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theme/theme1.xml" ContentType="application/vnd.openxmlformats-officedocument.theme+xml"/>
</Types>
</file>

<file path=_rels/.rels><?xml version='1.0' encoding='UTF-8' standalone='yes'?>
<Relationships xmlns="http://schemas.openxmlformats.org/package/2006/relationships"><Relationship Id="rId1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3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sldMasterIdLst>
    <p:sldMasterId id="2147483648" r:id="rId2"/>
  </p:sldMasterIdLst>
  <p:sldIdLst>
    <p:sldId id="256" r:id="rId3"/>
  </p:sldIdLst>
  <p:sldSz cx="11150600" cy="8229600"/>
  <p:notesSz cx="7559675" cy="10691813"/>
</p:presentation>
</file>

<file path=ppt/presProps.xml><?xml version="1.0" encoding="utf-8"?>
<p:presentationPr xmlns:a="http://schemas.openxmlformats.org/drawingml/2006/main" xmlns:p="http://schemas.openxmlformats.org/presentationml/2006/main" xmlns:r="http://schemas.openxmlformats.org/officeDocument/2006/relationships">
  <p:showPr showNarration="1"/>
</p:presentation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theme" Target="theme/theme1.xml"/><Relationship Id="rId2" Type="http://schemas.openxmlformats.org/officeDocument/2006/relationships/slideMaster" Target="slideMasters/slideMaster1.xml"/><Relationship Id="rId3" Type="http://schemas.openxmlformats.org/officeDocument/2006/relationships/slide" Target="slides/slide1.xml"/><Relationship Id="rId4" Type="http://schemas.openxmlformats.org/officeDocument/2006/relationships/presProps" Target="presProps.xml"/></Relationship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" preserve="1">
  <p:cSld name="master-page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title"/>
          </p:nvPr>
        </p:nvSpPr>
        <p:spPr>
          <a:xfrm>
            <a:off x="557280" y="313920"/>
            <a:ext cx="10034640" cy="131364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spAutoFit/>
          </a:bodyPr>
          <a:p>
            <a:pPr indent="0" algn="ctr">
              <a:buNone/>
            </a:pPr>
            <a:endParaRPr lang="en-US" sz="44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ubTitle"/>
          </p:nvPr>
        </p:nvSpPr>
        <p:spPr>
          <a:xfrm>
            <a:off x="557280" y="1841400"/>
            <a:ext cx="10034640" cy="4563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spAutoFit/>
          </a:bodyPr>
          <a:p>
            <a:pPr indent="0" algn="ctr">
              <a:buNone/>
            </a:pPr>
            <a:endParaRPr lang="en-US" sz="32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</p:spTree>
  </p:cSld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1.xml"/><Relationship Id="rId2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2"/>
  </p:sldLayoutIdLst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image" Target="../media/image1.png"/><Relationship Id="rId2" Type="http://schemas.openxmlformats.org/officeDocument/2006/relationships/image" Target="../media/image2.png"/><Relationship Id="rId3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"/>
          <p:cNvSpPr/>
          <p:nvPr/>
        </p:nvSpPr>
        <p:spPr>
          <a:xfrm>
            <a:off x="0" y="0"/>
            <a:ext cx="11150640" cy="8229960"/>
          </a:xfrm>
          <a:custGeom>
            <a:avLst/>
            <a:gdLst/>
            <a:ahLst/>
            <a:rect l="0" t="0" r="r" b="b"/>
            <a:pathLst>
              <a:path w="30974" h="22861">
                <a:moveTo>
                  <a:pt x="0" y="0"/>
                </a:moveTo>
                <a:lnTo>
                  <a:pt x="30974" y="0"/>
                </a:lnTo>
                <a:lnTo>
                  <a:pt x="30974" y="22861"/>
                </a:lnTo>
                <a:lnTo>
                  <a:pt x="0" y="22861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" name=""/>
          <p:cNvSpPr/>
          <p:nvPr/>
        </p:nvSpPr>
        <p:spPr>
          <a:xfrm>
            <a:off x="0" y="0"/>
            <a:ext cx="11150640" cy="8229960"/>
          </a:xfrm>
          <a:custGeom>
            <a:avLst/>
            <a:gdLst/>
            <a:ahLst/>
            <a:rect l="0" t="0" r="r" b="b"/>
            <a:pathLst>
              <a:path w="30974" h="22861">
                <a:moveTo>
                  <a:pt x="0" y="0"/>
                </a:moveTo>
                <a:lnTo>
                  <a:pt x="30974" y="0"/>
                </a:lnTo>
                <a:lnTo>
                  <a:pt x="30974" y="22861"/>
                </a:lnTo>
                <a:lnTo>
                  <a:pt x="0" y="22861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cap="rnd" w="13320">
            <a:solidFill>
              <a:srgbClr val="FFFFFF"/>
            </a:solidFill>
            <a:round/>
          </a:ln>
        </p:spPr>
        <p:txBody>
          <a:bodyPr lIns="6480" tIns="6480" rIns="6480" bIns="64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" name=""/>
          <p:cNvSpPr/>
          <p:nvPr/>
        </p:nvSpPr>
        <p:spPr>
          <a:xfrm>
            <a:off x="4840560" y="1210320"/>
            <a:ext cx="109080" cy="121680"/>
          </a:xfrm>
          <a:custGeom>
            <a:avLst/>
            <a:gdLst/>
            <a:ahLst/>
            <a:rect l="0" t="0" r="r" b="b"/>
            <a:pathLst>
              <a:path w="303" h="338">
                <a:moveTo>
                  <a:pt x="167" y="3"/>
                </a:moveTo>
                <a:lnTo>
                  <a:pt x="167" y="2"/>
                </a:lnTo>
                <a:lnTo>
                  <a:pt x="168" y="2"/>
                </a:lnTo>
                <a:lnTo>
                  <a:pt x="168" y="3"/>
                </a:lnTo>
                <a:lnTo>
                  <a:pt x="169" y="4"/>
                </a:lnTo>
                <a:lnTo>
                  <a:pt x="169" y="5"/>
                </a:lnTo>
                <a:lnTo>
                  <a:pt x="169" y="6"/>
                </a:lnTo>
                <a:lnTo>
                  <a:pt x="170" y="7"/>
                </a:lnTo>
                <a:lnTo>
                  <a:pt x="169" y="10"/>
                </a:lnTo>
                <a:lnTo>
                  <a:pt x="168" y="11"/>
                </a:lnTo>
                <a:lnTo>
                  <a:pt x="168" y="13"/>
                </a:lnTo>
                <a:lnTo>
                  <a:pt x="168" y="14"/>
                </a:lnTo>
                <a:lnTo>
                  <a:pt x="168" y="16"/>
                </a:lnTo>
                <a:lnTo>
                  <a:pt x="168" y="17"/>
                </a:lnTo>
                <a:lnTo>
                  <a:pt x="168" y="18"/>
                </a:lnTo>
                <a:lnTo>
                  <a:pt x="169" y="19"/>
                </a:lnTo>
                <a:lnTo>
                  <a:pt x="170" y="21"/>
                </a:lnTo>
                <a:lnTo>
                  <a:pt x="171" y="23"/>
                </a:lnTo>
                <a:lnTo>
                  <a:pt x="172" y="23"/>
                </a:lnTo>
                <a:lnTo>
                  <a:pt x="172" y="24"/>
                </a:lnTo>
                <a:lnTo>
                  <a:pt x="173" y="25"/>
                </a:lnTo>
                <a:lnTo>
                  <a:pt x="174" y="25"/>
                </a:lnTo>
                <a:lnTo>
                  <a:pt x="175" y="26"/>
                </a:lnTo>
                <a:lnTo>
                  <a:pt x="175" y="27"/>
                </a:lnTo>
                <a:lnTo>
                  <a:pt x="175" y="29"/>
                </a:lnTo>
                <a:lnTo>
                  <a:pt x="176" y="30"/>
                </a:lnTo>
                <a:lnTo>
                  <a:pt x="177" y="31"/>
                </a:lnTo>
                <a:lnTo>
                  <a:pt x="178" y="31"/>
                </a:lnTo>
                <a:lnTo>
                  <a:pt x="178" y="32"/>
                </a:lnTo>
                <a:lnTo>
                  <a:pt x="179" y="32"/>
                </a:lnTo>
                <a:lnTo>
                  <a:pt x="181" y="33"/>
                </a:lnTo>
                <a:lnTo>
                  <a:pt x="182" y="33"/>
                </a:lnTo>
                <a:lnTo>
                  <a:pt x="182" y="34"/>
                </a:lnTo>
                <a:lnTo>
                  <a:pt x="183" y="35"/>
                </a:lnTo>
                <a:lnTo>
                  <a:pt x="184" y="34"/>
                </a:lnTo>
                <a:lnTo>
                  <a:pt x="185" y="35"/>
                </a:lnTo>
                <a:lnTo>
                  <a:pt x="186" y="35"/>
                </a:lnTo>
                <a:lnTo>
                  <a:pt x="188" y="38"/>
                </a:lnTo>
                <a:lnTo>
                  <a:pt x="189" y="39"/>
                </a:lnTo>
                <a:lnTo>
                  <a:pt x="189" y="40"/>
                </a:lnTo>
                <a:lnTo>
                  <a:pt x="190" y="41"/>
                </a:lnTo>
                <a:lnTo>
                  <a:pt x="190" y="42"/>
                </a:lnTo>
                <a:lnTo>
                  <a:pt x="191" y="41"/>
                </a:lnTo>
                <a:lnTo>
                  <a:pt x="191" y="40"/>
                </a:lnTo>
                <a:lnTo>
                  <a:pt x="192" y="40"/>
                </a:lnTo>
                <a:lnTo>
                  <a:pt x="193" y="41"/>
                </a:lnTo>
                <a:lnTo>
                  <a:pt x="194" y="41"/>
                </a:lnTo>
                <a:lnTo>
                  <a:pt x="195" y="41"/>
                </a:lnTo>
                <a:lnTo>
                  <a:pt x="197" y="42"/>
                </a:lnTo>
                <a:lnTo>
                  <a:pt x="198" y="42"/>
                </a:lnTo>
                <a:lnTo>
                  <a:pt x="198" y="43"/>
                </a:lnTo>
                <a:lnTo>
                  <a:pt x="199" y="43"/>
                </a:lnTo>
                <a:lnTo>
                  <a:pt x="199" y="44"/>
                </a:lnTo>
                <a:lnTo>
                  <a:pt x="201" y="45"/>
                </a:lnTo>
                <a:lnTo>
                  <a:pt x="202" y="46"/>
                </a:lnTo>
                <a:lnTo>
                  <a:pt x="203" y="46"/>
                </a:lnTo>
                <a:lnTo>
                  <a:pt x="203" y="47"/>
                </a:lnTo>
                <a:lnTo>
                  <a:pt x="203" y="48"/>
                </a:lnTo>
                <a:lnTo>
                  <a:pt x="204" y="49"/>
                </a:lnTo>
                <a:lnTo>
                  <a:pt x="205" y="49"/>
                </a:lnTo>
                <a:lnTo>
                  <a:pt x="205" y="50"/>
                </a:lnTo>
                <a:lnTo>
                  <a:pt x="205" y="51"/>
                </a:lnTo>
                <a:lnTo>
                  <a:pt x="205" y="52"/>
                </a:lnTo>
                <a:lnTo>
                  <a:pt x="205" y="53"/>
                </a:lnTo>
                <a:lnTo>
                  <a:pt x="205" y="52"/>
                </a:lnTo>
                <a:lnTo>
                  <a:pt x="205" y="53"/>
                </a:lnTo>
                <a:lnTo>
                  <a:pt x="206" y="53"/>
                </a:lnTo>
                <a:lnTo>
                  <a:pt x="206" y="54"/>
                </a:lnTo>
                <a:lnTo>
                  <a:pt x="206" y="53"/>
                </a:lnTo>
                <a:lnTo>
                  <a:pt x="207" y="53"/>
                </a:lnTo>
                <a:lnTo>
                  <a:pt x="208" y="53"/>
                </a:lnTo>
                <a:lnTo>
                  <a:pt x="210" y="54"/>
                </a:lnTo>
                <a:lnTo>
                  <a:pt x="210" y="55"/>
                </a:lnTo>
                <a:lnTo>
                  <a:pt x="210" y="56"/>
                </a:lnTo>
                <a:lnTo>
                  <a:pt x="211" y="56"/>
                </a:lnTo>
                <a:lnTo>
                  <a:pt x="211" y="58"/>
                </a:lnTo>
                <a:lnTo>
                  <a:pt x="210" y="58"/>
                </a:lnTo>
                <a:lnTo>
                  <a:pt x="211" y="58"/>
                </a:lnTo>
                <a:lnTo>
                  <a:pt x="211" y="59"/>
                </a:lnTo>
                <a:lnTo>
                  <a:pt x="213" y="60"/>
                </a:lnTo>
                <a:lnTo>
                  <a:pt x="214" y="62"/>
                </a:lnTo>
                <a:lnTo>
                  <a:pt x="214" y="63"/>
                </a:lnTo>
                <a:lnTo>
                  <a:pt x="215" y="63"/>
                </a:lnTo>
                <a:lnTo>
                  <a:pt x="217" y="64"/>
                </a:lnTo>
                <a:lnTo>
                  <a:pt x="218" y="65"/>
                </a:lnTo>
                <a:lnTo>
                  <a:pt x="218" y="66"/>
                </a:lnTo>
                <a:lnTo>
                  <a:pt x="220" y="67"/>
                </a:lnTo>
                <a:lnTo>
                  <a:pt x="221" y="67"/>
                </a:lnTo>
                <a:lnTo>
                  <a:pt x="224" y="68"/>
                </a:lnTo>
                <a:lnTo>
                  <a:pt x="228" y="68"/>
                </a:lnTo>
                <a:lnTo>
                  <a:pt x="229" y="67"/>
                </a:lnTo>
                <a:lnTo>
                  <a:pt x="230" y="67"/>
                </a:lnTo>
                <a:lnTo>
                  <a:pt x="230" y="66"/>
                </a:lnTo>
                <a:lnTo>
                  <a:pt x="232" y="66"/>
                </a:lnTo>
                <a:lnTo>
                  <a:pt x="234" y="66"/>
                </a:lnTo>
                <a:lnTo>
                  <a:pt x="235" y="66"/>
                </a:lnTo>
                <a:lnTo>
                  <a:pt x="236" y="66"/>
                </a:lnTo>
                <a:lnTo>
                  <a:pt x="236" y="65"/>
                </a:lnTo>
                <a:lnTo>
                  <a:pt x="237" y="65"/>
                </a:lnTo>
                <a:lnTo>
                  <a:pt x="238" y="65"/>
                </a:lnTo>
                <a:lnTo>
                  <a:pt x="240" y="64"/>
                </a:lnTo>
                <a:lnTo>
                  <a:pt x="240" y="65"/>
                </a:lnTo>
                <a:lnTo>
                  <a:pt x="241" y="65"/>
                </a:lnTo>
                <a:lnTo>
                  <a:pt x="243" y="65"/>
                </a:lnTo>
                <a:lnTo>
                  <a:pt x="244" y="66"/>
                </a:lnTo>
                <a:lnTo>
                  <a:pt x="247" y="65"/>
                </a:lnTo>
                <a:lnTo>
                  <a:pt x="248" y="65"/>
                </a:lnTo>
                <a:lnTo>
                  <a:pt x="249" y="65"/>
                </a:lnTo>
                <a:lnTo>
                  <a:pt x="252" y="65"/>
                </a:lnTo>
                <a:lnTo>
                  <a:pt x="255" y="65"/>
                </a:lnTo>
                <a:lnTo>
                  <a:pt x="256" y="65"/>
                </a:lnTo>
                <a:lnTo>
                  <a:pt x="258" y="66"/>
                </a:lnTo>
                <a:lnTo>
                  <a:pt x="259" y="67"/>
                </a:lnTo>
                <a:lnTo>
                  <a:pt x="260" y="68"/>
                </a:lnTo>
                <a:lnTo>
                  <a:pt x="261" y="68"/>
                </a:lnTo>
                <a:lnTo>
                  <a:pt x="262" y="67"/>
                </a:lnTo>
                <a:lnTo>
                  <a:pt x="263" y="66"/>
                </a:lnTo>
                <a:lnTo>
                  <a:pt x="265" y="67"/>
                </a:lnTo>
                <a:lnTo>
                  <a:pt x="266" y="69"/>
                </a:lnTo>
                <a:lnTo>
                  <a:pt x="267" y="69"/>
                </a:lnTo>
                <a:lnTo>
                  <a:pt x="267" y="70"/>
                </a:lnTo>
                <a:lnTo>
                  <a:pt x="268" y="70"/>
                </a:lnTo>
                <a:lnTo>
                  <a:pt x="273" y="70"/>
                </a:lnTo>
                <a:lnTo>
                  <a:pt x="275" y="69"/>
                </a:lnTo>
                <a:lnTo>
                  <a:pt x="275" y="68"/>
                </a:lnTo>
                <a:lnTo>
                  <a:pt x="275" y="67"/>
                </a:lnTo>
                <a:lnTo>
                  <a:pt x="276" y="66"/>
                </a:lnTo>
                <a:lnTo>
                  <a:pt x="278" y="66"/>
                </a:lnTo>
                <a:lnTo>
                  <a:pt x="279" y="66"/>
                </a:lnTo>
                <a:lnTo>
                  <a:pt x="279" y="65"/>
                </a:lnTo>
                <a:lnTo>
                  <a:pt x="281" y="65"/>
                </a:lnTo>
                <a:lnTo>
                  <a:pt x="283" y="64"/>
                </a:lnTo>
                <a:lnTo>
                  <a:pt x="286" y="62"/>
                </a:lnTo>
                <a:lnTo>
                  <a:pt x="287" y="62"/>
                </a:lnTo>
                <a:lnTo>
                  <a:pt x="289" y="63"/>
                </a:lnTo>
                <a:lnTo>
                  <a:pt x="292" y="64"/>
                </a:lnTo>
                <a:lnTo>
                  <a:pt x="295" y="64"/>
                </a:lnTo>
                <a:lnTo>
                  <a:pt x="298" y="63"/>
                </a:lnTo>
                <a:lnTo>
                  <a:pt x="300" y="63"/>
                </a:lnTo>
                <a:lnTo>
                  <a:pt x="301" y="64"/>
                </a:lnTo>
                <a:lnTo>
                  <a:pt x="302" y="65"/>
                </a:lnTo>
                <a:lnTo>
                  <a:pt x="303" y="65"/>
                </a:lnTo>
                <a:lnTo>
                  <a:pt x="303" y="66"/>
                </a:lnTo>
                <a:lnTo>
                  <a:pt x="303" y="67"/>
                </a:lnTo>
                <a:lnTo>
                  <a:pt x="302" y="67"/>
                </a:lnTo>
                <a:lnTo>
                  <a:pt x="302" y="68"/>
                </a:lnTo>
                <a:lnTo>
                  <a:pt x="302" y="69"/>
                </a:lnTo>
                <a:lnTo>
                  <a:pt x="302" y="71"/>
                </a:lnTo>
                <a:lnTo>
                  <a:pt x="300" y="72"/>
                </a:lnTo>
                <a:lnTo>
                  <a:pt x="299" y="72"/>
                </a:lnTo>
                <a:lnTo>
                  <a:pt x="298" y="71"/>
                </a:lnTo>
                <a:lnTo>
                  <a:pt x="298" y="70"/>
                </a:lnTo>
                <a:lnTo>
                  <a:pt x="297" y="69"/>
                </a:lnTo>
                <a:lnTo>
                  <a:pt x="295" y="68"/>
                </a:lnTo>
                <a:lnTo>
                  <a:pt x="294" y="69"/>
                </a:lnTo>
                <a:lnTo>
                  <a:pt x="293" y="69"/>
                </a:lnTo>
                <a:lnTo>
                  <a:pt x="293" y="70"/>
                </a:lnTo>
                <a:lnTo>
                  <a:pt x="293" y="72"/>
                </a:lnTo>
                <a:lnTo>
                  <a:pt x="293" y="73"/>
                </a:lnTo>
                <a:lnTo>
                  <a:pt x="293" y="74"/>
                </a:lnTo>
                <a:lnTo>
                  <a:pt x="292" y="74"/>
                </a:lnTo>
                <a:lnTo>
                  <a:pt x="291" y="75"/>
                </a:lnTo>
                <a:lnTo>
                  <a:pt x="291" y="74"/>
                </a:lnTo>
                <a:lnTo>
                  <a:pt x="290" y="73"/>
                </a:lnTo>
                <a:lnTo>
                  <a:pt x="290" y="72"/>
                </a:lnTo>
                <a:lnTo>
                  <a:pt x="289" y="72"/>
                </a:lnTo>
                <a:lnTo>
                  <a:pt x="289" y="73"/>
                </a:lnTo>
                <a:lnTo>
                  <a:pt x="289" y="74"/>
                </a:lnTo>
                <a:lnTo>
                  <a:pt x="289" y="75"/>
                </a:lnTo>
                <a:lnTo>
                  <a:pt x="290" y="75"/>
                </a:lnTo>
                <a:lnTo>
                  <a:pt x="290" y="76"/>
                </a:lnTo>
                <a:lnTo>
                  <a:pt x="289" y="76"/>
                </a:lnTo>
                <a:lnTo>
                  <a:pt x="289" y="77"/>
                </a:lnTo>
                <a:lnTo>
                  <a:pt x="289" y="78"/>
                </a:lnTo>
                <a:lnTo>
                  <a:pt x="288" y="79"/>
                </a:lnTo>
                <a:lnTo>
                  <a:pt x="288" y="80"/>
                </a:lnTo>
                <a:lnTo>
                  <a:pt x="290" y="84"/>
                </a:lnTo>
                <a:lnTo>
                  <a:pt x="291" y="84"/>
                </a:lnTo>
                <a:lnTo>
                  <a:pt x="292" y="84"/>
                </a:lnTo>
                <a:lnTo>
                  <a:pt x="292" y="85"/>
                </a:lnTo>
                <a:lnTo>
                  <a:pt x="291" y="85"/>
                </a:lnTo>
                <a:lnTo>
                  <a:pt x="291" y="86"/>
                </a:lnTo>
                <a:lnTo>
                  <a:pt x="290" y="87"/>
                </a:lnTo>
                <a:lnTo>
                  <a:pt x="289" y="86"/>
                </a:lnTo>
                <a:lnTo>
                  <a:pt x="287" y="86"/>
                </a:lnTo>
                <a:lnTo>
                  <a:pt x="286" y="88"/>
                </a:lnTo>
                <a:lnTo>
                  <a:pt x="286" y="89"/>
                </a:lnTo>
                <a:lnTo>
                  <a:pt x="285" y="89"/>
                </a:lnTo>
                <a:lnTo>
                  <a:pt x="284" y="89"/>
                </a:lnTo>
                <a:lnTo>
                  <a:pt x="284" y="88"/>
                </a:lnTo>
                <a:lnTo>
                  <a:pt x="281" y="86"/>
                </a:lnTo>
                <a:lnTo>
                  <a:pt x="280" y="85"/>
                </a:lnTo>
                <a:lnTo>
                  <a:pt x="279" y="85"/>
                </a:lnTo>
                <a:lnTo>
                  <a:pt x="278" y="85"/>
                </a:lnTo>
                <a:lnTo>
                  <a:pt x="278" y="86"/>
                </a:lnTo>
                <a:lnTo>
                  <a:pt x="276" y="87"/>
                </a:lnTo>
                <a:lnTo>
                  <a:pt x="276" y="86"/>
                </a:lnTo>
                <a:lnTo>
                  <a:pt x="274" y="87"/>
                </a:lnTo>
                <a:lnTo>
                  <a:pt x="273" y="88"/>
                </a:lnTo>
                <a:lnTo>
                  <a:pt x="272" y="89"/>
                </a:lnTo>
                <a:lnTo>
                  <a:pt x="270" y="90"/>
                </a:lnTo>
                <a:lnTo>
                  <a:pt x="269" y="91"/>
                </a:lnTo>
                <a:lnTo>
                  <a:pt x="268" y="91"/>
                </a:lnTo>
                <a:lnTo>
                  <a:pt x="265" y="94"/>
                </a:lnTo>
                <a:lnTo>
                  <a:pt x="265" y="95"/>
                </a:lnTo>
                <a:lnTo>
                  <a:pt x="266" y="98"/>
                </a:lnTo>
                <a:lnTo>
                  <a:pt x="267" y="100"/>
                </a:lnTo>
                <a:lnTo>
                  <a:pt x="268" y="100"/>
                </a:lnTo>
                <a:lnTo>
                  <a:pt x="268" y="101"/>
                </a:lnTo>
                <a:lnTo>
                  <a:pt x="267" y="101"/>
                </a:lnTo>
                <a:lnTo>
                  <a:pt x="265" y="101"/>
                </a:lnTo>
                <a:lnTo>
                  <a:pt x="264" y="101"/>
                </a:lnTo>
                <a:lnTo>
                  <a:pt x="263" y="102"/>
                </a:lnTo>
                <a:lnTo>
                  <a:pt x="262" y="102"/>
                </a:lnTo>
                <a:lnTo>
                  <a:pt x="261" y="101"/>
                </a:lnTo>
                <a:lnTo>
                  <a:pt x="261" y="102"/>
                </a:lnTo>
                <a:lnTo>
                  <a:pt x="260" y="102"/>
                </a:lnTo>
                <a:lnTo>
                  <a:pt x="260" y="105"/>
                </a:lnTo>
                <a:lnTo>
                  <a:pt x="261" y="106"/>
                </a:lnTo>
                <a:lnTo>
                  <a:pt x="261" y="105"/>
                </a:lnTo>
                <a:lnTo>
                  <a:pt x="262" y="106"/>
                </a:lnTo>
                <a:lnTo>
                  <a:pt x="263" y="108"/>
                </a:lnTo>
                <a:lnTo>
                  <a:pt x="263" y="109"/>
                </a:lnTo>
                <a:lnTo>
                  <a:pt x="264" y="110"/>
                </a:lnTo>
                <a:lnTo>
                  <a:pt x="265" y="112"/>
                </a:lnTo>
                <a:lnTo>
                  <a:pt x="265" y="113"/>
                </a:lnTo>
                <a:lnTo>
                  <a:pt x="267" y="114"/>
                </a:lnTo>
                <a:lnTo>
                  <a:pt x="270" y="116"/>
                </a:lnTo>
                <a:lnTo>
                  <a:pt x="269" y="117"/>
                </a:lnTo>
                <a:lnTo>
                  <a:pt x="268" y="119"/>
                </a:lnTo>
                <a:lnTo>
                  <a:pt x="267" y="120"/>
                </a:lnTo>
                <a:lnTo>
                  <a:pt x="267" y="121"/>
                </a:lnTo>
                <a:lnTo>
                  <a:pt x="266" y="121"/>
                </a:lnTo>
                <a:lnTo>
                  <a:pt x="267" y="125"/>
                </a:lnTo>
                <a:lnTo>
                  <a:pt x="267" y="126"/>
                </a:lnTo>
                <a:lnTo>
                  <a:pt x="266" y="128"/>
                </a:lnTo>
                <a:lnTo>
                  <a:pt x="266" y="130"/>
                </a:lnTo>
                <a:lnTo>
                  <a:pt x="266" y="131"/>
                </a:lnTo>
                <a:lnTo>
                  <a:pt x="267" y="131"/>
                </a:lnTo>
                <a:lnTo>
                  <a:pt x="268" y="131"/>
                </a:lnTo>
                <a:lnTo>
                  <a:pt x="269" y="131"/>
                </a:lnTo>
                <a:lnTo>
                  <a:pt x="269" y="132"/>
                </a:lnTo>
                <a:lnTo>
                  <a:pt x="270" y="133"/>
                </a:lnTo>
                <a:lnTo>
                  <a:pt x="271" y="134"/>
                </a:lnTo>
                <a:lnTo>
                  <a:pt x="271" y="135"/>
                </a:lnTo>
                <a:lnTo>
                  <a:pt x="271" y="136"/>
                </a:lnTo>
                <a:lnTo>
                  <a:pt x="272" y="137"/>
                </a:lnTo>
                <a:lnTo>
                  <a:pt x="272" y="138"/>
                </a:lnTo>
                <a:lnTo>
                  <a:pt x="273" y="138"/>
                </a:lnTo>
                <a:lnTo>
                  <a:pt x="273" y="137"/>
                </a:lnTo>
                <a:lnTo>
                  <a:pt x="274" y="138"/>
                </a:lnTo>
                <a:lnTo>
                  <a:pt x="274" y="139"/>
                </a:lnTo>
                <a:lnTo>
                  <a:pt x="274" y="140"/>
                </a:lnTo>
                <a:lnTo>
                  <a:pt x="274" y="141"/>
                </a:lnTo>
                <a:lnTo>
                  <a:pt x="275" y="143"/>
                </a:lnTo>
                <a:lnTo>
                  <a:pt x="276" y="143"/>
                </a:lnTo>
                <a:lnTo>
                  <a:pt x="277" y="144"/>
                </a:lnTo>
                <a:lnTo>
                  <a:pt x="278" y="145"/>
                </a:lnTo>
                <a:lnTo>
                  <a:pt x="278" y="146"/>
                </a:lnTo>
                <a:lnTo>
                  <a:pt x="278" y="147"/>
                </a:lnTo>
                <a:lnTo>
                  <a:pt x="278" y="148"/>
                </a:lnTo>
                <a:lnTo>
                  <a:pt x="279" y="149"/>
                </a:lnTo>
                <a:lnTo>
                  <a:pt x="280" y="149"/>
                </a:lnTo>
                <a:lnTo>
                  <a:pt x="281" y="148"/>
                </a:lnTo>
                <a:lnTo>
                  <a:pt x="283" y="147"/>
                </a:lnTo>
                <a:lnTo>
                  <a:pt x="284" y="146"/>
                </a:lnTo>
                <a:lnTo>
                  <a:pt x="285" y="146"/>
                </a:lnTo>
                <a:lnTo>
                  <a:pt x="285" y="148"/>
                </a:lnTo>
                <a:lnTo>
                  <a:pt x="286" y="150"/>
                </a:lnTo>
                <a:lnTo>
                  <a:pt x="287" y="152"/>
                </a:lnTo>
                <a:lnTo>
                  <a:pt x="287" y="153"/>
                </a:lnTo>
                <a:lnTo>
                  <a:pt x="286" y="154"/>
                </a:lnTo>
                <a:lnTo>
                  <a:pt x="286" y="155"/>
                </a:lnTo>
                <a:lnTo>
                  <a:pt x="288" y="156"/>
                </a:lnTo>
                <a:lnTo>
                  <a:pt x="289" y="158"/>
                </a:lnTo>
                <a:lnTo>
                  <a:pt x="290" y="157"/>
                </a:lnTo>
                <a:lnTo>
                  <a:pt x="291" y="157"/>
                </a:lnTo>
                <a:lnTo>
                  <a:pt x="292" y="157"/>
                </a:lnTo>
                <a:lnTo>
                  <a:pt x="293" y="157"/>
                </a:lnTo>
                <a:lnTo>
                  <a:pt x="294" y="157"/>
                </a:lnTo>
                <a:lnTo>
                  <a:pt x="294" y="158"/>
                </a:lnTo>
                <a:lnTo>
                  <a:pt x="295" y="157"/>
                </a:lnTo>
                <a:lnTo>
                  <a:pt x="295" y="158"/>
                </a:lnTo>
                <a:lnTo>
                  <a:pt x="295" y="159"/>
                </a:lnTo>
                <a:lnTo>
                  <a:pt x="294" y="159"/>
                </a:lnTo>
                <a:lnTo>
                  <a:pt x="293" y="159"/>
                </a:lnTo>
                <a:lnTo>
                  <a:pt x="293" y="161"/>
                </a:lnTo>
                <a:lnTo>
                  <a:pt x="294" y="162"/>
                </a:lnTo>
                <a:lnTo>
                  <a:pt x="297" y="162"/>
                </a:lnTo>
                <a:lnTo>
                  <a:pt x="295" y="162"/>
                </a:lnTo>
                <a:lnTo>
                  <a:pt x="294" y="163"/>
                </a:lnTo>
                <a:lnTo>
                  <a:pt x="294" y="162"/>
                </a:lnTo>
                <a:lnTo>
                  <a:pt x="294" y="163"/>
                </a:lnTo>
                <a:lnTo>
                  <a:pt x="295" y="167"/>
                </a:lnTo>
                <a:lnTo>
                  <a:pt x="295" y="165"/>
                </a:lnTo>
                <a:lnTo>
                  <a:pt x="297" y="165"/>
                </a:lnTo>
                <a:lnTo>
                  <a:pt x="298" y="164"/>
                </a:lnTo>
                <a:lnTo>
                  <a:pt x="298" y="165"/>
                </a:lnTo>
                <a:lnTo>
                  <a:pt x="299" y="165"/>
                </a:lnTo>
                <a:lnTo>
                  <a:pt x="299" y="167"/>
                </a:lnTo>
                <a:lnTo>
                  <a:pt x="297" y="168"/>
                </a:lnTo>
                <a:lnTo>
                  <a:pt x="295" y="169"/>
                </a:lnTo>
                <a:lnTo>
                  <a:pt x="293" y="170"/>
                </a:lnTo>
                <a:lnTo>
                  <a:pt x="290" y="170"/>
                </a:lnTo>
                <a:lnTo>
                  <a:pt x="290" y="171"/>
                </a:lnTo>
                <a:lnTo>
                  <a:pt x="291" y="171"/>
                </a:lnTo>
                <a:lnTo>
                  <a:pt x="291" y="172"/>
                </a:lnTo>
                <a:lnTo>
                  <a:pt x="292" y="173"/>
                </a:lnTo>
                <a:lnTo>
                  <a:pt x="292" y="174"/>
                </a:lnTo>
                <a:lnTo>
                  <a:pt x="291" y="175"/>
                </a:lnTo>
                <a:lnTo>
                  <a:pt x="292" y="176"/>
                </a:lnTo>
                <a:lnTo>
                  <a:pt x="292" y="177"/>
                </a:lnTo>
                <a:lnTo>
                  <a:pt x="291" y="177"/>
                </a:lnTo>
                <a:lnTo>
                  <a:pt x="291" y="178"/>
                </a:lnTo>
                <a:lnTo>
                  <a:pt x="290" y="178"/>
                </a:lnTo>
                <a:lnTo>
                  <a:pt x="289" y="179"/>
                </a:lnTo>
                <a:lnTo>
                  <a:pt x="288" y="179"/>
                </a:lnTo>
                <a:lnTo>
                  <a:pt x="287" y="178"/>
                </a:lnTo>
                <a:lnTo>
                  <a:pt x="285" y="178"/>
                </a:lnTo>
                <a:lnTo>
                  <a:pt x="284" y="179"/>
                </a:lnTo>
                <a:lnTo>
                  <a:pt x="284" y="180"/>
                </a:lnTo>
                <a:lnTo>
                  <a:pt x="284" y="181"/>
                </a:lnTo>
                <a:lnTo>
                  <a:pt x="283" y="182"/>
                </a:lnTo>
                <a:lnTo>
                  <a:pt x="283" y="183"/>
                </a:lnTo>
                <a:lnTo>
                  <a:pt x="283" y="182"/>
                </a:lnTo>
                <a:lnTo>
                  <a:pt x="282" y="182"/>
                </a:lnTo>
                <a:lnTo>
                  <a:pt x="281" y="182"/>
                </a:lnTo>
                <a:lnTo>
                  <a:pt x="280" y="184"/>
                </a:lnTo>
                <a:lnTo>
                  <a:pt x="279" y="184"/>
                </a:lnTo>
                <a:lnTo>
                  <a:pt x="278" y="184"/>
                </a:lnTo>
                <a:lnTo>
                  <a:pt x="277" y="184"/>
                </a:lnTo>
                <a:lnTo>
                  <a:pt x="276" y="184"/>
                </a:lnTo>
                <a:lnTo>
                  <a:pt x="275" y="185"/>
                </a:lnTo>
                <a:lnTo>
                  <a:pt x="274" y="185"/>
                </a:lnTo>
                <a:lnTo>
                  <a:pt x="273" y="187"/>
                </a:lnTo>
                <a:lnTo>
                  <a:pt x="273" y="188"/>
                </a:lnTo>
                <a:lnTo>
                  <a:pt x="273" y="189"/>
                </a:lnTo>
                <a:lnTo>
                  <a:pt x="271" y="189"/>
                </a:lnTo>
                <a:lnTo>
                  <a:pt x="271" y="190"/>
                </a:lnTo>
                <a:lnTo>
                  <a:pt x="271" y="191"/>
                </a:lnTo>
                <a:lnTo>
                  <a:pt x="271" y="192"/>
                </a:lnTo>
                <a:lnTo>
                  <a:pt x="270" y="192"/>
                </a:lnTo>
                <a:lnTo>
                  <a:pt x="270" y="193"/>
                </a:lnTo>
                <a:lnTo>
                  <a:pt x="271" y="193"/>
                </a:lnTo>
                <a:lnTo>
                  <a:pt x="271" y="194"/>
                </a:lnTo>
                <a:lnTo>
                  <a:pt x="270" y="194"/>
                </a:lnTo>
                <a:lnTo>
                  <a:pt x="270" y="195"/>
                </a:lnTo>
                <a:lnTo>
                  <a:pt x="269" y="194"/>
                </a:lnTo>
                <a:lnTo>
                  <a:pt x="268" y="194"/>
                </a:lnTo>
                <a:lnTo>
                  <a:pt x="268" y="193"/>
                </a:lnTo>
                <a:lnTo>
                  <a:pt x="268" y="192"/>
                </a:lnTo>
                <a:lnTo>
                  <a:pt x="267" y="192"/>
                </a:lnTo>
                <a:lnTo>
                  <a:pt x="267" y="193"/>
                </a:lnTo>
                <a:lnTo>
                  <a:pt x="267" y="194"/>
                </a:lnTo>
                <a:lnTo>
                  <a:pt x="267" y="195"/>
                </a:lnTo>
                <a:lnTo>
                  <a:pt x="266" y="195"/>
                </a:lnTo>
                <a:lnTo>
                  <a:pt x="266" y="194"/>
                </a:lnTo>
                <a:lnTo>
                  <a:pt x="265" y="194"/>
                </a:lnTo>
                <a:lnTo>
                  <a:pt x="264" y="194"/>
                </a:lnTo>
                <a:lnTo>
                  <a:pt x="263" y="194"/>
                </a:lnTo>
                <a:lnTo>
                  <a:pt x="263" y="195"/>
                </a:lnTo>
                <a:lnTo>
                  <a:pt x="262" y="196"/>
                </a:lnTo>
                <a:lnTo>
                  <a:pt x="260" y="197"/>
                </a:lnTo>
                <a:lnTo>
                  <a:pt x="259" y="197"/>
                </a:lnTo>
                <a:lnTo>
                  <a:pt x="259" y="196"/>
                </a:lnTo>
                <a:lnTo>
                  <a:pt x="258" y="196"/>
                </a:lnTo>
                <a:lnTo>
                  <a:pt x="257" y="195"/>
                </a:lnTo>
                <a:lnTo>
                  <a:pt x="254" y="195"/>
                </a:lnTo>
                <a:lnTo>
                  <a:pt x="252" y="195"/>
                </a:lnTo>
                <a:lnTo>
                  <a:pt x="252" y="196"/>
                </a:lnTo>
                <a:lnTo>
                  <a:pt x="251" y="197"/>
                </a:lnTo>
                <a:lnTo>
                  <a:pt x="250" y="197"/>
                </a:lnTo>
                <a:lnTo>
                  <a:pt x="249" y="198"/>
                </a:lnTo>
                <a:lnTo>
                  <a:pt x="249" y="199"/>
                </a:lnTo>
                <a:lnTo>
                  <a:pt x="248" y="199"/>
                </a:lnTo>
                <a:lnTo>
                  <a:pt x="248" y="200"/>
                </a:lnTo>
                <a:lnTo>
                  <a:pt x="246" y="201"/>
                </a:lnTo>
                <a:lnTo>
                  <a:pt x="245" y="202"/>
                </a:lnTo>
                <a:lnTo>
                  <a:pt x="244" y="204"/>
                </a:lnTo>
                <a:lnTo>
                  <a:pt x="244" y="205"/>
                </a:lnTo>
                <a:lnTo>
                  <a:pt x="244" y="206"/>
                </a:lnTo>
                <a:lnTo>
                  <a:pt x="243" y="206"/>
                </a:lnTo>
                <a:lnTo>
                  <a:pt x="240" y="206"/>
                </a:lnTo>
                <a:lnTo>
                  <a:pt x="239" y="205"/>
                </a:lnTo>
                <a:lnTo>
                  <a:pt x="238" y="205"/>
                </a:lnTo>
                <a:lnTo>
                  <a:pt x="237" y="205"/>
                </a:lnTo>
                <a:lnTo>
                  <a:pt x="236" y="205"/>
                </a:lnTo>
                <a:lnTo>
                  <a:pt x="235" y="203"/>
                </a:lnTo>
                <a:lnTo>
                  <a:pt x="234" y="203"/>
                </a:lnTo>
                <a:lnTo>
                  <a:pt x="233" y="204"/>
                </a:lnTo>
                <a:lnTo>
                  <a:pt x="232" y="204"/>
                </a:lnTo>
                <a:lnTo>
                  <a:pt x="231" y="205"/>
                </a:lnTo>
                <a:lnTo>
                  <a:pt x="230" y="204"/>
                </a:lnTo>
                <a:lnTo>
                  <a:pt x="229" y="203"/>
                </a:lnTo>
                <a:lnTo>
                  <a:pt x="228" y="204"/>
                </a:lnTo>
                <a:lnTo>
                  <a:pt x="227" y="204"/>
                </a:lnTo>
                <a:lnTo>
                  <a:pt x="226" y="203"/>
                </a:lnTo>
                <a:lnTo>
                  <a:pt x="225" y="203"/>
                </a:lnTo>
                <a:lnTo>
                  <a:pt x="225" y="204"/>
                </a:lnTo>
                <a:lnTo>
                  <a:pt x="224" y="205"/>
                </a:lnTo>
                <a:lnTo>
                  <a:pt x="223" y="205"/>
                </a:lnTo>
                <a:lnTo>
                  <a:pt x="221" y="206"/>
                </a:lnTo>
                <a:lnTo>
                  <a:pt x="220" y="207"/>
                </a:lnTo>
                <a:lnTo>
                  <a:pt x="220" y="206"/>
                </a:lnTo>
                <a:lnTo>
                  <a:pt x="219" y="206"/>
                </a:lnTo>
                <a:lnTo>
                  <a:pt x="218" y="204"/>
                </a:lnTo>
                <a:lnTo>
                  <a:pt x="217" y="204"/>
                </a:lnTo>
                <a:lnTo>
                  <a:pt x="216" y="204"/>
                </a:lnTo>
                <a:lnTo>
                  <a:pt x="216" y="205"/>
                </a:lnTo>
                <a:lnTo>
                  <a:pt x="215" y="205"/>
                </a:lnTo>
                <a:lnTo>
                  <a:pt x="214" y="205"/>
                </a:lnTo>
                <a:lnTo>
                  <a:pt x="213" y="207"/>
                </a:lnTo>
                <a:lnTo>
                  <a:pt x="212" y="208"/>
                </a:lnTo>
                <a:lnTo>
                  <a:pt x="213" y="209"/>
                </a:lnTo>
                <a:lnTo>
                  <a:pt x="212" y="210"/>
                </a:lnTo>
                <a:lnTo>
                  <a:pt x="209" y="210"/>
                </a:lnTo>
                <a:lnTo>
                  <a:pt x="208" y="210"/>
                </a:lnTo>
                <a:lnTo>
                  <a:pt x="208" y="209"/>
                </a:lnTo>
                <a:lnTo>
                  <a:pt x="206" y="209"/>
                </a:lnTo>
                <a:lnTo>
                  <a:pt x="206" y="210"/>
                </a:lnTo>
                <a:lnTo>
                  <a:pt x="206" y="211"/>
                </a:lnTo>
                <a:lnTo>
                  <a:pt x="206" y="214"/>
                </a:lnTo>
                <a:lnTo>
                  <a:pt x="206" y="215"/>
                </a:lnTo>
                <a:lnTo>
                  <a:pt x="206" y="216"/>
                </a:lnTo>
                <a:lnTo>
                  <a:pt x="206" y="217"/>
                </a:lnTo>
                <a:lnTo>
                  <a:pt x="207" y="218"/>
                </a:lnTo>
                <a:lnTo>
                  <a:pt x="206" y="219"/>
                </a:lnTo>
                <a:lnTo>
                  <a:pt x="206" y="220"/>
                </a:lnTo>
                <a:lnTo>
                  <a:pt x="205" y="221"/>
                </a:lnTo>
                <a:lnTo>
                  <a:pt x="205" y="222"/>
                </a:lnTo>
                <a:lnTo>
                  <a:pt x="206" y="222"/>
                </a:lnTo>
                <a:lnTo>
                  <a:pt x="206" y="223"/>
                </a:lnTo>
                <a:lnTo>
                  <a:pt x="205" y="223"/>
                </a:lnTo>
                <a:lnTo>
                  <a:pt x="204" y="224"/>
                </a:lnTo>
                <a:lnTo>
                  <a:pt x="204" y="225"/>
                </a:lnTo>
                <a:lnTo>
                  <a:pt x="205" y="225"/>
                </a:lnTo>
                <a:lnTo>
                  <a:pt x="205" y="226"/>
                </a:lnTo>
                <a:lnTo>
                  <a:pt x="206" y="226"/>
                </a:lnTo>
                <a:lnTo>
                  <a:pt x="207" y="226"/>
                </a:lnTo>
                <a:lnTo>
                  <a:pt x="208" y="226"/>
                </a:lnTo>
                <a:lnTo>
                  <a:pt x="208" y="227"/>
                </a:lnTo>
                <a:lnTo>
                  <a:pt x="209" y="227"/>
                </a:lnTo>
                <a:lnTo>
                  <a:pt x="209" y="228"/>
                </a:lnTo>
                <a:lnTo>
                  <a:pt x="209" y="230"/>
                </a:lnTo>
                <a:lnTo>
                  <a:pt x="209" y="231"/>
                </a:lnTo>
                <a:lnTo>
                  <a:pt x="209" y="233"/>
                </a:lnTo>
                <a:lnTo>
                  <a:pt x="210" y="234"/>
                </a:lnTo>
                <a:lnTo>
                  <a:pt x="210" y="235"/>
                </a:lnTo>
                <a:lnTo>
                  <a:pt x="210" y="236"/>
                </a:lnTo>
                <a:lnTo>
                  <a:pt x="210" y="238"/>
                </a:lnTo>
                <a:lnTo>
                  <a:pt x="211" y="240"/>
                </a:lnTo>
                <a:lnTo>
                  <a:pt x="213" y="241"/>
                </a:lnTo>
                <a:lnTo>
                  <a:pt x="214" y="241"/>
                </a:lnTo>
                <a:lnTo>
                  <a:pt x="214" y="240"/>
                </a:lnTo>
                <a:lnTo>
                  <a:pt x="214" y="239"/>
                </a:lnTo>
                <a:lnTo>
                  <a:pt x="215" y="239"/>
                </a:lnTo>
                <a:lnTo>
                  <a:pt x="215" y="240"/>
                </a:lnTo>
                <a:lnTo>
                  <a:pt x="216" y="241"/>
                </a:lnTo>
                <a:lnTo>
                  <a:pt x="217" y="241"/>
                </a:lnTo>
                <a:lnTo>
                  <a:pt x="218" y="242"/>
                </a:lnTo>
                <a:lnTo>
                  <a:pt x="219" y="243"/>
                </a:lnTo>
                <a:lnTo>
                  <a:pt x="219" y="244"/>
                </a:lnTo>
                <a:lnTo>
                  <a:pt x="220" y="244"/>
                </a:lnTo>
                <a:lnTo>
                  <a:pt x="220" y="245"/>
                </a:lnTo>
                <a:lnTo>
                  <a:pt x="221" y="245"/>
                </a:lnTo>
                <a:lnTo>
                  <a:pt x="222" y="246"/>
                </a:lnTo>
                <a:lnTo>
                  <a:pt x="223" y="246"/>
                </a:lnTo>
                <a:lnTo>
                  <a:pt x="224" y="246"/>
                </a:lnTo>
                <a:lnTo>
                  <a:pt x="225" y="246"/>
                </a:lnTo>
                <a:lnTo>
                  <a:pt x="226" y="246"/>
                </a:lnTo>
                <a:lnTo>
                  <a:pt x="227" y="246"/>
                </a:lnTo>
                <a:lnTo>
                  <a:pt x="227" y="247"/>
                </a:lnTo>
                <a:lnTo>
                  <a:pt x="228" y="248"/>
                </a:lnTo>
                <a:lnTo>
                  <a:pt x="229" y="249"/>
                </a:lnTo>
                <a:lnTo>
                  <a:pt x="230" y="249"/>
                </a:lnTo>
                <a:lnTo>
                  <a:pt x="231" y="249"/>
                </a:lnTo>
                <a:lnTo>
                  <a:pt x="231" y="248"/>
                </a:lnTo>
                <a:lnTo>
                  <a:pt x="230" y="247"/>
                </a:lnTo>
                <a:lnTo>
                  <a:pt x="230" y="246"/>
                </a:lnTo>
                <a:lnTo>
                  <a:pt x="230" y="245"/>
                </a:lnTo>
                <a:lnTo>
                  <a:pt x="231" y="245"/>
                </a:lnTo>
                <a:lnTo>
                  <a:pt x="232" y="246"/>
                </a:lnTo>
                <a:lnTo>
                  <a:pt x="233" y="246"/>
                </a:lnTo>
                <a:lnTo>
                  <a:pt x="234" y="248"/>
                </a:lnTo>
                <a:lnTo>
                  <a:pt x="234" y="249"/>
                </a:lnTo>
                <a:lnTo>
                  <a:pt x="234" y="251"/>
                </a:lnTo>
                <a:lnTo>
                  <a:pt x="235" y="252"/>
                </a:lnTo>
                <a:lnTo>
                  <a:pt x="235" y="253"/>
                </a:lnTo>
                <a:lnTo>
                  <a:pt x="236" y="254"/>
                </a:lnTo>
                <a:lnTo>
                  <a:pt x="236" y="255"/>
                </a:lnTo>
                <a:lnTo>
                  <a:pt x="236" y="256"/>
                </a:lnTo>
                <a:lnTo>
                  <a:pt x="237" y="257"/>
                </a:lnTo>
                <a:lnTo>
                  <a:pt x="238" y="257"/>
                </a:lnTo>
                <a:lnTo>
                  <a:pt x="238" y="258"/>
                </a:lnTo>
                <a:lnTo>
                  <a:pt x="238" y="259"/>
                </a:lnTo>
                <a:lnTo>
                  <a:pt x="238" y="260"/>
                </a:lnTo>
                <a:lnTo>
                  <a:pt x="238" y="259"/>
                </a:lnTo>
                <a:lnTo>
                  <a:pt x="237" y="259"/>
                </a:lnTo>
                <a:lnTo>
                  <a:pt x="236" y="259"/>
                </a:lnTo>
                <a:lnTo>
                  <a:pt x="235" y="259"/>
                </a:lnTo>
                <a:lnTo>
                  <a:pt x="234" y="259"/>
                </a:lnTo>
                <a:lnTo>
                  <a:pt x="234" y="260"/>
                </a:lnTo>
                <a:lnTo>
                  <a:pt x="233" y="261"/>
                </a:lnTo>
                <a:lnTo>
                  <a:pt x="233" y="262"/>
                </a:lnTo>
                <a:lnTo>
                  <a:pt x="232" y="263"/>
                </a:lnTo>
                <a:lnTo>
                  <a:pt x="232" y="264"/>
                </a:lnTo>
                <a:lnTo>
                  <a:pt x="232" y="265"/>
                </a:lnTo>
                <a:lnTo>
                  <a:pt x="233" y="265"/>
                </a:lnTo>
                <a:lnTo>
                  <a:pt x="234" y="266"/>
                </a:lnTo>
                <a:lnTo>
                  <a:pt x="234" y="267"/>
                </a:lnTo>
                <a:lnTo>
                  <a:pt x="234" y="268"/>
                </a:lnTo>
                <a:lnTo>
                  <a:pt x="233" y="268"/>
                </a:lnTo>
                <a:lnTo>
                  <a:pt x="234" y="269"/>
                </a:lnTo>
                <a:lnTo>
                  <a:pt x="235" y="269"/>
                </a:lnTo>
                <a:lnTo>
                  <a:pt x="235" y="270"/>
                </a:lnTo>
                <a:lnTo>
                  <a:pt x="234" y="270"/>
                </a:lnTo>
                <a:lnTo>
                  <a:pt x="233" y="270"/>
                </a:lnTo>
                <a:lnTo>
                  <a:pt x="232" y="271"/>
                </a:lnTo>
                <a:lnTo>
                  <a:pt x="231" y="271"/>
                </a:lnTo>
                <a:lnTo>
                  <a:pt x="230" y="271"/>
                </a:lnTo>
                <a:lnTo>
                  <a:pt x="230" y="273"/>
                </a:lnTo>
                <a:lnTo>
                  <a:pt x="231" y="273"/>
                </a:lnTo>
                <a:lnTo>
                  <a:pt x="230" y="273"/>
                </a:lnTo>
                <a:lnTo>
                  <a:pt x="231" y="274"/>
                </a:lnTo>
                <a:lnTo>
                  <a:pt x="231" y="275"/>
                </a:lnTo>
                <a:lnTo>
                  <a:pt x="231" y="276"/>
                </a:lnTo>
                <a:lnTo>
                  <a:pt x="232" y="277"/>
                </a:lnTo>
                <a:lnTo>
                  <a:pt x="232" y="278"/>
                </a:lnTo>
                <a:lnTo>
                  <a:pt x="234" y="278"/>
                </a:lnTo>
                <a:lnTo>
                  <a:pt x="234" y="279"/>
                </a:lnTo>
                <a:lnTo>
                  <a:pt x="235" y="280"/>
                </a:lnTo>
                <a:lnTo>
                  <a:pt x="234" y="280"/>
                </a:lnTo>
                <a:lnTo>
                  <a:pt x="235" y="281"/>
                </a:lnTo>
                <a:lnTo>
                  <a:pt x="234" y="281"/>
                </a:lnTo>
                <a:lnTo>
                  <a:pt x="233" y="281"/>
                </a:lnTo>
                <a:lnTo>
                  <a:pt x="232" y="282"/>
                </a:lnTo>
                <a:lnTo>
                  <a:pt x="232" y="281"/>
                </a:lnTo>
                <a:lnTo>
                  <a:pt x="231" y="282"/>
                </a:lnTo>
                <a:lnTo>
                  <a:pt x="230" y="282"/>
                </a:lnTo>
                <a:lnTo>
                  <a:pt x="229" y="283"/>
                </a:lnTo>
                <a:lnTo>
                  <a:pt x="228" y="283"/>
                </a:lnTo>
                <a:lnTo>
                  <a:pt x="228" y="284"/>
                </a:lnTo>
                <a:lnTo>
                  <a:pt x="227" y="284"/>
                </a:lnTo>
                <a:lnTo>
                  <a:pt x="226" y="284"/>
                </a:lnTo>
                <a:lnTo>
                  <a:pt x="226" y="285"/>
                </a:lnTo>
                <a:lnTo>
                  <a:pt x="226" y="286"/>
                </a:lnTo>
                <a:lnTo>
                  <a:pt x="227" y="286"/>
                </a:lnTo>
                <a:lnTo>
                  <a:pt x="227" y="287"/>
                </a:lnTo>
                <a:lnTo>
                  <a:pt x="226" y="287"/>
                </a:lnTo>
                <a:lnTo>
                  <a:pt x="226" y="288"/>
                </a:lnTo>
                <a:lnTo>
                  <a:pt x="225" y="288"/>
                </a:lnTo>
                <a:lnTo>
                  <a:pt x="224" y="289"/>
                </a:lnTo>
                <a:lnTo>
                  <a:pt x="224" y="290"/>
                </a:lnTo>
                <a:lnTo>
                  <a:pt x="223" y="290"/>
                </a:lnTo>
                <a:lnTo>
                  <a:pt x="223" y="291"/>
                </a:lnTo>
                <a:lnTo>
                  <a:pt x="224" y="292"/>
                </a:lnTo>
                <a:lnTo>
                  <a:pt x="225" y="293"/>
                </a:lnTo>
                <a:lnTo>
                  <a:pt x="225" y="295"/>
                </a:lnTo>
                <a:lnTo>
                  <a:pt x="224" y="295"/>
                </a:lnTo>
                <a:lnTo>
                  <a:pt x="223" y="295"/>
                </a:lnTo>
                <a:lnTo>
                  <a:pt x="223" y="294"/>
                </a:lnTo>
                <a:lnTo>
                  <a:pt x="222" y="295"/>
                </a:lnTo>
                <a:lnTo>
                  <a:pt x="221" y="295"/>
                </a:lnTo>
                <a:lnTo>
                  <a:pt x="221" y="296"/>
                </a:lnTo>
                <a:lnTo>
                  <a:pt x="220" y="296"/>
                </a:lnTo>
                <a:lnTo>
                  <a:pt x="218" y="297"/>
                </a:lnTo>
                <a:lnTo>
                  <a:pt x="219" y="298"/>
                </a:lnTo>
                <a:lnTo>
                  <a:pt x="219" y="300"/>
                </a:lnTo>
                <a:lnTo>
                  <a:pt x="218" y="300"/>
                </a:lnTo>
                <a:lnTo>
                  <a:pt x="217" y="301"/>
                </a:lnTo>
                <a:lnTo>
                  <a:pt x="217" y="300"/>
                </a:lnTo>
                <a:lnTo>
                  <a:pt x="216" y="299"/>
                </a:lnTo>
                <a:lnTo>
                  <a:pt x="216" y="298"/>
                </a:lnTo>
                <a:lnTo>
                  <a:pt x="215" y="298"/>
                </a:lnTo>
                <a:lnTo>
                  <a:pt x="214" y="297"/>
                </a:lnTo>
                <a:lnTo>
                  <a:pt x="214" y="296"/>
                </a:lnTo>
                <a:lnTo>
                  <a:pt x="213" y="296"/>
                </a:lnTo>
                <a:lnTo>
                  <a:pt x="212" y="296"/>
                </a:lnTo>
                <a:lnTo>
                  <a:pt x="211" y="296"/>
                </a:lnTo>
                <a:lnTo>
                  <a:pt x="210" y="297"/>
                </a:lnTo>
                <a:lnTo>
                  <a:pt x="209" y="296"/>
                </a:lnTo>
                <a:lnTo>
                  <a:pt x="208" y="295"/>
                </a:lnTo>
                <a:lnTo>
                  <a:pt x="207" y="295"/>
                </a:lnTo>
                <a:lnTo>
                  <a:pt x="207" y="296"/>
                </a:lnTo>
                <a:lnTo>
                  <a:pt x="208" y="296"/>
                </a:lnTo>
                <a:lnTo>
                  <a:pt x="206" y="296"/>
                </a:lnTo>
                <a:lnTo>
                  <a:pt x="206" y="297"/>
                </a:lnTo>
                <a:lnTo>
                  <a:pt x="205" y="296"/>
                </a:lnTo>
                <a:lnTo>
                  <a:pt x="204" y="296"/>
                </a:lnTo>
                <a:lnTo>
                  <a:pt x="204" y="297"/>
                </a:lnTo>
                <a:lnTo>
                  <a:pt x="205" y="298"/>
                </a:lnTo>
                <a:lnTo>
                  <a:pt x="205" y="299"/>
                </a:lnTo>
                <a:lnTo>
                  <a:pt x="206" y="299"/>
                </a:lnTo>
                <a:lnTo>
                  <a:pt x="207" y="300"/>
                </a:lnTo>
                <a:lnTo>
                  <a:pt x="209" y="301"/>
                </a:lnTo>
                <a:lnTo>
                  <a:pt x="209" y="302"/>
                </a:lnTo>
                <a:lnTo>
                  <a:pt x="208" y="302"/>
                </a:lnTo>
                <a:lnTo>
                  <a:pt x="207" y="302"/>
                </a:lnTo>
                <a:lnTo>
                  <a:pt x="207" y="303"/>
                </a:lnTo>
                <a:lnTo>
                  <a:pt x="206" y="303"/>
                </a:lnTo>
                <a:lnTo>
                  <a:pt x="205" y="302"/>
                </a:lnTo>
                <a:lnTo>
                  <a:pt x="205" y="301"/>
                </a:lnTo>
                <a:lnTo>
                  <a:pt x="204" y="301"/>
                </a:lnTo>
                <a:lnTo>
                  <a:pt x="203" y="301"/>
                </a:lnTo>
                <a:lnTo>
                  <a:pt x="202" y="301"/>
                </a:lnTo>
                <a:lnTo>
                  <a:pt x="201" y="301"/>
                </a:lnTo>
                <a:lnTo>
                  <a:pt x="200" y="300"/>
                </a:lnTo>
                <a:lnTo>
                  <a:pt x="199" y="300"/>
                </a:lnTo>
                <a:lnTo>
                  <a:pt x="198" y="301"/>
                </a:lnTo>
                <a:lnTo>
                  <a:pt x="196" y="302"/>
                </a:lnTo>
                <a:lnTo>
                  <a:pt x="196" y="301"/>
                </a:lnTo>
                <a:lnTo>
                  <a:pt x="195" y="301"/>
                </a:lnTo>
                <a:lnTo>
                  <a:pt x="195" y="302"/>
                </a:lnTo>
                <a:lnTo>
                  <a:pt x="194" y="302"/>
                </a:lnTo>
                <a:lnTo>
                  <a:pt x="192" y="302"/>
                </a:lnTo>
                <a:lnTo>
                  <a:pt x="192" y="301"/>
                </a:lnTo>
                <a:lnTo>
                  <a:pt x="192" y="300"/>
                </a:lnTo>
                <a:lnTo>
                  <a:pt x="191" y="299"/>
                </a:lnTo>
                <a:lnTo>
                  <a:pt x="190" y="298"/>
                </a:lnTo>
                <a:lnTo>
                  <a:pt x="190" y="297"/>
                </a:lnTo>
                <a:lnTo>
                  <a:pt x="189" y="297"/>
                </a:lnTo>
                <a:lnTo>
                  <a:pt x="189" y="298"/>
                </a:lnTo>
                <a:lnTo>
                  <a:pt x="188" y="299"/>
                </a:lnTo>
                <a:lnTo>
                  <a:pt x="187" y="298"/>
                </a:lnTo>
                <a:lnTo>
                  <a:pt x="186" y="298"/>
                </a:lnTo>
                <a:lnTo>
                  <a:pt x="185" y="298"/>
                </a:lnTo>
                <a:lnTo>
                  <a:pt x="186" y="299"/>
                </a:lnTo>
                <a:lnTo>
                  <a:pt x="185" y="299"/>
                </a:lnTo>
                <a:lnTo>
                  <a:pt x="184" y="299"/>
                </a:lnTo>
                <a:lnTo>
                  <a:pt x="184" y="300"/>
                </a:lnTo>
                <a:lnTo>
                  <a:pt x="184" y="301"/>
                </a:lnTo>
                <a:lnTo>
                  <a:pt x="184" y="302"/>
                </a:lnTo>
                <a:lnTo>
                  <a:pt x="183" y="303"/>
                </a:lnTo>
                <a:lnTo>
                  <a:pt x="182" y="304"/>
                </a:lnTo>
                <a:lnTo>
                  <a:pt x="181" y="304"/>
                </a:lnTo>
                <a:lnTo>
                  <a:pt x="181" y="303"/>
                </a:lnTo>
                <a:lnTo>
                  <a:pt x="180" y="303"/>
                </a:lnTo>
                <a:lnTo>
                  <a:pt x="180" y="304"/>
                </a:lnTo>
                <a:lnTo>
                  <a:pt x="180" y="305"/>
                </a:lnTo>
                <a:lnTo>
                  <a:pt x="179" y="304"/>
                </a:lnTo>
                <a:lnTo>
                  <a:pt x="178" y="304"/>
                </a:lnTo>
                <a:lnTo>
                  <a:pt x="177" y="305"/>
                </a:lnTo>
                <a:lnTo>
                  <a:pt x="177" y="306"/>
                </a:lnTo>
                <a:lnTo>
                  <a:pt x="177" y="307"/>
                </a:lnTo>
                <a:lnTo>
                  <a:pt x="177" y="308"/>
                </a:lnTo>
                <a:lnTo>
                  <a:pt x="178" y="308"/>
                </a:lnTo>
                <a:lnTo>
                  <a:pt x="179" y="309"/>
                </a:lnTo>
                <a:lnTo>
                  <a:pt x="178" y="309"/>
                </a:lnTo>
                <a:lnTo>
                  <a:pt x="177" y="310"/>
                </a:lnTo>
                <a:lnTo>
                  <a:pt x="177" y="311"/>
                </a:lnTo>
                <a:lnTo>
                  <a:pt x="176" y="312"/>
                </a:lnTo>
                <a:lnTo>
                  <a:pt x="176" y="313"/>
                </a:lnTo>
                <a:lnTo>
                  <a:pt x="176" y="314"/>
                </a:lnTo>
                <a:lnTo>
                  <a:pt x="174" y="314"/>
                </a:lnTo>
                <a:lnTo>
                  <a:pt x="173" y="315"/>
                </a:lnTo>
                <a:lnTo>
                  <a:pt x="173" y="314"/>
                </a:lnTo>
                <a:lnTo>
                  <a:pt x="171" y="314"/>
                </a:lnTo>
                <a:lnTo>
                  <a:pt x="171" y="315"/>
                </a:lnTo>
                <a:lnTo>
                  <a:pt x="172" y="316"/>
                </a:lnTo>
                <a:lnTo>
                  <a:pt x="172" y="317"/>
                </a:lnTo>
                <a:lnTo>
                  <a:pt x="172" y="318"/>
                </a:lnTo>
                <a:lnTo>
                  <a:pt x="171" y="318"/>
                </a:lnTo>
                <a:lnTo>
                  <a:pt x="170" y="319"/>
                </a:lnTo>
                <a:lnTo>
                  <a:pt x="170" y="320"/>
                </a:lnTo>
                <a:lnTo>
                  <a:pt x="169" y="320"/>
                </a:lnTo>
                <a:lnTo>
                  <a:pt x="168" y="320"/>
                </a:lnTo>
                <a:lnTo>
                  <a:pt x="166" y="320"/>
                </a:lnTo>
                <a:lnTo>
                  <a:pt x="166" y="321"/>
                </a:lnTo>
                <a:lnTo>
                  <a:pt x="167" y="323"/>
                </a:lnTo>
                <a:lnTo>
                  <a:pt x="167" y="324"/>
                </a:lnTo>
                <a:lnTo>
                  <a:pt x="166" y="324"/>
                </a:lnTo>
                <a:lnTo>
                  <a:pt x="165" y="324"/>
                </a:lnTo>
                <a:lnTo>
                  <a:pt x="164" y="324"/>
                </a:lnTo>
                <a:lnTo>
                  <a:pt x="164" y="323"/>
                </a:lnTo>
                <a:lnTo>
                  <a:pt x="164" y="322"/>
                </a:lnTo>
                <a:lnTo>
                  <a:pt x="163" y="321"/>
                </a:lnTo>
                <a:lnTo>
                  <a:pt x="162" y="321"/>
                </a:lnTo>
                <a:lnTo>
                  <a:pt x="161" y="321"/>
                </a:lnTo>
                <a:lnTo>
                  <a:pt x="161" y="322"/>
                </a:lnTo>
                <a:lnTo>
                  <a:pt x="161" y="324"/>
                </a:lnTo>
                <a:lnTo>
                  <a:pt x="162" y="324"/>
                </a:lnTo>
                <a:lnTo>
                  <a:pt x="163" y="325"/>
                </a:lnTo>
                <a:lnTo>
                  <a:pt x="164" y="325"/>
                </a:lnTo>
                <a:lnTo>
                  <a:pt x="164" y="326"/>
                </a:lnTo>
                <a:lnTo>
                  <a:pt x="164" y="327"/>
                </a:lnTo>
                <a:lnTo>
                  <a:pt x="164" y="328"/>
                </a:lnTo>
                <a:lnTo>
                  <a:pt x="163" y="329"/>
                </a:lnTo>
                <a:lnTo>
                  <a:pt x="163" y="330"/>
                </a:lnTo>
                <a:lnTo>
                  <a:pt x="165" y="329"/>
                </a:lnTo>
                <a:lnTo>
                  <a:pt x="166" y="330"/>
                </a:lnTo>
                <a:lnTo>
                  <a:pt x="165" y="330"/>
                </a:lnTo>
                <a:lnTo>
                  <a:pt x="165" y="331"/>
                </a:lnTo>
                <a:lnTo>
                  <a:pt x="166" y="331"/>
                </a:lnTo>
                <a:lnTo>
                  <a:pt x="167" y="330"/>
                </a:lnTo>
                <a:lnTo>
                  <a:pt x="166" y="330"/>
                </a:lnTo>
                <a:lnTo>
                  <a:pt x="167" y="329"/>
                </a:lnTo>
                <a:lnTo>
                  <a:pt x="168" y="329"/>
                </a:lnTo>
                <a:lnTo>
                  <a:pt x="169" y="330"/>
                </a:lnTo>
                <a:lnTo>
                  <a:pt x="169" y="331"/>
                </a:lnTo>
                <a:lnTo>
                  <a:pt x="169" y="332"/>
                </a:lnTo>
                <a:lnTo>
                  <a:pt x="169" y="333"/>
                </a:lnTo>
                <a:lnTo>
                  <a:pt x="170" y="334"/>
                </a:lnTo>
                <a:lnTo>
                  <a:pt x="170" y="335"/>
                </a:lnTo>
                <a:lnTo>
                  <a:pt x="170" y="336"/>
                </a:lnTo>
                <a:lnTo>
                  <a:pt x="169" y="337"/>
                </a:lnTo>
                <a:lnTo>
                  <a:pt x="168" y="337"/>
                </a:lnTo>
                <a:lnTo>
                  <a:pt x="168" y="338"/>
                </a:lnTo>
                <a:lnTo>
                  <a:pt x="167" y="338"/>
                </a:lnTo>
                <a:lnTo>
                  <a:pt x="167" y="337"/>
                </a:lnTo>
                <a:lnTo>
                  <a:pt x="166" y="337"/>
                </a:lnTo>
                <a:lnTo>
                  <a:pt x="165" y="337"/>
                </a:lnTo>
                <a:lnTo>
                  <a:pt x="163" y="337"/>
                </a:lnTo>
                <a:lnTo>
                  <a:pt x="162" y="337"/>
                </a:lnTo>
                <a:lnTo>
                  <a:pt x="161" y="337"/>
                </a:lnTo>
                <a:lnTo>
                  <a:pt x="161" y="336"/>
                </a:lnTo>
                <a:lnTo>
                  <a:pt x="160" y="337"/>
                </a:lnTo>
                <a:lnTo>
                  <a:pt x="159" y="337"/>
                </a:lnTo>
                <a:lnTo>
                  <a:pt x="157" y="337"/>
                </a:lnTo>
                <a:lnTo>
                  <a:pt x="156" y="337"/>
                </a:lnTo>
                <a:lnTo>
                  <a:pt x="154" y="337"/>
                </a:lnTo>
                <a:lnTo>
                  <a:pt x="153" y="337"/>
                </a:lnTo>
                <a:lnTo>
                  <a:pt x="152" y="337"/>
                </a:lnTo>
                <a:lnTo>
                  <a:pt x="151" y="336"/>
                </a:lnTo>
                <a:lnTo>
                  <a:pt x="149" y="335"/>
                </a:lnTo>
                <a:lnTo>
                  <a:pt x="149" y="334"/>
                </a:lnTo>
                <a:lnTo>
                  <a:pt x="148" y="333"/>
                </a:lnTo>
                <a:lnTo>
                  <a:pt x="147" y="332"/>
                </a:lnTo>
                <a:lnTo>
                  <a:pt x="147" y="331"/>
                </a:lnTo>
                <a:lnTo>
                  <a:pt x="146" y="330"/>
                </a:lnTo>
                <a:lnTo>
                  <a:pt x="144" y="330"/>
                </a:lnTo>
                <a:lnTo>
                  <a:pt x="142" y="330"/>
                </a:lnTo>
                <a:lnTo>
                  <a:pt x="141" y="330"/>
                </a:lnTo>
                <a:lnTo>
                  <a:pt x="139" y="329"/>
                </a:lnTo>
                <a:lnTo>
                  <a:pt x="139" y="328"/>
                </a:lnTo>
                <a:lnTo>
                  <a:pt x="138" y="328"/>
                </a:lnTo>
                <a:lnTo>
                  <a:pt x="138" y="327"/>
                </a:lnTo>
                <a:lnTo>
                  <a:pt x="137" y="326"/>
                </a:lnTo>
                <a:lnTo>
                  <a:pt x="137" y="325"/>
                </a:lnTo>
                <a:lnTo>
                  <a:pt x="136" y="323"/>
                </a:lnTo>
                <a:lnTo>
                  <a:pt x="136" y="322"/>
                </a:lnTo>
                <a:lnTo>
                  <a:pt x="136" y="321"/>
                </a:lnTo>
                <a:lnTo>
                  <a:pt x="136" y="320"/>
                </a:lnTo>
                <a:lnTo>
                  <a:pt x="135" y="318"/>
                </a:lnTo>
                <a:lnTo>
                  <a:pt x="136" y="318"/>
                </a:lnTo>
                <a:lnTo>
                  <a:pt x="136" y="317"/>
                </a:lnTo>
                <a:lnTo>
                  <a:pt x="135" y="317"/>
                </a:lnTo>
                <a:lnTo>
                  <a:pt x="135" y="316"/>
                </a:lnTo>
                <a:lnTo>
                  <a:pt x="134" y="316"/>
                </a:lnTo>
                <a:lnTo>
                  <a:pt x="133" y="316"/>
                </a:lnTo>
                <a:lnTo>
                  <a:pt x="132" y="316"/>
                </a:lnTo>
                <a:lnTo>
                  <a:pt x="132" y="315"/>
                </a:lnTo>
                <a:lnTo>
                  <a:pt x="132" y="314"/>
                </a:lnTo>
                <a:lnTo>
                  <a:pt x="131" y="313"/>
                </a:lnTo>
                <a:lnTo>
                  <a:pt x="131" y="314"/>
                </a:lnTo>
                <a:lnTo>
                  <a:pt x="130" y="314"/>
                </a:lnTo>
                <a:lnTo>
                  <a:pt x="129" y="314"/>
                </a:lnTo>
                <a:lnTo>
                  <a:pt x="129" y="313"/>
                </a:lnTo>
                <a:lnTo>
                  <a:pt x="128" y="312"/>
                </a:lnTo>
                <a:lnTo>
                  <a:pt x="127" y="312"/>
                </a:lnTo>
                <a:lnTo>
                  <a:pt x="126" y="312"/>
                </a:lnTo>
                <a:lnTo>
                  <a:pt x="125" y="312"/>
                </a:lnTo>
                <a:lnTo>
                  <a:pt x="124" y="312"/>
                </a:lnTo>
                <a:lnTo>
                  <a:pt x="124" y="313"/>
                </a:lnTo>
                <a:lnTo>
                  <a:pt x="123" y="313"/>
                </a:lnTo>
                <a:lnTo>
                  <a:pt x="122" y="314"/>
                </a:lnTo>
                <a:lnTo>
                  <a:pt x="121" y="314"/>
                </a:lnTo>
                <a:lnTo>
                  <a:pt x="121" y="315"/>
                </a:lnTo>
                <a:lnTo>
                  <a:pt x="120" y="316"/>
                </a:lnTo>
                <a:lnTo>
                  <a:pt x="119" y="316"/>
                </a:lnTo>
                <a:lnTo>
                  <a:pt x="119" y="317"/>
                </a:lnTo>
                <a:lnTo>
                  <a:pt x="118" y="317"/>
                </a:lnTo>
                <a:lnTo>
                  <a:pt x="116" y="317"/>
                </a:lnTo>
                <a:lnTo>
                  <a:pt x="116" y="316"/>
                </a:lnTo>
                <a:lnTo>
                  <a:pt x="115" y="316"/>
                </a:lnTo>
                <a:lnTo>
                  <a:pt x="115" y="317"/>
                </a:lnTo>
                <a:lnTo>
                  <a:pt x="114" y="317"/>
                </a:lnTo>
                <a:lnTo>
                  <a:pt x="114" y="316"/>
                </a:lnTo>
                <a:lnTo>
                  <a:pt x="113" y="315"/>
                </a:lnTo>
                <a:lnTo>
                  <a:pt x="113" y="316"/>
                </a:lnTo>
                <a:lnTo>
                  <a:pt x="112" y="316"/>
                </a:lnTo>
                <a:lnTo>
                  <a:pt x="110" y="317"/>
                </a:lnTo>
                <a:lnTo>
                  <a:pt x="107" y="317"/>
                </a:lnTo>
                <a:lnTo>
                  <a:pt x="103" y="318"/>
                </a:lnTo>
                <a:lnTo>
                  <a:pt x="102" y="318"/>
                </a:lnTo>
                <a:lnTo>
                  <a:pt x="102" y="317"/>
                </a:lnTo>
                <a:lnTo>
                  <a:pt x="101" y="318"/>
                </a:lnTo>
                <a:lnTo>
                  <a:pt x="101" y="317"/>
                </a:lnTo>
                <a:lnTo>
                  <a:pt x="101" y="316"/>
                </a:lnTo>
                <a:lnTo>
                  <a:pt x="101" y="315"/>
                </a:lnTo>
                <a:lnTo>
                  <a:pt x="100" y="315"/>
                </a:lnTo>
                <a:lnTo>
                  <a:pt x="99" y="315"/>
                </a:lnTo>
                <a:lnTo>
                  <a:pt x="99" y="316"/>
                </a:lnTo>
                <a:lnTo>
                  <a:pt x="99" y="317"/>
                </a:lnTo>
                <a:lnTo>
                  <a:pt x="98" y="318"/>
                </a:lnTo>
                <a:lnTo>
                  <a:pt x="96" y="318"/>
                </a:lnTo>
                <a:lnTo>
                  <a:pt x="96" y="317"/>
                </a:lnTo>
                <a:lnTo>
                  <a:pt x="97" y="316"/>
                </a:lnTo>
                <a:lnTo>
                  <a:pt x="96" y="316"/>
                </a:lnTo>
                <a:lnTo>
                  <a:pt x="95" y="315"/>
                </a:lnTo>
                <a:lnTo>
                  <a:pt x="95" y="314"/>
                </a:lnTo>
                <a:lnTo>
                  <a:pt x="93" y="314"/>
                </a:lnTo>
                <a:lnTo>
                  <a:pt x="93" y="315"/>
                </a:lnTo>
                <a:lnTo>
                  <a:pt x="94" y="318"/>
                </a:lnTo>
                <a:lnTo>
                  <a:pt x="94" y="319"/>
                </a:lnTo>
                <a:lnTo>
                  <a:pt x="93" y="319"/>
                </a:lnTo>
                <a:lnTo>
                  <a:pt x="92" y="320"/>
                </a:lnTo>
                <a:lnTo>
                  <a:pt x="92" y="321"/>
                </a:lnTo>
                <a:lnTo>
                  <a:pt x="91" y="322"/>
                </a:lnTo>
                <a:lnTo>
                  <a:pt x="91" y="321"/>
                </a:lnTo>
                <a:lnTo>
                  <a:pt x="90" y="321"/>
                </a:lnTo>
                <a:lnTo>
                  <a:pt x="90" y="320"/>
                </a:lnTo>
                <a:lnTo>
                  <a:pt x="89" y="319"/>
                </a:lnTo>
                <a:lnTo>
                  <a:pt x="88" y="319"/>
                </a:lnTo>
                <a:lnTo>
                  <a:pt x="87" y="318"/>
                </a:lnTo>
                <a:lnTo>
                  <a:pt x="87" y="317"/>
                </a:lnTo>
                <a:lnTo>
                  <a:pt x="87" y="316"/>
                </a:lnTo>
                <a:lnTo>
                  <a:pt x="86" y="315"/>
                </a:lnTo>
                <a:lnTo>
                  <a:pt x="84" y="315"/>
                </a:lnTo>
                <a:lnTo>
                  <a:pt x="84" y="314"/>
                </a:lnTo>
                <a:lnTo>
                  <a:pt x="83" y="315"/>
                </a:lnTo>
                <a:lnTo>
                  <a:pt x="83" y="314"/>
                </a:lnTo>
                <a:lnTo>
                  <a:pt x="83" y="316"/>
                </a:lnTo>
                <a:lnTo>
                  <a:pt x="83" y="318"/>
                </a:lnTo>
                <a:lnTo>
                  <a:pt x="84" y="318"/>
                </a:lnTo>
                <a:lnTo>
                  <a:pt x="84" y="319"/>
                </a:lnTo>
                <a:lnTo>
                  <a:pt x="84" y="320"/>
                </a:lnTo>
                <a:lnTo>
                  <a:pt x="84" y="321"/>
                </a:lnTo>
                <a:lnTo>
                  <a:pt x="83" y="321"/>
                </a:lnTo>
                <a:lnTo>
                  <a:pt x="82" y="321"/>
                </a:lnTo>
                <a:lnTo>
                  <a:pt x="81" y="321"/>
                </a:lnTo>
                <a:lnTo>
                  <a:pt x="80" y="321"/>
                </a:lnTo>
                <a:lnTo>
                  <a:pt x="81" y="322"/>
                </a:lnTo>
                <a:lnTo>
                  <a:pt x="81" y="323"/>
                </a:lnTo>
                <a:lnTo>
                  <a:pt x="81" y="324"/>
                </a:lnTo>
                <a:lnTo>
                  <a:pt x="80" y="325"/>
                </a:lnTo>
                <a:lnTo>
                  <a:pt x="80" y="326"/>
                </a:lnTo>
                <a:lnTo>
                  <a:pt x="79" y="326"/>
                </a:lnTo>
                <a:lnTo>
                  <a:pt x="78" y="326"/>
                </a:lnTo>
                <a:lnTo>
                  <a:pt x="77" y="326"/>
                </a:lnTo>
                <a:lnTo>
                  <a:pt x="75" y="325"/>
                </a:lnTo>
                <a:lnTo>
                  <a:pt x="74" y="326"/>
                </a:lnTo>
                <a:lnTo>
                  <a:pt x="74" y="327"/>
                </a:lnTo>
                <a:lnTo>
                  <a:pt x="74" y="328"/>
                </a:lnTo>
                <a:lnTo>
                  <a:pt x="73" y="328"/>
                </a:lnTo>
                <a:lnTo>
                  <a:pt x="72" y="328"/>
                </a:lnTo>
                <a:lnTo>
                  <a:pt x="72" y="329"/>
                </a:lnTo>
                <a:lnTo>
                  <a:pt x="71" y="330"/>
                </a:lnTo>
                <a:lnTo>
                  <a:pt x="70" y="330"/>
                </a:lnTo>
                <a:lnTo>
                  <a:pt x="71" y="333"/>
                </a:lnTo>
                <a:lnTo>
                  <a:pt x="71" y="334"/>
                </a:lnTo>
                <a:lnTo>
                  <a:pt x="72" y="334"/>
                </a:lnTo>
                <a:lnTo>
                  <a:pt x="72" y="335"/>
                </a:lnTo>
                <a:lnTo>
                  <a:pt x="71" y="335"/>
                </a:lnTo>
                <a:lnTo>
                  <a:pt x="69" y="335"/>
                </a:lnTo>
                <a:lnTo>
                  <a:pt x="68" y="335"/>
                </a:lnTo>
                <a:lnTo>
                  <a:pt x="67" y="335"/>
                </a:lnTo>
                <a:lnTo>
                  <a:pt x="66" y="335"/>
                </a:lnTo>
                <a:lnTo>
                  <a:pt x="65" y="335"/>
                </a:lnTo>
                <a:lnTo>
                  <a:pt x="64" y="335"/>
                </a:lnTo>
                <a:lnTo>
                  <a:pt x="63" y="334"/>
                </a:lnTo>
                <a:lnTo>
                  <a:pt x="63" y="335"/>
                </a:lnTo>
                <a:lnTo>
                  <a:pt x="63" y="336"/>
                </a:lnTo>
                <a:lnTo>
                  <a:pt x="63" y="335"/>
                </a:lnTo>
                <a:lnTo>
                  <a:pt x="62" y="335"/>
                </a:lnTo>
                <a:lnTo>
                  <a:pt x="62" y="334"/>
                </a:lnTo>
                <a:lnTo>
                  <a:pt x="62" y="335"/>
                </a:lnTo>
                <a:lnTo>
                  <a:pt x="61" y="335"/>
                </a:lnTo>
                <a:lnTo>
                  <a:pt x="60" y="335"/>
                </a:lnTo>
                <a:lnTo>
                  <a:pt x="60" y="334"/>
                </a:lnTo>
                <a:lnTo>
                  <a:pt x="59" y="333"/>
                </a:lnTo>
                <a:lnTo>
                  <a:pt x="59" y="332"/>
                </a:lnTo>
                <a:lnTo>
                  <a:pt x="58" y="330"/>
                </a:lnTo>
                <a:lnTo>
                  <a:pt x="58" y="329"/>
                </a:lnTo>
                <a:lnTo>
                  <a:pt x="58" y="328"/>
                </a:lnTo>
                <a:lnTo>
                  <a:pt x="57" y="328"/>
                </a:lnTo>
                <a:lnTo>
                  <a:pt x="56" y="328"/>
                </a:lnTo>
                <a:lnTo>
                  <a:pt x="56" y="329"/>
                </a:lnTo>
                <a:lnTo>
                  <a:pt x="55" y="329"/>
                </a:lnTo>
                <a:lnTo>
                  <a:pt x="55" y="328"/>
                </a:lnTo>
                <a:lnTo>
                  <a:pt x="55" y="327"/>
                </a:lnTo>
                <a:lnTo>
                  <a:pt x="54" y="327"/>
                </a:lnTo>
                <a:lnTo>
                  <a:pt x="54" y="326"/>
                </a:lnTo>
                <a:lnTo>
                  <a:pt x="53" y="326"/>
                </a:lnTo>
                <a:lnTo>
                  <a:pt x="52" y="325"/>
                </a:lnTo>
                <a:lnTo>
                  <a:pt x="51" y="326"/>
                </a:lnTo>
                <a:lnTo>
                  <a:pt x="51" y="325"/>
                </a:lnTo>
                <a:lnTo>
                  <a:pt x="50" y="325"/>
                </a:lnTo>
                <a:lnTo>
                  <a:pt x="50" y="324"/>
                </a:lnTo>
                <a:lnTo>
                  <a:pt x="51" y="324"/>
                </a:lnTo>
                <a:lnTo>
                  <a:pt x="51" y="323"/>
                </a:lnTo>
                <a:lnTo>
                  <a:pt x="50" y="322"/>
                </a:lnTo>
                <a:lnTo>
                  <a:pt x="50" y="321"/>
                </a:lnTo>
                <a:lnTo>
                  <a:pt x="49" y="320"/>
                </a:lnTo>
                <a:lnTo>
                  <a:pt x="48" y="318"/>
                </a:lnTo>
                <a:lnTo>
                  <a:pt x="47" y="317"/>
                </a:lnTo>
                <a:lnTo>
                  <a:pt x="46" y="317"/>
                </a:lnTo>
                <a:lnTo>
                  <a:pt x="46" y="316"/>
                </a:lnTo>
                <a:lnTo>
                  <a:pt x="45" y="316"/>
                </a:lnTo>
                <a:lnTo>
                  <a:pt x="45" y="315"/>
                </a:lnTo>
                <a:lnTo>
                  <a:pt x="45" y="316"/>
                </a:lnTo>
                <a:lnTo>
                  <a:pt x="45" y="317"/>
                </a:lnTo>
                <a:lnTo>
                  <a:pt x="44" y="319"/>
                </a:lnTo>
                <a:lnTo>
                  <a:pt x="43" y="319"/>
                </a:lnTo>
                <a:lnTo>
                  <a:pt x="42" y="319"/>
                </a:lnTo>
                <a:lnTo>
                  <a:pt x="41" y="319"/>
                </a:lnTo>
                <a:lnTo>
                  <a:pt x="41" y="318"/>
                </a:lnTo>
                <a:lnTo>
                  <a:pt x="40" y="318"/>
                </a:lnTo>
                <a:lnTo>
                  <a:pt x="40" y="319"/>
                </a:lnTo>
                <a:lnTo>
                  <a:pt x="40" y="320"/>
                </a:lnTo>
                <a:lnTo>
                  <a:pt x="39" y="319"/>
                </a:lnTo>
                <a:lnTo>
                  <a:pt x="38" y="319"/>
                </a:lnTo>
                <a:lnTo>
                  <a:pt x="37" y="319"/>
                </a:lnTo>
                <a:lnTo>
                  <a:pt x="36" y="319"/>
                </a:lnTo>
                <a:lnTo>
                  <a:pt x="36" y="320"/>
                </a:lnTo>
                <a:lnTo>
                  <a:pt x="35" y="320"/>
                </a:lnTo>
                <a:lnTo>
                  <a:pt x="34" y="320"/>
                </a:lnTo>
                <a:lnTo>
                  <a:pt x="34" y="321"/>
                </a:lnTo>
                <a:lnTo>
                  <a:pt x="33" y="321"/>
                </a:lnTo>
                <a:lnTo>
                  <a:pt x="33" y="322"/>
                </a:lnTo>
                <a:lnTo>
                  <a:pt x="32" y="322"/>
                </a:lnTo>
                <a:lnTo>
                  <a:pt x="31" y="322"/>
                </a:lnTo>
                <a:lnTo>
                  <a:pt x="31" y="321"/>
                </a:lnTo>
                <a:lnTo>
                  <a:pt x="30" y="320"/>
                </a:lnTo>
                <a:lnTo>
                  <a:pt x="29" y="320"/>
                </a:lnTo>
                <a:lnTo>
                  <a:pt x="29" y="319"/>
                </a:lnTo>
                <a:lnTo>
                  <a:pt x="27" y="317"/>
                </a:lnTo>
                <a:lnTo>
                  <a:pt x="26" y="317"/>
                </a:lnTo>
                <a:lnTo>
                  <a:pt x="25" y="317"/>
                </a:lnTo>
                <a:lnTo>
                  <a:pt x="24" y="318"/>
                </a:lnTo>
                <a:lnTo>
                  <a:pt x="24" y="319"/>
                </a:lnTo>
                <a:lnTo>
                  <a:pt x="24" y="320"/>
                </a:lnTo>
                <a:lnTo>
                  <a:pt x="23" y="321"/>
                </a:lnTo>
                <a:lnTo>
                  <a:pt x="23" y="322"/>
                </a:lnTo>
                <a:lnTo>
                  <a:pt x="23" y="323"/>
                </a:lnTo>
                <a:lnTo>
                  <a:pt x="22" y="323"/>
                </a:lnTo>
                <a:lnTo>
                  <a:pt x="22" y="322"/>
                </a:lnTo>
                <a:lnTo>
                  <a:pt x="22" y="321"/>
                </a:lnTo>
                <a:lnTo>
                  <a:pt x="21" y="320"/>
                </a:lnTo>
                <a:lnTo>
                  <a:pt x="21" y="319"/>
                </a:lnTo>
                <a:lnTo>
                  <a:pt x="21" y="318"/>
                </a:lnTo>
                <a:lnTo>
                  <a:pt x="22" y="318"/>
                </a:lnTo>
                <a:lnTo>
                  <a:pt x="22" y="317"/>
                </a:lnTo>
                <a:lnTo>
                  <a:pt x="22" y="316"/>
                </a:lnTo>
                <a:lnTo>
                  <a:pt x="22" y="315"/>
                </a:lnTo>
                <a:lnTo>
                  <a:pt x="22" y="314"/>
                </a:lnTo>
                <a:lnTo>
                  <a:pt x="22" y="313"/>
                </a:lnTo>
                <a:lnTo>
                  <a:pt x="21" y="313"/>
                </a:lnTo>
                <a:lnTo>
                  <a:pt x="20" y="312"/>
                </a:lnTo>
                <a:lnTo>
                  <a:pt x="20" y="311"/>
                </a:lnTo>
                <a:lnTo>
                  <a:pt x="19" y="310"/>
                </a:lnTo>
                <a:lnTo>
                  <a:pt x="18" y="310"/>
                </a:lnTo>
                <a:lnTo>
                  <a:pt x="18" y="311"/>
                </a:lnTo>
                <a:lnTo>
                  <a:pt x="15" y="311"/>
                </a:lnTo>
                <a:lnTo>
                  <a:pt x="15" y="310"/>
                </a:lnTo>
                <a:lnTo>
                  <a:pt x="15" y="309"/>
                </a:lnTo>
                <a:lnTo>
                  <a:pt x="15" y="308"/>
                </a:lnTo>
                <a:lnTo>
                  <a:pt x="16" y="308"/>
                </a:lnTo>
                <a:lnTo>
                  <a:pt x="17" y="307"/>
                </a:lnTo>
                <a:lnTo>
                  <a:pt x="16" y="307"/>
                </a:lnTo>
                <a:lnTo>
                  <a:pt x="16" y="306"/>
                </a:lnTo>
                <a:lnTo>
                  <a:pt x="16" y="305"/>
                </a:lnTo>
                <a:lnTo>
                  <a:pt x="16" y="304"/>
                </a:lnTo>
                <a:lnTo>
                  <a:pt x="17" y="304"/>
                </a:lnTo>
                <a:lnTo>
                  <a:pt x="17" y="303"/>
                </a:lnTo>
                <a:lnTo>
                  <a:pt x="17" y="302"/>
                </a:lnTo>
                <a:lnTo>
                  <a:pt x="17" y="301"/>
                </a:lnTo>
                <a:lnTo>
                  <a:pt x="16" y="300"/>
                </a:lnTo>
                <a:lnTo>
                  <a:pt x="16" y="299"/>
                </a:lnTo>
                <a:lnTo>
                  <a:pt x="16" y="298"/>
                </a:lnTo>
                <a:lnTo>
                  <a:pt x="15" y="296"/>
                </a:lnTo>
                <a:lnTo>
                  <a:pt x="15" y="295"/>
                </a:lnTo>
                <a:lnTo>
                  <a:pt x="15" y="294"/>
                </a:lnTo>
                <a:lnTo>
                  <a:pt x="15" y="293"/>
                </a:lnTo>
                <a:lnTo>
                  <a:pt x="14" y="292"/>
                </a:lnTo>
                <a:lnTo>
                  <a:pt x="12" y="292"/>
                </a:lnTo>
                <a:lnTo>
                  <a:pt x="12" y="293"/>
                </a:lnTo>
                <a:lnTo>
                  <a:pt x="11" y="293"/>
                </a:lnTo>
                <a:lnTo>
                  <a:pt x="10" y="292"/>
                </a:lnTo>
                <a:lnTo>
                  <a:pt x="9" y="292"/>
                </a:lnTo>
                <a:lnTo>
                  <a:pt x="8" y="292"/>
                </a:lnTo>
                <a:lnTo>
                  <a:pt x="7" y="291"/>
                </a:lnTo>
                <a:lnTo>
                  <a:pt x="6" y="290"/>
                </a:lnTo>
                <a:lnTo>
                  <a:pt x="6" y="289"/>
                </a:lnTo>
                <a:lnTo>
                  <a:pt x="6" y="288"/>
                </a:lnTo>
                <a:lnTo>
                  <a:pt x="6" y="287"/>
                </a:lnTo>
                <a:lnTo>
                  <a:pt x="5" y="287"/>
                </a:lnTo>
                <a:lnTo>
                  <a:pt x="5" y="288"/>
                </a:lnTo>
                <a:lnTo>
                  <a:pt x="5" y="287"/>
                </a:lnTo>
                <a:lnTo>
                  <a:pt x="4" y="287"/>
                </a:lnTo>
                <a:lnTo>
                  <a:pt x="4" y="286"/>
                </a:lnTo>
                <a:lnTo>
                  <a:pt x="5" y="286"/>
                </a:lnTo>
                <a:lnTo>
                  <a:pt x="5" y="285"/>
                </a:lnTo>
                <a:lnTo>
                  <a:pt x="6" y="285"/>
                </a:lnTo>
                <a:lnTo>
                  <a:pt x="7" y="284"/>
                </a:lnTo>
                <a:lnTo>
                  <a:pt x="8" y="284"/>
                </a:lnTo>
                <a:lnTo>
                  <a:pt x="8" y="285"/>
                </a:lnTo>
                <a:lnTo>
                  <a:pt x="9" y="285"/>
                </a:lnTo>
                <a:lnTo>
                  <a:pt x="9" y="284"/>
                </a:lnTo>
                <a:lnTo>
                  <a:pt x="10" y="283"/>
                </a:lnTo>
                <a:lnTo>
                  <a:pt x="12" y="282"/>
                </a:lnTo>
                <a:lnTo>
                  <a:pt x="12" y="281"/>
                </a:lnTo>
                <a:lnTo>
                  <a:pt x="13" y="281"/>
                </a:lnTo>
                <a:lnTo>
                  <a:pt x="14" y="281"/>
                </a:lnTo>
                <a:lnTo>
                  <a:pt x="15" y="282"/>
                </a:lnTo>
                <a:lnTo>
                  <a:pt x="16" y="282"/>
                </a:lnTo>
                <a:lnTo>
                  <a:pt x="16" y="283"/>
                </a:lnTo>
                <a:lnTo>
                  <a:pt x="17" y="283"/>
                </a:lnTo>
                <a:lnTo>
                  <a:pt x="17" y="282"/>
                </a:lnTo>
                <a:lnTo>
                  <a:pt x="18" y="282"/>
                </a:lnTo>
                <a:lnTo>
                  <a:pt x="19" y="282"/>
                </a:lnTo>
                <a:lnTo>
                  <a:pt x="21" y="281"/>
                </a:lnTo>
                <a:lnTo>
                  <a:pt x="21" y="280"/>
                </a:lnTo>
                <a:lnTo>
                  <a:pt x="22" y="280"/>
                </a:lnTo>
                <a:lnTo>
                  <a:pt x="23" y="280"/>
                </a:lnTo>
                <a:lnTo>
                  <a:pt x="24" y="280"/>
                </a:lnTo>
                <a:lnTo>
                  <a:pt x="24" y="279"/>
                </a:lnTo>
                <a:lnTo>
                  <a:pt x="25" y="278"/>
                </a:lnTo>
                <a:lnTo>
                  <a:pt x="25" y="277"/>
                </a:lnTo>
                <a:lnTo>
                  <a:pt x="25" y="276"/>
                </a:lnTo>
                <a:lnTo>
                  <a:pt x="25" y="275"/>
                </a:lnTo>
                <a:lnTo>
                  <a:pt x="25" y="276"/>
                </a:lnTo>
                <a:lnTo>
                  <a:pt x="24" y="276"/>
                </a:lnTo>
                <a:lnTo>
                  <a:pt x="23" y="275"/>
                </a:lnTo>
                <a:lnTo>
                  <a:pt x="22" y="274"/>
                </a:lnTo>
                <a:lnTo>
                  <a:pt x="21" y="274"/>
                </a:lnTo>
                <a:lnTo>
                  <a:pt x="20" y="273"/>
                </a:lnTo>
                <a:lnTo>
                  <a:pt x="19" y="273"/>
                </a:lnTo>
                <a:lnTo>
                  <a:pt x="18" y="272"/>
                </a:lnTo>
                <a:lnTo>
                  <a:pt x="17" y="272"/>
                </a:lnTo>
                <a:lnTo>
                  <a:pt x="16" y="271"/>
                </a:lnTo>
                <a:lnTo>
                  <a:pt x="16" y="270"/>
                </a:lnTo>
                <a:lnTo>
                  <a:pt x="17" y="269"/>
                </a:lnTo>
                <a:lnTo>
                  <a:pt x="17" y="268"/>
                </a:lnTo>
                <a:lnTo>
                  <a:pt x="17" y="267"/>
                </a:lnTo>
                <a:lnTo>
                  <a:pt x="17" y="266"/>
                </a:lnTo>
                <a:lnTo>
                  <a:pt x="17" y="265"/>
                </a:lnTo>
                <a:lnTo>
                  <a:pt x="18" y="265"/>
                </a:lnTo>
                <a:lnTo>
                  <a:pt x="18" y="264"/>
                </a:lnTo>
                <a:lnTo>
                  <a:pt x="17" y="264"/>
                </a:lnTo>
                <a:lnTo>
                  <a:pt x="17" y="263"/>
                </a:lnTo>
                <a:lnTo>
                  <a:pt x="16" y="263"/>
                </a:lnTo>
                <a:lnTo>
                  <a:pt x="15" y="263"/>
                </a:lnTo>
                <a:lnTo>
                  <a:pt x="15" y="262"/>
                </a:lnTo>
                <a:lnTo>
                  <a:pt x="15" y="261"/>
                </a:lnTo>
                <a:lnTo>
                  <a:pt x="16" y="261"/>
                </a:lnTo>
                <a:lnTo>
                  <a:pt x="16" y="260"/>
                </a:lnTo>
                <a:lnTo>
                  <a:pt x="17" y="259"/>
                </a:lnTo>
                <a:lnTo>
                  <a:pt x="16" y="259"/>
                </a:lnTo>
                <a:lnTo>
                  <a:pt x="16" y="258"/>
                </a:lnTo>
                <a:lnTo>
                  <a:pt x="15" y="258"/>
                </a:lnTo>
                <a:lnTo>
                  <a:pt x="14" y="257"/>
                </a:lnTo>
                <a:lnTo>
                  <a:pt x="14" y="256"/>
                </a:lnTo>
                <a:lnTo>
                  <a:pt x="13" y="256"/>
                </a:lnTo>
                <a:lnTo>
                  <a:pt x="12" y="256"/>
                </a:lnTo>
                <a:lnTo>
                  <a:pt x="10" y="255"/>
                </a:lnTo>
                <a:lnTo>
                  <a:pt x="10" y="254"/>
                </a:lnTo>
                <a:lnTo>
                  <a:pt x="9" y="252"/>
                </a:lnTo>
                <a:lnTo>
                  <a:pt x="8" y="252"/>
                </a:lnTo>
                <a:lnTo>
                  <a:pt x="7" y="252"/>
                </a:lnTo>
                <a:lnTo>
                  <a:pt x="6" y="251"/>
                </a:lnTo>
                <a:lnTo>
                  <a:pt x="5" y="251"/>
                </a:lnTo>
                <a:lnTo>
                  <a:pt x="4" y="250"/>
                </a:lnTo>
                <a:lnTo>
                  <a:pt x="3" y="250"/>
                </a:lnTo>
                <a:lnTo>
                  <a:pt x="3" y="249"/>
                </a:lnTo>
                <a:lnTo>
                  <a:pt x="2" y="249"/>
                </a:lnTo>
                <a:lnTo>
                  <a:pt x="2" y="250"/>
                </a:lnTo>
                <a:lnTo>
                  <a:pt x="1" y="250"/>
                </a:lnTo>
                <a:lnTo>
                  <a:pt x="0" y="250"/>
                </a:lnTo>
                <a:lnTo>
                  <a:pt x="0" y="249"/>
                </a:lnTo>
                <a:lnTo>
                  <a:pt x="0" y="248"/>
                </a:lnTo>
                <a:lnTo>
                  <a:pt x="0" y="247"/>
                </a:lnTo>
                <a:lnTo>
                  <a:pt x="0" y="246"/>
                </a:lnTo>
                <a:lnTo>
                  <a:pt x="0" y="245"/>
                </a:lnTo>
                <a:lnTo>
                  <a:pt x="0" y="244"/>
                </a:lnTo>
                <a:lnTo>
                  <a:pt x="0" y="243"/>
                </a:lnTo>
                <a:lnTo>
                  <a:pt x="1" y="242"/>
                </a:lnTo>
                <a:lnTo>
                  <a:pt x="2" y="241"/>
                </a:lnTo>
                <a:lnTo>
                  <a:pt x="3" y="241"/>
                </a:lnTo>
                <a:lnTo>
                  <a:pt x="3" y="240"/>
                </a:lnTo>
                <a:lnTo>
                  <a:pt x="3" y="239"/>
                </a:lnTo>
                <a:lnTo>
                  <a:pt x="2" y="238"/>
                </a:lnTo>
                <a:lnTo>
                  <a:pt x="2" y="236"/>
                </a:lnTo>
                <a:lnTo>
                  <a:pt x="3" y="236"/>
                </a:lnTo>
                <a:lnTo>
                  <a:pt x="3" y="235"/>
                </a:lnTo>
                <a:lnTo>
                  <a:pt x="3" y="234"/>
                </a:lnTo>
                <a:lnTo>
                  <a:pt x="3" y="233"/>
                </a:lnTo>
                <a:lnTo>
                  <a:pt x="4" y="233"/>
                </a:lnTo>
                <a:lnTo>
                  <a:pt x="5" y="233"/>
                </a:lnTo>
                <a:lnTo>
                  <a:pt x="6" y="232"/>
                </a:lnTo>
                <a:lnTo>
                  <a:pt x="7" y="232"/>
                </a:lnTo>
                <a:lnTo>
                  <a:pt x="7" y="231"/>
                </a:lnTo>
                <a:lnTo>
                  <a:pt x="8" y="231"/>
                </a:lnTo>
                <a:lnTo>
                  <a:pt x="8" y="230"/>
                </a:lnTo>
                <a:lnTo>
                  <a:pt x="9" y="229"/>
                </a:lnTo>
                <a:lnTo>
                  <a:pt x="9" y="228"/>
                </a:lnTo>
                <a:lnTo>
                  <a:pt x="10" y="228"/>
                </a:lnTo>
                <a:lnTo>
                  <a:pt x="10" y="227"/>
                </a:lnTo>
                <a:lnTo>
                  <a:pt x="11" y="226"/>
                </a:lnTo>
                <a:lnTo>
                  <a:pt x="11" y="225"/>
                </a:lnTo>
                <a:lnTo>
                  <a:pt x="12" y="225"/>
                </a:lnTo>
                <a:lnTo>
                  <a:pt x="13" y="223"/>
                </a:lnTo>
                <a:lnTo>
                  <a:pt x="14" y="222"/>
                </a:lnTo>
                <a:lnTo>
                  <a:pt x="15" y="222"/>
                </a:lnTo>
                <a:lnTo>
                  <a:pt x="16" y="222"/>
                </a:lnTo>
                <a:lnTo>
                  <a:pt x="17" y="222"/>
                </a:lnTo>
                <a:lnTo>
                  <a:pt x="17" y="221"/>
                </a:lnTo>
                <a:lnTo>
                  <a:pt x="17" y="220"/>
                </a:lnTo>
                <a:lnTo>
                  <a:pt x="17" y="219"/>
                </a:lnTo>
                <a:lnTo>
                  <a:pt x="17" y="218"/>
                </a:lnTo>
                <a:lnTo>
                  <a:pt x="18" y="217"/>
                </a:lnTo>
                <a:lnTo>
                  <a:pt x="20" y="217"/>
                </a:lnTo>
                <a:lnTo>
                  <a:pt x="21" y="217"/>
                </a:lnTo>
                <a:lnTo>
                  <a:pt x="21" y="218"/>
                </a:lnTo>
                <a:lnTo>
                  <a:pt x="22" y="218"/>
                </a:lnTo>
                <a:lnTo>
                  <a:pt x="22" y="217"/>
                </a:lnTo>
                <a:lnTo>
                  <a:pt x="23" y="217"/>
                </a:lnTo>
                <a:lnTo>
                  <a:pt x="23" y="216"/>
                </a:lnTo>
                <a:lnTo>
                  <a:pt x="22" y="216"/>
                </a:lnTo>
                <a:lnTo>
                  <a:pt x="23" y="215"/>
                </a:lnTo>
                <a:lnTo>
                  <a:pt x="23" y="213"/>
                </a:lnTo>
                <a:lnTo>
                  <a:pt x="23" y="212"/>
                </a:lnTo>
                <a:lnTo>
                  <a:pt x="24" y="212"/>
                </a:lnTo>
                <a:lnTo>
                  <a:pt x="25" y="212"/>
                </a:lnTo>
                <a:lnTo>
                  <a:pt x="29" y="213"/>
                </a:lnTo>
                <a:lnTo>
                  <a:pt x="30" y="212"/>
                </a:lnTo>
                <a:lnTo>
                  <a:pt x="30" y="211"/>
                </a:lnTo>
                <a:lnTo>
                  <a:pt x="30" y="210"/>
                </a:lnTo>
                <a:lnTo>
                  <a:pt x="32" y="209"/>
                </a:lnTo>
                <a:lnTo>
                  <a:pt x="35" y="209"/>
                </a:lnTo>
                <a:lnTo>
                  <a:pt x="36" y="209"/>
                </a:lnTo>
                <a:lnTo>
                  <a:pt x="36" y="208"/>
                </a:lnTo>
                <a:lnTo>
                  <a:pt x="37" y="208"/>
                </a:lnTo>
                <a:lnTo>
                  <a:pt x="38" y="209"/>
                </a:lnTo>
                <a:lnTo>
                  <a:pt x="39" y="209"/>
                </a:lnTo>
                <a:lnTo>
                  <a:pt x="39" y="208"/>
                </a:lnTo>
                <a:lnTo>
                  <a:pt x="38" y="208"/>
                </a:lnTo>
                <a:lnTo>
                  <a:pt x="40" y="207"/>
                </a:lnTo>
                <a:lnTo>
                  <a:pt x="41" y="208"/>
                </a:lnTo>
                <a:lnTo>
                  <a:pt x="42" y="208"/>
                </a:lnTo>
                <a:lnTo>
                  <a:pt x="44" y="208"/>
                </a:lnTo>
                <a:lnTo>
                  <a:pt x="45" y="207"/>
                </a:lnTo>
                <a:lnTo>
                  <a:pt x="46" y="206"/>
                </a:lnTo>
                <a:lnTo>
                  <a:pt x="46" y="205"/>
                </a:lnTo>
                <a:lnTo>
                  <a:pt x="47" y="204"/>
                </a:lnTo>
                <a:lnTo>
                  <a:pt x="46" y="204"/>
                </a:lnTo>
                <a:lnTo>
                  <a:pt x="46" y="203"/>
                </a:lnTo>
                <a:lnTo>
                  <a:pt x="46" y="201"/>
                </a:lnTo>
                <a:lnTo>
                  <a:pt x="47" y="201"/>
                </a:lnTo>
                <a:lnTo>
                  <a:pt x="48" y="199"/>
                </a:lnTo>
                <a:lnTo>
                  <a:pt x="49" y="198"/>
                </a:lnTo>
                <a:lnTo>
                  <a:pt x="49" y="197"/>
                </a:lnTo>
                <a:lnTo>
                  <a:pt x="50" y="197"/>
                </a:lnTo>
                <a:lnTo>
                  <a:pt x="51" y="197"/>
                </a:lnTo>
                <a:lnTo>
                  <a:pt x="51" y="198"/>
                </a:lnTo>
                <a:lnTo>
                  <a:pt x="51" y="199"/>
                </a:lnTo>
                <a:lnTo>
                  <a:pt x="53" y="200"/>
                </a:lnTo>
                <a:lnTo>
                  <a:pt x="53" y="201"/>
                </a:lnTo>
                <a:lnTo>
                  <a:pt x="54" y="201"/>
                </a:lnTo>
                <a:lnTo>
                  <a:pt x="54" y="202"/>
                </a:lnTo>
                <a:lnTo>
                  <a:pt x="55" y="202"/>
                </a:lnTo>
                <a:lnTo>
                  <a:pt x="56" y="202"/>
                </a:lnTo>
                <a:lnTo>
                  <a:pt x="57" y="202"/>
                </a:lnTo>
                <a:lnTo>
                  <a:pt x="58" y="202"/>
                </a:lnTo>
                <a:lnTo>
                  <a:pt x="58" y="203"/>
                </a:lnTo>
                <a:lnTo>
                  <a:pt x="59" y="203"/>
                </a:lnTo>
                <a:lnTo>
                  <a:pt x="61" y="203"/>
                </a:lnTo>
                <a:lnTo>
                  <a:pt x="61" y="202"/>
                </a:lnTo>
                <a:lnTo>
                  <a:pt x="62" y="202"/>
                </a:lnTo>
                <a:lnTo>
                  <a:pt x="62" y="201"/>
                </a:lnTo>
                <a:lnTo>
                  <a:pt x="61" y="201"/>
                </a:lnTo>
                <a:lnTo>
                  <a:pt x="61" y="200"/>
                </a:lnTo>
                <a:lnTo>
                  <a:pt x="60" y="199"/>
                </a:lnTo>
                <a:lnTo>
                  <a:pt x="60" y="198"/>
                </a:lnTo>
                <a:lnTo>
                  <a:pt x="60" y="197"/>
                </a:lnTo>
                <a:lnTo>
                  <a:pt x="61" y="197"/>
                </a:lnTo>
                <a:lnTo>
                  <a:pt x="61" y="196"/>
                </a:lnTo>
                <a:lnTo>
                  <a:pt x="61" y="195"/>
                </a:lnTo>
                <a:lnTo>
                  <a:pt x="60" y="195"/>
                </a:lnTo>
                <a:lnTo>
                  <a:pt x="61" y="194"/>
                </a:lnTo>
                <a:lnTo>
                  <a:pt x="62" y="194"/>
                </a:lnTo>
                <a:lnTo>
                  <a:pt x="63" y="194"/>
                </a:lnTo>
                <a:lnTo>
                  <a:pt x="64" y="194"/>
                </a:lnTo>
                <a:lnTo>
                  <a:pt x="65" y="190"/>
                </a:lnTo>
                <a:lnTo>
                  <a:pt x="65" y="189"/>
                </a:lnTo>
                <a:lnTo>
                  <a:pt x="65" y="188"/>
                </a:lnTo>
                <a:lnTo>
                  <a:pt x="66" y="185"/>
                </a:lnTo>
                <a:lnTo>
                  <a:pt x="67" y="184"/>
                </a:lnTo>
                <a:lnTo>
                  <a:pt x="69" y="184"/>
                </a:lnTo>
                <a:lnTo>
                  <a:pt x="69" y="183"/>
                </a:lnTo>
                <a:lnTo>
                  <a:pt x="69" y="182"/>
                </a:lnTo>
                <a:lnTo>
                  <a:pt x="69" y="181"/>
                </a:lnTo>
                <a:lnTo>
                  <a:pt x="71" y="179"/>
                </a:lnTo>
                <a:lnTo>
                  <a:pt x="72" y="179"/>
                </a:lnTo>
                <a:lnTo>
                  <a:pt x="73" y="179"/>
                </a:lnTo>
                <a:lnTo>
                  <a:pt x="76" y="178"/>
                </a:lnTo>
                <a:lnTo>
                  <a:pt x="76" y="177"/>
                </a:lnTo>
                <a:lnTo>
                  <a:pt x="77" y="177"/>
                </a:lnTo>
                <a:lnTo>
                  <a:pt x="76" y="176"/>
                </a:lnTo>
                <a:lnTo>
                  <a:pt x="74" y="173"/>
                </a:lnTo>
                <a:lnTo>
                  <a:pt x="73" y="171"/>
                </a:lnTo>
                <a:lnTo>
                  <a:pt x="72" y="169"/>
                </a:lnTo>
                <a:lnTo>
                  <a:pt x="71" y="169"/>
                </a:lnTo>
                <a:lnTo>
                  <a:pt x="71" y="167"/>
                </a:lnTo>
                <a:lnTo>
                  <a:pt x="69" y="165"/>
                </a:lnTo>
                <a:lnTo>
                  <a:pt x="68" y="163"/>
                </a:lnTo>
                <a:lnTo>
                  <a:pt x="68" y="161"/>
                </a:lnTo>
                <a:lnTo>
                  <a:pt x="68" y="159"/>
                </a:lnTo>
                <a:lnTo>
                  <a:pt x="67" y="158"/>
                </a:lnTo>
                <a:lnTo>
                  <a:pt x="66" y="157"/>
                </a:lnTo>
                <a:lnTo>
                  <a:pt x="64" y="157"/>
                </a:lnTo>
                <a:lnTo>
                  <a:pt x="62" y="157"/>
                </a:lnTo>
                <a:lnTo>
                  <a:pt x="61" y="157"/>
                </a:lnTo>
                <a:lnTo>
                  <a:pt x="59" y="158"/>
                </a:lnTo>
                <a:lnTo>
                  <a:pt x="58" y="157"/>
                </a:lnTo>
                <a:lnTo>
                  <a:pt x="57" y="157"/>
                </a:lnTo>
                <a:lnTo>
                  <a:pt x="58" y="157"/>
                </a:lnTo>
                <a:lnTo>
                  <a:pt x="58" y="156"/>
                </a:lnTo>
                <a:lnTo>
                  <a:pt x="58" y="155"/>
                </a:lnTo>
                <a:lnTo>
                  <a:pt x="58" y="154"/>
                </a:lnTo>
                <a:lnTo>
                  <a:pt x="57" y="154"/>
                </a:lnTo>
                <a:lnTo>
                  <a:pt x="56" y="154"/>
                </a:lnTo>
                <a:lnTo>
                  <a:pt x="56" y="155"/>
                </a:lnTo>
                <a:lnTo>
                  <a:pt x="55" y="154"/>
                </a:lnTo>
                <a:lnTo>
                  <a:pt x="54" y="153"/>
                </a:lnTo>
                <a:lnTo>
                  <a:pt x="53" y="152"/>
                </a:lnTo>
                <a:lnTo>
                  <a:pt x="47" y="145"/>
                </a:lnTo>
                <a:lnTo>
                  <a:pt x="44" y="142"/>
                </a:lnTo>
                <a:lnTo>
                  <a:pt x="43" y="142"/>
                </a:lnTo>
                <a:lnTo>
                  <a:pt x="42" y="142"/>
                </a:lnTo>
                <a:lnTo>
                  <a:pt x="42" y="141"/>
                </a:lnTo>
                <a:lnTo>
                  <a:pt x="43" y="139"/>
                </a:lnTo>
                <a:lnTo>
                  <a:pt x="42" y="138"/>
                </a:lnTo>
                <a:lnTo>
                  <a:pt x="42" y="137"/>
                </a:lnTo>
                <a:lnTo>
                  <a:pt x="42" y="136"/>
                </a:lnTo>
                <a:lnTo>
                  <a:pt x="43" y="132"/>
                </a:lnTo>
                <a:lnTo>
                  <a:pt x="43" y="131"/>
                </a:lnTo>
                <a:lnTo>
                  <a:pt x="42" y="131"/>
                </a:lnTo>
                <a:lnTo>
                  <a:pt x="41" y="130"/>
                </a:lnTo>
                <a:lnTo>
                  <a:pt x="40" y="130"/>
                </a:lnTo>
                <a:lnTo>
                  <a:pt x="37" y="131"/>
                </a:lnTo>
                <a:lnTo>
                  <a:pt x="36" y="131"/>
                </a:lnTo>
                <a:lnTo>
                  <a:pt x="36" y="130"/>
                </a:lnTo>
                <a:lnTo>
                  <a:pt x="36" y="129"/>
                </a:lnTo>
                <a:lnTo>
                  <a:pt x="36" y="128"/>
                </a:lnTo>
                <a:lnTo>
                  <a:pt x="36" y="127"/>
                </a:lnTo>
                <a:lnTo>
                  <a:pt x="37" y="126"/>
                </a:lnTo>
                <a:lnTo>
                  <a:pt x="37" y="125"/>
                </a:lnTo>
                <a:lnTo>
                  <a:pt x="38" y="124"/>
                </a:lnTo>
                <a:lnTo>
                  <a:pt x="37" y="123"/>
                </a:lnTo>
                <a:lnTo>
                  <a:pt x="38" y="122"/>
                </a:lnTo>
                <a:lnTo>
                  <a:pt x="40" y="120"/>
                </a:lnTo>
                <a:lnTo>
                  <a:pt x="41" y="119"/>
                </a:lnTo>
                <a:lnTo>
                  <a:pt x="42" y="118"/>
                </a:lnTo>
                <a:lnTo>
                  <a:pt x="43" y="117"/>
                </a:lnTo>
                <a:lnTo>
                  <a:pt x="44" y="117"/>
                </a:lnTo>
                <a:lnTo>
                  <a:pt x="44" y="118"/>
                </a:lnTo>
                <a:lnTo>
                  <a:pt x="46" y="118"/>
                </a:lnTo>
                <a:lnTo>
                  <a:pt x="47" y="118"/>
                </a:lnTo>
                <a:lnTo>
                  <a:pt x="47" y="117"/>
                </a:lnTo>
                <a:lnTo>
                  <a:pt x="47" y="116"/>
                </a:lnTo>
                <a:lnTo>
                  <a:pt x="47" y="115"/>
                </a:lnTo>
                <a:lnTo>
                  <a:pt x="48" y="112"/>
                </a:lnTo>
                <a:lnTo>
                  <a:pt x="48" y="111"/>
                </a:lnTo>
                <a:lnTo>
                  <a:pt x="49" y="110"/>
                </a:lnTo>
                <a:lnTo>
                  <a:pt x="50" y="110"/>
                </a:lnTo>
                <a:lnTo>
                  <a:pt x="51" y="110"/>
                </a:lnTo>
                <a:lnTo>
                  <a:pt x="52" y="110"/>
                </a:lnTo>
                <a:lnTo>
                  <a:pt x="53" y="110"/>
                </a:lnTo>
                <a:lnTo>
                  <a:pt x="56" y="108"/>
                </a:lnTo>
                <a:lnTo>
                  <a:pt x="57" y="108"/>
                </a:lnTo>
                <a:lnTo>
                  <a:pt x="57" y="107"/>
                </a:lnTo>
                <a:lnTo>
                  <a:pt x="57" y="106"/>
                </a:lnTo>
                <a:lnTo>
                  <a:pt x="59" y="104"/>
                </a:lnTo>
                <a:lnTo>
                  <a:pt x="60" y="104"/>
                </a:lnTo>
                <a:lnTo>
                  <a:pt x="61" y="104"/>
                </a:lnTo>
                <a:lnTo>
                  <a:pt x="63" y="104"/>
                </a:lnTo>
                <a:lnTo>
                  <a:pt x="68" y="105"/>
                </a:lnTo>
                <a:lnTo>
                  <a:pt x="69" y="105"/>
                </a:lnTo>
                <a:lnTo>
                  <a:pt x="69" y="106"/>
                </a:lnTo>
                <a:lnTo>
                  <a:pt x="70" y="106"/>
                </a:lnTo>
                <a:lnTo>
                  <a:pt x="70" y="107"/>
                </a:lnTo>
                <a:lnTo>
                  <a:pt x="70" y="108"/>
                </a:lnTo>
                <a:lnTo>
                  <a:pt x="71" y="110"/>
                </a:lnTo>
                <a:lnTo>
                  <a:pt x="72" y="110"/>
                </a:lnTo>
                <a:lnTo>
                  <a:pt x="73" y="110"/>
                </a:lnTo>
                <a:lnTo>
                  <a:pt x="76" y="108"/>
                </a:lnTo>
                <a:lnTo>
                  <a:pt x="76" y="107"/>
                </a:lnTo>
                <a:lnTo>
                  <a:pt x="76" y="106"/>
                </a:lnTo>
                <a:lnTo>
                  <a:pt x="77" y="105"/>
                </a:lnTo>
                <a:lnTo>
                  <a:pt x="77" y="104"/>
                </a:lnTo>
                <a:lnTo>
                  <a:pt x="78" y="104"/>
                </a:lnTo>
                <a:lnTo>
                  <a:pt x="78" y="105"/>
                </a:lnTo>
                <a:lnTo>
                  <a:pt x="78" y="106"/>
                </a:lnTo>
                <a:lnTo>
                  <a:pt x="79" y="106"/>
                </a:lnTo>
                <a:lnTo>
                  <a:pt x="79" y="105"/>
                </a:lnTo>
                <a:lnTo>
                  <a:pt x="81" y="104"/>
                </a:lnTo>
                <a:lnTo>
                  <a:pt x="83" y="102"/>
                </a:lnTo>
                <a:lnTo>
                  <a:pt x="85" y="101"/>
                </a:lnTo>
                <a:lnTo>
                  <a:pt x="85" y="100"/>
                </a:lnTo>
                <a:lnTo>
                  <a:pt x="87" y="99"/>
                </a:lnTo>
                <a:lnTo>
                  <a:pt x="87" y="98"/>
                </a:lnTo>
                <a:lnTo>
                  <a:pt x="88" y="98"/>
                </a:lnTo>
                <a:lnTo>
                  <a:pt x="89" y="98"/>
                </a:lnTo>
                <a:lnTo>
                  <a:pt x="90" y="98"/>
                </a:lnTo>
                <a:lnTo>
                  <a:pt x="91" y="98"/>
                </a:lnTo>
                <a:lnTo>
                  <a:pt x="92" y="98"/>
                </a:lnTo>
                <a:lnTo>
                  <a:pt x="92" y="97"/>
                </a:lnTo>
                <a:lnTo>
                  <a:pt x="91" y="97"/>
                </a:lnTo>
                <a:lnTo>
                  <a:pt x="91" y="96"/>
                </a:lnTo>
                <a:lnTo>
                  <a:pt x="90" y="96"/>
                </a:lnTo>
                <a:lnTo>
                  <a:pt x="90" y="95"/>
                </a:lnTo>
                <a:lnTo>
                  <a:pt x="90" y="94"/>
                </a:lnTo>
                <a:lnTo>
                  <a:pt x="91" y="93"/>
                </a:lnTo>
                <a:lnTo>
                  <a:pt x="91" y="92"/>
                </a:lnTo>
                <a:lnTo>
                  <a:pt x="92" y="91"/>
                </a:lnTo>
                <a:lnTo>
                  <a:pt x="92" y="90"/>
                </a:lnTo>
                <a:lnTo>
                  <a:pt x="93" y="90"/>
                </a:lnTo>
                <a:lnTo>
                  <a:pt x="94" y="90"/>
                </a:lnTo>
                <a:lnTo>
                  <a:pt x="95" y="90"/>
                </a:lnTo>
                <a:lnTo>
                  <a:pt x="97" y="90"/>
                </a:lnTo>
                <a:lnTo>
                  <a:pt x="98" y="86"/>
                </a:lnTo>
                <a:lnTo>
                  <a:pt x="98" y="84"/>
                </a:lnTo>
                <a:lnTo>
                  <a:pt x="98" y="82"/>
                </a:lnTo>
                <a:lnTo>
                  <a:pt x="98" y="80"/>
                </a:lnTo>
                <a:lnTo>
                  <a:pt x="100" y="77"/>
                </a:lnTo>
                <a:lnTo>
                  <a:pt x="100" y="76"/>
                </a:lnTo>
                <a:lnTo>
                  <a:pt x="102" y="74"/>
                </a:lnTo>
                <a:lnTo>
                  <a:pt x="104" y="72"/>
                </a:lnTo>
                <a:lnTo>
                  <a:pt x="104" y="71"/>
                </a:lnTo>
                <a:lnTo>
                  <a:pt x="104" y="70"/>
                </a:lnTo>
                <a:lnTo>
                  <a:pt x="105" y="68"/>
                </a:lnTo>
                <a:lnTo>
                  <a:pt x="105" y="67"/>
                </a:lnTo>
                <a:lnTo>
                  <a:pt x="105" y="64"/>
                </a:lnTo>
                <a:lnTo>
                  <a:pt x="107" y="62"/>
                </a:lnTo>
                <a:lnTo>
                  <a:pt x="108" y="62"/>
                </a:lnTo>
                <a:lnTo>
                  <a:pt x="109" y="63"/>
                </a:lnTo>
                <a:lnTo>
                  <a:pt x="110" y="65"/>
                </a:lnTo>
                <a:lnTo>
                  <a:pt x="111" y="65"/>
                </a:lnTo>
                <a:lnTo>
                  <a:pt x="111" y="66"/>
                </a:lnTo>
                <a:lnTo>
                  <a:pt x="112" y="67"/>
                </a:lnTo>
                <a:lnTo>
                  <a:pt x="113" y="67"/>
                </a:lnTo>
                <a:lnTo>
                  <a:pt x="114" y="67"/>
                </a:lnTo>
                <a:lnTo>
                  <a:pt x="115" y="68"/>
                </a:lnTo>
                <a:lnTo>
                  <a:pt x="117" y="69"/>
                </a:lnTo>
                <a:lnTo>
                  <a:pt x="117" y="68"/>
                </a:lnTo>
                <a:lnTo>
                  <a:pt x="117" y="67"/>
                </a:lnTo>
                <a:lnTo>
                  <a:pt x="117" y="65"/>
                </a:lnTo>
                <a:lnTo>
                  <a:pt x="118" y="65"/>
                </a:lnTo>
                <a:lnTo>
                  <a:pt x="119" y="64"/>
                </a:lnTo>
                <a:lnTo>
                  <a:pt x="121" y="64"/>
                </a:lnTo>
                <a:lnTo>
                  <a:pt x="122" y="64"/>
                </a:lnTo>
                <a:lnTo>
                  <a:pt x="123" y="64"/>
                </a:lnTo>
                <a:lnTo>
                  <a:pt x="124" y="64"/>
                </a:lnTo>
                <a:lnTo>
                  <a:pt x="127" y="64"/>
                </a:lnTo>
                <a:lnTo>
                  <a:pt x="128" y="64"/>
                </a:lnTo>
                <a:lnTo>
                  <a:pt x="128" y="63"/>
                </a:lnTo>
                <a:lnTo>
                  <a:pt x="129" y="63"/>
                </a:lnTo>
                <a:lnTo>
                  <a:pt x="131" y="62"/>
                </a:lnTo>
                <a:lnTo>
                  <a:pt x="132" y="62"/>
                </a:lnTo>
                <a:lnTo>
                  <a:pt x="133" y="62"/>
                </a:lnTo>
                <a:lnTo>
                  <a:pt x="133" y="63"/>
                </a:lnTo>
                <a:lnTo>
                  <a:pt x="133" y="64"/>
                </a:lnTo>
                <a:lnTo>
                  <a:pt x="134" y="64"/>
                </a:lnTo>
                <a:lnTo>
                  <a:pt x="136" y="64"/>
                </a:lnTo>
                <a:lnTo>
                  <a:pt x="137" y="64"/>
                </a:lnTo>
                <a:lnTo>
                  <a:pt x="138" y="63"/>
                </a:lnTo>
                <a:lnTo>
                  <a:pt x="139" y="64"/>
                </a:lnTo>
                <a:lnTo>
                  <a:pt x="140" y="62"/>
                </a:lnTo>
                <a:lnTo>
                  <a:pt x="140" y="61"/>
                </a:lnTo>
                <a:lnTo>
                  <a:pt x="139" y="60"/>
                </a:lnTo>
                <a:lnTo>
                  <a:pt x="139" y="59"/>
                </a:lnTo>
                <a:lnTo>
                  <a:pt x="139" y="58"/>
                </a:lnTo>
                <a:lnTo>
                  <a:pt x="139" y="57"/>
                </a:lnTo>
                <a:lnTo>
                  <a:pt x="138" y="57"/>
                </a:lnTo>
                <a:lnTo>
                  <a:pt x="137" y="56"/>
                </a:lnTo>
                <a:lnTo>
                  <a:pt x="136" y="56"/>
                </a:lnTo>
                <a:lnTo>
                  <a:pt x="136" y="55"/>
                </a:lnTo>
                <a:lnTo>
                  <a:pt x="136" y="54"/>
                </a:lnTo>
                <a:lnTo>
                  <a:pt x="135" y="53"/>
                </a:lnTo>
                <a:lnTo>
                  <a:pt x="134" y="53"/>
                </a:lnTo>
                <a:lnTo>
                  <a:pt x="133" y="53"/>
                </a:lnTo>
                <a:lnTo>
                  <a:pt x="130" y="51"/>
                </a:lnTo>
                <a:lnTo>
                  <a:pt x="130" y="50"/>
                </a:lnTo>
                <a:lnTo>
                  <a:pt x="130" y="49"/>
                </a:lnTo>
                <a:lnTo>
                  <a:pt x="129" y="47"/>
                </a:lnTo>
                <a:lnTo>
                  <a:pt x="127" y="46"/>
                </a:lnTo>
                <a:lnTo>
                  <a:pt x="126" y="45"/>
                </a:lnTo>
                <a:lnTo>
                  <a:pt x="125" y="45"/>
                </a:lnTo>
                <a:lnTo>
                  <a:pt x="123" y="43"/>
                </a:lnTo>
                <a:lnTo>
                  <a:pt x="123" y="42"/>
                </a:lnTo>
                <a:lnTo>
                  <a:pt x="122" y="42"/>
                </a:lnTo>
                <a:lnTo>
                  <a:pt x="122" y="41"/>
                </a:lnTo>
                <a:lnTo>
                  <a:pt x="121" y="41"/>
                </a:lnTo>
                <a:lnTo>
                  <a:pt x="121" y="40"/>
                </a:lnTo>
                <a:lnTo>
                  <a:pt x="120" y="40"/>
                </a:lnTo>
                <a:lnTo>
                  <a:pt x="119" y="39"/>
                </a:lnTo>
                <a:lnTo>
                  <a:pt x="117" y="37"/>
                </a:lnTo>
                <a:lnTo>
                  <a:pt x="117" y="34"/>
                </a:lnTo>
                <a:lnTo>
                  <a:pt x="118" y="32"/>
                </a:lnTo>
                <a:lnTo>
                  <a:pt x="118" y="31"/>
                </a:lnTo>
                <a:lnTo>
                  <a:pt x="119" y="31"/>
                </a:lnTo>
                <a:lnTo>
                  <a:pt x="119" y="30"/>
                </a:lnTo>
                <a:lnTo>
                  <a:pt x="120" y="30"/>
                </a:lnTo>
                <a:lnTo>
                  <a:pt x="121" y="29"/>
                </a:lnTo>
                <a:lnTo>
                  <a:pt x="122" y="29"/>
                </a:lnTo>
                <a:lnTo>
                  <a:pt x="123" y="29"/>
                </a:lnTo>
                <a:lnTo>
                  <a:pt x="123" y="30"/>
                </a:lnTo>
                <a:lnTo>
                  <a:pt x="125" y="32"/>
                </a:lnTo>
                <a:lnTo>
                  <a:pt x="126" y="34"/>
                </a:lnTo>
                <a:lnTo>
                  <a:pt x="127" y="36"/>
                </a:lnTo>
                <a:lnTo>
                  <a:pt x="130" y="37"/>
                </a:lnTo>
                <a:lnTo>
                  <a:pt x="130" y="36"/>
                </a:lnTo>
                <a:lnTo>
                  <a:pt x="132" y="36"/>
                </a:lnTo>
                <a:lnTo>
                  <a:pt x="133" y="36"/>
                </a:lnTo>
                <a:lnTo>
                  <a:pt x="133" y="37"/>
                </a:lnTo>
                <a:lnTo>
                  <a:pt x="135" y="36"/>
                </a:lnTo>
                <a:lnTo>
                  <a:pt x="137" y="36"/>
                </a:lnTo>
                <a:lnTo>
                  <a:pt x="137" y="37"/>
                </a:lnTo>
                <a:lnTo>
                  <a:pt x="138" y="37"/>
                </a:lnTo>
                <a:lnTo>
                  <a:pt x="139" y="37"/>
                </a:lnTo>
                <a:lnTo>
                  <a:pt x="139" y="36"/>
                </a:lnTo>
                <a:lnTo>
                  <a:pt x="139" y="35"/>
                </a:lnTo>
                <a:lnTo>
                  <a:pt x="138" y="32"/>
                </a:lnTo>
                <a:lnTo>
                  <a:pt x="137" y="31"/>
                </a:lnTo>
                <a:lnTo>
                  <a:pt x="136" y="29"/>
                </a:lnTo>
                <a:lnTo>
                  <a:pt x="134" y="26"/>
                </a:lnTo>
                <a:lnTo>
                  <a:pt x="134" y="24"/>
                </a:lnTo>
                <a:lnTo>
                  <a:pt x="134" y="22"/>
                </a:lnTo>
                <a:lnTo>
                  <a:pt x="134" y="21"/>
                </a:lnTo>
                <a:lnTo>
                  <a:pt x="134" y="20"/>
                </a:lnTo>
                <a:lnTo>
                  <a:pt x="135" y="19"/>
                </a:lnTo>
                <a:lnTo>
                  <a:pt x="136" y="19"/>
                </a:lnTo>
                <a:lnTo>
                  <a:pt x="138" y="19"/>
                </a:lnTo>
                <a:lnTo>
                  <a:pt x="139" y="19"/>
                </a:lnTo>
                <a:lnTo>
                  <a:pt x="141" y="19"/>
                </a:lnTo>
                <a:lnTo>
                  <a:pt x="142" y="20"/>
                </a:lnTo>
                <a:lnTo>
                  <a:pt x="143" y="20"/>
                </a:lnTo>
                <a:lnTo>
                  <a:pt x="143" y="19"/>
                </a:lnTo>
                <a:lnTo>
                  <a:pt x="145" y="18"/>
                </a:lnTo>
                <a:lnTo>
                  <a:pt x="146" y="17"/>
                </a:lnTo>
                <a:lnTo>
                  <a:pt x="148" y="16"/>
                </a:lnTo>
                <a:lnTo>
                  <a:pt x="149" y="16"/>
                </a:lnTo>
                <a:lnTo>
                  <a:pt x="149" y="15"/>
                </a:lnTo>
                <a:lnTo>
                  <a:pt x="150" y="15"/>
                </a:lnTo>
                <a:lnTo>
                  <a:pt x="151" y="15"/>
                </a:lnTo>
                <a:lnTo>
                  <a:pt x="153" y="16"/>
                </a:lnTo>
                <a:lnTo>
                  <a:pt x="153" y="17"/>
                </a:lnTo>
                <a:lnTo>
                  <a:pt x="154" y="18"/>
                </a:lnTo>
                <a:lnTo>
                  <a:pt x="156" y="18"/>
                </a:lnTo>
                <a:lnTo>
                  <a:pt x="158" y="16"/>
                </a:lnTo>
                <a:lnTo>
                  <a:pt x="158" y="15"/>
                </a:lnTo>
                <a:lnTo>
                  <a:pt x="158" y="13"/>
                </a:lnTo>
                <a:lnTo>
                  <a:pt x="158" y="11"/>
                </a:lnTo>
                <a:lnTo>
                  <a:pt x="158" y="9"/>
                </a:lnTo>
                <a:lnTo>
                  <a:pt x="158" y="8"/>
                </a:lnTo>
                <a:lnTo>
                  <a:pt x="158" y="7"/>
                </a:lnTo>
                <a:lnTo>
                  <a:pt x="158" y="6"/>
                </a:lnTo>
                <a:lnTo>
                  <a:pt x="157" y="6"/>
                </a:lnTo>
                <a:lnTo>
                  <a:pt x="157" y="5"/>
                </a:lnTo>
                <a:lnTo>
                  <a:pt x="156" y="4"/>
                </a:lnTo>
                <a:lnTo>
                  <a:pt x="157" y="2"/>
                </a:lnTo>
                <a:lnTo>
                  <a:pt x="159" y="0"/>
                </a:lnTo>
                <a:lnTo>
                  <a:pt x="161" y="0"/>
                </a:lnTo>
                <a:lnTo>
                  <a:pt x="162" y="0"/>
                </a:lnTo>
                <a:lnTo>
                  <a:pt x="163" y="1"/>
                </a:lnTo>
                <a:lnTo>
                  <a:pt x="163" y="2"/>
                </a:lnTo>
                <a:lnTo>
                  <a:pt x="164" y="2"/>
                </a:lnTo>
                <a:lnTo>
                  <a:pt x="166" y="3"/>
                </a:lnTo>
                <a:lnTo>
                  <a:pt x="167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" name=""/>
          <p:cNvSpPr/>
          <p:nvPr/>
        </p:nvSpPr>
        <p:spPr>
          <a:xfrm>
            <a:off x="4919400" y="1264680"/>
            <a:ext cx="74520" cy="127440"/>
          </a:xfrm>
          <a:custGeom>
            <a:avLst/>
            <a:gdLst/>
            <a:ahLst/>
            <a:rect l="0" t="0" r="r" b="b"/>
            <a:pathLst>
              <a:path w="207" h="354">
                <a:moveTo>
                  <a:pt x="84" y="0"/>
                </a:moveTo>
                <a:lnTo>
                  <a:pt x="86" y="1"/>
                </a:lnTo>
                <a:lnTo>
                  <a:pt x="88" y="2"/>
                </a:lnTo>
                <a:lnTo>
                  <a:pt x="89" y="2"/>
                </a:lnTo>
                <a:lnTo>
                  <a:pt x="90" y="2"/>
                </a:lnTo>
                <a:lnTo>
                  <a:pt x="90" y="3"/>
                </a:lnTo>
                <a:lnTo>
                  <a:pt x="91" y="3"/>
                </a:lnTo>
                <a:lnTo>
                  <a:pt x="93" y="4"/>
                </a:lnTo>
                <a:lnTo>
                  <a:pt x="94" y="4"/>
                </a:lnTo>
                <a:lnTo>
                  <a:pt x="97" y="3"/>
                </a:lnTo>
                <a:lnTo>
                  <a:pt x="98" y="3"/>
                </a:lnTo>
                <a:lnTo>
                  <a:pt x="99" y="2"/>
                </a:lnTo>
                <a:lnTo>
                  <a:pt x="100" y="2"/>
                </a:lnTo>
                <a:lnTo>
                  <a:pt x="100" y="3"/>
                </a:lnTo>
                <a:lnTo>
                  <a:pt x="102" y="3"/>
                </a:lnTo>
                <a:lnTo>
                  <a:pt x="103" y="3"/>
                </a:lnTo>
                <a:lnTo>
                  <a:pt x="103" y="4"/>
                </a:lnTo>
                <a:lnTo>
                  <a:pt x="104" y="5"/>
                </a:lnTo>
                <a:lnTo>
                  <a:pt x="103" y="6"/>
                </a:lnTo>
                <a:lnTo>
                  <a:pt x="103" y="8"/>
                </a:lnTo>
                <a:lnTo>
                  <a:pt x="104" y="10"/>
                </a:lnTo>
                <a:lnTo>
                  <a:pt x="105" y="10"/>
                </a:lnTo>
                <a:lnTo>
                  <a:pt x="105" y="11"/>
                </a:lnTo>
                <a:lnTo>
                  <a:pt x="105" y="12"/>
                </a:lnTo>
                <a:lnTo>
                  <a:pt x="105" y="13"/>
                </a:lnTo>
                <a:lnTo>
                  <a:pt x="107" y="14"/>
                </a:lnTo>
                <a:lnTo>
                  <a:pt x="108" y="15"/>
                </a:lnTo>
                <a:lnTo>
                  <a:pt x="108" y="14"/>
                </a:lnTo>
                <a:lnTo>
                  <a:pt x="109" y="14"/>
                </a:lnTo>
                <a:lnTo>
                  <a:pt x="110" y="14"/>
                </a:lnTo>
                <a:lnTo>
                  <a:pt x="110" y="15"/>
                </a:lnTo>
                <a:lnTo>
                  <a:pt x="111" y="16"/>
                </a:lnTo>
                <a:lnTo>
                  <a:pt x="112" y="16"/>
                </a:lnTo>
                <a:lnTo>
                  <a:pt x="113" y="17"/>
                </a:lnTo>
                <a:lnTo>
                  <a:pt x="114" y="18"/>
                </a:lnTo>
                <a:lnTo>
                  <a:pt x="116" y="20"/>
                </a:lnTo>
                <a:lnTo>
                  <a:pt x="116" y="21"/>
                </a:lnTo>
                <a:lnTo>
                  <a:pt x="117" y="21"/>
                </a:lnTo>
                <a:lnTo>
                  <a:pt x="118" y="22"/>
                </a:lnTo>
                <a:lnTo>
                  <a:pt x="119" y="25"/>
                </a:lnTo>
                <a:lnTo>
                  <a:pt x="119" y="26"/>
                </a:lnTo>
                <a:lnTo>
                  <a:pt x="118" y="27"/>
                </a:lnTo>
                <a:lnTo>
                  <a:pt x="118" y="28"/>
                </a:lnTo>
                <a:lnTo>
                  <a:pt x="119" y="29"/>
                </a:lnTo>
                <a:lnTo>
                  <a:pt x="120" y="29"/>
                </a:lnTo>
                <a:lnTo>
                  <a:pt x="120" y="28"/>
                </a:lnTo>
                <a:lnTo>
                  <a:pt x="121" y="27"/>
                </a:lnTo>
                <a:lnTo>
                  <a:pt x="123" y="29"/>
                </a:lnTo>
                <a:lnTo>
                  <a:pt x="123" y="30"/>
                </a:lnTo>
                <a:lnTo>
                  <a:pt x="123" y="31"/>
                </a:lnTo>
                <a:lnTo>
                  <a:pt x="125" y="30"/>
                </a:lnTo>
                <a:lnTo>
                  <a:pt x="125" y="29"/>
                </a:lnTo>
                <a:lnTo>
                  <a:pt x="125" y="28"/>
                </a:lnTo>
                <a:lnTo>
                  <a:pt x="126" y="28"/>
                </a:lnTo>
                <a:lnTo>
                  <a:pt x="128" y="28"/>
                </a:lnTo>
                <a:lnTo>
                  <a:pt x="128" y="29"/>
                </a:lnTo>
                <a:lnTo>
                  <a:pt x="129" y="30"/>
                </a:lnTo>
                <a:lnTo>
                  <a:pt x="130" y="30"/>
                </a:lnTo>
                <a:lnTo>
                  <a:pt x="132" y="31"/>
                </a:lnTo>
                <a:lnTo>
                  <a:pt x="133" y="30"/>
                </a:lnTo>
                <a:lnTo>
                  <a:pt x="134" y="30"/>
                </a:lnTo>
                <a:lnTo>
                  <a:pt x="134" y="29"/>
                </a:lnTo>
                <a:lnTo>
                  <a:pt x="135" y="29"/>
                </a:lnTo>
                <a:lnTo>
                  <a:pt x="136" y="30"/>
                </a:lnTo>
                <a:lnTo>
                  <a:pt x="136" y="31"/>
                </a:lnTo>
                <a:lnTo>
                  <a:pt x="135" y="31"/>
                </a:lnTo>
                <a:lnTo>
                  <a:pt x="135" y="32"/>
                </a:lnTo>
                <a:lnTo>
                  <a:pt x="136" y="32"/>
                </a:lnTo>
                <a:lnTo>
                  <a:pt x="137" y="32"/>
                </a:lnTo>
                <a:lnTo>
                  <a:pt x="138" y="32"/>
                </a:lnTo>
                <a:lnTo>
                  <a:pt x="139" y="33"/>
                </a:lnTo>
                <a:lnTo>
                  <a:pt x="139" y="35"/>
                </a:lnTo>
                <a:lnTo>
                  <a:pt x="138" y="36"/>
                </a:lnTo>
                <a:lnTo>
                  <a:pt x="137" y="37"/>
                </a:lnTo>
                <a:lnTo>
                  <a:pt x="136" y="37"/>
                </a:lnTo>
                <a:lnTo>
                  <a:pt x="136" y="36"/>
                </a:lnTo>
                <a:lnTo>
                  <a:pt x="135" y="36"/>
                </a:lnTo>
                <a:lnTo>
                  <a:pt x="135" y="37"/>
                </a:lnTo>
                <a:lnTo>
                  <a:pt x="135" y="38"/>
                </a:lnTo>
                <a:lnTo>
                  <a:pt x="135" y="39"/>
                </a:lnTo>
                <a:lnTo>
                  <a:pt x="135" y="40"/>
                </a:lnTo>
                <a:lnTo>
                  <a:pt x="135" y="43"/>
                </a:lnTo>
                <a:lnTo>
                  <a:pt x="136" y="43"/>
                </a:lnTo>
                <a:lnTo>
                  <a:pt x="137" y="43"/>
                </a:lnTo>
                <a:lnTo>
                  <a:pt x="137" y="44"/>
                </a:lnTo>
                <a:lnTo>
                  <a:pt x="138" y="43"/>
                </a:lnTo>
                <a:lnTo>
                  <a:pt x="137" y="43"/>
                </a:lnTo>
                <a:lnTo>
                  <a:pt x="137" y="42"/>
                </a:lnTo>
                <a:lnTo>
                  <a:pt x="138" y="42"/>
                </a:lnTo>
                <a:lnTo>
                  <a:pt x="139" y="41"/>
                </a:lnTo>
                <a:lnTo>
                  <a:pt x="140" y="41"/>
                </a:lnTo>
                <a:lnTo>
                  <a:pt x="141" y="41"/>
                </a:lnTo>
                <a:lnTo>
                  <a:pt x="141" y="42"/>
                </a:lnTo>
                <a:lnTo>
                  <a:pt x="142" y="42"/>
                </a:lnTo>
                <a:lnTo>
                  <a:pt x="143" y="42"/>
                </a:lnTo>
                <a:lnTo>
                  <a:pt x="143" y="43"/>
                </a:lnTo>
                <a:lnTo>
                  <a:pt x="143" y="44"/>
                </a:lnTo>
                <a:lnTo>
                  <a:pt x="143" y="45"/>
                </a:lnTo>
                <a:lnTo>
                  <a:pt x="144" y="45"/>
                </a:lnTo>
                <a:lnTo>
                  <a:pt x="144" y="46"/>
                </a:lnTo>
                <a:lnTo>
                  <a:pt x="143" y="47"/>
                </a:lnTo>
                <a:lnTo>
                  <a:pt x="143" y="49"/>
                </a:lnTo>
                <a:lnTo>
                  <a:pt x="143" y="50"/>
                </a:lnTo>
                <a:lnTo>
                  <a:pt x="143" y="51"/>
                </a:lnTo>
                <a:lnTo>
                  <a:pt x="143" y="52"/>
                </a:lnTo>
                <a:lnTo>
                  <a:pt x="142" y="52"/>
                </a:lnTo>
                <a:lnTo>
                  <a:pt x="139" y="51"/>
                </a:lnTo>
                <a:lnTo>
                  <a:pt x="139" y="52"/>
                </a:lnTo>
                <a:lnTo>
                  <a:pt x="139" y="53"/>
                </a:lnTo>
                <a:lnTo>
                  <a:pt x="138" y="53"/>
                </a:lnTo>
                <a:lnTo>
                  <a:pt x="137" y="52"/>
                </a:lnTo>
                <a:lnTo>
                  <a:pt x="136" y="52"/>
                </a:lnTo>
                <a:lnTo>
                  <a:pt x="135" y="52"/>
                </a:lnTo>
                <a:lnTo>
                  <a:pt x="134" y="52"/>
                </a:lnTo>
                <a:lnTo>
                  <a:pt x="133" y="51"/>
                </a:lnTo>
                <a:lnTo>
                  <a:pt x="131" y="50"/>
                </a:lnTo>
                <a:lnTo>
                  <a:pt x="130" y="50"/>
                </a:lnTo>
                <a:lnTo>
                  <a:pt x="129" y="50"/>
                </a:lnTo>
                <a:lnTo>
                  <a:pt x="128" y="51"/>
                </a:lnTo>
                <a:lnTo>
                  <a:pt x="127" y="52"/>
                </a:lnTo>
                <a:lnTo>
                  <a:pt x="126" y="54"/>
                </a:lnTo>
                <a:lnTo>
                  <a:pt x="125" y="55"/>
                </a:lnTo>
                <a:lnTo>
                  <a:pt x="124" y="55"/>
                </a:lnTo>
                <a:lnTo>
                  <a:pt x="123" y="54"/>
                </a:lnTo>
                <a:lnTo>
                  <a:pt x="122" y="54"/>
                </a:lnTo>
                <a:lnTo>
                  <a:pt x="121" y="54"/>
                </a:lnTo>
                <a:lnTo>
                  <a:pt x="120" y="54"/>
                </a:lnTo>
                <a:lnTo>
                  <a:pt x="120" y="55"/>
                </a:lnTo>
                <a:lnTo>
                  <a:pt x="119" y="55"/>
                </a:lnTo>
                <a:lnTo>
                  <a:pt x="118" y="55"/>
                </a:lnTo>
                <a:lnTo>
                  <a:pt x="117" y="55"/>
                </a:lnTo>
                <a:lnTo>
                  <a:pt x="116" y="54"/>
                </a:lnTo>
                <a:lnTo>
                  <a:pt x="116" y="53"/>
                </a:lnTo>
                <a:lnTo>
                  <a:pt x="115" y="52"/>
                </a:lnTo>
                <a:lnTo>
                  <a:pt x="114" y="50"/>
                </a:lnTo>
                <a:lnTo>
                  <a:pt x="113" y="50"/>
                </a:lnTo>
                <a:lnTo>
                  <a:pt x="112" y="50"/>
                </a:lnTo>
                <a:lnTo>
                  <a:pt x="112" y="51"/>
                </a:lnTo>
                <a:lnTo>
                  <a:pt x="111" y="51"/>
                </a:lnTo>
                <a:lnTo>
                  <a:pt x="110" y="51"/>
                </a:lnTo>
                <a:lnTo>
                  <a:pt x="110" y="50"/>
                </a:lnTo>
                <a:lnTo>
                  <a:pt x="109" y="51"/>
                </a:lnTo>
                <a:lnTo>
                  <a:pt x="109" y="52"/>
                </a:lnTo>
                <a:lnTo>
                  <a:pt x="108" y="52"/>
                </a:lnTo>
                <a:lnTo>
                  <a:pt x="108" y="51"/>
                </a:lnTo>
                <a:lnTo>
                  <a:pt x="106" y="50"/>
                </a:lnTo>
                <a:lnTo>
                  <a:pt x="105" y="50"/>
                </a:lnTo>
                <a:lnTo>
                  <a:pt x="105" y="51"/>
                </a:lnTo>
                <a:lnTo>
                  <a:pt x="104" y="51"/>
                </a:lnTo>
                <a:lnTo>
                  <a:pt x="104" y="52"/>
                </a:lnTo>
                <a:lnTo>
                  <a:pt x="105" y="53"/>
                </a:lnTo>
                <a:lnTo>
                  <a:pt x="106" y="54"/>
                </a:lnTo>
                <a:lnTo>
                  <a:pt x="106" y="55"/>
                </a:lnTo>
                <a:lnTo>
                  <a:pt x="105" y="56"/>
                </a:lnTo>
                <a:lnTo>
                  <a:pt x="105" y="58"/>
                </a:lnTo>
                <a:lnTo>
                  <a:pt x="105" y="59"/>
                </a:lnTo>
                <a:lnTo>
                  <a:pt x="105" y="60"/>
                </a:lnTo>
                <a:lnTo>
                  <a:pt x="104" y="61"/>
                </a:lnTo>
                <a:lnTo>
                  <a:pt x="104" y="60"/>
                </a:lnTo>
                <a:lnTo>
                  <a:pt x="104" y="61"/>
                </a:lnTo>
                <a:lnTo>
                  <a:pt x="103" y="62"/>
                </a:lnTo>
                <a:lnTo>
                  <a:pt x="103" y="61"/>
                </a:lnTo>
                <a:lnTo>
                  <a:pt x="103" y="62"/>
                </a:lnTo>
                <a:lnTo>
                  <a:pt x="102" y="62"/>
                </a:lnTo>
                <a:lnTo>
                  <a:pt x="102" y="63"/>
                </a:lnTo>
                <a:lnTo>
                  <a:pt x="102" y="64"/>
                </a:lnTo>
                <a:lnTo>
                  <a:pt x="102" y="65"/>
                </a:lnTo>
                <a:lnTo>
                  <a:pt x="103" y="65"/>
                </a:lnTo>
                <a:lnTo>
                  <a:pt x="104" y="65"/>
                </a:lnTo>
                <a:lnTo>
                  <a:pt x="104" y="67"/>
                </a:lnTo>
                <a:lnTo>
                  <a:pt x="103" y="67"/>
                </a:lnTo>
                <a:lnTo>
                  <a:pt x="102" y="67"/>
                </a:lnTo>
                <a:lnTo>
                  <a:pt x="101" y="68"/>
                </a:lnTo>
                <a:lnTo>
                  <a:pt x="102" y="68"/>
                </a:lnTo>
                <a:lnTo>
                  <a:pt x="103" y="68"/>
                </a:lnTo>
                <a:lnTo>
                  <a:pt x="103" y="69"/>
                </a:lnTo>
                <a:lnTo>
                  <a:pt x="103" y="70"/>
                </a:lnTo>
                <a:lnTo>
                  <a:pt x="102" y="70"/>
                </a:lnTo>
                <a:lnTo>
                  <a:pt x="102" y="71"/>
                </a:lnTo>
                <a:lnTo>
                  <a:pt x="103" y="73"/>
                </a:lnTo>
                <a:lnTo>
                  <a:pt x="104" y="73"/>
                </a:lnTo>
                <a:lnTo>
                  <a:pt x="104" y="72"/>
                </a:lnTo>
                <a:lnTo>
                  <a:pt x="104" y="73"/>
                </a:lnTo>
                <a:lnTo>
                  <a:pt x="105" y="77"/>
                </a:lnTo>
                <a:lnTo>
                  <a:pt x="105" y="78"/>
                </a:lnTo>
                <a:lnTo>
                  <a:pt x="108" y="81"/>
                </a:lnTo>
                <a:lnTo>
                  <a:pt x="109" y="82"/>
                </a:lnTo>
                <a:lnTo>
                  <a:pt x="109" y="84"/>
                </a:lnTo>
                <a:lnTo>
                  <a:pt x="110" y="86"/>
                </a:lnTo>
                <a:lnTo>
                  <a:pt x="111" y="86"/>
                </a:lnTo>
                <a:lnTo>
                  <a:pt x="112" y="89"/>
                </a:lnTo>
                <a:lnTo>
                  <a:pt x="113" y="90"/>
                </a:lnTo>
                <a:lnTo>
                  <a:pt x="113" y="92"/>
                </a:lnTo>
                <a:lnTo>
                  <a:pt x="112" y="92"/>
                </a:lnTo>
                <a:lnTo>
                  <a:pt x="112" y="93"/>
                </a:lnTo>
                <a:lnTo>
                  <a:pt x="112" y="94"/>
                </a:lnTo>
                <a:lnTo>
                  <a:pt x="112" y="95"/>
                </a:lnTo>
                <a:lnTo>
                  <a:pt x="111" y="96"/>
                </a:lnTo>
                <a:lnTo>
                  <a:pt x="112" y="97"/>
                </a:lnTo>
                <a:lnTo>
                  <a:pt x="113" y="97"/>
                </a:lnTo>
                <a:lnTo>
                  <a:pt x="113" y="98"/>
                </a:lnTo>
                <a:lnTo>
                  <a:pt x="112" y="99"/>
                </a:lnTo>
                <a:lnTo>
                  <a:pt x="111" y="99"/>
                </a:lnTo>
                <a:lnTo>
                  <a:pt x="111" y="100"/>
                </a:lnTo>
                <a:lnTo>
                  <a:pt x="111" y="99"/>
                </a:lnTo>
                <a:lnTo>
                  <a:pt x="112" y="100"/>
                </a:lnTo>
                <a:lnTo>
                  <a:pt x="113" y="100"/>
                </a:lnTo>
                <a:lnTo>
                  <a:pt x="113" y="99"/>
                </a:lnTo>
                <a:lnTo>
                  <a:pt x="114" y="100"/>
                </a:lnTo>
                <a:lnTo>
                  <a:pt x="115" y="100"/>
                </a:lnTo>
                <a:lnTo>
                  <a:pt x="116" y="100"/>
                </a:lnTo>
                <a:lnTo>
                  <a:pt x="116" y="101"/>
                </a:lnTo>
                <a:lnTo>
                  <a:pt x="117" y="101"/>
                </a:lnTo>
                <a:lnTo>
                  <a:pt x="118" y="101"/>
                </a:lnTo>
                <a:lnTo>
                  <a:pt x="119" y="101"/>
                </a:lnTo>
                <a:lnTo>
                  <a:pt x="120" y="101"/>
                </a:lnTo>
                <a:lnTo>
                  <a:pt x="120" y="102"/>
                </a:lnTo>
                <a:lnTo>
                  <a:pt x="119" y="102"/>
                </a:lnTo>
                <a:lnTo>
                  <a:pt x="119" y="103"/>
                </a:lnTo>
                <a:lnTo>
                  <a:pt x="120" y="103"/>
                </a:lnTo>
                <a:lnTo>
                  <a:pt x="120" y="104"/>
                </a:lnTo>
                <a:lnTo>
                  <a:pt x="119" y="104"/>
                </a:lnTo>
                <a:lnTo>
                  <a:pt x="119" y="103"/>
                </a:lnTo>
                <a:lnTo>
                  <a:pt x="119" y="104"/>
                </a:lnTo>
                <a:lnTo>
                  <a:pt x="119" y="105"/>
                </a:lnTo>
                <a:lnTo>
                  <a:pt x="118" y="105"/>
                </a:lnTo>
                <a:lnTo>
                  <a:pt x="117" y="106"/>
                </a:lnTo>
                <a:lnTo>
                  <a:pt x="118" y="107"/>
                </a:lnTo>
                <a:lnTo>
                  <a:pt x="119" y="107"/>
                </a:lnTo>
                <a:lnTo>
                  <a:pt x="120" y="108"/>
                </a:lnTo>
                <a:lnTo>
                  <a:pt x="120" y="109"/>
                </a:lnTo>
                <a:lnTo>
                  <a:pt x="122" y="110"/>
                </a:lnTo>
                <a:lnTo>
                  <a:pt x="123" y="109"/>
                </a:lnTo>
                <a:lnTo>
                  <a:pt x="124" y="109"/>
                </a:lnTo>
                <a:lnTo>
                  <a:pt x="126" y="110"/>
                </a:lnTo>
                <a:lnTo>
                  <a:pt x="127" y="110"/>
                </a:lnTo>
                <a:lnTo>
                  <a:pt x="127" y="111"/>
                </a:lnTo>
                <a:lnTo>
                  <a:pt x="128" y="110"/>
                </a:lnTo>
                <a:lnTo>
                  <a:pt x="129" y="110"/>
                </a:lnTo>
                <a:lnTo>
                  <a:pt x="129" y="111"/>
                </a:lnTo>
                <a:lnTo>
                  <a:pt x="129" y="112"/>
                </a:lnTo>
                <a:lnTo>
                  <a:pt x="129" y="113"/>
                </a:lnTo>
                <a:lnTo>
                  <a:pt x="130" y="113"/>
                </a:lnTo>
                <a:lnTo>
                  <a:pt x="130" y="114"/>
                </a:lnTo>
                <a:lnTo>
                  <a:pt x="131" y="115"/>
                </a:lnTo>
                <a:lnTo>
                  <a:pt x="132" y="115"/>
                </a:lnTo>
                <a:lnTo>
                  <a:pt x="131" y="115"/>
                </a:lnTo>
                <a:lnTo>
                  <a:pt x="131" y="116"/>
                </a:lnTo>
                <a:lnTo>
                  <a:pt x="132" y="116"/>
                </a:lnTo>
                <a:lnTo>
                  <a:pt x="132" y="117"/>
                </a:lnTo>
                <a:lnTo>
                  <a:pt x="133" y="117"/>
                </a:lnTo>
                <a:lnTo>
                  <a:pt x="133" y="116"/>
                </a:lnTo>
                <a:lnTo>
                  <a:pt x="133" y="117"/>
                </a:lnTo>
                <a:lnTo>
                  <a:pt x="133" y="118"/>
                </a:lnTo>
                <a:lnTo>
                  <a:pt x="133" y="119"/>
                </a:lnTo>
                <a:lnTo>
                  <a:pt x="133" y="120"/>
                </a:lnTo>
                <a:lnTo>
                  <a:pt x="133" y="121"/>
                </a:lnTo>
                <a:lnTo>
                  <a:pt x="133" y="122"/>
                </a:lnTo>
                <a:lnTo>
                  <a:pt x="133" y="123"/>
                </a:lnTo>
                <a:lnTo>
                  <a:pt x="132" y="123"/>
                </a:lnTo>
                <a:lnTo>
                  <a:pt x="132" y="122"/>
                </a:lnTo>
                <a:lnTo>
                  <a:pt x="131" y="122"/>
                </a:lnTo>
                <a:lnTo>
                  <a:pt x="131" y="123"/>
                </a:lnTo>
                <a:lnTo>
                  <a:pt x="132" y="124"/>
                </a:lnTo>
                <a:lnTo>
                  <a:pt x="132" y="125"/>
                </a:lnTo>
                <a:lnTo>
                  <a:pt x="131" y="125"/>
                </a:lnTo>
                <a:lnTo>
                  <a:pt x="130" y="125"/>
                </a:lnTo>
                <a:lnTo>
                  <a:pt x="130" y="126"/>
                </a:lnTo>
                <a:lnTo>
                  <a:pt x="131" y="126"/>
                </a:lnTo>
                <a:lnTo>
                  <a:pt x="130" y="126"/>
                </a:lnTo>
                <a:lnTo>
                  <a:pt x="130" y="127"/>
                </a:lnTo>
                <a:lnTo>
                  <a:pt x="130" y="128"/>
                </a:lnTo>
                <a:lnTo>
                  <a:pt x="129" y="128"/>
                </a:lnTo>
                <a:lnTo>
                  <a:pt x="129" y="129"/>
                </a:lnTo>
                <a:lnTo>
                  <a:pt x="129" y="130"/>
                </a:lnTo>
                <a:lnTo>
                  <a:pt x="128" y="130"/>
                </a:lnTo>
                <a:lnTo>
                  <a:pt x="127" y="130"/>
                </a:lnTo>
                <a:lnTo>
                  <a:pt x="127" y="131"/>
                </a:lnTo>
                <a:lnTo>
                  <a:pt x="128" y="133"/>
                </a:lnTo>
                <a:lnTo>
                  <a:pt x="129" y="132"/>
                </a:lnTo>
                <a:lnTo>
                  <a:pt x="129" y="131"/>
                </a:lnTo>
                <a:lnTo>
                  <a:pt x="129" y="130"/>
                </a:lnTo>
                <a:lnTo>
                  <a:pt x="130" y="130"/>
                </a:lnTo>
                <a:lnTo>
                  <a:pt x="130" y="131"/>
                </a:lnTo>
                <a:lnTo>
                  <a:pt x="130" y="132"/>
                </a:lnTo>
                <a:lnTo>
                  <a:pt x="131" y="132"/>
                </a:lnTo>
                <a:lnTo>
                  <a:pt x="132" y="132"/>
                </a:lnTo>
                <a:lnTo>
                  <a:pt x="133" y="132"/>
                </a:lnTo>
                <a:lnTo>
                  <a:pt x="133" y="133"/>
                </a:lnTo>
                <a:lnTo>
                  <a:pt x="133" y="134"/>
                </a:lnTo>
                <a:lnTo>
                  <a:pt x="133" y="135"/>
                </a:lnTo>
                <a:lnTo>
                  <a:pt x="133" y="136"/>
                </a:lnTo>
                <a:lnTo>
                  <a:pt x="134" y="136"/>
                </a:lnTo>
                <a:lnTo>
                  <a:pt x="134" y="135"/>
                </a:lnTo>
                <a:lnTo>
                  <a:pt x="135" y="135"/>
                </a:lnTo>
                <a:lnTo>
                  <a:pt x="135" y="134"/>
                </a:lnTo>
                <a:lnTo>
                  <a:pt x="136" y="133"/>
                </a:lnTo>
                <a:lnTo>
                  <a:pt x="136" y="132"/>
                </a:lnTo>
                <a:lnTo>
                  <a:pt x="137" y="132"/>
                </a:lnTo>
                <a:lnTo>
                  <a:pt x="138" y="132"/>
                </a:lnTo>
                <a:lnTo>
                  <a:pt x="139" y="133"/>
                </a:lnTo>
                <a:lnTo>
                  <a:pt x="139" y="134"/>
                </a:lnTo>
                <a:lnTo>
                  <a:pt x="140" y="134"/>
                </a:lnTo>
                <a:lnTo>
                  <a:pt x="141" y="134"/>
                </a:lnTo>
                <a:lnTo>
                  <a:pt x="142" y="135"/>
                </a:lnTo>
                <a:lnTo>
                  <a:pt x="142" y="136"/>
                </a:lnTo>
                <a:lnTo>
                  <a:pt x="141" y="137"/>
                </a:lnTo>
                <a:lnTo>
                  <a:pt x="140" y="137"/>
                </a:lnTo>
                <a:lnTo>
                  <a:pt x="139" y="136"/>
                </a:lnTo>
                <a:lnTo>
                  <a:pt x="138" y="136"/>
                </a:lnTo>
                <a:lnTo>
                  <a:pt x="138" y="137"/>
                </a:lnTo>
                <a:lnTo>
                  <a:pt x="139" y="138"/>
                </a:lnTo>
                <a:lnTo>
                  <a:pt x="140" y="138"/>
                </a:lnTo>
                <a:lnTo>
                  <a:pt x="141" y="138"/>
                </a:lnTo>
                <a:lnTo>
                  <a:pt x="141" y="139"/>
                </a:lnTo>
                <a:lnTo>
                  <a:pt x="142" y="140"/>
                </a:lnTo>
                <a:lnTo>
                  <a:pt x="142" y="141"/>
                </a:lnTo>
                <a:lnTo>
                  <a:pt x="143" y="142"/>
                </a:lnTo>
                <a:lnTo>
                  <a:pt x="143" y="143"/>
                </a:lnTo>
                <a:lnTo>
                  <a:pt x="144" y="144"/>
                </a:lnTo>
                <a:lnTo>
                  <a:pt x="145" y="142"/>
                </a:lnTo>
                <a:lnTo>
                  <a:pt x="146" y="142"/>
                </a:lnTo>
                <a:lnTo>
                  <a:pt x="147" y="141"/>
                </a:lnTo>
                <a:lnTo>
                  <a:pt x="147" y="140"/>
                </a:lnTo>
                <a:lnTo>
                  <a:pt x="148" y="140"/>
                </a:lnTo>
                <a:lnTo>
                  <a:pt x="148" y="139"/>
                </a:lnTo>
                <a:lnTo>
                  <a:pt x="147" y="138"/>
                </a:lnTo>
                <a:lnTo>
                  <a:pt x="146" y="137"/>
                </a:lnTo>
                <a:lnTo>
                  <a:pt x="146" y="136"/>
                </a:lnTo>
                <a:lnTo>
                  <a:pt x="146" y="134"/>
                </a:lnTo>
                <a:lnTo>
                  <a:pt x="147" y="134"/>
                </a:lnTo>
                <a:lnTo>
                  <a:pt x="148" y="134"/>
                </a:lnTo>
                <a:lnTo>
                  <a:pt x="148" y="133"/>
                </a:lnTo>
                <a:lnTo>
                  <a:pt x="149" y="133"/>
                </a:lnTo>
                <a:lnTo>
                  <a:pt x="149" y="132"/>
                </a:lnTo>
                <a:lnTo>
                  <a:pt x="148" y="132"/>
                </a:lnTo>
                <a:lnTo>
                  <a:pt x="147" y="130"/>
                </a:lnTo>
                <a:lnTo>
                  <a:pt x="147" y="131"/>
                </a:lnTo>
                <a:lnTo>
                  <a:pt x="149" y="129"/>
                </a:lnTo>
                <a:lnTo>
                  <a:pt x="150" y="129"/>
                </a:lnTo>
                <a:lnTo>
                  <a:pt x="150" y="128"/>
                </a:lnTo>
                <a:lnTo>
                  <a:pt x="151" y="128"/>
                </a:lnTo>
                <a:lnTo>
                  <a:pt x="151" y="129"/>
                </a:lnTo>
                <a:lnTo>
                  <a:pt x="153" y="129"/>
                </a:lnTo>
                <a:lnTo>
                  <a:pt x="154" y="129"/>
                </a:lnTo>
                <a:lnTo>
                  <a:pt x="154" y="128"/>
                </a:lnTo>
                <a:lnTo>
                  <a:pt x="154" y="127"/>
                </a:lnTo>
                <a:lnTo>
                  <a:pt x="155" y="127"/>
                </a:lnTo>
                <a:lnTo>
                  <a:pt x="157" y="128"/>
                </a:lnTo>
                <a:lnTo>
                  <a:pt x="158" y="128"/>
                </a:lnTo>
                <a:lnTo>
                  <a:pt x="159" y="129"/>
                </a:lnTo>
                <a:lnTo>
                  <a:pt x="161" y="129"/>
                </a:lnTo>
                <a:lnTo>
                  <a:pt x="162" y="129"/>
                </a:lnTo>
                <a:lnTo>
                  <a:pt x="163" y="128"/>
                </a:lnTo>
                <a:lnTo>
                  <a:pt x="163" y="129"/>
                </a:lnTo>
                <a:lnTo>
                  <a:pt x="163" y="128"/>
                </a:lnTo>
                <a:lnTo>
                  <a:pt x="164" y="128"/>
                </a:lnTo>
                <a:lnTo>
                  <a:pt x="165" y="127"/>
                </a:lnTo>
                <a:lnTo>
                  <a:pt x="165" y="126"/>
                </a:lnTo>
                <a:lnTo>
                  <a:pt x="167" y="126"/>
                </a:lnTo>
                <a:lnTo>
                  <a:pt x="167" y="127"/>
                </a:lnTo>
                <a:lnTo>
                  <a:pt x="167" y="128"/>
                </a:lnTo>
                <a:lnTo>
                  <a:pt x="168" y="128"/>
                </a:lnTo>
                <a:lnTo>
                  <a:pt x="169" y="128"/>
                </a:lnTo>
                <a:lnTo>
                  <a:pt x="170" y="128"/>
                </a:lnTo>
                <a:lnTo>
                  <a:pt x="171" y="128"/>
                </a:lnTo>
                <a:lnTo>
                  <a:pt x="171" y="127"/>
                </a:lnTo>
                <a:lnTo>
                  <a:pt x="172" y="128"/>
                </a:lnTo>
                <a:lnTo>
                  <a:pt x="175" y="128"/>
                </a:lnTo>
                <a:lnTo>
                  <a:pt x="175" y="129"/>
                </a:lnTo>
                <a:lnTo>
                  <a:pt x="176" y="129"/>
                </a:lnTo>
                <a:lnTo>
                  <a:pt x="177" y="129"/>
                </a:lnTo>
                <a:lnTo>
                  <a:pt x="177" y="130"/>
                </a:lnTo>
                <a:lnTo>
                  <a:pt x="177" y="131"/>
                </a:lnTo>
                <a:lnTo>
                  <a:pt x="176" y="133"/>
                </a:lnTo>
                <a:lnTo>
                  <a:pt x="175" y="134"/>
                </a:lnTo>
                <a:lnTo>
                  <a:pt x="175" y="135"/>
                </a:lnTo>
                <a:lnTo>
                  <a:pt x="175" y="136"/>
                </a:lnTo>
                <a:lnTo>
                  <a:pt x="175" y="137"/>
                </a:lnTo>
                <a:lnTo>
                  <a:pt x="174" y="138"/>
                </a:lnTo>
                <a:lnTo>
                  <a:pt x="174" y="139"/>
                </a:lnTo>
                <a:lnTo>
                  <a:pt x="175" y="141"/>
                </a:lnTo>
                <a:lnTo>
                  <a:pt x="175" y="142"/>
                </a:lnTo>
                <a:lnTo>
                  <a:pt x="176" y="142"/>
                </a:lnTo>
                <a:lnTo>
                  <a:pt x="176" y="143"/>
                </a:lnTo>
                <a:lnTo>
                  <a:pt x="175" y="143"/>
                </a:lnTo>
                <a:lnTo>
                  <a:pt x="175" y="144"/>
                </a:lnTo>
                <a:lnTo>
                  <a:pt x="174" y="144"/>
                </a:lnTo>
                <a:lnTo>
                  <a:pt x="174" y="145"/>
                </a:lnTo>
                <a:lnTo>
                  <a:pt x="174" y="146"/>
                </a:lnTo>
                <a:lnTo>
                  <a:pt x="174" y="148"/>
                </a:lnTo>
                <a:lnTo>
                  <a:pt x="172" y="149"/>
                </a:lnTo>
                <a:lnTo>
                  <a:pt x="174" y="149"/>
                </a:lnTo>
                <a:lnTo>
                  <a:pt x="174" y="150"/>
                </a:lnTo>
                <a:lnTo>
                  <a:pt x="175" y="151"/>
                </a:lnTo>
                <a:lnTo>
                  <a:pt x="175" y="152"/>
                </a:lnTo>
                <a:lnTo>
                  <a:pt x="174" y="152"/>
                </a:lnTo>
                <a:lnTo>
                  <a:pt x="172" y="152"/>
                </a:lnTo>
                <a:lnTo>
                  <a:pt x="172" y="153"/>
                </a:lnTo>
                <a:lnTo>
                  <a:pt x="171" y="153"/>
                </a:lnTo>
                <a:lnTo>
                  <a:pt x="170" y="156"/>
                </a:lnTo>
                <a:lnTo>
                  <a:pt x="170" y="159"/>
                </a:lnTo>
                <a:lnTo>
                  <a:pt x="170" y="161"/>
                </a:lnTo>
                <a:lnTo>
                  <a:pt x="171" y="163"/>
                </a:lnTo>
                <a:lnTo>
                  <a:pt x="171" y="165"/>
                </a:lnTo>
                <a:lnTo>
                  <a:pt x="170" y="165"/>
                </a:lnTo>
                <a:lnTo>
                  <a:pt x="169" y="165"/>
                </a:lnTo>
                <a:lnTo>
                  <a:pt x="167" y="166"/>
                </a:lnTo>
                <a:lnTo>
                  <a:pt x="168" y="167"/>
                </a:lnTo>
                <a:lnTo>
                  <a:pt x="168" y="168"/>
                </a:lnTo>
                <a:lnTo>
                  <a:pt x="168" y="167"/>
                </a:lnTo>
                <a:lnTo>
                  <a:pt x="169" y="167"/>
                </a:lnTo>
                <a:lnTo>
                  <a:pt x="170" y="167"/>
                </a:lnTo>
                <a:lnTo>
                  <a:pt x="170" y="168"/>
                </a:lnTo>
                <a:lnTo>
                  <a:pt x="170" y="171"/>
                </a:lnTo>
                <a:lnTo>
                  <a:pt x="171" y="171"/>
                </a:lnTo>
                <a:lnTo>
                  <a:pt x="171" y="172"/>
                </a:lnTo>
                <a:lnTo>
                  <a:pt x="170" y="173"/>
                </a:lnTo>
                <a:lnTo>
                  <a:pt x="169" y="172"/>
                </a:lnTo>
                <a:lnTo>
                  <a:pt x="168" y="172"/>
                </a:lnTo>
                <a:lnTo>
                  <a:pt x="167" y="172"/>
                </a:lnTo>
                <a:lnTo>
                  <a:pt x="167" y="173"/>
                </a:lnTo>
                <a:lnTo>
                  <a:pt x="166" y="173"/>
                </a:lnTo>
                <a:lnTo>
                  <a:pt x="164" y="173"/>
                </a:lnTo>
                <a:lnTo>
                  <a:pt x="163" y="173"/>
                </a:lnTo>
                <a:lnTo>
                  <a:pt x="163" y="174"/>
                </a:lnTo>
                <a:lnTo>
                  <a:pt x="162" y="174"/>
                </a:lnTo>
                <a:lnTo>
                  <a:pt x="162" y="175"/>
                </a:lnTo>
                <a:lnTo>
                  <a:pt x="162" y="176"/>
                </a:lnTo>
                <a:lnTo>
                  <a:pt x="162" y="177"/>
                </a:lnTo>
                <a:lnTo>
                  <a:pt x="163" y="178"/>
                </a:lnTo>
                <a:lnTo>
                  <a:pt x="164" y="178"/>
                </a:lnTo>
                <a:lnTo>
                  <a:pt x="165" y="177"/>
                </a:lnTo>
                <a:lnTo>
                  <a:pt x="167" y="177"/>
                </a:lnTo>
                <a:lnTo>
                  <a:pt x="167" y="178"/>
                </a:lnTo>
                <a:lnTo>
                  <a:pt x="168" y="177"/>
                </a:lnTo>
                <a:lnTo>
                  <a:pt x="168" y="178"/>
                </a:lnTo>
                <a:lnTo>
                  <a:pt x="169" y="176"/>
                </a:lnTo>
                <a:lnTo>
                  <a:pt x="170" y="176"/>
                </a:lnTo>
                <a:lnTo>
                  <a:pt x="169" y="175"/>
                </a:lnTo>
                <a:lnTo>
                  <a:pt x="169" y="174"/>
                </a:lnTo>
                <a:lnTo>
                  <a:pt x="171" y="175"/>
                </a:lnTo>
                <a:lnTo>
                  <a:pt x="171" y="176"/>
                </a:lnTo>
                <a:lnTo>
                  <a:pt x="170" y="176"/>
                </a:lnTo>
                <a:lnTo>
                  <a:pt x="170" y="177"/>
                </a:lnTo>
                <a:lnTo>
                  <a:pt x="170" y="178"/>
                </a:lnTo>
                <a:lnTo>
                  <a:pt x="170" y="180"/>
                </a:lnTo>
                <a:lnTo>
                  <a:pt x="169" y="180"/>
                </a:lnTo>
                <a:lnTo>
                  <a:pt x="169" y="181"/>
                </a:lnTo>
                <a:lnTo>
                  <a:pt x="169" y="182"/>
                </a:lnTo>
                <a:lnTo>
                  <a:pt x="170" y="182"/>
                </a:lnTo>
                <a:lnTo>
                  <a:pt x="169" y="182"/>
                </a:lnTo>
                <a:lnTo>
                  <a:pt x="170" y="183"/>
                </a:lnTo>
                <a:lnTo>
                  <a:pt x="171" y="182"/>
                </a:lnTo>
                <a:lnTo>
                  <a:pt x="171" y="181"/>
                </a:lnTo>
                <a:lnTo>
                  <a:pt x="172" y="181"/>
                </a:lnTo>
                <a:lnTo>
                  <a:pt x="172" y="182"/>
                </a:lnTo>
                <a:lnTo>
                  <a:pt x="174" y="182"/>
                </a:lnTo>
                <a:lnTo>
                  <a:pt x="174" y="181"/>
                </a:lnTo>
                <a:lnTo>
                  <a:pt x="175" y="181"/>
                </a:lnTo>
                <a:lnTo>
                  <a:pt x="177" y="181"/>
                </a:lnTo>
                <a:lnTo>
                  <a:pt x="178" y="182"/>
                </a:lnTo>
                <a:lnTo>
                  <a:pt x="178" y="183"/>
                </a:lnTo>
                <a:lnTo>
                  <a:pt x="179" y="183"/>
                </a:lnTo>
                <a:lnTo>
                  <a:pt x="180" y="183"/>
                </a:lnTo>
                <a:lnTo>
                  <a:pt x="180" y="184"/>
                </a:lnTo>
                <a:lnTo>
                  <a:pt x="181" y="184"/>
                </a:lnTo>
                <a:lnTo>
                  <a:pt x="181" y="183"/>
                </a:lnTo>
                <a:lnTo>
                  <a:pt x="182" y="183"/>
                </a:lnTo>
                <a:lnTo>
                  <a:pt x="183" y="183"/>
                </a:lnTo>
                <a:lnTo>
                  <a:pt x="186" y="183"/>
                </a:lnTo>
                <a:lnTo>
                  <a:pt x="187" y="183"/>
                </a:lnTo>
                <a:lnTo>
                  <a:pt x="188" y="183"/>
                </a:lnTo>
                <a:lnTo>
                  <a:pt x="189" y="183"/>
                </a:lnTo>
                <a:lnTo>
                  <a:pt x="190" y="183"/>
                </a:lnTo>
                <a:lnTo>
                  <a:pt x="191" y="183"/>
                </a:lnTo>
                <a:lnTo>
                  <a:pt x="191" y="184"/>
                </a:lnTo>
                <a:lnTo>
                  <a:pt x="190" y="184"/>
                </a:lnTo>
                <a:lnTo>
                  <a:pt x="191" y="184"/>
                </a:lnTo>
                <a:lnTo>
                  <a:pt x="191" y="186"/>
                </a:lnTo>
                <a:lnTo>
                  <a:pt x="192" y="186"/>
                </a:lnTo>
                <a:lnTo>
                  <a:pt x="193" y="186"/>
                </a:lnTo>
                <a:lnTo>
                  <a:pt x="194" y="186"/>
                </a:lnTo>
                <a:lnTo>
                  <a:pt x="194" y="187"/>
                </a:lnTo>
                <a:lnTo>
                  <a:pt x="194" y="188"/>
                </a:lnTo>
                <a:lnTo>
                  <a:pt x="195" y="188"/>
                </a:lnTo>
                <a:lnTo>
                  <a:pt x="195" y="187"/>
                </a:lnTo>
                <a:lnTo>
                  <a:pt x="197" y="187"/>
                </a:lnTo>
                <a:lnTo>
                  <a:pt x="198" y="188"/>
                </a:lnTo>
                <a:lnTo>
                  <a:pt x="199" y="187"/>
                </a:lnTo>
                <a:lnTo>
                  <a:pt x="199" y="186"/>
                </a:lnTo>
                <a:lnTo>
                  <a:pt x="199" y="187"/>
                </a:lnTo>
                <a:lnTo>
                  <a:pt x="200" y="187"/>
                </a:lnTo>
                <a:lnTo>
                  <a:pt x="200" y="188"/>
                </a:lnTo>
                <a:lnTo>
                  <a:pt x="200" y="189"/>
                </a:lnTo>
                <a:lnTo>
                  <a:pt x="200" y="190"/>
                </a:lnTo>
                <a:lnTo>
                  <a:pt x="201" y="190"/>
                </a:lnTo>
                <a:lnTo>
                  <a:pt x="201" y="191"/>
                </a:lnTo>
                <a:lnTo>
                  <a:pt x="202" y="192"/>
                </a:lnTo>
                <a:lnTo>
                  <a:pt x="204" y="192"/>
                </a:lnTo>
                <a:lnTo>
                  <a:pt x="205" y="193"/>
                </a:lnTo>
                <a:lnTo>
                  <a:pt x="206" y="193"/>
                </a:lnTo>
                <a:lnTo>
                  <a:pt x="207" y="198"/>
                </a:lnTo>
                <a:lnTo>
                  <a:pt x="207" y="199"/>
                </a:lnTo>
                <a:lnTo>
                  <a:pt x="206" y="199"/>
                </a:lnTo>
                <a:lnTo>
                  <a:pt x="204" y="200"/>
                </a:lnTo>
                <a:lnTo>
                  <a:pt x="203" y="200"/>
                </a:lnTo>
                <a:lnTo>
                  <a:pt x="203" y="201"/>
                </a:lnTo>
                <a:lnTo>
                  <a:pt x="202" y="201"/>
                </a:lnTo>
                <a:lnTo>
                  <a:pt x="201" y="202"/>
                </a:lnTo>
                <a:lnTo>
                  <a:pt x="199" y="202"/>
                </a:lnTo>
                <a:lnTo>
                  <a:pt x="195" y="203"/>
                </a:lnTo>
                <a:lnTo>
                  <a:pt x="194" y="203"/>
                </a:lnTo>
                <a:lnTo>
                  <a:pt x="193" y="204"/>
                </a:lnTo>
                <a:lnTo>
                  <a:pt x="192" y="204"/>
                </a:lnTo>
                <a:lnTo>
                  <a:pt x="191" y="204"/>
                </a:lnTo>
                <a:lnTo>
                  <a:pt x="189" y="205"/>
                </a:lnTo>
                <a:lnTo>
                  <a:pt x="190" y="206"/>
                </a:lnTo>
                <a:lnTo>
                  <a:pt x="191" y="208"/>
                </a:lnTo>
                <a:lnTo>
                  <a:pt x="192" y="211"/>
                </a:lnTo>
                <a:lnTo>
                  <a:pt x="191" y="212"/>
                </a:lnTo>
                <a:lnTo>
                  <a:pt x="189" y="213"/>
                </a:lnTo>
                <a:lnTo>
                  <a:pt x="186" y="206"/>
                </a:lnTo>
                <a:lnTo>
                  <a:pt x="185" y="207"/>
                </a:lnTo>
                <a:lnTo>
                  <a:pt x="178" y="211"/>
                </a:lnTo>
                <a:lnTo>
                  <a:pt x="181" y="214"/>
                </a:lnTo>
                <a:lnTo>
                  <a:pt x="181" y="215"/>
                </a:lnTo>
                <a:lnTo>
                  <a:pt x="180" y="216"/>
                </a:lnTo>
                <a:lnTo>
                  <a:pt x="180" y="214"/>
                </a:lnTo>
                <a:lnTo>
                  <a:pt x="179" y="213"/>
                </a:lnTo>
                <a:lnTo>
                  <a:pt x="178" y="213"/>
                </a:lnTo>
                <a:lnTo>
                  <a:pt x="178" y="214"/>
                </a:lnTo>
                <a:lnTo>
                  <a:pt x="179" y="214"/>
                </a:lnTo>
                <a:lnTo>
                  <a:pt x="179" y="215"/>
                </a:lnTo>
                <a:lnTo>
                  <a:pt x="180" y="215"/>
                </a:lnTo>
                <a:lnTo>
                  <a:pt x="180" y="216"/>
                </a:lnTo>
                <a:lnTo>
                  <a:pt x="179" y="216"/>
                </a:lnTo>
                <a:lnTo>
                  <a:pt x="179" y="215"/>
                </a:lnTo>
                <a:lnTo>
                  <a:pt x="177" y="213"/>
                </a:lnTo>
                <a:lnTo>
                  <a:pt x="176" y="213"/>
                </a:lnTo>
                <a:lnTo>
                  <a:pt x="177" y="215"/>
                </a:lnTo>
                <a:lnTo>
                  <a:pt x="179" y="217"/>
                </a:lnTo>
                <a:lnTo>
                  <a:pt x="178" y="217"/>
                </a:lnTo>
                <a:lnTo>
                  <a:pt x="177" y="216"/>
                </a:lnTo>
                <a:lnTo>
                  <a:pt x="175" y="214"/>
                </a:lnTo>
                <a:lnTo>
                  <a:pt x="174" y="215"/>
                </a:lnTo>
                <a:lnTo>
                  <a:pt x="172" y="215"/>
                </a:lnTo>
                <a:lnTo>
                  <a:pt x="172" y="216"/>
                </a:lnTo>
                <a:lnTo>
                  <a:pt x="171" y="216"/>
                </a:lnTo>
                <a:lnTo>
                  <a:pt x="172" y="216"/>
                </a:lnTo>
                <a:lnTo>
                  <a:pt x="172" y="217"/>
                </a:lnTo>
                <a:lnTo>
                  <a:pt x="174" y="217"/>
                </a:lnTo>
                <a:lnTo>
                  <a:pt x="172" y="217"/>
                </a:lnTo>
                <a:lnTo>
                  <a:pt x="172" y="218"/>
                </a:lnTo>
                <a:lnTo>
                  <a:pt x="171" y="218"/>
                </a:lnTo>
                <a:lnTo>
                  <a:pt x="170" y="218"/>
                </a:lnTo>
                <a:lnTo>
                  <a:pt x="171" y="219"/>
                </a:lnTo>
                <a:lnTo>
                  <a:pt x="171" y="220"/>
                </a:lnTo>
                <a:lnTo>
                  <a:pt x="170" y="221"/>
                </a:lnTo>
                <a:lnTo>
                  <a:pt x="169" y="221"/>
                </a:lnTo>
                <a:lnTo>
                  <a:pt x="168" y="221"/>
                </a:lnTo>
                <a:lnTo>
                  <a:pt x="167" y="222"/>
                </a:lnTo>
                <a:lnTo>
                  <a:pt x="166" y="224"/>
                </a:lnTo>
                <a:lnTo>
                  <a:pt x="169" y="226"/>
                </a:lnTo>
                <a:lnTo>
                  <a:pt x="177" y="230"/>
                </a:lnTo>
                <a:lnTo>
                  <a:pt x="176" y="231"/>
                </a:lnTo>
                <a:lnTo>
                  <a:pt x="174" y="236"/>
                </a:lnTo>
                <a:lnTo>
                  <a:pt x="172" y="236"/>
                </a:lnTo>
                <a:lnTo>
                  <a:pt x="170" y="236"/>
                </a:lnTo>
                <a:lnTo>
                  <a:pt x="168" y="235"/>
                </a:lnTo>
                <a:lnTo>
                  <a:pt x="163" y="234"/>
                </a:lnTo>
                <a:lnTo>
                  <a:pt x="162" y="233"/>
                </a:lnTo>
                <a:lnTo>
                  <a:pt x="161" y="233"/>
                </a:lnTo>
                <a:lnTo>
                  <a:pt x="158" y="234"/>
                </a:lnTo>
                <a:lnTo>
                  <a:pt x="158" y="235"/>
                </a:lnTo>
                <a:lnTo>
                  <a:pt x="159" y="235"/>
                </a:lnTo>
                <a:lnTo>
                  <a:pt x="160" y="236"/>
                </a:lnTo>
                <a:lnTo>
                  <a:pt x="162" y="237"/>
                </a:lnTo>
                <a:lnTo>
                  <a:pt x="166" y="238"/>
                </a:lnTo>
                <a:lnTo>
                  <a:pt x="168" y="239"/>
                </a:lnTo>
                <a:lnTo>
                  <a:pt x="171" y="240"/>
                </a:lnTo>
                <a:lnTo>
                  <a:pt x="175" y="248"/>
                </a:lnTo>
                <a:lnTo>
                  <a:pt x="175" y="249"/>
                </a:lnTo>
                <a:lnTo>
                  <a:pt x="176" y="249"/>
                </a:lnTo>
                <a:lnTo>
                  <a:pt x="177" y="249"/>
                </a:lnTo>
                <a:lnTo>
                  <a:pt x="178" y="249"/>
                </a:lnTo>
                <a:lnTo>
                  <a:pt x="178" y="250"/>
                </a:lnTo>
                <a:lnTo>
                  <a:pt x="178" y="251"/>
                </a:lnTo>
                <a:lnTo>
                  <a:pt x="178" y="252"/>
                </a:lnTo>
                <a:lnTo>
                  <a:pt x="178" y="253"/>
                </a:lnTo>
                <a:lnTo>
                  <a:pt x="177" y="253"/>
                </a:lnTo>
                <a:lnTo>
                  <a:pt x="178" y="255"/>
                </a:lnTo>
                <a:lnTo>
                  <a:pt x="178" y="257"/>
                </a:lnTo>
                <a:lnTo>
                  <a:pt x="177" y="256"/>
                </a:lnTo>
                <a:lnTo>
                  <a:pt x="175" y="256"/>
                </a:lnTo>
                <a:lnTo>
                  <a:pt x="175" y="257"/>
                </a:lnTo>
                <a:lnTo>
                  <a:pt x="171" y="255"/>
                </a:lnTo>
                <a:lnTo>
                  <a:pt x="171" y="254"/>
                </a:lnTo>
                <a:lnTo>
                  <a:pt x="170" y="253"/>
                </a:lnTo>
                <a:lnTo>
                  <a:pt x="170" y="252"/>
                </a:lnTo>
                <a:lnTo>
                  <a:pt x="170" y="251"/>
                </a:lnTo>
                <a:lnTo>
                  <a:pt x="169" y="250"/>
                </a:lnTo>
                <a:lnTo>
                  <a:pt x="167" y="243"/>
                </a:lnTo>
                <a:lnTo>
                  <a:pt x="165" y="242"/>
                </a:lnTo>
                <a:lnTo>
                  <a:pt x="164" y="243"/>
                </a:lnTo>
                <a:lnTo>
                  <a:pt x="165" y="243"/>
                </a:lnTo>
                <a:lnTo>
                  <a:pt x="165" y="245"/>
                </a:lnTo>
                <a:lnTo>
                  <a:pt x="166" y="247"/>
                </a:lnTo>
                <a:lnTo>
                  <a:pt x="167" y="248"/>
                </a:lnTo>
                <a:lnTo>
                  <a:pt x="167" y="249"/>
                </a:lnTo>
                <a:lnTo>
                  <a:pt x="167" y="250"/>
                </a:lnTo>
                <a:lnTo>
                  <a:pt x="168" y="252"/>
                </a:lnTo>
                <a:lnTo>
                  <a:pt x="168" y="253"/>
                </a:lnTo>
                <a:lnTo>
                  <a:pt x="169" y="253"/>
                </a:lnTo>
                <a:lnTo>
                  <a:pt x="169" y="254"/>
                </a:lnTo>
                <a:lnTo>
                  <a:pt x="169" y="255"/>
                </a:lnTo>
                <a:lnTo>
                  <a:pt x="171" y="257"/>
                </a:lnTo>
                <a:lnTo>
                  <a:pt x="169" y="257"/>
                </a:lnTo>
                <a:lnTo>
                  <a:pt x="167" y="257"/>
                </a:lnTo>
                <a:lnTo>
                  <a:pt x="167" y="256"/>
                </a:lnTo>
                <a:lnTo>
                  <a:pt x="166" y="256"/>
                </a:lnTo>
                <a:lnTo>
                  <a:pt x="165" y="256"/>
                </a:lnTo>
                <a:lnTo>
                  <a:pt x="164" y="256"/>
                </a:lnTo>
                <a:lnTo>
                  <a:pt x="164" y="255"/>
                </a:lnTo>
                <a:lnTo>
                  <a:pt x="163" y="256"/>
                </a:lnTo>
                <a:lnTo>
                  <a:pt x="161" y="255"/>
                </a:lnTo>
                <a:lnTo>
                  <a:pt x="160" y="255"/>
                </a:lnTo>
                <a:lnTo>
                  <a:pt x="159" y="255"/>
                </a:lnTo>
                <a:lnTo>
                  <a:pt x="159" y="256"/>
                </a:lnTo>
                <a:lnTo>
                  <a:pt x="160" y="257"/>
                </a:lnTo>
                <a:lnTo>
                  <a:pt x="161" y="257"/>
                </a:lnTo>
                <a:lnTo>
                  <a:pt x="163" y="258"/>
                </a:lnTo>
                <a:lnTo>
                  <a:pt x="165" y="258"/>
                </a:lnTo>
                <a:lnTo>
                  <a:pt x="166" y="258"/>
                </a:lnTo>
                <a:lnTo>
                  <a:pt x="166" y="259"/>
                </a:lnTo>
                <a:lnTo>
                  <a:pt x="168" y="259"/>
                </a:lnTo>
                <a:lnTo>
                  <a:pt x="169" y="259"/>
                </a:lnTo>
                <a:lnTo>
                  <a:pt x="172" y="259"/>
                </a:lnTo>
                <a:lnTo>
                  <a:pt x="174" y="259"/>
                </a:lnTo>
                <a:lnTo>
                  <a:pt x="175" y="259"/>
                </a:lnTo>
                <a:lnTo>
                  <a:pt x="175" y="260"/>
                </a:lnTo>
                <a:lnTo>
                  <a:pt x="176" y="260"/>
                </a:lnTo>
                <a:lnTo>
                  <a:pt x="180" y="260"/>
                </a:lnTo>
                <a:lnTo>
                  <a:pt x="181" y="260"/>
                </a:lnTo>
                <a:lnTo>
                  <a:pt x="181" y="261"/>
                </a:lnTo>
                <a:lnTo>
                  <a:pt x="187" y="261"/>
                </a:lnTo>
                <a:lnTo>
                  <a:pt x="187" y="262"/>
                </a:lnTo>
                <a:lnTo>
                  <a:pt x="186" y="263"/>
                </a:lnTo>
                <a:lnTo>
                  <a:pt x="186" y="265"/>
                </a:lnTo>
                <a:lnTo>
                  <a:pt x="177" y="263"/>
                </a:lnTo>
                <a:lnTo>
                  <a:pt x="165" y="261"/>
                </a:lnTo>
                <a:lnTo>
                  <a:pt x="164" y="261"/>
                </a:lnTo>
                <a:lnTo>
                  <a:pt x="163" y="260"/>
                </a:lnTo>
                <a:lnTo>
                  <a:pt x="161" y="260"/>
                </a:lnTo>
                <a:lnTo>
                  <a:pt x="161" y="259"/>
                </a:lnTo>
                <a:lnTo>
                  <a:pt x="159" y="258"/>
                </a:lnTo>
                <a:lnTo>
                  <a:pt x="159" y="257"/>
                </a:lnTo>
                <a:lnTo>
                  <a:pt x="159" y="256"/>
                </a:lnTo>
                <a:lnTo>
                  <a:pt x="158" y="256"/>
                </a:lnTo>
                <a:lnTo>
                  <a:pt x="158" y="257"/>
                </a:lnTo>
                <a:lnTo>
                  <a:pt x="158" y="258"/>
                </a:lnTo>
                <a:lnTo>
                  <a:pt x="159" y="258"/>
                </a:lnTo>
                <a:lnTo>
                  <a:pt x="159" y="259"/>
                </a:lnTo>
                <a:lnTo>
                  <a:pt x="160" y="259"/>
                </a:lnTo>
                <a:lnTo>
                  <a:pt x="160" y="260"/>
                </a:lnTo>
                <a:lnTo>
                  <a:pt x="161" y="261"/>
                </a:lnTo>
                <a:lnTo>
                  <a:pt x="162" y="262"/>
                </a:lnTo>
                <a:lnTo>
                  <a:pt x="163" y="262"/>
                </a:lnTo>
                <a:lnTo>
                  <a:pt x="163" y="263"/>
                </a:lnTo>
                <a:lnTo>
                  <a:pt x="167" y="263"/>
                </a:lnTo>
                <a:lnTo>
                  <a:pt x="168" y="264"/>
                </a:lnTo>
                <a:lnTo>
                  <a:pt x="169" y="264"/>
                </a:lnTo>
                <a:lnTo>
                  <a:pt x="168" y="267"/>
                </a:lnTo>
                <a:lnTo>
                  <a:pt x="171" y="268"/>
                </a:lnTo>
                <a:lnTo>
                  <a:pt x="171" y="265"/>
                </a:lnTo>
                <a:lnTo>
                  <a:pt x="178" y="266"/>
                </a:lnTo>
                <a:lnTo>
                  <a:pt x="177" y="269"/>
                </a:lnTo>
                <a:lnTo>
                  <a:pt x="179" y="269"/>
                </a:lnTo>
                <a:lnTo>
                  <a:pt x="180" y="266"/>
                </a:lnTo>
                <a:lnTo>
                  <a:pt x="184" y="267"/>
                </a:lnTo>
                <a:lnTo>
                  <a:pt x="182" y="273"/>
                </a:lnTo>
                <a:lnTo>
                  <a:pt x="181" y="276"/>
                </a:lnTo>
                <a:lnTo>
                  <a:pt x="182" y="277"/>
                </a:lnTo>
                <a:lnTo>
                  <a:pt x="183" y="277"/>
                </a:lnTo>
                <a:lnTo>
                  <a:pt x="183" y="279"/>
                </a:lnTo>
                <a:lnTo>
                  <a:pt x="182" y="279"/>
                </a:lnTo>
                <a:lnTo>
                  <a:pt x="178" y="278"/>
                </a:lnTo>
                <a:lnTo>
                  <a:pt x="177" y="277"/>
                </a:lnTo>
                <a:lnTo>
                  <a:pt x="176" y="277"/>
                </a:lnTo>
                <a:lnTo>
                  <a:pt x="171" y="276"/>
                </a:lnTo>
                <a:lnTo>
                  <a:pt x="165" y="274"/>
                </a:lnTo>
                <a:lnTo>
                  <a:pt x="164" y="276"/>
                </a:lnTo>
                <a:lnTo>
                  <a:pt x="163" y="276"/>
                </a:lnTo>
                <a:lnTo>
                  <a:pt x="161" y="275"/>
                </a:lnTo>
                <a:lnTo>
                  <a:pt x="161" y="276"/>
                </a:lnTo>
                <a:lnTo>
                  <a:pt x="160" y="276"/>
                </a:lnTo>
                <a:lnTo>
                  <a:pt x="157" y="275"/>
                </a:lnTo>
                <a:lnTo>
                  <a:pt x="156" y="277"/>
                </a:lnTo>
                <a:lnTo>
                  <a:pt x="157" y="277"/>
                </a:lnTo>
                <a:lnTo>
                  <a:pt x="158" y="277"/>
                </a:lnTo>
                <a:lnTo>
                  <a:pt x="159" y="277"/>
                </a:lnTo>
                <a:lnTo>
                  <a:pt x="161" y="278"/>
                </a:lnTo>
                <a:lnTo>
                  <a:pt x="164" y="278"/>
                </a:lnTo>
                <a:lnTo>
                  <a:pt x="165" y="278"/>
                </a:lnTo>
                <a:lnTo>
                  <a:pt x="168" y="279"/>
                </a:lnTo>
                <a:lnTo>
                  <a:pt x="168" y="280"/>
                </a:lnTo>
                <a:lnTo>
                  <a:pt x="168" y="282"/>
                </a:lnTo>
                <a:lnTo>
                  <a:pt x="165" y="282"/>
                </a:lnTo>
                <a:lnTo>
                  <a:pt x="158" y="281"/>
                </a:lnTo>
                <a:lnTo>
                  <a:pt x="158" y="283"/>
                </a:lnTo>
                <a:lnTo>
                  <a:pt x="167" y="285"/>
                </a:lnTo>
                <a:lnTo>
                  <a:pt x="166" y="289"/>
                </a:lnTo>
                <a:lnTo>
                  <a:pt x="165" y="289"/>
                </a:lnTo>
                <a:lnTo>
                  <a:pt x="161" y="288"/>
                </a:lnTo>
                <a:lnTo>
                  <a:pt x="156" y="287"/>
                </a:lnTo>
                <a:lnTo>
                  <a:pt x="154" y="286"/>
                </a:lnTo>
                <a:lnTo>
                  <a:pt x="152" y="286"/>
                </a:lnTo>
                <a:lnTo>
                  <a:pt x="152" y="285"/>
                </a:lnTo>
                <a:lnTo>
                  <a:pt x="151" y="285"/>
                </a:lnTo>
                <a:lnTo>
                  <a:pt x="150" y="286"/>
                </a:lnTo>
                <a:lnTo>
                  <a:pt x="150" y="287"/>
                </a:lnTo>
                <a:lnTo>
                  <a:pt x="149" y="287"/>
                </a:lnTo>
                <a:lnTo>
                  <a:pt x="148" y="288"/>
                </a:lnTo>
                <a:lnTo>
                  <a:pt x="147" y="293"/>
                </a:lnTo>
                <a:lnTo>
                  <a:pt x="146" y="294"/>
                </a:lnTo>
                <a:lnTo>
                  <a:pt x="145" y="294"/>
                </a:lnTo>
                <a:lnTo>
                  <a:pt x="145" y="295"/>
                </a:lnTo>
                <a:lnTo>
                  <a:pt x="145" y="296"/>
                </a:lnTo>
                <a:lnTo>
                  <a:pt x="145" y="297"/>
                </a:lnTo>
                <a:lnTo>
                  <a:pt x="145" y="298"/>
                </a:lnTo>
                <a:lnTo>
                  <a:pt x="144" y="300"/>
                </a:lnTo>
                <a:lnTo>
                  <a:pt x="144" y="301"/>
                </a:lnTo>
                <a:lnTo>
                  <a:pt x="144" y="302"/>
                </a:lnTo>
                <a:lnTo>
                  <a:pt x="145" y="302"/>
                </a:lnTo>
                <a:lnTo>
                  <a:pt x="146" y="303"/>
                </a:lnTo>
                <a:lnTo>
                  <a:pt x="147" y="303"/>
                </a:lnTo>
                <a:lnTo>
                  <a:pt x="146" y="304"/>
                </a:lnTo>
                <a:lnTo>
                  <a:pt x="145" y="304"/>
                </a:lnTo>
                <a:lnTo>
                  <a:pt x="145" y="305"/>
                </a:lnTo>
                <a:lnTo>
                  <a:pt x="147" y="306"/>
                </a:lnTo>
                <a:lnTo>
                  <a:pt x="148" y="306"/>
                </a:lnTo>
                <a:lnTo>
                  <a:pt x="149" y="306"/>
                </a:lnTo>
                <a:lnTo>
                  <a:pt x="149" y="308"/>
                </a:lnTo>
                <a:lnTo>
                  <a:pt x="149" y="310"/>
                </a:lnTo>
                <a:lnTo>
                  <a:pt x="150" y="314"/>
                </a:lnTo>
                <a:lnTo>
                  <a:pt x="152" y="314"/>
                </a:lnTo>
                <a:lnTo>
                  <a:pt x="152" y="310"/>
                </a:lnTo>
                <a:lnTo>
                  <a:pt x="152" y="308"/>
                </a:lnTo>
                <a:lnTo>
                  <a:pt x="154" y="305"/>
                </a:lnTo>
                <a:lnTo>
                  <a:pt x="161" y="304"/>
                </a:lnTo>
                <a:lnTo>
                  <a:pt x="161" y="305"/>
                </a:lnTo>
                <a:lnTo>
                  <a:pt x="162" y="311"/>
                </a:lnTo>
                <a:lnTo>
                  <a:pt x="164" y="311"/>
                </a:lnTo>
                <a:lnTo>
                  <a:pt x="165" y="311"/>
                </a:lnTo>
                <a:lnTo>
                  <a:pt x="164" y="305"/>
                </a:lnTo>
                <a:lnTo>
                  <a:pt x="165" y="305"/>
                </a:lnTo>
                <a:lnTo>
                  <a:pt x="166" y="304"/>
                </a:lnTo>
                <a:lnTo>
                  <a:pt x="168" y="321"/>
                </a:lnTo>
                <a:lnTo>
                  <a:pt x="168" y="322"/>
                </a:lnTo>
                <a:lnTo>
                  <a:pt x="151" y="325"/>
                </a:lnTo>
                <a:lnTo>
                  <a:pt x="151" y="323"/>
                </a:lnTo>
                <a:lnTo>
                  <a:pt x="146" y="323"/>
                </a:lnTo>
                <a:lnTo>
                  <a:pt x="146" y="325"/>
                </a:lnTo>
                <a:lnTo>
                  <a:pt x="147" y="325"/>
                </a:lnTo>
                <a:lnTo>
                  <a:pt x="147" y="326"/>
                </a:lnTo>
                <a:lnTo>
                  <a:pt x="147" y="327"/>
                </a:lnTo>
                <a:lnTo>
                  <a:pt x="148" y="327"/>
                </a:lnTo>
                <a:lnTo>
                  <a:pt x="149" y="331"/>
                </a:lnTo>
                <a:lnTo>
                  <a:pt x="150" y="330"/>
                </a:lnTo>
                <a:lnTo>
                  <a:pt x="151" y="331"/>
                </a:lnTo>
                <a:lnTo>
                  <a:pt x="151" y="332"/>
                </a:lnTo>
                <a:lnTo>
                  <a:pt x="151" y="334"/>
                </a:lnTo>
                <a:lnTo>
                  <a:pt x="151" y="335"/>
                </a:lnTo>
                <a:lnTo>
                  <a:pt x="150" y="335"/>
                </a:lnTo>
                <a:lnTo>
                  <a:pt x="148" y="336"/>
                </a:lnTo>
                <a:lnTo>
                  <a:pt x="147" y="336"/>
                </a:lnTo>
                <a:lnTo>
                  <a:pt x="147" y="337"/>
                </a:lnTo>
                <a:lnTo>
                  <a:pt x="146" y="337"/>
                </a:lnTo>
                <a:lnTo>
                  <a:pt x="146" y="336"/>
                </a:lnTo>
                <a:lnTo>
                  <a:pt x="145" y="336"/>
                </a:lnTo>
                <a:lnTo>
                  <a:pt x="144" y="337"/>
                </a:lnTo>
                <a:lnTo>
                  <a:pt x="143" y="336"/>
                </a:lnTo>
                <a:lnTo>
                  <a:pt x="142" y="336"/>
                </a:lnTo>
                <a:lnTo>
                  <a:pt x="141" y="336"/>
                </a:lnTo>
                <a:lnTo>
                  <a:pt x="141" y="337"/>
                </a:lnTo>
                <a:lnTo>
                  <a:pt x="141" y="338"/>
                </a:lnTo>
                <a:lnTo>
                  <a:pt x="141" y="339"/>
                </a:lnTo>
                <a:lnTo>
                  <a:pt x="139" y="340"/>
                </a:lnTo>
                <a:lnTo>
                  <a:pt x="138" y="339"/>
                </a:lnTo>
                <a:lnTo>
                  <a:pt x="138" y="338"/>
                </a:lnTo>
                <a:lnTo>
                  <a:pt x="138" y="337"/>
                </a:lnTo>
                <a:lnTo>
                  <a:pt x="137" y="338"/>
                </a:lnTo>
                <a:lnTo>
                  <a:pt x="135" y="337"/>
                </a:lnTo>
                <a:lnTo>
                  <a:pt x="133" y="337"/>
                </a:lnTo>
                <a:lnTo>
                  <a:pt x="131" y="337"/>
                </a:lnTo>
                <a:lnTo>
                  <a:pt x="132" y="338"/>
                </a:lnTo>
                <a:lnTo>
                  <a:pt x="132" y="339"/>
                </a:lnTo>
                <a:lnTo>
                  <a:pt x="131" y="339"/>
                </a:lnTo>
                <a:lnTo>
                  <a:pt x="130" y="339"/>
                </a:lnTo>
                <a:lnTo>
                  <a:pt x="129" y="339"/>
                </a:lnTo>
                <a:lnTo>
                  <a:pt x="127" y="340"/>
                </a:lnTo>
                <a:lnTo>
                  <a:pt x="125" y="341"/>
                </a:lnTo>
                <a:lnTo>
                  <a:pt x="124" y="342"/>
                </a:lnTo>
                <a:lnTo>
                  <a:pt x="122" y="343"/>
                </a:lnTo>
                <a:lnTo>
                  <a:pt x="122" y="344"/>
                </a:lnTo>
                <a:lnTo>
                  <a:pt x="121" y="344"/>
                </a:lnTo>
                <a:lnTo>
                  <a:pt x="120" y="345"/>
                </a:lnTo>
                <a:lnTo>
                  <a:pt x="121" y="345"/>
                </a:lnTo>
                <a:lnTo>
                  <a:pt x="120" y="347"/>
                </a:lnTo>
                <a:lnTo>
                  <a:pt x="120" y="348"/>
                </a:lnTo>
                <a:lnTo>
                  <a:pt x="119" y="348"/>
                </a:lnTo>
                <a:lnTo>
                  <a:pt x="118" y="348"/>
                </a:lnTo>
                <a:lnTo>
                  <a:pt x="117" y="349"/>
                </a:lnTo>
                <a:lnTo>
                  <a:pt x="116" y="350"/>
                </a:lnTo>
                <a:lnTo>
                  <a:pt x="115" y="350"/>
                </a:lnTo>
                <a:lnTo>
                  <a:pt x="115" y="349"/>
                </a:lnTo>
                <a:lnTo>
                  <a:pt x="115" y="348"/>
                </a:lnTo>
                <a:lnTo>
                  <a:pt x="115" y="347"/>
                </a:lnTo>
                <a:lnTo>
                  <a:pt x="114" y="347"/>
                </a:lnTo>
                <a:lnTo>
                  <a:pt x="113" y="347"/>
                </a:lnTo>
                <a:lnTo>
                  <a:pt x="113" y="348"/>
                </a:lnTo>
                <a:lnTo>
                  <a:pt x="113" y="349"/>
                </a:lnTo>
                <a:lnTo>
                  <a:pt x="114" y="349"/>
                </a:lnTo>
                <a:lnTo>
                  <a:pt x="113" y="349"/>
                </a:lnTo>
                <a:lnTo>
                  <a:pt x="113" y="350"/>
                </a:lnTo>
                <a:lnTo>
                  <a:pt x="113" y="351"/>
                </a:lnTo>
                <a:lnTo>
                  <a:pt x="112" y="351"/>
                </a:lnTo>
                <a:lnTo>
                  <a:pt x="111" y="351"/>
                </a:lnTo>
                <a:lnTo>
                  <a:pt x="110" y="351"/>
                </a:lnTo>
                <a:lnTo>
                  <a:pt x="109" y="351"/>
                </a:lnTo>
                <a:lnTo>
                  <a:pt x="108" y="351"/>
                </a:lnTo>
                <a:lnTo>
                  <a:pt x="108" y="352"/>
                </a:lnTo>
                <a:lnTo>
                  <a:pt x="107" y="353"/>
                </a:lnTo>
                <a:lnTo>
                  <a:pt x="106" y="353"/>
                </a:lnTo>
                <a:lnTo>
                  <a:pt x="105" y="352"/>
                </a:lnTo>
                <a:lnTo>
                  <a:pt x="105" y="351"/>
                </a:lnTo>
                <a:lnTo>
                  <a:pt x="105" y="350"/>
                </a:lnTo>
                <a:lnTo>
                  <a:pt x="104" y="350"/>
                </a:lnTo>
                <a:lnTo>
                  <a:pt x="103" y="350"/>
                </a:lnTo>
                <a:lnTo>
                  <a:pt x="103" y="351"/>
                </a:lnTo>
                <a:lnTo>
                  <a:pt x="103" y="352"/>
                </a:lnTo>
                <a:lnTo>
                  <a:pt x="101" y="353"/>
                </a:lnTo>
                <a:lnTo>
                  <a:pt x="100" y="353"/>
                </a:lnTo>
                <a:lnTo>
                  <a:pt x="99" y="354"/>
                </a:lnTo>
                <a:lnTo>
                  <a:pt x="99" y="353"/>
                </a:lnTo>
                <a:lnTo>
                  <a:pt x="98" y="354"/>
                </a:lnTo>
                <a:lnTo>
                  <a:pt x="96" y="352"/>
                </a:lnTo>
                <a:lnTo>
                  <a:pt x="95" y="350"/>
                </a:lnTo>
                <a:lnTo>
                  <a:pt x="98" y="348"/>
                </a:lnTo>
                <a:lnTo>
                  <a:pt x="97" y="348"/>
                </a:lnTo>
                <a:lnTo>
                  <a:pt x="96" y="348"/>
                </a:lnTo>
                <a:lnTo>
                  <a:pt x="96" y="349"/>
                </a:lnTo>
                <a:lnTo>
                  <a:pt x="95" y="349"/>
                </a:lnTo>
                <a:lnTo>
                  <a:pt x="94" y="349"/>
                </a:lnTo>
                <a:lnTo>
                  <a:pt x="95" y="347"/>
                </a:lnTo>
                <a:lnTo>
                  <a:pt x="95" y="346"/>
                </a:lnTo>
                <a:lnTo>
                  <a:pt x="96" y="346"/>
                </a:lnTo>
                <a:lnTo>
                  <a:pt x="97" y="346"/>
                </a:lnTo>
                <a:lnTo>
                  <a:pt x="97" y="345"/>
                </a:lnTo>
                <a:lnTo>
                  <a:pt x="97" y="344"/>
                </a:lnTo>
                <a:lnTo>
                  <a:pt x="96" y="342"/>
                </a:lnTo>
                <a:lnTo>
                  <a:pt x="95" y="342"/>
                </a:lnTo>
                <a:lnTo>
                  <a:pt x="93" y="342"/>
                </a:lnTo>
                <a:lnTo>
                  <a:pt x="93" y="341"/>
                </a:lnTo>
                <a:lnTo>
                  <a:pt x="93" y="340"/>
                </a:lnTo>
                <a:lnTo>
                  <a:pt x="93" y="339"/>
                </a:lnTo>
                <a:lnTo>
                  <a:pt x="91" y="339"/>
                </a:lnTo>
                <a:lnTo>
                  <a:pt x="92" y="338"/>
                </a:lnTo>
                <a:lnTo>
                  <a:pt x="92" y="337"/>
                </a:lnTo>
                <a:lnTo>
                  <a:pt x="91" y="337"/>
                </a:lnTo>
                <a:lnTo>
                  <a:pt x="90" y="337"/>
                </a:lnTo>
                <a:lnTo>
                  <a:pt x="89" y="338"/>
                </a:lnTo>
                <a:lnTo>
                  <a:pt x="89" y="340"/>
                </a:lnTo>
                <a:lnTo>
                  <a:pt x="88" y="340"/>
                </a:lnTo>
                <a:lnTo>
                  <a:pt x="88" y="341"/>
                </a:lnTo>
                <a:lnTo>
                  <a:pt x="88" y="342"/>
                </a:lnTo>
                <a:lnTo>
                  <a:pt x="87" y="342"/>
                </a:lnTo>
                <a:lnTo>
                  <a:pt x="86" y="342"/>
                </a:lnTo>
                <a:lnTo>
                  <a:pt x="84" y="343"/>
                </a:lnTo>
                <a:lnTo>
                  <a:pt x="83" y="343"/>
                </a:lnTo>
                <a:lnTo>
                  <a:pt x="83" y="344"/>
                </a:lnTo>
                <a:lnTo>
                  <a:pt x="82" y="344"/>
                </a:lnTo>
                <a:lnTo>
                  <a:pt x="82" y="343"/>
                </a:lnTo>
                <a:lnTo>
                  <a:pt x="81" y="343"/>
                </a:lnTo>
                <a:lnTo>
                  <a:pt x="81" y="344"/>
                </a:lnTo>
                <a:lnTo>
                  <a:pt x="80" y="344"/>
                </a:lnTo>
                <a:lnTo>
                  <a:pt x="80" y="345"/>
                </a:lnTo>
                <a:lnTo>
                  <a:pt x="80" y="346"/>
                </a:lnTo>
                <a:lnTo>
                  <a:pt x="79" y="346"/>
                </a:lnTo>
                <a:lnTo>
                  <a:pt x="78" y="348"/>
                </a:lnTo>
                <a:lnTo>
                  <a:pt x="76" y="348"/>
                </a:lnTo>
                <a:lnTo>
                  <a:pt x="76" y="349"/>
                </a:lnTo>
                <a:lnTo>
                  <a:pt x="76" y="350"/>
                </a:lnTo>
                <a:lnTo>
                  <a:pt x="75" y="350"/>
                </a:lnTo>
                <a:lnTo>
                  <a:pt x="74" y="351"/>
                </a:lnTo>
                <a:lnTo>
                  <a:pt x="73" y="351"/>
                </a:lnTo>
                <a:lnTo>
                  <a:pt x="72" y="351"/>
                </a:lnTo>
                <a:lnTo>
                  <a:pt x="72" y="350"/>
                </a:lnTo>
                <a:lnTo>
                  <a:pt x="72" y="349"/>
                </a:lnTo>
                <a:lnTo>
                  <a:pt x="72" y="348"/>
                </a:lnTo>
                <a:lnTo>
                  <a:pt x="71" y="348"/>
                </a:lnTo>
                <a:lnTo>
                  <a:pt x="71" y="349"/>
                </a:lnTo>
                <a:lnTo>
                  <a:pt x="70" y="348"/>
                </a:lnTo>
                <a:lnTo>
                  <a:pt x="70" y="347"/>
                </a:lnTo>
                <a:lnTo>
                  <a:pt x="69" y="347"/>
                </a:lnTo>
                <a:lnTo>
                  <a:pt x="68" y="347"/>
                </a:lnTo>
                <a:lnTo>
                  <a:pt x="67" y="346"/>
                </a:lnTo>
                <a:lnTo>
                  <a:pt x="67" y="345"/>
                </a:lnTo>
                <a:lnTo>
                  <a:pt x="66" y="343"/>
                </a:lnTo>
                <a:lnTo>
                  <a:pt x="66" y="342"/>
                </a:lnTo>
                <a:lnTo>
                  <a:pt x="65" y="341"/>
                </a:lnTo>
                <a:lnTo>
                  <a:pt x="64" y="341"/>
                </a:lnTo>
                <a:lnTo>
                  <a:pt x="64" y="340"/>
                </a:lnTo>
                <a:lnTo>
                  <a:pt x="65" y="340"/>
                </a:lnTo>
                <a:lnTo>
                  <a:pt x="64" y="339"/>
                </a:lnTo>
                <a:lnTo>
                  <a:pt x="64" y="338"/>
                </a:lnTo>
                <a:lnTo>
                  <a:pt x="64" y="337"/>
                </a:lnTo>
                <a:lnTo>
                  <a:pt x="64" y="335"/>
                </a:lnTo>
                <a:lnTo>
                  <a:pt x="65" y="334"/>
                </a:lnTo>
                <a:lnTo>
                  <a:pt x="65" y="333"/>
                </a:lnTo>
                <a:lnTo>
                  <a:pt x="65" y="332"/>
                </a:lnTo>
                <a:lnTo>
                  <a:pt x="66" y="332"/>
                </a:lnTo>
                <a:lnTo>
                  <a:pt x="63" y="332"/>
                </a:lnTo>
                <a:lnTo>
                  <a:pt x="63" y="331"/>
                </a:lnTo>
                <a:lnTo>
                  <a:pt x="62" y="331"/>
                </a:lnTo>
                <a:lnTo>
                  <a:pt x="62" y="330"/>
                </a:lnTo>
                <a:lnTo>
                  <a:pt x="61" y="330"/>
                </a:lnTo>
                <a:lnTo>
                  <a:pt x="61" y="331"/>
                </a:lnTo>
                <a:lnTo>
                  <a:pt x="61" y="330"/>
                </a:lnTo>
                <a:lnTo>
                  <a:pt x="61" y="329"/>
                </a:lnTo>
                <a:lnTo>
                  <a:pt x="61" y="328"/>
                </a:lnTo>
                <a:lnTo>
                  <a:pt x="61" y="327"/>
                </a:lnTo>
                <a:lnTo>
                  <a:pt x="57" y="329"/>
                </a:lnTo>
                <a:lnTo>
                  <a:pt x="57" y="330"/>
                </a:lnTo>
                <a:lnTo>
                  <a:pt x="57" y="331"/>
                </a:lnTo>
                <a:lnTo>
                  <a:pt x="56" y="331"/>
                </a:lnTo>
                <a:lnTo>
                  <a:pt x="55" y="331"/>
                </a:lnTo>
                <a:lnTo>
                  <a:pt x="53" y="331"/>
                </a:lnTo>
                <a:lnTo>
                  <a:pt x="54" y="331"/>
                </a:lnTo>
                <a:lnTo>
                  <a:pt x="54" y="330"/>
                </a:lnTo>
                <a:lnTo>
                  <a:pt x="53" y="330"/>
                </a:lnTo>
                <a:lnTo>
                  <a:pt x="49" y="332"/>
                </a:lnTo>
                <a:lnTo>
                  <a:pt x="47" y="332"/>
                </a:lnTo>
                <a:lnTo>
                  <a:pt x="46" y="333"/>
                </a:lnTo>
                <a:lnTo>
                  <a:pt x="45" y="334"/>
                </a:lnTo>
                <a:lnTo>
                  <a:pt x="44" y="333"/>
                </a:lnTo>
                <a:lnTo>
                  <a:pt x="43" y="334"/>
                </a:lnTo>
                <a:lnTo>
                  <a:pt x="44" y="334"/>
                </a:lnTo>
                <a:lnTo>
                  <a:pt x="44" y="335"/>
                </a:lnTo>
                <a:lnTo>
                  <a:pt x="42" y="335"/>
                </a:lnTo>
                <a:lnTo>
                  <a:pt x="42" y="334"/>
                </a:lnTo>
                <a:lnTo>
                  <a:pt x="40" y="334"/>
                </a:lnTo>
                <a:lnTo>
                  <a:pt x="39" y="335"/>
                </a:lnTo>
                <a:lnTo>
                  <a:pt x="37" y="336"/>
                </a:lnTo>
                <a:lnTo>
                  <a:pt x="36" y="336"/>
                </a:lnTo>
                <a:lnTo>
                  <a:pt x="35" y="335"/>
                </a:lnTo>
                <a:lnTo>
                  <a:pt x="35" y="334"/>
                </a:lnTo>
                <a:lnTo>
                  <a:pt x="35" y="333"/>
                </a:lnTo>
                <a:lnTo>
                  <a:pt x="35" y="332"/>
                </a:lnTo>
                <a:lnTo>
                  <a:pt x="34" y="332"/>
                </a:lnTo>
                <a:lnTo>
                  <a:pt x="34" y="330"/>
                </a:lnTo>
                <a:lnTo>
                  <a:pt x="35" y="330"/>
                </a:lnTo>
                <a:lnTo>
                  <a:pt x="35" y="329"/>
                </a:lnTo>
                <a:lnTo>
                  <a:pt x="34" y="329"/>
                </a:lnTo>
                <a:lnTo>
                  <a:pt x="33" y="329"/>
                </a:lnTo>
                <a:lnTo>
                  <a:pt x="33" y="328"/>
                </a:lnTo>
                <a:lnTo>
                  <a:pt x="33" y="327"/>
                </a:lnTo>
                <a:lnTo>
                  <a:pt x="33" y="326"/>
                </a:lnTo>
                <a:lnTo>
                  <a:pt x="33" y="325"/>
                </a:lnTo>
                <a:lnTo>
                  <a:pt x="33" y="324"/>
                </a:lnTo>
                <a:lnTo>
                  <a:pt x="33" y="323"/>
                </a:lnTo>
                <a:lnTo>
                  <a:pt x="33" y="322"/>
                </a:lnTo>
                <a:lnTo>
                  <a:pt x="32" y="322"/>
                </a:lnTo>
                <a:lnTo>
                  <a:pt x="32" y="323"/>
                </a:lnTo>
                <a:lnTo>
                  <a:pt x="32" y="324"/>
                </a:lnTo>
                <a:lnTo>
                  <a:pt x="30" y="324"/>
                </a:lnTo>
                <a:lnTo>
                  <a:pt x="29" y="324"/>
                </a:lnTo>
                <a:lnTo>
                  <a:pt x="28" y="324"/>
                </a:lnTo>
                <a:lnTo>
                  <a:pt x="27" y="324"/>
                </a:lnTo>
                <a:lnTo>
                  <a:pt x="23" y="324"/>
                </a:lnTo>
                <a:lnTo>
                  <a:pt x="22" y="324"/>
                </a:lnTo>
                <a:lnTo>
                  <a:pt x="21" y="324"/>
                </a:lnTo>
                <a:lnTo>
                  <a:pt x="21" y="325"/>
                </a:lnTo>
                <a:lnTo>
                  <a:pt x="20" y="326"/>
                </a:lnTo>
                <a:lnTo>
                  <a:pt x="20" y="325"/>
                </a:lnTo>
                <a:lnTo>
                  <a:pt x="18" y="325"/>
                </a:lnTo>
                <a:lnTo>
                  <a:pt x="17" y="325"/>
                </a:lnTo>
                <a:lnTo>
                  <a:pt x="17" y="324"/>
                </a:lnTo>
                <a:lnTo>
                  <a:pt x="15" y="323"/>
                </a:lnTo>
                <a:lnTo>
                  <a:pt x="14" y="323"/>
                </a:lnTo>
                <a:lnTo>
                  <a:pt x="13" y="323"/>
                </a:lnTo>
                <a:lnTo>
                  <a:pt x="13" y="321"/>
                </a:lnTo>
                <a:lnTo>
                  <a:pt x="13" y="320"/>
                </a:lnTo>
                <a:lnTo>
                  <a:pt x="14" y="320"/>
                </a:lnTo>
                <a:lnTo>
                  <a:pt x="14" y="318"/>
                </a:lnTo>
                <a:lnTo>
                  <a:pt x="12" y="317"/>
                </a:lnTo>
                <a:lnTo>
                  <a:pt x="11" y="317"/>
                </a:lnTo>
                <a:lnTo>
                  <a:pt x="11" y="316"/>
                </a:lnTo>
                <a:lnTo>
                  <a:pt x="12" y="314"/>
                </a:lnTo>
                <a:lnTo>
                  <a:pt x="12" y="313"/>
                </a:lnTo>
                <a:lnTo>
                  <a:pt x="11" y="312"/>
                </a:lnTo>
                <a:lnTo>
                  <a:pt x="12" y="311"/>
                </a:lnTo>
                <a:lnTo>
                  <a:pt x="12" y="310"/>
                </a:lnTo>
                <a:lnTo>
                  <a:pt x="12" y="309"/>
                </a:lnTo>
                <a:lnTo>
                  <a:pt x="12" y="308"/>
                </a:lnTo>
                <a:lnTo>
                  <a:pt x="12" y="307"/>
                </a:lnTo>
                <a:lnTo>
                  <a:pt x="11" y="307"/>
                </a:lnTo>
                <a:lnTo>
                  <a:pt x="11" y="306"/>
                </a:lnTo>
                <a:lnTo>
                  <a:pt x="11" y="304"/>
                </a:lnTo>
                <a:lnTo>
                  <a:pt x="11" y="303"/>
                </a:lnTo>
                <a:lnTo>
                  <a:pt x="8" y="303"/>
                </a:lnTo>
                <a:lnTo>
                  <a:pt x="7" y="303"/>
                </a:lnTo>
                <a:lnTo>
                  <a:pt x="7" y="302"/>
                </a:lnTo>
                <a:lnTo>
                  <a:pt x="7" y="299"/>
                </a:lnTo>
                <a:lnTo>
                  <a:pt x="7" y="297"/>
                </a:lnTo>
                <a:lnTo>
                  <a:pt x="7" y="296"/>
                </a:lnTo>
                <a:lnTo>
                  <a:pt x="6" y="296"/>
                </a:lnTo>
                <a:lnTo>
                  <a:pt x="6" y="295"/>
                </a:lnTo>
                <a:lnTo>
                  <a:pt x="6" y="294"/>
                </a:lnTo>
                <a:lnTo>
                  <a:pt x="5" y="294"/>
                </a:lnTo>
                <a:lnTo>
                  <a:pt x="4" y="294"/>
                </a:lnTo>
                <a:lnTo>
                  <a:pt x="4" y="293"/>
                </a:lnTo>
                <a:lnTo>
                  <a:pt x="3" y="287"/>
                </a:lnTo>
                <a:lnTo>
                  <a:pt x="3" y="286"/>
                </a:lnTo>
                <a:lnTo>
                  <a:pt x="4" y="286"/>
                </a:lnTo>
                <a:lnTo>
                  <a:pt x="4" y="284"/>
                </a:lnTo>
                <a:lnTo>
                  <a:pt x="5" y="282"/>
                </a:lnTo>
                <a:lnTo>
                  <a:pt x="5" y="280"/>
                </a:lnTo>
                <a:lnTo>
                  <a:pt x="6" y="278"/>
                </a:lnTo>
                <a:lnTo>
                  <a:pt x="6" y="277"/>
                </a:lnTo>
                <a:lnTo>
                  <a:pt x="7" y="276"/>
                </a:lnTo>
                <a:lnTo>
                  <a:pt x="7" y="275"/>
                </a:lnTo>
                <a:lnTo>
                  <a:pt x="8" y="274"/>
                </a:lnTo>
                <a:lnTo>
                  <a:pt x="8" y="272"/>
                </a:lnTo>
                <a:lnTo>
                  <a:pt x="8" y="271"/>
                </a:lnTo>
                <a:lnTo>
                  <a:pt x="9" y="271"/>
                </a:lnTo>
                <a:lnTo>
                  <a:pt x="9" y="270"/>
                </a:lnTo>
                <a:lnTo>
                  <a:pt x="8" y="270"/>
                </a:lnTo>
                <a:lnTo>
                  <a:pt x="8" y="269"/>
                </a:lnTo>
                <a:lnTo>
                  <a:pt x="8" y="268"/>
                </a:lnTo>
                <a:lnTo>
                  <a:pt x="9" y="268"/>
                </a:lnTo>
                <a:lnTo>
                  <a:pt x="9" y="266"/>
                </a:lnTo>
                <a:lnTo>
                  <a:pt x="8" y="265"/>
                </a:lnTo>
                <a:lnTo>
                  <a:pt x="7" y="265"/>
                </a:lnTo>
                <a:lnTo>
                  <a:pt x="7" y="264"/>
                </a:lnTo>
                <a:lnTo>
                  <a:pt x="8" y="262"/>
                </a:lnTo>
                <a:lnTo>
                  <a:pt x="9" y="262"/>
                </a:lnTo>
                <a:lnTo>
                  <a:pt x="10" y="262"/>
                </a:lnTo>
                <a:lnTo>
                  <a:pt x="11" y="262"/>
                </a:lnTo>
                <a:lnTo>
                  <a:pt x="12" y="261"/>
                </a:lnTo>
                <a:lnTo>
                  <a:pt x="11" y="260"/>
                </a:lnTo>
                <a:lnTo>
                  <a:pt x="12" y="260"/>
                </a:lnTo>
                <a:lnTo>
                  <a:pt x="12" y="259"/>
                </a:lnTo>
                <a:lnTo>
                  <a:pt x="13" y="259"/>
                </a:lnTo>
                <a:lnTo>
                  <a:pt x="14" y="259"/>
                </a:lnTo>
                <a:lnTo>
                  <a:pt x="14" y="260"/>
                </a:lnTo>
                <a:lnTo>
                  <a:pt x="13" y="260"/>
                </a:lnTo>
                <a:lnTo>
                  <a:pt x="12" y="260"/>
                </a:lnTo>
                <a:lnTo>
                  <a:pt x="12" y="261"/>
                </a:lnTo>
                <a:lnTo>
                  <a:pt x="12" y="262"/>
                </a:lnTo>
                <a:lnTo>
                  <a:pt x="13" y="262"/>
                </a:lnTo>
                <a:lnTo>
                  <a:pt x="13" y="261"/>
                </a:lnTo>
                <a:lnTo>
                  <a:pt x="14" y="261"/>
                </a:lnTo>
                <a:lnTo>
                  <a:pt x="14" y="260"/>
                </a:lnTo>
                <a:lnTo>
                  <a:pt x="15" y="260"/>
                </a:lnTo>
                <a:lnTo>
                  <a:pt x="15" y="261"/>
                </a:lnTo>
                <a:lnTo>
                  <a:pt x="16" y="261"/>
                </a:lnTo>
                <a:lnTo>
                  <a:pt x="17" y="260"/>
                </a:lnTo>
                <a:lnTo>
                  <a:pt x="18" y="261"/>
                </a:lnTo>
                <a:lnTo>
                  <a:pt x="19" y="261"/>
                </a:lnTo>
                <a:lnTo>
                  <a:pt x="20" y="260"/>
                </a:lnTo>
                <a:lnTo>
                  <a:pt x="21" y="260"/>
                </a:lnTo>
                <a:lnTo>
                  <a:pt x="24" y="260"/>
                </a:lnTo>
                <a:lnTo>
                  <a:pt x="24" y="259"/>
                </a:lnTo>
                <a:lnTo>
                  <a:pt x="25" y="259"/>
                </a:lnTo>
                <a:lnTo>
                  <a:pt x="26" y="259"/>
                </a:lnTo>
                <a:lnTo>
                  <a:pt x="25" y="258"/>
                </a:lnTo>
                <a:lnTo>
                  <a:pt x="25" y="256"/>
                </a:lnTo>
                <a:lnTo>
                  <a:pt x="25" y="255"/>
                </a:lnTo>
                <a:lnTo>
                  <a:pt x="26" y="255"/>
                </a:lnTo>
                <a:lnTo>
                  <a:pt x="27" y="255"/>
                </a:lnTo>
                <a:lnTo>
                  <a:pt x="27" y="254"/>
                </a:lnTo>
                <a:lnTo>
                  <a:pt x="27" y="253"/>
                </a:lnTo>
                <a:lnTo>
                  <a:pt x="28" y="252"/>
                </a:lnTo>
                <a:lnTo>
                  <a:pt x="28" y="251"/>
                </a:lnTo>
                <a:lnTo>
                  <a:pt x="29" y="251"/>
                </a:lnTo>
                <a:lnTo>
                  <a:pt x="30" y="248"/>
                </a:lnTo>
                <a:lnTo>
                  <a:pt x="30" y="247"/>
                </a:lnTo>
                <a:lnTo>
                  <a:pt x="30" y="246"/>
                </a:lnTo>
                <a:lnTo>
                  <a:pt x="31" y="246"/>
                </a:lnTo>
                <a:lnTo>
                  <a:pt x="32" y="247"/>
                </a:lnTo>
                <a:lnTo>
                  <a:pt x="32" y="245"/>
                </a:lnTo>
                <a:lnTo>
                  <a:pt x="32" y="244"/>
                </a:lnTo>
                <a:lnTo>
                  <a:pt x="31" y="244"/>
                </a:lnTo>
                <a:lnTo>
                  <a:pt x="32" y="244"/>
                </a:lnTo>
                <a:lnTo>
                  <a:pt x="32" y="243"/>
                </a:lnTo>
                <a:lnTo>
                  <a:pt x="31" y="242"/>
                </a:lnTo>
                <a:lnTo>
                  <a:pt x="31" y="241"/>
                </a:lnTo>
                <a:lnTo>
                  <a:pt x="30" y="241"/>
                </a:lnTo>
                <a:lnTo>
                  <a:pt x="30" y="240"/>
                </a:lnTo>
                <a:lnTo>
                  <a:pt x="30" y="239"/>
                </a:lnTo>
                <a:lnTo>
                  <a:pt x="29" y="238"/>
                </a:lnTo>
                <a:lnTo>
                  <a:pt x="28" y="238"/>
                </a:lnTo>
                <a:lnTo>
                  <a:pt x="27" y="238"/>
                </a:lnTo>
                <a:lnTo>
                  <a:pt x="26" y="238"/>
                </a:lnTo>
                <a:lnTo>
                  <a:pt x="25" y="238"/>
                </a:lnTo>
                <a:lnTo>
                  <a:pt x="23" y="238"/>
                </a:lnTo>
                <a:lnTo>
                  <a:pt x="22" y="238"/>
                </a:lnTo>
                <a:lnTo>
                  <a:pt x="22" y="237"/>
                </a:lnTo>
                <a:lnTo>
                  <a:pt x="22" y="236"/>
                </a:lnTo>
                <a:lnTo>
                  <a:pt x="22" y="235"/>
                </a:lnTo>
                <a:lnTo>
                  <a:pt x="21" y="234"/>
                </a:lnTo>
                <a:lnTo>
                  <a:pt x="21" y="233"/>
                </a:lnTo>
                <a:lnTo>
                  <a:pt x="21" y="232"/>
                </a:lnTo>
                <a:lnTo>
                  <a:pt x="21" y="231"/>
                </a:lnTo>
                <a:lnTo>
                  <a:pt x="20" y="229"/>
                </a:lnTo>
                <a:lnTo>
                  <a:pt x="20" y="228"/>
                </a:lnTo>
                <a:lnTo>
                  <a:pt x="19" y="226"/>
                </a:lnTo>
                <a:lnTo>
                  <a:pt x="20" y="226"/>
                </a:lnTo>
                <a:lnTo>
                  <a:pt x="22" y="225"/>
                </a:lnTo>
                <a:lnTo>
                  <a:pt x="22" y="224"/>
                </a:lnTo>
                <a:lnTo>
                  <a:pt x="22" y="223"/>
                </a:lnTo>
                <a:lnTo>
                  <a:pt x="22" y="222"/>
                </a:lnTo>
                <a:lnTo>
                  <a:pt x="23" y="223"/>
                </a:lnTo>
                <a:lnTo>
                  <a:pt x="24" y="223"/>
                </a:lnTo>
                <a:lnTo>
                  <a:pt x="25" y="223"/>
                </a:lnTo>
                <a:lnTo>
                  <a:pt x="24" y="222"/>
                </a:lnTo>
                <a:lnTo>
                  <a:pt x="23" y="222"/>
                </a:lnTo>
                <a:lnTo>
                  <a:pt x="23" y="221"/>
                </a:lnTo>
                <a:lnTo>
                  <a:pt x="23" y="220"/>
                </a:lnTo>
                <a:lnTo>
                  <a:pt x="22" y="220"/>
                </a:lnTo>
                <a:lnTo>
                  <a:pt x="21" y="218"/>
                </a:lnTo>
                <a:lnTo>
                  <a:pt x="22" y="217"/>
                </a:lnTo>
                <a:lnTo>
                  <a:pt x="21" y="217"/>
                </a:lnTo>
                <a:lnTo>
                  <a:pt x="20" y="215"/>
                </a:lnTo>
                <a:lnTo>
                  <a:pt x="21" y="214"/>
                </a:lnTo>
                <a:lnTo>
                  <a:pt x="21" y="213"/>
                </a:lnTo>
                <a:lnTo>
                  <a:pt x="21" y="212"/>
                </a:lnTo>
                <a:lnTo>
                  <a:pt x="20" y="211"/>
                </a:lnTo>
                <a:lnTo>
                  <a:pt x="20" y="210"/>
                </a:lnTo>
                <a:lnTo>
                  <a:pt x="20" y="209"/>
                </a:lnTo>
                <a:lnTo>
                  <a:pt x="19" y="209"/>
                </a:lnTo>
                <a:lnTo>
                  <a:pt x="19" y="208"/>
                </a:lnTo>
                <a:lnTo>
                  <a:pt x="20" y="208"/>
                </a:lnTo>
                <a:lnTo>
                  <a:pt x="20" y="207"/>
                </a:lnTo>
                <a:lnTo>
                  <a:pt x="21" y="207"/>
                </a:lnTo>
                <a:lnTo>
                  <a:pt x="22" y="207"/>
                </a:lnTo>
                <a:lnTo>
                  <a:pt x="22" y="206"/>
                </a:lnTo>
                <a:lnTo>
                  <a:pt x="22" y="205"/>
                </a:lnTo>
                <a:lnTo>
                  <a:pt x="22" y="204"/>
                </a:lnTo>
                <a:lnTo>
                  <a:pt x="22" y="203"/>
                </a:lnTo>
                <a:lnTo>
                  <a:pt x="21" y="202"/>
                </a:lnTo>
                <a:lnTo>
                  <a:pt x="21" y="201"/>
                </a:lnTo>
                <a:lnTo>
                  <a:pt x="21" y="200"/>
                </a:lnTo>
                <a:lnTo>
                  <a:pt x="20" y="200"/>
                </a:lnTo>
                <a:lnTo>
                  <a:pt x="19" y="200"/>
                </a:lnTo>
                <a:lnTo>
                  <a:pt x="18" y="199"/>
                </a:lnTo>
                <a:lnTo>
                  <a:pt x="18" y="198"/>
                </a:lnTo>
                <a:lnTo>
                  <a:pt x="18" y="197"/>
                </a:lnTo>
                <a:lnTo>
                  <a:pt x="19" y="197"/>
                </a:lnTo>
                <a:lnTo>
                  <a:pt x="18" y="196"/>
                </a:lnTo>
                <a:lnTo>
                  <a:pt x="16" y="197"/>
                </a:lnTo>
                <a:lnTo>
                  <a:pt x="16" y="198"/>
                </a:lnTo>
                <a:lnTo>
                  <a:pt x="15" y="200"/>
                </a:lnTo>
                <a:lnTo>
                  <a:pt x="14" y="200"/>
                </a:lnTo>
                <a:lnTo>
                  <a:pt x="13" y="201"/>
                </a:lnTo>
                <a:lnTo>
                  <a:pt x="12" y="201"/>
                </a:lnTo>
                <a:lnTo>
                  <a:pt x="12" y="200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2" y="196"/>
                </a:lnTo>
                <a:lnTo>
                  <a:pt x="13" y="196"/>
                </a:lnTo>
                <a:lnTo>
                  <a:pt x="12" y="195"/>
                </a:lnTo>
                <a:lnTo>
                  <a:pt x="12" y="196"/>
                </a:lnTo>
                <a:lnTo>
                  <a:pt x="11" y="196"/>
                </a:lnTo>
                <a:lnTo>
                  <a:pt x="10" y="195"/>
                </a:lnTo>
                <a:lnTo>
                  <a:pt x="9" y="193"/>
                </a:lnTo>
                <a:lnTo>
                  <a:pt x="10" y="193"/>
                </a:lnTo>
                <a:lnTo>
                  <a:pt x="12" y="193"/>
                </a:lnTo>
                <a:lnTo>
                  <a:pt x="13" y="191"/>
                </a:lnTo>
                <a:lnTo>
                  <a:pt x="12" y="189"/>
                </a:lnTo>
                <a:lnTo>
                  <a:pt x="11" y="188"/>
                </a:lnTo>
                <a:lnTo>
                  <a:pt x="11" y="187"/>
                </a:lnTo>
                <a:lnTo>
                  <a:pt x="12" y="187"/>
                </a:lnTo>
                <a:lnTo>
                  <a:pt x="12" y="186"/>
                </a:lnTo>
                <a:lnTo>
                  <a:pt x="12" y="185"/>
                </a:lnTo>
                <a:lnTo>
                  <a:pt x="12" y="184"/>
                </a:lnTo>
                <a:lnTo>
                  <a:pt x="13" y="184"/>
                </a:lnTo>
                <a:lnTo>
                  <a:pt x="14" y="184"/>
                </a:lnTo>
                <a:lnTo>
                  <a:pt x="14" y="183"/>
                </a:lnTo>
                <a:lnTo>
                  <a:pt x="14" y="182"/>
                </a:lnTo>
                <a:lnTo>
                  <a:pt x="15" y="181"/>
                </a:lnTo>
                <a:lnTo>
                  <a:pt x="16" y="181"/>
                </a:lnTo>
                <a:lnTo>
                  <a:pt x="17" y="179"/>
                </a:lnTo>
                <a:lnTo>
                  <a:pt x="16" y="179"/>
                </a:lnTo>
                <a:lnTo>
                  <a:pt x="15" y="179"/>
                </a:lnTo>
                <a:lnTo>
                  <a:pt x="14" y="179"/>
                </a:lnTo>
                <a:lnTo>
                  <a:pt x="14" y="178"/>
                </a:lnTo>
                <a:lnTo>
                  <a:pt x="13" y="178"/>
                </a:lnTo>
                <a:lnTo>
                  <a:pt x="12" y="179"/>
                </a:lnTo>
                <a:lnTo>
                  <a:pt x="10" y="180"/>
                </a:lnTo>
                <a:lnTo>
                  <a:pt x="9" y="180"/>
                </a:lnTo>
                <a:lnTo>
                  <a:pt x="9" y="179"/>
                </a:lnTo>
                <a:lnTo>
                  <a:pt x="9" y="178"/>
                </a:lnTo>
                <a:lnTo>
                  <a:pt x="8" y="178"/>
                </a:lnTo>
                <a:lnTo>
                  <a:pt x="7" y="177"/>
                </a:lnTo>
                <a:lnTo>
                  <a:pt x="6" y="177"/>
                </a:lnTo>
                <a:lnTo>
                  <a:pt x="6" y="178"/>
                </a:lnTo>
                <a:lnTo>
                  <a:pt x="5" y="178"/>
                </a:lnTo>
                <a:lnTo>
                  <a:pt x="4" y="178"/>
                </a:lnTo>
                <a:lnTo>
                  <a:pt x="4" y="177"/>
                </a:lnTo>
                <a:lnTo>
                  <a:pt x="3" y="177"/>
                </a:lnTo>
                <a:lnTo>
                  <a:pt x="4" y="177"/>
                </a:lnTo>
                <a:lnTo>
                  <a:pt x="4" y="176"/>
                </a:lnTo>
                <a:lnTo>
                  <a:pt x="3" y="175"/>
                </a:lnTo>
                <a:lnTo>
                  <a:pt x="2" y="175"/>
                </a:lnTo>
                <a:lnTo>
                  <a:pt x="2" y="174"/>
                </a:lnTo>
                <a:lnTo>
                  <a:pt x="3" y="174"/>
                </a:lnTo>
                <a:lnTo>
                  <a:pt x="3" y="173"/>
                </a:lnTo>
                <a:lnTo>
                  <a:pt x="4" y="172"/>
                </a:lnTo>
                <a:lnTo>
                  <a:pt x="5" y="172"/>
                </a:lnTo>
                <a:lnTo>
                  <a:pt x="6" y="172"/>
                </a:lnTo>
                <a:lnTo>
                  <a:pt x="7" y="171"/>
                </a:lnTo>
                <a:lnTo>
                  <a:pt x="7" y="170"/>
                </a:lnTo>
                <a:lnTo>
                  <a:pt x="6" y="167"/>
                </a:lnTo>
                <a:lnTo>
                  <a:pt x="5" y="165"/>
                </a:lnTo>
                <a:lnTo>
                  <a:pt x="6" y="165"/>
                </a:lnTo>
                <a:lnTo>
                  <a:pt x="6" y="164"/>
                </a:lnTo>
                <a:lnTo>
                  <a:pt x="7" y="164"/>
                </a:lnTo>
                <a:lnTo>
                  <a:pt x="7" y="163"/>
                </a:lnTo>
                <a:lnTo>
                  <a:pt x="6" y="162"/>
                </a:lnTo>
                <a:lnTo>
                  <a:pt x="7" y="161"/>
                </a:lnTo>
                <a:lnTo>
                  <a:pt x="6" y="161"/>
                </a:lnTo>
                <a:lnTo>
                  <a:pt x="6" y="160"/>
                </a:lnTo>
                <a:lnTo>
                  <a:pt x="5" y="160"/>
                </a:lnTo>
                <a:lnTo>
                  <a:pt x="6" y="160"/>
                </a:lnTo>
                <a:lnTo>
                  <a:pt x="5" y="161"/>
                </a:lnTo>
                <a:lnTo>
                  <a:pt x="4" y="161"/>
                </a:lnTo>
                <a:lnTo>
                  <a:pt x="3" y="161"/>
                </a:lnTo>
                <a:lnTo>
                  <a:pt x="3" y="160"/>
                </a:lnTo>
                <a:lnTo>
                  <a:pt x="2" y="158"/>
                </a:lnTo>
                <a:lnTo>
                  <a:pt x="1" y="158"/>
                </a:lnTo>
                <a:lnTo>
                  <a:pt x="0" y="157"/>
                </a:lnTo>
                <a:lnTo>
                  <a:pt x="0" y="156"/>
                </a:lnTo>
                <a:lnTo>
                  <a:pt x="1" y="155"/>
                </a:lnTo>
                <a:lnTo>
                  <a:pt x="2" y="153"/>
                </a:lnTo>
                <a:lnTo>
                  <a:pt x="3" y="152"/>
                </a:lnTo>
                <a:lnTo>
                  <a:pt x="3" y="151"/>
                </a:lnTo>
                <a:lnTo>
                  <a:pt x="2" y="150"/>
                </a:lnTo>
                <a:lnTo>
                  <a:pt x="1" y="149"/>
                </a:lnTo>
                <a:lnTo>
                  <a:pt x="1" y="148"/>
                </a:lnTo>
                <a:lnTo>
                  <a:pt x="1" y="147"/>
                </a:lnTo>
                <a:lnTo>
                  <a:pt x="2" y="147"/>
                </a:lnTo>
                <a:lnTo>
                  <a:pt x="2" y="146"/>
                </a:lnTo>
                <a:lnTo>
                  <a:pt x="1" y="146"/>
                </a:lnTo>
                <a:lnTo>
                  <a:pt x="2" y="145"/>
                </a:lnTo>
                <a:lnTo>
                  <a:pt x="3" y="145"/>
                </a:lnTo>
                <a:lnTo>
                  <a:pt x="2" y="145"/>
                </a:lnTo>
                <a:lnTo>
                  <a:pt x="2" y="146"/>
                </a:lnTo>
                <a:lnTo>
                  <a:pt x="3" y="146"/>
                </a:lnTo>
                <a:lnTo>
                  <a:pt x="3" y="145"/>
                </a:lnTo>
                <a:lnTo>
                  <a:pt x="3" y="144"/>
                </a:lnTo>
                <a:lnTo>
                  <a:pt x="3" y="143"/>
                </a:lnTo>
                <a:lnTo>
                  <a:pt x="4" y="142"/>
                </a:lnTo>
                <a:lnTo>
                  <a:pt x="4" y="143"/>
                </a:lnTo>
                <a:lnTo>
                  <a:pt x="5" y="143"/>
                </a:lnTo>
                <a:lnTo>
                  <a:pt x="6" y="143"/>
                </a:lnTo>
                <a:lnTo>
                  <a:pt x="6" y="141"/>
                </a:lnTo>
                <a:lnTo>
                  <a:pt x="5" y="140"/>
                </a:lnTo>
                <a:lnTo>
                  <a:pt x="4" y="139"/>
                </a:lnTo>
                <a:lnTo>
                  <a:pt x="4" y="138"/>
                </a:lnTo>
                <a:lnTo>
                  <a:pt x="5" y="138"/>
                </a:lnTo>
                <a:lnTo>
                  <a:pt x="5" y="137"/>
                </a:lnTo>
                <a:lnTo>
                  <a:pt x="6" y="136"/>
                </a:lnTo>
                <a:lnTo>
                  <a:pt x="7" y="136"/>
                </a:lnTo>
                <a:lnTo>
                  <a:pt x="7" y="135"/>
                </a:lnTo>
                <a:lnTo>
                  <a:pt x="8" y="135"/>
                </a:lnTo>
                <a:lnTo>
                  <a:pt x="8" y="134"/>
                </a:lnTo>
                <a:lnTo>
                  <a:pt x="7" y="134"/>
                </a:lnTo>
                <a:lnTo>
                  <a:pt x="7" y="133"/>
                </a:lnTo>
                <a:lnTo>
                  <a:pt x="7" y="132"/>
                </a:lnTo>
                <a:lnTo>
                  <a:pt x="8" y="132"/>
                </a:lnTo>
                <a:lnTo>
                  <a:pt x="9" y="132"/>
                </a:lnTo>
                <a:lnTo>
                  <a:pt x="9" y="131"/>
                </a:lnTo>
                <a:lnTo>
                  <a:pt x="10" y="131"/>
                </a:lnTo>
                <a:lnTo>
                  <a:pt x="11" y="130"/>
                </a:lnTo>
                <a:lnTo>
                  <a:pt x="12" y="130"/>
                </a:lnTo>
                <a:lnTo>
                  <a:pt x="13" y="129"/>
                </a:lnTo>
                <a:lnTo>
                  <a:pt x="13" y="130"/>
                </a:lnTo>
                <a:lnTo>
                  <a:pt x="14" y="129"/>
                </a:lnTo>
                <a:lnTo>
                  <a:pt x="15" y="129"/>
                </a:lnTo>
                <a:lnTo>
                  <a:pt x="16" y="129"/>
                </a:lnTo>
                <a:lnTo>
                  <a:pt x="15" y="128"/>
                </a:lnTo>
                <a:lnTo>
                  <a:pt x="16" y="128"/>
                </a:lnTo>
                <a:lnTo>
                  <a:pt x="15" y="127"/>
                </a:lnTo>
                <a:lnTo>
                  <a:pt x="16" y="126"/>
                </a:lnTo>
                <a:lnTo>
                  <a:pt x="16" y="125"/>
                </a:lnTo>
                <a:lnTo>
                  <a:pt x="16" y="124"/>
                </a:lnTo>
                <a:lnTo>
                  <a:pt x="16" y="123"/>
                </a:lnTo>
                <a:lnTo>
                  <a:pt x="17" y="122"/>
                </a:lnTo>
                <a:lnTo>
                  <a:pt x="20" y="122"/>
                </a:lnTo>
                <a:lnTo>
                  <a:pt x="21" y="122"/>
                </a:lnTo>
                <a:lnTo>
                  <a:pt x="22" y="122"/>
                </a:lnTo>
                <a:lnTo>
                  <a:pt x="22" y="123"/>
                </a:lnTo>
                <a:lnTo>
                  <a:pt x="22" y="124"/>
                </a:lnTo>
                <a:lnTo>
                  <a:pt x="22" y="125"/>
                </a:lnTo>
                <a:lnTo>
                  <a:pt x="21" y="125"/>
                </a:lnTo>
                <a:lnTo>
                  <a:pt x="21" y="126"/>
                </a:lnTo>
                <a:lnTo>
                  <a:pt x="21" y="127"/>
                </a:lnTo>
                <a:lnTo>
                  <a:pt x="22" y="127"/>
                </a:lnTo>
                <a:lnTo>
                  <a:pt x="22" y="128"/>
                </a:lnTo>
                <a:lnTo>
                  <a:pt x="23" y="128"/>
                </a:lnTo>
                <a:lnTo>
                  <a:pt x="24" y="129"/>
                </a:lnTo>
                <a:lnTo>
                  <a:pt x="24" y="130"/>
                </a:lnTo>
                <a:lnTo>
                  <a:pt x="24" y="131"/>
                </a:lnTo>
                <a:lnTo>
                  <a:pt x="24" y="132"/>
                </a:lnTo>
                <a:lnTo>
                  <a:pt x="24" y="133"/>
                </a:lnTo>
                <a:lnTo>
                  <a:pt x="25" y="134"/>
                </a:lnTo>
                <a:lnTo>
                  <a:pt x="25" y="135"/>
                </a:lnTo>
                <a:lnTo>
                  <a:pt x="26" y="134"/>
                </a:lnTo>
                <a:lnTo>
                  <a:pt x="26" y="133"/>
                </a:lnTo>
                <a:lnTo>
                  <a:pt x="27" y="134"/>
                </a:lnTo>
                <a:lnTo>
                  <a:pt x="27" y="136"/>
                </a:lnTo>
                <a:lnTo>
                  <a:pt x="28" y="136"/>
                </a:lnTo>
                <a:lnTo>
                  <a:pt x="29" y="135"/>
                </a:lnTo>
                <a:lnTo>
                  <a:pt x="30" y="134"/>
                </a:lnTo>
                <a:lnTo>
                  <a:pt x="31" y="134"/>
                </a:lnTo>
                <a:lnTo>
                  <a:pt x="32" y="133"/>
                </a:lnTo>
                <a:lnTo>
                  <a:pt x="33" y="132"/>
                </a:lnTo>
                <a:lnTo>
                  <a:pt x="34" y="132"/>
                </a:lnTo>
                <a:lnTo>
                  <a:pt x="36" y="132"/>
                </a:lnTo>
                <a:lnTo>
                  <a:pt x="37" y="133"/>
                </a:lnTo>
                <a:lnTo>
                  <a:pt x="40" y="133"/>
                </a:lnTo>
                <a:lnTo>
                  <a:pt x="43" y="134"/>
                </a:lnTo>
                <a:lnTo>
                  <a:pt x="45" y="135"/>
                </a:lnTo>
                <a:lnTo>
                  <a:pt x="47" y="135"/>
                </a:lnTo>
                <a:lnTo>
                  <a:pt x="47" y="136"/>
                </a:lnTo>
                <a:lnTo>
                  <a:pt x="48" y="136"/>
                </a:lnTo>
                <a:lnTo>
                  <a:pt x="49" y="137"/>
                </a:lnTo>
                <a:lnTo>
                  <a:pt x="50" y="137"/>
                </a:lnTo>
                <a:lnTo>
                  <a:pt x="51" y="137"/>
                </a:lnTo>
                <a:lnTo>
                  <a:pt x="52" y="137"/>
                </a:lnTo>
                <a:lnTo>
                  <a:pt x="53" y="137"/>
                </a:lnTo>
                <a:lnTo>
                  <a:pt x="54" y="136"/>
                </a:lnTo>
                <a:lnTo>
                  <a:pt x="55" y="135"/>
                </a:lnTo>
                <a:lnTo>
                  <a:pt x="54" y="134"/>
                </a:lnTo>
                <a:lnTo>
                  <a:pt x="55" y="133"/>
                </a:lnTo>
                <a:lnTo>
                  <a:pt x="56" y="133"/>
                </a:lnTo>
                <a:lnTo>
                  <a:pt x="57" y="132"/>
                </a:lnTo>
                <a:lnTo>
                  <a:pt x="57" y="131"/>
                </a:lnTo>
                <a:lnTo>
                  <a:pt x="58" y="131"/>
                </a:lnTo>
                <a:lnTo>
                  <a:pt x="58" y="130"/>
                </a:lnTo>
                <a:lnTo>
                  <a:pt x="57" y="130"/>
                </a:lnTo>
                <a:lnTo>
                  <a:pt x="55" y="129"/>
                </a:lnTo>
                <a:lnTo>
                  <a:pt x="55" y="127"/>
                </a:lnTo>
                <a:lnTo>
                  <a:pt x="55" y="126"/>
                </a:lnTo>
                <a:lnTo>
                  <a:pt x="56" y="125"/>
                </a:lnTo>
                <a:lnTo>
                  <a:pt x="56" y="124"/>
                </a:lnTo>
                <a:lnTo>
                  <a:pt x="56" y="123"/>
                </a:lnTo>
                <a:lnTo>
                  <a:pt x="56" y="122"/>
                </a:lnTo>
                <a:lnTo>
                  <a:pt x="56" y="121"/>
                </a:lnTo>
                <a:lnTo>
                  <a:pt x="55" y="120"/>
                </a:lnTo>
                <a:lnTo>
                  <a:pt x="56" y="119"/>
                </a:lnTo>
                <a:lnTo>
                  <a:pt x="55" y="118"/>
                </a:lnTo>
                <a:lnTo>
                  <a:pt x="55" y="116"/>
                </a:lnTo>
                <a:lnTo>
                  <a:pt x="55" y="117"/>
                </a:lnTo>
                <a:lnTo>
                  <a:pt x="54" y="117"/>
                </a:lnTo>
                <a:lnTo>
                  <a:pt x="54" y="116"/>
                </a:lnTo>
                <a:lnTo>
                  <a:pt x="55" y="116"/>
                </a:lnTo>
                <a:lnTo>
                  <a:pt x="55" y="115"/>
                </a:lnTo>
                <a:lnTo>
                  <a:pt x="54" y="115"/>
                </a:lnTo>
                <a:lnTo>
                  <a:pt x="54" y="116"/>
                </a:lnTo>
                <a:lnTo>
                  <a:pt x="53" y="115"/>
                </a:lnTo>
                <a:lnTo>
                  <a:pt x="52" y="115"/>
                </a:lnTo>
                <a:lnTo>
                  <a:pt x="52" y="114"/>
                </a:lnTo>
                <a:lnTo>
                  <a:pt x="52" y="113"/>
                </a:lnTo>
                <a:lnTo>
                  <a:pt x="52" y="112"/>
                </a:lnTo>
                <a:lnTo>
                  <a:pt x="53" y="112"/>
                </a:lnTo>
                <a:lnTo>
                  <a:pt x="54" y="112"/>
                </a:lnTo>
                <a:lnTo>
                  <a:pt x="54" y="111"/>
                </a:lnTo>
                <a:lnTo>
                  <a:pt x="53" y="110"/>
                </a:lnTo>
                <a:lnTo>
                  <a:pt x="53" y="109"/>
                </a:lnTo>
                <a:lnTo>
                  <a:pt x="55" y="108"/>
                </a:lnTo>
                <a:lnTo>
                  <a:pt x="56" y="108"/>
                </a:lnTo>
                <a:lnTo>
                  <a:pt x="57" y="107"/>
                </a:lnTo>
                <a:lnTo>
                  <a:pt x="58" y="106"/>
                </a:lnTo>
                <a:lnTo>
                  <a:pt x="59" y="106"/>
                </a:lnTo>
                <a:lnTo>
                  <a:pt x="59" y="105"/>
                </a:lnTo>
                <a:lnTo>
                  <a:pt x="58" y="104"/>
                </a:lnTo>
                <a:lnTo>
                  <a:pt x="57" y="103"/>
                </a:lnTo>
                <a:lnTo>
                  <a:pt x="56" y="103"/>
                </a:lnTo>
                <a:lnTo>
                  <a:pt x="56" y="102"/>
                </a:lnTo>
                <a:lnTo>
                  <a:pt x="55" y="102"/>
                </a:lnTo>
                <a:lnTo>
                  <a:pt x="55" y="101"/>
                </a:lnTo>
                <a:lnTo>
                  <a:pt x="55" y="100"/>
                </a:lnTo>
                <a:lnTo>
                  <a:pt x="54" y="100"/>
                </a:lnTo>
                <a:lnTo>
                  <a:pt x="54" y="99"/>
                </a:lnTo>
                <a:lnTo>
                  <a:pt x="53" y="99"/>
                </a:lnTo>
                <a:lnTo>
                  <a:pt x="52" y="99"/>
                </a:lnTo>
                <a:lnTo>
                  <a:pt x="51" y="100"/>
                </a:lnTo>
                <a:lnTo>
                  <a:pt x="51" y="99"/>
                </a:lnTo>
                <a:lnTo>
                  <a:pt x="51" y="98"/>
                </a:lnTo>
                <a:lnTo>
                  <a:pt x="51" y="97"/>
                </a:lnTo>
                <a:lnTo>
                  <a:pt x="51" y="96"/>
                </a:lnTo>
                <a:lnTo>
                  <a:pt x="50" y="96"/>
                </a:lnTo>
                <a:lnTo>
                  <a:pt x="50" y="95"/>
                </a:lnTo>
                <a:lnTo>
                  <a:pt x="51" y="95"/>
                </a:lnTo>
                <a:lnTo>
                  <a:pt x="51" y="94"/>
                </a:lnTo>
                <a:lnTo>
                  <a:pt x="51" y="95"/>
                </a:lnTo>
                <a:lnTo>
                  <a:pt x="52" y="95"/>
                </a:lnTo>
                <a:lnTo>
                  <a:pt x="52" y="94"/>
                </a:lnTo>
                <a:lnTo>
                  <a:pt x="54" y="93"/>
                </a:lnTo>
                <a:lnTo>
                  <a:pt x="55" y="93"/>
                </a:lnTo>
                <a:lnTo>
                  <a:pt x="56" y="93"/>
                </a:lnTo>
                <a:lnTo>
                  <a:pt x="56" y="92"/>
                </a:lnTo>
                <a:lnTo>
                  <a:pt x="55" y="91"/>
                </a:lnTo>
                <a:lnTo>
                  <a:pt x="58" y="91"/>
                </a:lnTo>
                <a:lnTo>
                  <a:pt x="59" y="91"/>
                </a:lnTo>
                <a:lnTo>
                  <a:pt x="60" y="91"/>
                </a:lnTo>
                <a:lnTo>
                  <a:pt x="60" y="92"/>
                </a:lnTo>
                <a:lnTo>
                  <a:pt x="61" y="91"/>
                </a:lnTo>
                <a:lnTo>
                  <a:pt x="62" y="90"/>
                </a:lnTo>
                <a:lnTo>
                  <a:pt x="63" y="90"/>
                </a:lnTo>
                <a:lnTo>
                  <a:pt x="64" y="90"/>
                </a:lnTo>
                <a:lnTo>
                  <a:pt x="64" y="91"/>
                </a:lnTo>
                <a:lnTo>
                  <a:pt x="65" y="91"/>
                </a:lnTo>
                <a:lnTo>
                  <a:pt x="66" y="91"/>
                </a:lnTo>
                <a:lnTo>
                  <a:pt x="65" y="90"/>
                </a:lnTo>
                <a:lnTo>
                  <a:pt x="65" y="89"/>
                </a:lnTo>
                <a:lnTo>
                  <a:pt x="65" y="88"/>
                </a:lnTo>
                <a:lnTo>
                  <a:pt x="65" y="87"/>
                </a:lnTo>
                <a:lnTo>
                  <a:pt x="64" y="85"/>
                </a:lnTo>
                <a:lnTo>
                  <a:pt x="63" y="85"/>
                </a:lnTo>
                <a:lnTo>
                  <a:pt x="62" y="85"/>
                </a:lnTo>
                <a:lnTo>
                  <a:pt x="61" y="86"/>
                </a:lnTo>
                <a:lnTo>
                  <a:pt x="60" y="87"/>
                </a:lnTo>
                <a:lnTo>
                  <a:pt x="59" y="86"/>
                </a:lnTo>
                <a:lnTo>
                  <a:pt x="58" y="86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3" y="85"/>
                </a:lnTo>
                <a:lnTo>
                  <a:pt x="53" y="84"/>
                </a:lnTo>
                <a:lnTo>
                  <a:pt x="52" y="84"/>
                </a:lnTo>
                <a:lnTo>
                  <a:pt x="52" y="85"/>
                </a:lnTo>
                <a:lnTo>
                  <a:pt x="51" y="85"/>
                </a:lnTo>
                <a:lnTo>
                  <a:pt x="51" y="84"/>
                </a:lnTo>
                <a:lnTo>
                  <a:pt x="52" y="83"/>
                </a:lnTo>
                <a:lnTo>
                  <a:pt x="51" y="83"/>
                </a:lnTo>
                <a:lnTo>
                  <a:pt x="51" y="84"/>
                </a:lnTo>
                <a:lnTo>
                  <a:pt x="50" y="84"/>
                </a:lnTo>
                <a:lnTo>
                  <a:pt x="50" y="83"/>
                </a:lnTo>
                <a:lnTo>
                  <a:pt x="49" y="83"/>
                </a:lnTo>
                <a:lnTo>
                  <a:pt x="48" y="82"/>
                </a:lnTo>
                <a:lnTo>
                  <a:pt x="49" y="81"/>
                </a:lnTo>
                <a:lnTo>
                  <a:pt x="49" y="80"/>
                </a:lnTo>
                <a:lnTo>
                  <a:pt x="48" y="79"/>
                </a:lnTo>
                <a:lnTo>
                  <a:pt x="47" y="79"/>
                </a:lnTo>
                <a:lnTo>
                  <a:pt x="47" y="78"/>
                </a:lnTo>
                <a:lnTo>
                  <a:pt x="48" y="77"/>
                </a:lnTo>
                <a:lnTo>
                  <a:pt x="48" y="76"/>
                </a:lnTo>
                <a:lnTo>
                  <a:pt x="47" y="76"/>
                </a:lnTo>
                <a:lnTo>
                  <a:pt x="46" y="76"/>
                </a:lnTo>
                <a:lnTo>
                  <a:pt x="46" y="75"/>
                </a:lnTo>
                <a:lnTo>
                  <a:pt x="46" y="74"/>
                </a:lnTo>
                <a:lnTo>
                  <a:pt x="46" y="72"/>
                </a:lnTo>
                <a:lnTo>
                  <a:pt x="46" y="71"/>
                </a:lnTo>
                <a:lnTo>
                  <a:pt x="47" y="71"/>
                </a:lnTo>
                <a:lnTo>
                  <a:pt x="48" y="71"/>
                </a:lnTo>
                <a:lnTo>
                  <a:pt x="47" y="70"/>
                </a:lnTo>
                <a:lnTo>
                  <a:pt x="46" y="69"/>
                </a:lnTo>
                <a:lnTo>
                  <a:pt x="47" y="69"/>
                </a:lnTo>
                <a:lnTo>
                  <a:pt x="48" y="68"/>
                </a:lnTo>
                <a:lnTo>
                  <a:pt x="48" y="67"/>
                </a:lnTo>
                <a:lnTo>
                  <a:pt x="48" y="66"/>
                </a:lnTo>
                <a:lnTo>
                  <a:pt x="48" y="65"/>
                </a:lnTo>
                <a:lnTo>
                  <a:pt x="49" y="65"/>
                </a:lnTo>
                <a:lnTo>
                  <a:pt x="49" y="66"/>
                </a:lnTo>
                <a:lnTo>
                  <a:pt x="50" y="66"/>
                </a:lnTo>
                <a:lnTo>
                  <a:pt x="50" y="64"/>
                </a:lnTo>
                <a:lnTo>
                  <a:pt x="50" y="63"/>
                </a:lnTo>
                <a:lnTo>
                  <a:pt x="50" y="62"/>
                </a:lnTo>
                <a:lnTo>
                  <a:pt x="51" y="62"/>
                </a:lnTo>
                <a:lnTo>
                  <a:pt x="51" y="61"/>
                </a:lnTo>
                <a:lnTo>
                  <a:pt x="51" y="60"/>
                </a:lnTo>
                <a:lnTo>
                  <a:pt x="52" y="59"/>
                </a:lnTo>
                <a:lnTo>
                  <a:pt x="52" y="58"/>
                </a:lnTo>
                <a:lnTo>
                  <a:pt x="52" y="57"/>
                </a:lnTo>
                <a:lnTo>
                  <a:pt x="52" y="56"/>
                </a:lnTo>
                <a:lnTo>
                  <a:pt x="51" y="54"/>
                </a:lnTo>
                <a:lnTo>
                  <a:pt x="50" y="52"/>
                </a:lnTo>
                <a:lnTo>
                  <a:pt x="49" y="49"/>
                </a:lnTo>
                <a:lnTo>
                  <a:pt x="49" y="48"/>
                </a:lnTo>
                <a:lnTo>
                  <a:pt x="49" y="47"/>
                </a:lnTo>
                <a:lnTo>
                  <a:pt x="49" y="46"/>
                </a:lnTo>
                <a:lnTo>
                  <a:pt x="48" y="45"/>
                </a:lnTo>
                <a:lnTo>
                  <a:pt x="48" y="44"/>
                </a:lnTo>
                <a:lnTo>
                  <a:pt x="50" y="43"/>
                </a:lnTo>
                <a:lnTo>
                  <a:pt x="52" y="43"/>
                </a:lnTo>
                <a:lnTo>
                  <a:pt x="54" y="43"/>
                </a:lnTo>
                <a:lnTo>
                  <a:pt x="54" y="42"/>
                </a:lnTo>
                <a:lnTo>
                  <a:pt x="52" y="40"/>
                </a:lnTo>
                <a:lnTo>
                  <a:pt x="52" y="39"/>
                </a:lnTo>
                <a:lnTo>
                  <a:pt x="52" y="38"/>
                </a:lnTo>
                <a:lnTo>
                  <a:pt x="52" y="37"/>
                </a:lnTo>
                <a:lnTo>
                  <a:pt x="54" y="37"/>
                </a:lnTo>
                <a:lnTo>
                  <a:pt x="54" y="36"/>
                </a:lnTo>
                <a:lnTo>
                  <a:pt x="54" y="35"/>
                </a:lnTo>
                <a:lnTo>
                  <a:pt x="55" y="33"/>
                </a:lnTo>
                <a:lnTo>
                  <a:pt x="56" y="33"/>
                </a:lnTo>
                <a:lnTo>
                  <a:pt x="57" y="32"/>
                </a:lnTo>
                <a:lnTo>
                  <a:pt x="58" y="32"/>
                </a:lnTo>
                <a:lnTo>
                  <a:pt x="59" y="32"/>
                </a:lnTo>
                <a:lnTo>
                  <a:pt x="60" y="32"/>
                </a:lnTo>
                <a:lnTo>
                  <a:pt x="61" y="32"/>
                </a:lnTo>
                <a:lnTo>
                  <a:pt x="62" y="30"/>
                </a:lnTo>
                <a:lnTo>
                  <a:pt x="63" y="30"/>
                </a:lnTo>
                <a:lnTo>
                  <a:pt x="64" y="30"/>
                </a:lnTo>
                <a:lnTo>
                  <a:pt x="64" y="31"/>
                </a:lnTo>
                <a:lnTo>
                  <a:pt x="64" y="30"/>
                </a:lnTo>
                <a:lnTo>
                  <a:pt x="65" y="29"/>
                </a:lnTo>
                <a:lnTo>
                  <a:pt x="65" y="28"/>
                </a:lnTo>
                <a:lnTo>
                  <a:pt x="65" y="27"/>
                </a:lnTo>
                <a:lnTo>
                  <a:pt x="66" y="26"/>
                </a:lnTo>
                <a:lnTo>
                  <a:pt x="68" y="26"/>
                </a:lnTo>
                <a:lnTo>
                  <a:pt x="69" y="27"/>
                </a:lnTo>
                <a:lnTo>
                  <a:pt x="70" y="27"/>
                </a:lnTo>
                <a:lnTo>
                  <a:pt x="71" y="26"/>
                </a:lnTo>
                <a:lnTo>
                  <a:pt x="72" y="26"/>
                </a:lnTo>
                <a:lnTo>
                  <a:pt x="72" y="25"/>
                </a:lnTo>
                <a:lnTo>
                  <a:pt x="73" y="25"/>
                </a:lnTo>
                <a:lnTo>
                  <a:pt x="73" y="24"/>
                </a:lnTo>
                <a:lnTo>
                  <a:pt x="72" y="23"/>
                </a:lnTo>
                <a:lnTo>
                  <a:pt x="73" y="22"/>
                </a:lnTo>
                <a:lnTo>
                  <a:pt x="73" y="21"/>
                </a:lnTo>
                <a:lnTo>
                  <a:pt x="72" y="20"/>
                </a:lnTo>
                <a:lnTo>
                  <a:pt x="72" y="19"/>
                </a:lnTo>
                <a:lnTo>
                  <a:pt x="71" y="19"/>
                </a:lnTo>
                <a:lnTo>
                  <a:pt x="71" y="18"/>
                </a:lnTo>
                <a:lnTo>
                  <a:pt x="74" y="18"/>
                </a:lnTo>
                <a:lnTo>
                  <a:pt x="76" y="17"/>
                </a:lnTo>
                <a:lnTo>
                  <a:pt x="77" y="16"/>
                </a:lnTo>
                <a:lnTo>
                  <a:pt x="79" y="15"/>
                </a:lnTo>
                <a:lnTo>
                  <a:pt x="79" y="14"/>
                </a:lnTo>
                <a:lnTo>
                  <a:pt x="78" y="14"/>
                </a:lnTo>
                <a:lnTo>
                  <a:pt x="78" y="13"/>
                </a:lnTo>
                <a:lnTo>
                  <a:pt x="77" y="14"/>
                </a:lnTo>
                <a:lnTo>
                  <a:pt x="76" y="14"/>
                </a:lnTo>
                <a:lnTo>
                  <a:pt x="76" y="15"/>
                </a:lnTo>
                <a:lnTo>
                  <a:pt x="75" y="12"/>
                </a:lnTo>
                <a:lnTo>
                  <a:pt x="75" y="11"/>
                </a:lnTo>
                <a:lnTo>
                  <a:pt x="75" y="12"/>
                </a:lnTo>
                <a:lnTo>
                  <a:pt x="76" y="11"/>
                </a:lnTo>
                <a:lnTo>
                  <a:pt x="77" y="11"/>
                </a:lnTo>
                <a:lnTo>
                  <a:pt x="75" y="11"/>
                </a:lnTo>
                <a:lnTo>
                  <a:pt x="74" y="10"/>
                </a:lnTo>
                <a:lnTo>
                  <a:pt x="74" y="8"/>
                </a:lnTo>
                <a:lnTo>
                  <a:pt x="75" y="8"/>
                </a:lnTo>
                <a:lnTo>
                  <a:pt x="76" y="8"/>
                </a:lnTo>
                <a:lnTo>
                  <a:pt x="76" y="7"/>
                </a:lnTo>
                <a:lnTo>
                  <a:pt x="76" y="6"/>
                </a:lnTo>
                <a:lnTo>
                  <a:pt x="76" y="5"/>
                </a:lnTo>
                <a:lnTo>
                  <a:pt x="78" y="5"/>
                </a:lnTo>
                <a:lnTo>
                  <a:pt x="78" y="6"/>
                </a:lnTo>
                <a:lnTo>
                  <a:pt x="78" y="5"/>
                </a:lnTo>
                <a:lnTo>
                  <a:pt x="79" y="4"/>
                </a:lnTo>
                <a:lnTo>
                  <a:pt x="79" y="3"/>
                </a:lnTo>
                <a:lnTo>
                  <a:pt x="79" y="2"/>
                </a:lnTo>
                <a:lnTo>
                  <a:pt x="79" y="1"/>
                </a:lnTo>
                <a:lnTo>
                  <a:pt x="81" y="1"/>
                </a:lnTo>
                <a:lnTo>
                  <a:pt x="82" y="0"/>
                </a:lnTo>
                <a:lnTo>
                  <a:pt x="8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" name=""/>
          <p:cNvSpPr/>
          <p:nvPr/>
        </p:nvSpPr>
        <p:spPr>
          <a:xfrm>
            <a:off x="4744440" y="1087200"/>
            <a:ext cx="340560" cy="506160"/>
          </a:xfrm>
          <a:custGeom>
            <a:avLst/>
            <a:gdLst/>
            <a:ahLst/>
            <a:rect l="0" t="0" r="r" b="b"/>
            <a:pathLst>
              <a:path w="946" h="1406">
                <a:moveTo>
                  <a:pt x="563" y="1"/>
                </a:moveTo>
                <a:lnTo>
                  <a:pt x="562" y="3"/>
                </a:lnTo>
                <a:lnTo>
                  <a:pt x="562" y="5"/>
                </a:lnTo>
                <a:lnTo>
                  <a:pt x="561" y="6"/>
                </a:lnTo>
                <a:lnTo>
                  <a:pt x="564" y="9"/>
                </a:lnTo>
                <a:lnTo>
                  <a:pt x="565" y="9"/>
                </a:lnTo>
                <a:lnTo>
                  <a:pt x="567" y="10"/>
                </a:lnTo>
                <a:lnTo>
                  <a:pt x="569" y="11"/>
                </a:lnTo>
                <a:lnTo>
                  <a:pt x="569" y="13"/>
                </a:lnTo>
                <a:lnTo>
                  <a:pt x="570" y="14"/>
                </a:lnTo>
                <a:lnTo>
                  <a:pt x="571" y="14"/>
                </a:lnTo>
                <a:lnTo>
                  <a:pt x="571" y="15"/>
                </a:lnTo>
                <a:lnTo>
                  <a:pt x="571" y="14"/>
                </a:lnTo>
                <a:lnTo>
                  <a:pt x="572" y="14"/>
                </a:lnTo>
                <a:lnTo>
                  <a:pt x="572" y="15"/>
                </a:lnTo>
                <a:lnTo>
                  <a:pt x="575" y="19"/>
                </a:lnTo>
                <a:lnTo>
                  <a:pt x="575" y="20"/>
                </a:lnTo>
                <a:lnTo>
                  <a:pt x="575" y="23"/>
                </a:lnTo>
                <a:lnTo>
                  <a:pt x="576" y="24"/>
                </a:lnTo>
                <a:lnTo>
                  <a:pt x="577" y="24"/>
                </a:lnTo>
                <a:lnTo>
                  <a:pt x="578" y="24"/>
                </a:lnTo>
                <a:lnTo>
                  <a:pt x="578" y="25"/>
                </a:lnTo>
                <a:lnTo>
                  <a:pt x="579" y="25"/>
                </a:lnTo>
                <a:lnTo>
                  <a:pt x="580" y="25"/>
                </a:lnTo>
                <a:lnTo>
                  <a:pt x="581" y="26"/>
                </a:lnTo>
                <a:lnTo>
                  <a:pt x="583" y="26"/>
                </a:lnTo>
                <a:lnTo>
                  <a:pt x="584" y="27"/>
                </a:lnTo>
                <a:lnTo>
                  <a:pt x="585" y="27"/>
                </a:lnTo>
                <a:lnTo>
                  <a:pt x="587" y="29"/>
                </a:lnTo>
                <a:lnTo>
                  <a:pt x="587" y="31"/>
                </a:lnTo>
                <a:lnTo>
                  <a:pt x="591" y="35"/>
                </a:lnTo>
                <a:lnTo>
                  <a:pt x="593" y="35"/>
                </a:lnTo>
                <a:lnTo>
                  <a:pt x="593" y="36"/>
                </a:lnTo>
                <a:lnTo>
                  <a:pt x="594" y="36"/>
                </a:lnTo>
                <a:lnTo>
                  <a:pt x="594" y="37"/>
                </a:lnTo>
                <a:lnTo>
                  <a:pt x="595" y="37"/>
                </a:lnTo>
                <a:lnTo>
                  <a:pt x="596" y="38"/>
                </a:lnTo>
                <a:lnTo>
                  <a:pt x="597" y="38"/>
                </a:lnTo>
                <a:lnTo>
                  <a:pt x="598" y="38"/>
                </a:lnTo>
                <a:lnTo>
                  <a:pt x="599" y="39"/>
                </a:lnTo>
                <a:lnTo>
                  <a:pt x="600" y="40"/>
                </a:lnTo>
                <a:lnTo>
                  <a:pt x="600" y="41"/>
                </a:lnTo>
                <a:lnTo>
                  <a:pt x="600" y="42"/>
                </a:lnTo>
                <a:lnTo>
                  <a:pt x="601" y="43"/>
                </a:lnTo>
                <a:lnTo>
                  <a:pt x="602" y="43"/>
                </a:lnTo>
                <a:lnTo>
                  <a:pt x="602" y="44"/>
                </a:lnTo>
                <a:lnTo>
                  <a:pt x="602" y="45"/>
                </a:lnTo>
                <a:lnTo>
                  <a:pt x="602" y="47"/>
                </a:lnTo>
                <a:lnTo>
                  <a:pt x="601" y="47"/>
                </a:lnTo>
                <a:lnTo>
                  <a:pt x="600" y="51"/>
                </a:lnTo>
                <a:lnTo>
                  <a:pt x="600" y="52"/>
                </a:lnTo>
                <a:lnTo>
                  <a:pt x="601" y="55"/>
                </a:lnTo>
                <a:lnTo>
                  <a:pt x="602" y="55"/>
                </a:lnTo>
                <a:lnTo>
                  <a:pt x="603" y="56"/>
                </a:lnTo>
                <a:lnTo>
                  <a:pt x="603" y="57"/>
                </a:lnTo>
                <a:lnTo>
                  <a:pt x="603" y="58"/>
                </a:lnTo>
                <a:lnTo>
                  <a:pt x="604" y="58"/>
                </a:lnTo>
                <a:lnTo>
                  <a:pt x="605" y="58"/>
                </a:lnTo>
                <a:lnTo>
                  <a:pt x="606" y="58"/>
                </a:lnTo>
                <a:lnTo>
                  <a:pt x="608" y="59"/>
                </a:lnTo>
                <a:lnTo>
                  <a:pt x="609" y="61"/>
                </a:lnTo>
                <a:lnTo>
                  <a:pt x="609" y="64"/>
                </a:lnTo>
                <a:lnTo>
                  <a:pt x="607" y="66"/>
                </a:lnTo>
                <a:lnTo>
                  <a:pt x="606" y="67"/>
                </a:lnTo>
                <a:lnTo>
                  <a:pt x="605" y="67"/>
                </a:lnTo>
                <a:lnTo>
                  <a:pt x="604" y="68"/>
                </a:lnTo>
                <a:lnTo>
                  <a:pt x="603" y="68"/>
                </a:lnTo>
                <a:lnTo>
                  <a:pt x="603" y="69"/>
                </a:lnTo>
                <a:lnTo>
                  <a:pt x="603" y="70"/>
                </a:lnTo>
                <a:lnTo>
                  <a:pt x="602" y="70"/>
                </a:lnTo>
                <a:lnTo>
                  <a:pt x="602" y="71"/>
                </a:lnTo>
                <a:lnTo>
                  <a:pt x="601" y="71"/>
                </a:lnTo>
                <a:lnTo>
                  <a:pt x="601" y="70"/>
                </a:lnTo>
                <a:lnTo>
                  <a:pt x="600" y="70"/>
                </a:lnTo>
                <a:lnTo>
                  <a:pt x="600" y="71"/>
                </a:lnTo>
                <a:lnTo>
                  <a:pt x="599" y="72"/>
                </a:lnTo>
                <a:lnTo>
                  <a:pt x="597" y="73"/>
                </a:lnTo>
                <a:lnTo>
                  <a:pt x="597" y="74"/>
                </a:lnTo>
                <a:lnTo>
                  <a:pt x="598" y="75"/>
                </a:lnTo>
                <a:lnTo>
                  <a:pt x="599" y="76"/>
                </a:lnTo>
                <a:lnTo>
                  <a:pt x="602" y="77"/>
                </a:lnTo>
                <a:lnTo>
                  <a:pt x="603" y="78"/>
                </a:lnTo>
                <a:lnTo>
                  <a:pt x="604" y="79"/>
                </a:lnTo>
                <a:lnTo>
                  <a:pt x="605" y="79"/>
                </a:lnTo>
                <a:lnTo>
                  <a:pt x="606" y="79"/>
                </a:lnTo>
                <a:lnTo>
                  <a:pt x="607" y="80"/>
                </a:lnTo>
                <a:lnTo>
                  <a:pt x="608" y="81"/>
                </a:lnTo>
                <a:lnTo>
                  <a:pt x="608" y="82"/>
                </a:lnTo>
                <a:lnTo>
                  <a:pt x="609" y="82"/>
                </a:lnTo>
                <a:lnTo>
                  <a:pt x="609" y="83"/>
                </a:lnTo>
                <a:lnTo>
                  <a:pt x="610" y="83"/>
                </a:lnTo>
                <a:lnTo>
                  <a:pt x="611" y="82"/>
                </a:lnTo>
                <a:lnTo>
                  <a:pt x="612" y="83"/>
                </a:lnTo>
                <a:lnTo>
                  <a:pt x="613" y="83"/>
                </a:lnTo>
                <a:lnTo>
                  <a:pt x="614" y="83"/>
                </a:lnTo>
                <a:lnTo>
                  <a:pt x="617" y="84"/>
                </a:lnTo>
                <a:lnTo>
                  <a:pt x="618" y="85"/>
                </a:lnTo>
                <a:lnTo>
                  <a:pt x="620" y="86"/>
                </a:lnTo>
                <a:lnTo>
                  <a:pt x="621" y="87"/>
                </a:lnTo>
                <a:lnTo>
                  <a:pt x="620" y="89"/>
                </a:lnTo>
                <a:lnTo>
                  <a:pt x="619" y="91"/>
                </a:lnTo>
                <a:lnTo>
                  <a:pt x="619" y="94"/>
                </a:lnTo>
                <a:lnTo>
                  <a:pt x="619" y="95"/>
                </a:lnTo>
                <a:lnTo>
                  <a:pt x="619" y="97"/>
                </a:lnTo>
                <a:lnTo>
                  <a:pt x="619" y="98"/>
                </a:lnTo>
                <a:lnTo>
                  <a:pt x="618" y="98"/>
                </a:lnTo>
                <a:lnTo>
                  <a:pt x="618" y="99"/>
                </a:lnTo>
                <a:lnTo>
                  <a:pt x="619" y="99"/>
                </a:lnTo>
                <a:lnTo>
                  <a:pt x="620" y="100"/>
                </a:lnTo>
                <a:lnTo>
                  <a:pt x="622" y="101"/>
                </a:lnTo>
                <a:lnTo>
                  <a:pt x="624" y="101"/>
                </a:lnTo>
                <a:lnTo>
                  <a:pt x="625" y="100"/>
                </a:lnTo>
                <a:lnTo>
                  <a:pt x="626" y="101"/>
                </a:lnTo>
                <a:lnTo>
                  <a:pt x="627" y="102"/>
                </a:lnTo>
                <a:lnTo>
                  <a:pt x="628" y="102"/>
                </a:lnTo>
                <a:lnTo>
                  <a:pt x="629" y="102"/>
                </a:lnTo>
                <a:lnTo>
                  <a:pt x="630" y="103"/>
                </a:lnTo>
                <a:lnTo>
                  <a:pt x="630" y="104"/>
                </a:lnTo>
                <a:lnTo>
                  <a:pt x="629" y="104"/>
                </a:lnTo>
                <a:lnTo>
                  <a:pt x="629" y="105"/>
                </a:lnTo>
                <a:lnTo>
                  <a:pt x="629" y="106"/>
                </a:lnTo>
                <a:lnTo>
                  <a:pt x="629" y="107"/>
                </a:lnTo>
                <a:lnTo>
                  <a:pt x="630" y="107"/>
                </a:lnTo>
                <a:lnTo>
                  <a:pt x="630" y="108"/>
                </a:lnTo>
                <a:lnTo>
                  <a:pt x="629" y="108"/>
                </a:lnTo>
                <a:lnTo>
                  <a:pt x="628" y="107"/>
                </a:lnTo>
                <a:lnTo>
                  <a:pt x="627" y="107"/>
                </a:lnTo>
                <a:lnTo>
                  <a:pt x="628" y="109"/>
                </a:lnTo>
                <a:lnTo>
                  <a:pt x="628" y="110"/>
                </a:lnTo>
                <a:lnTo>
                  <a:pt x="628" y="111"/>
                </a:lnTo>
                <a:lnTo>
                  <a:pt x="627" y="111"/>
                </a:lnTo>
                <a:lnTo>
                  <a:pt x="626" y="112"/>
                </a:lnTo>
                <a:lnTo>
                  <a:pt x="625" y="112"/>
                </a:lnTo>
                <a:lnTo>
                  <a:pt x="624" y="112"/>
                </a:lnTo>
                <a:lnTo>
                  <a:pt x="624" y="113"/>
                </a:lnTo>
                <a:lnTo>
                  <a:pt x="625" y="113"/>
                </a:lnTo>
                <a:lnTo>
                  <a:pt x="628" y="114"/>
                </a:lnTo>
                <a:lnTo>
                  <a:pt x="630" y="114"/>
                </a:lnTo>
                <a:lnTo>
                  <a:pt x="631" y="114"/>
                </a:lnTo>
                <a:lnTo>
                  <a:pt x="636" y="113"/>
                </a:lnTo>
                <a:lnTo>
                  <a:pt x="638" y="110"/>
                </a:lnTo>
                <a:lnTo>
                  <a:pt x="639" y="110"/>
                </a:lnTo>
                <a:lnTo>
                  <a:pt x="639" y="109"/>
                </a:lnTo>
                <a:lnTo>
                  <a:pt x="640" y="107"/>
                </a:lnTo>
                <a:lnTo>
                  <a:pt x="640" y="106"/>
                </a:lnTo>
                <a:lnTo>
                  <a:pt x="639" y="106"/>
                </a:lnTo>
                <a:lnTo>
                  <a:pt x="639" y="105"/>
                </a:lnTo>
                <a:lnTo>
                  <a:pt x="638" y="104"/>
                </a:lnTo>
                <a:lnTo>
                  <a:pt x="638" y="102"/>
                </a:lnTo>
                <a:lnTo>
                  <a:pt x="639" y="102"/>
                </a:lnTo>
                <a:lnTo>
                  <a:pt x="640" y="100"/>
                </a:lnTo>
                <a:lnTo>
                  <a:pt x="641" y="100"/>
                </a:lnTo>
                <a:lnTo>
                  <a:pt x="642" y="100"/>
                </a:lnTo>
                <a:lnTo>
                  <a:pt x="644" y="100"/>
                </a:lnTo>
                <a:lnTo>
                  <a:pt x="645" y="100"/>
                </a:lnTo>
                <a:lnTo>
                  <a:pt x="646" y="100"/>
                </a:lnTo>
                <a:lnTo>
                  <a:pt x="646" y="101"/>
                </a:lnTo>
                <a:lnTo>
                  <a:pt x="646" y="102"/>
                </a:lnTo>
                <a:lnTo>
                  <a:pt x="647" y="102"/>
                </a:lnTo>
                <a:lnTo>
                  <a:pt x="648" y="104"/>
                </a:lnTo>
                <a:lnTo>
                  <a:pt x="649" y="105"/>
                </a:lnTo>
                <a:lnTo>
                  <a:pt x="650" y="105"/>
                </a:lnTo>
                <a:lnTo>
                  <a:pt x="651" y="106"/>
                </a:lnTo>
                <a:lnTo>
                  <a:pt x="651" y="107"/>
                </a:lnTo>
                <a:lnTo>
                  <a:pt x="650" y="109"/>
                </a:lnTo>
                <a:lnTo>
                  <a:pt x="649" y="110"/>
                </a:lnTo>
                <a:lnTo>
                  <a:pt x="649" y="112"/>
                </a:lnTo>
                <a:lnTo>
                  <a:pt x="648" y="112"/>
                </a:lnTo>
                <a:lnTo>
                  <a:pt x="647" y="113"/>
                </a:lnTo>
                <a:lnTo>
                  <a:pt x="646" y="114"/>
                </a:lnTo>
                <a:lnTo>
                  <a:pt x="644" y="114"/>
                </a:lnTo>
                <a:lnTo>
                  <a:pt x="643" y="115"/>
                </a:lnTo>
                <a:lnTo>
                  <a:pt x="643" y="117"/>
                </a:lnTo>
                <a:lnTo>
                  <a:pt x="644" y="117"/>
                </a:lnTo>
                <a:lnTo>
                  <a:pt x="645" y="116"/>
                </a:lnTo>
                <a:lnTo>
                  <a:pt x="647" y="116"/>
                </a:lnTo>
                <a:lnTo>
                  <a:pt x="651" y="116"/>
                </a:lnTo>
                <a:lnTo>
                  <a:pt x="652" y="116"/>
                </a:lnTo>
                <a:lnTo>
                  <a:pt x="652" y="117"/>
                </a:lnTo>
                <a:lnTo>
                  <a:pt x="652" y="118"/>
                </a:lnTo>
                <a:lnTo>
                  <a:pt x="653" y="119"/>
                </a:lnTo>
                <a:lnTo>
                  <a:pt x="654" y="119"/>
                </a:lnTo>
                <a:lnTo>
                  <a:pt x="655" y="119"/>
                </a:lnTo>
                <a:lnTo>
                  <a:pt x="655" y="120"/>
                </a:lnTo>
                <a:lnTo>
                  <a:pt x="655" y="121"/>
                </a:lnTo>
                <a:lnTo>
                  <a:pt x="654" y="121"/>
                </a:lnTo>
                <a:lnTo>
                  <a:pt x="654" y="122"/>
                </a:lnTo>
                <a:lnTo>
                  <a:pt x="654" y="123"/>
                </a:lnTo>
                <a:lnTo>
                  <a:pt x="654" y="124"/>
                </a:lnTo>
                <a:lnTo>
                  <a:pt x="654" y="125"/>
                </a:lnTo>
                <a:lnTo>
                  <a:pt x="655" y="125"/>
                </a:lnTo>
                <a:lnTo>
                  <a:pt x="655" y="126"/>
                </a:lnTo>
                <a:lnTo>
                  <a:pt x="654" y="127"/>
                </a:lnTo>
                <a:lnTo>
                  <a:pt x="655" y="128"/>
                </a:lnTo>
                <a:lnTo>
                  <a:pt x="655" y="130"/>
                </a:lnTo>
                <a:lnTo>
                  <a:pt x="652" y="131"/>
                </a:lnTo>
                <a:lnTo>
                  <a:pt x="651" y="132"/>
                </a:lnTo>
                <a:lnTo>
                  <a:pt x="650" y="132"/>
                </a:lnTo>
                <a:lnTo>
                  <a:pt x="650" y="134"/>
                </a:lnTo>
                <a:lnTo>
                  <a:pt x="651" y="135"/>
                </a:lnTo>
                <a:lnTo>
                  <a:pt x="652" y="135"/>
                </a:lnTo>
                <a:lnTo>
                  <a:pt x="653" y="136"/>
                </a:lnTo>
                <a:lnTo>
                  <a:pt x="654" y="136"/>
                </a:lnTo>
                <a:lnTo>
                  <a:pt x="655" y="138"/>
                </a:lnTo>
                <a:lnTo>
                  <a:pt x="656" y="138"/>
                </a:lnTo>
                <a:lnTo>
                  <a:pt x="656" y="139"/>
                </a:lnTo>
                <a:lnTo>
                  <a:pt x="658" y="140"/>
                </a:lnTo>
                <a:lnTo>
                  <a:pt x="659" y="141"/>
                </a:lnTo>
                <a:lnTo>
                  <a:pt x="660" y="141"/>
                </a:lnTo>
                <a:lnTo>
                  <a:pt x="660" y="142"/>
                </a:lnTo>
                <a:lnTo>
                  <a:pt x="661" y="142"/>
                </a:lnTo>
                <a:lnTo>
                  <a:pt x="662" y="143"/>
                </a:lnTo>
                <a:lnTo>
                  <a:pt x="662" y="144"/>
                </a:lnTo>
                <a:lnTo>
                  <a:pt x="662" y="145"/>
                </a:lnTo>
                <a:lnTo>
                  <a:pt x="661" y="145"/>
                </a:lnTo>
                <a:lnTo>
                  <a:pt x="662" y="145"/>
                </a:lnTo>
                <a:lnTo>
                  <a:pt x="662" y="146"/>
                </a:lnTo>
                <a:lnTo>
                  <a:pt x="663" y="146"/>
                </a:lnTo>
                <a:lnTo>
                  <a:pt x="663" y="147"/>
                </a:lnTo>
                <a:lnTo>
                  <a:pt x="664" y="148"/>
                </a:lnTo>
                <a:lnTo>
                  <a:pt x="663" y="149"/>
                </a:lnTo>
                <a:lnTo>
                  <a:pt x="663" y="148"/>
                </a:lnTo>
                <a:lnTo>
                  <a:pt x="663" y="149"/>
                </a:lnTo>
                <a:lnTo>
                  <a:pt x="662" y="149"/>
                </a:lnTo>
                <a:lnTo>
                  <a:pt x="661" y="150"/>
                </a:lnTo>
                <a:lnTo>
                  <a:pt x="661" y="152"/>
                </a:lnTo>
                <a:lnTo>
                  <a:pt x="661" y="153"/>
                </a:lnTo>
                <a:lnTo>
                  <a:pt x="660" y="155"/>
                </a:lnTo>
                <a:lnTo>
                  <a:pt x="660" y="157"/>
                </a:lnTo>
                <a:lnTo>
                  <a:pt x="660" y="158"/>
                </a:lnTo>
                <a:lnTo>
                  <a:pt x="660" y="159"/>
                </a:lnTo>
                <a:lnTo>
                  <a:pt x="660" y="161"/>
                </a:lnTo>
                <a:lnTo>
                  <a:pt x="660" y="163"/>
                </a:lnTo>
                <a:lnTo>
                  <a:pt x="659" y="164"/>
                </a:lnTo>
                <a:lnTo>
                  <a:pt x="658" y="164"/>
                </a:lnTo>
                <a:lnTo>
                  <a:pt x="657" y="165"/>
                </a:lnTo>
                <a:lnTo>
                  <a:pt x="657" y="166"/>
                </a:lnTo>
                <a:lnTo>
                  <a:pt x="656" y="166"/>
                </a:lnTo>
                <a:lnTo>
                  <a:pt x="656" y="167"/>
                </a:lnTo>
                <a:lnTo>
                  <a:pt x="653" y="167"/>
                </a:lnTo>
                <a:lnTo>
                  <a:pt x="651" y="165"/>
                </a:lnTo>
                <a:lnTo>
                  <a:pt x="651" y="164"/>
                </a:lnTo>
                <a:lnTo>
                  <a:pt x="650" y="164"/>
                </a:lnTo>
                <a:lnTo>
                  <a:pt x="650" y="163"/>
                </a:lnTo>
                <a:lnTo>
                  <a:pt x="650" y="162"/>
                </a:lnTo>
                <a:lnTo>
                  <a:pt x="650" y="161"/>
                </a:lnTo>
                <a:lnTo>
                  <a:pt x="650" y="160"/>
                </a:lnTo>
                <a:lnTo>
                  <a:pt x="648" y="157"/>
                </a:lnTo>
                <a:lnTo>
                  <a:pt x="647" y="157"/>
                </a:lnTo>
                <a:lnTo>
                  <a:pt x="646" y="157"/>
                </a:lnTo>
                <a:lnTo>
                  <a:pt x="645" y="157"/>
                </a:lnTo>
                <a:lnTo>
                  <a:pt x="645" y="158"/>
                </a:lnTo>
                <a:lnTo>
                  <a:pt x="643" y="159"/>
                </a:lnTo>
                <a:lnTo>
                  <a:pt x="643" y="158"/>
                </a:lnTo>
                <a:lnTo>
                  <a:pt x="641" y="158"/>
                </a:lnTo>
                <a:lnTo>
                  <a:pt x="641" y="157"/>
                </a:lnTo>
                <a:lnTo>
                  <a:pt x="640" y="157"/>
                </a:lnTo>
                <a:lnTo>
                  <a:pt x="639" y="158"/>
                </a:lnTo>
                <a:lnTo>
                  <a:pt x="638" y="159"/>
                </a:lnTo>
                <a:lnTo>
                  <a:pt x="637" y="161"/>
                </a:lnTo>
                <a:lnTo>
                  <a:pt x="636" y="161"/>
                </a:lnTo>
                <a:lnTo>
                  <a:pt x="636" y="162"/>
                </a:lnTo>
                <a:lnTo>
                  <a:pt x="635" y="162"/>
                </a:lnTo>
                <a:lnTo>
                  <a:pt x="636" y="163"/>
                </a:lnTo>
                <a:lnTo>
                  <a:pt x="636" y="164"/>
                </a:lnTo>
                <a:lnTo>
                  <a:pt x="636" y="165"/>
                </a:lnTo>
                <a:lnTo>
                  <a:pt x="635" y="165"/>
                </a:lnTo>
                <a:lnTo>
                  <a:pt x="635" y="166"/>
                </a:lnTo>
                <a:lnTo>
                  <a:pt x="635" y="168"/>
                </a:lnTo>
                <a:lnTo>
                  <a:pt x="635" y="169"/>
                </a:lnTo>
                <a:lnTo>
                  <a:pt x="636" y="169"/>
                </a:lnTo>
                <a:lnTo>
                  <a:pt x="636" y="170"/>
                </a:lnTo>
                <a:lnTo>
                  <a:pt x="636" y="173"/>
                </a:lnTo>
                <a:lnTo>
                  <a:pt x="636" y="174"/>
                </a:lnTo>
                <a:lnTo>
                  <a:pt x="635" y="176"/>
                </a:lnTo>
                <a:lnTo>
                  <a:pt x="636" y="176"/>
                </a:lnTo>
                <a:lnTo>
                  <a:pt x="637" y="177"/>
                </a:lnTo>
                <a:lnTo>
                  <a:pt x="638" y="177"/>
                </a:lnTo>
                <a:lnTo>
                  <a:pt x="639" y="177"/>
                </a:lnTo>
                <a:lnTo>
                  <a:pt x="639" y="178"/>
                </a:lnTo>
                <a:lnTo>
                  <a:pt x="639" y="180"/>
                </a:lnTo>
                <a:lnTo>
                  <a:pt x="640" y="181"/>
                </a:lnTo>
                <a:lnTo>
                  <a:pt x="641" y="182"/>
                </a:lnTo>
                <a:lnTo>
                  <a:pt x="641" y="183"/>
                </a:lnTo>
                <a:lnTo>
                  <a:pt x="641" y="184"/>
                </a:lnTo>
                <a:lnTo>
                  <a:pt x="641" y="185"/>
                </a:lnTo>
                <a:lnTo>
                  <a:pt x="641" y="186"/>
                </a:lnTo>
                <a:lnTo>
                  <a:pt x="642" y="186"/>
                </a:lnTo>
                <a:lnTo>
                  <a:pt x="643" y="186"/>
                </a:lnTo>
                <a:lnTo>
                  <a:pt x="644" y="187"/>
                </a:lnTo>
                <a:lnTo>
                  <a:pt x="646" y="189"/>
                </a:lnTo>
                <a:lnTo>
                  <a:pt x="647" y="189"/>
                </a:lnTo>
                <a:lnTo>
                  <a:pt x="647" y="190"/>
                </a:lnTo>
                <a:lnTo>
                  <a:pt x="647" y="191"/>
                </a:lnTo>
                <a:lnTo>
                  <a:pt x="649" y="192"/>
                </a:lnTo>
                <a:lnTo>
                  <a:pt x="650" y="192"/>
                </a:lnTo>
                <a:lnTo>
                  <a:pt x="651" y="193"/>
                </a:lnTo>
                <a:lnTo>
                  <a:pt x="651" y="194"/>
                </a:lnTo>
                <a:lnTo>
                  <a:pt x="650" y="195"/>
                </a:lnTo>
                <a:lnTo>
                  <a:pt x="650" y="196"/>
                </a:lnTo>
                <a:lnTo>
                  <a:pt x="651" y="199"/>
                </a:lnTo>
                <a:lnTo>
                  <a:pt x="652" y="200"/>
                </a:lnTo>
                <a:lnTo>
                  <a:pt x="653" y="202"/>
                </a:lnTo>
                <a:lnTo>
                  <a:pt x="654" y="204"/>
                </a:lnTo>
                <a:lnTo>
                  <a:pt x="654" y="205"/>
                </a:lnTo>
                <a:lnTo>
                  <a:pt x="655" y="205"/>
                </a:lnTo>
                <a:lnTo>
                  <a:pt x="657" y="205"/>
                </a:lnTo>
                <a:lnTo>
                  <a:pt x="658" y="205"/>
                </a:lnTo>
                <a:lnTo>
                  <a:pt x="659" y="205"/>
                </a:lnTo>
                <a:lnTo>
                  <a:pt x="660" y="206"/>
                </a:lnTo>
                <a:lnTo>
                  <a:pt x="662" y="206"/>
                </a:lnTo>
                <a:lnTo>
                  <a:pt x="662" y="207"/>
                </a:lnTo>
                <a:lnTo>
                  <a:pt x="663" y="208"/>
                </a:lnTo>
                <a:lnTo>
                  <a:pt x="664" y="208"/>
                </a:lnTo>
                <a:lnTo>
                  <a:pt x="665" y="206"/>
                </a:lnTo>
                <a:lnTo>
                  <a:pt x="667" y="206"/>
                </a:lnTo>
                <a:lnTo>
                  <a:pt x="667" y="207"/>
                </a:lnTo>
                <a:lnTo>
                  <a:pt x="668" y="207"/>
                </a:lnTo>
                <a:lnTo>
                  <a:pt x="667" y="207"/>
                </a:lnTo>
                <a:lnTo>
                  <a:pt x="667" y="208"/>
                </a:lnTo>
                <a:lnTo>
                  <a:pt x="666" y="208"/>
                </a:lnTo>
                <a:lnTo>
                  <a:pt x="666" y="210"/>
                </a:lnTo>
                <a:lnTo>
                  <a:pt x="666" y="211"/>
                </a:lnTo>
                <a:lnTo>
                  <a:pt x="667" y="212"/>
                </a:lnTo>
                <a:lnTo>
                  <a:pt x="667" y="213"/>
                </a:lnTo>
                <a:lnTo>
                  <a:pt x="668" y="214"/>
                </a:lnTo>
                <a:lnTo>
                  <a:pt x="668" y="215"/>
                </a:lnTo>
                <a:lnTo>
                  <a:pt x="669" y="215"/>
                </a:lnTo>
                <a:lnTo>
                  <a:pt x="669" y="216"/>
                </a:lnTo>
                <a:lnTo>
                  <a:pt x="670" y="216"/>
                </a:lnTo>
                <a:lnTo>
                  <a:pt x="670" y="217"/>
                </a:lnTo>
                <a:lnTo>
                  <a:pt x="669" y="218"/>
                </a:lnTo>
                <a:lnTo>
                  <a:pt x="669" y="219"/>
                </a:lnTo>
                <a:lnTo>
                  <a:pt x="668" y="219"/>
                </a:lnTo>
                <a:lnTo>
                  <a:pt x="668" y="220"/>
                </a:lnTo>
                <a:lnTo>
                  <a:pt x="667" y="221"/>
                </a:lnTo>
                <a:lnTo>
                  <a:pt x="667" y="222"/>
                </a:lnTo>
                <a:lnTo>
                  <a:pt x="668" y="222"/>
                </a:lnTo>
                <a:lnTo>
                  <a:pt x="668" y="223"/>
                </a:lnTo>
                <a:lnTo>
                  <a:pt x="667" y="223"/>
                </a:lnTo>
                <a:lnTo>
                  <a:pt x="666" y="223"/>
                </a:lnTo>
                <a:lnTo>
                  <a:pt x="664" y="224"/>
                </a:lnTo>
                <a:lnTo>
                  <a:pt x="663" y="225"/>
                </a:lnTo>
                <a:lnTo>
                  <a:pt x="663" y="227"/>
                </a:lnTo>
                <a:lnTo>
                  <a:pt x="663" y="228"/>
                </a:lnTo>
                <a:lnTo>
                  <a:pt x="664" y="228"/>
                </a:lnTo>
                <a:lnTo>
                  <a:pt x="665" y="228"/>
                </a:lnTo>
                <a:lnTo>
                  <a:pt x="666" y="228"/>
                </a:lnTo>
                <a:lnTo>
                  <a:pt x="667" y="228"/>
                </a:lnTo>
                <a:lnTo>
                  <a:pt x="668" y="228"/>
                </a:lnTo>
                <a:lnTo>
                  <a:pt x="670" y="229"/>
                </a:lnTo>
                <a:lnTo>
                  <a:pt x="671" y="229"/>
                </a:lnTo>
                <a:lnTo>
                  <a:pt x="672" y="230"/>
                </a:lnTo>
                <a:lnTo>
                  <a:pt x="673" y="229"/>
                </a:lnTo>
                <a:lnTo>
                  <a:pt x="673" y="230"/>
                </a:lnTo>
                <a:lnTo>
                  <a:pt x="674" y="230"/>
                </a:lnTo>
                <a:lnTo>
                  <a:pt x="675" y="231"/>
                </a:lnTo>
                <a:lnTo>
                  <a:pt x="675" y="232"/>
                </a:lnTo>
                <a:lnTo>
                  <a:pt x="676" y="234"/>
                </a:lnTo>
                <a:lnTo>
                  <a:pt x="678" y="235"/>
                </a:lnTo>
                <a:lnTo>
                  <a:pt x="677" y="235"/>
                </a:lnTo>
                <a:lnTo>
                  <a:pt x="677" y="236"/>
                </a:lnTo>
                <a:lnTo>
                  <a:pt x="677" y="238"/>
                </a:lnTo>
                <a:lnTo>
                  <a:pt x="677" y="240"/>
                </a:lnTo>
                <a:lnTo>
                  <a:pt x="677" y="241"/>
                </a:lnTo>
                <a:lnTo>
                  <a:pt x="678" y="241"/>
                </a:lnTo>
                <a:lnTo>
                  <a:pt x="679" y="241"/>
                </a:lnTo>
                <a:lnTo>
                  <a:pt x="679" y="242"/>
                </a:lnTo>
                <a:lnTo>
                  <a:pt x="680" y="242"/>
                </a:lnTo>
                <a:lnTo>
                  <a:pt x="678" y="244"/>
                </a:lnTo>
                <a:lnTo>
                  <a:pt x="677" y="245"/>
                </a:lnTo>
                <a:lnTo>
                  <a:pt x="678" y="246"/>
                </a:lnTo>
                <a:lnTo>
                  <a:pt x="679" y="247"/>
                </a:lnTo>
                <a:lnTo>
                  <a:pt x="679" y="248"/>
                </a:lnTo>
                <a:lnTo>
                  <a:pt x="680" y="251"/>
                </a:lnTo>
                <a:lnTo>
                  <a:pt x="680" y="252"/>
                </a:lnTo>
                <a:lnTo>
                  <a:pt x="680" y="253"/>
                </a:lnTo>
                <a:lnTo>
                  <a:pt x="680" y="254"/>
                </a:lnTo>
                <a:lnTo>
                  <a:pt x="682" y="256"/>
                </a:lnTo>
                <a:lnTo>
                  <a:pt x="683" y="257"/>
                </a:lnTo>
                <a:lnTo>
                  <a:pt x="687" y="257"/>
                </a:lnTo>
                <a:lnTo>
                  <a:pt x="687" y="256"/>
                </a:lnTo>
                <a:lnTo>
                  <a:pt x="687" y="255"/>
                </a:lnTo>
                <a:lnTo>
                  <a:pt x="688" y="254"/>
                </a:lnTo>
                <a:lnTo>
                  <a:pt x="688" y="255"/>
                </a:lnTo>
                <a:lnTo>
                  <a:pt x="689" y="255"/>
                </a:lnTo>
                <a:lnTo>
                  <a:pt x="689" y="253"/>
                </a:lnTo>
                <a:lnTo>
                  <a:pt x="689" y="252"/>
                </a:lnTo>
                <a:lnTo>
                  <a:pt x="688" y="252"/>
                </a:lnTo>
                <a:lnTo>
                  <a:pt x="688" y="251"/>
                </a:lnTo>
                <a:lnTo>
                  <a:pt x="690" y="251"/>
                </a:lnTo>
                <a:lnTo>
                  <a:pt x="691" y="251"/>
                </a:lnTo>
                <a:lnTo>
                  <a:pt x="691" y="250"/>
                </a:lnTo>
                <a:lnTo>
                  <a:pt x="692" y="250"/>
                </a:lnTo>
                <a:lnTo>
                  <a:pt x="693" y="250"/>
                </a:lnTo>
                <a:lnTo>
                  <a:pt x="694" y="250"/>
                </a:lnTo>
                <a:lnTo>
                  <a:pt x="694" y="249"/>
                </a:lnTo>
                <a:lnTo>
                  <a:pt x="695" y="248"/>
                </a:lnTo>
                <a:lnTo>
                  <a:pt x="696" y="248"/>
                </a:lnTo>
                <a:lnTo>
                  <a:pt x="699" y="248"/>
                </a:lnTo>
                <a:lnTo>
                  <a:pt x="700" y="248"/>
                </a:lnTo>
                <a:lnTo>
                  <a:pt x="703" y="247"/>
                </a:lnTo>
                <a:lnTo>
                  <a:pt x="704" y="246"/>
                </a:lnTo>
                <a:lnTo>
                  <a:pt x="704" y="244"/>
                </a:lnTo>
                <a:lnTo>
                  <a:pt x="705" y="244"/>
                </a:lnTo>
                <a:lnTo>
                  <a:pt x="706" y="244"/>
                </a:lnTo>
                <a:lnTo>
                  <a:pt x="706" y="245"/>
                </a:lnTo>
                <a:lnTo>
                  <a:pt x="707" y="246"/>
                </a:lnTo>
                <a:lnTo>
                  <a:pt x="708" y="246"/>
                </a:lnTo>
                <a:lnTo>
                  <a:pt x="708" y="245"/>
                </a:lnTo>
                <a:lnTo>
                  <a:pt x="709" y="245"/>
                </a:lnTo>
                <a:lnTo>
                  <a:pt x="709" y="244"/>
                </a:lnTo>
                <a:lnTo>
                  <a:pt x="710" y="244"/>
                </a:lnTo>
                <a:lnTo>
                  <a:pt x="710" y="245"/>
                </a:lnTo>
                <a:lnTo>
                  <a:pt x="712" y="244"/>
                </a:lnTo>
                <a:lnTo>
                  <a:pt x="714" y="244"/>
                </a:lnTo>
                <a:lnTo>
                  <a:pt x="716" y="245"/>
                </a:lnTo>
                <a:lnTo>
                  <a:pt x="717" y="245"/>
                </a:lnTo>
                <a:lnTo>
                  <a:pt x="717" y="244"/>
                </a:lnTo>
                <a:lnTo>
                  <a:pt x="718" y="244"/>
                </a:lnTo>
                <a:lnTo>
                  <a:pt x="719" y="244"/>
                </a:lnTo>
                <a:lnTo>
                  <a:pt x="719" y="245"/>
                </a:lnTo>
                <a:lnTo>
                  <a:pt x="721" y="244"/>
                </a:lnTo>
                <a:lnTo>
                  <a:pt x="723" y="244"/>
                </a:lnTo>
                <a:lnTo>
                  <a:pt x="724" y="244"/>
                </a:lnTo>
                <a:lnTo>
                  <a:pt x="725" y="244"/>
                </a:lnTo>
                <a:lnTo>
                  <a:pt x="725" y="243"/>
                </a:lnTo>
                <a:lnTo>
                  <a:pt x="726" y="242"/>
                </a:lnTo>
                <a:lnTo>
                  <a:pt x="728" y="243"/>
                </a:lnTo>
                <a:lnTo>
                  <a:pt x="729" y="244"/>
                </a:lnTo>
                <a:lnTo>
                  <a:pt x="729" y="245"/>
                </a:lnTo>
                <a:lnTo>
                  <a:pt x="730" y="245"/>
                </a:lnTo>
                <a:lnTo>
                  <a:pt x="731" y="246"/>
                </a:lnTo>
                <a:lnTo>
                  <a:pt x="731" y="245"/>
                </a:lnTo>
                <a:lnTo>
                  <a:pt x="733" y="245"/>
                </a:lnTo>
                <a:lnTo>
                  <a:pt x="733" y="246"/>
                </a:lnTo>
                <a:lnTo>
                  <a:pt x="734" y="247"/>
                </a:lnTo>
                <a:lnTo>
                  <a:pt x="737" y="247"/>
                </a:lnTo>
                <a:lnTo>
                  <a:pt x="738" y="247"/>
                </a:lnTo>
                <a:lnTo>
                  <a:pt x="739" y="247"/>
                </a:lnTo>
                <a:lnTo>
                  <a:pt x="740" y="246"/>
                </a:lnTo>
                <a:lnTo>
                  <a:pt x="740" y="245"/>
                </a:lnTo>
                <a:lnTo>
                  <a:pt x="741" y="245"/>
                </a:lnTo>
                <a:lnTo>
                  <a:pt x="741" y="243"/>
                </a:lnTo>
                <a:lnTo>
                  <a:pt x="741" y="242"/>
                </a:lnTo>
                <a:lnTo>
                  <a:pt x="741" y="241"/>
                </a:lnTo>
                <a:lnTo>
                  <a:pt x="743" y="239"/>
                </a:lnTo>
                <a:lnTo>
                  <a:pt x="745" y="238"/>
                </a:lnTo>
                <a:lnTo>
                  <a:pt x="746" y="238"/>
                </a:lnTo>
                <a:lnTo>
                  <a:pt x="748" y="237"/>
                </a:lnTo>
                <a:lnTo>
                  <a:pt x="748" y="236"/>
                </a:lnTo>
                <a:lnTo>
                  <a:pt x="749" y="236"/>
                </a:lnTo>
                <a:lnTo>
                  <a:pt x="750" y="235"/>
                </a:lnTo>
                <a:lnTo>
                  <a:pt x="751" y="235"/>
                </a:lnTo>
                <a:lnTo>
                  <a:pt x="751" y="233"/>
                </a:lnTo>
                <a:lnTo>
                  <a:pt x="752" y="233"/>
                </a:lnTo>
                <a:lnTo>
                  <a:pt x="752" y="236"/>
                </a:lnTo>
                <a:lnTo>
                  <a:pt x="751" y="237"/>
                </a:lnTo>
                <a:lnTo>
                  <a:pt x="752" y="238"/>
                </a:lnTo>
                <a:lnTo>
                  <a:pt x="753" y="241"/>
                </a:lnTo>
                <a:lnTo>
                  <a:pt x="754" y="241"/>
                </a:lnTo>
                <a:lnTo>
                  <a:pt x="754" y="242"/>
                </a:lnTo>
                <a:lnTo>
                  <a:pt x="756" y="244"/>
                </a:lnTo>
                <a:lnTo>
                  <a:pt x="756" y="246"/>
                </a:lnTo>
                <a:lnTo>
                  <a:pt x="757" y="248"/>
                </a:lnTo>
                <a:lnTo>
                  <a:pt x="758" y="248"/>
                </a:lnTo>
                <a:lnTo>
                  <a:pt x="759" y="248"/>
                </a:lnTo>
                <a:lnTo>
                  <a:pt x="759" y="247"/>
                </a:lnTo>
                <a:lnTo>
                  <a:pt x="760" y="247"/>
                </a:lnTo>
                <a:lnTo>
                  <a:pt x="761" y="248"/>
                </a:lnTo>
                <a:lnTo>
                  <a:pt x="762" y="248"/>
                </a:lnTo>
                <a:lnTo>
                  <a:pt x="762" y="249"/>
                </a:lnTo>
                <a:lnTo>
                  <a:pt x="763" y="248"/>
                </a:lnTo>
                <a:lnTo>
                  <a:pt x="764" y="247"/>
                </a:lnTo>
                <a:lnTo>
                  <a:pt x="765" y="247"/>
                </a:lnTo>
                <a:lnTo>
                  <a:pt x="766" y="247"/>
                </a:lnTo>
                <a:lnTo>
                  <a:pt x="768" y="247"/>
                </a:lnTo>
                <a:lnTo>
                  <a:pt x="768" y="246"/>
                </a:lnTo>
                <a:lnTo>
                  <a:pt x="769" y="245"/>
                </a:lnTo>
                <a:lnTo>
                  <a:pt x="769" y="244"/>
                </a:lnTo>
                <a:lnTo>
                  <a:pt x="770" y="244"/>
                </a:lnTo>
                <a:lnTo>
                  <a:pt x="770" y="245"/>
                </a:lnTo>
                <a:lnTo>
                  <a:pt x="772" y="245"/>
                </a:lnTo>
                <a:lnTo>
                  <a:pt x="772" y="246"/>
                </a:lnTo>
                <a:lnTo>
                  <a:pt x="773" y="245"/>
                </a:lnTo>
                <a:lnTo>
                  <a:pt x="775" y="245"/>
                </a:lnTo>
                <a:lnTo>
                  <a:pt x="776" y="245"/>
                </a:lnTo>
                <a:lnTo>
                  <a:pt x="778" y="245"/>
                </a:lnTo>
                <a:lnTo>
                  <a:pt x="780" y="245"/>
                </a:lnTo>
                <a:lnTo>
                  <a:pt x="781" y="245"/>
                </a:lnTo>
                <a:lnTo>
                  <a:pt x="782" y="246"/>
                </a:lnTo>
                <a:lnTo>
                  <a:pt x="784" y="246"/>
                </a:lnTo>
                <a:lnTo>
                  <a:pt x="784" y="247"/>
                </a:lnTo>
                <a:lnTo>
                  <a:pt x="785" y="246"/>
                </a:lnTo>
                <a:lnTo>
                  <a:pt x="786" y="246"/>
                </a:lnTo>
                <a:lnTo>
                  <a:pt x="787" y="246"/>
                </a:lnTo>
                <a:lnTo>
                  <a:pt x="788" y="245"/>
                </a:lnTo>
                <a:lnTo>
                  <a:pt x="789" y="245"/>
                </a:lnTo>
                <a:lnTo>
                  <a:pt x="790" y="246"/>
                </a:lnTo>
                <a:lnTo>
                  <a:pt x="792" y="245"/>
                </a:lnTo>
                <a:lnTo>
                  <a:pt x="793" y="245"/>
                </a:lnTo>
                <a:lnTo>
                  <a:pt x="795" y="244"/>
                </a:lnTo>
                <a:lnTo>
                  <a:pt x="796" y="244"/>
                </a:lnTo>
                <a:lnTo>
                  <a:pt x="798" y="244"/>
                </a:lnTo>
                <a:lnTo>
                  <a:pt x="799" y="244"/>
                </a:lnTo>
                <a:lnTo>
                  <a:pt x="800" y="243"/>
                </a:lnTo>
                <a:lnTo>
                  <a:pt x="801" y="243"/>
                </a:lnTo>
                <a:lnTo>
                  <a:pt x="804" y="244"/>
                </a:lnTo>
                <a:lnTo>
                  <a:pt x="805" y="244"/>
                </a:lnTo>
                <a:lnTo>
                  <a:pt x="805" y="245"/>
                </a:lnTo>
                <a:lnTo>
                  <a:pt x="807" y="244"/>
                </a:lnTo>
                <a:lnTo>
                  <a:pt x="809" y="244"/>
                </a:lnTo>
                <a:lnTo>
                  <a:pt x="809" y="243"/>
                </a:lnTo>
                <a:lnTo>
                  <a:pt x="809" y="241"/>
                </a:lnTo>
                <a:lnTo>
                  <a:pt x="810" y="240"/>
                </a:lnTo>
                <a:lnTo>
                  <a:pt x="811" y="239"/>
                </a:lnTo>
                <a:lnTo>
                  <a:pt x="812" y="239"/>
                </a:lnTo>
                <a:lnTo>
                  <a:pt x="813" y="239"/>
                </a:lnTo>
                <a:lnTo>
                  <a:pt x="815" y="244"/>
                </a:lnTo>
                <a:lnTo>
                  <a:pt x="815" y="245"/>
                </a:lnTo>
                <a:lnTo>
                  <a:pt x="815" y="246"/>
                </a:lnTo>
                <a:lnTo>
                  <a:pt x="814" y="248"/>
                </a:lnTo>
                <a:lnTo>
                  <a:pt x="813" y="250"/>
                </a:lnTo>
                <a:lnTo>
                  <a:pt x="813" y="251"/>
                </a:lnTo>
                <a:lnTo>
                  <a:pt x="812" y="251"/>
                </a:lnTo>
                <a:lnTo>
                  <a:pt x="811" y="251"/>
                </a:lnTo>
                <a:lnTo>
                  <a:pt x="810" y="253"/>
                </a:lnTo>
                <a:lnTo>
                  <a:pt x="810" y="254"/>
                </a:lnTo>
                <a:lnTo>
                  <a:pt x="811" y="256"/>
                </a:lnTo>
                <a:lnTo>
                  <a:pt x="811" y="257"/>
                </a:lnTo>
                <a:lnTo>
                  <a:pt x="810" y="257"/>
                </a:lnTo>
                <a:lnTo>
                  <a:pt x="809" y="258"/>
                </a:lnTo>
                <a:lnTo>
                  <a:pt x="808" y="259"/>
                </a:lnTo>
                <a:lnTo>
                  <a:pt x="807" y="258"/>
                </a:lnTo>
                <a:lnTo>
                  <a:pt x="806" y="258"/>
                </a:lnTo>
                <a:lnTo>
                  <a:pt x="806" y="259"/>
                </a:lnTo>
                <a:lnTo>
                  <a:pt x="805" y="259"/>
                </a:lnTo>
                <a:lnTo>
                  <a:pt x="805" y="260"/>
                </a:lnTo>
                <a:lnTo>
                  <a:pt x="806" y="261"/>
                </a:lnTo>
                <a:lnTo>
                  <a:pt x="806" y="262"/>
                </a:lnTo>
                <a:lnTo>
                  <a:pt x="807" y="262"/>
                </a:lnTo>
                <a:lnTo>
                  <a:pt x="808" y="262"/>
                </a:lnTo>
                <a:lnTo>
                  <a:pt x="809" y="262"/>
                </a:lnTo>
                <a:lnTo>
                  <a:pt x="810" y="264"/>
                </a:lnTo>
                <a:lnTo>
                  <a:pt x="809" y="265"/>
                </a:lnTo>
                <a:lnTo>
                  <a:pt x="808" y="266"/>
                </a:lnTo>
                <a:lnTo>
                  <a:pt x="806" y="269"/>
                </a:lnTo>
                <a:lnTo>
                  <a:pt x="804" y="271"/>
                </a:lnTo>
                <a:lnTo>
                  <a:pt x="803" y="273"/>
                </a:lnTo>
                <a:lnTo>
                  <a:pt x="803" y="274"/>
                </a:lnTo>
                <a:lnTo>
                  <a:pt x="803" y="275"/>
                </a:lnTo>
                <a:lnTo>
                  <a:pt x="803" y="276"/>
                </a:lnTo>
                <a:lnTo>
                  <a:pt x="802" y="276"/>
                </a:lnTo>
                <a:lnTo>
                  <a:pt x="801" y="276"/>
                </a:lnTo>
                <a:lnTo>
                  <a:pt x="801" y="277"/>
                </a:lnTo>
                <a:lnTo>
                  <a:pt x="800" y="277"/>
                </a:lnTo>
                <a:lnTo>
                  <a:pt x="797" y="278"/>
                </a:lnTo>
                <a:lnTo>
                  <a:pt x="796" y="278"/>
                </a:lnTo>
                <a:lnTo>
                  <a:pt x="795" y="278"/>
                </a:lnTo>
                <a:lnTo>
                  <a:pt x="794" y="278"/>
                </a:lnTo>
                <a:lnTo>
                  <a:pt x="794" y="279"/>
                </a:lnTo>
                <a:lnTo>
                  <a:pt x="795" y="280"/>
                </a:lnTo>
                <a:lnTo>
                  <a:pt x="795" y="281"/>
                </a:lnTo>
                <a:lnTo>
                  <a:pt x="795" y="284"/>
                </a:lnTo>
                <a:lnTo>
                  <a:pt x="795" y="286"/>
                </a:lnTo>
                <a:lnTo>
                  <a:pt x="795" y="288"/>
                </a:lnTo>
                <a:lnTo>
                  <a:pt x="795" y="290"/>
                </a:lnTo>
                <a:lnTo>
                  <a:pt x="795" y="291"/>
                </a:lnTo>
                <a:lnTo>
                  <a:pt x="794" y="292"/>
                </a:lnTo>
                <a:lnTo>
                  <a:pt x="793" y="292"/>
                </a:lnTo>
                <a:lnTo>
                  <a:pt x="792" y="291"/>
                </a:lnTo>
                <a:lnTo>
                  <a:pt x="791" y="291"/>
                </a:lnTo>
                <a:lnTo>
                  <a:pt x="790" y="291"/>
                </a:lnTo>
                <a:lnTo>
                  <a:pt x="790" y="292"/>
                </a:lnTo>
                <a:lnTo>
                  <a:pt x="791" y="292"/>
                </a:lnTo>
                <a:lnTo>
                  <a:pt x="791" y="291"/>
                </a:lnTo>
                <a:lnTo>
                  <a:pt x="791" y="292"/>
                </a:lnTo>
                <a:lnTo>
                  <a:pt x="790" y="293"/>
                </a:lnTo>
                <a:lnTo>
                  <a:pt x="790" y="294"/>
                </a:lnTo>
                <a:lnTo>
                  <a:pt x="789" y="295"/>
                </a:lnTo>
                <a:lnTo>
                  <a:pt x="788" y="295"/>
                </a:lnTo>
                <a:lnTo>
                  <a:pt x="787" y="294"/>
                </a:lnTo>
                <a:lnTo>
                  <a:pt x="785" y="294"/>
                </a:lnTo>
                <a:lnTo>
                  <a:pt x="784" y="294"/>
                </a:lnTo>
                <a:lnTo>
                  <a:pt x="782" y="293"/>
                </a:lnTo>
                <a:lnTo>
                  <a:pt x="782" y="292"/>
                </a:lnTo>
                <a:lnTo>
                  <a:pt x="781" y="292"/>
                </a:lnTo>
                <a:lnTo>
                  <a:pt x="778" y="292"/>
                </a:lnTo>
                <a:lnTo>
                  <a:pt x="778" y="293"/>
                </a:lnTo>
                <a:lnTo>
                  <a:pt x="778" y="294"/>
                </a:lnTo>
                <a:lnTo>
                  <a:pt x="777" y="294"/>
                </a:lnTo>
                <a:lnTo>
                  <a:pt x="777" y="295"/>
                </a:lnTo>
                <a:lnTo>
                  <a:pt x="776" y="296"/>
                </a:lnTo>
                <a:lnTo>
                  <a:pt x="775" y="298"/>
                </a:lnTo>
                <a:lnTo>
                  <a:pt x="775" y="299"/>
                </a:lnTo>
                <a:lnTo>
                  <a:pt x="775" y="302"/>
                </a:lnTo>
                <a:lnTo>
                  <a:pt x="776" y="303"/>
                </a:lnTo>
                <a:lnTo>
                  <a:pt x="776" y="304"/>
                </a:lnTo>
                <a:lnTo>
                  <a:pt x="778" y="305"/>
                </a:lnTo>
                <a:lnTo>
                  <a:pt x="779" y="305"/>
                </a:lnTo>
                <a:lnTo>
                  <a:pt x="781" y="305"/>
                </a:lnTo>
                <a:lnTo>
                  <a:pt x="782" y="305"/>
                </a:lnTo>
                <a:lnTo>
                  <a:pt x="782" y="306"/>
                </a:lnTo>
                <a:lnTo>
                  <a:pt x="783" y="306"/>
                </a:lnTo>
                <a:lnTo>
                  <a:pt x="785" y="306"/>
                </a:lnTo>
                <a:lnTo>
                  <a:pt x="786" y="306"/>
                </a:lnTo>
                <a:lnTo>
                  <a:pt x="789" y="306"/>
                </a:lnTo>
                <a:lnTo>
                  <a:pt x="789" y="307"/>
                </a:lnTo>
                <a:lnTo>
                  <a:pt x="789" y="308"/>
                </a:lnTo>
                <a:lnTo>
                  <a:pt x="789" y="310"/>
                </a:lnTo>
                <a:lnTo>
                  <a:pt x="788" y="311"/>
                </a:lnTo>
                <a:lnTo>
                  <a:pt x="787" y="313"/>
                </a:lnTo>
                <a:lnTo>
                  <a:pt x="787" y="314"/>
                </a:lnTo>
                <a:lnTo>
                  <a:pt x="786" y="315"/>
                </a:lnTo>
                <a:lnTo>
                  <a:pt x="785" y="315"/>
                </a:lnTo>
                <a:lnTo>
                  <a:pt x="783" y="316"/>
                </a:lnTo>
                <a:lnTo>
                  <a:pt x="783" y="317"/>
                </a:lnTo>
                <a:lnTo>
                  <a:pt x="779" y="318"/>
                </a:lnTo>
                <a:lnTo>
                  <a:pt x="778" y="318"/>
                </a:lnTo>
                <a:lnTo>
                  <a:pt x="776" y="317"/>
                </a:lnTo>
                <a:lnTo>
                  <a:pt x="774" y="316"/>
                </a:lnTo>
                <a:lnTo>
                  <a:pt x="772" y="318"/>
                </a:lnTo>
                <a:lnTo>
                  <a:pt x="772" y="319"/>
                </a:lnTo>
                <a:lnTo>
                  <a:pt x="772" y="320"/>
                </a:lnTo>
                <a:lnTo>
                  <a:pt x="772" y="321"/>
                </a:lnTo>
                <a:lnTo>
                  <a:pt x="772" y="323"/>
                </a:lnTo>
                <a:lnTo>
                  <a:pt x="772" y="325"/>
                </a:lnTo>
                <a:lnTo>
                  <a:pt x="771" y="326"/>
                </a:lnTo>
                <a:lnTo>
                  <a:pt x="772" y="328"/>
                </a:lnTo>
                <a:lnTo>
                  <a:pt x="772" y="330"/>
                </a:lnTo>
                <a:lnTo>
                  <a:pt x="772" y="333"/>
                </a:lnTo>
                <a:lnTo>
                  <a:pt x="772" y="336"/>
                </a:lnTo>
                <a:lnTo>
                  <a:pt x="772" y="337"/>
                </a:lnTo>
                <a:lnTo>
                  <a:pt x="772" y="338"/>
                </a:lnTo>
                <a:lnTo>
                  <a:pt x="771" y="339"/>
                </a:lnTo>
                <a:lnTo>
                  <a:pt x="771" y="341"/>
                </a:lnTo>
                <a:lnTo>
                  <a:pt x="771" y="342"/>
                </a:lnTo>
                <a:lnTo>
                  <a:pt x="769" y="343"/>
                </a:lnTo>
                <a:lnTo>
                  <a:pt x="769" y="344"/>
                </a:lnTo>
                <a:lnTo>
                  <a:pt x="768" y="347"/>
                </a:lnTo>
                <a:lnTo>
                  <a:pt x="768" y="348"/>
                </a:lnTo>
                <a:lnTo>
                  <a:pt x="768" y="349"/>
                </a:lnTo>
                <a:lnTo>
                  <a:pt x="768" y="350"/>
                </a:lnTo>
                <a:lnTo>
                  <a:pt x="769" y="352"/>
                </a:lnTo>
                <a:lnTo>
                  <a:pt x="770" y="352"/>
                </a:lnTo>
                <a:lnTo>
                  <a:pt x="771" y="352"/>
                </a:lnTo>
                <a:lnTo>
                  <a:pt x="772" y="353"/>
                </a:lnTo>
                <a:lnTo>
                  <a:pt x="773" y="354"/>
                </a:lnTo>
                <a:lnTo>
                  <a:pt x="774" y="355"/>
                </a:lnTo>
                <a:lnTo>
                  <a:pt x="775" y="355"/>
                </a:lnTo>
                <a:lnTo>
                  <a:pt x="776" y="356"/>
                </a:lnTo>
                <a:lnTo>
                  <a:pt x="777" y="355"/>
                </a:lnTo>
                <a:lnTo>
                  <a:pt x="778" y="355"/>
                </a:lnTo>
                <a:lnTo>
                  <a:pt x="779" y="356"/>
                </a:lnTo>
                <a:lnTo>
                  <a:pt x="779" y="357"/>
                </a:lnTo>
                <a:lnTo>
                  <a:pt x="778" y="359"/>
                </a:lnTo>
                <a:lnTo>
                  <a:pt x="777" y="359"/>
                </a:lnTo>
                <a:lnTo>
                  <a:pt x="777" y="360"/>
                </a:lnTo>
                <a:lnTo>
                  <a:pt x="777" y="361"/>
                </a:lnTo>
                <a:lnTo>
                  <a:pt x="779" y="360"/>
                </a:lnTo>
                <a:lnTo>
                  <a:pt x="780" y="360"/>
                </a:lnTo>
                <a:lnTo>
                  <a:pt x="781" y="360"/>
                </a:lnTo>
                <a:lnTo>
                  <a:pt x="783" y="360"/>
                </a:lnTo>
                <a:lnTo>
                  <a:pt x="784" y="361"/>
                </a:lnTo>
                <a:lnTo>
                  <a:pt x="785" y="361"/>
                </a:lnTo>
                <a:lnTo>
                  <a:pt x="786" y="361"/>
                </a:lnTo>
                <a:lnTo>
                  <a:pt x="786" y="362"/>
                </a:lnTo>
                <a:lnTo>
                  <a:pt x="787" y="364"/>
                </a:lnTo>
                <a:lnTo>
                  <a:pt x="788" y="365"/>
                </a:lnTo>
                <a:lnTo>
                  <a:pt x="788" y="366"/>
                </a:lnTo>
                <a:lnTo>
                  <a:pt x="791" y="368"/>
                </a:lnTo>
                <a:lnTo>
                  <a:pt x="792" y="369"/>
                </a:lnTo>
                <a:lnTo>
                  <a:pt x="793" y="370"/>
                </a:lnTo>
                <a:lnTo>
                  <a:pt x="794" y="370"/>
                </a:lnTo>
                <a:lnTo>
                  <a:pt x="795" y="370"/>
                </a:lnTo>
                <a:lnTo>
                  <a:pt x="795" y="371"/>
                </a:lnTo>
                <a:lnTo>
                  <a:pt x="796" y="371"/>
                </a:lnTo>
                <a:lnTo>
                  <a:pt x="796" y="372"/>
                </a:lnTo>
                <a:lnTo>
                  <a:pt x="797" y="372"/>
                </a:lnTo>
                <a:lnTo>
                  <a:pt x="798" y="371"/>
                </a:lnTo>
                <a:lnTo>
                  <a:pt x="799" y="371"/>
                </a:lnTo>
                <a:lnTo>
                  <a:pt x="802" y="372"/>
                </a:lnTo>
                <a:lnTo>
                  <a:pt x="803" y="373"/>
                </a:lnTo>
                <a:lnTo>
                  <a:pt x="803" y="374"/>
                </a:lnTo>
                <a:lnTo>
                  <a:pt x="803" y="375"/>
                </a:lnTo>
                <a:lnTo>
                  <a:pt x="804" y="376"/>
                </a:lnTo>
                <a:lnTo>
                  <a:pt x="805" y="376"/>
                </a:lnTo>
                <a:lnTo>
                  <a:pt x="806" y="374"/>
                </a:lnTo>
                <a:lnTo>
                  <a:pt x="807" y="373"/>
                </a:lnTo>
                <a:lnTo>
                  <a:pt x="807" y="372"/>
                </a:lnTo>
                <a:lnTo>
                  <a:pt x="808" y="372"/>
                </a:lnTo>
                <a:lnTo>
                  <a:pt x="808" y="373"/>
                </a:lnTo>
                <a:lnTo>
                  <a:pt x="809" y="374"/>
                </a:lnTo>
                <a:lnTo>
                  <a:pt x="810" y="374"/>
                </a:lnTo>
                <a:lnTo>
                  <a:pt x="811" y="375"/>
                </a:lnTo>
                <a:lnTo>
                  <a:pt x="813" y="374"/>
                </a:lnTo>
                <a:lnTo>
                  <a:pt x="814" y="373"/>
                </a:lnTo>
                <a:lnTo>
                  <a:pt x="814" y="372"/>
                </a:lnTo>
                <a:lnTo>
                  <a:pt x="815" y="370"/>
                </a:lnTo>
                <a:lnTo>
                  <a:pt x="816" y="370"/>
                </a:lnTo>
                <a:lnTo>
                  <a:pt x="817" y="370"/>
                </a:lnTo>
                <a:lnTo>
                  <a:pt x="818" y="369"/>
                </a:lnTo>
                <a:lnTo>
                  <a:pt x="818" y="368"/>
                </a:lnTo>
                <a:lnTo>
                  <a:pt x="819" y="367"/>
                </a:lnTo>
                <a:lnTo>
                  <a:pt x="820" y="367"/>
                </a:lnTo>
                <a:lnTo>
                  <a:pt x="822" y="368"/>
                </a:lnTo>
                <a:lnTo>
                  <a:pt x="823" y="370"/>
                </a:lnTo>
                <a:lnTo>
                  <a:pt x="823" y="371"/>
                </a:lnTo>
                <a:lnTo>
                  <a:pt x="823" y="373"/>
                </a:lnTo>
                <a:lnTo>
                  <a:pt x="822" y="375"/>
                </a:lnTo>
                <a:lnTo>
                  <a:pt x="821" y="376"/>
                </a:lnTo>
                <a:lnTo>
                  <a:pt x="820" y="377"/>
                </a:lnTo>
                <a:lnTo>
                  <a:pt x="818" y="380"/>
                </a:lnTo>
                <a:lnTo>
                  <a:pt x="819" y="381"/>
                </a:lnTo>
                <a:lnTo>
                  <a:pt x="820" y="381"/>
                </a:lnTo>
                <a:lnTo>
                  <a:pt x="820" y="382"/>
                </a:lnTo>
                <a:lnTo>
                  <a:pt x="821" y="383"/>
                </a:lnTo>
                <a:lnTo>
                  <a:pt x="821" y="384"/>
                </a:lnTo>
                <a:lnTo>
                  <a:pt x="821" y="385"/>
                </a:lnTo>
                <a:lnTo>
                  <a:pt x="821" y="386"/>
                </a:lnTo>
                <a:lnTo>
                  <a:pt x="822" y="387"/>
                </a:lnTo>
                <a:lnTo>
                  <a:pt x="823" y="387"/>
                </a:lnTo>
                <a:lnTo>
                  <a:pt x="823" y="386"/>
                </a:lnTo>
                <a:lnTo>
                  <a:pt x="823" y="385"/>
                </a:lnTo>
                <a:lnTo>
                  <a:pt x="824" y="384"/>
                </a:lnTo>
                <a:lnTo>
                  <a:pt x="825" y="384"/>
                </a:lnTo>
                <a:lnTo>
                  <a:pt x="825" y="385"/>
                </a:lnTo>
                <a:lnTo>
                  <a:pt x="826" y="385"/>
                </a:lnTo>
                <a:lnTo>
                  <a:pt x="827" y="385"/>
                </a:lnTo>
                <a:lnTo>
                  <a:pt x="829" y="384"/>
                </a:lnTo>
                <a:lnTo>
                  <a:pt x="832" y="384"/>
                </a:lnTo>
                <a:lnTo>
                  <a:pt x="833" y="384"/>
                </a:lnTo>
                <a:lnTo>
                  <a:pt x="833" y="385"/>
                </a:lnTo>
                <a:lnTo>
                  <a:pt x="834" y="385"/>
                </a:lnTo>
                <a:lnTo>
                  <a:pt x="834" y="386"/>
                </a:lnTo>
                <a:lnTo>
                  <a:pt x="833" y="387"/>
                </a:lnTo>
                <a:lnTo>
                  <a:pt x="832" y="388"/>
                </a:lnTo>
                <a:lnTo>
                  <a:pt x="832" y="390"/>
                </a:lnTo>
                <a:lnTo>
                  <a:pt x="832" y="391"/>
                </a:lnTo>
                <a:lnTo>
                  <a:pt x="833" y="391"/>
                </a:lnTo>
                <a:lnTo>
                  <a:pt x="833" y="392"/>
                </a:lnTo>
                <a:lnTo>
                  <a:pt x="834" y="392"/>
                </a:lnTo>
                <a:lnTo>
                  <a:pt x="834" y="393"/>
                </a:lnTo>
                <a:lnTo>
                  <a:pt x="835" y="394"/>
                </a:lnTo>
                <a:lnTo>
                  <a:pt x="836" y="394"/>
                </a:lnTo>
                <a:lnTo>
                  <a:pt x="837" y="395"/>
                </a:lnTo>
                <a:lnTo>
                  <a:pt x="838" y="395"/>
                </a:lnTo>
                <a:lnTo>
                  <a:pt x="838" y="396"/>
                </a:lnTo>
                <a:lnTo>
                  <a:pt x="839" y="397"/>
                </a:lnTo>
                <a:lnTo>
                  <a:pt x="841" y="397"/>
                </a:lnTo>
                <a:lnTo>
                  <a:pt x="841" y="396"/>
                </a:lnTo>
                <a:lnTo>
                  <a:pt x="842" y="396"/>
                </a:lnTo>
                <a:lnTo>
                  <a:pt x="844" y="396"/>
                </a:lnTo>
                <a:lnTo>
                  <a:pt x="845" y="397"/>
                </a:lnTo>
                <a:lnTo>
                  <a:pt x="845" y="398"/>
                </a:lnTo>
                <a:lnTo>
                  <a:pt x="846" y="398"/>
                </a:lnTo>
                <a:lnTo>
                  <a:pt x="848" y="397"/>
                </a:lnTo>
                <a:lnTo>
                  <a:pt x="848" y="396"/>
                </a:lnTo>
                <a:lnTo>
                  <a:pt x="849" y="396"/>
                </a:lnTo>
                <a:lnTo>
                  <a:pt x="850" y="397"/>
                </a:lnTo>
                <a:lnTo>
                  <a:pt x="852" y="397"/>
                </a:lnTo>
                <a:lnTo>
                  <a:pt x="852" y="396"/>
                </a:lnTo>
                <a:lnTo>
                  <a:pt x="855" y="393"/>
                </a:lnTo>
                <a:lnTo>
                  <a:pt x="856" y="392"/>
                </a:lnTo>
                <a:lnTo>
                  <a:pt x="857" y="392"/>
                </a:lnTo>
                <a:lnTo>
                  <a:pt x="858" y="392"/>
                </a:lnTo>
                <a:lnTo>
                  <a:pt x="859" y="393"/>
                </a:lnTo>
                <a:lnTo>
                  <a:pt x="858" y="395"/>
                </a:lnTo>
                <a:lnTo>
                  <a:pt x="859" y="397"/>
                </a:lnTo>
                <a:lnTo>
                  <a:pt x="861" y="396"/>
                </a:lnTo>
                <a:lnTo>
                  <a:pt x="861" y="395"/>
                </a:lnTo>
                <a:lnTo>
                  <a:pt x="861" y="394"/>
                </a:lnTo>
                <a:lnTo>
                  <a:pt x="863" y="393"/>
                </a:lnTo>
                <a:lnTo>
                  <a:pt x="864" y="393"/>
                </a:lnTo>
                <a:lnTo>
                  <a:pt x="865" y="392"/>
                </a:lnTo>
                <a:lnTo>
                  <a:pt x="866" y="392"/>
                </a:lnTo>
                <a:lnTo>
                  <a:pt x="867" y="394"/>
                </a:lnTo>
                <a:lnTo>
                  <a:pt x="868" y="394"/>
                </a:lnTo>
                <a:lnTo>
                  <a:pt x="868" y="393"/>
                </a:lnTo>
                <a:lnTo>
                  <a:pt x="869" y="392"/>
                </a:lnTo>
                <a:lnTo>
                  <a:pt x="871" y="393"/>
                </a:lnTo>
                <a:lnTo>
                  <a:pt x="873" y="393"/>
                </a:lnTo>
                <a:lnTo>
                  <a:pt x="874" y="392"/>
                </a:lnTo>
                <a:lnTo>
                  <a:pt x="874" y="391"/>
                </a:lnTo>
                <a:lnTo>
                  <a:pt x="875" y="390"/>
                </a:lnTo>
                <a:lnTo>
                  <a:pt x="875" y="388"/>
                </a:lnTo>
                <a:lnTo>
                  <a:pt x="876" y="389"/>
                </a:lnTo>
                <a:lnTo>
                  <a:pt x="877" y="389"/>
                </a:lnTo>
                <a:lnTo>
                  <a:pt x="878" y="389"/>
                </a:lnTo>
                <a:lnTo>
                  <a:pt x="879" y="389"/>
                </a:lnTo>
                <a:lnTo>
                  <a:pt x="879" y="388"/>
                </a:lnTo>
                <a:lnTo>
                  <a:pt x="880" y="388"/>
                </a:lnTo>
                <a:lnTo>
                  <a:pt x="881" y="388"/>
                </a:lnTo>
                <a:lnTo>
                  <a:pt x="882" y="389"/>
                </a:lnTo>
                <a:lnTo>
                  <a:pt x="882" y="390"/>
                </a:lnTo>
                <a:lnTo>
                  <a:pt x="883" y="390"/>
                </a:lnTo>
                <a:lnTo>
                  <a:pt x="883" y="391"/>
                </a:lnTo>
                <a:lnTo>
                  <a:pt x="884" y="391"/>
                </a:lnTo>
                <a:lnTo>
                  <a:pt x="885" y="391"/>
                </a:lnTo>
                <a:lnTo>
                  <a:pt x="886" y="391"/>
                </a:lnTo>
                <a:lnTo>
                  <a:pt x="886" y="392"/>
                </a:lnTo>
                <a:lnTo>
                  <a:pt x="885" y="393"/>
                </a:lnTo>
                <a:lnTo>
                  <a:pt x="884" y="394"/>
                </a:lnTo>
                <a:lnTo>
                  <a:pt x="883" y="395"/>
                </a:lnTo>
                <a:lnTo>
                  <a:pt x="883" y="396"/>
                </a:lnTo>
                <a:lnTo>
                  <a:pt x="883" y="397"/>
                </a:lnTo>
                <a:lnTo>
                  <a:pt x="884" y="397"/>
                </a:lnTo>
                <a:lnTo>
                  <a:pt x="886" y="398"/>
                </a:lnTo>
                <a:lnTo>
                  <a:pt x="886" y="400"/>
                </a:lnTo>
                <a:lnTo>
                  <a:pt x="889" y="402"/>
                </a:lnTo>
                <a:lnTo>
                  <a:pt x="889" y="403"/>
                </a:lnTo>
                <a:lnTo>
                  <a:pt x="890" y="403"/>
                </a:lnTo>
                <a:lnTo>
                  <a:pt x="891" y="403"/>
                </a:lnTo>
                <a:lnTo>
                  <a:pt x="892" y="404"/>
                </a:lnTo>
                <a:lnTo>
                  <a:pt x="893" y="408"/>
                </a:lnTo>
                <a:lnTo>
                  <a:pt x="892" y="409"/>
                </a:lnTo>
                <a:lnTo>
                  <a:pt x="892" y="410"/>
                </a:lnTo>
                <a:lnTo>
                  <a:pt x="892" y="411"/>
                </a:lnTo>
                <a:lnTo>
                  <a:pt x="892" y="412"/>
                </a:lnTo>
                <a:lnTo>
                  <a:pt x="893" y="413"/>
                </a:lnTo>
                <a:lnTo>
                  <a:pt x="893" y="414"/>
                </a:lnTo>
                <a:lnTo>
                  <a:pt x="893" y="415"/>
                </a:lnTo>
                <a:lnTo>
                  <a:pt x="893" y="416"/>
                </a:lnTo>
                <a:lnTo>
                  <a:pt x="894" y="416"/>
                </a:lnTo>
                <a:lnTo>
                  <a:pt x="894" y="420"/>
                </a:lnTo>
                <a:lnTo>
                  <a:pt x="893" y="420"/>
                </a:lnTo>
                <a:lnTo>
                  <a:pt x="892" y="420"/>
                </a:lnTo>
                <a:lnTo>
                  <a:pt x="892" y="421"/>
                </a:lnTo>
                <a:lnTo>
                  <a:pt x="892" y="422"/>
                </a:lnTo>
                <a:lnTo>
                  <a:pt x="892" y="423"/>
                </a:lnTo>
                <a:lnTo>
                  <a:pt x="894" y="424"/>
                </a:lnTo>
                <a:lnTo>
                  <a:pt x="894" y="425"/>
                </a:lnTo>
                <a:lnTo>
                  <a:pt x="895" y="425"/>
                </a:lnTo>
                <a:lnTo>
                  <a:pt x="896" y="425"/>
                </a:lnTo>
                <a:lnTo>
                  <a:pt x="896" y="426"/>
                </a:lnTo>
                <a:lnTo>
                  <a:pt x="896" y="427"/>
                </a:lnTo>
                <a:lnTo>
                  <a:pt x="895" y="428"/>
                </a:lnTo>
                <a:lnTo>
                  <a:pt x="895" y="429"/>
                </a:lnTo>
                <a:lnTo>
                  <a:pt x="895" y="430"/>
                </a:lnTo>
                <a:lnTo>
                  <a:pt x="896" y="430"/>
                </a:lnTo>
                <a:lnTo>
                  <a:pt x="896" y="431"/>
                </a:lnTo>
                <a:lnTo>
                  <a:pt x="897" y="431"/>
                </a:lnTo>
                <a:lnTo>
                  <a:pt x="898" y="431"/>
                </a:lnTo>
                <a:lnTo>
                  <a:pt x="898" y="432"/>
                </a:lnTo>
                <a:lnTo>
                  <a:pt x="899" y="432"/>
                </a:lnTo>
                <a:lnTo>
                  <a:pt x="899" y="433"/>
                </a:lnTo>
                <a:lnTo>
                  <a:pt x="899" y="434"/>
                </a:lnTo>
                <a:lnTo>
                  <a:pt x="899" y="435"/>
                </a:lnTo>
                <a:lnTo>
                  <a:pt x="899" y="436"/>
                </a:lnTo>
                <a:lnTo>
                  <a:pt x="900" y="437"/>
                </a:lnTo>
                <a:lnTo>
                  <a:pt x="902" y="439"/>
                </a:lnTo>
                <a:lnTo>
                  <a:pt x="903" y="439"/>
                </a:lnTo>
                <a:lnTo>
                  <a:pt x="904" y="439"/>
                </a:lnTo>
                <a:lnTo>
                  <a:pt x="905" y="440"/>
                </a:lnTo>
                <a:lnTo>
                  <a:pt x="906" y="443"/>
                </a:lnTo>
                <a:lnTo>
                  <a:pt x="905" y="445"/>
                </a:lnTo>
                <a:lnTo>
                  <a:pt x="905" y="447"/>
                </a:lnTo>
                <a:lnTo>
                  <a:pt x="905" y="448"/>
                </a:lnTo>
                <a:lnTo>
                  <a:pt x="904" y="448"/>
                </a:lnTo>
                <a:lnTo>
                  <a:pt x="904" y="450"/>
                </a:lnTo>
                <a:lnTo>
                  <a:pt x="904" y="451"/>
                </a:lnTo>
                <a:lnTo>
                  <a:pt x="904" y="452"/>
                </a:lnTo>
                <a:lnTo>
                  <a:pt x="904" y="453"/>
                </a:lnTo>
                <a:lnTo>
                  <a:pt x="903" y="453"/>
                </a:lnTo>
                <a:lnTo>
                  <a:pt x="904" y="453"/>
                </a:lnTo>
                <a:lnTo>
                  <a:pt x="904" y="454"/>
                </a:lnTo>
                <a:lnTo>
                  <a:pt x="906" y="452"/>
                </a:lnTo>
                <a:lnTo>
                  <a:pt x="907" y="452"/>
                </a:lnTo>
                <a:lnTo>
                  <a:pt x="908" y="451"/>
                </a:lnTo>
                <a:lnTo>
                  <a:pt x="909" y="450"/>
                </a:lnTo>
                <a:lnTo>
                  <a:pt x="909" y="449"/>
                </a:lnTo>
                <a:lnTo>
                  <a:pt x="910" y="449"/>
                </a:lnTo>
                <a:lnTo>
                  <a:pt x="911" y="450"/>
                </a:lnTo>
                <a:lnTo>
                  <a:pt x="912" y="451"/>
                </a:lnTo>
                <a:lnTo>
                  <a:pt x="912" y="452"/>
                </a:lnTo>
                <a:lnTo>
                  <a:pt x="912" y="453"/>
                </a:lnTo>
                <a:lnTo>
                  <a:pt x="915" y="455"/>
                </a:lnTo>
                <a:lnTo>
                  <a:pt x="917" y="455"/>
                </a:lnTo>
                <a:lnTo>
                  <a:pt x="917" y="456"/>
                </a:lnTo>
                <a:lnTo>
                  <a:pt x="917" y="457"/>
                </a:lnTo>
                <a:lnTo>
                  <a:pt x="918" y="457"/>
                </a:lnTo>
                <a:lnTo>
                  <a:pt x="919" y="456"/>
                </a:lnTo>
                <a:lnTo>
                  <a:pt x="918" y="455"/>
                </a:lnTo>
                <a:lnTo>
                  <a:pt x="920" y="455"/>
                </a:lnTo>
                <a:lnTo>
                  <a:pt x="922" y="454"/>
                </a:lnTo>
                <a:lnTo>
                  <a:pt x="924" y="457"/>
                </a:lnTo>
                <a:lnTo>
                  <a:pt x="924" y="460"/>
                </a:lnTo>
                <a:lnTo>
                  <a:pt x="924" y="461"/>
                </a:lnTo>
                <a:lnTo>
                  <a:pt x="925" y="462"/>
                </a:lnTo>
                <a:lnTo>
                  <a:pt x="926" y="466"/>
                </a:lnTo>
                <a:lnTo>
                  <a:pt x="927" y="466"/>
                </a:lnTo>
                <a:lnTo>
                  <a:pt x="927" y="467"/>
                </a:lnTo>
                <a:lnTo>
                  <a:pt x="927" y="468"/>
                </a:lnTo>
                <a:lnTo>
                  <a:pt x="926" y="470"/>
                </a:lnTo>
                <a:lnTo>
                  <a:pt x="926" y="472"/>
                </a:lnTo>
                <a:lnTo>
                  <a:pt x="925" y="474"/>
                </a:lnTo>
                <a:lnTo>
                  <a:pt x="924" y="474"/>
                </a:lnTo>
                <a:lnTo>
                  <a:pt x="924" y="475"/>
                </a:lnTo>
                <a:lnTo>
                  <a:pt x="924" y="476"/>
                </a:lnTo>
                <a:lnTo>
                  <a:pt x="925" y="476"/>
                </a:lnTo>
                <a:lnTo>
                  <a:pt x="927" y="478"/>
                </a:lnTo>
                <a:lnTo>
                  <a:pt x="929" y="479"/>
                </a:lnTo>
                <a:lnTo>
                  <a:pt x="930" y="479"/>
                </a:lnTo>
                <a:lnTo>
                  <a:pt x="930" y="480"/>
                </a:lnTo>
                <a:lnTo>
                  <a:pt x="929" y="481"/>
                </a:lnTo>
                <a:lnTo>
                  <a:pt x="929" y="482"/>
                </a:lnTo>
                <a:lnTo>
                  <a:pt x="931" y="486"/>
                </a:lnTo>
                <a:lnTo>
                  <a:pt x="932" y="486"/>
                </a:lnTo>
                <a:lnTo>
                  <a:pt x="933" y="486"/>
                </a:lnTo>
                <a:lnTo>
                  <a:pt x="934" y="486"/>
                </a:lnTo>
                <a:lnTo>
                  <a:pt x="935" y="487"/>
                </a:lnTo>
                <a:lnTo>
                  <a:pt x="937" y="487"/>
                </a:lnTo>
                <a:lnTo>
                  <a:pt x="937" y="486"/>
                </a:lnTo>
                <a:lnTo>
                  <a:pt x="938" y="485"/>
                </a:lnTo>
                <a:lnTo>
                  <a:pt x="938" y="484"/>
                </a:lnTo>
                <a:lnTo>
                  <a:pt x="939" y="485"/>
                </a:lnTo>
                <a:lnTo>
                  <a:pt x="942" y="486"/>
                </a:lnTo>
                <a:lnTo>
                  <a:pt x="943" y="487"/>
                </a:lnTo>
                <a:lnTo>
                  <a:pt x="944" y="487"/>
                </a:lnTo>
                <a:lnTo>
                  <a:pt x="944" y="488"/>
                </a:lnTo>
                <a:lnTo>
                  <a:pt x="944" y="490"/>
                </a:lnTo>
                <a:lnTo>
                  <a:pt x="943" y="492"/>
                </a:lnTo>
                <a:lnTo>
                  <a:pt x="943" y="494"/>
                </a:lnTo>
                <a:lnTo>
                  <a:pt x="944" y="494"/>
                </a:lnTo>
                <a:lnTo>
                  <a:pt x="944" y="495"/>
                </a:lnTo>
                <a:lnTo>
                  <a:pt x="945" y="495"/>
                </a:lnTo>
                <a:lnTo>
                  <a:pt x="945" y="496"/>
                </a:lnTo>
                <a:lnTo>
                  <a:pt x="945" y="497"/>
                </a:lnTo>
                <a:lnTo>
                  <a:pt x="946" y="497"/>
                </a:lnTo>
                <a:lnTo>
                  <a:pt x="945" y="497"/>
                </a:lnTo>
                <a:lnTo>
                  <a:pt x="945" y="498"/>
                </a:lnTo>
                <a:lnTo>
                  <a:pt x="944" y="499"/>
                </a:lnTo>
                <a:lnTo>
                  <a:pt x="942" y="499"/>
                </a:lnTo>
                <a:lnTo>
                  <a:pt x="941" y="499"/>
                </a:lnTo>
                <a:lnTo>
                  <a:pt x="940" y="500"/>
                </a:lnTo>
                <a:lnTo>
                  <a:pt x="939" y="500"/>
                </a:lnTo>
                <a:lnTo>
                  <a:pt x="939" y="501"/>
                </a:lnTo>
                <a:lnTo>
                  <a:pt x="938" y="502"/>
                </a:lnTo>
                <a:lnTo>
                  <a:pt x="938" y="503"/>
                </a:lnTo>
                <a:lnTo>
                  <a:pt x="937" y="505"/>
                </a:lnTo>
                <a:lnTo>
                  <a:pt x="937" y="506"/>
                </a:lnTo>
                <a:lnTo>
                  <a:pt x="936" y="506"/>
                </a:lnTo>
                <a:lnTo>
                  <a:pt x="935" y="506"/>
                </a:lnTo>
                <a:lnTo>
                  <a:pt x="933" y="507"/>
                </a:lnTo>
                <a:lnTo>
                  <a:pt x="932" y="507"/>
                </a:lnTo>
                <a:lnTo>
                  <a:pt x="930" y="508"/>
                </a:lnTo>
                <a:lnTo>
                  <a:pt x="929" y="509"/>
                </a:lnTo>
                <a:lnTo>
                  <a:pt x="926" y="510"/>
                </a:lnTo>
                <a:lnTo>
                  <a:pt x="926" y="511"/>
                </a:lnTo>
                <a:lnTo>
                  <a:pt x="925" y="512"/>
                </a:lnTo>
                <a:lnTo>
                  <a:pt x="924" y="511"/>
                </a:lnTo>
                <a:lnTo>
                  <a:pt x="923" y="512"/>
                </a:lnTo>
                <a:lnTo>
                  <a:pt x="924" y="514"/>
                </a:lnTo>
                <a:lnTo>
                  <a:pt x="922" y="514"/>
                </a:lnTo>
                <a:lnTo>
                  <a:pt x="921" y="513"/>
                </a:lnTo>
                <a:lnTo>
                  <a:pt x="921" y="512"/>
                </a:lnTo>
                <a:lnTo>
                  <a:pt x="920" y="512"/>
                </a:lnTo>
                <a:lnTo>
                  <a:pt x="919" y="513"/>
                </a:lnTo>
                <a:lnTo>
                  <a:pt x="918" y="514"/>
                </a:lnTo>
                <a:lnTo>
                  <a:pt x="917" y="514"/>
                </a:lnTo>
                <a:lnTo>
                  <a:pt x="916" y="515"/>
                </a:lnTo>
                <a:lnTo>
                  <a:pt x="915" y="515"/>
                </a:lnTo>
                <a:lnTo>
                  <a:pt x="914" y="515"/>
                </a:lnTo>
                <a:lnTo>
                  <a:pt x="914" y="516"/>
                </a:lnTo>
                <a:lnTo>
                  <a:pt x="914" y="517"/>
                </a:lnTo>
                <a:lnTo>
                  <a:pt x="913" y="518"/>
                </a:lnTo>
                <a:lnTo>
                  <a:pt x="913" y="519"/>
                </a:lnTo>
                <a:lnTo>
                  <a:pt x="912" y="519"/>
                </a:lnTo>
                <a:lnTo>
                  <a:pt x="910" y="520"/>
                </a:lnTo>
                <a:lnTo>
                  <a:pt x="910" y="519"/>
                </a:lnTo>
                <a:lnTo>
                  <a:pt x="909" y="519"/>
                </a:lnTo>
                <a:lnTo>
                  <a:pt x="908" y="519"/>
                </a:lnTo>
                <a:lnTo>
                  <a:pt x="907" y="520"/>
                </a:lnTo>
                <a:lnTo>
                  <a:pt x="908" y="522"/>
                </a:lnTo>
                <a:lnTo>
                  <a:pt x="907" y="522"/>
                </a:lnTo>
                <a:lnTo>
                  <a:pt x="906" y="521"/>
                </a:lnTo>
                <a:lnTo>
                  <a:pt x="905" y="521"/>
                </a:lnTo>
                <a:lnTo>
                  <a:pt x="904" y="521"/>
                </a:lnTo>
                <a:lnTo>
                  <a:pt x="901" y="524"/>
                </a:lnTo>
                <a:lnTo>
                  <a:pt x="901" y="525"/>
                </a:lnTo>
                <a:lnTo>
                  <a:pt x="901" y="526"/>
                </a:lnTo>
                <a:lnTo>
                  <a:pt x="900" y="526"/>
                </a:lnTo>
                <a:lnTo>
                  <a:pt x="900" y="527"/>
                </a:lnTo>
                <a:lnTo>
                  <a:pt x="900" y="528"/>
                </a:lnTo>
                <a:lnTo>
                  <a:pt x="900" y="530"/>
                </a:lnTo>
                <a:lnTo>
                  <a:pt x="900" y="534"/>
                </a:lnTo>
                <a:lnTo>
                  <a:pt x="899" y="534"/>
                </a:lnTo>
                <a:lnTo>
                  <a:pt x="899" y="535"/>
                </a:lnTo>
                <a:lnTo>
                  <a:pt x="899" y="536"/>
                </a:lnTo>
                <a:lnTo>
                  <a:pt x="899" y="537"/>
                </a:lnTo>
                <a:lnTo>
                  <a:pt x="900" y="537"/>
                </a:lnTo>
                <a:lnTo>
                  <a:pt x="900" y="536"/>
                </a:lnTo>
                <a:lnTo>
                  <a:pt x="901" y="536"/>
                </a:lnTo>
                <a:lnTo>
                  <a:pt x="901" y="537"/>
                </a:lnTo>
                <a:lnTo>
                  <a:pt x="902" y="537"/>
                </a:lnTo>
                <a:lnTo>
                  <a:pt x="902" y="538"/>
                </a:lnTo>
                <a:lnTo>
                  <a:pt x="902" y="539"/>
                </a:lnTo>
                <a:lnTo>
                  <a:pt x="902" y="540"/>
                </a:lnTo>
                <a:lnTo>
                  <a:pt x="903" y="541"/>
                </a:lnTo>
                <a:lnTo>
                  <a:pt x="902" y="542"/>
                </a:lnTo>
                <a:lnTo>
                  <a:pt x="902" y="541"/>
                </a:lnTo>
                <a:lnTo>
                  <a:pt x="901" y="541"/>
                </a:lnTo>
                <a:lnTo>
                  <a:pt x="901" y="540"/>
                </a:lnTo>
                <a:lnTo>
                  <a:pt x="899" y="541"/>
                </a:lnTo>
                <a:lnTo>
                  <a:pt x="898" y="541"/>
                </a:lnTo>
                <a:lnTo>
                  <a:pt x="896" y="542"/>
                </a:lnTo>
                <a:lnTo>
                  <a:pt x="895" y="542"/>
                </a:lnTo>
                <a:lnTo>
                  <a:pt x="894" y="542"/>
                </a:lnTo>
                <a:lnTo>
                  <a:pt x="892" y="543"/>
                </a:lnTo>
                <a:lnTo>
                  <a:pt x="891" y="543"/>
                </a:lnTo>
                <a:lnTo>
                  <a:pt x="890" y="544"/>
                </a:lnTo>
                <a:lnTo>
                  <a:pt x="890" y="545"/>
                </a:lnTo>
                <a:lnTo>
                  <a:pt x="889" y="545"/>
                </a:lnTo>
                <a:lnTo>
                  <a:pt x="889" y="546"/>
                </a:lnTo>
                <a:lnTo>
                  <a:pt x="888" y="546"/>
                </a:lnTo>
                <a:lnTo>
                  <a:pt x="887" y="547"/>
                </a:lnTo>
                <a:lnTo>
                  <a:pt x="886" y="549"/>
                </a:lnTo>
                <a:lnTo>
                  <a:pt x="886" y="550"/>
                </a:lnTo>
                <a:lnTo>
                  <a:pt x="886" y="551"/>
                </a:lnTo>
                <a:lnTo>
                  <a:pt x="885" y="551"/>
                </a:lnTo>
                <a:lnTo>
                  <a:pt x="884" y="552"/>
                </a:lnTo>
                <a:lnTo>
                  <a:pt x="883" y="554"/>
                </a:lnTo>
                <a:lnTo>
                  <a:pt x="882" y="554"/>
                </a:lnTo>
                <a:lnTo>
                  <a:pt x="881" y="555"/>
                </a:lnTo>
                <a:lnTo>
                  <a:pt x="879" y="558"/>
                </a:lnTo>
                <a:lnTo>
                  <a:pt x="879" y="559"/>
                </a:lnTo>
                <a:lnTo>
                  <a:pt x="878" y="559"/>
                </a:lnTo>
                <a:lnTo>
                  <a:pt x="878" y="560"/>
                </a:lnTo>
                <a:lnTo>
                  <a:pt x="878" y="561"/>
                </a:lnTo>
                <a:lnTo>
                  <a:pt x="878" y="562"/>
                </a:lnTo>
                <a:lnTo>
                  <a:pt x="877" y="563"/>
                </a:lnTo>
                <a:lnTo>
                  <a:pt x="877" y="564"/>
                </a:lnTo>
                <a:lnTo>
                  <a:pt x="877" y="565"/>
                </a:lnTo>
                <a:lnTo>
                  <a:pt x="876" y="568"/>
                </a:lnTo>
                <a:lnTo>
                  <a:pt x="876" y="571"/>
                </a:lnTo>
                <a:lnTo>
                  <a:pt x="876" y="572"/>
                </a:lnTo>
                <a:lnTo>
                  <a:pt x="876" y="573"/>
                </a:lnTo>
                <a:lnTo>
                  <a:pt x="875" y="575"/>
                </a:lnTo>
                <a:lnTo>
                  <a:pt x="875" y="577"/>
                </a:lnTo>
                <a:lnTo>
                  <a:pt x="874" y="579"/>
                </a:lnTo>
                <a:lnTo>
                  <a:pt x="874" y="582"/>
                </a:lnTo>
                <a:lnTo>
                  <a:pt x="874" y="583"/>
                </a:lnTo>
                <a:lnTo>
                  <a:pt x="874" y="584"/>
                </a:lnTo>
                <a:lnTo>
                  <a:pt x="873" y="589"/>
                </a:lnTo>
                <a:lnTo>
                  <a:pt x="873" y="590"/>
                </a:lnTo>
                <a:lnTo>
                  <a:pt x="872" y="592"/>
                </a:lnTo>
                <a:lnTo>
                  <a:pt x="872" y="595"/>
                </a:lnTo>
                <a:lnTo>
                  <a:pt x="872" y="596"/>
                </a:lnTo>
                <a:lnTo>
                  <a:pt x="871" y="598"/>
                </a:lnTo>
                <a:lnTo>
                  <a:pt x="870" y="600"/>
                </a:lnTo>
                <a:lnTo>
                  <a:pt x="870" y="601"/>
                </a:lnTo>
                <a:lnTo>
                  <a:pt x="870" y="602"/>
                </a:lnTo>
                <a:lnTo>
                  <a:pt x="870" y="603"/>
                </a:lnTo>
                <a:lnTo>
                  <a:pt x="870" y="605"/>
                </a:lnTo>
                <a:lnTo>
                  <a:pt x="870" y="609"/>
                </a:lnTo>
                <a:lnTo>
                  <a:pt x="870" y="610"/>
                </a:lnTo>
                <a:lnTo>
                  <a:pt x="870" y="612"/>
                </a:lnTo>
                <a:lnTo>
                  <a:pt x="870" y="613"/>
                </a:lnTo>
                <a:lnTo>
                  <a:pt x="871" y="614"/>
                </a:lnTo>
                <a:lnTo>
                  <a:pt x="872" y="613"/>
                </a:lnTo>
                <a:lnTo>
                  <a:pt x="873" y="614"/>
                </a:lnTo>
                <a:lnTo>
                  <a:pt x="877" y="618"/>
                </a:lnTo>
                <a:lnTo>
                  <a:pt x="878" y="619"/>
                </a:lnTo>
                <a:lnTo>
                  <a:pt x="879" y="622"/>
                </a:lnTo>
                <a:lnTo>
                  <a:pt x="879" y="623"/>
                </a:lnTo>
                <a:lnTo>
                  <a:pt x="879" y="624"/>
                </a:lnTo>
                <a:lnTo>
                  <a:pt x="877" y="625"/>
                </a:lnTo>
                <a:lnTo>
                  <a:pt x="877" y="626"/>
                </a:lnTo>
                <a:lnTo>
                  <a:pt x="878" y="626"/>
                </a:lnTo>
                <a:lnTo>
                  <a:pt x="879" y="625"/>
                </a:lnTo>
                <a:lnTo>
                  <a:pt x="879" y="626"/>
                </a:lnTo>
                <a:lnTo>
                  <a:pt x="879" y="628"/>
                </a:lnTo>
                <a:lnTo>
                  <a:pt x="878" y="628"/>
                </a:lnTo>
                <a:lnTo>
                  <a:pt x="877" y="628"/>
                </a:lnTo>
                <a:lnTo>
                  <a:pt x="877" y="629"/>
                </a:lnTo>
                <a:lnTo>
                  <a:pt x="877" y="631"/>
                </a:lnTo>
                <a:lnTo>
                  <a:pt x="878" y="631"/>
                </a:lnTo>
                <a:lnTo>
                  <a:pt x="877" y="633"/>
                </a:lnTo>
                <a:lnTo>
                  <a:pt x="877" y="634"/>
                </a:lnTo>
                <a:lnTo>
                  <a:pt x="876" y="635"/>
                </a:lnTo>
                <a:lnTo>
                  <a:pt x="876" y="634"/>
                </a:lnTo>
                <a:lnTo>
                  <a:pt x="874" y="635"/>
                </a:lnTo>
                <a:lnTo>
                  <a:pt x="875" y="636"/>
                </a:lnTo>
                <a:lnTo>
                  <a:pt x="875" y="635"/>
                </a:lnTo>
                <a:lnTo>
                  <a:pt x="876" y="635"/>
                </a:lnTo>
                <a:lnTo>
                  <a:pt x="876" y="636"/>
                </a:lnTo>
                <a:lnTo>
                  <a:pt x="875" y="637"/>
                </a:lnTo>
                <a:lnTo>
                  <a:pt x="874" y="639"/>
                </a:lnTo>
                <a:lnTo>
                  <a:pt x="873" y="640"/>
                </a:lnTo>
                <a:lnTo>
                  <a:pt x="871" y="640"/>
                </a:lnTo>
                <a:lnTo>
                  <a:pt x="870" y="640"/>
                </a:lnTo>
                <a:lnTo>
                  <a:pt x="869" y="641"/>
                </a:lnTo>
                <a:lnTo>
                  <a:pt x="868" y="642"/>
                </a:lnTo>
                <a:lnTo>
                  <a:pt x="867" y="642"/>
                </a:lnTo>
                <a:lnTo>
                  <a:pt x="866" y="643"/>
                </a:lnTo>
                <a:lnTo>
                  <a:pt x="866" y="641"/>
                </a:lnTo>
                <a:lnTo>
                  <a:pt x="865" y="640"/>
                </a:lnTo>
                <a:lnTo>
                  <a:pt x="864" y="641"/>
                </a:lnTo>
                <a:lnTo>
                  <a:pt x="863" y="640"/>
                </a:lnTo>
                <a:lnTo>
                  <a:pt x="863" y="641"/>
                </a:lnTo>
                <a:lnTo>
                  <a:pt x="862" y="642"/>
                </a:lnTo>
                <a:lnTo>
                  <a:pt x="861" y="643"/>
                </a:lnTo>
                <a:lnTo>
                  <a:pt x="861" y="644"/>
                </a:lnTo>
                <a:lnTo>
                  <a:pt x="862" y="645"/>
                </a:lnTo>
                <a:lnTo>
                  <a:pt x="861" y="646"/>
                </a:lnTo>
                <a:lnTo>
                  <a:pt x="860" y="646"/>
                </a:lnTo>
                <a:lnTo>
                  <a:pt x="860" y="647"/>
                </a:lnTo>
                <a:lnTo>
                  <a:pt x="859" y="649"/>
                </a:lnTo>
                <a:lnTo>
                  <a:pt x="858" y="652"/>
                </a:lnTo>
                <a:lnTo>
                  <a:pt x="857" y="653"/>
                </a:lnTo>
                <a:lnTo>
                  <a:pt x="857" y="655"/>
                </a:lnTo>
                <a:lnTo>
                  <a:pt x="856" y="657"/>
                </a:lnTo>
                <a:lnTo>
                  <a:pt x="856" y="658"/>
                </a:lnTo>
                <a:lnTo>
                  <a:pt x="856" y="659"/>
                </a:lnTo>
                <a:lnTo>
                  <a:pt x="855" y="658"/>
                </a:lnTo>
                <a:lnTo>
                  <a:pt x="854" y="660"/>
                </a:lnTo>
                <a:lnTo>
                  <a:pt x="853" y="661"/>
                </a:lnTo>
                <a:lnTo>
                  <a:pt x="853" y="662"/>
                </a:lnTo>
                <a:lnTo>
                  <a:pt x="852" y="663"/>
                </a:lnTo>
                <a:lnTo>
                  <a:pt x="852" y="664"/>
                </a:lnTo>
                <a:lnTo>
                  <a:pt x="851" y="664"/>
                </a:lnTo>
                <a:lnTo>
                  <a:pt x="850" y="666"/>
                </a:lnTo>
                <a:lnTo>
                  <a:pt x="851" y="667"/>
                </a:lnTo>
                <a:lnTo>
                  <a:pt x="853" y="668"/>
                </a:lnTo>
                <a:lnTo>
                  <a:pt x="853" y="669"/>
                </a:lnTo>
                <a:lnTo>
                  <a:pt x="851" y="671"/>
                </a:lnTo>
                <a:lnTo>
                  <a:pt x="849" y="673"/>
                </a:lnTo>
                <a:lnTo>
                  <a:pt x="847" y="675"/>
                </a:lnTo>
                <a:lnTo>
                  <a:pt x="844" y="678"/>
                </a:lnTo>
                <a:lnTo>
                  <a:pt x="845" y="680"/>
                </a:lnTo>
                <a:lnTo>
                  <a:pt x="846" y="681"/>
                </a:lnTo>
                <a:lnTo>
                  <a:pt x="845" y="682"/>
                </a:lnTo>
                <a:lnTo>
                  <a:pt x="844" y="682"/>
                </a:lnTo>
                <a:lnTo>
                  <a:pt x="843" y="682"/>
                </a:lnTo>
                <a:lnTo>
                  <a:pt x="843" y="681"/>
                </a:lnTo>
                <a:lnTo>
                  <a:pt x="839" y="684"/>
                </a:lnTo>
                <a:lnTo>
                  <a:pt x="838" y="682"/>
                </a:lnTo>
                <a:lnTo>
                  <a:pt x="837" y="683"/>
                </a:lnTo>
                <a:lnTo>
                  <a:pt x="837" y="684"/>
                </a:lnTo>
                <a:lnTo>
                  <a:pt x="836" y="685"/>
                </a:lnTo>
                <a:lnTo>
                  <a:pt x="836" y="686"/>
                </a:lnTo>
                <a:lnTo>
                  <a:pt x="835" y="688"/>
                </a:lnTo>
                <a:lnTo>
                  <a:pt x="834" y="688"/>
                </a:lnTo>
                <a:lnTo>
                  <a:pt x="834" y="689"/>
                </a:lnTo>
                <a:lnTo>
                  <a:pt x="832" y="691"/>
                </a:lnTo>
                <a:lnTo>
                  <a:pt x="831" y="693"/>
                </a:lnTo>
                <a:lnTo>
                  <a:pt x="830" y="694"/>
                </a:lnTo>
                <a:lnTo>
                  <a:pt x="829" y="695"/>
                </a:lnTo>
                <a:lnTo>
                  <a:pt x="828" y="696"/>
                </a:lnTo>
                <a:lnTo>
                  <a:pt x="825" y="697"/>
                </a:lnTo>
                <a:lnTo>
                  <a:pt x="824" y="697"/>
                </a:lnTo>
                <a:lnTo>
                  <a:pt x="823" y="696"/>
                </a:lnTo>
                <a:lnTo>
                  <a:pt x="824" y="695"/>
                </a:lnTo>
                <a:lnTo>
                  <a:pt x="825" y="693"/>
                </a:lnTo>
                <a:lnTo>
                  <a:pt x="827" y="690"/>
                </a:lnTo>
                <a:lnTo>
                  <a:pt x="828" y="688"/>
                </a:lnTo>
                <a:lnTo>
                  <a:pt x="830" y="686"/>
                </a:lnTo>
                <a:lnTo>
                  <a:pt x="833" y="684"/>
                </a:lnTo>
                <a:lnTo>
                  <a:pt x="835" y="683"/>
                </a:lnTo>
                <a:lnTo>
                  <a:pt x="836" y="682"/>
                </a:lnTo>
                <a:lnTo>
                  <a:pt x="837" y="682"/>
                </a:lnTo>
                <a:lnTo>
                  <a:pt x="837" y="681"/>
                </a:lnTo>
                <a:lnTo>
                  <a:pt x="834" y="682"/>
                </a:lnTo>
                <a:lnTo>
                  <a:pt x="834" y="683"/>
                </a:lnTo>
                <a:lnTo>
                  <a:pt x="832" y="684"/>
                </a:lnTo>
                <a:lnTo>
                  <a:pt x="831" y="684"/>
                </a:lnTo>
                <a:lnTo>
                  <a:pt x="830" y="683"/>
                </a:lnTo>
                <a:lnTo>
                  <a:pt x="830" y="685"/>
                </a:lnTo>
                <a:lnTo>
                  <a:pt x="829" y="685"/>
                </a:lnTo>
                <a:lnTo>
                  <a:pt x="829" y="684"/>
                </a:lnTo>
                <a:lnTo>
                  <a:pt x="828" y="685"/>
                </a:lnTo>
                <a:lnTo>
                  <a:pt x="826" y="686"/>
                </a:lnTo>
                <a:lnTo>
                  <a:pt x="826" y="687"/>
                </a:lnTo>
                <a:lnTo>
                  <a:pt x="825" y="688"/>
                </a:lnTo>
                <a:lnTo>
                  <a:pt x="825" y="687"/>
                </a:lnTo>
                <a:lnTo>
                  <a:pt x="825" y="688"/>
                </a:lnTo>
                <a:lnTo>
                  <a:pt x="824" y="689"/>
                </a:lnTo>
                <a:lnTo>
                  <a:pt x="823" y="689"/>
                </a:lnTo>
                <a:lnTo>
                  <a:pt x="822" y="690"/>
                </a:lnTo>
                <a:lnTo>
                  <a:pt x="821" y="690"/>
                </a:lnTo>
                <a:lnTo>
                  <a:pt x="820" y="690"/>
                </a:lnTo>
                <a:lnTo>
                  <a:pt x="820" y="689"/>
                </a:lnTo>
                <a:lnTo>
                  <a:pt x="819" y="689"/>
                </a:lnTo>
                <a:lnTo>
                  <a:pt x="818" y="688"/>
                </a:lnTo>
                <a:lnTo>
                  <a:pt x="818" y="687"/>
                </a:lnTo>
                <a:lnTo>
                  <a:pt x="819" y="686"/>
                </a:lnTo>
                <a:lnTo>
                  <a:pt x="820" y="685"/>
                </a:lnTo>
                <a:lnTo>
                  <a:pt x="819" y="684"/>
                </a:lnTo>
                <a:lnTo>
                  <a:pt x="819" y="685"/>
                </a:lnTo>
                <a:lnTo>
                  <a:pt x="818" y="685"/>
                </a:lnTo>
                <a:lnTo>
                  <a:pt x="818" y="684"/>
                </a:lnTo>
                <a:lnTo>
                  <a:pt x="817" y="683"/>
                </a:lnTo>
                <a:lnTo>
                  <a:pt x="818" y="683"/>
                </a:lnTo>
                <a:lnTo>
                  <a:pt x="817" y="682"/>
                </a:lnTo>
                <a:lnTo>
                  <a:pt x="817" y="681"/>
                </a:lnTo>
                <a:lnTo>
                  <a:pt x="816" y="680"/>
                </a:lnTo>
                <a:lnTo>
                  <a:pt x="816" y="679"/>
                </a:lnTo>
                <a:lnTo>
                  <a:pt x="817" y="678"/>
                </a:lnTo>
                <a:lnTo>
                  <a:pt x="816" y="678"/>
                </a:lnTo>
                <a:lnTo>
                  <a:pt x="816" y="679"/>
                </a:lnTo>
                <a:lnTo>
                  <a:pt x="816" y="680"/>
                </a:lnTo>
                <a:lnTo>
                  <a:pt x="817" y="684"/>
                </a:lnTo>
                <a:lnTo>
                  <a:pt x="818" y="684"/>
                </a:lnTo>
                <a:lnTo>
                  <a:pt x="818" y="685"/>
                </a:lnTo>
                <a:lnTo>
                  <a:pt x="819" y="685"/>
                </a:lnTo>
                <a:lnTo>
                  <a:pt x="819" y="686"/>
                </a:lnTo>
                <a:lnTo>
                  <a:pt x="818" y="686"/>
                </a:lnTo>
                <a:lnTo>
                  <a:pt x="817" y="687"/>
                </a:lnTo>
                <a:lnTo>
                  <a:pt x="818" y="689"/>
                </a:lnTo>
                <a:lnTo>
                  <a:pt x="817" y="689"/>
                </a:lnTo>
                <a:lnTo>
                  <a:pt x="816" y="689"/>
                </a:lnTo>
                <a:lnTo>
                  <a:pt x="817" y="690"/>
                </a:lnTo>
                <a:lnTo>
                  <a:pt x="816" y="690"/>
                </a:lnTo>
                <a:lnTo>
                  <a:pt x="815" y="691"/>
                </a:lnTo>
                <a:lnTo>
                  <a:pt x="814" y="691"/>
                </a:lnTo>
                <a:lnTo>
                  <a:pt x="813" y="692"/>
                </a:lnTo>
                <a:lnTo>
                  <a:pt x="811" y="694"/>
                </a:lnTo>
                <a:lnTo>
                  <a:pt x="811" y="695"/>
                </a:lnTo>
                <a:lnTo>
                  <a:pt x="810" y="695"/>
                </a:lnTo>
                <a:lnTo>
                  <a:pt x="810" y="696"/>
                </a:lnTo>
                <a:lnTo>
                  <a:pt x="809" y="696"/>
                </a:lnTo>
                <a:lnTo>
                  <a:pt x="806" y="696"/>
                </a:lnTo>
                <a:lnTo>
                  <a:pt x="803" y="697"/>
                </a:lnTo>
                <a:lnTo>
                  <a:pt x="803" y="696"/>
                </a:lnTo>
                <a:lnTo>
                  <a:pt x="801" y="697"/>
                </a:lnTo>
                <a:lnTo>
                  <a:pt x="799" y="697"/>
                </a:lnTo>
                <a:lnTo>
                  <a:pt x="797" y="697"/>
                </a:lnTo>
                <a:lnTo>
                  <a:pt x="795" y="697"/>
                </a:lnTo>
                <a:lnTo>
                  <a:pt x="794" y="697"/>
                </a:lnTo>
                <a:lnTo>
                  <a:pt x="793" y="697"/>
                </a:lnTo>
                <a:lnTo>
                  <a:pt x="793" y="696"/>
                </a:lnTo>
                <a:lnTo>
                  <a:pt x="792" y="697"/>
                </a:lnTo>
                <a:lnTo>
                  <a:pt x="791" y="695"/>
                </a:lnTo>
                <a:lnTo>
                  <a:pt x="790" y="695"/>
                </a:lnTo>
                <a:lnTo>
                  <a:pt x="789" y="696"/>
                </a:lnTo>
                <a:lnTo>
                  <a:pt x="787" y="695"/>
                </a:lnTo>
                <a:lnTo>
                  <a:pt x="784" y="695"/>
                </a:lnTo>
                <a:lnTo>
                  <a:pt x="783" y="695"/>
                </a:lnTo>
                <a:lnTo>
                  <a:pt x="782" y="695"/>
                </a:lnTo>
                <a:lnTo>
                  <a:pt x="781" y="696"/>
                </a:lnTo>
                <a:lnTo>
                  <a:pt x="782" y="695"/>
                </a:lnTo>
                <a:lnTo>
                  <a:pt x="783" y="696"/>
                </a:lnTo>
                <a:lnTo>
                  <a:pt x="781" y="696"/>
                </a:lnTo>
                <a:lnTo>
                  <a:pt x="780" y="696"/>
                </a:lnTo>
                <a:lnTo>
                  <a:pt x="779" y="697"/>
                </a:lnTo>
                <a:lnTo>
                  <a:pt x="778" y="698"/>
                </a:lnTo>
                <a:lnTo>
                  <a:pt x="777" y="698"/>
                </a:lnTo>
                <a:lnTo>
                  <a:pt x="774" y="699"/>
                </a:lnTo>
                <a:lnTo>
                  <a:pt x="773" y="699"/>
                </a:lnTo>
                <a:lnTo>
                  <a:pt x="772" y="699"/>
                </a:lnTo>
                <a:lnTo>
                  <a:pt x="771" y="699"/>
                </a:lnTo>
                <a:lnTo>
                  <a:pt x="771" y="698"/>
                </a:lnTo>
                <a:lnTo>
                  <a:pt x="770" y="698"/>
                </a:lnTo>
                <a:lnTo>
                  <a:pt x="770" y="699"/>
                </a:lnTo>
                <a:lnTo>
                  <a:pt x="769" y="699"/>
                </a:lnTo>
                <a:lnTo>
                  <a:pt x="769" y="698"/>
                </a:lnTo>
                <a:lnTo>
                  <a:pt x="768" y="699"/>
                </a:lnTo>
                <a:lnTo>
                  <a:pt x="769" y="700"/>
                </a:lnTo>
                <a:lnTo>
                  <a:pt x="771" y="701"/>
                </a:lnTo>
                <a:lnTo>
                  <a:pt x="772" y="702"/>
                </a:lnTo>
                <a:lnTo>
                  <a:pt x="776" y="706"/>
                </a:lnTo>
                <a:lnTo>
                  <a:pt x="776" y="708"/>
                </a:lnTo>
                <a:lnTo>
                  <a:pt x="774" y="707"/>
                </a:lnTo>
                <a:lnTo>
                  <a:pt x="770" y="706"/>
                </a:lnTo>
                <a:lnTo>
                  <a:pt x="769" y="707"/>
                </a:lnTo>
                <a:lnTo>
                  <a:pt x="772" y="708"/>
                </a:lnTo>
                <a:lnTo>
                  <a:pt x="772" y="709"/>
                </a:lnTo>
                <a:lnTo>
                  <a:pt x="772" y="710"/>
                </a:lnTo>
                <a:lnTo>
                  <a:pt x="771" y="710"/>
                </a:lnTo>
                <a:lnTo>
                  <a:pt x="771" y="711"/>
                </a:lnTo>
                <a:lnTo>
                  <a:pt x="765" y="709"/>
                </a:lnTo>
                <a:lnTo>
                  <a:pt x="765" y="710"/>
                </a:lnTo>
                <a:lnTo>
                  <a:pt x="765" y="711"/>
                </a:lnTo>
                <a:lnTo>
                  <a:pt x="767" y="712"/>
                </a:lnTo>
                <a:lnTo>
                  <a:pt x="766" y="714"/>
                </a:lnTo>
                <a:lnTo>
                  <a:pt x="765" y="714"/>
                </a:lnTo>
                <a:lnTo>
                  <a:pt x="764" y="714"/>
                </a:lnTo>
                <a:lnTo>
                  <a:pt x="763" y="713"/>
                </a:lnTo>
                <a:lnTo>
                  <a:pt x="762" y="713"/>
                </a:lnTo>
                <a:lnTo>
                  <a:pt x="761" y="713"/>
                </a:lnTo>
                <a:lnTo>
                  <a:pt x="761" y="714"/>
                </a:lnTo>
                <a:lnTo>
                  <a:pt x="760" y="714"/>
                </a:lnTo>
                <a:lnTo>
                  <a:pt x="761" y="714"/>
                </a:lnTo>
                <a:lnTo>
                  <a:pt x="762" y="715"/>
                </a:lnTo>
                <a:lnTo>
                  <a:pt x="761" y="716"/>
                </a:lnTo>
                <a:lnTo>
                  <a:pt x="763" y="719"/>
                </a:lnTo>
                <a:lnTo>
                  <a:pt x="762" y="719"/>
                </a:lnTo>
                <a:lnTo>
                  <a:pt x="763" y="720"/>
                </a:lnTo>
                <a:lnTo>
                  <a:pt x="764" y="721"/>
                </a:lnTo>
                <a:lnTo>
                  <a:pt x="764" y="720"/>
                </a:lnTo>
                <a:lnTo>
                  <a:pt x="765" y="720"/>
                </a:lnTo>
                <a:lnTo>
                  <a:pt x="770" y="721"/>
                </a:lnTo>
                <a:lnTo>
                  <a:pt x="771" y="722"/>
                </a:lnTo>
                <a:lnTo>
                  <a:pt x="772" y="723"/>
                </a:lnTo>
                <a:lnTo>
                  <a:pt x="774" y="725"/>
                </a:lnTo>
                <a:lnTo>
                  <a:pt x="776" y="727"/>
                </a:lnTo>
                <a:lnTo>
                  <a:pt x="777" y="729"/>
                </a:lnTo>
                <a:lnTo>
                  <a:pt x="778" y="731"/>
                </a:lnTo>
                <a:lnTo>
                  <a:pt x="779" y="729"/>
                </a:lnTo>
                <a:lnTo>
                  <a:pt x="780" y="726"/>
                </a:lnTo>
                <a:lnTo>
                  <a:pt x="784" y="721"/>
                </a:lnTo>
                <a:lnTo>
                  <a:pt x="785" y="720"/>
                </a:lnTo>
                <a:lnTo>
                  <a:pt x="785" y="719"/>
                </a:lnTo>
                <a:lnTo>
                  <a:pt x="786" y="718"/>
                </a:lnTo>
                <a:lnTo>
                  <a:pt x="785" y="716"/>
                </a:lnTo>
                <a:lnTo>
                  <a:pt x="784" y="714"/>
                </a:lnTo>
                <a:lnTo>
                  <a:pt x="786" y="712"/>
                </a:lnTo>
                <a:lnTo>
                  <a:pt x="788" y="715"/>
                </a:lnTo>
                <a:lnTo>
                  <a:pt x="789" y="716"/>
                </a:lnTo>
                <a:lnTo>
                  <a:pt x="789" y="717"/>
                </a:lnTo>
                <a:lnTo>
                  <a:pt x="789" y="718"/>
                </a:lnTo>
                <a:lnTo>
                  <a:pt x="787" y="724"/>
                </a:lnTo>
                <a:lnTo>
                  <a:pt x="785" y="728"/>
                </a:lnTo>
                <a:lnTo>
                  <a:pt x="783" y="734"/>
                </a:lnTo>
                <a:lnTo>
                  <a:pt x="782" y="735"/>
                </a:lnTo>
                <a:lnTo>
                  <a:pt x="779" y="739"/>
                </a:lnTo>
                <a:lnTo>
                  <a:pt x="777" y="741"/>
                </a:lnTo>
                <a:lnTo>
                  <a:pt x="772" y="747"/>
                </a:lnTo>
                <a:lnTo>
                  <a:pt x="771" y="747"/>
                </a:lnTo>
                <a:lnTo>
                  <a:pt x="770" y="747"/>
                </a:lnTo>
                <a:lnTo>
                  <a:pt x="766" y="744"/>
                </a:lnTo>
                <a:lnTo>
                  <a:pt x="767" y="743"/>
                </a:lnTo>
                <a:lnTo>
                  <a:pt x="768" y="742"/>
                </a:lnTo>
                <a:lnTo>
                  <a:pt x="767" y="741"/>
                </a:lnTo>
                <a:lnTo>
                  <a:pt x="766" y="740"/>
                </a:lnTo>
                <a:lnTo>
                  <a:pt x="765" y="739"/>
                </a:lnTo>
                <a:lnTo>
                  <a:pt x="764" y="737"/>
                </a:lnTo>
                <a:lnTo>
                  <a:pt x="763" y="736"/>
                </a:lnTo>
                <a:lnTo>
                  <a:pt x="763" y="735"/>
                </a:lnTo>
                <a:lnTo>
                  <a:pt x="763" y="734"/>
                </a:lnTo>
                <a:lnTo>
                  <a:pt x="763" y="733"/>
                </a:lnTo>
                <a:lnTo>
                  <a:pt x="763" y="732"/>
                </a:lnTo>
                <a:lnTo>
                  <a:pt x="763" y="731"/>
                </a:lnTo>
                <a:lnTo>
                  <a:pt x="763" y="730"/>
                </a:lnTo>
                <a:lnTo>
                  <a:pt x="762" y="729"/>
                </a:lnTo>
                <a:lnTo>
                  <a:pt x="761" y="727"/>
                </a:lnTo>
                <a:lnTo>
                  <a:pt x="760" y="727"/>
                </a:lnTo>
                <a:lnTo>
                  <a:pt x="759" y="728"/>
                </a:lnTo>
                <a:lnTo>
                  <a:pt x="760" y="730"/>
                </a:lnTo>
                <a:lnTo>
                  <a:pt x="760" y="731"/>
                </a:lnTo>
                <a:lnTo>
                  <a:pt x="761" y="732"/>
                </a:lnTo>
                <a:lnTo>
                  <a:pt x="761" y="733"/>
                </a:lnTo>
                <a:lnTo>
                  <a:pt x="761" y="736"/>
                </a:lnTo>
                <a:lnTo>
                  <a:pt x="761" y="738"/>
                </a:lnTo>
                <a:lnTo>
                  <a:pt x="762" y="740"/>
                </a:lnTo>
                <a:lnTo>
                  <a:pt x="762" y="741"/>
                </a:lnTo>
                <a:lnTo>
                  <a:pt x="762" y="742"/>
                </a:lnTo>
                <a:lnTo>
                  <a:pt x="761" y="741"/>
                </a:lnTo>
                <a:lnTo>
                  <a:pt x="759" y="741"/>
                </a:lnTo>
                <a:lnTo>
                  <a:pt x="757" y="740"/>
                </a:lnTo>
                <a:lnTo>
                  <a:pt x="756" y="740"/>
                </a:lnTo>
                <a:lnTo>
                  <a:pt x="755" y="733"/>
                </a:lnTo>
                <a:lnTo>
                  <a:pt x="755" y="731"/>
                </a:lnTo>
                <a:lnTo>
                  <a:pt x="755" y="730"/>
                </a:lnTo>
                <a:lnTo>
                  <a:pt x="756" y="728"/>
                </a:lnTo>
                <a:lnTo>
                  <a:pt x="757" y="727"/>
                </a:lnTo>
                <a:lnTo>
                  <a:pt x="757" y="726"/>
                </a:lnTo>
                <a:lnTo>
                  <a:pt x="759" y="725"/>
                </a:lnTo>
                <a:lnTo>
                  <a:pt x="759" y="724"/>
                </a:lnTo>
                <a:lnTo>
                  <a:pt x="760" y="724"/>
                </a:lnTo>
                <a:lnTo>
                  <a:pt x="760" y="723"/>
                </a:lnTo>
                <a:lnTo>
                  <a:pt x="761" y="723"/>
                </a:lnTo>
                <a:lnTo>
                  <a:pt x="762" y="722"/>
                </a:lnTo>
                <a:lnTo>
                  <a:pt x="763" y="721"/>
                </a:lnTo>
                <a:lnTo>
                  <a:pt x="763" y="720"/>
                </a:lnTo>
                <a:lnTo>
                  <a:pt x="762" y="720"/>
                </a:lnTo>
                <a:lnTo>
                  <a:pt x="761" y="720"/>
                </a:lnTo>
                <a:lnTo>
                  <a:pt x="761" y="721"/>
                </a:lnTo>
                <a:lnTo>
                  <a:pt x="760" y="721"/>
                </a:lnTo>
                <a:lnTo>
                  <a:pt x="756" y="724"/>
                </a:lnTo>
                <a:lnTo>
                  <a:pt x="754" y="726"/>
                </a:lnTo>
                <a:lnTo>
                  <a:pt x="754" y="727"/>
                </a:lnTo>
                <a:lnTo>
                  <a:pt x="754" y="728"/>
                </a:lnTo>
                <a:lnTo>
                  <a:pt x="752" y="731"/>
                </a:lnTo>
                <a:lnTo>
                  <a:pt x="753" y="733"/>
                </a:lnTo>
                <a:lnTo>
                  <a:pt x="753" y="734"/>
                </a:lnTo>
                <a:lnTo>
                  <a:pt x="754" y="739"/>
                </a:lnTo>
                <a:lnTo>
                  <a:pt x="749" y="737"/>
                </a:lnTo>
                <a:lnTo>
                  <a:pt x="748" y="737"/>
                </a:lnTo>
                <a:lnTo>
                  <a:pt x="748" y="736"/>
                </a:lnTo>
                <a:lnTo>
                  <a:pt x="748" y="735"/>
                </a:lnTo>
                <a:lnTo>
                  <a:pt x="748" y="733"/>
                </a:lnTo>
                <a:lnTo>
                  <a:pt x="747" y="731"/>
                </a:lnTo>
                <a:lnTo>
                  <a:pt x="747" y="730"/>
                </a:lnTo>
                <a:lnTo>
                  <a:pt x="747" y="729"/>
                </a:lnTo>
                <a:lnTo>
                  <a:pt x="747" y="728"/>
                </a:lnTo>
                <a:lnTo>
                  <a:pt x="746" y="725"/>
                </a:lnTo>
                <a:lnTo>
                  <a:pt x="745" y="725"/>
                </a:lnTo>
                <a:lnTo>
                  <a:pt x="745" y="726"/>
                </a:lnTo>
                <a:lnTo>
                  <a:pt x="745" y="727"/>
                </a:lnTo>
                <a:lnTo>
                  <a:pt x="745" y="728"/>
                </a:lnTo>
                <a:lnTo>
                  <a:pt x="744" y="728"/>
                </a:lnTo>
                <a:lnTo>
                  <a:pt x="744" y="729"/>
                </a:lnTo>
                <a:lnTo>
                  <a:pt x="743" y="729"/>
                </a:lnTo>
                <a:lnTo>
                  <a:pt x="742" y="728"/>
                </a:lnTo>
                <a:lnTo>
                  <a:pt x="741" y="729"/>
                </a:lnTo>
                <a:lnTo>
                  <a:pt x="739" y="728"/>
                </a:lnTo>
                <a:lnTo>
                  <a:pt x="738" y="728"/>
                </a:lnTo>
                <a:lnTo>
                  <a:pt x="737" y="727"/>
                </a:lnTo>
                <a:lnTo>
                  <a:pt x="736" y="726"/>
                </a:lnTo>
                <a:lnTo>
                  <a:pt x="735" y="726"/>
                </a:lnTo>
                <a:lnTo>
                  <a:pt x="733" y="726"/>
                </a:lnTo>
                <a:lnTo>
                  <a:pt x="732" y="726"/>
                </a:lnTo>
                <a:lnTo>
                  <a:pt x="731" y="726"/>
                </a:lnTo>
                <a:lnTo>
                  <a:pt x="731" y="727"/>
                </a:lnTo>
                <a:lnTo>
                  <a:pt x="729" y="727"/>
                </a:lnTo>
                <a:lnTo>
                  <a:pt x="726" y="726"/>
                </a:lnTo>
                <a:lnTo>
                  <a:pt x="725" y="725"/>
                </a:lnTo>
                <a:lnTo>
                  <a:pt x="721" y="722"/>
                </a:lnTo>
                <a:lnTo>
                  <a:pt x="719" y="720"/>
                </a:lnTo>
                <a:lnTo>
                  <a:pt x="717" y="717"/>
                </a:lnTo>
                <a:lnTo>
                  <a:pt x="716" y="717"/>
                </a:lnTo>
                <a:lnTo>
                  <a:pt x="716" y="716"/>
                </a:lnTo>
                <a:lnTo>
                  <a:pt x="716" y="715"/>
                </a:lnTo>
                <a:lnTo>
                  <a:pt x="715" y="715"/>
                </a:lnTo>
                <a:lnTo>
                  <a:pt x="714" y="712"/>
                </a:lnTo>
                <a:lnTo>
                  <a:pt x="714" y="711"/>
                </a:lnTo>
                <a:lnTo>
                  <a:pt x="713" y="711"/>
                </a:lnTo>
                <a:lnTo>
                  <a:pt x="712" y="710"/>
                </a:lnTo>
                <a:lnTo>
                  <a:pt x="712" y="709"/>
                </a:lnTo>
                <a:lnTo>
                  <a:pt x="711" y="708"/>
                </a:lnTo>
                <a:lnTo>
                  <a:pt x="711" y="707"/>
                </a:lnTo>
                <a:lnTo>
                  <a:pt x="710" y="706"/>
                </a:lnTo>
                <a:lnTo>
                  <a:pt x="709" y="705"/>
                </a:lnTo>
                <a:lnTo>
                  <a:pt x="707" y="704"/>
                </a:lnTo>
                <a:lnTo>
                  <a:pt x="708" y="703"/>
                </a:lnTo>
                <a:lnTo>
                  <a:pt x="707" y="702"/>
                </a:lnTo>
                <a:lnTo>
                  <a:pt x="706" y="703"/>
                </a:lnTo>
                <a:lnTo>
                  <a:pt x="705" y="702"/>
                </a:lnTo>
                <a:lnTo>
                  <a:pt x="705" y="701"/>
                </a:lnTo>
                <a:lnTo>
                  <a:pt x="705" y="700"/>
                </a:lnTo>
                <a:lnTo>
                  <a:pt x="705" y="699"/>
                </a:lnTo>
                <a:lnTo>
                  <a:pt x="703" y="699"/>
                </a:lnTo>
                <a:lnTo>
                  <a:pt x="701" y="698"/>
                </a:lnTo>
                <a:lnTo>
                  <a:pt x="700" y="698"/>
                </a:lnTo>
                <a:lnTo>
                  <a:pt x="700" y="697"/>
                </a:lnTo>
                <a:lnTo>
                  <a:pt x="699" y="696"/>
                </a:lnTo>
                <a:lnTo>
                  <a:pt x="697" y="696"/>
                </a:lnTo>
                <a:lnTo>
                  <a:pt x="696" y="696"/>
                </a:lnTo>
                <a:lnTo>
                  <a:pt x="694" y="695"/>
                </a:lnTo>
                <a:lnTo>
                  <a:pt x="694" y="694"/>
                </a:lnTo>
                <a:lnTo>
                  <a:pt x="694" y="695"/>
                </a:lnTo>
                <a:lnTo>
                  <a:pt x="692" y="696"/>
                </a:lnTo>
                <a:lnTo>
                  <a:pt x="691" y="696"/>
                </a:lnTo>
                <a:lnTo>
                  <a:pt x="690" y="695"/>
                </a:lnTo>
                <a:lnTo>
                  <a:pt x="689" y="695"/>
                </a:lnTo>
                <a:lnTo>
                  <a:pt x="689" y="694"/>
                </a:lnTo>
                <a:lnTo>
                  <a:pt x="689" y="693"/>
                </a:lnTo>
                <a:lnTo>
                  <a:pt x="690" y="693"/>
                </a:lnTo>
                <a:lnTo>
                  <a:pt x="692" y="692"/>
                </a:lnTo>
                <a:lnTo>
                  <a:pt x="693" y="692"/>
                </a:lnTo>
                <a:lnTo>
                  <a:pt x="693" y="691"/>
                </a:lnTo>
                <a:lnTo>
                  <a:pt x="692" y="687"/>
                </a:lnTo>
                <a:lnTo>
                  <a:pt x="691" y="687"/>
                </a:lnTo>
                <a:lnTo>
                  <a:pt x="690" y="686"/>
                </a:lnTo>
                <a:lnTo>
                  <a:pt x="688" y="686"/>
                </a:lnTo>
                <a:lnTo>
                  <a:pt x="687" y="685"/>
                </a:lnTo>
                <a:lnTo>
                  <a:pt x="687" y="684"/>
                </a:lnTo>
                <a:lnTo>
                  <a:pt x="686" y="684"/>
                </a:lnTo>
                <a:lnTo>
                  <a:pt x="686" y="683"/>
                </a:lnTo>
                <a:lnTo>
                  <a:pt x="686" y="682"/>
                </a:lnTo>
                <a:lnTo>
                  <a:pt x="686" y="681"/>
                </a:lnTo>
                <a:lnTo>
                  <a:pt x="685" y="681"/>
                </a:lnTo>
                <a:lnTo>
                  <a:pt x="685" y="680"/>
                </a:lnTo>
                <a:lnTo>
                  <a:pt x="685" y="681"/>
                </a:lnTo>
                <a:lnTo>
                  <a:pt x="684" y="682"/>
                </a:lnTo>
                <a:lnTo>
                  <a:pt x="683" y="681"/>
                </a:lnTo>
                <a:lnTo>
                  <a:pt x="681" y="681"/>
                </a:lnTo>
                <a:lnTo>
                  <a:pt x="681" y="682"/>
                </a:lnTo>
                <a:lnTo>
                  <a:pt x="680" y="682"/>
                </a:lnTo>
                <a:lnTo>
                  <a:pt x="680" y="681"/>
                </a:lnTo>
                <a:lnTo>
                  <a:pt x="680" y="680"/>
                </a:lnTo>
                <a:lnTo>
                  <a:pt x="679" y="680"/>
                </a:lnTo>
                <a:lnTo>
                  <a:pt x="678" y="680"/>
                </a:lnTo>
                <a:lnTo>
                  <a:pt x="677" y="680"/>
                </a:lnTo>
                <a:lnTo>
                  <a:pt x="677" y="678"/>
                </a:lnTo>
                <a:lnTo>
                  <a:pt x="676" y="678"/>
                </a:lnTo>
                <a:lnTo>
                  <a:pt x="677" y="678"/>
                </a:lnTo>
                <a:lnTo>
                  <a:pt x="677" y="677"/>
                </a:lnTo>
                <a:lnTo>
                  <a:pt x="676" y="677"/>
                </a:lnTo>
                <a:lnTo>
                  <a:pt x="675" y="677"/>
                </a:lnTo>
                <a:lnTo>
                  <a:pt x="674" y="677"/>
                </a:lnTo>
                <a:lnTo>
                  <a:pt x="673" y="677"/>
                </a:lnTo>
                <a:lnTo>
                  <a:pt x="672" y="677"/>
                </a:lnTo>
                <a:lnTo>
                  <a:pt x="669" y="677"/>
                </a:lnTo>
                <a:lnTo>
                  <a:pt x="668" y="677"/>
                </a:lnTo>
                <a:lnTo>
                  <a:pt x="667" y="677"/>
                </a:lnTo>
                <a:lnTo>
                  <a:pt x="667" y="678"/>
                </a:lnTo>
                <a:lnTo>
                  <a:pt x="666" y="678"/>
                </a:lnTo>
                <a:lnTo>
                  <a:pt x="666" y="677"/>
                </a:lnTo>
                <a:lnTo>
                  <a:pt x="665" y="677"/>
                </a:lnTo>
                <a:lnTo>
                  <a:pt x="664" y="677"/>
                </a:lnTo>
                <a:lnTo>
                  <a:pt x="664" y="676"/>
                </a:lnTo>
                <a:lnTo>
                  <a:pt x="663" y="675"/>
                </a:lnTo>
                <a:lnTo>
                  <a:pt x="661" y="675"/>
                </a:lnTo>
                <a:lnTo>
                  <a:pt x="660" y="675"/>
                </a:lnTo>
                <a:lnTo>
                  <a:pt x="660" y="676"/>
                </a:lnTo>
                <a:lnTo>
                  <a:pt x="659" y="676"/>
                </a:lnTo>
                <a:lnTo>
                  <a:pt x="659" y="675"/>
                </a:lnTo>
                <a:lnTo>
                  <a:pt x="658" y="675"/>
                </a:lnTo>
                <a:lnTo>
                  <a:pt x="658" y="676"/>
                </a:lnTo>
                <a:lnTo>
                  <a:pt x="657" y="677"/>
                </a:lnTo>
                <a:lnTo>
                  <a:pt x="656" y="676"/>
                </a:lnTo>
                <a:lnTo>
                  <a:pt x="657" y="676"/>
                </a:lnTo>
                <a:lnTo>
                  <a:pt x="656" y="676"/>
                </a:lnTo>
                <a:lnTo>
                  <a:pt x="656" y="675"/>
                </a:lnTo>
                <a:lnTo>
                  <a:pt x="656" y="674"/>
                </a:lnTo>
                <a:lnTo>
                  <a:pt x="657" y="674"/>
                </a:lnTo>
                <a:lnTo>
                  <a:pt x="657" y="672"/>
                </a:lnTo>
                <a:lnTo>
                  <a:pt x="657" y="671"/>
                </a:lnTo>
                <a:lnTo>
                  <a:pt x="657" y="670"/>
                </a:lnTo>
                <a:lnTo>
                  <a:pt x="658" y="670"/>
                </a:lnTo>
                <a:lnTo>
                  <a:pt x="658" y="669"/>
                </a:lnTo>
                <a:lnTo>
                  <a:pt x="656" y="668"/>
                </a:lnTo>
                <a:lnTo>
                  <a:pt x="656" y="669"/>
                </a:lnTo>
                <a:lnTo>
                  <a:pt x="657" y="670"/>
                </a:lnTo>
                <a:lnTo>
                  <a:pt x="656" y="670"/>
                </a:lnTo>
                <a:lnTo>
                  <a:pt x="655" y="672"/>
                </a:lnTo>
                <a:lnTo>
                  <a:pt x="655" y="671"/>
                </a:lnTo>
                <a:lnTo>
                  <a:pt x="654" y="672"/>
                </a:lnTo>
                <a:lnTo>
                  <a:pt x="654" y="671"/>
                </a:lnTo>
                <a:lnTo>
                  <a:pt x="652" y="671"/>
                </a:lnTo>
                <a:lnTo>
                  <a:pt x="651" y="672"/>
                </a:lnTo>
                <a:lnTo>
                  <a:pt x="650" y="672"/>
                </a:lnTo>
                <a:lnTo>
                  <a:pt x="649" y="671"/>
                </a:lnTo>
                <a:lnTo>
                  <a:pt x="649" y="670"/>
                </a:lnTo>
                <a:lnTo>
                  <a:pt x="649" y="669"/>
                </a:lnTo>
                <a:lnTo>
                  <a:pt x="649" y="668"/>
                </a:lnTo>
                <a:lnTo>
                  <a:pt x="650" y="668"/>
                </a:lnTo>
                <a:lnTo>
                  <a:pt x="650" y="667"/>
                </a:lnTo>
                <a:lnTo>
                  <a:pt x="651" y="667"/>
                </a:lnTo>
                <a:lnTo>
                  <a:pt x="653" y="667"/>
                </a:lnTo>
                <a:lnTo>
                  <a:pt x="654" y="667"/>
                </a:lnTo>
                <a:lnTo>
                  <a:pt x="654" y="666"/>
                </a:lnTo>
                <a:lnTo>
                  <a:pt x="655" y="666"/>
                </a:lnTo>
                <a:lnTo>
                  <a:pt x="656" y="666"/>
                </a:lnTo>
                <a:lnTo>
                  <a:pt x="657" y="667"/>
                </a:lnTo>
                <a:lnTo>
                  <a:pt x="658" y="666"/>
                </a:lnTo>
                <a:lnTo>
                  <a:pt x="658" y="665"/>
                </a:lnTo>
                <a:lnTo>
                  <a:pt x="657" y="665"/>
                </a:lnTo>
                <a:lnTo>
                  <a:pt x="657" y="662"/>
                </a:lnTo>
                <a:lnTo>
                  <a:pt x="657" y="661"/>
                </a:lnTo>
                <a:lnTo>
                  <a:pt x="656" y="661"/>
                </a:lnTo>
                <a:lnTo>
                  <a:pt x="655" y="661"/>
                </a:lnTo>
                <a:lnTo>
                  <a:pt x="655" y="662"/>
                </a:lnTo>
                <a:lnTo>
                  <a:pt x="655" y="661"/>
                </a:lnTo>
                <a:lnTo>
                  <a:pt x="654" y="660"/>
                </a:lnTo>
                <a:lnTo>
                  <a:pt x="656" y="659"/>
                </a:lnTo>
                <a:lnTo>
                  <a:pt x="657" y="659"/>
                </a:lnTo>
                <a:lnTo>
                  <a:pt x="658" y="659"/>
                </a:lnTo>
                <a:lnTo>
                  <a:pt x="658" y="657"/>
                </a:lnTo>
                <a:lnTo>
                  <a:pt x="657" y="655"/>
                </a:lnTo>
                <a:lnTo>
                  <a:pt x="657" y="653"/>
                </a:lnTo>
                <a:lnTo>
                  <a:pt x="657" y="650"/>
                </a:lnTo>
                <a:lnTo>
                  <a:pt x="658" y="647"/>
                </a:lnTo>
                <a:lnTo>
                  <a:pt x="659" y="647"/>
                </a:lnTo>
                <a:lnTo>
                  <a:pt x="659" y="646"/>
                </a:lnTo>
                <a:lnTo>
                  <a:pt x="660" y="646"/>
                </a:lnTo>
                <a:lnTo>
                  <a:pt x="661" y="646"/>
                </a:lnTo>
                <a:lnTo>
                  <a:pt x="661" y="645"/>
                </a:lnTo>
                <a:lnTo>
                  <a:pt x="660" y="644"/>
                </a:lnTo>
                <a:lnTo>
                  <a:pt x="660" y="643"/>
                </a:lnTo>
                <a:lnTo>
                  <a:pt x="659" y="643"/>
                </a:lnTo>
                <a:lnTo>
                  <a:pt x="660" y="642"/>
                </a:lnTo>
                <a:lnTo>
                  <a:pt x="660" y="640"/>
                </a:lnTo>
                <a:lnTo>
                  <a:pt x="660" y="639"/>
                </a:lnTo>
                <a:lnTo>
                  <a:pt x="660" y="638"/>
                </a:lnTo>
                <a:lnTo>
                  <a:pt x="661" y="638"/>
                </a:lnTo>
                <a:lnTo>
                  <a:pt x="661" y="637"/>
                </a:lnTo>
                <a:lnTo>
                  <a:pt x="662" y="637"/>
                </a:lnTo>
                <a:lnTo>
                  <a:pt x="662" y="636"/>
                </a:lnTo>
                <a:lnTo>
                  <a:pt x="661" y="636"/>
                </a:lnTo>
                <a:lnTo>
                  <a:pt x="661" y="635"/>
                </a:lnTo>
                <a:lnTo>
                  <a:pt x="660" y="633"/>
                </a:lnTo>
                <a:lnTo>
                  <a:pt x="660" y="632"/>
                </a:lnTo>
                <a:lnTo>
                  <a:pt x="661" y="631"/>
                </a:lnTo>
                <a:lnTo>
                  <a:pt x="661" y="630"/>
                </a:lnTo>
                <a:lnTo>
                  <a:pt x="661" y="629"/>
                </a:lnTo>
                <a:lnTo>
                  <a:pt x="661" y="628"/>
                </a:lnTo>
                <a:lnTo>
                  <a:pt x="662" y="627"/>
                </a:lnTo>
                <a:lnTo>
                  <a:pt x="663" y="625"/>
                </a:lnTo>
                <a:lnTo>
                  <a:pt x="663" y="624"/>
                </a:lnTo>
                <a:lnTo>
                  <a:pt x="663" y="623"/>
                </a:lnTo>
                <a:lnTo>
                  <a:pt x="662" y="623"/>
                </a:lnTo>
                <a:lnTo>
                  <a:pt x="661" y="623"/>
                </a:lnTo>
                <a:lnTo>
                  <a:pt x="661" y="622"/>
                </a:lnTo>
                <a:lnTo>
                  <a:pt x="659" y="622"/>
                </a:lnTo>
                <a:lnTo>
                  <a:pt x="658" y="621"/>
                </a:lnTo>
                <a:lnTo>
                  <a:pt x="658" y="622"/>
                </a:lnTo>
                <a:lnTo>
                  <a:pt x="657" y="622"/>
                </a:lnTo>
                <a:lnTo>
                  <a:pt x="656" y="622"/>
                </a:lnTo>
                <a:lnTo>
                  <a:pt x="655" y="622"/>
                </a:lnTo>
                <a:lnTo>
                  <a:pt x="654" y="622"/>
                </a:lnTo>
                <a:lnTo>
                  <a:pt x="654" y="621"/>
                </a:lnTo>
                <a:lnTo>
                  <a:pt x="654" y="620"/>
                </a:lnTo>
                <a:lnTo>
                  <a:pt x="652" y="620"/>
                </a:lnTo>
                <a:lnTo>
                  <a:pt x="652" y="621"/>
                </a:lnTo>
                <a:lnTo>
                  <a:pt x="651" y="622"/>
                </a:lnTo>
                <a:lnTo>
                  <a:pt x="650" y="622"/>
                </a:lnTo>
                <a:lnTo>
                  <a:pt x="650" y="623"/>
                </a:lnTo>
                <a:lnTo>
                  <a:pt x="650" y="622"/>
                </a:lnTo>
                <a:lnTo>
                  <a:pt x="649" y="623"/>
                </a:lnTo>
                <a:lnTo>
                  <a:pt x="648" y="623"/>
                </a:lnTo>
                <a:lnTo>
                  <a:pt x="646" y="623"/>
                </a:lnTo>
                <a:lnTo>
                  <a:pt x="645" y="622"/>
                </a:lnTo>
                <a:lnTo>
                  <a:pt x="644" y="622"/>
                </a:lnTo>
                <a:lnTo>
                  <a:pt x="642" y="621"/>
                </a:lnTo>
                <a:lnTo>
                  <a:pt x="641" y="621"/>
                </a:lnTo>
                <a:lnTo>
                  <a:pt x="641" y="622"/>
                </a:lnTo>
                <a:lnTo>
                  <a:pt x="641" y="623"/>
                </a:lnTo>
                <a:lnTo>
                  <a:pt x="640" y="623"/>
                </a:lnTo>
                <a:lnTo>
                  <a:pt x="638" y="623"/>
                </a:lnTo>
                <a:lnTo>
                  <a:pt x="638" y="622"/>
                </a:lnTo>
                <a:lnTo>
                  <a:pt x="637" y="622"/>
                </a:lnTo>
                <a:lnTo>
                  <a:pt x="637" y="623"/>
                </a:lnTo>
                <a:lnTo>
                  <a:pt x="636" y="623"/>
                </a:lnTo>
                <a:lnTo>
                  <a:pt x="634" y="625"/>
                </a:lnTo>
                <a:lnTo>
                  <a:pt x="634" y="624"/>
                </a:lnTo>
                <a:lnTo>
                  <a:pt x="635" y="626"/>
                </a:lnTo>
                <a:lnTo>
                  <a:pt x="636" y="626"/>
                </a:lnTo>
                <a:lnTo>
                  <a:pt x="636" y="627"/>
                </a:lnTo>
                <a:lnTo>
                  <a:pt x="635" y="627"/>
                </a:lnTo>
                <a:lnTo>
                  <a:pt x="635" y="628"/>
                </a:lnTo>
                <a:lnTo>
                  <a:pt x="634" y="628"/>
                </a:lnTo>
                <a:lnTo>
                  <a:pt x="633" y="628"/>
                </a:lnTo>
                <a:lnTo>
                  <a:pt x="633" y="630"/>
                </a:lnTo>
                <a:lnTo>
                  <a:pt x="633" y="631"/>
                </a:lnTo>
                <a:lnTo>
                  <a:pt x="634" y="632"/>
                </a:lnTo>
                <a:lnTo>
                  <a:pt x="635" y="633"/>
                </a:lnTo>
                <a:lnTo>
                  <a:pt x="635" y="634"/>
                </a:lnTo>
                <a:lnTo>
                  <a:pt x="634" y="634"/>
                </a:lnTo>
                <a:lnTo>
                  <a:pt x="634" y="635"/>
                </a:lnTo>
                <a:lnTo>
                  <a:pt x="633" y="636"/>
                </a:lnTo>
                <a:lnTo>
                  <a:pt x="632" y="636"/>
                </a:lnTo>
                <a:lnTo>
                  <a:pt x="631" y="638"/>
                </a:lnTo>
                <a:lnTo>
                  <a:pt x="630" y="637"/>
                </a:lnTo>
                <a:lnTo>
                  <a:pt x="630" y="636"/>
                </a:lnTo>
                <a:lnTo>
                  <a:pt x="629" y="635"/>
                </a:lnTo>
                <a:lnTo>
                  <a:pt x="629" y="634"/>
                </a:lnTo>
                <a:lnTo>
                  <a:pt x="628" y="633"/>
                </a:lnTo>
                <a:lnTo>
                  <a:pt x="628" y="632"/>
                </a:lnTo>
                <a:lnTo>
                  <a:pt x="627" y="632"/>
                </a:lnTo>
                <a:lnTo>
                  <a:pt x="626" y="632"/>
                </a:lnTo>
                <a:lnTo>
                  <a:pt x="625" y="631"/>
                </a:lnTo>
                <a:lnTo>
                  <a:pt x="625" y="630"/>
                </a:lnTo>
                <a:lnTo>
                  <a:pt x="626" y="630"/>
                </a:lnTo>
                <a:lnTo>
                  <a:pt x="627" y="631"/>
                </a:lnTo>
                <a:lnTo>
                  <a:pt x="628" y="631"/>
                </a:lnTo>
                <a:lnTo>
                  <a:pt x="629" y="630"/>
                </a:lnTo>
                <a:lnTo>
                  <a:pt x="629" y="629"/>
                </a:lnTo>
                <a:lnTo>
                  <a:pt x="628" y="628"/>
                </a:lnTo>
                <a:lnTo>
                  <a:pt x="627" y="628"/>
                </a:lnTo>
                <a:lnTo>
                  <a:pt x="626" y="628"/>
                </a:lnTo>
                <a:lnTo>
                  <a:pt x="626" y="627"/>
                </a:lnTo>
                <a:lnTo>
                  <a:pt x="625" y="626"/>
                </a:lnTo>
                <a:lnTo>
                  <a:pt x="624" y="626"/>
                </a:lnTo>
                <a:lnTo>
                  <a:pt x="623" y="626"/>
                </a:lnTo>
                <a:lnTo>
                  <a:pt x="623" y="627"/>
                </a:lnTo>
                <a:lnTo>
                  <a:pt x="622" y="628"/>
                </a:lnTo>
                <a:lnTo>
                  <a:pt x="622" y="629"/>
                </a:lnTo>
                <a:lnTo>
                  <a:pt x="621" y="629"/>
                </a:lnTo>
                <a:lnTo>
                  <a:pt x="621" y="630"/>
                </a:lnTo>
                <a:lnTo>
                  <a:pt x="620" y="630"/>
                </a:lnTo>
                <a:lnTo>
                  <a:pt x="620" y="629"/>
                </a:lnTo>
                <a:lnTo>
                  <a:pt x="620" y="628"/>
                </a:lnTo>
                <a:lnTo>
                  <a:pt x="620" y="627"/>
                </a:lnTo>
                <a:lnTo>
                  <a:pt x="620" y="626"/>
                </a:lnTo>
                <a:lnTo>
                  <a:pt x="619" y="626"/>
                </a:lnTo>
                <a:lnTo>
                  <a:pt x="618" y="626"/>
                </a:lnTo>
                <a:lnTo>
                  <a:pt x="617" y="626"/>
                </a:lnTo>
                <a:lnTo>
                  <a:pt x="617" y="625"/>
                </a:lnTo>
                <a:lnTo>
                  <a:pt x="617" y="624"/>
                </a:lnTo>
                <a:lnTo>
                  <a:pt x="616" y="624"/>
                </a:lnTo>
                <a:lnTo>
                  <a:pt x="616" y="625"/>
                </a:lnTo>
                <a:lnTo>
                  <a:pt x="616" y="626"/>
                </a:lnTo>
                <a:lnTo>
                  <a:pt x="615" y="627"/>
                </a:lnTo>
                <a:lnTo>
                  <a:pt x="614" y="625"/>
                </a:lnTo>
                <a:lnTo>
                  <a:pt x="614" y="624"/>
                </a:lnTo>
                <a:lnTo>
                  <a:pt x="615" y="624"/>
                </a:lnTo>
                <a:lnTo>
                  <a:pt x="616" y="624"/>
                </a:lnTo>
                <a:lnTo>
                  <a:pt x="616" y="623"/>
                </a:lnTo>
                <a:lnTo>
                  <a:pt x="616" y="622"/>
                </a:lnTo>
                <a:lnTo>
                  <a:pt x="617" y="622"/>
                </a:lnTo>
                <a:lnTo>
                  <a:pt x="617" y="621"/>
                </a:lnTo>
                <a:lnTo>
                  <a:pt x="617" y="620"/>
                </a:lnTo>
                <a:lnTo>
                  <a:pt x="618" y="620"/>
                </a:lnTo>
                <a:lnTo>
                  <a:pt x="617" y="620"/>
                </a:lnTo>
                <a:lnTo>
                  <a:pt x="617" y="619"/>
                </a:lnTo>
                <a:lnTo>
                  <a:pt x="618" y="619"/>
                </a:lnTo>
                <a:lnTo>
                  <a:pt x="619" y="619"/>
                </a:lnTo>
                <a:lnTo>
                  <a:pt x="619" y="618"/>
                </a:lnTo>
                <a:lnTo>
                  <a:pt x="618" y="617"/>
                </a:lnTo>
                <a:lnTo>
                  <a:pt x="618" y="616"/>
                </a:lnTo>
                <a:lnTo>
                  <a:pt x="619" y="616"/>
                </a:lnTo>
                <a:lnTo>
                  <a:pt x="619" y="617"/>
                </a:lnTo>
                <a:lnTo>
                  <a:pt x="620" y="617"/>
                </a:lnTo>
                <a:lnTo>
                  <a:pt x="620" y="616"/>
                </a:lnTo>
                <a:lnTo>
                  <a:pt x="620" y="615"/>
                </a:lnTo>
                <a:lnTo>
                  <a:pt x="620" y="614"/>
                </a:lnTo>
                <a:lnTo>
                  <a:pt x="620" y="613"/>
                </a:lnTo>
                <a:lnTo>
                  <a:pt x="620" y="612"/>
                </a:lnTo>
                <a:lnTo>
                  <a:pt x="620" y="611"/>
                </a:lnTo>
                <a:lnTo>
                  <a:pt x="620" y="610"/>
                </a:lnTo>
                <a:lnTo>
                  <a:pt x="620" y="611"/>
                </a:lnTo>
                <a:lnTo>
                  <a:pt x="619" y="611"/>
                </a:lnTo>
                <a:lnTo>
                  <a:pt x="619" y="610"/>
                </a:lnTo>
                <a:lnTo>
                  <a:pt x="618" y="610"/>
                </a:lnTo>
                <a:lnTo>
                  <a:pt x="618" y="609"/>
                </a:lnTo>
                <a:lnTo>
                  <a:pt x="619" y="609"/>
                </a:lnTo>
                <a:lnTo>
                  <a:pt x="618" y="609"/>
                </a:lnTo>
                <a:lnTo>
                  <a:pt x="617" y="608"/>
                </a:lnTo>
                <a:lnTo>
                  <a:pt x="617" y="607"/>
                </a:lnTo>
                <a:lnTo>
                  <a:pt x="616" y="607"/>
                </a:lnTo>
                <a:lnTo>
                  <a:pt x="616" y="606"/>
                </a:lnTo>
                <a:lnTo>
                  <a:pt x="616" y="605"/>
                </a:lnTo>
                <a:lnTo>
                  <a:pt x="616" y="604"/>
                </a:lnTo>
                <a:lnTo>
                  <a:pt x="615" y="604"/>
                </a:lnTo>
                <a:lnTo>
                  <a:pt x="614" y="605"/>
                </a:lnTo>
                <a:lnTo>
                  <a:pt x="614" y="604"/>
                </a:lnTo>
                <a:lnTo>
                  <a:pt x="613" y="604"/>
                </a:lnTo>
                <a:lnTo>
                  <a:pt x="611" y="603"/>
                </a:lnTo>
                <a:lnTo>
                  <a:pt x="610" y="603"/>
                </a:lnTo>
                <a:lnTo>
                  <a:pt x="609" y="604"/>
                </a:lnTo>
                <a:lnTo>
                  <a:pt x="607" y="603"/>
                </a:lnTo>
                <a:lnTo>
                  <a:pt x="607" y="602"/>
                </a:lnTo>
                <a:lnTo>
                  <a:pt x="606" y="601"/>
                </a:lnTo>
                <a:lnTo>
                  <a:pt x="605" y="601"/>
                </a:lnTo>
                <a:lnTo>
                  <a:pt x="604" y="600"/>
                </a:lnTo>
                <a:lnTo>
                  <a:pt x="605" y="599"/>
                </a:lnTo>
                <a:lnTo>
                  <a:pt x="606" y="599"/>
                </a:lnTo>
                <a:lnTo>
                  <a:pt x="606" y="598"/>
                </a:lnTo>
                <a:lnTo>
                  <a:pt x="606" y="597"/>
                </a:lnTo>
                <a:lnTo>
                  <a:pt x="606" y="598"/>
                </a:lnTo>
                <a:lnTo>
                  <a:pt x="607" y="598"/>
                </a:lnTo>
                <a:lnTo>
                  <a:pt x="607" y="597"/>
                </a:lnTo>
                <a:lnTo>
                  <a:pt x="606" y="597"/>
                </a:lnTo>
                <a:lnTo>
                  <a:pt x="606" y="596"/>
                </a:lnTo>
                <a:lnTo>
                  <a:pt x="607" y="596"/>
                </a:lnTo>
                <a:lnTo>
                  <a:pt x="607" y="595"/>
                </a:lnTo>
                <a:lnTo>
                  <a:pt x="606" y="595"/>
                </a:lnTo>
                <a:lnTo>
                  <a:pt x="605" y="595"/>
                </a:lnTo>
                <a:lnTo>
                  <a:pt x="604" y="595"/>
                </a:lnTo>
                <a:lnTo>
                  <a:pt x="603" y="595"/>
                </a:lnTo>
                <a:lnTo>
                  <a:pt x="603" y="594"/>
                </a:lnTo>
                <a:lnTo>
                  <a:pt x="602" y="594"/>
                </a:lnTo>
                <a:lnTo>
                  <a:pt x="601" y="594"/>
                </a:lnTo>
                <a:lnTo>
                  <a:pt x="600" y="593"/>
                </a:lnTo>
                <a:lnTo>
                  <a:pt x="600" y="594"/>
                </a:lnTo>
                <a:lnTo>
                  <a:pt x="599" y="594"/>
                </a:lnTo>
                <a:lnTo>
                  <a:pt x="598" y="593"/>
                </a:lnTo>
                <a:lnTo>
                  <a:pt x="598" y="594"/>
                </a:lnTo>
                <a:lnTo>
                  <a:pt x="598" y="593"/>
                </a:lnTo>
                <a:lnTo>
                  <a:pt x="599" y="593"/>
                </a:lnTo>
                <a:lnTo>
                  <a:pt x="600" y="592"/>
                </a:lnTo>
                <a:lnTo>
                  <a:pt x="600" y="591"/>
                </a:lnTo>
                <a:lnTo>
                  <a:pt x="599" y="591"/>
                </a:lnTo>
                <a:lnTo>
                  <a:pt x="598" y="590"/>
                </a:lnTo>
                <a:lnTo>
                  <a:pt x="599" y="589"/>
                </a:lnTo>
                <a:lnTo>
                  <a:pt x="599" y="588"/>
                </a:lnTo>
                <a:lnTo>
                  <a:pt x="599" y="587"/>
                </a:lnTo>
                <a:lnTo>
                  <a:pt x="599" y="586"/>
                </a:lnTo>
                <a:lnTo>
                  <a:pt x="600" y="586"/>
                </a:lnTo>
                <a:lnTo>
                  <a:pt x="600" y="584"/>
                </a:lnTo>
                <a:lnTo>
                  <a:pt x="599" y="583"/>
                </a:lnTo>
                <a:lnTo>
                  <a:pt x="598" y="580"/>
                </a:lnTo>
                <a:lnTo>
                  <a:pt x="597" y="580"/>
                </a:lnTo>
                <a:lnTo>
                  <a:pt x="596" y="578"/>
                </a:lnTo>
                <a:lnTo>
                  <a:pt x="596" y="576"/>
                </a:lnTo>
                <a:lnTo>
                  <a:pt x="595" y="575"/>
                </a:lnTo>
                <a:lnTo>
                  <a:pt x="592" y="572"/>
                </a:lnTo>
                <a:lnTo>
                  <a:pt x="592" y="571"/>
                </a:lnTo>
                <a:lnTo>
                  <a:pt x="591" y="567"/>
                </a:lnTo>
                <a:lnTo>
                  <a:pt x="591" y="566"/>
                </a:lnTo>
                <a:lnTo>
                  <a:pt x="591" y="567"/>
                </a:lnTo>
                <a:lnTo>
                  <a:pt x="590" y="567"/>
                </a:lnTo>
                <a:lnTo>
                  <a:pt x="589" y="565"/>
                </a:lnTo>
                <a:lnTo>
                  <a:pt x="589" y="564"/>
                </a:lnTo>
                <a:lnTo>
                  <a:pt x="590" y="564"/>
                </a:lnTo>
                <a:lnTo>
                  <a:pt x="590" y="563"/>
                </a:lnTo>
                <a:lnTo>
                  <a:pt x="590" y="562"/>
                </a:lnTo>
                <a:lnTo>
                  <a:pt x="589" y="562"/>
                </a:lnTo>
                <a:lnTo>
                  <a:pt x="588" y="562"/>
                </a:lnTo>
                <a:lnTo>
                  <a:pt x="589" y="561"/>
                </a:lnTo>
                <a:lnTo>
                  <a:pt x="590" y="561"/>
                </a:lnTo>
                <a:lnTo>
                  <a:pt x="591" y="561"/>
                </a:lnTo>
                <a:lnTo>
                  <a:pt x="591" y="559"/>
                </a:lnTo>
                <a:lnTo>
                  <a:pt x="590" y="559"/>
                </a:lnTo>
                <a:lnTo>
                  <a:pt x="589" y="559"/>
                </a:lnTo>
                <a:lnTo>
                  <a:pt x="589" y="558"/>
                </a:lnTo>
                <a:lnTo>
                  <a:pt x="589" y="557"/>
                </a:lnTo>
                <a:lnTo>
                  <a:pt x="589" y="556"/>
                </a:lnTo>
                <a:lnTo>
                  <a:pt x="590" y="556"/>
                </a:lnTo>
                <a:lnTo>
                  <a:pt x="590" y="555"/>
                </a:lnTo>
                <a:lnTo>
                  <a:pt x="590" y="556"/>
                </a:lnTo>
                <a:lnTo>
                  <a:pt x="591" y="555"/>
                </a:lnTo>
                <a:lnTo>
                  <a:pt x="591" y="554"/>
                </a:lnTo>
                <a:lnTo>
                  <a:pt x="591" y="555"/>
                </a:lnTo>
                <a:lnTo>
                  <a:pt x="592" y="554"/>
                </a:lnTo>
                <a:lnTo>
                  <a:pt x="592" y="553"/>
                </a:lnTo>
                <a:lnTo>
                  <a:pt x="592" y="552"/>
                </a:lnTo>
                <a:lnTo>
                  <a:pt x="592" y="550"/>
                </a:lnTo>
                <a:lnTo>
                  <a:pt x="593" y="549"/>
                </a:lnTo>
                <a:lnTo>
                  <a:pt x="593" y="548"/>
                </a:lnTo>
                <a:lnTo>
                  <a:pt x="592" y="547"/>
                </a:lnTo>
                <a:lnTo>
                  <a:pt x="591" y="546"/>
                </a:lnTo>
                <a:lnTo>
                  <a:pt x="591" y="545"/>
                </a:lnTo>
                <a:lnTo>
                  <a:pt x="592" y="545"/>
                </a:lnTo>
                <a:lnTo>
                  <a:pt x="592" y="544"/>
                </a:lnTo>
                <a:lnTo>
                  <a:pt x="593" y="544"/>
                </a:lnTo>
                <a:lnTo>
                  <a:pt x="595" y="545"/>
                </a:lnTo>
                <a:lnTo>
                  <a:pt x="595" y="546"/>
                </a:lnTo>
                <a:lnTo>
                  <a:pt x="596" y="546"/>
                </a:lnTo>
                <a:lnTo>
                  <a:pt x="596" y="545"/>
                </a:lnTo>
                <a:lnTo>
                  <a:pt x="597" y="544"/>
                </a:lnTo>
                <a:lnTo>
                  <a:pt x="597" y="545"/>
                </a:lnTo>
                <a:lnTo>
                  <a:pt x="598" y="545"/>
                </a:lnTo>
                <a:lnTo>
                  <a:pt x="599" y="545"/>
                </a:lnTo>
                <a:lnTo>
                  <a:pt x="599" y="544"/>
                </a:lnTo>
                <a:lnTo>
                  <a:pt x="600" y="544"/>
                </a:lnTo>
                <a:lnTo>
                  <a:pt x="601" y="544"/>
                </a:lnTo>
                <a:lnTo>
                  <a:pt x="602" y="546"/>
                </a:lnTo>
                <a:lnTo>
                  <a:pt x="603" y="547"/>
                </a:lnTo>
                <a:lnTo>
                  <a:pt x="603" y="548"/>
                </a:lnTo>
                <a:lnTo>
                  <a:pt x="604" y="549"/>
                </a:lnTo>
                <a:lnTo>
                  <a:pt x="605" y="549"/>
                </a:lnTo>
                <a:lnTo>
                  <a:pt x="606" y="549"/>
                </a:lnTo>
                <a:lnTo>
                  <a:pt x="607" y="549"/>
                </a:lnTo>
                <a:lnTo>
                  <a:pt x="607" y="548"/>
                </a:lnTo>
                <a:lnTo>
                  <a:pt x="608" y="548"/>
                </a:lnTo>
                <a:lnTo>
                  <a:pt x="609" y="548"/>
                </a:lnTo>
                <a:lnTo>
                  <a:pt x="610" y="548"/>
                </a:lnTo>
                <a:lnTo>
                  <a:pt x="611" y="549"/>
                </a:lnTo>
                <a:lnTo>
                  <a:pt x="612" y="549"/>
                </a:lnTo>
                <a:lnTo>
                  <a:pt x="613" y="548"/>
                </a:lnTo>
                <a:lnTo>
                  <a:pt x="614" y="546"/>
                </a:lnTo>
                <a:lnTo>
                  <a:pt x="615" y="545"/>
                </a:lnTo>
                <a:lnTo>
                  <a:pt x="616" y="544"/>
                </a:lnTo>
                <a:lnTo>
                  <a:pt x="617" y="544"/>
                </a:lnTo>
                <a:lnTo>
                  <a:pt x="618" y="544"/>
                </a:lnTo>
                <a:lnTo>
                  <a:pt x="620" y="545"/>
                </a:lnTo>
                <a:lnTo>
                  <a:pt x="621" y="546"/>
                </a:lnTo>
                <a:lnTo>
                  <a:pt x="622" y="546"/>
                </a:lnTo>
                <a:lnTo>
                  <a:pt x="623" y="546"/>
                </a:lnTo>
                <a:lnTo>
                  <a:pt x="624" y="546"/>
                </a:lnTo>
                <a:lnTo>
                  <a:pt x="625" y="547"/>
                </a:lnTo>
                <a:lnTo>
                  <a:pt x="626" y="547"/>
                </a:lnTo>
                <a:lnTo>
                  <a:pt x="626" y="546"/>
                </a:lnTo>
                <a:lnTo>
                  <a:pt x="626" y="545"/>
                </a:lnTo>
                <a:lnTo>
                  <a:pt x="629" y="546"/>
                </a:lnTo>
                <a:lnTo>
                  <a:pt x="630" y="546"/>
                </a:lnTo>
                <a:lnTo>
                  <a:pt x="630" y="545"/>
                </a:lnTo>
                <a:lnTo>
                  <a:pt x="630" y="544"/>
                </a:lnTo>
                <a:lnTo>
                  <a:pt x="630" y="543"/>
                </a:lnTo>
                <a:lnTo>
                  <a:pt x="630" y="541"/>
                </a:lnTo>
                <a:lnTo>
                  <a:pt x="631" y="540"/>
                </a:lnTo>
                <a:lnTo>
                  <a:pt x="631" y="539"/>
                </a:lnTo>
                <a:lnTo>
                  <a:pt x="630" y="539"/>
                </a:lnTo>
                <a:lnTo>
                  <a:pt x="630" y="538"/>
                </a:lnTo>
                <a:lnTo>
                  <a:pt x="630" y="537"/>
                </a:lnTo>
                <a:lnTo>
                  <a:pt x="630" y="536"/>
                </a:lnTo>
                <a:lnTo>
                  <a:pt x="629" y="536"/>
                </a:lnTo>
                <a:lnTo>
                  <a:pt x="628" y="536"/>
                </a:lnTo>
                <a:lnTo>
                  <a:pt x="628" y="535"/>
                </a:lnTo>
                <a:lnTo>
                  <a:pt x="627" y="535"/>
                </a:lnTo>
                <a:lnTo>
                  <a:pt x="626" y="535"/>
                </a:lnTo>
                <a:lnTo>
                  <a:pt x="625" y="536"/>
                </a:lnTo>
                <a:lnTo>
                  <a:pt x="624" y="536"/>
                </a:lnTo>
                <a:lnTo>
                  <a:pt x="624" y="537"/>
                </a:lnTo>
                <a:lnTo>
                  <a:pt x="625" y="537"/>
                </a:lnTo>
                <a:lnTo>
                  <a:pt x="624" y="538"/>
                </a:lnTo>
                <a:lnTo>
                  <a:pt x="624" y="537"/>
                </a:lnTo>
                <a:lnTo>
                  <a:pt x="623" y="537"/>
                </a:lnTo>
                <a:lnTo>
                  <a:pt x="622" y="537"/>
                </a:lnTo>
                <a:lnTo>
                  <a:pt x="622" y="534"/>
                </a:lnTo>
                <a:lnTo>
                  <a:pt x="622" y="533"/>
                </a:lnTo>
                <a:lnTo>
                  <a:pt x="622" y="532"/>
                </a:lnTo>
                <a:lnTo>
                  <a:pt x="622" y="531"/>
                </a:lnTo>
                <a:lnTo>
                  <a:pt x="622" y="530"/>
                </a:lnTo>
                <a:lnTo>
                  <a:pt x="623" y="530"/>
                </a:lnTo>
                <a:lnTo>
                  <a:pt x="623" y="531"/>
                </a:lnTo>
                <a:lnTo>
                  <a:pt x="624" y="531"/>
                </a:lnTo>
                <a:lnTo>
                  <a:pt x="625" y="530"/>
                </a:lnTo>
                <a:lnTo>
                  <a:pt x="626" y="529"/>
                </a:lnTo>
                <a:lnTo>
                  <a:pt x="626" y="527"/>
                </a:lnTo>
                <a:lnTo>
                  <a:pt x="625" y="526"/>
                </a:lnTo>
                <a:lnTo>
                  <a:pt x="624" y="526"/>
                </a:lnTo>
                <a:lnTo>
                  <a:pt x="623" y="526"/>
                </a:lnTo>
                <a:lnTo>
                  <a:pt x="622" y="526"/>
                </a:lnTo>
                <a:lnTo>
                  <a:pt x="622" y="525"/>
                </a:lnTo>
                <a:lnTo>
                  <a:pt x="623" y="525"/>
                </a:lnTo>
                <a:lnTo>
                  <a:pt x="623" y="524"/>
                </a:lnTo>
                <a:lnTo>
                  <a:pt x="622" y="523"/>
                </a:lnTo>
                <a:lnTo>
                  <a:pt x="621" y="523"/>
                </a:lnTo>
                <a:lnTo>
                  <a:pt x="621" y="524"/>
                </a:lnTo>
                <a:lnTo>
                  <a:pt x="620" y="524"/>
                </a:lnTo>
                <a:lnTo>
                  <a:pt x="619" y="525"/>
                </a:lnTo>
                <a:lnTo>
                  <a:pt x="617" y="524"/>
                </a:lnTo>
                <a:lnTo>
                  <a:pt x="616" y="524"/>
                </a:lnTo>
                <a:lnTo>
                  <a:pt x="615" y="523"/>
                </a:lnTo>
                <a:lnTo>
                  <a:pt x="615" y="522"/>
                </a:lnTo>
                <a:lnTo>
                  <a:pt x="613" y="522"/>
                </a:lnTo>
                <a:lnTo>
                  <a:pt x="612" y="522"/>
                </a:lnTo>
                <a:lnTo>
                  <a:pt x="612" y="523"/>
                </a:lnTo>
                <a:lnTo>
                  <a:pt x="612" y="524"/>
                </a:lnTo>
                <a:lnTo>
                  <a:pt x="610" y="525"/>
                </a:lnTo>
                <a:lnTo>
                  <a:pt x="610" y="524"/>
                </a:lnTo>
                <a:lnTo>
                  <a:pt x="610" y="523"/>
                </a:lnTo>
                <a:lnTo>
                  <a:pt x="608" y="521"/>
                </a:lnTo>
                <a:lnTo>
                  <a:pt x="607" y="522"/>
                </a:lnTo>
                <a:lnTo>
                  <a:pt x="607" y="523"/>
                </a:lnTo>
                <a:lnTo>
                  <a:pt x="606" y="523"/>
                </a:lnTo>
                <a:lnTo>
                  <a:pt x="605" y="522"/>
                </a:lnTo>
                <a:lnTo>
                  <a:pt x="605" y="521"/>
                </a:lnTo>
                <a:lnTo>
                  <a:pt x="606" y="520"/>
                </a:lnTo>
                <a:lnTo>
                  <a:pt x="606" y="519"/>
                </a:lnTo>
                <a:lnTo>
                  <a:pt x="605" y="516"/>
                </a:lnTo>
                <a:lnTo>
                  <a:pt x="604" y="515"/>
                </a:lnTo>
                <a:lnTo>
                  <a:pt x="603" y="515"/>
                </a:lnTo>
                <a:lnTo>
                  <a:pt x="603" y="514"/>
                </a:lnTo>
                <a:lnTo>
                  <a:pt x="601" y="512"/>
                </a:lnTo>
                <a:lnTo>
                  <a:pt x="600" y="511"/>
                </a:lnTo>
                <a:lnTo>
                  <a:pt x="599" y="510"/>
                </a:lnTo>
                <a:lnTo>
                  <a:pt x="598" y="510"/>
                </a:lnTo>
                <a:lnTo>
                  <a:pt x="597" y="509"/>
                </a:lnTo>
                <a:lnTo>
                  <a:pt x="597" y="508"/>
                </a:lnTo>
                <a:lnTo>
                  <a:pt x="596" y="508"/>
                </a:lnTo>
                <a:lnTo>
                  <a:pt x="595" y="508"/>
                </a:lnTo>
                <a:lnTo>
                  <a:pt x="595" y="509"/>
                </a:lnTo>
                <a:lnTo>
                  <a:pt x="594" y="508"/>
                </a:lnTo>
                <a:lnTo>
                  <a:pt x="592" y="507"/>
                </a:lnTo>
                <a:lnTo>
                  <a:pt x="592" y="506"/>
                </a:lnTo>
                <a:lnTo>
                  <a:pt x="592" y="505"/>
                </a:lnTo>
                <a:lnTo>
                  <a:pt x="592" y="504"/>
                </a:lnTo>
                <a:lnTo>
                  <a:pt x="591" y="504"/>
                </a:lnTo>
                <a:lnTo>
                  <a:pt x="590" y="502"/>
                </a:lnTo>
                <a:lnTo>
                  <a:pt x="590" y="500"/>
                </a:lnTo>
                <a:lnTo>
                  <a:pt x="591" y="499"/>
                </a:lnTo>
                <a:lnTo>
                  <a:pt x="590" y="498"/>
                </a:lnTo>
                <a:lnTo>
                  <a:pt x="590" y="497"/>
                </a:lnTo>
                <a:lnTo>
                  <a:pt x="589" y="497"/>
                </a:lnTo>
                <a:lnTo>
                  <a:pt x="587" y="497"/>
                </a:lnTo>
                <a:lnTo>
                  <a:pt x="587" y="496"/>
                </a:lnTo>
                <a:lnTo>
                  <a:pt x="586" y="496"/>
                </a:lnTo>
                <a:lnTo>
                  <a:pt x="585" y="497"/>
                </a:lnTo>
                <a:lnTo>
                  <a:pt x="584" y="497"/>
                </a:lnTo>
                <a:lnTo>
                  <a:pt x="581" y="498"/>
                </a:lnTo>
                <a:lnTo>
                  <a:pt x="580" y="498"/>
                </a:lnTo>
                <a:lnTo>
                  <a:pt x="578" y="497"/>
                </a:lnTo>
                <a:lnTo>
                  <a:pt x="577" y="497"/>
                </a:lnTo>
                <a:lnTo>
                  <a:pt x="577" y="496"/>
                </a:lnTo>
                <a:lnTo>
                  <a:pt x="576" y="496"/>
                </a:lnTo>
                <a:lnTo>
                  <a:pt x="575" y="496"/>
                </a:lnTo>
                <a:lnTo>
                  <a:pt x="573" y="495"/>
                </a:lnTo>
                <a:lnTo>
                  <a:pt x="571" y="494"/>
                </a:lnTo>
                <a:lnTo>
                  <a:pt x="569" y="494"/>
                </a:lnTo>
                <a:lnTo>
                  <a:pt x="568" y="495"/>
                </a:lnTo>
                <a:lnTo>
                  <a:pt x="566" y="495"/>
                </a:lnTo>
                <a:lnTo>
                  <a:pt x="566" y="496"/>
                </a:lnTo>
                <a:lnTo>
                  <a:pt x="566" y="497"/>
                </a:lnTo>
                <a:lnTo>
                  <a:pt x="566" y="498"/>
                </a:lnTo>
                <a:lnTo>
                  <a:pt x="565" y="499"/>
                </a:lnTo>
                <a:lnTo>
                  <a:pt x="565" y="500"/>
                </a:lnTo>
                <a:lnTo>
                  <a:pt x="565" y="499"/>
                </a:lnTo>
                <a:lnTo>
                  <a:pt x="563" y="499"/>
                </a:lnTo>
                <a:lnTo>
                  <a:pt x="563" y="500"/>
                </a:lnTo>
                <a:lnTo>
                  <a:pt x="562" y="501"/>
                </a:lnTo>
                <a:lnTo>
                  <a:pt x="562" y="500"/>
                </a:lnTo>
                <a:lnTo>
                  <a:pt x="561" y="500"/>
                </a:lnTo>
                <a:lnTo>
                  <a:pt x="560" y="500"/>
                </a:lnTo>
                <a:lnTo>
                  <a:pt x="559" y="500"/>
                </a:lnTo>
                <a:lnTo>
                  <a:pt x="558" y="500"/>
                </a:lnTo>
                <a:lnTo>
                  <a:pt x="557" y="501"/>
                </a:lnTo>
                <a:lnTo>
                  <a:pt x="556" y="499"/>
                </a:lnTo>
                <a:lnTo>
                  <a:pt x="554" y="498"/>
                </a:lnTo>
                <a:lnTo>
                  <a:pt x="554" y="497"/>
                </a:lnTo>
                <a:lnTo>
                  <a:pt x="555" y="496"/>
                </a:lnTo>
                <a:lnTo>
                  <a:pt x="555" y="495"/>
                </a:lnTo>
                <a:lnTo>
                  <a:pt x="554" y="492"/>
                </a:lnTo>
                <a:lnTo>
                  <a:pt x="553" y="490"/>
                </a:lnTo>
                <a:lnTo>
                  <a:pt x="553" y="488"/>
                </a:lnTo>
                <a:lnTo>
                  <a:pt x="552" y="488"/>
                </a:lnTo>
                <a:lnTo>
                  <a:pt x="551" y="489"/>
                </a:lnTo>
                <a:lnTo>
                  <a:pt x="549" y="490"/>
                </a:lnTo>
                <a:lnTo>
                  <a:pt x="548" y="491"/>
                </a:lnTo>
                <a:lnTo>
                  <a:pt x="547" y="491"/>
                </a:lnTo>
                <a:lnTo>
                  <a:pt x="546" y="490"/>
                </a:lnTo>
                <a:lnTo>
                  <a:pt x="546" y="489"/>
                </a:lnTo>
                <a:lnTo>
                  <a:pt x="546" y="488"/>
                </a:lnTo>
                <a:lnTo>
                  <a:pt x="546" y="487"/>
                </a:lnTo>
                <a:lnTo>
                  <a:pt x="545" y="486"/>
                </a:lnTo>
                <a:lnTo>
                  <a:pt x="544" y="485"/>
                </a:lnTo>
                <a:lnTo>
                  <a:pt x="543" y="485"/>
                </a:lnTo>
                <a:lnTo>
                  <a:pt x="542" y="483"/>
                </a:lnTo>
                <a:lnTo>
                  <a:pt x="542" y="482"/>
                </a:lnTo>
                <a:lnTo>
                  <a:pt x="542" y="481"/>
                </a:lnTo>
                <a:lnTo>
                  <a:pt x="542" y="480"/>
                </a:lnTo>
                <a:lnTo>
                  <a:pt x="541" y="479"/>
                </a:lnTo>
                <a:lnTo>
                  <a:pt x="541" y="480"/>
                </a:lnTo>
                <a:lnTo>
                  <a:pt x="540" y="480"/>
                </a:lnTo>
                <a:lnTo>
                  <a:pt x="540" y="479"/>
                </a:lnTo>
                <a:lnTo>
                  <a:pt x="539" y="478"/>
                </a:lnTo>
                <a:lnTo>
                  <a:pt x="539" y="477"/>
                </a:lnTo>
                <a:lnTo>
                  <a:pt x="539" y="476"/>
                </a:lnTo>
                <a:lnTo>
                  <a:pt x="538" y="475"/>
                </a:lnTo>
                <a:lnTo>
                  <a:pt x="537" y="474"/>
                </a:lnTo>
                <a:lnTo>
                  <a:pt x="537" y="473"/>
                </a:lnTo>
                <a:lnTo>
                  <a:pt x="536" y="473"/>
                </a:lnTo>
                <a:lnTo>
                  <a:pt x="535" y="473"/>
                </a:lnTo>
                <a:lnTo>
                  <a:pt x="534" y="473"/>
                </a:lnTo>
                <a:lnTo>
                  <a:pt x="534" y="472"/>
                </a:lnTo>
                <a:lnTo>
                  <a:pt x="534" y="470"/>
                </a:lnTo>
                <a:lnTo>
                  <a:pt x="535" y="468"/>
                </a:lnTo>
                <a:lnTo>
                  <a:pt x="535" y="467"/>
                </a:lnTo>
                <a:lnTo>
                  <a:pt x="534" y="463"/>
                </a:lnTo>
                <a:lnTo>
                  <a:pt x="535" y="463"/>
                </a:lnTo>
                <a:lnTo>
                  <a:pt x="535" y="462"/>
                </a:lnTo>
                <a:lnTo>
                  <a:pt x="536" y="461"/>
                </a:lnTo>
                <a:lnTo>
                  <a:pt x="537" y="459"/>
                </a:lnTo>
                <a:lnTo>
                  <a:pt x="538" y="458"/>
                </a:lnTo>
                <a:lnTo>
                  <a:pt x="535" y="456"/>
                </a:lnTo>
                <a:lnTo>
                  <a:pt x="533" y="455"/>
                </a:lnTo>
                <a:lnTo>
                  <a:pt x="533" y="454"/>
                </a:lnTo>
                <a:lnTo>
                  <a:pt x="532" y="452"/>
                </a:lnTo>
                <a:lnTo>
                  <a:pt x="531" y="451"/>
                </a:lnTo>
                <a:lnTo>
                  <a:pt x="531" y="450"/>
                </a:lnTo>
                <a:lnTo>
                  <a:pt x="530" y="448"/>
                </a:lnTo>
                <a:lnTo>
                  <a:pt x="529" y="447"/>
                </a:lnTo>
                <a:lnTo>
                  <a:pt x="529" y="448"/>
                </a:lnTo>
                <a:lnTo>
                  <a:pt x="528" y="447"/>
                </a:lnTo>
                <a:lnTo>
                  <a:pt x="528" y="444"/>
                </a:lnTo>
                <a:lnTo>
                  <a:pt x="529" y="444"/>
                </a:lnTo>
                <a:lnTo>
                  <a:pt x="529" y="443"/>
                </a:lnTo>
                <a:lnTo>
                  <a:pt x="530" y="444"/>
                </a:lnTo>
                <a:lnTo>
                  <a:pt x="531" y="444"/>
                </a:lnTo>
                <a:lnTo>
                  <a:pt x="532" y="443"/>
                </a:lnTo>
                <a:lnTo>
                  <a:pt x="533" y="443"/>
                </a:lnTo>
                <a:lnTo>
                  <a:pt x="535" y="443"/>
                </a:lnTo>
                <a:lnTo>
                  <a:pt x="536" y="443"/>
                </a:lnTo>
                <a:lnTo>
                  <a:pt x="536" y="442"/>
                </a:lnTo>
                <a:lnTo>
                  <a:pt x="535" y="442"/>
                </a:lnTo>
                <a:lnTo>
                  <a:pt x="534" y="440"/>
                </a:lnTo>
                <a:lnTo>
                  <a:pt x="533" y="437"/>
                </a:lnTo>
                <a:lnTo>
                  <a:pt x="533" y="436"/>
                </a:lnTo>
                <a:lnTo>
                  <a:pt x="536" y="433"/>
                </a:lnTo>
                <a:lnTo>
                  <a:pt x="537" y="433"/>
                </a:lnTo>
                <a:lnTo>
                  <a:pt x="538" y="432"/>
                </a:lnTo>
                <a:lnTo>
                  <a:pt x="540" y="431"/>
                </a:lnTo>
                <a:lnTo>
                  <a:pt x="541" y="430"/>
                </a:lnTo>
                <a:lnTo>
                  <a:pt x="542" y="429"/>
                </a:lnTo>
                <a:lnTo>
                  <a:pt x="544" y="428"/>
                </a:lnTo>
                <a:lnTo>
                  <a:pt x="544" y="429"/>
                </a:lnTo>
                <a:lnTo>
                  <a:pt x="546" y="428"/>
                </a:lnTo>
                <a:lnTo>
                  <a:pt x="546" y="427"/>
                </a:lnTo>
                <a:lnTo>
                  <a:pt x="547" y="427"/>
                </a:lnTo>
                <a:lnTo>
                  <a:pt x="548" y="427"/>
                </a:lnTo>
                <a:lnTo>
                  <a:pt x="549" y="428"/>
                </a:lnTo>
                <a:lnTo>
                  <a:pt x="552" y="430"/>
                </a:lnTo>
                <a:lnTo>
                  <a:pt x="552" y="431"/>
                </a:lnTo>
                <a:lnTo>
                  <a:pt x="553" y="431"/>
                </a:lnTo>
                <a:lnTo>
                  <a:pt x="554" y="431"/>
                </a:lnTo>
                <a:lnTo>
                  <a:pt x="554" y="430"/>
                </a:lnTo>
                <a:lnTo>
                  <a:pt x="555" y="428"/>
                </a:lnTo>
                <a:lnTo>
                  <a:pt x="557" y="428"/>
                </a:lnTo>
                <a:lnTo>
                  <a:pt x="558" y="429"/>
                </a:lnTo>
                <a:lnTo>
                  <a:pt x="559" y="428"/>
                </a:lnTo>
                <a:lnTo>
                  <a:pt x="559" y="427"/>
                </a:lnTo>
                <a:lnTo>
                  <a:pt x="560" y="427"/>
                </a:lnTo>
                <a:lnTo>
                  <a:pt x="560" y="426"/>
                </a:lnTo>
                <a:lnTo>
                  <a:pt x="559" y="426"/>
                </a:lnTo>
                <a:lnTo>
                  <a:pt x="558" y="426"/>
                </a:lnTo>
                <a:lnTo>
                  <a:pt x="556" y="422"/>
                </a:lnTo>
                <a:lnTo>
                  <a:pt x="556" y="421"/>
                </a:lnTo>
                <a:lnTo>
                  <a:pt x="557" y="420"/>
                </a:lnTo>
                <a:lnTo>
                  <a:pt x="557" y="419"/>
                </a:lnTo>
                <a:lnTo>
                  <a:pt x="557" y="418"/>
                </a:lnTo>
                <a:lnTo>
                  <a:pt x="558" y="418"/>
                </a:lnTo>
                <a:lnTo>
                  <a:pt x="558" y="417"/>
                </a:lnTo>
                <a:lnTo>
                  <a:pt x="557" y="417"/>
                </a:lnTo>
                <a:lnTo>
                  <a:pt x="557" y="416"/>
                </a:lnTo>
                <a:lnTo>
                  <a:pt x="557" y="415"/>
                </a:lnTo>
                <a:lnTo>
                  <a:pt x="557" y="414"/>
                </a:lnTo>
                <a:lnTo>
                  <a:pt x="558" y="414"/>
                </a:lnTo>
                <a:lnTo>
                  <a:pt x="558" y="415"/>
                </a:lnTo>
                <a:lnTo>
                  <a:pt x="559" y="416"/>
                </a:lnTo>
                <a:lnTo>
                  <a:pt x="559" y="417"/>
                </a:lnTo>
                <a:lnTo>
                  <a:pt x="560" y="416"/>
                </a:lnTo>
                <a:lnTo>
                  <a:pt x="561" y="416"/>
                </a:lnTo>
                <a:lnTo>
                  <a:pt x="561" y="415"/>
                </a:lnTo>
                <a:lnTo>
                  <a:pt x="561" y="414"/>
                </a:lnTo>
                <a:lnTo>
                  <a:pt x="561" y="412"/>
                </a:lnTo>
                <a:lnTo>
                  <a:pt x="561" y="411"/>
                </a:lnTo>
                <a:lnTo>
                  <a:pt x="562" y="411"/>
                </a:lnTo>
                <a:lnTo>
                  <a:pt x="563" y="410"/>
                </a:lnTo>
                <a:lnTo>
                  <a:pt x="564" y="411"/>
                </a:lnTo>
                <a:lnTo>
                  <a:pt x="565" y="412"/>
                </a:lnTo>
                <a:lnTo>
                  <a:pt x="565" y="413"/>
                </a:lnTo>
                <a:lnTo>
                  <a:pt x="566" y="414"/>
                </a:lnTo>
                <a:lnTo>
                  <a:pt x="567" y="414"/>
                </a:lnTo>
                <a:lnTo>
                  <a:pt x="569" y="413"/>
                </a:lnTo>
                <a:lnTo>
                  <a:pt x="569" y="411"/>
                </a:lnTo>
                <a:lnTo>
                  <a:pt x="569" y="410"/>
                </a:lnTo>
                <a:lnTo>
                  <a:pt x="569" y="409"/>
                </a:lnTo>
                <a:lnTo>
                  <a:pt x="570" y="409"/>
                </a:lnTo>
                <a:lnTo>
                  <a:pt x="570" y="408"/>
                </a:lnTo>
                <a:lnTo>
                  <a:pt x="570" y="407"/>
                </a:lnTo>
                <a:lnTo>
                  <a:pt x="569" y="407"/>
                </a:lnTo>
                <a:lnTo>
                  <a:pt x="568" y="406"/>
                </a:lnTo>
                <a:lnTo>
                  <a:pt x="567" y="405"/>
                </a:lnTo>
                <a:lnTo>
                  <a:pt x="565" y="405"/>
                </a:lnTo>
                <a:lnTo>
                  <a:pt x="563" y="406"/>
                </a:lnTo>
                <a:lnTo>
                  <a:pt x="560" y="406"/>
                </a:lnTo>
                <a:lnTo>
                  <a:pt x="557" y="405"/>
                </a:lnTo>
                <a:lnTo>
                  <a:pt x="555" y="404"/>
                </a:lnTo>
                <a:lnTo>
                  <a:pt x="554" y="404"/>
                </a:lnTo>
                <a:lnTo>
                  <a:pt x="551" y="406"/>
                </a:lnTo>
                <a:lnTo>
                  <a:pt x="549" y="407"/>
                </a:lnTo>
                <a:lnTo>
                  <a:pt x="547" y="407"/>
                </a:lnTo>
                <a:lnTo>
                  <a:pt x="547" y="408"/>
                </a:lnTo>
                <a:lnTo>
                  <a:pt x="546" y="408"/>
                </a:lnTo>
                <a:lnTo>
                  <a:pt x="544" y="408"/>
                </a:lnTo>
                <a:lnTo>
                  <a:pt x="543" y="409"/>
                </a:lnTo>
                <a:lnTo>
                  <a:pt x="543" y="410"/>
                </a:lnTo>
                <a:lnTo>
                  <a:pt x="543" y="411"/>
                </a:lnTo>
                <a:lnTo>
                  <a:pt x="541" y="412"/>
                </a:lnTo>
                <a:lnTo>
                  <a:pt x="536" y="412"/>
                </a:lnTo>
                <a:lnTo>
                  <a:pt x="535" y="412"/>
                </a:lnTo>
                <a:lnTo>
                  <a:pt x="535" y="411"/>
                </a:lnTo>
                <a:lnTo>
                  <a:pt x="534" y="411"/>
                </a:lnTo>
                <a:lnTo>
                  <a:pt x="533" y="409"/>
                </a:lnTo>
                <a:lnTo>
                  <a:pt x="531" y="408"/>
                </a:lnTo>
                <a:lnTo>
                  <a:pt x="530" y="409"/>
                </a:lnTo>
                <a:lnTo>
                  <a:pt x="529" y="410"/>
                </a:lnTo>
                <a:lnTo>
                  <a:pt x="528" y="410"/>
                </a:lnTo>
                <a:lnTo>
                  <a:pt x="527" y="409"/>
                </a:lnTo>
                <a:lnTo>
                  <a:pt x="526" y="408"/>
                </a:lnTo>
                <a:lnTo>
                  <a:pt x="524" y="407"/>
                </a:lnTo>
                <a:lnTo>
                  <a:pt x="523" y="407"/>
                </a:lnTo>
                <a:lnTo>
                  <a:pt x="520" y="407"/>
                </a:lnTo>
                <a:lnTo>
                  <a:pt x="517" y="407"/>
                </a:lnTo>
                <a:lnTo>
                  <a:pt x="516" y="407"/>
                </a:lnTo>
                <a:lnTo>
                  <a:pt x="515" y="407"/>
                </a:lnTo>
                <a:lnTo>
                  <a:pt x="512" y="408"/>
                </a:lnTo>
                <a:lnTo>
                  <a:pt x="511" y="407"/>
                </a:lnTo>
                <a:lnTo>
                  <a:pt x="508" y="407"/>
                </a:lnTo>
                <a:lnTo>
                  <a:pt x="507" y="407"/>
                </a:lnTo>
                <a:lnTo>
                  <a:pt x="507" y="406"/>
                </a:lnTo>
                <a:lnTo>
                  <a:pt x="505" y="407"/>
                </a:lnTo>
                <a:lnTo>
                  <a:pt x="504" y="407"/>
                </a:lnTo>
                <a:lnTo>
                  <a:pt x="503" y="407"/>
                </a:lnTo>
                <a:lnTo>
                  <a:pt x="503" y="408"/>
                </a:lnTo>
                <a:lnTo>
                  <a:pt x="502" y="408"/>
                </a:lnTo>
                <a:lnTo>
                  <a:pt x="501" y="408"/>
                </a:lnTo>
                <a:lnTo>
                  <a:pt x="499" y="408"/>
                </a:lnTo>
                <a:lnTo>
                  <a:pt x="497" y="408"/>
                </a:lnTo>
                <a:lnTo>
                  <a:pt x="497" y="409"/>
                </a:lnTo>
                <a:lnTo>
                  <a:pt x="496" y="409"/>
                </a:lnTo>
                <a:lnTo>
                  <a:pt x="495" y="410"/>
                </a:lnTo>
                <a:lnTo>
                  <a:pt x="491" y="410"/>
                </a:lnTo>
                <a:lnTo>
                  <a:pt x="488" y="409"/>
                </a:lnTo>
                <a:lnTo>
                  <a:pt x="487" y="409"/>
                </a:lnTo>
                <a:lnTo>
                  <a:pt x="485" y="408"/>
                </a:lnTo>
                <a:lnTo>
                  <a:pt x="485" y="407"/>
                </a:lnTo>
                <a:lnTo>
                  <a:pt x="484" y="406"/>
                </a:lnTo>
                <a:lnTo>
                  <a:pt x="482" y="405"/>
                </a:lnTo>
                <a:lnTo>
                  <a:pt x="481" y="405"/>
                </a:lnTo>
                <a:lnTo>
                  <a:pt x="481" y="404"/>
                </a:lnTo>
                <a:lnTo>
                  <a:pt x="480" y="402"/>
                </a:lnTo>
                <a:lnTo>
                  <a:pt x="478" y="401"/>
                </a:lnTo>
                <a:lnTo>
                  <a:pt x="478" y="400"/>
                </a:lnTo>
                <a:lnTo>
                  <a:pt x="477" y="400"/>
                </a:lnTo>
                <a:lnTo>
                  <a:pt x="478" y="400"/>
                </a:lnTo>
                <a:lnTo>
                  <a:pt x="478" y="398"/>
                </a:lnTo>
                <a:lnTo>
                  <a:pt x="477" y="398"/>
                </a:lnTo>
                <a:lnTo>
                  <a:pt x="477" y="397"/>
                </a:lnTo>
                <a:lnTo>
                  <a:pt x="477" y="396"/>
                </a:lnTo>
                <a:lnTo>
                  <a:pt x="475" y="395"/>
                </a:lnTo>
                <a:lnTo>
                  <a:pt x="474" y="395"/>
                </a:lnTo>
                <a:lnTo>
                  <a:pt x="473" y="395"/>
                </a:lnTo>
                <a:lnTo>
                  <a:pt x="473" y="396"/>
                </a:lnTo>
                <a:lnTo>
                  <a:pt x="473" y="395"/>
                </a:lnTo>
                <a:lnTo>
                  <a:pt x="472" y="395"/>
                </a:lnTo>
                <a:lnTo>
                  <a:pt x="472" y="394"/>
                </a:lnTo>
                <a:lnTo>
                  <a:pt x="472" y="395"/>
                </a:lnTo>
                <a:lnTo>
                  <a:pt x="472" y="394"/>
                </a:lnTo>
                <a:lnTo>
                  <a:pt x="472" y="393"/>
                </a:lnTo>
                <a:lnTo>
                  <a:pt x="472" y="392"/>
                </a:lnTo>
                <a:lnTo>
                  <a:pt x="472" y="391"/>
                </a:lnTo>
                <a:lnTo>
                  <a:pt x="471" y="391"/>
                </a:lnTo>
                <a:lnTo>
                  <a:pt x="470" y="390"/>
                </a:lnTo>
                <a:lnTo>
                  <a:pt x="470" y="389"/>
                </a:lnTo>
                <a:lnTo>
                  <a:pt x="470" y="388"/>
                </a:lnTo>
                <a:lnTo>
                  <a:pt x="469" y="388"/>
                </a:lnTo>
                <a:lnTo>
                  <a:pt x="468" y="387"/>
                </a:lnTo>
                <a:lnTo>
                  <a:pt x="466" y="386"/>
                </a:lnTo>
                <a:lnTo>
                  <a:pt x="466" y="385"/>
                </a:lnTo>
                <a:lnTo>
                  <a:pt x="465" y="385"/>
                </a:lnTo>
                <a:lnTo>
                  <a:pt x="465" y="384"/>
                </a:lnTo>
                <a:lnTo>
                  <a:pt x="464" y="384"/>
                </a:lnTo>
                <a:lnTo>
                  <a:pt x="462" y="383"/>
                </a:lnTo>
                <a:lnTo>
                  <a:pt x="461" y="383"/>
                </a:lnTo>
                <a:lnTo>
                  <a:pt x="460" y="383"/>
                </a:lnTo>
                <a:lnTo>
                  <a:pt x="459" y="382"/>
                </a:lnTo>
                <a:lnTo>
                  <a:pt x="458" y="382"/>
                </a:lnTo>
                <a:lnTo>
                  <a:pt x="458" y="383"/>
                </a:lnTo>
                <a:lnTo>
                  <a:pt x="457" y="384"/>
                </a:lnTo>
                <a:lnTo>
                  <a:pt x="457" y="383"/>
                </a:lnTo>
                <a:lnTo>
                  <a:pt x="456" y="382"/>
                </a:lnTo>
                <a:lnTo>
                  <a:pt x="456" y="381"/>
                </a:lnTo>
                <a:lnTo>
                  <a:pt x="455" y="380"/>
                </a:lnTo>
                <a:lnTo>
                  <a:pt x="453" y="377"/>
                </a:lnTo>
                <a:lnTo>
                  <a:pt x="452" y="377"/>
                </a:lnTo>
                <a:lnTo>
                  <a:pt x="451" y="376"/>
                </a:lnTo>
                <a:lnTo>
                  <a:pt x="450" y="377"/>
                </a:lnTo>
                <a:lnTo>
                  <a:pt x="449" y="376"/>
                </a:lnTo>
                <a:lnTo>
                  <a:pt x="449" y="375"/>
                </a:lnTo>
                <a:lnTo>
                  <a:pt x="448" y="375"/>
                </a:lnTo>
                <a:lnTo>
                  <a:pt x="446" y="374"/>
                </a:lnTo>
                <a:lnTo>
                  <a:pt x="445" y="374"/>
                </a:lnTo>
                <a:lnTo>
                  <a:pt x="445" y="373"/>
                </a:lnTo>
                <a:lnTo>
                  <a:pt x="444" y="373"/>
                </a:lnTo>
                <a:lnTo>
                  <a:pt x="443" y="372"/>
                </a:lnTo>
                <a:lnTo>
                  <a:pt x="442" y="371"/>
                </a:lnTo>
                <a:lnTo>
                  <a:pt x="442" y="369"/>
                </a:lnTo>
                <a:lnTo>
                  <a:pt x="442" y="368"/>
                </a:lnTo>
                <a:lnTo>
                  <a:pt x="441" y="367"/>
                </a:lnTo>
                <a:lnTo>
                  <a:pt x="440" y="367"/>
                </a:lnTo>
                <a:lnTo>
                  <a:pt x="439" y="366"/>
                </a:lnTo>
                <a:lnTo>
                  <a:pt x="439" y="365"/>
                </a:lnTo>
                <a:lnTo>
                  <a:pt x="438" y="365"/>
                </a:lnTo>
                <a:lnTo>
                  <a:pt x="437" y="363"/>
                </a:lnTo>
                <a:lnTo>
                  <a:pt x="436" y="361"/>
                </a:lnTo>
                <a:lnTo>
                  <a:pt x="435" y="360"/>
                </a:lnTo>
                <a:lnTo>
                  <a:pt x="435" y="359"/>
                </a:lnTo>
                <a:lnTo>
                  <a:pt x="435" y="358"/>
                </a:lnTo>
                <a:lnTo>
                  <a:pt x="435" y="356"/>
                </a:lnTo>
                <a:lnTo>
                  <a:pt x="435" y="355"/>
                </a:lnTo>
                <a:lnTo>
                  <a:pt x="435" y="353"/>
                </a:lnTo>
                <a:lnTo>
                  <a:pt x="436" y="352"/>
                </a:lnTo>
                <a:lnTo>
                  <a:pt x="437" y="349"/>
                </a:lnTo>
                <a:lnTo>
                  <a:pt x="436" y="348"/>
                </a:lnTo>
                <a:lnTo>
                  <a:pt x="436" y="347"/>
                </a:lnTo>
                <a:lnTo>
                  <a:pt x="436" y="346"/>
                </a:lnTo>
                <a:lnTo>
                  <a:pt x="435" y="345"/>
                </a:lnTo>
                <a:lnTo>
                  <a:pt x="435" y="344"/>
                </a:lnTo>
                <a:lnTo>
                  <a:pt x="434" y="344"/>
                </a:lnTo>
                <a:lnTo>
                  <a:pt x="434" y="345"/>
                </a:lnTo>
                <a:lnTo>
                  <a:pt x="433" y="345"/>
                </a:lnTo>
                <a:lnTo>
                  <a:pt x="431" y="344"/>
                </a:lnTo>
                <a:lnTo>
                  <a:pt x="430" y="344"/>
                </a:lnTo>
                <a:lnTo>
                  <a:pt x="430" y="343"/>
                </a:lnTo>
                <a:lnTo>
                  <a:pt x="429" y="342"/>
                </a:lnTo>
                <a:lnTo>
                  <a:pt x="428" y="342"/>
                </a:lnTo>
                <a:lnTo>
                  <a:pt x="426" y="342"/>
                </a:lnTo>
                <a:lnTo>
                  <a:pt x="424" y="344"/>
                </a:lnTo>
                <a:lnTo>
                  <a:pt x="423" y="346"/>
                </a:lnTo>
                <a:lnTo>
                  <a:pt x="424" y="347"/>
                </a:lnTo>
                <a:lnTo>
                  <a:pt x="424" y="348"/>
                </a:lnTo>
                <a:lnTo>
                  <a:pt x="425" y="348"/>
                </a:lnTo>
                <a:lnTo>
                  <a:pt x="425" y="349"/>
                </a:lnTo>
                <a:lnTo>
                  <a:pt x="425" y="350"/>
                </a:lnTo>
                <a:lnTo>
                  <a:pt x="425" y="351"/>
                </a:lnTo>
                <a:lnTo>
                  <a:pt x="425" y="353"/>
                </a:lnTo>
                <a:lnTo>
                  <a:pt x="425" y="355"/>
                </a:lnTo>
                <a:lnTo>
                  <a:pt x="425" y="357"/>
                </a:lnTo>
                <a:lnTo>
                  <a:pt x="425" y="358"/>
                </a:lnTo>
                <a:lnTo>
                  <a:pt x="423" y="360"/>
                </a:lnTo>
                <a:lnTo>
                  <a:pt x="421" y="360"/>
                </a:lnTo>
                <a:lnTo>
                  <a:pt x="420" y="359"/>
                </a:lnTo>
                <a:lnTo>
                  <a:pt x="420" y="358"/>
                </a:lnTo>
                <a:lnTo>
                  <a:pt x="418" y="357"/>
                </a:lnTo>
                <a:lnTo>
                  <a:pt x="417" y="357"/>
                </a:lnTo>
                <a:lnTo>
                  <a:pt x="416" y="357"/>
                </a:lnTo>
                <a:lnTo>
                  <a:pt x="416" y="358"/>
                </a:lnTo>
                <a:lnTo>
                  <a:pt x="415" y="358"/>
                </a:lnTo>
                <a:lnTo>
                  <a:pt x="413" y="359"/>
                </a:lnTo>
                <a:lnTo>
                  <a:pt x="412" y="360"/>
                </a:lnTo>
                <a:lnTo>
                  <a:pt x="410" y="361"/>
                </a:lnTo>
                <a:lnTo>
                  <a:pt x="410" y="362"/>
                </a:lnTo>
                <a:lnTo>
                  <a:pt x="409" y="362"/>
                </a:lnTo>
                <a:lnTo>
                  <a:pt x="408" y="361"/>
                </a:lnTo>
                <a:lnTo>
                  <a:pt x="406" y="361"/>
                </a:lnTo>
                <a:lnTo>
                  <a:pt x="405" y="361"/>
                </a:lnTo>
                <a:lnTo>
                  <a:pt x="403" y="361"/>
                </a:lnTo>
                <a:lnTo>
                  <a:pt x="402" y="361"/>
                </a:lnTo>
                <a:lnTo>
                  <a:pt x="401" y="362"/>
                </a:lnTo>
                <a:lnTo>
                  <a:pt x="401" y="363"/>
                </a:lnTo>
                <a:lnTo>
                  <a:pt x="401" y="364"/>
                </a:lnTo>
                <a:lnTo>
                  <a:pt x="401" y="366"/>
                </a:lnTo>
                <a:lnTo>
                  <a:pt x="401" y="368"/>
                </a:lnTo>
                <a:lnTo>
                  <a:pt x="403" y="371"/>
                </a:lnTo>
                <a:lnTo>
                  <a:pt x="404" y="373"/>
                </a:lnTo>
                <a:lnTo>
                  <a:pt x="405" y="374"/>
                </a:lnTo>
                <a:lnTo>
                  <a:pt x="406" y="377"/>
                </a:lnTo>
                <a:lnTo>
                  <a:pt x="406" y="378"/>
                </a:lnTo>
                <a:lnTo>
                  <a:pt x="406" y="379"/>
                </a:lnTo>
                <a:lnTo>
                  <a:pt x="405" y="379"/>
                </a:lnTo>
                <a:lnTo>
                  <a:pt x="404" y="379"/>
                </a:lnTo>
                <a:lnTo>
                  <a:pt x="404" y="378"/>
                </a:lnTo>
                <a:lnTo>
                  <a:pt x="402" y="378"/>
                </a:lnTo>
                <a:lnTo>
                  <a:pt x="400" y="379"/>
                </a:lnTo>
                <a:lnTo>
                  <a:pt x="400" y="378"/>
                </a:lnTo>
                <a:lnTo>
                  <a:pt x="399" y="378"/>
                </a:lnTo>
                <a:lnTo>
                  <a:pt x="397" y="378"/>
                </a:lnTo>
                <a:lnTo>
                  <a:pt x="397" y="379"/>
                </a:lnTo>
                <a:lnTo>
                  <a:pt x="394" y="378"/>
                </a:lnTo>
                <a:lnTo>
                  <a:pt x="393" y="376"/>
                </a:lnTo>
                <a:lnTo>
                  <a:pt x="392" y="374"/>
                </a:lnTo>
                <a:lnTo>
                  <a:pt x="390" y="372"/>
                </a:lnTo>
                <a:lnTo>
                  <a:pt x="390" y="371"/>
                </a:lnTo>
                <a:lnTo>
                  <a:pt x="389" y="371"/>
                </a:lnTo>
                <a:lnTo>
                  <a:pt x="388" y="371"/>
                </a:lnTo>
                <a:lnTo>
                  <a:pt x="387" y="372"/>
                </a:lnTo>
                <a:lnTo>
                  <a:pt x="386" y="372"/>
                </a:lnTo>
                <a:lnTo>
                  <a:pt x="386" y="373"/>
                </a:lnTo>
                <a:lnTo>
                  <a:pt x="385" y="373"/>
                </a:lnTo>
                <a:lnTo>
                  <a:pt x="385" y="374"/>
                </a:lnTo>
                <a:lnTo>
                  <a:pt x="384" y="376"/>
                </a:lnTo>
                <a:lnTo>
                  <a:pt x="384" y="379"/>
                </a:lnTo>
                <a:lnTo>
                  <a:pt x="386" y="381"/>
                </a:lnTo>
                <a:lnTo>
                  <a:pt x="387" y="382"/>
                </a:lnTo>
                <a:lnTo>
                  <a:pt x="388" y="382"/>
                </a:lnTo>
                <a:lnTo>
                  <a:pt x="388" y="383"/>
                </a:lnTo>
                <a:lnTo>
                  <a:pt x="389" y="383"/>
                </a:lnTo>
                <a:lnTo>
                  <a:pt x="389" y="384"/>
                </a:lnTo>
                <a:lnTo>
                  <a:pt x="390" y="384"/>
                </a:lnTo>
                <a:lnTo>
                  <a:pt x="390" y="385"/>
                </a:lnTo>
                <a:lnTo>
                  <a:pt x="392" y="387"/>
                </a:lnTo>
                <a:lnTo>
                  <a:pt x="393" y="387"/>
                </a:lnTo>
                <a:lnTo>
                  <a:pt x="394" y="388"/>
                </a:lnTo>
                <a:lnTo>
                  <a:pt x="396" y="389"/>
                </a:lnTo>
                <a:lnTo>
                  <a:pt x="397" y="391"/>
                </a:lnTo>
                <a:lnTo>
                  <a:pt x="397" y="392"/>
                </a:lnTo>
                <a:lnTo>
                  <a:pt x="397" y="393"/>
                </a:lnTo>
                <a:lnTo>
                  <a:pt x="400" y="395"/>
                </a:lnTo>
                <a:lnTo>
                  <a:pt x="401" y="395"/>
                </a:lnTo>
                <a:lnTo>
                  <a:pt x="402" y="395"/>
                </a:lnTo>
                <a:lnTo>
                  <a:pt x="403" y="396"/>
                </a:lnTo>
                <a:lnTo>
                  <a:pt x="403" y="397"/>
                </a:lnTo>
                <a:lnTo>
                  <a:pt x="403" y="398"/>
                </a:lnTo>
                <a:lnTo>
                  <a:pt x="404" y="398"/>
                </a:lnTo>
                <a:lnTo>
                  <a:pt x="405" y="399"/>
                </a:lnTo>
                <a:lnTo>
                  <a:pt x="406" y="399"/>
                </a:lnTo>
                <a:lnTo>
                  <a:pt x="406" y="400"/>
                </a:lnTo>
                <a:lnTo>
                  <a:pt x="406" y="401"/>
                </a:lnTo>
                <a:lnTo>
                  <a:pt x="406" y="402"/>
                </a:lnTo>
                <a:lnTo>
                  <a:pt x="407" y="403"/>
                </a:lnTo>
                <a:lnTo>
                  <a:pt x="407" y="404"/>
                </a:lnTo>
                <a:lnTo>
                  <a:pt x="406" y="406"/>
                </a:lnTo>
                <a:lnTo>
                  <a:pt x="405" y="405"/>
                </a:lnTo>
                <a:lnTo>
                  <a:pt x="404" y="406"/>
                </a:lnTo>
                <a:lnTo>
                  <a:pt x="403" y="406"/>
                </a:lnTo>
                <a:lnTo>
                  <a:pt x="401" y="406"/>
                </a:lnTo>
                <a:lnTo>
                  <a:pt x="400" y="406"/>
                </a:lnTo>
                <a:lnTo>
                  <a:pt x="400" y="405"/>
                </a:lnTo>
                <a:lnTo>
                  <a:pt x="400" y="404"/>
                </a:lnTo>
                <a:lnTo>
                  <a:pt x="399" y="404"/>
                </a:lnTo>
                <a:lnTo>
                  <a:pt x="398" y="404"/>
                </a:lnTo>
                <a:lnTo>
                  <a:pt x="396" y="405"/>
                </a:lnTo>
                <a:lnTo>
                  <a:pt x="395" y="405"/>
                </a:lnTo>
                <a:lnTo>
                  <a:pt x="395" y="406"/>
                </a:lnTo>
                <a:lnTo>
                  <a:pt x="394" y="406"/>
                </a:lnTo>
                <a:lnTo>
                  <a:pt x="391" y="406"/>
                </a:lnTo>
                <a:lnTo>
                  <a:pt x="390" y="406"/>
                </a:lnTo>
                <a:lnTo>
                  <a:pt x="389" y="406"/>
                </a:lnTo>
                <a:lnTo>
                  <a:pt x="388" y="406"/>
                </a:lnTo>
                <a:lnTo>
                  <a:pt x="386" y="406"/>
                </a:lnTo>
                <a:lnTo>
                  <a:pt x="385" y="407"/>
                </a:lnTo>
                <a:lnTo>
                  <a:pt x="384" y="407"/>
                </a:lnTo>
                <a:lnTo>
                  <a:pt x="384" y="409"/>
                </a:lnTo>
                <a:lnTo>
                  <a:pt x="384" y="410"/>
                </a:lnTo>
                <a:lnTo>
                  <a:pt x="384" y="411"/>
                </a:lnTo>
                <a:lnTo>
                  <a:pt x="382" y="410"/>
                </a:lnTo>
                <a:lnTo>
                  <a:pt x="381" y="409"/>
                </a:lnTo>
                <a:lnTo>
                  <a:pt x="380" y="409"/>
                </a:lnTo>
                <a:lnTo>
                  <a:pt x="379" y="409"/>
                </a:lnTo>
                <a:lnTo>
                  <a:pt x="378" y="408"/>
                </a:lnTo>
                <a:lnTo>
                  <a:pt x="378" y="407"/>
                </a:lnTo>
                <a:lnTo>
                  <a:pt x="377" y="407"/>
                </a:lnTo>
                <a:lnTo>
                  <a:pt x="376" y="405"/>
                </a:lnTo>
                <a:lnTo>
                  <a:pt x="375" y="404"/>
                </a:lnTo>
                <a:lnTo>
                  <a:pt x="374" y="404"/>
                </a:lnTo>
                <a:lnTo>
                  <a:pt x="372" y="406"/>
                </a:lnTo>
                <a:lnTo>
                  <a:pt x="372" y="409"/>
                </a:lnTo>
                <a:lnTo>
                  <a:pt x="372" y="410"/>
                </a:lnTo>
                <a:lnTo>
                  <a:pt x="371" y="412"/>
                </a:lnTo>
                <a:lnTo>
                  <a:pt x="371" y="413"/>
                </a:lnTo>
                <a:lnTo>
                  <a:pt x="371" y="414"/>
                </a:lnTo>
                <a:lnTo>
                  <a:pt x="369" y="416"/>
                </a:lnTo>
                <a:lnTo>
                  <a:pt x="367" y="418"/>
                </a:lnTo>
                <a:lnTo>
                  <a:pt x="367" y="419"/>
                </a:lnTo>
                <a:lnTo>
                  <a:pt x="365" y="422"/>
                </a:lnTo>
                <a:lnTo>
                  <a:pt x="365" y="424"/>
                </a:lnTo>
                <a:lnTo>
                  <a:pt x="365" y="426"/>
                </a:lnTo>
                <a:lnTo>
                  <a:pt x="365" y="428"/>
                </a:lnTo>
                <a:lnTo>
                  <a:pt x="364" y="432"/>
                </a:lnTo>
                <a:lnTo>
                  <a:pt x="362" y="432"/>
                </a:lnTo>
                <a:lnTo>
                  <a:pt x="361" y="432"/>
                </a:lnTo>
                <a:lnTo>
                  <a:pt x="360" y="432"/>
                </a:lnTo>
                <a:lnTo>
                  <a:pt x="359" y="432"/>
                </a:lnTo>
                <a:lnTo>
                  <a:pt x="359" y="433"/>
                </a:lnTo>
                <a:lnTo>
                  <a:pt x="358" y="434"/>
                </a:lnTo>
                <a:lnTo>
                  <a:pt x="358" y="435"/>
                </a:lnTo>
                <a:lnTo>
                  <a:pt x="357" y="436"/>
                </a:lnTo>
                <a:lnTo>
                  <a:pt x="357" y="437"/>
                </a:lnTo>
                <a:lnTo>
                  <a:pt x="357" y="438"/>
                </a:lnTo>
                <a:lnTo>
                  <a:pt x="358" y="438"/>
                </a:lnTo>
                <a:lnTo>
                  <a:pt x="358" y="439"/>
                </a:lnTo>
                <a:lnTo>
                  <a:pt x="359" y="439"/>
                </a:lnTo>
                <a:lnTo>
                  <a:pt x="359" y="440"/>
                </a:lnTo>
                <a:lnTo>
                  <a:pt x="358" y="440"/>
                </a:lnTo>
                <a:lnTo>
                  <a:pt x="357" y="440"/>
                </a:lnTo>
                <a:lnTo>
                  <a:pt x="356" y="440"/>
                </a:lnTo>
                <a:lnTo>
                  <a:pt x="355" y="440"/>
                </a:lnTo>
                <a:lnTo>
                  <a:pt x="354" y="440"/>
                </a:lnTo>
                <a:lnTo>
                  <a:pt x="354" y="441"/>
                </a:lnTo>
                <a:lnTo>
                  <a:pt x="352" y="442"/>
                </a:lnTo>
                <a:lnTo>
                  <a:pt x="352" y="443"/>
                </a:lnTo>
                <a:lnTo>
                  <a:pt x="350" y="444"/>
                </a:lnTo>
                <a:lnTo>
                  <a:pt x="348" y="446"/>
                </a:lnTo>
                <a:lnTo>
                  <a:pt x="346" y="447"/>
                </a:lnTo>
                <a:lnTo>
                  <a:pt x="346" y="448"/>
                </a:lnTo>
                <a:lnTo>
                  <a:pt x="345" y="448"/>
                </a:lnTo>
                <a:lnTo>
                  <a:pt x="345" y="447"/>
                </a:lnTo>
                <a:lnTo>
                  <a:pt x="345" y="446"/>
                </a:lnTo>
                <a:lnTo>
                  <a:pt x="344" y="446"/>
                </a:lnTo>
                <a:lnTo>
                  <a:pt x="344" y="447"/>
                </a:lnTo>
                <a:lnTo>
                  <a:pt x="343" y="448"/>
                </a:lnTo>
                <a:lnTo>
                  <a:pt x="343" y="449"/>
                </a:lnTo>
                <a:lnTo>
                  <a:pt x="343" y="450"/>
                </a:lnTo>
                <a:lnTo>
                  <a:pt x="340" y="452"/>
                </a:lnTo>
                <a:lnTo>
                  <a:pt x="339" y="452"/>
                </a:lnTo>
                <a:lnTo>
                  <a:pt x="338" y="452"/>
                </a:lnTo>
                <a:lnTo>
                  <a:pt x="337" y="450"/>
                </a:lnTo>
                <a:lnTo>
                  <a:pt x="337" y="449"/>
                </a:lnTo>
                <a:lnTo>
                  <a:pt x="337" y="448"/>
                </a:lnTo>
                <a:lnTo>
                  <a:pt x="336" y="448"/>
                </a:lnTo>
                <a:lnTo>
                  <a:pt x="336" y="447"/>
                </a:lnTo>
                <a:lnTo>
                  <a:pt x="335" y="447"/>
                </a:lnTo>
                <a:lnTo>
                  <a:pt x="330" y="446"/>
                </a:lnTo>
                <a:lnTo>
                  <a:pt x="328" y="446"/>
                </a:lnTo>
                <a:lnTo>
                  <a:pt x="327" y="446"/>
                </a:lnTo>
                <a:lnTo>
                  <a:pt x="326" y="446"/>
                </a:lnTo>
                <a:lnTo>
                  <a:pt x="324" y="448"/>
                </a:lnTo>
                <a:lnTo>
                  <a:pt x="324" y="449"/>
                </a:lnTo>
                <a:lnTo>
                  <a:pt x="324" y="450"/>
                </a:lnTo>
                <a:lnTo>
                  <a:pt x="323" y="450"/>
                </a:lnTo>
                <a:lnTo>
                  <a:pt x="320" y="452"/>
                </a:lnTo>
                <a:lnTo>
                  <a:pt x="319" y="452"/>
                </a:lnTo>
                <a:lnTo>
                  <a:pt x="318" y="452"/>
                </a:lnTo>
                <a:lnTo>
                  <a:pt x="317" y="452"/>
                </a:lnTo>
                <a:lnTo>
                  <a:pt x="316" y="452"/>
                </a:lnTo>
                <a:lnTo>
                  <a:pt x="315" y="453"/>
                </a:lnTo>
                <a:lnTo>
                  <a:pt x="315" y="454"/>
                </a:lnTo>
                <a:lnTo>
                  <a:pt x="314" y="457"/>
                </a:lnTo>
                <a:lnTo>
                  <a:pt x="314" y="458"/>
                </a:lnTo>
                <a:lnTo>
                  <a:pt x="314" y="459"/>
                </a:lnTo>
                <a:lnTo>
                  <a:pt x="314" y="460"/>
                </a:lnTo>
                <a:lnTo>
                  <a:pt x="313" y="460"/>
                </a:lnTo>
                <a:lnTo>
                  <a:pt x="311" y="460"/>
                </a:lnTo>
                <a:lnTo>
                  <a:pt x="311" y="459"/>
                </a:lnTo>
                <a:lnTo>
                  <a:pt x="310" y="459"/>
                </a:lnTo>
                <a:lnTo>
                  <a:pt x="309" y="460"/>
                </a:lnTo>
                <a:lnTo>
                  <a:pt x="308" y="461"/>
                </a:lnTo>
                <a:lnTo>
                  <a:pt x="307" y="462"/>
                </a:lnTo>
                <a:lnTo>
                  <a:pt x="305" y="464"/>
                </a:lnTo>
                <a:lnTo>
                  <a:pt x="304" y="465"/>
                </a:lnTo>
                <a:lnTo>
                  <a:pt x="305" y="466"/>
                </a:lnTo>
                <a:lnTo>
                  <a:pt x="304" y="467"/>
                </a:lnTo>
                <a:lnTo>
                  <a:pt x="304" y="468"/>
                </a:lnTo>
                <a:lnTo>
                  <a:pt x="303" y="469"/>
                </a:lnTo>
                <a:lnTo>
                  <a:pt x="303" y="470"/>
                </a:lnTo>
                <a:lnTo>
                  <a:pt x="303" y="471"/>
                </a:lnTo>
                <a:lnTo>
                  <a:pt x="303" y="472"/>
                </a:lnTo>
                <a:lnTo>
                  <a:pt x="303" y="473"/>
                </a:lnTo>
                <a:lnTo>
                  <a:pt x="304" y="473"/>
                </a:lnTo>
                <a:lnTo>
                  <a:pt x="307" y="472"/>
                </a:lnTo>
                <a:lnTo>
                  <a:pt x="308" y="472"/>
                </a:lnTo>
                <a:lnTo>
                  <a:pt x="309" y="473"/>
                </a:lnTo>
                <a:lnTo>
                  <a:pt x="310" y="473"/>
                </a:lnTo>
                <a:lnTo>
                  <a:pt x="310" y="474"/>
                </a:lnTo>
                <a:lnTo>
                  <a:pt x="309" y="478"/>
                </a:lnTo>
                <a:lnTo>
                  <a:pt x="309" y="479"/>
                </a:lnTo>
                <a:lnTo>
                  <a:pt x="309" y="480"/>
                </a:lnTo>
                <a:lnTo>
                  <a:pt x="310" y="481"/>
                </a:lnTo>
                <a:lnTo>
                  <a:pt x="309" y="483"/>
                </a:lnTo>
                <a:lnTo>
                  <a:pt x="309" y="484"/>
                </a:lnTo>
                <a:lnTo>
                  <a:pt x="310" y="484"/>
                </a:lnTo>
                <a:lnTo>
                  <a:pt x="311" y="484"/>
                </a:lnTo>
                <a:lnTo>
                  <a:pt x="314" y="487"/>
                </a:lnTo>
                <a:lnTo>
                  <a:pt x="320" y="495"/>
                </a:lnTo>
                <a:lnTo>
                  <a:pt x="321" y="496"/>
                </a:lnTo>
                <a:lnTo>
                  <a:pt x="322" y="497"/>
                </a:lnTo>
                <a:lnTo>
                  <a:pt x="323" y="498"/>
                </a:lnTo>
                <a:lnTo>
                  <a:pt x="323" y="497"/>
                </a:lnTo>
                <a:lnTo>
                  <a:pt x="324" y="497"/>
                </a:lnTo>
                <a:lnTo>
                  <a:pt x="325" y="497"/>
                </a:lnTo>
                <a:lnTo>
                  <a:pt x="325" y="498"/>
                </a:lnTo>
                <a:lnTo>
                  <a:pt x="325" y="499"/>
                </a:lnTo>
                <a:lnTo>
                  <a:pt x="325" y="500"/>
                </a:lnTo>
                <a:lnTo>
                  <a:pt x="324" y="500"/>
                </a:lnTo>
                <a:lnTo>
                  <a:pt x="325" y="500"/>
                </a:lnTo>
                <a:lnTo>
                  <a:pt x="326" y="501"/>
                </a:lnTo>
                <a:lnTo>
                  <a:pt x="328" y="500"/>
                </a:lnTo>
                <a:lnTo>
                  <a:pt x="329" y="500"/>
                </a:lnTo>
                <a:lnTo>
                  <a:pt x="331" y="500"/>
                </a:lnTo>
                <a:lnTo>
                  <a:pt x="333" y="500"/>
                </a:lnTo>
                <a:lnTo>
                  <a:pt x="334" y="501"/>
                </a:lnTo>
                <a:lnTo>
                  <a:pt x="335" y="502"/>
                </a:lnTo>
                <a:lnTo>
                  <a:pt x="335" y="504"/>
                </a:lnTo>
                <a:lnTo>
                  <a:pt x="335" y="506"/>
                </a:lnTo>
                <a:lnTo>
                  <a:pt x="336" y="508"/>
                </a:lnTo>
                <a:lnTo>
                  <a:pt x="338" y="509"/>
                </a:lnTo>
                <a:lnTo>
                  <a:pt x="338" y="511"/>
                </a:lnTo>
                <a:lnTo>
                  <a:pt x="339" y="511"/>
                </a:lnTo>
                <a:lnTo>
                  <a:pt x="340" y="513"/>
                </a:lnTo>
                <a:lnTo>
                  <a:pt x="341" y="515"/>
                </a:lnTo>
                <a:lnTo>
                  <a:pt x="343" y="518"/>
                </a:lnTo>
                <a:lnTo>
                  <a:pt x="344" y="519"/>
                </a:lnTo>
                <a:lnTo>
                  <a:pt x="343" y="519"/>
                </a:lnTo>
                <a:lnTo>
                  <a:pt x="343" y="520"/>
                </a:lnTo>
                <a:lnTo>
                  <a:pt x="340" y="521"/>
                </a:lnTo>
                <a:lnTo>
                  <a:pt x="339" y="521"/>
                </a:lnTo>
                <a:lnTo>
                  <a:pt x="338" y="521"/>
                </a:lnTo>
                <a:lnTo>
                  <a:pt x="336" y="523"/>
                </a:lnTo>
                <a:lnTo>
                  <a:pt x="336" y="524"/>
                </a:lnTo>
                <a:lnTo>
                  <a:pt x="336" y="525"/>
                </a:lnTo>
                <a:lnTo>
                  <a:pt x="336" y="526"/>
                </a:lnTo>
                <a:lnTo>
                  <a:pt x="334" y="526"/>
                </a:lnTo>
                <a:lnTo>
                  <a:pt x="333" y="527"/>
                </a:lnTo>
                <a:lnTo>
                  <a:pt x="332" y="530"/>
                </a:lnTo>
                <a:lnTo>
                  <a:pt x="332" y="531"/>
                </a:lnTo>
                <a:lnTo>
                  <a:pt x="332" y="532"/>
                </a:lnTo>
                <a:lnTo>
                  <a:pt x="331" y="536"/>
                </a:lnTo>
                <a:lnTo>
                  <a:pt x="330" y="536"/>
                </a:lnTo>
                <a:lnTo>
                  <a:pt x="329" y="536"/>
                </a:lnTo>
                <a:lnTo>
                  <a:pt x="328" y="536"/>
                </a:lnTo>
                <a:lnTo>
                  <a:pt x="327" y="537"/>
                </a:lnTo>
                <a:lnTo>
                  <a:pt x="328" y="537"/>
                </a:lnTo>
                <a:lnTo>
                  <a:pt x="328" y="538"/>
                </a:lnTo>
                <a:lnTo>
                  <a:pt x="328" y="539"/>
                </a:lnTo>
                <a:lnTo>
                  <a:pt x="327" y="539"/>
                </a:lnTo>
                <a:lnTo>
                  <a:pt x="327" y="540"/>
                </a:lnTo>
                <a:lnTo>
                  <a:pt x="327" y="541"/>
                </a:lnTo>
                <a:lnTo>
                  <a:pt x="328" y="542"/>
                </a:lnTo>
                <a:lnTo>
                  <a:pt x="328" y="543"/>
                </a:lnTo>
                <a:lnTo>
                  <a:pt x="329" y="543"/>
                </a:lnTo>
                <a:lnTo>
                  <a:pt x="329" y="544"/>
                </a:lnTo>
                <a:lnTo>
                  <a:pt x="328" y="544"/>
                </a:lnTo>
                <a:lnTo>
                  <a:pt x="328" y="545"/>
                </a:lnTo>
                <a:lnTo>
                  <a:pt x="326" y="545"/>
                </a:lnTo>
                <a:lnTo>
                  <a:pt x="325" y="545"/>
                </a:lnTo>
                <a:lnTo>
                  <a:pt x="325" y="544"/>
                </a:lnTo>
                <a:lnTo>
                  <a:pt x="324" y="544"/>
                </a:lnTo>
                <a:lnTo>
                  <a:pt x="323" y="544"/>
                </a:lnTo>
                <a:lnTo>
                  <a:pt x="322" y="544"/>
                </a:lnTo>
                <a:lnTo>
                  <a:pt x="321" y="544"/>
                </a:lnTo>
                <a:lnTo>
                  <a:pt x="321" y="543"/>
                </a:lnTo>
                <a:lnTo>
                  <a:pt x="320" y="543"/>
                </a:lnTo>
                <a:lnTo>
                  <a:pt x="320" y="542"/>
                </a:lnTo>
                <a:lnTo>
                  <a:pt x="318" y="541"/>
                </a:lnTo>
                <a:lnTo>
                  <a:pt x="318" y="540"/>
                </a:lnTo>
                <a:lnTo>
                  <a:pt x="318" y="539"/>
                </a:lnTo>
                <a:lnTo>
                  <a:pt x="317" y="539"/>
                </a:lnTo>
                <a:lnTo>
                  <a:pt x="316" y="539"/>
                </a:lnTo>
                <a:lnTo>
                  <a:pt x="316" y="540"/>
                </a:lnTo>
                <a:lnTo>
                  <a:pt x="315" y="541"/>
                </a:lnTo>
                <a:lnTo>
                  <a:pt x="314" y="543"/>
                </a:lnTo>
                <a:lnTo>
                  <a:pt x="313" y="543"/>
                </a:lnTo>
                <a:lnTo>
                  <a:pt x="313" y="545"/>
                </a:lnTo>
                <a:lnTo>
                  <a:pt x="313" y="546"/>
                </a:lnTo>
                <a:lnTo>
                  <a:pt x="314" y="546"/>
                </a:lnTo>
                <a:lnTo>
                  <a:pt x="313" y="547"/>
                </a:lnTo>
                <a:lnTo>
                  <a:pt x="313" y="548"/>
                </a:lnTo>
                <a:lnTo>
                  <a:pt x="312" y="549"/>
                </a:lnTo>
                <a:lnTo>
                  <a:pt x="311" y="550"/>
                </a:lnTo>
                <a:lnTo>
                  <a:pt x="309" y="550"/>
                </a:lnTo>
                <a:lnTo>
                  <a:pt x="308" y="550"/>
                </a:lnTo>
                <a:lnTo>
                  <a:pt x="307" y="549"/>
                </a:lnTo>
                <a:lnTo>
                  <a:pt x="305" y="550"/>
                </a:lnTo>
                <a:lnTo>
                  <a:pt x="306" y="550"/>
                </a:lnTo>
                <a:lnTo>
                  <a:pt x="306" y="551"/>
                </a:lnTo>
                <a:lnTo>
                  <a:pt x="305" y="551"/>
                </a:lnTo>
                <a:lnTo>
                  <a:pt x="304" y="550"/>
                </a:lnTo>
                <a:lnTo>
                  <a:pt x="303" y="550"/>
                </a:lnTo>
                <a:lnTo>
                  <a:pt x="303" y="551"/>
                </a:lnTo>
                <a:lnTo>
                  <a:pt x="302" y="551"/>
                </a:lnTo>
                <a:lnTo>
                  <a:pt x="299" y="551"/>
                </a:lnTo>
                <a:lnTo>
                  <a:pt x="297" y="552"/>
                </a:lnTo>
                <a:lnTo>
                  <a:pt x="297" y="553"/>
                </a:lnTo>
                <a:lnTo>
                  <a:pt x="297" y="554"/>
                </a:lnTo>
                <a:lnTo>
                  <a:pt x="296" y="555"/>
                </a:lnTo>
                <a:lnTo>
                  <a:pt x="292" y="554"/>
                </a:lnTo>
                <a:lnTo>
                  <a:pt x="291" y="554"/>
                </a:lnTo>
                <a:lnTo>
                  <a:pt x="290" y="554"/>
                </a:lnTo>
                <a:lnTo>
                  <a:pt x="290" y="555"/>
                </a:lnTo>
                <a:lnTo>
                  <a:pt x="290" y="557"/>
                </a:lnTo>
                <a:lnTo>
                  <a:pt x="289" y="558"/>
                </a:lnTo>
                <a:lnTo>
                  <a:pt x="290" y="558"/>
                </a:lnTo>
                <a:lnTo>
                  <a:pt x="290" y="559"/>
                </a:lnTo>
                <a:lnTo>
                  <a:pt x="289" y="559"/>
                </a:lnTo>
                <a:lnTo>
                  <a:pt x="289" y="560"/>
                </a:lnTo>
                <a:lnTo>
                  <a:pt x="288" y="560"/>
                </a:lnTo>
                <a:lnTo>
                  <a:pt x="288" y="559"/>
                </a:lnTo>
                <a:lnTo>
                  <a:pt x="287" y="559"/>
                </a:lnTo>
                <a:lnTo>
                  <a:pt x="285" y="559"/>
                </a:lnTo>
                <a:lnTo>
                  <a:pt x="284" y="560"/>
                </a:lnTo>
                <a:lnTo>
                  <a:pt x="284" y="561"/>
                </a:lnTo>
                <a:lnTo>
                  <a:pt x="284" y="562"/>
                </a:lnTo>
                <a:lnTo>
                  <a:pt x="284" y="563"/>
                </a:lnTo>
                <a:lnTo>
                  <a:pt x="284" y="564"/>
                </a:lnTo>
                <a:lnTo>
                  <a:pt x="283" y="564"/>
                </a:lnTo>
                <a:lnTo>
                  <a:pt x="282" y="564"/>
                </a:lnTo>
                <a:lnTo>
                  <a:pt x="281" y="564"/>
                </a:lnTo>
                <a:lnTo>
                  <a:pt x="280" y="565"/>
                </a:lnTo>
                <a:lnTo>
                  <a:pt x="279" y="567"/>
                </a:lnTo>
                <a:lnTo>
                  <a:pt x="278" y="567"/>
                </a:lnTo>
                <a:lnTo>
                  <a:pt x="278" y="568"/>
                </a:lnTo>
                <a:lnTo>
                  <a:pt x="277" y="569"/>
                </a:lnTo>
                <a:lnTo>
                  <a:pt x="277" y="570"/>
                </a:lnTo>
                <a:lnTo>
                  <a:pt x="276" y="570"/>
                </a:lnTo>
                <a:lnTo>
                  <a:pt x="276" y="571"/>
                </a:lnTo>
                <a:lnTo>
                  <a:pt x="275" y="572"/>
                </a:lnTo>
                <a:lnTo>
                  <a:pt x="275" y="573"/>
                </a:lnTo>
                <a:lnTo>
                  <a:pt x="274" y="573"/>
                </a:lnTo>
                <a:lnTo>
                  <a:pt x="274" y="574"/>
                </a:lnTo>
                <a:lnTo>
                  <a:pt x="273" y="574"/>
                </a:lnTo>
                <a:lnTo>
                  <a:pt x="272" y="575"/>
                </a:lnTo>
                <a:lnTo>
                  <a:pt x="271" y="575"/>
                </a:lnTo>
                <a:lnTo>
                  <a:pt x="270" y="575"/>
                </a:lnTo>
                <a:lnTo>
                  <a:pt x="270" y="576"/>
                </a:lnTo>
                <a:lnTo>
                  <a:pt x="270" y="577"/>
                </a:lnTo>
                <a:lnTo>
                  <a:pt x="270" y="578"/>
                </a:lnTo>
                <a:lnTo>
                  <a:pt x="269" y="578"/>
                </a:lnTo>
                <a:lnTo>
                  <a:pt x="269" y="580"/>
                </a:lnTo>
                <a:lnTo>
                  <a:pt x="270" y="581"/>
                </a:lnTo>
                <a:lnTo>
                  <a:pt x="270" y="582"/>
                </a:lnTo>
                <a:lnTo>
                  <a:pt x="270" y="583"/>
                </a:lnTo>
                <a:lnTo>
                  <a:pt x="269" y="583"/>
                </a:lnTo>
                <a:lnTo>
                  <a:pt x="268" y="584"/>
                </a:lnTo>
                <a:lnTo>
                  <a:pt x="267" y="585"/>
                </a:lnTo>
                <a:lnTo>
                  <a:pt x="267" y="586"/>
                </a:lnTo>
                <a:lnTo>
                  <a:pt x="267" y="587"/>
                </a:lnTo>
                <a:lnTo>
                  <a:pt x="267" y="588"/>
                </a:lnTo>
                <a:lnTo>
                  <a:pt x="267" y="589"/>
                </a:lnTo>
                <a:lnTo>
                  <a:pt x="267" y="590"/>
                </a:lnTo>
                <a:lnTo>
                  <a:pt x="267" y="591"/>
                </a:lnTo>
                <a:lnTo>
                  <a:pt x="267" y="592"/>
                </a:lnTo>
                <a:lnTo>
                  <a:pt x="268" y="592"/>
                </a:lnTo>
                <a:lnTo>
                  <a:pt x="269" y="592"/>
                </a:lnTo>
                <a:lnTo>
                  <a:pt x="269" y="591"/>
                </a:lnTo>
                <a:lnTo>
                  <a:pt x="270" y="591"/>
                </a:lnTo>
                <a:lnTo>
                  <a:pt x="270" y="592"/>
                </a:lnTo>
                <a:lnTo>
                  <a:pt x="271" y="592"/>
                </a:lnTo>
                <a:lnTo>
                  <a:pt x="272" y="593"/>
                </a:lnTo>
                <a:lnTo>
                  <a:pt x="273" y="593"/>
                </a:lnTo>
                <a:lnTo>
                  <a:pt x="274" y="594"/>
                </a:lnTo>
                <a:lnTo>
                  <a:pt x="275" y="594"/>
                </a:lnTo>
                <a:lnTo>
                  <a:pt x="276" y="594"/>
                </a:lnTo>
                <a:lnTo>
                  <a:pt x="277" y="596"/>
                </a:lnTo>
                <a:lnTo>
                  <a:pt x="277" y="597"/>
                </a:lnTo>
                <a:lnTo>
                  <a:pt x="279" y="598"/>
                </a:lnTo>
                <a:lnTo>
                  <a:pt x="280" y="598"/>
                </a:lnTo>
                <a:lnTo>
                  <a:pt x="281" y="598"/>
                </a:lnTo>
                <a:lnTo>
                  <a:pt x="281" y="599"/>
                </a:lnTo>
                <a:lnTo>
                  <a:pt x="282" y="600"/>
                </a:lnTo>
                <a:lnTo>
                  <a:pt x="283" y="600"/>
                </a:lnTo>
                <a:lnTo>
                  <a:pt x="283" y="601"/>
                </a:lnTo>
                <a:lnTo>
                  <a:pt x="284" y="601"/>
                </a:lnTo>
                <a:lnTo>
                  <a:pt x="283" y="602"/>
                </a:lnTo>
                <a:lnTo>
                  <a:pt x="283" y="603"/>
                </a:lnTo>
                <a:lnTo>
                  <a:pt x="282" y="603"/>
                </a:lnTo>
                <a:lnTo>
                  <a:pt x="282" y="604"/>
                </a:lnTo>
                <a:lnTo>
                  <a:pt x="282" y="605"/>
                </a:lnTo>
                <a:lnTo>
                  <a:pt x="283" y="605"/>
                </a:lnTo>
                <a:lnTo>
                  <a:pt x="284" y="605"/>
                </a:lnTo>
                <a:lnTo>
                  <a:pt x="284" y="606"/>
                </a:lnTo>
                <a:lnTo>
                  <a:pt x="285" y="606"/>
                </a:lnTo>
                <a:lnTo>
                  <a:pt x="285" y="607"/>
                </a:lnTo>
                <a:lnTo>
                  <a:pt x="284" y="607"/>
                </a:lnTo>
                <a:lnTo>
                  <a:pt x="284" y="608"/>
                </a:lnTo>
                <a:lnTo>
                  <a:pt x="284" y="609"/>
                </a:lnTo>
                <a:lnTo>
                  <a:pt x="284" y="610"/>
                </a:lnTo>
                <a:lnTo>
                  <a:pt x="284" y="611"/>
                </a:lnTo>
                <a:lnTo>
                  <a:pt x="283" y="612"/>
                </a:lnTo>
                <a:lnTo>
                  <a:pt x="283" y="613"/>
                </a:lnTo>
                <a:lnTo>
                  <a:pt x="284" y="614"/>
                </a:lnTo>
                <a:lnTo>
                  <a:pt x="285" y="614"/>
                </a:lnTo>
                <a:lnTo>
                  <a:pt x="286" y="615"/>
                </a:lnTo>
                <a:lnTo>
                  <a:pt x="287" y="615"/>
                </a:lnTo>
                <a:lnTo>
                  <a:pt x="288" y="616"/>
                </a:lnTo>
                <a:lnTo>
                  <a:pt x="289" y="616"/>
                </a:lnTo>
                <a:lnTo>
                  <a:pt x="290" y="617"/>
                </a:lnTo>
                <a:lnTo>
                  <a:pt x="291" y="618"/>
                </a:lnTo>
                <a:lnTo>
                  <a:pt x="292" y="618"/>
                </a:lnTo>
                <a:lnTo>
                  <a:pt x="292" y="617"/>
                </a:lnTo>
                <a:lnTo>
                  <a:pt x="292" y="618"/>
                </a:lnTo>
                <a:lnTo>
                  <a:pt x="292" y="619"/>
                </a:lnTo>
                <a:lnTo>
                  <a:pt x="292" y="620"/>
                </a:lnTo>
                <a:lnTo>
                  <a:pt x="291" y="621"/>
                </a:lnTo>
                <a:lnTo>
                  <a:pt x="291" y="622"/>
                </a:lnTo>
                <a:lnTo>
                  <a:pt x="290" y="622"/>
                </a:lnTo>
                <a:lnTo>
                  <a:pt x="289" y="622"/>
                </a:lnTo>
                <a:lnTo>
                  <a:pt x="288" y="622"/>
                </a:lnTo>
                <a:lnTo>
                  <a:pt x="288" y="623"/>
                </a:lnTo>
                <a:lnTo>
                  <a:pt x="286" y="624"/>
                </a:lnTo>
                <a:lnTo>
                  <a:pt x="285" y="624"/>
                </a:lnTo>
                <a:lnTo>
                  <a:pt x="284" y="624"/>
                </a:lnTo>
                <a:lnTo>
                  <a:pt x="284" y="625"/>
                </a:lnTo>
                <a:lnTo>
                  <a:pt x="283" y="625"/>
                </a:lnTo>
                <a:lnTo>
                  <a:pt x="283" y="624"/>
                </a:lnTo>
                <a:lnTo>
                  <a:pt x="282" y="624"/>
                </a:lnTo>
                <a:lnTo>
                  <a:pt x="281" y="623"/>
                </a:lnTo>
                <a:lnTo>
                  <a:pt x="280" y="623"/>
                </a:lnTo>
                <a:lnTo>
                  <a:pt x="279" y="623"/>
                </a:lnTo>
                <a:lnTo>
                  <a:pt x="279" y="624"/>
                </a:lnTo>
                <a:lnTo>
                  <a:pt x="277" y="625"/>
                </a:lnTo>
                <a:lnTo>
                  <a:pt x="276" y="626"/>
                </a:lnTo>
                <a:lnTo>
                  <a:pt x="276" y="627"/>
                </a:lnTo>
                <a:lnTo>
                  <a:pt x="275" y="627"/>
                </a:lnTo>
                <a:lnTo>
                  <a:pt x="275" y="626"/>
                </a:lnTo>
                <a:lnTo>
                  <a:pt x="274" y="626"/>
                </a:lnTo>
                <a:lnTo>
                  <a:pt x="273" y="627"/>
                </a:lnTo>
                <a:lnTo>
                  <a:pt x="272" y="627"/>
                </a:lnTo>
                <a:lnTo>
                  <a:pt x="272" y="628"/>
                </a:lnTo>
                <a:lnTo>
                  <a:pt x="271" y="628"/>
                </a:lnTo>
                <a:lnTo>
                  <a:pt x="271" y="629"/>
                </a:lnTo>
                <a:lnTo>
                  <a:pt x="272" y="629"/>
                </a:lnTo>
                <a:lnTo>
                  <a:pt x="272" y="630"/>
                </a:lnTo>
                <a:lnTo>
                  <a:pt x="272" y="629"/>
                </a:lnTo>
                <a:lnTo>
                  <a:pt x="273" y="629"/>
                </a:lnTo>
                <a:lnTo>
                  <a:pt x="273" y="630"/>
                </a:lnTo>
                <a:lnTo>
                  <a:pt x="273" y="631"/>
                </a:lnTo>
                <a:lnTo>
                  <a:pt x="273" y="632"/>
                </a:lnTo>
                <a:lnTo>
                  <a:pt x="274" y="633"/>
                </a:lnTo>
                <a:lnTo>
                  <a:pt x="275" y="634"/>
                </a:lnTo>
                <a:lnTo>
                  <a:pt x="276" y="634"/>
                </a:lnTo>
                <a:lnTo>
                  <a:pt x="277" y="634"/>
                </a:lnTo>
                <a:lnTo>
                  <a:pt x="278" y="635"/>
                </a:lnTo>
                <a:lnTo>
                  <a:pt x="279" y="635"/>
                </a:lnTo>
                <a:lnTo>
                  <a:pt x="279" y="634"/>
                </a:lnTo>
                <a:lnTo>
                  <a:pt x="281" y="634"/>
                </a:lnTo>
                <a:lnTo>
                  <a:pt x="282" y="635"/>
                </a:lnTo>
                <a:lnTo>
                  <a:pt x="282" y="636"/>
                </a:lnTo>
                <a:lnTo>
                  <a:pt x="282" y="637"/>
                </a:lnTo>
                <a:lnTo>
                  <a:pt x="282" y="638"/>
                </a:lnTo>
                <a:lnTo>
                  <a:pt x="283" y="640"/>
                </a:lnTo>
                <a:lnTo>
                  <a:pt x="283" y="641"/>
                </a:lnTo>
                <a:lnTo>
                  <a:pt x="283" y="642"/>
                </a:lnTo>
                <a:lnTo>
                  <a:pt x="284" y="643"/>
                </a:lnTo>
                <a:lnTo>
                  <a:pt x="284" y="644"/>
                </a:lnTo>
                <a:lnTo>
                  <a:pt x="284" y="645"/>
                </a:lnTo>
                <a:lnTo>
                  <a:pt x="284" y="646"/>
                </a:lnTo>
                <a:lnTo>
                  <a:pt x="283" y="646"/>
                </a:lnTo>
                <a:lnTo>
                  <a:pt x="283" y="647"/>
                </a:lnTo>
                <a:lnTo>
                  <a:pt x="283" y="648"/>
                </a:lnTo>
                <a:lnTo>
                  <a:pt x="283" y="649"/>
                </a:lnTo>
                <a:lnTo>
                  <a:pt x="284" y="649"/>
                </a:lnTo>
                <a:lnTo>
                  <a:pt x="283" y="650"/>
                </a:lnTo>
                <a:lnTo>
                  <a:pt x="282" y="650"/>
                </a:lnTo>
                <a:lnTo>
                  <a:pt x="282" y="651"/>
                </a:lnTo>
                <a:lnTo>
                  <a:pt x="282" y="652"/>
                </a:lnTo>
                <a:lnTo>
                  <a:pt x="282" y="653"/>
                </a:lnTo>
                <a:lnTo>
                  <a:pt x="285" y="653"/>
                </a:lnTo>
                <a:lnTo>
                  <a:pt x="285" y="652"/>
                </a:lnTo>
                <a:lnTo>
                  <a:pt x="286" y="652"/>
                </a:lnTo>
                <a:lnTo>
                  <a:pt x="287" y="653"/>
                </a:lnTo>
                <a:lnTo>
                  <a:pt x="287" y="654"/>
                </a:lnTo>
                <a:lnTo>
                  <a:pt x="288" y="655"/>
                </a:lnTo>
                <a:lnTo>
                  <a:pt x="289" y="655"/>
                </a:lnTo>
                <a:lnTo>
                  <a:pt x="289" y="656"/>
                </a:lnTo>
                <a:lnTo>
                  <a:pt x="289" y="657"/>
                </a:lnTo>
                <a:lnTo>
                  <a:pt x="289" y="658"/>
                </a:lnTo>
                <a:lnTo>
                  <a:pt x="289" y="659"/>
                </a:lnTo>
                <a:lnTo>
                  <a:pt x="289" y="660"/>
                </a:lnTo>
                <a:lnTo>
                  <a:pt x="288" y="660"/>
                </a:lnTo>
                <a:lnTo>
                  <a:pt x="288" y="661"/>
                </a:lnTo>
                <a:lnTo>
                  <a:pt x="288" y="662"/>
                </a:lnTo>
                <a:lnTo>
                  <a:pt x="289" y="663"/>
                </a:lnTo>
                <a:lnTo>
                  <a:pt x="289" y="664"/>
                </a:lnTo>
                <a:lnTo>
                  <a:pt x="289" y="665"/>
                </a:lnTo>
                <a:lnTo>
                  <a:pt x="290" y="665"/>
                </a:lnTo>
                <a:lnTo>
                  <a:pt x="290" y="664"/>
                </a:lnTo>
                <a:lnTo>
                  <a:pt x="290" y="663"/>
                </a:lnTo>
                <a:lnTo>
                  <a:pt x="291" y="662"/>
                </a:lnTo>
                <a:lnTo>
                  <a:pt x="291" y="661"/>
                </a:lnTo>
                <a:lnTo>
                  <a:pt x="291" y="660"/>
                </a:lnTo>
                <a:lnTo>
                  <a:pt x="292" y="659"/>
                </a:lnTo>
                <a:lnTo>
                  <a:pt x="293" y="659"/>
                </a:lnTo>
                <a:lnTo>
                  <a:pt x="294" y="659"/>
                </a:lnTo>
                <a:lnTo>
                  <a:pt x="296" y="661"/>
                </a:lnTo>
                <a:lnTo>
                  <a:pt x="296" y="662"/>
                </a:lnTo>
                <a:lnTo>
                  <a:pt x="297" y="662"/>
                </a:lnTo>
                <a:lnTo>
                  <a:pt x="298" y="663"/>
                </a:lnTo>
                <a:lnTo>
                  <a:pt x="298" y="664"/>
                </a:lnTo>
                <a:lnTo>
                  <a:pt x="299" y="664"/>
                </a:lnTo>
                <a:lnTo>
                  <a:pt x="300" y="664"/>
                </a:lnTo>
                <a:lnTo>
                  <a:pt x="300" y="663"/>
                </a:lnTo>
                <a:lnTo>
                  <a:pt x="301" y="663"/>
                </a:lnTo>
                <a:lnTo>
                  <a:pt x="301" y="662"/>
                </a:lnTo>
                <a:lnTo>
                  <a:pt x="302" y="662"/>
                </a:lnTo>
                <a:lnTo>
                  <a:pt x="303" y="662"/>
                </a:lnTo>
                <a:lnTo>
                  <a:pt x="303" y="661"/>
                </a:lnTo>
                <a:lnTo>
                  <a:pt x="304" y="661"/>
                </a:lnTo>
                <a:lnTo>
                  <a:pt x="305" y="661"/>
                </a:lnTo>
                <a:lnTo>
                  <a:pt x="306" y="661"/>
                </a:lnTo>
                <a:lnTo>
                  <a:pt x="307" y="662"/>
                </a:lnTo>
                <a:lnTo>
                  <a:pt x="307" y="661"/>
                </a:lnTo>
                <a:lnTo>
                  <a:pt x="307" y="660"/>
                </a:lnTo>
                <a:lnTo>
                  <a:pt x="308" y="660"/>
                </a:lnTo>
                <a:lnTo>
                  <a:pt x="308" y="661"/>
                </a:lnTo>
                <a:lnTo>
                  <a:pt x="309" y="661"/>
                </a:lnTo>
                <a:lnTo>
                  <a:pt x="310" y="661"/>
                </a:lnTo>
                <a:lnTo>
                  <a:pt x="311" y="661"/>
                </a:lnTo>
                <a:lnTo>
                  <a:pt x="312" y="659"/>
                </a:lnTo>
                <a:lnTo>
                  <a:pt x="312" y="658"/>
                </a:lnTo>
                <a:lnTo>
                  <a:pt x="312" y="657"/>
                </a:lnTo>
                <a:lnTo>
                  <a:pt x="312" y="658"/>
                </a:lnTo>
                <a:lnTo>
                  <a:pt x="313" y="658"/>
                </a:lnTo>
                <a:lnTo>
                  <a:pt x="313" y="659"/>
                </a:lnTo>
                <a:lnTo>
                  <a:pt x="314" y="659"/>
                </a:lnTo>
                <a:lnTo>
                  <a:pt x="315" y="660"/>
                </a:lnTo>
                <a:lnTo>
                  <a:pt x="316" y="662"/>
                </a:lnTo>
                <a:lnTo>
                  <a:pt x="317" y="663"/>
                </a:lnTo>
                <a:lnTo>
                  <a:pt x="317" y="664"/>
                </a:lnTo>
                <a:lnTo>
                  <a:pt x="318" y="665"/>
                </a:lnTo>
                <a:lnTo>
                  <a:pt x="318" y="666"/>
                </a:lnTo>
                <a:lnTo>
                  <a:pt x="317" y="666"/>
                </a:lnTo>
                <a:lnTo>
                  <a:pt x="317" y="667"/>
                </a:lnTo>
                <a:lnTo>
                  <a:pt x="318" y="667"/>
                </a:lnTo>
                <a:lnTo>
                  <a:pt x="318" y="668"/>
                </a:lnTo>
                <a:lnTo>
                  <a:pt x="319" y="667"/>
                </a:lnTo>
                <a:lnTo>
                  <a:pt x="320" y="668"/>
                </a:lnTo>
                <a:lnTo>
                  <a:pt x="321" y="668"/>
                </a:lnTo>
                <a:lnTo>
                  <a:pt x="321" y="669"/>
                </a:lnTo>
                <a:lnTo>
                  <a:pt x="322" y="669"/>
                </a:lnTo>
                <a:lnTo>
                  <a:pt x="322" y="670"/>
                </a:lnTo>
                <a:lnTo>
                  <a:pt x="322" y="671"/>
                </a:lnTo>
                <a:lnTo>
                  <a:pt x="323" y="671"/>
                </a:lnTo>
                <a:lnTo>
                  <a:pt x="323" y="670"/>
                </a:lnTo>
                <a:lnTo>
                  <a:pt x="324" y="670"/>
                </a:lnTo>
                <a:lnTo>
                  <a:pt x="325" y="670"/>
                </a:lnTo>
                <a:lnTo>
                  <a:pt x="325" y="671"/>
                </a:lnTo>
                <a:lnTo>
                  <a:pt x="325" y="672"/>
                </a:lnTo>
                <a:lnTo>
                  <a:pt x="326" y="674"/>
                </a:lnTo>
                <a:lnTo>
                  <a:pt x="326" y="675"/>
                </a:lnTo>
                <a:lnTo>
                  <a:pt x="327" y="676"/>
                </a:lnTo>
                <a:lnTo>
                  <a:pt x="327" y="677"/>
                </a:lnTo>
                <a:lnTo>
                  <a:pt x="328" y="677"/>
                </a:lnTo>
                <a:lnTo>
                  <a:pt x="329" y="677"/>
                </a:lnTo>
                <a:lnTo>
                  <a:pt x="329" y="676"/>
                </a:lnTo>
                <a:lnTo>
                  <a:pt x="329" y="677"/>
                </a:lnTo>
                <a:lnTo>
                  <a:pt x="330" y="677"/>
                </a:lnTo>
                <a:lnTo>
                  <a:pt x="330" y="678"/>
                </a:lnTo>
                <a:lnTo>
                  <a:pt x="330" y="677"/>
                </a:lnTo>
                <a:lnTo>
                  <a:pt x="330" y="676"/>
                </a:lnTo>
                <a:lnTo>
                  <a:pt x="331" y="677"/>
                </a:lnTo>
                <a:lnTo>
                  <a:pt x="332" y="677"/>
                </a:lnTo>
                <a:lnTo>
                  <a:pt x="333" y="677"/>
                </a:lnTo>
                <a:lnTo>
                  <a:pt x="334" y="677"/>
                </a:lnTo>
                <a:lnTo>
                  <a:pt x="335" y="677"/>
                </a:lnTo>
                <a:lnTo>
                  <a:pt x="336" y="677"/>
                </a:lnTo>
                <a:lnTo>
                  <a:pt x="338" y="677"/>
                </a:lnTo>
                <a:lnTo>
                  <a:pt x="339" y="677"/>
                </a:lnTo>
                <a:lnTo>
                  <a:pt x="339" y="676"/>
                </a:lnTo>
                <a:lnTo>
                  <a:pt x="338" y="676"/>
                </a:lnTo>
                <a:lnTo>
                  <a:pt x="338" y="675"/>
                </a:lnTo>
                <a:lnTo>
                  <a:pt x="337" y="672"/>
                </a:lnTo>
                <a:lnTo>
                  <a:pt x="338" y="672"/>
                </a:lnTo>
                <a:lnTo>
                  <a:pt x="339" y="671"/>
                </a:lnTo>
                <a:lnTo>
                  <a:pt x="339" y="670"/>
                </a:lnTo>
                <a:lnTo>
                  <a:pt x="340" y="670"/>
                </a:lnTo>
                <a:lnTo>
                  <a:pt x="341" y="670"/>
                </a:lnTo>
                <a:lnTo>
                  <a:pt x="341" y="669"/>
                </a:lnTo>
                <a:lnTo>
                  <a:pt x="341" y="668"/>
                </a:lnTo>
                <a:lnTo>
                  <a:pt x="342" y="667"/>
                </a:lnTo>
                <a:lnTo>
                  <a:pt x="344" y="668"/>
                </a:lnTo>
                <a:lnTo>
                  <a:pt x="345" y="668"/>
                </a:lnTo>
                <a:lnTo>
                  <a:pt x="346" y="668"/>
                </a:lnTo>
                <a:lnTo>
                  <a:pt x="347" y="668"/>
                </a:lnTo>
                <a:lnTo>
                  <a:pt x="347" y="667"/>
                </a:lnTo>
                <a:lnTo>
                  <a:pt x="348" y="666"/>
                </a:lnTo>
                <a:lnTo>
                  <a:pt x="348" y="665"/>
                </a:lnTo>
                <a:lnTo>
                  <a:pt x="348" y="664"/>
                </a:lnTo>
                <a:lnTo>
                  <a:pt x="347" y="663"/>
                </a:lnTo>
                <a:lnTo>
                  <a:pt x="348" y="663"/>
                </a:lnTo>
                <a:lnTo>
                  <a:pt x="349" y="663"/>
                </a:lnTo>
                <a:lnTo>
                  <a:pt x="350" y="663"/>
                </a:lnTo>
                <a:lnTo>
                  <a:pt x="351" y="663"/>
                </a:lnTo>
                <a:lnTo>
                  <a:pt x="351" y="662"/>
                </a:lnTo>
                <a:lnTo>
                  <a:pt x="351" y="661"/>
                </a:lnTo>
                <a:lnTo>
                  <a:pt x="351" y="660"/>
                </a:lnTo>
                <a:lnTo>
                  <a:pt x="350" y="660"/>
                </a:lnTo>
                <a:lnTo>
                  <a:pt x="350" y="658"/>
                </a:lnTo>
                <a:lnTo>
                  <a:pt x="350" y="656"/>
                </a:lnTo>
                <a:lnTo>
                  <a:pt x="350" y="657"/>
                </a:lnTo>
                <a:lnTo>
                  <a:pt x="351" y="656"/>
                </a:lnTo>
                <a:lnTo>
                  <a:pt x="351" y="657"/>
                </a:lnTo>
                <a:lnTo>
                  <a:pt x="353" y="657"/>
                </a:lnTo>
                <a:lnTo>
                  <a:pt x="354" y="658"/>
                </a:lnTo>
                <a:lnTo>
                  <a:pt x="354" y="659"/>
                </a:lnTo>
                <a:lnTo>
                  <a:pt x="354" y="660"/>
                </a:lnTo>
                <a:lnTo>
                  <a:pt x="355" y="661"/>
                </a:lnTo>
                <a:lnTo>
                  <a:pt x="356" y="661"/>
                </a:lnTo>
                <a:lnTo>
                  <a:pt x="357" y="662"/>
                </a:lnTo>
                <a:lnTo>
                  <a:pt x="357" y="663"/>
                </a:lnTo>
                <a:lnTo>
                  <a:pt x="358" y="663"/>
                </a:lnTo>
                <a:lnTo>
                  <a:pt x="358" y="664"/>
                </a:lnTo>
                <a:lnTo>
                  <a:pt x="359" y="663"/>
                </a:lnTo>
                <a:lnTo>
                  <a:pt x="359" y="662"/>
                </a:lnTo>
                <a:lnTo>
                  <a:pt x="360" y="661"/>
                </a:lnTo>
                <a:lnTo>
                  <a:pt x="361" y="661"/>
                </a:lnTo>
                <a:lnTo>
                  <a:pt x="361" y="660"/>
                </a:lnTo>
                <a:lnTo>
                  <a:pt x="360" y="657"/>
                </a:lnTo>
                <a:lnTo>
                  <a:pt x="360" y="656"/>
                </a:lnTo>
                <a:lnTo>
                  <a:pt x="362" y="656"/>
                </a:lnTo>
                <a:lnTo>
                  <a:pt x="362" y="657"/>
                </a:lnTo>
                <a:lnTo>
                  <a:pt x="363" y="658"/>
                </a:lnTo>
                <a:lnTo>
                  <a:pt x="364" y="658"/>
                </a:lnTo>
                <a:lnTo>
                  <a:pt x="363" y="659"/>
                </a:lnTo>
                <a:lnTo>
                  <a:pt x="363" y="660"/>
                </a:lnTo>
                <a:lnTo>
                  <a:pt x="365" y="660"/>
                </a:lnTo>
                <a:lnTo>
                  <a:pt x="366" y="659"/>
                </a:lnTo>
                <a:lnTo>
                  <a:pt x="366" y="658"/>
                </a:lnTo>
                <a:lnTo>
                  <a:pt x="366" y="657"/>
                </a:lnTo>
                <a:lnTo>
                  <a:pt x="367" y="657"/>
                </a:lnTo>
                <a:lnTo>
                  <a:pt x="368" y="657"/>
                </a:lnTo>
                <a:lnTo>
                  <a:pt x="368" y="658"/>
                </a:lnTo>
                <a:lnTo>
                  <a:pt x="368" y="659"/>
                </a:lnTo>
                <a:lnTo>
                  <a:pt x="368" y="660"/>
                </a:lnTo>
                <a:lnTo>
                  <a:pt x="369" y="659"/>
                </a:lnTo>
                <a:lnTo>
                  <a:pt x="369" y="660"/>
                </a:lnTo>
                <a:lnTo>
                  <a:pt x="370" y="660"/>
                </a:lnTo>
                <a:lnTo>
                  <a:pt x="374" y="659"/>
                </a:lnTo>
                <a:lnTo>
                  <a:pt x="377" y="659"/>
                </a:lnTo>
                <a:lnTo>
                  <a:pt x="379" y="658"/>
                </a:lnTo>
                <a:lnTo>
                  <a:pt x="380" y="658"/>
                </a:lnTo>
                <a:lnTo>
                  <a:pt x="380" y="657"/>
                </a:lnTo>
                <a:lnTo>
                  <a:pt x="381" y="658"/>
                </a:lnTo>
                <a:lnTo>
                  <a:pt x="381" y="659"/>
                </a:lnTo>
                <a:lnTo>
                  <a:pt x="382" y="659"/>
                </a:lnTo>
                <a:lnTo>
                  <a:pt x="382" y="658"/>
                </a:lnTo>
                <a:lnTo>
                  <a:pt x="383" y="658"/>
                </a:lnTo>
                <a:lnTo>
                  <a:pt x="383" y="659"/>
                </a:lnTo>
                <a:lnTo>
                  <a:pt x="385" y="659"/>
                </a:lnTo>
                <a:lnTo>
                  <a:pt x="386" y="659"/>
                </a:lnTo>
                <a:lnTo>
                  <a:pt x="386" y="658"/>
                </a:lnTo>
                <a:lnTo>
                  <a:pt x="387" y="658"/>
                </a:lnTo>
                <a:lnTo>
                  <a:pt x="388" y="657"/>
                </a:lnTo>
                <a:lnTo>
                  <a:pt x="388" y="656"/>
                </a:lnTo>
                <a:lnTo>
                  <a:pt x="389" y="656"/>
                </a:lnTo>
                <a:lnTo>
                  <a:pt x="390" y="655"/>
                </a:lnTo>
                <a:lnTo>
                  <a:pt x="391" y="655"/>
                </a:lnTo>
                <a:lnTo>
                  <a:pt x="391" y="654"/>
                </a:lnTo>
                <a:lnTo>
                  <a:pt x="392" y="654"/>
                </a:lnTo>
                <a:lnTo>
                  <a:pt x="393" y="654"/>
                </a:lnTo>
                <a:lnTo>
                  <a:pt x="394" y="654"/>
                </a:lnTo>
                <a:lnTo>
                  <a:pt x="395" y="654"/>
                </a:lnTo>
                <a:lnTo>
                  <a:pt x="396" y="655"/>
                </a:lnTo>
                <a:lnTo>
                  <a:pt x="396" y="656"/>
                </a:lnTo>
                <a:lnTo>
                  <a:pt x="397" y="656"/>
                </a:lnTo>
                <a:lnTo>
                  <a:pt x="398" y="656"/>
                </a:lnTo>
                <a:lnTo>
                  <a:pt x="398" y="655"/>
                </a:lnTo>
                <a:lnTo>
                  <a:pt x="399" y="656"/>
                </a:lnTo>
                <a:lnTo>
                  <a:pt x="399" y="657"/>
                </a:lnTo>
                <a:lnTo>
                  <a:pt x="399" y="658"/>
                </a:lnTo>
                <a:lnTo>
                  <a:pt x="400" y="658"/>
                </a:lnTo>
                <a:lnTo>
                  <a:pt x="401" y="658"/>
                </a:lnTo>
                <a:lnTo>
                  <a:pt x="402" y="658"/>
                </a:lnTo>
                <a:lnTo>
                  <a:pt x="402" y="659"/>
                </a:lnTo>
                <a:lnTo>
                  <a:pt x="403" y="659"/>
                </a:lnTo>
                <a:lnTo>
                  <a:pt x="403" y="660"/>
                </a:lnTo>
                <a:lnTo>
                  <a:pt x="402" y="660"/>
                </a:lnTo>
                <a:lnTo>
                  <a:pt x="403" y="662"/>
                </a:lnTo>
                <a:lnTo>
                  <a:pt x="403" y="663"/>
                </a:lnTo>
                <a:lnTo>
                  <a:pt x="403" y="664"/>
                </a:lnTo>
                <a:lnTo>
                  <a:pt x="403" y="665"/>
                </a:lnTo>
                <a:lnTo>
                  <a:pt x="404" y="667"/>
                </a:lnTo>
                <a:lnTo>
                  <a:pt x="404" y="668"/>
                </a:lnTo>
                <a:lnTo>
                  <a:pt x="405" y="669"/>
                </a:lnTo>
                <a:lnTo>
                  <a:pt x="405" y="670"/>
                </a:lnTo>
                <a:lnTo>
                  <a:pt x="406" y="670"/>
                </a:lnTo>
                <a:lnTo>
                  <a:pt x="406" y="671"/>
                </a:lnTo>
                <a:lnTo>
                  <a:pt x="408" y="672"/>
                </a:lnTo>
                <a:lnTo>
                  <a:pt x="409" y="672"/>
                </a:lnTo>
                <a:lnTo>
                  <a:pt x="411" y="672"/>
                </a:lnTo>
                <a:lnTo>
                  <a:pt x="413" y="672"/>
                </a:lnTo>
                <a:lnTo>
                  <a:pt x="414" y="673"/>
                </a:lnTo>
                <a:lnTo>
                  <a:pt x="414" y="674"/>
                </a:lnTo>
                <a:lnTo>
                  <a:pt x="415" y="675"/>
                </a:lnTo>
                <a:lnTo>
                  <a:pt x="416" y="676"/>
                </a:lnTo>
                <a:lnTo>
                  <a:pt x="416" y="677"/>
                </a:lnTo>
                <a:lnTo>
                  <a:pt x="418" y="678"/>
                </a:lnTo>
                <a:lnTo>
                  <a:pt x="419" y="679"/>
                </a:lnTo>
                <a:lnTo>
                  <a:pt x="420" y="679"/>
                </a:lnTo>
                <a:lnTo>
                  <a:pt x="421" y="679"/>
                </a:lnTo>
                <a:lnTo>
                  <a:pt x="423" y="679"/>
                </a:lnTo>
                <a:lnTo>
                  <a:pt x="424" y="679"/>
                </a:lnTo>
                <a:lnTo>
                  <a:pt x="426" y="679"/>
                </a:lnTo>
                <a:lnTo>
                  <a:pt x="427" y="679"/>
                </a:lnTo>
                <a:lnTo>
                  <a:pt x="428" y="678"/>
                </a:lnTo>
                <a:lnTo>
                  <a:pt x="428" y="679"/>
                </a:lnTo>
                <a:lnTo>
                  <a:pt x="429" y="679"/>
                </a:lnTo>
                <a:lnTo>
                  <a:pt x="430" y="679"/>
                </a:lnTo>
                <a:lnTo>
                  <a:pt x="432" y="679"/>
                </a:lnTo>
                <a:lnTo>
                  <a:pt x="433" y="679"/>
                </a:lnTo>
                <a:lnTo>
                  <a:pt x="434" y="679"/>
                </a:lnTo>
                <a:lnTo>
                  <a:pt x="434" y="680"/>
                </a:lnTo>
                <a:lnTo>
                  <a:pt x="435" y="680"/>
                </a:lnTo>
                <a:lnTo>
                  <a:pt x="435" y="679"/>
                </a:lnTo>
                <a:lnTo>
                  <a:pt x="436" y="679"/>
                </a:lnTo>
                <a:lnTo>
                  <a:pt x="437" y="678"/>
                </a:lnTo>
                <a:lnTo>
                  <a:pt x="437" y="677"/>
                </a:lnTo>
                <a:lnTo>
                  <a:pt x="437" y="676"/>
                </a:lnTo>
                <a:lnTo>
                  <a:pt x="436" y="675"/>
                </a:lnTo>
                <a:lnTo>
                  <a:pt x="436" y="674"/>
                </a:lnTo>
                <a:lnTo>
                  <a:pt x="436" y="673"/>
                </a:lnTo>
                <a:lnTo>
                  <a:pt x="436" y="672"/>
                </a:lnTo>
                <a:lnTo>
                  <a:pt x="435" y="671"/>
                </a:lnTo>
                <a:lnTo>
                  <a:pt x="434" y="671"/>
                </a:lnTo>
                <a:lnTo>
                  <a:pt x="433" y="672"/>
                </a:lnTo>
                <a:lnTo>
                  <a:pt x="434" y="672"/>
                </a:lnTo>
                <a:lnTo>
                  <a:pt x="433" y="673"/>
                </a:lnTo>
                <a:lnTo>
                  <a:pt x="432" y="673"/>
                </a:lnTo>
                <a:lnTo>
                  <a:pt x="432" y="672"/>
                </a:lnTo>
                <a:lnTo>
                  <a:pt x="433" y="672"/>
                </a:lnTo>
                <a:lnTo>
                  <a:pt x="432" y="671"/>
                </a:lnTo>
                <a:lnTo>
                  <a:pt x="430" y="672"/>
                </a:lnTo>
                <a:lnTo>
                  <a:pt x="430" y="671"/>
                </a:lnTo>
                <a:lnTo>
                  <a:pt x="431" y="670"/>
                </a:lnTo>
                <a:lnTo>
                  <a:pt x="431" y="669"/>
                </a:lnTo>
                <a:lnTo>
                  <a:pt x="431" y="668"/>
                </a:lnTo>
                <a:lnTo>
                  <a:pt x="431" y="667"/>
                </a:lnTo>
                <a:lnTo>
                  <a:pt x="430" y="667"/>
                </a:lnTo>
                <a:lnTo>
                  <a:pt x="429" y="666"/>
                </a:lnTo>
                <a:lnTo>
                  <a:pt x="428" y="666"/>
                </a:lnTo>
                <a:lnTo>
                  <a:pt x="428" y="664"/>
                </a:lnTo>
                <a:lnTo>
                  <a:pt x="428" y="663"/>
                </a:lnTo>
                <a:lnTo>
                  <a:pt x="429" y="663"/>
                </a:lnTo>
                <a:lnTo>
                  <a:pt x="430" y="663"/>
                </a:lnTo>
                <a:lnTo>
                  <a:pt x="431" y="664"/>
                </a:lnTo>
                <a:lnTo>
                  <a:pt x="431" y="665"/>
                </a:lnTo>
                <a:lnTo>
                  <a:pt x="431" y="666"/>
                </a:lnTo>
                <a:lnTo>
                  <a:pt x="432" y="666"/>
                </a:lnTo>
                <a:lnTo>
                  <a:pt x="433" y="666"/>
                </a:lnTo>
                <a:lnTo>
                  <a:pt x="434" y="666"/>
                </a:lnTo>
                <a:lnTo>
                  <a:pt x="434" y="665"/>
                </a:lnTo>
                <a:lnTo>
                  <a:pt x="433" y="663"/>
                </a:lnTo>
                <a:lnTo>
                  <a:pt x="433" y="662"/>
                </a:lnTo>
                <a:lnTo>
                  <a:pt x="435" y="662"/>
                </a:lnTo>
                <a:lnTo>
                  <a:pt x="436" y="662"/>
                </a:lnTo>
                <a:lnTo>
                  <a:pt x="437" y="662"/>
                </a:lnTo>
                <a:lnTo>
                  <a:pt x="437" y="661"/>
                </a:lnTo>
                <a:lnTo>
                  <a:pt x="438" y="660"/>
                </a:lnTo>
                <a:lnTo>
                  <a:pt x="439" y="660"/>
                </a:lnTo>
                <a:lnTo>
                  <a:pt x="439" y="659"/>
                </a:lnTo>
                <a:lnTo>
                  <a:pt x="439" y="658"/>
                </a:lnTo>
                <a:lnTo>
                  <a:pt x="438" y="657"/>
                </a:lnTo>
                <a:lnTo>
                  <a:pt x="438" y="656"/>
                </a:lnTo>
                <a:lnTo>
                  <a:pt x="440" y="656"/>
                </a:lnTo>
                <a:lnTo>
                  <a:pt x="440" y="657"/>
                </a:lnTo>
                <a:lnTo>
                  <a:pt x="441" y="656"/>
                </a:lnTo>
                <a:lnTo>
                  <a:pt x="443" y="656"/>
                </a:lnTo>
                <a:lnTo>
                  <a:pt x="443" y="655"/>
                </a:lnTo>
                <a:lnTo>
                  <a:pt x="443" y="654"/>
                </a:lnTo>
                <a:lnTo>
                  <a:pt x="444" y="653"/>
                </a:lnTo>
                <a:lnTo>
                  <a:pt x="444" y="652"/>
                </a:lnTo>
                <a:lnTo>
                  <a:pt x="445" y="651"/>
                </a:lnTo>
                <a:lnTo>
                  <a:pt x="446" y="651"/>
                </a:lnTo>
                <a:lnTo>
                  <a:pt x="445" y="650"/>
                </a:lnTo>
                <a:lnTo>
                  <a:pt x="444" y="650"/>
                </a:lnTo>
                <a:lnTo>
                  <a:pt x="444" y="649"/>
                </a:lnTo>
                <a:lnTo>
                  <a:pt x="444" y="648"/>
                </a:lnTo>
                <a:lnTo>
                  <a:pt x="444" y="647"/>
                </a:lnTo>
                <a:lnTo>
                  <a:pt x="445" y="646"/>
                </a:lnTo>
                <a:lnTo>
                  <a:pt x="446" y="646"/>
                </a:lnTo>
                <a:lnTo>
                  <a:pt x="447" y="647"/>
                </a:lnTo>
                <a:lnTo>
                  <a:pt x="447" y="646"/>
                </a:lnTo>
                <a:lnTo>
                  <a:pt x="447" y="645"/>
                </a:lnTo>
                <a:lnTo>
                  <a:pt x="448" y="645"/>
                </a:lnTo>
                <a:lnTo>
                  <a:pt x="448" y="646"/>
                </a:lnTo>
                <a:lnTo>
                  <a:pt x="449" y="646"/>
                </a:lnTo>
                <a:lnTo>
                  <a:pt x="450" y="645"/>
                </a:lnTo>
                <a:lnTo>
                  <a:pt x="451" y="644"/>
                </a:lnTo>
                <a:lnTo>
                  <a:pt x="451" y="643"/>
                </a:lnTo>
                <a:lnTo>
                  <a:pt x="451" y="642"/>
                </a:lnTo>
                <a:lnTo>
                  <a:pt x="451" y="641"/>
                </a:lnTo>
                <a:lnTo>
                  <a:pt x="452" y="641"/>
                </a:lnTo>
                <a:lnTo>
                  <a:pt x="453" y="641"/>
                </a:lnTo>
                <a:lnTo>
                  <a:pt x="452" y="640"/>
                </a:lnTo>
                <a:lnTo>
                  <a:pt x="453" y="640"/>
                </a:lnTo>
                <a:lnTo>
                  <a:pt x="454" y="640"/>
                </a:lnTo>
                <a:lnTo>
                  <a:pt x="455" y="641"/>
                </a:lnTo>
                <a:lnTo>
                  <a:pt x="456" y="640"/>
                </a:lnTo>
                <a:lnTo>
                  <a:pt x="456" y="639"/>
                </a:lnTo>
                <a:lnTo>
                  <a:pt x="457" y="639"/>
                </a:lnTo>
                <a:lnTo>
                  <a:pt x="457" y="640"/>
                </a:lnTo>
                <a:lnTo>
                  <a:pt x="458" y="641"/>
                </a:lnTo>
                <a:lnTo>
                  <a:pt x="459" y="642"/>
                </a:lnTo>
                <a:lnTo>
                  <a:pt x="459" y="643"/>
                </a:lnTo>
                <a:lnTo>
                  <a:pt x="459" y="644"/>
                </a:lnTo>
                <a:lnTo>
                  <a:pt x="461" y="644"/>
                </a:lnTo>
                <a:lnTo>
                  <a:pt x="462" y="644"/>
                </a:lnTo>
                <a:lnTo>
                  <a:pt x="462" y="643"/>
                </a:lnTo>
                <a:lnTo>
                  <a:pt x="463" y="643"/>
                </a:lnTo>
                <a:lnTo>
                  <a:pt x="463" y="644"/>
                </a:lnTo>
                <a:lnTo>
                  <a:pt x="465" y="643"/>
                </a:lnTo>
                <a:lnTo>
                  <a:pt x="466" y="642"/>
                </a:lnTo>
                <a:lnTo>
                  <a:pt x="467" y="642"/>
                </a:lnTo>
                <a:lnTo>
                  <a:pt x="468" y="643"/>
                </a:lnTo>
                <a:lnTo>
                  <a:pt x="469" y="643"/>
                </a:lnTo>
                <a:lnTo>
                  <a:pt x="470" y="643"/>
                </a:lnTo>
                <a:lnTo>
                  <a:pt x="471" y="643"/>
                </a:lnTo>
                <a:lnTo>
                  <a:pt x="472" y="643"/>
                </a:lnTo>
                <a:lnTo>
                  <a:pt x="472" y="644"/>
                </a:lnTo>
                <a:lnTo>
                  <a:pt x="473" y="645"/>
                </a:lnTo>
                <a:lnTo>
                  <a:pt x="474" y="645"/>
                </a:lnTo>
                <a:lnTo>
                  <a:pt x="474" y="644"/>
                </a:lnTo>
                <a:lnTo>
                  <a:pt x="475" y="644"/>
                </a:lnTo>
                <a:lnTo>
                  <a:pt x="476" y="644"/>
                </a:lnTo>
                <a:lnTo>
                  <a:pt x="476" y="643"/>
                </a:lnTo>
                <a:lnTo>
                  <a:pt x="474" y="642"/>
                </a:lnTo>
                <a:lnTo>
                  <a:pt x="473" y="641"/>
                </a:lnTo>
                <a:lnTo>
                  <a:pt x="472" y="641"/>
                </a:lnTo>
                <a:lnTo>
                  <a:pt x="472" y="640"/>
                </a:lnTo>
                <a:lnTo>
                  <a:pt x="471" y="639"/>
                </a:lnTo>
                <a:lnTo>
                  <a:pt x="471" y="638"/>
                </a:lnTo>
                <a:lnTo>
                  <a:pt x="472" y="638"/>
                </a:lnTo>
                <a:lnTo>
                  <a:pt x="473" y="639"/>
                </a:lnTo>
                <a:lnTo>
                  <a:pt x="473" y="638"/>
                </a:lnTo>
                <a:lnTo>
                  <a:pt x="475" y="638"/>
                </a:lnTo>
                <a:lnTo>
                  <a:pt x="474" y="638"/>
                </a:lnTo>
                <a:lnTo>
                  <a:pt x="474" y="637"/>
                </a:lnTo>
                <a:lnTo>
                  <a:pt x="475" y="637"/>
                </a:lnTo>
                <a:lnTo>
                  <a:pt x="476" y="638"/>
                </a:lnTo>
                <a:lnTo>
                  <a:pt x="477" y="639"/>
                </a:lnTo>
                <a:lnTo>
                  <a:pt x="478" y="638"/>
                </a:lnTo>
                <a:lnTo>
                  <a:pt x="479" y="638"/>
                </a:lnTo>
                <a:lnTo>
                  <a:pt x="480" y="638"/>
                </a:lnTo>
                <a:lnTo>
                  <a:pt x="481" y="638"/>
                </a:lnTo>
                <a:lnTo>
                  <a:pt x="481" y="639"/>
                </a:lnTo>
                <a:lnTo>
                  <a:pt x="482" y="640"/>
                </a:lnTo>
                <a:lnTo>
                  <a:pt x="483" y="640"/>
                </a:lnTo>
                <a:lnTo>
                  <a:pt x="483" y="641"/>
                </a:lnTo>
                <a:lnTo>
                  <a:pt x="484" y="642"/>
                </a:lnTo>
                <a:lnTo>
                  <a:pt x="484" y="643"/>
                </a:lnTo>
                <a:lnTo>
                  <a:pt x="485" y="642"/>
                </a:lnTo>
                <a:lnTo>
                  <a:pt x="486" y="642"/>
                </a:lnTo>
                <a:lnTo>
                  <a:pt x="486" y="640"/>
                </a:lnTo>
                <a:lnTo>
                  <a:pt x="485" y="639"/>
                </a:lnTo>
                <a:lnTo>
                  <a:pt x="487" y="638"/>
                </a:lnTo>
                <a:lnTo>
                  <a:pt x="488" y="638"/>
                </a:lnTo>
                <a:lnTo>
                  <a:pt x="488" y="637"/>
                </a:lnTo>
                <a:lnTo>
                  <a:pt x="489" y="637"/>
                </a:lnTo>
                <a:lnTo>
                  <a:pt x="489" y="638"/>
                </a:lnTo>
                <a:lnTo>
                  <a:pt x="489" y="639"/>
                </a:lnTo>
                <a:lnTo>
                  <a:pt x="489" y="640"/>
                </a:lnTo>
                <a:lnTo>
                  <a:pt x="488" y="640"/>
                </a:lnTo>
                <a:lnTo>
                  <a:pt x="488" y="639"/>
                </a:lnTo>
                <a:lnTo>
                  <a:pt x="489" y="639"/>
                </a:lnTo>
                <a:lnTo>
                  <a:pt x="488" y="639"/>
                </a:lnTo>
                <a:lnTo>
                  <a:pt x="487" y="640"/>
                </a:lnTo>
                <a:lnTo>
                  <a:pt x="488" y="640"/>
                </a:lnTo>
                <a:lnTo>
                  <a:pt x="488" y="641"/>
                </a:lnTo>
                <a:lnTo>
                  <a:pt x="487" y="641"/>
                </a:lnTo>
                <a:lnTo>
                  <a:pt x="487" y="642"/>
                </a:lnTo>
                <a:lnTo>
                  <a:pt x="487" y="643"/>
                </a:lnTo>
                <a:lnTo>
                  <a:pt x="488" y="644"/>
                </a:lnTo>
                <a:lnTo>
                  <a:pt x="489" y="645"/>
                </a:lnTo>
                <a:lnTo>
                  <a:pt x="489" y="646"/>
                </a:lnTo>
                <a:lnTo>
                  <a:pt x="488" y="647"/>
                </a:lnTo>
                <a:lnTo>
                  <a:pt x="487" y="649"/>
                </a:lnTo>
                <a:lnTo>
                  <a:pt x="486" y="650"/>
                </a:lnTo>
                <a:lnTo>
                  <a:pt x="486" y="651"/>
                </a:lnTo>
                <a:lnTo>
                  <a:pt x="487" y="652"/>
                </a:lnTo>
                <a:lnTo>
                  <a:pt x="488" y="652"/>
                </a:lnTo>
                <a:lnTo>
                  <a:pt x="489" y="654"/>
                </a:lnTo>
                <a:lnTo>
                  <a:pt x="489" y="655"/>
                </a:lnTo>
                <a:lnTo>
                  <a:pt x="490" y="655"/>
                </a:lnTo>
                <a:lnTo>
                  <a:pt x="491" y="655"/>
                </a:lnTo>
                <a:lnTo>
                  <a:pt x="492" y="654"/>
                </a:lnTo>
                <a:lnTo>
                  <a:pt x="491" y="654"/>
                </a:lnTo>
                <a:lnTo>
                  <a:pt x="492" y="654"/>
                </a:lnTo>
                <a:lnTo>
                  <a:pt x="492" y="655"/>
                </a:lnTo>
                <a:lnTo>
                  <a:pt x="493" y="655"/>
                </a:lnTo>
                <a:lnTo>
                  <a:pt x="492" y="656"/>
                </a:lnTo>
                <a:lnTo>
                  <a:pt x="493" y="657"/>
                </a:lnTo>
                <a:lnTo>
                  <a:pt x="493" y="658"/>
                </a:lnTo>
                <a:lnTo>
                  <a:pt x="492" y="658"/>
                </a:lnTo>
                <a:lnTo>
                  <a:pt x="492" y="659"/>
                </a:lnTo>
                <a:lnTo>
                  <a:pt x="491" y="659"/>
                </a:lnTo>
                <a:lnTo>
                  <a:pt x="492" y="661"/>
                </a:lnTo>
                <a:lnTo>
                  <a:pt x="493" y="664"/>
                </a:lnTo>
                <a:lnTo>
                  <a:pt x="493" y="665"/>
                </a:lnTo>
                <a:lnTo>
                  <a:pt x="492" y="666"/>
                </a:lnTo>
                <a:lnTo>
                  <a:pt x="491" y="666"/>
                </a:lnTo>
                <a:lnTo>
                  <a:pt x="490" y="666"/>
                </a:lnTo>
                <a:lnTo>
                  <a:pt x="489" y="667"/>
                </a:lnTo>
                <a:lnTo>
                  <a:pt x="489" y="668"/>
                </a:lnTo>
                <a:lnTo>
                  <a:pt x="488" y="668"/>
                </a:lnTo>
                <a:lnTo>
                  <a:pt x="488" y="669"/>
                </a:lnTo>
                <a:lnTo>
                  <a:pt x="489" y="669"/>
                </a:lnTo>
                <a:lnTo>
                  <a:pt x="490" y="670"/>
                </a:lnTo>
                <a:lnTo>
                  <a:pt x="490" y="671"/>
                </a:lnTo>
                <a:lnTo>
                  <a:pt x="489" y="671"/>
                </a:lnTo>
                <a:lnTo>
                  <a:pt x="490" y="671"/>
                </a:lnTo>
                <a:lnTo>
                  <a:pt x="490" y="672"/>
                </a:lnTo>
                <a:lnTo>
                  <a:pt x="491" y="672"/>
                </a:lnTo>
                <a:lnTo>
                  <a:pt x="492" y="672"/>
                </a:lnTo>
                <a:lnTo>
                  <a:pt x="492" y="671"/>
                </a:lnTo>
                <a:lnTo>
                  <a:pt x="493" y="671"/>
                </a:lnTo>
                <a:lnTo>
                  <a:pt x="494" y="672"/>
                </a:lnTo>
                <a:lnTo>
                  <a:pt x="495" y="672"/>
                </a:lnTo>
                <a:lnTo>
                  <a:pt x="495" y="673"/>
                </a:lnTo>
                <a:lnTo>
                  <a:pt x="495" y="674"/>
                </a:lnTo>
                <a:lnTo>
                  <a:pt x="496" y="674"/>
                </a:lnTo>
                <a:lnTo>
                  <a:pt x="498" y="673"/>
                </a:lnTo>
                <a:lnTo>
                  <a:pt x="499" y="672"/>
                </a:lnTo>
                <a:lnTo>
                  <a:pt x="500" y="672"/>
                </a:lnTo>
                <a:lnTo>
                  <a:pt x="500" y="673"/>
                </a:lnTo>
                <a:lnTo>
                  <a:pt x="501" y="673"/>
                </a:lnTo>
                <a:lnTo>
                  <a:pt x="502" y="673"/>
                </a:lnTo>
                <a:lnTo>
                  <a:pt x="503" y="673"/>
                </a:lnTo>
                <a:lnTo>
                  <a:pt x="502" y="675"/>
                </a:lnTo>
                <a:lnTo>
                  <a:pt x="501" y="675"/>
                </a:lnTo>
                <a:lnTo>
                  <a:pt x="500" y="676"/>
                </a:lnTo>
                <a:lnTo>
                  <a:pt x="500" y="677"/>
                </a:lnTo>
                <a:lnTo>
                  <a:pt x="500" y="678"/>
                </a:lnTo>
                <a:lnTo>
                  <a:pt x="499" y="678"/>
                </a:lnTo>
                <a:lnTo>
                  <a:pt x="498" y="678"/>
                </a:lnTo>
                <a:lnTo>
                  <a:pt x="498" y="679"/>
                </a:lnTo>
                <a:lnTo>
                  <a:pt x="498" y="680"/>
                </a:lnTo>
                <a:lnTo>
                  <a:pt x="498" y="681"/>
                </a:lnTo>
                <a:lnTo>
                  <a:pt x="497" y="681"/>
                </a:lnTo>
                <a:lnTo>
                  <a:pt x="497" y="682"/>
                </a:lnTo>
                <a:lnTo>
                  <a:pt x="498" y="683"/>
                </a:lnTo>
                <a:lnTo>
                  <a:pt x="499" y="685"/>
                </a:lnTo>
                <a:lnTo>
                  <a:pt x="498" y="687"/>
                </a:lnTo>
                <a:lnTo>
                  <a:pt x="496" y="687"/>
                </a:lnTo>
                <a:lnTo>
                  <a:pt x="495" y="687"/>
                </a:lnTo>
                <a:lnTo>
                  <a:pt x="496" y="688"/>
                </a:lnTo>
                <a:lnTo>
                  <a:pt x="497" y="689"/>
                </a:lnTo>
                <a:lnTo>
                  <a:pt x="498" y="689"/>
                </a:lnTo>
                <a:lnTo>
                  <a:pt x="498" y="688"/>
                </a:lnTo>
                <a:lnTo>
                  <a:pt x="499" y="689"/>
                </a:lnTo>
                <a:lnTo>
                  <a:pt x="498" y="689"/>
                </a:lnTo>
                <a:lnTo>
                  <a:pt x="497" y="690"/>
                </a:lnTo>
                <a:lnTo>
                  <a:pt x="497" y="691"/>
                </a:lnTo>
                <a:lnTo>
                  <a:pt x="497" y="692"/>
                </a:lnTo>
                <a:lnTo>
                  <a:pt x="498" y="693"/>
                </a:lnTo>
                <a:lnTo>
                  <a:pt x="498" y="694"/>
                </a:lnTo>
                <a:lnTo>
                  <a:pt x="499" y="694"/>
                </a:lnTo>
                <a:lnTo>
                  <a:pt x="500" y="693"/>
                </a:lnTo>
                <a:lnTo>
                  <a:pt x="501" y="693"/>
                </a:lnTo>
                <a:lnTo>
                  <a:pt x="502" y="691"/>
                </a:lnTo>
                <a:lnTo>
                  <a:pt x="502" y="690"/>
                </a:lnTo>
                <a:lnTo>
                  <a:pt x="504" y="689"/>
                </a:lnTo>
                <a:lnTo>
                  <a:pt x="505" y="690"/>
                </a:lnTo>
                <a:lnTo>
                  <a:pt x="504" y="690"/>
                </a:lnTo>
                <a:lnTo>
                  <a:pt x="504" y="691"/>
                </a:lnTo>
                <a:lnTo>
                  <a:pt x="504" y="692"/>
                </a:lnTo>
                <a:lnTo>
                  <a:pt x="505" y="693"/>
                </a:lnTo>
                <a:lnTo>
                  <a:pt x="506" y="693"/>
                </a:lnTo>
                <a:lnTo>
                  <a:pt x="507" y="693"/>
                </a:lnTo>
                <a:lnTo>
                  <a:pt x="507" y="694"/>
                </a:lnTo>
                <a:lnTo>
                  <a:pt x="507" y="695"/>
                </a:lnTo>
                <a:lnTo>
                  <a:pt x="508" y="696"/>
                </a:lnTo>
                <a:lnTo>
                  <a:pt x="508" y="697"/>
                </a:lnTo>
                <a:lnTo>
                  <a:pt x="508" y="698"/>
                </a:lnTo>
                <a:lnTo>
                  <a:pt x="508" y="699"/>
                </a:lnTo>
                <a:lnTo>
                  <a:pt x="508" y="700"/>
                </a:lnTo>
                <a:lnTo>
                  <a:pt x="507" y="700"/>
                </a:lnTo>
                <a:lnTo>
                  <a:pt x="506" y="700"/>
                </a:lnTo>
                <a:lnTo>
                  <a:pt x="506" y="701"/>
                </a:lnTo>
                <a:lnTo>
                  <a:pt x="505" y="701"/>
                </a:lnTo>
                <a:lnTo>
                  <a:pt x="505" y="702"/>
                </a:lnTo>
                <a:lnTo>
                  <a:pt x="506" y="702"/>
                </a:lnTo>
                <a:lnTo>
                  <a:pt x="506" y="703"/>
                </a:lnTo>
                <a:lnTo>
                  <a:pt x="506" y="704"/>
                </a:lnTo>
                <a:lnTo>
                  <a:pt x="507" y="705"/>
                </a:lnTo>
                <a:lnTo>
                  <a:pt x="507" y="706"/>
                </a:lnTo>
                <a:lnTo>
                  <a:pt x="507" y="707"/>
                </a:lnTo>
                <a:lnTo>
                  <a:pt x="506" y="708"/>
                </a:lnTo>
                <a:lnTo>
                  <a:pt x="507" y="710"/>
                </a:lnTo>
                <a:lnTo>
                  <a:pt x="508" y="710"/>
                </a:lnTo>
                <a:lnTo>
                  <a:pt x="507" y="711"/>
                </a:lnTo>
                <a:lnTo>
                  <a:pt x="508" y="713"/>
                </a:lnTo>
                <a:lnTo>
                  <a:pt x="510" y="713"/>
                </a:lnTo>
                <a:lnTo>
                  <a:pt x="510" y="714"/>
                </a:lnTo>
                <a:lnTo>
                  <a:pt x="510" y="715"/>
                </a:lnTo>
                <a:lnTo>
                  <a:pt x="511" y="715"/>
                </a:lnTo>
                <a:lnTo>
                  <a:pt x="512" y="716"/>
                </a:lnTo>
                <a:lnTo>
                  <a:pt x="511" y="716"/>
                </a:lnTo>
                <a:lnTo>
                  <a:pt x="510" y="716"/>
                </a:lnTo>
                <a:lnTo>
                  <a:pt x="508" y="715"/>
                </a:lnTo>
                <a:lnTo>
                  <a:pt x="508" y="716"/>
                </a:lnTo>
                <a:lnTo>
                  <a:pt x="508" y="717"/>
                </a:lnTo>
                <a:lnTo>
                  <a:pt x="508" y="718"/>
                </a:lnTo>
                <a:lnTo>
                  <a:pt x="506" y="719"/>
                </a:lnTo>
                <a:lnTo>
                  <a:pt x="505" y="719"/>
                </a:lnTo>
                <a:lnTo>
                  <a:pt x="506" y="721"/>
                </a:lnTo>
                <a:lnTo>
                  <a:pt x="506" y="722"/>
                </a:lnTo>
                <a:lnTo>
                  <a:pt x="507" y="724"/>
                </a:lnTo>
                <a:lnTo>
                  <a:pt x="507" y="725"/>
                </a:lnTo>
                <a:lnTo>
                  <a:pt x="507" y="726"/>
                </a:lnTo>
                <a:lnTo>
                  <a:pt x="507" y="727"/>
                </a:lnTo>
                <a:lnTo>
                  <a:pt x="508" y="728"/>
                </a:lnTo>
                <a:lnTo>
                  <a:pt x="508" y="729"/>
                </a:lnTo>
                <a:lnTo>
                  <a:pt x="508" y="730"/>
                </a:lnTo>
                <a:lnTo>
                  <a:pt x="508" y="731"/>
                </a:lnTo>
                <a:lnTo>
                  <a:pt x="510" y="731"/>
                </a:lnTo>
                <a:lnTo>
                  <a:pt x="512" y="731"/>
                </a:lnTo>
                <a:lnTo>
                  <a:pt x="513" y="731"/>
                </a:lnTo>
                <a:lnTo>
                  <a:pt x="514" y="731"/>
                </a:lnTo>
                <a:lnTo>
                  <a:pt x="515" y="731"/>
                </a:lnTo>
                <a:lnTo>
                  <a:pt x="516" y="731"/>
                </a:lnTo>
                <a:lnTo>
                  <a:pt x="517" y="732"/>
                </a:lnTo>
                <a:lnTo>
                  <a:pt x="517" y="733"/>
                </a:lnTo>
                <a:lnTo>
                  <a:pt x="517" y="734"/>
                </a:lnTo>
                <a:lnTo>
                  <a:pt x="518" y="734"/>
                </a:lnTo>
                <a:lnTo>
                  <a:pt x="518" y="735"/>
                </a:lnTo>
                <a:lnTo>
                  <a:pt x="519" y="736"/>
                </a:lnTo>
                <a:lnTo>
                  <a:pt x="519" y="737"/>
                </a:lnTo>
                <a:lnTo>
                  <a:pt x="518" y="737"/>
                </a:lnTo>
                <a:lnTo>
                  <a:pt x="519" y="737"/>
                </a:lnTo>
                <a:lnTo>
                  <a:pt x="519" y="738"/>
                </a:lnTo>
                <a:lnTo>
                  <a:pt x="519" y="740"/>
                </a:lnTo>
                <a:lnTo>
                  <a:pt x="518" y="739"/>
                </a:lnTo>
                <a:lnTo>
                  <a:pt x="517" y="739"/>
                </a:lnTo>
                <a:lnTo>
                  <a:pt x="517" y="740"/>
                </a:lnTo>
                <a:lnTo>
                  <a:pt x="517" y="741"/>
                </a:lnTo>
                <a:lnTo>
                  <a:pt x="516" y="744"/>
                </a:lnTo>
                <a:lnTo>
                  <a:pt x="515" y="744"/>
                </a:lnTo>
                <a:lnTo>
                  <a:pt x="515" y="745"/>
                </a:lnTo>
                <a:lnTo>
                  <a:pt x="514" y="746"/>
                </a:lnTo>
                <a:lnTo>
                  <a:pt x="514" y="747"/>
                </a:lnTo>
                <a:lnTo>
                  <a:pt x="514" y="748"/>
                </a:lnTo>
                <a:lnTo>
                  <a:pt x="513" y="748"/>
                </a:lnTo>
                <a:lnTo>
                  <a:pt x="512" y="748"/>
                </a:lnTo>
                <a:lnTo>
                  <a:pt x="512" y="749"/>
                </a:lnTo>
                <a:lnTo>
                  <a:pt x="512" y="751"/>
                </a:lnTo>
                <a:lnTo>
                  <a:pt x="513" y="752"/>
                </a:lnTo>
                <a:lnTo>
                  <a:pt x="512" y="752"/>
                </a:lnTo>
                <a:lnTo>
                  <a:pt x="511" y="752"/>
                </a:lnTo>
                <a:lnTo>
                  <a:pt x="511" y="753"/>
                </a:lnTo>
                <a:lnTo>
                  <a:pt x="507" y="753"/>
                </a:lnTo>
                <a:lnTo>
                  <a:pt x="506" y="753"/>
                </a:lnTo>
                <a:lnTo>
                  <a:pt x="505" y="754"/>
                </a:lnTo>
                <a:lnTo>
                  <a:pt x="504" y="754"/>
                </a:lnTo>
                <a:lnTo>
                  <a:pt x="503" y="753"/>
                </a:lnTo>
                <a:lnTo>
                  <a:pt x="502" y="754"/>
                </a:lnTo>
                <a:lnTo>
                  <a:pt x="501" y="754"/>
                </a:lnTo>
                <a:lnTo>
                  <a:pt x="501" y="753"/>
                </a:lnTo>
                <a:lnTo>
                  <a:pt x="500" y="753"/>
                </a:lnTo>
                <a:lnTo>
                  <a:pt x="500" y="754"/>
                </a:lnTo>
                <a:lnTo>
                  <a:pt x="499" y="754"/>
                </a:lnTo>
                <a:lnTo>
                  <a:pt x="499" y="755"/>
                </a:lnTo>
                <a:lnTo>
                  <a:pt x="498" y="755"/>
                </a:lnTo>
                <a:lnTo>
                  <a:pt x="498" y="754"/>
                </a:lnTo>
                <a:lnTo>
                  <a:pt x="498" y="753"/>
                </a:lnTo>
                <a:lnTo>
                  <a:pt x="499" y="753"/>
                </a:lnTo>
                <a:lnTo>
                  <a:pt x="500" y="753"/>
                </a:lnTo>
                <a:lnTo>
                  <a:pt x="500" y="752"/>
                </a:lnTo>
                <a:lnTo>
                  <a:pt x="499" y="752"/>
                </a:lnTo>
                <a:lnTo>
                  <a:pt x="498" y="752"/>
                </a:lnTo>
                <a:lnTo>
                  <a:pt x="498" y="753"/>
                </a:lnTo>
                <a:lnTo>
                  <a:pt x="497" y="753"/>
                </a:lnTo>
                <a:lnTo>
                  <a:pt x="498" y="754"/>
                </a:lnTo>
                <a:lnTo>
                  <a:pt x="497" y="755"/>
                </a:lnTo>
                <a:lnTo>
                  <a:pt x="496" y="755"/>
                </a:lnTo>
                <a:lnTo>
                  <a:pt x="495" y="755"/>
                </a:lnTo>
                <a:lnTo>
                  <a:pt x="494" y="755"/>
                </a:lnTo>
                <a:lnTo>
                  <a:pt x="493" y="757"/>
                </a:lnTo>
                <a:lnTo>
                  <a:pt x="493" y="758"/>
                </a:lnTo>
                <a:lnTo>
                  <a:pt x="494" y="758"/>
                </a:lnTo>
                <a:lnTo>
                  <a:pt x="495" y="759"/>
                </a:lnTo>
                <a:lnTo>
                  <a:pt x="495" y="761"/>
                </a:lnTo>
                <a:lnTo>
                  <a:pt x="494" y="761"/>
                </a:lnTo>
                <a:lnTo>
                  <a:pt x="494" y="762"/>
                </a:lnTo>
                <a:lnTo>
                  <a:pt x="494" y="763"/>
                </a:lnTo>
                <a:lnTo>
                  <a:pt x="495" y="763"/>
                </a:lnTo>
                <a:lnTo>
                  <a:pt x="495" y="764"/>
                </a:lnTo>
                <a:lnTo>
                  <a:pt x="494" y="764"/>
                </a:lnTo>
                <a:lnTo>
                  <a:pt x="494" y="765"/>
                </a:lnTo>
                <a:lnTo>
                  <a:pt x="494" y="767"/>
                </a:lnTo>
                <a:lnTo>
                  <a:pt x="493" y="768"/>
                </a:lnTo>
                <a:lnTo>
                  <a:pt x="493" y="769"/>
                </a:lnTo>
                <a:lnTo>
                  <a:pt x="492" y="770"/>
                </a:lnTo>
                <a:lnTo>
                  <a:pt x="492" y="771"/>
                </a:lnTo>
                <a:lnTo>
                  <a:pt x="491" y="773"/>
                </a:lnTo>
                <a:lnTo>
                  <a:pt x="491" y="775"/>
                </a:lnTo>
                <a:lnTo>
                  <a:pt x="490" y="777"/>
                </a:lnTo>
                <a:lnTo>
                  <a:pt x="490" y="779"/>
                </a:lnTo>
                <a:lnTo>
                  <a:pt x="489" y="779"/>
                </a:lnTo>
                <a:lnTo>
                  <a:pt x="489" y="780"/>
                </a:lnTo>
                <a:lnTo>
                  <a:pt x="490" y="786"/>
                </a:lnTo>
                <a:lnTo>
                  <a:pt x="490" y="787"/>
                </a:lnTo>
                <a:lnTo>
                  <a:pt x="491" y="787"/>
                </a:lnTo>
                <a:lnTo>
                  <a:pt x="492" y="787"/>
                </a:lnTo>
                <a:lnTo>
                  <a:pt x="492" y="788"/>
                </a:lnTo>
                <a:lnTo>
                  <a:pt x="492" y="789"/>
                </a:lnTo>
                <a:lnTo>
                  <a:pt x="493" y="789"/>
                </a:lnTo>
                <a:lnTo>
                  <a:pt x="493" y="790"/>
                </a:lnTo>
                <a:lnTo>
                  <a:pt x="493" y="792"/>
                </a:lnTo>
                <a:lnTo>
                  <a:pt x="493" y="795"/>
                </a:lnTo>
                <a:lnTo>
                  <a:pt x="493" y="796"/>
                </a:lnTo>
                <a:lnTo>
                  <a:pt x="494" y="796"/>
                </a:lnTo>
                <a:lnTo>
                  <a:pt x="497" y="796"/>
                </a:lnTo>
                <a:lnTo>
                  <a:pt x="497" y="797"/>
                </a:lnTo>
                <a:lnTo>
                  <a:pt x="497" y="799"/>
                </a:lnTo>
                <a:lnTo>
                  <a:pt x="497" y="800"/>
                </a:lnTo>
                <a:lnTo>
                  <a:pt x="498" y="800"/>
                </a:lnTo>
                <a:lnTo>
                  <a:pt x="498" y="801"/>
                </a:lnTo>
                <a:lnTo>
                  <a:pt x="498" y="802"/>
                </a:lnTo>
                <a:lnTo>
                  <a:pt x="498" y="803"/>
                </a:lnTo>
                <a:lnTo>
                  <a:pt x="498" y="804"/>
                </a:lnTo>
                <a:lnTo>
                  <a:pt x="497" y="805"/>
                </a:lnTo>
                <a:lnTo>
                  <a:pt x="498" y="806"/>
                </a:lnTo>
                <a:lnTo>
                  <a:pt x="498" y="807"/>
                </a:lnTo>
                <a:lnTo>
                  <a:pt x="497" y="809"/>
                </a:lnTo>
                <a:lnTo>
                  <a:pt x="497" y="810"/>
                </a:lnTo>
                <a:lnTo>
                  <a:pt x="498" y="810"/>
                </a:lnTo>
                <a:lnTo>
                  <a:pt x="500" y="811"/>
                </a:lnTo>
                <a:lnTo>
                  <a:pt x="500" y="813"/>
                </a:lnTo>
                <a:lnTo>
                  <a:pt x="499" y="813"/>
                </a:lnTo>
                <a:lnTo>
                  <a:pt x="499" y="814"/>
                </a:lnTo>
                <a:lnTo>
                  <a:pt x="499" y="816"/>
                </a:lnTo>
                <a:lnTo>
                  <a:pt x="500" y="816"/>
                </a:lnTo>
                <a:lnTo>
                  <a:pt x="501" y="816"/>
                </a:lnTo>
                <a:lnTo>
                  <a:pt x="503" y="817"/>
                </a:lnTo>
                <a:lnTo>
                  <a:pt x="503" y="818"/>
                </a:lnTo>
                <a:lnTo>
                  <a:pt x="504" y="818"/>
                </a:lnTo>
                <a:lnTo>
                  <a:pt x="506" y="818"/>
                </a:lnTo>
                <a:lnTo>
                  <a:pt x="506" y="819"/>
                </a:lnTo>
                <a:lnTo>
                  <a:pt x="507" y="818"/>
                </a:lnTo>
                <a:lnTo>
                  <a:pt x="507" y="817"/>
                </a:lnTo>
                <a:lnTo>
                  <a:pt x="508" y="817"/>
                </a:lnTo>
                <a:lnTo>
                  <a:pt x="510" y="817"/>
                </a:lnTo>
                <a:lnTo>
                  <a:pt x="514" y="817"/>
                </a:lnTo>
                <a:lnTo>
                  <a:pt x="515" y="817"/>
                </a:lnTo>
                <a:lnTo>
                  <a:pt x="516" y="817"/>
                </a:lnTo>
                <a:lnTo>
                  <a:pt x="517" y="817"/>
                </a:lnTo>
                <a:lnTo>
                  <a:pt x="519" y="817"/>
                </a:lnTo>
                <a:lnTo>
                  <a:pt x="519" y="816"/>
                </a:lnTo>
                <a:lnTo>
                  <a:pt x="519" y="815"/>
                </a:lnTo>
                <a:lnTo>
                  <a:pt x="520" y="815"/>
                </a:lnTo>
                <a:lnTo>
                  <a:pt x="520" y="816"/>
                </a:lnTo>
                <a:lnTo>
                  <a:pt x="520" y="817"/>
                </a:lnTo>
                <a:lnTo>
                  <a:pt x="520" y="818"/>
                </a:lnTo>
                <a:lnTo>
                  <a:pt x="520" y="819"/>
                </a:lnTo>
                <a:lnTo>
                  <a:pt x="520" y="820"/>
                </a:lnTo>
                <a:lnTo>
                  <a:pt x="520" y="821"/>
                </a:lnTo>
                <a:lnTo>
                  <a:pt x="520" y="822"/>
                </a:lnTo>
                <a:lnTo>
                  <a:pt x="521" y="822"/>
                </a:lnTo>
                <a:lnTo>
                  <a:pt x="522" y="822"/>
                </a:lnTo>
                <a:lnTo>
                  <a:pt x="522" y="823"/>
                </a:lnTo>
                <a:lnTo>
                  <a:pt x="521" y="823"/>
                </a:lnTo>
                <a:lnTo>
                  <a:pt x="521" y="825"/>
                </a:lnTo>
                <a:lnTo>
                  <a:pt x="522" y="825"/>
                </a:lnTo>
                <a:lnTo>
                  <a:pt x="522" y="826"/>
                </a:lnTo>
                <a:lnTo>
                  <a:pt x="522" y="827"/>
                </a:lnTo>
                <a:lnTo>
                  <a:pt x="522" y="828"/>
                </a:lnTo>
                <a:lnTo>
                  <a:pt x="523" y="829"/>
                </a:lnTo>
                <a:lnTo>
                  <a:pt x="524" y="829"/>
                </a:lnTo>
                <a:lnTo>
                  <a:pt x="526" y="828"/>
                </a:lnTo>
                <a:lnTo>
                  <a:pt x="527" y="827"/>
                </a:lnTo>
                <a:lnTo>
                  <a:pt x="529" y="827"/>
                </a:lnTo>
                <a:lnTo>
                  <a:pt x="529" y="828"/>
                </a:lnTo>
                <a:lnTo>
                  <a:pt x="531" y="828"/>
                </a:lnTo>
                <a:lnTo>
                  <a:pt x="531" y="827"/>
                </a:lnTo>
                <a:lnTo>
                  <a:pt x="530" y="827"/>
                </a:lnTo>
                <a:lnTo>
                  <a:pt x="531" y="826"/>
                </a:lnTo>
                <a:lnTo>
                  <a:pt x="532" y="827"/>
                </a:lnTo>
                <a:lnTo>
                  <a:pt x="533" y="826"/>
                </a:lnTo>
                <a:lnTo>
                  <a:pt x="534" y="825"/>
                </a:lnTo>
                <a:lnTo>
                  <a:pt x="536" y="825"/>
                </a:lnTo>
                <a:lnTo>
                  <a:pt x="540" y="823"/>
                </a:lnTo>
                <a:lnTo>
                  <a:pt x="541" y="823"/>
                </a:lnTo>
                <a:lnTo>
                  <a:pt x="541" y="824"/>
                </a:lnTo>
                <a:lnTo>
                  <a:pt x="540" y="824"/>
                </a:lnTo>
                <a:lnTo>
                  <a:pt x="542" y="824"/>
                </a:lnTo>
                <a:lnTo>
                  <a:pt x="543" y="824"/>
                </a:lnTo>
                <a:lnTo>
                  <a:pt x="544" y="824"/>
                </a:lnTo>
                <a:lnTo>
                  <a:pt x="544" y="823"/>
                </a:lnTo>
                <a:lnTo>
                  <a:pt x="544" y="822"/>
                </a:lnTo>
                <a:lnTo>
                  <a:pt x="548" y="820"/>
                </a:lnTo>
                <a:lnTo>
                  <a:pt x="548" y="821"/>
                </a:lnTo>
                <a:lnTo>
                  <a:pt x="548" y="822"/>
                </a:lnTo>
                <a:lnTo>
                  <a:pt x="548" y="823"/>
                </a:lnTo>
                <a:lnTo>
                  <a:pt x="548" y="824"/>
                </a:lnTo>
                <a:lnTo>
                  <a:pt x="548" y="823"/>
                </a:lnTo>
                <a:lnTo>
                  <a:pt x="549" y="823"/>
                </a:lnTo>
                <a:lnTo>
                  <a:pt x="549" y="824"/>
                </a:lnTo>
                <a:lnTo>
                  <a:pt x="550" y="824"/>
                </a:lnTo>
                <a:lnTo>
                  <a:pt x="550" y="825"/>
                </a:lnTo>
                <a:lnTo>
                  <a:pt x="553" y="825"/>
                </a:lnTo>
                <a:lnTo>
                  <a:pt x="552" y="825"/>
                </a:lnTo>
                <a:lnTo>
                  <a:pt x="552" y="826"/>
                </a:lnTo>
                <a:lnTo>
                  <a:pt x="552" y="827"/>
                </a:lnTo>
                <a:lnTo>
                  <a:pt x="551" y="828"/>
                </a:lnTo>
                <a:lnTo>
                  <a:pt x="551" y="830"/>
                </a:lnTo>
                <a:lnTo>
                  <a:pt x="551" y="831"/>
                </a:lnTo>
                <a:lnTo>
                  <a:pt x="551" y="832"/>
                </a:lnTo>
                <a:lnTo>
                  <a:pt x="552" y="833"/>
                </a:lnTo>
                <a:lnTo>
                  <a:pt x="551" y="833"/>
                </a:lnTo>
                <a:lnTo>
                  <a:pt x="551" y="834"/>
                </a:lnTo>
                <a:lnTo>
                  <a:pt x="552" y="834"/>
                </a:lnTo>
                <a:lnTo>
                  <a:pt x="553" y="835"/>
                </a:lnTo>
                <a:lnTo>
                  <a:pt x="553" y="836"/>
                </a:lnTo>
                <a:lnTo>
                  <a:pt x="554" y="838"/>
                </a:lnTo>
                <a:lnTo>
                  <a:pt x="554" y="839"/>
                </a:lnTo>
                <a:lnTo>
                  <a:pt x="555" y="840"/>
                </a:lnTo>
                <a:lnTo>
                  <a:pt x="556" y="840"/>
                </a:lnTo>
                <a:lnTo>
                  <a:pt x="557" y="840"/>
                </a:lnTo>
                <a:lnTo>
                  <a:pt x="557" y="841"/>
                </a:lnTo>
                <a:lnTo>
                  <a:pt x="558" y="842"/>
                </a:lnTo>
                <a:lnTo>
                  <a:pt x="558" y="841"/>
                </a:lnTo>
                <a:lnTo>
                  <a:pt x="559" y="841"/>
                </a:lnTo>
                <a:lnTo>
                  <a:pt x="559" y="842"/>
                </a:lnTo>
                <a:lnTo>
                  <a:pt x="559" y="843"/>
                </a:lnTo>
                <a:lnTo>
                  <a:pt x="559" y="844"/>
                </a:lnTo>
                <a:lnTo>
                  <a:pt x="560" y="844"/>
                </a:lnTo>
                <a:lnTo>
                  <a:pt x="561" y="844"/>
                </a:lnTo>
                <a:lnTo>
                  <a:pt x="562" y="843"/>
                </a:lnTo>
                <a:lnTo>
                  <a:pt x="563" y="843"/>
                </a:lnTo>
                <a:lnTo>
                  <a:pt x="563" y="842"/>
                </a:lnTo>
                <a:lnTo>
                  <a:pt x="563" y="841"/>
                </a:lnTo>
                <a:lnTo>
                  <a:pt x="565" y="841"/>
                </a:lnTo>
                <a:lnTo>
                  <a:pt x="566" y="839"/>
                </a:lnTo>
                <a:lnTo>
                  <a:pt x="567" y="839"/>
                </a:lnTo>
                <a:lnTo>
                  <a:pt x="567" y="838"/>
                </a:lnTo>
                <a:lnTo>
                  <a:pt x="567" y="837"/>
                </a:lnTo>
                <a:lnTo>
                  <a:pt x="568" y="837"/>
                </a:lnTo>
                <a:lnTo>
                  <a:pt x="568" y="836"/>
                </a:lnTo>
                <a:lnTo>
                  <a:pt x="569" y="836"/>
                </a:lnTo>
                <a:lnTo>
                  <a:pt x="569" y="837"/>
                </a:lnTo>
                <a:lnTo>
                  <a:pt x="570" y="837"/>
                </a:lnTo>
                <a:lnTo>
                  <a:pt x="570" y="836"/>
                </a:lnTo>
                <a:lnTo>
                  <a:pt x="571" y="836"/>
                </a:lnTo>
                <a:lnTo>
                  <a:pt x="573" y="835"/>
                </a:lnTo>
                <a:lnTo>
                  <a:pt x="574" y="835"/>
                </a:lnTo>
                <a:lnTo>
                  <a:pt x="575" y="835"/>
                </a:lnTo>
                <a:lnTo>
                  <a:pt x="575" y="834"/>
                </a:lnTo>
                <a:lnTo>
                  <a:pt x="575" y="833"/>
                </a:lnTo>
                <a:lnTo>
                  <a:pt x="576" y="833"/>
                </a:lnTo>
                <a:lnTo>
                  <a:pt x="576" y="831"/>
                </a:lnTo>
                <a:lnTo>
                  <a:pt x="577" y="830"/>
                </a:lnTo>
                <a:lnTo>
                  <a:pt x="578" y="830"/>
                </a:lnTo>
                <a:lnTo>
                  <a:pt x="579" y="830"/>
                </a:lnTo>
                <a:lnTo>
                  <a:pt x="579" y="831"/>
                </a:lnTo>
                <a:lnTo>
                  <a:pt x="578" y="832"/>
                </a:lnTo>
                <a:lnTo>
                  <a:pt x="580" y="832"/>
                </a:lnTo>
                <a:lnTo>
                  <a:pt x="580" y="833"/>
                </a:lnTo>
                <a:lnTo>
                  <a:pt x="580" y="834"/>
                </a:lnTo>
                <a:lnTo>
                  <a:pt x="580" y="835"/>
                </a:lnTo>
                <a:lnTo>
                  <a:pt x="582" y="835"/>
                </a:lnTo>
                <a:lnTo>
                  <a:pt x="583" y="835"/>
                </a:lnTo>
                <a:lnTo>
                  <a:pt x="584" y="837"/>
                </a:lnTo>
                <a:lnTo>
                  <a:pt x="584" y="838"/>
                </a:lnTo>
                <a:lnTo>
                  <a:pt x="584" y="839"/>
                </a:lnTo>
                <a:lnTo>
                  <a:pt x="583" y="839"/>
                </a:lnTo>
                <a:lnTo>
                  <a:pt x="582" y="839"/>
                </a:lnTo>
                <a:lnTo>
                  <a:pt x="582" y="840"/>
                </a:lnTo>
                <a:lnTo>
                  <a:pt x="581" y="842"/>
                </a:lnTo>
                <a:lnTo>
                  <a:pt x="582" y="842"/>
                </a:lnTo>
                <a:lnTo>
                  <a:pt x="583" y="842"/>
                </a:lnTo>
                <a:lnTo>
                  <a:pt x="583" y="841"/>
                </a:lnTo>
                <a:lnTo>
                  <a:pt x="584" y="841"/>
                </a:lnTo>
                <a:lnTo>
                  <a:pt x="585" y="841"/>
                </a:lnTo>
                <a:lnTo>
                  <a:pt x="582" y="843"/>
                </a:lnTo>
                <a:lnTo>
                  <a:pt x="583" y="845"/>
                </a:lnTo>
                <a:lnTo>
                  <a:pt x="585" y="847"/>
                </a:lnTo>
                <a:lnTo>
                  <a:pt x="586" y="846"/>
                </a:lnTo>
                <a:lnTo>
                  <a:pt x="586" y="847"/>
                </a:lnTo>
                <a:lnTo>
                  <a:pt x="587" y="846"/>
                </a:lnTo>
                <a:lnTo>
                  <a:pt x="588" y="846"/>
                </a:lnTo>
                <a:lnTo>
                  <a:pt x="590" y="845"/>
                </a:lnTo>
                <a:lnTo>
                  <a:pt x="590" y="844"/>
                </a:lnTo>
                <a:lnTo>
                  <a:pt x="590" y="843"/>
                </a:lnTo>
                <a:lnTo>
                  <a:pt x="591" y="843"/>
                </a:lnTo>
                <a:lnTo>
                  <a:pt x="592" y="843"/>
                </a:lnTo>
                <a:lnTo>
                  <a:pt x="592" y="844"/>
                </a:lnTo>
                <a:lnTo>
                  <a:pt x="592" y="845"/>
                </a:lnTo>
                <a:lnTo>
                  <a:pt x="593" y="846"/>
                </a:lnTo>
                <a:lnTo>
                  <a:pt x="594" y="846"/>
                </a:lnTo>
                <a:lnTo>
                  <a:pt x="595" y="845"/>
                </a:lnTo>
                <a:lnTo>
                  <a:pt x="595" y="844"/>
                </a:lnTo>
                <a:lnTo>
                  <a:pt x="596" y="844"/>
                </a:lnTo>
                <a:lnTo>
                  <a:pt x="597" y="844"/>
                </a:lnTo>
                <a:lnTo>
                  <a:pt x="598" y="844"/>
                </a:lnTo>
                <a:lnTo>
                  <a:pt x="599" y="844"/>
                </a:lnTo>
                <a:lnTo>
                  <a:pt x="600" y="844"/>
                </a:lnTo>
                <a:lnTo>
                  <a:pt x="600" y="843"/>
                </a:lnTo>
                <a:lnTo>
                  <a:pt x="600" y="842"/>
                </a:lnTo>
                <a:lnTo>
                  <a:pt x="601" y="842"/>
                </a:lnTo>
                <a:lnTo>
                  <a:pt x="600" y="842"/>
                </a:lnTo>
                <a:lnTo>
                  <a:pt x="600" y="841"/>
                </a:lnTo>
                <a:lnTo>
                  <a:pt x="600" y="840"/>
                </a:lnTo>
                <a:lnTo>
                  <a:pt x="601" y="840"/>
                </a:lnTo>
                <a:lnTo>
                  <a:pt x="602" y="840"/>
                </a:lnTo>
                <a:lnTo>
                  <a:pt x="602" y="841"/>
                </a:lnTo>
                <a:lnTo>
                  <a:pt x="602" y="842"/>
                </a:lnTo>
                <a:lnTo>
                  <a:pt x="602" y="843"/>
                </a:lnTo>
                <a:lnTo>
                  <a:pt x="603" y="843"/>
                </a:lnTo>
                <a:lnTo>
                  <a:pt x="604" y="842"/>
                </a:lnTo>
                <a:lnTo>
                  <a:pt x="605" y="841"/>
                </a:lnTo>
                <a:lnTo>
                  <a:pt x="606" y="841"/>
                </a:lnTo>
                <a:lnTo>
                  <a:pt x="607" y="841"/>
                </a:lnTo>
                <a:lnTo>
                  <a:pt x="607" y="840"/>
                </a:lnTo>
                <a:lnTo>
                  <a:pt x="608" y="838"/>
                </a:lnTo>
                <a:lnTo>
                  <a:pt x="607" y="838"/>
                </a:lnTo>
                <a:lnTo>
                  <a:pt x="608" y="837"/>
                </a:lnTo>
                <a:lnTo>
                  <a:pt x="609" y="837"/>
                </a:lnTo>
                <a:lnTo>
                  <a:pt x="609" y="836"/>
                </a:lnTo>
                <a:lnTo>
                  <a:pt x="611" y="835"/>
                </a:lnTo>
                <a:lnTo>
                  <a:pt x="612" y="834"/>
                </a:lnTo>
                <a:lnTo>
                  <a:pt x="614" y="833"/>
                </a:lnTo>
                <a:lnTo>
                  <a:pt x="616" y="832"/>
                </a:lnTo>
                <a:lnTo>
                  <a:pt x="617" y="832"/>
                </a:lnTo>
                <a:lnTo>
                  <a:pt x="618" y="832"/>
                </a:lnTo>
                <a:lnTo>
                  <a:pt x="619" y="832"/>
                </a:lnTo>
                <a:lnTo>
                  <a:pt x="619" y="831"/>
                </a:lnTo>
                <a:lnTo>
                  <a:pt x="618" y="830"/>
                </a:lnTo>
                <a:lnTo>
                  <a:pt x="620" y="830"/>
                </a:lnTo>
                <a:lnTo>
                  <a:pt x="622" y="830"/>
                </a:lnTo>
                <a:lnTo>
                  <a:pt x="624" y="831"/>
                </a:lnTo>
                <a:lnTo>
                  <a:pt x="625" y="830"/>
                </a:lnTo>
                <a:lnTo>
                  <a:pt x="625" y="831"/>
                </a:lnTo>
                <a:lnTo>
                  <a:pt x="625" y="832"/>
                </a:lnTo>
                <a:lnTo>
                  <a:pt x="626" y="833"/>
                </a:lnTo>
                <a:lnTo>
                  <a:pt x="628" y="832"/>
                </a:lnTo>
                <a:lnTo>
                  <a:pt x="628" y="831"/>
                </a:lnTo>
                <a:lnTo>
                  <a:pt x="628" y="830"/>
                </a:lnTo>
                <a:lnTo>
                  <a:pt x="628" y="829"/>
                </a:lnTo>
                <a:lnTo>
                  <a:pt x="629" y="829"/>
                </a:lnTo>
                <a:lnTo>
                  <a:pt x="630" y="829"/>
                </a:lnTo>
                <a:lnTo>
                  <a:pt x="631" y="830"/>
                </a:lnTo>
                <a:lnTo>
                  <a:pt x="632" y="829"/>
                </a:lnTo>
                <a:lnTo>
                  <a:pt x="633" y="829"/>
                </a:lnTo>
                <a:lnTo>
                  <a:pt x="633" y="830"/>
                </a:lnTo>
                <a:lnTo>
                  <a:pt x="634" y="830"/>
                </a:lnTo>
                <a:lnTo>
                  <a:pt x="634" y="829"/>
                </a:lnTo>
                <a:lnTo>
                  <a:pt x="635" y="829"/>
                </a:lnTo>
                <a:lnTo>
                  <a:pt x="636" y="829"/>
                </a:lnTo>
                <a:lnTo>
                  <a:pt x="637" y="832"/>
                </a:lnTo>
                <a:lnTo>
                  <a:pt x="638" y="834"/>
                </a:lnTo>
                <a:lnTo>
                  <a:pt x="637" y="834"/>
                </a:lnTo>
                <a:lnTo>
                  <a:pt x="638" y="834"/>
                </a:lnTo>
                <a:lnTo>
                  <a:pt x="638" y="835"/>
                </a:lnTo>
                <a:lnTo>
                  <a:pt x="639" y="836"/>
                </a:lnTo>
                <a:lnTo>
                  <a:pt x="638" y="836"/>
                </a:lnTo>
                <a:lnTo>
                  <a:pt x="639" y="837"/>
                </a:lnTo>
                <a:lnTo>
                  <a:pt x="639" y="838"/>
                </a:lnTo>
                <a:lnTo>
                  <a:pt x="640" y="839"/>
                </a:lnTo>
                <a:lnTo>
                  <a:pt x="641" y="842"/>
                </a:lnTo>
                <a:lnTo>
                  <a:pt x="642" y="842"/>
                </a:lnTo>
                <a:lnTo>
                  <a:pt x="642" y="843"/>
                </a:lnTo>
                <a:lnTo>
                  <a:pt x="642" y="844"/>
                </a:lnTo>
                <a:lnTo>
                  <a:pt x="644" y="847"/>
                </a:lnTo>
                <a:lnTo>
                  <a:pt x="645" y="848"/>
                </a:lnTo>
                <a:lnTo>
                  <a:pt x="646" y="852"/>
                </a:lnTo>
                <a:lnTo>
                  <a:pt x="646" y="853"/>
                </a:lnTo>
                <a:lnTo>
                  <a:pt x="646" y="854"/>
                </a:lnTo>
                <a:lnTo>
                  <a:pt x="646" y="853"/>
                </a:lnTo>
                <a:lnTo>
                  <a:pt x="647" y="853"/>
                </a:lnTo>
                <a:lnTo>
                  <a:pt x="647" y="854"/>
                </a:lnTo>
                <a:lnTo>
                  <a:pt x="648" y="855"/>
                </a:lnTo>
                <a:lnTo>
                  <a:pt x="650" y="857"/>
                </a:lnTo>
                <a:lnTo>
                  <a:pt x="651" y="857"/>
                </a:lnTo>
                <a:lnTo>
                  <a:pt x="651" y="859"/>
                </a:lnTo>
                <a:lnTo>
                  <a:pt x="652" y="859"/>
                </a:lnTo>
                <a:lnTo>
                  <a:pt x="652" y="860"/>
                </a:lnTo>
                <a:lnTo>
                  <a:pt x="653" y="860"/>
                </a:lnTo>
                <a:lnTo>
                  <a:pt x="653" y="861"/>
                </a:lnTo>
                <a:lnTo>
                  <a:pt x="654" y="863"/>
                </a:lnTo>
                <a:lnTo>
                  <a:pt x="655" y="865"/>
                </a:lnTo>
                <a:lnTo>
                  <a:pt x="656" y="865"/>
                </a:lnTo>
                <a:lnTo>
                  <a:pt x="656" y="866"/>
                </a:lnTo>
                <a:lnTo>
                  <a:pt x="657" y="867"/>
                </a:lnTo>
                <a:lnTo>
                  <a:pt x="658" y="869"/>
                </a:lnTo>
                <a:lnTo>
                  <a:pt x="660" y="872"/>
                </a:lnTo>
                <a:lnTo>
                  <a:pt x="660" y="873"/>
                </a:lnTo>
                <a:lnTo>
                  <a:pt x="662" y="875"/>
                </a:lnTo>
                <a:lnTo>
                  <a:pt x="664" y="877"/>
                </a:lnTo>
                <a:lnTo>
                  <a:pt x="666" y="879"/>
                </a:lnTo>
                <a:lnTo>
                  <a:pt x="666" y="880"/>
                </a:lnTo>
                <a:lnTo>
                  <a:pt x="667" y="881"/>
                </a:lnTo>
                <a:lnTo>
                  <a:pt x="668" y="881"/>
                </a:lnTo>
                <a:lnTo>
                  <a:pt x="669" y="882"/>
                </a:lnTo>
                <a:lnTo>
                  <a:pt x="670" y="883"/>
                </a:lnTo>
                <a:lnTo>
                  <a:pt x="671" y="884"/>
                </a:lnTo>
                <a:lnTo>
                  <a:pt x="672" y="883"/>
                </a:lnTo>
                <a:lnTo>
                  <a:pt x="671" y="882"/>
                </a:lnTo>
                <a:lnTo>
                  <a:pt x="672" y="881"/>
                </a:lnTo>
                <a:lnTo>
                  <a:pt x="673" y="879"/>
                </a:lnTo>
                <a:lnTo>
                  <a:pt x="675" y="880"/>
                </a:lnTo>
                <a:lnTo>
                  <a:pt x="677" y="878"/>
                </a:lnTo>
                <a:lnTo>
                  <a:pt x="678" y="879"/>
                </a:lnTo>
                <a:lnTo>
                  <a:pt x="681" y="876"/>
                </a:lnTo>
                <a:lnTo>
                  <a:pt x="684" y="876"/>
                </a:lnTo>
                <a:lnTo>
                  <a:pt x="685" y="877"/>
                </a:lnTo>
                <a:lnTo>
                  <a:pt x="681" y="882"/>
                </a:lnTo>
                <a:lnTo>
                  <a:pt x="682" y="883"/>
                </a:lnTo>
                <a:lnTo>
                  <a:pt x="688" y="877"/>
                </a:lnTo>
                <a:lnTo>
                  <a:pt x="693" y="873"/>
                </a:lnTo>
                <a:lnTo>
                  <a:pt x="696" y="870"/>
                </a:lnTo>
                <a:lnTo>
                  <a:pt x="698" y="873"/>
                </a:lnTo>
                <a:lnTo>
                  <a:pt x="695" y="875"/>
                </a:lnTo>
                <a:lnTo>
                  <a:pt x="695" y="876"/>
                </a:lnTo>
                <a:lnTo>
                  <a:pt x="695" y="877"/>
                </a:lnTo>
                <a:lnTo>
                  <a:pt x="693" y="879"/>
                </a:lnTo>
                <a:lnTo>
                  <a:pt x="691" y="880"/>
                </a:lnTo>
                <a:lnTo>
                  <a:pt x="689" y="880"/>
                </a:lnTo>
                <a:lnTo>
                  <a:pt x="688" y="880"/>
                </a:lnTo>
                <a:lnTo>
                  <a:pt x="688" y="881"/>
                </a:lnTo>
                <a:lnTo>
                  <a:pt x="687" y="881"/>
                </a:lnTo>
                <a:lnTo>
                  <a:pt x="687" y="882"/>
                </a:lnTo>
                <a:lnTo>
                  <a:pt x="690" y="884"/>
                </a:lnTo>
                <a:lnTo>
                  <a:pt x="691" y="883"/>
                </a:lnTo>
                <a:lnTo>
                  <a:pt x="693" y="882"/>
                </a:lnTo>
                <a:lnTo>
                  <a:pt x="693" y="883"/>
                </a:lnTo>
                <a:lnTo>
                  <a:pt x="692" y="883"/>
                </a:lnTo>
                <a:lnTo>
                  <a:pt x="690" y="886"/>
                </a:lnTo>
                <a:lnTo>
                  <a:pt x="685" y="892"/>
                </a:lnTo>
                <a:lnTo>
                  <a:pt x="685" y="893"/>
                </a:lnTo>
                <a:lnTo>
                  <a:pt x="686" y="893"/>
                </a:lnTo>
                <a:lnTo>
                  <a:pt x="686" y="894"/>
                </a:lnTo>
                <a:lnTo>
                  <a:pt x="686" y="895"/>
                </a:lnTo>
                <a:lnTo>
                  <a:pt x="685" y="896"/>
                </a:lnTo>
                <a:lnTo>
                  <a:pt x="684" y="896"/>
                </a:lnTo>
                <a:lnTo>
                  <a:pt x="683" y="896"/>
                </a:lnTo>
                <a:lnTo>
                  <a:pt x="682" y="896"/>
                </a:lnTo>
                <a:lnTo>
                  <a:pt x="681" y="896"/>
                </a:lnTo>
                <a:lnTo>
                  <a:pt x="679" y="894"/>
                </a:lnTo>
                <a:lnTo>
                  <a:pt x="678" y="894"/>
                </a:lnTo>
                <a:lnTo>
                  <a:pt x="677" y="896"/>
                </a:lnTo>
                <a:lnTo>
                  <a:pt x="677" y="897"/>
                </a:lnTo>
                <a:lnTo>
                  <a:pt x="680" y="900"/>
                </a:lnTo>
                <a:lnTo>
                  <a:pt x="681" y="901"/>
                </a:lnTo>
                <a:lnTo>
                  <a:pt x="681" y="903"/>
                </a:lnTo>
                <a:lnTo>
                  <a:pt x="680" y="903"/>
                </a:lnTo>
                <a:lnTo>
                  <a:pt x="680" y="904"/>
                </a:lnTo>
                <a:lnTo>
                  <a:pt x="679" y="904"/>
                </a:lnTo>
                <a:lnTo>
                  <a:pt x="679" y="905"/>
                </a:lnTo>
                <a:lnTo>
                  <a:pt x="680" y="906"/>
                </a:lnTo>
                <a:lnTo>
                  <a:pt x="679" y="908"/>
                </a:lnTo>
                <a:lnTo>
                  <a:pt x="678" y="908"/>
                </a:lnTo>
                <a:lnTo>
                  <a:pt x="678" y="909"/>
                </a:lnTo>
                <a:lnTo>
                  <a:pt x="678" y="910"/>
                </a:lnTo>
                <a:lnTo>
                  <a:pt x="679" y="911"/>
                </a:lnTo>
                <a:lnTo>
                  <a:pt x="679" y="912"/>
                </a:lnTo>
                <a:lnTo>
                  <a:pt x="678" y="914"/>
                </a:lnTo>
                <a:lnTo>
                  <a:pt x="679" y="914"/>
                </a:lnTo>
                <a:lnTo>
                  <a:pt x="679" y="915"/>
                </a:lnTo>
                <a:lnTo>
                  <a:pt x="680" y="915"/>
                </a:lnTo>
                <a:lnTo>
                  <a:pt x="679" y="917"/>
                </a:lnTo>
                <a:lnTo>
                  <a:pt x="679" y="916"/>
                </a:lnTo>
                <a:lnTo>
                  <a:pt x="677" y="917"/>
                </a:lnTo>
                <a:lnTo>
                  <a:pt x="676" y="917"/>
                </a:lnTo>
                <a:lnTo>
                  <a:pt x="675" y="918"/>
                </a:lnTo>
                <a:lnTo>
                  <a:pt x="675" y="919"/>
                </a:lnTo>
                <a:lnTo>
                  <a:pt x="676" y="921"/>
                </a:lnTo>
                <a:lnTo>
                  <a:pt x="676" y="922"/>
                </a:lnTo>
                <a:lnTo>
                  <a:pt x="677" y="923"/>
                </a:lnTo>
                <a:lnTo>
                  <a:pt x="677" y="924"/>
                </a:lnTo>
                <a:lnTo>
                  <a:pt x="676" y="924"/>
                </a:lnTo>
                <a:lnTo>
                  <a:pt x="675" y="925"/>
                </a:lnTo>
                <a:lnTo>
                  <a:pt x="674" y="926"/>
                </a:lnTo>
                <a:lnTo>
                  <a:pt x="673" y="926"/>
                </a:lnTo>
                <a:lnTo>
                  <a:pt x="672" y="927"/>
                </a:lnTo>
                <a:lnTo>
                  <a:pt x="672" y="929"/>
                </a:lnTo>
                <a:lnTo>
                  <a:pt x="671" y="930"/>
                </a:lnTo>
                <a:lnTo>
                  <a:pt x="671" y="932"/>
                </a:lnTo>
                <a:lnTo>
                  <a:pt x="671" y="933"/>
                </a:lnTo>
                <a:lnTo>
                  <a:pt x="670" y="934"/>
                </a:lnTo>
                <a:lnTo>
                  <a:pt x="669" y="935"/>
                </a:lnTo>
                <a:lnTo>
                  <a:pt x="668" y="937"/>
                </a:lnTo>
                <a:lnTo>
                  <a:pt x="667" y="938"/>
                </a:lnTo>
                <a:lnTo>
                  <a:pt x="666" y="937"/>
                </a:lnTo>
                <a:lnTo>
                  <a:pt x="664" y="937"/>
                </a:lnTo>
                <a:lnTo>
                  <a:pt x="663" y="938"/>
                </a:lnTo>
                <a:lnTo>
                  <a:pt x="662" y="938"/>
                </a:lnTo>
                <a:lnTo>
                  <a:pt x="662" y="939"/>
                </a:lnTo>
                <a:lnTo>
                  <a:pt x="661" y="939"/>
                </a:lnTo>
                <a:lnTo>
                  <a:pt x="660" y="939"/>
                </a:lnTo>
                <a:lnTo>
                  <a:pt x="659" y="939"/>
                </a:lnTo>
                <a:lnTo>
                  <a:pt x="658" y="939"/>
                </a:lnTo>
                <a:lnTo>
                  <a:pt x="657" y="940"/>
                </a:lnTo>
                <a:lnTo>
                  <a:pt x="655" y="941"/>
                </a:lnTo>
                <a:lnTo>
                  <a:pt x="654" y="940"/>
                </a:lnTo>
                <a:lnTo>
                  <a:pt x="653" y="940"/>
                </a:lnTo>
                <a:lnTo>
                  <a:pt x="652" y="940"/>
                </a:lnTo>
                <a:lnTo>
                  <a:pt x="651" y="940"/>
                </a:lnTo>
                <a:lnTo>
                  <a:pt x="649" y="941"/>
                </a:lnTo>
                <a:lnTo>
                  <a:pt x="648" y="941"/>
                </a:lnTo>
                <a:lnTo>
                  <a:pt x="648" y="942"/>
                </a:lnTo>
                <a:lnTo>
                  <a:pt x="647" y="942"/>
                </a:lnTo>
                <a:lnTo>
                  <a:pt x="647" y="943"/>
                </a:lnTo>
                <a:lnTo>
                  <a:pt x="646" y="943"/>
                </a:lnTo>
                <a:lnTo>
                  <a:pt x="646" y="944"/>
                </a:lnTo>
                <a:lnTo>
                  <a:pt x="645" y="944"/>
                </a:lnTo>
                <a:lnTo>
                  <a:pt x="645" y="946"/>
                </a:lnTo>
                <a:lnTo>
                  <a:pt x="645" y="947"/>
                </a:lnTo>
                <a:lnTo>
                  <a:pt x="646" y="947"/>
                </a:lnTo>
                <a:lnTo>
                  <a:pt x="646" y="948"/>
                </a:lnTo>
                <a:lnTo>
                  <a:pt x="645" y="949"/>
                </a:lnTo>
                <a:lnTo>
                  <a:pt x="644" y="950"/>
                </a:lnTo>
                <a:lnTo>
                  <a:pt x="644" y="951"/>
                </a:lnTo>
                <a:lnTo>
                  <a:pt x="644" y="952"/>
                </a:lnTo>
                <a:lnTo>
                  <a:pt x="644" y="953"/>
                </a:lnTo>
                <a:lnTo>
                  <a:pt x="644" y="954"/>
                </a:lnTo>
                <a:lnTo>
                  <a:pt x="643" y="956"/>
                </a:lnTo>
                <a:lnTo>
                  <a:pt x="642" y="958"/>
                </a:lnTo>
                <a:lnTo>
                  <a:pt x="642" y="964"/>
                </a:lnTo>
                <a:lnTo>
                  <a:pt x="641" y="966"/>
                </a:lnTo>
                <a:lnTo>
                  <a:pt x="641" y="967"/>
                </a:lnTo>
                <a:lnTo>
                  <a:pt x="641" y="969"/>
                </a:lnTo>
                <a:lnTo>
                  <a:pt x="640" y="970"/>
                </a:lnTo>
                <a:lnTo>
                  <a:pt x="640" y="971"/>
                </a:lnTo>
                <a:lnTo>
                  <a:pt x="639" y="971"/>
                </a:lnTo>
                <a:lnTo>
                  <a:pt x="638" y="972"/>
                </a:lnTo>
                <a:lnTo>
                  <a:pt x="637" y="975"/>
                </a:lnTo>
                <a:lnTo>
                  <a:pt x="636" y="978"/>
                </a:lnTo>
                <a:lnTo>
                  <a:pt x="636" y="979"/>
                </a:lnTo>
                <a:lnTo>
                  <a:pt x="635" y="980"/>
                </a:lnTo>
                <a:lnTo>
                  <a:pt x="632" y="988"/>
                </a:lnTo>
                <a:lnTo>
                  <a:pt x="631" y="989"/>
                </a:lnTo>
                <a:lnTo>
                  <a:pt x="629" y="990"/>
                </a:lnTo>
                <a:lnTo>
                  <a:pt x="629" y="991"/>
                </a:lnTo>
                <a:lnTo>
                  <a:pt x="628" y="991"/>
                </a:lnTo>
                <a:lnTo>
                  <a:pt x="627" y="991"/>
                </a:lnTo>
                <a:lnTo>
                  <a:pt x="626" y="991"/>
                </a:lnTo>
                <a:lnTo>
                  <a:pt x="625" y="991"/>
                </a:lnTo>
                <a:lnTo>
                  <a:pt x="624" y="990"/>
                </a:lnTo>
                <a:lnTo>
                  <a:pt x="623" y="990"/>
                </a:lnTo>
                <a:lnTo>
                  <a:pt x="622" y="990"/>
                </a:lnTo>
                <a:lnTo>
                  <a:pt x="621" y="990"/>
                </a:lnTo>
                <a:lnTo>
                  <a:pt x="620" y="990"/>
                </a:lnTo>
                <a:lnTo>
                  <a:pt x="619" y="990"/>
                </a:lnTo>
                <a:lnTo>
                  <a:pt x="618" y="989"/>
                </a:lnTo>
                <a:lnTo>
                  <a:pt x="617" y="989"/>
                </a:lnTo>
                <a:lnTo>
                  <a:pt x="616" y="989"/>
                </a:lnTo>
                <a:lnTo>
                  <a:pt x="613" y="989"/>
                </a:lnTo>
                <a:lnTo>
                  <a:pt x="612" y="990"/>
                </a:lnTo>
                <a:lnTo>
                  <a:pt x="611" y="990"/>
                </a:lnTo>
                <a:lnTo>
                  <a:pt x="611" y="991"/>
                </a:lnTo>
                <a:lnTo>
                  <a:pt x="610" y="992"/>
                </a:lnTo>
                <a:lnTo>
                  <a:pt x="608" y="993"/>
                </a:lnTo>
                <a:lnTo>
                  <a:pt x="607" y="994"/>
                </a:lnTo>
                <a:lnTo>
                  <a:pt x="606" y="995"/>
                </a:lnTo>
                <a:lnTo>
                  <a:pt x="605" y="995"/>
                </a:lnTo>
                <a:lnTo>
                  <a:pt x="604" y="995"/>
                </a:lnTo>
                <a:lnTo>
                  <a:pt x="603" y="995"/>
                </a:lnTo>
                <a:lnTo>
                  <a:pt x="601" y="995"/>
                </a:lnTo>
                <a:lnTo>
                  <a:pt x="599" y="995"/>
                </a:lnTo>
                <a:lnTo>
                  <a:pt x="595" y="995"/>
                </a:lnTo>
                <a:lnTo>
                  <a:pt x="594" y="995"/>
                </a:lnTo>
                <a:lnTo>
                  <a:pt x="593" y="995"/>
                </a:lnTo>
                <a:lnTo>
                  <a:pt x="592" y="994"/>
                </a:lnTo>
                <a:lnTo>
                  <a:pt x="591" y="994"/>
                </a:lnTo>
                <a:lnTo>
                  <a:pt x="591" y="995"/>
                </a:lnTo>
                <a:lnTo>
                  <a:pt x="590" y="995"/>
                </a:lnTo>
                <a:lnTo>
                  <a:pt x="590" y="996"/>
                </a:lnTo>
                <a:lnTo>
                  <a:pt x="589" y="997"/>
                </a:lnTo>
                <a:lnTo>
                  <a:pt x="588" y="997"/>
                </a:lnTo>
                <a:lnTo>
                  <a:pt x="587" y="997"/>
                </a:lnTo>
                <a:lnTo>
                  <a:pt x="584" y="997"/>
                </a:lnTo>
                <a:lnTo>
                  <a:pt x="580" y="996"/>
                </a:lnTo>
                <a:lnTo>
                  <a:pt x="579" y="996"/>
                </a:lnTo>
                <a:lnTo>
                  <a:pt x="577" y="996"/>
                </a:lnTo>
                <a:lnTo>
                  <a:pt x="576" y="996"/>
                </a:lnTo>
                <a:lnTo>
                  <a:pt x="575" y="997"/>
                </a:lnTo>
                <a:lnTo>
                  <a:pt x="574" y="997"/>
                </a:lnTo>
                <a:lnTo>
                  <a:pt x="573" y="997"/>
                </a:lnTo>
                <a:lnTo>
                  <a:pt x="572" y="998"/>
                </a:lnTo>
                <a:lnTo>
                  <a:pt x="571" y="999"/>
                </a:lnTo>
                <a:lnTo>
                  <a:pt x="571" y="998"/>
                </a:lnTo>
                <a:lnTo>
                  <a:pt x="570" y="999"/>
                </a:lnTo>
                <a:lnTo>
                  <a:pt x="569" y="1000"/>
                </a:lnTo>
                <a:lnTo>
                  <a:pt x="568" y="1001"/>
                </a:lnTo>
                <a:lnTo>
                  <a:pt x="567" y="1001"/>
                </a:lnTo>
                <a:lnTo>
                  <a:pt x="564" y="1001"/>
                </a:lnTo>
                <a:lnTo>
                  <a:pt x="563" y="1001"/>
                </a:lnTo>
                <a:lnTo>
                  <a:pt x="561" y="1000"/>
                </a:lnTo>
                <a:lnTo>
                  <a:pt x="559" y="1000"/>
                </a:lnTo>
                <a:lnTo>
                  <a:pt x="558" y="1000"/>
                </a:lnTo>
                <a:lnTo>
                  <a:pt x="557" y="1001"/>
                </a:lnTo>
                <a:lnTo>
                  <a:pt x="556" y="1001"/>
                </a:lnTo>
                <a:lnTo>
                  <a:pt x="555" y="1001"/>
                </a:lnTo>
                <a:lnTo>
                  <a:pt x="554" y="1001"/>
                </a:lnTo>
                <a:lnTo>
                  <a:pt x="550" y="1000"/>
                </a:lnTo>
                <a:lnTo>
                  <a:pt x="548" y="1000"/>
                </a:lnTo>
                <a:lnTo>
                  <a:pt x="546" y="1001"/>
                </a:lnTo>
                <a:lnTo>
                  <a:pt x="545" y="1001"/>
                </a:lnTo>
                <a:lnTo>
                  <a:pt x="544" y="1001"/>
                </a:lnTo>
                <a:lnTo>
                  <a:pt x="539" y="1004"/>
                </a:lnTo>
                <a:lnTo>
                  <a:pt x="538" y="1004"/>
                </a:lnTo>
                <a:lnTo>
                  <a:pt x="537" y="1004"/>
                </a:lnTo>
                <a:lnTo>
                  <a:pt x="536" y="1003"/>
                </a:lnTo>
                <a:lnTo>
                  <a:pt x="535" y="1003"/>
                </a:lnTo>
                <a:lnTo>
                  <a:pt x="534" y="1002"/>
                </a:lnTo>
                <a:lnTo>
                  <a:pt x="534" y="1003"/>
                </a:lnTo>
                <a:lnTo>
                  <a:pt x="533" y="1003"/>
                </a:lnTo>
                <a:lnTo>
                  <a:pt x="533" y="1002"/>
                </a:lnTo>
                <a:lnTo>
                  <a:pt x="532" y="1002"/>
                </a:lnTo>
                <a:lnTo>
                  <a:pt x="531" y="1002"/>
                </a:lnTo>
                <a:lnTo>
                  <a:pt x="530" y="1002"/>
                </a:lnTo>
                <a:lnTo>
                  <a:pt x="529" y="1004"/>
                </a:lnTo>
                <a:lnTo>
                  <a:pt x="530" y="1004"/>
                </a:lnTo>
                <a:lnTo>
                  <a:pt x="529" y="1007"/>
                </a:lnTo>
                <a:lnTo>
                  <a:pt x="530" y="1007"/>
                </a:lnTo>
                <a:lnTo>
                  <a:pt x="529" y="1008"/>
                </a:lnTo>
                <a:lnTo>
                  <a:pt x="528" y="1009"/>
                </a:lnTo>
                <a:lnTo>
                  <a:pt x="527" y="1010"/>
                </a:lnTo>
                <a:lnTo>
                  <a:pt x="526" y="1012"/>
                </a:lnTo>
                <a:lnTo>
                  <a:pt x="526" y="1014"/>
                </a:lnTo>
                <a:lnTo>
                  <a:pt x="526" y="1015"/>
                </a:lnTo>
                <a:lnTo>
                  <a:pt x="526" y="1019"/>
                </a:lnTo>
                <a:lnTo>
                  <a:pt x="525" y="1020"/>
                </a:lnTo>
                <a:lnTo>
                  <a:pt x="525" y="1021"/>
                </a:lnTo>
                <a:lnTo>
                  <a:pt x="524" y="1022"/>
                </a:lnTo>
                <a:lnTo>
                  <a:pt x="523" y="1022"/>
                </a:lnTo>
                <a:lnTo>
                  <a:pt x="523" y="1021"/>
                </a:lnTo>
                <a:lnTo>
                  <a:pt x="522" y="1021"/>
                </a:lnTo>
                <a:lnTo>
                  <a:pt x="522" y="1020"/>
                </a:lnTo>
                <a:lnTo>
                  <a:pt x="521" y="1020"/>
                </a:lnTo>
                <a:lnTo>
                  <a:pt x="520" y="1021"/>
                </a:lnTo>
                <a:lnTo>
                  <a:pt x="520" y="1022"/>
                </a:lnTo>
                <a:lnTo>
                  <a:pt x="521" y="1023"/>
                </a:lnTo>
                <a:lnTo>
                  <a:pt x="521" y="1024"/>
                </a:lnTo>
                <a:lnTo>
                  <a:pt x="522" y="1025"/>
                </a:lnTo>
                <a:lnTo>
                  <a:pt x="520" y="1027"/>
                </a:lnTo>
                <a:lnTo>
                  <a:pt x="519" y="1027"/>
                </a:lnTo>
                <a:lnTo>
                  <a:pt x="519" y="1026"/>
                </a:lnTo>
                <a:lnTo>
                  <a:pt x="518" y="1026"/>
                </a:lnTo>
                <a:lnTo>
                  <a:pt x="518" y="1027"/>
                </a:lnTo>
                <a:lnTo>
                  <a:pt x="518" y="1028"/>
                </a:lnTo>
                <a:lnTo>
                  <a:pt x="517" y="1029"/>
                </a:lnTo>
                <a:lnTo>
                  <a:pt x="517" y="1028"/>
                </a:lnTo>
                <a:lnTo>
                  <a:pt x="516" y="1029"/>
                </a:lnTo>
                <a:lnTo>
                  <a:pt x="515" y="1029"/>
                </a:lnTo>
                <a:lnTo>
                  <a:pt x="515" y="1030"/>
                </a:lnTo>
                <a:lnTo>
                  <a:pt x="515" y="1031"/>
                </a:lnTo>
                <a:lnTo>
                  <a:pt x="514" y="1031"/>
                </a:lnTo>
                <a:lnTo>
                  <a:pt x="514" y="1035"/>
                </a:lnTo>
                <a:lnTo>
                  <a:pt x="514" y="1037"/>
                </a:lnTo>
                <a:lnTo>
                  <a:pt x="514" y="1038"/>
                </a:lnTo>
                <a:lnTo>
                  <a:pt x="513" y="1039"/>
                </a:lnTo>
                <a:lnTo>
                  <a:pt x="512" y="1040"/>
                </a:lnTo>
                <a:lnTo>
                  <a:pt x="511" y="1040"/>
                </a:lnTo>
                <a:lnTo>
                  <a:pt x="511" y="1039"/>
                </a:lnTo>
                <a:lnTo>
                  <a:pt x="510" y="1039"/>
                </a:lnTo>
                <a:lnTo>
                  <a:pt x="510" y="1040"/>
                </a:lnTo>
                <a:lnTo>
                  <a:pt x="510" y="1041"/>
                </a:lnTo>
                <a:lnTo>
                  <a:pt x="510" y="1042"/>
                </a:lnTo>
                <a:lnTo>
                  <a:pt x="511" y="1042"/>
                </a:lnTo>
                <a:lnTo>
                  <a:pt x="510" y="1044"/>
                </a:lnTo>
                <a:lnTo>
                  <a:pt x="508" y="1046"/>
                </a:lnTo>
                <a:lnTo>
                  <a:pt x="508" y="1047"/>
                </a:lnTo>
                <a:lnTo>
                  <a:pt x="507" y="1047"/>
                </a:lnTo>
                <a:lnTo>
                  <a:pt x="507" y="1048"/>
                </a:lnTo>
                <a:lnTo>
                  <a:pt x="506" y="1049"/>
                </a:lnTo>
                <a:lnTo>
                  <a:pt x="505" y="1051"/>
                </a:lnTo>
                <a:lnTo>
                  <a:pt x="505" y="1052"/>
                </a:lnTo>
                <a:lnTo>
                  <a:pt x="504" y="1053"/>
                </a:lnTo>
                <a:lnTo>
                  <a:pt x="503" y="1053"/>
                </a:lnTo>
                <a:lnTo>
                  <a:pt x="501" y="1055"/>
                </a:lnTo>
                <a:lnTo>
                  <a:pt x="500" y="1056"/>
                </a:lnTo>
                <a:lnTo>
                  <a:pt x="500" y="1057"/>
                </a:lnTo>
                <a:lnTo>
                  <a:pt x="499" y="1059"/>
                </a:lnTo>
                <a:lnTo>
                  <a:pt x="498" y="1060"/>
                </a:lnTo>
                <a:lnTo>
                  <a:pt x="496" y="1062"/>
                </a:lnTo>
                <a:lnTo>
                  <a:pt x="496" y="1064"/>
                </a:lnTo>
                <a:lnTo>
                  <a:pt x="496" y="1065"/>
                </a:lnTo>
                <a:lnTo>
                  <a:pt x="495" y="1065"/>
                </a:lnTo>
                <a:lnTo>
                  <a:pt x="494" y="1066"/>
                </a:lnTo>
                <a:lnTo>
                  <a:pt x="493" y="1067"/>
                </a:lnTo>
                <a:lnTo>
                  <a:pt x="492" y="1069"/>
                </a:lnTo>
                <a:lnTo>
                  <a:pt x="492" y="1070"/>
                </a:lnTo>
                <a:lnTo>
                  <a:pt x="491" y="1070"/>
                </a:lnTo>
                <a:lnTo>
                  <a:pt x="491" y="1071"/>
                </a:lnTo>
                <a:lnTo>
                  <a:pt x="490" y="1072"/>
                </a:lnTo>
                <a:lnTo>
                  <a:pt x="489" y="1073"/>
                </a:lnTo>
                <a:lnTo>
                  <a:pt x="489" y="1074"/>
                </a:lnTo>
                <a:lnTo>
                  <a:pt x="489" y="1075"/>
                </a:lnTo>
                <a:lnTo>
                  <a:pt x="488" y="1075"/>
                </a:lnTo>
                <a:lnTo>
                  <a:pt x="485" y="1076"/>
                </a:lnTo>
                <a:lnTo>
                  <a:pt x="485" y="1077"/>
                </a:lnTo>
                <a:lnTo>
                  <a:pt x="484" y="1077"/>
                </a:lnTo>
                <a:lnTo>
                  <a:pt x="484" y="1078"/>
                </a:lnTo>
                <a:lnTo>
                  <a:pt x="483" y="1079"/>
                </a:lnTo>
                <a:lnTo>
                  <a:pt x="483" y="1080"/>
                </a:lnTo>
                <a:lnTo>
                  <a:pt x="482" y="1085"/>
                </a:lnTo>
                <a:lnTo>
                  <a:pt x="482" y="1086"/>
                </a:lnTo>
                <a:lnTo>
                  <a:pt x="481" y="1085"/>
                </a:lnTo>
                <a:lnTo>
                  <a:pt x="480" y="1085"/>
                </a:lnTo>
                <a:lnTo>
                  <a:pt x="479" y="1085"/>
                </a:lnTo>
                <a:lnTo>
                  <a:pt x="477" y="1082"/>
                </a:lnTo>
                <a:lnTo>
                  <a:pt x="477" y="1081"/>
                </a:lnTo>
                <a:lnTo>
                  <a:pt x="477" y="1080"/>
                </a:lnTo>
                <a:lnTo>
                  <a:pt x="476" y="1080"/>
                </a:lnTo>
                <a:lnTo>
                  <a:pt x="476" y="1079"/>
                </a:lnTo>
                <a:lnTo>
                  <a:pt x="475" y="1079"/>
                </a:lnTo>
                <a:lnTo>
                  <a:pt x="474" y="1079"/>
                </a:lnTo>
                <a:lnTo>
                  <a:pt x="473" y="1079"/>
                </a:lnTo>
                <a:lnTo>
                  <a:pt x="473" y="1078"/>
                </a:lnTo>
                <a:lnTo>
                  <a:pt x="473" y="1077"/>
                </a:lnTo>
                <a:lnTo>
                  <a:pt x="472" y="1077"/>
                </a:lnTo>
                <a:lnTo>
                  <a:pt x="471" y="1077"/>
                </a:lnTo>
                <a:lnTo>
                  <a:pt x="470" y="1076"/>
                </a:lnTo>
                <a:lnTo>
                  <a:pt x="469" y="1075"/>
                </a:lnTo>
                <a:lnTo>
                  <a:pt x="470" y="1074"/>
                </a:lnTo>
                <a:lnTo>
                  <a:pt x="470" y="1073"/>
                </a:lnTo>
                <a:lnTo>
                  <a:pt x="471" y="1073"/>
                </a:lnTo>
                <a:lnTo>
                  <a:pt x="471" y="1072"/>
                </a:lnTo>
                <a:lnTo>
                  <a:pt x="470" y="1070"/>
                </a:lnTo>
                <a:lnTo>
                  <a:pt x="470" y="1069"/>
                </a:lnTo>
                <a:lnTo>
                  <a:pt x="471" y="1069"/>
                </a:lnTo>
                <a:lnTo>
                  <a:pt x="469" y="1068"/>
                </a:lnTo>
                <a:lnTo>
                  <a:pt x="468" y="1068"/>
                </a:lnTo>
                <a:lnTo>
                  <a:pt x="467" y="1069"/>
                </a:lnTo>
                <a:lnTo>
                  <a:pt x="466" y="1069"/>
                </a:lnTo>
                <a:lnTo>
                  <a:pt x="465" y="1069"/>
                </a:lnTo>
                <a:lnTo>
                  <a:pt x="465" y="1068"/>
                </a:lnTo>
                <a:lnTo>
                  <a:pt x="464" y="1067"/>
                </a:lnTo>
                <a:lnTo>
                  <a:pt x="463" y="1067"/>
                </a:lnTo>
                <a:lnTo>
                  <a:pt x="463" y="1066"/>
                </a:lnTo>
                <a:lnTo>
                  <a:pt x="462" y="1066"/>
                </a:lnTo>
                <a:lnTo>
                  <a:pt x="461" y="1066"/>
                </a:lnTo>
                <a:lnTo>
                  <a:pt x="461" y="1067"/>
                </a:lnTo>
                <a:lnTo>
                  <a:pt x="463" y="1067"/>
                </a:lnTo>
                <a:lnTo>
                  <a:pt x="463" y="1068"/>
                </a:lnTo>
                <a:lnTo>
                  <a:pt x="462" y="1068"/>
                </a:lnTo>
                <a:lnTo>
                  <a:pt x="461" y="1068"/>
                </a:lnTo>
                <a:lnTo>
                  <a:pt x="460" y="1069"/>
                </a:lnTo>
                <a:lnTo>
                  <a:pt x="459" y="1070"/>
                </a:lnTo>
                <a:lnTo>
                  <a:pt x="459" y="1069"/>
                </a:lnTo>
                <a:lnTo>
                  <a:pt x="458" y="1069"/>
                </a:lnTo>
                <a:lnTo>
                  <a:pt x="458" y="1070"/>
                </a:lnTo>
                <a:lnTo>
                  <a:pt x="458" y="1071"/>
                </a:lnTo>
                <a:lnTo>
                  <a:pt x="457" y="1071"/>
                </a:lnTo>
                <a:lnTo>
                  <a:pt x="457" y="1072"/>
                </a:lnTo>
                <a:lnTo>
                  <a:pt x="457" y="1073"/>
                </a:lnTo>
                <a:lnTo>
                  <a:pt x="457" y="1074"/>
                </a:lnTo>
                <a:lnTo>
                  <a:pt x="457" y="1076"/>
                </a:lnTo>
                <a:lnTo>
                  <a:pt x="457" y="1077"/>
                </a:lnTo>
                <a:lnTo>
                  <a:pt x="457" y="1078"/>
                </a:lnTo>
                <a:lnTo>
                  <a:pt x="458" y="1078"/>
                </a:lnTo>
                <a:lnTo>
                  <a:pt x="458" y="1079"/>
                </a:lnTo>
                <a:lnTo>
                  <a:pt x="457" y="1079"/>
                </a:lnTo>
                <a:lnTo>
                  <a:pt x="457" y="1078"/>
                </a:lnTo>
                <a:lnTo>
                  <a:pt x="456" y="1078"/>
                </a:lnTo>
                <a:lnTo>
                  <a:pt x="455" y="1079"/>
                </a:lnTo>
                <a:lnTo>
                  <a:pt x="456" y="1079"/>
                </a:lnTo>
                <a:lnTo>
                  <a:pt x="456" y="1080"/>
                </a:lnTo>
                <a:lnTo>
                  <a:pt x="456" y="1081"/>
                </a:lnTo>
                <a:lnTo>
                  <a:pt x="458" y="1081"/>
                </a:lnTo>
                <a:lnTo>
                  <a:pt x="458" y="1082"/>
                </a:lnTo>
                <a:lnTo>
                  <a:pt x="457" y="1083"/>
                </a:lnTo>
                <a:lnTo>
                  <a:pt x="457" y="1084"/>
                </a:lnTo>
                <a:lnTo>
                  <a:pt x="458" y="1084"/>
                </a:lnTo>
                <a:lnTo>
                  <a:pt x="459" y="1084"/>
                </a:lnTo>
                <a:lnTo>
                  <a:pt x="458" y="1084"/>
                </a:lnTo>
                <a:lnTo>
                  <a:pt x="458" y="1085"/>
                </a:lnTo>
                <a:lnTo>
                  <a:pt x="457" y="1085"/>
                </a:lnTo>
                <a:lnTo>
                  <a:pt x="457" y="1086"/>
                </a:lnTo>
                <a:lnTo>
                  <a:pt x="458" y="1086"/>
                </a:lnTo>
                <a:lnTo>
                  <a:pt x="458" y="1087"/>
                </a:lnTo>
                <a:lnTo>
                  <a:pt x="457" y="1087"/>
                </a:lnTo>
                <a:lnTo>
                  <a:pt x="456" y="1088"/>
                </a:lnTo>
                <a:lnTo>
                  <a:pt x="456" y="1089"/>
                </a:lnTo>
                <a:lnTo>
                  <a:pt x="457" y="1089"/>
                </a:lnTo>
                <a:lnTo>
                  <a:pt x="457" y="1090"/>
                </a:lnTo>
                <a:lnTo>
                  <a:pt x="457" y="1091"/>
                </a:lnTo>
                <a:lnTo>
                  <a:pt x="456" y="1091"/>
                </a:lnTo>
                <a:lnTo>
                  <a:pt x="454" y="1089"/>
                </a:lnTo>
                <a:lnTo>
                  <a:pt x="454" y="1088"/>
                </a:lnTo>
                <a:lnTo>
                  <a:pt x="455" y="1088"/>
                </a:lnTo>
                <a:lnTo>
                  <a:pt x="454" y="1088"/>
                </a:lnTo>
                <a:lnTo>
                  <a:pt x="453" y="1087"/>
                </a:lnTo>
                <a:lnTo>
                  <a:pt x="452" y="1087"/>
                </a:lnTo>
                <a:lnTo>
                  <a:pt x="451" y="1086"/>
                </a:lnTo>
                <a:lnTo>
                  <a:pt x="450" y="1086"/>
                </a:lnTo>
                <a:lnTo>
                  <a:pt x="450" y="1087"/>
                </a:lnTo>
                <a:lnTo>
                  <a:pt x="450" y="1088"/>
                </a:lnTo>
                <a:lnTo>
                  <a:pt x="449" y="1089"/>
                </a:lnTo>
                <a:lnTo>
                  <a:pt x="448" y="1089"/>
                </a:lnTo>
                <a:lnTo>
                  <a:pt x="448" y="1090"/>
                </a:lnTo>
                <a:lnTo>
                  <a:pt x="449" y="1090"/>
                </a:lnTo>
                <a:lnTo>
                  <a:pt x="449" y="1091"/>
                </a:lnTo>
                <a:lnTo>
                  <a:pt x="449" y="1092"/>
                </a:lnTo>
                <a:lnTo>
                  <a:pt x="449" y="1093"/>
                </a:lnTo>
                <a:lnTo>
                  <a:pt x="450" y="1093"/>
                </a:lnTo>
                <a:lnTo>
                  <a:pt x="452" y="1093"/>
                </a:lnTo>
                <a:lnTo>
                  <a:pt x="452" y="1095"/>
                </a:lnTo>
                <a:lnTo>
                  <a:pt x="451" y="1095"/>
                </a:lnTo>
                <a:lnTo>
                  <a:pt x="450" y="1096"/>
                </a:lnTo>
                <a:lnTo>
                  <a:pt x="450" y="1097"/>
                </a:lnTo>
                <a:lnTo>
                  <a:pt x="450" y="1098"/>
                </a:lnTo>
                <a:lnTo>
                  <a:pt x="450" y="1099"/>
                </a:lnTo>
                <a:lnTo>
                  <a:pt x="450" y="1100"/>
                </a:lnTo>
                <a:lnTo>
                  <a:pt x="451" y="1100"/>
                </a:lnTo>
                <a:lnTo>
                  <a:pt x="453" y="1100"/>
                </a:lnTo>
                <a:lnTo>
                  <a:pt x="454" y="1099"/>
                </a:lnTo>
                <a:lnTo>
                  <a:pt x="455" y="1099"/>
                </a:lnTo>
                <a:lnTo>
                  <a:pt x="456" y="1098"/>
                </a:lnTo>
                <a:lnTo>
                  <a:pt x="457" y="1098"/>
                </a:lnTo>
                <a:lnTo>
                  <a:pt x="457" y="1099"/>
                </a:lnTo>
                <a:lnTo>
                  <a:pt x="456" y="1099"/>
                </a:lnTo>
                <a:lnTo>
                  <a:pt x="456" y="1100"/>
                </a:lnTo>
                <a:lnTo>
                  <a:pt x="455" y="1100"/>
                </a:lnTo>
                <a:lnTo>
                  <a:pt x="456" y="1100"/>
                </a:lnTo>
                <a:lnTo>
                  <a:pt x="456" y="1101"/>
                </a:lnTo>
                <a:lnTo>
                  <a:pt x="456" y="1100"/>
                </a:lnTo>
                <a:lnTo>
                  <a:pt x="457" y="1100"/>
                </a:lnTo>
                <a:lnTo>
                  <a:pt x="458" y="1100"/>
                </a:lnTo>
                <a:lnTo>
                  <a:pt x="457" y="1100"/>
                </a:lnTo>
                <a:lnTo>
                  <a:pt x="457" y="1101"/>
                </a:lnTo>
                <a:lnTo>
                  <a:pt x="457" y="1102"/>
                </a:lnTo>
                <a:lnTo>
                  <a:pt x="459" y="1103"/>
                </a:lnTo>
                <a:lnTo>
                  <a:pt x="459" y="1104"/>
                </a:lnTo>
                <a:lnTo>
                  <a:pt x="458" y="1104"/>
                </a:lnTo>
                <a:lnTo>
                  <a:pt x="458" y="1105"/>
                </a:lnTo>
                <a:lnTo>
                  <a:pt x="458" y="1106"/>
                </a:lnTo>
                <a:lnTo>
                  <a:pt x="456" y="1106"/>
                </a:lnTo>
                <a:lnTo>
                  <a:pt x="456" y="1107"/>
                </a:lnTo>
                <a:lnTo>
                  <a:pt x="456" y="1108"/>
                </a:lnTo>
                <a:lnTo>
                  <a:pt x="455" y="1108"/>
                </a:lnTo>
                <a:lnTo>
                  <a:pt x="455" y="1109"/>
                </a:lnTo>
                <a:lnTo>
                  <a:pt x="455" y="1110"/>
                </a:lnTo>
                <a:lnTo>
                  <a:pt x="454" y="1110"/>
                </a:lnTo>
                <a:lnTo>
                  <a:pt x="454" y="1111"/>
                </a:lnTo>
                <a:lnTo>
                  <a:pt x="453" y="1112"/>
                </a:lnTo>
                <a:lnTo>
                  <a:pt x="453" y="1113"/>
                </a:lnTo>
                <a:lnTo>
                  <a:pt x="452" y="1113"/>
                </a:lnTo>
                <a:lnTo>
                  <a:pt x="450" y="1113"/>
                </a:lnTo>
                <a:lnTo>
                  <a:pt x="449" y="1113"/>
                </a:lnTo>
                <a:lnTo>
                  <a:pt x="446" y="1113"/>
                </a:lnTo>
                <a:lnTo>
                  <a:pt x="445" y="1113"/>
                </a:lnTo>
                <a:lnTo>
                  <a:pt x="444" y="1112"/>
                </a:lnTo>
                <a:lnTo>
                  <a:pt x="444" y="1111"/>
                </a:lnTo>
                <a:lnTo>
                  <a:pt x="442" y="1110"/>
                </a:lnTo>
                <a:lnTo>
                  <a:pt x="441" y="1109"/>
                </a:lnTo>
                <a:lnTo>
                  <a:pt x="440" y="1110"/>
                </a:lnTo>
                <a:lnTo>
                  <a:pt x="438" y="1111"/>
                </a:lnTo>
                <a:lnTo>
                  <a:pt x="437" y="1111"/>
                </a:lnTo>
                <a:lnTo>
                  <a:pt x="435" y="1112"/>
                </a:lnTo>
                <a:lnTo>
                  <a:pt x="433" y="1112"/>
                </a:lnTo>
                <a:lnTo>
                  <a:pt x="433" y="1113"/>
                </a:lnTo>
                <a:lnTo>
                  <a:pt x="432" y="1114"/>
                </a:lnTo>
                <a:lnTo>
                  <a:pt x="431" y="1114"/>
                </a:lnTo>
                <a:lnTo>
                  <a:pt x="428" y="1113"/>
                </a:lnTo>
                <a:lnTo>
                  <a:pt x="427" y="1114"/>
                </a:lnTo>
                <a:lnTo>
                  <a:pt x="426" y="1114"/>
                </a:lnTo>
                <a:lnTo>
                  <a:pt x="426" y="1115"/>
                </a:lnTo>
                <a:lnTo>
                  <a:pt x="425" y="1115"/>
                </a:lnTo>
                <a:lnTo>
                  <a:pt x="424" y="1115"/>
                </a:lnTo>
                <a:lnTo>
                  <a:pt x="424" y="1116"/>
                </a:lnTo>
                <a:lnTo>
                  <a:pt x="424" y="1117"/>
                </a:lnTo>
                <a:lnTo>
                  <a:pt x="423" y="1117"/>
                </a:lnTo>
                <a:lnTo>
                  <a:pt x="421" y="1117"/>
                </a:lnTo>
                <a:lnTo>
                  <a:pt x="420" y="1118"/>
                </a:lnTo>
                <a:lnTo>
                  <a:pt x="419" y="1118"/>
                </a:lnTo>
                <a:lnTo>
                  <a:pt x="418" y="1119"/>
                </a:lnTo>
                <a:lnTo>
                  <a:pt x="417" y="1120"/>
                </a:lnTo>
                <a:lnTo>
                  <a:pt x="417" y="1121"/>
                </a:lnTo>
                <a:lnTo>
                  <a:pt x="415" y="1121"/>
                </a:lnTo>
                <a:lnTo>
                  <a:pt x="414" y="1121"/>
                </a:lnTo>
                <a:lnTo>
                  <a:pt x="413" y="1121"/>
                </a:lnTo>
                <a:lnTo>
                  <a:pt x="412" y="1122"/>
                </a:lnTo>
                <a:lnTo>
                  <a:pt x="412" y="1123"/>
                </a:lnTo>
                <a:lnTo>
                  <a:pt x="413" y="1124"/>
                </a:lnTo>
                <a:lnTo>
                  <a:pt x="413" y="1125"/>
                </a:lnTo>
                <a:lnTo>
                  <a:pt x="414" y="1125"/>
                </a:lnTo>
                <a:lnTo>
                  <a:pt x="414" y="1126"/>
                </a:lnTo>
                <a:lnTo>
                  <a:pt x="414" y="1127"/>
                </a:lnTo>
                <a:lnTo>
                  <a:pt x="413" y="1128"/>
                </a:lnTo>
                <a:lnTo>
                  <a:pt x="413" y="1129"/>
                </a:lnTo>
                <a:lnTo>
                  <a:pt x="413" y="1130"/>
                </a:lnTo>
                <a:lnTo>
                  <a:pt x="412" y="1131"/>
                </a:lnTo>
                <a:lnTo>
                  <a:pt x="412" y="1132"/>
                </a:lnTo>
                <a:lnTo>
                  <a:pt x="412" y="1133"/>
                </a:lnTo>
                <a:lnTo>
                  <a:pt x="413" y="1134"/>
                </a:lnTo>
                <a:lnTo>
                  <a:pt x="413" y="1135"/>
                </a:lnTo>
                <a:lnTo>
                  <a:pt x="413" y="1137"/>
                </a:lnTo>
                <a:lnTo>
                  <a:pt x="413" y="1138"/>
                </a:lnTo>
                <a:lnTo>
                  <a:pt x="413" y="1139"/>
                </a:lnTo>
                <a:lnTo>
                  <a:pt x="413" y="1140"/>
                </a:lnTo>
                <a:lnTo>
                  <a:pt x="412" y="1141"/>
                </a:lnTo>
                <a:lnTo>
                  <a:pt x="413" y="1141"/>
                </a:lnTo>
                <a:lnTo>
                  <a:pt x="413" y="1142"/>
                </a:lnTo>
                <a:lnTo>
                  <a:pt x="413" y="1143"/>
                </a:lnTo>
                <a:lnTo>
                  <a:pt x="412" y="1143"/>
                </a:lnTo>
                <a:lnTo>
                  <a:pt x="412" y="1144"/>
                </a:lnTo>
                <a:lnTo>
                  <a:pt x="411" y="1145"/>
                </a:lnTo>
                <a:lnTo>
                  <a:pt x="410" y="1146"/>
                </a:lnTo>
                <a:lnTo>
                  <a:pt x="409" y="1146"/>
                </a:lnTo>
                <a:lnTo>
                  <a:pt x="407" y="1147"/>
                </a:lnTo>
                <a:lnTo>
                  <a:pt x="407" y="1148"/>
                </a:lnTo>
                <a:lnTo>
                  <a:pt x="406" y="1149"/>
                </a:lnTo>
                <a:lnTo>
                  <a:pt x="405" y="1150"/>
                </a:lnTo>
                <a:lnTo>
                  <a:pt x="404" y="1151"/>
                </a:lnTo>
                <a:lnTo>
                  <a:pt x="404" y="1152"/>
                </a:lnTo>
                <a:lnTo>
                  <a:pt x="404" y="1153"/>
                </a:lnTo>
                <a:lnTo>
                  <a:pt x="404" y="1154"/>
                </a:lnTo>
                <a:lnTo>
                  <a:pt x="404" y="1155"/>
                </a:lnTo>
                <a:lnTo>
                  <a:pt x="405" y="1156"/>
                </a:lnTo>
                <a:lnTo>
                  <a:pt x="405" y="1157"/>
                </a:lnTo>
                <a:lnTo>
                  <a:pt x="405" y="1158"/>
                </a:lnTo>
                <a:lnTo>
                  <a:pt x="404" y="1159"/>
                </a:lnTo>
                <a:lnTo>
                  <a:pt x="403" y="1160"/>
                </a:lnTo>
                <a:lnTo>
                  <a:pt x="402" y="1161"/>
                </a:lnTo>
                <a:lnTo>
                  <a:pt x="401" y="1161"/>
                </a:lnTo>
                <a:lnTo>
                  <a:pt x="401" y="1162"/>
                </a:lnTo>
                <a:lnTo>
                  <a:pt x="401" y="1163"/>
                </a:lnTo>
                <a:lnTo>
                  <a:pt x="401" y="1165"/>
                </a:lnTo>
                <a:lnTo>
                  <a:pt x="401" y="1166"/>
                </a:lnTo>
                <a:lnTo>
                  <a:pt x="402" y="1167"/>
                </a:lnTo>
                <a:lnTo>
                  <a:pt x="402" y="1168"/>
                </a:lnTo>
                <a:lnTo>
                  <a:pt x="402" y="1170"/>
                </a:lnTo>
                <a:lnTo>
                  <a:pt x="402" y="1171"/>
                </a:lnTo>
                <a:lnTo>
                  <a:pt x="402" y="1172"/>
                </a:lnTo>
                <a:lnTo>
                  <a:pt x="402" y="1173"/>
                </a:lnTo>
                <a:lnTo>
                  <a:pt x="401" y="1173"/>
                </a:lnTo>
                <a:lnTo>
                  <a:pt x="401" y="1175"/>
                </a:lnTo>
                <a:lnTo>
                  <a:pt x="401" y="1176"/>
                </a:lnTo>
                <a:lnTo>
                  <a:pt x="401" y="1177"/>
                </a:lnTo>
                <a:lnTo>
                  <a:pt x="401" y="1178"/>
                </a:lnTo>
                <a:lnTo>
                  <a:pt x="400" y="1179"/>
                </a:lnTo>
                <a:lnTo>
                  <a:pt x="399" y="1182"/>
                </a:lnTo>
                <a:lnTo>
                  <a:pt x="398" y="1182"/>
                </a:lnTo>
                <a:lnTo>
                  <a:pt x="398" y="1183"/>
                </a:lnTo>
                <a:lnTo>
                  <a:pt x="397" y="1184"/>
                </a:lnTo>
                <a:lnTo>
                  <a:pt x="395" y="1185"/>
                </a:lnTo>
                <a:lnTo>
                  <a:pt x="395" y="1187"/>
                </a:lnTo>
                <a:lnTo>
                  <a:pt x="395" y="1188"/>
                </a:lnTo>
                <a:lnTo>
                  <a:pt x="394" y="1188"/>
                </a:lnTo>
                <a:lnTo>
                  <a:pt x="394" y="1189"/>
                </a:lnTo>
                <a:lnTo>
                  <a:pt x="393" y="1189"/>
                </a:lnTo>
                <a:lnTo>
                  <a:pt x="393" y="1190"/>
                </a:lnTo>
                <a:lnTo>
                  <a:pt x="393" y="1191"/>
                </a:lnTo>
                <a:lnTo>
                  <a:pt x="392" y="1191"/>
                </a:lnTo>
                <a:lnTo>
                  <a:pt x="392" y="1192"/>
                </a:lnTo>
                <a:lnTo>
                  <a:pt x="393" y="1192"/>
                </a:lnTo>
                <a:lnTo>
                  <a:pt x="393" y="1193"/>
                </a:lnTo>
                <a:lnTo>
                  <a:pt x="391" y="1194"/>
                </a:lnTo>
                <a:lnTo>
                  <a:pt x="390" y="1194"/>
                </a:lnTo>
                <a:lnTo>
                  <a:pt x="389" y="1195"/>
                </a:lnTo>
                <a:lnTo>
                  <a:pt x="388" y="1197"/>
                </a:lnTo>
                <a:lnTo>
                  <a:pt x="388" y="1198"/>
                </a:lnTo>
                <a:lnTo>
                  <a:pt x="389" y="1199"/>
                </a:lnTo>
                <a:lnTo>
                  <a:pt x="390" y="1199"/>
                </a:lnTo>
                <a:lnTo>
                  <a:pt x="390" y="1200"/>
                </a:lnTo>
                <a:lnTo>
                  <a:pt x="389" y="1200"/>
                </a:lnTo>
                <a:lnTo>
                  <a:pt x="390" y="1201"/>
                </a:lnTo>
                <a:lnTo>
                  <a:pt x="390" y="1202"/>
                </a:lnTo>
                <a:lnTo>
                  <a:pt x="391" y="1200"/>
                </a:lnTo>
                <a:lnTo>
                  <a:pt x="391" y="1201"/>
                </a:lnTo>
                <a:lnTo>
                  <a:pt x="392" y="1202"/>
                </a:lnTo>
                <a:lnTo>
                  <a:pt x="391" y="1205"/>
                </a:lnTo>
                <a:lnTo>
                  <a:pt x="390" y="1206"/>
                </a:lnTo>
                <a:lnTo>
                  <a:pt x="390" y="1207"/>
                </a:lnTo>
                <a:lnTo>
                  <a:pt x="389" y="1207"/>
                </a:lnTo>
                <a:lnTo>
                  <a:pt x="389" y="1209"/>
                </a:lnTo>
                <a:lnTo>
                  <a:pt x="388" y="1209"/>
                </a:lnTo>
                <a:lnTo>
                  <a:pt x="388" y="1208"/>
                </a:lnTo>
                <a:lnTo>
                  <a:pt x="387" y="1208"/>
                </a:lnTo>
                <a:lnTo>
                  <a:pt x="387" y="1209"/>
                </a:lnTo>
                <a:lnTo>
                  <a:pt x="387" y="1210"/>
                </a:lnTo>
                <a:lnTo>
                  <a:pt x="388" y="1210"/>
                </a:lnTo>
                <a:lnTo>
                  <a:pt x="387" y="1211"/>
                </a:lnTo>
                <a:lnTo>
                  <a:pt x="387" y="1212"/>
                </a:lnTo>
                <a:lnTo>
                  <a:pt x="388" y="1212"/>
                </a:lnTo>
                <a:lnTo>
                  <a:pt x="388" y="1213"/>
                </a:lnTo>
                <a:lnTo>
                  <a:pt x="388" y="1215"/>
                </a:lnTo>
                <a:lnTo>
                  <a:pt x="387" y="1215"/>
                </a:lnTo>
                <a:lnTo>
                  <a:pt x="387" y="1216"/>
                </a:lnTo>
                <a:lnTo>
                  <a:pt x="386" y="1216"/>
                </a:lnTo>
                <a:lnTo>
                  <a:pt x="386" y="1215"/>
                </a:lnTo>
                <a:lnTo>
                  <a:pt x="386" y="1216"/>
                </a:lnTo>
                <a:lnTo>
                  <a:pt x="385" y="1216"/>
                </a:lnTo>
                <a:lnTo>
                  <a:pt x="384" y="1216"/>
                </a:lnTo>
                <a:lnTo>
                  <a:pt x="384" y="1217"/>
                </a:lnTo>
                <a:lnTo>
                  <a:pt x="383" y="1218"/>
                </a:lnTo>
                <a:lnTo>
                  <a:pt x="382" y="1218"/>
                </a:lnTo>
                <a:lnTo>
                  <a:pt x="382" y="1219"/>
                </a:lnTo>
                <a:lnTo>
                  <a:pt x="381" y="1219"/>
                </a:lnTo>
                <a:lnTo>
                  <a:pt x="381" y="1220"/>
                </a:lnTo>
                <a:lnTo>
                  <a:pt x="380" y="1220"/>
                </a:lnTo>
                <a:lnTo>
                  <a:pt x="380" y="1221"/>
                </a:lnTo>
                <a:lnTo>
                  <a:pt x="380" y="1222"/>
                </a:lnTo>
                <a:lnTo>
                  <a:pt x="379" y="1222"/>
                </a:lnTo>
                <a:lnTo>
                  <a:pt x="379" y="1223"/>
                </a:lnTo>
                <a:lnTo>
                  <a:pt x="379" y="1224"/>
                </a:lnTo>
                <a:lnTo>
                  <a:pt x="378" y="1224"/>
                </a:lnTo>
                <a:lnTo>
                  <a:pt x="379" y="1225"/>
                </a:lnTo>
                <a:lnTo>
                  <a:pt x="379" y="1226"/>
                </a:lnTo>
                <a:lnTo>
                  <a:pt x="378" y="1228"/>
                </a:lnTo>
                <a:lnTo>
                  <a:pt x="378" y="1229"/>
                </a:lnTo>
                <a:lnTo>
                  <a:pt x="377" y="1229"/>
                </a:lnTo>
                <a:lnTo>
                  <a:pt x="377" y="1230"/>
                </a:lnTo>
                <a:lnTo>
                  <a:pt x="377" y="1231"/>
                </a:lnTo>
                <a:lnTo>
                  <a:pt x="378" y="1231"/>
                </a:lnTo>
                <a:lnTo>
                  <a:pt x="378" y="1232"/>
                </a:lnTo>
                <a:lnTo>
                  <a:pt x="378" y="1233"/>
                </a:lnTo>
                <a:lnTo>
                  <a:pt x="378" y="1234"/>
                </a:lnTo>
                <a:lnTo>
                  <a:pt x="378" y="1235"/>
                </a:lnTo>
                <a:lnTo>
                  <a:pt x="377" y="1235"/>
                </a:lnTo>
                <a:lnTo>
                  <a:pt x="377" y="1236"/>
                </a:lnTo>
                <a:lnTo>
                  <a:pt x="375" y="1237"/>
                </a:lnTo>
                <a:lnTo>
                  <a:pt x="375" y="1236"/>
                </a:lnTo>
                <a:lnTo>
                  <a:pt x="374" y="1236"/>
                </a:lnTo>
                <a:lnTo>
                  <a:pt x="373" y="1237"/>
                </a:lnTo>
                <a:lnTo>
                  <a:pt x="371" y="1238"/>
                </a:lnTo>
                <a:lnTo>
                  <a:pt x="371" y="1239"/>
                </a:lnTo>
                <a:lnTo>
                  <a:pt x="369" y="1239"/>
                </a:lnTo>
                <a:lnTo>
                  <a:pt x="368" y="1241"/>
                </a:lnTo>
                <a:lnTo>
                  <a:pt x="367" y="1241"/>
                </a:lnTo>
                <a:lnTo>
                  <a:pt x="364" y="1243"/>
                </a:lnTo>
                <a:lnTo>
                  <a:pt x="363" y="1243"/>
                </a:lnTo>
                <a:lnTo>
                  <a:pt x="362" y="1244"/>
                </a:lnTo>
                <a:lnTo>
                  <a:pt x="361" y="1245"/>
                </a:lnTo>
                <a:lnTo>
                  <a:pt x="360" y="1246"/>
                </a:lnTo>
                <a:lnTo>
                  <a:pt x="358" y="1246"/>
                </a:lnTo>
                <a:lnTo>
                  <a:pt x="357" y="1246"/>
                </a:lnTo>
                <a:lnTo>
                  <a:pt x="355" y="1246"/>
                </a:lnTo>
                <a:lnTo>
                  <a:pt x="354" y="1247"/>
                </a:lnTo>
                <a:lnTo>
                  <a:pt x="353" y="1247"/>
                </a:lnTo>
                <a:lnTo>
                  <a:pt x="353" y="1248"/>
                </a:lnTo>
                <a:lnTo>
                  <a:pt x="353" y="1249"/>
                </a:lnTo>
                <a:lnTo>
                  <a:pt x="351" y="1248"/>
                </a:lnTo>
                <a:lnTo>
                  <a:pt x="348" y="1249"/>
                </a:lnTo>
                <a:lnTo>
                  <a:pt x="347" y="1250"/>
                </a:lnTo>
                <a:lnTo>
                  <a:pt x="346" y="1250"/>
                </a:lnTo>
                <a:lnTo>
                  <a:pt x="345" y="1250"/>
                </a:lnTo>
                <a:lnTo>
                  <a:pt x="345" y="1252"/>
                </a:lnTo>
                <a:lnTo>
                  <a:pt x="346" y="1252"/>
                </a:lnTo>
                <a:lnTo>
                  <a:pt x="345" y="1253"/>
                </a:lnTo>
                <a:lnTo>
                  <a:pt x="345" y="1254"/>
                </a:lnTo>
                <a:lnTo>
                  <a:pt x="344" y="1255"/>
                </a:lnTo>
                <a:lnTo>
                  <a:pt x="344" y="1257"/>
                </a:lnTo>
                <a:lnTo>
                  <a:pt x="343" y="1257"/>
                </a:lnTo>
                <a:lnTo>
                  <a:pt x="343" y="1258"/>
                </a:lnTo>
                <a:lnTo>
                  <a:pt x="343" y="1259"/>
                </a:lnTo>
                <a:lnTo>
                  <a:pt x="342" y="1260"/>
                </a:lnTo>
                <a:lnTo>
                  <a:pt x="342" y="1261"/>
                </a:lnTo>
                <a:lnTo>
                  <a:pt x="342" y="1263"/>
                </a:lnTo>
                <a:lnTo>
                  <a:pt x="342" y="1264"/>
                </a:lnTo>
                <a:lnTo>
                  <a:pt x="342" y="1265"/>
                </a:lnTo>
                <a:lnTo>
                  <a:pt x="341" y="1265"/>
                </a:lnTo>
                <a:lnTo>
                  <a:pt x="339" y="1266"/>
                </a:lnTo>
                <a:lnTo>
                  <a:pt x="338" y="1266"/>
                </a:lnTo>
                <a:lnTo>
                  <a:pt x="338" y="1267"/>
                </a:lnTo>
                <a:lnTo>
                  <a:pt x="338" y="1268"/>
                </a:lnTo>
                <a:lnTo>
                  <a:pt x="337" y="1268"/>
                </a:lnTo>
                <a:lnTo>
                  <a:pt x="336" y="1269"/>
                </a:lnTo>
                <a:lnTo>
                  <a:pt x="336" y="1270"/>
                </a:lnTo>
                <a:lnTo>
                  <a:pt x="336" y="1271"/>
                </a:lnTo>
                <a:lnTo>
                  <a:pt x="336" y="1272"/>
                </a:lnTo>
                <a:lnTo>
                  <a:pt x="335" y="1272"/>
                </a:lnTo>
                <a:lnTo>
                  <a:pt x="334" y="1272"/>
                </a:lnTo>
                <a:lnTo>
                  <a:pt x="333" y="1273"/>
                </a:lnTo>
                <a:lnTo>
                  <a:pt x="333" y="1274"/>
                </a:lnTo>
                <a:lnTo>
                  <a:pt x="333" y="1275"/>
                </a:lnTo>
                <a:lnTo>
                  <a:pt x="333" y="1276"/>
                </a:lnTo>
                <a:lnTo>
                  <a:pt x="332" y="1278"/>
                </a:lnTo>
                <a:lnTo>
                  <a:pt x="331" y="1279"/>
                </a:lnTo>
                <a:lnTo>
                  <a:pt x="330" y="1281"/>
                </a:lnTo>
                <a:lnTo>
                  <a:pt x="329" y="1279"/>
                </a:lnTo>
                <a:lnTo>
                  <a:pt x="328" y="1279"/>
                </a:lnTo>
                <a:lnTo>
                  <a:pt x="328" y="1280"/>
                </a:lnTo>
                <a:lnTo>
                  <a:pt x="328" y="1281"/>
                </a:lnTo>
                <a:lnTo>
                  <a:pt x="328" y="1282"/>
                </a:lnTo>
                <a:lnTo>
                  <a:pt x="327" y="1282"/>
                </a:lnTo>
                <a:lnTo>
                  <a:pt x="327" y="1283"/>
                </a:lnTo>
                <a:lnTo>
                  <a:pt x="327" y="1284"/>
                </a:lnTo>
                <a:lnTo>
                  <a:pt x="327" y="1285"/>
                </a:lnTo>
                <a:lnTo>
                  <a:pt x="327" y="1286"/>
                </a:lnTo>
                <a:lnTo>
                  <a:pt x="327" y="1287"/>
                </a:lnTo>
                <a:lnTo>
                  <a:pt x="326" y="1289"/>
                </a:lnTo>
                <a:lnTo>
                  <a:pt x="326" y="1290"/>
                </a:lnTo>
                <a:lnTo>
                  <a:pt x="326" y="1291"/>
                </a:lnTo>
                <a:lnTo>
                  <a:pt x="326" y="1293"/>
                </a:lnTo>
                <a:lnTo>
                  <a:pt x="326" y="1295"/>
                </a:lnTo>
                <a:lnTo>
                  <a:pt x="326" y="1296"/>
                </a:lnTo>
                <a:lnTo>
                  <a:pt x="326" y="1297"/>
                </a:lnTo>
                <a:lnTo>
                  <a:pt x="325" y="1298"/>
                </a:lnTo>
                <a:lnTo>
                  <a:pt x="324" y="1299"/>
                </a:lnTo>
                <a:lnTo>
                  <a:pt x="323" y="1300"/>
                </a:lnTo>
                <a:lnTo>
                  <a:pt x="323" y="1301"/>
                </a:lnTo>
                <a:lnTo>
                  <a:pt x="323" y="1302"/>
                </a:lnTo>
                <a:lnTo>
                  <a:pt x="322" y="1305"/>
                </a:lnTo>
                <a:lnTo>
                  <a:pt x="322" y="1306"/>
                </a:lnTo>
                <a:lnTo>
                  <a:pt x="321" y="1307"/>
                </a:lnTo>
                <a:lnTo>
                  <a:pt x="320" y="1308"/>
                </a:lnTo>
                <a:lnTo>
                  <a:pt x="320" y="1309"/>
                </a:lnTo>
                <a:lnTo>
                  <a:pt x="320" y="1310"/>
                </a:lnTo>
                <a:lnTo>
                  <a:pt x="320" y="1311"/>
                </a:lnTo>
                <a:lnTo>
                  <a:pt x="320" y="1312"/>
                </a:lnTo>
                <a:lnTo>
                  <a:pt x="321" y="1312"/>
                </a:lnTo>
                <a:lnTo>
                  <a:pt x="322" y="1312"/>
                </a:lnTo>
                <a:lnTo>
                  <a:pt x="322" y="1313"/>
                </a:lnTo>
                <a:lnTo>
                  <a:pt x="321" y="1313"/>
                </a:lnTo>
                <a:lnTo>
                  <a:pt x="321" y="1314"/>
                </a:lnTo>
                <a:lnTo>
                  <a:pt x="322" y="1314"/>
                </a:lnTo>
                <a:lnTo>
                  <a:pt x="322" y="1315"/>
                </a:lnTo>
                <a:lnTo>
                  <a:pt x="322" y="1316"/>
                </a:lnTo>
                <a:lnTo>
                  <a:pt x="322" y="1315"/>
                </a:lnTo>
                <a:lnTo>
                  <a:pt x="323" y="1314"/>
                </a:lnTo>
                <a:lnTo>
                  <a:pt x="324" y="1314"/>
                </a:lnTo>
                <a:lnTo>
                  <a:pt x="324" y="1315"/>
                </a:lnTo>
                <a:lnTo>
                  <a:pt x="326" y="1316"/>
                </a:lnTo>
                <a:lnTo>
                  <a:pt x="326" y="1317"/>
                </a:lnTo>
                <a:lnTo>
                  <a:pt x="327" y="1320"/>
                </a:lnTo>
                <a:lnTo>
                  <a:pt x="327" y="1321"/>
                </a:lnTo>
                <a:lnTo>
                  <a:pt x="326" y="1321"/>
                </a:lnTo>
                <a:lnTo>
                  <a:pt x="325" y="1322"/>
                </a:lnTo>
                <a:lnTo>
                  <a:pt x="325" y="1323"/>
                </a:lnTo>
                <a:lnTo>
                  <a:pt x="324" y="1324"/>
                </a:lnTo>
                <a:lnTo>
                  <a:pt x="324" y="1325"/>
                </a:lnTo>
                <a:lnTo>
                  <a:pt x="325" y="1325"/>
                </a:lnTo>
                <a:lnTo>
                  <a:pt x="326" y="1326"/>
                </a:lnTo>
                <a:lnTo>
                  <a:pt x="327" y="1326"/>
                </a:lnTo>
                <a:lnTo>
                  <a:pt x="328" y="1326"/>
                </a:lnTo>
                <a:lnTo>
                  <a:pt x="329" y="1327"/>
                </a:lnTo>
                <a:lnTo>
                  <a:pt x="329" y="1328"/>
                </a:lnTo>
                <a:lnTo>
                  <a:pt x="330" y="1328"/>
                </a:lnTo>
                <a:lnTo>
                  <a:pt x="331" y="1328"/>
                </a:lnTo>
                <a:lnTo>
                  <a:pt x="331" y="1327"/>
                </a:lnTo>
                <a:lnTo>
                  <a:pt x="332" y="1328"/>
                </a:lnTo>
                <a:lnTo>
                  <a:pt x="332" y="1329"/>
                </a:lnTo>
                <a:lnTo>
                  <a:pt x="331" y="1330"/>
                </a:lnTo>
                <a:lnTo>
                  <a:pt x="331" y="1332"/>
                </a:lnTo>
                <a:lnTo>
                  <a:pt x="331" y="1331"/>
                </a:lnTo>
                <a:lnTo>
                  <a:pt x="331" y="1332"/>
                </a:lnTo>
                <a:lnTo>
                  <a:pt x="332" y="1333"/>
                </a:lnTo>
                <a:lnTo>
                  <a:pt x="332" y="1334"/>
                </a:lnTo>
                <a:lnTo>
                  <a:pt x="333" y="1334"/>
                </a:lnTo>
                <a:lnTo>
                  <a:pt x="333" y="1336"/>
                </a:lnTo>
                <a:lnTo>
                  <a:pt x="333" y="1337"/>
                </a:lnTo>
                <a:lnTo>
                  <a:pt x="334" y="1337"/>
                </a:lnTo>
                <a:lnTo>
                  <a:pt x="335" y="1337"/>
                </a:lnTo>
                <a:lnTo>
                  <a:pt x="336" y="1337"/>
                </a:lnTo>
                <a:lnTo>
                  <a:pt x="337" y="1337"/>
                </a:lnTo>
                <a:lnTo>
                  <a:pt x="337" y="1338"/>
                </a:lnTo>
                <a:lnTo>
                  <a:pt x="337" y="1341"/>
                </a:lnTo>
                <a:lnTo>
                  <a:pt x="337" y="1342"/>
                </a:lnTo>
                <a:lnTo>
                  <a:pt x="336" y="1343"/>
                </a:lnTo>
                <a:lnTo>
                  <a:pt x="335" y="1343"/>
                </a:lnTo>
                <a:lnTo>
                  <a:pt x="335" y="1344"/>
                </a:lnTo>
                <a:lnTo>
                  <a:pt x="335" y="1345"/>
                </a:lnTo>
                <a:lnTo>
                  <a:pt x="336" y="1346"/>
                </a:lnTo>
                <a:lnTo>
                  <a:pt x="337" y="1346"/>
                </a:lnTo>
                <a:lnTo>
                  <a:pt x="338" y="1345"/>
                </a:lnTo>
                <a:lnTo>
                  <a:pt x="339" y="1342"/>
                </a:lnTo>
                <a:lnTo>
                  <a:pt x="340" y="1343"/>
                </a:lnTo>
                <a:lnTo>
                  <a:pt x="341" y="1343"/>
                </a:lnTo>
                <a:lnTo>
                  <a:pt x="342" y="1343"/>
                </a:lnTo>
                <a:lnTo>
                  <a:pt x="342" y="1342"/>
                </a:lnTo>
                <a:lnTo>
                  <a:pt x="343" y="1342"/>
                </a:lnTo>
                <a:lnTo>
                  <a:pt x="343" y="1341"/>
                </a:lnTo>
                <a:lnTo>
                  <a:pt x="344" y="1341"/>
                </a:lnTo>
                <a:lnTo>
                  <a:pt x="345" y="1341"/>
                </a:lnTo>
                <a:lnTo>
                  <a:pt x="346" y="1342"/>
                </a:lnTo>
                <a:lnTo>
                  <a:pt x="346" y="1343"/>
                </a:lnTo>
                <a:lnTo>
                  <a:pt x="346" y="1344"/>
                </a:lnTo>
                <a:lnTo>
                  <a:pt x="346" y="1345"/>
                </a:lnTo>
                <a:lnTo>
                  <a:pt x="346" y="1346"/>
                </a:lnTo>
                <a:lnTo>
                  <a:pt x="346" y="1347"/>
                </a:lnTo>
                <a:lnTo>
                  <a:pt x="346" y="1348"/>
                </a:lnTo>
                <a:lnTo>
                  <a:pt x="346" y="1349"/>
                </a:lnTo>
                <a:lnTo>
                  <a:pt x="347" y="1349"/>
                </a:lnTo>
                <a:lnTo>
                  <a:pt x="348" y="1349"/>
                </a:lnTo>
                <a:lnTo>
                  <a:pt x="348" y="1350"/>
                </a:lnTo>
                <a:lnTo>
                  <a:pt x="348" y="1351"/>
                </a:lnTo>
                <a:lnTo>
                  <a:pt x="349" y="1351"/>
                </a:lnTo>
                <a:lnTo>
                  <a:pt x="351" y="1351"/>
                </a:lnTo>
                <a:lnTo>
                  <a:pt x="352" y="1351"/>
                </a:lnTo>
                <a:lnTo>
                  <a:pt x="353" y="1351"/>
                </a:lnTo>
                <a:lnTo>
                  <a:pt x="354" y="1352"/>
                </a:lnTo>
                <a:lnTo>
                  <a:pt x="355" y="1354"/>
                </a:lnTo>
                <a:lnTo>
                  <a:pt x="354" y="1354"/>
                </a:lnTo>
                <a:lnTo>
                  <a:pt x="354" y="1356"/>
                </a:lnTo>
                <a:lnTo>
                  <a:pt x="355" y="1356"/>
                </a:lnTo>
                <a:lnTo>
                  <a:pt x="356" y="1356"/>
                </a:lnTo>
                <a:lnTo>
                  <a:pt x="356" y="1357"/>
                </a:lnTo>
                <a:lnTo>
                  <a:pt x="357" y="1358"/>
                </a:lnTo>
                <a:lnTo>
                  <a:pt x="357" y="1359"/>
                </a:lnTo>
                <a:lnTo>
                  <a:pt x="357" y="1361"/>
                </a:lnTo>
                <a:lnTo>
                  <a:pt x="357" y="1362"/>
                </a:lnTo>
                <a:lnTo>
                  <a:pt x="356" y="1362"/>
                </a:lnTo>
                <a:lnTo>
                  <a:pt x="356" y="1363"/>
                </a:lnTo>
                <a:lnTo>
                  <a:pt x="357" y="1364"/>
                </a:lnTo>
                <a:lnTo>
                  <a:pt x="358" y="1365"/>
                </a:lnTo>
                <a:lnTo>
                  <a:pt x="358" y="1366"/>
                </a:lnTo>
                <a:lnTo>
                  <a:pt x="357" y="1366"/>
                </a:lnTo>
                <a:lnTo>
                  <a:pt x="357" y="1367"/>
                </a:lnTo>
                <a:lnTo>
                  <a:pt x="357" y="1368"/>
                </a:lnTo>
                <a:lnTo>
                  <a:pt x="358" y="1368"/>
                </a:lnTo>
                <a:lnTo>
                  <a:pt x="358" y="1370"/>
                </a:lnTo>
                <a:lnTo>
                  <a:pt x="358" y="1371"/>
                </a:lnTo>
                <a:lnTo>
                  <a:pt x="359" y="1371"/>
                </a:lnTo>
                <a:lnTo>
                  <a:pt x="359" y="1372"/>
                </a:lnTo>
                <a:lnTo>
                  <a:pt x="358" y="1372"/>
                </a:lnTo>
                <a:lnTo>
                  <a:pt x="358" y="1373"/>
                </a:lnTo>
                <a:lnTo>
                  <a:pt x="359" y="1374"/>
                </a:lnTo>
                <a:lnTo>
                  <a:pt x="359" y="1375"/>
                </a:lnTo>
                <a:lnTo>
                  <a:pt x="360" y="1375"/>
                </a:lnTo>
                <a:lnTo>
                  <a:pt x="360" y="1376"/>
                </a:lnTo>
                <a:lnTo>
                  <a:pt x="359" y="1376"/>
                </a:lnTo>
                <a:lnTo>
                  <a:pt x="359" y="1377"/>
                </a:lnTo>
                <a:lnTo>
                  <a:pt x="359" y="1376"/>
                </a:lnTo>
                <a:lnTo>
                  <a:pt x="358" y="1376"/>
                </a:lnTo>
                <a:lnTo>
                  <a:pt x="357" y="1376"/>
                </a:lnTo>
                <a:lnTo>
                  <a:pt x="357" y="1375"/>
                </a:lnTo>
                <a:lnTo>
                  <a:pt x="357" y="1374"/>
                </a:lnTo>
                <a:lnTo>
                  <a:pt x="357" y="1373"/>
                </a:lnTo>
                <a:lnTo>
                  <a:pt x="356" y="1373"/>
                </a:lnTo>
                <a:lnTo>
                  <a:pt x="355" y="1372"/>
                </a:lnTo>
                <a:lnTo>
                  <a:pt x="354" y="1371"/>
                </a:lnTo>
                <a:lnTo>
                  <a:pt x="354" y="1372"/>
                </a:lnTo>
                <a:lnTo>
                  <a:pt x="354" y="1373"/>
                </a:lnTo>
                <a:lnTo>
                  <a:pt x="354" y="1374"/>
                </a:lnTo>
                <a:lnTo>
                  <a:pt x="354" y="1375"/>
                </a:lnTo>
                <a:lnTo>
                  <a:pt x="355" y="1375"/>
                </a:lnTo>
                <a:lnTo>
                  <a:pt x="354" y="1376"/>
                </a:lnTo>
                <a:lnTo>
                  <a:pt x="354" y="1377"/>
                </a:lnTo>
                <a:lnTo>
                  <a:pt x="354" y="1378"/>
                </a:lnTo>
                <a:lnTo>
                  <a:pt x="354" y="1377"/>
                </a:lnTo>
                <a:lnTo>
                  <a:pt x="352" y="1377"/>
                </a:lnTo>
                <a:lnTo>
                  <a:pt x="351" y="1378"/>
                </a:lnTo>
                <a:lnTo>
                  <a:pt x="351" y="1379"/>
                </a:lnTo>
                <a:lnTo>
                  <a:pt x="350" y="1380"/>
                </a:lnTo>
                <a:lnTo>
                  <a:pt x="349" y="1380"/>
                </a:lnTo>
                <a:lnTo>
                  <a:pt x="348" y="1380"/>
                </a:lnTo>
                <a:lnTo>
                  <a:pt x="347" y="1379"/>
                </a:lnTo>
                <a:lnTo>
                  <a:pt x="347" y="1378"/>
                </a:lnTo>
                <a:lnTo>
                  <a:pt x="347" y="1377"/>
                </a:lnTo>
                <a:lnTo>
                  <a:pt x="347" y="1376"/>
                </a:lnTo>
                <a:lnTo>
                  <a:pt x="346" y="1376"/>
                </a:lnTo>
                <a:lnTo>
                  <a:pt x="346" y="1377"/>
                </a:lnTo>
                <a:lnTo>
                  <a:pt x="346" y="1378"/>
                </a:lnTo>
                <a:lnTo>
                  <a:pt x="346" y="1379"/>
                </a:lnTo>
                <a:lnTo>
                  <a:pt x="346" y="1380"/>
                </a:lnTo>
                <a:lnTo>
                  <a:pt x="345" y="1382"/>
                </a:lnTo>
                <a:lnTo>
                  <a:pt x="344" y="1382"/>
                </a:lnTo>
                <a:lnTo>
                  <a:pt x="343" y="1382"/>
                </a:lnTo>
                <a:lnTo>
                  <a:pt x="342" y="1382"/>
                </a:lnTo>
                <a:lnTo>
                  <a:pt x="342" y="1383"/>
                </a:lnTo>
                <a:lnTo>
                  <a:pt x="342" y="1384"/>
                </a:lnTo>
                <a:lnTo>
                  <a:pt x="342" y="1385"/>
                </a:lnTo>
                <a:lnTo>
                  <a:pt x="343" y="1385"/>
                </a:lnTo>
                <a:lnTo>
                  <a:pt x="343" y="1386"/>
                </a:lnTo>
                <a:lnTo>
                  <a:pt x="342" y="1386"/>
                </a:lnTo>
                <a:lnTo>
                  <a:pt x="342" y="1388"/>
                </a:lnTo>
                <a:lnTo>
                  <a:pt x="342" y="1389"/>
                </a:lnTo>
                <a:lnTo>
                  <a:pt x="341" y="1390"/>
                </a:lnTo>
                <a:lnTo>
                  <a:pt x="338" y="1391"/>
                </a:lnTo>
                <a:lnTo>
                  <a:pt x="338" y="1392"/>
                </a:lnTo>
                <a:lnTo>
                  <a:pt x="337" y="1391"/>
                </a:lnTo>
                <a:lnTo>
                  <a:pt x="336" y="1391"/>
                </a:lnTo>
                <a:lnTo>
                  <a:pt x="336" y="1392"/>
                </a:lnTo>
                <a:lnTo>
                  <a:pt x="335" y="1392"/>
                </a:lnTo>
                <a:lnTo>
                  <a:pt x="334" y="1392"/>
                </a:lnTo>
                <a:lnTo>
                  <a:pt x="333" y="1392"/>
                </a:lnTo>
                <a:lnTo>
                  <a:pt x="332" y="1391"/>
                </a:lnTo>
                <a:lnTo>
                  <a:pt x="332" y="1390"/>
                </a:lnTo>
                <a:lnTo>
                  <a:pt x="331" y="1390"/>
                </a:lnTo>
                <a:lnTo>
                  <a:pt x="330" y="1390"/>
                </a:lnTo>
                <a:lnTo>
                  <a:pt x="330" y="1389"/>
                </a:lnTo>
                <a:lnTo>
                  <a:pt x="330" y="1387"/>
                </a:lnTo>
                <a:lnTo>
                  <a:pt x="331" y="1387"/>
                </a:lnTo>
                <a:lnTo>
                  <a:pt x="331" y="1386"/>
                </a:lnTo>
                <a:lnTo>
                  <a:pt x="331" y="1385"/>
                </a:lnTo>
                <a:lnTo>
                  <a:pt x="331" y="1383"/>
                </a:lnTo>
                <a:lnTo>
                  <a:pt x="330" y="1383"/>
                </a:lnTo>
                <a:lnTo>
                  <a:pt x="329" y="1383"/>
                </a:lnTo>
                <a:lnTo>
                  <a:pt x="328" y="1383"/>
                </a:lnTo>
                <a:lnTo>
                  <a:pt x="327" y="1383"/>
                </a:lnTo>
                <a:lnTo>
                  <a:pt x="326" y="1382"/>
                </a:lnTo>
                <a:lnTo>
                  <a:pt x="326" y="1381"/>
                </a:lnTo>
                <a:lnTo>
                  <a:pt x="325" y="1380"/>
                </a:lnTo>
                <a:lnTo>
                  <a:pt x="325" y="1379"/>
                </a:lnTo>
                <a:lnTo>
                  <a:pt x="324" y="1379"/>
                </a:lnTo>
                <a:lnTo>
                  <a:pt x="323" y="1378"/>
                </a:lnTo>
                <a:lnTo>
                  <a:pt x="323" y="1376"/>
                </a:lnTo>
                <a:lnTo>
                  <a:pt x="323" y="1375"/>
                </a:lnTo>
                <a:lnTo>
                  <a:pt x="322" y="1374"/>
                </a:lnTo>
                <a:lnTo>
                  <a:pt x="321" y="1374"/>
                </a:lnTo>
                <a:lnTo>
                  <a:pt x="321" y="1372"/>
                </a:lnTo>
                <a:lnTo>
                  <a:pt x="319" y="1371"/>
                </a:lnTo>
                <a:lnTo>
                  <a:pt x="318" y="1370"/>
                </a:lnTo>
                <a:lnTo>
                  <a:pt x="317" y="1370"/>
                </a:lnTo>
                <a:lnTo>
                  <a:pt x="317" y="1371"/>
                </a:lnTo>
                <a:lnTo>
                  <a:pt x="316" y="1371"/>
                </a:lnTo>
                <a:lnTo>
                  <a:pt x="316" y="1370"/>
                </a:lnTo>
                <a:lnTo>
                  <a:pt x="315" y="1370"/>
                </a:lnTo>
                <a:lnTo>
                  <a:pt x="314" y="1370"/>
                </a:lnTo>
                <a:lnTo>
                  <a:pt x="313" y="1370"/>
                </a:lnTo>
                <a:lnTo>
                  <a:pt x="313" y="1369"/>
                </a:lnTo>
                <a:lnTo>
                  <a:pt x="313" y="1368"/>
                </a:lnTo>
                <a:lnTo>
                  <a:pt x="312" y="1368"/>
                </a:lnTo>
                <a:lnTo>
                  <a:pt x="312" y="1369"/>
                </a:lnTo>
                <a:lnTo>
                  <a:pt x="312" y="1370"/>
                </a:lnTo>
                <a:lnTo>
                  <a:pt x="312" y="1371"/>
                </a:lnTo>
                <a:lnTo>
                  <a:pt x="311" y="1372"/>
                </a:lnTo>
                <a:lnTo>
                  <a:pt x="310" y="1372"/>
                </a:lnTo>
                <a:lnTo>
                  <a:pt x="310" y="1373"/>
                </a:lnTo>
                <a:lnTo>
                  <a:pt x="308" y="1373"/>
                </a:lnTo>
                <a:lnTo>
                  <a:pt x="307" y="1373"/>
                </a:lnTo>
                <a:lnTo>
                  <a:pt x="307" y="1372"/>
                </a:lnTo>
                <a:lnTo>
                  <a:pt x="306" y="1372"/>
                </a:lnTo>
                <a:lnTo>
                  <a:pt x="305" y="1371"/>
                </a:lnTo>
                <a:lnTo>
                  <a:pt x="305" y="1370"/>
                </a:lnTo>
                <a:lnTo>
                  <a:pt x="304" y="1369"/>
                </a:lnTo>
                <a:lnTo>
                  <a:pt x="304" y="1370"/>
                </a:lnTo>
                <a:lnTo>
                  <a:pt x="303" y="1370"/>
                </a:lnTo>
                <a:lnTo>
                  <a:pt x="301" y="1370"/>
                </a:lnTo>
                <a:lnTo>
                  <a:pt x="300" y="1370"/>
                </a:lnTo>
                <a:lnTo>
                  <a:pt x="300" y="1371"/>
                </a:lnTo>
                <a:lnTo>
                  <a:pt x="299" y="1371"/>
                </a:lnTo>
                <a:lnTo>
                  <a:pt x="298" y="1371"/>
                </a:lnTo>
                <a:lnTo>
                  <a:pt x="298" y="1372"/>
                </a:lnTo>
                <a:lnTo>
                  <a:pt x="298" y="1373"/>
                </a:lnTo>
                <a:lnTo>
                  <a:pt x="297" y="1373"/>
                </a:lnTo>
                <a:lnTo>
                  <a:pt x="296" y="1376"/>
                </a:lnTo>
                <a:lnTo>
                  <a:pt x="297" y="1376"/>
                </a:lnTo>
                <a:lnTo>
                  <a:pt x="297" y="1377"/>
                </a:lnTo>
                <a:lnTo>
                  <a:pt x="298" y="1377"/>
                </a:lnTo>
                <a:lnTo>
                  <a:pt x="298" y="1378"/>
                </a:lnTo>
                <a:lnTo>
                  <a:pt x="297" y="1378"/>
                </a:lnTo>
                <a:lnTo>
                  <a:pt x="296" y="1378"/>
                </a:lnTo>
                <a:lnTo>
                  <a:pt x="295" y="1378"/>
                </a:lnTo>
                <a:lnTo>
                  <a:pt x="294" y="1378"/>
                </a:lnTo>
                <a:lnTo>
                  <a:pt x="293" y="1378"/>
                </a:lnTo>
                <a:lnTo>
                  <a:pt x="293" y="1377"/>
                </a:lnTo>
                <a:lnTo>
                  <a:pt x="292" y="1377"/>
                </a:lnTo>
                <a:lnTo>
                  <a:pt x="290" y="1377"/>
                </a:lnTo>
                <a:lnTo>
                  <a:pt x="290" y="1379"/>
                </a:lnTo>
                <a:lnTo>
                  <a:pt x="291" y="1379"/>
                </a:lnTo>
                <a:lnTo>
                  <a:pt x="291" y="1380"/>
                </a:lnTo>
                <a:lnTo>
                  <a:pt x="290" y="1381"/>
                </a:lnTo>
                <a:lnTo>
                  <a:pt x="289" y="1381"/>
                </a:lnTo>
                <a:lnTo>
                  <a:pt x="288" y="1382"/>
                </a:lnTo>
                <a:lnTo>
                  <a:pt x="289" y="1383"/>
                </a:lnTo>
                <a:lnTo>
                  <a:pt x="290" y="1384"/>
                </a:lnTo>
                <a:lnTo>
                  <a:pt x="290" y="1385"/>
                </a:lnTo>
                <a:lnTo>
                  <a:pt x="289" y="1387"/>
                </a:lnTo>
                <a:lnTo>
                  <a:pt x="289" y="1388"/>
                </a:lnTo>
                <a:lnTo>
                  <a:pt x="290" y="1389"/>
                </a:lnTo>
                <a:lnTo>
                  <a:pt x="290" y="1391"/>
                </a:lnTo>
                <a:lnTo>
                  <a:pt x="289" y="1392"/>
                </a:lnTo>
                <a:lnTo>
                  <a:pt x="289" y="1393"/>
                </a:lnTo>
                <a:lnTo>
                  <a:pt x="289" y="1394"/>
                </a:lnTo>
                <a:lnTo>
                  <a:pt x="288" y="1394"/>
                </a:lnTo>
                <a:lnTo>
                  <a:pt x="287" y="1394"/>
                </a:lnTo>
                <a:lnTo>
                  <a:pt x="284" y="1398"/>
                </a:lnTo>
                <a:lnTo>
                  <a:pt x="284" y="1399"/>
                </a:lnTo>
                <a:lnTo>
                  <a:pt x="284" y="1400"/>
                </a:lnTo>
                <a:lnTo>
                  <a:pt x="284" y="1401"/>
                </a:lnTo>
                <a:lnTo>
                  <a:pt x="283" y="1402"/>
                </a:lnTo>
                <a:lnTo>
                  <a:pt x="282" y="1402"/>
                </a:lnTo>
                <a:lnTo>
                  <a:pt x="282" y="1403"/>
                </a:lnTo>
                <a:lnTo>
                  <a:pt x="282" y="1402"/>
                </a:lnTo>
                <a:lnTo>
                  <a:pt x="281" y="1402"/>
                </a:lnTo>
                <a:lnTo>
                  <a:pt x="280" y="1402"/>
                </a:lnTo>
                <a:lnTo>
                  <a:pt x="279" y="1402"/>
                </a:lnTo>
                <a:lnTo>
                  <a:pt x="278" y="1402"/>
                </a:lnTo>
                <a:lnTo>
                  <a:pt x="278" y="1401"/>
                </a:lnTo>
                <a:lnTo>
                  <a:pt x="276" y="1402"/>
                </a:lnTo>
                <a:lnTo>
                  <a:pt x="275" y="1403"/>
                </a:lnTo>
                <a:lnTo>
                  <a:pt x="274" y="1403"/>
                </a:lnTo>
                <a:lnTo>
                  <a:pt x="273" y="1404"/>
                </a:lnTo>
                <a:lnTo>
                  <a:pt x="272" y="1404"/>
                </a:lnTo>
                <a:lnTo>
                  <a:pt x="271" y="1405"/>
                </a:lnTo>
                <a:lnTo>
                  <a:pt x="271" y="1406"/>
                </a:lnTo>
                <a:lnTo>
                  <a:pt x="270" y="1406"/>
                </a:lnTo>
                <a:lnTo>
                  <a:pt x="270" y="1405"/>
                </a:lnTo>
                <a:lnTo>
                  <a:pt x="270" y="1404"/>
                </a:lnTo>
                <a:lnTo>
                  <a:pt x="269" y="1404"/>
                </a:lnTo>
                <a:lnTo>
                  <a:pt x="269" y="1403"/>
                </a:lnTo>
                <a:lnTo>
                  <a:pt x="270" y="1403"/>
                </a:lnTo>
                <a:lnTo>
                  <a:pt x="270" y="1402"/>
                </a:lnTo>
                <a:lnTo>
                  <a:pt x="270" y="1401"/>
                </a:lnTo>
                <a:lnTo>
                  <a:pt x="271" y="1398"/>
                </a:lnTo>
                <a:lnTo>
                  <a:pt x="271" y="1397"/>
                </a:lnTo>
                <a:lnTo>
                  <a:pt x="271" y="1396"/>
                </a:lnTo>
                <a:lnTo>
                  <a:pt x="270" y="1395"/>
                </a:lnTo>
                <a:lnTo>
                  <a:pt x="269" y="1395"/>
                </a:lnTo>
                <a:lnTo>
                  <a:pt x="268" y="1394"/>
                </a:lnTo>
                <a:lnTo>
                  <a:pt x="268" y="1393"/>
                </a:lnTo>
                <a:lnTo>
                  <a:pt x="267" y="1393"/>
                </a:lnTo>
                <a:lnTo>
                  <a:pt x="267" y="1392"/>
                </a:lnTo>
                <a:lnTo>
                  <a:pt x="267" y="1390"/>
                </a:lnTo>
                <a:lnTo>
                  <a:pt x="267" y="1389"/>
                </a:lnTo>
                <a:lnTo>
                  <a:pt x="268" y="1388"/>
                </a:lnTo>
                <a:lnTo>
                  <a:pt x="267" y="1388"/>
                </a:lnTo>
                <a:lnTo>
                  <a:pt x="265" y="1388"/>
                </a:lnTo>
                <a:lnTo>
                  <a:pt x="264" y="1388"/>
                </a:lnTo>
                <a:lnTo>
                  <a:pt x="265" y="1387"/>
                </a:lnTo>
                <a:lnTo>
                  <a:pt x="264" y="1387"/>
                </a:lnTo>
                <a:lnTo>
                  <a:pt x="263" y="1387"/>
                </a:lnTo>
                <a:lnTo>
                  <a:pt x="263" y="1388"/>
                </a:lnTo>
                <a:lnTo>
                  <a:pt x="262" y="1388"/>
                </a:lnTo>
                <a:lnTo>
                  <a:pt x="262" y="1387"/>
                </a:lnTo>
                <a:lnTo>
                  <a:pt x="260" y="1387"/>
                </a:lnTo>
                <a:lnTo>
                  <a:pt x="260" y="1388"/>
                </a:lnTo>
                <a:lnTo>
                  <a:pt x="259" y="1388"/>
                </a:lnTo>
                <a:lnTo>
                  <a:pt x="259" y="1389"/>
                </a:lnTo>
                <a:lnTo>
                  <a:pt x="259" y="1391"/>
                </a:lnTo>
                <a:lnTo>
                  <a:pt x="258" y="1391"/>
                </a:lnTo>
                <a:lnTo>
                  <a:pt x="257" y="1391"/>
                </a:lnTo>
                <a:lnTo>
                  <a:pt x="256" y="1391"/>
                </a:lnTo>
                <a:lnTo>
                  <a:pt x="255" y="1391"/>
                </a:lnTo>
                <a:lnTo>
                  <a:pt x="255" y="1392"/>
                </a:lnTo>
                <a:lnTo>
                  <a:pt x="254" y="1393"/>
                </a:lnTo>
                <a:lnTo>
                  <a:pt x="253" y="1392"/>
                </a:lnTo>
                <a:lnTo>
                  <a:pt x="252" y="1392"/>
                </a:lnTo>
                <a:lnTo>
                  <a:pt x="251" y="1392"/>
                </a:lnTo>
                <a:lnTo>
                  <a:pt x="250" y="1392"/>
                </a:lnTo>
                <a:lnTo>
                  <a:pt x="250" y="1391"/>
                </a:lnTo>
                <a:lnTo>
                  <a:pt x="247" y="1391"/>
                </a:lnTo>
                <a:lnTo>
                  <a:pt x="246" y="1391"/>
                </a:lnTo>
                <a:lnTo>
                  <a:pt x="246" y="1392"/>
                </a:lnTo>
                <a:lnTo>
                  <a:pt x="245" y="1392"/>
                </a:lnTo>
                <a:lnTo>
                  <a:pt x="245" y="1393"/>
                </a:lnTo>
                <a:lnTo>
                  <a:pt x="244" y="1393"/>
                </a:lnTo>
                <a:lnTo>
                  <a:pt x="244" y="1392"/>
                </a:lnTo>
                <a:lnTo>
                  <a:pt x="243" y="1391"/>
                </a:lnTo>
                <a:lnTo>
                  <a:pt x="242" y="1391"/>
                </a:lnTo>
                <a:lnTo>
                  <a:pt x="241" y="1390"/>
                </a:lnTo>
                <a:lnTo>
                  <a:pt x="242" y="1389"/>
                </a:lnTo>
                <a:lnTo>
                  <a:pt x="241" y="1389"/>
                </a:lnTo>
                <a:lnTo>
                  <a:pt x="241" y="1388"/>
                </a:lnTo>
                <a:lnTo>
                  <a:pt x="240" y="1388"/>
                </a:lnTo>
                <a:lnTo>
                  <a:pt x="240" y="1387"/>
                </a:lnTo>
                <a:lnTo>
                  <a:pt x="238" y="1387"/>
                </a:lnTo>
                <a:lnTo>
                  <a:pt x="238" y="1388"/>
                </a:lnTo>
                <a:lnTo>
                  <a:pt x="238" y="1389"/>
                </a:lnTo>
                <a:lnTo>
                  <a:pt x="237" y="1389"/>
                </a:lnTo>
                <a:lnTo>
                  <a:pt x="237" y="1390"/>
                </a:lnTo>
                <a:lnTo>
                  <a:pt x="237" y="1391"/>
                </a:lnTo>
                <a:lnTo>
                  <a:pt x="235" y="1391"/>
                </a:lnTo>
                <a:lnTo>
                  <a:pt x="235" y="1390"/>
                </a:lnTo>
                <a:lnTo>
                  <a:pt x="233" y="1390"/>
                </a:lnTo>
                <a:lnTo>
                  <a:pt x="232" y="1390"/>
                </a:lnTo>
                <a:lnTo>
                  <a:pt x="232" y="1392"/>
                </a:lnTo>
                <a:lnTo>
                  <a:pt x="230" y="1392"/>
                </a:lnTo>
                <a:lnTo>
                  <a:pt x="227" y="1392"/>
                </a:lnTo>
                <a:lnTo>
                  <a:pt x="226" y="1392"/>
                </a:lnTo>
                <a:lnTo>
                  <a:pt x="225" y="1392"/>
                </a:lnTo>
                <a:lnTo>
                  <a:pt x="224" y="1393"/>
                </a:lnTo>
                <a:lnTo>
                  <a:pt x="223" y="1393"/>
                </a:lnTo>
                <a:lnTo>
                  <a:pt x="223" y="1394"/>
                </a:lnTo>
                <a:lnTo>
                  <a:pt x="222" y="1395"/>
                </a:lnTo>
                <a:lnTo>
                  <a:pt x="222" y="1396"/>
                </a:lnTo>
                <a:lnTo>
                  <a:pt x="221" y="1396"/>
                </a:lnTo>
                <a:lnTo>
                  <a:pt x="220" y="1396"/>
                </a:lnTo>
                <a:lnTo>
                  <a:pt x="220" y="1395"/>
                </a:lnTo>
                <a:lnTo>
                  <a:pt x="219" y="1395"/>
                </a:lnTo>
                <a:lnTo>
                  <a:pt x="218" y="1395"/>
                </a:lnTo>
                <a:lnTo>
                  <a:pt x="219" y="1396"/>
                </a:lnTo>
                <a:lnTo>
                  <a:pt x="218" y="1396"/>
                </a:lnTo>
                <a:lnTo>
                  <a:pt x="217" y="1396"/>
                </a:lnTo>
                <a:lnTo>
                  <a:pt x="216" y="1397"/>
                </a:lnTo>
                <a:lnTo>
                  <a:pt x="216" y="1398"/>
                </a:lnTo>
                <a:lnTo>
                  <a:pt x="215" y="1398"/>
                </a:lnTo>
                <a:lnTo>
                  <a:pt x="214" y="1398"/>
                </a:lnTo>
                <a:lnTo>
                  <a:pt x="214" y="1397"/>
                </a:lnTo>
                <a:lnTo>
                  <a:pt x="215" y="1397"/>
                </a:lnTo>
                <a:lnTo>
                  <a:pt x="215" y="1395"/>
                </a:lnTo>
                <a:lnTo>
                  <a:pt x="215" y="1396"/>
                </a:lnTo>
                <a:lnTo>
                  <a:pt x="215" y="1395"/>
                </a:lnTo>
                <a:lnTo>
                  <a:pt x="216" y="1395"/>
                </a:lnTo>
                <a:lnTo>
                  <a:pt x="216" y="1394"/>
                </a:lnTo>
                <a:lnTo>
                  <a:pt x="215" y="1394"/>
                </a:lnTo>
                <a:lnTo>
                  <a:pt x="215" y="1393"/>
                </a:lnTo>
                <a:lnTo>
                  <a:pt x="214" y="1392"/>
                </a:lnTo>
                <a:lnTo>
                  <a:pt x="213" y="1392"/>
                </a:lnTo>
                <a:lnTo>
                  <a:pt x="212" y="1392"/>
                </a:lnTo>
                <a:lnTo>
                  <a:pt x="212" y="1391"/>
                </a:lnTo>
                <a:lnTo>
                  <a:pt x="210" y="1391"/>
                </a:lnTo>
                <a:lnTo>
                  <a:pt x="208" y="1390"/>
                </a:lnTo>
                <a:lnTo>
                  <a:pt x="207" y="1390"/>
                </a:lnTo>
                <a:lnTo>
                  <a:pt x="207" y="1389"/>
                </a:lnTo>
                <a:lnTo>
                  <a:pt x="205" y="1389"/>
                </a:lnTo>
                <a:lnTo>
                  <a:pt x="205" y="1388"/>
                </a:lnTo>
                <a:lnTo>
                  <a:pt x="206" y="1388"/>
                </a:lnTo>
                <a:lnTo>
                  <a:pt x="206" y="1387"/>
                </a:lnTo>
                <a:lnTo>
                  <a:pt x="205" y="1387"/>
                </a:lnTo>
                <a:lnTo>
                  <a:pt x="204" y="1387"/>
                </a:lnTo>
                <a:lnTo>
                  <a:pt x="203" y="1388"/>
                </a:lnTo>
                <a:lnTo>
                  <a:pt x="202" y="1389"/>
                </a:lnTo>
                <a:lnTo>
                  <a:pt x="202" y="1388"/>
                </a:lnTo>
                <a:lnTo>
                  <a:pt x="202" y="1387"/>
                </a:lnTo>
                <a:lnTo>
                  <a:pt x="200" y="1387"/>
                </a:lnTo>
                <a:lnTo>
                  <a:pt x="199" y="1387"/>
                </a:lnTo>
                <a:lnTo>
                  <a:pt x="198" y="1387"/>
                </a:lnTo>
                <a:lnTo>
                  <a:pt x="198" y="1386"/>
                </a:lnTo>
                <a:lnTo>
                  <a:pt x="197" y="1386"/>
                </a:lnTo>
                <a:lnTo>
                  <a:pt x="197" y="1387"/>
                </a:lnTo>
                <a:lnTo>
                  <a:pt x="196" y="1386"/>
                </a:lnTo>
                <a:lnTo>
                  <a:pt x="195" y="1386"/>
                </a:lnTo>
                <a:lnTo>
                  <a:pt x="195" y="1385"/>
                </a:lnTo>
                <a:lnTo>
                  <a:pt x="195" y="1384"/>
                </a:lnTo>
                <a:lnTo>
                  <a:pt x="194" y="1384"/>
                </a:lnTo>
                <a:lnTo>
                  <a:pt x="193" y="1383"/>
                </a:lnTo>
                <a:lnTo>
                  <a:pt x="193" y="1381"/>
                </a:lnTo>
                <a:lnTo>
                  <a:pt x="192" y="1381"/>
                </a:lnTo>
                <a:lnTo>
                  <a:pt x="191" y="1381"/>
                </a:lnTo>
                <a:lnTo>
                  <a:pt x="190" y="1382"/>
                </a:lnTo>
                <a:lnTo>
                  <a:pt x="189" y="1383"/>
                </a:lnTo>
                <a:lnTo>
                  <a:pt x="188" y="1383"/>
                </a:lnTo>
                <a:lnTo>
                  <a:pt x="187" y="1382"/>
                </a:lnTo>
                <a:lnTo>
                  <a:pt x="186" y="1382"/>
                </a:lnTo>
                <a:lnTo>
                  <a:pt x="185" y="1382"/>
                </a:lnTo>
                <a:lnTo>
                  <a:pt x="185" y="1379"/>
                </a:lnTo>
                <a:lnTo>
                  <a:pt x="184" y="1378"/>
                </a:lnTo>
                <a:lnTo>
                  <a:pt x="184" y="1377"/>
                </a:lnTo>
                <a:lnTo>
                  <a:pt x="183" y="1377"/>
                </a:lnTo>
                <a:lnTo>
                  <a:pt x="183" y="1378"/>
                </a:lnTo>
                <a:lnTo>
                  <a:pt x="183" y="1379"/>
                </a:lnTo>
                <a:lnTo>
                  <a:pt x="182" y="1379"/>
                </a:lnTo>
                <a:lnTo>
                  <a:pt x="180" y="1379"/>
                </a:lnTo>
                <a:lnTo>
                  <a:pt x="179" y="1379"/>
                </a:lnTo>
                <a:lnTo>
                  <a:pt x="178" y="1379"/>
                </a:lnTo>
                <a:lnTo>
                  <a:pt x="178" y="1378"/>
                </a:lnTo>
                <a:lnTo>
                  <a:pt x="177" y="1378"/>
                </a:lnTo>
                <a:lnTo>
                  <a:pt x="176" y="1378"/>
                </a:lnTo>
                <a:lnTo>
                  <a:pt x="175" y="1376"/>
                </a:lnTo>
                <a:lnTo>
                  <a:pt x="175" y="1375"/>
                </a:lnTo>
                <a:lnTo>
                  <a:pt x="174" y="1375"/>
                </a:lnTo>
                <a:lnTo>
                  <a:pt x="174" y="1374"/>
                </a:lnTo>
                <a:lnTo>
                  <a:pt x="174" y="1373"/>
                </a:lnTo>
                <a:lnTo>
                  <a:pt x="173" y="1373"/>
                </a:lnTo>
                <a:lnTo>
                  <a:pt x="172" y="1373"/>
                </a:lnTo>
                <a:lnTo>
                  <a:pt x="171" y="1373"/>
                </a:lnTo>
                <a:lnTo>
                  <a:pt x="171" y="1374"/>
                </a:lnTo>
                <a:lnTo>
                  <a:pt x="171" y="1375"/>
                </a:lnTo>
                <a:lnTo>
                  <a:pt x="170" y="1375"/>
                </a:lnTo>
                <a:lnTo>
                  <a:pt x="170" y="1374"/>
                </a:lnTo>
                <a:lnTo>
                  <a:pt x="169" y="1374"/>
                </a:lnTo>
                <a:lnTo>
                  <a:pt x="168" y="1374"/>
                </a:lnTo>
                <a:lnTo>
                  <a:pt x="168" y="1375"/>
                </a:lnTo>
                <a:lnTo>
                  <a:pt x="167" y="1375"/>
                </a:lnTo>
                <a:lnTo>
                  <a:pt x="166" y="1375"/>
                </a:lnTo>
                <a:lnTo>
                  <a:pt x="165" y="1375"/>
                </a:lnTo>
                <a:lnTo>
                  <a:pt x="163" y="1374"/>
                </a:lnTo>
                <a:lnTo>
                  <a:pt x="162" y="1374"/>
                </a:lnTo>
                <a:lnTo>
                  <a:pt x="161" y="1373"/>
                </a:lnTo>
                <a:lnTo>
                  <a:pt x="160" y="1373"/>
                </a:lnTo>
                <a:lnTo>
                  <a:pt x="159" y="1373"/>
                </a:lnTo>
                <a:lnTo>
                  <a:pt x="158" y="1374"/>
                </a:lnTo>
                <a:lnTo>
                  <a:pt x="157" y="1375"/>
                </a:lnTo>
                <a:lnTo>
                  <a:pt x="156" y="1375"/>
                </a:lnTo>
                <a:lnTo>
                  <a:pt x="155" y="1373"/>
                </a:lnTo>
                <a:lnTo>
                  <a:pt x="154" y="1373"/>
                </a:lnTo>
                <a:lnTo>
                  <a:pt x="154" y="1372"/>
                </a:lnTo>
                <a:lnTo>
                  <a:pt x="153" y="1372"/>
                </a:lnTo>
                <a:lnTo>
                  <a:pt x="153" y="1371"/>
                </a:lnTo>
                <a:lnTo>
                  <a:pt x="152" y="1371"/>
                </a:lnTo>
                <a:lnTo>
                  <a:pt x="151" y="1371"/>
                </a:lnTo>
                <a:lnTo>
                  <a:pt x="151" y="1372"/>
                </a:lnTo>
                <a:lnTo>
                  <a:pt x="151" y="1374"/>
                </a:lnTo>
                <a:lnTo>
                  <a:pt x="151" y="1375"/>
                </a:lnTo>
                <a:lnTo>
                  <a:pt x="151" y="1376"/>
                </a:lnTo>
                <a:lnTo>
                  <a:pt x="151" y="1377"/>
                </a:lnTo>
                <a:lnTo>
                  <a:pt x="150" y="1377"/>
                </a:lnTo>
                <a:lnTo>
                  <a:pt x="149" y="1377"/>
                </a:lnTo>
                <a:lnTo>
                  <a:pt x="148" y="1377"/>
                </a:lnTo>
                <a:lnTo>
                  <a:pt x="147" y="1378"/>
                </a:lnTo>
                <a:lnTo>
                  <a:pt x="145" y="1378"/>
                </a:lnTo>
                <a:lnTo>
                  <a:pt x="145" y="1377"/>
                </a:lnTo>
                <a:lnTo>
                  <a:pt x="146" y="1377"/>
                </a:lnTo>
                <a:lnTo>
                  <a:pt x="146" y="1376"/>
                </a:lnTo>
                <a:lnTo>
                  <a:pt x="146" y="1374"/>
                </a:lnTo>
                <a:lnTo>
                  <a:pt x="145" y="1373"/>
                </a:lnTo>
                <a:lnTo>
                  <a:pt x="144" y="1372"/>
                </a:lnTo>
                <a:lnTo>
                  <a:pt x="144" y="1373"/>
                </a:lnTo>
                <a:lnTo>
                  <a:pt x="143" y="1373"/>
                </a:lnTo>
                <a:lnTo>
                  <a:pt x="142" y="1373"/>
                </a:lnTo>
                <a:lnTo>
                  <a:pt x="141" y="1372"/>
                </a:lnTo>
                <a:lnTo>
                  <a:pt x="140" y="1371"/>
                </a:lnTo>
                <a:lnTo>
                  <a:pt x="139" y="1371"/>
                </a:lnTo>
                <a:lnTo>
                  <a:pt x="138" y="1371"/>
                </a:lnTo>
                <a:lnTo>
                  <a:pt x="138" y="1372"/>
                </a:lnTo>
                <a:lnTo>
                  <a:pt x="137" y="1373"/>
                </a:lnTo>
                <a:lnTo>
                  <a:pt x="137" y="1372"/>
                </a:lnTo>
                <a:lnTo>
                  <a:pt x="136" y="1372"/>
                </a:lnTo>
                <a:lnTo>
                  <a:pt x="136" y="1373"/>
                </a:lnTo>
                <a:lnTo>
                  <a:pt x="135" y="1373"/>
                </a:lnTo>
                <a:lnTo>
                  <a:pt x="134" y="1372"/>
                </a:lnTo>
                <a:lnTo>
                  <a:pt x="133" y="1372"/>
                </a:lnTo>
                <a:lnTo>
                  <a:pt x="132" y="1372"/>
                </a:lnTo>
                <a:lnTo>
                  <a:pt x="132" y="1373"/>
                </a:lnTo>
                <a:lnTo>
                  <a:pt x="131" y="1374"/>
                </a:lnTo>
                <a:lnTo>
                  <a:pt x="130" y="1374"/>
                </a:lnTo>
                <a:lnTo>
                  <a:pt x="130" y="1373"/>
                </a:lnTo>
                <a:lnTo>
                  <a:pt x="127" y="1373"/>
                </a:lnTo>
                <a:lnTo>
                  <a:pt x="127" y="1372"/>
                </a:lnTo>
                <a:lnTo>
                  <a:pt x="126" y="1371"/>
                </a:lnTo>
                <a:lnTo>
                  <a:pt x="125" y="1369"/>
                </a:lnTo>
                <a:lnTo>
                  <a:pt x="124" y="1369"/>
                </a:lnTo>
                <a:lnTo>
                  <a:pt x="123" y="1367"/>
                </a:lnTo>
                <a:lnTo>
                  <a:pt x="124" y="1367"/>
                </a:lnTo>
                <a:lnTo>
                  <a:pt x="124" y="1366"/>
                </a:lnTo>
                <a:lnTo>
                  <a:pt x="125" y="1366"/>
                </a:lnTo>
                <a:lnTo>
                  <a:pt x="125" y="1365"/>
                </a:lnTo>
                <a:lnTo>
                  <a:pt x="126" y="1365"/>
                </a:lnTo>
                <a:lnTo>
                  <a:pt x="126" y="1364"/>
                </a:lnTo>
                <a:lnTo>
                  <a:pt x="126" y="1363"/>
                </a:lnTo>
                <a:lnTo>
                  <a:pt x="126" y="1362"/>
                </a:lnTo>
                <a:lnTo>
                  <a:pt x="125" y="1362"/>
                </a:lnTo>
                <a:lnTo>
                  <a:pt x="124" y="1363"/>
                </a:lnTo>
                <a:lnTo>
                  <a:pt x="123" y="1363"/>
                </a:lnTo>
                <a:lnTo>
                  <a:pt x="121" y="1363"/>
                </a:lnTo>
                <a:lnTo>
                  <a:pt x="120" y="1363"/>
                </a:lnTo>
                <a:lnTo>
                  <a:pt x="120" y="1362"/>
                </a:lnTo>
                <a:lnTo>
                  <a:pt x="121" y="1362"/>
                </a:lnTo>
                <a:lnTo>
                  <a:pt x="121" y="1361"/>
                </a:lnTo>
                <a:lnTo>
                  <a:pt x="121" y="1360"/>
                </a:lnTo>
                <a:lnTo>
                  <a:pt x="121" y="1359"/>
                </a:lnTo>
                <a:lnTo>
                  <a:pt x="121" y="1358"/>
                </a:lnTo>
                <a:lnTo>
                  <a:pt x="121" y="1357"/>
                </a:lnTo>
                <a:lnTo>
                  <a:pt x="120" y="1357"/>
                </a:lnTo>
                <a:lnTo>
                  <a:pt x="119" y="1357"/>
                </a:lnTo>
                <a:lnTo>
                  <a:pt x="118" y="1358"/>
                </a:lnTo>
                <a:lnTo>
                  <a:pt x="118" y="1359"/>
                </a:lnTo>
                <a:lnTo>
                  <a:pt x="118" y="1360"/>
                </a:lnTo>
                <a:lnTo>
                  <a:pt x="117" y="1360"/>
                </a:lnTo>
                <a:lnTo>
                  <a:pt x="116" y="1359"/>
                </a:lnTo>
                <a:lnTo>
                  <a:pt x="116" y="1358"/>
                </a:lnTo>
                <a:lnTo>
                  <a:pt x="114" y="1357"/>
                </a:lnTo>
                <a:lnTo>
                  <a:pt x="113" y="1357"/>
                </a:lnTo>
                <a:lnTo>
                  <a:pt x="112" y="1357"/>
                </a:lnTo>
                <a:lnTo>
                  <a:pt x="112" y="1358"/>
                </a:lnTo>
                <a:lnTo>
                  <a:pt x="112" y="1359"/>
                </a:lnTo>
                <a:lnTo>
                  <a:pt x="112" y="1360"/>
                </a:lnTo>
                <a:lnTo>
                  <a:pt x="113" y="1360"/>
                </a:lnTo>
                <a:lnTo>
                  <a:pt x="114" y="1360"/>
                </a:lnTo>
                <a:lnTo>
                  <a:pt x="115" y="1360"/>
                </a:lnTo>
                <a:lnTo>
                  <a:pt x="117" y="1361"/>
                </a:lnTo>
                <a:lnTo>
                  <a:pt x="117" y="1362"/>
                </a:lnTo>
                <a:lnTo>
                  <a:pt x="116" y="1366"/>
                </a:lnTo>
                <a:lnTo>
                  <a:pt x="115" y="1366"/>
                </a:lnTo>
                <a:lnTo>
                  <a:pt x="114" y="1366"/>
                </a:lnTo>
                <a:lnTo>
                  <a:pt x="114" y="1365"/>
                </a:lnTo>
                <a:lnTo>
                  <a:pt x="113" y="1365"/>
                </a:lnTo>
                <a:lnTo>
                  <a:pt x="113" y="1364"/>
                </a:lnTo>
                <a:lnTo>
                  <a:pt x="113" y="1363"/>
                </a:lnTo>
                <a:lnTo>
                  <a:pt x="112" y="1362"/>
                </a:lnTo>
                <a:lnTo>
                  <a:pt x="110" y="1358"/>
                </a:lnTo>
                <a:lnTo>
                  <a:pt x="109" y="1358"/>
                </a:lnTo>
                <a:lnTo>
                  <a:pt x="109" y="1357"/>
                </a:lnTo>
                <a:lnTo>
                  <a:pt x="108" y="1357"/>
                </a:lnTo>
                <a:lnTo>
                  <a:pt x="107" y="1358"/>
                </a:lnTo>
                <a:lnTo>
                  <a:pt x="107" y="1359"/>
                </a:lnTo>
                <a:lnTo>
                  <a:pt x="108" y="1360"/>
                </a:lnTo>
                <a:lnTo>
                  <a:pt x="109" y="1360"/>
                </a:lnTo>
                <a:lnTo>
                  <a:pt x="109" y="1361"/>
                </a:lnTo>
                <a:lnTo>
                  <a:pt x="109" y="1362"/>
                </a:lnTo>
                <a:lnTo>
                  <a:pt x="108" y="1362"/>
                </a:lnTo>
                <a:lnTo>
                  <a:pt x="107" y="1362"/>
                </a:lnTo>
                <a:lnTo>
                  <a:pt x="106" y="1362"/>
                </a:lnTo>
                <a:lnTo>
                  <a:pt x="106" y="1363"/>
                </a:lnTo>
                <a:lnTo>
                  <a:pt x="106" y="1365"/>
                </a:lnTo>
                <a:lnTo>
                  <a:pt x="105" y="1366"/>
                </a:lnTo>
                <a:lnTo>
                  <a:pt x="103" y="1367"/>
                </a:lnTo>
                <a:lnTo>
                  <a:pt x="102" y="1367"/>
                </a:lnTo>
                <a:lnTo>
                  <a:pt x="102" y="1366"/>
                </a:lnTo>
                <a:lnTo>
                  <a:pt x="99" y="1361"/>
                </a:lnTo>
                <a:lnTo>
                  <a:pt x="98" y="1360"/>
                </a:lnTo>
                <a:lnTo>
                  <a:pt x="97" y="1359"/>
                </a:lnTo>
                <a:lnTo>
                  <a:pt x="95" y="1360"/>
                </a:lnTo>
                <a:lnTo>
                  <a:pt x="94" y="1360"/>
                </a:lnTo>
                <a:lnTo>
                  <a:pt x="93" y="1360"/>
                </a:lnTo>
                <a:lnTo>
                  <a:pt x="92" y="1360"/>
                </a:lnTo>
                <a:lnTo>
                  <a:pt x="92" y="1361"/>
                </a:lnTo>
                <a:lnTo>
                  <a:pt x="92" y="1363"/>
                </a:lnTo>
                <a:lnTo>
                  <a:pt x="93" y="1364"/>
                </a:lnTo>
                <a:lnTo>
                  <a:pt x="94" y="1364"/>
                </a:lnTo>
                <a:lnTo>
                  <a:pt x="94" y="1365"/>
                </a:lnTo>
                <a:lnTo>
                  <a:pt x="93" y="1365"/>
                </a:lnTo>
                <a:lnTo>
                  <a:pt x="92" y="1364"/>
                </a:lnTo>
                <a:lnTo>
                  <a:pt x="91" y="1364"/>
                </a:lnTo>
                <a:lnTo>
                  <a:pt x="89" y="1364"/>
                </a:lnTo>
                <a:lnTo>
                  <a:pt x="88" y="1364"/>
                </a:lnTo>
                <a:lnTo>
                  <a:pt x="87" y="1365"/>
                </a:lnTo>
                <a:lnTo>
                  <a:pt x="86" y="1365"/>
                </a:lnTo>
                <a:lnTo>
                  <a:pt x="85" y="1364"/>
                </a:lnTo>
                <a:lnTo>
                  <a:pt x="84" y="1363"/>
                </a:lnTo>
                <a:lnTo>
                  <a:pt x="83" y="1362"/>
                </a:lnTo>
                <a:lnTo>
                  <a:pt x="81" y="1362"/>
                </a:lnTo>
                <a:lnTo>
                  <a:pt x="80" y="1362"/>
                </a:lnTo>
                <a:lnTo>
                  <a:pt x="78" y="1361"/>
                </a:lnTo>
                <a:lnTo>
                  <a:pt x="77" y="1360"/>
                </a:lnTo>
                <a:lnTo>
                  <a:pt x="76" y="1359"/>
                </a:lnTo>
                <a:lnTo>
                  <a:pt x="75" y="1359"/>
                </a:lnTo>
                <a:lnTo>
                  <a:pt x="74" y="1359"/>
                </a:lnTo>
                <a:lnTo>
                  <a:pt x="74" y="1360"/>
                </a:lnTo>
                <a:lnTo>
                  <a:pt x="74" y="1361"/>
                </a:lnTo>
                <a:lnTo>
                  <a:pt x="74" y="1360"/>
                </a:lnTo>
                <a:lnTo>
                  <a:pt x="73" y="1360"/>
                </a:lnTo>
                <a:lnTo>
                  <a:pt x="73" y="1359"/>
                </a:lnTo>
                <a:lnTo>
                  <a:pt x="74" y="1359"/>
                </a:lnTo>
                <a:lnTo>
                  <a:pt x="74" y="1358"/>
                </a:lnTo>
                <a:lnTo>
                  <a:pt x="74" y="1357"/>
                </a:lnTo>
                <a:lnTo>
                  <a:pt x="72" y="1356"/>
                </a:lnTo>
                <a:lnTo>
                  <a:pt x="70" y="1353"/>
                </a:lnTo>
                <a:lnTo>
                  <a:pt x="69" y="1350"/>
                </a:lnTo>
                <a:lnTo>
                  <a:pt x="68" y="1348"/>
                </a:lnTo>
                <a:lnTo>
                  <a:pt x="68" y="1347"/>
                </a:lnTo>
                <a:lnTo>
                  <a:pt x="67" y="1347"/>
                </a:lnTo>
                <a:lnTo>
                  <a:pt x="66" y="1347"/>
                </a:lnTo>
                <a:lnTo>
                  <a:pt x="64" y="1348"/>
                </a:lnTo>
                <a:lnTo>
                  <a:pt x="63" y="1348"/>
                </a:lnTo>
                <a:lnTo>
                  <a:pt x="59" y="1347"/>
                </a:lnTo>
                <a:lnTo>
                  <a:pt x="58" y="1346"/>
                </a:lnTo>
                <a:lnTo>
                  <a:pt x="57" y="1344"/>
                </a:lnTo>
                <a:lnTo>
                  <a:pt x="55" y="1342"/>
                </a:lnTo>
                <a:lnTo>
                  <a:pt x="54" y="1341"/>
                </a:lnTo>
                <a:lnTo>
                  <a:pt x="51" y="1341"/>
                </a:lnTo>
                <a:lnTo>
                  <a:pt x="50" y="1342"/>
                </a:lnTo>
                <a:lnTo>
                  <a:pt x="48" y="1343"/>
                </a:lnTo>
                <a:lnTo>
                  <a:pt x="47" y="1342"/>
                </a:lnTo>
                <a:lnTo>
                  <a:pt x="46" y="1339"/>
                </a:lnTo>
                <a:lnTo>
                  <a:pt x="46" y="1338"/>
                </a:lnTo>
                <a:lnTo>
                  <a:pt x="46" y="1337"/>
                </a:lnTo>
                <a:lnTo>
                  <a:pt x="46" y="1336"/>
                </a:lnTo>
                <a:lnTo>
                  <a:pt x="43" y="1335"/>
                </a:lnTo>
                <a:lnTo>
                  <a:pt x="42" y="1335"/>
                </a:lnTo>
                <a:lnTo>
                  <a:pt x="41" y="1334"/>
                </a:lnTo>
                <a:lnTo>
                  <a:pt x="41" y="1332"/>
                </a:lnTo>
                <a:lnTo>
                  <a:pt x="42" y="1328"/>
                </a:lnTo>
                <a:lnTo>
                  <a:pt x="42" y="1327"/>
                </a:lnTo>
                <a:lnTo>
                  <a:pt x="41" y="1327"/>
                </a:lnTo>
                <a:lnTo>
                  <a:pt x="40" y="1327"/>
                </a:lnTo>
                <a:lnTo>
                  <a:pt x="39" y="1327"/>
                </a:lnTo>
                <a:lnTo>
                  <a:pt x="39" y="1326"/>
                </a:lnTo>
                <a:lnTo>
                  <a:pt x="39" y="1325"/>
                </a:lnTo>
                <a:lnTo>
                  <a:pt x="43" y="1325"/>
                </a:lnTo>
                <a:lnTo>
                  <a:pt x="43" y="1324"/>
                </a:lnTo>
                <a:lnTo>
                  <a:pt x="44" y="1325"/>
                </a:lnTo>
                <a:lnTo>
                  <a:pt x="45" y="1325"/>
                </a:lnTo>
                <a:lnTo>
                  <a:pt x="46" y="1325"/>
                </a:lnTo>
                <a:lnTo>
                  <a:pt x="46" y="1324"/>
                </a:lnTo>
                <a:lnTo>
                  <a:pt x="46" y="1323"/>
                </a:lnTo>
                <a:lnTo>
                  <a:pt x="46" y="1322"/>
                </a:lnTo>
                <a:lnTo>
                  <a:pt x="46" y="1321"/>
                </a:lnTo>
                <a:lnTo>
                  <a:pt x="46" y="1320"/>
                </a:lnTo>
                <a:lnTo>
                  <a:pt x="42" y="1318"/>
                </a:lnTo>
                <a:lnTo>
                  <a:pt x="40" y="1316"/>
                </a:lnTo>
                <a:lnTo>
                  <a:pt x="39" y="1316"/>
                </a:lnTo>
                <a:lnTo>
                  <a:pt x="38" y="1315"/>
                </a:lnTo>
                <a:lnTo>
                  <a:pt x="37" y="1315"/>
                </a:lnTo>
                <a:lnTo>
                  <a:pt x="37" y="1314"/>
                </a:lnTo>
                <a:lnTo>
                  <a:pt x="37" y="1312"/>
                </a:lnTo>
                <a:lnTo>
                  <a:pt x="38" y="1312"/>
                </a:lnTo>
                <a:lnTo>
                  <a:pt x="38" y="1311"/>
                </a:lnTo>
                <a:lnTo>
                  <a:pt x="38" y="1310"/>
                </a:lnTo>
                <a:lnTo>
                  <a:pt x="39" y="1309"/>
                </a:lnTo>
                <a:lnTo>
                  <a:pt x="39" y="1308"/>
                </a:lnTo>
                <a:lnTo>
                  <a:pt x="38" y="1308"/>
                </a:lnTo>
                <a:lnTo>
                  <a:pt x="37" y="1309"/>
                </a:lnTo>
                <a:lnTo>
                  <a:pt x="35" y="1309"/>
                </a:lnTo>
                <a:lnTo>
                  <a:pt x="34" y="1309"/>
                </a:lnTo>
                <a:lnTo>
                  <a:pt x="27" y="1307"/>
                </a:lnTo>
                <a:lnTo>
                  <a:pt x="27" y="1306"/>
                </a:lnTo>
                <a:lnTo>
                  <a:pt x="27" y="1305"/>
                </a:lnTo>
                <a:lnTo>
                  <a:pt x="26" y="1303"/>
                </a:lnTo>
                <a:lnTo>
                  <a:pt x="26" y="1302"/>
                </a:lnTo>
                <a:lnTo>
                  <a:pt x="26" y="1301"/>
                </a:lnTo>
                <a:lnTo>
                  <a:pt x="28" y="1298"/>
                </a:lnTo>
                <a:lnTo>
                  <a:pt x="29" y="1298"/>
                </a:lnTo>
                <a:lnTo>
                  <a:pt x="31" y="1295"/>
                </a:lnTo>
                <a:lnTo>
                  <a:pt x="32" y="1293"/>
                </a:lnTo>
                <a:lnTo>
                  <a:pt x="29" y="1291"/>
                </a:lnTo>
                <a:lnTo>
                  <a:pt x="28" y="1291"/>
                </a:lnTo>
                <a:lnTo>
                  <a:pt x="28" y="1292"/>
                </a:lnTo>
                <a:lnTo>
                  <a:pt x="27" y="1292"/>
                </a:lnTo>
                <a:lnTo>
                  <a:pt x="26" y="1293"/>
                </a:lnTo>
                <a:lnTo>
                  <a:pt x="25" y="1293"/>
                </a:lnTo>
                <a:lnTo>
                  <a:pt x="24" y="1293"/>
                </a:lnTo>
                <a:lnTo>
                  <a:pt x="23" y="1292"/>
                </a:lnTo>
                <a:lnTo>
                  <a:pt x="23" y="1291"/>
                </a:lnTo>
                <a:lnTo>
                  <a:pt x="23" y="1290"/>
                </a:lnTo>
                <a:lnTo>
                  <a:pt x="23" y="1289"/>
                </a:lnTo>
                <a:lnTo>
                  <a:pt x="25" y="1285"/>
                </a:lnTo>
                <a:lnTo>
                  <a:pt x="26" y="1285"/>
                </a:lnTo>
                <a:lnTo>
                  <a:pt x="27" y="1285"/>
                </a:lnTo>
                <a:lnTo>
                  <a:pt x="28" y="1285"/>
                </a:lnTo>
                <a:lnTo>
                  <a:pt x="30" y="1285"/>
                </a:lnTo>
                <a:lnTo>
                  <a:pt x="31" y="1286"/>
                </a:lnTo>
                <a:lnTo>
                  <a:pt x="31" y="1287"/>
                </a:lnTo>
                <a:lnTo>
                  <a:pt x="32" y="1286"/>
                </a:lnTo>
                <a:lnTo>
                  <a:pt x="33" y="1286"/>
                </a:lnTo>
                <a:lnTo>
                  <a:pt x="34" y="1285"/>
                </a:lnTo>
                <a:lnTo>
                  <a:pt x="35" y="1284"/>
                </a:lnTo>
                <a:lnTo>
                  <a:pt x="35" y="1283"/>
                </a:lnTo>
                <a:lnTo>
                  <a:pt x="35" y="1282"/>
                </a:lnTo>
                <a:lnTo>
                  <a:pt x="34" y="1282"/>
                </a:lnTo>
                <a:lnTo>
                  <a:pt x="34" y="1281"/>
                </a:lnTo>
                <a:lnTo>
                  <a:pt x="40" y="1279"/>
                </a:lnTo>
                <a:lnTo>
                  <a:pt x="40" y="1280"/>
                </a:lnTo>
                <a:lnTo>
                  <a:pt x="41" y="1280"/>
                </a:lnTo>
                <a:lnTo>
                  <a:pt x="41" y="1281"/>
                </a:lnTo>
                <a:lnTo>
                  <a:pt x="42" y="1281"/>
                </a:lnTo>
                <a:lnTo>
                  <a:pt x="44" y="1281"/>
                </a:lnTo>
                <a:lnTo>
                  <a:pt x="46" y="1279"/>
                </a:lnTo>
                <a:lnTo>
                  <a:pt x="50" y="1274"/>
                </a:lnTo>
                <a:lnTo>
                  <a:pt x="53" y="1273"/>
                </a:lnTo>
                <a:lnTo>
                  <a:pt x="54" y="1272"/>
                </a:lnTo>
                <a:lnTo>
                  <a:pt x="55" y="1272"/>
                </a:lnTo>
                <a:lnTo>
                  <a:pt x="55" y="1271"/>
                </a:lnTo>
                <a:lnTo>
                  <a:pt x="55" y="1270"/>
                </a:lnTo>
                <a:lnTo>
                  <a:pt x="55" y="1269"/>
                </a:lnTo>
                <a:lnTo>
                  <a:pt x="56" y="1264"/>
                </a:lnTo>
                <a:lnTo>
                  <a:pt x="55" y="1264"/>
                </a:lnTo>
                <a:lnTo>
                  <a:pt x="55" y="1263"/>
                </a:lnTo>
                <a:lnTo>
                  <a:pt x="54" y="1260"/>
                </a:lnTo>
                <a:lnTo>
                  <a:pt x="54" y="1259"/>
                </a:lnTo>
                <a:lnTo>
                  <a:pt x="55" y="1258"/>
                </a:lnTo>
                <a:lnTo>
                  <a:pt x="56" y="1255"/>
                </a:lnTo>
                <a:lnTo>
                  <a:pt x="56" y="1253"/>
                </a:lnTo>
                <a:lnTo>
                  <a:pt x="57" y="1252"/>
                </a:lnTo>
                <a:lnTo>
                  <a:pt x="58" y="1252"/>
                </a:lnTo>
                <a:lnTo>
                  <a:pt x="59" y="1251"/>
                </a:lnTo>
                <a:lnTo>
                  <a:pt x="62" y="1252"/>
                </a:lnTo>
                <a:lnTo>
                  <a:pt x="63" y="1253"/>
                </a:lnTo>
                <a:lnTo>
                  <a:pt x="63" y="1255"/>
                </a:lnTo>
                <a:lnTo>
                  <a:pt x="63" y="1256"/>
                </a:lnTo>
                <a:lnTo>
                  <a:pt x="65" y="1259"/>
                </a:lnTo>
                <a:lnTo>
                  <a:pt x="66" y="1259"/>
                </a:lnTo>
                <a:lnTo>
                  <a:pt x="67" y="1258"/>
                </a:lnTo>
                <a:lnTo>
                  <a:pt x="67" y="1256"/>
                </a:lnTo>
                <a:lnTo>
                  <a:pt x="71" y="1254"/>
                </a:lnTo>
                <a:lnTo>
                  <a:pt x="72" y="1254"/>
                </a:lnTo>
                <a:lnTo>
                  <a:pt x="73" y="1252"/>
                </a:lnTo>
                <a:lnTo>
                  <a:pt x="74" y="1252"/>
                </a:lnTo>
                <a:lnTo>
                  <a:pt x="74" y="1251"/>
                </a:lnTo>
                <a:lnTo>
                  <a:pt x="73" y="1250"/>
                </a:lnTo>
                <a:lnTo>
                  <a:pt x="71" y="1246"/>
                </a:lnTo>
                <a:lnTo>
                  <a:pt x="70" y="1245"/>
                </a:lnTo>
                <a:lnTo>
                  <a:pt x="70" y="1244"/>
                </a:lnTo>
                <a:lnTo>
                  <a:pt x="68" y="1241"/>
                </a:lnTo>
                <a:lnTo>
                  <a:pt x="66" y="1237"/>
                </a:lnTo>
                <a:lnTo>
                  <a:pt x="66" y="1236"/>
                </a:lnTo>
                <a:lnTo>
                  <a:pt x="66" y="1235"/>
                </a:lnTo>
                <a:lnTo>
                  <a:pt x="67" y="1235"/>
                </a:lnTo>
                <a:lnTo>
                  <a:pt x="69" y="1231"/>
                </a:lnTo>
                <a:lnTo>
                  <a:pt x="70" y="1228"/>
                </a:lnTo>
                <a:lnTo>
                  <a:pt x="71" y="1228"/>
                </a:lnTo>
                <a:lnTo>
                  <a:pt x="69" y="1227"/>
                </a:lnTo>
                <a:lnTo>
                  <a:pt x="68" y="1226"/>
                </a:lnTo>
                <a:lnTo>
                  <a:pt x="66" y="1224"/>
                </a:lnTo>
                <a:lnTo>
                  <a:pt x="67" y="1221"/>
                </a:lnTo>
                <a:lnTo>
                  <a:pt x="68" y="1220"/>
                </a:lnTo>
                <a:lnTo>
                  <a:pt x="69" y="1219"/>
                </a:lnTo>
                <a:lnTo>
                  <a:pt x="69" y="1216"/>
                </a:lnTo>
                <a:lnTo>
                  <a:pt x="68" y="1215"/>
                </a:lnTo>
                <a:lnTo>
                  <a:pt x="67" y="1215"/>
                </a:lnTo>
                <a:lnTo>
                  <a:pt x="66" y="1215"/>
                </a:lnTo>
                <a:lnTo>
                  <a:pt x="64" y="1213"/>
                </a:lnTo>
                <a:lnTo>
                  <a:pt x="64" y="1212"/>
                </a:lnTo>
                <a:lnTo>
                  <a:pt x="64" y="1211"/>
                </a:lnTo>
                <a:lnTo>
                  <a:pt x="63" y="1208"/>
                </a:lnTo>
                <a:lnTo>
                  <a:pt x="64" y="1208"/>
                </a:lnTo>
                <a:lnTo>
                  <a:pt x="64" y="1207"/>
                </a:lnTo>
                <a:lnTo>
                  <a:pt x="65" y="1207"/>
                </a:lnTo>
                <a:lnTo>
                  <a:pt x="65" y="1206"/>
                </a:lnTo>
                <a:lnTo>
                  <a:pt x="66" y="1206"/>
                </a:lnTo>
                <a:lnTo>
                  <a:pt x="66" y="1202"/>
                </a:lnTo>
                <a:lnTo>
                  <a:pt x="65" y="1200"/>
                </a:lnTo>
                <a:lnTo>
                  <a:pt x="64" y="1198"/>
                </a:lnTo>
                <a:lnTo>
                  <a:pt x="64" y="1196"/>
                </a:lnTo>
                <a:lnTo>
                  <a:pt x="65" y="1195"/>
                </a:lnTo>
                <a:lnTo>
                  <a:pt x="66" y="1195"/>
                </a:lnTo>
                <a:lnTo>
                  <a:pt x="67" y="1195"/>
                </a:lnTo>
                <a:lnTo>
                  <a:pt x="68" y="1195"/>
                </a:lnTo>
                <a:lnTo>
                  <a:pt x="69" y="1194"/>
                </a:lnTo>
                <a:lnTo>
                  <a:pt x="69" y="1193"/>
                </a:lnTo>
                <a:lnTo>
                  <a:pt x="70" y="1192"/>
                </a:lnTo>
                <a:lnTo>
                  <a:pt x="72" y="1191"/>
                </a:lnTo>
                <a:lnTo>
                  <a:pt x="73" y="1191"/>
                </a:lnTo>
                <a:lnTo>
                  <a:pt x="73" y="1190"/>
                </a:lnTo>
                <a:lnTo>
                  <a:pt x="74" y="1190"/>
                </a:lnTo>
                <a:lnTo>
                  <a:pt x="74" y="1187"/>
                </a:lnTo>
                <a:lnTo>
                  <a:pt x="76" y="1183"/>
                </a:lnTo>
                <a:lnTo>
                  <a:pt x="78" y="1180"/>
                </a:lnTo>
                <a:lnTo>
                  <a:pt x="80" y="1174"/>
                </a:lnTo>
                <a:lnTo>
                  <a:pt x="80" y="1173"/>
                </a:lnTo>
                <a:lnTo>
                  <a:pt x="80" y="1172"/>
                </a:lnTo>
                <a:lnTo>
                  <a:pt x="81" y="1169"/>
                </a:lnTo>
                <a:lnTo>
                  <a:pt x="82" y="1168"/>
                </a:lnTo>
                <a:lnTo>
                  <a:pt x="81" y="1161"/>
                </a:lnTo>
                <a:lnTo>
                  <a:pt x="82" y="1160"/>
                </a:lnTo>
                <a:lnTo>
                  <a:pt x="83" y="1159"/>
                </a:lnTo>
                <a:lnTo>
                  <a:pt x="84" y="1158"/>
                </a:lnTo>
                <a:lnTo>
                  <a:pt x="85" y="1157"/>
                </a:lnTo>
                <a:lnTo>
                  <a:pt x="85" y="1156"/>
                </a:lnTo>
                <a:lnTo>
                  <a:pt x="84" y="1155"/>
                </a:lnTo>
                <a:lnTo>
                  <a:pt x="84" y="1154"/>
                </a:lnTo>
                <a:lnTo>
                  <a:pt x="85" y="1154"/>
                </a:lnTo>
                <a:lnTo>
                  <a:pt x="85" y="1153"/>
                </a:lnTo>
                <a:lnTo>
                  <a:pt x="86" y="1153"/>
                </a:lnTo>
                <a:lnTo>
                  <a:pt x="88" y="1154"/>
                </a:lnTo>
                <a:lnTo>
                  <a:pt x="88" y="1155"/>
                </a:lnTo>
                <a:lnTo>
                  <a:pt x="89" y="1155"/>
                </a:lnTo>
                <a:lnTo>
                  <a:pt x="89" y="1153"/>
                </a:lnTo>
                <a:lnTo>
                  <a:pt x="90" y="1153"/>
                </a:lnTo>
                <a:lnTo>
                  <a:pt x="90" y="1152"/>
                </a:lnTo>
                <a:lnTo>
                  <a:pt x="89" y="1149"/>
                </a:lnTo>
                <a:lnTo>
                  <a:pt x="90" y="1149"/>
                </a:lnTo>
                <a:lnTo>
                  <a:pt x="90" y="1148"/>
                </a:lnTo>
                <a:lnTo>
                  <a:pt x="89" y="1147"/>
                </a:lnTo>
                <a:lnTo>
                  <a:pt x="89" y="1146"/>
                </a:lnTo>
                <a:lnTo>
                  <a:pt x="90" y="1146"/>
                </a:lnTo>
                <a:lnTo>
                  <a:pt x="90" y="1145"/>
                </a:lnTo>
                <a:lnTo>
                  <a:pt x="91" y="1143"/>
                </a:lnTo>
                <a:lnTo>
                  <a:pt x="92" y="1142"/>
                </a:lnTo>
                <a:lnTo>
                  <a:pt x="92" y="1141"/>
                </a:lnTo>
                <a:lnTo>
                  <a:pt x="92" y="1140"/>
                </a:lnTo>
                <a:lnTo>
                  <a:pt x="94" y="1137"/>
                </a:lnTo>
                <a:lnTo>
                  <a:pt x="96" y="1137"/>
                </a:lnTo>
                <a:lnTo>
                  <a:pt x="97" y="1137"/>
                </a:lnTo>
                <a:lnTo>
                  <a:pt x="98" y="1137"/>
                </a:lnTo>
                <a:lnTo>
                  <a:pt x="98" y="1136"/>
                </a:lnTo>
                <a:lnTo>
                  <a:pt x="99" y="1133"/>
                </a:lnTo>
                <a:lnTo>
                  <a:pt x="100" y="1133"/>
                </a:lnTo>
                <a:lnTo>
                  <a:pt x="100" y="1131"/>
                </a:lnTo>
                <a:lnTo>
                  <a:pt x="101" y="1130"/>
                </a:lnTo>
                <a:lnTo>
                  <a:pt x="101" y="1129"/>
                </a:lnTo>
                <a:lnTo>
                  <a:pt x="101" y="1128"/>
                </a:lnTo>
                <a:lnTo>
                  <a:pt x="100" y="1127"/>
                </a:lnTo>
                <a:lnTo>
                  <a:pt x="100" y="1126"/>
                </a:lnTo>
                <a:lnTo>
                  <a:pt x="100" y="1125"/>
                </a:lnTo>
                <a:lnTo>
                  <a:pt x="100" y="1124"/>
                </a:lnTo>
                <a:lnTo>
                  <a:pt x="101" y="1123"/>
                </a:lnTo>
                <a:lnTo>
                  <a:pt x="101" y="1122"/>
                </a:lnTo>
                <a:lnTo>
                  <a:pt x="102" y="1122"/>
                </a:lnTo>
                <a:lnTo>
                  <a:pt x="102" y="1121"/>
                </a:lnTo>
                <a:lnTo>
                  <a:pt x="102" y="1120"/>
                </a:lnTo>
                <a:lnTo>
                  <a:pt x="103" y="1119"/>
                </a:lnTo>
                <a:lnTo>
                  <a:pt x="103" y="1118"/>
                </a:lnTo>
                <a:lnTo>
                  <a:pt x="104" y="1117"/>
                </a:lnTo>
                <a:lnTo>
                  <a:pt x="105" y="1117"/>
                </a:lnTo>
                <a:lnTo>
                  <a:pt x="105" y="1116"/>
                </a:lnTo>
                <a:lnTo>
                  <a:pt x="106" y="1114"/>
                </a:lnTo>
                <a:lnTo>
                  <a:pt x="106" y="1113"/>
                </a:lnTo>
                <a:lnTo>
                  <a:pt x="106" y="1112"/>
                </a:lnTo>
                <a:lnTo>
                  <a:pt x="106" y="1111"/>
                </a:lnTo>
                <a:lnTo>
                  <a:pt x="107" y="1110"/>
                </a:lnTo>
                <a:lnTo>
                  <a:pt x="108" y="1110"/>
                </a:lnTo>
                <a:lnTo>
                  <a:pt x="109" y="1110"/>
                </a:lnTo>
                <a:lnTo>
                  <a:pt x="109" y="1109"/>
                </a:lnTo>
                <a:lnTo>
                  <a:pt x="108" y="1108"/>
                </a:lnTo>
                <a:lnTo>
                  <a:pt x="108" y="1107"/>
                </a:lnTo>
                <a:lnTo>
                  <a:pt x="108" y="1106"/>
                </a:lnTo>
                <a:lnTo>
                  <a:pt x="108" y="1105"/>
                </a:lnTo>
                <a:lnTo>
                  <a:pt x="110" y="1105"/>
                </a:lnTo>
                <a:lnTo>
                  <a:pt x="110" y="1104"/>
                </a:lnTo>
                <a:lnTo>
                  <a:pt x="110" y="1103"/>
                </a:lnTo>
                <a:lnTo>
                  <a:pt x="110" y="1102"/>
                </a:lnTo>
                <a:lnTo>
                  <a:pt x="111" y="1101"/>
                </a:lnTo>
                <a:lnTo>
                  <a:pt x="112" y="1101"/>
                </a:lnTo>
                <a:lnTo>
                  <a:pt x="112" y="1100"/>
                </a:lnTo>
                <a:lnTo>
                  <a:pt x="113" y="1098"/>
                </a:lnTo>
                <a:lnTo>
                  <a:pt x="113" y="1097"/>
                </a:lnTo>
                <a:lnTo>
                  <a:pt x="112" y="1096"/>
                </a:lnTo>
                <a:lnTo>
                  <a:pt x="111" y="1095"/>
                </a:lnTo>
                <a:lnTo>
                  <a:pt x="110" y="1095"/>
                </a:lnTo>
                <a:lnTo>
                  <a:pt x="109" y="1095"/>
                </a:lnTo>
                <a:lnTo>
                  <a:pt x="109" y="1094"/>
                </a:lnTo>
                <a:lnTo>
                  <a:pt x="110" y="1094"/>
                </a:lnTo>
                <a:lnTo>
                  <a:pt x="110" y="1093"/>
                </a:lnTo>
                <a:lnTo>
                  <a:pt x="110" y="1092"/>
                </a:lnTo>
                <a:lnTo>
                  <a:pt x="110" y="1091"/>
                </a:lnTo>
                <a:lnTo>
                  <a:pt x="111" y="1090"/>
                </a:lnTo>
                <a:lnTo>
                  <a:pt x="112" y="1089"/>
                </a:lnTo>
                <a:lnTo>
                  <a:pt x="113" y="1089"/>
                </a:lnTo>
                <a:lnTo>
                  <a:pt x="113" y="1088"/>
                </a:lnTo>
                <a:lnTo>
                  <a:pt x="113" y="1087"/>
                </a:lnTo>
                <a:lnTo>
                  <a:pt x="112" y="1085"/>
                </a:lnTo>
                <a:lnTo>
                  <a:pt x="113" y="1085"/>
                </a:lnTo>
                <a:lnTo>
                  <a:pt x="113" y="1084"/>
                </a:lnTo>
                <a:lnTo>
                  <a:pt x="113" y="1083"/>
                </a:lnTo>
                <a:lnTo>
                  <a:pt x="113" y="1082"/>
                </a:lnTo>
                <a:lnTo>
                  <a:pt x="112" y="1081"/>
                </a:lnTo>
                <a:lnTo>
                  <a:pt x="112" y="1078"/>
                </a:lnTo>
                <a:lnTo>
                  <a:pt x="111" y="1078"/>
                </a:lnTo>
                <a:lnTo>
                  <a:pt x="109" y="1077"/>
                </a:lnTo>
                <a:lnTo>
                  <a:pt x="109" y="1076"/>
                </a:lnTo>
                <a:lnTo>
                  <a:pt x="108" y="1075"/>
                </a:lnTo>
                <a:lnTo>
                  <a:pt x="108" y="1076"/>
                </a:lnTo>
                <a:lnTo>
                  <a:pt x="107" y="1076"/>
                </a:lnTo>
                <a:lnTo>
                  <a:pt x="107" y="1075"/>
                </a:lnTo>
                <a:lnTo>
                  <a:pt x="106" y="1074"/>
                </a:lnTo>
                <a:lnTo>
                  <a:pt x="106" y="1075"/>
                </a:lnTo>
                <a:lnTo>
                  <a:pt x="105" y="1075"/>
                </a:lnTo>
                <a:lnTo>
                  <a:pt x="105" y="1076"/>
                </a:lnTo>
                <a:lnTo>
                  <a:pt x="105" y="1075"/>
                </a:lnTo>
                <a:lnTo>
                  <a:pt x="104" y="1075"/>
                </a:lnTo>
                <a:lnTo>
                  <a:pt x="103" y="1075"/>
                </a:lnTo>
                <a:lnTo>
                  <a:pt x="102" y="1075"/>
                </a:lnTo>
                <a:lnTo>
                  <a:pt x="101" y="1075"/>
                </a:lnTo>
                <a:lnTo>
                  <a:pt x="101" y="1074"/>
                </a:lnTo>
                <a:lnTo>
                  <a:pt x="100" y="1074"/>
                </a:lnTo>
                <a:lnTo>
                  <a:pt x="99" y="1073"/>
                </a:lnTo>
                <a:lnTo>
                  <a:pt x="98" y="1073"/>
                </a:lnTo>
                <a:lnTo>
                  <a:pt x="97" y="1073"/>
                </a:lnTo>
                <a:lnTo>
                  <a:pt x="96" y="1073"/>
                </a:lnTo>
                <a:lnTo>
                  <a:pt x="95" y="1074"/>
                </a:lnTo>
                <a:lnTo>
                  <a:pt x="96" y="1074"/>
                </a:lnTo>
                <a:lnTo>
                  <a:pt x="96" y="1075"/>
                </a:lnTo>
                <a:lnTo>
                  <a:pt x="95" y="1076"/>
                </a:lnTo>
                <a:lnTo>
                  <a:pt x="94" y="1076"/>
                </a:lnTo>
                <a:lnTo>
                  <a:pt x="94" y="1075"/>
                </a:lnTo>
                <a:lnTo>
                  <a:pt x="93" y="1075"/>
                </a:lnTo>
                <a:lnTo>
                  <a:pt x="92" y="1076"/>
                </a:lnTo>
                <a:lnTo>
                  <a:pt x="91" y="1076"/>
                </a:lnTo>
                <a:lnTo>
                  <a:pt x="90" y="1077"/>
                </a:lnTo>
                <a:lnTo>
                  <a:pt x="89" y="1076"/>
                </a:lnTo>
                <a:lnTo>
                  <a:pt x="89" y="1075"/>
                </a:lnTo>
                <a:lnTo>
                  <a:pt x="89" y="1071"/>
                </a:lnTo>
                <a:lnTo>
                  <a:pt x="90" y="1070"/>
                </a:lnTo>
                <a:lnTo>
                  <a:pt x="91" y="1070"/>
                </a:lnTo>
                <a:lnTo>
                  <a:pt x="92" y="1069"/>
                </a:lnTo>
                <a:lnTo>
                  <a:pt x="93" y="1069"/>
                </a:lnTo>
                <a:lnTo>
                  <a:pt x="94" y="1069"/>
                </a:lnTo>
                <a:lnTo>
                  <a:pt x="96" y="1068"/>
                </a:lnTo>
                <a:lnTo>
                  <a:pt x="96" y="1067"/>
                </a:lnTo>
                <a:lnTo>
                  <a:pt x="96" y="1066"/>
                </a:lnTo>
                <a:lnTo>
                  <a:pt x="96" y="1065"/>
                </a:lnTo>
                <a:lnTo>
                  <a:pt x="96" y="1064"/>
                </a:lnTo>
                <a:lnTo>
                  <a:pt x="95" y="1063"/>
                </a:lnTo>
                <a:lnTo>
                  <a:pt x="96" y="1062"/>
                </a:lnTo>
                <a:lnTo>
                  <a:pt x="96" y="1061"/>
                </a:lnTo>
                <a:lnTo>
                  <a:pt x="96" y="1060"/>
                </a:lnTo>
                <a:lnTo>
                  <a:pt x="95" y="1060"/>
                </a:lnTo>
                <a:lnTo>
                  <a:pt x="94" y="1060"/>
                </a:lnTo>
                <a:lnTo>
                  <a:pt x="93" y="1059"/>
                </a:lnTo>
                <a:lnTo>
                  <a:pt x="92" y="1059"/>
                </a:lnTo>
                <a:lnTo>
                  <a:pt x="91" y="1058"/>
                </a:lnTo>
                <a:lnTo>
                  <a:pt x="90" y="1058"/>
                </a:lnTo>
                <a:lnTo>
                  <a:pt x="90" y="1057"/>
                </a:lnTo>
                <a:lnTo>
                  <a:pt x="91" y="1056"/>
                </a:lnTo>
                <a:lnTo>
                  <a:pt x="90" y="1056"/>
                </a:lnTo>
                <a:lnTo>
                  <a:pt x="89" y="1055"/>
                </a:lnTo>
                <a:lnTo>
                  <a:pt x="88" y="1055"/>
                </a:lnTo>
                <a:lnTo>
                  <a:pt x="87" y="1055"/>
                </a:lnTo>
                <a:lnTo>
                  <a:pt x="86" y="1055"/>
                </a:lnTo>
                <a:lnTo>
                  <a:pt x="85" y="1055"/>
                </a:lnTo>
                <a:lnTo>
                  <a:pt x="84" y="1055"/>
                </a:lnTo>
                <a:lnTo>
                  <a:pt x="83" y="1053"/>
                </a:lnTo>
                <a:lnTo>
                  <a:pt x="82" y="1053"/>
                </a:lnTo>
                <a:lnTo>
                  <a:pt x="82" y="1049"/>
                </a:lnTo>
                <a:lnTo>
                  <a:pt x="82" y="1047"/>
                </a:lnTo>
                <a:lnTo>
                  <a:pt x="84" y="1046"/>
                </a:lnTo>
                <a:lnTo>
                  <a:pt x="83" y="1043"/>
                </a:lnTo>
                <a:lnTo>
                  <a:pt x="79" y="1035"/>
                </a:lnTo>
                <a:lnTo>
                  <a:pt x="78" y="1035"/>
                </a:lnTo>
                <a:lnTo>
                  <a:pt x="77" y="1034"/>
                </a:lnTo>
                <a:lnTo>
                  <a:pt x="76" y="1034"/>
                </a:lnTo>
                <a:lnTo>
                  <a:pt x="74" y="1030"/>
                </a:lnTo>
                <a:lnTo>
                  <a:pt x="74" y="1029"/>
                </a:lnTo>
                <a:lnTo>
                  <a:pt x="74" y="1028"/>
                </a:lnTo>
                <a:lnTo>
                  <a:pt x="69" y="1022"/>
                </a:lnTo>
                <a:lnTo>
                  <a:pt x="69" y="1021"/>
                </a:lnTo>
                <a:lnTo>
                  <a:pt x="68" y="1021"/>
                </a:lnTo>
                <a:lnTo>
                  <a:pt x="67" y="1020"/>
                </a:lnTo>
                <a:lnTo>
                  <a:pt x="67" y="1021"/>
                </a:lnTo>
                <a:lnTo>
                  <a:pt x="66" y="1021"/>
                </a:lnTo>
                <a:lnTo>
                  <a:pt x="65" y="1021"/>
                </a:lnTo>
                <a:lnTo>
                  <a:pt x="64" y="1020"/>
                </a:lnTo>
                <a:lnTo>
                  <a:pt x="63" y="1019"/>
                </a:lnTo>
                <a:lnTo>
                  <a:pt x="65" y="1016"/>
                </a:lnTo>
                <a:lnTo>
                  <a:pt x="64" y="1007"/>
                </a:lnTo>
                <a:lnTo>
                  <a:pt x="61" y="1003"/>
                </a:lnTo>
                <a:lnTo>
                  <a:pt x="60" y="1002"/>
                </a:lnTo>
                <a:lnTo>
                  <a:pt x="57" y="999"/>
                </a:lnTo>
                <a:lnTo>
                  <a:pt x="55" y="997"/>
                </a:lnTo>
                <a:lnTo>
                  <a:pt x="54" y="997"/>
                </a:lnTo>
                <a:lnTo>
                  <a:pt x="53" y="997"/>
                </a:lnTo>
                <a:lnTo>
                  <a:pt x="53" y="995"/>
                </a:lnTo>
                <a:lnTo>
                  <a:pt x="54" y="993"/>
                </a:lnTo>
                <a:lnTo>
                  <a:pt x="54" y="990"/>
                </a:lnTo>
                <a:lnTo>
                  <a:pt x="56" y="986"/>
                </a:lnTo>
                <a:lnTo>
                  <a:pt x="56" y="985"/>
                </a:lnTo>
                <a:lnTo>
                  <a:pt x="55" y="985"/>
                </a:lnTo>
                <a:lnTo>
                  <a:pt x="53" y="985"/>
                </a:lnTo>
                <a:lnTo>
                  <a:pt x="51" y="986"/>
                </a:lnTo>
                <a:lnTo>
                  <a:pt x="50" y="986"/>
                </a:lnTo>
                <a:lnTo>
                  <a:pt x="49" y="986"/>
                </a:lnTo>
                <a:lnTo>
                  <a:pt x="47" y="986"/>
                </a:lnTo>
                <a:lnTo>
                  <a:pt x="43" y="985"/>
                </a:lnTo>
                <a:lnTo>
                  <a:pt x="38" y="981"/>
                </a:lnTo>
                <a:lnTo>
                  <a:pt x="37" y="979"/>
                </a:lnTo>
                <a:lnTo>
                  <a:pt x="36" y="978"/>
                </a:lnTo>
                <a:lnTo>
                  <a:pt x="34" y="978"/>
                </a:lnTo>
                <a:lnTo>
                  <a:pt x="32" y="979"/>
                </a:lnTo>
                <a:lnTo>
                  <a:pt x="31" y="979"/>
                </a:lnTo>
                <a:lnTo>
                  <a:pt x="29" y="977"/>
                </a:lnTo>
                <a:lnTo>
                  <a:pt x="28" y="976"/>
                </a:lnTo>
                <a:lnTo>
                  <a:pt x="27" y="975"/>
                </a:lnTo>
                <a:lnTo>
                  <a:pt x="26" y="974"/>
                </a:lnTo>
                <a:lnTo>
                  <a:pt x="25" y="974"/>
                </a:lnTo>
                <a:lnTo>
                  <a:pt x="21" y="974"/>
                </a:lnTo>
                <a:lnTo>
                  <a:pt x="17" y="974"/>
                </a:lnTo>
                <a:lnTo>
                  <a:pt x="16" y="974"/>
                </a:lnTo>
                <a:lnTo>
                  <a:pt x="15" y="974"/>
                </a:lnTo>
                <a:lnTo>
                  <a:pt x="14" y="974"/>
                </a:lnTo>
                <a:lnTo>
                  <a:pt x="14" y="973"/>
                </a:lnTo>
                <a:lnTo>
                  <a:pt x="12" y="973"/>
                </a:lnTo>
                <a:lnTo>
                  <a:pt x="8" y="970"/>
                </a:lnTo>
                <a:lnTo>
                  <a:pt x="8" y="968"/>
                </a:lnTo>
                <a:lnTo>
                  <a:pt x="7" y="964"/>
                </a:lnTo>
                <a:lnTo>
                  <a:pt x="8" y="958"/>
                </a:lnTo>
                <a:lnTo>
                  <a:pt x="9" y="956"/>
                </a:lnTo>
                <a:lnTo>
                  <a:pt x="10" y="955"/>
                </a:lnTo>
                <a:lnTo>
                  <a:pt x="10" y="953"/>
                </a:lnTo>
                <a:lnTo>
                  <a:pt x="10" y="952"/>
                </a:lnTo>
                <a:lnTo>
                  <a:pt x="9" y="952"/>
                </a:lnTo>
                <a:lnTo>
                  <a:pt x="8" y="951"/>
                </a:lnTo>
                <a:lnTo>
                  <a:pt x="7" y="950"/>
                </a:lnTo>
                <a:lnTo>
                  <a:pt x="6" y="950"/>
                </a:lnTo>
                <a:lnTo>
                  <a:pt x="5" y="949"/>
                </a:lnTo>
                <a:lnTo>
                  <a:pt x="4" y="948"/>
                </a:lnTo>
                <a:lnTo>
                  <a:pt x="4" y="947"/>
                </a:lnTo>
                <a:lnTo>
                  <a:pt x="3" y="946"/>
                </a:lnTo>
                <a:lnTo>
                  <a:pt x="4" y="937"/>
                </a:lnTo>
                <a:lnTo>
                  <a:pt x="4" y="936"/>
                </a:lnTo>
                <a:lnTo>
                  <a:pt x="5" y="936"/>
                </a:lnTo>
                <a:lnTo>
                  <a:pt x="6" y="935"/>
                </a:lnTo>
                <a:lnTo>
                  <a:pt x="7" y="935"/>
                </a:lnTo>
                <a:lnTo>
                  <a:pt x="8" y="935"/>
                </a:lnTo>
                <a:lnTo>
                  <a:pt x="9" y="932"/>
                </a:lnTo>
                <a:lnTo>
                  <a:pt x="9" y="930"/>
                </a:lnTo>
                <a:lnTo>
                  <a:pt x="9" y="929"/>
                </a:lnTo>
                <a:lnTo>
                  <a:pt x="10" y="929"/>
                </a:lnTo>
                <a:lnTo>
                  <a:pt x="11" y="928"/>
                </a:lnTo>
                <a:lnTo>
                  <a:pt x="12" y="928"/>
                </a:lnTo>
                <a:lnTo>
                  <a:pt x="12" y="927"/>
                </a:lnTo>
                <a:lnTo>
                  <a:pt x="12" y="926"/>
                </a:lnTo>
                <a:lnTo>
                  <a:pt x="11" y="926"/>
                </a:lnTo>
                <a:lnTo>
                  <a:pt x="10" y="926"/>
                </a:lnTo>
                <a:lnTo>
                  <a:pt x="9" y="925"/>
                </a:lnTo>
                <a:lnTo>
                  <a:pt x="8" y="924"/>
                </a:lnTo>
                <a:lnTo>
                  <a:pt x="7" y="924"/>
                </a:lnTo>
                <a:lnTo>
                  <a:pt x="7" y="923"/>
                </a:lnTo>
                <a:lnTo>
                  <a:pt x="6" y="922"/>
                </a:lnTo>
                <a:lnTo>
                  <a:pt x="5" y="920"/>
                </a:lnTo>
                <a:lnTo>
                  <a:pt x="6" y="919"/>
                </a:lnTo>
                <a:lnTo>
                  <a:pt x="5" y="918"/>
                </a:lnTo>
                <a:lnTo>
                  <a:pt x="4" y="916"/>
                </a:lnTo>
                <a:lnTo>
                  <a:pt x="6" y="915"/>
                </a:lnTo>
                <a:lnTo>
                  <a:pt x="6" y="913"/>
                </a:lnTo>
                <a:lnTo>
                  <a:pt x="6" y="911"/>
                </a:lnTo>
                <a:lnTo>
                  <a:pt x="5" y="909"/>
                </a:lnTo>
                <a:lnTo>
                  <a:pt x="5" y="908"/>
                </a:lnTo>
                <a:lnTo>
                  <a:pt x="5" y="907"/>
                </a:lnTo>
                <a:lnTo>
                  <a:pt x="6" y="905"/>
                </a:lnTo>
                <a:lnTo>
                  <a:pt x="8" y="904"/>
                </a:lnTo>
                <a:lnTo>
                  <a:pt x="11" y="902"/>
                </a:lnTo>
                <a:lnTo>
                  <a:pt x="12" y="900"/>
                </a:lnTo>
                <a:lnTo>
                  <a:pt x="13" y="900"/>
                </a:lnTo>
                <a:lnTo>
                  <a:pt x="13" y="899"/>
                </a:lnTo>
                <a:lnTo>
                  <a:pt x="13" y="898"/>
                </a:lnTo>
                <a:lnTo>
                  <a:pt x="12" y="897"/>
                </a:lnTo>
                <a:lnTo>
                  <a:pt x="11" y="897"/>
                </a:lnTo>
                <a:lnTo>
                  <a:pt x="11" y="896"/>
                </a:lnTo>
                <a:lnTo>
                  <a:pt x="11" y="895"/>
                </a:lnTo>
                <a:lnTo>
                  <a:pt x="11" y="892"/>
                </a:lnTo>
                <a:lnTo>
                  <a:pt x="12" y="891"/>
                </a:lnTo>
                <a:lnTo>
                  <a:pt x="13" y="888"/>
                </a:lnTo>
                <a:lnTo>
                  <a:pt x="15" y="887"/>
                </a:lnTo>
                <a:lnTo>
                  <a:pt x="20" y="887"/>
                </a:lnTo>
                <a:lnTo>
                  <a:pt x="22" y="888"/>
                </a:lnTo>
                <a:lnTo>
                  <a:pt x="24" y="887"/>
                </a:lnTo>
                <a:lnTo>
                  <a:pt x="26" y="886"/>
                </a:lnTo>
                <a:lnTo>
                  <a:pt x="27" y="885"/>
                </a:lnTo>
                <a:lnTo>
                  <a:pt x="28" y="883"/>
                </a:lnTo>
                <a:lnTo>
                  <a:pt x="28" y="882"/>
                </a:lnTo>
                <a:lnTo>
                  <a:pt x="28" y="881"/>
                </a:lnTo>
                <a:lnTo>
                  <a:pt x="27" y="880"/>
                </a:lnTo>
                <a:lnTo>
                  <a:pt x="27" y="877"/>
                </a:lnTo>
                <a:lnTo>
                  <a:pt x="26" y="874"/>
                </a:lnTo>
                <a:lnTo>
                  <a:pt x="27" y="873"/>
                </a:lnTo>
                <a:lnTo>
                  <a:pt x="28" y="873"/>
                </a:lnTo>
                <a:lnTo>
                  <a:pt x="29" y="873"/>
                </a:lnTo>
                <a:lnTo>
                  <a:pt x="30" y="874"/>
                </a:lnTo>
                <a:lnTo>
                  <a:pt x="31" y="875"/>
                </a:lnTo>
                <a:lnTo>
                  <a:pt x="33" y="876"/>
                </a:lnTo>
                <a:lnTo>
                  <a:pt x="35" y="874"/>
                </a:lnTo>
                <a:lnTo>
                  <a:pt x="36" y="873"/>
                </a:lnTo>
                <a:lnTo>
                  <a:pt x="36" y="871"/>
                </a:lnTo>
                <a:lnTo>
                  <a:pt x="36" y="869"/>
                </a:lnTo>
                <a:lnTo>
                  <a:pt x="38" y="864"/>
                </a:lnTo>
                <a:lnTo>
                  <a:pt x="39" y="862"/>
                </a:lnTo>
                <a:lnTo>
                  <a:pt x="40" y="862"/>
                </a:lnTo>
                <a:lnTo>
                  <a:pt x="42" y="863"/>
                </a:lnTo>
                <a:lnTo>
                  <a:pt x="43" y="863"/>
                </a:lnTo>
                <a:lnTo>
                  <a:pt x="44" y="862"/>
                </a:lnTo>
                <a:lnTo>
                  <a:pt x="44" y="861"/>
                </a:lnTo>
                <a:lnTo>
                  <a:pt x="44" y="860"/>
                </a:lnTo>
                <a:lnTo>
                  <a:pt x="44" y="857"/>
                </a:lnTo>
                <a:lnTo>
                  <a:pt x="43" y="856"/>
                </a:lnTo>
                <a:lnTo>
                  <a:pt x="43" y="855"/>
                </a:lnTo>
                <a:lnTo>
                  <a:pt x="44" y="853"/>
                </a:lnTo>
                <a:lnTo>
                  <a:pt x="45" y="852"/>
                </a:lnTo>
                <a:lnTo>
                  <a:pt x="46" y="852"/>
                </a:lnTo>
                <a:lnTo>
                  <a:pt x="46" y="851"/>
                </a:lnTo>
                <a:lnTo>
                  <a:pt x="47" y="851"/>
                </a:lnTo>
                <a:lnTo>
                  <a:pt x="47" y="850"/>
                </a:lnTo>
                <a:lnTo>
                  <a:pt x="46" y="847"/>
                </a:lnTo>
                <a:lnTo>
                  <a:pt x="45" y="846"/>
                </a:lnTo>
                <a:lnTo>
                  <a:pt x="44" y="845"/>
                </a:lnTo>
                <a:lnTo>
                  <a:pt x="43" y="845"/>
                </a:lnTo>
                <a:lnTo>
                  <a:pt x="41" y="845"/>
                </a:lnTo>
                <a:lnTo>
                  <a:pt x="40" y="844"/>
                </a:lnTo>
                <a:lnTo>
                  <a:pt x="38" y="843"/>
                </a:lnTo>
                <a:lnTo>
                  <a:pt x="38" y="842"/>
                </a:lnTo>
                <a:lnTo>
                  <a:pt x="37" y="841"/>
                </a:lnTo>
                <a:lnTo>
                  <a:pt x="36" y="840"/>
                </a:lnTo>
                <a:lnTo>
                  <a:pt x="35" y="839"/>
                </a:lnTo>
                <a:lnTo>
                  <a:pt x="34" y="837"/>
                </a:lnTo>
                <a:lnTo>
                  <a:pt x="33" y="836"/>
                </a:lnTo>
                <a:lnTo>
                  <a:pt x="33" y="835"/>
                </a:lnTo>
                <a:lnTo>
                  <a:pt x="33" y="832"/>
                </a:lnTo>
                <a:lnTo>
                  <a:pt x="32" y="828"/>
                </a:lnTo>
                <a:lnTo>
                  <a:pt x="31" y="826"/>
                </a:lnTo>
                <a:lnTo>
                  <a:pt x="31" y="825"/>
                </a:lnTo>
                <a:lnTo>
                  <a:pt x="30" y="822"/>
                </a:lnTo>
                <a:lnTo>
                  <a:pt x="30" y="818"/>
                </a:lnTo>
                <a:lnTo>
                  <a:pt x="31" y="815"/>
                </a:lnTo>
                <a:lnTo>
                  <a:pt x="32" y="814"/>
                </a:lnTo>
                <a:lnTo>
                  <a:pt x="33" y="814"/>
                </a:lnTo>
                <a:lnTo>
                  <a:pt x="33" y="815"/>
                </a:lnTo>
                <a:lnTo>
                  <a:pt x="34" y="815"/>
                </a:lnTo>
                <a:lnTo>
                  <a:pt x="36" y="814"/>
                </a:lnTo>
                <a:lnTo>
                  <a:pt x="37" y="814"/>
                </a:lnTo>
                <a:lnTo>
                  <a:pt x="37" y="813"/>
                </a:lnTo>
                <a:lnTo>
                  <a:pt x="38" y="813"/>
                </a:lnTo>
                <a:lnTo>
                  <a:pt x="37" y="813"/>
                </a:lnTo>
                <a:lnTo>
                  <a:pt x="38" y="812"/>
                </a:lnTo>
                <a:lnTo>
                  <a:pt x="38" y="810"/>
                </a:lnTo>
                <a:lnTo>
                  <a:pt x="41" y="808"/>
                </a:lnTo>
                <a:lnTo>
                  <a:pt x="43" y="806"/>
                </a:lnTo>
                <a:lnTo>
                  <a:pt x="45" y="803"/>
                </a:lnTo>
                <a:lnTo>
                  <a:pt x="46" y="800"/>
                </a:lnTo>
                <a:lnTo>
                  <a:pt x="47" y="798"/>
                </a:lnTo>
                <a:lnTo>
                  <a:pt x="49" y="797"/>
                </a:lnTo>
                <a:lnTo>
                  <a:pt x="50" y="797"/>
                </a:lnTo>
                <a:lnTo>
                  <a:pt x="50" y="798"/>
                </a:lnTo>
                <a:lnTo>
                  <a:pt x="51" y="798"/>
                </a:lnTo>
                <a:lnTo>
                  <a:pt x="52" y="798"/>
                </a:lnTo>
                <a:lnTo>
                  <a:pt x="53" y="798"/>
                </a:lnTo>
                <a:lnTo>
                  <a:pt x="54" y="797"/>
                </a:lnTo>
                <a:lnTo>
                  <a:pt x="54" y="796"/>
                </a:lnTo>
                <a:lnTo>
                  <a:pt x="54" y="795"/>
                </a:lnTo>
                <a:lnTo>
                  <a:pt x="55" y="794"/>
                </a:lnTo>
                <a:lnTo>
                  <a:pt x="56" y="792"/>
                </a:lnTo>
                <a:lnTo>
                  <a:pt x="58" y="790"/>
                </a:lnTo>
                <a:lnTo>
                  <a:pt x="59" y="790"/>
                </a:lnTo>
                <a:lnTo>
                  <a:pt x="60" y="790"/>
                </a:lnTo>
                <a:lnTo>
                  <a:pt x="60" y="791"/>
                </a:lnTo>
                <a:lnTo>
                  <a:pt x="61" y="791"/>
                </a:lnTo>
                <a:lnTo>
                  <a:pt x="61" y="792"/>
                </a:lnTo>
                <a:lnTo>
                  <a:pt x="62" y="792"/>
                </a:lnTo>
                <a:lnTo>
                  <a:pt x="62" y="791"/>
                </a:lnTo>
                <a:lnTo>
                  <a:pt x="64" y="790"/>
                </a:lnTo>
                <a:lnTo>
                  <a:pt x="64" y="789"/>
                </a:lnTo>
                <a:lnTo>
                  <a:pt x="64" y="788"/>
                </a:lnTo>
                <a:lnTo>
                  <a:pt x="64" y="787"/>
                </a:lnTo>
                <a:lnTo>
                  <a:pt x="64" y="786"/>
                </a:lnTo>
                <a:lnTo>
                  <a:pt x="65" y="785"/>
                </a:lnTo>
                <a:lnTo>
                  <a:pt x="66" y="785"/>
                </a:lnTo>
                <a:lnTo>
                  <a:pt x="66" y="784"/>
                </a:lnTo>
                <a:lnTo>
                  <a:pt x="68" y="783"/>
                </a:lnTo>
                <a:lnTo>
                  <a:pt x="69" y="783"/>
                </a:lnTo>
                <a:lnTo>
                  <a:pt x="70" y="783"/>
                </a:lnTo>
                <a:lnTo>
                  <a:pt x="70" y="782"/>
                </a:lnTo>
                <a:lnTo>
                  <a:pt x="71" y="782"/>
                </a:lnTo>
                <a:lnTo>
                  <a:pt x="71" y="783"/>
                </a:lnTo>
                <a:lnTo>
                  <a:pt x="72" y="783"/>
                </a:lnTo>
                <a:lnTo>
                  <a:pt x="72" y="784"/>
                </a:lnTo>
                <a:lnTo>
                  <a:pt x="72" y="785"/>
                </a:lnTo>
                <a:lnTo>
                  <a:pt x="74" y="787"/>
                </a:lnTo>
                <a:lnTo>
                  <a:pt x="74" y="788"/>
                </a:lnTo>
                <a:lnTo>
                  <a:pt x="75" y="789"/>
                </a:lnTo>
                <a:lnTo>
                  <a:pt x="74" y="789"/>
                </a:lnTo>
                <a:lnTo>
                  <a:pt x="74" y="790"/>
                </a:lnTo>
                <a:lnTo>
                  <a:pt x="75" y="790"/>
                </a:lnTo>
                <a:lnTo>
                  <a:pt x="77" y="790"/>
                </a:lnTo>
                <a:lnTo>
                  <a:pt x="78" y="790"/>
                </a:lnTo>
                <a:lnTo>
                  <a:pt x="79" y="790"/>
                </a:lnTo>
                <a:lnTo>
                  <a:pt x="79" y="791"/>
                </a:lnTo>
                <a:lnTo>
                  <a:pt x="80" y="791"/>
                </a:lnTo>
                <a:lnTo>
                  <a:pt x="80" y="792"/>
                </a:lnTo>
                <a:lnTo>
                  <a:pt x="81" y="792"/>
                </a:lnTo>
                <a:lnTo>
                  <a:pt x="81" y="793"/>
                </a:lnTo>
                <a:lnTo>
                  <a:pt x="82" y="793"/>
                </a:lnTo>
                <a:lnTo>
                  <a:pt x="82" y="794"/>
                </a:lnTo>
                <a:lnTo>
                  <a:pt x="82" y="795"/>
                </a:lnTo>
                <a:lnTo>
                  <a:pt x="82" y="797"/>
                </a:lnTo>
                <a:lnTo>
                  <a:pt x="84" y="798"/>
                </a:lnTo>
                <a:lnTo>
                  <a:pt x="85" y="798"/>
                </a:lnTo>
                <a:lnTo>
                  <a:pt x="87" y="798"/>
                </a:lnTo>
                <a:lnTo>
                  <a:pt x="88" y="798"/>
                </a:lnTo>
                <a:lnTo>
                  <a:pt x="89" y="798"/>
                </a:lnTo>
                <a:lnTo>
                  <a:pt x="90" y="797"/>
                </a:lnTo>
                <a:lnTo>
                  <a:pt x="90" y="796"/>
                </a:lnTo>
                <a:lnTo>
                  <a:pt x="91" y="795"/>
                </a:lnTo>
                <a:lnTo>
                  <a:pt x="92" y="794"/>
                </a:lnTo>
                <a:lnTo>
                  <a:pt x="92" y="795"/>
                </a:lnTo>
                <a:lnTo>
                  <a:pt x="93" y="796"/>
                </a:lnTo>
                <a:lnTo>
                  <a:pt x="94" y="796"/>
                </a:lnTo>
                <a:lnTo>
                  <a:pt x="94" y="797"/>
                </a:lnTo>
                <a:lnTo>
                  <a:pt x="95" y="797"/>
                </a:lnTo>
                <a:lnTo>
                  <a:pt x="96" y="797"/>
                </a:lnTo>
                <a:lnTo>
                  <a:pt x="97" y="797"/>
                </a:lnTo>
                <a:lnTo>
                  <a:pt x="98" y="797"/>
                </a:lnTo>
                <a:lnTo>
                  <a:pt x="98" y="796"/>
                </a:lnTo>
                <a:lnTo>
                  <a:pt x="99" y="796"/>
                </a:lnTo>
                <a:lnTo>
                  <a:pt x="99" y="795"/>
                </a:lnTo>
                <a:lnTo>
                  <a:pt x="98" y="795"/>
                </a:lnTo>
                <a:lnTo>
                  <a:pt x="98" y="794"/>
                </a:lnTo>
                <a:lnTo>
                  <a:pt x="99" y="794"/>
                </a:lnTo>
                <a:lnTo>
                  <a:pt x="100" y="793"/>
                </a:lnTo>
                <a:lnTo>
                  <a:pt x="101" y="793"/>
                </a:lnTo>
                <a:lnTo>
                  <a:pt x="103" y="793"/>
                </a:lnTo>
                <a:lnTo>
                  <a:pt x="103" y="792"/>
                </a:lnTo>
                <a:lnTo>
                  <a:pt x="104" y="792"/>
                </a:lnTo>
                <a:lnTo>
                  <a:pt x="104" y="791"/>
                </a:lnTo>
                <a:lnTo>
                  <a:pt x="105" y="791"/>
                </a:lnTo>
                <a:lnTo>
                  <a:pt x="106" y="791"/>
                </a:lnTo>
                <a:lnTo>
                  <a:pt x="107" y="791"/>
                </a:lnTo>
                <a:lnTo>
                  <a:pt x="108" y="791"/>
                </a:lnTo>
                <a:lnTo>
                  <a:pt x="109" y="790"/>
                </a:lnTo>
                <a:lnTo>
                  <a:pt x="109" y="791"/>
                </a:lnTo>
                <a:lnTo>
                  <a:pt x="110" y="791"/>
                </a:lnTo>
                <a:lnTo>
                  <a:pt x="110" y="790"/>
                </a:lnTo>
                <a:lnTo>
                  <a:pt x="111" y="790"/>
                </a:lnTo>
                <a:lnTo>
                  <a:pt x="111" y="789"/>
                </a:lnTo>
                <a:lnTo>
                  <a:pt x="112" y="790"/>
                </a:lnTo>
                <a:lnTo>
                  <a:pt x="114" y="791"/>
                </a:lnTo>
                <a:lnTo>
                  <a:pt x="115" y="790"/>
                </a:lnTo>
                <a:lnTo>
                  <a:pt x="116" y="790"/>
                </a:lnTo>
                <a:lnTo>
                  <a:pt x="117" y="790"/>
                </a:lnTo>
                <a:lnTo>
                  <a:pt x="118" y="790"/>
                </a:lnTo>
                <a:lnTo>
                  <a:pt x="119" y="790"/>
                </a:lnTo>
                <a:lnTo>
                  <a:pt x="119" y="789"/>
                </a:lnTo>
                <a:lnTo>
                  <a:pt x="120" y="786"/>
                </a:lnTo>
                <a:lnTo>
                  <a:pt x="121" y="786"/>
                </a:lnTo>
                <a:lnTo>
                  <a:pt x="121" y="785"/>
                </a:lnTo>
                <a:lnTo>
                  <a:pt x="121" y="784"/>
                </a:lnTo>
                <a:lnTo>
                  <a:pt x="121" y="783"/>
                </a:lnTo>
                <a:lnTo>
                  <a:pt x="122" y="782"/>
                </a:lnTo>
                <a:lnTo>
                  <a:pt x="121" y="781"/>
                </a:lnTo>
                <a:lnTo>
                  <a:pt x="121" y="780"/>
                </a:lnTo>
                <a:lnTo>
                  <a:pt x="121" y="779"/>
                </a:lnTo>
                <a:lnTo>
                  <a:pt x="121" y="778"/>
                </a:lnTo>
                <a:lnTo>
                  <a:pt x="120" y="778"/>
                </a:lnTo>
                <a:lnTo>
                  <a:pt x="120" y="777"/>
                </a:lnTo>
                <a:lnTo>
                  <a:pt x="119" y="776"/>
                </a:lnTo>
                <a:lnTo>
                  <a:pt x="120" y="776"/>
                </a:lnTo>
                <a:lnTo>
                  <a:pt x="121" y="774"/>
                </a:lnTo>
                <a:lnTo>
                  <a:pt x="122" y="774"/>
                </a:lnTo>
                <a:lnTo>
                  <a:pt x="122" y="773"/>
                </a:lnTo>
                <a:lnTo>
                  <a:pt x="121" y="772"/>
                </a:lnTo>
                <a:lnTo>
                  <a:pt x="122" y="771"/>
                </a:lnTo>
                <a:lnTo>
                  <a:pt x="122" y="770"/>
                </a:lnTo>
                <a:lnTo>
                  <a:pt x="122" y="769"/>
                </a:lnTo>
                <a:lnTo>
                  <a:pt x="124" y="768"/>
                </a:lnTo>
                <a:lnTo>
                  <a:pt x="125" y="768"/>
                </a:lnTo>
                <a:lnTo>
                  <a:pt x="126" y="768"/>
                </a:lnTo>
                <a:lnTo>
                  <a:pt x="126" y="767"/>
                </a:lnTo>
                <a:lnTo>
                  <a:pt x="127" y="767"/>
                </a:lnTo>
                <a:lnTo>
                  <a:pt x="128" y="768"/>
                </a:lnTo>
                <a:lnTo>
                  <a:pt x="129" y="768"/>
                </a:lnTo>
                <a:lnTo>
                  <a:pt x="130" y="768"/>
                </a:lnTo>
                <a:lnTo>
                  <a:pt x="131" y="768"/>
                </a:lnTo>
                <a:lnTo>
                  <a:pt x="132" y="768"/>
                </a:lnTo>
                <a:lnTo>
                  <a:pt x="132" y="767"/>
                </a:lnTo>
                <a:lnTo>
                  <a:pt x="132" y="766"/>
                </a:lnTo>
                <a:lnTo>
                  <a:pt x="132" y="765"/>
                </a:lnTo>
                <a:lnTo>
                  <a:pt x="132" y="764"/>
                </a:lnTo>
                <a:lnTo>
                  <a:pt x="133" y="764"/>
                </a:lnTo>
                <a:lnTo>
                  <a:pt x="134" y="764"/>
                </a:lnTo>
                <a:lnTo>
                  <a:pt x="134" y="765"/>
                </a:lnTo>
                <a:lnTo>
                  <a:pt x="135" y="765"/>
                </a:lnTo>
                <a:lnTo>
                  <a:pt x="136" y="763"/>
                </a:lnTo>
                <a:lnTo>
                  <a:pt x="136" y="762"/>
                </a:lnTo>
                <a:lnTo>
                  <a:pt x="136" y="761"/>
                </a:lnTo>
                <a:lnTo>
                  <a:pt x="136" y="760"/>
                </a:lnTo>
                <a:lnTo>
                  <a:pt x="136" y="759"/>
                </a:lnTo>
                <a:lnTo>
                  <a:pt x="136" y="758"/>
                </a:lnTo>
                <a:lnTo>
                  <a:pt x="134" y="757"/>
                </a:lnTo>
                <a:lnTo>
                  <a:pt x="133" y="757"/>
                </a:lnTo>
                <a:lnTo>
                  <a:pt x="132" y="756"/>
                </a:lnTo>
                <a:lnTo>
                  <a:pt x="131" y="756"/>
                </a:lnTo>
                <a:lnTo>
                  <a:pt x="130" y="756"/>
                </a:lnTo>
                <a:lnTo>
                  <a:pt x="129" y="756"/>
                </a:lnTo>
                <a:lnTo>
                  <a:pt x="128" y="756"/>
                </a:lnTo>
                <a:lnTo>
                  <a:pt x="128" y="755"/>
                </a:lnTo>
                <a:lnTo>
                  <a:pt x="126" y="754"/>
                </a:lnTo>
                <a:lnTo>
                  <a:pt x="126" y="753"/>
                </a:lnTo>
                <a:lnTo>
                  <a:pt x="127" y="753"/>
                </a:lnTo>
                <a:lnTo>
                  <a:pt x="128" y="753"/>
                </a:lnTo>
                <a:lnTo>
                  <a:pt x="129" y="751"/>
                </a:lnTo>
                <a:lnTo>
                  <a:pt x="129" y="750"/>
                </a:lnTo>
                <a:lnTo>
                  <a:pt x="129" y="749"/>
                </a:lnTo>
                <a:lnTo>
                  <a:pt x="128" y="749"/>
                </a:lnTo>
                <a:lnTo>
                  <a:pt x="127" y="748"/>
                </a:lnTo>
                <a:lnTo>
                  <a:pt x="127" y="747"/>
                </a:lnTo>
                <a:lnTo>
                  <a:pt x="127" y="746"/>
                </a:lnTo>
                <a:lnTo>
                  <a:pt x="127" y="745"/>
                </a:lnTo>
                <a:lnTo>
                  <a:pt x="127" y="744"/>
                </a:lnTo>
                <a:lnTo>
                  <a:pt x="128" y="743"/>
                </a:lnTo>
                <a:lnTo>
                  <a:pt x="128" y="742"/>
                </a:lnTo>
                <a:lnTo>
                  <a:pt x="127" y="741"/>
                </a:lnTo>
                <a:lnTo>
                  <a:pt x="127" y="740"/>
                </a:lnTo>
                <a:lnTo>
                  <a:pt x="128" y="739"/>
                </a:lnTo>
                <a:lnTo>
                  <a:pt x="128" y="738"/>
                </a:lnTo>
                <a:lnTo>
                  <a:pt x="129" y="738"/>
                </a:lnTo>
                <a:lnTo>
                  <a:pt x="130" y="737"/>
                </a:lnTo>
                <a:lnTo>
                  <a:pt x="130" y="736"/>
                </a:lnTo>
                <a:lnTo>
                  <a:pt x="131" y="736"/>
                </a:lnTo>
                <a:lnTo>
                  <a:pt x="132" y="736"/>
                </a:lnTo>
                <a:lnTo>
                  <a:pt x="132" y="735"/>
                </a:lnTo>
                <a:lnTo>
                  <a:pt x="132" y="734"/>
                </a:lnTo>
                <a:lnTo>
                  <a:pt x="132" y="733"/>
                </a:lnTo>
                <a:lnTo>
                  <a:pt x="134" y="732"/>
                </a:lnTo>
                <a:lnTo>
                  <a:pt x="134" y="731"/>
                </a:lnTo>
                <a:lnTo>
                  <a:pt x="132" y="730"/>
                </a:lnTo>
                <a:lnTo>
                  <a:pt x="132" y="729"/>
                </a:lnTo>
                <a:lnTo>
                  <a:pt x="132" y="728"/>
                </a:lnTo>
                <a:lnTo>
                  <a:pt x="133" y="728"/>
                </a:lnTo>
                <a:lnTo>
                  <a:pt x="133" y="727"/>
                </a:lnTo>
                <a:lnTo>
                  <a:pt x="132" y="727"/>
                </a:lnTo>
                <a:lnTo>
                  <a:pt x="132" y="726"/>
                </a:lnTo>
                <a:lnTo>
                  <a:pt x="132" y="725"/>
                </a:lnTo>
                <a:lnTo>
                  <a:pt x="132" y="724"/>
                </a:lnTo>
                <a:lnTo>
                  <a:pt x="132" y="723"/>
                </a:lnTo>
                <a:lnTo>
                  <a:pt x="132" y="722"/>
                </a:lnTo>
                <a:lnTo>
                  <a:pt x="132" y="721"/>
                </a:lnTo>
                <a:lnTo>
                  <a:pt x="132" y="720"/>
                </a:lnTo>
                <a:lnTo>
                  <a:pt x="132" y="719"/>
                </a:lnTo>
                <a:lnTo>
                  <a:pt x="132" y="718"/>
                </a:lnTo>
                <a:lnTo>
                  <a:pt x="133" y="718"/>
                </a:lnTo>
                <a:lnTo>
                  <a:pt x="133" y="716"/>
                </a:lnTo>
                <a:lnTo>
                  <a:pt x="134" y="715"/>
                </a:lnTo>
                <a:lnTo>
                  <a:pt x="134" y="714"/>
                </a:lnTo>
                <a:lnTo>
                  <a:pt x="135" y="714"/>
                </a:lnTo>
                <a:lnTo>
                  <a:pt x="135" y="712"/>
                </a:lnTo>
                <a:lnTo>
                  <a:pt x="135" y="711"/>
                </a:lnTo>
                <a:lnTo>
                  <a:pt x="135" y="710"/>
                </a:lnTo>
                <a:lnTo>
                  <a:pt x="136" y="707"/>
                </a:lnTo>
                <a:lnTo>
                  <a:pt x="136" y="706"/>
                </a:lnTo>
                <a:lnTo>
                  <a:pt x="135" y="706"/>
                </a:lnTo>
                <a:lnTo>
                  <a:pt x="135" y="705"/>
                </a:lnTo>
                <a:lnTo>
                  <a:pt x="135" y="704"/>
                </a:lnTo>
                <a:lnTo>
                  <a:pt x="136" y="704"/>
                </a:lnTo>
                <a:lnTo>
                  <a:pt x="137" y="704"/>
                </a:lnTo>
                <a:lnTo>
                  <a:pt x="137" y="703"/>
                </a:lnTo>
                <a:lnTo>
                  <a:pt x="138" y="702"/>
                </a:lnTo>
                <a:lnTo>
                  <a:pt x="139" y="702"/>
                </a:lnTo>
                <a:lnTo>
                  <a:pt x="140" y="700"/>
                </a:lnTo>
                <a:lnTo>
                  <a:pt x="140" y="698"/>
                </a:lnTo>
                <a:lnTo>
                  <a:pt x="140" y="697"/>
                </a:lnTo>
                <a:lnTo>
                  <a:pt x="139" y="696"/>
                </a:lnTo>
                <a:lnTo>
                  <a:pt x="140" y="696"/>
                </a:lnTo>
                <a:lnTo>
                  <a:pt x="140" y="695"/>
                </a:lnTo>
                <a:lnTo>
                  <a:pt x="141" y="694"/>
                </a:lnTo>
                <a:lnTo>
                  <a:pt x="141" y="693"/>
                </a:lnTo>
                <a:lnTo>
                  <a:pt x="142" y="693"/>
                </a:lnTo>
                <a:lnTo>
                  <a:pt x="142" y="692"/>
                </a:lnTo>
                <a:lnTo>
                  <a:pt x="142" y="689"/>
                </a:lnTo>
                <a:lnTo>
                  <a:pt x="142" y="688"/>
                </a:lnTo>
                <a:lnTo>
                  <a:pt x="143" y="688"/>
                </a:lnTo>
                <a:lnTo>
                  <a:pt x="143" y="687"/>
                </a:lnTo>
                <a:lnTo>
                  <a:pt x="143" y="686"/>
                </a:lnTo>
                <a:lnTo>
                  <a:pt x="143" y="685"/>
                </a:lnTo>
                <a:lnTo>
                  <a:pt x="143" y="683"/>
                </a:lnTo>
                <a:lnTo>
                  <a:pt x="143" y="682"/>
                </a:lnTo>
                <a:lnTo>
                  <a:pt x="142" y="682"/>
                </a:lnTo>
                <a:lnTo>
                  <a:pt x="139" y="683"/>
                </a:lnTo>
                <a:lnTo>
                  <a:pt x="138" y="684"/>
                </a:lnTo>
                <a:lnTo>
                  <a:pt x="138" y="685"/>
                </a:lnTo>
                <a:lnTo>
                  <a:pt x="138" y="686"/>
                </a:lnTo>
                <a:lnTo>
                  <a:pt x="137" y="686"/>
                </a:lnTo>
                <a:lnTo>
                  <a:pt x="135" y="686"/>
                </a:lnTo>
                <a:lnTo>
                  <a:pt x="134" y="684"/>
                </a:lnTo>
                <a:lnTo>
                  <a:pt x="134" y="682"/>
                </a:lnTo>
                <a:lnTo>
                  <a:pt x="133" y="681"/>
                </a:lnTo>
                <a:lnTo>
                  <a:pt x="133" y="680"/>
                </a:lnTo>
                <a:lnTo>
                  <a:pt x="133" y="679"/>
                </a:lnTo>
                <a:lnTo>
                  <a:pt x="132" y="678"/>
                </a:lnTo>
                <a:lnTo>
                  <a:pt x="131" y="678"/>
                </a:lnTo>
                <a:lnTo>
                  <a:pt x="131" y="679"/>
                </a:lnTo>
                <a:lnTo>
                  <a:pt x="130" y="678"/>
                </a:lnTo>
                <a:lnTo>
                  <a:pt x="129" y="678"/>
                </a:lnTo>
                <a:lnTo>
                  <a:pt x="128" y="677"/>
                </a:lnTo>
                <a:lnTo>
                  <a:pt x="126" y="677"/>
                </a:lnTo>
                <a:lnTo>
                  <a:pt x="125" y="678"/>
                </a:lnTo>
                <a:lnTo>
                  <a:pt x="124" y="678"/>
                </a:lnTo>
                <a:lnTo>
                  <a:pt x="123" y="678"/>
                </a:lnTo>
                <a:lnTo>
                  <a:pt x="122" y="678"/>
                </a:lnTo>
                <a:lnTo>
                  <a:pt x="121" y="677"/>
                </a:lnTo>
                <a:lnTo>
                  <a:pt x="120" y="676"/>
                </a:lnTo>
                <a:lnTo>
                  <a:pt x="120" y="675"/>
                </a:lnTo>
                <a:lnTo>
                  <a:pt x="120" y="674"/>
                </a:lnTo>
                <a:lnTo>
                  <a:pt x="119" y="674"/>
                </a:lnTo>
                <a:lnTo>
                  <a:pt x="118" y="673"/>
                </a:lnTo>
                <a:lnTo>
                  <a:pt x="118" y="672"/>
                </a:lnTo>
                <a:lnTo>
                  <a:pt x="117" y="671"/>
                </a:lnTo>
                <a:lnTo>
                  <a:pt x="116" y="671"/>
                </a:lnTo>
                <a:lnTo>
                  <a:pt x="116" y="670"/>
                </a:lnTo>
                <a:lnTo>
                  <a:pt x="116" y="669"/>
                </a:lnTo>
                <a:lnTo>
                  <a:pt x="115" y="668"/>
                </a:lnTo>
                <a:lnTo>
                  <a:pt x="116" y="667"/>
                </a:lnTo>
                <a:lnTo>
                  <a:pt x="116" y="666"/>
                </a:lnTo>
                <a:lnTo>
                  <a:pt x="116" y="663"/>
                </a:lnTo>
                <a:lnTo>
                  <a:pt x="116" y="662"/>
                </a:lnTo>
                <a:lnTo>
                  <a:pt x="115" y="662"/>
                </a:lnTo>
                <a:lnTo>
                  <a:pt x="115" y="661"/>
                </a:lnTo>
                <a:lnTo>
                  <a:pt x="115" y="660"/>
                </a:lnTo>
                <a:lnTo>
                  <a:pt x="115" y="659"/>
                </a:lnTo>
                <a:lnTo>
                  <a:pt x="115" y="658"/>
                </a:lnTo>
                <a:lnTo>
                  <a:pt x="115" y="657"/>
                </a:lnTo>
                <a:lnTo>
                  <a:pt x="116" y="657"/>
                </a:lnTo>
                <a:lnTo>
                  <a:pt x="116" y="655"/>
                </a:lnTo>
                <a:lnTo>
                  <a:pt x="116" y="654"/>
                </a:lnTo>
                <a:lnTo>
                  <a:pt x="115" y="653"/>
                </a:lnTo>
                <a:lnTo>
                  <a:pt x="115" y="652"/>
                </a:lnTo>
                <a:lnTo>
                  <a:pt x="115" y="650"/>
                </a:lnTo>
                <a:lnTo>
                  <a:pt x="116" y="649"/>
                </a:lnTo>
                <a:lnTo>
                  <a:pt x="116" y="648"/>
                </a:lnTo>
                <a:lnTo>
                  <a:pt x="115" y="647"/>
                </a:lnTo>
                <a:lnTo>
                  <a:pt x="115" y="646"/>
                </a:lnTo>
                <a:lnTo>
                  <a:pt x="115" y="645"/>
                </a:lnTo>
                <a:lnTo>
                  <a:pt x="116" y="645"/>
                </a:lnTo>
                <a:lnTo>
                  <a:pt x="116" y="644"/>
                </a:lnTo>
                <a:lnTo>
                  <a:pt x="116" y="643"/>
                </a:lnTo>
                <a:lnTo>
                  <a:pt x="115" y="643"/>
                </a:lnTo>
                <a:lnTo>
                  <a:pt x="115" y="642"/>
                </a:lnTo>
                <a:lnTo>
                  <a:pt x="115" y="643"/>
                </a:lnTo>
                <a:lnTo>
                  <a:pt x="114" y="643"/>
                </a:lnTo>
                <a:lnTo>
                  <a:pt x="114" y="642"/>
                </a:lnTo>
                <a:lnTo>
                  <a:pt x="114" y="641"/>
                </a:lnTo>
                <a:lnTo>
                  <a:pt x="113" y="640"/>
                </a:lnTo>
                <a:lnTo>
                  <a:pt x="112" y="639"/>
                </a:lnTo>
                <a:lnTo>
                  <a:pt x="112" y="638"/>
                </a:lnTo>
                <a:lnTo>
                  <a:pt x="112" y="637"/>
                </a:lnTo>
                <a:lnTo>
                  <a:pt x="112" y="636"/>
                </a:lnTo>
                <a:lnTo>
                  <a:pt x="111" y="636"/>
                </a:lnTo>
                <a:lnTo>
                  <a:pt x="111" y="635"/>
                </a:lnTo>
                <a:lnTo>
                  <a:pt x="111" y="634"/>
                </a:lnTo>
                <a:lnTo>
                  <a:pt x="112" y="634"/>
                </a:lnTo>
                <a:lnTo>
                  <a:pt x="113" y="633"/>
                </a:lnTo>
                <a:lnTo>
                  <a:pt x="113" y="632"/>
                </a:lnTo>
                <a:lnTo>
                  <a:pt x="112" y="631"/>
                </a:lnTo>
                <a:lnTo>
                  <a:pt x="112" y="630"/>
                </a:lnTo>
                <a:lnTo>
                  <a:pt x="111" y="630"/>
                </a:lnTo>
                <a:lnTo>
                  <a:pt x="112" y="629"/>
                </a:lnTo>
                <a:lnTo>
                  <a:pt x="112" y="627"/>
                </a:lnTo>
                <a:lnTo>
                  <a:pt x="111" y="627"/>
                </a:lnTo>
                <a:lnTo>
                  <a:pt x="111" y="626"/>
                </a:lnTo>
                <a:lnTo>
                  <a:pt x="111" y="625"/>
                </a:lnTo>
                <a:lnTo>
                  <a:pt x="110" y="625"/>
                </a:lnTo>
                <a:lnTo>
                  <a:pt x="109" y="625"/>
                </a:lnTo>
                <a:lnTo>
                  <a:pt x="107" y="625"/>
                </a:lnTo>
                <a:lnTo>
                  <a:pt x="107" y="626"/>
                </a:lnTo>
                <a:lnTo>
                  <a:pt x="106" y="626"/>
                </a:lnTo>
                <a:lnTo>
                  <a:pt x="105" y="626"/>
                </a:lnTo>
                <a:lnTo>
                  <a:pt x="104" y="627"/>
                </a:lnTo>
                <a:lnTo>
                  <a:pt x="102" y="627"/>
                </a:lnTo>
                <a:lnTo>
                  <a:pt x="101" y="627"/>
                </a:lnTo>
                <a:lnTo>
                  <a:pt x="100" y="627"/>
                </a:lnTo>
                <a:lnTo>
                  <a:pt x="99" y="627"/>
                </a:lnTo>
                <a:lnTo>
                  <a:pt x="99" y="628"/>
                </a:lnTo>
                <a:lnTo>
                  <a:pt x="98" y="628"/>
                </a:lnTo>
                <a:lnTo>
                  <a:pt x="97" y="628"/>
                </a:lnTo>
                <a:lnTo>
                  <a:pt x="96" y="628"/>
                </a:lnTo>
                <a:lnTo>
                  <a:pt x="95" y="628"/>
                </a:lnTo>
                <a:lnTo>
                  <a:pt x="94" y="629"/>
                </a:lnTo>
                <a:lnTo>
                  <a:pt x="94" y="628"/>
                </a:lnTo>
                <a:lnTo>
                  <a:pt x="94" y="627"/>
                </a:lnTo>
                <a:lnTo>
                  <a:pt x="94" y="626"/>
                </a:lnTo>
                <a:lnTo>
                  <a:pt x="93" y="625"/>
                </a:lnTo>
                <a:lnTo>
                  <a:pt x="92" y="625"/>
                </a:lnTo>
                <a:lnTo>
                  <a:pt x="92" y="626"/>
                </a:lnTo>
                <a:lnTo>
                  <a:pt x="91" y="627"/>
                </a:lnTo>
                <a:lnTo>
                  <a:pt x="90" y="627"/>
                </a:lnTo>
                <a:lnTo>
                  <a:pt x="89" y="627"/>
                </a:lnTo>
                <a:lnTo>
                  <a:pt x="88" y="628"/>
                </a:lnTo>
                <a:lnTo>
                  <a:pt x="88" y="629"/>
                </a:lnTo>
                <a:lnTo>
                  <a:pt x="87" y="629"/>
                </a:lnTo>
                <a:lnTo>
                  <a:pt x="86" y="628"/>
                </a:lnTo>
                <a:lnTo>
                  <a:pt x="86" y="629"/>
                </a:lnTo>
                <a:lnTo>
                  <a:pt x="85" y="629"/>
                </a:lnTo>
                <a:lnTo>
                  <a:pt x="85" y="630"/>
                </a:lnTo>
                <a:lnTo>
                  <a:pt x="85" y="631"/>
                </a:lnTo>
                <a:lnTo>
                  <a:pt x="84" y="630"/>
                </a:lnTo>
                <a:lnTo>
                  <a:pt x="84" y="629"/>
                </a:lnTo>
                <a:lnTo>
                  <a:pt x="83" y="629"/>
                </a:lnTo>
                <a:lnTo>
                  <a:pt x="82" y="628"/>
                </a:lnTo>
                <a:lnTo>
                  <a:pt x="81" y="627"/>
                </a:lnTo>
                <a:lnTo>
                  <a:pt x="80" y="626"/>
                </a:lnTo>
                <a:lnTo>
                  <a:pt x="80" y="625"/>
                </a:lnTo>
                <a:lnTo>
                  <a:pt x="81" y="625"/>
                </a:lnTo>
                <a:lnTo>
                  <a:pt x="81" y="624"/>
                </a:lnTo>
                <a:lnTo>
                  <a:pt x="82" y="623"/>
                </a:lnTo>
                <a:lnTo>
                  <a:pt x="83" y="623"/>
                </a:lnTo>
                <a:lnTo>
                  <a:pt x="84" y="622"/>
                </a:lnTo>
                <a:lnTo>
                  <a:pt x="84" y="621"/>
                </a:lnTo>
                <a:lnTo>
                  <a:pt x="85" y="621"/>
                </a:lnTo>
                <a:lnTo>
                  <a:pt x="84" y="619"/>
                </a:lnTo>
                <a:lnTo>
                  <a:pt x="83" y="618"/>
                </a:lnTo>
                <a:lnTo>
                  <a:pt x="82" y="617"/>
                </a:lnTo>
                <a:lnTo>
                  <a:pt x="82" y="618"/>
                </a:lnTo>
                <a:lnTo>
                  <a:pt x="81" y="618"/>
                </a:lnTo>
                <a:lnTo>
                  <a:pt x="81" y="617"/>
                </a:lnTo>
                <a:lnTo>
                  <a:pt x="81" y="618"/>
                </a:lnTo>
                <a:lnTo>
                  <a:pt x="81" y="619"/>
                </a:lnTo>
                <a:lnTo>
                  <a:pt x="80" y="619"/>
                </a:lnTo>
                <a:lnTo>
                  <a:pt x="80" y="620"/>
                </a:lnTo>
                <a:lnTo>
                  <a:pt x="78" y="620"/>
                </a:lnTo>
                <a:lnTo>
                  <a:pt x="78" y="621"/>
                </a:lnTo>
                <a:lnTo>
                  <a:pt x="77" y="621"/>
                </a:lnTo>
                <a:lnTo>
                  <a:pt x="77" y="622"/>
                </a:lnTo>
                <a:lnTo>
                  <a:pt x="76" y="622"/>
                </a:lnTo>
                <a:lnTo>
                  <a:pt x="75" y="622"/>
                </a:lnTo>
                <a:lnTo>
                  <a:pt x="75" y="621"/>
                </a:lnTo>
                <a:lnTo>
                  <a:pt x="74" y="622"/>
                </a:lnTo>
                <a:lnTo>
                  <a:pt x="73" y="622"/>
                </a:lnTo>
                <a:lnTo>
                  <a:pt x="73" y="623"/>
                </a:lnTo>
                <a:lnTo>
                  <a:pt x="72" y="623"/>
                </a:lnTo>
                <a:lnTo>
                  <a:pt x="71" y="623"/>
                </a:lnTo>
                <a:lnTo>
                  <a:pt x="71" y="622"/>
                </a:lnTo>
                <a:lnTo>
                  <a:pt x="70" y="622"/>
                </a:lnTo>
                <a:lnTo>
                  <a:pt x="70" y="621"/>
                </a:lnTo>
                <a:lnTo>
                  <a:pt x="69" y="621"/>
                </a:lnTo>
                <a:lnTo>
                  <a:pt x="68" y="621"/>
                </a:lnTo>
                <a:lnTo>
                  <a:pt x="67" y="621"/>
                </a:lnTo>
                <a:lnTo>
                  <a:pt x="67" y="620"/>
                </a:lnTo>
                <a:lnTo>
                  <a:pt x="65" y="620"/>
                </a:lnTo>
                <a:lnTo>
                  <a:pt x="64" y="620"/>
                </a:lnTo>
                <a:lnTo>
                  <a:pt x="63" y="621"/>
                </a:lnTo>
                <a:lnTo>
                  <a:pt x="62" y="620"/>
                </a:lnTo>
                <a:lnTo>
                  <a:pt x="60" y="619"/>
                </a:lnTo>
                <a:lnTo>
                  <a:pt x="60" y="618"/>
                </a:lnTo>
                <a:lnTo>
                  <a:pt x="59" y="618"/>
                </a:lnTo>
                <a:lnTo>
                  <a:pt x="59" y="619"/>
                </a:lnTo>
                <a:lnTo>
                  <a:pt x="58" y="619"/>
                </a:lnTo>
                <a:lnTo>
                  <a:pt x="57" y="619"/>
                </a:lnTo>
                <a:lnTo>
                  <a:pt x="56" y="620"/>
                </a:lnTo>
                <a:lnTo>
                  <a:pt x="56" y="619"/>
                </a:lnTo>
                <a:lnTo>
                  <a:pt x="55" y="617"/>
                </a:lnTo>
                <a:lnTo>
                  <a:pt x="54" y="617"/>
                </a:lnTo>
                <a:lnTo>
                  <a:pt x="54" y="615"/>
                </a:lnTo>
                <a:lnTo>
                  <a:pt x="54" y="614"/>
                </a:lnTo>
                <a:lnTo>
                  <a:pt x="54" y="613"/>
                </a:lnTo>
                <a:lnTo>
                  <a:pt x="53" y="613"/>
                </a:lnTo>
                <a:lnTo>
                  <a:pt x="53" y="612"/>
                </a:lnTo>
                <a:lnTo>
                  <a:pt x="52" y="611"/>
                </a:lnTo>
                <a:lnTo>
                  <a:pt x="52" y="610"/>
                </a:lnTo>
                <a:lnTo>
                  <a:pt x="52" y="609"/>
                </a:lnTo>
                <a:lnTo>
                  <a:pt x="52" y="608"/>
                </a:lnTo>
                <a:lnTo>
                  <a:pt x="52" y="606"/>
                </a:lnTo>
                <a:lnTo>
                  <a:pt x="51" y="605"/>
                </a:lnTo>
                <a:lnTo>
                  <a:pt x="50" y="605"/>
                </a:lnTo>
                <a:lnTo>
                  <a:pt x="49" y="605"/>
                </a:lnTo>
                <a:lnTo>
                  <a:pt x="48" y="605"/>
                </a:lnTo>
                <a:lnTo>
                  <a:pt x="47" y="605"/>
                </a:lnTo>
                <a:lnTo>
                  <a:pt x="46" y="604"/>
                </a:lnTo>
                <a:lnTo>
                  <a:pt x="41" y="604"/>
                </a:lnTo>
                <a:lnTo>
                  <a:pt x="40" y="603"/>
                </a:lnTo>
                <a:lnTo>
                  <a:pt x="39" y="603"/>
                </a:lnTo>
                <a:lnTo>
                  <a:pt x="38" y="603"/>
                </a:lnTo>
                <a:lnTo>
                  <a:pt x="37" y="603"/>
                </a:lnTo>
                <a:lnTo>
                  <a:pt x="36" y="603"/>
                </a:lnTo>
                <a:lnTo>
                  <a:pt x="36" y="604"/>
                </a:lnTo>
                <a:lnTo>
                  <a:pt x="35" y="604"/>
                </a:lnTo>
                <a:lnTo>
                  <a:pt x="34" y="604"/>
                </a:lnTo>
                <a:lnTo>
                  <a:pt x="34" y="603"/>
                </a:lnTo>
                <a:lnTo>
                  <a:pt x="33" y="603"/>
                </a:lnTo>
                <a:lnTo>
                  <a:pt x="33" y="602"/>
                </a:lnTo>
                <a:lnTo>
                  <a:pt x="34" y="600"/>
                </a:lnTo>
                <a:lnTo>
                  <a:pt x="35" y="600"/>
                </a:lnTo>
                <a:lnTo>
                  <a:pt x="36" y="599"/>
                </a:lnTo>
                <a:lnTo>
                  <a:pt x="37" y="599"/>
                </a:lnTo>
                <a:lnTo>
                  <a:pt x="39" y="598"/>
                </a:lnTo>
                <a:lnTo>
                  <a:pt x="40" y="598"/>
                </a:lnTo>
                <a:lnTo>
                  <a:pt x="40" y="597"/>
                </a:lnTo>
                <a:lnTo>
                  <a:pt x="41" y="596"/>
                </a:lnTo>
                <a:lnTo>
                  <a:pt x="41" y="595"/>
                </a:lnTo>
                <a:lnTo>
                  <a:pt x="41" y="594"/>
                </a:lnTo>
                <a:lnTo>
                  <a:pt x="42" y="593"/>
                </a:lnTo>
                <a:lnTo>
                  <a:pt x="42" y="592"/>
                </a:lnTo>
                <a:lnTo>
                  <a:pt x="43" y="592"/>
                </a:lnTo>
                <a:lnTo>
                  <a:pt x="43" y="591"/>
                </a:lnTo>
                <a:lnTo>
                  <a:pt x="43" y="589"/>
                </a:lnTo>
                <a:lnTo>
                  <a:pt x="43" y="588"/>
                </a:lnTo>
                <a:lnTo>
                  <a:pt x="42" y="585"/>
                </a:lnTo>
                <a:lnTo>
                  <a:pt x="42" y="584"/>
                </a:lnTo>
                <a:lnTo>
                  <a:pt x="41" y="584"/>
                </a:lnTo>
                <a:lnTo>
                  <a:pt x="41" y="583"/>
                </a:lnTo>
                <a:lnTo>
                  <a:pt x="42" y="582"/>
                </a:lnTo>
                <a:lnTo>
                  <a:pt x="42" y="581"/>
                </a:lnTo>
                <a:lnTo>
                  <a:pt x="42" y="580"/>
                </a:lnTo>
                <a:lnTo>
                  <a:pt x="44" y="580"/>
                </a:lnTo>
                <a:lnTo>
                  <a:pt x="45" y="580"/>
                </a:lnTo>
                <a:lnTo>
                  <a:pt x="45" y="581"/>
                </a:lnTo>
                <a:lnTo>
                  <a:pt x="46" y="581"/>
                </a:lnTo>
                <a:lnTo>
                  <a:pt x="47" y="581"/>
                </a:lnTo>
                <a:lnTo>
                  <a:pt x="48" y="582"/>
                </a:lnTo>
                <a:lnTo>
                  <a:pt x="49" y="583"/>
                </a:lnTo>
                <a:lnTo>
                  <a:pt x="49" y="584"/>
                </a:lnTo>
                <a:lnTo>
                  <a:pt x="50" y="584"/>
                </a:lnTo>
                <a:lnTo>
                  <a:pt x="51" y="586"/>
                </a:lnTo>
                <a:lnTo>
                  <a:pt x="51" y="587"/>
                </a:lnTo>
                <a:lnTo>
                  <a:pt x="51" y="590"/>
                </a:lnTo>
                <a:lnTo>
                  <a:pt x="52" y="590"/>
                </a:lnTo>
                <a:lnTo>
                  <a:pt x="53" y="591"/>
                </a:lnTo>
                <a:lnTo>
                  <a:pt x="54" y="591"/>
                </a:lnTo>
                <a:lnTo>
                  <a:pt x="54" y="590"/>
                </a:lnTo>
                <a:lnTo>
                  <a:pt x="55" y="590"/>
                </a:lnTo>
                <a:lnTo>
                  <a:pt x="55" y="589"/>
                </a:lnTo>
                <a:lnTo>
                  <a:pt x="57" y="588"/>
                </a:lnTo>
                <a:lnTo>
                  <a:pt x="58" y="588"/>
                </a:lnTo>
                <a:lnTo>
                  <a:pt x="59" y="588"/>
                </a:lnTo>
                <a:lnTo>
                  <a:pt x="59" y="587"/>
                </a:lnTo>
                <a:lnTo>
                  <a:pt x="60" y="587"/>
                </a:lnTo>
                <a:lnTo>
                  <a:pt x="60" y="586"/>
                </a:lnTo>
                <a:lnTo>
                  <a:pt x="60" y="584"/>
                </a:lnTo>
                <a:lnTo>
                  <a:pt x="60" y="583"/>
                </a:lnTo>
                <a:lnTo>
                  <a:pt x="61" y="582"/>
                </a:lnTo>
                <a:lnTo>
                  <a:pt x="61" y="581"/>
                </a:lnTo>
                <a:lnTo>
                  <a:pt x="61" y="580"/>
                </a:lnTo>
                <a:lnTo>
                  <a:pt x="61" y="579"/>
                </a:lnTo>
                <a:lnTo>
                  <a:pt x="60" y="578"/>
                </a:lnTo>
                <a:lnTo>
                  <a:pt x="59" y="578"/>
                </a:lnTo>
                <a:lnTo>
                  <a:pt x="59" y="577"/>
                </a:lnTo>
                <a:lnTo>
                  <a:pt x="58" y="577"/>
                </a:lnTo>
                <a:lnTo>
                  <a:pt x="58" y="576"/>
                </a:lnTo>
                <a:lnTo>
                  <a:pt x="58" y="575"/>
                </a:lnTo>
                <a:lnTo>
                  <a:pt x="57" y="574"/>
                </a:lnTo>
                <a:lnTo>
                  <a:pt x="57" y="573"/>
                </a:lnTo>
                <a:lnTo>
                  <a:pt x="57" y="572"/>
                </a:lnTo>
                <a:lnTo>
                  <a:pt x="56" y="570"/>
                </a:lnTo>
                <a:lnTo>
                  <a:pt x="55" y="568"/>
                </a:lnTo>
                <a:lnTo>
                  <a:pt x="55" y="567"/>
                </a:lnTo>
                <a:lnTo>
                  <a:pt x="54" y="565"/>
                </a:lnTo>
                <a:lnTo>
                  <a:pt x="54" y="564"/>
                </a:lnTo>
                <a:lnTo>
                  <a:pt x="55" y="564"/>
                </a:lnTo>
                <a:lnTo>
                  <a:pt x="56" y="564"/>
                </a:lnTo>
                <a:lnTo>
                  <a:pt x="57" y="564"/>
                </a:lnTo>
                <a:lnTo>
                  <a:pt x="57" y="563"/>
                </a:lnTo>
                <a:lnTo>
                  <a:pt x="58" y="563"/>
                </a:lnTo>
                <a:lnTo>
                  <a:pt x="58" y="562"/>
                </a:lnTo>
                <a:lnTo>
                  <a:pt x="59" y="562"/>
                </a:lnTo>
                <a:lnTo>
                  <a:pt x="61" y="562"/>
                </a:lnTo>
                <a:lnTo>
                  <a:pt x="63" y="563"/>
                </a:lnTo>
                <a:lnTo>
                  <a:pt x="63" y="564"/>
                </a:lnTo>
                <a:lnTo>
                  <a:pt x="63" y="565"/>
                </a:lnTo>
                <a:lnTo>
                  <a:pt x="62" y="565"/>
                </a:lnTo>
                <a:lnTo>
                  <a:pt x="63" y="565"/>
                </a:lnTo>
                <a:lnTo>
                  <a:pt x="65" y="565"/>
                </a:lnTo>
                <a:lnTo>
                  <a:pt x="66" y="565"/>
                </a:lnTo>
                <a:lnTo>
                  <a:pt x="67" y="565"/>
                </a:lnTo>
                <a:lnTo>
                  <a:pt x="68" y="564"/>
                </a:lnTo>
                <a:lnTo>
                  <a:pt x="68" y="563"/>
                </a:lnTo>
                <a:lnTo>
                  <a:pt x="69" y="563"/>
                </a:lnTo>
                <a:lnTo>
                  <a:pt x="71" y="562"/>
                </a:lnTo>
                <a:lnTo>
                  <a:pt x="72" y="561"/>
                </a:lnTo>
                <a:lnTo>
                  <a:pt x="73" y="561"/>
                </a:lnTo>
                <a:lnTo>
                  <a:pt x="75" y="561"/>
                </a:lnTo>
                <a:lnTo>
                  <a:pt x="76" y="561"/>
                </a:lnTo>
                <a:lnTo>
                  <a:pt x="77" y="561"/>
                </a:lnTo>
                <a:lnTo>
                  <a:pt x="77" y="560"/>
                </a:lnTo>
                <a:lnTo>
                  <a:pt x="77" y="559"/>
                </a:lnTo>
                <a:lnTo>
                  <a:pt x="78" y="559"/>
                </a:lnTo>
                <a:lnTo>
                  <a:pt x="78" y="560"/>
                </a:lnTo>
                <a:lnTo>
                  <a:pt x="79" y="560"/>
                </a:lnTo>
                <a:lnTo>
                  <a:pt x="80" y="559"/>
                </a:lnTo>
                <a:lnTo>
                  <a:pt x="80" y="558"/>
                </a:lnTo>
                <a:lnTo>
                  <a:pt x="79" y="558"/>
                </a:lnTo>
                <a:lnTo>
                  <a:pt x="79" y="557"/>
                </a:lnTo>
                <a:lnTo>
                  <a:pt x="78" y="556"/>
                </a:lnTo>
                <a:lnTo>
                  <a:pt x="79" y="556"/>
                </a:lnTo>
                <a:lnTo>
                  <a:pt x="80" y="555"/>
                </a:lnTo>
                <a:lnTo>
                  <a:pt x="81" y="555"/>
                </a:lnTo>
                <a:lnTo>
                  <a:pt x="81" y="554"/>
                </a:lnTo>
                <a:lnTo>
                  <a:pt x="82" y="553"/>
                </a:lnTo>
                <a:lnTo>
                  <a:pt x="82" y="552"/>
                </a:lnTo>
                <a:lnTo>
                  <a:pt x="82" y="551"/>
                </a:lnTo>
                <a:lnTo>
                  <a:pt x="83" y="551"/>
                </a:lnTo>
                <a:lnTo>
                  <a:pt x="84" y="551"/>
                </a:lnTo>
                <a:lnTo>
                  <a:pt x="84" y="552"/>
                </a:lnTo>
                <a:lnTo>
                  <a:pt x="84" y="553"/>
                </a:lnTo>
                <a:lnTo>
                  <a:pt x="85" y="553"/>
                </a:lnTo>
                <a:lnTo>
                  <a:pt x="86" y="553"/>
                </a:lnTo>
                <a:lnTo>
                  <a:pt x="87" y="553"/>
                </a:lnTo>
                <a:lnTo>
                  <a:pt x="87" y="552"/>
                </a:lnTo>
                <a:lnTo>
                  <a:pt x="88" y="552"/>
                </a:lnTo>
                <a:lnTo>
                  <a:pt x="89" y="552"/>
                </a:lnTo>
                <a:lnTo>
                  <a:pt x="90" y="551"/>
                </a:lnTo>
                <a:lnTo>
                  <a:pt x="91" y="550"/>
                </a:lnTo>
                <a:lnTo>
                  <a:pt x="92" y="550"/>
                </a:lnTo>
                <a:lnTo>
                  <a:pt x="93" y="550"/>
                </a:lnTo>
                <a:lnTo>
                  <a:pt x="94" y="549"/>
                </a:lnTo>
                <a:lnTo>
                  <a:pt x="95" y="548"/>
                </a:lnTo>
                <a:lnTo>
                  <a:pt x="96" y="548"/>
                </a:lnTo>
                <a:lnTo>
                  <a:pt x="97" y="547"/>
                </a:lnTo>
                <a:lnTo>
                  <a:pt x="99" y="547"/>
                </a:lnTo>
                <a:lnTo>
                  <a:pt x="100" y="547"/>
                </a:lnTo>
                <a:lnTo>
                  <a:pt x="101" y="548"/>
                </a:lnTo>
                <a:lnTo>
                  <a:pt x="102" y="549"/>
                </a:lnTo>
                <a:lnTo>
                  <a:pt x="106" y="547"/>
                </a:lnTo>
                <a:lnTo>
                  <a:pt x="107" y="547"/>
                </a:lnTo>
                <a:lnTo>
                  <a:pt x="107" y="546"/>
                </a:lnTo>
                <a:lnTo>
                  <a:pt x="109" y="545"/>
                </a:lnTo>
                <a:lnTo>
                  <a:pt x="110" y="545"/>
                </a:lnTo>
                <a:lnTo>
                  <a:pt x="112" y="544"/>
                </a:lnTo>
                <a:lnTo>
                  <a:pt x="114" y="543"/>
                </a:lnTo>
                <a:lnTo>
                  <a:pt x="116" y="541"/>
                </a:lnTo>
                <a:lnTo>
                  <a:pt x="117" y="540"/>
                </a:lnTo>
                <a:lnTo>
                  <a:pt x="118" y="539"/>
                </a:lnTo>
                <a:lnTo>
                  <a:pt x="118" y="537"/>
                </a:lnTo>
                <a:lnTo>
                  <a:pt x="118" y="536"/>
                </a:lnTo>
                <a:lnTo>
                  <a:pt x="119" y="535"/>
                </a:lnTo>
                <a:lnTo>
                  <a:pt x="121" y="534"/>
                </a:lnTo>
                <a:lnTo>
                  <a:pt x="121" y="533"/>
                </a:lnTo>
                <a:lnTo>
                  <a:pt x="121" y="532"/>
                </a:lnTo>
                <a:lnTo>
                  <a:pt x="122" y="531"/>
                </a:lnTo>
                <a:lnTo>
                  <a:pt x="122" y="530"/>
                </a:lnTo>
                <a:lnTo>
                  <a:pt x="121" y="529"/>
                </a:lnTo>
                <a:lnTo>
                  <a:pt x="121" y="528"/>
                </a:lnTo>
                <a:lnTo>
                  <a:pt x="122" y="528"/>
                </a:lnTo>
                <a:lnTo>
                  <a:pt x="122" y="526"/>
                </a:lnTo>
                <a:lnTo>
                  <a:pt x="122" y="525"/>
                </a:lnTo>
                <a:lnTo>
                  <a:pt x="121" y="524"/>
                </a:lnTo>
                <a:lnTo>
                  <a:pt x="120" y="523"/>
                </a:lnTo>
                <a:lnTo>
                  <a:pt x="119" y="522"/>
                </a:lnTo>
                <a:lnTo>
                  <a:pt x="118" y="522"/>
                </a:lnTo>
                <a:lnTo>
                  <a:pt x="118" y="523"/>
                </a:lnTo>
                <a:lnTo>
                  <a:pt x="117" y="524"/>
                </a:lnTo>
                <a:lnTo>
                  <a:pt x="116" y="525"/>
                </a:lnTo>
                <a:lnTo>
                  <a:pt x="114" y="525"/>
                </a:lnTo>
                <a:lnTo>
                  <a:pt x="113" y="525"/>
                </a:lnTo>
                <a:lnTo>
                  <a:pt x="112" y="524"/>
                </a:lnTo>
                <a:lnTo>
                  <a:pt x="111" y="522"/>
                </a:lnTo>
                <a:lnTo>
                  <a:pt x="109" y="520"/>
                </a:lnTo>
                <a:lnTo>
                  <a:pt x="108" y="521"/>
                </a:lnTo>
                <a:lnTo>
                  <a:pt x="107" y="521"/>
                </a:lnTo>
                <a:lnTo>
                  <a:pt x="107" y="522"/>
                </a:lnTo>
                <a:lnTo>
                  <a:pt x="106" y="522"/>
                </a:lnTo>
                <a:lnTo>
                  <a:pt x="105" y="522"/>
                </a:lnTo>
                <a:lnTo>
                  <a:pt x="103" y="523"/>
                </a:lnTo>
                <a:lnTo>
                  <a:pt x="103" y="524"/>
                </a:lnTo>
                <a:lnTo>
                  <a:pt x="102" y="525"/>
                </a:lnTo>
                <a:lnTo>
                  <a:pt x="101" y="525"/>
                </a:lnTo>
                <a:lnTo>
                  <a:pt x="100" y="525"/>
                </a:lnTo>
                <a:lnTo>
                  <a:pt x="99" y="525"/>
                </a:lnTo>
                <a:lnTo>
                  <a:pt x="99" y="524"/>
                </a:lnTo>
                <a:lnTo>
                  <a:pt x="99" y="523"/>
                </a:lnTo>
                <a:lnTo>
                  <a:pt x="98" y="523"/>
                </a:lnTo>
                <a:lnTo>
                  <a:pt x="97" y="523"/>
                </a:lnTo>
                <a:lnTo>
                  <a:pt x="96" y="523"/>
                </a:lnTo>
                <a:lnTo>
                  <a:pt x="95" y="523"/>
                </a:lnTo>
                <a:lnTo>
                  <a:pt x="94" y="523"/>
                </a:lnTo>
                <a:lnTo>
                  <a:pt x="93" y="523"/>
                </a:lnTo>
                <a:lnTo>
                  <a:pt x="89" y="524"/>
                </a:lnTo>
                <a:lnTo>
                  <a:pt x="88" y="524"/>
                </a:lnTo>
                <a:lnTo>
                  <a:pt x="87" y="523"/>
                </a:lnTo>
                <a:lnTo>
                  <a:pt x="87" y="522"/>
                </a:lnTo>
                <a:lnTo>
                  <a:pt x="87" y="521"/>
                </a:lnTo>
                <a:lnTo>
                  <a:pt x="86" y="519"/>
                </a:lnTo>
                <a:lnTo>
                  <a:pt x="86" y="518"/>
                </a:lnTo>
                <a:lnTo>
                  <a:pt x="86" y="517"/>
                </a:lnTo>
                <a:lnTo>
                  <a:pt x="85" y="517"/>
                </a:lnTo>
                <a:lnTo>
                  <a:pt x="85" y="515"/>
                </a:lnTo>
                <a:lnTo>
                  <a:pt x="85" y="514"/>
                </a:lnTo>
                <a:lnTo>
                  <a:pt x="85" y="513"/>
                </a:lnTo>
                <a:lnTo>
                  <a:pt x="84" y="513"/>
                </a:lnTo>
                <a:lnTo>
                  <a:pt x="83" y="512"/>
                </a:lnTo>
                <a:lnTo>
                  <a:pt x="83" y="511"/>
                </a:lnTo>
                <a:lnTo>
                  <a:pt x="83" y="510"/>
                </a:lnTo>
                <a:lnTo>
                  <a:pt x="84" y="510"/>
                </a:lnTo>
                <a:lnTo>
                  <a:pt x="85" y="509"/>
                </a:lnTo>
                <a:lnTo>
                  <a:pt x="85" y="507"/>
                </a:lnTo>
                <a:lnTo>
                  <a:pt x="84" y="507"/>
                </a:lnTo>
                <a:lnTo>
                  <a:pt x="83" y="506"/>
                </a:lnTo>
                <a:lnTo>
                  <a:pt x="82" y="505"/>
                </a:lnTo>
                <a:lnTo>
                  <a:pt x="81" y="505"/>
                </a:lnTo>
                <a:lnTo>
                  <a:pt x="80" y="504"/>
                </a:lnTo>
                <a:lnTo>
                  <a:pt x="79" y="502"/>
                </a:lnTo>
                <a:lnTo>
                  <a:pt x="79" y="501"/>
                </a:lnTo>
                <a:lnTo>
                  <a:pt x="80" y="499"/>
                </a:lnTo>
                <a:lnTo>
                  <a:pt x="80" y="498"/>
                </a:lnTo>
                <a:lnTo>
                  <a:pt x="81" y="498"/>
                </a:lnTo>
                <a:lnTo>
                  <a:pt x="81" y="497"/>
                </a:lnTo>
                <a:lnTo>
                  <a:pt x="81" y="494"/>
                </a:lnTo>
                <a:lnTo>
                  <a:pt x="81" y="492"/>
                </a:lnTo>
                <a:lnTo>
                  <a:pt x="81" y="491"/>
                </a:lnTo>
                <a:lnTo>
                  <a:pt x="81" y="489"/>
                </a:lnTo>
                <a:lnTo>
                  <a:pt x="82" y="489"/>
                </a:lnTo>
                <a:lnTo>
                  <a:pt x="82" y="488"/>
                </a:lnTo>
                <a:lnTo>
                  <a:pt x="82" y="487"/>
                </a:lnTo>
                <a:lnTo>
                  <a:pt x="82" y="486"/>
                </a:lnTo>
                <a:lnTo>
                  <a:pt x="82" y="485"/>
                </a:lnTo>
                <a:lnTo>
                  <a:pt x="81" y="485"/>
                </a:lnTo>
                <a:lnTo>
                  <a:pt x="80" y="485"/>
                </a:lnTo>
                <a:lnTo>
                  <a:pt x="79" y="484"/>
                </a:lnTo>
                <a:lnTo>
                  <a:pt x="79" y="483"/>
                </a:lnTo>
                <a:lnTo>
                  <a:pt x="79" y="480"/>
                </a:lnTo>
                <a:lnTo>
                  <a:pt x="78" y="480"/>
                </a:lnTo>
                <a:lnTo>
                  <a:pt x="79" y="479"/>
                </a:lnTo>
                <a:lnTo>
                  <a:pt x="79" y="478"/>
                </a:lnTo>
                <a:lnTo>
                  <a:pt x="80" y="478"/>
                </a:lnTo>
                <a:lnTo>
                  <a:pt x="80" y="477"/>
                </a:lnTo>
                <a:lnTo>
                  <a:pt x="79" y="475"/>
                </a:lnTo>
                <a:lnTo>
                  <a:pt x="78" y="475"/>
                </a:lnTo>
                <a:lnTo>
                  <a:pt x="77" y="474"/>
                </a:lnTo>
                <a:lnTo>
                  <a:pt x="77" y="473"/>
                </a:lnTo>
                <a:lnTo>
                  <a:pt x="76" y="473"/>
                </a:lnTo>
                <a:lnTo>
                  <a:pt x="76" y="472"/>
                </a:lnTo>
                <a:lnTo>
                  <a:pt x="75" y="472"/>
                </a:lnTo>
                <a:lnTo>
                  <a:pt x="75" y="473"/>
                </a:lnTo>
                <a:lnTo>
                  <a:pt x="75" y="474"/>
                </a:lnTo>
                <a:lnTo>
                  <a:pt x="74" y="474"/>
                </a:lnTo>
                <a:lnTo>
                  <a:pt x="72" y="474"/>
                </a:lnTo>
                <a:lnTo>
                  <a:pt x="71" y="474"/>
                </a:lnTo>
                <a:lnTo>
                  <a:pt x="71" y="473"/>
                </a:lnTo>
                <a:lnTo>
                  <a:pt x="70" y="473"/>
                </a:lnTo>
                <a:lnTo>
                  <a:pt x="69" y="472"/>
                </a:lnTo>
                <a:lnTo>
                  <a:pt x="69" y="471"/>
                </a:lnTo>
                <a:lnTo>
                  <a:pt x="68" y="471"/>
                </a:lnTo>
                <a:lnTo>
                  <a:pt x="68" y="470"/>
                </a:lnTo>
                <a:lnTo>
                  <a:pt x="67" y="470"/>
                </a:lnTo>
                <a:lnTo>
                  <a:pt x="67" y="469"/>
                </a:lnTo>
                <a:lnTo>
                  <a:pt x="68" y="469"/>
                </a:lnTo>
                <a:lnTo>
                  <a:pt x="68" y="468"/>
                </a:lnTo>
                <a:lnTo>
                  <a:pt x="68" y="467"/>
                </a:lnTo>
                <a:lnTo>
                  <a:pt x="67" y="466"/>
                </a:lnTo>
                <a:lnTo>
                  <a:pt x="66" y="466"/>
                </a:lnTo>
                <a:lnTo>
                  <a:pt x="64" y="463"/>
                </a:lnTo>
                <a:lnTo>
                  <a:pt x="62" y="460"/>
                </a:lnTo>
                <a:lnTo>
                  <a:pt x="61" y="458"/>
                </a:lnTo>
                <a:lnTo>
                  <a:pt x="61" y="457"/>
                </a:lnTo>
                <a:lnTo>
                  <a:pt x="61" y="456"/>
                </a:lnTo>
                <a:lnTo>
                  <a:pt x="60" y="455"/>
                </a:lnTo>
                <a:lnTo>
                  <a:pt x="59" y="455"/>
                </a:lnTo>
                <a:lnTo>
                  <a:pt x="59" y="454"/>
                </a:lnTo>
                <a:lnTo>
                  <a:pt x="58" y="453"/>
                </a:lnTo>
                <a:lnTo>
                  <a:pt x="58" y="452"/>
                </a:lnTo>
                <a:lnTo>
                  <a:pt x="57" y="452"/>
                </a:lnTo>
                <a:lnTo>
                  <a:pt x="57" y="451"/>
                </a:lnTo>
                <a:lnTo>
                  <a:pt x="56" y="451"/>
                </a:lnTo>
                <a:lnTo>
                  <a:pt x="56" y="450"/>
                </a:lnTo>
                <a:lnTo>
                  <a:pt x="56" y="449"/>
                </a:lnTo>
                <a:lnTo>
                  <a:pt x="55" y="448"/>
                </a:lnTo>
                <a:lnTo>
                  <a:pt x="54" y="448"/>
                </a:lnTo>
                <a:lnTo>
                  <a:pt x="54" y="447"/>
                </a:lnTo>
                <a:lnTo>
                  <a:pt x="54" y="446"/>
                </a:lnTo>
                <a:lnTo>
                  <a:pt x="53" y="446"/>
                </a:lnTo>
                <a:lnTo>
                  <a:pt x="51" y="445"/>
                </a:lnTo>
                <a:lnTo>
                  <a:pt x="50" y="445"/>
                </a:lnTo>
                <a:lnTo>
                  <a:pt x="49" y="444"/>
                </a:lnTo>
                <a:lnTo>
                  <a:pt x="48" y="442"/>
                </a:lnTo>
                <a:lnTo>
                  <a:pt x="49" y="440"/>
                </a:lnTo>
                <a:lnTo>
                  <a:pt x="49" y="439"/>
                </a:lnTo>
                <a:lnTo>
                  <a:pt x="48" y="437"/>
                </a:lnTo>
                <a:lnTo>
                  <a:pt x="48" y="436"/>
                </a:lnTo>
                <a:lnTo>
                  <a:pt x="46" y="437"/>
                </a:lnTo>
                <a:lnTo>
                  <a:pt x="45" y="438"/>
                </a:lnTo>
                <a:lnTo>
                  <a:pt x="44" y="438"/>
                </a:lnTo>
                <a:lnTo>
                  <a:pt x="43" y="437"/>
                </a:lnTo>
                <a:lnTo>
                  <a:pt x="43" y="436"/>
                </a:lnTo>
                <a:lnTo>
                  <a:pt x="42" y="435"/>
                </a:lnTo>
                <a:lnTo>
                  <a:pt x="42" y="434"/>
                </a:lnTo>
                <a:lnTo>
                  <a:pt x="41" y="434"/>
                </a:lnTo>
                <a:lnTo>
                  <a:pt x="40" y="433"/>
                </a:lnTo>
                <a:lnTo>
                  <a:pt x="40" y="432"/>
                </a:lnTo>
                <a:lnTo>
                  <a:pt x="40" y="431"/>
                </a:lnTo>
                <a:lnTo>
                  <a:pt x="39" y="431"/>
                </a:lnTo>
                <a:lnTo>
                  <a:pt x="39" y="430"/>
                </a:lnTo>
                <a:lnTo>
                  <a:pt x="39" y="428"/>
                </a:lnTo>
                <a:lnTo>
                  <a:pt x="40" y="427"/>
                </a:lnTo>
                <a:lnTo>
                  <a:pt x="41" y="427"/>
                </a:lnTo>
                <a:lnTo>
                  <a:pt x="42" y="426"/>
                </a:lnTo>
                <a:lnTo>
                  <a:pt x="43" y="425"/>
                </a:lnTo>
                <a:lnTo>
                  <a:pt x="42" y="425"/>
                </a:lnTo>
                <a:lnTo>
                  <a:pt x="42" y="424"/>
                </a:lnTo>
                <a:lnTo>
                  <a:pt x="41" y="424"/>
                </a:lnTo>
                <a:lnTo>
                  <a:pt x="40" y="424"/>
                </a:lnTo>
                <a:lnTo>
                  <a:pt x="39" y="423"/>
                </a:lnTo>
                <a:lnTo>
                  <a:pt x="39" y="419"/>
                </a:lnTo>
                <a:lnTo>
                  <a:pt x="38" y="418"/>
                </a:lnTo>
                <a:lnTo>
                  <a:pt x="37" y="416"/>
                </a:lnTo>
                <a:lnTo>
                  <a:pt x="37" y="415"/>
                </a:lnTo>
                <a:lnTo>
                  <a:pt x="36" y="412"/>
                </a:lnTo>
                <a:lnTo>
                  <a:pt x="37" y="411"/>
                </a:lnTo>
                <a:lnTo>
                  <a:pt x="38" y="411"/>
                </a:lnTo>
                <a:lnTo>
                  <a:pt x="39" y="411"/>
                </a:lnTo>
                <a:lnTo>
                  <a:pt x="39" y="410"/>
                </a:lnTo>
                <a:lnTo>
                  <a:pt x="38" y="410"/>
                </a:lnTo>
                <a:lnTo>
                  <a:pt x="37" y="409"/>
                </a:lnTo>
                <a:lnTo>
                  <a:pt x="34" y="409"/>
                </a:lnTo>
                <a:lnTo>
                  <a:pt x="32" y="409"/>
                </a:lnTo>
                <a:lnTo>
                  <a:pt x="31" y="408"/>
                </a:lnTo>
                <a:lnTo>
                  <a:pt x="30" y="407"/>
                </a:lnTo>
                <a:lnTo>
                  <a:pt x="29" y="407"/>
                </a:lnTo>
                <a:lnTo>
                  <a:pt x="29" y="408"/>
                </a:lnTo>
                <a:lnTo>
                  <a:pt x="29" y="409"/>
                </a:lnTo>
                <a:lnTo>
                  <a:pt x="28" y="408"/>
                </a:lnTo>
                <a:lnTo>
                  <a:pt x="27" y="408"/>
                </a:lnTo>
                <a:lnTo>
                  <a:pt x="26" y="407"/>
                </a:lnTo>
                <a:lnTo>
                  <a:pt x="26" y="406"/>
                </a:lnTo>
                <a:lnTo>
                  <a:pt x="26" y="405"/>
                </a:lnTo>
                <a:lnTo>
                  <a:pt x="26" y="404"/>
                </a:lnTo>
                <a:lnTo>
                  <a:pt x="27" y="404"/>
                </a:lnTo>
                <a:lnTo>
                  <a:pt x="26" y="403"/>
                </a:lnTo>
                <a:lnTo>
                  <a:pt x="26" y="400"/>
                </a:lnTo>
                <a:lnTo>
                  <a:pt x="25" y="398"/>
                </a:lnTo>
                <a:lnTo>
                  <a:pt x="25" y="397"/>
                </a:lnTo>
                <a:lnTo>
                  <a:pt x="24" y="397"/>
                </a:lnTo>
                <a:lnTo>
                  <a:pt x="24" y="398"/>
                </a:lnTo>
                <a:lnTo>
                  <a:pt x="24" y="399"/>
                </a:lnTo>
                <a:lnTo>
                  <a:pt x="23" y="399"/>
                </a:lnTo>
                <a:lnTo>
                  <a:pt x="23" y="398"/>
                </a:lnTo>
                <a:lnTo>
                  <a:pt x="22" y="396"/>
                </a:lnTo>
                <a:lnTo>
                  <a:pt x="22" y="395"/>
                </a:lnTo>
                <a:lnTo>
                  <a:pt x="21" y="395"/>
                </a:lnTo>
                <a:lnTo>
                  <a:pt x="20" y="395"/>
                </a:lnTo>
                <a:lnTo>
                  <a:pt x="19" y="395"/>
                </a:lnTo>
                <a:lnTo>
                  <a:pt x="18" y="394"/>
                </a:lnTo>
                <a:lnTo>
                  <a:pt x="17" y="394"/>
                </a:lnTo>
                <a:lnTo>
                  <a:pt x="17" y="393"/>
                </a:lnTo>
                <a:lnTo>
                  <a:pt x="16" y="392"/>
                </a:lnTo>
                <a:lnTo>
                  <a:pt x="16" y="391"/>
                </a:lnTo>
                <a:lnTo>
                  <a:pt x="15" y="389"/>
                </a:lnTo>
                <a:lnTo>
                  <a:pt x="13" y="388"/>
                </a:lnTo>
                <a:lnTo>
                  <a:pt x="12" y="388"/>
                </a:lnTo>
                <a:lnTo>
                  <a:pt x="11" y="387"/>
                </a:lnTo>
                <a:lnTo>
                  <a:pt x="11" y="386"/>
                </a:lnTo>
                <a:lnTo>
                  <a:pt x="10" y="386"/>
                </a:lnTo>
                <a:lnTo>
                  <a:pt x="8" y="385"/>
                </a:lnTo>
                <a:lnTo>
                  <a:pt x="8" y="384"/>
                </a:lnTo>
                <a:lnTo>
                  <a:pt x="8" y="383"/>
                </a:lnTo>
                <a:lnTo>
                  <a:pt x="7" y="383"/>
                </a:lnTo>
                <a:lnTo>
                  <a:pt x="7" y="382"/>
                </a:lnTo>
                <a:lnTo>
                  <a:pt x="6" y="381"/>
                </a:lnTo>
                <a:lnTo>
                  <a:pt x="4" y="382"/>
                </a:lnTo>
                <a:lnTo>
                  <a:pt x="3" y="382"/>
                </a:lnTo>
                <a:lnTo>
                  <a:pt x="1" y="380"/>
                </a:lnTo>
                <a:lnTo>
                  <a:pt x="0" y="379"/>
                </a:lnTo>
                <a:lnTo>
                  <a:pt x="0" y="378"/>
                </a:lnTo>
                <a:lnTo>
                  <a:pt x="0" y="377"/>
                </a:lnTo>
                <a:lnTo>
                  <a:pt x="2" y="376"/>
                </a:lnTo>
                <a:lnTo>
                  <a:pt x="5" y="375"/>
                </a:lnTo>
                <a:lnTo>
                  <a:pt x="6" y="375"/>
                </a:lnTo>
                <a:lnTo>
                  <a:pt x="9" y="376"/>
                </a:lnTo>
                <a:lnTo>
                  <a:pt x="9" y="375"/>
                </a:lnTo>
                <a:lnTo>
                  <a:pt x="8" y="374"/>
                </a:lnTo>
                <a:lnTo>
                  <a:pt x="8" y="373"/>
                </a:lnTo>
                <a:lnTo>
                  <a:pt x="8" y="372"/>
                </a:lnTo>
                <a:lnTo>
                  <a:pt x="8" y="371"/>
                </a:lnTo>
                <a:lnTo>
                  <a:pt x="8" y="370"/>
                </a:lnTo>
                <a:lnTo>
                  <a:pt x="9" y="369"/>
                </a:lnTo>
                <a:lnTo>
                  <a:pt x="9" y="370"/>
                </a:lnTo>
                <a:lnTo>
                  <a:pt x="10" y="370"/>
                </a:lnTo>
                <a:lnTo>
                  <a:pt x="10" y="369"/>
                </a:lnTo>
                <a:lnTo>
                  <a:pt x="11" y="368"/>
                </a:lnTo>
                <a:lnTo>
                  <a:pt x="11" y="366"/>
                </a:lnTo>
                <a:lnTo>
                  <a:pt x="11" y="365"/>
                </a:lnTo>
                <a:lnTo>
                  <a:pt x="12" y="364"/>
                </a:lnTo>
                <a:lnTo>
                  <a:pt x="12" y="362"/>
                </a:lnTo>
                <a:lnTo>
                  <a:pt x="13" y="362"/>
                </a:lnTo>
                <a:lnTo>
                  <a:pt x="13" y="361"/>
                </a:lnTo>
                <a:lnTo>
                  <a:pt x="14" y="361"/>
                </a:lnTo>
                <a:lnTo>
                  <a:pt x="16" y="361"/>
                </a:lnTo>
                <a:lnTo>
                  <a:pt x="16" y="360"/>
                </a:lnTo>
                <a:lnTo>
                  <a:pt x="17" y="360"/>
                </a:lnTo>
                <a:lnTo>
                  <a:pt x="18" y="360"/>
                </a:lnTo>
                <a:lnTo>
                  <a:pt x="18" y="361"/>
                </a:lnTo>
                <a:lnTo>
                  <a:pt x="19" y="361"/>
                </a:lnTo>
                <a:lnTo>
                  <a:pt x="20" y="360"/>
                </a:lnTo>
                <a:lnTo>
                  <a:pt x="21" y="360"/>
                </a:lnTo>
                <a:lnTo>
                  <a:pt x="21" y="359"/>
                </a:lnTo>
                <a:lnTo>
                  <a:pt x="23" y="358"/>
                </a:lnTo>
                <a:lnTo>
                  <a:pt x="24" y="358"/>
                </a:lnTo>
                <a:lnTo>
                  <a:pt x="25" y="358"/>
                </a:lnTo>
                <a:lnTo>
                  <a:pt x="25" y="357"/>
                </a:lnTo>
                <a:lnTo>
                  <a:pt x="25" y="355"/>
                </a:lnTo>
                <a:lnTo>
                  <a:pt x="25" y="354"/>
                </a:lnTo>
                <a:lnTo>
                  <a:pt x="25" y="353"/>
                </a:lnTo>
                <a:lnTo>
                  <a:pt x="25" y="350"/>
                </a:lnTo>
                <a:lnTo>
                  <a:pt x="26" y="350"/>
                </a:lnTo>
                <a:lnTo>
                  <a:pt x="26" y="349"/>
                </a:lnTo>
                <a:lnTo>
                  <a:pt x="26" y="348"/>
                </a:lnTo>
                <a:lnTo>
                  <a:pt x="26" y="347"/>
                </a:lnTo>
                <a:lnTo>
                  <a:pt x="25" y="346"/>
                </a:lnTo>
                <a:lnTo>
                  <a:pt x="25" y="345"/>
                </a:lnTo>
                <a:lnTo>
                  <a:pt x="25" y="344"/>
                </a:lnTo>
                <a:lnTo>
                  <a:pt x="24" y="344"/>
                </a:lnTo>
                <a:lnTo>
                  <a:pt x="24" y="343"/>
                </a:lnTo>
                <a:lnTo>
                  <a:pt x="23" y="343"/>
                </a:lnTo>
                <a:lnTo>
                  <a:pt x="23" y="342"/>
                </a:lnTo>
                <a:lnTo>
                  <a:pt x="23" y="341"/>
                </a:lnTo>
                <a:lnTo>
                  <a:pt x="22" y="340"/>
                </a:lnTo>
                <a:lnTo>
                  <a:pt x="21" y="340"/>
                </a:lnTo>
                <a:lnTo>
                  <a:pt x="21" y="341"/>
                </a:lnTo>
                <a:lnTo>
                  <a:pt x="20" y="341"/>
                </a:lnTo>
                <a:lnTo>
                  <a:pt x="20" y="342"/>
                </a:lnTo>
                <a:lnTo>
                  <a:pt x="20" y="344"/>
                </a:lnTo>
                <a:lnTo>
                  <a:pt x="20" y="346"/>
                </a:lnTo>
                <a:lnTo>
                  <a:pt x="20" y="347"/>
                </a:lnTo>
                <a:lnTo>
                  <a:pt x="19" y="347"/>
                </a:lnTo>
                <a:lnTo>
                  <a:pt x="18" y="346"/>
                </a:lnTo>
                <a:lnTo>
                  <a:pt x="18" y="344"/>
                </a:lnTo>
                <a:lnTo>
                  <a:pt x="17" y="343"/>
                </a:lnTo>
                <a:lnTo>
                  <a:pt x="16" y="342"/>
                </a:lnTo>
                <a:lnTo>
                  <a:pt x="16" y="339"/>
                </a:lnTo>
                <a:lnTo>
                  <a:pt x="16" y="338"/>
                </a:lnTo>
                <a:lnTo>
                  <a:pt x="16" y="337"/>
                </a:lnTo>
                <a:lnTo>
                  <a:pt x="15" y="337"/>
                </a:lnTo>
                <a:lnTo>
                  <a:pt x="13" y="336"/>
                </a:lnTo>
                <a:lnTo>
                  <a:pt x="12" y="336"/>
                </a:lnTo>
                <a:lnTo>
                  <a:pt x="11" y="337"/>
                </a:lnTo>
                <a:lnTo>
                  <a:pt x="10" y="336"/>
                </a:lnTo>
                <a:lnTo>
                  <a:pt x="9" y="335"/>
                </a:lnTo>
                <a:lnTo>
                  <a:pt x="9" y="334"/>
                </a:lnTo>
                <a:lnTo>
                  <a:pt x="8" y="334"/>
                </a:lnTo>
                <a:lnTo>
                  <a:pt x="8" y="333"/>
                </a:lnTo>
                <a:lnTo>
                  <a:pt x="8" y="332"/>
                </a:lnTo>
                <a:lnTo>
                  <a:pt x="7" y="332"/>
                </a:lnTo>
                <a:lnTo>
                  <a:pt x="8" y="332"/>
                </a:lnTo>
                <a:lnTo>
                  <a:pt x="8" y="331"/>
                </a:lnTo>
                <a:lnTo>
                  <a:pt x="10" y="330"/>
                </a:lnTo>
                <a:lnTo>
                  <a:pt x="11" y="330"/>
                </a:lnTo>
                <a:lnTo>
                  <a:pt x="11" y="329"/>
                </a:lnTo>
                <a:lnTo>
                  <a:pt x="10" y="328"/>
                </a:lnTo>
                <a:lnTo>
                  <a:pt x="11" y="328"/>
                </a:lnTo>
                <a:lnTo>
                  <a:pt x="11" y="327"/>
                </a:lnTo>
                <a:lnTo>
                  <a:pt x="11" y="326"/>
                </a:lnTo>
                <a:lnTo>
                  <a:pt x="12" y="324"/>
                </a:lnTo>
                <a:lnTo>
                  <a:pt x="12" y="323"/>
                </a:lnTo>
                <a:lnTo>
                  <a:pt x="12" y="321"/>
                </a:lnTo>
                <a:lnTo>
                  <a:pt x="12" y="320"/>
                </a:lnTo>
                <a:lnTo>
                  <a:pt x="12" y="321"/>
                </a:lnTo>
                <a:lnTo>
                  <a:pt x="11" y="320"/>
                </a:lnTo>
                <a:lnTo>
                  <a:pt x="11" y="319"/>
                </a:lnTo>
                <a:lnTo>
                  <a:pt x="12" y="318"/>
                </a:lnTo>
                <a:lnTo>
                  <a:pt x="13" y="316"/>
                </a:lnTo>
                <a:lnTo>
                  <a:pt x="13" y="315"/>
                </a:lnTo>
                <a:lnTo>
                  <a:pt x="12" y="315"/>
                </a:lnTo>
                <a:lnTo>
                  <a:pt x="11" y="315"/>
                </a:lnTo>
                <a:lnTo>
                  <a:pt x="10" y="315"/>
                </a:lnTo>
                <a:lnTo>
                  <a:pt x="10" y="314"/>
                </a:lnTo>
                <a:lnTo>
                  <a:pt x="9" y="314"/>
                </a:lnTo>
                <a:lnTo>
                  <a:pt x="8" y="314"/>
                </a:lnTo>
                <a:lnTo>
                  <a:pt x="7" y="313"/>
                </a:lnTo>
                <a:lnTo>
                  <a:pt x="6" y="313"/>
                </a:lnTo>
                <a:lnTo>
                  <a:pt x="5" y="313"/>
                </a:lnTo>
                <a:lnTo>
                  <a:pt x="2" y="312"/>
                </a:lnTo>
                <a:lnTo>
                  <a:pt x="1" y="312"/>
                </a:lnTo>
                <a:lnTo>
                  <a:pt x="1" y="311"/>
                </a:lnTo>
                <a:lnTo>
                  <a:pt x="2" y="310"/>
                </a:lnTo>
                <a:lnTo>
                  <a:pt x="2" y="309"/>
                </a:lnTo>
                <a:lnTo>
                  <a:pt x="3" y="308"/>
                </a:lnTo>
                <a:lnTo>
                  <a:pt x="3" y="307"/>
                </a:lnTo>
                <a:lnTo>
                  <a:pt x="4" y="307"/>
                </a:lnTo>
                <a:lnTo>
                  <a:pt x="4" y="306"/>
                </a:lnTo>
                <a:lnTo>
                  <a:pt x="5" y="306"/>
                </a:lnTo>
                <a:lnTo>
                  <a:pt x="6" y="306"/>
                </a:lnTo>
                <a:lnTo>
                  <a:pt x="6" y="305"/>
                </a:lnTo>
                <a:lnTo>
                  <a:pt x="7" y="305"/>
                </a:lnTo>
                <a:lnTo>
                  <a:pt x="7" y="304"/>
                </a:lnTo>
                <a:lnTo>
                  <a:pt x="8" y="304"/>
                </a:lnTo>
                <a:lnTo>
                  <a:pt x="8" y="303"/>
                </a:lnTo>
                <a:lnTo>
                  <a:pt x="8" y="302"/>
                </a:lnTo>
                <a:lnTo>
                  <a:pt x="8" y="301"/>
                </a:lnTo>
                <a:lnTo>
                  <a:pt x="8" y="300"/>
                </a:lnTo>
                <a:lnTo>
                  <a:pt x="9" y="299"/>
                </a:lnTo>
                <a:lnTo>
                  <a:pt x="9" y="298"/>
                </a:lnTo>
                <a:lnTo>
                  <a:pt x="9" y="297"/>
                </a:lnTo>
                <a:lnTo>
                  <a:pt x="9" y="296"/>
                </a:lnTo>
                <a:lnTo>
                  <a:pt x="10" y="296"/>
                </a:lnTo>
                <a:lnTo>
                  <a:pt x="11" y="297"/>
                </a:lnTo>
                <a:lnTo>
                  <a:pt x="12" y="297"/>
                </a:lnTo>
                <a:lnTo>
                  <a:pt x="13" y="297"/>
                </a:lnTo>
                <a:lnTo>
                  <a:pt x="13" y="296"/>
                </a:lnTo>
                <a:lnTo>
                  <a:pt x="13" y="295"/>
                </a:lnTo>
                <a:lnTo>
                  <a:pt x="14" y="294"/>
                </a:lnTo>
                <a:lnTo>
                  <a:pt x="16" y="293"/>
                </a:lnTo>
                <a:lnTo>
                  <a:pt x="16" y="292"/>
                </a:lnTo>
                <a:lnTo>
                  <a:pt x="17" y="291"/>
                </a:lnTo>
                <a:lnTo>
                  <a:pt x="18" y="291"/>
                </a:lnTo>
                <a:lnTo>
                  <a:pt x="18" y="290"/>
                </a:lnTo>
                <a:lnTo>
                  <a:pt x="19" y="290"/>
                </a:lnTo>
                <a:lnTo>
                  <a:pt x="19" y="289"/>
                </a:lnTo>
                <a:lnTo>
                  <a:pt x="20" y="289"/>
                </a:lnTo>
                <a:lnTo>
                  <a:pt x="21" y="289"/>
                </a:lnTo>
                <a:lnTo>
                  <a:pt x="21" y="288"/>
                </a:lnTo>
                <a:lnTo>
                  <a:pt x="22" y="287"/>
                </a:lnTo>
                <a:lnTo>
                  <a:pt x="23" y="287"/>
                </a:lnTo>
                <a:lnTo>
                  <a:pt x="23" y="286"/>
                </a:lnTo>
                <a:lnTo>
                  <a:pt x="25" y="286"/>
                </a:lnTo>
                <a:lnTo>
                  <a:pt x="27" y="287"/>
                </a:lnTo>
                <a:lnTo>
                  <a:pt x="27" y="286"/>
                </a:lnTo>
                <a:lnTo>
                  <a:pt x="28" y="286"/>
                </a:lnTo>
                <a:lnTo>
                  <a:pt x="29" y="285"/>
                </a:lnTo>
                <a:lnTo>
                  <a:pt x="30" y="285"/>
                </a:lnTo>
                <a:lnTo>
                  <a:pt x="31" y="285"/>
                </a:lnTo>
                <a:lnTo>
                  <a:pt x="31" y="286"/>
                </a:lnTo>
                <a:lnTo>
                  <a:pt x="31" y="285"/>
                </a:lnTo>
                <a:lnTo>
                  <a:pt x="32" y="285"/>
                </a:lnTo>
                <a:lnTo>
                  <a:pt x="34" y="284"/>
                </a:lnTo>
                <a:lnTo>
                  <a:pt x="34" y="283"/>
                </a:lnTo>
                <a:lnTo>
                  <a:pt x="35" y="283"/>
                </a:lnTo>
                <a:lnTo>
                  <a:pt x="37" y="284"/>
                </a:lnTo>
                <a:lnTo>
                  <a:pt x="39" y="284"/>
                </a:lnTo>
                <a:lnTo>
                  <a:pt x="40" y="285"/>
                </a:lnTo>
                <a:lnTo>
                  <a:pt x="42" y="285"/>
                </a:lnTo>
                <a:lnTo>
                  <a:pt x="43" y="285"/>
                </a:lnTo>
                <a:lnTo>
                  <a:pt x="45" y="285"/>
                </a:lnTo>
                <a:lnTo>
                  <a:pt x="49" y="286"/>
                </a:lnTo>
                <a:lnTo>
                  <a:pt x="50" y="286"/>
                </a:lnTo>
                <a:lnTo>
                  <a:pt x="50" y="287"/>
                </a:lnTo>
                <a:lnTo>
                  <a:pt x="51" y="287"/>
                </a:lnTo>
                <a:lnTo>
                  <a:pt x="52" y="287"/>
                </a:lnTo>
                <a:lnTo>
                  <a:pt x="53" y="287"/>
                </a:lnTo>
                <a:lnTo>
                  <a:pt x="54" y="287"/>
                </a:lnTo>
                <a:lnTo>
                  <a:pt x="54" y="286"/>
                </a:lnTo>
                <a:lnTo>
                  <a:pt x="54" y="285"/>
                </a:lnTo>
                <a:lnTo>
                  <a:pt x="53" y="284"/>
                </a:lnTo>
                <a:lnTo>
                  <a:pt x="53" y="281"/>
                </a:lnTo>
                <a:lnTo>
                  <a:pt x="53" y="280"/>
                </a:lnTo>
                <a:lnTo>
                  <a:pt x="52" y="279"/>
                </a:lnTo>
                <a:lnTo>
                  <a:pt x="52" y="277"/>
                </a:lnTo>
                <a:lnTo>
                  <a:pt x="51" y="277"/>
                </a:lnTo>
                <a:lnTo>
                  <a:pt x="51" y="275"/>
                </a:lnTo>
                <a:lnTo>
                  <a:pt x="51" y="274"/>
                </a:lnTo>
                <a:lnTo>
                  <a:pt x="51" y="273"/>
                </a:lnTo>
                <a:lnTo>
                  <a:pt x="51" y="272"/>
                </a:lnTo>
                <a:lnTo>
                  <a:pt x="53" y="270"/>
                </a:lnTo>
                <a:lnTo>
                  <a:pt x="52" y="268"/>
                </a:lnTo>
                <a:lnTo>
                  <a:pt x="52" y="267"/>
                </a:lnTo>
                <a:lnTo>
                  <a:pt x="51" y="267"/>
                </a:lnTo>
                <a:lnTo>
                  <a:pt x="51" y="266"/>
                </a:lnTo>
                <a:lnTo>
                  <a:pt x="51" y="265"/>
                </a:lnTo>
                <a:lnTo>
                  <a:pt x="52" y="264"/>
                </a:lnTo>
                <a:lnTo>
                  <a:pt x="53" y="264"/>
                </a:lnTo>
                <a:lnTo>
                  <a:pt x="54" y="264"/>
                </a:lnTo>
                <a:lnTo>
                  <a:pt x="55" y="264"/>
                </a:lnTo>
                <a:lnTo>
                  <a:pt x="55" y="262"/>
                </a:lnTo>
                <a:lnTo>
                  <a:pt x="52" y="258"/>
                </a:lnTo>
                <a:lnTo>
                  <a:pt x="50" y="254"/>
                </a:lnTo>
                <a:lnTo>
                  <a:pt x="49" y="254"/>
                </a:lnTo>
                <a:lnTo>
                  <a:pt x="48" y="252"/>
                </a:lnTo>
                <a:lnTo>
                  <a:pt x="48" y="249"/>
                </a:lnTo>
                <a:lnTo>
                  <a:pt x="48" y="248"/>
                </a:lnTo>
                <a:lnTo>
                  <a:pt x="50" y="249"/>
                </a:lnTo>
                <a:lnTo>
                  <a:pt x="51" y="248"/>
                </a:lnTo>
                <a:lnTo>
                  <a:pt x="50" y="247"/>
                </a:lnTo>
                <a:lnTo>
                  <a:pt x="50" y="246"/>
                </a:lnTo>
                <a:lnTo>
                  <a:pt x="50" y="245"/>
                </a:lnTo>
                <a:lnTo>
                  <a:pt x="50" y="244"/>
                </a:lnTo>
                <a:lnTo>
                  <a:pt x="48" y="243"/>
                </a:lnTo>
                <a:lnTo>
                  <a:pt x="47" y="242"/>
                </a:lnTo>
                <a:lnTo>
                  <a:pt x="46" y="241"/>
                </a:lnTo>
                <a:lnTo>
                  <a:pt x="46" y="239"/>
                </a:lnTo>
                <a:lnTo>
                  <a:pt x="47" y="237"/>
                </a:lnTo>
                <a:lnTo>
                  <a:pt x="46" y="237"/>
                </a:lnTo>
                <a:lnTo>
                  <a:pt x="45" y="237"/>
                </a:lnTo>
                <a:lnTo>
                  <a:pt x="45" y="236"/>
                </a:lnTo>
                <a:lnTo>
                  <a:pt x="45" y="235"/>
                </a:lnTo>
                <a:lnTo>
                  <a:pt x="45" y="234"/>
                </a:lnTo>
                <a:lnTo>
                  <a:pt x="44" y="233"/>
                </a:lnTo>
                <a:lnTo>
                  <a:pt x="44" y="232"/>
                </a:lnTo>
                <a:lnTo>
                  <a:pt x="44" y="230"/>
                </a:lnTo>
                <a:lnTo>
                  <a:pt x="44" y="229"/>
                </a:lnTo>
                <a:lnTo>
                  <a:pt x="46" y="227"/>
                </a:lnTo>
                <a:lnTo>
                  <a:pt x="46" y="226"/>
                </a:lnTo>
                <a:lnTo>
                  <a:pt x="47" y="226"/>
                </a:lnTo>
                <a:lnTo>
                  <a:pt x="47" y="225"/>
                </a:lnTo>
                <a:lnTo>
                  <a:pt x="48" y="225"/>
                </a:lnTo>
                <a:lnTo>
                  <a:pt x="49" y="222"/>
                </a:lnTo>
                <a:lnTo>
                  <a:pt x="49" y="221"/>
                </a:lnTo>
                <a:lnTo>
                  <a:pt x="50" y="220"/>
                </a:lnTo>
                <a:lnTo>
                  <a:pt x="51" y="219"/>
                </a:lnTo>
                <a:lnTo>
                  <a:pt x="51" y="218"/>
                </a:lnTo>
                <a:lnTo>
                  <a:pt x="52" y="218"/>
                </a:lnTo>
                <a:lnTo>
                  <a:pt x="52" y="217"/>
                </a:lnTo>
                <a:lnTo>
                  <a:pt x="53" y="217"/>
                </a:lnTo>
                <a:lnTo>
                  <a:pt x="54" y="217"/>
                </a:lnTo>
                <a:lnTo>
                  <a:pt x="55" y="216"/>
                </a:lnTo>
                <a:lnTo>
                  <a:pt x="55" y="215"/>
                </a:lnTo>
                <a:lnTo>
                  <a:pt x="55" y="214"/>
                </a:lnTo>
                <a:lnTo>
                  <a:pt x="55" y="212"/>
                </a:lnTo>
                <a:lnTo>
                  <a:pt x="56" y="212"/>
                </a:lnTo>
                <a:lnTo>
                  <a:pt x="57" y="212"/>
                </a:lnTo>
                <a:lnTo>
                  <a:pt x="57" y="210"/>
                </a:lnTo>
                <a:lnTo>
                  <a:pt x="56" y="209"/>
                </a:lnTo>
                <a:lnTo>
                  <a:pt x="57" y="207"/>
                </a:lnTo>
                <a:lnTo>
                  <a:pt x="58" y="207"/>
                </a:lnTo>
                <a:lnTo>
                  <a:pt x="59" y="205"/>
                </a:lnTo>
                <a:lnTo>
                  <a:pt x="61" y="204"/>
                </a:lnTo>
                <a:lnTo>
                  <a:pt x="61" y="203"/>
                </a:lnTo>
                <a:lnTo>
                  <a:pt x="61" y="202"/>
                </a:lnTo>
                <a:lnTo>
                  <a:pt x="60" y="202"/>
                </a:lnTo>
                <a:lnTo>
                  <a:pt x="60" y="201"/>
                </a:lnTo>
                <a:lnTo>
                  <a:pt x="60" y="200"/>
                </a:lnTo>
                <a:lnTo>
                  <a:pt x="61" y="200"/>
                </a:lnTo>
                <a:lnTo>
                  <a:pt x="62" y="200"/>
                </a:lnTo>
                <a:lnTo>
                  <a:pt x="63" y="200"/>
                </a:lnTo>
                <a:lnTo>
                  <a:pt x="63" y="199"/>
                </a:lnTo>
                <a:lnTo>
                  <a:pt x="64" y="199"/>
                </a:lnTo>
                <a:lnTo>
                  <a:pt x="64" y="198"/>
                </a:lnTo>
                <a:lnTo>
                  <a:pt x="63" y="197"/>
                </a:lnTo>
                <a:lnTo>
                  <a:pt x="63" y="196"/>
                </a:lnTo>
                <a:lnTo>
                  <a:pt x="63" y="195"/>
                </a:lnTo>
                <a:lnTo>
                  <a:pt x="63" y="194"/>
                </a:lnTo>
                <a:lnTo>
                  <a:pt x="64" y="194"/>
                </a:lnTo>
                <a:lnTo>
                  <a:pt x="64" y="195"/>
                </a:lnTo>
                <a:lnTo>
                  <a:pt x="65" y="195"/>
                </a:lnTo>
                <a:lnTo>
                  <a:pt x="66" y="195"/>
                </a:lnTo>
                <a:lnTo>
                  <a:pt x="66" y="194"/>
                </a:lnTo>
                <a:lnTo>
                  <a:pt x="66" y="193"/>
                </a:lnTo>
                <a:lnTo>
                  <a:pt x="67" y="193"/>
                </a:lnTo>
                <a:lnTo>
                  <a:pt x="68" y="193"/>
                </a:lnTo>
                <a:lnTo>
                  <a:pt x="69" y="194"/>
                </a:lnTo>
                <a:lnTo>
                  <a:pt x="71" y="194"/>
                </a:lnTo>
                <a:lnTo>
                  <a:pt x="71" y="195"/>
                </a:lnTo>
                <a:lnTo>
                  <a:pt x="73" y="196"/>
                </a:lnTo>
                <a:lnTo>
                  <a:pt x="74" y="196"/>
                </a:lnTo>
                <a:lnTo>
                  <a:pt x="74" y="195"/>
                </a:lnTo>
                <a:lnTo>
                  <a:pt x="75" y="195"/>
                </a:lnTo>
                <a:lnTo>
                  <a:pt x="76" y="195"/>
                </a:lnTo>
                <a:lnTo>
                  <a:pt x="80" y="193"/>
                </a:lnTo>
                <a:lnTo>
                  <a:pt x="82" y="193"/>
                </a:lnTo>
                <a:lnTo>
                  <a:pt x="82" y="192"/>
                </a:lnTo>
                <a:lnTo>
                  <a:pt x="83" y="190"/>
                </a:lnTo>
                <a:lnTo>
                  <a:pt x="83" y="189"/>
                </a:lnTo>
                <a:lnTo>
                  <a:pt x="84" y="189"/>
                </a:lnTo>
                <a:lnTo>
                  <a:pt x="85" y="189"/>
                </a:lnTo>
                <a:lnTo>
                  <a:pt x="86" y="188"/>
                </a:lnTo>
                <a:lnTo>
                  <a:pt x="87" y="188"/>
                </a:lnTo>
                <a:lnTo>
                  <a:pt x="87" y="187"/>
                </a:lnTo>
                <a:lnTo>
                  <a:pt x="87" y="186"/>
                </a:lnTo>
                <a:lnTo>
                  <a:pt x="85" y="184"/>
                </a:lnTo>
                <a:lnTo>
                  <a:pt x="84" y="184"/>
                </a:lnTo>
                <a:lnTo>
                  <a:pt x="83" y="184"/>
                </a:lnTo>
                <a:lnTo>
                  <a:pt x="83" y="183"/>
                </a:lnTo>
                <a:lnTo>
                  <a:pt x="82" y="183"/>
                </a:lnTo>
                <a:lnTo>
                  <a:pt x="82" y="181"/>
                </a:lnTo>
                <a:lnTo>
                  <a:pt x="82" y="180"/>
                </a:lnTo>
                <a:lnTo>
                  <a:pt x="82" y="179"/>
                </a:lnTo>
                <a:lnTo>
                  <a:pt x="81" y="179"/>
                </a:lnTo>
                <a:lnTo>
                  <a:pt x="80" y="179"/>
                </a:lnTo>
                <a:lnTo>
                  <a:pt x="80" y="178"/>
                </a:lnTo>
                <a:lnTo>
                  <a:pt x="79" y="176"/>
                </a:lnTo>
                <a:lnTo>
                  <a:pt x="79" y="175"/>
                </a:lnTo>
                <a:lnTo>
                  <a:pt x="79" y="174"/>
                </a:lnTo>
                <a:lnTo>
                  <a:pt x="80" y="173"/>
                </a:lnTo>
                <a:lnTo>
                  <a:pt x="80" y="172"/>
                </a:lnTo>
                <a:lnTo>
                  <a:pt x="80" y="171"/>
                </a:lnTo>
                <a:lnTo>
                  <a:pt x="80" y="170"/>
                </a:lnTo>
                <a:lnTo>
                  <a:pt x="81" y="170"/>
                </a:lnTo>
                <a:lnTo>
                  <a:pt x="82" y="170"/>
                </a:lnTo>
                <a:lnTo>
                  <a:pt x="82" y="171"/>
                </a:lnTo>
                <a:lnTo>
                  <a:pt x="83" y="170"/>
                </a:lnTo>
                <a:lnTo>
                  <a:pt x="84" y="169"/>
                </a:lnTo>
                <a:lnTo>
                  <a:pt x="84" y="166"/>
                </a:lnTo>
                <a:lnTo>
                  <a:pt x="83" y="164"/>
                </a:lnTo>
                <a:lnTo>
                  <a:pt x="84" y="163"/>
                </a:lnTo>
                <a:lnTo>
                  <a:pt x="84" y="162"/>
                </a:lnTo>
                <a:lnTo>
                  <a:pt x="84" y="161"/>
                </a:lnTo>
                <a:lnTo>
                  <a:pt x="84" y="160"/>
                </a:lnTo>
                <a:lnTo>
                  <a:pt x="84" y="159"/>
                </a:lnTo>
                <a:lnTo>
                  <a:pt x="84" y="158"/>
                </a:lnTo>
                <a:lnTo>
                  <a:pt x="85" y="157"/>
                </a:lnTo>
                <a:lnTo>
                  <a:pt x="89" y="157"/>
                </a:lnTo>
                <a:lnTo>
                  <a:pt x="90" y="157"/>
                </a:lnTo>
                <a:lnTo>
                  <a:pt x="91" y="156"/>
                </a:lnTo>
                <a:lnTo>
                  <a:pt x="91" y="155"/>
                </a:lnTo>
                <a:lnTo>
                  <a:pt x="94" y="154"/>
                </a:lnTo>
                <a:lnTo>
                  <a:pt x="95" y="154"/>
                </a:lnTo>
                <a:lnTo>
                  <a:pt x="97" y="154"/>
                </a:lnTo>
                <a:lnTo>
                  <a:pt x="98" y="154"/>
                </a:lnTo>
                <a:lnTo>
                  <a:pt x="98" y="155"/>
                </a:lnTo>
                <a:lnTo>
                  <a:pt x="100" y="156"/>
                </a:lnTo>
                <a:lnTo>
                  <a:pt x="101" y="156"/>
                </a:lnTo>
                <a:lnTo>
                  <a:pt x="103" y="157"/>
                </a:lnTo>
                <a:lnTo>
                  <a:pt x="104" y="159"/>
                </a:lnTo>
                <a:lnTo>
                  <a:pt x="105" y="159"/>
                </a:lnTo>
                <a:lnTo>
                  <a:pt x="106" y="158"/>
                </a:lnTo>
                <a:lnTo>
                  <a:pt x="107" y="157"/>
                </a:lnTo>
                <a:lnTo>
                  <a:pt x="107" y="156"/>
                </a:lnTo>
                <a:lnTo>
                  <a:pt x="108" y="156"/>
                </a:lnTo>
                <a:lnTo>
                  <a:pt x="109" y="156"/>
                </a:lnTo>
                <a:lnTo>
                  <a:pt x="110" y="155"/>
                </a:lnTo>
                <a:lnTo>
                  <a:pt x="113" y="155"/>
                </a:lnTo>
                <a:lnTo>
                  <a:pt x="116" y="155"/>
                </a:lnTo>
                <a:lnTo>
                  <a:pt x="118" y="155"/>
                </a:lnTo>
                <a:lnTo>
                  <a:pt x="120" y="155"/>
                </a:lnTo>
                <a:lnTo>
                  <a:pt x="123" y="153"/>
                </a:lnTo>
                <a:lnTo>
                  <a:pt x="123" y="152"/>
                </a:lnTo>
                <a:lnTo>
                  <a:pt x="124" y="152"/>
                </a:lnTo>
                <a:lnTo>
                  <a:pt x="125" y="152"/>
                </a:lnTo>
                <a:lnTo>
                  <a:pt x="125" y="151"/>
                </a:lnTo>
                <a:lnTo>
                  <a:pt x="125" y="150"/>
                </a:lnTo>
                <a:lnTo>
                  <a:pt x="125" y="149"/>
                </a:lnTo>
                <a:lnTo>
                  <a:pt x="125" y="148"/>
                </a:lnTo>
                <a:lnTo>
                  <a:pt x="125" y="147"/>
                </a:lnTo>
                <a:lnTo>
                  <a:pt x="126" y="147"/>
                </a:lnTo>
                <a:lnTo>
                  <a:pt x="127" y="147"/>
                </a:lnTo>
                <a:lnTo>
                  <a:pt x="128" y="147"/>
                </a:lnTo>
                <a:lnTo>
                  <a:pt x="129" y="147"/>
                </a:lnTo>
                <a:lnTo>
                  <a:pt x="130" y="147"/>
                </a:lnTo>
                <a:lnTo>
                  <a:pt x="131" y="147"/>
                </a:lnTo>
                <a:lnTo>
                  <a:pt x="131" y="148"/>
                </a:lnTo>
                <a:lnTo>
                  <a:pt x="130" y="149"/>
                </a:lnTo>
                <a:lnTo>
                  <a:pt x="131" y="150"/>
                </a:lnTo>
                <a:lnTo>
                  <a:pt x="132" y="151"/>
                </a:lnTo>
                <a:lnTo>
                  <a:pt x="134" y="153"/>
                </a:lnTo>
                <a:lnTo>
                  <a:pt x="134" y="154"/>
                </a:lnTo>
                <a:lnTo>
                  <a:pt x="136" y="156"/>
                </a:lnTo>
                <a:lnTo>
                  <a:pt x="137" y="157"/>
                </a:lnTo>
                <a:lnTo>
                  <a:pt x="137" y="158"/>
                </a:lnTo>
                <a:lnTo>
                  <a:pt x="136" y="158"/>
                </a:lnTo>
                <a:lnTo>
                  <a:pt x="137" y="160"/>
                </a:lnTo>
                <a:lnTo>
                  <a:pt x="137" y="161"/>
                </a:lnTo>
                <a:lnTo>
                  <a:pt x="137" y="162"/>
                </a:lnTo>
                <a:lnTo>
                  <a:pt x="137" y="166"/>
                </a:lnTo>
                <a:lnTo>
                  <a:pt x="138" y="166"/>
                </a:lnTo>
                <a:lnTo>
                  <a:pt x="139" y="168"/>
                </a:lnTo>
                <a:lnTo>
                  <a:pt x="140" y="168"/>
                </a:lnTo>
                <a:lnTo>
                  <a:pt x="140" y="169"/>
                </a:lnTo>
                <a:lnTo>
                  <a:pt x="141" y="169"/>
                </a:lnTo>
                <a:lnTo>
                  <a:pt x="142" y="171"/>
                </a:lnTo>
                <a:lnTo>
                  <a:pt x="142" y="172"/>
                </a:lnTo>
                <a:lnTo>
                  <a:pt x="141" y="172"/>
                </a:lnTo>
                <a:lnTo>
                  <a:pt x="140" y="172"/>
                </a:lnTo>
                <a:lnTo>
                  <a:pt x="140" y="173"/>
                </a:lnTo>
                <a:lnTo>
                  <a:pt x="141" y="173"/>
                </a:lnTo>
                <a:lnTo>
                  <a:pt x="143" y="174"/>
                </a:lnTo>
                <a:lnTo>
                  <a:pt x="144" y="174"/>
                </a:lnTo>
                <a:lnTo>
                  <a:pt x="145" y="175"/>
                </a:lnTo>
                <a:lnTo>
                  <a:pt x="146" y="176"/>
                </a:lnTo>
                <a:lnTo>
                  <a:pt x="147" y="179"/>
                </a:lnTo>
                <a:lnTo>
                  <a:pt x="147" y="180"/>
                </a:lnTo>
                <a:lnTo>
                  <a:pt x="147" y="181"/>
                </a:lnTo>
                <a:lnTo>
                  <a:pt x="147" y="182"/>
                </a:lnTo>
                <a:lnTo>
                  <a:pt x="147" y="183"/>
                </a:lnTo>
                <a:lnTo>
                  <a:pt x="147" y="185"/>
                </a:lnTo>
                <a:lnTo>
                  <a:pt x="148" y="185"/>
                </a:lnTo>
                <a:lnTo>
                  <a:pt x="148" y="186"/>
                </a:lnTo>
                <a:lnTo>
                  <a:pt x="149" y="186"/>
                </a:lnTo>
                <a:lnTo>
                  <a:pt x="149" y="187"/>
                </a:lnTo>
                <a:lnTo>
                  <a:pt x="150" y="188"/>
                </a:lnTo>
                <a:lnTo>
                  <a:pt x="151" y="188"/>
                </a:lnTo>
                <a:lnTo>
                  <a:pt x="151" y="189"/>
                </a:lnTo>
                <a:lnTo>
                  <a:pt x="150" y="189"/>
                </a:lnTo>
                <a:lnTo>
                  <a:pt x="149" y="189"/>
                </a:lnTo>
                <a:lnTo>
                  <a:pt x="148" y="189"/>
                </a:lnTo>
                <a:lnTo>
                  <a:pt x="148" y="190"/>
                </a:lnTo>
                <a:lnTo>
                  <a:pt x="149" y="191"/>
                </a:lnTo>
                <a:lnTo>
                  <a:pt x="149" y="193"/>
                </a:lnTo>
                <a:lnTo>
                  <a:pt x="148" y="193"/>
                </a:lnTo>
                <a:lnTo>
                  <a:pt x="148" y="194"/>
                </a:lnTo>
                <a:lnTo>
                  <a:pt x="149" y="194"/>
                </a:lnTo>
                <a:lnTo>
                  <a:pt x="149" y="195"/>
                </a:lnTo>
                <a:lnTo>
                  <a:pt x="150" y="195"/>
                </a:lnTo>
                <a:lnTo>
                  <a:pt x="150" y="196"/>
                </a:lnTo>
                <a:lnTo>
                  <a:pt x="150" y="197"/>
                </a:lnTo>
                <a:lnTo>
                  <a:pt x="150" y="198"/>
                </a:lnTo>
                <a:lnTo>
                  <a:pt x="148" y="200"/>
                </a:lnTo>
                <a:lnTo>
                  <a:pt x="149" y="200"/>
                </a:lnTo>
                <a:lnTo>
                  <a:pt x="149" y="201"/>
                </a:lnTo>
                <a:lnTo>
                  <a:pt x="149" y="202"/>
                </a:lnTo>
                <a:lnTo>
                  <a:pt x="149" y="203"/>
                </a:lnTo>
                <a:lnTo>
                  <a:pt x="150" y="206"/>
                </a:lnTo>
                <a:lnTo>
                  <a:pt x="151" y="206"/>
                </a:lnTo>
                <a:lnTo>
                  <a:pt x="152" y="206"/>
                </a:lnTo>
                <a:lnTo>
                  <a:pt x="153" y="207"/>
                </a:lnTo>
                <a:lnTo>
                  <a:pt x="153" y="208"/>
                </a:lnTo>
                <a:lnTo>
                  <a:pt x="153" y="209"/>
                </a:lnTo>
                <a:lnTo>
                  <a:pt x="152" y="209"/>
                </a:lnTo>
                <a:lnTo>
                  <a:pt x="152" y="210"/>
                </a:lnTo>
                <a:lnTo>
                  <a:pt x="152" y="211"/>
                </a:lnTo>
                <a:lnTo>
                  <a:pt x="151" y="212"/>
                </a:lnTo>
                <a:lnTo>
                  <a:pt x="150" y="214"/>
                </a:lnTo>
                <a:lnTo>
                  <a:pt x="146" y="216"/>
                </a:lnTo>
                <a:lnTo>
                  <a:pt x="145" y="215"/>
                </a:lnTo>
                <a:lnTo>
                  <a:pt x="144" y="216"/>
                </a:lnTo>
                <a:lnTo>
                  <a:pt x="143" y="217"/>
                </a:lnTo>
                <a:lnTo>
                  <a:pt x="143" y="218"/>
                </a:lnTo>
                <a:lnTo>
                  <a:pt x="144" y="218"/>
                </a:lnTo>
                <a:lnTo>
                  <a:pt x="146" y="220"/>
                </a:lnTo>
                <a:lnTo>
                  <a:pt x="147" y="221"/>
                </a:lnTo>
                <a:lnTo>
                  <a:pt x="148" y="221"/>
                </a:lnTo>
                <a:lnTo>
                  <a:pt x="149" y="227"/>
                </a:lnTo>
                <a:lnTo>
                  <a:pt x="150" y="230"/>
                </a:lnTo>
                <a:lnTo>
                  <a:pt x="150" y="231"/>
                </a:lnTo>
                <a:lnTo>
                  <a:pt x="150" y="234"/>
                </a:lnTo>
                <a:lnTo>
                  <a:pt x="151" y="240"/>
                </a:lnTo>
                <a:lnTo>
                  <a:pt x="151" y="241"/>
                </a:lnTo>
                <a:lnTo>
                  <a:pt x="152" y="243"/>
                </a:lnTo>
                <a:lnTo>
                  <a:pt x="152" y="244"/>
                </a:lnTo>
                <a:lnTo>
                  <a:pt x="152" y="247"/>
                </a:lnTo>
                <a:lnTo>
                  <a:pt x="152" y="249"/>
                </a:lnTo>
                <a:lnTo>
                  <a:pt x="152" y="250"/>
                </a:lnTo>
                <a:lnTo>
                  <a:pt x="152" y="251"/>
                </a:lnTo>
                <a:lnTo>
                  <a:pt x="151" y="253"/>
                </a:lnTo>
                <a:lnTo>
                  <a:pt x="150" y="254"/>
                </a:lnTo>
                <a:lnTo>
                  <a:pt x="149" y="254"/>
                </a:lnTo>
                <a:lnTo>
                  <a:pt x="149" y="255"/>
                </a:lnTo>
                <a:lnTo>
                  <a:pt x="148" y="257"/>
                </a:lnTo>
                <a:lnTo>
                  <a:pt x="147" y="259"/>
                </a:lnTo>
                <a:lnTo>
                  <a:pt x="147" y="260"/>
                </a:lnTo>
                <a:lnTo>
                  <a:pt x="148" y="260"/>
                </a:lnTo>
                <a:lnTo>
                  <a:pt x="149" y="260"/>
                </a:lnTo>
                <a:lnTo>
                  <a:pt x="150" y="260"/>
                </a:lnTo>
                <a:lnTo>
                  <a:pt x="150" y="259"/>
                </a:lnTo>
                <a:lnTo>
                  <a:pt x="150" y="258"/>
                </a:lnTo>
                <a:lnTo>
                  <a:pt x="151" y="258"/>
                </a:lnTo>
                <a:lnTo>
                  <a:pt x="153" y="257"/>
                </a:lnTo>
                <a:lnTo>
                  <a:pt x="156" y="257"/>
                </a:lnTo>
                <a:lnTo>
                  <a:pt x="157" y="256"/>
                </a:lnTo>
                <a:lnTo>
                  <a:pt x="158" y="256"/>
                </a:lnTo>
                <a:lnTo>
                  <a:pt x="159" y="256"/>
                </a:lnTo>
                <a:lnTo>
                  <a:pt x="161" y="255"/>
                </a:lnTo>
                <a:lnTo>
                  <a:pt x="162" y="255"/>
                </a:lnTo>
                <a:lnTo>
                  <a:pt x="163" y="255"/>
                </a:lnTo>
                <a:lnTo>
                  <a:pt x="163" y="256"/>
                </a:lnTo>
                <a:lnTo>
                  <a:pt x="164" y="256"/>
                </a:lnTo>
                <a:lnTo>
                  <a:pt x="165" y="256"/>
                </a:lnTo>
                <a:lnTo>
                  <a:pt x="166" y="256"/>
                </a:lnTo>
                <a:lnTo>
                  <a:pt x="168" y="255"/>
                </a:lnTo>
                <a:lnTo>
                  <a:pt x="169" y="255"/>
                </a:lnTo>
                <a:lnTo>
                  <a:pt x="171" y="255"/>
                </a:lnTo>
                <a:lnTo>
                  <a:pt x="173" y="256"/>
                </a:lnTo>
                <a:lnTo>
                  <a:pt x="173" y="257"/>
                </a:lnTo>
                <a:lnTo>
                  <a:pt x="176" y="257"/>
                </a:lnTo>
                <a:lnTo>
                  <a:pt x="177" y="257"/>
                </a:lnTo>
                <a:lnTo>
                  <a:pt x="178" y="256"/>
                </a:lnTo>
                <a:lnTo>
                  <a:pt x="179" y="254"/>
                </a:lnTo>
                <a:lnTo>
                  <a:pt x="180" y="254"/>
                </a:lnTo>
                <a:lnTo>
                  <a:pt x="180" y="252"/>
                </a:lnTo>
                <a:lnTo>
                  <a:pt x="181" y="252"/>
                </a:lnTo>
                <a:lnTo>
                  <a:pt x="182" y="251"/>
                </a:lnTo>
                <a:lnTo>
                  <a:pt x="183" y="252"/>
                </a:lnTo>
                <a:lnTo>
                  <a:pt x="184" y="252"/>
                </a:lnTo>
                <a:lnTo>
                  <a:pt x="184" y="253"/>
                </a:lnTo>
                <a:lnTo>
                  <a:pt x="185" y="253"/>
                </a:lnTo>
                <a:lnTo>
                  <a:pt x="187" y="252"/>
                </a:lnTo>
                <a:lnTo>
                  <a:pt x="189" y="252"/>
                </a:lnTo>
                <a:lnTo>
                  <a:pt x="190" y="252"/>
                </a:lnTo>
                <a:lnTo>
                  <a:pt x="190" y="253"/>
                </a:lnTo>
                <a:lnTo>
                  <a:pt x="190" y="254"/>
                </a:lnTo>
                <a:lnTo>
                  <a:pt x="190" y="255"/>
                </a:lnTo>
                <a:lnTo>
                  <a:pt x="193" y="254"/>
                </a:lnTo>
                <a:lnTo>
                  <a:pt x="194" y="254"/>
                </a:lnTo>
                <a:lnTo>
                  <a:pt x="195" y="254"/>
                </a:lnTo>
                <a:lnTo>
                  <a:pt x="196" y="254"/>
                </a:lnTo>
                <a:lnTo>
                  <a:pt x="197" y="254"/>
                </a:lnTo>
                <a:lnTo>
                  <a:pt x="199" y="255"/>
                </a:lnTo>
                <a:lnTo>
                  <a:pt x="199" y="256"/>
                </a:lnTo>
                <a:lnTo>
                  <a:pt x="199" y="259"/>
                </a:lnTo>
                <a:lnTo>
                  <a:pt x="199" y="260"/>
                </a:lnTo>
                <a:lnTo>
                  <a:pt x="200" y="260"/>
                </a:lnTo>
                <a:lnTo>
                  <a:pt x="204" y="259"/>
                </a:lnTo>
                <a:lnTo>
                  <a:pt x="206" y="258"/>
                </a:lnTo>
                <a:lnTo>
                  <a:pt x="207" y="258"/>
                </a:lnTo>
                <a:lnTo>
                  <a:pt x="207" y="257"/>
                </a:lnTo>
                <a:lnTo>
                  <a:pt x="208" y="256"/>
                </a:lnTo>
                <a:lnTo>
                  <a:pt x="208" y="255"/>
                </a:lnTo>
                <a:lnTo>
                  <a:pt x="207" y="253"/>
                </a:lnTo>
                <a:lnTo>
                  <a:pt x="207" y="252"/>
                </a:lnTo>
                <a:lnTo>
                  <a:pt x="207" y="251"/>
                </a:lnTo>
                <a:lnTo>
                  <a:pt x="207" y="250"/>
                </a:lnTo>
                <a:lnTo>
                  <a:pt x="209" y="249"/>
                </a:lnTo>
                <a:lnTo>
                  <a:pt x="210" y="249"/>
                </a:lnTo>
                <a:lnTo>
                  <a:pt x="212" y="250"/>
                </a:lnTo>
                <a:lnTo>
                  <a:pt x="214" y="253"/>
                </a:lnTo>
                <a:lnTo>
                  <a:pt x="214" y="254"/>
                </a:lnTo>
                <a:lnTo>
                  <a:pt x="215" y="254"/>
                </a:lnTo>
                <a:lnTo>
                  <a:pt x="217" y="254"/>
                </a:lnTo>
                <a:lnTo>
                  <a:pt x="219" y="254"/>
                </a:lnTo>
                <a:lnTo>
                  <a:pt x="222" y="253"/>
                </a:lnTo>
                <a:lnTo>
                  <a:pt x="223" y="253"/>
                </a:lnTo>
                <a:lnTo>
                  <a:pt x="224" y="252"/>
                </a:lnTo>
                <a:lnTo>
                  <a:pt x="224" y="251"/>
                </a:lnTo>
                <a:lnTo>
                  <a:pt x="223" y="250"/>
                </a:lnTo>
                <a:lnTo>
                  <a:pt x="222" y="250"/>
                </a:lnTo>
                <a:lnTo>
                  <a:pt x="222" y="249"/>
                </a:lnTo>
                <a:lnTo>
                  <a:pt x="221" y="248"/>
                </a:lnTo>
                <a:lnTo>
                  <a:pt x="220" y="247"/>
                </a:lnTo>
                <a:lnTo>
                  <a:pt x="219" y="246"/>
                </a:lnTo>
                <a:lnTo>
                  <a:pt x="219" y="245"/>
                </a:lnTo>
                <a:lnTo>
                  <a:pt x="220" y="242"/>
                </a:lnTo>
                <a:lnTo>
                  <a:pt x="220" y="240"/>
                </a:lnTo>
                <a:lnTo>
                  <a:pt x="221" y="238"/>
                </a:lnTo>
                <a:lnTo>
                  <a:pt x="219" y="237"/>
                </a:lnTo>
                <a:lnTo>
                  <a:pt x="218" y="237"/>
                </a:lnTo>
                <a:lnTo>
                  <a:pt x="217" y="237"/>
                </a:lnTo>
                <a:lnTo>
                  <a:pt x="216" y="236"/>
                </a:lnTo>
                <a:lnTo>
                  <a:pt x="214" y="234"/>
                </a:lnTo>
                <a:lnTo>
                  <a:pt x="213" y="234"/>
                </a:lnTo>
                <a:lnTo>
                  <a:pt x="213" y="233"/>
                </a:lnTo>
                <a:lnTo>
                  <a:pt x="213" y="232"/>
                </a:lnTo>
                <a:lnTo>
                  <a:pt x="213" y="231"/>
                </a:lnTo>
                <a:lnTo>
                  <a:pt x="214" y="230"/>
                </a:lnTo>
                <a:lnTo>
                  <a:pt x="216" y="229"/>
                </a:lnTo>
                <a:lnTo>
                  <a:pt x="218" y="229"/>
                </a:lnTo>
                <a:lnTo>
                  <a:pt x="219" y="228"/>
                </a:lnTo>
                <a:lnTo>
                  <a:pt x="221" y="227"/>
                </a:lnTo>
                <a:lnTo>
                  <a:pt x="224" y="226"/>
                </a:lnTo>
                <a:lnTo>
                  <a:pt x="225" y="225"/>
                </a:lnTo>
                <a:lnTo>
                  <a:pt x="228" y="224"/>
                </a:lnTo>
                <a:lnTo>
                  <a:pt x="229" y="223"/>
                </a:lnTo>
                <a:lnTo>
                  <a:pt x="230" y="222"/>
                </a:lnTo>
                <a:lnTo>
                  <a:pt x="231" y="221"/>
                </a:lnTo>
                <a:lnTo>
                  <a:pt x="232" y="221"/>
                </a:lnTo>
                <a:lnTo>
                  <a:pt x="233" y="220"/>
                </a:lnTo>
                <a:lnTo>
                  <a:pt x="237" y="218"/>
                </a:lnTo>
                <a:lnTo>
                  <a:pt x="238" y="217"/>
                </a:lnTo>
                <a:lnTo>
                  <a:pt x="239" y="217"/>
                </a:lnTo>
                <a:lnTo>
                  <a:pt x="240" y="217"/>
                </a:lnTo>
                <a:lnTo>
                  <a:pt x="240" y="216"/>
                </a:lnTo>
                <a:lnTo>
                  <a:pt x="241" y="216"/>
                </a:lnTo>
                <a:lnTo>
                  <a:pt x="243" y="214"/>
                </a:lnTo>
                <a:lnTo>
                  <a:pt x="244" y="214"/>
                </a:lnTo>
                <a:lnTo>
                  <a:pt x="247" y="212"/>
                </a:lnTo>
                <a:lnTo>
                  <a:pt x="247" y="210"/>
                </a:lnTo>
                <a:lnTo>
                  <a:pt x="248" y="210"/>
                </a:lnTo>
                <a:lnTo>
                  <a:pt x="249" y="209"/>
                </a:lnTo>
                <a:lnTo>
                  <a:pt x="250" y="208"/>
                </a:lnTo>
                <a:lnTo>
                  <a:pt x="253" y="206"/>
                </a:lnTo>
                <a:lnTo>
                  <a:pt x="255" y="205"/>
                </a:lnTo>
                <a:lnTo>
                  <a:pt x="256" y="204"/>
                </a:lnTo>
                <a:lnTo>
                  <a:pt x="256" y="203"/>
                </a:lnTo>
                <a:lnTo>
                  <a:pt x="259" y="202"/>
                </a:lnTo>
                <a:lnTo>
                  <a:pt x="260" y="201"/>
                </a:lnTo>
                <a:lnTo>
                  <a:pt x="260" y="200"/>
                </a:lnTo>
                <a:lnTo>
                  <a:pt x="261" y="200"/>
                </a:lnTo>
                <a:lnTo>
                  <a:pt x="262" y="198"/>
                </a:lnTo>
                <a:lnTo>
                  <a:pt x="267" y="193"/>
                </a:lnTo>
                <a:lnTo>
                  <a:pt x="269" y="192"/>
                </a:lnTo>
                <a:lnTo>
                  <a:pt x="270" y="191"/>
                </a:lnTo>
                <a:lnTo>
                  <a:pt x="271" y="190"/>
                </a:lnTo>
                <a:lnTo>
                  <a:pt x="271" y="189"/>
                </a:lnTo>
                <a:lnTo>
                  <a:pt x="271" y="188"/>
                </a:lnTo>
                <a:lnTo>
                  <a:pt x="271" y="186"/>
                </a:lnTo>
                <a:lnTo>
                  <a:pt x="271" y="185"/>
                </a:lnTo>
                <a:lnTo>
                  <a:pt x="272" y="185"/>
                </a:lnTo>
                <a:lnTo>
                  <a:pt x="273" y="185"/>
                </a:lnTo>
                <a:lnTo>
                  <a:pt x="273" y="186"/>
                </a:lnTo>
                <a:lnTo>
                  <a:pt x="274" y="186"/>
                </a:lnTo>
                <a:lnTo>
                  <a:pt x="276" y="187"/>
                </a:lnTo>
                <a:lnTo>
                  <a:pt x="277" y="186"/>
                </a:lnTo>
                <a:lnTo>
                  <a:pt x="279" y="184"/>
                </a:lnTo>
                <a:lnTo>
                  <a:pt x="280" y="182"/>
                </a:lnTo>
                <a:lnTo>
                  <a:pt x="280" y="181"/>
                </a:lnTo>
                <a:lnTo>
                  <a:pt x="280" y="180"/>
                </a:lnTo>
                <a:lnTo>
                  <a:pt x="281" y="180"/>
                </a:lnTo>
                <a:lnTo>
                  <a:pt x="282" y="180"/>
                </a:lnTo>
                <a:lnTo>
                  <a:pt x="283" y="179"/>
                </a:lnTo>
                <a:lnTo>
                  <a:pt x="284" y="179"/>
                </a:lnTo>
                <a:lnTo>
                  <a:pt x="284" y="178"/>
                </a:lnTo>
                <a:lnTo>
                  <a:pt x="284" y="177"/>
                </a:lnTo>
                <a:lnTo>
                  <a:pt x="284" y="176"/>
                </a:lnTo>
                <a:lnTo>
                  <a:pt x="285" y="176"/>
                </a:lnTo>
                <a:lnTo>
                  <a:pt x="287" y="175"/>
                </a:lnTo>
                <a:lnTo>
                  <a:pt x="288" y="175"/>
                </a:lnTo>
                <a:lnTo>
                  <a:pt x="289" y="175"/>
                </a:lnTo>
                <a:lnTo>
                  <a:pt x="290" y="175"/>
                </a:lnTo>
                <a:lnTo>
                  <a:pt x="292" y="174"/>
                </a:lnTo>
                <a:lnTo>
                  <a:pt x="293" y="174"/>
                </a:lnTo>
                <a:lnTo>
                  <a:pt x="294" y="174"/>
                </a:lnTo>
                <a:lnTo>
                  <a:pt x="295" y="173"/>
                </a:lnTo>
                <a:lnTo>
                  <a:pt x="296" y="172"/>
                </a:lnTo>
                <a:lnTo>
                  <a:pt x="297" y="172"/>
                </a:lnTo>
                <a:lnTo>
                  <a:pt x="297" y="171"/>
                </a:lnTo>
                <a:lnTo>
                  <a:pt x="298" y="171"/>
                </a:lnTo>
                <a:lnTo>
                  <a:pt x="299" y="172"/>
                </a:lnTo>
                <a:lnTo>
                  <a:pt x="299" y="173"/>
                </a:lnTo>
                <a:lnTo>
                  <a:pt x="299" y="174"/>
                </a:lnTo>
                <a:lnTo>
                  <a:pt x="300" y="175"/>
                </a:lnTo>
                <a:lnTo>
                  <a:pt x="300" y="176"/>
                </a:lnTo>
                <a:lnTo>
                  <a:pt x="300" y="177"/>
                </a:lnTo>
                <a:lnTo>
                  <a:pt x="301" y="178"/>
                </a:lnTo>
                <a:lnTo>
                  <a:pt x="301" y="179"/>
                </a:lnTo>
                <a:lnTo>
                  <a:pt x="302" y="180"/>
                </a:lnTo>
                <a:lnTo>
                  <a:pt x="302" y="181"/>
                </a:lnTo>
                <a:lnTo>
                  <a:pt x="303" y="181"/>
                </a:lnTo>
                <a:lnTo>
                  <a:pt x="303" y="182"/>
                </a:lnTo>
                <a:lnTo>
                  <a:pt x="304" y="183"/>
                </a:lnTo>
                <a:lnTo>
                  <a:pt x="305" y="184"/>
                </a:lnTo>
                <a:lnTo>
                  <a:pt x="305" y="185"/>
                </a:lnTo>
                <a:lnTo>
                  <a:pt x="306" y="186"/>
                </a:lnTo>
                <a:lnTo>
                  <a:pt x="306" y="187"/>
                </a:lnTo>
                <a:lnTo>
                  <a:pt x="307" y="188"/>
                </a:lnTo>
                <a:lnTo>
                  <a:pt x="308" y="188"/>
                </a:lnTo>
                <a:lnTo>
                  <a:pt x="308" y="189"/>
                </a:lnTo>
                <a:lnTo>
                  <a:pt x="311" y="192"/>
                </a:lnTo>
                <a:lnTo>
                  <a:pt x="313" y="194"/>
                </a:lnTo>
                <a:lnTo>
                  <a:pt x="313" y="195"/>
                </a:lnTo>
                <a:lnTo>
                  <a:pt x="313" y="196"/>
                </a:lnTo>
                <a:lnTo>
                  <a:pt x="313" y="197"/>
                </a:lnTo>
                <a:lnTo>
                  <a:pt x="313" y="199"/>
                </a:lnTo>
                <a:lnTo>
                  <a:pt x="313" y="200"/>
                </a:lnTo>
                <a:lnTo>
                  <a:pt x="314" y="200"/>
                </a:lnTo>
                <a:lnTo>
                  <a:pt x="314" y="201"/>
                </a:lnTo>
                <a:lnTo>
                  <a:pt x="315" y="201"/>
                </a:lnTo>
                <a:lnTo>
                  <a:pt x="315" y="202"/>
                </a:lnTo>
                <a:lnTo>
                  <a:pt x="316" y="205"/>
                </a:lnTo>
                <a:lnTo>
                  <a:pt x="319" y="205"/>
                </a:lnTo>
                <a:lnTo>
                  <a:pt x="319" y="204"/>
                </a:lnTo>
                <a:lnTo>
                  <a:pt x="321" y="203"/>
                </a:lnTo>
                <a:lnTo>
                  <a:pt x="326" y="203"/>
                </a:lnTo>
                <a:lnTo>
                  <a:pt x="326" y="204"/>
                </a:lnTo>
                <a:lnTo>
                  <a:pt x="328" y="204"/>
                </a:lnTo>
                <a:lnTo>
                  <a:pt x="329" y="204"/>
                </a:lnTo>
                <a:lnTo>
                  <a:pt x="329" y="203"/>
                </a:lnTo>
                <a:lnTo>
                  <a:pt x="329" y="202"/>
                </a:lnTo>
                <a:lnTo>
                  <a:pt x="330" y="202"/>
                </a:lnTo>
                <a:lnTo>
                  <a:pt x="330" y="201"/>
                </a:lnTo>
                <a:lnTo>
                  <a:pt x="332" y="199"/>
                </a:lnTo>
                <a:lnTo>
                  <a:pt x="332" y="197"/>
                </a:lnTo>
                <a:lnTo>
                  <a:pt x="332" y="196"/>
                </a:lnTo>
                <a:lnTo>
                  <a:pt x="332" y="195"/>
                </a:lnTo>
                <a:lnTo>
                  <a:pt x="331" y="195"/>
                </a:lnTo>
                <a:lnTo>
                  <a:pt x="330" y="193"/>
                </a:lnTo>
                <a:lnTo>
                  <a:pt x="329" y="193"/>
                </a:lnTo>
                <a:lnTo>
                  <a:pt x="329" y="192"/>
                </a:lnTo>
                <a:lnTo>
                  <a:pt x="328" y="192"/>
                </a:lnTo>
                <a:lnTo>
                  <a:pt x="328" y="189"/>
                </a:lnTo>
                <a:lnTo>
                  <a:pt x="329" y="188"/>
                </a:lnTo>
                <a:lnTo>
                  <a:pt x="331" y="185"/>
                </a:lnTo>
                <a:lnTo>
                  <a:pt x="331" y="184"/>
                </a:lnTo>
                <a:lnTo>
                  <a:pt x="332" y="184"/>
                </a:lnTo>
                <a:lnTo>
                  <a:pt x="333" y="184"/>
                </a:lnTo>
                <a:lnTo>
                  <a:pt x="334" y="184"/>
                </a:lnTo>
                <a:lnTo>
                  <a:pt x="335" y="185"/>
                </a:lnTo>
                <a:lnTo>
                  <a:pt x="336" y="184"/>
                </a:lnTo>
                <a:lnTo>
                  <a:pt x="337" y="184"/>
                </a:lnTo>
                <a:lnTo>
                  <a:pt x="337" y="183"/>
                </a:lnTo>
                <a:lnTo>
                  <a:pt x="337" y="182"/>
                </a:lnTo>
                <a:lnTo>
                  <a:pt x="338" y="182"/>
                </a:lnTo>
                <a:lnTo>
                  <a:pt x="338" y="183"/>
                </a:lnTo>
                <a:lnTo>
                  <a:pt x="339" y="184"/>
                </a:lnTo>
                <a:lnTo>
                  <a:pt x="340" y="184"/>
                </a:lnTo>
                <a:lnTo>
                  <a:pt x="341" y="185"/>
                </a:lnTo>
                <a:lnTo>
                  <a:pt x="341" y="184"/>
                </a:lnTo>
                <a:lnTo>
                  <a:pt x="342" y="184"/>
                </a:lnTo>
                <a:lnTo>
                  <a:pt x="342" y="183"/>
                </a:lnTo>
                <a:lnTo>
                  <a:pt x="342" y="182"/>
                </a:lnTo>
                <a:lnTo>
                  <a:pt x="343" y="179"/>
                </a:lnTo>
                <a:lnTo>
                  <a:pt x="342" y="178"/>
                </a:lnTo>
                <a:lnTo>
                  <a:pt x="343" y="178"/>
                </a:lnTo>
                <a:lnTo>
                  <a:pt x="343" y="177"/>
                </a:lnTo>
                <a:lnTo>
                  <a:pt x="343" y="175"/>
                </a:lnTo>
                <a:lnTo>
                  <a:pt x="344" y="173"/>
                </a:lnTo>
                <a:lnTo>
                  <a:pt x="345" y="171"/>
                </a:lnTo>
                <a:lnTo>
                  <a:pt x="345" y="170"/>
                </a:lnTo>
                <a:lnTo>
                  <a:pt x="344" y="170"/>
                </a:lnTo>
                <a:lnTo>
                  <a:pt x="344" y="168"/>
                </a:lnTo>
                <a:lnTo>
                  <a:pt x="345" y="167"/>
                </a:lnTo>
                <a:lnTo>
                  <a:pt x="346" y="167"/>
                </a:lnTo>
                <a:lnTo>
                  <a:pt x="347" y="167"/>
                </a:lnTo>
                <a:lnTo>
                  <a:pt x="348" y="166"/>
                </a:lnTo>
                <a:lnTo>
                  <a:pt x="348" y="165"/>
                </a:lnTo>
                <a:lnTo>
                  <a:pt x="349" y="164"/>
                </a:lnTo>
                <a:lnTo>
                  <a:pt x="350" y="164"/>
                </a:lnTo>
                <a:lnTo>
                  <a:pt x="351" y="163"/>
                </a:lnTo>
                <a:lnTo>
                  <a:pt x="352" y="163"/>
                </a:lnTo>
                <a:lnTo>
                  <a:pt x="352" y="162"/>
                </a:lnTo>
                <a:lnTo>
                  <a:pt x="353" y="160"/>
                </a:lnTo>
                <a:lnTo>
                  <a:pt x="354" y="160"/>
                </a:lnTo>
                <a:lnTo>
                  <a:pt x="354" y="161"/>
                </a:lnTo>
                <a:lnTo>
                  <a:pt x="354" y="160"/>
                </a:lnTo>
                <a:lnTo>
                  <a:pt x="355" y="160"/>
                </a:lnTo>
                <a:lnTo>
                  <a:pt x="355" y="159"/>
                </a:lnTo>
                <a:lnTo>
                  <a:pt x="355" y="158"/>
                </a:lnTo>
                <a:lnTo>
                  <a:pt x="356" y="157"/>
                </a:lnTo>
                <a:lnTo>
                  <a:pt x="356" y="155"/>
                </a:lnTo>
                <a:lnTo>
                  <a:pt x="357" y="153"/>
                </a:lnTo>
                <a:lnTo>
                  <a:pt x="358" y="152"/>
                </a:lnTo>
                <a:lnTo>
                  <a:pt x="359" y="152"/>
                </a:lnTo>
                <a:lnTo>
                  <a:pt x="361" y="152"/>
                </a:lnTo>
                <a:lnTo>
                  <a:pt x="361" y="151"/>
                </a:lnTo>
                <a:lnTo>
                  <a:pt x="362" y="151"/>
                </a:lnTo>
                <a:lnTo>
                  <a:pt x="364" y="151"/>
                </a:lnTo>
                <a:lnTo>
                  <a:pt x="365" y="151"/>
                </a:lnTo>
                <a:lnTo>
                  <a:pt x="366" y="151"/>
                </a:lnTo>
                <a:lnTo>
                  <a:pt x="366" y="152"/>
                </a:lnTo>
                <a:lnTo>
                  <a:pt x="368" y="153"/>
                </a:lnTo>
                <a:lnTo>
                  <a:pt x="369" y="153"/>
                </a:lnTo>
                <a:lnTo>
                  <a:pt x="371" y="153"/>
                </a:lnTo>
                <a:lnTo>
                  <a:pt x="371" y="154"/>
                </a:lnTo>
                <a:lnTo>
                  <a:pt x="372" y="154"/>
                </a:lnTo>
                <a:lnTo>
                  <a:pt x="372" y="155"/>
                </a:lnTo>
                <a:lnTo>
                  <a:pt x="372" y="158"/>
                </a:lnTo>
                <a:lnTo>
                  <a:pt x="371" y="159"/>
                </a:lnTo>
                <a:lnTo>
                  <a:pt x="371" y="160"/>
                </a:lnTo>
                <a:lnTo>
                  <a:pt x="369" y="163"/>
                </a:lnTo>
                <a:lnTo>
                  <a:pt x="368" y="163"/>
                </a:lnTo>
                <a:lnTo>
                  <a:pt x="368" y="164"/>
                </a:lnTo>
                <a:lnTo>
                  <a:pt x="369" y="164"/>
                </a:lnTo>
                <a:lnTo>
                  <a:pt x="370" y="164"/>
                </a:lnTo>
                <a:lnTo>
                  <a:pt x="371" y="164"/>
                </a:lnTo>
                <a:lnTo>
                  <a:pt x="372" y="164"/>
                </a:lnTo>
                <a:lnTo>
                  <a:pt x="373" y="164"/>
                </a:lnTo>
                <a:lnTo>
                  <a:pt x="373" y="165"/>
                </a:lnTo>
                <a:lnTo>
                  <a:pt x="375" y="164"/>
                </a:lnTo>
                <a:lnTo>
                  <a:pt x="378" y="162"/>
                </a:lnTo>
                <a:lnTo>
                  <a:pt x="379" y="161"/>
                </a:lnTo>
                <a:lnTo>
                  <a:pt x="381" y="158"/>
                </a:lnTo>
                <a:lnTo>
                  <a:pt x="382" y="157"/>
                </a:lnTo>
                <a:lnTo>
                  <a:pt x="382" y="155"/>
                </a:lnTo>
                <a:lnTo>
                  <a:pt x="383" y="155"/>
                </a:lnTo>
                <a:lnTo>
                  <a:pt x="383" y="154"/>
                </a:lnTo>
                <a:lnTo>
                  <a:pt x="383" y="155"/>
                </a:lnTo>
                <a:lnTo>
                  <a:pt x="384" y="155"/>
                </a:lnTo>
                <a:lnTo>
                  <a:pt x="386" y="157"/>
                </a:lnTo>
                <a:lnTo>
                  <a:pt x="387" y="158"/>
                </a:lnTo>
                <a:lnTo>
                  <a:pt x="388" y="159"/>
                </a:lnTo>
                <a:lnTo>
                  <a:pt x="389" y="159"/>
                </a:lnTo>
                <a:lnTo>
                  <a:pt x="390" y="160"/>
                </a:lnTo>
                <a:lnTo>
                  <a:pt x="390" y="161"/>
                </a:lnTo>
                <a:lnTo>
                  <a:pt x="389" y="161"/>
                </a:lnTo>
                <a:lnTo>
                  <a:pt x="390" y="161"/>
                </a:lnTo>
                <a:lnTo>
                  <a:pt x="392" y="164"/>
                </a:lnTo>
                <a:lnTo>
                  <a:pt x="393" y="164"/>
                </a:lnTo>
                <a:lnTo>
                  <a:pt x="394" y="164"/>
                </a:lnTo>
                <a:lnTo>
                  <a:pt x="394" y="163"/>
                </a:lnTo>
                <a:lnTo>
                  <a:pt x="395" y="163"/>
                </a:lnTo>
                <a:lnTo>
                  <a:pt x="396" y="164"/>
                </a:lnTo>
                <a:lnTo>
                  <a:pt x="397" y="164"/>
                </a:lnTo>
                <a:lnTo>
                  <a:pt x="398" y="165"/>
                </a:lnTo>
                <a:lnTo>
                  <a:pt x="399" y="164"/>
                </a:lnTo>
                <a:lnTo>
                  <a:pt x="399" y="163"/>
                </a:lnTo>
                <a:lnTo>
                  <a:pt x="398" y="163"/>
                </a:lnTo>
                <a:lnTo>
                  <a:pt x="399" y="163"/>
                </a:lnTo>
                <a:lnTo>
                  <a:pt x="399" y="162"/>
                </a:lnTo>
                <a:lnTo>
                  <a:pt x="401" y="162"/>
                </a:lnTo>
                <a:lnTo>
                  <a:pt x="401" y="163"/>
                </a:lnTo>
                <a:lnTo>
                  <a:pt x="403" y="162"/>
                </a:lnTo>
                <a:lnTo>
                  <a:pt x="403" y="163"/>
                </a:lnTo>
                <a:lnTo>
                  <a:pt x="404" y="163"/>
                </a:lnTo>
                <a:lnTo>
                  <a:pt x="405" y="163"/>
                </a:lnTo>
                <a:lnTo>
                  <a:pt x="406" y="163"/>
                </a:lnTo>
                <a:lnTo>
                  <a:pt x="407" y="161"/>
                </a:lnTo>
                <a:lnTo>
                  <a:pt x="407" y="160"/>
                </a:lnTo>
                <a:lnTo>
                  <a:pt x="408" y="159"/>
                </a:lnTo>
                <a:lnTo>
                  <a:pt x="409" y="159"/>
                </a:lnTo>
                <a:lnTo>
                  <a:pt x="410" y="159"/>
                </a:lnTo>
                <a:lnTo>
                  <a:pt x="414" y="159"/>
                </a:lnTo>
                <a:lnTo>
                  <a:pt x="413" y="158"/>
                </a:lnTo>
                <a:lnTo>
                  <a:pt x="418" y="157"/>
                </a:lnTo>
                <a:lnTo>
                  <a:pt x="419" y="155"/>
                </a:lnTo>
                <a:lnTo>
                  <a:pt x="419" y="154"/>
                </a:lnTo>
                <a:lnTo>
                  <a:pt x="419" y="153"/>
                </a:lnTo>
                <a:lnTo>
                  <a:pt x="419" y="152"/>
                </a:lnTo>
                <a:lnTo>
                  <a:pt x="420" y="152"/>
                </a:lnTo>
                <a:lnTo>
                  <a:pt x="421" y="150"/>
                </a:lnTo>
                <a:lnTo>
                  <a:pt x="422" y="148"/>
                </a:lnTo>
                <a:lnTo>
                  <a:pt x="423" y="147"/>
                </a:lnTo>
                <a:lnTo>
                  <a:pt x="424" y="147"/>
                </a:lnTo>
                <a:lnTo>
                  <a:pt x="424" y="148"/>
                </a:lnTo>
                <a:lnTo>
                  <a:pt x="424" y="149"/>
                </a:lnTo>
                <a:lnTo>
                  <a:pt x="426" y="151"/>
                </a:lnTo>
                <a:lnTo>
                  <a:pt x="427" y="151"/>
                </a:lnTo>
                <a:lnTo>
                  <a:pt x="433" y="147"/>
                </a:lnTo>
                <a:lnTo>
                  <a:pt x="434" y="146"/>
                </a:lnTo>
                <a:lnTo>
                  <a:pt x="434" y="145"/>
                </a:lnTo>
                <a:lnTo>
                  <a:pt x="435" y="144"/>
                </a:lnTo>
                <a:lnTo>
                  <a:pt x="437" y="144"/>
                </a:lnTo>
                <a:lnTo>
                  <a:pt x="439" y="142"/>
                </a:lnTo>
                <a:lnTo>
                  <a:pt x="440" y="142"/>
                </a:lnTo>
                <a:lnTo>
                  <a:pt x="440" y="141"/>
                </a:lnTo>
                <a:lnTo>
                  <a:pt x="440" y="140"/>
                </a:lnTo>
                <a:lnTo>
                  <a:pt x="440" y="139"/>
                </a:lnTo>
                <a:lnTo>
                  <a:pt x="440" y="138"/>
                </a:lnTo>
                <a:lnTo>
                  <a:pt x="439" y="138"/>
                </a:lnTo>
                <a:lnTo>
                  <a:pt x="440" y="135"/>
                </a:lnTo>
                <a:lnTo>
                  <a:pt x="440" y="133"/>
                </a:lnTo>
                <a:lnTo>
                  <a:pt x="440" y="132"/>
                </a:lnTo>
                <a:lnTo>
                  <a:pt x="439" y="131"/>
                </a:lnTo>
                <a:lnTo>
                  <a:pt x="439" y="130"/>
                </a:lnTo>
                <a:lnTo>
                  <a:pt x="438" y="130"/>
                </a:lnTo>
                <a:lnTo>
                  <a:pt x="438" y="128"/>
                </a:lnTo>
                <a:lnTo>
                  <a:pt x="439" y="128"/>
                </a:lnTo>
                <a:lnTo>
                  <a:pt x="439" y="127"/>
                </a:lnTo>
                <a:lnTo>
                  <a:pt x="439" y="126"/>
                </a:lnTo>
                <a:lnTo>
                  <a:pt x="439" y="123"/>
                </a:lnTo>
                <a:lnTo>
                  <a:pt x="439" y="122"/>
                </a:lnTo>
                <a:lnTo>
                  <a:pt x="438" y="121"/>
                </a:lnTo>
                <a:lnTo>
                  <a:pt x="437" y="120"/>
                </a:lnTo>
                <a:lnTo>
                  <a:pt x="436" y="120"/>
                </a:lnTo>
                <a:lnTo>
                  <a:pt x="435" y="119"/>
                </a:lnTo>
                <a:lnTo>
                  <a:pt x="436" y="119"/>
                </a:lnTo>
                <a:lnTo>
                  <a:pt x="436" y="118"/>
                </a:lnTo>
                <a:lnTo>
                  <a:pt x="435" y="118"/>
                </a:lnTo>
                <a:lnTo>
                  <a:pt x="435" y="117"/>
                </a:lnTo>
                <a:lnTo>
                  <a:pt x="434" y="117"/>
                </a:lnTo>
                <a:lnTo>
                  <a:pt x="433" y="116"/>
                </a:lnTo>
                <a:lnTo>
                  <a:pt x="433" y="115"/>
                </a:lnTo>
                <a:lnTo>
                  <a:pt x="432" y="114"/>
                </a:lnTo>
                <a:lnTo>
                  <a:pt x="432" y="113"/>
                </a:lnTo>
                <a:lnTo>
                  <a:pt x="431" y="113"/>
                </a:lnTo>
                <a:lnTo>
                  <a:pt x="430" y="113"/>
                </a:lnTo>
                <a:lnTo>
                  <a:pt x="429" y="113"/>
                </a:lnTo>
                <a:lnTo>
                  <a:pt x="428" y="113"/>
                </a:lnTo>
                <a:lnTo>
                  <a:pt x="427" y="112"/>
                </a:lnTo>
                <a:lnTo>
                  <a:pt x="426" y="111"/>
                </a:lnTo>
                <a:lnTo>
                  <a:pt x="424" y="108"/>
                </a:lnTo>
                <a:lnTo>
                  <a:pt x="423" y="106"/>
                </a:lnTo>
                <a:lnTo>
                  <a:pt x="422" y="105"/>
                </a:lnTo>
                <a:lnTo>
                  <a:pt x="421" y="104"/>
                </a:lnTo>
                <a:lnTo>
                  <a:pt x="420" y="103"/>
                </a:lnTo>
                <a:lnTo>
                  <a:pt x="422" y="104"/>
                </a:lnTo>
                <a:lnTo>
                  <a:pt x="424" y="104"/>
                </a:lnTo>
                <a:lnTo>
                  <a:pt x="426" y="104"/>
                </a:lnTo>
                <a:lnTo>
                  <a:pt x="428" y="104"/>
                </a:lnTo>
                <a:lnTo>
                  <a:pt x="429" y="104"/>
                </a:lnTo>
                <a:lnTo>
                  <a:pt x="430" y="104"/>
                </a:lnTo>
                <a:lnTo>
                  <a:pt x="432" y="104"/>
                </a:lnTo>
                <a:lnTo>
                  <a:pt x="432" y="106"/>
                </a:lnTo>
                <a:lnTo>
                  <a:pt x="433" y="105"/>
                </a:lnTo>
                <a:lnTo>
                  <a:pt x="434" y="105"/>
                </a:lnTo>
                <a:lnTo>
                  <a:pt x="435" y="104"/>
                </a:lnTo>
                <a:lnTo>
                  <a:pt x="436" y="104"/>
                </a:lnTo>
                <a:lnTo>
                  <a:pt x="437" y="104"/>
                </a:lnTo>
                <a:lnTo>
                  <a:pt x="438" y="105"/>
                </a:lnTo>
                <a:lnTo>
                  <a:pt x="439" y="105"/>
                </a:lnTo>
                <a:lnTo>
                  <a:pt x="440" y="104"/>
                </a:lnTo>
                <a:lnTo>
                  <a:pt x="441" y="104"/>
                </a:lnTo>
                <a:lnTo>
                  <a:pt x="442" y="102"/>
                </a:lnTo>
                <a:lnTo>
                  <a:pt x="441" y="100"/>
                </a:lnTo>
                <a:lnTo>
                  <a:pt x="441" y="99"/>
                </a:lnTo>
                <a:lnTo>
                  <a:pt x="440" y="99"/>
                </a:lnTo>
                <a:lnTo>
                  <a:pt x="440" y="98"/>
                </a:lnTo>
                <a:lnTo>
                  <a:pt x="440" y="97"/>
                </a:lnTo>
                <a:lnTo>
                  <a:pt x="440" y="96"/>
                </a:lnTo>
                <a:lnTo>
                  <a:pt x="439" y="95"/>
                </a:lnTo>
                <a:lnTo>
                  <a:pt x="438" y="95"/>
                </a:lnTo>
                <a:lnTo>
                  <a:pt x="438" y="94"/>
                </a:lnTo>
                <a:lnTo>
                  <a:pt x="437" y="90"/>
                </a:lnTo>
                <a:lnTo>
                  <a:pt x="438" y="88"/>
                </a:lnTo>
                <a:lnTo>
                  <a:pt x="438" y="85"/>
                </a:lnTo>
                <a:lnTo>
                  <a:pt x="437" y="84"/>
                </a:lnTo>
                <a:lnTo>
                  <a:pt x="436" y="82"/>
                </a:lnTo>
                <a:lnTo>
                  <a:pt x="436" y="81"/>
                </a:lnTo>
                <a:lnTo>
                  <a:pt x="435" y="79"/>
                </a:lnTo>
                <a:lnTo>
                  <a:pt x="435" y="78"/>
                </a:lnTo>
                <a:lnTo>
                  <a:pt x="434" y="76"/>
                </a:lnTo>
                <a:lnTo>
                  <a:pt x="433" y="75"/>
                </a:lnTo>
                <a:lnTo>
                  <a:pt x="432" y="72"/>
                </a:lnTo>
                <a:lnTo>
                  <a:pt x="432" y="69"/>
                </a:lnTo>
                <a:lnTo>
                  <a:pt x="432" y="68"/>
                </a:lnTo>
                <a:lnTo>
                  <a:pt x="433" y="67"/>
                </a:lnTo>
                <a:lnTo>
                  <a:pt x="433" y="66"/>
                </a:lnTo>
                <a:lnTo>
                  <a:pt x="433" y="65"/>
                </a:lnTo>
                <a:lnTo>
                  <a:pt x="433" y="64"/>
                </a:lnTo>
                <a:lnTo>
                  <a:pt x="434" y="64"/>
                </a:lnTo>
                <a:lnTo>
                  <a:pt x="435" y="62"/>
                </a:lnTo>
                <a:lnTo>
                  <a:pt x="438" y="59"/>
                </a:lnTo>
                <a:lnTo>
                  <a:pt x="441" y="57"/>
                </a:lnTo>
                <a:lnTo>
                  <a:pt x="443" y="55"/>
                </a:lnTo>
                <a:lnTo>
                  <a:pt x="444" y="54"/>
                </a:lnTo>
                <a:lnTo>
                  <a:pt x="445" y="55"/>
                </a:lnTo>
                <a:lnTo>
                  <a:pt x="447" y="55"/>
                </a:lnTo>
                <a:lnTo>
                  <a:pt x="447" y="54"/>
                </a:lnTo>
                <a:lnTo>
                  <a:pt x="448" y="53"/>
                </a:lnTo>
                <a:lnTo>
                  <a:pt x="448" y="52"/>
                </a:lnTo>
                <a:lnTo>
                  <a:pt x="448" y="51"/>
                </a:lnTo>
                <a:lnTo>
                  <a:pt x="448" y="50"/>
                </a:lnTo>
                <a:lnTo>
                  <a:pt x="448" y="49"/>
                </a:lnTo>
                <a:lnTo>
                  <a:pt x="448" y="48"/>
                </a:lnTo>
                <a:lnTo>
                  <a:pt x="450" y="47"/>
                </a:lnTo>
                <a:lnTo>
                  <a:pt x="451" y="47"/>
                </a:lnTo>
                <a:lnTo>
                  <a:pt x="452" y="48"/>
                </a:lnTo>
                <a:lnTo>
                  <a:pt x="454" y="48"/>
                </a:lnTo>
                <a:lnTo>
                  <a:pt x="456" y="47"/>
                </a:lnTo>
                <a:lnTo>
                  <a:pt x="457" y="46"/>
                </a:lnTo>
                <a:lnTo>
                  <a:pt x="458" y="46"/>
                </a:lnTo>
                <a:lnTo>
                  <a:pt x="458" y="45"/>
                </a:lnTo>
                <a:lnTo>
                  <a:pt x="459" y="44"/>
                </a:lnTo>
                <a:lnTo>
                  <a:pt x="459" y="42"/>
                </a:lnTo>
                <a:lnTo>
                  <a:pt x="460" y="41"/>
                </a:lnTo>
                <a:lnTo>
                  <a:pt x="462" y="42"/>
                </a:lnTo>
                <a:lnTo>
                  <a:pt x="463" y="43"/>
                </a:lnTo>
                <a:lnTo>
                  <a:pt x="464" y="43"/>
                </a:lnTo>
                <a:lnTo>
                  <a:pt x="464" y="42"/>
                </a:lnTo>
                <a:lnTo>
                  <a:pt x="465" y="42"/>
                </a:lnTo>
                <a:lnTo>
                  <a:pt x="469" y="43"/>
                </a:lnTo>
                <a:lnTo>
                  <a:pt x="470" y="43"/>
                </a:lnTo>
                <a:lnTo>
                  <a:pt x="472" y="43"/>
                </a:lnTo>
                <a:lnTo>
                  <a:pt x="476" y="42"/>
                </a:lnTo>
                <a:lnTo>
                  <a:pt x="478" y="41"/>
                </a:lnTo>
                <a:lnTo>
                  <a:pt x="482" y="40"/>
                </a:lnTo>
                <a:lnTo>
                  <a:pt x="483" y="40"/>
                </a:lnTo>
                <a:lnTo>
                  <a:pt x="484" y="40"/>
                </a:lnTo>
                <a:lnTo>
                  <a:pt x="485" y="40"/>
                </a:lnTo>
                <a:lnTo>
                  <a:pt x="485" y="39"/>
                </a:lnTo>
                <a:lnTo>
                  <a:pt x="486" y="38"/>
                </a:lnTo>
                <a:lnTo>
                  <a:pt x="487" y="38"/>
                </a:lnTo>
                <a:lnTo>
                  <a:pt x="488" y="38"/>
                </a:lnTo>
                <a:lnTo>
                  <a:pt x="489" y="39"/>
                </a:lnTo>
                <a:lnTo>
                  <a:pt x="490" y="39"/>
                </a:lnTo>
                <a:lnTo>
                  <a:pt x="491" y="40"/>
                </a:lnTo>
                <a:lnTo>
                  <a:pt x="493" y="40"/>
                </a:lnTo>
                <a:lnTo>
                  <a:pt x="494" y="40"/>
                </a:lnTo>
                <a:lnTo>
                  <a:pt x="494" y="41"/>
                </a:lnTo>
                <a:lnTo>
                  <a:pt x="495" y="41"/>
                </a:lnTo>
                <a:lnTo>
                  <a:pt x="496" y="41"/>
                </a:lnTo>
                <a:lnTo>
                  <a:pt x="497" y="41"/>
                </a:lnTo>
                <a:lnTo>
                  <a:pt x="498" y="41"/>
                </a:lnTo>
                <a:lnTo>
                  <a:pt x="499" y="41"/>
                </a:lnTo>
                <a:lnTo>
                  <a:pt x="500" y="41"/>
                </a:lnTo>
                <a:lnTo>
                  <a:pt x="501" y="41"/>
                </a:lnTo>
                <a:lnTo>
                  <a:pt x="503" y="40"/>
                </a:lnTo>
                <a:lnTo>
                  <a:pt x="504" y="40"/>
                </a:lnTo>
                <a:lnTo>
                  <a:pt x="505" y="39"/>
                </a:lnTo>
                <a:lnTo>
                  <a:pt x="506" y="38"/>
                </a:lnTo>
                <a:lnTo>
                  <a:pt x="507" y="38"/>
                </a:lnTo>
                <a:lnTo>
                  <a:pt x="507" y="37"/>
                </a:lnTo>
                <a:lnTo>
                  <a:pt x="507" y="36"/>
                </a:lnTo>
                <a:lnTo>
                  <a:pt x="507" y="34"/>
                </a:lnTo>
                <a:lnTo>
                  <a:pt x="507" y="33"/>
                </a:lnTo>
                <a:lnTo>
                  <a:pt x="507" y="32"/>
                </a:lnTo>
                <a:lnTo>
                  <a:pt x="506" y="29"/>
                </a:lnTo>
                <a:lnTo>
                  <a:pt x="506" y="28"/>
                </a:lnTo>
                <a:lnTo>
                  <a:pt x="505" y="28"/>
                </a:lnTo>
                <a:lnTo>
                  <a:pt x="504" y="28"/>
                </a:lnTo>
                <a:lnTo>
                  <a:pt x="503" y="29"/>
                </a:lnTo>
                <a:lnTo>
                  <a:pt x="503" y="28"/>
                </a:lnTo>
                <a:lnTo>
                  <a:pt x="503" y="27"/>
                </a:lnTo>
                <a:lnTo>
                  <a:pt x="503" y="25"/>
                </a:lnTo>
                <a:lnTo>
                  <a:pt x="504" y="23"/>
                </a:lnTo>
                <a:lnTo>
                  <a:pt x="505" y="23"/>
                </a:lnTo>
                <a:lnTo>
                  <a:pt x="506" y="22"/>
                </a:lnTo>
                <a:lnTo>
                  <a:pt x="506" y="21"/>
                </a:lnTo>
                <a:lnTo>
                  <a:pt x="507" y="21"/>
                </a:lnTo>
                <a:lnTo>
                  <a:pt x="508" y="20"/>
                </a:lnTo>
                <a:lnTo>
                  <a:pt x="508" y="19"/>
                </a:lnTo>
                <a:lnTo>
                  <a:pt x="508" y="18"/>
                </a:lnTo>
                <a:lnTo>
                  <a:pt x="508" y="17"/>
                </a:lnTo>
                <a:lnTo>
                  <a:pt x="508" y="15"/>
                </a:lnTo>
                <a:lnTo>
                  <a:pt x="508" y="14"/>
                </a:lnTo>
                <a:lnTo>
                  <a:pt x="510" y="14"/>
                </a:lnTo>
                <a:lnTo>
                  <a:pt x="511" y="13"/>
                </a:lnTo>
                <a:lnTo>
                  <a:pt x="512" y="12"/>
                </a:lnTo>
                <a:lnTo>
                  <a:pt x="512" y="11"/>
                </a:lnTo>
                <a:lnTo>
                  <a:pt x="512" y="10"/>
                </a:lnTo>
                <a:lnTo>
                  <a:pt x="513" y="10"/>
                </a:lnTo>
                <a:lnTo>
                  <a:pt x="514" y="10"/>
                </a:lnTo>
                <a:lnTo>
                  <a:pt x="515" y="10"/>
                </a:lnTo>
                <a:lnTo>
                  <a:pt x="516" y="10"/>
                </a:lnTo>
                <a:lnTo>
                  <a:pt x="517" y="10"/>
                </a:lnTo>
                <a:lnTo>
                  <a:pt x="518" y="10"/>
                </a:lnTo>
                <a:lnTo>
                  <a:pt x="519" y="10"/>
                </a:lnTo>
                <a:lnTo>
                  <a:pt x="520" y="9"/>
                </a:lnTo>
                <a:lnTo>
                  <a:pt x="521" y="10"/>
                </a:lnTo>
                <a:lnTo>
                  <a:pt x="521" y="11"/>
                </a:lnTo>
                <a:lnTo>
                  <a:pt x="522" y="11"/>
                </a:lnTo>
                <a:lnTo>
                  <a:pt x="523" y="9"/>
                </a:lnTo>
                <a:lnTo>
                  <a:pt x="523" y="8"/>
                </a:lnTo>
                <a:lnTo>
                  <a:pt x="525" y="7"/>
                </a:lnTo>
                <a:lnTo>
                  <a:pt x="526" y="7"/>
                </a:lnTo>
                <a:lnTo>
                  <a:pt x="527" y="7"/>
                </a:lnTo>
                <a:lnTo>
                  <a:pt x="530" y="7"/>
                </a:lnTo>
                <a:lnTo>
                  <a:pt x="532" y="7"/>
                </a:lnTo>
                <a:lnTo>
                  <a:pt x="533" y="7"/>
                </a:lnTo>
                <a:lnTo>
                  <a:pt x="533" y="8"/>
                </a:lnTo>
                <a:lnTo>
                  <a:pt x="534" y="8"/>
                </a:lnTo>
                <a:lnTo>
                  <a:pt x="534" y="9"/>
                </a:lnTo>
                <a:lnTo>
                  <a:pt x="535" y="9"/>
                </a:lnTo>
                <a:lnTo>
                  <a:pt x="537" y="9"/>
                </a:lnTo>
                <a:lnTo>
                  <a:pt x="540" y="9"/>
                </a:lnTo>
                <a:lnTo>
                  <a:pt x="543" y="10"/>
                </a:lnTo>
                <a:lnTo>
                  <a:pt x="544" y="10"/>
                </a:lnTo>
                <a:lnTo>
                  <a:pt x="544" y="9"/>
                </a:lnTo>
                <a:lnTo>
                  <a:pt x="545" y="9"/>
                </a:lnTo>
                <a:lnTo>
                  <a:pt x="546" y="9"/>
                </a:lnTo>
                <a:lnTo>
                  <a:pt x="546" y="10"/>
                </a:lnTo>
                <a:lnTo>
                  <a:pt x="546" y="9"/>
                </a:lnTo>
                <a:lnTo>
                  <a:pt x="549" y="8"/>
                </a:lnTo>
                <a:lnTo>
                  <a:pt x="550" y="7"/>
                </a:lnTo>
                <a:lnTo>
                  <a:pt x="551" y="6"/>
                </a:lnTo>
                <a:lnTo>
                  <a:pt x="553" y="5"/>
                </a:lnTo>
                <a:lnTo>
                  <a:pt x="555" y="5"/>
                </a:lnTo>
                <a:lnTo>
                  <a:pt x="555" y="4"/>
                </a:lnTo>
                <a:lnTo>
                  <a:pt x="556" y="3"/>
                </a:lnTo>
                <a:lnTo>
                  <a:pt x="558" y="2"/>
                </a:lnTo>
                <a:lnTo>
                  <a:pt x="560" y="1"/>
                </a:lnTo>
                <a:lnTo>
                  <a:pt x="561" y="1"/>
                </a:lnTo>
                <a:lnTo>
                  <a:pt x="562" y="1"/>
                </a:lnTo>
                <a:lnTo>
                  <a:pt x="562" y="0"/>
                </a:lnTo>
                <a:lnTo>
                  <a:pt x="563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" name=""/>
          <p:cNvSpPr/>
          <p:nvPr/>
        </p:nvSpPr>
        <p:spPr>
          <a:xfrm>
            <a:off x="5038560" y="133740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0" y="6"/>
                </a:moveTo>
                <a:lnTo>
                  <a:pt x="0" y="4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0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" name=""/>
          <p:cNvSpPr/>
          <p:nvPr/>
        </p:nvSpPr>
        <p:spPr>
          <a:xfrm>
            <a:off x="5036400" y="133596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1" y="7"/>
                </a:move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4"/>
                </a:lnTo>
                <a:lnTo>
                  <a:pt x="2" y="7"/>
                </a:lnTo>
                <a:lnTo>
                  <a:pt x="1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" name=""/>
          <p:cNvSpPr/>
          <p:nvPr/>
        </p:nvSpPr>
        <p:spPr>
          <a:xfrm>
            <a:off x="4914000" y="1279080"/>
            <a:ext cx="29520" cy="35280"/>
          </a:xfrm>
          <a:custGeom>
            <a:avLst/>
            <a:gdLst/>
            <a:ahLst/>
            <a:rect l="0" t="0" r="r" b="b"/>
            <a:pathLst>
              <a:path w="82" h="98">
                <a:moveTo>
                  <a:pt x="66" y="2"/>
                </a:moveTo>
                <a:lnTo>
                  <a:pt x="67" y="2"/>
                </a:lnTo>
                <a:lnTo>
                  <a:pt x="67" y="1"/>
                </a:lnTo>
                <a:lnTo>
                  <a:pt x="66" y="1"/>
                </a:lnTo>
                <a:lnTo>
                  <a:pt x="66" y="0"/>
                </a:lnTo>
                <a:lnTo>
                  <a:pt x="67" y="0"/>
                </a:lnTo>
                <a:lnTo>
                  <a:pt x="69" y="2"/>
                </a:lnTo>
                <a:lnTo>
                  <a:pt x="69" y="3"/>
                </a:lnTo>
                <a:lnTo>
                  <a:pt x="67" y="3"/>
                </a:lnTo>
                <a:lnTo>
                  <a:pt x="65" y="3"/>
                </a:lnTo>
                <a:lnTo>
                  <a:pt x="63" y="4"/>
                </a:lnTo>
                <a:lnTo>
                  <a:pt x="63" y="5"/>
                </a:lnTo>
                <a:lnTo>
                  <a:pt x="64" y="6"/>
                </a:lnTo>
                <a:lnTo>
                  <a:pt x="64" y="7"/>
                </a:lnTo>
                <a:lnTo>
                  <a:pt x="64" y="8"/>
                </a:lnTo>
                <a:lnTo>
                  <a:pt x="64" y="9"/>
                </a:lnTo>
                <a:lnTo>
                  <a:pt x="65" y="12"/>
                </a:lnTo>
                <a:lnTo>
                  <a:pt x="66" y="14"/>
                </a:lnTo>
                <a:lnTo>
                  <a:pt x="67" y="16"/>
                </a:lnTo>
                <a:lnTo>
                  <a:pt x="67" y="17"/>
                </a:lnTo>
                <a:lnTo>
                  <a:pt x="67" y="18"/>
                </a:lnTo>
                <a:lnTo>
                  <a:pt x="67" y="19"/>
                </a:lnTo>
                <a:lnTo>
                  <a:pt x="66" y="20"/>
                </a:lnTo>
                <a:lnTo>
                  <a:pt x="66" y="21"/>
                </a:lnTo>
                <a:lnTo>
                  <a:pt x="66" y="22"/>
                </a:lnTo>
                <a:lnTo>
                  <a:pt x="65" y="22"/>
                </a:lnTo>
                <a:lnTo>
                  <a:pt x="65" y="23"/>
                </a:lnTo>
                <a:lnTo>
                  <a:pt x="65" y="24"/>
                </a:lnTo>
                <a:lnTo>
                  <a:pt x="65" y="26"/>
                </a:lnTo>
                <a:lnTo>
                  <a:pt x="64" y="26"/>
                </a:lnTo>
                <a:lnTo>
                  <a:pt x="64" y="25"/>
                </a:lnTo>
                <a:lnTo>
                  <a:pt x="63" y="25"/>
                </a:lnTo>
                <a:lnTo>
                  <a:pt x="63" y="26"/>
                </a:lnTo>
                <a:lnTo>
                  <a:pt x="63" y="27"/>
                </a:lnTo>
                <a:lnTo>
                  <a:pt x="63" y="28"/>
                </a:lnTo>
                <a:lnTo>
                  <a:pt x="62" y="29"/>
                </a:lnTo>
                <a:lnTo>
                  <a:pt x="61" y="29"/>
                </a:lnTo>
                <a:lnTo>
                  <a:pt x="62" y="30"/>
                </a:lnTo>
                <a:lnTo>
                  <a:pt x="63" y="31"/>
                </a:lnTo>
                <a:lnTo>
                  <a:pt x="62" y="31"/>
                </a:lnTo>
                <a:lnTo>
                  <a:pt x="61" y="31"/>
                </a:lnTo>
                <a:lnTo>
                  <a:pt x="61" y="32"/>
                </a:lnTo>
                <a:lnTo>
                  <a:pt x="61" y="34"/>
                </a:lnTo>
                <a:lnTo>
                  <a:pt x="61" y="35"/>
                </a:lnTo>
                <a:lnTo>
                  <a:pt x="61" y="36"/>
                </a:lnTo>
                <a:lnTo>
                  <a:pt x="62" y="36"/>
                </a:lnTo>
                <a:lnTo>
                  <a:pt x="63" y="36"/>
                </a:lnTo>
                <a:lnTo>
                  <a:pt x="63" y="37"/>
                </a:lnTo>
                <a:lnTo>
                  <a:pt x="62" y="38"/>
                </a:lnTo>
                <a:lnTo>
                  <a:pt x="62" y="39"/>
                </a:lnTo>
                <a:lnTo>
                  <a:pt x="63" y="39"/>
                </a:lnTo>
                <a:lnTo>
                  <a:pt x="64" y="40"/>
                </a:lnTo>
                <a:lnTo>
                  <a:pt x="64" y="41"/>
                </a:lnTo>
                <a:lnTo>
                  <a:pt x="63" y="42"/>
                </a:lnTo>
                <a:lnTo>
                  <a:pt x="64" y="43"/>
                </a:lnTo>
                <a:lnTo>
                  <a:pt x="65" y="43"/>
                </a:lnTo>
                <a:lnTo>
                  <a:pt x="65" y="44"/>
                </a:lnTo>
                <a:lnTo>
                  <a:pt x="66" y="44"/>
                </a:lnTo>
                <a:lnTo>
                  <a:pt x="66" y="43"/>
                </a:lnTo>
                <a:lnTo>
                  <a:pt x="67" y="43"/>
                </a:lnTo>
                <a:lnTo>
                  <a:pt x="66" y="44"/>
                </a:lnTo>
                <a:lnTo>
                  <a:pt x="66" y="45"/>
                </a:lnTo>
                <a:lnTo>
                  <a:pt x="67" y="45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9" y="45"/>
                </a:lnTo>
                <a:lnTo>
                  <a:pt x="71" y="45"/>
                </a:lnTo>
                <a:lnTo>
                  <a:pt x="72" y="45"/>
                </a:lnTo>
                <a:lnTo>
                  <a:pt x="74" y="46"/>
                </a:lnTo>
                <a:lnTo>
                  <a:pt x="75" y="46"/>
                </a:lnTo>
                <a:lnTo>
                  <a:pt x="76" y="47"/>
                </a:lnTo>
                <a:lnTo>
                  <a:pt x="77" y="46"/>
                </a:lnTo>
                <a:lnTo>
                  <a:pt x="78" y="45"/>
                </a:lnTo>
                <a:lnTo>
                  <a:pt x="79" y="45"/>
                </a:lnTo>
                <a:lnTo>
                  <a:pt x="80" y="45"/>
                </a:lnTo>
                <a:lnTo>
                  <a:pt x="81" y="47"/>
                </a:lnTo>
                <a:lnTo>
                  <a:pt x="81" y="48"/>
                </a:lnTo>
                <a:lnTo>
                  <a:pt x="81" y="49"/>
                </a:lnTo>
                <a:lnTo>
                  <a:pt x="81" y="50"/>
                </a:lnTo>
                <a:lnTo>
                  <a:pt x="82" y="51"/>
                </a:lnTo>
                <a:lnTo>
                  <a:pt x="81" y="51"/>
                </a:lnTo>
                <a:lnTo>
                  <a:pt x="80" y="51"/>
                </a:lnTo>
                <a:lnTo>
                  <a:pt x="80" y="50"/>
                </a:lnTo>
                <a:lnTo>
                  <a:pt x="79" y="50"/>
                </a:lnTo>
                <a:lnTo>
                  <a:pt x="78" y="50"/>
                </a:lnTo>
                <a:lnTo>
                  <a:pt x="77" y="51"/>
                </a:lnTo>
                <a:lnTo>
                  <a:pt x="76" y="52"/>
                </a:lnTo>
                <a:lnTo>
                  <a:pt x="76" y="51"/>
                </a:lnTo>
                <a:lnTo>
                  <a:pt x="75" y="51"/>
                </a:lnTo>
                <a:lnTo>
                  <a:pt x="74" y="51"/>
                </a:lnTo>
                <a:lnTo>
                  <a:pt x="71" y="51"/>
                </a:lnTo>
                <a:lnTo>
                  <a:pt x="72" y="52"/>
                </a:lnTo>
                <a:lnTo>
                  <a:pt x="72" y="53"/>
                </a:lnTo>
                <a:lnTo>
                  <a:pt x="71" y="53"/>
                </a:lnTo>
                <a:lnTo>
                  <a:pt x="69" y="53"/>
                </a:lnTo>
                <a:lnTo>
                  <a:pt x="67" y="54"/>
                </a:lnTo>
                <a:lnTo>
                  <a:pt x="67" y="55"/>
                </a:lnTo>
                <a:lnTo>
                  <a:pt x="66" y="55"/>
                </a:lnTo>
                <a:lnTo>
                  <a:pt x="66" y="54"/>
                </a:lnTo>
                <a:lnTo>
                  <a:pt x="66" y="55"/>
                </a:lnTo>
                <a:lnTo>
                  <a:pt x="65" y="55"/>
                </a:lnTo>
                <a:lnTo>
                  <a:pt x="65" y="56"/>
                </a:lnTo>
                <a:lnTo>
                  <a:pt x="66" y="56"/>
                </a:lnTo>
                <a:lnTo>
                  <a:pt x="66" y="57"/>
                </a:lnTo>
                <a:lnTo>
                  <a:pt x="66" y="58"/>
                </a:lnTo>
                <a:lnTo>
                  <a:pt x="66" y="59"/>
                </a:lnTo>
                <a:lnTo>
                  <a:pt x="66" y="60"/>
                </a:lnTo>
                <a:lnTo>
                  <a:pt x="67" y="59"/>
                </a:lnTo>
                <a:lnTo>
                  <a:pt x="68" y="59"/>
                </a:lnTo>
                <a:lnTo>
                  <a:pt x="69" y="59"/>
                </a:lnTo>
                <a:lnTo>
                  <a:pt x="69" y="60"/>
                </a:lnTo>
                <a:lnTo>
                  <a:pt x="71" y="60"/>
                </a:lnTo>
                <a:lnTo>
                  <a:pt x="71" y="61"/>
                </a:lnTo>
                <a:lnTo>
                  <a:pt x="71" y="62"/>
                </a:lnTo>
                <a:lnTo>
                  <a:pt x="72" y="62"/>
                </a:lnTo>
                <a:lnTo>
                  <a:pt x="72" y="63"/>
                </a:lnTo>
                <a:lnTo>
                  <a:pt x="73" y="63"/>
                </a:lnTo>
                <a:lnTo>
                  <a:pt x="74" y="64"/>
                </a:lnTo>
                <a:lnTo>
                  <a:pt x="75" y="65"/>
                </a:lnTo>
                <a:lnTo>
                  <a:pt x="75" y="66"/>
                </a:lnTo>
                <a:lnTo>
                  <a:pt x="74" y="66"/>
                </a:lnTo>
                <a:lnTo>
                  <a:pt x="73" y="67"/>
                </a:lnTo>
                <a:lnTo>
                  <a:pt x="72" y="68"/>
                </a:lnTo>
                <a:lnTo>
                  <a:pt x="71" y="68"/>
                </a:lnTo>
                <a:lnTo>
                  <a:pt x="68" y="69"/>
                </a:lnTo>
                <a:lnTo>
                  <a:pt x="68" y="70"/>
                </a:lnTo>
                <a:lnTo>
                  <a:pt x="69" y="71"/>
                </a:lnTo>
                <a:lnTo>
                  <a:pt x="69" y="72"/>
                </a:lnTo>
                <a:lnTo>
                  <a:pt x="68" y="72"/>
                </a:lnTo>
                <a:lnTo>
                  <a:pt x="67" y="72"/>
                </a:lnTo>
                <a:lnTo>
                  <a:pt x="67" y="73"/>
                </a:lnTo>
                <a:lnTo>
                  <a:pt x="67" y="74"/>
                </a:lnTo>
                <a:lnTo>
                  <a:pt x="67" y="75"/>
                </a:lnTo>
                <a:lnTo>
                  <a:pt x="68" y="75"/>
                </a:lnTo>
                <a:lnTo>
                  <a:pt x="69" y="76"/>
                </a:lnTo>
                <a:lnTo>
                  <a:pt x="69" y="75"/>
                </a:lnTo>
                <a:lnTo>
                  <a:pt x="71" y="75"/>
                </a:lnTo>
                <a:lnTo>
                  <a:pt x="71" y="76"/>
                </a:lnTo>
                <a:lnTo>
                  <a:pt x="69" y="76"/>
                </a:lnTo>
                <a:lnTo>
                  <a:pt x="69" y="77"/>
                </a:lnTo>
                <a:lnTo>
                  <a:pt x="71" y="77"/>
                </a:lnTo>
                <a:lnTo>
                  <a:pt x="71" y="76"/>
                </a:lnTo>
                <a:lnTo>
                  <a:pt x="71" y="78"/>
                </a:lnTo>
                <a:lnTo>
                  <a:pt x="72" y="79"/>
                </a:lnTo>
                <a:lnTo>
                  <a:pt x="71" y="80"/>
                </a:lnTo>
                <a:lnTo>
                  <a:pt x="72" y="81"/>
                </a:lnTo>
                <a:lnTo>
                  <a:pt x="72" y="82"/>
                </a:lnTo>
                <a:lnTo>
                  <a:pt x="72" y="83"/>
                </a:lnTo>
                <a:lnTo>
                  <a:pt x="72" y="84"/>
                </a:lnTo>
                <a:lnTo>
                  <a:pt x="72" y="86"/>
                </a:lnTo>
                <a:lnTo>
                  <a:pt x="71" y="87"/>
                </a:lnTo>
                <a:lnTo>
                  <a:pt x="71" y="88"/>
                </a:lnTo>
                <a:lnTo>
                  <a:pt x="71" y="90"/>
                </a:lnTo>
                <a:lnTo>
                  <a:pt x="73" y="91"/>
                </a:lnTo>
                <a:lnTo>
                  <a:pt x="74" y="91"/>
                </a:lnTo>
                <a:lnTo>
                  <a:pt x="74" y="92"/>
                </a:lnTo>
                <a:lnTo>
                  <a:pt x="73" y="92"/>
                </a:lnTo>
                <a:lnTo>
                  <a:pt x="73" y="93"/>
                </a:lnTo>
                <a:lnTo>
                  <a:pt x="72" y="94"/>
                </a:lnTo>
                <a:lnTo>
                  <a:pt x="71" y="94"/>
                </a:lnTo>
                <a:lnTo>
                  <a:pt x="69" y="95"/>
                </a:lnTo>
                <a:lnTo>
                  <a:pt x="71" y="96"/>
                </a:lnTo>
                <a:lnTo>
                  <a:pt x="69" y="97"/>
                </a:lnTo>
                <a:lnTo>
                  <a:pt x="68" y="98"/>
                </a:lnTo>
                <a:lnTo>
                  <a:pt x="67" y="98"/>
                </a:lnTo>
                <a:lnTo>
                  <a:pt x="66" y="98"/>
                </a:lnTo>
                <a:lnTo>
                  <a:pt x="65" y="98"/>
                </a:lnTo>
                <a:lnTo>
                  <a:pt x="64" y="98"/>
                </a:lnTo>
                <a:lnTo>
                  <a:pt x="63" y="97"/>
                </a:lnTo>
                <a:lnTo>
                  <a:pt x="62" y="97"/>
                </a:lnTo>
                <a:lnTo>
                  <a:pt x="62" y="96"/>
                </a:lnTo>
                <a:lnTo>
                  <a:pt x="60" y="96"/>
                </a:lnTo>
                <a:lnTo>
                  <a:pt x="58" y="95"/>
                </a:lnTo>
                <a:lnTo>
                  <a:pt x="55" y="94"/>
                </a:lnTo>
                <a:lnTo>
                  <a:pt x="52" y="94"/>
                </a:lnTo>
                <a:lnTo>
                  <a:pt x="51" y="93"/>
                </a:lnTo>
                <a:lnTo>
                  <a:pt x="49" y="93"/>
                </a:lnTo>
                <a:lnTo>
                  <a:pt x="48" y="93"/>
                </a:lnTo>
                <a:lnTo>
                  <a:pt x="47" y="94"/>
                </a:lnTo>
                <a:lnTo>
                  <a:pt x="46" y="95"/>
                </a:lnTo>
                <a:lnTo>
                  <a:pt x="45" y="95"/>
                </a:lnTo>
                <a:lnTo>
                  <a:pt x="44" y="96"/>
                </a:lnTo>
                <a:lnTo>
                  <a:pt x="43" y="97"/>
                </a:lnTo>
                <a:lnTo>
                  <a:pt x="42" y="97"/>
                </a:lnTo>
                <a:lnTo>
                  <a:pt x="42" y="95"/>
                </a:lnTo>
                <a:lnTo>
                  <a:pt x="41" y="94"/>
                </a:lnTo>
                <a:lnTo>
                  <a:pt x="41" y="95"/>
                </a:lnTo>
                <a:lnTo>
                  <a:pt x="40" y="96"/>
                </a:lnTo>
                <a:lnTo>
                  <a:pt x="40" y="95"/>
                </a:lnTo>
                <a:lnTo>
                  <a:pt x="39" y="94"/>
                </a:lnTo>
                <a:lnTo>
                  <a:pt x="39" y="93"/>
                </a:lnTo>
                <a:lnTo>
                  <a:pt x="39" y="92"/>
                </a:lnTo>
                <a:lnTo>
                  <a:pt x="39" y="91"/>
                </a:lnTo>
                <a:lnTo>
                  <a:pt x="39" y="90"/>
                </a:lnTo>
                <a:lnTo>
                  <a:pt x="38" y="89"/>
                </a:lnTo>
                <a:lnTo>
                  <a:pt x="37" y="89"/>
                </a:lnTo>
                <a:lnTo>
                  <a:pt x="37" y="88"/>
                </a:lnTo>
                <a:lnTo>
                  <a:pt x="36" y="88"/>
                </a:lnTo>
                <a:lnTo>
                  <a:pt x="36" y="87"/>
                </a:lnTo>
                <a:lnTo>
                  <a:pt x="36" y="86"/>
                </a:lnTo>
                <a:lnTo>
                  <a:pt x="37" y="86"/>
                </a:lnTo>
                <a:lnTo>
                  <a:pt x="37" y="84"/>
                </a:lnTo>
                <a:lnTo>
                  <a:pt x="37" y="83"/>
                </a:lnTo>
                <a:lnTo>
                  <a:pt x="37" y="82"/>
                </a:lnTo>
                <a:lnTo>
                  <a:pt x="36" y="82"/>
                </a:lnTo>
                <a:lnTo>
                  <a:pt x="35" y="82"/>
                </a:lnTo>
                <a:lnTo>
                  <a:pt x="32" y="82"/>
                </a:lnTo>
                <a:lnTo>
                  <a:pt x="31" y="83"/>
                </a:lnTo>
                <a:lnTo>
                  <a:pt x="31" y="84"/>
                </a:lnTo>
                <a:lnTo>
                  <a:pt x="31" y="86"/>
                </a:lnTo>
                <a:lnTo>
                  <a:pt x="31" y="87"/>
                </a:lnTo>
                <a:lnTo>
                  <a:pt x="30" y="88"/>
                </a:lnTo>
                <a:lnTo>
                  <a:pt x="30" y="87"/>
                </a:lnTo>
                <a:lnTo>
                  <a:pt x="28" y="87"/>
                </a:lnTo>
                <a:lnTo>
                  <a:pt x="28" y="86"/>
                </a:lnTo>
                <a:lnTo>
                  <a:pt x="27" y="84"/>
                </a:lnTo>
                <a:lnTo>
                  <a:pt x="27" y="83"/>
                </a:lnTo>
                <a:lnTo>
                  <a:pt x="27" y="82"/>
                </a:lnTo>
                <a:lnTo>
                  <a:pt x="26" y="81"/>
                </a:lnTo>
                <a:lnTo>
                  <a:pt x="27" y="81"/>
                </a:lnTo>
                <a:lnTo>
                  <a:pt x="26" y="81"/>
                </a:lnTo>
                <a:lnTo>
                  <a:pt x="26" y="79"/>
                </a:lnTo>
                <a:lnTo>
                  <a:pt x="27" y="79"/>
                </a:lnTo>
                <a:lnTo>
                  <a:pt x="28" y="79"/>
                </a:lnTo>
                <a:lnTo>
                  <a:pt x="29" y="78"/>
                </a:lnTo>
                <a:lnTo>
                  <a:pt x="30" y="78"/>
                </a:lnTo>
                <a:lnTo>
                  <a:pt x="31" y="78"/>
                </a:lnTo>
                <a:lnTo>
                  <a:pt x="31" y="77"/>
                </a:lnTo>
                <a:lnTo>
                  <a:pt x="30" y="77"/>
                </a:lnTo>
                <a:lnTo>
                  <a:pt x="29" y="76"/>
                </a:lnTo>
                <a:lnTo>
                  <a:pt x="30" y="76"/>
                </a:lnTo>
                <a:lnTo>
                  <a:pt x="30" y="75"/>
                </a:lnTo>
                <a:lnTo>
                  <a:pt x="30" y="74"/>
                </a:lnTo>
                <a:lnTo>
                  <a:pt x="29" y="73"/>
                </a:lnTo>
                <a:lnTo>
                  <a:pt x="28" y="73"/>
                </a:lnTo>
                <a:lnTo>
                  <a:pt x="28" y="72"/>
                </a:lnTo>
                <a:lnTo>
                  <a:pt x="28" y="71"/>
                </a:lnTo>
                <a:lnTo>
                  <a:pt x="29" y="70"/>
                </a:lnTo>
                <a:lnTo>
                  <a:pt x="29" y="69"/>
                </a:lnTo>
                <a:lnTo>
                  <a:pt x="30" y="68"/>
                </a:lnTo>
                <a:lnTo>
                  <a:pt x="30" y="67"/>
                </a:lnTo>
                <a:lnTo>
                  <a:pt x="31" y="67"/>
                </a:lnTo>
                <a:lnTo>
                  <a:pt x="32" y="67"/>
                </a:lnTo>
                <a:lnTo>
                  <a:pt x="33" y="67"/>
                </a:lnTo>
                <a:lnTo>
                  <a:pt x="34" y="67"/>
                </a:lnTo>
                <a:lnTo>
                  <a:pt x="34" y="68"/>
                </a:lnTo>
                <a:lnTo>
                  <a:pt x="34" y="67"/>
                </a:lnTo>
                <a:lnTo>
                  <a:pt x="34" y="66"/>
                </a:lnTo>
                <a:lnTo>
                  <a:pt x="34" y="65"/>
                </a:lnTo>
                <a:lnTo>
                  <a:pt x="33" y="65"/>
                </a:lnTo>
                <a:lnTo>
                  <a:pt x="32" y="64"/>
                </a:lnTo>
                <a:lnTo>
                  <a:pt x="32" y="63"/>
                </a:lnTo>
                <a:lnTo>
                  <a:pt x="32" y="62"/>
                </a:lnTo>
                <a:lnTo>
                  <a:pt x="31" y="61"/>
                </a:lnTo>
                <a:lnTo>
                  <a:pt x="31" y="60"/>
                </a:lnTo>
                <a:lnTo>
                  <a:pt x="30" y="59"/>
                </a:lnTo>
                <a:lnTo>
                  <a:pt x="30" y="57"/>
                </a:lnTo>
                <a:lnTo>
                  <a:pt x="30" y="56"/>
                </a:lnTo>
                <a:lnTo>
                  <a:pt x="29" y="54"/>
                </a:lnTo>
                <a:lnTo>
                  <a:pt x="28" y="54"/>
                </a:lnTo>
                <a:lnTo>
                  <a:pt x="27" y="53"/>
                </a:lnTo>
                <a:lnTo>
                  <a:pt x="26" y="53"/>
                </a:lnTo>
                <a:lnTo>
                  <a:pt x="26" y="54"/>
                </a:lnTo>
                <a:lnTo>
                  <a:pt x="26" y="55"/>
                </a:lnTo>
                <a:lnTo>
                  <a:pt x="27" y="56"/>
                </a:lnTo>
                <a:lnTo>
                  <a:pt x="27" y="57"/>
                </a:lnTo>
                <a:lnTo>
                  <a:pt x="26" y="57"/>
                </a:lnTo>
                <a:lnTo>
                  <a:pt x="25" y="57"/>
                </a:lnTo>
                <a:lnTo>
                  <a:pt x="24" y="56"/>
                </a:lnTo>
                <a:lnTo>
                  <a:pt x="23" y="55"/>
                </a:lnTo>
                <a:lnTo>
                  <a:pt x="23" y="54"/>
                </a:lnTo>
                <a:lnTo>
                  <a:pt x="22" y="54"/>
                </a:lnTo>
                <a:lnTo>
                  <a:pt x="21" y="54"/>
                </a:lnTo>
                <a:lnTo>
                  <a:pt x="20" y="54"/>
                </a:lnTo>
                <a:lnTo>
                  <a:pt x="19" y="54"/>
                </a:lnTo>
                <a:lnTo>
                  <a:pt x="18" y="54"/>
                </a:lnTo>
                <a:lnTo>
                  <a:pt x="17" y="53"/>
                </a:lnTo>
                <a:lnTo>
                  <a:pt x="16" y="53"/>
                </a:lnTo>
                <a:lnTo>
                  <a:pt x="16" y="52"/>
                </a:lnTo>
                <a:lnTo>
                  <a:pt x="15" y="52"/>
                </a:lnTo>
                <a:lnTo>
                  <a:pt x="15" y="51"/>
                </a:lnTo>
                <a:lnTo>
                  <a:pt x="14" y="50"/>
                </a:lnTo>
                <a:lnTo>
                  <a:pt x="13" y="49"/>
                </a:lnTo>
                <a:lnTo>
                  <a:pt x="12" y="49"/>
                </a:lnTo>
                <a:lnTo>
                  <a:pt x="11" y="48"/>
                </a:lnTo>
                <a:lnTo>
                  <a:pt x="11" y="47"/>
                </a:lnTo>
                <a:lnTo>
                  <a:pt x="10" y="47"/>
                </a:lnTo>
                <a:lnTo>
                  <a:pt x="10" y="48"/>
                </a:lnTo>
                <a:lnTo>
                  <a:pt x="10" y="49"/>
                </a:lnTo>
                <a:lnTo>
                  <a:pt x="9" y="49"/>
                </a:lnTo>
                <a:lnTo>
                  <a:pt x="7" y="48"/>
                </a:lnTo>
                <a:lnTo>
                  <a:pt x="6" y="46"/>
                </a:lnTo>
                <a:lnTo>
                  <a:pt x="6" y="44"/>
                </a:lnTo>
                <a:lnTo>
                  <a:pt x="6" y="43"/>
                </a:lnTo>
                <a:lnTo>
                  <a:pt x="6" y="42"/>
                </a:lnTo>
                <a:lnTo>
                  <a:pt x="5" y="41"/>
                </a:lnTo>
                <a:lnTo>
                  <a:pt x="5" y="39"/>
                </a:lnTo>
                <a:lnTo>
                  <a:pt x="5" y="38"/>
                </a:lnTo>
                <a:lnTo>
                  <a:pt x="5" y="36"/>
                </a:lnTo>
                <a:lnTo>
                  <a:pt x="5" y="35"/>
                </a:lnTo>
                <a:lnTo>
                  <a:pt x="4" y="35"/>
                </a:lnTo>
                <a:lnTo>
                  <a:pt x="4" y="34"/>
                </a:lnTo>
                <a:lnTo>
                  <a:pt x="3" y="34"/>
                </a:lnTo>
                <a:lnTo>
                  <a:pt x="2" y="34"/>
                </a:lnTo>
                <a:lnTo>
                  <a:pt x="1" y="34"/>
                </a:lnTo>
                <a:lnTo>
                  <a:pt x="1" y="33"/>
                </a:lnTo>
                <a:lnTo>
                  <a:pt x="0" y="33"/>
                </a:lnTo>
                <a:lnTo>
                  <a:pt x="0" y="32"/>
                </a:lnTo>
                <a:lnTo>
                  <a:pt x="1" y="31"/>
                </a:lnTo>
                <a:lnTo>
                  <a:pt x="2" y="31"/>
                </a:lnTo>
                <a:lnTo>
                  <a:pt x="2" y="30"/>
                </a:lnTo>
                <a:lnTo>
                  <a:pt x="1" y="30"/>
                </a:lnTo>
                <a:lnTo>
                  <a:pt x="1" y="29"/>
                </a:lnTo>
                <a:lnTo>
                  <a:pt x="2" y="28"/>
                </a:lnTo>
                <a:lnTo>
                  <a:pt x="2" y="27"/>
                </a:lnTo>
                <a:lnTo>
                  <a:pt x="3" y="26"/>
                </a:lnTo>
                <a:lnTo>
                  <a:pt x="2" y="25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4" y="17"/>
                </a:lnTo>
                <a:lnTo>
                  <a:pt x="4" y="18"/>
                </a:lnTo>
                <a:lnTo>
                  <a:pt x="5" y="18"/>
                </a:lnTo>
                <a:lnTo>
                  <a:pt x="8" y="18"/>
                </a:lnTo>
                <a:lnTo>
                  <a:pt x="9" y="17"/>
                </a:lnTo>
                <a:lnTo>
                  <a:pt x="8" y="16"/>
                </a:lnTo>
                <a:lnTo>
                  <a:pt x="9" y="15"/>
                </a:lnTo>
                <a:lnTo>
                  <a:pt x="10" y="13"/>
                </a:lnTo>
                <a:lnTo>
                  <a:pt x="11" y="13"/>
                </a:lnTo>
                <a:lnTo>
                  <a:pt x="12" y="13"/>
                </a:lnTo>
                <a:lnTo>
                  <a:pt x="12" y="12"/>
                </a:lnTo>
                <a:lnTo>
                  <a:pt x="13" y="12"/>
                </a:lnTo>
                <a:lnTo>
                  <a:pt x="14" y="12"/>
                </a:lnTo>
                <a:lnTo>
                  <a:pt x="15" y="14"/>
                </a:lnTo>
                <a:lnTo>
                  <a:pt x="16" y="14"/>
                </a:lnTo>
                <a:lnTo>
                  <a:pt x="16" y="15"/>
                </a:lnTo>
                <a:lnTo>
                  <a:pt x="17" y="14"/>
                </a:lnTo>
                <a:lnTo>
                  <a:pt x="19" y="13"/>
                </a:lnTo>
                <a:lnTo>
                  <a:pt x="20" y="13"/>
                </a:lnTo>
                <a:lnTo>
                  <a:pt x="21" y="12"/>
                </a:lnTo>
                <a:lnTo>
                  <a:pt x="21" y="11"/>
                </a:lnTo>
                <a:lnTo>
                  <a:pt x="22" y="11"/>
                </a:lnTo>
                <a:lnTo>
                  <a:pt x="23" y="12"/>
                </a:lnTo>
                <a:lnTo>
                  <a:pt x="24" y="12"/>
                </a:lnTo>
                <a:lnTo>
                  <a:pt x="25" y="11"/>
                </a:lnTo>
                <a:lnTo>
                  <a:pt x="26" y="12"/>
                </a:lnTo>
                <a:lnTo>
                  <a:pt x="27" y="13"/>
                </a:lnTo>
                <a:lnTo>
                  <a:pt x="28" y="12"/>
                </a:lnTo>
                <a:lnTo>
                  <a:pt x="29" y="12"/>
                </a:lnTo>
                <a:lnTo>
                  <a:pt x="30" y="11"/>
                </a:lnTo>
                <a:lnTo>
                  <a:pt x="31" y="11"/>
                </a:lnTo>
                <a:lnTo>
                  <a:pt x="32" y="13"/>
                </a:lnTo>
                <a:lnTo>
                  <a:pt x="33" y="13"/>
                </a:lnTo>
                <a:lnTo>
                  <a:pt x="34" y="13"/>
                </a:lnTo>
                <a:lnTo>
                  <a:pt x="35" y="13"/>
                </a:lnTo>
                <a:lnTo>
                  <a:pt x="36" y="14"/>
                </a:lnTo>
                <a:lnTo>
                  <a:pt x="39" y="14"/>
                </a:lnTo>
                <a:lnTo>
                  <a:pt x="40" y="14"/>
                </a:lnTo>
                <a:lnTo>
                  <a:pt x="40" y="13"/>
                </a:lnTo>
                <a:lnTo>
                  <a:pt x="40" y="12"/>
                </a:lnTo>
                <a:lnTo>
                  <a:pt x="41" y="10"/>
                </a:lnTo>
                <a:lnTo>
                  <a:pt x="42" y="9"/>
                </a:lnTo>
                <a:lnTo>
                  <a:pt x="44" y="8"/>
                </a:lnTo>
                <a:lnTo>
                  <a:pt x="44" y="7"/>
                </a:lnTo>
                <a:lnTo>
                  <a:pt x="45" y="7"/>
                </a:lnTo>
                <a:lnTo>
                  <a:pt x="45" y="6"/>
                </a:lnTo>
                <a:lnTo>
                  <a:pt x="46" y="5"/>
                </a:lnTo>
                <a:lnTo>
                  <a:pt x="47" y="5"/>
                </a:lnTo>
                <a:lnTo>
                  <a:pt x="48" y="4"/>
                </a:lnTo>
                <a:lnTo>
                  <a:pt x="48" y="3"/>
                </a:lnTo>
                <a:lnTo>
                  <a:pt x="50" y="3"/>
                </a:lnTo>
                <a:lnTo>
                  <a:pt x="53" y="3"/>
                </a:lnTo>
                <a:lnTo>
                  <a:pt x="54" y="4"/>
                </a:lnTo>
                <a:lnTo>
                  <a:pt x="55" y="4"/>
                </a:lnTo>
                <a:lnTo>
                  <a:pt x="55" y="5"/>
                </a:lnTo>
                <a:lnTo>
                  <a:pt x="56" y="5"/>
                </a:lnTo>
                <a:lnTo>
                  <a:pt x="58" y="4"/>
                </a:lnTo>
                <a:lnTo>
                  <a:pt x="59" y="3"/>
                </a:lnTo>
                <a:lnTo>
                  <a:pt x="59" y="2"/>
                </a:lnTo>
                <a:lnTo>
                  <a:pt x="60" y="2"/>
                </a:lnTo>
                <a:lnTo>
                  <a:pt x="61" y="2"/>
                </a:lnTo>
                <a:lnTo>
                  <a:pt x="62" y="2"/>
                </a:lnTo>
                <a:lnTo>
                  <a:pt x="62" y="3"/>
                </a:lnTo>
                <a:lnTo>
                  <a:pt x="63" y="3"/>
                </a:lnTo>
                <a:lnTo>
                  <a:pt x="63" y="2"/>
                </a:lnTo>
                <a:lnTo>
                  <a:pt x="63" y="1"/>
                </a:lnTo>
                <a:lnTo>
                  <a:pt x="63" y="0"/>
                </a:lnTo>
                <a:lnTo>
                  <a:pt x="64" y="0"/>
                </a:lnTo>
                <a:lnTo>
                  <a:pt x="64" y="1"/>
                </a:lnTo>
                <a:lnTo>
                  <a:pt x="64" y="2"/>
                </a:lnTo>
                <a:lnTo>
                  <a:pt x="65" y="2"/>
                </a:lnTo>
                <a:lnTo>
                  <a:pt x="66" y="3"/>
                </a:lnTo>
                <a:lnTo>
                  <a:pt x="66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" name=""/>
          <p:cNvSpPr/>
          <p:nvPr/>
        </p:nvSpPr>
        <p:spPr>
          <a:xfrm>
            <a:off x="4572720" y="1247760"/>
            <a:ext cx="223560" cy="475200"/>
          </a:xfrm>
          <a:custGeom>
            <a:avLst/>
            <a:gdLst/>
            <a:ahLst/>
            <a:rect l="0" t="0" r="r" b="b"/>
            <a:pathLst>
              <a:path w="621" h="1320">
                <a:moveTo>
                  <a:pt x="533" y="2"/>
                </a:moveTo>
                <a:lnTo>
                  <a:pt x="534" y="3"/>
                </a:lnTo>
                <a:lnTo>
                  <a:pt x="534" y="4"/>
                </a:lnTo>
                <a:lnTo>
                  <a:pt x="534" y="5"/>
                </a:lnTo>
                <a:lnTo>
                  <a:pt x="535" y="5"/>
                </a:lnTo>
                <a:lnTo>
                  <a:pt x="535" y="6"/>
                </a:lnTo>
                <a:lnTo>
                  <a:pt x="536" y="6"/>
                </a:lnTo>
                <a:lnTo>
                  <a:pt x="536" y="7"/>
                </a:lnTo>
                <a:lnTo>
                  <a:pt x="537" y="8"/>
                </a:lnTo>
                <a:lnTo>
                  <a:pt x="537" y="9"/>
                </a:lnTo>
                <a:lnTo>
                  <a:pt x="538" y="9"/>
                </a:lnTo>
                <a:lnTo>
                  <a:pt x="539" y="10"/>
                </a:lnTo>
                <a:lnTo>
                  <a:pt x="539" y="11"/>
                </a:lnTo>
                <a:lnTo>
                  <a:pt x="539" y="12"/>
                </a:lnTo>
                <a:lnTo>
                  <a:pt x="540" y="14"/>
                </a:lnTo>
                <a:lnTo>
                  <a:pt x="542" y="17"/>
                </a:lnTo>
                <a:lnTo>
                  <a:pt x="544" y="20"/>
                </a:lnTo>
                <a:lnTo>
                  <a:pt x="545" y="20"/>
                </a:lnTo>
                <a:lnTo>
                  <a:pt x="546" y="21"/>
                </a:lnTo>
                <a:lnTo>
                  <a:pt x="546" y="22"/>
                </a:lnTo>
                <a:lnTo>
                  <a:pt x="546" y="23"/>
                </a:lnTo>
                <a:lnTo>
                  <a:pt x="545" y="23"/>
                </a:lnTo>
                <a:lnTo>
                  <a:pt x="545" y="24"/>
                </a:lnTo>
                <a:lnTo>
                  <a:pt x="546" y="24"/>
                </a:lnTo>
                <a:lnTo>
                  <a:pt x="546" y="25"/>
                </a:lnTo>
                <a:lnTo>
                  <a:pt x="547" y="25"/>
                </a:lnTo>
                <a:lnTo>
                  <a:pt x="547" y="26"/>
                </a:lnTo>
                <a:lnTo>
                  <a:pt x="548" y="27"/>
                </a:lnTo>
                <a:lnTo>
                  <a:pt x="549" y="27"/>
                </a:lnTo>
                <a:lnTo>
                  <a:pt x="549" y="28"/>
                </a:lnTo>
                <a:lnTo>
                  <a:pt x="550" y="28"/>
                </a:lnTo>
                <a:lnTo>
                  <a:pt x="552" y="28"/>
                </a:lnTo>
                <a:lnTo>
                  <a:pt x="553" y="28"/>
                </a:lnTo>
                <a:lnTo>
                  <a:pt x="553" y="27"/>
                </a:lnTo>
                <a:lnTo>
                  <a:pt x="553" y="26"/>
                </a:lnTo>
                <a:lnTo>
                  <a:pt x="554" y="26"/>
                </a:lnTo>
                <a:lnTo>
                  <a:pt x="554" y="27"/>
                </a:lnTo>
                <a:lnTo>
                  <a:pt x="555" y="27"/>
                </a:lnTo>
                <a:lnTo>
                  <a:pt x="555" y="28"/>
                </a:lnTo>
                <a:lnTo>
                  <a:pt x="556" y="29"/>
                </a:lnTo>
                <a:lnTo>
                  <a:pt x="557" y="29"/>
                </a:lnTo>
                <a:lnTo>
                  <a:pt x="558" y="31"/>
                </a:lnTo>
                <a:lnTo>
                  <a:pt x="558" y="32"/>
                </a:lnTo>
                <a:lnTo>
                  <a:pt x="557" y="32"/>
                </a:lnTo>
                <a:lnTo>
                  <a:pt x="557" y="33"/>
                </a:lnTo>
                <a:lnTo>
                  <a:pt x="556" y="34"/>
                </a:lnTo>
                <a:lnTo>
                  <a:pt x="557" y="34"/>
                </a:lnTo>
                <a:lnTo>
                  <a:pt x="557" y="37"/>
                </a:lnTo>
                <a:lnTo>
                  <a:pt x="557" y="38"/>
                </a:lnTo>
                <a:lnTo>
                  <a:pt x="558" y="39"/>
                </a:lnTo>
                <a:lnTo>
                  <a:pt x="559" y="39"/>
                </a:lnTo>
                <a:lnTo>
                  <a:pt x="560" y="39"/>
                </a:lnTo>
                <a:lnTo>
                  <a:pt x="560" y="40"/>
                </a:lnTo>
                <a:lnTo>
                  <a:pt x="560" y="41"/>
                </a:lnTo>
                <a:lnTo>
                  <a:pt x="560" y="42"/>
                </a:lnTo>
                <a:lnTo>
                  <a:pt x="560" y="43"/>
                </a:lnTo>
                <a:lnTo>
                  <a:pt x="559" y="43"/>
                </a:lnTo>
                <a:lnTo>
                  <a:pt x="559" y="45"/>
                </a:lnTo>
                <a:lnTo>
                  <a:pt x="559" y="46"/>
                </a:lnTo>
                <a:lnTo>
                  <a:pt x="559" y="47"/>
                </a:lnTo>
                <a:lnTo>
                  <a:pt x="559" y="50"/>
                </a:lnTo>
                <a:lnTo>
                  <a:pt x="559" y="51"/>
                </a:lnTo>
                <a:lnTo>
                  <a:pt x="558" y="51"/>
                </a:lnTo>
                <a:lnTo>
                  <a:pt x="558" y="52"/>
                </a:lnTo>
                <a:lnTo>
                  <a:pt x="557" y="54"/>
                </a:lnTo>
                <a:lnTo>
                  <a:pt x="557" y="55"/>
                </a:lnTo>
                <a:lnTo>
                  <a:pt x="558" y="57"/>
                </a:lnTo>
                <a:lnTo>
                  <a:pt x="559" y="58"/>
                </a:lnTo>
                <a:lnTo>
                  <a:pt x="560" y="58"/>
                </a:lnTo>
                <a:lnTo>
                  <a:pt x="561" y="59"/>
                </a:lnTo>
                <a:lnTo>
                  <a:pt x="562" y="60"/>
                </a:lnTo>
                <a:lnTo>
                  <a:pt x="563" y="60"/>
                </a:lnTo>
                <a:lnTo>
                  <a:pt x="563" y="62"/>
                </a:lnTo>
                <a:lnTo>
                  <a:pt x="562" y="63"/>
                </a:lnTo>
                <a:lnTo>
                  <a:pt x="561" y="63"/>
                </a:lnTo>
                <a:lnTo>
                  <a:pt x="561" y="64"/>
                </a:lnTo>
                <a:lnTo>
                  <a:pt x="561" y="65"/>
                </a:lnTo>
                <a:lnTo>
                  <a:pt x="562" y="66"/>
                </a:lnTo>
                <a:lnTo>
                  <a:pt x="563" y="66"/>
                </a:lnTo>
                <a:lnTo>
                  <a:pt x="563" y="67"/>
                </a:lnTo>
                <a:lnTo>
                  <a:pt x="563" y="68"/>
                </a:lnTo>
                <a:lnTo>
                  <a:pt x="563" y="70"/>
                </a:lnTo>
                <a:lnTo>
                  <a:pt x="564" y="70"/>
                </a:lnTo>
                <a:lnTo>
                  <a:pt x="564" y="71"/>
                </a:lnTo>
                <a:lnTo>
                  <a:pt x="564" y="72"/>
                </a:lnTo>
                <a:lnTo>
                  <a:pt x="565" y="74"/>
                </a:lnTo>
                <a:lnTo>
                  <a:pt x="565" y="75"/>
                </a:lnTo>
                <a:lnTo>
                  <a:pt x="565" y="76"/>
                </a:lnTo>
                <a:lnTo>
                  <a:pt x="566" y="77"/>
                </a:lnTo>
                <a:lnTo>
                  <a:pt x="567" y="77"/>
                </a:lnTo>
                <a:lnTo>
                  <a:pt x="571" y="76"/>
                </a:lnTo>
                <a:lnTo>
                  <a:pt x="572" y="76"/>
                </a:lnTo>
                <a:lnTo>
                  <a:pt x="573" y="76"/>
                </a:lnTo>
                <a:lnTo>
                  <a:pt x="574" y="76"/>
                </a:lnTo>
                <a:lnTo>
                  <a:pt x="575" y="76"/>
                </a:lnTo>
                <a:lnTo>
                  <a:pt x="576" y="76"/>
                </a:lnTo>
                <a:lnTo>
                  <a:pt x="577" y="76"/>
                </a:lnTo>
                <a:lnTo>
                  <a:pt x="577" y="77"/>
                </a:lnTo>
                <a:lnTo>
                  <a:pt x="577" y="78"/>
                </a:lnTo>
                <a:lnTo>
                  <a:pt x="578" y="78"/>
                </a:lnTo>
                <a:lnTo>
                  <a:pt x="579" y="78"/>
                </a:lnTo>
                <a:lnTo>
                  <a:pt x="580" y="78"/>
                </a:lnTo>
                <a:lnTo>
                  <a:pt x="581" y="77"/>
                </a:lnTo>
                <a:lnTo>
                  <a:pt x="581" y="76"/>
                </a:lnTo>
                <a:lnTo>
                  <a:pt x="583" y="75"/>
                </a:lnTo>
                <a:lnTo>
                  <a:pt x="584" y="75"/>
                </a:lnTo>
                <a:lnTo>
                  <a:pt x="585" y="75"/>
                </a:lnTo>
                <a:lnTo>
                  <a:pt x="585" y="74"/>
                </a:lnTo>
                <a:lnTo>
                  <a:pt x="586" y="74"/>
                </a:lnTo>
                <a:lnTo>
                  <a:pt x="587" y="73"/>
                </a:lnTo>
                <a:lnTo>
                  <a:pt x="589" y="75"/>
                </a:lnTo>
                <a:lnTo>
                  <a:pt x="590" y="77"/>
                </a:lnTo>
                <a:lnTo>
                  <a:pt x="591" y="78"/>
                </a:lnTo>
                <a:lnTo>
                  <a:pt x="592" y="78"/>
                </a:lnTo>
                <a:lnTo>
                  <a:pt x="594" y="78"/>
                </a:lnTo>
                <a:lnTo>
                  <a:pt x="595" y="77"/>
                </a:lnTo>
                <a:lnTo>
                  <a:pt x="596" y="76"/>
                </a:lnTo>
                <a:lnTo>
                  <a:pt x="596" y="75"/>
                </a:lnTo>
                <a:lnTo>
                  <a:pt x="597" y="75"/>
                </a:lnTo>
                <a:lnTo>
                  <a:pt x="598" y="76"/>
                </a:lnTo>
                <a:lnTo>
                  <a:pt x="599" y="77"/>
                </a:lnTo>
                <a:lnTo>
                  <a:pt x="600" y="78"/>
                </a:lnTo>
                <a:lnTo>
                  <a:pt x="600" y="79"/>
                </a:lnTo>
                <a:lnTo>
                  <a:pt x="600" y="81"/>
                </a:lnTo>
                <a:lnTo>
                  <a:pt x="599" y="81"/>
                </a:lnTo>
                <a:lnTo>
                  <a:pt x="599" y="82"/>
                </a:lnTo>
                <a:lnTo>
                  <a:pt x="600" y="83"/>
                </a:lnTo>
                <a:lnTo>
                  <a:pt x="600" y="84"/>
                </a:lnTo>
                <a:lnTo>
                  <a:pt x="599" y="85"/>
                </a:lnTo>
                <a:lnTo>
                  <a:pt x="599" y="86"/>
                </a:lnTo>
                <a:lnTo>
                  <a:pt x="599" y="87"/>
                </a:lnTo>
                <a:lnTo>
                  <a:pt x="597" y="88"/>
                </a:lnTo>
                <a:lnTo>
                  <a:pt x="596" y="89"/>
                </a:lnTo>
                <a:lnTo>
                  <a:pt x="596" y="90"/>
                </a:lnTo>
                <a:lnTo>
                  <a:pt x="596" y="92"/>
                </a:lnTo>
                <a:lnTo>
                  <a:pt x="595" y="93"/>
                </a:lnTo>
                <a:lnTo>
                  <a:pt x="594" y="94"/>
                </a:lnTo>
                <a:lnTo>
                  <a:pt x="592" y="96"/>
                </a:lnTo>
                <a:lnTo>
                  <a:pt x="590" y="97"/>
                </a:lnTo>
                <a:lnTo>
                  <a:pt x="588" y="98"/>
                </a:lnTo>
                <a:lnTo>
                  <a:pt x="587" y="98"/>
                </a:lnTo>
                <a:lnTo>
                  <a:pt x="585" y="99"/>
                </a:lnTo>
                <a:lnTo>
                  <a:pt x="585" y="100"/>
                </a:lnTo>
                <a:lnTo>
                  <a:pt x="584" y="100"/>
                </a:lnTo>
                <a:lnTo>
                  <a:pt x="580" y="102"/>
                </a:lnTo>
                <a:lnTo>
                  <a:pt x="579" y="101"/>
                </a:lnTo>
                <a:lnTo>
                  <a:pt x="578" y="100"/>
                </a:lnTo>
                <a:lnTo>
                  <a:pt x="577" y="100"/>
                </a:lnTo>
                <a:lnTo>
                  <a:pt x="575" y="100"/>
                </a:lnTo>
                <a:lnTo>
                  <a:pt x="574" y="101"/>
                </a:lnTo>
                <a:lnTo>
                  <a:pt x="573" y="101"/>
                </a:lnTo>
                <a:lnTo>
                  <a:pt x="572" y="102"/>
                </a:lnTo>
                <a:lnTo>
                  <a:pt x="571" y="103"/>
                </a:lnTo>
                <a:lnTo>
                  <a:pt x="570" y="103"/>
                </a:lnTo>
                <a:lnTo>
                  <a:pt x="569" y="103"/>
                </a:lnTo>
                <a:lnTo>
                  <a:pt x="568" y="104"/>
                </a:lnTo>
                <a:lnTo>
                  <a:pt x="567" y="105"/>
                </a:lnTo>
                <a:lnTo>
                  <a:pt x="566" y="105"/>
                </a:lnTo>
                <a:lnTo>
                  <a:pt x="565" y="105"/>
                </a:lnTo>
                <a:lnTo>
                  <a:pt x="565" y="106"/>
                </a:lnTo>
                <a:lnTo>
                  <a:pt x="564" y="106"/>
                </a:lnTo>
                <a:lnTo>
                  <a:pt x="563" y="106"/>
                </a:lnTo>
                <a:lnTo>
                  <a:pt x="562" y="106"/>
                </a:lnTo>
                <a:lnTo>
                  <a:pt x="562" y="105"/>
                </a:lnTo>
                <a:lnTo>
                  <a:pt x="562" y="104"/>
                </a:lnTo>
                <a:lnTo>
                  <a:pt x="561" y="104"/>
                </a:lnTo>
                <a:lnTo>
                  <a:pt x="560" y="104"/>
                </a:lnTo>
                <a:lnTo>
                  <a:pt x="560" y="105"/>
                </a:lnTo>
                <a:lnTo>
                  <a:pt x="560" y="106"/>
                </a:lnTo>
                <a:lnTo>
                  <a:pt x="559" y="107"/>
                </a:lnTo>
                <a:lnTo>
                  <a:pt x="559" y="108"/>
                </a:lnTo>
                <a:lnTo>
                  <a:pt x="558" y="108"/>
                </a:lnTo>
                <a:lnTo>
                  <a:pt x="557" y="109"/>
                </a:lnTo>
                <a:lnTo>
                  <a:pt x="556" y="109"/>
                </a:lnTo>
                <a:lnTo>
                  <a:pt x="557" y="110"/>
                </a:lnTo>
                <a:lnTo>
                  <a:pt x="557" y="111"/>
                </a:lnTo>
                <a:lnTo>
                  <a:pt x="558" y="111"/>
                </a:lnTo>
                <a:lnTo>
                  <a:pt x="558" y="112"/>
                </a:lnTo>
                <a:lnTo>
                  <a:pt x="557" y="113"/>
                </a:lnTo>
                <a:lnTo>
                  <a:pt x="556" y="113"/>
                </a:lnTo>
                <a:lnTo>
                  <a:pt x="556" y="112"/>
                </a:lnTo>
                <a:lnTo>
                  <a:pt x="555" y="112"/>
                </a:lnTo>
                <a:lnTo>
                  <a:pt x="555" y="113"/>
                </a:lnTo>
                <a:lnTo>
                  <a:pt x="555" y="114"/>
                </a:lnTo>
                <a:lnTo>
                  <a:pt x="554" y="114"/>
                </a:lnTo>
                <a:lnTo>
                  <a:pt x="553" y="114"/>
                </a:lnTo>
                <a:lnTo>
                  <a:pt x="551" y="114"/>
                </a:lnTo>
                <a:lnTo>
                  <a:pt x="550" y="114"/>
                </a:lnTo>
                <a:lnTo>
                  <a:pt x="549" y="115"/>
                </a:lnTo>
                <a:lnTo>
                  <a:pt x="547" y="116"/>
                </a:lnTo>
                <a:lnTo>
                  <a:pt x="546" y="116"/>
                </a:lnTo>
                <a:lnTo>
                  <a:pt x="546" y="117"/>
                </a:lnTo>
                <a:lnTo>
                  <a:pt x="545" y="118"/>
                </a:lnTo>
                <a:lnTo>
                  <a:pt x="544" y="118"/>
                </a:lnTo>
                <a:lnTo>
                  <a:pt x="543" y="118"/>
                </a:lnTo>
                <a:lnTo>
                  <a:pt x="541" y="118"/>
                </a:lnTo>
                <a:lnTo>
                  <a:pt x="540" y="118"/>
                </a:lnTo>
                <a:lnTo>
                  <a:pt x="541" y="118"/>
                </a:lnTo>
                <a:lnTo>
                  <a:pt x="541" y="117"/>
                </a:lnTo>
                <a:lnTo>
                  <a:pt x="541" y="116"/>
                </a:lnTo>
                <a:lnTo>
                  <a:pt x="539" y="115"/>
                </a:lnTo>
                <a:lnTo>
                  <a:pt x="537" y="115"/>
                </a:lnTo>
                <a:lnTo>
                  <a:pt x="536" y="115"/>
                </a:lnTo>
                <a:lnTo>
                  <a:pt x="536" y="116"/>
                </a:lnTo>
                <a:lnTo>
                  <a:pt x="535" y="116"/>
                </a:lnTo>
                <a:lnTo>
                  <a:pt x="535" y="117"/>
                </a:lnTo>
                <a:lnTo>
                  <a:pt x="534" y="117"/>
                </a:lnTo>
                <a:lnTo>
                  <a:pt x="533" y="117"/>
                </a:lnTo>
                <a:lnTo>
                  <a:pt x="532" y="117"/>
                </a:lnTo>
                <a:lnTo>
                  <a:pt x="532" y="118"/>
                </a:lnTo>
                <a:lnTo>
                  <a:pt x="533" y="120"/>
                </a:lnTo>
                <a:lnTo>
                  <a:pt x="533" y="121"/>
                </a:lnTo>
                <a:lnTo>
                  <a:pt x="534" y="123"/>
                </a:lnTo>
                <a:lnTo>
                  <a:pt x="535" y="125"/>
                </a:lnTo>
                <a:lnTo>
                  <a:pt x="535" y="126"/>
                </a:lnTo>
                <a:lnTo>
                  <a:pt x="535" y="127"/>
                </a:lnTo>
                <a:lnTo>
                  <a:pt x="536" y="128"/>
                </a:lnTo>
                <a:lnTo>
                  <a:pt x="536" y="129"/>
                </a:lnTo>
                <a:lnTo>
                  <a:pt x="536" y="130"/>
                </a:lnTo>
                <a:lnTo>
                  <a:pt x="537" y="130"/>
                </a:lnTo>
                <a:lnTo>
                  <a:pt x="537" y="131"/>
                </a:lnTo>
                <a:lnTo>
                  <a:pt x="538" y="131"/>
                </a:lnTo>
                <a:lnTo>
                  <a:pt x="539" y="132"/>
                </a:lnTo>
                <a:lnTo>
                  <a:pt x="539" y="133"/>
                </a:lnTo>
                <a:lnTo>
                  <a:pt x="539" y="134"/>
                </a:lnTo>
                <a:lnTo>
                  <a:pt x="539" y="135"/>
                </a:lnTo>
                <a:lnTo>
                  <a:pt x="538" y="136"/>
                </a:lnTo>
                <a:lnTo>
                  <a:pt x="538" y="137"/>
                </a:lnTo>
                <a:lnTo>
                  <a:pt x="538" y="139"/>
                </a:lnTo>
                <a:lnTo>
                  <a:pt x="538" y="140"/>
                </a:lnTo>
                <a:lnTo>
                  <a:pt x="537" y="140"/>
                </a:lnTo>
                <a:lnTo>
                  <a:pt x="537" y="141"/>
                </a:lnTo>
                <a:lnTo>
                  <a:pt x="536" y="141"/>
                </a:lnTo>
                <a:lnTo>
                  <a:pt x="535" y="141"/>
                </a:lnTo>
                <a:lnTo>
                  <a:pt x="533" y="142"/>
                </a:lnTo>
                <a:lnTo>
                  <a:pt x="533" y="143"/>
                </a:lnTo>
                <a:lnTo>
                  <a:pt x="532" y="143"/>
                </a:lnTo>
                <a:lnTo>
                  <a:pt x="532" y="144"/>
                </a:lnTo>
                <a:lnTo>
                  <a:pt x="531" y="144"/>
                </a:lnTo>
                <a:lnTo>
                  <a:pt x="530" y="143"/>
                </a:lnTo>
                <a:lnTo>
                  <a:pt x="529" y="143"/>
                </a:lnTo>
                <a:lnTo>
                  <a:pt x="529" y="140"/>
                </a:lnTo>
                <a:lnTo>
                  <a:pt x="529" y="139"/>
                </a:lnTo>
                <a:lnTo>
                  <a:pt x="528" y="137"/>
                </a:lnTo>
                <a:lnTo>
                  <a:pt x="527" y="137"/>
                </a:lnTo>
                <a:lnTo>
                  <a:pt x="527" y="136"/>
                </a:lnTo>
                <a:lnTo>
                  <a:pt x="526" y="135"/>
                </a:lnTo>
                <a:lnTo>
                  <a:pt x="525" y="134"/>
                </a:lnTo>
                <a:lnTo>
                  <a:pt x="524" y="134"/>
                </a:lnTo>
                <a:lnTo>
                  <a:pt x="523" y="134"/>
                </a:lnTo>
                <a:lnTo>
                  <a:pt x="523" y="133"/>
                </a:lnTo>
                <a:lnTo>
                  <a:pt x="522" y="133"/>
                </a:lnTo>
                <a:lnTo>
                  <a:pt x="520" y="133"/>
                </a:lnTo>
                <a:lnTo>
                  <a:pt x="520" y="134"/>
                </a:lnTo>
                <a:lnTo>
                  <a:pt x="520" y="135"/>
                </a:lnTo>
                <a:lnTo>
                  <a:pt x="519" y="136"/>
                </a:lnTo>
                <a:lnTo>
                  <a:pt x="519" y="137"/>
                </a:lnTo>
                <a:lnTo>
                  <a:pt x="520" y="137"/>
                </a:lnTo>
                <a:lnTo>
                  <a:pt x="520" y="138"/>
                </a:lnTo>
                <a:lnTo>
                  <a:pt x="521" y="141"/>
                </a:lnTo>
                <a:lnTo>
                  <a:pt x="521" y="142"/>
                </a:lnTo>
                <a:lnTo>
                  <a:pt x="521" y="144"/>
                </a:lnTo>
                <a:lnTo>
                  <a:pt x="521" y="145"/>
                </a:lnTo>
                <a:lnTo>
                  <a:pt x="520" y="145"/>
                </a:lnTo>
                <a:lnTo>
                  <a:pt x="520" y="146"/>
                </a:lnTo>
                <a:lnTo>
                  <a:pt x="519" y="147"/>
                </a:lnTo>
                <a:lnTo>
                  <a:pt x="519" y="148"/>
                </a:lnTo>
                <a:lnTo>
                  <a:pt x="519" y="149"/>
                </a:lnTo>
                <a:lnTo>
                  <a:pt x="518" y="150"/>
                </a:lnTo>
                <a:lnTo>
                  <a:pt x="518" y="151"/>
                </a:lnTo>
                <a:lnTo>
                  <a:pt x="517" y="151"/>
                </a:lnTo>
                <a:lnTo>
                  <a:pt x="515" y="152"/>
                </a:lnTo>
                <a:lnTo>
                  <a:pt x="514" y="152"/>
                </a:lnTo>
                <a:lnTo>
                  <a:pt x="513" y="153"/>
                </a:lnTo>
                <a:lnTo>
                  <a:pt x="512" y="153"/>
                </a:lnTo>
                <a:lnTo>
                  <a:pt x="511" y="155"/>
                </a:lnTo>
                <a:lnTo>
                  <a:pt x="511" y="156"/>
                </a:lnTo>
                <a:lnTo>
                  <a:pt x="512" y="156"/>
                </a:lnTo>
                <a:lnTo>
                  <a:pt x="512" y="157"/>
                </a:lnTo>
                <a:lnTo>
                  <a:pt x="513" y="157"/>
                </a:lnTo>
                <a:lnTo>
                  <a:pt x="514" y="157"/>
                </a:lnTo>
                <a:lnTo>
                  <a:pt x="514" y="156"/>
                </a:lnTo>
                <a:lnTo>
                  <a:pt x="515" y="156"/>
                </a:lnTo>
                <a:lnTo>
                  <a:pt x="516" y="156"/>
                </a:lnTo>
                <a:lnTo>
                  <a:pt x="517" y="156"/>
                </a:lnTo>
                <a:lnTo>
                  <a:pt x="518" y="156"/>
                </a:lnTo>
                <a:lnTo>
                  <a:pt x="519" y="157"/>
                </a:lnTo>
                <a:lnTo>
                  <a:pt x="524" y="157"/>
                </a:lnTo>
                <a:lnTo>
                  <a:pt x="525" y="158"/>
                </a:lnTo>
                <a:lnTo>
                  <a:pt x="526" y="158"/>
                </a:lnTo>
                <a:lnTo>
                  <a:pt x="527" y="158"/>
                </a:lnTo>
                <a:lnTo>
                  <a:pt x="528" y="158"/>
                </a:lnTo>
                <a:lnTo>
                  <a:pt x="529" y="158"/>
                </a:lnTo>
                <a:lnTo>
                  <a:pt x="530" y="159"/>
                </a:lnTo>
                <a:lnTo>
                  <a:pt x="530" y="161"/>
                </a:lnTo>
                <a:lnTo>
                  <a:pt x="530" y="162"/>
                </a:lnTo>
                <a:lnTo>
                  <a:pt x="530" y="163"/>
                </a:lnTo>
                <a:lnTo>
                  <a:pt x="530" y="164"/>
                </a:lnTo>
                <a:lnTo>
                  <a:pt x="531" y="165"/>
                </a:lnTo>
                <a:lnTo>
                  <a:pt x="531" y="166"/>
                </a:lnTo>
                <a:lnTo>
                  <a:pt x="532" y="166"/>
                </a:lnTo>
                <a:lnTo>
                  <a:pt x="532" y="167"/>
                </a:lnTo>
                <a:lnTo>
                  <a:pt x="532" y="168"/>
                </a:lnTo>
                <a:lnTo>
                  <a:pt x="532" y="170"/>
                </a:lnTo>
                <a:lnTo>
                  <a:pt x="533" y="170"/>
                </a:lnTo>
                <a:lnTo>
                  <a:pt x="534" y="172"/>
                </a:lnTo>
                <a:lnTo>
                  <a:pt x="534" y="173"/>
                </a:lnTo>
                <a:lnTo>
                  <a:pt x="535" y="172"/>
                </a:lnTo>
                <a:lnTo>
                  <a:pt x="536" y="172"/>
                </a:lnTo>
                <a:lnTo>
                  <a:pt x="537" y="172"/>
                </a:lnTo>
                <a:lnTo>
                  <a:pt x="537" y="171"/>
                </a:lnTo>
                <a:lnTo>
                  <a:pt x="538" y="171"/>
                </a:lnTo>
                <a:lnTo>
                  <a:pt x="538" y="172"/>
                </a:lnTo>
                <a:lnTo>
                  <a:pt x="540" y="173"/>
                </a:lnTo>
                <a:lnTo>
                  <a:pt x="541" y="174"/>
                </a:lnTo>
                <a:lnTo>
                  <a:pt x="542" y="173"/>
                </a:lnTo>
                <a:lnTo>
                  <a:pt x="543" y="173"/>
                </a:lnTo>
                <a:lnTo>
                  <a:pt x="545" y="173"/>
                </a:lnTo>
                <a:lnTo>
                  <a:pt x="545" y="174"/>
                </a:lnTo>
                <a:lnTo>
                  <a:pt x="546" y="174"/>
                </a:lnTo>
                <a:lnTo>
                  <a:pt x="547" y="174"/>
                </a:lnTo>
                <a:lnTo>
                  <a:pt x="548" y="174"/>
                </a:lnTo>
                <a:lnTo>
                  <a:pt x="548" y="175"/>
                </a:lnTo>
                <a:lnTo>
                  <a:pt x="549" y="175"/>
                </a:lnTo>
                <a:lnTo>
                  <a:pt x="549" y="176"/>
                </a:lnTo>
                <a:lnTo>
                  <a:pt x="550" y="176"/>
                </a:lnTo>
                <a:lnTo>
                  <a:pt x="551" y="176"/>
                </a:lnTo>
                <a:lnTo>
                  <a:pt x="551" y="175"/>
                </a:lnTo>
                <a:lnTo>
                  <a:pt x="552" y="175"/>
                </a:lnTo>
                <a:lnTo>
                  <a:pt x="553" y="174"/>
                </a:lnTo>
                <a:lnTo>
                  <a:pt x="553" y="175"/>
                </a:lnTo>
                <a:lnTo>
                  <a:pt x="554" y="175"/>
                </a:lnTo>
                <a:lnTo>
                  <a:pt x="555" y="175"/>
                </a:lnTo>
                <a:lnTo>
                  <a:pt x="555" y="174"/>
                </a:lnTo>
                <a:lnTo>
                  <a:pt x="556" y="174"/>
                </a:lnTo>
                <a:lnTo>
                  <a:pt x="556" y="173"/>
                </a:lnTo>
                <a:lnTo>
                  <a:pt x="558" y="173"/>
                </a:lnTo>
                <a:lnTo>
                  <a:pt x="558" y="172"/>
                </a:lnTo>
                <a:lnTo>
                  <a:pt x="559" y="172"/>
                </a:lnTo>
                <a:lnTo>
                  <a:pt x="559" y="171"/>
                </a:lnTo>
                <a:lnTo>
                  <a:pt x="559" y="170"/>
                </a:lnTo>
                <a:lnTo>
                  <a:pt x="559" y="171"/>
                </a:lnTo>
                <a:lnTo>
                  <a:pt x="560" y="171"/>
                </a:lnTo>
                <a:lnTo>
                  <a:pt x="560" y="170"/>
                </a:lnTo>
                <a:lnTo>
                  <a:pt x="561" y="171"/>
                </a:lnTo>
                <a:lnTo>
                  <a:pt x="562" y="172"/>
                </a:lnTo>
                <a:lnTo>
                  <a:pt x="563" y="174"/>
                </a:lnTo>
                <a:lnTo>
                  <a:pt x="562" y="174"/>
                </a:lnTo>
                <a:lnTo>
                  <a:pt x="562" y="175"/>
                </a:lnTo>
                <a:lnTo>
                  <a:pt x="561" y="176"/>
                </a:lnTo>
                <a:lnTo>
                  <a:pt x="560" y="176"/>
                </a:lnTo>
                <a:lnTo>
                  <a:pt x="559" y="177"/>
                </a:lnTo>
                <a:lnTo>
                  <a:pt x="559" y="178"/>
                </a:lnTo>
                <a:lnTo>
                  <a:pt x="558" y="178"/>
                </a:lnTo>
                <a:lnTo>
                  <a:pt x="558" y="179"/>
                </a:lnTo>
                <a:lnTo>
                  <a:pt x="559" y="180"/>
                </a:lnTo>
                <a:lnTo>
                  <a:pt x="560" y="181"/>
                </a:lnTo>
                <a:lnTo>
                  <a:pt x="561" y="182"/>
                </a:lnTo>
                <a:lnTo>
                  <a:pt x="562" y="182"/>
                </a:lnTo>
                <a:lnTo>
                  <a:pt x="562" y="183"/>
                </a:lnTo>
                <a:lnTo>
                  <a:pt x="563" y="184"/>
                </a:lnTo>
                <a:lnTo>
                  <a:pt x="563" y="183"/>
                </a:lnTo>
                <a:lnTo>
                  <a:pt x="563" y="182"/>
                </a:lnTo>
                <a:lnTo>
                  <a:pt x="564" y="182"/>
                </a:lnTo>
                <a:lnTo>
                  <a:pt x="564" y="181"/>
                </a:lnTo>
                <a:lnTo>
                  <a:pt x="565" y="182"/>
                </a:lnTo>
                <a:lnTo>
                  <a:pt x="566" y="182"/>
                </a:lnTo>
                <a:lnTo>
                  <a:pt x="566" y="181"/>
                </a:lnTo>
                <a:lnTo>
                  <a:pt x="567" y="180"/>
                </a:lnTo>
                <a:lnTo>
                  <a:pt x="568" y="180"/>
                </a:lnTo>
                <a:lnTo>
                  <a:pt x="569" y="180"/>
                </a:lnTo>
                <a:lnTo>
                  <a:pt x="570" y="179"/>
                </a:lnTo>
                <a:lnTo>
                  <a:pt x="570" y="178"/>
                </a:lnTo>
                <a:lnTo>
                  <a:pt x="571" y="178"/>
                </a:lnTo>
                <a:lnTo>
                  <a:pt x="572" y="179"/>
                </a:lnTo>
                <a:lnTo>
                  <a:pt x="572" y="180"/>
                </a:lnTo>
                <a:lnTo>
                  <a:pt x="572" y="181"/>
                </a:lnTo>
                <a:lnTo>
                  <a:pt x="572" y="182"/>
                </a:lnTo>
                <a:lnTo>
                  <a:pt x="573" y="181"/>
                </a:lnTo>
                <a:lnTo>
                  <a:pt x="574" y="181"/>
                </a:lnTo>
                <a:lnTo>
                  <a:pt x="575" y="181"/>
                </a:lnTo>
                <a:lnTo>
                  <a:pt x="576" y="181"/>
                </a:lnTo>
                <a:lnTo>
                  <a:pt x="577" y="181"/>
                </a:lnTo>
                <a:lnTo>
                  <a:pt x="577" y="180"/>
                </a:lnTo>
                <a:lnTo>
                  <a:pt x="578" y="180"/>
                </a:lnTo>
                <a:lnTo>
                  <a:pt x="579" y="180"/>
                </a:lnTo>
                <a:lnTo>
                  <a:pt x="580" y="180"/>
                </a:lnTo>
                <a:lnTo>
                  <a:pt x="582" y="180"/>
                </a:lnTo>
                <a:lnTo>
                  <a:pt x="583" y="179"/>
                </a:lnTo>
                <a:lnTo>
                  <a:pt x="584" y="179"/>
                </a:lnTo>
                <a:lnTo>
                  <a:pt x="585" y="179"/>
                </a:lnTo>
                <a:lnTo>
                  <a:pt x="585" y="178"/>
                </a:lnTo>
                <a:lnTo>
                  <a:pt x="587" y="178"/>
                </a:lnTo>
                <a:lnTo>
                  <a:pt x="588" y="178"/>
                </a:lnTo>
                <a:lnTo>
                  <a:pt x="589" y="178"/>
                </a:lnTo>
                <a:lnTo>
                  <a:pt x="589" y="179"/>
                </a:lnTo>
                <a:lnTo>
                  <a:pt x="589" y="180"/>
                </a:lnTo>
                <a:lnTo>
                  <a:pt x="590" y="180"/>
                </a:lnTo>
                <a:lnTo>
                  <a:pt x="590" y="182"/>
                </a:lnTo>
                <a:lnTo>
                  <a:pt x="589" y="183"/>
                </a:lnTo>
                <a:lnTo>
                  <a:pt x="590" y="183"/>
                </a:lnTo>
                <a:lnTo>
                  <a:pt x="590" y="184"/>
                </a:lnTo>
                <a:lnTo>
                  <a:pt x="591" y="185"/>
                </a:lnTo>
                <a:lnTo>
                  <a:pt x="591" y="186"/>
                </a:lnTo>
                <a:lnTo>
                  <a:pt x="590" y="187"/>
                </a:lnTo>
                <a:lnTo>
                  <a:pt x="589" y="187"/>
                </a:lnTo>
                <a:lnTo>
                  <a:pt x="589" y="188"/>
                </a:lnTo>
                <a:lnTo>
                  <a:pt x="589" y="189"/>
                </a:lnTo>
                <a:lnTo>
                  <a:pt x="590" y="189"/>
                </a:lnTo>
                <a:lnTo>
                  <a:pt x="590" y="190"/>
                </a:lnTo>
                <a:lnTo>
                  <a:pt x="590" y="191"/>
                </a:lnTo>
                <a:lnTo>
                  <a:pt x="590" y="192"/>
                </a:lnTo>
                <a:lnTo>
                  <a:pt x="591" y="193"/>
                </a:lnTo>
                <a:lnTo>
                  <a:pt x="592" y="194"/>
                </a:lnTo>
                <a:lnTo>
                  <a:pt x="592" y="195"/>
                </a:lnTo>
                <a:lnTo>
                  <a:pt x="592" y="196"/>
                </a:lnTo>
                <a:lnTo>
                  <a:pt x="593" y="196"/>
                </a:lnTo>
                <a:lnTo>
                  <a:pt x="593" y="195"/>
                </a:lnTo>
                <a:lnTo>
                  <a:pt x="593" y="196"/>
                </a:lnTo>
                <a:lnTo>
                  <a:pt x="594" y="196"/>
                </a:lnTo>
                <a:lnTo>
                  <a:pt x="594" y="197"/>
                </a:lnTo>
                <a:lnTo>
                  <a:pt x="594" y="198"/>
                </a:lnTo>
                <a:lnTo>
                  <a:pt x="593" y="198"/>
                </a:lnTo>
                <a:lnTo>
                  <a:pt x="593" y="199"/>
                </a:lnTo>
                <a:lnTo>
                  <a:pt x="593" y="200"/>
                </a:lnTo>
                <a:lnTo>
                  <a:pt x="594" y="201"/>
                </a:lnTo>
                <a:lnTo>
                  <a:pt x="594" y="202"/>
                </a:lnTo>
                <a:lnTo>
                  <a:pt x="593" y="203"/>
                </a:lnTo>
                <a:lnTo>
                  <a:pt x="593" y="205"/>
                </a:lnTo>
                <a:lnTo>
                  <a:pt x="593" y="206"/>
                </a:lnTo>
                <a:lnTo>
                  <a:pt x="594" y="207"/>
                </a:lnTo>
                <a:lnTo>
                  <a:pt x="594" y="208"/>
                </a:lnTo>
                <a:lnTo>
                  <a:pt x="594" y="210"/>
                </a:lnTo>
                <a:lnTo>
                  <a:pt x="593" y="210"/>
                </a:lnTo>
                <a:lnTo>
                  <a:pt x="593" y="211"/>
                </a:lnTo>
                <a:lnTo>
                  <a:pt x="593" y="212"/>
                </a:lnTo>
                <a:lnTo>
                  <a:pt x="593" y="213"/>
                </a:lnTo>
                <a:lnTo>
                  <a:pt x="593" y="214"/>
                </a:lnTo>
                <a:lnTo>
                  <a:pt x="593" y="215"/>
                </a:lnTo>
                <a:lnTo>
                  <a:pt x="594" y="215"/>
                </a:lnTo>
                <a:lnTo>
                  <a:pt x="594" y="216"/>
                </a:lnTo>
                <a:lnTo>
                  <a:pt x="594" y="219"/>
                </a:lnTo>
                <a:lnTo>
                  <a:pt x="594" y="220"/>
                </a:lnTo>
                <a:lnTo>
                  <a:pt x="593" y="221"/>
                </a:lnTo>
                <a:lnTo>
                  <a:pt x="594" y="222"/>
                </a:lnTo>
                <a:lnTo>
                  <a:pt x="594" y="223"/>
                </a:lnTo>
                <a:lnTo>
                  <a:pt x="594" y="224"/>
                </a:lnTo>
                <a:lnTo>
                  <a:pt x="595" y="224"/>
                </a:lnTo>
                <a:lnTo>
                  <a:pt x="596" y="225"/>
                </a:lnTo>
                <a:lnTo>
                  <a:pt x="596" y="226"/>
                </a:lnTo>
                <a:lnTo>
                  <a:pt x="597" y="227"/>
                </a:lnTo>
                <a:lnTo>
                  <a:pt x="598" y="227"/>
                </a:lnTo>
                <a:lnTo>
                  <a:pt x="598" y="228"/>
                </a:lnTo>
                <a:lnTo>
                  <a:pt x="598" y="229"/>
                </a:lnTo>
                <a:lnTo>
                  <a:pt x="599" y="230"/>
                </a:lnTo>
                <a:lnTo>
                  <a:pt x="600" y="231"/>
                </a:lnTo>
                <a:lnTo>
                  <a:pt x="601" y="231"/>
                </a:lnTo>
                <a:lnTo>
                  <a:pt x="602" y="231"/>
                </a:lnTo>
                <a:lnTo>
                  <a:pt x="603" y="231"/>
                </a:lnTo>
                <a:lnTo>
                  <a:pt x="604" y="230"/>
                </a:lnTo>
                <a:lnTo>
                  <a:pt x="606" y="230"/>
                </a:lnTo>
                <a:lnTo>
                  <a:pt x="607" y="231"/>
                </a:lnTo>
                <a:lnTo>
                  <a:pt x="608" y="231"/>
                </a:lnTo>
                <a:lnTo>
                  <a:pt x="609" y="232"/>
                </a:lnTo>
                <a:lnTo>
                  <a:pt x="609" y="231"/>
                </a:lnTo>
                <a:lnTo>
                  <a:pt x="610" y="231"/>
                </a:lnTo>
                <a:lnTo>
                  <a:pt x="611" y="232"/>
                </a:lnTo>
                <a:lnTo>
                  <a:pt x="611" y="233"/>
                </a:lnTo>
                <a:lnTo>
                  <a:pt x="611" y="234"/>
                </a:lnTo>
                <a:lnTo>
                  <a:pt x="612" y="235"/>
                </a:lnTo>
                <a:lnTo>
                  <a:pt x="612" y="237"/>
                </a:lnTo>
                <a:lnTo>
                  <a:pt x="613" y="239"/>
                </a:lnTo>
                <a:lnTo>
                  <a:pt x="615" y="239"/>
                </a:lnTo>
                <a:lnTo>
                  <a:pt x="616" y="239"/>
                </a:lnTo>
                <a:lnTo>
                  <a:pt x="616" y="238"/>
                </a:lnTo>
                <a:lnTo>
                  <a:pt x="616" y="237"/>
                </a:lnTo>
                <a:lnTo>
                  <a:pt x="617" y="236"/>
                </a:lnTo>
                <a:lnTo>
                  <a:pt x="620" y="235"/>
                </a:lnTo>
                <a:lnTo>
                  <a:pt x="621" y="235"/>
                </a:lnTo>
                <a:lnTo>
                  <a:pt x="621" y="236"/>
                </a:lnTo>
                <a:lnTo>
                  <a:pt x="621" y="238"/>
                </a:lnTo>
                <a:lnTo>
                  <a:pt x="621" y="239"/>
                </a:lnTo>
                <a:lnTo>
                  <a:pt x="621" y="240"/>
                </a:lnTo>
                <a:lnTo>
                  <a:pt x="621" y="241"/>
                </a:lnTo>
                <a:lnTo>
                  <a:pt x="620" y="241"/>
                </a:lnTo>
                <a:lnTo>
                  <a:pt x="620" y="242"/>
                </a:lnTo>
                <a:lnTo>
                  <a:pt x="620" y="245"/>
                </a:lnTo>
                <a:lnTo>
                  <a:pt x="620" y="246"/>
                </a:lnTo>
                <a:lnTo>
                  <a:pt x="619" y="246"/>
                </a:lnTo>
                <a:lnTo>
                  <a:pt x="619" y="247"/>
                </a:lnTo>
                <a:lnTo>
                  <a:pt x="618" y="248"/>
                </a:lnTo>
                <a:lnTo>
                  <a:pt x="618" y="249"/>
                </a:lnTo>
                <a:lnTo>
                  <a:pt x="617" y="249"/>
                </a:lnTo>
                <a:lnTo>
                  <a:pt x="618" y="250"/>
                </a:lnTo>
                <a:lnTo>
                  <a:pt x="618" y="251"/>
                </a:lnTo>
                <a:lnTo>
                  <a:pt x="618" y="253"/>
                </a:lnTo>
                <a:lnTo>
                  <a:pt x="617" y="255"/>
                </a:lnTo>
                <a:lnTo>
                  <a:pt x="616" y="255"/>
                </a:lnTo>
                <a:lnTo>
                  <a:pt x="615" y="256"/>
                </a:lnTo>
                <a:lnTo>
                  <a:pt x="615" y="257"/>
                </a:lnTo>
                <a:lnTo>
                  <a:pt x="614" y="257"/>
                </a:lnTo>
                <a:lnTo>
                  <a:pt x="613" y="257"/>
                </a:lnTo>
                <a:lnTo>
                  <a:pt x="613" y="258"/>
                </a:lnTo>
                <a:lnTo>
                  <a:pt x="613" y="259"/>
                </a:lnTo>
                <a:lnTo>
                  <a:pt x="614" y="259"/>
                </a:lnTo>
                <a:lnTo>
                  <a:pt x="614" y="260"/>
                </a:lnTo>
                <a:lnTo>
                  <a:pt x="613" y="263"/>
                </a:lnTo>
                <a:lnTo>
                  <a:pt x="613" y="264"/>
                </a:lnTo>
                <a:lnTo>
                  <a:pt x="613" y="265"/>
                </a:lnTo>
                <a:lnTo>
                  <a:pt x="613" y="267"/>
                </a:lnTo>
                <a:lnTo>
                  <a:pt x="612" y="267"/>
                </a:lnTo>
                <a:lnTo>
                  <a:pt x="612" y="268"/>
                </a:lnTo>
                <a:lnTo>
                  <a:pt x="611" y="269"/>
                </a:lnTo>
                <a:lnTo>
                  <a:pt x="611" y="271"/>
                </a:lnTo>
                <a:lnTo>
                  <a:pt x="610" y="271"/>
                </a:lnTo>
                <a:lnTo>
                  <a:pt x="610" y="272"/>
                </a:lnTo>
                <a:lnTo>
                  <a:pt x="610" y="273"/>
                </a:lnTo>
                <a:lnTo>
                  <a:pt x="610" y="274"/>
                </a:lnTo>
                <a:lnTo>
                  <a:pt x="610" y="275"/>
                </a:lnTo>
                <a:lnTo>
                  <a:pt x="610" y="276"/>
                </a:lnTo>
                <a:lnTo>
                  <a:pt x="610" y="277"/>
                </a:lnTo>
                <a:lnTo>
                  <a:pt x="610" y="278"/>
                </a:lnTo>
                <a:lnTo>
                  <a:pt x="610" y="279"/>
                </a:lnTo>
                <a:lnTo>
                  <a:pt x="610" y="280"/>
                </a:lnTo>
                <a:lnTo>
                  <a:pt x="611" y="280"/>
                </a:lnTo>
                <a:lnTo>
                  <a:pt x="611" y="281"/>
                </a:lnTo>
                <a:lnTo>
                  <a:pt x="610" y="281"/>
                </a:lnTo>
                <a:lnTo>
                  <a:pt x="610" y="282"/>
                </a:lnTo>
                <a:lnTo>
                  <a:pt x="610" y="283"/>
                </a:lnTo>
                <a:lnTo>
                  <a:pt x="612" y="284"/>
                </a:lnTo>
                <a:lnTo>
                  <a:pt x="612" y="285"/>
                </a:lnTo>
                <a:lnTo>
                  <a:pt x="610" y="286"/>
                </a:lnTo>
                <a:lnTo>
                  <a:pt x="610" y="287"/>
                </a:lnTo>
                <a:lnTo>
                  <a:pt x="610" y="288"/>
                </a:lnTo>
                <a:lnTo>
                  <a:pt x="610" y="289"/>
                </a:lnTo>
                <a:lnTo>
                  <a:pt x="609" y="289"/>
                </a:lnTo>
                <a:lnTo>
                  <a:pt x="608" y="289"/>
                </a:lnTo>
                <a:lnTo>
                  <a:pt x="608" y="290"/>
                </a:lnTo>
                <a:lnTo>
                  <a:pt x="607" y="291"/>
                </a:lnTo>
                <a:lnTo>
                  <a:pt x="606" y="291"/>
                </a:lnTo>
                <a:lnTo>
                  <a:pt x="606" y="292"/>
                </a:lnTo>
                <a:lnTo>
                  <a:pt x="605" y="293"/>
                </a:lnTo>
                <a:lnTo>
                  <a:pt x="605" y="294"/>
                </a:lnTo>
                <a:lnTo>
                  <a:pt x="606" y="295"/>
                </a:lnTo>
                <a:lnTo>
                  <a:pt x="606" y="296"/>
                </a:lnTo>
                <a:lnTo>
                  <a:pt x="605" y="297"/>
                </a:lnTo>
                <a:lnTo>
                  <a:pt x="605" y="298"/>
                </a:lnTo>
                <a:lnTo>
                  <a:pt x="605" y="299"/>
                </a:lnTo>
                <a:lnTo>
                  <a:pt x="605" y="300"/>
                </a:lnTo>
                <a:lnTo>
                  <a:pt x="605" y="301"/>
                </a:lnTo>
                <a:lnTo>
                  <a:pt x="606" y="302"/>
                </a:lnTo>
                <a:lnTo>
                  <a:pt x="607" y="302"/>
                </a:lnTo>
                <a:lnTo>
                  <a:pt x="607" y="303"/>
                </a:lnTo>
                <a:lnTo>
                  <a:pt x="607" y="304"/>
                </a:lnTo>
                <a:lnTo>
                  <a:pt x="606" y="306"/>
                </a:lnTo>
                <a:lnTo>
                  <a:pt x="605" y="306"/>
                </a:lnTo>
                <a:lnTo>
                  <a:pt x="604" y="306"/>
                </a:lnTo>
                <a:lnTo>
                  <a:pt x="604" y="307"/>
                </a:lnTo>
                <a:lnTo>
                  <a:pt x="606" y="308"/>
                </a:lnTo>
                <a:lnTo>
                  <a:pt x="606" y="309"/>
                </a:lnTo>
                <a:lnTo>
                  <a:pt x="607" y="309"/>
                </a:lnTo>
                <a:lnTo>
                  <a:pt x="608" y="309"/>
                </a:lnTo>
                <a:lnTo>
                  <a:pt x="609" y="309"/>
                </a:lnTo>
                <a:lnTo>
                  <a:pt x="610" y="309"/>
                </a:lnTo>
                <a:lnTo>
                  <a:pt x="611" y="310"/>
                </a:lnTo>
                <a:lnTo>
                  <a:pt x="612" y="310"/>
                </a:lnTo>
                <a:lnTo>
                  <a:pt x="614" y="311"/>
                </a:lnTo>
                <a:lnTo>
                  <a:pt x="614" y="312"/>
                </a:lnTo>
                <a:lnTo>
                  <a:pt x="614" y="313"/>
                </a:lnTo>
                <a:lnTo>
                  <a:pt x="614" y="314"/>
                </a:lnTo>
                <a:lnTo>
                  <a:pt x="614" y="315"/>
                </a:lnTo>
                <a:lnTo>
                  <a:pt x="614" y="316"/>
                </a:lnTo>
                <a:lnTo>
                  <a:pt x="613" y="318"/>
                </a:lnTo>
                <a:lnTo>
                  <a:pt x="612" y="318"/>
                </a:lnTo>
                <a:lnTo>
                  <a:pt x="612" y="317"/>
                </a:lnTo>
                <a:lnTo>
                  <a:pt x="611" y="317"/>
                </a:lnTo>
                <a:lnTo>
                  <a:pt x="610" y="317"/>
                </a:lnTo>
                <a:lnTo>
                  <a:pt x="610" y="318"/>
                </a:lnTo>
                <a:lnTo>
                  <a:pt x="610" y="319"/>
                </a:lnTo>
                <a:lnTo>
                  <a:pt x="610" y="320"/>
                </a:lnTo>
                <a:lnTo>
                  <a:pt x="610" y="321"/>
                </a:lnTo>
                <a:lnTo>
                  <a:pt x="609" y="321"/>
                </a:lnTo>
                <a:lnTo>
                  <a:pt x="608" y="321"/>
                </a:lnTo>
                <a:lnTo>
                  <a:pt x="607" y="321"/>
                </a:lnTo>
                <a:lnTo>
                  <a:pt x="606" y="321"/>
                </a:lnTo>
                <a:lnTo>
                  <a:pt x="605" y="320"/>
                </a:lnTo>
                <a:lnTo>
                  <a:pt x="604" y="320"/>
                </a:lnTo>
                <a:lnTo>
                  <a:pt x="604" y="321"/>
                </a:lnTo>
                <a:lnTo>
                  <a:pt x="603" y="321"/>
                </a:lnTo>
                <a:lnTo>
                  <a:pt x="602" y="321"/>
                </a:lnTo>
                <a:lnTo>
                  <a:pt x="600" y="322"/>
                </a:lnTo>
                <a:lnTo>
                  <a:pt x="600" y="323"/>
                </a:lnTo>
                <a:lnTo>
                  <a:pt x="600" y="324"/>
                </a:lnTo>
                <a:lnTo>
                  <a:pt x="599" y="325"/>
                </a:lnTo>
                <a:lnTo>
                  <a:pt x="600" y="326"/>
                </a:lnTo>
                <a:lnTo>
                  <a:pt x="600" y="327"/>
                </a:lnTo>
                <a:lnTo>
                  <a:pt x="599" y="327"/>
                </a:lnTo>
                <a:lnTo>
                  <a:pt x="598" y="329"/>
                </a:lnTo>
                <a:lnTo>
                  <a:pt x="597" y="329"/>
                </a:lnTo>
                <a:lnTo>
                  <a:pt x="598" y="330"/>
                </a:lnTo>
                <a:lnTo>
                  <a:pt x="598" y="331"/>
                </a:lnTo>
                <a:lnTo>
                  <a:pt x="599" y="331"/>
                </a:lnTo>
                <a:lnTo>
                  <a:pt x="599" y="332"/>
                </a:lnTo>
                <a:lnTo>
                  <a:pt x="599" y="333"/>
                </a:lnTo>
                <a:lnTo>
                  <a:pt x="599" y="334"/>
                </a:lnTo>
                <a:lnTo>
                  <a:pt x="600" y="335"/>
                </a:lnTo>
                <a:lnTo>
                  <a:pt x="599" y="336"/>
                </a:lnTo>
                <a:lnTo>
                  <a:pt x="599" y="337"/>
                </a:lnTo>
                <a:lnTo>
                  <a:pt x="599" y="338"/>
                </a:lnTo>
                <a:lnTo>
                  <a:pt x="599" y="339"/>
                </a:lnTo>
                <a:lnTo>
                  <a:pt x="598" y="339"/>
                </a:lnTo>
                <a:lnTo>
                  <a:pt x="597" y="342"/>
                </a:lnTo>
                <a:lnTo>
                  <a:pt x="597" y="343"/>
                </a:lnTo>
                <a:lnTo>
                  <a:pt x="596" y="343"/>
                </a:lnTo>
                <a:lnTo>
                  <a:pt x="595" y="343"/>
                </a:lnTo>
                <a:lnTo>
                  <a:pt x="594" y="343"/>
                </a:lnTo>
                <a:lnTo>
                  <a:pt x="593" y="343"/>
                </a:lnTo>
                <a:lnTo>
                  <a:pt x="592" y="344"/>
                </a:lnTo>
                <a:lnTo>
                  <a:pt x="590" y="343"/>
                </a:lnTo>
                <a:lnTo>
                  <a:pt x="589" y="342"/>
                </a:lnTo>
                <a:lnTo>
                  <a:pt x="589" y="343"/>
                </a:lnTo>
                <a:lnTo>
                  <a:pt x="588" y="343"/>
                </a:lnTo>
                <a:lnTo>
                  <a:pt x="588" y="344"/>
                </a:lnTo>
                <a:lnTo>
                  <a:pt x="587" y="344"/>
                </a:lnTo>
                <a:lnTo>
                  <a:pt x="587" y="343"/>
                </a:lnTo>
                <a:lnTo>
                  <a:pt x="586" y="344"/>
                </a:lnTo>
                <a:lnTo>
                  <a:pt x="585" y="344"/>
                </a:lnTo>
                <a:lnTo>
                  <a:pt x="584" y="344"/>
                </a:lnTo>
                <a:lnTo>
                  <a:pt x="583" y="344"/>
                </a:lnTo>
                <a:lnTo>
                  <a:pt x="582" y="344"/>
                </a:lnTo>
                <a:lnTo>
                  <a:pt x="582" y="345"/>
                </a:lnTo>
                <a:lnTo>
                  <a:pt x="581" y="345"/>
                </a:lnTo>
                <a:lnTo>
                  <a:pt x="581" y="346"/>
                </a:lnTo>
                <a:lnTo>
                  <a:pt x="579" y="346"/>
                </a:lnTo>
                <a:lnTo>
                  <a:pt x="578" y="346"/>
                </a:lnTo>
                <a:lnTo>
                  <a:pt x="577" y="347"/>
                </a:lnTo>
                <a:lnTo>
                  <a:pt x="576" y="347"/>
                </a:lnTo>
                <a:lnTo>
                  <a:pt x="576" y="348"/>
                </a:lnTo>
                <a:lnTo>
                  <a:pt x="577" y="348"/>
                </a:lnTo>
                <a:lnTo>
                  <a:pt x="577" y="349"/>
                </a:lnTo>
                <a:lnTo>
                  <a:pt x="576" y="349"/>
                </a:lnTo>
                <a:lnTo>
                  <a:pt x="576" y="350"/>
                </a:lnTo>
                <a:lnTo>
                  <a:pt x="575" y="350"/>
                </a:lnTo>
                <a:lnTo>
                  <a:pt x="574" y="350"/>
                </a:lnTo>
                <a:lnTo>
                  <a:pt x="573" y="350"/>
                </a:lnTo>
                <a:lnTo>
                  <a:pt x="572" y="350"/>
                </a:lnTo>
                <a:lnTo>
                  <a:pt x="572" y="349"/>
                </a:lnTo>
                <a:lnTo>
                  <a:pt x="571" y="349"/>
                </a:lnTo>
                <a:lnTo>
                  <a:pt x="570" y="348"/>
                </a:lnTo>
                <a:lnTo>
                  <a:pt x="570" y="347"/>
                </a:lnTo>
                <a:lnTo>
                  <a:pt x="569" y="348"/>
                </a:lnTo>
                <a:lnTo>
                  <a:pt x="568" y="349"/>
                </a:lnTo>
                <a:lnTo>
                  <a:pt x="568" y="350"/>
                </a:lnTo>
                <a:lnTo>
                  <a:pt x="567" y="351"/>
                </a:lnTo>
                <a:lnTo>
                  <a:pt x="566" y="351"/>
                </a:lnTo>
                <a:lnTo>
                  <a:pt x="565" y="351"/>
                </a:lnTo>
                <a:lnTo>
                  <a:pt x="563" y="351"/>
                </a:lnTo>
                <a:lnTo>
                  <a:pt x="562" y="351"/>
                </a:lnTo>
                <a:lnTo>
                  <a:pt x="560" y="350"/>
                </a:lnTo>
                <a:lnTo>
                  <a:pt x="560" y="348"/>
                </a:lnTo>
                <a:lnTo>
                  <a:pt x="560" y="347"/>
                </a:lnTo>
                <a:lnTo>
                  <a:pt x="560" y="346"/>
                </a:lnTo>
                <a:lnTo>
                  <a:pt x="559" y="346"/>
                </a:lnTo>
                <a:lnTo>
                  <a:pt x="559" y="345"/>
                </a:lnTo>
                <a:lnTo>
                  <a:pt x="558" y="345"/>
                </a:lnTo>
                <a:lnTo>
                  <a:pt x="558" y="344"/>
                </a:lnTo>
                <a:lnTo>
                  <a:pt x="557" y="344"/>
                </a:lnTo>
                <a:lnTo>
                  <a:pt x="557" y="343"/>
                </a:lnTo>
                <a:lnTo>
                  <a:pt x="556" y="343"/>
                </a:lnTo>
                <a:lnTo>
                  <a:pt x="555" y="343"/>
                </a:lnTo>
                <a:lnTo>
                  <a:pt x="553" y="343"/>
                </a:lnTo>
                <a:lnTo>
                  <a:pt x="552" y="343"/>
                </a:lnTo>
                <a:lnTo>
                  <a:pt x="552" y="342"/>
                </a:lnTo>
                <a:lnTo>
                  <a:pt x="553" y="342"/>
                </a:lnTo>
                <a:lnTo>
                  <a:pt x="552" y="341"/>
                </a:lnTo>
                <a:lnTo>
                  <a:pt x="552" y="340"/>
                </a:lnTo>
                <a:lnTo>
                  <a:pt x="550" y="338"/>
                </a:lnTo>
                <a:lnTo>
                  <a:pt x="550" y="337"/>
                </a:lnTo>
                <a:lnTo>
                  <a:pt x="550" y="336"/>
                </a:lnTo>
                <a:lnTo>
                  <a:pt x="549" y="336"/>
                </a:lnTo>
                <a:lnTo>
                  <a:pt x="549" y="335"/>
                </a:lnTo>
                <a:lnTo>
                  <a:pt x="548" y="335"/>
                </a:lnTo>
                <a:lnTo>
                  <a:pt x="548" y="336"/>
                </a:lnTo>
                <a:lnTo>
                  <a:pt x="547" y="336"/>
                </a:lnTo>
                <a:lnTo>
                  <a:pt x="546" y="336"/>
                </a:lnTo>
                <a:lnTo>
                  <a:pt x="544" y="337"/>
                </a:lnTo>
                <a:lnTo>
                  <a:pt x="544" y="338"/>
                </a:lnTo>
                <a:lnTo>
                  <a:pt x="543" y="338"/>
                </a:lnTo>
                <a:lnTo>
                  <a:pt x="542" y="339"/>
                </a:lnTo>
                <a:lnTo>
                  <a:pt x="542" y="340"/>
                </a:lnTo>
                <a:lnTo>
                  <a:pt x="542" y="341"/>
                </a:lnTo>
                <a:lnTo>
                  <a:pt x="542" y="342"/>
                </a:lnTo>
                <a:lnTo>
                  <a:pt x="542" y="343"/>
                </a:lnTo>
                <a:lnTo>
                  <a:pt x="540" y="344"/>
                </a:lnTo>
                <a:lnTo>
                  <a:pt x="540" y="345"/>
                </a:lnTo>
                <a:lnTo>
                  <a:pt x="539" y="345"/>
                </a:lnTo>
                <a:lnTo>
                  <a:pt x="539" y="344"/>
                </a:lnTo>
                <a:lnTo>
                  <a:pt x="538" y="344"/>
                </a:lnTo>
                <a:lnTo>
                  <a:pt x="538" y="343"/>
                </a:lnTo>
                <a:lnTo>
                  <a:pt x="537" y="343"/>
                </a:lnTo>
                <a:lnTo>
                  <a:pt x="536" y="343"/>
                </a:lnTo>
                <a:lnTo>
                  <a:pt x="534" y="345"/>
                </a:lnTo>
                <a:lnTo>
                  <a:pt x="533" y="347"/>
                </a:lnTo>
                <a:lnTo>
                  <a:pt x="532" y="348"/>
                </a:lnTo>
                <a:lnTo>
                  <a:pt x="532" y="349"/>
                </a:lnTo>
                <a:lnTo>
                  <a:pt x="532" y="350"/>
                </a:lnTo>
                <a:lnTo>
                  <a:pt x="531" y="351"/>
                </a:lnTo>
                <a:lnTo>
                  <a:pt x="530" y="351"/>
                </a:lnTo>
                <a:lnTo>
                  <a:pt x="529" y="351"/>
                </a:lnTo>
                <a:lnTo>
                  <a:pt x="528" y="351"/>
                </a:lnTo>
                <a:lnTo>
                  <a:pt x="528" y="350"/>
                </a:lnTo>
                <a:lnTo>
                  <a:pt x="527" y="350"/>
                </a:lnTo>
                <a:lnTo>
                  <a:pt x="525" y="351"/>
                </a:lnTo>
                <a:lnTo>
                  <a:pt x="524" y="353"/>
                </a:lnTo>
                <a:lnTo>
                  <a:pt x="523" y="356"/>
                </a:lnTo>
                <a:lnTo>
                  <a:pt x="521" y="359"/>
                </a:lnTo>
                <a:lnTo>
                  <a:pt x="519" y="361"/>
                </a:lnTo>
                <a:lnTo>
                  <a:pt x="516" y="363"/>
                </a:lnTo>
                <a:lnTo>
                  <a:pt x="516" y="365"/>
                </a:lnTo>
                <a:lnTo>
                  <a:pt x="515" y="366"/>
                </a:lnTo>
                <a:lnTo>
                  <a:pt x="516" y="366"/>
                </a:lnTo>
                <a:lnTo>
                  <a:pt x="515" y="366"/>
                </a:lnTo>
                <a:lnTo>
                  <a:pt x="515" y="367"/>
                </a:lnTo>
                <a:lnTo>
                  <a:pt x="514" y="367"/>
                </a:lnTo>
                <a:lnTo>
                  <a:pt x="512" y="368"/>
                </a:lnTo>
                <a:lnTo>
                  <a:pt x="511" y="368"/>
                </a:lnTo>
                <a:lnTo>
                  <a:pt x="511" y="367"/>
                </a:lnTo>
                <a:lnTo>
                  <a:pt x="510" y="367"/>
                </a:lnTo>
                <a:lnTo>
                  <a:pt x="509" y="368"/>
                </a:lnTo>
                <a:lnTo>
                  <a:pt x="508" y="371"/>
                </a:lnTo>
                <a:lnTo>
                  <a:pt x="508" y="375"/>
                </a:lnTo>
                <a:lnTo>
                  <a:pt x="509" y="378"/>
                </a:lnTo>
                <a:lnTo>
                  <a:pt x="509" y="379"/>
                </a:lnTo>
                <a:lnTo>
                  <a:pt x="510" y="381"/>
                </a:lnTo>
                <a:lnTo>
                  <a:pt x="511" y="385"/>
                </a:lnTo>
                <a:lnTo>
                  <a:pt x="511" y="388"/>
                </a:lnTo>
                <a:lnTo>
                  <a:pt x="511" y="389"/>
                </a:lnTo>
                <a:lnTo>
                  <a:pt x="512" y="390"/>
                </a:lnTo>
                <a:lnTo>
                  <a:pt x="513" y="392"/>
                </a:lnTo>
                <a:lnTo>
                  <a:pt x="514" y="393"/>
                </a:lnTo>
                <a:lnTo>
                  <a:pt x="515" y="394"/>
                </a:lnTo>
                <a:lnTo>
                  <a:pt x="516" y="395"/>
                </a:lnTo>
                <a:lnTo>
                  <a:pt x="516" y="396"/>
                </a:lnTo>
                <a:lnTo>
                  <a:pt x="518" y="397"/>
                </a:lnTo>
                <a:lnTo>
                  <a:pt x="519" y="398"/>
                </a:lnTo>
                <a:lnTo>
                  <a:pt x="521" y="398"/>
                </a:lnTo>
                <a:lnTo>
                  <a:pt x="522" y="398"/>
                </a:lnTo>
                <a:lnTo>
                  <a:pt x="523" y="399"/>
                </a:lnTo>
                <a:lnTo>
                  <a:pt x="524" y="400"/>
                </a:lnTo>
                <a:lnTo>
                  <a:pt x="525" y="403"/>
                </a:lnTo>
                <a:lnTo>
                  <a:pt x="525" y="404"/>
                </a:lnTo>
                <a:lnTo>
                  <a:pt x="524" y="404"/>
                </a:lnTo>
                <a:lnTo>
                  <a:pt x="524" y="405"/>
                </a:lnTo>
                <a:lnTo>
                  <a:pt x="523" y="405"/>
                </a:lnTo>
                <a:lnTo>
                  <a:pt x="522" y="406"/>
                </a:lnTo>
                <a:lnTo>
                  <a:pt x="521" y="408"/>
                </a:lnTo>
                <a:lnTo>
                  <a:pt x="521" y="409"/>
                </a:lnTo>
                <a:lnTo>
                  <a:pt x="522" y="410"/>
                </a:lnTo>
                <a:lnTo>
                  <a:pt x="522" y="413"/>
                </a:lnTo>
                <a:lnTo>
                  <a:pt x="522" y="414"/>
                </a:lnTo>
                <a:lnTo>
                  <a:pt x="522" y="415"/>
                </a:lnTo>
                <a:lnTo>
                  <a:pt x="521" y="416"/>
                </a:lnTo>
                <a:lnTo>
                  <a:pt x="520" y="416"/>
                </a:lnTo>
                <a:lnTo>
                  <a:pt x="518" y="415"/>
                </a:lnTo>
                <a:lnTo>
                  <a:pt x="517" y="415"/>
                </a:lnTo>
                <a:lnTo>
                  <a:pt x="516" y="417"/>
                </a:lnTo>
                <a:lnTo>
                  <a:pt x="514" y="422"/>
                </a:lnTo>
                <a:lnTo>
                  <a:pt x="514" y="424"/>
                </a:lnTo>
                <a:lnTo>
                  <a:pt x="514" y="426"/>
                </a:lnTo>
                <a:lnTo>
                  <a:pt x="513" y="427"/>
                </a:lnTo>
                <a:lnTo>
                  <a:pt x="511" y="429"/>
                </a:lnTo>
                <a:lnTo>
                  <a:pt x="509" y="428"/>
                </a:lnTo>
                <a:lnTo>
                  <a:pt x="508" y="427"/>
                </a:lnTo>
                <a:lnTo>
                  <a:pt x="507" y="426"/>
                </a:lnTo>
                <a:lnTo>
                  <a:pt x="506" y="426"/>
                </a:lnTo>
                <a:lnTo>
                  <a:pt x="505" y="426"/>
                </a:lnTo>
                <a:lnTo>
                  <a:pt x="504" y="427"/>
                </a:lnTo>
                <a:lnTo>
                  <a:pt x="505" y="430"/>
                </a:lnTo>
                <a:lnTo>
                  <a:pt x="505" y="433"/>
                </a:lnTo>
                <a:lnTo>
                  <a:pt x="506" y="434"/>
                </a:lnTo>
                <a:lnTo>
                  <a:pt x="506" y="435"/>
                </a:lnTo>
                <a:lnTo>
                  <a:pt x="506" y="436"/>
                </a:lnTo>
                <a:lnTo>
                  <a:pt x="505" y="438"/>
                </a:lnTo>
                <a:lnTo>
                  <a:pt x="504" y="439"/>
                </a:lnTo>
                <a:lnTo>
                  <a:pt x="502" y="440"/>
                </a:lnTo>
                <a:lnTo>
                  <a:pt x="500" y="441"/>
                </a:lnTo>
                <a:lnTo>
                  <a:pt x="498" y="440"/>
                </a:lnTo>
                <a:lnTo>
                  <a:pt x="493" y="440"/>
                </a:lnTo>
                <a:lnTo>
                  <a:pt x="491" y="441"/>
                </a:lnTo>
                <a:lnTo>
                  <a:pt x="490" y="444"/>
                </a:lnTo>
                <a:lnTo>
                  <a:pt x="489" y="445"/>
                </a:lnTo>
                <a:lnTo>
                  <a:pt x="489" y="448"/>
                </a:lnTo>
                <a:lnTo>
                  <a:pt x="489" y="449"/>
                </a:lnTo>
                <a:lnTo>
                  <a:pt x="489" y="450"/>
                </a:lnTo>
                <a:lnTo>
                  <a:pt x="490" y="450"/>
                </a:lnTo>
                <a:lnTo>
                  <a:pt x="491" y="451"/>
                </a:lnTo>
                <a:lnTo>
                  <a:pt x="491" y="452"/>
                </a:lnTo>
                <a:lnTo>
                  <a:pt x="491" y="453"/>
                </a:lnTo>
                <a:lnTo>
                  <a:pt x="490" y="453"/>
                </a:lnTo>
                <a:lnTo>
                  <a:pt x="489" y="455"/>
                </a:lnTo>
                <a:lnTo>
                  <a:pt x="486" y="457"/>
                </a:lnTo>
                <a:lnTo>
                  <a:pt x="484" y="458"/>
                </a:lnTo>
                <a:lnTo>
                  <a:pt x="483" y="460"/>
                </a:lnTo>
                <a:lnTo>
                  <a:pt x="483" y="461"/>
                </a:lnTo>
                <a:lnTo>
                  <a:pt x="483" y="462"/>
                </a:lnTo>
                <a:lnTo>
                  <a:pt x="484" y="464"/>
                </a:lnTo>
                <a:lnTo>
                  <a:pt x="484" y="466"/>
                </a:lnTo>
                <a:lnTo>
                  <a:pt x="484" y="468"/>
                </a:lnTo>
                <a:lnTo>
                  <a:pt x="482" y="469"/>
                </a:lnTo>
                <a:lnTo>
                  <a:pt x="483" y="471"/>
                </a:lnTo>
                <a:lnTo>
                  <a:pt x="484" y="472"/>
                </a:lnTo>
                <a:lnTo>
                  <a:pt x="483" y="473"/>
                </a:lnTo>
                <a:lnTo>
                  <a:pt x="484" y="475"/>
                </a:lnTo>
                <a:lnTo>
                  <a:pt x="485" y="476"/>
                </a:lnTo>
                <a:lnTo>
                  <a:pt x="485" y="477"/>
                </a:lnTo>
                <a:lnTo>
                  <a:pt x="486" y="477"/>
                </a:lnTo>
                <a:lnTo>
                  <a:pt x="487" y="478"/>
                </a:lnTo>
                <a:lnTo>
                  <a:pt x="488" y="479"/>
                </a:lnTo>
                <a:lnTo>
                  <a:pt x="489" y="479"/>
                </a:lnTo>
                <a:lnTo>
                  <a:pt x="490" y="479"/>
                </a:lnTo>
                <a:lnTo>
                  <a:pt x="490" y="480"/>
                </a:lnTo>
                <a:lnTo>
                  <a:pt x="490" y="481"/>
                </a:lnTo>
                <a:lnTo>
                  <a:pt x="489" y="481"/>
                </a:lnTo>
                <a:lnTo>
                  <a:pt x="488" y="482"/>
                </a:lnTo>
                <a:lnTo>
                  <a:pt x="487" y="482"/>
                </a:lnTo>
                <a:lnTo>
                  <a:pt x="487" y="483"/>
                </a:lnTo>
                <a:lnTo>
                  <a:pt x="487" y="485"/>
                </a:lnTo>
                <a:lnTo>
                  <a:pt x="486" y="488"/>
                </a:lnTo>
                <a:lnTo>
                  <a:pt x="485" y="488"/>
                </a:lnTo>
                <a:lnTo>
                  <a:pt x="484" y="488"/>
                </a:lnTo>
                <a:lnTo>
                  <a:pt x="483" y="489"/>
                </a:lnTo>
                <a:lnTo>
                  <a:pt x="482" y="489"/>
                </a:lnTo>
                <a:lnTo>
                  <a:pt x="482" y="490"/>
                </a:lnTo>
                <a:lnTo>
                  <a:pt x="481" y="499"/>
                </a:lnTo>
                <a:lnTo>
                  <a:pt x="482" y="500"/>
                </a:lnTo>
                <a:lnTo>
                  <a:pt x="482" y="501"/>
                </a:lnTo>
                <a:lnTo>
                  <a:pt x="483" y="502"/>
                </a:lnTo>
                <a:lnTo>
                  <a:pt x="484" y="503"/>
                </a:lnTo>
                <a:lnTo>
                  <a:pt x="485" y="503"/>
                </a:lnTo>
                <a:lnTo>
                  <a:pt x="486" y="504"/>
                </a:lnTo>
                <a:lnTo>
                  <a:pt x="487" y="505"/>
                </a:lnTo>
                <a:lnTo>
                  <a:pt x="488" y="505"/>
                </a:lnTo>
                <a:lnTo>
                  <a:pt x="488" y="506"/>
                </a:lnTo>
                <a:lnTo>
                  <a:pt x="488" y="508"/>
                </a:lnTo>
                <a:lnTo>
                  <a:pt x="487" y="509"/>
                </a:lnTo>
                <a:lnTo>
                  <a:pt x="486" y="511"/>
                </a:lnTo>
                <a:lnTo>
                  <a:pt x="485" y="517"/>
                </a:lnTo>
                <a:lnTo>
                  <a:pt x="486" y="521"/>
                </a:lnTo>
                <a:lnTo>
                  <a:pt x="486" y="523"/>
                </a:lnTo>
                <a:lnTo>
                  <a:pt x="490" y="526"/>
                </a:lnTo>
                <a:lnTo>
                  <a:pt x="492" y="526"/>
                </a:lnTo>
                <a:lnTo>
                  <a:pt x="492" y="527"/>
                </a:lnTo>
                <a:lnTo>
                  <a:pt x="493" y="527"/>
                </a:lnTo>
                <a:lnTo>
                  <a:pt x="494" y="527"/>
                </a:lnTo>
                <a:lnTo>
                  <a:pt x="495" y="527"/>
                </a:lnTo>
                <a:lnTo>
                  <a:pt x="499" y="527"/>
                </a:lnTo>
                <a:lnTo>
                  <a:pt x="503" y="527"/>
                </a:lnTo>
                <a:lnTo>
                  <a:pt x="504" y="527"/>
                </a:lnTo>
                <a:lnTo>
                  <a:pt x="505" y="528"/>
                </a:lnTo>
                <a:lnTo>
                  <a:pt x="506" y="529"/>
                </a:lnTo>
                <a:lnTo>
                  <a:pt x="507" y="530"/>
                </a:lnTo>
                <a:lnTo>
                  <a:pt x="509" y="532"/>
                </a:lnTo>
                <a:lnTo>
                  <a:pt x="510" y="532"/>
                </a:lnTo>
                <a:lnTo>
                  <a:pt x="512" y="531"/>
                </a:lnTo>
                <a:lnTo>
                  <a:pt x="514" y="531"/>
                </a:lnTo>
                <a:lnTo>
                  <a:pt x="515" y="532"/>
                </a:lnTo>
                <a:lnTo>
                  <a:pt x="516" y="534"/>
                </a:lnTo>
                <a:lnTo>
                  <a:pt x="521" y="538"/>
                </a:lnTo>
                <a:lnTo>
                  <a:pt x="525" y="539"/>
                </a:lnTo>
                <a:lnTo>
                  <a:pt x="527" y="539"/>
                </a:lnTo>
                <a:lnTo>
                  <a:pt x="528" y="539"/>
                </a:lnTo>
                <a:lnTo>
                  <a:pt x="529" y="539"/>
                </a:lnTo>
                <a:lnTo>
                  <a:pt x="531" y="538"/>
                </a:lnTo>
                <a:lnTo>
                  <a:pt x="533" y="538"/>
                </a:lnTo>
                <a:lnTo>
                  <a:pt x="534" y="538"/>
                </a:lnTo>
                <a:lnTo>
                  <a:pt x="534" y="539"/>
                </a:lnTo>
                <a:lnTo>
                  <a:pt x="532" y="543"/>
                </a:lnTo>
                <a:lnTo>
                  <a:pt x="532" y="546"/>
                </a:lnTo>
                <a:lnTo>
                  <a:pt x="531" y="548"/>
                </a:lnTo>
                <a:lnTo>
                  <a:pt x="531" y="550"/>
                </a:lnTo>
                <a:lnTo>
                  <a:pt x="532" y="550"/>
                </a:lnTo>
                <a:lnTo>
                  <a:pt x="533" y="550"/>
                </a:lnTo>
                <a:lnTo>
                  <a:pt x="535" y="552"/>
                </a:lnTo>
                <a:lnTo>
                  <a:pt x="538" y="555"/>
                </a:lnTo>
                <a:lnTo>
                  <a:pt x="539" y="556"/>
                </a:lnTo>
                <a:lnTo>
                  <a:pt x="542" y="560"/>
                </a:lnTo>
                <a:lnTo>
                  <a:pt x="543" y="569"/>
                </a:lnTo>
                <a:lnTo>
                  <a:pt x="541" y="572"/>
                </a:lnTo>
                <a:lnTo>
                  <a:pt x="542" y="573"/>
                </a:lnTo>
                <a:lnTo>
                  <a:pt x="543" y="574"/>
                </a:lnTo>
                <a:lnTo>
                  <a:pt x="544" y="574"/>
                </a:lnTo>
                <a:lnTo>
                  <a:pt x="545" y="574"/>
                </a:lnTo>
                <a:lnTo>
                  <a:pt x="545" y="573"/>
                </a:lnTo>
                <a:lnTo>
                  <a:pt x="546" y="574"/>
                </a:lnTo>
                <a:lnTo>
                  <a:pt x="547" y="574"/>
                </a:lnTo>
                <a:lnTo>
                  <a:pt x="547" y="575"/>
                </a:lnTo>
                <a:lnTo>
                  <a:pt x="552" y="581"/>
                </a:lnTo>
                <a:lnTo>
                  <a:pt x="552" y="582"/>
                </a:lnTo>
                <a:lnTo>
                  <a:pt x="552" y="583"/>
                </a:lnTo>
                <a:lnTo>
                  <a:pt x="554" y="587"/>
                </a:lnTo>
                <a:lnTo>
                  <a:pt x="555" y="587"/>
                </a:lnTo>
                <a:lnTo>
                  <a:pt x="556" y="588"/>
                </a:lnTo>
                <a:lnTo>
                  <a:pt x="557" y="588"/>
                </a:lnTo>
                <a:lnTo>
                  <a:pt x="561" y="596"/>
                </a:lnTo>
                <a:lnTo>
                  <a:pt x="562" y="599"/>
                </a:lnTo>
                <a:lnTo>
                  <a:pt x="560" y="600"/>
                </a:lnTo>
                <a:lnTo>
                  <a:pt x="560" y="602"/>
                </a:lnTo>
                <a:lnTo>
                  <a:pt x="560" y="606"/>
                </a:lnTo>
                <a:lnTo>
                  <a:pt x="561" y="606"/>
                </a:lnTo>
                <a:lnTo>
                  <a:pt x="562" y="608"/>
                </a:lnTo>
                <a:lnTo>
                  <a:pt x="563" y="608"/>
                </a:lnTo>
                <a:lnTo>
                  <a:pt x="564" y="608"/>
                </a:lnTo>
                <a:lnTo>
                  <a:pt x="565" y="608"/>
                </a:lnTo>
                <a:lnTo>
                  <a:pt x="566" y="608"/>
                </a:lnTo>
                <a:lnTo>
                  <a:pt x="567" y="608"/>
                </a:lnTo>
                <a:lnTo>
                  <a:pt x="568" y="609"/>
                </a:lnTo>
                <a:lnTo>
                  <a:pt x="569" y="609"/>
                </a:lnTo>
                <a:lnTo>
                  <a:pt x="568" y="610"/>
                </a:lnTo>
                <a:lnTo>
                  <a:pt x="568" y="611"/>
                </a:lnTo>
                <a:lnTo>
                  <a:pt x="569" y="611"/>
                </a:lnTo>
                <a:lnTo>
                  <a:pt x="570" y="612"/>
                </a:lnTo>
                <a:lnTo>
                  <a:pt x="571" y="612"/>
                </a:lnTo>
                <a:lnTo>
                  <a:pt x="572" y="613"/>
                </a:lnTo>
                <a:lnTo>
                  <a:pt x="573" y="613"/>
                </a:lnTo>
                <a:lnTo>
                  <a:pt x="574" y="613"/>
                </a:lnTo>
                <a:lnTo>
                  <a:pt x="574" y="614"/>
                </a:lnTo>
                <a:lnTo>
                  <a:pt x="574" y="615"/>
                </a:lnTo>
                <a:lnTo>
                  <a:pt x="573" y="616"/>
                </a:lnTo>
                <a:lnTo>
                  <a:pt x="574" y="617"/>
                </a:lnTo>
                <a:lnTo>
                  <a:pt x="574" y="618"/>
                </a:lnTo>
                <a:lnTo>
                  <a:pt x="574" y="619"/>
                </a:lnTo>
                <a:lnTo>
                  <a:pt x="574" y="620"/>
                </a:lnTo>
                <a:lnTo>
                  <a:pt x="574" y="621"/>
                </a:lnTo>
                <a:lnTo>
                  <a:pt x="572" y="622"/>
                </a:lnTo>
                <a:lnTo>
                  <a:pt x="571" y="622"/>
                </a:lnTo>
                <a:lnTo>
                  <a:pt x="570" y="622"/>
                </a:lnTo>
                <a:lnTo>
                  <a:pt x="569" y="623"/>
                </a:lnTo>
                <a:lnTo>
                  <a:pt x="568" y="623"/>
                </a:lnTo>
                <a:lnTo>
                  <a:pt x="567" y="624"/>
                </a:lnTo>
                <a:lnTo>
                  <a:pt x="567" y="628"/>
                </a:lnTo>
                <a:lnTo>
                  <a:pt x="567" y="629"/>
                </a:lnTo>
                <a:lnTo>
                  <a:pt x="568" y="630"/>
                </a:lnTo>
                <a:lnTo>
                  <a:pt x="569" y="629"/>
                </a:lnTo>
                <a:lnTo>
                  <a:pt x="570" y="629"/>
                </a:lnTo>
                <a:lnTo>
                  <a:pt x="571" y="628"/>
                </a:lnTo>
                <a:lnTo>
                  <a:pt x="572" y="628"/>
                </a:lnTo>
                <a:lnTo>
                  <a:pt x="572" y="629"/>
                </a:lnTo>
                <a:lnTo>
                  <a:pt x="573" y="629"/>
                </a:lnTo>
                <a:lnTo>
                  <a:pt x="574" y="628"/>
                </a:lnTo>
                <a:lnTo>
                  <a:pt x="574" y="627"/>
                </a:lnTo>
                <a:lnTo>
                  <a:pt x="573" y="627"/>
                </a:lnTo>
                <a:lnTo>
                  <a:pt x="574" y="626"/>
                </a:lnTo>
                <a:lnTo>
                  <a:pt x="575" y="626"/>
                </a:lnTo>
                <a:lnTo>
                  <a:pt x="576" y="626"/>
                </a:lnTo>
                <a:lnTo>
                  <a:pt x="577" y="626"/>
                </a:lnTo>
                <a:lnTo>
                  <a:pt x="578" y="627"/>
                </a:lnTo>
                <a:lnTo>
                  <a:pt x="579" y="627"/>
                </a:lnTo>
                <a:lnTo>
                  <a:pt x="579" y="628"/>
                </a:lnTo>
                <a:lnTo>
                  <a:pt x="580" y="628"/>
                </a:lnTo>
                <a:lnTo>
                  <a:pt x="581" y="628"/>
                </a:lnTo>
                <a:lnTo>
                  <a:pt x="582" y="628"/>
                </a:lnTo>
                <a:lnTo>
                  <a:pt x="583" y="628"/>
                </a:lnTo>
                <a:lnTo>
                  <a:pt x="583" y="629"/>
                </a:lnTo>
                <a:lnTo>
                  <a:pt x="583" y="628"/>
                </a:lnTo>
                <a:lnTo>
                  <a:pt x="584" y="628"/>
                </a:lnTo>
                <a:lnTo>
                  <a:pt x="584" y="627"/>
                </a:lnTo>
                <a:lnTo>
                  <a:pt x="585" y="628"/>
                </a:lnTo>
                <a:lnTo>
                  <a:pt x="585" y="629"/>
                </a:lnTo>
                <a:lnTo>
                  <a:pt x="586" y="629"/>
                </a:lnTo>
                <a:lnTo>
                  <a:pt x="586" y="628"/>
                </a:lnTo>
                <a:lnTo>
                  <a:pt x="587" y="629"/>
                </a:lnTo>
                <a:lnTo>
                  <a:pt x="587" y="630"/>
                </a:lnTo>
                <a:lnTo>
                  <a:pt x="589" y="631"/>
                </a:lnTo>
                <a:lnTo>
                  <a:pt x="590" y="631"/>
                </a:lnTo>
                <a:lnTo>
                  <a:pt x="590" y="634"/>
                </a:lnTo>
                <a:lnTo>
                  <a:pt x="591" y="635"/>
                </a:lnTo>
                <a:lnTo>
                  <a:pt x="591" y="636"/>
                </a:lnTo>
                <a:lnTo>
                  <a:pt x="591" y="637"/>
                </a:lnTo>
                <a:lnTo>
                  <a:pt x="591" y="638"/>
                </a:lnTo>
                <a:lnTo>
                  <a:pt x="590" y="638"/>
                </a:lnTo>
                <a:lnTo>
                  <a:pt x="591" y="640"/>
                </a:lnTo>
                <a:lnTo>
                  <a:pt x="591" y="641"/>
                </a:lnTo>
                <a:lnTo>
                  <a:pt x="591" y="642"/>
                </a:lnTo>
                <a:lnTo>
                  <a:pt x="590" y="642"/>
                </a:lnTo>
                <a:lnTo>
                  <a:pt x="589" y="643"/>
                </a:lnTo>
                <a:lnTo>
                  <a:pt x="588" y="644"/>
                </a:lnTo>
                <a:lnTo>
                  <a:pt x="588" y="645"/>
                </a:lnTo>
                <a:lnTo>
                  <a:pt x="588" y="646"/>
                </a:lnTo>
                <a:lnTo>
                  <a:pt x="588" y="647"/>
                </a:lnTo>
                <a:lnTo>
                  <a:pt x="587" y="647"/>
                </a:lnTo>
                <a:lnTo>
                  <a:pt x="587" y="648"/>
                </a:lnTo>
                <a:lnTo>
                  <a:pt x="588" y="648"/>
                </a:lnTo>
                <a:lnTo>
                  <a:pt x="589" y="648"/>
                </a:lnTo>
                <a:lnTo>
                  <a:pt x="590" y="649"/>
                </a:lnTo>
                <a:lnTo>
                  <a:pt x="591" y="650"/>
                </a:lnTo>
                <a:lnTo>
                  <a:pt x="591" y="651"/>
                </a:lnTo>
                <a:lnTo>
                  <a:pt x="590" y="653"/>
                </a:lnTo>
                <a:lnTo>
                  <a:pt x="590" y="654"/>
                </a:lnTo>
                <a:lnTo>
                  <a:pt x="589" y="654"/>
                </a:lnTo>
                <a:lnTo>
                  <a:pt x="588" y="655"/>
                </a:lnTo>
                <a:lnTo>
                  <a:pt x="588" y="656"/>
                </a:lnTo>
                <a:lnTo>
                  <a:pt x="588" y="657"/>
                </a:lnTo>
                <a:lnTo>
                  <a:pt x="588" y="658"/>
                </a:lnTo>
                <a:lnTo>
                  <a:pt x="586" y="658"/>
                </a:lnTo>
                <a:lnTo>
                  <a:pt x="586" y="659"/>
                </a:lnTo>
                <a:lnTo>
                  <a:pt x="586" y="660"/>
                </a:lnTo>
                <a:lnTo>
                  <a:pt x="586" y="661"/>
                </a:lnTo>
                <a:lnTo>
                  <a:pt x="587" y="662"/>
                </a:lnTo>
                <a:lnTo>
                  <a:pt x="587" y="663"/>
                </a:lnTo>
                <a:lnTo>
                  <a:pt x="586" y="663"/>
                </a:lnTo>
                <a:lnTo>
                  <a:pt x="585" y="663"/>
                </a:lnTo>
                <a:lnTo>
                  <a:pt x="584" y="664"/>
                </a:lnTo>
                <a:lnTo>
                  <a:pt x="584" y="665"/>
                </a:lnTo>
                <a:lnTo>
                  <a:pt x="584" y="666"/>
                </a:lnTo>
                <a:lnTo>
                  <a:pt x="584" y="667"/>
                </a:lnTo>
                <a:lnTo>
                  <a:pt x="583" y="669"/>
                </a:lnTo>
                <a:lnTo>
                  <a:pt x="583" y="670"/>
                </a:lnTo>
                <a:lnTo>
                  <a:pt x="582" y="670"/>
                </a:lnTo>
                <a:lnTo>
                  <a:pt x="581" y="671"/>
                </a:lnTo>
                <a:lnTo>
                  <a:pt x="581" y="672"/>
                </a:lnTo>
                <a:lnTo>
                  <a:pt x="580" y="673"/>
                </a:lnTo>
                <a:lnTo>
                  <a:pt x="580" y="674"/>
                </a:lnTo>
                <a:lnTo>
                  <a:pt x="580" y="675"/>
                </a:lnTo>
                <a:lnTo>
                  <a:pt x="579" y="675"/>
                </a:lnTo>
                <a:lnTo>
                  <a:pt x="579" y="676"/>
                </a:lnTo>
                <a:lnTo>
                  <a:pt x="578" y="677"/>
                </a:lnTo>
                <a:lnTo>
                  <a:pt x="578" y="678"/>
                </a:lnTo>
                <a:lnTo>
                  <a:pt x="578" y="679"/>
                </a:lnTo>
                <a:lnTo>
                  <a:pt x="578" y="680"/>
                </a:lnTo>
                <a:lnTo>
                  <a:pt x="579" y="681"/>
                </a:lnTo>
                <a:lnTo>
                  <a:pt x="579" y="682"/>
                </a:lnTo>
                <a:lnTo>
                  <a:pt x="579" y="683"/>
                </a:lnTo>
                <a:lnTo>
                  <a:pt x="578" y="684"/>
                </a:lnTo>
                <a:lnTo>
                  <a:pt x="578" y="686"/>
                </a:lnTo>
                <a:lnTo>
                  <a:pt x="577" y="686"/>
                </a:lnTo>
                <a:lnTo>
                  <a:pt x="576" y="689"/>
                </a:lnTo>
                <a:lnTo>
                  <a:pt x="576" y="690"/>
                </a:lnTo>
                <a:lnTo>
                  <a:pt x="575" y="690"/>
                </a:lnTo>
                <a:lnTo>
                  <a:pt x="574" y="690"/>
                </a:lnTo>
                <a:lnTo>
                  <a:pt x="572" y="690"/>
                </a:lnTo>
                <a:lnTo>
                  <a:pt x="570" y="693"/>
                </a:lnTo>
                <a:lnTo>
                  <a:pt x="570" y="694"/>
                </a:lnTo>
                <a:lnTo>
                  <a:pt x="570" y="695"/>
                </a:lnTo>
                <a:lnTo>
                  <a:pt x="569" y="696"/>
                </a:lnTo>
                <a:lnTo>
                  <a:pt x="568" y="698"/>
                </a:lnTo>
                <a:lnTo>
                  <a:pt x="568" y="699"/>
                </a:lnTo>
                <a:lnTo>
                  <a:pt x="567" y="699"/>
                </a:lnTo>
                <a:lnTo>
                  <a:pt x="567" y="700"/>
                </a:lnTo>
                <a:lnTo>
                  <a:pt x="568" y="701"/>
                </a:lnTo>
                <a:lnTo>
                  <a:pt x="568" y="702"/>
                </a:lnTo>
                <a:lnTo>
                  <a:pt x="567" y="702"/>
                </a:lnTo>
                <a:lnTo>
                  <a:pt x="568" y="705"/>
                </a:lnTo>
                <a:lnTo>
                  <a:pt x="568" y="706"/>
                </a:lnTo>
                <a:lnTo>
                  <a:pt x="567" y="706"/>
                </a:lnTo>
                <a:lnTo>
                  <a:pt x="567" y="708"/>
                </a:lnTo>
                <a:lnTo>
                  <a:pt x="566" y="708"/>
                </a:lnTo>
                <a:lnTo>
                  <a:pt x="566" y="707"/>
                </a:lnTo>
                <a:lnTo>
                  <a:pt x="564" y="706"/>
                </a:lnTo>
                <a:lnTo>
                  <a:pt x="563" y="706"/>
                </a:lnTo>
                <a:lnTo>
                  <a:pt x="563" y="707"/>
                </a:lnTo>
                <a:lnTo>
                  <a:pt x="562" y="707"/>
                </a:lnTo>
                <a:lnTo>
                  <a:pt x="562" y="708"/>
                </a:lnTo>
                <a:lnTo>
                  <a:pt x="563" y="709"/>
                </a:lnTo>
                <a:lnTo>
                  <a:pt x="563" y="710"/>
                </a:lnTo>
                <a:lnTo>
                  <a:pt x="562" y="711"/>
                </a:lnTo>
                <a:lnTo>
                  <a:pt x="561" y="712"/>
                </a:lnTo>
                <a:lnTo>
                  <a:pt x="560" y="713"/>
                </a:lnTo>
                <a:lnTo>
                  <a:pt x="559" y="714"/>
                </a:lnTo>
                <a:lnTo>
                  <a:pt x="560" y="721"/>
                </a:lnTo>
                <a:lnTo>
                  <a:pt x="559" y="722"/>
                </a:lnTo>
                <a:lnTo>
                  <a:pt x="558" y="725"/>
                </a:lnTo>
                <a:lnTo>
                  <a:pt x="558" y="726"/>
                </a:lnTo>
                <a:lnTo>
                  <a:pt x="558" y="727"/>
                </a:lnTo>
                <a:lnTo>
                  <a:pt x="556" y="733"/>
                </a:lnTo>
                <a:lnTo>
                  <a:pt x="554" y="736"/>
                </a:lnTo>
                <a:lnTo>
                  <a:pt x="552" y="740"/>
                </a:lnTo>
                <a:lnTo>
                  <a:pt x="552" y="743"/>
                </a:lnTo>
                <a:lnTo>
                  <a:pt x="551" y="743"/>
                </a:lnTo>
                <a:lnTo>
                  <a:pt x="551" y="744"/>
                </a:lnTo>
                <a:lnTo>
                  <a:pt x="550" y="744"/>
                </a:lnTo>
                <a:lnTo>
                  <a:pt x="548" y="745"/>
                </a:lnTo>
                <a:lnTo>
                  <a:pt x="547" y="746"/>
                </a:lnTo>
                <a:lnTo>
                  <a:pt x="547" y="747"/>
                </a:lnTo>
                <a:lnTo>
                  <a:pt x="546" y="748"/>
                </a:lnTo>
                <a:lnTo>
                  <a:pt x="545" y="748"/>
                </a:lnTo>
                <a:lnTo>
                  <a:pt x="544" y="748"/>
                </a:lnTo>
                <a:lnTo>
                  <a:pt x="543" y="748"/>
                </a:lnTo>
                <a:lnTo>
                  <a:pt x="542" y="749"/>
                </a:lnTo>
                <a:lnTo>
                  <a:pt x="542" y="751"/>
                </a:lnTo>
                <a:lnTo>
                  <a:pt x="543" y="753"/>
                </a:lnTo>
                <a:lnTo>
                  <a:pt x="544" y="755"/>
                </a:lnTo>
                <a:lnTo>
                  <a:pt x="544" y="759"/>
                </a:lnTo>
                <a:lnTo>
                  <a:pt x="543" y="759"/>
                </a:lnTo>
                <a:lnTo>
                  <a:pt x="543" y="760"/>
                </a:lnTo>
                <a:lnTo>
                  <a:pt x="542" y="760"/>
                </a:lnTo>
                <a:lnTo>
                  <a:pt x="542" y="761"/>
                </a:lnTo>
                <a:lnTo>
                  <a:pt x="541" y="761"/>
                </a:lnTo>
                <a:lnTo>
                  <a:pt x="542" y="764"/>
                </a:lnTo>
                <a:lnTo>
                  <a:pt x="542" y="765"/>
                </a:lnTo>
                <a:lnTo>
                  <a:pt x="542" y="766"/>
                </a:lnTo>
                <a:lnTo>
                  <a:pt x="544" y="768"/>
                </a:lnTo>
                <a:lnTo>
                  <a:pt x="545" y="768"/>
                </a:lnTo>
                <a:lnTo>
                  <a:pt x="546" y="768"/>
                </a:lnTo>
                <a:lnTo>
                  <a:pt x="547" y="769"/>
                </a:lnTo>
                <a:lnTo>
                  <a:pt x="547" y="772"/>
                </a:lnTo>
                <a:lnTo>
                  <a:pt x="546" y="773"/>
                </a:lnTo>
                <a:lnTo>
                  <a:pt x="545" y="774"/>
                </a:lnTo>
                <a:lnTo>
                  <a:pt x="544" y="777"/>
                </a:lnTo>
                <a:lnTo>
                  <a:pt x="546" y="779"/>
                </a:lnTo>
                <a:lnTo>
                  <a:pt x="547" y="780"/>
                </a:lnTo>
                <a:lnTo>
                  <a:pt x="549" y="781"/>
                </a:lnTo>
                <a:lnTo>
                  <a:pt x="548" y="781"/>
                </a:lnTo>
                <a:lnTo>
                  <a:pt x="547" y="784"/>
                </a:lnTo>
                <a:lnTo>
                  <a:pt x="545" y="788"/>
                </a:lnTo>
                <a:lnTo>
                  <a:pt x="544" y="788"/>
                </a:lnTo>
                <a:lnTo>
                  <a:pt x="544" y="789"/>
                </a:lnTo>
                <a:lnTo>
                  <a:pt x="544" y="790"/>
                </a:lnTo>
                <a:lnTo>
                  <a:pt x="546" y="794"/>
                </a:lnTo>
                <a:lnTo>
                  <a:pt x="548" y="797"/>
                </a:lnTo>
                <a:lnTo>
                  <a:pt x="548" y="798"/>
                </a:lnTo>
                <a:lnTo>
                  <a:pt x="549" y="799"/>
                </a:lnTo>
                <a:lnTo>
                  <a:pt x="551" y="803"/>
                </a:lnTo>
                <a:lnTo>
                  <a:pt x="552" y="804"/>
                </a:lnTo>
                <a:lnTo>
                  <a:pt x="552" y="805"/>
                </a:lnTo>
                <a:lnTo>
                  <a:pt x="551" y="805"/>
                </a:lnTo>
                <a:lnTo>
                  <a:pt x="550" y="807"/>
                </a:lnTo>
                <a:lnTo>
                  <a:pt x="549" y="807"/>
                </a:lnTo>
                <a:lnTo>
                  <a:pt x="545" y="809"/>
                </a:lnTo>
                <a:lnTo>
                  <a:pt x="545" y="811"/>
                </a:lnTo>
                <a:lnTo>
                  <a:pt x="544" y="812"/>
                </a:lnTo>
                <a:lnTo>
                  <a:pt x="543" y="812"/>
                </a:lnTo>
                <a:lnTo>
                  <a:pt x="541" y="809"/>
                </a:lnTo>
                <a:lnTo>
                  <a:pt x="541" y="808"/>
                </a:lnTo>
                <a:lnTo>
                  <a:pt x="541" y="806"/>
                </a:lnTo>
                <a:lnTo>
                  <a:pt x="540" y="805"/>
                </a:lnTo>
                <a:lnTo>
                  <a:pt x="537" y="804"/>
                </a:lnTo>
                <a:lnTo>
                  <a:pt x="536" y="805"/>
                </a:lnTo>
                <a:lnTo>
                  <a:pt x="535" y="805"/>
                </a:lnTo>
                <a:lnTo>
                  <a:pt x="534" y="806"/>
                </a:lnTo>
                <a:lnTo>
                  <a:pt x="534" y="808"/>
                </a:lnTo>
                <a:lnTo>
                  <a:pt x="533" y="811"/>
                </a:lnTo>
                <a:lnTo>
                  <a:pt x="532" y="812"/>
                </a:lnTo>
                <a:lnTo>
                  <a:pt x="532" y="813"/>
                </a:lnTo>
                <a:lnTo>
                  <a:pt x="533" y="816"/>
                </a:lnTo>
                <a:lnTo>
                  <a:pt x="533" y="817"/>
                </a:lnTo>
                <a:lnTo>
                  <a:pt x="534" y="817"/>
                </a:lnTo>
                <a:lnTo>
                  <a:pt x="533" y="822"/>
                </a:lnTo>
                <a:lnTo>
                  <a:pt x="533" y="823"/>
                </a:lnTo>
                <a:lnTo>
                  <a:pt x="533" y="824"/>
                </a:lnTo>
                <a:lnTo>
                  <a:pt x="533" y="825"/>
                </a:lnTo>
                <a:lnTo>
                  <a:pt x="532" y="825"/>
                </a:lnTo>
                <a:lnTo>
                  <a:pt x="531" y="826"/>
                </a:lnTo>
                <a:lnTo>
                  <a:pt x="528" y="827"/>
                </a:lnTo>
                <a:lnTo>
                  <a:pt x="524" y="832"/>
                </a:lnTo>
                <a:lnTo>
                  <a:pt x="522" y="834"/>
                </a:lnTo>
                <a:lnTo>
                  <a:pt x="520" y="834"/>
                </a:lnTo>
                <a:lnTo>
                  <a:pt x="519" y="834"/>
                </a:lnTo>
                <a:lnTo>
                  <a:pt x="519" y="833"/>
                </a:lnTo>
                <a:lnTo>
                  <a:pt x="518" y="833"/>
                </a:lnTo>
                <a:lnTo>
                  <a:pt x="518" y="832"/>
                </a:lnTo>
                <a:lnTo>
                  <a:pt x="512" y="834"/>
                </a:lnTo>
                <a:lnTo>
                  <a:pt x="512" y="835"/>
                </a:lnTo>
                <a:lnTo>
                  <a:pt x="513" y="835"/>
                </a:lnTo>
                <a:lnTo>
                  <a:pt x="513" y="836"/>
                </a:lnTo>
                <a:lnTo>
                  <a:pt x="513" y="837"/>
                </a:lnTo>
                <a:lnTo>
                  <a:pt x="512" y="838"/>
                </a:lnTo>
                <a:lnTo>
                  <a:pt x="511" y="839"/>
                </a:lnTo>
                <a:lnTo>
                  <a:pt x="510" y="839"/>
                </a:lnTo>
                <a:lnTo>
                  <a:pt x="509" y="840"/>
                </a:lnTo>
                <a:lnTo>
                  <a:pt x="509" y="839"/>
                </a:lnTo>
                <a:lnTo>
                  <a:pt x="508" y="838"/>
                </a:lnTo>
                <a:lnTo>
                  <a:pt x="506" y="838"/>
                </a:lnTo>
                <a:lnTo>
                  <a:pt x="505" y="838"/>
                </a:lnTo>
                <a:lnTo>
                  <a:pt x="504" y="838"/>
                </a:lnTo>
                <a:lnTo>
                  <a:pt x="503" y="838"/>
                </a:lnTo>
                <a:lnTo>
                  <a:pt x="501" y="842"/>
                </a:lnTo>
                <a:lnTo>
                  <a:pt x="501" y="843"/>
                </a:lnTo>
                <a:lnTo>
                  <a:pt x="501" y="844"/>
                </a:lnTo>
                <a:lnTo>
                  <a:pt x="501" y="845"/>
                </a:lnTo>
                <a:lnTo>
                  <a:pt x="502" y="846"/>
                </a:lnTo>
                <a:lnTo>
                  <a:pt x="503" y="846"/>
                </a:lnTo>
                <a:lnTo>
                  <a:pt x="504" y="846"/>
                </a:lnTo>
                <a:lnTo>
                  <a:pt x="505" y="845"/>
                </a:lnTo>
                <a:lnTo>
                  <a:pt x="506" y="845"/>
                </a:lnTo>
                <a:lnTo>
                  <a:pt x="506" y="844"/>
                </a:lnTo>
                <a:lnTo>
                  <a:pt x="507" y="844"/>
                </a:lnTo>
                <a:lnTo>
                  <a:pt x="510" y="846"/>
                </a:lnTo>
                <a:lnTo>
                  <a:pt x="509" y="848"/>
                </a:lnTo>
                <a:lnTo>
                  <a:pt x="507" y="851"/>
                </a:lnTo>
                <a:lnTo>
                  <a:pt x="506" y="851"/>
                </a:lnTo>
                <a:lnTo>
                  <a:pt x="504" y="854"/>
                </a:lnTo>
                <a:lnTo>
                  <a:pt x="504" y="855"/>
                </a:lnTo>
                <a:lnTo>
                  <a:pt x="504" y="856"/>
                </a:lnTo>
                <a:lnTo>
                  <a:pt x="505" y="858"/>
                </a:lnTo>
                <a:lnTo>
                  <a:pt x="505" y="859"/>
                </a:lnTo>
                <a:lnTo>
                  <a:pt x="505" y="860"/>
                </a:lnTo>
                <a:lnTo>
                  <a:pt x="512" y="862"/>
                </a:lnTo>
                <a:lnTo>
                  <a:pt x="513" y="862"/>
                </a:lnTo>
                <a:lnTo>
                  <a:pt x="515" y="862"/>
                </a:lnTo>
                <a:lnTo>
                  <a:pt x="516" y="861"/>
                </a:lnTo>
                <a:lnTo>
                  <a:pt x="517" y="861"/>
                </a:lnTo>
                <a:lnTo>
                  <a:pt x="517" y="862"/>
                </a:lnTo>
                <a:lnTo>
                  <a:pt x="516" y="863"/>
                </a:lnTo>
                <a:lnTo>
                  <a:pt x="516" y="864"/>
                </a:lnTo>
                <a:lnTo>
                  <a:pt x="516" y="865"/>
                </a:lnTo>
                <a:lnTo>
                  <a:pt x="515" y="865"/>
                </a:lnTo>
                <a:lnTo>
                  <a:pt x="515" y="867"/>
                </a:lnTo>
                <a:lnTo>
                  <a:pt x="515" y="868"/>
                </a:lnTo>
                <a:lnTo>
                  <a:pt x="516" y="868"/>
                </a:lnTo>
                <a:lnTo>
                  <a:pt x="517" y="869"/>
                </a:lnTo>
                <a:lnTo>
                  <a:pt x="518" y="869"/>
                </a:lnTo>
                <a:lnTo>
                  <a:pt x="520" y="871"/>
                </a:lnTo>
                <a:lnTo>
                  <a:pt x="524" y="873"/>
                </a:lnTo>
                <a:lnTo>
                  <a:pt x="524" y="874"/>
                </a:lnTo>
                <a:lnTo>
                  <a:pt x="524" y="875"/>
                </a:lnTo>
                <a:lnTo>
                  <a:pt x="524" y="876"/>
                </a:lnTo>
                <a:lnTo>
                  <a:pt x="524" y="877"/>
                </a:lnTo>
                <a:lnTo>
                  <a:pt x="524" y="878"/>
                </a:lnTo>
                <a:lnTo>
                  <a:pt x="523" y="878"/>
                </a:lnTo>
                <a:lnTo>
                  <a:pt x="522" y="878"/>
                </a:lnTo>
                <a:lnTo>
                  <a:pt x="521" y="877"/>
                </a:lnTo>
                <a:lnTo>
                  <a:pt x="521" y="878"/>
                </a:lnTo>
                <a:lnTo>
                  <a:pt x="517" y="878"/>
                </a:lnTo>
                <a:lnTo>
                  <a:pt x="517" y="879"/>
                </a:lnTo>
                <a:lnTo>
                  <a:pt x="517" y="880"/>
                </a:lnTo>
                <a:lnTo>
                  <a:pt x="518" y="880"/>
                </a:lnTo>
                <a:lnTo>
                  <a:pt x="519" y="880"/>
                </a:lnTo>
                <a:lnTo>
                  <a:pt x="520" y="880"/>
                </a:lnTo>
                <a:lnTo>
                  <a:pt x="520" y="881"/>
                </a:lnTo>
                <a:lnTo>
                  <a:pt x="519" y="885"/>
                </a:lnTo>
                <a:lnTo>
                  <a:pt x="519" y="887"/>
                </a:lnTo>
                <a:lnTo>
                  <a:pt x="520" y="888"/>
                </a:lnTo>
                <a:lnTo>
                  <a:pt x="521" y="888"/>
                </a:lnTo>
                <a:lnTo>
                  <a:pt x="524" y="889"/>
                </a:lnTo>
                <a:lnTo>
                  <a:pt x="524" y="890"/>
                </a:lnTo>
                <a:lnTo>
                  <a:pt x="524" y="891"/>
                </a:lnTo>
                <a:lnTo>
                  <a:pt x="524" y="892"/>
                </a:lnTo>
                <a:lnTo>
                  <a:pt x="525" y="895"/>
                </a:lnTo>
                <a:lnTo>
                  <a:pt x="526" y="896"/>
                </a:lnTo>
                <a:lnTo>
                  <a:pt x="528" y="895"/>
                </a:lnTo>
                <a:lnTo>
                  <a:pt x="529" y="894"/>
                </a:lnTo>
                <a:lnTo>
                  <a:pt x="532" y="894"/>
                </a:lnTo>
                <a:lnTo>
                  <a:pt x="533" y="895"/>
                </a:lnTo>
                <a:lnTo>
                  <a:pt x="535" y="897"/>
                </a:lnTo>
                <a:lnTo>
                  <a:pt x="536" y="899"/>
                </a:lnTo>
                <a:lnTo>
                  <a:pt x="537" y="900"/>
                </a:lnTo>
                <a:lnTo>
                  <a:pt x="541" y="901"/>
                </a:lnTo>
                <a:lnTo>
                  <a:pt x="542" y="901"/>
                </a:lnTo>
                <a:lnTo>
                  <a:pt x="544" y="900"/>
                </a:lnTo>
                <a:lnTo>
                  <a:pt x="545" y="900"/>
                </a:lnTo>
                <a:lnTo>
                  <a:pt x="546" y="900"/>
                </a:lnTo>
                <a:lnTo>
                  <a:pt x="546" y="901"/>
                </a:lnTo>
                <a:lnTo>
                  <a:pt x="547" y="903"/>
                </a:lnTo>
                <a:lnTo>
                  <a:pt x="548" y="906"/>
                </a:lnTo>
                <a:lnTo>
                  <a:pt x="550" y="909"/>
                </a:lnTo>
                <a:lnTo>
                  <a:pt x="552" y="910"/>
                </a:lnTo>
                <a:lnTo>
                  <a:pt x="552" y="911"/>
                </a:lnTo>
                <a:lnTo>
                  <a:pt x="552" y="912"/>
                </a:lnTo>
                <a:lnTo>
                  <a:pt x="551" y="912"/>
                </a:lnTo>
                <a:lnTo>
                  <a:pt x="551" y="913"/>
                </a:lnTo>
                <a:lnTo>
                  <a:pt x="552" y="913"/>
                </a:lnTo>
                <a:lnTo>
                  <a:pt x="552" y="914"/>
                </a:lnTo>
                <a:lnTo>
                  <a:pt x="552" y="913"/>
                </a:lnTo>
                <a:lnTo>
                  <a:pt x="552" y="914"/>
                </a:lnTo>
                <a:lnTo>
                  <a:pt x="550" y="918"/>
                </a:lnTo>
                <a:lnTo>
                  <a:pt x="552" y="920"/>
                </a:lnTo>
                <a:lnTo>
                  <a:pt x="553" y="920"/>
                </a:lnTo>
                <a:lnTo>
                  <a:pt x="553" y="921"/>
                </a:lnTo>
                <a:lnTo>
                  <a:pt x="552" y="921"/>
                </a:lnTo>
                <a:lnTo>
                  <a:pt x="551" y="924"/>
                </a:lnTo>
                <a:lnTo>
                  <a:pt x="551" y="925"/>
                </a:lnTo>
                <a:lnTo>
                  <a:pt x="550" y="925"/>
                </a:lnTo>
                <a:lnTo>
                  <a:pt x="549" y="925"/>
                </a:lnTo>
                <a:lnTo>
                  <a:pt x="548" y="925"/>
                </a:lnTo>
                <a:lnTo>
                  <a:pt x="548" y="926"/>
                </a:lnTo>
                <a:lnTo>
                  <a:pt x="547" y="926"/>
                </a:lnTo>
                <a:lnTo>
                  <a:pt x="547" y="927"/>
                </a:lnTo>
                <a:lnTo>
                  <a:pt x="549" y="931"/>
                </a:lnTo>
                <a:lnTo>
                  <a:pt x="549" y="934"/>
                </a:lnTo>
                <a:lnTo>
                  <a:pt x="547" y="934"/>
                </a:lnTo>
                <a:lnTo>
                  <a:pt x="547" y="935"/>
                </a:lnTo>
                <a:lnTo>
                  <a:pt x="547" y="936"/>
                </a:lnTo>
                <a:lnTo>
                  <a:pt x="547" y="937"/>
                </a:lnTo>
                <a:lnTo>
                  <a:pt x="547" y="941"/>
                </a:lnTo>
                <a:lnTo>
                  <a:pt x="547" y="944"/>
                </a:lnTo>
                <a:lnTo>
                  <a:pt x="548" y="944"/>
                </a:lnTo>
                <a:lnTo>
                  <a:pt x="549" y="946"/>
                </a:lnTo>
                <a:lnTo>
                  <a:pt x="549" y="947"/>
                </a:lnTo>
                <a:lnTo>
                  <a:pt x="548" y="947"/>
                </a:lnTo>
                <a:lnTo>
                  <a:pt x="547" y="947"/>
                </a:lnTo>
                <a:lnTo>
                  <a:pt x="546" y="947"/>
                </a:lnTo>
                <a:lnTo>
                  <a:pt x="546" y="948"/>
                </a:lnTo>
                <a:lnTo>
                  <a:pt x="547" y="949"/>
                </a:lnTo>
                <a:lnTo>
                  <a:pt x="548" y="949"/>
                </a:lnTo>
                <a:lnTo>
                  <a:pt x="548" y="950"/>
                </a:lnTo>
                <a:lnTo>
                  <a:pt x="547" y="951"/>
                </a:lnTo>
                <a:lnTo>
                  <a:pt x="544" y="952"/>
                </a:lnTo>
                <a:lnTo>
                  <a:pt x="543" y="952"/>
                </a:lnTo>
                <a:lnTo>
                  <a:pt x="541" y="953"/>
                </a:lnTo>
                <a:lnTo>
                  <a:pt x="542" y="954"/>
                </a:lnTo>
                <a:lnTo>
                  <a:pt x="542" y="955"/>
                </a:lnTo>
                <a:lnTo>
                  <a:pt x="543" y="955"/>
                </a:lnTo>
                <a:lnTo>
                  <a:pt x="544" y="955"/>
                </a:lnTo>
                <a:lnTo>
                  <a:pt x="545" y="955"/>
                </a:lnTo>
                <a:lnTo>
                  <a:pt x="548" y="956"/>
                </a:lnTo>
                <a:lnTo>
                  <a:pt x="550" y="957"/>
                </a:lnTo>
                <a:lnTo>
                  <a:pt x="550" y="958"/>
                </a:lnTo>
                <a:lnTo>
                  <a:pt x="552" y="960"/>
                </a:lnTo>
                <a:lnTo>
                  <a:pt x="552" y="961"/>
                </a:lnTo>
                <a:lnTo>
                  <a:pt x="551" y="961"/>
                </a:lnTo>
                <a:lnTo>
                  <a:pt x="550" y="962"/>
                </a:lnTo>
                <a:lnTo>
                  <a:pt x="548" y="963"/>
                </a:lnTo>
                <a:lnTo>
                  <a:pt x="546" y="963"/>
                </a:lnTo>
                <a:lnTo>
                  <a:pt x="545" y="963"/>
                </a:lnTo>
                <a:lnTo>
                  <a:pt x="545" y="965"/>
                </a:lnTo>
                <a:lnTo>
                  <a:pt x="547" y="969"/>
                </a:lnTo>
                <a:lnTo>
                  <a:pt x="548" y="972"/>
                </a:lnTo>
                <a:lnTo>
                  <a:pt x="548" y="973"/>
                </a:lnTo>
                <a:lnTo>
                  <a:pt x="549" y="975"/>
                </a:lnTo>
                <a:lnTo>
                  <a:pt x="549" y="976"/>
                </a:lnTo>
                <a:lnTo>
                  <a:pt x="548" y="977"/>
                </a:lnTo>
                <a:lnTo>
                  <a:pt x="547" y="978"/>
                </a:lnTo>
                <a:lnTo>
                  <a:pt x="546" y="978"/>
                </a:lnTo>
                <a:lnTo>
                  <a:pt x="545" y="979"/>
                </a:lnTo>
                <a:lnTo>
                  <a:pt x="544" y="980"/>
                </a:lnTo>
                <a:lnTo>
                  <a:pt x="545" y="982"/>
                </a:lnTo>
                <a:lnTo>
                  <a:pt x="545" y="983"/>
                </a:lnTo>
                <a:lnTo>
                  <a:pt x="546" y="983"/>
                </a:lnTo>
                <a:lnTo>
                  <a:pt x="548" y="983"/>
                </a:lnTo>
                <a:lnTo>
                  <a:pt x="551" y="983"/>
                </a:lnTo>
                <a:lnTo>
                  <a:pt x="552" y="983"/>
                </a:lnTo>
                <a:lnTo>
                  <a:pt x="552" y="984"/>
                </a:lnTo>
                <a:lnTo>
                  <a:pt x="551" y="987"/>
                </a:lnTo>
                <a:lnTo>
                  <a:pt x="552" y="988"/>
                </a:lnTo>
                <a:lnTo>
                  <a:pt x="552" y="989"/>
                </a:lnTo>
                <a:lnTo>
                  <a:pt x="552" y="990"/>
                </a:lnTo>
                <a:lnTo>
                  <a:pt x="550" y="991"/>
                </a:lnTo>
                <a:lnTo>
                  <a:pt x="549" y="991"/>
                </a:lnTo>
                <a:lnTo>
                  <a:pt x="547" y="992"/>
                </a:lnTo>
                <a:lnTo>
                  <a:pt x="546" y="991"/>
                </a:lnTo>
                <a:lnTo>
                  <a:pt x="545" y="990"/>
                </a:lnTo>
                <a:lnTo>
                  <a:pt x="544" y="990"/>
                </a:lnTo>
                <a:lnTo>
                  <a:pt x="543" y="990"/>
                </a:lnTo>
                <a:lnTo>
                  <a:pt x="543" y="991"/>
                </a:lnTo>
                <a:lnTo>
                  <a:pt x="543" y="992"/>
                </a:lnTo>
                <a:lnTo>
                  <a:pt x="542" y="992"/>
                </a:lnTo>
                <a:lnTo>
                  <a:pt x="541" y="992"/>
                </a:lnTo>
                <a:lnTo>
                  <a:pt x="541" y="993"/>
                </a:lnTo>
                <a:lnTo>
                  <a:pt x="542" y="994"/>
                </a:lnTo>
                <a:lnTo>
                  <a:pt x="543" y="994"/>
                </a:lnTo>
                <a:lnTo>
                  <a:pt x="543" y="995"/>
                </a:lnTo>
                <a:lnTo>
                  <a:pt x="544" y="995"/>
                </a:lnTo>
                <a:lnTo>
                  <a:pt x="544" y="996"/>
                </a:lnTo>
                <a:lnTo>
                  <a:pt x="545" y="997"/>
                </a:lnTo>
                <a:lnTo>
                  <a:pt x="545" y="998"/>
                </a:lnTo>
                <a:lnTo>
                  <a:pt x="545" y="1000"/>
                </a:lnTo>
                <a:lnTo>
                  <a:pt x="546" y="1000"/>
                </a:lnTo>
                <a:lnTo>
                  <a:pt x="546" y="1001"/>
                </a:lnTo>
                <a:lnTo>
                  <a:pt x="546" y="1002"/>
                </a:lnTo>
                <a:lnTo>
                  <a:pt x="546" y="1003"/>
                </a:lnTo>
                <a:lnTo>
                  <a:pt x="545" y="1003"/>
                </a:lnTo>
                <a:lnTo>
                  <a:pt x="545" y="1004"/>
                </a:lnTo>
                <a:lnTo>
                  <a:pt x="544" y="1004"/>
                </a:lnTo>
                <a:lnTo>
                  <a:pt x="544" y="1005"/>
                </a:lnTo>
                <a:lnTo>
                  <a:pt x="544" y="1006"/>
                </a:lnTo>
                <a:lnTo>
                  <a:pt x="545" y="1006"/>
                </a:lnTo>
                <a:lnTo>
                  <a:pt x="546" y="1008"/>
                </a:lnTo>
                <a:lnTo>
                  <a:pt x="545" y="1008"/>
                </a:lnTo>
                <a:lnTo>
                  <a:pt x="545" y="1009"/>
                </a:lnTo>
                <a:lnTo>
                  <a:pt x="545" y="1010"/>
                </a:lnTo>
                <a:lnTo>
                  <a:pt x="545" y="1011"/>
                </a:lnTo>
                <a:lnTo>
                  <a:pt x="545" y="1013"/>
                </a:lnTo>
                <a:lnTo>
                  <a:pt x="545" y="1014"/>
                </a:lnTo>
                <a:lnTo>
                  <a:pt x="544" y="1015"/>
                </a:lnTo>
                <a:lnTo>
                  <a:pt x="544" y="1017"/>
                </a:lnTo>
                <a:lnTo>
                  <a:pt x="544" y="1018"/>
                </a:lnTo>
                <a:lnTo>
                  <a:pt x="545" y="1019"/>
                </a:lnTo>
                <a:lnTo>
                  <a:pt x="546" y="1019"/>
                </a:lnTo>
                <a:lnTo>
                  <a:pt x="547" y="1019"/>
                </a:lnTo>
                <a:lnTo>
                  <a:pt x="548" y="1019"/>
                </a:lnTo>
                <a:lnTo>
                  <a:pt x="548" y="1020"/>
                </a:lnTo>
                <a:lnTo>
                  <a:pt x="548" y="1022"/>
                </a:lnTo>
                <a:lnTo>
                  <a:pt x="549" y="1022"/>
                </a:lnTo>
                <a:lnTo>
                  <a:pt x="549" y="1023"/>
                </a:lnTo>
                <a:lnTo>
                  <a:pt x="547" y="1025"/>
                </a:lnTo>
                <a:lnTo>
                  <a:pt x="546" y="1025"/>
                </a:lnTo>
                <a:lnTo>
                  <a:pt x="546" y="1026"/>
                </a:lnTo>
                <a:lnTo>
                  <a:pt x="545" y="1025"/>
                </a:lnTo>
                <a:lnTo>
                  <a:pt x="544" y="1024"/>
                </a:lnTo>
                <a:lnTo>
                  <a:pt x="544" y="1023"/>
                </a:lnTo>
                <a:lnTo>
                  <a:pt x="543" y="1023"/>
                </a:lnTo>
                <a:lnTo>
                  <a:pt x="542" y="1023"/>
                </a:lnTo>
                <a:lnTo>
                  <a:pt x="542" y="1024"/>
                </a:lnTo>
                <a:lnTo>
                  <a:pt x="540" y="1026"/>
                </a:lnTo>
                <a:lnTo>
                  <a:pt x="539" y="1026"/>
                </a:lnTo>
                <a:lnTo>
                  <a:pt x="537" y="1026"/>
                </a:lnTo>
                <a:lnTo>
                  <a:pt x="536" y="1026"/>
                </a:lnTo>
                <a:lnTo>
                  <a:pt x="536" y="1027"/>
                </a:lnTo>
                <a:lnTo>
                  <a:pt x="536" y="1028"/>
                </a:lnTo>
                <a:lnTo>
                  <a:pt x="537" y="1028"/>
                </a:lnTo>
                <a:lnTo>
                  <a:pt x="537" y="1029"/>
                </a:lnTo>
                <a:lnTo>
                  <a:pt x="537" y="1030"/>
                </a:lnTo>
                <a:lnTo>
                  <a:pt x="539" y="1030"/>
                </a:lnTo>
                <a:lnTo>
                  <a:pt x="540" y="1031"/>
                </a:lnTo>
                <a:lnTo>
                  <a:pt x="540" y="1032"/>
                </a:lnTo>
                <a:lnTo>
                  <a:pt x="539" y="1032"/>
                </a:lnTo>
                <a:lnTo>
                  <a:pt x="538" y="1032"/>
                </a:lnTo>
                <a:lnTo>
                  <a:pt x="537" y="1033"/>
                </a:lnTo>
                <a:lnTo>
                  <a:pt x="536" y="1033"/>
                </a:lnTo>
                <a:lnTo>
                  <a:pt x="537" y="1034"/>
                </a:lnTo>
                <a:lnTo>
                  <a:pt x="539" y="1035"/>
                </a:lnTo>
                <a:lnTo>
                  <a:pt x="540" y="1036"/>
                </a:lnTo>
                <a:lnTo>
                  <a:pt x="541" y="1037"/>
                </a:lnTo>
                <a:lnTo>
                  <a:pt x="541" y="1039"/>
                </a:lnTo>
                <a:lnTo>
                  <a:pt x="540" y="1040"/>
                </a:lnTo>
                <a:lnTo>
                  <a:pt x="538" y="1041"/>
                </a:lnTo>
                <a:lnTo>
                  <a:pt x="538" y="1042"/>
                </a:lnTo>
                <a:lnTo>
                  <a:pt x="539" y="1043"/>
                </a:lnTo>
                <a:lnTo>
                  <a:pt x="539" y="1044"/>
                </a:lnTo>
                <a:lnTo>
                  <a:pt x="539" y="1045"/>
                </a:lnTo>
                <a:lnTo>
                  <a:pt x="540" y="1046"/>
                </a:lnTo>
                <a:lnTo>
                  <a:pt x="541" y="1046"/>
                </a:lnTo>
                <a:lnTo>
                  <a:pt x="541" y="1047"/>
                </a:lnTo>
                <a:lnTo>
                  <a:pt x="542" y="1048"/>
                </a:lnTo>
                <a:lnTo>
                  <a:pt x="541" y="1048"/>
                </a:lnTo>
                <a:lnTo>
                  <a:pt x="541" y="1049"/>
                </a:lnTo>
                <a:lnTo>
                  <a:pt x="541" y="1050"/>
                </a:lnTo>
                <a:lnTo>
                  <a:pt x="541" y="1052"/>
                </a:lnTo>
                <a:lnTo>
                  <a:pt x="541" y="1053"/>
                </a:lnTo>
                <a:lnTo>
                  <a:pt x="540" y="1053"/>
                </a:lnTo>
                <a:lnTo>
                  <a:pt x="543" y="1054"/>
                </a:lnTo>
                <a:lnTo>
                  <a:pt x="544" y="1054"/>
                </a:lnTo>
                <a:lnTo>
                  <a:pt x="545" y="1056"/>
                </a:lnTo>
                <a:lnTo>
                  <a:pt x="546" y="1057"/>
                </a:lnTo>
                <a:lnTo>
                  <a:pt x="545" y="1058"/>
                </a:lnTo>
                <a:lnTo>
                  <a:pt x="545" y="1059"/>
                </a:lnTo>
                <a:lnTo>
                  <a:pt x="545" y="1060"/>
                </a:lnTo>
                <a:lnTo>
                  <a:pt x="546" y="1060"/>
                </a:lnTo>
                <a:lnTo>
                  <a:pt x="546" y="1061"/>
                </a:lnTo>
                <a:lnTo>
                  <a:pt x="546" y="1062"/>
                </a:lnTo>
                <a:lnTo>
                  <a:pt x="546" y="1063"/>
                </a:lnTo>
                <a:lnTo>
                  <a:pt x="546" y="1064"/>
                </a:lnTo>
                <a:lnTo>
                  <a:pt x="546" y="1065"/>
                </a:lnTo>
                <a:lnTo>
                  <a:pt x="545" y="1065"/>
                </a:lnTo>
                <a:lnTo>
                  <a:pt x="544" y="1065"/>
                </a:lnTo>
                <a:lnTo>
                  <a:pt x="543" y="1065"/>
                </a:lnTo>
                <a:lnTo>
                  <a:pt x="543" y="1066"/>
                </a:lnTo>
                <a:lnTo>
                  <a:pt x="542" y="1066"/>
                </a:lnTo>
                <a:lnTo>
                  <a:pt x="541" y="1066"/>
                </a:lnTo>
                <a:lnTo>
                  <a:pt x="539" y="1066"/>
                </a:lnTo>
                <a:lnTo>
                  <a:pt x="538" y="1066"/>
                </a:lnTo>
                <a:lnTo>
                  <a:pt x="538" y="1065"/>
                </a:lnTo>
                <a:lnTo>
                  <a:pt x="536" y="1064"/>
                </a:lnTo>
                <a:lnTo>
                  <a:pt x="535" y="1063"/>
                </a:lnTo>
                <a:lnTo>
                  <a:pt x="535" y="1062"/>
                </a:lnTo>
                <a:lnTo>
                  <a:pt x="534" y="1062"/>
                </a:lnTo>
                <a:lnTo>
                  <a:pt x="534" y="1063"/>
                </a:lnTo>
                <a:lnTo>
                  <a:pt x="534" y="1064"/>
                </a:lnTo>
                <a:lnTo>
                  <a:pt x="534" y="1065"/>
                </a:lnTo>
                <a:lnTo>
                  <a:pt x="535" y="1065"/>
                </a:lnTo>
                <a:lnTo>
                  <a:pt x="534" y="1066"/>
                </a:lnTo>
                <a:lnTo>
                  <a:pt x="535" y="1067"/>
                </a:lnTo>
                <a:lnTo>
                  <a:pt x="535" y="1069"/>
                </a:lnTo>
                <a:lnTo>
                  <a:pt x="534" y="1069"/>
                </a:lnTo>
                <a:lnTo>
                  <a:pt x="534" y="1070"/>
                </a:lnTo>
                <a:lnTo>
                  <a:pt x="533" y="1072"/>
                </a:lnTo>
                <a:lnTo>
                  <a:pt x="533" y="1073"/>
                </a:lnTo>
                <a:lnTo>
                  <a:pt x="534" y="1073"/>
                </a:lnTo>
                <a:lnTo>
                  <a:pt x="534" y="1074"/>
                </a:lnTo>
                <a:lnTo>
                  <a:pt x="533" y="1074"/>
                </a:lnTo>
                <a:lnTo>
                  <a:pt x="532" y="1075"/>
                </a:lnTo>
                <a:lnTo>
                  <a:pt x="531" y="1075"/>
                </a:lnTo>
                <a:lnTo>
                  <a:pt x="530" y="1076"/>
                </a:lnTo>
                <a:lnTo>
                  <a:pt x="530" y="1077"/>
                </a:lnTo>
                <a:lnTo>
                  <a:pt x="530" y="1078"/>
                </a:lnTo>
                <a:lnTo>
                  <a:pt x="529" y="1078"/>
                </a:lnTo>
                <a:lnTo>
                  <a:pt x="529" y="1079"/>
                </a:lnTo>
                <a:lnTo>
                  <a:pt x="528" y="1079"/>
                </a:lnTo>
                <a:lnTo>
                  <a:pt x="528" y="1080"/>
                </a:lnTo>
                <a:lnTo>
                  <a:pt x="528" y="1082"/>
                </a:lnTo>
                <a:lnTo>
                  <a:pt x="529" y="1082"/>
                </a:lnTo>
                <a:lnTo>
                  <a:pt x="529" y="1083"/>
                </a:lnTo>
                <a:lnTo>
                  <a:pt x="528" y="1083"/>
                </a:lnTo>
                <a:lnTo>
                  <a:pt x="528" y="1084"/>
                </a:lnTo>
                <a:lnTo>
                  <a:pt x="527" y="1084"/>
                </a:lnTo>
                <a:lnTo>
                  <a:pt x="527" y="1085"/>
                </a:lnTo>
                <a:lnTo>
                  <a:pt x="527" y="1086"/>
                </a:lnTo>
                <a:lnTo>
                  <a:pt x="527" y="1087"/>
                </a:lnTo>
                <a:lnTo>
                  <a:pt x="528" y="1089"/>
                </a:lnTo>
                <a:lnTo>
                  <a:pt x="529" y="1089"/>
                </a:lnTo>
                <a:lnTo>
                  <a:pt x="529" y="1091"/>
                </a:lnTo>
                <a:lnTo>
                  <a:pt x="528" y="1091"/>
                </a:lnTo>
                <a:lnTo>
                  <a:pt x="527" y="1091"/>
                </a:lnTo>
                <a:lnTo>
                  <a:pt x="526" y="1090"/>
                </a:lnTo>
                <a:lnTo>
                  <a:pt x="525" y="1090"/>
                </a:lnTo>
                <a:lnTo>
                  <a:pt x="524" y="1090"/>
                </a:lnTo>
                <a:lnTo>
                  <a:pt x="524" y="1091"/>
                </a:lnTo>
                <a:lnTo>
                  <a:pt x="524" y="1092"/>
                </a:lnTo>
                <a:lnTo>
                  <a:pt x="524" y="1093"/>
                </a:lnTo>
                <a:lnTo>
                  <a:pt x="523" y="1093"/>
                </a:lnTo>
                <a:lnTo>
                  <a:pt x="523" y="1092"/>
                </a:lnTo>
                <a:lnTo>
                  <a:pt x="522" y="1092"/>
                </a:lnTo>
                <a:lnTo>
                  <a:pt x="521" y="1092"/>
                </a:lnTo>
                <a:lnTo>
                  <a:pt x="520" y="1093"/>
                </a:lnTo>
                <a:lnTo>
                  <a:pt x="519" y="1093"/>
                </a:lnTo>
                <a:lnTo>
                  <a:pt x="518" y="1093"/>
                </a:lnTo>
                <a:lnTo>
                  <a:pt x="516" y="1094"/>
                </a:lnTo>
                <a:lnTo>
                  <a:pt x="516" y="1095"/>
                </a:lnTo>
                <a:lnTo>
                  <a:pt x="515" y="1095"/>
                </a:lnTo>
                <a:lnTo>
                  <a:pt x="514" y="1095"/>
                </a:lnTo>
                <a:lnTo>
                  <a:pt x="513" y="1095"/>
                </a:lnTo>
                <a:lnTo>
                  <a:pt x="513" y="1094"/>
                </a:lnTo>
                <a:lnTo>
                  <a:pt x="513" y="1093"/>
                </a:lnTo>
                <a:lnTo>
                  <a:pt x="512" y="1093"/>
                </a:lnTo>
                <a:lnTo>
                  <a:pt x="512" y="1094"/>
                </a:lnTo>
                <a:lnTo>
                  <a:pt x="511" y="1095"/>
                </a:lnTo>
                <a:lnTo>
                  <a:pt x="510" y="1095"/>
                </a:lnTo>
                <a:lnTo>
                  <a:pt x="509" y="1095"/>
                </a:lnTo>
                <a:lnTo>
                  <a:pt x="509" y="1096"/>
                </a:lnTo>
                <a:lnTo>
                  <a:pt x="509" y="1097"/>
                </a:lnTo>
                <a:lnTo>
                  <a:pt x="509" y="1098"/>
                </a:lnTo>
                <a:lnTo>
                  <a:pt x="508" y="1100"/>
                </a:lnTo>
                <a:lnTo>
                  <a:pt x="506" y="1101"/>
                </a:lnTo>
                <a:lnTo>
                  <a:pt x="504" y="1102"/>
                </a:lnTo>
                <a:lnTo>
                  <a:pt x="505" y="1103"/>
                </a:lnTo>
                <a:lnTo>
                  <a:pt x="504" y="1103"/>
                </a:lnTo>
                <a:lnTo>
                  <a:pt x="502" y="1103"/>
                </a:lnTo>
                <a:lnTo>
                  <a:pt x="501" y="1103"/>
                </a:lnTo>
                <a:lnTo>
                  <a:pt x="500" y="1103"/>
                </a:lnTo>
                <a:lnTo>
                  <a:pt x="500" y="1102"/>
                </a:lnTo>
                <a:lnTo>
                  <a:pt x="499" y="1102"/>
                </a:lnTo>
                <a:lnTo>
                  <a:pt x="499" y="1101"/>
                </a:lnTo>
                <a:lnTo>
                  <a:pt x="498" y="1101"/>
                </a:lnTo>
                <a:lnTo>
                  <a:pt x="497" y="1101"/>
                </a:lnTo>
                <a:lnTo>
                  <a:pt x="496" y="1103"/>
                </a:lnTo>
                <a:lnTo>
                  <a:pt x="495" y="1103"/>
                </a:lnTo>
                <a:lnTo>
                  <a:pt x="495" y="1104"/>
                </a:lnTo>
                <a:lnTo>
                  <a:pt x="497" y="1104"/>
                </a:lnTo>
                <a:lnTo>
                  <a:pt x="498" y="1104"/>
                </a:lnTo>
                <a:lnTo>
                  <a:pt x="499" y="1105"/>
                </a:lnTo>
                <a:lnTo>
                  <a:pt x="500" y="1105"/>
                </a:lnTo>
                <a:lnTo>
                  <a:pt x="501" y="1106"/>
                </a:lnTo>
                <a:lnTo>
                  <a:pt x="499" y="1107"/>
                </a:lnTo>
                <a:lnTo>
                  <a:pt x="499" y="1106"/>
                </a:lnTo>
                <a:lnTo>
                  <a:pt x="498" y="1106"/>
                </a:lnTo>
                <a:lnTo>
                  <a:pt x="498" y="1105"/>
                </a:lnTo>
                <a:lnTo>
                  <a:pt x="497" y="1105"/>
                </a:lnTo>
                <a:lnTo>
                  <a:pt x="497" y="1106"/>
                </a:lnTo>
                <a:lnTo>
                  <a:pt x="498" y="1107"/>
                </a:lnTo>
                <a:lnTo>
                  <a:pt x="497" y="1107"/>
                </a:lnTo>
                <a:lnTo>
                  <a:pt x="496" y="1108"/>
                </a:lnTo>
                <a:lnTo>
                  <a:pt x="496" y="1110"/>
                </a:lnTo>
                <a:lnTo>
                  <a:pt x="497" y="1111"/>
                </a:lnTo>
                <a:lnTo>
                  <a:pt x="498" y="1112"/>
                </a:lnTo>
                <a:lnTo>
                  <a:pt x="498" y="1113"/>
                </a:lnTo>
                <a:lnTo>
                  <a:pt x="497" y="1113"/>
                </a:lnTo>
                <a:lnTo>
                  <a:pt x="496" y="1112"/>
                </a:lnTo>
                <a:lnTo>
                  <a:pt x="495" y="1112"/>
                </a:lnTo>
                <a:lnTo>
                  <a:pt x="495" y="1111"/>
                </a:lnTo>
                <a:lnTo>
                  <a:pt x="493" y="1111"/>
                </a:lnTo>
                <a:lnTo>
                  <a:pt x="491" y="1111"/>
                </a:lnTo>
                <a:lnTo>
                  <a:pt x="490" y="1110"/>
                </a:lnTo>
                <a:lnTo>
                  <a:pt x="489" y="1110"/>
                </a:lnTo>
                <a:lnTo>
                  <a:pt x="488" y="1109"/>
                </a:lnTo>
                <a:lnTo>
                  <a:pt x="487" y="1109"/>
                </a:lnTo>
                <a:lnTo>
                  <a:pt x="487" y="1108"/>
                </a:lnTo>
                <a:lnTo>
                  <a:pt x="487" y="1107"/>
                </a:lnTo>
                <a:lnTo>
                  <a:pt x="486" y="1108"/>
                </a:lnTo>
                <a:lnTo>
                  <a:pt x="485" y="1108"/>
                </a:lnTo>
                <a:lnTo>
                  <a:pt x="484" y="1108"/>
                </a:lnTo>
                <a:lnTo>
                  <a:pt x="483" y="1108"/>
                </a:lnTo>
                <a:lnTo>
                  <a:pt x="483" y="1109"/>
                </a:lnTo>
                <a:lnTo>
                  <a:pt x="482" y="1109"/>
                </a:lnTo>
                <a:lnTo>
                  <a:pt x="481" y="1109"/>
                </a:lnTo>
                <a:lnTo>
                  <a:pt x="480" y="1109"/>
                </a:lnTo>
                <a:lnTo>
                  <a:pt x="479" y="1109"/>
                </a:lnTo>
                <a:lnTo>
                  <a:pt x="479" y="1110"/>
                </a:lnTo>
                <a:lnTo>
                  <a:pt x="478" y="1111"/>
                </a:lnTo>
                <a:lnTo>
                  <a:pt x="478" y="1112"/>
                </a:lnTo>
                <a:lnTo>
                  <a:pt x="479" y="1112"/>
                </a:lnTo>
                <a:lnTo>
                  <a:pt x="479" y="1113"/>
                </a:lnTo>
                <a:lnTo>
                  <a:pt x="478" y="1114"/>
                </a:lnTo>
                <a:lnTo>
                  <a:pt x="478" y="1115"/>
                </a:lnTo>
                <a:lnTo>
                  <a:pt x="478" y="1116"/>
                </a:lnTo>
                <a:lnTo>
                  <a:pt x="479" y="1116"/>
                </a:lnTo>
                <a:lnTo>
                  <a:pt x="479" y="1117"/>
                </a:lnTo>
                <a:lnTo>
                  <a:pt x="478" y="1118"/>
                </a:lnTo>
                <a:lnTo>
                  <a:pt x="478" y="1117"/>
                </a:lnTo>
                <a:lnTo>
                  <a:pt x="477" y="1117"/>
                </a:lnTo>
                <a:lnTo>
                  <a:pt x="475" y="1117"/>
                </a:lnTo>
                <a:lnTo>
                  <a:pt x="475" y="1118"/>
                </a:lnTo>
                <a:lnTo>
                  <a:pt x="476" y="1118"/>
                </a:lnTo>
                <a:lnTo>
                  <a:pt x="476" y="1119"/>
                </a:lnTo>
                <a:lnTo>
                  <a:pt x="477" y="1119"/>
                </a:lnTo>
                <a:lnTo>
                  <a:pt x="477" y="1120"/>
                </a:lnTo>
                <a:lnTo>
                  <a:pt x="476" y="1122"/>
                </a:lnTo>
                <a:lnTo>
                  <a:pt x="475" y="1123"/>
                </a:lnTo>
                <a:lnTo>
                  <a:pt x="474" y="1125"/>
                </a:lnTo>
                <a:lnTo>
                  <a:pt x="473" y="1126"/>
                </a:lnTo>
                <a:lnTo>
                  <a:pt x="473" y="1127"/>
                </a:lnTo>
                <a:lnTo>
                  <a:pt x="473" y="1129"/>
                </a:lnTo>
                <a:lnTo>
                  <a:pt x="474" y="1130"/>
                </a:lnTo>
                <a:lnTo>
                  <a:pt x="473" y="1130"/>
                </a:lnTo>
                <a:lnTo>
                  <a:pt x="472" y="1131"/>
                </a:lnTo>
                <a:lnTo>
                  <a:pt x="472" y="1132"/>
                </a:lnTo>
                <a:lnTo>
                  <a:pt x="472" y="1133"/>
                </a:lnTo>
                <a:lnTo>
                  <a:pt x="472" y="1134"/>
                </a:lnTo>
                <a:lnTo>
                  <a:pt x="470" y="1134"/>
                </a:lnTo>
                <a:lnTo>
                  <a:pt x="470" y="1135"/>
                </a:lnTo>
                <a:lnTo>
                  <a:pt x="470" y="1134"/>
                </a:lnTo>
                <a:lnTo>
                  <a:pt x="469" y="1134"/>
                </a:lnTo>
                <a:lnTo>
                  <a:pt x="468" y="1134"/>
                </a:lnTo>
                <a:lnTo>
                  <a:pt x="467" y="1133"/>
                </a:lnTo>
                <a:lnTo>
                  <a:pt x="466" y="1133"/>
                </a:lnTo>
                <a:lnTo>
                  <a:pt x="466" y="1134"/>
                </a:lnTo>
                <a:lnTo>
                  <a:pt x="465" y="1134"/>
                </a:lnTo>
                <a:lnTo>
                  <a:pt x="464" y="1134"/>
                </a:lnTo>
                <a:lnTo>
                  <a:pt x="464" y="1133"/>
                </a:lnTo>
                <a:lnTo>
                  <a:pt x="463" y="1133"/>
                </a:lnTo>
                <a:lnTo>
                  <a:pt x="461" y="1131"/>
                </a:lnTo>
                <a:lnTo>
                  <a:pt x="460" y="1132"/>
                </a:lnTo>
                <a:lnTo>
                  <a:pt x="459" y="1131"/>
                </a:lnTo>
                <a:lnTo>
                  <a:pt x="458" y="1131"/>
                </a:lnTo>
                <a:lnTo>
                  <a:pt x="456" y="1130"/>
                </a:lnTo>
                <a:lnTo>
                  <a:pt x="455" y="1130"/>
                </a:lnTo>
                <a:lnTo>
                  <a:pt x="454" y="1130"/>
                </a:lnTo>
                <a:lnTo>
                  <a:pt x="453" y="1131"/>
                </a:lnTo>
                <a:lnTo>
                  <a:pt x="452" y="1131"/>
                </a:lnTo>
                <a:lnTo>
                  <a:pt x="452" y="1130"/>
                </a:lnTo>
                <a:lnTo>
                  <a:pt x="451" y="1130"/>
                </a:lnTo>
                <a:lnTo>
                  <a:pt x="450" y="1130"/>
                </a:lnTo>
                <a:lnTo>
                  <a:pt x="449" y="1130"/>
                </a:lnTo>
                <a:lnTo>
                  <a:pt x="448" y="1130"/>
                </a:lnTo>
                <a:lnTo>
                  <a:pt x="447" y="1131"/>
                </a:lnTo>
                <a:lnTo>
                  <a:pt x="447" y="1132"/>
                </a:lnTo>
                <a:lnTo>
                  <a:pt x="448" y="1132"/>
                </a:lnTo>
                <a:lnTo>
                  <a:pt x="447" y="1134"/>
                </a:lnTo>
                <a:lnTo>
                  <a:pt x="447" y="1135"/>
                </a:lnTo>
                <a:lnTo>
                  <a:pt x="447" y="1136"/>
                </a:lnTo>
                <a:lnTo>
                  <a:pt x="447" y="1138"/>
                </a:lnTo>
                <a:lnTo>
                  <a:pt x="447" y="1139"/>
                </a:lnTo>
                <a:lnTo>
                  <a:pt x="447" y="1140"/>
                </a:lnTo>
                <a:lnTo>
                  <a:pt x="448" y="1141"/>
                </a:lnTo>
                <a:lnTo>
                  <a:pt x="449" y="1143"/>
                </a:lnTo>
                <a:lnTo>
                  <a:pt x="449" y="1144"/>
                </a:lnTo>
                <a:lnTo>
                  <a:pt x="449" y="1145"/>
                </a:lnTo>
                <a:lnTo>
                  <a:pt x="448" y="1145"/>
                </a:lnTo>
                <a:lnTo>
                  <a:pt x="448" y="1146"/>
                </a:lnTo>
                <a:lnTo>
                  <a:pt x="446" y="1145"/>
                </a:lnTo>
                <a:lnTo>
                  <a:pt x="446" y="1144"/>
                </a:lnTo>
                <a:lnTo>
                  <a:pt x="445" y="1144"/>
                </a:lnTo>
                <a:lnTo>
                  <a:pt x="444" y="1145"/>
                </a:lnTo>
                <a:lnTo>
                  <a:pt x="443" y="1146"/>
                </a:lnTo>
                <a:lnTo>
                  <a:pt x="442" y="1146"/>
                </a:lnTo>
                <a:lnTo>
                  <a:pt x="441" y="1146"/>
                </a:lnTo>
                <a:lnTo>
                  <a:pt x="440" y="1148"/>
                </a:lnTo>
                <a:lnTo>
                  <a:pt x="439" y="1148"/>
                </a:lnTo>
                <a:lnTo>
                  <a:pt x="440" y="1148"/>
                </a:lnTo>
                <a:lnTo>
                  <a:pt x="440" y="1149"/>
                </a:lnTo>
                <a:lnTo>
                  <a:pt x="440" y="1150"/>
                </a:lnTo>
                <a:lnTo>
                  <a:pt x="440" y="1151"/>
                </a:lnTo>
                <a:lnTo>
                  <a:pt x="440" y="1152"/>
                </a:lnTo>
                <a:lnTo>
                  <a:pt x="439" y="1154"/>
                </a:lnTo>
                <a:lnTo>
                  <a:pt x="439" y="1155"/>
                </a:lnTo>
                <a:lnTo>
                  <a:pt x="438" y="1155"/>
                </a:lnTo>
                <a:lnTo>
                  <a:pt x="438" y="1156"/>
                </a:lnTo>
                <a:lnTo>
                  <a:pt x="436" y="1156"/>
                </a:lnTo>
                <a:lnTo>
                  <a:pt x="432" y="1158"/>
                </a:lnTo>
                <a:lnTo>
                  <a:pt x="429" y="1157"/>
                </a:lnTo>
                <a:lnTo>
                  <a:pt x="428" y="1156"/>
                </a:lnTo>
                <a:lnTo>
                  <a:pt x="427" y="1156"/>
                </a:lnTo>
                <a:lnTo>
                  <a:pt x="427" y="1155"/>
                </a:lnTo>
                <a:lnTo>
                  <a:pt x="426" y="1155"/>
                </a:lnTo>
                <a:lnTo>
                  <a:pt x="424" y="1155"/>
                </a:lnTo>
                <a:lnTo>
                  <a:pt x="423" y="1155"/>
                </a:lnTo>
                <a:lnTo>
                  <a:pt x="422" y="1155"/>
                </a:lnTo>
                <a:lnTo>
                  <a:pt x="421" y="1155"/>
                </a:lnTo>
                <a:lnTo>
                  <a:pt x="421" y="1157"/>
                </a:lnTo>
                <a:lnTo>
                  <a:pt x="421" y="1158"/>
                </a:lnTo>
                <a:lnTo>
                  <a:pt x="420" y="1159"/>
                </a:lnTo>
                <a:lnTo>
                  <a:pt x="419" y="1159"/>
                </a:lnTo>
                <a:lnTo>
                  <a:pt x="418" y="1159"/>
                </a:lnTo>
                <a:lnTo>
                  <a:pt x="417" y="1159"/>
                </a:lnTo>
                <a:lnTo>
                  <a:pt x="417" y="1158"/>
                </a:lnTo>
                <a:lnTo>
                  <a:pt x="416" y="1158"/>
                </a:lnTo>
                <a:lnTo>
                  <a:pt x="415" y="1158"/>
                </a:lnTo>
                <a:lnTo>
                  <a:pt x="415" y="1159"/>
                </a:lnTo>
                <a:lnTo>
                  <a:pt x="414" y="1159"/>
                </a:lnTo>
                <a:lnTo>
                  <a:pt x="415" y="1160"/>
                </a:lnTo>
                <a:lnTo>
                  <a:pt x="415" y="1161"/>
                </a:lnTo>
                <a:lnTo>
                  <a:pt x="415" y="1162"/>
                </a:lnTo>
                <a:lnTo>
                  <a:pt x="415" y="1163"/>
                </a:lnTo>
                <a:lnTo>
                  <a:pt x="413" y="1164"/>
                </a:lnTo>
                <a:lnTo>
                  <a:pt x="413" y="1165"/>
                </a:lnTo>
                <a:lnTo>
                  <a:pt x="413" y="1166"/>
                </a:lnTo>
                <a:lnTo>
                  <a:pt x="412" y="1167"/>
                </a:lnTo>
                <a:lnTo>
                  <a:pt x="411" y="1167"/>
                </a:lnTo>
                <a:lnTo>
                  <a:pt x="410" y="1167"/>
                </a:lnTo>
                <a:lnTo>
                  <a:pt x="409" y="1167"/>
                </a:lnTo>
                <a:lnTo>
                  <a:pt x="409" y="1166"/>
                </a:lnTo>
                <a:lnTo>
                  <a:pt x="408" y="1166"/>
                </a:lnTo>
                <a:lnTo>
                  <a:pt x="408" y="1165"/>
                </a:lnTo>
                <a:lnTo>
                  <a:pt x="407" y="1166"/>
                </a:lnTo>
                <a:lnTo>
                  <a:pt x="406" y="1166"/>
                </a:lnTo>
                <a:lnTo>
                  <a:pt x="405" y="1167"/>
                </a:lnTo>
                <a:lnTo>
                  <a:pt x="405" y="1168"/>
                </a:lnTo>
                <a:lnTo>
                  <a:pt x="405" y="1169"/>
                </a:lnTo>
                <a:lnTo>
                  <a:pt x="405" y="1171"/>
                </a:lnTo>
                <a:lnTo>
                  <a:pt x="404" y="1171"/>
                </a:lnTo>
                <a:lnTo>
                  <a:pt x="404" y="1170"/>
                </a:lnTo>
                <a:lnTo>
                  <a:pt x="403" y="1168"/>
                </a:lnTo>
                <a:lnTo>
                  <a:pt x="403" y="1167"/>
                </a:lnTo>
                <a:lnTo>
                  <a:pt x="403" y="1166"/>
                </a:lnTo>
                <a:lnTo>
                  <a:pt x="403" y="1165"/>
                </a:lnTo>
                <a:lnTo>
                  <a:pt x="404" y="1165"/>
                </a:lnTo>
                <a:lnTo>
                  <a:pt x="403" y="1164"/>
                </a:lnTo>
                <a:lnTo>
                  <a:pt x="403" y="1165"/>
                </a:lnTo>
                <a:lnTo>
                  <a:pt x="402" y="1164"/>
                </a:lnTo>
                <a:lnTo>
                  <a:pt x="400" y="1163"/>
                </a:lnTo>
                <a:lnTo>
                  <a:pt x="400" y="1162"/>
                </a:lnTo>
                <a:lnTo>
                  <a:pt x="399" y="1162"/>
                </a:lnTo>
                <a:lnTo>
                  <a:pt x="399" y="1161"/>
                </a:lnTo>
                <a:lnTo>
                  <a:pt x="398" y="1161"/>
                </a:lnTo>
                <a:lnTo>
                  <a:pt x="396" y="1161"/>
                </a:lnTo>
                <a:lnTo>
                  <a:pt x="396" y="1160"/>
                </a:lnTo>
                <a:lnTo>
                  <a:pt x="395" y="1160"/>
                </a:lnTo>
                <a:lnTo>
                  <a:pt x="395" y="1159"/>
                </a:lnTo>
                <a:lnTo>
                  <a:pt x="394" y="1158"/>
                </a:lnTo>
                <a:lnTo>
                  <a:pt x="394" y="1157"/>
                </a:lnTo>
                <a:lnTo>
                  <a:pt x="393" y="1157"/>
                </a:lnTo>
                <a:lnTo>
                  <a:pt x="393" y="1156"/>
                </a:lnTo>
                <a:lnTo>
                  <a:pt x="393" y="1157"/>
                </a:lnTo>
                <a:lnTo>
                  <a:pt x="392" y="1157"/>
                </a:lnTo>
                <a:lnTo>
                  <a:pt x="391" y="1155"/>
                </a:lnTo>
                <a:lnTo>
                  <a:pt x="390" y="1154"/>
                </a:lnTo>
                <a:lnTo>
                  <a:pt x="389" y="1154"/>
                </a:lnTo>
                <a:lnTo>
                  <a:pt x="389" y="1155"/>
                </a:lnTo>
                <a:lnTo>
                  <a:pt x="390" y="1155"/>
                </a:lnTo>
                <a:lnTo>
                  <a:pt x="390" y="1156"/>
                </a:lnTo>
                <a:lnTo>
                  <a:pt x="389" y="1157"/>
                </a:lnTo>
                <a:lnTo>
                  <a:pt x="389" y="1158"/>
                </a:lnTo>
                <a:lnTo>
                  <a:pt x="388" y="1158"/>
                </a:lnTo>
                <a:lnTo>
                  <a:pt x="388" y="1159"/>
                </a:lnTo>
                <a:lnTo>
                  <a:pt x="389" y="1160"/>
                </a:lnTo>
                <a:lnTo>
                  <a:pt x="390" y="1160"/>
                </a:lnTo>
                <a:lnTo>
                  <a:pt x="391" y="1160"/>
                </a:lnTo>
                <a:lnTo>
                  <a:pt x="392" y="1160"/>
                </a:lnTo>
                <a:lnTo>
                  <a:pt x="392" y="1161"/>
                </a:lnTo>
                <a:lnTo>
                  <a:pt x="392" y="1162"/>
                </a:lnTo>
                <a:lnTo>
                  <a:pt x="392" y="1163"/>
                </a:lnTo>
                <a:lnTo>
                  <a:pt x="391" y="1163"/>
                </a:lnTo>
                <a:lnTo>
                  <a:pt x="390" y="1163"/>
                </a:lnTo>
                <a:lnTo>
                  <a:pt x="390" y="1164"/>
                </a:lnTo>
                <a:lnTo>
                  <a:pt x="389" y="1165"/>
                </a:lnTo>
                <a:lnTo>
                  <a:pt x="388" y="1165"/>
                </a:lnTo>
                <a:lnTo>
                  <a:pt x="387" y="1165"/>
                </a:lnTo>
                <a:lnTo>
                  <a:pt x="385" y="1165"/>
                </a:lnTo>
                <a:lnTo>
                  <a:pt x="384" y="1165"/>
                </a:lnTo>
                <a:lnTo>
                  <a:pt x="382" y="1165"/>
                </a:lnTo>
                <a:lnTo>
                  <a:pt x="381" y="1165"/>
                </a:lnTo>
                <a:lnTo>
                  <a:pt x="381" y="1166"/>
                </a:lnTo>
                <a:lnTo>
                  <a:pt x="380" y="1167"/>
                </a:lnTo>
                <a:lnTo>
                  <a:pt x="381" y="1167"/>
                </a:lnTo>
                <a:lnTo>
                  <a:pt x="381" y="1168"/>
                </a:lnTo>
                <a:lnTo>
                  <a:pt x="379" y="1168"/>
                </a:lnTo>
                <a:lnTo>
                  <a:pt x="378" y="1167"/>
                </a:lnTo>
                <a:lnTo>
                  <a:pt x="377" y="1166"/>
                </a:lnTo>
                <a:lnTo>
                  <a:pt x="375" y="1165"/>
                </a:lnTo>
                <a:lnTo>
                  <a:pt x="375" y="1166"/>
                </a:lnTo>
                <a:lnTo>
                  <a:pt x="374" y="1166"/>
                </a:lnTo>
                <a:lnTo>
                  <a:pt x="373" y="1166"/>
                </a:lnTo>
                <a:lnTo>
                  <a:pt x="372" y="1167"/>
                </a:lnTo>
                <a:lnTo>
                  <a:pt x="370" y="1166"/>
                </a:lnTo>
                <a:lnTo>
                  <a:pt x="369" y="1165"/>
                </a:lnTo>
                <a:lnTo>
                  <a:pt x="368" y="1165"/>
                </a:lnTo>
                <a:lnTo>
                  <a:pt x="368" y="1164"/>
                </a:lnTo>
                <a:lnTo>
                  <a:pt x="367" y="1164"/>
                </a:lnTo>
                <a:lnTo>
                  <a:pt x="367" y="1165"/>
                </a:lnTo>
                <a:lnTo>
                  <a:pt x="366" y="1165"/>
                </a:lnTo>
                <a:lnTo>
                  <a:pt x="366" y="1166"/>
                </a:lnTo>
                <a:lnTo>
                  <a:pt x="365" y="1165"/>
                </a:lnTo>
                <a:lnTo>
                  <a:pt x="364" y="1165"/>
                </a:lnTo>
                <a:lnTo>
                  <a:pt x="361" y="1165"/>
                </a:lnTo>
                <a:lnTo>
                  <a:pt x="361" y="1164"/>
                </a:lnTo>
                <a:lnTo>
                  <a:pt x="358" y="1164"/>
                </a:lnTo>
                <a:lnTo>
                  <a:pt x="356" y="1164"/>
                </a:lnTo>
                <a:lnTo>
                  <a:pt x="355" y="1164"/>
                </a:lnTo>
                <a:lnTo>
                  <a:pt x="354" y="1163"/>
                </a:lnTo>
                <a:lnTo>
                  <a:pt x="353" y="1163"/>
                </a:lnTo>
                <a:lnTo>
                  <a:pt x="352" y="1163"/>
                </a:lnTo>
                <a:lnTo>
                  <a:pt x="351" y="1164"/>
                </a:lnTo>
                <a:lnTo>
                  <a:pt x="351" y="1165"/>
                </a:lnTo>
                <a:lnTo>
                  <a:pt x="350" y="1166"/>
                </a:lnTo>
                <a:lnTo>
                  <a:pt x="347" y="1168"/>
                </a:lnTo>
                <a:lnTo>
                  <a:pt x="346" y="1168"/>
                </a:lnTo>
                <a:lnTo>
                  <a:pt x="345" y="1168"/>
                </a:lnTo>
                <a:lnTo>
                  <a:pt x="344" y="1168"/>
                </a:lnTo>
                <a:lnTo>
                  <a:pt x="342" y="1169"/>
                </a:lnTo>
                <a:lnTo>
                  <a:pt x="337" y="1169"/>
                </a:lnTo>
                <a:lnTo>
                  <a:pt x="336" y="1169"/>
                </a:lnTo>
                <a:lnTo>
                  <a:pt x="335" y="1169"/>
                </a:lnTo>
                <a:lnTo>
                  <a:pt x="335" y="1170"/>
                </a:lnTo>
                <a:lnTo>
                  <a:pt x="334" y="1169"/>
                </a:lnTo>
                <a:lnTo>
                  <a:pt x="335" y="1168"/>
                </a:lnTo>
                <a:lnTo>
                  <a:pt x="335" y="1167"/>
                </a:lnTo>
                <a:lnTo>
                  <a:pt x="336" y="1166"/>
                </a:lnTo>
                <a:lnTo>
                  <a:pt x="336" y="1165"/>
                </a:lnTo>
                <a:lnTo>
                  <a:pt x="337" y="1163"/>
                </a:lnTo>
                <a:lnTo>
                  <a:pt x="336" y="1163"/>
                </a:lnTo>
                <a:lnTo>
                  <a:pt x="336" y="1162"/>
                </a:lnTo>
                <a:lnTo>
                  <a:pt x="335" y="1163"/>
                </a:lnTo>
                <a:lnTo>
                  <a:pt x="334" y="1163"/>
                </a:lnTo>
                <a:lnTo>
                  <a:pt x="333" y="1163"/>
                </a:lnTo>
                <a:lnTo>
                  <a:pt x="332" y="1163"/>
                </a:lnTo>
                <a:lnTo>
                  <a:pt x="331" y="1163"/>
                </a:lnTo>
                <a:lnTo>
                  <a:pt x="330" y="1164"/>
                </a:lnTo>
                <a:lnTo>
                  <a:pt x="329" y="1164"/>
                </a:lnTo>
                <a:lnTo>
                  <a:pt x="329" y="1165"/>
                </a:lnTo>
                <a:lnTo>
                  <a:pt x="328" y="1166"/>
                </a:lnTo>
                <a:lnTo>
                  <a:pt x="327" y="1166"/>
                </a:lnTo>
                <a:lnTo>
                  <a:pt x="327" y="1167"/>
                </a:lnTo>
                <a:lnTo>
                  <a:pt x="324" y="1166"/>
                </a:lnTo>
                <a:lnTo>
                  <a:pt x="323" y="1166"/>
                </a:lnTo>
                <a:lnTo>
                  <a:pt x="322" y="1166"/>
                </a:lnTo>
                <a:lnTo>
                  <a:pt x="322" y="1165"/>
                </a:lnTo>
                <a:lnTo>
                  <a:pt x="322" y="1164"/>
                </a:lnTo>
                <a:lnTo>
                  <a:pt x="321" y="1164"/>
                </a:lnTo>
                <a:lnTo>
                  <a:pt x="320" y="1163"/>
                </a:lnTo>
                <a:lnTo>
                  <a:pt x="319" y="1163"/>
                </a:lnTo>
                <a:lnTo>
                  <a:pt x="316" y="1162"/>
                </a:lnTo>
                <a:lnTo>
                  <a:pt x="314" y="1161"/>
                </a:lnTo>
                <a:lnTo>
                  <a:pt x="313" y="1161"/>
                </a:lnTo>
                <a:lnTo>
                  <a:pt x="312" y="1161"/>
                </a:lnTo>
                <a:lnTo>
                  <a:pt x="311" y="1161"/>
                </a:lnTo>
                <a:lnTo>
                  <a:pt x="309" y="1160"/>
                </a:lnTo>
                <a:lnTo>
                  <a:pt x="308" y="1160"/>
                </a:lnTo>
                <a:lnTo>
                  <a:pt x="308" y="1161"/>
                </a:lnTo>
                <a:lnTo>
                  <a:pt x="307" y="1162"/>
                </a:lnTo>
                <a:lnTo>
                  <a:pt x="306" y="1162"/>
                </a:lnTo>
                <a:lnTo>
                  <a:pt x="305" y="1162"/>
                </a:lnTo>
                <a:lnTo>
                  <a:pt x="305" y="1161"/>
                </a:lnTo>
                <a:lnTo>
                  <a:pt x="305" y="1160"/>
                </a:lnTo>
                <a:lnTo>
                  <a:pt x="303" y="1160"/>
                </a:lnTo>
                <a:lnTo>
                  <a:pt x="301" y="1159"/>
                </a:lnTo>
                <a:lnTo>
                  <a:pt x="299" y="1160"/>
                </a:lnTo>
                <a:lnTo>
                  <a:pt x="297" y="1160"/>
                </a:lnTo>
                <a:lnTo>
                  <a:pt x="296" y="1159"/>
                </a:lnTo>
                <a:lnTo>
                  <a:pt x="296" y="1160"/>
                </a:lnTo>
                <a:lnTo>
                  <a:pt x="295" y="1160"/>
                </a:lnTo>
                <a:lnTo>
                  <a:pt x="295" y="1161"/>
                </a:lnTo>
                <a:lnTo>
                  <a:pt x="297" y="1163"/>
                </a:lnTo>
                <a:lnTo>
                  <a:pt x="298" y="1164"/>
                </a:lnTo>
                <a:lnTo>
                  <a:pt x="299" y="1165"/>
                </a:lnTo>
                <a:lnTo>
                  <a:pt x="300" y="1167"/>
                </a:lnTo>
                <a:lnTo>
                  <a:pt x="300" y="1168"/>
                </a:lnTo>
                <a:lnTo>
                  <a:pt x="301" y="1171"/>
                </a:lnTo>
                <a:lnTo>
                  <a:pt x="301" y="1172"/>
                </a:lnTo>
                <a:lnTo>
                  <a:pt x="300" y="1172"/>
                </a:lnTo>
                <a:lnTo>
                  <a:pt x="299" y="1172"/>
                </a:lnTo>
                <a:lnTo>
                  <a:pt x="298" y="1173"/>
                </a:lnTo>
                <a:lnTo>
                  <a:pt x="298" y="1174"/>
                </a:lnTo>
                <a:lnTo>
                  <a:pt x="297" y="1174"/>
                </a:lnTo>
                <a:lnTo>
                  <a:pt x="295" y="1176"/>
                </a:lnTo>
                <a:lnTo>
                  <a:pt x="295" y="1177"/>
                </a:lnTo>
                <a:lnTo>
                  <a:pt x="294" y="1177"/>
                </a:lnTo>
                <a:lnTo>
                  <a:pt x="295" y="1177"/>
                </a:lnTo>
                <a:lnTo>
                  <a:pt x="295" y="1179"/>
                </a:lnTo>
                <a:lnTo>
                  <a:pt x="297" y="1181"/>
                </a:lnTo>
                <a:lnTo>
                  <a:pt x="298" y="1182"/>
                </a:lnTo>
                <a:lnTo>
                  <a:pt x="298" y="1183"/>
                </a:lnTo>
                <a:lnTo>
                  <a:pt x="299" y="1185"/>
                </a:lnTo>
                <a:lnTo>
                  <a:pt x="299" y="1186"/>
                </a:lnTo>
                <a:lnTo>
                  <a:pt x="299" y="1187"/>
                </a:lnTo>
                <a:lnTo>
                  <a:pt x="299" y="1189"/>
                </a:lnTo>
                <a:lnTo>
                  <a:pt x="299" y="1190"/>
                </a:lnTo>
                <a:lnTo>
                  <a:pt x="299" y="1191"/>
                </a:lnTo>
                <a:lnTo>
                  <a:pt x="299" y="1193"/>
                </a:lnTo>
                <a:lnTo>
                  <a:pt x="299" y="1194"/>
                </a:lnTo>
                <a:lnTo>
                  <a:pt x="299" y="1195"/>
                </a:lnTo>
                <a:lnTo>
                  <a:pt x="299" y="1196"/>
                </a:lnTo>
                <a:lnTo>
                  <a:pt x="298" y="1198"/>
                </a:lnTo>
                <a:lnTo>
                  <a:pt x="298" y="1199"/>
                </a:lnTo>
                <a:lnTo>
                  <a:pt x="299" y="1199"/>
                </a:lnTo>
                <a:lnTo>
                  <a:pt x="299" y="1200"/>
                </a:lnTo>
                <a:lnTo>
                  <a:pt x="300" y="1201"/>
                </a:lnTo>
                <a:lnTo>
                  <a:pt x="300" y="1203"/>
                </a:lnTo>
                <a:lnTo>
                  <a:pt x="300" y="1205"/>
                </a:lnTo>
                <a:lnTo>
                  <a:pt x="300" y="1206"/>
                </a:lnTo>
                <a:lnTo>
                  <a:pt x="299" y="1208"/>
                </a:lnTo>
                <a:lnTo>
                  <a:pt x="297" y="1208"/>
                </a:lnTo>
                <a:lnTo>
                  <a:pt x="296" y="1208"/>
                </a:lnTo>
                <a:lnTo>
                  <a:pt x="296" y="1207"/>
                </a:lnTo>
                <a:lnTo>
                  <a:pt x="295" y="1206"/>
                </a:lnTo>
                <a:lnTo>
                  <a:pt x="294" y="1206"/>
                </a:lnTo>
                <a:lnTo>
                  <a:pt x="294" y="1205"/>
                </a:lnTo>
                <a:lnTo>
                  <a:pt x="293" y="1205"/>
                </a:lnTo>
                <a:lnTo>
                  <a:pt x="293" y="1204"/>
                </a:lnTo>
                <a:lnTo>
                  <a:pt x="292" y="1204"/>
                </a:lnTo>
                <a:lnTo>
                  <a:pt x="290" y="1204"/>
                </a:lnTo>
                <a:lnTo>
                  <a:pt x="289" y="1204"/>
                </a:lnTo>
                <a:lnTo>
                  <a:pt x="288" y="1204"/>
                </a:lnTo>
                <a:lnTo>
                  <a:pt x="287" y="1204"/>
                </a:lnTo>
                <a:lnTo>
                  <a:pt x="286" y="1204"/>
                </a:lnTo>
                <a:lnTo>
                  <a:pt x="285" y="1204"/>
                </a:lnTo>
                <a:lnTo>
                  <a:pt x="285" y="1203"/>
                </a:lnTo>
                <a:lnTo>
                  <a:pt x="284" y="1203"/>
                </a:lnTo>
                <a:lnTo>
                  <a:pt x="284" y="1202"/>
                </a:lnTo>
                <a:lnTo>
                  <a:pt x="283" y="1202"/>
                </a:lnTo>
                <a:lnTo>
                  <a:pt x="282" y="1202"/>
                </a:lnTo>
                <a:lnTo>
                  <a:pt x="278" y="1202"/>
                </a:lnTo>
                <a:lnTo>
                  <a:pt x="277" y="1203"/>
                </a:lnTo>
                <a:lnTo>
                  <a:pt x="276" y="1204"/>
                </a:lnTo>
                <a:lnTo>
                  <a:pt x="275" y="1204"/>
                </a:lnTo>
                <a:lnTo>
                  <a:pt x="274" y="1203"/>
                </a:lnTo>
                <a:lnTo>
                  <a:pt x="273" y="1202"/>
                </a:lnTo>
                <a:lnTo>
                  <a:pt x="272" y="1203"/>
                </a:lnTo>
                <a:lnTo>
                  <a:pt x="272" y="1204"/>
                </a:lnTo>
                <a:lnTo>
                  <a:pt x="271" y="1205"/>
                </a:lnTo>
                <a:lnTo>
                  <a:pt x="270" y="1205"/>
                </a:lnTo>
                <a:lnTo>
                  <a:pt x="269" y="1204"/>
                </a:lnTo>
                <a:lnTo>
                  <a:pt x="268" y="1204"/>
                </a:lnTo>
                <a:lnTo>
                  <a:pt x="267" y="1204"/>
                </a:lnTo>
                <a:lnTo>
                  <a:pt x="266" y="1204"/>
                </a:lnTo>
                <a:lnTo>
                  <a:pt x="265" y="1205"/>
                </a:lnTo>
                <a:lnTo>
                  <a:pt x="264" y="1205"/>
                </a:lnTo>
                <a:lnTo>
                  <a:pt x="263" y="1205"/>
                </a:lnTo>
                <a:lnTo>
                  <a:pt x="262" y="1205"/>
                </a:lnTo>
                <a:lnTo>
                  <a:pt x="260" y="1206"/>
                </a:lnTo>
                <a:lnTo>
                  <a:pt x="259" y="1206"/>
                </a:lnTo>
                <a:lnTo>
                  <a:pt x="259" y="1207"/>
                </a:lnTo>
                <a:lnTo>
                  <a:pt x="259" y="1208"/>
                </a:lnTo>
                <a:lnTo>
                  <a:pt x="259" y="1209"/>
                </a:lnTo>
                <a:lnTo>
                  <a:pt x="259" y="1210"/>
                </a:lnTo>
                <a:lnTo>
                  <a:pt x="259" y="1211"/>
                </a:lnTo>
                <a:lnTo>
                  <a:pt x="259" y="1212"/>
                </a:lnTo>
                <a:lnTo>
                  <a:pt x="259" y="1213"/>
                </a:lnTo>
                <a:lnTo>
                  <a:pt x="258" y="1214"/>
                </a:lnTo>
                <a:lnTo>
                  <a:pt x="257" y="1214"/>
                </a:lnTo>
                <a:lnTo>
                  <a:pt x="257" y="1215"/>
                </a:lnTo>
                <a:lnTo>
                  <a:pt x="256" y="1215"/>
                </a:lnTo>
                <a:lnTo>
                  <a:pt x="255" y="1215"/>
                </a:lnTo>
                <a:lnTo>
                  <a:pt x="255" y="1214"/>
                </a:lnTo>
                <a:lnTo>
                  <a:pt x="254" y="1214"/>
                </a:lnTo>
                <a:lnTo>
                  <a:pt x="254" y="1215"/>
                </a:lnTo>
                <a:lnTo>
                  <a:pt x="254" y="1216"/>
                </a:lnTo>
                <a:lnTo>
                  <a:pt x="253" y="1216"/>
                </a:lnTo>
                <a:lnTo>
                  <a:pt x="253" y="1217"/>
                </a:lnTo>
                <a:lnTo>
                  <a:pt x="252" y="1217"/>
                </a:lnTo>
                <a:lnTo>
                  <a:pt x="251" y="1217"/>
                </a:lnTo>
                <a:lnTo>
                  <a:pt x="250" y="1217"/>
                </a:lnTo>
                <a:lnTo>
                  <a:pt x="249" y="1217"/>
                </a:lnTo>
                <a:lnTo>
                  <a:pt x="248" y="1218"/>
                </a:lnTo>
                <a:lnTo>
                  <a:pt x="248" y="1219"/>
                </a:lnTo>
                <a:lnTo>
                  <a:pt x="248" y="1220"/>
                </a:lnTo>
                <a:lnTo>
                  <a:pt x="247" y="1220"/>
                </a:lnTo>
                <a:lnTo>
                  <a:pt x="246" y="1220"/>
                </a:lnTo>
                <a:lnTo>
                  <a:pt x="245" y="1220"/>
                </a:lnTo>
                <a:lnTo>
                  <a:pt x="244" y="1221"/>
                </a:lnTo>
                <a:lnTo>
                  <a:pt x="241" y="1222"/>
                </a:lnTo>
                <a:lnTo>
                  <a:pt x="240" y="1222"/>
                </a:lnTo>
                <a:lnTo>
                  <a:pt x="240" y="1223"/>
                </a:lnTo>
                <a:lnTo>
                  <a:pt x="239" y="1224"/>
                </a:lnTo>
                <a:lnTo>
                  <a:pt x="238" y="1224"/>
                </a:lnTo>
                <a:lnTo>
                  <a:pt x="237" y="1224"/>
                </a:lnTo>
                <a:lnTo>
                  <a:pt x="236" y="1224"/>
                </a:lnTo>
                <a:lnTo>
                  <a:pt x="236" y="1225"/>
                </a:lnTo>
                <a:lnTo>
                  <a:pt x="236" y="1226"/>
                </a:lnTo>
                <a:lnTo>
                  <a:pt x="237" y="1226"/>
                </a:lnTo>
                <a:lnTo>
                  <a:pt x="237" y="1227"/>
                </a:lnTo>
                <a:lnTo>
                  <a:pt x="238" y="1227"/>
                </a:lnTo>
                <a:lnTo>
                  <a:pt x="238" y="1228"/>
                </a:lnTo>
                <a:lnTo>
                  <a:pt x="239" y="1231"/>
                </a:lnTo>
                <a:lnTo>
                  <a:pt x="239" y="1232"/>
                </a:lnTo>
                <a:lnTo>
                  <a:pt x="238" y="1233"/>
                </a:lnTo>
                <a:lnTo>
                  <a:pt x="237" y="1234"/>
                </a:lnTo>
                <a:lnTo>
                  <a:pt x="236" y="1234"/>
                </a:lnTo>
                <a:lnTo>
                  <a:pt x="234" y="1234"/>
                </a:lnTo>
                <a:lnTo>
                  <a:pt x="234" y="1235"/>
                </a:lnTo>
                <a:lnTo>
                  <a:pt x="233" y="1235"/>
                </a:lnTo>
                <a:lnTo>
                  <a:pt x="233" y="1236"/>
                </a:lnTo>
                <a:lnTo>
                  <a:pt x="232" y="1236"/>
                </a:lnTo>
                <a:lnTo>
                  <a:pt x="232" y="1237"/>
                </a:lnTo>
                <a:lnTo>
                  <a:pt x="231" y="1237"/>
                </a:lnTo>
                <a:lnTo>
                  <a:pt x="231" y="1238"/>
                </a:lnTo>
                <a:lnTo>
                  <a:pt x="230" y="1239"/>
                </a:lnTo>
                <a:lnTo>
                  <a:pt x="230" y="1241"/>
                </a:lnTo>
                <a:lnTo>
                  <a:pt x="230" y="1242"/>
                </a:lnTo>
                <a:lnTo>
                  <a:pt x="229" y="1244"/>
                </a:lnTo>
                <a:lnTo>
                  <a:pt x="229" y="1245"/>
                </a:lnTo>
                <a:lnTo>
                  <a:pt x="227" y="1245"/>
                </a:lnTo>
                <a:lnTo>
                  <a:pt x="226" y="1246"/>
                </a:lnTo>
                <a:lnTo>
                  <a:pt x="225" y="1246"/>
                </a:lnTo>
                <a:lnTo>
                  <a:pt x="225" y="1247"/>
                </a:lnTo>
                <a:lnTo>
                  <a:pt x="225" y="1251"/>
                </a:lnTo>
                <a:lnTo>
                  <a:pt x="225" y="1252"/>
                </a:lnTo>
                <a:lnTo>
                  <a:pt x="224" y="1253"/>
                </a:lnTo>
                <a:lnTo>
                  <a:pt x="222" y="1255"/>
                </a:lnTo>
                <a:lnTo>
                  <a:pt x="221" y="1255"/>
                </a:lnTo>
                <a:lnTo>
                  <a:pt x="220" y="1255"/>
                </a:lnTo>
                <a:lnTo>
                  <a:pt x="220" y="1254"/>
                </a:lnTo>
                <a:lnTo>
                  <a:pt x="219" y="1253"/>
                </a:lnTo>
                <a:lnTo>
                  <a:pt x="218" y="1253"/>
                </a:lnTo>
                <a:lnTo>
                  <a:pt x="215" y="1254"/>
                </a:lnTo>
                <a:lnTo>
                  <a:pt x="215" y="1255"/>
                </a:lnTo>
                <a:lnTo>
                  <a:pt x="214" y="1255"/>
                </a:lnTo>
                <a:lnTo>
                  <a:pt x="212" y="1257"/>
                </a:lnTo>
                <a:lnTo>
                  <a:pt x="212" y="1258"/>
                </a:lnTo>
                <a:lnTo>
                  <a:pt x="211" y="1259"/>
                </a:lnTo>
                <a:lnTo>
                  <a:pt x="210" y="1259"/>
                </a:lnTo>
                <a:lnTo>
                  <a:pt x="208" y="1260"/>
                </a:lnTo>
                <a:lnTo>
                  <a:pt x="207" y="1260"/>
                </a:lnTo>
                <a:lnTo>
                  <a:pt x="205" y="1260"/>
                </a:lnTo>
                <a:lnTo>
                  <a:pt x="204" y="1259"/>
                </a:lnTo>
                <a:lnTo>
                  <a:pt x="203" y="1258"/>
                </a:lnTo>
                <a:lnTo>
                  <a:pt x="201" y="1258"/>
                </a:lnTo>
                <a:lnTo>
                  <a:pt x="200" y="1258"/>
                </a:lnTo>
                <a:lnTo>
                  <a:pt x="200" y="1259"/>
                </a:lnTo>
                <a:lnTo>
                  <a:pt x="200" y="1260"/>
                </a:lnTo>
                <a:lnTo>
                  <a:pt x="199" y="1260"/>
                </a:lnTo>
                <a:lnTo>
                  <a:pt x="198" y="1260"/>
                </a:lnTo>
                <a:lnTo>
                  <a:pt x="197" y="1260"/>
                </a:lnTo>
                <a:lnTo>
                  <a:pt x="196" y="1261"/>
                </a:lnTo>
                <a:lnTo>
                  <a:pt x="196" y="1262"/>
                </a:lnTo>
                <a:lnTo>
                  <a:pt x="195" y="1262"/>
                </a:lnTo>
                <a:lnTo>
                  <a:pt x="195" y="1263"/>
                </a:lnTo>
                <a:lnTo>
                  <a:pt x="194" y="1263"/>
                </a:lnTo>
                <a:lnTo>
                  <a:pt x="193" y="1263"/>
                </a:lnTo>
                <a:lnTo>
                  <a:pt x="192" y="1263"/>
                </a:lnTo>
                <a:lnTo>
                  <a:pt x="190" y="1262"/>
                </a:lnTo>
                <a:lnTo>
                  <a:pt x="189" y="1262"/>
                </a:lnTo>
                <a:lnTo>
                  <a:pt x="188" y="1262"/>
                </a:lnTo>
                <a:lnTo>
                  <a:pt x="187" y="1262"/>
                </a:lnTo>
                <a:lnTo>
                  <a:pt x="186" y="1261"/>
                </a:lnTo>
                <a:lnTo>
                  <a:pt x="186" y="1260"/>
                </a:lnTo>
                <a:lnTo>
                  <a:pt x="185" y="1260"/>
                </a:lnTo>
                <a:lnTo>
                  <a:pt x="184" y="1260"/>
                </a:lnTo>
                <a:lnTo>
                  <a:pt x="183" y="1261"/>
                </a:lnTo>
                <a:lnTo>
                  <a:pt x="182" y="1262"/>
                </a:lnTo>
                <a:lnTo>
                  <a:pt x="182" y="1263"/>
                </a:lnTo>
                <a:lnTo>
                  <a:pt x="181" y="1263"/>
                </a:lnTo>
                <a:lnTo>
                  <a:pt x="179" y="1264"/>
                </a:lnTo>
                <a:lnTo>
                  <a:pt x="177" y="1265"/>
                </a:lnTo>
                <a:lnTo>
                  <a:pt x="177" y="1266"/>
                </a:lnTo>
                <a:lnTo>
                  <a:pt x="176" y="1266"/>
                </a:lnTo>
                <a:lnTo>
                  <a:pt x="175" y="1265"/>
                </a:lnTo>
                <a:lnTo>
                  <a:pt x="174" y="1265"/>
                </a:lnTo>
                <a:lnTo>
                  <a:pt x="173" y="1264"/>
                </a:lnTo>
                <a:lnTo>
                  <a:pt x="172" y="1263"/>
                </a:lnTo>
                <a:lnTo>
                  <a:pt x="171" y="1263"/>
                </a:lnTo>
                <a:lnTo>
                  <a:pt x="170" y="1263"/>
                </a:lnTo>
                <a:lnTo>
                  <a:pt x="170" y="1264"/>
                </a:lnTo>
                <a:lnTo>
                  <a:pt x="170" y="1265"/>
                </a:lnTo>
                <a:lnTo>
                  <a:pt x="169" y="1266"/>
                </a:lnTo>
                <a:lnTo>
                  <a:pt x="169" y="1267"/>
                </a:lnTo>
                <a:lnTo>
                  <a:pt x="169" y="1268"/>
                </a:lnTo>
                <a:lnTo>
                  <a:pt x="169" y="1269"/>
                </a:lnTo>
                <a:lnTo>
                  <a:pt x="168" y="1269"/>
                </a:lnTo>
                <a:lnTo>
                  <a:pt x="168" y="1270"/>
                </a:lnTo>
                <a:lnTo>
                  <a:pt x="167" y="1270"/>
                </a:lnTo>
                <a:lnTo>
                  <a:pt x="166" y="1270"/>
                </a:lnTo>
                <a:lnTo>
                  <a:pt x="165" y="1270"/>
                </a:lnTo>
                <a:lnTo>
                  <a:pt x="165" y="1269"/>
                </a:lnTo>
                <a:lnTo>
                  <a:pt x="164" y="1269"/>
                </a:lnTo>
                <a:lnTo>
                  <a:pt x="164" y="1268"/>
                </a:lnTo>
                <a:lnTo>
                  <a:pt x="163" y="1268"/>
                </a:lnTo>
                <a:lnTo>
                  <a:pt x="162" y="1268"/>
                </a:lnTo>
                <a:lnTo>
                  <a:pt x="161" y="1268"/>
                </a:lnTo>
                <a:lnTo>
                  <a:pt x="160" y="1268"/>
                </a:lnTo>
                <a:lnTo>
                  <a:pt x="159" y="1268"/>
                </a:lnTo>
                <a:lnTo>
                  <a:pt x="158" y="1268"/>
                </a:lnTo>
                <a:lnTo>
                  <a:pt x="157" y="1267"/>
                </a:lnTo>
                <a:lnTo>
                  <a:pt x="157" y="1266"/>
                </a:lnTo>
                <a:lnTo>
                  <a:pt x="156" y="1266"/>
                </a:lnTo>
                <a:lnTo>
                  <a:pt x="156" y="1265"/>
                </a:lnTo>
                <a:lnTo>
                  <a:pt x="155" y="1265"/>
                </a:lnTo>
                <a:lnTo>
                  <a:pt x="154" y="1266"/>
                </a:lnTo>
                <a:lnTo>
                  <a:pt x="153" y="1266"/>
                </a:lnTo>
                <a:lnTo>
                  <a:pt x="153" y="1267"/>
                </a:lnTo>
                <a:lnTo>
                  <a:pt x="151" y="1270"/>
                </a:lnTo>
                <a:lnTo>
                  <a:pt x="151" y="1271"/>
                </a:lnTo>
                <a:lnTo>
                  <a:pt x="151" y="1272"/>
                </a:lnTo>
                <a:lnTo>
                  <a:pt x="151" y="1273"/>
                </a:lnTo>
                <a:lnTo>
                  <a:pt x="151" y="1274"/>
                </a:lnTo>
                <a:lnTo>
                  <a:pt x="151" y="1275"/>
                </a:lnTo>
                <a:lnTo>
                  <a:pt x="150" y="1275"/>
                </a:lnTo>
                <a:lnTo>
                  <a:pt x="150" y="1277"/>
                </a:lnTo>
                <a:lnTo>
                  <a:pt x="149" y="1277"/>
                </a:lnTo>
                <a:lnTo>
                  <a:pt x="149" y="1278"/>
                </a:lnTo>
                <a:lnTo>
                  <a:pt x="148" y="1278"/>
                </a:lnTo>
                <a:lnTo>
                  <a:pt x="147" y="1278"/>
                </a:lnTo>
                <a:lnTo>
                  <a:pt x="146" y="1278"/>
                </a:lnTo>
                <a:lnTo>
                  <a:pt x="146" y="1279"/>
                </a:lnTo>
                <a:lnTo>
                  <a:pt x="145" y="1279"/>
                </a:lnTo>
                <a:lnTo>
                  <a:pt x="143" y="1279"/>
                </a:lnTo>
                <a:lnTo>
                  <a:pt x="142" y="1279"/>
                </a:lnTo>
                <a:lnTo>
                  <a:pt x="141" y="1279"/>
                </a:lnTo>
                <a:lnTo>
                  <a:pt x="140" y="1279"/>
                </a:lnTo>
                <a:lnTo>
                  <a:pt x="140" y="1280"/>
                </a:lnTo>
                <a:lnTo>
                  <a:pt x="139" y="1280"/>
                </a:lnTo>
                <a:lnTo>
                  <a:pt x="138" y="1281"/>
                </a:lnTo>
                <a:lnTo>
                  <a:pt x="137" y="1281"/>
                </a:lnTo>
                <a:lnTo>
                  <a:pt x="135" y="1282"/>
                </a:lnTo>
                <a:lnTo>
                  <a:pt x="134" y="1283"/>
                </a:lnTo>
                <a:lnTo>
                  <a:pt x="132" y="1284"/>
                </a:lnTo>
                <a:lnTo>
                  <a:pt x="131" y="1286"/>
                </a:lnTo>
                <a:lnTo>
                  <a:pt x="130" y="1287"/>
                </a:lnTo>
                <a:lnTo>
                  <a:pt x="128" y="1288"/>
                </a:lnTo>
                <a:lnTo>
                  <a:pt x="127" y="1289"/>
                </a:lnTo>
                <a:lnTo>
                  <a:pt x="126" y="1290"/>
                </a:lnTo>
                <a:lnTo>
                  <a:pt x="125" y="1291"/>
                </a:lnTo>
                <a:lnTo>
                  <a:pt x="124" y="1291"/>
                </a:lnTo>
                <a:lnTo>
                  <a:pt x="124" y="1290"/>
                </a:lnTo>
                <a:lnTo>
                  <a:pt x="124" y="1289"/>
                </a:lnTo>
                <a:lnTo>
                  <a:pt x="123" y="1288"/>
                </a:lnTo>
                <a:lnTo>
                  <a:pt x="123" y="1287"/>
                </a:lnTo>
                <a:lnTo>
                  <a:pt x="121" y="1286"/>
                </a:lnTo>
                <a:lnTo>
                  <a:pt x="120" y="1286"/>
                </a:lnTo>
                <a:lnTo>
                  <a:pt x="119" y="1285"/>
                </a:lnTo>
                <a:lnTo>
                  <a:pt x="118" y="1285"/>
                </a:lnTo>
                <a:lnTo>
                  <a:pt x="117" y="1285"/>
                </a:lnTo>
                <a:lnTo>
                  <a:pt x="117" y="1286"/>
                </a:lnTo>
                <a:lnTo>
                  <a:pt x="116" y="1286"/>
                </a:lnTo>
                <a:lnTo>
                  <a:pt x="116" y="1287"/>
                </a:lnTo>
                <a:lnTo>
                  <a:pt x="117" y="1287"/>
                </a:lnTo>
                <a:lnTo>
                  <a:pt x="117" y="1288"/>
                </a:lnTo>
                <a:lnTo>
                  <a:pt x="116" y="1289"/>
                </a:lnTo>
                <a:lnTo>
                  <a:pt x="116" y="1290"/>
                </a:lnTo>
                <a:lnTo>
                  <a:pt x="115" y="1291"/>
                </a:lnTo>
                <a:lnTo>
                  <a:pt x="115" y="1293"/>
                </a:lnTo>
                <a:lnTo>
                  <a:pt x="115" y="1294"/>
                </a:lnTo>
                <a:lnTo>
                  <a:pt x="115" y="1295"/>
                </a:lnTo>
                <a:lnTo>
                  <a:pt x="115" y="1296"/>
                </a:lnTo>
                <a:lnTo>
                  <a:pt x="114" y="1299"/>
                </a:lnTo>
                <a:lnTo>
                  <a:pt x="114" y="1300"/>
                </a:lnTo>
                <a:lnTo>
                  <a:pt x="113" y="1302"/>
                </a:lnTo>
                <a:lnTo>
                  <a:pt x="111" y="1304"/>
                </a:lnTo>
                <a:lnTo>
                  <a:pt x="109" y="1305"/>
                </a:lnTo>
                <a:lnTo>
                  <a:pt x="108" y="1305"/>
                </a:lnTo>
                <a:lnTo>
                  <a:pt x="106" y="1305"/>
                </a:lnTo>
                <a:lnTo>
                  <a:pt x="105" y="1306"/>
                </a:lnTo>
                <a:lnTo>
                  <a:pt x="105" y="1308"/>
                </a:lnTo>
                <a:lnTo>
                  <a:pt x="104" y="1309"/>
                </a:lnTo>
                <a:lnTo>
                  <a:pt x="103" y="1310"/>
                </a:lnTo>
                <a:lnTo>
                  <a:pt x="102" y="1310"/>
                </a:lnTo>
                <a:lnTo>
                  <a:pt x="101" y="1310"/>
                </a:lnTo>
                <a:lnTo>
                  <a:pt x="100" y="1309"/>
                </a:lnTo>
                <a:lnTo>
                  <a:pt x="100" y="1307"/>
                </a:lnTo>
                <a:lnTo>
                  <a:pt x="99" y="1306"/>
                </a:lnTo>
                <a:lnTo>
                  <a:pt x="98" y="1304"/>
                </a:lnTo>
                <a:lnTo>
                  <a:pt x="97" y="1304"/>
                </a:lnTo>
                <a:lnTo>
                  <a:pt x="96" y="1303"/>
                </a:lnTo>
                <a:lnTo>
                  <a:pt x="95" y="1303"/>
                </a:lnTo>
                <a:lnTo>
                  <a:pt x="90" y="1303"/>
                </a:lnTo>
                <a:lnTo>
                  <a:pt x="89" y="1303"/>
                </a:lnTo>
                <a:lnTo>
                  <a:pt x="89" y="1304"/>
                </a:lnTo>
                <a:lnTo>
                  <a:pt x="88" y="1305"/>
                </a:lnTo>
                <a:lnTo>
                  <a:pt x="88" y="1306"/>
                </a:lnTo>
                <a:lnTo>
                  <a:pt x="87" y="1307"/>
                </a:lnTo>
                <a:lnTo>
                  <a:pt x="86" y="1307"/>
                </a:lnTo>
                <a:lnTo>
                  <a:pt x="86" y="1308"/>
                </a:lnTo>
                <a:lnTo>
                  <a:pt x="85" y="1308"/>
                </a:lnTo>
                <a:lnTo>
                  <a:pt x="85" y="1309"/>
                </a:lnTo>
                <a:lnTo>
                  <a:pt x="84" y="1309"/>
                </a:lnTo>
                <a:lnTo>
                  <a:pt x="84" y="1310"/>
                </a:lnTo>
                <a:lnTo>
                  <a:pt x="84" y="1311"/>
                </a:lnTo>
                <a:lnTo>
                  <a:pt x="84" y="1312"/>
                </a:lnTo>
                <a:lnTo>
                  <a:pt x="84" y="1313"/>
                </a:lnTo>
                <a:lnTo>
                  <a:pt x="83" y="1313"/>
                </a:lnTo>
                <a:lnTo>
                  <a:pt x="83" y="1314"/>
                </a:lnTo>
                <a:lnTo>
                  <a:pt x="82" y="1314"/>
                </a:lnTo>
                <a:lnTo>
                  <a:pt x="82" y="1313"/>
                </a:lnTo>
                <a:lnTo>
                  <a:pt x="81" y="1313"/>
                </a:lnTo>
                <a:lnTo>
                  <a:pt x="81" y="1312"/>
                </a:lnTo>
                <a:lnTo>
                  <a:pt x="80" y="1312"/>
                </a:lnTo>
                <a:lnTo>
                  <a:pt x="80" y="1313"/>
                </a:lnTo>
                <a:lnTo>
                  <a:pt x="79" y="1314"/>
                </a:lnTo>
                <a:lnTo>
                  <a:pt x="79" y="1315"/>
                </a:lnTo>
                <a:lnTo>
                  <a:pt x="79" y="1316"/>
                </a:lnTo>
                <a:lnTo>
                  <a:pt x="78" y="1316"/>
                </a:lnTo>
                <a:lnTo>
                  <a:pt x="78" y="1317"/>
                </a:lnTo>
                <a:lnTo>
                  <a:pt x="77" y="1317"/>
                </a:lnTo>
                <a:lnTo>
                  <a:pt x="76" y="1317"/>
                </a:lnTo>
                <a:lnTo>
                  <a:pt x="75" y="1317"/>
                </a:lnTo>
                <a:lnTo>
                  <a:pt x="74" y="1317"/>
                </a:lnTo>
                <a:lnTo>
                  <a:pt x="74" y="1316"/>
                </a:lnTo>
                <a:lnTo>
                  <a:pt x="73" y="1316"/>
                </a:lnTo>
                <a:lnTo>
                  <a:pt x="73" y="1315"/>
                </a:lnTo>
                <a:lnTo>
                  <a:pt x="72" y="1315"/>
                </a:lnTo>
                <a:lnTo>
                  <a:pt x="71" y="1315"/>
                </a:lnTo>
                <a:lnTo>
                  <a:pt x="70" y="1315"/>
                </a:lnTo>
                <a:lnTo>
                  <a:pt x="70" y="1314"/>
                </a:lnTo>
                <a:lnTo>
                  <a:pt x="69" y="1314"/>
                </a:lnTo>
                <a:lnTo>
                  <a:pt x="68" y="1314"/>
                </a:lnTo>
                <a:lnTo>
                  <a:pt x="68" y="1313"/>
                </a:lnTo>
                <a:lnTo>
                  <a:pt x="67" y="1313"/>
                </a:lnTo>
                <a:lnTo>
                  <a:pt x="66" y="1313"/>
                </a:lnTo>
                <a:lnTo>
                  <a:pt x="66" y="1314"/>
                </a:lnTo>
                <a:lnTo>
                  <a:pt x="65" y="1314"/>
                </a:lnTo>
                <a:lnTo>
                  <a:pt x="65" y="1315"/>
                </a:lnTo>
                <a:lnTo>
                  <a:pt x="64" y="1315"/>
                </a:lnTo>
                <a:lnTo>
                  <a:pt x="64" y="1316"/>
                </a:lnTo>
                <a:lnTo>
                  <a:pt x="63" y="1316"/>
                </a:lnTo>
                <a:lnTo>
                  <a:pt x="63" y="1317"/>
                </a:lnTo>
                <a:lnTo>
                  <a:pt x="62" y="1317"/>
                </a:lnTo>
                <a:lnTo>
                  <a:pt x="61" y="1317"/>
                </a:lnTo>
                <a:lnTo>
                  <a:pt x="61" y="1318"/>
                </a:lnTo>
                <a:lnTo>
                  <a:pt x="60" y="1318"/>
                </a:lnTo>
                <a:lnTo>
                  <a:pt x="59" y="1318"/>
                </a:lnTo>
                <a:lnTo>
                  <a:pt x="58" y="1318"/>
                </a:lnTo>
                <a:lnTo>
                  <a:pt x="58" y="1319"/>
                </a:lnTo>
                <a:lnTo>
                  <a:pt x="57" y="1319"/>
                </a:lnTo>
                <a:lnTo>
                  <a:pt x="56" y="1319"/>
                </a:lnTo>
                <a:lnTo>
                  <a:pt x="56" y="1320"/>
                </a:lnTo>
                <a:lnTo>
                  <a:pt x="55" y="1320"/>
                </a:lnTo>
                <a:lnTo>
                  <a:pt x="55" y="1319"/>
                </a:lnTo>
                <a:lnTo>
                  <a:pt x="54" y="1319"/>
                </a:lnTo>
                <a:lnTo>
                  <a:pt x="53" y="1319"/>
                </a:lnTo>
                <a:lnTo>
                  <a:pt x="53" y="1318"/>
                </a:lnTo>
                <a:lnTo>
                  <a:pt x="52" y="1318"/>
                </a:lnTo>
                <a:lnTo>
                  <a:pt x="51" y="1318"/>
                </a:lnTo>
                <a:lnTo>
                  <a:pt x="51" y="1317"/>
                </a:lnTo>
                <a:lnTo>
                  <a:pt x="50" y="1317"/>
                </a:lnTo>
                <a:lnTo>
                  <a:pt x="50" y="1316"/>
                </a:lnTo>
                <a:lnTo>
                  <a:pt x="49" y="1316"/>
                </a:lnTo>
                <a:lnTo>
                  <a:pt x="48" y="1316"/>
                </a:lnTo>
                <a:lnTo>
                  <a:pt x="48" y="1315"/>
                </a:lnTo>
                <a:lnTo>
                  <a:pt x="47" y="1315"/>
                </a:lnTo>
                <a:lnTo>
                  <a:pt x="47" y="1314"/>
                </a:lnTo>
                <a:lnTo>
                  <a:pt x="46" y="1314"/>
                </a:lnTo>
                <a:lnTo>
                  <a:pt x="45" y="1314"/>
                </a:lnTo>
                <a:lnTo>
                  <a:pt x="45" y="1313"/>
                </a:lnTo>
                <a:lnTo>
                  <a:pt x="44" y="1313"/>
                </a:lnTo>
                <a:lnTo>
                  <a:pt x="43" y="1313"/>
                </a:lnTo>
                <a:lnTo>
                  <a:pt x="42" y="1314"/>
                </a:lnTo>
                <a:lnTo>
                  <a:pt x="41" y="1315"/>
                </a:lnTo>
                <a:lnTo>
                  <a:pt x="41" y="1316"/>
                </a:lnTo>
                <a:lnTo>
                  <a:pt x="40" y="1316"/>
                </a:lnTo>
                <a:lnTo>
                  <a:pt x="40" y="1317"/>
                </a:lnTo>
                <a:lnTo>
                  <a:pt x="39" y="1317"/>
                </a:lnTo>
                <a:lnTo>
                  <a:pt x="39" y="1318"/>
                </a:lnTo>
                <a:lnTo>
                  <a:pt x="38" y="1318"/>
                </a:lnTo>
                <a:lnTo>
                  <a:pt x="37" y="1318"/>
                </a:lnTo>
                <a:lnTo>
                  <a:pt x="37" y="1319"/>
                </a:lnTo>
                <a:lnTo>
                  <a:pt x="36" y="1319"/>
                </a:lnTo>
                <a:lnTo>
                  <a:pt x="33" y="1319"/>
                </a:lnTo>
                <a:lnTo>
                  <a:pt x="32" y="1319"/>
                </a:lnTo>
                <a:lnTo>
                  <a:pt x="31" y="1318"/>
                </a:lnTo>
                <a:lnTo>
                  <a:pt x="30" y="1318"/>
                </a:lnTo>
                <a:lnTo>
                  <a:pt x="30" y="1317"/>
                </a:lnTo>
                <a:lnTo>
                  <a:pt x="29" y="1317"/>
                </a:lnTo>
                <a:lnTo>
                  <a:pt x="29" y="1318"/>
                </a:lnTo>
                <a:lnTo>
                  <a:pt x="28" y="1318"/>
                </a:lnTo>
                <a:lnTo>
                  <a:pt x="27" y="1317"/>
                </a:lnTo>
                <a:lnTo>
                  <a:pt x="26" y="1317"/>
                </a:lnTo>
                <a:lnTo>
                  <a:pt x="26" y="1316"/>
                </a:lnTo>
                <a:lnTo>
                  <a:pt x="25" y="1316"/>
                </a:lnTo>
                <a:lnTo>
                  <a:pt x="24" y="1316"/>
                </a:lnTo>
                <a:lnTo>
                  <a:pt x="22" y="1316"/>
                </a:lnTo>
                <a:lnTo>
                  <a:pt x="17" y="1316"/>
                </a:lnTo>
                <a:lnTo>
                  <a:pt x="17" y="1317"/>
                </a:lnTo>
                <a:lnTo>
                  <a:pt x="16" y="1317"/>
                </a:lnTo>
                <a:lnTo>
                  <a:pt x="16" y="1316"/>
                </a:lnTo>
                <a:lnTo>
                  <a:pt x="15" y="1316"/>
                </a:lnTo>
                <a:lnTo>
                  <a:pt x="14" y="1316"/>
                </a:lnTo>
                <a:lnTo>
                  <a:pt x="14" y="1315"/>
                </a:lnTo>
                <a:lnTo>
                  <a:pt x="13" y="1315"/>
                </a:lnTo>
                <a:lnTo>
                  <a:pt x="12" y="1315"/>
                </a:lnTo>
                <a:lnTo>
                  <a:pt x="11" y="1314"/>
                </a:lnTo>
                <a:lnTo>
                  <a:pt x="10" y="1314"/>
                </a:lnTo>
                <a:lnTo>
                  <a:pt x="10" y="1313"/>
                </a:lnTo>
                <a:lnTo>
                  <a:pt x="9" y="1313"/>
                </a:lnTo>
                <a:lnTo>
                  <a:pt x="7" y="1312"/>
                </a:lnTo>
                <a:lnTo>
                  <a:pt x="6" y="1311"/>
                </a:lnTo>
                <a:lnTo>
                  <a:pt x="6" y="1310"/>
                </a:lnTo>
                <a:lnTo>
                  <a:pt x="5" y="1310"/>
                </a:lnTo>
                <a:lnTo>
                  <a:pt x="5" y="1309"/>
                </a:lnTo>
                <a:lnTo>
                  <a:pt x="5" y="1308"/>
                </a:lnTo>
                <a:lnTo>
                  <a:pt x="4" y="1308"/>
                </a:lnTo>
                <a:lnTo>
                  <a:pt x="4" y="1307"/>
                </a:lnTo>
                <a:lnTo>
                  <a:pt x="4" y="1305"/>
                </a:lnTo>
                <a:lnTo>
                  <a:pt x="4" y="1304"/>
                </a:lnTo>
                <a:lnTo>
                  <a:pt x="4" y="1303"/>
                </a:lnTo>
                <a:lnTo>
                  <a:pt x="4" y="1302"/>
                </a:lnTo>
                <a:lnTo>
                  <a:pt x="4" y="1301"/>
                </a:lnTo>
                <a:lnTo>
                  <a:pt x="4" y="1300"/>
                </a:lnTo>
                <a:lnTo>
                  <a:pt x="5" y="1300"/>
                </a:lnTo>
                <a:lnTo>
                  <a:pt x="5" y="1299"/>
                </a:lnTo>
                <a:lnTo>
                  <a:pt x="5" y="1298"/>
                </a:lnTo>
                <a:lnTo>
                  <a:pt x="5" y="1297"/>
                </a:lnTo>
                <a:lnTo>
                  <a:pt x="5" y="1296"/>
                </a:lnTo>
                <a:lnTo>
                  <a:pt x="5" y="1295"/>
                </a:lnTo>
                <a:lnTo>
                  <a:pt x="6" y="1295"/>
                </a:lnTo>
                <a:lnTo>
                  <a:pt x="6" y="1293"/>
                </a:lnTo>
                <a:lnTo>
                  <a:pt x="6" y="1292"/>
                </a:lnTo>
                <a:lnTo>
                  <a:pt x="6" y="1291"/>
                </a:lnTo>
                <a:lnTo>
                  <a:pt x="6" y="1290"/>
                </a:lnTo>
                <a:lnTo>
                  <a:pt x="6" y="1285"/>
                </a:lnTo>
                <a:lnTo>
                  <a:pt x="6" y="1284"/>
                </a:lnTo>
                <a:lnTo>
                  <a:pt x="6" y="1283"/>
                </a:lnTo>
                <a:lnTo>
                  <a:pt x="6" y="1282"/>
                </a:lnTo>
                <a:lnTo>
                  <a:pt x="6" y="1281"/>
                </a:lnTo>
                <a:lnTo>
                  <a:pt x="5" y="1281"/>
                </a:lnTo>
                <a:lnTo>
                  <a:pt x="5" y="1280"/>
                </a:lnTo>
                <a:lnTo>
                  <a:pt x="5" y="1279"/>
                </a:lnTo>
                <a:lnTo>
                  <a:pt x="5" y="1278"/>
                </a:lnTo>
                <a:lnTo>
                  <a:pt x="5" y="1277"/>
                </a:lnTo>
                <a:lnTo>
                  <a:pt x="4" y="1276"/>
                </a:lnTo>
                <a:lnTo>
                  <a:pt x="4" y="1275"/>
                </a:lnTo>
                <a:lnTo>
                  <a:pt x="4" y="1274"/>
                </a:lnTo>
                <a:lnTo>
                  <a:pt x="4" y="1273"/>
                </a:lnTo>
                <a:lnTo>
                  <a:pt x="4" y="1272"/>
                </a:lnTo>
                <a:lnTo>
                  <a:pt x="4" y="1271"/>
                </a:lnTo>
                <a:lnTo>
                  <a:pt x="3" y="1271"/>
                </a:lnTo>
                <a:lnTo>
                  <a:pt x="3" y="1270"/>
                </a:lnTo>
                <a:lnTo>
                  <a:pt x="3" y="1269"/>
                </a:lnTo>
                <a:lnTo>
                  <a:pt x="3" y="1268"/>
                </a:lnTo>
                <a:lnTo>
                  <a:pt x="3" y="1267"/>
                </a:lnTo>
                <a:lnTo>
                  <a:pt x="3" y="1266"/>
                </a:lnTo>
                <a:lnTo>
                  <a:pt x="2" y="1266"/>
                </a:lnTo>
                <a:lnTo>
                  <a:pt x="2" y="1265"/>
                </a:lnTo>
                <a:lnTo>
                  <a:pt x="2" y="1264"/>
                </a:lnTo>
                <a:lnTo>
                  <a:pt x="2" y="1263"/>
                </a:lnTo>
                <a:lnTo>
                  <a:pt x="2" y="1262"/>
                </a:lnTo>
                <a:lnTo>
                  <a:pt x="2" y="1261"/>
                </a:lnTo>
                <a:lnTo>
                  <a:pt x="1" y="1261"/>
                </a:lnTo>
                <a:lnTo>
                  <a:pt x="1" y="1260"/>
                </a:lnTo>
                <a:lnTo>
                  <a:pt x="1" y="1259"/>
                </a:lnTo>
                <a:lnTo>
                  <a:pt x="1" y="1258"/>
                </a:lnTo>
                <a:lnTo>
                  <a:pt x="1" y="1257"/>
                </a:lnTo>
                <a:lnTo>
                  <a:pt x="1" y="1256"/>
                </a:lnTo>
                <a:lnTo>
                  <a:pt x="1" y="1251"/>
                </a:lnTo>
                <a:lnTo>
                  <a:pt x="1" y="1250"/>
                </a:lnTo>
                <a:lnTo>
                  <a:pt x="1" y="1249"/>
                </a:lnTo>
                <a:lnTo>
                  <a:pt x="1" y="1248"/>
                </a:lnTo>
                <a:lnTo>
                  <a:pt x="2" y="1248"/>
                </a:lnTo>
                <a:lnTo>
                  <a:pt x="2" y="1247"/>
                </a:lnTo>
                <a:lnTo>
                  <a:pt x="3" y="1247"/>
                </a:lnTo>
                <a:lnTo>
                  <a:pt x="3" y="1246"/>
                </a:lnTo>
                <a:lnTo>
                  <a:pt x="4" y="1246"/>
                </a:lnTo>
                <a:lnTo>
                  <a:pt x="4" y="1245"/>
                </a:lnTo>
                <a:lnTo>
                  <a:pt x="5" y="1245"/>
                </a:lnTo>
                <a:lnTo>
                  <a:pt x="6" y="1244"/>
                </a:lnTo>
                <a:lnTo>
                  <a:pt x="6" y="1242"/>
                </a:lnTo>
                <a:lnTo>
                  <a:pt x="6" y="1241"/>
                </a:lnTo>
                <a:lnTo>
                  <a:pt x="6" y="1240"/>
                </a:lnTo>
                <a:lnTo>
                  <a:pt x="7" y="1239"/>
                </a:lnTo>
                <a:lnTo>
                  <a:pt x="9" y="1239"/>
                </a:lnTo>
                <a:lnTo>
                  <a:pt x="9" y="1238"/>
                </a:lnTo>
                <a:lnTo>
                  <a:pt x="10" y="1238"/>
                </a:lnTo>
                <a:lnTo>
                  <a:pt x="11" y="1238"/>
                </a:lnTo>
                <a:lnTo>
                  <a:pt x="11" y="1237"/>
                </a:lnTo>
                <a:lnTo>
                  <a:pt x="12" y="1235"/>
                </a:lnTo>
                <a:lnTo>
                  <a:pt x="12" y="1234"/>
                </a:lnTo>
                <a:lnTo>
                  <a:pt x="12" y="1233"/>
                </a:lnTo>
                <a:lnTo>
                  <a:pt x="12" y="1232"/>
                </a:lnTo>
                <a:lnTo>
                  <a:pt x="12" y="1231"/>
                </a:lnTo>
                <a:lnTo>
                  <a:pt x="12" y="1230"/>
                </a:lnTo>
                <a:lnTo>
                  <a:pt x="13" y="1230"/>
                </a:lnTo>
                <a:lnTo>
                  <a:pt x="14" y="1230"/>
                </a:lnTo>
                <a:lnTo>
                  <a:pt x="14" y="1229"/>
                </a:lnTo>
                <a:lnTo>
                  <a:pt x="15" y="1229"/>
                </a:lnTo>
                <a:lnTo>
                  <a:pt x="16" y="1227"/>
                </a:lnTo>
                <a:lnTo>
                  <a:pt x="16" y="1226"/>
                </a:lnTo>
                <a:lnTo>
                  <a:pt x="17" y="1225"/>
                </a:lnTo>
                <a:lnTo>
                  <a:pt x="17" y="1224"/>
                </a:lnTo>
                <a:lnTo>
                  <a:pt x="17" y="1222"/>
                </a:lnTo>
                <a:lnTo>
                  <a:pt x="17" y="1221"/>
                </a:lnTo>
                <a:lnTo>
                  <a:pt x="16" y="1221"/>
                </a:lnTo>
                <a:lnTo>
                  <a:pt x="15" y="1220"/>
                </a:lnTo>
                <a:lnTo>
                  <a:pt x="15" y="1219"/>
                </a:lnTo>
                <a:lnTo>
                  <a:pt x="15" y="1218"/>
                </a:lnTo>
                <a:lnTo>
                  <a:pt x="15" y="1217"/>
                </a:lnTo>
                <a:lnTo>
                  <a:pt x="16" y="1217"/>
                </a:lnTo>
                <a:lnTo>
                  <a:pt x="17" y="1216"/>
                </a:lnTo>
                <a:lnTo>
                  <a:pt x="18" y="1216"/>
                </a:lnTo>
                <a:lnTo>
                  <a:pt x="19" y="1216"/>
                </a:lnTo>
                <a:lnTo>
                  <a:pt x="20" y="1214"/>
                </a:lnTo>
                <a:lnTo>
                  <a:pt x="20" y="1212"/>
                </a:lnTo>
                <a:lnTo>
                  <a:pt x="21" y="1211"/>
                </a:lnTo>
                <a:lnTo>
                  <a:pt x="21" y="1210"/>
                </a:lnTo>
                <a:lnTo>
                  <a:pt x="21" y="1209"/>
                </a:lnTo>
                <a:lnTo>
                  <a:pt x="22" y="1207"/>
                </a:lnTo>
                <a:lnTo>
                  <a:pt x="22" y="1206"/>
                </a:lnTo>
                <a:lnTo>
                  <a:pt x="22" y="1205"/>
                </a:lnTo>
                <a:lnTo>
                  <a:pt x="21" y="1204"/>
                </a:lnTo>
                <a:lnTo>
                  <a:pt x="20" y="1204"/>
                </a:lnTo>
                <a:lnTo>
                  <a:pt x="20" y="1203"/>
                </a:lnTo>
                <a:lnTo>
                  <a:pt x="20" y="1201"/>
                </a:lnTo>
                <a:lnTo>
                  <a:pt x="20" y="1200"/>
                </a:lnTo>
                <a:lnTo>
                  <a:pt x="19" y="1198"/>
                </a:lnTo>
                <a:lnTo>
                  <a:pt x="19" y="1197"/>
                </a:lnTo>
                <a:lnTo>
                  <a:pt x="19" y="1196"/>
                </a:lnTo>
                <a:lnTo>
                  <a:pt x="19" y="1195"/>
                </a:lnTo>
                <a:lnTo>
                  <a:pt x="19" y="1194"/>
                </a:lnTo>
                <a:lnTo>
                  <a:pt x="19" y="1193"/>
                </a:lnTo>
                <a:lnTo>
                  <a:pt x="20" y="1191"/>
                </a:lnTo>
                <a:lnTo>
                  <a:pt x="20" y="1190"/>
                </a:lnTo>
                <a:lnTo>
                  <a:pt x="20" y="1189"/>
                </a:lnTo>
                <a:lnTo>
                  <a:pt x="20" y="1186"/>
                </a:lnTo>
                <a:lnTo>
                  <a:pt x="20" y="1185"/>
                </a:lnTo>
                <a:lnTo>
                  <a:pt x="20" y="1184"/>
                </a:lnTo>
                <a:lnTo>
                  <a:pt x="20" y="1183"/>
                </a:lnTo>
                <a:lnTo>
                  <a:pt x="20" y="1182"/>
                </a:lnTo>
                <a:lnTo>
                  <a:pt x="20" y="1181"/>
                </a:lnTo>
                <a:lnTo>
                  <a:pt x="21" y="1181"/>
                </a:lnTo>
                <a:lnTo>
                  <a:pt x="21" y="1180"/>
                </a:lnTo>
                <a:lnTo>
                  <a:pt x="21" y="1179"/>
                </a:lnTo>
                <a:lnTo>
                  <a:pt x="21" y="1178"/>
                </a:lnTo>
                <a:lnTo>
                  <a:pt x="22" y="1178"/>
                </a:lnTo>
                <a:lnTo>
                  <a:pt x="22" y="1177"/>
                </a:lnTo>
                <a:lnTo>
                  <a:pt x="22" y="1176"/>
                </a:lnTo>
                <a:lnTo>
                  <a:pt x="23" y="1176"/>
                </a:lnTo>
                <a:lnTo>
                  <a:pt x="24" y="1176"/>
                </a:lnTo>
                <a:lnTo>
                  <a:pt x="25" y="1175"/>
                </a:lnTo>
                <a:lnTo>
                  <a:pt x="25" y="1174"/>
                </a:lnTo>
                <a:lnTo>
                  <a:pt x="26" y="1174"/>
                </a:lnTo>
                <a:lnTo>
                  <a:pt x="26" y="1173"/>
                </a:lnTo>
                <a:lnTo>
                  <a:pt x="26" y="1172"/>
                </a:lnTo>
                <a:lnTo>
                  <a:pt x="26" y="1171"/>
                </a:lnTo>
                <a:lnTo>
                  <a:pt x="26" y="1170"/>
                </a:lnTo>
                <a:lnTo>
                  <a:pt x="26" y="1169"/>
                </a:lnTo>
                <a:lnTo>
                  <a:pt x="26" y="1168"/>
                </a:lnTo>
                <a:lnTo>
                  <a:pt x="27" y="1167"/>
                </a:lnTo>
                <a:lnTo>
                  <a:pt x="27" y="1166"/>
                </a:lnTo>
                <a:lnTo>
                  <a:pt x="27" y="1165"/>
                </a:lnTo>
                <a:lnTo>
                  <a:pt x="27" y="1164"/>
                </a:lnTo>
                <a:lnTo>
                  <a:pt x="27" y="1163"/>
                </a:lnTo>
                <a:lnTo>
                  <a:pt x="27" y="1162"/>
                </a:lnTo>
                <a:lnTo>
                  <a:pt x="28" y="1162"/>
                </a:lnTo>
                <a:lnTo>
                  <a:pt x="28" y="1161"/>
                </a:lnTo>
                <a:lnTo>
                  <a:pt x="29" y="1160"/>
                </a:lnTo>
                <a:lnTo>
                  <a:pt x="29" y="1159"/>
                </a:lnTo>
                <a:lnTo>
                  <a:pt x="30" y="1158"/>
                </a:lnTo>
                <a:lnTo>
                  <a:pt x="30" y="1157"/>
                </a:lnTo>
                <a:lnTo>
                  <a:pt x="30" y="1156"/>
                </a:lnTo>
                <a:lnTo>
                  <a:pt x="30" y="1155"/>
                </a:lnTo>
                <a:lnTo>
                  <a:pt x="30" y="1154"/>
                </a:lnTo>
                <a:lnTo>
                  <a:pt x="31" y="1152"/>
                </a:lnTo>
                <a:lnTo>
                  <a:pt x="32" y="1152"/>
                </a:lnTo>
                <a:lnTo>
                  <a:pt x="33" y="1151"/>
                </a:lnTo>
                <a:lnTo>
                  <a:pt x="34" y="1151"/>
                </a:lnTo>
                <a:lnTo>
                  <a:pt x="35" y="1150"/>
                </a:lnTo>
                <a:lnTo>
                  <a:pt x="35" y="1148"/>
                </a:lnTo>
                <a:lnTo>
                  <a:pt x="35" y="1146"/>
                </a:lnTo>
                <a:lnTo>
                  <a:pt x="37" y="1143"/>
                </a:lnTo>
                <a:lnTo>
                  <a:pt x="38" y="1143"/>
                </a:lnTo>
                <a:lnTo>
                  <a:pt x="39" y="1143"/>
                </a:lnTo>
                <a:lnTo>
                  <a:pt x="40" y="1142"/>
                </a:lnTo>
                <a:lnTo>
                  <a:pt x="41" y="1141"/>
                </a:lnTo>
                <a:lnTo>
                  <a:pt x="43" y="1138"/>
                </a:lnTo>
                <a:lnTo>
                  <a:pt x="44" y="1137"/>
                </a:lnTo>
                <a:lnTo>
                  <a:pt x="44" y="1136"/>
                </a:lnTo>
                <a:lnTo>
                  <a:pt x="45" y="1136"/>
                </a:lnTo>
                <a:lnTo>
                  <a:pt x="45" y="1135"/>
                </a:lnTo>
                <a:lnTo>
                  <a:pt x="46" y="1132"/>
                </a:lnTo>
                <a:lnTo>
                  <a:pt x="46" y="1131"/>
                </a:lnTo>
                <a:lnTo>
                  <a:pt x="46" y="1130"/>
                </a:lnTo>
                <a:lnTo>
                  <a:pt x="47" y="1129"/>
                </a:lnTo>
                <a:lnTo>
                  <a:pt x="47" y="1127"/>
                </a:lnTo>
                <a:lnTo>
                  <a:pt x="48" y="1125"/>
                </a:lnTo>
                <a:lnTo>
                  <a:pt x="48" y="1124"/>
                </a:lnTo>
                <a:lnTo>
                  <a:pt x="48" y="1123"/>
                </a:lnTo>
                <a:lnTo>
                  <a:pt x="49" y="1122"/>
                </a:lnTo>
                <a:lnTo>
                  <a:pt x="49" y="1120"/>
                </a:lnTo>
                <a:lnTo>
                  <a:pt x="50" y="1118"/>
                </a:lnTo>
                <a:lnTo>
                  <a:pt x="50" y="1117"/>
                </a:lnTo>
                <a:lnTo>
                  <a:pt x="51" y="1117"/>
                </a:lnTo>
                <a:lnTo>
                  <a:pt x="51" y="1116"/>
                </a:lnTo>
                <a:lnTo>
                  <a:pt x="52" y="1116"/>
                </a:lnTo>
                <a:lnTo>
                  <a:pt x="52" y="1115"/>
                </a:lnTo>
                <a:lnTo>
                  <a:pt x="53" y="1115"/>
                </a:lnTo>
                <a:lnTo>
                  <a:pt x="54" y="1114"/>
                </a:lnTo>
                <a:lnTo>
                  <a:pt x="55" y="1113"/>
                </a:lnTo>
                <a:lnTo>
                  <a:pt x="56" y="1110"/>
                </a:lnTo>
                <a:lnTo>
                  <a:pt x="56" y="1108"/>
                </a:lnTo>
                <a:lnTo>
                  <a:pt x="55" y="1108"/>
                </a:lnTo>
                <a:lnTo>
                  <a:pt x="55" y="1107"/>
                </a:lnTo>
                <a:lnTo>
                  <a:pt x="55" y="1106"/>
                </a:lnTo>
                <a:lnTo>
                  <a:pt x="55" y="1105"/>
                </a:lnTo>
                <a:lnTo>
                  <a:pt x="55" y="1104"/>
                </a:lnTo>
                <a:lnTo>
                  <a:pt x="56" y="1102"/>
                </a:lnTo>
                <a:lnTo>
                  <a:pt x="56" y="1099"/>
                </a:lnTo>
                <a:lnTo>
                  <a:pt x="55" y="1099"/>
                </a:lnTo>
                <a:lnTo>
                  <a:pt x="55" y="1098"/>
                </a:lnTo>
                <a:lnTo>
                  <a:pt x="55" y="1097"/>
                </a:lnTo>
                <a:lnTo>
                  <a:pt x="54" y="1096"/>
                </a:lnTo>
                <a:lnTo>
                  <a:pt x="53" y="1095"/>
                </a:lnTo>
                <a:lnTo>
                  <a:pt x="52" y="1095"/>
                </a:lnTo>
                <a:lnTo>
                  <a:pt x="52" y="1094"/>
                </a:lnTo>
                <a:lnTo>
                  <a:pt x="51" y="1094"/>
                </a:lnTo>
                <a:lnTo>
                  <a:pt x="51" y="1090"/>
                </a:lnTo>
                <a:lnTo>
                  <a:pt x="51" y="1089"/>
                </a:lnTo>
                <a:lnTo>
                  <a:pt x="50" y="1089"/>
                </a:lnTo>
                <a:lnTo>
                  <a:pt x="50" y="1088"/>
                </a:lnTo>
                <a:lnTo>
                  <a:pt x="49" y="1087"/>
                </a:lnTo>
                <a:lnTo>
                  <a:pt x="49" y="1086"/>
                </a:lnTo>
                <a:lnTo>
                  <a:pt x="49" y="1085"/>
                </a:lnTo>
                <a:lnTo>
                  <a:pt x="49" y="1084"/>
                </a:lnTo>
                <a:lnTo>
                  <a:pt x="49" y="1082"/>
                </a:lnTo>
                <a:lnTo>
                  <a:pt x="48" y="1081"/>
                </a:lnTo>
                <a:lnTo>
                  <a:pt x="48" y="1080"/>
                </a:lnTo>
                <a:lnTo>
                  <a:pt x="48" y="1079"/>
                </a:lnTo>
                <a:lnTo>
                  <a:pt x="48" y="1078"/>
                </a:lnTo>
                <a:lnTo>
                  <a:pt x="48" y="1077"/>
                </a:lnTo>
                <a:lnTo>
                  <a:pt x="48" y="1075"/>
                </a:lnTo>
                <a:lnTo>
                  <a:pt x="48" y="1073"/>
                </a:lnTo>
                <a:lnTo>
                  <a:pt x="47" y="1073"/>
                </a:lnTo>
                <a:lnTo>
                  <a:pt x="47" y="1072"/>
                </a:lnTo>
                <a:lnTo>
                  <a:pt x="47" y="1071"/>
                </a:lnTo>
                <a:lnTo>
                  <a:pt x="46" y="1071"/>
                </a:lnTo>
                <a:lnTo>
                  <a:pt x="46" y="1070"/>
                </a:lnTo>
                <a:lnTo>
                  <a:pt x="45" y="1069"/>
                </a:lnTo>
                <a:lnTo>
                  <a:pt x="45" y="1068"/>
                </a:lnTo>
                <a:lnTo>
                  <a:pt x="46" y="1068"/>
                </a:lnTo>
                <a:lnTo>
                  <a:pt x="46" y="1067"/>
                </a:lnTo>
                <a:lnTo>
                  <a:pt x="46" y="1066"/>
                </a:lnTo>
                <a:lnTo>
                  <a:pt x="47" y="1066"/>
                </a:lnTo>
                <a:lnTo>
                  <a:pt x="46" y="1065"/>
                </a:lnTo>
                <a:lnTo>
                  <a:pt x="45" y="1062"/>
                </a:lnTo>
                <a:lnTo>
                  <a:pt x="44" y="1060"/>
                </a:lnTo>
                <a:lnTo>
                  <a:pt x="43" y="1060"/>
                </a:lnTo>
                <a:lnTo>
                  <a:pt x="43" y="1059"/>
                </a:lnTo>
                <a:lnTo>
                  <a:pt x="43" y="1058"/>
                </a:lnTo>
                <a:lnTo>
                  <a:pt x="42" y="1057"/>
                </a:lnTo>
                <a:lnTo>
                  <a:pt x="42" y="1051"/>
                </a:lnTo>
                <a:lnTo>
                  <a:pt x="42" y="1050"/>
                </a:lnTo>
                <a:lnTo>
                  <a:pt x="41" y="1050"/>
                </a:lnTo>
                <a:lnTo>
                  <a:pt x="40" y="1050"/>
                </a:lnTo>
                <a:lnTo>
                  <a:pt x="39" y="1050"/>
                </a:lnTo>
                <a:lnTo>
                  <a:pt x="39" y="1051"/>
                </a:lnTo>
                <a:lnTo>
                  <a:pt x="37" y="1051"/>
                </a:lnTo>
                <a:lnTo>
                  <a:pt x="36" y="1050"/>
                </a:lnTo>
                <a:lnTo>
                  <a:pt x="36" y="1049"/>
                </a:lnTo>
                <a:lnTo>
                  <a:pt x="36" y="1048"/>
                </a:lnTo>
                <a:lnTo>
                  <a:pt x="36" y="1047"/>
                </a:lnTo>
                <a:lnTo>
                  <a:pt x="36" y="1046"/>
                </a:lnTo>
                <a:lnTo>
                  <a:pt x="36" y="1045"/>
                </a:lnTo>
                <a:lnTo>
                  <a:pt x="36" y="1044"/>
                </a:lnTo>
                <a:lnTo>
                  <a:pt x="36" y="1043"/>
                </a:lnTo>
                <a:lnTo>
                  <a:pt x="36" y="1042"/>
                </a:lnTo>
                <a:lnTo>
                  <a:pt x="36" y="1041"/>
                </a:lnTo>
                <a:lnTo>
                  <a:pt x="36" y="1040"/>
                </a:lnTo>
                <a:lnTo>
                  <a:pt x="35" y="1040"/>
                </a:lnTo>
                <a:lnTo>
                  <a:pt x="35" y="1039"/>
                </a:lnTo>
                <a:lnTo>
                  <a:pt x="34" y="1039"/>
                </a:lnTo>
                <a:lnTo>
                  <a:pt x="34" y="1038"/>
                </a:lnTo>
                <a:lnTo>
                  <a:pt x="34" y="1037"/>
                </a:lnTo>
                <a:lnTo>
                  <a:pt x="34" y="1036"/>
                </a:lnTo>
                <a:lnTo>
                  <a:pt x="34" y="1035"/>
                </a:lnTo>
                <a:lnTo>
                  <a:pt x="35" y="1035"/>
                </a:lnTo>
                <a:lnTo>
                  <a:pt x="35" y="1034"/>
                </a:lnTo>
                <a:lnTo>
                  <a:pt x="36" y="1034"/>
                </a:lnTo>
                <a:lnTo>
                  <a:pt x="36" y="1033"/>
                </a:lnTo>
                <a:lnTo>
                  <a:pt x="36" y="1031"/>
                </a:lnTo>
                <a:lnTo>
                  <a:pt x="35" y="1031"/>
                </a:lnTo>
                <a:lnTo>
                  <a:pt x="35" y="1030"/>
                </a:lnTo>
                <a:lnTo>
                  <a:pt x="34" y="1030"/>
                </a:lnTo>
                <a:lnTo>
                  <a:pt x="34" y="1029"/>
                </a:lnTo>
                <a:lnTo>
                  <a:pt x="33" y="1029"/>
                </a:lnTo>
                <a:lnTo>
                  <a:pt x="32" y="1028"/>
                </a:lnTo>
                <a:lnTo>
                  <a:pt x="31" y="1027"/>
                </a:lnTo>
                <a:lnTo>
                  <a:pt x="31" y="1026"/>
                </a:lnTo>
                <a:lnTo>
                  <a:pt x="32" y="1026"/>
                </a:lnTo>
                <a:lnTo>
                  <a:pt x="32" y="1025"/>
                </a:lnTo>
                <a:lnTo>
                  <a:pt x="32" y="1024"/>
                </a:lnTo>
                <a:lnTo>
                  <a:pt x="33" y="1024"/>
                </a:lnTo>
                <a:lnTo>
                  <a:pt x="32" y="1023"/>
                </a:lnTo>
                <a:lnTo>
                  <a:pt x="32" y="1022"/>
                </a:lnTo>
                <a:lnTo>
                  <a:pt x="31" y="1022"/>
                </a:lnTo>
                <a:lnTo>
                  <a:pt x="31" y="1021"/>
                </a:lnTo>
                <a:lnTo>
                  <a:pt x="31" y="1020"/>
                </a:lnTo>
                <a:lnTo>
                  <a:pt x="31" y="1019"/>
                </a:lnTo>
                <a:lnTo>
                  <a:pt x="31" y="1018"/>
                </a:lnTo>
                <a:lnTo>
                  <a:pt x="30" y="1017"/>
                </a:lnTo>
                <a:lnTo>
                  <a:pt x="30" y="1016"/>
                </a:lnTo>
                <a:lnTo>
                  <a:pt x="30" y="1015"/>
                </a:lnTo>
                <a:lnTo>
                  <a:pt x="29" y="1015"/>
                </a:lnTo>
                <a:lnTo>
                  <a:pt x="29" y="1014"/>
                </a:lnTo>
                <a:lnTo>
                  <a:pt x="29" y="1013"/>
                </a:lnTo>
                <a:lnTo>
                  <a:pt x="28" y="1012"/>
                </a:lnTo>
                <a:lnTo>
                  <a:pt x="27" y="1011"/>
                </a:lnTo>
                <a:lnTo>
                  <a:pt x="26" y="1010"/>
                </a:lnTo>
                <a:lnTo>
                  <a:pt x="26" y="1009"/>
                </a:lnTo>
                <a:lnTo>
                  <a:pt x="27" y="1009"/>
                </a:lnTo>
                <a:lnTo>
                  <a:pt x="27" y="1008"/>
                </a:lnTo>
                <a:lnTo>
                  <a:pt x="27" y="1006"/>
                </a:lnTo>
                <a:lnTo>
                  <a:pt x="25" y="1004"/>
                </a:lnTo>
                <a:lnTo>
                  <a:pt x="25" y="1003"/>
                </a:lnTo>
                <a:lnTo>
                  <a:pt x="24" y="1003"/>
                </a:lnTo>
                <a:lnTo>
                  <a:pt x="24" y="1001"/>
                </a:lnTo>
                <a:lnTo>
                  <a:pt x="23" y="1000"/>
                </a:lnTo>
                <a:lnTo>
                  <a:pt x="23" y="998"/>
                </a:lnTo>
                <a:lnTo>
                  <a:pt x="23" y="995"/>
                </a:lnTo>
                <a:lnTo>
                  <a:pt x="23" y="994"/>
                </a:lnTo>
                <a:lnTo>
                  <a:pt x="22" y="994"/>
                </a:lnTo>
                <a:lnTo>
                  <a:pt x="22" y="993"/>
                </a:lnTo>
                <a:lnTo>
                  <a:pt x="22" y="992"/>
                </a:lnTo>
                <a:lnTo>
                  <a:pt x="22" y="990"/>
                </a:lnTo>
                <a:lnTo>
                  <a:pt x="22" y="989"/>
                </a:lnTo>
                <a:lnTo>
                  <a:pt x="23" y="989"/>
                </a:lnTo>
                <a:lnTo>
                  <a:pt x="23" y="988"/>
                </a:lnTo>
                <a:lnTo>
                  <a:pt x="23" y="987"/>
                </a:lnTo>
                <a:lnTo>
                  <a:pt x="23" y="986"/>
                </a:lnTo>
                <a:lnTo>
                  <a:pt x="24" y="986"/>
                </a:lnTo>
                <a:lnTo>
                  <a:pt x="24" y="984"/>
                </a:lnTo>
                <a:lnTo>
                  <a:pt x="24" y="983"/>
                </a:lnTo>
                <a:lnTo>
                  <a:pt x="23" y="983"/>
                </a:lnTo>
                <a:lnTo>
                  <a:pt x="23" y="982"/>
                </a:lnTo>
                <a:lnTo>
                  <a:pt x="22" y="981"/>
                </a:lnTo>
                <a:lnTo>
                  <a:pt x="22" y="980"/>
                </a:lnTo>
                <a:lnTo>
                  <a:pt x="23" y="979"/>
                </a:lnTo>
                <a:lnTo>
                  <a:pt x="23" y="978"/>
                </a:lnTo>
                <a:lnTo>
                  <a:pt x="24" y="977"/>
                </a:lnTo>
                <a:lnTo>
                  <a:pt x="25" y="976"/>
                </a:lnTo>
                <a:lnTo>
                  <a:pt x="25" y="975"/>
                </a:lnTo>
                <a:lnTo>
                  <a:pt x="25" y="974"/>
                </a:lnTo>
                <a:lnTo>
                  <a:pt x="26" y="974"/>
                </a:lnTo>
                <a:lnTo>
                  <a:pt x="26" y="973"/>
                </a:lnTo>
                <a:lnTo>
                  <a:pt x="26" y="972"/>
                </a:lnTo>
                <a:lnTo>
                  <a:pt x="26" y="971"/>
                </a:lnTo>
                <a:lnTo>
                  <a:pt x="26" y="970"/>
                </a:lnTo>
                <a:lnTo>
                  <a:pt x="25" y="970"/>
                </a:lnTo>
                <a:lnTo>
                  <a:pt x="25" y="967"/>
                </a:lnTo>
                <a:lnTo>
                  <a:pt x="24" y="965"/>
                </a:lnTo>
                <a:lnTo>
                  <a:pt x="24" y="964"/>
                </a:lnTo>
                <a:lnTo>
                  <a:pt x="24" y="963"/>
                </a:lnTo>
                <a:lnTo>
                  <a:pt x="25" y="963"/>
                </a:lnTo>
                <a:lnTo>
                  <a:pt x="25" y="962"/>
                </a:lnTo>
                <a:lnTo>
                  <a:pt x="25" y="961"/>
                </a:lnTo>
                <a:lnTo>
                  <a:pt x="24" y="960"/>
                </a:lnTo>
                <a:lnTo>
                  <a:pt x="23" y="960"/>
                </a:lnTo>
                <a:lnTo>
                  <a:pt x="23" y="959"/>
                </a:lnTo>
                <a:lnTo>
                  <a:pt x="23" y="958"/>
                </a:lnTo>
                <a:lnTo>
                  <a:pt x="22" y="958"/>
                </a:lnTo>
                <a:lnTo>
                  <a:pt x="22" y="957"/>
                </a:lnTo>
                <a:lnTo>
                  <a:pt x="22" y="956"/>
                </a:lnTo>
                <a:lnTo>
                  <a:pt x="22" y="955"/>
                </a:lnTo>
                <a:lnTo>
                  <a:pt x="23" y="955"/>
                </a:lnTo>
                <a:lnTo>
                  <a:pt x="23" y="953"/>
                </a:lnTo>
                <a:lnTo>
                  <a:pt x="23" y="951"/>
                </a:lnTo>
                <a:lnTo>
                  <a:pt x="23" y="950"/>
                </a:lnTo>
                <a:lnTo>
                  <a:pt x="23" y="949"/>
                </a:lnTo>
                <a:lnTo>
                  <a:pt x="24" y="949"/>
                </a:lnTo>
                <a:lnTo>
                  <a:pt x="24" y="948"/>
                </a:lnTo>
                <a:lnTo>
                  <a:pt x="25" y="947"/>
                </a:lnTo>
                <a:lnTo>
                  <a:pt x="25" y="946"/>
                </a:lnTo>
                <a:lnTo>
                  <a:pt x="25" y="945"/>
                </a:lnTo>
                <a:lnTo>
                  <a:pt x="26" y="945"/>
                </a:lnTo>
                <a:lnTo>
                  <a:pt x="26" y="943"/>
                </a:lnTo>
                <a:lnTo>
                  <a:pt x="26" y="942"/>
                </a:lnTo>
                <a:lnTo>
                  <a:pt x="26" y="941"/>
                </a:lnTo>
                <a:lnTo>
                  <a:pt x="26" y="940"/>
                </a:lnTo>
                <a:lnTo>
                  <a:pt x="26" y="939"/>
                </a:lnTo>
                <a:lnTo>
                  <a:pt x="26" y="938"/>
                </a:lnTo>
                <a:lnTo>
                  <a:pt x="26" y="937"/>
                </a:lnTo>
                <a:lnTo>
                  <a:pt x="25" y="936"/>
                </a:lnTo>
                <a:lnTo>
                  <a:pt x="24" y="934"/>
                </a:lnTo>
                <a:lnTo>
                  <a:pt x="23" y="934"/>
                </a:lnTo>
                <a:lnTo>
                  <a:pt x="23" y="933"/>
                </a:lnTo>
                <a:lnTo>
                  <a:pt x="23" y="932"/>
                </a:lnTo>
                <a:lnTo>
                  <a:pt x="23" y="931"/>
                </a:lnTo>
                <a:lnTo>
                  <a:pt x="24" y="930"/>
                </a:lnTo>
                <a:lnTo>
                  <a:pt x="25" y="929"/>
                </a:lnTo>
                <a:lnTo>
                  <a:pt x="25" y="928"/>
                </a:lnTo>
                <a:lnTo>
                  <a:pt x="26" y="928"/>
                </a:lnTo>
                <a:lnTo>
                  <a:pt x="27" y="927"/>
                </a:lnTo>
                <a:lnTo>
                  <a:pt x="27" y="926"/>
                </a:lnTo>
                <a:lnTo>
                  <a:pt x="27" y="925"/>
                </a:lnTo>
                <a:lnTo>
                  <a:pt x="27" y="924"/>
                </a:lnTo>
                <a:lnTo>
                  <a:pt x="28" y="924"/>
                </a:lnTo>
                <a:lnTo>
                  <a:pt x="27" y="923"/>
                </a:lnTo>
                <a:lnTo>
                  <a:pt x="27" y="922"/>
                </a:lnTo>
                <a:lnTo>
                  <a:pt x="27" y="921"/>
                </a:lnTo>
                <a:lnTo>
                  <a:pt x="27" y="920"/>
                </a:lnTo>
                <a:lnTo>
                  <a:pt x="27" y="919"/>
                </a:lnTo>
                <a:lnTo>
                  <a:pt x="27" y="918"/>
                </a:lnTo>
                <a:lnTo>
                  <a:pt x="27" y="916"/>
                </a:lnTo>
                <a:lnTo>
                  <a:pt x="27" y="915"/>
                </a:lnTo>
                <a:lnTo>
                  <a:pt x="26" y="914"/>
                </a:lnTo>
                <a:lnTo>
                  <a:pt x="26" y="913"/>
                </a:lnTo>
                <a:lnTo>
                  <a:pt x="26" y="912"/>
                </a:lnTo>
                <a:lnTo>
                  <a:pt x="25" y="912"/>
                </a:lnTo>
                <a:lnTo>
                  <a:pt x="25" y="911"/>
                </a:lnTo>
                <a:lnTo>
                  <a:pt x="24" y="910"/>
                </a:lnTo>
                <a:lnTo>
                  <a:pt x="24" y="909"/>
                </a:lnTo>
                <a:lnTo>
                  <a:pt x="25" y="908"/>
                </a:lnTo>
                <a:lnTo>
                  <a:pt x="25" y="907"/>
                </a:lnTo>
                <a:lnTo>
                  <a:pt x="26" y="906"/>
                </a:lnTo>
                <a:lnTo>
                  <a:pt x="26" y="905"/>
                </a:lnTo>
                <a:lnTo>
                  <a:pt x="25" y="905"/>
                </a:lnTo>
                <a:lnTo>
                  <a:pt x="25" y="904"/>
                </a:lnTo>
                <a:lnTo>
                  <a:pt x="24" y="904"/>
                </a:lnTo>
                <a:lnTo>
                  <a:pt x="23" y="903"/>
                </a:lnTo>
                <a:lnTo>
                  <a:pt x="22" y="903"/>
                </a:lnTo>
                <a:lnTo>
                  <a:pt x="22" y="902"/>
                </a:lnTo>
                <a:lnTo>
                  <a:pt x="21" y="902"/>
                </a:lnTo>
                <a:lnTo>
                  <a:pt x="20" y="901"/>
                </a:lnTo>
                <a:lnTo>
                  <a:pt x="18" y="898"/>
                </a:lnTo>
                <a:lnTo>
                  <a:pt x="17" y="897"/>
                </a:lnTo>
                <a:lnTo>
                  <a:pt x="16" y="894"/>
                </a:lnTo>
                <a:lnTo>
                  <a:pt x="15" y="893"/>
                </a:lnTo>
                <a:lnTo>
                  <a:pt x="15" y="892"/>
                </a:lnTo>
                <a:lnTo>
                  <a:pt x="14" y="892"/>
                </a:lnTo>
                <a:lnTo>
                  <a:pt x="14" y="891"/>
                </a:lnTo>
                <a:lnTo>
                  <a:pt x="13" y="890"/>
                </a:lnTo>
                <a:lnTo>
                  <a:pt x="13" y="889"/>
                </a:lnTo>
                <a:lnTo>
                  <a:pt x="12" y="889"/>
                </a:lnTo>
                <a:lnTo>
                  <a:pt x="12" y="888"/>
                </a:lnTo>
                <a:lnTo>
                  <a:pt x="11" y="888"/>
                </a:lnTo>
                <a:lnTo>
                  <a:pt x="10" y="888"/>
                </a:lnTo>
                <a:lnTo>
                  <a:pt x="9" y="887"/>
                </a:lnTo>
                <a:lnTo>
                  <a:pt x="7" y="886"/>
                </a:lnTo>
                <a:lnTo>
                  <a:pt x="6" y="885"/>
                </a:lnTo>
                <a:lnTo>
                  <a:pt x="6" y="884"/>
                </a:lnTo>
                <a:lnTo>
                  <a:pt x="6" y="883"/>
                </a:lnTo>
                <a:lnTo>
                  <a:pt x="7" y="883"/>
                </a:lnTo>
                <a:lnTo>
                  <a:pt x="7" y="882"/>
                </a:lnTo>
                <a:lnTo>
                  <a:pt x="9" y="882"/>
                </a:lnTo>
                <a:lnTo>
                  <a:pt x="10" y="882"/>
                </a:lnTo>
                <a:lnTo>
                  <a:pt x="11" y="882"/>
                </a:lnTo>
                <a:lnTo>
                  <a:pt x="11" y="883"/>
                </a:lnTo>
                <a:lnTo>
                  <a:pt x="11" y="884"/>
                </a:lnTo>
                <a:lnTo>
                  <a:pt x="12" y="884"/>
                </a:lnTo>
                <a:lnTo>
                  <a:pt x="12" y="885"/>
                </a:lnTo>
                <a:lnTo>
                  <a:pt x="13" y="885"/>
                </a:lnTo>
                <a:lnTo>
                  <a:pt x="14" y="885"/>
                </a:lnTo>
                <a:lnTo>
                  <a:pt x="15" y="884"/>
                </a:lnTo>
                <a:lnTo>
                  <a:pt x="15" y="883"/>
                </a:lnTo>
                <a:lnTo>
                  <a:pt x="14" y="883"/>
                </a:lnTo>
                <a:lnTo>
                  <a:pt x="14" y="882"/>
                </a:lnTo>
                <a:lnTo>
                  <a:pt x="14" y="881"/>
                </a:lnTo>
                <a:lnTo>
                  <a:pt x="14" y="880"/>
                </a:lnTo>
                <a:lnTo>
                  <a:pt x="14" y="879"/>
                </a:lnTo>
                <a:lnTo>
                  <a:pt x="14" y="878"/>
                </a:lnTo>
                <a:lnTo>
                  <a:pt x="15" y="877"/>
                </a:lnTo>
                <a:lnTo>
                  <a:pt x="16" y="876"/>
                </a:lnTo>
                <a:lnTo>
                  <a:pt x="17" y="874"/>
                </a:lnTo>
                <a:lnTo>
                  <a:pt x="16" y="874"/>
                </a:lnTo>
                <a:lnTo>
                  <a:pt x="16" y="873"/>
                </a:lnTo>
                <a:lnTo>
                  <a:pt x="15" y="873"/>
                </a:lnTo>
                <a:lnTo>
                  <a:pt x="14" y="873"/>
                </a:lnTo>
                <a:lnTo>
                  <a:pt x="14" y="874"/>
                </a:lnTo>
                <a:lnTo>
                  <a:pt x="13" y="875"/>
                </a:lnTo>
                <a:lnTo>
                  <a:pt x="13" y="876"/>
                </a:lnTo>
                <a:lnTo>
                  <a:pt x="12" y="876"/>
                </a:lnTo>
                <a:lnTo>
                  <a:pt x="11" y="876"/>
                </a:lnTo>
                <a:lnTo>
                  <a:pt x="10" y="876"/>
                </a:lnTo>
                <a:lnTo>
                  <a:pt x="10" y="874"/>
                </a:lnTo>
                <a:lnTo>
                  <a:pt x="11" y="874"/>
                </a:lnTo>
                <a:lnTo>
                  <a:pt x="11" y="873"/>
                </a:lnTo>
                <a:lnTo>
                  <a:pt x="12" y="873"/>
                </a:lnTo>
                <a:lnTo>
                  <a:pt x="13" y="872"/>
                </a:lnTo>
                <a:lnTo>
                  <a:pt x="13" y="871"/>
                </a:lnTo>
                <a:lnTo>
                  <a:pt x="13" y="870"/>
                </a:lnTo>
                <a:lnTo>
                  <a:pt x="12" y="869"/>
                </a:lnTo>
                <a:lnTo>
                  <a:pt x="11" y="868"/>
                </a:lnTo>
                <a:lnTo>
                  <a:pt x="10" y="868"/>
                </a:lnTo>
                <a:lnTo>
                  <a:pt x="7" y="868"/>
                </a:lnTo>
                <a:lnTo>
                  <a:pt x="5" y="868"/>
                </a:lnTo>
                <a:lnTo>
                  <a:pt x="4" y="867"/>
                </a:lnTo>
                <a:lnTo>
                  <a:pt x="4" y="866"/>
                </a:lnTo>
                <a:lnTo>
                  <a:pt x="5" y="866"/>
                </a:lnTo>
                <a:lnTo>
                  <a:pt x="6" y="866"/>
                </a:lnTo>
                <a:lnTo>
                  <a:pt x="7" y="866"/>
                </a:lnTo>
                <a:lnTo>
                  <a:pt x="9" y="866"/>
                </a:lnTo>
                <a:lnTo>
                  <a:pt x="9" y="865"/>
                </a:lnTo>
                <a:lnTo>
                  <a:pt x="10" y="861"/>
                </a:lnTo>
                <a:lnTo>
                  <a:pt x="11" y="860"/>
                </a:lnTo>
                <a:lnTo>
                  <a:pt x="11" y="859"/>
                </a:lnTo>
                <a:lnTo>
                  <a:pt x="11" y="858"/>
                </a:lnTo>
                <a:lnTo>
                  <a:pt x="11" y="857"/>
                </a:lnTo>
                <a:lnTo>
                  <a:pt x="11" y="856"/>
                </a:lnTo>
                <a:lnTo>
                  <a:pt x="10" y="856"/>
                </a:lnTo>
                <a:lnTo>
                  <a:pt x="9" y="856"/>
                </a:lnTo>
                <a:lnTo>
                  <a:pt x="9" y="855"/>
                </a:lnTo>
                <a:lnTo>
                  <a:pt x="7" y="855"/>
                </a:lnTo>
                <a:lnTo>
                  <a:pt x="7" y="854"/>
                </a:lnTo>
                <a:lnTo>
                  <a:pt x="10" y="853"/>
                </a:lnTo>
                <a:lnTo>
                  <a:pt x="10" y="852"/>
                </a:lnTo>
                <a:lnTo>
                  <a:pt x="10" y="851"/>
                </a:lnTo>
                <a:lnTo>
                  <a:pt x="10" y="848"/>
                </a:lnTo>
                <a:lnTo>
                  <a:pt x="10" y="847"/>
                </a:lnTo>
                <a:lnTo>
                  <a:pt x="9" y="847"/>
                </a:lnTo>
                <a:lnTo>
                  <a:pt x="7" y="846"/>
                </a:lnTo>
                <a:lnTo>
                  <a:pt x="6" y="846"/>
                </a:lnTo>
                <a:lnTo>
                  <a:pt x="3" y="846"/>
                </a:lnTo>
                <a:lnTo>
                  <a:pt x="2" y="846"/>
                </a:lnTo>
                <a:lnTo>
                  <a:pt x="2" y="845"/>
                </a:lnTo>
                <a:lnTo>
                  <a:pt x="1" y="845"/>
                </a:lnTo>
                <a:lnTo>
                  <a:pt x="1" y="844"/>
                </a:lnTo>
                <a:lnTo>
                  <a:pt x="1" y="843"/>
                </a:lnTo>
                <a:lnTo>
                  <a:pt x="2" y="843"/>
                </a:lnTo>
                <a:lnTo>
                  <a:pt x="4" y="843"/>
                </a:lnTo>
                <a:lnTo>
                  <a:pt x="5" y="843"/>
                </a:lnTo>
                <a:lnTo>
                  <a:pt x="6" y="842"/>
                </a:lnTo>
                <a:lnTo>
                  <a:pt x="6" y="841"/>
                </a:lnTo>
                <a:lnTo>
                  <a:pt x="7" y="841"/>
                </a:lnTo>
                <a:lnTo>
                  <a:pt x="7" y="839"/>
                </a:lnTo>
                <a:lnTo>
                  <a:pt x="7" y="835"/>
                </a:lnTo>
                <a:lnTo>
                  <a:pt x="7" y="833"/>
                </a:lnTo>
                <a:lnTo>
                  <a:pt x="7" y="832"/>
                </a:lnTo>
                <a:lnTo>
                  <a:pt x="9" y="830"/>
                </a:lnTo>
                <a:lnTo>
                  <a:pt x="10" y="829"/>
                </a:lnTo>
                <a:lnTo>
                  <a:pt x="10" y="828"/>
                </a:lnTo>
                <a:lnTo>
                  <a:pt x="10" y="827"/>
                </a:lnTo>
                <a:lnTo>
                  <a:pt x="9" y="826"/>
                </a:lnTo>
                <a:lnTo>
                  <a:pt x="9" y="824"/>
                </a:lnTo>
                <a:lnTo>
                  <a:pt x="7" y="824"/>
                </a:lnTo>
                <a:lnTo>
                  <a:pt x="7" y="823"/>
                </a:lnTo>
                <a:lnTo>
                  <a:pt x="6" y="822"/>
                </a:lnTo>
                <a:lnTo>
                  <a:pt x="6" y="821"/>
                </a:lnTo>
                <a:lnTo>
                  <a:pt x="5" y="820"/>
                </a:lnTo>
                <a:lnTo>
                  <a:pt x="4" y="820"/>
                </a:lnTo>
                <a:lnTo>
                  <a:pt x="2" y="819"/>
                </a:lnTo>
                <a:lnTo>
                  <a:pt x="1" y="818"/>
                </a:lnTo>
                <a:lnTo>
                  <a:pt x="0" y="817"/>
                </a:lnTo>
                <a:lnTo>
                  <a:pt x="0" y="815"/>
                </a:lnTo>
                <a:lnTo>
                  <a:pt x="1" y="815"/>
                </a:lnTo>
                <a:lnTo>
                  <a:pt x="1" y="814"/>
                </a:lnTo>
                <a:lnTo>
                  <a:pt x="2" y="814"/>
                </a:lnTo>
                <a:lnTo>
                  <a:pt x="4" y="814"/>
                </a:lnTo>
                <a:lnTo>
                  <a:pt x="5" y="814"/>
                </a:lnTo>
                <a:lnTo>
                  <a:pt x="6" y="815"/>
                </a:lnTo>
                <a:lnTo>
                  <a:pt x="7" y="816"/>
                </a:lnTo>
                <a:lnTo>
                  <a:pt x="9" y="817"/>
                </a:lnTo>
                <a:lnTo>
                  <a:pt x="10" y="817"/>
                </a:lnTo>
                <a:lnTo>
                  <a:pt x="11" y="817"/>
                </a:lnTo>
                <a:lnTo>
                  <a:pt x="12" y="817"/>
                </a:lnTo>
                <a:lnTo>
                  <a:pt x="13" y="816"/>
                </a:lnTo>
                <a:lnTo>
                  <a:pt x="13" y="815"/>
                </a:lnTo>
                <a:lnTo>
                  <a:pt x="13" y="814"/>
                </a:lnTo>
                <a:lnTo>
                  <a:pt x="12" y="814"/>
                </a:lnTo>
                <a:lnTo>
                  <a:pt x="11" y="814"/>
                </a:lnTo>
                <a:lnTo>
                  <a:pt x="10" y="814"/>
                </a:lnTo>
                <a:lnTo>
                  <a:pt x="9" y="814"/>
                </a:lnTo>
                <a:lnTo>
                  <a:pt x="7" y="814"/>
                </a:lnTo>
                <a:lnTo>
                  <a:pt x="7" y="813"/>
                </a:lnTo>
                <a:lnTo>
                  <a:pt x="6" y="813"/>
                </a:lnTo>
                <a:lnTo>
                  <a:pt x="6" y="812"/>
                </a:lnTo>
                <a:lnTo>
                  <a:pt x="7" y="811"/>
                </a:lnTo>
                <a:lnTo>
                  <a:pt x="9" y="810"/>
                </a:lnTo>
                <a:lnTo>
                  <a:pt x="10" y="810"/>
                </a:lnTo>
                <a:lnTo>
                  <a:pt x="11" y="810"/>
                </a:lnTo>
                <a:lnTo>
                  <a:pt x="13" y="810"/>
                </a:lnTo>
                <a:lnTo>
                  <a:pt x="14" y="810"/>
                </a:lnTo>
                <a:lnTo>
                  <a:pt x="14" y="809"/>
                </a:lnTo>
                <a:lnTo>
                  <a:pt x="15" y="808"/>
                </a:lnTo>
                <a:lnTo>
                  <a:pt x="15" y="807"/>
                </a:lnTo>
                <a:lnTo>
                  <a:pt x="16" y="807"/>
                </a:lnTo>
                <a:lnTo>
                  <a:pt x="16" y="806"/>
                </a:lnTo>
                <a:lnTo>
                  <a:pt x="16" y="805"/>
                </a:lnTo>
                <a:lnTo>
                  <a:pt x="17" y="805"/>
                </a:lnTo>
                <a:lnTo>
                  <a:pt x="17" y="804"/>
                </a:lnTo>
                <a:lnTo>
                  <a:pt x="18" y="803"/>
                </a:lnTo>
                <a:lnTo>
                  <a:pt x="18" y="802"/>
                </a:lnTo>
                <a:lnTo>
                  <a:pt x="19" y="801"/>
                </a:lnTo>
                <a:lnTo>
                  <a:pt x="19" y="800"/>
                </a:lnTo>
                <a:lnTo>
                  <a:pt x="20" y="800"/>
                </a:lnTo>
                <a:lnTo>
                  <a:pt x="20" y="799"/>
                </a:lnTo>
                <a:lnTo>
                  <a:pt x="21" y="798"/>
                </a:lnTo>
                <a:lnTo>
                  <a:pt x="23" y="797"/>
                </a:lnTo>
                <a:lnTo>
                  <a:pt x="24" y="796"/>
                </a:lnTo>
                <a:lnTo>
                  <a:pt x="25" y="796"/>
                </a:lnTo>
                <a:lnTo>
                  <a:pt x="25" y="795"/>
                </a:lnTo>
                <a:lnTo>
                  <a:pt x="26" y="794"/>
                </a:lnTo>
                <a:lnTo>
                  <a:pt x="26" y="793"/>
                </a:lnTo>
                <a:lnTo>
                  <a:pt x="25" y="792"/>
                </a:lnTo>
                <a:lnTo>
                  <a:pt x="25" y="791"/>
                </a:lnTo>
                <a:lnTo>
                  <a:pt x="25" y="790"/>
                </a:lnTo>
                <a:lnTo>
                  <a:pt x="25" y="789"/>
                </a:lnTo>
                <a:lnTo>
                  <a:pt x="25" y="788"/>
                </a:lnTo>
                <a:lnTo>
                  <a:pt x="26" y="788"/>
                </a:lnTo>
                <a:lnTo>
                  <a:pt x="27" y="786"/>
                </a:lnTo>
                <a:lnTo>
                  <a:pt x="29" y="784"/>
                </a:lnTo>
                <a:lnTo>
                  <a:pt x="30" y="783"/>
                </a:lnTo>
                <a:lnTo>
                  <a:pt x="31" y="782"/>
                </a:lnTo>
                <a:lnTo>
                  <a:pt x="31" y="781"/>
                </a:lnTo>
                <a:lnTo>
                  <a:pt x="32" y="781"/>
                </a:lnTo>
                <a:lnTo>
                  <a:pt x="32" y="780"/>
                </a:lnTo>
                <a:lnTo>
                  <a:pt x="33" y="779"/>
                </a:lnTo>
                <a:lnTo>
                  <a:pt x="34" y="778"/>
                </a:lnTo>
                <a:lnTo>
                  <a:pt x="35" y="776"/>
                </a:lnTo>
                <a:lnTo>
                  <a:pt x="35" y="775"/>
                </a:lnTo>
                <a:lnTo>
                  <a:pt x="36" y="774"/>
                </a:lnTo>
                <a:lnTo>
                  <a:pt x="36" y="773"/>
                </a:lnTo>
                <a:lnTo>
                  <a:pt x="37" y="772"/>
                </a:lnTo>
                <a:lnTo>
                  <a:pt x="37" y="771"/>
                </a:lnTo>
                <a:lnTo>
                  <a:pt x="39" y="769"/>
                </a:lnTo>
                <a:lnTo>
                  <a:pt x="40" y="768"/>
                </a:lnTo>
                <a:lnTo>
                  <a:pt x="40" y="767"/>
                </a:lnTo>
                <a:lnTo>
                  <a:pt x="40" y="766"/>
                </a:lnTo>
                <a:lnTo>
                  <a:pt x="41" y="766"/>
                </a:lnTo>
                <a:lnTo>
                  <a:pt x="41" y="765"/>
                </a:lnTo>
                <a:lnTo>
                  <a:pt x="42" y="764"/>
                </a:lnTo>
                <a:lnTo>
                  <a:pt x="42" y="763"/>
                </a:lnTo>
                <a:lnTo>
                  <a:pt x="43" y="763"/>
                </a:lnTo>
                <a:lnTo>
                  <a:pt x="43" y="762"/>
                </a:lnTo>
                <a:lnTo>
                  <a:pt x="43" y="761"/>
                </a:lnTo>
                <a:lnTo>
                  <a:pt x="43" y="760"/>
                </a:lnTo>
                <a:lnTo>
                  <a:pt x="43" y="759"/>
                </a:lnTo>
                <a:lnTo>
                  <a:pt x="43" y="758"/>
                </a:lnTo>
                <a:lnTo>
                  <a:pt x="44" y="758"/>
                </a:lnTo>
                <a:lnTo>
                  <a:pt x="45" y="758"/>
                </a:lnTo>
                <a:lnTo>
                  <a:pt x="46" y="758"/>
                </a:lnTo>
                <a:lnTo>
                  <a:pt x="47" y="758"/>
                </a:lnTo>
                <a:lnTo>
                  <a:pt x="48" y="758"/>
                </a:lnTo>
                <a:lnTo>
                  <a:pt x="48" y="757"/>
                </a:lnTo>
                <a:lnTo>
                  <a:pt x="48" y="756"/>
                </a:lnTo>
                <a:lnTo>
                  <a:pt x="48" y="755"/>
                </a:lnTo>
                <a:lnTo>
                  <a:pt x="48" y="754"/>
                </a:lnTo>
                <a:lnTo>
                  <a:pt x="47" y="754"/>
                </a:lnTo>
                <a:lnTo>
                  <a:pt x="46" y="753"/>
                </a:lnTo>
                <a:lnTo>
                  <a:pt x="46" y="752"/>
                </a:lnTo>
                <a:lnTo>
                  <a:pt x="46" y="751"/>
                </a:lnTo>
                <a:lnTo>
                  <a:pt x="46" y="750"/>
                </a:lnTo>
                <a:lnTo>
                  <a:pt x="47" y="750"/>
                </a:lnTo>
                <a:lnTo>
                  <a:pt x="48" y="749"/>
                </a:lnTo>
                <a:lnTo>
                  <a:pt x="48" y="748"/>
                </a:lnTo>
                <a:lnTo>
                  <a:pt x="49" y="748"/>
                </a:lnTo>
                <a:lnTo>
                  <a:pt x="49" y="747"/>
                </a:lnTo>
                <a:lnTo>
                  <a:pt x="49" y="745"/>
                </a:lnTo>
                <a:lnTo>
                  <a:pt x="49" y="744"/>
                </a:lnTo>
                <a:lnTo>
                  <a:pt x="48" y="743"/>
                </a:lnTo>
                <a:lnTo>
                  <a:pt x="47" y="743"/>
                </a:lnTo>
                <a:lnTo>
                  <a:pt x="47" y="742"/>
                </a:lnTo>
                <a:lnTo>
                  <a:pt x="46" y="742"/>
                </a:lnTo>
                <a:lnTo>
                  <a:pt x="46" y="743"/>
                </a:lnTo>
                <a:lnTo>
                  <a:pt x="44" y="743"/>
                </a:lnTo>
                <a:lnTo>
                  <a:pt x="43" y="743"/>
                </a:lnTo>
                <a:lnTo>
                  <a:pt x="42" y="743"/>
                </a:lnTo>
                <a:lnTo>
                  <a:pt x="41" y="743"/>
                </a:lnTo>
                <a:lnTo>
                  <a:pt x="40" y="742"/>
                </a:lnTo>
                <a:lnTo>
                  <a:pt x="39" y="742"/>
                </a:lnTo>
                <a:lnTo>
                  <a:pt x="39" y="741"/>
                </a:lnTo>
                <a:lnTo>
                  <a:pt x="38" y="740"/>
                </a:lnTo>
                <a:lnTo>
                  <a:pt x="38" y="739"/>
                </a:lnTo>
                <a:lnTo>
                  <a:pt x="37" y="738"/>
                </a:lnTo>
                <a:lnTo>
                  <a:pt x="37" y="737"/>
                </a:lnTo>
                <a:lnTo>
                  <a:pt x="37" y="735"/>
                </a:lnTo>
                <a:lnTo>
                  <a:pt x="38" y="733"/>
                </a:lnTo>
                <a:lnTo>
                  <a:pt x="39" y="728"/>
                </a:lnTo>
                <a:lnTo>
                  <a:pt x="39" y="727"/>
                </a:lnTo>
                <a:lnTo>
                  <a:pt x="39" y="726"/>
                </a:lnTo>
                <a:lnTo>
                  <a:pt x="40" y="725"/>
                </a:lnTo>
                <a:lnTo>
                  <a:pt x="41" y="725"/>
                </a:lnTo>
                <a:lnTo>
                  <a:pt x="42" y="725"/>
                </a:lnTo>
                <a:lnTo>
                  <a:pt x="45" y="725"/>
                </a:lnTo>
                <a:lnTo>
                  <a:pt x="46" y="724"/>
                </a:lnTo>
                <a:lnTo>
                  <a:pt x="47" y="724"/>
                </a:lnTo>
                <a:lnTo>
                  <a:pt x="51" y="723"/>
                </a:lnTo>
                <a:lnTo>
                  <a:pt x="53" y="723"/>
                </a:lnTo>
                <a:lnTo>
                  <a:pt x="54" y="722"/>
                </a:lnTo>
                <a:lnTo>
                  <a:pt x="55" y="722"/>
                </a:lnTo>
                <a:lnTo>
                  <a:pt x="56" y="722"/>
                </a:lnTo>
                <a:lnTo>
                  <a:pt x="56" y="721"/>
                </a:lnTo>
                <a:lnTo>
                  <a:pt x="57" y="718"/>
                </a:lnTo>
                <a:lnTo>
                  <a:pt x="57" y="717"/>
                </a:lnTo>
                <a:lnTo>
                  <a:pt x="57" y="716"/>
                </a:lnTo>
                <a:lnTo>
                  <a:pt x="57" y="715"/>
                </a:lnTo>
                <a:lnTo>
                  <a:pt x="56" y="715"/>
                </a:lnTo>
                <a:lnTo>
                  <a:pt x="56" y="712"/>
                </a:lnTo>
                <a:lnTo>
                  <a:pt x="57" y="711"/>
                </a:lnTo>
                <a:lnTo>
                  <a:pt x="57" y="710"/>
                </a:lnTo>
                <a:lnTo>
                  <a:pt x="57" y="709"/>
                </a:lnTo>
                <a:lnTo>
                  <a:pt x="58" y="709"/>
                </a:lnTo>
                <a:lnTo>
                  <a:pt x="58" y="708"/>
                </a:lnTo>
                <a:lnTo>
                  <a:pt x="58" y="707"/>
                </a:lnTo>
                <a:lnTo>
                  <a:pt x="58" y="706"/>
                </a:lnTo>
                <a:lnTo>
                  <a:pt x="58" y="705"/>
                </a:lnTo>
                <a:lnTo>
                  <a:pt x="58" y="704"/>
                </a:lnTo>
                <a:lnTo>
                  <a:pt x="59" y="703"/>
                </a:lnTo>
                <a:lnTo>
                  <a:pt x="60" y="703"/>
                </a:lnTo>
                <a:lnTo>
                  <a:pt x="60" y="702"/>
                </a:lnTo>
                <a:lnTo>
                  <a:pt x="61" y="701"/>
                </a:lnTo>
                <a:lnTo>
                  <a:pt x="61" y="700"/>
                </a:lnTo>
                <a:lnTo>
                  <a:pt x="62" y="700"/>
                </a:lnTo>
                <a:lnTo>
                  <a:pt x="62" y="699"/>
                </a:lnTo>
                <a:lnTo>
                  <a:pt x="61" y="698"/>
                </a:lnTo>
                <a:lnTo>
                  <a:pt x="61" y="697"/>
                </a:lnTo>
                <a:lnTo>
                  <a:pt x="60" y="696"/>
                </a:lnTo>
                <a:lnTo>
                  <a:pt x="59" y="695"/>
                </a:lnTo>
                <a:lnTo>
                  <a:pt x="59" y="694"/>
                </a:lnTo>
                <a:lnTo>
                  <a:pt x="58" y="694"/>
                </a:lnTo>
                <a:lnTo>
                  <a:pt x="58" y="693"/>
                </a:lnTo>
                <a:lnTo>
                  <a:pt x="58" y="692"/>
                </a:lnTo>
                <a:lnTo>
                  <a:pt x="57" y="691"/>
                </a:lnTo>
                <a:lnTo>
                  <a:pt x="57" y="690"/>
                </a:lnTo>
                <a:lnTo>
                  <a:pt x="57" y="689"/>
                </a:lnTo>
                <a:lnTo>
                  <a:pt x="57" y="688"/>
                </a:lnTo>
                <a:lnTo>
                  <a:pt x="57" y="686"/>
                </a:lnTo>
                <a:lnTo>
                  <a:pt x="56" y="686"/>
                </a:lnTo>
                <a:lnTo>
                  <a:pt x="56" y="685"/>
                </a:lnTo>
                <a:lnTo>
                  <a:pt x="56" y="684"/>
                </a:lnTo>
                <a:lnTo>
                  <a:pt x="56" y="683"/>
                </a:lnTo>
                <a:lnTo>
                  <a:pt x="56" y="682"/>
                </a:lnTo>
                <a:lnTo>
                  <a:pt x="57" y="681"/>
                </a:lnTo>
                <a:lnTo>
                  <a:pt x="59" y="681"/>
                </a:lnTo>
                <a:lnTo>
                  <a:pt x="60" y="681"/>
                </a:lnTo>
                <a:lnTo>
                  <a:pt x="60" y="680"/>
                </a:lnTo>
                <a:lnTo>
                  <a:pt x="61" y="679"/>
                </a:lnTo>
                <a:lnTo>
                  <a:pt x="61" y="678"/>
                </a:lnTo>
                <a:lnTo>
                  <a:pt x="60" y="678"/>
                </a:lnTo>
                <a:lnTo>
                  <a:pt x="60" y="677"/>
                </a:lnTo>
                <a:lnTo>
                  <a:pt x="59" y="676"/>
                </a:lnTo>
                <a:lnTo>
                  <a:pt x="58" y="675"/>
                </a:lnTo>
                <a:lnTo>
                  <a:pt x="57" y="675"/>
                </a:lnTo>
                <a:lnTo>
                  <a:pt x="57" y="674"/>
                </a:lnTo>
                <a:lnTo>
                  <a:pt x="56" y="674"/>
                </a:lnTo>
                <a:lnTo>
                  <a:pt x="55" y="673"/>
                </a:lnTo>
                <a:lnTo>
                  <a:pt x="54" y="673"/>
                </a:lnTo>
                <a:lnTo>
                  <a:pt x="52" y="673"/>
                </a:lnTo>
                <a:lnTo>
                  <a:pt x="51" y="673"/>
                </a:lnTo>
                <a:lnTo>
                  <a:pt x="50" y="672"/>
                </a:lnTo>
                <a:lnTo>
                  <a:pt x="49" y="672"/>
                </a:lnTo>
                <a:lnTo>
                  <a:pt x="48" y="671"/>
                </a:lnTo>
                <a:lnTo>
                  <a:pt x="47" y="671"/>
                </a:lnTo>
                <a:lnTo>
                  <a:pt x="46" y="671"/>
                </a:lnTo>
                <a:lnTo>
                  <a:pt x="46" y="670"/>
                </a:lnTo>
                <a:lnTo>
                  <a:pt x="45" y="669"/>
                </a:lnTo>
                <a:lnTo>
                  <a:pt x="45" y="668"/>
                </a:lnTo>
                <a:lnTo>
                  <a:pt x="45" y="667"/>
                </a:lnTo>
                <a:lnTo>
                  <a:pt x="45" y="666"/>
                </a:lnTo>
                <a:lnTo>
                  <a:pt x="46" y="666"/>
                </a:lnTo>
                <a:lnTo>
                  <a:pt x="47" y="665"/>
                </a:lnTo>
                <a:lnTo>
                  <a:pt x="48" y="665"/>
                </a:lnTo>
                <a:lnTo>
                  <a:pt x="48" y="664"/>
                </a:lnTo>
                <a:lnTo>
                  <a:pt x="50" y="664"/>
                </a:lnTo>
                <a:lnTo>
                  <a:pt x="53" y="663"/>
                </a:lnTo>
                <a:lnTo>
                  <a:pt x="53" y="662"/>
                </a:lnTo>
                <a:lnTo>
                  <a:pt x="53" y="660"/>
                </a:lnTo>
                <a:lnTo>
                  <a:pt x="53" y="659"/>
                </a:lnTo>
                <a:lnTo>
                  <a:pt x="52" y="658"/>
                </a:lnTo>
                <a:lnTo>
                  <a:pt x="50" y="657"/>
                </a:lnTo>
                <a:lnTo>
                  <a:pt x="50" y="656"/>
                </a:lnTo>
                <a:lnTo>
                  <a:pt x="47" y="655"/>
                </a:lnTo>
                <a:lnTo>
                  <a:pt x="44" y="653"/>
                </a:lnTo>
                <a:lnTo>
                  <a:pt x="43" y="653"/>
                </a:lnTo>
                <a:lnTo>
                  <a:pt x="42" y="653"/>
                </a:lnTo>
                <a:lnTo>
                  <a:pt x="41" y="653"/>
                </a:lnTo>
                <a:lnTo>
                  <a:pt x="40" y="653"/>
                </a:lnTo>
                <a:lnTo>
                  <a:pt x="40" y="652"/>
                </a:lnTo>
                <a:lnTo>
                  <a:pt x="39" y="651"/>
                </a:lnTo>
                <a:lnTo>
                  <a:pt x="39" y="650"/>
                </a:lnTo>
                <a:lnTo>
                  <a:pt x="38" y="649"/>
                </a:lnTo>
                <a:lnTo>
                  <a:pt x="36" y="644"/>
                </a:lnTo>
                <a:lnTo>
                  <a:pt x="34" y="641"/>
                </a:lnTo>
                <a:lnTo>
                  <a:pt x="31" y="636"/>
                </a:lnTo>
                <a:lnTo>
                  <a:pt x="31" y="635"/>
                </a:lnTo>
                <a:lnTo>
                  <a:pt x="30" y="635"/>
                </a:lnTo>
                <a:lnTo>
                  <a:pt x="30" y="633"/>
                </a:lnTo>
                <a:lnTo>
                  <a:pt x="29" y="632"/>
                </a:lnTo>
                <a:lnTo>
                  <a:pt x="26" y="627"/>
                </a:lnTo>
                <a:lnTo>
                  <a:pt x="26" y="626"/>
                </a:lnTo>
                <a:lnTo>
                  <a:pt x="25" y="626"/>
                </a:lnTo>
                <a:lnTo>
                  <a:pt x="24" y="625"/>
                </a:lnTo>
                <a:lnTo>
                  <a:pt x="23" y="624"/>
                </a:lnTo>
                <a:lnTo>
                  <a:pt x="20" y="622"/>
                </a:lnTo>
                <a:lnTo>
                  <a:pt x="19" y="622"/>
                </a:lnTo>
                <a:lnTo>
                  <a:pt x="18" y="621"/>
                </a:lnTo>
                <a:lnTo>
                  <a:pt x="17" y="621"/>
                </a:lnTo>
                <a:lnTo>
                  <a:pt x="16" y="621"/>
                </a:lnTo>
                <a:lnTo>
                  <a:pt x="15" y="621"/>
                </a:lnTo>
                <a:lnTo>
                  <a:pt x="14" y="620"/>
                </a:lnTo>
                <a:lnTo>
                  <a:pt x="13" y="619"/>
                </a:lnTo>
                <a:lnTo>
                  <a:pt x="13" y="618"/>
                </a:lnTo>
                <a:lnTo>
                  <a:pt x="13" y="616"/>
                </a:lnTo>
                <a:lnTo>
                  <a:pt x="13" y="615"/>
                </a:lnTo>
                <a:lnTo>
                  <a:pt x="13" y="614"/>
                </a:lnTo>
                <a:lnTo>
                  <a:pt x="14" y="613"/>
                </a:lnTo>
                <a:lnTo>
                  <a:pt x="14" y="612"/>
                </a:lnTo>
                <a:lnTo>
                  <a:pt x="14" y="611"/>
                </a:lnTo>
                <a:lnTo>
                  <a:pt x="14" y="610"/>
                </a:lnTo>
                <a:lnTo>
                  <a:pt x="13" y="610"/>
                </a:lnTo>
                <a:lnTo>
                  <a:pt x="13" y="609"/>
                </a:lnTo>
                <a:lnTo>
                  <a:pt x="12" y="609"/>
                </a:lnTo>
                <a:lnTo>
                  <a:pt x="12" y="608"/>
                </a:lnTo>
                <a:lnTo>
                  <a:pt x="11" y="608"/>
                </a:lnTo>
                <a:lnTo>
                  <a:pt x="10" y="608"/>
                </a:lnTo>
                <a:lnTo>
                  <a:pt x="10" y="607"/>
                </a:lnTo>
                <a:lnTo>
                  <a:pt x="10" y="606"/>
                </a:lnTo>
                <a:lnTo>
                  <a:pt x="10" y="604"/>
                </a:lnTo>
                <a:lnTo>
                  <a:pt x="9" y="602"/>
                </a:lnTo>
                <a:lnTo>
                  <a:pt x="10" y="601"/>
                </a:lnTo>
                <a:lnTo>
                  <a:pt x="10" y="600"/>
                </a:lnTo>
                <a:lnTo>
                  <a:pt x="10" y="598"/>
                </a:lnTo>
                <a:lnTo>
                  <a:pt x="10" y="596"/>
                </a:lnTo>
                <a:lnTo>
                  <a:pt x="10" y="595"/>
                </a:lnTo>
                <a:lnTo>
                  <a:pt x="9" y="594"/>
                </a:lnTo>
                <a:lnTo>
                  <a:pt x="9" y="593"/>
                </a:lnTo>
                <a:lnTo>
                  <a:pt x="9" y="592"/>
                </a:lnTo>
                <a:lnTo>
                  <a:pt x="9" y="590"/>
                </a:lnTo>
                <a:lnTo>
                  <a:pt x="9" y="589"/>
                </a:lnTo>
                <a:lnTo>
                  <a:pt x="10" y="588"/>
                </a:lnTo>
                <a:lnTo>
                  <a:pt x="11" y="587"/>
                </a:lnTo>
                <a:lnTo>
                  <a:pt x="11" y="586"/>
                </a:lnTo>
                <a:lnTo>
                  <a:pt x="11" y="585"/>
                </a:lnTo>
                <a:lnTo>
                  <a:pt x="12" y="585"/>
                </a:lnTo>
                <a:lnTo>
                  <a:pt x="11" y="584"/>
                </a:lnTo>
                <a:lnTo>
                  <a:pt x="11" y="583"/>
                </a:lnTo>
                <a:lnTo>
                  <a:pt x="11" y="582"/>
                </a:lnTo>
                <a:lnTo>
                  <a:pt x="10" y="582"/>
                </a:lnTo>
                <a:lnTo>
                  <a:pt x="10" y="581"/>
                </a:lnTo>
                <a:lnTo>
                  <a:pt x="10" y="580"/>
                </a:lnTo>
                <a:lnTo>
                  <a:pt x="9" y="577"/>
                </a:lnTo>
                <a:lnTo>
                  <a:pt x="7" y="572"/>
                </a:lnTo>
                <a:lnTo>
                  <a:pt x="9" y="571"/>
                </a:lnTo>
                <a:lnTo>
                  <a:pt x="9" y="570"/>
                </a:lnTo>
                <a:lnTo>
                  <a:pt x="9" y="569"/>
                </a:lnTo>
                <a:lnTo>
                  <a:pt x="10" y="569"/>
                </a:lnTo>
                <a:lnTo>
                  <a:pt x="10" y="568"/>
                </a:lnTo>
                <a:lnTo>
                  <a:pt x="10" y="567"/>
                </a:lnTo>
                <a:lnTo>
                  <a:pt x="11" y="567"/>
                </a:lnTo>
                <a:lnTo>
                  <a:pt x="12" y="567"/>
                </a:lnTo>
                <a:lnTo>
                  <a:pt x="12" y="566"/>
                </a:lnTo>
                <a:lnTo>
                  <a:pt x="14" y="566"/>
                </a:lnTo>
                <a:lnTo>
                  <a:pt x="15" y="566"/>
                </a:lnTo>
                <a:lnTo>
                  <a:pt x="16" y="566"/>
                </a:lnTo>
                <a:lnTo>
                  <a:pt x="17" y="566"/>
                </a:lnTo>
                <a:lnTo>
                  <a:pt x="17" y="565"/>
                </a:lnTo>
                <a:lnTo>
                  <a:pt x="18" y="565"/>
                </a:lnTo>
                <a:lnTo>
                  <a:pt x="18" y="564"/>
                </a:lnTo>
                <a:lnTo>
                  <a:pt x="18" y="563"/>
                </a:lnTo>
                <a:lnTo>
                  <a:pt x="18" y="562"/>
                </a:lnTo>
                <a:lnTo>
                  <a:pt x="18" y="561"/>
                </a:lnTo>
                <a:lnTo>
                  <a:pt x="18" y="560"/>
                </a:lnTo>
                <a:lnTo>
                  <a:pt x="18" y="558"/>
                </a:lnTo>
                <a:lnTo>
                  <a:pt x="18" y="557"/>
                </a:lnTo>
                <a:lnTo>
                  <a:pt x="18" y="556"/>
                </a:lnTo>
                <a:lnTo>
                  <a:pt x="18" y="555"/>
                </a:lnTo>
                <a:lnTo>
                  <a:pt x="18" y="553"/>
                </a:lnTo>
                <a:lnTo>
                  <a:pt x="18" y="551"/>
                </a:lnTo>
                <a:lnTo>
                  <a:pt x="18" y="550"/>
                </a:lnTo>
                <a:lnTo>
                  <a:pt x="18" y="549"/>
                </a:lnTo>
                <a:lnTo>
                  <a:pt x="19" y="548"/>
                </a:lnTo>
                <a:lnTo>
                  <a:pt x="19" y="547"/>
                </a:lnTo>
                <a:lnTo>
                  <a:pt x="19" y="546"/>
                </a:lnTo>
                <a:lnTo>
                  <a:pt x="20" y="546"/>
                </a:lnTo>
                <a:lnTo>
                  <a:pt x="21" y="546"/>
                </a:lnTo>
                <a:lnTo>
                  <a:pt x="23" y="546"/>
                </a:lnTo>
                <a:lnTo>
                  <a:pt x="24" y="546"/>
                </a:lnTo>
                <a:lnTo>
                  <a:pt x="25" y="546"/>
                </a:lnTo>
                <a:lnTo>
                  <a:pt x="26" y="546"/>
                </a:lnTo>
                <a:lnTo>
                  <a:pt x="27" y="546"/>
                </a:lnTo>
                <a:lnTo>
                  <a:pt x="28" y="546"/>
                </a:lnTo>
                <a:lnTo>
                  <a:pt x="29" y="546"/>
                </a:lnTo>
                <a:lnTo>
                  <a:pt x="30" y="546"/>
                </a:lnTo>
                <a:lnTo>
                  <a:pt x="31" y="545"/>
                </a:lnTo>
                <a:lnTo>
                  <a:pt x="32" y="544"/>
                </a:lnTo>
                <a:lnTo>
                  <a:pt x="33" y="544"/>
                </a:lnTo>
                <a:lnTo>
                  <a:pt x="33" y="543"/>
                </a:lnTo>
                <a:lnTo>
                  <a:pt x="34" y="542"/>
                </a:lnTo>
                <a:lnTo>
                  <a:pt x="34" y="541"/>
                </a:lnTo>
                <a:lnTo>
                  <a:pt x="35" y="540"/>
                </a:lnTo>
                <a:lnTo>
                  <a:pt x="36" y="538"/>
                </a:lnTo>
                <a:lnTo>
                  <a:pt x="36" y="537"/>
                </a:lnTo>
                <a:lnTo>
                  <a:pt x="37" y="537"/>
                </a:lnTo>
                <a:lnTo>
                  <a:pt x="40" y="534"/>
                </a:lnTo>
                <a:lnTo>
                  <a:pt x="41" y="534"/>
                </a:lnTo>
                <a:lnTo>
                  <a:pt x="42" y="534"/>
                </a:lnTo>
                <a:lnTo>
                  <a:pt x="43" y="533"/>
                </a:lnTo>
                <a:lnTo>
                  <a:pt x="44" y="533"/>
                </a:lnTo>
                <a:lnTo>
                  <a:pt x="44" y="532"/>
                </a:lnTo>
                <a:lnTo>
                  <a:pt x="45" y="532"/>
                </a:lnTo>
                <a:lnTo>
                  <a:pt x="45" y="531"/>
                </a:lnTo>
                <a:lnTo>
                  <a:pt x="45" y="529"/>
                </a:lnTo>
                <a:lnTo>
                  <a:pt x="45" y="528"/>
                </a:lnTo>
                <a:lnTo>
                  <a:pt x="45" y="526"/>
                </a:lnTo>
                <a:lnTo>
                  <a:pt x="47" y="521"/>
                </a:lnTo>
                <a:lnTo>
                  <a:pt x="49" y="516"/>
                </a:lnTo>
                <a:lnTo>
                  <a:pt x="49" y="515"/>
                </a:lnTo>
                <a:lnTo>
                  <a:pt x="50" y="514"/>
                </a:lnTo>
                <a:lnTo>
                  <a:pt x="51" y="514"/>
                </a:lnTo>
                <a:lnTo>
                  <a:pt x="53" y="514"/>
                </a:lnTo>
                <a:lnTo>
                  <a:pt x="54" y="514"/>
                </a:lnTo>
                <a:lnTo>
                  <a:pt x="55" y="514"/>
                </a:lnTo>
                <a:lnTo>
                  <a:pt x="56" y="514"/>
                </a:lnTo>
                <a:lnTo>
                  <a:pt x="56" y="515"/>
                </a:lnTo>
                <a:lnTo>
                  <a:pt x="57" y="515"/>
                </a:lnTo>
                <a:lnTo>
                  <a:pt x="57" y="516"/>
                </a:lnTo>
                <a:lnTo>
                  <a:pt x="58" y="516"/>
                </a:lnTo>
                <a:lnTo>
                  <a:pt x="59" y="516"/>
                </a:lnTo>
                <a:lnTo>
                  <a:pt x="60" y="516"/>
                </a:lnTo>
                <a:lnTo>
                  <a:pt x="62" y="514"/>
                </a:lnTo>
                <a:lnTo>
                  <a:pt x="63" y="513"/>
                </a:lnTo>
                <a:lnTo>
                  <a:pt x="63" y="512"/>
                </a:lnTo>
                <a:lnTo>
                  <a:pt x="64" y="512"/>
                </a:lnTo>
                <a:lnTo>
                  <a:pt x="64" y="511"/>
                </a:lnTo>
                <a:lnTo>
                  <a:pt x="63" y="510"/>
                </a:lnTo>
                <a:lnTo>
                  <a:pt x="63" y="508"/>
                </a:lnTo>
                <a:lnTo>
                  <a:pt x="63" y="507"/>
                </a:lnTo>
                <a:lnTo>
                  <a:pt x="63" y="504"/>
                </a:lnTo>
                <a:lnTo>
                  <a:pt x="62" y="503"/>
                </a:lnTo>
                <a:lnTo>
                  <a:pt x="62" y="502"/>
                </a:lnTo>
                <a:lnTo>
                  <a:pt x="62" y="501"/>
                </a:lnTo>
                <a:lnTo>
                  <a:pt x="63" y="500"/>
                </a:lnTo>
                <a:lnTo>
                  <a:pt x="64" y="500"/>
                </a:lnTo>
                <a:lnTo>
                  <a:pt x="65" y="500"/>
                </a:lnTo>
                <a:lnTo>
                  <a:pt x="66" y="500"/>
                </a:lnTo>
                <a:lnTo>
                  <a:pt x="67" y="500"/>
                </a:lnTo>
                <a:lnTo>
                  <a:pt x="67" y="499"/>
                </a:lnTo>
                <a:lnTo>
                  <a:pt x="68" y="499"/>
                </a:lnTo>
                <a:lnTo>
                  <a:pt x="68" y="498"/>
                </a:lnTo>
                <a:lnTo>
                  <a:pt x="68" y="497"/>
                </a:lnTo>
                <a:lnTo>
                  <a:pt x="68" y="495"/>
                </a:lnTo>
                <a:lnTo>
                  <a:pt x="68" y="493"/>
                </a:lnTo>
                <a:lnTo>
                  <a:pt x="68" y="492"/>
                </a:lnTo>
                <a:lnTo>
                  <a:pt x="67" y="492"/>
                </a:lnTo>
                <a:lnTo>
                  <a:pt x="67" y="490"/>
                </a:lnTo>
                <a:lnTo>
                  <a:pt x="68" y="490"/>
                </a:lnTo>
                <a:lnTo>
                  <a:pt x="68" y="489"/>
                </a:lnTo>
                <a:lnTo>
                  <a:pt x="68" y="488"/>
                </a:lnTo>
                <a:lnTo>
                  <a:pt x="69" y="488"/>
                </a:lnTo>
                <a:lnTo>
                  <a:pt x="69" y="487"/>
                </a:lnTo>
                <a:lnTo>
                  <a:pt x="69" y="486"/>
                </a:lnTo>
                <a:lnTo>
                  <a:pt x="68" y="486"/>
                </a:lnTo>
                <a:lnTo>
                  <a:pt x="67" y="486"/>
                </a:lnTo>
                <a:lnTo>
                  <a:pt x="66" y="486"/>
                </a:lnTo>
                <a:lnTo>
                  <a:pt x="66" y="485"/>
                </a:lnTo>
                <a:lnTo>
                  <a:pt x="65" y="485"/>
                </a:lnTo>
                <a:lnTo>
                  <a:pt x="65" y="484"/>
                </a:lnTo>
                <a:lnTo>
                  <a:pt x="65" y="483"/>
                </a:lnTo>
                <a:lnTo>
                  <a:pt x="63" y="480"/>
                </a:lnTo>
                <a:lnTo>
                  <a:pt x="62" y="479"/>
                </a:lnTo>
                <a:lnTo>
                  <a:pt x="62" y="478"/>
                </a:lnTo>
                <a:lnTo>
                  <a:pt x="62" y="477"/>
                </a:lnTo>
                <a:lnTo>
                  <a:pt x="63" y="476"/>
                </a:lnTo>
                <a:lnTo>
                  <a:pt x="63" y="474"/>
                </a:lnTo>
                <a:lnTo>
                  <a:pt x="64" y="472"/>
                </a:lnTo>
                <a:lnTo>
                  <a:pt x="64" y="471"/>
                </a:lnTo>
                <a:lnTo>
                  <a:pt x="64" y="470"/>
                </a:lnTo>
                <a:lnTo>
                  <a:pt x="65" y="470"/>
                </a:lnTo>
                <a:lnTo>
                  <a:pt x="65" y="469"/>
                </a:lnTo>
                <a:lnTo>
                  <a:pt x="66" y="469"/>
                </a:lnTo>
                <a:lnTo>
                  <a:pt x="67" y="468"/>
                </a:lnTo>
                <a:lnTo>
                  <a:pt x="67" y="467"/>
                </a:lnTo>
                <a:lnTo>
                  <a:pt x="67" y="466"/>
                </a:lnTo>
                <a:lnTo>
                  <a:pt x="67" y="465"/>
                </a:lnTo>
                <a:lnTo>
                  <a:pt x="66" y="465"/>
                </a:lnTo>
                <a:lnTo>
                  <a:pt x="66" y="464"/>
                </a:lnTo>
                <a:lnTo>
                  <a:pt x="66" y="463"/>
                </a:lnTo>
                <a:lnTo>
                  <a:pt x="66" y="462"/>
                </a:lnTo>
                <a:lnTo>
                  <a:pt x="67" y="460"/>
                </a:lnTo>
                <a:lnTo>
                  <a:pt x="68" y="460"/>
                </a:lnTo>
                <a:lnTo>
                  <a:pt x="68" y="459"/>
                </a:lnTo>
                <a:lnTo>
                  <a:pt x="69" y="459"/>
                </a:lnTo>
                <a:lnTo>
                  <a:pt x="69" y="458"/>
                </a:lnTo>
                <a:lnTo>
                  <a:pt x="70" y="458"/>
                </a:lnTo>
                <a:lnTo>
                  <a:pt x="70" y="457"/>
                </a:lnTo>
                <a:lnTo>
                  <a:pt x="70" y="456"/>
                </a:lnTo>
                <a:lnTo>
                  <a:pt x="71" y="456"/>
                </a:lnTo>
                <a:lnTo>
                  <a:pt x="71" y="455"/>
                </a:lnTo>
                <a:lnTo>
                  <a:pt x="72" y="454"/>
                </a:lnTo>
                <a:lnTo>
                  <a:pt x="72" y="453"/>
                </a:lnTo>
                <a:lnTo>
                  <a:pt x="73" y="453"/>
                </a:lnTo>
                <a:lnTo>
                  <a:pt x="73" y="452"/>
                </a:lnTo>
                <a:lnTo>
                  <a:pt x="74" y="450"/>
                </a:lnTo>
                <a:lnTo>
                  <a:pt x="74" y="449"/>
                </a:lnTo>
                <a:lnTo>
                  <a:pt x="74" y="448"/>
                </a:lnTo>
                <a:lnTo>
                  <a:pt x="73" y="448"/>
                </a:lnTo>
                <a:lnTo>
                  <a:pt x="73" y="447"/>
                </a:lnTo>
                <a:lnTo>
                  <a:pt x="72" y="447"/>
                </a:lnTo>
                <a:lnTo>
                  <a:pt x="72" y="446"/>
                </a:lnTo>
                <a:lnTo>
                  <a:pt x="72" y="445"/>
                </a:lnTo>
                <a:lnTo>
                  <a:pt x="73" y="445"/>
                </a:lnTo>
                <a:lnTo>
                  <a:pt x="73" y="444"/>
                </a:lnTo>
                <a:lnTo>
                  <a:pt x="74" y="444"/>
                </a:lnTo>
                <a:lnTo>
                  <a:pt x="74" y="443"/>
                </a:lnTo>
                <a:lnTo>
                  <a:pt x="75" y="443"/>
                </a:lnTo>
                <a:lnTo>
                  <a:pt x="76" y="443"/>
                </a:lnTo>
                <a:lnTo>
                  <a:pt x="76" y="442"/>
                </a:lnTo>
                <a:lnTo>
                  <a:pt x="76" y="441"/>
                </a:lnTo>
                <a:lnTo>
                  <a:pt x="76" y="440"/>
                </a:lnTo>
                <a:lnTo>
                  <a:pt x="77" y="439"/>
                </a:lnTo>
                <a:lnTo>
                  <a:pt x="77" y="438"/>
                </a:lnTo>
                <a:lnTo>
                  <a:pt x="77" y="436"/>
                </a:lnTo>
                <a:lnTo>
                  <a:pt x="78" y="434"/>
                </a:lnTo>
                <a:lnTo>
                  <a:pt x="79" y="433"/>
                </a:lnTo>
                <a:lnTo>
                  <a:pt x="79" y="432"/>
                </a:lnTo>
                <a:lnTo>
                  <a:pt x="79" y="431"/>
                </a:lnTo>
                <a:lnTo>
                  <a:pt x="79" y="430"/>
                </a:lnTo>
                <a:lnTo>
                  <a:pt x="79" y="429"/>
                </a:lnTo>
                <a:lnTo>
                  <a:pt x="78" y="429"/>
                </a:lnTo>
                <a:lnTo>
                  <a:pt x="78" y="428"/>
                </a:lnTo>
                <a:lnTo>
                  <a:pt x="77" y="427"/>
                </a:lnTo>
                <a:lnTo>
                  <a:pt x="77" y="426"/>
                </a:lnTo>
                <a:lnTo>
                  <a:pt x="77" y="425"/>
                </a:lnTo>
                <a:lnTo>
                  <a:pt x="78" y="425"/>
                </a:lnTo>
                <a:lnTo>
                  <a:pt x="79" y="424"/>
                </a:lnTo>
                <a:lnTo>
                  <a:pt x="80" y="422"/>
                </a:lnTo>
                <a:lnTo>
                  <a:pt x="80" y="421"/>
                </a:lnTo>
                <a:lnTo>
                  <a:pt x="80" y="420"/>
                </a:lnTo>
                <a:lnTo>
                  <a:pt x="79" y="416"/>
                </a:lnTo>
                <a:lnTo>
                  <a:pt x="79" y="413"/>
                </a:lnTo>
                <a:lnTo>
                  <a:pt x="76" y="408"/>
                </a:lnTo>
                <a:lnTo>
                  <a:pt x="76" y="407"/>
                </a:lnTo>
                <a:lnTo>
                  <a:pt x="75" y="407"/>
                </a:lnTo>
                <a:lnTo>
                  <a:pt x="75" y="406"/>
                </a:lnTo>
                <a:lnTo>
                  <a:pt x="74" y="405"/>
                </a:lnTo>
                <a:lnTo>
                  <a:pt x="73" y="405"/>
                </a:lnTo>
                <a:lnTo>
                  <a:pt x="73" y="404"/>
                </a:lnTo>
                <a:lnTo>
                  <a:pt x="74" y="402"/>
                </a:lnTo>
                <a:lnTo>
                  <a:pt x="75" y="400"/>
                </a:lnTo>
                <a:lnTo>
                  <a:pt x="75" y="399"/>
                </a:lnTo>
                <a:lnTo>
                  <a:pt x="76" y="399"/>
                </a:lnTo>
                <a:lnTo>
                  <a:pt x="80" y="395"/>
                </a:lnTo>
                <a:lnTo>
                  <a:pt x="81" y="394"/>
                </a:lnTo>
                <a:lnTo>
                  <a:pt x="82" y="394"/>
                </a:lnTo>
                <a:lnTo>
                  <a:pt x="84" y="394"/>
                </a:lnTo>
                <a:lnTo>
                  <a:pt x="85" y="394"/>
                </a:lnTo>
                <a:lnTo>
                  <a:pt x="87" y="393"/>
                </a:lnTo>
                <a:lnTo>
                  <a:pt x="88" y="393"/>
                </a:lnTo>
                <a:lnTo>
                  <a:pt x="89" y="392"/>
                </a:lnTo>
                <a:lnTo>
                  <a:pt x="90" y="392"/>
                </a:lnTo>
                <a:lnTo>
                  <a:pt x="91" y="391"/>
                </a:lnTo>
                <a:lnTo>
                  <a:pt x="91" y="390"/>
                </a:lnTo>
                <a:lnTo>
                  <a:pt x="92" y="390"/>
                </a:lnTo>
                <a:lnTo>
                  <a:pt x="93" y="389"/>
                </a:lnTo>
                <a:lnTo>
                  <a:pt x="94" y="388"/>
                </a:lnTo>
                <a:lnTo>
                  <a:pt x="97" y="384"/>
                </a:lnTo>
                <a:lnTo>
                  <a:pt x="97" y="383"/>
                </a:lnTo>
                <a:lnTo>
                  <a:pt x="97" y="382"/>
                </a:lnTo>
                <a:lnTo>
                  <a:pt x="98" y="382"/>
                </a:lnTo>
                <a:lnTo>
                  <a:pt x="98" y="381"/>
                </a:lnTo>
                <a:lnTo>
                  <a:pt x="98" y="379"/>
                </a:lnTo>
                <a:lnTo>
                  <a:pt x="98" y="378"/>
                </a:lnTo>
                <a:lnTo>
                  <a:pt x="97" y="378"/>
                </a:lnTo>
                <a:lnTo>
                  <a:pt x="97" y="377"/>
                </a:lnTo>
                <a:lnTo>
                  <a:pt x="98" y="376"/>
                </a:lnTo>
                <a:lnTo>
                  <a:pt x="99" y="376"/>
                </a:lnTo>
                <a:lnTo>
                  <a:pt x="99" y="375"/>
                </a:lnTo>
                <a:lnTo>
                  <a:pt x="100" y="375"/>
                </a:lnTo>
                <a:lnTo>
                  <a:pt x="100" y="374"/>
                </a:lnTo>
                <a:lnTo>
                  <a:pt x="100" y="373"/>
                </a:lnTo>
                <a:lnTo>
                  <a:pt x="101" y="373"/>
                </a:lnTo>
                <a:lnTo>
                  <a:pt x="101" y="372"/>
                </a:lnTo>
                <a:lnTo>
                  <a:pt x="101" y="371"/>
                </a:lnTo>
                <a:lnTo>
                  <a:pt x="101" y="369"/>
                </a:lnTo>
                <a:lnTo>
                  <a:pt x="101" y="368"/>
                </a:lnTo>
                <a:lnTo>
                  <a:pt x="101" y="367"/>
                </a:lnTo>
                <a:lnTo>
                  <a:pt x="100" y="367"/>
                </a:lnTo>
                <a:lnTo>
                  <a:pt x="100" y="366"/>
                </a:lnTo>
                <a:lnTo>
                  <a:pt x="100" y="365"/>
                </a:lnTo>
                <a:lnTo>
                  <a:pt x="100" y="364"/>
                </a:lnTo>
                <a:lnTo>
                  <a:pt x="100" y="363"/>
                </a:lnTo>
                <a:lnTo>
                  <a:pt x="101" y="362"/>
                </a:lnTo>
                <a:lnTo>
                  <a:pt x="102" y="361"/>
                </a:lnTo>
                <a:lnTo>
                  <a:pt x="102" y="360"/>
                </a:lnTo>
                <a:lnTo>
                  <a:pt x="102" y="359"/>
                </a:lnTo>
                <a:lnTo>
                  <a:pt x="103" y="359"/>
                </a:lnTo>
                <a:lnTo>
                  <a:pt x="103" y="357"/>
                </a:lnTo>
                <a:lnTo>
                  <a:pt x="104" y="353"/>
                </a:lnTo>
                <a:lnTo>
                  <a:pt x="104" y="352"/>
                </a:lnTo>
                <a:lnTo>
                  <a:pt x="105" y="351"/>
                </a:lnTo>
                <a:lnTo>
                  <a:pt x="105" y="350"/>
                </a:lnTo>
                <a:lnTo>
                  <a:pt x="106" y="349"/>
                </a:lnTo>
                <a:lnTo>
                  <a:pt x="107" y="348"/>
                </a:lnTo>
                <a:lnTo>
                  <a:pt x="107" y="347"/>
                </a:lnTo>
                <a:lnTo>
                  <a:pt x="107" y="346"/>
                </a:lnTo>
                <a:lnTo>
                  <a:pt x="107" y="345"/>
                </a:lnTo>
                <a:lnTo>
                  <a:pt x="106" y="344"/>
                </a:lnTo>
                <a:lnTo>
                  <a:pt x="106" y="342"/>
                </a:lnTo>
                <a:lnTo>
                  <a:pt x="106" y="341"/>
                </a:lnTo>
                <a:lnTo>
                  <a:pt x="107" y="341"/>
                </a:lnTo>
                <a:lnTo>
                  <a:pt x="108" y="338"/>
                </a:lnTo>
                <a:lnTo>
                  <a:pt x="108" y="337"/>
                </a:lnTo>
                <a:lnTo>
                  <a:pt x="109" y="337"/>
                </a:lnTo>
                <a:lnTo>
                  <a:pt x="109" y="336"/>
                </a:lnTo>
                <a:lnTo>
                  <a:pt x="111" y="334"/>
                </a:lnTo>
                <a:lnTo>
                  <a:pt x="111" y="333"/>
                </a:lnTo>
                <a:lnTo>
                  <a:pt x="110" y="333"/>
                </a:lnTo>
                <a:lnTo>
                  <a:pt x="109" y="333"/>
                </a:lnTo>
                <a:lnTo>
                  <a:pt x="108" y="334"/>
                </a:lnTo>
                <a:lnTo>
                  <a:pt x="107" y="334"/>
                </a:lnTo>
                <a:lnTo>
                  <a:pt x="106" y="334"/>
                </a:lnTo>
                <a:lnTo>
                  <a:pt x="105" y="334"/>
                </a:lnTo>
                <a:lnTo>
                  <a:pt x="103" y="333"/>
                </a:lnTo>
                <a:lnTo>
                  <a:pt x="102" y="332"/>
                </a:lnTo>
                <a:lnTo>
                  <a:pt x="100" y="329"/>
                </a:lnTo>
                <a:lnTo>
                  <a:pt x="100" y="328"/>
                </a:lnTo>
                <a:lnTo>
                  <a:pt x="101" y="327"/>
                </a:lnTo>
                <a:lnTo>
                  <a:pt x="102" y="327"/>
                </a:lnTo>
                <a:lnTo>
                  <a:pt x="102" y="326"/>
                </a:lnTo>
                <a:lnTo>
                  <a:pt x="102" y="325"/>
                </a:lnTo>
                <a:lnTo>
                  <a:pt x="102" y="324"/>
                </a:lnTo>
                <a:lnTo>
                  <a:pt x="101" y="324"/>
                </a:lnTo>
                <a:lnTo>
                  <a:pt x="100" y="324"/>
                </a:lnTo>
                <a:lnTo>
                  <a:pt x="99" y="325"/>
                </a:lnTo>
                <a:lnTo>
                  <a:pt x="98" y="325"/>
                </a:lnTo>
                <a:lnTo>
                  <a:pt x="98" y="326"/>
                </a:lnTo>
                <a:lnTo>
                  <a:pt x="98" y="327"/>
                </a:lnTo>
                <a:lnTo>
                  <a:pt x="97" y="327"/>
                </a:lnTo>
                <a:lnTo>
                  <a:pt x="97" y="328"/>
                </a:lnTo>
                <a:lnTo>
                  <a:pt x="96" y="326"/>
                </a:lnTo>
                <a:lnTo>
                  <a:pt x="96" y="325"/>
                </a:lnTo>
                <a:lnTo>
                  <a:pt x="96" y="324"/>
                </a:lnTo>
                <a:lnTo>
                  <a:pt x="96" y="323"/>
                </a:lnTo>
                <a:lnTo>
                  <a:pt x="96" y="322"/>
                </a:lnTo>
                <a:lnTo>
                  <a:pt x="96" y="321"/>
                </a:lnTo>
                <a:lnTo>
                  <a:pt x="95" y="321"/>
                </a:lnTo>
                <a:lnTo>
                  <a:pt x="94" y="321"/>
                </a:lnTo>
                <a:lnTo>
                  <a:pt x="93" y="321"/>
                </a:lnTo>
                <a:lnTo>
                  <a:pt x="92" y="321"/>
                </a:lnTo>
                <a:lnTo>
                  <a:pt x="91" y="321"/>
                </a:lnTo>
                <a:lnTo>
                  <a:pt x="90" y="321"/>
                </a:lnTo>
                <a:lnTo>
                  <a:pt x="89" y="321"/>
                </a:lnTo>
                <a:lnTo>
                  <a:pt x="89" y="320"/>
                </a:lnTo>
                <a:lnTo>
                  <a:pt x="89" y="319"/>
                </a:lnTo>
                <a:lnTo>
                  <a:pt x="90" y="319"/>
                </a:lnTo>
                <a:lnTo>
                  <a:pt x="92" y="317"/>
                </a:lnTo>
                <a:lnTo>
                  <a:pt x="93" y="314"/>
                </a:lnTo>
                <a:lnTo>
                  <a:pt x="93" y="313"/>
                </a:lnTo>
                <a:lnTo>
                  <a:pt x="93" y="312"/>
                </a:lnTo>
                <a:lnTo>
                  <a:pt x="94" y="312"/>
                </a:lnTo>
                <a:lnTo>
                  <a:pt x="94" y="311"/>
                </a:lnTo>
                <a:lnTo>
                  <a:pt x="95" y="311"/>
                </a:lnTo>
                <a:lnTo>
                  <a:pt x="96" y="310"/>
                </a:lnTo>
                <a:lnTo>
                  <a:pt x="97" y="310"/>
                </a:lnTo>
                <a:lnTo>
                  <a:pt x="97" y="309"/>
                </a:lnTo>
                <a:lnTo>
                  <a:pt x="98" y="309"/>
                </a:lnTo>
                <a:lnTo>
                  <a:pt x="99" y="309"/>
                </a:lnTo>
                <a:lnTo>
                  <a:pt x="100" y="310"/>
                </a:lnTo>
                <a:lnTo>
                  <a:pt x="101" y="310"/>
                </a:lnTo>
                <a:lnTo>
                  <a:pt x="102" y="310"/>
                </a:lnTo>
                <a:lnTo>
                  <a:pt x="103" y="309"/>
                </a:lnTo>
                <a:lnTo>
                  <a:pt x="103" y="308"/>
                </a:lnTo>
                <a:lnTo>
                  <a:pt x="104" y="308"/>
                </a:lnTo>
                <a:lnTo>
                  <a:pt x="105" y="308"/>
                </a:lnTo>
                <a:lnTo>
                  <a:pt x="105" y="309"/>
                </a:lnTo>
                <a:lnTo>
                  <a:pt x="106" y="309"/>
                </a:lnTo>
                <a:lnTo>
                  <a:pt x="107" y="309"/>
                </a:lnTo>
                <a:lnTo>
                  <a:pt x="107" y="308"/>
                </a:lnTo>
                <a:lnTo>
                  <a:pt x="108" y="307"/>
                </a:lnTo>
                <a:lnTo>
                  <a:pt x="109" y="307"/>
                </a:lnTo>
                <a:lnTo>
                  <a:pt x="109" y="308"/>
                </a:lnTo>
                <a:lnTo>
                  <a:pt x="110" y="308"/>
                </a:lnTo>
                <a:lnTo>
                  <a:pt x="112" y="308"/>
                </a:lnTo>
                <a:lnTo>
                  <a:pt x="113" y="308"/>
                </a:lnTo>
                <a:lnTo>
                  <a:pt x="114" y="308"/>
                </a:lnTo>
                <a:lnTo>
                  <a:pt x="114" y="309"/>
                </a:lnTo>
                <a:lnTo>
                  <a:pt x="115" y="309"/>
                </a:lnTo>
                <a:lnTo>
                  <a:pt x="116" y="309"/>
                </a:lnTo>
                <a:lnTo>
                  <a:pt x="117" y="309"/>
                </a:lnTo>
                <a:lnTo>
                  <a:pt x="118" y="309"/>
                </a:lnTo>
                <a:lnTo>
                  <a:pt x="118" y="308"/>
                </a:lnTo>
                <a:lnTo>
                  <a:pt x="121" y="308"/>
                </a:lnTo>
                <a:lnTo>
                  <a:pt x="122" y="308"/>
                </a:lnTo>
                <a:lnTo>
                  <a:pt x="123" y="308"/>
                </a:lnTo>
                <a:lnTo>
                  <a:pt x="124" y="308"/>
                </a:lnTo>
                <a:lnTo>
                  <a:pt x="125" y="307"/>
                </a:lnTo>
                <a:lnTo>
                  <a:pt x="126" y="307"/>
                </a:lnTo>
                <a:lnTo>
                  <a:pt x="126" y="306"/>
                </a:lnTo>
                <a:lnTo>
                  <a:pt x="126" y="305"/>
                </a:lnTo>
                <a:lnTo>
                  <a:pt x="127" y="305"/>
                </a:lnTo>
                <a:lnTo>
                  <a:pt x="127" y="303"/>
                </a:lnTo>
                <a:lnTo>
                  <a:pt x="127" y="302"/>
                </a:lnTo>
                <a:lnTo>
                  <a:pt x="127" y="301"/>
                </a:lnTo>
                <a:lnTo>
                  <a:pt x="127" y="300"/>
                </a:lnTo>
                <a:lnTo>
                  <a:pt x="127" y="298"/>
                </a:lnTo>
                <a:lnTo>
                  <a:pt x="127" y="296"/>
                </a:lnTo>
                <a:lnTo>
                  <a:pt x="128" y="296"/>
                </a:lnTo>
                <a:lnTo>
                  <a:pt x="128" y="295"/>
                </a:lnTo>
                <a:lnTo>
                  <a:pt x="129" y="295"/>
                </a:lnTo>
                <a:lnTo>
                  <a:pt x="129" y="294"/>
                </a:lnTo>
                <a:lnTo>
                  <a:pt x="130" y="293"/>
                </a:lnTo>
                <a:lnTo>
                  <a:pt x="132" y="292"/>
                </a:lnTo>
                <a:lnTo>
                  <a:pt x="133" y="291"/>
                </a:lnTo>
                <a:lnTo>
                  <a:pt x="135" y="291"/>
                </a:lnTo>
                <a:lnTo>
                  <a:pt x="135" y="290"/>
                </a:lnTo>
                <a:lnTo>
                  <a:pt x="136" y="290"/>
                </a:lnTo>
                <a:lnTo>
                  <a:pt x="136" y="289"/>
                </a:lnTo>
                <a:lnTo>
                  <a:pt x="137" y="289"/>
                </a:lnTo>
                <a:lnTo>
                  <a:pt x="137" y="286"/>
                </a:lnTo>
                <a:lnTo>
                  <a:pt x="136" y="285"/>
                </a:lnTo>
                <a:lnTo>
                  <a:pt x="135" y="284"/>
                </a:lnTo>
                <a:lnTo>
                  <a:pt x="135" y="283"/>
                </a:lnTo>
                <a:lnTo>
                  <a:pt x="135" y="282"/>
                </a:lnTo>
                <a:lnTo>
                  <a:pt x="135" y="281"/>
                </a:lnTo>
                <a:lnTo>
                  <a:pt x="135" y="280"/>
                </a:lnTo>
                <a:lnTo>
                  <a:pt x="136" y="279"/>
                </a:lnTo>
                <a:lnTo>
                  <a:pt x="137" y="272"/>
                </a:lnTo>
                <a:lnTo>
                  <a:pt x="137" y="270"/>
                </a:lnTo>
                <a:lnTo>
                  <a:pt x="135" y="268"/>
                </a:lnTo>
                <a:lnTo>
                  <a:pt x="135" y="267"/>
                </a:lnTo>
                <a:lnTo>
                  <a:pt x="135" y="266"/>
                </a:lnTo>
                <a:lnTo>
                  <a:pt x="136" y="266"/>
                </a:lnTo>
                <a:lnTo>
                  <a:pt x="138" y="267"/>
                </a:lnTo>
                <a:lnTo>
                  <a:pt x="138" y="268"/>
                </a:lnTo>
                <a:lnTo>
                  <a:pt x="139" y="268"/>
                </a:lnTo>
                <a:lnTo>
                  <a:pt x="140" y="268"/>
                </a:lnTo>
                <a:lnTo>
                  <a:pt x="140" y="267"/>
                </a:lnTo>
                <a:lnTo>
                  <a:pt x="140" y="265"/>
                </a:lnTo>
                <a:lnTo>
                  <a:pt x="139" y="264"/>
                </a:lnTo>
                <a:lnTo>
                  <a:pt x="137" y="264"/>
                </a:lnTo>
                <a:lnTo>
                  <a:pt x="136" y="263"/>
                </a:lnTo>
                <a:lnTo>
                  <a:pt x="136" y="262"/>
                </a:lnTo>
                <a:lnTo>
                  <a:pt x="136" y="261"/>
                </a:lnTo>
                <a:lnTo>
                  <a:pt x="137" y="261"/>
                </a:lnTo>
                <a:lnTo>
                  <a:pt x="138" y="260"/>
                </a:lnTo>
                <a:lnTo>
                  <a:pt x="139" y="260"/>
                </a:lnTo>
                <a:lnTo>
                  <a:pt x="140" y="259"/>
                </a:lnTo>
                <a:lnTo>
                  <a:pt x="142" y="258"/>
                </a:lnTo>
                <a:lnTo>
                  <a:pt x="144" y="257"/>
                </a:lnTo>
                <a:lnTo>
                  <a:pt x="145" y="257"/>
                </a:lnTo>
                <a:lnTo>
                  <a:pt x="146" y="256"/>
                </a:lnTo>
                <a:lnTo>
                  <a:pt x="147" y="256"/>
                </a:lnTo>
                <a:lnTo>
                  <a:pt x="148" y="256"/>
                </a:lnTo>
                <a:lnTo>
                  <a:pt x="149" y="256"/>
                </a:lnTo>
                <a:lnTo>
                  <a:pt x="150" y="257"/>
                </a:lnTo>
                <a:lnTo>
                  <a:pt x="152" y="258"/>
                </a:lnTo>
                <a:lnTo>
                  <a:pt x="158" y="259"/>
                </a:lnTo>
                <a:lnTo>
                  <a:pt x="159" y="259"/>
                </a:lnTo>
                <a:lnTo>
                  <a:pt x="159" y="260"/>
                </a:lnTo>
                <a:lnTo>
                  <a:pt x="160" y="260"/>
                </a:lnTo>
                <a:lnTo>
                  <a:pt x="163" y="262"/>
                </a:lnTo>
                <a:lnTo>
                  <a:pt x="164" y="262"/>
                </a:lnTo>
                <a:lnTo>
                  <a:pt x="165" y="261"/>
                </a:lnTo>
                <a:lnTo>
                  <a:pt x="166" y="260"/>
                </a:lnTo>
                <a:lnTo>
                  <a:pt x="167" y="259"/>
                </a:lnTo>
                <a:lnTo>
                  <a:pt x="168" y="259"/>
                </a:lnTo>
                <a:lnTo>
                  <a:pt x="169" y="260"/>
                </a:lnTo>
                <a:lnTo>
                  <a:pt x="171" y="260"/>
                </a:lnTo>
                <a:lnTo>
                  <a:pt x="174" y="261"/>
                </a:lnTo>
                <a:lnTo>
                  <a:pt x="175" y="261"/>
                </a:lnTo>
                <a:lnTo>
                  <a:pt x="176" y="262"/>
                </a:lnTo>
                <a:lnTo>
                  <a:pt x="178" y="263"/>
                </a:lnTo>
                <a:lnTo>
                  <a:pt x="179" y="264"/>
                </a:lnTo>
                <a:lnTo>
                  <a:pt x="179" y="265"/>
                </a:lnTo>
                <a:lnTo>
                  <a:pt x="179" y="266"/>
                </a:lnTo>
                <a:lnTo>
                  <a:pt x="180" y="266"/>
                </a:lnTo>
                <a:lnTo>
                  <a:pt x="185" y="268"/>
                </a:lnTo>
                <a:lnTo>
                  <a:pt x="189" y="269"/>
                </a:lnTo>
                <a:lnTo>
                  <a:pt x="190" y="269"/>
                </a:lnTo>
                <a:lnTo>
                  <a:pt x="191" y="269"/>
                </a:lnTo>
                <a:lnTo>
                  <a:pt x="193" y="266"/>
                </a:lnTo>
                <a:lnTo>
                  <a:pt x="195" y="265"/>
                </a:lnTo>
                <a:lnTo>
                  <a:pt x="196" y="263"/>
                </a:lnTo>
                <a:lnTo>
                  <a:pt x="197" y="262"/>
                </a:lnTo>
                <a:lnTo>
                  <a:pt x="198" y="261"/>
                </a:lnTo>
                <a:lnTo>
                  <a:pt x="199" y="262"/>
                </a:lnTo>
                <a:lnTo>
                  <a:pt x="200" y="262"/>
                </a:lnTo>
                <a:lnTo>
                  <a:pt x="201" y="263"/>
                </a:lnTo>
                <a:lnTo>
                  <a:pt x="204" y="265"/>
                </a:lnTo>
                <a:lnTo>
                  <a:pt x="205" y="265"/>
                </a:lnTo>
                <a:lnTo>
                  <a:pt x="205" y="264"/>
                </a:lnTo>
                <a:lnTo>
                  <a:pt x="205" y="263"/>
                </a:lnTo>
                <a:lnTo>
                  <a:pt x="206" y="262"/>
                </a:lnTo>
                <a:lnTo>
                  <a:pt x="208" y="262"/>
                </a:lnTo>
                <a:lnTo>
                  <a:pt x="210" y="262"/>
                </a:lnTo>
                <a:lnTo>
                  <a:pt x="211" y="262"/>
                </a:lnTo>
                <a:lnTo>
                  <a:pt x="212" y="263"/>
                </a:lnTo>
                <a:lnTo>
                  <a:pt x="213" y="263"/>
                </a:lnTo>
                <a:lnTo>
                  <a:pt x="213" y="262"/>
                </a:lnTo>
                <a:lnTo>
                  <a:pt x="213" y="261"/>
                </a:lnTo>
                <a:lnTo>
                  <a:pt x="213" y="257"/>
                </a:lnTo>
                <a:lnTo>
                  <a:pt x="213" y="255"/>
                </a:lnTo>
                <a:lnTo>
                  <a:pt x="212" y="254"/>
                </a:lnTo>
                <a:lnTo>
                  <a:pt x="211" y="253"/>
                </a:lnTo>
                <a:lnTo>
                  <a:pt x="211" y="252"/>
                </a:lnTo>
                <a:lnTo>
                  <a:pt x="211" y="251"/>
                </a:lnTo>
                <a:lnTo>
                  <a:pt x="214" y="248"/>
                </a:lnTo>
                <a:lnTo>
                  <a:pt x="214" y="247"/>
                </a:lnTo>
                <a:lnTo>
                  <a:pt x="215" y="247"/>
                </a:lnTo>
                <a:lnTo>
                  <a:pt x="216" y="245"/>
                </a:lnTo>
                <a:lnTo>
                  <a:pt x="217" y="241"/>
                </a:lnTo>
                <a:lnTo>
                  <a:pt x="217" y="240"/>
                </a:lnTo>
                <a:lnTo>
                  <a:pt x="216" y="240"/>
                </a:lnTo>
                <a:lnTo>
                  <a:pt x="216" y="239"/>
                </a:lnTo>
                <a:lnTo>
                  <a:pt x="216" y="232"/>
                </a:lnTo>
                <a:lnTo>
                  <a:pt x="216" y="226"/>
                </a:lnTo>
                <a:lnTo>
                  <a:pt x="216" y="225"/>
                </a:lnTo>
                <a:lnTo>
                  <a:pt x="216" y="224"/>
                </a:lnTo>
                <a:lnTo>
                  <a:pt x="219" y="221"/>
                </a:lnTo>
                <a:lnTo>
                  <a:pt x="221" y="218"/>
                </a:lnTo>
                <a:lnTo>
                  <a:pt x="223" y="214"/>
                </a:lnTo>
                <a:lnTo>
                  <a:pt x="224" y="212"/>
                </a:lnTo>
                <a:lnTo>
                  <a:pt x="225" y="212"/>
                </a:lnTo>
                <a:lnTo>
                  <a:pt x="225" y="211"/>
                </a:lnTo>
                <a:lnTo>
                  <a:pt x="225" y="210"/>
                </a:lnTo>
                <a:lnTo>
                  <a:pt x="226" y="207"/>
                </a:lnTo>
                <a:lnTo>
                  <a:pt x="226" y="206"/>
                </a:lnTo>
                <a:lnTo>
                  <a:pt x="226" y="205"/>
                </a:lnTo>
                <a:lnTo>
                  <a:pt x="226" y="204"/>
                </a:lnTo>
                <a:lnTo>
                  <a:pt x="227" y="203"/>
                </a:lnTo>
                <a:lnTo>
                  <a:pt x="227" y="201"/>
                </a:lnTo>
                <a:lnTo>
                  <a:pt x="229" y="200"/>
                </a:lnTo>
                <a:lnTo>
                  <a:pt x="230" y="198"/>
                </a:lnTo>
                <a:lnTo>
                  <a:pt x="231" y="197"/>
                </a:lnTo>
                <a:lnTo>
                  <a:pt x="231" y="196"/>
                </a:lnTo>
                <a:lnTo>
                  <a:pt x="231" y="195"/>
                </a:lnTo>
                <a:lnTo>
                  <a:pt x="231" y="194"/>
                </a:lnTo>
                <a:lnTo>
                  <a:pt x="231" y="193"/>
                </a:lnTo>
                <a:lnTo>
                  <a:pt x="232" y="193"/>
                </a:lnTo>
                <a:lnTo>
                  <a:pt x="232" y="192"/>
                </a:lnTo>
                <a:lnTo>
                  <a:pt x="232" y="191"/>
                </a:lnTo>
                <a:lnTo>
                  <a:pt x="233" y="189"/>
                </a:lnTo>
                <a:lnTo>
                  <a:pt x="235" y="186"/>
                </a:lnTo>
                <a:lnTo>
                  <a:pt x="236" y="184"/>
                </a:lnTo>
                <a:lnTo>
                  <a:pt x="236" y="183"/>
                </a:lnTo>
                <a:lnTo>
                  <a:pt x="236" y="182"/>
                </a:lnTo>
                <a:lnTo>
                  <a:pt x="237" y="182"/>
                </a:lnTo>
                <a:lnTo>
                  <a:pt x="237" y="181"/>
                </a:lnTo>
                <a:lnTo>
                  <a:pt x="238" y="181"/>
                </a:lnTo>
                <a:lnTo>
                  <a:pt x="238" y="180"/>
                </a:lnTo>
                <a:lnTo>
                  <a:pt x="238" y="177"/>
                </a:lnTo>
                <a:lnTo>
                  <a:pt x="239" y="176"/>
                </a:lnTo>
                <a:lnTo>
                  <a:pt x="239" y="175"/>
                </a:lnTo>
                <a:lnTo>
                  <a:pt x="239" y="174"/>
                </a:lnTo>
                <a:lnTo>
                  <a:pt x="240" y="173"/>
                </a:lnTo>
                <a:lnTo>
                  <a:pt x="241" y="172"/>
                </a:lnTo>
                <a:lnTo>
                  <a:pt x="242" y="171"/>
                </a:lnTo>
                <a:lnTo>
                  <a:pt x="242" y="170"/>
                </a:lnTo>
                <a:lnTo>
                  <a:pt x="244" y="169"/>
                </a:lnTo>
                <a:lnTo>
                  <a:pt x="245" y="166"/>
                </a:lnTo>
                <a:lnTo>
                  <a:pt x="244" y="165"/>
                </a:lnTo>
                <a:lnTo>
                  <a:pt x="244" y="163"/>
                </a:lnTo>
                <a:lnTo>
                  <a:pt x="245" y="162"/>
                </a:lnTo>
                <a:lnTo>
                  <a:pt x="245" y="161"/>
                </a:lnTo>
                <a:lnTo>
                  <a:pt x="247" y="159"/>
                </a:lnTo>
                <a:lnTo>
                  <a:pt x="247" y="158"/>
                </a:lnTo>
                <a:lnTo>
                  <a:pt x="248" y="156"/>
                </a:lnTo>
                <a:lnTo>
                  <a:pt x="249" y="155"/>
                </a:lnTo>
                <a:lnTo>
                  <a:pt x="249" y="154"/>
                </a:lnTo>
                <a:lnTo>
                  <a:pt x="250" y="153"/>
                </a:lnTo>
                <a:lnTo>
                  <a:pt x="250" y="152"/>
                </a:lnTo>
                <a:lnTo>
                  <a:pt x="251" y="151"/>
                </a:lnTo>
                <a:lnTo>
                  <a:pt x="251" y="150"/>
                </a:lnTo>
                <a:lnTo>
                  <a:pt x="251" y="149"/>
                </a:lnTo>
                <a:lnTo>
                  <a:pt x="250" y="149"/>
                </a:lnTo>
                <a:lnTo>
                  <a:pt x="250" y="147"/>
                </a:lnTo>
                <a:lnTo>
                  <a:pt x="250" y="146"/>
                </a:lnTo>
                <a:lnTo>
                  <a:pt x="251" y="145"/>
                </a:lnTo>
                <a:lnTo>
                  <a:pt x="251" y="144"/>
                </a:lnTo>
                <a:lnTo>
                  <a:pt x="251" y="143"/>
                </a:lnTo>
                <a:lnTo>
                  <a:pt x="252" y="142"/>
                </a:lnTo>
                <a:lnTo>
                  <a:pt x="253" y="142"/>
                </a:lnTo>
                <a:lnTo>
                  <a:pt x="255" y="140"/>
                </a:lnTo>
                <a:lnTo>
                  <a:pt x="257" y="138"/>
                </a:lnTo>
                <a:lnTo>
                  <a:pt x="258" y="137"/>
                </a:lnTo>
                <a:lnTo>
                  <a:pt x="259" y="137"/>
                </a:lnTo>
                <a:lnTo>
                  <a:pt x="259" y="136"/>
                </a:lnTo>
                <a:lnTo>
                  <a:pt x="260" y="134"/>
                </a:lnTo>
                <a:lnTo>
                  <a:pt x="260" y="133"/>
                </a:lnTo>
                <a:lnTo>
                  <a:pt x="259" y="132"/>
                </a:lnTo>
                <a:lnTo>
                  <a:pt x="259" y="131"/>
                </a:lnTo>
                <a:lnTo>
                  <a:pt x="261" y="129"/>
                </a:lnTo>
                <a:lnTo>
                  <a:pt x="261" y="128"/>
                </a:lnTo>
                <a:lnTo>
                  <a:pt x="261" y="125"/>
                </a:lnTo>
                <a:lnTo>
                  <a:pt x="262" y="125"/>
                </a:lnTo>
                <a:lnTo>
                  <a:pt x="261" y="125"/>
                </a:lnTo>
                <a:lnTo>
                  <a:pt x="262" y="125"/>
                </a:lnTo>
                <a:lnTo>
                  <a:pt x="263" y="125"/>
                </a:lnTo>
                <a:lnTo>
                  <a:pt x="263" y="124"/>
                </a:lnTo>
                <a:lnTo>
                  <a:pt x="264" y="124"/>
                </a:lnTo>
                <a:lnTo>
                  <a:pt x="265" y="124"/>
                </a:lnTo>
                <a:lnTo>
                  <a:pt x="265" y="125"/>
                </a:lnTo>
                <a:lnTo>
                  <a:pt x="266" y="125"/>
                </a:lnTo>
                <a:lnTo>
                  <a:pt x="267" y="125"/>
                </a:lnTo>
                <a:lnTo>
                  <a:pt x="268" y="125"/>
                </a:lnTo>
                <a:lnTo>
                  <a:pt x="268" y="124"/>
                </a:lnTo>
                <a:lnTo>
                  <a:pt x="269" y="124"/>
                </a:lnTo>
                <a:lnTo>
                  <a:pt x="273" y="120"/>
                </a:lnTo>
                <a:lnTo>
                  <a:pt x="274" y="120"/>
                </a:lnTo>
                <a:lnTo>
                  <a:pt x="275" y="118"/>
                </a:lnTo>
                <a:lnTo>
                  <a:pt x="277" y="116"/>
                </a:lnTo>
                <a:lnTo>
                  <a:pt x="283" y="114"/>
                </a:lnTo>
                <a:lnTo>
                  <a:pt x="284" y="114"/>
                </a:lnTo>
                <a:lnTo>
                  <a:pt x="285" y="114"/>
                </a:lnTo>
                <a:lnTo>
                  <a:pt x="290" y="118"/>
                </a:lnTo>
                <a:lnTo>
                  <a:pt x="295" y="121"/>
                </a:lnTo>
                <a:lnTo>
                  <a:pt x="296" y="121"/>
                </a:lnTo>
                <a:lnTo>
                  <a:pt x="297" y="121"/>
                </a:lnTo>
                <a:lnTo>
                  <a:pt x="300" y="122"/>
                </a:lnTo>
                <a:lnTo>
                  <a:pt x="301" y="122"/>
                </a:lnTo>
                <a:lnTo>
                  <a:pt x="302" y="122"/>
                </a:lnTo>
                <a:lnTo>
                  <a:pt x="307" y="124"/>
                </a:lnTo>
                <a:lnTo>
                  <a:pt x="310" y="125"/>
                </a:lnTo>
                <a:lnTo>
                  <a:pt x="311" y="125"/>
                </a:lnTo>
                <a:lnTo>
                  <a:pt x="312" y="126"/>
                </a:lnTo>
                <a:lnTo>
                  <a:pt x="313" y="127"/>
                </a:lnTo>
                <a:lnTo>
                  <a:pt x="315" y="128"/>
                </a:lnTo>
                <a:lnTo>
                  <a:pt x="315" y="129"/>
                </a:lnTo>
                <a:lnTo>
                  <a:pt x="316" y="130"/>
                </a:lnTo>
                <a:lnTo>
                  <a:pt x="318" y="132"/>
                </a:lnTo>
                <a:lnTo>
                  <a:pt x="321" y="134"/>
                </a:lnTo>
                <a:lnTo>
                  <a:pt x="324" y="136"/>
                </a:lnTo>
                <a:lnTo>
                  <a:pt x="327" y="139"/>
                </a:lnTo>
                <a:lnTo>
                  <a:pt x="330" y="139"/>
                </a:lnTo>
                <a:lnTo>
                  <a:pt x="331" y="138"/>
                </a:lnTo>
                <a:lnTo>
                  <a:pt x="332" y="138"/>
                </a:lnTo>
                <a:lnTo>
                  <a:pt x="335" y="135"/>
                </a:lnTo>
                <a:lnTo>
                  <a:pt x="337" y="134"/>
                </a:lnTo>
                <a:lnTo>
                  <a:pt x="338" y="133"/>
                </a:lnTo>
                <a:lnTo>
                  <a:pt x="341" y="132"/>
                </a:lnTo>
                <a:lnTo>
                  <a:pt x="343" y="130"/>
                </a:lnTo>
                <a:lnTo>
                  <a:pt x="345" y="130"/>
                </a:lnTo>
                <a:lnTo>
                  <a:pt x="346" y="128"/>
                </a:lnTo>
                <a:lnTo>
                  <a:pt x="346" y="127"/>
                </a:lnTo>
                <a:lnTo>
                  <a:pt x="346" y="126"/>
                </a:lnTo>
                <a:lnTo>
                  <a:pt x="347" y="125"/>
                </a:lnTo>
                <a:lnTo>
                  <a:pt x="347" y="124"/>
                </a:lnTo>
                <a:lnTo>
                  <a:pt x="347" y="123"/>
                </a:lnTo>
                <a:lnTo>
                  <a:pt x="347" y="122"/>
                </a:lnTo>
                <a:lnTo>
                  <a:pt x="348" y="121"/>
                </a:lnTo>
                <a:lnTo>
                  <a:pt x="348" y="120"/>
                </a:lnTo>
                <a:lnTo>
                  <a:pt x="348" y="119"/>
                </a:lnTo>
                <a:lnTo>
                  <a:pt x="348" y="118"/>
                </a:lnTo>
                <a:lnTo>
                  <a:pt x="348" y="117"/>
                </a:lnTo>
                <a:lnTo>
                  <a:pt x="349" y="116"/>
                </a:lnTo>
                <a:lnTo>
                  <a:pt x="349" y="115"/>
                </a:lnTo>
                <a:lnTo>
                  <a:pt x="349" y="114"/>
                </a:lnTo>
                <a:lnTo>
                  <a:pt x="349" y="113"/>
                </a:lnTo>
                <a:lnTo>
                  <a:pt x="349" y="112"/>
                </a:lnTo>
                <a:lnTo>
                  <a:pt x="350" y="112"/>
                </a:lnTo>
                <a:lnTo>
                  <a:pt x="350" y="111"/>
                </a:lnTo>
                <a:lnTo>
                  <a:pt x="350" y="110"/>
                </a:lnTo>
                <a:lnTo>
                  <a:pt x="350" y="109"/>
                </a:lnTo>
                <a:lnTo>
                  <a:pt x="350" y="108"/>
                </a:lnTo>
                <a:lnTo>
                  <a:pt x="350" y="107"/>
                </a:lnTo>
                <a:lnTo>
                  <a:pt x="350" y="106"/>
                </a:lnTo>
                <a:lnTo>
                  <a:pt x="351" y="106"/>
                </a:lnTo>
                <a:lnTo>
                  <a:pt x="351" y="105"/>
                </a:lnTo>
                <a:lnTo>
                  <a:pt x="350" y="105"/>
                </a:lnTo>
                <a:lnTo>
                  <a:pt x="350" y="104"/>
                </a:lnTo>
                <a:lnTo>
                  <a:pt x="350" y="103"/>
                </a:lnTo>
                <a:lnTo>
                  <a:pt x="351" y="103"/>
                </a:lnTo>
                <a:lnTo>
                  <a:pt x="351" y="102"/>
                </a:lnTo>
                <a:lnTo>
                  <a:pt x="352" y="102"/>
                </a:lnTo>
                <a:lnTo>
                  <a:pt x="353" y="102"/>
                </a:lnTo>
                <a:lnTo>
                  <a:pt x="353" y="101"/>
                </a:lnTo>
                <a:lnTo>
                  <a:pt x="354" y="101"/>
                </a:lnTo>
                <a:lnTo>
                  <a:pt x="356" y="100"/>
                </a:lnTo>
                <a:lnTo>
                  <a:pt x="357" y="99"/>
                </a:lnTo>
                <a:lnTo>
                  <a:pt x="358" y="99"/>
                </a:lnTo>
                <a:lnTo>
                  <a:pt x="360" y="98"/>
                </a:lnTo>
                <a:lnTo>
                  <a:pt x="362" y="97"/>
                </a:lnTo>
                <a:lnTo>
                  <a:pt x="363" y="97"/>
                </a:lnTo>
                <a:lnTo>
                  <a:pt x="364" y="97"/>
                </a:lnTo>
                <a:lnTo>
                  <a:pt x="364" y="96"/>
                </a:lnTo>
                <a:lnTo>
                  <a:pt x="365" y="96"/>
                </a:lnTo>
                <a:lnTo>
                  <a:pt x="366" y="96"/>
                </a:lnTo>
                <a:lnTo>
                  <a:pt x="366" y="95"/>
                </a:lnTo>
                <a:lnTo>
                  <a:pt x="367" y="95"/>
                </a:lnTo>
                <a:lnTo>
                  <a:pt x="368" y="95"/>
                </a:lnTo>
                <a:lnTo>
                  <a:pt x="368" y="94"/>
                </a:lnTo>
                <a:lnTo>
                  <a:pt x="369" y="94"/>
                </a:lnTo>
                <a:lnTo>
                  <a:pt x="370" y="94"/>
                </a:lnTo>
                <a:lnTo>
                  <a:pt x="373" y="93"/>
                </a:lnTo>
                <a:lnTo>
                  <a:pt x="374" y="93"/>
                </a:lnTo>
                <a:lnTo>
                  <a:pt x="375" y="93"/>
                </a:lnTo>
                <a:lnTo>
                  <a:pt x="375" y="92"/>
                </a:lnTo>
                <a:lnTo>
                  <a:pt x="376" y="92"/>
                </a:lnTo>
                <a:lnTo>
                  <a:pt x="377" y="92"/>
                </a:lnTo>
                <a:lnTo>
                  <a:pt x="378" y="91"/>
                </a:lnTo>
                <a:lnTo>
                  <a:pt x="379" y="91"/>
                </a:lnTo>
                <a:lnTo>
                  <a:pt x="382" y="90"/>
                </a:lnTo>
                <a:lnTo>
                  <a:pt x="383" y="90"/>
                </a:lnTo>
                <a:lnTo>
                  <a:pt x="384" y="90"/>
                </a:lnTo>
                <a:lnTo>
                  <a:pt x="385" y="90"/>
                </a:lnTo>
                <a:lnTo>
                  <a:pt x="386" y="89"/>
                </a:lnTo>
                <a:lnTo>
                  <a:pt x="387" y="88"/>
                </a:lnTo>
                <a:lnTo>
                  <a:pt x="388" y="88"/>
                </a:lnTo>
                <a:lnTo>
                  <a:pt x="388" y="87"/>
                </a:lnTo>
                <a:lnTo>
                  <a:pt x="389" y="87"/>
                </a:lnTo>
                <a:lnTo>
                  <a:pt x="390" y="87"/>
                </a:lnTo>
                <a:lnTo>
                  <a:pt x="391" y="86"/>
                </a:lnTo>
                <a:lnTo>
                  <a:pt x="392" y="86"/>
                </a:lnTo>
                <a:lnTo>
                  <a:pt x="393" y="86"/>
                </a:lnTo>
                <a:lnTo>
                  <a:pt x="394" y="86"/>
                </a:lnTo>
                <a:lnTo>
                  <a:pt x="396" y="85"/>
                </a:lnTo>
                <a:lnTo>
                  <a:pt x="397" y="85"/>
                </a:lnTo>
                <a:lnTo>
                  <a:pt x="398" y="84"/>
                </a:lnTo>
                <a:lnTo>
                  <a:pt x="399" y="84"/>
                </a:lnTo>
                <a:lnTo>
                  <a:pt x="400" y="84"/>
                </a:lnTo>
                <a:lnTo>
                  <a:pt x="400" y="83"/>
                </a:lnTo>
                <a:lnTo>
                  <a:pt x="401" y="83"/>
                </a:lnTo>
                <a:lnTo>
                  <a:pt x="402" y="82"/>
                </a:lnTo>
                <a:lnTo>
                  <a:pt x="403" y="81"/>
                </a:lnTo>
                <a:lnTo>
                  <a:pt x="404" y="81"/>
                </a:lnTo>
                <a:lnTo>
                  <a:pt x="404" y="82"/>
                </a:lnTo>
                <a:lnTo>
                  <a:pt x="404" y="83"/>
                </a:lnTo>
                <a:lnTo>
                  <a:pt x="405" y="84"/>
                </a:lnTo>
                <a:lnTo>
                  <a:pt x="406" y="85"/>
                </a:lnTo>
                <a:lnTo>
                  <a:pt x="407" y="85"/>
                </a:lnTo>
                <a:lnTo>
                  <a:pt x="407" y="86"/>
                </a:lnTo>
                <a:lnTo>
                  <a:pt x="408" y="86"/>
                </a:lnTo>
                <a:lnTo>
                  <a:pt x="408" y="88"/>
                </a:lnTo>
                <a:lnTo>
                  <a:pt x="409" y="88"/>
                </a:lnTo>
                <a:lnTo>
                  <a:pt x="409" y="90"/>
                </a:lnTo>
                <a:lnTo>
                  <a:pt x="410" y="90"/>
                </a:lnTo>
                <a:lnTo>
                  <a:pt x="410" y="91"/>
                </a:lnTo>
                <a:lnTo>
                  <a:pt x="411" y="93"/>
                </a:lnTo>
                <a:lnTo>
                  <a:pt x="411" y="94"/>
                </a:lnTo>
                <a:lnTo>
                  <a:pt x="411" y="95"/>
                </a:lnTo>
                <a:lnTo>
                  <a:pt x="412" y="96"/>
                </a:lnTo>
                <a:lnTo>
                  <a:pt x="412" y="97"/>
                </a:lnTo>
                <a:lnTo>
                  <a:pt x="413" y="98"/>
                </a:lnTo>
                <a:lnTo>
                  <a:pt x="415" y="99"/>
                </a:lnTo>
                <a:lnTo>
                  <a:pt x="416" y="99"/>
                </a:lnTo>
                <a:lnTo>
                  <a:pt x="416" y="100"/>
                </a:lnTo>
                <a:lnTo>
                  <a:pt x="417" y="100"/>
                </a:lnTo>
                <a:lnTo>
                  <a:pt x="418" y="100"/>
                </a:lnTo>
                <a:lnTo>
                  <a:pt x="418" y="99"/>
                </a:lnTo>
                <a:lnTo>
                  <a:pt x="421" y="99"/>
                </a:lnTo>
                <a:lnTo>
                  <a:pt x="421" y="100"/>
                </a:lnTo>
                <a:lnTo>
                  <a:pt x="422" y="100"/>
                </a:lnTo>
                <a:lnTo>
                  <a:pt x="423" y="100"/>
                </a:lnTo>
                <a:lnTo>
                  <a:pt x="426" y="99"/>
                </a:lnTo>
                <a:lnTo>
                  <a:pt x="427" y="99"/>
                </a:lnTo>
                <a:lnTo>
                  <a:pt x="428" y="98"/>
                </a:lnTo>
                <a:lnTo>
                  <a:pt x="429" y="98"/>
                </a:lnTo>
                <a:lnTo>
                  <a:pt x="430" y="98"/>
                </a:lnTo>
                <a:lnTo>
                  <a:pt x="431" y="98"/>
                </a:lnTo>
                <a:lnTo>
                  <a:pt x="432" y="98"/>
                </a:lnTo>
                <a:lnTo>
                  <a:pt x="433" y="97"/>
                </a:lnTo>
                <a:lnTo>
                  <a:pt x="434" y="97"/>
                </a:lnTo>
                <a:lnTo>
                  <a:pt x="435" y="97"/>
                </a:lnTo>
                <a:lnTo>
                  <a:pt x="436" y="96"/>
                </a:lnTo>
                <a:lnTo>
                  <a:pt x="437" y="96"/>
                </a:lnTo>
                <a:lnTo>
                  <a:pt x="438" y="95"/>
                </a:lnTo>
                <a:lnTo>
                  <a:pt x="440" y="95"/>
                </a:lnTo>
                <a:lnTo>
                  <a:pt x="442" y="94"/>
                </a:lnTo>
                <a:lnTo>
                  <a:pt x="443" y="94"/>
                </a:lnTo>
                <a:lnTo>
                  <a:pt x="444" y="94"/>
                </a:lnTo>
                <a:lnTo>
                  <a:pt x="444" y="93"/>
                </a:lnTo>
                <a:lnTo>
                  <a:pt x="446" y="93"/>
                </a:lnTo>
                <a:lnTo>
                  <a:pt x="447" y="94"/>
                </a:lnTo>
                <a:lnTo>
                  <a:pt x="448" y="94"/>
                </a:lnTo>
                <a:lnTo>
                  <a:pt x="449" y="93"/>
                </a:lnTo>
                <a:lnTo>
                  <a:pt x="450" y="92"/>
                </a:lnTo>
                <a:lnTo>
                  <a:pt x="451" y="91"/>
                </a:lnTo>
                <a:lnTo>
                  <a:pt x="452" y="91"/>
                </a:lnTo>
                <a:lnTo>
                  <a:pt x="452" y="90"/>
                </a:lnTo>
                <a:lnTo>
                  <a:pt x="453" y="90"/>
                </a:lnTo>
                <a:lnTo>
                  <a:pt x="454" y="90"/>
                </a:lnTo>
                <a:lnTo>
                  <a:pt x="454" y="89"/>
                </a:lnTo>
                <a:lnTo>
                  <a:pt x="454" y="88"/>
                </a:lnTo>
                <a:lnTo>
                  <a:pt x="454" y="87"/>
                </a:lnTo>
                <a:lnTo>
                  <a:pt x="456" y="85"/>
                </a:lnTo>
                <a:lnTo>
                  <a:pt x="457" y="84"/>
                </a:lnTo>
                <a:lnTo>
                  <a:pt x="457" y="83"/>
                </a:lnTo>
                <a:lnTo>
                  <a:pt x="458" y="83"/>
                </a:lnTo>
                <a:lnTo>
                  <a:pt x="459" y="82"/>
                </a:lnTo>
                <a:lnTo>
                  <a:pt x="460" y="81"/>
                </a:lnTo>
                <a:lnTo>
                  <a:pt x="461" y="79"/>
                </a:lnTo>
                <a:lnTo>
                  <a:pt x="462" y="78"/>
                </a:lnTo>
                <a:lnTo>
                  <a:pt x="462" y="77"/>
                </a:lnTo>
                <a:lnTo>
                  <a:pt x="463" y="77"/>
                </a:lnTo>
                <a:lnTo>
                  <a:pt x="464" y="77"/>
                </a:lnTo>
                <a:lnTo>
                  <a:pt x="464" y="76"/>
                </a:lnTo>
                <a:lnTo>
                  <a:pt x="466" y="75"/>
                </a:lnTo>
                <a:lnTo>
                  <a:pt x="467" y="74"/>
                </a:lnTo>
                <a:lnTo>
                  <a:pt x="467" y="73"/>
                </a:lnTo>
                <a:lnTo>
                  <a:pt x="468" y="72"/>
                </a:lnTo>
                <a:lnTo>
                  <a:pt x="468" y="71"/>
                </a:lnTo>
                <a:lnTo>
                  <a:pt x="468" y="70"/>
                </a:lnTo>
                <a:lnTo>
                  <a:pt x="468" y="69"/>
                </a:lnTo>
                <a:lnTo>
                  <a:pt x="469" y="69"/>
                </a:lnTo>
                <a:lnTo>
                  <a:pt x="471" y="67"/>
                </a:lnTo>
                <a:lnTo>
                  <a:pt x="473" y="66"/>
                </a:lnTo>
                <a:lnTo>
                  <a:pt x="476" y="64"/>
                </a:lnTo>
                <a:lnTo>
                  <a:pt x="476" y="63"/>
                </a:lnTo>
                <a:lnTo>
                  <a:pt x="477" y="63"/>
                </a:lnTo>
                <a:lnTo>
                  <a:pt x="479" y="63"/>
                </a:lnTo>
                <a:lnTo>
                  <a:pt x="480" y="62"/>
                </a:lnTo>
                <a:lnTo>
                  <a:pt x="481" y="61"/>
                </a:lnTo>
                <a:lnTo>
                  <a:pt x="481" y="60"/>
                </a:lnTo>
                <a:lnTo>
                  <a:pt x="481" y="59"/>
                </a:lnTo>
                <a:lnTo>
                  <a:pt x="482" y="59"/>
                </a:lnTo>
                <a:lnTo>
                  <a:pt x="482" y="58"/>
                </a:lnTo>
                <a:lnTo>
                  <a:pt x="483" y="58"/>
                </a:lnTo>
                <a:lnTo>
                  <a:pt x="483" y="57"/>
                </a:lnTo>
                <a:lnTo>
                  <a:pt x="484" y="55"/>
                </a:lnTo>
                <a:lnTo>
                  <a:pt x="484" y="53"/>
                </a:lnTo>
                <a:lnTo>
                  <a:pt x="484" y="52"/>
                </a:lnTo>
                <a:lnTo>
                  <a:pt x="485" y="52"/>
                </a:lnTo>
                <a:lnTo>
                  <a:pt x="486" y="53"/>
                </a:lnTo>
                <a:lnTo>
                  <a:pt x="487" y="54"/>
                </a:lnTo>
                <a:lnTo>
                  <a:pt x="487" y="55"/>
                </a:lnTo>
                <a:lnTo>
                  <a:pt x="488" y="55"/>
                </a:lnTo>
                <a:lnTo>
                  <a:pt x="489" y="55"/>
                </a:lnTo>
                <a:lnTo>
                  <a:pt x="489" y="56"/>
                </a:lnTo>
                <a:lnTo>
                  <a:pt x="490" y="56"/>
                </a:lnTo>
                <a:lnTo>
                  <a:pt x="491" y="58"/>
                </a:lnTo>
                <a:lnTo>
                  <a:pt x="491" y="59"/>
                </a:lnTo>
                <a:lnTo>
                  <a:pt x="492" y="59"/>
                </a:lnTo>
                <a:lnTo>
                  <a:pt x="492" y="60"/>
                </a:lnTo>
                <a:lnTo>
                  <a:pt x="493" y="60"/>
                </a:lnTo>
                <a:lnTo>
                  <a:pt x="494" y="62"/>
                </a:lnTo>
                <a:lnTo>
                  <a:pt x="495" y="63"/>
                </a:lnTo>
                <a:lnTo>
                  <a:pt x="496" y="63"/>
                </a:lnTo>
                <a:lnTo>
                  <a:pt x="496" y="64"/>
                </a:lnTo>
                <a:lnTo>
                  <a:pt x="496" y="65"/>
                </a:lnTo>
                <a:lnTo>
                  <a:pt x="497" y="65"/>
                </a:lnTo>
                <a:lnTo>
                  <a:pt x="498" y="65"/>
                </a:lnTo>
                <a:lnTo>
                  <a:pt x="498" y="64"/>
                </a:lnTo>
                <a:lnTo>
                  <a:pt x="501" y="62"/>
                </a:lnTo>
                <a:lnTo>
                  <a:pt x="501" y="61"/>
                </a:lnTo>
                <a:lnTo>
                  <a:pt x="502" y="61"/>
                </a:lnTo>
                <a:lnTo>
                  <a:pt x="502" y="60"/>
                </a:lnTo>
                <a:lnTo>
                  <a:pt x="501" y="60"/>
                </a:lnTo>
                <a:lnTo>
                  <a:pt x="501" y="59"/>
                </a:lnTo>
                <a:lnTo>
                  <a:pt x="502" y="58"/>
                </a:lnTo>
                <a:lnTo>
                  <a:pt x="504" y="56"/>
                </a:lnTo>
                <a:lnTo>
                  <a:pt x="505" y="56"/>
                </a:lnTo>
                <a:lnTo>
                  <a:pt x="507" y="54"/>
                </a:lnTo>
                <a:lnTo>
                  <a:pt x="507" y="53"/>
                </a:lnTo>
                <a:lnTo>
                  <a:pt x="507" y="52"/>
                </a:lnTo>
                <a:lnTo>
                  <a:pt x="508" y="50"/>
                </a:lnTo>
                <a:lnTo>
                  <a:pt x="509" y="49"/>
                </a:lnTo>
                <a:lnTo>
                  <a:pt x="510" y="49"/>
                </a:lnTo>
                <a:lnTo>
                  <a:pt x="511" y="49"/>
                </a:lnTo>
                <a:lnTo>
                  <a:pt x="511" y="48"/>
                </a:lnTo>
                <a:lnTo>
                  <a:pt x="512" y="48"/>
                </a:lnTo>
                <a:lnTo>
                  <a:pt x="515" y="48"/>
                </a:lnTo>
                <a:lnTo>
                  <a:pt x="516" y="48"/>
                </a:lnTo>
                <a:lnTo>
                  <a:pt x="517" y="49"/>
                </a:lnTo>
                <a:lnTo>
                  <a:pt x="517" y="48"/>
                </a:lnTo>
                <a:lnTo>
                  <a:pt x="517" y="49"/>
                </a:lnTo>
                <a:lnTo>
                  <a:pt x="518" y="49"/>
                </a:lnTo>
                <a:lnTo>
                  <a:pt x="519" y="48"/>
                </a:lnTo>
                <a:lnTo>
                  <a:pt x="520" y="47"/>
                </a:lnTo>
                <a:lnTo>
                  <a:pt x="521" y="47"/>
                </a:lnTo>
                <a:lnTo>
                  <a:pt x="523" y="46"/>
                </a:lnTo>
                <a:lnTo>
                  <a:pt x="527" y="43"/>
                </a:lnTo>
                <a:lnTo>
                  <a:pt x="528" y="40"/>
                </a:lnTo>
                <a:lnTo>
                  <a:pt x="527" y="40"/>
                </a:lnTo>
                <a:lnTo>
                  <a:pt x="526" y="40"/>
                </a:lnTo>
                <a:lnTo>
                  <a:pt x="526" y="39"/>
                </a:lnTo>
                <a:lnTo>
                  <a:pt x="526" y="38"/>
                </a:lnTo>
                <a:lnTo>
                  <a:pt x="526" y="36"/>
                </a:lnTo>
                <a:lnTo>
                  <a:pt x="526" y="35"/>
                </a:lnTo>
                <a:lnTo>
                  <a:pt x="525" y="35"/>
                </a:lnTo>
                <a:lnTo>
                  <a:pt x="524" y="34"/>
                </a:lnTo>
                <a:lnTo>
                  <a:pt x="523" y="34"/>
                </a:lnTo>
                <a:lnTo>
                  <a:pt x="523" y="33"/>
                </a:lnTo>
                <a:lnTo>
                  <a:pt x="522" y="31"/>
                </a:lnTo>
                <a:lnTo>
                  <a:pt x="521" y="31"/>
                </a:lnTo>
                <a:lnTo>
                  <a:pt x="520" y="30"/>
                </a:lnTo>
                <a:lnTo>
                  <a:pt x="520" y="29"/>
                </a:lnTo>
                <a:lnTo>
                  <a:pt x="521" y="27"/>
                </a:lnTo>
                <a:lnTo>
                  <a:pt x="521" y="26"/>
                </a:lnTo>
                <a:lnTo>
                  <a:pt x="522" y="25"/>
                </a:lnTo>
                <a:lnTo>
                  <a:pt x="523" y="24"/>
                </a:lnTo>
                <a:lnTo>
                  <a:pt x="523" y="23"/>
                </a:lnTo>
                <a:lnTo>
                  <a:pt x="524" y="23"/>
                </a:lnTo>
                <a:lnTo>
                  <a:pt x="523" y="22"/>
                </a:lnTo>
                <a:lnTo>
                  <a:pt x="523" y="19"/>
                </a:lnTo>
                <a:lnTo>
                  <a:pt x="523" y="18"/>
                </a:lnTo>
                <a:lnTo>
                  <a:pt x="523" y="17"/>
                </a:lnTo>
                <a:lnTo>
                  <a:pt x="523" y="15"/>
                </a:lnTo>
                <a:lnTo>
                  <a:pt x="523" y="13"/>
                </a:lnTo>
                <a:lnTo>
                  <a:pt x="523" y="12"/>
                </a:lnTo>
                <a:lnTo>
                  <a:pt x="522" y="11"/>
                </a:lnTo>
                <a:lnTo>
                  <a:pt x="521" y="10"/>
                </a:lnTo>
                <a:lnTo>
                  <a:pt x="521" y="7"/>
                </a:lnTo>
                <a:lnTo>
                  <a:pt x="521" y="6"/>
                </a:lnTo>
                <a:lnTo>
                  <a:pt x="522" y="5"/>
                </a:lnTo>
                <a:lnTo>
                  <a:pt x="523" y="5"/>
                </a:lnTo>
                <a:lnTo>
                  <a:pt x="523" y="4"/>
                </a:lnTo>
                <a:lnTo>
                  <a:pt x="524" y="4"/>
                </a:lnTo>
                <a:lnTo>
                  <a:pt x="524" y="3"/>
                </a:lnTo>
                <a:lnTo>
                  <a:pt x="525" y="3"/>
                </a:lnTo>
                <a:lnTo>
                  <a:pt x="526" y="2"/>
                </a:lnTo>
                <a:lnTo>
                  <a:pt x="527" y="2"/>
                </a:lnTo>
                <a:lnTo>
                  <a:pt x="528" y="3"/>
                </a:lnTo>
                <a:lnTo>
                  <a:pt x="529" y="3"/>
                </a:lnTo>
                <a:lnTo>
                  <a:pt x="531" y="1"/>
                </a:lnTo>
                <a:lnTo>
                  <a:pt x="532" y="0"/>
                </a:lnTo>
                <a:lnTo>
                  <a:pt x="532" y="1"/>
                </a:lnTo>
                <a:lnTo>
                  <a:pt x="532" y="2"/>
                </a:lnTo>
                <a:lnTo>
                  <a:pt x="53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" name=""/>
          <p:cNvSpPr/>
          <p:nvPr/>
        </p:nvSpPr>
        <p:spPr>
          <a:xfrm>
            <a:off x="3844080" y="285480"/>
            <a:ext cx="1409760" cy="1235160"/>
          </a:xfrm>
          <a:custGeom>
            <a:avLst/>
            <a:gdLst/>
            <a:ahLst/>
            <a:rect l="0" t="0" r="r" b="b"/>
            <a:pathLst>
              <a:path w="3916" h="3431">
                <a:moveTo>
                  <a:pt x="3248" y="1"/>
                </a:moveTo>
                <a:lnTo>
                  <a:pt x="3249" y="2"/>
                </a:lnTo>
                <a:lnTo>
                  <a:pt x="3249" y="3"/>
                </a:lnTo>
                <a:lnTo>
                  <a:pt x="3250" y="3"/>
                </a:lnTo>
                <a:lnTo>
                  <a:pt x="3251" y="2"/>
                </a:lnTo>
                <a:lnTo>
                  <a:pt x="3252" y="2"/>
                </a:lnTo>
                <a:lnTo>
                  <a:pt x="3252" y="3"/>
                </a:lnTo>
                <a:lnTo>
                  <a:pt x="3253" y="4"/>
                </a:lnTo>
                <a:lnTo>
                  <a:pt x="3254" y="5"/>
                </a:lnTo>
                <a:lnTo>
                  <a:pt x="3255" y="5"/>
                </a:lnTo>
                <a:lnTo>
                  <a:pt x="3255" y="6"/>
                </a:lnTo>
                <a:lnTo>
                  <a:pt x="3255" y="7"/>
                </a:lnTo>
                <a:lnTo>
                  <a:pt x="3256" y="7"/>
                </a:lnTo>
                <a:lnTo>
                  <a:pt x="3256" y="6"/>
                </a:lnTo>
                <a:lnTo>
                  <a:pt x="3257" y="6"/>
                </a:lnTo>
                <a:lnTo>
                  <a:pt x="3258" y="6"/>
                </a:lnTo>
                <a:lnTo>
                  <a:pt x="3258" y="5"/>
                </a:lnTo>
                <a:lnTo>
                  <a:pt x="3258" y="6"/>
                </a:lnTo>
                <a:lnTo>
                  <a:pt x="3260" y="7"/>
                </a:lnTo>
                <a:lnTo>
                  <a:pt x="3260" y="8"/>
                </a:lnTo>
                <a:lnTo>
                  <a:pt x="3261" y="8"/>
                </a:lnTo>
                <a:lnTo>
                  <a:pt x="3261" y="9"/>
                </a:lnTo>
                <a:lnTo>
                  <a:pt x="3262" y="9"/>
                </a:lnTo>
                <a:lnTo>
                  <a:pt x="3262" y="10"/>
                </a:lnTo>
                <a:lnTo>
                  <a:pt x="3262" y="11"/>
                </a:lnTo>
                <a:lnTo>
                  <a:pt x="3263" y="11"/>
                </a:lnTo>
                <a:lnTo>
                  <a:pt x="3264" y="12"/>
                </a:lnTo>
                <a:lnTo>
                  <a:pt x="3265" y="12"/>
                </a:lnTo>
                <a:lnTo>
                  <a:pt x="3267" y="12"/>
                </a:lnTo>
                <a:lnTo>
                  <a:pt x="3268" y="11"/>
                </a:lnTo>
                <a:lnTo>
                  <a:pt x="3269" y="11"/>
                </a:lnTo>
                <a:lnTo>
                  <a:pt x="3269" y="12"/>
                </a:lnTo>
                <a:lnTo>
                  <a:pt x="3270" y="13"/>
                </a:lnTo>
                <a:lnTo>
                  <a:pt x="3271" y="13"/>
                </a:lnTo>
                <a:lnTo>
                  <a:pt x="3272" y="13"/>
                </a:lnTo>
                <a:lnTo>
                  <a:pt x="3272" y="14"/>
                </a:lnTo>
                <a:lnTo>
                  <a:pt x="3273" y="14"/>
                </a:lnTo>
                <a:lnTo>
                  <a:pt x="3273" y="15"/>
                </a:lnTo>
                <a:lnTo>
                  <a:pt x="3274" y="17"/>
                </a:lnTo>
                <a:lnTo>
                  <a:pt x="3273" y="18"/>
                </a:lnTo>
                <a:lnTo>
                  <a:pt x="3273" y="19"/>
                </a:lnTo>
                <a:lnTo>
                  <a:pt x="3273" y="21"/>
                </a:lnTo>
                <a:lnTo>
                  <a:pt x="3274" y="22"/>
                </a:lnTo>
                <a:lnTo>
                  <a:pt x="3273" y="23"/>
                </a:lnTo>
                <a:lnTo>
                  <a:pt x="3273" y="24"/>
                </a:lnTo>
                <a:lnTo>
                  <a:pt x="3272" y="24"/>
                </a:lnTo>
                <a:lnTo>
                  <a:pt x="3271" y="24"/>
                </a:lnTo>
                <a:lnTo>
                  <a:pt x="3271" y="25"/>
                </a:lnTo>
                <a:lnTo>
                  <a:pt x="3272" y="27"/>
                </a:lnTo>
                <a:lnTo>
                  <a:pt x="3273" y="27"/>
                </a:lnTo>
                <a:lnTo>
                  <a:pt x="3273" y="28"/>
                </a:lnTo>
                <a:lnTo>
                  <a:pt x="3274" y="28"/>
                </a:lnTo>
                <a:lnTo>
                  <a:pt x="3275" y="29"/>
                </a:lnTo>
                <a:lnTo>
                  <a:pt x="3277" y="29"/>
                </a:lnTo>
                <a:lnTo>
                  <a:pt x="3277" y="30"/>
                </a:lnTo>
                <a:lnTo>
                  <a:pt x="3278" y="30"/>
                </a:lnTo>
                <a:lnTo>
                  <a:pt x="3279" y="30"/>
                </a:lnTo>
                <a:lnTo>
                  <a:pt x="3280" y="31"/>
                </a:lnTo>
                <a:lnTo>
                  <a:pt x="3281" y="31"/>
                </a:lnTo>
                <a:lnTo>
                  <a:pt x="3281" y="32"/>
                </a:lnTo>
                <a:lnTo>
                  <a:pt x="3283" y="32"/>
                </a:lnTo>
                <a:lnTo>
                  <a:pt x="3284" y="31"/>
                </a:lnTo>
                <a:lnTo>
                  <a:pt x="3285" y="31"/>
                </a:lnTo>
                <a:lnTo>
                  <a:pt x="3287" y="32"/>
                </a:lnTo>
                <a:lnTo>
                  <a:pt x="3287" y="33"/>
                </a:lnTo>
                <a:lnTo>
                  <a:pt x="3288" y="34"/>
                </a:lnTo>
                <a:lnTo>
                  <a:pt x="3288" y="35"/>
                </a:lnTo>
                <a:lnTo>
                  <a:pt x="3289" y="36"/>
                </a:lnTo>
                <a:lnTo>
                  <a:pt x="3290" y="36"/>
                </a:lnTo>
                <a:lnTo>
                  <a:pt x="3290" y="37"/>
                </a:lnTo>
                <a:lnTo>
                  <a:pt x="3290" y="38"/>
                </a:lnTo>
                <a:lnTo>
                  <a:pt x="3291" y="39"/>
                </a:lnTo>
                <a:lnTo>
                  <a:pt x="3290" y="40"/>
                </a:lnTo>
                <a:lnTo>
                  <a:pt x="3290" y="41"/>
                </a:lnTo>
                <a:lnTo>
                  <a:pt x="3290" y="42"/>
                </a:lnTo>
                <a:lnTo>
                  <a:pt x="3291" y="42"/>
                </a:lnTo>
                <a:lnTo>
                  <a:pt x="3292" y="43"/>
                </a:lnTo>
                <a:lnTo>
                  <a:pt x="3293" y="44"/>
                </a:lnTo>
                <a:lnTo>
                  <a:pt x="3294" y="44"/>
                </a:lnTo>
                <a:lnTo>
                  <a:pt x="3295" y="45"/>
                </a:lnTo>
                <a:lnTo>
                  <a:pt x="3296" y="45"/>
                </a:lnTo>
                <a:lnTo>
                  <a:pt x="3297" y="46"/>
                </a:lnTo>
                <a:lnTo>
                  <a:pt x="3296" y="46"/>
                </a:lnTo>
                <a:lnTo>
                  <a:pt x="3296" y="48"/>
                </a:lnTo>
                <a:lnTo>
                  <a:pt x="3295" y="48"/>
                </a:lnTo>
                <a:lnTo>
                  <a:pt x="3295" y="49"/>
                </a:lnTo>
                <a:lnTo>
                  <a:pt x="3294" y="50"/>
                </a:lnTo>
                <a:lnTo>
                  <a:pt x="3295" y="51"/>
                </a:lnTo>
                <a:lnTo>
                  <a:pt x="3294" y="51"/>
                </a:lnTo>
                <a:lnTo>
                  <a:pt x="3294" y="52"/>
                </a:lnTo>
                <a:lnTo>
                  <a:pt x="3294" y="53"/>
                </a:lnTo>
                <a:lnTo>
                  <a:pt x="3294" y="54"/>
                </a:lnTo>
                <a:lnTo>
                  <a:pt x="3294" y="55"/>
                </a:lnTo>
                <a:lnTo>
                  <a:pt x="3293" y="56"/>
                </a:lnTo>
                <a:lnTo>
                  <a:pt x="3292" y="56"/>
                </a:lnTo>
                <a:lnTo>
                  <a:pt x="3292" y="57"/>
                </a:lnTo>
                <a:lnTo>
                  <a:pt x="3291" y="57"/>
                </a:lnTo>
                <a:lnTo>
                  <a:pt x="3291" y="58"/>
                </a:lnTo>
                <a:lnTo>
                  <a:pt x="3290" y="59"/>
                </a:lnTo>
                <a:lnTo>
                  <a:pt x="3289" y="59"/>
                </a:lnTo>
                <a:lnTo>
                  <a:pt x="3288" y="60"/>
                </a:lnTo>
                <a:lnTo>
                  <a:pt x="3287" y="60"/>
                </a:lnTo>
                <a:lnTo>
                  <a:pt x="3286" y="60"/>
                </a:lnTo>
                <a:lnTo>
                  <a:pt x="3286" y="61"/>
                </a:lnTo>
                <a:lnTo>
                  <a:pt x="3285" y="61"/>
                </a:lnTo>
                <a:lnTo>
                  <a:pt x="3285" y="62"/>
                </a:lnTo>
                <a:lnTo>
                  <a:pt x="3286" y="62"/>
                </a:lnTo>
                <a:lnTo>
                  <a:pt x="3286" y="63"/>
                </a:lnTo>
                <a:lnTo>
                  <a:pt x="3285" y="63"/>
                </a:lnTo>
                <a:lnTo>
                  <a:pt x="3285" y="64"/>
                </a:lnTo>
                <a:lnTo>
                  <a:pt x="3285" y="66"/>
                </a:lnTo>
                <a:lnTo>
                  <a:pt x="3285" y="67"/>
                </a:lnTo>
                <a:lnTo>
                  <a:pt x="3284" y="67"/>
                </a:lnTo>
                <a:lnTo>
                  <a:pt x="3284" y="68"/>
                </a:lnTo>
                <a:lnTo>
                  <a:pt x="3284" y="69"/>
                </a:lnTo>
                <a:lnTo>
                  <a:pt x="3284" y="70"/>
                </a:lnTo>
                <a:lnTo>
                  <a:pt x="3283" y="70"/>
                </a:lnTo>
                <a:lnTo>
                  <a:pt x="3283" y="71"/>
                </a:lnTo>
                <a:lnTo>
                  <a:pt x="3283" y="72"/>
                </a:lnTo>
                <a:lnTo>
                  <a:pt x="3283" y="73"/>
                </a:lnTo>
                <a:lnTo>
                  <a:pt x="3283" y="75"/>
                </a:lnTo>
                <a:lnTo>
                  <a:pt x="3283" y="76"/>
                </a:lnTo>
                <a:lnTo>
                  <a:pt x="3282" y="76"/>
                </a:lnTo>
                <a:lnTo>
                  <a:pt x="3282" y="77"/>
                </a:lnTo>
                <a:lnTo>
                  <a:pt x="3282" y="78"/>
                </a:lnTo>
                <a:lnTo>
                  <a:pt x="3282" y="79"/>
                </a:lnTo>
                <a:lnTo>
                  <a:pt x="3281" y="80"/>
                </a:lnTo>
                <a:lnTo>
                  <a:pt x="3280" y="80"/>
                </a:lnTo>
                <a:lnTo>
                  <a:pt x="3279" y="81"/>
                </a:lnTo>
                <a:lnTo>
                  <a:pt x="3279" y="82"/>
                </a:lnTo>
                <a:lnTo>
                  <a:pt x="3279" y="83"/>
                </a:lnTo>
                <a:lnTo>
                  <a:pt x="3278" y="83"/>
                </a:lnTo>
                <a:lnTo>
                  <a:pt x="3277" y="83"/>
                </a:lnTo>
                <a:lnTo>
                  <a:pt x="3276" y="84"/>
                </a:lnTo>
                <a:lnTo>
                  <a:pt x="3276" y="85"/>
                </a:lnTo>
                <a:lnTo>
                  <a:pt x="3277" y="85"/>
                </a:lnTo>
                <a:lnTo>
                  <a:pt x="3276" y="85"/>
                </a:lnTo>
                <a:lnTo>
                  <a:pt x="3276" y="87"/>
                </a:lnTo>
                <a:lnTo>
                  <a:pt x="3276" y="88"/>
                </a:lnTo>
                <a:lnTo>
                  <a:pt x="3277" y="89"/>
                </a:lnTo>
                <a:lnTo>
                  <a:pt x="3278" y="89"/>
                </a:lnTo>
                <a:lnTo>
                  <a:pt x="3278" y="90"/>
                </a:lnTo>
                <a:lnTo>
                  <a:pt x="3279" y="91"/>
                </a:lnTo>
                <a:lnTo>
                  <a:pt x="3278" y="92"/>
                </a:lnTo>
                <a:lnTo>
                  <a:pt x="3277" y="93"/>
                </a:lnTo>
                <a:lnTo>
                  <a:pt x="3277" y="94"/>
                </a:lnTo>
                <a:lnTo>
                  <a:pt x="3276" y="95"/>
                </a:lnTo>
                <a:lnTo>
                  <a:pt x="3276" y="96"/>
                </a:lnTo>
                <a:lnTo>
                  <a:pt x="3276" y="97"/>
                </a:lnTo>
                <a:lnTo>
                  <a:pt x="3275" y="98"/>
                </a:lnTo>
                <a:lnTo>
                  <a:pt x="3274" y="99"/>
                </a:lnTo>
                <a:lnTo>
                  <a:pt x="3273" y="100"/>
                </a:lnTo>
                <a:lnTo>
                  <a:pt x="3272" y="101"/>
                </a:lnTo>
                <a:lnTo>
                  <a:pt x="3270" y="103"/>
                </a:lnTo>
                <a:lnTo>
                  <a:pt x="3269" y="103"/>
                </a:lnTo>
                <a:lnTo>
                  <a:pt x="3269" y="104"/>
                </a:lnTo>
                <a:lnTo>
                  <a:pt x="3269" y="105"/>
                </a:lnTo>
                <a:lnTo>
                  <a:pt x="3268" y="107"/>
                </a:lnTo>
                <a:lnTo>
                  <a:pt x="3267" y="108"/>
                </a:lnTo>
                <a:lnTo>
                  <a:pt x="3267" y="109"/>
                </a:lnTo>
                <a:lnTo>
                  <a:pt x="3266" y="109"/>
                </a:lnTo>
                <a:lnTo>
                  <a:pt x="3265" y="109"/>
                </a:lnTo>
                <a:lnTo>
                  <a:pt x="3263" y="110"/>
                </a:lnTo>
                <a:lnTo>
                  <a:pt x="3263" y="111"/>
                </a:lnTo>
                <a:lnTo>
                  <a:pt x="3263" y="112"/>
                </a:lnTo>
                <a:lnTo>
                  <a:pt x="3262" y="112"/>
                </a:lnTo>
                <a:lnTo>
                  <a:pt x="3262" y="113"/>
                </a:lnTo>
                <a:lnTo>
                  <a:pt x="3262" y="114"/>
                </a:lnTo>
                <a:lnTo>
                  <a:pt x="3262" y="115"/>
                </a:lnTo>
                <a:lnTo>
                  <a:pt x="3261" y="116"/>
                </a:lnTo>
                <a:lnTo>
                  <a:pt x="3261" y="117"/>
                </a:lnTo>
                <a:lnTo>
                  <a:pt x="3261" y="118"/>
                </a:lnTo>
                <a:lnTo>
                  <a:pt x="3261" y="119"/>
                </a:lnTo>
                <a:lnTo>
                  <a:pt x="3260" y="119"/>
                </a:lnTo>
                <a:lnTo>
                  <a:pt x="3260" y="120"/>
                </a:lnTo>
                <a:lnTo>
                  <a:pt x="3259" y="120"/>
                </a:lnTo>
                <a:lnTo>
                  <a:pt x="3259" y="121"/>
                </a:lnTo>
                <a:lnTo>
                  <a:pt x="3258" y="122"/>
                </a:lnTo>
                <a:lnTo>
                  <a:pt x="3257" y="124"/>
                </a:lnTo>
                <a:lnTo>
                  <a:pt x="3256" y="125"/>
                </a:lnTo>
                <a:lnTo>
                  <a:pt x="3256" y="126"/>
                </a:lnTo>
                <a:lnTo>
                  <a:pt x="3255" y="126"/>
                </a:lnTo>
                <a:lnTo>
                  <a:pt x="3254" y="126"/>
                </a:lnTo>
                <a:lnTo>
                  <a:pt x="3254" y="127"/>
                </a:lnTo>
                <a:lnTo>
                  <a:pt x="3254" y="128"/>
                </a:lnTo>
                <a:lnTo>
                  <a:pt x="3254" y="129"/>
                </a:lnTo>
                <a:lnTo>
                  <a:pt x="3253" y="129"/>
                </a:lnTo>
                <a:lnTo>
                  <a:pt x="3252" y="130"/>
                </a:lnTo>
                <a:lnTo>
                  <a:pt x="3251" y="130"/>
                </a:lnTo>
                <a:lnTo>
                  <a:pt x="3250" y="130"/>
                </a:lnTo>
                <a:lnTo>
                  <a:pt x="3249" y="130"/>
                </a:lnTo>
                <a:lnTo>
                  <a:pt x="3249" y="131"/>
                </a:lnTo>
                <a:lnTo>
                  <a:pt x="3248" y="131"/>
                </a:lnTo>
                <a:lnTo>
                  <a:pt x="3247" y="132"/>
                </a:lnTo>
                <a:lnTo>
                  <a:pt x="3246" y="132"/>
                </a:lnTo>
                <a:lnTo>
                  <a:pt x="3245" y="132"/>
                </a:lnTo>
                <a:lnTo>
                  <a:pt x="3245" y="133"/>
                </a:lnTo>
                <a:lnTo>
                  <a:pt x="3245" y="134"/>
                </a:lnTo>
                <a:lnTo>
                  <a:pt x="3245" y="135"/>
                </a:lnTo>
                <a:lnTo>
                  <a:pt x="3244" y="135"/>
                </a:lnTo>
                <a:lnTo>
                  <a:pt x="3243" y="135"/>
                </a:lnTo>
                <a:lnTo>
                  <a:pt x="3243" y="136"/>
                </a:lnTo>
                <a:lnTo>
                  <a:pt x="3243" y="137"/>
                </a:lnTo>
                <a:lnTo>
                  <a:pt x="3244" y="137"/>
                </a:lnTo>
                <a:lnTo>
                  <a:pt x="3244" y="138"/>
                </a:lnTo>
                <a:lnTo>
                  <a:pt x="3243" y="138"/>
                </a:lnTo>
                <a:lnTo>
                  <a:pt x="3242" y="139"/>
                </a:lnTo>
                <a:lnTo>
                  <a:pt x="3242" y="140"/>
                </a:lnTo>
                <a:lnTo>
                  <a:pt x="3241" y="141"/>
                </a:lnTo>
                <a:lnTo>
                  <a:pt x="3240" y="141"/>
                </a:lnTo>
                <a:lnTo>
                  <a:pt x="3239" y="142"/>
                </a:lnTo>
                <a:lnTo>
                  <a:pt x="3238" y="143"/>
                </a:lnTo>
                <a:lnTo>
                  <a:pt x="3238" y="144"/>
                </a:lnTo>
                <a:lnTo>
                  <a:pt x="3238" y="145"/>
                </a:lnTo>
                <a:lnTo>
                  <a:pt x="3237" y="145"/>
                </a:lnTo>
                <a:lnTo>
                  <a:pt x="3237" y="146"/>
                </a:lnTo>
                <a:lnTo>
                  <a:pt x="3236" y="146"/>
                </a:lnTo>
                <a:lnTo>
                  <a:pt x="3235" y="146"/>
                </a:lnTo>
                <a:lnTo>
                  <a:pt x="3235" y="147"/>
                </a:lnTo>
                <a:lnTo>
                  <a:pt x="3234" y="147"/>
                </a:lnTo>
                <a:lnTo>
                  <a:pt x="3234" y="148"/>
                </a:lnTo>
                <a:lnTo>
                  <a:pt x="3233" y="150"/>
                </a:lnTo>
                <a:lnTo>
                  <a:pt x="3232" y="150"/>
                </a:lnTo>
                <a:lnTo>
                  <a:pt x="3233" y="151"/>
                </a:lnTo>
                <a:lnTo>
                  <a:pt x="3234" y="152"/>
                </a:lnTo>
                <a:lnTo>
                  <a:pt x="3236" y="153"/>
                </a:lnTo>
                <a:lnTo>
                  <a:pt x="3238" y="154"/>
                </a:lnTo>
                <a:lnTo>
                  <a:pt x="3239" y="153"/>
                </a:lnTo>
                <a:lnTo>
                  <a:pt x="3240" y="152"/>
                </a:lnTo>
                <a:lnTo>
                  <a:pt x="3242" y="152"/>
                </a:lnTo>
                <a:lnTo>
                  <a:pt x="3243" y="152"/>
                </a:lnTo>
                <a:lnTo>
                  <a:pt x="3243" y="151"/>
                </a:lnTo>
                <a:lnTo>
                  <a:pt x="3243" y="150"/>
                </a:lnTo>
                <a:lnTo>
                  <a:pt x="3244" y="150"/>
                </a:lnTo>
                <a:lnTo>
                  <a:pt x="3246" y="151"/>
                </a:lnTo>
                <a:lnTo>
                  <a:pt x="3247" y="152"/>
                </a:lnTo>
                <a:lnTo>
                  <a:pt x="3248" y="152"/>
                </a:lnTo>
                <a:lnTo>
                  <a:pt x="3249" y="152"/>
                </a:lnTo>
                <a:lnTo>
                  <a:pt x="3250" y="152"/>
                </a:lnTo>
                <a:lnTo>
                  <a:pt x="3250" y="153"/>
                </a:lnTo>
                <a:lnTo>
                  <a:pt x="3251" y="153"/>
                </a:lnTo>
                <a:lnTo>
                  <a:pt x="3251" y="156"/>
                </a:lnTo>
                <a:lnTo>
                  <a:pt x="3252" y="156"/>
                </a:lnTo>
                <a:lnTo>
                  <a:pt x="3253" y="156"/>
                </a:lnTo>
                <a:lnTo>
                  <a:pt x="3253" y="157"/>
                </a:lnTo>
                <a:lnTo>
                  <a:pt x="3254" y="157"/>
                </a:lnTo>
                <a:lnTo>
                  <a:pt x="3254" y="158"/>
                </a:lnTo>
                <a:lnTo>
                  <a:pt x="3255" y="158"/>
                </a:lnTo>
                <a:lnTo>
                  <a:pt x="3255" y="159"/>
                </a:lnTo>
                <a:lnTo>
                  <a:pt x="3256" y="160"/>
                </a:lnTo>
                <a:lnTo>
                  <a:pt x="3257" y="160"/>
                </a:lnTo>
                <a:lnTo>
                  <a:pt x="3257" y="159"/>
                </a:lnTo>
                <a:lnTo>
                  <a:pt x="3258" y="159"/>
                </a:lnTo>
                <a:lnTo>
                  <a:pt x="3259" y="159"/>
                </a:lnTo>
                <a:lnTo>
                  <a:pt x="3259" y="160"/>
                </a:lnTo>
                <a:lnTo>
                  <a:pt x="3260" y="160"/>
                </a:lnTo>
                <a:lnTo>
                  <a:pt x="3261" y="160"/>
                </a:lnTo>
                <a:lnTo>
                  <a:pt x="3262" y="160"/>
                </a:lnTo>
                <a:lnTo>
                  <a:pt x="3263" y="160"/>
                </a:lnTo>
                <a:lnTo>
                  <a:pt x="3263" y="161"/>
                </a:lnTo>
                <a:lnTo>
                  <a:pt x="3263" y="162"/>
                </a:lnTo>
                <a:lnTo>
                  <a:pt x="3263" y="163"/>
                </a:lnTo>
                <a:lnTo>
                  <a:pt x="3264" y="164"/>
                </a:lnTo>
                <a:lnTo>
                  <a:pt x="3265" y="165"/>
                </a:lnTo>
                <a:lnTo>
                  <a:pt x="3266" y="165"/>
                </a:lnTo>
                <a:lnTo>
                  <a:pt x="3267" y="165"/>
                </a:lnTo>
                <a:lnTo>
                  <a:pt x="3268" y="165"/>
                </a:lnTo>
                <a:lnTo>
                  <a:pt x="3269" y="166"/>
                </a:lnTo>
                <a:lnTo>
                  <a:pt x="3270" y="166"/>
                </a:lnTo>
                <a:lnTo>
                  <a:pt x="3271" y="166"/>
                </a:lnTo>
                <a:lnTo>
                  <a:pt x="3272" y="167"/>
                </a:lnTo>
                <a:lnTo>
                  <a:pt x="3273" y="166"/>
                </a:lnTo>
                <a:lnTo>
                  <a:pt x="3274" y="166"/>
                </a:lnTo>
                <a:lnTo>
                  <a:pt x="3275" y="166"/>
                </a:lnTo>
                <a:lnTo>
                  <a:pt x="3275" y="167"/>
                </a:lnTo>
                <a:lnTo>
                  <a:pt x="3276" y="167"/>
                </a:lnTo>
                <a:lnTo>
                  <a:pt x="3277" y="168"/>
                </a:lnTo>
                <a:lnTo>
                  <a:pt x="3277" y="169"/>
                </a:lnTo>
                <a:lnTo>
                  <a:pt x="3278" y="170"/>
                </a:lnTo>
                <a:lnTo>
                  <a:pt x="3279" y="170"/>
                </a:lnTo>
                <a:lnTo>
                  <a:pt x="3280" y="171"/>
                </a:lnTo>
                <a:lnTo>
                  <a:pt x="3281" y="171"/>
                </a:lnTo>
                <a:lnTo>
                  <a:pt x="3282" y="170"/>
                </a:lnTo>
                <a:lnTo>
                  <a:pt x="3282" y="169"/>
                </a:lnTo>
                <a:lnTo>
                  <a:pt x="3283" y="169"/>
                </a:lnTo>
                <a:lnTo>
                  <a:pt x="3284" y="169"/>
                </a:lnTo>
                <a:lnTo>
                  <a:pt x="3285" y="170"/>
                </a:lnTo>
                <a:lnTo>
                  <a:pt x="3286" y="170"/>
                </a:lnTo>
                <a:lnTo>
                  <a:pt x="3287" y="170"/>
                </a:lnTo>
                <a:lnTo>
                  <a:pt x="3287" y="171"/>
                </a:lnTo>
                <a:lnTo>
                  <a:pt x="3288" y="172"/>
                </a:lnTo>
                <a:lnTo>
                  <a:pt x="3290" y="172"/>
                </a:lnTo>
                <a:lnTo>
                  <a:pt x="3291" y="172"/>
                </a:lnTo>
                <a:lnTo>
                  <a:pt x="3292" y="172"/>
                </a:lnTo>
                <a:lnTo>
                  <a:pt x="3292" y="171"/>
                </a:lnTo>
                <a:lnTo>
                  <a:pt x="3293" y="171"/>
                </a:lnTo>
                <a:lnTo>
                  <a:pt x="3295" y="170"/>
                </a:lnTo>
                <a:lnTo>
                  <a:pt x="3296" y="171"/>
                </a:lnTo>
                <a:lnTo>
                  <a:pt x="3296" y="172"/>
                </a:lnTo>
                <a:lnTo>
                  <a:pt x="3297" y="173"/>
                </a:lnTo>
                <a:lnTo>
                  <a:pt x="3298" y="173"/>
                </a:lnTo>
                <a:lnTo>
                  <a:pt x="3299" y="173"/>
                </a:lnTo>
                <a:lnTo>
                  <a:pt x="3301" y="175"/>
                </a:lnTo>
                <a:lnTo>
                  <a:pt x="3300" y="175"/>
                </a:lnTo>
                <a:lnTo>
                  <a:pt x="3300" y="176"/>
                </a:lnTo>
                <a:lnTo>
                  <a:pt x="3300" y="177"/>
                </a:lnTo>
                <a:lnTo>
                  <a:pt x="3300" y="179"/>
                </a:lnTo>
                <a:lnTo>
                  <a:pt x="3299" y="180"/>
                </a:lnTo>
                <a:lnTo>
                  <a:pt x="3299" y="181"/>
                </a:lnTo>
                <a:lnTo>
                  <a:pt x="3300" y="181"/>
                </a:lnTo>
                <a:lnTo>
                  <a:pt x="3301" y="181"/>
                </a:lnTo>
                <a:lnTo>
                  <a:pt x="3301" y="182"/>
                </a:lnTo>
                <a:lnTo>
                  <a:pt x="3302" y="183"/>
                </a:lnTo>
                <a:lnTo>
                  <a:pt x="3303" y="183"/>
                </a:lnTo>
                <a:lnTo>
                  <a:pt x="3304" y="183"/>
                </a:lnTo>
                <a:lnTo>
                  <a:pt x="3304" y="184"/>
                </a:lnTo>
                <a:lnTo>
                  <a:pt x="3305" y="185"/>
                </a:lnTo>
                <a:lnTo>
                  <a:pt x="3305" y="186"/>
                </a:lnTo>
                <a:lnTo>
                  <a:pt x="3306" y="187"/>
                </a:lnTo>
                <a:lnTo>
                  <a:pt x="3307" y="188"/>
                </a:lnTo>
                <a:lnTo>
                  <a:pt x="3308" y="190"/>
                </a:lnTo>
                <a:lnTo>
                  <a:pt x="3308" y="191"/>
                </a:lnTo>
                <a:lnTo>
                  <a:pt x="3308" y="192"/>
                </a:lnTo>
                <a:lnTo>
                  <a:pt x="3309" y="194"/>
                </a:lnTo>
                <a:lnTo>
                  <a:pt x="3311" y="194"/>
                </a:lnTo>
                <a:lnTo>
                  <a:pt x="3311" y="195"/>
                </a:lnTo>
                <a:lnTo>
                  <a:pt x="3312" y="195"/>
                </a:lnTo>
                <a:lnTo>
                  <a:pt x="3312" y="194"/>
                </a:lnTo>
                <a:lnTo>
                  <a:pt x="3313" y="194"/>
                </a:lnTo>
                <a:lnTo>
                  <a:pt x="3313" y="195"/>
                </a:lnTo>
                <a:lnTo>
                  <a:pt x="3314" y="195"/>
                </a:lnTo>
                <a:lnTo>
                  <a:pt x="3315" y="195"/>
                </a:lnTo>
                <a:lnTo>
                  <a:pt x="3316" y="195"/>
                </a:lnTo>
                <a:lnTo>
                  <a:pt x="3317" y="195"/>
                </a:lnTo>
                <a:lnTo>
                  <a:pt x="3318" y="196"/>
                </a:lnTo>
                <a:lnTo>
                  <a:pt x="3319" y="196"/>
                </a:lnTo>
                <a:lnTo>
                  <a:pt x="3320" y="196"/>
                </a:lnTo>
                <a:lnTo>
                  <a:pt x="3321" y="197"/>
                </a:lnTo>
                <a:lnTo>
                  <a:pt x="3322" y="197"/>
                </a:lnTo>
                <a:lnTo>
                  <a:pt x="3323" y="197"/>
                </a:lnTo>
                <a:lnTo>
                  <a:pt x="3324" y="197"/>
                </a:lnTo>
                <a:lnTo>
                  <a:pt x="3325" y="198"/>
                </a:lnTo>
                <a:lnTo>
                  <a:pt x="3327" y="198"/>
                </a:lnTo>
                <a:lnTo>
                  <a:pt x="3328" y="197"/>
                </a:lnTo>
                <a:lnTo>
                  <a:pt x="3329" y="197"/>
                </a:lnTo>
                <a:lnTo>
                  <a:pt x="3329" y="196"/>
                </a:lnTo>
                <a:lnTo>
                  <a:pt x="3329" y="197"/>
                </a:lnTo>
                <a:lnTo>
                  <a:pt x="3330" y="197"/>
                </a:lnTo>
                <a:lnTo>
                  <a:pt x="3331" y="197"/>
                </a:lnTo>
                <a:lnTo>
                  <a:pt x="3332" y="197"/>
                </a:lnTo>
                <a:lnTo>
                  <a:pt x="3333" y="197"/>
                </a:lnTo>
                <a:lnTo>
                  <a:pt x="3334" y="197"/>
                </a:lnTo>
                <a:lnTo>
                  <a:pt x="3334" y="196"/>
                </a:lnTo>
                <a:lnTo>
                  <a:pt x="3335" y="196"/>
                </a:lnTo>
                <a:lnTo>
                  <a:pt x="3336" y="196"/>
                </a:lnTo>
                <a:lnTo>
                  <a:pt x="3337" y="196"/>
                </a:lnTo>
                <a:lnTo>
                  <a:pt x="3338" y="195"/>
                </a:lnTo>
                <a:lnTo>
                  <a:pt x="3338" y="194"/>
                </a:lnTo>
                <a:lnTo>
                  <a:pt x="3339" y="192"/>
                </a:lnTo>
                <a:lnTo>
                  <a:pt x="3339" y="190"/>
                </a:lnTo>
                <a:lnTo>
                  <a:pt x="3339" y="189"/>
                </a:lnTo>
                <a:lnTo>
                  <a:pt x="3338" y="189"/>
                </a:lnTo>
                <a:lnTo>
                  <a:pt x="3339" y="188"/>
                </a:lnTo>
                <a:lnTo>
                  <a:pt x="3340" y="187"/>
                </a:lnTo>
                <a:lnTo>
                  <a:pt x="3341" y="186"/>
                </a:lnTo>
                <a:lnTo>
                  <a:pt x="3342" y="186"/>
                </a:lnTo>
                <a:lnTo>
                  <a:pt x="3341" y="186"/>
                </a:lnTo>
                <a:lnTo>
                  <a:pt x="3341" y="185"/>
                </a:lnTo>
                <a:lnTo>
                  <a:pt x="3341" y="184"/>
                </a:lnTo>
                <a:lnTo>
                  <a:pt x="3341" y="183"/>
                </a:lnTo>
                <a:lnTo>
                  <a:pt x="3342" y="183"/>
                </a:lnTo>
                <a:lnTo>
                  <a:pt x="3342" y="182"/>
                </a:lnTo>
                <a:lnTo>
                  <a:pt x="3344" y="179"/>
                </a:lnTo>
                <a:lnTo>
                  <a:pt x="3344" y="178"/>
                </a:lnTo>
                <a:lnTo>
                  <a:pt x="3345" y="178"/>
                </a:lnTo>
                <a:lnTo>
                  <a:pt x="3346" y="178"/>
                </a:lnTo>
                <a:lnTo>
                  <a:pt x="3346" y="177"/>
                </a:lnTo>
                <a:lnTo>
                  <a:pt x="3346" y="175"/>
                </a:lnTo>
                <a:lnTo>
                  <a:pt x="3347" y="174"/>
                </a:lnTo>
                <a:lnTo>
                  <a:pt x="3347" y="173"/>
                </a:lnTo>
                <a:lnTo>
                  <a:pt x="3348" y="173"/>
                </a:lnTo>
                <a:lnTo>
                  <a:pt x="3348" y="172"/>
                </a:lnTo>
                <a:lnTo>
                  <a:pt x="3347" y="171"/>
                </a:lnTo>
                <a:lnTo>
                  <a:pt x="3346" y="169"/>
                </a:lnTo>
                <a:lnTo>
                  <a:pt x="3347" y="169"/>
                </a:lnTo>
                <a:lnTo>
                  <a:pt x="3347" y="168"/>
                </a:lnTo>
                <a:lnTo>
                  <a:pt x="3348" y="168"/>
                </a:lnTo>
                <a:lnTo>
                  <a:pt x="3349" y="168"/>
                </a:lnTo>
                <a:lnTo>
                  <a:pt x="3349" y="167"/>
                </a:lnTo>
                <a:lnTo>
                  <a:pt x="3350" y="166"/>
                </a:lnTo>
                <a:lnTo>
                  <a:pt x="3351" y="166"/>
                </a:lnTo>
                <a:lnTo>
                  <a:pt x="3352" y="166"/>
                </a:lnTo>
                <a:lnTo>
                  <a:pt x="3352" y="164"/>
                </a:lnTo>
                <a:lnTo>
                  <a:pt x="3351" y="164"/>
                </a:lnTo>
                <a:lnTo>
                  <a:pt x="3351" y="163"/>
                </a:lnTo>
                <a:lnTo>
                  <a:pt x="3351" y="161"/>
                </a:lnTo>
                <a:lnTo>
                  <a:pt x="3352" y="161"/>
                </a:lnTo>
                <a:lnTo>
                  <a:pt x="3353" y="161"/>
                </a:lnTo>
                <a:lnTo>
                  <a:pt x="3354" y="160"/>
                </a:lnTo>
                <a:lnTo>
                  <a:pt x="3354" y="159"/>
                </a:lnTo>
                <a:lnTo>
                  <a:pt x="3354" y="158"/>
                </a:lnTo>
                <a:lnTo>
                  <a:pt x="3354" y="157"/>
                </a:lnTo>
                <a:lnTo>
                  <a:pt x="3354" y="156"/>
                </a:lnTo>
                <a:lnTo>
                  <a:pt x="3355" y="155"/>
                </a:lnTo>
                <a:lnTo>
                  <a:pt x="3355" y="154"/>
                </a:lnTo>
                <a:lnTo>
                  <a:pt x="3356" y="154"/>
                </a:lnTo>
                <a:lnTo>
                  <a:pt x="3356" y="153"/>
                </a:lnTo>
                <a:lnTo>
                  <a:pt x="3356" y="152"/>
                </a:lnTo>
                <a:lnTo>
                  <a:pt x="3355" y="152"/>
                </a:lnTo>
                <a:lnTo>
                  <a:pt x="3355" y="151"/>
                </a:lnTo>
                <a:lnTo>
                  <a:pt x="3356" y="151"/>
                </a:lnTo>
                <a:lnTo>
                  <a:pt x="3356" y="150"/>
                </a:lnTo>
                <a:lnTo>
                  <a:pt x="3356" y="149"/>
                </a:lnTo>
                <a:lnTo>
                  <a:pt x="3356" y="148"/>
                </a:lnTo>
                <a:lnTo>
                  <a:pt x="3356" y="147"/>
                </a:lnTo>
                <a:lnTo>
                  <a:pt x="3357" y="146"/>
                </a:lnTo>
                <a:lnTo>
                  <a:pt x="3357" y="145"/>
                </a:lnTo>
                <a:lnTo>
                  <a:pt x="3358" y="145"/>
                </a:lnTo>
                <a:lnTo>
                  <a:pt x="3359" y="145"/>
                </a:lnTo>
                <a:lnTo>
                  <a:pt x="3359" y="146"/>
                </a:lnTo>
                <a:lnTo>
                  <a:pt x="3359" y="147"/>
                </a:lnTo>
                <a:lnTo>
                  <a:pt x="3360" y="148"/>
                </a:lnTo>
                <a:lnTo>
                  <a:pt x="3360" y="149"/>
                </a:lnTo>
                <a:lnTo>
                  <a:pt x="3360" y="150"/>
                </a:lnTo>
                <a:lnTo>
                  <a:pt x="3361" y="151"/>
                </a:lnTo>
                <a:lnTo>
                  <a:pt x="3362" y="151"/>
                </a:lnTo>
                <a:lnTo>
                  <a:pt x="3363" y="152"/>
                </a:lnTo>
                <a:lnTo>
                  <a:pt x="3364" y="152"/>
                </a:lnTo>
                <a:lnTo>
                  <a:pt x="3365" y="153"/>
                </a:lnTo>
                <a:lnTo>
                  <a:pt x="3366" y="154"/>
                </a:lnTo>
                <a:lnTo>
                  <a:pt x="3366" y="153"/>
                </a:lnTo>
                <a:lnTo>
                  <a:pt x="3367" y="153"/>
                </a:lnTo>
                <a:lnTo>
                  <a:pt x="3368" y="152"/>
                </a:lnTo>
                <a:lnTo>
                  <a:pt x="3368" y="153"/>
                </a:lnTo>
                <a:lnTo>
                  <a:pt x="3369" y="153"/>
                </a:lnTo>
                <a:lnTo>
                  <a:pt x="3370" y="153"/>
                </a:lnTo>
                <a:lnTo>
                  <a:pt x="3371" y="152"/>
                </a:lnTo>
                <a:lnTo>
                  <a:pt x="3372" y="152"/>
                </a:lnTo>
                <a:lnTo>
                  <a:pt x="3373" y="153"/>
                </a:lnTo>
                <a:lnTo>
                  <a:pt x="3374" y="152"/>
                </a:lnTo>
                <a:lnTo>
                  <a:pt x="3374" y="151"/>
                </a:lnTo>
                <a:lnTo>
                  <a:pt x="3375" y="151"/>
                </a:lnTo>
                <a:lnTo>
                  <a:pt x="3375" y="150"/>
                </a:lnTo>
                <a:lnTo>
                  <a:pt x="3377" y="150"/>
                </a:lnTo>
                <a:lnTo>
                  <a:pt x="3379" y="150"/>
                </a:lnTo>
                <a:lnTo>
                  <a:pt x="3379" y="151"/>
                </a:lnTo>
                <a:lnTo>
                  <a:pt x="3379" y="152"/>
                </a:lnTo>
                <a:lnTo>
                  <a:pt x="3380" y="152"/>
                </a:lnTo>
                <a:lnTo>
                  <a:pt x="3381" y="152"/>
                </a:lnTo>
                <a:lnTo>
                  <a:pt x="3381" y="153"/>
                </a:lnTo>
                <a:lnTo>
                  <a:pt x="3381" y="154"/>
                </a:lnTo>
                <a:lnTo>
                  <a:pt x="3381" y="155"/>
                </a:lnTo>
                <a:lnTo>
                  <a:pt x="3382" y="157"/>
                </a:lnTo>
                <a:lnTo>
                  <a:pt x="3383" y="158"/>
                </a:lnTo>
                <a:lnTo>
                  <a:pt x="3384" y="159"/>
                </a:lnTo>
                <a:lnTo>
                  <a:pt x="3385" y="159"/>
                </a:lnTo>
                <a:lnTo>
                  <a:pt x="3385" y="161"/>
                </a:lnTo>
                <a:lnTo>
                  <a:pt x="3385" y="162"/>
                </a:lnTo>
                <a:lnTo>
                  <a:pt x="3386" y="162"/>
                </a:lnTo>
                <a:lnTo>
                  <a:pt x="3386" y="161"/>
                </a:lnTo>
                <a:lnTo>
                  <a:pt x="3387" y="161"/>
                </a:lnTo>
                <a:lnTo>
                  <a:pt x="3388" y="161"/>
                </a:lnTo>
                <a:lnTo>
                  <a:pt x="3388" y="162"/>
                </a:lnTo>
                <a:lnTo>
                  <a:pt x="3389" y="162"/>
                </a:lnTo>
                <a:lnTo>
                  <a:pt x="3389" y="163"/>
                </a:lnTo>
                <a:lnTo>
                  <a:pt x="3389" y="164"/>
                </a:lnTo>
                <a:lnTo>
                  <a:pt x="3390" y="164"/>
                </a:lnTo>
                <a:lnTo>
                  <a:pt x="3391" y="164"/>
                </a:lnTo>
                <a:lnTo>
                  <a:pt x="3392" y="164"/>
                </a:lnTo>
                <a:lnTo>
                  <a:pt x="3393" y="164"/>
                </a:lnTo>
                <a:lnTo>
                  <a:pt x="3393" y="165"/>
                </a:lnTo>
                <a:lnTo>
                  <a:pt x="3394" y="167"/>
                </a:lnTo>
                <a:lnTo>
                  <a:pt x="3395" y="167"/>
                </a:lnTo>
                <a:lnTo>
                  <a:pt x="3395" y="166"/>
                </a:lnTo>
                <a:lnTo>
                  <a:pt x="3396" y="166"/>
                </a:lnTo>
                <a:lnTo>
                  <a:pt x="3397" y="166"/>
                </a:lnTo>
                <a:lnTo>
                  <a:pt x="3397" y="165"/>
                </a:lnTo>
                <a:lnTo>
                  <a:pt x="3397" y="164"/>
                </a:lnTo>
                <a:lnTo>
                  <a:pt x="3398" y="164"/>
                </a:lnTo>
                <a:lnTo>
                  <a:pt x="3398" y="163"/>
                </a:lnTo>
                <a:lnTo>
                  <a:pt x="3399" y="164"/>
                </a:lnTo>
                <a:lnTo>
                  <a:pt x="3399" y="165"/>
                </a:lnTo>
                <a:lnTo>
                  <a:pt x="3400" y="165"/>
                </a:lnTo>
                <a:lnTo>
                  <a:pt x="3400" y="166"/>
                </a:lnTo>
                <a:lnTo>
                  <a:pt x="3401" y="167"/>
                </a:lnTo>
                <a:lnTo>
                  <a:pt x="3401" y="168"/>
                </a:lnTo>
                <a:lnTo>
                  <a:pt x="3402" y="169"/>
                </a:lnTo>
                <a:lnTo>
                  <a:pt x="3403" y="169"/>
                </a:lnTo>
                <a:lnTo>
                  <a:pt x="3404" y="170"/>
                </a:lnTo>
                <a:lnTo>
                  <a:pt x="3405" y="171"/>
                </a:lnTo>
                <a:lnTo>
                  <a:pt x="3405" y="172"/>
                </a:lnTo>
                <a:lnTo>
                  <a:pt x="3404" y="172"/>
                </a:lnTo>
                <a:lnTo>
                  <a:pt x="3405" y="173"/>
                </a:lnTo>
                <a:lnTo>
                  <a:pt x="3405" y="174"/>
                </a:lnTo>
                <a:lnTo>
                  <a:pt x="3404" y="175"/>
                </a:lnTo>
                <a:lnTo>
                  <a:pt x="3404" y="176"/>
                </a:lnTo>
                <a:lnTo>
                  <a:pt x="3405" y="177"/>
                </a:lnTo>
                <a:lnTo>
                  <a:pt x="3405" y="179"/>
                </a:lnTo>
                <a:lnTo>
                  <a:pt x="3405" y="180"/>
                </a:lnTo>
                <a:lnTo>
                  <a:pt x="3405" y="181"/>
                </a:lnTo>
                <a:lnTo>
                  <a:pt x="3406" y="181"/>
                </a:lnTo>
                <a:lnTo>
                  <a:pt x="3407" y="181"/>
                </a:lnTo>
                <a:lnTo>
                  <a:pt x="3408" y="181"/>
                </a:lnTo>
                <a:lnTo>
                  <a:pt x="3409" y="182"/>
                </a:lnTo>
                <a:lnTo>
                  <a:pt x="3410" y="182"/>
                </a:lnTo>
                <a:lnTo>
                  <a:pt x="3411" y="182"/>
                </a:lnTo>
                <a:lnTo>
                  <a:pt x="3412" y="182"/>
                </a:lnTo>
                <a:lnTo>
                  <a:pt x="3413" y="182"/>
                </a:lnTo>
                <a:lnTo>
                  <a:pt x="3414" y="182"/>
                </a:lnTo>
                <a:lnTo>
                  <a:pt x="3415" y="182"/>
                </a:lnTo>
                <a:lnTo>
                  <a:pt x="3416" y="182"/>
                </a:lnTo>
                <a:lnTo>
                  <a:pt x="3417" y="182"/>
                </a:lnTo>
                <a:lnTo>
                  <a:pt x="3418" y="182"/>
                </a:lnTo>
                <a:lnTo>
                  <a:pt x="3419" y="183"/>
                </a:lnTo>
                <a:lnTo>
                  <a:pt x="3420" y="184"/>
                </a:lnTo>
                <a:lnTo>
                  <a:pt x="3421" y="184"/>
                </a:lnTo>
                <a:lnTo>
                  <a:pt x="3422" y="184"/>
                </a:lnTo>
                <a:lnTo>
                  <a:pt x="3423" y="184"/>
                </a:lnTo>
                <a:lnTo>
                  <a:pt x="3424" y="184"/>
                </a:lnTo>
                <a:lnTo>
                  <a:pt x="3425" y="183"/>
                </a:lnTo>
                <a:lnTo>
                  <a:pt x="3426" y="183"/>
                </a:lnTo>
                <a:lnTo>
                  <a:pt x="3427" y="182"/>
                </a:lnTo>
                <a:lnTo>
                  <a:pt x="3428" y="182"/>
                </a:lnTo>
                <a:lnTo>
                  <a:pt x="3429" y="182"/>
                </a:lnTo>
                <a:lnTo>
                  <a:pt x="3429" y="181"/>
                </a:lnTo>
                <a:lnTo>
                  <a:pt x="3429" y="180"/>
                </a:lnTo>
                <a:lnTo>
                  <a:pt x="3430" y="180"/>
                </a:lnTo>
                <a:lnTo>
                  <a:pt x="3431" y="181"/>
                </a:lnTo>
                <a:lnTo>
                  <a:pt x="3432" y="181"/>
                </a:lnTo>
                <a:lnTo>
                  <a:pt x="3433" y="181"/>
                </a:lnTo>
                <a:lnTo>
                  <a:pt x="3434" y="181"/>
                </a:lnTo>
                <a:lnTo>
                  <a:pt x="3435" y="181"/>
                </a:lnTo>
                <a:lnTo>
                  <a:pt x="3435" y="182"/>
                </a:lnTo>
                <a:lnTo>
                  <a:pt x="3435" y="183"/>
                </a:lnTo>
                <a:lnTo>
                  <a:pt x="3434" y="183"/>
                </a:lnTo>
                <a:lnTo>
                  <a:pt x="3435" y="184"/>
                </a:lnTo>
                <a:lnTo>
                  <a:pt x="3436" y="184"/>
                </a:lnTo>
                <a:lnTo>
                  <a:pt x="3437" y="184"/>
                </a:lnTo>
                <a:lnTo>
                  <a:pt x="3438" y="183"/>
                </a:lnTo>
                <a:lnTo>
                  <a:pt x="3439" y="183"/>
                </a:lnTo>
                <a:lnTo>
                  <a:pt x="3440" y="182"/>
                </a:lnTo>
                <a:lnTo>
                  <a:pt x="3441" y="182"/>
                </a:lnTo>
                <a:lnTo>
                  <a:pt x="3442" y="182"/>
                </a:lnTo>
                <a:lnTo>
                  <a:pt x="3443" y="181"/>
                </a:lnTo>
                <a:lnTo>
                  <a:pt x="3444" y="181"/>
                </a:lnTo>
                <a:lnTo>
                  <a:pt x="3444" y="182"/>
                </a:lnTo>
                <a:lnTo>
                  <a:pt x="3445" y="182"/>
                </a:lnTo>
                <a:lnTo>
                  <a:pt x="3446" y="182"/>
                </a:lnTo>
                <a:lnTo>
                  <a:pt x="3447" y="182"/>
                </a:lnTo>
                <a:lnTo>
                  <a:pt x="3447" y="183"/>
                </a:lnTo>
                <a:lnTo>
                  <a:pt x="3448" y="183"/>
                </a:lnTo>
                <a:lnTo>
                  <a:pt x="3447" y="184"/>
                </a:lnTo>
                <a:lnTo>
                  <a:pt x="3447" y="185"/>
                </a:lnTo>
                <a:lnTo>
                  <a:pt x="3447" y="186"/>
                </a:lnTo>
                <a:lnTo>
                  <a:pt x="3446" y="186"/>
                </a:lnTo>
                <a:lnTo>
                  <a:pt x="3445" y="187"/>
                </a:lnTo>
                <a:lnTo>
                  <a:pt x="3445" y="188"/>
                </a:lnTo>
                <a:lnTo>
                  <a:pt x="3445" y="189"/>
                </a:lnTo>
                <a:lnTo>
                  <a:pt x="3445" y="190"/>
                </a:lnTo>
                <a:lnTo>
                  <a:pt x="3446" y="191"/>
                </a:lnTo>
                <a:lnTo>
                  <a:pt x="3447" y="193"/>
                </a:lnTo>
                <a:lnTo>
                  <a:pt x="3447" y="195"/>
                </a:lnTo>
                <a:lnTo>
                  <a:pt x="3447" y="196"/>
                </a:lnTo>
                <a:lnTo>
                  <a:pt x="3448" y="197"/>
                </a:lnTo>
                <a:lnTo>
                  <a:pt x="3448" y="198"/>
                </a:lnTo>
                <a:lnTo>
                  <a:pt x="3447" y="198"/>
                </a:lnTo>
                <a:lnTo>
                  <a:pt x="3446" y="199"/>
                </a:lnTo>
                <a:lnTo>
                  <a:pt x="3445" y="200"/>
                </a:lnTo>
                <a:lnTo>
                  <a:pt x="3444" y="200"/>
                </a:lnTo>
                <a:lnTo>
                  <a:pt x="3444" y="201"/>
                </a:lnTo>
                <a:lnTo>
                  <a:pt x="3445" y="201"/>
                </a:lnTo>
                <a:lnTo>
                  <a:pt x="3445" y="202"/>
                </a:lnTo>
                <a:lnTo>
                  <a:pt x="3444" y="204"/>
                </a:lnTo>
                <a:lnTo>
                  <a:pt x="3443" y="204"/>
                </a:lnTo>
                <a:lnTo>
                  <a:pt x="3442" y="205"/>
                </a:lnTo>
                <a:lnTo>
                  <a:pt x="3441" y="205"/>
                </a:lnTo>
                <a:lnTo>
                  <a:pt x="3440" y="205"/>
                </a:lnTo>
                <a:lnTo>
                  <a:pt x="3440" y="206"/>
                </a:lnTo>
                <a:lnTo>
                  <a:pt x="3439" y="206"/>
                </a:lnTo>
                <a:lnTo>
                  <a:pt x="3438" y="207"/>
                </a:lnTo>
                <a:lnTo>
                  <a:pt x="3438" y="208"/>
                </a:lnTo>
                <a:lnTo>
                  <a:pt x="3437" y="208"/>
                </a:lnTo>
                <a:lnTo>
                  <a:pt x="3436" y="208"/>
                </a:lnTo>
                <a:lnTo>
                  <a:pt x="3435" y="208"/>
                </a:lnTo>
                <a:lnTo>
                  <a:pt x="3434" y="208"/>
                </a:lnTo>
                <a:lnTo>
                  <a:pt x="3434" y="209"/>
                </a:lnTo>
                <a:lnTo>
                  <a:pt x="3433" y="209"/>
                </a:lnTo>
                <a:lnTo>
                  <a:pt x="3433" y="208"/>
                </a:lnTo>
                <a:lnTo>
                  <a:pt x="3432" y="209"/>
                </a:lnTo>
                <a:lnTo>
                  <a:pt x="3431" y="211"/>
                </a:lnTo>
                <a:lnTo>
                  <a:pt x="3432" y="212"/>
                </a:lnTo>
                <a:lnTo>
                  <a:pt x="3433" y="212"/>
                </a:lnTo>
                <a:lnTo>
                  <a:pt x="3434" y="214"/>
                </a:lnTo>
                <a:lnTo>
                  <a:pt x="3434" y="215"/>
                </a:lnTo>
                <a:lnTo>
                  <a:pt x="3434" y="216"/>
                </a:lnTo>
                <a:lnTo>
                  <a:pt x="3435" y="216"/>
                </a:lnTo>
                <a:lnTo>
                  <a:pt x="3434" y="216"/>
                </a:lnTo>
                <a:lnTo>
                  <a:pt x="3434" y="217"/>
                </a:lnTo>
                <a:lnTo>
                  <a:pt x="3434" y="218"/>
                </a:lnTo>
                <a:lnTo>
                  <a:pt x="3434" y="219"/>
                </a:lnTo>
                <a:lnTo>
                  <a:pt x="3433" y="220"/>
                </a:lnTo>
                <a:lnTo>
                  <a:pt x="3433" y="221"/>
                </a:lnTo>
                <a:lnTo>
                  <a:pt x="3432" y="222"/>
                </a:lnTo>
                <a:lnTo>
                  <a:pt x="3433" y="222"/>
                </a:lnTo>
                <a:lnTo>
                  <a:pt x="3433" y="223"/>
                </a:lnTo>
                <a:lnTo>
                  <a:pt x="3434" y="223"/>
                </a:lnTo>
                <a:lnTo>
                  <a:pt x="3435" y="223"/>
                </a:lnTo>
                <a:lnTo>
                  <a:pt x="3436" y="223"/>
                </a:lnTo>
                <a:lnTo>
                  <a:pt x="3437" y="223"/>
                </a:lnTo>
                <a:lnTo>
                  <a:pt x="3437" y="225"/>
                </a:lnTo>
                <a:lnTo>
                  <a:pt x="3437" y="226"/>
                </a:lnTo>
                <a:lnTo>
                  <a:pt x="3437" y="227"/>
                </a:lnTo>
                <a:lnTo>
                  <a:pt x="3437" y="229"/>
                </a:lnTo>
                <a:lnTo>
                  <a:pt x="3438" y="230"/>
                </a:lnTo>
                <a:lnTo>
                  <a:pt x="3439" y="231"/>
                </a:lnTo>
                <a:lnTo>
                  <a:pt x="3440" y="231"/>
                </a:lnTo>
                <a:lnTo>
                  <a:pt x="3440" y="232"/>
                </a:lnTo>
                <a:lnTo>
                  <a:pt x="3440" y="233"/>
                </a:lnTo>
                <a:lnTo>
                  <a:pt x="3440" y="235"/>
                </a:lnTo>
                <a:lnTo>
                  <a:pt x="3440" y="236"/>
                </a:lnTo>
                <a:lnTo>
                  <a:pt x="3441" y="236"/>
                </a:lnTo>
                <a:lnTo>
                  <a:pt x="3441" y="237"/>
                </a:lnTo>
                <a:lnTo>
                  <a:pt x="3442" y="237"/>
                </a:lnTo>
                <a:lnTo>
                  <a:pt x="3442" y="238"/>
                </a:lnTo>
                <a:lnTo>
                  <a:pt x="3442" y="239"/>
                </a:lnTo>
                <a:lnTo>
                  <a:pt x="3443" y="240"/>
                </a:lnTo>
                <a:lnTo>
                  <a:pt x="3444" y="240"/>
                </a:lnTo>
                <a:lnTo>
                  <a:pt x="3445" y="240"/>
                </a:lnTo>
                <a:lnTo>
                  <a:pt x="3445" y="239"/>
                </a:lnTo>
                <a:lnTo>
                  <a:pt x="3446" y="239"/>
                </a:lnTo>
                <a:lnTo>
                  <a:pt x="3448" y="238"/>
                </a:lnTo>
                <a:lnTo>
                  <a:pt x="3448" y="239"/>
                </a:lnTo>
                <a:lnTo>
                  <a:pt x="3449" y="239"/>
                </a:lnTo>
                <a:lnTo>
                  <a:pt x="3449" y="242"/>
                </a:lnTo>
                <a:lnTo>
                  <a:pt x="3449" y="243"/>
                </a:lnTo>
                <a:lnTo>
                  <a:pt x="3449" y="244"/>
                </a:lnTo>
                <a:lnTo>
                  <a:pt x="3449" y="245"/>
                </a:lnTo>
                <a:lnTo>
                  <a:pt x="3451" y="247"/>
                </a:lnTo>
                <a:lnTo>
                  <a:pt x="3452" y="248"/>
                </a:lnTo>
                <a:lnTo>
                  <a:pt x="3452" y="249"/>
                </a:lnTo>
                <a:lnTo>
                  <a:pt x="3451" y="249"/>
                </a:lnTo>
                <a:lnTo>
                  <a:pt x="3451" y="250"/>
                </a:lnTo>
                <a:lnTo>
                  <a:pt x="3450" y="251"/>
                </a:lnTo>
                <a:lnTo>
                  <a:pt x="3450" y="252"/>
                </a:lnTo>
                <a:lnTo>
                  <a:pt x="3448" y="256"/>
                </a:lnTo>
                <a:lnTo>
                  <a:pt x="3449" y="256"/>
                </a:lnTo>
                <a:lnTo>
                  <a:pt x="3449" y="257"/>
                </a:lnTo>
                <a:lnTo>
                  <a:pt x="3450" y="257"/>
                </a:lnTo>
                <a:lnTo>
                  <a:pt x="3451" y="257"/>
                </a:lnTo>
                <a:lnTo>
                  <a:pt x="3452" y="257"/>
                </a:lnTo>
                <a:lnTo>
                  <a:pt x="3452" y="258"/>
                </a:lnTo>
                <a:lnTo>
                  <a:pt x="3452" y="259"/>
                </a:lnTo>
                <a:lnTo>
                  <a:pt x="3453" y="259"/>
                </a:lnTo>
                <a:lnTo>
                  <a:pt x="3453" y="260"/>
                </a:lnTo>
                <a:lnTo>
                  <a:pt x="3453" y="261"/>
                </a:lnTo>
                <a:lnTo>
                  <a:pt x="3454" y="263"/>
                </a:lnTo>
                <a:lnTo>
                  <a:pt x="3454" y="266"/>
                </a:lnTo>
                <a:lnTo>
                  <a:pt x="3455" y="266"/>
                </a:lnTo>
                <a:lnTo>
                  <a:pt x="3456" y="268"/>
                </a:lnTo>
                <a:lnTo>
                  <a:pt x="3458" y="271"/>
                </a:lnTo>
                <a:lnTo>
                  <a:pt x="3459" y="272"/>
                </a:lnTo>
                <a:lnTo>
                  <a:pt x="3460" y="274"/>
                </a:lnTo>
                <a:lnTo>
                  <a:pt x="3462" y="277"/>
                </a:lnTo>
                <a:lnTo>
                  <a:pt x="3462" y="278"/>
                </a:lnTo>
                <a:lnTo>
                  <a:pt x="3460" y="282"/>
                </a:lnTo>
                <a:lnTo>
                  <a:pt x="3460" y="283"/>
                </a:lnTo>
                <a:lnTo>
                  <a:pt x="3460" y="284"/>
                </a:lnTo>
                <a:lnTo>
                  <a:pt x="3461" y="285"/>
                </a:lnTo>
                <a:lnTo>
                  <a:pt x="3462" y="285"/>
                </a:lnTo>
                <a:lnTo>
                  <a:pt x="3463" y="285"/>
                </a:lnTo>
                <a:lnTo>
                  <a:pt x="3464" y="286"/>
                </a:lnTo>
                <a:lnTo>
                  <a:pt x="3464" y="288"/>
                </a:lnTo>
                <a:lnTo>
                  <a:pt x="3464" y="289"/>
                </a:lnTo>
                <a:lnTo>
                  <a:pt x="3466" y="293"/>
                </a:lnTo>
                <a:lnTo>
                  <a:pt x="3467" y="294"/>
                </a:lnTo>
                <a:lnTo>
                  <a:pt x="3468" y="295"/>
                </a:lnTo>
                <a:lnTo>
                  <a:pt x="3469" y="296"/>
                </a:lnTo>
                <a:lnTo>
                  <a:pt x="3470" y="298"/>
                </a:lnTo>
                <a:lnTo>
                  <a:pt x="3471" y="298"/>
                </a:lnTo>
                <a:lnTo>
                  <a:pt x="3471" y="299"/>
                </a:lnTo>
                <a:lnTo>
                  <a:pt x="3472" y="299"/>
                </a:lnTo>
                <a:lnTo>
                  <a:pt x="3472" y="300"/>
                </a:lnTo>
                <a:lnTo>
                  <a:pt x="3472" y="301"/>
                </a:lnTo>
                <a:lnTo>
                  <a:pt x="3473" y="303"/>
                </a:lnTo>
                <a:lnTo>
                  <a:pt x="3474" y="304"/>
                </a:lnTo>
                <a:lnTo>
                  <a:pt x="3475" y="304"/>
                </a:lnTo>
                <a:lnTo>
                  <a:pt x="3476" y="304"/>
                </a:lnTo>
                <a:lnTo>
                  <a:pt x="3478" y="306"/>
                </a:lnTo>
                <a:lnTo>
                  <a:pt x="3479" y="308"/>
                </a:lnTo>
                <a:lnTo>
                  <a:pt x="3479" y="309"/>
                </a:lnTo>
                <a:lnTo>
                  <a:pt x="3478" y="310"/>
                </a:lnTo>
                <a:lnTo>
                  <a:pt x="3477" y="310"/>
                </a:lnTo>
                <a:lnTo>
                  <a:pt x="3477" y="311"/>
                </a:lnTo>
                <a:lnTo>
                  <a:pt x="3476" y="313"/>
                </a:lnTo>
                <a:lnTo>
                  <a:pt x="3477" y="314"/>
                </a:lnTo>
                <a:lnTo>
                  <a:pt x="3478" y="314"/>
                </a:lnTo>
                <a:lnTo>
                  <a:pt x="3480" y="315"/>
                </a:lnTo>
                <a:lnTo>
                  <a:pt x="3484" y="317"/>
                </a:lnTo>
                <a:lnTo>
                  <a:pt x="3484" y="318"/>
                </a:lnTo>
                <a:lnTo>
                  <a:pt x="3485" y="318"/>
                </a:lnTo>
                <a:lnTo>
                  <a:pt x="3485" y="321"/>
                </a:lnTo>
                <a:lnTo>
                  <a:pt x="3484" y="321"/>
                </a:lnTo>
                <a:lnTo>
                  <a:pt x="3483" y="322"/>
                </a:lnTo>
                <a:lnTo>
                  <a:pt x="3482" y="322"/>
                </a:lnTo>
                <a:lnTo>
                  <a:pt x="3481" y="323"/>
                </a:lnTo>
                <a:lnTo>
                  <a:pt x="3483" y="326"/>
                </a:lnTo>
                <a:lnTo>
                  <a:pt x="3484" y="326"/>
                </a:lnTo>
                <a:lnTo>
                  <a:pt x="3485" y="326"/>
                </a:lnTo>
                <a:lnTo>
                  <a:pt x="3486" y="327"/>
                </a:lnTo>
                <a:lnTo>
                  <a:pt x="3486" y="328"/>
                </a:lnTo>
                <a:lnTo>
                  <a:pt x="3486" y="330"/>
                </a:lnTo>
                <a:lnTo>
                  <a:pt x="3485" y="331"/>
                </a:lnTo>
                <a:lnTo>
                  <a:pt x="3484" y="332"/>
                </a:lnTo>
                <a:lnTo>
                  <a:pt x="3484" y="333"/>
                </a:lnTo>
                <a:lnTo>
                  <a:pt x="3483" y="334"/>
                </a:lnTo>
                <a:lnTo>
                  <a:pt x="3484" y="334"/>
                </a:lnTo>
                <a:lnTo>
                  <a:pt x="3485" y="335"/>
                </a:lnTo>
                <a:lnTo>
                  <a:pt x="3486" y="336"/>
                </a:lnTo>
                <a:lnTo>
                  <a:pt x="3487" y="338"/>
                </a:lnTo>
                <a:lnTo>
                  <a:pt x="3488" y="338"/>
                </a:lnTo>
                <a:lnTo>
                  <a:pt x="3489" y="338"/>
                </a:lnTo>
                <a:lnTo>
                  <a:pt x="3491" y="338"/>
                </a:lnTo>
                <a:lnTo>
                  <a:pt x="3491" y="339"/>
                </a:lnTo>
                <a:lnTo>
                  <a:pt x="3490" y="339"/>
                </a:lnTo>
                <a:lnTo>
                  <a:pt x="3490" y="340"/>
                </a:lnTo>
                <a:lnTo>
                  <a:pt x="3490" y="341"/>
                </a:lnTo>
                <a:lnTo>
                  <a:pt x="3490" y="342"/>
                </a:lnTo>
                <a:lnTo>
                  <a:pt x="3491" y="343"/>
                </a:lnTo>
                <a:lnTo>
                  <a:pt x="3491" y="344"/>
                </a:lnTo>
                <a:lnTo>
                  <a:pt x="3493" y="345"/>
                </a:lnTo>
                <a:lnTo>
                  <a:pt x="3494" y="345"/>
                </a:lnTo>
                <a:lnTo>
                  <a:pt x="3495" y="345"/>
                </a:lnTo>
                <a:lnTo>
                  <a:pt x="3496" y="345"/>
                </a:lnTo>
                <a:lnTo>
                  <a:pt x="3497" y="345"/>
                </a:lnTo>
                <a:lnTo>
                  <a:pt x="3497" y="346"/>
                </a:lnTo>
                <a:lnTo>
                  <a:pt x="3498" y="346"/>
                </a:lnTo>
                <a:lnTo>
                  <a:pt x="3498" y="347"/>
                </a:lnTo>
                <a:lnTo>
                  <a:pt x="3500" y="348"/>
                </a:lnTo>
                <a:lnTo>
                  <a:pt x="3501" y="348"/>
                </a:lnTo>
                <a:lnTo>
                  <a:pt x="3501" y="352"/>
                </a:lnTo>
                <a:lnTo>
                  <a:pt x="3500" y="353"/>
                </a:lnTo>
                <a:lnTo>
                  <a:pt x="3500" y="354"/>
                </a:lnTo>
                <a:lnTo>
                  <a:pt x="3501" y="354"/>
                </a:lnTo>
                <a:lnTo>
                  <a:pt x="3501" y="355"/>
                </a:lnTo>
                <a:lnTo>
                  <a:pt x="3502" y="355"/>
                </a:lnTo>
                <a:lnTo>
                  <a:pt x="3503" y="357"/>
                </a:lnTo>
                <a:lnTo>
                  <a:pt x="3503" y="358"/>
                </a:lnTo>
                <a:lnTo>
                  <a:pt x="3504" y="359"/>
                </a:lnTo>
                <a:lnTo>
                  <a:pt x="3505" y="360"/>
                </a:lnTo>
                <a:lnTo>
                  <a:pt x="3507" y="362"/>
                </a:lnTo>
                <a:lnTo>
                  <a:pt x="3508" y="362"/>
                </a:lnTo>
                <a:lnTo>
                  <a:pt x="3508" y="363"/>
                </a:lnTo>
                <a:lnTo>
                  <a:pt x="3510" y="363"/>
                </a:lnTo>
                <a:lnTo>
                  <a:pt x="3510" y="362"/>
                </a:lnTo>
                <a:lnTo>
                  <a:pt x="3511" y="362"/>
                </a:lnTo>
                <a:lnTo>
                  <a:pt x="3511" y="361"/>
                </a:lnTo>
                <a:lnTo>
                  <a:pt x="3511" y="360"/>
                </a:lnTo>
                <a:lnTo>
                  <a:pt x="3516" y="359"/>
                </a:lnTo>
                <a:lnTo>
                  <a:pt x="3519" y="360"/>
                </a:lnTo>
                <a:lnTo>
                  <a:pt x="3519" y="361"/>
                </a:lnTo>
                <a:lnTo>
                  <a:pt x="3521" y="361"/>
                </a:lnTo>
                <a:lnTo>
                  <a:pt x="3521" y="360"/>
                </a:lnTo>
                <a:lnTo>
                  <a:pt x="3522" y="360"/>
                </a:lnTo>
                <a:lnTo>
                  <a:pt x="3522" y="361"/>
                </a:lnTo>
                <a:lnTo>
                  <a:pt x="3523" y="361"/>
                </a:lnTo>
                <a:lnTo>
                  <a:pt x="3524" y="362"/>
                </a:lnTo>
                <a:lnTo>
                  <a:pt x="3525" y="362"/>
                </a:lnTo>
                <a:lnTo>
                  <a:pt x="3526" y="362"/>
                </a:lnTo>
                <a:lnTo>
                  <a:pt x="3526" y="361"/>
                </a:lnTo>
                <a:lnTo>
                  <a:pt x="3527" y="360"/>
                </a:lnTo>
                <a:lnTo>
                  <a:pt x="3529" y="361"/>
                </a:lnTo>
                <a:lnTo>
                  <a:pt x="3529" y="362"/>
                </a:lnTo>
                <a:lnTo>
                  <a:pt x="3530" y="363"/>
                </a:lnTo>
                <a:lnTo>
                  <a:pt x="3533" y="364"/>
                </a:lnTo>
                <a:lnTo>
                  <a:pt x="3534" y="364"/>
                </a:lnTo>
                <a:lnTo>
                  <a:pt x="3534" y="363"/>
                </a:lnTo>
                <a:lnTo>
                  <a:pt x="3535" y="363"/>
                </a:lnTo>
                <a:lnTo>
                  <a:pt x="3536" y="363"/>
                </a:lnTo>
                <a:lnTo>
                  <a:pt x="3537" y="363"/>
                </a:lnTo>
                <a:lnTo>
                  <a:pt x="3538" y="363"/>
                </a:lnTo>
                <a:lnTo>
                  <a:pt x="3538" y="364"/>
                </a:lnTo>
                <a:lnTo>
                  <a:pt x="3540" y="365"/>
                </a:lnTo>
                <a:lnTo>
                  <a:pt x="3542" y="367"/>
                </a:lnTo>
                <a:lnTo>
                  <a:pt x="3543" y="367"/>
                </a:lnTo>
                <a:lnTo>
                  <a:pt x="3545" y="368"/>
                </a:lnTo>
                <a:lnTo>
                  <a:pt x="3546" y="368"/>
                </a:lnTo>
                <a:lnTo>
                  <a:pt x="3547" y="367"/>
                </a:lnTo>
                <a:lnTo>
                  <a:pt x="3547" y="366"/>
                </a:lnTo>
                <a:lnTo>
                  <a:pt x="3548" y="366"/>
                </a:lnTo>
                <a:lnTo>
                  <a:pt x="3548" y="365"/>
                </a:lnTo>
                <a:lnTo>
                  <a:pt x="3549" y="364"/>
                </a:lnTo>
                <a:lnTo>
                  <a:pt x="3550" y="363"/>
                </a:lnTo>
                <a:lnTo>
                  <a:pt x="3553" y="362"/>
                </a:lnTo>
                <a:lnTo>
                  <a:pt x="3554" y="362"/>
                </a:lnTo>
                <a:lnTo>
                  <a:pt x="3555" y="362"/>
                </a:lnTo>
                <a:lnTo>
                  <a:pt x="3555" y="363"/>
                </a:lnTo>
                <a:lnTo>
                  <a:pt x="3556" y="363"/>
                </a:lnTo>
                <a:lnTo>
                  <a:pt x="3557" y="363"/>
                </a:lnTo>
                <a:lnTo>
                  <a:pt x="3558" y="363"/>
                </a:lnTo>
                <a:lnTo>
                  <a:pt x="3558" y="362"/>
                </a:lnTo>
                <a:lnTo>
                  <a:pt x="3558" y="361"/>
                </a:lnTo>
                <a:lnTo>
                  <a:pt x="3559" y="361"/>
                </a:lnTo>
                <a:lnTo>
                  <a:pt x="3559" y="360"/>
                </a:lnTo>
                <a:lnTo>
                  <a:pt x="3560" y="360"/>
                </a:lnTo>
                <a:lnTo>
                  <a:pt x="3561" y="359"/>
                </a:lnTo>
                <a:lnTo>
                  <a:pt x="3562" y="359"/>
                </a:lnTo>
                <a:lnTo>
                  <a:pt x="3562" y="360"/>
                </a:lnTo>
                <a:lnTo>
                  <a:pt x="3563" y="360"/>
                </a:lnTo>
                <a:lnTo>
                  <a:pt x="3565" y="360"/>
                </a:lnTo>
                <a:lnTo>
                  <a:pt x="3567" y="359"/>
                </a:lnTo>
                <a:lnTo>
                  <a:pt x="3568" y="359"/>
                </a:lnTo>
                <a:lnTo>
                  <a:pt x="3568" y="358"/>
                </a:lnTo>
                <a:lnTo>
                  <a:pt x="3567" y="358"/>
                </a:lnTo>
                <a:lnTo>
                  <a:pt x="3567" y="356"/>
                </a:lnTo>
                <a:lnTo>
                  <a:pt x="3568" y="356"/>
                </a:lnTo>
                <a:lnTo>
                  <a:pt x="3568" y="355"/>
                </a:lnTo>
                <a:lnTo>
                  <a:pt x="3571" y="354"/>
                </a:lnTo>
                <a:lnTo>
                  <a:pt x="3572" y="354"/>
                </a:lnTo>
                <a:lnTo>
                  <a:pt x="3573" y="354"/>
                </a:lnTo>
                <a:lnTo>
                  <a:pt x="3574" y="355"/>
                </a:lnTo>
                <a:lnTo>
                  <a:pt x="3577" y="355"/>
                </a:lnTo>
                <a:lnTo>
                  <a:pt x="3577" y="354"/>
                </a:lnTo>
                <a:lnTo>
                  <a:pt x="3578" y="354"/>
                </a:lnTo>
                <a:lnTo>
                  <a:pt x="3579" y="353"/>
                </a:lnTo>
                <a:lnTo>
                  <a:pt x="3580" y="353"/>
                </a:lnTo>
                <a:lnTo>
                  <a:pt x="3581" y="353"/>
                </a:lnTo>
                <a:lnTo>
                  <a:pt x="3583" y="352"/>
                </a:lnTo>
                <a:lnTo>
                  <a:pt x="3583" y="351"/>
                </a:lnTo>
                <a:lnTo>
                  <a:pt x="3582" y="350"/>
                </a:lnTo>
                <a:lnTo>
                  <a:pt x="3582" y="349"/>
                </a:lnTo>
                <a:lnTo>
                  <a:pt x="3583" y="348"/>
                </a:lnTo>
                <a:lnTo>
                  <a:pt x="3584" y="348"/>
                </a:lnTo>
                <a:lnTo>
                  <a:pt x="3585" y="348"/>
                </a:lnTo>
                <a:lnTo>
                  <a:pt x="3588" y="346"/>
                </a:lnTo>
                <a:lnTo>
                  <a:pt x="3590" y="345"/>
                </a:lnTo>
                <a:lnTo>
                  <a:pt x="3591" y="345"/>
                </a:lnTo>
                <a:lnTo>
                  <a:pt x="3592" y="345"/>
                </a:lnTo>
                <a:lnTo>
                  <a:pt x="3592" y="344"/>
                </a:lnTo>
                <a:lnTo>
                  <a:pt x="3592" y="343"/>
                </a:lnTo>
                <a:lnTo>
                  <a:pt x="3591" y="342"/>
                </a:lnTo>
                <a:lnTo>
                  <a:pt x="3591" y="341"/>
                </a:lnTo>
                <a:lnTo>
                  <a:pt x="3591" y="340"/>
                </a:lnTo>
                <a:lnTo>
                  <a:pt x="3591" y="339"/>
                </a:lnTo>
                <a:lnTo>
                  <a:pt x="3592" y="339"/>
                </a:lnTo>
                <a:lnTo>
                  <a:pt x="3593" y="338"/>
                </a:lnTo>
                <a:lnTo>
                  <a:pt x="3593" y="336"/>
                </a:lnTo>
                <a:lnTo>
                  <a:pt x="3593" y="335"/>
                </a:lnTo>
                <a:lnTo>
                  <a:pt x="3593" y="334"/>
                </a:lnTo>
                <a:lnTo>
                  <a:pt x="3595" y="329"/>
                </a:lnTo>
                <a:lnTo>
                  <a:pt x="3596" y="329"/>
                </a:lnTo>
                <a:lnTo>
                  <a:pt x="3597" y="328"/>
                </a:lnTo>
                <a:lnTo>
                  <a:pt x="3598" y="328"/>
                </a:lnTo>
                <a:lnTo>
                  <a:pt x="3598" y="329"/>
                </a:lnTo>
                <a:lnTo>
                  <a:pt x="3598" y="330"/>
                </a:lnTo>
                <a:lnTo>
                  <a:pt x="3599" y="330"/>
                </a:lnTo>
                <a:lnTo>
                  <a:pt x="3602" y="332"/>
                </a:lnTo>
                <a:lnTo>
                  <a:pt x="3605" y="332"/>
                </a:lnTo>
                <a:lnTo>
                  <a:pt x="3608" y="333"/>
                </a:lnTo>
                <a:lnTo>
                  <a:pt x="3610" y="332"/>
                </a:lnTo>
                <a:lnTo>
                  <a:pt x="3611" y="331"/>
                </a:lnTo>
                <a:lnTo>
                  <a:pt x="3612" y="331"/>
                </a:lnTo>
                <a:lnTo>
                  <a:pt x="3613" y="331"/>
                </a:lnTo>
                <a:lnTo>
                  <a:pt x="3614" y="332"/>
                </a:lnTo>
                <a:lnTo>
                  <a:pt x="3615" y="332"/>
                </a:lnTo>
                <a:lnTo>
                  <a:pt x="3616" y="333"/>
                </a:lnTo>
                <a:lnTo>
                  <a:pt x="3616" y="334"/>
                </a:lnTo>
                <a:lnTo>
                  <a:pt x="3617" y="334"/>
                </a:lnTo>
                <a:lnTo>
                  <a:pt x="3617" y="335"/>
                </a:lnTo>
                <a:lnTo>
                  <a:pt x="3617" y="336"/>
                </a:lnTo>
                <a:lnTo>
                  <a:pt x="3618" y="336"/>
                </a:lnTo>
                <a:lnTo>
                  <a:pt x="3622" y="340"/>
                </a:lnTo>
                <a:lnTo>
                  <a:pt x="3623" y="340"/>
                </a:lnTo>
                <a:lnTo>
                  <a:pt x="3626" y="342"/>
                </a:lnTo>
                <a:lnTo>
                  <a:pt x="3627" y="342"/>
                </a:lnTo>
                <a:lnTo>
                  <a:pt x="3628" y="342"/>
                </a:lnTo>
                <a:lnTo>
                  <a:pt x="3628" y="341"/>
                </a:lnTo>
                <a:lnTo>
                  <a:pt x="3629" y="339"/>
                </a:lnTo>
                <a:lnTo>
                  <a:pt x="3633" y="336"/>
                </a:lnTo>
                <a:lnTo>
                  <a:pt x="3635" y="336"/>
                </a:lnTo>
                <a:lnTo>
                  <a:pt x="3637" y="335"/>
                </a:lnTo>
                <a:lnTo>
                  <a:pt x="3638" y="336"/>
                </a:lnTo>
                <a:lnTo>
                  <a:pt x="3639" y="336"/>
                </a:lnTo>
                <a:lnTo>
                  <a:pt x="3640" y="336"/>
                </a:lnTo>
                <a:lnTo>
                  <a:pt x="3641" y="336"/>
                </a:lnTo>
                <a:lnTo>
                  <a:pt x="3641" y="335"/>
                </a:lnTo>
                <a:lnTo>
                  <a:pt x="3642" y="335"/>
                </a:lnTo>
                <a:lnTo>
                  <a:pt x="3644" y="335"/>
                </a:lnTo>
                <a:lnTo>
                  <a:pt x="3645" y="335"/>
                </a:lnTo>
                <a:lnTo>
                  <a:pt x="3646" y="334"/>
                </a:lnTo>
                <a:lnTo>
                  <a:pt x="3646" y="333"/>
                </a:lnTo>
                <a:lnTo>
                  <a:pt x="3647" y="332"/>
                </a:lnTo>
                <a:lnTo>
                  <a:pt x="3647" y="331"/>
                </a:lnTo>
                <a:lnTo>
                  <a:pt x="3647" y="330"/>
                </a:lnTo>
                <a:lnTo>
                  <a:pt x="3650" y="328"/>
                </a:lnTo>
                <a:lnTo>
                  <a:pt x="3652" y="329"/>
                </a:lnTo>
                <a:lnTo>
                  <a:pt x="3653" y="329"/>
                </a:lnTo>
                <a:lnTo>
                  <a:pt x="3654" y="329"/>
                </a:lnTo>
                <a:lnTo>
                  <a:pt x="3654" y="328"/>
                </a:lnTo>
                <a:lnTo>
                  <a:pt x="3656" y="328"/>
                </a:lnTo>
                <a:lnTo>
                  <a:pt x="3658" y="328"/>
                </a:lnTo>
                <a:lnTo>
                  <a:pt x="3661" y="327"/>
                </a:lnTo>
                <a:lnTo>
                  <a:pt x="3661" y="326"/>
                </a:lnTo>
                <a:lnTo>
                  <a:pt x="3662" y="325"/>
                </a:lnTo>
                <a:lnTo>
                  <a:pt x="3665" y="326"/>
                </a:lnTo>
                <a:lnTo>
                  <a:pt x="3667" y="327"/>
                </a:lnTo>
                <a:lnTo>
                  <a:pt x="3670" y="329"/>
                </a:lnTo>
                <a:lnTo>
                  <a:pt x="3671" y="330"/>
                </a:lnTo>
                <a:lnTo>
                  <a:pt x="3673" y="332"/>
                </a:lnTo>
                <a:lnTo>
                  <a:pt x="3675" y="333"/>
                </a:lnTo>
                <a:lnTo>
                  <a:pt x="3675" y="334"/>
                </a:lnTo>
                <a:lnTo>
                  <a:pt x="3676" y="334"/>
                </a:lnTo>
                <a:lnTo>
                  <a:pt x="3676" y="335"/>
                </a:lnTo>
                <a:lnTo>
                  <a:pt x="3677" y="335"/>
                </a:lnTo>
                <a:lnTo>
                  <a:pt x="3678" y="334"/>
                </a:lnTo>
                <a:lnTo>
                  <a:pt x="3680" y="333"/>
                </a:lnTo>
                <a:lnTo>
                  <a:pt x="3681" y="334"/>
                </a:lnTo>
                <a:lnTo>
                  <a:pt x="3681" y="335"/>
                </a:lnTo>
                <a:lnTo>
                  <a:pt x="3681" y="336"/>
                </a:lnTo>
                <a:lnTo>
                  <a:pt x="3682" y="337"/>
                </a:lnTo>
                <a:lnTo>
                  <a:pt x="3683" y="336"/>
                </a:lnTo>
                <a:lnTo>
                  <a:pt x="3683" y="335"/>
                </a:lnTo>
                <a:lnTo>
                  <a:pt x="3685" y="335"/>
                </a:lnTo>
                <a:lnTo>
                  <a:pt x="3686" y="335"/>
                </a:lnTo>
                <a:lnTo>
                  <a:pt x="3687" y="335"/>
                </a:lnTo>
                <a:lnTo>
                  <a:pt x="3688" y="335"/>
                </a:lnTo>
                <a:lnTo>
                  <a:pt x="3690" y="336"/>
                </a:lnTo>
                <a:lnTo>
                  <a:pt x="3690" y="335"/>
                </a:lnTo>
                <a:lnTo>
                  <a:pt x="3690" y="334"/>
                </a:lnTo>
                <a:lnTo>
                  <a:pt x="3690" y="333"/>
                </a:lnTo>
                <a:lnTo>
                  <a:pt x="3691" y="332"/>
                </a:lnTo>
                <a:lnTo>
                  <a:pt x="3691" y="331"/>
                </a:lnTo>
                <a:lnTo>
                  <a:pt x="3691" y="330"/>
                </a:lnTo>
                <a:lnTo>
                  <a:pt x="3692" y="330"/>
                </a:lnTo>
                <a:lnTo>
                  <a:pt x="3692" y="328"/>
                </a:lnTo>
                <a:lnTo>
                  <a:pt x="3691" y="325"/>
                </a:lnTo>
                <a:lnTo>
                  <a:pt x="3690" y="322"/>
                </a:lnTo>
                <a:lnTo>
                  <a:pt x="3690" y="321"/>
                </a:lnTo>
                <a:lnTo>
                  <a:pt x="3690" y="319"/>
                </a:lnTo>
                <a:lnTo>
                  <a:pt x="3692" y="317"/>
                </a:lnTo>
                <a:lnTo>
                  <a:pt x="3694" y="316"/>
                </a:lnTo>
                <a:lnTo>
                  <a:pt x="3695" y="316"/>
                </a:lnTo>
                <a:lnTo>
                  <a:pt x="3696" y="316"/>
                </a:lnTo>
                <a:lnTo>
                  <a:pt x="3696" y="314"/>
                </a:lnTo>
                <a:lnTo>
                  <a:pt x="3696" y="313"/>
                </a:lnTo>
                <a:lnTo>
                  <a:pt x="3697" y="312"/>
                </a:lnTo>
                <a:lnTo>
                  <a:pt x="3698" y="312"/>
                </a:lnTo>
                <a:lnTo>
                  <a:pt x="3698" y="311"/>
                </a:lnTo>
                <a:lnTo>
                  <a:pt x="3698" y="312"/>
                </a:lnTo>
                <a:lnTo>
                  <a:pt x="3700" y="312"/>
                </a:lnTo>
                <a:lnTo>
                  <a:pt x="3701" y="312"/>
                </a:lnTo>
                <a:lnTo>
                  <a:pt x="3703" y="313"/>
                </a:lnTo>
                <a:lnTo>
                  <a:pt x="3703" y="312"/>
                </a:lnTo>
                <a:lnTo>
                  <a:pt x="3705" y="311"/>
                </a:lnTo>
                <a:lnTo>
                  <a:pt x="3706" y="311"/>
                </a:lnTo>
                <a:lnTo>
                  <a:pt x="3706" y="312"/>
                </a:lnTo>
                <a:lnTo>
                  <a:pt x="3708" y="313"/>
                </a:lnTo>
                <a:lnTo>
                  <a:pt x="3709" y="313"/>
                </a:lnTo>
                <a:lnTo>
                  <a:pt x="3710" y="313"/>
                </a:lnTo>
                <a:lnTo>
                  <a:pt x="3710" y="314"/>
                </a:lnTo>
                <a:lnTo>
                  <a:pt x="3711" y="314"/>
                </a:lnTo>
                <a:lnTo>
                  <a:pt x="3711" y="315"/>
                </a:lnTo>
                <a:lnTo>
                  <a:pt x="3712" y="315"/>
                </a:lnTo>
                <a:lnTo>
                  <a:pt x="3712" y="316"/>
                </a:lnTo>
                <a:lnTo>
                  <a:pt x="3714" y="318"/>
                </a:lnTo>
                <a:lnTo>
                  <a:pt x="3716" y="319"/>
                </a:lnTo>
                <a:lnTo>
                  <a:pt x="3717" y="320"/>
                </a:lnTo>
                <a:lnTo>
                  <a:pt x="3717" y="319"/>
                </a:lnTo>
                <a:lnTo>
                  <a:pt x="3717" y="318"/>
                </a:lnTo>
                <a:lnTo>
                  <a:pt x="3719" y="317"/>
                </a:lnTo>
                <a:lnTo>
                  <a:pt x="3719" y="316"/>
                </a:lnTo>
                <a:lnTo>
                  <a:pt x="3720" y="317"/>
                </a:lnTo>
                <a:lnTo>
                  <a:pt x="3721" y="317"/>
                </a:lnTo>
                <a:lnTo>
                  <a:pt x="3722" y="317"/>
                </a:lnTo>
                <a:lnTo>
                  <a:pt x="3727" y="314"/>
                </a:lnTo>
                <a:lnTo>
                  <a:pt x="3729" y="312"/>
                </a:lnTo>
                <a:lnTo>
                  <a:pt x="3731" y="311"/>
                </a:lnTo>
                <a:lnTo>
                  <a:pt x="3731" y="310"/>
                </a:lnTo>
                <a:lnTo>
                  <a:pt x="3731" y="309"/>
                </a:lnTo>
                <a:lnTo>
                  <a:pt x="3732" y="309"/>
                </a:lnTo>
                <a:lnTo>
                  <a:pt x="3731" y="308"/>
                </a:lnTo>
                <a:lnTo>
                  <a:pt x="3731" y="307"/>
                </a:lnTo>
                <a:lnTo>
                  <a:pt x="3731" y="306"/>
                </a:lnTo>
                <a:lnTo>
                  <a:pt x="3731" y="305"/>
                </a:lnTo>
                <a:lnTo>
                  <a:pt x="3733" y="303"/>
                </a:lnTo>
                <a:lnTo>
                  <a:pt x="3734" y="302"/>
                </a:lnTo>
                <a:lnTo>
                  <a:pt x="3735" y="302"/>
                </a:lnTo>
                <a:lnTo>
                  <a:pt x="3736" y="302"/>
                </a:lnTo>
                <a:lnTo>
                  <a:pt x="3737" y="302"/>
                </a:lnTo>
                <a:lnTo>
                  <a:pt x="3737" y="303"/>
                </a:lnTo>
                <a:lnTo>
                  <a:pt x="3738" y="303"/>
                </a:lnTo>
                <a:lnTo>
                  <a:pt x="3741" y="303"/>
                </a:lnTo>
                <a:lnTo>
                  <a:pt x="3743" y="303"/>
                </a:lnTo>
                <a:lnTo>
                  <a:pt x="3745" y="303"/>
                </a:lnTo>
                <a:lnTo>
                  <a:pt x="3746" y="302"/>
                </a:lnTo>
                <a:lnTo>
                  <a:pt x="3747" y="300"/>
                </a:lnTo>
                <a:lnTo>
                  <a:pt x="3747" y="299"/>
                </a:lnTo>
                <a:lnTo>
                  <a:pt x="3746" y="299"/>
                </a:lnTo>
                <a:lnTo>
                  <a:pt x="3746" y="298"/>
                </a:lnTo>
                <a:lnTo>
                  <a:pt x="3745" y="298"/>
                </a:lnTo>
                <a:lnTo>
                  <a:pt x="3746" y="298"/>
                </a:lnTo>
                <a:lnTo>
                  <a:pt x="3747" y="295"/>
                </a:lnTo>
                <a:lnTo>
                  <a:pt x="3748" y="293"/>
                </a:lnTo>
                <a:lnTo>
                  <a:pt x="3748" y="292"/>
                </a:lnTo>
                <a:lnTo>
                  <a:pt x="3749" y="291"/>
                </a:lnTo>
                <a:lnTo>
                  <a:pt x="3750" y="291"/>
                </a:lnTo>
                <a:lnTo>
                  <a:pt x="3750" y="290"/>
                </a:lnTo>
                <a:lnTo>
                  <a:pt x="3751" y="290"/>
                </a:lnTo>
                <a:lnTo>
                  <a:pt x="3751" y="289"/>
                </a:lnTo>
                <a:lnTo>
                  <a:pt x="3752" y="288"/>
                </a:lnTo>
                <a:lnTo>
                  <a:pt x="3751" y="286"/>
                </a:lnTo>
                <a:lnTo>
                  <a:pt x="3750" y="284"/>
                </a:lnTo>
                <a:lnTo>
                  <a:pt x="3749" y="283"/>
                </a:lnTo>
                <a:lnTo>
                  <a:pt x="3748" y="282"/>
                </a:lnTo>
                <a:lnTo>
                  <a:pt x="3747" y="279"/>
                </a:lnTo>
                <a:lnTo>
                  <a:pt x="3747" y="278"/>
                </a:lnTo>
                <a:lnTo>
                  <a:pt x="3748" y="278"/>
                </a:lnTo>
                <a:lnTo>
                  <a:pt x="3748" y="277"/>
                </a:lnTo>
                <a:lnTo>
                  <a:pt x="3749" y="277"/>
                </a:lnTo>
                <a:lnTo>
                  <a:pt x="3750" y="276"/>
                </a:lnTo>
                <a:lnTo>
                  <a:pt x="3751" y="276"/>
                </a:lnTo>
                <a:lnTo>
                  <a:pt x="3752" y="276"/>
                </a:lnTo>
                <a:lnTo>
                  <a:pt x="3754" y="276"/>
                </a:lnTo>
                <a:lnTo>
                  <a:pt x="3755" y="275"/>
                </a:lnTo>
                <a:lnTo>
                  <a:pt x="3755" y="274"/>
                </a:lnTo>
                <a:lnTo>
                  <a:pt x="3755" y="273"/>
                </a:lnTo>
                <a:lnTo>
                  <a:pt x="3755" y="272"/>
                </a:lnTo>
                <a:lnTo>
                  <a:pt x="3756" y="271"/>
                </a:lnTo>
                <a:lnTo>
                  <a:pt x="3757" y="270"/>
                </a:lnTo>
                <a:lnTo>
                  <a:pt x="3760" y="269"/>
                </a:lnTo>
                <a:lnTo>
                  <a:pt x="3762" y="269"/>
                </a:lnTo>
                <a:lnTo>
                  <a:pt x="3764" y="267"/>
                </a:lnTo>
                <a:lnTo>
                  <a:pt x="3764" y="266"/>
                </a:lnTo>
                <a:lnTo>
                  <a:pt x="3764" y="264"/>
                </a:lnTo>
                <a:lnTo>
                  <a:pt x="3764" y="263"/>
                </a:lnTo>
                <a:lnTo>
                  <a:pt x="3765" y="263"/>
                </a:lnTo>
                <a:lnTo>
                  <a:pt x="3764" y="262"/>
                </a:lnTo>
                <a:lnTo>
                  <a:pt x="3764" y="261"/>
                </a:lnTo>
                <a:lnTo>
                  <a:pt x="3763" y="259"/>
                </a:lnTo>
                <a:lnTo>
                  <a:pt x="3762" y="258"/>
                </a:lnTo>
                <a:lnTo>
                  <a:pt x="3761" y="255"/>
                </a:lnTo>
                <a:lnTo>
                  <a:pt x="3761" y="253"/>
                </a:lnTo>
                <a:lnTo>
                  <a:pt x="3761" y="249"/>
                </a:lnTo>
                <a:lnTo>
                  <a:pt x="3762" y="247"/>
                </a:lnTo>
                <a:lnTo>
                  <a:pt x="3763" y="246"/>
                </a:lnTo>
                <a:lnTo>
                  <a:pt x="3764" y="243"/>
                </a:lnTo>
                <a:lnTo>
                  <a:pt x="3764" y="242"/>
                </a:lnTo>
                <a:lnTo>
                  <a:pt x="3765" y="241"/>
                </a:lnTo>
                <a:lnTo>
                  <a:pt x="3766" y="241"/>
                </a:lnTo>
                <a:lnTo>
                  <a:pt x="3767" y="241"/>
                </a:lnTo>
                <a:lnTo>
                  <a:pt x="3768" y="244"/>
                </a:lnTo>
                <a:lnTo>
                  <a:pt x="3768" y="246"/>
                </a:lnTo>
                <a:lnTo>
                  <a:pt x="3769" y="246"/>
                </a:lnTo>
                <a:lnTo>
                  <a:pt x="3771" y="246"/>
                </a:lnTo>
                <a:lnTo>
                  <a:pt x="3771" y="245"/>
                </a:lnTo>
                <a:lnTo>
                  <a:pt x="3773" y="244"/>
                </a:lnTo>
                <a:lnTo>
                  <a:pt x="3774" y="244"/>
                </a:lnTo>
                <a:lnTo>
                  <a:pt x="3776" y="244"/>
                </a:lnTo>
                <a:lnTo>
                  <a:pt x="3778" y="245"/>
                </a:lnTo>
                <a:lnTo>
                  <a:pt x="3779" y="245"/>
                </a:lnTo>
                <a:lnTo>
                  <a:pt x="3780" y="245"/>
                </a:lnTo>
                <a:lnTo>
                  <a:pt x="3780" y="244"/>
                </a:lnTo>
                <a:lnTo>
                  <a:pt x="3780" y="243"/>
                </a:lnTo>
                <a:lnTo>
                  <a:pt x="3781" y="242"/>
                </a:lnTo>
                <a:lnTo>
                  <a:pt x="3783" y="243"/>
                </a:lnTo>
                <a:lnTo>
                  <a:pt x="3785" y="244"/>
                </a:lnTo>
                <a:lnTo>
                  <a:pt x="3785" y="243"/>
                </a:lnTo>
                <a:lnTo>
                  <a:pt x="3786" y="243"/>
                </a:lnTo>
                <a:lnTo>
                  <a:pt x="3786" y="242"/>
                </a:lnTo>
                <a:lnTo>
                  <a:pt x="3787" y="242"/>
                </a:lnTo>
                <a:lnTo>
                  <a:pt x="3788" y="242"/>
                </a:lnTo>
                <a:lnTo>
                  <a:pt x="3789" y="242"/>
                </a:lnTo>
                <a:lnTo>
                  <a:pt x="3789" y="243"/>
                </a:lnTo>
                <a:lnTo>
                  <a:pt x="3790" y="243"/>
                </a:lnTo>
                <a:lnTo>
                  <a:pt x="3790" y="244"/>
                </a:lnTo>
                <a:lnTo>
                  <a:pt x="3791" y="244"/>
                </a:lnTo>
                <a:lnTo>
                  <a:pt x="3791" y="245"/>
                </a:lnTo>
                <a:lnTo>
                  <a:pt x="3792" y="245"/>
                </a:lnTo>
                <a:lnTo>
                  <a:pt x="3793" y="246"/>
                </a:lnTo>
                <a:lnTo>
                  <a:pt x="3794" y="246"/>
                </a:lnTo>
                <a:lnTo>
                  <a:pt x="3794" y="244"/>
                </a:lnTo>
                <a:lnTo>
                  <a:pt x="3795" y="243"/>
                </a:lnTo>
                <a:lnTo>
                  <a:pt x="3797" y="242"/>
                </a:lnTo>
                <a:lnTo>
                  <a:pt x="3798" y="242"/>
                </a:lnTo>
                <a:lnTo>
                  <a:pt x="3799" y="243"/>
                </a:lnTo>
                <a:lnTo>
                  <a:pt x="3800" y="243"/>
                </a:lnTo>
                <a:lnTo>
                  <a:pt x="3800" y="244"/>
                </a:lnTo>
                <a:lnTo>
                  <a:pt x="3800" y="245"/>
                </a:lnTo>
                <a:lnTo>
                  <a:pt x="3801" y="245"/>
                </a:lnTo>
                <a:lnTo>
                  <a:pt x="3801" y="246"/>
                </a:lnTo>
                <a:lnTo>
                  <a:pt x="3802" y="246"/>
                </a:lnTo>
                <a:lnTo>
                  <a:pt x="3802" y="247"/>
                </a:lnTo>
                <a:lnTo>
                  <a:pt x="3802" y="248"/>
                </a:lnTo>
                <a:lnTo>
                  <a:pt x="3802" y="249"/>
                </a:lnTo>
                <a:lnTo>
                  <a:pt x="3803" y="249"/>
                </a:lnTo>
                <a:lnTo>
                  <a:pt x="3804" y="250"/>
                </a:lnTo>
                <a:lnTo>
                  <a:pt x="3806" y="251"/>
                </a:lnTo>
                <a:lnTo>
                  <a:pt x="3808" y="252"/>
                </a:lnTo>
                <a:lnTo>
                  <a:pt x="3809" y="252"/>
                </a:lnTo>
                <a:lnTo>
                  <a:pt x="3810" y="253"/>
                </a:lnTo>
                <a:lnTo>
                  <a:pt x="3810" y="254"/>
                </a:lnTo>
                <a:lnTo>
                  <a:pt x="3811" y="254"/>
                </a:lnTo>
                <a:lnTo>
                  <a:pt x="3812" y="254"/>
                </a:lnTo>
                <a:lnTo>
                  <a:pt x="3812" y="255"/>
                </a:lnTo>
                <a:lnTo>
                  <a:pt x="3813" y="255"/>
                </a:lnTo>
                <a:lnTo>
                  <a:pt x="3813" y="256"/>
                </a:lnTo>
                <a:lnTo>
                  <a:pt x="3814" y="256"/>
                </a:lnTo>
                <a:lnTo>
                  <a:pt x="3815" y="256"/>
                </a:lnTo>
                <a:lnTo>
                  <a:pt x="3815" y="257"/>
                </a:lnTo>
                <a:lnTo>
                  <a:pt x="3816" y="258"/>
                </a:lnTo>
                <a:lnTo>
                  <a:pt x="3816" y="257"/>
                </a:lnTo>
                <a:lnTo>
                  <a:pt x="3817" y="257"/>
                </a:lnTo>
                <a:lnTo>
                  <a:pt x="3817" y="258"/>
                </a:lnTo>
                <a:lnTo>
                  <a:pt x="3818" y="258"/>
                </a:lnTo>
                <a:lnTo>
                  <a:pt x="3818" y="259"/>
                </a:lnTo>
                <a:lnTo>
                  <a:pt x="3820" y="260"/>
                </a:lnTo>
                <a:lnTo>
                  <a:pt x="3822" y="261"/>
                </a:lnTo>
                <a:lnTo>
                  <a:pt x="3822" y="262"/>
                </a:lnTo>
                <a:lnTo>
                  <a:pt x="3824" y="263"/>
                </a:lnTo>
                <a:lnTo>
                  <a:pt x="3825" y="263"/>
                </a:lnTo>
                <a:lnTo>
                  <a:pt x="3825" y="264"/>
                </a:lnTo>
                <a:lnTo>
                  <a:pt x="3826" y="265"/>
                </a:lnTo>
                <a:lnTo>
                  <a:pt x="3828" y="266"/>
                </a:lnTo>
                <a:lnTo>
                  <a:pt x="3828" y="267"/>
                </a:lnTo>
                <a:lnTo>
                  <a:pt x="3828" y="268"/>
                </a:lnTo>
                <a:lnTo>
                  <a:pt x="3829" y="268"/>
                </a:lnTo>
                <a:lnTo>
                  <a:pt x="3830" y="268"/>
                </a:lnTo>
                <a:lnTo>
                  <a:pt x="3830" y="269"/>
                </a:lnTo>
                <a:lnTo>
                  <a:pt x="3831" y="269"/>
                </a:lnTo>
                <a:lnTo>
                  <a:pt x="3831" y="270"/>
                </a:lnTo>
                <a:lnTo>
                  <a:pt x="3832" y="270"/>
                </a:lnTo>
                <a:lnTo>
                  <a:pt x="3833" y="270"/>
                </a:lnTo>
                <a:lnTo>
                  <a:pt x="3834" y="271"/>
                </a:lnTo>
                <a:lnTo>
                  <a:pt x="3834" y="272"/>
                </a:lnTo>
                <a:lnTo>
                  <a:pt x="3833" y="272"/>
                </a:lnTo>
                <a:lnTo>
                  <a:pt x="3833" y="273"/>
                </a:lnTo>
                <a:lnTo>
                  <a:pt x="3832" y="273"/>
                </a:lnTo>
                <a:lnTo>
                  <a:pt x="3833" y="273"/>
                </a:lnTo>
                <a:lnTo>
                  <a:pt x="3834" y="274"/>
                </a:lnTo>
                <a:lnTo>
                  <a:pt x="3833" y="274"/>
                </a:lnTo>
                <a:lnTo>
                  <a:pt x="3834" y="274"/>
                </a:lnTo>
                <a:lnTo>
                  <a:pt x="3835" y="274"/>
                </a:lnTo>
                <a:lnTo>
                  <a:pt x="3836" y="275"/>
                </a:lnTo>
                <a:lnTo>
                  <a:pt x="3836" y="276"/>
                </a:lnTo>
                <a:lnTo>
                  <a:pt x="3837" y="276"/>
                </a:lnTo>
                <a:lnTo>
                  <a:pt x="3838" y="276"/>
                </a:lnTo>
                <a:lnTo>
                  <a:pt x="3838" y="277"/>
                </a:lnTo>
                <a:lnTo>
                  <a:pt x="3839" y="278"/>
                </a:lnTo>
                <a:lnTo>
                  <a:pt x="3839" y="279"/>
                </a:lnTo>
                <a:lnTo>
                  <a:pt x="3840" y="279"/>
                </a:lnTo>
                <a:lnTo>
                  <a:pt x="3841" y="279"/>
                </a:lnTo>
                <a:lnTo>
                  <a:pt x="3841" y="280"/>
                </a:lnTo>
                <a:lnTo>
                  <a:pt x="3841" y="281"/>
                </a:lnTo>
                <a:lnTo>
                  <a:pt x="3842" y="281"/>
                </a:lnTo>
                <a:lnTo>
                  <a:pt x="3842" y="282"/>
                </a:lnTo>
                <a:lnTo>
                  <a:pt x="3842" y="283"/>
                </a:lnTo>
                <a:lnTo>
                  <a:pt x="3843" y="283"/>
                </a:lnTo>
                <a:lnTo>
                  <a:pt x="3844" y="283"/>
                </a:lnTo>
                <a:lnTo>
                  <a:pt x="3845" y="284"/>
                </a:lnTo>
                <a:lnTo>
                  <a:pt x="3845" y="285"/>
                </a:lnTo>
                <a:lnTo>
                  <a:pt x="3846" y="286"/>
                </a:lnTo>
                <a:lnTo>
                  <a:pt x="3847" y="287"/>
                </a:lnTo>
                <a:lnTo>
                  <a:pt x="3848" y="287"/>
                </a:lnTo>
                <a:lnTo>
                  <a:pt x="3849" y="287"/>
                </a:lnTo>
                <a:lnTo>
                  <a:pt x="3850" y="288"/>
                </a:lnTo>
                <a:lnTo>
                  <a:pt x="3849" y="289"/>
                </a:lnTo>
                <a:lnTo>
                  <a:pt x="3850" y="289"/>
                </a:lnTo>
                <a:lnTo>
                  <a:pt x="3851" y="289"/>
                </a:lnTo>
                <a:lnTo>
                  <a:pt x="3852" y="289"/>
                </a:lnTo>
                <a:lnTo>
                  <a:pt x="3853" y="289"/>
                </a:lnTo>
                <a:lnTo>
                  <a:pt x="3854" y="290"/>
                </a:lnTo>
                <a:lnTo>
                  <a:pt x="3854" y="291"/>
                </a:lnTo>
                <a:lnTo>
                  <a:pt x="3855" y="292"/>
                </a:lnTo>
                <a:lnTo>
                  <a:pt x="3855" y="293"/>
                </a:lnTo>
                <a:lnTo>
                  <a:pt x="3856" y="293"/>
                </a:lnTo>
                <a:lnTo>
                  <a:pt x="3857" y="294"/>
                </a:lnTo>
                <a:lnTo>
                  <a:pt x="3856" y="294"/>
                </a:lnTo>
                <a:lnTo>
                  <a:pt x="3856" y="295"/>
                </a:lnTo>
                <a:lnTo>
                  <a:pt x="3857" y="295"/>
                </a:lnTo>
                <a:lnTo>
                  <a:pt x="3858" y="297"/>
                </a:lnTo>
                <a:lnTo>
                  <a:pt x="3859" y="298"/>
                </a:lnTo>
                <a:lnTo>
                  <a:pt x="3860" y="298"/>
                </a:lnTo>
                <a:lnTo>
                  <a:pt x="3862" y="301"/>
                </a:lnTo>
                <a:lnTo>
                  <a:pt x="3863" y="301"/>
                </a:lnTo>
                <a:lnTo>
                  <a:pt x="3864" y="302"/>
                </a:lnTo>
                <a:lnTo>
                  <a:pt x="3865" y="302"/>
                </a:lnTo>
                <a:lnTo>
                  <a:pt x="3865" y="303"/>
                </a:lnTo>
                <a:lnTo>
                  <a:pt x="3865" y="304"/>
                </a:lnTo>
                <a:lnTo>
                  <a:pt x="3866" y="305"/>
                </a:lnTo>
                <a:lnTo>
                  <a:pt x="3865" y="307"/>
                </a:lnTo>
                <a:lnTo>
                  <a:pt x="3865" y="308"/>
                </a:lnTo>
                <a:lnTo>
                  <a:pt x="3865" y="309"/>
                </a:lnTo>
                <a:lnTo>
                  <a:pt x="3867" y="309"/>
                </a:lnTo>
                <a:lnTo>
                  <a:pt x="3868" y="308"/>
                </a:lnTo>
                <a:lnTo>
                  <a:pt x="3869" y="308"/>
                </a:lnTo>
                <a:lnTo>
                  <a:pt x="3871" y="308"/>
                </a:lnTo>
                <a:lnTo>
                  <a:pt x="3872" y="308"/>
                </a:lnTo>
                <a:lnTo>
                  <a:pt x="3873" y="307"/>
                </a:lnTo>
                <a:lnTo>
                  <a:pt x="3874" y="307"/>
                </a:lnTo>
                <a:lnTo>
                  <a:pt x="3876" y="308"/>
                </a:lnTo>
                <a:lnTo>
                  <a:pt x="3877" y="308"/>
                </a:lnTo>
                <a:lnTo>
                  <a:pt x="3877" y="309"/>
                </a:lnTo>
                <a:lnTo>
                  <a:pt x="3878" y="310"/>
                </a:lnTo>
                <a:lnTo>
                  <a:pt x="3879" y="310"/>
                </a:lnTo>
                <a:lnTo>
                  <a:pt x="3879" y="311"/>
                </a:lnTo>
                <a:lnTo>
                  <a:pt x="3879" y="312"/>
                </a:lnTo>
                <a:lnTo>
                  <a:pt x="3880" y="312"/>
                </a:lnTo>
                <a:lnTo>
                  <a:pt x="3880" y="313"/>
                </a:lnTo>
                <a:lnTo>
                  <a:pt x="3880" y="314"/>
                </a:lnTo>
                <a:lnTo>
                  <a:pt x="3881" y="314"/>
                </a:lnTo>
                <a:lnTo>
                  <a:pt x="3882" y="315"/>
                </a:lnTo>
                <a:lnTo>
                  <a:pt x="3882" y="316"/>
                </a:lnTo>
                <a:lnTo>
                  <a:pt x="3881" y="316"/>
                </a:lnTo>
                <a:lnTo>
                  <a:pt x="3881" y="317"/>
                </a:lnTo>
                <a:lnTo>
                  <a:pt x="3883" y="318"/>
                </a:lnTo>
                <a:lnTo>
                  <a:pt x="3884" y="318"/>
                </a:lnTo>
                <a:lnTo>
                  <a:pt x="3884" y="319"/>
                </a:lnTo>
                <a:lnTo>
                  <a:pt x="3883" y="320"/>
                </a:lnTo>
                <a:lnTo>
                  <a:pt x="3883" y="321"/>
                </a:lnTo>
                <a:lnTo>
                  <a:pt x="3883" y="322"/>
                </a:lnTo>
                <a:lnTo>
                  <a:pt x="3884" y="323"/>
                </a:lnTo>
                <a:lnTo>
                  <a:pt x="3885" y="323"/>
                </a:lnTo>
                <a:lnTo>
                  <a:pt x="3886" y="322"/>
                </a:lnTo>
                <a:lnTo>
                  <a:pt x="3886" y="323"/>
                </a:lnTo>
                <a:lnTo>
                  <a:pt x="3887" y="323"/>
                </a:lnTo>
                <a:lnTo>
                  <a:pt x="3888" y="322"/>
                </a:lnTo>
                <a:lnTo>
                  <a:pt x="3889" y="322"/>
                </a:lnTo>
                <a:lnTo>
                  <a:pt x="3890" y="322"/>
                </a:lnTo>
                <a:lnTo>
                  <a:pt x="3890" y="323"/>
                </a:lnTo>
                <a:lnTo>
                  <a:pt x="3890" y="324"/>
                </a:lnTo>
                <a:lnTo>
                  <a:pt x="3891" y="324"/>
                </a:lnTo>
                <a:lnTo>
                  <a:pt x="3891" y="323"/>
                </a:lnTo>
                <a:lnTo>
                  <a:pt x="3892" y="323"/>
                </a:lnTo>
                <a:lnTo>
                  <a:pt x="3892" y="324"/>
                </a:lnTo>
                <a:lnTo>
                  <a:pt x="3891" y="324"/>
                </a:lnTo>
                <a:lnTo>
                  <a:pt x="3891" y="325"/>
                </a:lnTo>
                <a:lnTo>
                  <a:pt x="3892" y="325"/>
                </a:lnTo>
                <a:lnTo>
                  <a:pt x="3893" y="326"/>
                </a:lnTo>
                <a:lnTo>
                  <a:pt x="3893" y="327"/>
                </a:lnTo>
                <a:lnTo>
                  <a:pt x="3894" y="327"/>
                </a:lnTo>
                <a:lnTo>
                  <a:pt x="3895" y="327"/>
                </a:lnTo>
                <a:lnTo>
                  <a:pt x="3895" y="326"/>
                </a:lnTo>
                <a:lnTo>
                  <a:pt x="3896" y="326"/>
                </a:lnTo>
                <a:lnTo>
                  <a:pt x="3896" y="325"/>
                </a:lnTo>
                <a:lnTo>
                  <a:pt x="3897" y="324"/>
                </a:lnTo>
                <a:lnTo>
                  <a:pt x="3897" y="323"/>
                </a:lnTo>
                <a:lnTo>
                  <a:pt x="3898" y="323"/>
                </a:lnTo>
                <a:lnTo>
                  <a:pt x="3899" y="323"/>
                </a:lnTo>
                <a:lnTo>
                  <a:pt x="3899" y="324"/>
                </a:lnTo>
                <a:lnTo>
                  <a:pt x="3899" y="325"/>
                </a:lnTo>
                <a:lnTo>
                  <a:pt x="3900" y="325"/>
                </a:lnTo>
                <a:lnTo>
                  <a:pt x="3900" y="324"/>
                </a:lnTo>
                <a:lnTo>
                  <a:pt x="3900" y="323"/>
                </a:lnTo>
                <a:lnTo>
                  <a:pt x="3900" y="324"/>
                </a:lnTo>
                <a:lnTo>
                  <a:pt x="3901" y="324"/>
                </a:lnTo>
                <a:lnTo>
                  <a:pt x="3900" y="325"/>
                </a:lnTo>
                <a:lnTo>
                  <a:pt x="3900" y="327"/>
                </a:lnTo>
                <a:lnTo>
                  <a:pt x="3901" y="327"/>
                </a:lnTo>
                <a:lnTo>
                  <a:pt x="3901" y="328"/>
                </a:lnTo>
                <a:lnTo>
                  <a:pt x="3900" y="328"/>
                </a:lnTo>
                <a:lnTo>
                  <a:pt x="3899" y="329"/>
                </a:lnTo>
                <a:lnTo>
                  <a:pt x="3899" y="330"/>
                </a:lnTo>
                <a:lnTo>
                  <a:pt x="3900" y="330"/>
                </a:lnTo>
                <a:lnTo>
                  <a:pt x="3901" y="330"/>
                </a:lnTo>
                <a:lnTo>
                  <a:pt x="3901" y="331"/>
                </a:lnTo>
                <a:lnTo>
                  <a:pt x="3900" y="330"/>
                </a:lnTo>
                <a:lnTo>
                  <a:pt x="3899" y="331"/>
                </a:lnTo>
                <a:lnTo>
                  <a:pt x="3900" y="331"/>
                </a:lnTo>
                <a:lnTo>
                  <a:pt x="3901" y="331"/>
                </a:lnTo>
                <a:lnTo>
                  <a:pt x="3902" y="332"/>
                </a:lnTo>
                <a:lnTo>
                  <a:pt x="3903" y="332"/>
                </a:lnTo>
                <a:lnTo>
                  <a:pt x="3903" y="333"/>
                </a:lnTo>
                <a:lnTo>
                  <a:pt x="3904" y="333"/>
                </a:lnTo>
                <a:lnTo>
                  <a:pt x="3905" y="333"/>
                </a:lnTo>
                <a:lnTo>
                  <a:pt x="3905" y="332"/>
                </a:lnTo>
                <a:lnTo>
                  <a:pt x="3906" y="332"/>
                </a:lnTo>
                <a:lnTo>
                  <a:pt x="3906" y="333"/>
                </a:lnTo>
                <a:lnTo>
                  <a:pt x="3906" y="334"/>
                </a:lnTo>
                <a:lnTo>
                  <a:pt x="3905" y="334"/>
                </a:lnTo>
                <a:lnTo>
                  <a:pt x="3905" y="335"/>
                </a:lnTo>
                <a:lnTo>
                  <a:pt x="3906" y="335"/>
                </a:lnTo>
                <a:lnTo>
                  <a:pt x="3907" y="335"/>
                </a:lnTo>
                <a:lnTo>
                  <a:pt x="3908" y="335"/>
                </a:lnTo>
                <a:lnTo>
                  <a:pt x="3908" y="336"/>
                </a:lnTo>
                <a:lnTo>
                  <a:pt x="3909" y="336"/>
                </a:lnTo>
                <a:lnTo>
                  <a:pt x="3909" y="337"/>
                </a:lnTo>
                <a:lnTo>
                  <a:pt x="3910" y="337"/>
                </a:lnTo>
                <a:lnTo>
                  <a:pt x="3910" y="336"/>
                </a:lnTo>
                <a:lnTo>
                  <a:pt x="3911" y="336"/>
                </a:lnTo>
                <a:lnTo>
                  <a:pt x="3912" y="336"/>
                </a:lnTo>
                <a:lnTo>
                  <a:pt x="3912" y="337"/>
                </a:lnTo>
                <a:lnTo>
                  <a:pt x="3912" y="338"/>
                </a:lnTo>
                <a:lnTo>
                  <a:pt x="3912" y="339"/>
                </a:lnTo>
                <a:lnTo>
                  <a:pt x="3911" y="339"/>
                </a:lnTo>
                <a:lnTo>
                  <a:pt x="3911" y="338"/>
                </a:lnTo>
                <a:lnTo>
                  <a:pt x="3910" y="338"/>
                </a:lnTo>
                <a:lnTo>
                  <a:pt x="3910" y="339"/>
                </a:lnTo>
                <a:lnTo>
                  <a:pt x="3911" y="339"/>
                </a:lnTo>
                <a:lnTo>
                  <a:pt x="3912" y="339"/>
                </a:lnTo>
                <a:lnTo>
                  <a:pt x="3911" y="342"/>
                </a:lnTo>
                <a:lnTo>
                  <a:pt x="3911" y="343"/>
                </a:lnTo>
                <a:lnTo>
                  <a:pt x="3910" y="344"/>
                </a:lnTo>
                <a:lnTo>
                  <a:pt x="3911" y="345"/>
                </a:lnTo>
                <a:lnTo>
                  <a:pt x="3911" y="346"/>
                </a:lnTo>
                <a:lnTo>
                  <a:pt x="3912" y="346"/>
                </a:lnTo>
                <a:lnTo>
                  <a:pt x="3913" y="347"/>
                </a:lnTo>
                <a:lnTo>
                  <a:pt x="3913" y="348"/>
                </a:lnTo>
                <a:lnTo>
                  <a:pt x="3912" y="348"/>
                </a:lnTo>
                <a:lnTo>
                  <a:pt x="3912" y="349"/>
                </a:lnTo>
                <a:lnTo>
                  <a:pt x="3913" y="350"/>
                </a:lnTo>
                <a:lnTo>
                  <a:pt x="3914" y="350"/>
                </a:lnTo>
                <a:lnTo>
                  <a:pt x="3915" y="349"/>
                </a:lnTo>
                <a:lnTo>
                  <a:pt x="3916" y="348"/>
                </a:lnTo>
                <a:lnTo>
                  <a:pt x="3916" y="349"/>
                </a:lnTo>
                <a:lnTo>
                  <a:pt x="3916" y="351"/>
                </a:lnTo>
                <a:lnTo>
                  <a:pt x="3916" y="352"/>
                </a:lnTo>
                <a:lnTo>
                  <a:pt x="3916" y="353"/>
                </a:lnTo>
                <a:lnTo>
                  <a:pt x="3914" y="356"/>
                </a:lnTo>
                <a:lnTo>
                  <a:pt x="3914" y="357"/>
                </a:lnTo>
                <a:lnTo>
                  <a:pt x="3915" y="358"/>
                </a:lnTo>
                <a:lnTo>
                  <a:pt x="3915" y="360"/>
                </a:lnTo>
                <a:lnTo>
                  <a:pt x="3914" y="360"/>
                </a:lnTo>
                <a:lnTo>
                  <a:pt x="3914" y="359"/>
                </a:lnTo>
                <a:lnTo>
                  <a:pt x="3913" y="359"/>
                </a:lnTo>
                <a:lnTo>
                  <a:pt x="3912" y="360"/>
                </a:lnTo>
                <a:lnTo>
                  <a:pt x="3912" y="361"/>
                </a:lnTo>
                <a:lnTo>
                  <a:pt x="3913" y="363"/>
                </a:lnTo>
                <a:lnTo>
                  <a:pt x="3913" y="364"/>
                </a:lnTo>
                <a:lnTo>
                  <a:pt x="3914" y="364"/>
                </a:lnTo>
                <a:lnTo>
                  <a:pt x="3914" y="365"/>
                </a:lnTo>
                <a:lnTo>
                  <a:pt x="3913" y="365"/>
                </a:lnTo>
                <a:lnTo>
                  <a:pt x="3912" y="364"/>
                </a:lnTo>
                <a:lnTo>
                  <a:pt x="3911" y="364"/>
                </a:lnTo>
                <a:lnTo>
                  <a:pt x="3911" y="365"/>
                </a:lnTo>
                <a:lnTo>
                  <a:pt x="3910" y="365"/>
                </a:lnTo>
                <a:lnTo>
                  <a:pt x="3910" y="366"/>
                </a:lnTo>
                <a:lnTo>
                  <a:pt x="3911" y="366"/>
                </a:lnTo>
                <a:lnTo>
                  <a:pt x="3911" y="367"/>
                </a:lnTo>
                <a:lnTo>
                  <a:pt x="3910" y="367"/>
                </a:lnTo>
                <a:lnTo>
                  <a:pt x="3910" y="369"/>
                </a:lnTo>
                <a:lnTo>
                  <a:pt x="3911" y="369"/>
                </a:lnTo>
                <a:lnTo>
                  <a:pt x="3911" y="370"/>
                </a:lnTo>
                <a:lnTo>
                  <a:pt x="3911" y="372"/>
                </a:lnTo>
                <a:lnTo>
                  <a:pt x="3910" y="372"/>
                </a:lnTo>
                <a:lnTo>
                  <a:pt x="3909" y="372"/>
                </a:lnTo>
                <a:lnTo>
                  <a:pt x="3908" y="372"/>
                </a:lnTo>
                <a:lnTo>
                  <a:pt x="3908" y="371"/>
                </a:lnTo>
                <a:lnTo>
                  <a:pt x="3908" y="370"/>
                </a:lnTo>
                <a:lnTo>
                  <a:pt x="3908" y="368"/>
                </a:lnTo>
                <a:lnTo>
                  <a:pt x="3907" y="368"/>
                </a:lnTo>
                <a:lnTo>
                  <a:pt x="3907" y="367"/>
                </a:lnTo>
                <a:lnTo>
                  <a:pt x="3906" y="367"/>
                </a:lnTo>
                <a:lnTo>
                  <a:pt x="3905" y="367"/>
                </a:lnTo>
                <a:lnTo>
                  <a:pt x="3905" y="369"/>
                </a:lnTo>
                <a:lnTo>
                  <a:pt x="3905" y="370"/>
                </a:lnTo>
                <a:lnTo>
                  <a:pt x="3905" y="372"/>
                </a:lnTo>
                <a:lnTo>
                  <a:pt x="3905" y="373"/>
                </a:lnTo>
                <a:lnTo>
                  <a:pt x="3904" y="373"/>
                </a:lnTo>
                <a:lnTo>
                  <a:pt x="3904" y="374"/>
                </a:lnTo>
                <a:lnTo>
                  <a:pt x="3905" y="374"/>
                </a:lnTo>
                <a:lnTo>
                  <a:pt x="3906" y="374"/>
                </a:lnTo>
                <a:lnTo>
                  <a:pt x="3906" y="375"/>
                </a:lnTo>
                <a:lnTo>
                  <a:pt x="3906" y="376"/>
                </a:lnTo>
                <a:lnTo>
                  <a:pt x="3905" y="376"/>
                </a:lnTo>
                <a:lnTo>
                  <a:pt x="3905" y="377"/>
                </a:lnTo>
                <a:lnTo>
                  <a:pt x="3904" y="377"/>
                </a:lnTo>
                <a:lnTo>
                  <a:pt x="3903" y="377"/>
                </a:lnTo>
                <a:lnTo>
                  <a:pt x="3902" y="378"/>
                </a:lnTo>
                <a:lnTo>
                  <a:pt x="3902" y="377"/>
                </a:lnTo>
                <a:lnTo>
                  <a:pt x="3901" y="377"/>
                </a:lnTo>
                <a:lnTo>
                  <a:pt x="3900" y="377"/>
                </a:lnTo>
                <a:lnTo>
                  <a:pt x="3899" y="377"/>
                </a:lnTo>
                <a:lnTo>
                  <a:pt x="3899" y="378"/>
                </a:lnTo>
                <a:lnTo>
                  <a:pt x="3900" y="378"/>
                </a:lnTo>
                <a:lnTo>
                  <a:pt x="3902" y="378"/>
                </a:lnTo>
                <a:lnTo>
                  <a:pt x="3903" y="379"/>
                </a:lnTo>
                <a:lnTo>
                  <a:pt x="3903" y="380"/>
                </a:lnTo>
                <a:lnTo>
                  <a:pt x="3903" y="381"/>
                </a:lnTo>
                <a:lnTo>
                  <a:pt x="3903" y="382"/>
                </a:lnTo>
                <a:lnTo>
                  <a:pt x="3903" y="383"/>
                </a:lnTo>
                <a:lnTo>
                  <a:pt x="3902" y="384"/>
                </a:lnTo>
                <a:lnTo>
                  <a:pt x="3901" y="384"/>
                </a:lnTo>
                <a:lnTo>
                  <a:pt x="3900" y="384"/>
                </a:lnTo>
                <a:lnTo>
                  <a:pt x="3899" y="385"/>
                </a:lnTo>
                <a:lnTo>
                  <a:pt x="3898" y="385"/>
                </a:lnTo>
                <a:lnTo>
                  <a:pt x="3898" y="386"/>
                </a:lnTo>
                <a:lnTo>
                  <a:pt x="3899" y="387"/>
                </a:lnTo>
                <a:lnTo>
                  <a:pt x="3900" y="387"/>
                </a:lnTo>
                <a:lnTo>
                  <a:pt x="3900" y="388"/>
                </a:lnTo>
                <a:lnTo>
                  <a:pt x="3900" y="389"/>
                </a:lnTo>
                <a:lnTo>
                  <a:pt x="3899" y="389"/>
                </a:lnTo>
                <a:lnTo>
                  <a:pt x="3899" y="390"/>
                </a:lnTo>
                <a:lnTo>
                  <a:pt x="3898" y="390"/>
                </a:lnTo>
                <a:lnTo>
                  <a:pt x="3897" y="391"/>
                </a:lnTo>
                <a:lnTo>
                  <a:pt x="3897" y="392"/>
                </a:lnTo>
                <a:lnTo>
                  <a:pt x="3896" y="392"/>
                </a:lnTo>
                <a:lnTo>
                  <a:pt x="3895" y="392"/>
                </a:lnTo>
                <a:lnTo>
                  <a:pt x="3895" y="391"/>
                </a:lnTo>
                <a:lnTo>
                  <a:pt x="3894" y="391"/>
                </a:lnTo>
                <a:lnTo>
                  <a:pt x="3894" y="392"/>
                </a:lnTo>
                <a:lnTo>
                  <a:pt x="3893" y="393"/>
                </a:lnTo>
                <a:lnTo>
                  <a:pt x="3893" y="394"/>
                </a:lnTo>
                <a:lnTo>
                  <a:pt x="3894" y="394"/>
                </a:lnTo>
                <a:lnTo>
                  <a:pt x="3894" y="395"/>
                </a:lnTo>
                <a:lnTo>
                  <a:pt x="3895" y="395"/>
                </a:lnTo>
                <a:lnTo>
                  <a:pt x="3896" y="396"/>
                </a:lnTo>
                <a:lnTo>
                  <a:pt x="3896" y="397"/>
                </a:lnTo>
                <a:lnTo>
                  <a:pt x="3896" y="398"/>
                </a:lnTo>
                <a:lnTo>
                  <a:pt x="3896" y="399"/>
                </a:lnTo>
                <a:lnTo>
                  <a:pt x="3895" y="399"/>
                </a:lnTo>
                <a:lnTo>
                  <a:pt x="3894" y="399"/>
                </a:lnTo>
                <a:lnTo>
                  <a:pt x="3894" y="398"/>
                </a:lnTo>
                <a:lnTo>
                  <a:pt x="3893" y="398"/>
                </a:lnTo>
                <a:lnTo>
                  <a:pt x="3892" y="398"/>
                </a:lnTo>
                <a:lnTo>
                  <a:pt x="3892" y="397"/>
                </a:lnTo>
                <a:lnTo>
                  <a:pt x="3891" y="397"/>
                </a:lnTo>
                <a:lnTo>
                  <a:pt x="3890" y="397"/>
                </a:lnTo>
                <a:lnTo>
                  <a:pt x="3889" y="397"/>
                </a:lnTo>
                <a:lnTo>
                  <a:pt x="3888" y="398"/>
                </a:lnTo>
                <a:lnTo>
                  <a:pt x="3887" y="398"/>
                </a:lnTo>
                <a:lnTo>
                  <a:pt x="3887" y="399"/>
                </a:lnTo>
                <a:lnTo>
                  <a:pt x="3887" y="400"/>
                </a:lnTo>
                <a:lnTo>
                  <a:pt x="3886" y="401"/>
                </a:lnTo>
                <a:lnTo>
                  <a:pt x="3886" y="402"/>
                </a:lnTo>
                <a:lnTo>
                  <a:pt x="3885" y="403"/>
                </a:lnTo>
                <a:lnTo>
                  <a:pt x="3886" y="403"/>
                </a:lnTo>
                <a:lnTo>
                  <a:pt x="3887" y="403"/>
                </a:lnTo>
                <a:lnTo>
                  <a:pt x="3887" y="402"/>
                </a:lnTo>
                <a:lnTo>
                  <a:pt x="3888" y="402"/>
                </a:lnTo>
                <a:lnTo>
                  <a:pt x="3889" y="402"/>
                </a:lnTo>
                <a:lnTo>
                  <a:pt x="3889" y="403"/>
                </a:lnTo>
                <a:lnTo>
                  <a:pt x="3890" y="403"/>
                </a:lnTo>
                <a:lnTo>
                  <a:pt x="3891" y="403"/>
                </a:lnTo>
                <a:lnTo>
                  <a:pt x="3891" y="404"/>
                </a:lnTo>
                <a:lnTo>
                  <a:pt x="3891" y="405"/>
                </a:lnTo>
                <a:lnTo>
                  <a:pt x="3890" y="405"/>
                </a:lnTo>
                <a:lnTo>
                  <a:pt x="3890" y="406"/>
                </a:lnTo>
                <a:lnTo>
                  <a:pt x="3889" y="406"/>
                </a:lnTo>
                <a:lnTo>
                  <a:pt x="3889" y="407"/>
                </a:lnTo>
                <a:lnTo>
                  <a:pt x="3890" y="407"/>
                </a:lnTo>
                <a:lnTo>
                  <a:pt x="3891" y="408"/>
                </a:lnTo>
                <a:lnTo>
                  <a:pt x="3893" y="408"/>
                </a:lnTo>
                <a:lnTo>
                  <a:pt x="3893" y="409"/>
                </a:lnTo>
                <a:lnTo>
                  <a:pt x="3895" y="409"/>
                </a:lnTo>
                <a:lnTo>
                  <a:pt x="3896" y="409"/>
                </a:lnTo>
                <a:lnTo>
                  <a:pt x="3896" y="410"/>
                </a:lnTo>
                <a:lnTo>
                  <a:pt x="3896" y="412"/>
                </a:lnTo>
                <a:lnTo>
                  <a:pt x="3896" y="413"/>
                </a:lnTo>
                <a:lnTo>
                  <a:pt x="3895" y="414"/>
                </a:lnTo>
                <a:lnTo>
                  <a:pt x="3894" y="414"/>
                </a:lnTo>
                <a:lnTo>
                  <a:pt x="3893" y="415"/>
                </a:lnTo>
                <a:lnTo>
                  <a:pt x="3892" y="415"/>
                </a:lnTo>
                <a:lnTo>
                  <a:pt x="3892" y="416"/>
                </a:lnTo>
                <a:lnTo>
                  <a:pt x="3893" y="417"/>
                </a:lnTo>
                <a:lnTo>
                  <a:pt x="3894" y="418"/>
                </a:lnTo>
                <a:lnTo>
                  <a:pt x="3895" y="418"/>
                </a:lnTo>
                <a:lnTo>
                  <a:pt x="3895" y="419"/>
                </a:lnTo>
                <a:lnTo>
                  <a:pt x="3895" y="420"/>
                </a:lnTo>
                <a:lnTo>
                  <a:pt x="3894" y="421"/>
                </a:lnTo>
                <a:lnTo>
                  <a:pt x="3894" y="422"/>
                </a:lnTo>
                <a:lnTo>
                  <a:pt x="3895" y="423"/>
                </a:lnTo>
                <a:lnTo>
                  <a:pt x="3895" y="424"/>
                </a:lnTo>
                <a:lnTo>
                  <a:pt x="3896" y="425"/>
                </a:lnTo>
                <a:lnTo>
                  <a:pt x="3897" y="425"/>
                </a:lnTo>
                <a:lnTo>
                  <a:pt x="3898" y="426"/>
                </a:lnTo>
                <a:lnTo>
                  <a:pt x="3898" y="428"/>
                </a:lnTo>
                <a:lnTo>
                  <a:pt x="3898" y="429"/>
                </a:lnTo>
                <a:lnTo>
                  <a:pt x="3898" y="430"/>
                </a:lnTo>
                <a:lnTo>
                  <a:pt x="3899" y="431"/>
                </a:lnTo>
                <a:lnTo>
                  <a:pt x="3900" y="431"/>
                </a:lnTo>
                <a:lnTo>
                  <a:pt x="3900" y="432"/>
                </a:lnTo>
                <a:lnTo>
                  <a:pt x="3900" y="433"/>
                </a:lnTo>
                <a:lnTo>
                  <a:pt x="3900" y="434"/>
                </a:lnTo>
                <a:lnTo>
                  <a:pt x="3901" y="434"/>
                </a:lnTo>
                <a:lnTo>
                  <a:pt x="3901" y="435"/>
                </a:lnTo>
                <a:lnTo>
                  <a:pt x="3902" y="436"/>
                </a:lnTo>
                <a:lnTo>
                  <a:pt x="3902" y="437"/>
                </a:lnTo>
                <a:lnTo>
                  <a:pt x="3903" y="437"/>
                </a:lnTo>
                <a:lnTo>
                  <a:pt x="3903" y="438"/>
                </a:lnTo>
                <a:lnTo>
                  <a:pt x="3902" y="438"/>
                </a:lnTo>
                <a:lnTo>
                  <a:pt x="3902" y="439"/>
                </a:lnTo>
                <a:lnTo>
                  <a:pt x="3902" y="440"/>
                </a:lnTo>
                <a:lnTo>
                  <a:pt x="3901" y="440"/>
                </a:lnTo>
                <a:lnTo>
                  <a:pt x="3901" y="441"/>
                </a:lnTo>
                <a:lnTo>
                  <a:pt x="3900" y="442"/>
                </a:lnTo>
                <a:lnTo>
                  <a:pt x="3900" y="444"/>
                </a:lnTo>
                <a:lnTo>
                  <a:pt x="3899" y="444"/>
                </a:lnTo>
                <a:lnTo>
                  <a:pt x="3899" y="445"/>
                </a:lnTo>
                <a:lnTo>
                  <a:pt x="3898" y="445"/>
                </a:lnTo>
                <a:lnTo>
                  <a:pt x="3897" y="445"/>
                </a:lnTo>
                <a:lnTo>
                  <a:pt x="3896" y="445"/>
                </a:lnTo>
                <a:lnTo>
                  <a:pt x="3896" y="446"/>
                </a:lnTo>
                <a:lnTo>
                  <a:pt x="3897" y="446"/>
                </a:lnTo>
                <a:lnTo>
                  <a:pt x="3897" y="447"/>
                </a:lnTo>
                <a:lnTo>
                  <a:pt x="3897" y="448"/>
                </a:lnTo>
                <a:lnTo>
                  <a:pt x="3896" y="448"/>
                </a:lnTo>
                <a:lnTo>
                  <a:pt x="3896" y="449"/>
                </a:lnTo>
                <a:lnTo>
                  <a:pt x="3896" y="450"/>
                </a:lnTo>
                <a:lnTo>
                  <a:pt x="3895" y="450"/>
                </a:lnTo>
                <a:lnTo>
                  <a:pt x="3894" y="450"/>
                </a:lnTo>
                <a:lnTo>
                  <a:pt x="3893" y="450"/>
                </a:lnTo>
                <a:lnTo>
                  <a:pt x="3893" y="449"/>
                </a:lnTo>
                <a:lnTo>
                  <a:pt x="3894" y="449"/>
                </a:lnTo>
                <a:lnTo>
                  <a:pt x="3895" y="449"/>
                </a:lnTo>
                <a:lnTo>
                  <a:pt x="3895" y="448"/>
                </a:lnTo>
                <a:lnTo>
                  <a:pt x="3894" y="448"/>
                </a:lnTo>
                <a:lnTo>
                  <a:pt x="3893" y="448"/>
                </a:lnTo>
                <a:lnTo>
                  <a:pt x="3892" y="448"/>
                </a:lnTo>
                <a:lnTo>
                  <a:pt x="3891" y="449"/>
                </a:lnTo>
                <a:lnTo>
                  <a:pt x="3890" y="450"/>
                </a:lnTo>
                <a:lnTo>
                  <a:pt x="3890" y="451"/>
                </a:lnTo>
                <a:lnTo>
                  <a:pt x="3890" y="452"/>
                </a:lnTo>
                <a:lnTo>
                  <a:pt x="3889" y="453"/>
                </a:lnTo>
                <a:lnTo>
                  <a:pt x="3889" y="454"/>
                </a:lnTo>
                <a:lnTo>
                  <a:pt x="3888" y="454"/>
                </a:lnTo>
                <a:lnTo>
                  <a:pt x="3887" y="454"/>
                </a:lnTo>
                <a:lnTo>
                  <a:pt x="3887" y="455"/>
                </a:lnTo>
                <a:lnTo>
                  <a:pt x="3886" y="455"/>
                </a:lnTo>
                <a:lnTo>
                  <a:pt x="3886" y="456"/>
                </a:lnTo>
                <a:lnTo>
                  <a:pt x="3887" y="456"/>
                </a:lnTo>
                <a:lnTo>
                  <a:pt x="3888" y="456"/>
                </a:lnTo>
                <a:lnTo>
                  <a:pt x="3889" y="456"/>
                </a:lnTo>
                <a:lnTo>
                  <a:pt x="3889" y="457"/>
                </a:lnTo>
                <a:lnTo>
                  <a:pt x="3888" y="457"/>
                </a:lnTo>
                <a:lnTo>
                  <a:pt x="3887" y="457"/>
                </a:lnTo>
                <a:lnTo>
                  <a:pt x="3887" y="458"/>
                </a:lnTo>
                <a:lnTo>
                  <a:pt x="3886" y="458"/>
                </a:lnTo>
                <a:lnTo>
                  <a:pt x="3885" y="458"/>
                </a:lnTo>
                <a:lnTo>
                  <a:pt x="3884" y="460"/>
                </a:lnTo>
                <a:lnTo>
                  <a:pt x="3884" y="462"/>
                </a:lnTo>
                <a:lnTo>
                  <a:pt x="3883" y="463"/>
                </a:lnTo>
                <a:lnTo>
                  <a:pt x="3883" y="464"/>
                </a:lnTo>
                <a:lnTo>
                  <a:pt x="3883" y="465"/>
                </a:lnTo>
                <a:lnTo>
                  <a:pt x="3882" y="466"/>
                </a:lnTo>
                <a:lnTo>
                  <a:pt x="3881" y="466"/>
                </a:lnTo>
                <a:lnTo>
                  <a:pt x="3880" y="466"/>
                </a:lnTo>
                <a:lnTo>
                  <a:pt x="3880" y="465"/>
                </a:lnTo>
                <a:lnTo>
                  <a:pt x="3879" y="465"/>
                </a:lnTo>
                <a:lnTo>
                  <a:pt x="3877" y="465"/>
                </a:lnTo>
                <a:lnTo>
                  <a:pt x="3876" y="465"/>
                </a:lnTo>
                <a:lnTo>
                  <a:pt x="3876" y="466"/>
                </a:lnTo>
                <a:lnTo>
                  <a:pt x="3875" y="466"/>
                </a:lnTo>
                <a:lnTo>
                  <a:pt x="3875" y="467"/>
                </a:lnTo>
                <a:lnTo>
                  <a:pt x="3875" y="468"/>
                </a:lnTo>
                <a:lnTo>
                  <a:pt x="3876" y="468"/>
                </a:lnTo>
                <a:lnTo>
                  <a:pt x="3877" y="468"/>
                </a:lnTo>
                <a:lnTo>
                  <a:pt x="3876" y="468"/>
                </a:lnTo>
                <a:lnTo>
                  <a:pt x="3875" y="468"/>
                </a:lnTo>
                <a:lnTo>
                  <a:pt x="3874" y="468"/>
                </a:lnTo>
                <a:lnTo>
                  <a:pt x="3873" y="468"/>
                </a:lnTo>
                <a:lnTo>
                  <a:pt x="3873" y="469"/>
                </a:lnTo>
                <a:lnTo>
                  <a:pt x="3873" y="470"/>
                </a:lnTo>
                <a:lnTo>
                  <a:pt x="3874" y="471"/>
                </a:lnTo>
                <a:lnTo>
                  <a:pt x="3875" y="471"/>
                </a:lnTo>
                <a:lnTo>
                  <a:pt x="3875" y="472"/>
                </a:lnTo>
                <a:lnTo>
                  <a:pt x="3875" y="473"/>
                </a:lnTo>
                <a:lnTo>
                  <a:pt x="3876" y="473"/>
                </a:lnTo>
                <a:lnTo>
                  <a:pt x="3877" y="474"/>
                </a:lnTo>
                <a:lnTo>
                  <a:pt x="3877" y="475"/>
                </a:lnTo>
                <a:lnTo>
                  <a:pt x="3877" y="476"/>
                </a:lnTo>
                <a:lnTo>
                  <a:pt x="3876" y="476"/>
                </a:lnTo>
                <a:lnTo>
                  <a:pt x="3875" y="476"/>
                </a:lnTo>
                <a:lnTo>
                  <a:pt x="3874" y="476"/>
                </a:lnTo>
                <a:lnTo>
                  <a:pt x="3872" y="474"/>
                </a:lnTo>
                <a:lnTo>
                  <a:pt x="3871" y="474"/>
                </a:lnTo>
                <a:lnTo>
                  <a:pt x="3871" y="473"/>
                </a:lnTo>
                <a:lnTo>
                  <a:pt x="3870" y="473"/>
                </a:lnTo>
                <a:lnTo>
                  <a:pt x="3869" y="474"/>
                </a:lnTo>
                <a:lnTo>
                  <a:pt x="3869" y="475"/>
                </a:lnTo>
                <a:lnTo>
                  <a:pt x="3869" y="476"/>
                </a:lnTo>
                <a:lnTo>
                  <a:pt x="3868" y="476"/>
                </a:lnTo>
                <a:lnTo>
                  <a:pt x="3868" y="477"/>
                </a:lnTo>
                <a:lnTo>
                  <a:pt x="3869" y="477"/>
                </a:lnTo>
                <a:lnTo>
                  <a:pt x="3870" y="477"/>
                </a:lnTo>
                <a:lnTo>
                  <a:pt x="3870" y="478"/>
                </a:lnTo>
                <a:lnTo>
                  <a:pt x="3871" y="480"/>
                </a:lnTo>
                <a:lnTo>
                  <a:pt x="3872" y="481"/>
                </a:lnTo>
                <a:lnTo>
                  <a:pt x="3872" y="482"/>
                </a:lnTo>
                <a:lnTo>
                  <a:pt x="3871" y="482"/>
                </a:lnTo>
                <a:lnTo>
                  <a:pt x="3871" y="483"/>
                </a:lnTo>
                <a:lnTo>
                  <a:pt x="3870" y="483"/>
                </a:lnTo>
                <a:lnTo>
                  <a:pt x="3870" y="484"/>
                </a:lnTo>
                <a:lnTo>
                  <a:pt x="3871" y="484"/>
                </a:lnTo>
                <a:lnTo>
                  <a:pt x="3871" y="485"/>
                </a:lnTo>
                <a:lnTo>
                  <a:pt x="3872" y="485"/>
                </a:lnTo>
                <a:lnTo>
                  <a:pt x="3872" y="484"/>
                </a:lnTo>
                <a:lnTo>
                  <a:pt x="3873" y="484"/>
                </a:lnTo>
                <a:lnTo>
                  <a:pt x="3874" y="484"/>
                </a:lnTo>
                <a:lnTo>
                  <a:pt x="3874" y="485"/>
                </a:lnTo>
                <a:lnTo>
                  <a:pt x="3874" y="486"/>
                </a:lnTo>
                <a:lnTo>
                  <a:pt x="3874" y="487"/>
                </a:lnTo>
                <a:lnTo>
                  <a:pt x="3873" y="487"/>
                </a:lnTo>
                <a:lnTo>
                  <a:pt x="3872" y="487"/>
                </a:lnTo>
                <a:lnTo>
                  <a:pt x="3871" y="487"/>
                </a:lnTo>
                <a:lnTo>
                  <a:pt x="3871" y="488"/>
                </a:lnTo>
                <a:lnTo>
                  <a:pt x="3871" y="489"/>
                </a:lnTo>
                <a:lnTo>
                  <a:pt x="3871" y="490"/>
                </a:lnTo>
                <a:lnTo>
                  <a:pt x="3872" y="490"/>
                </a:lnTo>
                <a:lnTo>
                  <a:pt x="3872" y="491"/>
                </a:lnTo>
                <a:lnTo>
                  <a:pt x="3873" y="491"/>
                </a:lnTo>
                <a:lnTo>
                  <a:pt x="3873" y="492"/>
                </a:lnTo>
                <a:lnTo>
                  <a:pt x="3872" y="492"/>
                </a:lnTo>
                <a:lnTo>
                  <a:pt x="3872" y="493"/>
                </a:lnTo>
                <a:lnTo>
                  <a:pt x="3871" y="493"/>
                </a:lnTo>
                <a:lnTo>
                  <a:pt x="3870" y="493"/>
                </a:lnTo>
                <a:lnTo>
                  <a:pt x="3870" y="494"/>
                </a:lnTo>
                <a:lnTo>
                  <a:pt x="3871" y="494"/>
                </a:lnTo>
                <a:lnTo>
                  <a:pt x="3871" y="495"/>
                </a:lnTo>
                <a:lnTo>
                  <a:pt x="3871" y="494"/>
                </a:lnTo>
                <a:lnTo>
                  <a:pt x="3872" y="494"/>
                </a:lnTo>
                <a:lnTo>
                  <a:pt x="3873" y="494"/>
                </a:lnTo>
                <a:lnTo>
                  <a:pt x="3873" y="495"/>
                </a:lnTo>
                <a:lnTo>
                  <a:pt x="3872" y="496"/>
                </a:lnTo>
                <a:lnTo>
                  <a:pt x="3871" y="496"/>
                </a:lnTo>
                <a:lnTo>
                  <a:pt x="3870" y="496"/>
                </a:lnTo>
                <a:lnTo>
                  <a:pt x="3869" y="496"/>
                </a:lnTo>
                <a:lnTo>
                  <a:pt x="3869" y="497"/>
                </a:lnTo>
                <a:lnTo>
                  <a:pt x="3868" y="498"/>
                </a:lnTo>
                <a:lnTo>
                  <a:pt x="3868" y="499"/>
                </a:lnTo>
                <a:lnTo>
                  <a:pt x="3868" y="500"/>
                </a:lnTo>
                <a:lnTo>
                  <a:pt x="3867" y="500"/>
                </a:lnTo>
                <a:lnTo>
                  <a:pt x="3867" y="499"/>
                </a:lnTo>
                <a:lnTo>
                  <a:pt x="3866" y="499"/>
                </a:lnTo>
                <a:lnTo>
                  <a:pt x="3866" y="500"/>
                </a:lnTo>
                <a:lnTo>
                  <a:pt x="3866" y="501"/>
                </a:lnTo>
                <a:lnTo>
                  <a:pt x="3867" y="502"/>
                </a:lnTo>
                <a:lnTo>
                  <a:pt x="3867" y="503"/>
                </a:lnTo>
                <a:lnTo>
                  <a:pt x="3867" y="504"/>
                </a:lnTo>
                <a:lnTo>
                  <a:pt x="3868" y="505"/>
                </a:lnTo>
                <a:lnTo>
                  <a:pt x="3867" y="506"/>
                </a:lnTo>
                <a:lnTo>
                  <a:pt x="3866" y="506"/>
                </a:lnTo>
                <a:lnTo>
                  <a:pt x="3865" y="506"/>
                </a:lnTo>
                <a:lnTo>
                  <a:pt x="3865" y="507"/>
                </a:lnTo>
                <a:lnTo>
                  <a:pt x="3865" y="508"/>
                </a:lnTo>
                <a:lnTo>
                  <a:pt x="3866" y="508"/>
                </a:lnTo>
                <a:lnTo>
                  <a:pt x="3866" y="509"/>
                </a:lnTo>
                <a:lnTo>
                  <a:pt x="3866" y="510"/>
                </a:lnTo>
                <a:lnTo>
                  <a:pt x="3866" y="511"/>
                </a:lnTo>
                <a:lnTo>
                  <a:pt x="3867" y="511"/>
                </a:lnTo>
                <a:lnTo>
                  <a:pt x="3867" y="512"/>
                </a:lnTo>
                <a:lnTo>
                  <a:pt x="3868" y="512"/>
                </a:lnTo>
                <a:lnTo>
                  <a:pt x="3869" y="512"/>
                </a:lnTo>
                <a:lnTo>
                  <a:pt x="3869" y="513"/>
                </a:lnTo>
                <a:lnTo>
                  <a:pt x="3868" y="513"/>
                </a:lnTo>
                <a:lnTo>
                  <a:pt x="3868" y="514"/>
                </a:lnTo>
                <a:lnTo>
                  <a:pt x="3867" y="513"/>
                </a:lnTo>
                <a:lnTo>
                  <a:pt x="3866" y="513"/>
                </a:lnTo>
                <a:lnTo>
                  <a:pt x="3865" y="513"/>
                </a:lnTo>
                <a:lnTo>
                  <a:pt x="3865" y="514"/>
                </a:lnTo>
                <a:lnTo>
                  <a:pt x="3865" y="515"/>
                </a:lnTo>
                <a:lnTo>
                  <a:pt x="3867" y="515"/>
                </a:lnTo>
                <a:lnTo>
                  <a:pt x="3867" y="516"/>
                </a:lnTo>
                <a:lnTo>
                  <a:pt x="3868" y="517"/>
                </a:lnTo>
                <a:lnTo>
                  <a:pt x="3867" y="517"/>
                </a:lnTo>
                <a:lnTo>
                  <a:pt x="3867" y="518"/>
                </a:lnTo>
                <a:lnTo>
                  <a:pt x="3866" y="519"/>
                </a:lnTo>
                <a:lnTo>
                  <a:pt x="3865" y="519"/>
                </a:lnTo>
                <a:lnTo>
                  <a:pt x="3865" y="520"/>
                </a:lnTo>
                <a:lnTo>
                  <a:pt x="3864" y="520"/>
                </a:lnTo>
                <a:lnTo>
                  <a:pt x="3864" y="521"/>
                </a:lnTo>
                <a:lnTo>
                  <a:pt x="3863" y="521"/>
                </a:lnTo>
                <a:lnTo>
                  <a:pt x="3862" y="521"/>
                </a:lnTo>
                <a:lnTo>
                  <a:pt x="3861" y="521"/>
                </a:lnTo>
                <a:lnTo>
                  <a:pt x="3860" y="521"/>
                </a:lnTo>
                <a:lnTo>
                  <a:pt x="3860" y="522"/>
                </a:lnTo>
                <a:lnTo>
                  <a:pt x="3860" y="523"/>
                </a:lnTo>
                <a:lnTo>
                  <a:pt x="3860" y="524"/>
                </a:lnTo>
                <a:lnTo>
                  <a:pt x="3861" y="524"/>
                </a:lnTo>
                <a:lnTo>
                  <a:pt x="3861" y="525"/>
                </a:lnTo>
                <a:lnTo>
                  <a:pt x="3861" y="526"/>
                </a:lnTo>
                <a:lnTo>
                  <a:pt x="3861" y="527"/>
                </a:lnTo>
                <a:lnTo>
                  <a:pt x="3860" y="527"/>
                </a:lnTo>
                <a:lnTo>
                  <a:pt x="3859" y="527"/>
                </a:lnTo>
                <a:lnTo>
                  <a:pt x="3859" y="528"/>
                </a:lnTo>
                <a:lnTo>
                  <a:pt x="3858" y="528"/>
                </a:lnTo>
                <a:lnTo>
                  <a:pt x="3858" y="529"/>
                </a:lnTo>
                <a:lnTo>
                  <a:pt x="3857" y="529"/>
                </a:lnTo>
                <a:lnTo>
                  <a:pt x="3855" y="529"/>
                </a:lnTo>
                <a:lnTo>
                  <a:pt x="3855" y="530"/>
                </a:lnTo>
                <a:lnTo>
                  <a:pt x="3857" y="531"/>
                </a:lnTo>
                <a:lnTo>
                  <a:pt x="3858" y="532"/>
                </a:lnTo>
                <a:lnTo>
                  <a:pt x="3859" y="532"/>
                </a:lnTo>
                <a:lnTo>
                  <a:pt x="3860" y="532"/>
                </a:lnTo>
                <a:lnTo>
                  <a:pt x="3861" y="532"/>
                </a:lnTo>
                <a:lnTo>
                  <a:pt x="3861" y="533"/>
                </a:lnTo>
                <a:lnTo>
                  <a:pt x="3861" y="534"/>
                </a:lnTo>
                <a:lnTo>
                  <a:pt x="3860" y="534"/>
                </a:lnTo>
                <a:lnTo>
                  <a:pt x="3859" y="534"/>
                </a:lnTo>
                <a:lnTo>
                  <a:pt x="3858" y="534"/>
                </a:lnTo>
                <a:lnTo>
                  <a:pt x="3858" y="535"/>
                </a:lnTo>
                <a:lnTo>
                  <a:pt x="3857" y="535"/>
                </a:lnTo>
                <a:lnTo>
                  <a:pt x="3856" y="535"/>
                </a:lnTo>
                <a:lnTo>
                  <a:pt x="3855" y="535"/>
                </a:lnTo>
                <a:lnTo>
                  <a:pt x="3855" y="536"/>
                </a:lnTo>
                <a:lnTo>
                  <a:pt x="3855" y="537"/>
                </a:lnTo>
                <a:lnTo>
                  <a:pt x="3856" y="537"/>
                </a:lnTo>
                <a:lnTo>
                  <a:pt x="3856" y="538"/>
                </a:lnTo>
                <a:lnTo>
                  <a:pt x="3855" y="538"/>
                </a:lnTo>
                <a:lnTo>
                  <a:pt x="3855" y="539"/>
                </a:lnTo>
                <a:lnTo>
                  <a:pt x="3854" y="538"/>
                </a:lnTo>
                <a:lnTo>
                  <a:pt x="3853" y="537"/>
                </a:lnTo>
                <a:lnTo>
                  <a:pt x="3853" y="536"/>
                </a:lnTo>
                <a:lnTo>
                  <a:pt x="3853" y="535"/>
                </a:lnTo>
                <a:lnTo>
                  <a:pt x="3852" y="535"/>
                </a:lnTo>
                <a:lnTo>
                  <a:pt x="3851" y="535"/>
                </a:lnTo>
                <a:lnTo>
                  <a:pt x="3851" y="536"/>
                </a:lnTo>
                <a:lnTo>
                  <a:pt x="3851" y="537"/>
                </a:lnTo>
                <a:lnTo>
                  <a:pt x="3850" y="537"/>
                </a:lnTo>
                <a:lnTo>
                  <a:pt x="3849" y="538"/>
                </a:lnTo>
                <a:lnTo>
                  <a:pt x="3849" y="539"/>
                </a:lnTo>
                <a:lnTo>
                  <a:pt x="3849" y="540"/>
                </a:lnTo>
                <a:lnTo>
                  <a:pt x="3850" y="540"/>
                </a:lnTo>
                <a:lnTo>
                  <a:pt x="3850" y="541"/>
                </a:lnTo>
                <a:lnTo>
                  <a:pt x="3850" y="542"/>
                </a:lnTo>
                <a:lnTo>
                  <a:pt x="3849" y="542"/>
                </a:lnTo>
                <a:lnTo>
                  <a:pt x="3849" y="543"/>
                </a:lnTo>
                <a:lnTo>
                  <a:pt x="3848" y="543"/>
                </a:lnTo>
                <a:lnTo>
                  <a:pt x="3847" y="543"/>
                </a:lnTo>
                <a:lnTo>
                  <a:pt x="3847" y="544"/>
                </a:lnTo>
                <a:lnTo>
                  <a:pt x="3848" y="544"/>
                </a:lnTo>
                <a:lnTo>
                  <a:pt x="3849" y="544"/>
                </a:lnTo>
                <a:lnTo>
                  <a:pt x="3850" y="544"/>
                </a:lnTo>
                <a:lnTo>
                  <a:pt x="3851" y="544"/>
                </a:lnTo>
                <a:lnTo>
                  <a:pt x="3851" y="545"/>
                </a:lnTo>
                <a:lnTo>
                  <a:pt x="3852" y="545"/>
                </a:lnTo>
                <a:lnTo>
                  <a:pt x="3850" y="547"/>
                </a:lnTo>
                <a:lnTo>
                  <a:pt x="3850" y="548"/>
                </a:lnTo>
                <a:lnTo>
                  <a:pt x="3850" y="549"/>
                </a:lnTo>
                <a:lnTo>
                  <a:pt x="3851" y="549"/>
                </a:lnTo>
                <a:lnTo>
                  <a:pt x="3852" y="549"/>
                </a:lnTo>
                <a:lnTo>
                  <a:pt x="3854" y="549"/>
                </a:lnTo>
                <a:lnTo>
                  <a:pt x="3855" y="549"/>
                </a:lnTo>
                <a:lnTo>
                  <a:pt x="3856" y="549"/>
                </a:lnTo>
                <a:lnTo>
                  <a:pt x="3857" y="549"/>
                </a:lnTo>
                <a:lnTo>
                  <a:pt x="3858" y="549"/>
                </a:lnTo>
                <a:lnTo>
                  <a:pt x="3859" y="549"/>
                </a:lnTo>
                <a:lnTo>
                  <a:pt x="3859" y="550"/>
                </a:lnTo>
                <a:lnTo>
                  <a:pt x="3859" y="551"/>
                </a:lnTo>
                <a:lnTo>
                  <a:pt x="3859" y="552"/>
                </a:lnTo>
                <a:lnTo>
                  <a:pt x="3858" y="552"/>
                </a:lnTo>
                <a:lnTo>
                  <a:pt x="3858" y="553"/>
                </a:lnTo>
                <a:lnTo>
                  <a:pt x="3857" y="553"/>
                </a:lnTo>
                <a:lnTo>
                  <a:pt x="3856" y="553"/>
                </a:lnTo>
                <a:lnTo>
                  <a:pt x="3856" y="554"/>
                </a:lnTo>
                <a:lnTo>
                  <a:pt x="3855" y="553"/>
                </a:lnTo>
                <a:lnTo>
                  <a:pt x="3854" y="553"/>
                </a:lnTo>
                <a:lnTo>
                  <a:pt x="3854" y="552"/>
                </a:lnTo>
                <a:lnTo>
                  <a:pt x="3853" y="552"/>
                </a:lnTo>
                <a:lnTo>
                  <a:pt x="3853" y="551"/>
                </a:lnTo>
                <a:lnTo>
                  <a:pt x="3852" y="552"/>
                </a:lnTo>
                <a:lnTo>
                  <a:pt x="3851" y="552"/>
                </a:lnTo>
                <a:lnTo>
                  <a:pt x="3851" y="553"/>
                </a:lnTo>
                <a:lnTo>
                  <a:pt x="3850" y="554"/>
                </a:lnTo>
                <a:lnTo>
                  <a:pt x="3850" y="555"/>
                </a:lnTo>
                <a:lnTo>
                  <a:pt x="3849" y="555"/>
                </a:lnTo>
                <a:lnTo>
                  <a:pt x="3849" y="556"/>
                </a:lnTo>
                <a:lnTo>
                  <a:pt x="3850" y="556"/>
                </a:lnTo>
                <a:lnTo>
                  <a:pt x="3851" y="556"/>
                </a:lnTo>
                <a:lnTo>
                  <a:pt x="3852" y="556"/>
                </a:lnTo>
                <a:lnTo>
                  <a:pt x="3853" y="556"/>
                </a:lnTo>
                <a:lnTo>
                  <a:pt x="3854" y="556"/>
                </a:lnTo>
                <a:lnTo>
                  <a:pt x="3854" y="557"/>
                </a:lnTo>
                <a:lnTo>
                  <a:pt x="3855" y="557"/>
                </a:lnTo>
                <a:lnTo>
                  <a:pt x="3855" y="558"/>
                </a:lnTo>
                <a:lnTo>
                  <a:pt x="3856" y="558"/>
                </a:lnTo>
                <a:lnTo>
                  <a:pt x="3856" y="559"/>
                </a:lnTo>
                <a:lnTo>
                  <a:pt x="3856" y="560"/>
                </a:lnTo>
                <a:lnTo>
                  <a:pt x="3856" y="561"/>
                </a:lnTo>
                <a:lnTo>
                  <a:pt x="3856" y="562"/>
                </a:lnTo>
                <a:lnTo>
                  <a:pt x="3855" y="563"/>
                </a:lnTo>
                <a:lnTo>
                  <a:pt x="3855" y="564"/>
                </a:lnTo>
                <a:lnTo>
                  <a:pt x="3854" y="564"/>
                </a:lnTo>
                <a:lnTo>
                  <a:pt x="3853" y="565"/>
                </a:lnTo>
                <a:lnTo>
                  <a:pt x="3852" y="565"/>
                </a:lnTo>
                <a:lnTo>
                  <a:pt x="3851" y="565"/>
                </a:lnTo>
                <a:lnTo>
                  <a:pt x="3850" y="566"/>
                </a:lnTo>
                <a:lnTo>
                  <a:pt x="3850" y="567"/>
                </a:lnTo>
                <a:lnTo>
                  <a:pt x="3850" y="568"/>
                </a:lnTo>
                <a:lnTo>
                  <a:pt x="3850" y="569"/>
                </a:lnTo>
                <a:lnTo>
                  <a:pt x="3851" y="570"/>
                </a:lnTo>
                <a:lnTo>
                  <a:pt x="3850" y="570"/>
                </a:lnTo>
                <a:lnTo>
                  <a:pt x="3850" y="572"/>
                </a:lnTo>
                <a:lnTo>
                  <a:pt x="3850" y="573"/>
                </a:lnTo>
                <a:lnTo>
                  <a:pt x="3849" y="573"/>
                </a:lnTo>
                <a:lnTo>
                  <a:pt x="3848" y="573"/>
                </a:lnTo>
                <a:lnTo>
                  <a:pt x="3847" y="573"/>
                </a:lnTo>
                <a:lnTo>
                  <a:pt x="3846" y="573"/>
                </a:lnTo>
                <a:lnTo>
                  <a:pt x="3845" y="573"/>
                </a:lnTo>
                <a:lnTo>
                  <a:pt x="3844" y="574"/>
                </a:lnTo>
                <a:lnTo>
                  <a:pt x="3843" y="574"/>
                </a:lnTo>
                <a:lnTo>
                  <a:pt x="3843" y="575"/>
                </a:lnTo>
                <a:lnTo>
                  <a:pt x="3844" y="575"/>
                </a:lnTo>
                <a:lnTo>
                  <a:pt x="3844" y="576"/>
                </a:lnTo>
                <a:lnTo>
                  <a:pt x="3845" y="576"/>
                </a:lnTo>
                <a:lnTo>
                  <a:pt x="3846" y="577"/>
                </a:lnTo>
                <a:lnTo>
                  <a:pt x="3846" y="578"/>
                </a:lnTo>
                <a:lnTo>
                  <a:pt x="3847" y="578"/>
                </a:lnTo>
                <a:lnTo>
                  <a:pt x="3847" y="579"/>
                </a:lnTo>
                <a:lnTo>
                  <a:pt x="3848" y="579"/>
                </a:lnTo>
                <a:lnTo>
                  <a:pt x="3849" y="579"/>
                </a:lnTo>
                <a:lnTo>
                  <a:pt x="3849" y="580"/>
                </a:lnTo>
                <a:lnTo>
                  <a:pt x="3850" y="580"/>
                </a:lnTo>
                <a:lnTo>
                  <a:pt x="3850" y="581"/>
                </a:lnTo>
                <a:lnTo>
                  <a:pt x="3849" y="582"/>
                </a:lnTo>
                <a:lnTo>
                  <a:pt x="3849" y="583"/>
                </a:lnTo>
                <a:lnTo>
                  <a:pt x="3849" y="584"/>
                </a:lnTo>
                <a:lnTo>
                  <a:pt x="3850" y="584"/>
                </a:lnTo>
                <a:lnTo>
                  <a:pt x="3851" y="585"/>
                </a:lnTo>
                <a:lnTo>
                  <a:pt x="3852" y="585"/>
                </a:lnTo>
                <a:lnTo>
                  <a:pt x="3852" y="586"/>
                </a:lnTo>
                <a:lnTo>
                  <a:pt x="3853" y="586"/>
                </a:lnTo>
                <a:lnTo>
                  <a:pt x="3853" y="587"/>
                </a:lnTo>
                <a:lnTo>
                  <a:pt x="3854" y="588"/>
                </a:lnTo>
                <a:lnTo>
                  <a:pt x="3855" y="589"/>
                </a:lnTo>
                <a:lnTo>
                  <a:pt x="3855" y="590"/>
                </a:lnTo>
                <a:lnTo>
                  <a:pt x="3855" y="591"/>
                </a:lnTo>
                <a:lnTo>
                  <a:pt x="3854" y="591"/>
                </a:lnTo>
                <a:lnTo>
                  <a:pt x="3853" y="591"/>
                </a:lnTo>
                <a:lnTo>
                  <a:pt x="3852" y="591"/>
                </a:lnTo>
                <a:lnTo>
                  <a:pt x="3852" y="592"/>
                </a:lnTo>
                <a:lnTo>
                  <a:pt x="3853" y="592"/>
                </a:lnTo>
                <a:lnTo>
                  <a:pt x="3853" y="593"/>
                </a:lnTo>
                <a:lnTo>
                  <a:pt x="3854" y="593"/>
                </a:lnTo>
                <a:lnTo>
                  <a:pt x="3855" y="594"/>
                </a:lnTo>
                <a:lnTo>
                  <a:pt x="3855" y="595"/>
                </a:lnTo>
                <a:lnTo>
                  <a:pt x="3855" y="596"/>
                </a:lnTo>
                <a:lnTo>
                  <a:pt x="3854" y="597"/>
                </a:lnTo>
                <a:lnTo>
                  <a:pt x="3853" y="597"/>
                </a:lnTo>
                <a:lnTo>
                  <a:pt x="3853" y="598"/>
                </a:lnTo>
                <a:lnTo>
                  <a:pt x="3852" y="598"/>
                </a:lnTo>
                <a:lnTo>
                  <a:pt x="3851" y="598"/>
                </a:lnTo>
                <a:lnTo>
                  <a:pt x="3850" y="598"/>
                </a:lnTo>
                <a:lnTo>
                  <a:pt x="3849" y="599"/>
                </a:lnTo>
                <a:lnTo>
                  <a:pt x="3848" y="599"/>
                </a:lnTo>
                <a:lnTo>
                  <a:pt x="3848" y="600"/>
                </a:lnTo>
                <a:lnTo>
                  <a:pt x="3848" y="601"/>
                </a:lnTo>
                <a:lnTo>
                  <a:pt x="3849" y="601"/>
                </a:lnTo>
                <a:lnTo>
                  <a:pt x="3849" y="602"/>
                </a:lnTo>
                <a:lnTo>
                  <a:pt x="3850" y="602"/>
                </a:lnTo>
                <a:lnTo>
                  <a:pt x="3851" y="602"/>
                </a:lnTo>
                <a:lnTo>
                  <a:pt x="3851" y="603"/>
                </a:lnTo>
                <a:lnTo>
                  <a:pt x="3852" y="603"/>
                </a:lnTo>
                <a:lnTo>
                  <a:pt x="3853" y="603"/>
                </a:lnTo>
                <a:lnTo>
                  <a:pt x="3854" y="604"/>
                </a:lnTo>
                <a:lnTo>
                  <a:pt x="3855" y="605"/>
                </a:lnTo>
                <a:lnTo>
                  <a:pt x="3856" y="605"/>
                </a:lnTo>
                <a:lnTo>
                  <a:pt x="3856" y="606"/>
                </a:lnTo>
                <a:lnTo>
                  <a:pt x="3856" y="607"/>
                </a:lnTo>
                <a:lnTo>
                  <a:pt x="3855" y="607"/>
                </a:lnTo>
                <a:lnTo>
                  <a:pt x="3855" y="608"/>
                </a:lnTo>
                <a:lnTo>
                  <a:pt x="3856" y="608"/>
                </a:lnTo>
                <a:lnTo>
                  <a:pt x="3857" y="609"/>
                </a:lnTo>
                <a:lnTo>
                  <a:pt x="3857" y="611"/>
                </a:lnTo>
                <a:lnTo>
                  <a:pt x="3857" y="613"/>
                </a:lnTo>
                <a:lnTo>
                  <a:pt x="3856" y="614"/>
                </a:lnTo>
                <a:lnTo>
                  <a:pt x="3856" y="615"/>
                </a:lnTo>
                <a:lnTo>
                  <a:pt x="3855" y="615"/>
                </a:lnTo>
                <a:lnTo>
                  <a:pt x="3855" y="616"/>
                </a:lnTo>
                <a:lnTo>
                  <a:pt x="3855" y="617"/>
                </a:lnTo>
                <a:lnTo>
                  <a:pt x="3855" y="618"/>
                </a:lnTo>
                <a:lnTo>
                  <a:pt x="3856" y="618"/>
                </a:lnTo>
                <a:lnTo>
                  <a:pt x="3857" y="618"/>
                </a:lnTo>
                <a:lnTo>
                  <a:pt x="3858" y="619"/>
                </a:lnTo>
                <a:lnTo>
                  <a:pt x="3858" y="620"/>
                </a:lnTo>
                <a:lnTo>
                  <a:pt x="3858" y="621"/>
                </a:lnTo>
                <a:lnTo>
                  <a:pt x="3858" y="623"/>
                </a:lnTo>
                <a:lnTo>
                  <a:pt x="3858" y="624"/>
                </a:lnTo>
                <a:lnTo>
                  <a:pt x="3859" y="625"/>
                </a:lnTo>
                <a:lnTo>
                  <a:pt x="3859" y="626"/>
                </a:lnTo>
                <a:lnTo>
                  <a:pt x="3859" y="627"/>
                </a:lnTo>
                <a:lnTo>
                  <a:pt x="3859" y="628"/>
                </a:lnTo>
                <a:lnTo>
                  <a:pt x="3860" y="629"/>
                </a:lnTo>
                <a:lnTo>
                  <a:pt x="3860" y="630"/>
                </a:lnTo>
                <a:lnTo>
                  <a:pt x="3859" y="632"/>
                </a:lnTo>
                <a:lnTo>
                  <a:pt x="3859" y="633"/>
                </a:lnTo>
                <a:lnTo>
                  <a:pt x="3858" y="634"/>
                </a:lnTo>
                <a:lnTo>
                  <a:pt x="3858" y="635"/>
                </a:lnTo>
                <a:lnTo>
                  <a:pt x="3858" y="636"/>
                </a:lnTo>
                <a:lnTo>
                  <a:pt x="3858" y="637"/>
                </a:lnTo>
                <a:lnTo>
                  <a:pt x="3858" y="638"/>
                </a:lnTo>
                <a:lnTo>
                  <a:pt x="3858" y="639"/>
                </a:lnTo>
                <a:lnTo>
                  <a:pt x="3857" y="638"/>
                </a:lnTo>
                <a:lnTo>
                  <a:pt x="3857" y="637"/>
                </a:lnTo>
                <a:lnTo>
                  <a:pt x="3856" y="637"/>
                </a:lnTo>
                <a:lnTo>
                  <a:pt x="3856" y="636"/>
                </a:lnTo>
                <a:lnTo>
                  <a:pt x="3857" y="636"/>
                </a:lnTo>
                <a:lnTo>
                  <a:pt x="3857" y="635"/>
                </a:lnTo>
                <a:lnTo>
                  <a:pt x="3856" y="634"/>
                </a:lnTo>
                <a:lnTo>
                  <a:pt x="3856" y="633"/>
                </a:lnTo>
                <a:lnTo>
                  <a:pt x="3855" y="633"/>
                </a:lnTo>
                <a:lnTo>
                  <a:pt x="3854" y="633"/>
                </a:lnTo>
                <a:lnTo>
                  <a:pt x="3854" y="632"/>
                </a:lnTo>
                <a:lnTo>
                  <a:pt x="3853" y="632"/>
                </a:lnTo>
                <a:lnTo>
                  <a:pt x="3851" y="632"/>
                </a:lnTo>
                <a:lnTo>
                  <a:pt x="3849" y="631"/>
                </a:lnTo>
                <a:lnTo>
                  <a:pt x="3849" y="632"/>
                </a:lnTo>
                <a:lnTo>
                  <a:pt x="3848" y="632"/>
                </a:lnTo>
                <a:lnTo>
                  <a:pt x="3848" y="633"/>
                </a:lnTo>
                <a:lnTo>
                  <a:pt x="3848" y="634"/>
                </a:lnTo>
                <a:lnTo>
                  <a:pt x="3848" y="635"/>
                </a:lnTo>
                <a:lnTo>
                  <a:pt x="3848" y="636"/>
                </a:lnTo>
                <a:lnTo>
                  <a:pt x="3849" y="638"/>
                </a:lnTo>
                <a:lnTo>
                  <a:pt x="3850" y="639"/>
                </a:lnTo>
                <a:lnTo>
                  <a:pt x="3850" y="640"/>
                </a:lnTo>
                <a:lnTo>
                  <a:pt x="3851" y="640"/>
                </a:lnTo>
                <a:lnTo>
                  <a:pt x="3851" y="641"/>
                </a:lnTo>
                <a:lnTo>
                  <a:pt x="3852" y="642"/>
                </a:lnTo>
                <a:lnTo>
                  <a:pt x="3853" y="642"/>
                </a:lnTo>
                <a:lnTo>
                  <a:pt x="3854" y="642"/>
                </a:lnTo>
                <a:lnTo>
                  <a:pt x="3855" y="641"/>
                </a:lnTo>
                <a:lnTo>
                  <a:pt x="3855" y="640"/>
                </a:lnTo>
                <a:lnTo>
                  <a:pt x="3854" y="640"/>
                </a:lnTo>
                <a:lnTo>
                  <a:pt x="3855" y="639"/>
                </a:lnTo>
                <a:lnTo>
                  <a:pt x="3856" y="639"/>
                </a:lnTo>
                <a:lnTo>
                  <a:pt x="3856" y="640"/>
                </a:lnTo>
                <a:lnTo>
                  <a:pt x="3856" y="641"/>
                </a:lnTo>
                <a:lnTo>
                  <a:pt x="3857" y="642"/>
                </a:lnTo>
                <a:lnTo>
                  <a:pt x="3858" y="643"/>
                </a:lnTo>
                <a:lnTo>
                  <a:pt x="3859" y="643"/>
                </a:lnTo>
                <a:lnTo>
                  <a:pt x="3859" y="644"/>
                </a:lnTo>
                <a:lnTo>
                  <a:pt x="3860" y="644"/>
                </a:lnTo>
                <a:lnTo>
                  <a:pt x="3860" y="645"/>
                </a:lnTo>
                <a:lnTo>
                  <a:pt x="3861" y="645"/>
                </a:lnTo>
                <a:lnTo>
                  <a:pt x="3862" y="646"/>
                </a:lnTo>
                <a:lnTo>
                  <a:pt x="3863" y="645"/>
                </a:lnTo>
                <a:lnTo>
                  <a:pt x="3865" y="645"/>
                </a:lnTo>
                <a:lnTo>
                  <a:pt x="3865" y="646"/>
                </a:lnTo>
                <a:lnTo>
                  <a:pt x="3865" y="647"/>
                </a:lnTo>
                <a:lnTo>
                  <a:pt x="3865" y="648"/>
                </a:lnTo>
                <a:lnTo>
                  <a:pt x="3866" y="648"/>
                </a:lnTo>
                <a:lnTo>
                  <a:pt x="3865" y="649"/>
                </a:lnTo>
                <a:lnTo>
                  <a:pt x="3864" y="650"/>
                </a:lnTo>
                <a:lnTo>
                  <a:pt x="3864" y="651"/>
                </a:lnTo>
                <a:lnTo>
                  <a:pt x="3866" y="651"/>
                </a:lnTo>
                <a:lnTo>
                  <a:pt x="3866" y="652"/>
                </a:lnTo>
                <a:lnTo>
                  <a:pt x="3867" y="653"/>
                </a:lnTo>
                <a:lnTo>
                  <a:pt x="3867" y="654"/>
                </a:lnTo>
                <a:lnTo>
                  <a:pt x="3867" y="655"/>
                </a:lnTo>
                <a:lnTo>
                  <a:pt x="3867" y="656"/>
                </a:lnTo>
                <a:lnTo>
                  <a:pt x="3867" y="657"/>
                </a:lnTo>
                <a:lnTo>
                  <a:pt x="3866" y="657"/>
                </a:lnTo>
                <a:lnTo>
                  <a:pt x="3866" y="656"/>
                </a:lnTo>
                <a:lnTo>
                  <a:pt x="3865" y="656"/>
                </a:lnTo>
                <a:lnTo>
                  <a:pt x="3864" y="656"/>
                </a:lnTo>
                <a:lnTo>
                  <a:pt x="3864" y="657"/>
                </a:lnTo>
                <a:lnTo>
                  <a:pt x="3865" y="657"/>
                </a:lnTo>
                <a:lnTo>
                  <a:pt x="3865" y="658"/>
                </a:lnTo>
                <a:lnTo>
                  <a:pt x="3866" y="659"/>
                </a:lnTo>
                <a:lnTo>
                  <a:pt x="3866" y="660"/>
                </a:lnTo>
                <a:lnTo>
                  <a:pt x="3867" y="660"/>
                </a:lnTo>
                <a:lnTo>
                  <a:pt x="3867" y="661"/>
                </a:lnTo>
                <a:lnTo>
                  <a:pt x="3867" y="662"/>
                </a:lnTo>
                <a:lnTo>
                  <a:pt x="3867" y="663"/>
                </a:lnTo>
                <a:lnTo>
                  <a:pt x="3868" y="663"/>
                </a:lnTo>
                <a:lnTo>
                  <a:pt x="3869" y="663"/>
                </a:lnTo>
                <a:lnTo>
                  <a:pt x="3869" y="662"/>
                </a:lnTo>
                <a:lnTo>
                  <a:pt x="3869" y="663"/>
                </a:lnTo>
                <a:lnTo>
                  <a:pt x="3870" y="663"/>
                </a:lnTo>
                <a:lnTo>
                  <a:pt x="3870" y="664"/>
                </a:lnTo>
                <a:lnTo>
                  <a:pt x="3869" y="664"/>
                </a:lnTo>
                <a:lnTo>
                  <a:pt x="3869" y="665"/>
                </a:lnTo>
                <a:lnTo>
                  <a:pt x="3868" y="665"/>
                </a:lnTo>
                <a:lnTo>
                  <a:pt x="3868" y="666"/>
                </a:lnTo>
                <a:lnTo>
                  <a:pt x="3869" y="666"/>
                </a:lnTo>
                <a:lnTo>
                  <a:pt x="3870" y="667"/>
                </a:lnTo>
                <a:lnTo>
                  <a:pt x="3871" y="667"/>
                </a:lnTo>
                <a:lnTo>
                  <a:pt x="3871" y="668"/>
                </a:lnTo>
                <a:lnTo>
                  <a:pt x="3873" y="670"/>
                </a:lnTo>
                <a:lnTo>
                  <a:pt x="3875" y="671"/>
                </a:lnTo>
                <a:lnTo>
                  <a:pt x="3875" y="672"/>
                </a:lnTo>
                <a:lnTo>
                  <a:pt x="3876" y="672"/>
                </a:lnTo>
                <a:lnTo>
                  <a:pt x="3876" y="673"/>
                </a:lnTo>
                <a:lnTo>
                  <a:pt x="3875" y="673"/>
                </a:lnTo>
                <a:lnTo>
                  <a:pt x="3875" y="674"/>
                </a:lnTo>
                <a:lnTo>
                  <a:pt x="3874" y="675"/>
                </a:lnTo>
                <a:lnTo>
                  <a:pt x="3874" y="676"/>
                </a:lnTo>
                <a:lnTo>
                  <a:pt x="3875" y="676"/>
                </a:lnTo>
                <a:lnTo>
                  <a:pt x="3875" y="677"/>
                </a:lnTo>
                <a:lnTo>
                  <a:pt x="3875" y="679"/>
                </a:lnTo>
                <a:lnTo>
                  <a:pt x="3876" y="681"/>
                </a:lnTo>
                <a:lnTo>
                  <a:pt x="3876" y="682"/>
                </a:lnTo>
                <a:lnTo>
                  <a:pt x="3876" y="683"/>
                </a:lnTo>
                <a:lnTo>
                  <a:pt x="3876" y="684"/>
                </a:lnTo>
                <a:lnTo>
                  <a:pt x="3877" y="684"/>
                </a:lnTo>
                <a:lnTo>
                  <a:pt x="3878" y="684"/>
                </a:lnTo>
                <a:lnTo>
                  <a:pt x="3879" y="685"/>
                </a:lnTo>
                <a:lnTo>
                  <a:pt x="3879" y="686"/>
                </a:lnTo>
                <a:lnTo>
                  <a:pt x="3879" y="687"/>
                </a:lnTo>
                <a:lnTo>
                  <a:pt x="3879" y="688"/>
                </a:lnTo>
                <a:lnTo>
                  <a:pt x="3879" y="689"/>
                </a:lnTo>
                <a:lnTo>
                  <a:pt x="3880" y="689"/>
                </a:lnTo>
                <a:lnTo>
                  <a:pt x="3880" y="690"/>
                </a:lnTo>
                <a:lnTo>
                  <a:pt x="3879" y="690"/>
                </a:lnTo>
                <a:lnTo>
                  <a:pt x="3878" y="690"/>
                </a:lnTo>
                <a:lnTo>
                  <a:pt x="3877" y="690"/>
                </a:lnTo>
                <a:lnTo>
                  <a:pt x="3877" y="691"/>
                </a:lnTo>
                <a:lnTo>
                  <a:pt x="3877" y="692"/>
                </a:lnTo>
                <a:lnTo>
                  <a:pt x="3878" y="692"/>
                </a:lnTo>
                <a:lnTo>
                  <a:pt x="3878" y="693"/>
                </a:lnTo>
                <a:lnTo>
                  <a:pt x="3879" y="694"/>
                </a:lnTo>
                <a:lnTo>
                  <a:pt x="3879" y="695"/>
                </a:lnTo>
                <a:lnTo>
                  <a:pt x="3879" y="696"/>
                </a:lnTo>
                <a:lnTo>
                  <a:pt x="3878" y="696"/>
                </a:lnTo>
                <a:lnTo>
                  <a:pt x="3878" y="697"/>
                </a:lnTo>
                <a:lnTo>
                  <a:pt x="3878" y="698"/>
                </a:lnTo>
                <a:lnTo>
                  <a:pt x="3879" y="698"/>
                </a:lnTo>
                <a:lnTo>
                  <a:pt x="3880" y="698"/>
                </a:lnTo>
                <a:lnTo>
                  <a:pt x="3880" y="699"/>
                </a:lnTo>
                <a:lnTo>
                  <a:pt x="3879" y="700"/>
                </a:lnTo>
                <a:lnTo>
                  <a:pt x="3878" y="702"/>
                </a:lnTo>
                <a:lnTo>
                  <a:pt x="3877" y="703"/>
                </a:lnTo>
                <a:lnTo>
                  <a:pt x="3877" y="704"/>
                </a:lnTo>
                <a:lnTo>
                  <a:pt x="3877" y="705"/>
                </a:lnTo>
                <a:lnTo>
                  <a:pt x="3877" y="706"/>
                </a:lnTo>
                <a:lnTo>
                  <a:pt x="3876" y="707"/>
                </a:lnTo>
                <a:lnTo>
                  <a:pt x="3875" y="707"/>
                </a:lnTo>
                <a:lnTo>
                  <a:pt x="3875" y="708"/>
                </a:lnTo>
                <a:lnTo>
                  <a:pt x="3876" y="709"/>
                </a:lnTo>
                <a:lnTo>
                  <a:pt x="3876" y="708"/>
                </a:lnTo>
                <a:lnTo>
                  <a:pt x="3877" y="708"/>
                </a:lnTo>
                <a:lnTo>
                  <a:pt x="3877" y="709"/>
                </a:lnTo>
                <a:lnTo>
                  <a:pt x="3877" y="710"/>
                </a:lnTo>
                <a:lnTo>
                  <a:pt x="3877" y="711"/>
                </a:lnTo>
                <a:lnTo>
                  <a:pt x="3878" y="711"/>
                </a:lnTo>
                <a:lnTo>
                  <a:pt x="3879" y="711"/>
                </a:lnTo>
                <a:lnTo>
                  <a:pt x="3879" y="712"/>
                </a:lnTo>
                <a:lnTo>
                  <a:pt x="3878" y="712"/>
                </a:lnTo>
                <a:lnTo>
                  <a:pt x="3877" y="712"/>
                </a:lnTo>
                <a:lnTo>
                  <a:pt x="3876" y="713"/>
                </a:lnTo>
                <a:lnTo>
                  <a:pt x="3876" y="714"/>
                </a:lnTo>
                <a:lnTo>
                  <a:pt x="3877" y="714"/>
                </a:lnTo>
                <a:lnTo>
                  <a:pt x="3877" y="715"/>
                </a:lnTo>
                <a:lnTo>
                  <a:pt x="3878" y="715"/>
                </a:lnTo>
                <a:lnTo>
                  <a:pt x="3878" y="716"/>
                </a:lnTo>
                <a:lnTo>
                  <a:pt x="3879" y="716"/>
                </a:lnTo>
                <a:lnTo>
                  <a:pt x="3879" y="717"/>
                </a:lnTo>
                <a:lnTo>
                  <a:pt x="3879" y="718"/>
                </a:lnTo>
                <a:lnTo>
                  <a:pt x="3879" y="720"/>
                </a:lnTo>
                <a:lnTo>
                  <a:pt x="3879" y="721"/>
                </a:lnTo>
                <a:lnTo>
                  <a:pt x="3879" y="722"/>
                </a:lnTo>
                <a:lnTo>
                  <a:pt x="3879" y="723"/>
                </a:lnTo>
                <a:lnTo>
                  <a:pt x="3879" y="724"/>
                </a:lnTo>
                <a:lnTo>
                  <a:pt x="3879" y="725"/>
                </a:lnTo>
                <a:lnTo>
                  <a:pt x="3879" y="726"/>
                </a:lnTo>
                <a:lnTo>
                  <a:pt x="3878" y="726"/>
                </a:lnTo>
                <a:lnTo>
                  <a:pt x="3877" y="726"/>
                </a:lnTo>
                <a:lnTo>
                  <a:pt x="3876" y="726"/>
                </a:lnTo>
                <a:lnTo>
                  <a:pt x="3875" y="727"/>
                </a:lnTo>
                <a:lnTo>
                  <a:pt x="3875" y="728"/>
                </a:lnTo>
                <a:lnTo>
                  <a:pt x="3875" y="729"/>
                </a:lnTo>
                <a:lnTo>
                  <a:pt x="3875" y="730"/>
                </a:lnTo>
                <a:lnTo>
                  <a:pt x="3874" y="730"/>
                </a:lnTo>
                <a:lnTo>
                  <a:pt x="3873" y="731"/>
                </a:lnTo>
                <a:lnTo>
                  <a:pt x="3873" y="732"/>
                </a:lnTo>
                <a:lnTo>
                  <a:pt x="3873" y="734"/>
                </a:lnTo>
                <a:lnTo>
                  <a:pt x="3873" y="735"/>
                </a:lnTo>
                <a:lnTo>
                  <a:pt x="3872" y="736"/>
                </a:lnTo>
                <a:lnTo>
                  <a:pt x="3872" y="737"/>
                </a:lnTo>
                <a:lnTo>
                  <a:pt x="3871" y="737"/>
                </a:lnTo>
                <a:lnTo>
                  <a:pt x="3870" y="737"/>
                </a:lnTo>
                <a:lnTo>
                  <a:pt x="3870" y="738"/>
                </a:lnTo>
                <a:lnTo>
                  <a:pt x="3869" y="738"/>
                </a:lnTo>
                <a:lnTo>
                  <a:pt x="3869" y="739"/>
                </a:lnTo>
                <a:lnTo>
                  <a:pt x="3869" y="740"/>
                </a:lnTo>
                <a:lnTo>
                  <a:pt x="3869" y="741"/>
                </a:lnTo>
                <a:lnTo>
                  <a:pt x="3868" y="741"/>
                </a:lnTo>
                <a:lnTo>
                  <a:pt x="3867" y="741"/>
                </a:lnTo>
                <a:lnTo>
                  <a:pt x="3866" y="740"/>
                </a:lnTo>
                <a:lnTo>
                  <a:pt x="3865" y="740"/>
                </a:lnTo>
                <a:lnTo>
                  <a:pt x="3864" y="740"/>
                </a:lnTo>
                <a:lnTo>
                  <a:pt x="3863" y="739"/>
                </a:lnTo>
                <a:lnTo>
                  <a:pt x="3862" y="739"/>
                </a:lnTo>
                <a:lnTo>
                  <a:pt x="3861" y="739"/>
                </a:lnTo>
                <a:lnTo>
                  <a:pt x="3860" y="739"/>
                </a:lnTo>
                <a:lnTo>
                  <a:pt x="3859" y="738"/>
                </a:lnTo>
                <a:lnTo>
                  <a:pt x="3858" y="738"/>
                </a:lnTo>
                <a:lnTo>
                  <a:pt x="3857" y="737"/>
                </a:lnTo>
                <a:lnTo>
                  <a:pt x="3856" y="737"/>
                </a:lnTo>
                <a:lnTo>
                  <a:pt x="3856" y="736"/>
                </a:lnTo>
                <a:lnTo>
                  <a:pt x="3856" y="735"/>
                </a:lnTo>
                <a:lnTo>
                  <a:pt x="3857" y="734"/>
                </a:lnTo>
                <a:lnTo>
                  <a:pt x="3856" y="733"/>
                </a:lnTo>
                <a:lnTo>
                  <a:pt x="3855" y="733"/>
                </a:lnTo>
                <a:lnTo>
                  <a:pt x="3854" y="734"/>
                </a:lnTo>
                <a:lnTo>
                  <a:pt x="3853" y="734"/>
                </a:lnTo>
                <a:lnTo>
                  <a:pt x="3852" y="734"/>
                </a:lnTo>
                <a:lnTo>
                  <a:pt x="3851" y="734"/>
                </a:lnTo>
                <a:lnTo>
                  <a:pt x="3851" y="735"/>
                </a:lnTo>
                <a:lnTo>
                  <a:pt x="3850" y="736"/>
                </a:lnTo>
                <a:lnTo>
                  <a:pt x="3850" y="737"/>
                </a:lnTo>
                <a:lnTo>
                  <a:pt x="3849" y="737"/>
                </a:lnTo>
                <a:lnTo>
                  <a:pt x="3848" y="737"/>
                </a:lnTo>
                <a:lnTo>
                  <a:pt x="3847" y="737"/>
                </a:lnTo>
                <a:lnTo>
                  <a:pt x="3846" y="737"/>
                </a:lnTo>
                <a:lnTo>
                  <a:pt x="3845" y="737"/>
                </a:lnTo>
                <a:lnTo>
                  <a:pt x="3844" y="737"/>
                </a:lnTo>
                <a:lnTo>
                  <a:pt x="3843" y="737"/>
                </a:lnTo>
                <a:lnTo>
                  <a:pt x="3843" y="736"/>
                </a:lnTo>
                <a:lnTo>
                  <a:pt x="3841" y="736"/>
                </a:lnTo>
                <a:lnTo>
                  <a:pt x="3841" y="735"/>
                </a:lnTo>
                <a:lnTo>
                  <a:pt x="3840" y="735"/>
                </a:lnTo>
                <a:lnTo>
                  <a:pt x="3839" y="735"/>
                </a:lnTo>
                <a:lnTo>
                  <a:pt x="3838" y="735"/>
                </a:lnTo>
                <a:lnTo>
                  <a:pt x="3837" y="736"/>
                </a:lnTo>
                <a:lnTo>
                  <a:pt x="3836" y="736"/>
                </a:lnTo>
                <a:lnTo>
                  <a:pt x="3836" y="737"/>
                </a:lnTo>
                <a:lnTo>
                  <a:pt x="3835" y="737"/>
                </a:lnTo>
                <a:lnTo>
                  <a:pt x="3834" y="738"/>
                </a:lnTo>
                <a:lnTo>
                  <a:pt x="3833" y="739"/>
                </a:lnTo>
                <a:lnTo>
                  <a:pt x="3833" y="740"/>
                </a:lnTo>
                <a:lnTo>
                  <a:pt x="3833" y="742"/>
                </a:lnTo>
                <a:lnTo>
                  <a:pt x="3833" y="743"/>
                </a:lnTo>
                <a:lnTo>
                  <a:pt x="3833" y="746"/>
                </a:lnTo>
                <a:lnTo>
                  <a:pt x="3833" y="747"/>
                </a:lnTo>
                <a:lnTo>
                  <a:pt x="3832" y="747"/>
                </a:lnTo>
                <a:lnTo>
                  <a:pt x="3832" y="748"/>
                </a:lnTo>
                <a:lnTo>
                  <a:pt x="3831" y="749"/>
                </a:lnTo>
                <a:lnTo>
                  <a:pt x="3830" y="750"/>
                </a:lnTo>
                <a:lnTo>
                  <a:pt x="3829" y="750"/>
                </a:lnTo>
                <a:lnTo>
                  <a:pt x="3828" y="751"/>
                </a:lnTo>
                <a:lnTo>
                  <a:pt x="3828" y="752"/>
                </a:lnTo>
                <a:lnTo>
                  <a:pt x="3828" y="753"/>
                </a:lnTo>
                <a:lnTo>
                  <a:pt x="3829" y="754"/>
                </a:lnTo>
                <a:lnTo>
                  <a:pt x="3830" y="755"/>
                </a:lnTo>
                <a:lnTo>
                  <a:pt x="3831" y="756"/>
                </a:lnTo>
                <a:lnTo>
                  <a:pt x="3832" y="757"/>
                </a:lnTo>
                <a:lnTo>
                  <a:pt x="3832" y="758"/>
                </a:lnTo>
                <a:lnTo>
                  <a:pt x="3832" y="759"/>
                </a:lnTo>
                <a:lnTo>
                  <a:pt x="3832" y="760"/>
                </a:lnTo>
                <a:lnTo>
                  <a:pt x="3832" y="761"/>
                </a:lnTo>
                <a:lnTo>
                  <a:pt x="3831" y="761"/>
                </a:lnTo>
                <a:lnTo>
                  <a:pt x="3831" y="762"/>
                </a:lnTo>
                <a:lnTo>
                  <a:pt x="3831" y="763"/>
                </a:lnTo>
                <a:lnTo>
                  <a:pt x="3832" y="763"/>
                </a:lnTo>
                <a:lnTo>
                  <a:pt x="3832" y="764"/>
                </a:lnTo>
                <a:lnTo>
                  <a:pt x="3833" y="764"/>
                </a:lnTo>
                <a:lnTo>
                  <a:pt x="3833" y="765"/>
                </a:lnTo>
                <a:lnTo>
                  <a:pt x="3832" y="765"/>
                </a:lnTo>
                <a:lnTo>
                  <a:pt x="3832" y="767"/>
                </a:lnTo>
                <a:lnTo>
                  <a:pt x="3831" y="767"/>
                </a:lnTo>
                <a:lnTo>
                  <a:pt x="3831" y="768"/>
                </a:lnTo>
                <a:lnTo>
                  <a:pt x="3832" y="768"/>
                </a:lnTo>
                <a:lnTo>
                  <a:pt x="3832" y="769"/>
                </a:lnTo>
                <a:lnTo>
                  <a:pt x="3832" y="770"/>
                </a:lnTo>
                <a:lnTo>
                  <a:pt x="3831" y="771"/>
                </a:lnTo>
                <a:lnTo>
                  <a:pt x="3831" y="772"/>
                </a:lnTo>
                <a:lnTo>
                  <a:pt x="3831" y="773"/>
                </a:lnTo>
                <a:lnTo>
                  <a:pt x="3830" y="774"/>
                </a:lnTo>
                <a:lnTo>
                  <a:pt x="3829" y="775"/>
                </a:lnTo>
                <a:lnTo>
                  <a:pt x="3828" y="778"/>
                </a:lnTo>
                <a:lnTo>
                  <a:pt x="3827" y="779"/>
                </a:lnTo>
                <a:lnTo>
                  <a:pt x="3827" y="782"/>
                </a:lnTo>
                <a:lnTo>
                  <a:pt x="3827" y="785"/>
                </a:lnTo>
                <a:lnTo>
                  <a:pt x="3827" y="786"/>
                </a:lnTo>
                <a:lnTo>
                  <a:pt x="3827" y="787"/>
                </a:lnTo>
                <a:lnTo>
                  <a:pt x="3827" y="788"/>
                </a:lnTo>
                <a:lnTo>
                  <a:pt x="3828" y="788"/>
                </a:lnTo>
                <a:lnTo>
                  <a:pt x="3828" y="789"/>
                </a:lnTo>
                <a:lnTo>
                  <a:pt x="3828" y="790"/>
                </a:lnTo>
                <a:lnTo>
                  <a:pt x="3828" y="791"/>
                </a:lnTo>
                <a:lnTo>
                  <a:pt x="3827" y="792"/>
                </a:lnTo>
                <a:lnTo>
                  <a:pt x="3825" y="792"/>
                </a:lnTo>
                <a:lnTo>
                  <a:pt x="3824" y="792"/>
                </a:lnTo>
                <a:lnTo>
                  <a:pt x="3823" y="794"/>
                </a:lnTo>
                <a:lnTo>
                  <a:pt x="3824" y="796"/>
                </a:lnTo>
                <a:lnTo>
                  <a:pt x="3823" y="798"/>
                </a:lnTo>
                <a:lnTo>
                  <a:pt x="3824" y="798"/>
                </a:lnTo>
                <a:lnTo>
                  <a:pt x="3825" y="799"/>
                </a:lnTo>
                <a:lnTo>
                  <a:pt x="3825" y="801"/>
                </a:lnTo>
                <a:lnTo>
                  <a:pt x="3825" y="804"/>
                </a:lnTo>
                <a:lnTo>
                  <a:pt x="3823" y="809"/>
                </a:lnTo>
                <a:lnTo>
                  <a:pt x="3822" y="809"/>
                </a:lnTo>
                <a:lnTo>
                  <a:pt x="3821" y="809"/>
                </a:lnTo>
                <a:lnTo>
                  <a:pt x="3819" y="811"/>
                </a:lnTo>
                <a:lnTo>
                  <a:pt x="3818" y="813"/>
                </a:lnTo>
                <a:lnTo>
                  <a:pt x="3818" y="814"/>
                </a:lnTo>
                <a:lnTo>
                  <a:pt x="3818" y="815"/>
                </a:lnTo>
                <a:lnTo>
                  <a:pt x="3818" y="816"/>
                </a:lnTo>
                <a:lnTo>
                  <a:pt x="3818" y="817"/>
                </a:lnTo>
                <a:lnTo>
                  <a:pt x="3819" y="818"/>
                </a:lnTo>
                <a:lnTo>
                  <a:pt x="3820" y="820"/>
                </a:lnTo>
                <a:lnTo>
                  <a:pt x="3820" y="821"/>
                </a:lnTo>
                <a:lnTo>
                  <a:pt x="3820" y="823"/>
                </a:lnTo>
                <a:lnTo>
                  <a:pt x="3819" y="823"/>
                </a:lnTo>
                <a:lnTo>
                  <a:pt x="3818" y="825"/>
                </a:lnTo>
                <a:lnTo>
                  <a:pt x="3818" y="826"/>
                </a:lnTo>
                <a:lnTo>
                  <a:pt x="3818" y="827"/>
                </a:lnTo>
                <a:lnTo>
                  <a:pt x="3817" y="828"/>
                </a:lnTo>
                <a:lnTo>
                  <a:pt x="3817" y="829"/>
                </a:lnTo>
                <a:lnTo>
                  <a:pt x="3817" y="830"/>
                </a:lnTo>
                <a:lnTo>
                  <a:pt x="3818" y="832"/>
                </a:lnTo>
                <a:lnTo>
                  <a:pt x="3819" y="835"/>
                </a:lnTo>
                <a:lnTo>
                  <a:pt x="3820" y="837"/>
                </a:lnTo>
                <a:lnTo>
                  <a:pt x="3820" y="838"/>
                </a:lnTo>
                <a:lnTo>
                  <a:pt x="3820" y="842"/>
                </a:lnTo>
                <a:lnTo>
                  <a:pt x="3820" y="845"/>
                </a:lnTo>
                <a:lnTo>
                  <a:pt x="3820" y="846"/>
                </a:lnTo>
                <a:lnTo>
                  <a:pt x="3819" y="846"/>
                </a:lnTo>
                <a:lnTo>
                  <a:pt x="3819" y="847"/>
                </a:lnTo>
                <a:lnTo>
                  <a:pt x="3819" y="848"/>
                </a:lnTo>
                <a:lnTo>
                  <a:pt x="3820" y="851"/>
                </a:lnTo>
                <a:lnTo>
                  <a:pt x="3820" y="852"/>
                </a:lnTo>
                <a:lnTo>
                  <a:pt x="3820" y="853"/>
                </a:lnTo>
                <a:lnTo>
                  <a:pt x="3819" y="853"/>
                </a:lnTo>
                <a:lnTo>
                  <a:pt x="3819" y="854"/>
                </a:lnTo>
                <a:lnTo>
                  <a:pt x="3818" y="855"/>
                </a:lnTo>
                <a:lnTo>
                  <a:pt x="3818" y="856"/>
                </a:lnTo>
                <a:lnTo>
                  <a:pt x="3818" y="858"/>
                </a:lnTo>
                <a:lnTo>
                  <a:pt x="3817" y="861"/>
                </a:lnTo>
                <a:lnTo>
                  <a:pt x="3817" y="862"/>
                </a:lnTo>
                <a:lnTo>
                  <a:pt x="3816" y="862"/>
                </a:lnTo>
                <a:lnTo>
                  <a:pt x="3816" y="863"/>
                </a:lnTo>
                <a:lnTo>
                  <a:pt x="3814" y="864"/>
                </a:lnTo>
                <a:lnTo>
                  <a:pt x="3814" y="865"/>
                </a:lnTo>
                <a:lnTo>
                  <a:pt x="3813" y="869"/>
                </a:lnTo>
                <a:lnTo>
                  <a:pt x="3813" y="872"/>
                </a:lnTo>
                <a:lnTo>
                  <a:pt x="3814" y="872"/>
                </a:lnTo>
                <a:lnTo>
                  <a:pt x="3815" y="872"/>
                </a:lnTo>
                <a:lnTo>
                  <a:pt x="3816" y="873"/>
                </a:lnTo>
                <a:lnTo>
                  <a:pt x="3817" y="874"/>
                </a:lnTo>
                <a:lnTo>
                  <a:pt x="3817" y="875"/>
                </a:lnTo>
                <a:lnTo>
                  <a:pt x="3816" y="875"/>
                </a:lnTo>
                <a:lnTo>
                  <a:pt x="3816" y="876"/>
                </a:lnTo>
                <a:lnTo>
                  <a:pt x="3815" y="876"/>
                </a:lnTo>
                <a:lnTo>
                  <a:pt x="3815" y="877"/>
                </a:lnTo>
                <a:lnTo>
                  <a:pt x="3815" y="878"/>
                </a:lnTo>
                <a:lnTo>
                  <a:pt x="3815" y="879"/>
                </a:lnTo>
                <a:lnTo>
                  <a:pt x="3816" y="881"/>
                </a:lnTo>
                <a:lnTo>
                  <a:pt x="3817" y="881"/>
                </a:lnTo>
                <a:lnTo>
                  <a:pt x="3817" y="882"/>
                </a:lnTo>
                <a:lnTo>
                  <a:pt x="3817" y="884"/>
                </a:lnTo>
                <a:lnTo>
                  <a:pt x="3817" y="885"/>
                </a:lnTo>
                <a:lnTo>
                  <a:pt x="3818" y="885"/>
                </a:lnTo>
                <a:lnTo>
                  <a:pt x="3818" y="886"/>
                </a:lnTo>
                <a:lnTo>
                  <a:pt x="3819" y="886"/>
                </a:lnTo>
                <a:lnTo>
                  <a:pt x="3820" y="886"/>
                </a:lnTo>
                <a:lnTo>
                  <a:pt x="3820" y="887"/>
                </a:lnTo>
                <a:lnTo>
                  <a:pt x="3820" y="888"/>
                </a:lnTo>
                <a:lnTo>
                  <a:pt x="3818" y="888"/>
                </a:lnTo>
                <a:lnTo>
                  <a:pt x="3818" y="889"/>
                </a:lnTo>
                <a:lnTo>
                  <a:pt x="3817" y="890"/>
                </a:lnTo>
                <a:lnTo>
                  <a:pt x="3817" y="891"/>
                </a:lnTo>
                <a:lnTo>
                  <a:pt x="3816" y="891"/>
                </a:lnTo>
                <a:lnTo>
                  <a:pt x="3815" y="891"/>
                </a:lnTo>
                <a:lnTo>
                  <a:pt x="3815" y="892"/>
                </a:lnTo>
                <a:lnTo>
                  <a:pt x="3814" y="892"/>
                </a:lnTo>
                <a:lnTo>
                  <a:pt x="3815" y="892"/>
                </a:lnTo>
                <a:lnTo>
                  <a:pt x="3815" y="893"/>
                </a:lnTo>
                <a:lnTo>
                  <a:pt x="3816" y="894"/>
                </a:lnTo>
                <a:lnTo>
                  <a:pt x="3817" y="895"/>
                </a:lnTo>
                <a:lnTo>
                  <a:pt x="3818" y="896"/>
                </a:lnTo>
                <a:lnTo>
                  <a:pt x="3818" y="897"/>
                </a:lnTo>
                <a:lnTo>
                  <a:pt x="3818" y="898"/>
                </a:lnTo>
                <a:lnTo>
                  <a:pt x="3818" y="899"/>
                </a:lnTo>
                <a:lnTo>
                  <a:pt x="3818" y="900"/>
                </a:lnTo>
                <a:lnTo>
                  <a:pt x="3818" y="901"/>
                </a:lnTo>
                <a:lnTo>
                  <a:pt x="3818" y="902"/>
                </a:lnTo>
                <a:lnTo>
                  <a:pt x="3819" y="902"/>
                </a:lnTo>
                <a:lnTo>
                  <a:pt x="3819" y="903"/>
                </a:lnTo>
                <a:lnTo>
                  <a:pt x="3819" y="904"/>
                </a:lnTo>
                <a:lnTo>
                  <a:pt x="3818" y="904"/>
                </a:lnTo>
                <a:lnTo>
                  <a:pt x="3818" y="905"/>
                </a:lnTo>
                <a:lnTo>
                  <a:pt x="3818" y="906"/>
                </a:lnTo>
                <a:lnTo>
                  <a:pt x="3819" y="906"/>
                </a:lnTo>
                <a:lnTo>
                  <a:pt x="3820" y="907"/>
                </a:lnTo>
                <a:lnTo>
                  <a:pt x="3821" y="907"/>
                </a:lnTo>
                <a:lnTo>
                  <a:pt x="3822" y="907"/>
                </a:lnTo>
                <a:lnTo>
                  <a:pt x="3822" y="908"/>
                </a:lnTo>
                <a:lnTo>
                  <a:pt x="3823" y="908"/>
                </a:lnTo>
                <a:lnTo>
                  <a:pt x="3823" y="909"/>
                </a:lnTo>
                <a:lnTo>
                  <a:pt x="3823" y="910"/>
                </a:lnTo>
                <a:lnTo>
                  <a:pt x="3824" y="910"/>
                </a:lnTo>
                <a:lnTo>
                  <a:pt x="3824" y="911"/>
                </a:lnTo>
                <a:lnTo>
                  <a:pt x="3824" y="912"/>
                </a:lnTo>
                <a:lnTo>
                  <a:pt x="3823" y="912"/>
                </a:lnTo>
                <a:lnTo>
                  <a:pt x="3823" y="913"/>
                </a:lnTo>
                <a:lnTo>
                  <a:pt x="3825" y="915"/>
                </a:lnTo>
                <a:lnTo>
                  <a:pt x="3826" y="915"/>
                </a:lnTo>
                <a:lnTo>
                  <a:pt x="3827" y="915"/>
                </a:lnTo>
                <a:lnTo>
                  <a:pt x="3827" y="916"/>
                </a:lnTo>
                <a:lnTo>
                  <a:pt x="3828" y="917"/>
                </a:lnTo>
                <a:lnTo>
                  <a:pt x="3828" y="918"/>
                </a:lnTo>
                <a:lnTo>
                  <a:pt x="3829" y="919"/>
                </a:lnTo>
                <a:lnTo>
                  <a:pt x="3829" y="918"/>
                </a:lnTo>
                <a:lnTo>
                  <a:pt x="3830" y="919"/>
                </a:lnTo>
                <a:lnTo>
                  <a:pt x="3830" y="920"/>
                </a:lnTo>
                <a:lnTo>
                  <a:pt x="3831" y="920"/>
                </a:lnTo>
                <a:lnTo>
                  <a:pt x="3830" y="920"/>
                </a:lnTo>
                <a:lnTo>
                  <a:pt x="3830" y="921"/>
                </a:lnTo>
                <a:lnTo>
                  <a:pt x="3829" y="921"/>
                </a:lnTo>
                <a:lnTo>
                  <a:pt x="3828" y="921"/>
                </a:lnTo>
                <a:lnTo>
                  <a:pt x="3828" y="923"/>
                </a:lnTo>
                <a:lnTo>
                  <a:pt x="3828" y="924"/>
                </a:lnTo>
                <a:lnTo>
                  <a:pt x="3828" y="925"/>
                </a:lnTo>
                <a:lnTo>
                  <a:pt x="3828" y="926"/>
                </a:lnTo>
                <a:lnTo>
                  <a:pt x="3828" y="927"/>
                </a:lnTo>
                <a:lnTo>
                  <a:pt x="3829" y="927"/>
                </a:lnTo>
                <a:lnTo>
                  <a:pt x="3830" y="927"/>
                </a:lnTo>
                <a:lnTo>
                  <a:pt x="3831" y="927"/>
                </a:lnTo>
                <a:lnTo>
                  <a:pt x="3831" y="928"/>
                </a:lnTo>
                <a:lnTo>
                  <a:pt x="3832" y="929"/>
                </a:lnTo>
                <a:lnTo>
                  <a:pt x="3832" y="930"/>
                </a:lnTo>
                <a:lnTo>
                  <a:pt x="3831" y="930"/>
                </a:lnTo>
                <a:lnTo>
                  <a:pt x="3831" y="931"/>
                </a:lnTo>
                <a:lnTo>
                  <a:pt x="3830" y="931"/>
                </a:lnTo>
                <a:lnTo>
                  <a:pt x="3830" y="933"/>
                </a:lnTo>
                <a:lnTo>
                  <a:pt x="3830" y="934"/>
                </a:lnTo>
                <a:lnTo>
                  <a:pt x="3830" y="935"/>
                </a:lnTo>
                <a:lnTo>
                  <a:pt x="3831" y="935"/>
                </a:lnTo>
                <a:lnTo>
                  <a:pt x="3831" y="936"/>
                </a:lnTo>
                <a:lnTo>
                  <a:pt x="3830" y="937"/>
                </a:lnTo>
                <a:lnTo>
                  <a:pt x="3830" y="939"/>
                </a:lnTo>
                <a:lnTo>
                  <a:pt x="3830" y="940"/>
                </a:lnTo>
                <a:lnTo>
                  <a:pt x="3829" y="942"/>
                </a:lnTo>
                <a:lnTo>
                  <a:pt x="3829" y="943"/>
                </a:lnTo>
                <a:lnTo>
                  <a:pt x="3828" y="943"/>
                </a:lnTo>
                <a:lnTo>
                  <a:pt x="3827" y="944"/>
                </a:lnTo>
                <a:lnTo>
                  <a:pt x="3826" y="944"/>
                </a:lnTo>
                <a:lnTo>
                  <a:pt x="3826" y="945"/>
                </a:lnTo>
                <a:lnTo>
                  <a:pt x="3827" y="945"/>
                </a:lnTo>
                <a:lnTo>
                  <a:pt x="3827" y="946"/>
                </a:lnTo>
                <a:lnTo>
                  <a:pt x="3828" y="946"/>
                </a:lnTo>
                <a:lnTo>
                  <a:pt x="3828" y="947"/>
                </a:lnTo>
                <a:lnTo>
                  <a:pt x="3828" y="948"/>
                </a:lnTo>
                <a:lnTo>
                  <a:pt x="3827" y="948"/>
                </a:lnTo>
                <a:lnTo>
                  <a:pt x="3826" y="948"/>
                </a:lnTo>
                <a:lnTo>
                  <a:pt x="3826" y="949"/>
                </a:lnTo>
                <a:lnTo>
                  <a:pt x="3827" y="949"/>
                </a:lnTo>
                <a:lnTo>
                  <a:pt x="3828" y="950"/>
                </a:lnTo>
                <a:lnTo>
                  <a:pt x="3829" y="950"/>
                </a:lnTo>
                <a:lnTo>
                  <a:pt x="3829" y="951"/>
                </a:lnTo>
                <a:lnTo>
                  <a:pt x="3829" y="952"/>
                </a:lnTo>
                <a:lnTo>
                  <a:pt x="3829" y="953"/>
                </a:lnTo>
                <a:lnTo>
                  <a:pt x="3828" y="954"/>
                </a:lnTo>
                <a:lnTo>
                  <a:pt x="3827" y="954"/>
                </a:lnTo>
                <a:lnTo>
                  <a:pt x="3827" y="955"/>
                </a:lnTo>
                <a:lnTo>
                  <a:pt x="3827" y="956"/>
                </a:lnTo>
                <a:lnTo>
                  <a:pt x="3827" y="957"/>
                </a:lnTo>
                <a:lnTo>
                  <a:pt x="3827" y="958"/>
                </a:lnTo>
                <a:lnTo>
                  <a:pt x="3826" y="958"/>
                </a:lnTo>
                <a:lnTo>
                  <a:pt x="3825" y="958"/>
                </a:lnTo>
                <a:lnTo>
                  <a:pt x="3825" y="957"/>
                </a:lnTo>
                <a:lnTo>
                  <a:pt x="3824" y="957"/>
                </a:lnTo>
                <a:lnTo>
                  <a:pt x="3824" y="958"/>
                </a:lnTo>
                <a:lnTo>
                  <a:pt x="3823" y="958"/>
                </a:lnTo>
                <a:lnTo>
                  <a:pt x="3823" y="959"/>
                </a:lnTo>
                <a:lnTo>
                  <a:pt x="3823" y="960"/>
                </a:lnTo>
                <a:lnTo>
                  <a:pt x="3824" y="960"/>
                </a:lnTo>
                <a:lnTo>
                  <a:pt x="3824" y="961"/>
                </a:lnTo>
                <a:lnTo>
                  <a:pt x="3824" y="962"/>
                </a:lnTo>
                <a:lnTo>
                  <a:pt x="3823" y="964"/>
                </a:lnTo>
                <a:lnTo>
                  <a:pt x="3822" y="964"/>
                </a:lnTo>
                <a:lnTo>
                  <a:pt x="3821" y="964"/>
                </a:lnTo>
                <a:lnTo>
                  <a:pt x="3820" y="964"/>
                </a:lnTo>
                <a:lnTo>
                  <a:pt x="3819" y="965"/>
                </a:lnTo>
                <a:lnTo>
                  <a:pt x="3819" y="966"/>
                </a:lnTo>
                <a:lnTo>
                  <a:pt x="3819" y="967"/>
                </a:lnTo>
                <a:lnTo>
                  <a:pt x="3819" y="968"/>
                </a:lnTo>
                <a:lnTo>
                  <a:pt x="3818" y="968"/>
                </a:lnTo>
                <a:lnTo>
                  <a:pt x="3818" y="967"/>
                </a:lnTo>
                <a:lnTo>
                  <a:pt x="3817" y="967"/>
                </a:lnTo>
                <a:lnTo>
                  <a:pt x="3817" y="966"/>
                </a:lnTo>
                <a:lnTo>
                  <a:pt x="3817" y="965"/>
                </a:lnTo>
                <a:lnTo>
                  <a:pt x="3816" y="964"/>
                </a:lnTo>
                <a:lnTo>
                  <a:pt x="3817" y="963"/>
                </a:lnTo>
                <a:lnTo>
                  <a:pt x="3818" y="963"/>
                </a:lnTo>
                <a:lnTo>
                  <a:pt x="3818" y="962"/>
                </a:lnTo>
                <a:lnTo>
                  <a:pt x="3818" y="961"/>
                </a:lnTo>
                <a:lnTo>
                  <a:pt x="3817" y="961"/>
                </a:lnTo>
                <a:lnTo>
                  <a:pt x="3817" y="960"/>
                </a:lnTo>
                <a:lnTo>
                  <a:pt x="3817" y="959"/>
                </a:lnTo>
                <a:lnTo>
                  <a:pt x="3818" y="959"/>
                </a:lnTo>
                <a:lnTo>
                  <a:pt x="3820" y="958"/>
                </a:lnTo>
                <a:lnTo>
                  <a:pt x="3822" y="957"/>
                </a:lnTo>
                <a:lnTo>
                  <a:pt x="3822" y="956"/>
                </a:lnTo>
                <a:lnTo>
                  <a:pt x="3822" y="955"/>
                </a:lnTo>
                <a:lnTo>
                  <a:pt x="3821" y="955"/>
                </a:lnTo>
                <a:lnTo>
                  <a:pt x="3821" y="954"/>
                </a:lnTo>
                <a:lnTo>
                  <a:pt x="3820" y="953"/>
                </a:lnTo>
                <a:lnTo>
                  <a:pt x="3820" y="952"/>
                </a:lnTo>
                <a:lnTo>
                  <a:pt x="3820" y="951"/>
                </a:lnTo>
                <a:lnTo>
                  <a:pt x="3821" y="951"/>
                </a:lnTo>
                <a:lnTo>
                  <a:pt x="3822" y="951"/>
                </a:lnTo>
                <a:lnTo>
                  <a:pt x="3822" y="950"/>
                </a:lnTo>
                <a:lnTo>
                  <a:pt x="3820" y="948"/>
                </a:lnTo>
                <a:lnTo>
                  <a:pt x="3820" y="949"/>
                </a:lnTo>
                <a:lnTo>
                  <a:pt x="3820" y="948"/>
                </a:lnTo>
                <a:lnTo>
                  <a:pt x="3819" y="947"/>
                </a:lnTo>
                <a:lnTo>
                  <a:pt x="3819" y="948"/>
                </a:lnTo>
                <a:lnTo>
                  <a:pt x="3818" y="949"/>
                </a:lnTo>
                <a:lnTo>
                  <a:pt x="3816" y="948"/>
                </a:lnTo>
                <a:lnTo>
                  <a:pt x="3816" y="949"/>
                </a:lnTo>
                <a:lnTo>
                  <a:pt x="3815" y="949"/>
                </a:lnTo>
                <a:lnTo>
                  <a:pt x="3814" y="948"/>
                </a:lnTo>
                <a:lnTo>
                  <a:pt x="3813" y="947"/>
                </a:lnTo>
                <a:lnTo>
                  <a:pt x="3813" y="946"/>
                </a:lnTo>
                <a:lnTo>
                  <a:pt x="3812" y="945"/>
                </a:lnTo>
                <a:lnTo>
                  <a:pt x="3812" y="944"/>
                </a:lnTo>
                <a:lnTo>
                  <a:pt x="3812" y="943"/>
                </a:lnTo>
                <a:lnTo>
                  <a:pt x="3811" y="943"/>
                </a:lnTo>
                <a:lnTo>
                  <a:pt x="3811" y="942"/>
                </a:lnTo>
                <a:lnTo>
                  <a:pt x="3810" y="942"/>
                </a:lnTo>
                <a:lnTo>
                  <a:pt x="3811" y="941"/>
                </a:lnTo>
                <a:lnTo>
                  <a:pt x="3811" y="940"/>
                </a:lnTo>
                <a:lnTo>
                  <a:pt x="3812" y="940"/>
                </a:lnTo>
                <a:lnTo>
                  <a:pt x="3813" y="940"/>
                </a:lnTo>
                <a:lnTo>
                  <a:pt x="3812" y="939"/>
                </a:lnTo>
                <a:lnTo>
                  <a:pt x="3812" y="937"/>
                </a:lnTo>
                <a:lnTo>
                  <a:pt x="3811" y="937"/>
                </a:lnTo>
                <a:lnTo>
                  <a:pt x="3811" y="936"/>
                </a:lnTo>
                <a:lnTo>
                  <a:pt x="3811" y="935"/>
                </a:lnTo>
                <a:lnTo>
                  <a:pt x="3810" y="935"/>
                </a:lnTo>
                <a:lnTo>
                  <a:pt x="3810" y="936"/>
                </a:lnTo>
                <a:lnTo>
                  <a:pt x="3808" y="936"/>
                </a:lnTo>
                <a:lnTo>
                  <a:pt x="3808" y="935"/>
                </a:lnTo>
                <a:lnTo>
                  <a:pt x="3807" y="934"/>
                </a:lnTo>
                <a:lnTo>
                  <a:pt x="3807" y="933"/>
                </a:lnTo>
                <a:lnTo>
                  <a:pt x="3808" y="933"/>
                </a:lnTo>
                <a:lnTo>
                  <a:pt x="3808" y="932"/>
                </a:lnTo>
                <a:lnTo>
                  <a:pt x="3807" y="932"/>
                </a:lnTo>
                <a:lnTo>
                  <a:pt x="3805" y="931"/>
                </a:lnTo>
                <a:lnTo>
                  <a:pt x="3804" y="931"/>
                </a:lnTo>
                <a:lnTo>
                  <a:pt x="3803" y="931"/>
                </a:lnTo>
                <a:lnTo>
                  <a:pt x="3803" y="930"/>
                </a:lnTo>
                <a:lnTo>
                  <a:pt x="3802" y="928"/>
                </a:lnTo>
                <a:lnTo>
                  <a:pt x="3801" y="928"/>
                </a:lnTo>
                <a:lnTo>
                  <a:pt x="3799" y="926"/>
                </a:lnTo>
                <a:lnTo>
                  <a:pt x="3799" y="925"/>
                </a:lnTo>
                <a:lnTo>
                  <a:pt x="3800" y="924"/>
                </a:lnTo>
                <a:lnTo>
                  <a:pt x="3798" y="923"/>
                </a:lnTo>
                <a:lnTo>
                  <a:pt x="3798" y="924"/>
                </a:lnTo>
                <a:lnTo>
                  <a:pt x="3797" y="923"/>
                </a:lnTo>
                <a:lnTo>
                  <a:pt x="3796" y="921"/>
                </a:lnTo>
                <a:lnTo>
                  <a:pt x="3795" y="919"/>
                </a:lnTo>
                <a:lnTo>
                  <a:pt x="3795" y="918"/>
                </a:lnTo>
                <a:lnTo>
                  <a:pt x="3794" y="917"/>
                </a:lnTo>
                <a:lnTo>
                  <a:pt x="3793" y="917"/>
                </a:lnTo>
                <a:lnTo>
                  <a:pt x="3793" y="916"/>
                </a:lnTo>
                <a:lnTo>
                  <a:pt x="3794" y="915"/>
                </a:lnTo>
                <a:lnTo>
                  <a:pt x="3793" y="915"/>
                </a:lnTo>
                <a:lnTo>
                  <a:pt x="3793" y="914"/>
                </a:lnTo>
                <a:lnTo>
                  <a:pt x="3792" y="913"/>
                </a:lnTo>
                <a:lnTo>
                  <a:pt x="3792" y="912"/>
                </a:lnTo>
                <a:lnTo>
                  <a:pt x="3793" y="911"/>
                </a:lnTo>
                <a:lnTo>
                  <a:pt x="3793" y="910"/>
                </a:lnTo>
                <a:lnTo>
                  <a:pt x="3792" y="909"/>
                </a:lnTo>
                <a:lnTo>
                  <a:pt x="3792" y="908"/>
                </a:lnTo>
                <a:lnTo>
                  <a:pt x="3792" y="907"/>
                </a:lnTo>
                <a:lnTo>
                  <a:pt x="3791" y="907"/>
                </a:lnTo>
                <a:lnTo>
                  <a:pt x="3791" y="906"/>
                </a:lnTo>
                <a:lnTo>
                  <a:pt x="3790" y="905"/>
                </a:lnTo>
                <a:lnTo>
                  <a:pt x="3789" y="905"/>
                </a:lnTo>
                <a:lnTo>
                  <a:pt x="3789" y="904"/>
                </a:lnTo>
                <a:lnTo>
                  <a:pt x="3789" y="903"/>
                </a:lnTo>
                <a:lnTo>
                  <a:pt x="3789" y="902"/>
                </a:lnTo>
                <a:lnTo>
                  <a:pt x="3790" y="902"/>
                </a:lnTo>
                <a:lnTo>
                  <a:pt x="3791" y="902"/>
                </a:lnTo>
                <a:lnTo>
                  <a:pt x="3791" y="901"/>
                </a:lnTo>
                <a:lnTo>
                  <a:pt x="3792" y="900"/>
                </a:lnTo>
                <a:lnTo>
                  <a:pt x="3791" y="899"/>
                </a:lnTo>
                <a:lnTo>
                  <a:pt x="3790" y="899"/>
                </a:lnTo>
                <a:lnTo>
                  <a:pt x="3789" y="898"/>
                </a:lnTo>
                <a:lnTo>
                  <a:pt x="3787" y="896"/>
                </a:lnTo>
                <a:lnTo>
                  <a:pt x="3786" y="895"/>
                </a:lnTo>
                <a:lnTo>
                  <a:pt x="3786" y="893"/>
                </a:lnTo>
                <a:lnTo>
                  <a:pt x="3786" y="892"/>
                </a:lnTo>
                <a:lnTo>
                  <a:pt x="3787" y="892"/>
                </a:lnTo>
                <a:lnTo>
                  <a:pt x="3787" y="891"/>
                </a:lnTo>
                <a:lnTo>
                  <a:pt x="3787" y="890"/>
                </a:lnTo>
                <a:lnTo>
                  <a:pt x="3787" y="889"/>
                </a:lnTo>
                <a:lnTo>
                  <a:pt x="3786" y="888"/>
                </a:lnTo>
                <a:lnTo>
                  <a:pt x="3786" y="887"/>
                </a:lnTo>
                <a:lnTo>
                  <a:pt x="3786" y="886"/>
                </a:lnTo>
                <a:lnTo>
                  <a:pt x="3785" y="885"/>
                </a:lnTo>
                <a:lnTo>
                  <a:pt x="3785" y="884"/>
                </a:lnTo>
                <a:lnTo>
                  <a:pt x="3784" y="884"/>
                </a:lnTo>
                <a:lnTo>
                  <a:pt x="3784" y="883"/>
                </a:lnTo>
                <a:lnTo>
                  <a:pt x="3783" y="883"/>
                </a:lnTo>
                <a:lnTo>
                  <a:pt x="3782" y="883"/>
                </a:lnTo>
                <a:lnTo>
                  <a:pt x="3782" y="882"/>
                </a:lnTo>
                <a:lnTo>
                  <a:pt x="3781" y="882"/>
                </a:lnTo>
                <a:lnTo>
                  <a:pt x="3780" y="882"/>
                </a:lnTo>
                <a:lnTo>
                  <a:pt x="3780" y="881"/>
                </a:lnTo>
                <a:lnTo>
                  <a:pt x="3779" y="881"/>
                </a:lnTo>
                <a:lnTo>
                  <a:pt x="3778" y="881"/>
                </a:lnTo>
                <a:lnTo>
                  <a:pt x="3777" y="881"/>
                </a:lnTo>
                <a:lnTo>
                  <a:pt x="3775" y="885"/>
                </a:lnTo>
                <a:lnTo>
                  <a:pt x="3775" y="886"/>
                </a:lnTo>
                <a:lnTo>
                  <a:pt x="3774" y="886"/>
                </a:lnTo>
                <a:lnTo>
                  <a:pt x="3768" y="893"/>
                </a:lnTo>
                <a:lnTo>
                  <a:pt x="3766" y="896"/>
                </a:lnTo>
                <a:lnTo>
                  <a:pt x="3765" y="897"/>
                </a:lnTo>
                <a:lnTo>
                  <a:pt x="3765" y="898"/>
                </a:lnTo>
                <a:lnTo>
                  <a:pt x="3764" y="898"/>
                </a:lnTo>
                <a:lnTo>
                  <a:pt x="3764" y="899"/>
                </a:lnTo>
                <a:lnTo>
                  <a:pt x="3763" y="899"/>
                </a:lnTo>
                <a:lnTo>
                  <a:pt x="3762" y="901"/>
                </a:lnTo>
                <a:lnTo>
                  <a:pt x="3760" y="903"/>
                </a:lnTo>
                <a:lnTo>
                  <a:pt x="3759" y="904"/>
                </a:lnTo>
                <a:lnTo>
                  <a:pt x="3757" y="905"/>
                </a:lnTo>
                <a:lnTo>
                  <a:pt x="3757" y="906"/>
                </a:lnTo>
                <a:lnTo>
                  <a:pt x="3757" y="907"/>
                </a:lnTo>
                <a:lnTo>
                  <a:pt x="3756" y="907"/>
                </a:lnTo>
                <a:lnTo>
                  <a:pt x="3756" y="909"/>
                </a:lnTo>
                <a:lnTo>
                  <a:pt x="3755" y="909"/>
                </a:lnTo>
                <a:lnTo>
                  <a:pt x="3755" y="910"/>
                </a:lnTo>
                <a:lnTo>
                  <a:pt x="3754" y="912"/>
                </a:lnTo>
                <a:lnTo>
                  <a:pt x="3752" y="914"/>
                </a:lnTo>
                <a:lnTo>
                  <a:pt x="3751" y="915"/>
                </a:lnTo>
                <a:lnTo>
                  <a:pt x="3750" y="917"/>
                </a:lnTo>
                <a:lnTo>
                  <a:pt x="3746" y="924"/>
                </a:lnTo>
                <a:lnTo>
                  <a:pt x="3746" y="925"/>
                </a:lnTo>
                <a:lnTo>
                  <a:pt x="3745" y="926"/>
                </a:lnTo>
                <a:lnTo>
                  <a:pt x="3745" y="927"/>
                </a:lnTo>
                <a:lnTo>
                  <a:pt x="3744" y="928"/>
                </a:lnTo>
                <a:lnTo>
                  <a:pt x="3744" y="929"/>
                </a:lnTo>
                <a:lnTo>
                  <a:pt x="3743" y="930"/>
                </a:lnTo>
                <a:lnTo>
                  <a:pt x="3743" y="931"/>
                </a:lnTo>
                <a:lnTo>
                  <a:pt x="3742" y="932"/>
                </a:lnTo>
                <a:lnTo>
                  <a:pt x="3742" y="933"/>
                </a:lnTo>
                <a:lnTo>
                  <a:pt x="3740" y="936"/>
                </a:lnTo>
                <a:lnTo>
                  <a:pt x="3739" y="937"/>
                </a:lnTo>
                <a:lnTo>
                  <a:pt x="3737" y="939"/>
                </a:lnTo>
                <a:lnTo>
                  <a:pt x="3736" y="942"/>
                </a:lnTo>
                <a:lnTo>
                  <a:pt x="3736" y="943"/>
                </a:lnTo>
                <a:lnTo>
                  <a:pt x="3735" y="943"/>
                </a:lnTo>
                <a:lnTo>
                  <a:pt x="3735" y="944"/>
                </a:lnTo>
                <a:lnTo>
                  <a:pt x="3734" y="946"/>
                </a:lnTo>
                <a:lnTo>
                  <a:pt x="3732" y="948"/>
                </a:lnTo>
                <a:lnTo>
                  <a:pt x="3730" y="951"/>
                </a:lnTo>
                <a:lnTo>
                  <a:pt x="3729" y="953"/>
                </a:lnTo>
                <a:lnTo>
                  <a:pt x="3728" y="954"/>
                </a:lnTo>
                <a:lnTo>
                  <a:pt x="3726" y="957"/>
                </a:lnTo>
                <a:lnTo>
                  <a:pt x="3723" y="961"/>
                </a:lnTo>
                <a:lnTo>
                  <a:pt x="3722" y="962"/>
                </a:lnTo>
                <a:lnTo>
                  <a:pt x="3722" y="963"/>
                </a:lnTo>
                <a:lnTo>
                  <a:pt x="3721" y="964"/>
                </a:lnTo>
                <a:lnTo>
                  <a:pt x="3720" y="968"/>
                </a:lnTo>
                <a:lnTo>
                  <a:pt x="3718" y="972"/>
                </a:lnTo>
                <a:lnTo>
                  <a:pt x="3718" y="973"/>
                </a:lnTo>
                <a:lnTo>
                  <a:pt x="3717" y="974"/>
                </a:lnTo>
                <a:lnTo>
                  <a:pt x="3716" y="976"/>
                </a:lnTo>
                <a:lnTo>
                  <a:pt x="3714" y="979"/>
                </a:lnTo>
                <a:lnTo>
                  <a:pt x="3713" y="982"/>
                </a:lnTo>
                <a:lnTo>
                  <a:pt x="3712" y="983"/>
                </a:lnTo>
                <a:lnTo>
                  <a:pt x="3712" y="984"/>
                </a:lnTo>
                <a:lnTo>
                  <a:pt x="3711" y="985"/>
                </a:lnTo>
                <a:lnTo>
                  <a:pt x="3709" y="991"/>
                </a:lnTo>
                <a:lnTo>
                  <a:pt x="3708" y="993"/>
                </a:lnTo>
                <a:lnTo>
                  <a:pt x="3707" y="993"/>
                </a:lnTo>
                <a:lnTo>
                  <a:pt x="3705" y="997"/>
                </a:lnTo>
                <a:lnTo>
                  <a:pt x="3705" y="998"/>
                </a:lnTo>
                <a:lnTo>
                  <a:pt x="3703" y="1000"/>
                </a:lnTo>
                <a:lnTo>
                  <a:pt x="3700" y="1003"/>
                </a:lnTo>
                <a:lnTo>
                  <a:pt x="3699" y="1004"/>
                </a:lnTo>
                <a:lnTo>
                  <a:pt x="3698" y="1005"/>
                </a:lnTo>
                <a:lnTo>
                  <a:pt x="3696" y="1006"/>
                </a:lnTo>
                <a:lnTo>
                  <a:pt x="3693" y="1008"/>
                </a:lnTo>
                <a:lnTo>
                  <a:pt x="3691" y="1009"/>
                </a:lnTo>
                <a:lnTo>
                  <a:pt x="3687" y="1012"/>
                </a:lnTo>
                <a:lnTo>
                  <a:pt x="3686" y="1013"/>
                </a:lnTo>
                <a:lnTo>
                  <a:pt x="3685" y="1013"/>
                </a:lnTo>
                <a:lnTo>
                  <a:pt x="3680" y="1017"/>
                </a:lnTo>
                <a:lnTo>
                  <a:pt x="3678" y="1019"/>
                </a:lnTo>
                <a:lnTo>
                  <a:pt x="3677" y="1019"/>
                </a:lnTo>
                <a:lnTo>
                  <a:pt x="3676" y="1020"/>
                </a:lnTo>
                <a:lnTo>
                  <a:pt x="3674" y="1021"/>
                </a:lnTo>
                <a:lnTo>
                  <a:pt x="3673" y="1021"/>
                </a:lnTo>
                <a:lnTo>
                  <a:pt x="3672" y="1022"/>
                </a:lnTo>
                <a:lnTo>
                  <a:pt x="3671" y="1023"/>
                </a:lnTo>
                <a:lnTo>
                  <a:pt x="3670" y="1023"/>
                </a:lnTo>
                <a:lnTo>
                  <a:pt x="3670" y="1024"/>
                </a:lnTo>
                <a:lnTo>
                  <a:pt x="3670" y="1025"/>
                </a:lnTo>
                <a:lnTo>
                  <a:pt x="3669" y="1026"/>
                </a:lnTo>
                <a:lnTo>
                  <a:pt x="3669" y="1030"/>
                </a:lnTo>
                <a:lnTo>
                  <a:pt x="3669" y="1032"/>
                </a:lnTo>
                <a:lnTo>
                  <a:pt x="3668" y="1035"/>
                </a:lnTo>
                <a:lnTo>
                  <a:pt x="3668" y="1038"/>
                </a:lnTo>
                <a:lnTo>
                  <a:pt x="3667" y="1043"/>
                </a:lnTo>
                <a:lnTo>
                  <a:pt x="3666" y="1046"/>
                </a:lnTo>
                <a:lnTo>
                  <a:pt x="3665" y="1048"/>
                </a:lnTo>
                <a:lnTo>
                  <a:pt x="3664" y="1050"/>
                </a:lnTo>
                <a:lnTo>
                  <a:pt x="3664" y="1051"/>
                </a:lnTo>
                <a:lnTo>
                  <a:pt x="3663" y="1052"/>
                </a:lnTo>
                <a:lnTo>
                  <a:pt x="3662" y="1054"/>
                </a:lnTo>
                <a:lnTo>
                  <a:pt x="3661" y="1057"/>
                </a:lnTo>
                <a:lnTo>
                  <a:pt x="3659" y="1060"/>
                </a:lnTo>
                <a:lnTo>
                  <a:pt x="3657" y="1062"/>
                </a:lnTo>
                <a:lnTo>
                  <a:pt x="3656" y="1063"/>
                </a:lnTo>
                <a:lnTo>
                  <a:pt x="3653" y="1065"/>
                </a:lnTo>
                <a:lnTo>
                  <a:pt x="3648" y="1067"/>
                </a:lnTo>
                <a:lnTo>
                  <a:pt x="3647" y="1068"/>
                </a:lnTo>
                <a:lnTo>
                  <a:pt x="3645" y="1070"/>
                </a:lnTo>
                <a:lnTo>
                  <a:pt x="3643" y="1071"/>
                </a:lnTo>
                <a:lnTo>
                  <a:pt x="3642" y="1072"/>
                </a:lnTo>
                <a:lnTo>
                  <a:pt x="3642" y="1073"/>
                </a:lnTo>
                <a:lnTo>
                  <a:pt x="3641" y="1074"/>
                </a:lnTo>
                <a:lnTo>
                  <a:pt x="3640" y="1075"/>
                </a:lnTo>
                <a:lnTo>
                  <a:pt x="3636" y="1078"/>
                </a:lnTo>
                <a:lnTo>
                  <a:pt x="3633" y="1081"/>
                </a:lnTo>
                <a:lnTo>
                  <a:pt x="3632" y="1082"/>
                </a:lnTo>
                <a:lnTo>
                  <a:pt x="3630" y="1083"/>
                </a:lnTo>
                <a:lnTo>
                  <a:pt x="3628" y="1084"/>
                </a:lnTo>
                <a:lnTo>
                  <a:pt x="3627" y="1085"/>
                </a:lnTo>
                <a:lnTo>
                  <a:pt x="3624" y="1087"/>
                </a:lnTo>
                <a:lnTo>
                  <a:pt x="3622" y="1089"/>
                </a:lnTo>
                <a:lnTo>
                  <a:pt x="3621" y="1089"/>
                </a:lnTo>
                <a:lnTo>
                  <a:pt x="3620" y="1090"/>
                </a:lnTo>
                <a:lnTo>
                  <a:pt x="3618" y="1093"/>
                </a:lnTo>
                <a:lnTo>
                  <a:pt x="3617" y="1093"/>
                </a:lnTo>
                <a:lnTo>
                  <a:pt x="3615" y="1097"/>
                </a:lnTo>
                <a:lnTo>
                  <a:pt x="3615" y="1098"/>
                </a:lnTo>
                <a:lnTo>
                  <a:pt x="3614" y="1099"/>
                </a:lnTo>
                <a:lnTo>
                  <a:pt x="3612" y="1101"/>
                </a:lnTo>
                <a:lnTo>
                  <a:pt x="3612" y="1102"/>
                </a:lnTo>
                <a:lnTo>
                  <a:pt x="3611" y="1103"/>
                </a:lnTo>
                <a:lnTo>
                  <a:pt x="3611" y="1104"/>
                </a:lnTo>
                <a:lnTo>
                  <a:pt x="3610" y="1105"/>
                </a:lnTo>
                <a:lnTo>
                  <a:pt x="3607" y="1107"/>
                </a:lnTo>
                <a:lnTo>
                  <a:pt x="3601" y="1112"/>
                </a:lnTo>
                <a:lnTo>
                  <a:pt x="3597" y="1116"/>
                </a:lnTo>
                <a:lnTo>
                  <a:pt x="3594" y="1118"/>
                </a:lnTo>
                <a:lnTo>
                  <a:pt x="3589" y="1122"/>
                </a:lnTo>
                <a:lnTo>
                  <a:pt x="3588" y="1124"/>
                </a:lnTo>
                <a:lnTo>
                  <a:pt x="3587" y="1125"/>
                </a:lnTo>
                <a:lnTo>
                  <a:pt x="3587" y="1126"/>
                </a:lnTo>
                <a:lnTo>
                  <a:pt x="3586" y="1129"/>
                </a:lnTo>
                <a:lnTo>
                  <a:pt x="3586" y="1130"/>
                </a:lnTo>
                <a:lnTo>
                  <a:pt x="3585" y="1131"/>
                </a:lnTo>
                <a:lnTo>
                  <a:pt x="3584" y="1134"/>
                </a:lnTo>
                <a:lnTo>
                  <a:pt x="3584" y="1135"/>
                </a:lnTo>
                <a:lnTo>
                  <a:pt x="3584" y="1136"/>
                </a:lnTo>
                <a:lnTo>
                  <a:pt x="3584" y="1139"/>
                </a:lnTo>
                <a:lnTo>
                  <a:pt x="3584" y="1142"/>
                </a:lnTo>
                <a:lnTo>
                  <a:pt x="3583" y="1144"/>
                </a:lnTo>
                <a:lnTo>
                  <a:pt x="3583" y="1149"/>
                </a:lnTo>
                <a:lnTo>
                  <a:pt x="3583" y="1150"/>
                </a:lnTo>
                <a:lnTo>
                  <a:pt x="3583" y="1151"/>
                </a:lnTo>
                <a:lnTo>
                  <a:pt x="3583" y="1153"/>
                </a:lnTo>
                <a:lnTo>
                  <a:pt x="3582" y="1155"/>
                </a:lnTo>
                <a:lnTo>
                  <a:pt x="3581" y="1155"/>
                </a:lnTo>
                <a:lnTo>
                  <a:pt x="3581" y="1156"/>
                </a:lnTo>
                <a:lnTo>
                  <a:pt x="3578" y="1159"/>
                </a:lnTo>
                <a:lnTo>
                  <a:pt x="3577" y="1161"/>
                </a:lnTo>
                <a:lnTo>
                  <a:pt x="3575" y="1162"/>
                </a:lnTo>
                <a:lnTo>
                  <a:pt x="3575" y="1163"/>
                </a:lnTo>
                <a:lnTo>
                  <a:pt x="3573" y="1165"/>
                </a:lnTo>
                <a:lnTo>
                  <a:pt x="3573" y="1166"/>
                </a:lnTo>
                <a:lnTo>
                  <a:pt x="3573" y="1169"/>
                </a:lnTo>
                <a:lnTo>
                  <a:pt x="3573" y="1170"/>
                </a:lnTo>
                <a:lnTo>
                  <a:pt x="3574" y="1170"/>
                </a:lnTo>
                <a:lnTo>
                  <a:pt x="3575" y="1170"/>
                </a:lnTo>
                <a:lnTo>
                  <a:pt x="3575" y="1171"/>
                </a:lnTo>
                <a:lnTo>
                  <a:pt x="3576" y="1171"/>
                </a:lnTo>
                <a:lnTo>
                  <a:pt x="3576" y="1172"/>
                </a:lnTo>
                <a:lnTo>
                  <a:pt x="3576" y="1173"/>
                </a:lnTo>
                <a:lnTo>
                  <a:pt x="3577" y="1174"/>
                </a:lnTo>
                <a:lnTo>
                  <a:pt x="3578" y="1174"/>
                </a:lnTo>
                <a:lnTo>
                  <a:pt x="3579" y="1174"/>
                </a:lnTo>
                <a:lnTo>
                  <a:pt x="3580" y="1175"/>
                </a:lnTo>
                <a:lnTo>
                  <a:pt x="3580" y="1176"/>
                </a:lnTo>
                <a:lnTo>
                  <a:pt x="3580" y="1177"/>
                </a:lnTo>
                <a:lnTo>
                  <a:pt x="3581" y="1178"/>
                </a:lnTo>
                <a:lnTo>
                  <a:pt x="3581" y="1179"/>
                </a:lnTo>
                <a:lnTo>
                  <a:pt x="3584" y="1182"/>
                </a:lnTo>
                <a:lnTo>
                  <a:pt x="3585" y="1182"/>
                </a:lnTo>
                <a:lnTo>
                  <a:pt x="3586" y="1182"/>
                </a:lnTo>
                <a:lnTo>
                  <a:pt x="3587" y="1183"/>
                </a:lnTo>
                <a:lnTo>
                  <a:pt x="3588" y="1184"/>
                </a:lnTo>
                <a:lnTo>
                  <a:pt x="3588" y="1185"/>
                </a:lnTo>
                <a:lnTo>
                  <a:pt x="3589" y="1185"/>
                </a:lnTo>
                <a:lnTo>
                  <a:pt x="3589" y="1186"/>
                </a:lnTo>
                <a:lnTo>
                  <a:pt x="3590" y="1187"/>
                </a:lnTo>
                <a:lnTo>
                  <a:pt x="3591" y="1188"/>
                </a:lnTo>
                <a:lnTo>
                  <a:pt x="3591" y="1189"/>
                </a:lnTo>
                <a:lnTo>
                  <a:pt x="3592" y="1190"/>
                </a:lnTo>
                <a:lnTo>
                  <a:pt x="3592" y="1191"/>
                </a:lnTo>
                <a:lnTo>
                  <a:pt x="3593" y="1191"/>
                </a:lnTo>
                <a:lnTo>
                  <a:pt x="3594" y="1193"/>
                </a:lnTo>
                <a:lnTo>
                  <a:pt x="3595" y="1194"/>
                </a:lnTo>
                <a:lnTo>
                  <a:pt x="3595" y="1195"/>
                </a:lnTo>
                <a:lnTo>
                  <a:pt x="3596" y="1195"/>
                </a:lnTo>
                <a:lnTo>
                  <a:pt x="3596" y="1196"/>
                </a:lnTo>
                <a:lnTo>
                  <a:pt x="3597" y="1197"/>
                </a:lnTo>
                <a:lnTo>
                  <a:pt x="3597" y="1198"/>
                </a:lnTo>
                <a:lnTo>
                  <a:pt x="3598" y="1198"/>
                </a:lnTo>
                <a:lnTo>
                  <a:pt x="3599" y="1198"/>
                </a:lnTo>
                <a:lnTo>
                  <a:pt x="3599" y="1199"/>
                </a:lnTo>
                <a:lnTo>
                  <a:pt x="3600" y="1199"/>
                </a:lnTo>
                <a:lnTo>
                  <a:pt x="3601" y="1199"/>
                </a:lnTo>
                <a:lnTo>
                  <a:pt x="3601" y="1200"/>
                </a:lnTo>
                <a:lnTo>
                  <a:pt x="3602" y="1200"/>
                </a:lnTo>
                <a:lnTo>
                  <a:pt x="3603" y="1201"/>
                </a:lnTo>
                <a:lnTo>
                  <a:pt x="3604" y="1201"/>
                </a:lnTo>
                <a:lnTo>
                  <a:pt x="3605" y="1201"/>
                </a:lnTo>
                <a:lnTo>
                  <a:pt x="3607" y="1204"/>
                </a:lnTo>
                <a:lnTo>
                  <a:pt x="3607" y="1205"/>
                </a:lnTo>
                <a:lnTo>
                  <a:pt x="3608" y="1206"/>
                </a:lnTo>
                <a:lnTo>
                  <a:pt x="3608" y="1207"/>
                </a:lnTo>
                <a:lnTo>
                  <a:pt x="3609" y="1207"/>
                </a:lnTo>
                <a:lnTo>
                  <a:pt x="3610" y="1208"/>
                </a:lnTo>
                <a:lnTo>
                  <a:pt x="3611" y="1208"/>
                </a:lnTo>
                <a:lnTo>
                  <a:pt x="3612" y="1208"/>
                </a:lnTo>
                <a:lnTo>
                  <a:pt x="3612" y="1209"/>
                </a:lnTo>
                <a:lnTo>
                  <a:pt x="3614" y="1209"/>
                </a:lnTo>
                <a:lnTo>
                  <a:pt x="3615" y="1209"/>
                </a:lnTo>
                <a:lnTo>
                  <a:pt x="3615" y="1210"/>
                </a:lnTo>
                <a:lnTo>
                  <a:pt x="3616" y="1210"/>
                </a:lnTo>
                <a:lnTo>
                  <a:pt x="3617" y="1210"/>
                </a:lnTo>
                <a:lnTo>
                  <a:pt x="3618" y="1211"/>
                </a:lnTo>
                <a:lnTo>
                  <a:pt x="3619" y="1211"/>
                </a:lnTo>
                <a:lnTo>
                  <a:pt x="3620" y="1210"/>
                </a:lnTo>
                <a:lnTo>
                  <a:pt x="3621" y="1210"/>
                </a:lnTo>
                <a:lnTo>
                  <a:pt x="3624" y="1211"/>
                </a:lnTo>
                <a:lnTo>
                  <a:pt x="3626" y="1210"/>
                </a:lnTo>
                <a:lnTo>
                  <a:pt x="3626" y="1211"/>
                </a:lnTo>
                <a:lnTo>
                  <a:pt x="3626" y="1212"/>
                </a:lnTo>
                <a:lnTo>
                  <a:pt x="3627" y="1212"/>
                </a:lnTo>
                <a:lnTo>
                  <a:pt x="3628" y="1212"/>
                </a:lnTo>
                <a:lnTo>
                  <a:pt x="3629" y="1212"/>
                </a:lnTo>
                <a:lnTo>
                  <a:pt x="3631" y="1212"/>
                </a:lnTo>
                <a:lnTo>
                  <a:pt x="3632" y="1212"/>
                </a:lnTo>
                <a:lnTo>
                  <a:pt x="3633" y="1211"/>
                </a:lnTo>
                <a:lnTo>
                  <a:pt x="3635" y="1211"/>
                </a:lnTo>
                <a:lnTo>
                  <a:pt x="3636" y="1211"/>
                </a:lnTo>
                <a:lnTo>
                  <a:pt x="3637" y="1212"/>
                </a:lnTo>
                <a:lnTo>
                  <a:pt x="3637" y="1213"/>
                </a:lnTo>
                <a:lnTo>
                  <a:pt x="3638" y="1213"/>
                </a:lnTo>
                <a:lnTo>
                  <a:pt x="3639" y="1213"/>
                </a:lnTo>
                <a:lnTo>
                  <a:pt x="3640" y="1212"/>
                </a:lnTo>
                <a:lnTo>
                  <a:pt x="3641" y="1212"/>
                </a:lnTo>
                <a:lnTo>
                  <a:pt x="3642" y="1212"/>
                </a:lnTo>
                <a:lnTo>
                  <a:pt x="3642" y="1211"/>
                </a:lnTo>
                <a:lnTo>
                  <a:pt x="3642" y="1212"/>
                </a:lnTo>
                <a:lnTo>
                  <a:pt x="3643" y="1212"/>
                </a:lnTo>
                <a:lnTo>
                  <a:pt x="3643" y="1214"/>
                </a:lnTo>
                <a:lnTo>
                  <a:pt x="3642" y="1215"/>
                </a:lnTo>
                <a:lnTo>
                  <a:pt x="3642" y="1216"/>
                </a:lnTo>
                <a:lnTo>
                  <a:pt x="3642" y="1217"/>
                </a:lnTo>
                <a:lnTo>
                  <a:pt x="3641" y="1217"/>
                </a:lnTo>
                <a:lnTo>
                  <a:pt x="3641" y="1218"/>
                </a:lnTo>
                <a:lnTo>
                  <a:pt x="3639" y="1219"/>
                </a:lnTo>
                <a:lnTo>
                  <a:pt x="3639" y="1220"/>
                </a:lnTo>
                <a:lnTo>
                  <a:pt x="3637" y="1222"/>
                </a:lnTo>
                <a:lnTo>
                  <a:pt x="3637" y="1223"/>
                </a:lnTo>
                <a:lnTo>
                  <a:pt x="3634" y="1227"/>
                </a:lnTo>
                <a:lnTo>
                  <a:pt x="3635" y="1229"/>
                </a:lnTo>
                <a:lnTo>
                  <a:pt x="3636" y="1229"/>
                </a:lnTo>
                <a:lnTo>
                  <a:pt x="3635" y="1230"/>
                </a:lnTo>
                <a:lnTo>
                  <a:pt x="3635" y="1232"/>
                </a:lnTo>
                <a:lnTo>
                  <a:pt x="3635" y="1233"/>
                </a:lnTo>
                <a:lnTo>
                  <a:pt x="3636" y="1234"/>
                </a:lnTo>
                <a:lnTo>
                  <a:pt x="3637" y="1234"/>
                </a:lnTo>
                <a:lnTo>
                  <a:pt x="3637" y="1235"/>
                </a:lnTo>
                <a:lnTo>
                  <a:pt x="3639" y="1235"/>
                </a:lnTo>
                <a:lnTo>
                  <a:pt x="3639" y="1236"/>
                </a:lnTo>
                <a:lnTo>
                  <a:pt x="3638" y="1237"/>
                </a:lnTo>
                <a:lnTo>
                  <a:pt x="3638" y="1239"/>
                </a:lnTo>
                <a:lnTo>
                  <a:pt x="3639" y="1239"/>
                </a:lnTo>
                <a:lnTo>
                  <a:pt x="3640" y="1239"/>
                </a:lnTo>
                <a:lnTo>
                  <a:pt x="3642" y="1239"/>
                </a:lnTo>
                <a:lnTo>
                  <a:pt x="3643" y="1239"/>
                </a:lnTo>
                <a:lnTo>
                  <a:pt x="3644" y="1238"/>
                </a:lnTo>
                <a:lnTo>
                  <a:pt x="3645" y="1239"/>
                </a:lnTo>
                <a:lnTo>
                  <a:pt x="3645" y="1238"/>
                </a:lnTo>
                <a:lnTo>
                  <a:pt x="3646" y="1238"/>
                </a:lnTo>
                <a:lnTo>
                  <a:pt x="3647" y="1238"/>
                </a:lnTo>
                <a:lnTo>
                  <a:pt x="3647" y="1237"/>
                </a:lnTo>
                <a:lnTo>
                  <a:pt x="3647" y="1236"/>
                </a:lnTo>
                <a:lnTo>
                  <a:pt x="3648" y="1236"/>
                </a:lnTo>
                <a:lnTo>
                  <a:pt x="3649" y="1235"/>
                </a:lnTo>
                <a:lnTo>
                  <a:pt x="3649" y="1234"/>
                </a:lnTo>
                <a:lnTo>
                  <a:pt x="3650" y="1234"/>
                </a:lnTo>
                <a:lnTo>
                  <a:pt x="3650" y="1233"/>
                </a:lnTo>
                <a:lnTo>
                  <a:pt x="3651" y="1233"/>
                </a:lnTo>
                <a:lnTo>
                  <a:pt x="3652" y="1232"/>
                </a:lnTo>
                <a:lnTo>
                  <a:pt x="3652" y="1233"/>
                </a:lnTo>
                <a:lnTo>
                  <a:pt x="3653" y="1234"/>
                </a:lnTo>
                <a:lnTo>
                  <a:pt x="3653" y="1235"/>
                </a:lnTo>
                <a:lnTo>
                  <a:pt x="3653" y="1236"/>
                </a:lnTo>
                <a:lnTo>
                  <a:pt x="3654" y="1236"/>
                </a:lnTo>
                <a:lnTo>
                  <a:pt x="3653" y="1238"/>
                </a:lnTo>
                <a:lnTo>
                  <a:pt x="3653" y="1239"/>
                </a:lnTo>
                <a:lnTo>
                  <a:pt x="3654" y="1240"/>
                </a:lnTo>
                <a:lnTo>
                  <a:pt x="3654" y="1241"/>
                </a:lnTo>
                <a:lnTo>
                  <a:pt x="3654" y="1242"/>
                </a:lnTo>
                <a:lnTo>
                  <a:pt x="3654" y="1244"/>
                </a:lnTo>
                <a:lnTo>
                  <a:pt x="3654" y="1245"/>
                </a:lnTo>
                <a:lnTo>
                  <a:pt x="3653" y="1246"/>
                </a:lnTo>
                <a:lnTo>
                  <a:pt x="3652" y="1246"/>
                </a:lnTo>
                <a:lnTo>
                  <a:pt x="3653" y="1247"/>
                </a:lnTo>
                <a:lnTo>
                  <a:pt x="3653" y="1248"/>
                </a:lnTo>
                <a:lnTo>
                  <a:pt x="3654" y="1249"/>
                </a:lnTo>
                <a:lnTo>
                  <a:pt x="3655" y="1250"/>
                </a:lnTo>
                <a:lnTo>
                  <a:pt x="3656" y="1251"/>
                </a:lnTo>
                <a:lnTo>
                  <a:pt x="3656" y="1252"/>
                </a:lnTo>
                <a:lnTo>
                  <a:pt x="3657" y="1253"/>
                </a:lnTo>
                <a:lnTo>
                  <a:pt x="3656" y="1254"/>
                </a:lnTo>
                <a:lnTo>
                  <a:pt x="3657" y="1254"/>
                </a:lnTo>
                <a:lnTo>
                  <a:pt x="3657" y="1255"/>
                </a:lnTo>
                <a:lnTo>
                  <a:pt x="3657" y="1256"/>
                </a:lnTo>
                <a:lnTo>
                  <a:pt x="3657" y="1257"/>
                </a:lnTo>
                <a:lnTo>
                  <a:pt x="3657" y="1258"/>
                </a:lnTo>
                <a:lnTo>
                  <a:pt x="3657" y="1259"/>
                </a:lnTo>
                <a:lnTo>
                  <a:pt x="3658" y="1259"/>
                </a:lnTo>
                <a:lnTo>
                  <a:pt x="3658" y="1260"/>
                </a:lnTo>
                <a:lnTo>
                  <a:pt x="3659" y="1260"/>
                </a:lnTo>
                <a:lnTo>
                  <a:pt x="3659" y="1261"/>
                </a:lnTo>
                <a:lnTo>
                  <a:pt x="3659" y="1263"/>
                </a:lnTo>
                <a:lnTo>
                  <a:pt x="3661" y="1263"/>
                </a:lnTo>
                <a:lnTo>
                  <a:pt x="3661" y="1264"/>
                </a:lnTo>
                <a:lnTo>
                  <a:pt x="3662" y="1264"/>
                </a:lnTo>
                <a:lnTo>
                  <a:pt x="3662" y="1265"/>
                </a:lnTo>
                <a:lnTo>
                  <a:pt x="3663" y="1266"/>
                </a:lnTo>
                <a:lnTo>
                  <a:pt x="3663" y="1267"/>
                </a:lnTo>
                <a:lnTo>
                  <a:pt x="3664" y="1266"/>
                </a:lnTo>
                <a:lnTo>
                  <a:pt x="3665" y="1266"/>
                </a:lnTo>
                <a:lnTo>
                  <a:pt x="3665" y="1267"/>
                </a:lnTo>
                <a:lnTo>
                  <a:pt x="3666" y="1267"/>
                </a:lnTo>
                <a:lnTo>
                  <a:pt x="3667" y="1267"/>
                </a:lnTo>
                <a:lnTo>
                  <a:pt x="3667" y="1268"/>
                </a:lnTo>
                <a:lnTo>
                  <a:pt x="3669" y="1269"/>
                </a:lnTo>
                <a:lnTo>
                  <a:pt x="3671" y="1269"/>
                </a:lnTo>
                <a:lnTo>
                  <a:pt x="3672" y="1269"/>
                </a:lnTo>
                <a:lnTo>
                  <a:pt x="3672" y="1270"/>
                </a:lnTo>
                <a:lnTo>
                  <a:pt x="3673" y="1270"/>
                </a:lnTo>
                <a:lnTo>
                  <a:pt x="3674" y="1270"/>
                </a:lnTo>
                <a:lnTo>
                  <a:pt x="3674" y="1272"/>
                </a:lnTo>
                <a:lnTo>
                  <a:pt x="3674" y="1273"/>
                </a:lnTo>
                <a:lnTo>
                  <a:pt x="3674" y="1274"/>
                </a:lnTo>
                <a:lnTo>
                  <a:pt x="3675" y="1274"/>
                </a:lnTo>
                <a:lnTo>
                  <a:pt x="3675" y="1275"/>
                </a:lnTo>
                <a:lnTo>
                  <a:pt x="3676" y="1276"/>
                </a:lnTo>
                <a:lnTo>
                  <a:pt x="3677" y="1277"/>
                </a:lnTo>
                <a:lnTo>
                  <a:pt x="3677" y="1276"/>
                </a:lnTo>
                <a:lnTo>
                  <a:pt x="3678" y="1277"/>
                </a:lnTo>
                <a:lnTo>
                  <a:pt x="3679" y="1277"/>
                </a:lnTo>
                <a:lnTo>
                  <a:pt x="3679" y="1276"/>
                </a:lnTo>
                <a:lnTo>
                  <a:pt x="3680" y="1276"/>
                </a:lnTo>
                <a:lnTo>
                  <a:pt x="3680" y="1275"/>
                </a:lnTo>
                <a:lnTo>
                  <a:pt x="3681" y="1275"/>
                </a:lnTo>
                <a:lnTo>
                  <a:pt x="3681" y="1274"/>
                </a:lnTo>
                <a:lnTo>
                  <a:pt x="3682" y="1274"/>
                </a:lnTo>
                <a:lnTo>
                  <a:pt x="3683" y="1273"/>
                </a:lnTo>
                <a:lnTo>
                  <a:pt x="3684" y="1273"/>
                </a:lnTo>
                <a:lnTo>
                  <a:pt x="3684" y="1272"/>
                </a:lnTo>
                <a:lnTo>
                  <a:pt x="3685" y="1271"/>
                </a:lnTo>
                <a:lnTo>
                  <a:pt x="3686" y="1272"/>
                </a:lnTo>
                <a:lnTo>
                  <a:pt x="3687" y="1272"/>
                </a:lnTo>
                <a:lnTo>
                  <a:pt x="3688" y="1272"/>
                </a:lnTo>
                <a:lnTo>
                  <a:pt x="3689" y="1272"/>
                </a:lnTo>
                <a:lnTo>
                  <a:pt x="3690" y="1272"/>
                </a:lnTo>
                <a:lnTo>
                  <a:pt x="3690" y="1273"/>
                </a:lnTo>
                <a:lnTo>
                  <a:pt x="3690" y="1272"/>
                </a:lnTo>
                <a:lnTo>
                  <a:pt x="3691" y="1272"/>
                </a:lnTo>
                <a:lnTo>
                  <a:pt x="3692" y="1272"/>
                </a:lnTo>
                <a:lnTo>
                  <a:pt x="3693" y="1272"/>
                </a:lnTo>
                <a:lnTo>
                  <a:pt x="3694" y="1271"/>
                </a:lnTo>
                <a:lnTo>
                  <a:pt x="3695" y="1270"/>
                </a:lnTo>
                <a:lnTo>
                  <a:pt x="3696" y="1270"/>
                </a:lnTo>
                <a:lnTo>
                  <a:pt x="3697" y="1268"/>
                </a:lnTo>
                <a:lnTo>
                  <a:pt x="3698" y="1267"/>
                </a:lnTo>
                <a:lnTo>
                  <a:pt x="3698" y="1266"/>
                </a:lnTo>
                <a:lnTo>
                  <a:pt x="3699" y="1266"/>
                </a:lnTo>
                <a:lnTo>
                  <a:pt x="3699" y="1265"/>
                </a:lnTo>
                <a:lnTo>
                  <a:pt x="3698" y="1265"/>
                </a:lnTo>
                <a:lnTo>
                  <a:pt x="3698" y="1264"/>
                </a:lnTo>
                <a:lnTo>
                  <a:pt x="3698" y="1263"/>
                </a:lnTo>
                <a:lnTo>
                  <a:pt x="3698" y="1262"/>
                </a:lnTo>
                <a:lnTo>
                  <a:pt x="3698" y="1260"/>
                </a:lnTo>
                <a:lnTo>
                  <a:pt x="3699" y="1259"/>
                </a:lnTo>
                <a:lnTo>
                  <a:pt x="3699" y="1258"/>
                </a:lnTo>
                <a:lnTo>
                  <a:pt x="3700" y="1257"/>
                </a:lnTo>
                <a:lnTo>
                  <a:pt x="3700" y="1256"/>
                </a:lnTo>
                <a:lnTo>
                  <a:pt x="3701" y="1256"/>
                </a:lnTo>
                <a:lnTo>
                  <a:pt x="3701" y="1255"/>
                </a:lnTo>
                <a:lnTo>
                  <a:pt x="3701" y="1253"/>
                </a:lnTo>
                <a:lnTo>
                  <a:pt x="3702" y="1253"/>
                </a:lnTo>
                <a:lnTo>
                  <a:pt x="3702" y="1252"/>
                </a:lnTo>
                <a:lnTo>
                  <a:pt x="3702" y="1251"/>
                </a:lnTo>
                <a:lnTo>
                  <a:pt x="3701" y="1251"/>
                </a:lnTo>
                <a:lnTo>
                  <a:pt x="3701" y="1249"/>
                </a:lnTo>
                <a:lnTo>
                  <a:pt x="3701" y="1248"/>
                </a:lnTo>
                <a:lnTo>
                  <a:pt x="3701" y="1246"/>
                </a:lnTo>
                <a:lnTo>
                  <a:pt x="3700" y="1246"/>
                </a:lnTo>
                <a:lnTo>
                  <a:pt x="3701" y="1245"/>
                </a:lnTo>
                <a:lnTo>
                  <a:pt x="3702" y="1243"/>
                </a:lnTo>
                <a:lnTo>
                  <a:pt x="3703" y="1243"/>
                </a:lnTo>
                <a:lnTo>
                  <a:pt x="3703" y="1244"/>
                </a:lnTo>
                <a:lnTo>
                  <a:pt x="3705" y="1245"/>
                </a:lnTo>
                <a:lnTo>
                  <a:pt x="3705" y="1244"/>
                </a:lnTo>
                <a:lnTo>
                  <a:pt x="3706" y="1243"/>
                </a:lnTo>
                <a:lnTo>
                  <a:pt x="3708" y="1243"/>
                </a:lnTo>
                <a:lnTo>
                  <a:pt x="3709" y="1243"/>
                </a:lnTo>
                <a:lnTo>
                  <a:pt x="3710" y="1243"/>
                </a:lnTo>
                <a:lnTo>
                  <a:pt x="3710" y="1242"/>
                </a:lnTo>
                <a:lnTo>
                  <a:pt x="3711" y="1241"/>
                </a:lnTo>
                <a:lnTo>
                  <a:pt x="3713" y="1242"/>
                </a:lnTo>
                <a:lnTo>
                  <a:pt x="3715" y="1243"/>
                </a:lnTo>
                <a:lnTo>
                  <a:pt x="3716" y="1245"/>
                </a:lnTo>
                <a:lnTo>
                  <a:pt x="3717" y="1245"/>
                </a:lnTo>
                <a:lnTo>
                  <a:pt x="3717" y="1246"/>
                </a:lnTo>
                <a:lnTo>
                  <a:pt x="3717" y="1247"/>
                </a:lnTo>
                <a:lnTo>
                  <a:pt x="3717" y="1248"/>
                </a:lnTo>
                <a:lnTo>
                  <a:pt x="3718" y="1248"/>
                </a:lnTo>
                <a:lnTo>
                  <a:pt x="3718" y="1247"/>
                </a:lnTo>
                <a:lnTo>
                  <a:pt x="3719" y="1247"/>
                </a:lnTo>
                <a:lnTo>
                  <a:pt x="3720" y="1247"/>
                </a:lnTo>
                <a:lnTo>
                  <a:pt x="3720" y="1246"/>
                </a:lnTo>
                <a:lnTo>
                  <a:pt x="3721" y="1246"/>
                </a:lnTo>
                <a:lnTo>
                  <a:pt x="3721" y="1245"/>
                </a:lnTo>
                <a:lnTo>
                  <a:pt x="3722" y="1245"/>
                </a:lnTo>
                <a:lnTo>
                  <a:pt x="3723" y="1245"/>
                </a:lnTo>
                <a:lnTo>
                  <a:pt x="3724" y="1234"/>
                </a:lnTo>
                <a:lnTo>
                  <a:pt x="3724" y="1230"/>
                </a:lnTo>
                <a:lnTo>
                  <a:pt x="3724" y="1228"/>
                </a:lnTo>
                <a:lnTo>
                  <a:pt x="3723" y="1228"/>
                </a:lnTo>
                <a:lnTo>
                  <a:pt x="3723" y="1225"/>
                </a:lnTo>
                <a:lnTo>
                  <a:pt x="3721" y="1224"/>
                </a:lnTo>
                <a:lnTo>
                  <a:pt x="3721" y="1223"/>
                </a:lnTo>
                <a:lnTo>
                  <a:pt x="3720" y="1222"/>
                </a:lnTo>
                <a:lnTo>
                  <a:pt x="3720" y="1221"/>
                </a:lnTo>
                <a:lnTo>
                  <a:pt x="3718" y="1221"/>
                </a:lnTo>
                <a:lnTo>
                  <a:pt x="3716" y="1219"/>
                </a:lnTo>
                <a:lnTo>
                  <a:pt x="3714" y="1219"/>
                </a:lnTo>
                <a:lnTo>
                  <a:pt x="3712" y="1220"/>
                </a:lnTo>
                <a:lnTo>
                  <a:pt x="3708" y="1221"/>
                </a:lnTo>
                <a:lnTo>
                  <a:pt x="3707" y="1218"/>
                </a:lnTo>
                <a:lnTo>
                  <a:pt x="3707" y="1217"/>
                </a:lnTo>
                <a:lnTo>
                  <a:pt x="3706" y="1217"/>
                </a:lnTo>
                <a:lnTo>
                  <a:pt x="3706" y="1216"/>
                </a:lnTo>
                <a:lnTo>
                  <a:pt x="3707" y="1215"/>
                </a:lnTo>
                <a:lnTo>
                  <a:pt x="3706" y="1214"/>
                </a:lnTo>
                <a:lnTo>
                  <a:pt x="3708" y="1215"/>
                </a:lnTo>
                <a:lnTo>
                  <a:pt x="3709" y="1215"/>
                </a:lnTo>
                <a:lnTo>
                  <a:pt x="3710" y="1216"/>
                </a:lnTo>
                <a:lnTo>
                  <a:pt x="3710" y="1215"/>
                </a:lnTo>
                <a:lnTo>
                  <a:pt x="3712" y="1216"/>
                </a:lnTo>
                <a:lnTo>
                  <a:pt x="3713" y="1216"/>
                </a:lnTo>
                <a:lnTo>
                  <a:pt x="3714" y="1217"/>
                </a:lnTo>
                <a:lnTo>
                  <a:pt x="3715" y="1217"/>
                </a:lnTo>
                <a:lnTo>
                  <a:pt x="3715" y="1218"/>
                </a:lnTo>
                <a:lnTo>
                  <a:pt x="3716" y="1218"/>
                </a:lnTo>
                <a:lnTo>
                  <a:pt x="3717" y="1219"/>
                </a:lnTo>
                <a:lnTo>
                  <a:pt x="3718" y="1220"/>
                </a:lnTo>
                <a:lnTo>
                  <a:pt x="3719" y="1221"/>
                </a:lnTo>
                <a:lnTo>
                  <a:pt x="3720" y="1221"/>
                </a:lnTo>
                <a:lnTo>
                  <a:pt x="3720" y="1222"/>
                </a:lnTo>
                <a:lnTo>
                  <a:pt x="3721" y="1222"/>
                </a:lnTo>
                <a:lnTo>
                  <a:pt x="3721" y="1223"/>
                </a:lnTo>
                <a:lnTo>
                  <a:pt x="3721" y="1224"/>
                </a:lnTo>
                <a:lnTo>
                  <a:pt x="3723" y="1224"/>
                </a:lnTo>
                <a:lnTo>
                  <a:pt x="3725" y="1224"/>
                </a:lnTo>
                <a:lnTo>
                  <a:pt x="3726" y="1223"/>
                </a:lnTo>
                <a:lnTo>
                  <a:pt x="3727" y="1224"/>
                </a:lnTo>
                <a:lnTo>
                  <a:pt x="3728" y="1223"/>
                </a:lnTo>
                <a:lnTo>
                  <a:pt x="3729" y="1222"/>
                </a:lnTo>
                <a:lnTo>
                  <a:pt x="3730" y="1221"/>
                </a:lnTo>
                <a:lnTo>
                  <a:pt x="3731" y="1221"/>
                </a:lnTo>
                <a:lnTo>
                  <a:pt x="3731" y="1220"/>
                </a:lnTo>
                <a:lnTo>
                  <a:pt x="3731" y="1219"/>
                </a:lnTo>
                <a:lnTo>
                  <a:pt x="3732" y="1219"/>
                </a:lnTo>
                <a:lnTo>
                  <a:pt x="3733" y="1219"/>
                </a:lnTo>
                <a:lnTo>
                  <a:pt x="3733" y="1218"/>
                </a:lnTo>
                <a:lnTo>
                  <a:pt x="3734" y="1219"/>
                </a:lnTo>
                <a:lnTo>
                  <a:pt x="3735" y="1219"/>
                </a:lnTo>
                <a:lnTo>
                  <a:pt x="3736" y="1219"/>
                </a:lnTo>
                <a:lnTo>
                  <a:pt x="3738" y="1218"/>
                </a:lnTo>
                <a:lnTo>
                  <a:pt x="3739" y="1217"/>
                </a:lnTo>
                <a:lnTo>
                  <a:pt x="3739" y="1218"/>
                </a:lnTo>
                <a:lnTo>
                  <a:pt x="3740" y="1218"/>
                </a:lnTo>
                <a:lnTo>
                  <a:pt x="3740" y="1219"/>
                </a:lnTo>
                <a:lnTo>
                  <a:pt x="3740" y="1223"/>
                </a:lnTo>
                <a:lnTo>
                  <a:pt x="3740" y="1224"/>
                </a:lnTo>
                <a:lnTo>
                  <a:pt x="3740" y="1225"/>
                </a:lnTo>
                <a:lnTo>
                  <a:pt x="3739" y="1225"/>
                </a:lnTo>
                <a:lnTo>
                  <a:pt x="3739" y="1226"/>
                </a:lnTo>
                <a:lnTo>
                  <a:pt x="3739" y="1227"/>
                </a:lnTo>
                <a:lnTo>
                  <a:pt x="3739" y="1228"/>
                </a:lnTo>
                <a:lnTo>
                  <a:pt x="3739" y="1229"/>
                </a:lnTo>
                <a:lnTo>
                  <a:pt x="3739" y="1230"/>
                </a:lnTo>
                <a:lnTo>
                  <a:pt x="3738" y="1231"/>
                </a:lnTo>
                <a:lnTo>
                  <a:pt x="3738" y="1232"/>
                </a:lnTo>
                <a:lnTo>
                  <a:pt x="3738" y="1234"/>
                </a:lnTo>
                <a:lnTo>
                  <a:pt x="3738" y="1235"/>
                </a:lnTo>
                <a:lnTo>
                  <a:pt x="3737" y="1236"/>
                </a:lnTo>
                <a:lnTo>
                  <a:pt x="3737" y="1237"/>
                </a:lnTo>
                <a:lnTo>
                  <a:pt x="3737" y="1238"/>
                </a:lnTo>
                <a:lnTo>
                  <a:pt x="3737" y="1239"/>
                </a:lnTo>
                <a:lnTo>
                  <a:pt x="3737" y="1240"/>
                </a:lnTo>
                <a:lnTo>
                  <a:pt x="3737" y="1241"/>
                </a:lnTo>
                <a:lnTo>
                  <a:pt x="3738" y="1241"/>
                </a:lnTo>
                <a:lnTo>
                  <a:pt x="3738" y="1242"/>
                </a:lnTo>
                <a:lnTo>
                  <a:pt x="3739" y="1242"/>
                </a:lnTo>
                <a:lnTo>
                  <a:pt x="3740" y="1243"/>
                </a:lnTo>
                <a:lnTo>
                  <a:pt x="3741" y="1244"/>
                </a:lnTo>
                <a:lnTo>
                  <a:pt x="3742" y="1244"/>
                </a:lnTo>
                <a:lnTo>
                  <a:pt x="3743" y="1244"/>
                </a:lnTo>
                <a:lnTo>
                  <a:pt x="3744" y="1243"/>
                </a:lnTo>
                <a:lnTo>
                  <a:pt x="3745" y="1243"/>
                </a:lnTo>
                <a:lnTo>
                  <a:pt x="3745" y="1242"/>
                </a:lnTo>
                <a:lnTo>
                  <a:pt x="3746" y="1242"/>
                </a:lnTo>
                <a:lnTo>
                  <a:pt x="3747" y="1242"/>
                </a:lnTo>
                <a:lnTo>
                  <a:pt x="3747" y="1243"/>
                </a:lnTo>
                <a:lnTo>
                  <a:pt x="3748" y="1243"/>
                </a:lnTo>
                <a:lnTo>
                  <a:pt x="3749" y="1243"/>
                </a:lnTo>
                <a:lnTo>
                  <a:pt x="3749" y="1242"/>
                </a:lnTo>
                <a:lnTo>
                  <a:pt x="3750" y="1242"/>
                </a:lnTo>
                <a:lnTo>
                  <a:pt x="3750" y="1241"/>
                </a:lnTo>
                <a:lnTo>
                  <a:pt x="3750" y="1239"/>
                </a:lnTo>
                <a:lnTo>
                  <a:pt x="3750" y="1238"/>
                </a:lnTo>
                <a:lnTo>
                  <a:pt x="3750" y="1237"/>
                </a:lnTo>
                <a:lnTo>
                  <a:pt x="3749" y="1236"/>
                </a:lnTo>
                <a:lnTo>
                  <a:pt x="3749" y="1235"/>
                </a:lnTo>
                <a:lnTo>
                  <a:pt x="3748" y="1235"/>
                </a:lnTo>
                <a:lnTo>
                  <a:pt x="3748" y="1234"/>
                </a:lnTo>
                <a:lnTo>
                  <a:pt x="3749" y="1234"/>
                </a:lnTo>
                <a:lnTo>
                  <a:pt x="3749" y="1233"/>
                </a:lnTo>
                <a:lnTo>
                  <a:pt x="3749" y="1232"/>
                </a:lnTo>
                <a:lnTo>
                  <a:pt x="3749" y="1231"/>
                </a:lnTo>
                <a:lnTo>
                  <a:pt x="3749" y="1230"/>
                </a:lnTo>
                <a:lnTo>
                  <a:pt x="3749" y="1229"/>
                </a:lnTo>
                <a:lnTo>
                  <a:pt x="3748" y="1229"/>
                </a:lnTo>
                <a:lnTo>
                  <a:pt x="3749" y="1229"/>
                </a:lnTo>
                <a:lnTo>
                  <a:pt x="3749" y="1228"/>
                </a:lnTo>
                <a:lnTo>
                  <a:pt x="3750" y="1228"/>
                </a:lnTo>
                <a:lnTo>
                  <a:pt x="3750" y="1229"/>
                </a:lnTo>
                <a:lnTo>
                  <a:pt x="3751" y="1228"/>
                </a:lnTo>
                <a:lnTo>
                  <a:pt x="3752" y="1228"/>
                </a:lnTo>
                <a:lnTo>
                  <a:pt x="3753" y="1229"/>
                </a:lnTo>
                <a:lnTo>
                  <a:pt x="3753" y="1230"/>
                </a:lnTo>
                <a:lnTo>
                  <a:pt x="3753" y="1231"/>
                </a:lnTo>
                <a:lnTo>
                  <a:pt x="3753" y="1232"/>
                </a:lnTo>
                <a:lnTo>
                  <a:pt x="3752" y="1232"/>
                </a:lnTo>
                <a:lnTo>
                  <a:pt x="3752" y="1233"/>
                </a:lnTo>
                <a:lnTo>
                  <a:pt x="3752" y="1234"/>
                </a:lnTo>
                <a:lnTo>
                  <a:pt x="3753" y="1234"/>
                </a:lnTo>
                <a:lnTo>
                  <a:pt x="3753" y="1235"/>
                </a:lnTo>
                <a:lnTo>
                  <a:pt x="3754" y="1235"/>
                </a:lnTo>
                <a:lnTo>
                  <a:pt x="3755" y="1235"/>
                </a:lnTo>
                <a:lnTo>
                  <a:pt x="3756" y="1236"/>
                </a:lnTo>
                <a:lnTo>
                  <a:pt x="3756" y="1237"/>
                </a:lnTo>
                <a:lnTo>
                  <a:pt x="3756" y="1238"/>
                </a:lnTo>
                <a:lnTo>
                  <a:pt x="3756" y="1239"/>
                </a:lnTo>
                <a:lnTo>
                  <a:pt x="3755" y="1239"/>
                </a:lnTo>
                <a:lnTo>
                  <a:pt x="3754" y="1240"/>
                </a:lnTo>
                <a:lnTo>
                  <a:pt x="3753" y="1240"/>
                </a:lnTo>
                <a:lnTo>
                  <a:pt x="3753" y="1241"/>
                </a:lnTo>
                <a:lnTo>
                  <a:pt x="3752" y="1241"/>
                </a:lnTo>
                <a:lnTo>
                  <a:pt x="3751" y="1241"/>
                </a:lnTo>
                <a:lnTo>
                  <a:pt x="3751" y="1242"/>
                </a:lnTo>
                <a:lnTo>
                  <a:pt x="3752" y="1242"/>
                </a:lnTo>
                <a:lnTo>
                  <a:pt x="3752" y="1243"/>
                </a:lnTo>
                <a:lnTo>
                  <a:pt x="3753" y="1243"/>
                </a:lnTo>
                <a:lnTo>
                  <a:pt x="3753" y="1244"/>
                </a:lnTo>
                <a:lnTo>
                  <a:pt x="3754" y="1244"/>
                </a:lnTo>
                <a:lnTo>
                  <a:pt x="3755" y="1244"/>
                </a:lnTo>
                <a:lnTo>
                  <a:pt x="3756" y="1244"/>
                </a:lnTo>
                <a:lnTo>
                  <a:pt x="3756" y="1243"/>
                </a:lnTo>
                <a:lnTo>
                  <a:pt x="3757" y="1243"/>
                </a:lnTo>
                <a:lnTo>
                  <a:pt x="3758" y="1243"/>
                </a:lnTo>
                <a:lnTo>
                  <a:pt x="3759" y="1243"/>
                </a:lnTo>
                <a:lnTo>
                  <a:pt x="3759" y="1244"/>
                </a:lnTo>
                <a:lnTo>
                  <a:pt x="3759" y="1245"/>
                </a:lnTo>
                <a:lnTo>
                  <a:pt x="3758" y="1245"/>
                </a:lnTo>
                <a:lnTo>
                  <a:pt x="3759" y="1247"/>
                </a:lnTo>
                <a:lnTo>
                  <a:pt x="3759" y="1248"/>
                </a:lnTo>
                <a:lnTo>
                  <a:pt x="3759" y="1249"/>
                </a:lnTo>
                <a:lnTo>
                  <a:pt x="3761" y="1253"/>
                </a:lnTo>
                <a:lnTo>
                  <a:pt x="3760" y="1253"/>
                </a:lnTo>
                <a:lnTo>
                  <a:pt x="3761" y="1257"/>
                </a:lnTo>
                <a:lnTo>
                  <a:pt x="3761" y="1258"/>
                </a:lnTo>
                <a:lnTo>
                  <a:pt x="3762" y="1260"/>
                </a:lnTo>
                <a:lnTo>
                  <a:pt x="3761" y="1262"/>
                </a:lnTo>
                <a:lnTo>
                  <a:pt x="3760" y="1266"/>
                </a:lnTo>
                <a:lnTo>
                  <a:pt x="3760" y="1269"/>
                </a:lnTo>
                <a:lnTo>
                  <a:pt x="3756" y="1270"/>
                </a:lnTo>
                <a:lnTo>
                  <a:pt x="3751" y="1271"/>
                </a:lnTo>
                <a:lnTo>
                  <a:pt x="3750" y="1271"/>
                </a:lnTo>
                <a:lnTo>
                  <a:pt x="3749" y="1271"/>
                </a:lnTo>
                <a:lnTo>
                  <a:pt x="3748" y="1272"/>
                </a:lnTo>
                <a:lnTo>
                  <a:pt x="3747" y="1272"/>
                </a:lnTo>
                <a:lnTo>
                  <a:pt x="3744" y="1272"/>
                </a:lnTo>
                <a:lnTo>
                  <a:pt x="3743" y="1272"/>
                </a:lnTo>
                <a:lnTo>
                  <a:pt x="3742" y="1273"/>
                </a:lnTo>
                <a:lnTo>
                  <a:pt x="3735" y="1275"/>
                </a:lnTo>
                <a:lnTo>
                  <a:pt x="3728" y="1277"/>
                </a:lnTo>
                <a:lnTo>
                  <a:pt x="3727" y="1277"/>
                </a:lnTo>
                <a:lnTo>
                  <a:pt x="3728" y="1277"/>
                </a:lnTo>
                <a:lnTo>
                  <a:pt x="3726" y="1279"/>
                </a:lnTo>
                <a:lnTo>
                  <a:pt x="3725" y="1279"/>
                </a:lnTo>
                <a:lnTo>
                  <a:pt x="3725" y="1280"/>
                </a:lnTo>
                <a:lnTo>
                  <a:pt x="3724" y="1280"/>
                </a:lnTo>
                <a:lnTo>
                  <a:pt x="3723" y="1280"/>
                </a:lnTo>
                <a:lnTo>
                  <a:pt x="3721" y="1282"/>
                </a:lnTo>
                <a:lnTo>
                  <a:pt x="3720" y="1282"/>
                </a:lnTo>
                <a:lnTo>
                  <a:pt x="3718" y="1282"/>
                </a:lnTo>
                <a:lnTo>
                  <a:pt x="3716" y="1283"/>
                </a:lnTo>
                <a:lnTo>
                  <a:pt x="3715" y="1284"/>
                </a:lnTo>
                <a:lnTo>
                  <a:pt x="3716" y="1284"/>
                </a:lnTo>
                <a:lnTo>
                  <a:pt x="3715" y="1285"/>
                </a:lnTo>
                <a:lnTo>
                  <a:pt x="3716" y="1285"/>
                </a:lnTo>
                <a:lnTo>
                  <a:pt x="3716" y="1286"/>
                </a:lnTo>
                <a:lnTo>
                  <a:pt x="3717" y="1286"/>
                </a:lnTo>
                <a:lnTo>
                  <a:pt x="3716" y="1287"/>
                </a:lnTo>
                <a:lnTo>
                  <a:pt x="3717" y="1287"/>
                </a:lnTo>
                <a:lnTo>
                  <a:pt x="3717" y="1288"/>
                </a:lnTo>
                <a:lnTo>
                  <a:pt x="3717" y="1289"/>
                </a:lnTo>
                <a:lnTo>
                  <a:pt x="3717" y="1290"/>
                </a:lnTo>
                <a:lnTo>
                  <a:pt x="3718" y="1292"/>
                </a:lnTo>
                <a:lnTo>
                  <a:pt x="3717" y="1293"/>
                </a:lnTo>
                <a:lnTo>
                  <a:pt x="3716" y="1293"/>
                </a:lnTo>
                <a:lnTo>
                  <a:pt x="3715" y="1294"/>
                </a:lnTo>
                <a:lnTo>
                  <a:pt x="3713" y="1295"/>
                </a:lnTo>
                <a:lnTo>
                  <a:pt x="3714" y="1296"/>
                </a:lnTo>
                <a:lnTo>
                  <a:pt x="3714" y="1297"/>
                </a:lnTo>
                <a:lnTo>
                  <a:pt x="3713" y="1297"/>
                </a:lnTo>
                <a:lnTo>
                  <a:pt x="3713" y="1298"/>
                </a:lnTo>
                <a:lnTo>
                  <a:pt x="3713" y="1297"/>
                </a:lnTo>
                <a:lnTo>
                  <a:pt x="3712" y="1298"/>
                </a:lnTo>
                <a:lnTo>
                  <a:pt x="3712" y="1299"/>
                </a:lnTo>
                <a:lnTo>
                  <a:pt x="3711" y="1299"/>
                </a:lnTo>
                <a:lnTo>
                  <a:pt x="3711" y="1298"/>
                </a:lnTo>
                <a:lnTo>
                  <a:pt x="3710" y="1299"/>
                </a:lnTo>
                <a:lnTo>
                  <a:pt x="3709" y="1299"/>
                </a:lnTo>
                <a:lnTo>
                  <a:pt x="3707" y="1298"/>
                </a:lnTo>
                <a:lnTo>
                  <a:pt x="3706" y="1297"/>
                </a:lnTo>
                <a:lnTo>
                  <a:pt x="3705" y="1295"/>
                </a:lnTo>
                <a:lnTo>
                  <a:pt x="3704" y="1295"/>
                </a:lnTo>
                <a:lnTo>
                  <a:pt x="3701" y="1296"/>
                </a:lnTo>
                <a:lnTo>
                  <a:pt x="3699" y="1297"/>
                </a:lnTo>
                <a:lnTo>
                  <a:pt x="3697" y="1298"/>
                </a:lnTo>
                <a:lnTo>
                  <a:pt x="3696" y="1298"/>
                </a:lnTo>
                <a:lnTo>
                  <a:pt x="3694" y="1299"/>
                </a:lnTo>
                <a:lnTo>
                  <a:pt x="3693" y="1299"/>
                </a:lnTo>
                <a:lnTo>
                  <a:pt x="3694" y="1301"/>
                </a:lnTo>
                <a:lnTo>
                  <a:pt x="3692" y="1302"/>
                </a:lnTo>
                <a:lnTo>
                  <a:pt x="3691" y="1299"/>
                </a:lnTo>
                <a:lnTo>
                  <a:pt x="3690" y="1298"/>
                </a:lnTo>
                <a:lnTo>
                  <a:pt x="3690" y="1296"/>
                </a:lnTo>
                <a:lnTo>
                  <a:pt x="3689" y="1296"/>
                </a:lnTo>
                <a:lnTo>
                  <a:pt x="3688" y="1296"/>
                </a:lnTo>
                <a:lnTo>
                  <a:pt x="3686" y="1297"/>
                </a:lnTo>
                <a:lnTo>
                  <a:pt x="3685" y="1298"/>
                </a:lnTo>
                <a:lnTo>
                  <a:pt x="3686" y="1299"/>
                </a:lnTo>
                <a:lnTo>
                  <a:pt x="3686" y="1301"/>
                </a:lnTo>
                <a:lnTo>
                  <a:pt x="3687" y="1302"/>
                </a:lnTo>
                <a:lnTo>
                  <a:pt x="3688" y="1305"/>
                </a:lnTo>
                <a:lnTo>
                  <a:pt x="3684" y="1306"/>
                </a:lnTo>
                <a:lnTo>
                  <a:pt x="3682" y="1307"/>
                </a:lnTo>
                <a:lnTo>
                  <a:pt x="3681" y="1307"/>
                </a:lnTo>
                <a:lnTo>
                  <a:pt x="3681" y="1308"/>
                </a:lnTo>
                <a:lnTo>
                  <a:pt x="3681" y="1309"/>
                </a:lnTo>
                <a:lnTo>
                  <a:pt x="3682" y="1309"/>
                </a:lnTo>
                <a:lnTo>
                  <a:pt x="3682" y="1310"/>
                </a:lnTo>
                <a:lnTo>
                  <a:pt x="3683" y="1314"/>
                </a:lnTo>
                <a:lnTo>
                  <a:pt x="3683" y="1315"/>
                </a:lnTo>
                <a:lnTo>
                  <a:pt x="3684" y="1317"/>
                </a:lnTo>
                <a:lnTo>
                  <a:pt x="3686" y="1330"/>
                </a:lnTo>
                <a:lnTo>
                  <a:pt x="3686" y="1331"/>
                </a:lnTo>
                <a:lnTo>
                  <a:pt x="3686" y="1332"/>
                </a:lnTo>
                <a:lnTo>
                  <a:pt x="3686" y="1333"/>
                </a:lnTo>
                <a:lnTo>
                  <a:pt x="3687" y="1335"/>
                </a:lnTo>
                <a:lnTo>
                  <a:pt x="3688" y="1335"/>
                </a:lnTo>
                <a:lnTo>
                  <a:pt x="3702" y="1352"/>
                </a:lnTo>
                <a:lnTo>
                  <a:pt x="3709" y="1358"/>
                </a:lnTo>
                <a:lnTo>
                  <a:pt x="3710" y="1359"/>
                </a:lnTo>
                <a:lnTo>
                  <a:pt x="3711" y="1359"/>
                </a:lnTo>
                <a:lnTo>
                  <a:pt x="3717" y="1369"/>
                </a:lnTo>
                <a:lnTo>
                  <a:pt x="3716" y="1370"/>
                </a:lnTo>
                <a:lnTo>
                  <a:pt x="3714" y="1373"/>
                </a:lnTo>
                <a:lnTo>
                  <a:pt x="3712" y="1378"/>
                </a:lnTo>
                <a:lnTo>
                  <a:pt x="3713" y="1384"/>
                </a:lnTo>
                <a:lnTo>
                  <a:pt x="3713" y="1385"/>
                </a:lnTo>
                <a:lnTo>
                  <a:pt x="3710" y="1386"/>
                </a:lnTo>
                <a:lnTo>
                  <a:pt x="3710" y="1388"/>
                </a:lnTo>
                <a:lnTo>
                  <a:pt x="3711" y="1388"/>
                </a:lnTo>
                <a:lnTo>
                  <a:pt x="3713" y="1394"/>
                </a:lnTo>
                <a:lnTo>
                  <a:pt x="3707" y="1397"/>
                </a:lnTo>
                <a:lnTo>
                  <a:pt x="3705" y="1402"/>
                </a:lnTo>
                <a:lnTo>
                  <a:pt x="3699" y="1404"/>
                </a:lnTo>
                <a:lnTo>
                  <a:pt x="3693" y="1406"/>
                </a:lnTo>
                <a:lnTo>
                  <a:pt x="3670" y="1414"/>
                </a:lnTo>
                <a:lnTo>
                  <a:pt x="3681" y="1445"/>
                </a:lnTo>
                <a:lnTo>
                  <a:pt x="3681" y="1446"/>
                </a:lnTo>
                <a:lnTo>
                  <a:pt x="3681" y="1447"/>
                </a:lnTo>
                <a:lnTo>
                  <a:pt x="3682" y="1448"/>
                </a:lnTo>
                <a:lnTo>
                  <a:pt x="3681" y="1450"/>
                </a:lnTo>
                <a:lnTo>
                  <a:pt x="3681" y="1451"/>
                </a:lnTo>
                <a:lnTo>
                  <a:pt x="3681" y="1452"/>
                </a:lnTo>
                <a:lnTo>
                  <a:pt x="3679" y="1457"/>
                </a:lnTo>
                <a:lnTo>
                  <a:pt x="3675" y="1458"/>
                </a:lnTo>
                <a:lnTo>
                  <a:pt x="3675" y="1459"/>
                </a:lnTo>
                <a:lnTo>
                  <a:pt x="3675" y="1460"/>
                </a:lnTo>
                <a:lnTo>
                  <a:pt x="3674" y="1461"/>
                </a:lnTo>
                <a:lnTo>
                  <a:pt x="3673" y="1462"/>
                </a:lnTo>
                <a:lnTo>
                  <a:pt x="3673" y="1463"/>
                </a:lnTo>
                <a:lnTo>
                  <a:pt x="3675" y="1465"/>
                </a:lnTo>
                <a:lnTo>
                  <a:pt x="3676" y="1466"/>
                </a:lnTo>
                <a:lnTo>
                  <a:pt x="3677" y="1468"/>
                </a:lnTo>
                <a:lnTo>
                  <a:pt x="3677" y="1469"/>
                </a:lnTo>
                <a:lnTo>
                  <a:pt x="3678" y="1470"/>
                </a:lnTo>
                <a:lnTo>
                  <a:pt x="3679" y="1471"/>
                </a:lnTo>
                <a:lnTo>
                  <a:pt x="3679" y="1472"/>
                </a:lnTo>
                <a:lnTo>
                  <a:pt x="3680" y="1473"/>
                </a:lnTo>
                <a:lnTo>
                  <a:pt x="3681" y="1474"/>
                </a:lnTo>
                <a:lnTo>
                  <a:pt x="3681" y="1475"/>
                </a:lnTo>
                <a:lnTo>
                  <a:pt x="3682" y="1476"/>
                </a:lnTo>
                <a:lnTo>
                  <a:pt x="3680" y="1479"/>
                </a:lnTo>
                <a:lnTo>
                  <a:pt x="3679" y="1479"/>
                </a:lnTo>
                <a:lnTo>
                  <a:pt x="3679" y="1480"/>
                </a:lnTo>
                <a:lnTo>
                  <a:pt x="3678" y="1482"/>
                </a:lnTo>
                <a:lnTo>
                  <a:pt x="3677" y="1483"/>
                </a:lnTo>
                <a:lnTo>
                  <a:pt x="3677" y="1484"/>
                </a:lnTo>
                <a:lnTo>
                  <a:pt x="3678" y="1485"/>
                </a:lnTo>
                <a:lnTo>
                  <a:pt x="3679" y="1485"/>
                </a:lnTo>
                <a:lnTo>
                  <a:pt x="3677" y="1486"/>
                </a:lnTo>
                <a:lnTo>
                  <a:pt x="3677" y="1488"/>
                </a:lnTo>
                <a:lnTo>
                  <a:pt x="3677" y="1489"/>
                </a:lnTo>
                <a:lnTo>
                  <a:pt x="3672" y="1491"/>
                </a:lnTo>
                <a:lnTo>
                  <a:pt x="3667" y="1492"/>
                </a:lnTo>
                <a:lnTo>
                  <a:pt x="3666" y="1489"/>
                </a:lnTo>
                <a:lnTo>
                  <a:pt x="3666" y="1488"/>
                </a:lnTo>
                <a:lnTo>
                  <a:pt x="3665" y="1488"/>
                </a:lnTo>
                <a:lnTo>
                  <a:pt x="3665" y="1486"/>
                </a:lnTo>
                <a:lnTo>
                  <a:pt x="3664" y="1486"/>
                </a:lnTo>
                <a:lnTo>
                  <a:pt x="3663" y="1486"/>
                </a:lnTo>
                <a:lnTo>
                  <a:pt x="3662" y="1484"/>
                </a:lnTo>
                <a:lnTo>
                  <a:pt x="3662" y="1483"/>
                </a:lnTo>
                <a:lnTo>
                  <a:pt x="3662" y="1482"/>
                </a:lnTo>
                <a:lnTo>
                  <a:pt x="3661" y="1481"/>
                </a:lnTo>
                <a:lnTo>
                  <a:pt x="3661" y="1480"/>
                </a:lnTo>
                <a:lnTo>
                  <a:pt x="3660" y="1479"/>
                </a:lnTo>
                <a:lnTo>
                  <a:pt x="3655" y="1479"/>
                </a:lnTo>
                <a:lnTo>
                  <a:pt x="3655" y="1478"/>
                </a:lnTo>
                <a:lnTo>
                  <a:pt x="3651" y="1475"/>
                </a:lnTo>
                <a:lnTo>
                  <a:pt x="3649" y="1474"/>
                </a:lnTo>
                <a:lnTo>
                  <a:pt x="3649" y="1473"/>
                </a:lnTo>
                <a:lnTo>
                  <a:pt x="3648" y="1472"/>
                </a:lnTo>
                <a:lnTo>
                  <a:pt x="3647" y="1471"/>
                </a:lnTo>
                <a:lnTo>
                  <a:pt x="3647" y="1470"/>
                </a:lnTo>
                <a:lnTo>
                  <a:pt x="3646" y="1471"/>
                </a:lnTo>
                <a:lnTo>
                  <a:pt x="3645" y="1472"/>
                </a:lnTo>
                <a:lnTo>
                  <a:pt x="3645" y="1473"/>
                </a:lnTo>
                <a:lnTo>
                  <a:pt x="3644" y="1474"/>
                </a:lnTo>
                <a:lnTo>
                  <a:pt x="3644" y="1475"/>
                </a:lnTo>
                <a:lnTo>
                  <a:pt x="3644" y="1476"/>
                </a:lnTo>
                <a:lnTo>
                  <a:pt x="3643" y="1478"/>
                </a:lnTo>
                <a:lnTo>
                  <a:pt x="3643" y="1479"/>
                </a:lnTo>
                <a:lnTo>
                  <a:pt x="3642" y="1479"/>
                </a:lnTo>
                <a:lnTo>
                  <a:pt x="3641" y="1479"/>
                </a:lnTo>
                <a:lnTo>
                  <a:pt x="3640" y="1479"/>
                </a:lnTo>
                <a:lnTo>
                  <a:pt x="3640" y="1478"/>
                </a:lnTo>
                <a:lnTo>
                  <a:pt x="3640" y="1476"/>
                </a:lnTo>
                <a:lnTo>
                  <a:pt x="3639" y="1475"/>
                </a:lnTo>
                <a:lnTo>
                  <a:pt x="3640" y="1474"/>
                </a:lnTo>
                <a:lnTo>
                  <a:pt x="3639" y="1474"/>
                </a:lnTo>
                <a:lnTo>
                  <a:pt x="3639" y="1473"/>
                </a:lnTo>
                <a:lnTo>
                  <a:pt x="3639" y="1472"/>
                </a:lnTo>
                <a:lnTo>
                  <a:pt x="3638" y="1470"/>
                </a:lnTo>
                <a:lnTo>
                  <a:pt x="3638" y="1469"/>
                </a:lnTo>
                <a:lnTo>
                  <a:pt x="3638" y="1467"/>
                </a:lnTo>
                <a:lnTo>
                  <a:pt x="3637" y="1467"/>
                </a:lnTo>
                <a:lnTo>
                  <a:pt x="3637" y="1466"/>
                </a:lnTo>
                <a:lnTo>
                  <a:pt x="3637" y="1465"/>
                </a:lnTo>
                <a:lnTo>
                  <a:pt x="3636" y="1464"/>
                </a:lnTo>
                <a:lnTo>
                  <a:pt x="3636" y="1463"/>
                </a:lnTo>
                <a:lnTo>
                  <a:pt x="3635" y="1462"/>
                </a:lnTo>
                <a:lnTo>
                  <a:pt x="3634" y="1462"/>
                </a:lnTo>
                <a:lnTo>
                  <a:pt x="3633" y="1461"/>
                </a:lnTo>
                <a:lnTo>
                  <a:pt x="3632" y="1459"/>
                </a:lnTo>
                <a:lnTo>
                  <a:pt x="3628" y="1454"/>
                </a:lnTo>
                <a:lnTo>
                  <a:pt x="3618" y="1455"/>
                </a:lnTo>
                <a:lnTo>
                  <a:pt x="3617" y="1455"/>
                </a:lnTo>
                <a:lnTo>
                  <a:pt x="3616" y="1456"/>
                </a:lnTo>
                <a:lnTo>
                  <a:pt x="3616" y="1459"/>
                </a:lnTo>
                <a:lnTo>
                  <a:pt x="3617" y="1462"/>
                </a:lnTo>
                <a:lnTo>
                  <a:pt x="3619" y="1467"/>
                </a:lnTo>
                <a:lnTo>
                  <a:pt x="3620" y="1468"/>
                </a:lnTo>
                <a:lnTo>
                  <a:pt x="3618" y="1468"/>
                </a:lnTo>
                <a:lnTo>
                  <a:pt x="3617" y="1469"/>
                </a:lnTo>
                <a:lnTo>
                  <a:pt x="3617" y="1468"/>
                </a:lnTo>
                <a:lnTo>
                  <a:pt x="3615" y="1468"/>
                </a:lnTo>
                <a:lnTo>
                  <a:pt x="3614" y="1468"/>
                </a:lnTo>
                <a:lnTo>
                  <a:pt x="3614" y="1469"/>
                </a:lnTo>
                <a:lnTo>
                  <a:pt x="3615" y="1469"/>
                </a:lnTo>
                <a:lnTo>
                  <a:pt x="3615" y="1470"/>
                </a:lnTo>
                <a:lnTo>
                  <a:pt x="3613" y="1471"/>
                </a:lnTo>
                <a:lnTo>
                  <a:pt x="3613" y="1472"/>
                </a:lnTo>
                <a:lnTo>
                  <a:pt x="3613" y="1473"/>
                </a:lnTo>
                <a:lnTo>
                  <a:pt x="3613" y="1474"/>
                </a:lnTo>
                <a:lnTo>
                  <a:pt x="3613" y="1475"/>
                </a:lnTo>
                <a:lnTo>
                  <a:pt x="3612" y="1475"/>
                </a:lnTo>
                <a:lnTo>
                  <a:pt x="3611" y="1475"/>
                </a:lnTo>
                <a:lnTo>
                  <a:pt x="3611" y="1476"/>
                </a:lnTo>
                <a:lnTo>
                  <a:pt x="3612" y="1476"/>
                </a:lnTo>
                <a:lnTo>
                  <a:pt x="3612" y="1477"/>
                </a:lnTo>
                <a:lnTo>
                  <a:pt x="3611" y="1477"/>
                </a:lnTo>
                <a:lnTo>
                  <a:pt x="3611" y="1478"/>
                </a:lnTo>
                <a:lnTo>
                  <a:pt x="3611" y="1479"/>
                </a:lnTo>
                <a:lnTo>
                  <a:pt x="3610" y="1479"/>
                </a:lnTo>
                <a:lnTo>
                  <a:pt x="3609" y="1480"/>
                </a:lnTo>
                <a:lnTo>
                  <a:pt x="3609" y="1481"/>
                </a:lnTo>
                <a:lnTo>
                  <a:pt x="3608" y="1481"/>
                </a:lnTo>
                <a:lnTo>
                  <a:pt x="3607" y="1482"/>
                </a:lnTo>
                <a:lnTo>
                  <a:pt x="3606" y="1483"/>
                </a:lnTo>
                <a:lnTo>
                  <a:pt x="3605" y="1483"/>
                </a:lnTo>
                <a:lnTo>
                  <a:pt x="3605" y="1482"/>
                </a:lnTo>
                <a:lnTo>
                  <a:pt x="3604" y="1481"/>
                </a:lnTo>
                <a:lnTo>
                  <a:pt x="3603" y="1480"/>
                </a:lnTo>
                <a:lnTo>
                  <a:pt x="3603" y="1479"/>
                </a:lnTo>
                <a:lnTo>
                  <a:pt x="3603" y="1478"/>
                </a:lnTo>
                <a:lnTo>
                  <a:pt x="3602" y="1477"/>
                </a:lnTo>
                <a:lnTo>
                  <a:pt x="3601" y="1476"/>
                </a:lnTo>
                <a:lnTo>
                  <a:pt x="3600" y="1477"/>
                </a:lnTo>
                <a:lnTo>
                  <a:pt x="3599" y="1477"/>
                </a:lnTo>
                <a:lnTo>
                  <a:pt x="3599" y="1476"/>
                </a:lnTo>
                <a:lnTo>
                  <a:pt x="3598" y="1475"/>
                </a:lnTo>
                <a:lnTo>
                  <a:pt x="3598" y="1474"/>
                </a:lnTo>
                <a:lnTo>
                  <a:pt x="3597" y="1474"/>
                </a:lnTo>
                <a:lnTo>
                  <a:pt x="3596" y="1473"/>
                </a:lnTo>
                <a:lnTo>
                  <a:pt x="3595" y="1472"/>
                </a:lnTo>
                <a:lnTo>
                  <a:pt x="3595" y="1473"/>
                </a:lnTo>
                <a:lnTo>
                  <a:pt x="3594" y="1473"/>
                </a:lnTo>
                <a:lnTo>
                  <a:pt x="3594" y="1472"/>
                </a:lnTo>
                <a:lnTo>
                  <a:pt x="3593" y="1472"/>
                </a:lnTo>
                <a:lnTo>
                  <a:pt x="3592" y="1472"/>
                </a:lnTo>
                <a:lnTo>
                  <a:pt x="3591" y="1472"/>
                </a:lnTo>
                <a:lnTo>
                  <a:pt x="3590" y="1471"/>
                </a:lnTo>
                <a:lnTo>
                  <a:pt x="3589" y="1471"/>
                </a:lnTo>
                <a:lnTo>
                  <a:pt x="3588" y="1472"/>
                </a:lnTo>
                <a:lnTo>
                  <a:pt x="3587" y="1471"/>
                </a:lnTo>
                <a:lnTo>
                  <a:pt x="3586" y="1471"/>
                </a:lnTo>
                <a:lnTo>
                  <a:pt x="3587" y="1471"/>
                </a:lnTo>
                <a:lnTo>
                  <a:pt x="3586" y="1470"/>
                </a:lnTo>
                <a:lnTo>
                  <a:pt x="3585" y="1471"/>
                </a:lnTo>
                <a:lnTo>
                  <a:pt x="3583" y="1471"/>
                </a:lnTo>
                <a:lnTo>
                  <a:pt x="3582" y="1470"/>
                </a:lnTo>
                <a:lnTo>
                  <a:pt x="3581" y="1470"/>
                </a:lnTo>
                <a:lnTo>
                  <a:pt x="3579" y="1470"/>
                </a:lnTo>
                <a:lnTo>
                  <a:pt x="3579" y="1469"/>
                </a:lnTo>
                <a:lnTo>
                  <a:pt x="3579" y="1468"/>
                </a:lnTo>
                <a:lnTo>
                  <a:pt x="3578" y="1468"/>
                </a:lnTo>
                <a:lnTo>
                  <a:pt x="3578" y="1467"/>
                </a:lnTo>
                <a:lnTo>
                  <a:pt x="3577" y="1467"/>
                </a:lnTo>
                <a:lnTo>
                  <a:pt x="3577" y="1464"/>
                </a:lnTo>
                <a:lnTo>
                  <a:pt x="3577" y="1463"/>
                </a:lnTo>
                <a:lnTo>
                  <a:pt x="3576" y="1462"/>
                </a:lnTo>
                <a:lnTo>
                  <a:pt x="3576" y="1461"/>
                </a:lnTo>
                <a:lnTo>
                  <a:pt x="3575" y="1461"/>
                </a:lnTo>
                <a:lnTo>
                  <a:pt x="3575" y="1460"/>
                </a:lnTo>
                <a:lnTo>
                  <a:pt x="3574" y="1461"/>
                </a:lnTo>
                <a:lnTo>
                  <a:pt x="3574" y="1460"/>
                </a:lnTo>
                <a:lnTo>
                  <a:pt x="3573" y="1461"/>
                </a:lnTo>
                <a:lnTo>
                  <a:pt x="3573" y="1460"/>
                </a:lnTo>
                <a:lnTo>
                  <a:pt x="3572" y="1460"/>
                </a:lnTo>
                <a:lnTo>
                  <a:pt x="3570" y="1457"/>
                </a:lnTo>
                <a:lnTo>
                  <a:pt x="3570" y="1456"/>
                </a:lnTo>
                <a:lnTo>
                  <a:pt x="3569" y="1455"/>
                </a:lnTo>
                <a:lnTo>
                  <a:pt x="3569" y="1456"/>
                </a:lnTo>
                <a:lnTo>
                  <a:pt x="3568" y="1455"/>
                </a:lnTo>
                <a:lnTo>
                  <a:pt x="3567" y="1455"/>
                </a:lnTo>
                <a:lnTo>
                  <a:pt x="3566" y="1456"/>
                </a:lnTo>
                <a:lnTo>
                  <a:pt x="3565" y="1455"/>
                </a:lnTo>
                <a:lnTo>
                  <a:pt x="3564" y="1455"/>
                </a:lnTo>
                <a:lnTo>
                  <a:pt x="3565" y="1454"/>
                </a:lnTo>
                <a:lnTo>
                  <a:pt x="3564" y="1454"/>
                </a:lnTo>
                <a:lnTo>
                  <a:pt x="3564" y="1453"/>
                </a:lnTo>
                <a:lnTo>
                  <a:pt x="3564" y="1452"/>
                </a:lnTo>
                <a:lnTo>
                  <a:pt x="3563" y="1451"/>
                </a:lnTo>
                <a:lnTo>
                  <a:pt x="3562" y="1451"/>
                </a:lnTo>
                <a:lnTo>
                  <a:pt x="3562" y="1452"/>
                </a:lnTo>
                <a:lnTo>
                  <a:pt x="3562" y="1453"/>
                </a:lnTo>
                <a:lnTo>
                  <a:pt x="3562" y="1454"/>
                </a:lnTo>
                <a:lnTo>
                  <a:pt x="3561" y="1454"/>
                </a:lnTo>
                <a:lnTo>
                  <a:pt x="3561" y="1453"/>
                </a:lnTo>
                <a:lnTo>
                  <a:pt x="3560" y="1453"/>
                </a:lnTo>
                <a:lnTo>
                  <a:pt x="3559" y="1453"/>
                </a:lnTo>
                <a:lnTo>
                  <a:pt x="3558" y="1453"/>
                </a:lnTo>
                <a:lnTo>
                  <a:pt x="3557" y="1452"/>
                </a:lnTo>
                <a:lnTo>
                  <a:pt x="3556" y="1452"/>
                </a:lnTo>
                <a:lnTo>
                  <a:pt x="3555" y="1452"/>
                </a:lnTo>
                <a:lnTo>
                  <a:pt x="3554" y="1452"/>
                </a:lnTo>
                <a:lnTo>
                  <a:pt x="3553" y="1452"/>
                </a:lnTo>
                <a:lnTo>
                  <a:pt x="3552" y="1452"/>
                </a:lnTo>
                <a:lnTo>
                  <a:pt x="3552" y="1451"/>
                </a:lnTo>
                <a:lnTo>
                  <a:pt x="3552" y="1450"/>
                </a:lnTo>
                <a:lnTo>
                  <a:pt x="3552" y="1449"/>
                </a:lnTo>
                <a:lnTo>
                  <a:pt x="3551" y="1449"/>
                </a:lnTo>
                <a:lnTo>
                  <a:pt x="3551" y="1448"/>
                </a:lnTo>
                <a:lnTo>
                  <a:pt x="3550" y="1448"/>
                </a:lnTo>
                <a:lnTo>
                  <a:pt x="3550" y="1449"/>
                </a:lnTo>
                <a:lnTo>
                  <a:pt x="3547" y="1449"/>
                </a:lnTo>
                <a:lnTo>
                  <a:pt x="3547" y="1450"/>
                </a:lnTo>
                <a:lnTo>
                  <a:pt x="3546" y="1451"/>
                </a:lnTo>
                <a:lnTo>
                  <a:pt x="3545" y="1451"/>
                </a:lnTo>
                <a:lnTo>
                  <a:pt x="3544" y="1451"/>
                </a:lnTo>
                <a:lnTo>
                  <a:pt x="3543" y="1451"/>
                </a:lnTo>
                <a:lnTo>
                  <a:pt x="3542" y="1450"/>
                </a:lnTo>
                <a:lnTo>
                  <a:pt x="3542" y="1449"/>
                </a:lnTo>
                <a:lnTo>
                  <a:pt x="3541" y="1449"/>
                </a:lnTo>
                <a:lnTo>
                  <a:pt x="3540" y="1448"/>
                </a:lnTo>
                <a:lnTo>
                  <a:pt x="3540" y="1447"/>
                </a:lnTo>
                <a:lnTo>
                  <a:pt x="3539" y="1447"/>
                </a:lnTo>
                <a:lnTo>
                  <a:pt x="3538" y="1447"/>
                </a:lnTo>
                <a:lnTo>
                  <a:pt x="3537" y="1447"/>
                </a:lnTo>
                <a:lnTo>
                  <a:pt x="3537" y="1448"/>
                </a:lnTo>
                <a:lnTo>
                  <a:pt x="3536" y="1448"/>
                </a:lnTo>
                <a:lnTo>
                  <a:pt x="3536" y="1447"/>
                </a:lnTo>
                <a:lnTo>
                  <a:pt x="3535" y="1447"/>
                </a:lnTo>
                <a:lnTo>
                  <a:pt x="3536" y="1448"/>
                </a:lnTo>
                <a:lnTo>
                  <a:pt x="3536" y="1449"/>
                </a:lnTo>
                <a:lnTo>
                  <a:pt x="3535" y="1449"/>
                </a:lnTo>
                <a:lnTo>
                  <a:pt x="3535" y="1450"/>
                </a:lnTo>
                <a:lnTo>
                  <a:pt x="3534" y="1450"/>
                </a:lnTo>
                <a:lnTo>
                  <a:pt x="3533" y="1450"/>
                </a:lnTo>
                <a:lnTo>
                  <a:pt x="3533" y="1451"/>
                </a:lnTo>
                <a:lnTo>
                  <a:pt x="3532" y="1451"/>
                </a:lnTo>
                <a:lnTo>
                  <a:pt x="3532" y="1452"/>
                </a:lnTo>
                <a:lnTo>
                  <a:pt x="3532" y="1453"/>
                </a:lnTo>
                <a:lnTo>
                  <a:pt x="3531" y="1453"/>
                </a:lnTo>
                <a:lnTo>
                  <a:pt x="3530" y="1453"/>
                </a:lnTo>
                <a:lnTo>
                  <a:pt x="3530" y="1454"/>
                </a:lnTo>
                <a:lnTo>
                  <a:pt x="3529" y="1454"/>
                </a:lnTo>
                <a:lnTo>
                  <a:pt x="3529" y="1455"/>
                </a:lnTo>
                <a:lnTo>
                  <a:pt x="3530" y="1456"/>
                </a:lnTo>
                <a:lnTo>
                  <a:pt x="3530" y="1457"/>
                </a:lnTo>
                <a:lnTo>
                  <a:pt x="3531" y="1457"/>
                </a:lnTo>
                <a:lnTo>
                  <a:pt x="3532" y="1456"/>
                </a:lnTo>
                <a:lnTo>
                  <a:pt x="3533" y="1456"/>
                </a:lnTo>
                <a:lnTo>
                  <a:pt x="3533" y="1457"/>
                </a:lnTo>
                <a:lnTo>
                  <a:pt x="3534" y="1457"/>
                </a:lnTo>
                <a:lnTo>
                  <a:pt x="3534" y="1458"/>
                </a:lnTo>
                <a:lnTo>
                  <a:pt x="3535" y="1459"/>
                </a:lnTo>
                <a:lnTo>
                  <a:pt x="3536" y="1459"/>
                </a:lnTo>
                <a:lnTo>
                  <a:pt x="3536" y="1460"/>
                </a:lnTo>
                <a:lnTo>
                  <a:pt x="3537" y="1460"/>
                </a:lnTo>
                <a:lnTo>
                  <a:pt x="3537" y="1461"/>
                </a:lnTo>
                <a:lnTo>
                  <a:pt x="3537" y="1462"/>
                </a:lnTo>
                <a:lnTo>
                  <a:pt x="3537" y="1463"/>
                </a:lnTo>
                <a:lnTo>
                  <a:pt x="3538" y="1463"/>
                </a:lnTo>
                <a:lnTo>
                  <a:pt x="3537" y="1463"/>
                </a:lnTo>
                <a:lnTo>
                  <a:pt x="3537" y="1464"/>
                </a:lnTo>
                <a:lnTo>
                  <a:pt x="3537" y="1465"/>
                </a:lnTo>
                <a:lnTo>
                  <a:pt x="3538" y="1465"/>
                </a:lnTo>
                <a:lnTo>
                  <a:pt x="3538" y="1466"/>
                </a:lnTo>
                <a:lnTo>
                  <a:pt x="3538" y="1467"/>
                </a:lnTo>
                <a:lnTo>
                  <a:pt x="3539" y="1467"/>
                </a:lnTo>
                <a:lnTo>
                  <a:pt x="3539" y="1468"/>
                </a:lnTo>
                <a:lnTo>
                  <a:pt x="3540" y="1468"/>
                </a:lnTo>
                <a:lnTo>
                  <a:pt x="3540" y="1469"/>
                </a:lnTo>
                <a:lnTo>
                  <a:pt x="3540" y="1470"/>
                </a:lnTo>
                <a:lnTo>
                  <a:pt x="3539" y="1471"/>
                </a:lnTo>
                <a:lnTo>
                  <a:pt x="3539" y="1472"/>
                </a:lnTo>
                <a:lnTo>
                  <a:pt x="3539" y="1473"/>
                </a:lnTo>
                <a:lnTo>
                  <a:pt x="3539" y="1474"/>
                </a:lnTo>
                <a:lnTo>
                  <a:pt x="3540" y="1475"/>
                </a:lnTo>
                <a:lnTo>
                  <a:pt x="3539" y="1475"/>
                </a:lnTo>
                <a:lnTo>
                  <a:pt x="3540" y="1476"/>
                </a:lnTo>
                <a:lnTo>
                  <a:pt x="3541" y="1477"/>
                </a:lnTo>
                <a:lnTo>
                  <a:pt x="3541" y="1478"/>
                </a:lnTo>
                <a:lnTo>
                  <a:pt x="3540" y="1478"/>
                </a:lnTo>
                <a:lnTo>
                  <a:pt x="3539" y="1478"/>
                </a:lnTo>
                <a:lnTo>
                  <a:pt x="3539" y="1479"/>
                </a:lnTo>
                <a:lnTo>
                  <a:pt x="3538" y="1480"/>
                </a:lnTo>
                <a:lnTo>
                  <a:pt x="3538" y="1481"/>
                </a:lnTo>
                <a:lnTo>
                  <a:pt x="3537" y="1481"/>
                </a:lnTo>
                <a:lnTo>
                  <a:pt x="3537" y="1482"/>
                </a:lnTo>
                <a:lnTo>
                  <a:pt x="3537" y="1483"/>
                </a:lnTo>
                <a:lnTo>
                  <a:pt x="3537" y="1484"/>
                </a:lnTo>
                <a:lnTo>
                  <a:pt x="3536" y="1484"/>
                </a:lnTo>
                <a:lnTo>
                  <a:pt x="3536" y="1485"/>
                </a:lnTo>
                <a:lnTo>
                  <a:pt x="3535" y="1486"/>
                </a:lnTo>
                <a:lnTo>
                  <a:pt x="3535" y="1487"/>
                </a:lnTo>
                <a:lnTo>
                  <a:pt x="3535" y="1488"/>
                </a:lnTo>
                <a:lnTo>
                  <a:pt x="3536" y="1488"/>
                </a:lnTo>
                <a:lnTo>
                  <a:pt x="3537" y="1489"/>
                </a:lnTo>
                <a:lnTo>
                  <a:pt x="3536" y="1489"/>
                </a:lnTo>
                <a:lnTo>
                  <a:pt x="3536" y="1490"/>
                </a:lnTo>
                <a:lnTo>
                  <a:pt x="3535" y="1491"/>
                </a:lnTo>
                <a:lnTo>
                  <a:pt x="3534" y="1491"/>
                </a:lnTo>
                <a:lnTo>
                  <a:pt x="3534" y="1492"/>
                </a:lnTo>
                <a:lnTo>
                  <a:pt x="3535" y="1493"/>
                </a:lnTo>
                <a:lnTo>
                  <a:pt x="3535" y="1494"/>
                </a:lnTo>
                <a:lnTo>
                  <a:pt x="3534" y="1494"/>
                </a:lnTo>
                <a:lnTo>
                  <a:pt x="3534" y="1493"/>
                </a:lnTo>
                <a:lnTo>
                  <a:pt x="3534" y="1494"/>
                </a:lnTo>
                <a:lnTo>
                  <a:pt x="3535" y="1495"/>
                </a:lnTo>
                <a:lnTo>
                  <a:pt x="3534" y="1496"/>
                </a:lnTo>
                <a:lnTo>
                  <a:pt x="3533" y="1496"/>
                </a:lnTo>
                <a:lnTo>
                  <a:pt x="3534" y="1497"/>
                </a:lnTo>
                <a:lnTo>
                  <a:pt x="3533" y="1497"/>
                </a:lnTo>
                <a:lnTo>
                  <a:pt x="3533" y="1498"/>
                </a:lnTo>
                <a:lnTo>
                  <a:pt x="3532" y="1498"/>
                </a:lnTo>
                <a:lnTo>
                  <a:pt x="3532" y="1497"/>
                </a:lnTo>
                <a:lnTo>
                  <a:pt x="3531" y="1496"/>
                </a:lnTo>
                <a:lnTo>
                  <a:pt x="3531" y="1498"/>
                </a:lnTo>
                <a:lnTo>
                  <a:pt x="3531" y="1497"/>
                </a:lnTo>
                <a:lnTo>
                  <a:pt x="3532" y="1498"/>
                </a:lnTo>
                <a:lnTo>
                  <a:pt x="3531" y="1498"/>
                </a:lnTo>
                <a:lnTo>
                  <a:pt x="3530" y="1499"/>
                </a:lnTo>
                <a:lnTo>
                  <a:pt x="3529" y="1500"/>
                </a:lnTo>
                <a:lnTo>
                  <a:pt x="3529" y="1501"/>
                </a:lnTo>
                <a:lnTo>
                  <a:pt x="3528" y="1502"/>
                </a:lnTo>
                <a:lnTo>
                  <a:pt x="3528" y="1503"/>
                </a:lnTo>
                <a:lnTo>
                  <a:pt x="3527" y="1503"/>
                </a:lnTo>
                <a:lnTo>
                  <a:pt x="3526" y="1503"/>
                </a:lnTo>
                <a:lnTo>
                  <a:pt x="3525" y="1503"/>
                </a:lnTo>
                <a:lnTo>
                  <a:pt x="3524" y="1503"/>
                </a:lnTo>
                <a:lnTo>
                  <a:pt x="3523" y="1503"/>
                </a:lnTo>
                <a:lnTo>
                  <a:pt x="3523" y="1502"/>
                </a:lnTo>
                <a:lnTo>
                  <a:pt x="3522" y="1503"/>
                </a:lnTo>
                <a:lnTo>
                  <a:pt x="3522" y="1504"/>
                </a:lnTo>
                <a:lnTo>
                  <a:pt x="3522" y="1505"/>
                </a:lnTo>
                <a:lnTo>
                  <a:pt x="3521" y="1506"/>
                </a:lnTo>
                <a:lnTo>
                  <a:pt x="3521" y="1507"/>
                </a:lnTo>
                <a:lnTo>
                  <a:pt x="3522" y="1507"/>
                </a:lnTo>
                <a:lnTo>
                  <a:pt x="3522" y="1508"/>
                </a:lnTo>
                <a:lnTo>
                  <a:pt x="3523" y="1508"/>
                </a:lnTo>
                <a:lnTo>
                  <a:pt x="3524" y="1508"/>
                </a:lnTo>
                <a:lnTo>
                  <a:pt x="3525" y="1509"/>
                </a:lnTo>
                <a:lnTo>
                  <a:pt x="3525" y="1510"/>
                </a:lnTo>
                <a:lnTo>
                  <a:pt x="3525" y="1511"/>
                </a:lnTo>
                <a:lnTo>
                  <a:pt x="3526" y="1511"/>
                </a:lnTo>
                <a:lnTo>
                  <a:pt x="3526" y="1512"/>
                </a:lnTo>
                <a:lnTo>
                  <a:pt x="3527" y="1512"/>
                </a:lnTo>
                <a:lnTo>
                  <a:pt x="3528" y="1514"/>
                </a:lnTo>
                <a:lnTo>
                  <a:pt x="3529" y="1514"/>
                </a:lnTo>
                <a:lnTo>
                  <a:pt x="3533" y="1515"/>
                </a:lnTo>
                <a:lnTo>
                  <a:pt x="3535" y="1515"/>
                </a:lnTo>
                <a:lnTo>
                  <a:pt x="3536" y="1516"/>
                </a:lnTo>
                <a:lnTo>
                  <a:pt x="3537" y="1516"/>
                </a:lnTo>
                <a:lnTo>
                  <a:pt x="3538" y="1516"/>
                </a:lnTo>
                <a:lnTo>
                  <a:pt x="3539" y="1516"/>
                </a:lnTo>
                <a:lnTo>
                  <a:pt x="3540" y="1516"/>
                </a:lnTo>
                <a:lnTo>
                  <a:pt x="3542" y="1515"/>
                </a:lnTo>
                <a:lnTo>
                  <a:pt x="3545" y="1516"/>
                </a:lnTo>
                <a:lnTo>
                  <a:pt x="3547" y="1516"/>
                </a:lnTo>
                <a:lnTo>
                  <a:pt x="3546" y="1515"/>
                </a:lnTo>
                <a:lnTo>
                  <a:pt x="3546" y="1514"/>
                </a:lnTo>
                <a:lnTo>
                  <a:pt x="3546" y="1513"/>
                </a:lnTo>
                <a:lnTo>
                  <a:pt x="3547" y="1512"/>
                </a:lnTo>
                <a:lnTo>
                  <a:pt x="3548" y="1512"/>
                </a:lnTo>
                <a:lnTo>
                  <a:pt x="3548" y="1511"/>
                </a:lnTo>
                <a:lnTo>
                  <a:pt x="3549" y="1511"/>
                </a:lnTo>
                <a:lnTo>
                  <a:pt x="3549" y="1510"/>
                </a:lnTo>
                <a:lnTo>
                  <a:pt x="3550" y="1510"/>
                </a:lnTo>
                <a:lnTo>
                  <a:pt x="3551" y="1509"/>
                </a:lnTo>
                <a:lnTo>
                  <a:pt x="3553" y="1508"/>
                </a:lnTo>
                <a:lnTo>
                  <a:pt x="3554" y="1508"/>
                </a:lnTo>
                <a:lnTo>
                  <a:pt x="3555" y="1508"/>
                </a:lnTo>
                <a:lnTo>
                  <a:pt x="3558" y="1509"/>
                </a:lnTo>
                <a:lnTo>
                  <a:pt x="3558" y="1508"/>
                </a:lnTo>
                <a:lnTo>
                  <a:pt x="3559" y="1508"/>
                </a:lnTo>
                <a:lnTo>
                  <a:pt x="3560" y="1507"/>
                </a:lnTo>
                <a:lnTo>
                  <a:pt x="3561" y="1507"/>
                </a:lnTo>
                <a:lnTo>
                  <a:pt x="3562" y="1507"/>
                </a:lnTo>
                <a:lnTo>
                  <a:pt x="3563" y="1508"/>
                </a:lnTo>
                <a:lnTo>
                  <a:pt x="3564" y="1507"/>
                </a:lnTo>
                <a:lnTo>
                  <a:pt x="3565" y="1507"/>
                </a:lnTo>
                <a:lnTo>
                  <a:pt x="3565" y="1508"/>
                </a:lnTo>
                <a:lnTo>
                  <a:pt x="3569" y="1511"/>
                </a:lnTo>
                <a:lnTo>
                  <a:pt x="3570" y="1513"/>
                </a:lnTo>
                <a:lnTo>
                  <a:pt x="3572" y="1517"/>
                </a:lnTo>
                <a:lnTo>
                  <a:pt x="3574" y="1521"/>
                </a:lnTo>
                <a:lnTo>
                  <a:pt x="3574" y="1522"/>
                </a:lnTo>
                <a:lnTo>
                  <a:pt x="3575" y="1522"/>
                </a:lnTo>
                <a:lnTo>
                  <a:pt x="3576" y="1524"/>
                </a:lnTo>
                <a:lnTo>
                  <a:pt x="3575" y="1528"/>
                </a:lnTo>
                <a:lnTo>
                  <a:pt x="3576" y="1529"/>
                </a:lnTo>
                <a:lnTo>
                  <a:pt x="3574" y="1530"/>
                </a:lnTo>
                <a:lnTo>
                  <a:pt x="3573" y="1530"/>
                </a:lnTo>
                <a:lnTo>
                  <a:pt x="3572" y="1530"/>
                </a:lnTo>
                <a:lnTo>
                  <a:pt x="3572" y="1531"/>
                </a:lnTo>
                <a:lnTo>
                  <a:pt x="3573" y="1533"/>
                </a:lnTo>
                <a:lnTo>
                  <a:pt x="3573" y="1534"/>
                </a:lnTo>
                <a:lnTo>
                  <a:pt x="3573" y="1535"/>
                </a:lnTo>
                <a:lnTo>
                  <a:pt x="3573" y="1536"/>
                </a:lnTo>
                <a:lnTo>
                  <a:pt x="3574" y="1536"/>
                </a:lnTo>
                <a:lnTo>
                  <a:pt x="3575" y="1537"/>
                </a:lnTo>
                <a:lnTo>
                  <a:pt x="3577" y="1539"/>
                </a:lnTo>
                <a:lnTo>
                  <a:pt x="3577" y="1540"/>
                </a:lnTo>
                <a:lnTo>
                  <a:pt x="3577" y="1541"/>
                </a:lnTo>
                <a:lnTo>
                  <a:pt x="3578" y="1542"/>
                </a:lnTo>
                <a:lnTo>
                  <a:pt x="3579" y="1544"/>
                </a:lnTo>
                <a:lnTo>
                  <a:pt x="3580" y="1548"/>
                </a:lnTo>
                <a:lnTo>
                  <a:pt x="3581" y="1548"/>
                </a:lnTo>
                <a:lnTo>
                  <a:pt x="3583" y="1551"/>
                </a:lnTo>
                <a:lnTo>
                  <a:pt x="3585" y="1551"/>
                </a:lnTo>
                <a:lnTo>
                  <a:pt x="3586" y="1551"/>
                </a:lnTo>
                <a:lnTo>
                  <a:pt x="3590" y="1553"/>
                </a:lnTo>
                <a:lnTo>
                  <a:pt x="3593" y="1554"/>
                </a:lnTo>
                <a:lnTo>
                  <a:pt x="3596" y="1554"/>
                </a:lnTo>
                <a:lnTo>
                  <a:pt x="3599" y="1556"/>
                </a:lnTo>
                <a:lnTo>
                  <a:pt x="3602" y="1556"/>
                </a:lnTo>
                <a:lnTo>
                  <a:pt x="3604" y="1556"/>
                </a:lnTo>
                <a:lnTo>
                  <a:pt x="3605" y="1556"/>
                </a:lnTo>
                <a:lnTo>
                  <a:pt x="3605" y="1557"/>
                </a:lnTo>
                <a:lnTo>
                  <a:pt x="3606" y="1558"/>
                </a:lnTo>
                <a:lnTo>
                  <a:pt x="3607" y="1561"/>
                </a:lnTo>
                <a:lnTo>
                  <a:pt x="3608" y="1563"/>
                </a:lnTo>
                <a:lnTo>
                  <a:pt x="3606" y="1570"/>
                </a:lnTo>
                <a:lnTo>
                  <a:pt x="3606" y="1571"/>
                </a:lnTo>
                <a:lnTo>
                  <a:pt x="3605" y="1572"/>
                </a:lnTo>
                <a:lnTo>
                  <a:pt x="3605" y="1574"/>
                </a:lnTo>
                <a:lnTo>
                  <a:pt x="3605" y="1575"/>
                </a:lnTo>
                <a:lnTo>
                  <a:pt x="3605" y="1578"/>
                </a:lnTo>
                <a:lnTo>
                  <a:pt x="3606" y="1579"/>
                </a:lnTo>
                <a:lnTo>
                  <a:pt x="3606" y="1581"/>
                </a:lnTo>
                <a:lnTo>
                  <a:pt x="3607" y="1583"/>
                </a:lnTo>
                <a:lnTo>
                  <a:pt x="3607" y="1585"/>
                </a:lnTo>
                <a:lnTo>
                  <a:pt x="3607" y="1586"/>
                </a:lnTo>
                <a:lnTo>
                  <a:pt x="3607" y="1585"/>
                </a:lnTo>
                <a:lnTo>
                  <a:pt x="3608" y="1587"/>
                </a:lnTo>
                <a:lnTo>
                  <a:pt x="3619" y="1588"/>
                </a:lnTo>
                <a:lnTo>
                  <a:pt x="3621" y="1589"/>
                </a:lnTo>
                <a:lnTo>
                  <a:pt x="3622" y="1591"/>
                </a:lnTo>
                <a:lnTo>
                  <a:pt x="3623" y="1594"/>
                </a:lnTo>
                <a:lnTo>
                  <a:pt x="3623" y="1603"/>
                </a:lnTo>
                <a:lnTo>
                  <a:pt x="3621" y="1606"/>
                </a:lnTo>
                <a:lnTo>
                  <a:pt x="3618" y="1609"/>
                </a:lnTo>
                <a:lnTo>
                  <a:pt x="3611" y="1610"/>
                </a:lnTo>
                <a:lnTo>
                  <a:pt x="3610" y="1613"/>
                </a:lnTo>
                <a:lnTo>
                  <a:pt x="3610" y="1615"/>
                </a:lnTo>
                <a:lnTo>
                  <a:pt x="3608" y="1619"/>
                </a:lnTo>
                <a:lnTo>
                  <a:pt x="3611" y="1627"/>
                </a:lnTo>
                <a:lnTo>
                  <a:pt x="3612" y="1634"/>
                </a:lnTo>
                <a:lnTo>
                  <a:pt x="3611" y="1638"/>
                </a:lnTo>
                <a:lnTo>
                  <a:pt x="3611" y="1644"/>
                </a:lnTo>
                <a:lnTo>
                  <a:pt x="3608" y="1647"/>
                </a:lnTo>
                <a:lnTo>
                  <a:pt x="3608" y="1648"/>
                </a:lnTo>
                <a:lnTo>
                  <a:pt x="3611" y="1658"/>
                </a:lnTo>
                <a:lnTo>
                  <a:pt x="3612" y="1666"/>
                </a:lnTo>
                <a:lnTo>
                  <a:pt x="3611" y="1666"/>
                </a:lnTo>
                <a:lnTo>
                  <a:pt x="3610" y="1666"/>
                </a:lnTo>
                <a:lnTo>
                  <a:pt x="3610" y="1667"/>
                </a:lnTo>
                <a:lnTo>
                  <a:pt x="3609" y="1667"/>
                </a:lnTo>
                <a:lnTo>
                  <a:pt x="3609" y="1666"/>
                </a:lnTo>
                <a:lnTo>
                  <a:pt x="3608" y="1667"/>
                </a:lnTo>
                <a:lnTo>
                  <a:pt x="3607" y="1668"/>
                </a:lnTo>
                <a:lnTo>
                  <a:pt x="3607" y="1670"/>
                </a:lnTo>
                <a:lnTo>
                  <a:pt x="3608" y="1670"/>
                </a:lnTo>
                <a:lnTo>
                  <a:pt x="3609" y="1671"/>
                </a:lnTo>
                <a:lnTo>
                  <a:pt x="3609" y="1672"/>
                </a:lnTo>
                <a:lnTo>
                  <a:pt x="3609" y="1673"/>
                </a:lnTo>
                <a:lnTo>
                  <a:pt x="3610" y="1673"/>
                </a:lnTo>
                <a:lnTo>
                  <a:pt x="3610" y="1672"/>
                </a:lnTo>
                <a:lnTo>
                  <a:pt x="3611" y="1672"/>
                </a:lnTo>
                <a:lnTo>
                  <a:pt x="3611" y="1673"/>
                </a:lnTo>
                <a:lnTo>
                  <a:pt x="3612" y="1674"/>
                </a:lnTo>
                <a:lnTo>
                  <a:pt x="3612" y="1675"/>
                </a:lnTo>
                <a:lnTo>
                  <a:pt x="3612" y="1676"/>
                </a:lnTo>
                <a:lnTo>
                  <a:pt x="3613" y="1677"/>
                </a:lnTo>
                <a:lnTo>
                  <a:pt x="3614" y="1677"/>
                </a:lnTo>
                <a:lnTo>
                  <a:pt x="3614" y="1678"/>
                </a:lnTo>
                <a:lnTo>
                  <a:pt x="3615" y="1679"/>
                </a:lnTo>
                <a:lnTo>
                  <a:pt x="3614" y="1681"/>
                </a:lnTo>
                <a:lnTo>
                  <a:pt x="3615" y="1681"/>
                </a:lnTo>
                <a:lnTo>
                  <a:pt x="3616" y="1682"/>
                </a:lnTo>
                <a:lnTo>
                  <a:pt x="3617" y="1684"/>
                </a:lnTo>
                <a:lnTo>
                  <a:pt x="3618" y="1685"/>
                </a:lnTo>
                <a:lnTo>
                  <a:pt x="3618" y="1687"/>
                </a:lnTo>
                <a:lnTo>
                  <a:pt x="3617" y="1689"/>
                </a:lnTo>
                <a:lnTo>
                  <a:pt x="3618" y="1690"/>
                </a:lnTo>
                <a:lnTo>
                  <a:pt x="3619" y="1692"/>
                </a:lnTo>
                <a:lnTo>
                  <a:pt x="3621" y="1693"/>
                </a:lnTo>
                <a:lnTo>
                  <a:pt x="3623" y="1693"/>
                </a:lnTo>
                <a:lnTo>
                  <a:pt x="3624" y="1692"/>
                </a:lnTo>
                <a:lnTo>
                  <a:pt x="3627" y="1692"/>
                </a:lnTo>
                <a:lnTo>
                  <a:pt x="3629" y="1693"/>
                </a:lnTo>
                <a:lnTo>
                  <a:pt x="3629" y="1694"/>
                </a:lnTo>
                <a:lnTo>
                  <a:pt x="3627" y="1695"/>
                </a:lnTo>
                <a:lnTo>
                  <a:pt x="3626" y="1697"/>
                </a:lnTo>
                <a:lnTo>
                  <a:pt x="3625" y="1697"/>
                </a:lnTo>
                <a:lnTo>
                  <a:pt x="3624" y="1697"/>
                </a:lnTo>
                <a:lnTo>
                  <a:pt x="3622" y="1695"/>
                </a:lnTo>
                <a:lnTo>
                  <a:pt x="3621" y="1695"/>
                </a:lnTo>
                <a:lnTo>
                  <a:pt x="3620" y="1700"/>
                </a:lnTo>
                <a:lnTo>
                  <a:pt x="3621" y="1701"/>
                </a:lnTo>
                <a:lnTo>
                  <a:pt x="3623" y="1700"/>
                </a:lnTo>
                <a:lnTo>
                  <a:pt x="3626" y="1699"/>
                </a:lnTo>
                <a:lnTo>
                  <a:pt x="3628" y="1699"/>
                </a:lnTo>
                <a:lnTo>
                  <a:pt x="3630" y="1702"/>
                </a:lnTo>
                <a:lnTo>
                  <a:pt x="3629" y="1702"/>
                </a:lnTo>
                <a:lnTo>
                  <a:pt x="3629" y="1703"/>
                </a:lnTo>
                <a:lnTo>
                  <a:pt x="3628" y="1704"/>
                </a:lnTo>
                <a:lnTo>
                  <a:pt x="3626" y="1706"/>
                </a:lnTo>
                <a:lnTo>
                  <a:pt x="3624" y="1708"/>
                </a:lnTo>
                <a:lnTo>
                  <a:pt x="3625" y="1709"/>
                </a:lnTo>
                <a:lnTo>
                  <a:pt x="3625" y="1710"/>
                </a:lnTo>
                <a:lnTo>
                  <a:pt x="3625" y="1711"/>
                </a:lnTo>
                <a:lnTo>
                  <a:pt x="3623" y="1714"/>
                </a:lnTo>
                <a:lnTo>
                  <a:pt x="3624" y="1715"/>
                </a:lnTo>
                <a:lnTo>
                  <a:pt x="3625" y="1718"/>
                </a:lnTo>
                <a:lnTo>
                  <a:pt x="3627" y="1726"/>
                </a:lnTo>
                <a:lnTo>
                  <a:pt x="3630" y="1728"/>
                </a:lnTo>
                <a:lnTo>
                  <a:pt x="3631" y="1731"/>
                </a:lnTo>
                <a:lnTo>
                  <a:pt x="3631" y="1733"/>
                </a:lnTo>
                <a:lnTo>
                  <a:pt x="3636" y="1734"/>
                </a:lnTo>
                <a:lnTo>
                  <a:pt x="3641" y="1735"/>
                </a:lnTo>
                <a:lnTo>
                  <a:pt x="3642" y="1736"/>
                </a:lnTo>
                <a:lnTo>
                  <a:pt x="3643" y="1737"/>
                </a:lnTo>
                <a:lnTo>
                  <a:pt x="3643" y="1738"/>
                </a:lnTo>
                <a:lnTo>
                  <a:pt x="3644" y="1739"/>
                </a:lnTo>
                <a:lnTo>
                  <a:pt x="3645" y="1740"/>
                </a:lnTo>
                <a:lnTo>
                  <a:pt x="3646" y="1741"/>
                </a:lnTo>
                <a:lnTo>
                  <a:pt x="3647" y="1743"/>
                </a:lnTo>
                <a:lnTo>
                  <a:pt x="3647" y="1747"/>
                </a:lnTo>
                <a:lnTo>
                  <a:pt x="3646" y="1747"/>
                </a:lnTo>
                <a:lnTo>
                  <a:pt x="3646" y="1748"/>
                </a:lnTo>
                <a:lnTo>
                  <a:pt x="3648" y="1750"/>
                </a:lnTo>
                <a:lnTo>
                  <a:pt x="3651" y="1751"/>
                </a:lnTo>
                <a:lnTo>
                  <a:pt x="3653" y="1750"/>
                </a:lnTo>
                <a:lnTo>
                  <a:pt x="3655" y="1751"/>
                </a:lnTo>
                <a:lnTo>
                  <a:pt x="3656" y="1749"/>
                </a:lnTo>
                <a:lnTo>
                  <a:pt x="3659" y="1760"/>
                </a:lnTo>
                <a:lnTo>
                  <a:pt x="3660" y="1763"/>
                </a:lnTo>
                <a:lnTo>
                  <a:pt x="3663" y="1783"/>
                </a:lnTo>
                <a:lnTo>
                  <a:pt x="3662" y="1791"/>
                </a:lnTo>
                <a:lnTo>
                  <a:pt x="3661" y="1792"/>
                </a:lnTo>
                <a:lnTo>
                  <a:pt x="3661" y="1793"/>
                </a:lnTo>
                <a:lnTo>
                  <a:pt x="3662" y="1795"/>
                </a:lnTo>
                <a:lnTo>
                  <a:pt x="3666" y="1797"/>
                </a:lnTo>
                <a:lnTo>
                  <a:pt x="3667" y="1797"/>
                </a:lnTo>
                <a:lnTo>
                  <a:pt x="3669" y="1798"/>
                </a:lnTo>
                <a:lnTo>
                  <a:pt x="3670" y="1798"/>
                </a:lnTo>
                <a:lnTo>
                  <a:pt x="3672" y="1797"/>
                </a:lnTo>
                <a:lnTo>
                  <a:pt x="3678" y="1796"/>
                </a:lnTo>
                <a:lnTo>
                  <a:pt x="3693" y="1793"/>
                </a:lnTo>
                <a:lnTo>
                  <a:pt x="3694" y="1792"/>
                </a:lnTo>
                <a:lnTo>
                  <a:pt x="3696" y="1791"/>
                </a:lnTo>
                <a:lnTo>
                  <a:pt x="3697" y="1790"/>
                </a:lnTo>
                <a:lnTo>
                  <a:pt x="3701" y="1788"/>
                </a:lnTo>
                <a:lnTo>
                  <a:pt x="3703" y="1786"/>
                </a:lnTo>
                <a:lnTo>
                  <a:pt x="3707" y="1785"/>
                </a:lnTo>
                <a:lnTo>
                  <a:pt x="3708" y="1783"/>
                </a:lnTo>
                <a:lnTo>
                  <a:pt x="3709" y="1783"/>
                </a:lnTo>
                <a:lnTo>
                  <a:pt x="3715" y="1780"/>
                </a:lnTo>
                <a:lnTo>
                  <a:pt x="3719" y="1778"/>
                </a:lnTo>
                <a:lnTo>
                  <a:pt x="3721" y="1776"/>
                </a:lnTo>
                <a:lnTo>
                  <a:pt x="3721" y="1774"/>
                </a:lnTo>
                <a:lnTo>
                  <a:pt x="3721" y="1772"/>
                </a:lnTo>
                <a:lnTo>
                  <a:pt x="3722" y="1771"/>
                </a:lnTo>
                <a:lnTo>
                  <a:pt x="3722" y="1770"/>
                </a:lnTo>
                <a:lnTo>
                  <a:pt x="3723" y="1769"/>
                </a:lnTo>
                <a:lnTo>
                  <a:pt x="3724" y="1766"/>
                </a:lnTo>
                <a:lnTo>
                  <a:pt x="3726" y="1763"/>
                </a:lnTo>
                <a:lnTo>
                  <a:pt x="3727" y="1761"/>
                </a:lnTo>
                <a:lnTo>
                  <a:pt x="3728" y="1759"/>
                </a:lnTo>
                <a:lnTo>
                  <a:pt x="3730" y="1757"/>
                </a:lnTo>
                <a:lnTo>
                  <a:pt x="3741" y="1751"/>
                </a:lnTo>
                <a:lnTo>
                  <a:pt x="3742" y="1750"/>
                </a:lnTo>
                <a:lnTo>
                  <a:pt x="3742" y="1749"/>
                </a:lnTo>
                <a:lnTo>
                  <a:pt x="3743" y="1748"/>
                </a:lnTo>
                <a:lnTo>
                  <a:pt x="3746" y="1745"/>
                </a:lnTo>
                <a:lnTo>
                  <a:pt x="3747" y="1744"/>
                </a:lnTo>
                <a:lnTo>
                  <a:pt x="3748" y="1744"/>
                </a:lnTo>
                <a:lnTo>
                  <a:pt x="3748" y="1743"/>
                </a:lnTo>
                <a:lnTo>
                  <a:pt x="3749" y="1742"/>
                </a:lnTo>
                <a:lnTo>
                  <a:pt x="3751" y="1739"/>
                </a:lnTo>
                <a:lnTo>
                  <a:pt x="3752" y="1738"/>
                </a:lnTo>
                <a:lnTo>
                  <a:pt x="3753" y="1737"/>
                </a:lnTo>
                <a:lnTo>
                  <a:pt x="3754" y="1736"/>
                </a:lnTo>
                <a:lnTo>
                  <a:pt x="3755" y="1736"/>
                </a:lnTo>
                <a:lnTo>
                  <a:pt x="3756" y="1733"/>
                </a:lnTo>
                <a:lnTo>
                  <a:pt x="3757" y="1732"/>
                </a:lnTo>
                <a:lnTo>
                  <a:pt x="3758" y="1731"/>
                </a:lnTo>
                <a:lnTo>
                  <a:pt x="3758" y="1732"/>
                </a:lnTo>
                <a:lnTo>
                  <a:pt x="3758" y="1731"/>
                </a:lnTo>
                <a:lnTo>
                  <a:pt x="3759" y="1731"/>
                </a:lnTo>
                <a:lnTo>
                  <a:pt x="3759" y="1730"/>
                </a:lnTo>
                <a:lnTo>
                  <a:pt x="3760" y="1729"/>
                </a:lnTo>
                <a:lnTo>
                  <a:pt x="3761" y="1727"/>
                </a:lnTo>
                <a:lnTo>
                  <a:pt x="3763" y="1726"/>
                </a:lnTo>
                <a:lnTo>
                  <a:pt x="3765" y="1725"/>
                </a:lnTo>
                <a:lnTo>
                  <a:pt x="3767" y="1724"/>
                </a:lnTo>
                <a:lnTo>
                  <a:pt x="3769" y="1723"/>
                </a:lnTo>
                <a:lnTo>
                  <a:pt x="3770" y="1723"/>
                </a:lnTo>
                <a:lnTo>
                  <a:pt x="3771" y="1722"/>
                </a:lnTo>
                <a:lnTo>
                  <a:pt x="3773" y="1722"/>
                </a:lnTo>
                <a:lnTo>
                  <a:pt x="3774" y="1721"/>
                </a:lnTo>
                <a:lnTo>
                  <a:pt x="3775" y="1721"/>
                </a:lnTo>
                <a:lnTo>
                  <a:pt x="3776" y="1722"/>
                </a:lnTo>
                <a:lnTo>
                  <a:pt x="3777" y="1722"/>
                </a:lnTo>
                <a:lnTo>
                  <a:pt x="3777" y="1724"/>
                </a:lnTo>
                <a:lnTo>
                  <a:pt x="3778" y="1725"/>
                </a:lnTo>
                <a:lnTo>
                  <a:pt x="3778" y="1726"/>
                </a:lnTo>
                <a:lnTo>
                  <a:pt x="3777" y="1727"/>
                </a:lnTo>
                <a:lnTo>
                  <a:pt x="3777" y="1728"/>
                </a:lnTo>
                <a:lnTo>
                  <a:pt x="3776" y="1728"/>
                </a:lnTo>
                <a:lnTo>
                  <a:pt x="3778" y="1729"/>
                </a:lnTo>
                <a:lnTo>
                  <a:pt x="3778" y="1730"/>
                </a:lnTo>
                <a:lnTo>
                  <a:pt x="3778" y="1731"/>
                </a:lnTo>
                <a:lnTo>
                  <a:pt x="3779" y="1731"/>
                </a:lnTo>
                <a:lnTo>
                  <a:pt x="3778" y="1731"/>
                </a:lnTo>
                <a:lnTo>
                  <a:pt x="3777" y="1732"/>
                </a:lnTo>
                <a:lnTo>
                  <a:pt x="3780" y="1737"/>
                </a:lnTo>
                <a:lnTo>
                  <a:pt x="3780" y="1740"/>
                </a:lnTo>
                <a:lnTo>
                  <a:pt x="3780" y="1742"/>
                </a:lnTo>
                <a:lnTo>
                  <a:pt x="3779" y="1742"/>
                </a:lnTo>
                <a:lnTo>
                  <a:pt x="3778" y="1743"/>
                </a:lnTo>
                <a:lnTo>
                  <a:pt x="3777" y="1743"/>
                </a:lnTo>
                <a:lnTo>
                  <a:pt x="3778" y="1744"/>
                </a:lnTo>
                <a:lnTo>
                  <a:pt x="3778" y="1745"/>
                </a:lnTo>
                <a:lnTo>
                  <a:pt x="3781" y="1750"/>
                </a:lnTo>
                <a:lnTo>
                  <a:pt x="3780" y="1750"/>
                </a:lnTo>
                <a:lnTo>
                  <a:pt x="3780" y="1751"/>
                </a:lnTo>
                <a:lnTo>
                  <a:pt x="3781" y="1751"/>
                </a:lnTo>
                <a:lnTo>
                  <a:pt x="3784" y="1751"/>
                </a:lnTo>
                <a:lnTo>
                  <a:pt x="3787" y="1752"/>
                </a:lnTo>
                <a:lnTo>
                  <a:pt x="3788" y="1752"/>
                </a:lnTo>
                <a:lnTo>
                  <a:pt x="3788" y="1753"/>
                </a:lnTo>
                <a:lnTo>
                  <a:pt x="3790" y="1753"/>
                </a:lnTo>
                <a:lnTo>
                  <a:pt x="3791" y="1753"/>
                </a:lnTo>
                <a:lnTo>
                  <a:pt x="3792" y="1754"/>
                </a:lnTo>
                <a:lnTo>
                  <a:pt x="3794" y="1756"/>
                </a:lnTo>
                <a:lnTo>
                  <a:pt x="3799" y="1761"/>
                </a:lnTo>
                <a:lnTo>
                  <a:pt x="3800" y="1762"/>
                </a:lnTo>
                <a:lnTo>
                  <a:pt x="3806" y="1769"/>
                </a:lnTo>
                <a:lnTo>
                  <a:pt x="3809" y="1777"/>
                </a:lnTo>
                <a:lnTo>
                  <a:pt x="3810" y="1777"/>
                </a:lnTo>
                <a:lnTo>
                  <a:pt x="3811" y="1779"/>
                </a:lnTo>
                <a:lnTo>
                  <a:pt x="3812" y="1780"/>
                </a:lnTo>
                <a:lnTo>
                  <a:pt x="3814" y="1781"/>
                </a:lnTo>
                <a:lnTo>
                  <a:pt x="3815" y="1782"/>
                </a:lnTo>
                <a:lnTo>
                  <a:pt x="3816" y="1783"/>
                </a:lnTo>
                <a:lnTo>
                  <a:pt x="3825" y="1785"/>
                </a:lnTo>
                <a:lnTo>
                  <a:pt x="3826" y="1785"/>
                </a:lnTo>
                <a:lnTo>
                  <a:pt x="3826" y="1786"/>
                </a:lnTo>
                <a:lnTo>
                  <a:pt x="3825" y="1786"/>
                </a:lnTo>
                <a:lnTo>
                  <a:pt x="3825" y="1787"/>
                </a:lnTo>
                <a:lnTo>
                  <a:pt x="3826" y="1788"/>
                </a:lnTo>
                <a:lnTo>
                  <a:pt x="3826" y="1789"/>
                </a:lnTo>
                <a:lnTo>
                  <a:pt x="3824" y="1791"/>
                </a:lnTo>
                <a:lnTo>
                  <a:pt x="3823" y="1791"/>
                </a:lnTo>
                <a:lnTo>
                  <a:pt x="3823" y="1792"/>
                </a:lnTo>
                <a:lnTo>
                  <a:pt x="3823" y="1794"/>
                </a:lnTo>
                <a:lnTo>
                  <a:pt x="3823" y="1795"/>
                </a:lnTo>
                <a:lnTo>
                  <a:pt x="3823" y="1796"/>
                </a:lnTo>
                <a:lnTo>
                  <a:pt x="3823" y="1797"/>
                </a:lnTo>
                <a:lnTo>
                  <a:pt x="3822" y="1798"/>
                </a:lnTo>
                <a:lnTo>
                  <a:pt x="3822" y="1799"/>
                </a:lnTo>
                <a:lnTo>
                  <a:pt x="3823" y="1800"/>
                </a:lnTo>
                <a:lnTo>
                  <a:pt x="3823" y="1801"/>
                </a:lnTo>
                <a:lnTo>
                  <a:pt x="3822" y="1801"/>
                </a:lnTo>
                <a:lnTo>
                  <a:pt x="3821" y="1801"/>
                </a:lnTo>
                <a:lnTo>
                  <a:pt x="3820" y="1802"/>
                </a:lnTo>
                <a:lnTo>
                  <a:pt x="3820" y="1803"/>
                </a:lnTo>
                <a:lnTo>
                  <a:pt x="3821" y="1804"/>
                </a:lnTo>
                <a:lnTo>
                  <a:pt x="3821" y="1805"/>
                </a:lnTo>
                <a:lnTo>
                  <a:pt x="3821" y="1806"/>
                </a:lnTo>
                <a:lnTo>
                  <a:pt x="3821" y="1807"/>
                </a:lnTo>
                <a:lnTo>
                  <a:pt x="3822" y="1808"/>
                </a:lnTo>
                <a:lnTo>
                  <a:pt x="3820" y="1809"/>
                </a:lnTo>
                <a:lnTo>
                  <a:pt x="3821" y="1810"/>
                </a:lnTo>
                <a:lnTo>
                  <a:pt x="3822" y="1811"/>
                </a:lnTo>
                <a:lnTo>
                  <a:pt x="3822" y="1812"/>
                </a:lnTo>
                <a:lnTo>
                  <a:pt x="3822" y="1813"/>
                </a:lnTo>
                <a:lnTo>
                  <a:pt x="3823" y="1813"/>
                </a:lnTo>
                <a:lnTo>
                  <a:pt x="3824" y="1814"/>
                </a:lnTo>
                <a:lnTo>
                  <a:pt x="3826" y="1814"/>
                </a:lnTo>
                <a:lnTo>
                  <a:pt x="3827" y="1815"/>
                </a:lnTo>
                <a:lnTo>
                  <a:pt x="3828" y="1815"/>
                </a:lnTo>
                <a:lnTo>
                  <a:pt x="3829" y="1817"/>
                </a:lnTo>
                <a:lnTo>
                  <a:pt x="3829" y="1818"/>
                </a:lnTo>
                <a:lnTo>
                  <a:pt x="3830" y="1818"/>
                </a:lnTo>
                <a:lnTo>
                  <a:pt x="3832" y="1820"/>
                </a:lnTo>
                <a:lnTo>
                  <a:pt x="3833" y="1821"/>
                </a:lnTo>
                <a:lnTo>
                  <a:pt x="3834" y="1822"/>
                </a:lnTo>
                <a:lnTo>
                  <a:pt x="3833" y="1822"/>
                </a:lnTo>
                <a:lnTo>
                  <a:pt x="3833" y="1823"/>
                </a:lnTo>
                <a:lnTo>
                  <a:pt x="3832" y="1823"/>
                </a:lnTo>
                <a:lnTo>
                  <a:pt x="3832" y="1825"/>
                </a:lnTo>
                <a:lnTo>
                  <a:pt x="3832" y="1826"/>
                </a:lnTo>
                <a:lnTo>
                  <a:pt x="3833" y="1827"/>
                </a:lnTo>
                <a:lnTo>
                  <a:pt x="3834" y="1827"/>
                </a:lnTo>
                <a:lnTo>
                  <a:pt x="3836" y="1828"/>
                </a:lnTo>
                <a:lnTo>
                  <a:pt x="3837" y="1829"/>
                </a:lnTo>
                <a:lnTo>
                  <a:pt x="3838" y="1830"/>
                </a:lnTo>
                <a:lnTo>
                  <a:pt x="3839" y="1831"/>
                </a:lnTo>
                <a:lnTo>
                  <a:pt x="3841" y="1833"/>
                </a:lnTo>
                <a:lnTo>
                  <a:pt x="3842" y="1834"/>
                </a:lnTo>
                <a:lnTo>
                  <a:pt x="3842" y="1835"/>
                </a:lnTo>
                <a:lnTo>
                  <a:pt x="3842" y="1836"/>
                </a:lnTo>
                <a:lnTo>
                  <a:pt x="3843" y="1836"/>
                </a:lnTo>
                <a:lnTo>
                  <a:pt x="3843" y="1837"/>
                </a:lnTo>
                <a:lnTo>
                  <a:pt x="3843" y="1838"/>
                </a:lnTo>
                <a:lnTo>
                  <a:pt x="3844" y="1839"/>
                </a:lnTo>
                <a:lnTo>
                  <a:pt x="3845" y="1841"/>
                </a:lnTo>
                <a:lnTo>
                  <a:pt x="3846" y="1841"/>
                </a:lnTo>
                <a:lnTo>
                  <a:pt x="3847" y="1841"/>
                </a:lnTo>
                <a:lnTo>
                  <a:pt x="3847" y="1842"/>
                </a:lnTo>
                <a:lnTo>
                  <a:pt x="3849" y="1844"/>
                </a:lnTo>
                <a:lnTo>
                  <a:pt x="3849" y="1845"/>
                </a:lnTo>
                <a:lnTo>
                  <a:pt x="3849" y="1848"/>
                </a:lnTo>
                <a:lnTo>
                  <a:pt x="3849" y="1849"/>
                </a:lnTo>
                <a:lnTo>
                  <a:pt x="3849" y="1850"/>
                </a:lnTo>
                <a:lnTo>
                  <a:pt x="3849" y="1852"/>
                </a:lnTo>
                <a:lnTo>
                  <a:pt x="3850" y="1852"/>
                </a:lnTo>
                <a:lnTo>
                  <a:pt x="3850" y="1853"/>
                </a:lnTo>
                <a:lnTo>
                  <a:pt x="3851" y="1853"/>
                </a:lnTo>
                <a:lnTo>
                  <a:pt x="3851" y="1854"/>
                </a:lnTo>
                <a:lnTo>
                  <a:pt x="3852" y="1856"/>
                </a:lnTo>
                <a:lnTo>
                  <a:pt x="3853" y="1857"/>
                </a:lnTo>
                <a:lnTo>
                  <a:pt x="3854" y="1857"/>
                </a:lnTo>
                <a:lnTo>
                  <a:pt x="3855" y="1858"/>
                </a:lnTo>
                <a:lnTo>
                  <a:pt x="3856" y="1859"/>
                </a:lnTo>
                <a:lnTo>
                  <a:pt x="3856" y="1861"/>
                </a:lnTo>
                <a:lnTo>
                  <a:pt x="3855" y="1863"/>
                </a:lnTo>
                <a:lnTo>
                  <a:pt x="3855" y="1865"/>
                </a:lnTo>
                <a:lnTo>
                  <a:pt x="3855" y="1866"/>
                </a:lnTo>
                <a:lnTo>
                  <a:pt x="3855" y="1867"/>
                </a:lnTo>
                <a:lnTo>
                  <a:pt x="3855" y="1868"/>
                </a:lnTo>
                <a:lnTo>
                  <a:pt x="3856" y="1869"/>
                </a:lnTo>
                <a:lnTo>
                  <a:pt x="3857" y="1870"/>
                </a:lnTo>
                <a:lnTo>
                  <a:pt x="3858" y="1869"/>
                </a:lnTo>
                <a:lnTo>
                  <a:pt x="3859" y="1870"/>
                </a:lnTo>
                <a:lnTo>
                  <a:pt x="3861" y="1872"/>
                </a:lnTo>
                <a:lnTo>
                  <a:pt x="3862" y="1873"/>
                </a:lnTo>
                <a:lnTo>
                  <a:pt x="3862" y="1874"/>
                </a:lnTo>
                <a:lnTo>
                  <a:pt x="3862" y="1875"/>
                </a:lnTo>
                <a:lnTo>
                  <a:pt x="3863" y="1876"/>
                </a:lnTo>
                <a:lnTo>
                  <a:pt x="3863" y="1877"/>
                </a:lnTo>
                <a:lnTo>
                  <a:pt x="3863" y="1878"/>
                </a:lnTo>
                <a:lnTo>
                  <a:pt x="3863" y="1879"/>
                </a:lnTo>
                <a:lnTo>
                  <a:pt x="3864" y="1880"/>
                </a:lnTo>
                <a:lnTo>
                  <a:pt x="3864" y="1881"/>
                </a:lnTo>
                <a:lnTo>
                  <a:pt x="3865" y="1881"/>
                </a:lnTo>
                <a:lnTo>
                  <a:pt x="3865" y="1882"/>
                </a:lnTo>
                <a:lnTo>
                  <a:pt x="3865" y="1883"/>
                </a:lnTo>
                <a:lnTo>
                  <a:pt x="3866" y="1883"/>
                </a:lnTo>
                <a:lnTo>
                  <a:pt x="3866" y="1884"/>
                </a:lnTo>
                <a:lnTo>
                  <a:pt x="3866" y="1885"/>
                </a:lnTo>
                <a:lnTo>
                  <a:pt x="3867" y="1885"/>
                </a:lnTo>
                <a:lnTo>
                  <a:pt x="3867" y="1886"/>
                </a:lnTo>
                <a:lnTo>
                  <a:pt x="3867" y="1888"/>
                </a:lnTo>
                <a:lnTo>
                  <a:pt x="3867" y="1889"/>
                </a:lnTo>
                <a:lnTo>
                  <a:pt x="3866" y="1889"/>
                </a:lnTo>
                <a:lnTo>
                  <a:pt x="3865" y="1889"/>
                </a:lnTo>
                <a:lnTo>
                  <a:pt x="3864" y="1890"/>
                </a:lnTo>
                <a:lnTo>
                  <a:pt x="3864" y="1891"/>
                </a:lnTo>
                <a:lnTo>
                  <a:pt x="3864" y="1892"/>
                </a:lnTo>
                <a:lnTo>
                  <a:pt x="3864" y="1893"/>
                </a:lnTo>
                <a:lnTo>
                  <a:pt x="3865" y="1894"/>
                </a:lnTo>
                <a:lnTo>
                  <a:pt x="3865" y="1895"/>
                </a:lnTo>
                <a:lnTo>
                  <a:pt x="3865" y="1896"/>
                </a:lnTo>
                <a:lnTo>
                  <a:pt x="3865" y="1897"/>
                </a:lnTo>
                <a:lnTo>
                  <a:pt x="3862" y="1898"/>
                </a:lnTo>
                <a:lnTo>
                  <a:pt x="3860" y="1899"/>
                </a:lnTo>
                <a:lnTo>
                  <a:pt x="3858" y="1899"/>
                </a:lnTo>
                <a:lnTo>
                  <a:pt x="3854" y="1897"/>
                </a:lnTo>
                <a:lnTo>
                  <a:pt x="3853" y="1897"/>
                </a:lnTo>
                <a:lnTo>
                  <a:pt x="3853" y="1896"/>
                </a:lnTo>
                <a:lnTo>
                  <a:pt x="3852" y="1896"/>
                </a:lnTo>
                <a:lnTo>
                  <a:pt x="3852" y="1895"/>
                </a:lnTo>
                <a:lnTo>
                  <a:pt x="3852" y="1896"/>
                </a:lnTo>
                <a:lnTo>
                  <a:pt x="3852" y="1898"/>
                </a:lnTo>
                <a:lnTo>
                  <a:pt x="3852" y="1899"/>
                </a:lnTo>
                <a:lnTo>
                  <a:pt x="3853" y="1900"/>
                </a:lnTo>
                <a:lnTo>
                  <a:pt x="3853" y="1901"/>
                </a:lnTo>
                <a:lnTo>
                  <a:pt x="3854" y="1902"/>
                </a:lnTo>
                <a:lnTo>
                  <a:pt x="3854" y="1903"/>
                </a:lnTo>
                <a:lnTo>
                  <a:pt x="3855" y="1902"/>
                </a:lnTo>
                <a:lnTo>
                  <a:pt x="3855" y="1901"/>
                </a:lnTo>
                <a:lnTo>
                  <a:pt x="3856" y="1901"/>
                </a:lnTo>
                <a:lnTo>
                  <a:pt x="3858" y="1903"/>
                </a:lnTo>
                <a:lnTo>
                  <a:pt x="3859" y="1903"/>
                </a:lnTo>
                <a:lnTo>
                  <a:pt x="3859" y="1904"/>
                </a:lnTo>
                <a:lnTo>
                  <a:pt x="3859" y="1905"/>
                </a:lnTo>
                <a:lnTo>
                  <a:pt x="3859" y="1906"/>
                </a:lnTo>
                <a:lnTo>
                  <a:pt x="3859" y="1907"/>
                </a:lnTo>
                <a:lnTo>
                  <a:pt x="3859" y="1908"/>
                </a:lnTo>
                <a:lnTo>
                  <a:pt x="3858" y="1908"/>
                </a:lnTo>
                <a:lnTo>
                  <a:pt x="3857" y="1908"/>
                </a:lnTo>
                <a:lnTo>
                  <a:pt x="3855" y="1907"/>
                </a:lnTo>
                <a:lnTo>
                  <a:pt x="3854" y="1907"/>
                </a:lnTo>
                <a:lnTo>
                  <a:pt x="3852" y="1907"/>
                </a:lnTo>
                <a:lnTo>
                  <a:pt x="3850" y="1907"/>
                </a:lnTo>
                <a:lnTo>
                  <a:pt x="3848" y="1907"/>
                </a:lnTo>
                <a:lnTo>
                  <a:pt x="3847" y="1906"/>
                </a:lnTo>
                <a:lnTo>
                  <a:pt x="3844" y="1906"/>
                </a:lnTo>
                <a:lnTo>
                  <a:pt x="3843" y="1906"/>
                </a:lnTo>
                <a:lnTo>
                  <a:pt x="3843" y="1907"/>
                </a:lnTo>
                <a:lnTo>
                  <a:pt x="3842" y="1907"/>
                </a:lnTo>
                <a:lnTo>
                  <a:pt x="3842" y="1908"/>
                </a:lnTo>
                <a:lnTo>
                  <a:pt x="3841" y="1909"/>
                </a:lnTo>
                <a:lnTo>
                  <a:pt x="3840" y="1909"/>
                </a:lnTo>
                <a:lnTo>
                  <a:pt x="3839" y="1909"/>
                </a:lnTo>
                <a:lnTo>
                  <a:pt x="3839" y="1910"/>
                </a:lnTo>
                <a:lnTo>
                  <a:pt x="3838" y="1910"/>
                </a:lnTo>
                <a:lnTo>
                  <a:pt x="3837" y="1911"/>
                </a:lnTo>
                <a:lnTo>
                  <a:pt x="3838" y="1914"/>
                </a:lnTo>
                <a:lnTo>
                  <a:pt x="3838" y="1915"/>
                </a:lnTo>
                <a:lnTo>
                  <a:pt x="3840" y="1916"/>
                </a:lnTo>
                <a:lnTo>
                  <a:pt x="3841" y="1916"/>
                </a:lnTo>
                <a:lnTo>
                  <a:pt x="3841" y="1917"/>
                </a:lnTo>
                <a:lnTo>
                  <a:pt x="3842" y="1917"/>
                </a:lnTo>
                <a:lnTo>
                  <a:pt x="3841" y="1919"/>
                </a:lnTo>
                <a:lnTo>
                  <a:pt x="3841" y="1920"/>
                </a:lnTo>
                <a:lnTo>
                  <a:pt x="3841" y="1923"/>
                </a:lnTo>
                <a:lnTo>
                  <a:pt x="3843" y="1924"/>
                </a:lnTo>
                <a:lnTo>
                  <a:pt x="3844" y="1924"/>
                </a:lnTo>
                <a:lnTo>
                  <a:pt x="3848" y="1923"/>
                </a:lnTo>
                <a:lnTo>
                  <a:pt x="3849" y="1924"/>
                </a:lnTo>
                <a:lnTo>
                  <a:pt x="3850" y="1924"/>
                </a:lnTo>
                <a:lnTo>
                  <a:pt x="3850" y="1925"/>
                </a:lnTo>
                <a:lnTo>
                  <a:pt x="3851" y="1925"/>
                </a:lnTo>
                <a:lnTo>
                  <a:pt x="3851" y="1926"/>
                </a:lnTo>
                <a:lnTo>
                  <a:pt x="3852" y="1927"/>
                </a:lnTo>
                <a:lnTo>
                  <a:pt x="3853" y="1928"/>
                </a:lnTo>
                <a:lnTo>
                  <a:pt x="3853" y="1929"/>
                </a:lnTo>
                <a:lnTo>
                  <a:pt x="3854" y="1931"/>
                </a:lnTo>
                <a:lnTo>
                  <a:pt x="3855" y="1931"/>
                </a:lnTo>
                <a:lnTo>
                  <a:pt x="3856" y="1932"/>
                </a:lnTo>
                <a:lnTo>
                  <a:pt x="3857" y="1933"/>
                </a:lnTo>
                <a:lnTo>
                  <a:pt x="3859" y="1936"/>
                </a:lnTo>
                <a:lnTo>
                  <a:pt x="3861" y="1934"/>
                </a:lnTo>
                <a:lnTo>
                  <a:pt x="3862" y="1934"/>
                </a:lnTo>
                <a:lnTo>
                  <a:pt x="3862" y="1933"/>
                </a:lnTo>
                <a:lnTo>
                  <a:pt x="3861" y="1932"/>
                </a:lnTo>
                <a:lnTo>
                  <a:pt x="3861" y="1930"/>
                </a:lnTo>
                <a:lnTo>
                  <a:pt x="3867" y="1927"/>
                </a:lnTo>
                <a:lnTo>
                  <a:pt x="3868" y="1928"/>
                </a:lnTo>
                <a:lnTo>
                  <a:pt x="3869" y="1930"/>
                </a:lnTo>
                <a:lnTo>
                  <a:pt x="3870" y="1931"/>
                </a:lnTo>
                <a:lnTo>
                  <a:pt x="3872" y="1934"/>
                </a:lnTo>
                <a:lnTo>
                  <a:pt x="3873" y="1934"/>
                </a:lnTo>
                <a:lnTo>
                  <a:pt x="3873" y="1935"/>
                </a:lnTo>
                <a:lnTo>
                  <a:pt x="3874" y="1935"/>
                </a:lnTo>
                <a:lnTo>
                  <a:pt x="3875" y="1936"/>
                </a:lnTo>
                <a:lnTo>
                  <a:pt x="3875" y="1935"/>
                </a:lnTo>
                <a:lnTo>
                  <a:pt x="3876" y="1935"/>
                </a:lnTo>
                <a:lnTo>
                  <a:pt x="3877" y="1932"/>
                </a:lnTo>
                <a:lnTo>
                  <a:pt x="3878" y="1933"/>
                </a:lnTo>
                <a:lnTo>
                  <a:pt x="3879" y="1933"/>
                </a:lnTo>
                <a:lnTo>
                  <a:pt x="3879" y="1934"/>
                </a:lnTo>
                <a:lnTo>
                  <a:pt x="3880" y="1935"/>
                </a:lnTo>
                <a:lnTo>
                  <a:pt x="3884" y="1939"/>
                </a:lnTo>
                <a:lnTo>
                  <a:pt x="3885" y="1939"/>
                </a:lnTo>
                <a:lnTo>
                  <a:pt x="3888" y="1940"/>
                </a:lnTo>
                <a:lnTo>
                  <a:pt x="3889" y="1940"/>
                </a:lnTo>
                <a:lnTo>
                  <a:pt x="3890" y="1940"/>
                </a:lnTo>
                <a:lnTo>
                  <a:pt x="3893" y="1939"/>
                </a:lnTo>
                <a:lnTo>
                  <a:pt x="3896" y="1938"/>
                </a:lnTo>
                <a:lnTo>
                  <a:pt x="3900" y="1937"/>
                </a:lnTo>
                <a:lnTo>
                  <a:pt x="3901" y="1937"/>
                </a:lnTo>
                <a:lnTo>
                  <a:pt x="3902" y="1937"/>
                </a:lnTo>
                <a:lnTo>
                  <a:pt x="3902" y="1938"/>
                </a:lnTo>
                <a:lnTo>
                  <a:pt x="3904" y="1944"/>
                </a:lnTo>
                <a:lnTo>
                  <a:pt x="3904" y="1945"/>
                </a:lnTo>
                <a:lnTo>
                  <a:pt x="3903" y="1945"/>
                </a:lnTo>
                <a:lnTo>
                  <a:pt x="3903" y="1946"/>
                </a:lnTo>
                <a:lnTo>
                  <a:pt x="3904" y="1947"/>
                </a:lnTo>
                <a:lnTo>
                  <a:pt x="3905" y="1947"/>
                </a:lnTo>
                <a:lnTo>
                  <a:pt x="3906" y="1947"/>
                </a:lnTo>
                <a:lnTo>
                  <a:pt x="3906" y="1948"/>
                </a:lnTo>
                <a:lnTo>
                  <a:pt x="3905" y="1948"/>
                </a:lnTo>
                <a:lnTo>
                  <a:pt x="3905" y="1949"/>
                </a:lnTo>
                <a:lnTo>
                  <a:pt x="3904" y="1949"/>
                </a:lnTo>
                <a:lnTo>
                  <a:pt x="3904" y="1950"/>
                </a:lnTo>
                <a:lnTo>
                  <a:pt x="3903" y="1952"/>
                </a:lnTo>
                <a:lnTo>
                  <a:pt x="3903" y="1953"/>
                </a:lnTo>
                <a:lnTo>
                  <a:pt x="3904" y="1954"/>
                </a:lnTo>
                <a:lnTo>
                  <a:pt x="3904" y="1955"/>
                </a:lnTo>
                <a:lnTo>
                  <a:pt x="3905" y="1955"/>
                </a:lnTo>
                <a:lnTo>
                  <a:pt x="3905" y="1956"/>
                </a:lnTo>
                <a:lnTo>
                  <a:pt x="3905" y="1957"/>
                </a:lnTo>
                <a:lnTo>
                  <a:pt x="3904" y="1957"/>
                </a:lnTo>
                <a:lnTo>
                  <a:pt x="3903" y="1956"/>
                </a:lnTo>
                <a:lnTo>
                  <a:pt x="3902" y="1956"/>
                </a:lnTo>
                <a:lnTo>
                  <a:pt x="3902" y="1957"/>
                </a:lnTo>
                <a:lnTo>
                  <a:pt x="3901" y="1958"/>
                </a:lnTo>
                <a:lnTo>
                  <a:pt x="3900" y="1958"/>
                </a:lnTo>
                <a:lnTo>
                  <a:pt x="3900" y="1959"/>
                </a:lnTo>
                <a:lnTo>
                  <a:pt x="3900" y="1960"/>
                </a:lnTo>
                <a:lnTo>
                  <a:pt x="3900" y="1961"/>
                </a:lnTo>
                <a:lnTo>
                  <a:pt x="3902" y="1962"/>
                </a:lnTo>
                <a:lnTo>
                  <a:pt x="3902" y="1963"/>
                </a:lnTo>
                <a:lnTo>
                  <a:pt x="3902" y="1964"/>
                </a:lnTo>
                <a:lnTo>
                  <a:pt x="3902" y="1965"/>
                </a:lnTo>
                <a:lnTo>
                  <a:pt x="3903" y="1966"/>
                </a:lnTo>
                <a:lnTo>
                  <a:pt x="3903" y="1967"/>
                </a:lnTo>
                <a:lnTo>
                  <a:pt x="3903" y="1968"/>
                </a:lnTo>
                <a:lnTo>
                  <a:pt x="3902" y="1968"/>
                </a:lnTo>
                <a:lnTo>
                  <a:pt x="3901" y="1968"/>
                </a:lnTo>
                <a:lnTo>
                  <a:pt x="3900" y="1968"/>
                </a:lnTo>
                <a:lnTo>
                  <a:pt x="3900" y="1970"/>
                </a:lnTo>
                <a:lnTo>
                  <a:pt x="3899" y="1970"/>
                </a:lnTo>
                <a:lnTo>
                  <a:pt x="3899" y="1971"/>
                </a:lnTo>
                <a:lnTo>
                  <a:pt x="3900" y="1971"/>
                </a:lnTo>
                <a:lnTo>
                  <a:pt x="3900" y="1972"/>
                </a:lnTo>
                <a:lnTo>
                  <a:pt x="3901" y="1974"/>
                </a:lnTo>
                <a:lnTo>
                  <a:pt x="3902" y="1974"/>
                </a:lnTo>
                <a:lnTo>
                  <a:pt x="3903" y="1974"/>
                </a:lnTo>
                <a:lnTo>
                  <a:pt x="3904" y="1975"/>
                </a:lnTo>
                <a:lnTo>
                  <a:pt x="3904" y="1976"/>
                </a:lnTo>
                <a:lnTo>
                  <a:pt x="3903" y="1977"/>
                </a:lnTo>
                <a:lnTo>
                  <a:pt x="3902" y="1977"/>
                </a:lnTo>
                <a:lnTo>
                  <a:pt x="3902" y="1978"/>
                </a:lnTo>
                <a:lnTo>
                  <a:pt x="3901" y="1978"/>
                </a:lnTo>
                <a:lnTo>
                  <a:pt x="3901" y="1979"/>
                </a:lnTo>
                <a:lnTo>
                  <a:pt x="3901" y="1980"/>
                </a:lnTo>
                <a:lnTo>
                  <a:pt x="3902" y="1980"/>
                </a:lnTo>
                <a:lnTo>
                  <a:pt x="3902" y="1981"/>
                </a:lnTo>
                <a:lnTo>
                  <a:pt x="3902" y="1982"/>
                </a:lnTo>
                <a:lnTo>
                  <a:pt x="3902" y="1983"/>
                </a:lnTo>
                <a:lnTo>
                  <a:pt x="3901" y="1985"/>
                </a:lnTo>
                <a:lnTo>
                  <a:pt x="3900" y="1985"/>
                </a:lnTo>
                <a:lnTo>
                  <a:pt x="3900" y="1986"/>
                </a:lnTo>
                <a:lnTo>
                  <a:pt x="3901" y="1986"/>
                </a:lnTo>
                <a:lnTo>
                  <a:pt x="3901" y="1987"/>
                </a:lnTo>
                <a:lnTo>
                  <a:pt x="3902" y="1987"/>
                </a:lnTo>
                <a:lnTo>
                  <a:pt x="3902" y="1988"/>
                </a:lnTo>
                <a:lnTo>
                  <a:pt x="3901" y="1989"/>
                </a:lnTo>
                <a:lnTo>
                  <a:pt x="3900" y="1989"/>
                </a:lnTo>
                <a:lnTo>
                  <a:pt x="3901" y="1990"/>
                </a:lnTo>
                <a:lnTo>
                  <a:pt x="3901" y="1992"/>
                </a:lnTo>
                <a:lnTo>
                  <a:pt x="3902" y="1996"/>
                </a:lnTo>
                <a:lnTo>
                  <a:pt x="3902" y="1998"/>
                </a:lnTo>
                <a:lnTo>
                  <a:pt x="3901" y="1998"/>
                </a:lnTo>
                <a:lnTo>
                  <a:pt x="3900" y="1998"/>
                </a:lnTo>
                <a:lnTo>
                  <a:pt x="3900" y="1999"/>
                </a:lnTo>
                <a:lnTo>
                  <a:pt x="3899" y="2000"/>
                </a:lnTo>
                <a:lnTo>
                  <a:pt x="3899" y="2001"/>
                </a:lnTo>
                <a:lnTo>
                  <a:pt x="3899" y="2002"/>
                </a:lnTo>
                <a:lnTo>
                  <a:pt x="3899" y="2003"/>
                </a:lnTo>
                <a:lnTo>
                  <a:pt x="3900" y="2004"/>
                </a:lnTo>
                <a:lnTo>
                  <a:pt x="3900" y="2005"/>
                </a:lnTo>
                <a:lnTo>
                  <a:pt x="3899" y="2008"/>
                </a:lnTo>
                <a:lnTo>
                  <a:pt x="3898" y="2008"/>
                </a:lnTo>
                <a:lnTo>
                  <a:pt x="3897" y="2008"/>
                </a:lnTo>
                <a:lnTo>
                  <a:pt x="3897" y="2009"/>
                </a:lnTo>
                <a:lnTo>
                  <a:pt x="3897" y="2011"/>
                </a:lnTo>
                <a:lnTo>
                  <a:pt x="3898" y="2012"/>
                </a:lnTo>
                <a:lnTo>
                  <a:pt x="3897" y="2013"/>
                </a:lnTo>
                <a:lnTo>
                  <a:pt x="3896" y="2013"/>
                </a:lnTo>
                <a:lnTo>
                  <a:pt x="3895" y="2014"/>
                </a:lnTo>
                <a:lnTo>
                  <a:pt x="3895" y="2015"/>
                </a:lnTo>
                <a:lnTo>
                  <a:pt x="3894" y="2015"/>
                </a:lnTo>
                <a:lnTo>
                  <a:pt x="3894" y="2014"/>
                </a:lnTo>
                <a:lnTo>
                  <a:pt x="3893" y="2014"/>
                </a:lnTo>
                <a:lnTo>
                  <a:pt x="3893" y="2015"/>
                </a:lnTo>
                <a:lnTo>
                  <a:pt x="3891" y="2015"/>
                </a:lnTo>
                <a:lnTo>
                  <a:pt x="3891" y="2016"/>
                </a:lnTo>
                <a:lnTo>
                  <a:pt x="3891" y="2015"/>
                </a:lnTo>
                <a:lnTo>
                  <a:pt x="3890" y="2015"/>
                </a:lnTo>
                <a:lnTo>
                  <a:pt x="3890" y="2014"/>
                </a:lnTo>
                <a:lnTo>
                  <a:pt x="3889" y="2013"/>
                </a:lnTo>
                <a:lnTo>
                  <a:pt x="3888" y="2013"/>
                </a:lnTo>
                <a:lnTo>
                  <a:pt x="3887" y="2012"/>
                </a:lnTo>
                <a:lnTo>
                  <a:pt x="3886" y="2013"/>
                </a:lnTo>
                <a:lnTo>
                  <a:pt x="3885" y="2013"/>
                </a:lnTo>
                <a:lnTo>
                  <a:pt x="3884" y="2013"/>
                </a:lnTo>
                <a:lnTo>
                  <a:pt x="3884" y="2012"/>
                </a:lnTo>
                <a:lnTo>
                  <a:pt x="3883" y="2011"/>
                </a:lnTo>
                <a:lnTo>
                  <a:pt x="3881" y="2010"/>
                </a:lnTo>
                <a:lnTo>
                  <a:pt x="3880" y="2010"/>
                </a:lnTo>
                <a:lnTo>
                  <a:pt x="3879" y="2010"/>
                </a:lnTo>
                <a:lnTo>
                  <a:pt x="3879" y="2011"/>
                </a:lnTo>
                <a:lnTo>
                  <a:pt x="3878" y="2011"/>
                </a:lnTo>
                <a:lnTo>
                  <a:pt x="3877" y="2011"/>
                </a:lnTo>
                <a:lnTo>
                  <a:pt x="3877" y="2012"/>
                </a:lnTo>
                <a:lnTo>
                  <a:pt x="3877" y="2013"/>
                </a:lnTo>
                <a:lnTo>
                  <a:pt x="3876" y="2013"/>
                </a:lnTo>
                <a:lnTo>
                  <a:pt x="3876" y="2014"/>
                </a:lnTo>
                <a:lnTo>
                  <a:pt x="3874" y="2014"/>
                </a:lnTo>
                <a:lnTo>
                  <a:pt x="3873" y="2014"/>
                </a:lnTo>
                <a:lnTo>
                  <a:pt x="3872" y="2014"/>
                </a:lnTo>
                <a:lnTo>
                  <a:pt x="3872" y="2015"/>
                </a:lnTo>
                <a:lnTo>
                  <a:pt x="3871" y="2016"/>
                </a:lnTo>
                <a:lnTo>
                  <a:pt x="3870" y="2016"/>
                </a:lnTo>
                <a:lnTo>
                  <a:pt x="3870" y="2017"/>
                </a:lnTo>
                <a:lnTo>
                  <a:pt x="3869" y="2017"/>
                </a:lnTo>
                <a:lnTo>
                  <a:pt x="3868" y="2017"/>
                </a:lnTo>
                <a:lnTo>
                  <a:pt x="3869" y="2018"/>
                </a:lnTo>
                <a:lnTo>
                  <a:pt x="3868" y="2018"/>
                </a:lnTo>
                <a:lnTo>
                  <a:pt x="3867" y="2019"/>
                </a:lnTo>
                <a:lnTo>
                  <a:pt x="3864" y="2020"/>
                </a:lnTo>
                <a:lnTo>
                  <a:pt x="3863" y="2020"/>
                </a:lnTo>
                <a:lnTo>
                  <a:pt x="3862" y="2021"/>
                </a:lnTo>
                <a:lnTo>
                  <a:pt x="3861" y="2021"/>
                </a:lnTo>
                <a:lnTo>
                  <a:pt x="3861" y="2022"/>
                </a:lnTo>
                <a:lnTo>
                  <a:pt x="3860" y="2022"/>
                </a:lnTo>
                <a:lnTo>
                  <a:pt x="3859" y="2023"/>
                </a:lnTo>
                <a:lnTo>
                  <a:pt x="3858" y="2023"/>
                </a:lnTo>
                <a:lnTo>
                  <a:pt x="3857" y="2023"/>
                </a:lnTo>
                <a:lnTo>
                  <a:pt x="3856" y="2023"/>
                </a:lnTo>
                <a:lnTo>
                  <a:pt x="3855" y="2024"/>
                </a:lnTo>
                <a:lnTo>
                  <a:pt x="3854" y="2024"/>
                </a:lnTo>
                <a:lnTo>
                  <a:pt x="3853" y="2024"/>
                </a:lnTo>
                <a:lnTo>
                  <a:pt x="3851" y="2025"/>
                </a:lnTo>
                <a:lnTo>
                  <a:pt x="3851" y="2026"/>
                </a:lnTo>
                <a:lnTo>
                  <a:pt x="3851" y="2027"/>
                </a:lnTo>
                <a:lnTo>
                  <a:pt x="3850" y="2027"/>
                </a:lnTo>
                <a:lnTo>
                  <a:pt x="3850" y="2028"/>
                </a:lnTo>
                <a:lnTo>
                  <a:pt x="3849" y="2029"/>
                </a:lnTo>
                <a:lnTo>
                  <a:pt x="3849" y="2030"/>
                </a:lnTo>
                <a:lnTo>
                  <a:pt x="3848" y="2031"/>
                </a:lnTo>
                <a:lnTo>
                  <a:pt x="3849" y="2032"/>
                </a:lnTo>
                <a:lnTo>
                  <a:pt x="3848" y="2032"/>
                </a:lnTo>
                <a:lnTo>
                  <a:pt x="3848" y="2033"/>
                </a:lnTo>
                <a:lnTo>
                  <a:pt x="3847" y="2034"/>
                </a:lnTo>
                <a:lnTo>
                  <a:pt x="3847" y="2035"/>
                </a:lnTo>
                <a:lnTo>
                  <a:pt x="3846" y="2035"/>
                </a:lnTo>
                <a:lnTo>
                  <a:pt x="3845" y="2035"/>
                </a:lnTo>
                <a:lnTo>
                  <a:pt x="3845" y="2036"/>
                </a:lnTo>
                <a:lnTo>
                  <a:pt x="3845" y="2037"/>
                </a:lnTo>
                <a:lnTo>
                  <a:pt x="3844" y="2038"/>
                </a:lnTo>
                <a:lnTo>
                  <a:pt x="3844" y="2039"/>
                </a:lnTo>
                <a:lnTo>
                  <a:pt x="3843" y="2040"/>
                </a:lnTo>
                <a:lnTo>
                  <a:pt x="3843" y="2041"/>
                </a:lnTo>
                <a:lnTo>
                  <a:pt x="3843" y="2042"/>
                </a:lnTo>
                <a:lnTo>
                  <a:pt x="3843" y="2043"/>
                </a:lnTo>
                <a:lnTo>
                  <a:pt x="3844" y="2043"/>
                </a:lnTo>
                <a:lnTo>
                  <a:pt x="3844" y="2044"/>
                </a:lnTo>
                <a:lnTo>
                  <a:pt x="3844" y="2046"/>
                </a:lnTo>
                <a:lnTo>
                  <a:pt x="3845" y="2047"/>
                </a:lnTo>
                <a:lnTo>
                  <a:pt x="3845" y="2049"/>
                </a:lnTo>
                <a:lnTo>
                  <a:pt x="3845" y="2050"/>
                </a:lnTo>
                <a:lnTo>
                  <a:pt x="3844" y="2050"/>
                </a:lnTo>
                <a:lnTo>
                  <a:pt x="3844" y="2051"/>
                </a:lnTo>
                <a:lnTo>
                  <a:pt x="3844" y="2053"/>
                </a:lnTo>
                <a:lnTo>
                  <a:pt x="3844" y="2054"/>
                </a:lnTo>
                <a:lnTo>
                  <a:pt x="3843" y="2054"/>
                </a:lnTo>
                <a:lnTo>
                  <a:pt x="3843" y="2055"/>
                </a:lnTo>
                <a:lnTo>
                  <a:pt x="3844" y="2056"/>
                </a:lnTo>
                <a:lnTo>
                  <a:pt x="3844" y="2057"/>
                </a:lnTo>
                <a:lnTo>
                  <a:pt x="3846" y="2057"/>
                </a:lnTo>
                <a:lnTo>
                  <a:pt x="3847" y="2057"/>
                </a:lnTo>
                <a:lnTo>
                  <a:pt x="3849" y="2057"/>
                </a:lnTo>
                <a:lnTo>
                  <a:pt x="3849" y="2058"/>
                </a:lnTo>
                <a:lnTo>
                  <a:pt x="3851" y="2058"/>
                </a:lnTo>
                <a:lnTo>
                  <a:pt x="3853" y="2059"/>
                </a:lnTo>
                <a:lnTo>
                  <a:pt x="3853" y="2060"/>
                </a:lnTo>
                <a:lnTo>
                  <a:pt x="3852" y="2060"/>
                </a:lnTo>
                <a:lnTo>
                  <a:pt x="3852" y="2061"/>
                </a:lnTo>
                <a:lnTo>
                  <a:pt x="3852" y="2060"/>
                </a:lnTo>
                <a:lnTo>
                  <a:pt x="3851" y="2060"/>
                </a:lnTo>
                <a:lnTo>
                  <a:pt x="3851" y="2061"/>
                </a:lnTo>
                <a:lnTo>
                  <a:pt x="3850" y="2061"/>
                </a:lnTo>
                <a:lnTo>
                  <a:pt x="3849" y="2061"/>
                </a:lnTo>
                <a:lnTo>
                  <a:pt x="3847" y="2061"/>
                </a:lnTo>
                <a:lnTo>
                  <a:pt x="3847" y="2062"/>
                </a:lnTo>
                <a:lnTo>
                  <a:pt x="3846" y="2062"/>
                </a:lnTo>
                <a:lnTo>
                  <a:pt x="3846" y="2063"/>
                </a:lnTo>
                <a:lnTo>
                  <a:pt x="3845" y="2064"/>
                </a:lnTo>
                <a:lnTo>
                  <a:pt x="3845" y="2065"/>
                </a:lnTo>
                <a:lnTo>
                  <a:pt x="3844" y="2066"/>
                </a:lnTo>
                <a:lnTo>
                  <a:pt x="3843" y="2066"/>
                </a:lnTo>
                <a:lnTo>
                  <a:pt x="3842" y="2066"/>
                </a:lnTo>
                <a:lnTo>
                  <a:pt x="3842" y="2067"/>
                </a:lnTo>
                <a:lnTo>
                  <a:pt x="3841" y="2067"/>
                </a:lnTo>
                <a:lnTo>
                  <a:pt x="3840" y="2068"/>
                </a:lnTo>
                <a:lnTo>
                  <a:pt x="3839" y="2068"/>
                </a:lnTo>
                <a:lnTo>
                  <a:pt x="3838" y="2068"/>
                </a:lnTo>
                <a:lnTo>
                  <a:pt x="3838" y="2069"/>
                </a:lnTo>
                <a:lnTo>
                  <a:pt x="3837" y="2070"/>
                </a:lnTo>
                <a:lnTo>
                  <a:pt x="3836" y="2070"/>
                </a:lnTo>
                <a:lnTo>
                  <a:pt x="3836" y="2071"/>
                </a:lnTo>
                <a:lnTo>
                  <a:pt x="3835" y="2071"/>
                </a:lnTo>
                <a:lnTo>
                  <a:pt x="3834" y="2071"/>
                </a:lnTo>
                <a:lnTo>
                  <a:pt x="3834" y="2072"/>
                </a:lnTo>
                <a:lnTo>
                  <a:pt x="3833" y="2072"/>
                </a:lnTo>
                <a:lnTo>
                  <a:pt x="3833" y="2073"/>
                </a:lnTo>
                <a:lnTo>
                  <a:pt x="3833" y="2074"/>
                </a:lnTo>
                <a:lnTo>
                  <a:pt x="3831" y="2075"/>
                </a:lnTo>
                <a:lnTo>
                  <a:pt x="3831" y="2076"/>
                </a:lnTo>
                <a:lnTo>
                  <a:pt x="3829" y="2076"/>
                </a:lnTo>
                <a:lnTo>
                  <a:pt x="3828" y="2077"/>
                </a:lnTo>
                <a:lnTo>
                  <a:pt x="3827" y="2077"/>
                </a:lnTo>
                <a:lnTo>
                  <a:pt x="3825" y="2077"/>
                </a:lnTo>
                <a:lnTo>
                  <a:pt x="3822" y="2077"/>
                </a:lnTo>
                <a:lnTo>
                  <a:pt x="3821" y="2077"/>
                </a:lnTo>
                <a:lnTo>
                  <a:pt x="3820" y="2077"/>
                </a:lnTo>
                <a:lnTo>
                  <a:pt x="3820" y="2076"/>
                </a:lnTo>
                <a:lnTo>
                  <a:pt x="3819" y="2077"/>
                </a:lnTo>
                <a:lnTo>
                  <a:pt x="3818" y="2077"/>
                </a:lnTo>
                <a:lnTo>
                  <a:pt x="3818" y="2079"/>
                </a:lnTo>
                <a:lnTo>
                  <a:pt x="3818" y="2080"/>
                </a:lnTo>
                <a:lnTo>
                  <a:pt x="3817" y="2082"/>
                </a:lnTo>
                <a:lnTo>
                  <a:pt x="3816" y="2082"/>
                </a:lnTo>
                <a:lnTo>
                  <a:pt x="3815" y="2082"/>
                </a:lnTo>
                <a:lnTo>
                  <a:pt x="3813" y="2081"/>
                </a:lnTo>
                <a:lnTo>
                  <a:pt x="3812" y="2080"/>
                </a:lnTo>
                <a:lnTo>
                  <a:pt x="3812" y="2079"/>
                </a:lnTo>
                <a:lnTo>
                  <a:pt x="3811" y="2079"/>
                </a:lnTo>
                <a:lnTo>
                  <a:pt x="3810" y="2080"/>
                </a:lnTo>
                <a:lnTo>
                  <a:pt x="3808" y="2080"/>
                </a:lnTo>
                <a:lnTo>
                  <a:pt x="3807" y="2080"/>
                </a:lnTo>
                <a:lnTo>
                  <a:pt x="3806" y="2081"/>
                </a:lnTo>
                <a:lnTo>
                  <a:pt x="3805" y="2081"/>
                </a:lnTo>
                <a:lnTo>
                  <a:pt x="3805" y="2082"/>
                </a:lnTo>
                <a:lnTo>
                  <a:pt x="3805" y="2083"/>
                </a:lnTo>
                <a:lnTo>
                  <a:pt x="3805" y="2084"/>
                </a:lnTo>
                <a:lnTo>
                  <a:pt x="3805" y="2085"/>
                </a:lnTo>
                <a:lnTo>
                  <a:pt x="3805" y="2086"/>
                </a:lnTo>
                <a:lnTo>
                  <a:pt x="3805" y="2087"/>
                </a:lnTo>
                <a:lnTo>
                  <a:pt x="3804" y="2089"/>
                </a:lnTo>
                <a:lnTo>
                  <a:pt x="3804" y="2090"/>
                </a:lnTo>
                <a:lnTo>
                  <a:pt x="3803" y="2090"/>
                </a:lnTo>
                <a:lnTo>
                  <a:pt x="3803" y="2091"/>
                </a:lnTo>
                <a:lnTo>
                  <a:pt x="3803" y="2094"/>
                </a:lnTo>
                <a:lnTo>
                  <a:pt x="3802" y="2094"/>
                </a:lnTo>
                <a:lnTo>
                  <a:pt x="3802" y="2093"/>
                </a:lnTo>
                <a:lnTo>
                  <a:pt x="3802" y="2092"/>
                </a:lnTo>
                <a:lnTo>
                  <a:pt x="3801" y="2092"/>
                </a:lnTo>
                <a:lnTo>
                  <a:pt x="3801" y="2093"/>
                </a:lnTo>
                <a:lnTo>
                  <a:pt x="3800" y="2093"/>
                </a:lnTo>
                <a:lnTo>
                  <a:pt x="3799" y="2092"/>
                </a:lnTo>
                <a:lnTo>
                  <a:pt x="3797" y="2090"/>
                </a:lnTo>
                <a:lnTo>
                  <a:pt x="3796" y="2090"/>
                </a:lnTo>
                <a:lnTo>
                  <a:pt x="3796" y="2089"/>
                </a:lnTo>
                <a:lnTo>
                  <a:pt x="3795" y="2089"/>
                </a:lnTo>
                <a:lnTo>
                  <a:pt x="3794" y="2089"/>
                </a:lnTo>
                <a:lnTo>
                  <a:pt x="3793" y="2089"/>
                </a:lnTo>
                <a:lnTo>
                  <a:pt x="3792" y="2088"/>
                </a:lnTo>
                <a:lnTo>
                  <a:pt x="3792" y="2087"/>
                </a:lnTo>
                <a:lnTo>
                  <a:pt x="3791" y="2086"/>
                </a:lnTo>
                <a:lnTo>
                  <a:pt x="3789" y="2086"/>
                </a:lnTo>
                <a:lnTo>
                  <a:pt x="3788" y="2086"/>
                </a:lnTo>
                <a:lnTo>
                  <a:pt x="3787" y="2086"/>
                </a:lnTo>
                <a:lnTo>
                  <a:pt x="3787" y="2085"/>
                </a:lnTo>
                <a:lnTo>
                  <a:pt x="3786" y="2085"/>
                </a:lnTo>
                <a:lnTo>
                  <a:pt x="3785" y="2085"/>
                </a:lnTo>
                <a:lnTo>
                  <a:pt x="3784" y="2085"/>
                </a:lnTo>
                <a:lnTo>
                  <a:pt x="3783" y="2084"/>
                </a:lnTo>
                <a:lnTo>
                  <a:pt x="3783" y="2083"/>
                </a:lnTo>
                <a:lnTo>
                  <a:pt x="3783" y="2082"/>
                </a:lnTo>
                <a:lnTo>
                  <a:pt x="3782" y="2082"/>
                </a:lnTo>
                <a:lnTo>
                  <a:pt x="3780" y="2082"/>
                </a:lnTo>
                <a:lnTo>
                  <a:pt x="3779" y="2082"/>
                </a:lnTo>
                <a:lnTo>
                  <a:pt x="3779" y="2083"/>
                </a:lnTo>
                <a:lnTo>
                  <a:pt x="3778" y="2083"/>
                </a:lnTo>
                <a:lnTo>
                  <a:pt x="3776" y="2084"/>
                </a:lnTo>
                <a:lnTo>
                  <a:pt x="3775" y="2084"/>
                </a:lnTo>
                <a:lnTo>
                  <a:pt x="3774" y="2084"/>
                </a:lnTo>
                <a:lnTo>
                  <a:pt x="3773" y="2084"/>
                </a:lnTo>
                <a:lnTo>
                  <a:pt x="3772" y="2084"/>
                </a:lnTo>
                <a:lnTo>
                  <a:pt x="3771" y="2084"/>
                </a:lnTo>
                <a:lnTo>
                  <a:pt x="3771" y="2085"/>
                </a:lnTo>
                <a:lnTo>
                  <a:pt x="3768" y="2086"/>
                </a:lnTo>
                <a:lnTo>
                  <a:pt x="3767" y="2087"/>
                </a:lnTo>
                <a:lnTo>
                  <a:pt x="3766" y="2086"/>
                </a:lnTo>
                <a:lnTo>
                  <a:pt x="3765" y="2086"/>
                </a:lnTo>
                <a:lnTo>
                  <a:pt x="3764" y="2086"/>
                </a:lnTo>
                <a:lnTo>
                  <a:pt x="3762" y="2086"/>
                </a:lnTo>
                <a:lnTo>
                  <a:pt x="3761" y="2085"/>
                </a:lnTo>
                <a:lnTo>
                  <a:pt x="3760" y="2085"/>
                </a:lnTo>
                <a:lnTo>
                  <a:pt x="3760" y="2084"/>
                </a:lnTo>
                <a:lnTo>
                  <a:pt x="3759" y="2083"/>
                </a:lnTo>
                <a:lnTo>
                  <a:pt x="3759" y="2082"/>
                </a:lnTo>
                <a:lnTo>
                  <a:pt x="3758" y="2082"/>
                </a:lnTo>
                <a:lnTo>
                  <a:pt x="3758" y="2081"/>
                </a:lnTo>
                <a:lnTo>
                  <a:pt x="3758" y="2080"/>
                </a:lnTo>
                <a:lnTo>
                  <a:pt x="3758" y="2079"/>
                </a:lnTo>
                <a:lnTo>
                  <a:pt x="3758" y="2078"/>
                </a:lnTo>
                <a:lnTo>
                  <a:pt x="3757" y="2078"/>
                </a:lnTo>
                <a:lnTo>
                  <a:pt x="3756" y="2078"/>
                </a:lnTo>
                <a:lnTo>
                  <a:pt x="3755" y="2078"/>
                </a:lnTo>
                <a:lnTo>
                  <a:pt x="3754" y="2078"/>
                </a:lnTo>
                <a:lnTo>
                  <a:pt x="3752" y="2078"/>
                </a:lnTo>
                <a:lnTo>
                  <a:pt x="3751" y="2078"/>
                </a:lnTo>
                <a:lnTo>
                  <a:pt x="3749" y="2078"/>
                </a:lnTo>
                <a:lnTo>
                  <a:pt x="3747" y="2077"/>
                </a:lnTo>
                <a:lnTo>
                  <a:pt x="3746" y="2078"/>
                </a:lnTo>
                <a:lnTo>
                  <a:pt x="3745" y="2078"/>
                </a:lnTo>
                <a:lnTo>
                  <a:pt x="3744" y="2078"/>
                </a:lnTo>
                <a:lnTo>
                  <a:pt x="3742" y="2078"/>
                </a:lnTo>
                <a:lnTo>
                  <a:pt x="3741" y="2078"/>
                </a:lnTo>
                <a:lnTo>
                  <a:pt x="3739" y="2078"/>
                </a:lnTo>
                <a:lnTo>
                  <a:pt x="3737" y="2078"/>
                </a:lnTo>
                <a:lnTo>
                  <a:pt x="3736" y="2078"/>
                </a:lnTo>
                <a:lnTo>
                  <a:pt x="3735" y="2078"/>
                </a:lnTo>
                <a:lnTo>
                  <a:pt x="3734" y="2079"/>
                </a:lnTo>
                <a:lnTo>
                  <a:pt x="3733" y="2079"/>
                </a:lnTo>
                <a:lnTo>
                  <a:pt x="3731" y="2080"/>
                </a:lnTo>
                <a:lnTo>
                  <a:pt x="3730" y="2080"/>
                </a:lnTo>
                <a:lnTo>
                  <a:pt x="3728" y="2081"/>
                </a:lnTo>
                <a:lnTo>
                  <a:pt x="3727" y="2081"/>
                </a:lnTo>
                <a:lnTo>
                  <a:pt x="3726" y="2081"/>
                </a:lnTo>
                <a:lnTo>
                  <a:pt x="3725" y="2082"/>
                </a:lnTo>
                <a:lnTo>
                  <a:pt x="3725" y="2083"/>
                </a:lnTo>
                <a:lnTo>
                  <a:pt x="3725" y="2084"/>
                </a:lnTo>
                <a:lnTo>
                  <a:pt x="3725" y="2085"/>
                </a:lnTo>
                <a:lnTo>
                  <a:pt x="3726" y="2085"/>
                </a:lnTo>
                <a:lnTo>
                  <a:pt x="3726" y="2086"/>
                </a:lnTo>
                <a:lnTo>
                  <a:pt x="3727" y="2087"/>
                </a:lnTo>
                <a:lnTo>
                  <a:pt x="3728" y="2089"/>
                </a:lnTo>
                <a:lnTo>
                  <a:pt x="3728" y="2090"/>
                </a:lnTo>
                <a:lnTo>
                  <a:pt x="3728" y="2091"/>
                </a:lnTo>
                <a:lnTo>
                  <a:pt x="3730" y="2093"/>
                </a:lnTo>
                <a:lnTo>
                  <a:pt x="3732" y="2093"/>
                </a:lnTo>
                <a:lnTo>
                  <a:pt x="3733" y="2093"/>
                </a:lnTo>
                <a:lnTo>
                  <a:pt x="3737" y="2093"/>
                </a:lnTo>
                <a:lnTo>
                  <a:pt x="3740" y="2093"/>
                </a:lnTo>
                <a:lnTo>
                  <a:pt x="3740" y="2092"/>
                </a:lnTo>
                <a:lnTo>
                  <a:pt x="3742" y="2091"/>
                </a:lnTo>
                <a:lnTo>
                  <a:pt x="3743" y="2091"/>
                </a:lnTo>
                <a:lnTo>
                  <a:pt x="3743" y="2092"/>
                </a:lnTo>
                <a:lnTo>
                  <a:pt x="3743" y="2093"/>
                </a:lnTo>
                <a:lnTo>
                  <a:pt x="3743" y="2094"/>
                </a:lnTo>
                <a:lnTo>
                  <a:pt x="3744" y="2094"/>
                </a:lnTo>
                <a:lnTo>
                  <a:pt x="3744" y="2095"/>
                </a:lnTo>
                <a:lnTo>
                  <a:pt x="3743" y="2096"/>
                </a:lnTo>
                <a:lnTo>
                  <a:pt x="3742" y="2096"/>
                </a:lnTo>
                <a:lnTo>
                  <a:pt x="3742" y="2097"/>
                </a:lnTo>
                <a:lnTo>
                  <a:pt x="3741" y="2097"/>
                </a:lnTo>
                <a:lnTo>
                  <a:pt x="3741" y="2098"/>
                </a:lnTo>
                <a:lnTo>
                  <a:pt x="3741" y="2099"/>
                </a:lnTo>
                <a:lnTo>
                  <a:pt x="3741" y="2100"/>
                </a:lnTo>
                <a:lnTo>
                  <a:pt x="3741" y="2101"/>
                </a:lnTo>
                <a:lnTo>
                  <a:pt x="3740" y="2101"/>
                </a:lnTo>
                <a:lnTo>
                  <a:pt x="3740" y="2102"/>
                </a:lnTo>
                <a:lnTo>
                  <a:pt x="3739" y="2103"/>
                </a:lnTo>
                <a:lnTo>
                  <a:pt x="3738" y="2104"/>
                </a:lnTo>
                <a:lnTo>
                  <a:pt x="3737" y="2104"/>
                </a:lnTo>
                <a:lnTo>
                  <a:pt x="3736" y="2105"/>
                </a:lnTo>
                <a:lnTo>
                  <a:pt x="3736" y="2106"/>
                </a:lnTo>
                <a:lnTo>
                  <a:pt x="3736" y="2107"/>
                </a:lnTo>
                <a:lnTo>
                  <a:pt x="3736" y="2109"/>
                </a:lnTo>
                <a:lnTo>
                  <a:pt x="3737" y="2110"/>
                </a:lnTo>
                <a:lnTo>
                  <a:pt x="3737" y="2111"/>
                </a:lnTo>
                <a:lnTo>
                  <a:pt x="3736" y="2111"/>
                </a:lnTo>
                <a:lnTo>
                  <a:pt x="3735" y="2112"/>
                </a:lnTo>
                <a:lnTo>
                  <a:pt x="3734" y="2112"/>
                </a:lnTo>
                <a:lnTo>
                  <a:pt x="3733" y="2112"/>
                </a:lnTo>
                <a:lnTo>
                  <a:pt x="3732" y="2112"/>
                </a:lnTo>
                <a:lnTo>
                  <a:pt x="3730" y="2114"/>
                </a:lnTo>
                <a:lnTo>
                  <a:pt x="3729" y="2115"/>
                </a:lnTo>
                <a:lnTo>
                  <a:pt x="3729" y="2116"/>
                </a:lnTo>
                <a:lnTo>
                  <a:pt x="3729" y="2115"/>
                </a:lnTo>
                <a:lnTo>
                  <a:pt x="3728" y="2115"/>
                </a:lnTo>
                <a:lnTo>
                  <a:pt x="3728" y="2114"/>
                </a:lnTo>
                <a:lnTo>
                  <a:pt x="3726" y="2113"/>
                </a:lnTo>
                <a:lnTo>
                  <a:pt x="3725" y="2113"/>
                </a:lnTo>
                <a:lnTo>
                  <a:pt x="3724" y="2113"/>
                </a:lnTo>
                <a:lnTo>
                  <a:pt x="3724" y="2112"/>
                </a:lnTo>
                <a:lnTo>
                  <a:pt x="3723" y="2112"/>
                </a:lnTo>
                <a:lnTo>
                  <a:pt x="3722" y="2112"/>
                </a:lnTo>
                <a:lnTo>
                  <a:pt x="3721" y="2112"/>
                </a:lnTo>
                <a:lnTo>
                  <a:pt x="3720" y="2112"/>
                </a:lnTo>
                <a:lnTo>
                  <a:pt x="3719" y="2112"/>
                </a:lnTo>
                <a:lnTo>
                  <a:pt x="3718" y="2112"/>
                </a:lnTo>
                <a:lnTo>
                  <a:pt x="3717" y="2112"/>
                </a:lnTo>
                <a:lnTo>
                  <a:pt x="3716" y="2112"/>
                </a:lnTo>
                <a:lnTo>
                  <a:pt x="3716" y="2111"/>
                </a:lnTo>
                <a:lnTo>
                  <a:pt x="3714" y="2110"/>
                </a:lnTo>
                <a:lnTo>
                  <a:pt x="3713" y="2110"/>
                </a:lnTo>
                <a:lnTo>
                  <a:pt x="3713" y="2109"/>
                </a:lnTo>
                <a:lnTo>
                  <a:pt x="3713" y="2108"/>
                </a:lnTo>
                <a:lnTo>
                  <a:pt x="3712" y="2108"/>
                </a:lnTo>
                <a:lnTo>
                  <a:pt x="3710" y="2107"/>
                </a:lnTo>
                <a:lnTo>
                  <a:pt x="3710" y="2106"/>
                </a:lnTo>
                <a:lnTo>
                  <a:pt x="3709" y="2106"/>
                </a:lnTo>
                <a:lnTo>
                  <a:pt x="3708" y="2106"/>
                </a:lnTo>
                <a:lnTo>
                  <a:pt x="3707" y="2106"/>
                </a:lnTo>
                <a:lnTo>
                  <a:pt x="3707" y="2108"/>
                </a:lnTo>
                <a:lnTo>
                  <a:pt x="3708" y="2109"/>
                </a:lnTo>
                <a:lnTo>
                  <a:pt x="3709" y="2110"/>
                </a:lnTo>
                <a:lnTo>
                  <a:pt x="3708" y="2111"/>
                </a:lnTo>
                <a:lnTo>
                  <a:pt x="3708" y="2113"/>
                </a:lnTo>
                <a:lnTo>
                  <a:pt x="3708" y="2114"/>
                </a:lnTo>
                <a:lnTo>
                  <a:pt x="3709" y="2114"/>
                </a:lnTo>
                <a:lnTo>
                  <a:pt x="3709" y="2115"/>
                </a:lnTo>
                <a:lnTo>
                  <a:pt x="3709" y="2116"/>
                </a:lnTo>
                <a:lnTo>
                  <a:pt x="3709" y="2117"/>
                </a:lnTo>
                <a:lnTo>
                  <a:pt x="3708" y="2117"/>
                </a:lnTo>
                <a:lnTo>
                  <a:pt x="3708" y="2116"/>
                </a:lnTo>
                <a:lnTo>
                  <a:pt x="3708" y="2115"/>
                </a:lnTo>
                <a:lnTo>
                  <a:pt x="3707" y="2115"/>
                </a:lnTo>
                <a:lnTo>
                  <a:pt x="3706" y="2115"/>
                </a:lnTo>
                <a:lnTo>
                  <a:pt x="3705" y="2116"/>
                </a:lnTo>
                <a:lnTo>
                  <a:pt x="3703" y="2116"/>
                </a:lnTo>
                <a:lnTo>
                  <a:pt x="3702" y="2116"/>
                </a:lnTo>
                <a:lnTo>
                  <a:pt x="3702" y="2117"/>
                </a:lnTo>
                <a:lnTo>
                  <a:pt x="3701" y="2117"/>
                </a:lnTo>
                <a:lnTo>
                  <a:pt x="3700" y="2117"/>
                </a:lnTo>
                <a:lnTo>
                  <a:pt x="3699" y="2117"/>
                </a:lnTo>
                <a:lnTo>
                  <a:pt x="3697" y="2116"/>
                </a:lnTo>
                <a:lnTo>
                  <a:pt x="3696" y="2115"/>
                </a:lnTo>
                <a:lnTo>
                  <a:pt x="3694" y="2114"/>
                </a:lnTo>
                <a:lnTo>
                  <a:pt x="3694" y="2115"/>
                </a:lnTo>
                <a:lnTo>
                  <a:pt x="3693" y="2115"/>
                </a:lnTo>
                <a:lnTo>
                  <a:pt x="3692" y="2115"/>
                </a:lnTo>
                <a:lnTo>
                  <a:pt x="3690" y="2114"/>
                </a:lnTo>
                <a:lnTo>
                  <a:pt x="3688" y="2114"/>
                </a:lnTo>
                <a:lnTo>
                  <a:pt x="3688" y="2113"/>
                </a:lnTo>
                <a:lnTo>
                  <a:pt x="3687" y="2112"/>
                </a:lnTo>
                <a:lnTo>
                  <a:pt x="3686" y="2112"/>
                </a:lnTo>
                <a:lnTo>
                  <a:pt x="3685" y="2113"/>
                </a:lnTo>
                <a:lnTo>
                  <a:pt x="3685" y="2114"/>
                </a:lnTo>
                <a:lnTo>
                  <a:pt x="3684" y="2115"/>
                </a:lnTo>
                <a:lnTo>
                  <a:pt x="3683" y="2116"/>
                </a:lnTo>
                <a:lnTo>
                  <a:pt x="3682" y="2117"/>
                </a:lnTo>
                <a:lnTo>
                  <a:pt x="3680" y="2117"/>
                </a:lnTo>
                <a:lnTo>
                  <a:pt x="3679" y="2117"/>
                </a:lnTo>
                <a:lnTo>
                  <a:pt x="3677" y="2117"/>
                </a:lnTo>
                <a:lnTo>
                  <a:pt x="3676" y="2117"/>
                </a:lnTo>
                <a:lnTo>
                  <a:pt x="3676" y="2118"/>
                </a:lnTo>
                <a:lnTo>
                  <a:pt x="3677" y="2118"/>
                </a:lnTo>
                <a:lnTo>
                  <a:pt x="3677" y="2119"/>
                </a:lnTo>
                <a:lnTo>
                  <a:pt x="3677" y="2120"/>
                </a:lnTo>
                <a:lnTo>
                  <a:pt x="3676" y="2120"/>
                </a:lnTo>
                <a:lnTo>
                  <a:pt x="3675" y="2119"/>
                </a:lnTo>
                <a:lnTo>
                  <a:pt x="3674" y="2118"/>
                </a:lnTo>
                <a:lnTo>
                  <a:pt x="3674" y="2119"/>
                </a:lnTo>
                <a:lnTo>
                  <a:pt x="3673" y="2119"/>
                </a:lnTo>
                <a:lnTo>
                  <a:pt x="3672" y="2119"/>
                </a:lnTo>
                <a:lnTo>
                  <a:pt x="3672" y="2120"/>
                </a:lnTo>
                <a:lnTo>
                  <a:pt x="3673" y="2120"/>
                </a:lnTo>
                <a:lnTo>
                  <a:pt x="3673" y="2121"/>
                </a:lnTo>
                <a:lnTo>
                  <a:pt x="3673" y="2122"/>
                </a:lnTo>
                <a:lnTo>
                  <a:pt x="3672" y="2122"/>
                </a:lnTo>
                <a:lnTo>
                  <a:pt x="3670" y="2122"/>
                </a:lnTo>
                <a:lnTo>
                  <a:pt x="3669" y="2122"/>
                </a:lnTo>
                <a:lnTo>
                  <a:pt x="3669" y="2123"/>
                </a:lnTo>
                <a:lnTo>
                  <a:pt x="3670" y="2124"/>
                </a:lnTo>
                <a:lnTo>
                  <a:pt x="3670" y="2125"/>
                </a:lnTo>
                <a:lnTo>
                  <a:pt x="3671" y="2126"/>
                </a:lnTo>
                <a:lnTo>
                  <a:pt x="3671" y="2127"/>
                </a:lnTo>
                <a:lnTo>
                  <a:pt x="3670" y="2127"/>
                </a:lnTo>
                <a:lnTo>
                  <a:pt x="3669" y="2127"/>
                </a:lnTo>
                <a:lnTo>
                  <a:pt x="3668" y="2128"/>
                </a:lnTo>
                <a:lnTo>
                  <a:pt x="3668" y="2129"/>
                </a:lnTo>
                <a:lnTo>
                  <a:pt x="3668" y="2133"/>
                </a:lnTo>
                <a:lnTo>
                  <a:pt x="3667" y="2133"/>
                </a:lnTo>
                <a:lnTo>
                  <a:pt x="3666" y="2133"/>
                </a:lnTo>
                <a:lnTo>
                  <a:pt x="3666" y="2134"/>
                </a:lnTo>
                <a:lnTo>
                  <a:pt x="3667" y="2134"/>
                </a:lnTo>
                <a:lnTo>
                  <a:pt x="3667" y="2135"/>
                </a:lnTo>
                <a:lnTo>
                  <a:pt x="3668" y="2135"/>
                </a:lnTo>
                <a:lnTo>
                  <a:pt x="3668" y="2134"/>
                </a:lnTo>
                <a:lnTo>
                  <a:pt x="3669" y="2134"/>
                </a:lnTo>
                <a:lnTo>
                  <a:pt x="3669" y="2135"/>
                </a:lnTo>
                <a:lnTo>
                  <a:pt x="3668" y="2136"/>
                </a:lnTo>
                <a:lnTo>
                  <a:pt x="3667" y="2136"/>
                </a:lnTo>
                <a:lnTo>
                  <a:pt x="3667" y="2137"/>
                </a:lnTo>
                <a:lnTo>
                  <a:pt x="3668" y="2138"/>
                </a:lnTo>
                <a:lnTo>
                  <a:pt x="3669" y="2138"/>
                </a:lnTo>
                <a:lnTo>
                  <a:pt x="3670" y="2139"/>
                </a:lnTo>
                <a:lnTo>
                  <a:pt x="3669" y="2140"/>
                </a:lnTo>
                <a:lnTo>
                  <a:pt x="3669" y="2141"/>
                </a:lnTo>
                <a:lnTo>
                  <a:pt x="3670" y="2142"/>
                </a:lnTo>
                <a:lnTo>
                  <a:pt x="3670" y="2143"/>
                </a:lnTo>
                <a:lnTo>
                  <a:pt x="3669" y="2144"/>
                </a:lnTo>
                <a:lnTo>
                  <a:pt x="3669" y="2143"/>
                </a:lnTo>
                <a:lnTo>
                  <a:pt x="3668" y="2143"/>
                </a:lnTo>
                <a:lnTo>
                  <a:pt x="3668" y="2142"/>
                </a:lnTo>
                <a:lnTo>
                  <a:pt x="3667" y="2142"/>
                </a:lnTo>
                <a:lnTo>
                  <a:pt x="3667" y="2144"/>
                </a:lnTo>
                <a:lnTo>
                  <a:pt x="3668" y="2145"/>
                </a:lnTo>
                <a:lnTo>
                  <a:pt x="3669" y="2145"/>
                </a:lnTo>
                <a:lnTo>
                  <a:pt x="3669" y="2146"/>
                </a:lnTo>
                <a:lnTo>
                  <a:pt x="3669" y="2147"/>
                </a:lnTo>
                <a:lnTo>
                  <a:pt x="3668" y="2149"/>
                </a:lnTo>
                <a:lnTo>
                  <a:pt x="3667" y="2150"/>
                </a:lnTo>
                <a:lnTo>
                  <a:pt x="3666" y="2150"/>
                </a:lnTo>
                <a:lnTo>
                  <a:pt x="3666" y="2149"/>
                </a:lnTo>
                <a:lnTo>
                  <a:pt x="3665" y="2149"/>
                </a:lnTo>
                <a:lnTo>
                  <a:pt x="3664" y="2150"/>
                </a:lnTo>
                <a:lnTo>
                  <a:pt x="3664" y="2152"/>
                </a:lnTo>
                <a:lnTo>
                  <a:pt x="3664" y="2153"/>
                </a:lnTo>
                <a:lnTo>
                  <a:pt x="3664" y="2155"/>
                </a:lnTo>
                <a:lnTo>
                  <a:pt x="3665" y="2155"/>
                </a:lnTo>
                <a:lnTo>
                  <a:pt x="3665" y="2156"/>
                </a:lnTo>
                <a:lnTo>
                  <a:pt x="3664" y="2156"/>
                </a:lnTo>
                <a:lnTo>
                  <a:pt x="3664" y="2155"/>
                </a:lnTo>
                <a:lnTo>
                  <a:pt x="3663" y="2155"/>
                </a:lnTo>
                <a:lnTo>
                  <a:pt x="3663" y="2154"/>
                </a:lnTo>
                <a:lnTo>
                  <a:pt x="3662" y="2154"/>
                </a:lnTo>
                <a:lnTo>
                  <a:pt x="3662" y="2155"/>
                </a:lnTo>
                <a:lnTo>
                  <a:pt x="3662" y="2156"/>
                </a:lnTo>
                <a:lnTo>
                  <a:pt x="3661" y="2156"/>
                </a:lnTo>
                <a:lnTo>
                  <a:pt x="3661" y="2155"/>
                </a:lnTo>
                <a:lnTo>
                  <a:pt x="3660" y="2155"/>
                </a:lnTo>
                <a:lnTo>
                  <a:pt x="3659" y="2155"/>
                </a:lnTo>
                <a:lnTo>
                  <a:pt x="3659" y="2156"/>
                </a:lnTo>
                <a:lnTo>
                  <a:pt x="3659" y="2157"/>
                </a:lnTo>
                <a:lnTo>
                  <a:pt x="3659" y="2158"/>
                </a:lnTo>
                <a:lnTo>
                  <a:pt x="3659" y="2159"/>
                </a:lnTo>
                <a:lnTo>
                  <a:pt x="3658" y="2159"/>
                </a:lnTo>
                <a:lnTo>
                  <a:pt x="3658" y="2162"/>
                </a:lnTo>
                <a:lnTo>
                  <a:pt x="3658" y="2163"/>
                </a:lnTo>
                <a:lnTo>
                  <a:pt x="3657" y="2164"/>
                </a:lnTo>
                <a:lnTo>
                  <a:pt x="3656" y="2164"/>
                </a:lnTo>
                <a:lnTo>
                  <a:pt x="3656" y="2163"/>
                </a:lnTo>
                <a:lnTo>
                  <a:pt x="3656" y="2162"/>
                </a:lnTo>
                <a:lnTo>
                  <a:pt x="3656" y="2161"/>
                </a:lnTo>
                <a:lnTo>
                  <a:pt x="3654" y="2164"/>
                </a:lnTo>
                <a:lnTo>
                  <a:pt x="3654" y="2165"/>
                </a:lnTo>
                <a:lnTo>
                  <a:pt x="3653" y="2165"/>
                </a:lnTo>
                <a:lnTo>
                  <a:pt x="3651" y="2167"/>
                </a:lnTo>
                <a:lnTo>
                  <a:pt x="3650" y="2168"/>
                </a:lnTo>
                <a:lnTo>
                  <a:pt x="3650" y="2167"/>
                </a:lnTo>
                <a:lnTo>
                  <a:pt x="3649" y="2167"/>
                </a:lnTo>
                <a:lnTo>
                  <a:pt x="3648" y="2168"/>
                </a:lnTo>
                <a:lnTo>
                  <a:pt x="3649" y="2168"/>
                </a:lnTo>
                <a:lnTo>
                  <a:pt x="3648" y="2170"/>
                </a:lnTo>
                <a:lnTo>
                  <a:pt x="3648" y="2171"/>
                </a:lnTo>
                <a:lnTo>
                  <a:pt x="3647" y="2171"/>
                </a:lnTo>
                <a:lnTo>
                  <a:pt x="3647" y="2172"/>
                </a:lnTo>
                <a:lnTo>
                  <a:pt x="3647" y="2173"/>
                </a:lnTo>
                <a:lnTo>
                  <a:pt x="3646" y="2174"/>
                </a:lnTo>
                <a:lnTo>
                  <a:pt x="3646" y="2175"/>
                </a:lnTo>
                <a:lnTo>
                  <a:pt x="3646" y="2176"/>
                </a:lnTo>
                <a:lnTo>
                  <a:pt x="3645" y="2177"/>
                </a:lnTo>
                <a:lnTo>
                  <a:pt x="3645" y="2178"/>
                </a:lnTo>
                <a:lnTo>
                  <a:pt x="3644" y="2179"/>
                </a:lnTo>
                <a:lnTo>
                  <a:pt x="3643" y="2179"/>
                </a:lnTo>
                <a:lnTo>
                  <a:pt x="3642" y="2179"/>
                </a:lnTo>
                <a:lnTo>
                  <a:pt x="3641" y="2179"/>
                </a:lnTo>
                <a:lnTo>
                  <a:pt x="3640" y="2179"/>
                </a:lnTo>
                <a:lnTo>
                  <a:pt x="3639" y="2179"/>
                </a:lnTo>
                <a:lnTo>
                  <a:pt x="3639" y="2180"/>
                </a:lnTo>
                <a:lnTo>
                  <a:pt x="3638" y="2180"/>
                </a:lnTo>
                <a:lnTo>
                  <a:pt x="3637" y="2179"/>
                </a:lnTo>
                <a:lnTo>
                  <a:pt x="3635" y="2177"/>
                </a:lnTo>
                <a:lnTo>
                  <a:pt x="3634" y="2176"/>
                </a:lnTo>
                <a:lnTo>
                  <a:pt x="3634" y="2174"/>
                </a:lnTo>
                <a:lnTo>
                  <a:pt x="3634" y="2173"/>
                </a:lnTo>
                <a:lnTo>
                  <a:pt x="3633" y="2172"/>
                </a:lnTo>
                <a:lnTo>
                  <a:pt x="3632" y="2172"/>
                </a:lnTo>
                <a:lnTo>
                  <a:pt x="3631" y="2173"/>
                </a:lnTo>
                <a:lnTo>
                  <a:pt x="3630" y="2172"/>
                </a:lnTo>
                <a:lnTo>
                  <a:pt x="3629" y="2172"/>
                </a:lnTo>
                <a:lnTo>
                  <a:pt x="3628" y="2170"/>
                </a:lnTo>
                <a:lnTo>
                  <a:pt x="3627" y="2170"/>
                </a:lnTo>
                <a:lnTo>
                  <a:pt x="3627" y="2169"/>
                </a:lnTo>
                <a:lnTo>
                  <a:pt x="3627" y="2168"/>
                </a:lnTo>
                <a:lnTo>
                  <a:pt x="3627" y="2167"/>
                </a:lnTo>
                <a:lnTo>
                  <a:pt x="3628" y="2167"/>
                </a:lnTo>
                <a:lnTo>
                  <a:pt x="3628" y="2166"/>
                </a:lnTo>
                <a:lnTo>
                  <a:pt x="3627" y="2166"/>
                </a:lnTo>
                <a:lnTo>
                  <a:pt x="3627" y="2165"/>
                </a:lnTo>
                <a:lnTo>
                  <a:pt x="3626" y="2166"/>
                </a:lnTo>
                <a:lnTo>
                  <a:pt x="3626" y="2167"/>
                </a:lnTo>
                <a:lnTo>
                  <a:pt x="3625" y="2167"/>
                </a:lnTo>
                <a:lnTo>
                  <a:pt x="3625" y="2168"/>
                </a:lnTo>
                <a:lnTo>
                  <a:pt x="3625" y="2169"/>
                </a:lnTo>
                <a:lnTo>
                  <a:pt x="3624" y="2169"/>
                </a:lnTo>
                <a:lnTo>
                  <a:pt x="3624" y="2170"/>
                </a:lnTo>
                <a:lnTo>
                  <a:pt x="3623" y="2171"/>
                </a:lnTo>
                <a:lnTo>
                  <a:pt x="3624" y="2171"/>
                </a:lnTo>
                <a:lnTo>
                  <a:pt x="3623" y="2171"/>
                </a:lnTo>
                <a:lnTo>
                  <a:pt x="3622" y="2172"/>
                </a:lnTo>
                <a:lnTo>
                  <a:pt x="3621" y="2172"/>
                </a:lnTo>
                <a:lnTo>
                  <a:pt x="3620" y="2172"/>
                </a:lnTo>
                <a:lnTo>
                  <a:pt x="3619" y="2172"/>
                </a:lnTo>
                <a:lnTo>
                  <a:pt x="3618" y="2173"/>
                </a:lnTo>
                <a:lnTo>
                  <a:pt x="3617" y="2174"/>
                </a:lnTo>
                <a:lnTo>
                  <a:pt x="3616" y="2174"/>
                </a:lnTo>
                <a:lnTo>
                  <a:pt x="3615" y="2173"/>
                </a:lnTo>
                <a:lnTo>
                  <a:pt x="3614" y="2173"/>
                </a:lnTo>
                <a:lnTo>
                  <a:pt x="3614" y="2174"/>
                </a:lnTo>
                <a:lnTo>
                  <a:pt x="3613" y="2175"/>
                </a:lnTo>
                <a:lnTo>
                  <a:pt x="3612" y="2175"/>
                </a:lnTo>
                <a:lnTo>
                  <a:pt x="3612" y="2174"/>
                </a:lnTo>
                <a:lnTo>
                  <a:pt x="3612" y="2173"/>
                </a:lnTo>
                <a:lnTo>
                  <a:pt x="3611" y="2173"/>
                </a:lnTo>
                <a:lnTo>
                  <a:pt x="3610" y="2173"/>
                </a:lnTo>
                <a:lnTo>
                  <a:pt x="3609" y="2173"/>
                </a:lnTo>
                <a:lnTo>
                  <a:pt x="3608" y="2173"/>
                </a:lnTo>
                <a:lnTo>
                  <a:pt x="3608" y="2174"/>
                </a:lnTo>
                <a:lnTo>
                  <a:pt x="3608" y="2175"/>
                </a:lnTo>
                <a:lnTo>
                  <a:pt x="3607" y="2176"/>
                </a:lnTo>
                <a:lnTo>
                  <a:pt x="3605" y="2177"/>
                </a:lnTo>
                <a:lnTo>
                  <a:pt x="3604" y="2177"/>
                </a:lnTo>
                <a:lnTo>
                  <a:pt x="3604" y="2178"/>
                </a:lnTo>
                <a:lnTo>
                  <a:pt x="3603" y="2178"/>
                </a:lnTo>
                <a:lnTo>
                  <a:pt x="3602" y="2178"/>
                </a:lnTo>
                <a:lnTo>
                  <a:pt x="3602" y="2177"/>
                </a:lnTo>
                <a:lnTo>
                  <a:pt x="3601" y="2176"/>
                </a:lnTo>
                <a:lnTo>
                  <a:pt x="3600" y="2176"/>
                </a:lnTo>
                <a:lnTo>
                  <a:pt x="3600" y="2177"/>
                </a:lnTo>
                <a:lnTo>
                  <a:pt x="3600" y="2178"/>
                </a:lnTo>
                <a:lnTo>
                  <a:pt x="3600" y="2179"/>
                </a:lnTo>
                <a:lnTo>
                  <a:pt x="3599" y="2179"/>
                </a:lnTo>
                <a:lnTo>
                  <a:pt x="3598" y="2179"/>
                </a:lnTo>
                <a:lnTo>
                  <a:pt x="3596" y="2179"/>
                </a:lnTo>
                <a:lnTo>
                  <a:pt x="3596" y="2180"/>
                </a:lnTo>
                <a:lnTo>
                  <a:pt x="3596" y="2181"/>
                </a:lnTo>
                <a:lnTo>
                  <a:pt x="3596" y="2182"/>
                </a:lnTo>
                <a:lnTo>
                  <a:pt x="3596" y="2184"/>
                </a:lnTo>
                <a:lnTo>
                  <a:pt x="3595" y="2184"/>
                </a:lnTo>
                <a:lnTo>
                  <a:pt x="3594" y="2184"/>
                </a:lnTo>
                <a:lnTo>
                  <a:pt x="3594" y="2183"/>
                </a:lnTo>
                <a:lnTo>
                  <a:pt x="3593" y="2183"/>
                </a:lnTo>
                <a:lnTo>
                  <a:pt x="3591" y="2183"/>
                </a:lnTo>
                <a:lnTo>
                  <a:pt x="3591" y="2184"/>
                </a:lnTo>
                <a:lnTo>
                  <a:pt x="3590" y="2185"/>
                </a:lnTo>
                <a:lnTo>
                  <a:pt x="3590" y="2186"/>
                </a:lnTo>
                <a:lnTo>
                  <a:pt x="3589" y="2187"/>
                </a:lnTo>
                <a:lnTo>
                  <a:pt x="3588" y="2187"/>
                </a:lnTo>
                <a:lnTo>
                  <a:pt x="3587" y="2188"/>
                </a:lnTo>
                <a:lnTo>
                  <a:pt x="3586" y="2188"/>
                </a:lnTo>
                <a:lnTo>
                  <a:pt x="3585" y="2189"/>
                </a:lnTo>
                <a:lnTo>
                  <a:pt x="3585" y="2190"/>
                </a:lnTo>
                <a:lnTo>
                  <a:pt x="3586" y="2190"/>
                </a:lnTo>
                <a:lnTo>
                  <a:pt x="3587" y="2190"/>
                </a:lnTo>
                <a:lnTo>
                  <a:pt x="3587" y="2191"/>
                </a:lnTo>
                <a:lnTo>
                  <a:pt x="3586" y="2192"/>
                </a:lnTo>
                <a:lnTo>
                  <a:pt x="3586" y="2193"/>
                </a:lnTo>
                <a:lnTo>
                  <a:pt x="3586" y="2194"/>
                </a:lnTo>
                <a:lnTo>
                  <a:pt x="3586" y="2195"/>
                </a:lnTo>
                <a:lnTo>
                  <a:pt x="3586" y="2196"/>
                </a:lnTo>
                <a:lnTo>
                  <a:pt x="3585" y="2197"/>
                </a:lnTo>
                <a:lnTo>
                  <a:pt x="3585" y="2198"/>
                </a:lnTo>
                <a:lnTo>
                  <a:pt x="3584" y="2199"/>
                </a:lnTo>
                <a:lnTo>
                  <a:pt x="3584" y="2200"/>
                </a:lnTo>
                <a:lnTo>
                  <a:pt x="3583" y="2200"/>
                </a:lnTo>
                <a:lnTo>
                  <a:pt x="3582" y="2200"/>
                </a:lnTo>
                <a:lnTo>
                  <a:pt x="3582" y="2201"/>
                </a:lnTo>
                <a:lnTo>
                  <a:pt x="3581" y="2201"/>
                </a:lnTo>
                <a:lnTo>
                  <a:pt x="3581" y="2202"/>
                </a:lnTo>
                <a:lnTo>
                  <a:pt x="3580" y="2202"/>
                </a:lnTo>
                <a:lnTo>
                  <a:pt x="3580" y="2201"/>
                </a:lnTo>
                <a:lnTo>
                  <a:pt x="3579" y="2201"/>
                </a:lnTo>
                <a:lnTo>
                  <a:pt x="3579" y="2202"/>
                </a:lnTo>
                <a:lnTo>
                  <a:pt x="3580" y="2202"/>
                </a:lnTo>
                <a:lnTo>
                  <a:pt x="3580" y="2203"/>
                </a:lnTo>
                <a:lnTo>
                  <a:pt x="3579" y="2203"/>
                </a:lnTo>
                <a:lnTo>
                  <a:pt x="3578" y="2204"/>
                </a:lnTo>
                <a:lnTo>
                  <a:pt x="3577" y="2204"/>
                </a:lnTo>
                <a:lnTo>
                  <a:pt x="3576" y="2204"/>
                </a:lnTo>
                <a:lnTo>
                  <a:pt x="3575" y="2204"/>
                </a:lnTo>
                <a:lnTo>
                  <a:pt x="3574" y="2205"/>
                </a:lnTo>
                <a:lnTo>
                  <a:pt x="3574" y="2207"/>
                </a:lnTo>
                <a:lnTo>
                  <a:pt x="3573" y="2207"/>
                </a:lnTo>
                <a:lnTo>
                  <a:pt x="3573" y="2208"/>
                </a:lnTo>
                <a:lnTo>
                  <a:pt x="3572" y="2209"/>
                </a:lnTo>
                <a:lnTo>
                  <a:pt x="3571" y="2209"/>
                </a:lnTo>
                <a:lnTo>
                  <a:pt x="3570" y="2210"/>
                </a:lnTo>
                <a:lnTo>
                  <a:pt x="3571" y="2211"/>
                </a:lnTo>
                <a:lnTo>
                  <a:pt x="3571" y="2213"/>
                </a:lnTo>
                <a:lnTo>
                  <a:pt x="3570" y="2214"/>
                </a:lnTo>
                <a:lnTo>
                  <a:pt x="3569" y="2215"/>
                </a:lnTo>
                <a:lnTo>
                  <a:pt x="3569" y="2216"/>
                </a:lnTo>
                <a:lnTo>
                  <a:pt x="3568" y="2217"/>
                </a:lnTo>
                <a:lnTo>
                  <a:pt x="3567" y="2217"/>
                </a:lnTo>
                <a:lnTo>
                  <a:pt x="3567" y="2218"/>
                </a:lnTo>
                <a:lnTo>
                  <a:pt x="3567" y="2219"/>
                </a:lnTo>
                <a:lnTo>
                  <a:pt x="3567" y="2221"/>
                </a:lnTo>
                <a:lnTo>
                  <a:pt x="3566" y="2221"/>
                </a:lnTo>
                <a:lnTo>
                  <a:pt x="3565" y="2221"/>
                </a:lnTo>
                <a:lnTo>
                  <a:pt x="3565" y="2220"/>
                </a:lnTo>
                <a:lnTo>
                  <a:pt x="3564" y="2221"/>
                </a:lnTo>
                <a:lnTo>
                  <a:pt x="3564" y="2223"/>
                </a:lnTo>
                <a:lnTo>
                  <a:pt x="3563" y="2224"/>
                </a:lnTo>
                <a:lnTo>
                  <a:pt x="3563" y="2225"/>
                </a:lnTo>
                <a:lnTo>
                  <a:pt x="3562" y="2226"/>
                </a:lnTo>
                <a:lnTo>
                  <a:pt x="3561" y="2226"/>
                </a:lnTo>
                <a:lnTo>
                  <a:pt x="3561" y="2225"/>
                </a:lnTo>
                <a:lnTo>
                  <a:pt x="3560" y="2225"/>
                </a:lnTo>
                <a:lnTo>
                  <a:pt x="3560" y="2226"/>
                </a:lnTo>
                <a:lnTo>
                  <a:pt x="3559" y="2226"/>
                </a:lnTo>
                <a:lnTo>
                  <a:pt x="3558" y="2227"/>
                </a:lnTo>
                <a:lnTo>
                  <a:pt x="3557" y="2230"/>
                </a:lnTo>
                <a:lnTo>
                  <a:pt x="3557" y="2231"/>
                </a:lnTo>
                <a:lnTo>
                  <a:pt x="3557" y="2232"/>
                </a:lnTo>
                <a:lnTo>
                  <a:pt x="3556" y="2232"/>
                </a:lnTo>
                <a:lnTo>
                  <a:pt x="3555" y="2232"/>
                </a:lnTo>
                <a:lnTo>
                  <a:pt x="3554" y="2232"/>
                </a:lnTo>
                <a:lnTo>
                  <a:pt x="3553" y="2231"/>
                </a:lnTo>
                <a:lnTo>
                  <a:pt x="3552" y="2233"/>
                </a:lnTo>
                <a:lnTo>
                  <a:pt x="3551" y="2233"/>
                </a:lnTo>
                <a:lnTo>
                  <a:pt x="3551" y="2234"/>
                </a:lnTo>
                <a:lnTo>
                  <a:pt x="3552" y="2234"/>
                </a:lnTo>
                <a:lnTo>
                  <a:pt x="3552" y="2235"/>
                </a:lnTo>
                <a:lnTo>
                  <a:pt x="3551" y="2235"/>
                </a:lnTo>
                <a:lnTo>
                  <a:pt x="3550" y="2235"/>
                </a:lnTo>
                <a:lnTo>
                  <a:pt x="3549" y="2235"/>
                </a:lnTo>
                <a:lnTo>
                  <a:pt x="3549" y="2234"/>
                </a:lnTo>
                <a:lnTo>
                  <a:pt x="3548" y="2234"/>
                </a:lnTo>
                <a:lnTo>
                  <a:pt x="3547" y="2234"/>
                </a:lnTo>
                <a:lnTo>
                  <a:pt x="3547" y="2233"/>
                </a:lnTo>
                <a:lnTo>
                  <a:pt x="3548" y="2233"/>
                </a:lnTo>
                <a:lnTo>
                  <a:pt x="3548" y="2232"/>
                </a:lnTo>
                <a:lnTo>
                  <a:pt x="3547" y="2232"/>
                </a:lnTo>
                <a:lnTo>
                  <a:pt x="3546" y="2233"/>
                </a:lnTo>
                <a:lnTo>
                  <a:pt x="3546" y="2232"/>
                </a:lnTo>
                <a:lnTo>
                  <a:pt x="3545" y="2232"/>
                </a:lnTo>
                <a:lnTo>
                  <a:pt x="3544" y="2232"/>
                </a:lnTo>
                <a:lnTo>
                  <a:pt x="3543" y="2232"/>
                </a:lnTo>
                <a:lnTo>
                  <a:pt x="3542" y="2233"/>
                </a:lnTo>
                <a:lnTo>
                  <a:pt x="3540" y="2232"/>
                </a:lnTo>
                <a:lnTo>
                  <a:pt x="3540" y="2231"/>
                </a:lnTo>
                <a:lnTo>
                  <a:pt x="3539" y="2230"/>
                </a:lnTo>
                <a:lnTo>
                  <a:pt x="3537" y="2230"/>
                </a:lnTo>
                <a:lnTo>
                  <a:pt x="3536" y="2230"/>
                </a:lnTo>
                <a:lnTo>
                  <a:pt x="3535" y="2230"/>
                </a:lnTo>
                <a:lnTo>
                  <a:pt x="3535" y="2231"/>
                </a:lnTo>
                <a:lnTo>
                  <a:pt x="3533" y="2232"/>
                </a:lnTo>
                <a:lnTo>
                  <a:pt x="3532" y="2233"/>
                </a:lnTo>
                <a:lnTo>
                  <a:pt x="3531" y="2233"/>
                </a:lnTo>
                <a:lnTo>
                  <a:pt x="3530" y="2233"/>
                </a:lnTo>
                <a:lnTo>
                  <a:pt x="3529" y="2233"/>
                </a:lnTo>
                <a:lnTo>
                  <a:pt x="3529" y="2234"/>
                </a:lnTo>
                <a:lnTo>
                  <a:pt x="3529" y="2235"/>
                </a:lnTo>
                <a:lnTo>
                  <a:pt x="3530" y="2236"/>
                </a:lnTo>
                <a:lnTo>
                  <a:pt x="3530" y="2237"/>
                </a:lnTo>
                <a:lnTo>
                  <a:pt x="3530" y="2238"/>
                </a:lnTo>
                <a:lnTo>
                  <a:pt x="3530" y="2239"/>
                </a:lnTo>
                <a:lnTo>
                  <a:pt x="3529" y="2239"/>
                </a:lnTo>
                <a:lnTo>
                  <a:pt x="3529" y="2238"/>
                </a:lnTo>
                <a:lnTo>
                  <a:pt x="3528" y="2238"/>
                </a:lnTo>
                <a:lnTo>
                  <a:pt x="3527" y="2238"/>
                </a:lnTo>
                <a:lnTo>
                  <a:pt x="3527" y="2237"/>
                </a:lnTo>
                <a:lnTo>
                  <a:pt x="3526" y="2238"/>
                </a:lnTo>
                <a:lnTo>
                  <a:pt x="3526" y="2237"/>
                </a:lnTo>
                <a:lnTo>
                  <a:pt x="3525" y="2237"/>
                </a:lnTo>
                <a:lnTo>
                  <a:pt x="3525" y="2238"/>
                </a:lnTo>
                <a:lnTo>
                  <a:pt x="3524" y="2238"/>
                </a:lnTo>
                <a:lnTo>
                  <a:pt x="3523" y="2238"/>
                </a:lnTo>
                <a:lnTo>
                  <a:pt x="3523" y="2239"/>
                </a:lnTo>
                <a:lnTo>
                  <a:pt x="3522" y="2239"/>
                </a:lnTo>
                <a:lnTo>
                  <a:pt x="3522" y="2238"/>
                </a:lnTo>
                <a:lnTo>
                  <a:pt x="3521" y="2238"/>
                </a:lnTo>
                <a:lnTo>
                  <a:pt x="3521" y="2241"/>
                </a:lnTo>
                <a:lnTo>
                  <a:pt x="3521" y="2242"/>
                </a:lnTo>
                <a:lnTo>
                  <a:pt x="3522" y="2242"/>
                </a:lnTo>
                <a:lnTo>
                  <a:pt x="3522" y="2243"/>
                </a:lnTo>
                <a:lnTo>
                  <a:pt x="3522" y="2244"/>
                </a:lnTo>
                <a:lnTo>
                  <a:pt x="3521" y="2244"/>
                </a:lnTo>
                <a:lnTo>
                  <a:pt x="3520" y="2243"/>
                </a:lnTo>
                <a:lnTo>
                  <a:pt x="3520" y="2242"/>
                </a:lnTo>
                <a:lnTo>
                  <a:pt x="3519" y="2242"/>
                </a:lnTo>
                <a:lnTo>
                  <a:pt x="3518" y="2242"/>
                </a:lnTo>
                <a:lnTo>
                  <a:pt x="3517" y="2242"/>
                </a:lnTo>
                <a:lnTo>
                  <a:pt x="3517" y="2243"/>
                </a:lnTo>
                <a:lnTo>
                  <a:pt x="3516" y="2243"/>
                </a:lnTo>
                <a:lnTo>
                  <a:pt x="3516" y="2244"/>
                </a:lnTo>
                <a:lnTo>
                  <a:pt x="3517" y="2245"/>
                </a:lnTo>
                <a:lnTo>
                  <a:pt x="3517" y="2246"/>
                </a:lnTo>
                <a:lnTo>
                  <a:pt x="3516" y="2246"/>
                </a:lnTo>
                <a:lnTo>
                  <a:pt x="3515" y="2246"/>
                </a:lnTo>
                <a:lnTo>
                  <a:pt x="3514" y="2246"/>
                </a:lnTo>
                <a:lnTo>
                  <a:pt x="3513" y="2246"/>
                </a:lnTo>
                <a:lnTo>
                  <a:pt x="3512" y="2246"/>
                </a:lnTo>
                <a:lnTo>
                  <a:pt x="3510" y="2246"/>
                </a:lnTo>
                <a:lnTo>
                  <a:pt x="3509" y="2246"/>
                </a:lnTo>
                <a:lnTo>
                  <a:pt x="3508" y="2247"/>
                </a:lnTo>
                <a:lnTo>
                  <a:pt x="3508" y="2248"/>
                </a:lnTo>
                <a:lnTo>
                  <a:pt x="3508" y="2249"/>
                </a:lnTo>
                <a:lnTo>
                  <a:pt x="3507" y="2250"/>
                </a:lnTo>
                <a:lnTo>
                  <a:pt x="3508" y="2251"/>
                </a:lnTo>
                <a:lnTo>
                  <a:pt x="3507" y="2251"/>
                </a:lnTo>
                <a:lnTo>
                  <a:pt x="3506" y="2251"/>
                </a:lnTo>
                <a:lnTo>
                  <a:pt x="3505" y="2251"/>
                </a:lnTo>
                <a:lnTo>
                  <a:pt x="3504" y="2251"/>
                </a:lnTo>
                <a:lnTo>
                  <a:pt x="3504" y="2252"/>
                </a:lnTo>
                <a:lnTo>
                  <a:pt x="3504" y="2253"/>
                </a:lnTo>
                <a:lnTo>
                  <a:pt x="3503" y="2253"/>
                </a:lnTo>
                <a:lnTo>
                  <a:pt x="3503" y="2254"/>
                </a:lnTo>
                <a:lnTo>
                  <a:pt x="3503" y="2255"/>
                </a:lnTo>
                <a:lnTo>
                  <a:pt x="3502" y="2256"/>
                </a:lnTo>
                <a:lnTo>
                  <a:pt x="3501" y="2256"/>
                </a:lnTo>
                <a:lnTo>
                  <a:pt x="3501" y="2257"/>
                </a:lnTo>
                <a:lnTo>
                  <a:pt x="3500" y="2257"/>
                </a:lnTo>
                <a:lnTo>
                  <a:pt x="3500" y="2258"/>
                </a:lnTo>
                <a:lnTo>
                  <a:pt x="3499" y="2258"/>
                </a:lnTo>
                <a:lnTo>
                  <a:pt x="3498" y="2258"/>
                </a:lnTo>
                <a:lnTo>
                  <a:pt x="3498" y="2259"/>
                </a:lnTo>
                <a:lnTo>
                  <a:pt x="3498" y="2260"/>
                </a:lnTo>
                <a:lnTo>
                  <a:pt x="3497" y="2260"/>
                </a:lnTo>
                <a:lnTo>
                  <a:pt x="3496" y="2260"/>
                </a:lnTo>
                <a:lnTo>
                  <a:pt x="3495" y="2260"/>
                </a:lnTo>
                <a:lnTo>
                  <a:pt x="3496" y="2260"/>
                </a:lnTo>
                <a:lnTo>
                  <a:pt x="3495" y="2261"/>
                </a:lnTo>
                <a:lnTo>
                  <a:pt x="3493" y="2262"/>
                </a:lnTo>
                <a:lnTo>
                  <a:pt x="3493" y="2263"/>
                </a:lnTo>
                <a:lnTo>
                  <a:pt x="3492" y="2263"/>
                </a:lnTo>
                <a:lnTo>
                  <a:pt x="3492" y="2262"/>
                </a:lnTo>
                <a:lnTo>
                  <a:pt x="3491" y="2261"/>
                </a:lnTo>
                <a:lnTo>
                  <a:pt x="3490" y="2261"/>
                </a:lnTo>
                <a:lnTo>
                  <a:pt x="3489" y="2262"/>
                </a:lnTo>
                <a:lnTo>
                  <a:pt x="3489" y="2261"/>
                </a:lnTo>
                <a:lnTo>
                  <a:pt x="3488" y="2262"/>
                </a:lnTo>
                <a:lnTo>
                  <a:pt x="3487" y="2263"/>
                </a:lnTo>
                <a:lnTo>
                  <a:pt x="3487" y="2264"/>
                </a:lnTo>
                <a:lnTo>
                  <a:pt x="3486" y="2265"/>
                </a:lnTo>
                <a:lnTo>
                  <a:pt x="3486" y="2266"/>
                </a:lnTo>
                <a:lnTo>
                  <a:pt x="3485" y="2266"/>
                </a:lnTo>
                <a:lnTo>
                  <a:pt x="3485" y="2267"/>
                </a:lnTo>
                <a:lnTo>
                  <a:pt x="3484" y="2267"/>
                </a:lnTo>
                <a:lnTo>
                  <a:pt x="3483" y="2267"/>
                </a:lnTo>
                <a:lnTo>
                  <a:pt x="3482" y="2267"/>
                </a:lnTo>
                <a:lnTo>
                  <a:pt x="3482" y="2268"/>
                </a:lnTo>
                <a:lnTo>
                  <a:pt x="3481" y="2268"/>
                </a:lnTo>
                <a:lnTo>
                  <a:pt x="3481" y="2269"/>
                </a:lnTo>
                <a:lnTo>
                  <a:pt x="3480" y="2270"/>
                </a:lnTo>
                <a:lnTo>
                  <a:pt x="3479" y="2270"/>
                </a:lnTo>
                <a:lnTo>
                  <a:pt x="3478" y="2270"/>
                </a:lnTo>
                <a:lnTo>
                  <a:pt x="3478" y="2271"/>
                </a:lnTo>
                <a:lnTo>
                  <a:pt x="3478" y="2272"/>
                </a:lnTo>
                <a:lnTo>
                  <a:pt x="3477" y="2272"/>
                </a:lnTo>
                <a:lnTo>
                  <a:pt x="3477" y="2273"/>
                </a:lnTo>
                <a:lnTo>
                  <a:pt x="3476" y="2273"/>
                </a:lnTo>
                <a:lnTo>
                  <a:pt x="3475" y="2273"/>
                </a:lnTo>
                <a:lnTo>
                  <a:pt x="3475" y="2274"/>
                </a:lnTo>
                <a:lnTo>
                  <a:pt x="3474" y="2275"/>
                </a:lnTo>
                <a:lnTo>
                  <a:pt x="3473" y="2276"/>
                </a:lnTo>
                <a:lnTo>
                  <a:pt x="3473" y="2277"/>
                </a:lnTo>
                <a:lnTo>
                  <a:pt x="3472" y="2277"/>
                </a:lnTo>
                <a:lnTo>
                  <a:pt x="3473" y="2278"/>
                </a:lnTo>
                <a:lnTo>
                  <a:pt x="3474" y="2279"/>
                </a:lnTo>
                <a:lnTo>
                  <a:pt x="3475" y="2279"/>
                </a:lnTo>
                <a:lnTo>
                  <a:pt x="3476" y="2278"/>
                </a:lnTo>
                <a:lnTo>
                  <a:pt x="3477" y="2278"/>
                </a:lnTo>
                <a:lnTo>
                  <a:pt x="3477" y="2279"/>
                </a:lnTo>
                <a:lnTo>
                  <a:pt x="3477" y="2280"/>
                </a:lnTo>
                <a:lnTo>
                  <a:pt x="3476" y="2280"/>
                </a:lnTo>
                <a:lnTo>
                  <a:pt x="3475" y="2281"/>
                </a:lnTo>
                <a:lnTo>
                  <a:pt x="3476" y="2281"/>
                </a:lnTo>
                <a:lnTo>
                  <a:pt x="3477" y="2282"/>
                </a:lnTo>
                <a:lnTo>
                  <a:pt x="3477" y="2283"/>
                </a:lnTo>
                <a:lnTo>
                  <a:pt x="3477" y="2284"/>
                </a:lnTo>
                <a:lnTo>
                  <a:pt x="3476" y="2285"/>
                </a:lnTo>
                <a:lnTo>
                  <a:pt x="3475" y="2285"/>
                </a:lnTo>
                <a:lnTo>
                  <a:pt x="3474" y="2286"/>
                </a:lnTo>
                <a:lnTo>
                  <a:pt x="3473" y="2286"/>
                </a:lnTo>
                <a:lnTo>
                  <a:pt x="3473" y="2287"/>
                </a:lnTo>
                <a:lnTo>
                  <a:pt x="3472" y="2287"/>
                </a:lnTo>
                <a:lnTo>
                  <a:pt x="3471" y="2287"/>
                </a:lnTo>
                <a:lnTo>
                  <a:pt x="3471" y="2288"/>
                </a:lnTo>
                <a:lnTo>
                  <a:pt x="3471" y="2289"/>
                </a:lnTo>
                <a:lnTo>
                  <a:pt x="3472" y="2289"/>
                </a:lnTo>
                <a:lnTo>
                  <a:pt x="3472" y="2290"/>
                </a:lnTo>
                <a:lnTo>
                  <a:pt x="3472" y="2291"/>
                </a:lnTo>
                <a:lnTo>
                  <a:pt x="3473" y="2292"/>
                </a:lnTo>
                <a:lnTo>
                  <a:pt x="3473" y="2293"/>
                </a:lnTo>
                <a:lnTo>
                  <a:pt x="3473" y="2294"/>
                </a:lnTo>
                <a:lnTo>
                  <a:pt x="3473" y="2295"/>
                </a:lnTo>
                <a:lnTo>
                  <a:pt x="3474" y="2295"/>
                </a:lnTo>
                <a:lnTo>
                  <a:pt x="3474" y="2296"/>
                </a:lnTo>
                <a:lnTo>
                  <a:pt x="3473" y="2296"/>
                </a:lnTo>
                <a:lnTo>
                  <a:pt x="3472" y="2296"/>
                </a:lnTo>
                <a:lnTo>
                  <a:pt x="3472" y="2297"/>
                </a:lnTo>
                <a:lnTo>
                  <a:pt x="3471" y="2297"/>
                </a:lnTo>
                <a:lnTo>
                  <a:pt x="3471" y="2298"/>
                </a:lnTo>
                <a:lnTo>
                  <a:pt x="3470" y="2298"/>
                </a:lnTo>
                <a:lnTo>
                  <a:pt x="3469" y="2298"/>
                </a:lnTo>
                <a:lnTo>
                  <a:pt x="3469" y="2299"/>
                </a:lnTo>
                <a:lnTo>
                  <a:pt x="3468" y="2300"/>
                </a:lnTo>
                <a:lnTo>
                  <a:pt x="3468" y="2301"/>
                </a:lnTo>
                <a:lnTo>
                  <a:pt x="3469" y="2301"/>
                </a:lnTo>
                <a:lnTo>
                  <a:pt x="3469" y="2302"/>
                </a:lnTo>
                <a:lnTo>
                  <a:pt x="3469" y="2303"/>
                </a:lnTo>
                <a:lnTo>
                  <a:pt x="3468" y="2303"/>
                </a:lnTo>
                <a:lnTo>
                  <a:pt x="3467" y="2303"/>
                </a:lnTo>
                <a:lnTo>
                  <a:pt x="3466" y="2303"/>
                </a:lnTo>
                <a:lnTo>
                  <a:pt x="3465" y="2303"/>
                </a:lnTo>
                <a:lnTo>
                  <a:pt x="3464" y="2303"/>
                </a:lnTo>
                <a:lnTo>
                  <a:pt x="3464" y="2302"/>
                </a:lnTo>
                <a:lnTo>
                  <a:pt x="3463" y="2302"/>
                </a:lnTo>
                <a:lnTo>
                  <a:pt x="3462" y="2302"/>
                </a:lnTo>
                <a:lnTo>
                  <a:pt x="3461" y="2302"/>
                </a:lnTo>
                <a:lnTo>
                  <a:pt x="3462" y="2302"/>
                </a:lnTo>
                <a:lnTo>
                  <a:pt x="3462" y="2303"/>
                </a:lnTo>
                <a:lnTo>
                  <a:pt x="3461" y="2303"/>
                </a:lnTo>
                <a:lnTo>
                  <a:pt x="3460" y="2304"/>
                </a:lnTo>
                <a:lnTo>
                  <a:pt x="3460" y="2305"/>
                </a:lnTo>
                <a:lnTo>
                  <a:pt x="3459" y="2305"/>
                </a:lnTo>
                <a:lnTo>
                  <a:pt x="3458" y="2306"/>
                </a:lnTo>
                <a:lnTo>
                  <a:pt x="3457" y="2306"/>
                </a:lnTo>
                <a:lnTo>
                  <a:pt x="3457" y="2307"/>
                </a:lnTo>
                <a:lnTo>
                  <a:pt x="3457" y="2309"/>
                </a:lnTo>
                <a:lnTo>
                  <a:pt x="3456" y="2309"/>
                </a:lnTo>
                <a:lnTo>
                  <a:pt x="3456" y="2310"/>
                </a:lnTo>
                <a:lnTo>
                  <a:pt x="3454" y="2311"/>
                </a:lnTo>
                <a:lnTo>
                  <a:pt x="3454" y="2312"/>
                </a:lnTo>
                <a:lnTo>
                  <a:pt x="3454" y="2314"/>
                </a:lnTo>
                <a:lnTo>
                  <a:pt x="3455" y="2314"/>
                </a:lnTo>
                <a:lnTo>
                  <a:pt x="3456" y="2314"/>
                </a:lnTo>
                <a:lnTo>
                  <a:pt x="3456" y="2315"/>
                </a:lnTo>
                <a:lnTo>
                  <a:pt x="3454" y="2317"/>
                </a:lnTo>
                <a:lnTo>
                  <a:pt x="3454" y="2318"/>
                </a:lnTo>
                <a:lnTo>
                  <a:pt x="3453" y="2318"/>
                </a:lnTo>
                <a:lnTo>
                  <a:pt x="3454" y="2317"/>
                </a:lnTo>
                <a:lnTo>
                  <a:pt x="3454" y="2316"/>
                </a:lnTo>
                <a:lnTo>
                  <a:pt x="3454" y="2315"/>
                </a:lnTo>
                <a:lnTo>
                  <a:pt x="3452" y="2315"/>
                </a:lnTo>
                <a:lnTo>
                  <a:pt x="3452" y="2316"/>
                </a:lnTo>
                <a:lnTo>
                  <a:pt x="3451" y="2316"/>
                </a:lnTo>
                <a:lnTo>
                  <a:pt x="3450" y="2318"/>
                </a:lnTo>
                <a:lnTo>
                  <a:pt x="3451" y="2319"/>
                </a:lnTo>
                <a:lnTo>
                  <a:pt x="3452" y="2319"/>
                </a:lnTo>
                <a:lnTo>
                  <a:pt x="3451" y="2320"/>
                </a:lnTo>
                <a:lnTo>
                  <a:pt x="3451" y="2319"/>
                </a:lnTo>
                <a:lnTo>
                  <a:pt x="3450" y="2319"/>
                </a:lnTo>
                <a:lnTo>
                  <a:pt x="3450" y="2318"/>
                </a:lnTo>
                <a:lnTo>
                  <a:pt x="3449" y="2318"/>
                </a:lnTo>
                <a:lnTo>
                  <a:pt x="3449" y="2319"/>
                </a:lnTo>
                <a:lnTo>
                  <a:pt x="3449" y="2320"/>
                </a:lnTo>
                <a:lnTo>
                  <a:pt x="3449" y="2321"/>
                </a:lnTo>
                <a:lnTo>
                  <a:pt x="3449" y="2322"/>
                </a:lnTo>
                <a:lnTo>
                  <a:pt x="3448" y="2322"/>
                </a:lnTo>
                <a:lnTo>
                  <a:pt x="3448" y="2323"/>
                </a:lnTo>
                <a:lnTo>
                  <a:pt x="3449" y="2323"/>
                </a:lnTo>
                <a:lnTo>
                  <a:pt x="3450" y="2324"/>
                </a:lnTo>
                <a:lnTo>
                  <a:pt x="3451" y="2324"/>
                </a:lnTo>
                <a:lnTo>
                  <a:pt x="3451" y="2323"/>
                </a:lnTo>
                <a:lnTo>
                  <a:pt x="3452" y="2323"/>
                </a:lnTo>
                <a:lnTo>
                  <a:pt x="3453" y="2323"/>
                </a:lnTo>
                <a:lnTo>
                  <a:pt x="3453" y="2324"/>
                </a:lnTo>
                <a:lnTo>
                  <a:pt x="3454" y="2325"/>
                </a:lnTo>
                <a:lnTo>
                  <a:pt x="3453" y="2326"/>
                </a:lnTo>
                <a:lnTo>
                  <a:pt x="3453" y="2327"/>
                </a:lnTo>
                <a:lnTo>
                  <a:pt x="3452" y="2327"/>
                </a:lnTo>
                <a:lnTo>
                  <a:pt x="3451" y="2327"/>
                </a:lnTo>
                <a:lnTo>
                  <a:pt x="3448" y="2327"/>
                </a:lnTo>
                <a:lnTo>
                  <a:pt x="3447" y="2327"/>
                </a:lnTo>
                <a:lnTo>
                  <a:pt x="3447" y="2328"/>
                </a:lnTo>
                <a:lnTo>
                  <a:pt x="3447" y="2329"/>
                </a:lnTo>
                <a:lnTo>
                  <a:pt x="3446" y="2330"/>
                </a:lnTo>
                <a:lnTo>
                  <a:pt x="3445" y="2331"/>
                </a:lnTo>
                <a:lnTo>
                  <a:pt x="3445" y="2332"/>
                </a:lnTo>
                <a:lnTo>
                  <a:pt x="3445" y="2333"/>
                </a:lnTo>
                <a:lnTo>
                  <a:pt x="3444" y="2333"/>
                </a:lnTo>
                <a:lnTo>
                  <a:pt x="3443" y="2334"/>
                </a:lnTo>
                <a:lnTo>
                  <a:pt x="3442" y="2334"/>
                </a:lnTo>
                <a:lnTo>
                  <a:pt x="3441" y="2335"/>
                </a:lnTo>
                <a:lnTo>
                  <a:pt x="3440" y="2335"/>
                </a:lnTo>
                <a:lnTo>
                  <a:pt x="3440" y="2336"/>
                </a:lnTo>
                <a:lnTo>
                  <a:pt x="3439" y="2336"/>
                </a:lnTo>
                <a:lnTo>
                  <a:pt x="3439" y="2337"/>
                </a:lnTo>
                <a:lnTo>
                  <a:pt x="3440" y="2338"/>
                </a:lnTo>
                <a:lnTo>
                  <a:pt x="3439" y="2339"/>
                </a:lnTo>
                <a:lnTo>
                  <a:pt x="3439" y="2340"/>
                </a:lnTo>
                <a:lnTo>
                  <a:pt x="3440" y="2340"/>
                </a:lnTo>
                <a:lnTo>
                  <a:pt x="3439" y="2341"/>
                </a:lnTo>
                <a:lnTo>
                  <a:pt x="3439" y="2342"/>
                </a:lnTo>
                <a:lnTo>
                  <a:pt x="3438" y="2342"/>
                </a:lnTo>
                <a:lnTo>
                  <a:pt x="3437" y="2342"/>
                </a:lnTo>
                <a:lnTo>
                  <a:pt x="3437" y="2343"/>
                </a:lnTo>
                <a:lnTo>
                  <a:pt x="3437" y="2344"/>
                </a:lnTo>
                <a:lnTo>
                  <a:pt x="3437" y="2345"/>
                </a:lnTo>
                <a:lnTo>
                  <a:pt x="3436" y="2345"/>
                </a:lnTo>
                <a:lnTo>
                  <a:pt x="3436" y="2347"/>
                </a:lnTo>
                <a:lnTo>
                  <a:pt x="3437" y="2347"/>
                </a:lnTo>
                <a:lnTo>
                  <a:pt x="3436" y="2348"/>
                </a:lnTo>
                <a:lnTo>
                  <a:pt x="3435" y="2348"/>
                </a:lnTo>
                <a:lnTo>
                  <a:pt x="3435" y="2349"/>
                </a:lnTo>
                <a:lnTo>
                  <a:pt x="3435" y="2350"/>
                </a:lnTo>
                <a:lnTo>
                  <a:pt x="3434" y="2351"/>
                </a:lnTo>
                <a:lnTo>
                  <a:pt x="3433" y="2351"/>
                </a:lnTo>
                <a:lnTo>
                  <a:pt x="3433" y="2353"/>
                </a:lnTo>
                <a:lnTo>
                  <a:pt x="3433" y="2354"/>
                </a:lnTo>
                <a:lnTo>
                  <a:pt x="3433" y="2355"/>
                </a:lnTo>
                <a:lnTo>
                  <a:pt x="3433" y="2356"/>
                </a:lnTo>
                <a:lnTo>
                  <a:pt x="3433" y="2357"/>
                </a:lnTo>
                <a:lnTo>
                  <a:pt x="3433" y="2358"/>
                </a:lnTo>
                <a:lnTo>
                  <a:pt x="3434" y="2359"/>
                </a:lnTo>
                <a:lnTo>
                  <a:pt x="3434" y="2360"/>
                </a:lnTo>
                <a:lnTo>
                  <a:pt x="3435" y="2360"/>
                </a:lnTo>
                <a:lnTo>
                  <a:pt x="3435" y="2361"/>
                </a:lnTo>
                <a:lnTo>
                  <a:pt x="3435" y="2362"/>
                </a:lnTo>
                <a:lnTo>
                  <a:pt x="3435" y="2363"/>
                </a:lnTo>
                <a:lnTo>
                  <a:pt x="3433" y="2364"/>
                </a:lnTo>
                <a:lnTo>
                  <a:pt x="3433" y="2365"/>
                </a:lnTo>
                <a:lnTo>
                  <a:pt x="3432" y="2365"/>
                </a:lnTo>
                <a:lnTo>
                  <a:pt x="3431" y="2367"/>
                </a:lnTo>
                <a:lnTo>
                  <a:pt x="3431" y="2368"/>
                </a:lnTo>
                <a:lnTo>
                  <a:pt x="3431" y="2369"/>
                </a:lnTo>
                <a:lnTo>
                  <a:pt x="3430" y="2368"/>
                </a:lnTo>
                <a:lnTo>
                  <a:pt x="3429" y="2369"/>
                </a:lnTo>
                <a:lnTo>
                  <a:pt x="3428" y="2370"/>
                </a:lnTo>
                <a:lnTo>
                  <a:pt x="3428" y="2369"/>
                </a:lnTo>
                <a:lnTo>
                  <a:pt x="3427" y="2369"/>
                </a:lnTo>
                <a:lnTo>
                  <a:pt x="3426" y="2369"/>
                </a:lnTo>
                <a:lnTo>
                  <a:pt x="3425" y="2369"/>
                </a:lnTo>
                <a:lnTo>
                  <a:pt x="3424" y="2368"/>
                </a:lnTo>
                <a:lnTo>
                  <a:pt x="3423" y="2368"/>
                </a:lnTo>
                <a:lnTo>
                  <a:pt x="3423" y="2367"/>
                </a:lnTo>
                <a:lnTo>
                  <a:pt x="3421" y="2368"/>
                </a:lnTo>
                <a:lnTo>
                  <a:pt x="3421" y="2367"/>
                </a:lnTo>
                <a:lnTo>
                  <a:pt x="3420" y="2367"/>
                </a:lnTo>
                <a:lnTo>
                  <a:pt x="3420" y="2366"/>
                </a:lnTo>
                <a:lnTo>
                  <a:pt x="3420" y="2365"/>
                </a:lnTo>
                <a:lnTo>
                  <a:pt x="3420" y="2364"/>
                </a:lnTo>
                <a:lnTo>
                  <a:pt x="3419" y="2364"/>
                </a:lnTo>
                <a:lnTo>
                  <a:pt x="3419" y="2363"/>
                </a:lnTo>
                <a:lnTo>
                  <a:pt x="3418" y="2363"/>
                </a:lnTo>
                <a:lnTo>
                  <a:pt x="3418" y="2362"/>
                </a:lnTo>
                <a:lnTo>
                  <a:pt x="3419" y="2361"/>
                </a:lnTo>
                <a:lnTo>
                  <a:pt x="3419" y="2360"/>
                </a:lnTo>
                <a:lnTo>
                  <a:pt x="3420" y="2360"/>
                </a:lnTo>
                <a:lnTo>
                  <a:pt x="3419" y="2360"/>
                </a:lnTo>
                <a:lnTo>
                  <a:pt x="3419" y="2359"/>
                </a:lnTo>
                <a:lnTo>
                  <a:pt x="3419" y="2358"/>
                </a:lnTo>
                <a:lnTo>
                  <a:pt x="3419" y="2357"/>
                </a:lnTo>
                <a:lnTo>
                  <a:pt x="3419" y="2356"/>
                </a:lnTo>
                <a:lnTo>
                  <a:pt x="3420" y="2356"/>
                </a:lnTo>
                <a:lnTo>
                  <a:pt x="3421" y="2355"/>
                </a:lnTo>
                <a:lnTo>
                  <a:pt x="3421" y="2354"/>
                </a:lnTo>
                <a:lnTo>
                  <a:pt x="3420" y="2354"/>
                </a:lnTo>
                <a:lnTo>
                  <a:pt x="3419" y="2354"/>
                </a:lnTo>
                <a:lnTo>
                  <a:pt x="3418" y="2353"/>
                </a:lnTo>
                <a:lnTo>
                  <a:pt x="3418" y="2352"/>
                </a:lnTo>
                <a:lnTo>
                  <a:pt x="3419" y="2352"/>
                </a:lnTo>
                <a:lnTo>
                  <a:pt x="3419" y="2351"/>
                </a:lnTo>
                <a:lnTo>
                  <a:pt x="3419" y="2350"/>
                </a:lnTo>
                <a:lnTo>
                  <a:pt x="3419" y="2348"/>
                </a:lnTo>
                <a:lnTo>
                  <a:pt x="3419" y="2347"/>
                </a:lnTo>
                <a:lnTo>
                  <a:pt x="3418" y="2346"/>
                </a:lnTo>
                <a:lnTo>
                  <a:pt x="3418" y="2345"/>
                </a:lnTo>
                <a:lnTo>
                  <a:pt x="3418" y="2344"/>
                </a:lnTo>
                <a:lnTo>
                  <a:pt x="3419" y="2344"/>
                </a:lnTo>
                <a:lnTo>
                  <a:pt x="3419" y="2343"/>
                </a:lnTo>
                <a:lnTo>
                  <a:pt x="3419" y="2344"/>
                </a:lnTo>
                <a:lnTo>
                  <a:pt x="3418" y="2344"/>
                </a:lnTo>
                <a:lnTo>
                  <a:pt x="3418" y="2345"/>
                </a:lnTo>
                <a:lnTo>
                  <a:pt x="3417" y="2345"/>
                </a:lnTo>
                <a:lnTo>
                  <a:pt x="3416" y="2346"/>
                </a:lnTo>
                <a:lnTo>
                  <a:pt x="3415" y="2345"/>
                </a:lnTo>
                <a:lnTo>
                  <a:pt x="3415" y="2344"/>
                </a:lnTo>
                <a:lnTo>
                  <a:pt x="3414" y="2343"/>
                </a:lnTo>
                <a:lnTo>
                  <a:pt x="3413" y="2343"/>
                </a:lnTo>
                <a:lnTo>
                  <a:pt x="3413" y="2342"/>
                </a:lnTo>
                <a:lnTo>
                  <a:pt x="3413" y="2341"/>
                </a:lnTo>
                <a:lnTo>
                  <a:pt x="3413" y="2340"/>
                </a:lnTo>
                <a:lnTo>
                  <a:pt x="3413" y="2339"/>
                </a:lnTo>
                <a:lnTo>
                  <a:pt x="3412" y="2338"/>
                </a:lnTo>
                <a:lnTo>
                  <a:pt x="3411" y="2337"/>
                </a:lnTo>
                <a:lnTo>
                  <a:pt x="3409" y="2335"/>
                </a:lnTo>
                <a:lnTo>
                  <a:pt x="3409" y="2334"/>
                </a:lnTo>
                <a:lnTo>
                  <a:pt x="3409" y="2332"/>
                </a:lnTo>
                <a:lnTo>
                  <a:pt x="3409" y="2331"/>
                </a:lnTo>
                <a:lnTo>
                  <a:pt x="3408" y="2330"/>
                </a:lnTo>
                <a:lnTo>
                  <a:pt x="3405" y="2328"/>
                </a:lnTo>
                <a:lnTo>
                  <a:pt x="3403" y="2326"/>
                </a:lnTo>
                <a:lnTo>
                  <a:pt x="3402" y="2326"/>
                </a:lnTo>
                <a:lnTo>
                  <a:pt x="3402" y="2325"/>
                </a:lnTo>
                <a:lnTo>
                  <a:pt x="3402" y="2321"/>
                </a:lnTo>
                <a:lnTo>
                  <a:pt x="3402" y="2320"/>
                </a:lnTo>
                <a:lnTo>
                  <a:pt x="3402" y="2318"/>
                </a:lnTo>
                <a:lnTo>
                  <a:pt x="3402" y="2317"/>
                </a:lnTo>
                <a:lnTo>
                  <a:pt x="3401" y="2316"/>
                </a:lnTo>
                <a:lnTo>
                  <a:pt x="3401" y="2315"/>
                </a:lnTo>
                <a:lnTo>
                  <a:pt x="3400" y="2315"/>
                </a:lnTo>
                <a:lnTo>
                  <a:pt x="3399" y="2315"/>
                </a:lnTo>
                <a:lnTo>
                  <a:pt x="3399" y="2314"/>
                </a:lnTo>
                <a:lnTo>
                  <a:pt x="3398" y="2314"/>
                </a:lnTo>
                <a:lnTo>
                  <a:pt x="3397" y="2314"/>
                </a:lnTo>
                <a:lnTo>
                  <a:pt x="3396" y="2313"/>
                </a:lnTo>
                <a:lnTo>
                  <a:pt x="3395" y="2311"/>
                </a:lnTo>
                <a:lnTo>
                  <a:pt x="3395" y="2309"/>
                </a:lnTo>
                <a:lnTo>
                  <a:pt x="3394" y="2308"/>
                </a:lnTo>
                <a:lnTo>
                  <a:pt x="3393" y="2308"/>
                </a:lnTo>
                <a:lnTo>
                  <a:pt x="3392" y="2308"/>
                </a:lnTo>
                <a:lnTo>
                  <a:pt x="3391" y="2307"/>
                </a:lnTo>
                <a:lnTo>
                  <a:pt x="3391" y="2306"/>
                </a:lnTo>
                <a:lnTo>
                  <a:pt x="3391" y="2305"/>
                </a:lnTo>
                <a:lnTo>
                  <a:pt x="3389" y="2302"/>
                </a:lnTo>
                <a:lnTo>
                  <a:pt x="3388" y="2301"/>
                </a:lnTo>
                <a:lnTo>
                  <a:pt x="3388" y="2299"/>
                </a:lnTo>
                <a:lnTo>
                  <a:pt x="3387" y="2299"/>
                </a:lnTo>
                <a:lnTo>
                  <a:pt x="3386" y="2297"/>
                </a:lnTo>
                <a:lnTo>
                  <a:pt x="3382" y="2293"/>
                </a:lnTo>
                <a:lnTo>
                  <a:pt x="3381" y="2293"/>
                </a:lnTo>
                <a:lnTo>
                  <a:pt x="3380" y="2293"/>
                </a:lnTo>
                <a:lnTo>
                  <a:pt x="3380" y="2292"/>
                </a:lnTo>
                <a:lnTo>
                  <a:pt x="3379" y="2290"/>
                </a:lnTo>
                <a:lnTo>
                  <a:pt x="3379" y="2288"/>
                </a:lnTo>
                <a:lnTo>
                  <a:pt x="3378" y="2287"/>
                </a:lnTo>
                <a:lnTo>
                  <a:pt x="3377" y="2284"/>
                </a:lnTo>
                <a:lnTo>
                  <a:pt x="3377" y="2283"/>
                </a:lnTo>
                <a:lnTo>
                  <a:pt x="3379" y="2282"/>
                </a:lnTo>
                <a:lnTo>
                  <a:pt x="3380" y="2280"/>
                </a:lnTo>
                <a:lnTo>
                  <a:pt x="3380" y="2279"/>
                </a:lnTo>
                <a:lnTo>
                  <a:pt x="3379" y="2279"/>
                </a:lnTo>
                <a:lnTo>
                  <a:pt x="3379" y="2278"/>
                </a:lnTo>
                <a:lnTo>
                  <a:pt x="3380" y="2277"/>
                </a:lnTo>
                <a:lnTo>
                  <a:pt x="3380" y="2275"/>
                </a:lnTo>
                <a:lnTo>
                  <a:pt x="3379" y="2274"/>
                </a:lnTo>
                <a:lnTo>
                  <a:pt x="3379" y="2273"/>
                </a:lnTo>
                <a:lnTo>
                  <a:pt x="3378" y="2271"/>
                </a:lnTo>
                <a:lnTo>
                  <a:pt x="3378" y="2270"/>
                </a:lnTo>
                <a:lnTo>
                  <a:pt x="3377" y="2269"/>
                </a:lnTo>
                <a:lnTo>
                  <a:pt x="3376" y="2269"/>
                </a:lnTo>
                <a:lnTo>
                  <a:pt x="3374" y="2269"/>
                </a:lnTo>
                <a:lnTo>
                  <a:pt x="3372" y="2270"/>
                </a:lnTo>
                <a:lnTo>
                  <a:pt x="3371" y="2270"/>
                </a:lnTo>
                <a:lnTo>
                  <a:pt x="3370" y="2270"/>
                </a:lnTo>
                <a:lnTo>
                  <a:pt x="3369" y="2270"/>
                </a:lnTo>
                <a:lnTo>
                  <a:pt x="3368" y="2270"/>
                </a:lnTo>
                <a:lnTo>
                  <a:pt x="3367" y="2271"/>
                </a:lnTo>
                <a:lnTo>
                  <a:pt x="3366" y="2271"/>
                </a:lnTo>
                <a:lnTo>
                  <a:pt x="3365" y="2271"/>
                </a:lnTo>
                <a:lnTo>
                  <a:pt x="3365" y="2270"/>
                </a:lnTo>
                <a:lnTo>
                  <a:pt x="3364" y="2270"/>
                </a:lnTo>
                <a:lnTo>
                  <a:pt x="3363" y="2271"/>
                </a:lnTo>
                <a:lnTo>
                  <a:pt x="3361" y="2271"/>
                </a:lnTo>
                <a:lnTo>
                  <a:pt x="3361" y="2270"/>
                </a:lnTo>
                <a:lnTo>
                  <a:pt x="3360" y="2270"/>
                </a:lnTo>
                <a:lnTo>
                  <a:pt x="3359" y="2270"/>
                </a:lnTo>
                <a:lnTo>
                  <a:pt x="3358" y="2270"/>
                </a:lnTo>
                <a:lnTo>
                  <a:pt x="3358" y="2269"/>
                </a:lnTo>
                <a:lnTo>
                  <a:pt x="3358" y="2268"/>
                </a:lnTo>
                <a:lnTo>
                  <a:pt x="3357" y="2269"/>
                </a:lnTo>
                <a:lnTo>
                  <a:pt x="3356" y="2270"/>
                </a:lnTo>
                <a:lnTo>
                  <a:pt x="3355" y="2270"/>
                </a:lnTo>
                <a:lnTo>
                  <a:pt x="3352" y="2268"/>
                </a:lnTo>
                <a:lnTo>
                  <a:pt x="3352" y="2267"/>
                </a:lnTo>
                <a:lnTo>
                  <a:pt x="3351" y="2267"/>
                </a:lnTo>
                <a:lnTo>
                  <a:pt x="3350" y="2267"/>
                </a:lnTo>
                <a:lnTo>
                  <a:pt x="3349" y="2267"/>
                </a:lnTo>
                <a:lnTo>
                  <a:pt x="3347" y="2268"/>
                </a:lnTo>
                <a:lnTo>
                  <a:pt x="3346" y="2268"/>
                </a:lnTo>
                <a:lnTo>
                  <a:pt x="3345" y="2267"/>
                </a:lnTo>
                <a:lnTo>
                  <a:pt x="3345" y="2266"/>
                </a:lnTo>
                <a:lnTo>
                  <a:pt x="3343" y="2265"/>
                </a:lnTo>
                <a:lnTo>
                  <a:pt x="3342" y="2266"/>
                </a:lnTo>
                <a:lnTo>
                  <a:pt x="3341" y="2264"/>
                </a:lnTo>
                <a:lnTo>
                  <a:pt x="3341" y="2263"/>
                </a:lnTo>
                <a:lnTo>
                  <a:pt x="3340" y="2261"/>
                </a:lnTo>
                <a:lnTo>
                  <a:pt x="3339" y="2261"/>
                </a:lnTo>
                <a:lnTo>
                  <a:pt x="3337" y="2261"/>
                </a:lnTo>
                <a:lnTo>
                  <a:pt x="3336" y="2260"/>
                </a:lnTo>
                <a:lnTo>
                  <a:pt x="3334" y="2261"/>
                </a:lnTo>
                <a:lnTo>
                  <a:pt x="3334" y="2260"/>
                </a:lnTo>
                <a:lnTo>
                  <a:pt x="3334" y="2259"/>
                </a:lnTo>
                <a:lnTo>
                  <a:pt x="3334" y="2258"/>
                </a:lnTo>
                <a:lnTo>
                  <a:pt x="3333" y="2258"/>
                </a:lnTo>
                <a:lnTo>
                  <a:pt x="3333" y="2259"/>
                </a:lnTo>
                <a:lnTo>
                  <a:pt x="3331" y="2259"/>
                </a:lnTo>
                <a:lnTo>
                  <a:pt x="3329" y="2259"/>
                </a:lnTo>
                <a:lnTo>
                  <a:pt x="3329" y="2258"/>
                </a:lnTo>
                <a:lnTo>
                  <a:pt x="3329" y="2256"/>
                </a:lnTo>
                <a:lnTo>
                  <a:pt x="3330" y="2253"/>
                </a:lnTo>
                <a:lnTo>
                  <a:pt x="3331" y="2252"/>
                </a:lnTo>
                <a:lnTo>
                  <a:pt x="3332" y="2252"/>
                </a:lnTo>
                <a:lnTo>
                  <a:pt x="3332" y="2251"/>
                </a:lnTo>
                <a:lnTo>
                  <a:pt x="3332" y="2249"/>
                </a:lnTo>
                <a:lnTo>
                  <a:pt x="3332" y="2246"/>
                </a:lnTo>
                <a:lnTo>
                  <a:pt x="3332" y="2245"/>
                </a:lnTo>
                <a:lnTo>
                  <a:pt x="3331" y="2245"/>
                </a:lnTo>
                <a:lnTo>
                  <a:pt x="3328" y="2244"/>
                </a:lnTo>
                <a:lnTo>
                  <a:pt x="3327" y="2245"/>
                </a:lnTo>
                <a:lnTo>
                  <a:pt x="3325" y="2243"/>
                </a:lnTo>
                <a:lnTo>
                  <a:pt x="3324" y="2243"/>
                </a:lnTo>
                <a:lnTo>
                  <a:pt x="3323" y="2243"/>
                </a:lnTo>
                <a:lnTo>
                  <a:pt x="3323" y="2242"/>
                </a:lnTo>
                <a:lnTo>
                  <a:pt x="3323" y="2241"/>
                </a:lnTo>
                <a:lnTo>
                  <a:pt x="3322" y="2240"/>
                </a:lnTo>
                <a:lnTo>
                  <a:pt x="3321" y="2240"/>
                </a:lnTo>
                <a:lnTo>
                  <a:pt x="3321" y="2241"/>
                </a:lnTo>
                <a:lnTo>
                  <a:pt x="3321" y="2243"/>
                </a:lnTo>
                <a:lnTo>
                  <a:pt x="3321" y="2244"/>
                </a:lnTo>
                <a:lnTo>
                  <a:pt x="3320" y="2245"/>
                </a:lnTo>
                <a:lnTo>
                  <a:pt x="3320" y="2246"/>
                </a:lnTo>
                <a:lnTo>
                  <a:pt x="3320" y="2247"/>
                </a:lnTo>
                <a:lnTo>
                  <a:pt x="3320" y="2248"/>
                </a:lnTo>
                <a:lnTo>
                  <a:pt x="3320" y="2249"/>
                </a:lnTo>
                <a:lnTo>
                  <a:pt x="3318" y="2250"/>
                </a:lnTo>
                <a:lnTo>
                  <a:pt x="3316" y="2253"/>
                </a:lnTo>
                <a:lnTo>
                  <a:pt x="3315" y="2253"/>
                </a:lnTo>
                <a:lnTo>
                  <a:pt x="3314" y="2253"/>
                </a:lnTo>
                <a:lnTo>
                  <a:pt x="3313" y="2253"/>
                </a:lnTo>
                <a:lnTo>
                  <a:pt x="3313" y="2254"/>
                </a:lnTo>
                <a:lnTo>
                  <a:pt x="3313" y="2255"/>
                </a:lnTo>
                <a:lnTo>
                  <a:pt x="3313" y="2256"/>
                </a:lnTo>
                <a:lnTo>
                  <a:pt x="3313" y="2257"/>
                </a:lnTo>
                <a:lnTo>
                  <a:pt x="3311" y="2258"/>
                </a:lnTo>
                <a:lnTo>
                  <a:pt x="3310" y="2258"/>
                </a:lnTo>
                <a:lnTo>
                  <a:pt x="3310" y="2259"/>
                </a:lnTo>
                <a:lnTo>
                  <a:pt x="3307" y="2260"/>
                </a:lnTo>
                <a:lnTo>
                  <a:pt x="3305" y="2261"/>
                </a:lnTo>
                <a:lnTo>
                  <a:pt x="3302" y="2261"/>
                </a:lnTo>
                <a:lnTo>
                  <a:pt x="3301" y="2262"/>
                </a:lnTo>
                <a:lnTo>
                  <a:pt x="3300" y="2262"/>
                </a:lnTo>
                <a:lnTo>
                  <a:pt x="3300" y="2263"/>
                </a:lnTo>
                <a:lnTo>
                  <a:pt x="3299" y="2263"/>
                </a:lnTo>
                <a:lnTo>
                  <a:pt x="3299" y="2264"/>
                </a:lnTo>
                <a:lnTo>
                  <a:pt x="3299" y="2265"/>
                </a:lnTo>
                <a:lnTo>
                  <a:pt x="3298" y="2266"/>
                </a:lnTo>
                <a:lnTo>
                  <a:pt x="3296" y="2269"/>
                </a:lnTo>
                <a:lnTo>
                  <a:pt x="3295" y="2269"/>
                </a:lnTo>
                <a:lnTo>
                  <a:pt x="3294" y="2270"/>
                </a:lnTo>
                <a:lnTo>
                  <a:pt x="3293" y="2270"/>
                </a:lnTo>
                <a:lnTo>
                  <a:pt x="3292" y="2270"/>
                </a:lnTo>
                <a:lnTo>
                  <a:pt x="3292" y="2271"/>
                </a:lnTo>
                <a:lnTo>
                  <a:pt x="3291" y="2272"/>
                </a:lnTo>
                <a:lnTo>
                  <a:pt x="3291" y="2273"/>
                </a:lnTo>
                <a:lnTo>
                  <a:pt x="3292" y="2273"/>
                </a:lnTo>
                <a:lnTo>
                  <a:pt x="3292" y="2275"/>
                </a:lnTo>
                <a:lnTo>
                  <a:pt x="3291" y="2275"/>
                </a:lnTo>
                <a:lnTo>
                  <a:pt x="3291" y="2276"/>
                </a:lnTo>
                <a:lnTo>
                  <a:pt x="3291" y="2278"/>
                </a:lnTo>
                <a:lnTo>
                  <a:pt x="3290" y="2278"/>
                </a:lnTo>
                <a:lnTo>
                  <a:pt x="3289" y="2279"/>
                </a:lnTo>
                <a:lnTo>
                  <a:pt x="3289" y="2280"/>
                </a:lnTo>
                <a:lnTo>
                  <a:pt x="3289" y="2281"/>
                </a:lnTo>
                <a:lnTo>
                  <a:pt x="3288" y="2283"/>
                </a:lnTo>
                <a:lnTo>
                  <a:pt x="3287" y="2285"/>
                </a:lnTo>
                <a:lnTo>
                  <a:pt x="3288" y="2285"/>
                </a:lnTo>
                <a:lnTo>
                  <a:pt x="3289" y="2286"/>
                </a:lnTo>
                <a:lnTo>
                  <a:pt x="3289" y="2287"/>
                </a:lnTo>
                <a:lnTo>
                  <a:pt x="3291" y="2287"/>
                </a:lnTo>
                <a:lnTo>
                  <a:pt x="3291" y="2286"/>
                </a:lnTo>
                <a:lnTo>
                  <a:pt x="3292" y="2286"/>
                </a:lnTo>
                <a:lnTo>
                  <a:pt x="3292" y="2287"/>
                </a:lnTo>
                <a:lnTo>
                  <a:pt x="3293" y="2287"/>
                </a:lnTo>
                <a:lnTo>
                  <a:pt x="3293" y="2288"/>
                </a:lnTo>
                <a:lnTo>
                  <a:pt x="3295" y="2291"/>
                </a:lnTo>
                <a:lnTo>
                  <a:pt x="3296" y="2292"/>
                </a:lnTo>
                <a:lnTo>
                  <a:pt x="3296" y="2293"/>
                </a:lnTo>
                <a:lnTo>
                  <a:pt x="3296" y="2294"/>
                </a:lnTo>
                <a:lnTo>
                  <a:pt x="3297" y="2294"/>
                </a:lnTo>
                <a:lnTo>
                  <a:pt x="3298" y="2294"/>
                </a:lnTo>
                <a:lnTo>
                  <a:pt x="3299" y="2294"/>
                </a:lnTo>
                <a:lnTo>
                  <a:pt x="3299" y="2295"/>
                </a:lnTo>
                <a:lnTo>
                  <a:pt x="3299" y="2296"/>
                </a:lnTo>
                <a:lnTo>
                  <a:pt x="3299" y="2297"/>
                </a:lnTo>
                <a:lnTo>
                  <a:pt x="3299" y="2298"/>
                </a:lnTo>
                <a:lnTo>
                  <a:pt x="3300" y="2298"/>
                </a:lnTo>
                <a:lnTo>
                  <a:pt x="3300" y="2299"/>
                </a:lnTo>
                <a:lnTo>
                  <a:pt x="3302" y="2300"/>
                </a:lnTo>
                <a:lnTo>
                  <a:pt x="3303" y="2300"/>
                </a:lnTo>
                <a:lnTo>
                  <a:pt x="3305" y="2299"/>
                </a:lnTo>
                <a:lnTo>
                  <a:pt x="3306" y="2299"/>
                </a:lnTo>
                <a:lnTo>
                  <a:pt x="3308" y="2300"/>
                </a:lnTo>
                <a:lnTo>
                  <a:pt x="3310" y="2301"/>
                </a:lnTo>
                <a:lnTo>
                  <a:pt x="3310" y="2302"/>
                </a:lnTo>
                <a:lnTo>
                  <a:pt x="3312" y="2304"/>
                </a:lnTo>
                <a:lnTo>
                  <a:pt x="3312" y="2306"/>
                </a:lnTo>
                <a:lnTo>
                  <a:pt x="3312" y="2308"/>
                </a:lnTo>
                <a:lnTo>
                  <a:pt x="3312" y="2309"/>
                </a:lnTo>
                <a:lnTo>
                  <a:pt x="3312" y="2310"/>
                </a:lnTo>
                <a:lnTo>
                  <a:pt x="3313" y="2312"/>
                </a:lnTo>
                <a:lnTo>
                  <a:pt x="3313" y="2313"/>
                </a:lnTo>
                <a:lnTo>
                  <a:pt x="3313" y="2314"/>
                </a:lnTo>
                <a:lnTo>
                  <a:pt x="3313" y="2316"/>
                </a:lnTo>
                <a:lnTo>
                  <a:pt x="3313" y="2318"/>
                </a:lnTo>
                <a:lnTo>
                  <a:pt x="3312" y="2318"/>
                </a:lnTo>
                <a:lnTo>
                  <a:pt x="3312" y="2320"/>
                </a:lnTo>
                <a:lnTo>
                  <a:pt x="3311" y="2320"/>
                </a:lnTo>
                <a:lnTo>
                  <a:pt x="3311" y="2322"/>
                </a:lnTo>
                <a:lnTo>
                  <a:pt x="3311" y="2323"/>
                </a:lnTo>
                <a:lnTo>
                  <a:pt x="3311" y="2324"/>
                </a:lnTo>
                <a:lnTo>
                  <a:pt x="3310" y="2326"/>
                </a:lnTo>
                <a:lnTo>
                  <a:pt x="3309" y="2327"/>
                </a:lnTo>
                <a:lnTo>
                  <a:pt x="3308" y="2328"/>
                </a:lnTo>
                <a:lnTo>
                  <a:pt x="3307" y="2328"/>
                </a:lnTo>
                <a:lnTo>
                  <a:pt x="3307" y="2329"/>
                </a:lnTo>
                <a:lnTo>
                  <a:pt x="3307" y="2330"/>
                </a:lnTo>
                <a:lnTo>
                  <a:pt x="3307" y="2331"/>
                </a:lnTo>
                <a:lnTo>
                  <a:pt x="3308" y="2333"/>
                </a:lnTo>
                <a:lnTo>
                  <a:pt x="3308" y="2334"/>
                </a:lnTo>
                <a:lnTo>
                  <a:pt x="3308" y="2335"/>
                </a:lnTo>
                <a:lnTo>
                  <a:pt x="3308" y="2336"/>
                </a:lnTo>
                <a:lnTo>
                  <a:pt x="3308" y="2337"/>
                </a:lnTo>
                <a:lnTo>
                  <a:pt x="3309" y="2338"/>
                </a:lnTo>
                <a:lnTo>
                  <a:pt x="3309" y="2339"/>
                </a:lnTo>
                <a:lnTo>
                  <a:pt x="3310" y="2343"/>
                </a:lnTo>
                <a:lnTo>
                  <a:pt x="3310" y="2344"/>
                </a:lnTo>
                <a:lnTo>
                  <a:pt x="3310" y="2345"/>
                </a:lnTo>
                <a:lnTo>
                  <a:pt x="3309" y="2345"/>
                </a:lnTo>
                <a:lnTo>
                  <a:pt x="3309" y="2346"/>
                </a:lnTo>
                <a:lnTo>
                  <a:pt x="3309" y="2347"/>
                </a:lnTo>
                <a:lnTo>
                  <a:pt x="3310" y="2348"/>
                </a:lnTo>
                <a:lnTo>
                  <a:pt x="3310" y="2349"/>
                </a:lnTo>
                <a:lnTo>
                  <a:pt x="3311" y="2349"/>
                </a:lnTo>
                <a:lnTo>
                  <a:pt x="3311" y="2350"/>
                </a:lnTo>
                <a:lnTo>
                  <a:pt x="3311" y="2351"/>
                </a:lnTo>
                <a:lnTo>
                  <a:pt x="3311" y="2352"/>
                </a:lnTo>
                <a:lnTo>
                  <a:pt x="3310" y="2354"/>
                </a:lnTo>
                <a:lnTo>
                  <a:pt x="3311" y="2354"/>
                </a:lnTo>
                <a:lnTo>
                  <a:pt x="3311" y="2355"/>
                </a:lnTo>
                <a:lnTo>
                  <a:pt x="3310" y="2355"/>
                </a:lnTo>
                <a:lnTo>
                  <a:pt x="3310" y="2356"/>
                </a:lnTo>
                <a:lnTo>
                  <a:pt x="3310" y="2357"/>
                </a:lnTo>
                <a:lnTo>
                  <a:pt x="3310" y="2358"/>
                </a:lnTo>
                <a:lnTo>
                  <a:pt x="3310" y="2359"/>
                </a:lnTo>
                <a:lnTo>
                  <a:pt x="3310" y="2360"/>
                </a:lnTo>
                <a:lnTo>
                  <a:pt x="3310" y="2361"/>
                </a:lnTo>
                <a:lnTo>
                  <a:pt x="3310" y="2362"/>
                </a:lnTo>
                <a:lnTo>
                  <a:pt x="3310" y="2364"/>
                </a:lnTo>
                <a:lnTo>
                  <a:pt x="3309" y="2365"/>
                </a:lnTo>
                <a:lnTo>
                  <a:pt x="3308" y="2366"/>
                </a:lnTo>
                <a:lnTo>
                  <a:pt x="3307" y="2367"/>
                </a:lnTo>
                <a:lnTo>
                  <a:pt x="3307" y="2369"/>
                </a:lnTo>
                <a:lnTo>
                  <a:pt x="3308" y="2370"/>
                </a:lnTo>
                <a:lnTo>
                  <a:pt x="3308" y="2371"/>
                </a:lnTo>
                <a:lnTo>
                  <a:pt x="3309" y="2371"/>
                </a:lnTo>
                <a:lnTo>
                  <a:pt x="3310" y="2372"/>
                </a:lnTo>
                <a:lnTo>
                  <a:pt x="3311" y="2372"/>
                </a:lnTo>
                <a:lnTo>
                  <a:pt x="3312" y="2372"/>
                </a:lnTo>
                <a:lnTo>
                  <a:pt x="3312" y="2373"/>
                </a:lnTo>
                <a:lnTo>
                  <a:pt x="3312" y="2375"/>
                </a:lnTo>
                <a:lnTo>
                  <a:pt x="3311" y="2375"/>
                </a:lnTo>
                <a:lnTo>
                  <a:pt x="3311" y="2376"/>
                </a:lnTo>
                <a:lnTo>
                  <a:pt x="3310" y="2377"/>
                </a:lnTo>
                <a:lnTo>
                  <a:pt x="3310" y="2378"/>
                </a:lnTo>
                <a:lnTo>
                  <a:pt x="3311" y="2378"/>
                </a:lnTo>
                <a:lnTo>
                  <a:pt x="3311" y="2377"/>
                </a:lnTo>
                <a:lnTo>
                  <a:pt x="3312" y="2377"/>
                </a:lnTo>
                <a:lnTo>
                  <a:pt x="3312" y="2378"/>
                </a:lnTo>
                <a:lnTo>
                  <a:pt x="3313" y="2378"/>
                </a:lnTo>
                <a:lnTo>
                  <a:pt x="3313" y="2379"/>
                </a:lnTo>
                <a:lnTo>
                  <a:pt x="3313" y="2380"/>
                </a:lnTo>
                <a:lnTo>
                  <a:pt x="3312" y="2380"/>
                </a:lnTo>
                <a:lnTo>
                  <a:pt x="3312" y="2381"/>
                </a:lnTo>
                <a:lnTo>
                  <a:pt x="3312" y="2382"/>
                </a:lnTo>
                <a:lnTo>
                  <a:pt x="3311" y="2383"/>
                </a:lnTo>
                <a:lnTo>
                  <a:pt x="3311" y="2384"/>
                </a:lnTo>
                <a:lnTo>
                  <a:pt x="3311" y="2385"/>
                </a:lnTo>
                <a:lnTo>
                  <a:pt x="3312" y="2387"/>
                </a:lnTo>
                <a:lnTo>
                  <a:pt x="3313" y="2388"/>
                </a:lnTo>
                <a:lnTo>
                  <a:pt x="3313" y="2389"/>
                </a:lnTo>
                <a:lnTo>
                  <a:pt x="3314" y="2389"/>
                </a:lnTo>
                <a:lnTo>
                  <a:pt x="3314" y="2390"/>
                </a:lnTo>
                <a:lnTo>
                  <a:pt x="3314" y="2392"/>
                </a:lnTo>
                <a:lnTo>
                  <a:pt x="3314" y="2393"/>
                </a:lnTo>
                <a:lnTo>
                  <a:pt x="3314" y="2394"/>
                </a:lnTo>
                <a:lnTo>
                  <a:pt x="3314" y="2396"/>
                </a:lnTo>
                <a:lnTo>
                  <a:pt x="3315" y="2398"/>
                </a:lnTo>
                <a:lnTo>
                  <a:pt x="3316" y="2398"/>
                </a:lnTo>
                <a:lnTo>
                  <a:pt x="3316" y="2397"/>
                </a:lnTo>
                <a:lnTo>
                  <a:pt x="3317" y="2398"/>
                </a:lnTo>
                <a:lnTo>
                  <a:pt x="3318" y="2399"/>
                </a:lnTo>
                <a:lnTo>
                  <a:pt x="3319" y="2400"/>
                </a:lnTo>
                <a:lnTo>
                  <a:pt x="3320" y="2401"/>
                </a:lnTo>
                <a:lnTo>
                  <a:pt x="3320" y="2402"/>
                </a:lnTo>
                <a:lnTo>
                  <a:pt x="3321" y="2403"/>
                </a:lnTo>
                <a:lnTo>
                  <a:pt x="3323" y="2403"/>
                </a:lnTo>
                <a:lnTo>
                  <a:pt x="3324" y="2403"/>
                </a:lnTo>
                <a:lnTo>
                  <a:pt x="3327" y="2405"/>
                </a:lnTo>
                <a:lnTo>
                  <a:pt x="3329" y="2405"/>
                </a:lnTo>
                <a:lnTo>
                  <a:pt x="3331" y="2406"/>
                </a:lnTo>
                <a:lnTo>
                  <a:pt x="3332" y="2406"/>
                </a:lnTo>
                <a:lnTo>
                  <a:pt x="3332" y="2407"/>
                </a:lnTo>
                <a:lnTo>
                  <a:pt x="3333" y="2408"/>
                </a:lnTo>
                <a:lnTo>
                  <a:pt x="3332" y="2408"/>
                </a:lnTo>
                <a:lnTo>
                  <a:pt x="3331" y="2408"/>
                </a:lnTo>
                <a:lnTo>
                  <a:pt x="3332" y="2409"/>
                </a:lnTo>
                <a:lnTo>
                  <a:pt x="3333" y="2410"/>
                </a:lnTo>
                <a:lnTo>
                  <a:pt x="3333" y="2411"/>
                </a:lnTo>
                <a:lnTo>
                  <a:pt x="3332" y="2412"/>
                </a:lnTo>
                <a:lnTo>
                  <a:pt x="3330" y="2412"/>
                </a:lnTo>
                <a:lnTo>
                  <a:pt x="3329" y="2412"/>
                </a:lnTo>
                <a:lnTo>
                  <a:pt x="3328" y="2412"/>
                </a:lnTo>
                <a:lnTo>
                  <a:pt x="3325" y="2412"/>
                </a:lnTo>
                <a:lnTo>
                  <a:pt x="3324" y="2412"/>
                </a:lnTo>
                <a:lnTo>
                  <a:pt x="3325" y="2414"/>
                </a:lnTo>
                <a:lnTo>
                  <a:pt x="3326" y="2416"/>
                </a:lnTo>
                <a:lnTo>
                  <a:pt x="3326" y="2417"/>
                </a:lnTo>
                <a:lnTo>
                  <a:pt x="3327" y="2417"/>
                </a:lnTo>
                <a:lnTo>
                  <a:pt x="3327" y="2418"/>
                </a:lnTo>
                <a:lnTo>
                  <a:pt x="3328" y="2418"/>
                </a:lnTo>
                <a:lnTo>
                  <a:pt x="3329" y="2419"/>
                </a:lnTo>
                <a:lnTo>
                  <a:pt x="3329" y="2420"/>
                </a:lnTo>
                <a:lnTo>
                  <a:pt x="3329" y="2421"/>
                </a:lnTo>
                <a:lnTo>
                  <a:pt x="3330" y="2421"/>
                </a:lnTo>
                <a:lnTo>
                  <a:pt x="3331" y="2421"/>
                </a:lnTo>
                <a:lnTo>
                  <a:pt x="3332" y="2423"/>
                </a:lnTo>
                <a:lnTo>
                  <a:pt x="3333" y="2423"/>
                </a:lnTo>
                <a:lnTo>
                  <a:pt x="3333" y="2424"/>
                </a:lnTo>
                <a:lnTo>
                  <a:pt x="3332" y="2424"/>
                </a:lnTo>
                <a:lnTo>
                  <a:pt x="3331" y="2425"/>
                </a:lnTo>
                <a:lnTo>
                  <a:pt x="3332" y="2426"/>
                </a:lnTo>
                <a:lnTo>
                  <a:pt x="3332" y="2427"/>
                </a:lnTo>
                <a:lnTo>
                  <a:pt x="3333" y="2428"/>
                </a:lnTo>
                <a:lnTo>
                  <a:pt x="3334" y="2428"/>
                </a:lnTo>
                <a:lnTo>
                  <a:pt x="3333" y="2429"/>
                </a:lnTo>
                <a:lnTo>
                  <a:pt x="3332" y="2430"/>
                </a:lnTo>
                <a:lnTo>
                  <a:pt x="3331" y="2431"/>
                </a:lnTo>
                <a:lnTo>
                  <a:pt x="3331" y="2432"/>
                </a:lnTo>
                <a:lnTo>
                  <a:pt x="3330" y="2432"/>
                </a:lnTo>
                <a:lnTo>
                  <a:pt x="3329" y="2435"/>
                </a:lnTo>
                <a:lnTo>
                  <a:pt x="3329" y="2437"/>
                </a:lnTo>
                <a:lnTo>
                  <a:pt x="3330" y="2439"/>
                </a:lnTo>
                <a:lnTo>
                  <a:pt x="3331" y="2441"/>
                </a:lnTo>
                <a:lnTo>
                  <a:pt x="3331" y="2442"/>
                </a:lnTo>
                <a:lnTo>
                  <a:pt x="3330" y="2442"/>
                </a:lnTo>
                <a:lnTo>
                  <a:pt x="3329" y="2442"/>
                </a:lnTo>
                <a:lnTo>
                  <a:pt x="3328" y="2443"/>
                </a:lnTo>
                <a:lnTo>
                  <a:pt x="3327" y="2444"/>
                </a:lnTo>
                <a:lnTo>
                  <a:pt x="3326" y="2444"/>
                </a:lnTo>
                <a:lnTo>
                  <a:pt x="3324" y="2444"/>
                </a:lnTo>
                <a:lnTo>
                  <a:pt x="3324" y="2445"/>
                </a:lnTo>
                <a:lnTo>
                  <a:pt x="3323" y="2446"/>
                </a:lnTo>
                <a:lnTo>
                  <a:pt x="3322" y="2447"/>
                </a:lnTo>
                <a:lnTo>
                  <a:pt x="3322" y="2448"/>
                </a:lnTo>
                <a:lnTo>
                  <a:pt x="3324" y="2448"/>
                </a:lnTo>
                <a:lnTo>
                  <a:pt x="3324" y="2449"/>
                </a:lnTo>
                <a:lnTo>
                  <a:pt x="3325" y="2449"/>
                </a:lnTo>
                <a:lnTo>
                  <a:pt x="3325" y="2452"/>
                </a:lnTo>
                <a:lnTo>
                  <a:pt x="3325" y="2453"/>
                </a:lnTo>
                <a:lnTo>
                  <a:pt x="3324" y="2454"/>
                </a:lnTo>
                <a:lnTo>
                  <a:pt x="3324" y="2455"/>
                </a:lnTo>
                <a:lnTo>
                  <a:pt x="3325" y="2456"/>
                </a:lnTo>
                <a:lnTo>
                  <a:pt x="3326" y="2456"/>
                </a:lnTo>
                <a:lnTo>
                  <a:pt x="3326" y="2457"/>
                </a:lnTo>
                <a:lnTo>
                  <a:pt x="3327" y="2459"/>
                </a:lnTo>
                <a:lnTo>
                  <a:pt x="3327" y="2460"/>
                </a:lnTo>
                <a:lnTo>
                  <a:pt x="3326" y="2461"/>
                </a:lnTo>
                <a:lnTo>
                  <a:pt x="3325" y="2461"/>
                </a:lnTo>
                <a:lnTo>
                  <a:pt x="3325" y="2460"/>
                </a:lnTo>
                <a:lnTo>
                  <a:pt x="3324" y="2459"/>
                </a:lnTo>
                <a:lnTo>
                  <a:pt x="3324" y="2458"/>
                </a:lnTo>
                <a:lnTo>
                  <a:pt x="3323" y="2458"/>
                </a:lnTo>
                <a:lnTo>
                  <a:pt x="3323" y="2459"/>
                </a:lnTo>
                <a:lnTo>
                  <a:pt x="3324" y="2459"/>
                </a:lnTo>
                <a:lnTo>
                  <a:pt x="3323" y="2460"/>
                </a:lnTo>
                <a:lnTo>
                  <a:pt x="3323" y="2461"/>
                </a:lnTo>
                <a:lnTo>
                  <a:pt x="3323" y="2462"/>
                </a:lnTo>
                <a:lnTo>
                  <a:pt x="3322" y="2463"/>
                </a:lnTo>
                <a:lnTo>
                  <a:pt x="3321" y="2463"/>
                </a:lnTo>
                <a:lnTo>
                  <a:pt x="3321" y="2462"/>
                </a:lnTo>
                <a:lnTo>
                  <a:pt x="3319" y="2462"/>
                </a:lnTo>
                <a:lnTo>
                  <a:pt x="3316" y="2463"/>
                </a:lnTo>
                <a:lnTo>
                  <a:pt x="3315" y="2464"/>
                </a:lnTo>
                <a:lnTo>
                  <a:pt x="3314" y="2465"/>
                </a:lnTo>
                <a:lnTo>
                  <a:pt x="3314" y="2466"/>
                </a:lnTo>
                <a:lnTo>
                  <a:pt x="3314" y="2467"/>
                </a:lnTo>
                <a:lnTo>
                  <a:pt x="3313" y="2467"/>
                </a:lnTo>
                <a:lnTo>
                  <a:pt x="3312" y="2467"/>
                </a:lnTo>
                <a:lnTo>
                  <a:pt x="3311" y="2468"/>
                </a:lnTo>
                <a:lnTo>
                  <a:pt x="3310" y="2469"/>
                </a:lnTo>
                <a:lnTo>
                  <a:pt x="3310" y="2471"/>
                </a:lnTo>
                <a:lnTo>
                  <a:pt x="3310" y="2472"/>
                </a:lnTo>
                <a:lnTo>
                  <a:pt x="3308" y="2472"/>
                </a:lnTo>
                <a:lnTo>
                  <a:pt x="3306" y="2473"/>
                </a:lnTo>
                <a:lnTo>
                  <a:pt x="3306" y="2472"/>
                </a:lnTo>
                <a:lnTo>
                  <a:pt x="3305" y="2472"/>
                </a:lnTo>
                <a:lnTo>
                  <a:pt x="3302" y="2471"/>
                </a:lnTo>
                <a:lnTo>
                  <a:pt x="3301" y="2471"/>
                </a:lnTo>
                <a:lnTo>
                  <a:pt x="3300" y="2472"/>
                </a:lnTo>
                <a:lnTo>
                  <a:pt x="3299" y="2472"/>
                </a:lnTo>
                <a:lnTo>
                  <a:pt x="3297" y="2472"/>
                </a:lnTo>
                <a:lnTo>
                  <a:pt x="3296" y="2472"/>
                </a:lnTo>
                <a:lnTo>
                  <a:pt x="3294" y="2473"/>
                </a:lnTo>
                <a:lnTo>
                  <a:pt x="3293" y="2473"/>
                </a:lnTo>
                <a:lnTo>
                  <a:pt x="3291" y="2474"/>
                </a:lnTo>
                <a:lnTo>
                  <a:pt x="3290" y="2473"/>
                </a:lnTo>
                <a:lnTo>
                  <a:pt x="3289" y="2473"/>
                </a:lnTo>
                <a:lnTo>
                  <a:pt x="3288" y="2474"/>
                </a:lnTo>
                <a:lnTo>
                  <a:pt x="3287" y="2474"/>
                </a:lnTo>
                <a:lnTo>
                  <a:pt x="3286" y="2474"/>
                </a:lnTo>
                <a:lnTo>
                  <a:pt x="3285" y="2475"/>
                </a:lnTo>
                <a:lnTo>
                  <a:pt x="3285" y="2474"/>
                </a:lnTo>
                <a:lnTo>
                  <a:pt x="3283" y="2474"/>
                </a:lnTo>
                <a:lnTo>
                  <a:pt x="3282" y="2473"/>
                </a:lnTo>
                <a:lnTo>
                  <a:pt x="3281" y="2473"/>
                </a:lnTo>
                <a:lnTo>
                  <a:pt x="3279" y="2473"/>
                </a:lnTo>
                <a:lnTo>
                  <a:pt x="3277" y="2473"/>
                </a:lnTo>
                <a:lnTo>
                  <a:pt x="3276" y="2473"/>
                </a:lnTo>
                <a:lnTo>
                  <a:pt x="3274" y="2473"/>
                </a:lnTo>
                <a:lnTo>
                  <a:pt x="3273" y="2474"/>
                </a:lnTo>
                <a:lnTo>
                  <a:pt x="3273" y="2473"/>
                </a:lnTo>
                <a:lnTo>
                  <a:pt x="3271" y="2473"/>
                </a:lnTo>
                <a:lnTo>
                  <a:pt x="3271" y="2472"/>
                </a:lnTo>
                <a:lnTo>
                  <a:pt x="3270" y="2472"/>
                </a:lnTo>
                <a:lnTo>
                  <a:pt x="3270" y="2473"/>
                </a:lnTo>
                <a:lnTo>
                  <a:pt x="3269" y="2474"/>
                </a:lnTo>
                <a:lnTo>
                  <a:pt x="3269" y="2475"/>
                </a:lnTo>
                <a:lnTo>
                  <a:pt x="3267" y="2475"/>
                </a:lnTo>
                <a:lnTo>
                  <a:pt x="3266" y="2475"/>
                </a:lnTo>
                <a:lnTo>
                  <a:pt x="3265" y="2475"/>
                </a:lnTo>
                <a:lnTo>
                  <a:pt x="3264" y="2476"/>
                </a:lnTo>
                <a:lnTo>
                  <a:pt x="3263" y="2477"/>
                </a:lnTo>
                <a:lnTo>
                  <a:pt x="3263" y="2476"/>
                </a:lnTo>
                <a:lnTo>
                  <a:pt x="3262" y="2476"/>
                </a:lnTo>
                <a:lnTo>
                  <a:pt x="3261" y="2475"/>
                </a:lnTo>
                <a:lnTo>
                  <a:pt x="3260" y="2475"/>
                </a:lnTo>
                <a:lnTo>
                  <a:pt x="3260" y="2476"/>
                </a:lnTo>
                <a:lnTo>
                  <a:pt x="3259" y="2476"/>
                </a:lnTo>
                <a:lnTo>
                  <a:pt x="3258" y="2476"/>
                </a:lnTo>
                <a:lnTo>
                  <a:pt x="3257" y="2474"/>
                </a:lnTo>
                <a:lnTo>
                  <a:pt x="3257" y="2472"/>
                </a:lnTo>
                <a:lnTo>
                  <a:pt x="3255" y="2470"/>
                </a:lnTo>
                <a:lnTo>
                  <a:pt x="3255" y="2469"/>
                </a:lnTo>
                <a:lnTo>
                  <a:pt x="3254" y="2469"/>
                </a:lnTo>
                <a:lnTo>
                  <a:pt x="3253" y="2466"/>
                </a:lnTo>
                <a:lnTo>
                  <a:pt x="3252" y="2465"/>
                </a:lnTo>
                <a:lnTo>
                  <a:pt x="3253" y="2464"/>
                </a:lnTo>
                <a:lnTo>
                  <a:pt x="3253" y="2461"/>
                </a:lnTo>
                <a:lnTo>
                  <a:pt x="3252" y="2461"/>
                </a:lnTo>
                <a:lnTo>
                  <a:pt x="3252" y="2463"/>
                </a:lnTo>
                <a:lnTo>
                  <a:pt x="3251" y="2463"/>
                </a:lnTo>
                <a:lnTo>
                  <a:pt x="3250" y="2464"/>
                </a:lnTo>
                <a:lnTo>
                  <a:pt x="3249" y="2464"/>
                </a:lnTo>
                <a:lnTo>
                  <a:pt x="3249" y="2465"/>
                </a:lnTo>
                <a:lnTo>
                  <a:pt x="3247" y="2466"/>
                </a:lnTo>
                <a:lnTo>
                  <a:pt x="3246" y="2466"/>
                </a:lnTo>
                <a:lnTo>
                  <a:pt x="3244" y="2467"/>
                </a:lnTo>
                <a:lnTo>
                  <a:pt x="3242" y="2469"/>
                </a:lnTo>
                <a:lnTo>
                  <a:pt x="3242" y="2470"/>
                </a:lnTo>
                <a:lnTo>
                  <a:pt x="3242" y="2471"/>
                </a:lnTo>
                <a:lnTo>
                  <a:pt x="3242" y="2473"/>
                </a:lnTo>
                <a:lnTo>
                  <a:pt x="3241" y="2473"/>
                </a:lnTo>
                <a:lnTo>
                  <a:pt x="3241" y="2474"/>
                </a:lnTo>
                <a:lnTo>
                  <a:pt x="3240" y="2475"/>
                </a:lnTo>
                <a:lnTo>
                  <a:pt x="3239" y="2475"/>
                </a:lnTo>
                <a:lnTo>
                  <a:pt x="3238" y="2475"/>
                </a:lnTo>
                <a:lnTo>
                  <a:pt x="3235" y="2475"/>
                </a:lnTo>
                <a:lnTo>
                  <a:pt x="3234" y="2474"/>
                </a:lnTo>
                <a:lnTo>
                  <a:pt x="3234" y="2473"/>
                </a:lnTo>
                <a:lnTo>
                  <a:pt x="3232" y="2473"/>
                </a:lnTo>
                <a:lnTo>
                  <a:pt x="3232" y="2474"/>
                </a:lnTo>
                <a:lnTo>
                  <a:pt x="3231" y="2473"/>
                </a:lnTo>
                <a:lnTo>
                  <a:pt x="3230" y="2473"/>
                </a:lnTo>
                <a:lnTo>
                  <a:pt x="3230" y="2472"/>
                </a:lnTo>
                <a:lnTo>
                  <a:pt x="3229" y="2471"/>
                </a:lnTo>
                <a:lnTo>
                  <a:pt x="3227" y="2470"/>
                </a:lnTo>
                <a:lnTo>
                  <a:pt x="3226" y="2471"/>
                </a:lnTo>
                <a:lnTo>
                  <a:pt x="3226" y="2472"/>
                </a:lnTo>
                <a:lnTo>
                  <a:pt x="3225" y="2472"/>
                </a:lnTo>
                <a:lnTo>
                  <a:pt x="3224" y="2472"/>
                </a:lnTo>
                <a:lnTo>
                  <a:pt x="3222" y="2472"/>
                </a:lnTo>
                <a:lnTo>
                  <a:pt x="3220" y="2473"/>
                </a:lnTo>
                <a:lnTo>
                  <a:pt x="3220" y="2472"/>
                </a:lnTo>
                <a:lnTo>
                  <a:pt x="3219" y="2472"/>
                </a:lnTo>
                <a:lnTo>
                  <a:pt x="3218" y="2472"/>
                </a:lnTo>
                <a:lnTo>
                  <a:pt x="3218" y="2473"/>
                </a:lnTo>
                <a:lnTo>
                  <a:pt x="3217" y="2473"/>
                </a:lnTo>
                <a:lnTo>
                  <a:pt x="3215" y="2472"/>
                </a:lnTo>
                <a:lnTo>
                  <a:pt x="3213" y="2472"/>
                </a:lnTo>
                <a:lnTo>
                  <a:pt x="3211" y="2473"/>
                </a:lnTo>
                <a:lnTo>
                  <a:pt x="3211" y="2472"/>
                </a:lnTo>
                <a:lnTo>
                  <a:pt x="3210" y="2472"/>
                </a:lnTo>
                <a:lnTo>
                  <a:pt x="3210" y="2473"/>
                </a:lnTo>
                <a:lnTo>
                  <a:pt x="3209" y="2473"/>
                </a:lnTo>
                <a:lnTo>
                  <a:pt x="3209" y="2474"/>
                </a:lnTo>
                <a:lnTo>
                  <a:pt x="3208" y="2474"/>
                </a:lnTo>
                <a:lnTo>
                  <a:pt x="3207" y="2473"/>
                </a:lnTo>
                <a:lnTo>
                  <a:pt x="3207" y="2472"/>
                </a:lnTo>
                <a:lnTo>
                  <a:pt x="3206" y="2472"/>
                </a:lnTo>
                <a:lnTo>
                  <a:pt x="3205" y="2472"/>
                </a:lnTo>
                <a:lnTo>
                  <a:pt x="3205" y="2474"/>
                </a:lnTo>
                <a:lnTo>
                  <a:pt x="3204" y="2475"/>
                </a:lnTo>
                <a:lnTo>
                  <a:pt x="3201" y="2476"/>
                </a:lnTo>
                <a:lnTo>
                  <a:pt x="3200" y="2476"/>
                </a:lnTo>
                <a:lnTo>
                  <a:pt x="3197" y="2476"/>
                </a:lnTo>
                <a:lnTo>
                  <a:pt x="3196" y="2476"/>
                </a:lnTo>
                <a:lnTo>
                  <a:pt x="3195" y="2477"/>
                </a:lnTo>
                <a:lnTo>
                  <a:pt x="3195" y="2478"/>
                </a:lnTo>
                <a:lnTo>
                  <a:pt x="3194" y="2478"/>
                </a:lnTo>
                <a:lnTo>
                  <a:pt x="3193" y="2478"/>
                </a:lnTo>
                <a:lnTo>
                  <a:pt x="3192" y="2478"/>
                </a:lnTo>
                <a:lnTo>
                  <a:pt x="3192" y="2479"/>
                </a:lnTo>
                <a:lnTo>
                  <a:pt x="3191" y="2479"/>
                </a:lnTo>
                <a:lnTo>
                  <a:pt x="3189" y="2479"/>
                </a:lnTo>
                <a:lnTo>
                  <a:pt x="3189" y="2480"/>
                </a:lnTo>
                <a:lnTo>
                  <a:pt x="3190" y="2480"/>
                </a:lnTo>
                <a:lnTo>
                  <a:pt x="3190" y="2481"/>
                </a:lnTo>
                <a:lnTo>
                  <a:pt x="3190" y="2483"/>
                </a:lnTo>
                <a:lnTo>
                  <a:pt x="3189" y="2483"/>
                </a:lnTo>
                <a:lnTo>
                  <a:pt x="3189" y="2482"/>
                </a:lnTo>
                <a:lnTo>
                  <a:pt x="3188" y="2483"/>
                </a:lnTo>
                <a:lnTo>
                  <a:pt x="3188" y="2484"/>
                </a:lnTo>
                <a:lnTo>
                  <a:pt x="3188" y="2485"/>
                </a:lnTo>
                <a:lnTo>
                  <a:pt x="3184" y="2485"/>
                </a:lnTo>
                <a:lnTo>
                  <a:pt x="3183" y="2484"/>
                </a:lnTo>
                <a:lnTo>
                  <a:pt x="3181" y="2482"/>
                </a:lnTo>
                <a:lnTo>
                  <a:pt x="3181" y="2481"/>
                </a:lnTo>
                <a:lnTo>
                  <a:pt x="3181" y="2480"/>
                </a:lnTo>
                <a:lnTo>
                  <a:pt x="3181" y="2479"/>
                </a:lnTo>
                <a:lnTo>
                  <a:pt x="3180" y="2476"/>
                </a:lnTo>
                <a:lnTo>
                  <a:pt x="3180" y="2475"/>
                </a:lnTo>
                <a:lnTo>
                  <a:pt x="3179" y="2474"/>
                </a:lnTo>
                <a:lnTo>
                  <a:pt x="3178" y="2473"/>
                </a:lnTo>
                <a:lnTo>
                  <a:pt x="3179" y="2472"/>
                </a:lnTo>
                <a:lnTo>
                  <a:pt x="3181" y="2470"/>
                </a:lnTo>
                <a:lnTo>
                  <a:pt x="3180" y="2470"/>
                </a:lnTo>
                <a:lnTo>
                  <a:pt x="3180" y="2469"/>
                </a:lnTo>
                <a:lnTo>
                  <a:pt x="3179" y="2469"/>
                </a:lnTo>
                <a:lnTo>
                  <a:pt x="3178" y="2469"/>
                </a:lnTo>
                <a:lnTo>
                  <a:pt x="3178" y="2468"/>
                </a:lnTo>
                <a:lnTo>
                  <a:pt x="3178" y="2466"/>
                </a:lnTo>
                <a:lnTo>
                  <a:pt x="3178" y="2464"/>
                </a:lnTo>
                <a:lnTo>
                  <a:pt x="3178" y="2463"/>
                </a:lnTo>
                <a:lnTo>
                  <a:pt x="3179" y="2463"/>
                </a:lnTo>
                <a:lnTo>
                  <a:pt x="3177" y="2462"/>
                </a:lnTo>
                <a:lnTo>
                  <a:pt x="3176" y="2460"/>
                </a:lnTo>
                <a:lnTo>
                  <a:pt x="3176" y="2459"/>
                </a:lnTo>
                <a:lnTo>
                  <a:pt x="3175" y="2458"/>
                </a:lnTo>
                <a:lnTo>
                  <a:pt x="3174" y="2458"/>
                </a:lnTo>
                <a:lnTo>
                  <a:pt x="3174" y="2457"/>
                </a:lnTo>
                <a:lnTo>
                  <a:pt x="3173" y="2458"/>
                </a:lnTo>
                <a:lnTo>
                  <a:pt x="3172" y="2457"/>
                </a:lnTo>
                <a:lnTo>
                  <a:pt x="3171" y="2457"/>
                </a:lnTo>
                <a:lnTo>
                  <a:pt x="3169" y="2456"/>
                </a:lnTo>
                <a:lnTo>
                  <a:pt x="3168" y="2456"/>
                </a:lnTo>
                <a:lnTo>
                  <a:pt x="3167" y="2456"/>
                </a:lnTo>
                <a:lnTo>
                  <a:pt x="3166" y="2456"/>
                </a:lnTo>
                <a:lnTo>
                  <a:pt x="3165" y="2456"/>
                </a:lnTo>
                <a:lnTo>
                  <a:pt x="3164" y="2456"/>
                </a:lnTo>
                <a:lnTo>
                  <a:pt x="3164" y="2455"/>
                </a:lnTo>
                <a:lnTo>
                  <a:pt x="3164" y="2453"/>
                </a:lnTo>
                <a:lnTo>
                  <a:pt x="3165" y="2452"/>
                </a:lnTo>
                <a:lnTo>
                  <a:pt x="3167" y="2451"/>
                </a:lnTo>
                <a:lnTo>
                  <a:pt x="3168" y="2451"/>
                </a:lnTo>
                <a:lnTo>
                  <a:pt x="3169" y="2451"/>
                </a:lnTo>
                <a:lnTo>
                  <a:pt x="3169" y="2450"/>
                </a:lnTo>
                <a:lnTo>
                  <a:pt x="3168" y="2450"/>
                </a:lnTo>
                <a:lnTo>
                  <a:pt x="3168" y="2449"/>
                </a:lnTo>
                <a:lnTo>
                  <a:pt x="3169" y="2448"/>
                </a:lnTo>
                <a:lnTo>
                  <a:pt x="3169" y="2447"/>
                </a:lnTo>
                <a:lnTo>
                  <a:pt x="3170" y="2447"/>
                </a:lnTo>
                <a:lnTo>
                  <a:pt x="3170" y="2446"/>
                </a:lnTo>
                <a:lnTo>
                  <a:pt x="3171" y="2445"/>
                </a:lnTo>
                <a:lnTo>
                  <a:pt x="3171" y="2444"/>
                </a:lnTo>
                <a:lnTo>
                  <a:pt x="3170" y="2444"/>
                </a:lnTo>
                <a:lnTo>
                  <a:pt x="3170" y="2443"/>
                </a:lnTo>
                <a:lnTo>
                  <a:pt x="3169" y="2443"/>
                </a:lnTo>
                <a:lnTo>
                  <a:pt x="3169" y="2442"/>
                </a:lnTo>
                <a:lnTo>
                  <a:pt x="3168" y="2441"/>
                </a:lnTo>
                <a:lnTo>
                  <a:pt x="3168" y="2440"/>
                </a:lnTo>
                <a:lnTo>
                  <a:pt x="3167" y="2439"/>
                </a:lnTo>
                <a:lnTo>
                  <a:pt x="3167" y="2438"/>
                </a:lnTo>
                <a:lnTo>
                  <a:pt x="3167" y="2436"/>
                </a:lnTo>
                <a:lnTo>
                  <a:pt x="3168" y="2436"/>
                </a:lnTo>
                <a:lnTo>
                  <a:pt x="3168" y="2435"/>
                </a:lnTo>
                <a:lnTo>
                  <a:pt x="3169" y="2435"/>
                </a:lnTo>
                <a:lnTo>
                  <a:pt x="3168" y="2435"/>
                </a:lnTo>
                <a:lnTo>
                  <a:pt x="3168" y="2434"/>
                </a:lnTo>
                <a:lnTo>
                  <a:pt x="3166" y="2434"/>
                </a:lnTo>
                <a:lnTo>
                  <a:pt x="3165" y="2436"/>
                </a:lnTo>
                <a:lnTo>
                  <a:pt x="3164" y="2436"/>
                </a:lnTo>
                <a:lnTo>
                  <a:pt x="3163" y="2435"/>
                </a:lnTo>
                <a:lnTo>
                  <a:pt x="3163" y="2434"/>
                </a:lnTo>
                <a:lnTo>
                  <a:pt x="3161" y="2434"/>
                </a:lnTo>
                <a:lnTo>
                  <a:pt x="3160" y="2433"/>
                </a:lnTo>
                <a:lnTo>
                  <a:pt x="3159" y="2433"/>
                </a:lnTo>
                <a:lnTo>
                  <a:pt x="3158" y="2433"/>
                </a:lnTo>
                <a:lnTo>
                  <a:pt x="3156" y="2433"/>
                </a:lnTo>
                <a:lnTo>
                  <a:pt x="3155" y="2433"/>
                </a:lnTo>
                <a:lnTo>
                  <a:pt x="3155" y="2432"/>
                </a:lnTo>
                <a:lnTo>
                  <a:pt x="3154" y="2430"/>
                </a:lnTo>
                <a:lnTo>
                  <a:pt x="3153" y="2428"/>
                </a:lnTo>
                <a:lnTo>
                  <a:pt x="3152" y="2427"/>
                </a:lnTo>
                <a:lnTo>
                  <a:pt x="3151" y="2424"/>
                </a:lnTo>
                <a:lnTo>
                  <a:pt x="3151" y="2423"/>
                </a:lnTo>
                <a:lnTo>
                  <a:pt x="3152" y="2422"/>
                </a:lnTo>
                <a:lnTo>
                  <a:pt x="3152" y="2421"/>
                </a:lnTo>
                <a:lnTo>
                  <a:pt x="3151" y="2420"/>
                </a:lnTo>
                <a:lnTo>
                  <a:pt x="3150" y="2420"/>
                </a:lnTo>
                <a:lnTo>
                  <a:pt x="3148" y="2419"/>
                </a:lnTo>
                <a:lnTo>
                  <a:pt x="3148" y="2418"/>
                </a:lnTo>
                <a:lnTo>
                  <a:pt x="3148" y="2417"/>
                </a:lnTo>
                <a:lnTo>
                  <a:pt x="3147" y="2417"/>
                </a:lnTo>
                <a:lnTo>
                  <a:pt x="3145" y="2415"/>
                </a:lnTo>
                <a:lnTo>
                  <a:pt x="3144" y="2414"/>
                </a:lnTo>
                <a:lnTo>
                  <a:pt x="3143" y="2414"/>
                </a:lnTo>
                <a:lnTo>
                  <a:pt x="3142" y="2414"/>
                </a:lnTo>
                <a:lnTo>
                  <a:pt x="3142" y="2413"/>
                </a:lnTo>
                <a:lnTo>
                  <a:pt x="3142" y="2412"/>
                </a:lnTo>
                <a:lnTo>
                  <a:pt x="3142" y="2411"/>
                </a:lnTo>
                <a:lnTo>
                  <a:pt x="3142" y="2410"/>
                </a:lnTo>
                <a:lnTo>
                  <a:pt x="3141" y="2409"/>
                </a:lnTo>
                <a:lnTo>
                  <a:pt x="3140" y="2408"/>
                </a:lnTo>
                <a:lnTo>
                  <a:pt x="3140" y="2406"/>
                </a:lnTo>
                <a:lnTo>
                  <a:pt x="3140" y="2405"/>
                </a:lnTo>
                <a:lnTo>
                  <a:pt x="3139" y="2405"/>
                </a:lnTo>
                <a:lnTo>
                  <a:pt x="3138" y="2405"/>
                </a:lnTo>
                <a:lnTo>
                  <a:pt x="3137" y="2404"/>
                </a:lnTo>
                <a:lnTo>
                  <a:pt x="3136" y="2404"/>
                </a:lnTo>
                <a:lnTo>
                  <a:pt x="3137" y="2402"/>
                </a:lnTo>
                <a:lnTo>
                  <a:pt x="3137" y="2401"/>
                </a:lnTo>
                <a:lnTo>
                  <a:pt x="3137" y="2398"/>
                </a:lnTo>
                <a:lnTo>
                  <a:pt x="3137" y="2397"/>
                </a:lnTo>
                <a:lnTo>
                  <a:pt x="3136" y="2397"/>
                </a:lnTo>
                <a:lnTo>
                  <a:pt x="3136" y="2396"/>
                </a:lnTo>
                <a:lnTo>
                  <a:pt x="3136" y="2394"/>
                </a:lnTo>
                <a:lnTo>
                  <a:pt x="3136" y="2393"/>
                </a:lnTo>
                <a:lnTo>
                  <a:pt x="3137" y="2393"/>
                </a:lnTo>
                <a:lnTo>
                  <a:pt x="3137" y="2392"/>
                </a:lnTo>
                <a:lnTo>
                  <a:pt x="3137" y="2391"/>
                </a:lnTo>
                <a:lnTo>
                  <a:pt x="3136" y="2390"/>
                </a:lnTo>
                <a:lnTo>
                  <a:pt x="3137" y="2390"/>
                </a:lnTo>
                <a:lnTo>
                  <a:pt x="3137" y="2389"/>
                </a:lnTo>
                <a:lnTo>
                  <a:pt x="3138" y="2389"/>
                </a:lnTo>
                <a:lnTo>
                  <a:pt x="3139" y="2387"/>
                </a:lnTo>
                <a:lnTo>
                  <a:pt x="3140" y="2386"/>
                </a:lnTo>
                <a:lnTo>
                  <a:pt x="3141" y="2385"/>
                </a:lnTo>
                <a:lnTo>
                  <a:pt x="3142" y="2385"/>
                </a:lnTo>
                <a:lnTo>
                  <a:pt x="3142" y="2386"/>
                </a:lnTo>
                <a:lnTo>
                  <a:pt x="3144" y="2386"/>
                </a:lnTo>
                <a:lnTo>
                  <a:pt x="3144" y="2387"/>
                </a:lnTo>
                <a:lnTo>
                  <a:pt x="3146" y="2386"/>
                </a:lnTo>
                <a:lnTo>
                  <a:pt x="3146" y="2385"/>
                </a:lnTo>
                <a:lnTo>
                  <a:pt x="3147" y="2385"/>
                </a:lnTo>
                <a:lnTo>
                  <a:pt x="3148" y="2385"/>
                </a:lnTo>
                <a:lnTo>
                  <a:pt x="3149" y="2385"/>
                </a:lnTo>
                <a:lnTo>
                  <a:pt x="3151" y="2388"/>
                </a:lnTo>
                <a:lnTo>
                  <a:pt x="3151" y="2389"/>
                </a:lnTo>
                <a:lnTo>
                  <a:pt x="3151" y="2390"/>
                </a:lnTo>
                <a:lnTo>
                  <a:pt x="3151" y="2391"/>
                </a:lnTo>
                <a:lnTo>
                  <a:pt x="3151" y="2392"/>
                </a:lnTo>
                <a:lnTo>
                  <a:pt x="3152" y="2392"/>
                </a:lnTo>
                <a:lnTo>
                  <a:pt x="3152" y="2393"/>
                </a:lnTo>
                <a:lnTo>
                  <a:pt x="3154" y="2395"/>
                </a:lnTo>
                <a:lnTo>
                  <a:pt x="3157" y="2395"/>
                </a:lnTo>
                <a:lnTo>
                  <a:pt x="3157" y="2394"/>
                </a:lnTo>
                <a:lnTo>
                  <a:pt x="3158" y="2394"/>
                </a:lnTo>
                <a:lnTo>
                  <a:pt x="3158" y="2393"/>
                </a:lnTo>
                <a:lnTo>
                  <a:pt x="3159" y="2392"/>
                </a:lnTo>
                <a:lnTo>
                  <a:pt x="3160" y="2392"/>
                </a:lnTo>
                <a:lnTo>
                  <a:pt x="3161" y="2391"/>
                </a:lnTo>
                <a:lnTo>
                  <a:pt x="3161" y="2389"/>
                </a:lnTo>
                <a:lnTo>
                  <a:pt x="3161" y="2387"/>
                </a:lnTo>
                <a:lnTo>
                  <a:pt x="3161" y="2386"/>
                </a:lnTo>
                <a:lnTo>
                  <a:pt x="3161" y="2385"/>
                </a:lnTo>
                <a:lnTo>
                  <a:pt x="3161" y="2383"/>
                </a:lnTo>
                <a:lnTo>
                  <a:pt x="3162" y="2381"/>
                </a:lnTo>
                <a:lnTo>
                  <a:pt x="3162" y="2380"/>
                </a:lnTo>
                <a:lnTo>
                  <a:pt x="3162" y="2378"/>
                </a:lnTo>
                <a:lnTo>
                  <a:pt x="3163" y="2377"/>
                </a:lnTo>
                <a:lnTo>
                  <a:pt x="3164" y="2377"/>
                </a:lnTo>
                <a:lnTo>
                  <a:pt x="3164" y="2376"/>
                </a:lnTo>
                <a:lnTo>
                  <a:pt x="3164" y="2377"/>
                </a:lnTo>
                <a:lnTo>
                  <a:pt x="3165" y="2376"/>
                </a:lnTo>
                <a:lnTo>
                  <a:pt x="3164" y="2375"/>
                </a:lnTo>
                <a:lnTo>
                  <a:pt x="3164" y="2374"/>
                </a:lnTo>
                <a:lnTo>
                  <a:pt x="3163" y="2374"/>
                </a:lnTo>
                <a:lnTo>
                  <a:pt x="3163" y="2373"/>
                </a:lnTo>
                <a:lnTo>
                  <a:pt x="3162" y="2373"/>
                </a:lnTo>
                <a:lnTo>
                  <a:pt x="3163" y="2373"/>
                </a:lnTo>
                <a:lnTo>
                  <a:pt x="3163" y="2372"/>
                </a:lnTo>
                <a:lnTo>
                  <a:pt x="3163" y="2371"/>
                </a:lnTo>
                <a:lnTo>
                  <a:pt x="3162" y="2370"/>
                </a:lnTo>
                <a:lnTo>
                  <a:pt x="3161" y="2370"/>
                </a:lnTo>
                <a:lnTo>
                  <a:pt x="3161" y="2369"/>
                </a:lnTo>
                <a:lnTo>
                  <a:pt x="3160" y="2369"/>
                </a:lnTo>
                <a:lnTo>
                  <a:pt x="3159" y="2368"/>
                </a:lnTo>
                <a:lnTo>
                  <a:pt x="3157" y="2367"/>
                </a:lnTo>
                <a:lnTo>
                  <a:pt x="3157" y="2366"/>
                </a:lnTo>
                <a:lnTo>
                  <a:pt x="3156" y="2366"/>
                </a:lnTo>
                <a:lnTo>
                  <a:pt x="3155" y="2364"/>
                </a:lnTo>
                <a:lnTo>
                  <a:pt x="3154" y="2364"/>
                </a:lnTo>
                <a:lnTo>
                  <a:pt x="3153" y="2363"/>
                </a:lnTo>
                <a:lnTo>
                  <a:pt x="3152" y="2363"/>
                </a:lnTo>
                <a:lnTo>
                  <a:pt x="3151" y="2362"/>
                </a:lnTo>
                <a:lnTo>
                  <a:pt x="3151" y="2360"/>
                </a:lnTo>
                <a:lnTo>
                  <a:pt x="3152" y="2360"/>
                </a:lnTo>
                <a:lnTo>
                  <a:pt x="3153" y="2359"/>
                </a:lnTo>
                <a:lnTo>
                  <a:pt x="3156" y="2358"/>
                </a:lnTo>
                <a:lnTo>
                  <a:pt x="3156" y="2356"/>
                </a:lnTo>
                <a:lnTo>
                  <a:pt x="3155" y="2355"/>
                </a:lnTo>
                <a:lnTo>
                  <a:pt x="3156" y="2354"/>
                </a:lnTo>
                <a:lnTo>
                  <a:pt x="3156" y="2353"/>
                </a:lnTo>
                <a:lnTo>
                  <a:pt x="3155" y="2353"/>
                </a:lnTo>
                <a:lnTo>
                  <a:pt x="3155" y="2352"/>
                </a:lnTo>
                <a:lnTo>
                  <a:pt x="3155" y="2351"/>
                </a:lnTo>
                <a:lnTo>
                  <a:pt x="3155" y="2350"/>
                </a:lnTo>
                <a:lnTo>
                  <a:pt x="3155" y="2349"/>
                </a:lnTo>
                <a:lnTo>
                  <a:pt x="3156" y="2349"/>
                </a:lnTo>
                <a:lnTo>
                  <a:pt x="3156" y="2348"/>
                </a:lnTo>
                <a:lnTo>
                  <a:pt x="3156" y="2347"/>
                </a:lnTo>
                <a:lnTo>
                  <a:pt x="3155" y="2347"/>
                </a:lnTo>
                <a:lnTo>
                  <a:pt x="3154" y="2347"/>
                </a:lnTo>
                <a:lnTo>
                  <a:pt x="3153" y="2346"/>
                </a:lnTo>
                <a:lnTo>
                  <a:pt x="3153" y="2345"/>
                </a:lnTo>
                <a:lnTo>
                  <a:pt x="3153" y="2344"/>
                </a:lnTo>
                <a:lnTo>
                  <a:pt x="3152" y="2344"/>
                </a:lnTo>
                <a:lnTo>
                  <a:pt x="3148" y="2344"/>
                </a:lnTo>
                <a:lnTo>
                  <a:pt x="3146" y="2344"/>
                </a:lnTo>
                <a:lnTo>
                  <a:pt x="3145" y="2345"/>
                </a:lnTo>
                <a:lnTo>
                  <a:pt x="3144" y="2345"/>
                </a:lnTo>
                <a:lnTo>
                  <a:pt x="3144" y="2343"/>
                </a:lnTo>
                <a:lnTo>
                  <a:pt x="3145" y="2342"/>
                </a:lnTo>
                <a:lnTo>
                  <a:pt x="3147" y="2342"/>
                </a:lnTo>
                <a:lnTo>
                  <a:pt x="3148" y="2341"/>
                </a:lnTo>
                <a:lnTo>
                  <a:pt x="3149" y="2340"/>
                </a:lnTo>
                <a:lnTo>
                  <a:pt x="3150" y="2340"/>
                </a:lnTo>
                <a:lnTo>
                  <a:pt x="3150" y="2338"/>
                </a:lnTo>
                <a:lnTo>
                  <a:pt x="3151" y="2337"/>
                </a:lnTo>
                <a:lnTo>
                  <a:pt x="3152" y="2335"/>
                </a:lnTo>
                <a:lnTo>
                  <a:pt x="3152" y="2334"/>
                </a:lnTo>
                <a:lnTo>
                  <a:pt x="3151" y="2333"/>
                </a:lnTo>
                <a:lnTo>
                  <a:pt x="3150" y="2333"/>
                </a:lnTo>
                <a:lnTo>
                  <a:pt x="3149" y="2332"/>
                </a:lnTo>
                <a:lnTo>
                  <a:pt x="3148" y="2330"/>
                </a:lnTo>
                <a:lnTo>
                  <a:pt x="3147" y="2330"/>
                </a:lnTo>
                <a:lnTo>
                  <a:pt x="3147" y="2329"/>
                </a:lnTo>
                <a:lnTo>
                  <a:pt x="3147" y="2328"/>
                </a:lnTo>
                <a:lnTo>
                  <a:pt x="3146" y="2328"/>
                </a:lnTo>
                <a:lnTo>
                  <a:pt x="3145" y="2328"/>
                </a:lnTo>
                <a:lnTo>
                  <a:pt x="3143" y="2328"/>
                </a:lnTo>
                <a:lnTo>
                  <a:pt x="3142" y="2328"/>
                </a:lnTo>
                <a:lnTo>
                  <a:pt x="3141" y="2328"/>
                </a:lnTo>
                <a:lnTo>
                  <a:pt x="3140" y="2330"/>
                </a:lnTo>
                <a:lnTo>
                  <a:pt x="3139" y="2330"/>
                </a:lnTo>
                <a:lnTo>
                  <a:pt x="3139" y="2332"/>
                </a:lnTo>
                <a:lnTo>
                  <a:pt x="3140" y="2333"/>
                </a:lnTo>
                <a:lnTo>
                  <a:pt x="3140" y="2334"/>
                </a:lnTo>
                <a:lnTo>
                  <a:pt x="3141" y="2334"/>
                </a:lnTo>
                <a:lnTo>
                  <a:pt x="3141" y="2335"/>
                </a:lnTo>
                <a:lnTo>
                  <a:pt x="3140" y="2337"/>
                </a:lnTo>
                <a:lnTo>
                  <a:pt x="3140" y="2338"/>
                </a:lnTo>
                <a:lnTo>
                  <a:pt x="3139" y="2338"/>
                </a:lnTo>
                <a:lnTo>
                  <a:pt x="3137" y="2341"/>
                </a:lnTo>
                <a:lnTo>
                  <a:pt x="3132" y="2342"/>
                </a:lnTo>
                <a:lnTo>
                  <a:pt x="3131" y="2342"/>
                </a:lnTo>
                <a:lnTo>
                  <a:pt x="3129" y="2342"/>
                </a:lnTo>
                <a:lnTo>
                  <a:pt x="3126" y="2341"/>
                </a:lnTo>
                <a:lnTo>
                  <a:pt x="3125" y="2341"/>
                </a:lnTo>
                <a:lnTo>
                  <a:pt x="3125" y="2340"/>
                </a:lnTo>
                <a:lnTo>
                  <a:pt x="3126" y="2340"/>
                </a:lnTo>
                <a:lnTo>
                  <a:pt x="3127" y="2340"/>
                </a:lnTo>
                <a:lnTo>
                  <a:pt x="3128" y="2339"/>
                </a:lnTo>
                <a:lnTo>
                  <a:pt x="3129" y="2339"/>
                </a:lnTo>
                <a:lnTo>
                  <a:pt x="3129" y="2338"/>
                </a:lnTo>
                <a:lnTo>
                  <a:pt x="3129" y="2337"/>
                </a:lnTo>
                <a:lnTo>
                  <a:pt x="3128" y="2335"/>
                </a:lnTo>
                <a:lnTo>
                  <a:pt x="3129" y="2335"/>
                </a:lnTo>
                <a:lnTo>
                  <a:pt x="3130" y="2336"/>
                </a:lnTo>
                <a:lnTo>
                  <a:pt x="3131" y="2336"/>
                </a:lnTo>
                <a:lnTo>
                  <a:pt x="3131" y="2335"/>
                </a:lnTo>
                <a:lnTo>
                  <a:pt x="3130" y="2335"/>
                </a:lnTo>
                <a:lnTo>
                  <a:pt x="3130" y="2334"/>
                </a:lnTo>
                <a:lnTo>
                  <a:pt x="3130" y="2333"/>
                </a:lnTo>
                <a:lnTo>
                  <a:pt x="3130" y="2332"/>
                </a:lnTo>
                <a:lnTo>
                  <a:pt x="3131" y="2332"/>
                </a:lnTo>
                <a:lnTo>
                  <a:pt x="3131" y="2331"/>
                </a:lnTo>
                <a:lnTo>
                  <a:pt x="3130" y="2330"/>
                </a:lnTo>
                <a:lnTo>
                  <a:pt x="3129" y="2330"/>
                </a:lnTo>
                <a:lnTo>
                  <a:pt x="3128" y="2330"/>
                </a:lnTo>
                <a:lnTo>
                  <a:pt x="3127" y="2329"/>
                </a:lnTo>
                <a:lnTo>
                  <a:pt x="3126" y="2328"/>
                </a:lnTo>
                <a:lnTo>
                  <a:pt x="3125" y="2329"/>
                </a:lnTo>
                <a:lnTo>
                  <a:pt x="3123" y="2329"/>
                </a:lnTo>
                <a:lnTo>
                  <a:pt x="3121" y="2328"/>
                </a:lnTo>
                <a:lnTo>
                  <a:pt x="3120" y="2327"/>
                </a:lnTo>
                <a:lnTo>
                  <a:pt x="3119" y="2327"/>
                </a:lnTo>
                <a:lnTo>
                  <a:pt x="3119" y="2326"/>
                </a:lnTo>
                <a:lnTo>
                  <a:pt x="3120" y="2326"/>
                </a:lnTo>
                <a:lnTo>
                  <a:pt x="3120" y="2325"/>
                </a:lnTo>
                <a:lnTo>
                  <a:pt x="3120" y="2323"/>
                </a:lnTo>
                <a:lnTo>
                  <a:pt x="3120" y="2322"/>
                </a:lnTo>
                <a:lnTo>
                  <a:pt x="3120" y="2319"/>
                </a:lnTo>
                <a:lnTo>
                  <a:pt x="3121" y="2317"/>
                </a:lnTo>
                <a:lnTo>
                  <a:pt x="3122" y="2315"/>
                </a:lnTo>
                <a:lnTo>
                  <a:pt x="3121" y="2314"/>
                </a:lnTo>
                <a:lnTo>
                  <a:pt x="3119" y="2313"/>
                </a:lnTo>
                <a:lnTo>
                  <a:pt x="3118" y="2312"/>
                </a:lnTo>
                <a:lnTo>
                  <a:pt x="3115" y="2311"/>
                </a:lnTo>
                <a:lnTo>
                  <a:pt x="3114" y="2311"/>
                </a:lnTo>
                <a:lnTo>
                  <a:pt x="3113" y="2311"/>
                </a:lnTo>
                <a:lnTo>
                  <a:pt x="3112" y="2310"/>
                </a:lnTo>
                <a:lnTo>
                  <a:pt x="3111" y="2311"/>
                </a:lnTo>
                <a:lnTo>
                  <a:pt x="3110" y="2311"/>
                </a:lnTo>
                <a:lnTo>
                  <a:pt x="3110" y="2310"/>
                </a:lnTo>
                <a:lnTo>
                  <a:pt x="3109" y="2310"/>
                </a:lnTo>
                <a:lnTo>
                  <a:pt x="3109" y="2309"/>
                </a:lnTo>
                <a:lnTo>
                  <a:pt x="3108" y="2308"/>
                </a:lnTo>
                <a:lnTo>
                  <a:pt x="3107" y="2307"/>
                </a:lnTo>
                <a:lnTo>
                  <a:pt x="3106" y="2307"/>
                </a:lnTo>
                <a:lnTo>
                  <a:pt x="3105" y="2307"/>
                </a:lnTo>
                <a:lnTo>
                  <a:pt x="3104" y="2306"/>
                </a:lnTo>
                <a:lnTo>
                  <a:pt x="3103" y="2305"/>
                </a:lnTo>
                <a:lnTo>
                  <a:pt x="3100" y="2304"/>
                </a:lnTo>
                <a:lnTo>
                  <a:pt x="3099" y="2303"/>
                </a:lnTo>
                <a:lnTo>
                  <a:pt x="3098" y="2302"/>
                </a:lnTo>
                <a:lnTo>
                  <a:pt x="3098" y="2301"/>
                </a:lnTo>
                <a:lnTo>
                  <a:pt x="3100" y="2300"/>
                </a:lnTo>
                <a:lnTo>
                  <a:pt x="3101" y="2299"/>
                </a:lnTo>
                <a:lnTo>
                  <a:pt x="3101" y="2298"/>
                </a:lnTo>
                <a:lnTo>
                  <a:pt x="3102" y="2298"/>
                </a:lnTo>
                <a:lnTo>
                  <a:pt x="3102" y="2299"/>
                </a:lnTo>
                <a:lnTo>
                  <a:pt x="3103" y="2299"/>
                </a:lnTo>
                <a:lnTo>
                  <a:pt x="3103" y="2298"/>
                </a:lnTo>
                <a:lnTo>
                  <a:pt x="3104" y="2298"/>
                </a:lnTo>
                <a:lnTo>
                  <a:pt x="3104" y="2297"/>
                </a:lnTo>
                <a:lnTo>
                  <a:pt x="3104" y="2296"/>
                </a:lnTo>
                <a:lnTo>
                  <a:pt x="3105" y="2296"/>
                </a:lnTo>
                <a:lnTo>
                  <a:pt x="3106" y="2295"/>
                </a:lnTo>
                <a:lnTo>
                  <a:pt x="3107" y="2295"/>
                </a:lnTo>
                <a:lnTo>
                  <a:pt x="3108" y="2294"/>
                </a:lnTo>
                <a:lnTo>
                  <a:pt x="3110" y="2292"/>
                </a:lnTo>
                <a:lnTo>
                  <a:pt x="3110" y="2289"/>
                </a:lnTo>
                <a:lnTo>
                  <a:pt x="3109" y="2287"/>
                </a:lnTo>
                <a:lnTo>
                  <a:pt x="3107" y="2286"/>
                </a:lnTo>
                <a:lnTo>
                  <a:pt x="3106" y="2286"/>
                </a:lnTo>
                <a:lnTo>
                  <a:pt x="3105" y="2286"/>
                </a:lnTo>
                <a:lnTo>
                  <a:pt x="3104" y="2286"/>
                </a:lnTo>
                <a:lnTo>
                  <a:pt x="3104" y="2285"/>
                </a:lnTo>
                <a:lnTo>
                  <a:pt x="3104" y="2284"/>
                </a:lnTo>
                <a:lnTo>
                  <a:pt x="3103" y="2283"/>
                </a:lnTo>
                <a:lnTo>
                  <a:pt x="3102" y="2283"/>
                </a:lnTo>
                <a:lnTo>
                  <a:pt x="3101" y="2280"/>
                </a:lnTo>
                <a:lnTo>
                  <a:pt x="3101" y="2279"/>
                </a:lnTo>
                <a:lnTo>
                  <a:pt x="3102" y="2275"/>
                </a:lnTo>
                <a:lnTo>
                  <a:pt x="3103" y="2275"/>
                </a:lnTo>
                <a:lnTo>
                  <a:pt x="3103" y="2273"/>
                </a:lnTo>
                <a:lnTo>
                  <a:pt x="3103" y="2272"/>
                </a:lnTo>
                <a:lnTo>
                  <a:pt x="3103" y="2271"/>
                </a:lnTo>
                <a:lnTo>
                  <a:pt x="3102" y="2271"/>
                </a:lnTo>
                <a:lnTo>
                  <a:pt x="3101" y="2270"/>
                </a:lnTo>
                <a:lnTo>
                  <a:pt x="3101" y="2269"/>
                </a:lnTo>
                <a:lnTo>
                  <a:pt x="3101" y="2268"/>
                </a:lnTo>
                <a:lnTo>
                  <a:pt x="3100" y="2267"/>
                </a:lnTo>
                <a:lnTo>
                  <a:pt x="3099" y="2266"/>
                </a:lnTo>
                <a:lnTo>
                  <a:pt x="3098" y="2266"/>
                </a:lnTo>
                <a:lnTo>
                  <a:pt x="3097" y="2266"/>
                </a:lnTo>
                <a:lnTo>
                  <a:pt x="3096" y="2265"/>
                </a:lnTo>
                <a:lnTo>
                  <a:pt x="3095" y="2265"/>
                </a:lnTo>
                <a:lnTo>
                  <a:pt x="3095" y="2264"/>
                </a:lnTo>
                <a:lnTo>
                  <a:pt x="3094" y="2264"/>
                </a:lnTo>
                <a:lnTo>
                  <a:pt x="3094" y="2263"/>
                </a:lnTo>
                <a:lnTo>
                  <a:pt x="3092" y="2263"/>
                </a:lnTo>
                <a:lnTo>
                  <a:pt x="3088" y="2259"/>
                </a:lnTo>
                <a:lnTo>
                  <a:pt x="3088" y="2257"/>
                </a:lnTo>
                <a:lnTo>
                  <a:pt x="3086" y="2255"/>
                </a:lnTo>
                <a:lnTo>
                  <a:pt x="3085" y="2255"/>
                </a:lnTo>
                <a:lnTo>
                  <a:pt x="3084" y="2254"/>
                </a:lnTo>
                <a:lnTo>
                  <a:pt x="3082" y="2254"/>
                </a:lnTo>
                <a:lnTo>
                  <a:pt x="3081" y="2253"/>
                </a:lnTo>
                <a:lnTo>
                  <a:pt x="3080" y="2253"/>
                </a:lnTo>
                <a:lnTo>
                  <a:pt x="3079" y="2253"/>
                </a:lnTo>
                <a:lnTo>
                  <a:pt x="3079" y="2252"/>
                </a:lnTo>
                <a:lnTo>
                  <a:pt x="3078" y="2252"/>
                </a:lnTo>
                <a:lnTo>
                  <a:pt x="3077" y="2252"/>
                </a:lnTo>
                <a:lnTo>
                  <a:pt x="3076" y="2251"/>
                </a:lnTo>
                <a:lnTo>
                  <a:pt x="3076" y="2248"/>
                </a:lnTo>
                <a:lnTo>
                  <a:pt x="3076" y="2247"/>
                </a:lnTo>
                <a:lnTo>
                  <a:pt x="3073" y="2243"/>
                </a:lnTo>
                <a:lnTo>
                  <a:pt x="3073" y="2242"/>
                </a:lnTo>
                <a:lnTo>
                  <a:pt x="3072" y="2242"/>
                </a:lnTo>
                <a:lnTo>
                  <a:pt x="3072" y="2243"/>
                </a:lnTo>
                <a:lnTo>
                  <a:pt x="3072" y="2242"/>
                </a:lnTo>
                <a:lnTo>
                  <a:pt x="3071" y="2242"/>
                </a:lnTo>
                <a:lnTo>
                  <a:pt x="3070" y="2241"/>
                </a:lnTo>
                <a:lnTo>
                  <a:pt x="3070" y="2239"/>
                </a:lnTo>
                <a:lnTo>
                  <a:pt x="3068" y="2238"/>
                </a:lnTo>
                <a:lnTo>
                  <a:pt x="3066" y="2237"/>
                </a:lnTo>
                <a:lnTo>
                  <a:pt x="3065" y="2237"/>
                </a:lnTo>
                <a:lnTo>
                  <a:pt x="3062" y="2234"/>
                </a:lnTo>
                <a:lnTo>
                  <a:pt x="3063" y="2233"/>
                </a:lnTo>
                <a:lnTo>
                  <a:pt x="3063" y="2231"/>
                </a:lnTo>
                <a:lnTo>
                  <a:pt x="3064" y="2229"/>
                </a:lnTo>
                <a:lnTo>
                  <a:pt x="3063" y="2228"/>
                </a:lnTo>
                <a:lnTo>
                  <a:pt x="3063" y="2229"/>
                </a:lnTo>
                <a:lnTo>
                  <a:pt x="3062" y="2229"/>
                </a:lnTo>
                <a:lnTo>
                  <a:pt x="3061" y="2229"/>
                </a:lnTo>
                <a:lnTo>
                  <a:pt x="3059" y="2230"/>
                </a:lnTo>
                <a:lnTo>
                  <a:pt x="3057" y="2231"/>
                </a:lnTo>
                <a:lnTo>
                  <a:pt x="3056" y="2232"/>
                </a:lnTo>
                <a:lnTo>
                  <a:pt x="3056" y="2233"/>
                </a:lnTo>
                <a:lnTo>
                  <a:pt x="3054" y="2233"/>
                </a:lnTo>
                <a:lnTo>
                  <a:pt x="3052" y="2234"/>
                </a:lnTo>
                <a:lnTo>
                  <a:pt x="3051" y="2235"/>
                </a:lnTo>
                <a:lnTo>
                  <a:pt x="3050" y="2236"/>
                </a:lnTo>
                <a:lnTo>
                  <a:pt x="3047" y="2237"/>
                </a:lnTo>
                <a:lnTo>
                  <a:pt x="3047" y="2238"/>
                </a:lnTo>
                <a:lnTo>
                  <a:pt x="3047" y="2237"/>
                </a:lnTo>
                <a:lnTo>
                  <a:pt x="3046" y="2237"/>
                </a:lnTo>
                <a:lnTo>
                  <a:pt x="3045" y="2237"/>
                </a:lnTo>
                <a:lnTo>
                  <a:pt x="3045" y="2238"/>
                </a:lnTo>
                <a:lnTo>
                  <a:pt x="3044" y="2238"/>
                </a:lnTo>
                <a:lnTo>
                  <a:pt x="3041" y="2237"/>
                </a:lnTo>
                <a:lnTo>
                  <a:pt x="3038" y="2237"/>
                </a:lnTo>
                <a:lnTo>
                  <a:pt x="3036" y="2237"/>
                </a:lnTo>
                <a:lnTo>
                  <a:pt x="3035" y="2237"/>
                </a:lnTo>
                <a:lnTo>
                  <a:pt x="3035" y="2236"/>
                </a:lnTo>
                <a:lnTo>
                  <a:pt x="3034" y="2236"/>
                </a:lnTo>
                <a:lnTo>
                  <a:pt x="3034" y="2235"/>
                </a:lnTo>
                <a:lnTo>
                  <a:pt x="3033" y="2235"/>
                </a:lnTo>
                <a:lnTo>
                  <a:pt x="3031" y="2235"/>
                </a:lnTo>
                <a:lnTo>
                  <a:pt x="3028" y="2235"/>
                </a:lnTo>
                <a:lnTo>
                  <a:pt x="3027" y="2235"/>
                </a:lnTo>
                <a:lnTo>
                  <a:pt x="3026" y="2235"/>
                </a:lnTo>
                <a:lnTo>
                  <a:pt x="3023" y="2236"/>
                </a:lnTo>
                <a:lnTo>
                  <a:pt x="3023" y="2237"/>
                </a:lnTo>
                <a:lnTo>
                  <a:pt x="3022" y="2239"/>
                </a:lnTo>
                <a:lnTo>
                  <a:pt x="3021" y="2239"/>
                </a:lnTo>
                <a:lnTo>
                  <a:pt x="3021" y="2238"/>
                </a:lnTo>
                <a:lnTo>
                  <a:pt x="3020" y="2237"/>
                </a:lnTo>
                <a:lnTo>
                  <a:pt x="3019" y="2238"/>
                </a:lnTo>
                <a:lnTo>
                  <a:pt x="3018" y="2238"/>
                </a:lnTo>
                <a:lnTo>
                  <a:pt x="3017" y="2238"/>
                </a:lnTo>
                <a:lnTo>
                  <a:pt x="3016" y="2238"/>
                </a:lnTo>
                <a:lnTo>
                  <a:pt x="3015" y="2238"/>
                </a:lnTo>
                <a:lnTo>
                  <a:pt x="3014" y="2238"/>
                </a:lnTo>
                <a:lnTo>
                  <a:pt x="3013" y="2238"/>
                </a:lnTo>
                <a:lnTo>
                  <a:pt x="3012" y="2238"/>
                </a:lnTo>
                <a:lnTo>
                  <a:pt x="3012" y="2239"/>
                </a:lnTo>
                <a:lnTo>
                  <a:pt x="3012" y="2240"/>
                </a:lnTo>
                <a:lnTo>
                  <a:pt x="3011" y="2241"/>
                </a:lnTo>
                <a:lnTo>
                  <a:pt x="3010" y="2242"/>
                </a:lnTo>
                <a:lnTo>
                  <a:pt x="3009" y="2242"/>
                </a:lnTo>
                <a:lnTo>
                  <a:pt x="3009" y="2243"/>
                </a:lnTo>
                <a:lnTo>
                  <a:pt x="3009" y="2245"/>
                </a:lnTo>
                <a:lnTo>
                  <a:pt x="3009" y="2246"/>
                </a:lnTo>
                <a:lnTo>
                  <a:pt x="3009" y="2247"/>
                </a:lnTo>
                <a:lnTo>
                  <a:pt x="3009" y="2248"/>
                </a:lnTo>
                <a:lnTo>
                  <a:pt x="3008" y="2249"/>
                </a:lnTo>
                <a:lnTo>
                  <a:pt x="3007" y="2249"/>
                </a:lnTo>
                <a:lnTo>
                  <a:pt x="3007" y="2250"/>
                </a:lnTo>
                <a:lnTo>
                  <a:pt x="3006" y="2251"/>
                </a:lnTo>
                <a:lnTo>
                  <a:pt x="3005" y="2251"/>
                </a:lnTo>
                <a:lnTo>
                  <a:pt x="3004" y="2253"/>
                </a:lnTo>
                <a:lnTo>
                  <a:pt x="3004" y="2255"/>
                </a:lnTo>
                <a:lnTo>
                  <a:pt x="3004" y="2256"/>
                </a:lnTo>
                <a:lnTo>
                  <a:pt x="3004" y="2257"/>
                </a:lnTo>
                <a:lnTo>
                  <a:pt x="3005" y="2256"/>
                </a:lnTo>
                <a:lnTo>
                  <a:pt x="3006" y="2256"/>
                </a:lnTo>
                <a:lnTo>
                  <a:pt x="3007" y="2256"/>
                </a:lnTo>
                <a:lnTo>
                  <a:pt x="3007" y="2257"/>
                </a:lnTo>
                <a:lnTo>
                  <a:pt x="3008" y="2260"/>
                </a:lnTo>
                <a:lnTo>
                  <a:pt x="3008" y="2261"/>
                </a:lnTo>
                <a:lnTo>
                  <a:pt x="3008" y="2262"/>
                </a:lnTo>
                <a:lnTo>
                  <a:pt x="3008" y="2264"/>
                </a:lnTo>
                <a:lnTo>
                  <a:pt x="3008" y="2265"/>
                </a:lnTo>
                <a:lnTo>
                  <a:pt x="3008" y="2266"/>
                </a:lnTo>
                <a:lnTo>
                  <a:pt x="3007" y="2266"/>
                </a:lnTo>
                <a:lnTo>
                  <a:pt x="3006" y="2267"/>
                </a:lnTo>
                <a:lnTo>
                  <a:pt x="3005" y="2268"/>
                </a:lnTo>
                <a:lnTo>
                  <a:pt x="3004" y="2268"/>
                </a:lnTo>
                <a:lnTo>
                  <a:pt x="3002" y="2269"/>
                </a:lnTo>
                <a:lnTo>
                  <a:pt x="3001" y="2269"/>
                </a:lnTo>
                <a:lnTo>
                  <a:pt x="3000" y="2269"/>
                </a:lnTo>
                <a:lnTo>
                  <a:pt x="2999" y="2269"/>
                </a:lnTo>
                <a:lnTo>
                  <a:pt x="2998" y="2269"/>
                </a:lnTo>
                <a:lnTo>
                  <a:pt x="2997" y="2269"/>
                </a:lnTo>
                <a:lnTo>
                  <a:pt x="2996" y="2269"/>
                </a:lnTo>
                <a:lnTo>
                  <a:pt x="2995" y="2269"/>
                </a:lnTo>
                <a:lnTo>
                  <a:pt x="2995" y="2268"/>
                </a:lnTo>
                <a:lnTo>
                  <a:pt x="2994" y="2268"/>
                </a:lnTo>
                <a:lnTo>
                  <a:pt x="2992" y="2268"/>
                </a:lnTo>
                <a:lnTo>
                  <a:pt x="2991" y="2267"/>
                </a:lnTo>
                <a:lnTo>
                  <a:pt x="2990" y="2267"/>
                </a:lnTo>
                <a:lnTo>
                  <a:pt x="2989" y="2266"/>
                </a:lnTo>
                <a:lnTo>
                  <a:pt x="2988" y="2266"/>
                </a:lnTo>
                <a:lnTo>
                  <a:pt x="2987" y="2266"/>
                </a:lnTo>
                <a:lnTo>
                  <a:pt x="2986" y="2267"/>
                </a:lnTo>
                <a:lnTo>
                  <a:pt x="2986" y="2268"/>
                </a:lnTo>
                <a:lnTo>
                  <a:pt x="2985" y="2268"/>
                </a:lnTo>
                <a:lnTo>
                  <a:pt x="2984" y="2268"/>
                </a:lnTo>
                <a:lnTo>
                  <a:pt x="2983" y="2268"/>
                </a:lnTo>
                <a:lnTo>
                  <a:pt x="2979" y="2269"/>
                </a:lnTo>
                <a:lnTo>
                  <a:pt x="2977" y="2270"/>
                </a:lnTo>
                <a:lnTo>
                  <a:pt x="2973" y="2271"/>
                </a:lnTo>
                <a:lnTo>
                  <a:pt x="2971" y="2271"/>
                </a:lnTo>
                <a:lnTo>
                  <a:pt x="2970" y="2271"/>
                </a:lnTo>
                <a:lnTo>
                  <a:pt x="2966" y="2270"/>
                </a:lnTo>
                <a:lnTo>
                  <a:pt x="2965" y="2270"/>
                </a:lnTo>
                <a:lnTo>
                  <a:pt x="2965" y="2271"/>
                </a:lnTo>
                <a:lnTo>
                  <a:pt x="2964" y="2271"/>
                </a:lnTo>
                <a:lnTo>
                  <a:pt x="2963" y="2270"/>
                </a:lnTo>
                <a:lnTo>
                  <a:pt x="2961" y="2269"/>
                </a:lnTo>
                <a:lnTo>
                  <a:pt x="2960" y="2270"/>
                </a:lnTo>
                <a:lnTo>
                  <a:pt x="2960" y="2272"/>
                </a:lnTo>
                <a:lnTo>
                  <a:pt x="2959" y="2273"/>
                </a:lnTo>
                <a:lnTo>
                  <a:pt x="2959" y="2274"/>
                </a:lnTo>
                <a:lnTo>
                  <a:pt x="2958" y="2274"/>
                </a:lnTo>
                <a:lnTo>
                  <a:pt x="2957" y="2275"/>
                </a:lnTo>
                <a:lnTo>
                  <a:pt x="2955" y="2276"/>
                </a:lnTo>
                <a:lnTo>
                  <a:pt x="2953" y="2276"/>
                </a:lnTo>
                <a:lnTo>
                  <a:pt x="2952" y="2275"/>
                </a:lnTo>
                <a:lnTo>
                  <a:pt x="2951" y="2275"/>
                </a:lnTo>
                <a:lnTo>
                  <a:pt x="2949" y="2276"/>
                </a:lnTo>
                <a:lnTo>
                  <a:pt x="2949" y="2277"/>
                </a:lnTo>
                <a:lnTo>
                  <a:pt x="2949" y="2278"/>
                </a:lnTo>
                <a:lnTo>
                  <a:pt x="2949" y="2279"/>
                </a:lnTo>
                <a:lnTo>
                  <a:pt x="2949" y="2280"/>
                </a:lnTo>
                <a:lnTo>
                  <a:pt x="2949" y="2281"/>
                </a:lnTo>
                <a:lnTo>
                  <a:pt x="2948" y="2282"/>
                </a:lnTo>
                <a:lnTo>
                  <a:pt x="2948" y="2283"/>
                </a:lnTo>
                <a:lnTo>
                  <a:pt x="2946" y="2283"/>
                </a:lnTo>
                <a:lnTo>
                  <a:pt x="2945" y="2282"/>
                </a:lnTo>
                <a:lnTo>
                  <a:pt x="2944" y="2283"/>
                </a:lnTo>
                <a:lnTo>
                  <a:pt x="2942" y="2285"/>
                </a:lnTo>
                <a:lnTo>
                  <a:pt x="2939" y="2287"/>
                </a:lnTo>
                <a:lnTo>
                  <a:pt x="2936" y="2290"/>
                </a:lnTo>
                <a:lnTo>
                  <a:pt x="2935" y="2292"/>
                </a:lnTo>
                <a:lnTo>
                  <a:pt x="2934" y="2292"/>
                </a:lnTo>
                <a:lnTo>
                  <a:pt x="2934" y="2293"/>
                </a:lnTo>
                <a:lnTo>
                  <a:pt x="2934" y="2294"/>
                </a:lnTo>
                <a:lnTo>
                  <a:pt x="2934" y="2295"/>
                </a:lnTo>
                <a:lnTo>
                  <a:pt x="2933" y="2296"/>
                </a:lnTo>
                <a:lnTo>
                  <a:pt x="2933" y="2297"/>
                </a:lnTo>
                <a:lnTo>
                  <a:pt x="2933" y="2300"/>
                </a:lnTo>
                <a:lnTo>
                  <a:pt x="2934" y="2303"/>
                </a:lnTo>
                <a:lnTo>
                  <a:pt x="2935" y="2304"/>
                </a:lnTo>
                <a:lnTo>
                  <a:pt x="2936" y="2306"/>
                </a:lnTo>
                <a:lnTo>
                  <a:pt x="2936" y="2307"/>
                </a:lnTo>
                <a:lnTo>
                  <a:pt x="2937" y="2309"/>
                </a:lnTo>
                <a:lnTo>
                  <a:pt x="2937" y="2310"/>
                </a:lnTo>
                <a:lnTo>
                  <a:pt x="2938" y="2312"/>
                </a:lnTo>
                <a:lnTo>
                  <a:pt x="2939" y="2313"/>
                </a:lnTo>
                <a:lnTo>
                  <a:pt x="2939" y="2316"/>
                </a:lnTo>
                <a:lnTo>
                  <a:pt x="2938" y="2318"/>
                </a:lnTo>
                <a:lnTo>
                  <a:pt x="2939" y="2322"/>
                </a:lnTo>
                <a:lnTo>
                  <a:pt x="2939" y="2323"/>
                </a:lnTo>
                <a:lnTo>
                  <a:pt x="2940" y="2323"/>
                </a:lnTo>
                <a:lnTo>
                  <a:pt x="2941" y="2324"/>
                </a:lnTo>
                <a:lnTo>
                  <a:pt x="2941" y="2325"/>
                </a:lnTo>
                <a:lnTo>
                  <a:pt x="2941" y="2326"/>
                </a:lnTo>
                <a:lnTo>
                  <a:pt x="2941" y="2327"/>
                </a:lnTo>
                <a:lnTo>
                  <a:pt x="2942" y="2327"/>
                </a:lnTo>
                <a:lnTo>
                  <a:pt x="2942" y="2328"/>
                </a:lnTo>
                <a:lnTo>
                  <a:pt x="2943" y="2330"/>
                </a:lnTo>
                <a:lnTo>
                  <a:pt x="2942" y="2332"/>
                </a:lnTo>
                <a:lnTo>
                  <a:pt x="2941" y="2332"/>
                </a:lnTo>
                <a:lnTo>
                  <a:pt x="2940" y="2333"/>
                </a:lnTo>
                <a:lnTo>
                  <a:pt x="2939" y="2333"/>
                </a:lnTo>
                <a:lnTo>
                  <a:pt x="2938" y="2332"/>
                </a:lnTo>
                <a:lnTo>
                  <a:pt x="2937" y="2332"/>
                </a:lnTo>
                <a:lnTo>
                  <a:pt x="2936" y="2332"/>
                </a:lnTo>
                <a:lnTo>
                  <a:pt x="2935" y="2333"/>
                </a:lnTo>
                <a:lnTo>
                  <a:pt x="2934" y="2333"/>
                </a:lnTo>
                <a:lnTo>
                  <a:pt x="2933" y="2334"/>
                </a:lnTo>
                <a:lnTo>
                  <a:pt x="2933" y="2332"/>
                </a:lnTo>
                <a:lnTo>
                  <a:pt x="2931" y="2332"/>
                </a:lnTo>
                <a:lnTo>
                  <a:pt x="2930" y="2332"/>
                </a:lnTo>
                <a:lnTo>
                  <a:pt x="2929" y="2332"/>
                </a:lnTo>
                <a:lnTo>
                  <a:pt x="2927" y="2332"/>
                </a:lnTo>
                <a:lnTo>
                  <a:pt x="2925" y="2332"/>
                </a:lnTo>
                <a:lnTo>
                  <a:pt x="2923" y="2332"/>
                </a:lnTo>
                <a:lnTo>
                  <a:pt x="2921" y="2331"/>
                </a:lnTo>
                <a:lnTo>
                  <a:pt x="2922" y="2332"/>
                </a:lnTo>
                <a:lnTo>
                  <a:pt x="2923" y="2333"/>
                </a:lnTo>
                <a:lnTo>
                  <a:pt x="2924" y="2334"/>
                </a:lnTo>
                <a:lnTo>
                  <a:pt x="2925" y="2336"/>
                </a:lnTo>
                <a:lnTo>
                  <a:pt x="2927" y="2339"/>
                </a:lnTo>
                <a:lnTo>
                  <a:pt x="2928" y="2340"/>
                </a:lnTo>
                <a:lnTo>
                  <a:pt x="2929" y="2341"/>
                </a:lnTo>
                <a:lnTo>
                  <a:pt x="2930" y="2341"/>
                </a:lnTo>
                <a:lnTo>
                  <a:pt x="2931" y="2341"/>
                </a:lnTo>
                <a:lnTo>
                  <a:pt x="2932" y="2341"/>
                </a:lnTo>
                <a:lnTo>
                  <a:pt x="2933" y="2341"/>
                </a:lnTo>
                <a:lnTo>
                  <a:pt x="2933" y="2342"/>
                </a:lnTo>
                <a:lnTo>
                  <a:pt x="2934" y="2343"/>
                </a:lnTo>
                <a:lnTo>
                  <a:pt x="2934" y="2344"/>
                </a:lnTo>
                <a:lnTo>
                  <a:pt x="2935" y="2345"/>
                </a:lnTo>
                <a:lnTo>
                  <a:pt x="2936" y="2345"/>
                </a:lnTo>
                <a:lnTo>
                  <a:pt x="2936" y="2346"/>
                </a:lnTo>
                <a:lnTo>
                  <a:pt x="2937" y="2346"/>
                </a:lnTo>
                <a:lnTo>
                  <a:pt x="2937" y="2347"/>
                </a:lnTo>
                <a:lnTo>
                  <a:pt x="2936" y="2347"/>
                </a:lnTo>
                <a:lnTo>
                  <a:pt x="2937" y="2348"/>
                </a:lnTo>
                <a:lnTo>
                  <a:pt x="2938" y="2348"/>
                </a:lnTo>
                <a:lnTo>
                  <a:pt x="2939" y="2349"/>
                </a:lnTo>
                <a:lnTo>
                  <a:pt x="2940" y="2350"/>
                </a:lnTo>
                <a:lnTo>
                  <a:pt x="2940" y="2351"/>
                </a:lnTo>
                <a:lnTo>
                  <a:pt x="2940" y="2354"/>
                </a:lnTo>
                <a:lnTo>
                  <a:pt x="2940" y="2355"/>
                </a:lnTo>
                <a:lnTo>
                  <a:pt x="2940" y="2356"/>
                </a:lnTo>
                <a:lnTo>
                  <a:pt x="2939" y="2356"/>
                </a:lnTo>
                <a:lnTo>
                  <a:pt x="2939" y="2358"/>
                </a:lnTo>
                <a:lnTo>
                  <a:pt x="2940" y="2358"/>
                </a:lnTo>
                <a:lnTo>
                  <a:pt x="2940" y="2359"/>
                </a:lnTo>
                <a:lnTo>
                  <a:pt x="2941" y="2360"/>
                </a:lnTo>
                <a:lnTo>
                  <a:pt x="2941" y="2361"/>
                </a:lnTo>
                <a:lnTo>
                  <a:pt x="2941" y="2363"/>
                </a:lnTo>
                <a:lnTo>
                  <a:pt x="2940" y="2366"/>
                </a:lnTo>
                <a:lnTo>
                  <a:pt x="2941" y="2366"/>
                </a:lnTo>
                <a:lnTo>
                  <a:pt x="2941" y="2367"/>
                </a:lnTo>
                <a:lnTo>
                  <a:pt x="2941" y="2368"/>
                </a:lnTo>
                <a:lnTo>
                  <a:pt x="2941" y="2369"/>
                </a:lnTo>
                <a:lnTo>
                  <a:pt x="2941" y="2370"/>
                </a:lnTo>
                <a:lnTo>
                  <a:pt x="2940" y="2370"/>
                </a:lnTo>
                <a:lnTo>
                  <a:pt x="2938" y="2372"/>
                </a:lnTo>
                <a:lnTo>
                  <a:pt x="2936" y="2372"/>
                </a:lnTo>
                <a:lnTo>
                  <a:pt x="2935" y="2373"/>
                </a:lnTo>
                <a:lnTo>
                  <a:pt x="2935" y="2374"/>
                </a:lnTo>
                <a:lnTo>
                  <a:pt x="2934" y="2375"/>
                </a:lnTo>
                <a:lnTo>
                  <a:pt x="2928" y="2379"/>
                </a:lnTo>
                <a:lnTo>
                  <a:pt x="2927" y="2379"/>
                </a:lnTo>
                <a:lnTo>
                  <a:pt x="2925" y="2377"/>
                </a:lnTo>
                <a:lnTo>
                  <a:pt x="2925" y="2376"/>
                </a:lnTo>
                <a:lnTo>
                  <a:pt x="2925" y="2375"/>
                </a:lnTo>
                <a:lnTo>
                  <a:pt x="2924" y="2375"/>
                </a:lnTo>
                <a:lnTo>
                  <a:pt x="2923" y="2376"/>
                </a:lnTo>
                <a:lnTo>
                  <a:pt x="2922" y="2378"/>
                </a:lnTo>
                <a:lnTo>
                  <a:pt x="2921" y="2380"/>
                </a:lnTo>
                <a:lnTo>
                  <a:pt x="2920" y="2380"/>
                </a:lnTo>
                <a:lnTo>
                  <a:pt x="2920" y="2381"/>
                </a:lnTo>
                <a:lnTo>
                  <a:pt x="2920" y="2382"/>
                </a:lnTo>
                <a:lnTo>
                  <a:pt x="2920" y="2383"/>
                </a:lnTo>
                <a:lnTo>
                  <a:pt x="2919" y="2385"/>
                </a:lnTo>
                <a:lnTo>
                  <a:pt x="2914" y="2386"/>
                </a:lnTo>
                <a:lnTo>
                  <a:pt x="2915" y="2387"/>
                </a:lnTo>
                <a:lnTo>
                  <a:pt x="2911" y="2387"/>
                </a:lnTo>
                <a:lnTo>
                  <a:pt x="2910" y="2387"/>
                </a:lnTo>
                <a:lnTo>
                  <a:pt x="2909" y="2387"/>
                </a:lnTo>
                <a:lnTo>
                  <a:pt x="2908" y="2388"/>
                </a:lnTo>
                <a:lnTo>
                  <a:pt x="2908" y="2389"/>
                </a:lnTo>
                <a:lnTo>
                  <a:pt x="2907" y="2391"/>
                </a:lnTo>
                <a:lnTo>
                  <a:pt x="2906" y="2391"/>
                </a:lnTo>
                <a:lnTo>
                  <a:pt x="2905" y="2391"/>
                </a:lnTo>
                <a:lnTo>
                  <a:pt x="2904" y="2391"/>
                </a:lnTo>
                <a:lnTo>
                  <a:pt x="2904" y="2390"/>
                </a:lnTo>
                <a:lnTo>
                  <a:pt x="2902" y="2391"/>
                </a:lnTo>
                <a:lnTo>
                  <a:pt x="2902" y="2390"/>
                </a:lnTo>
                <a:lnTo>
                  <a:pt x="2900" y="2390"/>
                </a:lnTo>
                <a:lnTo>
                  <a:pt x="2900" y="2391"/>
                </a:lnTo>
                <a:lnTo>
                  <a:pt x="2899" y="2391"/>
                </a:lnTo>
                <a:lnTo>
                  <a:pt x="2900" y="2391"/>
                </a:lnTo>
                <a:lnTo>
                  <a:pt x="2900" y="2392"/>
                </a:lnTo>
                <a:lnTo>
                  <a:pt x="2899" y="2393"/>
                </a:lnTo>
                <a:lnTo>
                  <a:pt x="2898" y="2392"/>
                </a:lnTo>
                <a:lnTo>
                  <a:pt x="2897" y="2392"/>
                </a:lnTo>
                <a:lnTo>
                  <a:pt x="2896" y="2391"/>
                </a:lnTo>
                <a:lnTo>
                  <a:pt x="2895" y="2391"/>
                </a:lnTo>
                <a:lnTo>
                  <a:pt x="2895" y="2392"/>
                </a:lnTo>
                <a:lnTo>
                  <a:pt x="2894" y="2392"/>
                </a:lnTo>
                <a:lnTo>
                  <a:pt x="2893" y="2392"/>
                </a:lnTo>
                <a:lnTo>
                  <a:pt x="2891" y="2389"/>
                </a:lnTo>
                <a:lnTo>
                  <a:pt x="2890" y="2389"/>
                </a:lnTo>
                <a:lnTo>
                  <a:pt x="2891" y="2389"/>
                </a:lnTo>
                <a:lnTo>
                  <a:pt x="2891" y="2388"/>
                </a:lnTo>
                <a:lnTo>
                  <a:pt x="2890" y="2387"/>
                </a:lnTo>
                <a:lnTo>
                  <a:pt x="2889" y="2387"/>
                </a:lnTo>
                <a:lnTo>
                  <a:pt x="2888" y="2386"/>
                </a:lnTo>
                <a:lnTo>
                  <a:pt x="2887" y="2385"/>
                </a:lnTo>
                <a:lnTo>
                  <a:pt x="2885" y="2383"/>
                </a:lnTo>
                <a:lnTo>
                  <a:pt x="2884" y="2383"/>
                </a:lnTo>
                <a:lnTo>
                  <a:pt x="2884" y="2382"/>
                </a:lnTo>
                <a:lnTo>
                  <a:pt x="2884" y="2383"/>
                </a:lnTo>
                <a:lnTo>
                  <a:pt x="2883" y="2383"/>
                </a:lnTo>
                <a:lnTo>
                  <a:pt x="2883" y="2385"/>
                </a:lnTo>
                <a:lnTo>
                  <a:pt x="2882" y="2386"/>
                </a:lnTo>
                <a:lnTo>
                  <a:pt x="2880" y="2389"/>
                </a:lnTo>
                <a:lnTo>
                  <a:pt x="2879" y="2390"/>
                </a:lnTo>
                <a:lnTo>
                  <a:pt x="2876" y="2392"/>
                </a:lnTo>
                <a:lnTo>
                  <a:pt x="2874" y="2393"/>
                </a:lnTo>
                <a:lnTo>
                  <a:pt x="2874" y="2392"/>
                </a:lnTo>
                <a:lnTo>
                  <a:pt x="2873" y="2392"/>
                </a:lnTo>
                <a:lnTo>
                  <a:pt x="2872" y="2392"/>
                </a:lnTo>
                <a:lnTo>
                  <a:pt x="2871" y="2392"/>
                </a:lnTo>
                <a:lnTo>
                  <a:pt x="2870" y="2392"/>
                </a:lnTo>
                <a:lnTo>
                  <a:pt x="2869" y="2392"/>
                </a:lnTo>
                <a:lnTo>
                  <a:pt x="2869" y="2391"/>
                </a:lnTo>
                <a:lnTo>
                  <a:pt x="2870" y="2391"/>
                </a:lnTo>
                <a:lnTo>
                  <a:pt x="2872" y="2388"/>
                </a:lnTo>
                <a:lnTo>
                  <a:pt x="2872" y="2387"/>
                </a:lnTo>
                <a:lnTo>
                  <a:pt x="2873" y="2386"/>
                </a:lnTo>
                <a:lnTo>
                  <a:pt x="2873" y="2383"/>
                </a:lnTo>
                <a:lnTo>
                  <a:pt x="2873" y="2382"/>
                </a:lnTo>
                <a:lnTo>
                  <a:pt x="2872" y="2382"/>
                </a:lnTo>
                <a:lnTo>
                  <a:pt x="2872" y="2381"/>
                </a:lnTo>
                <a:lnTo>
                  <a:pt x="2870" y="2381"/>
                </a:lnTo>
                <a:lnTo>
                  <a:pt x="2869" y="2381"/>
                </a:lnTo>
                <a:lnTo>
                  <a:pt x="2867" y="2380"/>
                </a:lnTo>
                <a:lnTo>
                  <a:pt x="2867" y="2379"/>
                </a:lnTo>
                <a:lnTo>
                  <a:pt x="2866" y="2379"/>
                </a:lnTo>
                <a:lnTo>
                  <a:pt x="2865" y="2379"/>
                </a:lnTo>
                <a:lnTo>
                  <a:pt x="2863" y="2379"/>
                </a:lnTo>
                <a:lnTo>
                  <a:pt x="2862" y="2379"/>
                </a:lnTo>
                <a:lnTo>
                  <a:pt x="2862" y="2380"/>
                </a:lnTo>
                <a:lnTo>
                  <a:pt x="2860" y="2380"/>
                </a:lnTo>
                <a:lnTo>
                  <a:pt x="2859" y="2380"/>
                </a:lnTo>
                <a:lnTo>
                  <a:pt x="2858" y="2381"/>
                </a:lnTo>
                <a:lnTo>
                  <a:pt x="2857" y="2383"/>
                </a:lnTo>
                <a:lnTo>
                  <a:pt x="2857" y="2385"/>
                </a:lnTo>
                <a:lnTo>
                  <a:pt x="2856" y="2386"/>
                </a:lnTo>
                <a:lnTo>
                  <a:pt x="2856" y="2387"/>
                </a:lnTo>
                <a:lnTo>
                  <a:pt x="2856" y="2388"/>
                </a:lnTo>
                <a:lnTo>
                  <a:pt x="2855" y="2388"/>
                </a:lnTo>
                <a:lnTo>
                  <a:pt x="2855" y="2389"/>
                </a:lnTo>
                <a:lnTo>
                  <a:pt x="2855" y="2388"/>
                </a:lnTo>
                <a:lnTo>
                  <a:pt x="2854" y="2388"/>
                </a:lnTo>
                <a:lnTo>
                  <a:pt x="2853" y="2390"/>
                </a:lnTo>
                <a:lnTo>
                  <a:pt x="2853" y="2391"/>
                </a:lnTo>
                <a:lnTo>
                  <a:pt x="2852" y="2391"/>
                </a:lnTo>
                <a:lnTo>
                  <a:pt x="2851" y="2392"/>
                </a:lnTo>
                <a:lnTo>
                  <a:pt x="2850" y="2392"/>
                </a:lnTo>
                <a:lnTo>
                  <a:pt x="2849" y="2393"/>
                </a:lnTo>
                <a:lnTo>
                  <a:pt x="2849" y="2394"/>
                </a:lnTo>
                <a:lnTo>
                  <a:pt x="2848" y="2395"/>
                </a:lnTo>
                <a:lnTo>
                  <a:pt x="2847" y="2395"/>
                </a:lnTo>
                <a:lnTo>
                  <a:pt x="2846" y="2395"/>
                </a:lnTo>
                <a:lnTo>
                  <a:pt x="2845" y="2396"/>
                </a:lnTo>
                <a:lnTo>
                  <a:pt x="2845" y="2398"/>
                </a:lnTo>
                <a:lnTo>
                  <a:pt x="2846" y="2398"/>
                </a:lnTo>
                <a:lnTo>
                  <a:pt x="2846" y="2399"/>
                </a:lnTo>
                <a:lnTo>
                  <a:pt x="2845" y="2401"/>
                </a:lnTo>
                <a:lnTo>
                  <a:pt x="2844" y="2403"/>
                </a:lnTo>
                <a:lnTo>
                  <a:pt x="2844" y="2405"/>
                </a:lnTo>
                <a:lnTo>
                  <a:pt x="2844" y="2406"/>
                </a:lnTo>
                <a:lnTo>
                  <a:pt x="2843" y="2406"/>
                </a:lnTo>
                <a:lnTo>
                  <a:pt x="2844" y="2407"/>
                </a:lnTo>
                <a:lnTo>
                  <a:pt x="2843" y="2410"/>
                </a:lnTo>
                <a:lnTo>
                  <a:pt x="2843" y="2411"/>
                </a:lnTo>
                <a:lnTo>
                  <a:pt x="2843" y="2412"/>
                </a:lnTo>
                <a:lnTo>
                  <a:pt x="2842" y="2412"/>
                </a:lnTo>
                <a:lnTo>
                  <a:pt x="2842" y="2413"/>
                </a:lnTo>
                <a:lnTo>
                  <a:pt x="2841" y="2412"/>
                </a:lnTo>
                <a:lnTo>
                  <a:pt x="2840" y="2412"/>
                </a:lnTo>
                <a:lnTo>
                  <a:pt x="2839" y="2411"/>
                </a:lnTo>
                <a:lnTo>
                  <a:pt x="2839" y="2410"/>
                </a:lnTo>
                <a:lnTo>
                  <a:pt x="2838" y="2410"/>
                </a:lnTo>
                <a:lnTo>
                  <a:pt x="2838" y="2411"/>
                </a:lnTo>
                <a:lnTo>
                  <a:pt x="2838" y="2412"/>
                </a:lnTo>
                <a:lnTo>
                  <a:pt x="2837" y="2412"/>
                </a:lnTo>
                <a:lnTo>
                  <a:pt x="2836" y="2413"/>
                </a:lnTo>
                <a:lnTo>
                  <a:pt x="2835" y="2412"/>
                </a:lnTo>
                <a:lnTo>
                  <a:pt x="2834" y="2412"/>
                </a:lnTo>
                <a:lnTo>
                  <a:pt x="2833" y="2412"/>
                </a:lnTo>
                <a:lnTo>
                  <a:pt x="2832" y="2412"/>
                </a:lnTo>
                <a:lnTo>
                  <a:pt x="2832" y="2413"/>
                </a:lnTo>
                <a:lnTo>
                  <a:pt x="2830" y="2416"/>
                </a:lnTo>
                <a:lnTo>
                  <a:pt x="2829" y="2417"/>
                </a:lnTo>
                <a:lnTo>
                  <a:pt x="2829" y="2420"/>
                </a:lnTo>
                <a:lnTo>
                  <a:pt x="2830" y="2420"/>
                </a:lnTo>
                <a:lnTo>
                  <a:pt x="2830" y="2421"/>
                </a:lnTo>
                <a:lnTo>
                  <a:pt x="2831" y="2421"/>
                </a:lnTo>
                <a:lnTo>
                  <a:pt x="2832" y="2423"/>
                </a:lnTo>
                <a:lnTo>
                  <a:pt x="2833" y="2423"/>
                </a:lnTo>
                <a:lnTo>
                  <a:pt x="2833" y="2424"/>
                </a:lnTo>
                <a:lnTo>
                  <a:pt x="2833" y="2425"/>
                </a:lnTo>
                <a:lnTo>
                  <a:pt x="2833" y="2427"/>
                </a:lnTo>
                <a:lnTo>
                  <a:pt x="2831" y="2429"/>
                </a:lnTo>
                <a:lnTo>
                  <a:pt x="2831" y="2430"/>
                </a:lnTo>
                <a:lnTo>
                  <a:pt x="2830" y="2430"/>
                </a:lnTo>
                <a:lnTo>
                  <a:pt x="2830" y="2431"/>
                </a:lnTo>
                <a:lnTo>
                  <a:pt x="2830" y="2432"/>
                </a:lnTo>
                <a:lnTo>
                  <a:pt x="2829" y="2432"/>
                </a:lnTo>
                <a:lnTo>
                  <a:pt x="2827" y="2432"/>
                </a:lnTo>
                <a:lnTo>
                  <a:pt x="2827" y="2431"/>
                </a:lnTo>
                <a:lnTo>
                  <a:pt x="2822" y="2431"/>
                </a:lnTo>
                <a:lnTo>
                  <a:pt x="2820" y="2432"/>
                </a:lnTo>
                <a:lnTo>
                  <a:pt x="2820" y="2433"/>
                </a:lnTo>
                <a:lnTo>
                  <a:pt x="2817" y="2433"/>
                </a:lnTo>
                <a:lnTo>
                  <a:pt x="2816" y="2430"/>
                </a:lnTo>
                <a:lnTo>
                  <a:pt x="2816" y="2429"/>
                </a:lnTo>
                <a:lnTo>
                  <a:pt x="2815" y="2429"/>
                </a:lnTo>
                <a:lnTo>
                  <a:pt x="2815" y="2428"/>
                </a:lnTo>
                <a:lnTo>
                  <a:pt x="2814" y="2428"/>
                </a:lnTo>
                <a:lnTo>
                  <a:pt x="2814" y="2427"/>
                </a:lnTo>
                <a:lnTo>
                  <a:pt x="2814" y="2425"/>
                </a:lnTo>
                <a:lnTo>
                  <a:pt x="2814" y="2424"/>
                </a:lnTo>
                <a:lnTo>
                  <a:pt x="2814" y="2423"/>
                </a:lnTo>
                <a:lnTo>
                  <a:pt x="2814" y="2422"/>
                </a:lnTo>
                <a:lnTo>
                  <a:pt x="2812" y="2420"/>
                </a:lnTo>
                <a:lnTo>
                  <a:pt x="2809" y="2417"/>
                </a:lnTo>
                <a:lnTo>
                  <a:pt x="2809" y="2416"/>
                </a:lnTo>
                <a:lnTo>
                  <a:pt x="2808" y="2416"/>
                </a:lnTo>
                <a:lnTo>
                  <a:pt x="2807" y="2415"/>
                </a:lnTo>
                <a:lnTo>
                  <a:pt x="2807" y="2414"/>
                </a:lnTo>
                <a:lnTo>
                  <a:pt x="2806" y="2413"/>
                </a:lnTo>
                <a:lnTo>
                  <a:pt x="2806" y="2412"/>
                </a:lnTo>
                <a:lnTo>
                  <a:pt x="2805" y="2411"/>
                </a:lnTo>
                <a:lnTo>
                  <a:pt x="2804" y="2410"/>
                </a:lnTo>
                <a:lnTo>
                  <a:pt x="2804" y="2409"/>
                </a:lnTo>
                <a:lnTo>
                  <a:pt x="2803" y="2409"/>
                </a:lnTo>
                <a:lnTo>
                  <a:pt x="2803" y="2408"/>
                </a:lnTo>
                <a:lnTo>
                  <a:pt x="2802" y="2407"/>
                </a:lnTo>
                <a:lnTo>
                  <a:pt x="2802" y="2406"/>
                </a:lnTo>
                <a:lnTo>
                  <a:pt x="2801" y="2405"/>
                </a:lnTo>
                <a:lnTo>
                  <a:pt x="2801" y="2404"/>
                </a:lnTo>
                <a:lnTo>
                  <a:pt x="2801" y="2403"/>
                </a:lnTo>
                <a:lnTo>
                  <a:pt x="2800" y="2402"/>
                </a:lnTo>
                <a:lnTo>
                  <a:pt x="2800" y="2401"/>
                </a:lnTo>
                <a:lnTo>
                  <a:pt x="2800" y="2400"/>
                </a:lnTo>
                <a:lnTo>
                  <a:pt x="2799" y="2399"/>
                </a:lnTo>
                <a:lnTo>
                  <a:pt x="2798" y="2399"/>
                </a:lnTo>
                <a:lnTo>
                  <a:pt x="2798" y="2400"/>
                </a:lnTo>
                <a:lnTo>
                  <a:pt x="2797" y="2400"/>
                </a:lnTo>
                <a:lnTo>
                  <a:pt x="2796" y="2401"/>
                </a:lnTo>
                <a:lnTo>
                  <a:pt x="2795" y="2402"/>
                </a:lnTo>
                <a:lnTo>
                  <a:pt x="2794" y="2402"/>
                </a:lnTo>
                <a:lnTo>
                  <a:pt x="2793" y="2402"/>
                </a:lnTo>
                <a:lnTo>
                  <a:pt x="2791" y="2403"/>
                </a:lnTo>
                <a:lnTo>
                  <a:pt x="2790" y="2403"/>
                </a:lnTo>
                <a:lnTo>
                  <a:pt x="2789" y="2403"/>
                </a:lnTo>
                <a:lnTo>
                  <a:pt x="2788" y="2403"/>
                </a:lnTo>
                <a:lnTo>
                  <a:pt x="2786" y="2404"/>
                </a:lnTo>
                <a:lnTo>
                  <a:pt x="2785" y="2404"/>
                </a:lnTo>
                <a:lnTo>
                  <a:pt x="2785" y="2405"/>
                </a:lnTo>
                <a:lnTo>
                  <a:pt x="2785" y="2406"/>
                </a:lnTo>
                <a:lnTo>
                  <a:pt x="2785" y="2407"/>
                </a:lnTo>
                <a:lnTo>
                  <a:pt x="2784" y="2407"/>
                </a:lnTo>
                <a:lnTo>
                  <a:pt x="2783" y="2408"/>
                </a:lnTo>
                <a:lnTo>
                  <a:pt x="2782" y="2408"/>
                </a:lnTo>
                <a:lnTo>
                  <a:pt x="2781" y="2408"/>
                </a:lnTo>
                <a:lnTo>
                  <a:pt x="2781" y="2409"/>
                </a:lnTo>
                <a:lnTo>
                  <a:pt x="2781" y="2410"/>
                </a:lnTo>
                <a:lnTo>
                  <a:pt x="2780" y="2412"/>
                </a:lnTo>
                <a:lnTo>
                  <a:pt x="2778" y="2414"/>
                </a:lnTo>
                <a:lnTo>
                  <a:pt x="2777" y="2415"/>
                </a:lnTo>
                <a:lnTo>
                  <a:pt x="2775" y="2414"/>
                </a:lnTo>
                <a:lnTo>
                  <a:pt x="2774" y="2414"/>
                </a:lnTo>
                <a:lnTo>
                  <a:pt x="2774" y="2413"/>
                </a:lnTo>
                <a:lnTo>
                  <a:pt x="2773" y="2413"/>
                </a:lnTo>
                <a:lnTo>
                  <a:pt x="2772" y="2413"/>
                </a:lnTo>
                <a:lnTo>
                  <a:pt x="2772" y="2414"/>
                </a:lnTo>
                <a:lnTo>
                  <a:pt x="2772" y="2416"/>
                </a:lnTo>
                <a:lnTo>
                  <a:pt x="2772" y="2417"/>
                </a:lnTo>
                <a:lnTo>
                  <a:pt x="2772" y="2418"/>
                </a:lnTo>
                <a:lnTo>
                  <a:pt x="2771" y="2419"/>
                </a:lnTo>
                <a:lnTo>
                  <a:pt x="2770" y="2420"/>
                </a:lnTo>
                <a:lnTo>
                  <a:pt x="2768" y="2421"/>
                </a:lnTo>
                <a:lnTo>
                  <a:pt x="2763" y="2426"/>
                </a:lnTo>
                <a:lnTo>
                  <a:pt x="2762" y="2428"/>
                </a:lnTo>
                <a:lnTo>
                  <a:pt x="2761" y="2428"/>
                </a:lnTo>
                <a:lnTo>
                  <a:pt x="2761" y="2429"/>
                </a:lnTo>
                <a:lnTo>
                  <a:pt x="2760" y="2430"/>
                </a:lnTo>
                <a:lnTo>
                  <a:pt x="2757" y="2431"/>
                </a:lnTo>
                <a:lnTo>
                  <a:pt x="2757" y="2432"/>
                </a:lnTo>
                <a:lnTo>
                  <a:pt x="2756" y="2433"/>
                </a:lnTo>
                <a:lnTo>
                  <a:pt x="2754" y="2434"/>
                </a:lnTo>
                <a:lnTo>
                  <a:pt x="2751" y="2436"/>
                </a:lnTo>
                <a:lnTo>
                  <a:pt x="2750" y="2437"/>
                </a:lnTo>
                <a:lnTo>
                  <a:pt x="2749" y="2438"/>
                </a:lnTo>
                <a:lnTo>
                  <a:pt x="2748" y="2438"/>
                </a:lnTo>
                <a:lnTo>
                  <a:pt x="2748" y="2440"/>
                </a:lnTo>
                <a:lnTo>
                  <a:pt x="2745" y="2442"/>
                </a:lnTo>
                <a:lnTo>
                  <a:pt x="2744" y="2442"/>
                </a:lnTo>
                <a:lnTo>
                  <a:pt x="2742" y="2444"/>
                </a:lnTo>
                <a:lnTo>
                  <a:pt x="2741" y="2444"/>
                </a:lnTo>
                <a:lnTo>
                  <a:pt x="2741" y="2445"/>
                </a:lnTo>
                <a:lnTo>
                  <a:pt x="2740" y="2445"/>
                </a:lnTo>
                <a:lnTo>
                  <a:pt x="2739" y="2445"/>
                </a:lnTo>
                <a:lnTo>
                  <a:pt x="2738" y="2446"/>
                </a:lnTo>
                <a:lnTo>
                  <a:pt x="2734" y="2448"/>
                </a:lnTo>
                <a:lnTo>
                  <a:pt x="2733" y="2449"/>
                </a:lnTo>
                <a:lnTo>
                  <a:pt x="2732" y="2449"/>
                </a:lnTo>
                <a:lnTo>
                  <a:pt x="2731" y="2450"/>
                </a:lnTo>
                <a:lnTo>
                  <a:pt x="2730" y="2451"/>
                </a:lnTo>
                <a:lnTo>
                  <a:pt x="2729" y="2452"/>
                </a:lnTo>
                <a:lnTo>
                  <a:pt x="2726" y="2453"/>
                </a:lnTo>
                <a:lnTo>
                  <a:pt x="2725" y="2454"/>
                </a:lnTo>
                <a:lnTo>
                  <a:pt x="2722" y="2455"/>
                </a:lnTo>
                <a:lnTo>
                  <a:pt x="2720" y="2456"/>
                </a:lnTo>
                <a:lnTo>
                  <a:pt x="2719" y="2457"/>
                </a:lnTo>
                <a:lnTo>
                  <a:pt x="2717" y="2457"/>
                </a:lnTo>
                <a:lnTo>
                  <a:pt x="2715" y="2458"/>
                </a:lnTo>
                <a:lnTo>
                  <a:pt x="2714" y="2459"/>
                </a:lnTo>
                <a:lnTo>
                  <a:pt x="2714" y="2460"/>
                </a:lnTo>
                <a:lnTo>
                  <a:pt x="2714" y="2461"/>
                </a:lnTo>
                <a:lnTo>
                  <a:pt x="2714" y="2462"/>
                </a:lnTo>
                <a:lnTo>
                  <a:pt x="2715" y="2462"/>
                </a:lnTo>
                <a:lnTo>
                  <a:pt x="2717" y="2464"/>
                </a:lnTo>
                <a:lnTo>
                  <a:pt x="2718" y="2465"/>
                </a:lnTo>
                <a:lnTo>
                  <a:pt x="2719" y="2465"/>
                </a:lnTo>
                <a:lnTo>
                  <a:pt x="2720" y="2465"/>
                </a:lnTo>
                <a:lnTo>
                  <a:pt x="2722" y="2466"/>
                </a:lnTo>
                <a:lnTo>
                  <a:pt x="2721" y="2468"/>
                </a:lnTo>
                <a:lnTo>
                  <a:pt x="2721" y="2470"/>
                </a:lnTo>
                <a:lnTo>
                  <a:pt x="2720" y="2473"/>
                </a:lnTo>
                <a:lnTo>
                  <a:pt x="2720" y="2474"/>
                </a:lnTo>
                <a:lnTo>
                  <a:pt x="2721" y="2475"/>
                </a:lnTo>
                <a:lnTo>
                  <a:pt x="2722" y="2476"/>
                </a:lnTo>
                <a:lnTo>
                  <a:pt x="2723" y="2477"/>
                </a:lnTo>
                <a:lnTo>
                  <a:pt x="2723" y="2478"/>
                </a:lnTo>
                <a:lnTo>
                  <a:pt x="2724" y="2478"/>
                </a:lnTo>
                <a:lnTo>
                  <a:pt x="2725" y="2479"/>
                </a:lnTo>
                <a:lnTo>
                  <a:pt x="2725" y="2480"/>
                </a:lnTo>
                <a:lnTo>
                  <a:pt x="2724" y="2481"/>
                </a:lnTo>
                <a:lnTo>
                  <a:pt x="2723" y="2481"/>
                </a:lnTo>
                <a:lnTo>
                  <a:pt x="2720" y="2482"/>
                </a:lnTo>
                <a:lnTo>
                  <a:pt x="2718" y="2482"/>
                </a:lnTo>
                <a:lnTo>
                  <a:pt x="2716" y="2482"/>
                </a:lnTo>
                <a:lnTo>
                  <a:pt x="2715" y="2482"/>
                </a:lnTo>
                <a:lnTo>
                  <a:pt x="2715" y="2481"/>
                </a:lnTo>
                <a:lnTo>
                  <a:pt x="2713" y="2478"/>
                </a:lnTo>
                <a:lnTo>
                  <a:pt x="2711" y="2477"/>
                </a:lnTo>
                <a:lnTo>
                  <a:pt x="2710" y="2477"/>
                </a:lnTo>
                <a:lnTo>
                  <a:pt x="2708" y="2478"/>
                </a:lnTo>
                <a:lnTo>
                  <a:pt x="2708" y="2479"/>
                </a:lnTo>
                <a:lnTo>
                  <a:pt x="2708" y="2480"/>
                </a:lnTo>
                <a:lnTo>
                  <a:pt x="2708" y="2481"/>
                </a:lnTo>
                <a:lnTo>
                  <a:pt x="2709" y="2483"/>
                </a:lnTo>
                <a:lnTo>
                  <a:pt x="2709" y="2484"/>
                </a:lnTo>
                <a:lnTo>
                  <a:pt x="2708" y="2485"/>
                </a:lnTo>
                <a:lnTo>
                  <a:pt x="2708" y="2486"/>
                </a:lnTo>
                <a:lnTo>
                  <a:pt x="2707" y="2486"/>
                </a:lnTo>
                <a:lnTo>
                  <a:pt x="2705" y="2487"/>
                </a:lnTo>
                <a:lnTo>
                  <a:pt x="2701" y="2488"/>
                </a:lnTo>
                <a:lnTo>
                  <a:pt x="2700" y="2488"/>
                </a:lnTo>
                <a:lnTo>
                  <a:pt x="2700" y="2487"/>
                </a:lnTo>
                <a:lnTo>
                  <a:pt x="2700" y="2484"/>
                </a:lnTo>
                <a:lnTo>
                  <a:pt x="2700" y="2483"/>
                </a:lnTo>
                <a:lnTo>
                  <a:pt x="2698" y="2482"/>
                </a:lnTo>
                <a:lnTo>
                  <a:pt x="2697" y="2482"/>
                </a:lnTo>
                <a:lnTo>
                  <a:pt x="2696" y="2482"/>
                </a:lnTo>
                <a:lnTo>
                  <a:pt x="2695" y="2482"/>
                </a:lnTo>
                <a:lnTo>
                  <a:pt x="2694" y="2482"/>
                </a:lnTo>
                <a:lnTo>
                  <a:pt x="2691" y="2483"/>
                </a:lnTo>
                <a:lnTo>
                  <a:pt x="2691" y="2482"/>
                </a:lnTo>
                <a:lnTo>
                  <a:pt x="2691" y="2481"/>
                </a:lnTo>
                <a:lnTo>
                  <a:pt x="2691" y="2480"/>
                </a:lnTo>
                <a:lnTo>
                  <a:pt x="2690" y="2480"/>
                </a:lnTo>
                <a:lnTo>
                  <a:pt x="2688" y="2480"/>
                </a:lnTo>
                <a:lnTo>
                  <a:pt x="2686" y="2481"/>
                </a:lnTo>
                <a:lnTo>
                  <a:pt x="2685" y="2481"/>
                </a:lnTo>
                <a:lnTo>
                  <a:pt x="2685" y="2480"/>
                </a:lnTo>
                <a:lnTo>
                  <a:pt x="2684" y="2480"/>
                </a:lnTo>
                <a:lnTo>
                  <a:pt x="2683" y="2479"/>
                </a:lnTo>
                <a:lnTo>
                  <a:pt x="2682" y="2480"/>
                </a:lnTo>
                <a:lnTo>
                  <a:pt x="2681" y="2480"/>
                </a:lnTo>
                <a:lnTo>
                  <a:pt x="2681" y="2482"/>
                </a:lnTo>
                <a:lnTo>
                  <a:pt x="2680" y="2482"/>
                </a:lnTo>
                <a:lnTo>
                  <a:pt x="2679" y="2484"/>
                </a:lnTo>
                <a:lnTo>
                  <a:pt x="2678" y="2485"/>
                </a:lnTo>
                <a:lnTo>
                  <a:pt x="2677" y="2485"/>
                </a:lnTo>
                <a:lnTo>
                  <a:pt x="2674" y="2485"/>
                </a:lnTo>
                <a:lnTo>
                  <a:pt x="2674" y="2484"/>
                </a:lnTo>
                <a:lnTo>
                  <a:pt x="2672" y="2483"/>
                </a:lnTo>
                <a:lnTo>
                  <a:pt x="2670" y="2483"/>
                </a:lnTo>
                <a:lnTo>
                  <a:pt x="2669" y="2483"/>
                </a:lnTo>
                <a:lnTo>
                  <a:pt x="2667" y="2484"/>
                </a:lnTo>
                <a:lnTo>
                  <a:pt x="2666" y="2484"/>
                </a:lnTo>
                <a:lnTo>
                  <a:pt x="2665" y="2484"/>
                </a:lnTo>
                <a:lnTo>
                  <a:pt x="2664" y="2484"/>
                </a:lnTo>
                <a:lnTo>
                  <a:pt x="2664" y="2483"/>
                </a:lnTo>
                <a:lnTo>
                  <a:pt x="2663" y="2483"/>
                </a:lnTo>
                <a:lnTo>
                  <a:pt x="2662" y="2483"/>
                </a:lnTo>
                <a:lnTo>
                  <a:pt x="2660" y="2484"/>
                </a:lnTo>
                <a:lnTo>
                  <a:pt x="2659" y="2484"/>
                </a:lnTo>
                <a:lnTo>
                  <a:pt x="2658" y="2484"/>
                </a:lnTo>
                <a:lnTo>
                  <a:pt x="2657" y="2485"/>
                </a:lnTo>
                <a:lnTo>
                  <a:pt x="2654" y="2485"/>
                </a:lnTo>
                <a:lnTo>
                  <a:pt x="2652" y="2486"/>
                </a:lnTo>
                <a:lnTo>
                  <a:pt x="2651" y="2486"/>
                </a:lnTo>
                <a:lnTo>
                  <a:pt x="2651" y="2487"/>
                </a:lnTo>
                <a:lnTo>
                  <a:pt x="2651" y="2488"/>
                </a:lnTo>
                <a:lnTo>
                  <a:pt x="2650" y="2488"/>
                </a:lnTo>
                <a:lnTo>
                  <a:pt x="2649" y="2488"/>
                </a:lnTo>
                <a:lnTo>
                  <a:pt x="2648" y="2488"/>
                </a:lnTo>
                <a:lnTo>
                  <a:pt x="2648" y="2487"/>
                </a:lnTo>
                <a:lnTo>
                  <a:pt x="2649" y="2485"/>
                </a:lnTo>
                <a:lnTo>
                  <a:pt x="2650" y="2483"/>
                </a:lnTo>
                <a:lnTo>
                  <a:pt x="2650" y="2482"/>
                </a:lnTo>
                <a:lnTo>
                  <a:pt x="2651" y="2482"/>
                </a:lnTo>
                <a:lnTo>
                  <a:pt x="2652" y="2481"/>
                </a:lnTo>
                <a:lnTo>
                  <a:pt x="2653" y="2479"/>
                </a:lnTo>
                <a:lnTo>
                  <a:pt x="2653" y="2478"/>
                </a:lnTo>
                <a:lnTo>
                  <a:pt x="2653" y="2477"/>
                </a:lnTo>
                <a:lnTo>
                  <a:pt x="2653" y="2475"/>
                </a:lnTo>
                <a:lnTo>
                  <a:pt x="2653" y="2472"/>
                </a:lnTo>
                <a:lnTo>
                  <a:pt x="2653" y="2471"/>
                </a:lnTo>
                <a:lnTo>
                  <a:pt x="2652" y="2469"/>
                </a:lnTo>
                <a:lnTo>
                  <a:pt x="2652" y="2468"/>
                </a:lnTo>
                <a:lnTo>
                  <a:pt x="2651" y="2462"/>
                </a:lnTo>
                <a:lnTo>
                  <a:pt x="2651" y="2459"/>
                </a:lnTo>
                <a:lnTo>
                  <a:pt x="2651" y="2458"/>
                </a:lnTo>
                <a:lnTo>
                  <a:pt x="2650" y="2455"/>
                </a:lnTo>
                <a:lnTo>
                  <a:pt x="2649" y="2449"/>
                </a:lnTo>
                <a:lnTo>
                  <a:pt x="2648" y="2449"/>
                </a:lnTo>
                <a:lnTo>
                  <a:pt x="2647" y="2448"/>
                </a:lnTo>
                <a:lnTo>
                  <a:pt x="2645" y="2446"/>
                </a:lnTo>
                <a:lnTo>
                  <a:pt x="2644" y="2446"/>
                </a:lnTo>
                <a:lnTo>
                  <a:pt x="2644" y="2445"/>
                </a:lnTo>
                <a:lnTo>
                  <a:pt x="2645" y="2444"/>
                </a:lnTo>
                <a:lnTo>
                  <a:pt x="2646" y="2443"/>
                </a:lnTo>
                <a:lnTo>
                  <a:pt x="2647" y="2444"/>
                </a:lnTo>
                <a:lnTo>
                  <a:pt x="2651" y="2442"/>
                </a:lnTo>
                <a:lnTo>
                  <a:pt x="2652" y="2440"/>
                </a:lnTo>
                <a:lnTo>
                  <a:pt x="2653" y="2439"/>
                </a:lnTo>
                <a:lnTo>
                  <a:pt x="2653" y="2438"/>
                </a:lnTo>
                <a:lnTo>
                  <a:pt x="2653" y="2437"/>
                </a:lnTo>
                <a:lnTo>
                  <a:pt x="2654" y="2437"/>
                </a:lnTo>
                <a:lnTo>
                  <a:pt x="2654" y="2436"/>
                </a:lnTo>
                <a:lnTo>
                  <a:pt x="2654" y="2435"/>
                </a:lnTo>
                <a:lnTo>
                  <a:pt x="2653" y="2434"/>
                </a:lnTo>
                <a:lnTo>
                  <a:pt x="2652" y="2434"/>
                </a:lnTo>
                <a:lnTo>
                  <a:pt x="2651" y="2434"/>
                </a:lnTo>
                <a:lnTo>
                  <a:pt x="2650" y="2431"/>
                </a:lnTo>
                <a:lnTo>
                  <a:pt x="2650" y="2430"/>
                </a:lnTo>
                <a:lnTo>
                  <a:pt x="2650" y="2429"/>
                </a:lnTo>
                <a:lnTo>
                  <a:pt x="2650" y="2428"/>
                </a:lnTo>
                <a:lnTo>
                  <a:pt x="2649" y="2428"/>
                </a:lnTo>
                <a:lnTo>
                  <a:pt x="2651" y="2426"/>
                </a:lnTo>
                <a:lnTo>
                  <a:pt x="2651" y="2425"/>
                </a:lnTo>
                <a:lnTo>
                  <a:pt x="2651" y="2424"/>
                </a:lnTo>
                <a:lnTo>
                  <a:pt x="2651" y="2423"/>
                </a:lnTo>
                <a:lnTo>
                  <a:pt x="2650" y="2423"/>
                </a:lnTo>
                <a:lnTo>
                  <a:pt x="2650" y="2422"/>
                </a:lnTo>
                <a:lnTo>
                  <a:pt x="2649" y="2422"/>
                </a:lnTo>
                <a:lnTo>
                  <a:pt x="2649" y="2421"/>
                </a:lnTo>
                <a:lnTo>
                  <a:pt x="2650" y="2421"/>
                </a:lnTo>
                <a:lnTo>
                  <a:pt x="2650" y="2419"/>
                </a:lnTo>
                <a:lnTo>
                  <a:pt x="2649" y="2418"/>
                </a:lnTo>
                <a:lnTo>
                  <a:pt x="2649" y="2417"/>
                </a:lnTo>
                <a:lnTo>
                  <a:pt x="2650" y="2417"/>
                </a:lnTo>
                <a:lnTo>
                  <a:pt x="2651" y="2417"/>
                </a:lnTo>
                <a:lnTo>
                  <a:pt x="2652" y="2417"/>
                </a:lnTo>
                <a:lnTo>
                  <a:pt x="2652" y="2416"/>
                </a:lnTo>
                <a:lnTo>
                  <a:pt x="2651" y="2416"/>
                </a:lnTo>
                <a:lnTo>
                  <a:pt x="2650" y="2415"/>
                </a:lnTo>
                <a:lnTo>
                  <a:pt x="2650" y="2414"/>
                </a:lnTo>
                <a:lnTo>
                  <a:pt x="2649" y="2414"/>
                </a:lnTo>
                <a:lnTo>
                  <a:pt x="2649" y="2413"/>
                </a:lnTo>
                <a:lnTo>
                  <a:pt x="2648" y="2413"/>
                </a:lnTo>
                <a:lnTo>
                  <a:pt x="2648" y="2411"/>
                </a:lnTo>
                <a:lnTo>
                  <a:pt x="2648" y="2410"/>
                </a:lnTo>
                <a:lnTo>
                  <a:pt x="2648" y="2409"/>
                </a:lnTo>
                <a:lnTo>
                  <a:pt x="2648" y="2408"/>
                </a:lnTo>
                <a:lnTo>
                  <a:pt x="2648" y="2407"/>
                </a:lnTo>
                <a:lnTo>
                  <a:pt x="2647" y="2404"/>
                </a:lnTo>
                <a:lnTo>
                  <a:pt x="2646" y="2403"/>
                </a:lnTo>
                <a:lnTo>
                  <a:pt x="2645" y="2402"/>
                </a:lnTo>
                <a:lnTo>
                  <a:pt x="2644" y="2402"/>
                </a:lnTo>
                <a:lnTo>
                  <a:pt x="2642" y="2401"/>
                </a:lnTo>
                <a:lnTo>
                  <a:pt x="2641" y="2401"/>
                </a:lnTo>
                <a:lnTo>
                  <a:pt x="2641" y="2400"/>
                </a:lnTo>
                <a:lnTo>
                  <a:pt x="2642" y="2400"/>
                </a:lnTo>
                <a:lnTo>
                  <a:pt x="2643" y="2400"/>
                </a:lnTo>
                <a:lnTo>
                  <a:pt x="2643" y="2399"/>
                </a:lnTo>
                <a:lnTo>
                  <a:pt x="2642" y="2397"/>
                </a:lnTo>
                <a:lnTo>
                  <a:pt x="2641" y="2397"/>
                </a:lnTo>
                <a:lnTo>
                  <a:pt x="2641" y="2396"/>
                </a:lnTo>
                <a:lnTo>
                  <a:pt x="2640" y="2396"/>
                </a:lnTo>
                <a:lnTo>
                  <a:pt x="2639" y="2394"/>
                </a:lnTo>
                <a:lnTo>
                  <a:pt x="2638" y="2394"/>
                </a:lnTo>
                <a:lnTo>
                  <a:pt x="2638" y="2390"/>
                </a:lnTo>
                <a:lnTo>
                  <a:pt x="2638" y="2389"/>
                </a:lnTo>
                <a:lnTo>
                  <a:pt x="2638" y="2388"/>
                </a:lnTo>
                <a:lnTo>
                  <a:pt x="2637" y="2386"/>
                </a:lnTo>
                <a:lnTo>
                  <a:pt x="2638" y="2386"/>
                </a:lnTo>
                <a:lnTo>
                  <a:pt x="2638" y="2385"/>
                </a:lnTo>
                <a:lnTo>
                  <a:pt x="2637" y="2384"/>
                </a:lnTo>
                <a:lnTo>
                  <a:pt x="2635" y="2382"/>
                </a:lnTo>
                <a:lnTo>
                  <a:pt x="2635" y="2381"/>
                </a:lnTo>
                <a:lnTo>
                  <a:pt x="2633" y="2379"/>
                </a:lnTo>
                <a:lnTo>
                  <a:pt x="2632" y="2378"/>
                </a:lnTo>
                <a:lnTo>
                  <a:pt x="2631" y="2377"/>
                </a:lnTo>
                <a:lnTo>
                  <a:pt x="2632" y="2376"/>
                </a:lnTo>
                <a:lnTo>
                  <a:pt x="2632" y="2375"/>
                </a:lnTo>
                <a:lnTo>
                  <a:pt x="2631" y="2375"/>
                </a:lnTo>
                <a:lnTo>
                  <a:pt x="2630" y="2375"/>
                </a:lnTo>
                <a:lnTo>
                  <a:pt x="2629" y="2375"/>
                </a:lnTo>
                <a:lnTo>
                  <a:pt x="2628" y="2375"/>
                </a:lnTo>
                <a:lnTo>
                  <a:pt x="2627" y="2375"/>
                </a:lnTo>
                <a:lnTo>
                  <a:pt x="2626" y="2375"/>
                </a:lnTo>
                <a:lnTo>
                  <a:pt x="2626" y="2376"/>
                </a:lnTo>
                <a:lnTo>
                  <a:pt x="2626" y="2377"/>
                </a:lnTo>
                <a:lnTo>
                  <a:pt x="2626" y="2378"/>
                </a:lnTo>
                <a:lnTo>
                  <a:pt x="2626" y="2379"/>
                </a:lnTo>
                <a:lnTo>
                  <a:pt x="2626" y="2380"/>
                </a:lnTo>
                <a:lnTo>
                  <a:pt x="2625" y="2380"/>
                </a:lnTo>
                <a:lnTo>
                  <a:pt x="2624" y="2380"/>
                </a:lnTo>
                <a:lnTo>
                  <a:pt x="2624" y="2381"/>
                </a:lnTo>
                <a:lnTo>
                  <a:pt x="2621" y="2383"/>
                </a:lnTo>
                <a:lnTo>
                  <a:pt x="2619" y="2383"/>
                </a:lnTo>
                <a:lnTo>
                  <a:pt x="2617" y="2383"/>
                </a:lnTo>
                <a:lnTo>
                  <a:pt x="2614" y="2383"/>
                </a:lnTo>
                <a:lnTo>
                  <a:pt x="2611" y="2383"/>
                </a:lnTo>
                <a:lnTo>
                  <a:pt x="2610" y="2384"/>
                </a:lnTo>
                <a:lnTo>
                  <a:pt x="2609" y="2384"/>
                </a:lnTo>
                <a:lnTo>
                  <a:pt x="2608" y="2384"/>
                </a:lnTo>
                <a:lnTo>
                  <a:pt x="2608" y="2385"/>
                </a:lnTo>
                <a:lnTo>
                  <a:pt x="2607" y="2386"/>
                </a:lnTo>
                <a:lnTo>
                  <a:pt x="2606" y="2387"/>
                </a:lnTo>
                <a:lnTo>
                  <a:pt x="2605" y="2387"/>
                </a:lnTo>
                <a:lnTo>
                  <a:pt x="2604" y="2385"/>
                </a:lnTo>
                <a:lnTo>
                  <a:pt x="2602" y="2384"/>
                </a:lnTo>
                <a:lnTo>
                  <a:pt x="2601" y="2384"/>
                </a:lnTo>
                <a:lnTo>
                  <a:pt x="2599" y="2383"/>
                </a:lnTo>
                <a:lnTo>
                  <a:pt x="2599" y="2382"/>
                </a:lnTo>
                <a:lnTo>
                  <a:pt x="2598" y="2382"/>
                </a:lnTo>
                <a:lnTo>
                  <a:pt x="2596" y="2382"/>
                </a:lnTo>
                <a:lnTo>
                  <a:pt x="2595" y="2382"/>
                </a:lnTo>
                <a:lnTo>
                  <a:pt x="2592" y="2383"/>
                </a:lnTo>
                <a:lnTo>
                  <a:pt x="2592" y="2384"/>
                </a:lnTo>
                <a:lnTo>
                  <a:pt x="2591" y="2385"/>
                </a:lnTo>
                <a:lnTo>
                  <a:pt x="2590" y="2385"/>
                </a:lnTo>
                <a:lnTo>
                  <a:pt x="2586" y="2385"/>
                </a:lnTo>
                <a:lnTo>
                  <a:pt x="2585" y="2386"/>
                </a:lnTo>
                <a:lnTo>
                  <a:pt x="2585" y="2387"/>
                </a:lnTo>
                <a:lnTo>
                  <a:pt x="2585" y="2388"/>
                </a:lnTo>
                <a:lnTo>
                  <a:pt x="2585" y="2389"/>
                </a:lnTo>
                <a:lnTo>
                  <a:pt x="2585" y="2390"/>
                </a:lnTo>
                <a:lnTo>
                  <a:pt x="2585" y="2391"/>
                </a:lnTo>
                <a:lnTo>
                  <a:pt x="2584" y="2392"/>
                </a:lnTo>
                <a:lnTo>
                  <a:pt x="2585" y="2394"/>
                </a:lnTo>
                <a:lnTo>
                  <a:pt x="2585" y="2397"/>
                </a:lnTo>
                <a:lnTo>
                  <a:pt x="2584" y="2398"/>
                </a:lnTo>
                <a:lnTo>
                  <a:pt x="2583" y="2399"/>
                </a:lnTo>
                <a:lnTo>
                  <a:pt x="2583" y="2398"/>
                </a:lnTo>
                <a:lnTo>
                  <a:pt x="2582" y="2398"/>
                </a:lnTo>
                <a:lnTo>
                  <a:pt x="2581" y="2398"/>
                </a:lnTo>
                <a:lnTo>
                  <a:pt x="2581" y="2399"/>
                </a:lnTo>
                <a:lnTo>
                  <a:pt x="2581" y="2400"/>
                </a:lnTo>
                <a:lnTo>
                  <a:pt x="2581" y="2401"/>
                </a:lnTo>
                <a:lnTo>
                  <a:pt x="2580" y="2402"/>
                </a:lnTo>
                <a:lnTo>
                  <a:pt x="2580" y="2403"/>
                </a:lnTo>
                <a:lnTo>
                  <a:pt x="2580" y="2404"/>
                </a:lnTo>
                <a:lnTo>
                  <a:pt x="2581" y="2406"/>
                </a:lnTo>
                <a:lnTo>
                  <a:pt x="2581" y="2407"/>
                </a:lnTo>
                <a:lnTo>
                  <a:pt x="2582" y="2407"/>
                </a:lnTo>
                <a:lnTo>
                  <a:pt x="2583" y="2407"/>
                </a:lnTo>
                <a:lnTo>
                  <a:pt x="2583" y="2408"/>
                </a:lnTo>
                <a:lnTo>
                  <a:pt x="2583" y="2409"/>
                </a:lnTo>
                <a:lnTo>
                  <a:pt x="2583" y="2411"/>
                </a:lnTo>
                <a:lnTo>
                  <a:pt x="2584" y="2411"/>
                </a:lnTo>
                <a:lnTo>
                  <a:pt x="2584" y="2412"/>
                </a:lnTo>
                <a:lnTo>
                  <a:pt x="2585" y="2412"/>
                </a:lnTo>
                <a:lnTo>
                  <a:pt x="2586" y="2412"/>
                </a:lnTo>
                <a:lnTo>
                  <a:pt x="2588" y="2414"/>
                </a:lnTo>
                <a:lnTo>
                  <a:pt x="2588" y="2415"/>
                </a:lnTo>
                <a:lnTo>
                  <a:pt x="2588" y="2416"/>
                </a:lnTo>
                <a:lnTo>
                  <a:pt x="2587" y="2416"/>
                </a:lnTo>
                <a:lnTo>
                  <a:pt x="2586" y="2417"/>
                </a:lnTo>
                <a:lnTo>
                  <a:pt x="2585" y="2417"/>
                </a:lnTo>
                <a:lnTo>
                  <a:pt x="2584" y="2417"/>
                </a:lnTo>
                <a:lnTo>
                  <a:pt x="2584" y="2418"/>
                </a:lnTo>
                <a:lnTo>
                  <a:pt x="2583" y="2420"/>
                </a:lnTo>
                <a:lnTo>
                  <a:pt x="2583" y="2421"/>
                </a:lnTo>
                <a:lnTo>
                  <a:pt x="2581" y="2421"/>
                </a:lnTo>
                <a:lnTo>
                  <a:pt x="2577" y="2423"/>
                </a:lnTo>
                <a:lnTo>
                  <a:pt x="2576" y="2423"/>
                </a:lnTo>
                <a:lnTo>
                  <a:pt x="2575" y="2423"/>
                </a:lnTo>
                <a:lnTo>
                  <a:pt x="2575" y="2424"/>
                </a:lnTo>
                <a:lnTo>
                  <a:pt x="2574" y="2424"/>
                </a:lnTo>
                <a:lnTo>
                  <a:pt x="2572" y="2423"/>
                </a:lnTo>
                <a:lnTo>
                  <a:pt x="2572" y="2422"/>
                </a:lnTo>
                <a:lnTo>
                  <a:pt x="2570" y="2422"/>
                </a:lnTo>
                <a:lnTo>
                  <a:pt x="2569" y="2421"/>
                </a:lnTo>
                <a:lnTo>
                  <a:pt x="2568" y="2421"/>
                </a:lnTo>
                <a:lnTo>
                  <a:pt x="2567" y="2421"/>
                </a:lnTo>
                <a:lnTo>
                  <a:pt x="2567" y="2422"/>
                </a:lnTo>
                <a:lnTo>
                  <a:pt x="2567" y="2423"/>
                </a:lnTo>
                <a:lnTo>
                  <a:pt x="2566" y="2423"/>
                </a:lnTo>
                <a:lnTo>
                  <a:pt x="2565" y="2423"/>
                </a:lnTo>
                <a:lnTo>
                  <a:pt x="2565" y="2422"/>
                </a:lnTo>
                <a:lnTo>
                  <a:pt x="2564" y="2422"/>
                </a:lnTo>
                <a:lnTo>
                  <a:pt x="2564" y="2423"/>
                </a:lnTo>
                <a:lnTo>
                  <a:pt x="2564" y="2424"/>
                </a:lnTo>
                <a:lnTo>
                  <a:pt x="2564" y="2425"/>
                </a:lnTo>
                <a:lnTo>
                  <a:pt x="2565" y="2426"/>
                </a:lnTo>
                <a:lnTo>
                  <a:pt x="2565" y="2427"/>
                </a:lnTo>
                <a:lnTo>
                  <a:pt x="2564" y="2427"/>
                </a:lnTo>
                <a:lnTo>
                  <a:pt x="2564" y="2428"/>
                </a:lnTo>
                <a:lnTo>
                  <a:pt x="2563" y="2428"/>
                </a:lnTo>
                <a:lnTo>
                  <a:pt x="2562" y="2428"/>
                </a:lnTo>
                <a:lnTo>
                  <a:pt x="2561" y="2428"/>
                </a:lnTo>
                <a:lnTo>
                  <a:pt x="2561" y="2429"/>
                </a:lnTo>
                <a:lnTo>
                  <a:pt x="2561" y="2430"/>
                </a:lnTo>
                <a:lnTo>
                  <a:pt x="2562" y="2430"/>
                </a:lnTo>
                <a:lnTo>
                  <a:pt x="2562" y="2431"/>
                </a:lnTo>
                <a:lnTo>
                  <a:pt x="2562" y="2432"/>
                </a:lnTo>
                <a:lnTo>
                  <a:pt x="2560" y="2433"/>
                </a:lnTo>
                <a:lnTo>
                  <a:pt x="2559" y="2435"/>
                </a:lnTo>
                <a:lnTo>
                  <a:pt x="2558" y="2435"/>
                </a:lnTo>
                <a:lnTo>
                  <a:pt x="2557" y="2437"/>
                </a:lnTo>
                <a:lnTo>
                  <a:pt x="2558" y="2438"/>
                </a:lnTo>
                <a:lnTo>
                  <a:pt x="2558" y="2440"/>
                </a:lnTo>
                <a:lnTo>
                  <a:pt x="2557" y="2440"/>
                </a:lnTo>
                <a:lnTo>
                  <a:pt x="2556" y="2440"/>
                </a:lnTo>
                <a:lnTo>
                  <a:pt x="2556" y="2442"/>
                </a:lnTo>
                <a:lnTo>
                  <a:pt x="2556" y="2443"/>
                </a:lnTo>
                <a:lnTo>
                  <a:pt x="2556" y="2444"/>
                </a:lnTo>
                <a:lnTo>
                  <a:pt x="2555" y="2445"/>
                </a:lnTo>
                <a:lnTo>
                  <a:pt x="2554" y="2445"/>
                </a:lnTo>
                <a:lnTo>
                  <a:pt x="2553" y="2445"/>
                </a:lnTo>
                <a:lnTo>
                  <a:pt x="2553" y="2446"/>
                </a:lnTo>
                <a:lnTo>
                  <a:pt x="2552" y="2446"/>
                </a:lnTo>
                <a:lnTo>
                  <a:pt x="2552" y="2447"/>
                </a:lnTo>
                <a:lnTo>
                  <a:pt x="2551" y="2448"/>
                </a:lnTo>
                <a:lnTo>
                  <a:pt x="2550" y="2449"/>
                </a:lnTo>
                <a:lnTo>
                  <a:pt x="2550" y="2450"/>
                </a:lnTo>
                <a:lnTo>
                  <a:pt x="2549" y="2453"/>
                </a:lnTo>
                <a:lnTo>
                  <a:pt x="2548" y="2453"/>
                </a:lnTo>
                <a:lnTo>
                  <a:pt x="2548" y="2454"/>
                </a:lnTo>
                <a:lnTo>
                  <a:pt x="2547" y="2454"/>
                </a:lnTo>
                <a:lnTo>
                  <a:pt x="2547" y="2455"/>
                </a:lnTo>
                <a:lnTo>
                  <a:pt x="2545" y="2457"/>
                </a:lnTo>
                <a:lnTo>
                  <a:pt x="2545" y="2458"/>
                </a:lnTo>
                <a:lnTo>
                  <a:pt x="2545" y="2460"/>
                </a:lnTo>
                <a:lnTo>
                  <a:pt x="2545" y="2461"/>
                </a:lnTo>
                <a:lnTo>
                  <a:pt x="2546" y="2462"/>
                </a:lnTo>
                <a:lnTo>
                  <a:pt x="2546" y="2463"/>
                </a:lnTo>
                <a:lnTo>
                  <a:pt x="2546" y="2464"/>
                </a:lnTo>
                <a:lnTo>
                  <a:pt x="2546" y="2465"/>
                </a:lnTo>
                <a:lnTo>
                  <a:pt x="2547" y="2465"/>
                </a:lnTo>
                <a:lnTo>
                  <a:pt x="2548" y="2465"/>
                </a:lnTo>
                <a:lnTo>
                  <a:pt x="2547" y="2467"/>
                </a:lnTo>
                <a:lnTo>
                  <a:pt x="2547" y="2469"/>
                </a:lnTo>
                <a:lnTo>
                  <a:pt x="2548" y="2470"/>
                </a:lnTo>
                <a:lnTo>
                  <a:pt x="2549" y="2471"/>
                </a:lnTo>
                <a:lnTo>
                  <a:pt x="2551" y="2472"/>
                </a:lnTo>
                <a:lnTo>
                  <a:pt x="2551" y="2473"/>
                </a:lnTo>
                <a:lnTo>
                  <a:pt x="2551" y="2474"/>
                </a:lnTo>
                <a:lnTo>
                  <a:pt x="2551" y="2475"/>
                </a:lnTo>
                <a:lnTo>
                  <a:pt x="2552" y="2476"/>
                </a:lnTo>
                <a:lnTo>
                  <a:pt x="2551" y="2477"/>
                </a:lnTo>
                <a:lnTo>
                  <a:pt x="2549" y="2476"/>
                </a:lnTo>
                <a:lnTo>
                  <a:pt x="2549" y="2477"/>
                </a:lnTo>
                <a:lnTo>
                  <a:pt x="2549" y="2480"/>
                </a:lnTo>
                <a:lnTo>
                  <a:pt x="2550" y="2482"/>
                </a:lnTo>
                <a:lnTo>
                  <a:pt x="2551" y="2482"/>
                </a:lnTo>
                <a:lnTo>
                  <a:pt x="2553" y="2486"/>
                </a:lnTo>
                <a:lnTo>
                  <a:pt x="2556" y="2490"/>
                </a:lnTo>
                <a:lnTo>
                  <a:pt x="2556" y="2492"/>
                </a:lnTo>
                <a:lnTo>
                  <a:pt x="2555" y="2492"/>
                </a:lnTo>
                <a:lnTo>
                  <a:pt x="2554" y="2492"/>
                </a:lnTo>
                <a:lnTo>
                  <a:pt x="2553" y="2492"/>
                </a:lnTo>
                <a:lnTo>
                  <a:pt x="2552" y="2493"/>
                </a:lnTo>
                <a:lnTo>
                  <a:pt x="2552" y="2494"/>
                </a:lnTo>
                <a:lnTo>
                  <a:pt x="2552" y="2495"/>
                </a:lnTo>
                <a:lnTo>
                  <a:pt x="2553" y="2495"/>
                </a:lnTo>
                <a:lnTo>
                  <a:pt x="2553" y="2496"/>
                </a:lnTo>
                <a:lnTo>
                  <a:pt x="2554" y="2498"/>
                </a:lnTo>
                <a:lnTo>
                  <a:pt x="2552" y="2500"/>
                </a:lnTo>
                <a:lnTo>
                  <a:pt x="2552" y="2501"/>
                </a:lnTo>
                <a:lnTo>
                  <a:pt x="2552" y="2502"/>
                </a:lnTo>
                <a:lnTo>
                  <a:pt x="2552" y="2503"/>
                </a:lnTo>
                <a:lnTo>
                  <a:pt x="2552" y="2505"/>
                </a:lnTo>
                <a:lnTo>
                  <a:pt x="2553" y="2505"/>
                </a:lnTo>
                <a:lnTo>
                  <a:pt x="2553" y="2507"/>
                </a:lnTo>
                <a:lnTo>
                  <a:pt x="2554" y="2508"/>
                </a:lnTo>
                <a:lnTo>
                  <a:pt x="2554" y="2509"/>
                </a:lnTo>
                <a:lnTo>
                  <a:pt x="2554" y="2512"/>
                </a:lnTo>
                <a:lnTo>
                  <a:pt x="2555" y="2513"/>
                </a:lnTo>
                <a:lnTo>
                  <a:pt x="2555" y="2514"/>
                </a:lnTo>
                <a:lnTo>
                  <a:pt x="2555" y="2515"/>
                </a:lnTo>
                <a:lnTo>
                  <a:pt x="2554" y="2515"/>
                </a:lnTo>
                <a:lnTo>
                  <a:pt x="2553" y="2515"/>
                </a:lnTo>
                <a:lnTo>
                  <a:pt x="2552" y="2515"/>
                </a:lnTo>
                <a:lnTo>
                  <a:pt x="2551" y="2515"/>
                </a:lnTo>
                <a:lnTo>
                  <a:pt x="2551" y="2514"/>
                </a:lnTo>
                <a:lnTo>
                  <a:pt x="2550" y="2514"/>
                </a:lnTo>
                <a:lnTo>
                  <a:pt x="2546" y="2513"/>
                </a:lnTo>
                <a:lnTo>
                  <a:pt x="2544" y="2513"/>
                </a:lnTo>
                <a:lnTo>
                  <a:pt x="2543" y="2513"/>
                </a:lnTo>
                <a:lnTo>
                  <a:pt x="2541" y="2513"/>
                </a:lnTo>
                <a:lnTo>
                  <a:pt x="2540" y="2512"/>
                </a:lnTo>
                <a:lnTo>
                  <a:pt x="2538" y="2512"/>
                </a:lnTo>
                <a:lnTo>
                  <a:pt x="2536" y="2511"/>
                </a:lnTo>
                <a:lnTo>
                  <a:pt x="2535" y="2511"/>
                </a:lnTo>
                <a:lnTo>
                  <a:pt x="2535" y="2512"/>
                </a:lnTo>
                <a:lnTo>
                  <a:pt x="2533" y="2513"/>
                </a:lnTo>
                <a:lnTo>
                  <a:pt x="2532" y="2513"/>
                </a:lnTo>
                <a:lnTo>
                  <a:pt x="2532" y="2514"/>
                </a:lnTo>
                <a:lnTo>
                  <a:pt x="2532" y="2513"/>
                </a:lnTo>
                <a:lnTo>
                  <a:pt x="2531" y="2513"/>
                </a:lnTo>
                <a:lnTo>
                  <a:pt x="2530" y="2513"/>
                </a:lnTo>
                <a:lnTo>
                  <a:pt x="2529" y="2514"/>
                </a:lnTo>
                <a:lnTo>
                  <a:pt x="2528" y="2514"/>
                </a:lnTo>
                <a:lnTo>
                  <a:pt x="2528" y="2515"/>
                </a:lnTo>
                <a:lnTo>
                  <a:pt x="2526" y="2514"/>
                </a:lnTo>
                <a:lnTo>
                  <a:pt x="2524" y="2514"/>
                </a:lnTo>
                <a:lnTo>
                  <a:pt x="2524" y="2515"/>
                </a:lnTo>
                <a:lnTo>
                  <a:pt x="2523" y="2515"/>
                </a:lnTo>
                <a:lnTo>
                  <a:pt x="2522" y="2516"/>
                </a:lnTo>
                <a:lnTo>
                  <a:pt x="2522" y="2517"/>
                </a:lnTo>
                <a:lnTo>
                  <a:pt x="2521" y="2517"/>
                </a:lnTo>
                <a:lnTo>
                  <a:pt x="2520" y="2517"/>
                </a:lnTo>
                <a:lnTo>
                  <a:pt x="2520" y="2518"/>
                </a:lnTo>
                <a:lnTo>
                  <a:pt x="2519" y="2518"/>
                </a:lnTo>
                <a:lnTo>
                  <a:pt x="2519" y="2519"/>
                </a:lnTo>
                <a:lnTo>
                  <a:pt x="2518" y="2519"/>
                </a:lnTo>
                <a:lnTo>
                  <a:pt x="2517" y="2520"/>
                </a:lnTo>
                <a:lnTo>
                  <a:pt x="2517" y="2521"/>
                </a:lnTo>
                <a:lnTo>
                  <a:pt x="2515" y="2522"/>
                </a:lnTo>
                <a:lnTo>
                  <a:pt x="2514" y="2523"/>
                </a:lnTo>
                <a:lnTo>
                  <a:pt x="2514" y="2524"/>
                </a:lnTo>
                <a:lnTo>
                  <a:pt x="2514" y="2525"/>
                </a:lnTo>
                <a:lnTo>
                  <a:pt x="2513" y="2525"/>
                </a:lnTo>
                <a:lnTo>
                  <a:pt x="2512" y="2525"/>
                </a:lnTo>
                <a:lnTo>
                  <a:pt x="2511" y="2524"/>
                </a:lnTo>
                <a:lnTo>
                  <a:pt x="2510" y="2524"/>
                </a:lnTo>
                <a:lnTo>
                  <a:pt x="2510" y="2525"/>
                </a:lnTo>
                <a:lnTo>
                  <a:pt x="2510" y="2526"/>
                </a:lnTo>
                <a:lnTo>
                  <a:pt x="2510" y="2527"/>
                </a:lnTo>
                <a:lnTo>
                  <a:pt x="2509" y="2528"/>
                </a:lnTo>
                <a:lnTo>
                  <a:pt x="2509" y="2529"/>
                </a:lnTo>
                <a:lnTo>
                  <a:pt x="2509" y="2530"/>
                </a:lnTo>
                <a:lnTo>
                  <a:pt x="2509" y="2531"/>
                </a:lnTo>
                <a:lnTo>
                  <a:pt x="2509" y="2532"/>
                </a:lnTo>
                <a:lnTo>
                  <a:pt x="2508" y="2532"/>
                </a:lnTo>
                <a:lnTo>
                  <a:pt x="2508" y="2533"/>
                </a:lnTo>
                <a:lnTo>
                  <a:pt x="2507" y="2533"/>
                </a:lnTo>
                <a:lnTo>
                  <a:pt x="2507" y="2534"/>
                </a:lnTo>
                <a:lnTo>
                  <a:pt x="2506" y="2534"/>
                </a:lnTo>
                <a:lnTo>
                  <a:pt x="2505" y="2534"/>
                </a:lnTo>
                <a:lnTo>
                  <a:pt x="2505" y="2535"/>
                </a:lnTo>
                <a:lnTo>
                  <a:pt x="2504" y="2535"/>
                </a:lnTo>
                <a:lnTo>
                  <a:pt x="2504" y="2536"/>
                </a:lnTo>
                <a:lnTo>
                  <a:pt x="2503" y="2537"/>
                </a:lnTo>
                <a:lnTo>
                  <a:pt x="2503" y="2538"/>
                </a:lnTo>
                <a:lnTo>
                  <a:pt x="2502" y="2539"/>
                </a:lnTo>
                <a:lnTo>
                  <a:pt x="2502" y="2540"/>
                </a:lnTo>
                <a:lnTo>
                  <a:pt x="2503" y="2540"/>
                </a:lnTo>
                <a:lnTo>
                  <a:pt x="2506" y="2541"/>
                </a:lnTo>
                <a:lnTo>
                  <a:pt x="2507" y="2541"/>
                </a:lnTo>
                <a:lnTo>
                  <a:pt x="2508" y="2541"/>
                </a:lnTo>
                <a:lnTo>
                  <a:pt x="2509" y="2542"/>
                </a:lnTo>
                <a:lnTo>
                  <a:pt x="2510" y="2542"/>
                </a:lnTo>
                <a:lnTo>
                  <a:pt x="2511" y="2542"/>
                </a:lnTo>
                <a:lnTo>
                  <a:pt x="2511" y="2543"/>
                </a:lnTo>
                <a:lnTo>
                  <a:pt x="2512" y="2543"/>
                </a:lnTo>
                <a:lnTo>
                  <a:pt x="2513" y="2543"/>
                </a:lnTo>
                <a:lnTo>
                  <a:pt x="2514" y="2543"/>
                </a:lnTo>
                <a:lnTo>
                  <a:pt x="2514" y="2544"/>
                </a:lnTo>
                <a:lnTo>
                  <a:pt x="2513" y="2546"/>
                </a:lnTo>
                <a:lnTo>
                  <a:pt x="2512" y="2547"/>
                </a:lnTo>
                <a:lnTo>
                  <a:pt x="2512" y="2548"/>
                </a:lnTo>
                <a:lnTo>
                  <a:pt x="2513" y="2549"/>
                </a:lnTo>
                <a:lnTo>
                  <a:pt x="2513" y="2548"/>
                </a:lnTo>
                <a:lnTo>
                  <a:pt x="2513" y="2549"/>
                </a:lnTo>
                <a:lnTo>
                  <a:pt x="2513" y="2551"/>
                </a:lnTo>
                <a:lnTo>
                  <a:pt x="2513" y="2552"/>
                </a:lnTo>
                <a:lnTo>
                  <a:pt x="2512" y="2554"/>
                </a:lnTo>
                <a:lnTo>
                  <a:pt x="2512" y="2555"/>
                </a:lnTo>
                <a:lnTo>
                  <a:pt x="2512" y="2556"/>
                </a:lnTo>
                <a:lnTo>
                  <a:pt x="2511" y="2556"/>
                </a:lnTo>
                <a:lnTo>
                  <a:pt x="2512" y="2557"/>
                </a:lnTo>
                <a:lnTo>
                  <a:pt x="2512" y="2558"/>
                </a:lnTo>
                <a:lnTo>
                  <a:pt x="2511" y="2558"/>
                </a:lnTo>
                <a:lnTo>
                  <a:pt x="2509" y="2559"/>
                </a:lnTo>
                <a:lnTo>
                  <a:pt x="2509" y="2560"/>
                </a:lnTo>
                <a:lnTo>
                  <a:pt x="2508" y="2560"/>
                </a:lnTo>
                <a:lnTo>
                  <a:pt x="2509" y="2560"/>
                </a:lnTo>
                <a:lnTo>
                  <a:pt x="2509" y="2561"/>
                </a:lnTo>
                <a:lnTo>
                  <a:pt x="2509" y="2562"/>
                </a:lnTo>
                <a:lnTo>
                  <a:pt x="2510" y="2562"/>
                </a:lnTo>
                <a:lnTo>
                  <a:pt x="2510" y="2563"/>
                </a:lnTo>
                <a:lnTo>
                  <a:pt x="2511" y="2564"/>
                </a:lnTo>
                <a:lnTo>
                  <a:pt x="2512" y="2565"/>
                </a:lnTo>
                <a:lnTo>
                  <a:pt x="2513" y="2564"/>
                </a:lnTo>
                <a:lnTo>
                  <a:pt x="2514" y="2564"/>
                </a:lnTo>
                <a:lnTo>
                  <a:pt x="2516" y="2565"/>
                </a:lnTo>
                <a:lnTo>
                  <a:pt x="2517" y="2565"/>
                </a:lnTo>
                <a:lnTo>
                  <a:pt x="2517" y="2566"/>
                </a:lnTo>
                <a:lnTo>
                  <a:pt x="2517" y="2567"/>
                </a:lnTo>
                <a:lnTo>
                  <a:pt x="2517" y="2570"/>
                </a:lnTo>
                <a:lnTo>
                  <a:pt x="2518" y="2571"/>
                </a:lnTo>
                <a:lnTo>
                  <a:pt x="2519" y="2572"/>
                </a:lnTo>
                <a:lnTo>
                  <a:pt x="2519" y="2574"/>
                </a:lnTo>
                <a:lnTo>
                  <a:pt x="2520" y="2575"/>
                </a:lnTo>
                <a:lnTo>
                  <a:pt x="2521" y="2575"/>
                </a:lnTo>
                <a:lnTo>
                  <a:pt x="2521" y="2574"/>
                </a:lnTo>
                <a:lnTo>
                  <a:pt x="2521" y="2572"/>
                </a:lnTo>
                <a:lnTo>
                  <a:pt x="2521" y="2570"/>
                </a:lnTo>
                <a:lnTo>
                  <a:pt x="2521" y="2569"/>
                </a:lnTo>
                <a:lnTo>
                  <a:pt x="2522" y="2569"/>
                </a:lnTo>
                <a:lnTo>
                  <a:pt x="2522" y="2568"/>
                </a:lnTo>
                <a:lnTo>
                  <a:pt x="2523" y="2568"/>
                </a:lnTo>
                <a:lnTo>
                  <a:pt x="2524" y="2569"/>
                </a:lnTo>
                <a:lnTo>
                  <a:pt x="2524" y="2570"/>
                </a:lnTo>
                <a:lnTo>
                  <a:pt x="2524" y="2571"/>
                </a:lnTo>
                <a:lnTo>
                  <a:pt x="2525" y="2571"/>
                </a:lnTo>
                <a:lnTo>
                  <a:pt x="2525" y="2572"/>
                </a:lnTo>
                <a:lnTo>
                  <a:pt x="2526" y="2572"/>
                </a:lnTo>
                <a:lnTo>
                  <a:pt x="2526" y="2573"/>
                </a:lnTo>
                <a:lnTo>
                  <a:pt x="2526" y="2574"/>
                </a:lnTo>
                <a:lnTo>
                  <a:pt x="2527" y="2575"/>
                </a:lnTo>
                <a:lnTo>
                  <a:pt x="2527" y="2576"/>
                </a:lnTo>
                <a:lnTo>
                  <a:pt x="2527" y="2577"/>
                </a:lnTo>
                <a:lnTo>
                  <a:pt x="2527" y="2578"/>
                </a:lnTo>
                <a:lnTo>
                  <a:pt x="2526" y="2578"/>
                </a:lnTo>
                <a:lnTo>
                  <a:pt x="2526" y="2581"/>
                </a:lnTo>
                <a:lnTo>
                  <a:pt x="2526" y="2582"/>
                </a:lnTo>
                <a:lnTo>
                  <a:pt x="2526" y="2583"/>
                </a:lnTo>
                <a:lnTo>
                  <a:pt x="2526" y="2585"/>
                </a:lnTo>
                <a:lnTo>
                  <a:pt x="2526" y="2586"/>
                </a:lnTo>
                <a:lnTo>
                  <a:pt x="2525" y="2586"/>
                </a:lnTo>
                <a:lnTo>
                  <a:pt x="2524" y="2586"/>
                </a:lnTo>
                <a:lnTo>
                  <a:pt x="2522" y="2587"/>
                </a:lnTo>
                <a:lnTo>
                  <a:pt x="2522" y="2588"/>
                </a:lnTo>
                <a:lnTo>
                  <a:pt x="2521" y="2588"/>
                </a:lnTo>
                <a:lnTo>
                  <a:pt x="2520" y="2589"/>
                </a:lnTo>
                <a:lnTo>
                  <a:pt x="2519" y="2589"/>
                </a:lnTo>
                <a:lnTo>
                  <a:pt x="2519" y="2588"/>
                </a:lnTo>
                <a:lnTo>
                  <a:pt x="2518" y="2588"/>
                </a:lnTo>
                <a:lnTo>
                  <a:pt x="2517" y="2588"/>
                </a:lnTo>
                <a:lnTo>
                  <a:pt x="2517" y="2589"/>
                </a:lnTo>
                <a:lnTo>
                  <a:pt x="2515" y="2589"/>
                </a:lnTo>
                <a:lnTo>
                  <a:pt x="2514" y="2589"/>
                </a:lnTo>
                <a:lnTo>
                  <a:pt x="2514" y="2590"/>
                </a:lnTo>
                <a:lnTo>
                  <a:pt x="2513" y="2590"/>
                </a:lnTo>
                <a:lnTo>
                  <a:pt x="2513" y="2592"/>
                </a:lnTo>
                <a:lnTo>
                  <a:pt x="2512" y="2593"/>
                </a:lnTo>
                <a:lnTo>
                  <a:pt x="2512" y="2594"/>
                </a:lnTo>
                <a:lnTo>
                  <a:pt x="2512" y="2596"/>
                </a:lnTo>
                <a:lnTo>
                  <a:pt x="2511" y="2597"/>
                </a:lnTo>
                <a:lnTo>
                  <a:pt x="2511" y="2598"/>
                </a:lnTo>
                <a:lnTo>
                  <a:pt x="2510" y="2598"/>
                </a:lnTo>
                <a:lnTo>
                  <a:pt x="2510" y="2597"/>
                </a:lnTo>
                <a:lnTo>
                  <a:pt x="2509" y="2598"/>
                </a:lnTo>
                <a:lnTo>
                  <a:pt x="2509" y="2599"/>
                </a:lnTo>
                <a:lnTo>
                  <a:pt x="2509" y="2600"/>
                </a:lnTo>
                <a:lnTo>
                  <a:pt x="2509" y="2601"/>
                </a:lnTo>
                <a:lnTo>
                  <a:pt x="2509" y="2602"/>
                </a:lnTo>
                <a:lnTo>
                  <a:pt x="2510" y="2603"/>
                </a:lnTo>
                <a:lnTo>
                  <a:pt x="2510" y="2604"/>
                </a:lnTo>
                <a:lnTo>
                  <a:pt x="2507" y="2603"/>
                </a:lnTo>
                <a:lnTo>
                  <a:pt x="2506" y="2603"/>
                </a:lnTo>
                <a:lnTo>
                  <a:pt x="2503" y="2604"/>
                </a:lnTo>
                <a:lnTo>
                  <a:pt x="2501" y="2605"/>
                </a:lnTo>
                <a:lnTo>
                  <a:pt x="2501" y="2606"/>
                </a:lnTo>
                <a:lnTo>
                  <a:pt x="2501" y="2607"/>
                </a:lnTo>
                <a:lnTo>
                  <a:pt x="2502" y="2608"/>
                </a:lnTo>
                <a:lnTo>
                  <a:pt x="2504" y="2610"/>
                </a:lnTo>
                <a:lnTo>
                  <a:pt x="2505" y="2610"/>
                </a:lnTo>
                <a:lnTo>
                  <a:pt x="2507" y="2609"/>
                </a:lnTo>
                <a:lnTo>
                  <a:pt x="2508" y="2610"/>
                </a:lnTo>
                <a:lnTo>
                  <a:pt x="2508" y="2611"/>
                </a:lnTo>
                <a:lnTo>
                  <a:pt x="2509" y="2611"/>
                </a:lnTo>
                <a:lnTo>
                  <a:pt x="2509" y="2612"/>
                </a:lnTo>
                <a:lnTo>
                  <a:pt x="2509" y="2613"/>
                </a:lnTo>
                <a:lnTo>
                  <a:pt x="2511" y="2614"/>
                </a:lnTo>
                <a:lnTo>
                  <a:pt x="2512" y="2614"/>
                </a:lnTo>
                <a:lnTo>
                  <a:pt x="2512" y="2615"/>
                </a:lnTo>
                <a:lnTo>
                  <a:pt x="2513" y="2616"/>
                </a:lnTo>
                <a:lnTo>
                  <a:pt x="2514" y="2616"/>
                </a:lnTo>
                <a:lnTo>
                  <a:pt x="2516" y="2617"/>
                </a:lnTo>
                <a:lnTo>
                  <a:pt x="2517" y="2619"/>
                </a:lnTo>
                <a:lnTo>
                  <a:pt x="2517" y="2620"/>
                </a:lnTo>
                <a:lnTo>
                  <a:pt x="2518" y="2621"/>
                </a:lnTo>
                <a:lnTo>
                  <a:pt x="2518" y="2622"/>
                </a:lnTo>
                <a:lnTo>
                  <a:pt x="2519" y="2622"/>
                </a:lnTo>
                <a:lnTo>
                  <a:pt x="2520" y="2623"/>
                </a:lnTo>
                <a:lnTo>
                  <a:pt x="2521" y="2623"/>
                </a:lnTo>
                <a:lnTo>
                  <a:pt x="2522" y="2623"/>
                </a:lnTo>
                <a:lnTo>
                  <a:pt x="2523" y="2623"/>
                </a:lnTo>
                <a:lnTo>
                  <a:pt x="2523" y="2624"/>
                </a:lnTo>
                <a:lnTo>
                  <a:pt x="2524" y="2626"/>
                </a:lnTo>
                <a:lnTo>
                  <a:pt x="2524" y="2627"/>
                </a:lnTo>
                <a:lnTo>
                  <a:pt x="2525" y="2627"/>
                </a:lnTo>
                <a:lnTo>
                  <a:pt x="2525" y="2626"/>
                </a:lnTo>
                <a:lnTo>
                  <a:pt x="2525" y="2625"/>
                </a:lnTo>
                <a:lnTo>
                  <a:pt x="2526" y="2625"/>
                </a:lnTo>
                <a:lnTo>
                  <a:pt x="2526" y="2626"/>
                </a:lnTo>
                <a:lnTo>
                  <a:pt x="2527" y="2628"/>
                </a:lnTo>
                <a:lnTo>
                  <a:pt x="2527" y="2631"/>
                </a:lnTo>
                <a:lnTo>
                  <a:pt x="2528" y="2632"/>
                </a:lnTo>
                <a:lnTo>
                  <a:pt x="2527" y="2632"/>
                </a:lnTo>
                <a:lnTo>
                  <a:pt x="2527" y="2633"/>
                </a:lnTo>
                <a:lnTo>
                  <a:pt x="2527" y="2634"/>
                </a:lnTo>
                <a:lnTo>
                  <a:pt x="2527" y="2635"/>
                </a:lnTo>
                <a:lnTo>
                  <a:pt x="2528" y="2636"/>
                </a:lnTo>
                <a:lnTo>
                  <a:pt x="2529" y="2636"/>
                </a:lnTo>
                <a:lnTo>
                  <a:pt x="2530" y="2637"/>
                </a:lnTo>
                <a:lnTo>
                  <a:pt x="2530" y="2636"/>
                </a:lnTo>
                <a:lnTo>
                  <a:pt x="2530" y="2635"/>
                </a:lnTo>
                <a:lnTo>
                  <a:pt x="2531" y="2635"/>
                </a:lnTo>
                <a:lnTo>
                  <a:pt x="2532" y="2636"/>
                </a:lnTo>
                <a:lnTo>
                  <a:pt x="2533" y="2637"/>
                </a:lnTo>
                <a:lnTo>
                  <a:pt x="2535" y="2637"/>
                </a:lnTo>
                <a:lnTo>
                  <a:pt x="2538" y="2637"/>
                </a:lnTo>
                <a:lnTo>
                  <a:pt x="2539" y="2638"/>
                </a:lnTo>
                <a:lnTo>
                  <a:pt x="2540" y="2638"/>
                </a:lnTo>
                <a:lnTo>
                  <a:pt x="2540" y="2639"/>
                </a:lnTo>
                <a:lnTo>
                  <a:pt x="2539" y="2639"/>
                </a:lnTo>
                <a:lnTo>
                  <a:pt x="2538" y="2639"/>
                </a:lnTo>
                <a:lnTo>
                  <a:pt x="2537" y="2640"/>
                </a:lnTo>
                <a:lnTo>
                  <a:pt x="2538" y="2643"/>
                </a:lnTo>
                <a:lnTo>
                  <a:pt x="2538" y="2644"/>
                </a:lnTo>
                <a:lnTo>
                  <a:pt x="2539" y="2646"/>
                </a:lnTo>
                <a:lnTo>
                  <a:pt x="2540" y="2647"/>
                </a:lnTo>
                <a:lnTo>
                  <a:pt x="2540" y="2651"/>
                </a:lnTo>
                <a:lnTo>
                  <a:pt x="2541" y="2652"/>
                </a:lnTo>
                <a:lnTo>
                  <a:pt x="2542" y="2652"/>
                </a:lnTo>
                <a:lnTo>
                  <a:pt x="2543" y="2652"/>
                </a:lnTo>
                <a:lnTo>
                  <a:pt x="2543" y="2653"/>
                </a:lnTo>
                <a:lnTo>
                  <a:pt x="2544" y="2653"/>
                </a:lnTo>
                <a:lnTo>
                  <a:pt x="2543" y="2654"/>
                </a:lnTo>
                <a:lnTo>
                  <a:pt x="2542" y="2655"/>
                </a:lnTo>
                <a:lnTo>
                  <a:pt x="2541" y="2655"/>
                </a:lnTo>
                <a:lnTo>
                  <a:pt x="2540" y="2656"/>
                </a:lnTo>
                <a:lnTo>
                  <a:pt x="2540" y="2658"/>
                </a:lnTo>
                <a:lnTo>
                  <a:pt x="2540" y="2659"/>
                </a:lnTo>
                <a:lnTo>
                  <a:pt x="2541" y="2659"/>
                </a:lnTo>
                <a:lnTo>
                  <a:pt x="2541" y="2660"/>
                </a:lnTo>
                <a:lnTo>
                  <a:pt x="2541" y="2661"/>
                </a:lnTo>
                <a:lnTo>
                  <a:pt x="2542" y="2662"/>
                </a:lnTo>
                <a:lnTo>
                  <a:pt x="2543" y="2662"/>
                </a:lnTo>
                <a:lnTo>
                  <a:pt x="2543" y="2663"/>
                </a:lnTo>
                <a:lnTo>
                  <a:pt x="2544" y="2664"/>
                </a:lnTo>
                <a:lnTo>
                  <a:pt x="2544" y="2665"/>
                </a:lnTo>
                <a:lnTo>
                  <a:pt x="2545" y="2666"/>
                </a:lnTo>
                <a:lnTo>
                  <a:pt x="2546" y="2666"/>
                </a:lnTo>
                <a:lnTo>
                  <a:pt x="2547" y="2665"/>
                </a:lnTo>
                <a:lnTo>
                  <a:pt x="2549" y="2664"/>
                </a:lnTo>
                <a:lnTo>
                  <a:pt x="2549" y="2665"/>
                </a:lnTo>
                <a:lnTo>
                  <a:pt x="2550" y="2667"/>
                </a:lnTo>
                <a:lnTo>
                  <a:pt x="2550" y="2668"/>
                </a:lnTo>
                <a:lnTo>
                  <a:pt x="2549" y="2670"/>
                </a:lnTo>
                <a:lnTo>
                  <a:pt x="2550" y="2672"/>
                </a:lnTo>
                <a:lnTo>
                  <a:pt x="2551" y="2673"/>
                </a:lnTo>
                <a:lnTo>
                  <a:pt x="2552" y="2673"/>
                </a:lnTo>
                <a:lnTo>
                  <a:pt x="2554" y="2674"/>
                </a:lnTo>
                <a:lnTo>
                  <a:pt x="2555" y="2674"/>
                </a:lnTo>
                <a:lnTo>
                  <a:pt x="2554" y="2675"/>
                </a:lnTo>
                <a:lnTo>
                  <a:pt x="2552" y="2677"/>
                </a:lnTo>
                <a:lnTo>
                  <a:pt x="2551" y="2677"/>
                </a:lnTo>
                <a:lnTo>
                  <a:pt x="2550" y="2676"/>
                </a:lnTo>
                <a:lnTo>
                  <a:pt x="2549" y="2676"/>
                </a:lnTo>
                <a:lnTo>
                  <a:pt x="2548" y="2677"/>
                </a:lnTo>
                <a:lnTo>
                  <a:pt x="2547" y="2677"/>
                </a:lnTo>
                <a:lnTo>
                  <a:pt x="2547" y="2678"/>
                </a:lnTo>
                <a:lnTo>
                  <a:pt x="2546" y="2678"/>
                </a:lnTo>
                <a:lnTo>
                  <a:pt x="2546" y="2679"/>
                </a:lnTo>
                <a:lnTo>
                  <a:pt x="2545" y="2679"/>
                </a:lnTo>
                <a:lnTo>
                  <a:pt x="2544" y="2680"/>
                </a:lnTo>
                <a:lnTo>
                  <a:pt x="2544" y="2681"/>
                </a:lnTo>
                <a:lnTo>
                  <a:pt x="2544" y="2684"/>
                </a:lnTo>
                <a:lnTo>
                  <a:pt x="2545" y="2685"/>
                </a:lnTo>
                <a:lnTo>
                  <a:pt x="2546" y="2686"/>
                </a:lnTo>
                <a:lnTo>
                  <a:pt x="2546" y="2687"/>
                </a:lnTo>
                <a:lnTo>
                  <a:pt x="2546" y="2689"/>
                </a:lnTo>
                <a:lnTo>
                  <a:pt x="2546" y="2691"/>
                </a:lnTo>
                <a:lnTo>
                  <a:pt x="2546" y="2692"/>
                </a:lnTo>
                <a:lnTo>
                  <a:pt x="2546" y="2693"/>
                </a:lnTo>
                <a:lnTo>
                  <a:pt x="2546" y="2696"/>
                </a:lnTo>
                <a:lnTo>
                  <a:pt x="2547" y="2697"/>
                </a:lnTo>
                <a:lnTo>
                  <a:pt x="2546" y="2697"/>
                </a:lnTo>
                <a:lnTo>
                  <a:pt x="2546" y="2698"/>
                </a:lnTo>
                <a:lnTo>
                  <a:pt x="2545" y="2699"/>
                </a:lnTo>
                <a:lnTo>
                  <a:pt x="2544" y="2700"/>
                </a:lnTo>
                <a:lnTo>
                  <a:pt x="2544" y="2701"/>
                </a:lnTo>
                <a:lnTo>
                  <a:pt x="2543" y="2703"/>
                </a:lnTo>
                <a:lnTo>
                  <a:pt x="2543" y="2704"/>
                </a:lnTo>
                <a:lnTo>
                  <a:pt x="2544" y="2705"/>
                </a:lnTo>
                <a:lnTo>
                  <a:pt x="2545" y="2705"/>
                </a:lnTo>
                <a:lnTo>
                  <a:pt x="2546" y="2707"/>
                </a:lnTo>
                <a:lnTo>
                  <a:pt x="2546" y="2708"/>
                </a:lnTo>
                <a:lnTo>
                  <a:pt x="2547" y="2708"/>
                </a:lnTo>
                <a:lnTo>
                  <a:pt x="2548" y="2709"/>
                </a:lnTo>
                <a:lnTo>
                  <a:pt x="2549" y="2709"/>
                </a:lnTo>
                <a:lnTo>
                  <a:pt x="2549" y="2710"/>
                </a:lnTo>
                <a:lnTo>
                  <a:pt x="2549" y="2712"/>
                </a:lnTo>
                <a:lnTo>
                  <a:pt x="2549" y="2713"/>
                </a:lnTo>
                <a:lnTo>
                  <a:pt x="2549" y="2714"/>
                </a:lnTo>
                <a:lnTo>
                  <a:pt x="2550" y="2714"/>
                </a:lnTo>
                <a:lnTo>
                  <a:pt x="2551" y="2714"/>
                </a:lnTo>
                <a:lnTo>
                  <a:pt x="2550" y="2717"/>
                </a:lnTo>
                <a:lnTo>
                  <a:pt x="2546" y="2720"/>
                </a:lnTo>
                <a:lnTo>
                  <a:pt x="2544" y="2721"/>
                </a:lnTo>
                <a:lnTo>
                  <a:pt x="2543" y="2721"/>
                </a:lnTo>
                <a:lnTo>
                  <a:pt x="2542" y="2722"/>
                </a:lnTo>
                <a:lnTo>
                  <a:pt x="2541" y="2723"/>
                </a:lnTo>
                <a:lnTo>
                  <a:pt x="2540" y="2723"/>
                </a:lnTo>
                <a:lnTo>
                  <a:pt x="2540" y="2722"/>
                </a:lnTo>
                <a:lnTo>
                  <a:pt x="2540" y="2723"/>
                </a:lnTo>
                <a:lnTo>
                  <a:pt x="2539" y="2722"/>
                </a:lnTo>
                <a:lnTo>
                  <a:pt x="2538" y="2722"/>
                </a:lnTo>
                <a:lnTo>
                  <a:pt x="2535" y="2722"/>
                </a:lnTo>
                <a:lnTo>
                  <a:pt x="2534" y="2722"/>
                </a:lnTo>
                <a:lnTo>
                  <a:pt x="2534" y="2723"/>
                </a:lnTo>
                <a:lnTo>
                  <a:pt x="2533" y="2723"/>
                </a:lnTo>
                <a:lnTo>
                  <a:pt x="2532" y="2723"/>
                </a:lnTo>
                <a:lnTo>
                  <a:pt x="2531" y="2724"/>
                </a:lnTo>
                <a:lnTo>
                  <a:pt x="2530" y="2726"/>
                </a:lnTo>
                <a:lnTo>
                  <a:pt x="2530" y="2727"/>
                </a:lnTo>
                <a:lnTo>
                  <a:pt x="2530" y="2728"/>
                </a:lnTo>
                <a:lnTo>
                  <a:pt x="2528" y="2730"/>
                </a:lnTo>
                <a:lnTo>
                  <a:pt x="2527" y="2730"/>
                </a:lnTo>
                <a:lnTo>
                  <a:pt x="2525" y="2732"/>
                </a:lnTo>
                <a:lnTo>
                  <a:pt x="2524" y="2733"/>
                </a:lnTo>
                <a:lnTo>
                  <a:pt x="2524" y="2734"/>
                </a:lnTo>
                <a:lnTo>
                  <a:pt x="2525" y="2734"/>
                </a:lnTo>
                <a:lnTo>
                  <a:pt x="2525" y="2735"/>
                </a:lnTo>
                <a:lnTo>
                  <a:pt x="2524" y="2735"/>
                </a:lnTo>
                <a:lnTo>
                  <a:pt x="2524" y="2736"/>
                </a:lnTo>
                <a:lnTo>
                  <a:pt x="2521" y="2738"/>
                </a:lnTo>
                <a:lnTo>
                  <a:pt x="2521" y="2739"/>
                </a:lnTo>
                <a:lnTo>
                  <a:pt x="2520" y="2739"/>
                </a:lnTo>
                <a:lnTo>
                  <a:pt x="2519" y="2739"/>
                </a:lnTo>
                <a:lnTo>
                  <a:pt x="2519" y="2738"/>
                </a:lnTo>
                <a:lnTo>
                  <a:pt x="2519" y="2737"/>
                </a:lnTo>
                <a:lnTo>
                  <a:pt x="2518" y="2737"/>
                </a:lnTo>
                <a:lnTo>
                  <a:pt x="2517" y="2736"/>
                </a:lnTo>
                <a:lnTo>
                  <a:pt x="2516" y="2734"/>
                </a:lnTo>
                <a:lnTo>
                  <a:pt x="2515" y="2734"/>
                </a:lnTo>
                <a:lnTo>
                  <a:pt x="2515" y="2733"/>
                </a:lnTo>
                <a:lnTo>
                  <a:pt x="2514" y="2733"/>
                </a:lnTo>
                <a:lnTo>
                  <a:pt x="2514" y="2732"/>
                </a:lnTo>
                <a:lnTo>
                  <a:pt x="2513" y="2730"/>
                </a:lnTo>
                <a:lnTo>
                  <a:pt x="2512" y="2730"/>
                </a:lnTo>
                <a:lnTo>
                  <a:pt x="2512" y="2729"/>
                </a:lnTo>
                <a:lnTo>
                  <a:pt x="2511" y="2729"/>
                </a:lnTo>
                <a:lnTo>
                  <a:pt x="2510" y="2729"/>
                </a:lnTo>
                <a:lnTo>
                  <a:pt x="2510" y="2728"/>
                </a:lnTo>
                <a:lnTo>
                  <a:pt x="2509" y="2727"/>
                </a:lnTo>
                <a:lnTo>
                  <a:pt x="2508" y="2726"/>
                </a:lnTo>
                <a:lnTo>
                  <a:pt x="2507" y="2726"/>
                </a:lnTo>
                <a:lnTo>
                  <a:pt x="2507" y="2727"/>
                </a:lnTo>
                <a:lnTo>
                  <a:pt x="2507" y="2729"/>
                </a:lnTo>
                <a:lnTo>
                  <a:pt x="2506" y="2731"/>
                </a:lnTo>
                <a:lnTo>
                  <a:pt x="2506" y="2732"/>
                </a:lnTo>
                <a:lnTo>
                  <a:pt x="2505" y="2732"/>
                </a:lnTo>
                <a:lnTo>
                  <a:pt x="2505" y="2733"/>
                </a:lnTo>
                <a:lnTo>
                  <a:pt x="2504" y="2733"/>
                </a:lnTo>
                <a:lnTo>
                  <a:pt x="2504" y="2734"/>
                </a:lnTo>
                <a:lnTo>
                  <a:pt x="2504" y="2735"/>
                </a:lnTo>
                <a:lnTo>
                  <a:pt x="2503" y="2736"/>
                </a:lnTo>
                <a:lnTo>
                  <a:pt x="2502" y="2737"/>
                </a:lnTo>
                <a:lnTo>
                  <a:pt x="2500" y="2737"/>
                </a:lnTo>
                <a:lnTo>
                  <a:pt x="2499" y="2737"/>
                </a:lnTo>
                <a:lnTo>
                  <a:pt x="2499" y="2738"/>
                </a:lnTo>
                <a:lnTo>
                  <a:pt x="2496" y="2740"/>
                </a:lnTo>
                <a:lnTo>
                  <a:pt x="2494" y="2741"/>
                </a:lnTo>
                <a:lnTo>
                  <a:pt x="2492" y="2743"/>
                </a:lnTo>
                <a:lnTo>
                  <a:pt x="2491" y="2743"/>
                </a:lnTo>
                <a:lnTo>
                  <a:pt x="2491" y="2744"/>
                </a:lnTo>
                <a:lnTo>
                  <a:pt x="2491" y="2745"/>
                </a:lnTo>
                <a:lnTo>
                  <a:pt x="2491" y="2746"/>
                </a:lnTo>
                <a:lnTo>
                  <a:pt x="2490" y="2747"/>
                </a:lnTo>
                <a:lnTo>
                  <a:pt x="2490" y="2748"/>
                </a:lnTo>
                <a:lnTo>
                  <a:pt x="2489" y="2749"/>
                </a:lnTo>
                <a:lnTo>
                  <a:pt x="2487" y="2750"/>
                </a:lnTo>
                <a:lnTo>
                  <a:pt x="2487" y="2751"/>
                </a:lnTo>
                <a:lnTo>
                  <a:pt x="2486" y="2751"/>
                </a:lnTo>
                <a:lnTo>
                  <a:pt x="2485" y="2751"/>
                </a:lnTo>
                <a:lnTo>
                  <a:pt x="2485" y="2752"/>
                </a:lnTo>
                <a:lnTo>
                  <a:pt x="2484" y="2753"/>
                </a:lnTo>
                <a:lnTo>
                  <a:pt x="2483" y="2755"/>
                </a:lnTo>
                <a:lnTo>
                  <a:pt x="2482" y="2756"/>
                </a:lnTo>
                <a:lnTo>
                  <a:pt x="2481" y="2757"/>
                </a:lnTo>
                <a:lnTo>
                  <a:pt x="2480" y="2757"/>
                </a:lnTo>
                <a:lnTo>
                  <a:pt x="2480" y="2758"/>
                </a:lnTo>
                <a:lnTo>
                  <a:pt x="2479" y="2759"/>
                </a:lnTo>
                <a:lnTo>
                  <a:pt x="2477" y="2761"/>
                </a:lnTo>
                <a:lnTo>
                  <a:pt x="2477" y="2762"/>
                </a:lnTo>
                <a:lnTo>
                  <a:pt x="2477" y="2763"/>
                </a:lnTo>
                <a:lnTo>
                  <a:pt x="2477" y="2764"/>
                </a:lnTo>
                <a:lnTo>
                  <a:pt x="2476" y="2764"/>
                </a:lnTo>
                <a:lnTo>
                  <a:pt x="2475" y="2764"/>
                </a:lnTo>
                <a:lnTo>
                  <a:pt x="2475" y="2765"/>
                </a:lnTo>
                <a:lnTo>
                  <a:pt x="2474" y="2765"/>
                </a:lnTo>
                <a:lnTo>
                  <a:pt x="2473" y="2766"/>
                </a:lnTo>
                <a:lnTo>
                  <a:pt x="2472" y="2767"/>
                </a:lnTo>
                <a:lnTo>
                  <a:pt x="2471" y="2768"/>
                </a:lnTo>
                <a:lnTo>
                  <a:pt x="2470" y="2768"/>
                </a:lnTo>
                <a:lnTo>
                  <a:pt x="2469" y="2767"/>
                </a:lnTo>
                <a:lnTo>
                  <a:pt x="2467" y="2767"/>
                </a:lnTo>
                <a:lnTo>
                  <a:pt x="2467" y="2768"/>
                </a:lnTo>
                <a:lnTo>
                  <a:pt x="2466" y="2768"/>
                </a:lnTo>
                <a:lnTo>
                  <a:pt x="2465" y="2768"/>
                </a:lnTo>
                <a:lnTo>
                  <a:pt x="2463" y="2769"/>
                </a:lnTo>
                <a:lnTo>
                  <a:pt x="2461" y="2769"/>
                </a:lnTo>
                <a:lnTo>
                  <a:pt x="2460" y="2770"/>
                </a:lnTo>
                <a:lnTo>
                  <a:pt x="2459" y="2770"/>
                </a:lnTo>
                <a:lnTo>
                  <a:pt x="2458" y="2771"/>
                </a:lnTo>
                <a:lnTo>
                  <a:pt x="2457" y="2771"/>
                </a:lnTo>
                <a:lnTo>
                  <a:pt x="2456" y="2771"/>
                </a:lnTo>
                <a:lnTo>
                  <a:pt x="2455" y="2772"/>
                </a:lnTo>
                <a:lnTo>
                  <a:pt x="2454" y="2772"/>
                </a:lnTo>
                <a:lnTo>
                  <a:pt x="2453" y="2772"/>
                </a:lnTo>
                <a:lnTo>
                  <a:pt x="2452" y="2772"/>
                </a:lnTo>
                <a:lnTo>
                  <a:pt x="2451" y="2772"/>
                </a:lnTo>
                <a:lnTo>
                  <a:pt x="2450" y="2773"/>
                </a:lnTo>
                <a:lnTo>
                  <a:pt x="2449" y="2773"/>
                </a:lnTo>
                <a:lnTo>
                  <a:pt x="2446" y="2774"/>
                </a:lnTo>
                <a:lnTo>
                  <a:pt x="2445" y="2774"/>
                </a:lnTo>
                <a:lnTo>
                  <a:pt x="2444" y="2774"/>
                </a:lnTo>
                <a:lnTo>
                  <a:pt x="2444" y="2773"/>
                </a:lnTo>
                <a:lnTo>
                  <a:pt x="2441" y="2773"/>
                </a:lnTo>
                <a:lnTo>
                  <a:pt x="2441" y="2774"/>
                </a:lnTo>
                <a:lnTo>
                  <a:pt x="2440" y="2774"/>
                </a:lnTo>
                <a:lnTo>
                  <a:pt x="2439" y="2774"/>
                </a:lnTo>
                <a:lnTo>
                  <a:pt x="2439" y="2773"/>
                </a:lnTo>
                <a:lnTo>
                  <a:pt x="2438" y="2773"/>
                </a:lnTo>
                <a:lnTo>
                  <a:pt x="2436" y="2772"/>
                </a:lnTo>
                <a:lnTo>
                  <a:pt x="2435" y="2771"/>
                </a:lnTo>
                <a:lnTo>
                  <a:pt x="2435" y="2770"/>
                </a:lnTo>
                <a:lnTo>
                  <a:pt x="2434" y="2769"/>
                </a:lnTo>
                <a:lnTo>
                  <a:pt x="2434" y="2768"/>
                </a:lnTo>
                <a:lnTo>
                  <a:pt x="2434" y="2767"/>
                </a:lnTo>
                <a:lnTo>
                  <a:pt x="2433" y="2765"/>
                </a:lnTo>
                <a:lnTo>
                  <a:pt x="2433" y="2764"/>
                </a:lnTo>
                <a:lnTo>
                  <a:pt x="2432" y="2764"/>
                </a:lnTo>
                <a:lnTo>
                  <a:pt x="2432" y="2762"/>
                </a:lnTo>
                <a:lnTo>
                  <a:pt x="2431" y="2762"/>
                </a:lnTo>
                <a:lnTo>
                  <a:pt x="2431" y="2760"/>
                </a:lnTo>
                <a:lnTo>
                  <a:pt x="2430" y="2760"/>
                </a:lnTo>
                <a:lnTo>
                  <a:pt x="2430" y="2759"/>
                </a:lnTo>
                <a:lnTo>
                  <a:pt x="2429" y="2759"/>
                </a:lnTo>
                <a:lnTo>
                  <a:pt x="2428" y="2758"/>
                </a:lnTo>
                <a:lnTo>
                  <a:pt x="2427" y="2757"/>
                </a:lnTo>
                <a:lnTo>
                  <a:pt x="2427" y="2756"/>
                </a:lnTo>
                <a:lnTo>
                  <a:pt x="2427" y="2755"/>
                </a:lnTo>
                <a:lnTo>
                  <a:pt x="2426" y="2755"/>
                </a:lnTo>
                <a:lnTo>
                  <a:pt x="2425" y="2756"/>
                </a:lnTo>
                <a:lnTo>
                  <a:pt x="2424" y="2757"/>
                </a:lnTo>
                <a:lnTo>
                  <a:pt x="2423" y="2757"/>
                </a:lnTo>
                <a:lnTo>
                  <a:pt x="2423" y="2758"/>
                </a:lnTo>
                <a:lnTo>
                  <a:pt x="2422" y="2758"/>
                </a:lnTo>
                <a:lnTo>
                  <a:pt x="2421" y="2758"/>
                </a:lnTo>
                <a:lnTo>
                  <a:pt x="2420" y="2759"/>
                </a:lnTo>
                <a:lnTo>
                  <a:pt x="2419" y="2759"/>
                </a:lnTo>
                <a:lnTo>
                  <a:pt x="2417" y="2760"/>
                </a:lnTo>
                <a:lnTo>
                  <a:pt x="2416" y="2760"/>
                </a:lnTo>
                <a:lnTo>
                  <a:pt x="2415" y="2760"/>
                </a:lnTo>
                <a:lnTo>
                  <a:pt x="2414" y="2760"/>
                </a:lnTo>
                <a:lnTo>
                  <a:pt x="2413" y="2761"/>
                </a:lnTo>
                <a:lnTo>
                  <a:pt x="2412" y="2761"/>
                </a:lnTo>
                <a:lnTo>
                  <a:pt x="2411" y="2761"/>
                </a:lnTo>
                <a:lnTo>
                  <a:pt x="2411" y="2762"/>
                </a:lnTo>
                <a:lnTo>
                  <a:pt x="2410" y="2762"/>
                </a:lnTo>
                <a:lnTo>
                  <a:pt x="2409" y="2763"/>
                </a:lnTo>
                <a:lnTo>
                  <a:pt x="2408" y="2764"/>
                </a:lnTo>
                <a:lnTo>
                  <a:pt x="2407" y="2764"/>
                </a:lnTo>
                <a:lnTo>
                  <a:pt x="2406" y="2764"/>
                </a:lnTo>
                <a:lnTo>
                  <a:pt x="2405" y="2764"/>
                </a:lnTo>
                <a:lnTo>
                  <a:pt x="2402" y="2765"/>
                </a:lnTo>
                <a:lnTo>
                  <a:pt x="2401" y="2765"/>
                </a:lnTo>
                <a:lnTo>
                  <a:pt x="2400" y="2766"/>
                </a:lnTo>
                <a:lnTo>
                  <a:pt x="2399" y="2766"/>
                </a:lnTo>
                <a:lnTo>
                  <a:pt x="2398" y="2766"/>
                </a:lnTo>
                <a:lnTo>
                  <a:pt x="2398" y="2767"/>
                </a:lnTo>
                <a:lnTo>
                  <a:pt x="2397" y="2767"/>
                </a:lnTo>
                <a:lnTo>
                  <a:pt x="2396" y="2767"/>
                </a:lnTo>
                <a:lnTo>
                  <a:pt x="2393" y="2768"/>
                </a:lnTo>
                <a:lnTo>
                  <a:pt x="2392" y="2768"/>
                </a:lnTo>
                <a:lnTo>
                  <a:pt x="2391" y="2768"/>
                </a:lnTo>
                <a:lnTo>
                  <a:pt x="2391" y="2769"/>
                </a:lnTo>
                <a:lnTo>
                  <a:pt x="2390" y="2769"/>
                </a:lnTo>
                <a:lnTo>
                  <a:pt x="2389" y="2769"/>
                </a:lnTo>
                <a:lnTo>
                  <a:pt x="2389" y="2770"/>
                </a:lnTo>
                <a:lnTo>
                  <a:pt x="2388" y="2770"/>
                </a:lnTo>
                <a:lnTo>
                  <a:pt x="2387" y="2770"/>
                </a:lnTo>
                <a:lnTo>
                  <a:pt x="2387" y="2771"/>
                </a:lnTo>
                <a:lnTo>
                  <a:pt x="2386" y="2771"/>
                </a:lnTo>
                <a:lnTo>
                  <a:pt x="2385" y="2771"/>
                </a:lnTo>
                <a:lnTo>
                  <a:pt x="2383" y="2772"/>
                </a:lnTo>
                <a:lnTo>
                  <a:pt x="2381" y="2773"/>
                </a:lnTo>
                <a:lnTo>
                  <a:pt x="2380" y="2773"/>
                </a:lnTo>
                <a:lnTo>
                  <a:pt x="2379" y="2774"/>
                </a:lnTo>
                <a:lnTo>
                  <a:pt x="2377" y="2775"/>
                </a:lnTo>
                <a:lnTo>
                  <a:pt x="2376" y="2775"/>
                </a:lnTo>
                <a:lnTo>
                  <a:pt x="2376" y="2776"/>
                </a:lnTo>
                <a:lnTo>
                  <a:pt x="2375" y="2776"/>
                </a:lnTo>
                <a:lnTo>
                  <a:pt x="2374" y="2776"/>
                </a:lnTo>
                <a:lnTo>
                  <a:pt x="2374" y="2777"/>
                </a:lnTo>
                <a:lnTo>
                  <a:pt x="2373" y="2777"/>
                </a:lnTo>
                <a:lnTo>
                  <a:pt x="2373" y="2778"/>
                </a:lnTo>
                <a:lnTo>
                  <a:pt x="2373" y="2779"/>
                </a:lnTo>
                <a:lnTo>
                  <a:pt x="2374" y="2779"/>
                </a:lnTo>
                <a:lnTo>
                  <a:pt x="2374" y="2780"/>
                </a:lnTo>
                <a:lnTo>
                  <a:pt x="2373" y="2780"/>
                </a:lnTo>
                <a:lnTo>
                  <a:pt x="2373" y="2781"/>
                </a:lnTo>
                <a:lnTo>
                  <a:pt x="2373" y="2782"/>
                </a:lnTo>
                <a:lnTo>
                  <a:pt x="2373" y="2783"/>
                </a:lnTo>
                <a:lnTo>
                  <a:pt x="2373" y="2784"/>
                </a:lnTo>
                <a:lnTo>
                  <a:pt x="2373" y="2785"/>
                </a:lnTo>
                <a:lnTo>
                  <a:pt x="2373" y="2786"/>
                </a:lnTo>
                <a:lnTo>
                  <a:pt x="2372" y="2786"/>
                </a:lnTo>
                <a:lnTo>
                  <a:pt x="2372" y="2787"/>
                </a:lnTo>
                <a:lnTo>
                  <a:pt x="2372" y="2788"/>
                </a:lnTo>
                <a:lnTo>
                  <a:pt x="2372" y="2789"/>
                </a:lnTo>
                <a:lnTo>
                  <a:pt x="2372" y="2790"/>
                </a:lnTo>
                <a:lnTo>
                  <a:pt x="2371" y="2791"/>
                </a:lnTo>
                <a:lnTo>
                  <a:pt x="2371" y="2792"/>
                </a:lnTo>
                <a:lnTo>
                  <a:pt x="2371" y="2793"/>
                </a:lnTo>
                <a:lnTo>
                  <a:pt x="2371" y="2794"/>
                </a:lnTo>
                <a:lnTo>
                  <a:pt x="2371" y="2795"/>
                </a:lnTo>
                <a:lnTo>
                  <a:pt x="2370" y="2796"/>
                </a:lnTo>
                <a:lnTo>
                  <a:pt x="2370" y="2797"/>
                </a:lnTo>
                <a:lnTo>
                  <a:pt x="2370" y="2798"/>
                </a:lnTo>
                <a:lnTo>
                  <a:pt x="2370" y="2799"/>
                </a:lnTo>
                <a:lnTo>
                  <a:pt x="2369" y="2800"/>
                </a:lnTo>
                <a:lnTo>
                  <a:pt x="2369" y="2801"/>
                </a:lnTo>
                <a:lnTo>
                  <a:pt x="2369" y="2802"/>
                </a:lnTo>
                <a:lnTo>
                  <a:pt x="2368" y="2804"/>
                </a:lnTo>
                <a:lnTo>
                  <a:pt x="2366" y="2804"/>
                </a:lnTo>
                <a:lnTo>
                  <a:pt x="2364" y="2806"/>
                </a:lnTo>
                <a:lnTo>
                  <a:pt x="2361" y="2807"/>
                </a:lnTo>
                <a:lnTo>
                  <a:pt x="2360" y="2808"/>
                </a:lnTo>
                <a:lnTo>
                  <a:pt x="2358" y="2809"/>
                </a:lnTo>
                <a:lnTo>
                  <a:pt x="2355" y="2812"/>
                </a:lnTo>
                <a:lnTo>
                  <a:pt x="2354" y="2812"/>
                </a:lnTo>
                <a:lnTo>
                  <a:pt x="2353" y="2813"/>
                </a:lnTo>
                <a:lnTo>
                  <a:pt x="2350" y="2813"/>
                </a:lnTo>
                <a:lnTo>
                  <a:pt x="2347" y="2810"/>
                </a:lnTo>
                <a:lnTo>
                  <a:pt x="2344" y="2808"/>
                </a:lnTo>
                <a:lnTo>
                  <a:pt x="2341" y="2806"/>
                </a:lnTo>
                <a:lnTo>
                  <a:pt x="2339" y="2804"/>
                </a:lnTo>
                <a:lnTo>
                  <a:pt x="2338" y="2803"/>
                </a:lnTo>
                <a:lnTo>
                  <a:pt x="2338" y="2802"/>
                </a:lnTo>
                <a:lnTo>
                  <a:pt x="2336" y="2801"/>
                </a:lnTo>
                <a:lnTo>
                  <a:pt x="2335" y="2800"/>
                </a:lnTo>
                <a:lnTo>
                  <a:pt x="2334" y="2799"/>
                </a:lnTo>
                <a:lnTo>
                  <a:pt x="2333" y="2799"/>
                </a:lnTo>
                <a:lnTo>
                  <a:pt x="2330" y="2798"/>
                </a:lnTo>
                <a:lnTo>
                  <a:pt x="2325" y="2796"/>
                </a:lnTo>
                <a:lnTo>
                  <a:pt x="2324" y="2796"/>
                </a:lnTo>
                <a:lnTo>
                  <a:pt x="2323" y="2796"/>
                </a:lnTo>
                <a:lnTo>
                  <a:pt x="2320" y="2795"/>
                </a:lnTo>
                <a:lnTo>
                  <a:pt x="2319" y="2795"/>
                </a:lnTo>
                <a:lnTo>
                  <a:pt x="2318" y="2795"/>
                </a:lnTo>
                <a:lnTo>
                  <a:pt x="2313" y="2792"/>
                </a:lnTo>
                <a:lnTo>
                  <a:pt x="2308" y="2788"/>
                </a:lnTo>
                <a:lnTo>
                  <a:pt x="2307" y="2788"/>
                </a:lnTo>
                <a:lnTo>
                  <a:pt x="2306" y="2788"/>
                </a:lnTo>
                <a:lnTo>
                  <a:pt x="2300" y="2790"/>
                </a:lnTo>
                <a:lnTo>
                  <a:pt x="2298" y="2792"/>
                </a:lnTo>
                <a:lnTo>
                  <a:pt x="2297" y="2794"/>
                </a:lnTo>
                <a:lnTo>
                  <a:pt x="2296" y="2794"/>
                </a:lnTo>
                <a:lnTo>
                  <a:pt x="2292" y="2798"/>
                </a:lnTo>
                <a:lnTo>
                  <a:pt x="2291" y="2798"/>
                </a:lnTo>
                <a:lnTo>
                  <a:pt x="2291" y="2799"/>
                </a:lnTo>
                <a:lnTo>
                  <a:pt x="2290" y="2799"/>
                </a:lnTo>
                <a:lnTo>
                  <a:pt x="2289" y="2799"/>
                </a:lnTo>
                <a:lnTo>
                  <a:pt x="2288" y="2799"/>
                </a:lnTo>
                <a:lnTo>
                  <a:pt x="2288" y="2798"/>
                </a:lnTo>
                <a:lnTo>
                  <a:pt x="2287" y="2798"/>
                </a:lnTo>
                <a:lnTo>
                  <a:pt x="2286" y="2798"/>
                </a:lnTo>
                <a:lnTo>
                  <a:pt x="2286" y="2799"/>
                </a:lnTo>
                <a:lnTo>
                  <a:pt x="2285" y="2799"/>
                </a:lnTo>
                <a:lnTo>
                  <a:pt x="2284" y="2799"/>
                </a:lnTo>
                <a:lnTo>
                  <a:pt x="2285" y="2799"/>
                </a:lnTo>
                <a:lnTo>
                  <a:pt x="2284" y="2799"/>
                </a:lnTo>
                <a:lnTo>
                  <a:pt x="2284" y="2802"/>
                </a:lnTo>
                <a:lnTo>
                  <a:pt x="2284" y="2803"/>
                </a:lnTo>
                <a:lnTo>
                  <a:pt x="2282" y="2805"/>
                </a:lnTo>
                <a:lnTo>
                  <a:pt x="2282" y="2806"/>
                </a:lnTo>
                <a:lnTo>
                  <a:pt x="2283" y="2807"/>
                </a:lnTo>
                <a:lnTo>
                  <a:pt x="2283" y="2808"/>
                </a:lnTo>
                <a:lnTo>
                  <a:pt x="2282" y="2810"/>
                </a:lnTo>
                <a:lnTo>
                  <a:pt x="2282" y="2811"/>
                </a:lnTo>
                <a:lnTo>
                  <a:pt x="2281" y="2811"/>
                </a:lnTo>
                <a:lnTo>
                  <a:pt x="2280" y="2812"/>
                </a:lnTo>
                <a:lnTo>
                  <a:pt x="2278" y="2814"/>
                </a:lnTo>
                <a:lnTo>
                  <a:pt x="2276" y="2816"/>
                </a:lnTo>
                <a:lnTo>
                  <a:pt x="2275" y="2816"/>
                </a:lnTo>
                <a:lnTo>
                  <a:pt x="2274" y="2817"/>
                </a:lnTo>
                <a:lnTo>
                  <a:pt x="2274" y="2818"/>
                </a:lnTo>
                <a:lnTo>
                  <a:pt x="2274" y="2819"/>
                </a:lnTo>
                <a:lnTo>
                  <a:pt x="2273" y="2820"/>
                </a:lnTo>
                <a:lnTo>
                  <a:pt x="2273" y="2821"/>
                </a:lnTo>
                <a:lnTo>
                  <a:pt x="2273" y="2823"/>
                </a:lnTo>
                <a:lnTo>
                  <a:pt x="2274" y="2823"/>
                </a:lnTo>
                <a:lnTo>
                  <a:pt x="2274" y="2824"/>
                </a:lnTo>
                <a:lnTo>
                  <a:pt x="2274" y="2825"/>
                </a:lnTo>
                <a:lnTo>
                  <a:pt x="2273" y="2826"/>
                </a:lnTo>
                <a:lnTo>
                  <a:pt x="2273" y="2827"/>
                </a:lnTo>
                <a:lnTo>
                  <a:pt x="2272" y="2828"/>
                </a:lnTo>
                <a:lnTo>
                  <a:pt x="2272" y="2829"/>
                </a:lnTo>
                <a:lnTo>
                  <a:pt x="2271" y="2830"/>
                </a:lnTo>
                <a:lnTo>
                  <a:pt x="2270" y="2832"/>
                </a:lnTo>
                <a:lnTo>
                  <a:pt x="2270" y="2833"/>
                </a:lnTo>
                <a:lnTo>
                  <a:pt x="2268" y="2835"/>
                </a:lnTo>
                <a:lnTo>
                  <a:pt x="2268" y="2836"/>
                </a:lnTo>
                <a:lnTo>
                  <a:pt x="2267" y="2837"/>
                </a:lnTo>
                <a:lnTo>
                  <a:pt x="2267" y="2839"/>
                </a:lnTo>
                <a:lnTo>
                  <a:pt x="2268" y="2840"/>
                </a:lnTo>
                <a:lnTo>
                  <a:pt x="2267" y="2843"/>
                </a:lnTo>
                <a:lnTo>
                  <a:pt x="2265" y="2844"/>
                </a:lnTo>
                <a:lnTo>
                  <a:pt x="2265" y="2845"/>
                </a:lnTo>
                <a:lnTo>
                  <a:pt x="2264" y="2846"/>
                </a:lnTo>
                <a:lnTo>
                  <a:pt x="2263" y="2847"/>
                </a:lnTo>
                <a:lnTo>
                  <a:pt x="2262" y="2848"/>
                </a:lnTo>
                <a:lnTo>
                  <a:pt x="2262" y="2849"/>
                </a:lnTo>
                <a:lnTo>
                  <a:pt x="2262" y="2850"/>
                </a:lnTo>
                <a:lnTo>
                  <a:pt x="2261" y="2851"/>
                </a:lnTo>
                <a:lnTo>
                  <a:pt x="2261" y="2854"/>
                </a:lnTo>
                <a:lnTo>
                  <a:pt x="2261" y="2855"/>
                </a:lnTo>
                <a:lnTo>
                  <a:pt x="2260" y="2855"/>
                </a:lnTo>
                <a:lnTo>
                  <a:pt x="2260" y="2856"/>
                </a:lnTo>
                <a:lnTo>
                  <a:pt x="2259" y="2856"/>
                </a:lnTo>
                <a:lnTo>
                  <a:pt x="2259" y="2857"/>
                </a:lnTo>
                <a:lnTo>
                  <a:pt x="2259" y="2858"/>
                </a:lnTo>
                <a:lnTo>
                  <a:pt x="2258" y="2860"/>
                </a:lnTo>
                <a:lnTo>
                  <a:pt x="2256" y="2863"/>
                </a:lnTo>
                <a:lnTo>
                  <a:pt x="2255" y="2865"/>
                </a:lnTo>
                <a:lnTo>
                  <a:pt x="2255" y="2866"/>
                </a:lnTo>
                <a:lnTo>
                  <a:pt x="2255" y="2867"/>
                </a:lnTo>
                <a:lnTo>
                  <a:pt x="2254" y="2867"/>
                </a:lnTo>
                <a:lnTo>
                  <a:pt x="2254" y="2868"/>
                </a:lnTo>
                <a:lnTo>
                  <a:pt x="2254" y="2869"/>
                </a:lnTo>
                <a:lnTo>
                  <a:pt x="2254" y="2870"/>
                </a:lnTo>
                <a:lnTo>
                  <a:pt x="2254" y="2871"/>
                </a:lnTo>
                <a:lnTo>
                  <a:pt x="2253" y="2872"/>
                </a:lnTo>
                <a:lnTo>
                  <a:pt x="2252" y="2874"/>
                </a:lnTo>
                <a:lnTo>
                  <a:pt x="2250" y="2875"/>
                </a:lnTo>
                <a:lnTo>
                  <a:pt x="2250" y="2877"/>
                </a:lnTo>
                <a:lnTo>
                  <a:pt x="2249" y="2878"/>
                </a:lnTo>
                <a:lnTo>
                  <a:pt x="2249" y="2879"/>
                </a:lnTo>
                <a:lnTo>
                  <a:pt x="2249" y="2880"/>
                </a:lnTo>
                <a:lnTo>
                  <a:pt x="2249" y="2881"/>
                </a:lnTo>
                <a:lnTo>
                  <a:pt x="2248" y="2884"/>
                </a:lnTo>
                <a:lnTo>
                  <a:pt x="2248" y="2885"/>
                </a:lnTo>
                <a:lnTo>
                  <a:pt x="2248" y="2886"/>
                </a:lnTo>
                <a:lnTo>
                  <a:pt x="2247" y="2886"/>
                </a:lnTo>
                <a:lnTo>
                  <a:pt x="2246" y="2888"/>
                </a:lnTo>
                <a:lnTo>
                  <a:pt x="2244" y="2892"/>
                </a:lnTo>
                <a:lnTo>
                  <a:pt x="2242" y="2895"/>
                </a:lnTo>
                <a:lnTo>
                  <a:pt x="2239" y="2898"/>
                </a:lnTo>
                <a:lnTo>
                  <a:pt x="2239" y="2899"/>
                </a:lnTo>
                <a:lnTo>
                  <a:pt x="2239" y="2900"/>
                </a:lnTo>
                <a:lnTo>
                  <a:pt x="2239" y="2906"/>
                </a:lnTo>
                <a:lnTo>
                  <a:pt x="2239" y="2913"/>
                </a:lnTo>
                <a:lnTo>
                  <a:pt x="2239" y="2914"/>
                </a:lnTo>
                <a:lnTo>
                  <a:pt x="2240" y="2914"/>
                </a:lnTo>
                <a:lnTo>
                  <a:pt x="2240" y="2915"/>
                </a:lnTo>
                <a:lnTo>
                  <a:pt x="2239" y="2919"/>
                </a:lnTo>
                <a:lnTo>
                  <a:pt x="2238" y="2921"/>
                </a:lnTo>
                <a:lnTo>
                  <a:pt x="2237" y="2921"/>
                </a:lnTo>
                <a:lnTo>
                  <a:pt x="2237" y="2922"/>
                </a:lnTo>
                <a:lnTo>
                  <a:pt x="2234" y="2925"/>
                </a:lnTo>
                <a:lnTo>
                  <a:pt x="2234" y="2926"/>
                </a:lnTo>
                <a:lnTo>
                  <a:pt x="2234" y="2927"/>
                </a:lnTo>
                <a:lnTo>
                  <a:pt x="2235" y="2928"/>
                </a:lnTo>
                <a:lnTo>
                  <a:pt x="2236" y="2929"/>
                </a:lnTo>
                <a:lnTo>
                  <a:pt x="2236" y="2931"/>
                </a:lnTo>
                <a:lnTo>
                  <a:pt x="2236" y="2935"/>
                </a:lnTo>
                <a:lnTo>
                  <a:pt x="2236" y="2936"/>
                </a:lnTo>
                <a:lnTo>
                  <a:pt x="2236" y="2937"/>
                </a:lnTo>
                <a:lnTo>
                  <a:pt x="2235" y="2937"/>
                </a:lnTo>
                <a:lnTo>
                  <a:pt x="2234" y="2936"/>
                </a:lnTo>
                <a:lnTo>
                  <a:pt x="2233" y="2936"/>
                </a:lnTo>
                <a:lnTo>
                  <a:pt x="2231" y="2936"/>
                </a:lnTo>
                <a:lnTo>
                  <a:pt x="2229" y="2936"/>
                </a:lnTo>
                <a:lnTo>
                  <a:pt x="2228" y="2937"/>
                </a:lnTo>
                <a:lnTo>
                  <a:pt x="2228" y="2938"/>
                </a:lnTo>
                <a:lnTo>
                  <a:pt x="2228" y="2939"/>
                </a:lnTo>
                <a:lnTo>
                  <a:pt x="2227" y="2939"/>
                </a:lnTo>
                <a:lnTo>
                  <a:pt x="2224" y="2937"/>
                </a:lnTo>
                <a:lnTo>
                  <a:pt x="2223" y="2936"/>
                </a:lnTo>
                <a:lnTo>
                  <a:pt x="2222" y="2936"/>
                </a:lnTo>
                <a:lnTo>
                  <a:pt x="2221" y="2935"/>
                </a:lnTo>
                <a:lnTo>
                  <a:pt x="2220" y="2936"/>
                </a:lnTo>
                <a:lnTo>
                  <a:pt x="2219" y="2937"/>
                </a:lnTo>
                <a:lnTo>
                  <a:pt x="2218" y="2939"/>
                </a:lnTo>
                <a:lnTo>
                  <a:pt x="2216" y="2940"/>
                </a:lnTo>
                <a:lnTo>
                  <a:pt x="2214" y="2943"/>
                </a:lnTo>
                <a:lnTo>
                  <a:pt x="2213" y="2943"/>
                </a:lnTo>
                <a:lnTo>
                  <a:pt x="2212" y="2943"/>
                </a:lnTo>
                <a:lnTo>
                  <a:pt x="2208" y="2942"/>
                </a:lnTo>
                <a:lnTo>
                  <a:pt x="2203" y="2940"/>
                </a:lnTo>
                <a:lnTo>
                  <a:pt x="2202" y="2940"/>
                </a:lnTo>
                <a:lnTo>
                  <a:pt x="2202" y="2939"/>
                </a:lnTo>
                <a:lnTo>
                  <a:pt x="2202" y="2938"/>
                </a:lnTo>
                <a:lnTo>
                  <a:pt x="2201" y="2937"/>
                </a:lnTo>
                <a:lnTo>
                  <a:pt x="2199" y="2936"/>
                </a:lnTo>
                <a:lnTo>
                  <a:pt x="2198" y="2935"/>
                </a:lnTo>
                <a:lnTo>
                  <a:pt x="2197" y="2935"/>
                </a:lnTo>
                <a:lnTo>
                  <a:pt x="2194" y="2934"/>
                </a:lnTo>
                <a:lnTo>
                  <a:pt x="2192" y="2934"/>
                </a:lnTo>
                <a:lnTo>
                  <a:pt x="2191" y="2933"/>
                </a:lnTo>
                <a:lnTo>
                  <a:pt x="2190" y="2933"/>
                </a:lnTo>
                <a:lnTo>
                  <a:pt x="2189" y="2934"/>
                </a:lnTo>
                <a:lnTo>
                  <a:pt x="2188" y="2935"/>
                </a:lnTo>
                <a:lnTo>
                  <a:pt x="2187" y="2936"/>
                </a:lnTo>
                <a:lnTo>
                  <a:pt x="2186" y="2936"/>
                </a:lnTo>
                <a:lnTo>
                  <a:pt x="2183" y="2934"/>
                </a:lnTo>
                <a:lnTo>
                  <a:pt x="2182" y="2934"/>
                </a:lnTo>
                <a:lnTo>
                  <a:pt x="2182" y="2933"/>
                </a:lnTo>
                <a:lnTo>
                  <a:pt x="2181" y="2933"/>
                </a:lnTo>
                <a:lnTo>
                  <a:pt x="2175" y="2932"/>
                </a:lnTo>
                <a:lnTo>
                  <a:pt x="2173" y="2931"/>
                </a:lnTo>
                <a:lnTo>
                  <a:pt x="2172" y="2930"/>
                </a:lnTo>
                <a:lnTo>
                  <a:pt x="2171" y="2930"/>
                </a:lnTo>
                <a:lnTo>
                  <a:pt x="2170" y="2930"/>
                </a:lnTo>
                <a:lnTo>
                  <a:pt x="2169" y="2930"/>
                </a:lnTo>
                <a:lnTo>
                  <a:pt x="2168" y="2931"/>
                </a:lnTo>
                <a:lnTo>
                  <a:pt x="2167" y="2931"/>
                </a:lnTo>
                <a:lnTo>
                  <a:pt x="2165" y="2932"/>
                </a:lnTo>
                <a:lnTo>
                  <a:pt x="2163" y="2933"/>
                </a:lnTo>
                <a:lnTo>
                  <a:pt x="2162" y="2934"/>
                </a:lnTo>
                <a:lnTo>
                  <a:pt x="2161" y="2934"/>
                </a:lnTo>
                <a:lnTo>
                  <a:pt x="2160" y="2935"/>
                </a:lnTo>
                <a:lnTo>
                  <a:pt x="2159" y="2935"/>
                </a:lnTo>
                <a:lnTo>
                  <a:pt x="2159" y="2936"/>
                </a:lnTo>
                <a:lnTo>
                  <a:pt x="2159" y="2937"/>
                </a:lnTo>
                <a:lnTo>
                  <a:pt x="2160" y="2938"/>
                </a:lnTo>
                <a:lnTo>
                  <a:pt x="2162" y="2938"/>
                </a:lnTo>
                <a:lnTo>
                  <a:pt x="2163" y="2939"/>
                </a:lnTo>
                <a:lnTo>
                  <a:pt x="2163" y="2941"/>
                </a:lnTo>
                <a:lnTo>
                  <a:pt x="2163" y="2942"/>
                </a:lnTo>
                <a:lnTo>
                  <a:pt x="2162" y="2942"/>
                </a:lnTo>
                <a:lnTo>
                  <a:pt x="2161" y="2942"/>
                </a:lnTo>
                <a:lnTo>
                  <a:pt x="2161" y="2941"/>
                </a:lnTo>
                <a:lnTo>
                  <a:pt x="2159" y="2940"/>
                </a:lnTo>
                <a:lnTo>
                  <a:pt x="2158" y="2940"/>
                </a:lnTo>
                <a:lnTo>
                  <a:pt x="2158" y="2941"/>
                </a:lnTo>
                <a:lnTo>
                  <a:pt x="2158" y="2942"/>
                </a:lnTo>
                <a:lnTo>
                  <a:pt x="2160" y="2944"/>
                </a:lnTo>
                <a:lnTo>
                  <a:pt x="2160" y="2946"/>
                </a:lnTo>
                <a:lnTo>
                  <a:pt x="2159" y="2953"/>
                </a:lnTo>
                <a:lnTo>
                  <a:pt x="2158" y="2954"/>
                </a:lnTo>
                <a:lnTo>
                  <a:pt x="2158" y="2955"/>
                </a:lnTo>
                <a:lnTo>
                  <a:pt x="2158" y="2956"/>
                </a:lnTo>
                <a:lnTo>
                  <a:pt x="2158" y="2957"/>
                </a:lnTo>
                <a:lnTo>
                  <a:pt x="2158" y="2958"/>
                </a:lnTo>
                <a:lnTo>
                  <a:pt x="2159" y="2959"/>
                </a:lnTo>
                <a:lnTo>
                  <a:pt x="2160" y="2960"/>
                </a:lnTo>
                <a:lnTo>
                  <a:pt x="2160" y="2963"/>
                </a:lnTo>
                <a:lnTo>
                  <a:pt x="2159" y="2963"/>
                </a:lnTo>
                <a:lnTo>
                  <a:pt x="2159" y="2964"/>
                </a:lnTo>
                <a:lnTo>
                  <a:pt x="2158" y="2964"/>
                </a:lnTo>
                <a:lnTo>
                  <a:pt x="2158" y="2965"/>
                </a:lnTo>
                <a:lnTo>
                  <a:pt x="2156" y="2965"/>
                </a:lnTo>
                <a:lnTo>
                  <a:pt x="2155" y="2966"/>
                </a:lnTo>
                <a:lnTo>
                  <a:pt x="2153" y="2967"/>
                </a:lnTo>
                <a:lnTo>
                  <a:pt x="2152" y="2968"/>
                </a:lnTo>
                <a:lnTo>
                  <a:pt x="2152" y="2969"/>
                </a:lnTo>
                <a:lnTo>
                  <a:pt x="2151" y="2969"/>
                </a:lnTo>
                <a:lnTo>
                  <a:pt x="2151" y="2970"/>
                </a:lnTo>
                <a:lnTo>
                  <a:pt x="2150" y="2970"/>
                </a:lnTo>
                <a:lnTo>
                  <a:pt x="2150" y="2972"/>
                </a:lnTo>
                <a:lnTo>
                  <a:pt x="2150" y="2974"/>
                </a:lnTo>
                <a:lnTo>
                  <a:pt x="2150" y="2975"/>
                </a:lnTo>
                <a:lnTo>
                  <a:pt x="2150" y="2976"/>
                </a:lnTo>
                <a:lnTo>
                  <a:pt x="2150" y="2977"/>
                </a:lnTo>
                <a:lnTo>
                  <a:pt x="2150" y="2979"/>
                </a:lnTo>
                <a:lnTo>
                  <a:pt x="2149" y="2979"/>
                </a:lnTo>
                <a:lnTo>
                  <a:pt x="2149" y="2980"/>
                </a:lnTo>
                <a:lnTo>
                  <a:pt x="2149" y="2981"/>
                </a:lnTo>
                <a:lnTo>
                  <a:pt x="2148" y="2981"/>
                </a:lnTo>
                <a:lnTo>
                  <a:pt x="2147" y="2982"/>
                </a:lnTo>
                <a:lnTo>
                  <a:pt x="2146" y="2982"/>
                </a:lnTo>
                <a:lnTo>
                  <a:pt x="2145" y="2982"/>
                </a:lnTo>
                <a:lnTo>
                  <a:pt x="2144" y="2982"/>
                </a:lnTo>
                <a:lnTo>
                  <a:pt x="2141" y="2982"/>
                </a:lnTo>
                <a:lnTo>
                  <a:pt x="2141" y="2983"/>
                </a:lnTo>
                <a:lnTo>
                  <a:pt x="2140" y="2983"/>
                </a:lnTo>
                <a:lnTo>
                  <a:pt x="2139" y="2983"/>
                </a:lnTo>
                <a:lnTo>
                  <a:pt x="2138" y="2983"/>
                </a:lnTo>
                <a:lnTo>
                  <a:pt x="2137" y="2983"/>
                </a:lnTo>
                <a:lnTo>
                  <a:pt x="2137" y="2982"/>
                </a:lnTo>
                <a:lnTo>
                  <a:pt x="2136" y="2982"/>
                </a:lnTo>
                <a:lnTo>
                  <a:pt x="2135" y="2982"/>
                </a:lnTo>
                <a:lnTo>
                  <a:pt x="2133" y="2982"/>
                </a:lnTo>
                <a:lnTo>
                  <a:pt x="2132" y="2982"/>
                </a:lnTo>
                <a:lnTo>
                  <a:pt x="2132" y="2981"/>
                </a:lnTo>
                <a:lnTo>
                  <a:pt x="2131" y="2981"/>
                </a:lnTo>
                <a:lnTo>
                  <a:pt x="2130" y="2982"/>
                </a:lnTo>
                <a:lnTo>
                  <a:pt x="2130" y="2983"/>
                </a:lnTo>
                <a:lnTo>
                  <a:pt x="2129" y="2983"/>
                </a:lnTo>
                <a:lnTo>
                  <a:pt x="2128" y="2983"/>
                </a:lnTo>
                <a:lnTo>
                  <a:pt x="2128" y="2982"/>
                </a:lnTo>
                <a:lnTo>
                  <a:pt x="2127" y="2982"/>
                </a:lnTo>
                <a:lnTo>
                  <a:pt x="2126" y="2982"/>
                </a:lnTo>
                <a:lnTo>
                  <a:pt x="2126" y="2983"/>
                </a:lnTo>
                <a:lnTo>
                  <a:pt x="2125" y="2984"/>
                </a:lnTo>
                <a:lnTo>
                  <a:pt x="2124" y="2984"/>
                </a:lnTo>
                <a:lnTo>
                  <a:pt x="2123" y="2984"/>
                </a:lnTo>
                <a:lnTo>
                  <a:pt x="2122" y="2983"/>
                </a:lnTo>
                <a:lnTo>
                  <a:pt x="2121" y="2983"/>
                </a:lnTo>
                <a:lnTo>
                  <a:pt x="2120" y="2983"/>
                </a:lnTo>
                <a:lnTo>
                  <a:pt x="2120" y="2984"/>
                </a:lnTo>
                <a:lnTo>
                  <a:pt x="2119" y="2984"/>
                </a:lnTo>
                <a:lnTo>
                  <a:pt x="2118" y="2985"/>
                </a:lnTo>
                <a:lnTo>
                  <a:pt x="2117" y="2985"/>
                </a:lnTo>
                <a:lnTo>
                  <a:pt x="2117" y="2986"/>
                </a:lnTo>
                <a:lnTo>
                  <a:pt x="2116" y="2986"/>
                </a:lnTo>
                <a:lnTo>
                  <a:pt x="2116" y="2987"/>
                </a:lnTo>
                <a:lnTo>
                  <a:pt x="2116" y="2988"/>
                </a:lnTo>
                <a:lnTo>
                  <a:pt x="2115" y="2991"/>
                </a:lnTo>
                <a:lnTo>
                  <a:pt x="2113" y="2993"/>
                </a:lnTo>
                <a:lnTo>
                  <a:pt x="2112" y="2993"/>
                </a:lnTo>
                <a:lnTo>
                  <a:pt x="2112" y="2994"/>
                </a:lnTo>
                <a:lnTo>
                  <a:pt x="2112" y="2995"/>
                </a:lnTo>
                <a:lnTo>
                  <a:pt x="2113" y="2995"/>
                </a:lnTo>
                <a:lnTo>
                  <a:pt x="2114" y="2995"/>
                </a:lnTo>
                <a:lnTo>
                  <a:pt x="2114" y="2996"/>
                </a:lnTo>
                <a:lnTo>
                  <a:pt x="2113" y="2997"/>
                </a:lnTo>
                <a:lnTo>
                  <a:pt x="2112" y="2997"/>
                </a:lnTo>
                <a:lnTo>
                  <a:pt x="2112" y="2998"/>
                </a:lnTo>
                <a:lnTo>
                  <a:pt x="2111" y="2998"/>
                </a:lnTo>
                <a:lnTo>
                  <a:pt x="2110" y="2997"/>
                </a:lnTo>
                <a:lnTo>
                  <a:pt x="2108" y="2994"/>
                </a:lnTo>
                <a:lnTo>
                  <a:pt x="2108" y="2993"/>
                </a:lnTo>
                <a:lnTo>
                  <a:pt x="2108" y="2992"/>
                </a:lnTo>
                <a:lnTo>
                  <a:pt x="2109" y="2988"/>
                </a:lnTo>
                <a:lnTo>
                  <a:pt x="2108" y="2986"/>
                </a:lnTo>
                <a:lnTo>
                  <a:pt x="2107" y="2986"/>
                </a:lnTo>
                <a:lnTo>
                  <a:pt x="2107" y="2987"/>
                </a:lnTo>
                <a:lnTo>
                  <a:pt x="2106" y="2988"/>
                </a:lnTo>
                <a:lnTo>
                  <a:pt x="2105" y="2989"/>
                </a:lnTo>
                <a:lnTo>
                  <a:pt x="2104" y="2989"/>
                </a:lnTo>
                <a:lnTo>
                  <a:pt x="2103" y="2988"/>
                </a:lnTo>
                <a:lnTo>
                  <a:pt x="2102" y="2983"/>
                </a:lnTo>
                <a:lnTo>
                  <a:pt x="2103" y="2980"/>
                </a:lnTo>
                <a:lnTo>
                  <a:pt x="2103" y="2979"/>
                </a:lnTo>
                <a:lnTo>
                  <a:pt x="2104" y="2978"/>
                </a:lnTo>
                <a:lnTo>
                  <a:pt x="2105" y="2978"/>
                </a:lnTo>
                <a:lnTo>
                  <a:pt x="2107" y="2976"/>
                </a:lnTo>
                <a:lnTo>
                  <a:pt x="2108" y="2974"/>
                </a:lnTo>
                <a:lnTo>
                  <a:pt x="2108" y="2971"/>
                </a:lnTo>
                <a:lnTo>
                  <a:pt x="2109" y="2968"/>
                </a:lnTo>
                <a:lnTo>
                  <a:pt x="2112" y="2965"/>
                </a:lnTo>
                <a:lnTo>
                  <a:pt x="2114" y="2963"/>
                </a:lnTo>
                <a:lnTo>
                  <a:pt x="2115" y="2963"/>
                </a:lnTo>
                <a:lnTo>
                  <a:pt x="2115" y="2961"/>
                </a:lnTo>
                <a:lnTo>
                  <a:pt x="2116" y="2954"/>
                </a:lnTo>
                <a:lnTo>
                  <a:pt x="2116" y="2953"/>
                </a:lnTo>
                <a:lnTo>
                  <a:pt x="2115" y="2953"/>
                </a:lnTo>
                <a:lnTo>
                  <a:pt x="2113" y="2950"/>
                </a:lnTo>
                <a:lnTo>
                  <a:pt x="2112" y="2951"/>
                </a:lnTo>
                <a:lnTo>
                  <a:pt x="2110" y="2951"/>
                </a:lnTo>
                <a:lnTo>
                  <a:pt x="2110" y="2953"/>
                </a:lnTo>
                <a:lnTo>
                  <a:pt x="2110" y="2954"/>
                </a:lnTo>
                <a:lnTo>
                  <a:pt x="2109" y="2955"/>
                </a:lnTo>
                <a:lnTo>
                  <a:pt x="2108" y="2956"/>
                </a:lnTo>
                <a:lnTo>
                  <a:pt x="2106" y="2956"/>
                </a:lnTo>
                <a:lnTo>
                  <a:pt x="2100" y="2957"/>
                </a:lnTo>
                <a:lnTo>
                  <a:pt x="2097" y="2956"/>
                </a:lnTo>
                <a:lnTo>
                  <a:pt x="2094" y="2958"/>
                </a:lnTo>
                <a:lnTo>
                  <a:pt x="2092" y="2959"/>
                </a:lnTo>
                <a:lnTo>
                  <a:pt x="2091" y="2961"/>
                </a:lnTo>
                <a:lnTo>
                  <a:pt x="2090" y="2962"/>
                </a:lnTo>
                <a:lnTo>
                  <a:pt x="2086" y="2965"/>
                </a:lnTo>
                <a:lnTo>
                  <a:pt x="2079" y="2968"/>
                </a:lnTo>
                <a:lnTo>
                  <a:pt x="2078" y="2968"/>
                </a:lnTo>
                <a:lnTo>
                  <a:pt x="2078" y="2967"/>
                </a:lnTo>
                <a:lnTo>
                  <a:pt x="2077" y="2967"/>
                </a:lnTo>
                <a:lnTo>
                  <a:pt x="2075" y="2968"/>
                </a:lnTo>
                <a:lnTo>
                  <a:pt x="2072" y="2972"/>
                </a:lnTo>
                <a:lnTo>
                  <a:pt x="2072" y="2973"/>
                </a:lnTo>
                <a:lnTo>
                  <a:pt x="2072" y="2974"/>
                </a:lnTo>
                <a:lnTo>
                  <a:pt x="2069" y="2979"/>
                </a:lnTo>
                <a:lnTo>
                  <a:pt x="2067" y="2983"/>
                </a:lnTo>
                <a:lnTo>
                  <a:pt x="2066" y="2984"/>
                </a:lnTo>
                <a:lnTo>
                  <a:pt x="2064" y="2987"/>
                </a:lnTo>
                <a:lnTo>
                  <a:pt x="2062" y="2989"/>
                </a:lnTo>
                <a:lnTo>
                  <a:pt x="2062" y="2990"/>
                </a:lnTo>
                <a:lnTo>
                  <a:pt x="2061" y="2991"/>
                </a:lnTo>
                <a:lnTo>
                  <a:pt x="2061" y="2992"/>
                </a:lnTo>
                <a:lnTo>
                  <a:pt x="2061" y="2993"/>
                </a:lnTo>
                <a:lnTo>
                  <a:pt x="2061" y="2994"/>
                </a:lnTo>
                <a:lnTo>
                  <a:pt x="2060" y="2994"/>
                </a:lnTo>
                <a:lnTo>
                  <a:pt x="2058" y="2996"/>
                </a:lnTo>
                <a:lnTo>
                  <a:pt x="2055" y="3001"/>
                </a:lnTo>
                <a:lnTo>
                  <a:pt x="2055" y="3002"/>
                </a:lnTo>
                <a:lnTo>
                  <a:pt x="2054" y="3002"/>
                </a:lnTo>
                <a:lnTo>
                  <a:pt x="2053" y="3013"/>
                </a:lnTo>
                <a:lnTo>
                  <a:pt x="2050" y="3018"/>
                </a:lnTo>
                <a:lnTo>
                  <a:pt x="2049" y="3019"/>
                </a:lnTo>
                <a:lnTo>
                  <a:pt x="2047" y="3020"/>
                </a:lnTo>
                <a:lnTo>
                  <a:pt x="2038" y="3021"/>
                </a:lnTo>
                <a:lnTo>
                  <a:pt x="2037" y="3020"/>
                </a:lnTo>
                <a:lnTo>
                  <a:pt x="2033" y="3018"/>
                </a:lnTo>
                <a:lnTo>
                  <a:pt x="2030" y="3015"/>
                </a:lnTo>
                <a:lnTo>
                  <a:pt x="2029" y="3012"/>
                </a:lnTo>
                <a:lnTo>
                  <a:pt x="2028" y="3010"/>
                </a:lnTo>
                <a:lnTo>
                  <a:pt x="2028" y="3008"/>
                </a:lnTo>
                <a:lnTo>
                  <a:pt x="2026" y="3004"/>
                </a:lnTo>
                <a:lnTo>
                  <a:pt x="2026" y="3003"/>
                </a:lnTo>
                <a:lnTo>
                  <a:pt x="2023" y="3000"/>
                </a:lnTo>
                <a:lnTo>
                  <a:pt x="2023" y="2999"/>
                </a:lnTo>
                <a:lnTo>
                  <a:pt x="2020" y="2998"/>
                </a:lnTo>
                <a:lnTo>
                  <a:pt x="2019" y="2998"/>
                </a:lnTo>
                <a:lnTo>
                  <a:pt x="2018" y="2998"/>
                </a:lnTo>
                <a:lnTo>
                  <a:pt x="2018" y="2999"/>
                </a:lnTo>
                <a:lnTo>
                  <a:pt x="2019" y="3000"/>
                </a:lnTo>
                <a:lnTo>
                  <a:pt x="2018" y="3001"/>
                </a:lnTo>
                <a:lnTo>
                  <a:pt x="2018" y="3002"/>
                </a:lnTo>
                <a:lnTo>
                  <a:pt x="2017" y="3003"/>
                </a:lnTo>
                <a:lnTo>
                  <a:pt x="2016" y="3003"/>
                </a:lnTo>
                <a:lnTo>
                  <a:pt x="2015" y="3002"/>
                </a:lnTo>
                <a:lnTo>
                  <a:pt x="2014" y="3002"/>
                </a:lnTo>
                <a:lnTo>
                  <a:pt x="2013" y="3002"/>
                </a:lnTo>
                <a:lnTo>
                  <a:pt x="2013" y="3000"/>
                </a:lnTo>
                <a:lnTo>
                  <a:pt x="2012" y="3000"/>
                </a:lnTo>
                <a:lnTo>
                  <a:pt x="2011" y="2999"/>
                </a:lnTo>
                <a:lnTo>
                  <a:pt x="2009" y="2998"/>
                </a:lnTo>
                <a:lnTo>
                  <a:pt x="2008" y="2998"/>
                </a:lnTo>
                <a:lnTo>
                  <a:pt x="2007" y="2999"/>
                </a:lnTo>
                <a:lnTo>
                  <a:pt x="2006" y="2999"/>
                </a:lnTo>
                <a:lnTo>
                  <a:pt x="2005" y="3003"/>
                </a:lnTo>
                <a:lnTo>
                  <a:pt x="2004" y="3003"/>
                </a:lnTo>
                <a:lnTo>
                  <a:pt x="2004" y="3005"/>
                </a:lnTo>
                <a:lnTo>
                  <a:pt x="2004" y="3006"/>
                </a:lnTo>
                <a:lnTo>
                  <a:pt x="2005" y="3006"/>
                </a:lnTo>
                <a:lnTo>
                  <a:pt x="2006" y="3006"/>
                </a:lnTo>
                <a:lnTo>
                  <a:pt x="2006" y="3007"/>
                </a:lnTo>
                <a:lnTo>
                  <a:pt x="2006" y="3008"/>
                </a:lnTo>
                <a:lnTo>
                  <a:pt x="2003" y="3012"/>
                </a:lnTo>
                <a:lnTo>
                  <a:pt x="2001" y="3013"/>
                </a:lnTo>
                <a:lnTo>
                  <a:pt x="2000" y="3014"/>
                </a:lnTo>
                <a:lnTo>
                  <a:pt x="2000" y="3013"/>
                </a:lnTo>
                <a:lnTo>
                  <a:pt x="1999" y="3012"/>
                </a:lnTo>
                <a:lnTo>
                  <a:pt x="1998" y="3012"/>
                </a:lnTo>
                <a:lnTo>
                  <a:pt x="1998" y="3010"/>
                </a:lnTo>
                <a:lnTo>
                  <a:pt x="1997" y="3010"/>
                </a:lnTo>
                <a:lnTo>
                  <a:pt x="1995" y="3009"/>
                </a:lnTo>
                <a:lnTo>
                  <a:pt x="1992" y="3007"/>
                </a:lnTo>
                <a:lnTo>
                  <a:pt x="1991" y="3007"/>
                </a:lnTo>
                <a:lnTo>
                  <a:pt x="1990" y="3005"/>
                </a:lnTo>
                <a:lnTo>
                  <a:pt x="1989" y="3004"/>
                </a:lnTo>
                <a:lnTo>
                  <a:pt x="1988" y="3003"/>
                </a:lnTo>
                <a:lnTo>
                  <a:pt x="1985" y="3001"/>
                </a:lnTo>
                <a:lnTo>
                  <a:pt x="1985" y="3000"/>
                </a:lnTo>
                <a:lnTo>
                  <a:pt x="1985" y="2999"/>
                </a:lnTo>
                <a:lnTo>
                  <a:pt x="1983" y="2997"/>
                </a:lnTo>
                <a:lnTo>
                  <a:pt x="1981" y="2996"/>
                </a:lnTo>
                <a:lnTo>
                  <a:pt x="1981" y="2995"/>
                </a:lnTo>
                <a:lnTo>
                  <a:pt x="1982" y="2992"/>
                </a:lnTo>
                <a:lnTo>
                  <a:pt x="1981" y="2991"/>
                </a:lnTo>
                <a:lnTo>
                  <a:pt x="1978" y="2991"/>
                </a:lnTo>
                <a:lnTo>
                  <a:pt x="1976" y="2991"/>
                </a:lnTo>
                <a:lnTo>
                  <a:pt x="1975" y="2990"/>
                </a:lnTo>
                <a:lnTo>
                  <a:pt x="1975" y="2989"/>
                </a:lnTo>
                <a:lnTo>
                  <a:pt x="1974" y="2989"/>
                </a:lnTo>
                <a:lnTo>
                  <a:pt x="1972" y="2987"/>
                </a:lnTo>
                <a:lnTo>
                  <a:pt x="1969" y="2989"/>
                </a:lnTo>
                <a:lnTo>
                  <a:pt x="1961" y="2986"/>
                </a:lnTo>
                <a:lnTo>
                  <a:pt x="1959" y="2986"/>
                </a:lnTo>
                <a:lnTo>
                  <a:pt x="1958" y="2987"/>
                </a:lnTo>
                <a:lnTo>
                  <a:pt x="1958" y="2992"/>
                </a:lnTo>
                <a:lnTo>
                  <a:pt x="1958" y="2993"/>
                </a:lnTo>
                <a:lnTo>
                  <a:pt x="1958" y="2994"/>
                </a:lnTo>
                <a:lnTo>
                  <a:pt x="1958" y="2995"/>
                </a:lnTo>
                <a:lnTo>
                  <a:pt x="1959" y="2995"/>
                </a:lnTo>
                <a:lnTo>
                  <a:pt x="1960" y="2999"/>
                </a:lnTo>
                <a:lnTo>
                  <a:pt x="1961" y="2999"/>
                </a:lnTo>
                <a:lnTo>
                  <a:pt x="1961" y="3000"/>
                </a:lnTo>
                <a:lnTo>
                  <a:pt x="1962" y="3000"/>
                </a:lnTo>
                <a:lnTo>
                  <a:pt x="1963" y="2999"/>
                </a:lnTo>
                <a:lnTo>
                  <a:pt x="1964" y="2999"/>
                </a:lnTo>
                <a:lnTo>
                  <a:pt x="1964" y="3000"/>
                </a:lnTo>
                <a:lnTo>
                  <a:pt x="1965" y="3000"/>
                </a:lnTo>
                <a:lnTo>
                  <a:pt x="1965" y="3001"/>
                </a:lnTo>
                <a:lnTo>
                  <a:pt x="1965" y="3002"/>
                </a:lnTo>
                <a:lnTo>
                  <a:pt x="1966" y="3003"/>
                </a:lnTo>
                <a:lnTo>
                  <a:pt x="1967" y="3003"/>
                </a:lnTo>
                <a:lnTo>
                  <a:pt x="1967" y="3005"/>
                </a:lnTo>
                <a:lnTo>
                  <a:pt x="1968" y="3006"/>
                </a:lnTo>
                <a:lnTo>
                  <a:pt x="1969" y="3010"/>
                </a:lnTo>
                <a:lnTo>
                  <a:pt x="1970" y="3011"/>
                </a:lnTo>
                <a:lnTo>
                  <a:pt x="1971" y="3012"/>
                </a:lnTo>
                <a:lnTo>
                  <a:pt x="1971" y="3013"/>
                </a:lnTo>
                <a:lnTo>
                  <a:pt x="1972" y="3016"/>
                </a:lnTo>
                <a:lnTo>
                  <a:pt x="1972" y="3018"/>
                </a:lnTo>
                <a:lnTo>
                  <a:pt x="1972" y="3019"/>
                </a:lnTo>
                <a:lnTo>
                  <a:pt x="1972" y="3020"/>
                </a:lnTo>
                <a:lnTo>
                  <a:pt x="1973" y="3020"/>
                </a:lnTo>
                <a:lnTo>
                  <a:pt x="1973" y="3021"/>
                </a:lnTo>
                <a:lnTo>
                  <a:pt x="1974" y="3021"/>
                </a:lnTo>
                <a:lnTo>
                  <a:pt x="1973" y="3021"/>
                </a:lnTo>
                <a:lnTo>
                  <a:pt x="1970" y="3021"/>
                </a:lnTo>
                <a:lnTo>
                  <a:pt x="1962" y="3026"/>
                </a:lnTo>
                <a:lnTo>
                  <a:pt x="1958" y="3029"/>
                </a:lnTo>
                <a:lnTo>
                  <a:pt x="1957" y="3029"/>
                </a:lnTo>
                <a:lnTo>
                  <a:pt x="1956" y="3030"/>
                </a:lnTo>
                <a:lnTo>
                  <a:pt x="1955" y="3031"/>
                </a:lnTo>
                <a:lnTo>
                  <a:pt x="1954" y="3032"/>
                </a:lnTo>
                <a:lnTo>
                  <a:pt x="1954" y="3033"/>
                </a:lnTo>
                <a:lnTo>
                  <a:pt x="1951" y="3034"/>
                </a:lnTo>
                <a:lnTo>
                  <a:pt x="1949" y="3035"/>
                </a:lnTo>
                <a:lnTo>
                  <a:pt x="1947" y="3036"/>
                </a:lnTo>
                <a:lnTo>
                  <a:pt x="1943" y="3037"/>
                </a:lnTo>
                <a:lnTo>
                  <a:pt x="1940" y="3038"/>
                </a:lnTo>
                <a:lnTo>
                  <a:pt x="1940" y="3037"/>
                </a:lnTo>
                <a:lnTo>
                  <a:pt x="1938" y="3037"/>
                </a:lnTo>
                <a:lnTo>
                  <a:pt x="1935" y="3038"/>
                </a:lnTo>
                <a:lnTo>
                  <a:pt x="1935" y="3037"/>
                </a:lnTo>
                <a:lnTo>
                  <a:pt x="1933" y="3035"/>
                </a:lnTo>
                <a:lnTo>
                  <a:pt x="1932" y="3034"/>
                </a:lnTo>
                <a:lnTo>
                  <a:pt x="1932" y="3033"/>
                </a:lnTo>
                <a:lnTo>
                  <a:pt x="1932" y="3032"/>
                </a:lnTo>
                <a:lnTo>
                  <a:pt x="1931" y="3031"/>
                </a:lnTo>
                <a:lnTo>
                  <a:pt x="1929" y="3029"/>
                </a:lnTo>
                <a:lnTo>
                  <a:pt x="1926" y="3026"/>
                </a:lnTo>
                <a:lnTo>
                  <a:pt x="1925" y="3026"/>
                </a:lnTo>
                <a:lnTo>
                  <a:pt x="1924" y="3026"/>
                </a:lnTo>
                <a:lnTo>
                  <a:pt x="1922" y="3027"/>
                </a:lnTo>
                <a:lnTo>
                  <a:pt x="1920" y="3030"/>
                </a:lnTo>
                <a:lnTo>
                  <a:pt x="1920" y="3032"/>
                </a:lnTo>
                <a:lnTo>
                  <a:pt x="1921" y="3032"/>
                </a:lnTo>
                <a:lnTo>
                  <a:pt x="1922" y="3033"/>
                </a:lnTo>
                <a:lnTo>
                  <a:pt x="1923" y="3034"/>
                </a:lnTo>
                <a:lnTo>
                  <a:pt x="1925" y="3035"/>
                </a:lnTo>
                <a:lnTo>
                  <a:pt x="1928" y="3037"/>
                </a:lnTo>
                <a:lnTo>
                  <a:pt x="1934" y="3041"/>
                </a:lnTo>
                <a:lnTo>
                  <a:pt x="1935" y="3042"/>
                </a:lnTo>
                <a:lnTo>
                  <a:pt x="1935" y="3043"/>
                </a:lnTo>
                <a:lnTo>
                  <a:pt x="1934" y="3044"/>
                </a:lnTo>
                <a:lnTo>
                  <a:pt x="1932" y="3045"/>
                </a:lnTo>
                <a:lnTo>
                  <a:pt x="1931" y="3046"/>
                </a:lnTo>
                <a:lnTo>
                  <a:pt x="1931" y="3047"/>
                </a:lnTo>
                <a:lnTo>
                  <a:pt x="1926" y="3052"/>
                </a:lnTo>
                <a:lnTo>
                  <a:pt x="1926" y="3053"/>
                </a:lnTo>
                <a:lnTo>
                  <a:pt x="1927" y="3053"/>
                </a:lnTo>
                <a:lnTo>
                  <a:pt x="1927" y="3054"/>
                </a:lnTo>
                <a:lnTo>
                  <a:pt x="1926" y="3054"/>
                </a:lnTo>
                <a:lnTo>
                  <a:pt x="1927" y="3056"/>
                </a:lnTo>
                <a:lnTo>
                  <a:pt x="1928" y="3058"/>
                </a:lnTo>
                <a:lnTo>
                  <a:pt x="1928" y="3059"/>
                </a:lnTo>
                <a:lnTo>
                  <a:pt x="1927" y="3060"/>
                </a:lnTo>
                <a:lnTo>
                  <a:pt x="1926" y="3061"/>
                </a:lnTo>
                <a:lnTo>
                  <a:pt x="1926" y="3062"/>
                </a:lnTo>
                <a:lnTo>
                  <a:pt x="1925" y="3062"/>
                </a:lnTo>
                <a:lnTo>
                  <a:pt x="1924" y="3063"/>
                </a:lnTo>
                <a:lnTo>
                  <a:pt x="1923" y="3063"/>
                </a:lnTo>
                <a:lnTo>
                  <a:pt x="1922" y="3063"/>
                </a:lnTo>
                <a:lnTo>
                  <a:pt x="1920" y="3063"/>
                </a:lnTo>
                <a:lnTo>
                  <a:pt x="1919" y="3064"/>
                </a:lnTo>
                <a:lnTo>
                  <a:pt x="1918" y="3064"/>
                </a:lnTo>
                <a:lnTo>
                  <a:pt x="1917" y="3065"/>
                </a:lnTo>
                <a:lnTo>
                  <a:pt x="1916" y="3066"/>
                </a:lnTo>
                <a:lnTo>
                  <a:pt x="1915" y="3067"/>
                </a:lnTo>
                <a:lnTo>
                  <a:pt x="1908" y="3069"/>
                </a:lnTo>
                <a:lnTo>
                  <a:pt x="1908" y="3070"/>
                </a:lnTo>
                <a:lnTo>
                  <a:pt x="1907" y="3070"/>
                </a:lnTo>
                <a:lnTo>
                  <a:pt x="1906" y="3070"/>
                </a:lnTo>
                <a:lnTo>
                  <a:pt x="1904" y="3072"/>
                </a:lnTo>
                <a:lnTo>
                  <a:pt x="1903" y="3074"/>
                </a:lnTo>
                <a:lnTo>
                  <a:pt x="1900" y="3079"/>
                </a:lnTo>
                <a:lnTo>
                  <a:pt x="1897" y="3080"/>
                </a:lnTo>
                <a:lnTo>
                  <a:pt x="1895" y="3083"/>
                </a:lnTo>
                <a:lnTo>
                  <a:pt x="1894" y="3091"/>
                </a:lnTo>
                <a:lnTo>
                  <a:pt x="1894" y="3095"/>
                </a:lnTo>
                <a:lnTo>
                  <a:pt x="1895" y="3097"/>
                </a:lnTo>
                <a:lnTo>
                  <a:pt x="1893" y="3100"/>
                </a:lnTo>
                <a:lnTo>
                  <a:pt x="1891" y="3103"/>
                </a:lnTo>
                <a:lnTo>
                  <a:pt x="1889" y="3108"/>
                </a:lnTo>
                <a:lnTo>
                  <a:pt x="1886" y="3114"/>
                </a:lnTo>
                <a:lnTo>
                  <a:pt x="1884" y="3115"/>
                </a:lnTo>
                <a:lnTo>
                  <a:pt x="1881" y="3118"/>
                </a:lnTo>
                <a:lnTo>
                  <a:pt x="1876" y="3125"/>
                </a:lnTo>
                <a:lnTo>
                  <a:pt x="1875" y="3125"/>
                </a:lnTo>
                <a:lnTo>
                  <a:pt x="1874" y="3125"/>
                </a:lnTo>
                <a:lnTo>
                  <a:pt x="1874" y="3124"/>
                </a:lnTo>
                <a:lnTo>
                  <a:pt x="1872" y="3123"/>
                </a:lnTo>
                <a:lnTo>
                  <a:pt x="1869" y="3120"/>
                </a:lnTo>
                <a:lnTo>
                  <a:pt x="1868" y="3120"/>
                </a:lnTo>
                <a:lnTo>
                  <a:pt x="1863" y="3125"/>
                </a:lnTo>
                <a:lnTo>
                  <a:pt x="1860" y="3130"/>
                </a:lnTo>
                <a:lnTo>
                  <a:pt x="1859" y="3130"/>
                </a:lnTo>
                <a:lnTo>
                  <a:pt x="1859" y="3131"/>
                </a:lnTo>
                <a:lnTo>
                  <a:pt x="1854" y="3138"/>
                </a:lnTo>
                <a:lnTo>
                  <a:pt x="1853" y="3141"/>
                </a:lnTo>
                <a:lnTo>
                  <a:pt x="1849" y="3145"/>
                </a:lnTo>
                <a:lnTo>
                  <a:pt x="1846" y="3147"/>
                </a:lnTo>
                <a:lnTo>
                  <a:pt x="1844" y="3148"/>
                </a:lnTo>
                <a:lnTo>
                  <a:pt x="1843" y="3149"/>
                </a:lnTo>
                <a:lnTo>
                  <a:pt x="1842" y="3150"/>
                </a:lnTo>
                <a:lnTo>
                  <a:pt x="1842" y="3151"/>
                </a:lnTo>
                <a:lnTo>
                  <a:pt x="1841" y="3155"/>
                </a:lnTo>
                <a:lnTo>
                  <a:pt x="1841" y="3156"/>
                </a:lnTo>
                <a:lnTo>
                  <a:pt x="1842" y="3158"/>
                </a:lnTo>
                <a:lnTo>
                  <a:pt x="1843" y="3158"/>
                </a:lnTo>
                <a:lnTo>
                  <a:pt x="1845" y="3162"/>
                </a:lnTo>
                <a:lnTo>
                  <a:pt x="1844" y="3165"/>
                </a:lnTo>
                <a:lnTo>
                  <a:pt x="1843" y="3165"/>
                </a:lnTo>
                <a:lnTo>
                  <a:pt x="1842" y="3166"/>
                </a:lnTo>
                <a:lnTo>
                  <a:pt x="1840" y="3167"/>
                </a:lnTo>
                <a:lnTo>
                  <a:pt x="1839" y="3166"/>
                </a:lnTo>
                <a:lnTo>
                  <a:pt x="1836" y="3165"/>
                </a:lnTo>
                <a:lnTo>
                  <a:pt x="1835" y="3165"/>
                </a:lnTo>
                <a:lnTo>
                  <a:pt x="1834" y="3165"/>
                </a:lnTo>
                <a:lnTo>
                  <a:pt x="1832" y="3166"/>
                </a:lnTo>
                <a:lnTo>
                  <a:pt x="1830" y="3168"/>
                </a:lnTo>
                <a:lnTo>
                  <a:pt x="1830" y="3169"/>
                </a:lnTo>
                <a:lnTo>
                  <a:pt x="1828" y="3171"/>
                </a:lnTo>
                <a:lnTo>
                  <a:pt x="1824" y="3178"/>
                </a:lnTo>
                <a:lnTo>
                  <a:pt x="1820" y="3185"/>
                </a:lnTo>
                <a:lnTo>
                  <a:pt x="1815" y="3189"/>
                </a:lnTo>
                <a:lnTo>
                  <a:pt x="1814" y="3190"/>
                </a:lnTo>
                <a:lnTo>
                  <a:pt x="1812" y="3195"/>
                </a:lnTo>
                <a:lnTo>
                  <a:pt x="1812" y="3196"/>
                </a:lnTo>
                <a:lnTo>
                  <a:pt x="1811" y="3197"/>
                </a:lnTo>
                <a:lnTo>
                  <a:pt x="1810" y="3198"/>
                </a:lnTo>
                <a:lnTo>
                  <a:pt x="1806" y="3200"/>
                </a:lnTo>
                <a:lnTo>
                  <a:pt x="1800" y="3206"/>
                </a:lnTo>
                <a:lnTo>
                  <a:pt x="1799" y="3206"/>
                </a:lnTo>
                <a:lnTo>
                  <a:pt x="1800" y="3206"/>
                </a:lnTo>
                <a:lnTo>
                  <a:pt x="1800" y="3207"/>
                </a:lnTo>
                <a:lnTo>
                  <a:pt x="1801" y="3208"/>
                </a:lnTo>
                <a:lnTo>
                  <a:pt x="1801" y="3209"/>
                </a:lnTo>
                <a:lnTo>
                  <a:pt x="1802" y="3212"/>
                </a:lnTo>
                <a:lnTo>
                  <a:pt x="1802" y="3213"/>
                </a:lnTo>
                <a:lnTo>
                  <a:pt x="1798" y="3218"/>
                </a:lnTo>
                <a:lnTo>
                  <a:pt x="1797" y="3219"/>
                </a:lnTo>
                <a:lnTo>
                  <a:pt x="1796" y="3220"/>
                </a:lnTo>
                <a:lnTo>
                  <a:pt x="1795" y="3221"/>
                </a:lnTo>
                <a:lnTo>
                  <a:pt x="1794" y="3221"/>
                </a:lnTo>
                <a:lnTo>
                  <a:pt x="1791" y="3232"/>
                </a:lnTo>
                <a:lnTo>
                  <a:pt x="1790" y="3233"/>
                </a:lnTo>
                <a:lnTo>
                  <a:pt x="1790" y="3234"/>
                </a:lnTo>
                <a:lnTo>
                  <a:pt x="1789" y="3234"/>
                </a:lnTo>
                <a:lnTo>
                  <a:pt x="1789" y="3235"/>
                </a:lnTo>
                <a:lnTo>
                  <a:pt x="1789" y="3236"/>
                </a:lnTo>
                <a:lnTo>
                  <a:pt x="1788" y="3238"/>
                </a:lnTo>
                <a:lnTo>
                  <a:pt x="1788" y="3242"/>
                </a:lnTo>
                <a:lnTo>
                  <a:pt x="1789" y="3242"/>
                </a:lnTo>
                <a:lnTo>
                  <a:pt x="1789" y="3244"/>
                </a:lnTo>
                <a:lnTo>
                  <a:pt x="1788" y="3247"/>
                </a:lnTo>
                <a:lnTo>
                  <a:pt x="1787" y="3248"/>
                </a:lnTo>
                <a:lnTo>
                  <a:pt x="1787" y="3249"/>
                </a:lnTo>
                <a:lnTo>
                  <a:pt x="1786" y="3249"/>
                </a:lnTo>
                <a:lnTo>
                  <a:pt x="1786" y="3250"/>
                </a:lnTo>
                <a:lnTo>
                  <a:pt x="1785" y="3251"/>
                </a:lnTo>
                <a:lnTo>
                  <a:pt x="1785" y="3252"/>
                </a:lnTo>
                <a:lnTo>
                  <a:pt x="1785" y="3259"/>
                </a:lnTo>
                <a:lnTo>
                  <a:pt x="1786" y="3261"/>
                </a:lnTo>
                <a:lnTo>
                  <a:pt x="1787" y="3262"/>
                </a:lnTo>
                <a:lnTo>
                  <a:pt x="1788" y="3262"/>
                </a:lnTo>
                <a:lnTo>
                  <a:pt x="1791" y="3265"/>
                </a:lnTo>
                <a:lnTo>
                  <a:pt x="1795" y="3268"/>
                </a:lnTo>
                <a:lnTo>
                  <a:pt x="1798" y="3270"/>
                </a:lnTo>
                <a:lnTo>
                  <a:pt x="1802" y="3273"/>
                </a:lnTo>
                <a:lnTo>
                  <a:pt x="1804" y="3275"/>
                </a:lnTo>
                <a:lnTo>
                  <a:pt x="1805" y="3276"/>
                </a:lnTo>
                <a:lnTo>
                  <a:pt x="1805" y="3277"/>
                </a:lnTo>
                <a:lnTo>
                  <a:pt x="1803" y="3280"/>
                </a:lnTo>
                <a:lnTo>
                  <a:pt x="1802" y="3284"/>
                </a:lnTo>
                <a:lnTo>
                  <a:pt x="1803" y="3286"/>
                </a:lnTo>
                <a:lnTo>
                  <a:pt x="1804" y="3287"/>
                </a:lnTo>
                <a:lnTo>
                  <a:pt x="1805" y="3288"/>
                </a:lnTo>
                <a:lnTo>
                  <a:pt x="1806" y="3290"/>
                </a:lnTo>
                <a:lnTo>
                  <a:pt x="1806" y="3291"/>
                </a:lnTo>
                <a:lnTo>
                  <a:pt x="1802" y="3294"/>
                </a:lnTo>
                <a:lnTo>
                  <a:pt x="1799" y="3298"/>
                </a:lnTo>
                <a:lnTo>
                  <a:pt x="1798" y="3300"/>
                </a:lnTo>
                <a:lnTo>
                  <a:pt x="1795" y="3303"/>
                </a:lnTo>
                <a:lnTo>
                  <a:pt x="1793" y="3304"/>
                </a:lnTo>
                <a:lnTo>
                  <a:pt x="1792" y="3305"/>
                </a:lnTo>
                <a:lnTo>
                  <a:pt x="1792" y="3306"/>
                </a:lnTo>
                <a:lnTo>
                  <a:pt x="1793" y="3307"/>
                </a:lnTo>
                <a:lnTo>
                  <a:pt x="1792" y="3308"/>
                </a:lnTo>
                <a:lnTo>
                  <a:pt x="1792" y="3310"/>
                </a:lnTo>
                <a:lnTo>
                  <a:pt x="1791" y="3311"/>
                </a:lnTo>
                <a:lnTo>
                  <a:pt x="1787" y="3312"/>
                </a:lnTo>
                <a:lnTo>
                  <a:pt x="1787" y="3313"/>
                </a:lnTo>
                <a:lnTo>
                  <a:pt x="1786" y="3313"/>
                </a:lnTo>
                <a:lnTo>
                  <a:pt x="1785" y="3312"/>
                </a:lnTo>
                <a:lnTo>
                  <a:pt x="1784" y="3311"/>
                </a:lnTo>
                <a:lnTo>
                  <a:pt x="1783" y="3308"/>
                </a:lnTo>
                <a:lnTo>
                  <a:pt x="1780" y="3303"/>
                </a:lnTo>
                <a:lnTo>
                  <a:pt x="1779" y="3302"/>
                </a:lnTo>
                <a:lnTo>
                  <a:pt x="1778" y="3301"/>
                </a:lnTo>
                <a:lnTo>
                  <a:pt x="1778" y="3299"/>
                </a:lnTo>
                <a:lnTo>
                  <a:pt x="1778" y="3298"/>
                </a:lnTo>
                <a:lnTo>
                  <a:pt x="1778" y="3297"/>
                </a:lnTo>
                <a:lnTo>
                  <a:pt x="1775" y="3290"/>
                </a:lnTo>
                <a:lnTo>
                  <a:pt x="1770" y="3287"/>
                </a:lnTo>
                <a:lnTo>
                  <a:pt x="1769" y="3286"/>
                </a:lnTo>
                <a:lnTo>
                  <a:pt x="1768" y="3286"/>
                </a:lnTo>
                <a:lnTo>
                  <a:pt x="1763" y="3286"/>
                </a:lnTo>
                <a:lnTo>
                  <a:pt x="1762" y="3287"/>
                </a:lnTo>
                <a:lnTo>
                  <a:pt x="1765" y="3291"/>
                </a:lnTo>
                <a:lnTo>
                  <a:pt x="1766" y="3293"/>
                </a:lnTo>
                <a:lnTo>
                  <a:pt x="1768" y="3294"/>
                </a:lnTo>
                <a:lnTo>
                  <a:pt x="1768" y="3300"/>
                </a:lnTo>
                <a:lnTo>
                  <a:pt x="1768" y="3301"/>
                </a:lnTo>
                <a:lnTo>
                  <a:pt x="1767" y="3301"/>
                </a:lnTo>
                <a:lnTo>
                  <a:pt x="1764" y="3309"/>
                </a:lnTo>
                <a:lnTo>
                  <a:pt x="1764" y="3312"/>
                </a:lnTo>
                <a:lnTo>
                  <a:pt x="1764" y="3314"/>
                </a:lnTo>
                <a:lnTo>
                  <a:pt x="1763" y="3314"/>
                </a:lnTo>
                <a:lnTo>
                  <a:pt x="1763" y="3321"/>
                </a:lnTo>
                <a:lnTo>
                  <a:pt x="1763" y="3325"/>
                </a:lnTo>
                <a:lnTo>
                  <a:pt x="1764" y="3332"/>
                </a:lnTo>
                <a:lnTo>
                  <a:pt x="1765" y="3337"/>
                </a:lnTo>
                <a:lnTo>
                  <a:pt x="1765" y="3339"/>
                </a:lnTo>
                <a:lnTo>
                  <a:pt x="1765" y="3342"/>
                </a:lnTo>
                <a:lnTo>
                  <a:pt x="1765" y="3343"/>
                </a:lnTo>
                <a:lnTo>
                  <a:pt x="1764" y="3343"/>
                </a:lnTo>
                <a:lnTo>
                  <a:pt x="1763" y="3346"/>
                </a:lnTo>
                <a:lnTo>
                  <a:pt x="1763" y="3347"/>
                </a:lnTo>
                <a:lnTo>
                  <a:pt x="1763" y="3348"/>
                </a:lnTo>
                <a:lnTo>
                  <a:pt x="1763" y="3352"/>
                </a:lnTo>
                <a:lnTo>
                  <a:pt x="1763" y="3353"/>
                </a:lnTo>
                <a:lnTo>
                  <a:pt x="1764" y="3354"/>
                </a:lnTo>
                <a:lnTo>
                  <a:pt x="1764" y="3355"/>
                </a:lnTo>
                <a:lnTo>
                  <a:pt x="1764" y="3356"/>
                </a:lnTo>
                <a:lnTo>
                  <a:pt x="1765" y="3357"/>
                </a:lnTo>
                <a:lnTo>
                  <a:pt x="1765" y="3359"/>
                </a:lnTo>
                <a:lnTo>
                  <a:pt x="1764" y="3362"/>
                </a:lnTo>
                <a:lnTo>
                  <a:pt x="1763" y="3362"/>
                </a:lnTo>
                <a:lnTo>
                  <a:pt x="1761" y="3364"/>
                </a:lnTo>
                <a:lnTo>
                  <a:pt x="1759" y="3363"/>
                </a:lnTo>
                <a:lnTo>
                  <a:pt x="1758" y="3362"/>
                </a:lnTo>
                <a:lnTo>
                  <a:pt x="1755" y="3363"/>
                </a:lnTo>
                <a:lnTo>
                  <a:pt x="1754" y="3363"/>
                </a:lnTo>
                <a:lnTo>
                  <a:pt x="1753" y="3363"/>
                </a:lnTo>
                <a:lnTo>
                  <a:pt x="1752" y="3365"/>
                </a:lnTo>
                <a:lnTo>
                  <a:pt x="1751" y="3366"/>
                </a:lnTo>
                <a:lnTo>
                  <a:pt x="1750" y="3366"/>
                </a:lnTo>
                <a:lnTo>
                  <a:pt x="1747" y="3367"/>
                </a:lnTo>
                <a:lnTo>
                  <a:pt x="1744" y="3368"/>
                </a:lnTo>
                <a:lnTo>
                  <a:pt x="1740" y="3370"/>
                </a:lnTo>
                <a:lnTo>
                  <a:pt x="1735" y="3369"/>
                </a:lnTo>
                <a:lnTo>
                  <a:pt x="1734" y="3368"/>
                </a:lnTo>
                <a:lnTo>
                  <a:pt x="1732" y="3367"/>
                </a:lnTo>
                <a:lnTo>
                  <a:pt x="1730" y="3366"/>
                </a:lnTo>
                <a:lnTo>
                  <a:pt x="1729" y="3365"/>
                </a:lnTo>
                <a:lnTo>
                  <a:pt x="1728" y="3365"/>
                </a:lnTo>
                <a:lnTo>
                  <a:pt x="1727" y="3364"/>
                </a:lnTo>
                <a:lnTo>
                  <a:pt x="1725" y="3363"/>
                </a:lnTo>
                <a:lnTo>
                  <a:pt x="1724" y="3363"/>
                </a:lnTo>
                <a:lnTo>
                  <a:pt x="1716" y="3366"/>
                </a:lnTo>
                <a:lnTo>
                  <a:pt x="1714" y="3367"/>
                </a:lnTo>
                <a:lnTo>
                  <a:pt x="1712" y="3368"/>
                </a:lnTo>
                <a:lnTo>
                  <a:pt x="1710" y="3370"/>
                </a:lnTo>
                <a:lnTo>
                  <a:pt x="1709" y="3371"/>
                </a:lnTo>
                <a:lnTo>
                  <a:pt x="1708" y="3371"/>
                </a:lnTo>
                <a:lnTo>
                  <a:pt x="1708" y="3372"/>
                </a:lnTo>
                <a:lnTo>
                  <a:pt x="1707" y="3372"/>
                </a:lnTo>
                <a:lnTo>
                  <a:pt x="1705" y="3372"/>
                </a:lnTo>
                <a:lnTo>
                  <a:pt x="1704" y="3373"/>
                </a:lnTo>
                <a:lnTo>
                  <a:pt x="1703" y="3373"/>
                </a:lnTo>
                <a:lnTo>
                  <a:pt x="1698" y="3374"/>
                </a:lnTo>
                <a:lnTo>
                  <a:pt x="1693" y="3376"/>
                </a:lnTo>
                <a:lnTo>
                  <a:pt x="1692" y="3376"/>
                </a:lnTo>
                <a:lnTo>
                  <a:pt x="1689" y="3375"/>
                </a:lnTo>
                <a:lnTo>
                  <a:pt x="1687" y="3375"/>
                </a:lnTo>
                <a:lnTo>
                  <a:pt x="1686" y="3374"/>
                </a:lnTo>
                <a:lnTo>
                  <a:pt x="1686" y="3373"/>
                </a:lnTo>
                <a:lnTo>
                  <a:pt x="1685" y="3371"/>
                </a:lnTo>
                <a:lnTo>
                  <a:pt x="1684" y="3370"/>
                </a:lnTo>
                <a:lnTo>
                  <a:pt x="1682" y="3370"/>
                </a:lnTo>
                <a:lnTo>
                  <a:pt x="1677" y="3370"/>
                </a:lnTo>
                <a:lnTo>
                  <a:pt x="1672" y="3371"/>
                </a:lnTo>
                <a:lnTo>
                  <a:pt x="1671" y="3372"/>
                </a:lnTo>
                <a:lnTo>
                  <a:pt x="1671" y="3374"/>
                </a:lnTo>
                <a:lnTo>
                  <a:pt x="1668" y="3377"/>
                </a:lnTo>
                <a:lnTo>
                  <a:pt x="1664" y="3379"/>
                </a:lnTo>
                <a:lnTo>
                  <a:pt x="1663" y="3379"/>
                </a:lnTo>
                <a:lnTo>
                  <a:pt x="1660" y="3379"/>
                </a:lnTo>
                <a:lnTo>
                  <a:pt x="1659" y="3378"/>
                </a:lnTo>
                <a:lnTo>
                  <a:pt x="1659" y="3377"/>
                </a:lnTo>
                <a:lnTo>
                  <a:pt x="1656" y="3376"/>
                </a:lnTo>
                <a:lnTo>
                  <a:pt x="1653" y="3375"/>
                </a:lnTo>
                <a:lnTo>
                  <a:pt x="1651" y="3375"/>
                </a:lnTo>
                <a:lnTo>
                  <a:pt x="1648" y="3373"/>
                </a:lnTo>
                <a:lnTo>
                  <a:pt x="1643" y="3374"/>
                </a:lnTo>
                <a:lnTo>
                  <a:pt x="1641" y="3372"/>
                </a:lnTo>
                <a:lnTo>
                  <a:pt x="1641" y="3369"/>
                </a:lnTo>
                <a:lnTo>
                  <a:pt x="1642" y="3368"/>
                </a:lnTo>
                <a:lnTo>
                  <a:pt x="1642" y="3367"/>
                </a:lnTo>
                <a:lnTo>
                  <a:pt x="1643" y="3365"/>
                </a:lnTo>
                <a:lnTo>
                  <a:pt x="1643" y="3364"/>
                </a:lnTo>
                <a:lnTo>
                  <a:pt x="1641" y="3359"/>
                </a:lnTo>
                <a:lnTo>
                  <a:pt x="1640" y="3358"/>
                </a:lnTo>
                <a:lnTo>
                  <a:pt x="1640" y="3357"/>
                </a:lnTo>
                <a:lnTo>
                  <a:pt x="1639" y="3357"/>
                </a:lnTo>
                <a:lnTo>
                  <a:pt x="1639" y="3356"/>
                </a:lnTo>
                <a:lnTo>
                  <a:pt x="1637" y="3356"/>
                </a:lnTo>
                <a:lnTo>
                  <a:pt x="1637" y="3354"/>
                </a:lnTo>
                <a:lnTo>
                  <a:pt x="1635" y="3350"/>
                </a:lnTo>
                <a:lnTo>
                  <a:pt x="1635" y="3346"/>
                </a:lnTo>
                <a:lnTo>
                  <a:pt x="1628" y="3344"/>
                </a:lnTo>
                <a:lnTo>
                  <a:pt x="1626" y="3342"/>
                </a:lnTo>
                <a:lnTo>
                  <a:pt x="1625" y="3342"/>
                </a:lnTo>
                <a:lnTo>
                  <a:pt x="1622" y="3341"/>
                </a:lnTo>
                <a:lnTo>
                  <a:pt x="1621" y="3341"/>
                </a:lnTo>
                <a:lnTo>
                  <a:pt x="1620" y="3341"/>
                </a:lnTo>
                <a:lnTo>
                  <a:pt x="1620" y="3342"/>
                </a:lnTo>
                <a:lnTo>
                  <a:pt x="1614" y="3339"/>
                </a:lnTo>
                <a:lnTo>
                  <a:pt x="1613" y="3338"/>
                </a:lnTo>
                <a:lnTo>
                  <a:pt x="1612" y="3337"/>
                </a:lnTo>
                <a:lnTo>
                  <a:pt x="1610" y="3337"/>
                </a:lnTo>
                <a:lnTo>
                  <a:pt x="1609" y="3337"/>
                </a:lnTo>
                <a:lnTo>
                  <a:pt x="1609" y="3338"/>
                </a:lnTo>
                <a:lnTo>
                  <a:pt x="1606" y="3337"/>
                </a:lnTo>
                <a:lnTo>
                  <a:pt x="1604" y="3337"/>
                </a:lnTo>
                <a:lnTo>
                  <a:pt x="1602" y="3336"/>
                </a:lnTo>
                <a:lnTo>
                  <a:pt x="1599" y="3335"/>
                </a:lnTo>
                <a:lnTo>
                  <a:pt x="1597" y="3335"/>
                </a:lnTo>
                <a:lnTo>
                  <a:pt x="1595" y="3334"/>
                </a:lnTo>
                <a:lnTo>
                  <a:pt x="1591" y="3330"/>
                </a:lnTo>
                <a:lnTo>
                  <a:pt x="1589" y="3329"/>
                </a:lnTo>
                <a:lnTo>
                  <a:pt x="1588" y="3328"/>
                </a:lnTo>
                <a:lnTo>
                  <a:pt x="1589" y="3327"/>
                </a:lnTo>
                <a:lnTo>
                  <a:pt x="1589" y="3326"/>
                </a:lnTo>
                <a:lnTo>
                  <a:pt x="1587" y="3326"/>
                </a:lnTo>
                <a:lnTo>
                  <a:pt x="1586" y="3329"/>
                </a:lnTo>
                <a:lnTo>
                  <a:pt x="1582" y="3331"/>
                </a:lnTo>
                <a:lnTo>
                  <a:pt x="1580" y="3329"/>
                </a:lnTo>
                <a:lnTo>
                  <a:pt x="1569" y="3326"/>
                </a:lnTo>
                <a:lnTo>
                  <a:pt x="1568" y="3325"/>
                </a:lnTo>
                <a:lnTo>
                  <a:pt x="1567" y="3325"/>
                </a:lnTo>
                <a:lnTo>
                  <a:pt x="1566" y="3324"/>
                </a:lnTo>
                <a:lnTo>
                  <a:pt x="1559" y="3318"/>
                </a:lnTo>
                <a:lnTo>
                  <a:pt x="1557" y="3315"/>
                </a:lnTo>
                <a:lnTo>
                  <a:pt x="1554" y="3315"/>
                </a:lnTo>
                <a:lnTo>
                  <a:pt x="1551" y="3316"/>
                </a:lnTo>
                <a:lnTo>
                  <a:pt x="1550" y="3318"/>
                </a:lnTo>
                <a:lnTo>
                  <a:pt x="1545" y="3317"/>
                </a:lnTo>
                <a:lnTo>
                  <a:pt x="1545" y="3316"/>
                </a:lnTo>
                <a:lnTo>
                  <a:pt x="1544" y="3315"/>
                </a:lnTo>
                <a:lnTo>
                  <a:pt x="1545" y="3312"/>
                </a:lnTo>
                <a:lnTo>
                  <a:pt x="1548" y="3305"/>
                </a:lnTo>
                <a:lnTo>
                  <a:pt x="1547" y="3304"/>
                </a:lnTo>
                <a:lnTo>
                  <a:pt x="1546" y="3303"/>
                </a:lnTo>
                <a:lnTo>
                  <a:pt x="1544" y="3301"/>
                </a:lnTo>
                <a:lnTo>
                  <a:pt x="1542" y="3300"/>
                </a:lnTo>
                <a:lnTo>
                  <a:pt x="1540" y="3298"/>
                </a:lnTo>
                <a:lnTo>
                  <a:pt x="1539" y="3298"/>
                </a:lnTo>
                <a:lnTo>
                  <a:pt x="1538" y="3297"/>
                </a:lnTo>
                <a:lnTo>
                  <a:pt x="1537" y="3296"/>
                </a:lnTo>
                <a:lnTo>
                  <a:pt x="1536" y="3295"/>
                </a:lnTo>
                <a:lnTo>
                  <a:pt x="1535" y="3294"/>
                </a:lnTo>
                <a:lnTo>
                  <a:pt x="1534" y="3293"/>
                </a:lnTo>
                <a:lnTo>
                  <a:pt x="1533" y="3291"/>
                </a:lnTo>
                <a:lnTo>
                  <a:pt x="1533" y="3289"/>
                </a:lnTo>
                <a:lnTo>
                  <a:pt x="1532" y="3287"/>
                </a:lnTo>
                <a:lnTo>
                  <a:pt x="1531" y="3286"/>
                </a:lnTo>
                <a:lnTo>
                  <a:pt x="1530" y="3285"/>
                </a:lnTo>
                <a:lnTo>
                  <a:pt x="1526" y="3284"/>
                </a:lnTo>
                <a:lnTo>
                  <a:pt x="1525" y="3284"/>
                </a:lnTo>
                <a:lnTo>
                  <a:pt x="1524" y="3284"/>
                </a:lnTo>
                <a:lnTo>
                  <a:pt x="1523" y="3284"/>
                </a:lnTo>
                <a:lnTo>
                  <a:pt x="1522" y="3284"/>
                </a:lnTo>
                <a:lnTo>
                  <a:pt x="1521" y="3283"/>
                </a:lnTo>
                <a:lnTo>
                  <a:pt x="1520" y="3283"/>
                </a:lnTo>
                <a:lnTo>
                  <a:pt x="1519" y="3283"/>
                </a:lnTo>
                <a:lnTo>
                  <a:pt x="1516" y="3282"/>
                </a:lnTo>
                <a:lnTo>
                  <a:pt x="1516" y="3281"/>
                </a:lnTo>
                <a:lnTo>
                  <a:pt x="1515" y="3279"/>
                </a:lnTo>
                <a:lnTo>
                  <a:pt x="1513" y="3279"/>
                </a:lnTo>
                <a:lnTo>
                  <a:pt x="1512" y="3278"/>
                </a:lnTo>
                <a:lnTo>
                  <a:pt x="1511" y="3277"/>
                </a:lnTo>
                <a:lnTo>
                  <a:pt x="1510" y="3276"/>
                </a:lnTo>
                <a:lnTo>
                  <a:pt x="1510" y="3275"/>
                </a:lnTo>
                <a:lnTo>
                  <a:pt x="1508" y="3274"/>
                </a:lnTo>
                <a:lnTo>
                  <a:pt x="1508" y="3273"/>
                </a:lnTo>
                <a:lnTo>
                  <a:pt x="1505" y="3272"/>
                </a:lnTo>
                <a:lnTo>
                  <a:pt x="1504" y="3271"/>
                </a:lnTo>
                <a:lnTo>
                  <a:pt x="1503" y="3272"/>
                </a:lnTo>
                <a:lnTo>
                  <a:pt x="1502" y="3273"/>
                </a:lnTo>
                <a:lnTo>
                  <a:pt x="1501" y="3273"/>
                </a:lnTo>
                <a:lnTo>
                  <a:pt x="1500" y="3272"/>
                </a:lnTo>
                <a:lnTo>
                  <a:pt x="1499" y="3272"/>
                </a:lnTo>
                <a:lnTo>
                  <a:pt x="1498" y="3272"/>
                </a:lnTo>
                <a:lnTo>
                  <a:pt x="1498" y="3273"/>
                </a:lnTo>
                <a:lnTo>
                  <a:pt x="1497" y="3275"/>
                </a:lnTo>
                <a:lnTo>
                  <a:pt x="1484" y="3279"/>
                </a:lnTo>
                <a:lnTo>
                  <a:pt x="1483" y="3280"/>
                </a:lnTo>
                <a:lnTo>
                  <a:pt x="1483" y="3281"/>
                </a:lnTo>
                <a:lnTo>
                  <a:pt x="1478" y="3280"/>
                </a:lnTo>
                <a:lnTo>
                  <a:pt x="1471" y="3279"/>
                </a:lnTo>
                <a:lnTo>
                  <a:pt x="1469" y="3278"/>
                </a:lnTo>
                <a:lnTo>
                  <a:pt x="1464" y="3277"/>
                </a:lnTo>
                <a:lnTo>
                  <a:pt x="1463" y="3276"/>
                </a:lnTo>
                <a:lnTo>
                  <a:pt x="1461" y="3275"/>
                </a:lnTo>
                <a:lnTo>
                  <a:pt x="1459" y="3275"/>
                </a:lnTo>
                <a:lnTo>
                  <a:pt x="1458" y="3275"/>
                </a:lnTo>
                <a:lnTo>
                  <a:pt x="1456" y="3274"/>
                </a:lnTo>
                <a:lnTo>
                  <a:pt x="1454" y="3274"/>
                </a:lnTo>
                <a:lnTo>
                  <a:pt x="1453" y="3273"/>
                </a:lnTo>
                <a:lnTo>
                  <a:pt x="1452" y="3273"/>
                </a:lnTo>
                <a:lnTo>
                  <a:pt x="1451" y="3273"/>
                </a:lnTo>
                <a:lnTo>
                  <a:pt x="1450" y="3272"/>
                </a:lnTo>
                <a:lnTo>
                  <a:pt x="1449" y="3272"/>
                </a:lnTo>
                <a:lnTo>
                  <a:pt x="1448" y="3271"/>
                </a:lnTo>
                <a:lnTo>
                  <a:pt x="1443" y="3271"/>
                </a:lnTo>
                <a:lnTo>
                  <a:pt x="1442" y="3270"/>
                </a:lnTo>
                <a:lnTo>
                  <a:pt x="1441" y="3270"/>
                </a:lnTo>
                <a:lnTo>
                  <a:pt x="1440" y="3269"/>
                </a:lnTo>
                <a:lnTo>
                  <a:pt x="1438" y="3268"/>
                </a:lnTo>
                <a:lnTo>
                  <a:pt x="1437" y="3267"/>
                </a:lnTo>
                <a:lnTo>
                  <a:pt x="1437" y="3266"/>
                </a:lnTo>
                <a:lnTo>
                  <a:pt x="1434" y="3264"/>
                </a:lnTo>
                <a:lnTo>
                  <a:pt x="1432" y="3263"/>
                </a:lnTo>
                <a:lnTo>
                  <a:pt x="1430" y="3262"/>
                </a:lnTo>
                <a:lnTo>
                  <a:pt x="1428" y="3261"/>
                </a:lnTo>
                <a:lnTo>
                  <a:pt x="1425" y="3260"/>
                </a:lnTo>
                <a:lnTo>
                  <a:pt x="1424" y="3259"/>
                </a:lnTo>
                <a:lnTo>
                  <a:pt x="1423" y="3259"/>
                </a:lnTo>
                <a:lnTo>
                  <a:pt x="1421" y="3259"/>
                </a:lnTo>
                <a:lnTo>
                  <a:pt x="1418" y="3258"/>
                </a:lnTo>
                <a:lnTo>
                  <a:pt x="1417" y="3258"/>
                </a:lnTo>
                <a:lnTo>
                  <a:pt x="1416" y="3257"/>
                </a:lnTo>
                <a:lnTo>
                  <a:pt x="1412" y="3255"/>
                </a:lnTo>
                <a:lnTo>
                  <a:pt x="1410" y="3254"/>
                </a:lnTo>
                <a:lnTo>
                  <a:pt x="1408" y="3252"/>
                </a:lnTo>
                <a:lnTo>
                  <a:pt x="1407" y="3252"/>
                </a:lnTo>
                <a:lnTo>
                  <a:pt x="1406" y="3251"/>
                </a:lnTo>
                <a:lnTo>
                  <a:pt x="1405" y="3251"/>
                </a:lnTo>
                <a:lnTo>
                  <a:pt x="1403" y="3248"/>
                </a:lnTo>
                <a:lnTo>
                  <a:pt x="1402" y="3246"/>
                </a:lnTo>
                <a:lnTo>
                  <a:pt x="1401" y="3245"/>
                </a:lnTo>
                <a:lnTo>
                  <a:pt x="1399" y="3244"/>
                </a:lnTo>
                <a:lnTo>
                  <a:pt x="1396" y="3243"/>
                </a:lnTo>
                <a:lnTo>
                  <a:pt x="1396" y="3242"/>
                </a:lnTo>
                <a:lnTo>
                  <a:pt x="1395" y="3240"/>
                </a:lnTo>
                <a:lnTo>
                  <a:pt x="1414" y="3225"/>
                </a:lnTo>
                <a:lnTo>
                  <a:pt x="1421" y="3208"/>
                </a:lnTo>
                <a:lnTo>
                  <a:pt x="1421" y="3202"/>
                </a:lnTo>
                <a:lnTo>
                  <a:pt x="1422" y="3197"/>
                </a:lnTo>
                <a:lnTo>
                  <a:pt x="1423" y="3181"/>
                </a:lnTo>
                <a:lnTo>
                  <a:pt x="1426" y="3168"/>
                </a:lnTo>
                <a:lnTo>
                  <a:pt x="1429" y="3158"/>
                </a:lnTo>
                <a:lnTo>
                  <a:pt x="1437" y="3151"/>
                </a:lnTo>
                <a:lnTo>
                  <a:pt x="1437" y="3150"/>
                </a:lnTo>
                <a:lnTo>
                  <a:pt x="1443" y="3139"/>
                </a:lnTo>
                <a:lnTo>
                  <a:pt x="1448" y="3132"/>
                </a:lnTo>
                <a:lnTo>
                  <a:pt x="1468" y="3109"/>
                </a:lnTo>
                <a:lnTo>
                  <a:pt x="1470" y="3092"/>
                </a:lnTo>
                <a:lnTo>
                  <a:pt x="1469" y="3088"/>
                </a:lnTo>
                <a:lnTo>
                  <a:pt x="1469" y="3087"/>
                </a:lnTo>
                <a:lnTo>
                  <a:pt x="1468" y="3087"/>
                </a:lnTo>
                <a:lnTo>
                  <a:pt x="1465" y="3084"/>
                </a:lnTo>
                <a:lnTo>
                  <a:pt x="1465" y="3083"/>
                </a:lnTo>
                <a:lnTo>
                  <a:pt x="1463" y="3082"/>
                </a:lnTo>
                <a:lnTo>
                  <a:pt x="1462" y="3082"/>
                </a:lnTo>
                <a:lnTo>
                  <a:pt x="1461" y="3081"/>
                </a:lnTo>
                <a:lnTo>
                  <a:pt x="1459" y="3081"/>
                </a:lnTo>
                <a:lnTo>
                  <a:pt x="1458" y="3080"/>
                </a:lnTo>
                <a:lnTo>
                  <a:pt x="1455" y="3080"/>
                </a:lnTo>
                <a:lnTo>
                  <a:pt x="1454" y="3080"/>
                </a:lnTo>
                <a:lnTo>
                  <a:pt x="1454" y="3079"/>
                </a:lnTo>
                <a:lnTo>
                  <a:pt x="1453" y="3078"/>
                </a:lnTo>
                <a:lnTo>
                  <a:pt x="1453" y="3077"/>
                </a:lnTo>
                <a:lnTo>
                  <a:pt x="1452" y="3077"/>
                </a:lnTo>
                <a:lnTo>
                  <a:pt x="1452" y="3076"/>
                </a:lnTo>
                <a:lnTo>
                  <a:pt x="1452" y="3075"/>
                </a:lnTo>
                <a:lnTo>
                  <a:pt x="1451" y="3075"/>
                </a:lnTo>
                <a:lnTo>
                  <a:pt x="1451" y="3074"/>
                </a:lnTo>
                <a:lnTo>
                  <a:pt x="1450" y="3073"/>
                </a:lnTo>
                <a:lnTo>
                  <a:pt x="1450" y="3072"/>
                </a:lnTo>
                <a:lnTo>
                  <a:pt x="1450" y="3071"/>
                </a:lnTo>
                <a:lnTo>
                  <a:pt x="1450" y="3070"/>
                </a:lnTo>
                <a:lnTo>
                  <a:pt x="1449" y="3069"/>
                </a:lnTo>
                <a:lnTo>
                  <a:pt x="1449" y="3068"/>
                </a:lnTo>
                <a:lnTo>
                  <a:pt x="1449" y="3066"/>
                </a:lnTo>
                <a:lnTo>
                  <a:pt x="1449" y="3065"/>
                </a:lnTo>
                <a:lnTo>
                  <a:pt x="1448" y="3065"/>
                </a:lnTo>
                <a:lnTo>
                  <a:pt x="1448" y="3064"/>
                </a:lnTo>
                <a:lnTo>
                  <a:pt x="1448" y="3063"/>
                </a:lnTo>
                <a:lnTo>
                  <a:pt x="1447" y="3063"/>
                </a:lnTo>
                <a:lnTo>
                  <a:pt x="1447" y="3062"/>
                </a:lnTo>
                <a:lnTo>
                  <a:pt x="1447" y="3061"/>
                </a:lnTo>
                <a:lnTo>
                  <a:pt x="1447" y="3060"/>
                </a:lnTo>
                <a:lnTo>
                  <a:pt x="1446" y="3060"/>
                </a:lnTo>
                <a:lnTo>
                  <a:pt x="1446" y="3059"/>
                </a:lnTo>
                <a:lnTo>
                  <a:pt x="1446" y="3058"/>
                </a:lnTo>
                <a:lnTo>
                  <a:pt x="1446" y="3057"/>
                </a:lnTo>
                <a:lnTo>
                  <a:pt x="1446" y="3056"/>
                </a:lnTo>
                <a:lnTo>
                  <a:pt x="1445" y="3056"/>
                </a:lnTo>
                <a:lnTo>
                  <a:pt x="1445" y="3055"/>
                </a:lnTo>
                <a:lnTo>
                  <a:pt x="1445" y="3054"/>
                </a:lnTo>
                <a:lnTo>
                  <a:pt x="1445" y="3053"/>
                </a:lnTo>
                <a:lnTo>
                  <a:pt x="1444" y="3053"/>
                </a:lnTo>
                <a:lnTo>
                  <a:pt x="1443" y="3052"/>
                </a:lnTo>
                <a:lnTo>
                  <a:pt x="1442" y="3051"/>
                </a:lnTo>
                <a:lnTo>
                  <a:pt x="1442" y="3049"/>
                </a:lnTo>
                <a:lnTo>
                  <a:pt x="1441" y="3049"/>
                </a:lnTo>
                <a:lnTo>
                  <a:pt x="1441" y="3048"/>
                </a:lnTo>
                <a:lnTo>
                  <a:pt x="1440" y="3048"/>
                </a:lnTo>
                <a:lnTo>
                  <a:pt x="1440" y="3047"/>
                </a:lnTo>
                <a:lnTo>
                  <a:pt x="1441" y="3047"/>
                </a:lnTo>
                <a:lnTo>
                  <a:pt x="1441" y="3046"/>
                </a:lnTo>
                <a:lnTo>
                  <a:pt x="1441" y="3045"/>
                </a:lnTo>
                <a:lnTo>
                  <a:pt x="1442" y="3043"/>
                </a:lnTo>
                <a:lnTo>
                  <a:pt x="1443" y="3041"/>
                </a:lnTo>
                <a:lnTo>
                  <a:pt x="1443" y="3040"/>
                </a:lnTo>
                <a:lnTo>
                  <a:pt x="1442" y="3038"/>
                </a:lnTo>
                <a:lnTo>
                  <a:pt x="1442" y="3037"/>
                </a:lnTo>
                <a:lnTo>
                  <a:pt x="1442" y="3035"/>
                </a:lnTo>
                <a:lnTo>
                  <a:pt x="1443" y="3033"/>
                </a:lnTo>
                <a:lnTo>
                  <a:pt x="1443" y="3032"/>
                </a:lnTo>
                <a:lnTo>
                  <a:pt x="1442" y="3032"/>
                </a:lnTo>
                <a:lnTo>
                  <a:pt x="1442" y="3031"/>
                </a:lnTo>
                <a:lnTo>
                  <a:pt x="1441" y="3029"/>
                </a:lnTo>
                <a:lnTo>
                  <a:pt x="1441" y="3028"/>
                </a:lnTo>
                <a:lnTo>
                  <a:pt x="1441" y="3027"/>
                </a:lnTo>
                <a:lnTo>
                  <a:pt x="1441" y="3026"/>
                </a:lnTo>
                <a:lnTo>
                  <a:pt x="1440" y="3023"/>
                </a:lnTo>
                <a:lnTo>
                  <a:pt x="1440" y="3022"/>
                </a:lnTo>
                <a:lnTo>
                  <a:pt x="1439" y="3021"/>
                </a:lnTo>
                <a:lnTo>
                  <a:pt x="1437" y="3021"/>
                </a:lnTo>
                <a:lnTo>
                  <a:pt x="1435" y="3021"/>
                </a:lnTo>
                <a:lnTo>
                  <a:pt x="1434" y="3021"/>
                </a:lnTo>
                <a:lnTo>
                  <a:pt x="1434" y="3020"/>
                </a:lnTo>
                <a:lnTo>
                  <a:pt x="1434" y="3018"/>
                </a:lnTo>
                <a:lnTo>
                  <a:pt x="1432" y="3019"/>
                </a:lnTo>
                <a:lnTo>
                  <a:pt x="1431" y="3019"/>
                </a:lnTo>
                <a:lnTo>
                  <a:pt x="1431" y="3020"/>
                </a:lnTo>
                <a:lnTo>
                  <a:pt x="1427" y="3022"/>
                </a:lnTo>
                <a:lnTo>
                  <a:pt x="1425" y="3023"/>
                </a:lnTo>
                <a:lnTo>
                  <a:pt x="1424" y="3024"/>
                </a:lnTo>
                <a:lnTo>
                  <a:pt x="1423" y="3025"/>
                </a:lnTo>
                <a:lnTo>
                  <a:pt x="1422" y="3025"/>
                </a:lnTo>
                <a:lnTo>
                  <a:pt x="1421" y="3025"/>
                </a:lnTo>
                <a:lnTo>
                  <a:pt x="1418" y="3025"/>
                </a:lnTo>
                <a:lnTo>
                  <a:pt x="1417" y="3025"/>
                </a:lnTo>
                <a:lnTo>
                  <a:pt x="1417" y="3024"/>
                </a:lnTo>
                <a:lnTo>
                  <a:pt x="1416" y="3024"/>
                </a:lnTo>
                <a:lnTo>
                  <a:pt x="1416" y="3023"/>
                </a:lnTo>
                <a:lnTo>
                  <a:pt x="1415" y="3023"/>
                </a:lnTo>
                <a:lnTo>
                  <a:pt x="1414" y="3022"/>
                </a:lnTo>
                <a:lnTo>
                  <a:pt x="1411" y="3021"/>
                </a:lnTo>
                <a:lnTo>
                  <a:pt x="1407" y="3027"/>
                </a:lnTo>
                <a:lnTo>
                  <a:pt x="1404" y="3030"/>
                </a:lnTo>
                <a:lnTo>
                  <a:pt x="1400" y="3037"/>
                </a:lnTo>
                <a:lnTo>
                  <a:pt x="1397" y="3042"/>
                </a:lnTo>
                <a:lnTo>
                  <a:pt x="1396" y="3043"/>
                </a:lnTo>
                <a:lnTo>
                  <a:pt x="1392" y="3041"/>
                </a:lnTo>
                <a:lnTo>
                  <a:pt x="1389" y="3040"/>
                </a:lnTo>
                <a:lnTo>
                  <a:pt x="1388" y="3040"/>
                </a:lnTo>
                <a:lnTo>
                  <a:pt x="1387" y="3040"/>
                </a:lnTo>
                <a:lnTo>
                  <a:pt x="1386" y="3040"/>
                </a:lnTo>
                <a:lnTo>
                  <a:pt x="1385" y="3040"/>
                </a:lnTo>
                <a:lnTo>
                  <a:pt x="1384" y="3040"/>
                </a:lnTo>
                <a:lnTo>
                  <a:pt x="1379" y="3040"/>
                </a:lnTo>
                <a:lnTo>
                  <a:pt x="1375" y="3040"/>
                </a:lnTo>
                <a:lnTo>
                  <a:pt x="1374" y="3041"/>
                </a:lnTo>
                <a:lnTo>
                  <a:pt x="1372" y="3041"/>
                </a:lnTo>
                <a:lnTo>
                  <a:pt x="1371" y="3041"/>
                </a:lnTo>
                <a:lnTo>
                  <a:pt x="1367" y="3041"/>
                </a:lnTo>
                <a:lnTo>
                  <a:pt x="1367" y="3042"/>
                </a:lnTo>
                <a:lnTo>
                  <a:pt x="1365" y="3042"/>
                </a:lnTo>
                <a:lnTo>
                  <a:pt x="1364" y="3042"/>
                </a:lnTo>
                <a:lnTo>
                  <a:pt x="1363" y="3042"/>
                </a:lnTo>
                <a:lnTo>
                  <a:pt x="1362" y="3042"/>
                </a:lnTo>
                <a:lnTo>
                  <a:pt x="1361" y="3043"/>
                </a:lnTo>
                <a:lnTo>
                  <a:pt x="1360" y="3044"/>
                </a:lnTo>
                <a:lnTo>
                  <a:pt x="1360" y="3045"/>
                </a:lnTo>
                <a:lnTo>
                  <a:pt x="1360" y="3046"/>
                </a:lnTo>
                <a:lnTo>
                  <a:pt x="1361" y="3047"/>
                </a:lnTo>
                <a:lnTo>
                  <a:pt x="1361" y="3049"/>
                </a:lnTo>
                <a:lnTo>
                  <a:pt x="1361" y="3050"/>
                </a:lnTo>
                <a:lnTo>
                  <a:pt x="1362" y="3052"/>
                </a:lnTo>
                <a:lnTo>
                  <a:pt x="1362" y="3053"/>
                </a:lnTo>
                <a:lnTo>
                  <a:pt x="1362" y="3054"/>
                </a:lnTo>
                <a:lnTo>
                  <a:pt x="1362" y="3056"/>
                </a:lnTo>
                <a:lnTo>
                  <a:pt x="1361" y="3056"/>
                </a:lnTo>
                <a:lnTo>
                  <a:pt x="1361" y="3057"/>
                </a:lnTo>
                <a:lnTo>
                  <a:pt x="1361" y="3059"/>
                </a:lnTo>
                <a:lnTo>
                  <a:pt x="1362" y="3060"/>
                </a:lnTo>
                <a:lnTo>
                  <a:pt x="1363" y="3061"/>
                </a:lnTo>
                <a:lnTo>
                  <a:pt x="1363" y="3067"/>
                </a:lnTo>
                <a:lnTo>
                  <a:pt x="1362" y="3070"/>
                </a:lnTo>
                <a:lnTo>
                  <a:pt x="1360" y="3071"/>
                </a:lnTo>
                <a:lnTo>
                  <a:pt x="1357" y="3072"/>
                </a:lnTo>
                <a:lnTo>
                  <a:pt x="1355" y="3071"/>
                </a:lnTo>
                <a:lnTo>
                  <a:pt x="1353" y="3071"/>
                </a:lnTo>
                <a:lnTo>
                  <a:pt x="1352" y="3071"/>
                </a:lnTo>
                <a:lnTo>
                  <a:pt x="1352" y="3072"/>
                </a:lnTo>
                <a:lnTo>
                  <a:pt x="1351" y="3072"/>
                </a:lnTo>
                <a:lnTo>
                  <a:pt x="1349" y="3072"/>
                </a:lnTo>
                <a:lnTo>
                  <a:pt x="1348" y="3071"/>
                </a:lnTo>
                <a:lnTo>
                  <a:pt x="1348" y="3070"/>
                </a:lnTo>
                <a:lnTo>
                  <a:pt x="1347" y="3070"/>
                </a:lnTo>
                <a:lnTo>
                  <a:pt x="1346" y="3069"/>
                </a:lnTo>
                <a:lnTo>
                  <a:pt x="1344" y="3068"/>
                </a:lnTo>
                <a:lnTo>
                  <a:pt x="1344" y="3067"/>
                </a:lnTo>
                <a:lnTo>
                  <a:pt x="1343" y="3067"/>
                </a:lnTo>
                <a:lnTo>
                  <a:pt x="1342" y="3067"/>
                </a:lnTo>
                <a:lnTo>
                  <a:pt x="1341" y="3067"/>
                </a:lnTo>
                <a:lnTo>
                  <a:pt x="1340" y="3068"/>
                </a:lnTo>
                <a:lnTo>
                  <a:pt x="1338" y="3071"/>
                </a:lnTo>
                <a:lnTo>
                  <a:pt x="1337" y="3073"/>
                </a:lnTo>
                <a:lnTo>
                  <a:pt x="1337" y="3074"/>
                </a:lnTo>
                <a:lnTo>
                  <a:pt x="1336" y="3074"/>
                </a:lnTo>
                <a:lnTo>
                  <a:pt x="1335" y="3075"/>
                </a:lnTo>
                <a:lnTo>
                  <a:pt x="1335" y="3076"/>
                </a:lnTo>
                <a:lnTo>
                  <a:pt x="1335" y="3078"/>
                </a:lnTo>
                <a:lnTo>
                  <a:pt x="1335" y="3080"/>
                </a:lnTo>
                <a:lnTo>
                  <a:pt x="1333" y="3081"/>
                </a:lnTo>
                <a:lnTo>
                  <a:pt x="1332" y="3083"/>
                </a:lnTo>
                <a:lnTo>
                  <a:pt x="1333" y="3083"/>
                </a:lnTo>
                <a:lnTo>
                  <a:pt x="1332" y="3084"/>
                </a:lnTo>
                <a:lnTo>
                  <a:pt x="1332" y="3085"/>
                </a:lnTo>
                <a:lnTo>
                  <a:pt x="1331" y="3086"/>
                </a:lnTo>
                <a:lnTo>
                  <a:pt x="1331" y="3088"/>
                </a:lnTo>
                <a:lnTo>
                  <a:pt x="1331" y="3090"/>
                </a:lnTo>
                <a:lnTo>
                  <a:pt x="1331" y="3091"/>
                </a:lnTo>
                <a:lnTo>
                  <a:pt x="1331" y="3092"/>
                </a:lnTo>
                <a:lnTo>
                  <a:pt x="1330" y="3093"/>
                </a:lnTo>
                <a:lnTo>
                  <a:pt x="1329" y="3094"/>
                </a:lnTo>
                <a:lnTo>
                  <a:pt x="1331" y="3095"/>
                </a:lnTo>
                <a:lnTo>
                  <a:pt x="1332" y="3096"/>
                </a:lnTo>
                <a:lnTo>
                  <a:pt x="1332" y="3097"/>
                </a:lnTo>
                <a:lnTo>
                  <a:pt x="1331" y="3099"/>
                </a:lnTo>
                <a:lnTo>
                  <a:pt x="1330" y="3100"/>
                </a:lnTo>
                <a:lnTo>
                  <a:pt x="1329" y="3102"/>
                </a:lnTo>
                <a:lnTo>
                  <a:pt x="1328" y="3103"/>
                </a:lnTo>
                <a:lnTo>
                  <a:pt x="1328" y="3104"/>
                </a:lnTo>
                <a:lnTo>
                  <a:pt x="1327" y="3105"/>
                </a:lnTo>
                <a:lnTo>
                  <a:pt x="1327" y="3106"/>
                </a:lnTo>
                <a:lnTo>
                  <a:pt x="1327" y="3107"/>
                </a:lnTo>
                <a:lnTo>
                  <a:pt x="1325" y="3108"/>
                </a:lnTo>
                <a:lnTo>
                  <a:pt x="1324" y="3108"/>
                </a:lnTo>
                <a:lnTo>
                  <a:pt x="1323" y="3108"/>
                </a:lnTo>
                <a:lnTo>
                  <a:pt x="1322" y="3109"/>
                </a:lnTo>
                <a:lnTo>
                  <a:pt x="1322" y="3110"/>
                </a:lnTo>
                <a:lnTo>
                  <a:pt x="1321" y="3110"/>
                </a:lnTo>
                <a:lnTo>
                  <a:pt x="1321" y="3111"/>
                </a:lnTo>
                <a:lnTo>
                  <a:pt x="1320" y="3112"/>
                </a:lnTo>
                <a:lnTo>
                  <a:pt x="1319" y="3112"/>
                </a:lnTo>
                <a:lnTo>
                  <a:pt x="1318" y="3112"/>
                </a:lnTo>
                <a:lnTo>
                  <a:pt x="1318" y="3113"/>
                </a:lnTo>
                <a:lnTo>
                  <a:pt x="1318" y="3114"/>
                </a:lnTo>
                <a:lnTo>
                  <a:pt x="1318" y="3115"/>
                </a:lnTo>
                <a:lnTo>
                  <a:pt x="1318" y="3116"/>
                </a:lnTo>
                <a:lnTo>
                  <a:pt x="1317" y="3116"/>
                </a:lnTo>
                <a:lnTo>
                  <a:pt x="1316" y="3117"/>
                </a:lnTo>
                <a:lnTo>
                  <a:pt x="1313" y="3121"/>
                </a:lnTo>
                <a:lnTo>
                  <a:pt x="1313" y="3122"/>
                </a:lnTo>
                <a:lnTo>
                  <a:pt x="1315" y="3126"/>
                </a:lnTo>
                <a:lnTo>
                  <a:pt x="1316" y="3126"/>
                </a:lnTo>
                <a:lnTo>
                  <a:pt x="1317" y="3126"/>
                </a:lnTo>
                <a:lnTo>
                  <a:pt x="1318" y="3126"/>
                </a:lnTo>
                <a:lnTo>
                  <a:pt x="1319" y="3126"/>
                </a:lnTo>
                <a:lnTo>
                  <a:pt x="1318" y="3127"/>
                </a:lnTo>
                <a:lnTo>
                  <a:pt x="1318" y="3128"/>
                </a:lnTo>
                <a:lnTo>
                  <a:pt x="1317" y="3130"/>
                </a:lnTo>
                <a:lnTo>
                  <a:pt x="1315" y="3131"/>
                </a:lnTo>
                <a:lnTo>
                  <a:pt x="1314" y="3132"/>
                </a:lnTo>
                <a:lnTo>
                  <a:pt x="1310" y="3137"/>
                </a:lnTo>
                <a:lnTo>
                  <a:pt x="1309" y="3137"/>
                </a:lnTo>
                <a:lnTo>
                  <a:pt x="1308" y="3140"/>
                </a:lnTo>
                <a:lnTo>
                  <a:pt x="1308" y="3141"/>
                </a:lnTo>
                <a:lnTo>
                  <a:pt x="1304" y="3143"/>
                </a:lnTo>
                <a:lnTo>
                  <a:pt x="1303" y="3144"/>
                </a:lnTo>
                <a:lnTo>
                  <a:pt x="1302" y="3144"/>
                </a:lnTo>
                <a:lnTo>
                  <a:pt x="1302" y="3145"/>
                </a:lnTo>
                <a:lnTo>
                  <a:pt x="1302" y="3146"/>
                </a:lnTo>
                <a:lnTo>
                  <a:pt x="1303" y="3147"/>
                </a:lnTo>
                <a:lnTo>
                  <a:pt x="1303" y="3148"/>
                </a:lnTo>
                <a:lnTo>
                  <a:pt x="1303" y="3149"/>
                </a:lnTo>
                <a:lnTo>
                  <a:pt x="1303" y="3150"/>
                </a:lnTo>
                <a:lnTo>
                  <a:pt x="1303" y="3151"/>
                </a:lnTo>
                <a:lnTo>
                  <a:pt x="1303" y="3152"/>
                </a:lnTo>
                <a:lnTo>
                  <a:pt x="1304" y="3153"/>
                </a:lnTo>
                <a:lnTo>
                  <a:pt x="1304" y="3154"/>
                </a:lnTo>
                <a:lnTo>
                  <a:pt x="1304" y="3156"/>
                </a:lnTo>
                <a:lnTo>
                  <a:pt x="1302" y="3158"/>
                </a:lnTo>
                <a:lnTo>
                  <a:pt x="1301" y="3158"/>
                </a:lnTo>
                <a:lnTo>
                  <a:pt x="1301" y="3159"/>
                </a:lnTo>
                <a:lnTo>
                  <a:pt x="1300" y="3159"/>
                </a:lnTo>
                <a:lnTo>
                  <a:pt x="1300" y="3160"/>
                </a:lnTo>
                <a:lnTo>
                  <a:pt x="1300" y="3161"/>
                </a:lnTo>
                <a:lnTo>
                  <a:pt x="1301" y="3161"/>
                </a:lnTo>
                <a:lnTo>
                  <a:pt x="1301" y="3162"/>
                </a:lnTo>
                <a:lnTo>
                  <a:pt x="1302" y="3163"/>
                </a:lnTo>
                <a:lnTo>
                  <a:pt x="1302" y="3164"/>
                </a:lnTo>
                <a:lnTo>
                  <a:pt x="1301" y="3165"/>
                </a:lnTo>
                <a:lnTo>
                  <a:pt x="1300" y="3167"/>
                </a:lnTo>
                <a:lnTo>
                  <a:pt x="1299" y="3168"/>
                </a:lnTo>
                <a:lnTo>
                  <a:pt x="1298" y="3168"/>
                </a:lnTo>
                <a:lnTo>
                  <a:pt x="1298" y="3170"/>
                </a:lnTo>
                <a:lnTo>
                  <a:pt x="1299" y="3171"/>
                </a:lnTo>
                <a:lnTo>
                  <a:pt x="1298" y="3172"/>
                </a:lnTo>
                <a:lnTo>
                  <a:pt x="1297" y="3172"/>
                </a:lnTo>
                <a:lnTo>
                  <a:pt x="1296" y="3172"/>
                </a:lnTo>
                <a:lnTo>
                  <a:pt x="1296" y="3173"/>
                </a:lnTo>
                <a:lnTo>
                  <a:pt x="1295" y="3175"/>
                </a:lnTo>
                <a:lnTo>
                  <a:pt x="1295" y="3177"/>
                </a:lnTo>
                <a:lnTo>
                  <a:pt x="1296" y="3178"/>
                </a:lnTo>
                <a:lnTo>
                  <a:pt x="1296" y="3179"/>
                </a:lnTo>
                <a:lnTo>
                  <a:pt x="1296" y="3181"/>
                </a:lnTo>
                <a:lnTo>
                  <a:pt x="1297" y="3182"/>
                </a:lnTo>
                <a:lnTo>
                  <a:pt x="1299" y="3185"/>
                </a:lnTo>
                <a:lnTo>
                  <a:pt x="1299" y="3187"/>
                </a:lnTo>
                <a:lnTo>
                  <a:pt x="1298" y="3187"/>
                </a:lnTo>
                <a:lnTo>
                  <a:pt x="1297" y="3187"/>
                </a:lnTo>
                <a:lnTo>
                  <a:pt x="1297" y="3188"/>
                </a:lnTo>
                <a:lnTo>
                  <a:pt x="1296" y="3188"/>
                </a:lnTo>
                <a:lnTo>
                  <a:pt x="1296" y="3189"/>
                </a:lnTo>
                <a:lnTo>
                  <a:pt x="1296" y="3190"/>
                </a:lnTo>
                <a:lnTo>
                  <a:pt x="1296" y="3191"/>
                </a:lnTo>
                <a:lnTo>
                  <a:pt x="1296" y="3192"/>
                </a:lnTo>
                <a:lnTo>
                  <a:pt x="1297" y="3193"/>
                </a:lnTo>
                <a:lnTo>
                  <a:pt x="1297" y="3194"/>
                </a:lnTo>
                <a:lnTo>
                  <a:pt x="1297" y="3196"/>
                </a:lnTo>
                <a:lnTo>
                  <a:pt x="1297" y="3199"/>
                </a:lnTo>
                <a:lnTo>
                  <a:pt x="1295" y="3201"/>
                </a:lnTo>
                <a:lnTo>
                  <a:pt x="1295" y="3203"/>
                </a:lnTo>
                <a:lnTo>
                  <a:pt x="1294" y="3203"/>
                </a:lnTo>
                <a:lnTo>
                  <a:pt x="1294" y="3207"/>
                </a:lnTo>
                <a:lnTo>
                  <a:pt x="1293" y="3207"/>
                </a:lnTo>
                <a:lnTo>
                  <a:pt x="1293" y="3209"/>
                </a:lnTo>
                <a:lnTo>
                  <a:pt x="1293" y="3210"/>
                </a:lnTo>
                <a:lnTo>
                  <a:pt x="1293" y="3211"/>
                </a:lnTo>
                <a:lnTo>
                  <a:pt x="1294" y="3211"/>
                </a:lnTo>
                <a:lnTo>
                  <a:pt x="1294" y="3212"/>
                </a:lnTo>
                <a:lnTo>
                  <a:pt x="1295" y="3213"/>
                </a:lnTo>
                <a:lnTo>
                  <a:pt x="1295" y="3215"/>
                </a:lnTo>
                <a:lnTo>
                  <a:pt x="1295" y="3216"/>
                </a:lnTo>
                <a:lnTo>
                  <a:pt x="1294" y="3217"/>
                </a:lnTo>
                <a:lnTo>
                  <a:pt x="1293" y="3217"/>
                </a:lnTo>
                <a:lnTo>
                  <a:pt x="1292" y="3217"/>
                </a:lnTo>
                <a:lnTo>
                  <a:pt x="1292" y="3218"/>
                </a:lnTo>
                <a:lnTo>
                  <a:pt x="1292" y="3219"/>
                </a:lnTo>
                <a:lnTo>
                  <a:pt x="1292" y="3221"/>
                </a:lnTo>
                <a:lnTo>
                  <a:pt x="1292" y="3222"/>
                </a:lnTo>
                <a:lnTo>
                  <a:pt x="1292" y="3223"/>
                </a:lnTo>
                <a:lnTo>
                  <a:pt x="1292" y="3224"/>
                </a:lnTo>
                <a:lnTo>
                  <a:pt x="1293" y="3225"/>
                </a:lnTo>
                <a:lnTo>
                  <a:pt x="1293" y="3227"/>
                </a:lnTo>
                <a:lnTo>
                  <a:pt x="1293" y="3228"/>
                </a:lnTo>
                <a:lnTo>
                  <a:pt x="1292" y="3229"/>
                </a:lnTo>
                <a:lnTo>
                  <a:pt x="1291" y="3231"/>
                </a:lnTo>
                <a:lnTo>
                  <a:pt x="1291" y="3232"/>
                </a:lnTo>
                <a:lnTo>
                  <a:pt x="1291" y="3233"/>
                </a:lnTo>
                <a:lnTo>
                  <a:pt x="1292" y="3236"/>
                </a:lnTo>
                <a:lnTo>
                  <a:pt x="1292" y="3237"/>
                </a:lnTo>
                <a:lnTo>
                  <a:pt x="1293" y="3238"/>
                </a:lnTo>
                <a:lnTo>
                  <a:pt x="1294" y="3239"/>
                </a:lnTo>
                <a:lnTo>
                  <a:pt x="1294" y="3241"/>
                </a:lnTo>
                <a:lnTo>
                  <a:pt x="1295" y="3242"/>
                </a:lnTo>
                <a:lnTo>
                  <a:pt x="1296" y="3243"/>
                </a:lnTo>
                <a:lnTo>
                  <a:pt x="1298" y="3246"/>
                </a:lnTo>
                <a:lnTo>
                  <a:pt x="1298" y="3247"/>
                </a:lnTo>
                <a:lnTo>
                  <a:pt x="1298" y="3248"/>
                </a:lnTo>
                <a:lnTo>
                  <a:pt x="1296" y="3253"/>
                </a:lnTo>
                <a:lnTo>
                  <a:pt x="1295" y="3255"/>
                </a:lnTo>
                <a:lnTo>
                  <a:pt x="1295" y="3257"/>
                </a:lnTo>
                <a:lnTo>
                  <a:pt x="1294" y="3258"/>
                </a:lnTo>
                <a:lnTo>
                  <a:pt x="1294" y="3259"/>
                </a:lnTo>
                <a:lnTo>
                  <a:pt x="1294" y="3260"/>
                </a:lnTo>
                <a:lnTo>
                  <a:pt x="1293" y="3260"/>
                </a:lnTo>
                <a:lnTo>
                  <a:pt x="1292" y="3262"/>
                </a:lnTo>
                <a:lnTo>
                  <a:pt x="1291" y="3262"/>
                </a:lnTo>
                <a:lnTo>
                  <a:pt x="1288" y="3263"/>
                </a:lnTo>
                <a:lnTo>
                  <a:pt x="1285" y="3264"/>
                </a:lnTo>
                <a:lnTo>
                  <a:pt x="1284" y="3268"/>
                </a:lnTo>
                <a:lnTo>
                  <a:pt x="1284" y="3272"/>
                </a:lnTo>
                <a:lnTo>
                  <a:pt x="1283" y="3275"/>
                </a:lnTo>
                <a:lnTo>
                  <a:pt x="1283" y="3277"/>
                </a:lnTo>
                <a:lnTo>
                  <a:pt x="1282" y="3283"/>
                </a:lnTo>
                <a:lnTo>
                  <a:pt x="1283" y="3283"/>
                </a:lnTo>
                <a:lnTo>
                  <a:pt x="1283" y="3284"/>
                </a:lnTo>
                <a:lnTo>
                  <a:pt x="1284" y="3287"/>
                </a:lnTo>
                <a:lnTo>
                  <a:pt x="1285" y="3291"/>
                </a:lnTo>
                <a:lnTo>
                  <a:pt x="1285" y="3292"/>
                </a:lnTo>
                <a:lnTo>
                  <a:pt x="1286" y="3294"/>
                </a:lnTo>
                <a:lnTo>
                  <a:pt x="1287" y="3295"/>
                </a:lnTo>
                <a:lnTo>
                  <a:pt x="1288" y="3296"/>
                </a:lnTo>
                <a:lnTo>
                  <a:pt x="1289" y="3297"/>
                </a:lnTo>
                <a:lnTo>
                  <a:pt x="1289" y="3298"/>
                </a:lnTo>
                <a:lnTo>
                  <a:pt x="1290" y="3300"/>
                </a:lnTo>
                <a:lnTo>
                  <a:pt x="1291" y="3301"/>
                </a:lnTo>
                <a:lnTo>
                  <a:pt x="1293" y="3304"/>
                </a:lnTo>
                <a:lnTo>
                  <a:pt x="1295" y="3306"/>
                </a:lnTo>
                <a:lnTo>
                  <a:pt x="1295" y="3307"/>
                </a:lnTo>
                <a:lnTo>
                  <a:pt x="1295" y="3308"/>
                </a:lnTo>
                <a:lnTo>
                  <a:pt x="1294" y="3309"/>
                </a:lnTo>
                <a:lnTo>
                  <a:pt x="1293" y="3310"/>
                </a:lnTo>
                <a:lnTo>
                  <a:pt x="1290" y="3315"/>
                </a:lnTo>
                <a:lnTo>
                  <a:pt x="1290" y="3316"/>
                </a:lnTo>
                <a:lnTo>
                  <a:pt x="1289" y="3316"/>
                </a:lnTo>
                <a:lnTo>
                  <a:pt x="1288" y="3317"/>
                </a:lnTo>
                <a:lnTo>
                  <a:pt x="1288" y="3318"/>
                </a:lnTo>
                <a:lnTo>
                  <a:pt x="1289" y="3319"/>
                </a:lnTo>
                <a:lnTo>
                  <a:pt x="1289" y="3323"/>
                </a:lnTo>
                <a:lnTo>
                  <a:pt x="1288" y="3325"/>
                </a:lnTo>
                <a:lnTo>
                  <a:pt x="1288" y="3326"/>
                </a:lnTo>
                <a:lnTo>
                  <a:pt x="1288" y="3327"/>
                </a:lnTo>
                <a:lnTo>
                  <a:pt x="1288" y="3329"/>
                </a:lnTo>
                <a:lnTo>
                  <a:pt x="1289" y="3330"/>
                </a:lnTo>
                <a:lnTo>
                  <a:pt x="1289" y="3332"/>
                </a:lnTo>
                <a:lnTo>
                  <a:pt x="1289" y="3335"/>
                </a:lnTo>
                <a:lnTo>
                  <a:pt x="1289" y="3337"/>
                </a:lnTo>
                <a:lnTo>
                  <a:pt x="1289" y="3338"/>
                </a:lnTo>
                <a:lnTo>
                  <a:pt x="1289" y="3339"/>
                </a:lnTo>
                <a:lnTo>
                  <a:pt x="1287" y="3340"/>
                </a:lnTo>
                <a:lnTo>
                  <a:pt x="1286" y="3342"/>
                </a:lnTo>
                <a:lnTo>
                  <a:pt x="1284" y="3345"/>
                </a:lnTo>
                <a:lnTo>
                  <a:pt x="1284" y="3346"/>
                </a:lnTo>
                <a:lnTo>
                  <a:pt x="1284" y="3347"/>
                </a:lnTo>
                <a:lnTo>
                  <a:pt x="1284" y="3348"/>
                </a:lnTo>
                <a:lnTo>
                  <a:pt x="1284" y="3350"/>
                </a:lnTo>
                <a:lnTo>
                  <a:pt x="1284" y="3351"/>
                </a:lnTo>
                <a:lnTo>
                  <a:pt x="1282" y="3351"/>
                </a:lnTo>
                <a:lnTo>
                  <a:pt x="1281" y="3351"/>
                </a:lnTo>
                <a:lnTo>
                  <a:pt x="1281" y="3350"/>
                </a:lnTo>
                <a:lnTo>
                  <a:pt x="1279" y="3350"/>
                </a:lnTo>
                <a:lnTo>
                  <a:pt x="1277" y="3351"/>
                </a:lnTo>
                <a:lnTo>
                  <a:pt x="1275" y="3352"/>
                </a:lnTo>
                <a:lnTo>
                  <a:pt x="1272" y="3353"/>
                </a:lnTo>
                <a:lnTo>
                  <a:pt x="1270" y="3354"/>
                </a:lnTo>
                <a:lnTo>
                  <a:pt x="1270" y="3355"/>
                </a:lnTo>
                <a:lnTo>
                  <a:pt x="1269" y="3355"/>
                </a:lnTo>
                <a:lnTo>
                  <a:pt x="1267" y="3356"/>
                </a:lnTo>
                <a:lnTo>
                  <a:pt x="1266" y="3356"/>
                </a:lnTo>
                <a:lnTo>
                  <a:pt x="1266" y="3355"/>
                </a:lnTo>
                <a:lnTo>
                  <a:pt x="1265" y="3354"/>
                </a:lnTo>
                <a:lnTo>
                  <a:pt x="1263" y="3354"/>
                </a:lnTo>
                <a:lnTo>
                  <a:pt x="1262" y="3354"/>
                </a:lnTo>
                <a:lnTo>
                  <a:pt x="1261" y="3354"/>
                </a:lnTo>
                <a:lnTo>
                  <a:pt x="1260" y="3354"/>
                </a:lnTo>
                <a:lnTo>
                  <a:pt x="1259" y="3359"/>
                </a:lnTo>
                <a:lnTo>
                  <a:pt x="1259" y="3367"/>
                </a:lnTo>
                <a:lnTo>
                  <a:pt x="1257" y="3369"/>
                </a:lnTo>
                <a:lnTo>
                  <a:pt x="1254" y="3370"/>
                </a:lnTo>
                <a:lnTo>
                  <a:pt x="1253" y="3370"/>
                </a:lnTo>
                <a:lnTo>
                  <a:pt x="1242" y="3370"/>
                </a:lnTo>
                <a:lnTo>
                  <a:pt x="1236" y="3370"/>
                </a:lnTo>
                <a:lnTo>
                  <a:pt x="1233" y="3371"/>
                </a:lnTo>
                <a:lnTo>
                  <a:pt x="1224" y="3369"/>
                </a:lnTo>
                <a:lnTo>
                  <a:pt x="1220" y="3368"/>
                </a:lnTo>
                <a:lnTo>
                  <a:pt x="1219" y="3368"/>
                </a:lnTo>
                <a:lnTo>
                  <a:pt x="1214" y="3370"/>
                </a:lnTo>
                <a:lnTo>
                  <a:pt x="1203" y="3374"/>
                </a:lnTo>
                <a:lnTo>
                  <a:pt x="1199" y="3377"/>
                </a:lnTo>
                <a:lnTo>
                  <a:pt x="1194" y="3377"/>
                </a:lnTo>
                <a:lnTo>
                  <a:pt x="1189" y="3378"/>
                </a:lnTo>
                <a:lnTo>
                  <a:pt x="1187" y="3380"/>
                </a:lnTo>
                <a:lnTo>
                  <a:pt x="1176" y="3388"/>
                </a:lnTo>
                <a:lnTo>
                  <a:pt x="1167" y="3395"/>
                </a:lnTo>
                <a:lnTo>
                  <a:pt x="1165" y="3396"/>
                </a:lnTo>
                <a:lnTo>
                  <a:pt x="1162" y="3396"/>
                </a:lnTo>
                <a:lnTo>
                  <a:pt x="1149" y="3397"/>
                </a:lnTo>
                <a:lnTo>
                  <a:pt x="1146" y="3399"/>
                </a:lnTo>
                <a:lnTo>
                  <a:pt x="1140" y="3399"/>
                </a:lnTo>
                <a:lnTo>
                  <a:pt x="1135" y="3401"/>
                </a:lnTo>
                <a:lnTo>
                  <a:pt x="1130" y="3404"/>
                </a:lnTo>
                <a:lnTo>
                  <a:pt x="1122" y="3405"/>
                </a:lnTo>
                <a:lnTo>
                  <a:pt x="1100" y="3408"/>
                </a:lnTo>
                <a:lnTo>
                  <a:pt x="1082" y="3409"/>
                </a:lnTo>
                <a:lnTo>
                  <a:pt x="1071" y="3409"/>
                </a:lnTo>
                <a:lnTo>
                  <a:pt x="1071" y="3410"/>
                </a:lnTo>
                <a:lnTo>
                  <a:pt x="1069" y="3410"/>
                </a:lnTo>
                <a:lnTo>
                  <a:pt x="1067" y="3415"/>
                </a:lnTo>
                <a:lnTo>
                  <a:pt x="1067" y="3419"/>
                </a:lnTo>
                <a:lnTo>
                  <a:pt x="1065" y="3420"/>
                </a:lnTo>
                <a:lnTo>
                  <a:pt x="1064" y="3420"/>
                </a:lnTo>
                <a:lnTo>
                  <a:pt x="1062" y="3420"/>
                </a:lnTo>
                <a:lnTo>
                  <a:pt x="1061" y="3420"/>
                </a:lnTo>
                <a:lnTo>
                  <a:pt x="1060" y="3421"/>
                </a:lnTo>
                <a:lnTo>
                  <a:pt x="1059" y="3422"/>
                </a:lnTo>
                <a:lnTo>
                  <a:pt x="1057" y="3423"/>
                </a:lnTo>
                <a:lnTo>
                  <a:pt x="1056" y="3424"/>
                </a:lnTo>
                <a:lnTo>
                  <a:pt x="1055" y="3424"/>
                </a:lnTo>
                <a:lnTo>
                  <a:pt x="1055" y="3423"/>
                </a:lnTo>
                <a:lnTo>
                  <a:pt x="1054" y="3423"/>
                </a:lnTo>
                <a:lnTo>
                  <a:pt x="1053" y="3423"/>
                </a:lnTo>
                <a:lnTo>
                  <a:pt x="1050" y="3424"/>
                </a:lnTo>
                <a:lnTo>
                  <a:pt x="1048" y="3427"/>
                </a:lnTo>
                <a:lnTo>
                  <a:pt x="1047" y="3427"/>
                </a:lnTo>
                <a:lnTo>
                  <a:pt x="1040" y="3430"/>
                </a:lnTo>
                <a:lnTo>
                  <a:pt x="1031" y="3431"/>
                </a:lnTo>
                <a:lnTo>
                  <a:pt x="1014" y="3418"/>
                </a:lnTo>
                <a:lnTo>
                  <a:pt x="1002" y="3406"/>
                </a:lnTo>
                <a:lnTo>
                  <a:pt x="992" y="3397"/>
                </a:lnTo>
                <a:lnTo>
                  <a:pt x="981" y="3389"/>
                </a:lnTo>
                <a:lnTo>
                  <a:pt x="977" y="3381"/>
                </a:lnTo>
                <a:lnTo>
                  <a:pt x="973" y="3377"/>
                </a:lnTo>
                <a:lnTo>
                  <a:pt x="951" y="3352"/>
                </a:lnTo>
                <a:lnTo>
                  <a:pt x="925" y="3342"/>
                </a:lnTo>
                <a:lnTo>
                  <a:pt x="923" y="3341"/>
                </a:lnTo>
                <a:lnTo>
                  <a:pt x="909" y="3336"/>
                </a:lnTo>
                <a:lnTo>
                  <a:pt x="908" y="3335"/>
                </a:lnTo>
                <a:lnTo>
                  <a:pt x="907" y="3330"/>
                </a:lnTo>
                <a:lnTo>
                  <a:pt x="907" y="3328"/>
                </a:lnTo>
                <a:lnTo>
                  <a:pt x="907" y="3326"/>
                </a:lnTo>
                <a:lnTo>
                  <a:pt x="906" y="3325"/>
                </a:lnTo>
                <a:lnTo>
                  <a:pt x="906" y="3324"/>
                </a:lnTo>
                <a:lnTo>
                  <a:pt x="906" y="3323"/>
                </a:lnTo>
                <a:lnTo>
                  <a:pt x="906" y="3320"/>
                </a:lnTo>
                <a:lnTo>
                  <a:pt x="905" y="3319"/>
                </a:lnTo>
                <a:lnTo>
                  <a:pt x="905" y="3317"/>
                </a:lnTo>
                <a:lnTo>
                  <a:pt x="905" y="3315"/>
                </a:lnTo>
                <a:lnTo>
                  <a:pt x="904" y="3313"/>
                </a:lnTo>
                <a:lnTo>
                  <a:pt x="904" y="3312"/>
                </a:lnTo>
                <a:lnTo>
                  <a:pt x="903" y="3312"/>
                </a:lnTo>
                <a:lnTo>
                  <a:pt x="903" y="3311"/>
                </a:lnTo>
                <a:lnTo>
                  <a:pt x="903" y="3309"/>
                </a:lnTo>
                <a:lnTo>
                  <a:pt x="902" y="3306"/>
                </a:lnTo>
                <a:lnTo>
                  <a:pt x="901" y="3302"/>
                </a:lnTo>
                <a:lnTo>
                  <a:pt x="901" y="3301"/>
                </a:lnTo>
                <a:lnTo>
                  <a:pt x="901" y="3299"/>
                </a:lnTo>
                <a:lnTo>
                  <a:pt x="902" y="3298"/>
                </a:lnTo>
                <a:lnTo>
                  <a:pt x="902" y="3296"/>
                </a:lnTo>
                <a:lnTo>
                  <a:pt x="901" y="3295"/>
                </a:lnTo>
                <a:lnTo>
                  <a:pt x="902" y="3291"/>
                </a:lnTo>
                <a:lnTo>
                  <a:pt x="903" y="3288"/>
                </a:lnTo>
                <a:lnTo>
                  <a:pt x="923" y="3278"/>
                </a:lnTo>
                <a:lnTo>
                  <a:pt x="932" y="3274"/>
                </a:lnTo>
                <a:lnTo>
                  <a:pt x="920" y="3237"/>
                </a:lnTo>
                <a:lnTo>
                  <a:pt x="919" y="3234"/>
                </a:lnTo>
                <a:lnTo>
                  <a:pt x="916" y="3228"/>
                </a:lnTo>
                <a:lnTo>
                  <a:pt x="914" y="3224"/>
                </a:lnTo>
                <a:lnTo>
                  <a:pt x="911" y="3222"/>
                </a:lnTo>
                <a:lnTo>
                  <a:pt x="925" y="3213"/>
                </a:lnTo>
                <a:lnTo>
                  <a:pt x="926" y="3212"/>
                </a:lnTo>
                <a:lnTo>
                  <a:pt x="938" y="3204"/>
                </a:lnTo>
                <a:lnTo>
                  <a:pt x="983" y="3173"/>
                </a:lnTo>
                <a:lnTo>
                  <a:pt x="989" y="3162"/>
                </a:lnTo>
                <a:lnTo>
                  <a:pt x="991" y="3158"/>
                </a:lnTo>
                <a:lnTo>
                  <a:pt x="992" y="3157"/>
                </a:lnTo>
                <a:lnTo>
                  <a:pt x="992" y="3156"/>
                </a:lnTo>
                <a:lnTo>
                  <a:pt x="994" y="3152"/>
                </a:lnTo>
                <a:lnTo>
                  <a:pt x="1005" y="3132"/>
                </a:lnTo>
                <a:lnTo>
                  <a:pt x="1010" y="3122"/>
                </a:lnTo>
                <a:lnTo>
                  <a:pt x="1032" y="3113"/>
                </a:lnTo>
                <a:lnTo>
                  <a:pt x="1036" y="3103"/>
                </a:lnTo>
                <a:lnTo>
                  <a:pt x="1036" y="3101"/>
                </a:lnTo>
                <a:lnTo>
                  <a:pt x="1035" y="3099"/>
                </a:lnTo>
                <a:lnTo>
                  <a:pt x="1035" y="3091"/>
                </a:lnTo>
                <a:lnTo>
                  <a:pt x="1035" y="3089"/>
                </a:lnTo>
                <a:lnTo>
                  <a:pt x="1036" y="3086"/>
                </a:lnTo>
                <a:lnTo>
                  <a:pt x="1037" y="3083"/>
                </a:lnTo>
                <a:lnTo>
                  <a:pt x="1037" y="3082"/>
                </a:lnTo>
                <a:lnTo>
                  <a:pt x="1033" y="3068"/>
                </a:lnTo>
                <a:lnTo>
                  <a:pt x="1021" y="3050"/>
                </a:lnTo>
                <a:lnTo>
                  <a:pt x="1013" y="3038"/>
                </a:lnTo>
                <a:lnTo>
                  <a:pt x="1015" y="3031"/>
                </a:lnTo>
                <a:lnTo>
                  <a:pt x="1020" y="3013"/>
                </a:lnTo>
                <a:lnTo>
                  <a:pt x="1006" y="3008"/>
                </a:lnTo>
                <a:lnTo>
                  <a:pt x="997" y="3005"/>
                </a:lnTo>
                <a:lnTo>
                  <a:pt x="983" y="3004"/>
                </a:lnTo>
                <a:lnTo>
                  <a:pt x="926" y="3023"/>
                </a:lnTo>
                <a:lnTo>
                  <a:pt x="906" y="3029"/>
                </a:lnTo>
                <a:lnTo>
                  <a:pt x="904" y="3030"/>
                </a:lnTo>
                <a:lnTo>
                  <a:pt x="895" y="3039"/>
                </a:lnTo>
                <a:lnTo>
                  <a:pt x="891" y="3043"/>
                </a:lnTo>
                <a:lnTo>
                  <a:pt x="884" y="3049"/>
                </a:lnTo>
                <a:lnTo>
                  <a:pt x="876" y="3055"/>
                </a:lnTo>
                <a:lnTo>
                  <a:pt x="871" y="3057"/>
                </a:lnTo>
                <a:lnTo>
                  <a:pt x="851" y="3077"/>
                </a:lnTo>
                <a:lnTo>
                  <a:pt x="849" y="3077"/>
                </a:lnTo>
                <a:lnTo>
                  <a:pt x="832" y="3072"/>
                </a:lnTo>
                <a:lnTo>
                  <a:pt x="818" y="3068"/>
                </a:lnTo>
                <a:lnTo>
                  <a:pt x="788" y="3060"/>
                </a:lnTo>
                <a:lnTo>
                  <a:pt x="774" y="3049"/>
                </a:lnTo>
                <a:lnTo>
                  <a:pt x="769" y="3045"/>
                </a:lnTo>
                <a:lnTo>
                  <a:pt x="765" y="3043"/>
                </a:lnTo>
                <a:lnTo>
                  <a:pt x="749" y="3047"/>
                </a:lnTo>
                <a:lnTo>
                  <a:pt x="738" y="3055"/>
                </a:lnTo>
                <a:lnTo>
                  <a:pt x="717" y="3061"/>
                </a:lnTo>
                <a:lnTo>
                  <a:pt x="693" y="3066"/>
                </a:lnTo>
                <a:lnTo>
                  <a:pt x="670" y="3073"/>
                </a:lnTo>
                <a:lnTo>
                  <a:pt x="666" y="3073"/>
                </a:lnTo>
                <a:lnTo>
                  <a:pt x="667" y="3074"/>
                </a:lnTo>
                <a:lnTo>
                  <a:pt x="682" y="3092"/>
                </a:lnTo>
                <a:lnTo>
                  <a:pt x="684" y="3094"/>
                </a:lnTo>
                <a:lnTo>
                  <a:pt x="689" y="3100"/>
                </a:lnTo>
                <a:lnTo>
                  <a:pt x="692" y="3104"/>
                </a:lnTo>
                <a:lnTo>
                  <a:pt x="703" y="3117"/>
                </a:lnTo>
                <a:lnTo>
                  <a:pt x="692" y="3125"/>
                </a:lnTo>
                <a:lnTo>
                  <a:pt x="682" y="3132"/>
                </a:lnTo>
                <a:lnTo>
                  <a:pt x="668" y="3151"/>
                </a:lnTo>
                <a:lnTo>
                  <a:pt x="658" y="3160"/>
                </a:lnTo>
                <a:lnTo>
                  <a:pt x="657" y="3162"/>
                </a:lnTo>
                <a:lnTo>
                  <a:pt x="655" y="3163"/>
                </a:lnTo>
                <a:lnTo>
                  <a:pt x="653" y="3161"/>
                </a:lnTo>
                <a:lnTo>
                  <a:pt x="652" y="3161"/>
                </a:lnTo>
                <a:lnTo>
                  <a:pt x="651" y="3160"/>
                </a:lnTo>
                <a:lnTo>
                  <a:pt x="650" y="3159"/>
                </a:lnTo>
                <a:lnTo>
                  <a:pt x="649" y="3159"/>
                </a:lnTo>
                <a:lnTo>
                  <a:pt x="646" y="3159"/>
                </a:lnTo>
                <a:lnTo>
                  <a:pt x="645" y="3158"/>
                </a:lnTo>
                <a:lnTo>
                  <a:pt x="644" y="3158"/>
                </a:lnTo>
                <a:lnTo>
                  <a:pt x="643" y="3158"/>
                </a:lnTo>
                <a:lnTo>
                  <a:pt x="642" y="3158"/>
                </a:lnTo>
                <a:lnTo>
                  <a:pt x="642" y="3157"/>
                </a:lnTo>
                <a:lnTo>
                  <a:pt x="641" y="3157"/>
                </a:lnTo>
                <a:lnTo>
                  <a:pt x="640" y="3156"/>
                </a:lnTo>
                <a:lnTo>
                  <a:pt x="640" y="3157"/>
                </a:lnTo>
                <a:lnTo>
                  <a:pt x="639" y="3157"/>
                </a:lnTo>
                <a:lnTo>
                  <a:pt x="639" y="3156"/>
                </a:lnTo>
                <a:lnTo>
                  <a:pt x="638" y="3157"/>
                </a:lnTo>
                <a:lnTo>
                  <a:pt x="637" y="3157"/>
                </a:lnTo>
                <a:lnTo>
                  <a:pt x="636" y="3157"/>
                </a:lnTo>
                <a:lnTo>
                  <a:pt x="635" y="3157"/>
                </a:lnTo>
                <a:lnTo>
                  <a:pt x="635" y="3158"/>
                </a:lnTo>
                <a:lnTo>
                  <a:pt x="634" y="3158"/>
                </a:lnTo>
                <a:lnTo>
                  <a:pt x="634" y="3159"/>
                </a:lnTo>
                <a:lnTo>
                  <a:pt x="633" y="3159"/>
                </a:lnTo>
                <a:lnTo>
                  <a:pt x="633" y="3160"/>
                </a:lnTo>
                <a:lnTo>
                  <a:pt x="633" y="3161"/>
                </a:lnTo>
                <a:lnTo>
                  <a:pt x="632" y="3161"/>
                </a:lnTo>
                <a:lnTo>
                  <a:pt x="631" y="3162"/>
                </a:lnTo>
                <a:lnTo>
                  <a:pt x="630" y="3162"/>
                </a:lnTo>
                <a:lnTo>
                  <a:pt x="630" y="3163"/>
                </a:lnTo>
                <a:lnTo>
                  <a:pt x="629" y="3164"/>
                </a:lnTo>
                <a:lnTo>
                  <a:pt x="628" y="3165"/>
                </a:lnTo>
                <a:lnTo>
                  <a:pt x="626" y="3161"/>
                </a:lnTo>
                <a:lnTo>
                  <a:pt x="626" y="3160"/>
                </a:lnTo>
                <a:lnTo>
                  <a:pt x="623" y="3155"/>
                </a:lnTo>
                <a:lnTo>
                  <a:pt x="623" y="3154"/>
                </a:lnTo>
                <a:lnTo>
                  <a:pt x="621" y="3151"/>
                </a:lnTo>
                <a:lnTo>
                  <a:pt x="612" y="3147"/>
                </a:lnTo>
                <a:lnTo>
                  <a:pt x="611" y="3147"/>
                </a:lnTo>
                <a:lnTo>
                  <a:pt x="611" y="3146"/>
                </a:lnTo>
                <a:lnTo>
                  <a:pt x="610" y="3146"/>
                </a:lnTo>
                <a:lnTo>
                  <a:pt x="609" y="3146"/>
                </a:lnTo>
                <a:lnTo>
                  <a:pt x="608" y="3146"/>
                </a:lnTo>
                <a:lnTo>
                  <a:pt x="608" y="3145"/>
                </a:lnTo>
                <a:lnTo>
                  <a:pt x="607" y="3145"/>
                </a:lnTo>
                <a:lnTo>
                  <a:pt x="607" y="3144"/>
                </a:lnTo>
                <a:lnTo>
                  <a:pt x="606" y="3144"/>
                </a:lnTo>
                <a:lnTo>
                  <a:pt x="606" y="3143"/>
                </a:lnTo>
                <a:lnTo>
                  <a:pt x="605" y="3143"/>
                </a:lnTo>
                <a:lnTo>
                  <a:pt x="605" y="3142"/>
                </a:lnTo>
                <a:lnTo>
                  <a:pt x="604" y="3142"/>
                </a:lnTo>
                <a:lnTo>
                  <a:pt x="603" y="3142"/>
                </a:lnTo>
                <a:lnTo>
                  <a:pt x="603" y="3141"/>
                </a:lnTo>
                <a:lnTo>
                  <a:pt x="602" y="3141"/>
                </a:lnTo>
                <a:lnTo>
                  <a:pt x="601" y="3141"/>
                </a:lnTo>
                <a:lnTo>
                  <a:pt x="600" y="3141"/>
                </a:lnTo>
                <a:lnTo>
                  <a:pt x="600" y="3140"/>
                </a:lnTo>
                <a:lnTo>
                  <a:pt x="599" y="3140"/>
                </a:lnTo>
                <a:lnTo>
                  <a:pt x="598" y="3140"/>
                </a:lnTo>
                <a:lnTo>
                  <a:pt x="598" y="3139"/>
                </a:lnTo>
                <a:lnTo>
                  <a:pt x="597" y="3139"/>
                </a:lnTo>
                <a:lnTo>
                  <a:pt x="597" y="3138"/>
                </a:lnTo>
                <a:lnTo>
                  <a:pt x="596" y="3138"/>
                </a:lnTo>
                <a:lnTo>
                  <a:pt x="595" y="3138"/>
                </a:lnTo>
                <a:lnTo>
                  <a:pt x="594" y="3138"/>
                </a:lnTo>
                <a:lnTo>
                  <a:pt x="593" y="3138"/>
                </a:lnTo>
                <a:lnTo>
                  <a:pt x="592" y="3138"/>
                </a:lnTo>
                <a:lnTo>
                  <a:pt x="592" y="3137"/>
                </a:lnTo>
                <a:lnTo>
                  <a:pt x="591" y="3138"/>
                </a:lnTo>
                <a:lnTo>
                  <a:pt x="591" y="3137"/>
                </a:lnTo>
                <a:lnTo>
                  <a:pt x="591" y="3138"/>
                </a:lnTo>
                <a:lnTo>
                  <a:pt x="590" y="3138"/>
                </a:lnTo>
                <a:lnTo>
                  <a:pt x="590" y="3137"/>
                </a:lnTo>
                <a:lnTo>
                  <a:pt x="589" y="3137"/>
                </a:lnTo>
                <a:lnTo>
                  <a:pt x="588" y="3137"/>
                </a:lnTo>
                <a:lnTo>
                  <a:pt x="588" y="3136"/>
                </a:lnTo>
                <a:lnTo>
                  <a:pt x="587" y="3136"/>
                </a:lnTo>
                <a:lnTo>
                  <a:pt x="586" y="3136"/>
                </a:lnTo>
                <a:lnTo>
                  <a:pt x="585" y="3136"/>
                </a:lnTo>
                <a:lnTo>
                  <a:pt x="584" y="3135"/>
                </a:lnTo>
                <a:lnTo>
                  <a:pt x="583" y="3135"/>
                </a:lnTo>
                <a:lnTo>
                  <a:pt x="583" y="3134"/>
                </a:lnTo>
                <a:lnTo>
                  <a:pt x="582" y="3134"/>
                </a:lnTo>
                <a:lnTo>
                  <a:pt x="582" y="3133"/>
                </a:lnTo>
                <a:lnTo>
                  <a:pt x="582" y="3132"/>
                </a:lnTo>
                <a:lnTo>
                  <a:pt x="582" y="3131"/>
                </a:lnTo>
                <a:lnTo>
                  <a:pt x="583" y="3131"/>
                </a:lnTo>
                <a:lnTo>
                  <a:pt x="584" y="3131"/>
                </a:lnTo>
                <a:lnTo>
                  <a:pt x="585" y="3131"/>
                </a:lnTo>
                <a:lnTo>
                  <a:pt x="585" y="3130"/>
                </a:lnTo>
                <a:lnTo>
                  <a:pt x="586" y="3130"/>
                </a:lnTo>
                <a:lnTo>
                  <a:pt x="587" y="3130"/>
                </a:lnTo>
                <a:lnTo>
                  <a:pt x="587" y="3129"/>
                </a:lnTo>
                <a:lnTo>
                  <a:pt x="587" y="3128"/>
                </a:lnTo>
                <a:lnTo>
                  <a:pt x="588" y="3127"/>
                </a:lnTo>
                <a:lnTo>
                  <a:pt x="588" y="3126"/>
                </a:lnTo>
                <a:lnTo>
                  <a:pt x="588" y="3125"/>
                </a:lnTo>
                <a:lnTo>
                  <a:pt x="588" y="3124"/>
                </a:lnTo>
                <a:lnTo>
                  <a:pt x="587" y="3124"/>
                </a:lnTo>
                <a:lnTo>
                  <a:pt x="587" y="3122"/>
                </a:lnTo>
                <a:lnTo>
                  <a:pt x="582" y="3121"/>
                </a:lnTo>
                <a:lnTo>
                  <a:pt x="578" y="3121"/>
                </a:lnTo>
                <a:lnTo>
                  <a:pt x="576" y="3119"/>
                </a:lnTo>
                <a:lnTo>
                  <a:pt x="572" y="3119"/>
                </a:lnTo>
                <a:lnTo>
                  <a:pt x="572" y="3113"/>
                </a:lnTo>
                <a:lnTo>
                  <a:pt x="572" y="3112"/>
                </a:lnTo>
                <a:lnTo>
                  <a:pt x="572" y="3111"/>
                </a:lnTo>
                <a:lnTo>
                  <a:pt x="572" y="3110"/>
                </a:lnTo>
                <a:lnTo>
                  <a:pt x="572" y="3109"/>
                </a:lnTo>
                <a:lnTo>
                  <a:pt x="570" y="3106"/>
                </a:lnTo>
                <a:lnTo>
                  <a:pt x="567" y="3100"/>
                </a:lnTo>
                <a:lnTo>
                  <a:pt x="567" y="3098"/>
                </a:lnTo>
                <a:lnTo>
                  <a:pt x="568" y="3095"/>
                </a:lnTo>
                <a:lnTo>
                  <a:pt x="570" y="3092"/>
                </a:lnTo>
                <a:lnTo>
                  <a:pt x="570" y="3089"/>
                </a:lnTo>
                <a:lnTo>
                  <a:pt x="572" y="3085"/>
                </a:lnTo>
                <a:lnTo>
                  <a:pt x="564" y="3089"/>
                </a:lnTo>
                <a:lnTo>
                  <a:pt x="562" y="3090"/>
                </a:lnTo>
                <a:lnTo>
                  <a:pt x="556" y="3093"/>
                </a:lnTo>
                <a:lnTo>
                  <a:pt x="556" y="3094"/>
                </a:lnTo>
                <a:lnTo>
                  <a:pt x="555" y="3094"/>
                </a:lnTo>
                <a:lnTo>
                  <a:pt x="541" y="3097"/>
                </a:lnTo>
                <a:lnTo>
                  <a:pt x="532" y="3099"/>
                </a:lnTo>
                <a:lnTo>
                  <a:pt x="530" y="3099"/>
                </a:lnTo>
                <a:lnTo>
                  <a:pt x="530" y="3098"/>
                </a:lnTo>
                <a:lnTo>
                  <a:pt x="530" y="3097"/>
                </a:lnTo>
                <a:lnTo>
                  <a:pt x="531" y="3096"/>
                </a:lnTo>
                <a:lnTo>
                  <a:pt x="531" y="3095"/>
                </a:lnTo>
                <a:lnTo>
                  <a:pt x="531" y="3093"/>
                </a:lnTo>
                <a:lnTo>
                  <a:pt x="531" y="3091"/>
                </a:lnTo>
                <a:lnTo>
                  <a:pt x="531" y="3088"/>
                </a:lnTo>
                <a:lnTo>
                  <a:pt x="530" y="3087"/>
                </a:lnTo>
                <a:lnTo>
                  <a:pt x="526" y="3084"/>
                </a:lnTo>
                <a:lnTo>
                  <a:pt x="521" y="3081"/>
                </a:lnTo>
                <a:lnTo>
                  <a:pt x="518" y="3087"/>
                </a:lnTo>
                <a:lnTo>
                  <a:pt x="518" y="3088"/>
                </a:lnTo>
                <a:lnTo>
                  <a:pt x="517" y="3087"/>
                </a:lnTo>
                <a:lnTo>
                  <a:pt x="516" y="3087"/>
                </a:lnTo>
                <a:lnTo>
                  <a:pt x="514" y="3085"/>
                </a:lnTo>
                <a:lnTo>
                  <a:pt x="512" y="3084"/>
                </a:lnTo>
                <a:lnTo>
                  <a:pt x="512" y="3083"/>
                </a:lnTo>
                <a:lnTo>
                  <a:pt x="511" y="3082"/>
                </a:lnTo>
                <a:lnTo>
                  <a:pt x="510" y="3082"/>
                </a:lnTo>
                <a:lnTo>
                  <a:pt x="510" y="3081"/>
                </a:lnTo>
                <a:lnTo>
                  <a:pt x="510" y="3079"/>
                </a:lnTo>
                <a:lnTo>
                  <a:pt x="510" y="3074"/>
                </a:lnTo>
                <a:lnTo>
                  <a:pt x="510" y="3072"/>
                </a:lnTo>
                <a:lnTo>
                  <a:pt x="510" y="3071"/>
                </a:lnTo>
                <a:lnTo>
                  <a:pt x="515" y="3065"/>
                </a:lnTo>
                <a:lnTo>
                  <a:pt x="516" y="3064"/>
                </a:lnTo>
                <a:lnTo>
                  <a:pt x="516" y="3063"/>
                </a:lnTo>
                <a:lnTo>
                  <a:pt x="516" y="3062"/>
                </a:lnTo>
                <a:lnTo>
                  <a:pt x="516" y="3061"/>
                </a:lnTo>
                <a:lnTo>
                  <a:pt x="516" y="3060"/>
                </a:lnTo>
                <a:lnTo>
                  <a:pt x="515" y="3059"/>
                </a:lnTo>
                <a:lnTo>
                  <a:pt x="515" y="3058"/>
                </a:lnTo>
                <a:lnTo>
                  <a:pt x="515" y="3057"/>
                </a:lnTo>
                <a:lnTo>
                  <a:pt x="515" y="3056"/>
                </a:lnTo>
                <a:lnTo>
                  <a:pt x="514" y="3056"/>
                </a:lnTo>
                <a:lnTo>
                  <a:pt x="514" y="3055"/>
                </a:lnTo>
                <a:lnTo>
                  <a:pt x="514" y="3054"/>
                </a:lnTo>
                <a:lnTo>
                  <a:pt x="514" y="3053"/>
                </a:lnTo>
                <a:lnTo>
                  <a:pt x="514" y="3052"/>
                </a:lnTo>
                <a:lnTo>
                  <a:pt x="514" y="3051"/>
                </a:lnTo>
                <a:lnTo>
                  <a:pt x="513" y="3050"/>
                </a:lnTo>
                <a:lnTo>
                  <a:pt x="514" y="3050"/>
                </a:lnTo>
                <a:lnTo>
                  <a:pt x="513" y="3050"/>
                </a:lnTo>
                <a:lnTo>
                  <a:pt x="514" y="3049"/>
                </a:lnTo>
                <a:lnTo>
                  <a:pt x="514" y="3048"/>
                </a:lnTo>
                <a:lnTo>
                  <a:pt x="514" y="3047"/>
                </a:lnTo>
                <a:lnTo>
                  <a:pt x="514" y="3046"/>
                </a:lnTo>
                <a:lnTo>
                  <a:pt x="513" y="3046"/>
                </a:lnTo>
                <a:lnTo>
                  <a:pt x="513" y="3045"/>
                </a:lnTo>
                <a:lnTo>
                  <a:pt x="513" y="3044"/>
                </a:lnTo>
                <a:lnTo>
                  <a:pt x="513" y="3036"/>
                </a:lnTo>
                <a:lnTo>
                  <a:pt x="513" y="3035"/>
                </a:lnTo>
                <a:lnTo>
                  <a:pt x="513" y="3027"/>
                </a:lnTo>
                <a:lnTo>
                  <a:pt x="513" y="3014"/>
                </a:lnTo>
                <a:lnTo>
                  <a:pt x="513" y="3003"/>
                </a:lnTo>
                <a:lnTo>
                  <a:pt x="501" y="3003"/>
                </a:lnTo>
                <a:lnTo>
                  <a:pt x="499" y="3003"/>
                </a:lnTo>
                <a:lnTo>
                  <a:pt x="497" y="3003"/>
                </a:lnTo>
                <a:lnTo>
                  <a:pt x="495" y="3002"/>
                </a:lnTo>
                <a:lnTo>
                  <a:pt x="494" y="3002"/>
                </a:lnTo>
                <a:lnTo>
                  <a:pt x="493" y="3003"/>
                </a:lnTo>
                <a:lnTo>
                  <a:pt x="492" y="3003"/>
                </a:lnTo>
                <a:lnTo>
                  <a:pt x="491" y="3003"/>
                </a:lnTo>
                <a:lnTo>
                  <a:pt x="490" y="3004"/>
                </a:lnTo>
                <a:lnTo>
                  <a:pt x="487" y="3004"/>
                </a:lnTo>
                <a:lnTo>
                  <a:pt x="485" y="3005"/>
                </a:lnTo>
                <a:lnTo>
                  <a:pt x="484" y="3005"/>
                </a:lnTo>
                <a:lnTo>
                  <a:pt x="482" y="3005"/>
                </a:lnTo>
                <a:lnTo>
                  <a:pt x="481" y="3005"/>
                </a:lnTo>
                <a:lnTo>
                  <a:pt x="478" y="3005"/>
                </a:lnTo>
                <a:lnTo>
                  <a:pt x="476" y="3005"/>
                </a:lnTo>
                <a:lnTo>
                  <a:pt x="476" y="3004"/>
                </a:lnTo>
                <a:lnTo>
                  <a:pt x="475" y="3004"/>
                </a:lnTo>
                <a:lnTo>
                  <a:pt x="474" y="3004"/>
                </a:lnTo>
                <a:lnTo>
                  <a:pt x="473" y="3003"/>
                </a:lnTo>
                <a:lnTo>
                  <a:pt x="472" y="3004"/>
                </a:lnTo>
                <a:lnTo>
                  <a:pt x="471" y="3003"/>
                </a:lnTo>
                <a:lnTo>
                  <a:pt x="470" y="3003"/>
                </a:lnTo>
                <a:lnTo>
                  <a:pt x="468" y="3003"/>
                </a:lnTo>
                <a:lnTo>
                  <a:pt x="468" y="3002"/>
                </a:lnTo>
                <a:lnTo>
                  <a:pt x="467" y="3002"/>
                </a:lnTo>
                <a:lnTo>
                  <a:pt x="466" y="3002"/>
                </a:lnTo>
                <a:lnTo>
                  <a:pt x="465" y="3002"/>
                </a:lnTo>
                <a:lnTo>
                  <a:pt x="464" y="3002"/>
                </a:lnTo>
                <a:lnTo>
                  <a:pt x="463" y="3002"/>
                </a:lnTo>
                <a:lnTo>
                  <a:pt x="461" y="3002"/>
                </a:lnTo>
                <a:lnTo>
                  <a:pt x="462" y="2985"/>
                </a:lnTo>
                <a:lnTo>
                  <a:pt x="454" y="2984"/>
                </a:lnTo>
                <a:lnTo>
                  <a:pt x="436" y="2978"/>
                </a:lnTo>
                <a:lnTo>
                  <a:pt x="432" y="2965"/>
                </a:lnTo>
                <a:lnTo>
                  <a:pt x="434" y="2957"/>
                </a:lnTo>
                <a:lnTo>
                  <a:pt x="427" y="2945"/>
                </a:lnTo>
                <a:lnTo>
                  <a:pt x="427" y="2944"/>
                </a:lnTo>
                <a:lnTo>
                  <a:pt x="425" y="2941"/>
                </a:lnTo>
                <a:lnTo>
                  <a:pt x="405" y="2936"/>
                </a:lnTo>
                <a:lnTo>
                  <a:pt x="393" y="2925"/>
                </a:lnTo>
                <a:lnTo>
                  <a:pt x="382" y="2922"/>
                </a:lnTo>
                <a:lnTo>
                  <a:pt x="373" y="2917"/>
                </a:lnTo>
                <a:lnTo>
                  <a:pt x="371" y="2914"/>
                </a:lnTo>
                <a:lnTo>
                  <a:pt x="361" y="2901"/>
                </a:lnTo>
                <a:lnTo>
                  <a:pt x="360" y="2900"/>
                </a:lnTo>
                <a:lnTo>
                  <a:pt x="358" y="2900"/>
                </a:lnTo>
                <a:lnTo>
                  <a:pt x="354" y="2899"/>
                </a:lnTo>
                <a:lnTo>
                  <a:pt x="352" y="2899"/>
                </a:lnTo>
                <a:lnTo>
                  <a:pt x="351" y="2898"/>
                </a:lnTo>
                <a:lnTo>
                  <a:pt x="349" y="2897"/>
                </a:lnTo>
                <a:lnTo>
                  <a:pt x="347" y="2897"/>
                </a:lnTo>
                <a:lnTo>
                  <a:pt x="344" y="2896"/>
                </a:lnTo>
                <a:lnTo>
                  <a:pt x="342" y="2895"/>
                </a:lnTo>
                <a:lnTo>
                  <a:pt x="341" y="2895"/>
                </a:lnTo>
                <a:lnTo>
                  <a:pt x="339" y="2894"/>
                </a:lnTo>
                <a:lnTo>
                  <a:pt x="338" y="2894"/>
                </a:lnTo>
                <a:lnTo>
                  <a:pt x="336" y="2894"/>
                </a:lnTo>
                <a:lnTo>
                  <a:pt x="335" y="2894"/>
                </a:lnTo>
                <a:lnTo>
                  <a:pt x="304" y="2895"/>
                </a:lnTo>
                <a:lnTo>
                  <a:pt x="304" y="2894"/>
                </a:lnTo>
                <a:lnTo>
                  <a:pt x="303" y="2893"/>
                </a:lnTo>
                <a:lnTo>
                  <a:pt x="303" y="2892"/>
                </a:lnTo>
                <a:lnTo>
                  <a:pt x="304" y="2891"/>
                </a:lnTo>
                <a:lnTo>
                  <a:pt x="305" y="2891"/>
                </a:lnTo>
                <a:lnTo>
                  <a:pt x="306" y="2891"/>
                </a:lnTo>
                <a:lnTo>
                  <a:pt x="307" y="2891"/>
                </a:lnTo>
                <a:lnTo>
                  <a:pt x="308" y="2892"/>
                </a:lnTo>
                <a:lnTo>
                  <a:pt x="308" y="2893"/>
                </a:lnTo>
                <a:lnTo>
                  <a:pt x="311" y="2894"/>
                </a:lnTo>
                <a:lnTo>
                  <a:pt x="313" y="2894"/>
                </a:lnTo>
                <a:lnTo>
                  <a:pt x="315" y="2893"/>
                </a:lnTo>
                <a:lnTo>
                  <a:pt x="316" y="2893"/>
                </a:lnTo>
                <a:lnTo>
                  <a:pt x="317" y="2892"/>
                </a:lnTo>
                <a:lnTo>
                  <a:pt x="318" y="2892"/>
                </a:lnTo>
                <a:lnTo>
                  <a:pt x="319" y="2891"/>
                </a:lnTo>
                <a:lnTo>
                  <a:pt x="320" y="2890"/>
                </a:lnTo>
                <a:lnTo>
                  <a:pt x="321" y="2890"/>
                </a:lnTo>
                <a:lnTo>
                  <a:pt x="322" y="2890"/>
                </a:lnTo>
                <a:lnTo>
                  <a:pt x="325" y="2888"/>
                </a:lnTo>
                <a:lnTo>
                  <a:pt x="328" y="2887"/>
                </a:lnTo>
                <a:lnTo>
                  <a:pt x="329" y="2886"/>
                </a:lnTo>
                <a:lnTo>
                  <a:pt x="330" y="2886"/>
                </a:lnTo>
                <a:lnTo>
                  <a:pt x="331" y="2886"/>
                </a:lnTo>
                <a:lnTo>
                  <a:pt x="332" y="2885"/>
                </a:lnTo>
                <a:lnTo>
                  <a:pt x="333" y="2885"/>
                </a:lnTo>
                <a:lnTo>
                  <a:pt x="334" y="2884"/>
                </a:lnTo>
                <a:lnTo>
                  <a:pt x="338" y="2882"/>
                </a:lnTo>
                <a:lnTo>
                  <a:pt x="339" y="2881"/>
                </a:lnTo>
                <a:lnTo>
                  <a:pt x="340" y="2881"/>
                </a:lnTo>
                <a:lnTo>
                  <a:pt x="341" y="2881"/>
                </a:lnTo>
                <a:lnTo>
                  <a:pt x="343" y="2879"/>
                </a:lnTo>
                <a:lnTo>
                  <a:pt x="344" y="2878"/>
                </a:lnTo>
                <a:lnTo>
                  <a:pt x="346" y="2877"/>
                </a:lnTo>
                <a:lnTo>
                  <a:pt x="346" y="2876"/>
                </a:lnTo>
                <a:lnTo>
                  <a:pt x="347" y="2876"/>
                </a:lnTo>
                <a:lnTo>
                  <a:pt x="348" y="2876"/>
                </a:lnTo>
                <a:lnTo>
                  <a:pt x="348" y="2875"/>
                </a:lnTo>
                <a:lnTo>
                  <a:pt x="349" y="2874"/>
                </a:lnTo>
                <a:lnTo>
                  <a:pt x="350" y="2873"/>
                </a:lnTo>
                <a:lnTo>
                  <a:pt x="351" y="2872"/>
                </a:lnTo>
                <a:lnTo>
                  <a:pt x="351" y="2871"/>
                </a:lnTo>
                <a:lnTo>
                  <a:pt x="352" y="2871"/>
                </a:lnTo>
                <a:lnTo>
                  <a:pt x="352" y="2870"/>
                </a:lnTo>
                <a:lnTo>
                  <a:pt x="354" y="2870"/>
                </a:lnTo>
                <a:lnTo>
                  <a:pt x="355" y="2870"/>
                </a:lnTo>
                <a:lnTo>
                  <a:pt x="359" y="2870"/>
                </a:lnTo>
                <a:lnTo>
                  <a:pt x="360" y="2870"/>
                </a:lnTo>
                <a:lnTo>
                  <a:pt x="363" y="2870"/>
                </a:lnTo>
                <a:lnTo>
                  <a:pt x="364" y="2870"/>
                </a:lnTo>
                <a:lnTo>
                  <a:pt x="365" y="2870"/>
                </a:lnTo>
                <a:lnTo>
                  <a:pt x="366" y="2870"/>
                </a:lnTo>
                <a:lnTo>
                  <a:pt x="367" y="2869"/>
                </a:lnTo>
                <a:lnTo>
                  <a:pt x="368" y="2869"/>
                </a:lnTo>
                <a:lnTo>
                  <a:pt x="369" y="2869"/>
                </a:lnTo>
                <a:lnTo>
                  <a:pt x="370" y="2868"/>
                </a:lnTo>
                <a:lnTo>
                  <a:pt x="372" y="2867"/>
                </a:lnTo>
                <a:lnTo>
                  <a:pt x="372" y="2866"/>
                </a:lnTo>
                <a:lnTo>
                  <a:pt x="373" y="2866"/>
                </a:lnTo>
                <a:lnTo>
                  <a:pt x="374" y="2865"/>
                </a:lnTo>
                <a:lnTo>
                  <a:pt x="375" y="2864"/>
                </a:lnTo>
                <a:lnTo>
                  <a:pt x="377" y="2863"/>
                </a:lnTo>
                <a:lnTo>
                  <a:pt x="378" y="2861"/>
                </a:lnTo>
                <a:lnTo>
                  <a:pt x="379" y="2861"/>
                </a:lnTo>
                <a:lnTo>
                  <a:pt x="380" y="2860"/>
                </a:lnTo>
                <a:lnTo>
                  <a:pt x="380" y="2859"/>
                </a:lnTo>
                <a:lnTo>
                  <a:pt x="380" y="2858"/>
                </a:lnTo>
                <a:lnTo>
                  <a:pt x="381" y="2857"/>
                </a:lnTo>
                <a:lnTo>
                  <a:pt x="381" y="2856"/>
                </a:lnTo>
                <a:lnTo>
                  <a:pt x="381" y="2854"/>
                </a:lnTo>
                <a:lnTo>
                  <a:pt x="382" y="2854"/>
                </a:lnTo>
                <a:lnTo>
                  <a:pt x="382" y="2852"/>
                </a:lnTo>
                <a:lnTo>
                  <a:pt x="383" y="2850"/>
                </a:lnTo>
                <a:lnTo>
                  <a:pt x="383" y="2847"/>
                </a:lnTo>
                <a:lnTo>
                  <a:pt x="384" y="2846"/>
                </a:lnTo>
                <a:lnTo>
                  <a:pt x="384" y="2845"/>
                </a:lnTo>
                <a:lnTo>
                  <a:pt x="384" y="2844"/>
                </a:lnTo>
                <a:lnTo>
                  <a:pt x="385" y="2843"/>
                </a:lnTo>
                <a:lnTo>
                  <a:pt x="385" y="2842"/>
                </a:lnTo>
                <a:lnTo>
                  <a:pt x="386" y="2840"/>
                </a:lnTo>
                <a:lnTo>
                  <a:pt x="387" y="2839"/>
                </a:lnTo>
                <a:lnTo>
                  <a:pt x="388" y="2838"/>
                </a:lnTo>
                <a:lnTo>
                  <a:pt x="389" y="2836"/>
                </a:lnTo>
                <a:lnTo>
                  <a:pt x="390" y="2836"/>
                </a:lnTo>
                <a:lnTo>
                  <a:pt x="390" y="2835"/>
                </a:lnTo>
                <a:lnTo>
                  <a:pt x="391" y="2834"/>
                </a:lnTo>
                <a:lnTo>
                  <a:pt x="392" y="2834"/>
                </a:lnTo>
                <a:lnTo>
                  <a:pt x="392" y="2833"/>
                </a:lnTo>
                <a:lnTo>
                  <a:pt x="393" y="2833"/>
                </a:lnTo>
                <a:lnTo>
                  <a:pt x="393" y="2832"/>
                </a:lnTo>
                <a:lnTo>
                  <a:pt x="395" y="2831"/>
                </a:lnTo>
                <a:lnTo>
                  <a:pt x="396" y="2831"/>
                </a:lnTo>
                <a:lnTo>
                  <a:pt x="398" y="2830"/>
                </a:lnTo>
                <a:lnTo>
                  <a:pt x="399" y="2829"/>
                </a:lnTo>
                <a:lnTo>
                  <a:pt x="401" y="2828"/>
                </a:lnTo>
                <a:lnTo>
                  <a:pt x="403" y="2827"/>
                </a:lnTo>
                <a:lnTo>
                  <a:pt x="406" y="2825"/>
                </a:lnTo>
                <a:lnTo>
                  <a:pt x="408" y="2824"/>
                </a:lnTo>
                <a:lnTo>
                  <a:pt x="410" y="2823"/>
                </a:lnTo>
                <a:lnTo>
                  <a:pt x="410" y="2822"/>
                </a:lnTo>
                <a:lnTo>
                  <a:pt x="413" y="2821"/>
                </a:lnTo>
                <a:lnTo>
                  <a:pt x="415" y="2820"/>
                </a:lnTo>
                <a:lnTo>
                  <a:pt x="418" y="2818"/>
                </a:lnTo>
                <a:lnTo>
                  <a:pt x="419" y="2818"/>
                </a:lnTo>
                <a:lnTo>
                  <a:pt x="420" y="2788"/>
                </a:lnTo>
                <a:lnTo>
                  <a:pt x="421" y="2771"/>
                </a:lnTo>
                <a:lnTo>
                  <a:pt x="422" y="2763"/>
                </a:lnTo>
                <a:lnTo>
                  <a:pt x="434" y="2747"/>
                </a:lnTo>
                <a:lnTo>
                  <a:pt x="434" y="2737"/>
                </a:lnTo>
                <a:lnTo>
                  <a:pt x="434" y="2727"/>
                </a:lnTo>
                <a:lnTo>
                  <a:pt x="432" y="2725"/>
                </a:lnTo>
                <a:lnTo>
                  <a:pt x="422" y="2706"/>
                </a:lnTo>
                <a:lnTo>
                  <a:pt x="420" y="2702"/>
                </a:lnTo>
                <a:lnTo>
                  <a:pt x="416" y="2693"/>
                </a:lnTo>
                <a:lnTo>
                  <a:pt x="408" y="2686"/>
                </a:lnTo>
                <a:lnTo>
                  <a:pt x="400" y="2685"/>
                </a:lnTo>
                <a:lnTo>
                  <a:pt x="397" y="2685"/>
                </a:lnTo>
                <a:lnTo>
                  <a:pt x="374" y="2681"/>
                </a:lnTo>
                <a:lnTo>
                  <a:pt x="362" y="2680"/>
                </a:lnTo>
                <a:lnTo>
                  <a:pt x="350" y="2678"/>
                </a:lnTo>
                <a:lnTo>
                  <a:pt x="333" y="2695"/>
                </a:lnTo>
                <a:lnTo>
                  <a:pt x="323" y="2694"/>
                </a:lnTo>
                <a:lnTo>
                  <a:pt x="314" y="2693"/>
                </a:lnTo>
                <a:lnTo>
                  <a:pt x="302" y="2692"/>
                </a:lnTo>
                <a:lnTo>
                  <a:pt x="290" y="2691"/>
                </a:lnTo>
                <a:lnTo>
                  <a:pt x="285" y="2690"/>
                </a:lnTo>
                <a:lnTo>
                  <a:pt x="273" y="2689"/>
                </a:lnTo>
                <a:lnTo>
                  <a:pt x="273" y="2694"/>
                </a:lnTo>
                <a:lnTo>
                  <a:pt x="272" y="2712"/>
                </a:lnTo>
                <a:lnTo>
                  <a:pt x="271" y="2712"/>
                </a:lnTo>
                <a:lnTo>
                  <a:pt x="264" y="2718"/>
                </a:lnTo>
                <a:lnTo>
                  <a:pt x="264" y="2719"/>
                </a:lnTo>
                <a:lnTo>
                  <a:pt x="264" y="2720"/>
                </a:lnTo>
                <a:lnTo>
                  <a:pt x="263" y="2720"/>
                </a:lnTo>
                <a:lnTo>
                  <a:pt x="262" y="2722"/>
                </a:lnTo>
                <a:lnTo>
                  <a:pt x="260" y="2726"/>
                </a:lnTo>
                <a:lnTo>
                  <a:pt x="259" y="2726"/>
                </a:lnTo>
                <a:lnTo>
                  <a:pt x="258" y="2725"/>
                </a:lnTo>
                <a:lnTo>
                  <a:pt x="257" y="2725"/>
                </a:lnTo>
                <a:lnTo>
                  <a:pt x="256" y="2724"/>
                </a:lnTo>
                <a:lnTo>
                  <a:pt x="255" y="2724"/>
                </a:lnTo>
                <a:lnTo>
                  <a:pt x="254" y="2723"/>
                </a:lnTo>
                <a:lnTo>
                  <a:pt x="251" y="2722"/>
                </a:lnTo>
                <a:lnTo>
                  <a:pt x="251" y="2721"/>
                </a:lnTo>
                <a:lnTo>
                  <a:pt x="250" y="2720"/>
                </a:lnTo>
                <a:lnTo>
                  <a:pt x="250" y="2719"/>
                </a:lnTo>
                <a:lnTo>
                  <a:pt x="249" y="2718"/>
                </a:lnTo>
                <a:lnTo>
                  <a:pt x="249" y="2717"/>
                </a:lnTo>
                <a:lnTo>
                  <a:pt x="248" y="2715"/>
                </a:lnTo>
                <a:lnTo>
                  <a:pt x="248" y="2714"/>
                </a:lnTo>
                <a:lnTo>
                  <a:pt x="248" y="2713"/>
                </a:lnTo>
                <a:lnTo>
                  <a:pt x="247" y="2712"/>
                </a:lnTo>
                <a:lnTo>
                  <a:pt x="246" y="2709"/>
                </a:lnTo>
                <a:lnTo>
                  <a:pt x="246" y="2708"/>
                </a:lnTo>
                <a:lnTo>
                  <a:pt x="245" y="2706"/>
                </a:lnTo>
                <a:lnTo>
                  <a:pt x="244" y="2703"/>
                </a:lnTo>
                <a:lnTo>
                  <a:pt x="243" y="2703"/>
                </a:lnTo>
                <a:lnTo>
                  <a:pt x="240" y="2704"/>
                </a:lnTo>
                <a:lnTo>
                  <a:pt x="238" y="2706"/>
                </a:lnTo>
                <a:lnTo>
                  <a:pt x="234" y="2707"/>
                </a:lnTo>
                <a:lnTo>
                  <a:pt x="233" y="2708"/>
                </a:lnTo>
                <a:lnTo>
                  <a:pt x="231" y="2709"/>
                </a:lnTo>
                <a:lnTo>
                  <a:pt x="230" y="2709"/>
                </a:lnTo>
                <a:lnTo>
                  <a:pt x="228" y="2710"/>
                </a:lnTo>
                <a:lnTo>
                  <a:pt x="225" y="2711"/>
                </a:lnTo>
                <a:lnTo>
                  <a:pt x="222" y="2713"/>
                </a:lnTo>
                <a:lnTo>
                  <a:pt x="219" y="2714"/>
                </a:lnTo>
                <a:lnTo>
                  <a:pt x="216" y="2716"/>
                </a:lnTo>
                <a:lnTo>
                  <a:pt x="214" y="2717"/>
                </a:lnTo>
                <a:lnTo>
                  <a:pt x="213" y="2717"/>
                </a:lnTo>
                <a:lnTo>
                  <a:pt x="213" y="2718"/>
                </a:lnTo>
                <a:lnTo>
                  <a:pt x="213" y="2719"/>
                </a:lnTo>
                <a:lnTo>
                  <a:pt x="213" y="2720"/>
                </a:lnTo>
                <a:lnTo>
                  <a:pt x="213" y="2721"/>
                </a:lnTo>
                <a:lnTo>
                  <a:pt x="212" y="2721"/>
                </a:lnTo>
                <a:lnTo>
                  <a:pt x="212" y="2723"/>
                </a:lnTo>
                <a:lnTo>
                  <a:pt x="213" y="2723"/>
                </a:lnTo>
                <a:lnTo>
                  <a:pt x="213" y="2724"/>
                </a:lnTo>
                <a:lnTo>
                  <a:pt x="214" y="2724"/>
                </a:lnTo>
                <a:lnTo>
                  <a:pt x="214" y="2725"/>
                </a:lnTo>
                <a:lnTo>
                  <a:pt x="214" y="2726"/>
                </a:lnTo>
                <a:lnTo>
                  <a:pt x="215" y="2726"/>
                </a:lnTo>
                <a:lnTo>
                  <a:pt x="215" y="2727"/>
                </a:lnTo>
                <a:lnTo>
                  <a:pt x="214" y="2727"/>
                </a:lnTo>
                <a:lnTo>
                  <a:pt x="214" y="2728"/>
                </a:lnTo>
                <a:lnTo>
                  <a:pt x="214" y="2729"/>
                </a:lnTo>
                <a:lnTo>
                  <a:pt x="214" y="2730"/>
                </a:lnTo>
                <a:lnTo>
                  <a:pt x="214" y="2731"/>
                </a:lnTo>
                <a:lnTo>
                  <a:pt x="213" y="2731"/>
                </a:lnTo>
                <a:lnTo>
                  <a:pt x="213" y="2732"/>
                </a:lnTo>
                <a:lnTo>
                  <a:pt x="213" y="2733"/>
                </a:lnTo>
                <a:lnTo>
                  <a:pt x="213" y="2734"/>
                </a:lnTo>
                <a:lnTo>
                  <a:pt x="213" y="2735"/>
                </a:lnTo>
                <a:lnTo>
                  <a:pt x="214" y="2736"/>
                </a:lnTo>
                <a:lnTo>
                  <a:pt x="214" y="2738"/>
                </a:lnTo>
                <a:lnTo>
                  <a:pt x="213" y="2737"/>
                </a:lnTo>
                <a:lnTo>
                  <a:pt x="212" y="2736"/>
                </a:lnTo>
                <a:lnTo>
                  <a:pt x="210" y="2733"/>
                </a:lnTo>
                <a:lnTo>
                  <a:pt x="209" y="2732"/>
                </a:lnTo>
                <a:lnTo>
                  <a:pt x="208" y="2731"/>
                </a:lnTo>
                <a:lnTo>
                  <a:pt x="206" y="2729"/>
                </a:lnTo>
                <a:lnTo>
                  <a:pt x="204" y="2727"/>
                </a:lnTo>
                <a:lnTo>
                  <a:pt x="203" y="2727"/>
                </a:lnTo>
                <a:lnTo>
                  <a:pt x="202" y="2726"/>
                </a:lnTo>
                <a:lnTo>
                  <a:pt x="201" y="2725"/>
                </a:lnTo>
                <a:lnTo>
                  <a:pt x="199" y="2723"/>
                </a:lnTo>
                <a:lnTo>
                  <a:pt x="198" y="2721"/>
                </a:lnTo>
                <a:lnTo>
                  <a:pt x="198" y="2720"/>
                </a:lnTo>
                <a:lnTo>
                  <a:pt x="197" y="2719"/>
                </a:lnTo>
                <a:lnTo>
                  <a:pt x="197" y="2718"/>
                </a:lnTo>
                <a:lnTo>
                  <a:pt x="197" y="2716"/>
                </a:lnTo>
                <a:lnTo>
                  <a:pt x="197" y="2714"/>
                </a:lnTo>
                <a:lnTo>
                  <a:pt x="196" y="2711"/>
                </a:lnTo>
                <a:lnTo>
                  <a:pt x="196" y="2705"/>
                </a:lnTo>
                <a:lnTo>
                  <a:pt x="195" y="2702"/>
                </a:lnTo>
                <a:lnTo>
                  <a:pt x="193" y="2702"/>
                </a:lnTo>
                <a:lnTo>
                  <a:pt x="192" y="2703"/>
                </a:lnTo>
                <a:lnTo>
                  <a:pt x="191" y="2703"/>
                </a:lnTo>
                <a:lnTo>
                  <a:pt x="189" y="2704"/>
                </a:lnTo>
                <a:lnTo>
                  <a:pt x="188" y="2704"/>
                </a:lnTo>
                <a:lnTo>
                  <a:pt x="184" y="2705"/>
                </a:lnTo>
                <a:lnTo>
                  <a:pt x="180" y="2706"/>
                </a:lnTo>
                <a:lnTo>
                  <a:pt x="181" y="2708"/>
                </a:lnTo>
                <a:lnTo>
                  <a:pt x="182" y="2710"/>
                </a:lnTo>
                <a:lnTo>
                  <a:pt x="183" y="2711"/>
                </a:lnTo>
                <a:lnTo>
                  <a:pt x="183" y="2713"/>
                </a:lnTo>
                <a:lnTo>
                  <a:pt x="185" y="2715"/>
                </a:lnTo>
                <a:lnTo>
                  <a:pt x="186" y="2717"/>
                </a:lnTo>
                <a:lnTo>
                  <a:pt x="187" y="2719"/>
                </a:lnTo>
                <a:lnTo>
                  <a:pt x="188" y="2721"/>
                </a:lnTo>
                <a:lnTo>
                  <a:pt x="187" y="2721"/>
                </a:lnTo>
                <a:lnTo>
                  <a:pt x="186" y="2722"/>
                </a:lnTo>
                <a:lnTo>
                  <a:pt x="184" y="2723"/>
                </a:lnTo>
                <a:lnTo>
                  <a:pt x="182" y="2724"/>
                </a:lnTo>
                <a:lnTo>
                  <a:pt x="180" y="2725"/>
                </a:lnTo>
                <a:lnTo>
                  <a:pt x="177" y="2726"/>
                </a:lnTo>
                <a:lnTo>
                  <a:pt x="174" y="2728"/>
                </a:lnTo>
                <a:lnTo>
                  <a:pt x="172" y="2728"/>
                </a:lnTo>
                <a:lnTo>
                  <a:pt x="171" y="2729"/>
                </a:lnTo>
                <a:lnTo>
                  <a:pt x="168" y="2730"/>
                </a:lnTo>
                <a:lnTo>
                  <a:pt x="156" y="2736"/>
                </a:lnTo>
                <a:lnTo>
                  <a:pt x="143" y="2741"/>
                </a:lnTo>
                <a:lnTo>
                  <a:pt x="143" y="2735"/>
                </a:lnTo>
                <a:lnTo>
                  <a:pt x="144" y="2728"/>
                </a:lnTo>
                <a:lnTo>
                  <a:pt x="144" y="2727"/>
                </a:lnTo>
                <a:lnTo>
                  <a:pt x="144" y="2725"/>
                </a:lnTo>
                <a:lnTo>
                  <a:pt x="144" y="2722"/>
                </a:lnTo>
                <a:lnTo>
                  <a:pt x="144" y="2717"/>
                </a:lnTo>
                <a:lnTo>
                  <a:pt x="144" y="2716"/>
                </a:lnTo>
                <a:lnTo>
                  <a:pt x="144" y="2709"/>
                </a:lnTo>
                <a:lnTo>
                  <a:pt x="145" y="2705"/>
                </a:lnTo>
                <a:lnTo>
                  <a:pt x="145" y="2703"/>
                </a:lnTo>
                <a:lnTo>
                  <a:pt x="145" y="2702"/>
                </a:lnTo>
                <a:lnTo>
                  <a:pt x="145" y="2700"/>
                </a:lnTo>
                <a:lnTo>
                  <a:pt x="145" y="2698"/>
                </a:lnTo>
                <a:lnTo>
                  <a:pt x="145" y="2696"/>
                </a:lnTo>
                <a:lnTo>
                  <a:pt x="145" y="2695"/>
                </a:lnTo>
                <a:lnTo>
                  <a:pt x="145" y="2693"/>
                </a:lnTo>
                <a:lnTo>
                  <a:pt x="145" y="2691"/>
                </a:lnTo>
                <a:lnTo>
                  <a:pt x="145" y="2689"/>
                </a:lnTo>
                <a:lnTo>
                  <a:pt x="145" y="2688"/>
                </a:lnTo>
                <a:lnTo>
                  <a:pt x="145" y="2686"/>
                </a:lnTo>
                <a:lnTo>
                  <a:pt x="145" y="2684"/>
                </a:lnTo>
                <a:lnTo>
                  <a:pt x="146" y="2682"/>
                </a:lnTo>
                <a:lnTo>
                  <a:pt x="146" y="2680"/>
                </a:lnTo>
                <a:lnTo>
                  <a:pt x="146" y="2679"/>
                </a:lnTo>
                <a:lnTo>
                  <a:pt x="146" y="2677"/>
                </a:lnTo>
                <a:lnTo>
                  <a:pt x="146" y="2675"/>
                </a:lnTo>
                <a:lnTo>
                  <a:pt x="146" y="2673"/>
                </a:lnTo>
                <a:lnTo>
                  <a:pt x="146" y="2672"/>
                </a:lnTo>
                <a:lnTo>
                  <a:pt x="146" y="2670"/>
                </a:lnTo>
                <a:lnTo>
                  <a:pt x="146" y="2668"/>
                </a:lnTo>
                <a:lnTo>
                  <a:pt x="144" y="2667"/>
                </a:lnTo>
                <a:lnTo>
                  <a:pt x="143" y="2667"/>
                </a:lnTo>
                <a:lnTo>
                  <a:pt x="141" y="2666"/>
                </a:lnTo>
                <a:lnTo>
                  <a:pt x="140" y="2665"/>
                </a:lnTo>
                <a:lnTo>
                  <a:pt x="139" y="2665"/>
                </a:lnTo>
                <a:lnTo>
                  <a:pt x="137" y="2664"/>
                </a:lnTo>
                <a:lnTo>
                  <a:pt x="135" y="2664"/>
                </a:lnTo>
                <a:lnTo>
                  <a:pt x="134" y="2663"/>
                </a:lnTo>
                <a:lnTo>
                  <a:pt x="133" y="2662"/>
                </a:lnTo>
                <a:lnTo>
                  <a:pt x="132" y="2662"/>
                </a:lnTo>
                <a:lnTo>
                  <a:pt x="132" y="2661"/>
                </a:lnTo>
                <a:lnTo>
                  <a:pt x="131" y="2660"/>
                </a:lnTo>
                <a:lnTo>
                  <a:pt x="129" y="2658"/>
                </a:lnTo>
                <a:lnTo>
                  <a:pt x="128" y="2656"/>
                </a:lnTo>
                <a:lnTo>
                  <a:pt x="127" y="2656"/>
                </a:lnTo>
                <a:lnTo>
                  <a:pt x="126" y="2655"/>
                </a:lnTo>
                <a:lnTo>
                  <a:pt x="126" y="2654"/>
                </a:lnTo>
                <a:lnTo>
                  <a:pt x="125" y="2653"/>
                </a:lnTo>
                <a:lnTo>
                  <a:pt x="124" y="2653"/>
                </a:lnTo>
                <a:lnTo>
                  <a:pt x="122" y="2651"/>
                </a:lnTo>
                <a:lnTo>
                  <a:pt x="120" y="2650"/>
                </a:lnTo>
                <a:lnTo>
                  <a:pt x="118" y="2649"/>
                </a:lnTo>
                <a:lnTo>
                  <a:pt x="116" y="2647"/>
                </a:lnTo>
                <a:lnTo>
                  <a:pt x="114" y="2646"/>
                </a:lnTo>
                <a:lnTo>
                  <a:pt x="114" y="2645"/>
                </a:lnTo>
                <a:lnTo>
                  <a:pt x="112" y="2643"/>
                </a:lnTo>
                <a:lnTo>
                  <a:pt x="107" y="2639"/>
                </a:lnTo>
                <a:lnTo>
                  <a:pt x="104" y="2637"/>
                </a:lnTo>
                <a:lnTo>
                  <a:pt x="98" y="2631"/>
                </a:lnTo>
                <a:lnTo>
                  <a:pt x="94" y="2628"/>
                </a:lnTo>
                <a:lnTo>
                  <a:pt x="85" y="2614"/>
                </a:lnTo>
                <a:lnTo>
                  <a:pt x="85" y="2612"/>
                </a:lnTo>
                <a:lnTo>
                  <a:pt x="64" y="2580"/>
                </a:lnTo>
                <a:lnTo>
                  <a:pt x="62" y="2576"/>
                </a:lnTo>
                <a:lnTo>
                  <a:pt x="47" y="2553"/>
                </a:lnTo>
                <a:lnTo>
                  <a:pt x="47" y="2552"/>
                </a:lnTo>
                <a:lnTo>
                  <a:pt x="48" y="2551"/>
                </a:lnTo>
                <a:lnTo>
                  <a:pt x="48" y="2550"/>
                </a:lnTo>
                <a:lnTo>
                  <a:pt x="47" y="2549"/>
                </a:lnTo>
                <a:lnTo>
                  <a:pt x="46" y="2548"/>
                </a:lnTo>
                <a:lnTo>
                  <a:pt x="46" y="2545"/>
                </a:lnTo>
                <a:lnTo>
                  <a:pt x="46" y="2544"/>
                </a:lnTo>
                <a:lnTo>
                  <a:pt x="47" y="2544"/>
                </a:lnTo>
                <a:lnTo>
                  <a:pt x="48" y="2543"/>
                </a:lnTo>
                <a:lnTo>
                  <a:pt x="49" y="2542"/>
                </a:lnTo>
                <a:lnTo>
                  <a:pt x="50" y="2541"/>
                </a:lnTo>
                <a:lnTo>
                  <a:pt x="51" y="2540"/>
                </a:lnTo>
                <a:lnTo>
                  <a:pt x="52" y="2539"/>
                </a:lnTo>
                <a:lnTo>
                  <a:pt x="54" y="2538"/>
                </a:lnTo>
                <a:lnTo>
                  <a:pt x="54" y="2537"/>
                </a:lnTo>
                <a:lnTo>
                  <a:pt x="56" y="2536"/>
                </a:lnTo>
                <a:lnTo>
                  <a:pt x="57" y="2535"/>
                </a:lnTo>
                <a:lnTo>
                  <a:pt x="58" y="2534"/>
                </a:lnTo>
                <a:lnTo>
                  <a:pt x="59" y="2533"/>
                </a:lnTo>
                <a:lnTo>
                  <a:pt x="60" y="2532"/>
                </a:lnTo>
                <a:lnTo>
                  <a:pt x="61" y="2531"/>
                </a:lnTo>
                <a:lnTo>
                  <a:pt x="64" y="2528"/>
                </a:lnTo>
                <a:lnTo>
                  <a:pt x="66" y="2526"/>
                </a:lnTo>
                <a:lnTo>
                  <a:pt x="67" y="2525"/>
                </a:lnTo>
                <a:lnTo>
                  <a:pt x="68" y="2525"/>
                </a:lnTo>
                <a:lnTo>
                  <a:pt x="71" y="2522"/>
                </a:lnTo>
                <a:lnTo>
                  <a:pt x="73" y="2520"/>
                </a:lnTo>
                <a:lnTo>
                  <a:pt x="76" y="2518"/>
                </a:lnTo>
                <a:lnTo>
                  <a:pt x="77" y="2517"/>
                </a:lnTo>
                <a:lnTo>
                  <a:pt x="80" y="2514"/>
                </a:lnTo>
                <a:lnTo>
                  <a:pt x="83" y="2511"/>
                </a:lnTo>
                <a:lnTo>
                  <a:pt x="83" y="2510"/>
                </a:lnTo>
                <a:lnTo>
                  <a:pt x="82" y="2509"/>
                </a:lnTo>
                <a:lnTo>
                  <a:pt x="82" y="2508"/>
                </a:lnTo>
                <a:lnTo>
                  <a:pt x="82" y="2506"/>
                </a:lnTo>
                <a:lnTo>
                  <a:pt x="81" y="2504"/>
                </a:lnTo>
                <a:lnTo>
                  <a:pt x="80" y="2503"/>
                </a:lnTo>
                <a:lnTo>
                  <a:pt x="80" y="2501"/>
                </a:lnTo>
                <a:lnTo>
                  <a:pt x="79" y="2499"/>
                </a:lnTo>
                <a:lnTo>
                  <a:pt x="78" y="2497"/>
                </a:lnTo>
                <a:lnTo>
                  <a:pt x="78" y="2495"/>
                </a:lnTo>
                <a:lnTo>
                  <a:pt x="77" y="2493"/>
                </a:lnTo>
                <a:lnTo>
                  <a:pt x="77" y="2491"/>
                </a:lnTo>
                <a:lnTo>
                  <a:pt x="76" y="2490"/>
                </a:lnTo>
                <a:lnTo>
                  <a:pt x="76" y="2489"/>
                </a:lnTo>
                <a:lnTo>
                  <a:pt x="75" y="2488"/>
                </a:lnTo>
                <a:lnTo>
                  <a:pt x="75" y="2486"/>
                </a:lnTo>
                <a:lnTo>
                  <a:pt x="74" y="2484"/>
                </a:lnTo>
                <a:lnTo>
                  <a:pt x="73" y="2482"/>
                </a:lnTo>
                <a:lnTo>
                  <a:pt x="73" y="2480"/>
                </a:lnTo>
                <a:lnTo>
                  <a:pt x="72" y="2478"/>
                </a:lnTo>
                <a:lnTo>
                  <a:pt x="71" y="2476"/>
                </a:lnTo>
                <a:lnTo>
                  <a:pt x="71" y="2474"/>
                </a:lnTo>
                <a:lnTo>
                  <a:pt x="70" y="2473"/>
                </a:lnTo>
                <a:lnTo>
                  <a:pt x="69" y="2471"/>
                </a:lnTo>
                <a:lnTo>
                  <a:pt x="69" y="2469"/>
                </a:lnTo>
                <a:lnTo>
                  <a:pt x="68" y="2467"/>
                </a:lnTo>
                <a:lnTo>
                  <a:pt x="68" y="2465"/>
                </a:lnTo>
                <a:lnTo>
                  <a:pt x="66" y="2461"/>
                </a:lnTo>
                <a:lnTo>
                  <a:pt x="66" y="2459"/>
                </a:lnTo>
                <a:lnTo>
                  <a:pt x="64" y="2456"/>
                </a:lnTo>
                <a:lnTo>
                  <a:pt x="64" y="2454"/>
                </a:lnTo>
                <a:lnTo>
                  <a:pt x="62" y="2450"/>
                </a:lnTo>
                <a:lnTo>
                  <a:pt x="62" y="2448"/>
                </a:lnTo>
                <a:lnTo>
                  <a:pt x="61" y="2446"/>
                </a:lnTo>
                <a:lnTo>
                  <a:pt x="61" y="2444"/>
                </a:lnTo>
                <a:lnTo>
                  <a:pt x="59" y="2441"/>
                </a:lnTo>
                <a:lnTo>
                  <a:pt x="59" y="2439"/>
                </a:lnTo>
                <a:lnTo>
                  <a:pt x="58" y="2437"/>
                </a:lnTo>
                <a:lnTo>
                  <a:pt x="57" y="2435"/>
                </a:lnTo>
                <a:lnTo>
                  <a:pt x="57" y="2434"/>
                </a:lnTo>
                <a:lnTo>
                  <a:pt x="56" y="2433"/>
                </a:lnTo>
                <a:lnTo>
                  <a:pt x="56" y="2431"/>
                </a:lnTo>
                <a:lnTo>
                  <a:pt x="55" y="2429"/>
                </a:lnTo>
                <a:lnTo>
                  <a:pt x="55" y="2428"/>
                </a:lnTo>
                <a:lnTo>
                  <a:pt x="55" y="2427"/>
                </a:lnTo>
                <a:lnTo>
                  <a:pt x="54" y="2425"/>
                </a:lnTo>
                <a:lnTo>
                  <a:pt x="53" y="2423"/>
                </a:lnTo>
                <a:lnTo>
                  <a:pt x="52" y="2421"/>
                </a:lnTo>
                <a:lnTo>
                  <a:pt x="52" y="2418"/>
                </a:lnTo>
                <a:lnTo>
                  <a:pt x="51" y="2416"/>
                </a:lnTo>
                <a:lnTo>
                  <a:pt x="50" y="2414"/>
                </a:lnTo>
                <a:lnTo>
                  <a:pt x="50" y="2413"/>
                </a:lnTo>
                <a:lnTo>
                  <a:pt x="49" y="2412"/>
                </a:lnTo>
                <a:lnTo>
                  <a:pt x="49" y="2410"/>
                </a:lnTo>
                <a:lnTo>
                  <a:pt x="48" y="2409"/>
                </a:lnTo>
                <a:lnTo>
                  <a:pt x="47" y="2405"/>
                </a:lnTo>
                <a:lnTo>
                  <a:pt x="46" y="2402"/>
                </a:lnTo>
                <a:lnTo>
                  <a:pt x="46" y="2401"/>
                </a:lnTo>
                <a:lnTo>
                  <a:pt x="45" y="2400"/>
                </a:lnTo>
                <a:lnTo>
                  <a:pt x="45" y="2398"/>
                </a:lnTo>
                <a:lnTo>
                  <a:pt x="41" y="2389"/>
                </a:lnTo>
                <a:lnTo>
                  <a:pt x="40" y="2386"/>
                </a:lnTo>
                <a:lnTo>
                  <a:pt x="40" y="2385"/>
                </a:lnTo>
                <a:lnTo>
                  <a:pt x="39" y="2382"/>
                </a:lnTo>
                <a:lnTo>
                  <a:pt x="39" y="2381"/>
                </a:lnTo>
                <a:lnTo>
                  <a:pt x="36" y="2375"/>
                </a:lnTo>
                <a:lnTo>
                  <a:pt x="36" y="2373"/>
                </a:lnTo>
                <a:lnTo>
                  <a:pt x="35" y="2370"/>
                </a:lnTo>
                <a:lnTo>
                  <a:pt x="34" y="2366"/>
                </a:lnTo>
                <a:lnTo>
                  <a:pt x="33" y="2366"/>
                </a:lnTo>
                <a:lnTo>
                  <a:pt x="33" y="2365"/>
                </a:lnTo>
                <a:lnTo>
                  <a:pt x="21" y="2331"/>
                </a:lnTo>
                <a:lnTo>
                  <a:pt x="10" y="2299"/>
                </a:lnTo>
                <a:lnTo>
                  <a:pt x="8" y="2295"/>
                </a:lnTo>
                <a:lnTo>
                  <a:pt x="8" y="2294"/>
                </a:lnTo>
                <a:lnTo>
                  <a:pt x="3" y="2275"/>
                </a:lnTo>
                <a:lnTo>
                  <a:pt x="0" y="2268"/>
                </a:lnTo>
                <a:lnTo>
                  <a:pt x="76" y="2288"/>
                </a:lnTo>
                <a:lnTo>
                  <a:pt x="105" y="2296"/>
                </a:lnTo>
                <a:lnTo>
                  <a:pt x="150" y="2309"/>
                </a:lnTo>
                <a:lnTo>
                  <a:pt x="202" y="2315"/>
                </a:lnTo>
                <a:lnTo>
                  <a:pt x="218" y="2318"/>
                </a:lnTo>
                <a:lnTo>
                  <a:pt x="251" y="2324"/>
                </a:lnTo>
                <a:lnTo>
                  <a:pt x="261" y="2326"/>
                </a:lnTo>
                <a:lnTo>
                  <a:pt x="269" y="2327"/>
                </a:lnTo>
                <a:lnTo>
                  <a:pt x="344" y="2338"/>
                </a:lnTo>
                <a:lnTo>
                  <a:pt x="413" y="2325"/>
                </a:lnTo>
                <a:lnTo>
                  <a:pt x="458" y="2330"/>
                </a:lnTo>
                <a:lnTo>
                  <a:pt x="458" y="2329"/>
                </a:lnTo>
                <a:lnTo>
                  <a:pt x="466" y="2319"/>
                </a:lnTo>
                <a:lnTo>
                  <a:pt x="544" y="2326"/>
                </a:lnTo>
                <a:lnTo>
                  <a:pt x="629" y="2354"/>
                </a:lnTo>
                <a:lnTo>
                  <a:pt x="650" y="2360"/>
                </a:lnTo>
                <a:lnTo>
                  <a:pt x="685" y="2366"/>
                </a:lnTo>
                <a:lnTo>
                  <a:pt x="713" y="2409"/>
                </a:lnTo>
                <a:lnTo>
                  <a:pt x="724" y="2425"/>
                </a:lnTo>
                <a:lnTo>
                  <a:pt x="779" y="2443"/>
                </a:lnTo>
                <a:lnTo>
                  <a:pt x="794" y="2440"/>
                </a:lnTo>
                <a:lnTo>
                  <a:pt x="809" y="2442"/>
                </a:lnTo>
                <a:lnTo>
                  <a:pt x="819" y="2442"/>
                </a:lnTo>
                <a:lnTo>
                  <a:pt x="851" y="2462"/>
                </a:lnTo>
                <a:lnTo>
                  <a:pt x="861" y="2468"/>
                </a:lnTo>
                <a:lnTo>
                  <a:pt x="924" y="2501"/>
                </a:lnTo>
                <a:lnTo>
                  <a:pt x="939" y="2505"/>
                </a:lnTo>
                <a:lnTo>
                  <a:pt x="973" y="2513"/>
                </a:lnTo>
                <a:lnTo>
                  <a:pt x="990" y="2519"/>
                </a:lnTo>
                <a:lnTo>
                  <a:pt x="1022" y="2518"/>
                </a:lnTo>
                <a:lnTo>
                  <a:pt x="1057" y="2511"/>
                </a:lnTo>
                <a:lnTo>
                  <a:pt x="1090" y="2504"/>
                </a:lnTo>
                <a:lnTo>
                  <a:pt x="1089" y="2549"/>
                </a:lnTo>
                <a:lnTo>
                  <a:pt x="1114" y="2552"/>
                </a:lnTo>
                <a:lnTo>
                  <a:pt x="1150" y="2550"/>
                </a:lnTo>
                <a:lnTo>
                  <a:pt x="1163" y="2566"/>
                </a:lnTo>
                <a:lnTo>
                  <a:pt x="1196" y="2530"/>
                </a:lnTo>
                <a:lnTo>
                  <a:pt x="1205" y="2531"/>
                </a:lnTo>
                <a:lnTo>
                  <a:pt x="1216" y="2524"/>
                </a:lnTo>
                <a:lnTo>
                  <a:pt x="1219" y="2521"/>
                </a:lnTo>
                <a:lnTo>
                  <a:pt x="1234" y="2512"/>
                </a:lnTo>
                <a:lnTo>
                  <a:pt x="1250" y="2502"/>
                </a:lnTo>
                <a:lnTo>
                  <a:pt x="1270" y="2491"/>
                </a:lnTo>
                <a:lnTo>
                  <a:pt x="1295" y="2480"/>
                </a:lnTo>
                <a:lnTo>
                  <a:pt x="1323" y="2466"/>
                </a:lnTo>
                <a:lnTo>
                  <a:pt x="1367" y="2444"/>
                </a:lnTo>
                <a:lnTo>
                  <a:pt x="1402" y="2426"/>
                </a:lnTo>
                <a:lnTo>
                  <a:pt x="1428" y="2415"/>
                </a:lnTo>
                <a:lnTo>
                  <a:pt x="1468" y="2409"/>
                </a:lnTo>
                <a:lnTo>
                  <a:pt x="1501" y="2398"/>
                </a:lnTo>
                <a:lnTo>
                  <a:pt x="1503" y="2389"/>
                </a:lnTo>
                <a:lnTo>
                  <a:pt x="1529" y="2378"/>
                </a:lnTo>
                <a:lnTo>
                  <a:pt x="1534" y="2379"/>
                </a:lnTo>
                <a:lnTo>
                  <a:pt x="1545" y="2387"/>
                </a:lnTo>
                <a:lnTo>
                  <a:pt x="1569" y="2386"/>
                </a:lnTo>
                <a:lnTo>
                  <a:pt x="1600" y="2388"/>
                </a:lnTo>
                <a:lnTo>
                  <a:pt x="1604" y="2386"/>
                </a:lnTo>
                <a:lnTo>
                  <a:pt x="1607" y="2386"/>
                </a:lnTo>
                <a:lnTo>
                  <a:pt x="1610" y="2384"/>
                </a:lnTo>
                <a:lnTo>
                  <a:pt x="1612" y="2382"/>
                </a:lnTo>
                <a:lnTo>
                  <a:pt x="1622" y="2381"/>
                </a:lnTo>
                <a:lnTo>
                  <a:pt x="1646" y="2375"/>
                </a:lnTo>
                <a:lnTo>
                  <a:pt x="1653" y="2380"/>
                </a:lnTo>
                <a:lnTo>
                  <a:pt x="1680" y="2378"/>
                </a:lnTo>
                <a:lnTo>
                  <a:pt x="1688" y="2377"/>
                </a:lnTo>
                <a:lnTo>
                  <a:pt x="1714" y="2383"/>
                </a:lnTo>
                <a:lnTo>
                  <a:pt x="1728" y="2382"/>
                </a:lnTo>
                <a:lnTo>
                  <a:pt x="1733" y="2384"/>
                </a:lnTo>
                <a:lnTo>
                  <a:pt x="1735" y="2386"/>
                </a:lnTo>
                <a:lnTo>
                  <a:pt x="1751" y="2376"/>
                </a:lnTo>
                <a:lnTo>
                  <a:pt x="1756" y="2373"/>
                </a:lnTo>
                <a:lnTo>
                  <a:pt x="1757" y="2372"/>
                </a:lnTo>
                <a:lnTo>
                  <a:pt x="1760" y="2374"/>
                </a:lnTo>
                <a:lnTo>
                  <a:pt x="1761" y="2371"/>
                </a:lnTo>
                <a:lnTo>
                  <a:pt x="1795" y="2374"/>
                </a:lnTo>
                <a:lnTo>
                  <a:pt x="1801" y="2375"/>
                </a:lnTo>
                <a:lnTo>
                  <a:pt x="1804" y="2373"/>
                </a:lnTo>
                <a:lnTo>
                  <a:pt x="1814" y="2372"/>
                </a:lnTo>
                <a:lnTo>
                  <a:pt x="1815" y="2371"/>
                </a:lnTo>
                <a:lnTo>
                  <a:pt x="1818" y="2371"/>
                </a:lnTo>
                <a:lnTo>
                  <a:pt x="1819" y="2371"/>
                </a:lnTo>
                <a:lnTo>
                  <a:pt x="1824" y="2370"/>
                </a:lnTo>
                <a:lnTo>
                  <a:pt x="1830" y="2369"/>
                </a:lnTo>
                <a:lnTo>
                  <a:pt x="1832" y="2366"/>
                </a:lnTo>
                <a:lnTo>
                  <a:pt x="1835" y="2366"/>
                </a:lnTo>
                <a:lnTo>
                  <a:pt x="1838" y="2365"/>
                </a:lnTo>
                <a:lnTo>
                  <a:pt x="1859" y="2346"/>
                </a:lnTo>
                <a:lnTo>
                  <a:pt x="1865" y="2343"/>
                </a:lnTo>
                <a:lnTo>
                  <a:pt x="1891" y="2329"/>
                </a:lnTo>
                <a:lnTo>
                  <a:pt x="1902" y="2328"/>
                </a:lnTo>
                <a:lnTo>
                  <a:pt x="1921" y="2326"/>
                </a:lnTo>
                <a:lnTo>
                  <a:pt x="1925" y="2319"/>
                </a:lnTo>
                <a:lnTo>
                  <a:pt x="1930" y="2317"/>
                </a:lnTo>
                <a:lnTo>
                  <a:pt x="1946" y="2309"/>
                </a:lnTo>
                <a:lnTo>
                  <a:pt x="1951" y="2307"/>
                </a:lnTo>
                <a:lnTo>
                  <a:pt x="1954" y="2305"/>
                </a:lnTo>
                <a:lnTo>
                  <a:pt x="1969" y="2295"/>
                </a:lnTo>
                <a:lnTo>
                  <a:pt x="1972" y="2283"/>
                </a:lnTo>
                <a:lnTo>
                  <a:pt x="1989" y="2267"/>
                </a:lnTo>
                <a:lnTo>
                  <a:pt x="1995" y="2261"/>
                </a:lnTo>
                <a:lnTo>
                  <a:pt x="2003" y="2244"/>
                </a:lnTo>
                <a:lnTo>
                  <a:pt x="2002" y="2240"/>
                </a:lnTo>
                <a:lnTo>
                  <a:pt x="2009" y="2229"/>
                </a:lnTo>
                <a:lnTo>
                  <a:pt x="2014" y="2226"/>
                </a:lnTo>
                <a:lnTo>
                  <a:pt x="2029" y="2204"/>
                </a:lnTo>
                <a:lnTo>
                  <a:pt x="2048" y="2177"/>
                </a:lnTo>
                <a:lnTo>
                  <a:pt x="2054" y="2172"/>
                </a:lnTo>
                <a:lnTo>
                  <a:pt x="2054" y="2171"/>
                </a:lnTo>
                <a:lnTo>
                  <a:pt x="2058" y="2169"/>
                </a:lnTo>
                <a:lnTo>
                  <a:pt x="2066" y="2165"/>
                </a:lnTo>
                <a:lnTo>
                  <a:pt x="2071" y="2162"/>
                </a:lnTo>
                <a:lnTo>
                  <a:pt x="2083" y="2156"/>
                </a:lnTo>
                <a:lnTo>
                  <a:pt x="2090" y="2153"/>
                </a:lnTo>
                <a:lnTo>
                  <a:pt x="2094" y="2152"/>
                </a:lnTo>
                <a:lnTo>
                  <a:pt x="2096" y="2151"/>
                </a:lnTo>
                <a:lnTo>
                  <a:pt x="2102" y="2144"/>
                </a:lnTo>
                <a:lnTo>
                  <a:pt x="2110" y="2139"/>
                </a:lnTo>
                <a:lnTo>
                  <a:pt x="2118" y="2139"/>
                </a:lnTo>
                <a:lnTo>
                  <a:pt x="2126" y="2139"/>
                </a:lnTo>
                <a:lnTo>
                  <a:pt x="2132" y="2133"/>
                </a:lnTo>
                <a:lnTo>
                  <a:pt x="2148" y="2111"/>
                </a:lnTo>
                <a:lnTo>
                  <a:pt x="2157" y="2099"/>
                </a:lnTo>
                <a:lnTo>
                  <a:pt x="2171" y="2097"/>
                </a:lnTo>
                <a:lnTo>
                  <a:pt x="2176" y="2094"/>
                </a:lnTo>
                <a:lnTo>
                  <a:pt x="2179" y="2093"/>
                </a:lnTo>
                <a:lnTo>
                  <a:pt x="2181" y="2082"/>
                </a:lnTo>
                <a:lnTo>
                  <a:pt x="2180" y="2071"/>
                </a:lnTo>
                <a:lnTo>
                  <a:pt x="2179" y="2066"/>
                </a:lnTo>
                <a:lnTo>
                  <a:pt x="2164" y="2043"/>
                </a:lnTo>
                <a:lnTo>
                  <a:pt x="2151" y="2031"/>
                </a:lnTo>
                <a:lnTo>
                  <a:pt x="2150" y="2030"/>
                </a:lnTo>
                <a:lnTo>
                  <a:pt x="2145" y="2029"/>
                </a:lnTo>
                <a:lnTo>
                  <a:pt x="2141" y="2027"/>
                </a:lnTo>
                <a:lnTo>
                  <a:pt x="2136" y="2023"/>
                </a:lnTo>
                <a:lnTo>
                  <a:pt x="2132" y="2020"/>
                </a:lnTo>
                <a:lnTo>
                  <a:pt x="2129" y="2016"/>
                </a:lnTo>
                <a:lnTo>
                  <a:pt x="2124" y="2010"/>
                </a:lnTo>
                <a:lnTo>
                  <a:pt x="2122" y="2005"/>
                </a:lnTo>
                <a:lnTo>
                  <a:pt x="2119" y="2003"/>
                </a:lnTo>
                <a:lnTo>
                  <a:pt x="2116" y="2000"/>
                </a:lnTo>
                <a:lnTo>
                  <a:pt x="2114" y="1996"/>
                </a:lnTo>
                <a:lnTo>
                  <a:pt x="2112" y="1990"/>
                </a:lnTo>
                <a:lnTo>
                  <a:pt x="2111" y="1984"/>
                </a:lnTo>
                <a:lnTo>
                  <a:pt x="2111" y="1979"/>
                </a:lnTo>
                <a:lnTo>
                  <a:pt x="2108" y="1976"/>
                </a:lnTo>
                <a:lnTo>
                  <a:pt x="2104" y="1972"/>
                </a:lnTo>
                <a:lnTo>
                  <a:pt x="2095" y="1969"/>
                </a:lnTo>
                <a:lnTo>
                  <a:pt x="2092" y="1961"/>
                </a:lnTo>
                <a:lnTo>
                  <a:pt x="2093" y="1954"/>
                </a:lnTo>
                <a:lnTo>
                  <a:pt x="2099" y="1935"/>
                </a:lnTo>
                <a:lnTo>
                  <a:pt x="2105" y="1930"/>
                </a:lnTo>
                <a:lnTo>
                  <a:pt x="2107" y="1920"/>
                </a:lnTo>
                <a:lnTo>
                  <a:pt x="2111" y="1917"/>
                </a:lnTo>
                <a:lnTo>
                  <a:pt x="2112" y="1915"/>
                </a:lnTo>
                <a:lnTo>
                  <a:pt x="2109" y="1901"/>
                </a:lnTo>
                <a:lnTo>
                  <a:pt x="2112" y="1888"/>
                </a:lnTo>
                <a:lnTo>
                  <a:pt x="2115" y="1879"/>
                </a:lnTo>
                <a:lnTo>
                  <a:pt x="2117" y="1873"/>
                </a:lnTo>
                <a:lnTo>
                  <a:pt x="2123" y="1860"/>
                </a:lnTo>
                <a:lnTo>
                  <a:pt x="2126" y="1853"/>
                </a:lnTo>
                <a:lnTo>
                  <a:pt x="2132" y="1838"/>
                </a:lnTo>
                <a:lnTo>
                  <a:pt x="2135" y="1831"/>
                </a:lnTo>
                <a:lnTo>
                  <a:pt x="2151" y="1815"/>
                </a:lnTo>
                <a:lnTo>
                  <a:pt x="2160" y="1810"/>
                </a:lnTo>
                <a:lnTo>
                  <a:pt x="2167" y="1805"/>
                </a:lnTo>
                <a:lnTo>
                  <a:pt x="2176" y="1804"/>
                </a:lnTo>
                <a:lnTo>
                  <a:pt x="2183" y="1808"/>
                </a:lnTo>
                <a:lnTo>
                  <a:pt x="2224" y="1806"/>
                </a:lnTo>
                <a:lnTo>
                  <a:pt x="2229" y="1804"/>
                </a:lnTo>
                <a:lnTo>
                  <a:pt x="2245" y="1818"/>
                </a:lnTo>
                <a:lnTo>
                  <a:pt x="2255" y="1831"/>
                </a:lnTo>
                <a:lnTo>
                  <a:pt x="2272" y="1841"/>
                </a:lnTo>
                <a:lnTo>
                  <a:pt x="2293" y="1847"/>
                </a:lnTo>
                <a:lnTo>
                  <a:pt x="2304" y="1846"/>
                </a:lnTo>
                <a:lnTo>
                  <a:pt x="2315" y="1848"/>
                </a:lnTo>
                <a:lnTo>
                  <a:pt x="2317" y="1848"/>
                </a:lnTo>
                <a:lnTo>
                  <a:pt x="2333" y="1853"/>
                </a:lnTo>
                <a:lnTo>
                  <a:pt x="2355" y="1853"/>
                </a:lnTo>
                <a:lnTo>
                  <a:pt x="2387" y="1853"/>
                </a:lnTo>
                <a:lnTo>
                  <a:pt x="2394" y="1856"/>
                </a:lnTo>
                <a:lnTo>
                  <a:pt x="2406" y="1857"/>
                </a:lnTo>
                <a:lnTo>
                  <a:pt x="2417" y="1848"/>
                </a:lnTo>
                <a:lnTo>
                  <a:pt x="2423" y="1841"/>
                </a:lnTo>
                <a:lnTo>
                  <a:pt x="2428" y="1834"/>
                </a:lnTo>
                <a:lnTo>
                  <a:pt x="2437" y="1831"/>
                </a:lnTo>
                <a:lnTo>
                  <a:pt x="2438" y="1829"/>
                </a:lnTo>
                <a:lnTo>
                  <a:pt x="2438" y="1828"/>
                </a:lnTo>
                <a:lnTo>
                  <a:pt x="2439" y="1828"/>
                </a:lnTo>
                <a:lnTo>
                  <a:pt x="2440" y="1827"/>
                </a:lnTo>
                <a:lnTo>
                  <a:pt x="2440" y="1826"/>
                </a:lnTo>
                <a:lnTo>
                  <a:pt x="2440" y="1825"/>
                </a:lnTo>
                <a:lnTo>
                  <a:pt x="2441" y="1824"/>
                </a:lnTo>
                <a:lnTo>
                  <a:pt x="2442" y="1823"/>
                </a:lnTo>
                <a:lnTo>
                  <a:pt x="2443" y="1822"/>
                </a:lnTo>
                <a:lnTo>
                  <a:pt x="2443" y="1820"/>
                </a:lnTo>
                <a:lnTo>
                  <a:pt x="2445" y="1819"/>
                </a:lnTo>
                <a:lnTo>
                  <a:pt x="2447" y="1819"/>
                </a:lnTo>
                <a:lnTo>
                  <a:pt x="2450" y="1818"/>
                </a:lnTo>
                <a:lnTo>
                  <a:pt x="2451" y="1817"/>
                </a:lnTo>
                <a:lnTo>
                  <a:pt x="2457" y="1816"/>
                </a:lnTo>
                <a:lnTo>
                  <a:pt x="2465" y="1814"/>
                </a:lnTo>
                <a:lnTo>
                  <a:pt x="2472" y="1808"/>
                </a:lnTo>
                <a:lnTo>
                  <a:pt x="2477" y="1800"/>
                </a:lnTo>
                <a:lnTo>
                  <a:pt x="2478" y="1798"/>
                </a:lnTo>
                <a:lnTo>
                  <a:pt x="2480" y="1791"/>
                </a:lnTo>
                <a:lnTo>
                  <a:pt x="2481" y="1791"/>
                </a:lnTo>
                <a:lnTo>
                  <a:pt x="2490" y="1782"/>
                </a:lnTo>
                <a:lnTo>
                  <a:pt x="2500" y="1773"/>
                </a:lnTo>
                <a:lnTo>
                  <a:pt x="2502" y="1772"/>
                </a:lnTo>
                <a:lnTo>
                  <a:pt x="2510" y="1758"/>
                </a:lnTo>
                <a:lnTo>
                  <a:pt x="2516" y="1751"/>
                </a:lnTo>
                <a:lnTo>
                  <a:pt x="2518" y="1749"/>
                </a:lnTo>
                <a:lnTo>
                  <a:pt x="2524" y="1735"/>
                </a:lnTo>
                <a:lnTo>
                  <a:pt x="2526" y="1726"/>
                </a:lnTo>
                <a:lnTo>
                  <a:pt x="2526" y="1714"/>
                </a:lnTo>
                <a:lnTo>
                  <a:pt x="2552" y="1701"/>
                </a:lnTo>
                <a:lnTo>
                  <a:pt x="2553" y="1701"/>
                </a:lnTo>
                <a:lnTo>
                  <a:pt x="2580" y="1710"/>
                </a:lnTo>
                <a:lnTo>
                  <a:pt x="2587" y="1710"/>
                </a:lnTo>
                <a:lnTo>
                  <a:pt x="2591" y="1709"/>
                </a:lnTo>
                <a:lnTo>
                  <a:pt x="2592" y="1709"/>
                </a:lnTo>
                <a:lnTo>
                  <a:pt x="2594" y="1708"/>
                </a:lnTo>
                <a:lnTo>
                  <a:pt x="2597" y="1708"/>
                </a:lnTo>
                <a:lnTo>
                  <a:pt x="2602" y="1706"/>
                </a:lnTo>
                <a:lnTo>
                  <a:pt x="2605" y="1706"/>
                </a:lnTo>
                <a:lnTo>
                  <a:pt x="2614" y="1703"/>
                </a:lnTo>
                <a:lnTo>
                  <a:pt x="2642" y="1701"/>
                </a:lnTo>
                <a:lnTo>
                  <a:pt x="2644" y="1700"/>
                </a:lnTo>
                <a:lnTo>
                  <a:pt x="2668" y="1690"/>
                </a:lnTo>
                <a:lnTo>
                  <a:pt x="2688" y="1682"/>
                </a:lnTo>
                <a:lnTo>
                  <a:pt x="2692" y="1677"/>
                </a:lnTo>
                <a:lnTo>
                  <a:pt x="2711" y="1654"/>
                </a:lnTo>
                <a:lnTo>
                  <a:pt x="2718" y="1643"/>
                </a:lnTo>
                <a:lnTo>
                  <a:pt x="2727" y="1638"/>
                </a:lnTo>
                <a:lnTo>
                  <a:pt x="2730" y="1636"/>
                </a:lnTo>
                <a:lnTo>
                  <a:pt x="2730" y="1632"/>
                </a:lnTo>
                <a:lnTo>
                  <a:pt x="2733" y="1630"/>
                </a:lnTo>
                <a:lnTo>
                  <a:pt x="2738" y="1630"/>
                </a:lnTo>
                <a:lnTo>
                  <a:pt x="2743" y="1631"/>
                </a:lnTo>
                <a:lnTo>
                  <a:pt x="2745" y="1629"/>
                </a:lnTo>
                <a:lnTo>
                  <a:pt x="2751" y="1628"/>
                </a:lnTo>
                <a:lnTo>
                  <a:pt x="2754" y="1623"/>
                </a:lnTo>
                <a:lnTo>
                  <a:pt x="2755" y="1620"/>
                </a:lnTo>
                <a:lnTo>
                  <a:pt x="2756" y="1616"/>
                </a:lnTo>
                <a:lnTo>
                  <a:pt x="2758" y="1613"/>
                </a:lnTo>
                <a:lnTo>
                  <a:pt x="2761" y="1609"/>
                </a:lnTo>
                <a:lnTo>
                  <a:pt x="2764" y="1608"/>
                </a:lnTo>
                <a:lnTo>
                  <a:pt x="2762" y="1598"/>
                </a:lnTo>
                <a:lnTo>
                  <a:pt x="2763" y="1596"/>
                </a:lnTo>
                <a:lnTo>
                  <a:pt x="2759" y="1591"/>
                </a:lnTo>
                <a:lnTo>
                  <a:pt x="2755" y="1589"/>
                </a:lnTo>
                <a:lnTo>
                  <a:pt x="2757" y="1570"/>
                </a:lnTo>
                <a:lnTo>
                  <a:pt x="2761" y="1562"/>
                </a:lnTo>
                <a:lnTo>
                  <a:pt x="2773" y="1534"/>
                </a:lnTo>
                <a:lnTo>
                  <a:pt x="2777" y="1533"/>
                </a:lnTo>
                <a:lnTo>
                  <a:pt x="2788" y="1512"/>
                </a:lnTo>
                <a:lnTo>
                  <a:pt x="2792" y="1507"/>
                </a:lnTo>
                <a:lnTo>
                  <a:pt x="2794" y="1499"/>
                </a:lnTo>
                <a:lnTo>
                  <a:pt x="2797" y="1496"/>
                </a:lnTo>
                <a:lnTo>
                  <a:pt x="2806" y="1491"/>
                </a:lnTo>
                <a:lnTo>
                  <a:pt x="2816" y="1488"/>
                </a:lnTo>
                <a:lnTo>
                  <a:pt x="2819" y="1487"/>
                </a:lnTo>
                <a:lnTo>
                  <a:pt x="2820" y="1484"/>
                </a:lnTo>
                <a:lnTo>
                  <a:pt x="2821" y="1483"/>
                </a:lnTo>
                <a:lnTo>
                  <a:pt x="2823" y="1483"/>
                </a:lnTo>
                <a:lnTo>
                  <a:pt x="2824" y="1482"/>
                </a:lnTo>
                <a:lnTo>
                  <a:pt x="2825" y="1479"/>
                </a:lnTo>
                <a:lnTo>
                  <a:pt x="2825" y="1477"/>
                </a:lnTo>
                <a:lnTo>
                  <a:pt x="2826" y="1476"/>
                </a:lnTo>
                <a:lnTo>
                  <a:pt x="2827" y="1476"/>
                </a:lnTo>
                <a:lnTo>
                  <a:pt x="2836" y="1477"/>
                </a:lnTo>
                <a:lnTo>
                  <a:pt x="2851" y="1477"/>
                </a:lnTo>
                <a:lnTo>
                  <a:pt x="2855" y="1477"/>
                </a:lnTo>
                <a:lnTo>
                  <a:pt x="2863" y="1477"/>
                </a:lnTo>
                <a:lnTo>
                  <a:pt x="2885" y="1473"/>
                </a:lnTo>
                <a:lnTo>
                  <a:pt x="2902" y="1471"/>
                </a:lnTo>
                <a:lnTo>
                  <a:pt x="2903" y="1464"/>
                </a:lnTo>
                <a:lnTo>
                  <a:pt x="2901" y="1460"/>
                </a:lnTo>
                <a:lnTo>
                  <a:pt x="2903" y="1448"/>
                </a:lnTo>
                <a:lnTo>
                  <a:pt x="2908" y="1436"/>
                </a:lnTo>
                <a:lnTo>
                  <a:pt x="2903" y="1426"/>
                </a:lnTo>
                <a:lnTo>
                  <a:pt x="2908" y="1424"/>
                </a:lnTo>
                <a:lnTo>
                  <a:pt x="2913" y="1421"/>
                </a:lnTo>
                <a:lnTo>
                  <a:pt x="2917" y="1421"/>
                </a:lnTo>
                <a:lnTo>
                  <a:pt x="2921" y="1420"/>
                </a:lnTo>
                <a:lnTo>
                  <a:pt x="2925" y="1421"/>
                </a:lnTo>
                <a:lnTo>
                  <a:pt x="2927" y="1418"/>
                </a:lnTo>
                <a:lnTo>
                  <a:pt x="2932" y="1420"/>
                </a:lnTo>
                <a:lnTo>
                  <a:pt x="2934" y="1421"/>
                </a:lnTo>
                <a:lnTo>
                  <a:pt x="2935" y="1423"/>
                </a:lnTo>
                <a:lnTo>
                  <a:pt x="2935" y="1426"/>
                </a:lnTo>
                <a:lnTo>
                  <a:pt x="2937" y="1428"/>
                </a:lnTo>
                <a:lnTo>
                  <a:pt x="2940" y="1431"/>
                </a:lnTo>
                <a:lnTo>
                  <a:pt x="2944" y="1434"/>
                </a:lnTo>
                <a:lnTo>
                  <a:pt x="2947" y="1433"/>
                </a:lnTo>
                <a:lnTo>
                  <a:pt x="2951" y="1432"/>
                </a:lnTo>
                <a:lnTo>
                  <a:pt x="2953" y="1430"/>
                </a:lnTo>
                <a:lnTo>
                  <a:pt x="2953" y="1429"/>
                </a:lnTo>
                <a:lnTo>
                  <a:pt x="2955" y="1429"/>
                </a:lnTo>
                <a:lnTo>
                  <a:pt x="2960" y="1429"/>
                </a:lnTo>
                <a:lnTo>
                  <a:pt x="2962" y="1429"/>
                </a:lnTo>
                <a:lnTo>
                  <a:pt x="2964" y="1427"/>
                </a:lnTo>
                <a:lnTo>
                  <a:pt x="2966" y="1426"/>
                </a:lnTo>
                <a:lnTo>
                  <a:pt x="2967" y="1424"/>
                </a:lnTo>
                <a:lnTo>
                  <a:pt x="2965" y="1421"/>
                </a:lnTo>
                <a:lnTo>
                  <a:pt x="2965" y="1420"/>
                </a:lnTo>
                <a:lnTo>
                  <a:pt x="2966" y="1419"/>
                </a:lnTo>
                <a:lnTo>
                  <a:pt x="2969" y="1418"/>
                </a:lnTo>
                <a:lnTo>
                  <a:pt x="2970" y="1417"/>
                </a:lnTo>
                <a:lnTo>
                  <a:pt x="2970" y="1414"/>
                </a:lnTo>
                <a:lnTo>
                  <a:pt x="2972" y="1411"/>
                </a:lnTo>
                <a:lnTo>
                  <a:pt x="2973" y="1410"/>
                </a:lnTo>
                <a:lnTo>
                  <a:pt x="2976" y="1409"/>
                </a:lnTo>
                <a:lnTo>
                  <a:pt x="2979" y="1409"/>
                </a:lnTo>
                <a:lnTo>
                  <a:pt x="2980" y="1409"/>
                </a:lnTo>
                <a:lnTo>
                  <a:pt x="2982" y="1408"/>
                </a:lnTo>
                <a:lnTo>
                  <a:pt x="2982" y="1405"/>
                </a:lnTo>
                <a:lnTo>
                  <a:pt x="2984" y="1405"/>
                </a:lnTo>
                <a:lnTo>
                  <a:pt x="2988" y="1405"/>
                </a:lnTo>
                <a:lnTo>
                  <a:pt x="2989" y="1405"/>
                </a:lnTo>
                <a:lnTo>
                  <a:pt x="2991" y="1404"/>
                </a:lnTo>
                <a:lnTo>
                  <a:pt x="2999" y="1393"/>
                </a:lnTo>
                <a:lnTo>
                  <a:pt x="3003" y="1392"/>
                </a:lnTo>
                <a:lnTo>
                  <a:pt x="3007" y="1392"/>
                </a:lnTo>
                <a:lnTo>
                  <a:pt x="3009" y="1391"/>
                </a:lnTo>
                <a:lnTo>
                  <a:pt x="3012" y="1388"/>
                </a:lnTo>
                <a:lnTo>
                  <a:pt x="3014" y="1385"/>
                </a:lnTo>
                <a:lnTo>
                  <a:pt x="3015" y="1384"/>
                </a:lnTo>
                <a:lnTo>
                  <a:pt x="3019" y="1383"/>
                </a:lnTo>
                <a:lnTo>
                  <a:pt x="3024" y="1378"/>
                </a:lnTo>
                <a:lnTo>
                  <a:pt x="3038" y="1378"/>
                </a:lnTo>
                <a:lnTo>
                  <a:pt x="3044" y="1382"/>
                </a:lnTo>
                <a:lnTo>
                  <a:pt x="3065" y="1382"/>
                </a:lnTo>
                <a:lnTo>
                  <a:pt x="3070" y="1375"/>
                </a:lnTo>
                <a:lnTo>
                  <a:pt x="3073" y="1374"/>
                </a:lnTo>
                <a:lnTo>
                  <a:pt x="3074" y="1375"/>
                </a:lnTo>
                <a:lnTo>
                  <a:pt x="3076" y="1379"/>
                </a:lnTo>
                <a:lnTo>
                  <a:pt x="3083" y="1379"/>
                </a:lnTo>
                <a:lnTo>
                  <a:pt x="3092" y="1380"/>
                </a:lnTo>
                <a:lnTo>
                  <a:pt x="3093" y="1379"/>
                </a:lnTo>
                <a:lnTo>
                  <a:pt x="3094" y="1377"/>
                </a:lnTo>
                <a:lnTo>
                  <a:pt x="3093" y="1375"/>
                </a:lnTo>
                <a:lnTo>
                  <a:pt x="3092" y="1373"/>
                </a:lnTo>
                <a:lnTo>
                  <a:pt x="3098" y="1361"/>
                </a:lnTo>
                <a:lnTo>
                  <a:pt x="3102" y="1361"/>
                </a:lnTo>
                <a:lnTo>
                  <a:pt x="3106" y="1359"/>
                </a:lnTo>
                <a:lnTo>
                  <a:pt x="3108" y="1359"/>
                </a:lnTo>
                <a:lnTo>
                  <a:pt x="3109" y="1361"/>
                </a:lnTo>
                <a:lnTo>
                  <a:pt x="3110" y="1365"/>
                </a:lnTo>
                <a:lnTo>
                  <a:pt x="3109" y="1367"/>
                </a:lnTo>
                <a:lnTo>
                  <a:pt x="3110" y="1369"/>
                </a:lnTo>
                <a:lnTo>
                  <a:pt x="3114" y="1369"/>
                </a:lnTo>
                <a:lnTo>
                  <a:pt x="3116" y="1366"/>
                </a:lnTo>
                <a:lnTo>
                  <a:pt x="3121" y="1363"/>
                </a:lnTo>
                <a:lnTo>
                  <a:pt x="3125" y="1368"/>
                </a:lnTo>
                <a:lnTo>
                  <a:pt x="3131" y="1375"/>
                </a:lnTo>
                <a:lnTo>
                  <a:pt x="3137" y="1380"/>
                </a:lnTo>
                <a:lnTo>
                  <a:pt x="3139" y="1382"/>
                </a:lnTo>
                <a:lnTo>
                  <a:pt x="3140" y="1381"/>
                </a:lnTo>
                <a:lnTo>
                  <a:pt x="3144" y="1378"/>
                </a:lnTo>
                <a:lnTo>
                  <a:pt x="3145" y="1378"/>
                </a:lnTo>
                <a:lnTo>
                  <a:pt x="3151" y="1379"/>
                </a:lnTo>
                <a:lnTo>
                  <a:pt x="3157" y="1378"/>
                </a:lnTo>
                <a:lnTo>
                  <a:pt x="3160" y="1378"/>
                </a:lnTo>
                <a:lnTo>
                  <a:pt x="3160" y="1380"/>
                </a:lnTo>
                <a:lnTo>
                  <a:pt x="3164" y="1381"/>
                </a:lnTo>
                <a:lnTo>
                  <a:pt x="3168" y="1385"/>
                </a:lnTo>
                <a:lnTo>
                  <a:pt x="3169" y="1385"/>
                </a:lnTo>
                <a:lnTo>
                  <a:pt x="3172" y="1382"/>
                </a:lnTo>
                <a:lnTo>
                  <a:pt x="3174" y="1382"/>
                </a:lnTo>
                <a:lnTo>
                  <a:pt x="3175" y="1383"/>
                </a:lnTo>
                <a:lnTo>
                  <a:pt x="3176" y="1385"/>
                </a:lnTo>
                <a:lnTo>
                  <a:pt x="3178" y="1384"/>
                </a:lnTo>
                <a:lnTo>
                  <a:pt x="3179" y="1382"/>
                </a:lnTo>
                <a:lnTo>
                  <a:pt x="3183" y="1376"/>
                </a:lnTo>
                <a:lnTo>
                  <a:pt x="3191" y="1377"/>
                </a:lnTo>
                <a:lnTo>
                  <a:pt x="3194" y="1376"/>
                </a:lnTo>
                <a:lnTo>
                  <a:pt x="3195" y="1375"/>
                </a:lnTo>
                <a:lnTo>
                  <a:pt x="3201" y="1375"/>
                </a:lnTo>
                <a:lnTo>
                  <a:pt x="3205" y="1377"/>
                </a:lnTo>
                <a:lnTo>
                  <a:pt x="3209" y="1377"/>
                </a:lnTo>
                <a:lnTo>
                  <a:pt x="3213" y="1375"/>
                </a:lnTo>
                <a:lnTo>
                  <a:pt x="3214" y="1374"/>
                </a:lnTo>
                <a:lnTo>
                  <a:pt x="3216" y="1375"/>
                </a:lnTo>
                <a:lnTo>
                  <a:pt x="3218" y="1376"/>
                </a:lnTo>
                <a:lnTo>
                  <a:pt x="3219" y="1378"/>
                </a:lnTo>
                <a:lnTo>
                  <a:pt x="3220" y="1380"/>
                </a:lnTo>
                <a:lnTo>
                  <a:pt x="3219" y="1382"/>
                </a:lnTo>
                <a:lnTo>
                  <a:pt x="3224" y="1378"/>
                </a:lnTo>
                <a:lnTo>
                  <a:pt x="3226" y="1376"/>
                </a:lnTo>
                <a:lnTo>
                  <a:pt x="3227" y="1374"/>
                </a:lnTo>
                <a:lnTo>
                  <a:pt x="3230" y="1374"/>
                </a:lnTo>
                <a:lnTo>
                  <a:pt x="3232" y="1373"/>
                </a:lnTo>
                <a:lnTo>
                  <a:pt x="3234" y="1368"/>
                </a:lnTo>
                <a:lnTo>
                  <a:pt x="3235" y="1365"/>
                </a:lnTo>
                <a:lnTo>
                  <a:pt x="3235" y="1362"/>
                </a:lnTo>
                <a:lnTo>
                  <a:pt x="3234" y="1360"/>
                </a:lnTo>
                <a:lnTo>
                  <a:pt x="3244" y="1361"/>
                </a:lnTo>
                <a:lnTo>
                  <a:pt x="3245" y="1361"/>
                </a:lnTo>
                <a:lnTo>
                  <a:pt x="3249" y="1360"/>
                </a:lnTo>
                <a:lnTo>
                  <a:pt x="3249" y="1356"/>
                </a:lnTo>
                <a:lnTo>
                  <a:pt x="3249" y="1355"/>
                </a:lnTo>
                <a:lnTo>
                  <a:pt x="3250" y="1353"/>
                </a:lnTo>
                <a:lnTo>
                  <a:pt x="3251" y="1351"/>
                </a:lnTo>
                <a:lnTo>
                  <a:pt x="3249" y="1347"/>
                </a:lnTo>
                <a:lnTo>
                  <a:pt x="3247" y="1343"/>
                </a:lnTo>
                <a:lnTo>
                  <a:pt x="3247" y="1342"/>
                </a:lnTo>
                <a:lnTo>
                  <a:pt x="3246" y="1340"/>
                </a:lnTo>
                <a:lnTo>
                  <a:pt x="3249" y="1335"/>
                </a:lnTo>
                <a:lnTo>
                  <a:pt x="3249" y="1333"/>
                </a:lnTo>
                <a:lnTo>
                  <a:pt x="3246" y="1328"/>
                </a:lnTo>
                <a:lnTo>
                  <a:pt x="3246" y="1325"/>
                </a:lnTo>
                <a:lnTo>
                  <a:pt x="3247" y="1323"/>
                </a:lnTo>
                <a:lnTo>
                  <a:pt x="3245" y="1323"/>
                </a:lnTo>
                <a:lnTo>
                  <a:pt x="3243" y="1315"/>
                </a:lnTo>
                <a:lnTo>
                  <a:pt x="3244" y="1312"/>
                </a:lnTo>
                <a:lnTo>
                  <a:pt x="3234" y="1311"/>
                </a:lnTo>
                <a:lnTo>
                  <a:pt x="3233" y="1306"/>
                </a:lnTo>
                <a:lnTo>
                  <a:pt x="3235" y="1302"/>
                </a:lnTo>
                <a:lnTo>
                  <a:pt x="3231" y="1302"/>
                </a:lnTo>
                <a:lnTo>
                  <a:pt x="3225" y="1296"/>
                </a:lnTo>
                <a:lnTo>
                  <a:pt x="3224" y="1295"/>
                </a:lnTo>
                <a:lnTo>
                  <a:pt x="3223" y="1293"/>
                </a:lnTo>
                <a:lnTo>
                  <a:pt x="3222" y="1291"/>
                </a:lnTo>
                <a:lnTo>
                  <a:pt x="3221" y="1290"/>
                </a:lnTo>
                <a:lnTo>
                  <a:pt x="3222" y="1289"/>
                </a:lnTo>
                <a:lnTo>
                  <a:pt x="3221" y="1288"/>
                </a:lnTo>
                <a:lnTo>
                  <a:pt x="3221" y="1287"/>
                </a:lnTo>
                <a:lnTo>
                  <a:pt x="3223" y="1284"/>
                </a:lnTo>
                <a:lnTo>
                  <a:pt x="3215" y="1271"/>
                </a:lnTo>
                <a:lnTo>
                  <a:pt x="3214" y="1269"/>
                </a:lnTo>
                <a:lnTo>
                  <a:pt x="3209" y="1263"/>
                </a:lnTo>
                <a:lnTo>
                  <a:pt x="3208" y="1261"/>
                </a:lnTo>
                <a:lnTo>
                  <a:pt x="3207" y="1261"/>
                </a:lnTo>
                <a:lnTo>
                  <a:pt x="3204" y="1258"/>
                </a:lnTo>
                <a:lnTo>
                  <a:pt x="3202" y="1257"/>
                </a:lnTo>
                <a:lnTo>
                  <a:pt x="3200" y="1255"/>
                </a:lnTo>
                <a:lnTo>
                  <a:pt x="3197" y="1252"/>
                </a:lnTo>
                <a:lnTo>
                  <a:pt x="3196" y="1252"/>
                </a:lnTo>
                <a:lnTo>
                  <a:pt x="3196" y="1251"/>
                </a:lnTo>
                <a:lnTo>
                  <a:pt x="3195" y="1250"/>
                </a:lnTo>
                <a:lnTo>
                  <a:pt x="3194" y="1250"/>
                </a:lnTo>
                <a:lnTo>
                  <a:pt x="3193" y="1249"/>
                </a:lnTo>
                <a:lnTo>
                  <a:pt x="3192" y="1249"/>
                </a:lnTo>
                <a:lnTo>
                  <a:pt x="3191" y="1249"/>
                </a:lnTo>
                <a:lnTo>
                  <a:pt x="3190" y="1249"/>
                </a:lnTo>
                <a:lnTo>
                  <a:pt x="3189" y="1249"/>
                </a:lnTo>
                <a:lnTo>
                  <a:pt x="3188" y="1249"/>
                </a:lnTo>
                <a:lnTo>
                  <a:pt x="3187" y="1249"/>
                </a:lnTo>
                <a:lnTo>
                  <a:pt x="3187" y="1250"/>
                </a:lnTo>
                <a:lnTo>
                  <a:pt x="3186" y="1250"/>
                </a:lnTo>
                <a:lnTo>
                  <a:pt x="3185" y="1250"/>
                </a:lnTo>
                <a:lnTo>
                  <a:pt x="3184" y="1250"/>
                </a:lnTo>
                <a:lnTo>
                  <a:pt x="3183" y="1249"/>
                </a:lnTo>
                <a:lnTo>
                  <a:pt x="3182" y="1248"/>
                </a:lnTo>
                <a:lnTo>
                  <a:pt x="3183" y="1248"/>
                </a:lnTo>
                <a:lnTo>
                  <a:pt x="3183" y="1247"/>
                </a:lnTo>
                <a:lnTo>
                  <a:pt x="3183" y="1246"/>
                </a:lnTo>
                <a:lnTo>
                  <a:pt x="3183" y="1245"/>
                </a:lnTo>
                <a:lnTo>
                  <a:pt x="3183" y="1244"/>
                </a:lnTo>
                <a:lnTo>
                  <a:pt x="3183" y="1245"/>
                </a:lnTo>
                <a:lnTo>
                  <a:pt x="3182" y="1244"/>
                </a:lnTo>
                <a:lnTo>
                  <a:pt x="3181" y="1244"/>
                </a:lnTo>
                <a:lnTo>
                  <a:pt x="3182" y="1243"/>
                </a:lnTo>
                <a:lnTo>
                  <a:pt x="3182" y="1244"/>
                </a:lnTo>
                <a:lnTo>
                  <a:pt x="3183" y="1244"/>
                </a:lnTo>
                <a:lnTo>
                  <a:pt x="3183" y="1243"/>
                </a:lnTo>
                <a:lnTo>
                  <a:pt x="3183" y="1242"/>
                </a:lnTo>
                <a:lnTo>
                  <a:pt x="3183" y="1243"/>
                </a:lnTo>
                <a:lnTo>
                  <a:pt x="3182" y="1243"/>
                </a:lnTo>
                <a:lnTo>
                  <a:pt x="3182" y="1242"/>
                </a:lnTo>
                <a:lnTo>
                  <a:pt x="3182" y="1243"/>
                </a:lnTo>
                <a:lnTo>
                  <a:pt x="3183" y="1242"/>
                </a:lnTo>
                <a:lnTo>
                  <a:pt x="3182" y="1242"/>
                </a:lnTo>
                <a:lnTo>
                  <a:pt x="3181" y="1241"/>
                </a:lnTo>
                <a:lnTo>
                  <a:pt x="3181" y="1240"/>
                </a:lnTo>
                <a:lnTo>
                  <a:pt x="3181" y="1239"/>
                </a:lnTo>
                <a:lnTo>
                  <a:pt x="3180" y="1239"/>
                </a:lnTo>
                <a:lnTo>
                  <a:pt x="3179" y="1240"/>
                </a:lnTo>
                <a:lnTo>
                  <a:pt x="3178" y="1240"/>
                </a:lnTo>
                <a:lnTo>
                  <a:pt x="3178" y="1239"/>
                </a:lnTo>
                <a:lnTo>
                  <a:pt x="3178" y="1238"/>
                </a:lnTo>
                <a:lnTo>
                  <a:pt x="3178" y="1239"/>
                </a:lnTo>
                <a:lnTo>
                  <a:pt x="3177" y="1239"/>
                </a:lnTo>
                <a:lnTo>
                  <a:pt x="3176" y="1238"/>
                </a:lnTo>
                <a:lnTo>
                  <a:pt x="3177" y="1238"/>
                </a:lnTo>
                <a:lnTo>
                  <a:pt x="3177" y="1237"/>
                </a:lnTo>
                <a:lnTo>
                  <a:pt x="3176" y="1237"/>
                </a:lnTo>
                <a:lnTo>
                  <a:pt x="3176" y="1236"/>
                </a:lnTo>
                <a:lnTo>
                  <a:pt x="3175" y="1236"/>
                </a:lnTo>
                <a:lnTo>
                  <a:pt x="3174" y="1236"/>
                </a:lnTo>
                <a:lnTo>
                  <a:pt x="3173" y="1236"/>
                </a:lnTo>
                <a:lnTo>
                  <a:pt x="3173" y="1235"/>
                </a:lnTo>
                <a:lnTo>
                  <a:pt x="3173" y="1236"/>
                </a:lnTo>
                <a:lnTo>
                  <a:pt x="3172" y="1236"/>
                </a:lnTo>
                <a:lnTo>
                  <a:pt x="3171" y="1236"/>
                </a:lnTo>
                <a:lnTo>
                  <a:pt x="3172" y="1236"/>
                </a:lnTo>
                <a:lnTo>
                  <a:pt x="3171" y="1236"/>
                </a:lnTo>
                <a:lnTo>
                  <a:pt x="3171" y="1235"/>
                </a:lnTo>
                <a:lnTo>
                  <a:pt x="3170" y="1235"/>
                </a:lnTo>
                <a:lnTo>
                  <a:pt x="3170" y="1234"/>
                </a:lnTo>
                <a:lnTo>
                  <a:pt x="3169" y="1234"/>
                </a:lnTo>
                <a:lnTo>
                  <a:pt x="3169" y="1233"/>
                </a:lnTo>
                <a:lnTo>
                  <a:pt x="3168" y="1233"/>
                </a:lnTo>
                <a:lnTo>
                  <a:pt x="3167" y="1233"/>
                </a:lnTo>
                <a:lnTo>
                  <a:pt x="3166" y="1233"/>
                </a:lnTo>
                <a:lnTo>
                  <a:pt x="3166" y="1232"/>
                </a:lnTo>
                <a:lnTo>
                  <a:pt x="3167" y="1232"/>
                </a:lnTo>
                <a:lnTo>
                  <a:pt x="3167" y="1231"/>
                </a:lnTo>
                <a:lnTo>
                  <a:pt x="3166" y="1231"/>
                </a:lnTo>
                <a:lnTo>
                  <a:pt x="3166" y="1232"/>
                </a:lnTo>
                <a:lnTo>
                  <a:pt x="3165" y="1232"/>
                </a:lnTo>
                <a:lnTo>
                  <a:pt x="3165" y="1231"/>
                </a:lnTo>
                <a:lnTo>
                  <a:pt x="3165" y="1230"/>
                </a:lnTo>
                <a:lnTo>
                  <a:pt x="3164" y="1230"/>
                </a:lnTo>
                <a:lnTo>
                  <a:pt x="3163" y="1229"/>
                </a:lnTo>
                <a:lnTo>
                  <a:pt x="3163" y="1228"/>
                </a:lnTo>
                <a:lnTo>
                  <a:pt x="3162" y="1226"/>
                </a:lnTo>
                <a:lnTo>
                  <a:pt x="3161" y="1226"/>
                </a:lnTo>
                <a:lnTo>
                  <a:pt x="3161" y="1227"/>
                </a:lnTo>
                <a:lnTo>
                  <a:pt x="3160" y="1227"/>
                </a:lnTo>
                <a:lnTo>
                  <a:pt x="3160" y="1226"/>
                </a:lnTo>
                <a:lnTo>
                  <a:pt x="3160" y="1225"/>
                </a:lnTo>
                <a:lnTo>
                  <a:pt x="3159" y="1225"/>
                </a:lnTo>
                <a:lnTo>
                  <a:pt x="3158" y="1225"/>
                </a:lnTo>
                <a:lnTo>
                  <a:pt x="3157" y="1224"/>
                </a:lnTo>
                <a:lnTo>
                  <a:pt x="3156" y="1224"/>
                </a:lnTo>
                <a:lnTo>
                  <a:pt x="3155" y="1223"/>
                </a:lnTo>
                <a:lnTo>
                  <a:pt x="3155" y="1224"/>
                </a:lnTo>
                <a:lnTo>
                  <a:pt x="3154" y="1223"/>
                </a:lnTo>
                <a:lnTo>
                  <a:pt x="3153" y="1223"/>
                </a:lnTo>
                <a:lnTo>
                  <a:pt x="3154" y="1222"/>
                </a:lnTo>
                <a:lnTo>
                  <a:pt x="3153" y="1222"/>
                </a:lnTo>
                <a:lnTo>
                  <a:pt x="3152" y="1222"/>
                </a:lnTo>
                <a:lnTo>
                  <a:pt x="3153" y="1222"/>
                </a:lnTo>
                <a:lnTo>
                  <a:pt x="3153" y="1221"/>
                </a:lnTo>
                <a:lnTo>
                  <a:pt x="3152" y="1221"/>
                </a:lnTo>
                <a:lnTo>
                  <a:pt x="3151" y="1221"/>
                </a:lnTo>
                <a:lnTo>
                  <a:pt x="3151" y="1220"/>
                </a:lnTo>
                <a:lnTo>
                  <a:pt x="3151" y="1219"/>
                </a:lnTo>
                <a:lnTo>
                  <a:pt x="3150" y="1218"/>
                </a:lnTo>
                <a:lnTo>
                  <a:pt x="3149" y="1218"/>
                </a:lnTo>
                <a:lnTo>
                  <a:pt x="3149" y="1219"/>
                </a:lnTo>
                <a:lnTo>
                  <a:pt x="3149" y="1218"/>
                </a:lnTo>
                <a:lnTo>
                  <a:pt x="3149" y="1217"/>
                </a:lnTo>
                <a:lnTo>
                  <a:pt x="3149" y="1218"/>
                </a:lnTo>
                <a:lnTo>
                  <a:pt x="3148" y="1218"/>
                </a:lnTo>
                <a:lnTo>
                  <a:pt x="3147" y="1217"/>
                </a:lnTo>
                <a:lnTo>
                  <a:pt x="3147" y="1218"/>
                </a:lnTo>
                <a:lnTo>
                  <a:pt x="3148" y="1218"/>
                </a:lnTo>
                <a:lnTo>
                  <a:pt x="3147" y="1219"/>
                </a:lnTo>
                <a:lnTo>
                  <a:pt x="3146" y="1219"/>
                </a:lnTo>
                <a:lnTo>
                  <a:pt x="3145" y="1219"/>
                </a:lnTo>
                <a:lnTo>
                  <a:pt x="3145" y="1218"/>
                </a:lnTo>
                <a:lnTo>
                  <a:pt x="3148" y="1211"/>
                </a:lnTo>
                <a:lnTo>
                  <a:pt x="3149" y="1208"/>
                </a:lnTo>
                <a:lnTo>
                  <a:pt x="3145" y="1207"/>
                </a:lnTo>
                <a:lnTo>
                  <a:pt x="3126" y="1202"/>
                </a:lnTo>
                <a:lnTo>
                  <a:pt x="3125" y="1202"/>
                </a:lnTo>
                <a:lnTo>
                  <a:pt x="3118" y="1199"/>
                </a:lnTo>
                <a:lnTo>
                  <a:pt x="3117" y="1194"/>
                </a:lnTo>
                <a:lnTo>
                  <a:pt x="3114" y="1185"/>
                </a:lnTo>
                <a:lnTo>
                  <a:pt x="3114" y="1183"/>
                </a:lnTo>
                <a:lnTo>
                  <a:pt x="3112" y="1175"/>
                </a:lnTo>
                <a:lnTo>
                  <a:pt x="3102" y="1173"/>
                </a:lnTo>
                <a:lnTo>
                  <a:pt x="3094" y="1170"/>
                </a:lnTo>
                <a:lnTo>
                  <a:pt x="3084" y="1167"/>
                </a:lnTo>
                <a:lnTo>
                  <a:pt x="3060" y="1160"/>
                </a:lnTo>
                <a:lnTo>
                  <a:pt x="3058" y="1158"/>
                </a:lnTo>
                <a:lnTo>
                  <a:pt x="3042" y="1138"/>
                </a:lnTo>
                <a:lnTo>
                  <a:pt x="3027" y="1121"/>
                </a:lnTo>
                <a:lnTo>
                  <a:pt x="3024" y="1119"/>
                </a:lnTo>
                <a:lnTo>
                  <a:pt x="3021" y="1120"/>
                </a:lnTo>
                <a:lnTo>
                  <a:pt x="3009" y="1120"/>
                </a:lnTo>
                <a:lnTo>
                  <a:pt x="3008" y="1120"/>
                </a:lnTo>
                <a:lnTo>
                  <a:pt x="3008" y="1121"/>
                </a:lnTo>
                <a:lnTo>
                  <a:pt x="3007" y="1121"/>
                </a:lnTo>
                <a:lnTo>
                  <a:pt x="3007" y="1120"/>
                </a:lnTo>
                <a:lnTo>
                  <a:pt x="3007" y="1119"/>
                </a:lnTo>
                <a:lnTo>
                  <a:pt x="3006" y="1119"/>
                </a:lnTo>
                <a:lnTo>
                  <a:pt x="3006" y="1118"/>
                </a:lnTo>
                <a:lnTo>
                  <a:pt x="3005" y="1118"/>
                </a:lnTo>
                <a:lnTo>
                  <a:pt x="3004" y="1117"/>
                </a:lnTo>
                <a:lnTo>
                  <a:pt x="3004" y="1118"/>
                </a:lnTo>
                <a:lnTo>
                  <a:pt x="3003" y="1118"/>
                </a:lnTo>
                <a:lnTo>
                  <a:pt x="3003" y="1119"/>
                </a:lnTo>
                <a:lnTo>
                  <a:pt x="3001" y="1119"/>
                </a:lnTo>
                <a:lnTo>
                  <a:pt x="3000" y="1119"/>
                </a:lnTo>
                <a:lnTo>
                  <a:pt x="2999" y="1119"/>
                </a:lnTo>
                <a:lnTo>
                  <a:pt x="2999" y="1118"/>
                </a:lnTo>
                <a:lnTo>
                  <a:pt x="2997" y="1118"/>
                </a:lnTo>
                <a:lnTo>
                  <a:pt x="2996" y="1119"/>
                </a:lnTo>
                <a:lnTo>
                  <a:pt x="2996" y="1120"/>
                </a:lnTo>
                <a:lnTo>
                  <a:pt x="2995" y="1120"/>
                </a:lnTo>
                <a:lnTo>
                  <a:pt x="2995" y="1121"/>
                </a:lnTo>
                <a:lnTo>
                  <a:pt x="2994" y="1121"/>
                </a:lnTo>
                <a:lnTo>
                  <a:pt x="2994" y="1120"/>
                </a:lnTo>
                <a:lnTo>
                  <a:pt x="2993" y="1120"/>
                </a:lnTo>
                <a:lnTo>
                  <a:pt x="2993" y="1121"/>
                </a:lnTo>
                <a:lnTo>
                  <a:pt x="2992" y="1121"/>
                </a:lnTo>
                <a:lnTo>
                  <a:pt x="2991" y="1121"/>
                </a:lnTo>
                <a:lnTo>
                  <a:pt x="2990" y="1121"/>
                </a:lnTo>
                <a:lnTo>
                  <a:pt x="2990" y="1120"/>
                </a:lnTo>
                <a:lnTo>
                  <a:pt x="2989" y="1120"/>
                </a:lnTo>
                <a:lnTo>
                  <a:pt x="2988" y="1120"/>
                </a:lnTo>
                <a:lnTo>
                  <a:pt x="2988" y="1121"/>
                </a:lnTo>
                <a:lnTo>
                  <a:pt x="2989" y="1121"/>
                </a:lnTo>
                <a:lnTo>
                  <a:pt x="2988" y="1121"/>
                </a:lnTo>
                <a:lnTo>
                  <a:pt x="2988" y="1122"/>
                </a:lnTo>
                <a:lnTo>
                  <a:pt x="2987" y="1122"/>
                </a:lnTo>
                <a:lnTo>
                  <a:pt x="2986" y="1121"/>
                </a:lnTo>
                <a:lnTo>
                  <a:pt x="2985" y="1121"/>
                </a:lnTo>
                <a:lnTo>
                  <a:pt x="2984" y="1120"/>
                </a:lnTo>
                <a:lnTo>
                  <a:pt x="2983" y="1120"/>
                </a:lnTo>
                <a:lnTo>
                  <a:pt x="2982" y="1120"/>
                </a:lnTo>
                <a:lnTo>
                  <a:pt x="2982" y="1119"/>
                </a:lnTo>
                <a:lnTo>
                  <a:pt x="2982" y="1118"/>
                </a:lnTo>
                <a:lnTo>
                  <a:pt x="2981" y="1118"/>
                </a:lnTo>
                <a:lnTo>
                  <a:pt x="2980" y="1118"/>
                </a:lnTo>
                <a:lnTo>
                  <a:pt x="2979" y="1118"/>
                </a:lnTo>
                <a:lnTo>
                  <a:pt x="2978" y="1118"/>
                </a:lnTo>
                <a:lnTo>
                  <a:pt x="2978" y="1117"/>
                </a:lnTo>
                <a:lnTo>
                  <a:pt x="2979" y="1117"/>
                </a:lnTo>
                <a:lnTo>
                  <a:pt x="2978" y="1116"/>
                </a:lnTo>
                <a:lnTo>
                  <a:pt x="2978" y="1115"/>
                </a:lnTo>
                <a:lnTo>
                  <a:pt x="2977" y="1116"/>
                </a:lnTo>
                <a:lnTo>
                  <a:pt x="2976" y="1116"/>
                </a:lnTo>
                <a:lnTo>
                  <a:pt x="2975" y="1116"/>
                </a:lnTo>
                <a:lnTo>
                  <a:pt x="2974" y="1116"/>
                </a:lnTo>
                <a:lnTo>
                  <a:pt x="2973" y="1116"/>
                </a:lnTo>
                <a:lnTo>
                  <a:pt x="2973" y="1115"/>
                </a:lnTo>
                <a:lnTo>
                  <a:pt x="2973" y="1116"/>
                </a:lnTo>
                <a:lnTo>
                  <a:pt x="2972" y="1116"/>
                </a:lnTo>
                <a:lnTo>
                  <a:pt x="2971" y="1117"/>
                </a:lnTo>
                <a:lnTo>
                  <a:pt x="2971" y="1116"/>
                </a:lnTo>
                <a:lnTo>
                  <a:pt x="2971" y="1115"/>
                </a:lnTo>
                <a:lnTo>
                  <a:pt x="2970" y="1115"/>
                </a:lnTo>
                <a:lnTo>
                  <a:pt x="2969" y="1115"/>
                </a:lnTo>
                <a:lnTo>
                  <a:pt x="2969" y="1116"/>
                </a:lnTo>
                <a:lnTo>
                  <a:pt x="2968" y="1116"/>
                </a:lnTo>
                <a:lnTo>
                  <a:pt x="2967" y="1116"/>
                </a:lnTo>
                <a:lnTo>
                  <a:pt x="2967" y="1117"/>
                </a:lnTo>
                <a:lnTo>
                  <a:pt x="2966" y="1118"/>
                </a:lnTo>
                <a:lnTo>
                  <a:pt x="2965" y="1118"/>
                </a:lnTo>
                <a:lnTo>
                  <a:pt x="2965" y="1119"/>
                </a:lnTo>
                <a:lnTo>
                  <a:pt x="2964" y="1119"/>
                </a:lnTo>
                <a:lnTo>
                  <a:pt x="2964" y="1118"/>
                </a:lnTo>
                <a:lnTo>
                  <a:pt x="2963" y="1118"/>
                </a:lnTo>
                <a:lnTo>
                  <a:pt x="2964" y="1118"/>
                </a:lnTo>
                <a:lnTo>
                  <a:pt x="2964" y="1117"/>
                </a:lnTo>
                <a:lnTo>
                  <a:pt x="2963" y="1117"/>
                </a:lnTo>
                <a:lnTo>
                  <a:pt x="2962" y="1116"/>
                </a:lnTo>
                <a:lnTo>
                  <a:pt x="2962" y="1117"/>
                </a:lnTo>
                <a:lnTo>
                  <a:pt x="2961" y="1117"/>
                </a:lnTo>
                <a:lnTo>
                  <a:pt x="2961" y="1118"/>
                </a:lnTo>
                <a:lnTo>
                  <a:pt x="2960" y="1119"/>
                </a:lnTo>
                <a:lnTo>
                  <a:pt x="2961" y="1120"/>
                </a:lnTo>
                <a:lnTo>
                  <a:pt x="2960" y="1120"/>
                </a:lnTo>
                <a:lnTo>
                  <a:pt x="2959" y="1120"/>
                </a:lnTo>
                <a:lnTo>
                  <a:pt x="2959" y="1121"/>
                </a:lnTo>
                <a:lnTo>
                  <a:pt x="2958" y="1121"/>
                </a:lnTo>
                <a:lnTo>
                  <a:pt x="2957" y="1121"/>
                </a:lnTo>
                <a:lnTo>
                  <a:pt x="2957" y="1122"/>
                </a:lnTo>
                <a:lnTo>
                  <a:pt x="2956" y="1122"/>
                </a:lnTo>
                <a:lnTo>
                  <a:pt x="2955" y="1123"/>
                </a:lnTo>
                <a:lnTo>
                  <a:pt x="2955" y="1122"/>
                </a:lnTo>
                <a:lnTo>
                  <a:pt x="2954" y="1122"/>
                </a:lnTo>
                <a:lnTo>
                  <a:pt x="2954" y="1123"/>
                </a:lnTo>
                <a:lnTo>
                  <a:pt x="2953" y="1123"/>
                </a:lnTo>
                <a:lnTo>
                  <a:pt x="2953" y="1124"/>
                </a:lnTo>
                <a:lnTo>
                  <a:pt x="2953" y="1125"/>
                </a:lnTo>
                <a:lnTo>
                  <a:pt x="2952" y="1125"/>
                </a:lnTo>
                <a:lnTo>
                  <a:pt x="2952" y="1124"/>
                </a:lnTo>
                <a:lnTo>
                  <a:pt x="2951" y="1125"/>
                </a:lnTo>
                <a:lnTo>
                  <a:pt x="2950" y="1125"/>
                </a:lnTo>
                <a:lnTo>
                  <a:pt x="2949" y="1125"/>
                </a:lnTo>
                <a:lnTo>
                  <a:pt x="2948" y="1125"/>
                </a:lnTo>
                <a:lnTo>
                  <a:pt x="2948" y="1126"/>
                </a:lnTo>
                <a:lnTo>
                  <a:pt x="2947" y="1126"/>
                </a:lnTo>
                <a:lnTo>
                  <a:pt x="2946" y="1126"/>
                </a:lnTo>
                <a:lnTo>
                  <a:pt x="2945" y="1125"/>
                </a:lnTo>
                <a:lnTo>
                  <a:pt x="2944" y="1125"/>
                </a:lnTo>
                <a:lnTo>
                  <a:pt x="2944" y="1126"/>
                </a:lnTo>
                <a:lnTo>
                  <a:pt x="2943" y="1126"/>
                </a:lnTo>
                <a:lnTo>
                  <a:pt x="2942" y="1126"/>
                </a:lnTo>
                <a:lnTo>
                  <a:pt x="2942" y="1125"/>
                </a:lnTo>
                <a:lnTo>
                  <a:pt x="2941" y="1125"/>
                </a:lnTo>
                <a:lnTo>
                  <a:pt x="2941" y="1126"/>
                </a:lnTo>
                <a:lnTo>
                  <a:pt x="2941" y="1127"/>
                </a:lnTo>
                <a:lnTo>
                  <a:pt x="2940" y="1127"/>
                </a:lnTo>
                <a:lnTo>
                  <a:pt x="2939" y="1126"/>
                </a:lnTo>
                <a:lnTo>
                  <a:pt x="2938" y="1126"/>
                </a:lnTo>
                <a:lnTo>
                  <a:pt x="2937" y="1126"/>
                </a:lnTo>
                <a:lnTo>
                  <a:pt x="2936" y="1126"/>
                </a:lnTo>
                <a:lnTo>
                  <a:pt x="2936" y="1125"/>
                </a:lnTo>
                <a:lnTo>
                  <a:pt x="2935" y="1125"/>
                </a:lnTo>
                <a:lnTo>
                  <a:pt x="2934" y="1125"/>
                </a:lnTo>
                <a:lnTo>
                  <a:pt x="2933" y="1126"/>
                </a:lnTo>
                <a:lnTo>
                  <a:pt x="2933" y="1125"/>
                </a:lnTo>
                <a:lnTo>
                  <a:pt x="2932" y="1124"/>
                </a:lnTo>
                <a:lnTo>
                  <a:pt x="2931" y="1124"/>
                </a:lnTo>
                <a:lnTo>
                  <a:pt x="2921" y="1128"/>
                </a:lnTo>
                <a:lnTo>
                  <a:pt x="2919" y="1131"/>
                </a:lnTo>
                <a:lnTo>
                  <a:pt x="2918" y="1132"/>
                </a:lnTo>
                <a:lnTo>
                  <a:pt x="2888" y="1181"/>
                </a:lnTo>
                <a:lnTo>
                  <a:pt x="2888" y="1182"/>
                </a:lnTo>
                <a:lnTo>
                  <a:pt x="2888" y="1184"/>
                </a:lnTo>
                <a:lnTo>
                  <a:pt x="2887" y="1185"/>
                </a:lnTo>
                <a:lnTo>
                  <a:pt x="2884" y="1186"/>
                </a:lnTo>
                <a:lnTo>
                  <a:pt x="2883" y="1187"/>
                </a:lnTo>
                <a:lnTo>
                  <a:pt x="2872" y="1212"/>
                </a:lnTo>
                <a:lnTo>
                  <a:pt x="2827" y="1180"/>
                </a:lnTo>
                <a:lnTo>
                  <a:pt x="2814" y="1175"/>
                </a:lnTo>
                <a:lnTo>
                  <a:pt x="2796" y="1169"/>
                </a:lnTo>
                <a:lnTo>
                  <a:pt x="2784" y="1169"/>
                </a:lnTo>
                <a:lnTo>
                  <a:pt x="2768" y="1173"/>
                </a:lnTo>
                <a:lnTo>
                  <a:pt x="2738" y="1188"/>
                </a:lnTo>
                <a:lnTo>
                  <a:pt x="2712" y="1182"/>
                </a:lnTo>
                <a:lnTo>
                  <a:pt x="2693" y="1197"/>
                </a:lnTo>
                <a:lnTo>
                  <a:pt x="2680" y="1218"/>
                </a:lnTo>
                <a:lnTo>
                  <a:pt x="2676" y="1225"/>
                </a:lnTo>
                <a:lnTo>
                  <a:pt x="2672" y="1227"/>
                </a:lnTo>
                <a:lnTo>
                  <a:pt x="2618" y="1184"/>
                </a:lnTo>
                <a:lnTo>
                  <a:pt x="2616" y="1175"/>
                </a:lnTo>
                <a:lnTo>
                  <a:pt x="2614" y="1167"/>
                </a:lnTo>
                <a:lnTo>
                  <a:pt x="2611" y="1157"/>
                </a:lnTo>
                <a:lnTo>
                  <a:pt x="2609" y="1148"/>
                </a:lnTo>
                <a:lnTo>
                  <a:pt x="2608" y="1147"/>
                </a:lnTo>
                <a:lnTo>
                  <a:pt x="2607" y="1147"/>
                </a:lnTo>
                <a:lnTo>
                  <a:pt x="2607" y="1146"/>
                </a:lnTo>
                <a:lnTo>
                  <a:pt x="2607" y="1145"/>
                </a:lnTo>
                <a:lnTo>
                  <a:pt x="2609" y="1143"/>
                </a:lnTo>
                <a:lnTo>
                  <a:pt x="2609" y="1142"/>
                </a:lnTo>
                <a:lnTo>
                  <a:pt x="2609" y="1141"/>
                </a:lnTo>
                <a:lnTo>
                  <a:pt x="2608" y="1141"/>
                </a:lnTo>
                <a:lnTo>
                  <a:pt x="2608" y="1140"/>
                </a:lnTo>
                <a:lnTo>
                  <a:pt x="2607" y="1140"/>
                </a:lnTo>
                <a:lnTo>
                  <a:pt x="2607" y="1138"/>
                </a:lnTo>
                <a:lnTo>
                  <a:pt x="2643" y="1112"/>
                </a:lnTo>
                <a:lnTo>
                  <a:pt x="2634" y="1059"/>
                </a:lnTo>
                <a:lnTo>
                  <a:pt x="2665" y="995"/>
                </a:lnTo>
                <a:lnTo>
                  <a:pt x="2665" y="994"/>
                </a:lnTo>
                <a:lnTo>
                  <a:pt x="2660" y="985"/>
                </a:lnTo>
                <a:lnTo>
                  <a:pt x="2728" y="777"/>
                </a:lnTo>
                <a:lnTo>
                  <a:pt x="2728" y="776"/>
                </a:lnTo>
                <a:lnTo>
                  <a:pt x="2751" y="788"/>
                </a:lnTo>
                <a:lnTo>
                  <a:pt x="2777" y="802"/>
                </a:lnTo>
                <a:lnTo>
                  <a:pt x="2787" y="805"/>
                </a:lnTo>
                <a:lnTo>
                  <a:pt x="2808" y="811"/>
                </a:lnTo>
                <a:lnTo>
                  <a:pt x="2835" y="808"/>
                </a:lnTo>
                <a:lnTo>
                  <a:pt x="2856" y="817"/>
                </a:lnTo>
                <a:lnTo>
                  <a:pt x="2881" y="825"/>
                </a:lnTo>
                <a:lnTo>
                  <a:pt x="2882" y="825"/>
                </a:lnTo>
                <a:lnTo>
                  <a:pt x="2882" y="824"/>
                </a:lnTo>
                <a:lnTo>
                  <a:pt x="2881" y="822"/>
                </a:lnTo>
                <a:lnTo>
                  <a:pt x="2882" y="822"/>
                </a:lnTo>
                <a:lnTo>
                  <a:pt x="2882" y="821"/>
                </a:lnTo>
                <a:lnTo>
                  <a:pt x="2883" y="821"/>
                </a:lnTo>
                <a:lnTo>
                  <a:pt x="2883" y="820"/>
                </a:lnTo>
                <a:lnTo>
                  <a:pt x="2884" y="820"/>
                </a:lnTo>
                <a:lnTo>
                  <a:pt x="2884" y="819"/>
                </a:lnTo>
                <a:lnTo>
                  <a:pt x="2885" y="819"/>
                </a:lnTo>
                <a:lnTo>
                  <a:pt x="2885" y="818"/>
                </a:lnTo>
                <a:lnTo>
                  <a:pt x="2886" y="818"/>
                </a:lnTo>
                <a:lnTo>
                  <a:pt x="2886" y="817"/>
                </a:lnTo>
                <a:lnTo>
                  <a:pt x="2886" y="816"/>
                </a:lnTo>
                <a:lnTo>
                  <a:pt x="2885" y="816"/>
                </a:lnTo>
                <a:lnTo>
                  <a:pt x="2885" y="815"/>
                </a:lnTo>
                <a:lnTo>
                  <a:pt x="2886" y="815"/>
                </a:lnTo>
                <a:lnTo>
                  <a:pt x="2886" y="814"/>
                </a:lnTo>
                <a:lnTo>
                  <a:pt x="2887" y="814"/>
                </a:lnTo>
                <a:lnTo>
                  <a:pt x="2887" y="813"/>
                </a:lnTo>
                <a:lnTo>
                  <a:pt x="2887" y="812"/>
                </a:lnTo>
                <a:lnTo>
                  <a:pt x="2887" y="811"/>
                </a:lnTo>
                <a:lnTo>
                  <a:pt x="2887" y="809"/>
                </a:lnTo>
                <a:lnTo>
                  <a:pt x="2888" y="809"/>
                </a:lnTo>
                <a:lnTo>
                  <a:pt x="2889" y="808"/>
                </a:lnTo>
                <a:lnTo>
                  <a:pt x="2889" y="809"/>
                </a:lnTo>
                <a:lnTo>
                  <a:pt x="2890" y="809"/>
                </a:lnTo>
                <a:lnTo>
                  <a:pt x="2890" y="808"/>
                </a:lnTo>
                <a:lnTo>
                  <a:pt x="2891" y="808"/>
                </a:lnTo>
                <a:lnTo>
                  <a:pt x="2892" y="808"/>
                </a:lnTo>
                <a:lnTo>
                  <a:pt x="2893" y="808"/>
                </a:lnTo>
                <a:lnTo>
                  <a:pt x="2894" y="808"/>
                </a:lnTo>
                <a:lnTo>
                  <a:pt x="2894" y="807"/>
                </a:lnTo>
                <a:lnTo>
                  <a:pt x="2895" y="807"/>
                </a:lnTo>
                <a:lnTo>
                  <a:pt x="2896" y="807"/>
                </a:lnTo>
                <a:lnTo>
                  <a:pt x="2897" y="807"/>
                </a:lnTo>
                <a:lnTo>
                  <a:pt x="2898" y="807"/>
                </a:lnTo>
                <a:lnTo>
                  <a:pt x="2898" y="806"/>
                </a:lnTo>
                <a:lnTo>
                  <a:pt x="2898" y="805"/>
                </a:lnTo>
                <a:lnTo>
                  <a:pt x="2898" y="804"/>
                </a:lnTo>
                <a:lnTo>
                  <a:pt x="2899" y="804"/>
                </a:lnTo>
                <a:lnTo>
                  <a:pt x="2900" y="804"/>
                </a:lnTo>
                <a:lnTo>
                  <a:pt x="2901" y="804"/>
                </a:lnTo>
                <a:lnTo>
                  <a:pt x="2901" y="803"/>
                </a:lnTo>
                <a:lnTo>
                  <a:pt x="2901" y="802"/>
                </a:lnTo>
                <a:lnTo>
                  <a:pt x="2902" y="801"/>
                </a:lnTo>
                <a:lnTo>
                  <a:pt x="2903" y="801"/>
                </a:lnTo>
                <a:lnTo>
                  <a:pt x="2904" y="801"/>
                </a:lnTo>
                <a:lnTo>
                  <a:pt x="2904" y="802"/>
                </a:lnTo>
                <a:lnTo>
                  <a:pt x="2906" y="802"/>
                </a:lnTo>
                <a:lnTo>
                  <a:pt x="2907" y="802"/>
                </a:lnTo>
                <a:lnTo>
                  <a:pt x="2908" y="802"/>
                </a:lnTo>
                <a:lnTo>
                  <a:pt x="2909" y="802"/>
                </a:lnTo>
                <a:lnTo>
                  <a:pt x="2910" y="802"/>
                </a:lnTo>
                <a:lnTo>
                  <a:pt x="2911" y="802"/>
                </a:lnTo>
                <a:lnTo>
                  <a:pt x="2912" y="802"/>
                </a:lnTo>
                <a:lnTo>
                  <a:pt x="2912" y="801"/>
                </a:lnTo>
                <a:lnTo>
                  <a:pt x="2913" y="801"/>
                </a:lnTo>
                <a:lnTo>
                  <a:pt x="2915" y="800"/>
                </a:lnTo>
                <a:lnTo>
                  <a:pt x="2915" y="798"/>
                </a:lnTo>
                <a:lnTo>
                  <a:pt x="2916" y="797"/>
                </a:lnTo>
                <a:lnTo>
                  <a:pt x="2917" y="796"/>
                </a:lnTo>
                <a:lnTo>
                  <a:pt x="2917" y="795"/>
                </a:lnTo>
                <a:lnTo>
                  <a:pt x="2917" y="794"/>
                </a:lnTo>
                <a:lnTo>
                  <a:pt x="2917" y="793"/>
                </a:lnTo>
                <a:lnTo>
                  <a:pt x="2918" y="793"/>
                </a:lnTo>
                <a:lnTo>
                  <a:pt x="2918" y="792"/>
                </a:lnTo>
                <a:lnTo>
                  <a:pt x="2918" y="790"/>
                </a:lnTo>
                <a:lnTo>
                  <a:pt x="2919" y="789"/>
                </a:lnTo>
                <a:lnTo>
                  <a:pt x="2921" y="790"/>
                </a:lnTo>
                <a:lnTo>
                  <a:pt x="2922" y="790"/>
                </a:lnTo>
                <a:lnTo>
                  <a:pt x="2923" y="791"/>
                </a:lnTo>
                <a:lnTo>
                  <a:pt x="2924" y="791"/>
                </a:lnTo>
                <a:lnTo>
                  <a:pt x="2925" y="791"/>
                </a:lnTo>
                <a:lnTo>
                  <a:pt x="2925" y="790"/>
                </a:lnTo>
                <a:lnTo>
                  <a:pt x="2926" y="790"/>
                </a:lnTo>
                <a:lnTo>
                  <a:pt x="2925" y="790"/>
                </a:lnTo>
                <a:lnTo>
                  <a:pt x="2925" y="789"/>
                </a:lnTo>
                <a:lnTo>
                  <a:pt x="2925" y="788"/>
                </a:lnTo>
                <a:lnTo>
                  <a:pt x="2926" y="788"/>
                </a:lnTo>
                <a:lnTo>
                  <a:pt x="2926" y="787"/>
                </a:lnTo>
                <a:lnTo>
                  <a:pt x="2926" y="786"/>
                </a:lnTo>
                <a:lnTo>
                  <a:pt x="2927" y="785"/>
                </a:lnTo>
                <a:lnTo>
                  <a:pt x="2927" y="786"/>
                </a:lnTo>
                <a:lnTo>
                  <a:pt x="2928" y="786"/>
                </a:lnTo>
                <a:lnTo>
                  <a:pt x="2928" y="785"/>
                </a:lnTo>
                <a:lnTo>
                  <a:pt x="2929" y="785"/>
                </a:lnTo>
                <a:lnTo>
                  <a:pt x="2930" y="784"/>
                </a:lnTo>
                <a:lnTo>
                  <a:pt x="2930" y="783"/>
                </a:lnTo>
                <a:lnTo>
                  <a:pt x="2930" y="782"/>
                </a:lnTo>
                <a:lnTo>
                  <a:pt x="2930" y="781"/>
                </a:lnTo>
                <a:lnTo>
                  <a:pt x="2931" y="781"/>
                </a:lnTo>
                <a:lnTo>
                  <a:pt x="2931" y="780"/>
                </a:lnTo>
                <a:lnTo>
                  <a:pt x="2930" y="780"/>
                </a:lnTo>
                <a:lnTo>
                  <a:pt x="2929" y="780"/>
                </a:lnTo>
                <a:lnTo>
                  <a:pt x="2929" y="779"/>
                </a:lnTo>
                <a:lnTo>
                  <a:pt x="2930" y="779"/>
                </a:lnTo>
                <a:lnTo>
                  <a:pt x="2930" y="778"/>
                </a:lnTo>
                <a:lnTo>
                  <a:pt x="2931" y="778"/>
                </a:lnTo>
                <a:lnTo>
                  <a:pt x="2932" y="778"/>
                </a:lnTo>
                <a:lnTo>
                  <a:pt x="2932" y="777"/>
                </a:lnTo>
                <a:lnTo>
                  <a:pt x="2932" y="776"/>
                </a:lnTo>
                <a:lnTo>
                  <a:pt x="2933" y="776"/>
                </a:lnTo>
                <a:lnTo>
                  <a:pt x="2933" y="775"/>
                </a:lnTo>
                <a:lnTo>
                  <a:pt x="2933" y="774"/>
                </a:lnTo>
                <a:lnTo>
                  <a:pt x="2932" y="774"/>
                </a:lnTo>
                <a:lnTo>
                  <a:pt x="2932" y="773"/>
                </a:lnTo>
                <a:lnTo>
                  <a:pt x="2933" y="773"/>
                </a:lnTo>
                <a:lnTo>
                  <a:pt x="2934" y="773"/>
                </a:lnTo>
                <a:lnTo>
                  <a:pt x="2934" y="774"/>
                </a:lnTo>
                <a:lnTo>
                  <a:pt x="2934" y="773"/>
                </a:lnTo>
                <a:lnTo>
                  <a:pt x="2935" y="773"/>
                </a:lnTo>
                <a:lnTo>
                  <a:pt x="2935" y="772"/>
                </a:lnTo>
                <a:lnTo>
                  <a:pt x="2936" y="772"/>
                </a:lnTo>
                <a:lnTo>
                  <a:pt x="2937" y="772"/>
                </a:lnTo>
                <a:lnTo>
                  <a:pt x="2938" y="772"/>
                </a:lnTo>
                <a:lnTo>
                  <a:pt x="2939" y="772"/>
                </a:lnTo>
                <a:lnTo>
                  <a:pt x="2939" y="771"/>
                </a:lnTo>
                <a:lnTo>
                  <a:pt x="2940" y="770"/>
                </a:lnTo>
                <a:lnTo>
                  <a:pt x="2939" y="770"/>
                </a:lnTo>
                <a:lnTo>
                  <a:pt x="2939" y="769"/>
                </a:lnTo>
                <a:lnTo>
                  <a:pt x="2940" y="769"/>
                </a:lnTo>
                <a:lnTo>
                  <a:pt x="2941" y="769"/>
                </a:lnTo>
                <a:lnTo>
                  <a:pt x="2941" y="768"/>
                </a:lnTo>
                <a:lnTo>
                  <a:pt x="2940" y="768"/>
                </a:lnTo>
                <a:lnTo>
                  <a:pt x="2941" y="768"/>
                </a:lnTo>
                <a:lnTo>
                  <a:pt x="2941" y="767"/>
                </a:lnTo>
                <a:lnTo>
                  <a:pt x="2942" y="766"/>
                </a:lnTo>
                <a:lnTo>
                  <a:pt x="2941" y="766"/>
                </a:lnTo>
                <a:lnTo>
                  <a:pt x="2941" y="765"/>
                </a:lnTo>
                <a:lnTo>
                  <a:pt x="2942" y="765"/>
                </a:lnTo>
                <a:lnTo>
                  <a:pt x="2943" y="765"/>
                </a:lnTo>
                <a:lnTo>
                  <a:pt x="2943" y="766"/>
                </a:lnTo>
                <a:lnTo>
                  <a:pt x="2944" y="766"/>
                </a:lnTo>
                <a:lnTo>
                  <a:pt x="2945" y="766"/>
                </a:lnTo>
                <a:lnTo>
                  <a:pt x="2945" y="765"/>
                </a:lnTo>
                <a:lnTo>
                  <a:pt x="2945" y="764"/>
                </a:lnTo>
                <a:lnTo>
                  <a:pt x="2946" y="764"/>
                </a:lnTo>
                <a:lnTo>
                  <a:pt x="2946" y="763"/>
                </a:lnTo>
                <a:lnTo>
                  <a:pt x="2947" y="763"/>
                </a:lnTo>
                <a:lnTo>
                  <a:pt x="2947" y="764"/>
                </a:lnTo>
                <a:lnTo>
                  <a:pt x="2948" y="764"/>
                </a:lnTo>
                <a:lnTo>
                  <a:pt x="2948" y="763"/>
                </a:lnTo>
                <a:lnTo>
                  <a:pt x="2949" y="763"/>
                </a:lnTo>
                <a:lnTo>
                  <a:pt x="2950" y="763"/>
                </a:lnTo>
                <a:lnTo>
                  <a:pt x="2950" y="762"/>
                </a:lnTo>
                <a:lnTo>
                  <a:pt x="2951" y="762"/>
                </a:lnTo>
                <a:lnTo>
                  <a:pt x="2951" y="763"/>
                </a:lnTo>
                <a:lnTo>
                  <a:pt x="2951" y="762"/>
                </a:lnTo>
                <a:lnTo>
                  <a:pt x="2951" y="761"/>
                </a:lnTo>
                <a:lnTo>
                  <a:pt x="2950" y="761"/>
                </a:lnTo>
                <a:lnTo>
                  <a:pt x="2950" y="760"/>
                </a:lnTo>
                <a:lnTo>
                  <a:pt x="2951" y="760"/>
                </a:lnTo>
                <a:lnTo>
                  <a:pt x="2951" y="759"/>
                </a:lnTo>
                <a:lnTo>
                  <a:pt x="2950" y="759"/>
                </a:lnTo>
                <a:lnTo>
                  <a:pt x="2950" y="758"/>
                </a:lnTo>
                <a:lnTo>
                  <a:pt x="2951" y="757"/>
                </a:lnTo>
                <a:lnTo>
                  <a:pt x="2951" y="758"/>
                </a:lnTo>
                <a:lnTo>
                  <a:pt x="2952" y="758"/>
                </a:lnTo>
                <a:lnTo>
                  <a:pt x="2952" y="757"/>
                </a:lnTo>
                <a:lnTo>
                  <a:pt x="2953" y="757"/>
                </a:lnTo>
                <a:lnTo>
                  <a:pt x="2952" y="756"/>
                </a:lnTo>
                <a:lnTo>
                  <a:pt x="2951" y="756"/>
                </a:lnTo>
                <a:lnTo>
                  <a:pt x="2951" y="755"/>
                </a:lnTo>
                <a:lnTo>
                  <a:pt x="2951" y="754"/>
                </a:lnTo>
                <a:lnTo>
                  <a:pt x="2951" y="755"/>
                </a:lnTo>
                <a:lnTo>
                  <a:pt x="2950" y="755"/>
                </a:lnTo>
                <a:lnTo>
                  <a:pt x="2950" y="754"/>
                </a:lnTo>
                <a:lnTo>
                  <a:pt x="2949" y="753"/>
                </a:lnTo>
                <a:lnTo>
                  <a:pt x="2950" y="753"/>
                </a:lnTo>
                <a:lnTo>
                  <a:pt x="2951" y="753"/>
                </a:lnTo>
                <a:lnTo>
                  <a:pt x="2952" y="752"/>
                </a:lnTo>
                <a:lnTo>
                  <a:pt x="2952" y="753"/>
                </a:lnTo>
                <a:lnTo>
                  <a:pt x="2953" y="753"/>
                </a:lnTo>
                <a:lnTo>
                  <a:pt x="2954" y="753"/>
                </a:lnTo>
                <a:lnTo>
                  <a:pt x="2955" y="753"/>
                </a:lnTo>
                <a:lnTo>
                  <a:pt x="2956" y="752"/>
                </a:lnTo>
                <a:lnTo>
                  <a:pt x="2956" y="751"/>
                </a:lnTo>
                <a:lnTo>
                  <a:pt x="2957" y="751"/>
                </a:lnTo>
                <a:lnTo>
                  <a:pt x="2957" y="750"/>
                </a:lnTo>
                <a:lnTo>
                  <a:pt x="2957" y="751"/>
                </a:lnTo>
                <a:lnTo>
                  <a:pt x="2958" y="750"/>
                </a:lnTo>
                <a:lnTo>
                  <a:pt x="2959" y="750"/>
                </a:lnTo>
                <a:lnTo>
                  <a:pt x="2960" y="750"/>
                </a:lnTo>
                <a:lnTo>
                  <a:pt x="2960" y="751"/>
                </a:lnTo>
                <a:lnTo>
                  <a:pt x="2961" y="752"/>
                </a:lnTo>
                <a:lnTo>
                  <a:pt x="2962" y="751"/>
                </a:lnTo>
                <a:lnTo>
                  <a:pt x="2963" y="751"/>
                </a:lnTo>
                <a:lnTo>
                  <a:pt x="2962" y="750"/>
                </a:lnTo>
                <a:lnTo>
                  <a:pt x="2962" y="749"/>
                </a:lnTo>
                <a:lnTo>
                  <a:pt x="2961" y="749"/>
                </a:lnTo>
                <a:lnTo>
                  <a:pt x="2961" y="748"/>
                </a:lnTo>
                <a:lnTo>
                  <a:pt x="2962" y="748"/>
                </a:lnTo>
                <a:lnTo>
                  <a:pt x="2963" y="748"/>
                </a:lnTo>
                <a:lnTo>
                  <a:pt x="2963" y="749"/>
                </a:lnTo>
                <a:lnTo>
                  <a:pt x="2964" y="748"/>
                </a:lnTo>
                <a:lnTo>
                  <a:pt x="2964" y="747"/>
                </a:lnTo>
                <a:lnTo>
                  <a:pt x="2963" y="747"/>
                </a:lnTo>
                <a:lnTo>
                  <a:pt x="2962" y="747"/>
                </a:lnTo>
                <a:lnTo>
                  <a:pt x="2962" y="745"/>
                </a:lnTo>
                <a:lnTo>
                  <a:pt x="2963" y="745"/>
                </a:lnTo>
                <a:lnTo>
                  <a:pt x="2962" y="745"/>
                </a:lnTo>
                <a:lnTo>
                  <a:pt x="2962" y="744"/>
                </a:lnTo>
                <a:lnTo>
                  <a:pt x="2962" y="743"/>
                </a:lnTo>
                <a:lnTo>
                  <a:pt x="2962" y="742"/>
                </a:lnTo>
                <a:lnTo>
                  <a:pt x="2963" y="742"/>
                </a:lnTo>
                <a:lnTo>
                  <a:pt x="2963" y="741"/>
                </a:lnTo>
                <a:lnTo>
                  <a:pt x="2964" y="741"/>
                </a:lnTo>
                <a:lnTo>
                  <a:pt x="2964" y="740"/>
                </a:lnTo>
                <a:lnTo>
                  <a:pt x="2965" y="740"/>
                </a:lnTo>
                <a:lnTo>
                  <a:pt x="2965" y="741"/>
                </a:lnTo>
                <a:lnTo>
                  <a:pt x="2966" y="741"/>
                </a:lnTo>
                <a:lnTo>
                  <a:pt x="2966" y="740"/>
                </a:lnTo>
                <a:lnTo>
                  <a:pt x="2967" y="740"/>
                </a:lnTo>
                <a:lnTo>
                  <a:pt x="2967" y="739"/>
                </a:lnTo>
                <a:lnTo>
                  <a:pt x="2966" y="739"/>
                </a:lnTo>
                <a:lnTo>
                  <a:pt x="2967" y="739"/>
                </a:lnTo>
                <a:lnTo>
                  <a:pt x="2967" y="738"/>
                </a:lnTo>
                <a:lnTo>
                  <a:pt x="2967" y="737"/>
                </a:lnTo>
                <a:lnTo>
                  <a:pt x="2967" y="736"/>
                </a:lnTo>
                <a:lnTo>
                  <a:pt x="2967" y="735"/>
                </a:lnTo>
                <a:lnTo>
                  <a:pt x="2968" y="735"/>
                </a:lnTo>
                <a:lnTo>
                  <a:pt x="2969" y="735"/>
                </a:lnTo>
                <a:lnTo>
                  <a:pt x="2970" y="734"/>
                </a:lnTo>
                <a:lnTo>
                  <a:pt x="2971" y="734"/>
                </a:lnTo>
                <a:lnTo>
                  <a:pt x="2971" y="735"/>
                </a:lnTo>
                <a:lnTo>
                  <a:pt x="2971" y="734"/>
                </a:lnTo>
                <a:lnTo>
                  <a:pt x="2970" y="734"/>
                </a:lnTo>
                <a:lnTo>
                  <a:pt x="2969" y="734"/>
                </a:lnTo>
                <a:lnTo>
                  <a:pt x="2969" y="733"/>
                </a:lnTo>
                <a:lnTo>
                  <a:pt x="2970" y="733"/>
                </a:lnTo>
                <a:lnTo>
                  <a:pt x="2971" y="733"/>
                </a:lnTo>
                <a:lnTo>
                  <a:pt x="2972" y="733"/>
                </a:lnTo>
                <a:lnTo>
                  <a:pt x="2971" y="732"/>
                </a:lnTo>
                <a:lnTo>
                  <a:pt x="2970" y="732"/>
                </a:lnTo>
                <a:lnTo>
                  <a:pt x="2970" y="731"/>
                </a:lnTo>
                <a:lnTo>
                  <a:pt x="2970" y="730"/>
                </a:lnTo>
                <a:lnTo>
                  <a:pt x="2971" y="730"/>
                </a:lnTo>
                <a:lnTo>
                  <a:pt x="2971" y="729"/>
                </a:lnTo>
                <a:lnTo>
                  <a:pt x="2972" y="729"/>
                </a:lnTo>
                <a:lnTo>
                  <a:pt x="2973" y="730"/>
                </a:lnTo>
                <a:lnTo>
                  <a:pt x="2973" y="729"/>
                </a:lnTo>
                <a:lnTo>
                  <a:pt x="2974" y="729"/>
                </a:lnTo>
                <a:lnTo>
                  <a:pt x="2974" y="728"/>
                </a:lnTo>
                <a:lnTo>
                  <a:pt x="2975" y="728"/>
                </a:lnTo>
                <a:lnTo>
                  <a:pt x="2975" y="729"/>
                </a:lnTo>
                <a:lnTo>
                  <a:pt x="2976" y="729"/>
                </a:lnTo>
                <a:lnTo>
                  <a:pt x="2977" y="729"/>
                </a:lnTo>
                <a:lnTo>
                  <a:pt x="2978" y="729"/>
                </a:lnTo>
                <a:lnTo>
                  <a:pt x="2977" y="728"/>
                </a:lnTo>
                <a:lnTo>
                  <a:pt x="2977" y="727"/>
                </a:lnTo>
                <a:lnTo>
                  <a:pt x="2978" y="727"/>
                </a:lnTo>
                <a:lnTo>
                  <a:pt x="2979" y="726"/>
                </a:lnTo>
                <a:lnTo>
                  <a:pt x="2978" y="726"/>
                </a:lnTo>
                <a:lnTo>
                  <a:pt x="2977" y="726"/>
                </a:lnTo>
                <a:lnTo>
                  <a:pt x="2977" y="725"/>
                </a:lnTo>
                <a:lnTo>
                  <a:pt x="2978" y="724"/>
                </a:lnTo>
                <a:lnTo>
                  <a:pt x="2978" y="725"/>
                </a:lnTo>
                <a:lnTo>
                  <a:pt x="2979" y="725"/>
                </a:lnTo>
                <a:lnTo>
                  <a:pt x="2979" y="726"/>
                </a:lnTo>
                <a:lnTo>
                  <a:pt x="2980" y="726"/>
                </a:lnTo>
                <a:lnTo>
                  <a:pt x="2981" y="726"/>
                </a:lnTo>
                <a:lnTo>
                  <a:pt x="2982" y="726"/>
                </a:lnTo>
                <a:lnTo>
                  <a:pt x="2982" y="725"/>
                </a:lnTo>
                <a:lnTo>
                  <a:pt x="2982" y="724"/>
                </a:lnTo>
                <a:lnTo>
                  <a:pt x="2981" y="724"/>
                </a:lnTo>
                <a:lnTo>
                  <a:pt x="2982" y="723"/>
                </a:lnTo>
                <a:lnTo>
                  <a:pt x="2983" y="723"/>
                </a:lnTo>
                <a:lnTo>
                  <a:pt x="2983" y="724"/>
                </a:lnTo>
                <a:lnTo>
                  <a:pt x="2984" y="723"/>
                </a:lnTo>
                <a:lnTo>
                  <a:pt x="2985" y="723"/>
                </a:lnTo>
                <a:lnTo>
                  <a:pt x="2986" y="723"/>
                </a:lnTo>
                <a:lnTo>
                  <a:pt x="2986" y="722"/>
                </a:lnTo>
                <a:lnTo>
                  <a:pt x="2987" y="722"/>
                </a:lnTo>
                <a:lnTo>
                  <a:pt x="2987" y="723"/>
                </a:lnTo>
                <a:lnTo>
                  <a:pt x="2988" y="723"/>
                </a:lnTo>
                <a:lnTo>
                  <a:pt x="2989" y="723"/>
                </a:lnTo>
                <a:lnTo>
                  <a:pt x="2989" y="722"/>
                </a:lnTo>
                <a:lnTo>
                  <a:pt x="2988" y="722"/>
                </a:lnTo>
                <a:lnTo>
                  <a:pt x="2989" y="722"/>
                </a:lnTo>
                <a:lnTo>
                  <a:pt x="2990" y="722"/>
                </a:lnTo>
                <a:lnTo>
                  <a:pt x="2990" y="723"/>
                </a:lnTo>
                <a:lnTo>
                  <a:pt x="2990" y="722"/>
                </a:lnTo>
                <a:lnTo>
                  <a:pt x="2991" y="722"/>
                </a:lnTo>
                <a:lnTo>
                  <a:pt x="2991" y="723"/>
                </a:lnTo>
                <a:lnTo>
                  <a:pt x="2992" y="723"/>
                </a:lnTo>
                <a:lnTo>
                  <a:pt x="2992" y="722"/>
                </a:lnTo>
                <a:lnTo>
                  <a:pt x="2993" y="722"/>
                </a:lnTo>
                <a:lnTo>
                  <a:pt x="2993" y="723"/>
                </a:lnTo>
                <a:lnTo>
                  <a:pt x="2994" y="722"/>
                </a:lnTo>
                <a:lnTo>
                  <a:pt x="2995" y="722"/>
                </a:lnTo>
                <a:lnTo>
                  <a:pt x="2995" y="721"/>
                </a:lnTo>
                <a:lnTo>
                  <a:pt x="2996" y="720"/>
                </a:lnTo>
                <a:lnTo>
                  <a:pt x="2997" y="720"/>
                </a:lnTo>
                <a:lnTo>
                  <a:pt x="2999" y="721"/>
                </a:lnTo>
                <a:lnTo>
                  <a:pt x="3000" y="720"/>
                </a:lnTo>
                <a:lnTo>
                  <a:pt x="3000" y="719"/>
                </a:lnTo>
                <a:lnTo>
                  <a:pt x="2999" y="719"/>
                </a:lnTo>
                <a:lnTo>
                  <a:pt x="3000" y="719"/>
                </a:lnTo>
                <a:lnTo>
                  <a:pt x="3000" y="718"/>
                </a:lnTo>
                <a:lnTo>
                  <a:pt x="3001" y="718"/>
                </a:lnTo>
                <a:lnTo>
                  <a:pt x="3001" y="717"/>
                </a:lnTo>
                <a:lnTo>
                  <a:pt x="3002" y="717"/>
                </a:lnTo>
                <a:lnTo>
                  <a:pt x="3003" y="717"/>
                </a:lnTo>
                <a:lnTo>
                  <a:pt x="3004" y="718"/>
                </a:lnTo>
                <a:lnTo>
                  <a:pt x="3005" y="718"/>
                </a:lnTo>
                <a:lnTo>
                  <a:pt x="3006" y="718"/>
                </a:lnTo>
                <a:lnTo>
                  <a:pt x="3006" y="717"/>
                </a:lnTo>
                <a:lnTo>
                  <a:pt x="3007" y="717"/>
                </a:lnTo>
                <a:lnTo>
                  <a:pt x="3007" y="716"/>
                </a:lnTo>
                <a:lnTo>
                  <a:pt x="3008" y="716"/>
                </a:lnTo>
                <a:lnTo>
                  <a:pt x="3009" y="716"/>
                </a:lnTo>
                <a:lnTo>
                  <a:pt x="3010" y="716"/>
                </a:lnTo>
                <a:lnTo>
                  <a:pt x="3010" y="715"/>
                </a:lnTo>
                <a:lnTo>
                  <a:pt x="3011" y="715"/>
                </a:lnTo>
                <a:lnTo>
                  <a:pt x="3011" y="714"/>
                </a:lnTo>
                <a:lnTo>
                  <a:pt x="3010" y="714"/>
                </a:lnTo>
                <a:lnTo>
                  <a:pt x="3011" y="713"/>
                </a:lnTo>
                <a:lnTo>
                  <a:pt x="3011" y="714"/>
                </a:lnTo>
                <a:lnTo>
                  <a:pt x="3012" y="714"/>
                </a:lnTo>
                <a:lnTo>
                  <a:pt x="3013" y="714"/>
                </a:lnTo>
                <a:lnTo>
                  <a:pt x="3013" y="713"/>
                </a:lnTo>
                <a:lnTo>
                  <a:pt x="3014" y="713"/>
                </a:lnTo>
                <a:lnTo>
                  <a:pt x="3014" y="714"/>
                </a:lnTo>
                <a:lnTo>
                  <a:pt x="3015" y="713"/>
                </a:lnTo>
                <a:lnTo>
                  <a:pt x="3016" y="713"/>
                </a:lnTo>
                <a:lnTo>
                  <a:pt x="3016" y="712"/>
                </a:lnTo>
                <a:lnTo>
                  <a:pt x="3016" y="711"/>
                </a:lnTo>
                <a:lnTo>
                  <a:pt x="3017" y="711"/>
                </a:lnTo>
                <a:lnTo>
                  <a:pt x="3018" y="711"/>
                </a:lnTo>
                <a:lnTo>
                  <a:pt x="3019" y="711"/>
                </a:lnTo>
                <a:lnTo>
                  <a:pt x="3020" y="711"/>
                </a:lnTo>
                <a:lnTo>
                  <a:pt x="3020" y="710"/>
                </a:lnTo>
                <a:lnTo>
                  <a:pt x="3021" y="710"/>
                </a:lnTo>
                <a:lnTo>
                  <a:pt x="3021" y="711"/>
                </a:lnTo>
                <a:lnTo>
                  <a:pt x="3022" y="710"/>
                </a:lnTo>
                <a:lnTo>
                  <a:pt x="3023" y="710"/>
                </a:lnTo>
                <a:lnTo>
                  <a:pt x="3024" y="710"/>
                </a:lnTo>
                <a:lnTo>
                  <a:pt x="3024" y="711"/>
                </a:lnTo>
                <a:lnTo>
                  <a:pt x="3023" y="711"/>
                </a:lnTo>
                <a:lnTo>
                  <a:pt x="3024" y="712"/>
                </a:lnTo>
                <a:lnTo>
                  <a:pt x="3026" y="712"/>
                </a:lnTo>
                <a:lnTo>
                  <a:pt x="3026" y="711"/>
                </a:lnTo>
                <a:lnTo>
                  <a:pt x="3027" y="711"/>
                </a:lnTo>
                <a:lnTo>
                  <a:pt x="3027" y="712"/>
                </a:lnTo>
                <a:lnTo>
                  <a:pt x="3028" y="712"/>
                </a:lnTo>
                <a:lnTo>
                  <a:pt x="3028" y="711"/>
                </a:lnTo>
                <a:lnTo>
                  <a:pt x="3029" y="711"/>
                </a:lnTo>
                <a:lnTo>
                  <a:pt x="3030" y="711"/>
                </a:lnTo>
                <a:lnTo>
                  <a:pt x="3031" y="711"/>
                </a:lnTo>
                <a:lnTo>
                  <a:pt x="3031" y="710"/>
                </a:lnTo>
                <a:lnTo>
                  <a:pt x="3032" y="710"/>
                </a:lnTo>
                <a:lnTo>
                  <a:pt x="3032" y="709"/>
                </a:lnTo>
                <a:lnTo>
                  <a:pt x="3033" y="709"/>
                </a:lnTo>
                <a:lnTo>
                  <a:pt x="3034" y="709"/>
                </a:lnTo>
                <a:lnTo>
                  <a:pt x="3034" y="710"/>
                </a:lnTo>
                <a:lnTo>
                  <a:pt x="3035" y="710"/>
                </a:lnTo>
                <a:lnTo>
                  <a:pt x="3035" y="709"/>
                </a:lnTo>
                <a:lnTo>
                  <a:pt x="3036" y="709"/>
                </a:lnTo>
                <a:lnTo>
                  <a:pt x="3036" y="708"/>
                </a:lnTo>
                <a:lnTo>
                  <a:pt x="3037" y="708"/>
                </a:lnTo>
                <a:lnTo>
                  <a:pt x="3038" y="708"/>
                </a:lnTo>
                <a:lnTo>
                  <a:pt x="3039" y="708"/>
                </a:lnTo>
                <a:lnTo>
                  <a:pt x="3040" y="708"/>
                </a:lnTo>
                <a:lnTo>
                  <a:pt x="3040" y="707"/>
                </a:lnTo>
                <a:lnTo>
                  <a:pt x="3041" y="707"/>
                </a:lnTo>
                <a:lnTo>
                  <a:pt x="3042" y="706"/>
                </a:lnTo>
                <a:lnTo>
                  <a:pt x="3043" y="705"/>
                </a:lnTo>
                <a:lnTo>
                  <a:pt x="3043" y="704"/>
                </a:lnTo>
                <a:lnTo>
                  <a:pt x="3044" y="703"/>
                </a:lnTo>
                <a:lnTo>
                  <a:pt x="3043" y="702"/>
                </a:lnTo>
                <a:lnTo>
                  <a:pt x="3043" y="701"/>
                </a:lnTo>
                <a:lnTo>
                  <a:pt x="3044" y="700"/>
                </a:lnTo>
                <a:lnTo>
                  <a:pt x="3045" y="700"/>
                </a:lnTo>
                <a:lnTo>
                  <a:pt x="3046" y="700"/>
                </a:lnTo>
                <a:lnTo>
                  <a:pt x="3046" y="699"/>
                </a:lnTo>
                <a:lnTo>
                  <a:pt x="3046" y="698"/>
                </a:lnTo>
                <a:lnTo>
                  <a:pt x="3047" y="699"/>
                </a:lnTo>
                <a:lnTo>
                  <a:pt x="3048" y="699"/>
                </a:lnTo>
                <a:lnTo>
                  <a:pt x="3048" y="698"/>
                </a:lnTo>
                <a:lnTo>
                  <a:pt x="3048" y="697"/>
                </a:lnTo>
                <a:lnTo>
                  <a:pt x="3048" y="696"/>
                </a:lnTo>
                <a:lnTo>
                  <a:pt x="3049" y="696"/>
                </a:lnTo>
                <a:lnTo>
                  <a:pt x="3049" y="695"/>
                </a:lnTo>
                <a:lnTo>
                  <a:pt x="3049" y="694"/>
                </a:lnTo>
                <a:lnTo>
                  <a:pt x="3049" y="693"/>
                </a:lnTo>
                <a:lnTo>
                  <a:pt x="3049" y="692"/>
                </a:lnTo>
                <a:lnTo>
                  <a:pt x="3049" y="691"/>
                </a:lnTo>
                <a:lnTo>
                  <a:pt x="3050" y="691"/>
                </a:lnTo>
                <a:lnTo>
                  <a:pt x="3051" y="691"/>
                </a:lnTo>
                <a:lnTo>
                  <a:pt x="3051" y="690"/>
                </a:lnTo>
                <a:lnTo>
                  <a:pt x="3050" y="690"/>
                </a:lnTo>
                <a:lnTo>
                  <a:pt x="3050" y="689"/>
                </a:lnTo>
                <a:lnTo>
                  <a:pt x="3051" y="689"/>
                </a:lnTo>
                <a:lnTo>
                  <a:pt x="3051" y="688"/>
                </a:lnTo>
                <a:lnTo>
                  <a:pt x="3050" y="688"/>
                </a:lnTo>
                <a:lnTo>
                  <a:pt x="3050" y="687"/>
                </a:lnTo>
                <a:lnTo>
                  <a:pt x="3050" y="686"/>
                </a:lnTo>
                <a:lnTo>
                  <a:pt x="3051" y="687"/>
                </a:lnTo>
                <a:lnTo>
                  <a:pt x="3052" y="687"/>
                </a:lnTo>
                <a:lnTo>
                  <a:pt x="3053" y="687"/>
                </a:lnTo>
                <a:lnTo>
                  <a:pt x="3054" y="687"/>
                </a:lnTo>
                <a:lnTo>
                  <a:pt x="3055" y="687"/>
                </a:lnTo>
                <a:lnTo>
                  <a:pt x="3055" y="688"/>
                </a:lnTo>
                <a:lnTo>
                  <a:pt x="3056" y="688"/>
                </a:lnTo>
                <a:lnTo>
                  <a:pt x="3056" y="686"/>
                </a:lnTo>
                <a:lnTo>
                  <a:pt x="3057" y="686"/>
                </a:lnTo>
                <a:lnTo>
                  <a:pt x="3057" y="685"/>
                </a:lnTo>
                <a:lnTo>
                  <a:pt x="3057" y="684"/>
                </a:lnTo>
                <a:lnTo>
                  <a:pt x="3058" y="684"/>
                </a:lnTo>
                <a:lnTo>
                  <a:pt x="3058" y="683"/>
                </a:lnTo>
                <a:lnTo>
                  <a:pt x="3059" y="682"/>
                </a:lnTo>
                <a:lnTo>
                  <a:pt x="3060" y="682"/>
                </a:lnTo>
                <a:lnTo>
                  <a:pt x="3060" y="681"/>
                </a:lnTo>
                <a:lnTo>
                  <a:pt x="3060" y="680"/>
                </a:lnTo>
                <a:lnTo>
                  <a:pt x="3061" y="680"/>
                </a:lnTo>
                <a:lnTo>
                  <a:pt x="3062" y="680"/>
                </a:lnTo>
                <a:lnTo>
                  <a:pt x="3063" y="680"/>
                </a:lnTo>
                <a:lnTo>
                  <a:pt x="3063" y="679"/>
                </a:lnTo>
                <a:lnTo>
                  <a:pt x="3063" y="678"/>
                </a:lnTo>
                <a:lnTo>
                  <a:pt x="3063" y="677"/>
                </a:lnTo>
                <a:lnTo>
                  <a:pt x="3062" y="675"/>
                </a:lnTo>
                <a:lnTo>
                  <a:pt x="3062" y="674"/>
                </a:lnTo>
                <a:lnTo>
                  <a:pt x="3063" y="674"/>
                </a:lnTo>
                <a:lnTo>
                  <a:pt x="3064" y="674"/>
                </a:lnTo>
                <a:lnTo>
                  <a:pt x="3065" y="673"/>
                </a:lnTo>
                <a:lnTo>
                  <a:pt x="3065" y="671"/>
                </a:lnTo>
                <a:lnTo>
                  <a:pt x="3064" y="670"/>
                </a:lnTo>
                <a:lnTo>
                  <a:pt x="3064" y="669"/>
                </a:lnTo>
                <a:lnTo>
                  <a:pt x="3065" y="669"/>
                </a:lnTo>
                <a:lnTo>
                  <a:pt x="3066" y="668"/>
                </a:lnTo>
                <a:lnTo>
                  <a:pt x="3067" y="668"/>
                </a:lnTo>
                <a:lnTo>
                  <a:pt x="3068" y="668"/>
                </a:lnTo>
                <a:lnTo>
                  <a:pt x="3068" y="667"/>
                </a:lnTo>
                <a:lnTo>
                  <a:pt x="3067" y="667"/>
                </a:lnTo>
                <a:lnTo>
                  <a:pt x="3067" y="666"/>
                </a:lnTo>
                <a:lnTo>
                  <a:pt x="3066" y="665"/>
                </a:lnTo>
                <a:lnTo>
                  <a:pt x="3066" y="664"/>
                </a:lnTo>
                <a:lnTo>
                  <a:pt x="3067" y="664"/>
                </a:lnTo>
                <a:lnTo>
                  <a:pt x="3067" y="663"/>
                </a:lnTo>
                <a:lnTo>
                  <a:pt x="3068" y="662"/>
                </a:lnTo>
                <a:lnTo>
                  <a:pt x="3069" y="662"/>
                </a:lnTo>
                <a:lnTo>
                  <a:pt x="3069" y="661"/>
                </a:lnTo>
                <a:lnTo>
                  <a:pt x="3068" y="660"/>
                </a:lnTo>
                <a:lnTo>
                  <a:pt x="3067" y="660"/>
                </a:lnTo>
                <a:lnTo>
                  <a:pt x="3066" y="659"/>
                </a:lnTo>
                <a:lnTo>
                  <a:pt x="3065" y="659"/>
                </a:lnTo>
                <a:lnTo>
                  <a:pt x="3064" y="658"/>
                </a:lnTo>
                <a:lnTo>
                  <a:pt x="3063" y="658"/>
                </a:lnTo>
                <a:lnTo>
                  <a:pt x="3063" y="657"/>
                </a:lnTo>
                <a:lnTo>
                  <a:pt x="3064" y="656"/>
                </a:lnTo>
                <a:lnTo>
                  <a:pt x="3063" y="655"/>
                </a:lnTo>
                <a:lnTo>
                  <a:pt x="3063" y="654"/>
                </a:lnTo>
                <a:lnTo>
                  <a:pt x="3063" y="653"/>
                </a:lnTo>
                <a:lnTo>
                  <a:pt x="3064" y="653"/>
                </a:lnTo>
                <a:lnTo>
                  <a:pt x="3065" y="652"/>
                </a:lnTo>
                <a:lnTo>
                  <a:pt x="3065" y="651"/>
                </a:lnTo>
                <a:lnTo>
                  <a:pt x="3064" y="650"/>
                </a:lnTo>
                <a:lnTo>
                  <a:pt x="3064" y="649"/>
                </a:lnTo>
                <a:lnTo>
                  <a:pt x="3065" y="649"/>
                </a:lnTo>
                <a:lnTo>
                  <a:pt x="3065" y="650"/>
                </a:lnTo>
                <a:lnTo>
                  <a:pt x="3066" y="650"/>
                </a:lnTo>
                <a:lnTo>
                  <a:pt x="3066" y="649"/>
                </a:lnTo>
                <a:lnTo>
                  <a:pt x="3065" y="648"/>
                </a:lnTo>
                <a:lnTo>
                  <a:pt x="3064" y="648"/>
                </a:lnTo>
                <a:lnTo>
                  <a:pt x="3064" y="649"/>
                </a:lnTo>
                <a:lnTo>
                  <a:pt x="3064" y="648"/>
                </a:lnTo>
                <a:lnTo>
                  <a:pt x="3064" y="647"/>
                </a:lnTo>
                <a:lnTo>
                  <a:pt x="3065" y="647"/>
                </a:lnTo>
                <a:lnTo>
                  <a:pt x="3064" y="646"/>
                </a:lnTo>
                <a:lnTo>
                  <a:pt x="3064" y="645"/>
                </a:lnTo>
                <a:lnTo>
                  <a:pt x="3063" y="646"/>
                </a:lnTo>
                <a:lnTo>
                  <a:pt x="3063" y="645"/>
                </a:lnTo>
                <a:lnTo>
                  <a:pt x="3062" y="645"/>
                </a:lnTo>
                <a:lnTo>
                  <a:pt x="3062" y="644"/>
                </a:lnTo>
                <a:lnTo>
                  <a:pt x="3063" y="644"/>
                </a:lnTo>
                <a:lnTo>
                  <a:pt x="3064" y="644"/>
                </a:lnTo>
                <a:lnTo>
                  <a:pt x="3065" y="644"/>
                </a:lnTo>
                <a:lnTo>
                  <a:pt x="3065" y="643"/>
                </a:lnTo>
                <a:lnTo>
                  <a:pt x="3065" y="642"/>
                </a:lnTo>
                <a:lnTo>
                  <a:pt x="3065" y="641"/>
                </a:lnTo>
                <a:lnTo>
                  <a:pt x="3065" y="640"/>
                </a:lnTo>
                <a:lnTo>
                  <a:pt x="3066" y="639"/>
                </a:lnTo>
                <a:lnTo>
                  <a:pt x="3067" y="639"/>
                </a:lnTo>
                <a:lnTo>
                  <a:pt x="3067" y="638"/>
                </a:lnTo>
                <a:lnTo>
                  <a:pt x="3068" y="638"/>
                </a:lnTo>
                <a:lnTo>
                  <a:pt x="3068" y="637"/>
                </a:lnTo>
                <a:lnTo>
                  <a:pt x="3068" y="636"/>
                </a:lnTo>
                <a:lnTo>
                  <a:pt x="3069" y="636"/>
                </a:lnTo>
                <a:lnTo>
                  <a:pt x="3068" y="635"/>
                </a:lnTo>
                <a:lnTo>
                  <a:pt x="3068" y="636"/>
                </a:lnTo>
                <a:lnTo>
                  <a:pt x="3067" y="636"/>
                </a:lnTo>
                <a:lnTo>
                  <a:pt x="3066" y="636"/>
                </a:lnTo>
                <a:lnTo>
                  <a:pt x="3065" y="635"/>
                </a:lnTo>
                <a:lnTo>
                  <a:pt x="3065" y="634"/>
                </a:lnTo>
                <a:lnTo>
                  <a:pt x="3066" y="634"/>
                </a:lnTo>
                <a:lnTo>
                  <a:pt x="3067" y="634"/>
                </a:lnTo>
                <a:lnTo>
                  <a:pt x="3067" y="632"/>
                </a:lnTo>
                <a:lnTo>
                  <a:pt x="3066" y="632"/>
                </a:lnTo>
                <a:lnTo>
                  <a:pt x="3065" y="632"/>
                </a:lnTo>
                <a:lnTo>
                  <a:pt x="3065" y="631"/>
                </a:lnTo>
                <a:lnTo>
                  <a:pt x="3066" y="631"/>
                </a:lnTo>
                <a:lnTo>
                  <a:pt x="3066" y="630"/>
                </a:lnTo>
                <a:lnTo>
                  <a:pt x="3065" y="630"/>
                </a:lnTo>
                <a:lnTo>
                  <a:pt x="3064" y="630"/>
                </a:lnTo>
                <a:lnTo>
                  <a:pt x="3064" y="629"/>
                </a:lnTo>
                <a:lnTo>
                  <a:pt x="3063" y="629"/>
                </a:lnTo>
                <a:lnTo>
                  <a:pt x="3063" y="630"/>
                </a:lnTo>
                <a:lnTo>
                  <a:pt x="3062" y="630"/>
                </a:lnTo>
                <a:lnTo>
                  <a:pt x="3061" y="629"/>
                </a:lnTo>
                <a:lnTo>
                  <a:pt x="3060" y="629"/>
                </a:lnTo>
                <a:lnTo>
                  <a:pt x="3060" y="630"/>
                </a:lnTo>
                <a:lnTo>
                  <a:pt x="3060" y="631"/>
                </a:lnTo>
                <a:lnTo>
                  <a:pt x="3059" y="631"/>
                </a:lnTo>
                <a:lnTo>
                  <a:pt x="3058" y="630"/>
                </a:lnTo>
                <a:lnTo>
                  <a:pt x="3057" y="630"/>
                </a:lnTo>
                <a:lnTo>
                  <a:pt x="3057" y="631"/>
                </a:lnTo>
                <a:lnTo>
                  <a:pt x="3058" y="631"/>
                </a:lnTo>
                <a:lnTo>
                  <a:pt x="3058" y="632"/>
                </a:lnTo>
                <a:lnTo>
                  <a:pt x="3057" y="633"/>
                </a:lnTo>
                <a:lnTo>
                  <a:pt x="3057" y="632"/>
                </a:lnTo>
                <a:lnTo>
                  <a:pt x="3057" y="631"/>
                </a:lnTo>
                <a:lnTo>
                  <a:pt x="3056" y="630"/>
                </a:lnTo>
                <a:lnTo>
                  <a:pt x="3055" y="630"/>
                </a:lnTo>
                <a:lnTo>
                  <a:pt x="3054" y="630"/>
                </a:lnTo>
                <a:lnTo>
                  <a:pt x="3053" y="629"/>
                </a:lnTo>
                <a:lnTo>
                  <a:pt x="3053" y="630"/>
                </a:lnTo>
                <a:lnTo>
                  <a:pt x="3053" y="631"/>
                </a:lnTo>
                <a:lnTo>
                  <a:pt x="3053" y="632"/>
                </a:lnTo>
                <a:lnTo>
                  <a:pt x="3052" y="632"/>
                </a:lnTo>
                <a:lnTo>
                  <a:pt x="3051" y="632"/>
                </a:lnTo>
                <a:lnTo>
                  <a:pt x="3051" y="633"/>
                </a:lnTo>
                <a:lnTo>
                  <a:pt x="3052" y="633"/>
                </a:lnTo>
                <a:lnTo>
                  <a:pt x="3052" y="634"/>
                </a:lnTo>
                <a:lnTo>
                  <a:pt x="3051" y="634"/>
                </a:lnTo>
                <a:lnTo>
                  <a:pt x="3050" y="634"/>
                </a:lnTo>
                <a:lnTo>
                  <a:pt x="3049" y="634"/>
                </a:lnTo>
                <a:lnTo>
                  <a:pt x="3048" y="634"/>
                </a:lnTo>
                <a:lnTo>
                  <a:pt x="3048" y="633"/>
                </a:lnTo>
                <a:lnTo>
                  <a:pt x="3048" y="632"/>
                </a:lnTo>
                <a:lnTo>
                  <a:pt x="3048" y="630"/>
                </a:lnTo>
                <a:lnTo>
                  <a:pt x="3047" y="630"/>
                </a:lnTo>
                <a:lnTo>
                  <a:pt x="3046" y="631"/>
                </a:lnTo>
                <a:lnTo>
                  <a:pt x="3045" y="631"/>
                </a:lnTo>
                <a:lnTo>
                  <a:pt x="3044" y="631"/>
                </a:lnTo>
                <a:lnTo>
                  <a:pt x="3044" y="632"/>
                </a:lnTo>
                <a:lnTo>
                  <a:pt x="3043" y="633"/>
                </a:lnTo>
                <a:lnTo>
                  <a:pt x="3043" y="634"/>
                </a:lnTo>
                <a:lnTo>
                  <a:pt x="3042" y="634"/>
                </a:lnTo>
                <a:lnTo>
                  <a:pt x="3041" y="634"/>
                </a:lnTo>
                <a:lnTo>
                  <a:pt x="3041" y="633"/>
                </a:lnTo>
                <a:lnTo>
                  <a:pt x="3042" y="633"/>
                </a:lnTo>
                <a:lnTo>
                  <a:pt x="3042" y="632"/>
                </a:lnTo>
                <a:lnTo>
                  <a:pt x="3043" y="632"/>
                </a:lnTo>
                <a:lnTo>
                  <a:pt x="3043" y="631"/>
                </a:lnTo>
                <a:lnTo>
                  <a:pt x="3042" y="631"/>
                </a:lnTo>
                <a:lnTo>
                  <a:pt x="3041" y="632"/>
                </a:lnTo>
                <a:lnTo>
                  <a:pt x="3040" y="632"/>
                </a:lnTo>
                <a:lnTo>
                  <a:pt x="3038" y="632"/>
                </a:lnTo>
                <a:lnTo>
                  <a:pt x="3037" y="632"/>
                </a:lnTo>
                <a:lnTo>
                  <a:pt x="3038" y="631"/>
                </a:lnTo>
                <a:lnTo>
                  <a:pt x="3039" y="630"/>
                </a:lnTo>
                <a:lnTo>
                  <a:pt x="3040" y="630"/>
                </a:lnTo>
                <a:lnTo>
                  <a:pt x="3040" y="629"/>
                </a:lnTo>
                <a:lnTo>
                  <a:pt x="3039" y="628"/>
                </a:lnTo>
                <a:lnTo>
                  <a:pt x="3038" y="628"/>
                </a:lnTo>
                <a:lnTo>
                  <a:pt x="3038" y="629"/>
                </a:lnTo>
                <a:lnTo>
                  <a:pt x="3037" y="629"/>
                </a:lnTo>
                <a:lnTo>
                  <a:pt x="3037" y="628"/>
                </a:lnTo>
                <a:lnTo>
                  <a:pt x="3036" y="628"/>
                </a:lnTo>
                <a:lnTo>
                  <a:pt x="3036" y="627"/>
                </a:lnTo>
                <a:lnTo>
                  <a:pt x="3036" y="626"/>
                </a:lnTo>
                <a:lnTo>
                  <a:pt x="3035" y="626"/>
                </a:lnTo>
                <a:lnTo>
                  <a:pt x="3035" y="627"/>
                </a:lnTo>
                <a:lnTo>
                  <a:pt x="3035" y="628"/>
                </a:lnTo>
                <a:lnTo>
                  <a:pt x="3035" y="629"/>
                </a:lnTo>
                <a:lnTo>
                  <a:pt x="3034" y="629"/>
                </a:lnTo>
                <a:lnTo>
                  <a:pt x="3033" y="628"/>
                </a:lnTo>
                <a:lnTo>
                  <a:pt x="3033" y="627"/>
                </a:lnTo>
                <a:lnTo>
                  <a:pt x="3034" y="626"/>
                </a:lnTo>
                <a:lnTo>
                  <a:pt x="3034" y="625"/>
                </a:lnTo>
                <a:lnTo>
                  <a:pt x="3035" y="624"/>
                </a:lnTo>
                <a:lnTo>
                  <a:pt x="3035" y="623"/>
                </a:lnTo>
                <a:lnTo>
                  <a:pt x="3035" y="622"/>
                </a:lnTo>
                <a:lnTo>
                  <a:pt x="3036" y="622"/>
                </a:lnTo>
                <a:lnTo>
                  <a:pt x="3037" y="622"/>
                </a:lnTo>
                <a:lnTo>
                  <a:pt x="3037" y="621"/>
                </a:lnTo>
                <a:lnTo>
                  <a:pt x="3037" y="620"/>
                </a:lnTo>
                <a:lnTo>
                  <a:pt x="3038" y="620"/>
                </a:lnTo>
                <a:lnTo>
                  <a:pt x="3039" y="620"/>
                </a:lnTo>
                <a:lnTo>
                  <a:pt x="3039" y="619"/>
                </a:lnTo>
                <a:lnTo>
                  <a:pt x="3040" y="619"/>
                </a:lnTo>
                <a:lnTo>
                  <a:pt x="3041" y="620"/>
                </a:lnTo>
                <a:lnTo>
                  <a:pt x="3042" y="621"/>
                </a:lnTo>
                <a:lnTo>
                  <a:pt x="3043" y="621"/>
                </a:lnTo>
                <a:lnTo>
                  <a:pt x="3043" y="622"/>
                </a:lnTo>
                <a:lnTo>
                  <a:pt x="3044" y="621"/>
                </a:lnTo>
                <a:lnTo>
                  <a:pt x="3044" y="620"/>
                </a:lnTo>
                <a:lnTo>
                  <a:pt x="3043" y="619"/>
                </a:lnTo>
                <a:lnTo>
                  <a:pt x="3043" y="618"/>
                </a:lnTo>
                <a:lnTo>
                  <a:pt x="3044" y="618"/>
                </a:lnTo>
                <a:lnTo>
                  <a:pt x="3045" y="617"/>
                </a:lnTo>
                <a:lnTo>
                  <a:pt x="3044" y="617"/>
                </a:lnTo>
                <a:lnTo>
                  <a:pt x="3044" y="616"/>
                </a:lnTo>
                <a:lnTo>
                  <a:pt x="3044" y="615"/>
                </a:lnTo>
                <a:lnTo>
                  <a:pt x="3045" y="615"/>
                </a:lnTo>
                <a:lnTo>
                  <a:pt x="3045" y="614"/>
                </a:lnTo>
                <a:lnTo>
                  <a:pt x="3045" y="615"/>
                </a:lnTo>
                <a:lnTo>
                  <a:pt x="3046" y="615"/>
                </a:lnTo>
                <a:lnTo>
                  <a:pt x="3047" y="614"/>
                </a:lnTo>
                <a:lnTo>
                  <a:pt x="3047" y="613"/>
                </a:lnTo>
                <a:lnTo>
                  <a:pt x="3047" y="612"/>
                </a:lnTo>
                <a:lnTo>
                  <a:pt x="3046" y="611"/>
                </a:lnTo>
                <a:lnTo>
                  <a:pt x="3046" y="610"/>
                </a:lnTo>
                <a:lnTo>
                  <a:pt x="3047" y="610"/>
                </a:lnTo>
                <a:lnTo>
                  <a:pt x="3048" y="609"/>
                </a:lnTo>
                <a:lnTo>
                  <a:pt x="3049" y="609"/>
                </a:lnTo>
                <a:lnTo>
                  <a:pt x="3049" y="608"/>
                </a:lnTo>
                <a:lnTo>
                  <a:pt x="3048" y="607"/>
                </a:lnTo>
                <a:lnTo>
                  <a:pt x="3048" y="606"/>
                </a:lnTo>
                <a:lnTo>
                  <a:pt x="3048" y="605"/>
                </a:lnTo>
                <a:lnTo>
                  <a:pt x="3047" y="604"/>
                </a:lnTo>
                <a:lnTo>
                  <a:pt x="3046" y="604"/>
                </a:lnTo>
                <a:lnTo>
                  <a:pt x="3045" y="604"/>
                </a:lnTo>
                <a:lnTo>
                  <a:pt x="3044" y="604"/>
                </a:lnTo>
                <a:lnTo>
                  <a:pt x="3044" y="603"/>
                </a:lnTo>
                <a:lnTo>
                  <a:pt x="3044" y="602"/>
                </a:lnTo>
                <a:lnTo>
                  <a:pt x="3045" y="602"/>
                </a:lnTo>
                <a:lnTo>
                  <a:pt x="3046" y="602"/>
                </a:lnTo>
                <a:lnTo>
                  <a:pt x="3047" y="602"/>
                </a:lnTo>
                <a:lnTo>
                  <a:pt x="3047" y="601"/>
                </a:lnTo>
                <a:lnTo>
                  <a:pt x="3047" y="599"/>
                </a:lnTo>
                <a:lnTo>
                  <a:pt x="3047" y="598"/>
                </a:lnTo>
                <a:lnTo>
                  <a:pt x="3047" y="597"/>
                </a:lnTo>
                <a:lnTo>
                  <a:pt x="3047" y="596"/>
                </a:lnTo>
                <a:lnTo>
                  <a:pt x="3047" y="595"/>
                </a:lnTo>
                <a:lnTo>
                  <a:pt x="3047" y="594"/>
                </a:lnTo>
                <a:lnTo>
                  <a:pt x="3048" y="594"/>
                </a:lnTo>
                <a:lnTo>
                  <a:pt x="3048" y="593"/>
                </a:lnTo>
                <a:lnTo>
                  <a:pt x="3049" y="592"/>
                </a:lnTo>
                <a:lnTo>
                  <a:pt x="3048" y="591"/>
                </a:lnTo>
                <a:lnTo>
                  <a:pt x="3047" y="591"/>
                </a:lnTo>
                <a:lnTo>
                  <a:pt x="3046" y="591"/>
                </a:lnTo>
                <a:lnTo>
                  <a:pt x="3046" y="590"/>
                </a:lnTo>
                <a:lnTo>
                  <a:pt x="3047" y="590"/>
                </a:lnTo>
                <a:lnTo>
                  <a:pt x="3047" y="589"/>
                </a:lnTo>
                <a:lnTo>
                  <a:pt x="3047" y="588"/>
                </a:lnTo>
                <a:lnTo>
                  <a:pt x="3048" y="588"/>
                </a:lnTo>
                <a:lnTo>
                  <a:pt x="3049" y="588"/>
                </a:lnTo>
                <a:lnTo>
                  <a:pt x="3050" y="587"/>
                </a:lnTo>
                <a:lnTo>
                  <a:pt x="3050" y="586"/>
                </a:lnTo>
                <a:lnTo>
                  <a:pt x="3050" y="585"/>
                </a:lnTo>
                <a:lnTo>
                  <a:pt x="3049" y="585"/>
                </a:lnTo>
                <a:lnTo>
                  <a:pt x="3048" y="584"/>
                </a:lnTo>
                <a:lnTo>
                  <a:pt x="3048" y="583"/>
                </a:lnTo>
                <a:lnTo>
                  <a:pt x="3047" y="582"/>
                </a:lnTo>
                <a:lnTo>
                  <a:pt x="3047" y="581"/>
                </a:lnTo>
                <a:lnTo>
                  <a:pt x="3048" y="581"/>
                </a:lnTo>
                <a:lnTo>
                  <a:pt x="3048" y="580"/>
                </a:lnTo>
                <a:lnTo>
                  <a:pt x="3048" y="579"/>
                </a:lnTo>
                <a:lnTo>
                  <a:pt x="3049" y="579"/>
                </a:lnTo>
                <a:lnTo>
                  <a:pt x="3050" y="579"/>
                </a:lnTo>
                <a:lnTo>
                  <a:pt x="3051" y="579"/>
                </a:lnTo>
                <a:lnTo>
                  <a:pt x="3051" y="578"/>
                </a:lnTo>
                <a:lnTo>
                  <a:pt x="3052" y="577"/>
                </a:lnTo>
                <a:lnTo>
                  <a:pt x="3053" y="577"/>
                </a:lnTo>
                <a:lnTo>
                  <a:pt x="3053" y="576"/>
                </a:lnTo>
                <a:lnTo>
                  <a:pt x="3054" y="576"/>
                </a:lnTo>
                <a:lnTo>
                  <a:pt x="3053" y="575"/>
                </a:lnTo>
                <a:lnTo>
                  <a:pt x="3053" y="574"/>
                </a:lnTo>
                <a:lnTo>
                  <a:pt x="3053" y="573"/>
                </a:lnTo>
                <a:lnTo>
                  <a:pt x="3054" y="573"/>
                </a:lnTo>
                <a:lnTo>
                  <a:pt x="3055" y="574"/>
                </a:lnTo>
                <a:lnTo>
                  <a:pt x="3055" y="575"/>
                </a:lnTo>
                <a:lnTo>
                  <a:pt x="3056" y="575"/>
                </a:lnTo>
                <a:lnTo>
                  <a:pt x="3057" y="574"/>
                </a:lnTo>
                <a:lnTo>
                  <a:pt x="3058" y="572"/>
                </a:lnTo>
                <a:lnTo>
                  <a:pt x="3058" y="571"/>
                </a:lnTo>
                <a:lnTo>
                  <a:pt x="3058" y="570"/>
                </a:lnTo>
                <a:lnTo>
                  <a:pt x="3058" y="569"/>
                </a:lnTo>
                <a:lnTo>
                  <a:pt x="3059" y="569"/>
                </a:lnTo>
                <a:lnTo>
                  <a:pt x="3059" y="568"/>
                </a:lnTo>
                <a:lnTo>
                  <a:pt x="3060" y="568"/>
                </a:lnTo>
                <a:lnTo>
                  <a:pt x="3060" y="567"/>
                </a:lnTo>
                <a:lnTo>
                  <a:pt x="3059" y="566"/>
                </a:lnTo>
                <a:lnTo>
                  <a:pt x="3058" y="566"/>
                </a:lnTo>
                <a:lnTo>
                  <a:pt x="3058" y="565"/>
                </a:lnTo>
                <a:lnTo>
                  <a:pt x="3058" y="564"/>
                </a:lnTo>
                <a:lnTo>
                  <a:pt x="3059" y="564"/>
                </a:lnTo>
                <a:lnTo>
                  <a:pt x="3060" y="564"/>
                </a:lnTo>
                <a:lnTo>
                  <a:pt x="3061" y="564"/>
                </a:lnTo>
                <a:lnTo>
                  <a:pt x="3061" y="563"/>
                </a:lnTo>
                <a:lnTo>
                  <a:pt x="3062" y="563"/>
                </a:lnTo>
                <a:lnTo>
                  <a:pt x="3063" y="563"/>
                </a:lnTo>
                <a:lnTo>
                  <a:pt x="3064" y="563"/>
                </a:lnTo>
                <a:lnTo>
                  <a:pt x="3065" y="563"/>
                </a:lnTo>
                <a:lnTo>
                  <a:pt x="3066" y="561"/>
                </a:lnTo>
                <a:lnTo>
                  <a:pt x="3067" y="560"/>
                </a:lnTo>
                <a:lnTo>
                  <a:pt x="3067" y="559"/>
                </a:lnTo>
                <a:lnTo>
                  <a:pt x="3066" y="559"/>
                </a:lnTo>
                <a:lnTo>
                  <a:pt x="3066" y="558"/>
                </a:lnTo>
                <a:lnTo>
                  <a:pt x="3066" y="557"/>
                </a:lnTo>
                <a:lnTo>
                  <a:pt x="3067" y="557"/>
                </a:lnTo>
                <a:lnTo>
                  <a:pt x="3068" y="557"/>
                </a:lnTo>
                <a:lnTo>
                  <a:pt x="3068" y="556"/>
                </a:lnTo>
                <a:lnTo>
                  <a:pt x="3068" y="555"/>
                </a:lnTo>
                <a:lnTo>
                  <a:pt x="3069" y="554"/>
                </a:lnTo>
                <a:lnTo>
                  <a:pt x="3069" y="553"/>
                </a:lnTo>
                <a:lnTo>
                  <a:pt x="3069" y="552"/>
                </a:lnTo>
                <a:lnTo>
                  <a:pt x="3070" y="551"/>
                </a:lnTo>
                <a:lnTo>
                  <a:pt x="3070" y="550"/>
                </a:lnTo>
                <a:lnTo>
                  <a:pt x="3071" y="550"/>
                </a:lnTo>
                <a:lnTo>
                  <a:pt x="3071" y="549"/>
                </a:lnTo>
                <a:lnTo>
                  <a:pt x="3071" y="548"/>
                </a:lnTo>
                <a:lnTo>
                  <a:pt x="3071" y="547"/>
                </a:lnTo>
                <a:lnTo>
                  <a:pt x="3072" y="546"/>
                </a:lnTo>
                <a:lnTo>
                  <a:pt x="3072" y="545"/>
                </a:lnTo>
                <a:lnTo>
                  <a:pt x="3071" y="545"/>
                </a:lnTo>
                <a:lnTo>
                  <a:pt x="3071" y="544"/>
                </a:lnTo>
                <a:lnTo>
                  <a:pt x="3070" y="544"/>
                </a:lnTo>
                <a:lnTo>
                  <a:pt x="3070" y="543"/>
                </a:lnTo>
                <a:lnTo>
                  <a:pt x="3071" y="543"/>
                </a:lnTo>
                <a:lnTo>
                  <a:pt x="3072" y="543"/>
                </a:lnTo>
                <a:lnTo>
                  <a:pt x="3072" y="542"/>
                </a:lnTo>
                <a:lnTo>
                  <a:pt x="3071" y="542"/>
                </a:lnTo>
                <a:lnTo>
                  <a:pt x="3071" y="541"/>
                </a:lnTo>
                <a:lnTo>
                  <a:pt x="3072" y="541"/>
                </a:lnTo>
                <a:lnTo>
                  <a:pt x="3072" y="540"/>
                </a:lnTo>
                <a:lnTo>
                  <a:pt x="3073" y="540"/>
                </a:lnTo>
                <a:lnTo>
                  <a:pt x="3073" y="539"/>
                </a:lnTo>
                <a:lnTo>
                  <a:pt x="3072" y="539"/>
                </a:lnTo>
                <a:lnTo>
                  <a:pt x="3071" y="537"/>
                </a:lnTo>
                <a:lnTo>
                  <a:pt x="3071" y="536"/>
                </a:lnTo>
                <a:lnTo>
                  <a:pt x="3072" y="536"/>
                </a:lnTo>
                <a:lnTo>
                  <a:pt x="3072" y="535"/>
                </a:lnTo>
                <a:lnTo>
                  <a:pt x="3071" y="535"/>
                </a:lnTo>
                <a:lnTo>
                  <a:pt x="3071" y="534"/>
                </a:lnTo>
                <a:lnTo>
                  <a:pt x="3070" y="534"/>
                </a:lnTo>
                <a:lnTo>
                  <a:pt x="3069" y="533"/>
                </a:lnTo>
                <a:lnTo>
                  <a:pt x="3069" y="532"/>
                </a:lnTo>
                <a:lnTo>
                  <a:pt x="3068" y="532"/>
                </a:lnTo>
                <a:lnTo>
                  <a:pt x="3068" y="530"/>
                </a:lnTo>
                <a:lnTo>
                  <a:pt x="3068" y="529"/>
                </a:lnTo>
                <a:lnTo>
                  <a:pt x="3069" y="529"/>
                </a:lnTo>
                <a:lnTo>
                  <a:pt x="3069" y="528"/>
                </a:lnTo>
                <a:lnTo>
                  <a:pt x="3069" y="527"/>
                </a:lnTo>
                <a:lnTo>
                  <a:pt x="3068" y="526"/>
                </a:lnTo>
                <a:lnTo>
                  <a:pt x="3067" y="526"/>
                </a:lnTo>
                <a:lnTo>
                  <a:pt x="3067" y="525"/>
                </a:lnTo>
                <a:lnTo>
                  <a:pt x="3067" y="524"/>
                </a:lnTo>
                <a:lnTo>
                  <a:pt x="3067" y="523"/>
                </a:lnTo>
                <a:lnTo>
                  <a:pt x="3067" y="522"/>
                </a:lnTo>
                <a:lnTo>
                  <a:pt x="3068" y="522"/>
                </a:lnTo>
                <a:lnTo>
                  <a:pt x="3069" y="521"/>
                </a:lnTo>
                <a:lnTo>
                  <a:pt x="3069" y="520"/>
                </a:lnTo>
                <a:lnTo>
                  <a:pt x="3069" y="519"/>
                </a:lnTo>
                <a:lnTo>
                  <a:pt x="3070" y="519"/>
                </a:lnTo>
                <a:lnTo>
                  <a:pt x="3070" y="518"/>
                </a:lnTo>
                <a:lnTo>
                  <a:pt x="3070" y="517"/>
                </a:lnTo>
                <a:lnTo>
                  <a:pt x="3071" y="516"/>
                </a:lnTo>
                <a:lnTo>
                  <a:pt x="3072" y="515"/>
                </a:lnTo>
                <a:lnTo>
                  <a:pt x="3072" y="514"/>
                </a:lnTo>
                <a:lnTo>
                  <a:pt x="3073" y="514"/>
                </a:lnTo>
                <a:lnTo>
                  <a:pt x="3074" y="513"/>
                </a:lnTo>
                <a:lnTo>
                  <a:pt x="3074" y="512"/>
                </a:lnTo>
                <a:lnTo>
                  <a:pt x="3074" y="511"/>
                </a:lnTo>
                <a:lnTo>
                  <a:pt x="3075" y="511"/>
                </a:lnTo>
                <a:lnTo>
                  <a:pt x="3075" y="510"/>
                </a:lnTo>
                <a:lnTo>
                  <a:pt x="3075" y="508"/>
                </a:lnTo>
                <a:lnTo>
                  <a:pt x="3076" y="508"/>
                </a:lnTo>
                <a:lnTo>
                  <a:pt x="3076" y="507"/>
                </a:lnTo>
                <a:lnTo>
                  <a:pt x="3076" y="506"/>
                </a:lnTo>
                <a:lnTo>
                  <a:pt x="3076" y="505"/>
                </a:lnTo>
                <a:lnTo>
                  <a:pt x="3077" y="504"/>
                </a:lnTo>
                <a:lnTo>
                  <a:pt x="3077" y="503"/>
                </a:lnTo>
                <a:lnTo>
                  <a:pt x="3077" y="502"/>
                </a:lnTo>
                <a:lnTo>
                  <a:pt x="3077" y="501"/>
                </a:lnTo>
                <a:lnTo>
                  <a:pt x="3077" y="500"/>
                </a:lnTo>
                <a:lnTo>
                  <a:pt x="3078" y="500"/>
                </a:lnTo>
                <a:lnTo>
                  <a:pt x="3078" y="499"/>
                </a:lnTo>
                <a:lnTo>
                  <a:pt x="3079" y="499"/>
                </a:lnTo>
                <a:lnTo>
                  <a:pt x="3080" y="498"/>
                </a:lnTo>
                <a:lnTo>
                  <a:pt x="3081" y="498"/>
                </a:lnTo>
                <a:lnTo>
                  <a:pt x="3081" y="497"/>
                </a:lnTo>
                <a:lnTo>
                  <a:pt x="3081" y="496"/>
                </a:lnTo>
                <a:lnTo>
                  <a:pt x="3081" y="495"/>
                </a:lnTo>
                <a:lnTo>
                  <a:pt x="3081" y="494"/>
                </a:lnTo>
                <a:lnTo>
                  <a:pt x="3082" y="494"/>
                </a:lnTo>
                <a:lnTo>
                  <a:pt x="3083" y="494"/>
                </a:lnTo>
                <a:lnTo>
                  <a:pt x="3084" y="493"/>
                </a:lnTo>
                <a:lnTo>
                  <a:pt x="3085" y="493"/>
                </a:lnTo>
                <a:lnTo>
                  <a:pt x="3086" y="493"/>
                </a:lnTo>
                <a:lnTo>
                  <a:pt x="3087" y="492"/>
                </a:lnTo>
                <a:lnTo>
                  <a:pt x="3088" y="491"/>
                </a:lnTo>
                <a:lnTo>
                  <a:pt x="3088" y="490"/>
                </a:lnTo>
                <a:lnTo>
                  <a:pt x="3088" y="489"/>
                </a:lnTo>
                <a:lnTo>
                  <a:pt x="3087" y="489"/>
                </a:lnTo>
                <a:lnTo>
                  <a:pt x="3087" y="488"/>
                </a:lnTo>
                <a:lnTo>
                  <a:pt x="3088" y="488"/>
                </a:lnTo>
                <a:lnTo>
                  <a:pt x="3089" y="488"/>
                </a:lnTo>
                <a:lnTo>
                  <a:pt x="3089" y="487"/>
                </a:lnTo>
                <a:lnTo>
                  <a:pt x="3090" y="487"/>
                </a:lnTo>
                <a:lnTo>
                  <a:pt x="3090" y="486"/>
                </a:lnTo>
                <a:lnTo>
                  <a:pt x="3090" y="485"/>
                </a:lnTo>
                <a:lnTo>
                  <a:pt x="3091" y="485"/>
                </a:lnTo>
                <a:lnTo>
                  <a:pt x="3092" y="485"/>
                </a:lnTo>
                <a:lnTo>
                  <a:pt x="3092" y="484"/>
                </a:lnTo>
                <a:lnTo>
                  <a:pt x="3092" y="483"/>
                </a:lnTo>
                <a:lnTo>
                  <a:pt x="3092" y="482"/>
                </a:lnTo>
                <a:lnTo>
                  <a:pt x="3092" y="481"/>
                </a:lnTo>
                <a:lnTo>
                  <a:pt x="3091" y="481"/>
                </a:lnTo>
                <a:lnTo>
                  <a:pt x="3090" y="481"/>
                </a:lnTo>
                <a:lnTo>
                  <a:pt x="3090" y="480"/>
                </a:lnTo>
                <a:lnTo>
                  <a:pt x="3091" y="480"/>
                </a:lnTo>
                <a:lnTo>
                  <a:pt x="3091" y="479"/>
                </a:lnTo>
                <a:lnTo>
                  <a:pt x="3092" y="479"/>
                </a:lnTo>
                <a:lnTo>
                  <a:pt x="3092" y="480"/>
                </a:lnTo>
                <a:lnTo>
                  <a:pt x="3093" y="480"/>
                </a:lnTo>
                <a:lnTo>
                  <a:pt x="3093" y="479"/>
                </a:lnTo>
                <a:lnTo>
                  <a:pt x="3094" y="479"/>
                </a:lnTo>
                <a:lnTo>
                  <a:pt x="3094" y="478"/>
                </a:lnTo>
                <a:lnTo>
                  <a:pt x="3093" y="478"/>
                </a:lnTo>
                <a:lnTo>
                  <a:pt x="3093" y="477"/>
                </a:lnTo>
                <a:lnTo>
                  <a:pt x="3093" y="476"/>
                </a:lnTo>
                <a:lnTo>
                  <a:pt x="3094" y="476"/>
                </a:lnTo>
                <a:lnTo>
                  <a:pt x="3095" y="476"/>
                </a:lnTo>
                <a:lnTo>
                  <a:pt x="3096" y="475"/>
                </a:lnTo>
                <a:lnTo>
                  <a:pt x="3096" y="474"/>
                </a:lnTo>
                <a:lnTo>
                  <a:pt x="3095" y="473"/>
                </a:lnTo>
                <a:lnTo>
                  <a:pt x="3094" y="472"/>
                </a:lnTo>
                <a:lnTo>
                  <a:pt x="3094" y="471"/>
                </a:lnTo>
                <a:lnTo>
                  <a:pt x="3093" y="471"/>
                </a:lnTo>
                <a:lnTo>
                  <a:pt x="3094" y="470"/>
                </a:lnTo>
                <a:lnTo>
                  <a:pt x="3094" y="469"/>
                </a:lnTo>
                <a:lnTo>
                  <a:pt x="3095" y="469"/>
                </a:lnTo>
                <a:lnTo>
                  <a:pt x="3096" y="469"/>
                </a:lnTo>
                <a:lnTo>
                  <a:pt x="3096" y="467"/>
                </a:lnTo>
                <a:lnTo>
                  <a:pt x="3096" y="466"/>
                </a:lnTo>
                <a:lnTo>
                  <a:pt x="3096" y="465"/>
                </a:lnTo>
                <a:lnTo>
                  <a:pt x="3096" y="464"/>
                </a:lnTo>
                <a:lnTo>
                  <a:pt x="3096" y="463"/>
                </a:lnTo>
                <a:lnTo>
                  <a:pt x="3096" y="462"/>
                </a:lnTo>
                <a:lnTo>
                  <a:pt x="3095" y="462"/>
                </a:lnTo>
                <a:lnTo>
                  <a:pt x="3094" y="462"/>
                </a:lnTo>
                <a:lnTo>
                  <a:pt x="3093" y="462"/>
                </a:lnTo>
                <a:lnTo>
                  <a:pt x="3093" y="461"/>
                </a:lnTo>
                <a:lnTo>
                  <a:pt x="3094" y="461"/>
                </a:lnTo>
                <a:lnTo>
                  <a:pt x="3094" y="460"/>
                </a:lnTo>
                <a:lnTo>
                  <a:pt x="3094" y="461"/>
                </a:lnTo>
                <a:lnTo>
                  <a:pt x="3095" y="461"/>
                </a:lnTo>
                <a:lnTo>
                  <a:pt x="3096" y="461"/>
                </a:lnTo>
                <a:lnTo>
                  <a:pt x="3097" y="461"/>
                </a:lnTo>
                <a:lnTo>
                  <a:pt x="3097" y="459"/>
                </a:lnTo>
                <a:lnTo>
                  <a:pt x="3096" y="458"/>
                </a:lnTo>
                <a:lnTo>
                  <a:pt x="3095" y="458"/>
                </a:lnTo>
                <a:lnTo>
                  <a:pt x="3095" y="457"/>
                </a:lnTo>
                <a:lnTo>
                  <a:pt x="3094" y="457"/>
                </a:lnTo>
                <a:lnTo>
                  <a:pt x="3094" y="456"/>
                </a:lnTo>
                <a:lnTo>
                  <a:pt x="3093" y="455"/>
                </a:lnTo>
                <a:lnTo>
                  <a:pt x="3093" y="454"/>
                </a:lnTo>
                <a:lnTo>
                  <a:pt x="3093" y="453"/>
                </a:lnTo>
                <a:lnTo>
                  <a:pt x="3093" y="452"/>
                </a:lnTo>
                <a:lnTo>
                  <a:pt x="3092" y="452"/>
                </a:lnTo>
                <a:lnTo>
                  <a:pt x="3092" y="451"/>
                </a:lnTo>
                <a:lnTo>
                  <a:pt x="3092" y="450"/>
                </a:lnTo>
                <a:lnTo>
                  <a:pt x="3093" y="450"/>
                </a:lnTo>
                <a:lnTo>
                  <a:pt x="3094" y="449"/>
                </a:lnTo>
                <a:lnTo>
                  <a:pt x="3095" y="449"/>
                </a:lnTo>
                <a:lnTo>
                  <a:pt x="3096" y="449"/>
                </a:lnTo>
                <a:lnTo>
                  <a:pt x="3097" y="449"/>
                </a:lnTo>
                <a:lnTo>
                  <a:pt x="3097" y="450"/>
                </a:lnTo>
                <a:lnTo>
                  <a:pt x="3098" y="450"/>
                </a:lnTo>
                <a:lnTo>
                  <a:pt x="3099" y="450"/>
                </a:lnTo>
                <a:lnTo>
                  <a:pt x="3100" y="450"/>
                </a:lnTo>
                <a:lnTo>
                  <a:pt x="3100" y="449"/>
                </a:lnTo>
                <a:lnTo>
                  <a:pt x="3100" y="448"/>
                </a:lnTo>
                <a:lnTo>
                  <a:pt x="3099" y="448"/>
                </a:lnTo>
                <a:lnTo>
                  <a:pt x="3099" y="447"/>
                </a:lnTo>
                <a:lnTo>
                  <a:pt x="3098" y="447"/>
                </a:lnTo>
                <a:lnTo>
                  <a:pt x="3097" y="446"/>
                </a:lnTo>
                <a:lnTo>
                  <a:pt x="3096" y="446"/>
                </a:lnTo>
                <a:lnTo>
                  <a:pt x="3096" y="445"/>
                </a:lnTo>
                <a:lnTo>
                  <a:pt x="3095" y="444"/>
                </a:lnTo>
                <a:lnTo>
                  <a:pt x="3096" y="444"/>
                </a:lnTo>
                <a:lnTo>
                  <a:pt x="3096" y="443"/>
                </a:lnTo>
                <a:lnTo>
                  <a:pt x="3096" y="442"/>
                </a:lnTo>
                <a:lnTo>
                  <a:pt x="3097" y="442"/>
                </a:lnTo>
                <a:lnTo>
                  <a:pt x="3098" y="442"/>
                </a:lnTo>
                <a:lnTo>
                  <a:pt x="3098" y="441"/>
                </a:lnTo>
                <a:lnTo>
                  <a:pt x="3099" y="441"/>
                </a:lnTo>
                <a:lnTo>
                  <a:pt x="3099" y="440"/>
                </a:lnTo>
                <a:lnTo>
                  <a:pt x="3098" y="440"/>
                </a:lnTo>
                <a:lnTo>
                  <a:pt x="3098" y="439"/>
                </a:lnTo>
                <a:lnTo>
                  <a:pt x="3097" y="439"/>
                </a:lnTo>
                <a:lnTo>
                  <a:pt x="3097" y="438"/>
                </a:lnTo>
                <a:lnTo>
                  <a:pt x="3096" y="438"/>
                </a:lnTo>
                <a:lnTo>
                  <a:pt x="3096" y="437"/>
                </a:lnTo>
                <a:lnTo>
                  <a:pt x="3097" y="436"/>
                </a:lnTo>
                <a:lnTo>
                  <a:pt x="3098" y="435"/>
                </a:lnTo>
                <a:lnTo>
                  <a:pt x="3099" y="434"/>
                </a:lnTo>
                <a:lnTo>
                  <a:pt x="3100" y="434"/>
                </a:lnTo>
                <a:lnTo>
                  <a:pt x="3101" y="433"/>
                </a:lnTo>
                <a:lnTo>
                  <a:pt x="3102" y="433"/>
                </a:lnTo>
                <a:lnTo>
                  <a:pt x="3103" y="433"/>
                </a:lnTo>
                <a:lnTo>
                  <a:pt x="3104" y="433"/>
                </a:lnTo>
                <a:lnTo>
                  <a:pt x="3105" y="433"/>
                </a:lnTo>
                <a:lnTo>
                  <a:pt x="3105" y="432"/>
                </a:lnTo>
                <a:lnTo>
                  <a:pt x="3105" y="431"/>
                </a:lnTo>
                <a:lnTo>
                  <a:pt x="3105" y="430"/>
                </a:lnTo>
                <a:lnTo>
                  <a:pt x="3105" y="429"/>
                </a:lnTo>
                <a:lnTo>
                  <a:pt x="3105" y="428"/>
                </a:lnTo>
                <a:lnTo>
                  <a:pt x="3105" y="427"/>
                </a:lnTo>
                <a:lnTo>
                  <a:pt x="3104" y="427"/>
                </a:lnTo>
                <a:lnTo>
                  <a:pt x="3104" y="426"/>
                </a:lnTo>
                <a:lnTo>
                  <a:pt x="3104" y="424"/>
                </a:lnTo>
                <a:lnTo>
                  <a:pt x="3105" y="424"/>
                </a:lnTo>
                <a:lnTo>
                  <a:pt x="3106" y="423"/>
                </a:lnTo>
                <a:lnTo>
                  <a:pt x="3106" y="422"/>
                </a:lnTo>
                <a:lnTo>
                  <a:pt x="3107" y="422"/>
                </a:lnTo>
                <a:lnTo>
                  <a:pt x="3108" y="422"/>
                </a:lnTo>
                <a:lnTo>
                  <a:pt x="3109" y="422"/>
                </a:lnTo>
                <a:lnTo>
                  <a:pt x="3109" y="421"/>
                </a:lnTo>
                <a:lnTo>
                  <a:pt x="3110" y="421"/>
                </a:lnTo>
                <a:lnTo>
                  <a:pt x="3111" y="420"/>
                </a:lnTo>
                <a:lnTo>
                  <a:pt x="3111" y="419"/>
                </a:lnTo>
                <a:lnTo>
                  <a:pt x="3112" y="418"/>
                </a:lnTo>
                <a:lnTo>
                  <a:pt x="3111" y="418"/>
                </a:lnTo>
                <a:lnTo>
                  <a:pt x="3111" y="417"/>
                </a:lnTo>
                <a:lnTo>
                  <a:pt x="3110" y="417"/>
                </a:lnTo>
                <a:lnTo>
                  <a:pt x="3108" y="417"/>
                </a:lnTo>
                <a:lnTo>
                  <a:pt x="3107" y="417"/>
                </a:lnTo>
                <a:lnTo>
                  <a:pt x="3107" y="416"/>
                </a:lnTo>
                <a:lnTo>
                  <a:pt x="3106" y="416"/>
                </a:lnTo>
                <a:lnTo>
                  <a:pt x="3106" y="415"/>
                </a:lnTo>
                <a:lnTo>
                  <a:pt x="3106" y="414"/>
                </a:lnTo>
                <a:lnTo>
                  <a:pt x="3106" y="413"/>
                </a:lnTo>
                <a:lnTo>
                  <a:pt x="3107" y="413"/>
                </a:lnTo>
                <a:lnTo>
                  <a:pt x="3107" y="412"/>
                </a:lnTo>
                <a:lnTo>
                  <a:pt x="3108" y="412"/>
                </a:lnTo>
                <a:lnTo>
                  <a:pt x="3109" y="412"/>
                </a:lnTo>
                <a:lnTo>
                  <a:pt x="3109" y="411"/>
                </a:lnTo>
                <a:lnTo>
                  <a:pt x="3110" y="411"/>
                </a:lnTo>
                <a:lnTo>
                  <a:pt x="3110" y="412"/>
                </a:lnTo>
                <a:lnTo>
                  <a:pt x="3112" y="411"/>
                </a:lnTo>
                <a:lnTo>
                  <a:pt x="3113" y="411"/>
                </a:lnTo>
                <a:lnTo>
                  <a:pt x="3114" y="410"/>
                </a:lnTo>
                <a:lnTo>
                  <a:pt x="3114" y="409"/>
                </a:lnTo>
                <a:lnTo>
                  <a:pt x="3114" y="408"/>
                </a:lnTo>
                <a:lnTo>
                  <a:pt x="3113" y="407"/>
                </a:lnTo>
                <a:lnTo>
                  <a:pt x="3113" y="406"/>
                </a:lnTo>
                <a:lnTo>
                  <a:pt x="3113" y="405"/>
                </a:lnTo>
                <a:lnTo>
                  <a:pt x="3113" y="404"/>
                </a:lnTo>
                <a:lnTo>
                  <a:pt x="3113" y="403"/>
                </a:lnTo>
                <a:lnTo>
                  <a:pt x="3113" y="402"/>
                </a:lnTo>
                <a:lnTo>
                  <a:pt x="3114" y="402"/>
                </a:lnTo>
                <a:lnTo>
                  <a:pt x="3114" y="401"/>
                </a:lnTo>
                <a:lnTo>
                  <a:pt x="3116" y="400"/>
                </a:lnTo>
                <a:lnTo>
                  <a:pt x="3116" y="399"/>
                </a:lnTo>
                <a:lnTo>
                  <a:pt x="3116" y="398"/>
                </a:lnTo>
                <a:lnTo>
                  <a:pt x="3115" y="397"/>
                </a:lnTo>
                <a:lnTo>
                  <a:pt x="3115" y="396"/>
                </a:lnTo>
                <a:lnTo>
                  <a:pt x="3114" y="396"/>
                </a:lnTo>
                <a:lnTo>
                  <a:pt x="3114" y="395"/>
                </a:lnTo>
                <a:lnTo>
                  <a:pt x="3113" y="395"/>
                </a:lnTo>
                <a:lnTo>
                  <a:pt x="3113" y="394"/>
                </a:lnTo>
                <a:lnTo>
                  <a:pt x="3112" y="394"/>
                </a:lnTo>
                <a:lnTo>
                  <a:pt x="3112" y="393"/>
                </a:lnTo>
                <a:lnTo>
                  <a:pt x="3113" y="392"/>
                </a:lnTo>
                <a:lnTo>
                  <a:pt x="3113" y="391"/>
                </a:lnTo>
                <a:lnTo>
                  <a:pt x="3113" y="390"/>
                </a:lnTo>
                <a:lnTo>
                  <a:pt x="3112" y="390"/>
                </a:lnTo>
                <a:lnTo>
                  <a:pt x="3112" y="389"/>
                </a:lnTo>
                <a:lnTo>
                  <a:pt x="3113" y="389"/>
                </a:lnTo>
                <a:lnTo>
                  <a:pt x="3113" y="388"/>
                </a:lnTo>
                <a:lnTo>
                  <a:pt x="3114" y="388"/>
                </a:lnTo>
                <a:lnTo>
                  <a:pt x="3114" y="387"/>
                </a:lnTo>
                <a:lnTo>
                  <a:pt x="3115" y="387"/>
                </a:lnTo>
                <a:lnTo>
                  <a:pt x="3115" y="386"/>
                </a:lnTo>
                <a:lnTo>
                  <a:pt x="3116" y="386"/>
                </a:lnTo>
                <a:lnTo>
                  <a:pt x="3116" y="385"/>
                </a:lnTo>
                <a:lnTo>
                  <a:pt x="3117" y="384"/>
                </a:lnTo>
                <a:lnTo>
                  <a:pt x="3117" y="383"/>
                </a:lnTo>
                <a:lnTo>
                  <a:pt x="3117" y="382"/>
                </a:lnTo>
                <a:lnTo>
                  <a:pt x="3117" y="381"/>
                </a:lnTo>
                <a:lnTo>
                  <a:pt x="3117" y="380"/>
                </a:lnTo>
                <a:lnTo>
                  <a:pt x="3118" y="380"/>
                </a:lnTo>
                <a:lnTo>
                  <a:pt x="3119" y="380"/>
                </a:lnTo>
                <a:lnTo>
                  <a:pt x="3119" y="379"/>
                </a:lnTo>
                <a:lnTo>
                  <a:pt x="3119" y="378"/>
                </a:lnTo>
                <a:lnTo>
                  <a:pt x="3119" y="377"/>
                </a:lnTo>
                <a:lnTo>
                  <a:pt x="3119" y="376"/>
                </a:lnTo>
                <a:lnTo>
                  <a:pt x="3119" y="375"/>
                </a:lnTo>
                <a:lnTo>
                  <a:pt x="3118" y="375"/>
                </a:lnTo>
                <a:lnTo>
                  <a:pt x="3118" y="374"/>
                </a:lnTo>
                <a:lnTo>
                  <a:pt x="3117" y="374"/>
                </a:lnTo>
                <a:lnTo>
                  <a:pt x="3117" y="373"/>
                </a:lnTo>
                <a:lnTo>
                  <a:pt x="3116" y="373"/>
                </a:lnTo>
                <a:lnTo>
                  <a:pt x="3116" y="372"/>
                </a:lnTo>
                <a:lnTo>
                  <a:pt x="3117" y="371"/>
                </a:lnTo>
                <a:lnTo>
                  <a:pt x="3117" y="370"/>
                </a:lnTo>
                <a:lnTo>
                  <a:pt x="3117" y="369"/>
                </a:lnTo>
                <a:lnTo>
                  <a:pt x="3117" y="368"/>
                </a:lnTo>
                <a:lnTo>
                  <a:pt x="3118" y="368"/>
                </a:lnTo>
                <a:lnTo>
                  <a:pt x="3118" y="367"/>
                </a:lnTo>
                <a:lnTo>
                  <a:pt x="3117" y="367"/>
                </a:lnTo>
                <a:lnTo>
                  <a:pt x="3117" y="366"/>
                </a:lnTo>
                <a:lnTo>
                  <a:pt x="3118" y="365"/>
                </a:lnTo>
                <a:lnTo>
                  <a:pt x="3118" y="364"/>
                </a:lnTo>
                <a:lnTo>
                  <a:pt x="3118" y="363"/>
                </a:lnTo>
                <a:lnTo>
                  <a:pt x="3118" y="362"/>
                </a:lnTo>
                <a:lnTo>
                  <a:pt x="3119" y="361"/>
                </a:lnTo>
                <a:lnTo>
                  <a:pt x="3120" y="360"/>
                </a:lnTo>
                <a:lnTo>
                  <a:pt x="3121" y="360"/>
                </a:lnTo>
                <a:lnTo>
                  <a:pt x="3122" y="360"/>
                </a:lnTo>
                <a:lnTo>
                  <a:pt x="3122" y="359"/>
                </a:lnTo>
                <a:lnTo>
                  <a:pt x="3123" y="359"/>
                </a:lnTo>
                <a:lnTo>
                  <a:pt x="3123" y="357"/>
                </a:lnTo>
                <a:lnTo>
                  <a:pt x="3122" y="356"/>
                </a:lnTo>
                <a:lnTo>
                  <a:pt x="3121" y="356"/>
                </a:lnTo>
                <a:lnTo>
                  <a:pt x="3121" y="355"/>
                </a:lnTo>
                <a:lnTo>
                  <a:pt x="3121" y="354"/>
                </a:lnTo>
                <a:lnTo>
                  <a:pt x="3120" y="354"/>
                </a:lnTo>
                <a:lnTo>
                  <a:pt x="3120" y="353"/>
                </a:lnTo>
                <a:lnTo>
                  <a:pt x="3121" y="352"/>
                </a:lnTo>
                <a:lnTo>
                  <a:pt x="3122" y="352"/>
                </a:lnTo>
                <a:lnTo>
                  <a:pt x="3122" y="353"/>
                </a:lnTo>
                <a:lnTo>
                  <a:pt x="3123" y="353"/>
                </a:lnTo>
                <a:lnTo>
                  <a:pt x="3124" y="353"/>
                </a:lnTo>
                <a:lnTo>
                  <a:pt x="3125" y="353"/>
                </a:lnTo>
                <a:lnTo>
                  <a:pt x="3126" y="353"/>
                </a:lnTo>
                <a:lnTo>
                  <a:pt x="3127" y="353"/>
                </a:lnTo>
                <a:lnTo>
                  <a:pt x="3128" y="353"/>
                </a:lnTo>
                <a:lnTo>
                  <a:pt x="3128" y="352"/>
                </a:lnTo>
                <a:lnTo>
                  <a:pt x="3129" y="352"/>
                </a:lnTo>
                <a:lnTo>
                  <a:pt x="3130" y="352"/>
                </a:lnTo>
                <a:lnTo>
                  <a:pt x="3131" y="351"/>
                </a:lnTo>
                <a:lnTo>
                  <a:pt x="3132" y="351"/>
                </a:lnTo>
                <a:lnTo>
                  <a:pt x="3132" y="350"/>
                </a:lnTo>
                <a:lnTo>
                  <a:pt x="3133" y="350"/>
                </a:lnTo>
                <a:lnTo>
                  <a:pt x="3133" y="349"/>
                </a:lnTo>
                <a:lnTo>
                  <a:pt x="3133" y="348"/>
                </a:lnTo>
                <a:lnTo>
                  <a:pt x="3134" y="348"/>
                </a:lnTo>
                <a:lnTo>
                  <a:pt x="3134" y="347"/>
                </a:lnTo>
                <a:lnTo>
                  <a:pt x="3134" y="346"/>
                </a:lnTo>
                <a:lnTo>
                  <a:pt x="3135" y="346"/>
                </a:lnTo>
                <a:lnTo>
                  <a:pt x="3135" y="345"/>
                </a:lnTo>
                <a:lnTo>
                  <a:pt x="3136" y="344"/>
                </a:lnTo>
                <a:lnTo>
                  <a:pt x="3136" y="343"/>
                </a:lnTo>
                <a:lnTo>
                  <a:pt x="3137" y="343"/>
                </a:lnTo>
                <a:lnTo>
                  <a:pt x="3137" y="342"/>
                </a:lnTo>
                <a:lnTo>
                  <a:pt x="3137" y="341"/>
                </a:lnTo>
                <a:lnTo>
                  <a:pt x="3138" y="341"/>
                </a:lnTo>
                <a:lnTo>
                  <a:pt x="3138" y="340"/>
                </a:lnTo>
                <a:lnTo>
                  <a:pt x="3139" y="340"/>
                </a:lnTo>
                <a:lnTo>
                  <a:pt x="3140" y="340"/>
                </a:lnTo>
                <a:lnTo>
                  <a:pt x="3140" y="339"/>
                </a:lnTo>
                <a:lnTo>
                  <a:pt x="3141" y="339"/>
                </a:lnTo>
                <a:lnTo>
                  <a:pt x="3141" y="338"/>
                </a:lnTo>
                <a:lnTo>
                  <a:pt x="3141" y="337"/>
                </a:lnTo>
                <a:lnTo>
                  <a:pt x="3141" y="336"/>
                </a:lnTo>
                <a:lnTo>
                  <a:pt x="3142" y="335"/>
                </a:lnTo>
                <a:lnTo>
                  <a:pt x="3143" y="335"/>
                </a:lnTo>
                <a:lnTo>
                  <a:pt x="3144" y="335"/>
                </a:lnTo>
                <a:lnTo>
                  <a:pt x="3145" y="335"/>
                </a:lnTo>
                <a:lnTo>
                  <a:pt x="3145" y="334"/>
                </a:lnTo>
                <a:lnTo>
                  <a:pt x="3145" y="333"/>
                </a:lnTo>
                <a:lnTo>
                  <a:pt x="3145" y="332"/>
                </a:lnTo>
                <a:lnTo>
                  <a:pt x="3145" y="330"/>
                </a:lnTo>
                <a:lnTo>
                  <a:pt x="3146" y="330"/>
                </a:lnTo>
                <a:lnTo>
                  <a:pt x="3146" y="329"/>
                </a:lnTo>
                <a:lnTo>
                  <a:pt x="3146" y="328"/>
                </a:lnTo>
                <a:lnTo>
                  <a:pt x="3146" y="327"/>
                </a:lnTo>
                <a:lnTo>
                  <a:pt x="3147" y="327"/>
                </a:lnTo>
                <a:lnTo>
                  <a:pt x="3148" y="327"/>
                </a:lnTo>
                <a:lnTo>
                  <a:pt x="3149" y="327"/>
                </a:lnTo>
                <a:lnTo>
                  <a:pt x="3150" y="326"/>
                </a:lnTo>
                <a:lnTo>
                  <a:pt x="3151" y="326"/>
                </a:lnTo>
                <a:lnTo>
                  <a:pt x="3152" y="326"/>
                </a:lnTo>
                <a:lnTo>
                  <a:pt x="3152" y="325"/>
                </a:lnTo>
                <a:lnTo>
                  <a:pt x="3152" y="324"/>
                </a:lnTo>
                <a:lnTo>
                  <a:pt x="3153" y="324"/>
                </a:lnTo>
                <a:lnTo>
                  <a:pt x="3153" y="323"/>
                </a:lnTo>
                <a:lnTo>
                  <a:pt x="3153" y="322"/>
                </a:lnTo>
                <a:lnTo>
                  <a:pt x="3154" y="321"/>
                </a:lnTo>
                <a:lnTo>
                  <a:pt x="3155" y="321"/>
                </a:lnTo>
                <a:lnTo>
                  <a:pt x="3156" y="321"/>
                </a:lnTo>
                <a:lnTo>
                  <a:pt x="3157" y="321"/>
                </a:lnTo>
                <a:lnTo>
                  <a:pt x="3157" y="320"/>
                </a:lnTo>
                <a:lnTo>
                  <a:pt x="3157" y="319"/>
                </a:lnTo>
                <a:lnTo>
                  <a:pt x="3156" y="319"/>
                </a:lnTo>
                <a:lnTo>
                  <a:pt x="3156" y="318"/>
                </a:lnTo>
                <a:lnTo>
                  <a:pt x="3156" y="317"/>
                </a:lnTo>
                <a:lnTo>
                  <a:pt x="3156" y="316"/>
                </a:lnTo>
                <a:lnTo>
                  <a:pt x="3157" y="316"/>
                </a:lnTo>
                <a:lnTo>
                  <a:pt x="3157" y="315"/>
                </a:lnTo>
                <a:lnTo>
                  <a:pt x="3158" y="315"/>
                </a:lnTo>
                <a:lnTo>
                  <a:pt x="3159" y="315"/>
                </a:lnTo>
                <a:lnTo>
                  <a:pt x="3160" y="315"/>
                </a:lnTo>
                <a:lnTo>
                  <a:pt x="3160" y="314"/>
                </a:lnTo>
                <a:lnTo>
                  <a:pt x="3161" y="314"/>
                </a:lnTo>
                <a:lnTo>
                  <a:pt x="3162" y="314"/>
                </a:lnTo>
                <a:lnTo>
                  <a:pt x="3162" y="313"/>
                </a:lnTo>
                <a:lnTo>
                  <a:pt x="3163" y="313"/>
                </a:lnTo>
                <a:lnTo>
                  <a:pt x="3164" y="312"/>
                </a:lnTo>
                <a:lnTo>
                  <a:pt x="3165" y="311"/>
                </a:lnTo>
                <a:lnTo>
                  <a:pt x="3165" y="310"/>
                </a:lnTo>
                <a:lnTo>
                  <a:pt x="3165" y="309"/>
                </a:lnTo>
                <a:lnTo>
                  <a:pt x="3165" y="308"/>
                </a:lnTo>
                <a:lnTo>
                  <a:pt x="3164" y="307"/>
                </a:lnTo>
                <a:lnTo>
                  <a:pt x="3164" y="306"/>
                </a:lnTo>
                <a:lnTo>
                  <a:pt x="3164" y="305"/>
                </a:lnTo>
                <a:lnTo>
                  <a:pt x="3164" y="304"/>
                </a:lnTo>
                <a:lnTo>
                  <a:pt x="3165" y="304"/>
                </a:lnTo>
                <a:lnTo>
                  <a:pt x="3166" y="304"/>
                </a:lnTo>
                <a:lnTo>
                  <a:pt x="3168" y="304"/>
                </a:lnTo>
                <a:lnTo>
                  <a:pt x="3169" y="304"/>
                </a:lnTo>
                <a:lnTo>
                  <a:pt x="3169" y="305"/>
                </a:lnTo>
                <a:lnTo>
                  <a:pt x="3171" y="305"/>
                </a:lnTo>
                <a:lnTo>
                  <a:pt x="3172" y="305"/>
                </a:lnTo>
                <a:lnTo>
                  <a:pt x="3172" y="304"/>
                </a:lnTo>
                <a:lnTo>
                  <a:pt x="3173" y="304"/>
                </a:lnTo>
                <a:lnTo>
                  <a:pt x="3173" y="303"/>
                </a:lnTo>
                <a:lnTo>
                  <a:pt x="3174" y="302"/>
                </a:lnTo>
                <a:lnTo>
                  <a:pt x="3173" y="302"/>
                </a:lnTo>
                <a:lnTo>
                  <a:pt x="3173" y="301"/>
                </a:lnTo>
                <a:lnTo>
                  <a:pt x="3173" y="300"/>
                </a:lnTo>
                <a:lnTo>
                  <a:pt x="3172" y="299"/>
                </a:lnTo>
                <a:lnTo>
                  <a:pt x="3173" y="298"/>
                </a:lnTo>
                <a:lnTo>
                  <a:pt x="3174" y="297"/>
                </a:lnTo>
                <a:lnTo>
                  <a:pt x="3175" y="298"/>
                </a:lnTo>
                <a:lnTo>
                  <a:pt x="3177" y="298"/>
                </a:lnTo>
                <a:lnTo>
                  <a:pt x="3177" y="297"/>
                </a:lnTo>
                <a:lnTo>
                  <a:pt x="3178" y="297"/>
                </a:lnTo>
                <a:lnTo>
                  <a:pt x="3179" y="297"/>
                </a:lnTo>
                <a:lnTo>
                  <a:pt x="3179" y="296"/>
                </a:lnTo>
                <a:lnTo>
                  <a:pt x="3180" y="295"/>
                </a:lnTo>
                <a:lnTo>
                  <a:pt x="3181" y="295"/>
                </a:lnTo>
                <a:lnTo>
                  <a:pt x="3182" y="295"/>
                </a:lnTo>
                <a:lnTo>
                  <a:pt x="3182" y="294"/>
                </a:lnTo>
                <a:lnTo>
                  <a:pt x="3183" y="294"/>
                </a:lnTo>
                <a:lnTo>
                  <a:pt x="3184" y="294"/>
                </a:lnTo>
                <a:lnTo>
                  <a:pt x="3185" y="293"/>
                </a:lnTo>
                <a:lnTo>
                  <a:pt x="3186" y="293"/>
                </a:lnTo>
                <a:lnTo>
                  <a:pt x="3186" y="292"/>
                </a:lnTo>
                <a:lnTo>
                  <a:pt x="3186" y="291"/>
                </a:lnTo>
                <a:lnTo>
                  <a:pt x="3186" y="290"/>
                </a:lnTo>
                <a:lnTo>
                  <a:pt x="3186" y="289"/>
                </a:lnTo>
                <a:lnTo>
                  <a:pt x="3186" y="288"/>
                </a:lnTo>
                <a:lnTo>
                  <a:pt x="3185" y="288"/>
                </a:lnTo>
                <a:lnTo>
                  <a:pt x="3185" y="286"/>
                </a:lnTo>
                <a:lnTo>
                  <a:pt x="3186" y="286"/>
                </a:lnTo>
                <a:lnTo>
                  <a:pt x="3186" y="285"/>
                </a:lnTo>
                <a:lnTo>
                  <a:pt x="3187" y="285"/>
                </a:lnTo>
                <a:lnTo>
                  <a:pt x="3187" y="284"/>
                </a:lnTo>
                <a:lnTo>
                  <a:pt x="3188" y="284"/>
                </a:lnTo>
                <a:lnTo>
                  <a:pt x="3188" y="283"/>
                </a:lnTo>
                <a:lnTo>
                  <a:pt x="3189" y="283"/>
                </a:lnTo>
                <a:lnTo>
                  <a:pt x="3189" y="282"/>
                </a:lnTo>
                <a:lnTo>
                  <a:pt x="3190" y="281"/>
                </a:lnTo>
                <a:lnTo>
                  <a:pt x="3190" y="280"/>
                </a:lnTo>
                <a:lnTo>
                  <a:pt x="3190" y="279"/>
                </a:lnTo>
                <a:lnTo>
                  <a:pt x="3191" y="279"/>
                </a:lnTo>
                <a:lnTo>
                  <a:pt x="3191" y="278"/>
                </a:lnTo>
                <a:lnTo>
                  <a:pt x="3191" y="277"/>
                </a:lnTo>
                <a:lnTo>
                  <a:pt x="3191" y="276"/>
                </a:lnTo>
                <a:lnTo>
                  <a:pt x="3191" y="275"/>
                </a:lnTo>
                <a:lnTo>
                  <a:pt x="3191" y="274"/>
                </a:lnTo>
                <a:lnTo>
                  <a:pt x="3190" y="274"/>
                </a:lnTo>
                <a:lnTo>
                  <a:pt x="3190" y="273"/>
                </a:lnTo>
                <a:lnTo>
                  <a:pt x="3189" y="273"/>
                </a:lnTo>
                <a:lnTo>
                  <a:pt x="3188" y="273"/>
                </a:lnTo>
                <a:lnTo>
                  <a:pt x="3187" y="273"/>
                </a:lnTo>
                <a:lnTo>
                  <a:pt x="3187" y="272"/>
                </a:lnTo>
                <a:lnTo>
                  <a:pt x="3186" y="272"/>
                </a:lnTo>
                <a:lnTo>
                  <a:pt x="3186" y="271"/>
                </a:lnTo>
                <a:lnTo>
                  <a:pt x="3186" y="270"/>
                </a:lnTo>
                <a:lnTo>
                  <a:pt x="3186" y="268"/>
                </a:lnTo>
                <a:lnTo>
                  <a:pt x="3187" y="266"/>
                </a:lnTo>
                <a:lnTo>
                  <a:pt x="3188" y="266"/>
                </a:lnTo>
                <a:lnTo>
                  <a:pt x="3188" y="265"/>
                </a:lnTo>
                <a:lnTo>
                  <a:pt x="3188" y="264"/>
                </a:lnTo>
                <a:lnTo>
                  <a:pt x="3189" y="264"/>
                </a:lnTo>
                <a:lnTo>
                  <a:pt x="3189" y="263"/>
                </a:lnTo>
                <a:lnTo>
                  <a:pt x="3190" y="261"/>
                </a:lnTo>
                <a:lnTo>
                  <a:pt x="3191" y="261"/>
                </a:lnTo>
                <a:lnTo>
                  <a:pt x="3192" y="261"/>
                </a:lnTo>
                <a:lnTo>
                  <a:pt x="3193" y="261"/>
                </a:lnTo>
                <a:lnTo>
                  <a:pt x="3193" y="260"/>
                </a:lnTo>
                <a:lnTo>
                  <a:pt x="3193" y="259"/>
                </a:lnTo>
                <a:lnTo>
                  <a:pt x="3192" y="259"/>
                </a:lnTo>
                <a:lnTo>
                  <a:pt x="3191" y="259"/>
                </a:lnTo>
                <a:lnTo>
                  <a:pt x="3191" y="258"/>
                </a:lnTo>
                <a:lnTo>
                  <a:pt x="3192" y="257"/>
                </a:lnTo>
                <a:lnTo>
                  <a:pt x="3192" y="256"/>
                </a:lnTo>
                <a:lnTo>
                  <a:pt x="3193" y="256"/>
                </a:lnTo>
                <a:lnTo>
                  <a:pt x="3194" y="256"/>
                </a:lnTo>
                <a:lnTo>
                  <a:pt x="3194" y="255"/>
                </a:lnTo>
                <a:lnTo>
                  <a:pt x="3194" y="254"/>
                </a:lnTo>
                <a:lnTo>
                  <a:pt x="3194" y="253"/>
                </a:lnTo>
                <a:lnTo>
                  <a:pt x="3194" y="252"/>
                </a:lnTo>
                <a:lnTo>
                  <a:pt x="3194" y="251"/>
                </a:lnTo>
                <a:lnTo>
                  <a:pt x="3193" y="251"/>
                </a:lnTo>
                <a:lnTo>
                  <a:pt x="3193" y="250"/>
                </a:lnTo>
                <a:lnTo>
                  <a:pt x="3192" y="250"/>
                </a:lnTo>
                <a:lnTo>
                  <a:pt x="3192" y="249"/>
                </a:lnTo>
                <a:lnTo>
                  <a:pt x="3192" y="248"/>
                </a:lnTo>
                <a:lnTo>
                  <a:pt x="3193" y="248"/>
                </a:lnTo>
                <a:lnTo>
                  <a:pt x="3193" y="247"/>
                </a:lnTo>
                <a:lnTo>
                  <a:pt x="3194" y="247"/>
                </a:lnTo>
                <a:lnTo>
                  <a:pt x="3194" y="246"/>
                </a:lnTo>
                <a:lnTo>
                  <a:pt x="3195" y="246"/>
                </a:lnTo>
                <a:lnTo>
                  <a:pt x="3195" y="245"/>
                </a:lnTo>
                <a:lnTo>
                  <a:pt x="3195" y="243"/>
                </a:lnTo>
                <a:lnTo>
                  <a:pt x="3194" y="243"/>
                </a:lnTo>
                <a:lnTo>
                  <a:pt x="3193" y="242"/>
                </a:lnTo>
                <a:lnTo>
                  <a:pt x="3192" y="241"/>
                </a:lnTo>
                <a:lnTo>
                  <a:pt x="3191" y="240"/>
                </a:lnTo>
                <a:lnTo>
                  <a:pt x="3191" y="239"/>
                </a:lnTo>
                <a:lnTo>
                  <a:pt x="3190" y="239"/>
                </a:lnTo>
                <a:lnTo>
                  <a:pt x="3190" y="238"/>
                </a:lnTo>
                <a:lnTo>
                  <a:pt x="3189" y="237"/>
                </a:lnTo>
                <a:lnTo>
                  <a:pt x="3189" y="236"/>
                </a:lnTo>
                <a:lnTo>
                  <a:pt x="3188" y="236"/>
                </a:lnTo>
                <a:lnTo>
                  <a:pt x="3188" y="235"/>
                </a:lnTo>
                <a:lnTo>
                  <a:pt x="3188" y="234"/>
                </a:lnTo>
                <a:lnTo>
                  <a:pt x="3188" y="233"/>
                </a:lnTo>
                <a:lnTo>
                  <a:pt x="3187" y="233"/>
                </a:lnTo>
                <a:lnTo>
                  <a:pt x="3187" y="232"/>
                </a:lnTo>
                <a:lnTo>
                  <a:pt x="3188" y="231"/>
                </a:lnTo>
                <a:lnTo>
                  <a:pt x="3188" y="230"/>
                </a:lnTo>
                <a:lnTo>
                  <a:pt x="3188" y="229"/>
                </a:lnTo>
                <a:lnTo>
                  <a:pt x="3189" y="229"/>
                </a:lnTo>
                <a:lnTo>
                  <a:pt x="3189" y="228"/>
                </a:lnTo>
                <a:lnTo>
                  <a:pt x="3189" y="227"/>
                </a:lnTo>
                <a:lnTo>
                  <a:pt x="3189" y="226"/>
                </a:lnTo>
                <a:lnTo>
                  <a:pt x="3188" y="226"/>
                </a:lnTo>
                <a:lnTo>
                  <a:pt x="3187" y="226"/>
                </a:lnTo>
                <a:lnTo>
                  <a:pt x="3187" y="225"/>
                </a:lnTo>
                <a:lnTo>
                  <a:pt x="3185" y="225"/>
                </a:lnTo>
                <a:lnTo>
                  <a:pt x="3185" y="226"/>
                </a:lnTo>
                <a:lnTo>
                  <a:pt x="3184" y="226"/>
                </a:lnTo>
                <a:lnTo>
                  <a:pt x="3183" y="226"/>
                </a:lnTo>
                <a:lnTo>
                  <a:pt x="3182" y="226"/>
                </a:lnTo>
                <a:lnTo>
                  <a:pt x="3182" y="225"/>
                </a:lnTo>
                <a:lnTo>
                  <a:pt x="3181" y="223"/>
                </a:lnTo>
                <a:lnTo>
                  <a:pt x="3181" y="222"/>
                </a:lnTo>
                <a:lnTo>
                  <a:pt x="3180" y="222"/>
                </a:lnTo>
                <a:lnTo>
                  <a:pt x="3180" y="221"/>
                </a:lnTo>
                <a:lnTo>
                  <a:pt x="3179" y="221"/>
                </a:lnTo>
                <a:lnTo>
                  <a:pt x="3178" y="220"/>
                </a:lnTo>
                <a:lnTo>
                  <a:pt x="3177" y="220"/>
                </a:lnTo>
                <a:lnTo>
                  <a:pt x="3176" y="220"/>
                </a:lnTo>
                <a:lnTo>
                  <a:pt x="3175" y="220"/>
                </a:lnTo>
                <a:lnTo>
                  <a:pt x="3175" y="219"/>
                </a:lnTo>
                <a:lnTo>
                  <a:pt x="3174" y="219"/>
                </a:lnTo>
                <a:lnTo>
                  <a:pt x="3173" y="219"/>
                </a:lnTo>
                <a:lnTo>
                  <a:pt x="3173" y="218"/>
                </a:lnTo>
                <a:lnTo>
                  <a:pt x="3171" y="217"/>
                </a:lnTo>
                <a:lnTo>
                  <a:pt x="3170" y="215"/>
                </a:lnTo>
                <a:lnTo>
                  <a:pt x="3169" y="215"/>
                </a:lnTo>
                <a:lnTo>
                  <a:pt x="3169" y="214"/>
                </a:lnTo>
                <a:lnTo>
                  <a:pt x="3169" y="213"/>
                </a:lnTo>
                <a:lnTo>
                  <a:pt x="3169" y="212"/>
                </a:lnTo>
                <a:lnTo>
                  <a:pt x="3169" y="211"/>
                </a:lnTo>
                <a:lnTo>
                  <a:pt x="3168" y="211"/>
                </a:lnTo>
                <a:lnTo>
                  <a:pt x="3168" y="210"/>
                </a:lnTo>
                <a:lnTo>
                  <a:pt x="3168" y="209"/>
                </a:lnTo>
                <a:lnTo>
                  <a:pt x="3168" y="208"/>
                </a:lnTo>
                <a:lnTo>
                  <a:pt x="3169" y="208"/>
                </a:lnTo>
                <a:lnTo>
                  <a:pt x="3170" y="208"/>
                </a:lnTo>
                <a:lnTo>
                  <a:pt x="3171" y="208"/>
                </a:lnTo>
                <a:lnTo>
                  <a:pt x="3171" y="207"/>
                </a:lnTo>
                <a:lnTo>
                  <a:pt x="3171" y="206"/>
                </a:lnTo>
                <a:lnTo>
                  <a:pt x="3171" y="205"/>
                </a:lnTo>
                <a:lnTo>
                  <a:pt x="3171" y="204"/>
                </a:lnTo>
                <a:lnTo>
                  <a:pt x="3170" y="203"/>
                </a:lnTo>
                <a:lnTo>
                  <a:pt x="3170" y="202"/>
                </a:lnTo>
                <a:lnTo>
                  <a:pt x="3171" y="200"/>
                </a:lnTo>
                <a:lnTo>
                  <a:pt x="3172" y="199"/>
                </a:lnTo>
                <a:lnTo>
                  <a:pt x="3172" y="198"/>
                </a:lnTo>
                <a:lnTo>
                  <a:pt x="3172" y="197"/>
                </a:lnTo>
                <a:lnTo>
                  <a:pt x="3172" y="196"/>
                </a:lnTo>
                <a:lnTo>
                  <a:pt x="3173" y="196"/>
                </a:lnTo>
                <a:lnTo>
                  <a:pt x="3173" y="195"/>
                </a:lnTo>
                <a:lnTo>
                  <a:pt x="3174" y="194"/>
                </a:lnTo>
                <a:lnTo>
                  <a:pt x="3174" y="193"/>
                </a:lnTo>
                <a:lnTo>
                  <a:pt x="3174" y="191"/>
                </a:lnTo>
                <a:lnTo>
                  <a:pt x="3173" y="190"/>
                </a:lnTo>
                <a:lnTo>
                  <a:pt x="3173" y="189"/>
                </a:lnTo>
                <a:lnTo>
                  <a:pt x="3172" y="187"/>
                </a:lnTo>
                <a:lnTo>
                  <a:pt x="3172" y="186"/>
                </a:lnTo>
                <a:lnTo>
                  <a:pt x="3172" y="185"/>
                </a:lnTo>
                <a:lnTo>
                  <a:pt x="3172" y="184"/>
                </a:lnTo>
                <a:lnTo>
                  <a:pt x="3173" y="184"/>
                </a:lnTo>
                <a:lnTo>
                  <a:pt x="3173" y="183"/>
                </a:lnTo>
                <a:lnTo>
                  <a:pt x="3174" y="182"/>
                </a:lnTo>
                <a:lnTo>
                  <a:pt x="3174" y="181"/>
                </a:lnTo>
                <a:lnTo>
                  <a:pt x="3174" y="180"/>
                </a:lnTo>
                <a:lnTo>
                  <a:pt x="3173" y="179"/>
                </a:lnTo>
                <a:lnTo>
                  <a:pt x="3172" y="179"/>
                </a:lnTo>
                <a:lnTo>
                  <a:pt x="3172" y="178"/>
                </a:lnTo>
                <a:lnTo>
                  <a:pt x="3171" y="178"/>
                </a:lnTo>
                <a:lnTo>
                  <a:pt x="3171" y="177"/>
                </a:lnTo>
                <a:lnTo>
                  <a:pt x="3171" y="176"/>
                </a:lnTo>
                <a:lnTo>
                  <a:pt x="3172" y="175"/>
                </a:lnTo>
                <a:lnTo>
                  <a:pt x="3173" y="175"/>
                </a:lnTo>
                <a:lnTo>
                  <a:pt x="3174" y="175"/>
                </a:lnTo>
                <a:lnTo>
                  <a:pt x="3174" y="174"/>
                </a:lnTo>
                <a:lnTo>
                  <a:pt x="3175" y="174"/>
                </a:lnTo>
                <a:lnTo>
                  <a:pt x="3176" y="173"/>
                </a:lnTo>
                <a:lnTo>
                  <a:pt x="3176" y="172"/>
                </a:lnTo>
                <a:lnTo>
                  <a:pt x="3176" y="171"/>
                </a:lnTo>
                <a:lnTo>
                  <a:pt x="3176" y="170"/>
                </a:lnTo>
                <a:lnTo>
                  <a:pt x="3175" y="169"/>
                </a:lnTo>
                <a:lnTo>
                  <a:pt x="3174" y="169"/>
                </a:lnTo>
                <a:lnTo>
                  <a:pt x="3173" y="169"/>
                </a:lnTo>
                <a:lnTo>
                  <a:pt x="3172" y="169"/>
                </a:lnTo>
                <a:lnTo>
                  <a:pt x="3172" y="170"/>
                </a:lnTo>
                <a:lnTo>
                  <a:pt x="3171" y="170"/>
                </a:lnTo>
                <a:lnTo>
                  <a:pt x="3170" y="170"/>
                </a:lnTo>
                <a:lnTo>
                  <a:pt x="3169" y="169"/>
                </a:lnTo>
                <a:lnTo>
                  <a:pt x="3169" y="168"/>
                </a:lnTo>
                <a:lnTo>
                  <a:pt x="3168" y="168"/>
                </a:lnTo>
                <a:lnTo>
                  <a:pt x="3167" y="167"/>
                </a:lnTo>
                <a:lnTo>
                  <a:pt x="3166" y="167"/>
                </a:lnTo>
                <a:lnTo>
                  <a:pt x="3165" y="167"/>
                </a:lnTo>
                <a:lnTo>
                  <a:pt x="3164" y="167"/>
                </a:lnTo>
                <a:lnTo>
                  <a:pt x="3162" y="167"/>
                </a:lnTo>
                <a:lnTo>
                  <a:pt x="3161" y="167"/>
                </a:lnTo>
                <a:lnTo>
                  <a:pt x="3160" y="166"/>
                </a:lnTo>
                <a:lnTo>
                  <a:pt x="3160" y="165"/>
                </a:lnTo>
                <a:lnTo>
                  <a:pt x="3159" y="165"/>
                </a:lnTo>
                <a:lnTo>
                  <a:pt x="3159" y="164"/>
                </a:lnTo>
                <a:lnTo>
                  <a:pt x="3158" y="164"/>
                </a:lnTo>
                <a:lnTo>
                  <a:pt x="3158" y="163"/>
                </a:lnTo>
                <a:lnTo>
                  <a:pt x="3157" y="163"/>
                </a:lnTo>
                <a:lnTo>
                  <a:pt x="3155" y="163"/>
                </a:lnTo>
                <a:lnTo>
                  <a:pt x="3155" y="164"/>
                </a:lnTo>
                <a:lnTo>
                  <a:pt x="3153" y="164"/>
                </a:lnTo>
                <a:lnTo>
                  <a:pt x="3153" y="163"/>
                </a:lnTo>
                <a:lnTo>
                  <a:pt x="3152" y="163"/>
                </a:lnTo>
                <a:lnTo>
                  <a:pt x="3151" y="162"/>
                </a:lnTo>
                <a:lnTo>
                  <a:pt x="3150" y="162"/>
                </a:lnTo>
                <a:lnTo>
                  <a:pt x="3149" y="161"/>
                </a:lnTo>
                <a:lnTo>
                  <a:pt x="3147" y="161"/>
                </a:lnTo>
                <a:lnTo>
                  <a:pt x="3143" y="159"/>
                </a:lnTo>
                <a:lnTo>
                  <a:pt x="3142" y="158"/>
                </a:lnTo>
                <a:lnTo>
                  <a:pt x="3140" y="157"/>
                </a:lnTo>
                <a:lnTo>
                  <a:pt x="3140" y="156"/>
                </a:lnTo>
                <a:lnTo>
                  <a:pt x="3139" y="156"/>
                </a:lnTo>
                <a:lnTo>
                  <a:pt x="3138" y="156"/>
                </a:lnTo>
                <a:lnTo>
                  <a:pt x="3137" y="156"/>
                </a:lnTo>
                <a:lnTo>
                  <a:pt x="3136" y="157"/>
                </a:lnTo>
                <a:lnTo>
                  <a:pt x="3135" y="157"/>
                </a:lnTo>
                <a:lnTo>
                  <a:pt x="3135" y="158"/>
                </a:lnTo>
                <a:lnTo>
                  <a:pt x="3135" y="159"/>
                </a:lnTo>
                <a:lnTo>
                  <a:pt x="3134" y="159"/>
                </a:lnTo>
                <a:lnTo>
                  <a:pt x="3133" y="160"/>
                </a:lnTo>
                <a:lnTo>
                  <a:pt x="3133" y="161"/>
                </a:lnTo>
                <a:lnTo>
                  <a:pt x="3133" y="162"/>
                </a:lnTo>
                <a:lnTo>
                  <a:pt x="3132" y="162"/>
                </a:lnTo>
                <a:lnTo>
                  <a:pt x="3131" y="163"/>
                </a:lnTo>
                <a:lnTo>
                  <a:pt x="3129" y="163"/>
                </a:lnTo>
                <a:lnTo>
                  <a:pt x="3128" y="163"/>
                </a:lnTo>
                <a:lnTo>
                  <a:pt x="3127" y="163"/>
                </a:lnTo>
                <a:lnTo>
                  <a:pt x="3126" y="163"/>
                </a:lnTo>
                <a:lnTo>
                  <a:pt x="3124" y="163"/>
                </a:lnTo>
                <a:lnTo>
                  <a:pt x="3123" y="163"/>
                </a:lnTo>
                <a:lnTo>
                  <a:pt x="3122" y="163"/>
                </a:lnTo>
                <a:lnTo>
                  <a:pt x="3122" y="164"/>
                </a:lnTo>
                <a:lnTo>
                  <a:pt x="3121" y="164"/>
                </a:lnTo>
                <a:lnTo>
                  <a:pt x="3120" y="164"/>
                </a:lnTo>
                <a:lnTo>
                  <a:pt x="3119" y="163"/>
                </a:lnTo>
                <a:lnTo>
                  <a:pt x="3118" y="163"/>
                </a:lnTo>
                <a:lnTo>
                  <a:pt x="3117" y="163"/>
                </a:lnTo>
                <a:lnTo>
                  <a:pt x="3116" y="164"/>
                </a:lnTo>
                <a:lnTo>
                  <a:pt x="3115" y="165"/>
                </a:lnTo>
                <a:lnTo>
                  <a:pt x="3115" y="166"/>
                </a:lnTo>
                <a:lnTo>
                  <a:pt x="3114" y="166"/>
                </a:lnTo>
                <a:lnTo>
                  <a:pt x="3114" y="167"/>
                </a:lnTo>
                <a:lnTo>
                  <a:pt x="3113" y="167"/>
                </a:lnTo>
                <a:lnTo>
                  <a:pt x="3113" y="168"/>
                </a:lnTo>
                <a:lnTo>
                  <a:pt x="3112" y="168"/>
                </a:lnTo>
                <a:lnTo>
                  <a:pt x="3111" y="169"/>
                </a:lnTo>
                <a:lnTo>
                  <a:pt x="3110" y="170"/>
                </a:lnTo>
                <a:lnTo>
                  <a:pt x="3109" y="171"/>
                </a:lnTo>
                <a:lnTo>
                  <a:pt x="3109" y="172"/>
                </a:lnTo>
                <a:lnTo>
                  <a:pt x="3108" y="172"/>
                </a:lnTo>
                <a:lnTo>
                  <a:pt x="3108" y="173"/>
                </a:lnTo>
                <a:lnTo>
                  <a:pt x="3107" y="173"/>
                </a:lnTo>
                <a:lnTo>
                  <a:pt x="3107" y="174"/>
                </a:lnTo>
                <a:lnTo>
                  <a:pt x="3106" y="174"/>
                </a:lnTo>
                <a:lnTo>
                  <a:pt x="3105" y="174"/>
                </a:lnTo>
                <a:lnTo>
                  <a:pt x="3104" y="174"/>
                </a:lnTo>
                <a:lnTo>
                  <a:pt x="3102" y="174"/>
                </a:lnTo>
                <a:lnTo>
                  <a:pt x="3098" y="174"/>
                </a:lnTo>
                <a:lnTo>
                  <a:pt x="3097" y="174"/>
                </a:lnTo>
                <a:lnTo>
                  <a:pt x="3096" y="174"/>
                </a:lnTo>
                <a:lnTo>
                  <a:pt x="3095" y="175"/>
                </a:lnTo>
                <a:lnTo>
                  <a:pt x="3095" y="174"/>
                </a:lnTo>
                <a:lnTo>
                  <a:pt x="3094" y="174"/>
                </a:lnTo>
                <a:lnTo>
                  <a:pt x="3094" y="175"/>
                </a:lnTo>
                <a:lnTo>
                  <a:pt x="3093" y="175"/>
                </a:lnTo>
                <a:lnTo>
                  <a:pt x="3091" y="175"/>
                </a:lnTo>
                <a:lnTo>
                  <a:pt x="3090" y="175"/>
                </a:lnTo>
                <a:lnTo>
                  <a:pt x="3090" y="174"/>
                </a:lnTo>
                <a:lnTo>
                  <a:pt x="3089" y="174"/>
                </a:lnTo>
                <a:lnTo>
                  <a:pt x="3088" y="174"/>
                </a:lnTo>
                <a:lnTo>
                  <a:pt x="3088" y="173"/>
                </a:lnTo>
                <a:lnTo>
                  <a:pt x="3087" y="173"/>
                </a:lnTo>
                <a:lnTo>
                  <a:pt x="3087" y="172"/>
                </a:lnTo>
                <a:lnTo>
                  <a:pt x="3087" y="171"/>
                </a:lnTo>
                <a:lnTo>
                  <a:pt x="3086" y="171"/>
                </a:lnTo>
                <a:lnTo>
                  <a:pt x="3086" y="170"/>
                </a:lnTo>
                <a:lnTo>
                  <a:pt x="3086" y="169"/>
                </a:lnTo>
                <a:lnTo>
                  <a:pt x="3086" y="168"/>
                </a:lnTo>
                <a:lnTo>
                  <a:pt x="3085" y="168"/>
                </a:lnTo>
                <a:lnTo>
                  <a:pt x="3085" y="167"/>
                </a:lnTo>
                <a:lnTo>
                  <a:pt x="3085" y="166"/>
                </a:lnTo>
                <a:lnTo>
                  <a:pt x="3084" y="166"/>
                </a:lnTo>
                <a:lnTo>
                  <a:pt x="3084" y="165"/>
                </a:lnTo>
                <a:lnTo>
                  <a:pt x="3084" y="164"/>
                </a:lnTo>
                <a:lnTo>
                  <a:pt x="3085" y="162"/>
                </a:lnTo>
                <a:lnTo>
                  <a:pt x="3085" y="161"/>
                </a:lnTo>
                <a:lnTo>
                  <a:pt x="3085" y="160"/>
                </a:lnTo>
                <a:lnTo>
                  <a:pt x="3085" y="159"/>
                </a:lnTo>
                <a:lnTo>
                  <a:pt x="3085" y="158"/>
                </a:lnTo>
                <a:lnTo>
                  <a:pt x="3086" y="156"/>
                </a:lnTo>
                <a:lnTo>
                  <a:pt x="3086" y="155"/>
                </a:lnTo>
                <a:lnTo>
                  <a:pt x="3086" y="154"/>
                </a:lnTo>
                <a:lnTo>
                  <a:pt x="3086" y="153"/>
                </a:lnTo>
                <a:lnTo>
                  <a:pt x="3087" y="153"/>
                </a:lnTo>
                <a:lnTo>
                  <a:pt x="3087" y="152"/>
                </a:lnTo>
                <a:lnTo>
                  <a:pt x="3087" y="151"/>
                </a:lnTo>
                <a:lnTo>
                  <a:pt x="3086" y="151"/>
                </a:lnTo>
                <a:lnTo>
                  <a:pt x="3086" y="150"/>
                </a:lnTo>
                <a:lnTo>
                  <a:pt x="3085" y="149"/>
                </a:lnTo>
                <a:lnTo>
                  <a:pt x="3085" y="148"/>
                </a:lnTo>
                <a:lnTo>
                  <a:pt x="3085" y="147"/>
                </a:lnTo>
                <a:lnTo>
                  <a:pt x="3085" y="146"/>
                </a:lnTo>
                <a:lnTo>
                  <a:pt x="3084" y="146"/>
                </a:lnTo>
                <a:lnTo>
                  <a:pt x="3084" y="145"/>
                </a:lnTo>
                <a:lnTo>
                  <a:pt x="3083" y="144"/>
                </a:lnTo>
                <a:lnTo>
                  <a:pt x="3082" y="143"/>
                </a:lnTo>
                <a:lnTo>
                  <a:pt x="3081" y="142"/>
                </a:lnTo>
                <a:lnTo>
                  <a:pt x="3081" y="141"/>
                </a:lnTo>
                <a:lnTo>
                  <a:pt x="3080" y="141"/>
                </a:lnTo>
                <a:lnTo>
                  <a:pt x="3080" y="140"/>
                </a:lnTo>
                <a:lnTo>
                  <a:pt x="3080" y="139"/>
                </a:lnTo>
                <a:lnTo>
                  <a:pt x="3080" y="138"/>
                </a:lnTo>
                <a:lnTo>
                  <a:pt x="3081" y="138"/>
                </a:lnTo>
                <a:lnTo>
                  <a:pt x="3081" y="137"/>
                </a:lnTo>
                <a:lnTo>
                  <a:pt x="3082" y="137"/>
                </a:lnTo>
                <a:lnTo>
                  <a:pt x="3083" y="137"/>
                </a:lnTo>
                <a:lnTo>
                  <a:pt x="3084" y="137"/>
                </a:lnTo>
                <a:lnTo>
                  <a:pt x="3085" y="137"/>
                </a:lnTo>
                <a:lnTo>
                  <a:pt x="3085" y="136"/>
                </a:lnTo>
                <a:lnTo>
                  <a:pt x="3086" y="136"/>
                </a:lnTo>
                <a:lnTo>
                  <a:pt x="3087" y="136"/>
                </a:lnTo>
                <a:lnTo>
                  <a:pt x="3088" y="135"/>
                </a:lnTo>
                <a:lnTo>
                  <a:pt x="3088" y="134"/>
                </a:lnTo>
                <a:lnTo>
                  <a:pt x="3089" y="134"/>
                </a:lnTo>
                <a:lnTo>
                  <a:pt x="3089" y="133"/>
                </a:lnTo>
                <a:lnTo>
                  <a:pt x="3089" y="132"/>
                </a:lnTo>
                <a:lnTo>
                  <a:pt x="3090" y="132"/>
                </a:lnTo>
                <a:lnTo>
                  <a:pt x="3090" y="131"/>
                </a:lnTo>
                <a:lnTo>
                  <a:pt x="3091" y="131"/>
                </a:lnTo>
                <a:lnTo>
                  <a:pt x="3092" y="131"/>
                </a:lnTo>
                <a:lnTo>
                  <a:pt x="3092" y="130"/>
                </a:lnTo>
                <a:lnTo>
                  <a:pt x="3092" y="129"/>
                </a:lnTo>
                <a:lnTo>
                  <a:pt x="3093" y="129"/>
                </a:lnTo>
                <a:lnTo>
                  <a:pt x="3094" y="129"/>
                </a:lnTo>
                <a:lnTo>
                  <a:pt x="3095" y="129"/>
                </a:lnTo>
                <a:lnTo>
                  <a:pt x="3096" y="129"/>
                </a:lnTo>
                <a:lnTo>
                  <a:pt x="3097" y="129"/>
                </a:lnTo>
                <a:lnTo>
                  <a:pt x="3098" y="130"/>
                </a:lnTo>
                <a:lnTo>
                  <a:pt x="3098" y="129"/>
                </a:lnTo>
                <a:lnTo>
                  <a:pt x="3099" y="129"/>
                </a:lnTo>
                <a:lnTo>
                  <a:pt x="3099" y="128"/>
                </a:lnTo>
                <a:lnTo>
                  <a:pt x="3100" y="127"/>
                </a:lnTo>
                <a:lnTo>
                  <a:pt x="3100" y="126"/>
                </a:lnTo>
                <a:lnTo>
                  <a:pt x="3100" y="125"/>
                </a:lnTo>
                <a:lnTo>
                  <a:pt x="3101" y="124"/>
                </a:lnTo>
                <a:lnTo>
                  <a:pt x="3102" y="123"/>
                </a:lnTo>
                <a:lnTo>
                  <a:pt x="3102" y="122"/>
                </a:lnTo>
                <a:lnTo>
                  <a:pt x="3103" y="121"/>
                </a:lnTo>
                <a:lnTo>
                  <a:pt x="3104" y="121"/>
                </a:lnTo>
                <a:lnTo>
                  <a:pt x="3104" y="120"/>
                </a:lnTo>
                <a:lnTo>
                  <a:pt x="3105" y="120"/>
                </a:lnTo>
                <a:lnTo>
                  <a:pt x="3105" y="119"/>
                </a:lnTo>
                <a:lnTo>
                  <a:pt x="3106" y="119"/>
                </a:lnTo>
                <a:lnTo>
                  <a:pt x="3106" y="118"/>
                </a:lnTo>
                <a:lnTo>
                  <a:pt x="3107" y="118"/>
                </a:lnTo>
                <a:lnTo>
                  <a:pt x="3108" y="118"/>
                </a:lnTo>
                <a:lnTo>
                  <a:pt x="3109" y="117"/>
                </a:lnTo>
                <a:lnTo>
                  <a:pt x="3110" y="117"/>
                </a:lnTo>
                <a:lnTo>
                  <a:pt x="3110" y="116"/>
                </a:lnTo>
                <a:lnTo>
                  <a:pt x="3111" y="115"/>
                </a:lnTo>
                <a:lnTo>
                  <a:pt x="3111" y="114"/>
                </a:lnTo>
                <a:lnTo>
                  <a:pt x="3110" y="112"/>
                </a:lnTo>
                <a:lnTo>
                  <a:pt x="3110" y="110"/>
                </a:lnTo>
                <a:lnTo>
                  <a:pt x="3111" y="109"/>
                </a:lnTo>
                <a:lnTo>
                  <a:pt x="3112" y="109"/>
                </a:lnTo>
                <a:lnTo>
                  <a:pt x="3113" y="109"/>
                </a:lnTo>
                <a:lnTo>
                  <a:pt x="3115" y="108"/>
                </a:lnTo>
                <a:lnTo>
                  <a:pt x="3116" y="108"/>
                </a:lnTo>
                <a:lnTo>
                  <a:pt x="3116" y="107"/>
                </a:lnTo>
                <a:lnTo>
                  <a:pt x="3116" y="106"/>
                </a:lnTo>
                <a:lnTo>
                  <a:pt x="3116" y="105"/>
                </a:lnTo>
                <a:lnTo>
                  <a:pt x="3116" y="104"/>
                </a:lnTo>
                <a:lnTo>
                  <a:pt x="3116" y="103"/>
                </a:lnTo>
                <a:lnTo>
                  <a:pt x="3116" y="102"/>
                </a:lnTo>
                <a:lnTo>
                  <a:pt x="3117" y="102"/>
                </a:lnTo>
                <a:lnTo>
                  <a:pt x="3117" y="101"/>
                </a:lnTo>
                <a:lnTo>
                  <a:pt x="3117" y="100"/>
                </a:lnTo>
                <a:lnTo>
                  <a:pt x="3117" y="99"/>
                </a:lnTo>
                <a:lnTo>
                  <a:pt x="3118" y="99"/>
                </a:lnTo>
                <a:lnTo>
                  <a:pt x="3118" y="98"/>
                </a:lnTo>
                <a:lnTo>
                  <a:pt x="3119" y="98"/>
                </a:lnTo>
                <a:lnTo>
                  <a:pt x="3120" y="98"/>
                </a:lnTo>
                <a:lnTo>
                  <a:pt x="3121" y="97"/>
                </a:lnTo>
                <a:lnTo>
                  <a:pt x="3122" y="96"/>
                </a:lnTo>
                <a:lnTo>
                  <a:pt x="3123" y="95"/>
                </a:lnTo>
                <a:lnTo>
                  <a:pt x="3123" y="94"/>
                </a:lnTo>
                <a:lnTo>
                  <a:pt x="3123" y="92"/>
                </a:lnTo>
                <a:lnTo>
                  <a:pt x="3123" y="91"/>
                </a:lnTo>
                <a:lnTo>
                  <a:pt x="3124" y="91"/>
                </a:lnTo>
                <a:lnTo>
                  <a:pt x="3124" y="90"/>
                </a:lnTo>
                <a:lnTo>
                  <a:pt x="3124" y="89"/>
                </a:lnTo>
                <a:lnTo>
                  <a:pt x="3124" y="88"/>
                </a:lnTo>
                <a:lnTo>
                  <a:pt x="3125" y="87"/>
                </a:lnTo>
                <a:lnTo>
                  <a:pt x="3125" y="86"/>
                </a:lnTo>
                <a:lnTo>
                  <a:pt x="3126" y="85"/>
                </a:lnTo>
                <a:lnTo>
                  <a:pt x="3127" y="83"/>
                </a:lnTo>
                <a:lnTo>
                  <a:pt x="3128" y="83"/>
                </a:lnTo>
                <a:lnTo>
                  <a:pt x="3129" y="82"/>
                </a:lnTo>
                <a:lnTo>
                  <a:pt x="3130" y="81"/>
                </a:lnTo>
                <a:lnTo>
                  <a:pt x="3131" y="81"/>
                </a:lnTo>
                <a:lnTo>
                  <a:pt x="3131" y="80"/>
                </a:lnTo>
                <a:lnTo>
                  <a:pt x="3132" y="79"/>
                </a:lnTo>
                <a:lnTo>
                  <a:pt x="3132" y="78"/>
                </a:lnTo>
                <a:lnTo>
                  <a:pt x="3132" y="77"/>
                </a:lnTo>
                <a:lnTo>
                  <a:pt x="3133" y="77"/>
                </a:lnTo>
                <a:lnTo>
                  <a:pt x="3134" y="77"/>
                </a:lnTo>
                <a:lnTo>
                  <a:pt x="3134" y="76"/>
                </a:lnTo>
                <a:lnTo>
                  <a:pt x="3135" y="76"/>
                </a:lnTo>
                <a:lnTo>
                  <a:pt x="3135" y="73"/>
                </a:lnTo>
                <a:lnTo>
                  <a:pt x="3135" y="72"/>
                </a:lnTo>
                <a:lnTo>
                  <a:pt x="3136" y="71"/>
                </a:lnTo>
                <a:lnTo>
                  <a:pt x="3136" y="70"/>
                </a:lnTo>
                <a:lnTo>
                  <a:pt x="3137" y="69"/>
                </a:lnTo>
                <a:lnTo>
                  <a:pt x="3138" y="68"/>
                </a:lnTo>
                <a:lnTo>
                  <a:pt x="3139" y="68"/>
                </a:lnTo>
                <a:lnTo>
                  <a:pt x="3139" y="67"/>
                </a:lnTo>
                <a:lnTo>
                  <a:pt x="3140" y="67"/>
                </a:lnTo>
                <a:lnTo>
                  <a:pt x="3141" y="66"/>
                </a:lnTo>
                <a:lnTo>
                  <a:pt x="3142" y="66"/>
                </a:lnTo>
                <a:lnTo>
                  <a:pt x="3142" y="65"/>
                </a:lnTo>
                <a:lnTo>
                  <a:pt x="3143" y="64"/>
                </a:lnTo>
                <a:lnTo>
                  <a:pt x="3144" y="64"/>
                </a:lnTo>
                <a:lnTo>
                  <a:pt x="3144" y="63"/>
                </a:lnTo>
                <a:lnTo>
                  <a:pt x="3145" y="63"/>
                </a:lnTo>
                <a:lnTo>
                  <a:pt x="3146" y="63"/>
                </a:lnTo>
                <a:lnTo>
                  <a:pt x="3147" y="63"/>
                </a:lnTo>
                <a:lnTo>
                  <a:pt x="3147" y="62"/>
                </a:lnTo>
                <a:lnTo>
                  <a:pt x="3147" y="61"/>
                </a:lnTo>
                <a:lnTo>
                  <a:pt x="3148" y="61"/>
                </a:lnTo>
                <a:lnTo>
                  <a:pt x="3148" y="60"/>
                </a:lnTo>
                <a:lnTo>
                  <a:pt x="3148" y="59"/>
                </a:lnTo>
                <a:lnTo>
                  <a:pt x="3148" y="58"/>
                </a:lnTo>
                <a:lnTo>
                  <a:pt x="3148" y="57"/>
                </a:lnTo>
                <a:lnTo>
                  <a:pt x="3148" y="56"/>
                </a:lnTo>
                <a:lnTo>
                  <a:pt x="3148" y="55"/>
                </a:lnTo>
                <a:lnTo>
                  <a:pt x="3149" y="55"/>
                </a:lnTo>
                <a:lnTo>
                  <a:pt x="3150" y="55"/>
                </a:lnTo>
                <a:lnTo>
                  <a:pt x="3151" y="55"/>
                </a:lnTo>
                <a:lnTo>
                  <a:pt x="3151" y="54"/>
                </a:lnTo>
                <a:lnTo>
                  <a:pt x="3152" y="54"/>
                </a:lnTo>
                <a:lnTo>
                  <a:pt x="3152" y="53"/>
                </a:lnTo>
                <a:lnTo>
                  <a:pt x="3152" y="52"/>
                </a:lnTo>
                <a:lnTo>
                  <a:pt x="3152" y="51"/>
                </a:lnTo>
                <a:lnTo>
                  <a:pt x="3153" y="51"/>
                </a:lnTo>
                <a:lnTo>
                  <a:pt x="3152" y="50"/>
                </a:lnTo>
                <a:lnTo>
                  <a:pt x="3152" y="49"/>
                </a:lnTo>
                <a:lnTo>
                  <a:pt x="3152" y="48"/>
                </a:lnTo>
                <a:lnTo>
                  <a:pt x="3151" y="48"/>
                </a:lnTo>
                <a:lnTo>
                  <a:pt x="3151" y="47"/>
                </a:lnTo>
                <a:lnTo>
                  <a:pt x="3152" y="47"/>
                </a:lnTo>
                <a:lnTo>
                  <a:pt x="3152" y="46"/>
                </a:lnTo>
                <a:lnTo>
                  <a:pt x="3153" y="46"/>
                </a:lnTo>
                <a:lnTo>
                  <a:pt x="3153" y="45"/>
                </a:lnTo>
                <a:lnTo>
                  <a:pt x="3154" y="44"/>
                </a:lnTo>
                <a:lnTo>
                  <a:pt x="3155" y="43"/>
                </a:lnTo>
                <a:lnTo>
                  <a:pt x="3155" y="42"/>
                </a:lnTo>
                <a:lnTo>
                  <a:pt x="3155" y="41"/>
                </a:lnTo>
                <a:lnTo>
                  <a:pt x="3156" y="41"/>
                </a:lnTo>
                <a:lnTo>
                  <a:pt x="3157" y="40"/>
                </a:lnTo>
                <a:lnTo>
                  <a:pt x="3158" y="39"/>
                </a:lnTo>
                <a:lnTo>
                  <a:pt x="3159" y="39"/>
                </a:lnTo>
                <a:lnTo>
                  <a:pt x="3160" y="38"/>
                </a:lnTo>
                <a:lnTo>
                  <a:pt x="3161" y="37"/>
                </a:lnTo>
                <a:lnTo>
                  <a:pt x="3162" y="36"/>
                </a:lnTo>
                <a:lnTo>
                  <a:pt x="3163" y="35"/>
                </a:lnTo>
                <a:lnTo>
                  <a:pt x="3164" y="34"/>
                </a:lnTo>
                <a:lnTo>
                  <a:pt x="3164" y="33"/>
                </a:lnTo>
                <a:lnTo>
                  <a:pt x="3165" y="32"/>
                </a:lnTo>
                <a:lnTo>
                  <a:pt x="3166" y="32"/>
                </a:lnTo>
                <a:lnTo>
                  <a:pt x="3167" y="32"/>
                </a:lnTo>
                <a:lnTo>
                  <a:pt x="3168" y="32"/>
                </a:lnTo>
                <a:lnTo>
                  <a:pt x="3168" y="31"/>
                </a:lnTo>
                <a:lnTo>
                  <a:pt x="3168" y="30"/>
                </a:lnTo>
                <a:lnTo>
                  <a:pt x="3167" y="30"/>
                </a:lnTo>
                <a:lnTo>
                  <a:pt x="3167" y="29"/>
                </a:lnTo>
                <a:lnTo>
                  <a:pt x="3166" y="29"/>
                </a:lnTo>
                <a:lnTo>
                  <a:pt x="3166" y="28"/>
                </a:lnTo>
                <a:lnTo>
                  <a:pt x="3165" y="28"/>
                </a:lnTo>
                <a:lnTo>
                  <a:pt x="3164" y="27"/>
                </a:lnTo>
                <a:lnTo>
                  <a:pt x="3165" y="26"/>
                </a:lnTo>
                <a:lnTo>
                  <a:pt x="3166" y="26"/>
                </a:lnTo>
                <a:lnTo>
                  <a:pt x="3166" y="25"/>
                </a:lnTo>
                <a:lnTo>
                  <a:pt x="3167" y="25"/>
                </a:lnTo>
                <a:lnTo>
                  <a:pt x="3168" y="25"/>
                </a:lnTo>
                <a:lnTo>
                  <a:pt x="3170" y="24"/>
                </a:lnTo>
                <a:lnTo>
                  <a:pt x="3170" y="23"/>
                </a:lnTo>
                <a:lnTo>
                  <a:pt x="3171" y="23"/>
                </a:lnTo>
                <a:lnTo>
                  <a:pt x="3172" y="23"/>
                </a:lnTo>
                <a:lnTo>
                  <a:pt x="3172" y="22"/>
                </a:lnTo>
                <a:lnTo>
                  <a:pt x="3172" y="21"/>
                </a:lnTo>
                <a:lnTo>
                  <a:pt x="3171" y="21"/>
                </a:lnTo>
                <a:lnTo>
                  <a:pt x="3171" y="20"/>
                </a:lnTo>
                <a:lnTo>
                  <a:pt x="3172" y="20"/>
                </a:lnTo>
                <a:lnTo>
                  <a:pt x="3173" y="20"/>
                </a:lnTo>
                <a:lnTo>
                  <a:pt x="3173" y="21"/>
                </a:lnTo>
                <a:lnTo>
                  <a:pt x="3174" y="21"/>
                </a:lnTo>
                <a:lnTo>
                  <a:pt x="3175" y="21"/>
                </a:lnTo>
                <a:lnTo>
                  <a:pt x="3176" y="21"/>
                </a:lnTo>
                <a:lnTo>
                  <a:pt x="3177" y="21"/>
                </a:lnTo>
                <a:lnTo>
                  <a:pt x="3178" y="21"/>
                </a:lnTo>
                <a:lnTo>
                  <a:pt x="3179" y="20"/>
                </a:lnTo>
                <a:lnTo>
                  <a:pt x="3179" y="19"/>
                </a:lnTo>
                <a:lnTo>
                  <a:pt x="3180" y="19"/>
                </a:lnTo>
                <a:lnTo>
                  <a:pt x="3180" y="18"/>
                </a:lnTo>
                <a:lnTo>
                  <a:pt x="3181" y="18"/>
                </a:lnTo>
                <a:lnTo>
                  <a:pt x="3182" y="18"/>
                </a:lnTo>
                <a:lnTo>
                  <a:pt x="3183" y="18"/>
                </a:lnTo>
                <a:lnTo>
                  <a:pt x="3184" y="19"/>
                </a:lnTo>
                <a:lnTo>
                  <a:pt x="3185" y="19"/>
                </a:lnTo>
                <a:lnTo>
                  <a:pt x="3186" y="19"/>
                </a:lnTo>
                <a:lnTo>
                  <a:pt x="3187" y="18"/>
                </a:lnTo>
                <a:lnTo>
                  <a:pt x="3189" y="18"/>
                </a:lnTo>
                <a:lnTo>
                  <a:pt x="3190" y="18"/>
                </a:lnTo>
                <a:lnTo>
                  <a:pt x="3192" y="18"/>
                </a:lnTo>
                <a:lnTo>
                  <a:pt x="3193" y="18"/>
                </a:lnTo>
                <a:lnTo>
                  <a:pt x="3195" y="15"/>
                </a:lnTo>
                <a:lnTo>
                  <a:pt x="3195" y="14"/>
                </a:lnTo>
                <a:lnTo>
                  <a:pt x="3196" y="14"/>
                </a:lnTo>
                <a:lnTo>
                  <a:pt x="3197" y="14"/>
                </a:lnTo>
                <a:lnTo>
                  <a:pt x="3198" y="14"/>
                </a:lnTo>
                <a:lnTo>
                  <a:pt x="3198" y="15"/>
                </a:lnTo>
                <a:lnTo>
                  <a:pt x="3199" y="15"/>
                </a:lnTo>
                <a:lnTo>
                  <a:pt x="3200" y="15"/>
                </a:lnTo>
                <a:lnTo>
                  <a:pt x="3201" y="15"/>
                </a:lnTo>
                <a:lnTo>
                  <a:pt x="3201" y="16"/>
                </a:lnTo>
                <a:lnTo>
                  <a:pt x="3201" y="17"/>
                </a:lnTo>
                <a:lnTo>
                  <a:pt x="3202" y="18"/>
                </a:lnTo>
                <a:lnTo>
                  <a:pt x="3202" y="19"/>
                </a:lnTo>
                <a:lnTo>
                  <a:pt x="3203" y="19"/>
                </a:lnTo>
                <a:lnTo>
                  <a:pt x="3204" y="19"/>
                </a:lnTo>
                <a:lnTo>
                  <a:pt x="3204" y="18"/>
                </a:lnTo>
                <a:lnTo>
                  <a:pt x="3205" y="18"/>
                </a:lnTo>
                <a:lnTo>
                  <a:pt x="3205" y="17"/>
                </a:lnTo>
                <a:lnTo>
                  <a:pt x="3206" y="17"/>
                </a:lnTo>
                <a:lnTo>
                  <a:pt x="3207" y="17"/>
                </a:lnTo>
                <a:lnTo>
                  <a:pt x="3208" y="17"/>
                </a:lnTo>
                <a:lnTo>
                  <a:pt x="3209" y="17"/>
                </a:lnTo>
                <a:lnTo>
                  <a:pt x="3209" y="16"/>
                </a:lnTo>
                <a:lnTo>
                  <a:pt x="3210" y="16"/>
                </a:lnTo>
                <a:lnTo>
                  <a:pt x="3212" y="16"/>
                </a:lnTo>
                <a:lnTo>
                  <a:pt x="3214" y="16"/>
                </a:lnTo>
                <a:lnTo>
                  <a:pt x="3215" y="16"/>
                </a:lnTo>
                <a:lnTo>
                  <a:pt x="3216" y="16"/>
                </a:lnTo>
                <a:lnTo>
                  <a:pt x="3217" y="15"/>
                </a:lnTo>
                <a:lnTo>
                  <a:pt x="3217" y="14"/>
                </a:lnTo>
                <a:lnTo>
                  <a:pt x="3218" y="14"/>
                </a:lnTo>
                <a:lnTo>
                  <a:pt x="3218" y="13"/>
                </a:lnTo>
                <a:lnTo>
                  <a:pt x="3219" y="13"/>
                </a:lnTo>
                <a:lnTo>
                  <a:pt x="3220" y="13"/>
                </a:lnTo>
                <a:lnTo>
                  <a:pt x="3221" y="13"/>
                </a:lnTo>
                <a:lnTo>
                  <a:pt x="3222" y="13"/>
                </a:lnTo>
                <a:lnTo>
                  <a:pt x="3222" y="12"/>
                </a:lnTo>
                <a:lnTo>
                  <a:pt x="3223" y="11"/>
                </a:lnTo>
                <a:lnTo>
                  <a:pt x="3224" y="11"/>
                </a:lnTo>
                <a:lnTo>
                  <a:pt x="3225" y="10"/>
                </a:lnTo>
                <a:lnTo>
                  <a:pt x="3225" y="9"/>
                </a:lnTo>
                <a:lnTo>
                  <a:pt x="3226" y="8"/>
                </a:lnTo>
                <a:lnTo>
                  <a:pt x="3226" y="7"/>
                </a:lnTo>
                <a:lnTo>
                  <a:pt x="3226" y="6"/>
                </a:lnTo>
                <a:lnTo>
                  <a:pt x="3227" y="5"/>
                </a:lnTo>
                <a:lnTo>
                  <a:pt x="3228" y="5"/>
                </a:lnTo>
                <a:lnTo>
                  <a:pt x="3229" y="5"/>
                </a:lnTo>
                <a:lnTo>
                  <a:pt x="3230" y="5"/>
                </a:lnTo>
                <a:lnTo>
                  <a:pt x="3231" y="4"/>
                </a:lnTo>
                <a:lnTo>
                  <a:pt x="3232" y="4"/>
                </a:lnTo>
                <a:lnTo>
                  <a:pt x="3235" y="5"/>
                </a:lnTo>
                <a:lnTo>
                  <a:pt x="3236" y="5"/>
                </a:lnTo>
                <a:lnTo>
                  <a:pt x="3237" y="5"/>
                </a:lnTo>
                <a:lnTo>
                  <a:pt x="3238" y="5"/>
                </a:lnTo>
                <a:lnTo>
                  <a:pt x="3238" y="4"/>
                </a:lnTo>
                <a:lnTo>
                  <a:pt x="3238" y="3"/>
                </a:lnTo>
                <a:lnTo>
                  <a:pt x="3239" y="3"/>
                </a:lnTo>
                <a:lnTo>
                  <a:pt x="3240" y="3"/>
                </a:lnTo>
                <a:lnTo>
                  <a:pt x="3241" y="3"/>
                </a:lnTo>
                <a:lnTo>
                  <a:pt x="3242" y="3"/>
                </a:lnTo>
                <a:lnTo>
                  <a:pt x="3243" y="3"/>
                </a:lnTo>
                <a:lnTo>
                  <a:pt x="3243" y="2"/>
                </a:lnTo>
                <a:lnTo>
                  <a:pt x="3244" y="2"/>
                </a:lnTo>
                <a:lnTo>
                  <a:pt x="3245" y="1"/>
                </a:lnTo>
                <a:lnTo>
                  <a:pt x="3246" y="0"/>
                </a:lnTo>
                <a:lnTo>
                  <a:pt x="3248" y="0"/>
                </a:lnTo>
                <a:lnTo>
                  <a:pt x="3248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" name=""/>
          <p:cNvSpPr/>
          <p:nvPr/>
        </p:nvSpPr>
        <p:spPr>
          <a:xfrm>
            <a:off x="5328000" y="12254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3960">
            <a:solidFill>
              <a:srgbClr val="FFFFFF"/>
            </a:solidFill>
            <a:round/>
          </a:ln>
        </p:spPr>
        <p:txBody>
          <a:bodyPr lIns="1800" tIns="-1800" rIns="18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" name=""/>
          <p:cNvSpPr/>
          <p:nvPr/>
        </p:nvSpPr>
        <p:spPr>
          <a:xfrm>
            <a:off x="5328000" y="12254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3960">
            <a:solidFill>
              <a:srgbClr val="FFFFFF"/>
            </a:solidFill>
            <a:round/>
          </a:ln>
        </p:spPr>
        <p:txBody>
          <a:bodyPr lIns="1800" tIns="-1800" rIns="18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" name=""/>
          <p:cNvSpPr/>
          <p:nvPr/>
        </p:nvSpPr>
        <p:spPr>
          <a:xfrm>
            <a:off x="5328000" y="12254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800" rIns="18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" name=""/>
          <p:cNvSpPr/>
          <p:nvPr/>
        </p:nvSpPr>
        <p:spPr>
          <a:xfrm>
            <a:off x="5328000" y="12254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3960">
            <a:solidFill>
              <a:srgbClr val="FFFFFF"/>
            </a:solidFill>
            <a:round/>
          </a:ln>
        </p:spPr>
        <p:txBody>
          <a:bodyPr lIns="1800" tIns="-1800" rIns="18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" name=""/>
          <p:cNvSpPr/>
          <p:nvPr/>
        </p:nvSpPr>
        <p:spPr>
          <a:xfrm>
            <a:off x="5328000" y="1225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" name=""/>
          <p:cNvSpPr/>
          <p:nvPr/>
        </p:nvSpPr>
        <p:spPr>
          <a:xfrm>
            <a:off x="5335920" y="1209240"/>
            <a:ext cx="360" cy="1800"/>
          </a:xfrm>
          <a:custGeom>
            <a:avLst/>
            <a:gdLst/>
            <a:ahLst/>
            <a:rect l="0" t="0" r="r" b="b"/>
            <a:pathLst>
              <a:path w="1" h="5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" name=""/>
          <p:cNvSpPr/>
          <p:nvPr/>
        </p:nvSpPr>
        <p:spPr>
          <a:xfrm>
            <a:off x="5335920" y="12110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800" rIns="18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" name=""/>
          <p:cNvSpPr/>
          <p:nvPr/>
        </p:nvSpPr>
        <p:spPr>
          <a:xfrm>
            <a:off x="5342040" y="1197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" name=""/>
          <p:cNvSpPr/>
          <p:nvPr/>
        </p:nvSpPr>
        <p:spPr>
          <a:xfrm>
            <a:off x="5341680" y="11966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" name=""/>
          <p:cNvSpPr/>
          <p:nvPr/>
        </p:nvSpPr>
        <p:spPr>
          <a:xfrm>
            <a:off x="5343120" y="119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" name=""/>
          <p:cNvSpPr/>
          <p:nvPr/>
        </p:nvSpPr>
        <p:spPr>
          <a:xfrm>
            <a:off x="5322960" y="1137600"/>
            <a:ext cx="84960" cy="99360"/>
          </a:xfrm>
          <a:custGeom>
            <a:avLst/>
            <a:gdLst/>
            <a:ahLst/>
            <a:rect l="0" t="0" r="r" b="b"/>
            <a:pathLst>
              <a:path w="236" h="276">
                <a:moveTo>
                  <a:pt x="14" y="245"/>
                </a:moveTo>
                <a:lnTo>
                  <a:pt x="14" y="246"/>
                </a:lnTo>
                <a:lnTo>
                  <a:pt x="13" y="246"/>
                </a:lnTo>
                <a:lnTo>
                  <a:pt x="14" y="246"/>
                </a:lnTo>
                <a:lnTo>
                  <a:pt x="14" y="247"/>
                </a:lnTo>
                <a:lnTo>
                  <a:pt x="14" y="248"/>
                </a:lnTo>
                <a:lnTo>
                  <a:pt x="14" y="249"/>
                </a:lnTo>
                <a:lnTo>
                  <a:pt x="15" y="249"/>
                </a:lnTo>
                <a:lnTo>
                  <a:pt x="16" y="249"/>
                </a:lnTo>
                <a:lnTo>
                  <a:pt x="15" y="249"/>
                </a:lnTo>
                <a:lnTo>
                  <a:pt x="15" y="250"/>
                </a:lnTo>
                <a:lnTo>
                  <a:pt x="15" y="251"/>
                </a:lnTo>
                <a:lnTo>
                  <a:pt x="15" y="252"/>
                </a:lnTo>
                <a:lnTo>
                  <a:pt x="14" y="252"/>
                </a:lnTo>
                <a:lnTo>
                  <a:pt x="15" y="252"/>
                </a:lnTo>
                <a:lnTo>
                  <a:pt x="15" y="251"/>
                </a:lnTo>
                <a:lnTo>
                  <a:pt x="16" y="251"/>
                </a:lnTo>
                <a:lnTo>
                  <a:pt x="16" y="250"/>
                </a:lnTo>
                <a:lnTo>
                  <a:pt x="17" y="250"/>
                </a:lnTo>
                <a:lnTo>
                  <a:pt x="17" y="249"/>
                </a:lnTo>
                <a:lnTo>
                  <a:pt x="17" y="248"/>
                </a:lnTo>
                <a:lnTo>
                  <a:pt x="18" y="248"/>
                </a:lnTo>
                <a:lnTo>
                  <a:pt x="18" y="247"/>
                </a:lnTo>
                <a:lnTo>
                  <a:pt x="20" y="246"/>
                </a:lnTo>
                <a:lnTo>
                  <a:pt x="21" y="246"/>
                </a:lnTo>
                <a:lnTo>
                  <a:pt x="21" y="245"/>
                </a:lnTo>
                <a:lnTo>
                  <a:pt x="22" y="245"/>
                </a:lnTo>
                <a:lnTo>
                  <a:pt x="22" y="244"/>
                </a:lnTo>
                <a:lnTo>
                  <a:pt x="22" y="243"/>
                </a:lnTo>
                <a:lnTo>
                  <a:pt x="22" y="242"/>
                </a:lnTo>
                <a:lnTo>
                  <a:pt x="22" y="241"/>
                </a:lnTo>
                <a:lnTo>
                  <a:pt x="22" y="240"/>
                </a:lnTo>
                <a:lnTo>
                  <a:pt x="22" y="239"/>
                </a:lnTo>
                <a:lnTo>
                  <a:pt x="22" y="238"/>
                </a:lnTo>
                <a:lnTo>
                  <a:pt x="22" y="240"/>
                </a:lnTo>
                <a:lnTo>
                  <a:pt x="22" y="241"/>
                </a:lnTo>
                <a:lnTo>
                  <a:pt x="23" y="241"/>
                </a:lnTo>
                <a:lnTo>
                  <a:pt x="23" y="240"/>
                </a:lnTo>
                <a:lnTo>
                  <a:pt x="23" y="239"/>
                </a:lnTo>
                <a:lnTo>
                  <a:pt x="23" y="238"/>
                </a:lnTo>
                <a:lnTo>
                  <a:pt x="23" y="237"/>
                </a:lnTo>
                <a:lnTo>
                  <a:pt x="23" y="236"/>
                </a:lnTo>
                <a:lnTo>
                  <a:pt x="24" y="236"/>
                </a:lnTo>
                <a:lnTo>
                  <a:pt x="24" y="235"/>
                </a:lnTo>
                <a:lnTo>
                  <a:pt x="24" y="232"/>
                </a:lnTo>
                <a:lnTo>
                  <a:pt x="24" y="231"/>
                </a:lnTo>
                <a:lnTo>
                  <a:pt x="23" y="231"/>
                </a:lnTo>
                <a:lnTo>
                  <a:pt x="23" y="230"/>
                </a:lnTo>
                <a:lnTo>
                  <a:pt x="23" y="229"/>
                </a:lnTo>
                <a:lnTo>
                  <a:pt x="22" y="229"/>
                </a:lnTo>
                <a:lnTo>
                  <a:pt x="21" y="228"/>
                </a:lnTo>
                <a:lnTo>
                  <a:pt x="20" y="228"/>
                </a:lnTo>
                <a:lnTo>
                  <a:pt x="20" y="227"/>
                </a:lnTo>
                <a:lnTo>
                  <a:pt x="19" y="227"/>
                </a:lnTo>
                <a:lnTo>
                  <a:pt x="19" y="228"/>
                </a:lnTo>
                <a:lnTo>
                  <a:pt x="18" y="228"/>
                </a:lnTo>
                <a:lnTo>
                  <a:pt x="18" y="227"/>
                </a:lnTo>
                <a:lnTo>
                  <a:pt x="17" y="227"/>
                </a:lnTo>
                <a:lnTo>
                  <a:pt x="17" y="226"/>
                </a:lnTo>
                <a:lnTo>
                  <a:pt x="17" y="225"/>
                </a:lnTo>
                <a:lnTo>
                  <a:pt x="17" y="224"/>
                </a:lnTo>
                <a:lnTo>
                  <a:pt x="17" y="223"/>
                </a:lnTo>
                <a:lnTo>
                  <a:pt x="17" y="222"/>
                </a:lnTo>
                <a:lnTo>
                  <a:pt x="17" y="221"/>
                </a:lnTo>
                <a:lnTo>
                  <a:pt x="18" y="220"/>
                </a:lnTo>
                <a:lnTo>
                  <a:pt x="18" y="219"/>
                </a:lnTo>
                <a:lnTo>
                  <a:pt x="18" y="218"/>
                </a:lnTo>
                <a:lnTo>
                  <a:pt x="19" y="218"/>
                </a:lnTo>
                <a:lnTo>
                  <a:pt x="19" y="217"/>
                </a:lnTo>
                <a:lnTo>
                  <a:pt x="19" y="216"/>
                </a:lnTo>
                <a:lnTo>
                  <a:pt x="20" y="216"/>
                </a:lnTo>
                <a:lnTo>
                  <a:pt x="20" y="215"/>
                </a:lnTo>
                <a:lnTo>
                  <a:pt x="21" y="214"/>
                </a:lnTo>
                <a:lnTo>
                  <a:pt x="21" y="213"/>
                </a:lnTo>
                <a:lnTo>
                  <a:pt x="22" y="213"/>
                </a:lnTo>
                <a:lnTo>
                  <a:pt x="22" y="212"/>
                </a:lnTo>
                <a:lnTo>
                  <a:pt x="23" y="212"/>
                </a:lnTo>
                <a:lnTo>
                  <a:pt x="23" y="211"/>
                </a:lnTo>
                <a:lnTo>
                  <a:pt x="23" y="210"/>
                </a:lnTo>
                <a:lnTo>
                  <a:pt x="24" y="210"/>
                </a:lnTo>
                <a:lnTo>
                  <a:pt x="24" y="209"/>
                </a:lnTo>
                <a:lnTo>
                  <a:pt x="24" y="208"/>
                </a:lnTo>
                <a:lnTo>
                  <a:pt x="24" y="207"/>
                </a:lnTo>
                <a:lnTo>
                  <a:pt x="25" y="206"/>
                </a:lnTo>
                <a:lnTo>
                  <a:pt x="25" y="205"/>
                </a:lnTo>
                <a:lnTo>
                  <a:pt x="26" y="205"/>
                </a:lnTo>
                <a:lnTo>
                  <a:pt x="27" y="204"/>
                </a:lnTo>
                <a:lnTo>
                  <a:pt x="28" y="204"/>
                </a:lnTo>
                <a:lnTo>
                  <a:pt x="28" y="203"/>
                </a:lnTo>
                <a:lnTo>
                  <a:pt x="28" y="202"/>
                </a:lnTo>
                <a:lnTo>
                  <a:pt x="29" y="201"/>
                </a:lnTo>
                <a:lnTo>
                  <a:pt x="29" y="199"/>
                </a:lnTo>
                <a:lnTo>
                  <a:pt x="29" y="198"/>
                </a:lnTo>
                <a:lnTo>
                  <a:pt x="30" y="198"/>
                </a:lnTo>
                <a:lnTo>
                  <a:pt x="30" y="197"/>
                </a:lnTo>
                <a:lnTo>
                  <a:pt x="31" y="197"/>
                </a:lnTo>
                <a:lnTo>
                  <a:pt x="32" y="197"/>
                </a:lnTo>
                <a:lnTo>
                  <a:pt x="32" y="196"/>
                </a:lnTo>
                <a:lnTo>
                  <a:pt x="33" y="196"/>
                </a:lnTo>
                <a:lnTo>
                  <a:pt x="33" y="195"/>
                </a:lnTo>
                <a:lnTo>
                  <a:pt x="34" y="195"/>
                </a:lnTo>
                <a:lnTo>
                  <a:pt x="34" y="196"/>
                </a:lnTo>
                <a:lnTo>
                  <a:pt x="33" y="196"/>
                </a:lnTo>
                <a:lnTo>
                  <a:pt x="32" y="196"/>
                </a:lnTo>
                <a:lnTo>
                  <a:pt x="32" y="197"/>
                </a:lnTo>
                <a:lnTo>
                  <a:pt x="33" y="196"/>
                </a:lnTo>
                <a:lnTo>
                  <a:pt x="34" y="196"/>
                </a:lnTo>
                <a:lnTo>
                  <a:pt x="35" y="197"/>
                </a:lnTo>
                <a:lnTo>
                  <a:pt x="35" y="196"/>
                </a:lnTo>
                <a:lnTo>
                  <a:pt x="35" y="195"/>
                </a:lnTo>
                <a:lnTo>
                  <a:pt x="35" y="194"/>
                </a:lnTo>
                <a:lnTo>
                  <a:pt x="35" y="193"/>
                </a:lnTo>
                <a:lnTo>
                  <a:pt x="35" y="192"/>
                </a:lnTo>
                <a:lnTo>
                  <a:pt x="36" y="192"/>
                </a:lnTo>
                <a:lnTo>
                  <a:pt x="36" y="191"/>
                </a:lnTo>
                <a:lnTo>
                  <a:pt x="37" y="191"/>
                </a:lnTo>
                <a:lnTo>
                  <a:pt x="36" y="191"/>
                </a:lnTo>
                <a:lnTo>
                  <a:pt x="37" y="191"/>
                </a:lnTo>
                <a:lnTo>
                  <a:pt x="37" y="190"/>
                </a:lnTo>
                <a:lnTo>
                  <a:pt x="37" y="189"/>
                </a:lnTo>
                <a:lnTo>
                  <a:pt x="38" y="189"/>
                </a:lnTo>
                <a:lnTo>
                  <a:pt x="38" y="188"/>
                </a:lnTo>
                <a:lnTo>
                  <a:pt x="39" y="188"/>
                </a:lnTo>
                <a:lnTo>
                  <a:pt x="39" y="187"/>
                </a:lnTo>
                <a:lnTo>
                  <a:pt x="40" y="187"/>
                </a:lnTo>
                <a:lnTo>
                  <a:pt x="41" y="186"/>
                </a:lnTo>
                <a:lnTo>
                  <a:pt x="42" y="186"/>
                </a:lnTo>
                <a:lnTo>
                  <a:pt x="42" y="185"/>
                </a:lnTo>
                <a:lnTo>
                  <a:pt x="43" y="185"/>
                </a:lnTo>
                <a:lnTo>
                  <a:pt x="43" y="184"/>
                </a:lnTo>
                <a:lnTo>
                  <a:pt x="42" y="183"/>
                </a:lnTo>
                <a:lnTo>
                  <a:pt x="42" y="184"/>
                </a:lnTo>
                <a:lnTo>
                  <a:pt x="42" y="183"/>
                </a:lnTo>
                <a:lnTo>
                  <a:pt x="41" y="183"/>
                </a:lnTo>
                <a:lnTo>
                  <a:pt x="41" y="182"/>
                </a:lnTo>
                <a:lnTo>
                  <a:pt x="42" y="182"/>
                </a:lnTo>
                <a:lnTo>
                  <a:pt x="42" y="181"/>
                </a:lnTo>
                <a:lnTo>
                  <a:pt x="42" y="180"/>
                </a:lnTo>
                <a:lnTo>
                  <a:pt x="43" y="180"/>
                </a:lnTo>
                <a:lnTo>
                  <a:pt x="43" y="179"/>
                </a:lnTo>
                <a:lnTo>
                  <a:pt x="44" y="179"/>
                </a:lnTo>
                <a:lnTo>
                  <a:pt x="44" y="178"/>
                </a:lnTo>
                <a:lnTo>
                  <a:pt x="44" y="177"/>
                </a:lnTo>
                <a:lnTo>
                  <a:pt x="45" y="177"/>
                </a:lnTo>
                <a:lnTo>
                  <a:pt x="45" y="176"/>
                </a:lnTo>
                <a:lnTo>
                  <a:pt x="46" y="176"/>
                </a:lnTo>
                <a:lnTo>
                  <a:pt x="46" y="175"/>
                </a:lnTo>
                <a:lnTo>
                  <a:pt x="46" y="174"/>
                </a:lnTo>
                <a:lnTo>
                  <a:pt x="47" y="174"/>
                </a:lnTo>
                <a:lnTo>
                  <a:pt x="47" y="173"/>
                </a:lnTo>
                <a:lnTo>
                  <a:pt x="48" y="173"/>
                </a:lnTo>
                <a:lnTo>
                  <a:pt x="48" y="172"/>
                </a:lnTo>
                <a:lnTo>
                  <a:pt x="49" y="172"/>
                </a:lnTo>
                <a:lnTo>
                  <a:pt x="49" y="171"/>
                </a:lnTo>
                <a:lnTo>
                  <a:pt x="49" y="170"/>
                </a:lnTo>
                <a:lnTo>
                  <a:pt x="50" y="170"/>
                </a:lnTo>
                <a:lnTo>
                  <a:pt x="50" y="169"/>
                </a:lnTo>
                <a:lnTo>
                  <a:pt x="51" y="169"/>
                </a:lnTo>
                <a:lnTo>
                  <a:pt x="51" y="168"/>
                </a:lnTo>
                <a:lnTo>
                  <a:pt x="52" y="168"/>
                </a:lnTo>
                <a:lnTo>
                  <a:pt x="52" y="167"/>
                </a:lnTo>
                <a:lnTo>
                  <a:pt x="53" y="167"/>
                </a:lnTo>
                <a:lnTo>
                  <a:pt x="52" y="167"/>
                </a:lnTo>
                <a:lnTo>
                  <a:pt x="52" y="168"/>
                </a:lnTo>
                <a:lnTo>
                  <a:pt x="53" y="168"/>
                </a:lnTo>
                <a:lnTo>
                  <a:pt x="54" y="168"/>
                </a:lnTo>
                <a:lnTo>
                  <a:pt x="54" y="167"/>
                </a:lnTo>
                <a:lnTo>
                  <a:pt x="55" y="167"/>
                </a:lnTo>
                <a:lnTo>
                  <a:pt x="56" y="166"/>
                </a:lnTo>
                <a:lnTo>
                  <a:pt x="57" y="166"/>
                </a:lnTo>
                <a:lnTo>
                  <a:pt x="57" y="165"/>
                </a:lnTo>
                <a:lnTo>
                  <a:pt x="58" y="165"/>
                </a:lnTo>
                <a:lnTo>
                  <a:pt x="58" y="164"/>
                </a:lnTo>
                <a:lnTo>
                  <a:pt x="59" y="164"/>
                </a:lnTo>
                <a:lnTo>
                  <a:pt x="59" y="163"/>
                </a:lnTo>
                <a:lnTo>
                  <a:pt x="60" y="163"/>
                </a:lnTo>
                <a:lnTo>
                  <a:pt x="61" y="162"/>
                </a:lnTo>
                <a:lnTo>
                  <a:pt x="62" y="162"/>
                </a:lnTo>
                <a:lnTo>
                  <a:pt x="62" y="161"/>
                </a:lnTo>
                <a:lnTo>
                  <a:pt x="62" y="162"/>
                </a:lnTo>
                <a:lnTo>
                  <a:pt x="61" y="162"/>
                </a:lnTo>
                <a:lnTo>
                  <a:pt x="62" y="162"/>
                </a:lnTo>
                <a:lnTo>
                  <a:pt x="62" y="161"/>
                </a:lnTo>
                <a:lnTo>
                  <a:pt x="63" y="161"/>
                </a:lnTo>
                <a:lnTo>
                  <a:pt x="62" y="161"/>
                </a:lnTo>
                <a:lnTo>
                  <a:pt x="62" y="160"/>
                </a:lnTo>
                <a:lnTo>
                  <a:pt x="63" y="161"/>
                </a:lnTo>
                <a:lnTo>
                  <a:pt x="63" y="160"/>
                </a:lnTo>
                <a:lnTo>
                  <a:pt x="64" y="160"/>
                </a:lnTo>
                <a:lnTo>
                  <a:pt x="64" y="159"/>
                </a:lnTo>
                <a:lnTo>
                  <a:pt x="64" y="160"/>
                </a:lnTo>
                <a:lnTo>
                  <a:pt x="65" y="159"/>
                </a:lnTo>
                <a:lnTo>
                  <a:pt x="65" y="158"/>
                </a:lnTo>
                <a:lnTo>
                  <a:pt x="65" y="157"/>
                </a:lnTo>
                <a:lnTo>
                  <a:pt x="65" y="156"/>
                </a:lnTo>
                <a:lnTo>
                  <a:pt x="65" y="154"/>
                </a:lnTo>
                <a:lnTo>
                  <a:pt x="65" y="153"/>
                </a:lnTo>
                <a:lnTo>
                  <a:pt x="65" y="152"/>
                </a:lnTo>
                <a:lnTo>
                  <a:pt x="65" y="151"/>
                </a:lnTo>
                <a:lnTo>
                  <a:pt x="65" y="150"/>
                </a:lnTo>
                <a:lnTo>
                  <a:pt x="65" y="149"/>
                </a:lnTo>
                <a:lnTo>
                  <a:pt x="65" y="148"/>
                </a:lnTo>
                <a:lnTo>
                  <a:pt x="66" y="148"/>
                </a:lnTo>
                <a:lnTo>
                  <a:pt x="66" y="147"/>
                </a:lnTo>
                <a:lnTo>
                  <a:pt x="66" y="146"/>
                </a:lnTo>
                <a:lnTo>
                  <a:pt x="67" y="146"/>
                </a:lnTo>
                <a:lnTo>
                  <a:pt x="67" y="145"/>
                </a:lnTo>
                <a:lnTo>
                  <a:pt x="68" y="145"/>
                </a:lnTo>
                <a:lnTo>
                  <a:pt x="68" y="144"/>
                </a:lnTo>
                <a:lnTo>
                  <a:pt x="69" y="144"/>
                </a:lnTo>
                <a:lnTo>
                  <a:pt x="69" y="143"/>
                </a:lnTo>
                <a:lnTo>
                  <a:pt x="70" y="143"/>
                </a:lnTo>
                <a:lnTo>
                  <a:pt x="70" y="142"/>
                </a:lnTo>
                <a:lnTo>
                  <a:pt x="71" y="142"/>
                </a:lnTo>
                <a:lnTo>
                  <a:pt x="71" y="141"/>
                </a:lnTo>
                <a:lnTo>
                  <a:pt x="72" y="141"/>
                </a:lnTo>
                <a:lnTo>
                  <a:pt x="72" y="140"/>
                </a:lnTo>
                <a:lnTo>
                  <a:pt x="73" y="140"/>
                </a:lnTo>
                <a:lnTo>
                  <a:pt x="73" y="139"/>
                </a:lnTo>
                <a:lnTo>
                  <a:pt x="74" y="139"/>
                </a:lnTo>
                <a:lnTo>
                  <a:pt x="74" y="138"/>
                </a:lnTo>
                <a:lnTo>
                  <a:pt x="75" y="138"/>
                </a:lnTo>
                <a:lnTo>
                  <a:pt x="75" y="137"/>
                </a:lnTo>
                <a:lnTo>
                  <a:pt x="76" y="136"/>
                </a:lnTo>
                <a:lnTo>
                  <a:pt x="77" y="136"/>
                </a:lnTo>
                <a:lnTo>
                  <a:pt x="77" y="135"/>
                </a:lnTo>
                <a:lnTo>
                  <a:pt x="78" y="135"/>
                </a:lnTo>
                <a:lnTo>
                  <a:pt x="78" y="134"/>
                </a:lnTo>
                <a:lnTo>
                  <a:pt x="78" y="133"/>
                </a:lnTo>
                <a:lnTo>
                  <a:pt x="79" y="133"/>
                </a:lnTo>
                <a:lnTo>
                  <a:pt x="79" y="132"/>
                </a:lnTo>
                <a:lnTo>
                  <a:pt x="80" y="132"/>
                </a:lnTo>
                <a:lnTo>
                  <a:pt x="80" y="131"/>
                </a:lnTo>
                <a:lnTo>
                  <a:pt x="81" y="131"/>
                </a:lnTo>
                <a:lnTo>
                  <a:pt x="81" y="130"/>
                </a:lnTo>
                <a:lnTo>
                  <a:pt x="81" y="129"/>
                </a:lnTo>
                <a:lnTo>
                  <a:pt x="82" y="128"/>
                </a:lnTo>
                <a:lnTo>
                  <a:pt x="82" y="127"/>
                </a:lnTo>
                <a:lnTo>
                  <a:pt x="83" y="126"/>
                </a:lnTo>
                <a:lnTo>
                  <a:pt x="83" y="125"/>
                </a:lnTo>
                <a:lnTo>
                  <a:pt x="83" y="124"/>
                </a:lnTo>
                <a:lnTo>
                  <a:pt x="84" y="123"/>
                </a:lnTo>
                <a:lnTo>
                  <a:pt x="84" y="122"/>
                </a:lnTo>
                <a:lnTo>
                  <a:pt x="84" y="121"/>
                </a:lnTo>
                <a:lnTo>
                  <a:pt x="85" y="121"/>
                </a:lnTo>
                <a:lnTo>
                  <a:pt x="85" y="120"/>
                </a:lnTo>
                <a:lnTo>
                  <a:pt x="86" y="120"/>
                </a:lnTo>
                <a:lnTo>
                  <a:pt x="86" y="121"/>
                </a:lnTo>
                <a:lnTo>
                  <a:pt x="87" y="121"/>
                </a:lnTo>
                <a:lnTo>
                  <a:pt x="87" y="122"/>
                </a:lnTo>
                <a:lnTo>
                  <a:pt x="87" y="124"/>
                </a:lnTo>
                <a:lnTo>
                  <a:pt x="87" y="125"/>
                </a:lnTo>
                <a:lnTo>
                  <a:pt x="88" y="125"/>
                </a:lnTo>
                <a:lnTo>
                  <a:pt x="89" y="126"/>
                </a:lnTo>
                <a:lnTo>
                  <a:pt x="92" y="126"/>
                </a:lnTo>
                <a:lnTo>
                  <a:pt x="92" y="125"/>
                </a:lnTo>
                <a:lnTo>
                  <a:pt x="93" y="125"/>
                </a:lnTo>
                <a:lnTo>
                  <a:pt x="94" y="125"/>
                </a:lnTo>
                <a:lnTo>
                  <a:pt x="94" y="124"/>
                </a:lnTo>
                <a:lnTo>
                  <a:pt x="95" y="123"/>
                </a:lnTo>
                <a:lnTo>
                  <a:pt x="95" y="122"/>
                </a:lnTo>
                <a:lnTo>
                  <a:pt x="96" y="122"/>
                </a:lnTo>
                <a:lnTo>
                  <a:pt x="96" y="121"/>
                </a:lnTo>
                <a:lnTo>
                  <a:pt x="98" y="120"/>
                </a:lnTo>
                <a:lnTo>
                  <a:pt x="99" y="120"/>
                </a:lnTo>
                <a:lnTo>
                  <a:pt x="100" y="119"/>
                </a:lnTo>
                <a:lnTo>
                  <a:pt x="100" y="120"/>
                </a:lnTo>
                <a:lnTo>
                  <a:pt x="101" y="120"/>
                </a:lnTo>
                <a:lnTo>
                  <a:pt x="101" y="121"/>
                </a:lnTo>
                <a:lnTo>
                  <a:pt x="102" y="121"/>
                </a:lnTo>
                <a:lnTo>
                  <a:pt x="103" y="121"/>
                </a:lnTo>
                <a:lnTo>
                  <a:pt x="103" y="120"/>
                </a:lnTo>
                <a:lnTo>
                  <a:pt x="102" y="120"/>
                </a:lnTo>
                <a:lnTo>
                  <a:pt x="103" y="120"/>
                </a:lnTo>
                <a:lnTo>
                  <a:pt x="103" y="119"/>
                </a:lnTo>
                <a:lnTo>
                  <a:pt x="103" y="120"/>
                </a:lnTo>
                <a:lnTo>
                  <a:pt x="103" y="121"/>
                </a:lnTo>
                <a:lnTo>
                  <a:pt x="103" y="122"/>
                </a:lnTo>
                <a:lnTo>
                  <a:pt x="104" y="122"/>
                </a:lnTo>
                <a:lnTo>
                  <a:pt x="105" y="122"/>
                </a:lnTo>
                <a:lnTo>
                  <a:pt x="106" y="121"/>
                </a:lnTo>
                <a:lnTo>
                  <a:pt x="106" y="120"/>
                </a:lnTo>
                <a:lnTo>
                  <a:pt x="106" y="119"/>
                </a:lnTo>
                <a:lnTo>
                  <a:pt x="106" y="118"/>
                </a:lnTo>
                <a:lnTo>
                  <a:pt x="106" y="119"/>
                </a:lnTo>
                <a:lnTo>
                  <a:pt x="105" y="119"/>
                </a:lnTo>
                <a:lnTo>
                  <a:pt x="105" y="118"/>
                </a:lnTo>
                <a:lnTo>
                  <a:pt x="106" y="118"/>
                </a:lnTo>
                <a:lnTo>
                  <a:pt x="105" y="118"/>
                </a:lnTo>
                <a:lnTo>
                  <a:pt x="105" y="117"/>
                </a:lnTo>
                <a:lnTo>
                  <a:pt x="104" y="117"/>
                </a:lnTo>
                <a:lnTo>
                  <a:pt x="104" y="116"/>
                </a:lnTo>
                <a:lnTo>
                  <a:pt x="103" y="116"/>
                </a:lnTo>
                <a:lnTo>
                  <a:pt x="102" y="116"/>
                </a:lnTo>
                <a:lnTo>
                  <a:pt x="102" y="117"/>
                </a:lnTo>
                <a:lnTo>
                  <a:pt x="101" y="117"/>
                </a:lnTo>
                <a:lnTo>
                  <a:pt x="100" y="117"/>
                </a:lnTo>
                <a:lnTo>
                  <a:pt x="100" y="116"/>
                </a:lnTo>
                <a:lnTo>
                  <a:pt x="100" y="117"/>
                </a:lnTo>
                <a:lnTo>
                  <a:pt x="100" y="116"/>
                </a:lnTo>
                <a:lnTo>
                  <a:pt x="99" y="116"/>
                </a:lnTo>
                <a:lnTo>
                  <a:pt x="99" y="117"/>
                </a:lnTo>
                <a:lnTo>
                  <a:pt x="99" y="116"/>
                </a:lnTo>
                <a:lnTo>
                  <a:pt x="99" y="115"/>
                </a:lnTo>
                <a:lnTo>
                  <a:pt x="98" y="112"/>
                </a:lnTo>
                <a:lnTo>
                  <a:pt x="98" y="111"/>
                </a:lnTo>
                <a:lnTo>
                  <a:pt x="98" y="110"/>
                </a:lnTo>
                <a:lnTo>
                  <a:pt x="98" y="109"/>
                </a:lnTo>
                <a:lnTo>
                  <a:pt x="99" y="109"/>
                </a:lnTo>
                <a:lnTo>
                  <a:pt x="99" y="108"/>
                </a:lnTo>
                <a:lnTo>
                  <a:pt x="99" y="107"/>
                </a:lnTo>
                <a:lnTo>
                  <a:pt x="100" y="107"/>
                </a:lnTo>
                <a:lnTo>
                  <a:pt x="100" y="106"/>
                </a:lnTo>
                <a:lnTo>
                  <a:pt x="101" y="106"/>
                </a:lnTo>
                <a:lnTo>
                  <a:pt x="101" y="105"/>
                </a:lnTo>
                <a:lnTo>
                  <a:pt x="102" y="105"/>
                </a:lnTo>
                <a:lnTo>
                  <a:pt x="102" y="104"/>
                </a:lnTo>
                <a:lnTo>
                  <a:pt x="102" y="105"/>
                </a:lnTo>
                <a:lnTo>
                  <a:pt x="102" y="104"/>
                </a:lnTo>
                <a:lnTo>
                  <a:pt x="103" y="104"/>
                </a:lnTo>
                <a:lnTo>
                  <a:pt x="103" y="103"/>
                </a:lnTo>
                <a:lnTo>
                  <a:pt x="102" y="103"/>
                </a:lnTo>
                <a:lnTo>
                  <a:pt x="102" y="102"/>
                </a:lnTo>
                <a:lnTo>
                  <a:pt x="101" y="101"/>
                </a:lnTo>
                <a:lnTo>
                  <a:pt x="100" y="101"/>
                </a:lnTo>
                <a:lnTo>
                  <a:pt x="100" y="100"/>
                </a:lnTo>
                <a:lnTo>
                  <a:pt x="102" y="101"/>
                </a:lnTo>
                <a:lnTo>
                  <a:pt x="102" y="102"/>
                </a:lnTo>
                <a:lnTo>
                  <a:pt x="103" y="102"/>
                </a:lnTo>
                <a:lnTo>
                  <a:pt x="104" y="102"/>
                </a:lnTo>
                <a:lnTo>
                  <a:pt x="104" y="103"/>
                </a:lnTo>
                <a:lnTo>
                  <a:pt x="105" y="102"/>
                </a:lnTo>
                <a:lnTo>
                  <a:pt x="106" y="101"/>
                </a:lnTo>
                <a:lnTo>
                  <a:pt x="107" y="101"/>
                </a:lnTo>
                <a:lnTo>
                  <a:pt x="107" y="100"/>
                </a:lnTo>
                <a:lnTo>
                  <a:pt x="108" y="100"/>
                </a:lnTo>
                <a:lnTo>
                  <a:pt x="108" y="99"/>
                </a:lnTo>
                <a:lnTo>
                  <a:pt x="107" y="99"/>
                </a:lnTo>
                <a:lnTo>
                  <a:pt x="106" y="99"/>
                </a:lnTo>
                <a:lnTo>
                  <a:pt x="105" y="98"/>
                </a:lnTo>
                <a:lnTo>
                  <a:pt x="105" y="97"/>
                </a:lnTo>
                <a:lnTo>
                  <a:pt x="105" y="96"/>
                </a:lnTo>
                <a:lnTo>
                  <a:pt x="105" y="95"/>
                </a:lnTo>
                <a:lnTo>
                  <a:pt x="105" y="93"/>
                </a:lnTo>
                <a:lnTo>
                  <a:pt x="105" y="92"/>
                </a:lnTo>
                <a:lnTo>
                  <a:pt x="104" y="92"/>
                </a:lnTo>
                <a:lnTo>
                  <a:pt x="105" y="92"/>
                </a:lnTo>
                <a:lnTo>
                  <a:pt x="106" y="93"/>
                </a:lnTo>
                <a:lnTo>
                  <a:pt x="106" y="95"/>
                </a:lnTo>
                <a:lnTo>
                  <a:pt x="106" y="96"/>
                </a:lnTo>
                <a:lnTo>
                  <a:pt x="106" y="97"/>
                </a:lnTo>
                <a:lnTo>
                  <a:pt x="107" y="98"/>
                </a:lnTo>
                <a:lnTo>
                  <a:pt x="108" y="97"/>
                </a:lnTo>
                <a:lnTo>
                  <a:pt x="109" y="98"/>
                </a:lnTo>
                <a:lnTo>
                  <a:pt x="108" y="98"/>
                </a:lnTo>
                <a:lnTo>
                  <a:pt x="108" y="99"/>
                </a:lnTo>
                <a:lnTo>
                  <a:pt x="109" y="100"/>
                </a:lnTo>
                <a:lnTo>
                  <a:pt x="109" y="99"/>
                </a:lnTo>
                <a:lnTo>
                  <a:pt x="110" y="99"/>
                </a:lnTo>
                <a:lnTo>
                  <a:pt x="111" y="99"/>
                </a:lnTo>
                <a:lnTo>
                  <a:pt x="111" y="98"/>
                </a:lnTo>
                <a:lnTo>
                  <a:pt x="112" y="98"/>
                </a:lnTo>
                <a:lnTo>
                  <a:pt x="112" y="97"/>
                </a:lnTo>
                <a:lnTo>
                  <a:pt x="112" y="98"/>
                </a:lnTo>
                <a:lnTo>
                  <a:pt x="113" y="97"/>
                </a:lnTo>
                <a:lnTo>
                  <a:pt x="113" y="96"/>
                </a:lnTo>
                <a:lnTo>
                  <a:pt x="114" y="96"/>
                </a:lnTo>
                <a:lnTo>
                  <a:pt x="114" y="95"/>
                </a:lnTo>
                <a:lnTo>
                  <a:pt x="113" y="94"/>
                </a:lnTo>
                <a:lnTo>
                  <a:pt x="113" y="93"/>
                </a:lnTo>
                <a:lnTo>
                  <a:pt x="114" y="94"/>
                </a:lnTo>
                <a:lnTo>
                  <a:pt x="115" y="95"/>
                </a:lnTo>
                <a:lnTo>
                  <a:pt x="115" y="94"/>
                </a:lnTo>
                <a:lnTo>
                  <a:pt x="115" y="95"/>
                </a:lnTo>
                <a:lnTo>
                  <a:pt x="115" y="94"/>
                </a:lnTo>
                <a:lnTo>
                  <a:pt x="116" y="93"/>
                </a:lnTo>
                <a:lnTo>
                  <a:pt x="116" y="92"/>
                </a:lnTo>
                <a:lnTo>
                  <a:pt x="117" y="92"/>
                </a:lnTo>
                <a:lnTo>
                  <a:pt x="118" y="91"/>
                </a:lnTo>
                <a:lnTo>
                  <a:pt x="118" y="90"/>
                </a:lnTo>
                <a:lnTo>
                  <a:pt x="119" y="90"/>
                </a:lnTo>
                <a:lnTo>
                  <a:pt x="119" y="89"/>
                </a:lnTo>
                <a:lnTo>
                  <a:pt x="120" y="89"/>
                </a:lnTo>
                <a:lnTo>
                  <a:pt x="120" y="88"/>
                </a:lnTo>
                <a:lnTo>
                  <a:pt x="121" y="87"/>
                </a:lnTo>
                <a:lnTo>
                  <a:pt x="121" y="86"/>
                </a:lnTo>
                <a:lnTo>
                  <a:pt x="121" y="87"/>
                </a:lnTo>
                <a:lnTo>
                  <a:pt x="121" y="86"/>
                </a:lnTo>
                <a:lnTo>
                  <a:pt x="122" y="86"/>
                </a:lnTo>
                <a:lnTo>
                  <a:pt x="122" y="85"/>
                </a:lnTo>
                <a:lnTo>
                  <a:pt x="123" y="85"/>
                </a:lnTo>
                <a:lnTo>
                  <a:pt x="122" y="85"/>
                </a:lnTo>
                <a:lnTo>
                  <a:pt x="122" y="84"/>
                </a:lnTo>
                <a:lnTo>
                  <a:pt x="121" y="83"/>
                </a:lnTo>
                <a:lnTo>
                  <a:pt x="120" y="82"/>
                </a:lnTo>
                <a:lnTo>
                  <a:pt x="119" y="80"/>
                </a:lnTo>
                <a:lnTo>
                  <a:pt x="118" y="80"/>
                </a:lnTo>
                <a:lnTo>
                  <a:pt x="118" y="79"/>
                </a:lnTo>
                <a:lnTo>
                  <a:pt x="119" y="79"/>
                </a:lnTo>
                <a:lnTo>
                  <a:pt x="118" y="78"/>
                </a:lnTo>
                <a:lnTo>
                  <a:pt x="119" y="78"/>
                </a:lnTo>
                <a:lnTo>
                  <a:pt x="120" y="78"/>
                </a:lnTo>
                <a:lnTo>
                  <a:pt x="120" y="77"/>
                </a:lnTo>
                <a:lnTo>
                  <a:pt x="119" y="77"/>
                </a:lnTo>
                <a:lnTo>
                  <a:pt x="119" y="76"/>
                </a:lnTo>
                <a:lnTo>
                  <a:pt x="120" y="76"/>
                </a:lnTo>
                <a:lnTo>
                  <a:pt x="120" y="78"/>
                </a:lnTo>
                <a:lnTo>
                  <a:pt x="119" y="78"/>
                </a:lnTo>
                <a:lnTo>
                  <a:pt x="119" y="79"/>
                </a:lnTo>
                <a:lnTo>
                  <a:pt x="119" y="80"/>
                </a:lnTo>
                <a:lnTo>
                  <a:pt x="120" y="80"/>
                </a:lnTo>
                <a:lnTo>
                  <a:pt x="120" y="81"/>
                </a:lnTo>
                <a:lnTo>
                  <a:pt x="121" y="81"/>
                </a:lnTo>
                <a:lnTo>
                  <a:pt x="122" y="83"/>
                </a:lnTo>
                <a:lnTo>
                  <a:pt x="122" y="84"/>
                </a:lnTo>
                <a:lnTo>
                  <a:pt x="123" y="84"/>
                </a:lnTo>
                <a:lnTo>
                  <a:pt x="124" y="84"/>
                </a:lnTo>
                <a:lnTo>
                  <a:pt x="124" y="85"/>
                </a:lnTo>
                <a:lnTo>
                  <a:pt x="125" y="84"/>
                </a:lnTo>
                <a:lnTo>
                  <a:pt x="127" y="84"/>
                </a:lnTo>
                <a:lnTo>
                  <a:pt x="128" y="84"/>
                </a:lnTo>
                <a:lnTo>
                  <a:pt x="129" y="84"/>
                </a:lnTo>
                <a:lnTo>
                  <a:pt x="130" y="83"/>
                </a:lnTo>
                <a:lnTo>
                  <a:pt x="132" y="83"/>
                </a:lnTo>
                <a:lnTo>
                  <a:pt x="132" y="82"/>
                </a:lnTo>
                <a:lnTo>
                  <a:pt x="132" y="83"/>
                </a:lnTo>
                <a:lnTo>
                  <a:pt x="133" y="82"/>
                </a:lnTo>
                <a:lnTo>
                  <a:pt x="133" y="81"/>
                </a:lnTo>
                <a:lnTo>
                  <a:pt x="133" y="80"/>
                </a:lnTo>
                <a:lnTo>
                  <a:pt x="133" y="81"/>
                </a:lnTo>
                <a:lnTo>
                  <a:pt x="133" y="80"/>
                </a:lnTo>
                <a:lnTo>
                  <a:pt x="133" y="79"/>
                </a:lnTo>
                <a:lnTo>
                  <a:pt x="132" y="79"/>
                </a:lnTo>
                <a:lnTo>
                  <a:pt x="132" y="78"/>
                </a:lnTo>
                <a:lnTo>
                  <a:pt x="133" y="78"/>
                </a:lnTo>
                <a:lnTo>
                  <a:pt x="132" y="78"/>
                </a:lnTo>
                <a:lnTo>
                  <a:pt x="132" y="77"/>
                </a:lnTo>
                <a:lnTo>
                  <a:pt x="133" y="77"/>
                </a:lnTo>
                <a:lnTo>
                  <a:pt x="132" y="77"/>
                </a:lnTo>
                <a:lnTo>
                  <a:pt x="133" y="77"/>
                </a:lnTo>
                <a:lnTo>
                  <a:pt x="132" y="77"/>
                </a:lnTo>
                <a:lnTo>
                  <a:pt x="133" y="77"/>
                </a:lnTo>
                <a:lnTo>
                  <a:pt x="133" y="76"/>
                </a:lnTo>
                <a:lnTo>
                  <a:pt x="133" y="75"/>
                </a:lnTo>
                <a:lnTo>
                  <a:pt x="134" y="74"/>
                </a:lnTo>
                <a:lnTo>
                  <a:pt x="135" y="74"/>
                </a:lnTo>
                <a:lnTo>
                  <a:pt x="135" y="73"/>
                </a:lnTo>
                <a:lnTo>
                  <a:pt x="136" y="73"/>
                </a:lnTo>
                <a:lnTo>
                  <a:pt x="139" y="73"/>
                </a:lnTo>
                <a:lnTo>
                  <a:pt x="139" y="74"/>
                </a:lnTo>
                <a:lnTo>
                  <a:pt x="139" y="73"/>
                </a:lnTo>
                <a:lnTo>
                  <a:pt x="140" y="74"/>
                </a:lnTo>
                <a:lnTo>
                  <a:pt x="142" y="75"/>
                </a:lnTo>
                <a:lnTo>
                  <a:pt x="143" y="75"/>
                </a:lnTo>
                <a:lnTo>
                  <a:pt x="143" y="76"/>
                </a:lnTo>
                <a:lnTo>
                  <a:pt x="144" y="76"/>
                </a:lnTo>
                <a:lnTo>
                  <a:pt x="144" y="75"/>
                </a:lnTo>
                <a:lnTo>
                  <a:pt x="145" y="75"/>
                </a:lnTo>
                <a:lnTo>
                  <a:pt x="145" y="74"/>
                </a:lnTo>
                <a:lnTo>
                  <a:pt x="146" y="74"/>
                </a:lnTo>
                <a:lnTo>
                  <a:pt x="146" y="73"/>
                </a:lnTo>
                <a:lnTo>
                  <a:pt x="147" y="73"/>
                </a:lnTo>
                <a:lnTo>
                  <a:pt x="148" y="72"/>
                </a:lnTo>
                <a:lnTo>
                  <a:pt x="149" y="72"/>
                </a:lnTo>
                <a:lnTo>
                  <a:pt x="149" y="71"/>
                </a:lnTo>
                <a:lnTo>
                  <a:pt x="150" y="71"/>
                </a:lnTo>
                <a:lnTo>
                  <a:pt x="150" y="72"/>
                </a:lnTo>
                <a:lnTo>
                  <a:pt x="151" y="72"/>
                </a:lnTo>
                <a:lnTo>
                  <a:pt x="151" y="73"/>
                </a:lnTo>
                <a:lnTo>
                  <a:pt x="152" y="73"/>
                </a:lnTo>
                <a:lnTo>
                  <a:pt x="152" y="74"/>
                </a:lnTo>
                <a:lnTo>
                  <a:pt x="153" y="74"/>
                </a:lnTo>
                <a:lnTo>
                  <a:pt x="153" y="75"/>
                </a:lnTo>
                <a:lnTo>
                  <a:pt x="153" y="74"/>
                </a:lnTo>
                <a:lnTo>
                  <a:pt x="153" y="75"/>
                </a:lnTo>
                <a:lnTo>
                  <a:pt x="154" y="75"/>
                </a:lnTo>
                <a:lnTo>
                  <a:pt x="154" y="76"/>
                </a:lnTo>
                <a:lnTo>
                  <a:pt x="155" y="76"/>
                </a:lnTo>
                <a:lnTo>
                  <a:pt x="156" y="76"/>
                </a:lnTo>
                <a:lnTo>
                  <a:pt x="157" y="76"/>
                </a:lnTo>
                <a:lnTo>
                  <a:pt x="157" y="75"/>
                </a:lnTo>
                <a:lnTo>
                  <a:pt x="157" y="74"/>
                </a:lnTo>
                <a:lnTo>
                  <a:pt x="157" y="73"/>
                </a:lnTo>
                <a:lnTo>
                  <a:pt x="156" y="73"/>
                </a:lnTo>
                <a:lnTo>
                  <a:pt x="156" y="72"/>
                </a:lnTo>
                <a:lnTo>
                  <a:pt x="155" y="72"/>
                </a:lnTo>
                <a:lnTo>
                  <a:pt x="156" y="72"/>
                </a:lnTo>
                <a:lnTo>
                  <a:pt x="156" y="71"/>
                </a:lnTo>
                <a:lnTo>
                  <a:pt x="155" y="71"/>
                </a:lnTo>
                <a:lnTo>
                  <a:pt x="155" y="70"/>
                </a:lnTo>
                <a:lnTo>
                  <a:pt x="154" y="70"/>
                </a:lnTo>
                <a:lnTo>
                  <a:pt x="154" y="69"/>
                </a:lnTo>
                <a:lnTo>
                  <a:pt x="154" y="68"/>
                </a:lnTo>
                <a:lnTo>
                  <a:pt x="154" y="67"/>
                </a:lnTo>
                <a:lnTo>
                  <a:pt x="155" y="67"/>
                </a:lnTo>
                <a:lnTo>
                  <a:pt x="155" y="66"/>
                </a:lnTo>
                <a:lnTo>
                  <a:pt x="156" y="66"/>
                </a:lnTo>
                <a:lnTo>
                  <a:pt x="157" y="66"/>
                </a:lnTo>
                <a:lnTo>
                  <a:pt x="158" y="66"/>
                </a:lnTo>
                <a:lnTo>
                  <a:pt x="158" y="65"/>
                </a:lnTo>
                <a:lnTo>
                  <a:pt x="158" y="64"/>
                </a:lnTo>
                <a:lnTo>
                  <a:pt x="157" y="63"/>
                </a:lnTo>
                <a:lnTo>
                  <a:pt x="156" y="62"/>
                </a:lnTo>
                <a:lnTo>
                  <a:pt x="157" y="62"/>
                </a:lnTo>
                <a:lnTo>
                  <a:pt x="157" y="63"/>
                </a:lnTo>
                <a:lnTo>
                  <a:pt x="159" y="64"/>
                </a:lnTo>
                <a:lnTo>
                  <a:pt x="159" y="65"/>
                </a:lnTo>
                <a:lnTo>
                  <a:pt x="159" y="66"/>
                </a:lnTo>
                <a:lnTo>
                  <a:pt x="159" y="67"/>
                </a:lnTo>
                <a:lnTo>
                  <a:pt x="159" y="66"/>
                </a:lnTo>
                <a:lnTo>
                  <a:pt x="159" y="67"/>
                </a:lnTo>
                <a:lnTo>
                  <a:pt x="160" y="67"/>
                </a:lnTo>
                <a:lnTo>
                  <a:pt x="160" y="66"/>
                </a:lnTo>
                <a:lnTo>
                  <a:pt x="160" y="65"/>
                </a:lnTo>
                <a:lnTo>
                  <a:pt x="160" y="64"/>
                </a:lnTo>
                <a:lnTo>
                  <a:pt x="160" y="63"/>
                </a:lnTo>
                <a:lnTo>
                  <a:pt x="160" y="62"/>
                </a:lnTo>
                <a:lnTo>
                  <a:pt x="159" y="61"/>
                </a:lnTo>
                <a:lnTo>
                  <a:pt x="159" y="60"/>
                </a:lnTo>
                <a:lnTo>
                  <a:pt x="159" y="59"/>
                </a:lnTo>
                <a:lnTo>
                  <a:pt x="160" y="59"/>
                </a:lnTo>
                <a:lnTo>
                  <a:pt x="160" y="58"/>
                </a:lnTo>
                <a:lnTo>
                  <a:pt x="161" y="58"/>
                </a:lnTo>
                <a:lnTo>
                  <a:pt x="160" y="57"/>
                </a:lnTo>
                <a:lnTo>
                  <a:pt x="161" y="57"/>
                </a:lnTo>
                <a:lnTo>
                  <a:pt x="161" y="56"/>
                </a:lnTo>
                <a:lnTo>
                  <a:pt x="162" y="56"/>
                </a:lnTo>
                <a:lnTo>
                  <a:pt x="162" y="55"/>
                </a:lnTo>
                <a:lnTo>
                  <a:pt x="162" y="54"/>
                </a:lnTo>
                <a:lnTo>
                  <a:pt x="163" y="54"/>
                </a:lnTo>
                <a:lnTo>
                  <a:pt x="164" y="54"/>
                </a:lnTo>
                <a:lnTo>
                  <a:pt x="164" y="53"/>
                </a:lnTo>
                <a:lnTo>
                  <a:pt x="164" y="52"/>
                </a:lnTo>
                <a:lnTo>
                  <a:pt x="165" y="52"/>
                </a:lnTo>
                <a:lnTo>
                  <a:pt x="166" y="53"/>
                </a:lnTo>
                <a:lnTo>
                  <a:pt x="167" y="53"/>
                </a:lnTo>
                <a:lnTo>
                  <a:pt x="168" y="53"/>
                </a:lnTo>
                <a:lnTo>
                  <a:pt x="170" y="53"/>
                </a:lnTo>
                <a:lnTo>
                  <a:pt x="171" y="53"/>
                </a:lnTo>
                <a:lnTo>
                  <a:pt x="171" y="52"/>
                </a:lnTo>
                <a:lnTo>
                  <a:pt x="170" y="52"/>
                </a:lnTo>
                <a:lnTo>
                  <a:pt x="170" y="50"/>
                </a:lnTo>
                <a:lnTo>
                  <a:pt x="170" y="49"/>
                </a:lnTo>
                <a:lnTo>
                  <a:pt x="169" y="49"/>
                </a:lnTo>
                <a:lnTo>
                  <a:pt x="169" y="48"/>
                </a:lnTo>
                <a:lnTo>
                  <a:pt x="170" y="48"/>
                </a:lnTo>
                <a:lnTo>
                  <a:pt x="170" y="49"/>
                </a:lnTo>
                <a:lnTo>
                  <a:pt x="170" y="50"/>
                </a:lnTo>
                <a:lnTo>
                  <a:pt x="171" y="51"/>
                </a:lnTo>
                <a:lnTo>
                  <a:pt x="171" y="52"/>
                </a:lnTo>
                <a:lnTo>
                  <a:pt x="171" y="50"/>
                </a:lnTo>
                <a:lnTo>
                  <a:pt x="171" y="49"/>
                </a:lnTo>
                <a:lnTo>
                  <a:pt x="171" y="50"/>
                </a:lnTo>
                <a:lnTo>
                  <a:pt x="171" y="49"/>
                </a:lnTo>
                <a:lnTo>
                  <a:pt x="172" y="49"/>
                </a:lnTo>
                <a:lnTo>
                  <a:pt x="172" y="48"/>
                </a:lnTo>
                <a:lnTo>
                  <a:pt x="171" y="48"/>
                </a:lnTo>
                <a:lnTo>
                  <a:pt x="171" y="47"/>
                </a:lnTo>
                <a:lnTo>
                  <a:pt x="170" y="46"/>
                </a:lnTo>
                <a:lnTo>
                  <a:pt x="170" y="45"/>
                </a:lnTo>
                <a:lnTo>
                  <a:pt x="171" y="44"/>
                </a:lnTo>
                <a:lnTo>
                  <a:pt x="171" y="43"/>
                </a:lnTo>
                <a:lnTo>
                  <a:pt x="172" y="43"/>
                </a:lnTo>
                <a:lnTo>
                  <a:pt x="172" y="42"/>
                </a:lnTo>
                <a:lnTo>
                  <a:pt x="172" y="41"/>
                </a:lnTo>
                <a:lnTo>
                  <a:pt x="173" y="41"/>
                </a:lnTo>
                <a:lnTo>
                  <a:pt x="173" y="40"/>
                </a:lnTo>
                <a:lnTo>
                  <a:pt x="173" y="39"/>
                </a:lnTo>
                <a:lnTo>
                  <a:pt x="174" y="39"/>
                </a:lnTo>
                <a:lnTo>
                  <a:pt x="175" y="38"/>
                </a:lnTo>
                <a:lnTo>
                  <a:pt x="176" y="38"/>
                </a:lnTo>
                <a:lnTo>
                  <a:pt x="177" y="39"/>
                </a:lnTo>
                <a:lnTo>
                  <a:pt x="178" y="38"/>
                </a:lnTo>
                <a:lnTo>
                  <a:pt x="178" y="39"/>
                </a:lnTo>
                <a:lnTo>
                  <a:pt x="178" y="41"/>
                </a:lnTo>
                <a:lnTo>
                  <a:pt x="178" y="42"/>
                </a:lnTo>
                <a:lnTo>
                  <a:pt x="179" y="42"/>
                </a:lnTo>
                <a:lnTo>
                  <a:pt x="180" y="42"/>
                </a:lnTo>
                <a:lnTo>
                  <a:pt x="180" y="43"/>
                </a:lnTo>
                <a:lnTo>
                  <a:pt x="181" y="43"/>
                </a:lnTo>
                <a:lnTo>
                  <a:pt x="182" y="42"/>
                </a:lnTo>
                <a:lnTo>
                  <a:pt x="183" y="41"/>
                </a:lnTo>
                <a:lnTo>
                  <a:pt x="184" y="41"/>
                </a:lnTo>
                <a:lnTo>
                  <a:pt x="185" y="41"/>
                </a:lnTo>
                <a:lnTo>
                  <a:pt x="186" y="40"/>
                </a:lnTo>
                <a:lnTo>
                  <a:pt x="187" y="40"/>
                </a:lnTo>
                <a:lnTo>
                  <a:pt x="188" y="40"/>
                </a:lnTo>
                <a:lnTo>
                  <a:pt x="189" y="40"/>
                </a:lnTo>
                <a:lnTo>
                  <a:pt x="190" y="40"/>
                </a:lnTo>
                <a:lnTo>
                  <a:pt x="190" y="39"/>
                </a:lnTo>
                <a:lnTo>
                  <a:pt x="191" y="39"/>
                </a:lnTo>
                <a:lnTo>
                  <a:pt x="191" y="38"/>
                </a:lnTo>
                <a:lnTo>
                  <a:pt x="191" y="37"/>
                </a:lnTo>
                <a:lnTo>
                  <a:pt x="190" y="37"/>
                </a:lnTo>
                <a:lnTo>
                  <a:pt x="190" y="36"/>
                </a:lnTo>
                <a:lnTo>
                  <a:pt x="189" y="36"/>
                </a:lnTo>
                <a:lnTo>
                  <a:pt x="188" y="36"/>
                </a:lnTo>
                <a:lnTo>
                  <a:pt x="188" y="35"/>
                </a:lnTo>
                <a:lnTo>
                  <a:pt x="187" y="35"/>
                </a:lnTo>
                <a:lnTo>
                  <a:pt x="184" y="35"/>
                </a:lnTo>
                <a:lnTo>
                  <a:pt x="183" y="35"/>
                </a:lnTo>
                <a:lnTo>
                  <a:pt x="182" y="35"/>
                </a:lnTo>
                <a:lnTo>
                  <a:pt x="182" y="34"/>
                </a:lnTo>
                <a:lnTo>
                  <a:pt x="182" y="33"/>
                </a:lnTo>
                <a:lnTo>
                  <a:pt x="182" y="32"/>
                </a:lnTo>
                <a:lnTo>
                  <a:pt x="181" y="31"/>
                </a:lnTo>
                <a:lnTo>
                  <a:pt x="182" y="31"/>
                </a:lnTo>
                <a:lnTo>
                  <a:pt x="182" y="29"/>
                </a:lnTo>
                <a:lnTo>
                  <a:pt x="183" y="29"/>
                </a:lnTo>
                <a:lnTo>
                  <a:pt x="185" y="27"/>
                </a:lnTo>
                <a:lnTo>
                  <a:pt x="186" y="26"/>
                </a:lnTo>
                <a:lnTo>
                  <a:pt x="187" y="25"/>
                </a:lnTo>
                <a:lnTo>
                  <a:pt x="187" y="24"/>
                </a:lnTo>
                <a:lnTo>
                  <a:pt x="188" y="24"/>
                </a:lnTo>
                <a:lnTo>
                  <a:pt x="188" y="22"/>
                </a:lnTo>
                <a:lnTo>
                  <a:pt x="188" y="21"/>
                </a:lnTo>
                <a:lnTo>
                  <a:pt x="189" y="21"/>
                </a:lnTo>
                <a:lnTo>
                  <a:pt x="189" y="20"/>
                </a:lnTo>
                <a:lnTo>
                  <a:pt x="189" y="19"/>
                </a:lnTo>
                <a:lnTo>
                  <a:pt x="190" y="19"/>
                </a:lnTo>
                <a:lnTo>
                  <a:pt x="190" y="18"/>
                </a:lnTo>
                <a:lnTo>
                  <a:pt x="191" y="18"/>
                </a:lnTo>
                <a:lnTo>
                  <a:pt x="192" y="17"/>
                </a:lnTo>
                <a:lnTo>
                  <a:pt x="192" y="16"/>
                </a:lnTo>
                <a:lnTo>
                  <a:pt x="193" y="16"/>
                </a:lnTo>
                <a:lnTo>
                  <a:pt x="194" y="16"/>
                </a:lnTo>
                <a:lnTo>
                  <a:pt x="193" y="16"/>
                </a:lnTo>
                <a:lnTo>
                  <a:pt x="194" y="16"/>
                </a:lnTo>
                <a:lnTo>
                  <a:pt x="195" y="16"/>
                </a:lnTo>
                <a:lnTo>
                  <a:pt x="196" y="16"/>
                </a:lnTo>
                <a:lnTo>
                  <a:pt x="196" y="15"/>
                </a:lnTo>
                <a:lnTo>
                  <a:pt x="197" y="15"/>
                </a:lnTo>
                <a:lnTo>
                  <a:pt x="197" y="14"/>
                </a:lnTo>
                <a:lnTo>
                  <a:pt x="197" y="13"/>
                </a:lnTo>
                <a:lnTo>
                  <a:pt x="198" y="12"/>
                </a:lnTo>
                <a:lnTo>
                  <a:pt x="198" y="11"/>
                </a:lnTo>
                <a:lnTo>
                  <a:pt x="199" y="11"/>
                </a:lnTo>
                <a:lnTo>
                  <a:pt x="200" y="11"/>
                </a:lnTo>
                <a:lnTo>
                  <a:pt x="200" y="10"/>
                </a:lnTo>
                <a:lnTo>
                  <a:pt x="201" y="10"/>
                </a:lnTo>
                <a:lnTo>
                  <a:pt x="202" y="11"/>
                </a:lnTo>
                <a:lnTo>
                  <a:pt x="203" y="11"/>
                </a:lnTo>
                <a:lnTo>
                  <a:pt x="203" y="12"/>
                </a:lnTo>
                <a:lnTo>
                  <a:pt x="204" y="12"/>
                </a:lnTo>
                <a:lnTo>
                  <a:pt x="205" y="13"/>
                </a:lnTo>
                <a:lnTo>
                  <a:pt x="205" y="14"/>
                </a:lnTo>
                <a:lnTo>
                  <a:pt x="204" y="14"/>
                </a:lnTo>
                <a:lnTo>
                  <a:pt x="204" y="15"/>
                </a:lnTo>
                <a:lnTo>
                  <a:pt x="205" y="15"/>
                </a:lnTo>
                <a:lnTo>
                  <a:pt x="206" y="15"/>
                </a:lnTo>
                <a:lnTo>
                  <a:pt x="207" y="15"/>
                </a:lnTo>
                <a:lnTo>
                  <a:pt x="207" y="14"/>
                </a:lnTo>
                <a:lnTo>
                  <a:pt x="208" y="14"/>
                </a:lnTo>
                <a:lnTo>
                  <a:pt x="208" y="13"/>
                </a:lnTo>
                <a:lnTo>
                  <a:pt x="208" y="12"/>
                </a:lnTo>
                <a:lnTo>
                  <a:pt x="209" y="12"/>
                </a:lnTo>
                <a:lnTo>
                  <a:pt x="210" y="12"/>
                </a:lnTo>
                <a:lnTo>
                  <a:pt x="210" y="11"/>
                </a:lnTo>
                <a:lnTo>
                  <a:pt x="211" y="11"/>
                </a:lnTo>
                <a:lnTo>
                  <a:pt x="212" y="10"/>
                </a:lnTo>
                <a:lnTo>
                  <a:pt x="213" y="9"/>
                </a:lnTo>
                <a:lnTo>
                  <a:pt x="213" y="8"/>
                </a:lnTo>
                <a:lnTo>
                  <a:pt x="213" y="7"/>
                </a:lnTo>
                <a:lnTo>
                  <a:pt x="213" y="6"/>
                </a:lnTo>
                <a:lnTo>
                  <a:pt x="213" y="5"/>
                </a:lnTo>
                <a:lnTo>
                  <a:pt x="214" y="5"/>
                </a:lnTo>
                <a:lnTo>
                  <a:pt x="215" y="5"/>
                </a:lnTo>
                <a:lnTo>
                  <a:pt x="216" y="5"/>
                </a:lnTo>
                <a:lnTo>
                  <a:pt x="216" y="6"/>
                </a:lnTo>
                <a:lnTo>
                  <a:pt x="217" y="6"/>
                </a:lnTo>
                <a:lnTo>
                  <a:pt x="218" y="6"/>
                </a:lnTo>
                <a:lnTo>
                  <a:pt x="218" y="5"/>
                </a:lnTo>
                <a:lnTo>
                  <a:pt x="218" y="4"/>
                </a:lnTo>
                <a:lnTo>
                  <a:pt x="219" y="2"/>
                </a:lnTo>
                <a:lnTo>
                  <a:pt x="219" y="1"/>
                </a:lnTo>
                <a:lnTo>
                  <a:pt x="220" y="1"/>
                </a:lnTo>
                <a:lnTo>
                  <a:pt x="220" y="2"/>
                </a:lnTo>
                <a:lnTo>
                  <a:pt x="220" y="4"/>
                </a:lnTo>
                <a:lnTo>
                  <a:pt x="220" y="5"/>
                </a:lnTo>
                <a:lnTo>
                  <a:pt x="220" y="6"/>
                </a:lnTo>
                <a:lnTo>
                  <a:pt x="220" y="7"/>
                </a:lnTo>
                <a:lnTo>
                  <a:pt x="221" y="7"/>
                </a:lnTo>
                <a:lnTo>
                  <a:pt x="221" y="8"/>
                </a:lnTo>
                <a:lnTo>
                  <a:pt x="222" y="8"/>
                </a:lnTo>
                <a:lnTo>
                  <a:pt x="224" y="8"/>
                </a:lnTo>
                <a:lnTo>
                  <a:pt x="225" y="8"/>
                </a:lnTo>
                <a:lnTo>
                  <a:pt x="226" y="8"/>
                </a:lnTo>
                <a:lnTo>
                  <a:pt x="227" y="8"/>
                </a:lnTo>
                <a:lnTo>
                  <a:pt x="227" y="7"/>
                </a:lnTo>
                <a:lnTo>
                  <a:pt x="228" y="7"/>
                </a:lnTo>
                <a:lnTo>
                  <a:pt x="228" y="6"/>
                </a:lnTo>
                <a:lnTo>
                  <a:pt x="228" y="5"/>
                </a:lnTo>
                <a:lnTo>
                  <a:pt x="228" y="4"/>
                </a:lnTo>
                <a:lnTo>
                  <a:pt x="228" y="2"/>
                </a:lnTo>
                <a:lnTo>
                  <a:pt x="228" y="1"/>
                </a:lnTo>
                <a:lnTo>
                  <a:pt x="229" y="1"/>
                </a:lnTo>
                <a:lnTo>
                  <a:pt x="230" y="1"/>
                </a:lnTo>
                <a:lnTo>
                  <a:pt x="231" y="1"/>
                </a:lnTo>
                <a:lnTo>
                  <a:pt x="232" y="1"/>
                </a:lnTo>
                <a:lnTo>
                  <a:pt x="232" y="2"/>
                </a:lnTo>
                <a:lnTo>
                  <a:pt x="232" y="1"/>
                </a:lnTo>
                <a:lnTo>
                  <a:pt x="232" y="2"/>
                </a:lnTo>
                <a:lnTo>
                  <a:pt x="233" y="2"/>
                </a:lnTo>
                <a:lnTo>
                  <a:pt x="233" y="1"/>
                </a:lnTo>
                <a:lnTo>
                  <a:pt x="234" y="0"/>
                </a:lnTo>
                <a:lnTo>
                  <a:pt x="235" y="0"/>
                </a:lnTo>
                <a:lnTo>
                  <a:pt x="236" y="0"/>
                </a:lnTo>
                <a:lnTo>
                  <a:pt x="236" y="1"/>
                </a:lnTo>
                <a:lnTo>
                  <a:pt x="235" y="2"/>
                </a:lnTo>
                <a:lnTo>
                  <a:pt x="234" y="4"/>
                </a:lnTo>
                <a:lnTo>
                  <a:pt x="233" y="4"/>
                </a:lnTo>
                <a:lnTo>
                  <a:pt x="232" y="4"/>
                </a:lnTo>
                <a:lnTo>
                  <a:pt x="231" y="4"/>
                </a:lnTo>
                <a:lnTo>
                  <a:pt x="231" y="2"/>
                </a:lnTo>
                <a:lnTo>
                  <a:pt x="230" y="2"/>
                </a:lnTo>
                <a:lnTo>
                  <a:pt x="229" y="2"/>
                </a:lnTo>
                <a:lnTo>
                  <a:pt x="229" y="1"/>
                </a:lnTo>
                <a:lnTo>
                  <a:pt x="229" y="2"/>
                </a:lnTo>
                <a:lnTo>
                  <a:pt x="228" y="2"/>
                </a:lnTo>
                <a:lnTo>
                  <a:pt x="228" y="5"/>
                </a:lnTo>
                <a:lnTo>
                  <a:pt x="229" y="5"/>
                </a:lnTo>
                <a:lnTo>
                  <a:pt x="229" y="6"/>
                </a:lnTo>
                <a:lnTo>
                  <a:pt x="228" y="6"/>
                </a:lnTo>
                <a:lnTo>
                  <a:pt x="228" y="7"/>
                </a:lnTo>
                <a:lnTo>
                  <a:pt x="227" y="8"/>
                </a:lnTo>
                <a:lnTo>
                  <a:pt x="226" y="8"/>
                </a:lnTo>
                <a:lnTo>
                  <a:pt x="226" y="9"/>
                </a:lnTo>
                <a:lnTo>
                  <a:pt x="225" y="9"/>
                </a:lnTo>
                <a:lnTo>
                  <a:pt x="224" y="9"/>
                </a:lnTo>
                <a:lnTo>
                  <a:pt x="223" y="9"/>
                </a:lnTo>
                <a:lnTo>
                  <a:pt x="222" y="9"/>
                </a:lnTo>
                <a:lnTo>
                  <a:pt x="221" y="9"/>
                </a:lnTo>
                <a:lnTo>
                  <a:pt x="221" y="8"/>
                </a:lnTo>
                <a:lnTo>
                  <a:pt x="220" y="8"/>
                </a:lnTo>
                <a:lnTo>
                  <a:pt x="220" y="7"/>
                </a:lnTo>
                <a:lnTo>
                  <a:pt x="219" y="7"/>
                </a:lnTo>
                <a:lnTo>
                  <a:pt x="219" y="6"/>
                </a:lnTo>
                <a:lnTo>
                  <a:pt x="219" y="5"/>
                </a:lnTo>
                <a:lnTo>
                  <a:pt x="220" y="5"/>
                </a:lnTo>
                <a:lnTo>
                  <a:pt x="220" y="4"/>
                </a:lnTo>
                <a:lnTo>
                  <a:pt x="220" y="2"/>
                </a:lnTo>
                <a:lnTo>
                  <a:pt x="219" y="2"/>
                </a:lnTo>
                <a:lnTo>
                  <a:pt x="219" y="4"/>
                </a:lnTo>
                <a:lnTo>
                  <a:pt x="219" y="5"/>
                </a:lnTo>
                <a:lnTo>
                  <a:pt x="218" y="6"/>
                </a:lnTo>
                <a:lnTo>
                  <a:pt x="217" y="6"/>
                </a:lnTo>
                <a:lnTo>
                  <a:pt x="216" y="6"/>
                </a:lnTo>
                <a:lnTo>
                  <a:pt x="215" y="6"/>
                </a:lnTo>
                <a:lnTo>
                  <a:pt x="214" y="5"/>
                </a:lnTo>
                <a:lnTo>
                  <a:pt x="213" y="5"/>
                </a:lnTo>
                <a:lnTo>
                  <a:pt x="213" y="6"/>
                </a:lnTo>
                <a:lnTo>
                  <a:pt x="213" y="9"/>
                </a:lnTo>
                <a:lnTo>
                  <a:pt x="213" y="10"/>
                </a:lnTo>
                <a:lnTo>
                  <a:pt x="212" y="10"/>
                </a:lnTo>
                <a:lnTo>
                  <a:pt x="211" y="11"/>
                </a:lnTo>
                <a:lnTo>
                  <a:pt x="211" y="12"/>
                </a:lnTo>
                <a:lnTo>
                  <a:pt x="210" y="12"/>
                </a:lnTo>
                <a:lnTo>
                  <a:pt x="209" y="12"/>
                </a:lnTo>
                <a:lnTo>
                  <a:pt x="209" y="13"/>
                </a:lnTo>
                <a:lnTo>
                  <a:pt x="208" y="13"/>
                </a:lnTo>
                <a:lnTo>
                  <a:pt x="208" y="14"/>
                </a:lnTo>
                <a:lnTo>
                  <a:pt x="208" y="15"/>
                </a:lnTo>
                <a:lnTo>
                  <a:pt x="207" y="15"/>
                </a:lnTo>
                <a:lnTo>
                  <a:pt x="207" y="16"/>
                </a:lnTo>
                <a:lnTo>
                  <a:pt x="206" y="16"/>
                </a:lnTo>
                <a:lnTo>
                  <a:pt x="205" y="16"/>
                </a:lnTo>
                <a:lnTo>
                  <a:pt x="204" y="16"/>
                </a:lnTo>
                <a:lnTo>
                  <a:pt x="204" y="15"/>
                </a:lnTo>
                <a:lnTo>
                  <a:pt x="204" y="14"/>
                </a:lnTo>
                <a:lnTo>
                  <a:pt x="204" y="13"/>
                </a:lnTo>
                <a:lnTo>
                  <a:pt x="203" y="12"/>
                </a:lnTo>
                <a:lnTo>
                  <a:pt x="202" y="12"/>
                </a:lnTo>
                <a:lnTo>
                  <a:pt x="201" y="11"/>
                </a:lnTo>
                <a:lnTo>
                  <a:pt x="200" y="11"/>
                </a:lnTo>
                <a:lnTo>
                  <a:pt x="199" y="11"/>
                </a:lnTo>
                <a:lnTo>
                  <a:pt x="199" y="12"/>
                </a:lnTo>
                <a:lnTo>
                  <a:pt x="198" y="12"/>
                </a:lnTo>
                <a:lnTo>
                  <a:pt x="198" y="13"/>
                </a:lnTo>
                <a:lnTo>
                  <a:pt x="198" y="14"/>
                </a:lnTo>
                <a:lnTo>
                  <a:pt x="198" y="15"/>
                </a:lnTo>
                <a:lnTo>
                  <a:pt x="198" y="16"/>
                </a:lnTo>
                <a:lnTo>
                  <a:pt x="198" y="15"/>
                </a:lnTo>
                <a:lnTo>
                  <a:pt x="199" y="15"/>
                </a:lnTo>
                <a:lnTo>
                  <a:pt x="198" y="14"/>
                </a:lnTo>
                <a:lnTo>
                  <a:pt x="199" y="14"/>
                </a:lnTo>
                <a:lnTo>
                  <a:pt x="199" y="15"/>
                </a:lnTo>
                <a:lnTo>
                  <a:pt x="198" y="16"/>
                </a:lnTo>
                <a:lnTo>
                  <a:pt x="198" y="17"/>
                </a:lnTo>
                <a:lnTo>
                  <a:pt x="197" y="17"/>
                </a:lnTo>
                <a:lnTo>
                  <a:pt x="196" y="17"/>
                </a:lnTo>
                <a:lnTo>
                  <a:pt x="195" y="17"/>
                </a:lnTo>
                <a:lnTo>
                  <a:pt x="195" y="18"/>
                </a:lnTo>
                <a:lnTo>
                  <a:pt x="194" y="18"/>
                </a:lnTo>
                <a:lnTo>
                  <a:pt x="193" y="19"/>
                </a:lnTo>
                <a:lnTo>
                  <a:pt x="192" y="19"/>
                </a:lnTo>
                <a:lnTo>
                  <a:pt x="191" y="19"/>
                </a:lnTo>
                <a:lnTo>
                  <a:pt x="191" y="20"/>
                </a:lnTo>
                <a:lnTo>
                  <a:pt x="191" y="21"/>
                </a:lnTo>
                <a:lnTo>
                  <a:pt x="191" y="22"/>
                </a:lnTo>
                <a:lnTo>
                  <a:pt x="190" y="22"/>
                </a:lnTo>
                <a:lnTo>
                  <a:pt x="190" y="23"/>
                </a:lnTo>
                <a:lnTo>
                  <a:pt x="190" y="24"/>
                </a:lnTo>
                <a:lnTo>
                  <a:pt x="189" y="25"/>
                </a:lnTo>
                <a:lnTo>
                  <a:pt x="188" y="26"/>
                </a:lnTo>
                <a:lnTo>
                  <a:pt x="186" y="27"/>
                </a:lnTo>
                <a:lnTo>
                  <a:pt x="186" y="28"/>
                </a:lnTo>
                <a:lnTo>
                  <a:pt x="186" y="29"/>
                </a:lnTo>
                <a:lnTo>
                  <a:pt x="185" y="30"/>
                </a:lnTo>
                <a:lnTo>
                  <a:pt x="184" y="30"/>
                </a:lnTo>
                <a:lnTo>
                  <a:pt x="184" y="31"/>
                </a:lnTo>
                <a:lnTo>
                  <a:pt x="184" y="32"/>
                </a:lnTo>
                <a:lnTo>
                  <a:pt x="184" y="33"/>
                </a:lnTo>
                <a:lnTo>
                  <a:pt x="184" y="34"/>
                </a:lnTo>
                <a:lnTo>
                  <a:pt x="185" y="34"/>
                </a:lnTo>
                <a:lnTo>
                  <a:pt x="186" y="34"/>
                </a:lnTo>
                <a:lnTo>
                  <a:pt x="187" y="34"/>
                </a:lnTo>
                <a:lnTo>
                  <a:pt x="189" y="34"/>
                </a:lnTo>
                <a:lnTo>
                  <a:pt x="189" y="35"/>
                </a:lnTo>
                <a:lnTo>
                  <a:pt x="190" y="35"/>
                </a:lnTo>
                <a:lnTo>
                  <a:pt x="191" y="35"/>
                </a:lnTo>
                <a:lnTo>
                  <a:pt x="192" y="36"/>
                </a:lnTo>
                <a:lnTo>
                  <a:pt x="192" y="37"/>
                </a:lnTo>
                <a:lnTo>
                  <a:pt x="192" y="38"/>
                </a:lnTo>
                <a:lnTo>
                  <a:pt x="192" y="39"/>
                </a:lnTo>
                <a:lnTo>
                  <a:pt x="192" y="40"/>
                </a:lnTo>
                <a:lnTo>
                  <a:pt x="191" y="40"/>
                </a:lnTo>
                <a:lnTo>
                  <a:pt x="191" y="41"/>
                </a:lnTo>
                <a:lnTo>
                  <a:pt x="190" y="41"/>
                </a:lnTo>
                <a:lnTo>
                  <a:pt x="188" y="41"/>
                </a:lnTo>
                <a:lnTo>
                  <a:pt x="187" y="41"/>
                </a:lnTo>
                <a:lnTo>
                  <a:pt x="186" y="41"/>
                </a:lnTo>
                <a:lnTo>
                  <a:pt x="185" y="42"/>
                </a:lnTo>
                <a:lnTo>
                  <a:pt x="184" y="42"/>
                </a:lnTo>
                <a:lnTo>
                  <a:pt x="183" y="43"/>
                </a:lnTo>
                <a:lnTo>
                  <a:pt x="182" y="43"/>
                </a:lnTo>
                <a:lnTo>
                  <a:pt x="181" y="44"/>
                </a:lnTo>
                <a:lnTo>
                  <a:pt x="180" y="44"/>
                </a:lnTo>
                <a:lnTo>
                  <a:pt x="178" y="44"/>
                </a:lnTo>
                <a:lnTo>
                  <a:pt x="177" y="44"/>
                </a:lnTo>
                <a:lnTo>
                  <a:pt x="177" y="43"/>
                </a:lnTo>
                <a:lnTo>
                  <a:pt x="177" y="42"/>
                </a:lnTo>
                <a:lnTo>
                  <a:pt x="177" y="43"/>
                </a:lnTo>
                <a:lnTo>
                  <a:pt x="176" y="43"/>
                </a:lnTo>
                <a:lnTo>
                  <a:pt x="176" y="42"/>
                </a:lnTo>
                <a:lnTo>
                  <a:pt x="175" y="43"/>
                </a:lnTo>
                <a:lnTo>
                  <a:pt x="174" y="43"/>
                </a:lnTo>
                <a:lnTo>
                  <a:pt x="173" y="43"/>
                </a:lnTo>
                <a:lnTo>
                  <a:pt x="173" y="44"/>
                </a:lnTo>
                <a:lnTo>
                  <a:pt x="173" y="45"/>
                </a:lnTo>
                <a:lnTo>
                  <a:pt x="173" y="46"/>
                </a:lnTo>
                <a:lnTo>
                  <a:pt x="173" y="47"/>
                </a:lnTo>
                <a:lnTo>
                  <a:pt x="173" y="48"/>
                </a:lnTo>
                <a:lnTo>
                  <a:pt x="173" y="49"/>
                </a:lnTo>
                <a:lnTo>
                  <a:pt x="173" y="50"/>
                </a:lnTo>
                <a:lnTo>
                  <a:pt x="173" y="51"/>
                </a:lnTo>
                <a:lnTo>
                  <a:pt x="173" y="52"/>
                </a:lnTo>
                <a:lnTo>
                  <a:pt x="173" y="53"/>
                </a:lnTo>
                <a:lnTo>
                  <a:pt x="172" y="53"/>
                </a:lnTo>
                <a:lnTo>
                  <a:pt x="172" y="54"/>
                </a:lnTo>
                <a:lnTo>
                  <a:pt x="171" y="54"/>
                </a:lnTo>
                <a:lnTo>
                  <a:pt x="171" y="55"/>
                </a:lnTo>
                <a:lnTo>
                  <a:pt x="170" y="55"/>
                </a:lnTo>
                <a:lnTo>
                  <a:pt x="169" y="55"/>
                </a:lnTo>
                <a:lnTo>
                  <a:pt x="168" y="55"/>
                </a:lnTo>
                <a:lnTo>
                  <a:pt x="167" y="55"/>
                </a:lnTo>
                <a:lnTo>
                  <a:pt x="165" y="55"/>
                </a:lnTo>
                <a:lnTo>
                  <a:pt x="164" y="55"/>
                </a:lnTo>
                <a:lnTo>
                  <a:pt x="164" y="56"/>
                </a:lnTo>
                <a:lnTo>
                  <a:pt x="163" y="56"/>
                </a:lnTo>
                <a:lnTo>
                  <a:pt x="163" y="57"/>
                </a:lnTo>
                <a:lnTo>
                  <a:pt x="162" y="57"/>
                </a:lnTo>
                <a:lnTo>
                  <a:pt x="162" y="58"/>
                </a:lnTo>
                <a:lnTo>
                  <a:pt x="162" y="59"/>
                </a:lnTo>
                <a:lnTo>
                  <a:pt x="161" y="59"/>
                </a:lnTo>
                <a:lnTo>
                  <a:pt x="161" y="60"/>
                </a:lnTo>
                <a:lnTo>
                  <a:pt x="161" y="61"/>
                </a:lnTo>
                <a:lnTo>
                  <a:pt x="161" y="62"/>
                </a:lnTo>
                <a:lnTo>
                  <a:pt x="161" y="61"/>
                </a:lnTo>
                <a:lnTo>
                  <a:pt x="161" y="62"/>
                </a:lnTo>
                <a:lnTo>
                  <a:pt x="161" y="63"/>
                </a:lnTo>
                <a:lnTo>
                  <a:pt x="162" y="63"/>
                </a:lnTo>
                <a:lnTo>
                  <a:pt x="161" y="63"/>
                </a:lnTo>
                <a:lnTo>
                  <a:pt x="162" y="63"/>
                </a:lnTo>
                <a:lnTo>
                  <a:pt x="162" y="64"/>
                </a:lnTo>
                <a:lnTo>
                  <a:pt x="162" y="65"/>
                </a:lnTo>
                <a:lnTo>
                  <a:pt x="162" y="66"/>
                </a:lnTo>
                <a:lnTo>
                  <a:pt x="161" y="66"/>
                </a:lnTo>
                <a:lnTo>
                  <a:pt x="161" y="67"/>
                </a:lnTo>
                <a:lnTo>
                  <a:pt x="161" y="68"/>
                </a:lnTo>
                <a:lnTo>
                  <a:pt x="160" y="68"/>
                </a:lnTo>
                <a:lnTo>
                  <a:pt x="159" y="68"/>
                </a:lnTo>
                <a:lnTo>
                  <a:pt x="158" y="68"/>
                </a:lnTo>
                <a:lnTo>
                  <a:pt x="158" y="67"/>
                </a:lnTo>
                <a:lnTo>
                  <a:pt x="157" y="67"/>
                </a:lnTo>
                <a:lnTo>
                  <a:pt x="156" y="67"/>
                </a:lnTo>
                <a:lnTo>
                  <a:pt x="156" y="68"/>
                </a:lnTo>
                <a:lnTo>
                  <a:pt x="156" y="69"/>
                </a:lnTo>
                <a:lnTo>
                  <a:pt x="156" y="70"/>
                </a:lnTo>
                <a:lnTo>
                  <a:pt x="157" y="70"/>
                </a:lnTo>
                <a:lnTo>
                  <a:pt x="157" y="71"/>
                </a:lnTo>
                <a:lnTo>
                  <a:pt x="157" y="72"/>
                </a:lnTo>
                <a:lnTo>
                  <a:pt x="158" y="72"/>
                </a:lnTo>
                <a:lnTo>
                  <a:pt x="158" y="73"/>
                </a:lnTo>
                <a:lnTo>
                  <a:pt x="158" y="74"/>
                </a:lnTo>
                <a:lnTo>
                  <a:pt x="158" y="76"/>
                </a:lnTo>
                <a:lnTo>
                  <a:pt x="157" y="77"/>
                </a:lnTo>
                <a:lnTo>
                  <a:pt x="156" y="78"/>
                </a:lnTo>
                <a:lnTo>
                  <a:pt x="155" y="78"/>
                </a:lnTo>
                <a:lnTo>
                  <a:pt x="155" y="77"/>
                </a:lnTo>
                <a:lnTo>
                  <a:pt x="154" y="77"/>
                </a:lnTo>
                <a:lnTo>
                  <a:pt x="153" y="76"/>
                </a:lnTo>
                <a:lnTo>
                  <a:pt x="152" y="76"/>
                </a:lnTo>
                <a:lnTo>
                  <a:pt x="152" y="75"/>
                </a:lnTo>
                <a:lnTo>
                  <a:pt x="151" y="75"/>
                </a:lnTo>
                <a:lnTo>
                  <a:pt x="151" y="74"/>
                </a:lnTo>
                <a:lnTo>
                  <a:pt x="150" y="74"/>
                </a:lnTo>
                <a:lnTo>
                  <a:pt x="150" y="73"/>
                </a:lnTo>
                <a:lnTo>
                  <a:pt x="150" y="74"/>
                </a:lnTo>
                <a:lnTo>
                  <a:pt x="150" y="73"/>
                </a:lnTo>
                <a:lnTo>
                  <a:pt x="149" y="73"/>
                </a:lnTo>
                <a:lnTo>
                  <a:pt x="149" y="74"/>
                </a:lnTo>
                <a:lnTo>
                  <a:pt x="148" y="74"/>
                </a:lnTo>
                <a:lnTo>
                  <a:pt x="147" y="74"/>
                </a:lnTo>
                <a:lnTo>
                  <a:pt x="146" y="75"/>
                </a:lnTo>
                <a:lnTo>
                  <a:pt x="146" y="76"/>
                </a:lnTo>
                <a:lnTo>
                  <a:pt x="145" y="77"/>
                </a:lnTo>
                <a:lnTo>
                  <a:pt x="144" y="77"/>
                </a:lnTo>
                <a:lnTo>
                  <a:pt x="143" y="77"/>
                </a:lnTo>
                <a:lnTo>
                  <a:pt x="142" y="77"/>
                </a:lnTo>
                <a:lnTo>
                  <a:pt x="142" y="76"/>
                </a:lnTo>
                <a:lnTo>
                  <a:pt x="141" y="76"/>
                </a:lnTo>
                <a:lnTo>
                  <a:pt x="140" y="76"/>
                </a:lnTo>
                <a:lnTo>
                  <a:pt x="139" y="75"/>
                </a:lnTo>
                <a:lnTo>
                  <a:pt x="138" y="75"/>
                </a:lnTo>
                <a:lnTo>
                  <a:pt x="136" y="75"/>
                </a:lnTo>
                <a:lnTo>
                  <a:pt x="135" y="75"/>
                </a:lnTo>
                <a:lnTo>
                  <a:pt x="136" y="75"/>
                </a:lnTo>
                <a:lnTo>
                  <a:pt x="135" y="75"/>
                </a:lnTo>
                <a:lnTo>
                  <a:pt x="135" y="76"/>
                </a:lnTo>
                <a:lnTo>
                  <a:pt x="136" y="76"/>
                </a:lnTo>
                <a:lnTo>
                  <a:pt x="135" y="76"/>
                </a:lnTo>
                <a:lnTo>
                  <a:pt x="135" y="77"/>
                </a:lnTo>
                <a:lnTo>
                  <a:pt x="135" y="76"/>
                </a:lnTo>
                <a:lnTo>
                  <a:pt x="135" y="77"/>
                </a:lnTo>
                <a:lnTo>
                  <a:pt x="135" y="76"/>
                </a:lnTo>
                <a:lnTo>
                  <a:pt x="134" y="76"/>
                </a:lnTo>
                <a:lnTo>
                  <a:pt x="134" y="77"/>
                </a:lnTo>
                <a:lnTo>
                  <a:pt x="135" y="77"/>
                </a:lnTo>
                <a:lnTo>
                  <a:pt x="134" y="77"/>
                </a:lnTo>
                <a:lnTo>
                  <a:pt x="134" y="78"/>
                </a:lnTo>
                <a:lnTo>
                  <a:pt x="135" y="79"/>
                </a:lnTo>
                <a:lnTo>
                  <a:pt x="135" y="81"/>
                </a:lnTo>
                <a:lnTo>
                  <a:pt x="135" y="82"/>
                </a:lnTo>
                <a:lnTo>
                  <a:pt x="135" y="83"/>
                </a:lnTo>
                <a:lnTo>
                  <a:pt x="134" y="83"/>
                </a:lnTo>
                <a:lnTo>
                  <a:pt x="134" y="84"/>
                </a:lnTo>
                <a:lnTo>
                  <a:pt x="133" y="84"/>
                </a:lnTo>
                <a:lnTo>
                  <a:pt x="133" y="85"/>
                </a:lnTo>
                <a:lnTo>
                  <a:pt x="134" y="85"/>
                </a:lnTo>
                <a:lnTo>
                  <a:pt x="134" y="86"/>
                </a:lnTo>
                <a:lnTo>
                  <a:pt x="134" y="87"/>
                </a:lnTo>
                <a:lnTo>
                  <a:pt x="133" y="87"/>
                </a:lnTo>
                <a:lnTo>
                  <a:pt x="133" y="86"/>
                </a:lnTo>
                <a:lnTo>
                  <a:pt x="132" y="85"/>
                </a:lnTo>
                <a:lnTo>
                  <a:pt x="132" y="86"/>
                </a:lnTo>
                <a:lnTo>
                  <a:pt x="131" y="86"/>
                </a:lnTo>
                <a:lnTo>
                  <a:pt x="130" y="86"/>
                </a:lnTo>
                <a:lnTo>
                  <a:pt x="129" y="86"/>
                </a:lnTo>
                <a:lnTo>
                  <a:pt x="128" y="87"/>
                </a:lnTo>
                <a:lnTo>
                  <a:pt x="126" y="87"/>
                </a:lnTo>
                <a:lnTo>
                  <a:pt x="126" y="88"/>
                </a:lnTo>
                <a:lnTo>
                  <a:pt x="125" y="88"/>
                </a:lnTo>
                <a:lnTo>
                  <a:pt x="125" y="89"/>
                </a:lnTo>
                <a:lnTo>
                  <a:pt x="124" y="89"/>
                </a:lnTo>
                <a:lnTo>
                  <a:pt x="123" y="89"/>
                </a:lnTo>
                <a:lnTo>
                  <a:pt x="122" y="90"/>
                </a:lnTo>
                <a:lnTo>
                  <a:pt x="121" y="91"/>
                </a:lnTo>
                <a:lnTo>
                  <a:pt x="120" y="91"/>
                </a:lnTo>
                <a:lnTo>
                  <a:pt x="120" y="92"/>
                </a:lnTo>
                <a:lnTo>
                  <a:pt x="119" y="92"/>
                </a:lnTo>
                <a:lnTo>
                  <a:pt x="119" y="93"/>
                </a:lnTo>
                <a:lnTo>
                  <a:pt x="118" y="94"/>
                </a:lnTo>
                <a:lnTo>
                  <a:pt x="118" y="95"/>
                </a:lnTo>
                <a:lnTo>
                  <a:pt x="117" y="95"/>
                </a:lnTo>
                <a:lnTo>
                  <a:pt x="117" y="96"/>
                </a:lnTo>
                <a:lnTo>
                  <a:pt x="117" y="97"/>
                </a:lnTo>
                <a:lnTo>
                  <a:pt x="116" y="97"/>
                </a:lnTo>
                <a:lnTo>
                  <a:pt x="116" y="98"/>
                </a:lnTo>
                <a:lnTo>
                  <a:pt x="115" y="98"/>
                </a:lnTo>
                <a:lnTo>
                  <a:pt x="114" y="98"/>
                </a:lnTo>
                <a:lnTo>
                  <a:pt x="114" y="99"/>
                </a:lnTo>
                <a:lnTo>
                  <a:pt x="115" y="99"/>
                </a:lnTo>
                <a:lnTo>
                  <a:pt x="116" y="100"/>
                </a:lnTo>
                <a:lnTo>
                  <a:pt x="117" y="100"/>
                </a:lnTo>
                <a:lnTo>
                  <a:pt x="117" y="101"/>
                </a:lnTo>
                <a:lnTo>
                  <a:pt x="116" y="100"/>
                </a:lnTo>
                <a:lnTo>
                  <a:pt x="115" y="100"/>
                </a:lnTo>
                <a:lnTo>
                  <a:pt x="114" y="100"/>
                </a:lnTo>
                <a:lnTo>
                  <a:pt x="113" y="100"/>
                </a:lnTo>
                <a:lnTo>
                  <a:pt x="112" y="101"/>
                </a:lnTo>
                <a:lnTo>
                  <a:pt x="111" y="101"/>
                </a:lnTo>
                <a:lnTo>
                  <a:pt x="110" y="102"/>
                </a:lnTo>
                <a:lnTo>
                  <a:pt x="109" y="102"/>
                </a:lnTo>
                <a:lnTo>
                  <a:pt x="109" y="103"/>
                </a:lnTo>
                <a:lnTo>
                  <a:pt x="108" y="103"/>
                </a:lnTo>
                <a:lnTo>
                  <a:pt x="108" y="104"/>
                </a:lnTo>
                <a:lnTo>
                  <a:pt x="107" y="104"/>
                </a:lnTo>
                <a:lnTo>
                  <a:pt x="107" y="105"/>
                </a:lnTo>
                <a:lnTo>
                  <a:pt x="108" y="105"/>
                </a:lnTo>
                <a:lnTo>
                  <a:pt x="109" y="105"/>
                </a:lnTo>
                <a:lnTo>
                  <a:pt x="110" y="105"/>
                </a:lnTo>
                <a:lnTo>
                  <a:pt x="111" y="106"/>
                </a:lnTo>
                <a:lnTo>
                  <a:pt x="112" y="106"/>
                </a:lnTo>
                <a:lnTo>
                  <a:pt x="111" y="107"/>
                </a:lnTo>
                <a:lnTo>
                  <a:pt x="111" y="106"/>
                </a:lnTo>
                <a:lnTo>
                  <a:pt x="110" y="106"/>
                </a:lnTo>
                <a:lnTo>
                  <a:pt x="108" y="106"/>
                </a:lnTo>
                <a:lnTo>
                  <a:pt x="107" y="106"/>
                </a:lnTo>
                <a:lnTo>
                  <a:pt x="106" y="105"/>
                </a:lnTo>
                <a:lnTo>
                  <a:pt x="105" y="106"/>
                </a:lnTo>
                <a:lnTo>
                  <a:pt x="104" y="106"/>
                </a:lnTo>
                <a:lnTo>
                  <a:pt x="104" y="107"/>
                </a:lnTo>
                <a:lnTo>
                  <a:pt x="103" y="107"/>
                </a:lnTo>
                <a:lnTo>
                  <a:pt x="102" y="107"/>
                </a:lnTo>
                <a:lnTo>
                  <a:pt x="103" y="107"/>
                </a:lnTo>
                <a:lnTo>
                  <a:pt x="102" y="108"/>
                </a:lnTo>
                <a:lnTo>
                  <a:pt x="101" y="108"/>
                </a:lnTo>
                <a:lnTo>
                  <a:pt x="102" y="108"/>
                </a:lnTo>
                <a:lnTo>
                  <a:pt x="102" y="109"/>
                </a:lnTo>
                <a:lnTo>
                  <a:pt x="101" y="109"/>
                </a:lnTo>
                <a:lnTo>
                  <a:pt x="100" y="110"/>
                </a:lnTo>
                <a:lnTo>
                  <a:pt x="101" y="110"/>
                </a:lnTo>
                <a:lnTo>
                  <a:pt x="100" y="111"/>
                </a:lnTo>
                <a:lnTo>
                  <a:pt x="101" y="112"/>
                </a:lnTo>
                <a:lnTo>
                  <a:pt x="101" y="113"/>
                </a:lnTo>
                <a:lnTo>
                  <a:pt x="103" y="114"/>
                </a:lnTo>
                <a:lnTo>
                  <a:pt x="105" y="114"/>
                </a:lnTo>
                <a:lnTo>
                  <a:pt x="106" y="114"/>
                </a:lnTo>
                <a:lnTo>
                  <a:pt x="107" y="114"/>
                </a:lnTo>
                <a:lnTo>
                  <a:pt x="108" y="114"/>
                </a:lnTo>
                <a:lnTo>
                  <a:pt x="109" y="114"/>
                </a:lnTo>
                <a:lnTo>
                  <a:pt x="109" y="115"/>
                </a:lnTo>
                <a:lnTo>
                  <a:pt x="110" y="116"/>
                </a:lnTo>
                <a:lnTo>
                  <a:pt x="111" y="116"/>
                </a:lnTo>
                <a:lnTo>
                  <a:pt x="111" y="117"/>
                </a:lnTo>
                <a:lnTo>
                  <a:pt x="110" y="117"/>
                </a:lnTo>
                <a:lnTo>
                  <a:pt x="109" y="117"/>
                </a:lnTo>
                <a:lnTo>
                  <a:pt x="110" y="117"/>
                </a:lnTo>
                <a:lnTo>
                  <a:pt x="110" y="118"/>
                </a:lnTo>
                <a:lnTo>
                  <a:pt x="110" y="119"/>
                </a:lnTo>
                <a:lnTo>
                  <a:pt x="109" y="119"/>
                </a:lnTo>
                <a:lnTo>
                  <a:pt x="109" y="120"/>
                </a:lnTo>
                <a:lnTo>
                  <a:pt x="108" y="122"/>
                </a:lnTo>
                <a:lnTo>
                  <a:pt x="107" y="123"/>
                </a:lnTo>
                <a:lnTo>
                  <a:pt x="106" y="123"/>
                </a:lnTo>
                <a:lnTo>
                  <a:pt x="105" y="124"/>
                </a:lnTo>
                <a:lnTo>
                  <a:pt x="104" y="124"/>
                </a:lnTo>
                <a:lnTo>
                  <a:pt x="103" y="123"/>
                </a:lnTo>
                <a:lnTo>
                  <a:pt x="102" y="123"/>
                </a:lnTo>
                <a:lnTo>
                  <a:pt x="101" y="123"/>
                </a:lnTo>
                <a:lnTo>
                  <a:pt x="101" y="122"/>
                </a:lnTo>
                <a:lnTo>
                  <a:pt x="100" y="122"/>
                </a:lnTo>
                <a:lnTo>
                  <a:pt x="99" y="122"/>
                </a:lnTo>
                <a:lnTo>
                  <a:pt x="99" y="121"/>
                </a:lnTo>
                <a:lnTo>
                  <a:pt x="99" y="122"/>
                </a:lnTo>
                <a:lnTo>
                  <a:pt x="98" y="122"/>
                </a:lnTo>
                <a:lnTo>
                  <a:pt x="98" y="123"/>
                </a:lnTo>
                <a:lnTo>
                  <a:pt x="97" y="123"/>
                </a:lnTo>
                <a:lnTo>
                  <a:pt x="97" y="124"/>
                </a:lnTo>
                <a:lnTo>
                  <a:pt x="96" y="124"/>
                </a:lnTo>
                <a:lnTo>
                  <a:pt x="96" y="123"/>
                </a:lnTo>
                <a:lnTo>
                  <a:pt x="96" y="124"/>
                </a:lnTo>
                <a:lnTo>
                  <a:pt x="95" y="124"/>
                </a:lnTo>
                <a:lnTo>
                  <a:pt x="95" y="125"/>
                </a:lnTo>
                <a:lnTo>
                  <a:pt x="94" y="125"/>
                </a:lnTo>
                <a:lnTo>
                  <a:pt x="93" y="125"/>
                </a:lnTo>
                <a:lnTo>
                  <a:pt x="93" y="126"/>
                </a:lnTo>
                <a:lnTo>
                  <a:pt x="92" y="126"/>
                </a:lnTo>
                <a:lnTo>
                  <a:pt x="89" y="126"/>
                </a:lnTo>
                <a:lnTo>
                  <a:pt x="88" y="126"/>
                </a:lnTo>
                <a:lnTo>
                  <a:pt x="87" y="126"/>
                </a:lnTo>
                <a:lnTo>
                  <a:pt x="87" y="125"/>
                </a:lnTo>
                <a:lnTo>
                  <a:pt x="86" y="125"/>
                </a:lnTo>
                <a:lnTo>
                  <a:pt x="86" y="124"/>
                </a:lnTo>
                <a:lnTo>
                  <a:pt x="87" y="123"/>
                </a:lnTo>
                <a:lnTo>
                  <a:pt x="87" y="122"/>
                </a:lnTo>
                <a:lnTo>
                  <a:pt x="86" y="122"/>
                </a:lnTo>
                <a:lnTo>
                  <a:pt x="86" y="121"/>
                </a:lnTo>
                <a:lnTo>
                  <a:pt x="85" y="122"/>
                </a:lnTo>
                <a:lnTo>
                  <a:pt x="84" y="123"/>
                </a:lnTo>
                <a:lnTo>
                  <a:pt x="84" y="124"/>
                </a:lnTo>
                <a:lnTo>
                  <a:pt x="84" y="125"/>
                </a:lnTo>
                <a:lnTo>
                  <a:pt x="84" y="126"/>
                </a:lnTo>
                <a:lnTo>
                  <a:pt x="84" y="127"/>
                </a:lnTo>
                <a:lnTo>
                  <a:pt x="84" y="128"/>
                </a:lnTo>
                <a:lnTo>
                  <a:pt x="83" y="128"/>
                </a:lnTo>
                <a:lnTo>
                  <a:pt x="83" y="129"/>
                </a:lnTo>
                <a:lnTo>
                  <a:pt x="83" y="130"/>
                </a:lnTo>
                <a:lnTo>
                  <a:pt x="82" y="130"/>
                </a:lnTo>
                <a:lnTo>
                  <a:pt x="82" y="131"/>
                </a:lnTo>
                <a:lnTo>
                  <a:pt x="82" y="132"/>
                </a:lnTo>
                <a:lnTo>
                  <a:pt x="82" y="133"/>
                </a:lnTo>
                <a:lnTo>
                  <a:pt x="81" y="133"/>
                </a:lnTo>
                <a:lnTo>
                  <a:pt x="81" y="134"/>
                </a:lnTo>
                <a:lnTo>
                  <a:pt x="81" y="135"/>
                </a:lnTo>
                <a:lnTo>
                  <a:pt x="80" y="135"/>
                </a:lnTo>
                <a:lnTo>
                  <a:pt x="80" y="136"/>
                </a:lnTo>
                <a:lnTo>
                  <a:pt x="79" y="136"/>
                </a:lnTo>
                <a:lnTo>
                  <a:pt x="79" y="137"/>
                </a:lnTo>
                <a:lnTo>
                  <a:pt x="78" y="138"/>
                </a:lnTo>
                <a:lnTo>
                  <a:pt x="77" y="138"/>
                </a:lnTo>
                <a:lnTo>
                  <a:pt x="77" y="139"/>
                </a:lnTo>
                <a:lnTo>
                  <a:pt x="76" y="140"/>
                </a:lnTo>
                <a:lnTo>
                  <a:pt x="76" y="141"/>
                </a:lnTo>
                <a:lnTo>
                  <a:pt x="75" y="141"/>
                </a:lnTo>
                <a:lnTo>
                  <a:pt x="74" y="142"/>
                </a:lnTo>
                <a:lnTo>
                  <a:pt x="73" y="143"/>
                </a:lnTo>
                <a:lnTo>
                  <a:pt x="72" y="143"/>
                </a:lnTo>
                <a:lnTo>
                  <a:pt x="72" y="144"/>
                </a:lnTo>
                <a:lnTo>
                  <a:pt x="71" y="144"/>
                </a:lnTo>
                <a:lnTo>
                  <a:pt x="70" y="144"/>
                </a:lnTo>
                <a:lnTo>
                  <a:pt x="70" y="145"/>
                </a:lnTo>
                <a:lnTo>
                  <a:pt x="69" y="145"/>
                </a:lnTo>
                <a:lnTo>
                  <a:pt x="69" y="146"/>
                </a:lnTo>
                <a:lnTo>
                  <a:pt x="68" y="146"/>
                </a:lnTo>
                <a:lnTo>
                  <a:pt x="68" y="147"/>
                </a:lnTo>
                <a:lnTo>
                  <a:pt x="68" y="148"/>
                </a:lnTo>
                <a:lnTo>
                  <a:pt x="67" y="148"/>
                </a:lnTo>
                <a:lnTo>
                  <a:pt x="67" y="149"/>
                </a:lnTo>
                <a:lnTo>
                  <a:pt x="67" y="150"/>
                </a:lnTo>
                <a:lnTo>
                  <a:pt x="67" y="151"/>
                </a:lnTo>
                <a:lnTo>
                  <a:pt x="66" y="151"/>
                </a:lnTo>
                <a:lnTo>
                  <a:pt x="67" y="151"/>
                </a:lnTo>
                <a:lnTo>
                  <a:pt x="67" y="152"/>
                </a:lnTo>
                <a:lnTo>
                  <a:pt x="66" y="152"/>
                </a:lnTo>
                <a:lnTo>
                  <a:pt x="66" y="153"/>
                </a:lnTo>
                <a:lnTo>
                  <a:pt x="66" y="155"/>
                </a:lnTo>
                <a:lnTo>
                  <a:pt x="66" y="156"/>
                </a:lnTo>
                <a:lnTo>
                  <a:pt x="66" y="158"/>
                </a:lnTo>
                <a:lnTo>
                  <a:pt x="66" y="159"/>
                </a:lnTo>
                <a:lnTo>
                  <a:pt x="66" y="160"/>
                </a:lnTo>
                <a:lnTo>
                  <a:pt x="65" y="160"/>
                </a:lnTo>
                <a:lnTo>
                  <a:pt x="65" y="161"/>
                </a:lnTo>
                <a:lnTo>
                  <a:pt x="65" y="160"/>
                </a:lnTo>
                <a:lnTo>
                  <a:pt x="64" y="160"/>
                </a:lnTo>
                <a:lnTo>
                  <a:pt x="64" y="161"/>
                </a:lnTo>
                <a:lnTo>
                  <a:pt x="63" y="161"/>
                </a:lnTo>
                <a:lnTo>
                  <a:pt x="63" y="162"/>
                </a:lnTo>
                <a:lnTo>
                  <a:pt x="62" y="162"/>
                </a:lnTo>
                <a:lnTo>
                  <a:pt x="62" y="163"/>
                </a:lnTo>
                <a:lnTo>
                  <a:pt x="61" y="163"/>
                </a:lnTo>
                <a:lnTo>
                  <a:pt x="61" y="164"/>
                </a:lnTo>
                <a:lnTo>
                  <a:pt x="60" y="164"/>
                </a:lnTo>
                <a:lnTo>
                  <a:pt x="60" y="165"/>
                </a:lnTo>
                <a:lnTo>
                  <a:pt x="59" y="165"/>
                </a:lnTo>
                <a:lnTo>
                  <a:pt x="58" y="165"/>
                </a:lnTo>
                <a:lnTo>
                  <a:pt x="58" y="166"/>
                </a:lnTo>
                <a:lnTo>
                  <a:pt x="57" y="166"/>
                </a:lnTo>
                <a:lnTo>
                  <a:pt x="56" y="166"/>
                </a:lnTo>
                <a:lnTo>
                  <a:pt x="56" y="167"/>
                </a:lnTo>
                <a:lnTo>
                  <a:pt x="55" y="168"/>
                </a:lnTo>
                <a:lnTo>
                  <a:pt x="54" y="168"/>
                </a:lnTo>
                <a:lnTo>
                  <a:pt x="53" y="168"/>
                </a:lnTo>
                <a:lnTo>
                  <a:pt x="53" y="169"/>
                </a:lnTo>
                <a:lnTo>
                  <a:pt x="52" y="169"/>
                </a:lnTo>
                <a:lnTo>
                  <a:pt x="51" y="169"/>
                </a:lnTo>
                <a:lnTo>
                  <a:pt x="51" y="170"/>
                </a:lnTo>
                <a:lnTo>
                  <a:pt x="50" y="170"/>
                </a:lnTo>
                <a:lnTo>
                  <a:pt x="51" y="170"/>
                </a:lnTo>
                <a:lnTo>
                  <a:pt x="50" y="171"/>
                </a:lnTo>
                <a:lnTo>
                  <a:pt x="49" y="172"/>
                </a:lnTo>
                <a:lnTo>
                  <a:pt x="49" y="173"/>
                </a:lnTo>
                <a:lnTo>
                  <a:pt x="49" y="172"/>
                </a:lnTo>
                <a:lnTo>
                  <a:pt x="48" y="172"/>
                </a:lnTo>
                <a:lnTo>
                  <a:pt x="48" y="173"/>
                </a:lnTo>
                <a:lnTo>
                  <a:pt x="49" y="173"/>
                </a:lnTo>
                <a:lnTo>
                  <a:pt x="48" y="173"/>
                </a:lnTo>
                <a:lnTo>
                  <a:pt x="48" y="174"/>
                </a:lnTo>
                <a:lnTo>
                  <a:pt x="48" y="175"/>
                </a:lnTo>
                <a:lnTo>
                  <a:pt x="47" y="176"/>
                </a:lnTo>
                <a:lnTo>
                  <a:pt x="47" y="177"/>
                </a:lnTo>
                <a:lnTo>
                  <a:pt x="47" y="179"/>
                </a:lnTo>
                <a:lnTo>
                  <a:pt x="48" y="179"/>
                </a:lnTo>
                <a:lnTo>
                  <a:pt x="48" y="180"/>
                </a:lnTo>
                <a:lnTo>
                  <a:pt x="48" y="181"/>
                </a:lnTo>
                <a:lnTo>
                  <a:pt x="47" y="181"/>
                </a:lnTo>
                <a:lnTo>
                  <a:pt x="47" y="182"/>
                </a:lnTo>
                <a:lnTo>
                  <a:pt x="47" y="183"/>
                </a:lnTo>
                <a:lnTo>
                  <a:pt x="47" y="182"/>
                </a:lnTo>
                <a:lnTo>
                  <a:pt x="46" y="182"/>
                </a:lnTo>
                <a:lnTo>
                  <a:pt x="46" y="183"/>
                </a:lnTo>
                <a:lnTo>
                  <a:pt x="45" y="184"/>
                </a:lnTo>
                <a:lnTo>
                  <a:pt x="44" y="184"/>
                </a:lnTo>
                <a:lnTo>
                  <a:pt x="44" y="185"/>
                </a:lnTo>
                <a:lnTo>
                  <a:pt x="43" y="185"/>
                </a:lnTo>
                <a:lnTo>
                  <a:pt x="42" y="186"/>
                </a:lnTo>
                <a:lnTo>
                  <a:pt x="42" y="187"/>
                </a:lnTo>
                <a:lnTo>
                  <a:pt x="42" y="186"/>
                </a:lnTo>
                <a:lnTo>
                  <a:pt x="42" y="187"/>
                </a:lnTo>
                <a:lnTo>
                  <a:pt x="40" y="187"/>
                </a:lnTo>
                <a:lnTo>
                  <a:pt x="40" y="188"/>
                </a:lnTo>
                <a:lnTo>
                  <a:pt x="39" y="188"/>
                </a:lnTo>
                <a:lnTo>
                  <a:pt x="40" y="188"/>
                </a:lnTo>
                <a:lnTo>
                  <a:pt x="39" y="188"/>
                </a:lnTo>
                <a:lnTo>
                  <a:pt x="38" y="189"/>
                </a:lnTo>
                <a:lnTo>
                  <a:pt x="39" y="189"/>
                </a:lnTo>
                <a:lnTo>
                  <a:pt x="39" y="190"/>
                </a:lnTo>
                <a:lnTo>
                  <a:pt x="39" y="191"/>
                </a:lnTo>
                <a:lnTo>
                  <a:pt x="40" y="191"/>
                </a:lnTo>
                <a:lnTo>
                  <a:pt x="40" y="192"/>
                </a:lnTo>
                <a:lnTo>
                  <a:pt x="40" y="193"/>
                </a:lnTo>
                <a:lnTo>
                  <a:pt x="40" y="194"/>
                </a:lnTo>
                <a:lnTo>
                  <a:pt x="40" y="193"/>
                </a:lnTo>
                <a:lnTo>
                  <a:pt x="40" y="194"/>
                </a:lnTo>
                <a:lnTo>
                  <a:pt x="41" y="194"/>
                </a:lnTo>
                <a:lnTo>
                  <a:pt x="41" y="195"/>
                </a:lnTo>
                <a:lnTo>
                  <a:pt x="41" y="196"/>
                </a:lnTo>
                <a:lnTo>
                  <a:pt x="41" y="197"/>
                </a:lnTo>
                <a:lnTo>
                  <a:pt x="40" y="197"/>
                </a:lnTo>
                <a:lnTo>
                  <a:pt x="40" y="198"/>
                </a:lnTo>
                <a:lnTo>
                  <a:pt x="39" y="198"/>
                </a:lnTo>
                <a:lnTo>
                  <a:pt x="38" y="198"/>
                </a:lnTo>
                <a:lnTo>
                  <a:pt x="37" y="198"/>
                </a:lnTo>
                <a:lnTo>
                  <a:pt x="37" y="199"/>
                </a:lnTo>
                <a:lnTo>
                  <a:pt x="37" y="198"/>
                </a:lnTo>
                <a:lnTo>
                  <a:pt x="38" y="198"/>
                </a:lnTo>
                <a:lnTo>
                  <a:pt x="38" y="197"/>
                </a:lnTo>
                <a:lnTo>
                  <a:pt x="38" y="198"/>
                </a:lnTo>
                <a:lnTo>
                  <a:pt x="38" y="197"/>
                </a:lnTo>
                <a:lnTo>
                  <a:pt x="38" y="198"/>
                </a:lnTo>
                <a:lnTo>
                  <a:pt x="39" y="198"/>
                </a:lnTo>
                <a:lnTo>
                  <a:pt x="39" y="197"/>
                </a:lnTo>
                <a:lnTo>
                  <a:pt x="40" y="197"/>
                </a:lnTo>
                <a:lnTo>
                  <a:pt x="41" y="197"/>
                </a:lnTo>
                <a:lnTo>
                  <a:pt x="41" y="196"/>
                </a:lnTo>
                <a:lnTo>
                  <a:pt x="41" y="195"/>
                </a:lnTo>
                <a:lnTo>
                  <a:pt x="41" y="194"/>
                </a:lnTo>
                <a:lnTo>
                  <a:pt x="40" y="194"/>
                </a:lnTo>
                <a:lnTo>
                  <a:pt x="40" y="193"/>
                </a:lnTo>
                <a:lnTo>
                  <a:pt x="40" y="192"/>
                </a:lnTo>
                <a:lnTo>
                  <a:pt x="39" y="191"/>
                </a:lnTo>
                <a:lnTo>
                  <a:pt x="39" y="190"/>
                </a:lnTo>
                <a:lnTo>
                  <a:pt x="38" y="190"/>
                </a:lnTo>
                <a:lnTo>
                  <a:pt x="38" y="189"/>
                </a:lnTo>
                <a:lnTo>
                  <a:pt x="38" y="190"/>
                </a:lnTo>
                <a:lnTo>
                  <a:pt x="37" y="190"/>
                </a:lnTo>
                <a:lnTo>
                  <a:pt x="37" y="191"/>
                </a:lnTo>
                <a:lnTo>
                  <a:pt x="37" y="192"/>
                </a:lnTo>
                <a:lnTo>
                  <a:pt x="36" y="192"/>
                </a:lnTo>
                <a:lnTo>
                  <a:pt x="36" y="193"/>
                </a:lnTo>
                <a:lnTo>
                  <a:pt x="36" y="194"/>
                </a:lnTo>
                <a:lnTo>
                  <a:pt x="36" y="195"/>
                </a:lnTo>
                <a:lnTo>
                  <a:pt x="36" y="196"/>
                </a:lnTo>
                <a:lnTo>
                  <a:pt x="35" y="196"/>
                </a:lnTo>
                <a:lnTo>
                  <a:pt x="35" y="197"/>
                </a:lnTo>
                <a:lnTo>
                  <a:pt x="34" y="197"/>
                </a:lnTo>
                <a:lnTo>
                  <a:pt x="33" y="197"/>
                </a:lnTo>
                <a:lnTo>
                  <a:pt x="32" y="197"/>
                </a:lnTo>
                <a:lnTo>
                  <a:pt x="32" y="198"/>
                </a:lnTo>
                <a:lnTo>
                  <a:pt x="32" y="199"/>
                </a:lnTo>
                <a:lnTo>
                  <a:pt x="31" y="199"/>
                </a:lnTo>
                <a:lnTo>
                  <a:pt x="31" y="200"/>
                </a:lnTo>
                <a:lnTo>
                  <a:pt x="31" y="201"/>
                </a:lnTo>
                <a:lnTo>
                  <a:pt x="30" y="201"/>
                </a:lnTo>
                <a:lnTo>
                  <a:pt x="30" y="202"/>
                </a:lnTo>
                <a:lnTo>
                  <a:pt x="30" y="203"/>
                </a:lnTo>
                <a:lnTo>
                  <a:pt x="30" y="204"/>
                </a:lnTo>
                <a:lnTo>
                  <a:pt x="29" y="204"/>
                </a:lnTo>
                <a:lnTo>
                  <a:pt x="29" y="205"/>
                </a:lnTo>
                <a:lnTo>
                  <a:pt x="28" y="205"/>
                </a:lnTo>
                <a:lnTo>
                  <a:pt x="28" y="206"/>
                </a:lnTo>
                <a:lnTo>
                  <a:pt x="27" y="206"/>
                </a:lnTo>
                <a:lnTo>
                  <a:pt x="26" y="206"/>
                </a:lnTo>
                <a:lnTo>
                  <a:pt x="25" y="207"/>
                </a:lnTo>
                <a:lnTo>
                  <a:pt x="25" y="208"/>
                </a:lnTo>
                <a:lnTo>
                  <a:pt x="25" y="209"/>
                </a:lnTo>
                <a:lnTo>
                  <a:pt x="25" y="210"/>
                </a:lnTo>
                <a:lnTo>
                  <a:pt x="25" y="209"/>
                </a:lnTo>
                <a:lnTo>
                  <a:pt x="26" y="209"/>
                </a:lnTo>
                <a:lnTo>
                  <a:pt x="27" y="209"/>
                </a:lnTo>
                <a:lnTo>
                  <a:pt x="28" y="209"/>
                </a:lnTo>
                <a:lnTo>
                  <a:pt x="29" y="209"/>
                </a:lnTo>
                <a:lnTo>
                  <a:pt x="29" y="208"/>
                </a:lnTo>
                <a:lnTo>
                  <a:pt x="29" y="207"/>
                </a:lnTo>
                <a:lnTo>
                  <a:pt x="30" y="207"/>
                </a:lnTo>
                <a:lnTo>
                  <a:pt x="31" y="207"/>
                </a:lnTo>
                <a:lnTo>
                  <a:pt x="32" y="207"/>
                </a:lnTo>
                <a:lnTo>
                  <a:pt x="32" y="206"/>
                </a:lnTo>
                <a:lnTo>
                  <a:pt x="33" y="206"/>
                </a:lnTo>
                <a:lnTo>
                  <a:pt x="33" y="205"/>
                </a:lnTo>
                <a:lnTo>
                  <a:pt x="34" y="205"/>
                </a:lnTo>
                <a:lnTo>
                  <a:pt x="34" y="204"/>
                </a:lnTo>
                <a:lnTo>
                  <a:pt x="34" y="203"/>
                </a:lnTo>
                <a:lnTo>
                  <a:pt x="34" y="202"/>
                </a:lnTo>
                <a:lnTo>
                  <a:pt x="34" y="201"/>
                </a:lnTo>
                <a:lnTo>
                  <a:pt x="34" y="200"/>
                </a:lnTo>
                <a:lnTo>
                  <a:pt x="33" y="200"/>
                </a:lnTo>
                <a:lnTo>
                  <a:pt x="34" y="200"/>
                </a:lnTo>
                <a:lnTo>
                  <a:pt x="34" y="199"/>
                </a:lnTo>
                <a:lnTo>
                  <a:pt x="33" y="199"/>
                </a:lnTo>
                <a:lnTo>
                  <a:pt x="34" y="199"/>
                </a:lnTo>
                <a:lnTo>
                  <a:pt x="34" y="200"/>
                </a:lnTo>
                <a:lnTo>
                  <a:pt x="33" y="200"/>
                </a:lnTo>
                <a:lnTo>
                  <a:pt x="34" y="200"/>
                </a:lnTo>
                <a:lnTo>
                  <a:pt x="34" y="201"/>
                </a:lnTo>
                <a:lnTo>
                  <a:pt x="34" y="202"/>
                </a:lnTo>
                <a:lnTo>
                  <a:pt x="34" y="203"/>
                </a:lnTo>
                <a:lnTo>
                  <a:pt x="34" y="204"/>
                </a:lnTo>
                <a:lnTo>
                  <a:pt x="34" y="205"/>
                </a:lnTo>
                <a:lnTo>
                  <a:pt x="33" y="206"/>
                </a:lnTo>
                <a:lnTo>
                  <a:pt x="33" y="207"/>
                </a:lnTo>
                <a:lnTo>
                  <a:pt x="32" y="207"/>
                </a:lnTo>
                <a:lnTo>
                  <a:pt x="31" y="207"/>
                </a:lnTo>
                <a:lnTo>
                  <a:pt x="31" y="208"/>
                </a:lnTo>
                <a:lnTo>
                  <a:pt x="30" y="208"/>
                </a:lnTo>
                <a:lnTo>
                  <a:pt x="29" y="209"/>
                </a:lnTo>
                <a:lnTo>
                  <a:pt x="29" y="210"/>
                </a:lnTo>
                <a:lnTo>
                  <a:pt x="30" y="210"/>
                </a:lnTo>
                <a:lnTo>
                  <a:pt x="29" y="210"/>
                </a:lnTo>
                <a:lnTo>
                  <a:pt x="28" y="210"/>
                </a:lnTo>
                <a:lnTo>
                  <a:pt x="27" y="210"/>
                </a:lnTo>
                <a:lnTo>
                  <a:pt x="26" y="210"/>
                </a:lnTo>
                <a:lnTo>
                  <a:pt x="25" y="210"/>
                </a:lnTo>
                <a:lnTo>
                  <a:pt x="25" y="211"/>
                </a:lnTo>
                <a:lnTo>
                  <a:pt x="24" y="211"/>
                </a:lnTo>
                <a:lnTo>
                  <a:pt x="24" y="212"/>
                </a:lnTo>
                <a:lnTo>
                  <a:pt x="24" y="213"/>
                </a:lnTo>
                <a:lnTo>
                  <a:pt x="23" y="213"/>
                </a:lnTo>
                <a:lnTo>
                  <a:pt x="23" y="214"/>
                </a:lnTo>
                <a:lnTo>
                  <a:pt x="22" y="214"/>
                </a:lnTo>
                <a:lnTo>
                  <a:pt x="22" y="215"/>
                </a:lnTo>
                <a:lnTo>
                  <a:pt x="21" y="216"/>
                </a:lnTo>
                <a:lnTo>
                  <a:pt x="21" y="217"/>
                </a:lnTo>
                <a:lnTo>
                  <a:pt x="21" y="218"/>
                </a:lnTo>
                <a:lnTo>
                  <a:pt x="21" y="219"/>
                </a:lnTo>
                <a:lnTo>
                  <a:pt x="22" y="219"/>
                </a:lnTo>
                <a:lnTo>
                  <a:pt x="22" y="220"/>
                </a:lnTo>
                <a:lnTo>
                  <a:pt x="23" y="220"/>
                </a:lnTo>
                <a:lnTo>
                  <a:pt x="23" y="221"/>
                </a:lnTo>
                <a:lnTo>
                  <a:pt x="23" y="222"/>
                </a:lnTo>
                <a:lnTo>
                  <a:pt x="24" y="222"/>
                </a:lnTo>
                <a:lnTo>
                  <a:pt x="24" y="223"/>
                </a:lnTo>
                <a:lnTo>
                  <a:pt x="24" y="224"/>
                </a:lnTo>
                <a:lnTo>
                  <a:pt x="24" y="225"/>
                </a:lnTo>
                <a:lnTo>
                  <a:pt x="23" y="225"/>
                </a:lnTo>
                <a:lnTo>
                  <a:pt x="24" y="225"/>
                </a:lnTo>
                <a:lnTo>
                  <a:pt x="24" y="226"/>
                </a:lnTo>
                <a:lnTo>
                  <a:pt x="24" y="227"/>
                </a:lnTo>
                <a:lnTo>
                  <a:pt x="24" y="228"/>
                </a:lnTo>
                <a:lnTo>
                  <a:pt x="25" y="228"/>
                </a:lnTo>
                <a:lnTo>
                  <a:pt x="25" y="229"/>
                </a:lnTo>
                <a:lnTo>
                  <a:pt x="25" y="230"/>
                </a:lnTo>
                <a:lnTo>
                  <a:pt x="25" y="231"/>
                </a:lnTo>
                <a:lnTo>
                  <a:pt x="25" y="233"/>
                </a:lnTo>
                <a:lnTo>
                  <a:pt x="25" y="234"/>
                </a:lnTo>
                <a:lnTo>
                  <a:pt x="25" y="235"/>
                </a:lnTo>
                <a:lnTo>
                  <a:pt x="25" y="236"/>
                </a:lnTo>
                <a:lnTo>
                  <a:pt x="25" y="237"/>
                </a:lnTo>
                <a:lnTo>
                  <a:pt x="25" y="239"/>
                </a:lnTo>
                <a:lnTo>
                  <a:pt x="25" y="240"/>
                </a:lnTo>
                <a:lnTo>
                  <a:pt x="25" y="241"/>
                </a:lnTo>
                <a:lnTo>
                  <a:pt x="25" y="242"/>
                </a:lnTo>
                <a:lnTo>
                  <a:pt x="25" y="243"/>
                </a:lnTo>
                <a:lnTo>
                  <a:pt x="26" y="243"/>
                </a:lnTo>
                <a:lnTo>
                  <a:pt x="25" y="243"/>
                </a:lnTo>
                <a:lnTo>
                  <a:pt x="26" y="243"/>
                </a:lnTo>
                <a:lnTo>
                  <a:pt x="26" y="244"/>
                </a:lnTo>
                <a:lnTo>
                  <a:pt x="26" y="245"/>
                </a:lnTo>
                <a:lnTo>
                  <a:pt x="26" y="246"/>
                </a:lnTo>
                <a:lnTo>
                  <a:pt x="26" y="245"/>
                </a:lnTo>
                <a:lnTo>
                  <a:pt x="26" y="244"/>
                </a:lnTo>
                <a:lnTo>
                  <a:pt x="25" y="244"/>
                </a:lnTo>
                <a:lnTo>
                  <a:pt x="25" y="245"/>
                </a:lnTo>
                <a:lnTo>
                  <a:pt x="24" y="245"/>
                </a:lnTo>
                <a:lnTo>
                  <a:pt x="24" y="246"/>
                </a:lnTo>
                <a:lnTo>
                  <a:pt x="24" y="247"/>
                </a:lnTo>
                <a:lnTo>
                  <a:pt x="23" y="247"/>
                </a:lnTo>
                <a:lnTo>
                  <a:pt x="23" y="248"/>
                </a:lnTo>
                <a:lnTo>
                  <a:pt x="23" y="249"/>
                </a:lnTo>
                <a:lnTo>
                  <a:pt x="22" y="249"/>
                </a:lnTo>
                <a:lnTo>
                  <a:pt x="22" y="250"/>
                </a:lnTo>
                <a:lnTo>
                  <a:pt x="23" y="250"/>
                </a:lnTo>
                <a:lnTo>
                  <a:pt x="24" y="249"/>
                </a:lnTo>
                <a:lnTo>
                  <a:pt x="25" y="249"/>
                </a:lnTo>
                <a:lnTo>
                  <a:pt x="25" y="248"/>
                </a:lnTo>
                <a:lnTo>
                  <a:pt x="25" y="247"/>
                </a:lnTo>
                <a:lnTo>
                  <a:pt x="25" y="248"/>
                </a:lnTo>
                <a:lnTo>
                  <a:pt x="25" y="249"/>
                </a:lnTo>
                <a:lnTo>
                  <a:pt x="24" y="249"/>
                </a:lnTo>
                <a:lnTo>
                  <a:pt x="24" y="250"/>
                </a:lnTo>
                <a:lnTo>
                  <a:pt x="23" y="250"/>
                </a:lnTo>
                <a:lnTo>
                  <a:pt x="22" y="250"/>
                </a:lnTo>
                <a:lnTo>
                  <a:pt x="21" y="250"/>
                </a:lnTo>
                <a:lnTo>
                  <a:pt x="21" y="251"/>
                </a:lnTo>
                <a:lnTo>
                  <a:pt x="21" y="252"/>
                </a:lnTo>
                <a:lnTo>
                  <a:pt x="20" y="252"/>
                </a:lnTo>
                <a:lnTo>
                  <a:pt x="20" y="253"/>
                </a:lnTo>
                <a:lnTo>
                  <a:pt x="20" y="254"/>
                </a:lnTo>
                <a:lnTo>
                  <a:pt x="19" y="254"/>
                </a:lnTo>
                <a:lnTo>
                  <a:pt x="20" y="254"/>
                </a:lnTo>
                <a:lnTo>
                  <a:pt x="20" y="255"/>
                </a:lnTo>
                <a:lnTo>
                  <a:pt x="20" y="256"/>
                </a:lnTo>
                <a:lnTo>
                  <a:pt x="20" y="257"/>
                </a:lnTo>
                <a:lnTo>
                  <a:pt x="20" y="256"/>
                </a:lnTo>
                <a:lnTo>
                  <a:pt x="20" y="257"/>
                </a:lnTo>
                <a:lnTo>
                  <a:pt x="21" y="257"/>
                </a:lnTo>
                <a:lnTo>
                  <a:pt x="21" y="258"/>
                </a:lnTo>
                <a:lnTo>
                  <a:pt x="22" y="258"/>
                </a:lnTo>
                <a:lnTo>
                  <a:pt x="23" y="259"/>
                </a:lnTo>
                <a:lnTo>
                  <a:pt x="23" y="260"/>
                </a:lnTo>
                <a:lnTo>
                  <a:pt x="24" y="260"/>
                </a:lnTo>
                <a:lnTo>
                  <a:pt x="25" y="260"/>
                </a:lnTo>
                <a:lnTo>
                  <a:pt x="25" y="261"/>
                </a:lnTo>
                <a:lnTo>
                  <a:pt x="26" y="261"/>
                </a:lnTo>
                <a:lnTo>
                  <a:pt x="26" y="262"/>
                </a:lnTo>
                <a:lnTo>
                  <a:pt x="27" y="262"/>
                </a:lnTo>
                <a:lnTo>
                  <a:pt x="27" y="263"/>
                </a:lnTo>
                <a:lnTo>
                  <a:pt x="27" y="264"/>
                </a:lnTo>
                <a:lnTo>
                  <a:pt x="27" y="265"/>
                </a:lnTo>
                <a:lnTo>
                  <a:pt x="28" y="265"/>
                </a:lnTo>
                <a:lnTo>
                  <a:pt x="28" y="266"/>
                </a:lnTo>
                <a:lnTo>
                  <a:pt x="29" y="267"/>
                </a:lnTo>
                <a:lnTo>
                  <a:pt x="30" y="267"/>
                </a:lnTo>
                <a:lnTo>
                  <a:pt x="31" y="268"/>
                </a:lnTo>
                <a:lnTo>
                  <a:pt x="32" y="268"/>
                </a:lnTo>
                <a:lnTo>
                  <a:pt x="31" y="267"/>
                </a:lnTo>
                <a:lnTo>
                  <a:pt x="31" y="266"/>
                </a:lnTo>
                <a:lnTo>
                  <a:pt x="30" y="266"/>
                </a:lnTo>
                <a:lnTo>
                  <a:pt x="30" y="265"/>
                </a:lnTo>
                <a:lnTo>
                  <a:pt x="29" y="265"/>
                </a:lnTo>
                <a:lnTo>
                  <a:pt x="29" y="264"/>
                </a:lnTo>
                <a:lnTo>
                  <a:pt x="30" y="264"/>
                </a:lnTo>
                <a:lnTo>
                  <a:pt x="30" y="263"/>
                </a:lnTo>
                <a:lnTo>
                  <a:pt x="29" y="263"/>
                </a:lnTo>
                <a:lnTo>
                  <a:pt x="29" y="262"/>
                </a:lnTo>
                <a:lnTo>
                  <a:pt x="29" y="261"/>
                </a:lnTo>
                <a:lnTo>
                  <a:pt x="29" y="260"/>
                </a:lnTo>
                <a:lnTo>
                  <a:pt x="28" y="260"/>
                </a:lnTo>
                <a:lnTo>
                  <a:pt x="28" y="259"/>
                </a:lnTo>
                <a:lnTo>
                  <a:pt x="26" y="259"/>
                </a:lnTo>
                <a:lnTo>
                  <a:pt x="25" y="259"/>
                </a:lnTo>
                <a:lnTo>
                  <a:pt x="25" y="258"/>
                </a:lnTo>
                <a:lnTo>
                  <a:pt x="25" y="257"/>
                </a:lnTo>
                <a:lnTo>
                  <a:pt x="25" y="258"/>
                </a:lnTo>
                <a:lnTo>
                  <a:pt x="26" y="259"/>
                </a:lnTo>
                <a:lnTo>
                  <a:pt x="27" y="259"/>
                </a:lnTo>
                <a:lnTo>
                  <a:pt x="28" y="259"/>
                </a:lnTo>
                <a:lnTo>
                  <a:pt x="28" y="260"/>
                </a:lnTo>
                <a:lnTo>
                  <a:pt x="29" y="260"/>
                </a:lnTo>
                <a:lnTo>
                  <a:pt x="29" y="261"/>
                </a:lnTo>
                <a:lnTo>
                  <a:pt x="29" y="262"/>
                </a:lnTo>
                <a:lnTo>
                  <a:pt x="29" y="263"/>
                </a:lnTo>
                <a:lnTo>
                  <a:pt x="30" y="263"/>
                </a:lnTo>
                <a:lnTo>
                  <a:pt x="30" y="264"/>
                </a:lnTo>
                <a:lnTo>
                  <a:pt x="29" y="264"/>
                </a:lnTo>
                <a:lnTo>
                  <a:pt x="29" y="265"/>
                </a:lnTo>
                <a:lnTo>
                  <a:pt x="30" y="265"/>
                </a:lnTo>
                <a:lnTo>
                  <a:pt x="31" y="266"/>
                </a:lnTo>
                <a:lnTo>
                  <a:pt x="32" y="267"/>
                </a:lnTo>
                <a:lnTo>
                  <a:pt x="33" y="267"/>
                </a:lnTo>
                <a:lnTo>
                  <a:pt x="33" y="266"/>
                </a:lnTo>
                <a:lnTo>
                  <a:pt x="33" y="265"/>
                </a:lnTo>
                <a:lnTo>
                  <a:pt x="33" y="264"/>
                </a:lnTo>
                <a:lnTo>
                  <a:pt x="33" y="263"/>
                </a:lnTo>
                <a:lnTo>
                  <a:pt x="33" y="262"/>
                </a:lnTo>
                <a:lnTo>
                  <a:pt x="33" y="261"/>
                </a:lnTo>
                <a:lnTo>
                  <a:pt x="33" y="260"/>
                </a:lnTo>
                <a:lnTo>
                  <a:pt x="32" y="260"/>
                </a:lnTo>
                <a:lnTo>
                  <a:pt x="32" y="259"/>
                </a:lnTo>
                <a:lnTo>
                  <a:pt x="31" y="259"/>
                </a:lnTo>
                <a:lnTo>
                  <a:pt x="32" y="259"/>
                </a:lnTo>
                <a:lnTo>
                  <a:pt x="32" y="260"/>
                </a:lnTo>
                <a:lnTo>
                  <a:pt x="33" y="260"/>
                </a:lnTo>
                <a:lnTo>
                  <a:pt x="33" y="261"/>
                </a:lnTo>
                <a:lnTo>
                  <a:pt x="33" y="263"/>
                </a:lnTo>
                <a:lnTo>
                  <a:pt x="33" y="265"/>
                </a:lnTo>
                <a:lnTo>
                  <a:pt x="34" y="265"/>
                </a:lnTo>
                <a:lnTo>
                  <a:pt x="35" y="265"/>
                </a:lnTo>
                <a:lnTo>
                  <a:pt x="36" y="267"/>
                </a:lnTo>
                <a:lnTo>
                  <a:pt x="37" y="268"/>
                </a:lnTo>
                <a:lnTo>
                  <a:pt x="38" y="268"/>
                </a:lnTo>
                <a:lnTo>
                  <a:pt x="39" y="268"/>
                </a:lnTo>
                <a:lnTo>
                  <a:pt x="39" y="269"/>
                </a:lnTo>
                <a:lnTo>
                  <a:pt x="39" y="270"/>
                </a:lnTo>
                <a:lnTo>
                  <a:pt x="39" y="271"/>
                </a:lnTo>
                <a:lnTo>
                  <a:pt x="39" y="272"/>
                </a:lnTo>
                <a:lnTo>
                  <a:pt x="39" y="273"/>
                </a:lnTo>
                <a:lnTo>
                  <a:pt x="36" y="274"/>
                </a:lnTo>
                <a:lnTo>
                  <a:pt x="34" y="274"/>
                </a:lnTo>
                <a:lnTo>
                  <a:pt x="33" y="274"/>
                </a:lnTo>
                <a:lnTo>
                  <a:pt x="32" y="274"/>
                </a:lnTo>
                <a:lnTo>
                  <a:pt x="30" y="274"/>
                </a:lnTo>
                <a:lnTo>
                  <a:pt x="29" y="274"/>
                </a:lnTo>
                <a:lnTo>
                  <a:pt x="27" y="274"/>
                </a:lnTo>
                <a:lnTo>
                  <a:pt x="26" y="274"/>
                </a:lnTo>
                <a:lnTo>
                  <a:pt x="25" y="274"/>
                </a:lnTo>
                <a:lnTo>
                  <a:pt x="21" y="275"/>
                </a:lnTo>
                <a:lnTo>
                  <a:pt x="19" y="275"/>
                </a:lnTo>
                <a:lnTo>
                  <a:pt x="17" y="275"/>
                </a:lnTo>
                <a:lnTo>
                  <a:pt x="17" y="274"/>
                </a:lnTo>
                <a:lnTo>
                  <a:pt x="17" y="273"/>
                </a:lnTo>
                <a:lnTo>
                  <a:pt x="17" y="272"/>
                </a:lnTo>
                <a:lnTo>
                  <a:pt x="17" y="271"/>
                </a:lnTo>
                <a:lnTo>
                  <a:pt x="16" y="271"/>
                </a:lnTo>
                <a:lnTo>
                  <a:pt x="16" y="270"/>
                </a:lnTo>
                <a:lnTo>
                  <a:pt x="16" y="269"/>
                </a:lnTo>
                <a:lnTo>
                  <a:pt x="16" y="268"/>
                </a:lnTo>
                <a:lnTo>
                  <a:pt x="15" y="268"/>
                </a:lnTo>
                <a:lnTo>
                  <a:pt x="15" y="267"/>
                </a:lnTo>
                <a:lnTo>
                  <a:pt x="15" y="266"/>
                </a:lnTo>
                <a:lnTo>
                  <a:pt x="15" y="265"/>
                </a:lnTo>
                <a:lnTo>
                  <a:pt x="15" y="264"/>
                </a:lnTo>
                <a:lnTo>
                  <a:pt x="14" y="264"/>
                </a:lnTo>
                <a:lnTo>
                  <a:pt x="15" y="264"/>
                </a:lnTo>
                <a:lnTo>
                  <a:pt x="15" y="260"/>
                </a:lnTo>
                <a:lnTo>
                  <a:pt x="15" y="259"/>
                </a:lnTo>
                <a:lnTo>
                  <a:pt x="15" y="258"/>
                </a:lnTo>
                <a:lnTo>
                  <a:pt x="14" y="257"/>
                </a:lnTo>
                <a:lnTo>
                  <a:pt x="14" y="255"/>
                </a:lnTo>
                <a:lnTo>
                  <a:pt x="15" y="255"/>
                </a:lnTo>
                <a:lnTo>
                  <a:pt x="15" y="254"/>
                </a:lnTo>
                <a:lnTo>
                  <a:pt x="15" y="253"/>
                </a:lnTo>
                <a:lnTo>
                  <a:pt x="14" y="252"/>
                </a:lnTo>
                <a:lnTo>
                  <a:pt x="14" y="253"/>
                </a:lnTo>
                <a:lnTo>
                  <a:pt x="13" y="252"/>
                </a:lnTo>
                <a:lnTo>
                  <a:pt x="12" y="252"/>
                </a:lnTo>
                <a:lnTo>
                  <a:pt x="11" y="252"/>
                </a:lnTo>
                <a:lnTo>
                  <a:pt x="11" y="253"/>
                </a:lnTo>
                <a:lnTo>
                  <a:pt x="10" y="253"/>
                </a:lnTo>
                <a:lnTo>
                  <a:pt x="9" y="253"/>
                </a:lnTo>
                <a:lnTo>
                  <a:pt x="8" y="254"/>
                </a:lnTo>
                <a:lnTo>
                  <a:pt x="7" y="255"/>
                </a:lnTo>
                <a:lnTo>
                  <a:pt x="7" y="256"/>
                </a:lnTo>
                <a:lnTo>
                  <a:pt x="6" y="256"/>
                </a:lnTo>
                <a:lnTo>
                  <a:pt x="6" y="257"/>
                </a:lnTo>
                <a:lnTo>
                  <a:pt x="6" y="258"/>
                </a:lnTo>
                <a:lnTo>
                  <a:pt x="6" y="259"/>
                </a:lnTo>
                <a:lnTo>
                  <a:pt x="6" y="260"/>
                </a:lnTo>
                <a:lnTo>
                  <a:pt x="6" y="261"/>
                </a:lnTo>
                <a:lnTo>
                  <a:pt x="6" y="262"/>
                </a:lnTo>
                <a:lnTo>
                  <a:pt x="6" y="263"/>
                </a:lnTo>
                <a:lnTo>
                  <a:pt x="7" y="264"/>
                </a:lnTo>
                <a:lnTo>
                  <a:pt x="7" y="265"/>
                </a:lnTo>
                <a:lnTo>
                  <a:pt x="7" y="266"/>
                </a:lnTo>
                <a:lnTo>
                  <a:pt x="7" y="267"/>
                </a:lnTo>
                <a:lnTo>
                  <a:pt x="8" y="267"/>
                </a:lnTo>
                <a:lnTo>
                  <a:pt x="8" y="268"/>
                </a:lnTo>
                <a:lnTo>
                  <a:pt x="8" y="269"/>
                </a:lnTo>
                <a:lnTo>
                  <a:pt x="8" y="270"/>
                </a:lnTo>
                <a:lnTo>
                  <a:pt x="8" y="271"/>
                </a:lnTo>
                <a:lnTo>
                  <a:pt x="7" y="271"/>
                </a:lnTo>
                <a:lnTo>
                  <a:pt x="8" y="271"/>
                </a:lnTo>
                <a:lnTo>
                  <a:pt x="8" y="272"/>
                </a:lnTo>
                <a:lnTo>
                  <a:pt x="7" y="272"/>
                </a:lnTo>
                <a:lnTo>
                  <a:pt x="7" y="273"/>
                </a:lnTo>
                <a:lnTo>
                  <a:pt x="6" y="273"/>
                </a:lnTo>
                <a:lnTo>
                  <a:pt x="6" y="274"/>
                </a:lnTo>
                <a:lnTo>
                  <a:pt x="5" y="275"/>
                </a:lnTo>
                <a:lnTo>
                  <a:pt x="4" y="275"/>
                </a:lnTo>
                <a:lnTo>
                  <a:pt x="4" y="276"/>
                </a:lnTo>
                <a:lnTo>
                  <a:pt x="1" y="276"/>
                </a:lnTo>
                <a:lnTo>
                  <a:pt x="0" y="276"/>
                </a:lnTo>
                <a:lnTo>
                  <a:pt x="0" y="275"/>
                </a:lnTo>
                <a:lnTo>
                  <a:pt x="0" y="274"/>
                </a:lnTo>
                <a:lnTo>
                  <a:pt x="1" y="274"/>
                </a:lnTo>
                <a:lnTo>
                  <a:pt x="1" y="273"/>
                </a:lnTo>
                <a:lnTo>
                  <a:pt x="2" y="273"/>
                </a:lnTo>
                <a:lnTo>
                  <a:pt x="2" y="272"/>
                </a:lnTo>
                <a:lnTo>
                  <a:pt x="3" y="272"/>
                </a:lnTo>
                <a:lnTo>
                  <a:pt x="4" y="271"/>
                </a:lnTo>
                <a:lnTo>
                  <a:pt x="5" y="270"/>
                </a:lnTo>
                <a:lnTo>
                  <a:pt x="5" y="269"/>
                </a:lnTo>
                <a:lnTo>
                  <a:pt x="6" y="269"/>
                </a:lnTo>
                <a:lnTo>
                  <a:pt x="6" y="268"/>
                </a:lnTo>
                <a:lnTo>
                  <a:pt x="6" y="267"/>
                </a:lnTo>
                <a:lnTo>
                  <a:pt x="6" y="266"/>
                </a:lnTo>
                <a:lnTo>
                  <a:pt x="6" y="265"/>
                </a:lnTo>
                <a:lnTo>
                  <a:pt x="6" y="264"/>
                </a:lnTo>
                <a:lnTo>
                  <a:pt x="6" y="263"/>
                </a:lnTo>
                <a:lnTo>
                  <a:pt x="5" y="263"/>
                </a:lnTo>
                <a:lnTo>
                  <a:pt x="5" y="262"/>
                </a:lnTo>
                <a:lnTo>
                  <a:pt x="6" y="261"/>
                </a:lnTo>
                <a:lnTo>
                  <a:pt x="6" y="260"/>
                </a:lnTo>
                <a:lnTo>
                  <a:pt x="6" y="259"/>
                </a:lnTo>
                <a:lnTo>
                  <a:pt x="6" y="258"/>
                </a:lnTo>
                <a:lnTo>
                  <a:pt x="6" y="257"/>
                </a:lnTo>
                <a:lnTo>
                  <a:pt x="6" y="256"/>
                </a:lnTo>
                <a:lnTo>
                  <a:pt x="7" y="255"/>
                </a:lnTo>
                <a:lnTo>
                  <a:pt x="8" y="254"/>
                </a:lnTo>
                <a:lnTo>
                  <a:pt x="8" y="253"/>
                </a:lnTo>
                <a:lnTo>
                  <a:pt x="9" y="253"/>
                </a:lnTo>
                <a:lnTo>
                  <a:pt x="10" y="253"/>
                </a:lnTo>
                <a:lnTo>
                  <a:pt x="10" y="252"/>
                </a:lnTo>
                <a:lnTo>
                  <a:pt x="11" y="252"/>
                </a:lnTo>
                <a:lnTo>
                  <a:pt x="13" y="252"/>
                </a:lnTo>
                <a:lnTo>
                  <a:pt x="14" y="252"/>
                </a:lnTo>
                <a:lnTo>
                  <a:pt x="14" y="251"/>
                </a:lnTo>
                <a:lnTo>
                  <a:pt x="15" y="251"/>
                </a:lnTo>
                <a:lnTo>
                  <a:pt x="14" y="251"/>
                </a:lnTo>
                <a:lnTo>
                  <a:pt x="14" y="250"/>
                </a:lnTo>
                <a:lnTo>
                  <a:pt x="15" y="250"/>
                </a:lnTo>
                <a:lnTo>
                  <a:pt x="15" y="249"/>
                </a:lnTo>
                <a:lnTo>
                  <a:pt x="16" y="249"/>
                </a:lnTo>
                <a:lnTo>
                  <a:pt x="15" y="249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4" y="246"/>
                </a:lnTo>
                <a:lnTo>
                  <a:pt x="13" y="246"/>
                </a:lnTo>
                <a:lnTo>
                  <a:pt x="14" y="246"/>
                </a:lnTo>
                <a:lnTo>
                  <a:pt x="14" y="245"/>
                </a:lnTo>
                <a:moveTo>
                  <a:pt x="29" y="269"/>
                </a:moveTo>
                <a:lnTo>
                  <a:pt x="28" y="268"/>
                </a:lnTo>
                <a:lnTo>
                  <a:pt x="27" y="266"/>
                </a:lnTo>
                <a:lnTo>
                  <a:pt x="26" y="266"/>
                </a:lnTo>
                <a:lnTo>
                  <a:pt x="26" y="267"/>
                </a:lnTo>
                <a:lnTo>
                  <a:pt x="28" y="269"/>
                </a:lnTo>
                <a:lnTo>
                  <a:pt x="29" y="269"/>
                </a:lnTo>
                <a:moveTo>
                  <a:pt x="18" y="255"/>
                </a:moveTo>
                <a:lnTo>
                  <a:pt x="19" y="253"/>
                </a:lnTo>
                <a:lnTo>
                  <a:pt x="19" y="252"/>
                </a:lnTo>
                <a:lnTo>
                  <a:pt x="18" y="252"/>
                </a:lnTo>
                <a:lnTo>
                  <a:pt x="17" y="253"/>
                </a:lnTo>
                <a:lnTo>
                  <a:pt x="17" y="254"/>
                </a:lnTo>
                <a:lnTo>
                  <a:pt x="17" y="255"/>
                </a:lnTo>
                <a:lnTo>
                  <a:pt x="18" y="255"/>
                </a:lnTo>
                <a:moveTo>
                  <a:pt x="21" y="248"/>
                </a:moveTo>
                <a:lnTo>
                  <a:pt x="20" y="248"/>
                </a:lnTo>
                <a:lnTo>
                  <a:pt x="20" y="249"/>
                </a:lnTo>
                <a:lnTo>
                  <a:pt x="21" y="249"/>
                </a:lnTo>
                <a:lnTo>
                  <a:pt x="21" y="248"/>
                </a:lnTo>
                <a:moveTo>
                  <a:pt x="21" y="223"/>
                </a:moveTo>
                <a:lnTo>
                  <a:pt x="21" y="222"/>
                </a:lnTo>
                <a:lnTo>
                  <a:pt x="20" y="222"/>
                </a:lnTo>
                <a:lnTo>
                  <a:pt x="20" y="221"/>
                </a:lnTo>
                <a:lnTo>
                  <a:pt x="20" y="220"/>
                </a:lnTo>
                <a:lnTo>
                  <a:pt x="20" y="219"/>
                </a:lnTo>
                <a:lnTo>
                  <a:pt x="20" y="220"/>
                </a:lnTo>
                <a:lnTo>
                  <a:pt x="19" y="220"/>
                </a:lnTo>
                <a:lnTo>
                  <a:pt x="19" y="221"/>
                </a:lnTo>
                <a:lnTo>
                  <a:pt x="19" y="222"/>
                </a:lnTo>
                <a:lnTo>
                  <a:pt x="18" y="222"/>
                </a:lnTo>
                <a:lnTo>
                  <a:pt x="18" y="223"/>
                </a:lnTo>
                <a:lnTo>
                  <a:pt x="18" y="224"/>
                </a:lnTo>
                <a:lnTo>
                  <a:pt x="18" y="225"/>
                </a:lnTo>
                <a:lnTo>
                  <a:pt x="18" y="226"/>
                </a:lnTo>
                <a:lnTo>
                  <a:pt x="19" y="226"/>
                </a:lnTo>
                <a:lnTo>
                  <a:pt x="20" y="226"/>
                </a:lnTo>
                <a:lnTo>
                  <a:pt x="20" y="227"/>
                </a:lnTo>
                <a:lnTo>
                  <a:pt x="21" y="227"/>
                </a:lnTo>
                <a:lnTo>
                  <a:pt x="22" y="227"/>
                </a:lnTo>
                <a:lnTo>
                  <a:pt x="23" y="227"/>
                </a:lnTo>
                <a:lnTo>
                  <a:pt x="23" y="226"/>
                </a:lnTo>
                <a:lnTo>
                  <a:pt x="22" y="226"/>
                </a:lnTo>
                <a:lnTo>
                  <a:pt x="22" y="225"/>
                </a:lnTo>
                <a:lnTo>
                  <a:pt x="22" y="224"/>
                </a:lnTo>
                <a:lnTo>
                  <a:pt x="21" y="224"/>
                </a:lnTo>
                <a:lnTo>
                  <a:pt x="21" y="223"/>
                </a:lnTo>
                <a:moveTo>
                  <a:pt x="23" y="222"/>
                </a:moveTo>
                <a:lnTo>
                  <a:pt x="23" y="221"/>
                </a:lnTo>
                <a:lnTo>
                  <a:pt x="23" y="220"/>
                </a:lnTo>
                <a:lnTo>
                  <a:pt x="22" y="220"/>
                </a:lnTo>
                <a:lnTo>
                  <a:pt x="22" y="221"/>
                </a:lnTo>
                <a:lnTo>
                  <a:pt x="22" y="222"/>
                </a:lnTo>
                <a:lnTo>
                  <a:pt x="23" y="222"/>
                </a:lnTo>
                <a:moveTo>
                  <a:pt x="30" y="202"/>
                </a:moveTo>
                <a:lnTo>
                  <a:pt x="29" y="202"/>
                </a:lnTo>
                <a:lnTo>
                  <a:pt x="29" y="203"/>
                </a:lnTo>
                <a:lnTo>
                  <a:pt x="30" y="202"/>
                </a:lnTo>
                <a:moveTo>
                  <a:pt x="31" y="201"/>
                </a:moveTo>
                <a:lnTo>
                  <a:pt x="31" y="200"/>
                </a:lnTo>
                <a:lnTo>
                  <a:pt x="31" y="201"/>
                </a:lnTo>
                <a:lnTo>
                  <a:pt x="30" y="201"/>
                </a:lnTo>
                <a:lnTo>
                  <a:pt x="30" y="202"/>
                </a:lnTo>
                <a:lnTo>
                  <a:pt x="30" y="201"/>
                </a:lnTo>
                <a:lnTo>
                  <a:pt x="31" y="201"/>
                </a:lnTo>
                <a:moveTo>
                  <a:pt x="31" y="197"/>
                </a:moveTo>
                <a:lnTo>
                  <a:pt x="31" y="198"/>
                </a:lnTo>
                <a:lnTo>
                  <a:pt x="31" y="197"/>
                </a:lnTo>
                <a:lnTo>
                  <a:pt x="32" y="197"/>
                </a:lnTo>
                <a:lnTo>
                  <a:pt x="31" y="197"/>
                </a:lnTo>
                <a:moveTo>
                  <a:pt x="43" y="185"/>
                </a:moveTo>
                <a:lnTo>
                  <a:pt x="43" y="184"/>
                </a:lnTo>
                <a:lnTo>
                  <a:pt x="44" y="184"/>
                </a:lnTo>
                <a:lnTo>
                  <a:pt x="45" y="183"/>
                </a:lnTo>
                <a:lnTo>
                  <a:pt x="46" y="183"/>
                </a:lnTo>
                <a:lnTo>
                  <a:pt x="46" y="182"/>
                </a:lnTo>
                <a:lnTo>
                  <a:pt x="47" y="182"/>
                </a:lnTo>
                <a:lnTo>
                  <a:pt x="47" y="181"/>
                </a:lnTo>
                <a:lnTo>
                  <a:pt x="47" y="180"/>
                </a:lnTo>
                <a:lnTo>
                  <a:pt x="47" y="179"/>
                </a:lnTo>
                <a:lnTo>
                  <a:pt x="47" y="178"/>
                </a:lnTo>
                <a:lnTo>
                  <a:pt x="46" y="178"/>
                </a:lnTo>
                <a:lnTo>
                  <a:pt x="45" y="178"/>
                </a:lnTo>
                <a:lnTo>
                  <a:pt x="45" y="179"/>
                </a:lnTo>
                <a:lnTo>
                  <a:pt x="44" y="179"/>
                </a:lnTo>
                <a:lnTo>
                  <a:pt x="43" y="180"/>
                </a:lnTo>
                <a:lnTo>
                  <a:pt x="43" y="181"/>
                </a:lnTo>
                <a:lnTo>
                  <a:pt x="42" y="181"/>
                </a:lnTo>
                <a:lnTo>
                  <a:pt x="42" y="182"/>
                </a:lnTo>
                <a:lnTo>
                  <a:pt x="43" y="182"/>
                </a:lnTo>
                <a:lnTo>
                  <a:pt x="43" y="183"/>
                </a:lnTo>
                <a:lnTo>
                  <a:pt x="43" y="184"/>
                </a:lnTo>
                <a:lnTo>
                  <a:pt x="43" y="185"/>
                </a:lnTo>
                <a:moveTo>
                  <a:pt x="45" y="178"/>
                </a:moveTo>
                <a:lnTo>
                  <a:pt x="45" y="177"/>
                </a:lnTo>
                <a:lnTo>
                  <a:pt x="44" y="177"/>
                </a:lnTo>
                <a:lnTo>
                  <a:pt x="44" y="178"/>
                </a:lnTo>
                <a:lnTo>
                  <a:pt x="44" y="179"/>
                </a:lnTo>
                <a:lnTo>
                  <a:pt x="43" y="179"/>
                </a:lnTo>
                <a:lnTo>
                  <a:pt x="44" y="179"/>
                </a:lnTo>
                <a:lnTo>
                  <a:pt x="44" y="178"/>
                </a:lnTo>
                <a:lnTo>
                  <a:pt x="45" y="178"/>
                </a:lnTo>
                <a:moveTo>
                  <a:pt x="46" y="178"/>
                </a:moveTo>
                <a:lnTo>
                  <a:pt x="47" y="178"/>
                </a:lnTo>
                <a:lnTo>
                  <a:pt x="47" y="177"/>
                </a:lnTo>
                <a:lnTo>
                  <a:pt x="47" y="175"/>
                </a:lnTo>
                <a:lnTo>
                  <a:pt x="46" y="175"/>
                </a:lnTo>
                <a:lnTo>
                  <a:pt x="46" y="176"/>
                </a:lnTo>
                <a:lnTo>
                  <a:pt x="45" y="177"/>
                </a:lnTo>
                <a:lnTo>
                  <a:pt x="45" y="178"/>
                </a:lnTo>
                <a:lnTo>
                  <a:pt x="46" y="178"/>
                </a:lnTo>
                <a:moveTo>
                  <a:pt x="60" y="163"/>
                </a:moveTo>
                <a:lnTo>
                  <a:pt x="60" y="164"/>
                </a:lnTo>
                <a:lnTo>
                  <a:pt x="59" y="164"/>
                </a:lnTo>
                <a:lnTo>
                  <a:pt x="58" y="165"/>
                </a:lnTo>
                <a:lnTo>
                  <a:pt x="59" y="165"/>
                </a:lnTo>
                <a:lnTo>
                  <a:pt x="59" y="164"/>
                </a:lnTo>
                <a:lnTo>
                  <a:pt x="60" y="164"/>
                </a:lnTo>
                <a:lnTo>
                  <a:pt x="60" y="163"/>
                </a:lnTo>
                <a:moveTo>
                  <a:pt x="65" y="160"/>
                </a:moveTo>
                <a:lnTo>
                  <a:pt x="66" y="160"/>
                </a:lnTo>
                <a:lnTo>
                  <a:pt x="66" y="159"/>
                </a:lnTo>
                <a:lnTo>
                  <a:pt x="66" y="158"/>
                </a:lnTo>
                <a:lnTo>
                  <a:pt x="65" y="158"/>
                </a:lnTo>
                <a:lnTo>
                  <a:pt x="65" y="159"/>
                </a:lnTo>
                <a:lnTo>
                  <a:pt x="65" y="160"/>
                </a:lnTo>
                <a:lnTo>
                  <a:pt x="64" y="160"/>
                </a:lnTo>
                <a:lnTo>
                  <a:pt x="65" y="160"/>
                </a:lnTo>
                <a:moveTo>
                  <a:pt x="81" y="131"/>
                </a:moveTo>
                <a:lnTo>
                  <a:pt x="80" y="132"/>
                </a:lnTo>
                <a:lnTo>
                  <a:pt x="80" y="133"/>
                </a:lnTo>
                <a:lnTo>
                  <a:pt x="81" y="133"/>
                </a:lnTo>
                <a:lnTo>
                  <a:pt x="81" y="132"/>
                </a:lnTo>
                <a:lnTo>
                  <a:pt x="81" y="13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" name=""/>
          <p:cNvSpPr/>
          <p:nvPr/>
        </p:nvSpPr>
        <p:spPr>
          <a:xfrm>
            <a:off x="5424480" y="1067400"/>
            <a:ext cx="9360" cy="29880"/>
          </a:xfrm>
          <a:custGeom>
            <a:avLst/>
            <a:gdLst/>
            <a:ahLst/>
            <a:rect l="0" t="0" r="r" b="b"/>
            <a:pathLst>
              <a:path w="26" h="83">
                <a:moveTo>
                  <a:pt x="23" y="2"/>
                </a:moveTo>
                <a:lnTo>
                  <a:pt x="24" y="2"/>
                </a:lnTo>
                <a:lnTo>
                  <a:pt x="24" y="3"/>
                </a:lnTo>
                <a:lnTo>
                  <a:pt x="25" y="3"/>
                </a:lnTo>
                <a:lnTo>
                  <a:pt x="26" y="4"/>
                </a:lnTo>
                <a:lnTo>
                  <a:pt x="26" y="5"/>
                </a:lnTo>
                <a:lnTo>
                  <a:pt x="25" y="4"/>
                </a:lnTo>
                <a:lnTo>
                  <a:pt x="24" y="4"/>
                </a:lnTo>
                <a:lnTo>
                  <a:pt x="23" y="3"/>
                </a:lnTo>
                <a:lnTo>
                  <a:pt x="22" y="3"/>
                </a:lnTo>
                <a:lnTo>
                  <a:pt x="20" y="2"/>
                </a:lnTo>
                <a:lnTo>
                  <a:pt x="18" y="2"/>
                </a:lnTo>
                <a:lnTo>
                  <a:pt x="17" y="2"/>
                </a:lnTo>
                <a:lnTo>
                  <a:pt x="15" y="4"/>
                </a:lnTo>
                <a:lnTo>
                  <a:pt x="17" y="4"/>
                </a:lnTo>
                <a:lnTo>
                  <a:pt x="17" y="5"/>
                </a:lnTo>
                <a:lnTo>
                  <a:pt x="17" y="4"/>
                </a:lnTo>
                <a:lnTo>
                  <a:pt x="18" y="4"/>
                </a:lnTo>
                <a:lnTo>
                  <a:pt x="18" y="5"/>
                </a:lnTo>
                <a:lnTo>
                  <a:pt x="19" y="5"/>
                </a:lnTo>
                <a:lnTo>
                  <a:pt x="21" y="5"/>
                </a:lnTo>
                <a:lnTo>
                  <a:pt x="22" y="5"/>
                </a:lnTo>
                <a:lnTo>
                  <a:pt x="23" y="6"/>
                </a:lnTo>
                <a:lnTo>
                  <a:pt x="24" y="6"/>
                </a:lnTo>
                <a:lnTo>
                  <a:pt x="24" y="7"/>
                </a:lnTo>
                <a:lnTo>
                  <a:pt x="24" y="8"/>
                </a:lnTo>
                <a:lnTo>
                  <a:pt x="23" y="9"/>
                </a:lnTo>
                <a:lnTo>
                  <a:pt x="23" y="10"/>
                </a:lnTo>
                <a:lnTo>
                  <a:pt x="21" y="13"/>
                </a:lnTo>
                <a:lnTo>
                  <a:pt x="21" y="14"/>
                </a:lnTo>
                <a:lnTo>
                  <a:pt x="20" y="15"/>
                </a:lnTo>
                <a:lnTo>
                  <a:pt x="19" y="15"/>
                </a:lnTo>
                <a:lnTo>
                  <a:pt x="18" y="16"/>
                </a:lnTo>
                <a:lnTo>
                  <a:pt x="19" y="16"/>
                </a:lnTo>
                <a:lnTo>
                  <a:pt x="20" y="16"/>
                </a:lnTo>
                <a:lnTo>
                  <a:pt x="20" y="17"/>
                </a:lnTo>
                <a:lnTo>
                  <a:pt x="21" y="18"/>
                </a:lnTo>
                <a:lnTo>
                  <a:pt x="20" y="19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5" y="20"/>
                </a:lnTo>
                <a:lnTo>
                  <a:pt x="15" y="21"/>
                </a:lnTo>
                <a:lnTo>
                  <a:pt x="15" y="22"/>
                </a:lnTo>
                <a:lnTo>
                  <a:pt x="14" y="23"/>
                </a:lnTo>
                <a:lnTo>
                  <a:pt x="12" y="23"/>
                </a:lnTo>
                <a:lnTo>
                  <a:pt x="11" y="23"/>
                </a:lnTo>
                <a:lnTo>
                  <a:pt x="11" y="22"/>
                </a:lnTo>
                <a:lnTo>
                  <a:pt x="10" y="22"/>
                </a:lnTo>
                <a:lnTo>
                  <a:pt x="9" y="21"/>
                </a:lnTo>
                <a:lnTo>
                  <a:pt x="8" y="21"/>
                </a:lnTo>
                <a:lnTo>
                  <a:pt x="7" y="21"/>
                </a:lnTo>
                <a:lnTo>
                  <a:pt x="7" y="22"/>
                </a:lnTo>
                <a:lnTo>
                  <a:pt x="7" y="23"/>
                </a:lnTo>
                <a:lnTo>
                  <a:pt x="8" y="24"/>
                </a:lnTo>
                <a:lnTo>
                  <a:pt x="8" y="25"/>
                </a:lnTo>
                <a:lnTo>
                  <a:pt x="9" y="25"/>
                </a:lnTo>
                <a:lnTo>
                  <a:pt x="9" y="26"/>
                </a:lnTo>
                <a:lnTo>
                  <a:pt x="8" y="27"/>
                </a:lnTo>
                <a:lnTo>
                  <a:pt x="7" y="30"/>
                </a:lnTo>
                <a:lnTo>
                  <a:pt x="6" y="31"/>
                </a:lnTo>
                <a:lnTo>
                  <a:pt x="6" y="32"/>
                </a:lnTo>
                <a:lnTo>
                  <a:pt x="7" y="32"/>
                </a:lnTo>
                <a:lnTo>
                  <a:pt x="7" y="33"/>
                </a:lnTo>
                <a:lnTo>
                  <a:pt x="6" y="34"/>
                </a:lnTo>
                <a:lnTo>
                  <a:pt x="5" y="34"/>
                </a:lnTo>
                <a:lnTo>
                  <a:pt x="4" y="34"/>
                </a:lnTo>
                <a:lnTo>
                  <a:pt x="3" y="34"/>
                </a:lnTo>
                <a:lnTo>
                  <a:pt x="3" y="35"/>
                </a:lnTo>
                <a:lnTo>
                  <a:pt x="4" y="37"/>
                </a:lnTo>
                <a:lnTo>
                  <a:pt x="4" y="38"/>
                </a:lnTo>
                <a:lnTo>
                  <a:pt x="5" y="39"/>
                </a:lnTo>
                <a:lnTo>
                  <a:pt x="6" y="40"/>
                </a:lnTo>
                <a:lnTo>
                  <a:pt x="7" y="40"/>
                </a:lnTo>
                <a:lnTo>
                  <a:pt x="8" y="42"/>
                </a:lnTo>
                <a:lnTo>
                  <a:pt x="9" y="43"/>
                </a:lnTo>
                <a:lnTo>
                  <a:pt x="9" y="44"/>
                </a:lnTo>
                <a:lnTo>
                  <a:pt x="9" y="45"/>
                </a:lnTo>
                <a:lnTo>
                  <a:pt x="9" y="46"/>
                </a:lnTo>
                <a:lnTo>
                  <a:pt x="9" y="47"/>
                </a:lnTo>
                <a:lnTo>
                  <a:pt x="8" y="47"/>
                </a:lnTo>
                <a:lnTo>
                  <a:pt x="7" y="48"/>
                </a:lnTo>
                <a:lnTo>
                  <a:pt x="7" y="49"/>
                </a:lnTo>
                <a:lnTo>
                  <a:pt x="7" y="50"/>
                </a:lnTo>
                <a:lnTo>
                  <a:pt x="7" y="51"/>
                </a:lnTo>
                <a:lnTo>
                  <a:pt x="7" y="52"/>
                </a:lnTo>
                <a:lnTo>
                  <a:pt x="7" y="53"/>
                </a:lnTo>
                <a:lnTo>
                  <a:pt x="7" y="54"/>
                </a:lnTo>
                <a:lnTo>
                  <a:pt x="7" y="55"/>
                </a:lnTo>
                <a:lnTo>
                  <a:pt x="7" y="56"/>
                </a:lnTo>
                <a:lnTo>
                  <a:pt x="6" y="57"/>
                </a:lnTo>
                <a:lnTo>
                  <a:pt x="6" y="58"/>
                </a:lnTo>
                <a:lnTo>
                  <a:pt x="6" y="59"/>
                </a:lnTo>
                <a:lnTo>
                  <a:pt x="7" y="59"/>
                </a:lnTo>
                <a:lnTo>
                  <a:pt x="7" y="60"/>
                </a:lnTo>
                <a:lnTo>
                  <a:pt x="7" y="61"/>
                </a:lnTo>
                <a:lnTo>
                  <a:pt x="6" y="62"/>
                </a:lnTo>
                <a:lnTo>
                  <a:pt x="5" y="63"/>
                </a:lnTo>
                <a:lnTo>
                  <a:pt x="4" y="64"/>
                </a:lnTo>
                <a:lnTo>
                  <a:pt x="4" y="66"/>
                </a:lnTo>
                <a:lnTo>
                  <a:pt x="4" y="67"/>
                </a:lnTo>
                <a:lnTo>
                  <a:pt x="4" y="68"/>
                </a:lnTo>
                <a:lnTo>
                  <a:pt x="4" y="69"/>
                </a:lnTo>
                <a:lnTo>
                  <a:pt x="3" y="70"/>
                </a:lnTo>
                <a:lnTo>
                  <a:pt x="3" y="71"/>
                </a:lnTo>
                <a:lnTo>
                  <a:pt x="2" y="71"/>
                </a:lnTo>
                <a:lnTo>
                  <a:pt x="2" y="72"/>
                </a:lnTo>
                <a:lnTo>
                  <a:pt x="3" y="72"/>
                </a:lnTo>
                <a:lnTo>
                  <a:pt x="4" y="72"/>
                </a:lnTo>
                <a:lnTo>
                  <a:pt x="5" y="72"/>
                </a:lnTo>
                <a:lnTo>
                  <a:pt x="5" y="73"/>
                </a:lnTo>
                <a:lnTo>
                  <a:pt x="4" y="74"/>
                </a:lnTo>
                <a:lnTo>
                  <a:pt x="4" y="75"/>
                </a:lnTo>
                <a:lnTo>
                  <a:pt x="4" y="76"/>
                </a:lnTo>
                <a:lnTo>
                  <a:pt x="4" y="77"/>
                </a:lnTo>
                <a:lnTo>
                  <a:pt x="4" y="78"/>
                </a:lnTo>
                <a:lnTo>
                  <a:pt x="4" y="79"/>
                </a:lnTo>
                <a:lnTo>
                  <a:pt x="4" y="80"/>
                </a:lnTo>
                <a:lnTo>
                  <a:pt x="5" y="80"/>
                </a:lnTo>
                <a:lnTo>
                  <a:pt x="5" y="79"/>
                </a:lnTo>
                <a:lnTo>
                  <a:pt x="6" y="78"/>
                </a:lnTo>
                <a:lnTo>
                  <a:pt x="7" y="79"/>
                </a:lnTo>
                <a:lnTo>
                  <a:pt x="6" y="80"/>
                </a:lnTo>
                <a:lnTo>
                  <a:pt x="5" y="81"/>
                </a:lnTo>
                <a:lnTo>
                  <a:pt x="5" y="82"/>
                </a:lnTo>
                <a:lnTo>
                  <a:pt x="6" y="82"/>
                </a:lnTo>
                <a:lnTo>
                  <a:pt x="5" y="83"/>
                </a:lnTo>
                <a:lnTo>
                  <a:pt x="4" y="83"/>
                </a:lnTo>
                <a:lnTo>
                  <a:pt x="2" y="81"/>
                </a:lnTo>
                <a:lnTo>
                  <a:pt x="1" y="79"/>
                </a:lnTo>
                <a:lnTo>
                  <a:pt x="1" y="76"/>
                </a:lnTo>
                <a:lnTo>
                  <a:pt x="1" y="75"/>
                </a:lnTo>
                <a:lnTo>
                  <a:pt x="1" y="74"/>
                </a:lnTo>
                <a:lnTo>
                  <a:pt x="0" y="73"/>
                </a:lnTo>
                <a:lnTo>
                  <a:pt x="1" y="72"/>
                </a:lnTo>
                <a:lnTo>
                  <a:pt x="2" y="70"/>
                </a:lnTo>
                <a:lnTo>
                  <a:pt x="2" y="69"/>
                </a:lnTo>
                <a:lnTo>
                  <a:pt x="2" y="68"/>
                </a:lnTo>
                <a:lnTo>
                  <a:pt x="2" y="67"/>
                </a:lnTo>
                <a:lnTo>
                  <a:pt x="3" y="66"/>
                </a:lnTo>
                <a:lnTo>
                  <a:pt x="3" y="64"/>
                </a:lnTo>
                <a:lnTo>
                  <a:pt x="3" y="63"/>
                </a:lnTo>
                <a:lnTo>
                  <a:pt x="4" y="62"/>
                </a:lnTo>
                <a:lnTo>
                  <a:pt x="4" y="61"/>
                </a:lnTo>
                <a:lnTo>
                  <a:pt x="5" y="61"/>
                </a:lnTo>
                <a:lnTo>
                  <a:pt x="5" y="60"/>
                </a:lnTo>
                <a:lnTo>
                  <a:pt x="4" y="60"/>
                </a:lnTo>
                <a:lnTo>
                  <a:pt x="4" y="59"/>
                </a:lnTo>
                <a:lnTo>
                  <a:pt x="3" y="59"/>
                </a:lnTo>
                <a:lnTo>
                  <a:pt x="3" y="56"/>
                </a:lnTo>
                <a:lnTo>
                  <a:pt x="4" y="56"/>
                </a:lnTo>
                <a:lnTo>
                  <a:pt x="4" y="55"/>
                </a:lnTo>
                <a:lnTo>
                  <a:pt x="3" y="54"/>
                </a:lnTo>
                <a:lnTo>
                  <a:pt x="3" y="53"/>
                </a:lnTo>
                <a:lnTo>
                  <a:pt x="3" y="52"/>
                </a:lnTo>
                <a:lnTo>
                  <a:pt x="3" y="51"/>
                </a:lnTo>
                <a:lnTo>
                  <a:pt x="4" y="51"/>
                </a:lnTo>
                <a:lnTo>
                  <a:pt x="4" y="50"/>
                </a:lnTo>
                <a:lnTo>
                  <a:pt x="4" y="49"/>
                </a:lnTo>
                <a:lnTo>
                  <a:pt x="4" y="48"/>
                </a:lnTo>
                <a:lnTo>
                  <a:pt x="5" y="47"/>
                </a:lnTo>
                <a:lnTo>
                  <a:pt x="6" y="46"/>
                </a:lnTo>
                <a:lnTo>
                  <a:pt x="7" y="46"/>
                </a:lnTo>
                <a:lnTo>
                  <a:pt x="7" y="45"/>
                </a:lnTo>
                <a:lnTo>
                  <a:pt x="7" y="44"/>
                </a:lnTo>
                <a:lnTo>
                  <a:pt x="6" y="42"/>
                </a:lnTo>
                <a:lnTo>
                  <a:pt x="5" y="41"/>
                </a:lnTo>
                <a:lnTo>
                  <a:pt x="4" y="40"/>
                </a:lnTo>
                <a:lnTo>
                  <a:pt x="3" y="39"/>
                </a:lnTo>
                <a:lnTo>
                  <a:pt x="3" y="38"/>
                </a:lnTo>
                <a:lnTo>
                  <a:pt x="3" y="37"/>
                </a:lnTo>
                <a:lnTo>
                  <a:pt x="2" y="37"/>
                </a:lnTo>
                <a:lnTo>
                  <a:pt x="2" y="36"/>
                </a:lnTo>
                <a:lnTo>
                  <a:pt x="2" y="34"/>
                </a:lnTo>
                <a:lnTo>
                  <a:pt x="2" y="33"/>
                </a:lnTo>
                <a:lnTo>
                  <a:pt x="3" y="32"/>
                </a:lnTo>
                <a:lnTo>
                  <a:pt x="4" y="32"/>
                </a:lnTo>
                <a:lnTo>
                  <a:pt x="4" y="31"/>
                </a:lnTo>
                <a:lnTo>
                  <a:pt x="5" y="32"/>
                </a:lnTo>
                <a:lnTo>
                  <a:pt x="5" y="30"/>
                </a:lnTo>
                <a:lnTo>
                  <a:pt x="5" y="29"/>
                </a:lnTo>
                <a:lnTo>
                  <a:pt x="6" y="27"/>
                </a:lnTo>
                <a:lnTo>
                  <a:pt x="7" y="27"/>
                </a:lnTo>
                <a:lnTo>
                  <a:pt x="7" y="26"/>
                </a:lnTo>
                <a:lnTo>
                  <a:pt x="7" y="24"/>
                </a:lnTo>
                <a:lnTo>
                  <a:pt x="6" y="24"/>
                </a:lnTo>
                <a:lnTo>
                  <a:pt x="6" y="23"/>
                </a:lnTo>
                <a:lnTo>
                  <a:pt x="6" y="21"/>
                </a:lnTo>
                <a:lnTo>
                  <a:pt x="6" y="20"/>
                </a:lnTo>
                <a:lnTo>
                  <a:pt x="7" y="19"/>
                </a:lnTo>
                <a:lnTo>
                  <a:pt x="8" y="19"/>
                </a:lnTo>
                <a:lnTo>
                  <a:pt x="9" y="19"/>
                </a:lnTo>
                <a:lnTo>
                  <a:pt x="11" y="21"/>
                </a:lnTo>
                <a:lnTo>
                  <a:pt x="12" y="22"/>
                </a:lnTo>
                <a:lnTo>
                  <a:pt x="13" y="22"/>
                </a:lnTo>
                <a:lnTo>
                  <a:pt x="14" y="21"/>
                </a:lnTo>
                <a:lnTo>
                  <a:pt x="14" y="20"/>
                </a:lnTo>
                <a:lnTo>
                  <a:pt x="14" y="19"/>
                </a:lnTo>
                <a:lnTo>
                  <a:pt x="15" y="19"/>
                </a:lnTo>
                <a:lnTo>
                  <a:pt x="17" y="19"/>
                </a:lnTo>
                <a:lnTo>
                  <a:pt x="18" y="18"/>
                </a:lnTo>
                <a:lnTo>
                  <a:pt x="18" y="17"/>
                </a:lnTo>
                <a:lnTo>
                  <a:pt x="18" y="16"/>
                </a:lnTo>
                <a:lnTo>
                  <a:pt x="18" y="15"/>
                </a:lnTo>
                <a:lnTo>
                  <a:pt x="19" y="14"/>
                </a:lnTo>
                <a:lnTo>
                  <a:pt x="20" y="14"/>
                </a:lnTo>
                <a:lnTo>
                  <a:pt x="20" y="13"/>
                </a:lnTo>
                <a:lnTo>
                  <a:pt x="21" y="11"/>
                </a:lnTo>
                <a:lnTo>
                  <a:pt x="22" y="10"/>
                </a:lnTo>
                <a:lnTo>
                  <a:pt x="22" y="9"/>
                </a:lnTo>
                <a:lnTo>
                  <a:pt x="22" y="8"/>
                </a:lnTo>
                <a:lnTo>
                  <a:pt x="20" y="7"/>
                </a:lnTo>
                <a:lnTo>
                  <a:pt x="18" y="7"/>
                </a:lnTo>
                <a:lnTo>
                  <a:pt x="17" y="7"/>
                </a:lnTo>
                <a:lnTo>
                  <a:pt x="15" y="6"/>
                </a:lnTo>
                <a:lnTo>
                  <a:pt x="14" y="6"/>
                </a:lnTo>
                <a:lnTo>
                  <a:pt x="14" y="5"/>
                </a:lnTo>
                <a:lnTo>
                  <a:pt x="14" y="4"/>
                </a:lnTo>
                <a:lnTo>
                  <a:pt x="14" y="3"/>
                </a:lnTo>
                <a:lnTo>
                  <a:pt x="15" y="2"/>
                </a:lnTo>
                <a:lnTo>
                  <a:pt x="15" y="1"/>
                </a:lnTo>
                <a:lnTo>
                  <a:pt x="17" y="1"/>
                </a:lnTo>
                <a:lnTo>
                  <a:pt x="17" y="0"/>
                </a:lnTo>
                <a:lnTo>
                  <a:pt x="18" y="0"/>
                </a:lnTo>
                <a:lnTo>
                  <a:pt x="19" y="0"/>
                </a:lnTo>
                <a:lnTo>
                  <a:pt x="20" y="0"/>
                </a:lnTo>
                <a:lnTo>
                  <a:pt x="21" y="1"/>
                </a:lnTo>
                <a:lnTo>
                  <a:pt x="22" y="1"/>
                </a:lnTo>
                <a:lnTo>
                  <a:pt x="22" y="2"/>
                </a:lnTo>
                <a:lnTo>
                  <a:pt x="2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" name=""/>
          <p:cNvSpPr/>
          <p:nvPr/>
        </p:nvSpPr>
        <p:spPr>
          <a:xfrm>
            <a:off x="5596560" y="940320"/>
            <a:ext cx="29160" cy="29160"/>
          </a:xfrm>
          <a:custGeom>
            <a:avLst/>
            <a:gdLst/>
            <a:ahLst/>
            <a:rect l="0" t="0" r="r" b="b"/>
            <a:pathLst>
              <a:path w="81" h="81">
                <a:moveTo>
                  <a:pt x="1" y="7"/>
                </a:moveTo>
                <a:lnTo>
                  <a:pt x="1" y="8"/>
                </a:lnTo>
                <a:lnTo>
                  <a:pt x="2" y="9"/>
                </a:lnTo>
                <a:lnTo>
                  <a:pt x="2" y="10"/>
                </a:lnTo>
                <a:lnTo>
                  <a:pt x="2" y="11"/>
                </a:lnTo>
                <a:lnTo>
                  <a:pt x="2" y="12"/>
                </a:lnTo>
                <a:lnTo>
                  <a:pt x="2" y="14"/>
                </a:lnTo>
                <a:lnTo>
                  <a:pt x="2" y="15"/>
                </a:lnTo>
                <a:lnTo>
                  <a:pt x="2" y="16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1" y="21"/>
                </a:lnTo>
                <a:lnTo>
                  <a:pt x="1" y="22"/>
                </a:lnTo>
                <a:lnTo>
                  <a:pt x="2" y="23"/>
                </a:lnTo>
                <a:lnTo>
                  <a:pt x="3" y="23"/>
                </a:lnTo>
                <a:lnTo>
                  <a:pt x="4" y="24"/>
                </a:lnTo>
                <a:lnTo>
                  <a:pt x="5" y="25"/>
                </a:lnTo>
                <a:lnTo>
                  <a:pt x="5" y="26"/>
                </a:lnTo>
                <a:lnTo>
                  <a:pt x="5" y="27"/>
                </a:lnTo>
                <a:lnTo>
                  <a:pt x="5" y="29"/>
                </a:lnTo>
                <a:lnTo>
                  <a:pt x="5" y="30"/>
                </a:lnTo>
                <a:lnTo>
                  <a:pt x="6" y="32"/>
                </a:lnTo>
                <a:lnTo>
                  <a:pt x="6" y="33"/>
                </a:lnTo>
                <a:lnTo>
                  <a:pt x="7" y="33"/>
                </a:lnTo>
                <a:lnTo>
                  <a:pt x="8" y="34"/>
                </a:lnTo>
                <a:lnTo>
                  <a:pt x="8" y="35"/>
                </a:lnTo>
                <a:lnTo>
                  <a:pt x="9" y="36"/>
                </a:lnTo>
                <a:lnTo>
                  <a:pt x="9" y="37"/>
                </a:lnTo>
                <a:lnTo>
                  <a:pt x="10" y="37"/>
                </a:lnTo>
                <a:lnTo>
                  <a:pt x="11" y="37"/>
                </a:lnTo>
                <a:lnTo>
                  <a:pt x="12" y="37"/>
                </a:lnTo>
                <a:lnTo>
                  <a:pt x="13" y="37"/>
                </a:lnTo>
                <a:lnTo>
                  <a:pt x="14" y="37"/>
                </a:lnTo>
                <a:lnTo>
                  <a:pt x="15" y="37"/>
                </a:lnTo>
                <a:lnTo>
                  <a:pt x="15" y="38"/>
                </a:lnTo>
                <a:lnTo>
                  <a:pt x="16" y="38"/>
                </a:lnTo>
                <a:lnTo>
                  <a:pt x="16" y="39"/>
                </a:lnTo>
                <a:lnTo>
                  <a:pt x="17" y="40"/>
                </a:lnTo>
                <a:lnTo>
                  <a:pt x="18" y="41"/>
                </a:lnTo>
                <a:lnTo>
                  <a:pt x="18" y="42"/>
                </a:lnTo>
                <a:lnTo>
                  <a:pt x="19" y="43"/>
                </a:lnTo>
                <a:lnTo>
                  <a:pt x="20" y="44"/>
                </a:lnTo>
                <a:lnTo>
                  <a:pt x="21" y="45"/>
                </a:lnTo>
                <a:lnTo>
                  <a:pt x="22" y="46"/>
                </a:lnTo>
                <a:lnTo>
                  <a:pt x="23" y="46"/>
                </a:lnTo>
                <a:lnTo>
                  <a:pt x="24" y="46"/>
                </a:lnTo>
                <a:lnTo>
                  <a:pt x="25" y="46"/>
                </a:lnTo>
                <a:lnTo>
                  <a:pt x="26" y="46"/>
                </a:lnTo>
                <a:lnTo>
                  <a:pt x="27" y="47"/>
                </a:lnTo>
                <a:lnTo>
                  <a:pt x="27" y="48"/>
                </a:lnTo>
                <a:lnTo>
                  <a:pt x="28" y="48"/>
                </a:lnTo>
                <a:lnTo>
                  <a:pt x="29" y="48"/>
                </a:lnTo>
                <a:lnTo>
                  <a:pt x="30" y="49"/>
                </a:lnTo>
                <a:lnTo>
                  <a:pt x="31" y="50"/>
                </a:lnTo>
                <a:lnTo>
                  <a:pt x="32" y="51"/>
                </a:lnTo>
                <a:lnTo>
                  <a:pt x="32" y="53"/>
                </a:lnTo>
                <a:lnTo>
                  <a:pt x="32" y="54"/>
                </a:lnTo>
                <a:lnTo>
                  <a:pt x="33" y="54"/>
                </a:lnTo>
                <a:lnTo>
                  <a:pt x="34" y="53"/>
                </a:lnTo>
                <a:lnTo>
                  <a:pt x="35" y="53"/>
                </a:lnTo>
                <a:lnTo>
                  <a:pt x="36" y="51"/>
                </a:lnTo>
                <a:lnTo>
                  <a:pt x="36" y="50"/>
                </a:lnTo>
                <a:lnTo>
                  <a:pt x="37" y="49"/>
                </a:lnTo>
                <a:lnTo>
                  <a:pt x="38" y="49"/>
                </a:lnTo>
                <a:lnTo>
                  <a:pt x="39" y="50"/>
                </a:lnTo>
                <a:lnTo>
                  <a:pt x="40" y="50"/>
                </a:lnTo>
                <a:lnTo>
                  <a:pt x="41" y="51"/>
                </a:lnTo>
                <a:lnTo>
                  <a:pt x="41" y="52"/>
                </a:lnTo>
                <a:lnTo>
                  <a:pt x="41" y="53"/>
                </a:lnTo>
                <a:lnTo>
                  <a:pt x="41" y="54"/>
                </a:lnTo>
                <a:lnTo>
                  <a:pt x="40" y="55"/>
                </a:lnTo>
                <a:lnTo>
                  <a:pt x="40" y="56"/>
                </a:lnTo>
                <a:lnTo>
                  <a:pt x="39" y="57"/>
                </a:lnTo>
                <a:lnTo>
                  <a:pt x="39" y="58"/>
                </a:lnTo>
                <a:lnTo>
                  <a:pt x="40" y="58"/>
                </a:lnTo>
                <a:lnTo>
                  <a:pt x="40" y="59"/>
                </a:lnTo>
                <a:lnTo>
                  <a:pt x="41" y="59"/>
                </a:lnTo>
                <a:lnTo>
                  <a:pt x="41" y="60"/>
                </a:lnTo>
                <a:lnTo>
                  <a:pt x="42" y="60"/>
                </a:lnTo>
                <a:lnTo>
                  <a:pt x="44" y="61"/>
                </a:lnTo>
                <a:lnTo>
                  <a:pt x="45" y="61"/>
                </a:lnTo>
                <a:lnTo>
                  <a:pt x="47" y="61"/>
                </a:lnTo>
                <a:lnTo>
                  <a:pt x="48" y="60"/>
                </a:lnTo>
                <a:lnTo>
                  <a:pt x="48" y="59"/>
                </a:lnTo>
                <a:lnTo>
                  <a:pt x="48" y="58"/>
                </a:lnTo>
                <a:lnTo>
                  <a:pt x="49" y="58"/>
                </a:lnTo>
                <a:lnTo>
                  <a:pt x="49" y="57"/>
                </a:lnTo>
                <a:lnTo>
                  <a:pt x="49" y="56"/>
                </a:lnTo>
                <a:lnTo>
                  <a:pt x="48" y="56"/>
                </a:lnTo>
                <a:lnTo>
                  <a:pt x="47" y="55"/>
                </a:lnTo>
                <a:lnTo>
                  <a:pt x="47" y="54"/>
                </a:lnTo>
                <a:lnTo>
                  <a:pt x="46" y="54"/>
                </a:lnTo>
                <a:lnTo>
                  <a:pt x="46" y="53"/>
                </a:lnTo>
                <a:lnTo>
                  <a:pt x="45" y="53"/>
                </a:lnTo>
                <a:lnTo>
                  <a:pt x="45" y="52"/>
                </a:lnTo>
                <a:lnTo>
                  <a:pt x="44" y="52"/>
                </a:lnTo>
                <a:lnTo>
                  <a:pt x="44" y="51"/>
                </a:lnTo>
                <a:lnTo>
                  <a:pt x="44" y="50"/>
                </a:lnTo>
                <a:lnTo>
                  <a:pt x="44" y="49"/>
                </a:lnTo>
                <a:lnTo>
                  <a:pt x="45" y="48"/>
                </a:lnTo>
                <a:lnTo>
                  <a:pt x="45" y="47"/>
                </a:lnTo>
                <a:lnTo>
                  <a:pt x="46" y="46"/>
                </a:lnTo>
                <a:lnTo>
                  <a:pt x="47" y="45"/>
                </a:lnTo>
                <a:lnTo>
                  <a:pt x="48" y="45"/>
                </a:lnTo>
                <a:lnTo>
                  <a:pt x="48" y="44"/>
                </a:lnTo>
                <a:lnTo>
                  <a:pt x="50" y="44"/>
                </a:lnTo>
                <a:lnTo>
                  <a:pt x="51" y="45"/>
                </a:lnTo>
                <a:lnTo>
                  <a:pt x="52" y="46"/>
                </a:lnTo>
                <a:lnTo>
                  <a:pt x="53" y="46"/>
                </a:lnTo>
                <a:lnTo>
                  <a:pt x="53" y="47"/>
                </a:lnTo>
                <a:lnTo>
                  <a:pt x="53" y="48"/>
                </a:lnTo>
                <a:lnTo>
                  <a:pt x="54" y="48"/>
                </a:lnTo>
                <a:lnTo>
                  <a:pt x="53" y="48"/>
                </a:lnTo>
                <a:lnTo>
                  <a:pt x="53" y="49"/>
                </a:lnTo>
                <a:lnTo>
                  <a:pt x="53" y="50"/>
                </a:lnTo>
                <a:lnTo>
                  <a:pt x="53" y="52"/>
                </a:lnTo>
                <a:lnTo>
                  <a:pt x="53" y="53"/>
                </a:lnTo>
                <a:lnTo>
                  <a:pt x="54" y="54"/>
                </a:lnTo>
                <a:lnTo>
                  <a:pt x="55" y="54"/>
                </a:lnTo>
                <a:lnTo>
                  <a:pt x="56" y="55"/>
                </a:lnTo>
                <a:lnTo>
                  <a:pt x="56" y="56"/>
                </a:lnTo>
                <a:lnTo>
                  <a:pt x="56" y="57"/>
                </a:lnTo>
                <a:lnTo>
                  <a:pt x="58" y="59"/>
                </a:lnTo>
                <a:lnTo>
                  <a:pt x="58" y="60"/>
                </a:lnTo>
                <a:lnTo>
                  <a:pt x="59" y="60"/>
                </a:lnTo>
                <a:lnTo>
                  <a:pt x="60" y="60"/>
                </a:lnTo>
                <a:lnTo>
                  <a:pt x="60" y="61"/>
                </a:lnTo>
                <a:lnTo>
                  <a:pt x="62" y="62"/>
                </a:lnTo>
                <a:lnTo>
                  <a:pt x="63" y="63"/>
                </a:lnTo>
                <a:lnTo>
                  <a:pt x="63" y="64"/>
                </a:lnTo>
                <a:lnTo>
                  <a:pt x="63" y="65"/>
                </a:lnTo>
                <a:lnTo>
                  <a:pt x="63" y="67"/>
                </a:lnTo>
                <a:lnTo>
                  <a:pt x="64" y="67"/>
                </a:lnTo>
                <a:lnTo>
                  <a:pt x="65" y="70"/>
                </a:lnTo>
                <a:lnTo>
                  <a:pt x="67" y="70"/>
                </a:lnTo>
                <a:lnTo>
                  <a:pt x="68" y="70"/>
                </a:lnTo>
                <a:lnTo>
                  <a:pt x="69" y="70"/>
                </a:lnTo>
                <a:lnTo>
                  <a:pt x="70" y="72"/>
                </a:lnTo>
                <a:lnTo>
                  <a:pt x="70" y="73"/>
                </a:lnTo>
                <a:lnTo>
                  <a:pt x="69" y="73"/>
                </a:lnTo>
                <a:lnTo>
                  <a:pt x="69" y="76"/>
                </a:lnTo>
                <a:lnTo>
                  <a:pt x="69" y="79"/>
                </a:lnTo>
                <a:lnTo>
                  <a:pt x="69" y="80"/>
                </a:lnTo>
                <a:lnTo>
                  <a:pt x="70" y="81"/>
                </a:lnTo>
                <a:lnTo>
                  <a:pt x="71" y="81"/>
                </a:lnTo>
                <a:lnTo>
                  <a:pt x="72" y="81"/>
                </a:lnTo>
                <a:lnTo>
                  <a:pt x="73" y="80"/>
                </a:lnTo>
                <a:lnTo>
                  <a:pt x="74" y="80"/>
                </a:lnTo>
                <a:lnTo>
                  <a:pt x="75" y="79"/>
                </a:lnTo>
                <a:lnTo>
                  <a:pt x="76" y="79"/>
                </a:lnTo>
                <a:lnTo>
                  <a:pt x="76" y="80"/>
                </a:lnTo>
                <a:lnTo>
                  <a:pt x="77" y="80"/>
                </a:lnTo>
                <a:lnTo>
                  <a:pt x="78" y="80"/>
                </a:lnTo>
                <a:lnTo>
                  <a:pt x="79" y="80"/>
                </a:lnTo>
                <a:lnTo>
                  <a:pt x="80" y="80"/>
                </a:lnTo>
                <a:lnTo>
                  <a:pt x="80" y="81"/>
                </a:lnTo>
                <a:lnTo>
                  <a:pt x="81" y="81"/>
                </a:lnTo>
                <a:lnTo>
                  <a:pt x="80" y="81"/>
                </a:lnTo>
                <a:lnTo>
                  <a:pt x="79" y="81"/>
                </a:lnTo>
                <a:lnTo>
                  <a:pt x="77" y="80"/>
                </a:lnTo>
                <a:lnTo>
                  <a:pt x="76" y="80"/>
                </a:lnTo>
                <a:lnTo>
                  <a:pt x="75" y="80"/>
                </a:lnTo>
                <a:lnTo>
                  <a:pt x="74" y="80"/>
                </a:lnTo>
                <a:lnTo>
                  <a:pt x="73" y="81"/>
                </a:lnTo>
                <a:lnTo>
                  <a:pt x="72" y="81"/>
                </a:lnTo>
                <a:lnTo>
                  <a:pt x="71" y="81"/>
                </a:lnTo>
                <a:lnTo>
                  <a:pt x="70" y="81"/>
                </a:lnTo>
                <a:lnTo>
                  <a:pt x="69" y="80"/>
                </a:lnTo>
                <a:lnTo>
                  <a:pt x="68" y="79"/>
                </a:lnTo>
                <a:lnTo>
                  <a:pt x="68" y="78"/>
                </a:lnTo>
                <a:lnTo>
                  <a:pt x="67" y="77"/>
                </a:lnTo>
                <a:lnTo>
                  <a:pt x="67" y="76"/>
                </a:lnTo>
                <a:lnTo>
                  <a:pt x="67" y="75"/>
                </a:lnTo>
                <a:lnTo>
                  <a:pt x="67" y="74"/>
                </a:lnTo>
                <a:lnTo>
                  <a:pt x="67" y="73"/>
                </a:lnTo>
                <a:lnTo>
                  <a:pt x="67" y="71"/>
                </a:lnTo>
                <a:lnTo>
                  <a:pt x="67" y="70"/>
                </a:lnTo>
                <a:lnTo>
                  <a:pt x="66" y="70"/>
                </a:lnTo>
                <a:lnTo>
                  <a:pt x="65" y="71"/>
                </a:lnTo>
                <a:lnTo>
                  <a:pt x="64" y="70"/>
                </a:lnTo>
                <a:lnTo>
                  <a:pt x="63" y="69"/>
                </a:lnTo>
                <a:lnTo>
                  <a:pt x="63" y="67"/>
                </a:lnTo>
                <a:lnTo>
                  <a:pt x="63" y="66"/>
                </a:lnTo>
                <a:lnTo>
                  <a:pt x="62" y="65"/>
                </a:lnTo>
                <a:lnTo>
                  <a:pt x="61" y="64"/>
                </a:lnTo>
                <a:lnTo>
                  <a:pt x="61" y="63"/>
                </a:lnTo>
                <a:lnTo>
                  <a:pt x="60" y="61"/>
                </a:lnTo>
                <a:lnTo>
                  <a:pt x="59" y="60"/>
                </a:lnTo>
                <a:lnTo>
                  <a:pt x="58" y="60"/>
                </a:lnTo>
                <a:lnTo>
                  <a:pt x="58" y="59"/>
                </a:lnTo>
                <a:lnTo>
                  <a:pt x="56" y="59"/>
                </a:lnTo>
                <a:lnTo>
                  <a:pt x="56" y="58"/>
                </a:lnTo>
                <a:lnTo>
                  <a:pt x="56" y="57"/>
                </a:lnTo>
                <a:lnTo>
                  <a:pt x="56" y="55"/>
                </a:lnTo>
                <a:lnTo>
                  <a:pt x="55" y="55"/>
                </a:lnTo>
                <a:lnTo>
                  <a:pt x="54" y="54"/>
                </a:lnTo>
                <a:lnTo>
                  <a:pt x="53" y="53"/>
                </a:lnTo>
                <a:lnTo>
                  <a:pt x="52" y="52"/>
                </a:lnTo>
                <a:lnTo>
                  <a:pt x="52" y="51"/>
                </a:lnTo>
                <a:lnTo>
                  <a:pt x="52" y="50"/>
                </a:lnTo>
                <a:lnTo>
                  <a:pt x="53" y="49"/>
                </a:lnTo>
                <a:lnTo>
                  <a:pt x="53" y="48"/>
                </a:lnTo>
                <a:lnTo>
                  <a:pt x="53" y="47"/>
                </a:lnTo>
                <a:lnTo>
                  <a:pt x="52" y="47"/>
                </a:lnTo>
                <a:lnTo>
                  <a:pt x="52" y="46"/>
                </a:lnTo>
                <a:lnTo>
                  <a:pt x="51" y="46"/>
                </a:lnTo>
                <a:lnTo>
                  <a:pt x="50" y="46"/>
                </a:lnTo>
                <a:lnTo>
                  <a:pt x="49" y="46"/>
                </a:lnTo>
                <a:lnTo>
                  <a:pt x="48" y="46"/>
                </a:lnTo>
                <a:lnTo>
                  <a:pt x="47" y="46"/>
                </a:lnTo>
                <a:lnTo>
                  <a:pt x="47" y="47"/>
                </a:lnTo>
                <a:lnTo>
                  <a:pt x="46" y="47"/>
                </a:lnTo>
                <a:lnTo>
                  <a:pt x="45" y="49"/>
                </a:lnTo>
                <a:lnTo>
                  <a:pt x="45" y="50"/>
                </a:lnTo>
                <a:lnTo>
                  <a:pt x="45" y="51"/>
                </a:lnTo>
                <a:lnTo>
                  <a:pt x="45" y="52"/>
                </a:lnTo>
                <a:lnTo>
                  <a:pt x="46" y="52"/>
                </a:lnTo>
                <a:lnTo>
                  <a:pt x="46" y="53"/>
                </a:lnTo>
                <a:lnTo>
                  <a:pt x="48" y="54"/>
                </a:lnTo>
                <a:lnTo>
                  <a:pt x="48" y="55"/>
                </a:lnTo>
                <a:lnTo>
                  <a:pt x="49" y="55"/>
                </a:lnTo>
                <a:lnTo>
                  <a:pt x="49" y="56"/>
                </a:lnTo>
                <a:lnTo>
                  <a:pt x="49" y="57"/>
                </a:lnTo>
                <a:lnTo>
                  <a:pt x="49" y="58"/>
                </a:lnTo>
                <a:lnTo>
                  <a:pt x="49" y="59"/>
                </a:lnTo>
                <a:lnTo>
                  <a:pt x="49" y="60"/>
                </a:lnTo>
                <a:lnTo>
                  <a:pt x="48" y="60"/>
                </a:lnTo>
                <a:lnTo>
                  <a:pt x="48" y="61"/>
                </a:lnTo>
                <a:lnTo>
                  <a:pt x="47" y="61"/>
                </a:lnTo>
                <a:lnTo>
                  <a:pt x="46" y="62"/>
                </a:lnTo>
                <a:lnTo>
                  <a:pt x="44" y="62"/>
                </a:lnTo>
                <a:lnTo>
                  <a:pt x="43" y="62"/>
                </a:lnTo>
                <a:lnTo>
                  <a:pt x="42" y="61"/>
                </a:lnTo>
                <a:lnTo>
                  <a:pt x="41" y="60"/>
                </a:lnTo>
                <a:lnTo>
                  <a:pt x="40" y="60"/>
                </a:lnTo>
                <a:lnTo>
                  <a:pt x="40" y="59"/>
                </a:lnTo>
                <a:lnTo>
                  <a:pt x="39" y="59"/>
                </a:lnTo>
                <a:lnTo>
                  <a:pt x="39" y="58"/>
                </a:lnTo>
                <a:lnTo>
                  <a:pt x="39" y="57"/>
                </a:lnTo>
                <a:lnTo>
                  <a:pt x="39" y="56"/>
                </a:lnTo>
                <a:lnTo>
                  <a:pt x="40" y="56"/>
                </a:lnTo>
                <a:lnTo>
                  <a:pt x="40" y="55"/>
                </a:lnTo>
                <a:lnTo>
                  <a:pt x="40" y="54"/>
                </a:lnTo>
                <a:lnTo>
                  <a:pt x="41" y="53"/>
                </a:lnTo>
                <a:lnTo>
                  <a:pt x="41" y="52"/>
                </a:lnTo>
                <a:lnTo>
                  <a:pt x="40" y="51"/>
                </a:lnTo>
                <a:lnTo>
                  <a:pt x="40" y="50"/>
                </a:lnTo>
                <a:lnTo>
                  <a:pt x="39" y="50"/>
                </a:lnTo>
                <a:lnTo>
                  <a:pt x="38" y="50"/>
                </a:lnTo>
                <a:lnTo>
                  <a:pt x="38" y="49"/>
                </a:lnTo>
                <a:lnTo>
                  <a:pt x="37" y="49"/>
                </a:lnTo>
                <a:lnTo>
                  <a:pt x="37" y="50"/>
                </a:lnTo>
                <a:lnTo>
                  <a:pt x="37" y="51"/>
                </a:lnTo>
                <a:lnTo>
                  <a:pt x="36" y="51"/>
                </a:lnTo>
                <a:lnTo>
                  <a:pt x="36" y="52"/>
                </a:lnTo>
                <a:lnTo>
                  <a:pt x="35" y="53"/>
                </a:lnTo>
                <a:lnTo>
                  <a:pt x="35" y="54"/>
                </a:lnTo>
                <a:lnTo>
                  <a:pt x="34" y="54"/>
                </a:lnTo>
                <a:lnTo>
                  <a:pt x="33" y="54"/>
                </a:lnTo>
                <a:lnTo>
                  <a:pt x="32" y="54"/>
                </a:lnTo>
                <a:lnTo>
                  <a:pt x="32" y="53"/>
                </a:lnTo>
                <a:lnTo>
                  <a:pt x="32" y="52"/>
                </a:lnTo>
                <a:lnTo>
                  <a:pt x="31" y="52"/>
                </a:lnTo>
                <a:lnTo>
                  <a:pt x="31" y="51"/>
                </a:lnTo>
                <a:lnTo>
                  <a:pt x="30" y="51"/>
                </a:lnTo>
                <a:lnTo>
                  <a:pt x="29" y="50"/>
                </a:lnTo>
                <a:lnTo>
                  <a:pt x="29" y="49"/>
                </a:lnTo>
                <a:lnTo>
                  <a:pt x="27" y="48"/>
                </a:lnTo>
                <a:lnTo>
                  <a:pt x="26" y="48"/>
                </a:lnTo>
                <a:lnTo>
                  <a:pt x="25" y="47"/>
                </a:lnTo>
                <a:lnTo>
                  <a:pt x="23" y="46"/>
                </a:lnTo>
                <a:lnTo>
                  <a:pt x="22" y="46"/>
                </a:lnTo>
                <a:lnTo>
                  <a:pt x="21" y="46"/>
                </a:lnTo>
                <a:lnTo>
                  <a:pt x="20" y="45"/>
                </a:lnTo>
                <a:lnTo>
                  <a:pt x="19" y="44"/>
                </a:lnTo>
                <a:lnTo>
                  <a:pt x="18" y="43"/>
                </a:lnTo>
                <a:lnTo>
                  <a:pt x="17" y="42"/>
                </a:lnTo>
                <a:lnTo>
                  <a:pt x="16" y="40"/>
                </a:lnTo>
                <a:lnTo>
                  <a:pt x="15" y="38"/>
                </a:lnTo>
                <a:lnTo>
                  <a:pt x="14" y="38"/>
                </a:lnTo>
                <a:lnTo>
                  <a:pt x="14" y="37"/>
                </a:lnTo>
                <a:lnTo>
                  <a:pt x="13" y="37"/>
                </a:lnTo>
                <a:lnTo>
                  <a:pt x="12" y="37"/>
                </a:lnTo>
                <a:lnTo>
                  <a:pt x="11" y="37"/>
                </a:lnTo>
                <a:lnTo>
                  <a:pt x="10" y="37"/>
                </a:lnTo>
                <a:lnTo>
                  <a:pt x="10" y="38"/>
                </a:lnTo>
                <a:lnTo>
                  <a:pt x="9" y="37"/>
                </a:lnTo>
                <a:lnTo>
                  <a:pt x="8" y="37"/>
                </a:lnTo>
                <a:lnTo>
                  <a:pt x="8" y="36"/>
                </a:lnTo>
                <a:lnTo>
                  <a:pt x="8" y="35"/>
                </a:lnTo>
                <a:lnTo>
                  <a:pt x="7" y="35"/>
                </a:lnTo>
                <a:lnTo>
                  <a:pt x="7" y="34"/>
                </a:lnTo>
                <a:lnTo>
                  <a:pt x="6" y="34"/>
                </a:lnTo>
                <a:lnTo>
                  <a:pt x="6" y="33"/>
                </a:lnTo>
                <a:lnTo>
                  <a:pt x="5" y="33"/>
                </a:lnTo>
                <a:lnTo>
                  <a:pt x="5" y="32"/>
                </a:lnTo>
                <a:lnTo>
                  <a:pt x="4" y="32"/>
                </a:lnTo>
                <a:lnTo>
                  <a:pt x="4" y="31"/>
                </a:lnTo>
                <a:lnTo>
                  <a:pt x="4" y="30"/>
                </a:lnTo>
                <a:lnTo>
                  <a:pt x="4" y="29"/>
                </a:lnTo>
                <a:lnTo>
                  <a:pt x="4" y="28"/>
                </a:lnTo>
                <a:lnTo>
                  <a:pt x="5" y="27"/>
                </a:lnTo>
                <a:lnTo>
                  <a:pt x="5" y="26"/>
                </a:lnTo>
                <a:lnTo>
                  <a:pt x="4" y="25"/>
                </a:lnTo>
                <a:lnTo>
                  <a:pt x="3" y="24"/>
                </a:lnTo>
                <a:lnTo>
                  <a:pt x="2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1" y="16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lnTo>
                  <a:pt x="1" y="7"/>
                </a:lnTo>
                <a:moveTo>
                  <a:pt x="69" y="78"/>
                </a:moveTo>
                <a:lnTo>
                  <a:pt x="69" y="77"/>
                </a:lnTo>
                <a:lnTo>
                  <a:pt x="69" y="75"/>
                </a:lnTo>
                <a:lnTo>
                  <a:pt x="69" y="74"/>
                </a:lnTo>
                <a:lnTo>
                  <a:pt x="68" y="74"/>
                </a:lnTo>
                <a:lnTo>
                  <a:pt x="68" y="75"/>
                </a:lnTo>
                <a:lnTo>
                  <a:pt x="68" y="77"/>
                </a:lnTo>
                <a:lnTo>
                  <a:pt x="68" y="78"/>
                </a:lnTo>
                <a:lnTo>
                  <a:pt x="69" y="78"/>
                </a:lnTo>
                <a:moveTo>
                  <a:pt x="68" y="73"/>
                </a:moveTo>
                <a:lnTo>
                  <a:pt x="69" y="73"/>
                </a:lnTo>
                <a:lnTo>
                  <a:pt x="69" y="72"/>
                </a:lnTo>
                <a:lnTo>
                  <a:pt x="69" y="71"/>
                </a:lnTo>
                <a:lnTo>
                  <a:pt x="68" y="70"/>
                </a:lnTo>
                <a:lnTo>
                  <a:pt x="67" y="71"/>
                </a:lnTo>
                <a:lnTo>
                  <a:pt x="67" y="73"/>
                </a:lnTo>
                <a:lnTo>
                  <a:pt x="67" y="74"/>
                </a:lnTo>
                <a:lnTo>
                  <a:pt x="68" y="74"/>
                </a:lnTo>
                <a:lnTo>
                  <a:pt x="68" y="73"/>
                </a:lnTo>
                <a:moveTo>
                  <a:pt x="63" y="65"/>
                </a:moveTo>
                <a:lnTo>
                  <a:pt x="63" y="64"/>
                </a:lnTo>
                <a:lnTo>
                  <a:pt x="62" y="63"/>
                </a:lnTo>
                <a:lnTo>
                  <a:pt x="62" y="62"/>
                </a:lnTo>
                <a:lnTo>
                  <a:pt x="61" y="61"/>
                </a:lnTo>
                <a:lnTo>
                  <a:pt x="60" y="61"/>
                </a:lnTo>
                <a:lnTo>
                  <a:pt x="60" y="62"/>
                </a:lnTo>
                <a:lnTo>
                  <a:pt x="61" y="63"/>
                </a:lnTo>
                <a:lnTo>
                  <a:pt x="61" y="64"/>
                </a:lnTo>
                <a:lnTo>
                  <a:pt x="62" y="64"/>
                </a:lnTo>
                <a:lnTo>
                  <a:pt x="62" y="65"/>
                </a:lnTo>
                <a:lnTo>
                  <a:pt x="63" y="66"/>
                </a:lnTo>
                <a:lnTo>
                  <a:pt x="63" y="65"/>
                </a:lnTo>
                <a:moveTo>
                  <a:pt x="48" y="45"/>
                </a:moveTo>
                <a:lnTo>
                  <a:pt x="49" y="45"/>
                </a:lnTo>
                <a:lnTo>
                  <a:pt x="50" y="45"/>
                </a:lnTo>
                <a:lnTo>
                  <a:pt x="49" y="45"/>
                </a:lnTo>
                <a:lnTo>
                  <a:pt x="48" y="45"/>
                </a:lnTo>
                <a:moveTo>
                  <a:pt x="7" y="34"/>
                </a:moveTo>
                <a:lnTo>
                  <a:pt x="6" y="34"/>
                </a:lnTo>
                <a:lnTo>
                  <a:pt x="7" y="34"/>
                </a:lnTo>
                <a:moveTo>
                  <a:pt x="5" y="28"/>
                </a:moveTo>
                <a:lnTo>
                  <a:pt x="5" y="29"/>
                </a:lnTo>
                <a:lnTo>
                  <a:pt x="5" y="28"/>
                </a:lnTo>
                <a:moveTo>
                  <a:pt x="1" y="16"/>
                </a:moveTo>
                <a:lnTo>
                  <a:pt x="2" y="16"/>
                </a:lnTo>
                <a:lnTo>
                  <a:pt x="1" y="15"/>
                </a:lnTo>
                <a:lnTo>
                  <a:pt x="1" y="14"/>
                </a:lnTo>
                <a:lnTo>
                  <a:pt x="2" y="14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1" y="16"/>
                </a:lnTo>
                <a:moveTo>
                  <a:pt x="2" y="4"/>
                </a:move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" name=""/>
          <p:cNvSpPr/>
          <p:nvPr/>
        </p:nvSpPr>
        <p:spPr>
          <a:xfrm>
            <a:off x="5162400" y="13381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0"/>
                </a:move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" name=""/>
          <p:cNvSpPr/>
          <p:nvPr/>
        </p:nvSpPr>
        <p:spPr>
          <a:xfrm>
            <a:off x="5158440" y="13323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3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" name=""/>
          <p:cNvSpPr/>
          <p:nvPr/>
        </p:nvSpPr>
        <p:spPr>
          <a:xfrm>
            <a:off x="5206680" y="1329120"/>
            <a:ext cx="1440" cy="2520"/>
          </a:xfrm>
          <a:custGeom>
            <a:avLst/>
            <a:gdLst/>
            <a:ahLst/>
            <a:rect l="0" t="0" r="r" b="b"/>
            <a:pathLst>
              <a:path w="4" h="7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4" y="5"/>
                </a:lnTo>
                <a:lnTo>
                  <a:pt x="3" y="6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" name=""/>
          <p:cNvSpPr/>
          <p:nvPr/>
        </p:nvSpPr>
        <p:spPr>
          <a:xfrm>
            <a:off x="5206680" y="1327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" name=""/>
          <p:cNvSpPr/>
          <p:nvPr/>
        </p:nvSpPr>
        <p:spPr>
          <a:xfrm>
            <a:off x="5167080" y="13204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2"/>
                </a:move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" name=""/>
          <p:cNvSpPr/>
          <p:nvPr/>
        </p:nvSpPr>
        <p:spPr>
          <a:xfrm>
            <a:off x="5170680" y="1318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" name=""/>
          <p:cNvSpPr/>
          <p:nvPr/>
        </p:nvSpPr>
        <p:spPr>
          <a:xfrm>
            <a:off x="5181840" y="13096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2" y="1"/>
                </a:moveTo>
                <a:lnTo>
                  <a:pt x="3" y="1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6" y="4"/>
                </a:lnTo>
                <a:lnTo>
                  <a:pt x="5" y="4"/>
                </a:lnTo>
                <a:lnTo>
                  <a:pt x="5" y="2"/>
                </a:lnTo>
                <a:lnTo>
                  <a:pt x="3" y="2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" name=""/>
          <p:cNvSpPr/>
          <p:nvPr/>
        </p:nvSpPr>
        <p:spPr>
          <a:xfrm>
            <a:off x="5188680" y="1309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" name=""/>
          <p:cNvSpPr/>
          <p:nvPr/>
        </p:nvSpPr>
        <p:spPr>
          <a:xfrm>
            <a:off x="5184000" y="1308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3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" name=""/>
          <p:cNvSpPr/>
          <p:nvPr/>
        </p:nvSpPr>
        <p:spPr>
          <a:xfrm>
            <a:off x="5230080" y="1299600"/>
            <a:ext cx="5400" cy="6480"/>
          </a:xfrm>
          <a:custGeom>
            <a:avLst/>
            <a:gdLst/>
            <a:ahLst/>
            <a:rect l="0" t="0" r="r" b="b"/>
            <a:pathLst>
              <a:path w="15" h="18">
                <a:moveTo>
                  <a:pt x="11" y="2"/>
                </a:move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10" y="6"/>
                </a:lnTo>
                <a:lnTo>
                  <a:pt x="10" y="7"/>
                </a:lnTo>
                <a:lnTo>
                  <a:pt x="11" y="7"/>
                </a:lnTo>
                <a:lnTo>
                  <a:pt x="11" y="8"/>
                </a:lnTo>
                <a:lnTo>
                  <a:pt x="12" y="8"/>
                </a:lnTo>
                <a:lnTo>
                  <a:pt x="12" y="9"/>
                </a:lnTo>
                <a:lnTo>
                  <a:pt x="12" y="10"/>
                </a:lnTo>
                <a:lnTo>
                  <a:pt x="14" y="11"/>
                </a:lnTo>
                <a:lnTo>
                  <a:pt x="14" y="12"/>
                </a:lnTo>
                <a:lnTo>
                  <a:pt x="15" y="12"/>
                </a:lnTo>
                <a:lnTo>
                  <a:pt x="14" y="12"/>
                </a:lnTo>
                <a:lnTo>
                  <a:pt x="12" y="12"/>
                </a:lnTo>
                <a:lnTo>
                  <a:pt x="11" y="11"/>
                </a:lnTo>
                <a:lnTo>
                  <a:pt x="10" y="11"/>
                </a:lnTo>
                <a:lnTo>
                  <a:pt x="10" y="12"/>
                </a:lnTo>
                <a:lnTo>
                  <a:pt x="10" y="11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8" y="11"/>
                </a:lnTo>
                <a:lnTo>
                  <a:pt x="7" y="11"/>
                </a:lnTo>
                <a:lnTo>
                  <a:pt x="8" y="11"/>
                </a:lnTo>
                <a:lnTo>
                  <a:pt x="8" y="12"/>
                </a:lnTo>
                <a:lnTo>
                  <a:pt x="9" y="12"/>
                </a:lnTo>
                <a:lnTo>
                  <a:pt x="8" y="13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7"/>
                </a:lnTo>
                <a:lnTo>
                  <a:pt x="6" y="18"/>
                </a:lnTo>
                <a:lnTo>
                  <a:pt x="5" y="18"/>
                </a:lnTo>
                <a:lnTo>
                  <a:pt x="4" y="17"/>
                </a:lnTo>
                <a:lnTo>
                  <a:pt x="3" y="16"/>
                </a:lnTo>
                <a:lnTo>
                  <a:pt x="2" y="15"/>
                </a:lnTo>
                <a:lnTo>
                  <a:pt x="2" y="16"/>
                </a:lnTo>
                <a:lnTo>
                  <a:pt x="1" y="15"/>
                </a:lnTo>
                <a:lnTo>
                  <a:pt x="1" y="12"/>
                </a:lnTo>
                <a:lnTo>
                  <a:pt x="1" y="11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6" y="5"/>
                </a:lnTo>
                <a:lnTo>
                  <a:pt x="7" y="5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9" y="2"/>
                </a:lnTo>
                <a:lnTo>
                  <a:pt x="10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4" y="0"/>
                </a:lnTo>
                <a:lnTo>
                  <a:pt x="14" y="1"/>
                </a:lnTo>
                <a:lnTo>
                  <a:pt x="12" y="2"/>
                </a:lnTo>
                <a:lnTo>
                  <a:pt x="11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" name=""/>
          <p:cNvSpPr/>
          <p:nvPr/>
        </p:nvSpPr>
        <p:spPr>
          <a:xfrm>
            <a:off x="5235120" y="1302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0"/>
                </a:move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" name=""/>
          <p:cNvSpPr/>
          <p:nvPr/>
        </p:nvSpPr>
        <p:spPr>
          <a:xfrm>
            <a:off x="5229000" y="1301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" name=""/>
          <p:cNvSpPr/>
          <p:nvPr/>
        </p:nvSpPr>
        <p:spPr>
          <a:xfrm>
            <a:off x="5235120" y="12981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3"/>
                </a:moveTo>
                <a:lnTo>
                  <a:pt x="3" y="3"/>
                </a:lnTo>
                <a:lnTo>
                  <a:pt x="2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5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" name=""/>
          <p:cNvSpPr/>
          <p:nvPr/>
        </p:nvSpPr>
        <p:spPr>
          <a:xfrm>
            <a:off x="5239080" y="1297080"/>
            <a:ext cx="3600" cy="1440"/>
          </a:xfrm>
          <a:custGeom>
            <a:avLst/>
            <a:gdLst/>
            <a:ahLst/>
            <a:rect l="0" t="0" r="r" b="b"/>
            <a:pathLst>
              <a:path w="10" h="4">
                <a:moveTo>
                  <a:pt x="10" y="1"/>
                </a:moveTo>
                <a:lnTo>
                  <a:pt x="9" y="1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" name=""/>
          <p:cNvSpPr/>
          <p:nvPr/>
        </p:nvSpPr>
        <p:spPr>
          <a:xfrm>
            <a:off x="5226840" y="12963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4" y="3"/>
                </a:lnTo>
                <a:lnTo>
                  <a:pt x="2" y="3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" name=""/>
          <p:cNvSpPr/>
          <p:nvPr/>
        </p:nvSpPr>
        <p:spPr>
          <a:xfrm>
            <a:off x="5234760" y="129564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3" y="0"/>
                </a:move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5228280" y="129096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0"/>
                </a:move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" name=""/>
          <p:cNvSpPr/>
          <p:nvPr/>
        </p:nvSpPr>
        <p:spPr>
          <a:xfrm>
            <a:off x="5121720" y="1228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0" y="1"/>
                </a:lnTo>
                <a:lnTo>
                  <a:pt x="2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" name=""/>
          <p:cNvSpPr/>
          <p:nvPr/>
        </p:nvSpPr>
        <p:spPr>
          <a:xfrm>
            <a:off x="5129280" y="1218600"/>
            <a:ext cx="3600" cy="3960"/>
          </a:xfrm>
          <a:custGeom>
            <a:avLst/>
            <a:gdLst/>
            <a:ahLst/>
            <a:rect l="0" t="0" r="r" b="b"/>
            <a:pathLst>
              <a:path w="10" h="11">
                <a:moveTo>
                  <a:pt x="8" y="7"/>
                </a:move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3" y="8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2" y="11"/>
                </a:lnTo>
                <a:lnTo>
                  <a:pt x="1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1" y="6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3" y="2"/>
                </a:lnTo>
                <a:lnTo>
                  <a:pt x="5" y="2"/>
                </a:lnTo>
                <a:lnTo>
                  <a:pt x="6" y="1"/>
                </a:lnTo>
                <a:lnTo>
                  <a:pt x="7" y="0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5020560" y="972720"/>
            <a:ext cx="371160" cy="375480"/>
          </a:xfrm>
          <a:custGeom>
            <a:avLst/>
            <a:gdLst/>
            <a:ahLst/>
            <a:rect l="0" t="0" r="r" b="b"/>
            <a:pathLst>
              <a:path w="1031" h="1043">
                <a:moveTo>
                  <a:pt x="646" y="3"/>
                </a:moveTo>
                <a:lnTo>
                  <a:pt x="647" y="2"/>
                </a:lnTo>
                <a:lnTo>
                  <a:pt x="648" y="2"/>
                </a:lnTo>
                <a:lnTo>
                  <a:pt x="648" y="3"/>
                </a:lnTo>
                <a:lnTo>
                  <a:pt x="649" y="3"/>
                </a:lnTo>
                <a:lnTo>
                  <a:pt x="650" y="3"/>
                </a:lnTo>
                <a:lnTo>
                  <a:pt x="650" y="2"/>
                </a:lnTo>
                <a:lnTo>
                  <a:pt x="650" y="3"/>
                </a:lnTo>
                <a:lnTo>
                  <a:pt x="651" y="3"/>
                </a:lnTo>
                <a:lnTo>
                  <a:pt x="652" y="4"/>
                </a:lnTo>
                <a:lnTo>
                  <a:pt x="651" y="4"/>
                </a:lnTo>
                <a:lnTo>
                  <a:pt x="652" y="5"/>
                </a:lnTo>
                <a:lnTo>
                  <a:pt x="653" y="5"/>
                </a:lnTo>
                <a:lnTo>
                  <a:pt x="654" y="6"/>
                </a:lnTo>
                <a:lnTo>
                  <a:pt x="653" y="7"/>
                </a:lnTo>
                <a:lnTo>
                  <a:pt x="652" y="8"/>
                </a:lnTo>
                <a:lnTo>
                  <a:pt x="652" y="9"/>
                </a:lnTo>
                <a:lnTo>
                  <a:pt x="652" y="10"/>
                </a:lnTo>
                <a:lnTo>
                  <a:pt x="652" y="11"/>
                </a:lnTo>
                <a:lnTo>
                  <a:pt x="652" y="12"/>
                </a:lnTo>
                <a:lnTo>
                  <a:pt x="652" y="14"/>
                </a:lnTo>
                <a:lnTo>
                  <a:pt x="652" y="15"/>
                </a:lnTo>
                <a:lnTo>
                  <a:pt x="653" y="15"/>
                </a:lnTo>
                <a:lnTo>
                  <a:pt x="653" y="16"/>
                </a:lnTo>
                <a:lnTo>
                  <a:pt x="654" y="16"/>
                </a:lnTo>
                <a:lnTo>
                  <a:pt x="655" y="16"/>
                </a:lnTo>
                <a:lnTo>
                  <a:pt x="655" y="17"/>
                </a:lnTo>
                <a:lnTo>
                  <a:pt x="658" y="18"/>
                </a:lnTo>
                <a:lnTo>
                  <a:pt x="659" y="18"/>
                </a:lnTo>
                <a:lnTo>
                  <a:pt x="660" y="18"/>
                </a:lnTo>
                <a:lnTo>
                  <a:pt x="660" y="19"/>
                </a:lnTo>
                <a:lnTo>
                  <a:pt x="661" y="20"/>
                </a:lnTo>
                <a:lnTo>
                  <a:pt x="661" y="21"/>
                </a:lnTo>
                <a:lnTo>
                  <a:pt x="661" y="23"/>
                </a:lnTo>
                <a:lnTo>
                  <a:pt x="663" y="23"/>
                </a:lnTo>
                <a:lnTo>
                  <a:pt x="664" y="23"/>
                </a:lnTo>
                <a:lnTo>
                  <a:pt x="665" y="23"/>
                </a:lnTo>
                <a:lnTo>
                  <a:pt x="666" y="23"/>
                </a:lnTo>
                <a:lnTo>
                  <a:pt x="666" y="24"/>
                </a:lnTo>
                <a:lnTo>
                  <a:pt x="667" y="24"/>
                </a:lnTo>
                <a:lnTo>
                  <a:pt x="668" y="24"/>
                </a:lnTo>
                <a:lnTo>
                  <a:pt x="669" y="24"/>
                </a:lnTo>
                <a:lnTo>
                  <a:pt x="671" y="25"/>
                </a:lnTo>
                <a:lnTo>
                  <a:pt x="671" y="26"/>
                </a:lnTo>
                <a:lnTo>
                  <a:pt x="673" y="27"/>
                </a:lnTo>
                <a:lnTo>
                  <a:pt x="673" y="28"/>
                </a:lnTo>
                <a:lnTo>
                  <a:pt x="674" y="29"/>
                </a:lnTo>
                <a:lnTo>
                  <a:pt x="675" y="29"/>
                </a:lnTo>
                <a:lnTo>
                  <a:pt x="676" y="30"/>
                </a:lnTo>
                <a:lnTo>
                  <a:pt x="676" y="31"/>
                </a:lnTo>
                <a:lnTo>
                  <a:pt x="677" y="31"/>
                </a:lnTo>
                <a:lnTo>
                  <a:pt x="677" y="32"/>
                </a:lnTo>
                <a:lnTo>
                  <a:pt x="678" y="32"/>
                </a:lnTo>
                <a:lnTo>
                  <a:pt x="679" y="33"/>
                </a:lnTo>
                <a:lnTo>
                  <a:pt x="680" y="33"/>
                </a:lnTo>
                <a:lnTo>
                  <a:pt x="681" y="34"/>
                </a:lnTo>
                <a:lnTo>
                  <a:pt x="682" y="35"/>
                </a:lnTo>
                <a:lnTo>
                  <a:pt x="684" y="36"/>
                </a:lnTo>
                <a:lnTo>
                  <a:pt x="684" y="35"/>
                </a:lnTo>
                <a:lnTo>
                  <a:pt x="685" y="35"/>
                </a:lnTo>
                <a:lnTo>
                  <a:pt x="685" y="34"/>
                </a:lnTo>
                <a:lnTo>
                  <a:pt x="686" y="34"/>
                </a:lnTo>
                <a:lnTo>
                  <a:pt x="686" y="33"/>
                </a:lnTo>
                <a:lnTo>
                  <a:pt x="687" y="33"/>
                </a:lnTo>
                <a:lnTo>
                  <a:pt x="688" y="32"/>
                </a:lnTo>
                <a:lnTo>
                  <a:pt x="689" y="32"/>
                </a:lnTo>
                <a:lnTo>
                  <a:pt x="691" y="32"/>
                </a:lnTo>
                <a:lnTo>
                  <a:pt x="692" y="32"/>
                </a:lnTo>
                <a:lnTo>
                  <a:pt x="693" y="32"/>
                </a:lnTo>
                <a:lnTo>
                  <a:pt x="693" y="31"/>
                </a:lnTo>
                <a:lnTo>
                  <a:pt x="693" y="32"/>
                </a:lnTo>
                <a:lnTo>
                  <a:pt x="693" y="33"/>
                </a:lnTo>
                <a:lnTo>
                  <a:pt x="693" y="34"/>
                </a:lnTo>
                <a:lnTo>
                  <a:pt x="694" y="34"/>
                </a:lnTo>
                <a:lnTo>
                  <a:pt x="694" y="33"/>
                </a:lnTo>
                <a:lnTo>
                  <a:pt x="695" y="34"/>
                </a:lnTo>
                <a:lnTo>
                  <a:pt x="696" y="34"/>
                </a:lnTo>
                <a:lnTo>
                  <a:pt x="696" y="35"/>
                </a:lnTo>
                <a:lnTo>
                  <a:pt x="696" y="36"/>
                </a:lnTo>
                <a:lnTo>
                  <a:pt x="695" y="36"/>
                </a:lnTo>
                <a:lnTo>
                  <a:pt x="696" y="37"/>
                </a:lnTo>
                <a:lnTo>
                  <a:pt x="697" y="37"/>
                </a:lnTo>
                <a:lnTo>
                  <a:pt x="697" y="38"/>
                </a:lnTo>
                <a:lnTo>
                  <a:pt x="696" y="38"/>
                </a:lnTo>
                <a:lnTo>
                  <a:pt x="696" y="39"/>
                </a:lnTo>
                <a:lnTo>
                  <a:pt x="697" y="39"/>
                </a:lnTo>
                <a:lnTo>
                  <a:pt x="697" y="40"/>
                </a:lnTo>
                <a:lnTo>
                  <a:pt x="698" y="40"/>
                </a:lnTo>
                <a:lnTo>
                  <a:pt x="699" y="39"/>
                </a:lnTo>
                <a:lnTo>
                  <a:pt x="699" y="38"/>
                </a:lnTo>
                <a:lnTo>
                  <a:pt x="700" y="38"/>
                </a:lnTo>
                <a:lnTo>
                  <a:pt x="702" y="38"/>
                </a:lnTo>
                <a:lnTo>
                  <a:pt x="702" y="39"/>
                </a:lnTo>
                <a:lnTo>
                  <a:pt x="703" y="39"/>
                </a:lnTo>
                <a:lnTo>
                  <a:pt x="705" y="39"/>
                </a:lnTo>
                <a:lnTo>
                  <a:pt x="706" y="40"/>
                </a:lnTo>
                <a:lnTo>
                  <a:pt x="707" y="39"/>
                </a:lnTo>
                <a:lnTo>
                  <a:pt x="708" y="38"/>
                </a:lnTo>
                <a:lnTo>
                  <a:pt x="709" y="38"/>
                </a:lnTo>
                <a:lnTo>
                  <a:pt x="710" y="37"/>
                </a:lnTo>
                <a:lnTo>
                  <a:pt x="711" y="36"/>
                </a:lnTo>
                <a:lnTo>
                  <a:pt x="712" y="36"/>
                </a:lnTo>
                <a:lnTo>
                  <a:pt x="712" y="37"/>
                </a:lnTo>
                <a:lnTo>
                  <a:pt x="712" y="38"/>
                </a:lnTo>
                <a:lnTo>
                  <a:pt x="713" y="38"/>
                </a:lnTo>
                <a:lnTo>
                  <a:pt x="714" y="40"/>
                </a:lnTo>
                <a:lnTo>
                  <a:pt x="717" y="39"/>
                </a:lnTo>
                <a:lnTo>
                  <a:pt x="719" y="39"/>
                </a:lnTo>
                <a:lnTo>
                  <a:pt x="720" y="39"/>
                </a:lnTo>
                <a:lnTo>
                  <a:pt x="721" y="39"/>
                </a:lnTo>
                <a:lnTo>
                  <a:pt x="722" y="39"/>
                </a:lnTo>
                <a:lnTo>
                  <a:pt x="722" y="40"/>
                </a:lnTo>
                <a:lnTo>
                  <a:pt x="722" y="41"/>
                </a:lnTo>
                <a:lnTo>
                  <a:pt x="722" y="42"/>
                </a:lnTo>
                <a:lnTo>
                  <a:pt x="723" y="43"/>
                </a:lnTo>
                <a:lnTo>
                  <a:pt x="723" y="44"/>
                </a:lnTo>
                <a:lnTo>
                  <a:pt x="723" y="45"/>
                </a:lnTo>
                <a:lnTo>
                  <a:pt x="723" y="46"/>
                </a:lnTo>
                <a:lnTo>
                  <a:pt x="723" y="47"/>
                </a:lnTo>
                <a:lnTo>
                  <a:pt x="723" y="48"/>
                </a:lnTo>
                <a:lnTo>
                  <a:pt x="723" y="49"/>
                </a:lnTo>
                <a:lnTo>
                  <a:pt x="723" y="50"/>
                </a:lnTo>
                <a:lnTo>
                  <a:pt x="724" y="51"/>
                </a:lnTo>
                <a:lnTo>
                  <a:pt x="725" y="52"/>
                </a:lnTo>
                <a:lnTo>
                  <a:pt x="726" y="52"/>
                </a:lnTo>
                <a:lnTo>
                  <a:pt x="727" y="53"/>
                </a:lnTo>
                <a:lnTo>
                  <a:pt x="729" y="53"/>
                </a:lnTo>
                <a:lnTo>
                  <a:pt x="730" y="54"/>
                </a:lnTo>
                <a:lnTo>
                  <a:pt x="731" y="55"/>
                </a:lnTo>
                <a:lnTo>
                  <a:pt x="732" y="55"/>
                </a:lnTo>
                <a:lnTo>
                  <a:pt x="733" y="56"/>
                </a:lnTo>
                <a:lnTo>
                  <a:pt x="733" y="57"/>
                </a:lnTo>
                <a:lnTo>
                  <a:pt x="734" y="58"/>
                </a:lnTo>
                <a:lnTo>
                  <a:pt x="735" y="58"/>
                </a:lnTo>
                <a:lnTo>
                  <a:pt x="736" y="58"/>
                </a:lnTo>
                <a:lnTo>
                  <a:pt x="736" y="59"/>
                </a:lnTo>
                <a:lnTo>
                  <a:pt x="736" y="58"/>
                </a:lnTo>
                <a:lnTo>
                  <a:pt x="737" y="58"/>
                </a:lnTo>
                <a:lnTo>
                  <a:pt x="738" y="59"/>
                </a:lnTo>
                <a:lnTo>
                  <a:pt x="739" y="60"/>
                </a:lnTo>
                <a:lnTo>
                  <a:pt x="740" y="60"/>
                </a:lnTo>
                <a:lnTo>
                  <a:pt x="741" y="61"/>
                </a:lnTo>
                <a:lnTo>
                  <a:pt x="742" y="62"/>
                </a:lnTo>
                <a:lnTo>
                  <a:pt x="743" y="63"/>
                </a:lnTo>
                <a:lnTo>
                  <a:pt x="744" y="63"/>
                </a:lnTo>
                <a:lnTo>
                  <a:pt x="744" y="64"/>
                </a:lnTo>
                <a:lnTo>
                  <a:pt x="746" y="64"/>
                </a:lnTo>
                <a:lnTo>
                  <a:pt x="747" y="65"/>
                </a:lnTo>
                <a:lnTo>
                  <a:pt x="748" y="65"/>
                </a:lnTo>
                <a:lnTo>
                  <a:pt x="748" y="66"/>
                </a:lnTo>
                <a:lnTo>
                  <a:pt x="749" y="66"/>
                </a:lnTo>
                <a:lnTo>
                  <a:pt x="748" y="67"/>
                </a:lnTo>
                <a:lnTo>
                  <a:pt x="746" y="72"/>
                </a:lnTo>
                <a:lnTo>
                  <a:pt x="745" y="74"/>
                </a:lnTo>
                <a:lnTo>
                  <a:pt x="743" y="78"/>
                </a:lnTo>
                <a:lnTo>
                  <a:pt x="742" y="78"/>
                </a:lnTo>
                <a:lnTo>
                  <a:pt x="742" y="79"/>
                </a:lnTo>
                <a:lnTo>
                  <a:pt x="741" y="80"/>
                </a:lnTo>
                <a:lnTo>
                  <a:pt x="741" y="81"/>
                </a:lnTo>
                <a:lnTo>
                  <a:pt x="740" y="81"/>
                </a:lnTo>
                <a:lnTo>
                  <a:pt x="740" y="82"/>
                </a:lnTo>
                <a:lnTo>
                  <a:pt x="740" y="83"/>
                </a:lnTo>
                <a:lnTo>
                  <a:pt x="739" y="83"/>
                </a:lnTo>
                <a:lnTo>
                  <a:pt x="739" y="84"/>
                </a:lnTo>
                <a:lnTo>
                  <a:pt x="738" y="85"/>
                </a:lnTo>
                <a:lnTo>
                  <a:pt x="739" y="85"/>
                </a:lnTo>
                <a:lnTo>
                  <a:pt x="740" y="86"/>
                </a:lnTo>
                <a:lnTo>
                  <a:pt x="741" y="86"/>
                </a:lnTo>
                <a:lnTo>
                  <a:pt x="741" y="87"/>
                </a:lnTo>
                <a:lnTo>
                  <a:pt x="742" y="87"/>
                </a:lnTo>
                <a:lnTo>
                  <a:pt x="742" y="88"/>
                </a:lnTo>
                <a:lnTo>
                  <a:pt x="743" y="88"/>
                </a:lnTo>
                <a:lnTo>
                  <a:pt x="744" y="88"/>
                </a:lnTo>
                <a:lnTo>
                  <a:pt x="745" y="89"/>
                </a:lnTo>
                <a:lnTo>
                  <a:pt x="746" y="89"/>
                </a:lnTo>
                <a:lnTo>
                  <a:pt x="747" y="89"/>
                </a:lnTo>
                <a:lnTo>
                  <a:pt x="749" y="88"/>
                </a:lnTo>
                <a:lnTo>
                  <a:pt x="750" y="88"/>
                </a:lnTo>
                <a:lnTo>
                  <a:pt x="750" y="87"/>
                </a:lnTo>
                <a:lnTo>
                  <a:pt x="751" y="87"/>
                </a:lnTo>
                <a:lnTo>
                  <a:pt x="752" y="87"/>
                </a:lnTo>
                <a:lnTo>
                  <a:pt x="753" y="87"/>
                </a:lnTo>
                <a:lnTo>
                  <a:pt x="754" y="88"/>
                </a:lnTo>
                <a:lnTo>
                  <a:pt x="755" y="89"/>
                </a:lnTo>
                <a:lnTo>
                  <a:pt x="756" y="89"/>
                </a:lnTo>
                <a:lnTo>
                  <a:pt x="756" y="90"/>
                </a:lnTo>
                <a:lnTo>
                  <a:pt x="756" y="91"/>
                </a:lnTo>
                <a:lnTo>
                  <a:pt x="756" y="92"/>
                </a:lnTo>
                <a:lnTo>
                  <a:pt x="756" y="93"/>
                </a:lnTo>
                <a:lnTo>
                  <a:pt x="756" y="94"/>
                </a:lnTo>
                <a:lnTo>
                  <a:pt x="755" y="94"/>
                </a:lnTo>
                <a:lnTo>
                  <a:pt x="755" y="95"/>
                </a:lnTo>
                <a:lnTo>
                  <a:pt x="756" y="95"/>
                </a:lnTo>
                <a:lnTo>
                  <a:pt x="755" y="95"/>
                </a:lnTo>
                <a:lnTo>
                  <a:pt x="755" y="96"/>
                </a:lnTo>
                <a:lnTo>
                  <a:pt x="754" y="96"/>
                </a:lnTo>
                <a:lnTo>
                  <a:pt x="753" y="97"/>
                </a:lnTo>
                <a:lnTo>
                  <a:pt x="753" y="98"/>
                </a:lnTo>
                <a:lnTo>
                  <a:pt x="752" y="98"/>
                </a:lnTo>
                <a:lnTo>
                  <a:pt x="751" y="98"/>
                </a:lnTo>
                <a:lnTo>
                  <a:pt x="751" y="99"/>
                </a:lnTo>
                <a:lnTo>
                  <a:pt x="751" y="100"/>
                </a:lnTo>
                <a:lnTo>
                  <a:pt x="750" y="101"/>
                </a:lnTo>
                <a:lnTo>
                  <a:pt x="749" y="101"/>
                </a:lnTo>
                <a:lnTo>
                  <a:pt x="749" y="100"/>
                </a:lnTo>
                <a:lnTo>
                  <a:pt x="749" y="101"/>
                </a:lnTo>
                <a:lnTo>
                  <a:pt x="748" y="101"/>
                </a:lnTo>
                <a:lnTo>
                  <a:pt x="748" y="102"/>
                </a:lnTo>
                <a:lnTo>
                  <a:pt x="747" y="103"/>
                </a:lnTo>
                <a:lnTo>
                  <a:pt x="748" y="105"/>
                </a:lnTo>
                <a:lnTo>
                  <a:pt x="748" y="106"/>
                </a:lnTo>
                <a:lnTo>
                  <a:pt x="748" y="107"/>
                </a:lnTo>
                <a:lnTo>
                  <a:pt x="749" y="107"/>
                </a:lnTo>
                <a:lnTo>
                  <a:pt x="750" y="107"/>
                </a:lnTo>
                <a:lnTo>
                  <a:pt x="751" y="107"/>
                </a:lnTo>
                <a:lnTo>
                  <a:pt x="752" y="106"/>
                </a:lnTo>
                <a:lnTo>
                  <a:pt x="753" y="106"/>
                </a:lnTo>
                <a:lnTo>
                  <a:pt x="753" y="107"/>
                </a:lnTo>
                <a:lnTo>
                  <a:pt x="754" y="106"/>
                </a:lnTo>
                <a:lnTo>
                  <a:pt x="755" y="106"/>
                </a:lnTo>
                <a:lnTo>
                  <a:pt x="756" y="106"/>
                </a:lnTo>
                <a:lnTo>
                  <a:pt x="756" y="107"/>
                </a:lnTo>
                <a:lnTo>
                  <a:pt x="757" y="107"/>
                </a:lnTo>
                <a:lnTo>
                  <a:pt x="757" y="106"/>
                </a:lnTo>
                <a:lnTo>
                  <a:pt x="758" y="105"/>
                </a:lnTo>
                <a:lnTo>
                  <a:pt x="759" y="106"/>
                </a:lnTo>
                <a:lnTo>
                  <a:pt x="759" y="107"/>
                </a:lnTo>
                <a:lnTo>
                  <a:pt x="760" y="108"/>
                </a:lnTo>
                <a:lnTo>
                  <a:pt x="761" y="109"/>
                </a:lnTo>
                <a:lnTo>
                  <a:pt x="761" y="110"/>
                </a:lnTo>
                <a:lnTo>
                  <a:pt x="762" y="110"/>
                </a:lnTo>
                <a:lnTo>
                  <a:pt x="762" y="111"/>
                </a:lnTo>
                <a:lnTo>
                  <a:pt x="762" y="112"/>
                </a:lnTo>
                <a:lnTo>
                  <a:pt x="762" y="113"/>
                </a:lnTo>
                <a:lnTo>
                  <a:pt x="762" y="114"/>
                </a:lnTo>
                <a:lnTo>
                  <a:pt x="763" y="114"/>
                </a:lnTo>
                <a:lnTo>
                  <a:pt x="763" y="115"/>
                </a:lnTo>
                <a:lnTo>
                  <a:pt x="762" y="115"/>
                </a:lnTo>
                <a:lnTo>
                  <a:pt x="763" y="116"/>
                </a:lnTo>
                <a:lnTo>
                  <a:pt x="764" y="116"/>
                </a:lnTo>
                <a:lnTo>
                  <a:pt x="765" y="116"/>
                </a:lnTo>
                <a:lnTo>
                  <a:pt x="765" y="115"/>
                </a:lnTo>
                <a:lnTo>
                  <a:pt x="766" y="115"/>
                </a:lnTo>
                <a:lnTo>
                  <a:pt x="765" y="114"/>
                </a:lnTo>
                <a:lnTo>
                  <a:pt x="764" y="113"/>
                </a:lnTo>
                <a:lnTo>
                  <a:pt x="764" y="112"/>
                </a:lnTo>
                <a:lnTo>
                  <a:pt x="764" y="111"/>
                </a:lnTo>
                <a:lnTo>
                  <a:pt x="764" y="110"/>
                </a:lnTo>
                <a:lnTo>
                  <a:pt x="765" y="110"/>
                </a:lnTo>
                <a:lnTo>
                  <a:pt x="765" y="109"/>
                </a:lnTo>
                <a:lnTo>
                  <a:pt x="766" y="108"/>
                </a:lnTo>
                <a:lnTo>
                  <a:pt x="767" y="108"/>
                </a:lnTo>
                <a:lnTo>
                  <a:pt x="767" y="107"/>
                </a:lnTo>
                <a:lnTo>
                  <a:pt x="768" y="108"/>
                </a:lnTo>
                <a:lnTo>
                  <a:pt x="768" y="107"/>
                </a:lnTo>
                <a:lnTo>
                  <a:pt x="769" y="105"/>
                </a:lnTo>
                <a:lnTo>
                  <a:pt x="770" y="105"/>
                </a:lnTo>
                <a:lnTo>
                  <a:pt x="771" y="105"/>
                </a:lnTo>
                <a:lnTo>
                  <a:pt x="772" y="105"/>
                </a:lnTo>
                <a:lnTo>
                  <a:pt x="773" y="105"/>
                </a:lnTo>
                <a:lnTo>
                  <a:pt x="774" y="105"/>
                </a:lnTo>
                <a:lnTo>
                  <a:pt x="774" y="104"/>
                </a:lnTo>
                <a:lnTo>
                  <a:pt x="774" y="103"/>
                </a:lnTo>
                <a:lnTo>
                  <a:pt x="774" y="102"/>
                </a:lnTo>
                <a:lnTo>
                  <a:pt x="773" y="102"/>
                </a:lnTo>
                <a:lnTo>
                  <a:pt x="774" y="101"/>
                </a:lnTo>
                <a:lnTo>
                  <a:pt x="775" y="100"/>
                </a:lnTo>
                <a:lnTo>
                  <a:pt x="776" y="99"/>
                </a:lnTo>
                <a:lnTo>
                  <a:pt x="777" y="99"/>
                </a:lnTo>
                <a:lnTo>
                  <a:pt x="777" y="98"/>
                </a:lnTo>
                <a:lnTo>
                  <a:pt x="778" y="97"/>
                </a:lnTo>
                <a:lnTo>
                  <a:pt x="779" y="96"/>
                </a:lnTo>
                <a:lnTo>
                  <a:pt x="779" y="95"/>
                </a:lnTo>
                <a:lnTo>
                  <a:pt x="779" y="94"/>
                </a:lnTo>
                <a:lnTo>
                  <a:pt x="780" y="94"/>
                </a:lnTo>
                <a:lnTo>
                  <a:pt x="780" y="93"/>
                </a:lnTo>
                <a:lnTo>
                  <a:pt x="781" y="92"/>
                </a:lnTo>
                <a:lnTo>
                  <a:pt x="781" y="91"/>
                </a:lnTo>
                <a:lnTo>
                  <a:pt x="780" y="91"/>
                </a:lnTo>
                <a:lnTo>
                  <a:pt x="780" y="90"/>
                </a:lnTo>
                <a:lnTo>
                  <a:pt x="781" y="89"/>
                </a:lnTo>
                <a:lnTo>
                  <a:pt x="781" y="88"/>
                </a:lnTo>
                <a:lnTo>
                  <a:pt x="782" y="88"/>
                </a:lnTo>
                <a:lnTo>
                  <a:pt x="783" y="88"/>
                </a:lnTo>
                <a:lnTo>
                  <a:pt x="783" y="87"/>
                </a:lnTo>
                <a:lnTo>
                  <a:pt x="782" y="87"/>
                </a:lnTo>
                <a:lnTo>
                  <a:pt x="782" y="86"/>
                </a:lnTo>
                <a:lnTo>
                  <a:pt x="783" y="86"/>
                </a:lnTo>
                <a:lnTo>
                  <a:pt x="784" y="86"/>
                </a:lnTo>
                <a:lnTo>
                  <a:pt x="785" y="84"/>
                </a:lnTo>
                <a:lnTo>
                  <a:pt x="784" y="84"/>
                </a:lnTo>
                <a:lnTo>
                  <a:pt x="784" y="83"/>
                </a:lnTo>
                <a:lnTo>
                  <a:pt x="783" y="83"/>
                </a:lnTo>
                <a:lnTo>
                  <a:pt x="783" y="82"/>
                </a:lnTo>
                <a:lnTo>
                  <a:pt x="783" y="81"/>
                </a:lnTo>
                <a:lnTo>
                  <a:pt x="784" y="80"/>
                </a:lnTo>
                <a:lnTo>
                  <a:pt x="785" y="80"/>
                </a:lnTo>
                <a:lnTo>
                  <a:pt x="786" y="80"/>
                </a:lnTo>
                <a:lnTo>
                  <a:pt x="787" y="80"/>
                </a:lnTo>
                <a:lnTo>
                  <a:pt x="787" y="79"/>
                </a:lnTo>
                <a:lnTo>
                  <a:pt x="787" y="78"/>
                </a:lnTo>
                <a:lnTo>
                  <a:pt x="787" y="77"/>
                </a:lnTo>
                <a:lnTo>
                  <a:pt x="788" y="77"/>
                </a:lnTo>
                <a:lnTo>
                  <a:pt x="788" y="76"/>
                </a:lnTo>
                <a:lnTo>
                  <a:pt x="788" y="75"/>
                </a:lnTo>
                <a:lnTo>
                  <a:pt x="788" y="74"/>
                </a:lnTo>
                <a:lnTo>
                  <a:pt x="788" y="73"/>
                </a:lnTo>
                <a:lnTo>
                  <a:pt x="787" y="71"/>
                </a:lnTo>
                <a:lnTo>
                  <a:pt x="787" y="70"/>
                </a:lnTo>
                <a:lnTo>
                  <a:pt x="787" y="69"/>
                </a:lnTo>
                <a:lnTo>
                  <a:pt x="787" y="68"/>
                </a:lnTo>
                <a:lnTo>
                  <a:pt x="787" y="66"/>
                </a:lnTo>
                <a:lnTo>
                  <a:pt x="788" y="64"/>
                </a:lnTo>
                <a:lnTo>
                  <a:pt x="788" y="63"/>
                </a:lnTo>
                <a:lnTo>
                  <a:pt x="788" y="62"/>
                </a:lnTo>
                <a:lnTo>
                  <a:pt x="790" y="60"/>
                </a:lnTo>
                <a:lnTo>
                  <a:pt x="791" y="59"/>
                </a:lnTo>
                <a:lnTo>
                  <a:pt x="792" y="59"/>
                </a:lnTo>
                <a:lnTo>
                  <a:pt x="793" y="59"/>
                </a:lnTo>
                <a:lnTo>
                  <a:pt x="794" y="59"/>
                </a:lnTo>
                <a:lnTo>
                  <a:pt x="795" y="59"/>
                </a:lnTo>
                <a:lnTo>
                  <a:pt x="796" y="58"/>
                </a:lnTo>
                <a:lnTo>
                  <a:pt x="797" y="57"/>
                </a:lnTo>
                <a:lnTo>
                  <a:pt x="797" y="56"/>
                </a:lnTo>
                <a:lnTo>
                  <a:pt x="796" y="56"/>
                </a:lnTo>
                <a:lnTo>
                  <a:pt x="796" y="55"/>
                </a:lnTo>
                <a:lnTo>
                  <a:pt x="797" y="54"/>
                </a:lnTo>
                <a:lnTo>
                  <a:pt x="798" y="53"/>
                </a:lnTo>
                <a:lnTo>
                  <a:pt x="799" y="52"/>
                </a:lnTo>
                <a:lnTo>
                  <a:pt x="799" y="51"/>
                </a:lnTo>
                <a:lnTo>
                  <a:pt x="799" y="50"/>
                </a:lnTo>
                <a:lnTo>
                  <a:pt x="800" y="50"/>
                </a:lnTo>
                <a:lnTo>
                  <a:pt x="800" y="49"/>
                </a:lnTo>
                <a:lnTo>
                  <a:pt x="799" y="49"/>
                </a:lnTo>
                <a:lnTo>
                  <a:pt x="799" y="48"/>
                </a:lnTo>
                <a:lnTo>
                  <a:pt x="799" y="47"/>
                </a:lnTo>
                <a:lnTo>
                  <a:pt x="800" y="47"/>
                </a:lnTo>
                <a:lnTo>
                  <a:pt x="800" y="46"/>
                </a:lnTo>
                <a:lnTo>
                  <a:pt x="801" y="46"/>
                </a:lnTo>
                <a:lnTo>
                  <a:pt x="802" y="46"/>
                </a:lnTo>
                <a:lnTo>
                  <a:pt x="802" y="47"/>
                </a:lnTo>
                <a:lnTo>
                  <a:pt x="803" y="47"/>
                </a:lnTo>
                <a:lnTo>
                  <a:pt x="803" y="46"/>
                </a:lnTo>
                <a:lnTo>
                  <a:pt x="804" y="46"/>
                </a:lnTo>
                <a:lnTo>
                  <a:pt x="804" y="45"/>
                </a:lnTo>
                <a:lnTo>
                  <a:pt x="805" y="44"/>
                </a:lnTo>
                <a:lnTo>
                  <a:pt x="805" y="45"/>
                </a:lnTo>
                <a:lnTo>
                  <a:pt x="806" y="45"/>
                </a:lnTo>
                <a:lnTo>
                  <a:pt x="806" y="44"/>
                </a:lnTo>
                <a:lnTo>
                  <a:pt x="807" y="44"/>
                </a:lnTo>
                <a:lnTo>
                  <a:pt x="808" y="44"/>
                </a:lnTo>
                <a:lnTo>
                  <a:pt x="809" y="45"/>
                </a:lnTo>
                <a:lnTo>
                  <a:pt x="810" y="45"/>
                </a:lnTo>
                <a:lnTo>
                  <a:pt x="810" y="44"/>
                </a:lnTo>
                <a:lnTo>
                  <a:pt x="811" y="43"/>
                </a:lnTo>
                <a:lnTo>
                  <a:pt x="812" y="43"/>
                </a:lnTo>
                <a:lnTo>
                  <a:pt x="812" y="42"/>
                </a:lnTo>
                <a:lnTo>
                  <a:pt x="812" y="41"/>
                </a:lnTo>
                <a:lnTo>
                  <a:pt x="813" y="41"/>
                </a:lnTo>
                <a:lnTo>
                  <a:pt x="814" y="41"/>
                </a:lnTo>
                <a:lnTo>
                  <a:pt x="814" y="42"/>
                </a:lnTo>
                <a:lnTo>
                  <a:pt x="815" y="44"/>
                </a:lnTo>
                <a:lnTo>
                  <a:pt x="814" y="45"/>
                </a:lnTo>
                <a:lnTo>
                  <a:pt x="814" y="46"/>
                </a:lnTo>
                <a:lnTo>
                  <a:pt x="814" y="48"/>
                </a:lnTo>
                <a:lnTo>
                  <a:pt x="814" y="49"/>
                </a:lnTo>
                <a:lnTo>
                  <a:pt x="815" y="49"/>
                </a:lnTo>
                <a:lnTo>
                  <a:pt x="815" y="50"/>
                </a:lnTo>
                <a:lnTo>
                  <a:pt x="815" y="51"/>
                </a:lnTo>
                <a:lnTo>
                  <a:pt x="816" y="52"/>
                </a:lnTo>
                <a:lnTo>
                  <a:pt x="816" y="53"/>
                </a:lnTo>
                <a:lnTo>
                  <a:pt x="815" y="55"/>
                </a:lnTo>
                <a:lnTo>
                  <a:pt x="814" y="56"/>
                </a:lnTo>
                <a:lnTo>
                  <a:pt x="813" y="58"/>
                </a:lnTo>
                <a:lnTo>
                  <a:pt x="813" y="60"/>
                </a:lnTo>
                <a:lnTo>
                  <a:pt x="813" y="61"/>
                </a:lnTo>
                <a:lnTo>
                  <a:pt x="813" y="62"/>
                </a:lnTo>
                <a:lnTo>
                  <a:pt x="812" y="62"/>
                </a:lnTo>
                <a:lnTo>
                  <a:pt x="811" y="62"/>
                </a:lnTo>
                <a:lnTo>
                  <a:pt x="811" y="63"/>
                </a:lnTo>
                <a:lnTo>
                  <a:pt x="811" y="64"/>
                </a:lnTo>
                <a:lnTo>
                  <a:pt x="812" y="65"/>
                </a:lnTo>
                <a:lnTo>
                  <a:pt x="814" y="66"/>
                </a:lnTo>
                <a:lnTo>
                  <a:pt x="814" y="67"/>
                </a:lnTo>
                <a:lnTo>
                  <a:pt x="815" y="68"/>
                </a:lnTo>
                <a:lnTo>
                  <a:pt x="815" y="69"/>
                </a:lnTo>
                <a:lnTo>
                  <a:pt x="815" y="70"/>
                </a:lnTo>
                <a:lnTo>
                  <a:pt x="815" y="71"/>
                </a:lnTo>
                <a:lnTo>
                  <a:pt x="816" y="71"/>
                </a:lnTo>
                <a:lnTo>
                  <a:pt x="817" y="71"/>
                </a:lnTo>
                <a:lnTo>
                  <a:pt x="817" y="72"/>
                </a:lnTo>
                <a:lnTo>
                  <a:pt x="817" y="73"/>
                </a:lnTo>
                <a:lnTo>
                  <a:pt x="817" y="74"/>
                </a:lnTo>
                <a:lnTo>
                  <a:pt x="818" y="75"/>
                </a:lnTo>
                <a:lnTo>
                  <a:pt x="818" y="76"/>
                </a:lnTo>
                <a:lnTo>
                  <a:pt x="818" y="77"/>
                </a:lnTo>
                <a:lnTo>
                  <a:pt x="818" y="78"/>
                </a:lnTo>
                <a:lnTo>
                  <a:pt x="818" y="79"/>
                </a:lnTo>
                <a:lnTo>
                  <a:pt x="818" y="80"/>
                </a:lnTo>
                <a:lnTo>
                  <a:pt x="818" y="81"/>
                </a:lnTo>
                <a:lnTo>
                  <a:pt x="819" y="82"/>
                </a:lnTo>
                <a:lnTo>
                  <a:pt x="819" y="83"/>
                </a:lnTo>
                <a:lnTo>
                  <a:pt x="818" y="84"/>
                </a:lnTo>
                <a:lnTo>
                  <a:pt x="819" y="84"/>
                </a:lnTo>
                <a:lnTo>
                  <a:pt x="819" y="85"/>
                </a:lnTo>
                <a:lnTo>
                  <a:pt x="819" y="86"/>
                </a:lnTo>
                <a:lnTo>
                  <a:pt x="819" y="87"/>
                </a:lnTo>
                <a:lnTo>
                  <a:pt x="818" y="88"/>
                </a:lnTo>
                <a:lnTo>
                  <a:pt x="818" y="89"/>
                </a:lnTo>
                <a:lnTo>
                  <a:pt x="818" y="90"/>
                </a:lnTo>
                <a:lnTo>
                  <a:pt x="818" y="91"/>
                </a:lnTo>
                <a:lnTo>
                  <a:pt x="819" y="93"/>
                </a:lnTo>
                <a:lnTo>
                  <a:pt x="819" y="94"/>
                </a:lnTo>
                <a:lnTo>
                  <a:pt x="819" y="95"/>
                </a:lnTo>
                <a:lnTo>
                  <a:pt x="819" y="96"/>
                </a:lnTo>
                <a:lnTo>
                  <a:pt x="820" y="97"/>
                </a:lnTo>
                <a:lnTo>
                  <a:pt x="820" y="98"/>
                </a:lnTo>
                <a:lnTo>
                  <a:pt x="820" y="99"/>
                </a:lnTo>
                <a:lnTo>
                  <a:pt x="821" y="100"/>
                </a:lnTo>
                <a:lnTo>
                  <a:pt x="821" y="101"/>
                </a:lnTo>
                <a:lnTo>
                  <a:pt x="822" y="102"/>
                </a:lnTo>
                <a:lnTo>
                  <a:pt x="822" y="103"/>
                </a:lnTo>
                <a:lnTo>
                  <a:pt x="821" y="103"/>
                </a:lnTo>
                <a:lnTo>
                  <a:pt x="822" y="105"/>
                </a:lnTo>
                <a:lnTo>
                  <a:pt x="823" y="106"/>
                </a:lnTo>
                <a:lnTo>
                  <a:pt x="824" y="107"/>
                </a:lnTo>
                <a:lnTo>
                  <a:pt x="824" y="109"/>
                </a:lnTo>
                <a:lnTo>
                  <a:pt x="825" y="110"/>
                </a:lnTo>
                <a:lnTo>
                  <a:pt x="825" y="111"/>
                </a:lnTo>
                <a:lnTo>
                  <a:pt x="826" y="111"/>
                </a:lnTo>
                <a:lnTo>
                  <a:pt x="827" y="111"/>
                </a:lnTo>
                <a:lnTo>
                  <a:pt x="827" y="110"/>
                </a:lnTo>
                <a:lnTo>
                  <a:pt x="828" y="110"/>
                </a:lnTo>
                <a:lnTo>
                  <a:pt x="829" y="111"/>
                </a:lnTo>
                <a:lnTo>
                  <a:pt x="830" y="110"/>
                </a:lnTo>
                <a:lnTo>
                  <a:pt x="830" y="109"/>
                </a:lnTo>
                <a:lnTo>
                  <a:pt x="830" y="108"/>
                </a:lnTo>
                <a:lnTo>
                  <a:pt x="830" y="107"/>
                </a:lnTo>
                <a:lnTo>
                  <a:pt x="831" y="107"/>
                </a:lnTo>
                <a:lnTo>
                  <a:pt x="831" y="105"/>
                </a:lnTo>
                <a:lnTo>
                  <a:pt x="830" y="105"/>
                </a:lnTo>
                <a:lnTo>
                  <a:pt x="830" y="104"/>
                </a:lnTo>
                <a:lnTo>
                  <a:pt x="831" y="104"/>
                </a:lnTo>
                <a:lnTo>
                  <a:pt x="832" y="104"/>
                </a:lnTo>
                <a:lnTo>
                  <a:pt x="832" y="103"/>
                </a:lnTo>
                <a:lnTo>
                  <a:pt x="833" y="103"/>
                </a:lnTo>
                <a:lnTo>
                  <a:pt x="833" y="104"/>
                </a:lnTo>
                <a:lnTo>
                  <a:pt x="834" y="104"/>
                </a:lnTo>
                <a:lnTo>
                  <a:pt x="834" y="105"/>
                </a:lnTo>
                <a:lnTo>
                  <a:pt x="835" y="105"/>
                </a:lnTo>
                <a:lnTo>
                  <a:pt x="836" y="105"/>
                </a:lnTo>
                <a:lnTo>
                  <a:pt x="837" y="105"/>
                </a:lnTo>
                <a:lnTo>
                  <a:pt x="839" y="105"/>
                </a:lnTo>
                <a:lnTo>
                  <a:pt x="840" y="106"/>
                </a:lnTo>
                <a:lnTo>
                  <a:pt x="840" y="107"/>
                </a:lnTo>
                <a:lnTo>
                  <a:pt x="840" y="108"/>
                </a:lnTo>
                <a:lnTo>
                  <a:pt x="841" y="109"/>
                </a:lnTo>
                <a:lnTo>
                  <a:pt x="841" y="110"/>
                </a:lnTo>
                <a:lnTo>
                  <a:pt x="842" y="110"/>
                </a:lnTo>
                <a:lnTo>
                  <a:pt x="843" y="110"/>
                </a:lnTo>
                <a:lnTo>
                  <a:pt x="843" y="111"/>
                </a:lnTo>
                <a:lnTo>
                  <a:pt x="844" y="111"/>
                </a:lnTo>
                <a:lnTo>
                  <a:pt x="844" y="112"/>
                </a:lnTo>
                <a:lnTo>
                  <a:pt x="843" y="114"/>
                </a:lnTo>
                <a:lnTo>
                  <a:pt x="842" y="114"/>
                </a:lnTo>
                <a:lnTo>
                  <a:pt x="842" y="115"/>
                </a:lnTo>
                <a:lnTo>
                  <a:pt x="843" y="115"/>
                </a:lnTo>
                <a:lnTo>
                  <a:pt x="844" y="115"/>
                </a:lnTo>
                <a:lnTo>
                  <a:pt x="845" y="116"/>
                </a:lnTo>
                <a:lnTo>
                  <a:pt x="845" y="117"/>
                </a:lnTo>
                <a:lnTo>
                  <a:pt x="845" y="118"/>
                </a:lnTo>
                <a:lnTo>
                  <a:pt x="844" y="119"/>
                </a:lnTo>
                <a:lnTo>
                  <a:pt x="845" y="119"/>
                </a:lnTo>
                <a:lnTo>
                  <a:pt x="845" y="120"/>
                </a:lnTo>
                <a:lnTo>
                  <a:pt x="844" y="120"/>
                </a:lnTo>
                <a:lnTo>
                  <a:pt x="843" y="121"/>
                </a:lnTo>
                <a:lnTo>
                  <a:pt x="842" y="122"/>
                </a:lnTo>
                <a:lnTo>
                  <a:pt x="843" y="122"/>
                </a:lnTo>
                <a:lnTo>
                  <a:pt x="843" y="123"/>
                </a:lnTo>
                <a:lnTo>
                  <a:pt x="844" y="124"/>
                </a:lnTo>
                <a:lnTo>
                  <a:pt x="844" y="125"/>
                </a:lnTo>
                <a:lnTo>
                  <a:pt x="845" y="125"/>
                </a:lnTo>
                <a:lnTo>
                  <a:pt x="845" y="126"/>
                </a:lnTo>
                <a:lnTo>
                  <a:pt x="846" y="126"/>
                </a:lnTo>
                <a:lnTo>
                  <a:pt x="846" y="128"/>
                </a:lnTo>
                <a:lnTo>
                  <a:pt x="846" y="129"/>
                </a:lnTo>
                <a:lnTo>
                  <a:pt x="845" y="129"/>
                </a:lnTo>
                <a:lnTo>
                  <a:pt x="845" y="130"/>
                </a:lnTo>
                <a:lnTo>
                  <a:pt x="844" y="130"/>
                </a:lnTo>
                <a:lnTo>
                  <a:pt x="843" y="131"/>
                </a:lnTo>
                <a:lnTo>
                  <a:pt x="844" y="131"/>
                </a:lnTo>
                <a:lnTo>
                  <a:pt x="844" y="132"/>
                </a:lnTo>
                <a:lnTo>
                  <a:pt x="845" y="132"/>
                </a:lnTo>
                <a:lnTo>
                  <a:pt x="846" y="131"/>
                </a:lnTo>
                <a:lnTo>
                  <a:pt x="847" y="130"/>
                </a:lnTo>
                <a:lnTo>
                  <a:pt x="848" y="130"/>
                </a:lnTo>
                <a:lnTo>
                  <a:pt x="848" y="131"/>
                </a:lnTo>
                <a:lnTo>
                  <a:pt x="848" y="132"/>
                </a:lnTo>
                <a:lnTo>
                  <a:pt x="849" y="132"/>
                </a:lnTo>
                <a:lnTo>
                  <a:pt x="851" y="132"/>
                </a:lnTo>
                <a:lnTo>
                  <a:pt x="851" y="133"/>
                </a:lnTo>
                <a:lnTo>
                  <a:pt x="852" y="134"/>
                </a:lnTo>
                <a:lnTo>
                  <a:pt x="852" y="135"/>
                </a:lnTo>
                <a:lnTo>
                  <a:pt x="852" y="136"/>
                </a:lnTo>
                <a:lnTo>
                  <a:pt x="852" y="137"/>
                </a:lnTo>
                <a:lnTo>
                  <a:pt x="852" y="138"/>
                </a:lnTo>
                <a:lnTo>
                  <a:pt x="852" y="139"/>
                </a:lnTo>
                <a:lnTo>
                  <a:pt x="853" y="139"/>
                </a:lnTo>
                <a:lnTo>
                  <a:pt x="853" y="140"/>
                </a:lnTo>
                <a:lnTo>
                  <a:pt x="853" y="139"/>
                </a:lnTo>
                <a:lnTo>
                  <a:pt x="854" y="140"/>
                </a:lnTo>
                <a:lnTo>
                  <a:pt x="855" y="140"/>
                </a:lnTo>
                <a:lnTo>
                  <a:pt x="855" y="141"/>
                </a:lnTo>
                <a:lnTo>
                  <a:pt x="857" y="141"/>
                </a:lnTo>
                <a:lnTo>
                  <a:pt x="858" y="140"/>
                </a:lnTo>
                <a:lnTo>
                  <a:pt x="859" y="140"/>
                </a:lnTo>
                <a:lnTo>
                  <a:pt x="859" y="139"/>
                </a:lnTo>
                <a:lnTo>
                  <a:pt x="860" y="139"/>
                </a:lnTo>
                <a:lnTo>
                  <a:pt x="860" y="140"/>
                </a:lnTo>
                <a:lnTo>
                  <a:pt x="860" y="139"/>
                </a:lnTo>
                <a:lnTo>
                  <a:pt x="861" y="139"/>
                </a:lnTo>
                <a:lnTo>
                  <a:pt x="861" y="138"/>
                </a:lnTo>
                <a:lnTo>
                  <a:pt x="862" y="138"/>
                </a:lnTo>
                <a:lnTo>
                  <a:pt x="864" y="138"/>
                </a:lnTo>
                <a:lnTo>
                  <a:pt x="865" y="138"/>
                </a:lnTo>
                <a:lnTo>
                  <a:pt x="865" y="139"/>
                </a:lnTo>
                <a:lnTo>
                  <a:pt x="865" y="140"/>
                </a:lnTo>
                <a:lnTo>
                  <a:pt x="866" y="140"/>
                </a:lnTo>
                <a:lnTo>
                  <a:pt x="865" y="140"/>
                </a:lnTo>
                <a:lnTo>
                  <a:pt x="865" y="141"/>
                </a:lnTo>
                <a:lnTo>
                  <a:pt x="865" y="142"/>
                </a:lnTo>
                <a:lnTo>
                  <a:pt x="866" y="143"/>
                </a:lnTo>
                <a:lnTo>
                  <a:pt x="865" y="143"/>
                </a:lnTo>
                <a:lnTo>
                  <a:pt x="865" y="144"/>
                </a:lnTo>
                <a:lnTo>
                  <a:pt x="864" y="144"/>
                </a:lnTo>
                <a:lnTo>
                  <a:pt x="864" y="145"/>
                </a:lnTo>
                <a:lnTo>
                  <a:pt x="864" y="146"/>
                </a:lnTo>
                <a:lnTo>
                  <a:pt x="865" y="146"/>
                </a:lnTo>
                <a:lnTo>
                  <a:pt x="865" y="147"/>
                </a:lnTo>
                <a:lnTo>
                  <a:pt x="865" y="148"/>
                </a:lnTo>
                <a:lnTo>
                  <a:pt x="866" y="148"/>
                </a:lnTo>
                <a:lnTo>
                  <a:pt x="866" y="149"/>
                </a:lnTo>
                <a:lnTo>
                  <a:pt x="866" y="150"/>
                </a:lnTo>
                <a:lnTo>
                  <a:pt x="865" y="150"/>
                </a:lnTo>
                <a:lnTo>
                  <a:pt x="865" y="151"/>
                </a:lnTo>
                <a:lnTo>
                  <a:pt x="865" y="152"/>
                </a:lnTo>
                <a:lnTo>
                  <a:pt x="865" y="154"/>
                </a:lnTo>
                <a:lnTo>
                  <a:pt x="865" y="155"/>
                </a:lnTo>
                <a:lnTo>
                  <a:pt x="865" y="156"/>
                </a:lnTo>
                <a:lnTo>
                  <a:pt x="864" y="156"/>
                </a:lnTo>
                <a:lnTo>
                  <a:pt x="864" y="157"/>
                </a:lnTo>
                <a:lnTo>
                  <a:pt x="865" y="157"/>
                </a:lnTo>
                <a:lnTo>
                  <a:pt x="865" y="158"/>
                </a:lnTo>
                <a:lnTo>
                  <a:pt x="866" y="158"/>
                </a:lnTo>
                <a:lnTo>
                  <a:pt x="867" y="159"/>
                </a:lnTo>
                <a:lnTo>
                  <a:pt x="868" y="159"/>
                </a:lnTo>
                <a:lnTo>
                  <a:pt x="868" y="160"/>
                </a:lnTo>
                <a:lnTo>
                  <a:pt x="869" y="160"/>
                </a:lnTo>
                <a:lnTo>
                  <a:pt x="869" y="161"/>
                </a:lnTo>
                <a:lnTo>
                  <a:pt x="868" y="161"/>
                </a:lnTo>
                <a:lnTo>
                  <a:pt x="867" y="161"/>
                </a:lnTo>
                <a:lnTo>
                  <a:pt x="867" y="162"/>
                </a:lnTo>
                <a:lnTo>
                  <a:pt x="867" y="163"/>
                </a:lnTo>
                <a:lnTo>
                  <a:pt x="866" y="163"/>
                </a:lnTo>
                <a:lnTo>
                  <a:pt x="865" y="163"/>
                </a:lnTo>
                <a:lnTo>
                  <a:pt x="865" y="164"/>
                </a:lnTo>
                <a:lnTo>
                  <a:pt x="866" y="164"/>
                </a:lnTo>
                <a:lnTo>
                  <a:pt x="867" y="164"/>
                </a:lnTo>
                <a:lnTo>
                  <a:pt x="868" y="164"/>
                </a:lnTo>
                <a:lnTo>
                  <a:pt x="868" y="163"/>
                </a:lnTo>
                <a:lnTo>
                  <a:pt x="869" y="163"/>
                </a:lnTo>
                <a:lnTo>
                  <a:pt x="869" y="164"/>
                </a:lnTo>
                <a:lnTo>
                  <a:pt x="870" y="164"/>
                </a:lnTo>
                <a:lnTo>
                  <a:pt x="870" y="165"/>
                </a:lnTo>
                <a:lnTo>
                  <a:pt x="871" y="165"/>
                </a:lnTo>
                <a:lnTo>
                  <a:pt x="872" y="165"/>
                </a:lnTo>
                <a:lnTo>
                  <a:pt x="872" y="166"/>
                </a:lnTo>
                <a:lnTo>
                  <a:pt x="872" y="167"/>
                </a:lnTo>
                <a:lnTo>
                  <a:pt x="873" y="167"/>
                </a:lnTo>
                <a:lnTo>
                  <a:pt x="873" y="168"/>
                </a:lnTo>
                <a:lnTo>
                  <a:pt x="876" y="168"/>
                </a:lnTo>
                <a:lnTo>
                  <a:pt x="877" y="168"/>
                </a:lnTo>
                <a:lnTo>
                  <a:pt x="877" y="169"/>
                </a:lnTo>
                <a:lnTo>
                  <a:pt x="878" y="169"/>
                </a:lnTo>
                <a:lnTo>
                  <a:pt x="879" y="170"/>
                </a:lnTo>
                <a:lnTo>
                  <a:pt x="880" y="171"/>
                </a:lnTo>
                <a:lnTo>
                  <a:pt x="879" y="172"/>
                </a:lnTo>
                <a:lnTo>
                  <a:pt x="879" y="173"/>
                </a:lnTo>
                <a:lnTo>
                  <a:pt x="878" y="173"/>
                </a:lnTo>
                <a:lnTo>
                  <a:pt x="879" y="173"/>
                </a:lnTo>
                <a:lnTo>
                  <a:pt x="880" y="173"/>
                </a:lnTo>
                <a:lnTo>
                  <a:pt x="881" y="174"/>
                </a:lnTo>
                <a:lnTo>
                  <a:pt x="884" y="174"/>
                </a:lnTo>
                <a:lnTo>
                  <a:pt x="885" y="174"/>
                </a:lnTo>
                <a:lnTo>
                  <a:pt x="886" y="175"/>
                </a:lnTo>
                <a:lnTo>
                  <a:pt x="887" y="177"/>
                </a:lnTo>
                <a:lnTo>
                  <a:pt x="887" y="178"/>
                </a:lnTo>
                <a:lnTo>
                  <a:pt x="888" y="178"/>
                </a:lnTo>
                <a:lnTo>
                  <a:pt x="889" y="179"/>
                </a:lnTo>
                <a:lnTo>
                  <a:pt x="889" y="180"/>
                </a:lnTo>
                <a:lnTo>
                  <a:pt x="888" y="180"/>
                </a:lnTo>
                <a:lnTo>
                  <a:pt x="888" y="181"/>
                </a:lnTo>
                <a:lnTo>
                  <a:pt x="888" y="182"/>
                </a:lnTo>
                <a:lnTo>
                  <a:pt x="888" y="183"/>
                </a:lnTo>
                <a:lnTo>
                  <a:pt x="888" y="184"/>
                </a:lnTo>
                <a:lnTo>
                  <a:pt x="888" y="185"/>
                </a:lnTo>
                <a:lnTo>
                  <a:pt x="889" y="185"/>
                </a:lnTo>
                <a:lnTo>
                  <a:pt x="890" y="185"/>
                </a:lnTo>
                <a:lnTo>
                  <a:pt x="891" y="186"/>
                </a:lnTo>
                <a:lnTo>
                  <a:pt x="891" y="187"/>
                </a:lnTo>
                <a:lnTo>
                  <a:pt x="890" y="188"/>
                </a:lnTo>
                <a:lnTo>
                  <a:pt x="890" y="189"/>
                </a:lnTo>
                <a:lnTo>
                  <a:pt x="889" y="189"/>
                </a:lnTo>
                <a:lnTo>
                  <a:pt x="888" y="189"/>
                </a:lnTo>
                <a:lnTo>
                  <a:pt x="888" y="190"/>
                </a:lnTo>
                <a:lnTo>
                  <a:pt x="887" y="190"/>
                </a:lnTo>
                <a:lnTo>
                  <a:pt x="886" y="190"/>
                </a:lnTo>
                <a:lnTo>
                  <a:pt x="886" y="191"/>
                </a:lnTo>
                <a:lnTo>
                  <a:pt x="887" y="191"/>
                </a:lnTo>
                <a:lnTo>
                  <a:pt x="887" y="192"/>
                </a:lnTo>
                <a:lnTo>
                  <a:pt x="888" y="192"/>
                </a:lnTo>
                <a:lnTo>
                  <a:pt x="888" y="193"/>
                </a:lnTo>
                <a:lnTo>
                  <a:pt x="888" y="194"/>
                </a:lnTo>
                <a:lnTo>
                  <a:pt x="889" y="194"/>
                </a:lnTo>
                <a:lnTo>
                  <a:pt x="889" y="195"/>
                </a:lnTo>
                <a:lnTo>
                  <a:pt x="890" y="195"/>
                </a:lnTo>
                <a:lnTo>
                  <a:pt x="890" y="196"/>
                </a:lnTo>
                <a:lnTo>
                  <a:pt x="889" y="197"/>
                </a:lnTo>
                <a:lnTo>
                  <a:pt x="889" y="198"/>
                </a:lnTo>
                <a:lnTo>
                  <a:pt x="889" y="199"/>
                </a:lnTo>
                <a:lnTo>
                  <a:pt x="889" y="200"/>
                </a:lnTo>
                <a:lnTo>
                  <a:pt x="890" y="200"/>
                </a:lnTo>
                <a:lnTo>
                  <a:pt x="891" y="200"/>
                </a:lnTo>
                <a:lnTo>
                  <a:pt x="893" y="200"/>
                </a:lnTo>
                <a:lnTo>
                  <a:pt x="894" y="200"/>
                </a:lnTo>
                <a:lnTo>
                  <a:pt x="895" y="200"/>
                </a:lnTo>
                <a:lnTo>
                  <a:pt x="896" y="200"/>
                </a:lnTo>
                <a:lnTo>
                  <a:pt x="897" y="200"/>
                </a:lnTo>
                <a:lnTo>
                  <a:pt x="897" y="199"/>
                </a:lnTo>
                <a:lnTo>
                  <a:pt x="898" y="198"/>
                </a:lnTo>
                <a:lnTo>
                  <a:pt x="899" y="197"/>
                </a:lnTo>
                <a:lnTo>
                  <a:pt x="900" y="197"/>
                </a:lnTo>
                <a:lnTo>
                  <a:pt x="901" y="197"/>
                </a:lnTo>
                <a:lnTo>
                  <a:pt x="902" y="197"/>
                </a:lnTo>
                <a:lnTo>
                  <a:pt x="902" y="196"/>
                </a:lnTo>
                <a:lnTo>
                  <a:pt x="903" y="197"/>
                </a:lnTo>
                <a:lnTo>
                  <a:pt x="903" y="198"/>
                </a:lnTo>
                <a:lnTo>
                  <a:pt x="904" y="198"/>
                </a:lnTo>
                <a:lnTo>
                  <a:pt x="905" y="199"/>
                </a:lnTo>
                <a:lnTo>
                  <a:pt x="906" y="199"/>
                </a:lnTo>
                <a:lnTo>
                  <a:pt x="907" y="199"/>
                </a:lnTo>
                <a:lnTo>
                  <a:pt x="908" y="199"/>
                </a:lnTo>
                <a:lnTo>
                  <a:pt x="908" y="200"/>
                </a:lnTo>
                <a:lnTo>
                  <a:pt x="908" y="201"/>
                </a:lnTo>
                <a:lnTo>
                  <a:pt x="908" y="202"/>
                </a:lnTo>
                <a:lnTo>
                  <a:pt x="907" y="203"/>
                </a:lnTo>
                <a:lnTo>
                  <a:pt x="907" y="204"/>
                </a:lnTo>
                <a:lnTo>
                  <a:pt x="906" y="204"/>
                </a:lnTo>
                <a:lnTo>
                  <a:pt x="906" y="205"/>
                </a:lnTo>
                <a:lnTo>
                  <a:pt x="906" y="206"/>
                </a:lnTo>
                <a:lnTo>
                  <a:pt x="907" y="207"/>
                </a:lnTo>
                <a:lnTo>
                  <a:pt x="908" y="207"/>
                </a:lnTo>
                <a:lnTo>
                  <a:pt x="909" y="209"/>
                </a:lnTo>
                <a:lnTo>
                  <a:pt x="908" y="211"/>
                </a:lnTo>
                <a:lnTo>
                  <a:pt x="908" y="212"/>
                </a:lnTo>
                <a:lnTo>
                  <a:pt x="909" y="212"/>
                </a:lnTo>
                <a:lnTo>
                  <a:pt x="910" y="212"/>
                </a:lnTo>
                <a:lnTo>
                  <a:pt x="910" y="213"/>
                </a:lnTo>
                <a:lnTo>
                  <a:pt x="911" y="213"/>
                </a:lnTo>
                <a:lnTo>
                  <a:pt x="912" y="213"/>
                </a:lnTo>
                <a:lnTo>
                  <a:pt x="913" y="213"/>
                </a:lnTo>
                <a:lnTo>
                  <a:pt x="913" y="214"/>
                </a:lnTo>
                <a:lnTo>
                  <a:pt x="913" y="215"/>
                </a:lnTo>
                <a:lnTo>
                  <a:pt x="912" y="215"/>
                </a:lnTo>
                <a:lnTo>
                  <a:pt x="913" y="216"/>
                </a:lnTo>
                <a:lnTo>
                  <a:pt x="913" y="217"/>
                </a:lnTo>
                <a:lnTo>
                  <a:pt x="912" y="218"/>
                </a:lnTo>
                <a:lnTo>
                  <a:pt x="912" y="219"/>
                </a:lnTo>
                <a:lnTo>
                  <a:pt x="912" y="220"/>
                </a:lnTo>
                <a:lnTo>
                  <a:pt x="912" y="222"/>
                </a:lnTo>
                <a:lnTo>
                  <a:pt x="911" y="223"/>
                </a:lnTo>
                <a:lnTo>
                  <a:pt x="910" y="223"/>
                </a:lnTo>
                <a:lnTo>
                  <a:pt x="910" y="224"/>
                </a:lnTo>
                <a:lnTo>
                  <a:pt x="911" y="224"/>
                </a:lnTo>
                <a:lnTo>
                  <a:pt x="912" y="224"/>
                </a:lnTo>
                <a:lnTo>
                  <a:pt x="912" y="223"/>
                </a:lnTo>
                <a:lnTo>
                  <a:pt x="913" y="223"/>
                </a:lnTo>
                <a:lnTo>
                  <a:pt x="914" y="221"/>
                </a:lnTo>
                <a:lnTo>
                  <a:pt x="914" y="220"/>
                </a:lnTo>
                <a:lnTo>
                  <a:pt x="914" y="219"/>
                </a:lnTo>
                <a:lnTo>
                  <a:pt x="914" y="218"/>
                </a:lnTo>
                <a:lnTo>
                  <a:pt x="915" y="217"/>
                </a:lnTo>
                <a:lnTo>
                  <a:pt x="915" y="218"/>
                </a:lnTo>
                <a:lnTo>
                  <a:pt x="915" y="219"/>
                </a:lnTo>
                <a:lnTo>
                  <a:pt x="915" y="220"/>
                </a:lnTo>
                <a:lnTo>
                  <a:pt x="915" y="221"/>
                </a:lnTo>
                <a:lnTo>
                  <a:pt x="915" y="222"/>
                </a:lnTo>
                <a:lnTo>
                  <a:pt x="915" y="223"/>
                </a:lnTo>
                <a:lnTo>
                  <a:pt x="915" y="224"/>
                </a:lnTo>
                <a:lnTo>
                  <a:pt x="916" y="224"/>
                </a:lnTo>
                <a:lnTo>
                  <a:pt x="916" y="225"/>
                </a:lnTo>
                <a:lnTo>
                  <a:pt x="915" y="225"/>
                </a:lnTo>
                <a:lnTo>
                  <a:pt x="915" y="226"/>
                </a:lnTo>
                <a:lnTo>
                  <a:pt x="915" y="228"/>
                </a:lnTo>
                <a:lnTo>
                  <a:pt x="915" y="229"/>
                </a:lnTo>
                <a:lnTo>
                  <a:pt x="916" y="229"/>
                </a:lnTo>
                <a:lnTo>
                  <a:pt x="917" y="229"/>
                </a:lnTo>
                <a:lnTo>
                  <a:pt x="919" y="229"/>
                </a:lnTo>
                <a:lnTo>
                  <a:pt x="920" y="228"/>
                </a:lnTo>
                <a:lnTo>
                  <a:pt x="921" y="228"/>
                </a:lnTo>
                <a:lnTo>
                  <a:pt x="923" y="227"/>
                </a:lnTo>
                <a:lnTo>
                  <a:pt x="923" y="226"/>
                </a:lnTo>
                <a:lnTo>
                  <a:pt x="922" y="226"/>
                </a:lnTo>
                <a:lnTo>
                  <a:pt x="922" y="225"/>
                </a:lnTo>
                <a:lnTo>
                  <a:pt x="922" y="224"/>
                </a:lnTo>
                <a:lnTo>
                  <a:pt x="922" y="223"/>
                </a:lnTo>
                <a:lnTo>
                  <a:pt x="922" y="222"/>
                </a:lnTo>
                <a:lnTo>
                  <a:pt x="922" y="221"/>
                </a:lnTo>
                <a:lnTo>
                  <a:pt x="921" y="221"/>
                </a:lnTo>
                <a:lnTo>
                  <a:pt x="921" y="220"/>
                </a:lnTo>
                <a:lnTo>
                  <a:pt x="922" y="220"/>
                </a:lnTo>
                <a:lnTo>
                  <a:pt x="923" y="219"/>
                </a:lnTo>
                <a:lnTo>
                  <a:pt x="924" y="219"/>
                </a:lnTo>
                <a:lnTo>
                  <a:pt x="924" y="220"/>
                </a:lnTo>
                <a:lnTo>
                  <a:pt x="925" y="220"/>
                </a:lnTo>
                <a:lnTo>
                  <a:pt x="926" y="220"/>
                </a:lnTo>
                <a:lnTo>
                  <a:pt x="926" y="221"/>
                </a:lnTo>
                <a:lnTo>
                  <a:pt x="927" y="221"/>
                </a:lnTo>
                <a:lnTo>
                  <a:pt x="928" y="222"/>
                </a:lnTo>
                <a:lnTo>
                  <a:pt x="929" y="222"/>
                </a:lnTo>
                <a:lnTo>
                  <a:pt x="929" y="223"/>
                </a:lnTo>
                <a:lnTo>
                  <a:pt x="930" y="223"/>
                </a:lnTo>
                <a:lnTo>
                  <a:pt x="931" y="223"/>
                </a:lnTo>
                <a:lnTo>
                  <a:pt x="932" y="223"/>
                </a:lnTo>
                <a:lnTo>
                  <a:pt x="933" y="223"/>
                </a:lnTo>
                <a:lnTo>
                  <a:pt x="934" y="223"/>
                </a:lnTo>
                <a:lnTo>
                  <a:pt x="936" y="223"/>
                </a:lnTo>
                <a:lnTo>
                  <a:pt x="936" y="222"/>
                </a:lnTo>
                <a:lnTo>
                  <a:pt x="937" y="222"/>
                </a:lnTo>
                <a:lnTo>
                  <a:pt x="937" y="221"/>
                </a:lnTo>
                <a:lnTo>
                  <a:pt x="938" y="221"/>
                </a:lnTo>
                <a:lnTo>
                  <a:pt x="939" y="222"/>
                </a:lnTo>
                <a:lnTo>
                  <a:pt x="940" y="223"/>
                </a:lnTo>
                <a:lnTo>
                  <a:pt x="941" y="223"/>
                </a:lnTo>
                <a:lnTo>
                  <a:pt x="942" y="224"/>
                </a:lnTo>
                <a:lnTo>
                  <a:pt x="943" y="225"/>
                </a:lnTo>
                <a:lnTo>
                  <a:pt x="943" y="226"/>
                </a:lnTo>
                <a:lnTo>
                  <a:pt x="942" y="227"/>
                </a:lnTo>
                <a:lnTo>
                  <a:pt x="941" y="228"/>
                </a:lnTo>
                <a:lnTo>
                  <a:pt x="940" y="229"/>
                </a:lnTo>
                <a:lnTo>
                  <a:pt x="940" y="231"/>
                </a:lnTo>
                <a:lnTo>
                  <a:pt x="939" y="231"/>
                </a:lnTo>
                <a:lnTo>
                  <a:pt x="939" y="232"/>
                </a:lnTo>
                <a:lnTo>
                  <a:pt x="939" y="233"/>
                </a:lnTo>
                <a:lnTo>
                  <a:pt x="938" y="234"/>
                </a:lnTo>
                <a:lnTo>
                  <a:pt x="934" y="234"/>
                </a:lnTo>
                <a:lnTo>
                  <a:pt x="933" y="234"/>
                </a:lnTo>
                <a:lnTo>
                  <a:pt x="933" y="235"/>
                </a:lnTo>
                <a:lnTo>
                  <a:pt x="934" y="236"/>
                </a:lnTo>
                <a:lnTo>
                  <a:pt x="935" y="237"/>
                </a:lnTo>
                <a:lnTo>
                  <a:pt x="935" y="238"/>
                </a:lnTo>
                <a:lnTo>
                  <a:pt x="936" y="239"/>
                </a:lnTo>
                <a:lnTo>
                  <a:pt x="935" y="239"/>
                </a:lnTo>
                <a:lnTo>
                  <a:pt x="935" y="240"/>
                </a:lnTo>
                <a:lnTo>
                  <a:pt x="935" y="241"/>
                </a:lnTo>
                <a:lnTo>
                  <a:pt x="935" y="242"/>
                </a:lnTo>
                <a:lnTo>
                  <a:pt x="934" y="242"/>
                </a:lnTo>
                <a:lnTo>
                  <a:pt x="934" y="243"/>
                </a:lnTo>
                <a:lnTo>
                  <a:pt x="934" y="245"/>
                </a:lnTo>
                <a:lnTo>
                  <a:pt x="933" y="246"/>
                </a:lnTo>
                <a:lnTo>
                  <a:pt x="932" y="248"/>
                </a:lnTo>
                <a:lnTo>
                  <a:pt x="931" y="249"/>
                </a:lnTo>
                <a:lnTo>
                  <a:pt x="931" y="250"/>
                </a:lnTo>
                <a:lnTo>
                  <a:pt x="930" y="252"/>
                </a:lnTo>
                <a:lnTo>
                  <a:pt x="929" y="253"/>
                </a:lnTo>
                <a:lnTo>
                  <a:pt x="930" y="254"/>
                </a:lnTo>
                <a:lnTo>
                  <a:pt x="930" y="255"/>
                </a:lnTo>
                <a:lnTo>
                  <a:pt x="930" y="256"/>
                </a:lnTo>
                <a:lnTo>
                  <a:pt x="928" y="257"/>
                </a:lnTo>
                <a:lnTo>
                  <a:pt x="927" y="257"/>
                </a:lnTo>
                <a:lnTo>
                  <a:pt x="927" y="258"/>
                </a:lnTo>
                <a:lnTo>
                  <a:pt x="927" y="259"/>
                </a:lnTo>
                <a:lnTo>
                  <a:pt x="927" y="260"/>
                </a:lnTo>
                <a:lnTo>
                  <a:pt x="926" y="260"/>
                </a:lnTo>
                <a:lnTo>
                  <a:pt x="925" y="261"/>
                </a:lnTo>
                <a:lnTo>
                  <a:pt x="924" y="261"/>
                </a:lnTo>
                <a:lnTo>
                  <a:pt x="924" y="262"/>
                </a:lnTo>
                <a:lnTo>
                  <a:pt x="924" y="263"/>
                </a:lnTo>
                <a:lnTo>
                  <a:pt x="923" y="263"/>
                </a:lnTo>
                <a:lnTo>
                  <a:pt x="921" y="264"/>
                </a:lnTo>
                <a:lnTo>
                  <a:pt x="922" y="264"/>
                </a:lnTo>
                <a:lnTo>
                  <a:pt x="922" y="265"/>
                </a:lnTo>
                <a:lnTo>
                  <a:pt x="921" y="265"/>
                </a:lnTo>
                <a:lnTo>
                  <a:pt x="921" y="266"/>
                </a:lnTo>
                <a:lnTo>
                  <a:pt x="921" y="267"/>
                </a:lnTo>
                <a:lnTo>
                  <a:pt x="922" y="267"/>
                </a:lnTo>
                <a:lnTo>
                  <a:pt x="923" y="267"/>
                </a:lnTo>
                <a:lnTo>
                  <a:pt x="924" y="268"/>
                </a:lnTo>
                <a:lnTo>
                  <a:pt x="925" y="268"/>
                </a:lnTo>
                <a:lnTo>
                  <a:pt x="925" y="269"/>
                </a:lnTo>
                <a:lnTo>
                  <a:pt x="926" y="269"/>
                </a:lnTo>
                <a:lnTo>
                  <a:pt x="928" y="269"/>
                </a:lnTo>
                <a:lnTo>
                  <a:pt x="929" y="269"/>
                </a:lnTo>
                <a:lnTo>
                  <a:pt x="930" y="269"/>
                </a:lnTo>
                <a:lnTo>
                  <a:pt x="931" y="270"/>
                </a:lnTo>
                <a:lnTo>
                  <a:pt x="931" y="271"/>
                </a:lnTo>
                <a:lnTo>
                  <a:pt x="931" y="272"/>
                </a:lnTo>
                <a:lnTo>
                  <a:pt x="930" y="272"/>
                </a:lnTo>
                <a:lnTo>
                  <a:pt x="930" y="271"/>
                </a:lnTo>
                <a:lnTo>
                  <a:pt x="929" y="271"/>
                </a:lnTo>
                <a:lnTo>
                  <a:pt x="929" y="272"/>
                </a:lnTo>
                <a:lnTo>
                  <a:pt x="927" y="272"/>
                </a:lnTo>
                <a:lnTo>
                  <a:pt x="925" y="273"/>
                </a:lnTo>
                <a:lnTo>
                  <a:pt x="925" y="274"/>
                </a:lnTo>
                <a:lnTo>
                  <a:pt x="925" y="275"/>
                </a:lnTo>
                <a:lnTo>
                  <a:pt x="925" y="277"/>
                </a:lnTo>
                <a:lnTo>
                  <a:pt x="925" y="278"/>
                </a:lnTo>
                <a:lnTo>
                  <a:pt x="925" y="279"/>
                </a:lnTo>
                <a:lnTo>
                  <a:pt x="925" y="281"/>
                </a:lnTo>
                <a:lnTo>
                  <a:pt x="925" y="282"/>
                </a:lnTo>
                <a:lnTo>
                  <a:pt x="925" y="283"/>
                </a:lnTo>
                <a:lnTo>
                  <a:pt x="926" y="284"/>
                </a:lnTo>
                <a:lnTo>
                  <a:pt x="926" y="285"/>
                </a:lnTo>
                <a:lnTo>
                  <a:pt x="926" y="286"/>
                </a:lnTo>
                <a:lnTo>
                  <a:pt x="926" y="287"/>
                </a:lnTo>
                <a:lnTo>
                  <a:pt x="927" y="287"/>
                </a:lnTo>
                <a:lnTo>
                  <a:pt x="926" y="288"/>
                </a:lnTo>
                <a:lnTo>
                  <a:pt x="927" y="290"/>
                </a:lnTo>
                <a:lnTo>
                  <a:pt x="927" y="291"/>
                </a:lnTo>
                <a:lnTo>
                  <a:pt x="927" y="293"/>
                </a:lnTo>
                <a:lnTo>
                  <a:pt x="927" y="294"/>
                </a:lnTo>
                <a:lnTo>
                  <a:pt x="927" y="295"/>
                </a:lnTo>
                <a:lnTo>
                  <a:pt x="928" y="295"/>
                </a:lnTo>
                <a:lnTo>
                  <a:pt x="928" y="296"/>
                </a:lnTo>
                <a:lnTo>
                  <a:pt x="929" y="297"/>
                </a:lnTo>
                <a:lnTo>
                  <a:pt x="929" y="298"/>
                </a:lnTo>
                <a:lnTo>
                  <a:pt x="930" y="298"/>
                </a:lnTo>
                <a:lnTo>
                  <a:pt x="931" y="299"/>
                </a:lnTo>
                <a:lnTo>
                  <a:pt x="932" y="299"/>
                </a:lnTo>
                <a:lnTo>
                  <a:pt x="932" y="300"/>
                </a:lnTo>
                <a:lnTo>
                  <a:pt x="932" y="301"/>
                </a:lnTo>
                <a:lnTo>
                  <a:pt x="933" y="301"/>
                </a:lnTo>
                <a:lnTo>
                  <a:pt x="933" y="302"/>
                </a:lnTo>
                <a:lnTo>
                  <a:pt x="933" y="303"/>
                </a:lnTo>
                <a:lnTo>
                  <a:pt x="934" y="304"/>
                </a:lnTo>
                <a:lnTo>
                  <a:pt x="934" y="305"/>
                </a:lnTo>
                <a:lnTo>
                  <a:pt x="935" y="305"/>
                </a:lnTo>
                <a:lnTo>
                  <a:pt x="935" y="306"/>
                </a:lnTo>
                <a:lnTo>
                  <a:pt x="935" y="307"/>
                </a:lnTo>
                <a:lnTo>
                  <a:pt x="935" y="308"/>
                </a:lnTo>
                <a:lnTo>
                  <a:pt x="936" y="309"/>
                </a:lnTo>
                <a:lnTo>
                  <a:pt x="936" y="310"/>
                </a:lnTo>
                <a:lnTo>
                  <a:pt x="937" y="310"/>
                </a:lnTo>
                <a:lnTo>
                  <a:pt x="937" y="311"/>
                </a:lnTo>
                <a:lnTo>
                  <a:pt x="936" y="312"/>
                </a:lnTo>
                <a:lnTo>
                  <a:pt x="937" y="312"/>
                </a:lnTo>
                <a:lnTo>
                  <a:pt x="937" y="313"/>
                </a:lnTo>
                <a:lnTo>
                  <a:pt x="937" y="314"/>
                </a:lnTo>
                <a:lnTo>
                  <a:pt x="938" y="314"/>
                </a:lnTo>
                <a:lnTo>
                  <a:pt x="938" y="316"/>
                </a:lnTo>
                <a:lnTo>
                  <a:pt x="937" y="316"/>
                </a:lnTo>
                <a:lnTo>
                  <a:pt x="937" y="318"/>
                </a:lnTo>
                <a:lnTo>
                  <a:pt x="937" y="319"/>
                </a:lnTo>
                <a:lnTo>
                  <a:pt x="937" y="322"/>
                </a:lnTo>
                <a:lnTo>
                  <a:pt x="936" y="323"/>
                </a:lnTo>
                <a:lnTo>
                  <a:pt x="937" y="323"/>
                </a:lnTo>
                <a:lnTo>
                  <a:pt x="937" y="324"/>
                </a:lnTo>
                <a:lnTo>
                  <a:pt x="938" y="324"/>
                </a:lnTo>
                <a:lnTo>
                  <a:pt x="938" y="325"/>
                </a:lnTo>
                <a:lnTo>
                  <a:pt x="938" y="324"/>
                </a:lnTo>
                <a:lnTo>
                  <a:pt x="939" y="324"/>
                </a:lnTo>
                <a:lnTo>
                  <a:pt x="939" y="323"/>
                </a:lnTo>
                <a:lnTo>
                  <a:pt x="940" y="323"/>
                </a:lnTo>
                <a:lnTo>
                  <a:pt x="941" y="322"/>
                </a:lnTo>
                <a:lnTo>
                  <a:pt x="942" y="322"/>
                </a:lnTo>
                <a:lnTo>
                  <a:pt x="943" y="322"/>
                </a:lnTo>
                <a:lnTo>
                  <a:pt x="944" y="322"/>
                </a:lnTo>
                <a:lnTo>
                  <a:pt x="944" y="321"/>
                </a:lnTo>
                <a:lnTo>
                  <a:pt x="945" y="320"/>
                </a:lnTo>
                <a:lnTo>
                  <a:pt x="945" y="319"/>
                </a:lnTo>
                <a:lnTo>
                  <a:pt x="946" y="319"/>
                </a:lnTo>
                <a:lnTo>
                  <a:pt x="947" y="319"/>
                </a:lnTo>
                <a:lnTo>
                  <a:pt x="948" y="319"/>
                </a:lnTo>
                <a:lnTo>
                  <a:pt x="948" y="318"/>
                </a:lnTo>
                <a:lnTo>
                  <a:pt x="950" y="318"/>
                </a:lnTo>
                <a:lnTo>
                  <a:pt x="950" y="317"/>
                </a:lnTo>
                <a:lnTo>
                  <a:pt x="950" y="318"/>
                </a:lnTo>
                <a:lnTo>
                  <a:pt x="951" y="318"/>
                </a:lnTo>
                <a:lnTo>
                  <a:pt x="952" y="319"/>
                </a:lnTo>
                <a:lnTo>
                  <a:pt x="953" y="320"/>
                </a:lnTo>
                <a:lnTo>
                  <a:pt x="954" y="320"/>
                </a:lnTo>
                <a:lnTo>
                  <a:pt x="955" y="320"/>
                </a:lnTo>
                <a:lnTo>
                  <a:pt x="956" y="320"/>
                </a:lnTo>
                <a:lnTo>
                  <a:pt x="957" y="320"/>
                </a:lnTo>
                <a:lnTo>
                  <a:pt x="957" y="321"/>
                </a:lnTo>
                <a:lnTo>
                  <a:pt x="957" y="322"/>
                </a:lnTo>
                <a:lnTo>
                  <a:pt x="958" y="322"/>
                </a:lnTo>
                <a:lnTo>
                  <a:pt x="958" y="323"/>
                </a:lnTo>
                <a:lnTo>
                  <a:pt x="958" y="324"/>
                </a:lnTo>
                <a:lnTo>
                  <a:pt x="959" y="325"/>
                </a:lnTo>
                <a:lnTo>
                  <a:pt x="959" y="326"/>
                </a:lnTo>
                <a:lnTo>
                  <a:pt x="960" y="326"/>
                </a:lnTo>
                <a:lnTo>
                  <a:pt x="961" y="326"/>
                </a:lnTo>
                <a:lnTo>
                  <a:pt x="961" y="328"/>
                </a:lnTo>
                <a:lnTo>
                  <a:pt x="960" y="329"/>
                </a:lnTo>
                <a:lnTo>
                  <a:pt x="960" y="330"/>
                </a:lnTo>
                <a:lnTo>
                  <a:pt x="959" y="330"/>
                </a:lnTo>
                <a:lnTo>
                  <a:pt x="959" y="331"/>
                </a:lnTo>
                <a:lnTo>
                  <a:pt x="960" y="332"/>
                </a:lnTo>
                <a:lnTo>
                  <a:pt x="960" y="333"/>
                </a:lnTo>
                <a:lnTo>
                  <a:pt x="959" y="334"/>
                </a:lnTo>
                <a:lnTo>
                  <a:pt x="960" y="335"/>
                </a:lnTo>
                <a:lnTo>
                  <a:pt x="960" y="336"/>
                </a:lnTo>
                <a:lnTo>
                  <a:pt x="961" y="337"/>
                </a:lnTo>
                <a:lnTo>
                  <a:pt x="962" y="338"/>
                </a:lnTo>
                <a:lnTo>
                  <a:pt x="962" y="339"/>
                </a:lnTo>
                <a:lnTo>
                  <a:pt x="962" y="340"/>
                </a:lnTo>
                <a:lnTo>
                  <a:pt x="963" y="341"/>
                </a:lnTo>
                <a:lnTo>
                  <a:pt x="964" y="341"/>
                </a:lnTo>
                <a:lnTo>
                  <a:pt x="964" y="342"/>
                </a:lnTo>
                <a:lnTo>
                  <a:pt x="965" y="342"/>
                </a:lnTo>
                <a:lnTo>
                  <a:pt x="965" y="343"/>
                </a:lnTo>
                <a:lnTo>
                  <a:pt x="966" y="343"/>
                </a:lnTo>
                <a:lnTo>
                  <a:pt x="966" y="344"/>
                </a:lnTo>
                <a:lnTo>
                  <a:pt x="966" y="345"/>
                </a:lnTo>
                <a:lnTo>
                  <a:pt x="967" y="345"/>
                </a:lnTo>
                <a:lnTo>
                  <a:pt x="968" y="346"/>
                </a:lnTo>
                <a:lnTo>
                  <a:pt x="969" y="346"/>
                </a:lnTo>
                <a:lnTo>
                  <a:pt x="970" y="346"/>
                </a:lnTo>
                <a:lnTo>
                  <a:pt x="971" y="346"/>
                </a:lnTo>
                <a:lnTo>
                  <a:pt x="971" y="347"/>
                </a:lnTo>
                <a:lnTo>
                  <a:pt x="971" y="349"/>
                </a:lnTo>
                <a:lnTo>
                  <a:pt x="970" y="349"/>
                </a:lnTo>
                <a:lnTo>
                  <a:pt x="970" y="350"/>
                </a:lnTo>
                <a:lnTo>
                  <a:pt x="970" y="351"/>
                </a:lnTo>
                <a:lnTo>
                  <a:pt x="970" y="352"/>
                </a:lnTo>
                <a:lnTo>
                  <a:pt x="971" y="352"/>
                </a:lnTo>
                <a:lnTo>
                  <a:pt x="971" y="353"/>
                </a:lnTo>
                <a:lnTo>
                  <a:pt x="972" y="353"/>
                </a:lnTo>
                <a:lnTo>
                  <a:pt x="972" y="354"/>
                </a:lnTo>
                <a:lnTo>
                  <a:pt x="973" y="354"/>
                </a:lnTo>
                <a:lnTo>
                  <a:pt x="974" y="354"/>
                </a:lnTo>
                <a:lnTo>
                  <a:pt x="974" y="355"/>
                </a:lnTo>
                <a:lnTo>
                  <a:pt x="974" y="356"/>
                </a:lnTo>
                <a:lnTo>
                  <a:pt x="975" y="356"/>
                </a:lnTo>
                <a:lnTo>
                  <a:pt x="974" y="356"/>
                </a:lnTo>
                <a:lnTo>
                  <a:pt x="974" y="357"/>
                </a:lnTo>
                <a:lnTo>
                  <a:pt x="975" y="357"/>
                </a:lnTo>
                <a:lnTo>
                  <a:pt x="976" y="357"/>
                </a:lnTo>
                <a:lnTo>
                  <a:pt x="977" y="357"/>
                </a:lnTo>
                <a:lnTo>
                  <a:pt x="978" y="357"/>
                </a:lnTo>
                <a:lnTo>
                  <a:pt x="978" y="358"/>
                </a:lnTo>
                <a:lnTo>
                  <a:pt x="978" y="359"/>
                </a:lnTo>
                <a:lnTo>
                  <a:pt x="979" y="359"/>
                </a:lnTo>
                <a:lnTo>
                  <a:pt x="979" y="360"/>
                </a:lnTo>
                <a:lnTo>
                  <a:pt x="979" y="361"/>
                </a:lnTo>
                <a:lnTo>
                  <a:pt x="979" y="362"/>
                </a:lnTo>
                <a:lnTo>
                  <a:pt x="979" y="363"/>
                </a:lnTo>
                <a:lnTo>
                  <a:pt x="979" y="364"/>
                </a:lnTo>
                <a:lnTo>
                  <a:pt x="980" y="364"/>
                </a:lnTo>
                <a:lnTo>
                  <a:pt x="980" y="365"/>
                </a:lnTo>
                <a:lnTo>
                  <a:pt x="980" y="366"/>
                </a:lnTo>
                <a:lnTo>
                  <a:pt x="979" y="367"/>
                </a:lnTo>
                <a:lnTo>
                  <a:pt x="980" y="368"/>
                </a:lnTo>
                <a:lnTo>
                  <a:pt x="981" y="368"/>
                </a:lnTo>
                <a:lnTo>
                  <a:pt x="981" y="369"/>
                </a:lnTo>
                <a:lnTo>
                  <a:pt x="981" y="368"/>
                </a:lnTo>
                <a:lnTo>
                  <a:pt x="982" y="368"/>
                </a:lnTo>
                <a:lnTo>
                  <a:pt x="982" y="369"/>
                </a:lnTo>
                <a:lnTo>
                  <a:pt x="983" y="370"/>
                </a:lnTo>
                <a:lnTo>
                  <a:pt x="983" y="371"/>
                </a:lnTo>
                <a:lnTo>
                  <a:pt x="983" y="372"/>
                </a:lnTo>
                <a:lnTo>
                  <a:pt x="984" y="372"/>
                </a:lnTo>
                <a:lnTo>
                  <a:pt x="984" y="373"/>
                </a:lnTo>
                <a:lnTo>
                  <a:pt x="985" y="373"/>
                </a:lnTo>
                <a:lnTo>
                  <a:pt x="985" y="372"/>
                </a:lnTo>
                <a:lnTo>
                  <a:pt x="986" y="372"/>
                </a:lnTo>
                <a:lnTo>
                  <a:pt x="987" y="372"/>
                </a:lnTo>
                <a:lnTo>
                  <a:pt x="988" y="372"/>
                </a:lnTo>
                <a:lnTo>
                  <a:pt x="990" y="375"/>
                </a:lnTo>
                <a:lnTo>
                  <a:pt x="990" y="376"/>
                </a:lnTo>
                <a:lnTo>
                  <a:pt x="990" y="377"/>
                </a:lnTo>
                <a:lnTo>
                  <a:pt x="990" y="378"/>
                </a:lnTo>
                <a:lnTo>
                  <a:pt x="991" y="378"/>
                </a:lnTo>
                <a:lnTo>
                  <a:pt x="992" y="378"/>
                </a:lnTo>
                <a:lnTo>
                  <a:pt x="993" y="378"/>
                </a:lnTo>
                <a:lnTo>
                  <a:pt x="993" y="377"/>
                </a:lnTo>
                <a:lnTo>
                  <a:pt x="994" y="378"/>
                </a:lnTo>
                <a:lnTo>
                  <a:pt x="995" y="378"/>
                </a:lnTo>
                <a:lnTo>
                  <a:pt x="996" y="378"/>
                </a:lnTo>
                <a:lnTo>
                  <a:pt x="998" y="380"/>
                </a:lnTo>
                <a:lnTo>
                  <a:pt x="999" y="380"/>
                </a:lnTo>
                <a:lnTo>
                  <a:pt x="999" y="381"/>
                </a:lnTo>
                <a:lnTo>
                  <a:pt x="1000" y="383"/>
                </a:lnTo>
                <a:lnTo>
                  <a:pt x="1000" y="384"/>
                </a:lnTo>
                <a:lnTo>
                  <a:pt x="1000" y="385"/>
                </a:lnTo>
                <a:lnTo>
                  <a:pt x="1000" y="386"/>
                </a:lnTo>
                <a:lnTo>
                  <a:pt x="999" y="386"/>
                </a:lnTo>
                <a:lnTo>
                  <a:pt x="998" y="387"/>
                </a:lnTo>
                <a:lnTo>
                  <a:pt x="999" y="388"/>
                </a:lnTo>
                <a:lnTo>
                  <a:pt x="1000" y="388"/>
                </a:lnTo>
                <a:lnTo>
                  <a:pt x="1000" y="389"/>
                </a:lnTo>
                <a:lnTo>
                  <a:pt x="1001" y="389"/>
                </a:lnTo>
                <a:lnTo>
                  <a:pt x="1001" y="390"/>
                </a:lnTo>
                <a:lnTo>
                  <a:pt x="1002" y="390"/>
                </a:lnTo>
                <a:lnTo>
                  <a:pt x="1002" y="391"/>
                </a:lnTo>
                <a:lnTo>
                  <a:pt x="1002" y="392"/>
                </a:lnTo>
                <a:lnTo>
                  <a:pt x="1002" y="393"/>
                </a:lnTo>
                <a:lnTo>
                  <a:pt x="1002" y="394"/>
                </a:lnTo>
                <a:lnTo>
                  <a:pt x="1003" y="394"/>
                </a:lnTo>
                <a:lnTo>
                  <a:pt x="1003" y="395"/>
                </a:lnTo>
                <a:lnTo>
                  <a:pt x="1004" y="396"/>
                </a:lnTo>
                <a:lnTo>
                  <a:pt x="1004" y="397"/>
                </a:lnTo>
                <a:lnTo>
                  <a:pt x="1005" y="397"/>
                </a:lnTo>
                <a:lnTo>
                  <a:pt x="1005" y="396"/>
                </a:lnTo>
                <a:lnTo>
                  <a:pt x="1006" y="395"/>
                </a:lnTo>
                <a:lnTo>
                  <a:pt x="1007" y="395"/>
                </a:lnTo>
                <a:lnTo>
                  <a:pt x="1007" y="394"/>
                </a:lnTo>
                <a:lnTo>
                  <a:pt x="1008" y="393"/>
                </a:lnTo>
                <a:lnTo>
                  <a:pt x="1009" y="394"/>
                </a:lnTo>
                <a:lnTo>
                  <a:pt x="1010" y="394"/>
                </a:lnTo>
                <a:lnTo>
                  <a:pt x="1010" y="395"/>
                </a:lnTo>
                <a:lnTo>
                  <a:pt x="1010" y="396"/>
                </a:lnTo>
                <a:lnTo>
                  <a:pt x="1011" y="396"/>
                </a:lnTo>
                <a:lnTo>
                  <a:pt x="1011" y="397"/>
                </a:lnTo>
                <a:lnTo>
                  <a:pt x="1011" y="398"/>
                </a:lnTo>
                <a:lnTo>
                  <a:pt x="1012" y="399"/>
                </a:lnTo>
                <a:lnTo>
                  <a:pt x="1013" y="398"/>
                </a:lnTo>
                <a:lnTo>
                  <a:pt x="1014" y="398"/>
                </a:lnTo>
                <a:lnTo>
                  <a:pt x="1015" y="398"/>
                </a:lnTo>
                <a:lnTo>
                  <a:pt x="1016" y="399"/>
                </a:lnTo>
                <a:lnTo>
                  <a:pt x="1017" y="398"/>
                </a:lnTo>
                <a:lnTo>
                  <a:pt x="1018" y="398"/>
                </a:lnTo>
                <a:lnTo>
                  <a:pt x="1019" y="398"/>
                </a:lnTo>
                <a:lnTo>
                  <a:pt x="1020" y="397"/>
                </a:lnTo>
                <a:lnTo>
                  <a:pt x="1022" y="399"/>
                </a:lnTo>
                <a:lnTo>
                  <a:pt x="1022" y="400"/>
                </a:lnTo>
                <a:lnTo>
                  <a:pt x="1022" y="401"/>
                </a:lnTo>
                <a:lnTo>
                  <a:pt x="1022" y="402"/>
                </a:lnTo>
                <a:lnTo>
                  <a:pt x="1021" y="403"/>
                </a:lnTo>
                <a:lnTo>
                  <a:pt x="1021" y="404"/>
                </a:lnTo>
                <a:lnTo>
                  <a:pt x="1021" y="405"/>
                </a:lnTo>
                <a:lnTo>
                  <a:pt x="1020" y="406"/>
                </a:lnTo>
                <a:lnTo>
                  <a:pt x="1021" y="407"/>
                </a:lnTo>
                <a:lnTo>
                  <a:pt x="1021" y="408"/>
                </a:lnTo>
                <a:lnTo>
                  <a:pt x="1020" y="408"/>
                </a:lnTo>
                <a:lnTo>
                  <a:pt x="1021" y="411"/>
                </a:lnTo>
                <a:lnTo>
                  <a:pt x="1022" y="411"/>
                </a:lnTo>
                <a:lnTo>
                  <a:pt x="1023" y="411"/>
                </a:lnTo>
                <a:lnTo>
                  <a:pt x="1024" y="411"/>
                </a:lnTo>
                <a:lnTo>
                  <a:pt x="1024" y="412"/>
                </a:lnTo>
                <a:lnTo>
                  <a:pt x="1025" y="412"/>
                </a:lnTo>
                <a:lnTo>
                  <a:pt x="1027" y="412"/>
                </a:lnTo>
                <a:lnTo>
                  <a:pt x="1028" y="412"/>
                </a:lnTo>
                <a:lnTo>
                  <a:pt x="1028" y="411"/>
                </a:lnTo>
                <a:lnTo>
                  <a:pt x="1029" y="411"/>
                </a:lnTo>
                <a:lnTo>
                  <a:pt x="1030" y="412"/>
                </a:lnTo>
                <a:lnTo>
                  <a:pt x="1029" y="414"/>
                </a:lnTo>
                <a:lnTo>
                  <a:pt x="1028" y="415"/>
                </a:lnTo>
                <a:lnTo>
                  <a:pt x="1027" y="416"/>
                </a:lnTo>
                <a:lnTo>
                  <a:pt x="1027" y="417"/>
                </a:lnTo>
                <a:lnTo>
                  <a:pt x="1027" y="418"/>
                </a:lnTo>
                <a:lnTo>
                  <a:pt x="1026" y="418"/>
                </a:lnTo>
                <a:lnTo>
                  <a:pt x="1026" y="419"/>
                </a:lnTo>
                <a:lnTo>
                  <a:pt x="1026" y="420"/>
                </a:lnTo>
                <a:lnTo>
                  <a:pt x="1027" y="420"/>
                </a:lnTo>
                <a:lnTo>
                  <a:pt x="1026" y="420"/>
                </a:lnTo>
                <a:lnTo>
                  <a:pt x="1026" y="421"/>
                </a:lnTo>
                <a:lnTo>
                  <a:pt x="1025" y="422"/>
                </a:lnTo>
                <a:lnTo>
                  <a:pt x="1024" y="422"/>
                </a:lnTo>
                <a:lnTo>
                  <a:pt x="1023" y="422"/>
                </a:lnTo>
                <a:lnTo>
                  <a:pt x="1022" y="423"/>
                </a:lnTo>
                <a:lnTo>
                  <a:pt x="1022" y="424"/>
                </a:lnTo>
                <a:lnTo>
                  <a:pt x="1022" y="425"/>
                </a:lnTo>
                <a:lnTo>
                  <a:pt x="1022" y="426"/>
                </a:lnTo>
                <a:lnTo>
                  <a:pt x="1021" y="426"/>
                </a:lnTo>
                <a:lnTo>
                  <a:pt x="1021" y="427"/>
                </a:lnTo>
                <a:lnTo>
                  <a:pt x="1021" y="428"/>
                </a:lnTo>
                <a:lnTo>
                  <a:pt x="1021" y="429"/>
                </a:lnTo>
                <a:lnTo>
                  <a:pt x="1022" y="429"/>
                </a:lnTo>
                <a:lnTo>
                  <a:pt x="1024" y="429"/>
                </a:lnTo>
                <a:lnTo>
                  <a:pt x="1025" y="429"/>
                </a:lnTo>
                <a:lnTo>
                  <a:pt x="1026" y="429"/>
                </a:lnTo>
                <a:lnTo>
                  <a:pt x="1026" y="430"/>
                </a:lnTo>
                <a:lnTo>
                  <a:pt x="1025" y="431"/>
                </a:lnTo>
                <a:lnTo>
                  <a:pt x="1025" y="432"/>
                </a:lnTo>
                <a:lnTo>
                  <a:pt x="1025" y="433"/>
                </a:lnTo>
                <a:lnTo>
                  <a:pt x="1025" y="434"/>
                </a:lnTo>
                <a:lnTo>
                  <a:pt x="1025" y="435"/>
                </a:lnTo>
                <a:lnTo>
                  <a:pt x="1025" y="436"/>
                </a:lnTo>
                <a:lnTo>
                  <a:pt x="1025" y="437"/>
                </a:lnTo>
                <a:lnTo>
                  <a:pt x="1024" y="438"/>
                </a:lnTo>
                <a:lnTo>
                  <a:pt x="1024" y="439"/>
                </a:lnTo>
                <a:lnTo>
                  <a:pt x="1023" y="439"/>
                </a:lnTo>
                <a:lnTo>
                  <a:pt x="1023" y="440"/>
                </a:lnTo>
                <a:lnTo>
                  <a:pt x="1023" y="441"/>
                </a:lnTo>
                <a:lnTo>
                  <a:pt x="1023" y="442"/>
                </a:lnTo>
                <a:lnTo>
                  <a:pt x="1022" y="443"/>
                </a:lnTo>
                <a:lnTo>
                  <a:pt x="1021" y="443"/>
                </a:lnTo>
                <a:lnTo>
                  <a:pt x="1021" y="444"/>
                </a:lnTo>
                <a:lnTo>
                  <a:pt x="1020" y="444"/>
                </a:lnTo>
                <a:lnTo>
                  <a:pt x="1020" y="445"/>
                </a:lnTo>
                <a:lnTo>
                  <a:pt x="1020" y="446"/>
                </a:lnTo>
                <a:lnTo>
                  <a:pt x="1021" y="446"/>
                </a:lnTo>
                <a:lnTo>
                  <a:pt x="1021" y="447"/>
                </a:lnTo>
                <a:lnTo>
                  <a:pt x="1020" y="448"/>
                </a:lnTo>
                <a:lnTo>
                  <a:pt x="1020" y="449"/>
                </a:lnTo>
                <a:lnTo>
                  <a:pt x="1020" y="450"/>
                </a:lnTo>
                <a:lnTo>
                  <a:pt x="1021" y="451"/>
                </a:lnTo>
                <a:lnTo>
                  <a:pt x="1022" y="452"/>
                </a:lnTo>
                <a:lnTo>
                  <a:pt x="1022" y="453"/>
                </a:lnTo>
                <a:lnTo>
                  <a:pt x="1021" y="454"/>
                </a:lnTo>
                <a:lnTo>
                  <a:pt x="1021" y="455"/>
                </a:lnTo>
                <a:lnTo>
                  <a:pt x="1020" y="455"/>
                </a:lnTo>
                <a:lnTo>
                  <a:pt x="1020" y="454"/>
                </a:lnTo>
                <a:lnTo>
                  <a:pt x="1019" y="454"/>
                </a:lnTo>
                <a:lnTo>
                  <a:pt x="1017" y="456"/>
                </a:lnTo>
                <a:lnTo>
                  <a:pt x="1017" y="457"/>
                </a:lnTo>
                <a:lnTo>
                  <a:pt x="1017" y="458"/>
                </a:lnTo>
                <a:lnTo>
                  <a:pt x="1017" y="459"/>
                </a:lnTo>
                <a:lnTo>
                  <a:pt x="1017" y="460"/>
                </a:lnTo>
                <a:lnTo>
                  <a:pt x="1017" y="461"/>
                </a:lnTo>
                <a:lnTo>
                  <a:pt x="1016" y="462"/>
                </a:lnTo>
                <a:lnTo>
                  <a:pt x="1016" y="463"/>
                </a:lnTo>
                <a:lnTo>
                  <a:pt x="1015" y="463"/>
                </a:lnTo>
                <a:lnTo>
                  <a:pt x="1014" y="463"/>
                </a:lnTo>
                <a:lnTo>
                  <a:pt x="1013" y="463"/>
                </a:lnTo>
                <a:lnTo>
                  <a:pt x="1013" y="464"/>
                </a:lnTo>
                <a:lnTo>
                  <a:pt x="1012" y="464"/>
                </a:lnTo>
                <a:lnTo>
                  <a:pt x="1011" y="465"/>
                </a:lnTo>
                <a:lnTo>
                  <a:pt x="1011" y="466"/>
                </a:lnTo>
                <a:lnTo>
                  <a:pt x="1010" y="466"/>
                </a:lnTo>
                <a:lnTo>
                  <a:pt x="1010" y="467"/>
                </a:lnTo>
                <a:lnTo>
                  <a:pt x="1011" y="468"/>
                </a:lnTo>
                <a:lnTo>
                  <a:pt x="1011" y="469"/>
                </a:lnTo>
                <a:lnTo>
                  <a:pt x="1010" y="469"/>
                </a:lnTo>
                <a:lnTo>
                  <a:pt x="1010" y="470"/>
                </a:lnTo>
                <a:lnTo>
                  <a:pt x="1010" y="471"/>
                </a:lnTo>
                <a:lnTo>
                  <a:pt x="1009" y="472"/>
                </a:lnTo>
                <a:lnTo>
                  <a:pt x="1009" y="473"/>
                </a:lnTo>
                <a:lnTo>
                  <a:pt x="1010" y="474"/>
                </a:lnTo>
                <a:lnTo>
                  <a:pt x="1011" y="474"/>
                </a:lnTo>
                <a:lnTo>
                  <a:pt x="1012" y="474"/>
                </a:lnTo>
                <a:lnTo>
                  <a:pt x="1013" y="473"/>
                </a:lnTo>
                <a:lnTo>
                  <a:pt x="1013" y="472"/>
                </a:lnTo>
                <a:lnTo>
                  <a:pt x="1014" y="472"/>
                </a:lnTo>
                <a:lnTo>
                  <a:pt x="1015" y="471"/>
                </a:lnTo>
                <a:lnTo>
                  <a:pt x="1015" y="470"/>
                </a:lnTo>
                <a:lnTo>
                  <a:pt x="1016" y="470"/>
                </a:lnTo>
                <a:lnTo>
                  <a:pt x="1017" y="470"/>
                </a:lnTo>
                <a:lnTo>
                  <a:pt x="1018" y="469"/>
                </a:lnTo>
                <a:lnTo>
                  <a:pt x="1019" y="469"/>
                </a:lnTo>
                <a:lnTo>
                  <a:pt x="1020" y="469"/>
                </a:lnTo>
                <a:lnTo>
                  <a:pt x="1020" y="468"/>
                </a:lnTo>
                <a:lnTo>
                  <a:pt x="1019" y="468"/>
                </a:lnTo>
                <a:lnTo>
                  <a:pt x="1019" y="467"/>
                </a:lnTo>
                <a:lnTo>
                  <a:pt x="1020" y="467"/>
                </a:lnTo>
                <a:lnTo>
                  <a:pt x="1021" y="467"/>
                </a:lnTo>
                <a:lnTo>
                  <a:pt x="1022" y="468"/>
                </a:lnTo>
                <a:lnTo>
                  <a:pt x="1023" y="469"/>
                </a:lnTo>
                <a:lnTo>
                  <a:pt x="1024" y="469"/>
                </a:lnTo>
                <a:lnTo>
                  <a:pt x="1025" y="469"/>
                </a:lnTo>
                <a:lnTo>
                  <a:pt x="1026" y="469"/>
                </a:lnTo>
                <a:lnTo>
                  <a:pt x="1026" y="470"/>
                </a:lnTo>
                <a:lnTo>
                  <a:pt x="1027" y="470"/>
                </a:lnTo>
                <a:lnTo>
                  <a:pt x="1027" y="471"/>
                </a:lnTo>
                <a:lnTo>
                  <a:pt x="1028" y="472"/>
                </a:lnTo>
                <a:lnTo>
                  <a:pt x="1029" y="473"/>
                </a:lnTo>
                <a:lnTo>
                  <a:pt x="1029" y="474"/>
                </a:lnTo>
                <a:lnTo>
                  <a:pt x="1030" y="474"/>
                </a:lnTo>
                <a:lnTo>
                  <a:pt x="1030" y="475"/>
                </a:lnTo>
                <a:lnTo>
                  <a:pt x="1030" y="476"/>
                </a:lnTo>
                <a:lnTo>
                  <a:pt x="1029" y="476"/>
                </a:lnTo>
                <a:lnTo>
                  <a:pt x="1029" y="477"/>
                </a:lnTo>
                <a:lnTo>
                  <a:pt x="1029" y="478"/>
                </a:lnTo>
                <a:lnTo>
                  <a:pt x="1028" y="478"/>
                </a:lnTo>
                <a:lnTo>
                  <a:pt x="1028" y="479"/>
                </a:lnTo>
                <a:lnTo>
                  <a:pt x="1028" y="481"/>
                </a:lnTo>
                <a:lnTo>
                  <a:pt x="1027" y="481"/>
                </a:lnTo>
                <a:lnTo>
                  <a:pt x="1027" y="482"/>
                </a:lnTo>
                <a:lnTo>
                  <a:pt x="1026" y="483"/>
                </a:lnTo>
                <a:lnTo>
                  <a:pt x="1025" y="484"/>
                </a:lnTo>
                <a:lnTo>
                  <a:pt x="1023" y="486"/>
                </a:lnTo>
                <a:lnTo>
                  <a:pt x="1022" y="486"/>
                </a:lnTo>
                <a:lnTo>
                  <a:pt x="1022" y="488"/>
                </a:lnTo>
                <a:lnTo>
                  <a:pt x="1021" y="488"/>
                </a:lnTo>
                <a:lnTo>
                  <a:pt x="1022" y="489"/>
                </a:lnTo>
                <a:lnTo>
                  <a:pt x="1022" y="490"/>
                </a:lnTo>
                <a:lnTo>
                  <a:pt x="1022" y="491"/>
                </a:lnTo>
                <a:lnTo>
                  <a:pt x="1022" y="492"/>
                </a:lnTo>
                <a:lnTo>
                  <a:pt x="1023" y="492"/>
                </a:lnTo>
                <a:lnTo>
                  <a:pt x="1024" y="492"/>
                </a:lnTo>
                <a:lnTo>
                  <a:pt x="1027" y="492"/>
                </a:lnTo>
                <a:lnTo>
                  <a:pt x="1028" y="492"/>
                </a:lnTo>
                <a:lnTo>
                  <a:pt x="1028" y="493"/>
                </a:lnTo>
                <a:lnTo>
                  <a:pt x="1029" y="493"/>
                </a:lnTo>
                <a:lnTo>
                  <a:pt x="1030" y="493"/>
                </a:lnTo>
                <a:lnTo>
                  <a:pt x="1030" y="494"/>
                </a:lnTo>
                <a:lnTo>
                  <a:pt x="1031" y="494"/>
                </a:lnTo>
                <a:lnTo>
                  <a:pt x="1031" y="495"/>
                </a:lnTo>
                <a:lnTo>
                  <a:pt x="1031" y="496"/>
                </a:lnTo>
                <a:lnTo>
                  <a:pt x="1030" y="496"/>
                </a:lnTo>
                <a:lnTo>
                  <a:pt x="1030" y="497"/>
                </a:lnTo>
                <a:lnTo>
                  <a:pt x="1029" y="497"/>
                </a:lnTo>
                <a:lnTo>
                  <a:pt x="1028" y="497"/>
                </a:lnTo>
                <a:lnTo>
                  <a:pt x="1027" y="497"/>
                </a:lnTo>
                <a:lnTo>
                  <a:pt x="1026" y="497"/>
                </a:lnTo>
                <a:lnTo>
                  <a:pt x="1025" y="498"/>
                </a:lnTo>
                <a:lnTo>
                  <a:pt x="1024" y="498"/>
                </a:lnTo>
                <a:lnTo>
                  <a:pt x="1023" y="498"/>
                </a:lnTo>
                <a:lnTo>
                  <a:pt x="1022" y="499"/>
                </a:lnTo>
                <a:lnTo>
                  <a:pt x="1021" y="500"/>
                </a:lnTo>
                <a:lnTo>
                  <a:pt x="1020" y="500"/>
                </a:lnTo>
                <a:lnTo>
                  <a:pt x="1020" y="499"/>
                </a:lnTo>
                <a:lnTo>
                  <a:pt x="1019" y="499"/>
                </a:lnTo>
                <a:lnTo>
                  <a:pt x="1018" y="499"/>
                </a:lnTo>
                <a:lnTo>
                  <a:pt x="1018" y="498"/>
                </a:lnTo>
                <a:lnTo>
                  <a:pt x="1018" y="496"/>
                </a:lnTo>
                <a:lnTo>
                  <a:pt x="1018" y="495"/>
                </a:lnTo>
                <a:lnTo>
                  <a:pt x="1017" y="496"/>
                </a:lnTo>
                <a:lnTo>
                  <a:pt x="1016" y="495"/>
                </a:lnTo>
                <a:lnTo>
                  <a:pt x="1015" y="495"/>
                </a:lnTo>
                <a:lnTo>
                  <a:pt x="1014" y="496"/>
                </a:lnTo>
                <a:lnTo>
                  <a:pt x="1013" y="496"/>
                </a:lnTo>
                <a:lnTo>
                  <a:pt x="1013" y="497"/>
                </a:lnTo>
                <a:lnTo>
                  <a:pt x="1013" y="498"/>
                </a:lnTo>
                <a:lnTo>
                  <a:pt x="1012" y="498"/>
                </a:lnTo>
                <a:lnTo>
                  <a:pt x="1012" y="499"/>
                </a:lnTo>
                <a:lnTo>
                  <a:pt x="1012" y="500"/>
                </a:lnTo>
                <a:lnTo>
                  <a:pt x="1011" y="500"/>
                </a:lnTo>
                <a:lnTo>
                  <a:pt x="1011" y="501"/>
                </a:lnTo>
                <a:lnTo>
                  <a:pt x="1010" y="502"/>
                </a:lnTo>
                <a:lnTo>
                  <a:pt x="1010" y="503"/>
                </a:lnTo>
                <a:lnTo>
                  <a:pt x="1011" y="504"/>
                </a:lnTo>
                <a:lnTo>
                  <a:pt x="1011" y="505"/>
                </a:lnTo>
                <a:lnTo>
                  <a:pt x="1012" y="505"/>
                </a:lnTo>
                <a:lnTo>
                  <a:pt x="1012" y="506"/>
                </a:lnTo>
                <a:lnTo>
                  <a:pt x="1011" y="506"/>
                </a:lnTo>
                <a:lnTo>
                  <a:pt x="1011" y="507"/>
                </a:lnTo>
                <a:lnTo>
                  <a:pt x="1011" y="506"/>
                </a:lnTo>
                <a:lnTo>
                  <a:pt x="1011" y="507"/>
                </a:lnTo>
                <a:lnTo>
                  <a:pt x="1011" y="509"/>
                </a:lnTo>
                <a:lnTo>
                  <a:pt x="1011" y="508"/>
                </a:lnTo>
                <a:lnTo>
                  <a:pt x="1010" y="507"/>
                </a:lnTo>
                <a:lnTo>
                  <a:pt x="1010" y="506"/>
                </a:lnTo>
                <a:lnTo>
                  <a:pt x="1010" y="505"/>
                </a:lnTo>
                <a:lnTo>
                  <a:pt x="1009" y="505"/>
                </a:lnTo>
                <a:lnTo>
                  <a:pt x="1009" y="506"/>
                </a:lnTo>
                <a:lnTo>
                  <a:pt x="1010" y="506"/>
                </a:lnTo>
                <a:lnTo>
                  <a:pt x="1010" y="507"/>
                </a:lnTo>
                <a:lnTo>
                  <a:pt x="1010" y="509"/>
                </a:lnTo>
                <a:lnTo>
                  <a:pt x="1011" y="509"/>
                </a:lnTo>
                <a:lnTo>
                  <a:pt x="1011" y="510"/>
                </a:lnTo>
                <a:lnTo>
                  <a:pt x="1010" y="510"/>
                </a:lnTo>
                <a:lnTo>
                  <a:pt x="1008" y="510"/>
                </a:lnTo>
                <a:lnTo>
                  <a:pt x="1007" y="510"/>
                </a:lnTo>
                <a:lnTo>
                  <a:pt x="1006" y="510"/>
                </a:lnTo>
                <a:lnTo>
                  <a:pt x="1005" y="509"/>
                </a:lnTo>
                <a:lnTo>
                  <a:pt x="1004" y="509"/>
                </a:lnTo>
                <a:lnTo>
                  <a:pt x="1004" y="510"/>
                </a:lnTo>
                <a:lnTo>
                  <a:pt x="1004" y="511"/>
                </a:lnTo>
                <a:lnTo>
                  <a:pt x="1003" y="511"/>
                </a:lnTo>
                <a:lnTo>
                  <a:pt x="1002" y="511"/>
                </a:lnTo>
                <a:lnTo>
                  <a:pt x="1002" y="512"/>
                </a:lnTo>
                <a:lnTo>
                  <a:pt x="1002" y="513"/>
                </a:lnTo>
                <a:lnTo>
                  <a:pt x="1001" y="513"/>
                </a:lnTo>
                <a:lnTo>
                  <a:pt x="1001" y="514"/>
                </a:lnTo>
                <a:lnTo>
                  <a:pt x="1000" y="514"/>
                </a:lnTo>
                <a:lnTo>
                  <a:pt x="1001" y="515"/>
                </a:lnTo>
                <a:lnTo>
                  <a:pt x="1000" y="515"/>
                </a:lnTo>
                <a:lnTo>
                  <a:pt x="1000" y="516"/>
                </a:lnTo>
                <a:lnTo>
                  <a:pt x="999" y="516"/>
                </a:lnTo>
                <a:lnTo>
                  <a:pt x="999" y="517"/>
                </a:lnTo>
                <a:lnTo>
                  <a:pt x="999" y="518"/>
                </a:lnTo>
                <a:lnTo>
                  <a:pt x="1000" y="519"/>
                </a:lnTo>
                <a:lnTo>
                  <a:pt x="1000" y="520"/>
                </a:lnTo>
                <a:lnTo>
                  <a:pt x="1000" y="521"/>
                </a:lnTo>
                <a:lnTo>
                  <a:pt x="1000" y="522"/>
                </a:lnTo>
                <a:lnTo>
                  <a:pt x="1000" y="523"/>
                </a:lnTo>
                <a:lnTo>
                  <a:pt x="1000" y="524"/>
                </a:lnTo>
                <a:lnTo>
                  <a:pt x="999" y="524"/>
                </a:lnTo>
                <a:lnTo>
                  <a:pt x="999" y="523"/>
                </a:lnTo>
                <a:lnTo>
                  <a:pt x="999" y="524"/>
                </a:lnTo>
                <a:lnTo>
                  <a:pt x="999" y="523"/>
                </a:lnTo>
                <a:lnTo>
                  <a:pt x="999" y="522"/>
                </a:lnTo>
                <a:lnTo>
                  <a:pt x="999" y="521"/>
                </a:lnTo>
                <a:lnTo>
                  <a:pt x="997" y="520"/>
                </a:lnTo>
                <a:lnTo>
                  <a:pt x="997" y="519"/>
                </a:lnTo>
                <a:lnTo>
                  <a:pt x="996" y="519"/>
                </a:lnTo>
                <a:lnTo>
                  <a:pt x="997" y="520"/>
                </a:lnTo>
                <a:lnTo>
                  <a:pt x="998" y="521"/>
                </a:lnTo>
                <a:lnTo>
                  <a:pt x="998" y="522"/>
                </a:lnTo>
                <a:lnTo>
                  <a:pt x="998" y="523"/>
                </a:lnTo>
                <a:lnTo>
                  <a:pt x="997" y="523"/>
                </a:lnTo>
                <a:lnTo>
                  <a:pt x="996" y="523"/>
                </a:lnTo>
                <a:lnTo>
                  <a:pt x="995" y="523"/>
                </a:lnTo>
                <a:lnTo>
                  <a:pt x="995" y="524"/>
                </a:lnTo>
                <a:lnTo>
                  <a:pt x="994" y="524"/>
                </a:lnTo>
                <a:lnTo>
                  <a:pt x="994" y="525"/>
                </a:lnTo>
                <a:lnTo>
                  <a:pt x="994" y="526"/>
                </a:lnTo>
                <a:lnTo>
                  <a:pt x="994" y="527"/>
                </a:lnTo>
                <a:lnTo>
                  <a:pt x="995" y="527"/>
                </a:lnTo>
                <a:lnTo>
                  <a:pt x="995" y="528"/>
                </a:lnTo>
                <a:lnTo>
                  <a:pt x="996" y="528"/>
                </a:lnTo>
                <a:lnTo>
                  <a:pt x="996" y="529"/>
                </a:lnTo>
                <a:lnTo>
                  <a:pt x="995" y="529"/>
                </a:lnTo>
                <a:lnTo>
                  <a:pt x="996" y="529"/>
                </a:lnTo>
                <a:lnTo>
                  <a:pt x="996" y="530"/>
                </a:lnTo>
                <a:lnTo>
                  <a:pt x="997" y="530"/>
                </a:lnTo>
                <a:lnTo>
                  <a:pt x="997" y="531"/>
                </a:lnTo>
                <a:lnTo>
                  <a:pt x="997" y="532"/>
                </a:lnTo>
                <a:lnTo>
                  <a:pt x="997" y="533"/>
                </a:lnTo>
                <a:lnTo>
                  <a:pt x="996" y="533"/>
                </a:lnTo>
                <a:lnTo>
                  <a:pt x="995" y="533"/>
                </a:lnTo>
                <a:lnTo>
                  <a:pt x="994" y="533"/>
                </a:lnTo>
                <a:lnTo>
                  <a:pt x="994" y="532"/>
                </a:lnTo>
                <a:lnTo>
                  <a:pt x="993" y="532"/>
                </a:lnTo>
                <a:lnTo>
                  <a:pt x="993" y="531"/>
                </a:lnTo>
                <a:lnTo>
                  <a:pt x="993" y="532"/>
                </a:lnTo>
                <a:lnTo>
                  <a:pt x="993" y="531"/>
                </a:lnTo>
                <a:lnTo>
                  <a:pt x="992" y="531"/>
                </a:lnTo>
                <a:lnTo>
                  <a:pt x="992" y="530"/>
                </a:lnTo>
                <a:lnTo>
                  <a:pt x="991" y="530"/>
                </a:lnTo>
                <a:lnTo>
                  <a:pt x="991" y="529"/>
                </a:lnTo>
                <a:lnTo>
                  <a:pt x="990" y="529"/>
                </a:lnTo>
                <a:lnTo>
                  <a:pt x="990" y="528"/>
                </a:lnTo>
                <a:lnTo>
                  <a:pt x="988" y="528"/>
                </a:lnTo>
                <a:lnTo>
                  <a:pt x="988" y="529"/>
                </a:lnTo>
                <a:lnTo>
                  <a:pt x="987" y="529"/>
                </a:lnTo>
                <a:lnTo>
                  <a:pt x="986" y="530"/>
                </a:lnTo>
                <a:lnTo>
                  <a:pt x="985" y="530"/>
                </a:lnTo>
                <a:lnTo>
                  <a:pt x="985" y="531"/>
                </a:lnTo>
                <a:lnTo>
                  <a:pt x="984" y="531"/>
                </a:lnTo>
                <a:lnTo>
                  <a:pt x="984" y="532"/>
                </a:lnTo>
                <a:lnTo>
                  <a:pt x="983" y="532"/>
                </a:lnTo>
                <a:lnTo>
                  <a:pt x="983" y="533"/>
                </a:lnTo>
                <a:lnTo>
                  <a:pt x="982" y="533"/>
                </a:lnTo>
                <a:lnTo>
                  <a:pt x="982" y="532"/>
                </a:lnTo>
                <a:lnTo>
                  <a:pt x="981" y="532"/>
                </a:lnTo>
                <a:lnTo>
                  <a:pt x="979" y="531"/>
                </a:lnTo>
                <a:lnTo>
                  <a:pt x="978" y="530"/>
                </a:lnTo>
                <a:lnTo>
                  <a:pt x="978" y="531"/>
                </a:lnTo>
                <a:lnTo>
                  <a:pt x="978" y="530"/>
                </a:lnTo>
                <a:lnTo>
                  <a:pt x="976" y="530"/>
                </a:lnTo>
                <a:lnTo>
                  <a:pt x="975" y="530"/>
                </a:lnTo>
                <a:lnTo>
                  <a:pt x="975" y="531"/>
                </a:lnTo>
                <a:lnTo>
                  <a:pt x="974" y="531"/>
                </a:lnTo>
                <a:lnTo>
                  <a:pt x="973" y="532"/>
                </a:lnTo>
                <a:lnTo>
                  <a:pt x="973" y="533"/>
                </a:lnTo>
                <a:lnTo>
                  <a:pt x="973" y="534"/>
                </a:lnTo>
                <a:lnTo>
                  <a:pt x="972" y="534"/>
                </a:lnTo>
                <a:lnTo>
                  <a:pt x="973" y="534"/>
                </a:lnTo>
                <a:lnTo>
                  <a:pt x="972" y="534"/>
                </a:lnTo>
                <a:lnTo>
                  <a:pt x="973" y="534"/>
                </a:lnTo>
                <a:lnTo>
                  <a:pt x="972" y="534"/>
                </a:lnTo>
                <a:lnTo>
                  <a:pt x="972" y="535"/>
                </a:lnTo>
                <a:lnTo>
                  <a:pt x="973" y="535"/>
                </a:lnTo>
                <a:lnTo>
                  <a:pt x="972" y="535"/>
                </a:lnTo>
                <a:lnTo>
                  <a:pt x="972" y="536"/>
                </a:lnTo>
                <a:lnTo>
                  <a:pt x="973" y="536"/>
                </a:lnTo>
                <a:lnTo>
                  <a:pt x="973" y="537"/>
                </a:lnTo>
                <a:lnTo>
                  <a:pt x="973" y="538"/>
                </a:lnTo>
                <a:lnTo>
                  <a:pt x="973" y="537"/>
                </a:lnTo>
                <a:lnTo>
                  <a:pt x="973" y="538"/>
                </a:lnTo>
                <a:lnTo>
                  <a:pt x="973" y="539"/>
                </a:lnTo>
                <a:lnTo>
                  <a:pt x="972" y="540"/>
                </a:lnTo>
                <a:lnTo>
                  <a:pt x="972" y="539"/>
                </a:lnTo>
                <a:lnTo>
                  <a:pt x="972" y="540"/>
                </a:lnTo>
                <a:lnTo>
                  <a:pt x="970" y="540"/>
                </a:lnTo>
                <a:lnTo>
                  <a:pt x="969" y="541"/>
                </a:lnTo>
                <a:lnTo>
                  <a:pt x="968" y="541"/>
                </a:lnTo>
                <a:lnTo>
                  <a:pt x="967" y="541"/>
                </a:lnTo>
                <a:lnTo>
                  <a:pt x="965" y="541"/>
                </a:lnTo>
                <a:lnTo>
                  <a:pt x="964" y="542"/>
                </a:lnTo>
                <a:lnTo>
                  <a:pt x="964" y="541"/>
                </a:lnTo>
                <a:lnTo>
                  <a:pt x="963" y="541"/>
                </a:lnTo>
                <a:lnTo>
                  <a:pt x="962" y="541"/>
                </a:lnTo>
                <a:lnTo>
                  <a:pt x="962" y="540"/>
                </a:lnTo>
                <a:lnTo>
                  <a:pt x="961" y="538"/>
                </a:lnTo>
                <a:lnTo>
                  <a:pt x="960" y="538"/>
                </a:lnTo>
                <a:lnTo>
                  <a:pt x="960" y="537"/>
                </a:lnTo>
                <a:lnTo>
                  <a:pt x="959" y="537"/>
                </a:lnTo>
                <a:lnTo>
                  <a:pt x="959" y="536"/>
                </a:lnTo>
                <a:lnTo>
                  <a:pt x="959" y="535"/>
                </a:lnTo>
                <a:lnTo>
                  <a:pt x="960" y="535"/>
                </a:lnTo>
                <a:lnTo>
                  <a:pt x="960" y="533"/>
                </a:lnTo>
                <a:lnTo>
                  <a:pt x="959" y="533"/>
                </a:lnTo>
                <a:lnTo>
                  <a:pt x="959" y="534"/>
                </a:lnTo>
                <a:lnTo>
                  <a:pt x="960" y="534"/>
                </a:lnTo>
                <a:lnTo>
                  <a:pt x="960" y="535"/>
                </a:lnTo>
                <a:lnTo>
                  <a:pt x="959" y="535"/>
                </a:lnTo>
                <a:lnTo>
                  <a:pt x="958" y="535"/>
                </a:lnTo>
                <a:lnTo>
                  <a:pt x="959" y="536"/>
                </a:lnTo>
                <a:lnTo>
                  <a:pt x="958" y="536"/>
                </a:lnTo>
                <a:lnTo>
                  <a:pt x="958" y="537"/>
                </a:lnTo>
                <a:lnTo>
                  <a:pt x="959" y="537"/>
                </a:lnTo>
                <a:lnTo>
                  <a:pt x="960" y="539"/>
                </a:lnTo>
                <a:lnTo>
                  <a:pt x="961" y="540"/>
                </a:lnTo>
                <a:lnTo>
                  <a:pt x="962" y="541"/>
                </a:lnTo>
                <a:lnTo>
                  <a:pt x="962" y="542"/>
                </a:lnTo>
                <a:lnTo>
                  <a:pt x="963" y="542"/>
                </a:lnTo>
                <a:lnTo>
                  <a:pt x="962" y="542"/>
                </a:lnTo>
                <a:lnTo>
                  <a:pt x="962" y="543"/>
                </a:lnTo>
                <a:lnTo>
                  <a:pt x="961" y="543"/>
                </a:lnTo>
                <a:lnTo>
                  <a:pt x="961" y="544"/>
                </a:lnTo>
                <a:lnTo>
                  <a:pt x="961" y="543"/>
                </a:lnTo>
                <a:lnTo>
                  <a:pt x="961" y="544"/>
                </a:lnTo>
                <a:lnTo>
                  <a:pt x="960" y="545"/>
                </a:lnTo>
                <a:lnTo>
                  <a:pt x="960" y="546"/>
                </a:lnTo>
                <a:lnTo>
                  <a:pt x="959" y="546"/>
                </a:lnTo>
                <a:lnTo>
                  <a:pt x="959" y="547"/>
                </a:lnTo>
                <a:lnTo>
                  <a:pt x="958" y="547"/>
                </a:lnTo>
                <a:lnTo>
                  <a:pt x="958" y="548"/>
                </a:lnTo>
                <a:lnTo>
                  <a:pt x="957" y="549"/>
                </a:lnTo>
                <a:lnTo>
                  <a:pt x="956" y="549"/>
                </a:lnTo>
                <a:lnTo>
                  <a:pt x="956" y="550"/>
                </a:lnTo>
                <a:lnTo>
                  <a:pt x="955" y="551"/>
                </a:lnTo>
                <a:lnTo>
                  <a:pt x="955" y="552"/>
                </a:lnTo>
                <a:lnTo>
                  <a:pt x="955" y="551"/>
                </a:lnTo>
                <a:lnTo>
                  <a:pt x="955" y="552"/>
                </a:lnTo>
                <a:lnTo>
                  <a:pt x="954" y="551"/>
                </a:lnTo>
                <a:lnTo>
                  <a:pt x="953" y="550"/>
                </a:lnTo>
                <a:lnTo>
                  <a:pt x="953" y="551"/>
                </a:lnTo>
                <a:lnTo>
                  <a:pt x="954" y="552"/>
                </a:lnTo>
                <a:lnTo>
                  <a:pt x="954" y="553"/>
                </a:lnTo>
                <a:lnTo>
                  <a:pt x="953" y="553"/>
                </a:lnTo>
                <a:lnTo>
                  <a:pt x="953" y="554"/>
                </a:lnTo>
                <a:lnTo>
                  <a:pt x="952" y="555"/>
                </a:lnTo>
                <a:lnTo>
                  <a:pt x="952" y="554"/>
                </a:lnTo>
                <a:lnTo>
                  <a:pt x="952" y="555"/>
                </a:lnTo>
                <a:lnTo>
                  <a:pt x="951" y="555"/>
                </a:lnTo>
                <a:lnTo>
                  <a:pt x="951" y="556"/>
                </a:lnTo>
                <a:lnTo>
                  <a:pt x="950" y="556"/>
                </a:lnTo>
                <a:lnTo>
                  <a:pt x="949" y="556"/>
                </a:lnTo>
                <a:lnTo>
                  <a:pt x="949" y="557"/>
                </a:lnTo>
                <a:lnTo>
                  <a:pt x="948" y="556"/>
                </a:lnTo>
                <a:lnTo>
                  <a:pt x="948" y="555"/>
                </a:lnTo>
                <a:lnTo>
                  <a:pt x="949" y="555"/>
                </a:lnTo>
                <a:lnTo>
                  <a:pt x="948" y="554"/>
                </a:lnTo>
                <a:lnTo>
                  <a:pt x="947" y="555"/>
                </a:lnTo>
                <a:lnTo>
                  <a:pt x="946" y="554"/>
                </a:lnTo>
                <a:lnTo>
                  <a:pt x="946" y="553"/>
                </a:lnTo>
                <a:lnTo>
                  <a:pt x="946" y="552"/>
                </a:lnTo>
                <a:lnTo>
                  <a:pt x="946" y="550"/>
                </a:lnTo>
                <a:lnTo>
                  <a:pt x="945" y="549"/>
                </a:lnTo>
                <a:lnTo>
                  <a:pt x="944" y="549"/>
                </a:lnTo>
                <a:lnTo>
                  <a:pt x="945" y="549"/>
                </a:lnTo>
                <a:lnTo>
                  <a:pt x="945" y="550"/>
                </a:lnTo>
                <a:lnTo>
                  <a:pt x="945" y="552"/>
                </a:lnTo>
                <a:lnTo>
                  <a:pt x="945" y="553"/>
                </a:lnTo>
                <a:lnTo>
                  <a:pt x="945" y="554"/>
                </a:lnTo>
                <a:lnTo>
                  <a:pt x="945" y="555"/>
                </a:lnTo>
                <a:lnTo>
                  <a:pt x="946" y="556"/>
                </a:lnTo>
                <a:lnTo>
                  <a:pt x="947" y="556"/>
                </a:lnTo>
                <a:lnTo>
                  <a:pt x="948" y="556"/>
                </a:lnTo>
                <a:lnTo>
                  <a:pt x="948" y="557"/>
                </a:lnTo>
                <a:lnTo>
                  <a:pt x="947" y="557"/>
                </a:lnTo>
                <a:lnTo>
                  <a:pt x="947" y="558"/>
                </a:lnTo>
                <a:lnTo>
                  <a:pt x="946" y="558"/>
                </a:lnTo>
                <a:lnTo>
                  <a:pt x="945" y="559"/>
                </a:lnTo>
                <a:lnTo>
                  <a:pt x="944" y="560"/>
                </a:lnTo>
                <a:lnTo>
                  <a:pt x="944" y="559"/>
                </a:lnTo>
                <a:lnTo>
                  <a:pt x="943" y="559"/>
                </a:lnTo>
                <a:lnTo>
                  <a:pt x="942" y="559"/>
                </a:lnTo>
                <a:lnTo>
                  <a:pt x="942" y="558"/>
                </a:lnTo>
                <a:lnTo>
                  <a:pt x="940" y="557"/>
                </a:lnTo>
                <a:lnTo>
                  <a:pt x="940" y="558"/>
                </a:lnTo>
                <a:lnTo>
                  <a:pt x="941" y="558"/>
                </a:lnTo>
                <a:lnTo>
                  <a:pt x="942" y="559"/>
                </a:lnTo>
                <a:lnTo>
                  <a:pt x="942" y="560"/>
                </a:lnTo>
                <a:lnTo>
                  <a:pt x="943" y="560"/>
                </a:lnTo>
                <a:lnTo>
                  <a:pt x="943" y="561"/>
                </a:lnTo>
                <a:lnTo>
                  <a:pt x="942" y="561"/>
                </a:lnTo>
                <a:lnTo>
                  <a:pt x="942" y="562"/>
                </a:lnTo>
                <a:lnTo>
                  <a:pt x="942" y="561"/>
                </a:lnTo>
                <a:lnTo>
                  <a:pt x="942" y="562"/>
                </a:lnTo>
                <a:lnTo>
                  <a:pt x="941" y="562"/>
                </a:lnTo>
                <a:lnTo>
                  <a:pt x="941" y="563"/>
                </a:lnTo>
                <a:lnTo>
                  <a:pt x="940" y="563"/>
                </a:lnTo>
                <a:lnTo>
                  <a:pt x="940" y="564"/>
                </a:lnTo>
                <a:lnTo>
                  <a:pt x="939" y="564"/>
                </a:lnTo>
                <a:lnTo>
                  <a:pt x="939" y="565"/>
                </a:lnTo>
                <a:lnTo>
                  <a:pt x="939" y="566"/>
                </a:lnTo>
                <a:lnTo>
                  <a:pt x="938" y="566"/>
                </a:lnTo>
                <a:lnTo>
                  <a:pt x="938" y="567"/>
                </a:lnTo>
                <a:lnTo>
                  <a:pt x="938" y="568"/>
                </a:lnTo>
                <a:lnTo>
                  <a:pt x="938" y="569"/>
                </a:lnTo>
                <a:lnTo>
                  <a:pt x="939" y="572"/>
                </a:lnTo>
                <a:lnTo>
                  <a:pt x="939" y="573"/>
                </a:lnTo>
                <a:lnTo>
                  <a:pt x="939" y="574"/>
                </a:lnTo>
                <a:lnTo>
                  <a:pt x="939" y="573"/>
                </a:lnTo>
                <a:lnTo>
                  <a:pt x="940" y="573"/>
                </a:lnTo>
                <a:lnTo>
                  <a:pt x="940" y="574"/>
                </a:lnTo>
                <a:lnTo>
                  <a:pt x="940" y="573"/>
                </a:lnTo>
                <a:lnTo>
                  <a:pt x="940" y="574"/>
                </a:lnTo>
                <a:lnTo>
                  <a:pt x="941" y="574"/>
                </a:lnTo>
                <a:lnTo>
                  <a:pt x="942" y="574"/>
                </a:lnTo>
                <a:lnTo>
                  <a:pt x="942" y="573"/>
                </a:lnTo>
                <a:lnTo>
                  <a:pt x="943" y="573"/>
                </a:lnTo>
                <a:lnTo>
                  <a:pt x="944" y="573"/>
                </a:lnTo>
                <a:lnTo>
                  <a:pt x="944" y="574"/>
                </a:lnTo>
                <a:lnTo>
                  <a:pt x="945" y="574"/>
                </a:lnTo>
                <a:lnTo>
                  <a:pt x="945" y="575"/>
                </a:lnTo>
                <a:lnTo>
                  <a:pt x="946" y="575"/>
                </a:lnTo>
                <a:lnTo>
                  <a:pt x="945" y="575"/>
                </a:lnTo>
                <a:lnTo>
                  <a:pt x="945" y="576"/>
                </a:lnTo>
                <a:lnTo>
                  <a:pt x="946" y="576"/>
                </a:lnTo>
                <a:lnTo>
                  <a:pt x="946" y="575"/>
                </a:lnTo>
                <a:lnTo>
                  <a:pt x="946" y="576"/>
                </a:lnTo>
                <a:lnTo>
                  <a:pt x="946" y="577"/>
                </a:lnTo>
                <a:lnTo>
                  <a:pt x="946" y="578"/>
                </a:lnTo>
                <a:lnTo>
                  <a:pt x="945" y="579"/>
                </a:lnTo>
                <a:lnTo>
                  <a:pt x="944" y="579"/>
                </a:lnTo>
                <a:lnTo>
                  <a:pt x="943" y="579"/>
                </a:lnTo>
                <a:lnTo>
                  <a:pt x="943" y="578"/>
                </a:lnTo>
                <a:lnTo>
                  <a:pt x="943" y="577"/>
                </a:lnTo>
                <a:lnTo>
                  <a:pt x="943" y="576"/>
                </a:lnTo>
                <a:lnTo>
                  <a:pt x="943" y="577"/>
                </a:lnTo>
                <a:lnTo>
                  <a:pt x="942" y="577"/>
                </a:lnTo>
                <a:lnTo>
                  <a:pt x="943" y="577"/>
                </a:lnTo>
                <a:lnTo>
                  <a:pt x="943" y="578"/>
                </a:lnTo>
                <a:lnTo>
                  <a:pt x="942" y="578"/>
                </a:lnTo>
                <a:lnTo>
                  <a:pt x="941" y="578"/>
                </a:lnTo>
                <a:lnTo>
                  <a:pt x="941" y="577"/>
                </a:lnTo>
                <a:lnTo>
                  <a:pt x="940" y="577"/>
                </a:lnTo>
                <a:lnTo>
                  <a:pt x="940" y="576"/>
                </a:lnTo>
                <a:lnTo>
                  <a:pt x="939" y="577"/>
                </a:lnTo>
                <a:lnTo>
                  <a:pt x="938" y="577"/>
                </a:lnTo>
                <a:lnTo>
                  <a:pt x="936" y="578"/>
                </a:lnTo>
                <a:lnTo>
                  <a:pt x="936" y="579"/>
                </a:lnTo>
                <a:lnTo>
                  <a:pt x="935" y="579"/>
                </a:lnTo>
                <a:lnTo>
                  <a:pt x="935" y="580"/>
                </a:lnTo>
                <a:lnTo>
                  <a:pt x="934" y="581"/>
                </a:lnTo>
                <a:lnTo>
                  <a:pt x="934" y="582"/>
                </a:lnTo>
                <a:lnTo>
                  <a:pt x="933" y="582"/>
                </a:lnTo>
                <a:lnTo>
                  <a:pt x="932" y="582"/>
                </a:lnTo>
                <a:lnTo>
                  <a:pt x="932" y="583"/>
                </a:lnTo>
                <a:lnTo>
                  <a:pt x="929" y="583"/>
                </a:lnTo>
                <a:lnTo>
                  <a:pt x="928" y="582"/>
                </a:lnTo>
                <a:lnTo>
                  <a:pt x="927" y="582"/>
                </a:lnTo>
                <a:lnTo>
                  <a:pt x="927" y="581"/>
                </a:lnTo>
                <a:lnTo>
                  <a:pt x="927" y="579"/>
                </a:lnTo>
                <a:lnTo>
                  <a:pt x="927" y="578"/>
                </a:lnTo>
                <a:lnTo>
                  <a:pt x="926" y="578"/>
                </a:lnTo>
                <a:lnTo>
                  <a:pt x="926" y="577"/>
                </a:lnTo>
                <a:lnTo>
                  <a:pt x="925" y="577"/>
                </a:lnTo>
                <a:lnTo>
                  <a:pt x="925" y="578"/>
                </a:lnTo>
                <a:lnTo>
                  <a:pt x="924" y="578"/>
                </a:lnTo>
                <a:lnTo>
                  <a:pt x="924" y="579"/>
                </a:lnTo>
                <a:lnTo>
                  <a:pt x="924" y="580"/>
                </a:lnTo>
                <a:lnTo>
                  <a:pt x="923" y="581"/>
                </a:lnTo>
                <a:lnTo>
                  <a:pt x="923" y="582"/>
                </a:lnTo>
                <a:lnTo>
                  <a:pt x="923" y="583"/>
                </a:lnTo>
                <a:lnTo>
                  <a:pt x="922" y="584"/>
                </a:lnTo>
                <a:lnTo>
                  <a:pt x="922" y="585"/>
                </a:lnTo>
                <a:lnTo>
                  <a:pt x="921" y="586"/>
                </a:lnTo>
                <a:lnTo>
                  <a:pt x="921" y="587"/>
                </a:lnTo>
                <a:lnTo>
                  <a:pt x="921" y="588"/>
                </a:lnTo>
                <a:lnTo>
                  <a:pt x="920" y="588"/>
                </a:lnTo>
                <a:lnTo>
                  <a:pt x="920" y="589"/>
                </a:lnTo>
                <a:lnTo>
                  <a:pt x="919" y="589"/>
                </a:lnTo>
                <a:lnTo>
                  <a:pt x="919" y="590"/>
                </a:lnTo>
                <a:lnTo>
                  <a:pt x="918" y="590"/>
                </a:lnTo>
                <a:lnTo>
                  <a:pt x="918" y="591"/>
                </a:lnTo>
                <a:lnTo>
                  <a:pt x="918" y="592"/>
                </a:lnTo>
                <a:lnTo>
                  <a:pt x="917" y="592"/>
                </a:lnTo>
                <a:lnTo>
                  <a:pt x="917" y="593"/>
                </a:lnTo>
                <a:lnTo>
                  <a:pt x="916" y="593"/>
                </a:lnTo>
                <a:lnTo>
                  <a:pt x="915" y="594"/>
                </a:lnTo>
                <a:lnTo>
                  <a:pt x="915" y="595"/>
                </a:lnTo>
                <a:lnTo>
                  <a:pt x="914" y="595"/>
                </a:lnTo>
                <a:lnTo>
                  <a:pt x="914" y="596"/>
                </a:lnTo>
                <a:lnTo>
                  <a:pt x="913" y="596"/>
                </a:lnTo>
                <a:lnTo>
                  <a:pt x="913" y="597"/>
                </a:lnTo>
                <a:lnTo>
                  <a:pt x="912" y="597"/>
                </a:lnTo>
                <a:lnTo>
                  <a:pt x="912" y="598"/>
                </a:lnTo>
                <a:lnTo>
                  <a:pt x="911" y="598"/>
                </a:lnTo>
                <a:lnTo>
                  <a:pt x="911" y="599"/>
                </a:lnTo>
                <a:lnTo>
                  <a:pt x="910" y="599"/>
                </a:lnTo>
                <a:lnTo>
                  <a:pt x="910" y="600"/>
                </a:lnTo>
                <a:lnTo>
                  <a:pt x="909" y="600"/>
                </a:lnTo>
                <a:lnTo>
                  <a:pt x="909" y="601"/>
                </a:lnTo>
                <a:lnTo>
                  <a:pt x="908" y="601"/>
                </a:lnTo>
                <a:lnTo>
                  <a:pt x="908" y="602"/>
                </a:lnTo>
                <a:lnTo>
                  <a:pt x="907" y="602"/>
                </a:lnTo>
                <a:lnTo>
                  <a:pt x="907" y="603"/>
                </a:lnTo>
                <a:lnTo>
                  <a:pt x="906" y="603"/>
                </a:lnTo>
                <a:lnTo>
                  <a:pt x="906" y="604"/>
                </a:lnTo>
                <a:lnTo>
                  <a:pt x="906" y="605"/>
                </a:lnTo>
                <a:lnTo>
                  <a:pt x="905" y="605"/>
                </a:lnTo>
                <a:lnTo>
                  <a:pt x="905" y="606"/>
                </a:lnTo>
                <a:lnTo>
                  <a:pt x="905" y="607"/>
                </a:lnTo>
                <a:lnTo>
                  <a:pt x="905" y="608"/>
                </a:lnTo>
                <a:lnTo>
                  <a:pt x="905" y="609"/>
                </a:lnTo>
                <a:lnTo>
                  <a:pt x="905" y="610"/>
                </a:lnTo>
                <a:lnTo>
                  <a:pt x="905" y="611"/>
                </a:lnTo>
                <a:lnTo>
                  <a:pt x="905" y="613"/>
                </a:lnTo>
                <a:lnTo>
                  <a:pt x="905" y="614"/>
                </a:lnTo>
                <a:lnTo>
                  <a:pt x="905" y="615"/>
                </a:lnTo>
                <a:lnTo>
                  <a:pt x="905" y="616"/>
                </a:lnTo>
                <a:lnTo>
                  <a:pt x="904" y="617"/>
                </a:lnTo>
                <a:lnTo>
                  <a:pt x="904" y="616"/>
                </a:lnTo>
                <a:lnTo>
                  <a:pt x="904" y="617"/>
                </a:lnTo>
                <a:lnTo>
                  <a:pt x="903" y="617"/>
                </a:lnTo>
                <a:lnTo>
                  <a:pt x="903" y="618"/>
                </a:lnTo>
                <a:lnTo>
                  <a:pt x="902" y="617"/>
                </a:lnTo>
                <a:lnTo>
                  <a:pt x="902" y="618"/>
                </a:lnTo>
                <a:lnTo>
                  <a:pt x="903" y="618"/>
                </a:lnTo>
                <a:lnTo>
                  <a:pt x="902" y="618"/>
                </a:lnTo>
                <a:lnTo>
                  <a:pt x="902" y="619"/>
                </a:lnTo>
                <a:lnTo>
                  <a:pt x="901" y="619"/>
                </a:lnTo>
                <a:lnTo>
                  <a:pt x="902" y="619"/>
                </a:lnTo>
                <a:lnTo>
                  <a:pt x="902" y="618"/>
                </a:lnTo>
                <a:lnTo>
                  <a:pt x="902" y="619"/>
                </a:lnTo>
                <a:lnTo>
                  <a:pt x="901" y="619"/>
                </a:lnTo>
                <a:lnTo>
                  <a:pt x="900" y="620"/>
                </a:lnTo>
                <a:lnTo>
                  <a:pt x="899" y="620"/>
                </a:lnTo>
                <a:lnTo>
                  <a:pt x="899" y="621"/>
                </a:lnTo>
                <a:lnTo>
                  <a:pt x="898" y="621"/>
                </a:lnTo>
                <a:lnTo>
                  <a:pt x="898" y="622"/>
                </a:lnTo>
                <a:lnTo>
                  <a:pt x="898" y="621"/>
                </a:lnTo>
                <a:lnTo>
                  <a:pt x="897" y="621"/>
                </a:lnTo>
                <a:lnTo>
                  <a:pt x="897" y="622"/>
                </a:lnTo>
                <a:lnTo>
                  <a:pt x="896" y="622"/>
                </a:lnTo>
                <a:lnTo>
                  <a:pt x="895" y="622"/>
                </a:lnTo>
                <a:lnTo>
                  <a:pt x="894" y="622"/>
                </a:lnTo>
                <a:lnTo>
                  <a:pt x="894" y="623"/>
                </a:lnTo>
                <a:lnTo>
                  <a:pt x="893" y="623"/>
                </a:lnTo>
                <a:lnTo>
                  <a:pt x="893" y="624"/>
                </a:lnTo>
                <a:lnTo>
                  <a:pt x="892" y="624"/>
                </a:lnTo>
                <a:lnTo>
                  <a:pt x="893" y="624"/>
                </a:lnTo>
                <a:lnTo>
                  <a:pt x="893" y="623"/>
                </a:lnTo>
                <a:lnTo>
                  <a:pt x="893" y="624"/>
                </a:lnTo>
                <a:lnTo>
                  <a:pt x="892" y="624"/>
                </a:lnTo>
                <a:lnTo>
                  <a:pt x="892" y="625"/>
                </a:lnTo>
                <a:lnTo>
                  <a:pt x="891" y="625"/>
                </a:lnTo>
                <a:lnTo>
                  <a:pt x="891" y="626"/>
                </a:lnTo>
                <a:lnTo>
                  <a:pt x="890" y="626"/>
                </a:lnTo>
                <a:lnTo>
                  <a:pt x="890" y="627"/>
                </a:lnTo>
                <a:lnTo>
                  <a:pt x="889" y="627"/>
                </a:lnTo>
                <a:lnTo>
                  <a:pt x="889" y="628"/>
                </a:lnTo>
                <a:lnTo>
                  <a:pt x="889" y="629"/>
                </a:lnTo>
                <a:lnTo>
                  <a:pt x="888" y="629"/>
                </a:lnTo>
                <a:lnTo>
                  <a:pt x="888" y="630"/>
                </a:lnTo>
                <a:lnTo>
                  <a:pt x="887" y="630"/>
                </a:lnTo>
                <a:lnTo>
                  <a:pt x="887" y="631"/>
                </a:lnTo>
                <a:lnTo>
                  <a:pt x="886" y="631"/>
                </a:lnTo>
                <a:lnTo>
                  <a:pt x="886" y="632"/>
                </a:lnTo>
                <a:lnTo>
                  <a:pt x="886" y="633"/>
                </a:lnTo>
                <a:lnTo>
                  <a:pt x="885" y="633"/>
                </a:lnTo>
                <a:lnTo>
                  <a:pt x="885" y="634"/>
                </a:lnTo>
                <a:lnTo>
                  <a:pt x="884" y="634"/>
                </a:lnTo>
                <a:lnTo>
                  <a:pt x="884" y="635"/>
                </a:lnTo>
                <a:lnTo>
                  <a:pt x="884" y="636"/>
                </a:lnTo>
                <a:lnTo>
                  <a:pt x="883" y="636"/>
                </a:lnTo>
                <a:lnTo>
                  <a:pt x="883" y="637"/>
                </a:lnTo>
                <a:lnTo>
                  <a:pt x="882" y="637"/>
                </a:lnTo>
                <a:lnTo>
                  <a:pt x="882" y="638"/>
                </a:lnTo>
                <a:lnTo>
                  <a:pt x="882" y="639"/>
                </a:lnTo>
                <a:lnTo>
                  <a:pt x="881" y="639"/>
                </a:lnTo>
                <a:lnTo>
                  <a:pt x="881" y="640"/>
                </a:lnTo>
                <a:lnTo>
                  <a:pt x="880" y="640"/>
                </a:lnTo>
                <a:lnTo>
                  <a:pt x="879" y="641"/>
                </a:lnTo>
                <a:lnTo>
                  <a:pt x="878" y="641"/>
                </a:lnTo>
                <a:lnTo>
                  <a:pt x="878" y="642"/>
                </a:lnTo>
                <a:lnTo>
                  <a:pt x="879" y="642"/>
                </a:lnTo>
                <a:lnTo>
                  <a:pt x="878" y="642"/>
                </a:lnTo>
                <a:lnTo>
                  <a:pt x="879" y="643"/>
                </a:lnTo>
                <a:lnTo>
                  <a:pt x="878" y="643"/>
                </a:lnTo>
                <a:lnTo>
                  <a:pt x="877" y="643"/>
                </a:lnTo>
                <a:lnTo>
                  <a:pt x="877" y="644"/>
                </a:lnTo>
                <a:lnTo>
                  <a:pt x="877" y="645"/>
                </a:lnTo>
                <a:lnTo>
                  <a:pt x="877" y="646"/>
                </a:lnTo>
                <a:lnTo>
                  <a:pt x="877" y="647"/>
                </a:lnTo>
                <a:lnTo>
                  <a:pt x="877" y="648"/>
                </a:lnTo>
                <a:lnTo>
                  <a:pt x="876" y="648"/>
                </a:lnTo>
                <a:lnTo>
                  <a:pt x="877" y="648"/>
                </a:lnTo>
                <a:lnTo>
                  <a:pt x="876" y="648"/>
                </a:lnTo>
                <a:lnTo>
                  <a:pt x="876" y="649"/>
                </a:lnTo>
                <a:lnTo>
                  <a:pt x="875" y="649"/>
                </a:lnTo>
                <a:lnTo>
                  <a:pt x="875" y="650"/>
                </a:lnTo>
                <a:lnTo>
                  <a:pt x="875" y="651"/>
                </a:lnTo>
                <a:lnTo>
                  <a:pt x="875" y="652"/>
                </a:lnTo>
                <a:lnTo>
                  <a:pt x="875" y="653"/>
                </a:lnTo>
                <a:lnTo>
                  <a:pt x="875" y="654"/>
                </a:lnTo>
                <a:lnTo>
                  <a:pt x="874" y="653"/>
                </a:lnTo>
                <a:lnTo>
                  <a:pt x="873" y="653"/>
                </a:lnTo>
                <a:lnTo>
                  <a:pt x="872" y="654"/>
                </a:lnTo>
                <a:lnTo>
                  <a:pt x="872" y="653"/>
                </a:lnTo>
                <a:lnTo>
                  <a:pt x="873" y="653"/>
                </a:lnTo>
                <a:lnTo>
                  <a:pt x="874" y="653"/>
                </a:lnTo>
                <a:lnTo>
                  <a:pt x="874" y="652"/>
                </a:lnTo>
                <a:lnTo>
                  <a:pt x="873" y="652"/>
                </a:lnTo>
                <a:lnTo>
                  <a:pt x="873" y="653"/>
                </a:lnTo>
                <a:lnTo>
                  <a:pt x="872" y="653"/>
                </a:lnTo>
                <a:lnTo>
                  <a:pt x="872" y="654"/>
                </a:lnTo>
                <a:lnTo>
                  <a:pt x="871" y="654"/>
                </a:lnTo>
                <a:lnTo>
                  <a:pt x="870" y="654"/>
                </a:lnTo>
                <a:lnTo>
                  <a:pt x="870" y="655"/>
                </a:lnTo>
                <a:lnTo>
                  <a:pt x="869" y="655"/>
                </a:lnTo>
                <a:lnTo>
                  <a:pt x="869" y="656"/>
                </a:lnTo>
                <a:lnTo>
                  <a:pt x="869" y="658"/>
                </a:lnTo>
                <a:lnTo>
                  <a:pt x="868" y="659"/>
                </a:lnTo>
                <a:lnTo>
                  <a:pt x="868" y="660"/>
                </a:lnTo>
                <a:lnTo>
                  <a:pt x="868" y="661"/>
                </a:lnTo>
                <a:lnTo>
                  <a:pt x="867" y="661"/>
                </a:lnTo>
                <a:lnTo>
                  <a:pt x="866" y="662"/>
                </a:lnTo>
                <a:lnTo>
                  <a:pt x="865" y="662"/>
                </a:lnTo>
                <a:lnTo>
                  <a:pt x="865" y="663"/>
                </a:lnTo>
                <a:lnTo>
                  <a:pt x="864" y="664"/>
                </a:lnTo>
                <a:lnTo>
                  <a:pt x="864" y="665"/>
                </a:lnTo>
                <a:lnTo>
                  <a:pt x="864" y="666"/>
                </a:lnTo>
                <a:lnTo>
                  <a:pt x="864" y="667"/>
                </a:lnTo>
                <a:lnTo>
                  <a:pt x="863" y="667"/>
                </a:lnTo>
                <a:lnTo>
                  <a:pt x="863" y="668"/>
                </a:lnTo>
                <a:lnTo>
                  <a:pt x="863" y="669"/>
                </a:lnTo>
                <a:lnTo>
                  <a:pt x="862" y="669"/>
                </a:lnTo>
                <a:lnTo>
                  <a:pt x="862" y="670"/>
                </a:lnTo>
                <a:lnTo>
                  <a:pt x="861" y="670"/>
                </a:lnTo>
                <a:lnTo>
                  <a:pt x="861" y="671"/>
                </a:lnTo>
                <a:lnTo>
                  <a:pt x="860" y="672"/>
                </a:lnTo>
                <a:lnTo>
                  <a:pt x="860" y="673"/>
                </a:lnTo>
                <a:lnTo>
                  <a:pt x="859" y="673"/>
                </a:lnTo>
                <a:lnTo>
                  <a:pt x="859" y="674"/>
                </a:lnTo>
                <a:lnTo>
                  <a:pt x="859" y="675"/>
                </a:lnTo>
                <a:lnTo>
                  <a:pt x="858" y="675"/>
                </a:lnTo>
                <a:lnTo>
                  <a:pt x="858" y="676"/>
                </a:lnTo>
                <a:lnTo>
                  <a:pt x="858" y="677"/>
                </a:lnTo>
                <a:lnTo>
                  <a:pt x="857" y="678"/>
                </a:lnTo>
                <a:lnTo>
                  <a:pt x="857" y="679"/>
                </a:lnTo>
                <a:lnTo>
                  <a:pt x="857" y="680"/>
                </a:lnTo>
                <a:lnTo>
                  <a:pt x="857" y="681"/>
                </a:lnTo>
                <a:lnTo>
                  <a:pt x="857" y="682"/>
                </a:lnTo>
                <a:lnTo>
                  <a:pt x="857" y="683"/>
                </a:lnTo>
                <a:lnTo>
                  <a:pt x="857" y="684"/>
                </a:lnTo>
                <a:lnTo>
                  <a:pt x="858" y="684"/>
                </a:lnTo>
                <a:lnTo>
                  <a:pt x="858" y="685"/>
                </a:lnTo>
                <a:lnTo>
                  <a:pt x="859" y="685"/>
                </a:lnTo>
                <a:lnTo>
                  <a:pt x="859" y="684"/>
                </a:lnTo>
                <a:lnTo>
                  <a:pt x="860" y="684"/>
                </a:lnTo>
                <a:lnTo>
                  <a:pt x="860" y="685"/>
                </a:lnTo>
                <a:lnTo>
                  <a:pt x="861" y="685"/>
                </a:lnTo>
                <a:lnTo>
                  <a:pt x="862" y="686"/>
                </a:lnTo>
                <a:lnTo>
                  <a:pt x="863" y="686"/>
                </a:lnTo>
                <a:lnTo>
                  <a:pt x="863" y="687"/>
                </a:lnTo>
                <a:lnTo>
                  <a:pt x="863" y="688"/>
                </a:lnTo>
                <a:lnTo>
                  <a:pt x="864" y="688"/>
                </a:lnTo>
                <a:lnTo>
                  <a:pt x="864" y="689"/>
                </a:lnTo>
                <a:lnTo>
                  <a:pt x="864" y="692"/>
                </a:lnTo>
                <a:lnTo>
                  <a:pt x="864" y="693"/>
                </a:lnTo>
                <a:lnTo>
                  <a:pt x="863" y="693"/>
                </a:lnTo>
                <a:lnTo>
                  <a:pt x="863" y="694"/>
                </a:lnTo>
                <a:lnTo>
                  <a:pt x="863" y="695"/>
                </a:lnTo>
                <a:lnTo>
                  <a:pt x="863" y="696"/>
                </a:lnTo>
                <a:lnTo>
                  <a:pt x="863" y="697"/>
                </a:lnTo>
                <a:lnTo>
                  <a:pt x="863" y="698"/>
                </a:lnTo>
                <a:lnTo>
                  <a:pt x="862" y="698"/>
                </a:lnTo>
                <a:lnTo>
                  <a:pt x="862" y="697"/>
                </a:lnTo>
                <a:lnTo>
                  <a:pt x="862" y="695"/>
                </a:lnTo>
                <a:lnTo>
                  <a:pt x="862" y="696"/>
                </a:lnTo>
                <a:lnTo>
                  <a:pt x="861" y="696"/>
                </a:lnTo>
                <a:lnTo>
                  <a:pt x="860" y="697"/>
                </a:lnTo>
                <a:lnTo>
                  <a:pt x="859" y="697"/>
                </a:lnTo>
                <a:lnTo>
                  <a:pt x="859" y="698"/>
                </a:lnTo>
                <a:lnTo>
                  <a:pt x="859" y="699"/>
                </a:lnTo>
                <a:lnTo>
                  <a:pt x="858" y="699"/>
                </a:lnTo>
                <a:lnTo>
                  <a:pt x="858" y="700"/>
                </a:lnTo>
                <a:lnTo>
                  <a:pt x="857" y="700"/>
                </a:lnTo>
                <a:lnTo>
                  <a:pt x="857" y="701"/>
                </a:lnTo>
                <a:lnTo>
                  <a:pt x="856" y="701"/>
                </a:lnTo>
                <a:lnTo>
                  <a:pt x="855" y="701"/>
                </a:lnTo>
                <a:lnTo>
                  <a:pt x="854" y="701"/>
                </a:lnTo>
                <a:lnTo>
                  <a:pt x="855" y="702"/>
                </a:lnTo>
                <a:lnTo>
                  <a:pt x="854" y="702"/>
                </a:lnTo>
                <a:lnTo>
                  <a:pt x="854" y="703"/>
                </a:lnTo>
                <a:lnTo>
                  <a:pt x="853" y="703"/>
                </a:lnTo>
                <a:lnTo>
                  <a:pt x="854" y="703"/>
                </a:lnTo>
                <a:lnTo>
                  <a:pt x="854" y="704"/>
                </a:lnTo>
                <a:lnTo>
                  <a:pt x="854" y="705"/>
                </a:lnTo>
                <a:lnTo>
                  <a:pt x="854" y="706"/>
                </a:lnTo>
                <a:lnTo>
                  <a:pt x="855" y="706"/>
                </a:lnTo>
                <a:lnTo>
                  <a:pt x="856" y="706"/>
                </a:lnTo>
                <a:lnTo>
                  <a:pt x="855" y="706"/>
                </a:lnTo>
                <a:lnTo>
                  <a:pt x="855" y="707"/>
                </a:lnTo>
                <a:lnTo>
                  <a:pt x="854" y="707"/>
                </a:lnTo>
                <a:lnTo>
                  <a:pt x="854" y="708"/>
                </a:lnTo>
                <a:lnTo>
                  <a:pt x="855" y="708"/>
                </a:lnTo>
                <a:lnTo>
                  <a:pt x="854" y="708"/>
                </a:lnTo>
                <a:lnTo>
                  <a:pt x="854" y="709"/>
                </a:lnTo>
                <a:lnTo>
                  <a:pt x="853" y="709"/>
                </a:lnTo>
                <a:lnTo>
                  <a:pt x="851" y="709"/>
                </a:lnTo>
                <a:lnTo>
                  <a:pt x="850" y="709"/>
                </a:lnTo>
                <a:lnTo>
                  <a:pt x="850" y="710"/>
                </a:lnTo>
                <a:lnTo>
                  <a:pt x="849" y="710"/>
                </a:lnTo>
                <a:lnTo>
                  <a:pt x="848" y="710"/>
                </a:lnTo>
                <a:lnTo>
                  <a:pt x="848" y="711"/>
                </a:lnTo>
                <a:lnTo>
                  <a:pt x="847" y="712"/>
                </a:lnTo>
                <a:lnTo>
                  <a:pt x="846" y="713"/>
                </a:lnTo>
                <a:lnTo>
                  <a:pt x="846" y="714"/>
                </a:lnTo>
                <a:lnTo>
                  <a:pt x="846" y="715"/>
                </a:lnTo>
                <a:lnTo>
                  <a:pt x="846" y="716"/>
                </a:lnTo>
                <a:lnTo>
                  <a:pt x="846" y="717"/>
                </a:lnTo>
                <a:lnTo>
                  <a:pt x="846" y="718"/>
                </a:lnTo>
                <a:lnTo>
                  <a:pt x="845" y="719"/>
                </a:lnTo>
                <a:lnTo>
                  <a:pt x="845" y="720"/>
                </a:lnTo>
                <a:lnTo>
                  <a:pt x="846" y="720"/>
                </a:lnTo>
                <a:lnTo>
                  <a:pt x="846" y="721"/>
                </a:lnTo>
                <a:lnTo>
                  <a:pt x="846" y="722"/>
                </a:lnTo>
                <a:lnTo>
                  <a:pt x="846" y="723"/>
                </a:lnTo>
                <a:lnTo>
                  <a:pt x="846" y="724"/>
                </a:lnTo>
                <a:lnTo>
                  <a:pt x="846" y="725"/>
                </a:lnTo>
                <a:lnTo>
                  <a:pt x="846" y="726"/>
                </a:lnTo>
                <a:lnTo>
                  <a:pt x="845" y="726"/>
                </a:lnTo>
                <a:lnTo>
                  <a:pt x="845" y="727"/>
                </a:lnTo>
                <a:lnTo>
                  <a:pt x="844" y="728"/>
                </a:lnTo>
                <a:lnTo>
                  <a:pt x="843" y="729"/>
                </a:lnTo>
                <a:lnTo>
                  <a:pt x="842" y="729"/>
                </a:lnTo>
                <a:lnTo>
                  <a:pt x="842" y="730"/>
                </a:lnTo>
                <a:lnTo>
                  <a:pt x="841" y="730"/>
                </a:lnTo>
                <a:lnTo>
                  <a:pt x="841" y="731"/>
                </a:lnTo>
                <a:lnTo>
                  <a:pt x="840" y="731"/>
                </a:lnTo>
                <a:lnTo>
                  <a:pt x="840" y="732"/>
                </a:lnTo>
                <a:lnTo>
                  <a:pt x="840" y="733"/>
                </a:lnTo>
                <a:lnTo>
                  <a:pt x="840" y="736"/>
                </a:lnTo>
                <a:lnTo>
                  <a:pt x="837" y="733"/>
                </a:lnTo>
                <a:lnTo>
                  <a:pt x="836" y="732"/>
                </a:lnTo>
                <a:lnTo>
                  <a:pt x="835" y="732"/>
                </a:lnTo>
                <a:lnTo>
                  <a:pt x="836" y="733"/>
                </a:lnTo>
                <a:lnTo>
                  <a:pt x="835" y="734"/>
                </a:lnTo>
                <a:lnTo>
                  <a:pt x="834" y="734"/>
                </a:lnTo>
                <a:lnTo>
                  <a:pt x="834" y="735"/>
                </a:lnTo>
                <a:lnTo>
                  <a:pt x="832" y="735"/>
                </a:lnTo>
                <a:lnTo>
                  <a:pt x="830" y="736"/>
                </a:lnTo>
                <a:lnTo>
                  <a:pt x="830" y="735"/>
                </a:lnTo>
                <a:lnTo>
                  <a:pt x="825" y="739"/>
                </a:lnTo>
                <a:lnTo>
                  <a:pt x="824" y="739"/>
                </a:lnTo>
                <a:lnTo>
                  <a:pt x="823" y="740"/>
                </a:lnTo>
                <a:lnTo>
                  <a:pt x="823" y="741"/>
                </a:lnTo>
                <a:lnTo>
                  <a:pt x="822" y="741"/>
                </a:lnTo>
                <a:lnTo>
                  <a:pt x="821" y="741"/>
                </a:lnTo>
                <a:lnTo>
                  <a:pt x="821" y="742"/>
                </a:lnTo>
                <a:lnTo>
                  <a:pt x="817" y="744"/>
                </a:lnTo>
                <a:lnTo>
                  <a:pt x="815" y="744"/>
                </a:lnTo>
                <a:lnTo>
                  <a:pt x="811" y="743"/>
                </a:lnTo>
                <a:lnTo>
                  <a:pt x="808" y="742"/>
                </a:lnTo>
                <a:lnTo>
                  <a:pt x="808" y="741"/>
                </a:lnTo>
                <a:lnTo>
                  <a:pt x="807" y="742"/>
                </a:lnTo>
                <a:lnTo>
                  <a:pt x="806" y="742"/>
                </a:lnTo>
                <a:lnTo>
                  <a:pt x="803" y="742"/>
                </a:lnTo>
                <a:lnTo>
                  <a:pt x="802" y="743"/>
                </a:lnTo>
                <a:lnTo>
                  <a:pt x="801" y="742"/>
                </a:lnTo>
                <a:lnTo>
                  <a:pt x="800" y="742"/>
                </a:lnTo>
                <a:lnTo>
                  <a:pt x="799" y="742"/>
                </a:lnTo>
                <a:lnTo>
                  <a:pt x="798" y="742"/>
                </a:lnTo>
                <a:lnTo>
                  <a:pt x="798" y="743"/>
                </a:lnTo>
                <a:lnTo>
                  <a:pt x="797" y="743"/>
                </a:lnTo>
                <a:lnTo>
                  <a:pt x="795" y="743"/>
                </a:lnTo>
                <a:lnTo>
                  <a:pt x="793" y="743"/>
                </a:lnTo>
                <a:lnTo>
                  <a:pt x="792" y="743"/>
                </a:lnTo>
                <a:lnTo>
                  <a:pt x="791" y="743"/>
                </a:lnTo>
                <a:lnTo>
                  <a:pt x="790" y="743"/>
                </a:lnTo>
                <a:lnTo>
                  <a:pt x="790" y="742"/>
                </a:lnTo>
                <a:lnTo>
                  <a:pt x="791" y="742"/>
                </a:lnTo>
                <a:lnTo>
                  <a:pt x="791" y="741"/>
                </a:lnTo>
                <a:lnTo>
                  <a:pt x="791" y="740"/>
                </a:lnTo>
                <a:lnTo>
                  <a:pt x="790" y="741"/>
                </a:lnTo>
                <a:lnTo>
                  <a:pt x="789" y="742"/>
                </a:lnTo>
                <a:lnTo>
                  <a:pt x="788" y="742"/>
                </a:lnTo>
                <a:lnTo>
                  <a:pt x="786" y="743"/>
                </a:lnTo>
                <a:lnTo>
                  <a:pt x="785" y="744"/>
                </a:lnTo>
                <a:lnTo>
                  <a:pt x="783" y="745"/>
                </a:lnTo>
                <a:lnTo>
                  <a:pt x="782" y="746"/>
                </a:lnTo>
                <a:lnTo>
                  <a:pt x="781" y="746"/>
                </a:lnTo>
                <a:lnTo>
                  <a:pt x="780" y="746"/>
                </a:lnTo>
                <a:lnTo>
                  <a:pt x="778" y="747"/>
                </a:lnTo>
                <a:lnTo>
                  <a:pt x="777" y="747"/>
                </a:lnTo>
                <a:lnTo>
                  <a:pt x="776" y="747"/>
                </a:lnTo>
                <a:lnTo>
                  <a:pt x="775" y="747"/>
                </a:lnTo>
                <a:lnTo>
                  <a:pt x="769" y="750"/>
                </a:lnTo>
                <a:lnTo>
                  <a:pt x="767" y="748"/>
                </a:lnTo>
                <a:lnTo>
                  <a:pt x="766" y="748"/>
                </a:lnTo>
                <a:lnTo>
                  <a:pt x="765" y="747"/>
                </a:lnTo>
                <a:lnTo>
                  <a:pt x="763" y="746"/>
                </a:lnTo>
                <a:lnTo>
                  <a:pt x="762" y="746"/>
                </a:lnTo>
                <a:lnTo>
                  <a:pt x="762" y="745"/>
                </a:lnTo>
                <a:lnTo>
                  <a:pt x="762" y="744"/>
                </a:lnTo>
                <a:lnTo>
                  <a:pt x="761" y="743"/>
                </a:lnTo>
                <a:lnTo>
                  <a:pt x="760" y="743"/>
                </a:lnTo>
                <a:lnTo>
                  <a:pt x="759" y="743"/>
                </a:lnTo>
                <a:lnTo>
                  <a:pt x="761" y="746"/>
                </a:lnTo>
                <a:lnTo>
                  <a:pt x="761" y="747"/>
                </a:lnTo>
                <a:lnTo>
                  <a:pt x="761" y="748"/>
                </a:lnTo>
                <a:lnTo>
                  <a:pt x="759" y="748"/>
                </a:lnTo>
                <a:lnTo>
                  <a:pt x="760" y="750"/>
                </a:lnTo>
                <a:lnTo>
                  <a:pt x="760" y="751"/>
                </a:lnTo>
                <a:lnTo>
                  <a:pt x="761" y="752"/>
                </a:lnTo>
                <a:lnTo>
                  <a:pt x="761" y="754"/>
                </a:lnTo>
                <a:lnTo>
                  <a:pt x="761" y="755"/>
                </a:lnTo>
                <a:lnTo>
                  <a:pt x="760" y="755"/>
                </a:lnTo>
                <a:lnTo>
                  <a:pt x="760" y="756"/>
                </a:lnTo>
                <a:lnTo>
                  <a:pt x="759" y="757"/>
                </a:lnTo>
                <a:lnTo>
                  <a:pt x="759" y="759"/>
                </a:lnTo>
                <a:lnTo>
                  <a:pt x="758" y="760"/>
                </a:lnTo>
                <a:lnTo>
                  <a:pt x="756" y="761"/>
                </a:lnTo>
                <a:lnTo>
                  <a:pt x="754" y="762"/>
                </a:lnTo>
                <a:lnTo>
                  <a:pt x="753" y="760"/>
                </a:lnTo>
                <a:lnTo>
                  <a:pt x="752" y="760"/>
                </a:lnTo>
                <a:lnTo>
                  <a:pt x="751" y="760"/>
                </a:lnTo>
                <a:lnTo>
                  <a:pt x="751" y="762"/>
                </a:lnTo>
                <a:lnTo>
                  <a:pt x="751" y="763"/>
                </a:lnTo>
                <a:lnTo>
                  <a:pt x="751" y="764"/>
                </a:lnTo>
                <a:lnTo>
                  <a:pt x="751" y="765"/>
                </a:lnTo>
                <a:lnTo>
                  <a:pt x="750" y="765"/>
                </a:lnTo>
                <a:lnTo>
                  <a:pt x="750" y="766"/>
                </a:lnTo>
                <a:lnTo>
                  <a:pt x="749" y="766"/>
                </a:lnTo>
                <a:lnTo>
                  <a:pt x="749" y="765"/>
                </a:lnTo>
                <a:lnTo>
                  <a:pt x="749" y="763"/>
                </a:lnTo>
                <a:lnTo>
                  <a:pt x="748" y="761"/>
                </a:lnTo>
                <a:lnTo>
                  <a:pt x="747" y="760"/>
                </a:lnTo>
                <a:lnTo>
                  <a:pt x="746" y="760"/>
                </a:lnTo>
                <a:lnTo>
                  <a:pt x="744" y="761"/>
                </a:lnTo>
                <a:lnTo>
                  <a:pt x="744" y="763"/>
                </a:lnTo>
                <a:lnTo>
                  <a:pt x="744" y="764"/>
                </a:lnTo>
                <a:lnTo>
                  <a:pt x="741" y="765"/>
                </a:lnTo>
                <a:lnTo>
                  <a:pt x="741" y="766"/>
                </a:lnTo>
                <a:lnTo>
                  <a:pt x="741" y="767"/>
                </a:lnTo>
                <a:lnTo>
                  <a:pt x="740" y="767"/>
                </a:lnTo>
                <a:lnTo>
                  <a:pt x="739" y="766"/>
                </a:lnTo>
                <a:lnTo>
                  <a:pt x="738" y="768"/>
                </a:lnTo>
                <a:lnTo>
                  <a:pt x="737" y="768"/>
                </a:lnTo>
                <a:lnTo>
                  <a:pt x="736" y="768"/>
                </a:lnTo>
                <a:lnTo>
                  <a:pt x="736" y="769"/>
                </a:lnTo>
                <a:lnTo>
                  <a:pt x="737" y="769"/>
                </a:lnTo>
                <a:lnTo>
                  <a:pt x="738" y="769"/>
                </a:lnTo>
                <a:lnTo>
                  <a:pt x="738" y="770"/>
                </a:lnTo>
                <a:lnTo>
                  <a:pt x="737" y="770"/>
                </a:lnTo>
                <a:lnTo>
                  <a:pt x="736" y="770"/>
                </a:lnTo>
                <a:lnTo>
                  <a:pt x="735" y="770"/>
                </a:lnTo>
                <a:lnTo>
                  <a:pt x="735" y="771"/>
                </a:lnTo>
                <a:lnTo>
                  <a:pt x="734" y="772"/>
                </a:lnTo>
                <a:lnTo>
                  <a:pt x="734" y="773"/>
                </a:lnTo>
                <a:lnTo>
                  <a:pt x="733" y="773"/>
                </a:lnTo>
                <a:lnTo>
                  <a:pt x="733" y="774"/>
                </a:lnTo>
                <a:lnTo>
                  <a:pt x="732" y="774"/>
                </a:lnTo>
                <a:lnTo>
                  <a:pt x="731" y="775"/>
                </a:lnTo>
                <a:lnTo>
                  <a:pt x="730" y="775"/>
                </a:lnTo>
                <a:lnTo>
                  <a:pt x="730" y="774"/>
                </a:lnTo>
                <a:lnTo>
                  <a:pt x="729" y="774"/>
                </a:lnTo>
                <a:lnTo>
                  <a:pt x="728" y="775"/>
                </a:lnTo>
                <a:lnTo>
                  <a:pt x="728" y="776"/>
                </a:lnTo>
                <a:lnTo>
                  <a:pt x="727" y="776"/>
                </a:lnTo>
                <a:lnTo>
                  <a:pt x="726" y="777"/>
                </a:lnTo>
                <a:lnTo>
                  <a:pt x="726" y="776"/>
                </a:lnTo>
                <a:lnTo>
                  <a:pt x="726" y="775"/>
                </a:lnTo>
                <a:lnTo>
                  <a:pt x="726" y="774"/>
                </a:lnTo>
                <a:lnTo>
                  <a:pt x="726" y="771"/>
                </a:lnTo>
                <a:lnTo>
                  <a:pt x="727" y="771"/>
                </a:lnTo>
                <a:lnTo>
                  <a:pt x="728" y="772"/>
                </a:lnTo>
                <a:lnTo>
                  <a:pt x="729" y="772"/>
                </a:lnTo>
                <a:lnTo>
                  <a:pt x="729" y="771"/>
                </a:lnTo>
                <a:lnTo>
                  <a:pt x="729" y="770"/>
                </a:lnTo>
                <a:lnTo>
                  <a:pt x="730" y="770"/>
                </a:lnTo>
                <a:lnTo>
                  <a:pt x="729" y="769"/>
                </a:lnTo>
                <a:lnTo>
                  <a:pt x="728" y="769"/>
                </a:lnTo>
                <a:lnTo>
                  <a:pt x="728" y="770"/>
                </a:lnTo>
                <a:lnTo>
                  <a:pt x="727" y="771"/>
                </a:lnTo>
                <a:lnTo>
                  <a:pt x="726" y="771"/>
                </a:lnTo>
                <a:lnTo>
                  <a:pt x="726" y="769"/>
                </a:lnTo>
                <a:lnTo>
                  <a:pt x="726" y="768"/>
                </a:lnTo>
                <a:lnTo>
                  <a:pt x="726" y="765"/>
                </a:lnTo>
                <a:lnTo>
                  <a:pt x="727" y="764"/>
                </a:lnTo>
                <a:lnTo>
                  <a:pt x="727" y="763"/>
                </a:lnTo>
                <a:lnTo>
                  <a:pt x="726" y="763"/>
                </a:lnTo>
                <a:lnTo>
                  <a:pt x="726" y="762"/>
                </a:lnTo>
                <a:lnTo>
                  <a:pt x="727" y="761"/>
                </a:lnTo>
                <a:lnTo>
                  <a:pt x="726" y="761"/>
                </a:lnTo>
                <a:lnTo>
                  <a:pt x="726" y="762"/>
                </a:lnTo>
                <a:lnTo>
                  <a:pt x="726" y="763"/>
                </a:lnTo>
                <a:lnTo>
                  <a:pt x="725" y="765"/>
                </a:lnTo>
                <a:lnTo>
                  <a:pt x="724" y="765"/>
                </a:lnTo>
                <a:lnTo>
                  <a:pt x="725" y="769"/>
                </a:lnTo>
                <a:lnTo>
                  <a:pt x="725" y="770"/>
                </a:lnTo>
                <a:lnTo>
                  <a:pt x="725" y="772"/>
                </a:lnTo>
                <a:lnTo>
                  <a:pt x="724" y="773"/>
                </a:lnTo>
                <a:lnTo>
                  <a:pt x="723" y="773"/>
                </a:lnTo>
                <a:lnTo>
                  <a:pt x="722" y="773"/>
                </a:lnTo>
                <a:lnTo>
                  <a:pt x="722" y="772"/>
                </a:lnTo>
                <a:lnTo>
                  <a:pt x="718" y="773"/>
                </a:lnTo>
                <a:lnTo>
                  <a:pt x="718" y="772"/>
                </a:lnTo>
                <a:lnTo>
                  <a:pt x="717" y="773"/>
                </a:lnTo>
                <a:lnTo>
                  <a:pt x="716" y="773"/>
                </a:lnTo>
                <a:lnTo>
                  <a:pt x="715" y="773"/>
                </a:lnTo>
                <a:lnTo>
                  <a:pt x="713" y="774"/>
                </a:lnTo>
                <a:lnTo>
                  <a:pt x="712" y="772"/>
                </a:lnTo>
                <a:lnTo>
                  <a:pt x="711" y="772"/>
                </a:lnTo>
                <a:lnTo>
                  <a:pt x="711" y="771"/>
                </a:lnTo>
                <a:lnTo>
                  <a:pt x="709" y="769"/>
                </a:lnTo>
                <a:lnTo>
                  <a:pt x="709" y="768"/>
                </a:lnTo>
                <a:lnTo>
                  <a:pt x="708" y="766"/>
                </a:lnTo>
                <a:lnTo>
                  <a:pt x="707" y="767"/>
                </a:lnTo>
                <a:lnTo>
                  <a:pt x="706" y="767"/>
                </a:lnTo>
                <a:lnTo>
                  <a:pt x="706" y="768"/>
                </a:lnTo>
                <a:lnTo>
                  <a:pt x="707" y="768"/>
                </a:lnTo>
                <a:lnTo>
                  <a:pt x="707" y="769"/>
                </a:lnTo>
                <a:lnTo>
                  <a:pt x="710" y="772"/>
                </a:lnTo>
                <a:lnTo>
                  <a:pt x="710" y="773"/>
                </a:lnTo>
                <a:lnTo>
                  <a:pt x="707" y="774"/>
                </a:lnTo>
                <a:lnTo>
                  <a:pt x="709" y="777"/>
                </a:lnTo>
                <a:lnTo>
                  <a:pt x="708" y="778"/>
                </a:lnTo>
                <a:lnTo>
                  <a:pt x="706" y="777"/>
                </a:lnTo>
                <a:lnTo>
                  <a:pt x="705" y="776"/>
                </a:lnTo>
                <a:lnTo>
                  <a:pt x="703" y="776"/>
                </a:lnTo>
                <a:lnTo>
                  <a:pt x="703" y="777"/>
                </a:lnTo>
                <a:lnTo>
                  <a:pt x="703" y="778"/>
                </a:lnTo>
                <a:lnTo>
                  <a:pt x="703" y="779"/>
                </a:lnTo>
                <a:lnTo>
                  <a:pt x="704" y="779"/>
                </a:lnTo>
                <a:lnTo>
                  <a:pt x="704" y="778"/>
                </a:lnTo>
                <a:lnTo>
                  <a:pt x="705" y="778"/>
                </a:lnTo>
                <a:lnTo>
                  <a:pt x="706" y="778"/>
                </a:lnTo>
                <a:lnTo>
                  <a:pt x="709" y="780"/>
                </a:lnTo>
                <a:lnTo>
                  <a:pt x="708" y="782"/>
                </a:lnTo>
                <a:lnTo>
                  <a:pt x="708" y="783"/>
                </a:lnTo>
                <a:lnTo>
                  <a:pt x="708" y="784"/>
                </a:lnTo>
                <a:lnTo>
                  <a:pt x="709" y="784"/>
                </a:lnTo>
                <a:lnTo>
                  <a:pt x="710" y="785"/>
                </a:lnTo>
                <a:lnTo>
                  <a:pt x="711" y="785"/>
                </a:lnTo>
                <a:lnTo>
                  <a:pt x="711" y="786"/>
                </a:lnTo>
                <a:lnTo>
                  <a:pt x="711" y="787"/>
                </a:lnTo>
                <a:lnTo>
                  <a:pt x="710" y="787"/>
                </a:lnTo>
                <a:lnTo>
                  <a:pt x="710" y="786"/>
                </a:lnTo>
                <a:lnTo>
                  <a:pt x="708" y="786"/>
                </a:lnTo>
                <a:lnTo>
                  <a:pt x="707" y="787"/>
                </a:lnTo>
                <a:lnTo>
                  <a:pt x="705" y="787"/>
                </a:lnTo>
                <a:lnTo>
                  <a:pt x="704" y="787"/>
                </a:lnTo>
                <a:lnTo>
                  <a:pt x="702" y="787"/>
                </a:lnTo>
                <a:lnTo>
                  <a:pt x="701" y="787"/>
                </a:lnTo>
                <a:lnTo>
                  <a:pt x="701" y="788"/>
                </a:lnTo>
                <a:lnTo>
                  <a:pt x="700" y="788"/>
                </a:lnTo>
                <a:lnTo>
                  <a:pt x="700" y="789"/>
                </a:lnTo>
                <a:lnTo>
                  <a:pt x="700" y="790"/>
                </a:lnTo>
                <a:lnTo>
                  <a:pt x="701" y="790"/>
                </a:lnTo>
                <a:lnTo>
                  <a:pt x="702" y="790"/>
                </a:lnTo>
                <a:lnTo>
                  <a:pt x="702" y="791"/>
                </a:lnTo>
                <a:lnTo>
                  <a:pt x="702" y="792"/>
                </a:lnTo>
                <a:lnTo>
                  <a:pt x="701" y="793"/>
                </a:lnTo>
                <a:lnTo>
                  <a:pt x="700" y="793"/>
                </a:lnTo>
                <a:lnTo>
                  <a:pt x="701" y="793"/>
                </a:lnTo>
                <a:lnTo>
                  <a:pt x="700" y="794"/>
                </a:lnTo>
                <a:lnTo>
                  <a:pt x="697" y="794"/>
                </a:lnTo>
                <a:lnTo>
                  <a:pt x="697" y="793"/>
                </a:lnTo>
                <a:lnTo>
                  <a:pt x="696" y="794"/>
                </a:lnTo>
                <a:lnTo>
                  <a:pt x="695" y="793"/>
                </a:lnTo>
                <a:lnTo>
                  <a:pt x="694" y="794"/>
                </a:lnTo>
                <a:lnTo>
                  <a:pt x="693" y="794"/>
                </a:lnTo>
                <a:lnTo>
                  <a:pt x="693" y="795"/>
                </a:lnTo>
                <a:lnTo>
                  <a:pt x="694" y="795"/>
                </a:lnTo>
                <a:lnTo>
                  <a:pt x="694" y="796"/>
                </a:lnTo>
                <a:lnTo>
                  <a:pt x="693" y="796"/>
                </a:lnTo>
                <a:lnTo>
                  <a:pt x="693" y="797"/>
                </a:lnTo>
                <a:lnTo>
                  <a:pt x="692" y="797"/>
                </a:lnTo>
                <a:lnTo>
                  <a:pt x="691" y="798"/>
                </a:lnTo>
                <a:lnTo>
                  <a:pt x="691" y="799"/>
                </a:lnTo>
                <a:lnTo>
                  <a:pt x="691" y="800"/>
                </a:lnTo>
                <a:lnTo>
                  <a:pt x="690" y="800"/>
                </a:lnTo>
                <a:lnTo>
                  <a:pt x="688" y="799"/>
                </a:lnTo>
                <a:lnTo>
                  <a:pt x="688" y="798"/>
                </a:lnTo>
                <a:lnTo>
                  <a:pt x="689" y="797"/>
                </a:lnTo>
                <a:lnTo>
                  <a:pt x="688" y="797"/>
                </a:lnTo>
                <a:lnTo>
                  <a:pt x="685" y="795"/>
                </a:lnTo>
                <a:lnTo>
                  <a:pt x="684" y="794"/>
                </a:lnTo>
                <a:lnTo>
                  <a:pt x="684" y="795"/>
                </a:lnTo>
                <a:lnTo>
                  <a:pt x="683" y="795"/>
                </a:lnTo>
                <a:lnTo>
                  <a:pt x="684" y="798"/>
                </a:lnTo>
                <a:lnTo>
                  <a:pt x="682" y="799"/>
                </a:lnTo>
                <a:lnTo>
                  <a:pt x="680" y="798"/>
                </a:lnTo>
                <a:lnTo>
                  <a:pt x="679" y="798"/>
                </a:lnTo>
                <a:lnTo>
                  <a:pt x="678" y="799"/>
                </a:lnTo>
                <a:lnTo>
                  <a:pt x="677" y="800"/>
                </a:lnTo>
                <a:lnTo>
                  <a:pt x="676" y="799"/>
                </a:lnTo>
                <a:lnTo>
                  <a:pt x="675" y="799"/>
                </a:lnTo>
                <a:lnTo>
                  <a:pt x="674" y="799"/>
                </a:lnTo>
                <a:lnTo>
                  <a:pt x="674" y="800"/>
                </a:lnTo>
                <a:lnTo>
                  <a:pt x="673" y="800"/>
                </a:lnTo>
                <a:lnTo>
                  <a:pt x="672" y="801"/>
                </a:lnTo>
                <a:lnTo>
                  <a:pt x="671" y="801"/>
                </a:lnTo>
                <a:lnTo>
                  <a:pt x="671" y="800"/>
                </a:lnTo>
                <a:lnTo>
                  <a:pt x="671" y="798"/>
                </a:lnTo>
                <a:lnTo>
                  <a:pt x="670" y="798"/>
                </a:lnTo>
                <a:lnTo>
                  <a:pt x="670" y="797"/>
                </a:lnTo>
                <a:lnTo>
                  <a:pt x="670" y="799"/>
                </a:lnTo>
                <a:lnTo>
                  <a:pt x="669" y="800"/>
                </a:lnTo>
                <a:lnTo>
                  <a:pt x="669" y="801"/>
                </a:lnTo>
                <a:lnTo>
                  <a:pt x="668" y="802"/>
                </a:lnTo>
                <a:lnTo>
                  <a:pt x="667" y="802"/>
                </a:lnTo>
                <a:lnTo>
                  <a:pt x="666" y="801"/>
                </a:lnTo>
                <a:lnTo>
                  <a:pt x="666" y="802"/>
                </a:lnTo>
                <a:lnTo>
                  <a:pt x="667" y="802"/>
                </a:lnTo>
                <a:lnTo>
                  <a:pt x="668" y="802"/>
                </a:lnTo>
                <a:lnTo>
                  <a:pt x="669" y="802"/>
                </a:lnTo>
                <a:lnTo>
                  <a:pt x="669" y="803"/>
                </a:lnTo>
                <a:lnTo>
                  <a:pt x="670" y="803"/>
                </a:lnTo>
                <a:lnTo>
                  <a:pt x="669" y="804"/>
                </a:lnTo>
                <a:lnTo>
                  <a:pt x="668" y="805"/>
                </a:lnTo>
                <a:lnTo>
                  <a:pt x="668" y="806"/>
                </a:lnTo>
                <a:lnTo>
                  <a:pt x="667" y="806"/>
                </a:lnTo>
                <a:lnTo>
                  <a:pt x="666" y="808"/>
                </a:lnTo>
                <a:lnTo>
                  <a:pt x="666" y="809"/>
                </a:lnTo>
                <a:lnTo>
                  <a:pt x="665" y="809"/>
                </a:lnTo>
                <a:lnTo>
                  <a:pt x="666" y="810"/>
                </a:lnTo>
                <a:lnTo>
                  <a:pt x="666" y="811"/>
                </a:lnTo>
                <a:lnTo>
                  <a:pt x="667" y="811"/>
                </a:lnTo>
                <a:lnTo>
                  <a:pt x="666" y="811"/>
                </a:lnTo>
                <a:lnTo>
                  <a:pt x="667" y="814"/>
                </a:lnTo>
                <a:lnTo>
                  <a:pt x="663" y="815"/>
                </a:lnTo>
                <a:lnTo>
                  <a:pt x="662" y="813"/>
                </a:lnTo>
                <a:lnTo>
                  <a:pt x="662" y="812"/>
                </a:lnTo>
                <a:lnTo>
                  <a:pt x="657" y="815"/>
                </a:lnTo>
                <a:lnTo>
                  <a:pt x="656" y="814"/>
                </a:lnTo>
                <a:lnTo>
                  <a:pt x="652" y="816"/>
                </a:lnTo>
                <a:lnTo>
                  <a:pt x="651" y="816"/>
                </a:lnTo>
                <a:lnTo>
                  <a:pt x="647" y="817"/>
                </a:lnTo>
                <a:lnTo>
                  <a:pt x="648" y="818"/>
                </a:lnTo>
                <a:lnTo>
                  <a:pt x="647" y="819"/>
                </a:lnTo>
                <a:lnTo>
                  <a:pt x="648" y="823"/>
                </a:lnTo>
                <a:lnTo>
                  <a:pt x="646" y="825"/>
                </a:lnTo>
                <a:lnTo>
                  <a:pt x="645" y="825"/>
                </a:lnTo>
                <a:lnTo>
                  <a:pt x="643" y="822"/>
                </a:lnTo>
                <a:lnTo>
                  <a:pt x="642" y="822"/>
                </a:lnTo>
                <a:lnTo>
                  <a:pt x="641" y="824"/>
                </a:lnTo>
                <a:lnTo>
                  <a:pt x="640" y="824"/>
                </a:lnTo>
                <a:lnTo>
                  <a:pt x="643" y="826"/>
                </a:lnTo>
                <a:lnTo>
                  <a:pt x="631" y="835"/>
                </a:lnTo>
                <a:lnTo>
                  <a:pt x="628" y="833"/>
                </a:lnTo>
                <a:lnTo>
                  <a:pt x="628" y="834"/>
                </a:lnTo>
                <a:lnTo>
                  <a:pt x="627" y="836"/>
                </a:lnTo>
                <a:lnTo>
                  <a:pt x="627" y="838"/>
                </a:lnTo>
                <a:lnTo>
                  <a:pt x="626" y="839"/>
                </a:lnTo>
                <a:lnTo>
                  <a:pt x="627" y="839"/>
                </a:lnTo>
                <a:lnTo>
                  <a:pt x="627" y="840"/>
                </a:lnTo>
                <a:lnTo>
                  <a:pt x="626" y="840"/>
                </a:lnTo>
                <a:lnTo>
                  <a:pt x="625" y="840"/>
                </a:lnTo>
                <a:lnTo>
                  <a:pt x="624" y="839"/>
                </a:lnTo>
                <a:lnTo>
                  <a:pt x="624" y="838"/>
                </a:lnTo>
                <a:lnTo>
                  <a:pt x="623" y="838"/>
                </a:lnTo>
                <a:lnTo>
                  <a:pt x="621" y="835"/>
                </a:lnTo>
                <a:lnTo>
                  <a:pt x="621" y="836"/>
                </a:lnTo>
                <a:lnTo>
                  <a:pt x="620" y="836"/>
                </a:lnTo>
                <a:lnTo>
                  <a:pt x="619" y="837"/>
                </a:lnTo>
                <a:lnTo>
                  <a:pt x="620" y="838"/>
                </a:lnTo>
                <a:lnTo>
                  <a:pt x="621" y="838"/>
                </a:lnTo>
                <a:lnTo>
                  <a:pt x="621" y="839"/>
                </a:lnTo>
                <a:lnTo>
                  <a:pt x="620" y="840"/>
                </a:lnTo>
                <a:lnTo>
                  <a:pt x="620" y="842"/>
                </a:lnTo>
                <a:lnTo>
                  <a:pt x="621" y="842"/>
                </a:lnTo>
                <a:lnTo>
                  <a:pt x="620" y="843"/>
                </a:lnTo>
                <a:lnTo>
                  <a:pt x="620" y="845"/>
                </a:lnTo>
                <a:lnTo>
                  <a:pt x="619" y="845"/>
                </a:lnTo>
                <a:lnTo>
                  <a:pt x="619" y="844"/>
                </a:lnTo>
                <a:lnTo>
                  <a:pt x="618" y="844"/>
                </a:lnTo>
                <a:lnTo>
                  <a:pt x="618" y="845"/>
                </a:lnTo>
                <a:lnTo>
                  <a:pt x="617" y="846"/>
                </a:lnTo>
                <a:lnTo>
                  <a:pt x="618" y="847"/>
                </a:lnTo>
                <a:lnTo>
                  <a:pt x="619" y="847"/>
                </a:lnTo>
                <a:lnTo>
                  <a:pt x="619" y="848"/>
                </a:lnTo>
                <a:lnTo>
                  <a:pt x="618" y="848"/>
                </a:lnTo>
                <a:lnTo>
                  <a:pt x="618" y="847"/>
                </a:lnTo>
                <a:lnTo>
                  <a:pt x="617" y="847"/>
                </a:lnTo>
                <a:lnTo>
                  <a:pt x="616" y="847"/>
                </a:lnTo>
                <a:lnTo>
                  <a:pt x="615" y="847"/>
                </a:lnTo>
                <a:lnTo>
                  <a:pt x="616" y="848"/>
                </a:lnTo>
                <a:lnTo>
                  <a:pt x="616" y="849"/>
                </a:lnTo>
                <a:lnTo>
                  <a:pt x="615" y="849"/>
                </a:lnTo>
                <a:lnTo>
                  <a:pt x="614" y="850"/>
                </a:lnTo>
                <a:lnTo>
                  <a:pt x="614" y="851"/>
                </a:lnTo>
                <a:lnTo>
                  <a:pt x="613" y="851"/>
                </a:lnTo>
                <a:lnTo>
                  <a:pt x="613" y="852"/>
                </a:lnTo>
                <a:lnTo>
                  <a:pt x="612" y="852"/>
                </a:lnTo>
                <a:lnTo>
                  <a:pt x="612" y="853"/>
                </a:lnTo>
                <a:lnTo>
                  <a:pt x="611" y="853"/>
                </a:lnTo>
                <a:lnTo>
                  <a:pt x="611" y="852"/>
                </a:lnTo>
                <a:lnTo>
                  <a:pt x="612" y="852"/>
                </a:lnTo>
                <a:lnTo>
                  <a:pt x="612" y="851"/>
                </a:lnTo>
                <a:lnTo>
                  <a:pt x="613" y="850"/>
                </a:lnTo>
                <a:lnTo>
                  <a:pt x="612" y="850"/>
                </a:lnTo>
                <a:lnTo>
                  <a:pt x="612" y="849"/>
                </a:lnTo>
                <a:lnTo>
                  <a:pt x="612" y="848"/>
                </a:lnTo>
                <a:lnTo>
                  <a:pt x="611" y="848"/>
                </a:lnTo>
                <a:lnTo>
                  <a:pt x="611" y="849"/>
                </a:lnTo>
                <a:lnTo>
                  <a:pt x="610" y="849"/>
                </a:lnTo>
                <a:lnTo>
                  <a:pt x="610" y="850"/>
                </a:lnTo>
                <a:lnTo>
                  <a:pt x="611" y="851"/>
                </a:lnTo>
                <a:lnTo>
                  <a:pt x="611" y="854"/>
                </a:lnTo>
                <a:lnTo>
                  <a:pt x="611" y="856"/>
                </a:lnTo>
                <a:lnTo>
                  <a:pt x="611" y="857"/>
                </a:lnTo>
                <a:lnTo>
                  <a:pt x="612" y="858"/>
                </a:lnTo>
                <a:lnTo>
                  <a:pt x="612" y="860"/>
                </a:lnTo>
                <a:lnTo>
                  <a:pt x="611" y="861"/>
                </a:lnTo>
                <a:lnTo>
                  <a:pt x="610" y="858"/>
                </a:lnTo>
                <a:lnTo>
                  <a:pt x="606" y="863"/>
                </a:lnTo>
                <a:lnTo>
                  <a:pt x="605" y="864"/>
                </a:lnTo>
                <a:lnTo>
                  <a:pt x="604" y="865"/>
                </a:lnTo>
                <a:lnTo>
                  <a:pt x="603" y="864"/>
                </a:lnTo>
                <a:lnTo>
                  <a:pt x="602" y="864"/>
                </a:lnTo>
                <a:lnTo>
                  <a:pt x="603" y="866"/>
                </a:lnTo>
                <a:lnTo>
                  <a:pt x="603" y="867"/>
                </a:lnTo>
                <a:lnTo>
                  <a:pt x="602" y="868"/>
                </a:lnTo>
                <a:lnTo>
                  <a:pt x="601" y="868"/>
                </a:lnTo>
                <a:lnTo>
                  <a:pt x="600" y="868"/>
                </a:lnTo>
                <a:lnTo>
                  <a:pt x="598" y="868"/>
                </a:lnTo>
                <a:lnTo>
                  <a:pt x="596" y="869"/>
                </a:lnTo>
                <a:lnTo>
                  <a:pt x="595" y="866"/>
                </a:lnTo>
                <a:lnTo>
                  <a:pt x="593" y="866"/>
                </a:lnTo>
                <a:lnTo>
                  <a:pt x="588" y="867"/>
                </a:lnTo>
                <a:lnTo>
                  <a:pt x="586" y="868"/>
                </a:lnTo>
                <a:lnTo>
                  <a:pt x="585" y="868"/>
                </a:lnTo>
                <a:lnTo>
                  <a:pt x="585" y="870"/>
                </a:lnTo>
                <a:lnTo>
                  <a:pt x="585" y="871"/>
                </a:lnTo>
                <a:lnTo>
                  <a:pt x="581" y="875"/>
                </a:lnTo>
                <a:lnTo>
                  <a:pt x="579" y="876"/>
                </a:lnTo>
                <a:lnTo>
                  <a:pt x="578" y="876"/>
                </a:lnTo>
                <a:lnTo>
                  <a:pt x="578" y="877"/>
                </a:lnTo>
                <a:lnTo>
                  <a:pt x="579" y="878"/>
                </a:lnTo>
                <a:lnTo>
                  <a:pt x="580" y="879"/>
                </a:lnTo>
                <a:lnTo>
                  <a:pt x="575" y="883"/>
                </a:lnTo>
                <a:lnTo>
                  <a:pt x="574" y="882"/>
                </a:lnTo>
                <a:lnTo>
                  <a:pt x="574" y="883"/>
                </a:lnTo>
                <a:lnTo>
                  <a:pt x="577" y="885"/>
                </a:lnTo>
                <a:lnTo>
                  <a:pt x="577" y="887"/>
                </a:lnTo>
                <a:lnTo>
                  <a:pt x="576" y="887"/>
                </a:lnTo>
                <a:lnTo>
                  <a:pt x="575" y="887"/>
                </a:lnTo>
                <a:lnTo>
                  <a:pt x="573" y="885"/>
                </a:lnTo>
                <a:lnTo>
                  <a:pt x="572" y="886"/>
                </a:lnTo>
                <a:lnTo>
                  <a:pt x="570" y="891"/>
                </a:lnTo>
                <a:lnTo>
                  <a:pt x="568" y="891"/>
                </a:lnTo>
                <a:lnTo>
                  <a:pt x="566" y="890"/>
                </a:lnTo>
                <a:lnTo>
                  <a:pt x="565" y="890"/>
                </a:lnTo>
                <a:lnTo>
                  <a:pt x="566" y="891"/>
                </a:lnTo>
                <a:lnTo>
                  <a:pt x="567" y="892"/>
                </a:lnTo>
                <a:lnTo>
                  <a:pt x="569" y="892"/>
                </a:lnTo>
                <a:lnTo>
                  <a:pt x="569" y="893"/>
                </a:lnTo>
                <a:lnTo>
                  <a:pt x="570" y="893"/>
                </a:lnTo>
                <a:lnTo>
                  <a:pt x="570" y="894"/>
                </a:lnTo>
                <a:lnTo>
                  <a:pt x="569" y="895"/>
                </a:lnTo>
                <a:lnTo>
                  <a:pt x="568" y="897"/>
                </a:lnTo>
                <a:lnTo>
                  <a:pt x="568" y="898"/>
                </a:lnTo>
                <a:lnTo>
                  <a:pt x="567" y="898"/>
                </a:lnTo>
                <a:lnTo>
                  <a:pt x="567" y="900"/>
                </a:lnTo>
                <a:lnTo>
                  <a:pt x="568" y="901"/>
                </a:lnTo>
                <a:lnTo>
                  <a:pt x="567" y="902"/>
                </a:lnTo>
                <a:lnTo>
                  <a:pt x="566" y="901"/>
                </a:lnTo>
                <a:lnTo>
                  <a:pt x="565" y="901"/>
                </a:lnTo>
                <a:lnTo>
                  <a:pt x="565" y="902"/>
                </a:lnTo>
                <a:lnTo>
                  <a:pt x="564" y="902"/>
                </a:lnTo>
                <a:lnTo>
                  <a:pt x="564" y="903"/>
                </a:lnTo>
                <a:lnTo>
                  <a:pt x="563" y="903"/>
                </a:lnTo>
                <a:lnTo>
                  <a:pt x="563" y="904"/>
                </a:lnTo>
                <a:lnTo>
                  <a:pt x="563" y="905"/>
                </a:lnTo>
                <a:lnTo>
                  <a:pt x="562" y="906"/>
                </a:lnTo>
                <a:lnTo>
                  <a:pt x="562" y="905"/>
                </a:lnTo>
                <a:lnTo>
                  <a:pt x="561" y="905"/>
                </a:lnTo>
                <a:lnTo>
                  <a:pt x="560" y="905"/>
                </a:lnTo>
                <a:lnTo>
                  <a:pt x="559" y="905"/>
                </a:lnTo>
                <a:lnTo>
                  <a:pt x="559" y="906"/>
                </a:lnTo>
                <a:lnTo>
                  <a:pt x="558" y="907"/>
                </a:lnTo>
                <a:lnTo>
                  <a:pt x="557" y="908"/>
                </a:lnTo>
                <a:lnTo>
                  <a:pt x="556" y="909"/>
                </a:lnTo>
                <a:lnTo>
                  <a:pt x="555" y="909"/>
                </a:lnTo>
                <a:lnTo>
                  <a:pt x="555" y="910"/>
                </a:lnTo>
                <a:lnTo>
                  <a:pt x="554" y="911"/>
                </a:lnTo>
                <a:lnTo>
                  <a:pt x="554" y="912"/>
                </a:lnTo>
                <a:lnTo>
                  <a:pt x="554" y="913"/>
                </a:lnTo>
                <a:lnTo>
                  <a:pt x="553" y="913"/>
                </a:lnTo>
                <a:lnTo>
                  <a:pt x="553" y="914"/>
                </a:lnTo>
                <a:lnTo>
                  <a:pt x="552" y="914"/>
                </a:lnTo>
                <a:lnTo>
                  <a:pt x="551" y="914"/>
                </a:lnTo>
                <a:lnTo>
                  <a:pt x="551" y="915"/>
                </a:lnTo>
                <a:lnTo>
                  <a:pt x="550" y="916"/>
                </a:lnTo>
                <a:lnTo>
                  <a:pt x="550" y="917"/>
                </a:lnTo>
                <a:lnTo>
                  <a:pt x="550" y="918"/>
                </a:lnTo>
                <a:lnTo>
                  <a:pt x="550" y="919"/>
                </a:lnTo>
                <a:lnTo>
                  <a:pt x="551" y="919"/>
                </a:lnTo>
                <a:lnTo>
                  <a:pt x="552" y="919"/>
                </a:lnTo>
                <a:lnTo>
                  <a:pt x="552" y="920"/>
                </a:lnTo>
                <a:lnTo>
                  <a:pt x="551" y="921"/>
                </a:lnTo>
                <a:lnTo>
                  <a:pt x="551" y="922"/>
                </a:lnTo>
                <a:lnTo>
                  <a:pt x="551" y="923"/>
                </a:lnTo>
                <a:lnTo>
                  <a:pt x="551" y="924"/>
                </a:lnTo>
                <a:lnTo>
                  <a:pt x="548" y="924"/>
                </a:lnTo>
                <a:lnTo>
                  <a:pt x="547" y="924"/>
                </a:lnTo>
                <a:lnTo>
                  <a:pt x="548" y="925"/>
                </a:lnTo>
                <a:lnTo>
                  <a:pt x="549" y="924"/>
                </a:lnTo>
                <a:lnTo>
                  <a:pt x="550" y="924"/>
                </a:lnTo>
                <a:lnTo>
                  <a:pt x="550" y="925"/>
                </a:lnTo>
                <a:lnTo>
                  <a:pt x="552" y="925"/>
                </a:lnTo>
                <a:lnTo>
                  <a:pt x="552" y="927"/>
                </a:lnTo>
                <a:lnTo>
                  <a:pt x="553" y="927"/>
                </a:lnTo>
                <a:lnTo>
                  <a:pt x="554" y="927"/>
                </a:lnTo>
                <a:lnTo>
                  <a:pt x="555" y="927"/>
                </a:lnTo>
                <a:lnTo>
                  <a:pt x="556" y="927"/>
                </a:lnTo>
                <a:lnTo>
                  <a:pt x="556" y="928"/>
                </a:lnTo>
                <a:lnTo>
                  <a:pt x="558" y="927"/>
                </a:lnTo>
                <a:lnTo>
                  <a:pt x="559" y="928"/>
                </a:lnTo>
                <a:lnTo>
                  <a:pt x="560" y="928"/>
                </a:lnTo>
                <a:lnTo>
                  <a:pt x="559" y="929"/>
                </a:lnTo>
                <a:lnTo>
                  <a:pt x="559" y="928"/>
                </a:lnTo>
                <a:lnTo>
                  <a:pt x="558" y="928"/>
                </a:lnTo>
                <a:lnTo>
                  <a:pt x="557" y="928"/>
                </a:lnTo>
                <a:lnTo>
                  <a:pt x="556" y="928"/>
                </a:lnTo>
                <a:lnTo>
                  <a:pt x="555" y="929"/>
                </a:lnTo>
                <a:lnTo>
                  <a:pt x="554" y="930"/>
                </a:lnTo>
                <a:lnTo>
                  <a:pt x="553" y="930"/>
                </a:lnTo>
                <a:lnTo>
                  <a:pt x="553" y="932"/>
                </a:lnTo>
                <a:lnTo>
                  <a:pt x="553" y="933"/>
                </a:lnTo>
                <a:lnTo>
                  <a:pt x="552" y="933"/>
                </a:lnTo>
                <a:lnTo>
                  <a:pt x="551" y="933"/>
                </a:lnTo>
                <a:lnTo>
                  <a:pt x="550" y="934"/>
                </a:lnTo>
                <a:lnTo>
                  <a:pt x="550" y="935"/>
                </a:lnTo>
                <a:lnTo>
                  <a:pt x="550" y="936"/>
                </a:lnTo>
                <a:lnTo>
                  <a:pt x="549" y="936"/>
                </a:lnTo>
                <a:lnTo>
                  <a:pt x="548" y="936"/>
                </a:lnTo>
                <a:lnTo>
                  <a:pt x="548" y="937"/>
                </a:lnTo>
                <a:lnTo>
                  <a:pt x="549" y="937"/>
                </a:lnTo>
                <a:lnTo>
                  <a:pt x="549" y="938"/>
                </a:lnTo>
                <a:lnTo>
                  <a:pt x="548" y="938"/>
                </a:lnTo>
                <a:lnTo>
                  <a:pt x="547" y="938"/>
                </a:lnTo>
                <a:lnTo>
                  <a:pt x="546" y="938"/>
                </a:lnTo>
                <a:lnTo>
                  <a:pt x="546" y="939"/>
                </a:lnTo>
                <a:lnTo>
                  <a:pt x="545" y="939"/>
                </a:lnTo>
                <a:lnTo>
                  <a:pt x="544" y="939"/>
                </a:lnTo>
                <a:lnTo>
                  <a:pt x="543" y="939"/>
                </a:lnTo>
                <a:lnTo>
                  <a:pt x="543" y="938"/>
                </a:lnTo>
                <a:lnTo>
                  <a:pt x="542" y="937"/>
                </a:lnTo>
                <a:lnTo>
                  <a:pt x="541" y="937"/>
                </a:lnTo>
                <a:lnTo>
                  <a:pt x="541" y="938"/>
                </a:lnTo>
                <a:lnTo>
                  <a:pt x="542" y="941"/>
                </a:lnTo>
                <a:lnTo>
                  <a:pt x="543" y="942"/>
                </a:lnTo>
                <a:lnTo>
                  <a:pt x="543" y="943"/>
                </a:lnTo>
                <a:lnTo>
                  <a:pt x="544" y="945"/>
                </a:lnTo>
                <a:lnTo>
                  <a:pt x="545" y="945"/>
                </a:lnTo>
                <a:lnTo>
                  <a:pt x="546" y="945"/>
                </a:lnTo>
                <a:lnTo>
                  <a:pt x="546" y="947"/>
                </a:lnTo>
                <a:lnTo>
                  <a:pt x="547" y="947"/>
                </a:lnTo>
                <a:lnTo>
                  <a:pt x="548" y="949"/>
                </a:lnTo>
                <a:lnTo>
                  <a:pt x="548" y="950"/>
                </a:lnTo>
                <a:lnTo>
                  <a:pt x="547" y="950"/>
                </a:lnTo>
                <a:lnTo>
                  <a:pt x="546" y="950"/>
                </a:lnTo>
                <a:lnTo>
                  <a:pt x="546" y="949"/>
                </a:lnTo>
                <a:lnTo>
                  <a:pt x="545" y="949"/>
                </a:lnTo>
                <a:lnTo>
                  <a:pt x="544" y="949"/>
                </a:lnTo>
                <a:lnTo>
                  <a:pt x="543" y="949"/>
                </a:lnTo>
                <a:lnTo>
                  <a:pt x="542" y="948"/>
                </a:lnTo>
                <a:lnTo>
                  <a:pt x="541" y="948"/>
                </a:lnTo>
                <a:lnTo>
                  <a:pt x="540" y="948"/>
                </a:lnTo>
                <a:lnTo>
                  <a:pt x="538" y="949"/>
                </a:lnTo>
                <a:lnTo>
                  <a:pt x="536" y="950"/>
                </a:lnTo>
                <a:lnTo>
                  <a:pt x="535" y="951"/>
                </a:lnTo>
                <a:lnTo>
                  <a:pt x="535" y="952"/>
                </a:lnTo>
                <a:lnTo>
                  <a:pt x="534" y="955"/>
                </a:lnTo>
                <a:lnTo>
                  <a:pt x="534" y="956"/>
                </a:lnTo>
                <a:lnTo>
                  <a:pt x="534" y="957"/>
                </a:lnTo>
                <a:lnTo>
                  <a:pt x="534" y="959"/>
                </a:lnTo>
                <a:lnTo>
                  <a:pt x="533" y="959"/>
                </a:lnTo>
                <a:lnTo>
                  <a:pt x="532" y="958"/>
                </a:lnTo>
                <a:lnTo>
                  <a:pt x="531" y="958"/>
                </a:lnTo>
                <a:lnTo>
                  <a:pt x="529" y="957"/>
                </a:lnTo>
                <a:lnTo>
                  <a:pt x="528" y="956"/>
                </a:lnTo>
                <a:lnTo>
                  <a:pt x="526" y="955"/>
                </a:lnTo>
                <a:lnTo>
                  <a:pt x="525" y="955"/>
                </a:lnTo>
                <a:lnTo>
                  <a:pt x="524" y="955"/>
                </a:lnTo>
                <a:lnTo>
                  <a:pt x="523" y="956"/>
                </a:lnTo>
                <a:lnTo>
                  <a:pt x="523" y="958"/>
                </a:lnTo>
                <a:lnTo>
                  <a:pt x="524" y="958"/>
                </a:lnTo>
                <a:lnTo>
                  <a:pt x="524" y="959"/>
                </a:lnTo>
                <a:lnTo>
                  <a:pt x="525" y="959"/>
                </a:lnTo>
                <a:lnTo>
                  <a:pt x="526" y="958"/>
                </a:lnTo>
                <a:lnTo>
                  <a:pt x="526" y="960"/>
                </a:lnTo>
                <a:lnTo>
                  <a:pt x="527" y="961"/>
                </a:lnTo>
                <a:lnTo>
                  <a:pt x="527" y="962"/>
                </a:lnTo>
                <a:lnTo>
                  <a:pt x="528" y="962"/>
                </a:lnTo>
                <a:lnTo>
                  <a:pt x="527" y="963"/>
                </a:lnTo>
                <a:lnTo>
                  <a:pt x="526" y="963"/>
                </a:lnTo>
                <a:lnTo>
                  <a:pt x="526" y="961"/>
                </a:lnTo>
                <a:lnTo>
                  <a:pt x="525" y="961"/>
                </a:lnTo>
                <a:lnTo>
                  <a:pt x="524" y="961"/>
                </a:lnTo>
                <a:lnTo>
                  <a:pt x="523" y="961"/>
                </a:lnTo>
                <a:lnTo>
                  <a:pt x="523" y="962"/>
                </a:lnTo>
                <a:lnTo>
                  <a:pt x="521" y="962"/>
                </a:lnTo>
                <a:lnTo>
                  <a:pt x="519" y="961"/>
                </a:lnTo>
                <a:lnTo>
                  <a:pt x="517" y="960"/>
                </a:lnTo>
                <a:lnTo>
                  <a:pt x="515" y="960"/>
                </a:lnTo>
                <a:lnTo>
                  <a:pt x="514" y="960"/>
                </a:lnTo>
                <a:lnTo>
                  <a:pt x="515" y="962"/>
                </a:lnTo>
                <a:lnTo>
                  <a:pt x="516" y="963"/>
                </a:lnTo>
                <a:lnTo>
                  <a:pt x="517" y="964"/>
                </a:lnTo>
                <a:lnTo>
                  <a:pt x="518" y="965"/>
                </a:lnTo>
                <a:lnTo>
                  <a:pt x="519" y="965"/>
                </a:lnTo>
                <a:lnTo>
                  <a:pt x="521" y="966"/>
                </a:lnTo>
                <a:lnTo>
                  <a:pt x="524" y="968"/>
                </a:lnTo>
                <a:lnTo>
                  <a:pt x="524" y="970"/>
                </a:lnTo>
                <a:lnTo>
                  <a:pt x="525" y="973"/>
                </a:lnTo>
                <a:lnTo>
                  <a:pt x="526" y="974"/>
                </a:lnTo>
                <a:lnTo>
                  <a:pt x="525" y="975"/>
                </a:lnTo>
                <a:lnTo>
                  <a:pt x="525" y="976"/>
                </a:lnTo>
                <a:lnTo>
                  <a:pt x="524" y="976"/>
                </a:lnTo>
                <a:lnTo>
                  <a:pt x="523" y="978"/>
                </a:lnTo>
                <a:lnTo>
                  <a:pt x="521" y="980"/>
                </a:lnTo>
                <a:lnTo>
                  <a:pt x="519" y="979"/>
                </a:lnTo>
                <a:lnTo>
                  <a:pt x="518" y="979"/>
                </a:lnTo>
                <a:lnTo>
                  <a:pt x="517" y="979"/>
                </a:lnTo>
                <a:lnTo>
                  <a:pt x="516" y="979"/>
                </a:lnTo>
                <a:lnTo>
                  <a:pt x="516" y="978"/>
                </a:lnTo>
                <a:lnTo>
                  <a:pt x="515" y="978"/>
                </a:lnTo>
                <a:lnTo>
                  <a:pt x="515" y="977"/>
                </a:lnTo>
                <a:lnTo>
                  <a:pt x="516" y="977"/>
                </a:lnTo>
                <a:lnTo>
                  <a:pt x="517" y="977"/>
                </a:lnTo>
                <a:lnTo>
                  <a:pt x="517" y="976"/>
                </a:lnTo>
                <a:lnTo>
                  <a:pt x="516" y="975"/>
                </a:lnTo>
                <a:lnTo>
                  <a:pt x="515" y="975"/>
                </a:lnTo>
                <a:lnTo>
                  <a:pt x="514" y="975"/>
                </a:lnTo>
                <a:lnTo>
                  <a:pt x="513" y="976"/>
                </a:lnTo>
                <a:lnTo>
                  <a:pt x="512" y="976"/>
                </a:lnTo>
                <a:lnTo>
                  <a:pt x="512" y="975"/>
                </a:lnTo>
                <a:lnTo>
                  <a:pt x="512" y="974"/>
                </a:lnTo>
                <a:lnTo>
                  <a:pt x="511" y="973"/>
                </a:lnTo>
                <a:lnTo>
                  <a:pt x="510" y="971"/>
                </a:lnTo>
                <a:lnTo>
                  <a:pt x="510" y="970"/>
                </a:lnTo>
                <a:lnTo>
                  <a:pt x="510" y="969"/>
                </a:lnTo>
                <a:lnTo>
                  <a:pt x="509" y="969"/>
                </a:lnTo>
                <a:lnTo>
                  <a:pt x="508" y="967"/>
                </a:lnTo>
                <a:lnTo>
                  <a:pt x="508" y="966"/>
                </a:lnTo>
                <a:lnTo>
                  <a:pt x="507" y="966"/>
                </a:lnTo>
                <a:lnTo>
                  <a:pt x="506" y="965"/>
                </a:lnTo>
                <a:lnTo>
                  <a:pt x="504" y="965"/>
                </a:lnTo>
                <a:lnTo>
                  <a:pt x="504" y="964"/>
                </a:lnTo>
                <a:lnTo>
                  <a:pt x="503" y="964"/>
                </a:lnTo>
                <a:lnTo>
                  <a:pt x="502" y="965"/>
                </a:lnTo>
                <a:lnTo>
                  <a:pt x="500" y="965"/>
                </a:lnTo>
                <a:lnTo>
                  <a:pt x="499" y="964"/>
                </a:lnTo>
                <a:lnTo>
                  <a:pt x="498" y="964"/>
                </a:lnTo>
                <a:lnTo>
                  <a:pt x="497" y="964"/>
                </a:lnTo>
                <a:lnTo>
                  <a:pt x="496" y="964"/>
                </a:lnTo>
                <a:lnTo>
                  <a:pt x="496" y="965"/>
                </a:lnTo>
                <a:lnTo>
                  <a:pt x="496" y="966"/>
                </a:lnTo>
                <a:lnTo>
                  <a:pt x="497" y="966"/>
                </a:lnTo>
                <a:lnTo>
                  <a:pt x="498" y="965"/>
                </a:lnTo>
                <a:lnTo>
                  <a:pt x="500" y="966"/>
                </a:lnTo>
                <a:lnTo>
                  <a:pt x="501" y="968"/>
                </a:lnTo>
                <a:lnTo>
                  <a:pt x="500" y="970"/>
                </a:lnTo>
                <a:lnTo>
                  <a:pt x="499" y="971"/>
                </a:lnTo>
                <a:lnTo>
                  <a:pt x="498" y="971"/>
                </a:lnTo>
                <a:lnTo>
                  <a:pt x="497" y="972"/>
                </a:lnTo>
                <a:lnTo>
                  <a:pt x="495" y="972"/>
                </a:lnTo>
                <a:lnTo>
                  <a:pt x="495" y="971"/>
                </a:lnTo>
                <a:lnTo>
                  <a:pt x="496" y="970"/>
                </a:lnTo>
                <a:lnTo>
                  <a:pt x="496" y="969"/>
                </a:lnTo>
                <a:lnTo>
                  <a:pt x="495" y="969"/>
                </a:lnTo>
                <a:lnTo>
                  <a:pt x="493" y="969"/>
                </a:lnTo>
                <a:lnTo>
                  <a:pt x="491" y="969"/>
                </a:lnTo>
                <a:lnTo>
                  <a:pt x="491" y="971"/>
                </a:lnTo>
                <a:lnTo>
                  <a:pt x="490" y="971"/>
                </a:lnTo>
                <a:lnTo>
                  <a:pt x="490" y="970"/>
                </a:lnTo>
                <a:lnTo>
                  <a:pt x="489" y="970"/>
                </a:lnTo>
                <a:lnTo>
                  <a:pt x="488" y="970"/>
                </a:lnTo>
                <a:lnTo>
                  <a:pt x="487" y="970"/>
                </a:lnTo>
                <a:lnTo>
                  <a:pt x="484" y="973"/>
                </a:lnTo>
                <a:lnTo>
                  <a:pt x="484" y="974"/>
                </a:lnTo>
                <a:lnTo>
                  <a:pt x="487" y="974"/>
                </a:lnTo>
                <a:lnTo>
                  <a:pt x="488" y="974"/>
                </a:lnTo>
                <a:lnTo>
                  <a:pt x="489" y="974"/>
                </a:lnTo>
                <a:lnTo>
                  <a:pt x="489" y="975"/>
                </a:lnTo>
                <a:lnTo>
                  <a:pt x="489" y="976"/>
                </a:lnTo>
                <a:lnTo>
                  <a:pt x="490" y="977"/>
                </a:lnTo>
                <a:lnTo>
                  <a:pt x="489" y="979"/>
                </a:lnTo>
                <a:lnTo>
                  <a:pt x="488" y="981"/>
                </a:lnTo>
                <a:lnTo>
                  <a:pt x="487" y="982"/>
                </a:lnTo>
                <a:lnTo>
                  <a:pt x="487" y="981"/>
                </a:lnTo>
                <a:lnTo>
                  <a:pt x="486" y="981"/>
                </a:lnTo>
                <a:lnTo>
                  <a:pt x="485" y="982"/>
                </a:lnTo>
                <a:lnTo>
                  <a:pt x="484" y="984"/>
                </a:lnTo>
                <a:lnTo>
                  <a:pt x="482" y="985"/>
                </a:lnTo>
                <a:lnTo>
                  <a:pt x="483" y="986"/>
                </a:lnTo>
                <a:lnTo>
                  <a:pt x="483" y="987"/>
                </a:lnTo>
                <a:lnTo>
                  <a:pt x="484" y="988"/>
                </a:lnTo>
                <a:lnTo>
                  <a:pt x="482" y="989"/>
                </a:lnTo>
                <a:lnTo>
                  <a:pt x="483" y="989"/>
                </a:lnTo>
                <a:lnTo>
                  <a:pt x="483" y="990"/>
                </a:lnTo>
                <a:lnTo>
                  <a:pt x="484" y="989"/>
                </a:lnTo>
                <a:lnTo>
                  <a:pt x="485" y="989"/>
                </a:lnTo>
                <a:lnTo>
                  <a:pt x="485" y="988"/>
                </a:lnTo>
                <a:lnTo>
                  <a:pt x="486" y="987"/>
                </a:lnTo>
                <a:lnTo>
                  <a:pt x="487" y="986"/>
                </a:lnTo>
                <a:lnTo>
                  <a:pt x="488" y="986"/>
                </a:lnTo>
                <a:lnTo>
                  <a:pt x="488" y="987"/>
                </a:lnTo>
                <a:lnTo>
                  <a:pt x="488" y="988"/>
                </a:lnTo>
                <a:lnTo>
                  <a:pt x="490" y="988"/>
                </a:lnTo>
                <a:lnTo>
                  <a:pt x="491" y="987"/>
                </a:lnTo>
                <a:lnTo>
                  <a:pt x="492" y="987"/>
                </a:lnTo>
                <a:lnTo>
                  <a:pt x="493" y="988"/>
                </a:lnTo>
                <a:lnTo>
                  <a:pt x="494" y="988"/>
                </a:lnTo>
                <a:lnTo>
                  <a:pt x="495" y="988"/>
                </a:lnTo>
                <a:lnTo>
                  <a:pt x="496" y="988"/>
                </a:lnTo>
                <a:lnTo>
                  <a:pt x="497" y="988"/>
                </a:lnTo>
                <a:lnTo>
                  <a:pt x="499" y="989"/>
                </a:lnTo>
                <a:lnTo>
                  <a:pt x="500" y="989"/>
                </a:lnTo>
                <a:lnTo>
                  <a:pt x="500" y="990"/>
                </a:lnTo>
                <a:lnTo>
                  <a:pt x="500" y="992"/>
                </a:lnTo>
                <a:lnTo>
                  <a:pt x="500" y="993"/>
                </a:lnTo>
                <a:lnTo>
                  <a:pt x="499" y="994"/>
                </a:lnTo>
                <a:lnTo>
                  <a:pt x="499" y="995"/>
                </a:lnTo>
                <a:lnTo>
                  <a:pt x="499" y="996"/>
                </a:lnTo>
                <a:lnTo>
                  <a:pt x="500" y="996"/>
                </a:lnTo>
                <a:lnTo>
                  <a:pt x="500" y="997"/>
                </a:lnTo>
                <a:lnTo>
                  <a:pt x="499" y="998"/>
                </a:lnTo>
                <a:lnTo>
                  <a:pt x="498" y="1000"/>
                </a:lnTo>
                <a:lnTo>
                  <a:pt x="498" y="1001"/>
                </a:lnTo>
                <a:lnTo>
                  <a:pt x="497" y="1001"/>
                </a:lnTo>
                <a:lnTo>
                  <a:pt x="498" y="1001"/>
                </a:lnTo>
                <a:lnTo>
                  <a:pt x="498" y="1000"/>
                </a:lnTo>
                <a:lnTo>
                  <a:pt x="497" y="1000"/>
                </a:lnTo>
                <a:lnTo>
                  <a:pt x="496" y="999"/>
                </a:lnTo>
                <a:lnTo>
                  <a:pt x="496" y="998"/>
                </a:lnTo>
                <a:lnTo>
                  <a:pt x="495" y="998"/>
                </a:lnTo>
                <a:lnTo>
                  <a:pt x="494" y="999"/>
                </a:lnTo>
                <a:lnTo>
                  <a:pt x="495" y="999"/>
                </a:lnTo>
                <a:lnTo>
                  <a:pt x="495" y="1000"/>
                </a:lnTo>
                <a:lnTo>
                  <a:pt x="495" y="1001"/>
                </a:lnTo>
                <a:lnTo>
                  <a:pt x="494" y="1001"/>
                </a:lnTo>
                <a:lnTo>
                  <a:pt x="493" y="1001"/>
                </a:lnTo>
                <a:lnTo>
                  <a:pt x="493" y="1002"/>
                </a:lnTo>
                <a:lnTo>
                  <a:pt x="492" y="1002"/>
                </a:lnTo>
                <a:lnTo>
                  <a:pt x="491" y="1002"/>
                </a:lnTo>
                <a:lnTo>
                  <a:pt x="488" y="1002"/>
                </a:lnTo>
                <a:lnTo>
                  <a:pt x="487" y="1002"/>
                </a:lnTo>
                <a:lnTo>
                  <a:pt x="487" y="1003"/>
                </a:lnTo>
                <a:lnTo>
                  <a:pt x="486" y="1003"/>
                </a:lnTo>
                <a:lnTo>
                  <a:pt x="485" y="1003"/>
                </a:lnTo>
                <a:lnTo>
                  <a:pt x="485" y="1002"/>
                </a:lnTo>
                <a:lnTo>
                  <a:pt x="484" y="1002"/>
                </a:lnTo>
                <a:lnTo>
                  <a:pt x="484" y="1001"/>
                </a:lnTo>
                <a:lnTo>
                  <a:pt x="483" y="1001"/>
                </a:lnTo>
                <a:lnTo>
                  <a:pt x="482" y="1001"/>
                </a:lnTo>
                <a:lnTo>
                  <a:pt x="481" y="1001"/>
                </a:lnTo>
                <a:lnTo>
                  <a:pt x="480" y="1001"/>
                </a:lnTo>
                <a:lnTo>
                  <a:pt x="478" y="1001"/>
                </a:lnTo>
                <a:lnTo>
                  <a:pt x="477" y="1001"/>
                </a:lnTo>
                <a:lnTo>
                  <a:pt x="477" y="1002"/>
                </a:lnTo>
                <a:lnTo>
                  <a:pt x="477" y="1003"/>
                </a:lnTo>
                <a:lnTo>
                  <a:pt x="476" y="1004"/>
                </a:lnTo>
                <a:lnTo>
                  <a:pt x="476" y="1005"/>
                </a:lnTo>
                <a:lnTo>
                  <a:pt x="475" y="1006"/>
                </a:lnTo>
                <a:lnTo>
                  <a:pt x="475" y="1007"/>
                </a:lnTo>
                <a:lnTo>
                  <a:pt x="474" y="1007"/>
                </a:lnTo>
                <a:lnTo>
                  <a:pt x="473" y="1007"/>
                </a:lnTo>
                <a:lnTo>
                  <a:pt x="472" y="1008"/>
                </a:lnTo>
                <a:lnTo>
                  <a:pt x="472" y="1009"/>
                </a:lnTo>
                <a:lnTo>
                  <a:pt x="472" y="1010"/>
                </a:lnTo>
                <a:lnTo>
                  <a:pt x="472" y="1011"/>
                </a:lnTo>
                <a:lnTo>
                  <a:pt x="472" y="1013"/>
                </a:lnTo>
                <a:lnTo>
                  <a:pt x="471" y="1013"/>
                </a:lnTo>
                <a:lnTo>
                  <a:pt x="470" y="1013"/>
                </a:lnTo>
                <a:lnTo>
                  <a:pt x="469" y="1014"/>
                </a:lnTo>
                <a:lnTo>
                  <a:pt x="468" y="1014"/>
                </a:lnTo>
                <a:lnTo>
                  <a:pt x="467" y="1014"/>
                </a:lnTo>
                <a:lnTo>
                  <a:pt x="466" y="1015"/>
                </a:lnTo>
                <a:lnTo>
                  <a:pt x="465" y="1016"/>
                </a:lnTo>
                <a:lnTo>
                  <a:pt x="462" y="1017"/>
                </a:lnTo>
                <a:lnTo>
                  <a:pt x="461" y="1016"/>
                </a:lnTo>
                <a:lnTo>
                  <a:pt x="458" y="1017"/>
                </a:lnTo>
                <a:lnTo>
                  <a:pt x="457" y="1018"/>
                </a:lnTo>
                <a:lnTo>
                  <a:pt x="454" y="1018"/>
                </a:lnTo>
                <a:lnTo>
                  <a:pt x="453" y="1018"/>
                </a:lnTo>
                <a:lnTo>
                  <a:pt x="452" y="1018"/>
                </a:lnTo>
                <a:lnTo>
                  <a:pt x="451" y="1018"/>
                </a:lnTo>
                <a:lnTo>
                  <a:pt x="450" y="1018"/>
                </a:lnTo>
                <a:lnTo>
                  <a:pt x="448" y="1017"/>
                </a:lnTo>
                <a:lnTo>
                  <a:pt x="446" y="1017"/>
                </a:lnTo>
                <a:lnTo>
                  <a:pt x="446" y="1018"/>
                </a:lnTo>
                <a:lnTo>
                  <a:pt x="444" y="1018"/>
                </a:lnTo>
                <a:lnTo>
                  <a:pt x="443" y="1019"/>
                </a:lnTo>
                <a:lnTo>
                  <a:pt x="442" y="1019"/>
                </a:lnTo>
                <a:lnTo>
                  <a:pt x="442" y="1020"/>
                </a:lnTo>
                <a:lnTo>
                  <a:pt x="442" y="1021"/>
                </a:lnTo>
                <a:lnTo>
                  <a:pt x="442" y="1022"/>
                </a:lnTo>
                <a:lnTo>
                  <a:pt x="443" y="1022"/>
                </a:lnTo>
                <a:lnTo>
                  <a:pt x="442" y="1023"/>
                </a:lnTo>
                <a:lnTo>
                  <a:pt x="441" y="1024"/>
                </a:lnTo>
                <a:lnTo>
                  <a:pt x="441" y="1025"/>
                </a:lnTo>
                <a:lnTo>
                  <a:pt x="440" y="1025"/>
                </a:lnTo>
                <a:lnTo>
                  <a:pt x="439" y="1025"/>
                </a:lnTo>
                <a:lnTo>
                  <a:pt x="438" y="1025"/>
                </a:lnTo>
                <a:lnTo>
                  <a:pt x="437" y="1025"/>
                </a:lnTo>
                <a:lnTo>
                  <a:pt x="434" y="1027"/>
                </a:lnTo>
                <a:lnTo>
                  <a:pt x="433" y="1026"/>
                </a:lnTo>
                <a:lnTo>
                  <a:pt x="433" y="1025"/>
                </a:lnTo>
                <a:lnTo>
                  <a:pt x="432" y="1024"/>
                </a:lnTo>
                <a:lnTo>
                  <a:pt x="431" y="1024"/>
                </a:lnTo>
                <a:lnTo>
                  <a:pt x="430" y="1024"/>
                </a:lnTo>
                <a:lnTo>
                  <a:pt x="429" y="1024"/>
                </a:lnTo>
                <a:lnTo>
                  <a:pt x="428" y="1025"/>
                </a:lnTo>
                <a:lnTo>
                  <a:pt x="428" y="1026"/>
                </a:lnTo>
                <a:lnTo>
                  <a:pt x="428" y="1027"/>
                </a:lnTo>
                <a:lnTo>
                  <a:pt x="427" y="1027"/>
                </a:lnTo>
                <a:lnTo>
                  <a:pt x="427" y="1028"/>
                </a:lnTo>
                <a:lnTo>
                  <a:pt x="427" y="1029"/>
                </a:lnTo>
                <a:lnTo>
                  <a:pt x="427" y="1030"/>
                </a:lnTo>
                <a:lnTo>
                  <a:pt x="428" y="1031"/>
                </a:lnTo>
                <a:lnTo>
                  <a:pt x="428" y="1030"/>
                </a:lnTo>
                <a:lnTo>
                  <a:pt x="428" y="1029"/>
                </a:lnTo>
                <a:lnTo>
                  <a:pt x="429" y="1029"/>
                </a:lnTo>
                <a:lnTo>
                  <a:pt x="430" y="1027"/>
                </a:lnTo>
                <a:lnTo>
                  <a:pt x="431" y="1027"/>
                </a:lnTo>
                <a:lnTo>
                  <a:pt x="432" y="1027"/>
                </a:lnTo>
                <a:lnTo>
                  <a:pt x="432" y="1028"/>
                </a:lnTo>
                <a:lnTo>
                  <a:pt x="432" y="1029"/>
                </a:lnTo>
                <a:lnTo>
                  <a:pt x="431" y="1029"/>
                </a:lnTo>
                <a:lnTo>
                  <a:pt x="431" y="1030"/>
                </a:lnTo>
                <a:lnTo>
                  <a:pt x="431" y="1031"/>
                </a:lnTo>
                <a:lnTo>
                  <a:pt x="431" y="1032"/>
                </a:lnTo>
                <a:lnTo>
                  <a:pt x="430" y="1033"/>
                </a:lnTo>
                <a:lnTo>
                  <a:pt x="429" y="1033"/>
                </a:lnTo>
                <a:lnTo>
                  <a:pt x="428" y="1034"/>
                </a:lnTo>
                <a:lnTo>
                  <a:pt x="428" y="1035"/>
                </a:lnTo>
                <a:lnTo>
                  <a:pt x="428" y="1037"/>
                </a:lnTo>
                <a:lnTo>
                  <a:pt x="428" y="1038"/>
                </a:lnTo>
                <a:lnTo>
                  <a:pt x="428" y="1039"/>
                </a:lnTo>
                <a:lnTo>
                  <a:pt x="427" y="1039"/>
                </a:lnTo>
                <a:lnTo>
                  <a:pt x="427" y="1040"/>
                </a:lnTo>
                <a:lnTo>
                  <a:pt x="426" y="1042"/>
                </a:lnTo>
                <a:lnTo>
                  <a:pt x="425" y="1042"/>
                </a:lnTo>
                <a:lnTo>
                  <a:pt x="424" y="1043"/>
                </a:lnTo>
                <a:lnTo>
                  <a:pt x="423" y="1043"/>
                </a:lnTo>
                <a:lnTo>
                  <a:pt x="421" y="1043"/>
                </a:lnTo>
                <a:lnTo>
                  <a:pt x="420" y="1043"/>
                </a:lnTo>
                <a:lnTo>
                  <a:pt x="419" y="1043"/>
                </a:lnTo>
                <a:lnTo>
                  <a:pt x="418" y="1043"/>
                </a:lnTo>
                <a:lnTo>
                  <a:pt x="417" y="1043"/>
                </a:lnTo>
                <a:lnTo>
                  <a:pt x="416" y="1043"/>
                </a:lnTo>
                <a:lnTo>
                  <a:pt x="416" y="1042"/>
                </a:lnTo>
                <a:lnTo>
                  <a:pt x="416" y="1040"/>
                </a:lnTo>
                <a:lnTo>
                  <a:pt x="415" y="1039"/>
                </a:lnTo>
                <a:lnTo>
                  <a:pt x="415" y="1037"/>
                </a:lnTo>
                <a:lnTo>
                  <a:pt x="414" y="1036"/>
                </a:lnTo>
                <a:lnTo>
                  <a:pt x="413" y="1035"/>
                </a:lnTo>
                <a:lnTo>
                  <a:pt x="412" y="1035"/>
                </a:lnTo>
                <a:lnTo>
                  <a:pt x="412" y="1034"/>
                </a:lnTo>
                <a:lnTo>
                  <a:pt x="411" y="1034"/>
                </a:lnTo>
                <a:lnTo>
                  <a:pt x="411" y="1033"/>
                </a:lnTo>
                <a:lnTo>
                  <a:pt x="412" y="1032"/>
                </a:lnTo>
                <a:lnTo>
                  <a:pt x="413" y="1032"/>
                </a:lnTo>
                <a:lnTo>
                  <a:pt x="414" y="1032"/>
                </a:lnTo>
                <a:lnTo>
                  <a:pt x="415" y="1032"/>
                </a:lnTo>
                <a:lnTo>
                  <a:pt x="415" y="1031"/>
                </a:lnTo>
                <a:lnTo>
                  <a:pt x="416" y="1030"/>
                </a:lnTo>
                <a:lnTo>
                  <a:pt x="416" y="1029"/>
                </a:lnTo>
                <a:lnTo>
                  <a:pt x="415" y="1029"/>
                </a:lnTo>
                <a:lnTo>
                  <a:pt x="414" y="1029"/>
                </a:lnTo>
                <a:lnTo>
                  <a:pt x="413" y="1030"/>
                </a:lnTo>
                <a:lnTo>
                  <a:pt x="413" y="1029"/>
                </a:lnTo>
                <a:lnTo>
                  <a:pt x="413" y="1028"/>
                </a:lnTo>
                <a:lnTo>
                  <a:pt x="413" y="1027"/>
                </a:lnTo>
                <a:lnTo>
                  <a:pt x="413" y="1026"/>
                </a:lnTo>
                <a:lnTo>
                  <a:pt x="414" y="1026"/>
                </a:lnTo>
                <a:lnTo>
                  <a:pt x="414" y="1025"/>
                </a:lnTo>
                <a:lnTo>
                  <a:pt x="413" y="1024"/>
                </a:lnTo>
                <a:lnTo>
                  <a:pt x="413" y="1025"/>
                </a:lnTo>
                <a:lnTo>
                  <a:pt x="412" y="1026"/>
                </a:lnTo>
                <a:lnTo>
                  <a:pt x="411" y="1026"/>
                </a:lnTo>
                <a:lnTo>
                  <a:pt x="410" y="1025"/>
                </a:lnTo>
                <a:lnTo>
                  <a:pt x="410" y="1024"/>
                </a:lnTo>
                <a:lnTo>
                  <a:pt x="410" y="1023"/>
                </a:lnTo>
                <a:lnTo>
                  <a:pt x="409" y="1022"/>
                </a:lnTo>
                <a:lnTo>
                  <a:pt x="409" y="1021"/>
                </a:lnTo>
                <a:lnTo>
                  <a:pt x="409" y="1020"/>
                </a:lnTo>
                <a:lnTo>
                  <a:pt x="408" y="1019"/>
                </a:lnTo>
                <a:lnTo>
                  <a:pt x="408" y="1018"/>
                </a:lnTo>
                <a:lnTo>
                  <a:pt x="408" y="1017"/>
                </a:lnTo>
                <a:lnTo>
                  <a:pt x="408" y="1016"/>
                </a:lnTo>
                <a:lnTo>
                  <a:pt x="408" y="1015"/>
                </a:lnTo>
                <a:lnTo>
                  <a:pt x="409" y="1015"/>
                </a:lnTo>
                <a:lnTo>
                  <a:pt x="409" y="1014"/>
                </a:lnTo>
                <a:lnTo>
                  <a:pt x="410" y="1014"/>
                </a:lnTo>
                <a:lnTo>
                  <a:pt x="410" y="1013"/>
                </a:lnTo>
                <a:lnTo>
                  <a:pt x="409" y="1013"/>
                </a:lnTo>
                <a:lnTo>
                  <a:pt x="409" y="1012"/>
                </a:lnTo>
                <a:lnTo>
                  <a:pt x="409" y="1011"/>
                </a:lnTo>
                <a:lnTo>
                  <a:pt x="409" y="1010"/>
                </a:lnTo>
                <a:lnTo>
                  <a:pt x="408" y="1010"/>
                </a:lnTo>
                <a:lnTo>
                  <a:pt x="407" y="1009"/>
                </a:lnTo>
                <a:lnTo>
                  <a:pt x="406" y="1009"/>
                </a:lnTo>
                <a:lnTo>
                  <a:pt x="406" y="1010"/>
                </a:lnTo>
                <a:lnTo>
                  <a:pt x="405" y="1010"/>
                </a:lnTo>
                <a:lnTo>
                  <a:pt x="403" y="1010"/>
                </a:lnTo>
                <a:lnTo>
                  <a:pt x="403" y="1009"/>
                </a:lnTo>
                <a:lnTo>
                  <a:pt x="403" y="1007"/>
                </a:lnTo>
                <a:lnTo>
                  <a:pt x="403" y="1006"/>
                </a:lnTo>
                <a:lnTo>
                  <a:pt x="403" y="1005"/>
                </a:lnTo>
                <a:lnTo>
                  <a:pt x="403" y="1004"/>
                </a:lnTo>
                <a:lnTo>
                  <a:pt x="403" y="1003"/>
                </a:lnTo>
                <a:lnTo>
                  <a:pt x="404" y="1002"/>
                </a:lnTo>
                <a:lnTo>
                  <a:pt x="405" y="1001"/>
                </a:lnTo>
                <a:lnTo>
                  <a:pt x="406" y="1001"/>
                </a:lnTo>
                <a:lnTo>
                  <a:pt x="407" y="1001"/>
                </a:lnTo>
                <a:lnTo>
                  <a:pt x="407" y="1000"/>
                </a:lnTo>
                <a:lnTo>
                  <a:pt x="407" y="998"/>
                </a:lnTo>
                <a:lnTo>
                  <a:pt x="409" y="997"/>
                </a:lnTo>
                <a:lnTo>
                  <a:pt x="410" y="996"/>
                </a:lnTo>
                <a:lnTo>
                  <a:pt x="411" y="996"/>
                </a:lnTo>
                <a:lnTo>
                  <a:pt x="411" y="997"/>
                </a:lnTo>
                <a:lnTo>
                  <a:pt x="413" y="997"/>
                </a:lnTo>
                <a:lnTo>
                  <a:pt x="414" y="996"/>
                </a:lnTo>
                <a:lnTo>
                  <a:pt x="415" y="996"/>
                </a:lnTo>
                <a:lnTo>
                  <a:pt x="416" y="996"/>
                </a:lnTo>
                <a:lnTo>
                  <a:pt x="417" y="997"/>
                </a:lnTo>
                <a:lnTo>
                  <a:pt x="418" y="997"/>
                </a:lnTo>
                <a:lnTo>
                  <a:pt x="419" y="998"/>
                </a:lnTo>
                <a:lnTo>
                  <a:pt x="419" y="999"/>
                </a:lnTo>
                <a:lnTo>
                  <a:pt x="420" y="999"/>
                </a:lnTo>
                <a:lnTo>
                  <a:pt x="422" y="999"/>
                </a:lnTo>
                <a:lnTo>
                  <a:pt x="423" y="999"/>
                </a:lnTo>
                <a:lnTo>
                  <a:pt x="423" y="998"/>
                </a:lnTo>
                <a:lnTo>
                  <a:pt x="424" y="997"/>
                </a:lnTo>
                <a:lnTo>
                  <a:pt x="424" y="996"/>
                </a:lnTo>
                <a:lnTo>
                  <a:pt x="423" y="996"/>
                </a:lnTo>
                <a:lnTo>
                  <a:pt x="423" y="995"/>
                </a:lnTo>
                <a:lnTo>
                  <a:pt x="424" y="995"/>
                </a:lnTo>
                <a:lnTo>
                  <a:pt x="424" y="994"/>
                </a:lnTo>
                <a:lnTo>
                  <a:pt x="425" y="994"/>
                </a:lnTo>
                <a:lnTo>
                  <a:pt x="426" y="994"/>
                </a:lnTo>
                <a:lnTo>
                  <a:pt x="428" y="993"/>
                </a:lnTo>
                <a:lnTo>
                  <a:pt x="429" y="992"/>
                </a:lnTo>
                <a:lnTo>
                  <a:pt x="429" y="991"/>
                </a:lnTo>
                <a:lnTo>
                  <a:pt x="430" y="991"/>
                </a:lnTo>
                <a:lnTo>
                  <a:pt x="430" y="990"/>
                </a:lnTo>
                <a:lnTo>
                  <a:pt x="433" y="989"/>
                </a:lnTo>
                <a:lnTo>
                  <a:pt x="434" y="989"/>
                </a:lnTo>
                <a:lnTo>
                  <a:pt x="434" y="990"/>
                </a:lnTo>
                <a:lnTo>
                  <a:pt x="435" y="990"/>
                </a:lnTo>
                <a:lnTo>
                  <a:pt x="436" y="990"/>
                </a:lnTo>
                <a:lnTo>
                  <a:pt x="437" y="989"/>
                </a:lnTo>
                <a:lnTo>
                  <a:pt x="438" y="988"/>
                </a:lnTo>
                <a:lnTo>
                  <a:pt x="439" y="987"/>
                </a:lnTo>
                <a:lnTo>
                  <a:pt x="440" y="987"/>
                </a:lnTo>
                <a:lnTo>
                  <a:pt x="440" y="986"/>
                </a:lnTo>
                <a:lnTo>
                  <a:pt x="440" y="985"/>
                </a:lnTo>
                <a:lnTo>
                  <a:pt x="439" y="985"/>
                </a:lnTo>
                <a:lnTo>
                  <a:pt x="439" y="984"/>
                </a:lnTo>
                <a:lnTo>
                  <a:pt x="439" y="983"/>
                </a:lnTo>
                <a:lnTo>
                  <a:pt x="438" y="983"/>
                </a:lnTo>
                <a:lnTo>
                  <a:pt x="438" y="981"/>
                </a:lnTo>
                <a:lnTo>
                  <a:pt x="438" y="982"/>
                </a:lnTo>
                <a:lnTo>
                  <a:pt x="436" y="982"/>
                </a:lnTo>
                <a:lnTo>
                  <a:pt x="435" y="982"/>
                </a:lnTo>
                <a:lnTo>
                  <a:pt x="435" y="981"/>
                </a:lnTo>
                <a:lnTo>
                  <a:pt x="435" y="980"/>
                </a:lnTo>
                <a:lnTo>
                  <a:pt x="436" y="980"/>
                </a:lnTo>
                <a:lnTo>
                  <a:pt x="437" y="978"/>
                </a:lnTo>
                <a:lnTo>
                  <a:pt x="437" y="977"/>
                </a:lnTo>
                <a:lnTo>
                  <a:pt x="438" y="976"/>
                </a:lnTo>
                <a:lnTo>
                  <a:pt x="438" y="975"/>
                </a:lnTo>
                <a:lnTo>
                  <a:pt x="438" y="974"/>
                </a:lnTo>
                <a:lnTo>
                  <a:pt x="437" y="974"/>
                </a:lnTo>
                <a:lnTo>
                  <a:pt x="438" y="973"/>
                </a:lnTo>
                <a:lnTo>
                  <a:pt x="440" y="973"/>
                </a:lnTo>
                <a:lnTo>
                  <a:pt x="441" y="972"/>
                </a:lnTo>
                <a:lnTo>
                  <a:pt x="441" y="971"/>
                </a:lnTo>
                <a:lnTo>
                  <a:pt x="441" y="970"/>
                </a:lnTo>
                <a:lnTo>
                  <a:pt x="441" y="969"/>
                </a:lnTo>
                <a:lnTo>
                  <a:pt x="442" y="969"/>
                </a:lnTo>
                <a:lnTo>
                  <a:pt x="442" y="968"/>
                </a:lnTo>
                <a:lnTo>
                  <a:pt x="443" y="969"/>
                </a:lnTo>
                <a:lnTo>
                  <a:pt x="443" y="970"/>
                </a:lnTo>
                <a:lnTo>
                  <a:pt x="445" y="971"/>
                </a:lnTo>
                <a:lnTo>
                  <a:pt x="445" y="972"/>
                </a:lnTo>
                <a:lnTo>
                  <a:pt x="446" y="972"/>
                </a:lnTo>
                <a:lnTo>
                  <a:pt x="447" y="972"/>
                </a:lnTo>
                <a:lnTo>
                  <a:pt x="447" y="973"/>
                </a:lnTo>
                <a:lnTo>
                  <a:pt x="448" y="973"/>
                </a:lnTo>
                <a:lnTo>
                  <a:pt x="448" y="974"/>
                </a:lnTo>
                <a:lnTo>
                  <a:pt x="448" y="975"/>
                </a:lnTo>
                <a:lnTo>
                  <a:pt x="451" y="975"/>
                </a:lnTo>
                <a:lnTo>
                  <a:pt x="452" y="975"/>
                </a:lnTo>
                <a:lnTo>
                  <a:pt x="453" y="974"/>
                </a:lnTo>
                <a:lnTo>
                  <a:pt x="454" y="974"/>
                </a:lnTo>
                <a:lnTo>
                  <a:pt x="455" y="973"/>
                </a:lnTo>
                <a:lnTo>
                  <a:pt x="456" y="973"/>
                </a:lnTo>
                <a:lnTo>
                  <a:pt x="456" y="975"/>
                </a:lnTo>
                <a:lnTo>
                  <a:pt x="457" y="975"/>
                </a:lnTo>
                <a:lnTo>
                  <a:pt x="459" y="974"/>
                </a:lnTo>
                <a:lnTo>
                  <a:pt x="460" y="973"/>
                </a:lnTo>
                <a:lnTo>
                  <a:pt x="461" y="973"/>
                </a:lnTo>
                <a:lnTo>
                  <a:pt x="462" y="972"/>
                </a:lnTo>
                <a:lnTo>
                  <a:pt x="463" y="972"/>
                </a:lnTo>
                <a:lnTo>
                  <a:pt x="463" y="971"/>
                </a:lnTo>
                <a:lnTo>
                  <a:pt x="464" y="970"/>
                </a:lnTo>
                <a:lnTo>
                  <a:pt x="464" y="969"/>
                </a:lnTo>
                <a:lnTo>
                  <a:pt x="465" y="969"/>
                </a:lnTo>
                <a:lnTo>
                  <a:pt x="466" y="968"/>
                </a:lnTo>
                <a:lnTo>
                  <a:pt x="466" y="967"/>
                </a:lnTo>
                <a:lnTo>
                  <a:pt x="467" y="967"/>
                </a:lnTo>
                <a:lnTo>
                  <a:pt x="467" y="966"/>
                </a:lnTo>
                <a:lnTo>
                  <a:pt x="468" y="965"/>
                </a:lnTo>
                <a:lnTo>
                  <a:pt x="469" y="965"/>
                </a:lnTo>
                <a:lnTo>
                  <a:pt x="470" y="964"/>
                </a:lnTo>
                <a:lnTo>
                  <a:pt x="471" y="964"/>
                </a:lnTo>
                <a:lnTo>
                  <a:pt x="472" y="963"/>
                </a:lnTo>
                <a:lnTo>
                  <a:pt x="473" y="963"/>
                </a:lnTo>
                <a:lnTo>
                  <a:pt x="474" y="963"/>
                </a:lnTo>
                <a:lnTo>
                  <a:pt x="475" y="962"/>
                </a:lnTo>
                <a:lnTo>
                  <a:pt x="477" y="960"/>
                </a:lnTo>
                <a:lnTo>
                  <a:pt x="478" y="960"/>
                </a:lnTo>
                <a:lnTo>
                  <a:pt x="479" y="959"/>
                </a:lnTo>
                <a:lnTo>
                  <a:pt x="480" y="959"/>
                </a:lnTo>
                <a:lnTo>
                  <a:pt x="480" y="960"/>
                </a:lnTo>
                <a:lnTo>
                  <a:pt x="480" y="959"/>
                </a:lnTo>
                <a:lnTo>
                  <a:pt x="482" y="958"/>
                </a:lnTo>
                <a:lnTo>
                  <a:pt x="481" y="957"/>
                </a:lnTo>
                <a:lnTo>
                  <a:pt x="482" y="956"/>
                </a:lnTo>
                <a:lnTo>
                  <a:pt x="483" y="955"/>
                </a:lnTo>
                <a:lnTo>
                  <a:pt x="484" y="954"/>
                </a:lnTo>
                <a:lnTo>
                  <a:pt x="485" y="956"/>
                </a:lnTo>
                <a:lnTo>
                  <a:pt x="486" y="955"/>
                </a:lnTo>
                <a:lnTo>
                  <a:pt x="487" y="954"/>
                </a:lnTo>
                <a:lnTo>
                  <a:pt x="487" y="953"/>
                </a:lnTo>
                <a:lnTo>
                  <a:pt x="487" y="952"/>
                </a:lnTo>
                <a:lnTo>
                  <a:pt x="488" y="951"/>
                </a:lnTo>
                <a:lnTo>
                  <a:pt x="488" y="950"/>
                </a:lnTo>
                <a:lnTo>
                  <a:pt x="489" y="950"/>
                </a:lnTo>
                <a:lnTo>
                  <a:pt x="488" y="948"/>
                </a:lnTo>
                <a:lnTo>
                  <a:pt x="487" y="947"/>
                </a:lnTo>
                <a:lnTo>
                  <a:pt x="487" y="945"/>
                </a:lnTo>
                <a:lnTo>
                  <a:pt x="487" y="944"/>
                </a:lnTo>
                <a:lnTo>
                  <a:pt x="486" y="944"/>
                </a:lnTo>
                <a:lnTo>
                  <a:pt x="486" y="943"/>
                </a:lnTo>
                <a:lnTo>
                  <a:pt x="485" y="943"/>
                </a:lnTo>
                <a:lnTo>
                  <a:pt x="484" y="943"/>
                </a:lnTo>
                <a:lnTo>
                  <a:pt x="483" y="942"/>
                </a:lnTo>
                <a:lnTo>
                  <a:pt x="482" y="942"/>
                </a:lnTo>
                <a:lnTo>
                  <a:pt x="481" y="941"/>
                </a:lnTo>
                <a:lnTo>
                  <a:pt x="480" y="940"/>
                </a:lnTo>
                <a:lnTo>
                  <a:pt x="479" y="939"/>
                </a:lnTo>
                <a:lnTo>
                  <a:pt x="478" y="939"/>
                </a:lnTo>
                <a:lnTo>
                  <a:pt x="476" y="939"/>
                </a:lnTo>
                <a:lnTo>
                  <a:pt x="473" y="940"/>
                </a:lnTo>
                <a:lnTo>
                  <a:pt x="472" y="938"/>
                </a:lnTo>
                <a:lnTo>
                  <a:pt x="472" y="937"/>
                </a:lnTo>
                <a:lnTo>
                  <a:pt x="472" y="936"/>
                </a:lnTo>
                <a:lnTo>
                  <a:pt x="472" y="935"/>
                </a:lnTo>
                <a:lnTo>
                  <a:pt x="471" y="935"/>
                </a:lnTo>
                <a:lnTo>
                  <a:pt x="471" y="936"/>
                </a:lnTo>
                <a:lnTo>
                  <a:pt x="470" y="935"/>
                </a:lnTo>
                <a:lnTo>
                  <a:pt x="470" y="934"/>
                </a:lnTo>
                <a:lnTo>
                  <a:pt x="470" y="933"/>
                </a:lnTo>
                <a:lnTo>
                  <a:pt x="471" y="932"/>
                </a:lnTo>
                <a:lnTo>
                  <a:pt x="472" y="932"/>
                </a:lnTo>
                <a:lnTo>
                  <a:pt x="473" y="932"/>
                </a:lnTo>
                <a:lnTo>
                  <a:pt x="473" y="931"/>
                </a:lnTo>
                <a:lnTo>
                  <a:pt x="473" y="930"/>
                </a:lnTo>
                <a:lnTo>
                  <a:pt x="472" y="930"/>
                </a:lnTo>
                <a:lnTo>
                  <a:pt x="471" y="930"/>
                </a:lnTo>
                <a:lnTo>
                  <a:pt x="470" y="931"/>
                </a:lnTo>
                <a:lnTo>
                  <a:pt x="470" y="930"/>
                </a:lnTo>
                <a:lnTo>
                  <a:pt x="469" y="929"/>
                </a:lnTo>
                <a:lnTo>
                  <a:pt x="469" y="928"/>
                </a:lnTo>
                <a:lnTo>
                  <a:pt x="471" y="928"/>
                </a:lnTo>
                <a:lnTo>
                  <a:pt x="472" y="928"/>
                </a:lnTo>
                <a:lnTo>
                  <a:pt x="472" y="927"/>
                </a:lnTo>
                <a:lnTo>
                  <a:pt x="475" y="927"/>
                </a:lnTo>
                <a:lnTo>
                  <a:pt x="475" y="928"/>
                </a:lnTo>
                <a:lnTo>
                  <a:pt x="476" y="928"/>
                </a:lnTo>
                <a:lnTo>
                  <a:pt x="476" y="927"/>
                </a:lnTo>
                <a:lnTo>
                  <a:pt x="476" y="925"/>
                </a:lnTo>
                <a:lnTo>
                  <a:pt x="477" y="924"/>
                </a:lnTo>
                <a:lnTo>
                  <a:pt x="476" y="924"/>
                </a:lnTo>
                <a:lnTo>
                  <a:pt x="473" y="923"/>
                </a:lnTo>
                <a:lnTo>
                  <a:pt x="472" y="922"/>
                </a:lnTo>
                <a:lnTo>
                  <a:pt x="471" y="921"/>
                </a:lnTo>
                <a:lnTo>
                  <a:pt x="470" y="921"/>
                </a:lnTo>
                <a:lnTo>
                  <a:pt x="469" y="922"/>
                </a:lnTo>
                <a:lnTo>
                  <a:pt x="468" y="920"/>
                </a:lnTo>
                <a:lnTo>
                  <a:pt x="468" y="919"/>
                </a:lnTo>
                <a:lnTo>
                  <a:pt x="468" y="918"/>
                </a:lnTo>
                <a:lnTo>
                  <a:pt x="469" y="918"/>
                </a:lnTo>
                <a:lnTo>
                  <a:pt x="470" y="918"/>
                </a:lnTo>
                <a:lnTo>
                  <a:pt x="471" y="918"/>
                </a:lnTo>
                <a:lnTo>
                  <a:pt x="472" y="917"/>
                </a:lnTo>
                <a:lnTo>
                  <a:pt x="473" y="917"/>
                </a:lnTo>
                <a:lnTo>
                  <a:pt x="472" y="917"/>
                </a:lnTo>
                <a:lnTo>
                  <a:pt x="472" y="916"/>
                </a:lnTo>
                <a:lnTo>
                  <a:pt x="473" y="916"/>
                </a:lnTo>
                <a:lnTo>
                  <a:pt x="474" y="916"/>
                </a:lnTo>
                <a:lnTo>
                  <a:pt x="475" y="916"/>
                </a:lnTo>
                <a:lnTo>
                  <a:pt x="475" y="917"/>
                </a:lnTo>
                <a:lnTo>
                  <a:pt x="476" y="917"/>
                </a:lnTo>
                <a:lnTo>
                  <a:pt x="477" y="917"/>
                </a:lnTo>
                <a:lnTo>
                  <a:pt x="479" y="917"/>
                </a:lnTo>
                <a:lnTo>
                  <a:pt x="481" y="916"/>
                </a:lnTo>
                <a:lnTo>
                  <a:pt x="482" y="915"/>
                </a:lnTo>
                <a:lnTo>
                  <a:pt x="483" y="914"/>
                </a:lnTo>
                <a:lnTo>
                  <a:pt x="483" y="913"/>
                </a:lnTo>
                <a:lnTo>
                  <a:pt x="482" y="913"/>
                </a:lnTo>
                <a:lnTo>
                  <a:pt x="482" y="912"/>
                </a:lnTo>
                <a:lnTo>
                  <a:pt x="481" y="912"/>
                </a:lnTo>
                <a:lnTo>
                  <a:pt x="480" y="910"/>
                </a:lnTo>
                <a:lnTo>
                  <a:pt x="479" y="909"/>
                </a:lnTo>
                <a:lnTo>
                  <a:pt x="479" y="908"/>
                </a:lnTo>
                <a:lnTo>
                  <a:pt x="480" y="909"/>
                </a:lnTo>
                <a:lnTo>
                  <a:pt x="482" y="908"/>
                </a:lnTo>
                <a:lnTo>
                  <a:pt x="483" y="907"/>
                </a:lnTo>
                <a:lnTo>
                  <a:pt x="483" y="908"/>
                </a:lnTo>
                <a:lnTo>
                  <a:pt x="484" y="908"/>
                </a:lnTo>
                <a:lnTo>
                  <a:pt x="485" y="908"/>
                </a:lnTo>
                <a:lnTo>
                  <a:pt x="486" y="908"/>
                </a:lnTo>
                <a:lnTo>
                  <a:pt x="487" y="909"/>
                </a:lnTo>
                <a:lnTo>
                  <a:pt x="488" y="909"/>
                </a:lnTo>
                <a:lnTo>
                  <a:pt x="488" y="908"/>
                </a:lnTo>
                <a:lnTo>
                  <a:pt x="488" y="907"/>
                </a:lnTo>
                <a:lnTo>
                  <a:pt x="488" y="906"/>
                </a:lnTo>
                <a:lnTo>
                  <a:pt x="487" y="906"/>
                </a:lnTo>
                <a:lnTo>
                  <a:pt x="486" y="906"/>
                </a:lnTo>
                <a:lnTo>
                  <a:pt x="486" y="905"/>
                </a:lnTo>
                <a:lnTo>
                  <a:pt x="487" y="905"/>
                </a:lnTo>
                <a:lnTo>
                  <a:pt x="486" y="903"/>
                </a:lnTo>
                <a:lnTo>
                  <a:pt x="485" y="903"/>
                </a:lnTo>
                <a:lnTo>
                  <a:pt x="484" y="902"/>
                </a:lnTo>
                <a:lnTo>
                  <a:pt x="484" y="901"/>
                </a:lnTo>
                <a:lnTo>
                  <a:pt x="484" y="900"/>
                </a:lnTo>
                <a:lnTo>
                  <a:pt x="485" y="899"/>
                </a:lnTo>
                <a:lnTo>
                  <a:pt x="486" y="899"/>
                </a:lnTo>
                <a:lnTo>
                  <a:pt x="487" y="898"/>
                </a:lnTo>
                <a:lnTo>
                  <a:pt x="486" y="898"/>
                </a:lnTo>
                <a:lnTo>
                  <a:pt x="485" y="898"/>
                </a:lnTo>
                <a:lnTo>
                  <a:pt x="485" y="897"/>
                </a:lnTo>
                <a:lnTo>
                  <a:pt x="485" y="895"/>
                </a:lnTo>
                <a:lnTo>
                  <a:pt x="486" y="894"/>
                </a:lnTo>
                <a:lnTo>
                  <a:pt x="487" y="893"/>
                </a:lnTo>
                <a:lnTo>
                  <a:pt x="487" y="892"/>
                </a:lnTo>
                <a:lnTo>
                  <a:pt x="488" y="892"/>
                </a:lnTo>
                <a:lnTo>
                  <a:pt x="490" y="893"/>
                </a:lnTo>
                <a:lnTo>
                  <a:pt x="492" y="894"/>
                </a:lnTo>
                <a:lnTo>
                  <a:pt x="493" y="894"/>
                </a:lnTo>
                <a:lnTo>
                  <a:pt x="498" y="894"/>
                </a:lnTo>
                <a:lnTo>
                  <a:pt x="499" y="893"/>
                </a:lnTo>
                <a:lnTo>
                  <a:pt x="500" y="893"/>
                </a:lnTo>
                <a:lnTo>
                  <a:pt x="503" y="891"/>
                </a:lnTo>
                <a:lnTo>
                  <a:pt x="503" y="892"/>
                </a:lnTo>
                <a:lnTo>
                  <a:pt x="504" y="892"/>
                </a:lnTo>
                <a:lnTo>
                  <a:pt x="505" y="892"/>
                </a:lnTo>
                <a:lnTo>
                  <a:pt x="506" y="891"/>
                </a:lnTo>
                <a:lnTo>
                  <a:pt x="506" y="890"/>
                </a:lnTo>
                <a:lnTo>
                  <a:pt x="507" y="889"/>
                </a:lnTo>
                <a:lnTo>
                  <a:pt x="508" y="887"/>
                </a:lnTo>
                <a:lnTo>
                  <a:pt x="509" y="887"/>
                </a:lnTo>
                <a:lnTo>
                  <a:pt x="510" y="887"/>
                </a:lnTo>
                <a:lnTo>
                  <a:pt x="510" y="886"/>
                </a:lnTo>
                <a:lnTo>
                  <a:pt x="510" y="885"/>
                </a:lnTo>
                <a:lnTo>
                  <a:pt x="511" y="885"/>
                </a:lnTo>
                <a:lnTo>
                  <a:pt x="511" y="886"/>
                </a:lnTo>
                <a:lnTo>
                  <a:pt x="512" y="886"/>
                </a:lnTo>
                <a:lnTo>
                  <a:pt x="512" y="885"/>
                </a:lnTo>
                <a:lnTo>
                  <a:pt x="513" y="885"/>
                </a:lnTo>
                <a:lnTo>
                  <a:pt x="514" y="884"/>
                </a:lnTo>
                <a:lnTo>
                  <a:pt x="515" y="884"/>
                </a:lnTo>
                <a:lnTo>
                  <a:pt x="515" y="883"/>
                </a:lnTo>
                <a:lnTo>
                  <a:pt x="513" y="883"/>
                </a:lnTo>
                <a:lnTo>
                  <a:pt x="512" y="884"/>
                </a:lnTo>
                <a:lnTo>
                  <a:pt x="511" y="884"/>
                </a:lnTo>
                <a:lnTo>
                  <a:pt x="510" y="884"/>
                </a:lnTo>
                <a:lnTo>
                  <a:pt x="509" y="884"/>
                </a:lnTo>
                <a:lnTo>
                  <a:pt x="508" y="884"/>
                </a:lnTo>
                <a:lnTo>
                  <a:pt x="507" y="885"/>
                </a:lnTo>
                <a:lnTo>
                  <a:pt x="505" y="886"/>
                </a:lnTo>
                <a:lnTo>
                  <a:pt x="504" y="887"/>
                </a:lnTo>
                <a:lnTo>
                  <a:pt x="502" y="889"/>
                </a:lnTo>
                <a:lnTo>
                  <a:pt x="501" y="889"/>
                </a:lnTo>
                <a:lnTo>
                  <a:pt x="500" y="890"/>
                </a:lnTo>
                <a:lnTo>
                  <a:pt x="499" y="890"/>
                </a:lnTo>
                <a:lnTo>
                  <a:pt x="497" y="890"/>
                </a:lnTo>
                <a:lnTo>
                  <a:pt x="496" y="890"/>
                </a:lnTo>
                <a:lnTo>
                  <a:pt x="494" y="890"/>
                </a:lnTo>
                <a:lnTo>
                  <a:pt x="494" y="891"/>
                </a:lnTo>
                <a:lnTo>
                  <a:pt x="493" y="891"/>
                </a:lnTo>
                <a:lnTo>
                  <a:pt x="492" y="891"/>
                </a:lnTo>
                <a:lnTo>
                  <a:pt x="490" y="892"/>
                </a:lnTo>
                <a:lnTo>
                  <a:pt x="490" y="891"/>
                </a:lnTo>
                <a:lnTo>
                  <a:pt x="489" y="891"/>
                </a:lnTo>
                <a:lnTo>
                  <a:pt x="487" y="890"/>
                </a:lnTo>
                <a:lnTo>
                  <a:pt x="486" y="890"/>
                </a:lnTo>
                <a:lnTo>
                  <a:pt x="485" y="890"/>
                </a:lnTo>
                <a:lnTo>
                  <a:pt x="484" y="889"/>
                </a:lnTo>
                <a:lnTo>
                  <a:pt x="483" y="889"/>
                </a:lnTo>
                <a:lnTo>
                  <a:pt x="482" y="889"/>
                </a:lnTo>
                <a:lnTo>
                  <a:pt x="481" y="887"/>
                </a:lnTo>
                <a:lnTo>
                  <a:pt x="481" y="888"/>
                </a:lnTo>
                <a:lnTo>
                  <a:pt x="481" y="889"/>
                </a:lnTo>
                <a:lnTo>
                  <a:pt x="481" y="891"/>
                </a:lnTo>
                <a:lnTo>
                  <a:pt x="482" y="892"/>
                </a:lnTo>
                <a:lnTo>
                  <a:pt x="482" y="893"/>
                </a:lnTo>
                <a:lnTo>
                  <a:pt x="483" y="894"/>
                </a:lnTo>
                <a:lnTo>
                  <a:pt x="483" y="895"/>
                </a:lnTo>
                <a:lnTo>
                  <a:pt x="483" y="897"/>
                </a:lnTo>
                <a:lnTo>
                  <a:pt x="482" y="897"/>
                </a:lnTo>
                <a:lnTo>
                  <a:pt x="482" y="898"/>
                </a:lnTo>
                <a:lnTo>
                  <a:pt x="480" y="899"/>
                </a:lnTo>
                <a:lnTo>
                  <a:pt x="479" y="899"/>
                </a:lnTo>
                <a:lnTo>
                  <a:pt x="480" y="901"/>
                </a:lnTo>
                <a:lnTo>
                  <a:pt x="479" y="901"/>
                </a:lnTo>
                <a:lnTo>
                  <a:pt x="478" y="899"/>
                </a:lnTo>
                <a:lnTo>
                  <a:pt x="477" y="900"/>
                </a:lnTo>
                <a:lnTo>
                  <a:pt x="476" y="900"/>
                </a:lnTo>
                <a:lnTo>
                  <a:pt x="476" y="901"/>
                </a:lnTo>
                <a:lnTo>
                  <a:pt x="474" y="902"/>
                </a:lnTo>
                <a:lnTo>
                  <a:pt x="473" y="903"/>
                </a:lnTo>
                <a:lnTo>
                  <a:pt x="472" y="903"/>
                </a:lnTo>
                <a:lnTo>
                  <a:pt x="471" y="905"/>
                </a:lnTo>
                <a:lnTo>
                  <a:pt x="471" y="906"/>
                </a:lnTo>
                <a:lnTo>
                  <a:pt x="463" y="908"/>
                </a:lnTo>
                <a:lnTo>
                  <a:pt x="463" y="909"/>
                </a:lnTo>
                <a:lnTo>
                  <a:pt x="462" y="908"/>
                </a:lnTo>
                <a:lnTo>
                  <a:pt x="461" y="909"/>
                </a:lnTo>
                <a:lnTo>
                  <a:pt x="460" y="910"/>
                </a:lnTo>
                <a:lnTo>
                  <a:pt x="460" y="911"/>
                </a:lnTo>
                <a:lnTo>
                  <a:pt x="459" y="911"/>
                </a:lnTo>
                <a:lnTo>
                  <a:pt x="459" y="910"/>
                </a:lnTo>
                <a:lnTo>
                  <a:pt x="459" y="909"/>
                </a:lnTo>
                <a:lnTo>
                  <a:pt x="459" y="908"/>
                </a:lnTo>
                <a:lnTo>
                  <a:pt x="459" y="907"/>
                </a:lnTo>
                <a:lnTo>
                  <a:pt x="458" y="908"/>
                </a:lnTo>
                <a:lnTo>
                  <a:pt x="457" y="908"/>
                </a:lnTo>
                <a:lnTo>
                  <a:pt x="456" y="908"/>
                </a:lnTo>
                <a:lnTo>
                  <a:pt x="455" y="908"/>
                </a:lnTo>
                <a:lnTo>
                  <a:pt x="456" y="910"/>
                </a:lnTo>
                <a:lnTo>
                  <a:pt x="456" y="911"/>
                </a:lnTo>
                <a:lnTo>
                  <a:pt x="456" y="913"/>
                </a:lnTo>
                <a:lnTo>
                  <a:pt x="456" y="915"/>
                </a:lnTo>
                <a:lnTo>
                  <a:pt x="454" y="916"/>
                </a:lnTo>
                <a:lnTo>
                  <a:pt x="454" y="918"/>
                </a:lnTo>
                <a:lnTo>
                  <a:pt x="453" y="918"/>
                </a:lnTo>
                <a:lnTo>
                  <a:pt x="452" y="916"/>
                </a:lnTo>
                <a:lnTo>
                  <a:pt x="448" y="916"/>
                </a:lnTo>
                <a:lnTo>
                  <a:pt x="448" y="913"/>
                </a:lnTo>
                <a:lnTo>
                  <a:pt x="448" y="907"/>
                </a:lnTo>
                <a:lnTo>
                  <a:pt x="444" y="907"/>
                </a:lnTo>
                <a:lnTo>
                  <a:pt x="444" y="908"/>
                </a:lnTo>
                <a:lnTo>
                  <a:pt x="442" y="908"/>
                </a:lnTo>
                <a:lnTo>
                  <a:pt x="443" y="906"/>
                </a:lnTo>
                <a:lnTo>
                  <a:pt x="443" y="904"/>
                </a:lnTo>
                <a:lnTo>
                  <a:pt x="444" y="904"/>
                </a:lnTo>
                <a:lnTo>
                  <a:pt x="445" y="902"/>
                </a:lnTo>
                <a:lnTo>
                  <a:pt x="445" y="899"/>
                </a:lnTo>
                <a:lnTo>
                  <a:pt x="445" y="898"/>
                </a:lnTo>
                <a:lnTo>
                  <a:pt x="445" y="896"/>
                </a:lnTo>
                <a:lnTo>
                  <a:pt x="445" y="895"/>
                </a:lnTo>
                <a:lnTo>
                  <a:pt x="445" y="894"/>
                </a:lnTo>
                <a:lnTo>
                  <a:pt x="444" y="894"/>
                </a:lnTo>
                <a:lnTo>
                  <a:pt x="444" y="895"/>
                </a:lnTo>
                <a:lnTo>
                  <a:pt x="443" y="894"/>
                </a:lnTo>
                <a:lnTo>
                  <a:pt x="443" y="893"/>
                </a:lnTo>
                <a:lnTo>
                  <a:pt x="442" y="893"/>
                </a:lnTo>
                <a:lnTo>
                  <a:pt x="441" y="892"/>
                </a:lnTo>
                <a:lnTo>
                  <a:pt x="440" y="892"/>
                </a:lnTo>
                <a:lnTo>
                  <a:pt x="440" y="890"/>
                </a:lnTo>
                <a:lnTo>
                  <a:pt x="439" y="890"/>
                </a:lnTo>
                <a:lnTo>
                  <a:pt x="439" y="891"/>
                </a:lnTo>
                <a:lnTo>
                  <a:pt x="440" y="892"/>
                </a:lnTo>
                <a:lnTo>
                  <a:pt x="440" y="893"/>
                </a:lnTo>
                <a:lnTo>
                  <a:pt x="441" y="894"/>
                </a:lnTo>
                <a:lnTo>
                  <a:pt x="441" y="895"/>
                </a:lnTo>
                <a:lnTo>
                  <a:pt x="441" y="896"/>
                </a:lnTo>
                <a:lnTo>
                  <a:pt x="441" y="897"/>
                </a:lnTo>
                <a:lnTo>
                  <a:pt x="440" y="898"/>
                </a:lnTo>
                <a:lnTo>
                  <a:pt x="440" y="899"/>
                </a:lnTo>
                <a:lnTo>
                  <a:pt x="440" y="900"/>
                </a:lnTo>
                <a:lnTo>
                  <a:pt x="439" y="900"/>
                </a:lnTo>
                <a:lnTo>
                  <a:pt x="438" y="901"/>
                </a:lnTo>
                <a:lnTo>
                  <a:pt x="438" y="902"/>
                </a:lnTo>
                <a:lnTo>
                  <a:pt x="439" y="903"/>
                </a:lnTo>
                <a:lnTo>
                  <a:pt x="438" y="903"/>
                </a:lnTo>
                <a:lnTo>
                  <a:pt x="437" y="903"/>
                </a:lnTo>
                <a:lnTo>
                  <a:pt x="437" y="904"/>
                </a:lnTo>
                <a:lnTo>
                  <a:pt x="436" y="904"/>
                </a:lnTo>
                <a:lnTo>
                  <a:pt x="436" y="905"/>
                </a:lnTo>
                <a:lnTo>
                  <a:pt x="434" y="905"/>
                </a:lnTo>
                <a:lnTo>
                  <a:pt x="434" y="904"/>
                </a:lnTo>
                <a:lnTo>
                  <a:pt x="433" y="904"/>
                </a:lnTo>
                <a:lnTo>
                  <a:pt x="432" y="904"/>
                </a:lnTo>
                <a:lnTo>
                  <a:pt x="432" y="903"/>
                </a:lnTo>
                <a:lnTo>
                  <a:pt x="431" y="904"/>
                </a:lnTo>
                <a:lnTo>
                  <a:pt x="430" y="903"/>
                </a:lnTo>
                <a:lnTo>
                  <a:pt x="429" y="903"/>
                </a:lnTo>
                <a:lnTo>
                  <a:pt x="428" y="902"/>
                </a:lnTo>
                <a:lnTo>
                  <a:pt x="427" y="902"/>
                </a:lnTo>
                <a:lnTo>
                  <a:pt x="427" y="903"/>
                </a:lnTo>
                <a:lnTo>
                  <a:pt x="426" y="903"/>
                </a:lnTo>
                <a:lnTo>
                  <a:pt x="426" y="904"/>
                </a:lnTo>
                <a:lnTo>
                  <a:pt x="425" y="904"/>
                </a:lnTo>
                <a:lnTo>
                  <a:pt x="424" y="904"/>
                </a:lnTo>
                <a:lnTo>
                  <a:pt x="422" y="904"/>
                </a:lnTo>
                <a:lnTo>
                  <a:pt x="422" y="903"/>
                </a:lnTo>
                <a:lnTo>
                  <a:pt x="422" y="902"/>
                </a:lnTo>
                <a:lnTo>
                  <a:pt x="422" y="901"/>
                </a:lnTo>
                <a:lnTo>
                  <a:pt x="423" y="901"/>
                </a:lnTo>
                <a:lnTo>
                  <a:pt x="424" y="897"/>
                </a:lnTo>
                <a:lnTo>
                  <a:pt x="424" y="896"/>
                </a:lnTo>
                <a:lnTo>
                  <a:pt x="425" y="895"/>
                </a:lnTo>
                <a:lnTo>
                  <a:pt x="426" y="896"/>
                </a:lnTo>
                <a:lnTo>
                  <a:pt x="426" y="895"/>
                </a:lnTo>
                <a:lnTo>
                  <a:pt x="427" y="894"/>
                </a:lnTo>
                <a:lnTo>
                  <a:pt x="428" y="893"/>
                </a:lnTo>
                <a:lnTo>
                  <a:pt x="427" y="892"/>
                </a:lnTo>
                <a:lnTo>
                  <a:pt x="427" y="889"/>
                </a:lnTo>
                <a:lnTo>
                  <a:pt x="425" y="889"/>
                </a:lnTo>
                <a:lnTo>
                  <a:pt x="425" y="890"/>
                </a:lnTo>
                <a:lnTo>
                  <a:pt x="424" y="891"/>
                </a:lnTo>
                <a:lnTo>
                  <a:pt x="422" y="893"/>
                </a:lnTo>
                <a:lnTo>
                  <a:pt x="422" y="894"/>
                </a:lnTo>
                <a:lnTo>
                  <a:pt x="424" y="895"/>
                </a:lnTo>
                <a:lnTo>
                  <a:pt x="423" y="896"/>
                </a:lnTo>
                <a:lnTo>
                  <a:pt x="423" y="897"/>
                </a:lnTo>
                <a:lnTo>
                  <a:pt x="422" y="897"/>
                </a:lnTo>
                <a:lnTo>
                  <a:pt x="421" y="898"/>
                </a:lnTo>
                <a:lnTo>
                  <a:pt x="421" y="899"/>
                </a:lnTo>
                <a:lnTo>
                  <a:pt x="420" y="901"/>
                </a:lnTo>
                <a:lnTo>
                  <a:pt x="419" y="900"/>
                </a:lnTo>
                <a:lnTo>
                  <a:pt x="418" y="899"/>
                </a:lnTo>
                <a:lnTo>
                  <a:pt x="417" y="899"/>
                </a:lnTo>
                <a:lnTo>
                  <a:pt x="417" y="900"/>
                </a:lnTo>
                <a:lnTo>
                  <a:pt x="418" y="902"/>
                </a:lnTo>
                <a:lnTo>
                  <a:pt x="417" y="902"/>
                </a:lnTo>
                <a:lnTo>
                  <a:pt x="416" y="905"/>
                </a:lnTo>
                <a:lnTo>
                  <a:pt x="415" y="905"/>
                </a:lnTo>
                <a:lnTo>
                  <a:pt x="414" y="906"/>
                </a:lnTo>
                <a:lnTo>
                  <a:pt x="414" y="905"/>
                </a:lnTo>
                <a:lnTo>
                  <a:pt x="413" y="905"/>
                </a:lnTo>
                <a:lnTo>
                  <a:pt x="413" y="904"/>
                </a:lnTo>
                <a:lnTo>
                  <a:pt x="411" y="904"/>
                </a:lnTo>
                <a:lnTo>
                  <a:pt x="411" y="903"/>
                </a:lnTo>
                <a:lnTo>
                  <a:pt x="411" y="902"/>
                </a:lnTo>
                <a:lnTo>
                  <a:pt x="412" y="901"/>
                </a:lnTo>
                <a:lnTo>
                  <a:pt x="413" y="901"/>
                </a:lnTo>
                <a:lnTo>
                  <a:pt x="413" y="900"/>
                </a:lnTo>
                <a:lnTo>
                  <a:pt x="413" y="899"/>
                </a:lnTo>
                <a:lnTo>
                  <a:pt x="412" y="898"/>
                </a:lnTo>
                <a:lnTo>
                  <a:pt x="412" y="897"/>
                </a:lnTo>
                <a:lnTo>
                  <a:pt x="413" y="897"/>
                </a:lnTo>
                <a:lnTo>
                  <a:pt x="413" y="896"/>
                </a:lnTo>
                <a:lnTo>
                  <a:pt x="414" y="895"/>
                </a:lnTo>
                <a:lnTo>
                  <a:pt x="413" y="895"/>
                </a:lnTo>
                <a:lnTo>
                  <a:pt x="413" y="894"/>
                </a:lnTo>
                <a:lnTo>
                  <a:pt x="413" y="893"/>
                </a:lnTo>
                <a:lnTo>
                  <a:pt x="413" y="892"/>
                </a:lnTo>
                <a:lnTo>
                  <a:pt x="413" y="891"/>
                </a:lnTo>
                <a:lnTo>
                  <a:pt x="414" y="891"/>
                </a:lnTo>
                <a:lnTo>
                  <a:pt x="414" y="890"/>
                </a:lnTo>
                <a:lnTo>
                  <a:pt x="414" y="889"/>
                </a:lnTo>
                <a:lnTo>
                  <a:pt x="413" y="889"/>
                </a:lnTo>
                <a:lnTo>
                  <a:pt x="413" y="888"/>
                </a:lnTo>
                <a:lnTo>
                  <a:pt x="413" y="887"/>
                </a:lnTo>
                <a:lnTo>
                  <a:pt x="414" y="887"/>
                </a:lnTo>
                <a:lnTo>
                  <a:pt x="415" y="886"/>
                </a:lnTo>
                <a:lnTo>
                  <a:pt x="417" y="885"/>
                </a:lnTo>
                <a:lnTo>
                  <a:pt x="418" y="884"/>
                </a:lnTo>
                <a:lnTo>
                  <a:pt x="418" y="883"/>
                </a:lnTo>
                <a:lnTo>
                  <a:pt x="419" y="882"/>
                </a:lnTo>
                <a:lnTo>
                  <a:pt x="420" y="881"/>
                </a:lnTo>
                <a:lnTo>
                  <a:pt x="421" y="880"/>
                </a:lnTo>
                <a:lnTo>
                  <a:pt x="422" y="880"/>
                </a:lnTo>
                <a:lnTo>
                  <a:pt x="422" y="879"/>
                </a:lnTo>
                <a:lnTo>
                  <a:pt x="423" y="879"/>
                </a:lnTo>
                <a:lnTo>
                  <a:pt x="424" y="877"/>
                </a:lnTo>
                <a:lnTo>
                  <a:pt x="425" y="876"/>
                </a:lnTo>
                <a:lnTo>
                  <a:pt x="427" y="876"/>
                </a:lnTo>
                <a:lnTo>
                  <a:pt x="428" y="877"/>
                </a:lnTo>
                <a:lnTo>
                  <a:pt x="429" y="877"/>
                </a:lnTo>
                <a:lnTo>
                  <a:pt x="429" y="879"/>
                </a:lnTo>
                <a:lnTo>
                  <a:pt x="429" y="880"/>
                </a:lnTo>
                <a:lnTo>
                  <a:pt x="430" y="880"/>
                </a:lnTo>
                <a:lnTo>
                  <a:pt x="432" y="880"/>
                </a:lnTo>
                <a:lnTo>
                  <a:pt x="432" y="878"/>
                </a:lnTo>
                <a:lnTo>
                  <a:pt x="434" y="877"/>
                </a:lnTo>
                <a:lnTo>
                  <a:pt x="434" y="876"/>
                </a:lnTo>
                <a:lnTo>
                  <a:pt x="435" y="875"/>
                </a:lnTo>
                <a:lnTo>
                  <a:pt x="436" y="875"/>
                </a:lnTo>
                <a:lnTo>
                  <a:pt x="437" y="874"/>
                </a:lnTo>
                <a:lnTo>
                  <a:pt x="437" y="873"/>
                </a:lnTo>
                <a:lnTo>
                  <a:pt x="438" y="872"/>
                </a:lnTo>
                <a:lnTo>
                  <a:pt x="438" y="871"/>
                </a:lnTo>
                <a:lnTo>
                  <a:pt x="440" y="871"/>
                </a:lnTo>
                <a:lnTo>
                  <a:pt x="442" y="870"/>
                </a:lnTo>
                <a:lnTo>
                  <a:pt x="442" y="869"/>
                </a:lnTo>
                <a:lnTo>
                  <a:pt x="441" y="869"/>
                </a:lnTo>
                <a:lnTo>
                  <a:pt x="440" y="869"/>
                </a:lnTo>
                <a:lnTo>
                  <a:pt x="440" y="870"/>
                </a:lnTo>
                <a:lnTo>
                  <a:pt x="439" y="870"/>
                </a:lnTo>
                <a:lnTo>
                  <a:pt x="438" y="871"/>
                </a:lnTo>
                <a:lnTo>
                  <a:pt x="437" y="871"/>
                </a:lnTo>
                <a:lnTo>
                  <a:pt x="436" y="873"/>
                </a:lnTo>
                <a:lnTo>
                  <a:pt x="436" y="874"/>
                </a:lnTo>
                <a:lnTo>
                  <a:pt x="433" y="875"/>
                </a:lnTo>
                <a:lnTo>
                  <a:pt x="432" y="876"/>
                </a:lnTo>
                <a:lnTo>
                  <a:pt x="431" y="876"/>
                </a:lnTo>
                <a:lnTo>
                  <a:pt x="431" y="875"/>
                </a:lnTo>
                <a:lnTo>
                  <a:pt x="430" y="875"/>
                </a:lnTo>
                <a:lnTo>
                  <a:pt x="429" y="874"/>
                </a:lnTo>
                <a:lnTo>
                  <a:pt x="428" y="874"/>
                </a:lnTo>
                <a:lnTo>
                  <a:pt x="427" y="873"/>
                </a:lnTo>
                <a:lnTo>
                  <a:pt x="425" y="873"/>
                </a:lnTo>
                <a:lnTo>
                  <a:pt x="424" y="873"/>
                </a:lnTo>
                <a:lnTo>
                  <a:pt x="423" y="874"/>
                </a:lnTo>
                <a:lnTo>
                  <a:pt x="421" y="876"/>
                </a:lnTo>
                <a:lnTo>
                  <a:pt x="420" y="876"/>
                </a:lnTo>
                <a:lnTo>
                  <a:pt x="418" y="877"/>
                </a:lnTo>
                <a:lnTo>
                  <a:pt x="419" y="878"/>
                </a:lnTo>
                <a:lnTo>
                  <a:pt x="419" y="879"/>
                </a:lnTo>
                <a:lnTo>
                  <a:pt x="417" y="880"/>
                </a:lnTo>
                <a:lnTo>
                  <a:pt x="417" y="881"/>
                </a:lnTo>
                <a:lnTo>
                  <a:pt x="416" y="881"/>
                </a:lnTo>
                <a:lnTo>
                  <a:pt x="416" y="882"/>
                </a:lnTo>
                <a:lnTo>
                  <a:pt x="415" y="882"/>
                </a:lnTo>
                <a:lnTo>
                  <a:pt x="415" y="881"/>
                </a:lnTo>
                <a:lnTo>
                  <a:pt x="415" y="880"/>
                </a:lnTo>
                <a:lnTo>
                  <a:pt x="415" y="879"/>
                </a:lnTo>
                <a:lnTo>
                  <a:pt x="415" y="878"/>
                </a:lnTo>
                <a:lnTo>
                  <a:pt x="414" y="877"/>
                </a:lnTo>
                <a:lnTo>
                  <a:pt x="413" y="877"/>
                </a:lnTo>
                <a:lnTo>
                  <a:pt x="412" y="877"/>
                </a:lnTo>
                <a:lnTo>
                  <a:pt x="411" y="877"/>
                </a:lnTo>
                <a:lnTo>
                  <a:pt x="411" y="878"/>
                </a:lnTo>
                <a:lnTo>
                  <a:pt x="411" y="879"/>
                </a:lnTo>
                <a:lnTo>
                  <a:pt x="411" y="880"/>
                </a:lnTo>
                <a:lnTo>
                  <a:pt x="410" y="880"/>
                </a:lnTo>
                <a:lnTo>
                  <a:pt x="411" y="883"/>
                </a:lnTo>
                <a:lnTo>
                  <a:pt x="405" y="884"/>
                </a:lnTo>
                <a:lnTo>
                  <a:pt x="403" y="878"/>
                </a:lnTo>
                <a:lnTo>
                  <a:pt x="403" y="876"/>
                </a:lnTo>
                <a:lnTo>
                  <a:pt x="403" y="875"/>
                </a:lnTo>
                <a:lnTo>
                  <a:pt x="403" y="874"/>
                </a:lnTo>
                <a:lnTo>
                  <a:pt x="403" y="873"/>
                </a:lnTo>
                <a:lnTo>
                  <a:pt x="403" y="872"/>
                </a:lnTo>
                <a:lnTo>
                  <a:pt x="403" y="870"/>
                </a:lnTo>
                <a:lnTo>
                  <a:pt x="405" y="866"/>
                </a:lnTo>
                <a:lnTo>
                  <a:pt x="406" y="866"/>
                </a:lnTo>
                <a:lnTo>
                  <a:pt x="406" y="865"/>
                </a:lnTo>
                <a:lnTo>
                  <a:pt x="409" y="865"/>
                </a:lnTo>
                <a:lnTo>
                  <a:pt x="410" y="864"/>
                </a:lnTo>
                <a:lnTo>
                  <a:pt x="411" y="863"/>
                </a:lnTo>
                <a:lnTo>
                  <a:pt x="411" y="862"/>
                </a:lnTo>
                <a:lnTo>
                  <a:pt x="411" y="861"/>
                </a:lnTo>
                <a:lnTo>
                  <a:pt x="411" y="860"/>
                </a:lnTo>
                <a:lnTo>
                  <a:pt x="412" y="859"/>
                </a:lnTo>
                <a:lnTo>
                  <a:pt x="412" y="858"/>
                </a:lnTo>
                <a:lnTo>
                  <a:pt x="414" y="859"/>
                </a:lnTo>
                <a:lnTo>
                  <a:pt x="414" y="860"/>
                </a:lnTo>
                <a:lnTo>
                  <a:pt x="415" y="860"/>
                </a:lnTo>
                <a:lnTo>
                  <a:pt x="416" y="859"/>
                </a:lnTo>
                <a:lnTo>
                  <a:pt x="418" y="858"/>
                </a:lnTo>
                <a:lnTo>
                  <a:pt x="419" y="858"/>
                </a:lnTo>
                <a:lnTo>
                  <a:pt x="419" y="857"/>
                </a:lnTo>
                <a:lnTo>
                  <a:pt x="420" y="857"/>
                </a:lnTo>
                <a:lnTo>
                  <a:pt x="421" y="857"/>
                </a:lnTo>
                <a:lnTo>
                  <a:pt x="422" y="857"/>
                </a:lnTo>
                <a:lnTo>
                  <a:pt x="423" y="857"/>
                </a:lnTo>
                <a:lnTo>
                  <a:pt x="425" y="857"/>
                </a:lnTo>
                <a:lnTo>
                  <a:pt x="426" y="856"/>
                </a:lnTo>
                <a:lnTo>
                  <a:pt x="428" y="855"/>
                </a:lnTo>
                <a:lnTo>
                  <a:pt x="429" y="854"/>
                </a:lnTo>
                <a:lnTo>
                  <a:pt x="429" y="853"/>
                </a:lnTo>
                <a:lnTo>
                  <a:pt x="429" y="852"/>
                </a:lnTo>
                <a:lnTo>
                  <a:pt x="430" y="852"/>
                </a:lnTo>
                <a:lnTo>
                  <a:pt x="431" y="852"/>
                </a:lnTo>
                <a:lnTo>
                  <a:pt x="431" y="853"/>
                </a:lnTo>
                <a:lnTo>
                  <a:pt x="432" y="853"/>
                </a:lnTo>
                <a:lnTo>
                  <a:pt x="433" y="852"/>
                </a:lnTo>
                <a:lnTo>
                  <a:pt x="434" y="852"/>
                </a:lnTo>
                <a:lnTo>
                  <a:pt x="434" y="851"/>
                </a:lnTo>
                <a:lnTo>
                  <a:pt x="435" y="851"/>
                </a:lnTo>
                <a:lnTo>
                  <a:pt x="435" y="850"/>
                </a:lnTo>
                <a:lnTo>
                  <a:pt x="435" y="849"/>
                </a:lnTo>
                <a:lnTo>
                  <a:pt x="436" y="848"/>
                </a:lnTo>
                <a:lnTo>
                  <a:pt x="435" y="847"/>
                </a:lnTo>
                <a:lnTo>
                  <a:pt x="435" y="846"/>
                </a:lnTo>
                <a:lnTo>
                  <a:pt x="434" y="846"/>
                </a:lnTo>
                <a:lnTo>
                  <a:pt x="433" y="846"/>
                </a:lnTo>
                <a:lnTo>
                  <a:pt x="433" y="845"/>
                </a:lnTo>
                <a:lnTo>
                  <a:pt x="434" y="844"/>
                </a:lnTo>
                <a:lnTo>
                  <a:pt x="435" y="844"/>
                </a:lnTo>
                <a:lnTo>
                  <a:pt x="436" y="844"/>
                </a:lnTo>
                <a:lnTo>
                  <a:pt x="436" y="843"/>
                </a:lnTo>
                <a:lnTo>
                  <a:pt x="438" y="843"/>
                </a:lnTo>
                <a:lnTo>
                  <a:pt x="439" y="842"/>
                </a:lnTo>
                <a:lnTo>
                  <a:pt x="440" y="842"/>
                </a:lnTo>
                <a:lnTo>
                  <a:pt x="441" y="842"/>
                </a:lnTo>
                <a:lnTo>
                  <a:pt x="442" y="843"/>
                </a:lnTo>
                <a:lnTo>
                  <a:pt x="444" y="844"/>
                </a:lnTo>
                <a:lnTo>
                  <a:pt x="444" y="845"/>
                </a:lnTo>
                <a:lnTo>
                  <a:pt x="445" y="845"/>
                </a:lnTo>
                <a:lnTo>
                  <a:pt x="445" y="846"/>
                </a:lnTo>
                <a:lnTo>
                  <a:pt x="445" y="847"/>
                </a:lnTo>
                <a:lnTo>
                  <a:pt x="446" y="849"/>
                </a:lnTo>
                <a:lnTo>
                  <a:pt x="446" y="850"/>
                </a:lnTo>
                <a:lnTo>
                  <a:pt x="447" y="850"/>
                </a:lnTo>
                <a:lnTo>
                  <a:pt x="447" y="851"/>
                </a:lnTo>
                <a:lnTo>
                  <a:pt x="448" y="852"/>
                </a:lnTo>
                <a:lnTo>
                  <a:pt x="448" y="853"/>
                </a:lnTo>
                <a:lnTo>
                  <a:pt x="448" y="854"/>
                </a:lnTo>
                <a:lnTo>
                  <a:pt x="448" y="855"/>
                </a:lnTo>
                <a:lnTo>
                  <a:pt x="449" y="855"/>
                </a:lnTo>
                <a:lnTo>
                  <a:pt x="449" y="854"/>
                </a:lnTo>
                <a:lnTo>
                  <a:pt x="450" y="853"/>
                </a:lnTo>
                <a:lnTo>
                  <a:pt x="451" y="853"/>
                </a:lnTo>
                <a:lnTo>
                  <a:pt x="452" y="852"/>
                </a:lnTo>
                <a:lnTo>
                  <a:pt x="452" y="851"/>
                </a:lnTo>
                <a:lnTo>
                  <a:pt x="451" y="852"/>
                </a:lnTo>
                <a:lnTo>
                  <a:pt x="450" y="852"/>
                </a:lnTo>
                <a:lnTo>
                  <a:pt x="448" y="852"/>
                </a:lnTo>
                <a:lnTo>
                  <a:pt x="448" y="851"/>
                </a:lnTo>
                <a:lnTo>
                  <a:pt x="448" y="850"/>
                </a:lnTo>
                <a:lnTo>
                  <a:pt x="447" y="850"/>
                </a:lnTo>
                <a:lnTo>
                  <a:pt x="447" y="849"/>
                </a:lnTo>
                <a:lnTo>
                  <a:pt x="446" y="848"/>
                </a:lnTo>
                <a:lnTo>
                  <a:pt x="446" y="847"/>
                </a:lnTo>
                <a:lnTo>
                  <a:pt x="444" y="844"/>
                </a:lnTo>
                <a:lnTo>
                  <a:pt x="443" y="842"/>
                </a:lnTo>
                <a:lnTo>
                  <a:pt x="442" y="842"/>
                </a:lnTo>
                <a:lnTo>
                  <a:pt x="441" y="841"/>
                </a:lnTo>
                <a:lnTo>
                  <a:pt x="440" y="841"/>
                </a:lnTo>
                <a:lnTo>
                  <a:pt x="440" y="839"/>
                </a:lnTo>
                <a:lnTo>
                  <a:pt x="441" y="839"/>
                </a:lnTo>
                <a:lnTo>
                  <a:pt x="442" y="839"/>
                </a:lnTo>
                <a:lnTo>
                  <a:pt x="441" y="839"/>
                </a:lnTo>
                <a:lnTo>
                  <a:pt x="440" y="837"/>
                </a:lnTo>
                <a:lnTo>
                  <a:pt x="440" y="836"/>
                </a:lnTo>
                <a:lnTo>
                  <a:pt x="440" y="835"/>
                </a:lnTo>
                <a:lnTo>
                  <a:pt x="440" y="834"/>
                </a:lnTo>
                <a:lnTo>
                  <a:pt x="440" y="833"/>
                </a:lnTo>
                <a:lnTo>
                  <a:pt x="439" y="831"/>
                </a:lnTo>
                <a:lnTo>
                  <a:pt x="438" y="830"/>
                </a:lnTo>
                <a:lnTo>
                  <a:pt x="437" y="830"/>
                </a:lnTo>
                <a:lnTo>
                  <a:pt x="436" y="829"/>
                </a:lnTo>
                <a:lnTo>
                  <a:pt x="435" y="828"/>
                </a:lnTo>
                <a:lnTo>
                  <a:pt x="434" y="827"/>
                </a:lnTo>
                <a:lnTo>
                  <a:pt x="433" y="827"/>
                </a:lnTo>
                <a:lnTo>
                  <a:pt x="432" y="826"/>
                </a:lnTo>
                <a:lnTo>
                  <a:pt x="431" y="826"/>
                </a:lnTo>
                <a:lnTo>
                  <a:pt x="431" y="825"/>
                </a:lnTo>
                <a:lnTo>
                  <a:pt x="432" y="825"/>
                </a:lnTo>
                <a:lnTo>
                  <a:pt x="432" y="824"/>
                </a:lnTo>
                <a:lnTo>
                  <a:pt x="433" y="824"/>
                </a:lnTo>
                <a:lnTo>
                  <a:pt x="435" y="822"/>
                </a:lnTo>
                <a:lnTo>
                  <a:pt x="435" y="821"/>
                </a:lnTo>
                <a:lnTo>
                  <a:pt x="436" y="820"/>
                </a:lnTo>
                <a:lnTo>
                  <a:pt x="436" y="818"/>
                </a:lnTo>
                <a:lnTo>
                  <a:pt x="435" y="818"/>
                </a:lnTo>
                <a:lnTo>
                  <a:pt x="435" y="817"/>
                </a:lnTo>
                <a:lnTo>
                  <a:pt x="434" y="817"/>
                </a:lnTo>
                <a:lnTo>
                  <a:pt x="434" y="816"/>
                </a:lnTo>
                <a:lnTo>
                  <a:pt x="433" y="816"/>
                </a:lnTo>
                <a:lnTo>
                  <a:pt x="432" y="815"/>
                </a:lnTo>
                <a:lnTo>
                  <a:pt x="431" y="813"/>
                </a:lnTo>
                <a:lnTo>
                  <a:pt x="431" y="812"/>
                </a:lnTo>
                <a:lnTo>
                  <a:pt x="432" y="811"/>
                </a:lnTo>
                <a:lnTo>
                  <a:pt x="433" y="811"/>
                </a:lnTo>
                <a:lnTo>
                  <a:pt x="434" y="811"/>
                </a:lnTo>
                <a:lnTo>
                  <a:pt x="435" y="810"/>
                </a:lnTo>
                <a:lnTo>
                  <a:pt x="436" y="808"/>
                </a:lnTo>
                <a:lnTo>
                  <a:pt x="436" y="807"/>
                </a:lnTo>
                <a:lnTo>
                  <a:pt x="437" y="807"/>
                </a:lnTo>
                <a:lnTo>
                  <a:pt x="437" y="806"/>
                </a:lnTo>
                <a:lnTo>
                  <a:pt x="437" y="805"/>
                </a:lnTo>
                <a:lnTo>
                  <a:pt x="438" y="804"/>
                </a:lnTo>
                <a:lnTo>
                  <a:pt x="438" y="803"/>
                </a:lnTo>
                <a:lnTo>
                  <a:pt x="439" y="803"/>
                </a:lnTo>
                <a:lnTo>
                  <a:pt x="439" y="802"/>
                </a:lnTo>
                <a:lnTo>
                  <a:pt x="440" y="800"/>
                </a:lnTo>
                <a:lnTo>
                  <a:pt x="439" y="800"/>
                </a:lnTo>
                <a:lnTo>
                  <a:pt x="439" y="799"/>
                </a:lnTo>
                <a:lnTo>
                  <a:pt x="439" y="798"/>
                </a:lnTo>
                <a:lnTo>
                  <a:pt x="440" y="799"/>
                </a:lnTo>
                <a:lnTo>
                  <a:pt x="441" y="799"/>
                </a:lnTo>
                <a:lnTo>
                  <a:pt x="442" y="799"/>
                </a:lnTo>
                <a:lnTo>
                  <a:pt x="443" y="800"/>
                </a:lnTo>
                <a:lnTo>
                  <a:pt x="444" y="799"/>
                </a:lnTo>
                <a:lnTo>
                  <a:pt x="446" y="799"/>
                </a:lnTo>
                <a:lnTo>
                  <a:pt x="447" y="799"/>
                </a:lnTo>
                <a:lnTo>
                  <a:pt x="447" y="798"/>
                </a:lnTo>
                <a:lnTo>
                  <a:pt x="448" y="798"/>
                </a:lnTo>
                <a:lnTo>
                  <a:pt x="448" y="797"/>
                </a:lnTo>
                <a:lnTo>
                  <a:pt x="449" y="797"/>
                </a:lnTo>
                <a:lnTo>
                  <a:pt x="450" y="797"/>
                </a:lnTo>
                <a:lnTo>
                  <a:pt x="450" y="796"/>
                </a:lnTo>
                <a:lnTo>
                  <a:pt x="452" y="795"/>
                </a:lnTo>
                <a:lnTo>
                  <a:pt x="452" y="794"/>
                </a:lnTo>
                <a:lnTo>
                  <a:pt x="453" y="793"/>
                </a:lnTo>
                <a:lnTo>
                  <a:pt x="453" y="792"/>
                </a:lnTo>
                <a:lnTo>
                  <a:pt x="453" y="790"/>
                </a:lnTo>
                <a:lnTo>
                  <a:pt x="453" y="789"/>
                </a:lnTo>
                <a:lnTo>
                  <a:pt x="454" y="789"/>
                </a:lnTo>
                <a:lnTo>
                  <a:pt x="456" y="789"/>
                </a:lnTo>
                <a:lnTo>
                  <a:pt x="456" y="788"/>
                </a:lnTo>
                <a:lnTo>
                  <a:pt x="457" y="788"/>
                </a:lnTo>
                <a:lnTo>
                  <a:pt x="457" y="787"/>
                </a:lnTo>
                <a:lnTo>
                  <a:pt x="458" y="786"/>
                </a:lnTo>
                <a:lnTo>
                  <a:pt x="458" y="785"/>
                </a:lnTo>
                <a:lnTo>
                  <a:pt x="458" y="784"/>
                </a:lnTo>
                <a:lnTo>
                  <a:pt x="459" y="784"/>
                </a:lnTo>
                <a:lnTo>
                  <a:pt x="459" y="785"/>
                </a:lnTo>
                <a:lnTo>
                  <a:pt x="460" y="784"/>
                </a:lnTo>
                <a:lnTo>
                  <a:pt x="461" y="783"/>
                </a:lnTo>
                <a:lnTo>
                  <a:pt x="461" y="782"/>
                </a:lnTo>
                <a:lnTo>
                  <a:pt x="462" y="781"/>
                </a:lnTo>
                <a:lnTo>
                  <a:pt x="461" y="781"/>
                </a:lnTo>
                <a:lnTo>
                  <a:pt x="461" y="780"/>
                </a:lnTo>
                <a:lnTo>
                  <a:pt x="462" y="780"/>
                </a:lnTo>
                <a:lnTo>
                  <a:pt x="463" y="780"/>
                </a:lnTo>
                <a:lnTo>
                  <a:pt x="464" y="781"/>
                </a:lnTo>
                <a:lnTo>
                  <a:pt x="464" y="782"/>
                </a:lnTo>
                <a:lnTo>
                  <a:pt x="466" y="782"/>
                </a:lnTo>
                <a:lnTo>
                  <a:pt x="468" y="783"/>
                </a:lnTo>
                <a:lnTo>
                  <a:pt x="468" y="784"/>
                </a:lnTo>
                <a:lnTo>
                  <a:pt x="469" y="784"/>
                </a:lnTo>
                <a:lnTo>
                  <a:pt x="469" y="783"/>
                </a:lnTo>
                <a:lnTo>
                  <a:pt x="468" y="782"/>
                </a:lnTo>
                <a:lnTo>
                  <a:pt x="470" y="781"/>
                </a:lnTo>
                <a:lnTo>
                  <a:pt x="470" y="780"/>
                </a:lnTo>
                <a:lnTo>
                  <a:pt x="471" y="780"/>
                </a:lnTo>
                <a:lnTo>
                  <a:pt x="471" y="779"/>
                </a:lnTo>
                <a:lnTo>
                  <a:pt x="472" y="779"/>
                </a:lnTo>
                <a:lnTo>
                  <a:pt x="473" y="779"/>
                </a:lnTo>
                <a:lnTo>
                  <a:pt x="474" y="778"/>
                </a:lnTo>
                <a:lnTo>
                  <a:pt x="474" y="776"/>
                </a:lnTo>
                <a:lnTo>
                  <a:pt x="474" y="775"/>
                </a:lnTo>
                <a:lnTo>
                  <a:pt x="475" y="774"/>
                </a:lnTo>
                <a:lnTo>
                  <a:pt x="476" y="772"/>
                </a:lnTo>
                <a:lnTo>
                  <a:pt x="478" y="770"/>
                </a:lnTo>
                <a:lnTo>
                  <a:pt x="478" y="769"/>
                </a:lnTo>
                <a:lnTo>
                  <a:pt x="479" y="769"/>
                </a:lnTo>
                <a:lnTo>
                  <a:pt x="480" y="769"/>
                </a:lnTo>
                <a:lnTo>
                  <a:pt x="481" y="769"/>
                </a:lnTo>
                <a:lnTo>
                  <a:pt x="481" y="768"/>
                </a:lnTo>
                <a:lnTo>
                  <a:pt x="478" y="767"/>
                </a:lnTo>
                <a:lnTo>
                  <a:pt x="479" y="766"/>
                </a:lnTo>
                <a:lnTo>
                  <a:pt x="477" y="765"/>
                </a:lnTo>
                <a:lnTo>
                  <a:pt x="478" y="764"/>
                </a:lnTo>
                <a:lnTo>
                  <a:pt x="478" y="763"/>
                </a:lnTo>
                <a:lnTo>
                  <a:pt x="477" y="762"/>
                </a:lnTo>
                <a:lnTo>
                  <a:pt x="475" y="764"/>
                </a:lnTo>
                <a:lnTo>
                  <a:pt x="474" y="765"/>
                </a:lnTo>
                <a:lnTo>
                  <a:pt x="474" y="766"/>
                </a:lnTo>
                <a:lnTo>
                  <a:pt x="470" y="768"/>
                </a:lnTo>
                <a:lnTo>
                  <a:pt x="469" y="767"/>
                </a:lnTo>
                <a:lnTo>
                  <a:pt x="470" y="766"/>
                </a:lnTo>
                <a:lnTo>
                  <a:pt x="472" y="765"/>
                </a:lnTo>
                <a:lnTo>
                  <a:pt x="473" y="765"/>
                </a:lnTo>
                <a:lnTo>
                  <a:pt x="473" y="764"/>
                </a:lnTo>
                <a:lnTo>
                  <a:pt x="475" y="762"/>
                </a:lnTo>
                <a:lnTo>
                  <a:pt x="476" y="761"/>
                </a:lnTo>
                <a:lnTo>
                  <a:pt x="476" y="760"/>
                </a:lnTo>
                <a:lnTo>
                  <a:pt x="477" y="760"/>
                </a:lnTo>
                <a:lnTo>
                  <a:pt x="478" y="759"/>
                </a:lnTo>
                <a:lnTo>
                  <a:pt x="478" y="758"/>
                </a:lnTo>
                <a:lnTo>
                  <a:pt x="479" y="758"/>
                </a:lnTo>
                <a:lnTo>
                  <a:pt x="477" y="757"/>
                </a:lnTo>
                <a:lnTo>
                  <a:pt x="480" y="756"/>
                </a:lnTo>
                <a:lnTo>
                  <a:pt x="481" y="756"/>
                </a:lnTo>
                <a:lnTo>
                  <a:pt x="483" y="755"/>
                </a:lnTo>
                <a:lnTo>
                  <a:pt x="484" y="754"/>
                </a:lnTo>
                <a:lnTo>
                  <a:pt x="484" y="755"/>
                </a:lnTo>
                <a:lnTo>
                  <a:pt x="486" y="755"/>
                </a:lnTo>
                <a:lnTo>
                  <a:pt x="486" y="754"/>
                </a:lnTo>
                <a:lnTo>
                  <a:pt x="486" y="753"/>
                </a:lnTo>
                <a:lnTo>
                  <a:pt x="487" y="751"/>
                </a:lnTo>
                <a:lnTo>
                  <a:pt x="488" y="749"/>
                </a:lnTo>
                <a:lnTo>
                  <a:pt x="489" y="750"/>
                </a:lnTo>
                <a:lnTo>
                  <a:pt x="489" y="749"/>
                </a:lnTo>
                <a:lnTo>
                  <a:pt x="491" y="747"/>
                </a:lnTo>
                <a:lnTo>
                  <a:pt x="491" y="746"/>
                </a:lnTo>
                <a:lnTo>
                  <a:pt x="492" y="745"/>
                </a:lnTo>
                <a:lnTo>
                  <a:pt x="492" y="743"/>
                </a:lnTo>
                <a:lnTo>
                  <a:pt x="491" y="743"/>
                </a:lnTo>
                <a:lnTo>
                  <a:pt x="491" y="741"/>
                </a:lnTo>
                <a:lnTo>
                  <a:pt x="492" y="741"/>
                </a:lnTo>
                <a:lnTo>
                  <a:pt x="493" y="740"/>
                </a:lnTo>
                <a:lnTo>
                  <a:pt x="493" y="739"/>
                </a:lnTo>
                <a:lnTo>
                  <a:pt x="493" y="738"/>
                </a:lnTo>
                <a:lnTo>
                  <a:pt x="494" y="737"/>
                </a:lnTo>
                <a:lnTo>
                  <a:pt x="495" y="736"/>
                </a:lnTo>
                <a:lnTo>
                  <a:pt x="497" y="736"/>
                </a:lnTo>
                <a:lnTo>
                  <a:pt x="497" y="735"/>
                </a:lnTo>
                <a:lnTo>
                  <a:pt x="499" y="735"/>
                </a:lnTo>
                <a:lnTo>
                  <a:pt x="500" y="733"/>
                </a:lnTo>
                <a:lnTo>
                  <a:pt x="501" y="732"/>
                </a:lnTo>
                <a:lnTo>
                  <a:pt x="501" y="731"/>
                </a:lnTo>
                <a:lnTo>
                  <a:pt x="501" y="730"/>
                </a:lnTo>
                <a:lnTo>
                  <a:pt x="501" y="728"/>
                </a:lnTo>
                <a:lnTo>
                  <a:pt x="501" y="727"/>
                </a:lnTo>
                <a:lnTo>
                  <a:pt x="501" y="726"/>
                </a:lnTo>
                <a:lnTo>
                  <a:pt x="501" y="724"/>
                </a:lnTo>
                <a:lnTo>
                  <a:pt x="500" y="724"/>
                </a:lnTo>
                <a:lnTo>
                  <a:pt x="500" y="723"/>
                </a:lnTo>
                <a:lnTo>
                  <a:pt x="499" y="722"/>
                </a:lnTo>
                <a:lnTo>
                  <a:pt x="498" y="722"/>
                </a:lnTo>
                <a:lnTo>
                  <a:pt x="497" y="723"/>
                </a:lnTo>
                <a:lnTo>
                  <a:pt x="497" y="722"/>
                </a:lnTo>
                <a:lnTo>
                  <a:pt x="497" y="721"/>
                </a:lnTo>
                <a:lnTo>
                  <a:pt x="498" y="721"/>
                </a:lnTo>
                <a:lnTo>
                  <a:pt x="492" y="720"/>
                </a:lnTo>
                <a:lnTo>
                  <a:pt x="491" y="719"/>
                </a:lnTo>
                <a:lnTo>
                  <a:pt x="492" y="719"/>
                </a:lnTo>
                <a:lnTo>
                  <a:pt x="493" y="719"/>
                </a:lnTo>
                <a:lnTo>
                  <a:pt x="501" y="717"/>
                </a:lnTo>
                <a:lnTo>
                  <a:pt x="502" y="720"/>
                </a:lnTo>
                <a:lnTo>
                  <a:pt x="502" y="719"/>
                </a:lnTo>
                <a:lnTo>
                  <a:pt x="503" y="719"/>
                </a:lnTo>
                <a:lnTo>
                  <a:pt x="504" y="718"/>
                </a:lnTo>
                <a:lnTo>
                  <a:pt x="505" y="718"/>
                </a:lnTo>
                <a:lnTo>
                  <a:pt x="506" y="717"/>
                </a:lnTo>
                <a:lnTo>
                  <a:pt x="506" y="716"/>
                </a:lnTo>
                <a:lnTo>
                  <a:pt x="506" y="715"/>
                </a:lnTo>
                <a:lnTo>
                  <a:pt x="507" y="714"/>
                </a:lnTo>
                <a:lnTo>
                  <a:pt x="508" y="714"/>
                </a:lnTo>
                <a:lnTo>
                  <a:pt x="509" y="713"/>
                </a:lnTo>
                <a:lnTo>
                  <a:pt x="510" y="711"/>
                </a:lnTo>
                <a:lnTo>
                  <a:pt x="511" y="710"/>
                </a:lnTo>
                <a:lnTo>
                  <a:pt x="512" y="708"/>
                </a:lnTo>
                <a:lnTo>
                  <a:pt x="511" y="708"/>
                </a:lnTo>
                <a:lnTo>
                  <a:pt x="509" y="708"/>
                </a:lnTo>
                <a:lnTo>
                  <a:pt x="508" y="706"/>
                </a:lnTo>
                <a:lnTo>
                  <a:pt x="509" y="706"/>
                </a:lnTo>
                <a:lnTo>
                  <a:pt x="510" y="706"/>
                </a:lnTo>
                <a:lnTo>
                  <a:pt x="511" y="706"/>
                </a:lnTo>
                <a:lnTo>
                  <a:pt x="510" y="699"/>
                </a:lnTo>
                <a:lnTo>
                  <a:pt x="511" y="699"/>
                </a:lnTo>
                <a:lnTo>
                  <a:pt x="511" y="698"/>
                </a:lnTo>
                <a:lnTo>
                  <a:pt x="509" y="696"/>
                </a:lnTo>
                <a:lnTo>
                  <a:pt x="508" y="696"/>
                </a:lnTo>
                <a:lnTo>
                  <a:pt x="508" y="695"/>
                </a:lnTo>
                <a:lnTo>
                  <a:pt x="507" y="695"/>
                </a:lnTo>
                <a:lnTo>
                  <a:pt x="505" y="692"/>
                </a:lnTo>
                <a:lnTo>
                  <a:pt x="500" y="696"/>
                </a:lnTo>
                <a:lnTo>
                  <a:pt x="500" y="694"/>
                </a:lnTo>
                <a:lnTo>
                  <a:pt x="500" y="693"/>
                </a:lnTo>
                <a:lnTo>
                  <a:pt x="505" y="690"/>
                </a:lnTo>
                <a:lnTo>
                  <a:pt x="505" y="689"/>
                </a:lnTo>
                <a:lnTo>
                  <a:pt x="506" y="690"/>
                </a:lnTo>
                <a:lnTo>
                  <a:pt x="508" y="693"/>
                </a:lnTo>
                <a:lnTo>
                  <a:pt x="509" y="694"/>
                </a:lnTo>
                <a:lnTo>
                  <a:pt x="510" y="693"/>
                </a:lnTo>
                <a:lnTo>
                  <a:pt x="511" y="692"/>
                </a:lnTo>
                <a:lnTo>
                  <a:pt x="511" y="691"/>
                </a:lnTo>
                <a:lnTo>
                  <a:pt x="514" y="688"/>
                </a:lnTo>
                <a:lnTo>
                  <a:pt x="513" y="688"/>
                </a:lnTo>
                <a:lnTo>
                  <a:pt x="514" y="688"/>
                </a:lnTo>
                <a:lnTo>
                  <a:pt x="514" y="687"/>
                </a:lnTo>
                <a:lnTo>
                  <a:pt x="516" y="689"/>
                </a:lnTo>
                <a:lnTo>
                  <a:pt x="516" y="688"/>
                </a:lnTo>
                <a:lnTo>
                  <a:pt x="516" y="687"/>
                </a:lnTo>
                <a:lnTo>
                  <a:pt x="516" y="686"/>
                </a:lnTo>
                <a:lnTo>
                  <a:pt x="517" y="687"/>
                </a:lnTo>
                <a:lnTo>
                  <a:pt x="518" y="686"/>
                </a:lnTo>
                <a:lnTo>
                  <a:pt x="518" y="685"/>
                </a:lnTo>
                <a:lnTo>
                  <a:pt x="516" y="684"/>
                </a:lnTo>
                <a:lnTo>
                  <a:pt x="516" y="683"/>
                </a:lnTo>
                <a:lnTo>
                  <a:pt x="517" y="683"/>
                </a:lnTo>
                <a:lnTo>
                  <a:pt x="518" y="682"/>
                </a:lnTo>
                <a:lnTo>
                  <a:pt x="519" y="682"/>
                </a:lnTo>
                <a:lnTo>
                  <a:pt x="519" y="683"/>
                </a:lnTo>
                <a:lnTo>
                  <a:pt x="519" y="682"/>
                </a:lnTo>
                <a:lnTo>
                  <a:pt x="520" y="682"/>
                </a:lnTo>
                <a:lnTo>
                  <a:pt x="520" y="681"/>
                </a:lnTo>
                <a:lnTo>
                  <a:pt x="520" y="680"/>
                </a:lnTo>
                <a:lnTo>
                  <a:pt x="521" y="681"/>
                </a:lnTo>
                <a:lnTo>
                  <a:pt x="522" y="681"/>
                </a:lnTo>
                <a:lnTo>
                  <a:pt x="522" y="680"/>
                </a:lnTo>
                <a:lnTo>
                  <a:pt x="522" y="679"/>
                </a:lnTo>
                <a:lnTo>
                  <a:pt x="521" y="678"/>
                </a:lnTo>
                <a:lnTo>
                  <a:pt x="520" y="677"/>
                </a:lnTo>
                <a:lnTo>
                  <a:pt x="521" y="677"/>
                </a:lnTo>
                <a:lnTo>
                  <a:pt x="522" y="677"/>
                </a:lnTo>
                <a:lnTo>
                  <a:pt x="523" y="677"/>
                </a:lnTo>
                <a:lnTo>
                  <a:pt x="523" y="676"/>
                </a:lnTo>
                <a:lnTo>
                  <a:pt x="523" y="674"/>
                </a:lnTo>
                <a:lnTo>
                  <a:pt x="523" y="673"/>
                </a:lnTo>
                <a:lnTo>
                  <a:pt x="522" y="672"/>
                </a:lnTo>
                <a:lnTo>
                  <a:pt x="522" y="671"/>
                </a:lnTo>
                <a:lnTo>
                  <a:pt x="522" y="670"/>
                </a:lnTo>
                <a:lnTo>
                  <a:pt x="521" y="669"/>
                </a:lnTo>
                <a:lnTo>
                  <a:pt x="521" y="668"/>
                </a:lnTo>
                <a:lnTo>
                  <a:pt x="521" y="667"/>
                </a:lnTo>
                <a:lnTo>
                  <a:pt x="522" y="667"/>
                </a:lnTo>
                <a:lnTo>
                  <a:pt x="522" y="668"/>
                </a:lnTo>
                <a:lnTo>
                  <a:pt x="523" y="668"/>
                </a:lnTo>
                <a:lnTo>
                  <a:pt x="523" y="667"/>
                </a:lnTo>
                <a:lnTo>
                  <a:pt x="525" y="667"/>
                </a:lnTo>
                <a:lnTo>
                  <a:pt x="525" y="666"/>
                </a:lnTo>
                <a:lnTo>
                  <a:pt x="526" y="665"/>
                </a:lnTo>
                <a:lnTo>
                  <a:pt x="527" y="663"/>
                </a:lnTo>
                <a:lnTo>
                  <a:pt x="527" y="662"/>
                </a:lnTo>
                <a:lnTo>
                  <a:pt x="528" y="661"/>
                </a:lnTo>
                <a:lnTo>
                  <a:pt x="527" y="661"/>
                </a:lnTo>
                <a:lnTo>
                  <a:pt x="526" y="660"/>
                </a:lnTo>
                <a:lnTo>
                  <a:pt x="527" y="659"/>
                </a:lnTo>
                <a:lnTo>
                  <a:pt x="528" y="656"/>
                </a:lnTo>
                <a:lnTo>
                  <a:pt x="529" y="656"/>
                </a:lnTo>
                <a:lnTo>
                  <a:pt x="529" y="655"/>
                </a:lnTo>
                <a:lnTo>
                  <a:pt x="530" y="655"/>
                </a:lnTo>
                <a:lnTo>
                  <a:pt x="530" y="654"/>
                </a:lnTo>
                <a:lnTo>
                  <a:pt x="530" y="652"/>
                </a:lnTo>
                <a:lnTo>
                  <a:pt x="528" y="653"/>
                </a:lnTo>
                <a:lnTo>
                  <a:pt x="526" y="653"/>
                </a:lnTo>
                <a:lnTo>
                  <a:pt x="526" y="652"/>
                </a:lnTo>
                <a:lnTo>
                  <a:pt x="527" y="652"/>
                </a:lnTo>
                <a:lnTo>
                  <a:pt x="528" y="651"/>
                </a:lnTo>
                <a:lnTo>
                  <a:pt x="525" y="648"/>
                </a:lnTo>
                <a:lnTo>
                  <a:pt x="524" y="647"/>
                </a:lnTo>
                <a:lnTo>
                  <a:pt x="523" y="646"/>
                </a:lnTo>
                <a:lnTo>
                  <a:pt x="519" y="644"/>
                </a:lnTo>
                <a:lnTo>
                  <a:pt x="520" y="643"/>
                </a:lnTo>
                <a:lnTo>
                  <a:pt x="521" y="643"/>
                </a:lnTo>
                <a:lnTo>
                  <a:pt x="521" y="642"/>
                </a:lnTo>
                <a:lnTo>
                  <a:pt x="519" y="641"/>
                </a:lnTo>
                <a:lnTo>
                  <a:pt x="518" y="640"/>
                </a:lnTo>
                <a:lnTo>
                  <a:pt x="517" y="639"/>
                </a:lnTo>
                <a:lnTo>
                  <a:pt x="516" y="639"/>
                </a:lnTo>
                <a:lnTo>
                  <a:pt x="515" y="639"/>
                </a:lnTo>
                <a:lnTo>
                  <a:pt x="514" y="639"/>
                </a:lnTo>
                <a:lnTo>
                  <a:pt x="515" y="638"/>
                </a:lnTo>
                <a:lnTo>
                  <a:pt x="515" y="637"/>
                </a:lnTo>
                <a:lnTo>
                  <a:pt x="513" y="636"/>
                </a:lnTo>
                <a:lnTo>
                  <a:pt x="512" y="635"/>
                </a:lnTo>
                <a:lnTo>
                  <a:pt x="511" y="634"/>
                </a:lnTo>
                <a:lnTo>
                  <a:pt x="508" y="633"/>
                </a:lnTo>
                <a:lnTo>
                  <a:pt x="506" y="632"/>
                </a:lnTo>
                <a:lnTo>
                  <a:pt x="503" y="630"/>
                </a:lnTo>
                <a:lnTo>
                  <a:pt x="503" y="629"/>
                </a:lnTo>
                <a:lnTo>
                  <a:pt x="503" y="628"/>
                </a:lnTo>
                <a:lnTo>
                  <a:pt x="503" y="627"/>
                </a:lnTo>
                <a:lnTo>
                  <a:pt x="504" y="627"/>
                </a:lnTo>
                <a:lnTo>
                  <a:pt x="505" y="626"/>
                </a:lnTo>
                <a:lnTo>
                  <a:pt x="505" y="625"/>
                </a:lnTo>
                <a:lnTo>
                  <a:pt x="506" y="624"/>
                </a:lnTo>
                <a:lnTo>
                  <a:pt x="506" y="623"/>
                </a:lnTo>
                <a:lnTo>
                  <a:pt x="506" y="622"/>
                </a:lnTo>
                <a:lnTo>
                  <a:pt x="506" y="621"/>
                </a:lnTo>
                <a:lnTo>
                  <a:pt x="506" y="620"/>
                </a:lnTo>
                <a:lnTo>
                  <a:pt x="506" y="619"/>
                </a:lnTo>
                <a:lnTo>
                  <a:pt x="507" y="619"/>
                </a:lnTo>
                <a:lnTo>
                  <a:pt x="506" y="619"/>
                </a:lnTo>
                <a:lnTo>
                  <a:pt x="506" y="618"/>
                </a:lnTo>
                <a:lnTo>
                  <a:pt x="506" y="617"/>
                </a:lnTo>
                <a:lnTo>
                  <a:pt x="505" y="616"/>
                </a:lnTo>
                <a:lnTo>
                  <a:pt x="503" y="616"/>
                </a:lnTo>
                <a:lnTo>
                  <a:pt x="503" y="618"/>
                </a:lnTo>
                <a:lnTo>
                  <a:pt x="502" y="618"/>
                </a:lnTo>
                <a:lnTo>
                  <a:pt x="502" y="619"/>
                </a:lnTo>
                <a:lnTo>
                  <a:pt x="499" y="620"/>
                </a:lnTo>
                <a:lnTo>
                  <a:pt x="498" y="620"/>
                </a:lnTo>
                <a:lnTo>
                  <a:pt x="496" y="620"/>
                </a:lnTo>
                <a:lnTo>
                  <a:pt x="493" y="621"/>
                </a:lnTo>
                <a:lnTo>
                  <a:pt x="492" y="621"/>
                </a:lnTo>
                <a:lnTo>
                  <a:pt x="491" y="622"/>
                </a:lnTo>
                <a:lnTo>
                  <a:pt x="491" y="623"/>
                </a:lnTo>
                <a:lnTo>
                  <a:pt x="490" y="623"/>
                </a:lnTo>
                <a:lnTo>
                  <a:pt x="489" y="621"/>
                </a:lnTo>
                <a:lnTo>
                  <a:pt x="489" y="619"/>
                </a:lnTo>
                <a:lnTo>
                  <a:pt x="490" y="619"/>
                </a:lnTo>
                <a:lnTo>
                  <a:pt x="490" y="618"/>
                </a:lnTo>
                <a:lnTo>
                  <a:pt x="491" y="618"/>
                </a:lnTo>
                <a:lnTo>
                  <a:pt x="491" y="617"/>
                </a:lnTo>
                <a:lnTo>
                  <a:pt x="490" y="617"/>
                </a:lnTo>
                <a:lnTo>
                  <a:pt x="489" y="617"/>
                </a:lnTo>
                <a:lnTo>
                  <a:pt x="489" y="618"/>
                </a:lnTo>
                <a:lnTo>
                  <a:pt x="488" y="618"/>
                </a:lnTo>
                <a:lnTo>
                  <a:pt x="490" y="613"/>
                </a:lnTo>
                <a:lnTo>
                  <a:pt x="489" y="612"/>
                </a:lnTo>
                <a:lnTo>
                  <a:pt x="486" y="618"/>
                </a:lnTo>
                <a:lnTo>
                  <a:pt x="488" y="618"/>
                </a:lnTo>
                <a:lnTo>
                  <a:pt x="487" y="620"/>
                </a:lnTo>
                <a:lnTo>
                  <a:pt x="481" y="618"/>
                </a:lnTo>
                <a:lnTo>
                  <a:pt x="480" y="617"/>
                </a:lnTo>
                <a:lnTo>
                  <a:pt x="479" y="617"/>
                </a:lnTo>
                <a:lnTo>
                  <a:pt x="477" y="616"/>
                </a:lnTo>
                <a:lnTo>
                  <a:pt x="480" y="609"/>
                </a:lnTo>
                <a:lnTo>
                  <a:pt x="477" y="608"/>
                </a:lnTo>
                <a:lnTo>
                  <a:pt x="476" y="611"/>
                </a:lnTo>
                <a:lnTo>
                  <a:pt x="475" y="611"/>
                </a:lnTo>
                <a:lnTo>
                  <a:pt x="476" y="607"/>
                </a:lnTo>
                <a:lnTo>
                  <a:pt x="475" y="607"/>
                </a:lnTo>
                <a:lnTo>
                  <a:pt x="474" y="607"/>
                </a:lnTo>
                <a:lnTo>
                  <a:pt x="473" y="605"/>
                </a:lnTo>
                <a:lnTo>
                  <a:pt x="473" y="604"/>
                </a:lnTo>
                <a:lnTo>
                  <a:pt x="473" y="603"/>
                </a:lnTo>
                <a:lnTo>
                  <a:pt x="471" y="602"/>
                </a:lnTo>
                <a:lnTo>
                  <a:pt x="470" y="602"/>
                </a:lnTo>
                <a:lnTo>
                  <a:pt x="470" y="601"/>
                </a:lnTo>
                <a:lnTo>
                  <a:pt x="470" y="600"/>
                </a:lnTo>
                <a:lnTo>
                  <a:pt x="470" y="599"/>
                </a:lnTo>
                <a:lnTo>
                  <a:pt x="470" y="597"/>
                </a:lnTo>
                <a:lnTo>
                  <a:pt x="470" y="596"/>
                </a:lnTo>
                <a:lnTo>
                  <a:pt x="469" y="596"/>
                </a:lnTo>
                <a:lnTo>
                  <a:pt x="468" y="596"/>
                </a:lnTo>
                <a:lnTo>
                  <a:pt x="468" y="595"/>
                </a:lnTo>
                <a:lnTo>
                  <a:pt x="467" y="594"/>
                </a:lnTo>
                <a:lnTo>
                  <a:pt x="466" y="594"/>
                </a:lnTo>
                <a:lnTo>
                  <a:pt x="466" y="593"/>
                </a:lnTo>
                <a:lnTo>
                  <a:pt x="467" y="593"/>
                </a:lnTo>
                <a:lnTo>
                  <a:pt x="468" y="593"/>
                </a:lnTo>
                <a:lnTo>
                  <a:pt x="468" y="592"/>
                </a:lnTo>
                <a:lnTo>
                  <a:pt x="468" y="593"/>
                </a:lnTo>
                <a:lnTo>
                  <a:pt x="469" y="592"/>
                </a:lnTo>
                <a:lnTo>
                  <a:pt x="468" y="590"/>
                </a:lnTo>
                <a:lnTo>
                  <a:pt x="466" y="590"/>
                </a:lnTo>
                <a:lnTo>
                  <a:pt x="465" y="590"/>
                </a:lnTo>
                <a:lnTo>
                  <a:pt x="464" y="590"/>
                </a:lnTo>
                <a:lnTo>
                  <a:pt x="462" y="591"/>
                </a:lnTo>
                <a:lnTo>
                  <a:pt x="462" y="593"/>
                </a:lnTo>
                <a:lnTo>
                  <a:pt x="462" y="594"/>
                </a:lnTo>
                <a:lnTo>
                  <a:pt x="462" y="595"/>
                </a:lnTo>
                <a:lnTo>
                  <a:pt x="463" y="595"/>
                </a:lnTo>
                <a:lnTo>
                  <a:pt x="464" y="595"/>
                </a:lnTo>
                <a:lnTo>
                  <a:pt x="466" y="595"/>
                </a:lnTo>
                <a:lnTo>
                  <a:pt x="466" y="596"/>
                </a:lnTo>
                <a:lnTo>
                  <a:pt x="461" y="597"/>
                </a:lnTo>
                <a:lnTo>
                  <a:pt x="460" y="596"/>
                </a:lnTo>
                <a:lnTo>
                  <a:pt x="459" y="596"/>
                </a:lnTo>
                <a:lnTo>
                  <a:pt x="458" y="596"/>
                </a:lnTo>
                <a:lnTo>
                  <a:pt x="457" y="596"/>
                </a:lnTo>
                <a:lnTo>
                  <a:pt x="457" y="595"/>
                </a:lnTo>
                <a:lnTo>
                  <a:pt x="456" y="594"/>
                </a:lnTo>
                <a:lnTo>
                  <a:pt x="455" y="595"/>
                </a:lnTo>
                <a:lnTo>
                  <a:pt x="454" y="594"/>
                </a:lnTo>
                <a:lnTo>
                  <a:pt x="454" y="593"/>
                </a:lnTo>
                <a:lnTo>
                  <a:pt x="453" y="593"/>
                </a:lnTo>
                <a:lnTo>
                  <a:pt x="453" y="592"/>
                </a:lnTo>
                <a:lnTo>
                  <a:pt x="454" y="592"/>
                </a:lnTo>
                <a:lnTo>
                  <a:pt x="454" y="591"/>
                </a:lnTo>
                <a:lnTo>
                  <a:pt x="452" y="588"/>
                </a:lnTo>
                <a:lnTo>
                  <a:pt x="451" y="587"/>
                </a:lnTo>
                <a:lnTo>
                  <a:pt x="450" y="585"/>
                </a:lnTo>
                <a:lnTo>
                  <a:pt x="449" y="581"/>
                </a:lnTo>
                <a:lnTo>
                  <a:pt x="449" y="580"/>
                </a:lnTo>
                <a:lnTo>
                  <a:pt x="448" y="580"/>
                </a:lnTo>
                <a:lnTo>
                  <a:pt x="448" y="579"/>
                </a:lnTo>
                <a:lnTo>
                  <a:pt x="447" y="579"/>
                </a:lnTo>
                <a:lnTo>
                  <a:pt x="447" y="578"/>
                </a:lnTo>
                <a:lnTo>
                  <a:pt x="448" y="577"/>
                </a:lnTo>
                <a:lnTo>
                  <a:pt x="448" y="576"/>
                </a:lnTo>
                <a:lnTo>
                  <a:pt x="448" y="575"/>
                </a:lnTo>
                <a:lnTo>
                  <a:pt x="447" y="574"/>
                </a:lnTo>
                <a:lnTo>
                  <a:pt x="446" y="574"/>
                </a:lnTo>
                <a:lnTo>
                  <a:pt x="446" y="573"/>
                </a:lnTo>
                <a:lnTo>
                  <a:pt x="445" y="570"/>
                </a:lnTo>
                <a:lnTo>
                  <a:pt x="445" y="568"/>
                </a:lnTo>
                <a:lnTo>
                  <a:pt x="446" y="568"/>
                </a:lnTo>
                <a:lnTo>
                  <a:pt x="446" y="567"/>
                </a:lnTo>
                <a:lnTo>
                  <a:pt x="447" y="565"/>
                </a:lnTo>
                <a:lnTo>
                  <a:pt x="447" y="564"/>
                </a:lnTo>
                <a:lnTo>
                  <a:pt x="448" y="563"/>
                </a:lnTo>
                <a:lnTo>
                  <a:pt x="448" y="562"/>
                </a:lnTo>
                <a:lnTo>
                  <a:pt x="447" y="562"/>
                </a:lnTo>
                <a:lnTo>
                  <a:pt x="446" y="562"/>
                </a:lnTo>
                <a:lnTo>
                  <a:pt x="445" y="563"/>
                </a:lnTo>
                <a:lnTo>
                  <a:pt x="445" y="564"/>
                </a:lnTo>
                <a:lnTo>
                  <a:pt x="445" y="565"/>
                </a:lnTo>
                <a:lnTo>
                  <a:pt x="444" y="565"/>
                </a:lnTo>
                <a:lnTo>
                  <a:pt x="443" y="565"/>
                </a:lnTo>
                <a:lnTo>
                  <a:pt x="443" y="566"/>
                </a:lnTo>
                <a:lnTo>
                  <a:pt x="441" y="567"/>
                </a:lnTo>
                <a:lnTo>
                  <a:pt x="441" y="568"/>
                </a:lnTo>
                <a:lnTo>
                  <a:pt x="441" y="569"/>
                </a:lnTo>
                <a:lnTo>
                  <a:pt x="442" y="569"/>
                </a:lnTo>
                <a:lnTo>
                  <a:pt x="442" y="571"/>
                </a:lnTo>
                <a:lnTo>
                  <a:pt x="441" y="572"/>
                </a:lnTo>
                <a:lnTo>
                  <a:pt x="440" y="572"/>
                </a:lnTo>
                <a:lnTo>
                  <a:pt x="439" y="573"/>
                </a:lnTo>
                <a:lnTo>
                  <a:pt x="439" y="574"/>
                </a:lnTo>
                <a:lnTo>
                  <a:pt x="439" y="576"/>
                </a:lnTo>
                <a:lnTo>
                  <a:pt x="440" y="577"/>
                </a:lnTo>
                <a:lnTo>
                  <a:pt x="440" y="578"/>
                </a:lnTo>
                <a:lnTo>
                  <a:pt x="441" y="579"/>
                </a:lnTo>
                <a:lnTo>
                  <a:pt x="440" y="579"/>
                </a:lnTo>
                <a:lnTo>
                  <a:pt x="439" y="581"/>
                </a:lnTo>
                <a:lnTo>
                  <a:pt x="439" y="582"/>
                </a:lnTo>
                <a:lnTo>
                  <a:pt x="440" y="582"/>
                </a:lnTo>
                <a:lnTo>
                  <a:pt x="439" y="584"/>
                </a:lnTo>
                <a:lnTo>
                  <a:pt x="438" y="584"/>
                </a:lnTo>
                <a:lnTo>
                  <a:pt x="437" y="583"/>
                </a:lnTo>
                <a:lnTo>
                  <a:pt x="436" y="583"/>
                </a:lnTo>
                <a:lnTo>
                  <a:pt x="436" y="585"/>
                </a:lnTo>
                <a:lnTo>
                  <a:pt x="434" y="585"/>
                </a:lnTo>
                <a:lnTo>
                  <a:pt x="434" y="584"/>
                </a:lnTo>
                <a:lnTo>
                  <a:pt x="434" y="583"/>
                </a:lnTo>
                <a:lnTo>
                  <a:pt x="434" y="582"/>
                </a:lnTo>
                <a:lnTo>
                  <a:pt x="435" y="582"/>
                </a:lnTo>
                <a:lnTo>
                  <a:pt x="434" y="582"/>
                </a:lnTo>
                <a:lnTo>
                  <a:pt x="433" y="582"/>
                </a:lnTo>
                <a:lnTo>
                  <a:pt x="432" y="582"/>
                </a:lnTo>
                <a:lnTo>
                  <a:pt x="432" y="583"/>
                </a:lnTo>
                <a:lnTo>
                  <a:pt x="431" y="584"/>
                </a:lnTo>
                <a:lnTo>
                  <a:pt x="430" y="585"/>
                </a:lnTo>
                <a:lnTo>
                  <a:pt x="430" y="586"/>
                </a:lnTo>
                <a:lnTo>
                  <a:pt x="432" y="587"/>
                </a:lnTo>
                <a:lnTo>
                  <a:pt x="433" y="587"/>
                </a:lnTo>
                <a:lnTo>
                  <a:pt x="433" y="585"/>
                </a:lnTo>
                <a:lnTo>
                  <a:pt x="433" y="584"/>
                </a:lnTo>
                <a:lnTo>
                  <a:pt x="434" y="584"/>
                </a:lnTo>
                <a:lnTo>
                  <a:pt x="434" y="585"/>
                </a:lnTo>
                <a:lnTo>
                  <a:pt x="435" y="585"/>
                </a:lnTo>
                <a:lnTo>
                  <a:pt x="436" y="585"/>
                </a:lnTo>
                <a:lnTo>
                  <a:pt x="437" y="586"/>
                </a:lnTo>
                <a:lnTo>
                  <a:pt x="436" y="588"/>
                </a:lnTo>
                <a:lnTo>
                  <a:pt x="435" y="588"/>
                </a:lnTo>
                <a:lnTo>
                  <a:pt x="435" y="589"/>
                </a:lnTo>
                <a:lnTo>
                  <a:pt x="434" y="590"/>
                </a:lnTo>
                <a:lnTo>
                  <a:pt x="434" y="593"/>
                </a:lnTo>
                <a:lnTo>
                  <a:pt x="433" y="593"/>
                </a:lnTo>
                <a:lnTo>
                  <a:pt x="432" y="594"/>
                </a:lnTo>
                <a:lnTo>
                  <a:pt x="431" y="594"/>
                </a:lnTo>
                <a:lnTo>
                  <a:pt x="431" y="593"/>
                </a:lnTo>
                <a:lnTo>
                  <a:pt x="431" y="592"/>
                </a:lnTo>
                <a:lnTo>
                  <a:pt x="431" y="593"/>
                </a:lnTo>
                <a:lnTo>
                  <a:pt x="429" y="593"/>
                </a:lnTo>
                <a:lnTo>
                  <a:pt x="429" y="594"/>
                </a:lnTo>
                <a:lnTo>
                  <a:pt x="428" y="594"/>
                </a:lnTo>
                <a:lnTo>
                  <a:pt x="428" y="593"/>
                </a:lnTo>
                <a:lnTo>
                  <a:pt x="428" y="592"/>
                </a:lnTo>
                <a:lnTo>
                  <a:pt x="428" y="591"/>
                </a:lnTo>
                <a:lnTo>
                  <a:pt x="427" y="590"/>
                </a:lnTo>
                <a:lnTo>
                  <a:pt x="427" y="589"/>
                </a:lnTo>
                <a:lnTo>
                  <a:pt x="427" y="590"/>
                </a:lnTo>
                <a:lnTo>
                  <a:pt x="427" y="591"/>
                </a:lnTo>
                <a:lnTo>
                  <a:pt x="428" y="594"/>
                </a:lnTo>
                <a:lnTo>
                  <a:pt x="428" y="596"/>
                </a:lnTo>
                <a:lnTo>
                  <a:pt x="429" y="597"/>
                </a:lnTo>
                <a:lnTo>
                  <a:pt x="427" y="597"/>
                </a:lnTo>
                <a:lnTo>
                  <a:pt x="427" y="596"/>
                </a:lnTo>
                <a:lnTo>
                  <a:pt x="426" y="596"/>
                </a:lnTo>
                <a:lnTo>
                  <a:pt x="426" y="594"/>
                </a:lnTo>
                <a:lnTo>
                  <a:pt x="425" y="594"/>
                </a:lnTo>
                <a:lnTo>
                  <a:pt x="425" y="595"/>
                </a:lnTo>
                <a:lnTo>
                  <a:pt x="426" y="596"/>
                </a:lnTo>
                <a:lnTo>
                  <a:pt x="426" y="597"/>
                </a:lnTo>
                <a:lnTo>
                  <a:pt x="422" y="598"/>
                </a:lnTo>
                <a:lnTo>
                  <a:pt x="422" y="597"/>
                </a:lnTo>
                <a:lnTo>
                  <a:pt x="422" y="595"/>
                </a:lnTo>
                <a:lnTo>
                  <a:pt x="422" y="594"/>
                </a:lnTo>
                <a:lnTo>
                  <a:pt x="421" y="594"/>
                </a:lnTo>
                <a:lnTo>
                  <a:pt x="421" y="595"/>
                </a:lnTo>
                <a:lnTo>
                  <a:pt x="421" y="598"/>
                </a:lnTo>
                <a:lnTo>
                  <a:pt x="420" y="598"/>
                </a:lnTo>
                <a:lnTo>
                  <a:pt x="420" y="595"/>
                </a:lnTo>
                <a:lnTo>
                  <a:pt x="418" y="595"/>
                </a:lnTo>
                <a:lnTo>
                  <a:pt x="417" y="594"/>
                </a:lnTo>
                <a:lnTo>
                  <a:pt x="417" y="593"/>
                </a:lnTo>
                <a:lnTo>
                  <a:pt x="416" y="593"/>
                </a:lnTo>
                <a:lnTo>
                  <a:pt x="415" y="593"/>
                </a:lnTo>
                <a:lnTo>
                  <a:pt x="414" y="595"/>
                </a:lnTo>
                <a:lnTo>
                  <a:pt x="413" y="597"/>
                </a:lnTo>
                <a:lnTo>
                  <a:pt x="410" y="598"/>
                </a:lnTo>
                <a:lnTo>
                  <a:pt x="409" y="598"/>
                </a:lnTo>
                <a:lnTo>
                  <a:pt x="409" y="597"/>
                </a:lnTo>
                <a:lnTo>
                  <a:pt x="408" y="597"/>
                </a:lnTo>
                <a:lnTo>
                  <a:pt x="408" y="594"/>
                </a:lnTo>
                <a:lnTo>
                  <a:pt x="408" y="592"/>
                </a:lnTo>
                <a:lnTo>
                  <a:pt x="407" y="592"/>
                </a:lnTo>
                <a:lnTo>
                  <a:pt x="407" y="593"/>
                </a:lnTo>
                <a:lnTo>
                  <a:pt x="407" y="594"/>
                </a:lnTo>
                <a:lnTo>
                  <a:pt x="407" y="596"/>
                </a:lnTo>
                <a:lnTo>
                  <a:pt x="407" y="597"/>
                </a:lnTo>
                <a:lnTo>
                  <a:pt x="406" y="597"/>
                </a:lnTo>
                <a:lnTo>
                  <a:pt x="405" y="597"/>
                </a:lnTo>
                <a:lnTo>
                  <a:pt x="402" y="596"/>
                </a:lnTo>
                <a:lnTo>
                  <a:pt x="403" y="595"/>
                </a:lnTo>
                <a:lnTo>
                  <a:pt x="403" y="594"/>
                </a:lnTo>
                <a:lnTo>
                  <a:pt x="402" y="594"/>
                </a:lnTo>
                <a:lnTo>
                  <a:pt x="402" y="593"/>
                </a:lnTo>
                <a:lnTo>
                  <a:pt x="399" y="593"/>
                </a:lnTo>
                <a:lnTo>
                  <a:pt x="399" y="592"/>
                </a:lnTo>
                <a:lnTo>
                  <a:pt x="399" y="591"/>
                </a:lnTo>
                <a:lnTo>
                  <a:pt x="399" y="590"/>
                </a:lnTo>
                <a:lnTo>
                  <a:pt x="398" y="591"/>
                </a:lnTo>
                <a:lnTo>
                  <a:pt x="397" y="592"/>
                </a:lnTo>
                <a:lnTo>
                  <a:pt x="395" y="591"/>
                </a:lnTo>
                <a:lnTo>
                  <a:pt x="393" y="592"/>
                </a:lnTo>
                <a:lnTo>
                  <a:pt x="392" y="592"/>
                </a:lnTo>
                <a:lnTo>
                  <a:pt x="389" y="593"/>
                </a:lnTo>
                <a:lnTo>
                  <a:pt x="388" y="592"/>
                </a:lnTo>
                <a:lnTo>
                  <a:pt x="388" y="591"/>
                </a:lnTo>
                <a:lnTo>
                  <a:pt x="387" y="589"/>
                </a:lnTo>
                <a:lnTo>
                  <a:pt x="387" y="590"/>
                </a:lnTo>
                <a:lnTo>
                  <a:pt x="387" y="591"/>
                </a:lnTo>
                <a:lnTo>
                  <a:pt x="387" y="592"/>
                </a:lnTo>
                <a:lnTo>
                  <a:pt x="387" y="593"/>
                </a:lnTo>
                <a:lnTo>
                  <a:pt x="381" y="593"/>
                </a:lnTo>
                <a:lnTo>
                  <a:pt x="382" y="593"/>
                </a:lnTo>
                <a:lnTo>
                  <a:pt x="383" y="593"/>
                </a:lnTo>
                <a:lnTo>
                  <a:pt x="387" y="593"/>
                </a:lnTo>
                <a:lnTo>
                  <a:pt x="388" y="593"/>
                </a:lnTo>
                <a:lnTo>
                  <a:pt x="388" y="596"/>
                </a:lnTo>
                <a:lnTo>
                  <a:pt x="389" y="600"/>
                </a:lnTo>
                <a:lnTo>
                  <a:pt x="390" y="601"/>
                </a:lnTo>
                <a:lnTo>
                  <a:pt x="390" y="603"/>
                </a:lnTo>
                <a:lnTo>
                  <a:pt x="383" y="602"/>
                </a:lnTo>
                <a:lnTo>
                  <a:pt x="381" y="602"/>
                </a:lnTo>
                <a:lnTo>
                  <a:pt x="378" y="602"/>
                </a:lnTo>
                <a:lnTo>
                  <a:pt x="374" y="602"/>
                </a:lnTo>
                <a:lnTo>
                  <a:pt x="374" y="600"/>
                </a:lnTo>
                <a:lnTo>
                  <a:pt x="374" y="599"/>
                </a:lnTo>
                <a:lnTo>
                  <a:pt x="373" y="599"/>
                </a:lnTo>
                <a:lnTo>
                  <a:pt x="373" y="597"/>
                </a:lnTo>
                <a:lnTo>
                  <a:pt x="372" y="597"/>
                </a:lnTo>
                <a:lnTo>
                  <a:pt x="367" y="600"/>
                </a:lnTo>
                <a:lnTo>
                  <a:pt x="367" y="599"/>
                </a:lnTo>
                <a:lnTo>
                  <a:pt x="366" y="597"/>
                </a:lnTo>
                <a:lnTo>
                  <a:pt x="365" y="596"/>
                </a:lnTo>
                <a:lnTo>
                  <a:pt x="364" y="594"/>
                </a:lnTo>
                <a:lnTo>
                  <a:pt x="364" y="593"/>
                </a:lnTo>
                <a:lnTo>
                  <a:pt x="365" y="593"/>
                </a:lnTo>
                <a:lnTo>
                  <a:pt x="366" y="592"/>
                </a:lnTo>
                <a:lnTo>
                  <a:pt x="367" y="592"/>
                </a:lnTo>
                <a:lnTo>
                  <a:pt x="368" y="591"/>
                </a:lnTo>
                <a:lnTo>
                  <a:pt x="368" y="590"/>
                </a:lnTo>
                <a:lnTo>
                  <a:pt x="367" y="591"/>
                </a:lnTo>
                <a:lnTo>
                  <a:pt x="362" y="591"/>
                </a:lnTo>
                <a:lnTo>
                  <a:pt x="361" y="591"/>
                </a:lnTo>
                <a:lnTo>
                  <a:pt x="360" y="591"/>
                </a:lnTo>
                <a:lnTo>
                  <a:pt x="360" y="592"/>
                </a:lnTo>
                <a:lnTo>
                  <a:pt x="360" y="593"/>
                </a:lnTo>
                <a:lnTo>
                  <a:pt x="359" y="593"/>
                </a:lnTo>
                <a:lnTo>
                  <a:pt x="360" y="594"/>
                </a:lnTo>
                <a:lnTo>
                  <a:pt x="361" y="596"/>
                </a:lnTo>
                <a:lnTo>
                  <a:pt x="359" y="597"/>
                </a:lnTo>
                <a:lnTo>
                  <a:pt x="359" y="599"/>
                </a:lnTo>
                <a:lnTo>
                  <a:pt x="359" y="600"/>
                </a:lnTo>
                <a:lnTo>
                  <a:pt x="359" y="602"/>
                </a:lnTo>
                <a:lnTo>
                  <a:pt x="360" y="603"/>
                </a:lnTo>
                <a:lnTo>
                  <a:pt x="360" y="604"/>
                </a:lnTo>
                <a:lnTo>
                  <a:pt x="358" y="605"/>
                </a:lnTo>
                <a:lnTo>
                  <a:pt x="358" y="603"/>
                </a:lnTo>
                <a:lnTo>
                  <a:pt x="354" y="604"/>
                </a:lnTo>
                <a:lnTo>
                  <a:pt x="355" y="601"/>
                </a:lnTo>
                <a:lnTo>
                  <a:pt x="355" y="600"/>
                </a:lnTo>
                <a:lnTo>
                  <a:pt x="357" y="599"/>
                </a:lnTo>
                <a:lnTo>
                  <a:pt x="357" y="597"/>
                </a:lnTo>
                <a:lnTo>
                  <a:pt x="355" y="597"/>
                </a:lnTo>
                <a:lnTo>
                  <a:pt x="353" y="598"/>
                </a:lnTo>
                <a:lnTo>
                  <a:pt x="351" y="598"/>
                </a:lnTo>
                <a:lnTo>
                  <a:pt x="351" y="595"/>
                </a:lnTo>
                <a:lnTo>
                  <a:pt x="350" y="595"/>
                </a:lnTo>
                <a:lnTo>
                  <a:pt x="349" y="595"/>
                </a:lnTo>
                <a:lnTo>
                  <a:pt x="348" y="596"/>
                </a:lnTo>
                <a:lnTo>
                  <a:pt x="347" y="596"/>
                </a:lnTo>
                <a:lnTo>
                  <a:pt x="347" y="597"/>
                </a:lnTo>
                <a:lnTo>
                  <a:pt x="349" y="597"/>
                </a:lnTo>
                <a:lnTo>
                  <a:pt x="350" y="597"/>
                </a:lnTo>
                <a:lnTo>
                  <a:pt x="350" y="598"/>
                </a:lnTo>
                <a:lnTo>
                  <a:pt x="350" y="599"/>
                </a:lnTo>
                <a:lnTo>
                  <a:pt x="349" y="600"/>
                </a:lnTo>
                <a:lnTo>
                  <a:pt x="349" y="601"/>
                </a:lnTo>
                <a:lnTo>
                  <a:pt x="348" y="601"/>
                </a:lnTo>
                <a:lnTo>
                  <a:pt x="347" y="601"/>
                </a:lnTo>
                <a:lnTo>
                  <a:pt x="345" y="601"/>
                </a:lnTo>
                <a:lnTo>
                  <a:pt x="345" y="600"/>
                </a:lnTo>
                <a:lnTo>
                  <a:pt x="343" y="601"/>
                </a:lnTo>
                <a:lnTo>
                  <a:pt x="342" y="601"/>
                </a:lnTo>
                <a:lnTo>
                  <a:pt x="340" y="602"/>
                </a:lnTo>
                <a:lnTo>
                  <a:pt x="339" y="603"/>
                </a:lnTo>
                <a:lnTo>
                  <a:pt x="338" y="603"/>
                </a:lnTo>
                <a:lnTo>
                  <a:pt x="337" y="604"/>
                </a:lnTo>
                <a:lnTo>
                  <a:pt x="336" y="605"/>
                </a:lnTo>
                <a:lnTo>
                  <a:pt x="336" y="608"/>
                </a:lnTo>
                <a:lnTo>
                  <a:pt x="337" y="608"/>
                </a:lnTo>
                <a:lnTo>
                  <a:pt x="338" y="608"/>
                </a:lnTo>
                <a:lnTo>
                  <a:pt x="338" y="610"/>
                </a:lnTo>
                <a:lnTo>
                  <a:pt x="338" y="611"/>
                </a:lnTo>
                <a:lnTo>
                  <a:pt x="337" y="611"/>
                </a:lnTo>
                <a:lnTo>
                  <a:pt x="336" y="613"/>
                </a:lnTo>
                <a:lnTo>
                  <a:pt x="335" y="614"/>
                </a:lnTo>
                <a:lnTo>
                  <a:pt x="335" y="615"/>
                </a:lnTo>
                <a:lnTo>
                  <a:pt x="336" y="616"/>
                </a:lnTo>
                <a:lnTo>
                  <a:pt x="337" y="617"/>
                </a:lnTo>
                <a:lnTo>
                  <a:pt x="336" y="618"/>
                </a:lnTo>
                <a:lnTo>
                  <a:pt x="335" y="617"/>
                </a:lnTo>
                <a:lnTo>
                  <a:pt x="334" y="617"/>
                </a:lnTo>
                <a:lnTo>
                  <a:pt x="335" y="618"/>
                </a:lnTo>
                <a:lnTo>
                  <a:pt x="335" y="619"/>
                </a:lnTo>
                <a:lnTo>
                  <a:pt x="335" y="620"/>
                </a:lnTo>
                <a:lnTo>
                  <a:pt x="334" y="620"/>
                </a:lnTo>
                <a:lnTo>
                  <a:pt x="333" y="619"/>
                </a:lnTo>
                <a:lnTo>
                  <a:pt x="332" y="618"/>
                </a:lnTo>
                <a:lnTo>
                  <a:pt x="331" y="618"/>
                </a:lnTo>
                <a:lnTo>
                  <a:pt x="330" y="616"/>
                </a:lnTo>
                <a:lnTo>
                  <a:pt x="329" y="615"/>
                </a:lnTo>
                <a:lnTo>
                  <a:pt x="328" y="615"/>
                </a:lnTo>
                <a:lnTo>
                  <a:pt x="328" y="616"/>
                </a:lnTo>
                <a:lnTo>
                  <a:pt x="327" y="616"/>
                </a:lnTo>
                <a:lnTo>
                  <a:pt x="325" y="616"/>
                </a:lnTo>
                <a:lnTo>
                  <a:pt x="325" y="615"/>
                </a:lnTo>
                <a:lnTo>
                  <a:pt x="323" y="616"/>
                </a:lnTo>
                <a:lnTo>
                  <a:pt x="322" y="617"/>
                </a:lnTo>
                <a:lnTo>
                  <a:pt x="321" y="617"/>
                </a:lnTo>
                <a:lnTo>
                  <a:pt x="321" y="618"/>
                </a:lnTo>
                <a:lnTo>
                  <a:pt x="320" y="619"/>
                </a:lnTo>
                <a:lnTo>
                  <a:pt x="320" y="621"/>
                </a:lnTo>
                <a:lnTo>
                  <a:pt x="321" y="622"/>
                </a:lnTo>
                <a:lnTo>
                  <a:pt x="322" y="623"/>
                </a:lnTo>
                <a:lnTo>
                  <a:pt x="323" y="623"/>
                </a:lnTo>
                <a:lnTo>
                  <a:pt x="323" y="624"/>
                </a:lnTo>
                <a:lnTo>
                  <a:pt x="323" y="625"/>
                </a:lnTo>
                <a:lnTo>
                  <a:pt x="321" y="627"/>
                </a:lnTo>
                <a:lnTo>
                  <a:pt x="320" y="627"/>
                </a:lnTo>
                <a:lnTo>
                  <a:pt x="320" y="628"/>
                </a:lnTo>
                <a:lnTo>
                  <a:pt x="322" y="627"/>
                </a:lnTo>
                <a:lnTo>
                  <a:pt x="323" y="627"/>
                </a:lnTo>
                <a:lnTo>
                  <a:pt x="323" y="628"/>
                </a:lnTo>
                <a:lnTo>
                  <a:pt x="324" y="632"/>
                </a:lnTo>
                <a:lnTo>
                  <a:pt x="324" y="633"/>
                </a:lnTo>
                <a:lnTo>
                  <a:pt x="324" y="634"/>
                </a:lnTo>
                <a:lnTo>
                  <a:pt x="325" y="634"/>
                </a:lnTo>
                <a:lnTo>
                  <a:pt x="326" y="633"/>
                </a:lnTo>
                <a:lnTo>
                  <a:pt x="326" y="632"/>
                </a:lnTo>
                <a:lnTo>
                  <a:pt x="331" y="632"/>
                </a:lnTo>
                <a:lnTo>
                  <a:pt x="332" y="632"/>
                </a:lnTo>
                <a:lnTo>
                  <a:pt x="332" y="636"/>
                </a:lnTo>
                <a:lnTo>
                  <a:pt x="333" y="636"/>
                </a:lnTo>
                <a:lnTo>
                  <a:pt x="333" y="637"/>
                </a:lnTo>
                <a:lnTo>
                  <a:pt x="333" y="638"/>
                </a:lnTo>
                <a:lnTo>
                  <a:pt x="332" y="638"/>
                </a:lnTo>
                <a:lnTo>
                  <a:pt x="332" y="639"/>
                </a:lnTo>
                <a:lnTo>
                  <a:pt x="331" y="638"/>
                </a:lnTo>
                <a:lnTo>
                  <a:pt x="330" y="638"/>
                </a:lnTo>
                <a:lnTo>
                  <a:pt x="328" y="638"/>
                </a:lnTo>
                <a:lnTo>
                  <a:pt x="325" y="639"/>
                </a:lnTo>
                <a:lnTo>
                  <a:pt x="323" y="642"/>
                </a:lnTo>
                <a:lnTo>
                  <a:pt x="322" y="643"/>
                </a:lnTo>
                <a:lnTo>
                  <a:pt x="322" y="644"/>
                </a:lnTo>
                <a:lnTo>
                  <a:pt x="321" y="644"/>
                </a:lnTo>
                <a:lnTo>
                  <a:pt x="320" y="644"/>
                </a:lnTo>
                <a:lnTo>
                  <a:pt x="319" y="645"/>
                </a:lnTo>
                <a:lnTo>
                  <a:pt x="317" y="645"/>
                </a:lnTo>
                <a:lnTo>
                  <a:pt x="316" y="645"/>
                </a:lnTo>
                <a:lnTo>
                  <a:pt x="315" y="645"/>
                </a:lnTo>
                <a:lnTo>
                  <a:pt x="315" y="646"/>
                </a:lnTo>
                <a:lnTo>
                  <a:pt x="313" y="647"/>
                </a:lnTo>
                <a:lnTo>
                  <a:pt x="312" y="647"/>
                </a:lnTo>
                <a:lnTo>
                  <a:pt x="311" y="648"/>
                </a:lnTo>
                <a:lnTo>
                  <a:pt x="309" y="648"/>
                </a:lnTo>
                <a:lnTo>
                  <a:pt x="308" y="648"/>
                </a:lnTo>
                <a:lnTo>
                  <a:pt x="307" y="648"/>
                </a:lnTo>
                <a:lnTo>
                  <a:pt x="306" y="649"/>
                </a:lnTo>
                <a:lnTo>
                  <a:pt x="305" y="649"/>
                </a:lnTo>
                <a:lnTo>
                  <a:pt x="305" y="650"/>
                </a:lnTo>
                <a:lnTo>
                  <a:pt x="304" y="650"/>
                </a:lnTo>
                <a:lnTo>
                  <a:pt x="304" y="651"/>
                </a:lnTo>
                <a:lnTo>
                  <a:pt x="304" y="652"/>
                </a:lnTo>
                <a:lnTo>
                  <a:pt x="304" y="654"/>
                </a:lnTo>
                <a:lnTo>
                  <a:pt x="304" y="655"/>
                </a:lnTo>
                <a:lnTo>
                  <a:pt x="305" y="655"/>
                </a:lnTo>
                <a:lnTo>
                  <a:pt x="305" y="656"/>
                </a:lnTo>
                <a:lnTo>
                  <a:pt x="305" y="657"/>
                </a:lnTo>
                <a:lnTo>
                  <a:pt x="304" y="658"/>
                </a:lnTo>
                <a:lnTo>
                  <a:pt x="303" y="659"/>
                </a:lnTo>
                <a:lnTo>
                  <a:pt x="303" y="660"/>
                </a:lnTo>
                <a:lnTo>
                  <a:pt x="302" y="662"/>
                </a:lnTo>
                <a:lnTo>
                  <a:pt x="302" y="663"/>
                </a:lnTo>
                <a:lnTo>
                  <a:pt x="302" y="664"/>
                </a:lnTo>
                <a:lnTo>
                  <a:pt x="302" y="666"/>
                </a:lnTo>
                <a:lnTo>
                  <a:pt x="302" y="667"/>
                </a:lnTo>
                <a:lnTo>
                  <a:pt x="301" y="667"/>
                </a:lnTo>
                <a:lnTo>
                  <a:pt x="300" y="669"/>
                </a:lnTo>
                <a:lnTo>
                  <a:pt x="300" y="670"/>
                </a:lnTo>
                <a:lnTo>
                  <a:pt x="298" y="674"/>
                </a:lnTo>
                <a:lnTo>
                  <a:pt x="296" y="674"/>
                </a:lnTo>
                <a:lnTo>
                  <a:pt x="295" y="675"/>
                </a:lnTo>
                <a:lnTo>
                  <a:pt x="293" y="677"/>
                </a:lnTo>
                <a:lnTo>
                  <a:pt x="293" y="678"/>
                </a:lnTo>
                <a:lnTo>
                  <a:pt x="292" y="680"/>
                </a:lnTo>
                <a:lnTo>
                  <a:pt x="290" y="680"/>
                </a:lnTo>
                <a:lnTo>
                  <a:pt x="290" y="681"/>
                </a:lnTo>
                <a:lnTo>
                  <a:pt x="289" y="681"/>
                </a:lnTo>
                <a:lnTo>
                  <a:pt x="290" y="682"/>
                </a:lnTo>
                <a:lnTo>
                  <a:pt x="289" y="683"/>
                </a:lnTo>
                <a:lnTo>
                  <a:pt x="289" y="684"/>
                </a:lnTo>
                <a:lnTo>
                  <a:pt x="290" y="683"/>
                </a:lnTo>
                <a:lnTo>
                  <a:pt x="291" y="683"/>
                </a:lnTo>
                <a:lnTo>
                  <a:pt x="293" y="685"/>
                </a:lnTo>
                <a:lnTo>
                  <a:pt x="292" y="685"/>
                </a:lnTo>
                <a:lnTo>
                  <a:pt x="292" y="686"/>
                </a:lnTo>
                <a:lnTo>
                  <a:pt x="292" y="687"/>
                </a:lnTo>
                <a:lnTo>
                  <a:pt x="291" y="688"/>
                </a:lnTo>
                <a:lnTo>
                  <a:pt x="290" y="688"/>
                </a:lnTo>
                <a:lnTo>
                  <a:pt x="289" y="689"/>
                </a:lnTo>
                <a:lnTo>
                  <a:pt x="288" y="688"/>
                </a:lnTo>
                <a:lnTo>
                  <a:pt x="287" y="687"/>
                </a:lnTo>
                <a:lnTo>
                  <a:pt x="286" y="687"/>
                </a:lnTo>
                <a:lnTo>
                  <a:pt x="285" y="689"/>
                </a:lnTo>
                <a:lnTo>
                  <a:pt x="285" y="691"/>
                </a:lnTo>
                <a:lnTo>
                  <a:pt x="285" y="692"/>
                </a:lnTo>
                <a:lnTo>
                  <a:pt x="285" y="693"/>
                </a:lnTo>
                <a:lnTo>
                  <a:pt x="285" y="694"/>
                </a:lnTo>
                <a:lnTo>
                  <a:pt x="284" y="695"/>
                </a:lnTo>
                <a:lnTo>
                  <a:pt x="283" y="695"/>
                </a:lnTo>
                <a:lnTo>
                  <a:pt x="282" y="695"/>
                </a:lnTo>
                <a:lnTo>
                  <a:pt x="281" y="694"/>
                </a:lnTo>
                <a:lnTo>
                  <a:pt x="280" y="694"/>
                </a:lnTo>
                <a:lnTo>
                  <a:pt x="279" y="695"/>
                </a:lnTo>
                <a:lnTo>
                  <a:pt x="279" y="696"/>
                </a:lnTo>
                <a:lnTo>
                  <a:pt x="278" y="696"/>
                </a:lnTo>
                <a:lnTo>
                  <a:pt x="277" y="697"/>
                </a:lnTo>
                <a:lnTo>
                  <a:pt x="277" y="698"/>
                </a:lnTo>
                <a:lnTo>
                  <a:pt x="276" y="698"/>
                </a:lnTo>
                <a:lnTo>
                  <a:pt x="277" y="699"/>
                </a:lnTo>
                <a:lnTo>
                  <a:pt x="278" y="700"/>
                </a:lnTo>
                <a:lnTo>
                  <a:pt x="279" y="701"/>
                </a:lnTo>
                <a:lnTo>
                  <a:pt x="280" y="701"/>
                </a:lnTo>
                <a:lnTo>
                  <a:pt x="279" y="702"/>
                </a:lnTo>
                <a:lnTo>
                  <a:pt x="278" y="701"/>
                </a:lnTo>
                <a:lnTo>
                  <a:pt x="277" y="701"/>
                </a:lnTo>
                <a:lnTo>
                  <a:pt x="277" y="703"/>
                </a:lnTo>
                <a:lnTo>
                  <a:pt x="278" y="703"/>
                </a:lnTo>
                <a:lnTo>
                  <a:pt x="278" y="704"/>
                </a:lnTo>
                <a:lnTo>
                  <a:pt x="278" y="705"/>
                </a:lnTo>
                <a:lnTo>
                  <a:pt x="278" y="706"/>
                </a:lnTo>
                <a:lnTo>
                  <a:pt x="279" y="707"/>
                </a:lnTo>
                <a:lnTo>
                  <a:pt x="280" y="708"/>
                </a:lnTo>
                <a:lnTo>
                  <a:pt x="280" y="709"/>
                </a:lnTo>
                <a:lnTo>
                  <a:pt x="280" y="710"/>
                </a:lnTo>
                <a:lnTo>
                  <a:pt x="279" y="711"/>
                </a:lnTo>
                <a:lnTo>
                  <a:pt x="279" y="712"/>
                </a:lnTo>
                <a:lnTo>
                  <a:pt x="275" y="710"/>
                </a:lnTo>
                <a:lnTo>
                  <a:pt x="276" y="712"/>
                </a:lnTo>
                <a:lnTo>
                  <a:pt x="275" y="713"/>
                </a:lnTo>
                <a:lnTo>
                  <a:pt x="275" y="714"/>
                </a:lnTo>
                <a:lnTo>
                  <a:pt x="275" y="715"/>
                </a:lnTo>
                <a:lnTo>
                  <a:pt x="276" y="717"/>
                </a:lnTo>
                <a:lnTo>
                  <a:pt x="277" y="717"/>
                </a:lnTo>
                <a:lnTo>
                  <a:pt x="278" y="716"/>
                </a:lnTo>
                <a:lnTo>
                  <a:pt x="279" y="717"/>
                </a:lnTo>
                <a:lnTo>
                  <a:pt x="278" y="718"/>
                </a:lnTo>
                <a:lnTo>
                  <a:pt x="278" y="719"/>
                </a:lnTo>
                <a:lnTo>
                  <a:pt x="278" y="720"/>
                </a:lnTo>
                <a:lnTo>
                  <a:pt x="277" y="720"/>
                </a:lnTo>
                <a:lnTo>
                  <a:pt x="277" y="721"/>
                </a:lnTo>
                <a:lnTo>
                  <a:pt x="276" y="721"/>
                </a:lnTo>
                <a:lnTo>
                  <a:pt x="275" y="722"/>
                </a:lnTo>
                <a:lnTo>
                  <a:pt x="274" y="722"/>
                </a:lnTo>
                <a:lnTo>
                  <a:pt x="272" y="724"/>
                </a:lnTo>
                <a:lnTo>
                  <a:pt x="272" y="725"/>
                </a:lnTo>
                <a:lnTo>
                  <a:pt x="270" y="726"/>
                </a:lnTo>
                <a:lnTo>
                  <a:pt x="269" y="727"/>
                </a:lnTo>
                <a:lnTo>
                  <a:pt x="267" y="729"/>
                </a:lnTo>
                <a:lnTo>
                  <a:pt x="266" y="729"/>
                </a:lnTo>
                <a:lnTo>
                  <a:pt x="266" y="730"/>
                </a:lnTo>
                <a:lnTo>
                  <a:pt x="266" y="731"/>
                </a:lnTo>
                <a:lnTo>
                  <a:pt x="266" y="732"/>
                </a:lnTo>
                <a:lnTo>
                  <a:pt x="267" y="734"/>
                </a:lnTo>
                <a:lnTo>
                  <a:pt x="268" y="736"/>
                </a:lnTo>
                <a:lnTo>
                  <a:pt x="269" y="737"/>
                </a:lnTo>
                <a:lnTo>
                  <a:pt x="269" y="738"/>
                </a:lnTo>
                <a:lnTo>
                  <a:pt x="270" y="738"/>
                </a:lnTo>
                <a:lnTo>
                  <a:pt x="270" y="740"/>
                </a:lnTo>
                <a:lnTo>
                  <a:pt x="271" y="742"/>
                </a:lnTo>
                <a:lnTo>
                  <a:pt x="269" y="743"/>
                </a:lnTo>
                <a:lnTo>
                  <a:pt x="270" y="744"/>
                </a:lnTo>
                <a:lnTo>
                  <a:pt x="270" y="745"/>
                </a:lnTo>
                <a:lnTo>
                  <a:pt x="269" y="745"/>
                </a:lnTo>
                <a:lnTo>
                  <a:pt x="269" y="746"/>
                </a:lnTo>
                <a:lnTo>
                  <a:pt x="269" y="747"/>
                </a:lnTo>
                <a:lnTo>
                  <a:pt x="269" y="748"/>
                </a:lnTo>
                <a:lnTo>
                  <a:pt x="269" y="749"/>
                </a:lnTo>
                <a:lnTo>
                  <a:pt x="268" y="750"/>
                </a:lnTo>
                <a:lnTo>
                  <a:pt x="268" y="749"/>
                </a:lnTo>
                <a:lnTo>
                  <a:pt x="267" y="749"/>
                </a:lnTo>
                <a:lnTo>
                  <a:pt x="266" y="750"/>
                </a:lnTo>
                <a:lnTo>
                  <a:pt x="267" y="750"/>
                </a:lnTo>
                <a:lnTo>
                  <a:pt x="266" y="751"/>
                </a:lnTo>
                <a:lnTo>
                  <a:pt x="265" y="752"/>
                </a:lnTo>
                <a:lnTo>
                  <a:pt x="265" y="753"/>
                </a:lnTo>
                <a:lnTo>
                  <a:pt x="264" y="754"/>
                </a:lnTo>
                <a:lnTo>
                  <a:pt x="263" y="755"/>
                </a:lnTo>
                <a:lnTo>
                  <a:pt x="263" y="756"/>
                </a:lnTo>
                <a:lnTo>
                  <a:pt x="262" y="757"/>
                </a:lnTo>
                <a:lnTo>
                  <a:pt x="262" y="758"/>
                </a:lnTo>
                <a:lnTo>
                  <a:pt x="261" y="758"/>
                </a:lnTo>
                <a:lnTo>
                  <a:pt x="258" y="759"/>
                </a:lnTo>
                <a:lnTo>
                  <a:pt x="257" y="759"/>
                </a:lnTo>
                <a:lnTo>
                  <a:pt x="257" y="758"/>
                </a:lnTo>
                <a:lnTo>
                  <a:pt x="255" y="759"/>
                </a:lnTo>
                <a:lnTo>
                  <a:pt x="253" y="759"/>
                </a:lnTo>
                <a:lnTo>
                  <a:pt x="252" y="759"/>
                </a:lnTo>
                <a:lnTo>
                  <a:pt x="251" y="759"/>
                </a:lnTo>
                <a:lnTo>
                  <a:pt x="251" y="760"/>
                </a:lnTo>
                <a:lnTo>
                  <a:pt x="250" y="760"/>
                </a:lnTo>
                <a:lnTo>
                  <a:pt x="249" y="761"/>
                </a:lnTo>
                <a:lnTo>
                  <a:pt x="247" y="762"/>
                </a:lnTo>
                <a:lnTo>
                  <a:pt x="246" y="762"/>
                </a:lnTo>
                <a:lnTo>
                  <a:pt x="245" y="762"/>
                </a:lnTo>
                <a:lnTo>
                  <a:pt x="243" y="763"/>
                </a:lnTo>
                <a:lnTo>
                  <a:pt x="242" y="763"/>
                </a:lnTo>
                <a:lnTo>
                  <a:pt x="240" y="764"/>
                </a:lnTo>
                <a:lnTo>
                  <a:pt x="240" y="765"/>
                </a:lnTo>
                <a:lnTo>
                  <a:pt x="241" y="765"/>
                </a:lnTo>
                <a:lnTo>
                  <a:pt x="240" y="767"/>
                </a:lnTo>
                <a:lnTo>
                  <a:pt x="239" y="768"/>
                </a:lnTo>
                <a:lnTo>
                  <a:pt x="239" y="769"/>
                </a:lnTo>
                <a:lnTo>
                  <a:pt x="238" y="770"/>
                </a:lnTo>
                <a:lnTo>
                  <a:pt x="237" y="771"/>
                </a:lnTo>
                <a:lnTo>
                  <a:pt x="236" y="771"/>
                </a:lnTo>
                <a:lnTo>
                  <a:pt x="235" y="772"/>
                </a:lnTo>
                <a:lnTo>
                  <a:pt x="234" y="772"/>
                </a:lnTo>
                <a:lnTo>
                  <a:pt x="233" y="773"/>
                </a:lnTo>
                <a:lnTo>
                  <a:pt x="232" y="774"/>
                </a:lnTo>
                <a:lnTo>
                  <a:pt x="231" y="775"/>
                </a:lnTo>
                <a:lnTo>
                  <a:pt x="230" y="774"/>
                </a:lnTo>
                <a:lnTo>
                  <a:pt x="230" y="775"/>
                </a:lnTo>
                <a:lnTo>
                  <a:pt x="230" y="776"/>
                </a:lnTo>
                <a:lnTo>
                  <a:pt x="229" y="777"/>
                </a:lnTo>
                <a:lnTo>
                  <a:pt x="228" y="777"/>
                </a:lnTo>
                <a:lnTo>
                  <a:pt x="227" y="777"/>
                </a:lnTo>
                <a:lnTo>
                  <a:pt x="227" y="778"/>
                </a:lnTo>
                <a:lnTo>
                  <a:pt x="226" y="778"/>
                </a:lnTo>
                <a:lnTo>
                  <a:pt x="226" y="779"/>
                </a:lnTo>
                <a:lnTo>
                  <a:pt x="225" y="779"/>
                </a:lnTo>
                <a:lnTo>
                  <a:pt x="224" y="780"/>
                </a:lnTo>
                <a:lnTo>
                  <a:pt x="223" y="780"/>
                </a:lnTo>
                <a:lnTo>
                  <a:pt x="222" y="780"/>
                </a:lnTo>
                <a:lnTo>
                  <a:pt x="222" y="781"/>
                </a:lnTo>
                <a:lnTo>
                  <a:pt x="221" y="781"/>
                </a:lnTo>
                <a:lnTo>
                  <a:pt x="221" y="782"/>
                </a:lnTo>
                <a:lnTo>
                  <a:pt x="220" y="782"/>
                </a:lnTo>
                <a:lnTo>
                  <a:pt x="219" y="783"/>
                </a:lnTo>
                <a:lnTo>
                  <a:pt x="216" y="784"/>
                </a:lnTo>
                <a:lnTo>
                  <a:pt x="215" y="785"/>
                </a:lnTo>
                <a:lnTo>
                  <a:pt x="211" y="787"/>
                </a:lnTo>
                <a:lnTo>
                  <a:pt x="208" y="789"/>
                </a:lnTo>
                <a:lnTo>
                  <a:pt x="207" y="789"/>
                </a:lnTo>
                <a:lnTo>
                  <a:pt x="205" y="790"/>
                </a:lnTo>
                <a:lnTo>
                  <a:pt x="204" y="790"/>
                </a:lnTo>
                <a:lnTo>
                  <a:pt x="204" y="791"/>
                </a:lnTo>
                <a:lnTo>
                  <a:pt x="203" y="791"/>
                </a:lnTo>
                <a:lnTo>
                  <a:pt x="202" y="791"/>
                </a:lnTo>
                <a:lnTo>
                  <a:pt x="202" y="792"/>
                </a:lnTo>
                <a:lnTo>
                  <a:pt x="203" y="793"/>
                </a:lnTo>
                <a:lnTo>
                  <a:pt x="202" y="793"/>
                </a:lnTo>
                <a:lnTo>
                  <a:pt x="202" y="794"/>
                </a:lnTo>
                <a:lnTo>
                  <a:pt x="201" y="793"/>
                </a:lnTo>
                <a:lnTo>
                  <a:pt x="200" y="793"/>
                </a:lnTo>
                <a:lnTo>
                  <a:pt x="199" y="793"/>
                </a:lnTo>
                <a:lnTo>
                  <a:pt x="198" y="794"/>
                </a:lnTo>
                <a:lnTo>
                  <a:pt x="195" y="796"/>
                </a:lnTo>
                <a:lnTo>
                  <a:pt x="192" y="797"/>
                </a:lnTo>
                <a:lnTo>
                  <a:pt x="191" y="798"/>
                </a:lnTo>
                <a:lnTo>
                  <a:pt x="190" y="798"/>
                </a:lnTo>
                <a:lnTo>
                  <a:pt x="190" y="799"/>
                </a:lnTo>
                <a:lnTo>
                  <a:pt x="188" y="801"/>
                </a:lnTo>
                <a:lnTo>
                  <a:pt x="187" y="802"/>
                </a:lnTo>
                <a:lnTo>
                  <a:pt x="187" y="803"/>
                </a:lnTo>
                <a:lnTo>
                  <a:pt x="185" y="807"/>
                </a:lnTo>
                <a:lnTo>
                  <a:pt x="186" y="808"/>
                </a:lnTo>
                <a:lnTo>
                  <a:pt x="187" y="810"/>
                </a:lnTo>
                <a:lnTo>
                  <a:pt x="187" y="811"/>
                </a:lnTo>
                <a:lnTo>
                  <a:pt x="185" y="811"/>
                </a:lnTo>
                <a:lnTo>
                  <a:pt x="184" y="811"/>
                </a:lnTo>
                <a:lnTo>
                  <a:pt x="183" y="812"/>
                </a:lnTo>
                <a:lnTo>
                  <a:pt x="182" y="813"/>
                </a:lnTo>
                <a:lnTo>
                  <a:pt x="180" y="813"/>
                </a:lnTo>
                <a:lnTo>
                  <a:pt x="178" y="814"/>
                </a:lnTo>
                <a:lnTo>
                  <a:pt x="177" y="814"/>
                </a:lnTo>
                <a:lnTo>
                  <a:pt x="177" y="813"/>
                </a:lnTo>
                <a:lnTo>
                  <a:pt x="177" y="812"/>
                </a:lnTo>
                <a:lnTo>
                  <a:pt x="176" y="812"/>
                </a:lnTo>
                <a:lnTo>
                  <a:pt x="176" y="811"/>
                </a:lnTo>
                <a:lnTo>
                  <a:pt x="175" y="811"/>
                </a:lnTo>
                <a:lnTo>
                  <a:pt x="175" y="810"/>
                </a:lnTo>
                <a:lnTo>
                  <a:pt x="176" y="808"/>
                </a:lnTo>
                <a:lnTo>
                  <a:pt x="176" y="806"/>
                </a:lnTo>
                <a:lnTo>
                  <a:pt x="176" y="805"/>
                </a:lnTo>
                <a:lnTo>
                  <a:pt x="175" y="805"/>
                </a:lnTo>
                <a:lnTo>
                  <a:pt x="174" y="804"/>
                </a:lnTo>
                <a:lnTo>
                  <a:pt x="171" y="803"/>
                </a:lnTo>
                <a:lnTo>
                  <a:pt x="170" y="802"/>
                </a:lnTo>
                <a:lnTo>
                  <a:pt x="170" y="803"/>
                </a:lnTo>
                <a:lnTo>
                  <a:pt x="169" y="804"/>
                </a:lnTo>
                <a:lnTo>
                  <a:pt x="169" y="805"/>
                </a:lnTo>
                <a:lnTo>
                  <a:pt x="167" y="805"/>
                </a:lnTo>
                <a:lnTo>
                  <a:pt x="166" y="804"/>
                </a:lnTo>
                <a:lnTo>
                  <a:pt x="165" y="804"/>
                </a:lnTo>
                <a:lnTo>
                  <a:pt x="164" y="804"/>
                </a:lnTo>
                <a:lnTo>
                  <a:pt x="163" y="804"/>
                </a:lnTo>
                <a:lnTo>
                  <a:pt x="161" y="800"/>
                </a:lnTo>
                <a:lnTo>
                  <a:pt x="161" y="799"/>
                </a:lnTo>
                <a:lnTo>
                  <a:pt x="162" y="798"/>
                </a:lnTo>
                <a:lnTo>
                  <a:pt x="162" y="797"/>
                </a:lnTo>
                <a:lnTo>
                  <a:pt x="161" y="797"/>
                </a:lnTo>
                <a:lnTo>
                  <a:pt x="159" y="796"/>
                </a:lnTo>
                <a:lnTo>
                  <a:pt x="157" y="794"/>
                </a:lnTo>
                <a:lnTo>
                  <a:pt x="156" y="794"/>
                </a:lnTo>
                <a:lnTo>
                  <a:pt x="156" y="793"/>
                </a:lnTo>
                <a:lnTo>
                  <a:pt x="156" y="792"/>
                </a:lnTo>
                <a:lnTo>
                  <a:pt x="157" y="792"/>
                </a:lnTo>
                <a:lnTo>
                  <a:pt x="158" y="790"/>
                </a:lnTo>
                <a:lnTo>
                  <a:pt x="158" y="788"/>
                </a:lnTo>
                <a:lnTo>
                  <a:pt x="159" y="786"/>
                </a:lnTo>
                <a:lnTo>
                  <a:pt x="159" y="785"/>
                </a:lnTo>
                <a:lnTo>
                  <a:pt x="159" y="784"/>
                </a:lnTo>
                <a:lnTo>
                  <a:pt x="158" y="784"/>
                </a:lnTo>
                <a:lnTo>
                  <a:pt x="157" y="780"/>
                </a:lnTo>
                <a:lnTo>
                  <a:pt x="156" y="779"/>
                </a:lnTo>
                <a:lnTo>
                  <a:pt x="156" y="778"/>
                </a:lnTo>
                <a:lnTo>
                  <a:pt x="156" y="775"/>
                </a:lnTo>
                <a:lnTo>
                  <a:pt x="154" y="772"/>
                </a:lnTo>
                <a:lnTo>
                  <a:pt x="152" y="773"/>
                </a:lnTo>
                <a:lnTo>
                  <a:pt x="150" y="773"/>
                </a:lnTo>
                <a:lnTo>
                  <a:pt x="151" y="774"/>
                </a:lnTo>
                <a:lnTo>
                  <a:pt x="150" y="775"/>
                </a:lnTo>
                <a:lnTo>
                  <a:pt x="149" y="775"/>
                </a:lnTo>
                <a:lnTo>
                  <a:pt x="149" y="774"/>
                </a:lnTo>
                <a:lnTo>
                  <a:pt x="149" y="773"/>
                </a:lnTo>
                <a:lnTo>
                  <a:pt x="147" y="773"/>
                </a:lnTo>
                <a:lnTo>
                  <a:pt x="144" y="771"/>
                </a:lnTo>
                <a:lnTo>
                  <a:pt x="144" y="770"/>
                </a:lnTo>
                <a:lnTo>
                  <a:pt x="144" y="769"/>
                </a:lnTo>
                <a:lnTo>
                  <a:pt x="143" y="768"/>
                </a:lnTo>
                <a:lnTo>
                  <a:pt x="142" y="767"/>
                </a:lnTo>
                <a:lnTo>
                  <a:pt x="141" y="767"/>
                </a:lnTo>
                <a:lnTo>
                  <a:pt x="141" y="768"/>
                </a:lnTo>
                <a:lnTo>
                  <a:pt x="140" y="769"/>
                </a:lnTo>
                <a:lnTo>
                  <a:pt x="139" y="770"/>
                </a:lnTo>
                <a:lnTo>
                  <a:pt x="138" y="770"/>
                </a:lnTo>
                <a:lnTo>
                  <a:pt x="136" y="772"/>
                </a:lnTo>
                <a:lnTo>
                  <a:pt x="136" y="771"/>
                </a:lnTo>
                <a:lnTo>
                  <a:pt x="135" y="771"/>
                </a:lnTo>
                <a:lnTo>
                  <a:pt x="136" y="771"/>
                </a:lnTo>
                <a:lnTo>
                  <a:pt x="136" y="770"/>
                </a:lnTo>
                <a:lnTo>
                  <a:pt x="136" y="769"/>
                </a:lnTo>
                <a:lnTo>
                  <a:pt x="136" y="768"/>
                </a:lnTo>
                <a:lnTo>
                  <a:pt x="136" y="766"/>
                </a:lnTo>
                <a:lnTo>
                  <a:pt x="137" y="766"/>
                </a:lnTo>
                <a:lnTo>
                  <a:pt x="137" y="765"/>
                </a:lnTo>
                <a:lnTo>
                  <a:pt x="137" y="763"/>
                </a:lnTo>
                <a:lnTo>
                  <a:pt x="138" y="761"/>
                </a:lnTo>
                <a:lnTo>
                  <a:pt x="137" y="758"/>
                </a:lnTo>
                <a:lnTo>
                  <a:pt x="136" y="757"/>
                </a:lnTo>
                <a:lnTo>
                  <a:pt x="135" y="757"/>
                </a:lnTo>
                <a:lnTo>
                  <a:pt x="134" y="757"/>
                </a:lnTo>
                <a:lnTo>
                  <a:pt x="132" y="755"/>
                </a:lnTo>
                <a:lnTo>
                  <a:pt x="131" y="754"/>
                </a:lnTo>
                <a:lnTo>
                  <a:pt x="131" y="753"/>
                </a:lnTo>
                <a:lnTo>
                  <a:pt x="131" y="752"/>
                </a:lnTo>
                <a:lnTo>
                  <a:pt x="131" y="751"/>
                </a:lnTo>
                <a:lnTo>
                  <a:pt x="131" y="750"/>
                </a:lnTo>
                <a:lnTo>
                  <a:pt x="130" y="750"/>
                </a:lnTo>
                <a:lnTo>
                  <a:pt x="130" y="749"/>
                </a:lnTo>
                <a:lnTo>
                  <a:pt x="129" y="749"/>
                </a:lnTo>
                <a:lnTo>
                  <a:pt x="128" y="749"/>
                </a:lnTo>
                <a:lnTo>
                  <a:pt x="128" y="748"/>
                </a:lnTo>
                <a:lnTo>
                  <a:pt x="127" y="748"/>
                </a:lnTo>
                <a:lnTo>
                  <a:pt x="127" y="747"/>
                </a:lnTo>
                <a:lnTo>
                  <a:pt x="127" y="746"/>
                </a:lnTo>
                <a:lnTo>
                  <a:pt x="128" y="745"/>
                </a:lnTo>
                <a:lnTo>
                  <a:pt x="128" y="744"/>
                </a:lnTo>
                <a:lnTo>
                  <a:pt x="128" y="743"/>
                </a:lnTo>
                <a:lnTo>
                  <a:pt x="127" y="743"/>
                </a:lnTo>
                <a:lnTo>
                  <a:pt x="126" y="743"/>
                </a:lnTo>
                <a:lnTo>
                  <a:pt x="126" y="742"/>
                </a:lnTo>
                <a:lnTo>
                  <a:pt x="124" y="741"/>
                </a:lnTo>
                <a:lnTo>
                  <a:pt x="124" y="740"/>
                </a:lnTo>
                <a:lnTo>
                  <a:pt x="124" y="739"/>
                </a:lnTo>
                <a:lnTo>
                  <a:pt x="124" y="738"/>
                </a:lnTo>
                <a:lnTo>
                  <a:pt x="125" y="738"/>
                </a:lnTo>
                <a:lnTo>
                  <a:pt x="126" y="738"/>
                </a:lnTo>
                <a:lnTo>
                  <a:pt x="126" y="734"/>
                </a:lnTo>
                <a:lnTo>
                  <a:pt x="125" y="734"/>
                </a:lnTo>
                <a:lnTo>
                  <a:pt x="125" y="733"/>
                </a:lnTo>
                <a:lnTo>
                  <a:pt x="125" y="732"/>
                </a:lnTo>
                <a:lnTo>
                  <a:pt x="125" y="731"/>
                </a:lnTo>
                <a:lnTo>
                  <a:pt x="124" y="730"/>
                </a:lnTo>
                <a:lnTo>
                  <a:pt x="124" y="729"/>
                </a:lnTo>
                <a:lnTo>
                  <a:pt x="124" y="728"/>
                </a:lnTo>
                <a:lnTo>
                  <a:pt x="124" y="727"/>
                </a:lnTo>
                <a:lnTo>
                  <a:pt x="125" y="726"/>
                </a:lnTo>
                <a:lnTo>
                  <a:pt x="124" y="722"/>
                </a:lnTo>
                <a:lnTo>
                  <a:pt x="123" y="721"/>
                </a:lnTo>
                <a:lnTo>
                  <a:pt x="122" y="721"/>
                </a:lnTo>
                <a:lnTo>
                  <a:pt x="121" y="721"/>
                </a:lnTo>
                <a:lnTo>
                  <a:pt x="121" y="720"/>
                </a:lnTo>
                <a:lnTo>
                  <a:pt x="118" y="718"/>
                </a:lnTo>
                <a:lnTo>
                  <a:pt x="118" y="716"/>
                </a:lnTo>
                <a:lnTo>
                  <a:pt x="116" y="715"/>
                </a:lnTo>
                <a:lnTo>
                  <a:pt x="115" y="715"/>
                </a:lnTo>
                <a:lnTo>
                  <a:pt x="115" y="714"/>
                </a:lnTo>
                <a:lnTo>
                  <a:pt x="115" y="713"/>
                </a:lnTo>
                <a:lnTo>
                  <a:pt x="116" y="712"/>
                </a:lnTo>
                <a:lnTo>
                  <a:pt x="117" y="711"/>
                </a:lnTo>
                <a:lnTo>
                  <a:pt x="118" y="710"/>
                </a:lnTo>
                <a:lnTo>
                  <a:pt x="118" y="709"/>
                </a:lnTo>
                <a:lnTo>
                  <a:pt x="117" y="709"/>
                </a:lnTo>
                <a:lnTo>
                  <a:pt x="116" y="709"/>
                </a:lnTo>
                <a:lnTo>
                  <a:pt x="115" y="709"/>
                </a:lnTo>
                <a:lnTo>
                  <a:pt x="115" y="708"/>
                </a:lnTo>
                <a:lnTo>
                  <a:pt x="114" y="708"/>
                </a:lnTo>
                <a:lnTo>
                  <a:pt x="114" y="707"/>
                </a:lnTo>
                <a:lnTo>
                  <a:pt x="113" y="706"/>
                </a:lnTo>
                <a:lnTo>
                  <a:pt x="112" y="706"/>
                </a:lnTo>
                <a:lnTo>
                  <a:pt x="111" y="706"/>
                </a:lnTo>
                <a:lnTo>
                  <a:pt x="111" y="707"/>
                </a:lnTo>
                <a:lnTo>
                  <a:pt x="110" y="707"/>
                </a:lnTo>
                <a:lnTo>
                  <a:pt x="109" y="707"/>
                </a:lnTo>
                <a:lnTo>
                  <a:pt x="108" y="707"/>
                </a:lnTo>
                <a:lnTo>
                  <a:pt x="107" y="706"/>
                </a:lnTo>
                <a:lnTo>
                  <a:pt x="107" y="708"/>
                </a:lnTo>
                <a:lnTo>
                  <a:pt x="106" y="709"/>
                </a:lnTo>
                <a:lnTo>
                  <a:pt x="106" y="710"/>
                </a:lnTo>
                <a:lnTo>
                  <a:pt x="105" y="711"/>
                </a:lnTo>
                <a:lnTo>
                  <a:pt x="103" y="711"/>
                </a:lnTo>
                <a:lnTo>
                  <a:pt x="101" y="710"/>
                </a:lnTo>
                <a:lnTo>
                  <a:pt x="100" y="711"/>
                </a:lnTo>
                <a:lnTo>
                  <a:pt x="100" y="712"/>
                </a:lnTo>
                <a:lnTo>
                  <a:pt x="99" y="712"/>
                </a:lnTo>
                <a:lnTo>
                  <a:pt x="98" y="710"/>
                </a:lnTo>
                <a:lnTo>
                  <a:pt x="97" y="710"/>
                </a:lnTo>
                <a:lnTo>
                  <a:pt x="96" y="711"/>
                </a:lnTo>
                <a:lnTo>
                  <a:pt x="95" y="711"/>
                </a:lnTo>
                <a:lnTo>
                  <a:pt x="93" y="712"/>
                </a:lnTo>
                <a:lnTo>
                  <a:pt x="93" y="713"/>
                </a:lnTo>
                <a:lnTo>
                  <a:pt x="93" y="714"/>
                </a:lnTo>
                <a:lnTo>
                  <a:pt x="91" y="715"/>
                </a:lnTo>
                <a:lnTo>
                  <a:pt x="90" y="713"/>
                </a:lnTo>
                <a:lnTo>
                  <a:pt x="91" y="711"/>
                </a:lnTo>
                <a:lnTo>
                  <a:pt x="90" y="710"/>
                </a:lnTo>
                <a:lnTo>
                  <a:pt x="89" y="710"/>
                </a:lnTo>
                <a:lnTo>
                  <a:pt x="88" y="710"/>
                </a:lnTo>
                <a:lnTo>
                  <a:pt x="87" y="711"/>
                </a:lnTo>
                <a:lnTo>
                  <a:pt x="84" y="714"/>
                </a:lnTo>
                <a:lnTo>
                  <a:pt x="84" y="715"/>
                </a:lnTo>
                <a:lnTo>
                  <a:pt x="82" y="715"/>
                </a:lnTo>
                <a:lnTo>
                  <a:pt x="81" y="714"/>
                </a:lnTo>
                <a:lnTo>
                  <a:pt x="80" y="714"/>
                </a:lnTo>
                <a:lnTo>
                  <a:pt x="80" y="715"/>
                </a:lnTo>
                <a:lnTo>
                  <a:pt x="78" y="716"/>
                </a:lnTo>
                <a:lnTo>
                  <a:pt x="77" y="716"/>
                </a:lnTo>
                <a:lnTo>
                  <a:pt x="77" y="715"/>
                </a:lnTo>
                <a:lnTo>
                  <a:pt x="76" y="714"/>
                </a:lnTo>
                <a:lnTo>
                  <a:pt x="74" y="714"/>
                </a:lnTo>
                <a:lnTo>
                  <a:pt x="73" y="714"/>
                </a:lnTo>
                <a:lnTo>
                  <a:pt x="73" y="715"/>
                </a:lnTo>
                <a:lnTo>
                  <a:pt x="71" y="715"/>
                </a:lnTo>
                <a:lnTo>
                  <a:pt x="70" y="714"/>
                </a:lnTo>
                <a:lnTo>
                  <a:pt x="70" y="713"/>
                </a:lnTo>
                <a:lnTo>
                  <a:pt x="69" y="713"/>
                </a:lnTo>
                <a:lnTo>
                  <a:pt x="68" y="712"/>
                </a:lnTo>
                <a:lnTo>
                  <a:pt x="67" y="712"/>
                </a:lnTo>
                <a:lnTo>
                  <a:pt x="66" y="711"/>
                </a:lnTo>
                <a:lnTo>
                  <a:pt x="66" y="710"/>
                </a:lnTo>
                <a:lnTo>
                  <a:pt x="65" y="710"/>
                </a:lnTo>
                <a:lnTo>
                  <a:pt x="65" y="709"/>
                </a:lnTo>
                <a:lnTo>
                  <a:pt x="64" y="709"/>
                </a:lnTo>
                <a:lnTo>
                  <a:pt x="64" y="708"/>
                </a:lnTo>
                <a:lnTo>
                  <a:pt x="64" y="706"/>
                </a:lnTo>
                <a:lnTo>
                  <a:pt x="65" y="705"/>
                </a:lnTo>
                <a:lnTo>
                  <a:pt x="66" y="704"/>
                </a:lnTo>
                <a:lnTo>
                  <a:pt x="66" y="703"/>
                </a:lnTo>
                <a:lnTo>
                  <a:pt x="65" y="703"/>
                </a:lnTo>
                <a:lnTo>
                  <a:pt x="65" y="702"/>
                </a:lnTo>
                <a:lnTo>
                  <a:pt x="64" y="702"/>
                </a:lnTo>
                <a:lnTo>
                  <a:pt x="61" y="702"/>
                </a:lnTo>
                <a:lnTo>
                  <a:pt x="59" y="703"/>
                </a:lnTo>
                <a:lnTo>
                  <a:pt x="58" y="703"/>
                </a:lnTo>
                <a:lnTo>
                  <a:pt x="57" y="703"/>
                </a:lnTo>
                <a:lnTo>
                  <a:pt x="57" y="702"/>
                </a:lnTo>
                <a:lnTo>
                  <a:pt x="56" y="702"/>
                </a:lnTo>
                <a:lnTo>
                  <a:pt x="55" y="703"/>
                </a:lnTo>
                <a:lnTo>
                  <a:pt x="55" y="704"/>
                </a:lnTo>
                <a:lnTo>
                  <a:pt x="55" y="705"/>
                </a:lnTo>
                <a:lnTo>
                  <a:pt x="54" y="705"/>
                </a:lnTo>
                <a:lnTo>
                  <a:pt x="53" y="704"/>
                </a:lnTo>
                <a:lnTo>
                  <a:pt x="53" y="703"/>
                </a:lnTo>
                <a:lnTo>
                  <a:pt x="53" y="702"/>
                </a:lnTo>
                <a:lnTo>
                  <a:pt x="53" y="701"/>
                </a:lnTo>
                <a:lnTo>
                  <a:pt x="52" y="700"/>
                </a:lnTo>
                <a:lnTo>
                  <a:pt x="52" y="699"/>
                </a:lnTo>
                <a:lnTo>
                  <a:pt x="51" y="699"/>
                </a:lnTo>
                <a:lnTo>
                  <a:pt x="50" y="698"/>
                </a:lnTo>
                <a:lnTo>
                  <a:pt x="52" y="695"/>
                </a:lnTo>
                <a:lnTo>
                  <a:pt x="53" y="694"/>
                </a:lnTo>
                <a:lnTo>
                  <a:pt x="54" y="693"/>
                </a:lnTo>
                <a:lnTo>
                  <a:pt x="55" y="691"/>
                </a:lnTo>
                <a:lnTo>
                  <a:pt x="55" y="689"/>
                </a:lnTo>
                <a:lnTo>
                  <a:pt x="55" y="688"/>
                </a:lnTo>
                <a:lnTo>
                  <a:pt x="54" y="686"/>
                </a:lnTo>
                <a:lnTo>
                  <a:pt x="52" y="685"/>
                </a:lnTo>
                <a:lnTo>
                  <a:pt x="51" y="685"/>
                </a:lnTo>
                <a:lnTo>
                  <a:pt x="50" y="686"/>
                </a:lnTo>
                <a:lnTo>
                  <a:pt x="50" y="687"/>
                </a:lnTo>
                <a:lnTo>
                  <a:pt x="49" y="688"/>
                </a:lnTo>
                <a:lnTo>
                  <a:pt x="48" y="688"/>
                </a:lnTo>
                <a:lnTo>
                  <a:pt x="47" y="688"/>
                </a:lnTo>
                <a:lnTo>
                  <a:pt x="46" y="690"/>
                </a:lnTo>
                <a:lnTo>
                  <a:pt x="46" y="691"/>
                </a:lnTo>
                <a:lnTo>
                  <a:pt x="45" y="692"/>
                </a:lnTo>
                <a:lnTo>
                  <a:pt x="43" y="693"/>
                </a:lnTo>
                <a:lnTo>
                  <a:pt x="42" y="692"/>
                </a:lnTo>
                <a:lnTo>
                  <a:pt x="41" y="692"/>
                </a:lnTo>
                <a:lnTo>
                  <a:pt x="40" y="691"/>
                </a:lnTo>
                <a:lnTo>
                  <a:pt x="40" y="690"/>
                </a:lnTo>
                <a:lnTo>
                  <a:pt x="39" y="690"/>
                </a:lnTo>
                <a:lnTo>
                  <a:pt x="39" y="691"/>
                </a:lnTo>
                <a:lnTo>
                  <a:pt x="38" y="692"/>
                </a:lnTo>
                <a:lnTo>
                  <a:pt x="37" y="694"/>
                </a:lnTo>
                <a:lnTo>
                  <a:pt x="36" y="694"/>
                </a:lnTo>
                <a:lnTo>
                  <a:pt x="35" y="693"/>
                </a:lnTo>
                <a:lnTo>
                  <a:pt x="35" y="692"/>
                </a:lnTo>
                <a:lnTo>
                  <a:pt x="35" y="691"/>
                </a:lnTo>
                <a:lnTo>
                  <a:pt x="34" y="690"/>
                </a:lnTo>
                <a:lnTo>
                  <a:pt x="31" y="689"/>
                </a:lnTo>
                <a:lnTo>
                  <a:pt x="30" y="689"/>
                </a:lnTo>
                <a:lnTo>
                  <a:pt x="29" y="690"/>
                </a:lnTo>
                <a:lnTo>
                  <a:pt x="28" y="690"/>
                </a:lnTo>
                <a:lnTo>
                  <a:pt x="28" y="689"/>
                </a:lnTo>
                <a:lnTo>
                  <a:pt x="27" y="689"/>
                </a:lnTo>
                <a:lnTo>
                  <a:pt x="27" y="688"/>
                </a:lnTo>
                <a:lnTo>
                  <a:pt x="26" y="688"/>
                </a:lnTo>
                <a:lnTo>
                  <a:pt x="25" y="688"/>
                </a:lnTo>
                <a:lnTo>
                  <a:pt x="24" y="687"/>
                </a:lnTo>
                <a:lnTo>
                  <a:pt x="23" y="686"/>
                </a:lnTo>
                <a:lnTo>
                  <a:pt x="20" y="684"/>
                </a:lnTo>
                <a:lnTo>
                  <a:pt x="20" y="683"/>
                </a:lnTo>
                <a:lnTo>
                  <a:pt x="19" y="682"/>
                </a:lnTo>
                <a:lnTo>
                  <a:pt x="18" y="680"/>
                </a:lnTo>
                <a:lnTo>
                  <a:pt x="18" y="679"/>
                </a:lnTo>
                <a:lnTo>
                  <a:pt x="17" y="679"/>
                </a:lnTo>
                <a:lnTo>
                  <a:pt x="16" y="679"/>
                </a:lnTo>
                <a:lnTo>
                  <a:pt x="15" y="678"/>
                </a:lnTo>
                <a:lnTo>
                  <a:pt x="13" y="678"/>
                </a:lnTo>
                <a:lnTo>
                  <a:pt x="12" y="678"/>
                </a:lnTo>
                <a:lnTo>
                  <a:pt x="11" y="678"/>
                </a:lnTo>
                <a:lnTo>
                  <a:pt x="9" y="679"/>
                </a:lnTo>
                <a:lnTo>
                  <a:pt x="9" y="678"/>
                </a:lnTo>
                <a:lnTo>
                  <a:pt x="9" y="677"/>
                </a:lnTo>
                <a:lnTo>
                  <a:pt x="10" y="677"/>
                </a:lnTo>
                <a:lnTo>
                  <a:pt x="11" y="675"/>
                </a:lnTo>
                <a:lnTo>
                  <a:pt x="11" y="674"/>
                </a:lnTo>
                <a:lnTo>
                  <a:pt x="10" y="673"/>
                </a:lnTo>
                <a:lnTo>
                  <a:pt x="9" y="673"/>
                </a:lnTo>
                <a:lnTo>
                  <a:pt x="8" y="674"/>
                </a:lnTo>
                <a:lnTo>
                  <a:pt x="7" y="673"/>
                </a:lnTo>
                <a:lnTo>
                  <a:pt x="6" y="673"/>
                </a:lnTo>
                <a:lnTo>
                  <a:pt x="5" y="672"/>
                </a:lnTo>
                <a:lnTo>
                  <a:pt x="4" y="671"/>
                </a:lnTo>
                <a:lnTo>
                  <a:pt x="3" y="670"/>
                </a:lnTo>
                <a:lnTo>
                  <a:pt x="2" y="670"/>
                </a:lnTo>
                <a:lnTo>
                  <a:pt x="1" y="670"/>
                </a:lnTo>
                <a:lnTo>
                  <a:pt x="0" y="668"/>
                </a:lnTo>
                <a:lnTo>
                  <a:pt x="0" y="667"/>
                </a:lnTo>
                <a:lnTo>
                  <a:pt x="0" y="666"/>
                </a:lnTo>
                <a:lnTo>
                  <a:pt x="0" y="665"/>
                </a:lnTo>
                <a:lnTo>
                  <a:pt x="1" y="662"/>
                </a:lnTo>
                <a:lnTo>
                  <a:pt x="1" y="661"/>
                </a:lnTo>
                <a:lnTo>
                  <a:pt x="3" y="660"/>
                </a:lnTo>
                <a:lnTo>
                  <a:pt x="3" y="659"/>
                </a:lnTo>
                <a:lnTo>
                  <a:pt x="3" y="657"/>
                </a:lnTo>
                <a:lnTo>
                  <a:pt x="4" y="656"/>
                </a:lnTo>
                <a:lnTo>
                  <a:pt x="4" y="655"/>
                </a:lnTo>
                <a:lnTo>
                  <a:pt x="4" y="654"/>
                </a:lnTo>
                <a:lnTo>
                  <a:pt x="4" y="651"/>
                </a:lnTo>
                <a:lnTo>
                  <a:pt x="4" y="648"/>
                </a:lnTo>
                <a:lnTo>
                  <a:pt x="4" y="646"/>
                </a:lnTo>
                <a:lnTo>
                  <a:pt x="3" y="644"/>
                </a:lnTo>
                <a:lnTo>
                  <a:pt x="4" y="643"/>
                </a:lnTo>
                <a:lnTo>
                  <a:pt x="4" y="641"/>
                </a:lnTo>
                <a:lnTo>
                  <a:pt x="4" y="639"/>
                </a:lnTo>
                <a:lnTo>
                  <a:pt x="4" y="638"/>
                </a:lnTo>
                <a:lnTo>
                  <a:pt x="4" y="637"/>
                </a:lnTo>
                <a:lnTo>
                  <a:pt x="4" y="636"/>
                </a:lnTo>
                <a:lnTo>
                  <a:pt x="6" y="634"/>
                </a:lnTo>
                <a:lnTo>
                  <a:pt x="8" y="635"/>
                </a:lnTo>
                <a:lnTo>
                  <a:pt x="10" y="636"/>
                </a:lnTo>
                <a:lnTo>
                  <a:pt x="11" y="636"/>
                </a:lnTo>
                <a:lnTo>
                  <a:pt x="15" y="635"/>
                </a:lnTo>
                <a:lnTo>
                  <a:pt x="15" y="634"/>
                </a:lnTo>
                <a:lnTo>
                  <a:pt x="17" y="633"/>
                </a:lnTo>
                <a:lnTo>
                  <a:pt x="18" y="633"/>
                </a:lnTo>
                <a:lnTo>
                  <a:pt x="19" y="632"/>
                </a:lnTo>
                <a:lnTo>
                  <a:pt x="19" y="631"/>
                </a:lnTo>
                <a:lnTo>
                  <a:pt x="20" y="629"/>
                </a:lnTo>
                <a:lnTo>
                  <a:pt x="21" y="628"/>
                </a:lnTo>
                <a:lnTo>
                  <a:pt x="21" y="626"/>
                </a:lnTo>
                <a:lnTo>
                  <a:pt x="21" y="625"/>
                </a:lnTo>
                <a:lnTo>
                  <a:pt x="21" y="624"/>
                </a:lnTo>
                <a:lnTo>
                  <a:pt x="18" y="624"/>
                </a:lnTo>
                <a:lnTo>
                  <a:pt x="17" y="624"/>
                </a:lnTo>
                <a:lnTo>
                  <a:pt x="15" y="624"/>
                </a:lnTo>
                <a:lnTo>
                  <a:pt x="14" y="624"/>
                </a:lnTo>
                <a:lnTo>
                  <a:pt x="14" y="623"/>
                </a:lnTo>
                <a:lnTo>
                  <a:pt x="13" y="623"/>
                </a:lnTo>
                <a:lnTo>
                  <a:pt x="11" y="623"/>
                </a:lnTo>
                <a:lnTo>
                  <a:pt x="10" y="623"/>
                </a:lnTo>
                <a:lnTo>
                  <a:pt x="8" y="622"/>
                </a:lnTo>
                <a:lnTo>
                  <a:pt x="8" y="621"/>
                </a:lnTo>
                <a:lnTo>
                  <a:pt x="7" y="620"/>
                </a:lnTo>
                <a:lnTo>
                  <a:pt x="7" y="617"/>
                </a:lnTo>
                <a:lnTo>
                  <a:pt x="7" y="616"/>
                </a:lnTo>
                <a:lnTo>
                  <a:pt x="8" y="614"/>
                </a:lnTo>
                <a:lnTo>
                  <a:pt x="9" y="613"/>
                </a:lnTo>
                <a:lnTo>
                  <a:pt x="9" y="612"/>
                </a:lnTo>
                <a:lnTo>
                  <a:pt x="10" y="612"/>
                </a:lnTo>
                <a:lnTo>
                  <a:pt x="10" y="611"/>
                </a:lnTo>
                <a:lnTo>
                  <a:pt x="10" y="610"/>
                </a:lnTo>
                <a:lnTo>
                  <a:pt x="13" y="610"/>
                </a:lnTo>
                <a:lnTo>
                  <a:pt x="14" y="610"/>
                </a:lnTo>
                <a:lnTo>
                  <a:pt x="14" y="611"/>
                </a:lnTo>
                <a:lnTo>
                  <a:pt x="16" y="612"/>
                </a:lnTo>
                <a:lnTo>
                  <a:pt x="17" y="612"/>
                </a:lnTo>
                <a:lnTo>
                  <a:pt x="19" y="612"/>
                </a:lnTo>
                <a:lnTo>
                  <a:pt x="20" y="613"/>
                </a:lnTo>
                <a:lnTo>
                  <a:pt x="21" y="613"/>
                </a:lnTo>
                <a:lnTo>
                  <a:pt x="22" y="612"/>
                </a:lnTo>
                <a:lnTo>
                  <a:pt x="22" y="611"/>
                </a:lnTo>
                <a:lnTo>
                  <a:pt x="23" y="610"/>
                </a:lnTo>
                <a:lnTo>
                  <a:pt x="23" y="609"/>
                </a:lnTo>
                <a:lnTo>
                  <a:pt x="23" y="610"/>
                </a:lnTo>
                <a:lnTo>
                  <a:pt x="22" y="610"/>
                </a:lnTo>
                <a:lnTo>
                  <a:pt x="22" y="609"/>
                </a:lnTo>
                <a:lnTo>
                  <a:pt x="23" y="609"/>
                </a:lnTo>
                <a:lnTo>
                  <a:pt x="24" y="609"/>
                </a:lnTo>
                <a:lnTo>
                  <a:pt x="25" y="610"/>
                </a:lnTo>
                <a:lnTo>
                  <a:pt x="26" y="610"/>
                </a:lnTo>
                <a:lnTo>
                  <a:pt x="27" y="609"/>
                </a:lnTo>
                <a:lnTo>
                  <a:pt x="27" y="608"/>
                </a:lnTo>
                <a:lnTo>
                  <a:pt x="27" y="606"/>
                </a:lnTo>
                <a:lnTo>
                  <a:pt x="27" y="604"/>
                </a:lnTo>
                <a:lnTo>
                  <a:pt x="27" y="602"/>
                </a:lnTo>
                <a:lnTo>
                  <a:pt x="27" y="599"/>
                </a:lnTo>
                <a:lnTo>
                  <a:pt x="27" y="598"/>
                </a:lnTo>
                <a:lnTo>
                  <a:pt x="26" y="597"/>
                </a:lnTo>
                <a:lnTo>
                  <a:pt x="26" y="596"/>
                </a:lnTo>
                <a:lnTo>
                  <a:pt x="27" y="596"/>
                </a:lnTo>
                <a:lnTo>
                  <a:pt x="28" y="596"/>
                </a:lnTo>
                <a:lnTo>
                  <a:pt x="29" y="596"/>
                </a:lnTo>
                <a:lnTo>
                  <a:pt x="32" y="595"/>
                </a:lnTo>
                <a:lnTo>
                  <a:pt x="33" y="595"/>
                </a:lnTo>
                <a:lnTo>
                  <a:pt x="33" y="594"/>
                </a:lnTo>
                <a:lnTo>
                  <a:pt x="34" y="594"/>
                </a:lnTo>
                <a:lnTo>
                  <a:pt x="35" y="594"/>
                </a:lnTo>
                <a:lnTo>
                  <a:pt x="35" y="593"/>
                </a:lnTo>
                <a:lnTo>
                  <a:pt x="35" y="592"/>
                </a:lnTo>
                <a:lnTo>
                  <a:pt x="35" y="591"/>
                </a:lnTo>
                <a:lnTo>
                  <a:pt x="36" y="589"/>
                </a:lnTo>
                <a:lnTo>
                  <a:pt x="38" y="587"/>
                </a:lnTo>
                <a:lnTo>
                  <a:pt x="40" y="584"/>
                </a:lnTo>
                <a:lnTo>
                  <a:pt x="41" y="583"/>
                </a:lnTo>
                <a:lnTo>
                  <a:pt x="42" y="582"/>
                </a:lnTo>
                <a:lnTo>
                  <a:pt x="41" y="580"/>
                </a:lnTo>
                <a:lnTo>
                  <a:pt x="40" y="580"/>
                </a:lnTo>
                <a:lnTo>
                  <a:pt x="39" y="580"/>
                </a:lnTo>
                <a:lnTo>
                  <a:pt x="38" y="580"/>
                </a:lnTo>
                <a:lnTo>
                  <a:pt x="38" y="579"/>
                </a:lnTo>
                <a:lnTo>
                  <a:pt x="37" y="578"/>
                </a:lnTo>
                <a:lnTo>
                  <a:pt x="37" y="577"/>
                </a:lnTo>
                <a:lnTo>
                  <a:pt x="38" y="577"/>
                </a:lnTo>
                <a:lnTo>
                  <a:pt x="38" y="576"/>
                </a:lnTo>
                <a:lnTo>
                  <a:pt x="39" y="576"/>
                </a:lnTo>
                <a:lnTo>
                  <a:pt x="40" y="577"/>
                </a:lnTo>
                <a:lnTo>
                  <a:pt x="41" y="576"/>
                </a:lnTo>
                <a:lnTo>
                  <a:pt x="42" y="575"/>
                </a:lnTo>
                <a:lnTo>
                  <a:pt x="43" y="575"/>
                </a:lnTo>
                <a:lnTo>
                  <a:pt x="43" y="574"/>
                </a:lnTo>
                <a:lnTo>
                  <a:pt x="42" y="572"/>
                </a:lnTo>
                <a:lnTo>
                  <a:pt x="42" y="571"/>
                </a:lnTo>
                <a:lnTo>
                  <a:pt x="43" y="569"/>
                </a:lnTo>
                <a:lnTo>
                  <a:pt x="44" y="569"/>
                </a:lnTo>
                <a:lnTo>
                  <a:pt x="45" y="569"/>
                </a:lnTo>
                <a:lnTo>
                  <a:pt x="45" y="568"/>
                </a:lnTo>
                <a:lnTo>
                  <a:pt x="46" y="566"/>
                </a:lnTo>
                <a:lnTo>
                  <a:pt x="47" y="564"/>
                </a:lnTo>
                <a:lnTo>
                  <a:pt x="47" y="563"/>
                </a:lnTo>
                <a:lnTo>
                  <a:pt x="47" y="562"/>
                </a:lnTo>
                <a:lnTo>
                  <a:pt x="45" y="557"/>
                </a:lnTo>
                <a:lnTo>
                  <a:pt x="45" y="556"/>
                </a:lnTo>
                <a:lnTo>
                  <a:pt x="45" y="555"/>
                </a:lnTo>
                <a:lnTo>
                  <a:pt x="46" y="554"/>
                </a:lnTo>
                <a:lnTo>
                  <a:pt x="47" y="553"/>
                </a:lnTo>
                <a:lnTo>
                  <a:pt x="50" y="552"/>
                </a:lnTo>
                <a:lnTo>
                  <a:pt x="52" y="552"/>
                </a:lnTo>
                <a:lnTo>
                  <a:pt x="52" y="553"/>
                </a:lnTo>
                <a:lnTo>
                  <a:pt x="53" y="553"/>
                </a:lnTo>
                <a:lnTo>
                  <a:pt x="54" y="552"/>
                </a:lnTo>
                <a:lnTo>
                  <a:pt x="54" y="551"/>
                </a:lnTo>
                <a:lnTo>
                  <a:pt x="54" y="550"/>
                </a:lnTo>
                <a:lnTo>
                  <a:pt x="55" y="549"/>
                </a:lnTo>
                <a:lnTo>
                  <a:pt x="54" y="549"/>
                </a:lnTo>
                <a:lnTo>
                  <a:pt x="54" y="548"/>
                </a:lnTo>
                <a:lnTo>
                  <a:pt x="55" y="548"/>
                </a:lnTo>
                <a:lnTo>
                  <a:pt x="55" y="549"/>
                </a:lnTo>
                <a:lnTo>
                  <a:pt x="56" y="550"/>
                </a:lnTo>
                <a:lnTo>
                  <a:pt x="56" y="551"/>
                </a:lnTo>
                <a:lnTo>
                  <a:pt x="57" y="551"/>
                </a:lnTo>
                <a:lnTo>
                  <a:pt x="58" y="550"/>
                </a:lnTo>
                <a:lnTo>
                  <a:pt x="58" y="549"/>
                </a:lnTo>
                <a:lnTo>
                  <a:pt x="57" y="547"/>
                </a:lnTo>
                <a:lnTo>
                  <a:pt x="57" y="546"/>
                </a:lnTo>
                <a:lnTo>
                  <a:pt x="56" y="546"/>
                </a:lnTo>
                <a:lnTo>
                  <a:pt x="55" y="545"/>
                </a:lnTo>
                <a:lnTo>
                  <a:pt x="55" y="544"/>
                </a:lnTo>
                <a:lnTo>
                  <a:pt x="56" y="543"/>
                </a:lnTo>
                <a:lnTo>
                  <a:pt x="56" y="542"/>
                </a:lnTo>
                <a:lnTo>
                  <a:pt x="56" y="539"/>
                </a:lnTo>
                <a:lnTo>
                  <a:pt x="55" y="539"/>
                </a:lnTo>
                <a:lnTo>
                  <a:pt x="55" y="538"/>
                </a:lnTo>
                <a:lnTo>
                  <a:pt x="53" y="538"/>
                </a:lnTo>
                <a:lnTo>
                  <a:pt x="53" y="537"/>
                </a:lnTo>
                <a:lnTo>
                  <a:pt x="54" y="536"/>
                </a:lnTo>
                <a:lnTo>
                  <a:pt x="55" y="535"/>
                </a:lnTo>
                <a:lnTo>
                  <a:pt x="55" y="534"/>
                </a:lnTo>
                <a:lnTo>
                  <a:pt x="57" y="534"/>
                </a:lnTo>
                <a:lnTo>
                  <a:pt x="58" y="534"/>
                </a:lnTo>
                <a:lnTo>
                  <a:pt x="59" y="533"/>
                </a:lnTo>
                <a:lnTo>
                  <a:pt x="60" y="532"/>
                </a:lnTo>
                <a:lnTo>
                  <a:pt x="61" y="532"/>
                </a:lnTo>
                <a:lnTo>
                  <a:pt x="62" y="532"/>
                </a:lnTo>
                <a:lnTo>
                  <a:pt x="62" y="531"/>
                </a:lnTo>
                <a:lnTo>
                  <a:pt x="61" y="529"/>
                </a:lnTo>
                <a:lnTo>
                  <a:pt x="60" y="527"/>
                </a:lnTo>
                <a:lnTo>
                  <a:pt x="60" y="525"/>
                </a:lnTo>
                <a:lnTo>
                  <a:pt x="61" y="522"/>
                </a:lnTo>
                <a:lnTo>
                  <a:pt x="62" y="522"/>
                </a:lnTo>
                <a:lnTo>
                  <a:pt x="62" y="521"/>
                </a:lnTo>
                <a:lnTo>
                  <a:pt x="63" y="520"/>
                </a:lnTo>
                <a:lnTo>
                  <a:pt x="64" y="519"/>
                </a:lnTo>
                <a:lnTo>
                  <a:pt x="65" y="518"/>
                </a:lnTo>
                <a:lnTo>
                  <a:pt x="64" y="518"/>
                </a:lnTo>
                <a:lnTo>
                  <a:pt x="63" y="517"/>
                </a:lnTo>
                <a:lnTo>
                  <a:pt x="63" y="516"/>
                </a:lnTo>
                <a:lnTo>
                  <a:pt x="62" y="515"/>
                </a:lnTo>
                <a:lnTo>
                  <a:pt x="63" y="514"/>
                </a:lnTo>
                <a:lnTo>
                  <a:pt x="64" y="514"/>
                </a:lnTo>
                <a:lnTo>
                  <a:pt x="64" y="513"/>
                </a:lnTo>
                <a:lnTo>
                  <a:pt x="63" y="513"/>
                </a:lnTo>
                <a:lnTo>
                  <a:pt x="62" y="511"/>
                </a:lnTo>
                <a:lnTo>
                  <a:pt x="61" y="511"/>
                </a:lnTo>
                <a:lnTo>
                  <a:pt x="60" y="511"/>
                </a:lnTo>
                <a:lnTo>
                  <a:pt x="60" y="510"/>
                </a:lnTo>
                <a:lnTo>
                  <a:pt x="60" y="509"/>
                </a:lnTo>
                <a:lnTo>
                  <a:pt x="59" y="508"/>
                </a:lnTo>
                <a:lnTo>
                  <a:pt x="58" y="508"/>
                </a:lnTo>
                <a:lnTo>
                  <a:pt x="58" y="507"/>
                </a:lnTo>
                <a:lnTo>
                  <a:pt x="57" y="507"/>
                </a:lnTo>
                <a:lnTo>
                  <a:pt x="57" y="506"/>
                </a:lnTo>
                <a:lnTo>
                  <a:pt x="56" y="504"/>
                </a:lnTo>
                <a:lnTo>
                  <a:pt x="55" y="502"/>
                </a:lnTo>
                <a:lnTo>
                  <a:pt x="56" y="502"/>
                </a:lnTo>
                <a:lnTo>
                  <a:pt x="59" y="502"/>
                </a:lnTo>
                <a:lnTo>
                  <a:pt x="60" y="502"/>
                </a:lnTo>
                <a:lnTo>
                  <a:pt x="61" y="502"/>
                </a:lnTo>
                <a:lnTo>
                  <a:pt x="63" y="502"/>
                </a:lnTo>
                <a:lnTo>
                  <a:pt x="64" y="501"/>
                </a:lnTo>
                <a:lnTo>
                  <a:pt x="64" y="500"/>
                </a:lnTo>
                <a:lnTo>
                  <a:pt x="63" y="499"/>
                </a:lnTo>
                <a:lnTo>
                  <a:pt x="62" y="498"/>
                </a:lnTo>
                <a:lnTo>
                  <a:pt x="63" y="498"/>
                </a:lnTo>
                <a:lnTo>
                  <a:pt x="64" y="498"/>
                </a:lnTo>
                <a:lnTo>
                  <a:pt x="63" y="497"/>
                </a:lnTo>
                <a:lnTo>
                  <a:pt x="63" y="496"/>
                </a:lnTo>
                <a:lnTo>
                  <a:pt x="62" y="496"/>
                </a:lnTo>
                <a:lnTo>
                  <a:pt x="60" y="495"/>
                </a:lnTo>
                <a:lnTo>
                  <a:pt x="58" y="495"/>
                </a:lnTo>
                <a:lnTo>
                  <a:pt x="55" y="493"/>
                </a:lnTo>
                <a:lnTo>
                  <a:pt x="54" y="493"/>
                </a:lnTo>
                <a:lnTo>
                  <a:pt x="52" y="493"/>
                </a:lnTo>
                <a:lnTo>
                  <a:pt x="51" y="492"/>
                </a:lnTo>
                <a:lnTo>
                  <a:pt x="51" y="491"/>
                </a:lnTo>
                <a:lnTo>
                  <a:pt x="50" y="490"/>
                </a:lnTo>
                <a:lnTo>
                  <a:pt x="49" y="489"/>
                </a:lnTo>
                <a:lnTo>
                  <a:pt x="48" y="488"/>
                </a:lnTo>
                <a:lnTo>
                  <a:pt x="47" y="487"/>
                </a:lnTo>
                <a:lnTo>
                  <a:pt x="47" y="488"/>
                </a:lnTo>
                <a:lnTo>
                  <a:pt x="46" y="488"/>
                </a:lnTo>
                <a:lnTo>
                  <a:pt x="45" y="486"/>
                </a:lnTo>
                <a:lnTo>
                  <a:pt x="45" y="484"/>
                </a:lnTo>
                <a:lnTo>
                  <a:pt x="45" y="483"/>
                </a:lnTo>
                <a:lnTo>
                  <a:pt x="45" y="482"/>
                </a:lnTo>
                <a:lnTo>
                  <a:pt x="45" y="480"/>
                </a:lnTo>
                <a:lnTo>
                  <a:pt x="45" y="479"/>
                </a:lnTo>
                <a:lnTo>
                  <a:pt x="44" y="479"/>
                </a:lnTo>
                <a:lnTo>
                  <a:pt x="44" y="478"/>
                </a:lnTo>
                <a:lnTo>
                  <a:pt x="43" y="477"/>
                </a:lnTo>
                <a:lnTo>
                  <a:pt x="42" y="475"/>
                </a:lnTo>
                <a:lnTo>
                  <a:pt x="42" y="474"/>
                </a:lnTo>
                <a:lnTo>
                  <a:pt x="42" y="473"/>
                </a:lnTo>
                <a:lnTo>
                  <a:pt x="43" y="472"/>
                </a:lnTo>
                <a:lnTo>
                  <a:pt x="43" y="471"/>
                </a:lnTo>
                <a:lnTo>
                  <a:pt x="43" y="470"/>
                </a:lnTo>
                <a:lnTo>
                  <a:pt x="44" y="470"/>
                </a:lnTo>
                <a:lnTo>
                  <a:pt x="44" y="469"/>
                </a:lnTo>
                <a:lnTo>
                  <a:pt x="44" y="468"/>
                </a:lnTo>
                <a:lnTo>
                  <a:pt x="43" y="468"/>
                </a:lnTo>
                <a:lnTo>
                  <a:pt x="43" y="467"/>
                </a:lnTo>
                <a:lnTo>
                  <a:pt x="42" y="467"/>
                </a:lnTo>
                <a:lnTo>
                  <a:pt x="42" y="468"/>
                </a:lnTo>
                <a:lnTo>
                  <a:pt x="41" y="468"/>
                </a:lnTo>
                <a:lnTo>
                  <a:pt x="41" y="467"/>
                </a:lnTo>
                <a:lnTo>
                  <a:pt x="42" y="466"/>
                </a:lnTo>
                <a:lnTo>
                  <a:pt x="42" y="465"/>
                </a:lnTo>
                <a:lnTo>
                  <a:pt x="43" y="465"/>
                </a:lnTo>
                <a:lnTo>
                  <a:pt x="43" y="463"/>
                </a:lnTo>
                <a:lnTo>
                  <a:pt x="43" y="462"/>
                </a:lnTo>
                <a:lnTo>
                  <a:pt x="42" y="462"/>
                </a:lnTo>
                <a:lnTo>
                  <a:pt x="41" y="462"/>
                </a:lnTo>
                <a:lnTo>
                  <a:pt x="40" y="461"/>
                </a:lnTo>
                <a:lnTo>
                  <a:pt x="39" y="461"/>
                </a:lnTo>
                <a:lnTo>
                  <a:pt x="39" y="460"/>
                </a:lnTo>
                <a:lnTo>
                  <a:pt x="38" y="459"/>
                </a:lnTo>
                <a:lnTo>
                  <a:pt x="38" y="457"/>
                </a:lnTo>
                <a:lnTo>
                  <a:pt x="39" y="456"/>
                </a:lnTo>
                <a:lnTo>
                  <a:pt x="40" y="455"/>
                </a:lnTo>
                <a:lnTo>
                  <a:pt x="41" y="454"/>
                </a:lnTo>
                <a:lnTo>
                  <a:pt x="41" y="452"/>
                </a:lnTo>
                <a:lnTo>
                  <a:pt x="41" y="451"/>
                </a:lnTo>
                <a:lnTo>
                  <a:pt x="41" y="450"/>
                </a:lnTo>
                <a:lnTo>
                  <a:pt x="41" y="449"/>
                </a:lnTo>
                <a:lnTo>
                  <a:pt x="41" y="448"/>
                </a:lnTo>
                <a:lnTo>
                  <a:pt x="41" y="447"/>
                </a:lnTo>
                <a:lnTo>
                  <a:pt x="41" y="446"/>
                </a:lnTo>
                <a:lnTo>
                  <a:pt x="41" y="445"/>
                </a:lnTo>
                <a:lnTo>
                  <a:pt x="42" y="445"/>
                </a:lnTo>
                <a:lnTo>
                  <a:pt x="42" y="444"/>
                </a:lnTo>
                <a:lnTo>
                  <a:pt x="41" y="444"/>
                </a:lnTo>
                <a:lnTo>
                  <a:pt x="42" y="442"/>
                </a:lnTo>
                <a:lnTo>
                  <a:pt x="42" y="441"/>
                </a:lnTo>
                <a:lnTo>
                  <a:pt x="42" y="440"/>
                </a:lnTo>
                <a:lnTo>
                  <a:pt x="42" y="439"/>
                </a:lnTo>
                <a:lnTo>
                  <a:pt x="41" y="439"/>
                </a:lnTo>
                <a:lnTo>
                  <a:pt x="41" y="438"/>
                </a:lnTo>
                <a:lnTo>
                  <a:pt x="40" y="437"/>
                </a:lnTo>
                <a:lnTo>
                  <a:pt x="40" y="436"/>
                </a:lnTo>
                <a:lnTo>
                  <a:pt x="40" y="435"/>
                </a:lnTo>
                <a:lnTo>
                  <a:pt x="41" y="435"/>
                </a:lnTo>
                <a:lnTo>
                  <a:pt x="41" y="434"/>
                </a:lnTo>
                <a:lnTo>
                  <a:pt x="41" y="433"/>
                </a:lnTo>
                <a:lnTo>
                  <a:pt x="40" y="429"/>
                </a:lnTo>
                <a:lnTo>
                  <a:pt x="40" y="428"/>
                </a:lnTo>
                <a:lnTo>
                  <a:pt x="39" y="427"/>
                </a:lnTo>
                <a:lnTo>
                  <a:pt x="39" y="426"/>
                </a:lnTo>
                <a:lnTo>
                  <a:pt x="39" y="425"/>
                </a:lnTo>
                <a:lnTo>
                  <a:pt x="39" y="424"/>
                </a:lnTo>
                <a:lnTo>
                  <a:pt x="39" y="423"/>
                </a:lnTo>
                <a:lnTo>
                  <a:pt x="38" y="421"/>
                </a:lnTo>
                <a:lnTo>
                  <a:pt x="38" y="420"/>
                </a:lnTo>
                <a:lnTo>
                  <a:pt x="38" y="419"/>
                </a:lnTo>
                <a:lnTo>
                  <a:pt x="38" y="418"/>
                </a:lnTo>
                <a:lnTo>
                  <a:pt x="39" y="418"/>
                </a:lnTo>
                <a:lnTo>
                  <a:pt x="40" y="417"/>
                </a:lnTo>
                <a:lnTo>
                  <a:pt x="41" y="416"/>
                </a:lnTo>
                <a:lnTo>
                  <a:pt x="42" y="414"/>
                </a:lnTo>
                <a:lnTo>
                  <a:pt x="42" y="413"/>
                </a:lnTo>
                <a:lnTo>
                  <a:pt x="42" y="412"/>
                </a:lnTo>
                <a:lnTo>
                  <a:pt x="42" y="410"/>
                </a:lnTo>
                <a:lnTo>
                  <a:pt x="43" y="410"/>
                </a:lnTo>
                <a:lnTo>
                  <a:pt x="43" y="408"/>
                </a:lnTo>
                <a:lnTo>
                  <a:pt x="44" y="408"/>
                </a:lnTo>
                <a:lnTo>
                  <a:pt x="44" y="406"/>
                </a:lnTo>
                <a:lnTo>
                  <a:pt x="44" y="404"/>
                </a:lnTo>
                <a:lnTo>
                  <a:pt x="44" y="403"/>
                </a:lnTo>
                <a:lnTo>
                  <a:pt x="44" y="402"/>
                </a:lnTo>
                <a:lnTo>
                  <a:pt x="43" y="400"/>
                </a:lnTo>
                <a:lnTo>
                  <a:pt x="43" y="399"/>
                </a:lnTo>
                <a:lnTo>
                  <a:pt x="43" y="398"/>
                </a:lnTo>
                <a:lnTo>
                  <a:pt x="43" y="396"/>
                </a:lnTo>
                <a:lnTo>
                  <a:pt x="43" y="394"/>
                </a:lnTo>
                <a:lnTo>
                  <a:pt x="41" y="392"/>
                </a:lnTo>
                <a:lnTo>
                  <a:pt x="41" y="391"/>
                </a:lnTo>
                <a:lnTo>
                  <a:pt x="39" y="390"/>
                </a:lnTo>
                <a:lnTo>
                  <a:pt x="37" y="389"/>
                </a:lnTo>
                <a:lnTo>
                  <a:pt x="36" y="389"/>
                </a:lnTo>
                <a:lnTo>
                  <a:pt x="34" y="390"/>
                </a:lnTo>
                <a:lnTo>
                  <a:pt x="33" y="390"/>
                </a:lnTo>
                <a:lnTo>
                  <a:pt x="31" y="389"/>
                </a:lnTo>
                <a:lnTo>
                  <a:pt x="31" y="388"/>
                </a:lnTo>
                <a:lnTo>
                  <a:pt x="30" y="388"/>
                </a:lnTo>
                <a:lnTo>
                  <a:pt x="30" y="387"/>
                </a:lnTo>
                <a:lnTo>
                  <a:pt x="30" y="386"/>
                </a:lnTo>
                <a:lnTo>
                  <a:pt x="30" y="385"/>
                </a:lnTo>
                <a:lnTo>
                  <a:pt x="30" y="384"/>
                </a:lnTo>
                <a:lnTo>
                  <a:pt x="29" y="384"/>
                </a:lnTo>
                <a:lnTo>
                  <a:pt x="28" y="384"/>
                </a:lnTo>
                <a:lnTo>
                  <a:pt x="27" y="384"/>
                </a:lnTo>
                <a:lnTo>
                  <a:pt x="27" y="383"/>
                </a:lnTo>
                <a:lnTo>
                  <a:pt x="27" y="382"/>
                </a:lnTo>
                <a:lnTo>
                  <a:pt x="26" y="381"/>
                </a:lnTo>
                <a:lnTo>
                  <a:pt x="24" y="378"/>
                </a:lnTo>
                <a:lnTo>
                  <a:pt x="24" y="377"/>
                </a:lnTo>
                <a:lnTo>
                  <a:pt x="23" y="377"/>
                </a:lnTo>
                <a:lnTo>
                  <a:pt x="23" y="376"/>
                </a:lnTo>
                <a:lnTo>
                  <a:pt x="22" y="376"/>
                </a:lnTo>
                <a:lnTo>
                  <a:pt x="22" y="377"/>
                </a:lnTo>
                <a:lnTo>
                  <a:pt x="20" y="377"/>
                </a:lnTo>
                <a:lnTo>
                  <a:pt x="20" y="376"/>
                </a:lnTo>
                <a:lnTo>
                  <a:pt x="19" y="375"/>
                </a:lnTo>
                <a:lnTo>
                  <a:pt x="18" y="375"/>
                </a:lnTo>
                <a:lnTo>
                  <a:pt x="19" y="373"/>
                </a:lnTo>
                <a:lnTo>
                  <a:pt x="20" y="371"/>
                </a:lnTo>
                <a:lnTo>
                  <a:pt x="20" y="370"/>
                </a:lnTo>
                <a:lnTo>
                  <a:pt x="20" y="369"/>
                </a:lnTo>
                <a:lnTo>
                  <a:pt x="21" y="368"/>
                </a:lnTo>
                <a:lnTo>
                  <a:pt x="22" y="368"/>
                </a:lnTo>
                <a:lnTo>
                  <a:pt x="22" y="366"/>
                </a:lnTo>
                <a:lnTo>
                  <a:pt x="22" y="365"/>
                </a:lnTo>
                <a:lnTo>
                  <a:pt x="23" y="365"/>
                </a:lnTo>
                <a:lnTo>
                  <a:pt x="23" y="363"/>
                </a:lnTo>
                <a:lnTo>
                  <a:pt x="22" y="363"/>
                </a:lnTo>
                <a:lnTo>
                  <a:pt x="22" y="362"/>
                </a:lnTo>
                <a:lnTo>
                  <a:pt x="23" y="361"/>
                </a:lnTo>
                <a:lnTo>
                  <a:pt x="23" y="360"/>
                </a:lnTo>
                <a:lnTo>
                  <a:pt x="24" y="360"/>
                </a:lnTo>
                <a:lnTo>
                  <a:pt x="25" y="360"/>
                </a:lnTo>
                <a:lnTo>
                  <a:pt x="26" y="359"/>
                </a:lnTo>
                <a:lnTo>
                  <a:pt x="27" y="359"/>
                </a:lnTo>
                <a:lnTo>
                  <a:pt x="29" y="356"/>
                </a:lnTo>
                <a:lnTo>
                  <a:pt x="30" y="355"/>
                </a:lnTo>
                <a:lnTo>
                  <a:pt x="30" y="354"/>
                </a:lnTo>
                <a:lnTo>
                  <a:pt x="30" y="353"/>
                </a:lnTo>
                <a:lnTo>
                  <a:pt x="31" y="353"/>
                </a:lnTo>
                <a:lnTo>
                  <a:pt x="31" y="352"/>
                </a:lnTo>
                <a:lnTo>
                  <a:pt x="32" y="352"/>
                </a:lnTo>
                <a:lnTo>
                  <a:pt x="33" y="351"/>
                </a:lnTo>
                <a:lnTo>
                  <a:pt x="36" y="351"/>
                </a:lnTo>
                <a:lnTo>
                  <a:pt x="38" y="350"/>
                </a:lnTo>
                <a:lnTo>
                  <a:pt x="41" y="349"/>
                </a:lnTo>
                <a:lnTo>
                  <a:pt x="41" y="348"/>
                </a:lnTo>
                <a:lnTo>
                  <a:pt x="42" y="348"/>
                </a:lnTo>
                <a:lnTo>
                  <a:pt x="44" y="347"/>
                </a:lnTo>
                <a:lnTo>
                  <a:pt x="44" y="346"/>
                </a:lnTo>
                <a:lnTo>
                  <a:pt x="44" y="345"/>
                </a:lnTo>
                <a:lnTo>
                  <a:pt x="44" y="344"/>
                </a:lnTo>
                <a:lnTo>
                  <a:pt x="44" y="343"/>
                </a:lnTo>
                <a:lnTo>
                  <a:pt x="45" y="343"/>
                </a:lnTo>
                <a:lnTo>
                  <a:pt x="46" y="343"/>
                </a:lnTo>
                <a:lnTo>
                  <a:pt x="47" y="343"/>
                </a:lnTo>
                <a:lnTo>
                  <a:pt x="49" y="340"/>
                </a:lnTo>
                <a:lnTo>
                  <a:pt x="51" y="339"/>
                </a:lnTo>
                <a:lnTo>
                  <a:pt x="51" y="338"/>
                </a:lnTo>
                <a:lnTo>
                  <a:pt x="51" y="337"/>
                </a:lnTo>
                <a:lnTo>
                  <a:pt x="51" y="336"/>
                </a:lnTo>
                <a:lnTo>
                  <a:pt x="51" y="335"/>
                </a:lnTo>
                <a:lnTo>
                  <a:pt x="52" y="334"/>
                </a:lnTo>
                <a:lnTo>
                  <a:pt x="52" y="333"/>
                </a:lnTo>
                <a:lnTo>
                  <a:pt x="52" y="331"/>
                </a:lnTo>
                <a:lnTo>
                  <a:pt x="52" y="330"/>
                </a:lnTo>
                <a:lnTo>
                  <a:pt x="53" y="330"/>
                </a:lnTo>
                <a:lnTo>
                  <a:pt x="54" y="331"/>
                </a:lnTo>
                <a:lnTo>
                  <a:pt x="54" y="332"/>
                </a:lnTo>
                <a:lnTo>
                  <a:pt x="54" y="333"/>
                </a:lnTo>
                <a:lnTo>
                  <a:pt x="55" y="333"/>
                </a:lnTo>
                <a:lnTo>
                  <a:pt x="56" y="333"/>
                </a:lnTo>
                <a:lnTo>
                  <a:pt x="58" y="335"/>
                </a:lnTo>
                <a:lnTo>
                  <a:pt x="59" y="334"/>
                </a:lnTo>
                <a:lnTo>
                  <a:pt x="62" y="335"/>
                </a:lnTo>
                <a:lnTo>
                  <a:pt x="63" y="335"/>
                </a:lnTo>
                <a:lnTo>
                  <a:pt x="63" y="336"/>
                </a:lnTo>
                <a:lnTo>
                  <a:pt x="63" y="339"/>
                </a:lnTo>
                <a:lnTo>
                  <a:pt x="63" y="341"/>
                </a:lnTo>
                <a:lnTo>
                  <a:pt x="63" y="342"/>
                </a:lnTo>
                <a:lnTo>
                  <a:pt x="62" y="342"/>
                </a:lnTo>
                <a:lnTo>
                  <a:pt x="61" y="343"/>
                </a:lnTo>
                <a:lnTo>
                  <a:pt x="60" y="346"/>
                </a:lnTo>
                <a:lnTo>
                  <a:pt x="60" y="348"/>
                </a:lnTo>
                <a:lnTo>
                  <a:pt x="60" y="349"/>
                </a:lnTo>
                <a:lnTo>
                  <a:pt x="62" y="349"/>
                </a:lnTo>
                <a:lnTo>
                  <a:pt x="64" y="349"/>
                </a:lnTo>
                <a:lnTo>
                  <a:pt x="64" y="348"/>
                </a:lnTo>
                <a:lnTo>
                  <a:pt x="65" y="348"/>
                </a:lnTo>
                <a:lnTo>
                  <a:pt x="65" y="349"/>
                </a:lnTo>
                <a:lnTo>
                  <a:pt x="65" y="350"/>
                </a:lnTo>
                <a:lnTo>
                  <a:pt x="65" y="351"/>
                </a:lnTo>
                <a:lnTo>
                  <a:pt x="67" y="350"/>
                </a:lnTo>
                <a:lnTo>
                  <a:pt x="68" y="351"/>
                </a:lnTo>
                <a:lnTo>
                  <a:pt x="70" y="351"/>
                </a:lnTo>
                <a:lnTo>
                  <a:pt x="71" y="351"/>
                </a:lnTo>
                <a:lnTo>
                  <a:pt x="72" y="353"/>
                </a:lnTo>
                <a:lnTo>
                  <a:pt x="72" y="354"/>
                </a:lnTo>
                <a:lnTo>
                  <a:pt x="73" y="356"/>
                </a:lnTo>
                <a:lnTo>
                  <a:pt x="74" y="355"/>
                </a:lnTo>
                <a:lnTo>
                  <a:pt x="76" y="356"/>
                </a:lnTo>
                <a:lnTo>
                  <a:pt x="76" y="357"/>
                </a:lnTo>
                <a:lnTo>
                  <a:pt x="77" y="358"/>
                </a:lnTo>
                <a:lnTo>
                  <a:pt x="78" y="358"/>
                </a:lnTo>
                <a:lnTo>
                  <a:pt x="80" y="357"/>
                </a:lnTo>
                <a:lnTo>
                  <a:pt x="81" y="357"/>
                </a:lnTo>
                <a:lnTo>
                  <a:pt x="82" y="357"/>
                </a:lnTo>
                <a:lnTo>
                  <a:pt x="83" y="357"/>
                </a:lnTo>
                <a:lnTo>
                  <a:pt x="83" y="358"/>
                </a:lnTo>
                <a:lnTo>
                  <a:pt x="86" y="360"/>
                </a:lnTo>
                <a:lnTo>
                  <a:pt x="87" y="360"/>
                </a:lnTo>
                <a:lnTo>
                  <a:pt x="88" y="359"/>
                </a:lnTo>
                <a:lnTo>
                  <a:pt x="89" y="358"/>
                </a:lnTo>
                <a:lnTo>
                  <a:pt x="89" y="359"/>
                </a:lnTo>
                <a:lnTo>
                  <a:pt x="89" y="360"/>
                </a:lnTo>
                <a:lnTo>
                  <a:pt x="90" y="360"/>
                </a:lnTo>
                <a:lnTo>
                  <a:pt x="91" y="360"/>
                </a:lnTo>
                <a:lnTo>
                  <a:pt x="92" y="360"/>
                </a:lnTo>
                <a:lnTo>
                  <a:pt x="92" y="361"/>
                </a:lnTo>
                <a:lnTo>
                  <a:pt x="94" y="361"/>
                </a:lnTo>
                <a:lnTo>
                  <a:pt x="95" y="360"/>
                </a:lnTo>
                <a:lnTo>
                  <a:pt x="96" y="360"/>
                </a:lnTo>
                <a:lnTo>
                  <a:pt x="96" y="361"/>
                </a:lnTo>
                <a:lnTo>
                  <a:pt x="97" y="361"/>
                </a:lnTo>
                <a:lnTo>
                  <a:pt x="98" y="361"/>
                </a:lnTo>
                <a:lnTo>
                  <a:pt x="99" y="360"/>
                </a:lnTo>
                <a:lnTo>
                  <a:pt x="100" y="360"/>
                </a:lnTo>
                <a:lnTo>
                  <a:pt x="101" y="360"/>
                </a:lnTo>
                <a:lnTo>
                  <a:pt x="102" y="360"/>
                </a:lnTo>
                <a:lnTo>
                  <a:pt x="103" y="360"/>
                </a:lnTo>
                <a:lnTo>
                  <a:pt x="105" y="359"/>
                </a:lnTo>
                <a:lnTo>
                  <a:pt x="107" y="359"/>
                </a:lnTo>
                <a:lnTo>
                  <a:pt x="108" y="359"/>
                </a:lnTo>
                <a:lnTo>
                  <a:pt x="109" y="360"/>
                </a:lnTo>
                <a:lnTo>
                  <a:pt x="109" y="361"/>
                </a:lnTo>
                <a:lnTo>
                  <a:pt x="110" y="363"/>
                </a:lnTo>
                <a:lnTo>
                  <a:pt x="110" y="364"/>
                </a:lnTo>
                <a:lnTo>
                  <a:pt x="111" y="365"/>
                </a:lnTo>
                <a:lnTo>
                  <a:pt x="111" y="367"/>
                </a:lnTo>
                <a:lnTo>
                  <a:pt x="110" y="368"/>
                </a:lnTo>
                <a:lnTo>
                  <a:pt x="110" y="369"/>
                </a:lnTo>
                <a:lnTo>
                  <a:pt x="111" y="369"/>
                </a:lnTo>
                <a:lnTo>
                  <a:pt x="111" y="370"/>
                </a:lnTo>
                <a:lnTo>
                  <a:pt x="110" y="372"/>
                </a:lnTo>
                <a:lnTo>
                  <a:pt x="108" y="373"/>
                </a:lnTo>
                <a:lnTo>
                  <a:pt x="108" y="374"/>
                </a:lnTo>
                <a:lnTo>
                  <a:pt x="109" y="377"/>
                </a:lnTo>
                <a:lnTo>
                  <a:pt x="110" y="378"/>
                </a:lnTo>
                <a:lnTo>
                  <a:pt x="110" y="380"/>
                </a:lnTo>
                <a:lnTo>
                  <a:pt x="111" y="382"/>
                </a:lnTo>
                <a:lnTo>
                  <a:pt x="111" y="383"/>
                </a:lnTo>
                <a:lnTo>
                  <a:pt x="112" y="383"/>
                </a:lnTo>
                <a:lnTo>
                  <a:pt x="113" y="383"/>
                </a:lnTo>
                <a:lnTo>
                  <a:pt x="117" y="387"/>
                </a:lnTo>
                <a:lnTo>
                  <a:pt x="118" y="389"/>
                </a:lnTo>
                <a:lnTo>
                  <a:pt x="119" y="389"/>
                </a:lnTo>
                <a:lnTo>
                  <a:pt x="119" y="391"/>
                </a:lnTo>
                <a:lnTo>
                  <a:pt x="120" y="392"/>
                </a:lnTo>
                <a:lnTo>
                  <a:pt x="122" y="395"/>
                </a:lnTo>
                <a:lnTo>
                  <a:pt x="122" y="396"/>
                </a:lnTo>
                <a:lnTo>
                  <a:pt x="122" y="397"/>
                </a:lnTo>
                <a:lnTo>
                  <a:pt x="123" y="398"/>
                </a:lnTo>
                <a:lnTo>
                  <a:pt x="124" y="398"/>
                </a:lnTo>
                <a:lnTo>
                  <a:pt x="125" y="398"/>
                </a:lnTo>
                <a:lnTo>
                  <a:pt x="126" y="399"/>
                </a:lnTo>
                <a:lnTo>
                  <a:pt x="126" y="401"/>
                </a:lnTo>
                <a:lnTo>
                  <a:pt x="127" y="403"/>
                </a:lnTo>
                <a:lnTo>
                  <a:pt x="128" y="404"/>
                </a:lnTo>
                <a:lnTo>
                  <a:pt x="129" y="404"/>
                </a:lnTo>
                <a:lnTo>
                  <a:pt x="130" y="404"/>
                </a:lnTo>
                <a:lnTo>
                  <a:pt x="130" y="405"/>
                </a:lnTo>
                <a:lnTo>
                  <a:pt x="131" y="405"/>
                </a:lnTo>
                <a:lnTo>
                  <a:pt x="132" y="405"/>
                </a:lnTo>
                <a:lnTo>
                  <a:pt x="132" y="406"/>
                </a:lnTo>
                <a:lnTo>
                  <a:pt x="133" y="407"/>
                </a:lnTo>
                <a:lnTo>
                  <a:pt x="133" y="408"/>
                </a:lnTo>
                <a:lnTo>
                  <a:pt x="133" y="410"/>
                </a:lnTo>
                <a:lnTo>
                  <a:pt x="133" y="411"/>
                </a:lnTo>
                <a:lnTo>
                  <a:pt x="133" y="415"/>
                </a:lnTo>
                <a:lnTo>
                  <a:pt x="133" y="416"/>
                </a:lnTo>
                <a:lnTo>
                  <a:pt x="134" y="416"/>
                </a:lnTo>
                <a:lnTo>
                  <a:pt x="136" y="418"/>
                </a:lnTo>
                <a:lnTo>
                  <a:pt x="139" y="420"/>
                </a:lnTo>
                <a:lnTo>
                  <a:pt x="140" y="421"/>
                </a:lnTo>
                <a:lnTo>
                  <a:pt x="140" y="422"/>
                </a:lnTo>
                <a:lnTo>
                  <a:pt x="140" y="424"/>
                </a:lnTo>
                <a:lnTo>
                  <a:pt x="140" y="425"/>
                </a:lnTo>
                <a:lnTo>
                  <a:pt x="142" y="427"/>
                </a:lnTo>
                <a:lnTo>
                  <a:pt x="143" y="428"/>
                </a:lnTo>
                <a:lnTo>
                  <a:pt x="144" y="429"/>
                </a:lnTo>
                <a:lnTo>
                  <a:pt x="144" y="430"/>
                </a:lnTo>
                <a:lnTo>
                  <a:pt x="144" y="431"/>
                </a:lnTo>
                <a:lnTo>
                  <a:pt x="144" y="432"/>
                </a:lnTo>
                <a:lnTo>
                  <a:pt x="144" y="433"/>
                </a:lnTo>
                <a:lnTo>
                  <a:pt x="145" y="433"/>
                </a:lnTo>
                <a:lnTo>
                  <a:pt x="146" y="434"/>
                </a:lnTo>
                <a:lnTo>
                  <a:pt x="146" y="435"/>
                </a:lnTo>
                <a:lnTo>
                  <a:pt x="147" y="436"/>
                </a:lnTo>
                <a:lnTo>
                  <a:pt x="148" y="435"/>
                </a:lnTo>
                <a:lnTo>
                  <a:pt x="149" y="435"/>
                </a:lnTo>
                <a:lnTo>
                  <a:pt x="149" y="434"/>
                </a:lnTo>
                <a:lnTo>
                  <a:pt x="150" y="434"/>
                </a:lnTo>
                <a:lnTo>
                  <a:pt x="150" y="433"/>
                </a:lnTo>
                <a:lnTo>
                  <a:pt x="150" y="434"/>
                </a:lnTo>
                <a:lnTo>
                  <a:pt x="149" y="434"/>
                </a:lnTo>
                <a:lnTo>
                  <a:pt x="149" y="435"/>
                </a:lnTo>
                <a:lnTo>
                  <a:pt x="149" y="436"/>
                </a:lnTo>
                <a:lnTo>
                  <a:pt x="150" y="437"/>
                </a:lnTo>
                <a:lnTo>
                  <a:pt x="150" y="438"/>
                </a:lnTo>
                <a:lnTo>
                  <a:pt x="150" y="440"/>
                </a:lnTo>
                <a:lnTo>
                  <a:pt x="150" y="441"/>
                </a:lnTo>
                <a:lnTo>
                  <a:pt x="150" y="442"/>
                </a:lnTo>
                <a:lnTo>
                  <a:pt x="149" y="442"/>
                </a:lnTo>
                <a:lnTo>
                  <a:pt x="149" y="443"/>
                </a:lnTo>
                <a:lnTo>
                  <a:pt x="150" y="444"/>
                </a:lnTo>
                <a:lnTo>
                  <a:pt x="151" y="444"/>
                </a:lnTo>
                <a:lnTo>
                  <a:pt x="152" y="444"/>
                </a:lnTo>
                <a:lnTo>
                  <a:pt x="152" y="445"/>
                </a:lnTo>
                <a:lnTo>
                  <a:pt x="151" y="446"/>
                </a:lnTo>
                <a:lnTo>
                  <a:pt x="150" y="446"/>
                </a:lnTo>
                <a:lnTo>
                  <a:pt x="150" y="447"/>
                </a:lnTo>
                <a:lnTo>
                  <a:pt x="150" y="448"/>
                </a:lnTo>
                <a:lnTo>
                  <a:pt x="150" y="449"/>
                </a:lnTo>
                <a:lnTo>
                  <a:pt x="150" y="450"/>
                </a:lnTo>
                <a:lnTo>
                  <a:pt x="151" y="450"/>
                </a:lnTo>
                <a:lnTo>
                  <a:pt x="150" y="450"/>
                </a:lnTo>
                <a:lnTo>
                  <a:pt x="150" y="451"/>
                </a:lnTo>
                <a:lnTo>
                  <a:pt x="149" y="452"/>
                </a:lnTo>
                <a:lnTo>
                  <a:pt x="149" y="453"/>
                </a:lnTo>
                <a:lnTo>
                  <a:pt x="150" y="453"/>
                </a:lnTo>
                <a:lnTo>
                  <a:pt x="150" y="454"/>
                </a:lnTo>
                <a:lnTo>
                  <a:pt x="151" y="454"/>
                </a:lnTo>
                <a:lnTo>
                  <a:pt x="151" y="455"/>
                </a:lnTo>
                <a:lnTo>
                  <a:pt x="151" y="456"/>
                </a:lnTo>
                <a:lnTo>
                  <a:pt x="151" y="457"/>
                </a:lnTo>
                <a:lnTo>
                  <a:pt x="152" y="457"/>
                </a:lnTo>
                <a:lnTo>
                  <a:pt x="152" y="458"/>
                </a:lnTo>
                <a:lnTo>
                  <a:pt x="154" y="457"/>
                </a:lnTo>
                <a:lnTo>
                  <a:pt x="154" y="458"/>
                </a:lnTo>
                <a:lnTo>
                  <a:pt x="155" y="458"/>
                </a:lnTo>
                <a:lnTo>
                  <a:pt x="156" y="459"/>
                </a:lnTo>
                <a:lnTo>
                  <a:pt x="157" y="459"/>
                </a:lnTo>
                <a:lnTo>
                  <a:pt x="158" y="459"/>
                </a:lnTo>
                <a:lnTo>
                  <a:pt x="159" y="459"/>
                </a:lnTo>
                <a:lnTo>
                  <a:pt x="159" y="460"/>
                </a:lnTo>
                <a:lnTo>
                  <a:pt x="160" y="459"/>
                </a:lnTo>
                <a:lnTo>
                  <a:pt x="161" y="458"/>
                </a:lnTo>
                <a:lnTo>
                  <a:pt x="162" y="459"/>
                </a:lnTo>
                <a:lnTo>
                  <a:pt x="162" y="458"/>
                </a:lnTo>
                <a:lnTo>
                  <a:pt x="162" y="457"/>
                </a:lnTo>
                <a:lnTo>
                  <a:pt x="163" y="455"/>
                </a:lnTo>
                <a:lnTo>
                  <a:pt x="164" y="455"/>
                </a:lnTo>
                <a:lnTo>
                  <a:pt x="164" y="454"/>
                </a:lnTo>
                <a:lnTo>
                  <a:pt x="166" y="453"/>
                </a:lnTo>
                <a:lnTo>
                  <a:pt x="166" y="452"/>
                </a:lnTo>
                <a:lnTo>
                  <a:pt x="166" y="451"/>
                </a:lnTo>
                <a:lnTo>
                  <a:pt x="166" y="450"/>
                </a:lnTo>
                <a:lnTo>
                  <a:pt x="165" y="450"/>
                </a:lnTo>
                <a:lnTo>
                  <a:pt x="165" y="449"/>
                </a:lnTo>
                <a:lnTo>
                  <a:pt x="164" y="448"/>
                </a:lnTo>
                <a:lnTo>
                  <a:pt x="164" y="447"/>
                </a:lnTo>
                <a:lnTo>
                  <a:pt x="164" y="446"/>
                </a:lnTo>
                <a:lnTo>
                  <a:pt x="164" y="445"/>
                </a:lnTo>
                <a:lnTo>
                  <a:pt x="164" y="444"/>
                </a:lnTo>
                <a:lnTo>
                  <a:pt x="164" y="443"/>
                </a:lnTo>
                <a:lnTo>
                  <a:pt x="164" y="441"/>
                </a:lnTo>
                <a:lnTo>
                  <a:pt x="165" y="441"/>
                </a:lnTo>
                <a:lnTo>
                  <a:pt x="166" y="440"/>
                </a:lnTo>
                <a:lnTo>
                  <a:pt x="166" y="439"/>
                </a:lnTo>
                <a:lnTo>
                  <a:pt x="166" y="438"/>
                </a:lnTo>
                <a:lnTo>
                  <a:pt x="167" y="438"/>
                </a:lnTo>
                <a:lnTo>
                  <a:pt x="168" y="437"/>
                </a:lnTo>
                <a:lnTo>
                  <a:pt x="167" y="437"/>
                </a:lnTo>
                <a:lnTo>
                  <a:pt x="167" y="435"/>
                </a:lnTo>
                <a:lnTo>
                  <a:pt x="168" y="435"/>
                </a:lnTo>
                <a:lnTo>
                  <a:pt x="168" y="434"/>
                </a:lnTo>
                <a:lnTo>
                  <a:pt x="168" y="433"/>
                </a:lnTo>
                <a:lnTo>
                  <a:pt x="168" y="432"/>
                </a:lnTo>
                <a:lnTo>
                  <a:pt x="169" y="432"/>
                </a:lnTo>
                <a:lnTo>
                  <a:pt x="170" y="432"/>
                </a:lnTo>
                <a:lnTo>
                  <a:pt x="170" y="431"/>
                </a:lnTo>
                <a:lnTo>
                  <a:pt x="171" y="430"/>
                </a:lnTo>
                <a:lnTo>
                  <a:pt x="170" y="430"/>
                </a:lnTo>
                <a:lnTo>
                  <a:pt x="170" y="429"/>
                </a:lnTo>
                <a:lnTo>
                  <a:pt x="171" y="428"/>
                </a:lnTo>
                <a:lnTo>
                  <a:pt x="170" y="427"/>
                </a:lnTo>
                <a:lnTo>
                  <a:pt x="170" y="426"/>
                </a:lnTo>
                <a:lnTo>
                  <a:pt x="171" y="426"/>
                </a:lnTo>
                <a:lnTo>
                  <a:pt x="171" y="425"/>
                </a:lnTo>
                <a:lnTo>
                  <a:pt x="172" y="425"/>
                </a:lnTo>
                <a:lnTo>
                  <a:pt x="173" y="424"/>
                </a:lnTo>
                <a:lnTo>
                  <a:pt x="174" y="424"/>
                </a:lnTo>
                <a:lnTo>
                  <a:pt x="175" y="423"/>
                </a:lnTo>
                <a:lnTo>
                  <a:pt x="176" y="423"/>
                </a:lnTo>
                <a:lnTo>
                  <a:pt x="176" y="422"/>
                </a:lnTo>
                <a:lnTo>
                  <a:pt x="176" y="421"/>
                </a:lnTo>
                <a:lnTo>
                  <a:pt x="177" y="420"/>
                </a:lnTo>
                <a:lnTo>
                  <a:pt x="178" y="419"/>
                </a:lnTo>
                <a:lnTo>
                  <a:pt x="178" y="418"/>
                </a:lnTo>
                <a:lnTo>
                  <a:pt x="178" y="417"/>
                </a:lnTo>
                <a:lnTo>
                  <a:pt x="179" y="417"/>
                </a:lnTo>
                <a:lnTo>
                  <a:pt x="182" y="417"/>
                </a:lnTo>
                <a:lnTo>
                  <a:pt x="183" y="417"/>
                </a:lnTo>
                <a:lnTo>
                  <a:pt x="184" y="417"/>
                </a:lnTo>
                <a:lnTo>
                  <a:pt x="184" y="416"/>
                </a:lnTo>
                <a:lnTo>
                  <a:pt x="185" y="415"/>
                </a:lnTo>
                <a:lnTo>
                  <a:pt x="184" y="414"/>
                </a:lnTo>
                <a:lnTo>
                  <a:pt x="184" y="413"/>
                </a:lnTo>
                <a:lnTo>
                  <a:pt x="183" y="413"/>
                </a:lnTo>
                <a:lnTo>
                  <a:pt x="182" y="413"/>
                </a:lnTo>
                <a:lnTo>
                  <a:pt x="182" y="414"/>
                </a:lnTo>
                <a:lnTo>
                  <a:pt x="181" y="414"/>
                </a:lnTo>
                <a:lnTo>
                  <a:pt x="180" y="413"/>
                </a:lnTo>
                <a:lnTo>
                  <a:pt x="179" y="413"/>
                </a:lnTo>
                <a:lnTo>
                  <a:pt x="179" y="412"/>
                </a:lnTo>
                <a:lnTo>
                  <a:pt x="180" y="412"/>
                </a:lnTo>
                <a:lnTo>
                  <a:pt x="180" y="411"/>
                </a:lnTo>
                <a:lnTo>
                  <a:pt x="180" y="410"/>
                </a:lnTo>
                <a:lnTo>
                  <a:pt x="180" y="409"/>
                </a:lnTo>
                <a:lnTo>
                  <a:pt x="180" y="408"/>
                </a:lnTo>
                <a:lnTo>
                  <a:pt x="181" y="408"/>
                </a:lnTo>
                <a:lnTo>
                  <a:pt x="181" y="409"/>
                </a:lnTo>
                <a:lnTo>
                  <a:pt x="182" y="409"/>
                </a:lnTo>
                <a:lnTo>
                  <a:pt x="182" y="410"/>
                </a:lnTo>
                <a:lnTo>
                  <a:pt x="183" y="409"/>
                </a:lnTo>
                <a:lnTo>
                  <a:pt x="182" y="409"/>
                </a:lnTo>
                <a:lnTo>
                  <a:pt x="181" y="408"/>
                </a:lnTo>
                <a:lnTo>
                  <a:pt x="182" y="406"/>
                </a:lnTo>
                <a:lnTo>
                  <a:pt x="183" y="406"/>
                </a:lnTo>
                <a:lnTo>
                  <a:pt x="183" y="405"/>
                </a:lnTo>
                <a:lnTo>
                  <a:pt x="185" y="405"/>
                </a:lnTo>
                <a:lnTo>
                  <a:pt x="185" y="406"/>
                </a:lnTo>
                <a:lnTo>
                  <a:pt x="185" y="407"/>
                </a:lnTo>
                <a:lnTo>
                  <a:pt x="184" y="408"/>
                </a:lnTo>
                <a:lnTo>
                  <a:pt x="185" y="408"/>
                </a:lnTo>
                <a:lnTo>
                  <a:pt x="185" y="407"/>
                </a:lnTo>
                <a:lnTo>
                  <a:pt x="187" y="405"/>
                </a:lnTo>
                <a:lnTo>
                  <a:pt x="187" y="404"/>
                </a:lnTo>
                <a:lnTo>
                  <a:pt x="186" y="404"/>
                </a:lnTo>
                <a:lnTo>
                  <a:pt x="185" y="404"/>
                </a:lnTo>
                <a:lnTo>
                  <a:pt x="185" y="402"/>
                </a:lnTo>
                <a:lnTo>
                  <a:pt x="185" y="401"/>
                </a:lnTo>
                <a:lnTo>
                  <a:pt x="187" y="400"/>
                </a:lnTo>
                <a:lnTo>
                  <a:pt x="187" y="399"/>
                </a:lnTo>
                <a:lnTo>
                  <a:pt x="188" y="399"/>
                </a:lnTo>
                <a:lnTo>
                  <a:pt x="188" y="397"/>
                </a:lnTo>
                <a:lnTo>
                  <a:pt x="188" y="396"/>
                </a:lnTo>
                <a:lnTo>
                  <a:pt x="189" y="396"/>
                </a:lnTo>
                <a:lnTo>
                  <a:pt x="190" y="395"/>
                </a:lnTo>
                <a:lnTo>
                  <a:pt x="191" y="395"/>
                </a:lnTo>
                <a:lnTo>
                  <a:pt x="191" y="394"/>
                </a:lnTo>
                <a:lnTo>
                  <a:pt x="192" y="393"/>
                </a:lnTo>
                <a:lnTo>
                  <a:pt x="193" y="393"/>
                </a:lnTo>
                <a:lnTo>
                  <a:pt x="193" y="392"/>
                </a:lnTo>
                <a:lnTo>
                  <a:pt x="192" y="392"/>
                </a:lnTo>
                <a:lnTo>
                  <a:pt x="193" y="392"/>
                </a:lnTo>
                <a:lnTo>
                  <a:pt x="194" y="392"/>
                </a:lnTo>
                <a:lnTo>
                  <a:pt x="195" y="392"/>
                </a:lnTo>
                <a:lnTo>
                  <a:pt x="195" y="393"/>
                </a:lnTo>
                <a:lnTo>
                  <a:pt x="196" y="393"/>
                </a:lnTo>
                <a:lnTo>
                  <a:pt x="197" y="393"/>
                </a:lnTo>
                <a:lnTo>
                  <a:pt x="198" y="393"/>
                </a:lnTo>
                <a:lnTo>
                  <a:pt x="199" y="393"/>
                </a:lnTo>
                <a:lnTo>
                  <a:pt x="200" y="393"/>
                </a:lnTo>
                <a:lnTo>
                  <a:pt x="200" y="392"/>
                </a:lnTo>
                <a:lnTo>
                  <a:pt x="200" y="391"/>
                </a:lnTo>
                <a:lnTo>
                  <a:pt x="199" y="391"/>
                </a:lnTo>
                <a:lnTo>
                  <a:pt x="199" y="390"/>
                </a:lnTo>
                <a:lnTo>
                  <a:pt x="200" y="389"/>
                </a:lnTo>
                <a:lnTo>
                  <a:pt x="200" y="388"/>
                </a:lnTo>
                <a:lnTo>
                  <a:pt x="201" y="388"/>
                </a:lnTo>
                <a:lnTo>
                  <a:pt x="202" y="388"/>
                </a:lnTo>
                <a:lnTo>
                  <a:pt x="202" y="387"/>
                </a:lnTo>
                <a:lnTo>
                  <a:pt x="203" y="387"/>
                </a:lnTo>
                <a:lnTo>
                  <a:pt x="203" y="386"/>
                </a:lnTo>
                <a:lnTo>
                  <a:pt x="204" y="386"/>
                </a:lnTo>
                <a:lnTo>
                  <a:pt x="205" y="386"/>
                </a:lnTo>
                <a:lnTo>
                  <a:pt x="205" y="385"/>
                </a:lnTo>
                <a:lnTo>
                  <a:pt x="204" y="385"/>
                </a:lnTo>
                <a:lnTo>
                  <a:pt x="204" y="384"/>
                </a:lnTo>
                <a:lnTo>
                  <a:pt x="204" y="383"/>
                </a:lnTo>
                <a:lnTo>
                  <a:pt x="204" y="382"/>
                </a:lnTo>
                <a:lnTo>
                  <a:pt x="203" y="381"/>
                </a:lnTo>
                <a:lnTo>
                  <a:pt x="203" y="380"/>
                </a:lnTo>
                <a:lnTo>
                  <a:pt x="203" y="379"/>
                </a:lnTo>
                <a:lnTo>
                  <a:pt x="202" y="379"/>
                </a:lnTo>
                <a:lnTo>
                  <a:pt x="202" y="378"/>
                </a:lnTo>
                <a:lnTo>
                  <a:pt x="202" y="377"/>
                </a:lnTo>
                <a:lnTo>
                  <a:pt x="203" y="377"/>
                </a:lnTo>
                <a:lnTo>
                  <a:pt x="204" y="377"/>
                </a:lnTo>
                <a:lnTo>
                  <a:pt x="204" y="376"/>
                </a:lnTo>
                <a:lnTo>
                  <a:pt x="205" y="376"/>
                </a:lnTo>
                <a:lnTo>
                  <a:pt x="206" y="375"/>
                </a:lnTo>
                <a:lnTo>
                  <a:pt x="207" y="375"/>
                </a:lnTo>
                <a:lnTo>
                  <a:pt x="208" y="374"/>
                </a:lnTo>
                <a:lnTo>
                  <a:pt x="208" y="373"/>
                </a:lnTo>
                <a:lnTo>
                  <a:pt x="208" y="372"/>
                </a:lnTo>
                <a:lnTo>
                  <a:pt x="207" y="371"/>
                </a:lnTo>
                <a:lnTo>
                  <a:pt x="206" y="371"/>
                </a:lnTo>
                <a:lnTo>
                  <a:pt x="207" y="370"/>
                </a:lnTo>
                <a:lnTo>
                  <a:pt x="208" y="370"/>
                </a:lnTo>
                <a:lnTo>
                  <a:pt x="208" y="369"/>
                </a:lnTo>
                <a:lnTo>
                  <a:pt x="208" y="368"/>
                </a:lnTo>
                <a:lnTo>
                  <a:pt x="207" y="368"/>
                </a:lnTo>
                <a:lnTo>
                  <a:pt x="206" y="369"/>
                </a:lnTo>
                <a:lnTo>
                  <a:pt x="205" y="369"/>
                </a:lnTo>
                <a:lnTo>
                  <a:pt x="204" y="368"/>
                </a:lnTo>
                <a:lnTo>
                  <a:pt x="203" y="367"/>
                </a:lnTo>
                <a:lnTo>
                  <a:pt x="204" y="367"/>
                </a:lnTo>
                <a:lnTo>
                  <a:pt x="204" y="366"/>
                </a:lnTo>
                <a:lnTo>
                  <a:pt x="205" y="365"/>
                </a:lnTo>
                <a:lnTo>
                  <a:pt x="206" y="364"/>
                </a:lnTo>
                <a:lnTo>
                  <a:pt x="206" y="363"/>
                </a:lnTo>
                <a:lnTo>
                  <a:pt x="207" y="363"/>
                </a:lnTo>
                <a:lnTo>
                  <a:pt x="208" y="363"/>
                </a:lnTo>
                <a:lnTo>
                  <a:pt x="208" y="362"/>
                </a:lnTo>
                <a:lnTo>
                  <a:pt x="209" y="362"/>
                </a:lnTo>
                <a:lnTo>
                  <a:pt x="209" y="361"/>
                </a:lnTo>
                <a:lnTo>
                  <a:pt x="209" y="360"/>
                </a:lnTo>
                <a:lnTo>
                  <a:pt x="210" y="360"/>
                </a:lnTo>
                <a:lnTo>
                  <a:pt x="211" y="360"/>
                </a:lnTo>
                <a:lnTo>
                  <a:pt x="212" y="359"/>
                </a:lnTo>
                <a:lnTo>
                  <a:pt x="212" y="358"/>
                </a:lnTo>
                <a:lnTo>
                  <a:pt x="213" y="358"/>
                </a:lnTo>
                <a:lnTo>
                  <a:pt x="213" y="357"/>
                </a:lnTo>
                <a:lnTo>
                  <a:pt x="214" y="357"/>
                </a:lnTo>
                <a:lnTo>
                  <a:pt x="215" y="357"/>
                </a:lnTo>
                <a:lnTo>
                  <a:pt x="216" y="357"/>
                </a:lnTo>
                <a:lnTo>
                  <a:pt x="216" y="356"/>
                </a:lnTo>
                <a:lnTo>
                  <a:pt x="217" y="356"/>
                </a:lnTo>
                <a:lnTo>
                  <a:pt x="217" y="355"/>
                </a:lnTo>
                <a:lnTo>
                  <a:pt x="218" y="354"/>
                </a:lnTo>
                <a:lnTo>
                  <a:pt x="218" y="353"/>
                </a:lnTo>
                <a:lnTo>
                  <a:pt x="219" y="352"/>
                </a:lnTo>
                <a:lnTo>
                  <a:pt x="220" y="351"/>
                </a:lnTo>
                <a:lnTo>
                  <a:pt x="220" y="352"/>
                </a:lnTo>
                <a:lnTo>
                  <a:pt x="221" y="351"/>
                </a:lnTo>
                <a:lnTo>
                  <a:pt x="222" y="351"/>
                </a:lnTo>
                <a:lnTo>
                  <a:pt x="223" y="352"/>
                </a:lnTo>
                <a:lnTo>
                  <a:pt x="223" y="353"/>
                </a:lnTo>
                <a:lnTo>
                  <a:pt x="224" y="353"/>
                </a:lnTo>
                <a:lnTo>
                  <a:pt x="224" y="352"/>
                </a:lnTo>
                <a:lnTo>
                  <a:pt x="226" y="351"/>
                </a:lnTo>
                <a:lnTo>
                  <a:pt x="227" y="350"/>
                </a:lnTo>
                <a:lnTo>
                  <a:pt x="226" y="350"/>
                </a:lnTo>
                <a:lnTo>
                  <a:pt x="227" y="350"/>
                </a:lnTo>
                <a:lnTo>
                  <a:pt x="228" y="350"/>
                </a:lnTo>
                <a:lnTo>
                  <a:pt x="229" y="350"/>
                </a:lnTo>
                <a:lnTo>
                  <a:pt x="229" y="349"/>
                </a:lnTo>
                <a:lnTo>
                  <a:pt x="229" y="348"/>
                </a:lnTo>
                <a:lnTo>
                  <a:pt x="230" y="348"/>
                </a:lnTo>
                <a:lnTo>
                  <a:pt x="231" y="348"/>
                </a:lnTo>
                <a:lnTo>
                  <a:pt x="231" y="347"/>
                </a:lnTo>
                <a:lnTo>
                  <a:pt x="232" y="347"/>
                </a:lnTo>
                <a:lnTo>
                  <a:pt x="232" y="346"/>
                </a:lnTo>
                <a:lnTo>
                  <a:pt x="233" y="346"/>
                </a:lnTo>
                <a:lnTo>
                  <a:pt x="234" y="345"/>
                </a:lnTo>
                <a:lnTo>
                  <a:pt x="234" y="344"/>
                </a:lnTo>
                <a:lnTo>
                  <a:pt x="234" y="343"/>
                </a:lnTo>
                <a:lnTo>
                  <a:pt x="235" y="343"/>
                </a:lnTo>
                <a:lnTo>
                  <a:pt x="235" y="342"/>
                </a:lnTo>
                <a:lnTo>
                  <a:pt x="235" y="341"/>
                </a:lnTo>
                <a:lnTo>
                  <a:pt x="236" y="341"/>
                </a:lnTo>
                <a:lnTo>
                  <a:pt x="237" y="341"/>
                </a:lnTo>
                <a:lnTo>
                  <a:pt x="238" y="341"/>
                </a:lnTo>
                <a:lnTo>
                  <a:pt x="239" y="341"/>
                </a:lnTo>
                <a:lnTo>
                  <a:pt x="238" y="340"/>
                </a:lnTo>
                <a:lnTo>
                  <a:pt x="239" y="339"/>
                </a:lnTo>
                <a:lnTo>
                  <a:pt x="239" y="338"/>
                </a:lnTo>
                <a:lnTo>
                  <a:pt x="239" y="337"/>
                </a:lnTo>
                <a:lnTo>
                  <a:pt x="240" y="336"/>
                </a:lnTo>
                <a:lnTo>
                  <a:pt x="241" y="336"/>
                </a:lnTo>
                <a:lnTo>
                  <a:pt x="243" y="336"/>
                </a:lnTo>
                <a:lnTo>
                  <a:pt x="244" y="336"/>
                </a:lnTo>
                <a:lnTo>
                  <a:pt x="245" y="336"/>
                </a:lnTo>
                <a:lnTo>
                  <a:pt x="246" y="336"/>
                </a:lnTo>
                <a:lnTo>
                  <a:pt x="247" y="336"/>
                </a:lnTo>
                <a:lnTo>
                  <a:pt x="248" y="336"/>
                </a:lnTo>
                <a:lnTo>
                  <a:pt x="248" y="335"/>
                </a:lnTo>
                <a:lnTo>
                  <a:pt x="247" y="334"/>
                </a:lnTo>
                <a:lnTo>
                  <a:pt x="247" y="333"/>
                </a:lnTo>
                <a:lnTo>
                  <a:pt x="248" y="333"/>
                </a:lnTo>
                <a:lnTo>
                  <a:pt x="248" y="332"/>
                </a:lnTo>
                <a:lnTo>
                  <a:pt x="249" y="332"/>
                </a:lnTo>
                <a:lnTo>
                  <a:pt x="250" y="332"/>
                </a:lnTo>
                <a:lnTo>
                  <a:pt x="251" y="332"/>
                </a:lnTo>
                <a:lnTo>
                  <a:pt x="251" y="333"/>
                </a:lnTo>
                <a:lnTo>
                  <a:pt x="252" y="334"/>
                </a:lnTo>
                <a:lnTo>
                  <a:pt x="253" y="334"/>
                </a:lnTo>
                <a:lnTo>
                  <a:pt x="253" y="333"/>
                </a:lnTo>
                <a:lnTo>
                  <a:pt x="253" y="332"/>
                </a:lnTo>
                <a:lnTo>
                  <a:pt x="252" y="332"/>
                </a:lnTo>
                <a:lnTo>
                  <a:pt x="252" y="331"/>
                </a:lnTo>
                <a:lnTo>
                  <a:pt x="252" y="328"/>
                </a:lnTo>
                <a:lnTo>
                  <a:pt x="253" y="328"/>
                </a:lnTo>
                <a:lnTo>
                  <a:pt x="253" y="329"/>
                </a:lnTo>
                <a:lnTo>
                  <a:pt x="254" y="329"/>
                </a:lnTo>
                <a:lnTo>
                  <a:pt x="254" y="328"/>
                </a:lnTo>
                <a:lnTo>
                  <a:pt x="255" y="328"/>
                </a:lnTo>
                <a:lnTo>
                  <a:pt x="256" y="328"/>
                </a:lnTo>
                <a:lnTo>
                  <a:pt x="256" y="327"/>
                </a:lnTo>
                <a:lnTo>
                  <a:pt x="257" y="327"/>
                </a:lnTo>
                <a:lnTo>
                  <a:pt x="257" y="328"/>
                </a:lnTo>
                <a:lnTo>
                  <a:pt x="258" y="327"/>
                </a:lnTo>
                <a:lnTo>
                  <a:pt x="258" y="328"/>
                </a:lnTo>
                <a:lnTo>
                  <a:pt x="259" y="328"/>
                </a:lnTo>
                <a:lnTo>
                  <a:pt x="260" y="328"/>
                </a:lnTo>
                <a:lnTo>
                  <a:pt x="260" y="329"/>
                </a:lnTo>
                <a:lnTo>
                  <a:pt x="261" y="329"/>
                </a:lnTo>
                <a:lnTo>
                  <a:pt x="261" y="328"/>
                </a:lnTo>
                <a:lnTo>
                  <a:pt x="261" y="327"/>
                </a:lnTo>
                <a:lnTo>
                  <a:pt x="261" y="326"/>
                </a:lnTo>
                <a:lnTo>
                  <a:pt x="260" y="325"/>
                </a:lnTo>
                <a:lnTo>
                  <a:pt x="260" y="324"/>
                </a:lnTo>
                <a:lnTo>
                  <a:pt x="260" y="323"/>
                </a:lnTo>
                <a:lnTo>
                  <a:pt x="261" y="323"/>
                </a:lnTo>
                <a:lnTo>
                  <a:pt x="262" y="323"/>
                </a:lnTo>
                <a:lnTo>
                  <a:pt x="263" y="323"/>
                </a:lnTo>
                <a:lnTo>
                  <a:pt x="264" y="322"/>
                </a:lnTo>
                <a:lnTo>
                  <a:pt x="266" y="321"/>
                </a:lnTo>
                <a:lnTo>
                  <a:pt x="266" y="320"/>
                </a:lnTo>
                <a:lnTo>
                  <a:pt x="267" y="320"/>
                </a:lnTo>
                <a:lnTo>
                  <a:pt x="268" y="320"/>
                </a:lnTo>
                <a:lnTo>
                  <a:pt x="270" y="320"/>
                </a:lnTo>
                <a:lnTo>
                  <a:pt x="271" y="321"/>
                </a:lnTo>
                <a:lnTo>
                  <a:pt x="271" y="322"/>
                </a:lnTo>
                <a:lnTo>
                  <a:pt x="273" y="323"/>
                </a:lnTo>
                <a:lnTo>
                  <a:pt x="274" y="322"/>
                </a:lnTo>
                <a:lnTo>
                  <a:pt x="275" y="322"/>
                </a:lnTo>
                <a:lnTo>
                  <a:pt x="276" y="322"/>
                </a:lnTo>
                <a:lnTo>
                  <a:pt x="277" y="322"/>
                </a:lnTo>
                <a:lnTo>
                  <a:pt x="277" y="323"/>
                </a:lnTo>
                <a:lnTo>
                  <a:pt x="278" y="322"/>
                </a:lnTo>
                <a:lnTo>
                  <a:pt x="279" y="322"/>
                </a:lnTo>
                <a:lnTo>
                  <a:pt x="279" y="323"/>
                </a:lnTo>
                <a:lnTo>
                  <a:pt x="278" y="323"/>
                </a:lnTo>
                <a:lnTo>
                  <a:pt x="278" y="324"/>
                </a:lnTo>
                <a:lnTo>
                  <a:pt x="279" y="324"/>
                </a:lnTo>
                <a:lnTo>
                  <a:pt x="280" y="324"/>
                </a:lnTo>
                <a:lnTo>
                  <a:pt x="280" y="325"/>
                </a:lnTo>
                <a:lnTo>
                  <a:pt x="281" y="325"/>
                </a:lnTo>
                <a:lnTo>
                  <a:pt x="282" y="325"/>
                </a:lnTo>
                <a:lnTo>
                  <a:pt x="283" y="325"/>
                </a:lnTo>
                <a:lnTo>
                  <a:pt x="283" y="324"/>
                </a:lnTo>
                <a:lnTo>
                  <a:pt x="282" y="324"/>
                </a:lnTo>
                <a:lnTo>
                  <a:pt x="282" y="323"/>
                </a:lnTo>
                <a:lnTo>
                  <a:pt x="283" y="323"/>
                </a:lnTo>
                <a:lnTo>
                  <a:pt x="284" y="321"/>
                </a:lnTo>
                <a:lnTo>
                  <a:pt x="285" y="322"/>
                </a:lnTo>
                <a:lnTo>
                  <a:pt x="286" y="322"/>
                </a:lnTo>
                <a:lnTo>
                  <a:pt x="287" y="322"/>
                </a:lnTo>
                <a:lnTo>
                  <a:pt x="288" y="322"/>
                </a:lnTo>
                <a:lnTo>
                  <a:pt x="288" y="321"/>
                </a:lnTo>
                <a:lnTo>
                  <a:pt x="288" y="320"/>
                </a:lnTo>
                <a:lnTo>
                  <a:pt x="289" y="317"/>
                </a:lnTo>
                <a:lnTo>
                  <a:pt x="290" y="316"/>
                </a:lnTo>
                <a:lnTo>
                  <a:pt x="291" y="316"/>
                </a:lnTo>
                <a:lnTo>
                  <a:pt x="291" y="315"/>
                </a:lnTo>
                <a:lnTo>
                  <a:pt x="292" y="315"/>
                </a:lnTo>
                <a:lnTo>
                  <a:pt x="292" y="316"/>
                </a:lnTo>
                <a:lnTo>
                  <a:pt x="293" y="316"/>
                </a:lnTo>
                <a:lnTo>
                  <a:pt x="294" y="315"/>
                </a:lnTo>
                <a:lnTo>
                  <a:pt x="294" y="314"/>
                </a:lnTo>
                <a:lnTo>
                  <a:pt x="295" y="313"/>
                </a:lnTo>
                <a:lnTo>
                  <a:pt x="295" y="311"/>
                </a:lnTo>
                <a:lnTo>
                  <a:pt x="296" y="310"/>
                </a:lnTo>
                <a:lnTo>
                  <a:pt x="296" y="311"/>
                </a:lnTo>
                <a:lnTo>
                  <a:pt x="297" y="311"/>
                </a:lnTo>
                <a:lnTo>
                  <a:pt x="298" y="311"/>
                </a:lnTo>
                <a:lnTo>
                  <a:pt x="298" y="309"/>
                </a:lnTo>
                <a:lnTo>
                  <a:pt x="298" y="308"/>
                </a:lnTo>
                <a:lnTo>
                  <a:pt x="298" y="307"/>
                </a:lnTo>
                <a:lnTo>
                  <a:pt x="299" y="307"/>
                </a:lnTo>
                <a:lnTo>
                  <a:pt x="300" y="306"/>
                </a:lnTo>
                <a:lnTo>
                  <a:pt x="300" y="305"/>
                </a:lnTo>
                <a:lnTo>
                  <a:pt x="301" y="304"/>
                </a:lnTo>
                <a:lnTo>
                  <a:pt x="302" y="303"/>
                </a:lnTo>
                <a:lnTo>
                  <a:pt x="302" y="301"/>
                </a:lnTo>
                <a:lnTo>
                  <a:pt x="301" y="300"/>
                </a:lnTo>
                <a:lnTo>
                  <a:pt x="302" y="299"/>
                </a:lnTo>
                <a:lnTo>
                  <a:pt x="303" y="299"/>
                </a:lnTo>
                <a:lnTo>
                  <a:pt x="304" y="298"/>
                </a:lnTo>
                <a:lnTo>
                  <a:pt x="304" y="297"/>
                </a:lnTo>
                <a:lnTo>
                  <a:pt x="305" y="297"/>
                </a:lnTo>
                <a:lnTo>
                  <a:pt x="305" y="295"/>
                </a:lnTo>
                <a:lnTo>
                  <a:pt x="306" y="294"/>
                </a:lnTo>
                <a:lnTo>
                  <a:pt x="307" y="294"/>
                </a:lnTo>
                <a:lnTo>
                  <a:pt x="308" y="294"/>
                </a:lnTo>
                <a:lnTo>
                  <a:pt x="309" y="294"/>
                </a:lnTo>
                <a:lnTo>
                  <a:pt x="310" y="293"/>
                </a:lnTo>
                <a:lnTo>
                  <a:pt x="311" y="293"/>
                </a:lnTo>
                <a:lnTo>
                  <a:pt x="311" y="292"/>
                </a:lnTo>
                <a:lnTo>
                  <a:pt x="310" y="292"/>
                </a:lnTo>
                <a:lnTo>
                  <a:pt x="310" y="291"/>
                </a:lnTo>
                <a:lnTo>
                  <a:pt x="311" y="291"/>
                </a:lnTo>
                <a:lnTo>
                  <a:pt x="311" y="292"/>
                </a:lnTo>
                <a:lnTo>
                  <a:pt x="312" y="292"/>
                </a:lnTo>
                <a:lnTo>
                  <a:pt x="312" y="291"/>
                </a:lnTo>
                <a:lnTo>
                  <a:pt x="313" y="291"/>
                </a:lnTo>
                <a:lnTo>
                  <a:pt x="313" y="290"/>
                </a:lnTo>
                <a:lnTo>
                  <a:pt x="314" y="290"/>
                </a:lnTo>
                <a:lnTo>
                  <a:pt x="315" y="290"/>
                </a:lnTo>
                <a:lnTo>
                  <a:pt x="315" y="289"/>
                </a:lnTo>
                <a:lnTo>
                  <a:pt x="316" y="288"/>
                </a:lnTo>
                <a:lnTo>
                  <a:pt x="316" y="287"/>
                </a:lnTo>
                <a:lnTo>
                  <a:pt x="317" y="286"/>
                </a:lnTo>
                <a:lnTo>
                  <a:pt x="317" y="285"/>
                </a:lnTo>
                <a:lnTo>
                  <a:pt x="317" y="284"/>
                </a:lnTo>
                <a:lnTo>
                  <a:pt x="317" y="283"/>
                </a:lnTo>
                <a:lnTo>
                  <a:pt x="317" y="282"/>
                </a:lnTo>
                <a:lnTo>
                  <a:pt x="318" y="281"/>
                </a:lnTo>
                <a:lnTo>
                  <a:pt x="318" y="280"/>
                </a:lnTo>
                <a:lnTo>
                  <a:pt x="317" y="280"/>
                </a:lnTo>
                <a:lnTo>
                  <a:pt x="316" y="280"/>
                </a:lnTo>
                <a:lnTo>
                  <a:pt x="316" y="279"/>
                </a:lnTo>
                <a:lnTo>
                  <a:pt x="317" y="278"/>
                </a:lnTo>
                <a:lnTo>
                  <a:pt x="318" y="278"/>
                </a:lnTo>
                <a:lnTo>
                  <a:pt x="319" y="277"/>
                </a:lnTo>
                <a:lnTo>
                  <a:pt x="320" y="277"/>
                </a:lnTo>
                <a:lnTo>
                  <a:pt x="321" y="276"/>
                </a:lnTo>
                <a:lnTo>
                  <a:pt x="321" y="275"/>
                </a:lnTo>
                <a:lnTo>
                  <a:pt x="322" y="274"/>
                </a:lnTo>
                <a:lnTo>
                  <a:pt x="322" y="273"/>
                </a:lnTo>
                <a:lnTo>
                  <a:pt x="324" y="273"/>
                </a:lnTo>
                <a:lnTo>
                  <a:pt x="325" y="273"/>
                </a:lnTo>
                <a:lnTo>
                  <a:pt x="325" y="274"/>
                </a:lnTo>
                <a:lnTo>
                  <a:pt x="326" y="274"/>
                </a:lnTo>
                <a:lnTo>
                  <a:pt x="327" y="274"/>
                </a:lnTo>
                <a:lnTo>
                  <a:pt x="327" y="272"/>
                </a:lnTo>
                <a:lnTo>
                  <a:pt x="327" y="271"/>
                </a:lnTo>
                <a:lnTo>
                  <a:pt x="327" y="270"/>
                </a:lnTo>
                <a:lnTo>
                  <a:pt x="327" y="269"/>
                </a:lnTo>
                <a:lnTo>
                  <a:pt x="329" y="269"/>
                </a:lnTo>
                <a:lnTo>
                  <a:pt x="330" y="269"/>
                </a:lnTo>
                <a:lnTo>
                  <a:pt x="331" y="269"/>
                </a:lnTo>
                <a:lnTo>
                  <a:pt x="331" y="268"/>
                </a:lnTo>
                <a:lnTo>
                  <a:pt x="331" y="267"/>
                </a:lnTo>
                <a:lnTo>
                  <a:pt x="331" y="266"/>
                </a:lnTo>
                <a:lnTo>
                  <a:pt x="332" y="266"/>
                </a:lnTo>
                <a:lnTo>
                  <a:pt x="333" y="267"/>
                </a:lnTo>
                <a:lnTo>
                  <a:pt x="333" y="268"/>
                </a:lnTo>
                <a:lnTo>
                  <a:pt x="334" y="268"/>
                </a:lnTo>
                <a:lnTo>
                  <a:pt x="335" y="268"/>
                </a:lnTo>
                <a:lnTo>
                  <a:pt x="335" y="267"/>
                </a:lnTo>
                <a:lnTo>
                  <a:pt x="336" y="267"/>
                </a:lnTo>
                <a:lnTo>
                  <a:pt x="338" y="266"/>
                </a:lnTo>
                <a:lnTo>
                  <a:pt x="339" y="265"/>
                </a:lnTo>
                <a:lnTo>
                  <a:pt x="339" y="264"/>
                </a:lnTo>
                <a:lnTo>
                  <a:pt x="339" y="263"/>
                </a:lnTo>
                <a:lnTo>
                  <a:pt x="340" y="263"/>
                </a:lnTo>
                <a:lnTo>
                  <a:pt x="341" y="263"/>
                </a:lnTo>
                <a:lnTo>
                  <a:pt x="342" y="263"/>
                </a:lnTo>
                <a:lnTo>
                  <a:pt x="343" y="263"/>
                </a:lnTo>
                <a:lnTo>
                  <a:pt x="343" y="264"/>
                </a:lnTo>
                <a:lnTo>
                  <a:pt x="343" y="265"/>
                </a:lnTo>
                <a:lnTo>
                  <a:pt x="344" y="265"/>
                </a:lnTo>
                <a:lnTo>
                  <a:pt x="345" y="264"/>
                </a:lnTo>
                <a:lnTo>
                  <a:pt x="345" y="263"/>
                </a:lnTo>
                <a:lnTo>
                  <a:pt x="346" y="263"/>
                </a:lnTo>
                <a:lnTo>
                  <a:pt x="347" y="264"/>
                </a:lnTo>
                <a:lnTo>
                  <a:pt x="348" y="264"/>
                </a:lnTo>
                <a:lnTo>
                  <a:pt x="349" y="263"/>
                </a:lnTo>
                <a:lnTo>
                  <a:pt x="350" y="262"/>
                </a:lnTo>
                <a:lnTo>
                  <a:pt x="351" y="262"/>
                </a:lnTo>
                <a:lnTo>
                  <a:pt x="352" y="262"/>
                </a:lnTo>
                <a:lnTo>
                  <a:pt x="353" y="262"/>
                </a:lnTo>
                <a:lnTo>
                  <a:pt x="354" y="261"/>
                </a:lnTo>
                <a:lnTo>
                  <a:pt x="355" y="261"/>
                </a:lnTo>
                <a:lnTo>
                  <a:pt x="354" y="261"/>
                </a:lnTo>
                <a:lnTo>
                  <a:pt x="355" y="260"/>
                </a:lnTo>
                <a:lnTo>
                  <a:pt x="355" y="259"/>
                </a:lnTo>
                <a:lnTo>
                  <a:pt x="356" y="259"/>
                </a:lnTo>
                <a:lnTo>
                  <a:pt x="356" y="258"/>
                </a:lnTo>
                <a:lnTo>
                  <a:pt x="356" y="257"/>
                </a:lnTo>
                <a:lnTo>
                  <a:pt x="357" y="257"/>
                </a:lnTo>
                <a:lnTo>
                  <a:pt x="357" y="256"/>
                </a:lnTo>
                <a:lnTo>
                  <a:pt x="358" y="255"/>
                </a:lnTo>
                <a:lnTo>
                  <a:pt x="358" y="256"/>
                </a:lnTo>
                <a:lnTo>
                  <a:pt x="359" y="256"/>
                </a:lnTo>
                <a:lnTo>
                  <a:pt x="359" y="257"/>
                </a:lnTo>
                <a:lnTo>
                  <a:pt x="358" y="257"/>
                </a:lnTo>
                <a:lnTo>
                  <a:pt x="358" y="258"/>
                </a:lnTo>
                <a:lnTo>
                  <a:pt x="358" y="259"/>
                </a:lnTo>
                <a:lnTo>
                  <a:pt x="358" y="260"/>
                </a:lnTo>
                <a:lnTo>
                  <a:pt x="359" y="260"/>
                </a:lnTo>
                <a:lnTo>
                  <a:pt x="360" y="262"/>
                </a:lnTo>
                <a:lnTo>
                  <a:pt x="361" y="262"/>
                </a:lnTo>
                <a:lnTo>
                  <a:pt x="362" y="263"/>
                </a:lnTo>
                <a:lnTo>
                  <a:pt x="363" y="262"/>
                </a:lnTo>
                <a:lnTo>
                  <a:pt x="364" y="262"/>
                </a:lnTo>
                <a:lnTo>
                  <a:pt x="365" y="263"/>
                </a:lnTo>
                <a:lnTo>
                  <a:pt x="365" y="264"/>
                </a:lnTo>
                <a:lnTo>
                  <a:pt x="365" y="266"/>
                </a:lnTo>
                <a:lnTo>
                  <a:pt x="366" y="267"/>
                </a:lnTo>
                <a:lnTo>
                  <a:pt x="368" y="269"/>
                </a:lnTo>
                <a:lnTo>
                  <a:pt x="369" y="270"/>
                </a:lnTo>
                <a:lnTo>
                  <a:pt x="370" y="270"/>
                </a:lnTo>
                <a:lnTo>
                  <a:pt x="370" y="269"/>
                </a:lnTo>
                <a:lnTo>
                  <a:pt x="371" y="269"/>
                </a:lnTo>
                <a:lnTo>
                  <a:pt x="372" y="269"/>
                </a:lnTo>
                <a:lnTo>
                  <a:pt x="373" y="269"/>
                </a:lnTo>
                <a:lnTo>
                  <a:pt x="374" y="269"/>
                </a:lnTo>
                <a:lnTo>
                  <a:pt x="375" y="269"/>
                </a:lnTo>
                <a:lnTo>
                  <a:pt x="376" y="268"/>
                </a:lnTo>
                <a:lnTo>
                  <a:pt x="376" y="267"/>
                </a:lnTo>
                <a:lnTo>
                  <a:pt x="377" y="266"/>
                </a:lnTo>
                <a:lnTo>
                  <a:pt x="377" y="265"/>
                </a:lnTo>
                <a:lnTo>
                  <a:pt x="377" y="264"/>
                </a:lnTo>
                <a:lnTo>
                  <a:pt x="378" y="263"/>
                </a:lnTo>
                <a:lnTo>
                  <a:pt x="378" y="262"/>
                </a:lnTo>
                <a:lnTo>
                  <a:pt x="378" y="261"/>
                </a:lnTo>
                <a:lnTo>
                  <a:pt x="379" y="261"/>
                </a:lnTo>
                <a:lnTo>
                  <a:pt x="379" y="260"/>
                </a:lnTo>
                <a:lnTo>
                  <a:pt x="380" y="258"/>
                </a:lnTo>
                <a:lnTo>
                  <a:pt x="379" y="258"/>
                </a:lnTo>
                <a:lnTo>
                  <a:pt x="380" y="257"/>
                </a:lnTo>
                <a:lnTo>
                  <a:pt x="381" y="257"/>
                </a:lnTo>
                <a:lnTo>
                  <a:pt x="381" y="258"/>
                </a:lnTo>
                <a:lnTo>
                  <a:pt x="382" y="257"/>
                </a:lnTo>
                <a:lnTo>
                  <a:pt x="384" y="255"/>
                </a:lnTo>
                <a:lnTo>
                  <a:pt x="385" y="255"/>
                </a:lnTo>
                <a:lnTo>
                  <a:pt x="385" y="254"/>
                </a:lnTo>
                <a:lnTo>
                  <a:pt x="387" y="251"/>
                </a:lnTo>
                <a:lnTo>
                  <a:pt x="387" y="252"/>
                </a:lnTo>
                <a:lnTo>
                  <a:pt x="387" y="253"/>
                </a:lnTo>
                <a:lnTo>
                  <a:pt x="387" y="254"/>
                </a:lnTo>
                <a:lnTo>
                  <a:pt x="388" y="254"/>
                </a:lnTo>
                <a:lnTo>
                  <a:pt x="389" y="253"/>
                </a:lnTo>
                <a:lnTo>
                  <a:pt x="389" y="252"/>
                </a:lnTo>
                <a:lnTo>
                  <a:pt x="389" y="249"/>
                </a:lnTo>
                <a:lnTo>
                  <a:pt x="390" y="249"/>
                </a:lnTo>
                <a:lnTo>
                  <a:pt x="390" y="248"/>
                </a:lnTo>
                <a:lnTo>
                  <a:pt x="390" y="247"/>
                </a:lnTo>
                <a:lnTo>
                  <a:pt x="390" y="246"/>
                </a:lnTo>
                <a:lnTo>
                  <a:pt x="390" y="245"/>
                </a:lnTo>
                <a:lnTo>
                  <a:pt x="391" y="245"/>
                </a:lnTo>
                <a:lnTo>
                  <a:pt x="392" y="245"/>
                </a:lnTo>
                <a:lnTo>
                  <a:pt x="392" y="246"/>
                </a:lnTo>
                <a:lnTo>
                  <a:pt x="393" y="246"/>
                </a:lnTo>
                <a:lnTo>
                  <a:pt x="393" y="245"/>
                </a:lnTo>
                <a:lnTo>
                  <a:pt x="393" y="244"/>
                </a:lnTo>
                <a:lnTo>
                  <a:pt x="394" y="244"/>
                </a:lnTo>
                <a:lnTo>
                  <a:pt x="394" y="245"/>
                </a:lnTo>
                <a:lnTo>
                  <a:pt x="395" y="245"/>
                </a:lnTo>
                <a:lnTo>
                  <a:pt x="395" y="246"/>
                </a:lnTo>
                <a:lnTo>
                  <a:pt x="396" y="246"/>
                </a:lnTo>
                <a:lnTo>
                  <a:pt x="396" y="245"/>
                </a:lnTo>
                <a:lnTo>
                  <a:pt x="395" y="245"/>
                </a:lnTo>
                <a:lnTo>
                  <a:pt x="395" y="243"/>
                </a:lnTo>
                <a:lnTo>
                  <a:pt x="395" y="242"/>
                </a:lnTo>
                <a:lnTo>
                  <a:pt x="395" y="240"/>
                </a:lnTo>
                <a:lnTo>
                  <a:pt x="396" y="239"/>
                </a:lnTo>
                <a:lnTo>
                  <a:pt x="397" y="239"/>
                </a:lnTo>
                <a:lnTo>
                  <a:pt x="397" y="240"/>
                </a:lnTo>
                <a:lnTo>
                  <a:pt x="398" y="240"/>
                </a:lnTo>
                <a:lnTo>
                  <a:pt x="399" y="239"/>
                </a:lnTo>
                <a:lnTo>
                  <a:pt x="400" y="237"/>
                </a:lnTo>
                <a:lnTo>
                  <a:pt x="400" y="236"/>
                </a:lnTo>
                <a:lnTo>
                  <a:pt x="400" y="235"/>
                </a:lnTo>
                <a:lnTo>
                  <a:pt x="399" y="235"/>
                </a:lnTo>
                <a:lnTo>
                  <a:pt x="398" y="234"/>
                </a:lnTo>
                <a:lnTo>
                  <a:pt x="398" y="232"/>
                </a:lnTo>
                <a:lnTo>
                  <a:pt x="399" y="232"/>
                </a:lnTo>
                <a:lnTo>
                  <a:pt x="399" y="233"/>
                </a:lnTo>
                <a:lnTo>
                  <a:pt x="400" y="233"/>
                </a:lnTo>
                <a:lnTo>
                  <a:pt x="400" y="234"/>
                </a:lnTo>
                <a:lnTo>
                  <a:pt x="401" y="233"/>
                </a:lnTo>
                <a:lnTo>
                  <a:pt x="401" y="232"/>
                </a:lnTo>
                <a:lnTo>
                  <a:pt x="400" y="231"/>
                </a:lnTo>
                <a:lnTo>
                  <a:pt x="400" y="230"/>
                </a:lnTo>
                <a:lnTo>
                  <a:pt x="401" y="229"/>
                </a:lnTo>
                <a:lnTo>
                  <a:pt x="400" y="228"/>
                </a:lnTo>
                <a:lnTo>
                  <a:pt x="399" y="228"/>
                </a:lnTo>
                <a:lnTo>
                  <a:pt x="398" y="227"/>
                </a:lnTo>
                <a:lnTo>
                  <a:pt x="398" y="226"/>
                </a:lnTo>
                <a:lnTo>
                  <a:pt x="399" y="226"/>
                </a:lnTo>
                <a:lnTo>
                  <a:pt x="400" y="225"/>
                </a:lnTo>
                <a:lnTo>
                  <a:pt x="400" y="224"/>
                </a:lnTo>
                <a:lnTo>
                  <a:pt x="399" y="224"/>
                </a:lnTo>
                <a:lnTo>
                  <a:pt x="399" y="225"/>
                </a:lnTo>
                <a:lnTo>
                  <a:pt x="398" y="225"/>
                </a:lnTo>
                <a:lnTo>
                  <a:pt x="398" y="224"/>
                </a:lnTo>
                <a:lnTo>
                  <a:pt x="397" y="224"/>
                </a:lnTo>
                <a:lnTo>
                  <a:pt x="397" y="223"/>
                </a:lnTo>
                <a:lnTo>
                  <a:pt x="398" y="223"/>
                </a:lnTo>
                <a:lnTo>
                  <a:pt x="399" y="223"/>
                </a:lnTo>
                <a:lnTo>
                  <a:pt x="399" y="219"/>
                </a:lnTo>
                <a:lnTo>
                  <a:pt x="399" y="218"/>
                </a:lnTo>
                <a:lnTo>
                  <a:pt x="400" y="217"/>
                </a:lnTo>
                <a:lnTo>
                  <a:pt x="401" y="217"/>
                </a:lnTo>
                <a:lnTo>
                  <a:pt x="402" y="217"/>
                </a:lnTo>
                <a:lnTo>
                  <a:pt x="402" y="216"/>
                </a:lnTo>
                <a:lnTo>
                  <a:pt x="401" y="215"/>
                </a:lnTo>
                <a:lnTo>
                  <a:pt x="401" y="214"/>
                </a:lnTo>
                <a:lnTo>
                  <a:pt x="400" y="213"/>
                </a:lnTo>
                <a:lnTo>
                  <a:pt x="400" y="212"/>
                </a:lnTo>
                <a:lnTo>
                  <a:pt x="401" y="212"/>
                </a:lnTo>
                <a:lnTo>
                  <a:pt x="403" y="212"/>
                </a:lnTo>
                <a:lnTo>
                  <a:pt x="404" y="212"/>
                </a:lnTo>
                <a:lnTo>
                  <a:pt x="404" y="211"/>
                </a:lnTo>
                <a:lnTo>
                  <a:pt x="404" y="210"/>
                </a:lnTo>
                <a:lnTo>
                  <a:pt x="403" y="210"/>
                </a:lnTo>
                <a:lnTo>
                  <a:pt x="403" y="209"/>
                </a:lnTo>
                <a:lnTo>
                  <a:pt x="404" y="209"/>
                </a:lnTo>
                <a:lnTo>
                  <a:pt x="405" y="209"/>
                </a:lnTo>
                <a:lnTo>
                  <a:pt x="405" y="208"/>
                </a:lnTo>
                <a:lnTo>
                  <a:pt x="406" y="209"/>
                </a:lnTo>
                <a:lnTo>
                  <a:pt x="407" y="210"/>
                </a:lnTo>
                <a:lnTo>
                  <a:pt x="408" y="210"/>
                </a:lnTo>
                <a:lnTo>
                  <a:pt x="408" y="209"/>
                </a:lnTo>
                <a:lnTo>
                  <a:pt x="408" y="208"/>
                </a:lnTo>
                <a:lnTo>
                  <a:pt x="407" y="208"/>
                </a:lnTo>
                <a:lnTo>
                  <a:pt x="407" y="207"/>
                </a:lnTo>
                <a:lnTo>
                  <a:pt x="408" y="207"/>
                </a:lnTo>
                <a:lnTo>
                  <a:pt x="410" y="207"/>
                </a:lnTo>
                <a:lnTo>
                  <a:pt x="411" y="207"/>
                </a:lnTo>
                <a:lnTo>
                  <a:pt x="413" y="207"/>
                </a:lnTo>
                <a:lnTo>
                  <a:pt x="414" y="206"/>
                </a:lnTo>
                <a:lnTo>
                  <a:pt x="415" y="205"/>
                </a:lnTo>
                <a:lnTo>
                  <a:pt x="416" y="204"/>
                </a:lnTo>
                <a:lnTo>
                  <a:pt x="416" y="203"/>
                </a:lnTo>
                <a:lnTo>
                  <a:pt x="417" y="202"/>
                </a:lnTo>
                <a:lnTo>
                  <a:pt x="418" y="202"/>
                </a:lnTo>
                <a:lnTo>
                  <a:pt x="419" y="203"/>
                </a:lnTo>
                <a:lnTo>
                  <a:pt x="419" y="204"/>
                </a:lnTo>
                <a:lnTo>
                  <a:pt x="421" y="204"/>
                </a:lnTo>
                <a:lnTo>
                  <a:pt x="423" y="205"/>
                </a:lnTo>
                <a:lnTo>
                  <a:pt x="424" y="205"/>
                </a:lnTo>
                <a:lnTo>
                  <a:pt x="425" y="205"/>
                </a:lnTo>
                <a:lnTo>
                  <a:pt x="425" y="204"/>
                </a:lnTo>
                <a:lnTo>
                  <a:pt x="427" y="205"/>
                </a:lnTo>
                <a:lnTo>
                  <a:pt x="428" y="206"/>
                </a:lnTo>
                <a:lnTo>
                  <a:pt x="430" y="207"/>
                </a:lnTo>
                <a:lnTo>
                  <a:pt x="431" y="207"/>
                </a:lnTo>
                <a:lnTo>
                  <a:pt x="432" y="207"/>
                </a:lnTo>
                <a:lnTo>
                  <a:pt x="433" y="207"/>
                </a:lnTo>
                <a:lnTo>
                  <a:pt x="433" y="206"/>
                </a:lnTo>
                <a:lnTo>
                  <a:pt x="434" y="206"/>
                </a:lnTo>
                <a:lnTo>
                  <a:pt x="436" y="206"/>
                </a:lnTo>
                <a:lnTo>
                  <a:pt x="437" y="205"/>
                </a:lnTo>
                <a:lnTo>
                  <a:pt x="438" y="205"/>
                </a:lnTo>
                <a:lnTo>
                  <a:pt x="439" y="205"/>
                </a:lnTo>
                <a:lnTo>
                  <a:pt x="439" y="206"/>
                </a:lnTo>
                <a:lnTo>
                  <a:pt x="439" y="207"/>
                </a:lnTo>
                <a:lnTo>
                  <a:pt x="440" y="207"/>
                </a:lnTo>
                <a:lnTo>
                  <a:pt x="440" y="206"/>
                </a:lnTo>
                <a:lnTo>
                  <a:pt x="440" y="205"/>
                </a:lnTo>
                <a:lnTo>
                  <a:pt x="440" y="204"/>
                </a:lnTo>
                <a:lnTo>
                  <a:pt x="439" y="204"/>
                </a:lnTo>
                <a:lnTo>
                  <a:pt x="439" y="203"/>
                </a:lnTo>
                <a:lnTo>
                  <a:pt x="439" y="201"/>
                </a:lnTo>
                <a:lnTo>
                  <a:pt x="440" y="200"/>
                </a:lnTo>
                <a:lnTo>
                  <a:pt x="439" y="199"/>
                </a:lnTo>
                <a:lnTo>
                  <a:pt x="438" y="198"/>
                </a:lnTo>
                <a:lnTo>
                  <a:pt x="438" y="196"/>
                </a:lnTo>
                <a:lnTo>
                  <a:pt x="439" y="196"/>
                </a:lnTo>
                <a:lnTo>
                  <a:pt x="440" y="196"/>
                </a:lnTo>
                <a:lnTo>
                  <a:pt x="441" y="196"/>
                </a:lnTo>
                <a:lnTo>
                  <a:pt x="441" y="197"/>
                </a:lnTo>
                <a:lnTo>
                  <a:pt x="443" y="198"/>
                </a:lnTo>
                <a:lnTo>
                  <a:pt x="444" y="198"/>
                </a:lnTo>
                <a:lnTo>
                  <a:pt x="444" y="199"/>
                </a:lnTo>
                <a:lnTo>
                  <a:pt x="444" y="200"/>
                </a:lnTo>
                <a:lnTo>
                  <a:pt x="445" y="200"/>
                </a:lnTo>
                <a:lnTo>
                  <a:pt x="447" y="201"/>
                </a:lnTo>
                <a:lnTo>
                  <a:pt x="447" y="202"/>
                </a:lnTo>
                <a:lnTo>
                  <a:pt x="448" y="202"/>
                </a:lnTo>
                <a:lnTo>
                  <a:pt x="449" y="202"/>
                </a:lnTo>
                <a:lnTo>
                  <a:pt x="450" y="202"/>
                </a:lnTo>
                <a:lnTo>
                  <a:pt x="451" y="202"/>
                </a:lnTo>
                <a:lnTo>
                  <a:pt x="452" y="202"/>
                </a:lnTo>
                <a:lnTo>
                  <a:pt x="453" y="202"/>
                </a:lnTo>
                <a:lnTo>
                  <a:pt x="454" y="202"/>
                </a:lnTo>
                <a:lnTo>
                  <a:pt x="455" y="202"/>
                </a:lnTo>
                <a:lnTo>
                  <a:pt x="455" y="203"/>
                </a:lnTo>
                <a:lnTo>
                  <a:pt x="456" y="203"/>
                </a:lnTo>
                <a:lnTo>
                  <a:pt x="457" y="203"/>
                </a:lnTo>
                <a:lnTo>
                  <a:pt x="459" y="204"/>
                </a:lnTo>
                <a:lnTo>
                  <a:pt x="459" y="205"/>
                </a:lnTo>
                <a:lnTo>
                  <a:pt x="460" y="205"/>
                </a:lnTo>
                <a:lnTo>
                  <a:pt x="460" y="206"/>
                </a:lnTo>
                <a:lnTo>
                  <a:pt x="460" y="205"/>
                </a:lnTo>
                <a:lnTo>
                  <a:pt x="461" y="204"/>
                </a:lnTo>
                <a:lnTo>
                  <a:pt x="463" y="202"/>
                </a:lnTo>
                <a:lnTo>
                  <a:pt x="464" y="202"/>
                </a:lnTo>
                <a:lnTo>
                  <a:pt x="465" y="202"/>
                </a:lnTo>
                <a:lnTo>
                  <a:pt x="466" y="202"/>
                </a:lnTo>
                <a:lnTo>
                  <a:pt x="467" y="201"/>
                </a:lnTo>
                <a:lnTo>
                  <a:pt x="468" y="201"/>
                </a:lnTo>
                <a:lnTo>
                  <a:pt x="468" y="200"/>
                </a:lnTo>
                <a:lnTo>
                  <a:pt x="467" y="199"/>
                </a:lnTo>
                <a:lnTo>
                  <a:pt x="467" y="197"/>
                </a:lnTo>
                <a:lnTo>
                  <a:pt x="467" y="196"/>
                </a:lnTo>
                <a:lnTo>
                  <a:pt x="467" y="195"/>
                </a:lnTo>
                <a:lnTo>
                  <a:pt x="468" y="194"/>
                </a:lnTo>
                <a:lnTo>
                  <a:pt x="469" y="194"/>
                </a:lnTo>
                <a:lnTo>
                  <a:pt x="470" y="193"/>
                </a:lnTo>
                <a:lnTo>
                  <a:pt x="471" y="192"/>
                </a:lnTo>
                <a:lnTo>
                  <a:pt x="471" y="191"/>
                </a:lnTo>
                <a:lnTo>
                  <a:pt x="472" y="191"/>
                </a:lnTo>
                <a:lnTo>
                  <a:pt x="472" y="190"/>
                </a:lnTo>
                <a:lnTo>
                  <a:pt x="472" y="189"/>
                </a:lnTo>
                <a:lnTo>
                  <a:pt x="472" y="188"/>
                </a:lnTo>
                <a:lnTo>
                  <a:pt x="472" y="187"/>
                </a:lnTo>
                <a:lnTo>
                  <a:pt x="473" y="187"/>
                </a:lnTo>
                <a:lnTo>
                  <a:pt x="473" y="186"/>
                </a:lnTo>
                <a:lnTo>
                  <a:pt x="474" y="186"/>
                </a:lnTo>
                <a:lnTo>
                  <a:pt x="475" y="185"/>
                </a:lnTo>
                <a:lnTo>
                  <a:pt x="475" y="184"/>
                </a:lnTo>
                <a:lnTo>
                  <a:pt x="474" y="184"/>
                </a:lnTo>
                <a:lnTo>
                  <a:pt x="474" y="183"/>
                </a:lnTo>
                <a:lnTo>
                  <a:pt x="474" y="182"/>
                </a:lnTo>
                <a:lnTo>
                  <a:pt x="474" y="181"/>
                </a:lnTo>
                <a:lnTo>
                  <a:pt x="473" y="181"/>
                </a:lnTo>
                <a:lnTo>
                  <a:pt x="471" y="182"/>
                </a:lnTo>
                <a:lnTo>
                  <a:pt x="471" y="183"/>
                </a:lnTo>
                <a:lnTo>
                  <a:pt x="468" y="183"/>
                </a:lnTo>
                <a:lnTo>
                  <a:pt x="464" y="183"/>
                </a:lnTo>
                <a:lnTo>
                  <a:pt x="463" y="183"/>
                </a:lnTo>
                <a:lnTo>
                  <a:pt x="461" y="183"/>
                </a:lnTo>
                <a:lnTo>
                  <a:pt x="459" y="181"/>
                </a:lnTo>
                <a:lnTo>
                  <a:pt x="459" y="180"/>
                </a:lnTo>
                <a:lnTo>
                  <a:pt x="459" y="179"/>
                </a:lnTo>
                <a:lnTo>
                  <a:pt x="458" y="177"/>
                </a:lnTo>
                <a:lnTo>
                  <a:pt x="457" y="176"/>
                </a:lnTo>
                <a:lnTo>
                  <a:pt x="457" y="175"/>
                </a:lnTo>
                <a:lnTo>
                  <a:pt x="456" y="175"/>
                </a:lnTo>
                <a:lnTo>
                  <a:pt x="456" y="174"/>
                </a:lnTo>
                <a:lnTo>
                  <a:pt x="456" y="173"/>
                </a:lnTo>
                <a:lnTo>
                  <a:pt x="456" y="172"/>
                </a:lnTo>
                <a:lnTo>
                  <a:pt x="457" y="171"/>
                </a:lnTo>
                <a:lnTo>
                  <a:pt x="458" y="171"/>
                </a:lnTo>
                <a:lnTo>
                  <a:pt x="459" y="171"/>
                </a:lnTo>
                <a:lnTo>
                  <a:pt x="461" y="170"/>
                </a:lnTo>
                <a:lnTo>
                  <a:pt x="462" y="170"/>
                </a:lnTo>
                <a:lnTo>
                  <a:pt x="464" y="169"/>
                </a:lnTo>
                <a:lnTo>
                  <a:pt x="465" y="169"/>
                </a:lnTo>
                <a:lnTo>
                  <a:pt x="466" y="168"/>
                </a:lnTo>
                <a:lnTo>
                  <a:pt x="467" y="168"/>
                </a:lnTo>
                <a:lnTo>
                  <a:pt x="468" y="168"/>
                </a:lnTo>
                <a:lnTo>
                  <a:pt x="470" y="168"/>
                </a:lnTo>
                <a:lnTo>
                  <a:pt x="472" y="168"/>
                </a:lnTo>
                <a:lnTo>
                  <a:pt x="473" y="168"/>
                </a:lnTo>
                <a:lnTo>
                  <a:pt x="475" y="168"/>
                </a:lnTo>
                <a:lnTo>
                  <a:pt x="476" y="168"/>
                </a:lnTo>
                <a:lnTo>
                  <a:pt x="477" y="168"/>
                </a:lnTo>
                <a:lnTo>
                  <a:pt x="478" y="167"/>
                </a:lnTo>
                <a:lnTo>
                  <a:pt x="480" y="168"/>
                </a:lnTo>
                <a:lnTo>
                  <a:pt x="482" y="168"/>
                </a:lnTo>
                <a:lnTo>
                  <a:pt x="483" y="168"/>
                </a:lnTo>
                <a:lnTo>
                  <a:pt x="485" y="168"/>
                </a:lnTo>
                <a:lnTo>
                  <a:pt x="486" y="168"/>
                </a:lnTo>
                <a:lnTo>
                  <a:pt x="487" y="168"/>
                </a:lnTo>
                <a:lnTo>
                  <a:pt x="488" y="168"/>
                </a:lnTo>
                <a:lnTo>
                  <a:pt x="489" y="168"/>
                </a:lnTo>
                <a:lnTo>
                  <a:pt x="489" y="169"/>
                </a:lnTo>
                <a:lnTo>
                  <a:pt x="489" y="170"/>
                </a:lnTo>
                <a:lnTo>
                  <a:pt x="489" y="171"/>
                </a:lnTo>
                <a:lnTo>
                  <a:pt x="489" y="172"/>
                </a:lnTo>
                <a:lnTo>
                  <a:pt x="490" y="172"/>
                </a:lnTo>
                <a:lnTo>
                  <a:pt x="490" y="173"/>
                </a:lnTo>
                <a:lnTo>
                  <a:pt x="491" y="174"/>
                </a:lnTo>
                <a:lnTo>
                  <a:pt x="491" y="175"/>
                </a:lnTo>
                <a:lnTo>
                  <a:pt x="492" y="175"/>
                </a:lnTo>
                <a:lnTo>
                  <a:pt x="493" y="176"/>
                </a:lnTo>
                <a:lnTo>
                  <a:pt x="495" y="176"/>
                </a:lnTo>
                <a:lnTo>
                  <a:pt x="496" y="176"/>
                </a:lnTo>
                <a:lnTo>
                  <a:pt x="497" y="176"/>
                </a:lnTo>
                <a:lnTo>
                  <a:pt x="498" y="177"/>
                </a:lnTo>
                <a:lnTo>
                  <a:pt x="499" y="176"/>
                </a:lnTo>
                <a:lnTo>
                  <a:pt x="502" y="175"/>
                </a:lnTo>
                <a:lnTo>
                  <a:pt x="502" y="174"/>
                </a:lnTo>
                <a:lnTo>
                  <a:pt x="503" y="174"/>
                </a:lnTo>
                <a:lnTo>
                  <a:pt x="504" y="174"/>
                </a:lnTo>
                <a:lnTo>
                  <a:pt x="505" y="174"/>
                </a:lnTo>
                <a:lnTo>
                  <a:pt x="506" y="174"/>
                </a:lnTo>
                <a:lnTo>
                  <a:pt x="507" y="174"/>
                </a:lnTo>
                <a:lnTo>
                  <a:pt x="509" y="173"/>
                </a:lnTo>
                <a:lnTo>
                  <a:pt x="510" y="173"/>
                </a:lnTo>
                <a:lnTo>
                  <a:pt x="510" y="172"/>
                </a:lnTo>
                <a:lnTo>
                  <a:pt x="511" y="172"/>
                </a:lnTo>
                <a:lnTo>
                  <a:pt x="513" y="172"/>
                </a:lnTo>
                <a:lnTo>
                  <a:pt x="514" y="172"/>
                </a:lnTo>
                <a:lnTo>
                  <a:pt x="514" y="173"/>
                </a:lnTo>
                <a:lnTo>
                  <a:pt x="514" y="174"/>
                </a:lnTo>
                <a:lnTo>
                  <a:pt x="515" y="175"/>
                </a:lnTo>
                <a:lnTo>
                  <a:pt x="516" y="175"/>
                </a:lnTo>
                <a:lnTo>
                  <a:pt x="517" y="175"/>
                </a:lnTo>
                <a:lnTo>
                  <a:pt x="518" y="175"/>
                </a:lnTo>
                <a:lnTo>
                  <a:pt x="518" y="176"/>
                </a:lnTo>
                <a:lnTo>
                  <a:pt x="519" y="176"/>
                </a:lnTo>
                <a:lnTo>
                  <a:pt x="520" y="176"/>
                </a:lnTo>
                <a:lnTo>
                  <a:pt x="522" y="176"/>
                </a:lnTo>
                <a:lnTo>
                  <a:pt x="523" y="177"/>
                </a:lnTo>
                <a:lnTo>
                  <a:pt x="523" y="178"/>
                </a:lnTo>
                <a:lnTo>
                  <a:pt x="524" y="179"/>
                </a:lnTo>
                <a:lnTo>
                  <a:pt x="525" y="179"/>
                </a:lnTo>
                <a:lnTo>
                  <a:pt x="526" y="179"/>
                </a:lnTo>
                <a:lnTo>
                  <a:pt x="527" y="179"/>
                </a:lnTo>
                <a:lnTo>
                  <a:pt x="527" y="180"/>
                </a:lnTo>
                <a:lnTo>
                  <a:pt x="528" y="180"/>
                </a:lnTo>
                <a:lnTo>
                  <a:pt x="530" y="182"/>
                </a:lnTo>
                <a:lnTo>
                  <a:pt x="531" y="183"/>
                </a:lnTo>
                <a:lnTo>
                  <a:pt x="532" y="183"/>
                </a:lnTo>
                <a:lnTo>
                  <a:pt x="532" y="182"/>
                </a:lnTo>
                <a:lnTo>
                  <a:pt x="533" y="182"/>
                </a:lnTo>
                <a:lnTo>
                  <a:pt x="533" y="183"/>
                </a:lnTo>
                <a:lnTo>
                  <a:pt x="533" y="184"/>
                </a:lnTo>
                <a:lnTo>
                  <a:pt x="534" y="184"/>
                </a:lnTo>
                <a:lnTo>
                  <a:pt x="534" y="181"/>
                </a:lnTo>
                <a:lnTo>
                  <a:pt x="534" y="180"/>
                </a:lnTo>
                <a:lnTo>
                  <a:pt x="535" y="180"/>
                </a:lnTo>
                <a:lnTo>
                  <a:pt x="535" y="179"/>
                </a:lnTo>
                <a:lnTo>
                  <a:pt x="536" y="177"/>
                </a:lnTo>
                <a:lnTo>
                  <a:pt x="536" y="176"/>
                </a:lnTo>
                <a:lnTo>
                  <a:pt x="536" y="175"/>
                </a:lnTo>
                <a:lnTo>
                  <a:pt x="536" y="174"/>
                </a:lnTo>
                <a:lnTo>
                  <a:pt x="536" y="173"/>
                </a:lnTo>
                <a:lnTo>
                  <a:pt x="536" y="172"/>
                </a:lnTo>
                <a:lnTo>
                  <a:pt x="536" y="171"/>
                </a:lnTo>
                <a:lnTo>
                  <a:pt x="537" y="171"/>
                </a:lnTo>
                <a:lnTo>
                  <a:pt x="538" y="170"/>
                </a:lnTo>
                <a:lnTo>
                  <a:pt x="539" y="170"/>
                </a:lnTo>
                <a:lnTo>
                  <a:pt x="541" y="170"/>
                </a:lnTo>
                <a:lnTo>
                  <a:pt x="542" y="169"/>
                </a:lnTo>
                <a:lnTo>
                  <a:pt x="543" y="169"/>
                </a:lnTo>
                <a:lnTo>
                  <a:pt x="543" y="170"/>
                </a:lnTo>
                <a:lnTo>
                  <a:pt x="544" y="171"/>
                </a:lnTo>
                <a:lnTo>
                  <a:pt x="546" y="172"/>
                </a:lnTo>
                <a:lnTo>
                  <a:pt x="547" y="172"/>
                </a:lnTo>
                <a:lnTo>
                  <a:pt x="548" y="172"/>
                </a:lnTo>
                <a:lnTo>
                  <a:pt x="549" y="170"/>
                </a:lnTo>
                <a:lnTo>
                  <a:pt x="549" y="169"/>
                </a:lnTo>
                <a:lnTo>
                  <a:pt x="549" y="167"/>
                </a:lnTo>
                <a:lnTo>
                  <a:pt x="550" y="167"/>
                </a:lnTo>
                <a:lnTo>
                  <a:pt x="551" y="166"/>
                </a:lnTo>
                <a:lnTo>
                  <a:pt x="551" y="167"/>
                </a:lnTo>
                <a:lnTo>
                  <a:pt x="552" y="167"/>
                </a:lnTo>
                <a:lnTo>
                  <a:pt x="553" y="167"/>
                </a:lnTo>
                <a:lnTo>
                  <a:pt x="556" y="167"/>
                </a:lnTo>
                <a:lnTo>
                  <a:pt x="558" y="167"/>
                </a:lnTo>
                <a:lnTo>
                  <a:pt x="559" y="167"/>
                </a:lnTo>
                <a:lnTo>
                  <a:pt x="560" y="166"/>
                </a:lnTo>
                <a:lnTo>
                  <a:pt x="562" y="166"/>
                </a:lnTo>
                <a:lnTo>
                  <a:pt x="562" y="165"/>
                </a:lnTo>
                <a:lnTo>
                  <a:pt x="564" y="164"/>
                </a:lnTo>
                <a:lnTo>
                  <a:pt x="564" y="163"/>
                </a:lnTo>
                <a:lnTo>
                  <a:pt x="564" y="162"/>
                </a:lnTo>
                <a:lnTo>
                  <a:pt x="565" y="162"/>
                </a:lnTo>
                <a:lnTo>
                  <a:pt x="565" y="161"/>
                </a:lnTo>
                <a:lnTo>
                  <a:pt x="566" y="161"/>
                </a:lnTo>
                <a:lnTo>
                  <a:pt x="567" y="161"/>
                </a:lnTo>
                <a:lnTo>
                  <a:pt x="567" y="160"/>
                </a:lnTo>
                <a:lnTo>
                  <a:pt x="568" y="160"/>
                </a:lnTo>
                <a:lnTo>
                  <a:pt x="569" y="159"/>
                </a:lnTo>
                <a:lnTo>
                  <a:pt x="569" y="158"/>
                </a:lnTo>
                <a:lnTo>
                  <a:pt x="570" y="158"/>
                </a:lnTo>
                <a:lnTo>
                  <a:pt x="571" y="158"/>
                </a:lnTo>
                <a:lnTo>
                  <a:pt x="572" y="157"/>
                </a:lnTo>
                <a:lnTo>
                  <a:pt x="573" y="157"/>
                </a:lnTo>
                <a:lnTo>
                  <a:pt x="573" y="156"/>
                </a:lnTo>
                <a:lnTo>
                  <a:pt x="574" y="156"/>
                </a:lnTo>
                <a:lnTo>
                  <a:pt x="575" y="156"/>
                </a:lnTo>
                <a:lnTo>
                  <a:pt x="576" y="155"/>
                </a:lnTo>
                <a:lnTo>
                  <a:pt x="576" y="154"/>
                </a:lnTo>
                <a:lnTo>
                  <a:pt x="577" y="153"/>
                </a:lnTo>
                <a:lnTo>
                  <a:pt x="577" y="152"/>
                </a:lnTo>
                <a:lnTo>
                  <a:pt x="578" y="152"/>
                </a:lnTo>
                <a:lnTo>
                  <a:pt x="578" y="151"/>
                </a:lnTo>
                <a:lnTo>
                  <a:pt x="580" y="151"/>
                </a:lnTo>
                <a:lnTo>
                  <a:pt x="581" y="151"/>
                </a:lnTo>
                <a:lnTo>
                  <a:pt x="582" y="151"/>
                </a:lnTo>
                <a:lnTo>
                  <a:pt x="582" y="150"/>
                </a:lnTo>
                <a:lnTo>
                  <a:pt x="583" y="150"/>
                </a:lnTo>
                <a:lnTo>
                  <a:pt x="583" y="151"/>
                </a:lnTo>
                <a:lnTo>
                  <a:pt x="583" y="150"/>
                </a:lnTo>
                <a:lnTo>
                  <a:pt x="584" y="150"/>
                </a:lnTo>
                <a:lnTo>
                  <a:pt x="584" y="149"/>
                </a:lnTo>
                <a:lnTo>
                  <a:pt x="582" y="148"/>
                </a:lnTo>
                <a:lnTo>
                  <a:pt x="580" y="148"/>
                </a:lnTo>
                <a:lnTo>
                  <a:pt x="580" y="147"/>
                </a:lnTo>
                <a:lnTo>
                  <a:pt x="578" y="147"/>
                </a:lnTo>
                <a:lnTo>
                  <a:pt x="577" y="147"/>
                </a:lnTo>
                <a:lnTo>
                  <a:pt x="575" y="147"/>
                </a:lnTo>
                <a:lnTo>
                  <a:pt x="575" y="146"/>
                </a:lnTo>
                <a:lnTo>
                  <a:pt x="574" y="145"/>
                </a:lnTo>
                <a:lnTo>
                  <a:pt x="574" y="144"/>
                </a:lnTo>
                <a:lnTo>
                  <a:pt x="575" y="144"/>
                </a:lnTo>
                <a:lnTo>
                  <a:pt x="575" y="143"/>
                </a:lnTo>
                <a:lnTo>
                  <a:pt x="575" y="141"/>
                </a:lnTo>
                <a:lnTo>
                  <a:pt x="575" y="140"/>
                </a:lnTo>
                <a:lnTo>
                  <a:pt x="576" y="140"/>
                </a:lnTo>
                <a:lnTo>
                  <a:pt x="576" y="139"/>
                </a:lnTo>
                <a:lnTo>
                  <a:pt x="576" y="137"/>
                </a:lnTo>
                <a:lnTo>
                  <a:pt x="575" y="136"/>
                </a:lnTo>
                <a:lnTo>
                  <a:pt x="575" y="134"/>
                </a:lnTo>
                <a:lnTo>
                  <a:pt x="575" y="133"/>
                </a:lnTo>
                <a:lnTo>
                  <a:pt x="574" y="133"/>
                </a:lnTo>
                <a:lnTo>
                  <a:pt x="574" y="132"/>
                </a:lnTo>
                <a:lnTo>
                  <a:pt x="574" y="131"/>
                </a:lnTo>
                <a:lnTo>
                  <a:pt x="574" y="130"/>
                </a:lnTo>
                <a:lnTo>
                  <a:pt x="575" y="129"/>
                </a:lnTo>
                <a:lnTo>
                  <a:pt x="575" y="128"/>
                </a:lnTo>
                <a:lnTo>
                  <a:pt x="576" y="127"/>
                </a:lnTo>
                <a:lnTo>
                  <a:pt x="576" y="126"/>
                </a:lnTo>
                <a:lnTo>
                  <a:pt x="576" y="125"/>
                </a:lnTo>
                <a:lnTo>
                  <a:pt x="577" y="125"/>
                </a:lnTo>
                <a:lnTo>
                  <a:pt x="578" y="125"/>
                </a:lnTo>
                <a:lnTo>
                  <a:pt x="578" y="124"/>
                </a:lnTo>
                <a:lnTo>
                  <a:pt x="579" y="123"/>
                </a:lnTo>
                <a:lnTo>
                  <a:pt x="579" y="122"/>
                </a:lnTo>
                <a:lnTo>
                  <a:pt x="580" y="122"/>
                </a:lnTo>
                <a:lnTo>
                  <a:pt x="579" y="121"/>
                </a:lnTo>
                <a:lnTo>
                  <a:pt x="580" y="120"/>
                </a:lnTo>
                <a:lnTo>
                  <a:pt x="580" y="119"/>
                </a:lnTo>
                <a:lnTo>
                  <a:pt x="581" y="118"/>
                </a:lnTo>
                <a:lnTo>
                  <a:pt x="581" y="117"/>
                </a:lnTo>
                <a:lnTo>
                  <a:pt x="582" y="117"/>
                </a:lnTo>
                <a:lnTo>
                  <a:pt x="582" y="116"/>
                </a:lnTo>
                <a:lnTo>
                  <a:pt x="582" y="115"/>
                </a:lnTo>
                <a:lnTo>
                  <a:pt x="584" y="114"/>
                </a:lnTo>
                <a:lnTo>
                  <a:pt x="585" y="114"/>
                </a:lnTo>
                <a:lnTo>
                  <a:pt x="586" y="114"/>
                </a:lnTo>
                <a:lnTo>
                  <a:pt x="587" y="113"/>
                </a:lnTo>
                <a:lnTo>
                  <a:pt x="588" y="113"/>
                </a:lnTo>
                <a:lnTo>
                  <a:pt x="589" y="113"/>
                </a:lnTo>
                <a:lnTo>
                  <a:pt x="590" y="113"/>
                </a:lnTo>
                <a:lnTo>
                  <a:pt x="591" y="112"/>
                </a:lnTo>
                <a:lnTo>
                  <a:pt x="592" y="112"/>
                </a:lnTo>
                <a:lnTo>
                  <a:pt x="592" y="111"/>
                </a:lnTo>
                <a:lnTo>
                  <a:pt x="593" y="111"/>
                </a:lnTo>
                <a:lnTo>
                  <a:pt x="594" y="110"/>
                </a:lnTo>
                <a:lnTo>
                  <a:pt x="595" y="110"/>
                </a:lnTo>
                <a:lnTo>
                  <a:pt x="598" y="109"/>
                </a:lnTo>
                <a:lnTo>
                  <a:pt x="599" y="108"/>
                </a:lnTo>
                <a:lnTo>
                  <a:pt x="600" y="108"/>
                </a:lnTo>
                <a:lnTo>
                  <a:pt x="599" y="107"/>
                </a:lnTo>
                <a:lnTo>
                  <a:pt x="600" y="107"/>
                </a:lnTo>
                <a:lnTo>
                  <a:pt x="601" y="107"/>
                </a:lnTo>
                <a:lnTo>
                  <a:pt x="601" y="106"/>
                </a:lnTo>
                <a:lnTo>
                  <a:pt x="602" y="106"/>
                </a:lnTo>
                <a:lnTo>
                  <a:pt x="603" y="105"/>
                </a:lnTo>
                <a:lnTo>
                  <a:pt x="603" y="104"/>
                </a:lnTo>
                <a:lnTo>
                  <a:pt x="604" y="104"/>
                </a:lnTo>
                <a:lnTo>
                  <a:pt x="605" y="104"/>
                </a:lnTo>
                <a:lnTo>
                  <a:pt x="607" y="104"/>
                </a:lnTo>
                <a:lnTo>
                  <a:pt x="607" y="103"/>
                </a:lnTo>
                <a:lnTo>
                  <a:pt x="608" y="103"/>
                </a:lnTo>
                <a:lnTo>
                  <a:pt x="608" y="102"/>
                </a:lnTo>
                <a:lnTo>
                  <a:pt x="608" y="101"/>
                </a:lnTo>
                <a:lnTo>
                  <a:pt x="609" y="101"/>
                </a:lnTo>
                <a:lnTo>
                  <a:pt x="610" y="101"/>
                </a:lnTo>
                <a:lnTo>
                  <a:pt x="610" y="100"/>
                </a:lnTo>
                <a:lnTo>
                  <a:pt x="611" y="100"/>
                </a:lnTo>
                <a:lnTo>
                  <a:pt x="612" y="100"/>
                </a:lnTo>
                <a:lnTo>
                  <a:pt x="614" y="101"/>
                </a:lnTo>
                <a:lnTo>
                  <a:pt x="615" y="102"/>
                </a:lnTo>
                <a:lnTo>
                  <a:pt x="615" y="103"/>
                </a:lnTo>
                <a:lnTo>
                  <a:pt x="616" y="103"/>
                </a:lnTo>
                <a:lnTo>
                  <a:pt x="617" y="103"/>
                </a:lnTo>
                <a:lnTo>
                  <a:pt x="618" y="102"/>
                </a:lnTo>
                <a:lnTo>
                  <a:pt x="619" y="103"/>
                </a:lnTo>
                <a:lnTo>
                  <a:pt x="620" y="103"/>
                </a:lnTo>
                <a:lnTo>
                  <a:pt x="621" y="104"/>
                </a:lnTo>
                <a:lnTo>
                  <a:pt x="621" y="105"/>
                </a:lnTo>
                <a:lnTo>
                  <a:pt x="622" y="105"/>
                </a:lnTo>
                <a:lnTo>
                  <a:pt x="622" y="106"/>
                </a:lnTo>
                <a:lnTo>
                  <a:pt x="622" y="105"/>
                </a:lnTo>
                <a:lnTo>
                  <a:pt x="624" y="105"/>
                </a:lnTo>
                <a:lnTo>
                  <a:pt x="624" y="104"/>
                </a:lnTo>
                <a:lnTo>
                  <a:pt x="625" y="104"/>
                </a:lnTo>
                <a:lnTo>
                  <a:pt x="625" y="105"/>
                </a:lnTo>
                <a:lnTo>
                  <a:pt x="626" y="105"/>
                </a:lnTo>
                <a:lnTo>
                  <a:pt x="626" y="104"/>
                </a:lnTo>
                <a:lnTo>
                  <a:pt x="627" y="103"/>
                </a:lnTo>
                <a:lnTo>
                  <a:pt x="628" y="103"/>
                </a:lnTo>
                <a:lnTo>
                  <a:pt x="629" y="102"/>
                </a:lnTo>
                <a:lnTo>
                  <a:pt x="628" y="101"/>
                </a:lnTo>
                <a:lnTo>
                  <a:pt x="628" y="99"/>
                </a:lnTo>
                <a:lnTo>
                  <a:pt x="628" y="98"/>
                </a:lnTo>
                <a:lnTo>
                  <a:pt x="629" y="98"/>
                </a:lnTo>
                <a:lnTo>
                  <a:pt x="630" y="98"/>
                </a:lnTo>
                <a:lnTo>
                  <a:pt x="631" y="95"/>
                </a:lnTo>
                <a:lnTo>
                  <a:pt x="631" y="94"/>
                </a:lnTo>
                <a:lnTo>
                  <a:pt x="630" y="93"/>
                </a:lnTo>
                <a:lnTo>
                  <a:pt x="630" y="92"/>
                </a:lnTo>
                <a:lnTo>
                  <a:pt x="630" y="91"/>
                </a:lnTo>
                <a:lnTo>
                  <a:pt x="630" y="90"/>
                </a:lnTo>
                <a:lnTo>
                  <a:pt x="631" y="89"/>
                </a:lnTo>
                <a:lnTo>
                  <a:pt x="631" y="88"/>
                </a:lnTo>
                <a:lnTo>
                  <a:pt x="632" y="88"/>
                </a:lnTo>
                <a:lnTo>
                  <a:pt x="633" y="88"/>
                </a:lnTo>
                <a:lnTo>
                  <a:pt x="633" y="86"/>
                </a:lnTo>
                <a:lnTo>
                  <a:pt x="632" y="82"/>
                </a:lnTo>
                <a:lnTo>
                  <a:pt x="632" y="80"/>
                </a:lnTo>
                <a:lnTo>
                  <a:pt x="631" y="79"/>
                </a:lnTo>
                <a:lnTo>
                  <a:pt x="632" y="79"/>
                </a:lnTo>
                <a:lnTo>
                  <a:pt x="633" y="78"/>
                </a:lnTo>
                <a:lnTo>
                  <a:pt x="633" y="77"/>
                </a:lnTo>
                <a:lnTo>
                  <a:pt x="632" y="77"/>
                </a:lnTo>
                <a:lnTo>
                  <a:pt x="632" y="76"/>
                </a:lnTo>
                <a:lnTo>
                  <a:pt x="631" y="76"/>
                </a:lnTo>
                <a:lnTo>
                  <a:pt x="631" y="75"/>
                </a:lnTo>
                <a:lnTo>
                  <a:pt x="632" y="75"/>
                </a:lnTo>
                <a:lnTo>
                  <a:pt x="633" y="73"/>
                </a:lnTo>
                <a:lnTo>
                  <a:pt x="633" y="72"/>
                </a:lnTo>
                <a:lnTo>
                  <a:pt x="633" y="71"/>
                </a:lnTo>
                <a:lnTo>
                  <a:pt x="633" y="70"/>
                </a:lnTo>
                <a:lnTo>
                  <a:pt x="632" y="70"/>
                </a:lnTo>
                <a:lnTo>
                  <a:pt x="632" y="69"/>
                </a:lnTo>
                <a:lnTo>
                  <a:pt x="632" y="68"/>
                </a:lnTo>
                <a:lnTo>
                  <a:pt x="633" y="68"/>
                </a:lnTo>
                <a:lnTo>
                  <a:pt x="633" y="67"/>
                </a:lnTo>
                <a:lnTo>
                  <a:pt x="634" y="67"/>
                </a:lnTo>
                <a:lnTo>
                  <a:pt x="635" y="66"/>
                </a:lnTo>
                <a:lnTo>
                  <a:pt x="635" y="65"/>
                </a:lnTo>
                <a:lnTo>
                  <a:pt x="634" y="64"/>
                </a:lnTo>
                <a:lnTo>
                  <a:pt x="633" y="64"/>
                </a:lnTo>
                <a:lnTo>
                  <a:pt x="632" y="64"/>
                </a:lnTo>
                <a:lnTo>
                  <a:pt x="631" y="62"/>
                </a:lnTo>
                <a:lnTo>
                  <a:pt x="631" y="61"/>
                </a:lnTo>
                <a:lnTo>
                  <a:pt x="630" y="61"/>
                </a:lnTo>
                <a:lnTo>
                  <a:pt x="630" y="60"/>
                </a:lnTo>
                <a:lnTo>
                  <a:pt x="631" y="60"/>
                </a:lnTo>
                <a:lnTo>
                  <a:pt x="631" y="58"/>
                </a:lnTo>
                <a:lnTo>
                  <a:pt x="632" y="58"/>
                </a:lnTo>
                <a:lnTo>
                  <a:pt x="633" y="58"/>
                </a:lnTo>
                <a:lnTo>
                  <a:pt x="634" y="58"/>
                </a:lnTo>
                <a:lnTo>
                  <a:pt x="634" y="57"/>
                </a:lnTo>
                <a:lnTo>
                  <a:pt x="634" y="56"/>
                </a:lnTo>
                <a:lnTo>
                  <a:pt x="633" y="55"/>
                </a:lnTo>
                <a:lnTo>
                  <a:pt x="633" y="54"/>
                </a:lnTo>
                <a:lnTo>
                  <a:pt x="633" y="53"/>
                </a:lnTo>
                <a:lnTo>
                  <a:pt x="633" y="52"/>
                </a:lnTo>
                <a:lnTo>
                  <a:pt x="631" y="51"/>
                </a:lnTo>
                <a:lnTo>
                  <a:pt x="631" y="50"/>
                </a:lnTo>
                <a:lnTo>
                  <a:pt x="631" y="49"/>
                </a:lnTo>
                <a:lnTo>
                  <a:pt x="631" y="48"/>
                </a:lnTo>
                <a:lnTo>
                  <a:pt x="632" y="48"/>
                </a:lnTo>
                <a:lnTo>
                  <a:pt x="633" y="47"/>
                </a:lnTo>
                <a:lnTo>
                  <a:pt x="633" y="46"/>
                </a:lnTo>
                <a:lnTo>
                  <a:pt x="634" y="46"/>
                </a:lnTo>
                <a:lnTo>
                  <a:pt x="635" y="47"/>
                </a:lnTo>
                <a:lnTo>
                  <a:pt x="636" y="47"/>
                </a:lnTo>
                <a:lnTo>
                  <a:pt x="636" y="46"/>
                </a:lnTo>
                <a:lnTo>
                  <a:pt x="636" y="45"/>
                </a:lnTo>
                <a:lnTo>
                  <a:pt x="635" y="45"/>
                </a:lnTo>
                <a:lnTo>
                  <a:pt x="635" y="44"/>
                </a:lnTo>
                <a:lnTo>
                  <a:pt x="634" y="43"/>
                </a:lnTo>
                <a:lnTo>
                  <a:pt x="634" y="42"/>
                </a:lnTo>
                <a:lnTo>
                  <a:pt x="635" y="40"/>
                </a:lnTo>
                <a:lnTo>
                  <a:pt x="635" y="39"/>
                </a:lnTo>
                <a:lnTo>
                  <a:pt x="636" y="39"/>
                </a:lnTo>
                <a:lnTo>
                  <a:pt x="636" y="38"/>
                </a:lnTo>
                <a:lnTo>
                  <a:pt x="637" y="38"/>
                </a:lnTo>
                <a:lnTo>
                  <a:pt x="637" y="37"/>
                </a:lnTo>
                <a:lnTo>
                  <a:pt x="636" y="37"/>
                </a:lnTo>
                <a:lnTo>
                  <a:pt x="635" y="37"/>
                </a:lnTo>
                <a:lnTo>
                  <a:pt x="634" y="36"/>
                </a:lnTo>
                <a:lnTo>
                  <a:pt x="634" y="35"/>
                </a:lnTo>
                <a:lnTo>
                  <a:pt x="635" y="35"/>
                </a:lnTo>
                <a:lnTo>
                  <a:pt x="635" y="34"/>
                </a:lnTo>
                <a:lnTo>
                  <a:pt x="633" y="28"/>
                </a:lnTo>
                <a:lnTo>
                  <a:pt x="633" y="27"/>
                </a:lnTo>
                <a:lnTo>
                  <a:pt x="632" y="26"/>
                </a:lnTo>
                <a:lnTo>
                  <a:pt x="631" y="25"/>
                </a:lnTo>
                <a:lnTo>
                  <a:pt x="631" y="24"/>
                </a:lnTo>
                <a:lnTo>
                  <a:pt x="631" y="23"/>
                </a:lnTo>
                <a:lnTo>
                  <a:pt x="631" y="22"/>
                </a:lnTo>
                <a:lnTo>
                  <a:pt x="631" y="21"/>
                </a:lnTo>
                <a:lnTo>
                  <a:pt x="631" y="17"/>
                </a:lnTo>
                <a:lnTo>
                  <a:pt x="632" y="17"/>
                </a:lnTo>
                <a:lnTo>
                  <a:pt x="633" y="15"/>
                </a:lnTo>
                <a:lnTo>
                  <a:pt x="634" y="15"/>
                </a:lnTo>
                <a:lnTo>
                  <a:pt x="635" y="15"/>
                </a:lnTo>
                <a:lnTo>
                  <a:pt x="635" y="14"/>
                </a:lnTo>
                <a:lnTo>
                  <a:pt x="635" y="13"/>
                </a:lnTo>
                <a:lnTo>
                  <a:pt x="636" y="11"/>
                </a:lnTo>
                <a:lnTo>
                  <a:pt x="636" y="10"/>
                </a:lnTo>
                <a:lnTo>
                  <a:pt x="636" y="8"/>
                </a:lnTo>
                <a:lnTo>
                  <a:pt x="636" y="7"/>
                </a:lnTo>
                <a:lnTo>
                  <a:pt x="635" y="6"/>
                </a:lnTo>
                <a:lnTo>
                  <a:pt x="635" y="5"/>
                </a:lnTo>
                <a:lnTo>
                  <a:pt x="636" y="4"/>
                </a:lnTo>
                <a:lnTo>
                  <a:pt x="636" y="3"/>
                </a:lnTo>
                <a:lnTo>
                  <a:pt x="637" y="3"/>
                </a:lnTo>
                <a:lnTo>
                  <a:pt x="638" y="2"/>
                </a:lnTo>
                <a:lnTo>
                  <a:pt x="640" y="2"/>
                </a:lnTo>
                <a:lnTo>
                  <a:pt x="641" y="2"/>
                </a:lnTo>
                <a:lnTo>
                  <a:pt x="641" y="1"/>
                </a:lnTo>
                <a:lnTo>
                  <a:pt x="641" y="0"/>
                </a:lnTo>
                <a:lnTo>
                  <a:pt x="640" y="0"/>
                </a:lnTo>
                <a:lnTo>
                  <a:pt x="641" y="0"/>
                </a:lnTo>
                <a:lnTo>
                  <a:pt x="643" y="1"/>
                </a:lnTo>
                <a:lnTo>
                  <a:pt x="644" y="2"/>
                </a:lnTo>
                <a:lnTo>
                  <a:pt x="645" y="2"/>
                </a:lnTo>
                <a:lnTo>
                  <a:pt x="646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" name=""/>
          <p:cNvSpPr/>
          <p:nvPr/>
        </p:nvSpPr>
        <p:spPr>
          <a:xfrm>
            <a:off x="5253480" y="130896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6" y="4"/>
                </a:move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7"/>
                </a:lnTo>
                <a:lnTo>
                  <a:pt x="3" y="6"/>
                </a:lnTo>
                <a:lnTo>
                  <a:pt x="1" y="6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5" y="4"/>
                </a:lnTo>
                <a:lnTo>
                  <a:pt x="6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" name=""/>
          <p:cNvSpPr/>
          <p:nvPr/>
        </p:nvSpPr>
        <p:spPr>
          <a:xfrm>
            <a:off x="5259600" y="13071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4" y="3"/>
                </a:moveTo>
                <a:lnTo>
                  <a:pt x="4" y="4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5261040" y="13060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2"/>
                </a:move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6"/>
                </a:ln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" name=""/>
          <p:cNvSpPr/>
          <p:nvPr/>
        </p:nvSpPr>
        <p:spPr>
          <a:xfrm>
            <a:off x="5257080" y="1306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" name=""/>
          <p:cNvSpPr/>
          <p:nvPr/>
        </p:nvSpPr>
        <p:spPr>
          <a:xfrm>
            <a:off x="5258160" y="13057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5" y="3"/>
                </a:lnTo>
                <a:lnTo>
                  <a:pt x="5" y="4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5277240" y="1300680"/>
            <a:ext cx="3960" cy="5760"/>
          </a:xfrm>
          <a:custGeom>
            <a:avLst/>
            <a:gdLst/>
            <a:ahLst/>
            <a:rect l="0" t="0" r="r" b="b"/>
            <a:pathLst>
              <a:path w="11" h="16">
                <a:moveTo>
                  <a:pt x="9" y="4"/>
                </a:moveTo>
                <a:lnTo>
                  <a:pt x="9" y="5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9"/>
                </a:lnTo>
                <a:lnTo>
                  <a:pt x="9" y="11"/>
                </a:lnTo>
                <a:lnTo>
                  <a:pt x="8" y="13"/>
                </a:lnTo>
                <a:lnTo>
                  <a:pt x="7" y="13"/>
                </a:lnTo>
                <a:lnTo>
                  <a:pt x="7" y="14"/>
                </a:lnTo>
                <a:lnTo>
                  <a:pt x="7" y="15"/>
                </a:lnTo>
                <a:lnTo>
                  <a:pt x="5" y="15"/>
                </a:lnTo>
                <a:lnTo>
                  <a:pt x="7" y="16"/>
                </a:lnTo>
                <a:lnTo>
                  <a:pt x="5" y="16"/>
                </a:lnTo>
                <a:lnTo>
                  <a:pt x="4" y="16"/>
                </a:lnTo>
                <a:lnTo>
                  <a:pt x="3" y="15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2" y="13"/>
                </a:lnTo>
                <a:lnTo>
                  <a:pt x="2" y="12"/>
                </a:lnTo>
                <a:lnTo>
                  <a:pt x="2" y="11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3" y="7"/>
                </a:lnTo>
                <a:lnTo>
                  <a:pt x="3" y="8"/>
                </a:lnTo>
                <a:lnTo>
                  <a:pt x="4" y="8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5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4"/>
                </a:lnTo>
                <a:lnTo>
                  <a:pt x="9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" name=""/>
          <p:cNvSpPr/>
          <p:nvPr/>
        </p:nvSpPr>
        <p:spPr>
          <a:xfrm>
            <a:off x="5244840" y="12970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" name=""/>
          <p:cNvSpPr/>
          <p:nvPr/>
        </p:nvSpPr>
        <p:spPr>
          <a:xfrm>
            <a:off x="5246640" y="1294200"/>
            <a:ext cx="7200" cy="4320"/>
          </a:xfrm>
          <a:custGeom>
            <a:avLst/>
            <a:gdLst/>
            <a:ahLst/>
            <a:rect l="0" t="0" r="r" b="b"/>
            <a:pathLst>
              <a:path w="20" h="12">
                <a:moveTo>
                  <a:pt x="19" y="3"/>
                </a:moveTo>
                <a:lnTo>
                  <a:pt x="20" y="3"/>
                </a:lnTo>
                <a:lnTo>
                  <a:pt x="20" y="4"/>
                </a:lnTo>
                <a:lnTo>
                  <a:pt x="19" y="5"/>
                </a:lnTo>
                <a:lnTo>
                  <a:pt x="19" y="6"/>
                </a:lnTo>
                <a:lnTo>
                  <a:pt x="18" y="6"/>
                </a:lnTo>
                <a:lnTo>
                  <a:pt x="18" y="7"/>
                </a:lnTo>
                <a:lnTo>
                  <a:pt x="17" y="6"/>
                </a:lnTo>
                <a:lnTo>
                  <a:pt x="16" y="6"/>
                </a:lnTo>
                <a:lnTo>
                  <a:pt x="17" y="7"/>
                </a:lnTo>
                <a:lnTo>
                  <a:pt x="17" y="8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4" y="9"/>
                </a:lnTo>
                <a:lnTo>
                  <a:pt x="14" y="10"/>
                </a:lnTo>
                <a:lnTo>
                  <a:pt x="13" y="12"/>
                </a:lnTo>
                <a:lnTo>
                  <a:pt x="12" y="10"/>
                </a:lnTo>
                <a:lnTo>
                  <a:pt x="12" y="9"/>
                </a:lnTo>
                <a:lnTo>
                  <a:pt x="13" y="9"/>
                </a:lnTo>
                <a:lnTo>
                  <a:pt x="13" y="8"/>
                </a:lnTo>
                <a:lnTo>
                  <a:pt x="13" y="7"/>
                </a:lnTo>
                <a:lnTo>
                  <a:pt x="14" y="6"/>
                </a:lnTo>
                <a:lnTo>
                  <a:pt x="13" y="5"/>
                </a:lnTo>
                <a:lnTo>
                  <a:pt x="12" y="5"/>
                </a:lnTo>
                <a:lnTo>
                  <a:pt x="11" y="5"/>
                </a:lnTo>
                <a:lnTo>
                  <a:pt x="10" y="5"/>
                </a:lnTo>
                <a:lnTo>
                  <a:pt x="8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2" y="5"/>
                </a:lnTo>
                <a:lnTo>
                  <a:pt x="3" y="5"/>
                </a:lnTo>
                <a:lnTo>
                  <a:pt x="5" y="5"/>
                </a:lnTo>
                <a:lnTo>
                  <a:pt x="6" y="4"/>
                </a:lnTo>
                <a:lnTo>
                  <a:pt x="7" y="4"/>
                </a:lnTo>
                <a:lnTo>
                  <a:pt x="8" y="4"/>
                </a:lnTo>
                <a:lnTo>
                  <a:pt x="10" y="4"/>
                </a:lnTo>
                <a:lnTo>
                  <a:pt x="11" y="3"/>
                </a:lnTo>
                <a:lnTo>
                  <a:pt x="12" y="3"/>
                </a:lnTo>
                <a:lnTo>
                  <a:pt x="13" y="2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6" y="2"/>
                </a:lnTo>
                <a:lnTo>
                  <a:pt x="17" y="0"/>
                </a:lnTo>
                <a:lnTo>
                  <a:pt x="18" y="0"/>
                </a:lnTo>
                <a:lnTo>
                  <a:pt x="18" y="2"/>
                </a:lnTo>
                <a:lnTo>
                  <a:pt x="18" y="3"/>
                </a:lnTo>
                <a:lnTo>
                  <a:pt x="19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" name=""/>
          <p:cNvSpPr/>
          <p:nvPr/>
        </p:nvSpPr>
        <p:spPr>
          <a:xfrm>
            <a:off x="5254560" y="129492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6" y="0"/>
                </a:moveTo>
                <a:lnTo>
                  <a:pt x="7" y="0"/>
                </a:lnTo>
                <a:lnTo>
                  <a:pt x="8" y="0"/>
                </a:lnTo>
                <a:lnTo>
                  <a:pt x="7" y="1"/>
                </a:lnTo>
                <a:lnTo>
                  <a:pt x="6" y="1"/>
                </a:lnTo>
                <a:lnTo>
                  <a:pt x="4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6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" name=""/>
          <p:cNvSpPr/>
          <p:nvPr/>
        </p:nvSpPr>
        <p:spPr>
          <a:xfrm>
            <a:off x="5238720" y="1291680"/>
            <a:ext cx="11520" cy="3960"/>
          </a:xfrm>
          <a:custGeom>
            <a:avLst/>
            <a:gdLst/>
            <a:ahLst/>
            <a:rect l="0" t="0" r="r" b="b"/>
            <a:pathLst>
              <a:path w="32" h="11">
                <a:moveTo>
                  <a:pt x="8" y="2"/>
                </a:move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10" y="4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1" y="3"/>
                </a:lnTo>
                <a:lnTo>
                  <a:pt x="13" y="4"/>
                </a:lnTo>
                <a:lnTo>
                  <a:pt x="14" y="4"/>
                </a:lnTo>
                <a:lnTo>
                  <a:pt x="15" y="4"/>
                </a:lnTo>
                <a:lnTo>
                  <a:pt x="15" y="5"/>
                </a:lnTo>
                <a:lnTo>
                  <a:pt x="16" y="5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9" y="4"/>
                </a:lnTo>
                <a:lnTo>
                  <a:pt x="21" y="4"/>
                </a:lnTo>
                <a:lnTo>
                  <a:pt x="21" y="3"/>
                </a:lnTo>
                <a:lnTo>
                  <a:pt x="22" y="3"/>
                </a:lnTo>
                <a:lnTo>
                  <a:pt x="22" y="2"/>
                </a:lnTo>
                <a:lnTo>
                  <a:pt x="23" y="2"/>
                </a:lnTo>
                <a:lnTo>
                  <a:pt x="24" y="2"/>
                </a:lnTo>
                <a:lnTo>
                  <a:pt x="24" y="3"/>
                </a:lnTo>
                <a:lnTo>
                  <a:pt x="25" y="3"/>
                </a:lnTo>
                <a:lnTo>
                  <a:pt x="26" y="3"/>
                </a:lnTo>
                <a:lnTo>
                  <a:pt x="27" y="4"/>
                </a:lnTo>
                <a:lnTo>
                  <a:pt x="28" y="4"/>
                </a:lnTo>
                <a:lnTo>
                  <a:pt x="29" y="4"/>
                </a:lnTo>
                <a:lnTo>
                  <a:pt x="30" y="4"/>
                </a:lnTo>
                <a:lnTo>
                  <a:pt x="31" y="4"/>
                </a:lnTo>
                <a:lnTo>
                  <a:pt x="31" y="3"/>
                </a:lnTo>
                <a:lnTo>
                  <a:pt x="31" y="4"/>
                </a:lnTo>
                <a:lnTo>
                  <a:pt x="32" y="4"/>
                </a:lnTo>
                <a:lnTo>
                  <a:pt x="31" y="5"/>
                </a:lnTo>
                <a:lnTo>
                  <a:pt x="30" y="5"/>
                </a:lnTo>
                <a:lnTo>
                  <a:pt x="29" y="6"/>
                </a:lnTo>
                <a:lnTo>
                  <a:pt x="29" y="7"/>
                </a:lnTo>
                <a:lnTo>
                  <a:pt x="28" y="7"/>
                </a:lnTo>
                <a:lnTo>
                  <a:pt x="28" y="9"/>
                </a:lnTo>
                <a:lnTo>
                  <a:pt x="28" y="7"/>
                </a:lnTo>
                <a:lnTo>
                  <a:pt x="27" y="7"/>
                </a:lnTo>
                <a:lnTo>
                  <a:pt x="27" y="6"/>
                </a:lnTo>
                <a:lnTo>
                  <a:pt x="26" y="6"/>
                </a:lnTo>
                <a:lnTo>
                  <a:pt x="25" y="6"/>
                </a:lnTo>
                <a:lnTo>
                  <a:pt x="24" y="6"/>
                </a:lnTo>
                <a:lnTo>
                  <a:pt x="23" y="6"/>
                </a:lnTo>
                <a:lnTo>
                  <a:pt x="22" y="6"/>
                </a:lnTo>
                <a:lnTo>
                  <a:pt x="21" y="7"/>
                </a:lnTo>
                <a:lnTo>
                  <a:pt x="21" y="6"/>
                </a:lnTo>
                <a:lnTo>
                  <a:pt x="20" y="6"/>
                </a:lnTo>
                <a:lnTo>
                  <a:pt x="19" y="6"/>
                </a:lnTo>
                <a:lnTo>
                  <a:pt x="18" y="6"/>
                </a:lnTo>
                <a:lnTo>
                  <a:pt x="17" y="6"/>
                </a:lnTo>
                <a:lnTo>
                  <a:pt x="16" y="6"/>
                </a:lnTo>
                <a:lnTo>
                  <a:pt x="16" y="7"/>
                </a:lnTo>
                <a:lnTo>
                  <a:pt x="15" y="7"/>
                </a:lnTo>
                <a:lnTo>
                  <a:pt x="16" y="7"/>
                </a:lnTo>
                <a:lnTo>
                  <a:pt x="16" y="9"/>
                </a:lnTo>
                <a:lnTo>
                  <a:pt x="17" y="9"/>
                </a:lnTo>
                <a:lnTo>
                  <a:pt x="16" y="9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5" y="10"/>
                </a:lnTo>
                <a:lnTo>
                  <a:pt x="14" y="10"/>
                </a:lnTo>
                <a:lnTo>
                  <a:pt x="14" y="9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0" y="7"/>
                </a:lnTo>
                <a:lnTo>
                  <a:pt x="10" y="6"/>
                </a:lnTo>
                <a:lnTo>
                  <a:pt x="9" y="6"/>
                </a:lnTo>
                <a:lnTo>
                  <a:pt x="8" y="6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8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" name=""/>
          <p:cNvSpPr/>
          <p:nvPr/>
        </p:nvSpPr>
        <p:spPr>
          <a:xfrm>
            <a:off x="5266080" y="129060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5" y="0"/>
                </a:moveTo>
                <a:lnTo>
                  <a:pt x="6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" name=""/>
          <p:cNvSpPr/>
          <p:nvPr/>
        </p:nvSpPr>
        <p:spPr>
          <a:xfrm>
            <a:off x="5267160" y="1275840"/>
            <a:ext cx="3240" cy="2160"/>
          </a:xfrm>
          <a:custGeom>
            <a:avLst/>
            <a:gdLst/>
            <a:ahLst/>
            <a:rect l="0" t="0" r="r" b="b"/>
            <a:pathLst>
              <a:path w="9" h="6">
                <a:moveTo>
                  <a:pt x="3" y="0"/>
                </a:move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9" y="2"/>
                </a:lnTo>
                <a:lnTo>
                  <a:pt x="9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" name=""/>
          <p:cNvSpPr/>
          <p:nvPr/>
        </p:nvSpPr>
        <p:spPr>
          <a:xfrm>
            <a:off x="5266800" y="12718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" name=""/>
          <p:cNvSpPr/>
          <p:nvPr/>
        </p:nvSpPr>
        <p:spPr>
          <a:xfrm>
            <a:off x="5260320" y="1269000"/>
            <a:ext cx="5400" cy="5040"/>
          </a:xfrm>
          <a:custGeom>
            <a:avLst/>
            <a:gdLst/>
            <a:ahLst/>
            <a:rect l="0" t="0" r="r" b="b"/>
            <a:pathLst>
              <a:path w="15" h="14">
                <a:moveTo>
                  <a:pt x="9" y="0"/>
                </a:move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5" y="3"/>
                </a:lnTo>
                <a:lnTo>
                  <a:pt x="15" y="4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2" y="9"/>
                </a:lnTo>
                <a:lnTo>
                  <a:pt x="11" y="11"/>
                </a:lnTo>
                <a:lnTo>
                  <a:pt x="11" y="12"/>
                </a:lnTo>
                <a:lnTo>
                  <a:pt x="10" y="13"/>
                </a:lnTo>
                <a:lnTo>
                  <a:pt x="9" y="13"/>
                </a:lnTo>
                <a:lnTo>
                  <a:pt x="8" y="13"/>
                </a:lnTo>
                <a:lnTo>
                  <a:pt x="8" y="14"/>
                </a:lnTo>
                <a:lnTo>
                  <a:pt x="5" y="13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4" y="9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4" y="1"/>
                </a:lnTo>
                <a:lnTo>
                  <a:pt x="8" y="1"/>
                </a:lnTo>
                <a:lnTo>
                  <a:pt x="9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" name=""/>
          <p:cNvSpPr/>
          <p:nvPr/>
        </p:nvSpPr>
        <p:spPr>
          <a:xfrm>
            <a:off x="5268960" y="12708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" name=""/>
          <p:cNvSpPr/>
          <p:nvPr/>
        </p:nvSpPr>
        <p:spPr>
          <a:xfrm>
            <a:off x="5263200" y="126180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3" y="0"/>
                </a:moveTo>
                <a:lnTo>
                  <a:pt x="5" y="0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" name=""/>
          <p:cNvSpPr/>
          <p:nvPr/>
        </p:nvSpPr>
        <p:spPr>
          <a:xfrm>
            <a:off x="5299200" y="124596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8" y="3"/>
                </a:move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3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" name=""/>
          <p:cNvSpPr/>
          <p:nvPr/>
        </p:nvSpPr>
        <p:spPr>
          <a:xfrm>
            <a:off x="5303880" y="12427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" name=""/>
          <p:cNvSpPr/>
          <p:nvPr/>
        </p:nvSpPr>
        <p:spPr>
          <a:xfrm>
            <a:off x="5351760" y="1184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" name=""/>
          <p:cNvSpPr/>
          <p:nvPr/>
        </p:nvSpPr>
        <p:spPr>
          <a:xfrm>
            <a:off x="5620680" y="966600"/>
            <a:ext cx="360" cy="1440"/>
          </a:xfrm>
          <a:custGeom>
            <a:avLst/>
            <a:gdLst/>
            <a:ahLst/>
            <a:rect l="0" t="0" r="r" b="b"/>
            <a:pathLst>
              <a:path w="1" h="4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" name=""/>
          <p:cNvSpPr/>
          <p:nvPr/>
        </p:nvSpPr>
        <p:spPr>
          <a:xfrm>
            <a:off x="5613840" y="9565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800" rIns="18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" name=""/>
          <p:cNvSpPr/>
          <p:nvPr/>
        </p:nvSpPr>
        <p:spPr>
          <a:xfrm>
            <a:off x="5111280" y="766800"/>
            <a:ext cx="530280" cy="377640"/>
          </a:xfrm>
          <a:custGeom>
            <a:avLst/>
            <a:gdLst/>
            <a:ahLst/>
            <a:rect l="0" t="0" r="r" b="b"/>
            <a:pathLst>
              <a:path w="1473" h="1049">
                <a:moveTo>
                  <a:pt x="296" y="2"/>
                </a:moveTo>
                <a:lnTo>
                  <a:pt x="295" y="3"/>
                </a:lnTo>
                <a:lnTo>
                  <a:pt x="296" y="3"/>
                </a:lnTo>
                <a:lnTo>
                  <a:pt x="296" y="4"/>
                </a:lnTo>
                <a:lnTo>
                  <a:pt x="296" y="5"/>
                </a:lnTo>
                <a:lnTo>
                  <a:pt x="297" y="5"/>
                </a:lnTo>
                <a:lnTo>
                  <a:pt x="297" y="6"/>
                </a:lnTo>
                <a:lnTo>
                  <a:pt x="296" y="7"/>
                </a:lnTo>
                <a:lnTo>
                  <a:pt x="296" y="8"/>
                </a:lnTo>
                <a:lnTo>
                  <a:pt x="296" y="9"/>
                </a:lnTo>
                <a:lnTo>
                  <a:pt x="297" y="9"/>
                </a:lnTo>
                <a:lnTo>
                  <a:pt x="299" y="9"/>
                </a:lnTo>
                <a:lnTo>
                  <a:pt x="299" y="10"/>
                </a:lnTo>
                <a:lnTo>
                  <a:pt x="299" y="9"/>
                </a:lnTo>
                <a:lnTo>
                  <a:pt x="299" y="8"/>
                </a:lnTo>
                <a:lnTo>
                  <a:pt x="300" y="7"/>
                </a:lnTo>
                <a:lnTo>
                  <a:pt x="300" y="6"/>
                </a:lnTo>
                <a:lnTo>
                  <a:pt x="300" y="5"/>
                </a:lnTo>
                <a:lnTo>
                  <a:pt x="300" y="3"/>
                </a:lnTo>
                <a:lnTo>
                  <a:pt x="303" y="2"/>
                </a:lnTo>
                <a:lnTo>
                  <a:pt x="303" y="1"/>
                </a:lnTo>
                <a:lnTo>
                  <a:pt x="304" y="2"/>
                </a:lnTo>
                <a:lnTo>
                  <a:pt x="304" y="3"/>
                </a:lnTo>
                <a:lnTo>
                  <a:pt x="305" y="4"/>
                </a:lnTo>
                <a:lnTo>
                  <a:pt x="305" y="5"/>
                </a:lnTo>
                <a:lnTo>
                  <a:pt x="305" y="6"/>
                </a:lnTo>
                <a:lnTo>
                  <a:pt x="304" y="7"/>
                </a:lnTo>
                <a:lnTo>
                  <a:pt x="304" y="8"/>
                </a:lnTo>
                <a:lnTo>
                  <a:pt x="304" y="9"/>
                </a:lnTo>
                <a:lnTo>
                  <a:pt x="304" y="11"/>
                </a:lnTo>
                <a:lnTo>
                  <a:pt x="305" y="11"/>
                </a:lnTo>
                <a:lnTo>
                  <a:pt x="306" y="12"/>
                </a:lnTo>
                <a:lnTo>
                  <a:pt x="307" y="12"/>
                </a:lnTo>
                <a:lnTo>
                  <a:pt x="308" y="13"/>
                </a:lnTo>
                <a:lnTo>
                  <a:pt x="309" y="14"/>
                </a:lnTo>
                <a:lnTo>
                  <a:pt x="309" y="15"/>
                </a:lnTo>
                <a:lnTo>
                  <a:pt x="309" y="16"/>
                </a:lnTo>
                <a:lnTo>
                  <a:pt x="308" y="16"/>
                </a:lnTo>
                <a:lnTo>
                  <a:pt x="307" y="17"/>
                </a:lnTo>
                <a:lnTo>
                  <a:pt x="306" y="17"/>
                </a:lnTo>
                <a:lnTo>
                  <a:pt x="306" y="18"/>
                </a:lnTo>
                <a:lnTo>
                  <a:pt x="306" y="19"/>
                </a:lnTo>
                <a:lnTo>
                  <a:pt x="307" y="20"/>
                </a:lnTo>
                <a:lnTo>
                  <a:pt x="307" y="21"/>
                </a:lnTo>
                <a:lnTo>
                  <a:pt x="308" y="22"/>
                </a:lnTo>
                <a:lnTo>
                  <a:pt x="309" y="22"/>
                </a:lnTo>
                <a:lnTo>
                  <a:pt x="310" y="23"/>
                </a:lnTo>
                <a:lnTo>
                  <a:pt x="310" y="24"/>
                </a:lnTo>
                <a:lnTo>
                  <a:pt x="310" y="25"/>
                </a:lnTo>
                <a:lnTo>
                  <a:pt x="310" y="27"/>
                </a:lnTo>
                <a:lnTo>
                  <a:pt x="311" y="27"/>
                </a:lnTo>
                <a:lnTo>
                  <a:pt x="312" y="27"/>
                </a:lnTo>
                <a:lnTo>
                  <a:pt x="312" y="26"/>
                </a:lnTo>
                <a:lnTo>
                  <a:pt x="313" y="26"/>
                </a:lnTo>
                <a:lnTo>
                  <a:pt x="313" y="25"/>
                </a:lnTo>
                <a:lnTo>
                  <a:pt x="314" y="25"/>
                </a:lnTo>
                <a:lnTo>
                  <a:pt x="315" y="25"/>
                </a:lnTo>
                <a:lnTo>
                  <a:pt x="315" y="26"/>
                </a:lnTo>
                <a:lnTo>
                  <a:pt x="316" y="26"/>
                </a:lnTo>
                <a:lnTo>
                  <a:pt x="316" y="27"/>
                </a:lnTo>
                <a:lnTo>
                  <a:pt x="315" y="27"/>
                </a:lnTo>
                <a:lnTo>
                  <a:pt x="315" y="28"/>
                </a:lnTo>
                <a:lnTo>
                  <a:pt x="314" y="28"/>
                </a:lnTo>
                <a:lnTo>
                  <a:pt x="314" y="29"/>
                </a:lnTo>
                <a:lnTo>
                  <a:pt x="313" y="30"/>
                </a:lnTo>
                <a:lnTo>
                  <a:pt x="313" y="31"/>
                </a:lnTo>
                <a:lnTo>
                  <a:pt x="314" y="31"/>
                </a:lnTo>
                <a:lnTo>
                  <a:pt x="314" y="32"/>
                </a:lnTo>
                <a:lnTo>
                  <a:pt x="315" y="32"/>
                </a:lnTo>
                <a:lnTo>
                  <a:pt x="316" y="33"/>
                </a:lnTo>
                <a:lnTo>
                  <a:pt x="317" y="33"/>
                </a:lnTo>
                <a:lnTo>
                  <a:pt x="318" y="34"/>
                </a:lnTo>
                <a:lnTo>
                  <a:pt x="318" y="35"/>
                </a:lnTo>
                <a:lnTo>
                  <a:pt x="318" y="36"/>
                </a:lnTo>
                <a:lnTo>
                  <a:pt x="317" y="36"/>
                </a:lnTo>
                <a:lnTo>
                  <a:pt x="317" y="37"/>
                </a:lnTo>
                <a:lnTo>
                  <a:pt x="316" y="37"/>
                </a:lnTo>
                <a:lnTo>
                  <a:pt x="315" y="37"/>
                </a:lnTo>
                <a:lnTo>
                  <a:pt x="315" y="38"/>
                </a:lnTo>
                <a:lnTo>
                  <a:pt x="315" y="39"/>
                </a:lnTo>
                <a:lnTo>
                  <a:pt x="316" y="40"/>
                </a:lnTo>
                <a:lnTo>
                  <a:pt x="317" y="40"/>
                </a:lnTo>
                <a:lnTo>
                  <a:pt x="318" y="40"/>
                </a:lnTo>
                <a:lnTo>
                  <a:pt x="319" y="40"/>
                </a:lnTo>
                <a:lnTo>
                  <a:pt x="319" y="41"/>
                </a:lnTo>
                <a:lnTo>
                  <a:pt x="320" y="42"/>
                </a:lnTo>
                <a:lnTo>
                  <a:pt x="320" y="43"/>
                </a:lnTo>
                <a:lnTo>
                  <a:pt x="320" y="44"/>
                </a:lnTo>
                <a:lnTo>
                  <a:pt x="319" y="44"/>
                </a:lnTo>
                <a:lnTo>
                  <a:pt x="318" y="45"/>
                </a:lnTo>
                <a:lnTo>
                  <a:pt x="318" y="46"/>
                </a:lnTo>
                <a:lnTo>
                  <a:pt x="319" y="47"/>
                </a:lnTo>
                <a:lnTo>
                  <a:pt x="320" y="47"/>
                </a:lnTo>
                <a:lnTo>
                  <a:pt x="321" y="47"/>
                </a:lnTo>
                <a:lnTo>
                  <a:pt x="322" y="48"/>
                </a:lnTo>
                <a:lnTo>
                  <a:pt x="323" y="48"/>
                </a:lnTo>
                <a:lnTo>
                  <a:pt x="323" y="49"/>
                </a:lnTo>
                <a:lnTo>
                  <a:pt x="324" y="50"/>
                </a:lnTo>
                <a:lnTo>
                  <a:pt x="324" y="51"/>
                </a:lnTo>
                <a:lnTo>
                  <a:pt x="324" y="52"/>
                </a:lnTo>
                <a:lnTo>
                  <a:pt x="325" y="52"/>
                </a:lnTo>
                <a:lnTo>
                  <a:pt x="325" y="53"/>
                </a:lnTo>
                <a:lnTo>
                  <a:pt x="325" y="54"/>
                </a:lnTo>
                <a:lnTo>
                  <a:pt x="325" y="55"/>
                </a:lnTo>
                <a:lnTo>
                  <a:pt x="324" y="55"/>
                </a:lnTo>
                <a:lnTo>
                  <a:pt x="323" y="55"/>
                </a:lnTo>
                <a:lnTo>
                  <a:pt x="321" y="55"/>
                </a:lnTo>
                <a:lnTo>
                  <a:pt x="320" y="55"/>
                </a:lnTo>
                <a:lnTo>
                  <a:pt x="319" y="55"/>
                </a:lnTo>
                <a:lnTo>
                  <a:pt x="318" y="55"/>
                </a:lnTo>
                <a:lnTo>
                  <a:pt x="318" y="56"/>
                </a:lnTo>
                <a:lnTo>
                  <a:pt x="318" y="57"/>
                </a:lnTo>
                <a:lnTo>
                  <a:pt x="318" y="58"/>
                </a:lnTo>
                <a:lnTo>
                  <a:pt x="319" y="58"/>
                </a:lnTo>
                <a:lnTo>
                  <a:pt x="320" y="58"/>
                </a:lnTo>
                <a:lnTo>
                  <a:pt x="321" y="58"/>
                </a:lnTo>
                <a:lnTo>
                  <a:pt x="321" y="59"/>
                </a:lnTo>
                <a:lnTo>
                  <a:pt x="322" y="59"/>
                </a:lnTo>
                <a:lnTo>
                  <a:pt x="323" y="59"/>
                </a:lnTo>
                <a:lnTo>
                  <a:pt x="324" y="60"/>
                </a:lnTo>
                <a:lnTo>
                  <a:pt x="324" y="61"/>
                </a:lnTo>
                <a:lnTo>
                  <a:pt x="323" y="62"/>
                </a:lnTo>
                <a:lnTo>
                  <a:pt x="322" y="63"/>
                </a:lnTo>
                <a:lnTo>
                  <a:pt x="321" y="63"/>
                </a:lnTo>
                <a:lnTo>
                  <a:pt x="320" y="63"/>
                </a:lnTo>
                <a:lnTo>
                  <a:pt x="319" y="63"/>
                </a:lnTo>
                <a:lnTo>
                  <a:pt x="318" y="63"/>
                </a:lnTo>
                <a:lnTo>
                  <a:pt x="318" y="64"/>
                </a:lnTo>
                <a:lnTo>
                  <a:pt x="317" y="66"/>
                </a:lnTo>
                <a:lnTo>
                  <a:pt x="317" y="67"/>
                </a:lnTo>
                <a:lnTo>
                  <a:pt x="317" y="69"/>
                </a:lnTo>
                <a:lnTo>
                  <a:pt x="317" y="70"/>
                </a:lnTo>
                <a:lnTo>
                  <a:pt x="318" y="71"/>
                </a:lnTo>
                <a:lnTo>
                  <a:pt x="318" y="72"/>
                </a:lnTo>
                <a:lnTo>
                  <a:pt x="319" y="73"/>
                </a:lnTo>
                <a:lnTo>
                  <a:pt x="319" y="74"/>
                </a:lnTo>
                <a:lnTo>
                  <a:pt x="320" y="74"/>
                </a:lnTo>
                <a:lnTo>
                  <a:pt x="320" y="75"/>
                </a:lnTo>
                <a:lnTo>
                  <a:pt x="321" y="76"/>
                </a:lnTo>
                <a:lnTo>
                  <a:pt x="322" y="76"/>
                </a:lnTo>
                <a:lnTo>
                  <a:pt x="322" y="77"/>
                </a:lnTo>
                <a:lnTo>
                  <a:pt x="324" y="78"/>
                </a:lnTo>
                <a:lnTo>
                  <a:pt x="325" y="78"/>
                </a:lnTo>
                <a:lnTo>
                  <a:pt x="326" y="78"/>
                </a:lnTo>
                <a:lnTo>
                  <a:pt x="327" y="79"/>
                </a:lnTo>
                <a:lnTo>
                  <a:pt x="328" y="79"/>
                </a:lnTo>
                <a:lnTo>
                  <a:pt x="329" y="79"/>
                </a:lnTo>
                <a:lnTo>
                  <a:pt x="331" y="79"/>
                </a:lnTo>
                <a:lnTo>
                  <a:pt x="332" y="79"/>
                </a:lnTo>
                <a:lnTo>
                  <a:pt x="333" y="80"/>
                </a:lnTo>
                <a:lnTo>
                  <a:pt x="334" y="81"/>
                </a:lnTo>
                <a:lnTo>
                  <a:pt x="334" y="82"/>
                </a:lnTo>
                <a:lnTo>
                  <a:pt x="334" y="83"/>
                </a:lnTo>
                <a:lnTo>
                  <a:pt x="335" y="83"/>
                </a:lnTo>
                <a:lnTo>
                  <a:pt x="335" y="84"/>
                </a:lnTo>
                <a:lnTo>
                  <a:pt x="335" y="85"/>
                </a:lnTo>
                <a:lnTo>
                  <a:pt x="336" y="85"/>
                </a:lnTo>
                <a:lnTo>
                  <a:pt x="336" y="86"/>
                </a:lnTo>
                <a:lnTo>
                  <a:pt x="336" y="87"/>
                </a:lnTo>
                <a:lnTo>
                  <a:pt x="336" y="88"/>
                </a:lnTo>
                <a:lnTo>
                  <a:pt x="336" y="89"/>
                </a:lnTo>
                <a:lnTo>
                  <a:pt x="336" y="90"/>
                </a:lnTo>
                <a:lnTo>
                  <a:pt x="335" y="90"/>
                </a:lnTo>
                <a:lnTo>
                  <a:pt x="334" y="90"/>
                </a:lnTo>
                <a:lnTo>
                  <a:pt x="333" y="90"/>
                </a:lnTo>
                <a:lnTo>
                  <a:pt x="332" y="90"/>
                </a:lnTo>
                <a:lnTo>
                  <a:pt x="331" y="91"/>
                </a:lnTo>
                <a:lnTo>
                  <a:pt x="331" y="92"/>
                </a:lnTo>
                <a:lnTo>
                  <a:pt x="332" y="93"/>
                </a:lnTo>
                <a:lnTo>
                  <a:pt x="332" y="94"/>
                </a:lnTo>
                <a:lnTo>
                  <a:pt x="333" y="94"/>
                </a:lnTo>
                <a:lnTo>
                  <a:pt x="333" y="95"/>
                </a:lnTo>
                <a:lnTo>
                  <a:pt x="334" y="95"/>
                </a:lnTo>
                <a:lnTo>
                  <a:pt x="336" y="96"/>
                </a:lnTo>
                <a:lnTo>
                  <a:pt x="336" y="97"/>
                </a:lnTo>
                <a:lnTo>
                  <a:pt x="337" y="97"/>
                </a:lnTo>
                <a:lnTo>
                  <a:pt x="337" y="98"/>
                </a:lnTo>
                <a:lnTo>
                  <a:pt x="337" y="99"/>
                </a:lnTo>
                <a:lnTo>
                  <a:pt x="336" y="99"/>
                </a:lnTo>
                <a:lnTo>
                  <a:pt x="335" y="99"/>
                </a:lnTo>
                <a:lnTo>
                  <a:pt x="334" y="99"/>
                </a:lnTo>
                <a:lnTo>
                  <a:pt x="334" y="100"/>
                </a:lnTo>
                <a:lnTo>
                  <a:pt x="333" y="101"/>
                </a:lnTo>
                <a:lnTo>
                  <a:pt x="333" y="102"/>
                </a:lnTo>
                <a:lnTo>
                  <a:pt x="332" y="102"/>
                </a:lnTo>
                <a:lnTo>
                  <a:pt x="331" y="102"/>
                </a:lnTo>
                <a:lnTo>
                  <a:pt x="330" y="102"/>
                </a:lnTo>
                <a:lnTo>
                  <a:pt x="330" y="103"/>
                </a:lnTo>
                <a:lnTo>
                  <a:pt x="329" y="103"/>
                </a:lnTo>
                <a:lnTo>
                  <a:pt x="329" y="104"/>
                </a:lnTo>
                <a:lnTo>
                  <a:pt x="329" y="105"/>
                </a:lnTo>
                <a:lnTo>
                  <a:pt x="330" y="106"/>
                </a:lnTo>
                <a:lnTo>
                  <a:pt x="331" y="107"/>
                </a:lnTo>
                <a:lnTo>
                  <a:pt x="332" y="108"/>
                </a:lnTo>
                <a:lnTo>
                  <a:pt x="332" y="109"/>
                </a:lnTo>
                <a:lnTo>
                  <a:pt x="333" y="109"/>
                </a:lnTo>
                <a:lnTo>
                  <a:pt x="334" y="109"/>
                </a:lnTo>
                <a:lnTo>
                  <a:pt x="335" y="108"/>
                </a:lnTo>
                <a:lnTo>
                  <a:pt x="336" y="108"/>
                </a:lnTo>
                <a:lnTo>
                  <a:pt x="337" y="107"/>
                </a:lnTo>
                <a:lnTo>
                  <a:pt x="338" y="107"/>
                </a:lnTo>
                <a:lnTo>
                  <a:pt x="338" y="108"/>
                </a:lnTo>
                <a:lnTo>
                  <a:pt x="339" y="108"/>
                </a:lnTo>
                <a:lnTo>
                  <a:pt x="339" y="109"/>
                </a:lnTo>
                <a:lnTo>
                  <a:pt x="340" y="109"/>
                </a:lnTo>
                <a:lnTo>
                  <a:pt x="341" y="109"/>
                </a:lnTo>
                <a:lnTo>
                  <a:pt x="342" y="110"/>
                </a:lnTo>
                <a:lnTo>
                  <a:pt x="343" y="110"/>
                </a:lnTo>
                <a:lnTo>
                  <a:pt x="343" y="111"/>
                </a:lnTo>
                <a:lnTo>
                  <a:pt x="344" y="112"/>
                </a:lnTo>
                <a:lnTo>
                  <a:pt x="345" y="112"/>
                </a:lnTo>
                <a:lnTo>
                  <a:pt x="345" y="113"/>
                </a:lnTo>
                <a:lnTo>
                  <a:pt x="345" y="114"/>
                </a:lnTo>
                <a:lnTo>
                  <a:pt x="345" y="115"/>
                </a:lnTo>
                <a:lnTo>
                  <a:pt x="346" y="116"/>
                </a:lnTo>
                <a:lnTo>
                  <a:pt x="347" y="117"/>
                </a:lnTo>
                <a:lnTo>
                  <a:pt x="348" y="117"/>
                </a:lnTo>
                <a:lnTo>
                  <a:pt x="351" y="117"/>
                </a:lnTo>
                <a:lnTo>
                  <a:pt x="351" y="118"/>
                </a:lnTo>
                <a:lnTo>
                  <a:pt x="352" y="118"/>
                </a:lnTo>
                <a:lnTo>
                  <a:pt x="352" y="119"/>
                </a:lnTo>
                <a:lnTo>
                  <a:pt x="352" y="120"/>
                </a:lnTo>
                <a:lnTo>
                  <a:pt x="352" y="121"/>
                </a:lnTo>
                <a:lnTo>
                  <a:pt x="351" y="122"/>
                </a:lnTo>
                <a:lnTo>
                  <a:pt x="350" y="122"/>
                </a:lnTo>
                <a:lnTo>
                  <a:pt x="350" y="123"/>
                </a:lnTo>
                <a:lnTo>
                  <a:pt x="351" y="123"/>
                </a:lnTo>
                <a:lnTo>
                  <a:pt x="352" y="123"/>
                </a:lnTo>
                <a:lnTo>
                  <a:pt x="353" y="123"/>
                </a:lnTo>
                <a:lnTo>
                  <a:pt x="354" y="123"/>
                </a:lnTo>
                <a:lnTo>
                  <a:pt x="355" y="123"/>
                </a:lnTo>
                <a:lnTo>
                  <a:pt x="355" y="124"/>
                </a:lnTo>
                <a:lnTo>
                  <a:pt x="354" y="125"/>
                </a:lnTo>
                <a:lnTo>
                  <a:pt x="354" y="126"/>
                </a:lnTo>
                <a:lnTo>
                  <a:pt x="354" y="127"/>
                </a:lnTo>
                <a:lnTo>
                  <a:pt x="354" y="128"/>
                </a:lnTo>
                <a:lnTo>
                  <a:pt x="354" y="129"/>
                </a:lnTo>
                <a:lnTo>
                  <a:pt x="354" y="130"/>
                </a:lnTo>
                <a:lnTo>
                  <a:pt x="355" y="130"/>
                </a:lnTo>
                <a:lnTo>
                  <a:pt x="355" y="131"/>
                </a:lnTo>
                <a:lnTo>
                  <a:pt x="356" y="131"/>
                </a:lnTo>
                <a:lnTo>
                  <a:pt x="357" y="132"/>
                </a:lnTo>
                <a:lnTo>
                  <a:pt x="358" y="132"/>
                </a:lnTo>
                <a:lnTo>
                  <a:pt x="359" y="132"/>
                </a:lnTo>
                <a:lnTo>
                  <a:pt x="360" y="132"/>
                </a:lnTo>
                <a:lnTo>
                  <a:pt x="361" y="132"/>
                </a:lnTo>
                <a:lnTo>
                  <a:pt x="362" y="131"/>
                </a:lnTo>
                <a:lnTo>
                  <a:pt x="363" y="131"/>
                </a:lnTo>
                <a:lnTo>
                  <a:pt x="363" y="130"/>
                </a:lnTo>
                <a:lnTo>
                  <a:pt x="364" y="128"/>
                </a:lnTo>
                <a:lnTo>
                  <a:pt x="365" y="128"/>
                </a:lnTo>
                <a:lnTo>
                  <a:pt x="365" y="127"/>
                </a:lnTo>
                <a:lnTo>
                  <a:pt x="366" y="127"/>
                </a:lnTo>
                <a:lnTo>
                  <a:pt x="367" y="126"/>
                </a:lnTo>
                <a:lnTo>
                  <a:pt x="368" y="127"/>
                </a:lnTo>
                <a:lnTo>
                  <a:pt x="368" y="128"/>
                </a:lnTo>
                <a:lnTo>
                  <a:pt x="368" y="129"/>
                </a:lnTo>
                <a:lnTo>
                  <a:pt x="368" y="130"/>
                </a:lnTo>
                <a:lnTo>
                  <a:pt x="367" y="132"/>
                </a:lnTo>
                <a:lnTo>
                  <a:pt x="367" y="133"/>
                </a:lnTo>
                <a:lnTo>
                  <a:pt x="368" y="133"/>
                </a:lnTo>
                <a:lnTo>
                  <a:pt x="368" y="134"/>
                </a:lnTo>
                <a:lnTo>
                  <a:pt x="369" y="135"/>
                </a:lnTo>
                <a:lnTo>
                  <a:pt x="370" y="135"/>
                </a:lnTo>
                <a:lnTo>
                  <a:pt x="371" y="135"/>
                </a:lnTo>
                <a:lnTo>
                  <a:pt x="372" y="134"/>
                </a:lnTo>
                <a:lnTo>
                  <a:pt x="373" y="134"/>
                </a:lnTo>
                <a:lnTo>
                  <a:pt x="374" y="134"/>
                </a:lnTo>
                <a:lnTo>
                  <a:pt x="375" y="134"/>
                </a:lnTo>
                <a:lnTo>
                  <a:pt x="375" y="135"/>
                </a:lnTo>
                <a:lnTo>
                  <a:pt x="375" y="136"/>
                </a:lnTo>
                <a:lnTo>
                  <a:pt x="374" y="137"/>
                </a:lnTo>
                <a:lnTo>
                  <a:pt x="374" y="138"/>
                </a:lnTo>
                <a:lnTo>
                  <a:pt x="374" y="139"/>
                </a:lnTo>
                <a:lnTo>
                  <a:pt x="374" y="140"/>
                </a:lnTo>
                <a:lnTo>
                  <a:pt x="374" y="141"/>
                </a:lnTo>
                <a:lnTo>
                  <a:pt x="375" y="141"/>
                </a:lnTo>
                <a:lnTo>
                  <a:pt x="375" y="142"/>
                </a:lnTo>
                <a:lnTo>
                  <a:pt x="376" y="142"/>
                </a:lnTo>
                <a:lnTo>
                  <a:pt x="377" y="143"/>
                </a:lnTo>
                <a:lnTo>
                  <a:pt x="378" y="144"/>
                </a:lnTo>
                <a:lnTo>
                  <a:pt x="379" y="144"/>
                </a:lnTo>
                <a:lnTo>
                  <a:pt x="380" y="144"/>
                </a:lnTo>
                <a:lnTo>
                  <a:pt x="381" y="143"/>
                </a:lnTo>
                <a:lnTo>
                  <a:pt x="383" y="143"/>
                </a:lnTo>
                <a:lnTo>
                  <a:pt x="384" y="142"/>
                </a:lnTo>
                <a:lnTo>
                  <a:pt x="385" y="141"/>
                </a:lnTo>
                <a:lnTo>
                  <a:pt x="386" y="141"/>
                </a:lnTo>
                <a:lnTo>
                  <a:pt x="387" y="141"/>
                </a:lnTo>
                <a:lnTo>
                  <a:pt x="388" y="141"/>
                </a:lnTo>
                <a:lnTo>
                  <a:pt x="389" y="141"/>
                </a:lnTo>
                <a:lnTo>
                  <a:pt x="389" y="142"/>
                </a:lnTo>
                <a:lnTo>
                  <a:pt x="390" y="142"/>
                </a:lnTo>
                <a:lnTo>
                  <a:pt x="390" y="144"/>
                </a:lnTo>
                <a:lnTo>
                  <a:pt x="391" y="145"/>
                </a:lnTo>
                <a:lnTo>
                  <a:pt x="391" y="146"/>
                </a:lnTo>
                <a:lnTo>
                  <a:pt x="391" y="147"/>
                </a:lnTo>
                <a:lnTo>
                  <a:pt x="391" y="148"/>
                </a:lnTo>
                <a:lnTo>
                  <a:pt x="391" y="149"/>
                </a:lnTo>
                <a:lnTo>
                  <a:pt x="390" y="150"/>
                </a:lnTo>
                <a:lnTo>
                  <a:pt x="389" y="151"/>
                </a:lnTo>
                <a:lnTo>
                  <a:pt x="389" y="152"/>
                </a:lnTo>
                <a:lnTo>
                  <a:pt x="390" y="152"/>
                </a:lnTo>
                <a:lnTo>
                  <a:pt x="390" y="153"/>
                </a:lnTo>
                <a:lnTo>
                  <a:pt x="391" y="153"/>
                </a:lnTo>
                <a:lnTo>
                  <a:pt x="392" y="154"/>
                </a:lnTo>
                <a:lnTo>
                  <a:pt x="393" y="155"/>
                </a:lnTo>
                <a:lnTo>
                  <a:pt x="393" y="156"/>
                </a:lnTo>
                <a:lnTo>
                  <a:pt x="394" y="156"/>
                </a:lnTo>
                <a:lnTo>
                  <a:pt x="394" y="157"/>
                </a:lnTo>
                <a:lnTo>
                  <a:pt x="394" y="158"/>
                </a:lnTo>
                <a:lnTo>
                  <a:pt x="395" y="159"/>
                </a:lnTo>
                <a:lnTo>
                  <a:pt x="396" y="160"/>
                </a:lnTo>
                <a:lnTo>
                  <a:pt x="397" y="160"/>
                </a:lnTo>
                <a:lnTo>
                  <a:pt x="398" y="161"/>
                </a:lnTo>
                <a:lnTo>
                  <a:pt x="400" y="161"/>
                </a:lnTo>
                <a:lnTo>
                  <a:pt x="401" y="160"/>
                </a:lnTo>
                <a:lnTo>
                  <a:pt x="401" y="159"/>
                </a:lnTo>
                <a:lnTo>
                  <a:pt x="402" y="158"/>
                </a:lnTo>
                <a:lnTo>
                  <a:pt x="403" y="157"/>
                </a:lnTo>
                <a:lnTo>
                  <a:pt x="404" y="157"/>
                </a:lnTo>
                <a:lnTo>
                  <a:pt x="404" y="156"/>
                </a:lnTo>
                <a:lnTo>
                  <a:pt x="405" y="156"/>
                </a:lnTo>
                <a:lnTo>
                  <a:pt x="406" y="156"/>
                </a:lnTo>
                <a:lnTo>
                  <a:pt x="407" y="155"/>
                </a:lnTo>
                <a:lnTo>
                  <a:pt x="409" y="155"/>
                </a:lnTo>
                <a:lnTo>
                  <a:pt x="410" y="156"/>
                </a:lnTo>
                <a:lnTo>
                  <a:pt x="411" y="157"/>
                </a:lnTo>
                <a:lnTo>
                  <a:pt x="412" y="159"/>
                </a:lnTo>
                <a:lnTo>
                  <a:pt x="413" y="160"/>
                </a:lnTo>
                <a:lnTo>
                  <a:pt x="414" y="161"/>
                </a:lnTo>
                <a:lnTo>
                  <a:pt x="415" y="161"/>
                </a:lnTo>
                <a:lnTo>
                  <a:pt x="416" y="162"/>
                </a:lnTo>
                <a:lnTo>
                  <a:pt x="417" y="162"/>
                </a:lnTo>
                <a:lnTo>
                  <a:pt x="418" y="162"/>
                </a:lnTo>
                <a:lnTo>
                  <a:pt x="419" y="162"/>
                </a:lnTo>
                <a:lnTo>
                  <a:pt x="421" y="162"/>
                </a:lnTo>
                <a:lnTo>
                  <a:pt x="422" y="162"/>
                </a:lnTo>
                <a:lnTo>
                  <a:pt x="422" y="161"/>
                </a:lnTo>
                <a:lnTo>
                  <a:pt x="423" y="160"/>
                </a:lnTo>
                <a:lnTo>
                  <a:pt x="424" y="160"/>
                </a:lnTo>
                <a:lnTo>
                  <a:pt x="424" y="159"/>
                </a:lnTo>
                <a:lnTo>
                  <a:pt x="425" y="158"/>
                </a:lnTo>
                <a:lnTo>
                  <a:pt x="425" y="157"/>
                </a:lnTo>
                <a:lnTo>
                  <a:pt x="424" y="156"/>
                </a:lnTo>
                <a:lnTo>
                  <a:pt x="423" y="156"/>
                </a:lnTo>
                <a:lnTo>
                  <a:pt x="423" y="155"/>
                </a:lnTo>
                <a:lnTo>
                  <a:pt x="422" y="154"/>
                </a:lnTo>
                <a:lnTo>
                  <a:pt x="423" y="154"/>
                </a:lnTo>
                <a:lnTo>
                  <a:pt x="423" y="153"/>
                </a:lnTo>
                <a:lnTo>
                  <a:pt x="424" y="153"/>
                </a:lnTo>
                <a:lnTo>
                  <a:pt x="425" y="153"/>
                </a:lnTo>
                <a:lnTo>
                  <a:pt x="426" y="153"/>
                </a:lnTo>
                <a:lnTo>
                  <a:pt x="428" y="154"/>
                </a:lnTo>
                <a:lnTo>
                  <a:pt x="429" y="155"/>
                </a:lnTo>
                <a:lnTo>
                  <a:pt x="430" y="155"/>
                </a:lnTo>
                <a:lnTo>
                  <a:pt x="431" y="155"/>
                </a:lnTo>
                <a:lnTo>
                  <a:pt x="432" y="155"/>
                </a:lnTo>
                <a:lnTo>
                  <a:pt x="433" y="155"/>
                </a:lnTo>
                <a:lnTo>
                  <a:pt x="434" y="154"/>
                </a:lnTo>
                <a:lnTo>
                  <a:pt x="435" y="153"/>
                </a:lnTo>
                <a:lnTo>
                  <a:pt x="436" y="153"/>
                </a:lnTo>
                <a:lnTo>
                  <a:pt x="436" y="152"/>
                </a:lnTo>
                <a:lnTo>
                  <a:pt x="437" y="152"/>
                </a:lnTo>
                <a:lnTo>
                  <a:pt x="438" y="151"/>
                </a:lnTo>
                <a:lnTo>
                  <a:pt x="439" y="150"/>
                </a:lnTo>
                <a:lnTo>
                  <a:pt x="440" y="150"/>
                </a:lnTo>
                <a:lnTo>
                  <a:pt x="441" y="151"/>
                </a:lnTo>
                <a:lnTo>
                  <a:pt x="442" y="151"/>
                </a:lnTo>
                <a:lnTo>
                  <a:pt x="444" y="151"/>
                </a:lnTo>
                <a:lnTo>
                  <a:pt x="445" y="151"/>
                </a:lnTo>
                <a:lnTo>
                  <a:pt x="445" y="150"/>
                </a:lnTo>
                <a:lnTo>
                  <a:pt x="446" y="150"/>
                </a:lnTo>
                <a:lnTo>
                  <a:pt x="446" y="149"/>
                </a:lnTo>
                <a:lnTo>
                  <a:pt x="446" y="147"/>
                </a:lnTo>
                <a:lnTo>
                  <a:pt x="446" y="146"/>
                </a:lnTo>
                <a:lnTo>
                  <a:pt x="447" y="146"/>
                </a:lnTo>
                <a:lnTo>
                  <a:pt x="447" y="145"/>
                </a:lnTo>
                <a:lnTo>
                  <a:pt x="448" y="145"/>
                </a:lnTo>
                <a:lnTo>
                  <a:pt x="449" y="144"/>
                </a:lnTo>
                <a:lnTo>
                  <a:pt x="450" y="144"/>
                </a:lnTo>
                <a:lnTo>
                  <a:pt x="450" y="145"/>
                </a:lnTo>
                <a:lnTo>
                  <a:pt x="451" y="145"/>
                </a:lnTo>
                <a:lnTo>
                  <a:pt x="451" y="146"/>
                </a:lnTo>
                <a:lnTo>
                  <a:pt x="451" y="149"/>
                </a:lnTo>
                <a:lnTo>
                  <a:pt x="451" y="150"/>
                </a:lnTo>
                <a:lnTo>
                  <a:pt x="452" y="151"/>
                </a:lnTo>
                <a:lnTo>
                  <a:pt x="453" y="151"/>
                </a:lnTo>
                <a:lnTo>
                  <a:pt x="454" y="150"/>
                </a:lnTo>
                <a:lnTo>
                  <a:pt x="455" y="150"/>
                </a:lnTo>
                <a:lnTo>
                  <a:pt x="456" y="149"/>
                </a:lnTo>
                <a:lnTo>
                  <a:pt x="456" y="148"/>
                </a:lnTo>
                <a:lnTo>
                  <a:pt x="457" y="147"/>
                </a:lnTo>
                <a:lnTo>
                  <a:pt x="458" y="146"/>
                </a:lnTo>
                <a:lnTo>
                  <a:pt x="458" y="145"/>
                </a:lnTo>
                <a:lnTo>
                  <a:pt x="459" y="145"/>
                </a:lnTo>
                <a:lnTo>
                  <a:pt x="460" y="145"/>
                </a:lnTo>
                <a:lnTo>
                  <a:pt x="461" y="146"/>
                </a:lnTo>
                <a:lnTo>
                  <a:pt x="462" y="147"/>
                </a:lnTo>
                <a:lnTo>
                  <a:pt x="464" y="147"/>
                </a:lnTo>
                <a:lnTo>
                  <a:pt x="464" y="148"/>
                </a:lnTo>
                <a:lnTo>
                  <a:pt x="465" y="148"/>
                </a:lnTo>
                <a:lnTo>
                  <a:pt x="466" y="148"/>
                </a:lnTo>
                <a:lnTo>
                  <a:pt x="467" y="147"/>
                </a:lnTo>
                <a:lnTo>
                  <a:pt x="467" y="146"/>
                </a:lnTo>
                <a:lnTo>
                  <a:pt x="467" y="145"/>
                </a:lnTo>
                <a:lnTo>
                  <a:pt x="467" y="144"/>
                </a:lnTo>
                <a:lnTo>
                  <a:pt x="466" y="143"/>
                </a:lnTo>
                <a:lnTo>
                  <a:pt x="466" y="141"/>
                </a:lnTo>
                <a:lnTo>
                  <a:pt x="465" y="141"/>
                </a:lnTo>
                <a:lnTo>
                  <a:pt x="465" y="140"/>
                </a:lnTo>
                <a:lnTo>
                  <a:pt x="464" y="139"/>
                </a:lnTo>
                <a:lnTo>
                  <a:pt x="464" y="138"/>
                </a:lnTo>
                <a:lnTo>
                  <a:pt x="464" y="137"/>
                </a:lnTo>
                <a:lnTo>
                  <a:pt x="464" y="136"/>
                </a:lnTo>
                <a:lnTo>
                  <a:pt x="464" y="135"/>
                </a:lnTo>
                <a:lnTo>
                  <a:pt x="465" y="135"/>
                </a:lnTo>
                <a:lnTo>
                  <a:pt x="465" y="134"/>
                </a:lnTo>
                <a:lnTo>
                  <a:pt x="466" y="132"/>
                </a:lnTo>
                <a:lnTo>
                  <a:pt x="466" y="131"/>
                </a:lnTo>
                <a:lnTo>
                  <a:pt x="466" y="130"/>
                </a:lnTo>
                <a:lnTo>
                  <a:pt x="467" y="130"/>
                </a:lnTo>
                <a:lnTo>
                  <a:pt x="466" y="130"/>
                </a:lnTo>
                <a:lnTo>
                  <a:pt x="466" y="128"/>
                </a:lnTo>
                <a:lnTo>
                  <a:pt x="466" y="127"/>
                </a:lnTo>
                <a:lnTo>
                  <a:pt x="467" y="126"/>
                </a:lnTo>
                <a:lnTo>
                  <a:pt x="468" y="126"/>
                </a:lnTo>
                <a:lnTo>
                  <a:pt x="469" y="126"/>
                </a:lnTo>
                <a:lnTo>
                  <a:pt x="470" y="128"/>
                </a:lnTo>
                <a:lnTo>
                  <a:pt x="471" y="128"/>
                </a:lnTo>
                <a:lnTo>
                  <a:pt x="471" y="129"/>
                </a:lnTo>
                <a:lnTo>
                  <a:pt x="471" y="130"/>
                </a:lnTo>
                <a:lnTo>
                  <a:pt x="471" y="131"/>
                </a:lnTo>
                <a:lnTo>
                  <a:pt x="472" y="132"/>
                </a:lnTo>
                <a:lnTo>
                  <a:pt x="472" y="133"/>
                </a:lnTo>
                <a:lnTo>
                  <a:pt x="473" y="134"/>
                </a:lnTo>
                <a:lnTo>
                  <a:pt x="474" y="134"/>
                </a:lnTo>
                <a:lnTo>
                  <a:pt x="476" y="134"/>
                </a:lnTo>
                <a:lnTo>
                  <a:pt x="478" y="134"/>
                </a:lnTo>
                <a:lnTo>
                  <a:pt x="480" y="134"/>
                </a:lnTo>
                <a:lnTo>
                  <a:pt x="481" y="133"/>
                </a:lnTo>
                <a:lnTo>
                  <a:pt x="482" y="133"/>
                </a:lnTo>
                <a:lnTo>
                  <a:pt x="483" y="133"/>
                </a:lnTo>
                <a:lnTo>
                  <a:pt x="484" y="133"/>
                </a:lnTo>
                <a:lnTo>
                  <a:pt x="485" y="133"/>
                </a:lnTo>
                <a:lnTo>
                  <a:pt x="485" y="134"/>
                </a:lnTo>
                <a:lnTo>
                  <a:pt x="485" y="135"/>
                </a:lnTo>
                <a:lnTo>
                  <a:pt x="486" y="136"/>
                </a:lnTo>
                <a:lnTo>
                  <a:pt x="486" y="137"/>
                </a:lnTo>
                <a:lnTo>
                  <a:pt x="486" y="138"/>
                </a:lnTo>
                <a:lnTo>
                  <a:pt x="487" y="139"/>
                </a:lnTo>
                <a:lnTo>
                  <a:pt x="487" y="140"/>
                </a:lnTo>
                <a:lnTo>
                  <a:pt x="488" y="141"/>
                </a:lnTo>
                <a:lnTo>
                  <a:pt x="489" y="143"/>
                </a:lnTo>
                <a:lnTo>
                  <a:pt x="489" y="144"/>
                </a:lnTo>
                <a:lnTo>
                  <a:pt x="490" y="145"/>
                </a:lnTo>
                <a:lnTo>
                  <a:pt x="491" y="145"/>
                </a:lnTo>
                <a:lnTo>
                  <a:pt x="492" y="146"/>
                </a:lnTo>
                <a:lnTo>
                  <a:pt x="493" y="146"/>
                </a:lnTo>
                <a:lnTo>
                  <a:pt x="494" y="145"/>
                </a:lnTo>
                <a:lnTo>
                  <a:pt x="495" y="145"/>
                </a:lnTo>
                <a:lnTo>
                  <a:pt x="496" y="145"/>
                </a:lnTo>
                <a:lnTo>
                  <a:pt x="496" y="146"/>
                </a:lnTo>
                <a:lnTo>
                  <a:pt x="496" y="147"/>
                </a:lnTo>
                <a:lnTo>
                  <a:pt x="496" y="148"/>
                </a:lnTo>
                <a:lnTo>
                  <a:pt x="495" y="149"/>
                </a:lnTo>
                <a:lnTo>
                  <a:pt x="494" y="150"/>
                </a:lnTo>
                <a:lnTo>
                  <a:pt x="494" y="152"/>
                </a:lnTo>
                <a:lnTo>
                  <a:pt x="494" y="153"/>
                </a:lnTo>
                <a:lnTo>
                  <a:pt x="495" y="153"/>
                </a:lnTo>
                <a:lnTo>
                  <a:pt x="495" y="154"/>
                </a:lnTo>
                <a:lnTo>
                  <a:pt x="496" y="154"/>
                </a:lnTo>
                <a:lnTo>
                  <a:pt x="498" y="153"/>
                </a:lnTo>
                <a:lnTo>
                  <a:pt x="499" y="153"/>
                </a:lnTo>
                <a:lnTo>
                  <a:pt x="500" y="152"/>
                </a:lnTo>
                <a:lnTo>
                  <a:pt x="500" y="151"/>
                </a:lnTo>
                <a:lnTo>
                  <a:pt x="501" y="151"/>
                </a:lnTo>
                <a:lnTo>
                  <a:pt x="501" y="150"/>
                </a:lnTo>
                <a:lnTo>
                  <a:pt x="502" y="149"/>
                </a:lnTo>
                <a:lnTo>
                  <a:pt x="502" y="148"/>
                </a:lnTo>
                <a:lnTo>
                  <a:pt x="503" y="147"/>
                </a:lnTo>
                <a:lnTo>
                  <a:pt x="503" y="146"/>
                </a:lnTo>
                <a:lnTo>
                  <a:pt x="504" y="145"/>
                </a:lnTo>
                <a:lnTo>
                  <a:pt x="505" y="145"/>
                </a:lnTo>
                <a:lnTo>
                  <a:pt x="507" y="146"/>
                </a:lnTo>
                <a:lnTo>
                  <a:pt x="508" y="147"/>
                </a:lnTo>
                <a:lnTo>
                  <a:pt x="509" y="147"/>
                </a:lnTo>
                <a:lnTo>
                  <a:pt x="510" y="147"/>
                </a:lnTo>
                <a:lnTo>
                  <a:pt x="512" y="146"/>
                </a:lnTo>
                <a:lnTo>
                  <a:pt x="514" y="145"/>
                </a:lnTo>
                <a:lnTo>
                  <a:pt x="515" y="144"/>
                </a:lnTo>
                <a:lnTo>
                  <a:pt x="516" y="143"/>
                </a:lnTo>
                <a:lnTo>
                  <a:pt x="518" y="141"/>
                </a:lnTo>
                <a:lnTo>
                  <a:pt x="519" y="141"/>
                </a:lnTo>
                <a:lnTo>
                  <a:pt x="521" y="141"/>
                </a:lnTo>
                <a:lnTo>
                  <a:pt x="522" y="141"/>
                </a:lnTo>
                <a:lnTo>
                  <a:pt x="523" y="141"/>
                </a:lnTo>
                <a:lnTo>
                  <a:pt x="524" y="141"/>
                </a:lnTo>
                <a:lnTo>
                  <a:pt x="525" y="142"/>
                </a:lnTo>
                <a:lnTo>
                  <a:pt x="526" y="143"/>
                </a:lnTo>
                <a:lnTo>
                  <a:pt x="527" y="143"/>
                </a:lnTo>
                <a:lnTo>
                  <a:pt x="528" y="143"/>
                </a:lnTo>
                <a:lnTo>
                  <a:pt x="528" y="142"/>
                </a:lnTo>
                <a:lnTo>
                  <a:pt x="528" y="141"/>
                </a:lnTo>
                <a:lnTo>
                  <a:pt x="527" y="140"/>
                </a:lnTo>
                <a:lnTo>
                  <a:pt x="527" y="139"/>
                </a:lnTo>
                <a:lnTo>
                  <a:pt x="528" y="139"/>
                </a:lnTo>
                <a:lnTo>
                  <a:pt x="528" y="138"/>
                </a:lnTo>
                <a:lnTo>
                  <a:pt x="529" y="138"/>
                </a:lnTo>
                <a:lnTo>
                  <a:pt x="529" y="139"/>
                </a:lnTo>
                <a:lnTo>
                  <a:pt x="529" y="140"/>
                </a:lnTo>
                <a:lnTo>
                  <a:pt x="530" y="140"/>
                </a:lnTo>
                <a:lnTo>
                  <a:pt x="531" y="141"/>
                </a:lnTo>
                <a:lnTo>
                  <a:pt x="532" y="142"/>
                </a:lnTo>
                <a:lnTo>
                  <a:pt x="532" y="143"/>
                </a:lnTo>
                <a:lnTo>
                  <a:pt x="533" y="143"/>
                </a:lnTo>
                <a:lnTo>
                  <a:pt x="534" y="144"/>
                </a:lnTo>
                <a:lnTo>
                  <a:pt x="535" y="144"/>
                </a:lnTo>
                <a:lnTo>
                  <a:pt x="535" y="143"/>
                </a:lnTo>
                <a:lnTo>
                  <a:pt x="536" y="143"/>
                </a:lnTo>
                <a:lnTo>
                  <a:pt x="537" y="142"/>
                </a:lnTo>
                <a:lnTo>
                  <a:pt x="537" y="141"/>
                </a:lnTo>
                <a:lnTo>
                  <a:pt x="539" y="139"/>
                </a:lnTo>
                <a:lnTo>
                  <a:pt x="539" y="138"/>
                </a:lnTo>
                <a:lnTo>
                  <a:pt x="540" y="135"/>
                </a:lnTo>
                <a:lnTo>
                  <a:pt x="541" y="133"/>
                </a:lnTo>
                <a:lnTo>
                  <a:pt x="541" y="130"/>
                </a:lnTo>
                <a:lnTo>
                  <a:pt x="542" y="130"/>
                </a:lnTo>
                <a:lnTo>
                  <a:pt x="542" y="129"/>
                </a:lnTo>
                <a:lnTo>
                  <a:pt x="542" y="128"/>
                </a:lnTo>
                <a:lnTo>
                  <a:pt x="542" y="127"/>
                </a:lnTo>
                <a:lnTo>
                  <a:pt x="542" y="126"/>
                </a:lnTo>
                <a:lnTo>
                  <a:pt x="542" y="125"/>
                </a:lnTo>
                <a:lnTo>
                  <a:pt x="541" y="125"/>
                </a:lnTo>
                <a:lnTo>
                  <a:pt x="540" y="124"/>
                </a:lnTo>
                <a:lnTo>
                  <a:pt x="540" y="123"/>
                </a:lnTo>
                <a:lnTo>
                  <a:pt x="539" y="123"/>
                </a:lnTo>
                <a:lnTo>
                  <a:pt x="539" y="122"/>
                </a:lnTo>
                <a:lnTo>
                  <a:pt x="540" y="122"/>
                </a:lnTo>
                <a:lnTo>
                  <a:pt x="541" y="122"/>
                </a:lnTo>
                <a:lnTo>
                  <a:pt x="542" y="122"/>
                </a:lnTo>
                <a:lnTo>
                  <a:pt x="543" y="122"/>
                </a:lnTo>
                <a:lnTo>
                  <a:pt x="544" y="122"/>
                </a:lnTo>
                <a:lnTo>
                  <a:pt x="545" y="121"/>
                </a:lnTo>
                <a:lnTo>
                  <a:pt x="546" y="121"/>
                </a:lnTo>
                <a:lnTo>
                  <a:pt x="547" y="120"/>
                </a:lnTo>
                <a:lnTo>
                  <a:pt x="548" y="120"/>
                </a:lnTo>
                <a:lnTo>
                  <a:pt x="548" y="121"/>
                </a:lnTo>
                <a:lnTo>
                  <a:pt x="549" y="121"/>
                </a:lnTo>
                <a:lnTo>
                  <a:pt x="549" y="122"/>
                </a:lnTo>
                <a:lnTo>
                  <a:pt x="549" y="123"/>
                </a:lnTo>
                <a:lnTo>
                  <a:pt x="550" y="124"/>
                </a:lnTo>
                <a:lnTo>
                  <a:pt x="551" y="124"/>
                </a:lnTo>
                <a:lnTo>
                  <a:pt x="552" y="123"/>
                </a:lnTo>
                <a:lnTo>
                  <a:pt x="553" y="122"/>
                </a:lnTo>
                <a:lnTo>
                  <a:pt x="554" y="121"/>
                </a:lnTo>
                <a:lnTo>
                  <a:pt x="555" y="120"/>
                </a:lnTo>
                <a:lnTo>
                  <a:pt x="556" y="120"/>
                </a:lnTo>
                <a:lnTo>
                  <a:pt x="557" y="119"/>
                </a:lnTo>
                <a:lnTo>
                  <a:pt x="558" y="119"/>
                </a:lnTo>
                <a:lnTo>
                  <a:pt x="559" y="118"/>
                </a:lnTo>
                <a:lnTo>
                  <a:pt x="560" y="118"/>
                </a:lnTo>
                <a:lnTo>
                  <a:pt x="561" y="118"/>
                </a:lnTo>
                <a:lnTo>
                  <a:pt x="562" y="117"/>
                </a:lnTo>
                <a:lnTo>
                  <a:pt x="563" y="116"/>
                </a:lnTo>
                <a:lnTo>
                  <a:pt x="563" y="115"/>
                </a:lnTo>
                <a:lnTo>
                  <a:pt x="564" y="114"/>
                </a:lnTo>
                <a:lnTo>
                  <a:pt x="564" y="113"/>
                </a:lnTo>
                <a:lnTo>
                  <a:pt x="565" y="112"/>
                </a:lnTo>
                <a:lnTo>
                  <a:pt x="565" y="110"/>
                </a:lnTo>
                <a:lnTo>
                  <a:pt x="566" y="110"/>
                </a:lnTo>
                <a:lnTo>
                  <a:pt x="566" y="109"/>
                </a:lnTo>
                <a:lnTo>
                  <a:pt x="567" y="109"/>
                </a:lnTo>
                <a:lnTo>
                  <a:pt x="569" y="109"/>
                </a:lnTo>
                <a:lnTo>
                  <a:pt x="570" y="110"/>
                </a:lnTo>
                <a:lnTo>
                  <a:pt x="570" y="111"/>
                </a:lnTo>
                <a:lnTo>
                  <a:pt x="571" y="111"/>
                </a:lnTo>
                <a:lnTo>
                  <a:pt x="572" y="111"/>
                </a:lnTo>
                <a:lnTo>
                  <a:pt x="573" y="111"/>
                </a:lnTo>
                <a:lnTo>
                  <a:pt x="574" y="111"/>
                </a:lnTo>
                <a:lnTo>
                  <a:pt x="575" y="110"/>
                </a:lnTo>
                <a:lnTo>
                  <a:pt x="575" y="109"/>
                </a:lnTo>
                <a:lnTo>
                  <a:pt x="576" y="109"/>
                </a:lnTo>
                <a:lnTo>
                  <a:pt x="576" y="110"/>
                </a:lnTo>
                <a:lnTo>
                  <a:pt x="577" y="110"/>
                </a:lnTo>
                <a:lnTo>
                  <a:pt x="578" y="110"/>
                </a:lnTo>
                <a:lnTo>
                  <a:pt x="579" y="111"/>
                </a:lnTo>
                <a:lnTo>
                  <a:pt x="578" y="112"/>
                </a:lnTo>
                <a:lnTo>
                  <a:pt x="577" y="112"/>
                </a:lnTo>
                <a:lnTo>
                  <a:pt x="577" y="113"/>
                </a:lnTo>
                <a:lnTo>
                  <a:pt x="576" y="113"/>
                </a:lnTo>
                <a:lnTo>
                  <a:pt x="576" y="114"/>
                </a:lnTo>
                <a:lnTo>
                  <a:pt x="577" y="114"/>
                </a:lnTo>
                <a:lnTo>
                  <a:pt x="578" y="114"/>
                </a:lnTo>
                <a:lnTo>
                  <a:pt x="579" y="114"/>
                </a:lnTo>
                <a:lnTo>
                  <a:pt x="580" y="114"/>
                </a:lnTo>
                <a:lnTo>
                  <a:pt x="580" y="115"/>
                </a:lnTo>
                <a:lnTo>
                  <a:pt x="580" y="116"/>
                </a:lnTo>
                <a:lnTo>
                  <a:pt x="579" y="117"/>
                </a:lnTo>
                <a:lnTo>
                  <a:pt x="579" y="116"/>
                </a:lnTo>
                <a:lnTo>
                  <a:pt x="579" y="118"/>
                </a:lnTo>
                <a:lnTo>
                  <a:pt x="579" y="119"/>
                </a:lnTo>
                <a:lnTo>
                  <a:pt x="580" y="119"/>
                </a:lnTo>
                <a:lnTo>
                  <a:pt x="580" y="118"/>
                </a:lnTo>
                <a:lnTo>
                  <a:pt x="581" y="118"/>
                </a:lnTo>
                <a:lnTo>
                  <a:pt x="581" y="119"/>
                </a:lnTo>
                <a:lnTo>
                  <a:pt x="582" y="119"/>
                </a:lnTo>
                <a:lnTo>
                  <a:pt x="581" y="120"/>
                </a:lnTo>
                <a:lnTo>
                  <a:pt x="580" y="120"/>
                </a:lnTo>
                <a:lnTo>
                  <a:pt x="580" y="121"/>
                </a:lnTo>
                <a:lnTo>
                  <a:pt x="579" y="121"/>
                </a:lnTo>
                <a:lnTo>
                  <a:pt x="580" y="122"/>
                </a:lnTo>
                <a:lnTo>
                  <a:pt x="581" y="122"/>
                </a:lnTo>
                <a:lnTo>
                  <a:pt x="581" y="123"/>
                </a:lnTo>
                <a:lnTo>
                  <a:pt x="581" y="124"/>
                </a:lnTo>
                <a:lnTo>
                  <a:pt x="581" y="125"/>
                </a:lnTo>
                <a:lnTo>
                  <a:pt x="582" y="125"/>
                </a:lnTo>
                <a:lnTo>
                  <a:pt x="582" y="126"/>
                </a:lnTo>
                <a:lnTo>
                  <a:pt x="583" y="126"/>
                </a:lnTo>
                <a:lnTo>
                  <a:pt x="584" y="128"/>
                </a:lnTo>
                <a:lnTo>
                  <a:pt x="584" y="129"/>
                </a:lnTo>
                <a:lnTo>
                  <a:pt x="584" y="130"/>
                </a:lnTo>
                <a:lnTo>
                  <a:pt x="585" y="130"/>
                </a:lnTo>
                <a:lnTo>
                  <a:pt x="585" y="131"/>
                </a:lnTo>
                <a:lnTo>
                  <a:pt x="585" y="132"/>
                </a:lnTo>
                <a:lnTo>
                  <a:pt x="585" y="133"/>
                </a:lnTo>
                <a:lnTo>
                  <a:pt x="584" y="133"/>
                </a:lnTo>
                <a:lnTo>
                  <a:pt x="584" y="134"/>
                </a:lnTo>
                <a:lnTo>
                  <a:pt x="584" y="135"/>
                </a:lnTo>
                <a:lnTo>
                  <a:pt x="584" y="136"/>
                </a:lnTo>
                <a:lnTo>
                  <a:pt x="584" y="137"/>
                </a:lnTo>
                <a:lnTo>
                  <a:pt x="583" y="138"/>
                </a:lnTo>
                <a:lnTo>
                  <a:pt x="583" y="139"/>
                </a:lnTo>
                <a:lnTo>
                  <a:pt x="583" y="140"/>
                </a:lnTo>
                <a:lnTo>
                  <a:pt x="584" y="140"/>
                </a:lnTo>
                <a:lnTo>
                  <a:pt x="583" y="140"/>
                </a:lnTo>
                <a:lnTo>
                  <a:pt x="583" y="141"/>
                </a:lnTo>
                <a:lnTo>
                  <a:pt x="584" y="142"/>
                </a:lnTo>
                <a:lnTo>
                  <a:pt x="585" y="142"/>
                </a:lnTo>
                <a:lnTo>
                  <a:pt x="585" y="143"/>
                </a:lnTo>
                <a:lnTo>
                  <a:pt x="586" y="143"/>
                </a:lnTo>
                <a:lnTo>
                  <a:pt x="586" y="144"/>
                </a:lnTo>
                <a:lnTo>
                  <a:pt x="587" y="143"/>
                </a:lnTo>
                <a:lnTo>
                  <a:pt x="588" y="143"/>
                </a:lnTo>
                <a:lnTo>
                  <a:pt x="589" y="144"/>
                </a:lnTo>
                <a:lnTo>
                  <a:pt x="588" y="144"/>
                </a:lnTo>
                <a:lnTo>
                  <a:pt x="588" y="145"/>
                </a:lnTo>
                <a:lnTo>
                  <a:pt x="588" y="146"/>
                </a:lnTo>
                <a:lnTo>
                  <a:pt x="587" y="146"/>
                </a:lnTo>
                <a:lnTo>
                  <a:pt x="588" y="146"/>
                </a:lnTo>
                <a:lnTo>
                  <a:pt x="589" y="146"/>
                </a:lnTo>
                <a:lnTo>
                  <a:pt x="590" y="146"/>
                </a:lnTo>
                <a:lnTo>
                  <a:pt x="590" y="147"/>
                </a:lnTo>
                <a:lnTo>
                  <a:pt x="591" y="148"/>
                </a:lnTo>
                <a:lnTo>
                  <a:pt x="592" y="148"/>
                </a:lnTo>
                <a:lnTo>
                  <a:pt x="592" y="149"/>
                </a:lnTo>
                <a:lnTo>
                  <a:pt x="593" y="149"/>
                </a:lnTo>
                <a:lnTo>
                  <a:pt x="593" y="150"/>
                </a:lnTo>
                <a:lnTo>
                  <a:pt x="594" y="150"/>
                </a:lnTo>
                <a:lnTo>
                  <a:pt x="594" y="151"/>
                </a:lnTo>
                <a:lnTo>
                  <a:pt x="594" y="152"/>
                </a:lnTo>
                <a:lnTo>
                  <a:pt x="594" y="153"/>
                </a:lnTo>
                <a:lnTo>
                  <a:pt x="595" y="153"/>
                </a:lnTo>
                <a:lnTo>
                  <a:pt x="596" y="153"/>
                </a:lnTo>
                <a:lnTo>
                  <a:pt x="596" y="152"/>
                </a:lnTo>
                <a:lnTo>
                  <a:pt x="595" y="152"/>
                </a:lnTo>
                <a:lnTo>
                  <a:pt x="595" y="151"/>
                </a:lnTo>
                <a:lnTo>
                  <a:pt x="595" y="152"/>
                </a:lnTo>
                <a:lnTo>
                  <a:pt x="596" y="152"/>
                </a:lnTo>
                <a:lnTo>
                  <a:pt x="597" y="151"/>
                </a:lnTo>
                <a:lnTo>
                  <a:pt x="598" y="151"/>
                </a:lnTo>
                <a:lnTo>
                  <a:pt x="599" y="151"/>
                </a:lnTo>
                <a:lnTo>
                  <a:pt x="599" y="153"/>
                </a:lnTo>
                <a:lnTo>
                  <a:pt x="600" y="153"/>
                </a:lnTo>
                <a:lnTo>
                  <a:pt x="599" y="154"/>
                </a:lnTo>
                <a:lnTo>
                  <a:pt x="598" y="155"/>
                </a:lnTo>
                <a:lnTo>
                  <a:pt x="599" y="154"/>
                </a:lnTo>
                <a:lnTo>
                  <a:pt x="599" y="155"/>
                </a:lnTo>
                <a:lnTo>
                  <a:pt x="600" y="155"/>
                </a:lnTo>
                <a:lnTo>
                  <a:pt x="600" y="154"/>
                </a:lnTo>
                <a:lnTo>
                  <a:pt x="601" y="154"/>
                </a:lnTo>
                <a:lnTo>
                  <a:pt x="602" y="154"/>
                </a:lnTo>
                <a:lnTo>
                  <a:pt x="602" y="155"/>
                </a:lnTo>
                <a:lnTo>
                  <a:pt x="603" y="154"/>
                </a:lnTo>
                <a:lnTo>
                  <a:pt x="604" y="154"/>
                </a:lnTo>
                <a:lnTo>
                  <a:pt x="604" y="155"/>
                </a:lnTo>
                <a:lnTo>
                  <a:pt x="604" y="156"/>
                </a:lnTo>
                <a:lnTo>
                  <a:pt x="605" y="157"/>
                </a:lnTo>
                <a:lnTo>
                  <a:pt x="604" y="158"/>
                </a:lnTo>
                <a:lnTo>
                  <a:pt x="604" y="159"/>
                </a:lnTo>
                <a:lnTo>
                  <a:pt x="605" y="159"/>
                </a:lnTo>
                <a:lnTo>
                  <a:pt x="605" y="160"/>
                </a:lnTo>
                <a:lnTo>
                  <a:pt x="606" y="160"/>
                </a:lnTo>
                <a:lnTo>
                  <a:pt x="606" y="161"/>
                </a:lnTo>
                <a:lnTo>
                  <a:pt x="606" y="160"/>
                </a:lnTo>
                <a:lnTo>
                  <a:pt x="607" y="160"/>
                </a:lnTo>
                <a:lnTo>
                  <a:pt x="609" y="160"/>
                </a:lnTo>
                <a:lnTo>
                  <a:pt x="610" y="160"/>
                </a:lnTo>
                <a:lnTo>
                  <a:pt x="611" y="161"/>
                </a:lnTo>
                <a:lnTo>
                  <a:pt x="612" y="161"/>
                </a:lnTo>
                <a:lnTo>
                  <a:pt x="613" y="160"/>
                </a:lnTo>
                <a:lnTo>
                  <a:pt x="613" y="161"/>
                </a:lnTo>
                <a:lnTo>
                  <a:pt x="614" y="162"/>
                </a:lnTo>
                <a:lnTo>
                  <a:pt x="614" y="163"/>
                </a:lnTo>
                <a:lnTo>
                  <a:pt x="615" y="163"/>
                </a:lnTo>
                <a:lnTo>
                  <a:pt x="615" y="162"/>
                </a:lnTo>
                <a:lnTo>
                  <a:pt x="616" y="162"/>
                </a:lnTo>
                <a:lnTo>
                  <a:pt x="617" y="163"/>
                </a:lnTo>
                <a:lnTo>
                  <a:pt x="617" y="164"/>
                </a:lnTo>
                <a:lnTo>
                  <a:pt x="619" y="164"/>
                </a:lnTo>
                <a:lnTo>
                  <a:pt x="620" y="164"/>
                </a:lnTo>
                <a:lnTo>
                  <a:pt x="620" y="165"/>
                </a:lnTo>
                <a:lnTo>
                  <a:pt x="620" y="166"/>
                </a:lnTo>
                <a:lnTo>
                  <a:pt x="621" y="166"/>
                </a:lnTo>
                <a:lnTo>
                  <a:pt x="622" y="166"/>
                </a:lnTo>
                <a:lnTo>
                  <a:pt x="623" y="166"/>
                </a:lnTo>
                <a:lnTo>
                  <a:pt x="623" y="165"/>
                </a:lnTo>
                <a:lnTo>
                  <a:pt x="624" y="165"/>
                </a:lnTo>
                <a:lnTo>
                  <a:pt x="625" y="165"/>
                </a:lnTo>
                <a:lnTo>
                  <a:pt x="626" y="165"/>
                </a:lnTo>
                <a:lnTo>
                  <a:pt x="627" y="165"/>
                </a:lnTo>
                <a:lnTo>
                  <a:pt x="629" y="165"/>
                </a:lnTo>
                <a:lnTo>
                  <a:pt x="630" y="165"/>
                </a:lnTo>
                <a:lnTo>
                  <a:pt x="631" y="165"/>
                </a:lnTo>
                <a:lnTo>
                  <a:pt x="631" y="164"/>
                </a:lnTo>
                <a:lnTo>
                  <a:pt x="632" y="164"/>
                </a:lnTo>
                <a:lnTo>
                  <a:pt x="632" y="165"/>
                </a:lnTo>
                <a:lnTo>
                  <a:pt x="632" y="166"/>
                </a:lnTo>
                <a:lnTo>
                  <a:pt x="631" y="166"/>
                </a:lnTo>
                <a:lnTo>
                  <a:pt x="631" y="167"/>
                </a:lnTo>
                <a:lnTo>
                  <a:pt x="632" y="167"/>
                </a:lnTo>
                <a:lnTo>
                  <a:pt x="631" y="167"/>
                </a:lnTo>
                <a:lnTo>
                  <a:pt x="630" y="168"/>
                </a:lnTo>
                <a:lnTo>
                  <a:pt x="630" y="169"/>
                </a:lnTo>
                <a:lnTo>
                  <a:pt x="631" y="169"/>
                </a:lnTo>
                <a:lnTo>
                  <a:pt x="631" y="168"/>
                </a:lnTo>
                <a:lnTo>
                  <a:pt x="632" y="168"/>
                </a:lnTo>
                <a:lnTo>
                  <a:pt x="633" y="167"/>
                </a:lnTo>
                <a:lnTo>
                  <a:pt x="634" y="167"/>
                </a:lnTo>
                <a:lnTo>
                  <a:pt x="634" y="168"/>
                </a:lnTo>
                <a:lnTo>
                  <a:pt x="633" y="168"/>
                </a:lnTo>
                <a:lnTo>
                  <a:pt x="633" y="169"/>
                </a:lnTo>
                <a:lnTo>
                  <a:pt x="634" y="169"/>
                </a:lnTo>
                <a:lnTo>
                  <a:pt x="634" y="170"/>
                </a:lnTo>
                <a:lnTo>
                  <a:pt x="635" y="170"/>
                </a:lnTo>
                <a:lnTo>
                  <a:pt x="636" y="169"/>
                </a:lnTo>
                <a:lnTo>
                  <a:pt x="637" y="170"/>
                </a:lnTo>
                <a:lnTo>
                  <a:pt x="638" y="170"/>
                </a:lnTo>
                <a:lnTo>
                  <a:pt x="638" y="169"/>
                </a:lnTo>
                <a:lnTo>
                  <a:pt x="639" y="169"/>
                </a:lnTo>
                <a:lnTo>
                  <a:pt x="639" y="168"/>
                </a:lnTo>
                <a:lnTo>
                  <a:pt x="640" y="168"/>
                </a:lnTo>
                <a:lnTo>
                  <a:pt x="640" y="167"/>
                </a:lnTo>
                <a:lnTo>
                  <a:pt x="641" y="167"/>
                </a:lnTo>
                <a:lnTo>
                  <a:pt x="641" y="168"/>
                </a:lnTo>
                <a:lnTo>
                  <a:pt x="642" y="168"/>
                </a:lnTo>
                <a:lnTo>
                  <a:pt x="643" y="167"/>
                </a:lnTo>
                <a:lnTo>
                  <a:pt x="644" y="168"/>
                </a:lnTo>
                <a:lnTo>
                  <a:pt x="645" y="168"/>
                </a:lnTo>
                <a:lnTo>
                  <a:pt x="646" y="167"/>
                </a:lnTo>
                <a:lnTo>
                  <a:pt x="646" y="168"/>
                </a:lnTo>
                <a:lnTo>
                  <a:pt x="647" y="168"/>
                </a:lnTo>
                <a:lnTo>
                  <a:pt x="647" y="169"/>
                </a:lnTo>
                <a:lnTo>
                  <a:pt x="647" y="170"/>
                </a:lnTo>
                <a:lnTo>
                  <a:pt x="648" y="170"/>
                </a:lnTo>
                <a:lnTo>
                  <a:pt x="648" y="171"/>
                </a:lnTo>
                <a:lnTo>
                  <a:pt x="649" y="171"/>
                </a:lnTo>
                <a:lnTo>
                  <a:pt x="649" y="170"/>
                </a:lnTo>
                <a:lnTo>
                  <a:pt x="649" y="171"/>
                </a:lnTo>
                <a:lnTo>
                  <a:pt x="650" y="171"/>
                </a:lnTo>
                <a:lnTo>
                  <a:pt x="651" y="171"/>
                </a:lnTo>
                <a:lnTo>
                  <a:pt x="651" y="170"/>
                </a:lnTo>
                <a:lnTo>
                  <a:pt x="651" y="169"/>
                </a:lnTo>
                <a:lnTo>
                  <a:pt x="652" y="169"/>
                </a:lnTo>
                <a:lnTo>
                  <a:pt x="652" y="170"/>
                </a:lnTo>
                <a:lnTo>
                  <a:pt x="653" y="170"/>
                </a:lnTo>
                <a:lnTo>
                  <a:pt x="654" y="170"/>
                </a:lnTo>
                <a:lnTo>
                  <a:pt x="655" y="169"/>
                </a:lnTo>
                <a:lnTo>
                  <a:pt x="656" y="169"/>
                </a:lnTo>
                <a:lnTo>
                  <a:pt x="657" y="170"/>
                </a:lnTo>
                <a:lnTo>
                  <a:pt x="659" y="171"/>
                </a:lnTo>
                <a:lnTo>
                  <a:pt x="660" y="171"/>
                </a:lnTo>
                <a:lnTo>
                  <a:pt x="660" y="170"/>
                </a:lnTo>
                <a:lnTo>
                  <a:pt x="659" y="170"/>
                </a:lnTo>
                <a:lnTo>
                  <a:pt x="660" y="169"/>
                </a:lnTo>
                <a:lnTo>
                  <a:pt x="660" y="168"/>
                </a:lnTo>
                <a:lnTo>
                  <a:pt x="661" y="168"/>
                </a:lnTo>
                <a:lnTo>
                  <a:pt x="662" y="168"/>
                </a:lnTo>
                <a:lnTo>
                  <a:pt x="662" y="167"/>
                </a:lnTo>
                <a:lnTo>
                  <a:pt x="663" y="166"/>
                </a:lnTo>
                <a:lnTo>
                  <a:pt x="665" y="167"/>
                </a:lnTo>
                <a:lnTo>
                  <a:pt x="665" y="168"/>
                </a:lnTo>
                <a:lnTo>
                  <a:pt x="666" y="167"/>
                </a:lnTo>
                <a:lnTo>
                  <a:pt x="667" y="167"/>
                </a:lnTo>
                <a:lnTo>
                  <a:pt x="667" y="166"/>
                </a:lnTo>
                <a:lnTo>
                  <a:pt x="668" y="167"/>
                </a:lnTo>
                <a:lnTo>
                  <a:pt x="668" y="168"/>
                </a:lnTo>
                <a:lnTo>
                  <a:pt x="669" y="168"/>
                </a:lnTo>
                <a:lnTo>
                  <a:pt x="670" y="167"/>
                </a:lnTo>
                <a:lnTo>
                  <a:pt x="671" y="167"/>
                </a:lnTo>
                <a:lnTo>
                  <a:pt x="671" y="166"/>
                </a:lnTo>
                <a:lnTo>
                  <a:pt x="670" y="166"/>
                </a:lnTo>
                <a:lnTo>
                  <a:pt x="669" y="165"/>
                </a:lnTo>
                <a:lnTo>
                  <a:pt x="670" y="165"/>
                </a:lnTo>
                <a:lnTo>
                  <a:pt x="671" y="165"/>
                </a:lnTo>
                <a:lnTo>
                  <a:pt x="672" y="165"/>
                </a:lnTo>
                <a:lnTo>
                  <a:pt x="672" y="164"/>
                </a:lnTo>
                <a:lnTo>
                  <a:pt x="671" y="164"/>
                </a:lnTo>
                <a:lnTo>
                  <a:pt x="671" y="163"/>
                </a:lnTo>
                <a:lnTo>
                  <a:pt x="671" y="162"/>
                </a:lnTo>
                <a:lnTo>
                  <a:pt x="671" y="161"/>
                </a:lnTo>
                <a:lnTo>
                  <a:pt x="672" y="161"/>
                </a:lnTo>
                <a:lnTo>
                  <a:pt x="673" y="162"/>
                </a:lnTo>
                <a:lnTo>
                  <a:pt x="674" y="162"/>
                </a:lnTo>
                <a:lnTo>
                  <a:pt x="675" y="162"/>
                </a:lnTo>
                <a:lnTo>
                  <a:pt x="675" y="161"/>
                </a:lnTo>
                <a:lnTo>
                  <a:pt x="675" y="160"/>
                </a:lnTo>
                <a:lnTo>
                  <a:pt x="674" y="160"/>
                </a:lnTo>
                <a:lnTo>
                  <a:pt x="673" y="160"/>
                </a:lnTo>
                <a:lnTo>
                  <a:pt x="673" y="159"/>
                </a:lnTo>
                <a:lnTo>
                  <a:pt x="674" y="159"/>
                </a:lnTo>
                <a:lnTo>
                  <a:pt x="675" y="159"/>
                </a:lnTo>
                <a:lnTo>
                  <a:pt x="675" y="158"/>
                </a:lnTo>
                <a:lnTo>
                  <a:pt x="675" y="157"/>
                </a:lnTo>
                <a:lnTo>
                  <a:pt x="674" y="157"/>
                </a:lnTo>
                <a:lnTo>
                  <a:pt x="674" y="156"/>
                </a:lnTo>
                <a:lnTo>
                  <a:pt x="675" y="155"/>
                </a:lnTo>
                <a:lnTo>
                  <a:pt x="676" y="156"/>
                </a:lnTo>
                <a:lnTo>
                  <a:pt x="676" y="158"/>
                </a:lnTo>
                <a:lnTo>
                  <a:pt x="677" y="158"/>
                </a:lnTo>
                <a:lnTo>
                  <a:pt x="677" y="157"/>
                </a:lnTo>
                <a:lnTo>
                  <a:pt x="678" y="157"/>
                </a:lnTo>
                <a:lnTo>
                  <a:pt x="679" y="157"/>
                </a:lnTo>
                <a:lnTo>
                  <a:pt x="679" y="156"/>
                </a:lnTo>
                <a:lnTo>
                  <a:pt x="680" y="156"/>
                </a:lnTo>
                <a:lnTo>
                  <a:pt x="680" y="155"/>
                </a:lnTo>
                <a:lnTo>
                  <a:pt x="680" y="154"/>
                </a:lnTo>
                <a:lnTo>
                  <a:pt x="681" y="154"/>
                </a:lnTo>
                <a:lnTo>
                  <a:pt x="682" y="154"/>
                </a:lnTo>
                <a:lnTo>
                  <a:pt x="682" y="155"/>
                </a:lnTo>
                <a:lnTo>
                  <a:pt x="684" y="155"/>
                </a:lnTo>
                <a:lnTo>
                  <a:pt x="684" y="154"/>
                </a:lnTo>
                <a:lnTo>
                  <a:pt x="684" y="153"/>
                </a:lnTo>
                <a:lnTo>
                  <a:pt x="685" y="152"/>
                </a:lnTo>
                <a:lnTo>
                  <a:pt x="686" y="151"/>
                </a:lnTo>
                <a:lnTo>
                  <a:pt x="686" y="150"/>
                </a:lnTo>
                <a:lnTo>
                  <a:pt x="686" y="149"/>
                </a:lnTo>
                <a:lnTo>
                  <a:pt x="687" y="149"/>
                </a:lnTo>
                <a:lnTo>
                  <a:pt x="687" y="148"/>
                </a:lnTo>
                <a:lnTo>
                  <a:pt x="688" y="148"/>
                </a:lnTo>
                <a:lnTo>
                  <a:pt x="688" y="147"/>
                </a:lnTo>
                <a:lnTo>
                  <a:pt x="688" y="146"/>
                </a:lnTo>
                <a:lnTo>
                  <a:pt x="689" y="145"/>
                </a:lnTo>
                <a:lnTo>
                  <a:pt x="690" y="145"/>
                </a:lnTo>
                <a:lnTo>
                  <a:pt x="690" y="144"/>
                </a:lnTo>
                <a:lnTo>
                  <a:pt x="691" y="143"/>
                </a:lnTo>
                <a:lnTo>
                  <a:pt x="691" y="144"/>
                </a:lnTo>
                <a:lnTo>
                  <a:pt x="692" y="145"/>
                </a:lnTo>
                <a:lnTo>
                  <a:pt x="693" y="145"/>
                </a:lnTo>
                <a:lnTo>
                  <a:pt x="694" y="145"/>
                </a:lnTo>
                <a:lnTo>
                  <a:pt x="694" y="144"/>
                </a:lnTo>
                <a:lnTo>
                  <a:pt x="695" y="143"/>
                </a:lnTo>
                <a:lnTo>
                  <a:pt x="696" y="143"/>
                </a:lnTo>
                <a:lnTo>
                  <a:pt x="696" y="142"/>
                </a:lnTo>
                <a:lnTo>
                  <a:pt x="697" y="142"/>
                </a:lnTo>
                <a:lnTo>
                  <a:pt x="698" y="142"/>
                </a:lnTo>
                <a:lnTo>
                  <a:pt x="698" y="141"/>
                </a:lnTo>
                <a:lnTo>
                  <a:pt x="699" y="141"/>
                </a:lnTo>
                <a:lnTo>
                  <a:pt x="700" y="141"/>
                </a:lnTo>
                <a:lnTo>
                  <a:pt x="700" y="140"/>
                </a:lnTo>
                <a:lnTo>
                  <a:pt x="701" y="139"/>
                </a:lnTo>
                <a:lnTo>
                  <a:pt x="702" y="139"/>
                </a:lnTo>
                <a:lnTo>
                  <a:pt x="703" y="139"/>
                </a:lnTo>
                <a:lnTo>
                  <a:pt x="703" y="138"/>
                </a:lnTo>
                <a:lnTo>
                  <a:pt x="703" y="137"/>
                </a:lnTo>
                <a:lnTo>
                  <a:pt x="704" y="137"/>
                </a:lnTo>
                <a:lnTo>
                  <a:pt x="705" y="137"/>
                </a:lnTo>
                <a:lnTo>
                  <a:pt x="706" y="138"/>
                </a:lnTo>
                <a:lnTo>
                  <a:pt x="707" y="138"/>
                </a:lnTo>
                <a:lnTo>
                  <a:pt x="708" y="138"/>
                </a:lnTo>
                <a:lnTo>
                  <a:pt x="708" y="137"/>
                </a:lnTo>
                <a:lnTo>
                  <a:pt x="709" y="136"/>
                </a:lnTo>
                <a:lnTo>
                  <a:pt x="710" y="135"/>
                </a:lnTo>
                <a:lnTo>
                  <a:pt x="712" y="135"/>
                </a:lnTo>
                <a:lnTo>
                  <a:pt x="714" y="135"/>
                </a:lnTo>
                <a:lnTo>
                  <a:pt x="714" y="136"/>
                </a:lnTo>
                <a:lnTo>
                  <a:pt x="714" y="137"/>
                </a:lnTo>
                <a:lnTo>
                  <a:pt x="714" y="138"/>
                </a:lnTo>
                <a:lnTo>
                  <a:pt x="715" y="138"/>
                </a:lnTo>
                <a:lnTo>
                  <a:pt x="715" y="137"/>
                </a:lnTo>
                <a:lnTo>
                  <a:pt x="715" y="136"/>
                </a:lnTo>
                <a:lnTo>
                  <a:pt x="716" y="136"/>
                </a:lnTo>
                <a:lnTo>
                  <a:pt x="716" y="137"/>
                </a:lnTo>
                <a:lnTo>
                  <a:pt x="717" y="137"/>
                </a:lnTo>
                <a:lnTo>
                  <a:pt x="717" y="136"/>
                </a:lnTo>
                <a:lnTo>
                  <a:pt x="718" y="136"/>
                </a:lnTo>
                <a:lnTo>
                  <a:pt x="719" y="137"/>
                </a:lnTo>
                <a:lnTo>
                  <a:pt x="720" y="138"/>
                </a:lnTo>
                <a:lnTo>
                  <a:pt x="723" y="138"/>
                </a:lnTo>
                <a:lnTo>
                  <a:pt x="723" y="139"/>
                </a:lnTo>
                <a:lnTo>
                  <a:pt x="723" y="140"/>
                </a:lnTo>
                <a:lnTo>
                  <a:pt x="722" y="140"/>
                </a:lnTo>
                <a:lnTo>
                  <a:pt x="722" y="141"/>
                </a:lnTo>
                <a:lnTo>
                  <a:pt x="723" y="141"/>
                </a:lnTo>
                <a:lnTo>
                  <a:pt x="725" y="141"/>
                </a:lnTo>
                <a:lnTo>
                  <a:pt x="726" y="142"/>
                </a:lnTo>
                <a:lnTo>
                  <a:pt x="726" y="143"/>
                </a:lnTo>
                <a:lnTo>
                  <a:pt x="727" y="143"/>
                </a:lnTo>
                <a:lnTo>
                  <a:pt x="728" y="143"/>
                </a:lnTo>
                <a:lnTo>
                  <a:pt x="729" y="144"/>
                </a:lnTo>
                <a:lnTo>
                  <a:pt x="730" y="144"/>
                </a:lnTo>
                <a:lnTo>
                  <a:pt x="731" y="144"/>
                </a:lnTo>
                <a:lnTo>
                  <a:pt x="732" y="144"/>
                </a:lnTo>
                <a:lnTo>
                  <a:pt x="733" y="144"/>
                </a:lnTo>
                <a:lnTo>
                  <a:pt x="733" y="143"/>
                </a:lnTo>
                <a:lnTo>
                  <a:pt x="735" y="143"/>
                </a:lnTo>
                <a:lnTo>
                  <a:pt x="736" y="143"/>
                </a:lnTo>
                <a:lnTo>
                  <a:pt x="736" y="145"/>
                </a:lnTo>
                <a:lnTo>
                  <a:pt x="737" y="145"/>
                </a:lnTo>
                <a:lnTo>
                  <a:pt x="738" y="145"/>
                </a:lnTo>
                <a:lnTo>
                  <a:pt x="739" y="145"/>
                </a:lnTo>
                <a:lnTo>
                  <a:pt x="739" y="144"/>
                </a:lnTo>
                <a:lnTo>
                  <a:pt x="740" y="144"/>
                </a:lnTo>
                <a:lnTo>
                  <a:pt x="741" y="144"/>
                </a:lnTo>
                <a:lnTo>
                  <a:pt x="741" y="145"/>
                </a:lnTo>
                <a:lnTo>
                  <a:pt x="742" y="146"/>
                </a:lnTo>
                <a:lnTo>
                  <a:pt x="743" y="146"/>
                </a:lnTo>
                <a:lnTo>
                  <a:pt x="744" y="146"/>
                </a:lnTo>
                <a:lnTo>
                  <a:pt x="744" y="147"/>
                </a:lnTo>
                <a:lnTo>
                  <a:pt x="745" y="147"/>
                </a:lnTo>
                <a:lnTo>
                  <a:pt x="745" y="148"/>
                </a:lnTo>
                <a:lnTo>
                  <a:pt x="746" y="149"/>
                </a:lnTo>
                <a:lnTo>
                  <a:pt x="746" y="150"/>
                </a:lnTo>
                <a:lnTo>
                  <a:pt x="746" y="151"/>
                </a:lnTo>
                <a:lnTo>
                  <a:pt x="747" y="151"/>
                </a:lnTo>
                <a:lnTo>
                  <a:pt x="747" y="152"/>
                </a:lnTo>
                <a:lnTo>
                  <a:pt x="748" y="152"/>
                </a:lnTo>
                <a:lnTo>
                  <a:pt x="748" y="151"/>
                </a:lnTo>
                <a:lnTo>
                  <a:pt x="748" y="150"/>
                </a:lnTo>
                <a:lnTo>
                  <a:pt x="749" y="150"/>
                </a:lnTo>
                <a:lnTo>
                  <a:pt x="750" y="151"/>
                </a:lnTo>
                <a:lnTo>
                  <a:pt x="750" y="150"/>
                </a:lnTo>
                <a:lnTo>
                  <a:pt x="750" y="149"/>
                </a:lnTo>
                <a:lnTo>
                  <a:pt x="750" y="148"/>
                </a:lnTo>
                <a:lnTo>
                  <a:pt x="751" y="148"/>
                </a:lnTo>
                <a:lnTo>
                  <a:pt x="752" y="148"/>
                </a:lnTo>
                <a:lnTo>
                  <a:pt x="752" y="149"/>
                </a:lnTo>
                <a:lnTo>
                  <a:pt x="753" y="151"/>
                </a:lnTo>
                <a:lnTo>
                  <a:pt x="754" y="151"/>
                </a:lnTo>
                <a:lnTo>
                  <a:pt x="754" y="149"/>
                </a:lnTo>
                <a:lnTo>
                  <a:pt x="755" y="148"/>
                </a:lnTo>
                <a:lnTo>
                  <a:pt x="756" y="148"/>
                </a:lnTo>
                <a:lnTo>
                  <a:pt x="757" y="148"/>
                </a:lnTo>
                <a:lnTo>
                  <a:pt x="758" y="148"/>
                </a:lnTo>
                <a:lnTo>
                  <a:pt x="759" y="147"/>
                </a:lnTo>
                <a:lnTo>
                  <a:pt x="762" y="147"/>
                </a:lnTo>
                <a:lnTo>
                  <a:pt x="763" y="147"/>
                </a:lnTo>
                <a:lnTo>
                  <a:pt x="763" y="146"/>
                </a:lnTo>
                <a:lnTo>
                  <a:pt x="764" y="146"/>
                </a:lnTo>
                <a:lnTo>
                  <a:pt x="766" y="146"/>
                </a:lnTo>
                <a:lnTo>
                  <a:pt x="767" y="147"/>
                </a:lnTo>
                <a:lnTo>
                  <a:pt x="768" y="146"/>
                </a:lnTo>
                <a:lnTo>
                  <a:pt x="769" y="146"/>
                </a:lnTo>
                <a:lnTo>
                  <a:pt x="770" y="145"/>
                </a:lnTo>
                <a:lnTo>
                  <a:pt x="770" y="146"/>
                </a:lnTo>
                <a:lnTo>
                  <a:pt x="771" y="146"/>
                </a:lnTo>
                <a:lnTo>
                  <a:pt x="771" y="147"/>
                </a:lnTo>
                <a:lnTo>
                  <a:pt x="770" y="147"/>
                </a:lnTo>
                <a:lnTo>
                  <a:pt x="770" y="148"/>
                </a:lnTo>
                <a:lnTo>
                  <a:pt x="770" y="149"/>
                </a:lnTo>
                <a:lnTo>
                  <a:pt x="771" y="149"/>
                </a:lnTo>
                <a:lnTo>
                  <a:pt x="772" y="149"/>
                </a:lnTo>
                <a:lnTo>
                  <a:pt x="773" y="149"/>
                </a:lnTo>
                <a:lnTo>
                  <a:pt x="773" y="150"/>
                </a:lnTo>
                <a:lnTo>
                  <a:pt x="773" y="151"/>
                </a:lnTo>
                <a:lnTo>
                  <a:pt x="774" y="151"/>
                </a:lnTo>
                <a:lnTo>
                  <a:pt x="774" y="152"/>
                </a:lnTo>
                <a:lnTo>
                  <a:pt x="774" y="153"/>
                </a:lnTo>
                <a:lnTo>
                  <a:pt x="774" y="154"/>
                </a:lnTo>
                <a:lnTo>
                  <a:pt x="774" y="156"/>
                </a:lnTo>
                <a:lnTo>
                  <a:pt x="774" y="158"/>
                </a:lnTo>
                <a:lnTo>
                  <a:pt x="775" y="159"/>
                </a:lnTo>
                <a:lnTo>
                  <a:pt x="776" y="159"/>
                </a:lnTo>
                <a:lnTo>
                  <a:pt x="777" y="159"/>
                </a:lnTo>
                <a:lnTo>
                  <a:pt x="778" y="159"/>
                </a:lnTo>
                <a:lnTo>
                  <a:pt x="779" y="161"/>
                </a:lnTo>
                <a:lnTo>
                  <a:pt x="780" y="161"/>
                </a:lnTo>
                <a:lnTo>
                  <a:pt x="780" y="162"/>
                </a:lnTo>
                <a:lnTo>
                  <a:pt x="780" y="163"/>
                </a:lnTo>
                <a:lnTo>
                  <a:pt x="781" y="164"/>
                </a:lnTo>
                <a:lnTo>
                  <a:pt x="782" y="164"/>
                </a:lnTo>
                <a:lnTo>
                  <a:pt x="783" y="164"/>
                </a:lnTo>
                <a:lnTo>
                  <a:pt x="783" y="166"/>
                </a:lnTo>
                <a:lnTo>
                  <a:pt x="784" y="167"/>
                </a:lnTo>
                <a:lnTo>
                  <a:pt x="785" y="167"/>
                </a:lnTo>
                <a:lnTo>
                  <a:pt x="786" y="167"/>
                </a:lnTo>
                <a:lnTo>
                  <a:pt x="786" y="168"/>
                </a:lnTo>
                <a:lnTo>
                  <a:pt x="787" y="169"/>
                </a:lnTo>
                <a:lnTo>
                  <a:pt x="788" y="169"/>
                </a:lnTo>
                <a:lnTo>
                  <a:pt x="789" y="169"/>
                </a:lnTo>
                <a:lnTo>
                  <a:pt x="789" y="170"/>
                </a:lnTo>
                <a:lnTo>
                  <a:pt x="788" y="170"/>
                </a:lnTo>
                <a:lnTo>
                  <a:pt x="788" y="171"/>
                </a:lnTo>
                <a:lnTo>
                  <a:pt x="788" y="172"/>
                </a:lnTo>
                <a:lnTo>
                  <a:pt x="789" y="172"/>
                </a:lnTo>
                <a:lnTo>
                  <a:pt x="790" y="172"/>
                </a:lnTo>
                <a:lnTo>
                  <a:pt x="792" y="173"/>
                </a:lnTo>
                <a:lnTo>
                  <a:pt x="793" y="175"/>
                </a:lnTo>
                <a:lnTo>
                  <a:pt x="793" y="176"/>
                </a:lnTo>
                <a:lnTo>
                  <a:pt x="794" y="176"/>
                </a:lnTo>
                <a:lnTo>
                  <a:pt x="795" y="176"/>
                </a:lnTo>
                <a:lnTo>
                  <a:pt x="795" y="177"/>
                </a:lnTo>
                <a:lnTo>
                  <a:pt x="795" y="178"/>
                </a:lnTo>
                <a:lnTo>
                  <a:pt x="794" y="178"/>
                </a:lnTo>
                <a:lnTo>
                  <a:pt x="795" y="178"/>
                </a:lnTo>
                <a:lnTo>
                  <a:pt x="796" y="178"/>
                </a:lnTo>
                <a:lnTo>
                  <a:pt x="796" y="179"/>
                </a:lnTo>
                <a:lnTo>
                  <a:pt x="798" y="180"/>
                </a:lnTo>
                <a:lnTo>
                  <a:pt x="797" y="180"/>
                </a:lnTo>
                <a:lnTo>
                  <a:pt x="797" y="181"/>
                </a:lnTo>
                <a:lnTo>
                  <a:pt x="796" y="181"/>
                </a:lnTo>
                <a:lnTo>
                  <a:pt x="797" y="181"/>
                </a:lnTo>
                <a:lnTo>
                  <a:pt x="797" y="182"/>
                </a:lnTo>
                <a:lnTo>
                  <a:pt x="798" y="182"/>
                </a:lnTo>
                <a:lnTo>
                  <a:pt x="798" y="183"/>
                </a:lnTo>
                <a:lnTo>
                  <a:pt x="798" y="184"/>
                </a:lnTo>
                <a:lnTo>
                  <a:pt x="798" y="185"/>
                </a:lnTo>
                <a:lnTo>
                  <a:pt x="798" y="186"/>
                </a:lnTo>
                <a:lnTo>
                  <a:pt x="798" y="187"/>
                </a:lnTo>
                <a:lnTo>
                  <a:pt x="797" y="187"/>
                </a:lnTo>
                <a:lnTo>
                  <a:pt x="797" y="186"/>
                </a:lnTo>
                <a:lnTo>
                  <a:pt x="796" y="186"/>
                </a:lnTo>
                <a:lnTo>
                  <a:pt x="796" y="187"/>
                </a:lnTo>
                <a:lnTo>
                  <a:pt x="796" y="189"/>
                </a:lnTo>
                <a:lnTo>
                  <a:pt x="795" y="189"/>
                </a:lnTo>
                <a:lnTo>
                  <a:pt x="794" y="189"/>
                </a:lnTo>
                <a:lnTo>
                  <a:pt x="792" y="190"/>
                </a:lnTo>
                <a:lnTo>
                  <a:pt x="792" y="191"/>
                </a:lnTo>
                <a:lnTo>
                  <a:pt x="791" y="191"/>
                </a:lnTo>
                <a:lnTo>
                  <a:pt x="790" y="191"/>
                </a:lnTo>
                <a:lnTo>
                  <a:pt x="790" y="192"/>
                </a:lnTo>
                <a:lnTo>
                  <a:pt x="790" y="193"/>
                </a:lnTo>
                <a:lnTo>
                  <a:pt x="789" y="194"/>
                </a:lnTo>
                <a:lnTo>
                  <a:pt x="788" y="195"/>
                </a:lnTo>
                <a:lnTo>
                  <a:pt x="788" y="197"/>
                </a:lnTo>
                <a:lnTo>
                  <a:pt x="788" y="198"/>
                </a:lnTo>
                <a:lnTo>
                  <a:pt x="788" y="199"/>
                </a:lnTo>
                <a:lnTo>
                  <a:pt x="789" y="199"/>
                </a:lnTo>
                <a:lnTo>
                  <a:pt x="789" y="201"/>
                </a:lnTo>
                <a:lnTo>
                  <a:pt x="789" y="202"/>
                </a:lnTo>
                <a:lnTo>
                  <a:pt x="788" y="202"/>
                </a:lnTo>
                <a:lnTo>
                  <a:pt x="788" y="203"/>
                </a:lnTo>
                <a:lnTo>
                  <a:pt x="788" y="204"/>
                </a:lnTo>
                <a:lnTo>
                  <a:pt x="788" y="205"/>
                </a:lnTo>
                <a:lnTo>
                  <a:pt x="788" y="206"/>
                </a:lnTo>
                <a:lnTo>
                  <a:pt x="788" y="208"/>
                </a:lnTo>
                <a:lnTo>
                  <a:pt x="788" y="209"/>
                </a:lnTo>
                <a:lnTo>
                  <a:pt x="789" y="210"/>
                </a:lnTo>
                <a:lnTo>
                  <a:pt x="789" y="211"/>
                </a:lnTo>
                <a:lnTo>
                  <a:pt x="790" y="213"/>
                </a:lnTo>
                <a:lnTo>
                  <a:pt x="790" y="214"/>
                </a:lnTo>
                <a:lnTo>
                  <a:pt x="791" y="215"/>
                </a:lnTo>
                <a:lnTo>
                  <a:pt x="791" y="216"/>
                </a:lnTo>
                <a:lnTo>
                  <a:pt x="792" y="217"/>
                </a:lnTo>
                <a:lnTo>
                  <a:pt x="792" y="218"/>
                </a:lnTo>
                <a:lnTo>
                  <a:pt x="792" y="219"/>
                </a:lnTo>
                <a:lnTo>
                  <a:pt x="794" y="221"/>
                </a:lnTo>
                <a:lnTo>
                  <a:pt x="795" y="221"/>
                </a:lnTo>
                <a:lnTo>
                  <a:pt x="796" y="222"/>
                </a:lnTo>
                <a:lnTo>
                  <a:pt x="796" y="224"/>
                </a:lnTo>
                <a:lnTo>
                  <a:pt x="797" y="224"/>
                </a:lnTo>
                <a:lnTo>
                  <a:pt x="798" y="225"/>
                </a:lnTo>
                <a:lnTo>
                  <a:pt x="799" y="226"/>
                </a:lnTo>
                <a:lnTo>
                  <a:pt x="799" y="227"/>
                </a:lnTo>
                <a:lnTo>
                  <a:pt x="800" y="227"/>
                </a:lnTo>
                <a:lnTo>
                  <a:pt x="801" y="228"/>
                </a:lnTo>
                <a:lnTo>
                  <a:pt x="801" y="229"/>
                </a:lnTo>
                <a:lnTo>
                  <a:pt x="801" y="231"/>
                </a:lnTo>
                <a:lnTo>
                  <a:pt x="801" y="232"/>
                </a:lnTo>
                <a:lnTo>
                  <a:pt x="801" y="233"/>
                </a:lnTo>
                <a:lnTo>
                  <a:pt x="801" y="235"/>
                </a:lnTo>
                <a:lnTo>
                  <a:pt x="801" y="236"/>
                </a:lnTo>
                <a:lnTo>
                  <a:pt x="801" y="237"/>
                </a:lnTo>
                <a:lnTo>
                  <a:pt x="802" y="238"/>
                </a:lnTo>
                <a:lnTo>
                  <a:pt x="803" y="239"/>
                </a:lnTo>
                <a:lnTo>
                  <a:pt x="804" y="240"/>
                </a:lnTo>
                <a:lnTo>
                  <a:pt x="804" y="241"/>
                </a:lnTo>
                <a:lnTo>
                  <a:pt x="804" y="242"/>
                </a:lnTo>
                <a:lnTo>
                  <a:pt x="804" y="243"/>
                </a:lnTo>
                <a:lnTo>
                  <a:pt x="804" y="244"/>
                </a:lnTo>
                <a:lnTo>
                  <a:pt x="804" y="245"/>
                </a:lnTo>
                <a:lnTo>
                  <a:pt x="805" y="245"/>
                </a:lnTo>
                <a:lnTo>
                  <a:pt x="805" y="246"/>
                </a:lnTo>
                <a:lnTo>
                  <a:pt x="806" y="249"/>
                </a:lnTo>
                <a:lnTo>
                  <a:pt x="805" y="249"/>
                </a:lnTo>
                <a:lnTo>
                  <a:pt x="804" y="250"/>
                </a:lnTo>
                <a:lnTo>
                  <a:pt x="804" y="251"/>
                </a:lnTo>
                <a:lnTo>
                  <a:pt x="804" y="252"/>
                </a:lnTo>
                <a:lnTo>
                  <a:pt x="805" y="252"/>
                </a:lnTo>
                <a:lnTo>
                  <a:pt x="806" y="253"/>
                </a:lnTo>
                <a:lnTo>
                  <a:pt x="807" y="253"/>
                </a:lnTo>
                <a:lnTo>
                  <a:pt x="807" y="254"/>
                </a:lnTo>
                <a:lnTo>
                  <a:pt x="807" y="255"/>
                </a:lnTo>
                <a:lnTo>
                  <a:pt x="808" y="256"/>
                </a:lnTo>
                <a:lnTo>
                  <a:pt x="808" y="257"/>
                </a:lnTo>
                <a:lnTo>
                  <a:pt x="809" y="258"/>
                </a:lnTo>
                <a:lnTo>
                  <a:pt x="809" y="257"/>
                </a:lnTo>
                <a:lnTo>
                  <a:pt x="810" y="257"/>
                </a:lnTo>
                <a:lnTo>
                  <a:pt x="810" y="256"/>
                </a:lnTo>
                <a:lnTo>
                  <a:pt x="810" y="255"/>
                </a:lnTo>
                <a:lnTo>
                  <a:pt x="811" y="255"/>
                </a:lnTo>
                <a:lnTo>
                  <a:pt x="812" y="253"/>
                </a:lnTo>
                <a:lnTo>
                  <a:pt x="812" y="252"/>
                </a:lnTo>
                <a:lnTo>
                  <a:pt x="812" y="251"/>
                </a:lnTo>
                <a:lnTo>
                  <a:pt x="813" y="251"/>
                </a:lnTo>
                <a:lnTo>
                  <a:pt x="813" y="250"/>
                </a:lnTo>
                <a:lnTo>
                  <a:pt x="812" y="249"/>
                </a:lnTo>
                <a:lnTo>
                  <a:pt x="812" y="248"/>
                </a:lnTo>
                <a:lnTo>
                  <a:pt x="813" y="246"/>
                </a:lnTo>
                <a:lnTo>
                  <a:pt x="816" y="246"/>
                </a:lnTo>
                <a:lnTo>
                  <a:pt x="818" y="246"/>
                </a:lnTo>
                <a:lnTo>
                  <a:pt x="819" y="247"/>
                </a:lnTo>
                <a:lnTo>
                  <a:pt x="819" y="246"/>
                </a:lnTo>
                <a:lnTo>
                  <a:pt x="819" y="245"/>
                </a:lnTo>
                <a:lnTo>
                  <a:pt x="820" y="245"/>
                </a:lnTo>
                <a:lnTo>
                  <a:pt x="820" y="244"/>
                </a:lnTo>
                <a:lnTo>
                  <a:pt x="821" y="244"/>
                </a:lnTo>
                <a:lnTo>
                  <a:pt x="821" y="243"/>
                </a:lnTo>
                <a:lnTo>
                  <a:pt x="822" y="243"/>
                </a:lnTo>
                <a:lnTo>
                  <a:pt x="822" y="242"/>
                </a:lnTo>
                <a:lnTo>
                  <a:pt x="822" y="241"/>
                </a:lnTo>
                <a:lnTo>
                  <a:pt x="823" y="241"/>
                </a:lnTo>
                <a:lnTo>
                  <a:pt x="823" y="239"/>
                </a:lnTo>
                <a:lnTo>
                  <a:pt x="823" y="238"/>
                </a:lnTo>
                <a:lnTo>
                  <a:pt x="823" y="239"/>
                </a:lnTo>
                <a:lnTo>
                  <a:pt x="824" y="238"/>
                </a:lnTo>
                <a:lnTo>
                  <a:pt x="825" y="237"/>
                </a:lnTo>
                <a:lnTo>
                  <a:pt x="826" y="237"/>
                </a:lnTo>
                <a:lnTo>
                  <a:pt x="827" y="237"/>
                </a:lnTo>
                <a:lnTo>
                  <a:pt x="827" y="236"/>
                </a:lnTo>
                <a:lnTo>
                  <a:pt x="828" y="236"/>
                </a:lnTo>
                <a:lnTo>
                  <a:pt x="829" y="237"/>
                </a:lnTo>
                <a:lnTo>
                  <a:pt x="830" y="237"/>
                </a:lnTo>
                <a:lnTo>
                  <a:pt x="830" y="236"/>
                </a:lnTo>
                <a:lnTo>
                  <a:pt x="831" y="237"/>
                </a:lnTo>
                <a:lnTo>
                  <a:pt x="831" y="238"/>
                </a:lnTo>
                <a:lnTo>
                  <a:pt x="830" y="238"/>
                </a:lnTo>
                <a:lnTo>
                  <a:pt x="830" y="239"/>
                </a:lnTo>
                <a:lnTo>
                  <a:pt x="829" y="239"/>
                </a:lnTo>
                <a:lnTo>
                  <a:pt x="829" y="240"/>
                </a:lnTo>
                <a:lnTo>
                  <a:pt x="829" y="241"/>
                </a:lnTo>
                <a:lnTo>
                  <a:pt x="830" y="241"/>
                </a:lnTo>
                <a:lnTo>
                  <a:pt x="831" y="241"/>
                </a:lnTo>
                <a:lnTo>
                  <a:pt x="832" y="241"/>
                </a:lnTo>
                <a:lnTo>
                  <a:pt x="833" y="241"/>
                </a:lnTo>
                <a:lnTo>
                  <a:pt x="834" y="241"/>
                </a:lnTo>
                <a:lnTo>
                  <a:pt x="835" y="241"/>
                </a:lnTo>
                <a:lnTo>
                  <a:pt x="837" y="242"/>
                </a:lnTo>
                <a:lnTo>
                  <a:pt x="837" y="241"/>
                </a:lnTo>
                <a:lnTo>
                  <a:pt x="837" y="239"/>
                </a:lnTo>
                <a:lnTo>
                  <a:pt x="837" y="238"/>
                </a:lnTo>
                <a:lnTo>
                  <a:pt x="837" y="237"/>
                </a:lnTo>
                <a:lnTo>
                  <a:pt x="837" y="236"/>
                </a:lnTo>
                <a:lnTo>
                  <a:pt x="837" y="235"/>
                </a:lnTo>
                <a:lnTo>
                  <a:pt x="838" y="235"/>
                </a:lnTo>
                <a:lnTo>
                  <a:pt x="842" y="235"/>
                </a:lnTo>
                <a:lnTo>
                  <a:pt x="844" y="235"/>
                </a:lnTo>
                <a:lnTo>
                  <a:pt x="845" y="235"/>
                </a:lnTo>
                <a:lnTo>
                  <a:pt x="846" y="235"/>
                </a:lnTo>
                <a:lnTo>
                  <a:pt x="847" y="234"/>
                </a:lnTo>
                <a:lnTo>
                  <a:pt x="851" y="234"/>
                </a:lnTo>
                <a:lnTo>
                  <a:pt x="854" y="234"/>
                </a:lnTo>
                <a:lnTo>
                  <a:pt x="854" y="233"/>
                </a:lnTo>
                <a:lnTo>
                  <a:pt x="855" y="233"/>
                </a:lnTo>
                <a:lnTo>
                  <a:pt x="856" y="233"/>
                </a:lnTo>
                <a:lnTo>
                  <a:pt x="856" y="234"/>
                </a:lnTo>
                <a:lnTo>
                  <a:pt x="857" y="234"/>
                </a:lnTo>
                <a:lnTo>
                  <a:pt x="857" y="235"/>
                </a:lnTo>
                <a:lnTo>
                  <a:pt x="858" y="235"/>
                </a:lnTo>
                <a:lnTo>
                  <a:pt x="860" y="235"/>
                </a:lnTo>
                <a:lnTo>
                  <a:pt x="861" y="236"/>
                </a:lnTo>
                <a:lnTo>
                  <a:pt x="862" y="236"/>
                </a:lnTo>
                <a:lnTo>
                  <a:pt x="862" y="235"/>
                </a:lnTo>
                <a:lnTo>
                  <a:pt x="863" y="235"/>
                </a:lnTo>
                <a:lnTo>
                  <a:pt x="866" y="236"/>
                </a:lnTo>
                <a:lnTo>
                  <a:pt x="867" y="236"/>
                </a:lnTo>
                <a:lnTo>
                  <a:pt x="868" y="236"/>
                </a:lnTo>
                <a:lnTo>
                  <a:pt x="868" y="237"/>
                </a:lnTo>
                <a:lnTo>
                  <a:pt x="869" y="237"/>
                </a:lnTo>
                <a:lnTo>
                  <a:pt x="869" y="236"/>
                </a:lnTo>
                <a:lnTo>
                  <a:pt x="870" y="236"/>
                </a:lnTo>
                <a:lnTo>
                  <a:pt x="870" y="237"/>
                </a:lnTo>
                <a:lnTo>
                  <a:pt x="871" y="237"/>
                </a:lnTo>
                <a:lnTo>
                  <a:pt x="872" y="237"/>
                </a:lnTo>
                <a:lnTo>
                  <a:pt x="872" y="238"/>
                </a:lnTo>
                <a:lnTo>
                  <a:pt x="873" y="239"/>
                </a:lnTo>
                <a:lnTo>
                  <a:pt x="874" y="239"/>
                </a:lnTo>
                <a:lnTo>
                  <a:pt x="875" y="239"/>
                </a:lnTo>
                <a:lnTo>
                  <a:pt x="875" y="240"/>
                </a:lnTo>
                <a:lnTo>
                  <a:pt x="877" y="240"/>
                </a:lnTo>
                <a:lnTo>
                  <a:pt x="878" y="239"/>
                </a:lnTo>
                <a:lnTo>
                  <a:pt x="879" y="239"/>
                </a:lnTo>
                <a:lnTo>
                  <a:pt x="880" y="240"/>
                </a:lnTo>
                <a:lnTo>
                  <a:pt x="881" y="241"/>
                </a:lnTo>
                <a:lnTo>
                  <a:pt x="882" y="242"/>
                </a:lnTo>
                <a:lnTo>
                  <a:pt x="882" y="243"/>
                </a:lnTo>
                <a:lnTo>
                  <a:pt x="883" y="244"/>
                </a:lnTo>
                <a:lnTo>
                  <a:pt x="882" y="244"/>
                </a:lnTo>
                <a:lnTo>
                  <a:pt x="882" y="245"/>
                </a:lnTo>
                <a:lnTo>
                  <a:pt x="881" y="246"/>
                </a:lnTo>
                <a:lnTo>
                  <a:pt x="880" y="247"/>
                </a:lnTo>
                <a:lnTo>
                  <a:pt x="880" y="248"/>
                </a:lnTo>
                <a:lnTo>
                  <a:pt x="880" y="249"/>
                </a:lnTo>
                <a:lnTo>
                  <a:pt x="880" y="250"/>
                </a:lnTo>
                <a:lnTo>
                  <a:pt x="880" y="251"/>
                </a:lnTo>
                <a:lnTo>
                  <a:pt x="879" y="251"/>
                </a:lnTo>
                <a:lnTo>
                  <a:pt x="877" y="251"/>
                </a:lnTo>
                <a:lnTo>
                  <a:pt x="876" y="251"/>
                </a:lnTo>
                <a:lnTo>
                  <a:pt x="875" y="250"/>
                </a:lnTo>
                <a:lnTo>
                  <a:pt x="873" y="251"/>
                </a:lnTo>
                <a:lnTo>
                  <a:pt x="872" y="251"/>
                </a:lnTo>
                <a:lnTo>
                  <a:pt x="871" y="252"/>
                </a:lnTo>
                <a:lnTo>
                  <a:pt x="871" y="253"/>
                </a:lnTo>
                <a:lnTo>
                  <a:pt x="871" y="254"/>
                </a:lnTo>
                <a:lnTo>
                  <a:pt x="870" y="254"/>
                </a:lnTo>
                <a:lnTo>
                  <a:pt x="870" y="255"/>
                </a:lnTo>
                <a:lnTo>
                  <a:pt x="870" y="256"/>
                </a:lnTo>
                <a:lnTo>
                  <a:pt x="871" y="256"/>
                </a:lnTo>
                <a:lnTo>
                  <a:pt x="871" y="257"/>
                </a:lnTo>
                <a:lnTo>
                  <a:pt x="872" y="257"/>
                </a:lnTo>
                <a:lnTo>
                  <a:pt x="872" y="258"/>
                </a:lnTo>
                <a:lnTo>
                  <a:pt x="872" y="259"/>
                </a:lnTo>
                <a:lnTo>
                  <a:pt x="871" y="259"/>
                </a:lnTo>
                <a:lnTo>
                  <a:pt x="871" y="260"/>
                </a:lnTo>
                <a:lnTo>
                  <a:pt x="871" y="261"/>
                </a:lnTo>
                <a:lnTo>
                  <a:pt x="872" y="263"/>
                </a:lnTo>
                <a:lnTo>
                  <a:pt x="873" y="264"/>
                </a:lnTo>
                <a:lnTo>
                  <a:pt x="874" y="266"/>
                </a:lnTo>
                <a:lnTo>
                  <a:pt x="875" y="266"/>
                </a:lnTo>
                <a:lnTo>
                  <a:pt x="877" y="266"/>
                </a:lnTo>
                <a:lnTo>
                  <a:pt x="878" y="266"/>
                </a:lnTo>
                <a:lnTo>
                  <a:pt x="878" y="267"/>
                </a:lnTo>
                <a:lnTo>
                  <a:pt x="879" y="268"/>
                </a:lnTo>
                <a:lnTo>
                  <a:pt x="879" y="269"/>
                </a:lnTo>
                <a:lnTo>
                  <a:pt x="879" y="270"/>
                </a:lnTo>
                <a:lnTo>
                  <a:pt x="879" y="271"/>
                </a:lnTo>
                <a:lnTo>
                  <a:pt x="879" y="272"/>
                </a:lnTo>
                <a:lnTo>
                  <a:pt x="879" y="273"/>
                </a:lnTo>
                <a:lnTo>
                  <a:pt x="878" y="273"/>
                </a:lnTo>
                <a:lnTo>
                  <a:pt x="878" y="274"/>
                </a:lnTo>
                <a:lnTo>
                  <a:pt x="878" y="275"/>
                </a:lnTo>
                <a:lnTo>
                  <a:pt x="878" y="277"/>
                </a:lnTo>
                <a:lnTo>
                  <a:pt x="879" y="277"/>
                </a:lnTo>
                <a:lnTo>
                  <a:pt x="880" y="277"/>
                </a:lnTo>
                <a:lnTo>
                  <a:pt x="881" y="278"/>
                </a:lnTo>
                <a:lnTo>
                  <a:pt x="882" y="278"/>
                </a:lnTo>
                <a:lnTo>
                  <a:pt x="882" y="279"/>
                </a:lnTo>
                <a:lnTo>
                  <a:pt x="883" y="279"/>
                </a:lnTo>
                <a:lnTo>
                  <a:pt x="884" y="280"/>
                </a:lnTo>
                <a:lnTo>
                  <a:pt x="884" y="281"/>
                </a:lnTo>
                <a:lnTo>
                  <a:pt x="885" y="281"/>
                </a:lnTo>
                <a:lnTo>
                  <a:pt x="885" y="282"/>
                </a:lnTo>
                <a:lnTo>
                  <a:pt x="885" y="284"/>
                </a:lnTo>
                <a:lnTo>
                  <a:pt x="886" y="283"/>
                </a:lnTo>
                <a:lnTo>
                  <a:pt x="887" y="283"/>
                </a:lnTo>
                <a:lnTo>
                  <a:pt x="887" y="284"/>
                </a:lnTo>
                <a:lnTo>
                  <a:pt x="887" y="285"/>
                </a:lnTo>
                <a:lnTo>
                  <a:pt x="888" y="285"/>
                </a:lnTo>
                <a:lnTo>
                  <a:pt x="889" y="286"/>
                </a:lnTo>
                <a:lnTo>
                  <a:pt x="890" y="286"/>
                </a:lnTo>
                <a:lnTo>
                  <a:pt x="891" y="287"/>
                </a:lnTo>
                <a:lnTo>
                  <a:pt x="891" y="288"/>
                </a:lnTo>
                <a:lnTo>
                  <a:pt x="892" y="288"/>
                </a:lnTo>
                <a:lnTo>
                  <a:pt x="893" y="288"/>
                </a:lnTo>
                <a:lnTo>
                  <a:pt x="894" y="289"/>
                </a:lnTo>
                <a:lnTo>
                  <a:pt x="894" y="290"/>
                </a:lnTo>
                <a:lnTo>
                  <a:pt x="895" y="291"/>
                </a:lnTo>
                <a:lnTo>
                  <a:pt x="895" y="292"/>
                </a:lnTo>
                <a:lnTo>
                  <a:pt x="896" y="292"/>
                </a:lnTo>
                <a:lnTo>
                  <a:pt x="897" y="292"/>
                </a:lnTo>
                <a:lnTo>
                  <a:pt x="898" y="293"/>
                </a:lnTo>
                <a:lnTo>
                  <a:pt x="898" y="294"/>
                </a:lnTo>
                <a:lnTo>
                  <a:pt x="899" y="294"/>
                </a:lnTo>
                <a:lnTo>
                  <a:pt x="900" y="294"/>
                </a:lnTo>
                <a:lnTo>
                  <a:pt x="901" y="295"/>
                </a:lnTo>
                <a:lnTo>
                  <a:pt x="902" y="296"/>
                </a:lnTo>
                <a:lnTo>
                  <a:pt x="903" y="296"/>
                </a:lnTo>
                <a:lnTo>
                  <a:pt x="903" y="297"/>
                </a:lnTo>
                <a:lnTo>
                  <a:pt x="903" y="298"/>
                </a:lnTo>
                <a:lnTo>
                  <a:pt x="902" y="299"/>
                </a:lnTo>
                <a:lnTo>
                  <a:pt x="903" y="299"/>
                </a:lnTo>
                <a:lnTo>
                  <a:pt x="904" y="300"/>
                </a:lnTo>
                <a:lnTo>
                  <a:pt x="904" y="301"/>
                </a:lnTo>
                <a:lnTo>
                  <a:pt x="904" y="302"/>
                </a:lnTo>
                <a:lnTo>
                  <a:pt x="903" y="302"/>
                </a:lnTo>
                <a:lnTo>
                  <a:pt x="902" y="304"/>
                </a:lnTo>
                <a:lnTo>
                  <a:pt x="902" y="306"/>
                </a:lnTo>
                <a:lnTo>
                  <a:pt x="901" y="306"/>
                </a:lnTo>
                <a:lnTo>
                  <a:pt x="901" y="308"/>
                </a:lnTo>
                <a:lnTo>
                  <a:pt x="902" y="308"/>
                </a:lnTo>
                <a:lnTo>
                  <a:pt x="902" y="309"/>
                </a:lnTo>
                <a:lnTo>
                  <a:pt x="903" y="309"/>
                </a:lnTo>
                <a:lnTo>
                  <a:pt x="903" y="310"/>
                </a:lnTo>
                <a:lnTo>
                  <a:pt x="904" y="311"/>
                </a:lnTo>
                <a:lnTo>
                  <a:pt x="905" y="313"/>
                </a:lnTo>
                <a:lnTo>
                  <a:pt x="906" y="313"/>
                </a:lnTo>
                <a:lnTo>
                  <a:pt x="907" y="314"/>
                </a:lnTo>
                <a:lnTo>
                  <a:pt x="908" y="315"/>
                </a:lnTo>
                <a:lnTo>
                  <a:pt x="909" y="315"/>
                </a:lnTo>
                <a:lnTo>
                  <a:pt x="909" y="314"/>
                </a:lnTo>
                <a:lnTo>
                  <a:pt x="910" y="314"/>
                </a:lnTo>
                <a:lnTo>
                  <a:pt x="910" y="313"/>
                </a:lnTo>
                <a:lnTo>
                  <a:pt x="912" y="314"/>
                </a:lnTo>
                <a:lnTo>
                  <a:pt x="913" y="315"/>
                </a:lnTo>
                <a:lnTo>
                  <a:pt x="914" y="316"/>
                </a:lnTo>
                <a:lnTo>
                  <a:pt x="914" y="317"/>
                </a:lnTo>
                <a:lnTo>
                  <a:pt x="915" y="317"/>
                </a:lnTo>
                <a:lnTo>
                  <a:pt x="916" y="317"/>
                </a:lnTo>
                <a:lnTo>
                  <a:pt x="917" y="317"/>
                </a:lnTo>
                <a:lnTo>
                  <a:pt x="917" y="316"/>
                </a:lnTo>
                <a:lnTo>
                  <a:pt x="918" y="316"/>
                </a:lnTo>
                <a:lnTo>
                  <a:pt x="918" y="315"/>
                </a:lnTo>
                <a:lnTo>
                  <a:pt x="919" y="315"/>
                </a:lnTo>
                <a:lnTo>
                  <a:pt x="919" y="314"/>
                </a:lnTo>
                <a:lnTo>
                  <a:pt x="919" y="313"/>
                </a:lnTo>
                <a:lnTo>
                  <a:pt x="919" y="312"/>
                </a:lnTo>
                <a:lnTo>
                  <a:pt x="919" y="310"/>
                </a:lnTo>
                <a:lnTo>
                  <a:pt x="920" y="310"/>
                </a:lnTo>
                <a:lnTo>
                  <a:pt x="920" y="309"/>
                </a:lnTo>
                <a:lnTo>
                  <a:pt x="921" y="310"/>
                </a:lnTo>
                <a:lnTo>
                  <a:pt x="921" y="311"/>
                </a:lnTo>
                <a:lnTo>
                  <a:pt x="922" y="312"/>
                </a:lnTo>
                <a:lnTo>
                  <a:pt x="922" y="313"/>
                </a:lnTo>
                <a:lnTo>
                  <a:pt x="922" y="314"/>
                </a:lnTo>
                <a:lnTo>
                  <a:pt x="922" y="317"/>
                </a:lnTo>
                <a:lnTo>
                  <a:pt x="923" y="318"/>
                </a:lnTo>
                <a:lnTo>
                  <a:pt x="923" y="319"/>
                </a:lnTo>
                <a:lnTo>
                  <a:pt x="925" y="321"/>
                </a:lnTo>
                <a:lnTo>
                  <a:pt x="926" y="323"/>
                </a:lnTo>
                <a:lnTo>
                  <a:pt x="926" y="324"/>
                </a:lnTo>
                <a:lnTo>
                  <a:pt x="926" y="325"/>
                </a:lnTo>
                <a:lnTo>
                  <a:pt x="927" y="326"/>
                </a:lnTo>
                <a:lnTo>
                  <a:pt x="927" y="328"/>
                </a:lnTo>
                <a:lnTo>
                  <a:pt x="927" y="329"/>
                </a:lnTo>
                <a:lnTo>
                  <a:pt x="926" y="329"/>
                </a:lnTo>
                <a:lnTo>
                  <a:pt x="928" y="330"/>
                </a:lnTo>
                <a:lnTo>
                  <a:pt x="929" y="331"/>
                </a:lnTo>
                <a:lnTo>
                  <a:pt x="931" y="331"/>
                </a:lnTo>
                <a:lnTo>
                  <a:pt x="931" y="332"/>
                </a:lnTo>
                <a:lnTo>
                  <a:pt x="932" y="332"/>
                </a:lnTo>
                <a:lnTo>
                  <a:pt x="933" y="332"/>
                </a:lnTo>
                <a:lnTo>
                  <a:pt x="936" y="333"/>
                </a:lnTo>
                <a:lnTo>
                  <a:pt x="936" y="332"/>
                </a:lnTo>
                <a:lnTo>
                  <a:pt x="937" y="332"/>
                </a:lnTo>
                <a:lnTo>
                  <a:pt x="938" y="331"/>
                </a:lnTo>
                <a:lnTo>
                  <a:pt x="938" y="330"/>
                </a:lnTo>
                <a:lnTo>
                  <a:pt x="938" y="329"/>
                </a:lnTo>
                <a:lnTo>
                  <a:pt x="939" y="329"/>
                </a:lnTo>
                <a:lnTo>
                  <a:pt x="939" y="330"/>
                </a:lnTo>
                <a:lnTo>
                  <a:pt x="940" y="330"/>
                </a:lnTo>
                <a:lnTo>
                  <a:pt x="941" y="330"/>
                </a:lnTo>
                <a:lnTo>
                  <a:pt x="942" y="330"/>
                </a:lnTo>
                <a:lnTo>
                  <a:pt x="942" y="329"/>
                </a:lnTo>
                <a:lnTo>
                  <a:pt x="943" y="329"/>
                </a:lnTo>
                <a:lnTo>
                  <a:pt x="944" y="329"/>
                </a:lnTo>
                <a:lnTo>
                  <a:pt x="944" y="330"/>
                </a:lnTo>
                <a:lnTo>
                  <a:pt x="944" y="331"/>
                </a:lnTo>
                <a:lnTo>
                  <a:pt x="946" y="331"/>
                </a:lnTo>
                <a:lnTo>
                  <a:pt x="947" y="332"/>
                </a:lnTo>
                <a:lnTo>
                  <a:pt x="948" y="332"/>
                </a:lnTo>
                <a:lnTo>
                  <a:pt x="949" y="331"/>
                </a:lnTo>
                <a:lnTo>
                  <a:pt x="950" y="331"/>
                </a:lnTo>
                <a:lnTo>
                  <a:pt x="950" y="330"/>
                </a:lnTo>
                <a:lnTo>
                  <a:pt x="951" y="330"/>
                </a:lnTo>
                <a:lnTo>
                  <a:pt x="952" y="330"/>
                </a:lnTo>
                <a:lnTo>
                  <a:pt x="953" y="330"/>
                </a:lnTo>
                <a:lnTo>
                  <a:pt x="954" y="330"/>
                </a:lnTo>
                <a:lnTo>
                  <a:pt x="955" y="330"/>
                </a:lnTo>
                <a:lnTo>
                  <a:pt x="955" y="329"/>
                </a:lnTo>
                <a:lnTo>
                  <a:pt x="955" y="328"/>
                </a:lnTo>
                <a:lnTo>
                  <a:pt x="956" y="328"/>
                </a:lnTo>
                <a:lnTo>
                  <a:pt x="956" y="327"/>
                </a:lnTo>
                <a:lnTo>
                  <a:pt x="957" y="327"/>
                </a:lnTo>
                <a:lnTo>
                  <a:pt x="958" y="325"/>
                </a:lnTo>
                <a:lnTo>
                  <a:pt x="958" y="324"/>
                </a:lnTo>
                <a:lnTo>
                  <a:pt x="960" y="324"/>
                </a:lnTo>
                <a:lnTo>
                  <a:pt x="961" y="323"/>
                </a:lnTo>
                <a:lnTo>
                  <a:pt x="962" y="323"/>
                </a:lnTo>
                <a:lnTo>
                  <a:pt x="963" y="323"/>
                </a:lnTo>
                <a:lnTo>
                  <a:pt x="964" y="322"/>
                </a:lnTo>
                <a:lnTo>
                  <a:pt x="965" y="322"/>
                </a:lnTo>
                <a:lnTo>
                  <a:pt x="966" y="321"/>
                </a:lnTo>
                <a:lnTo>
                  <a:pt x="967" y="321"/>
                </a:lnTo>
                <a:lnTo>
                  <a:pt x="967" y="320"/>
                </a:lnTo>
                <a:lnTo>
                  <a:pt x="967" y="319"/>
                </a:lnTo>
                <a:lnTo>
                  <a:pt x="968" y="318"/>
                </a:lnTo>
                <a:lnTo>
                  <a:pt x="969" y="318"/>
                </a:lnTo>
                <a:lnTo>
                  <a:pt x="969" y="317"/>
                </a:lnTo>
                <a:lnTo>
                  <a:pt x="969" y="318"/>
                </a:lnTo>
                <a:lnTo>
                  <a:pt x="970" y="318"/>
                </a:lnTo>
                <a:lnTo>
                  <a:pt x="971" y="318"/>
                </a:lnTo>
                <a:lnTo>
                  <a:pt x="973" y="316"/>
                </a:lnTo>
                <a:lnTo>
                  <a:pt x="973" y="315"/>
                </a:lnTo>
                <a:lnTo>
                  <a:pt x="974" y="314"/>
                </a:lnTo>
                <a:lnTo>
                  <a:pt x="975" y="313"/>
                </a:lnTo>
                <a:lnTo>
                  <a:pt x="976" y="312"/>
                </a:lnTo>
                <a:lnTo>
                  <a:pt x="976" y="311"/>
                </a:lnTo>
                <a:lnTo>
                  <a:pt x="977" y="310"/>
                </a:lnTo>
                <a:lnTo>
                  <a:pt x="978" y="310"/>
                </a:lnTo>
                <a:lnTo>
                  <a:pt x="978" y="309"/>
                </a:lnTo>
                <a:lnTo>
                  <a:pt x="977" y="309"/>
                </a:lnTo>
                <a:lnTo>
                  <a:pt x="977" y="310"/>
                </a:lnTo>
                <a:lnTo>
                  <a:pt x="976" y="309"/>
                </a:lnTo>
                <a:lnTo>
                  <a:pt x="975" y="309"/>
                </a:lnTo>
                <a:lnTo>
                  <a:pt x="975" y="308"/>
                </a:lnTo>
                <a:lnTo>
                  <a:pt x="975" y="306"/>
                </a:lnTo>
                <a:lnTo>
                  <a:pt x="975" y="305"/>
                </a:lnTo>
                <a:lnTo>
                  <a:pt x="974" y="305"/>
                </a:lnTo>
                <a:lnTo>
                  <a:pt x="973" y="305"/>
                </a:lnTo>
                <a:lnTo>
                  <a:pt x="973" y="306"/>
                </a:lnTo>
                <a:lnTo>
                  <a:pt x="972" y="306"/>
                </a:lnTo>
                <a:lnTo>
                  <a:pt x="972" y="305"/>
                </a:lnTo>
                <a:lnTo>
                  <a:pt x="971" y="305"/>
                </a:lnTo>
                <a:lnTo>
                  <a:pt x="970" y="305"/>
                </a:lnTo>
                <a:lnTo>
                  <a:pt x="970" y="304"/>
                </a:lnTo>
                <a:lnTo>
                  <a:pt x="970" y="303"/>
                </a:lnTo>
                <a:lnTo>
                  <a:pt x="971" y="302"/>
                </a:lnTo>
                <a:lnTo>
                  <a:pt x="971" y="301"/>
                </a:lnTo>
                <a:lnTo>
                  <a:pt x="972" y="301"/>
                </a:lnTo>
                <a:lnTo>
                  <a:pt x="973" y="301"/>
                </a:lnTo>
                <a:lnTo>
                  <a:pt x="974" y="301"/>
                </a:lnTo>
                <a:lnTo>
                  <a:pt x="974" y="300"/>
                </a:lnTo>
                <a:lnTo>
                  <a:pt x="973" y="298"/>
                </a:lnTo>
                <a:lnTo>
                  <a:pt x="973" y="296"/>
                </a:lnTo>
                <a:lnTo>
                  <a:pt x="972" y="294"/>
                </a:lnTo>
                <a:lnTo>
                  <a:pt x="973" y="294"/>
                </a:lnTo>
                <a:lnTo>
                  <a:pt x="974" y="294"/>
                </a:lnTo>
                <a:lnTo>
                  <a:pt x="974" y="293"/>
                </a:lnTo>
                <a:lnTo>
                  <a:pt x="974" y="292"/>
                </a:lnTo>
                <a:lnTo>
                  <a:pt x="973" y="291"/>
                </a:lnTo>
                <a:lnTo>
                  <a:pt x="972" y="290"/>
                </a:lnTo>
                <a:lnTo>
                  <a:pt x="971" y="289"/>
                </a:lnTo>
                <a:lnTo>
                  <a:pt x="971" y="288"/>
                </a:lnTo>
                <a:lnTo>
                  <a:pt x="971" y="287"/>
                </a:lnTo>
                <a:lnTo>
                  <a:pt x="971" y="288"/>
                </a:lnTo>
                <a:lnTo>
                  <a:pt x="970" y="288"/>
                </a:lnTo>
                <a:lnTo>
                  <a:pt x="969" y="288"/>
                </a:lnTo>
                <a:lnTo>
                  <a:pt x="968" y="288"/>
                </a:lnTo>
                <a:lnTo>
                  <a:pt x="967" y="288"/>
                </a:lnTo>
                <a:lnTo>
                  <a:pt x="967" y="287"/>
                </a:lnTo>
                <a:lnTo>
                  <a:pt x="966" y="286"/>
                </a:lnTo>
                <a:lnTo>
                  <a:pt x="967" y="285"/>
                </a:lnTo>
                <a:lnTo>
                  <a:pt x="967" y="284"/>
                </a:lnTo>
                <a:lnTo>
                  <a:pt x="968" y="284"/>
                </a:lnTo>
                <a:lnTo>
                  <a:pt x="968" y="283"/>
                </a:lnTo>
                <a:lnTo>
                  <a:pt x="969" y="282"/>
                </a:lnTo>
                <a:lnTo>
                  <a:pt x="970" y="280"/>
                </a:lnTo>
                <a:lnTo>
                  <a:pt x="970" y="279"/>
                </a:lnTo>
                <a:lnTo>
                  <a:pt x="970" y="278"/>
                </a:lnTo>
                <a:lnTo>
                  <a:pt x="969" y="278"/>
                </a:lnTo>
                <a:lnTo>
                  <a:pt x="969" y="279"/>
                </a:lnTo>
                <a:lnTo>
                  <a:pt x="968" y="279"/>
                </a:lnTo>
                <a:lnTo>
                  <a:pt x="968" y="278"/>
                </a:lnTo>
                <a:lnTo>
                  <a:pt x="967" y="277"/>
                </a:lnTo>
                <a:lnTo>
                  <a:pt x="967" y="276"/>
                </a:lnTo>
                <a:lnTo>
                  <a:pt x="966" y="276"/>
                </a:lnTo>
                <a:lnTo>
                  <a:pt x="965" y="276"/>
                </a:lnTo>
                <a:lnTo>
                  <a:pt x="964" y="276"/>
                </a:lnTo>
                <a:lnTo>
                  <a:pt x="964" y="277"/>
                </a:lnTo>
                <a:lnTo>
                  <a:pt x="964" y="276"/>
                </a:lnTo>
                <a:lnTo>
                  <a:pt x="964" y="275"/>
                </a:lnTo>
                <a:lnTo>
                  <a:pt x="964" y="274"/>
                </a:lnTo>
                <a:lnTo>
                  <a:pt x="963" y="273"/>
                </a:lnTo>
                <a:lnTo>
                  <a:pt x="962" y="273"/>
                </a:lnTo>
                <a:lnTo>
                  <a:pt x="962" y="272"/>
                </a:lnTo>
                <a:lnTo>
                  <a:pt x="962" y="271"/>
                </a:lnTo>
                <a:lnTo>
                  <a:pt x="963" y="270"/>
                </a:lnTo>
                <a:lnTo>
                  <a:pt x="961" y="270"/>
                </a:lnTo>
                <a:lnTo>
                  <a:pt x="961" y="269"/>
                </a:lnTo>
                <a:lnTo>
                  <a:pt x="960" y="269"/>
                </a:lnTo>
                <a:lnTo>
                  <a:pt x="960" y="268"/>
                </a:lnTo>
                <a:lnTo>
                  <a:pt x="961" y="267"/>
                </a:lnTo>
                <a:lnTo>
                  <a:pt x="962" y="267"/>
                </a:lnTo>
                <a:lnTo>
                  <a:pt x="962" y="265"/>
                </a:lnTo>
                <a:lnTo>
                  <a:pt x="962" y="264"/>
                </a:lnTo>
                <a:lnTo>
                  <a:pt x="962" y="263"/>
                </a:lnTo>
                <a:lnTo>
                  <a:pt x="963" y="263"/>
                </a:lnTo>
                <a:lnTo>
                  <a:pt x="963" y="264"/>
                </a:lnTo>
                <a:lnTo>
                  <a:pt x="966" y="266"/>
                </a:lnTo>
                <a:lnTo>
                  <a:pt x="967" y="266"/>
                </a:lnTo>
                <a:lnTo>
                  <a:pt x="968" y="265"/>
                </a:lnTo>
                <a:lnTo>
                  <a:pt x="969" y="265"/>
                </a:lnTo>
                <a:lnTo>
                  <a:pt x="970" y="265"/>
                </a:lnTo>
                <a:lnTo>
                  <a:pt x="971" y="266"/>
                </a:lnTo>
                <a:lnTo>
                  <a:pt x="972" y="265"/>
                </a:lnTo>
                <a:lnTo>
                  <a:pt x="972" y="264"/>
                </a:lnTo>
                <a:lnTo>
                  <a:pt x="973" y="264"/>
                </a:lnTo>
                <a:lnTo>
                  <a:pt x="975" y="264"/>
                </a:lnTo>
                <a:lnTo>
                  <a:pt x="975" y="265"/>
                </a:lnTo>
                <a:lnTo>
                  <a:pt x="976" y="265"/>
                </a:lnTo>
                <a:lnTo>
                  <a:pt x="976" y="266"/>
                </a:lnTo>
                <a:lnTo>
                  <a:pt x="977" y="266"/>
                </a:lnTo>
                <a:lnTo>
                  <a:pt x="977" y="265"/>
                </a:lnTo>
                <a:lnTo>
                  <a:pt x="978" y="265"/>
                </a:lnTo>
                <a:lnTo>
                  <a:pt x="978" y="264"/>
                </a:lnTo>
                <a:lnTo>
                  <a:pt x="979" y="261"/>
                </a:lnTo>
                <a:lnTo>
                  <a:pt x="979" y="260"/>
                </a:lnTo>
                <a:lnTo>
                  <a:pt x="979" y="259"/>
                </a:lnTo>
                <a:lnTo>
                  <a:pt x="979" y="258"/>
                </a:lnTo>
                <a:lnTo>
                  <a:pt x="979" y="257"/>
                </a:lnTo>
                <a:lnTo>
                  <a:pt x="979" y="255"/>
                </a:lnTo>
                <a:lnTo>
                  <a:pt x="979" y="254"/>
                </a:lnTo>
                <a:lnTo>
                  <a:pt x="979" y="251"/>
                </a:lnTo>
                <a:lnTo>
                  <a:pt x="979" y="250"/>
                </a:lnTo>
                <a:lnTo>
                  <a:pt x="979" y="249"/>
                </a:lnTo>
                <a:lnTo>
                  <a:pt x="979" y="248"/>
                </a:lnTo>
                <a:lnTo>
                  <a:pt x="979" y="246"/>
                </a:lnTo>
                <a:lnTo>
                  <a:pt x="980" y="246"/>
                </a:lnTo>
                <a:lnTo>
                  <a:pt x="980" y="245"/>
                </a:lnTo>
                <a:lnTo>
                  <a:pt x="980" y="244"/>
                </a:lnTo>
                <a:lnTo>
                  <a:pt x="981" y="243"/>
                </a:lnTo>
                <a:lnTo>
                  <a:pt x="983" y="242"/>
                </a:lnTo>
                <a:lnTo>
                  <a:pt x="984" y="242"/>
                </a:lnTo>
                <a:lnTo>
                  <a:pt x="984" y="241"/>
                </a:lnTo>
                <a:lnTo>
                  <a:pt x="984" y="240"/>
                </a:lnTo>
                <a:lnTo>
                  <a:pt x="985" y="240"/>
                </a:lnTo>
                <a:lnTo>
                  <a:pt x="985" y="239"/>
                </a:lnTo>
                <a:lnTo>
                  <a:pt x="986" y="239"/>
                </a:lnTo>
                <a:lnTo>
                  <a:pt x="987" y="238"/>
                </a:lnTo>
                <a:lnTo>
                  <a:pt x="989" y="237"/>
                </a:lnTo>
                <a:lnTo>
                  <a:pt x="989" y="236"/>
                </a:lnTo>
                <a:lnTo>
                  <a:pt x="989" y="234"/>
                </a:lnTo>
                <a:lnTo>
                  <a:pt x="990" y="232"/>
                </a:lnTo>
                <a:lnTo>
                  <a:pt x="991" y="232"/>
                </a:lnTo>
                <a:lnTo>
                  <a:pt x="992" y="231"/>
                </a:lnTo>
                <a:lnTo>
                  <a:pt x="992" y="230"/>
                </a:lnTo>
                <a:lnTo>
                  <a:pt x="993" y="230"/>
                </a:lnTo>
                <a:lnTo>
                  <a:pt x="993" y="229"/>
                </a:lnTo>
                <a:lnTo>
                  <a:pt x="993" y="228"/>
                </a:lnTo>
                <a:lnTo>
                  <a:pt x="994" y="227"/>
                </a:lnTo>
                <a:lnTo>
                  <a:pt x="994" y="226"/>
                </a:lnTo>
                <a:lnTo>
                  <a:pt x="995" y="226"/>
                </a:lnTo>
                <a:lnTo>
                  <a:pt x="996" y="226"/>
                </a:lnTo>
                <a:lnTo>
                  <a:pt x="997" y="225"/>
                </a:lnTo>
                <a:lnTo>
                  <a:pt x="998" y="225"/>
                </a:lnTo>
                <a:lnTo>
                  <a:pt x="999" y="226"/>
                </a:lnTo>
                <a:lnTo>
                  <a:pt x="1000" y="227"/>
                </a:lnTo>
                <a:lnTo>
                  <a:pt x="1001" y="228"/>
                </a:lnTo>
                <a:lnTo>
                  <a:pt x="1001" y="229"/>
                </a:lnTo>
                <a:lnTo>
                  <a:pt x="1002" y="229"/>
                </a:lnTo>
                <a:lnTo>
                  <a:pt x="1002" y="230"/>
                </a:lnTo>
                <a:lnTo>
                  <a:pt x="1003" y="230"/>
                </a:lnTo>
                <a:lnTo>
                  <a:pt x="1004" y="230"/>
                </a:lnTo>
                <a:lnTo>
                  <a:pt x="1005" y="230"/>
                </a:lnTo>
                <a:lnTo>
                  <a:pt x="1006" y="230"/>
                </a:lnTo>
                <a:lnTo>
                  <a:pt x="1006" y="231"/>
                </a:lnTo>
                <a:lnTo>
                  <a:pt x="1007" y="231"/>
                </a:lnTo>
                <a:lnTo>
                  <a:pt x="1008" y="231"/>
                </a:lnTo>
                <a:lnTo>
                  <a:pt x="1008" y="232"/>
                </a:lnTo>
                <a:lnTo>
                  <a:pt x="1009" y="232"/>
                </a:lnTo>
                <a:lnTo>
                  <a:pt x="1009" y="233"/>
                </a:lnTo>
                <a:lnTo>
                  <a:pt x="1010" y="233"/>
                </a:lnTo>
                <a:lnTo>
                  <a:pt x="1010" y="234"/>
                </a:lnTo>
                <a:lnTo>
                  <a:pt x="1010" y="235"/>
                </a:lnTo>
                <a:lnTo>
                  <a:pt x="1011" y="236"/>
                </a:lnTo>
                <a:lnTo>
                  <a:pt x="1012" y="236"/>
                </a:lnTo>
                <a:lnTo>
                  <a:pt x="1012" y="237"/>
                </a:lnTo>
                <a:lnTo>
                  <a:pt x="1013" y="237"/>
                </a:lnTo>
                <a:lnTo>
                  <a:pt x="1014" y="237"/>
                </a:lnTo>
                <a:lnTo>
                  <a:pt x="1014" y="238"/>
                </a:lnTo>
                <a:lnTo>
                  <a:pt x="1015" y="238"/>
                </a:lnTo>
                <a:lnTo>
                  <a:pt x="1015" y="239"/>
                </a:lnTo>
                <a:lnTo>
                  <a:pt x="1014" y="239"/>
                </a:lnTo>
                <a:lnTo>
                  <a:pt x="1014" y="240"/>
                </a:lnTo>
                <a:lnTo>
                  <a:pt x="1014" y="241"/>
                </a:lnTo>
                <a:lnTo>
                  <a:pt x="1015" y="243"/>
                </a:lnTo>
                <a:lnTo>
                  <a:pt x="1016" y="245"/>
                </a:lnTo>
                <a:lnTo>
                  <a:pt x="1017" y="246"/>
                </a:lnTo>
                <a:lnTo>
                  <a:pt x="1018" y="246"/>
                </a:lnTo>
                <a:lnTo>
                  <a:pt x="1018" y="247"/>
                </a:lnTo>
                <a:lnTo>
                  <a:pt x="1019" y="247"/>
                </a:lnTo>
                <a:lnTo>
                  <a:pt x="1019" y="248"/>
                </a:lnTo>
                <a:lnTo>
                  <a:pt x="1020" y="249"/>
                </a:lnTo>
                <a:lnTo>
                  <a:pt x="1020" y="250"/>
                </a:lnTo>
                <a:lnTo>
                  <a:pt x="1020" y="251"/>
                </a:lnTo>
                <a:lnTo>
                  <a:pt x="1020" y="252"/>
                </a:lnTo>
                <a:lnTo>
                  <a:pt x="1020" y="253"/>
                </a:lnTo>
                <a:lnTo>
                  <a:pt x="1020" y="254"/>
                </a:lnTo>
                <a:lnTo>
                  <a:pt x="1020" y="255"/>
                </a:lnTo>
                <a:lnTo>
                  <a:pt x="1020" y="256"/>
                </a:lnTo>
                <a:lnTo>
                  <a:pt x="1019" y="256"/>
                </a:lnTo>
                <a:lnTo>
                  <a:pt x="1018" y="256"/>
                </a:lnTo>
                <a:lnTo>
                  <a:pt x="1017" y="257"/>
                </a:lnTo>
                <a:lnTo>
                  <a:pt x="1018" y="257"/>
                </a:lnTo>
                <a:lnTo>
                  <a:pt x="1018" y="258"/>
                </a:lnTo>
                <a:lnTo>
                  <a:pt x="1018" y="259"/>
                </a:lnTo>
                <a:lnTo>
                  <a:pt x="1019" y="259"/>
                </a:lnTo>
                <a:lnTo>
                  <a:pt x="1020" y="260"/>
                </a:lnTo>
                <a:lnTo>
                  <a:pt x="1021" y="260"/>
                </a:lnTo>
                <a:lnTo>
                  <a:pt x="1022" y="260"/>
                </a:lnTo>
                <a:lnTo>
                  <a:pt x="1022" y="261"/>
                </a:lnTo>
                <a:lnTo>
                  <a:pt x="1022" y="262"/>
                </a:lnTo>
                <a:lnTo>
                  <a:pt x="1022" y="263"/>
                </a:lnTo>
                <a:lnTo>
                  <a:pt x="1022" y="264"/>
                </a:lnTo>
                <a:lnTo>
                  <a:pt x="1022" y="265"/>
                </a:lnTo>
                <a:lnTo>
                  <a:pt x="1022" y="267"/>
                </a:lnTo>
                <a:lnTo>
                  <a:pt x="1022" y="268"/>
                </a:lnTo>
                <a:lnTo>
                  <a:pt x="1022" y="271"/>
                </a:lnTo>
                <a:lnTo>
                  <a:pt x="1022" y="272"/>
                </a:lnTo>
                <a:lnTo>
                  <a:pt x="1022" y="273"/>
                </a:lnTo>
                <a:lnTo>
                  <a:pt x="1022" y="274"/>
                </a:lnTo>
                <a:lnTo>
                  <a:pt x="1023" y="274"/>
                </a:lnTo>
                <a:lnTo>
                  <a:pt x="1024" y="274"/>
                </a:lnTo>
                <a:lnTo>
                  <a:pt x="1025" y="275"/>
                </a:lnTo>
                <a:lnTo>
                  <a:pt x="1025" y="276"/>
                </a:lnTo>
                <a:lnTo>
                  <a:pt x="1025" y="278"/>
                </a:lnTo>
                <a:lnTo>
                  <a:pt x="1025" y="279"/>
                </a:lnTo>
                <a:lnTo>
                  <a:pt x="1024" y="279"/>
                </a:lnTo>
                <a:lnTo>
                  <a:pt x="1024" y="280"/>
                </a:lnTo>
                <a:lnTo>
                  <a:pt x="1024" y="281"/>
                </a:lnTo>
                <a:lnTo>
                  <a:pt x="1025" y="282"/>
                </a:lnTo>
                <a:lnTo>
                  <a:pt x="1024" y="283"/>
                </a:lnTo>
                <a:lnTo>
                  <a:pt x="1024" y="284"/>
                </a:lnTo>
                <a:lnTo>
                  <a:pt x="1026" y="284"/>
                </a:lnTo>
                <a:lnTo>
                  <a:pt x="1026" y="285"/>
                </a:lnTo>
                <a:lnTo>
                  <a:pt x="1026" y="286"/>
                </a:lnTo>
                <a:lnTo>
                  <a:pt x="1026" y="287"/>
                </a:lnTo>
                <a:lnTo>
                  <a:pt x="1027" y="288"/>
                </a:lnTo>
                <a:lnTo>
                  <a:pt x="1027" y="289"/>
                </a:lnTo>
                <a:lnTo>
                  <a:pt x="1028" y="290"/>
                </a:lnTo>
                <a:lnTo>
                  <a:pt x="1029" y="292"/>
                </a:lnTo>
                <a:lnTo>
                  <a:pt x="1030" y="293"/>
                </a:lnTo>
                <a:lnTo>
                  <a:pt x="1031" y="293"/>
                </a:lnTo>
                <a:lnTo>
                  <a:pt x="1031" y="294"/>
                </a:lnTo>
                <a:lnTo>
                  <a:pt x="1032" y="294"/>
                </a:lnTo>
                <a:lnTo>
                  <a:pt x="1032" y="295"/>
                </a:lnTo>
                <a:lnTo>
                  <a:pt x="1033" y="296"/>
                </a:lnTo>
                <a:lnTo>
                  <a:pt x="1034" y="296"/>
                </a:lnTo>
                <a:lnTo>
                  <a:pt x="1034" y="297"/>
                </a:lnTo>
                <a:lnTo>
                  <a:pt x="1035" y="298"/>
                </a:lnTo>
                <a:lnTo>
                  <a:pt x="1036" y="298"/>
                </a:lnTo>
                <a:lnTo>
                  <a:pt x="1037" y="299"/>
                </a:lnTo>
                <a:lnTo>
                  <a:pt x="1038" y="299"/>
                </a:lnTo>
                <a:lnTo>
                  <a:pt x="1039" y="300"/>
                </a:lnTo>
                <a:lnTo>
                  <a:pt x="1041" y="302"/>
                </a:lnTo>
                <a:lnTo>
                  <a:pt x="1041" y="303"/>
                </a:lnTo>
                <a:lnTo>
                  <a:pt x="1042" y="304"/>
                </a:lnTo>
                <a:lnTo>
                  <a:pt x="1043" y="305"/>
                </a:lnTo>
                <a:lnTo>
                  <a:pt x="1044" y="306"/>
                </a:lnTo>
                <a:lnTo>
                  <a:pt x="1045" y="307"/>
                </a:lnTo>
                <a:lnTo>
                  <a:pt x="1046" y="308"/>
                </a:lnTo>
                <a:lnTo>
                  <a:pt x="1046" y="309"/>
                </a:lnTo>
                <a:lnTo>
                  <a:pt x="1046" y="310"/>
                </a:lnTo>
                <a:lnTo>
                  <a:pt x="1047" y="310"/>
                </a:lnTo>
                <a:lnTo>
                  <a:pt x="1048" y="311"/>
                </a:lnTo>
                <a:lnTo>
                  <a:pt x="1049" y="311"/>
                </a:lnTo>
                <a:lnTo>
                  <a:pt x="1049" y="312"/>
                </a:lnTo>
                <a:lnTo>
                  <a:pt x="1050" y="312"/>
                </a:lnTo>
                <a:lnTo>
                  <a:pt x="1050" y="314"/>
                </a:lnTo>
                <a:lnTo>
                  <a:pt x="1050" y="315"/>
                </a:lnTo>
                <a:lnTo>
                  <a:pt x="1050" y="316"/>
                </a:lnTo>
                <a:lnTo>
                  <a:pt x="1051" y="318"/>
                </a:lnTo>
                <a:lnTo>
                  <a:pt x="1052" y="318"/>
                </a:lnTo>
                <a:lnTo>
                  <a:pt x="1053" y="320"/>
                </a:lnTo>
                <a:lnTo>
                  <a:pt x="1053" y="321"/>
                </a:lnTo>
                <a:lnTo>
                  <a:pt x="1053" y="322"/>
                </a:lnTo>
                <a:lnTo>
                  <a:pt x="1054" y="323"/>
                </a:lnTo>
                <a:lnTo>
                  <a:pt x="1055" y="323"/>
                </a:lnTo>
                <a:lnTo>
                  <a:pt x="1055" y="324"/>
                </a:lnTo>
                <a:lnTo>
                  <a:pt x="1056" y="325"/>
                </a:lnTo>
                <a:lnTo>
                  <a:pt x="1056" y="326"/>
                </a:lnTo>
                <a:lnTo>
                  <a:pt x="1057" y="326"/>
                </a:lnTo>
                <a:lnTo>
                  <a:pt x="1058" y="328"/>
                </a:lnTo>
                <a:lnTo>
                  <a:pt x="1059" y="328"/>
                </a:lnTo>
                <a:lnTo>
                  <a:pt x="1060" y="328"/>
                </a:lnTo>
                <a:lnTo>
                  <a:pt x="1060" y="329"/>
                </a:lnTo>
                <a:lnTo>
                  <a:pt x="1061" y="329"/>
                </a:lnTo>
                <a:lnTo>
                  <a:pt x="1062" y="329"/>
                </a:lnTo>
                <a:lnTo>
                  <a:pt x="1063" y="329"/>
                </a:lnTo>
                <a:lnTo>
                  <a:pt x="1064" y="330"/>
                </a:lnTo>
                <a:lnTo>
                  <a:pt x="1064" y="332"/>
                </a:lnTo>
                <a:lnTo>
                  <a:pt x="1063" y="334"/>
                </a:lnTo>
                <a:lnTo>
                  <a:pt x="1063" y="335"/>
                </a:lnTo>
                <a:lnTo>
                  <a:pt x="1064" y="336"/>
                </a:lnTo>
                <a:lnTo>
                  <a:pt x="1065" y="337"/>
                </a:lnTo>
                <a:lnTo>
                  <a:pt x="1065" y="338"/>
                </a:lnTo>
                <a:lnTo>
                  <a:pt x="1065" y="339"/>
                </a:lnTo>
                <a:lnTo>
                  <a:pt x="1065" y="340"/>
                </a:lnTo>
                <a:lnTo>
                  <a:pt x="1066" y="340"/>
                </a:lnTo>
                <a:lnTo>
                  <a:pt x="1067" y="340"/>
                </a:lnTo>
                <a:lnTo>
                  <a:pt x="1067" y="339"/>
                </a:lnTo>
                <a:lnTo>
                  <a:pt x="1068" y="340"/>
                </a:lnTo>
                <a:lnTo>
                  <a:pt x="1069" y="340"/>
                </a:lnTo>
                <a:lnTo>
                  <a:pt x="1069" y="339"/>
                </a:lnTo>
                <a:lnTo>
                  <a:pt x="1070" y="338"/>
                </a:lnTo>
                <a:lnTo>
                  <a:pt x="1070" y="339"/>
                </a:lnTo>
                <a:lnTo>
                  <a:pt x="1071" y="339"/>
                </a:lnTo>
                <a:lnTo>
                  <a:pt x="1072" y="339"/>
                </a:lnTo>
                <a:lnTo>
                  <a:pt x="1073" y="338"/>
                </a:lnTo>
                <a:lnTo>
                  <a:pt x="1073" y="337"/>
                </a:lnTo>
                <a:lnTo>
                  <a:pt x="1073" y="336"/>
                </a:lnTo>
                <a:lnTo>
                  <a:pt x="1074" y="336"/>
                </a:lnTo>
                <a:lnTo>
                  <a:pt x="1075" y="336"/>
                </a:lnTo>
                <a:lnTo>
                  <a:pt x="1075" y="337"/>
                </a:lnTo>
                <a:lnTo>
                  <a:pt x="1076" y="337"/>
                </a:lnTo>
                <a:lnTo>
                  <a:pt x="1077" y="337"/>
                </a:lnTo>
                <a:lnTo>
                  <a:pt x="1078" y="337"/>
                </a:lnTo>
                <a:lnTo>
                  <a:pt x="1080" y="339"/>
                </a:lnTo>
                <a:lnTo>
                  <a:pt x="1080" y="340"/>
                </a:lnTo>
                <a:lnTo>
                  <a:pt x="1082" y="341"/>
                </a:lnTo>
                <a:lnTo>
                  <a:pt x="1083" y="341"/>
                </a:lnTo>
                <a:lnTo>
                  <a:pt x="1084" y="342"/>
                </a:lnTo>
                <a:lnTo>
                  <a:pt x="1085" y="343"/>
                </a:lnTo>
                <a:lnTo>
                  <a:pt x="1084" y="343"/>
                </a:lnTo>
                <a:lnTo>
                  <a:pt x="1084" y="344"/>
                </a:lnTo>
                <a:lnTo>
                  <a:pt x="1084" y="345"/>
                </a:lnTo>
                <a:lnTo>
                  <a:pt x="1083" y="345"/>
                </a:lnTo>
                <a:lnTo>
                  <a:pt x="1083" y="346"/>
                </a:lnTo>
                <a:lnTo>
                  <a:pt x="1082" y="347"/>
                </a:lnTo>
                <a:lnTo>
                  <a:pt x="1082" y="348"/>
                </a:lnTo>
                <a:lnTo>
                  <a:pt x="1081" y="349"/>
                </a:lnTo>
                <a:lnTo>
                  <a:pt x="1081" y="350"/>
                </a:lnTo>
                <a:lnTo>
                  <a:pt x="1080" y="351"/>
                </a:lnTo>
                <a:lnTo>
                  <a:pt x="1081" y="352"/>
                </a:lnTo>
                <a:lnTo>
                  <a:pt x="1081" y="353"/>
                </a:lnTo>
                <a:lnTo>
                  <a:pt x="1082" y="353"/>
                </a:lnTo>
                <a:lnTo>
                  <a:pt x="1083" y="353"/>
                </a:lnTo>
                <a:lnTo>
                  <a:pt x="1084" y="354"/>
                </a:lnTo>
                <a:lnTo>
                  <a:pt x="1085" y="355"/>
                </a:lnTo>
                <a:lnTo>
                  <a:pt x="1085" y="356"/>
                </a:lnTo>
                <a:lnTo>
                  <a:pt x="1085" y="357"/>
                </a:lnTo>
                <a:lnTo>
                  <a:pt x="1087" y="358"/>
                </a:lnTo>
                <a:lnTo>
                  <a:pt x="1087" y="359"/>
                </a:lnTo>
                <a:lnTo>
                  <a:pt x="1088" y="360"/>
                </a:lnTo>
                <a:lnTo>
                  <a:pt x="1089" y="362"/>
                </a:lnTo>
                <a:lnTo>
                  <a:pt x="1089" y="363"/>
                </a:lnTo>
                <a:lnTo>
                  <a:pt x="1090" y="363"/>
                </a:lnTo>
                <a:lnTo>
                  <a:pt x="1088" y="363"/>
                </a:lnTo>
                <a:lnTo>
                  <a:pt x="1088" y="364"/>
                </a:lnTo>
                <a:lnTo>
                  <a:pt x="1086" y="365"/>
                </a:lnTo>
                <a:lnTo>
                  <a:pt x="1086" y="366"/>
                </a:lnTo>
                <a:lnTo>
                  <a:pt x="1086" y="368"/>
                </a:lnTo>
                <a:lnTo>
                  <a:pt x="1087" y="368"/>
                </a:lnTo>
                <a:lnTo>
                  <a:pt x="1088" y="367"/>
                </a:lnTo>
                <a:lnTo>
                  <a:pt x="1088" y="368"/>
                </a:lnTo>
                <a:lnTo>
                  <a:pt x="1088" y="369"/>
                </a:lnTo>
                <a:lnTo>
                  <a:pt x="1090" y="369"/>
                </a:lnTo>
                <a:lnTo>
                  <a:pt x="1091" y="369"/>
                </a:lnTo>
                <a:lnTo>
                  <a:pt x="1091" y="368"/>
                </a:lnTo>
                <a:lnTo>
                  <a:pt x="1092" y="368"/>
                </a:lnTo>
                <a:lnTo>
                  <a:pt x="1093" y="368"/>
                </a:lnTo>
                <a:lnTo>
                  <a:pt x="1093" y="369"/>
                </a:lnTo>
                <a:lnTo>
                  <a:pt x="1093" y="370"/>
                </a:lnTo>
                <a:lnTo>
                  <a:pt x="1095" y="371"/>
                </a:lnTo>
                <a:lnTo>
                  <a:pt x="1095" y="372"/>
                </a:lnTo>
                <a:lnTo>
                  <a:pt x="1095" y="373"/>
                </a:lnTo>
                <a:lnTo>
                  <a:pt x="1096" y="373"/>
                </a:lnTo>
                <a:lnTo>
                  <a:pt x="1096" y="374"/>
                </a:lnTo>
                <a:lnTo>
                  <a:pt x="1097" y="374"/>
                </a:lnTo>
                <a:lnTo>
                  <a:pt x="1097" y="375"/>
                </a:lnTo>
                <a:lnTo>
                  <a:pt x="1096" y="375"/>
                </a:lnTo>
                <a:lnTo>
                  <a:pt x="1097" y="376"/>
                </a:lnTo>
                <a:lnTo>
                  <a:pt x="1098" y="377"/>
                </a:lnTo>
                <a:lnTo>
                  <a:pt x="1099" y="378"/>
                </a:lnTo>
                <a:lnTo>
                  <a:pt x="1100" y="379"/>
                </a:lnTo>
                <a:lnTo>
                  <a:pt x="1101" y="381"/>
                </a:lnTo>
                <a:lnTo>
                  <a:pt x="1103" y="384"/>
                </a:lnTo>
                <a:lnTo>
                  <a:pt x="1103" y="385"/>
                </a:lnTo>
                <a:lnTo>
                  <a:pt x="1104" y="385"/>
                </a:lnTo>
                <a:lnTo>
                  <a:pt x="1104" y="386"/>
                </a:lnTo>
                <a:lnTo>
                  <a:pt x="1106" y="389"/>
                </a:lnTo>
                <a:lnTo>
                  <a:pt x="1107" y="391"/>
                </a:lnTo>
                <a:lnTo>
                  <a:pt x="1108" y="393"/>
                </a:lnTo>
                <a:lnTo>
                  <a:pt x="1108" y="394"/>
                </a:lnTo>
                <a:lnTo>
                  <a:pt x="1108" y="395"/>
                </a:lnTo>
                <a:lnTo>
                  <a:pt x="1110" y="396"/>
                </a:lnTo>
                <a:lnTo>
                  <a:pt x="1111" y="396"/>
                </a:lnTo>
                <a:lnTo>
                  <a:pt x="1111" y="397"/>
                </a:lnTo>
                <a:lnTo>
                  <a:pt x="1112" y="397"/>
                </a:lnTo>
                <a:lnTo>
                  <a:pt x="1112" y="398"/>
                </a:lnTo>
                <a:lnTo>
                  <a:pt x="1112" y="399"/>
                </a:lnTo>
                <a:lnTo>
                  <a:pt x="1112" y="400"/>
                </a:lnTo>
                <a:lnTo>
                  <a:pt x="1113" y="400"/>
                </a:lnTo>
                <a:lnTo>
                  <a:pt x="1114" y="400"/>
                </a:lnTo>
                <a:lnTo>
                  <a:pt x="1114" y="399"/>
                </a:lnTo>
                <a:lnTo>
                  <a:pt x="1115" y="399"/>
                </a:lnTo>
                <a:lnTo>
                  <a:pt x="1115" y="400"/>
                </a:lnTo>
                <a:lnTo>
                  <a:pt x="1116" y="402"/>
                </a:lnTo>
                <a:lnTo>
                  <a:pt x="1117" y="402"/>
                </a:lnTo>
                <a:lnTo>
                  <a:pt x="1119" y="402"/>
                </a:lnTo>
                <a:lnTo>
                  <a:pt x="1122" y="401"/>
                </a:lnTo>
                <a:lnTo>
                  <a:pt x="1122" y="400"/>
                </a:lnTo>
                <a:lnTo>
                  <a:pt x="1123" y="399"/>
                </a:lnTo>
                <a:lnTo>
                  <a:pt x="1123" y="398"/>
                </a:lnTo>
                <a:lnTo>
                  <a:pt x="1124" y="397"/>
                </a:lnTo>
                <a:lnTo>
                  <a:pt x="1126" y="397"/>
                </a:lnTo>
                <a:lnTo>
                  <a:pt x="1128" y="399"/>
                </a:lnTo>
                <a:lnTo>
                  <a:pt x="1129" y="400"/>
                </a:lnTo>
                <a:lnTo>
                  <a:pt x="1130" y="400"/>
                </a:lnTo>
                <a:lnTo>
                  <a:pt x="1131" y="400"/>
                </a:lnTo>
                <a:lnTo>
                  <a:pt x="1132" y="400"/>
                </a:lnTo>
                <a:lnTo>
                  <a:pt x="1133" y="400"/>
                </a:lnTo>
                <a:lnTo>
                  <a:pt x="1134" y="400"/>
                </a:lnTo>
                <a:lnTo>
                  <a:pt x="1135" y="400"/>
                </a:lnTo>
                <a:lnTo>
                  <a:pt x="1136" y="401"/>
                </a:lnTo>
                <a:lnTo>
                  <a:pt x="1137" y="401"/>
                </a:lnTo>
                <a:lnTo>
                  <a:pt x="1138" y="400"/>
                </a:lnTo>
                <a:lnTo>
                  <a:pt x="1139" y="399"/>
                </a:lnTo>
                <a:lnTo>
                  <a:pt x="1140" y="397"/>
                </a:lnTo>
                <a:lnTo>
                  <a:pt x="1140" y="396"/>
                </a:lnTo>
                <a:lnTo>
                  <a:pt x="1142" y="396"/>
                </a:lnTo>
                <a:lnTo>
                  <a:pt x="1142" y="395"/>
                </a:lnTo>
                <a:lnTo>
                  <a:pt x="1143" y="395"/>
                </a:lnTo>
                <a:lnTo>
                  <a:pt x="1146" y="394"/>
                </a:lnTo>
                <a:lnTo>
                  <a:pt x="1147" y="394"/>
                </a:lnTo>
                <a:lnTo>
                  <a:pt x="1147" y="393"/>
                </a:lnTo>
                <a:lnTo>
                  <a:pt x="1147" y="392"/>
                </a:lnTo>
                <a:lnTo>
                  <a:pt x="1148" y="391"/>
                </a:lnTo>
                <a:lnTo>
                  <a:pt x="1149" y="391"/>
                </a:lnTo>
                <a:lnTo>
                  <a:pt x="1150" y="391"/>
                </a:lnTo>
                <a:lnTo>
                  <a:pt x="1151" y="391"/>
                </a:lnTo>
                <a:lnTo>
                  <a:pt x="1152" y="390"/>
                </a:lnTo>
                <a:lnTo>
                  <a:pt x="1153" y="388"/>
                </a:lnTo>
                <a:lnTo>
                  <a:pt x="1153" y="387"/>
                </a:lnTo>
                <a:lnTo>
                  <a:pt x="1154" y="387"/>
                </a:lnTo>
                <a:lnTo>
                  <a:pt x="1156" y="386"/>
                </a:lnTo>
                <a:lnTo>
                  <a:pt x="1157" y="386"/>
                </a:lnTo>
                <a:lnTo>
                  <a:pt x="1157" y="387"/>
                </a:lnTo>
                <a:lnTo>
                  <a:pt x="1157" y="388"/>
                </a:lnTo>
                <a:lnTo>
                  <a:pt x="1158" y="387"/>
                </a:lnTo>
                <a:lnTo>
                  <a:pt x="1159" y="386"/>
                </a:lnTo>
                <a:lnTo>
                  <a:pt x="1160" y="385"/>
                </a:lnTo>
                <a:lnTo>
                  <a:pt x="1160" y="384"/>
                </a:lnTo>
                <a:lnTo>
                  <a:pt x="1160" y="385"/>
                </a:lnTo>
                <a:lnTo>
                  <a:pt x="1161" y="385"/>
                </a:lnTo>
                <a:lnTo>
                  <a:pt x="1161" y="384"/>
                </a:lnTo>
                <a:lnTo>
                  <a:pt x="1162" y="384"/>
                </a:lnTo>
                <a:lnTo>
                  <a:pt x="1162" y="383"/>
                </a:lnTo>
                <a:lnTo>
                  <a:pt x="1162" y="382"/>
                </a:lnTo>
                <a:lnTo>
                  <a:pt x="1163" y="382"/>
                </a:lnTo>
                <a:lnTo>
                  <a:pt x="1163" y="381"/>
                </a:lnTo>
                <a:lnTo>
                  <a:pt x="1164" y="381"/>
                </a:lnTo>
                <a:lnTo>
                  <a:pt x="1164" y="380"/>
                </a:lnTo>
                <a:lnTo>
                  <a:pt x="1164" y="379"/>
                </a:lnTo>
                <a:lnTo>
                  <a:pt x="1164" y="378"/>
                </a:lnTo>
                <a:lnTo>
                  <a:pt x="1164" y="377"/>
                </a:lnTo>
                <a:lnTo>
                  <a:pt x="1164" y="376"/>
                </a:lnTo>
                <a:lnTo>
                  <a:pt x="1164" y="375"/>
                </a:lnTo>
                <a:lnTo>
                  <a:pt x="1163" y="374"/>
                </a:lnTo>
                <a:lnTo>
                  <a:pt x="1163" y="373"/>
                </a:lnTo>
                <a:lnTo>
                  <a:pt x="1163" y="372"/>
                </a:lnTo>
                <a:lnTo>
                  <a:pt x="1163" y="371"/>
                </a:lnTo>
                <a:lnTo>
                  <a:pt x="1162" y="369"/>
                </a:lnTo>
                <a:lnTo>
                  <a:pt x="1161" y="369"/>
                </a:lnTo>
                <a:lnTo>
                  <a:pt x="1160" y="368"/>
                </a:lnTo>
                <a:lnTo>
                  <a:pt x="1158" y="366"/>
                </a:lnTo>
                <a:lnTo>
                  <a:pt x="1158" y="365"/>
                </a:lnTo>
                <a:lnTo>
                  <a:pt x="1158" y="364"/>
                </a:lnTo>
                <a:lnTo>
                  <a:pt x="1158" y="363"/>
                </a:lnTo>
                <a:lnTo>
                  <a:pt x="1158" y="362"/>
                </a:lnTo>
                <a:lnTo>
                  <a:pt x="1158" y="361"/>
                </a:lnTo>
                <a:lnTo>
                  <a:pt x="1158" y="360"/>
                </a:lnTo>
                <a:lnTo>
                  <a:pt x="1157" y="360"/>
                </a:lnTo>
                <a:lnTo>
                  <a:pt x="1157" y="359"/>
                </a:lnTo>
                <a:lnTo>
                  <a:pt x="1158" y="359"/>
                </a:lnTo>
                <a:lnTo>
                  <a:pt x="1158" y="358"/>
                </a:lnTo>
                <a:lnTo>
                  <a:pt x="1159" y="356"/>
                </a:lnTo>
                <a:lnTo>
                  <a:pt x="1158" y="355"/>
                </a:lnTo>
                <a:lnTo>
                  <a:pt x="1157" y="355"/>
                </a:lnTo>
                <a:lnTo>
                  <a:pt x="1156" y="354"/>
                </a:lnTo>
                <a:lnTo>
                  <a:pt x="1156" y="353"/>
                </a:lnTo>
                <a:lnTo>
                  <a:pt x="1156" y="350"/>
                </a:lnTo>
                <a:lnTo>
                  <a:pt x="1155" y="350"/>
                </a:lnTo>
                <a:lnTo>
                  <a:pt x="1154" y="350"/>
                </a:lnTo>
                <a:lnTo>
                  <a:pt x="1154" y="349"/>
                </a:lnTo>
                <a:lnTo>
                  <a:pt x="1155" y="348"/>
                </a:lnTo>
                <a:lnTo>
                  <a:pt x="1155" y="347"/>
                </a:lnTo>
                <a:lnTo>
                  <a:pt x="1154" y="346"/>
                </a:lnTo>
                <a:lnTo>
                  <a:pt x="1153" y="345"/>
                </a:lnTo>
                <a:lnTo>
                  <a:pt x="1152" y="343"/>
                </a:lnTo>
                <a:lnTo>
                  <a:pt x="1152" y="342"/>
                </a:lnTo>
                <a:lnTo>
                  <a:pt x="1154" y="339"/>
                </a:lnTo>
                <a:lnTo>
                  <a:pt x="1154" y="337"/>
                </a:lnTo>
                <a:lnTo>
                  <a:pt x="1155" y="337"/>
                </a:lnTo>
                <a:lnTo>
                  <a:pt x="1155" y="336"/>
                </a:lnTo>
                <a:lnTo>
                  <a:pt x="1155" y="335"/>
                </a:lnTo>
                <a:lnTo>
                  <a:pt x="1156" y="334"/>
                </a:lnTo>
                <a:lnTo>
                  <a:pt x="1157" y="333"/>
                </a:lnTo>
                <a:lnTo>
                  <a:pt x="1158" y="333"/>
                </a:lnTo>
                <a:lnTo>
                  <a:pt x="1158" y="334"/>
                </a:lnTo>
                <a:lnTo>
                  <a:pt x="1159" y="334"/>
                </a:lnTo>
                <a:lnTo>
                  <a:pt x="1160" y="334"/>
                </a:lnTo>
                <a:lnTo>
                  <a:pt x="1161" y="334"/>
                </a:lnTo>
                <a:lnTo>
                  <a:pt x="1161" y="335"/>
                </a:lnTo>
                <a:lnTo>
                  <a:pt x="1162" y="335"/>
                </a:lnTo>
                <a:lnTo>
                  <a:pt x="1162" y="336"/>
                </a:lnTo>
                <a:lnTo>
                  <a:pt x="1163" y="337"/>
                </a:lnTo>
                <a:lnTo>
                  <a:pt x="1164" y="336"/>
                </a:lnTo>
                <a:lnTo>
                  <a:pt x="1165" y="336"/>
                </a:lnTo>
                <a:lnTo>
                  <a:pt x="1165" y="335"/>
                </a:lnTo>
                <a:lnTo>
                  <a:pt x="1166" y="335"/>
                </a:lnTo>
                <a:lnTo>
                  <a:pt x="1165" y="334"/>
                </a:lnTo>
                <a:lnTo>
                  <a:pt x="1165" y="333"/>
                </a:lnTo>
                <a:lnTo>
                  <a:pt x="1166" y="333"/>
                </a:lnTo>
                <a:lnTo>
                  <a:pt x="1167" y="333"/>
                </a:lnTo>
                <a:lnTo>
                  <a:pt x="1169" y="334"/>
                </a:lnTo>
                <a:lnTo>
                  <a:pt x="1170" y="334"/>
                </a:lnTo>
                <a:lnTo>
                  <a:pt x="1171" y="334"/>
                </a:lnTo>
                <a:lnTo>
                  <a:pt x="1172" y="334"/>
                </a:lnTo>
                <a:lnTo>
                  <a:pt x="1174" y="333"/>
                </a:lnTo>
                <a:lnTo>
                  <a:pt x="1176" y="331"/>
                </a:lnTo>
                <a:lnTo>
                  <a:pt x="1176" y="330"/>
                </a:lnTo>
                <a:lnTo>
                  <a:pt x="1177" y="329"/>
                </a:lnTo>
                <a:lnTo>
                  <a:pt x="1177" y="328"/>
                </a:lnTo>
                <a:lnTo>
                  <a:pt x="1178" y="328"/>
                </a:lnTo>
                <a:lnTo>
                  <a:pt x="1178" y="327"/>
                </a:lnTo>
                <a:lnTo>
                  <a:pt x="1178" y="326"/>
                </a:lnTo>
                <a:lnTo>
                  <a:pt x="1178" y="325"/>
                </a:lnTo>
                <a:lnTo>
                  <a:pt x="1177" y="325"/>
                </a:lnTo>
                <a:lnTo>
                  <a:pt x="1178" y="325"/>
                </a:lnTo>
                <a:lnTo>
                  <a:pt x="1178" y="324"/>
                </a:lnTo>
                <a:lnTo>
                  <a:pt x="1178" y="323"/>
                </a:lnTo>
                <a:lnTo>
                  <a:pt x="1179" y="322"/>
                </a:lnTo>
                <a:lnTo>
                  <a:pt x="1180" y="322"/>
                </a:lnTo>
                <a:lnTo>
                  <a:pt x="1181" y="322"/>
                </a:lnTo>
                <a:lnTo>
                  <a:pt x="1182" y="322"/>
                </a:lnTo>
                <a:lnTo>
                  <a:pt x="1183" y="320"/>
                </a:lnTo>
                <a:lnTo>
                  <a:pt x="1183" y="319"/>
                </a:lnTo>
                <a:lnTo>
                  <a:pt x="1184" y="317"/>
                </a:lnTo>
                <a:lnTo>
                  <a:pt x="1185" y="316"/>
                </a:lnTo>
                <a:lnTo>
                  <a:pt x="1184" y="316"/>
                </a:lnTo>
                <a:lnTo>
                  <a:pt x="1184" y="315"/>
                </a:lnTo>
                <a:lnTo>
                  <a:pt x="1185" y="315"/>
                </a:lnTo>
                <a:lnTo>
                  <a:pt x="1186" y="314"/>
                </a:lnTo>
                <a:lnTo>
                  <a:pt x="1187" y="314"/>
                </a:lnTo>
                <a:lnTo>
                  <a:pt x="1188" y="314"/>
                </a:lnTo>
                <a:lnTo>
                  <a:pt x="1188" y="313"/>
                </a:lnTo>
                <a:lnTo>
                  <a:pt x="1188" y="312"/>
                </a:lnTo>
                <a:lnTo>
                  <a:pt x="1189" y="312"/>
                </a:lnTo>
                <a:lnTo>
                  <a:pt x="1189" y="313"/>
                </a:lnTo>
                <a:lnTo>
                  <a:pt x="1191" y="313"/>
                </a:lnTo>
                <a:lnTo>
                  <a:pt x="1192" y="313"/>
                </a:lnTo>
                <a:lnTo>
                  <a:pt x="1193" y="313"/>
                </a:lnTo>
                <a:lnTo>
                  <a:pt x="1194" y="313"/>
                </a:lnTo>
                <a:lnTo>
                  <a:pt x="1194" y="312"/>
                </a:lnTo>
                <a:lnTo>
                  <a:pt x="1195" y="312"/>
                </a:lnTo>
                <a:lnTo>
                  <a:pt x="1196" y="312"/>
                </a:lnTo>
                <a:lnTo>
                  <a:pt x="1197" y="312"/>
                </a:lnTo>
                <a:lnTo>
                  <a:pt x="1198" y="312"/>
                </a:lnTo>
                <a:lnTo>
                  <a:pt x="1202" y="310"/>
                </a:lnTo>
                <a:lnTo>
                  <a:pt x="1202" y="309"/>
                </a:lnTo>
                <a:lnTo>
                  <a:pt x="1203" y="309"/>
                </a:lnTo>
                <a:lnTo>
                  <a:pt x="1204" y="308"/>
                </a:lnTo>
                <a:lnTo>
                  <a:pt x="1205" y="308"/>
                </a:lnTo>
                <a:lnTo>
                  <a:pt x="1207" y="308"/>
                </a:lnTo>
                <a:lnTo>
                  <a:pt x="1208" y="308"/>
                </a:lnTo>
                <a:lnTo>
                  <a:pt x="1210" y="308"/>
                </a:lnTo>
                <a:lnTo>
                  <a:pt x="1211" y="308"/>
                </a:lnTo>
                <a:lnTo>
                  <a:pt x="1212" y="308"/>
                </a:lnTo>
                <a:lnTo>
                  <a:pt x="1213" y="307"/>
                </a:lnTo>
                <a:lnTo>
                  <a:pt x="1214" y="306"/>
                </a:lnTo>
                <a:lnTo>
                  <a:pt x="1215" y="306"/>
                </a:lnTo>
                <a:lnTo>
                  <a:pt x="1216" y="306"/>
                </a:lnTo>
                <a:lnTo>
                  <a:pt x="1216" y="305"/>
                </a:lnTo>
                <a:lnTo>
                  <a:pt x="1217" y="305"/>
                </a:lnTo>
                <a:lnTo>
                  <a:pt x="1219" y="305"/>
                </a:lnTo>
                <a:lnTo>
                  <a:pt x="1221" y="305"/>
                </a:lnTo>
                <a:lnTo>
                  <a:pt x="1222" y="304"/>
                </a:lnTo>
                <a:lnTo>
                  <a:pt x="1222" y="303"/>
                </a:lnTo>
                <a:lnTo>
                  <a:pt x="1222" y="302"/>
                </a:lnTo>
                <a:lnTo>
                  <a:pt x="1222" y="301"/>
                </a:lnTo>
                <a:lnTo>
                  <a:pt x="1223" y="300"/>
                </a:lnTo>
                <a:lnTo>
                  <a:pt x="1224" y="300"/>
                </a:lnTo>
                <a:lnTo>
                  <a:pt x="1225" y="300"/>
                </a:lnTo>
                <a:lnTo>
                  <a:pt x="1227" y="300"/>
                </a:lnTo>
                <a:lnTo>
                  <a:pt x="1227" y="299"/>
                </a:lnTo>
                <a:lnTo>
                  <a:pt x="1228" y="298"/>
                </a:lnTo>
                <a:lnTo>
                  <a:pt x="1228" y="296"/>
                </a:lnTo>
                <a:lnTo>
                  <a:pt x="1226" y="294"/>
                </a:lnTo>
                <a:lnTo>
                  <a:pt x="1225" y="293"/>
                </a:lnTo>
                <a:lnTo>
                  <a:pt x="1225" y="292"/>
                </a:lnTo>
                <a:lnTo>
                  <a:pt x="1226" y="292"/>
                </a:lnTo>
                <a:lnTo>
                  <a:pt x="1226" y="291"/>
                </a:lnTo>
                <a:lnTo>
                  <a:pt x="1227" y="291"/>
                </a:lnTo>
                <a:lnTo>
                  <a:pt x="1227" y="290"/>
                </a:lnTo>
                <a:lnTo>
                  <a:pt x="1226" y="289"/>
                </a:lnTo>
                <a:lnTo>
                  <a:pt x="1226" y="288"/>
                </a:lnTo>
                <a:lnTo>
                  <a:pt x="1225" y="288"/>
                </a:lnTo>
                <a:lnTo>
                  <a:pt x="1225" y="287"/>
                </a:lnTo>
                <a:lnTo>
                  <a:pt x="1224" y="287"/>
                </a:lnTo>
                <a:lnTo>
                  <a:pt x="1224" y="286"/>
                </a:lnTo>
                <a:lnTo>
                  <a:pt x="1224" y="285"/>
                </a:lnTo>
                <a:lnTo>
                  <a:pt x="1225" y="285"/>
                </a:lnTo>
                <a:lnTo>
                  <a:pt x="1226" y="285"/>
                </a:lnTo>
                <a:lnTo>
                  <a:pt x="1227" y="285"/>
                </a:lnTo>
                <a:lnTo>
                  <a:pt x="1228" y="284"/>
                </a:lnTo>
                <a:lnTo>
                  <a:pt x="1229" y="282"/>
                </a:lnTo>
                <a:lnTo>
                  <a:pt x="1229" y="281"/>
                </a:lnTo>
                <a:lnTo>
                  <a:pt x="1230" y="279"/>
                </a:lnTo>
                <a:lnTo>
                  <a:pt x="1231" y="278"/>
                </a:lnTo>
                <a:lnTo>
                  <a:pt x="1231" y="277"/>
                </a:lnTo>
                <a:lnTo>
                  <a:pt x="1232" y="277"/>
                </a:lnTo>
                <a:lnTo>
                  <a:pt x="1232" y="276"/>
                </a:lnTo>
                <a:lnTo>
                  <a:pt x="1232" y="275"/>
                </a:lnTo>
                <a:lnTo>
                  <a:pt x="1233" y="274"/>
                </a:lnTo>
                <a:lnTo>
                  <a:pt x="1234" y="273"/>
                </a:lnTo>
                <a:lnTo>
                  <a:pt x="1234" y="274"/>
                </a:lnTo>
                <a:lnTo>
                  <a:pt x="1235" y="275"/>
                </a:lnTo>
                <a:lnTo>
                  <a:pt x="1236" y="275"/>
                </a:lnTo>
                <a:lnTo>
                  <a:pt x="1236" y="274"/>
                </a:lnTo>
                <a:lnTo>
                  <a:pt x="1237" y="273"/>
                </a:lnTo>
                <a:lnTo>
                  <a:pt x="1237" y="272"/>
                </a:lnTo>
                <a:lnTo>
                  <a:pt x="1238" y="271"/>
                </a:lnTo>
                <a:lnTo>
                  <a:pt x="1238" y="272"/>
                </a:lnTo>
                <a:lnTo>
                  <a:pt x="1239" y="272"/>
                </a:lnTo>
                <a:lnTo>
                  <a:pt x="1239" y="271"/>
                </a:lnTo>
                <a:lnTo>
                  <a:pt x="1238" y="271"/>
                </a:lnTo>
                <a:lnTo>
                  <a:pt x="1239" y="269"/>
                </a:lnTo>
                <a:lnTo>
                  <a:pt x="1240" y="269"/>
                </a:lnTo>
                <a:lnTo>
                  <a:pt x="1241" y="269"/>
                </a:lnTo>
                <a:lnTo>
                  <a:pt x="1241" y="270"/>
                </a:lnTo>
                <a:lnTo>
                  <a:pt x="1242" y="270"/>
                </a:lnTo>
                <a:lnTo>
                  <a:pt x="1242" y="269"/>
                </a:lnTo>
                <a:lnTo>
                  <a:pt x="1242" y="268"/>
                </a:lnTo>
                <a:lnTo>
                  <a:pt x="1243" y="267"/>
                </a:lnTo>
                <a:lnTo>
                  <a:pt x="1245" y="267"/>
                </a:lnTo>
                <a:lnTo>
                  <a:pt x="1246" y="267"/>
                </a:lnTo>
                <a:lnTo>
                  <a:pt x="1246" y="268"/>
                </a:lnTo>
                <a:lnTo>
                  <a:pt x="1247" y="268"/>
                </a:lnTo>
                <a:lnTo>
                  <a:pt x="1249" y="268"/>
                </a:lnTo>
                <a:lnTo>
                  <a:pt x="1250" y="268"/>
                </a:lnTo>
                <a:lnTo>
                  <a:pt x="1251" y="268"/>
                </a:lnTo>
                <a:lnTo>
                  <a:pt x="1252" y="270"/>
                </a:lnTo>
                <a:lnTo>
                  <a:pt x="1252" y="271"/>
                </a:lnTo>
                <a:lnTo>
                  <a:pt x="1253" y="271"/>
                </a:lnTo>
                <a:lnTo>
                  <a:pt x="1253" y="270"/>
                </a:lnTo>
                <a:lnTo>
                  <a:pt x="1254" y="270"/>
                </a:lnTo>
                <a:lnTo>
                  <a:pt x="1254" y="271"/>
                </a:lnTo>
                <a:lnTo>
                  <a:pt x="1255" y="273"/>
                </a:lnTo>
                <a:lnTo>
                  <a:pt x="1254" y="273"/>
                </a:lnTo>
                <a:lnTo>
                  <a:pt x="1254" y="274"/>
                </a:lnTo>
                <a:lnTo>
                  <a:pt x="1253" y="274"/>
                </a:lnTo>
                <a:lnTo>
                  <a:pt x="1254" y="275"/>
                </a:lnTo>
                <a:lnTo>
                  <a:pt x="1255" y="275"/>
                </a:lnTo>
                <a:lnTo>
                  <a:pt x="1256" y="276"/>
                </a:lnTo>
                <a:lnTo>
                  <a:pt x="1257" y="277"/>
                </a:lnTo>
                <a:lnTo>
                  <a:pt x="1258" y="277"/>
                </a:lnTo>
                <a:lnTo>
                  <a:pt x="1259" y="277"/>
                </a:lnTo>
                <a:lnTo>
                  <a:pt x="1259" y="278"/>
                </a:lnTo>
                <a:lnTo>
                  <a:pt x="1258" y="278"/>
                </a:lnTo>
                <a:lnTo>
                  <a:pt x="1260" y="280"/>
                </a:lnTo>
                <a:lnTo>
                  <a:pt x="1261" y="281"/>
                </a:lnTo>
                <a:lnTo>
                  <a:pt x="1260" y="281"/>
                </a:lnTo>
                <a:lnTo>
                  <a:pt x="1260" y="282"/>
                </a:lnTo>
                <a:lnTo>
                  <a:pt x="1260" y="283"/>
                </a:lnTo>
                <a:lnTo>
                  <a:pt x="1261" y="283"/>
                </a:lnTo>
                <a:lnTo>
                  <a:pt x="1261" y="284"/>
                </a:lnTo>
                <a:lnTo>
                  <a:pt x="1262" y="286"/>
                </a:lnTo>
                <a:lnTo>
                  <a:pt x="1261" y="287"/>
                </a:lnTo>
                <a:lnTo>
                  <a:pt x="1261" y="288"/>
                </a:lnTo>
                <a:lnTo>
                  <a:pt x="1261" y="292"/>
                </a:lnTo>
                <a:lnTo>
                  <a:pt x="1262" y="294"/>
                </a:lnTo>
                <a:lnTo>
                  <a:pt x="1262" y="295"/>
                </a:lnTo>
                <a:lnTo>
                  <a:pt x="1264" y="297"/>
                </a:lnTo>
                <a:lnTo>
                  <a:pt x="1265" y="298"/>
                </a:lnTo>
                <a:lnTo>
                  <a:pt x="1266" y="298"/>
                </a:lnTo>
                <a:lnTo>
                  <a:pt x="1267" y="298"/>
                </a:lnTo>
                <a:lnTo>
                  <a:pt x="1268" y="298"/>
                </a:lnTo>
                <a:lnTo>
                  <a:pt x="1269" y="298"/>
                </a:lnTo>
                <a:lnTo>
                  <a:pt x="1269" y="299"/>
                </a:lnTo>
                <a:lnTo>
                  <a:pt x="1269" y="300"/>
                </a:lnTo>
                <a:lnTo>
                  <a:pt x="1270" y="301"/>
                </a:lnTo>
                <a:lnTo>
                  <a:pt x="1272" y="301"/>
                </a:lnTo>
                <a:lnTo>
                  <a:pt x="1274" y="300"/>
                </a:lnTo>
                <a:lnTo>
                  <a:pt x="1274" y="299"/>
                </a:lnTo>
                <a:lnTo>
                  <a:pt x="1275" y="299"/>
                </a:lnTo>
                <a:lnTo>
                  <a:pt x="1276" y="299"/>
                </a:lnTo>
                <a:lnTo>
                  <a:pt x="1276" y="298"/>
                </a:lnTo>
                <a:lnTo>
                  <a:pt x="1277" y="297"/>
                </a:lnTo>
                <a:lnTo>
                  <a:pt x="1277" y="296"/>
                </a:lnTo>
                <a:lnTo>
                  <a:pt x="1277" y="295"/>
                </a:lnTo>
                <a:lnTo>
                  <a:pt x="1277" y="293"/>
                </a:lnTo>
                <a:lnTo>
                  <a:pt x="1277" y="291"/>
                </a:lnTo>
                <a:lnTo>
                  <a:pt x="1278" y="291"/>
                </a:lnTo>
                <a:lnTo>
                  <a:pt x="1278" y="290"/>
                </a:lnTo>
                <a:lnTo>
                  <a:pt x="1280" y="290"/>
                </a:lnTo>
                <a:lnTo>
                  <a:pt x="1281" y="289"/>
                </a:lnTo>
                <a:lnTo>
                  <a:pt x="1281" y="287"/>
                </a:lnTo>
                <a:lnTo>
                  <a:pt x="1280" y="283"/>
                </a:lnTo>
                <a:lnTo>
                  <a:pt x="1280" y="282"/>
                </a:lnTo>
                <a:lnTo>
                  <a:pt x="1280" y="281"/>
                </a:lnTo>
                <a:lnTo>
                  <a:pt x="1281" y="281"/>
                </a:lnTo>
                <a:lnTo>
                  <a:pt x="1282" y="280"/>
                </a:lnTo>
                <a:lnTo>
                  <a:pt x="1282" y="279"/>
                </a:lnTo>
                <a:lnTo>
                  <a:pt x="1283" y="278"/>
                </a:lnTo>
                <a:lnTo>
                  <a:pt x="1283" y="277"/>
                </a:lnTo>
                <a:lnTo>
                  <a:pt x="1284" y="278"/>
                </a:lnTo>
                <a:lnTo>
                  <a:pt x="1284" y="277"/>
                </a:lnTo>
                <a:lnTo>
                  <a:pt x="1284" y="276"/>
                </a:lnTo>
                <a:lnTo>
                  <a:pt x="1284" y="275"/>
                </a:lnTo>
                <a:lnTo>
                  <a:pt x="1285" y="275"/>
                </a:lnTo>
                <a:lnTo>
                  <a:pt x="1286" y="274"/>
                </a:lnTo>
                <a:lnTo>
                  <a:pt x="1287" y="274"/>
                </a:lnTo>
                <a:lnTo>
                  <a:pt x="1288" y="273"/>
                </a:lnTo>
                <a:lnTo>
                  <a:pt x="1289" y="272"/>
                </a:lnTo>
                <a:lnTo>
                  <a:pt x="1290" y="272"/>
                </a:lnTo>
                <a:lnTo>
                  <a:pt x="1290" y="273"/>
                </a:lnTo>
                <a:lnTo>
                  <a:pt x="1291" y="273"/>
                </a:lnTo>
                <a:lnTo>
                  <a:pt x="1291" y="274"/>
                </a:lnTo>
                <a:lnTo>
                  <a:pt x="1292" y="273"/>
                </a:lnTo>
                <a:lnTo>
                  <a:pt x="1293" y="272"/>
                </a:lnTo>
                <a:lnTo>
                  <a:pt x="1293" y="270"/>
                </a:lnTo>
                <a:lnTo>
                  <a:pt x="1293" y="269"/>
                </a:lnTo>
                <a:lnTo>
                  <a:pt x="1294" y="269"/>
                </a:lnTo>
                <a:lnTo>
                  <a:pt x="1294" y="268"/>
                </a:lnTo>
                <a:lnTo>
                  <a:pt x="1295" y="267"/>
                </a:lnTo>
                <a:lnTo>
                  <a:pt x="1294" y="265"/>
                </a:lnTo>
                <a:lnTo>
                  <a:pt x="1294" y="264"/>
                </a:lnTo>
                <a:lnTo>
                  <a:pt x="1295" y="263"/>
                </a:lnTo>
                <a:lnTo>
                  <a:pt x="1295" y="262"/>
                </a:lnTo>
                <a:lnTo>
                  <a:pt x="1296" y="261"/>
                </a:lnTo>
                <a:lnTo>
                  <a:pt x="1296" y="260"/>
                </a:lnTo>
                <a:lnTo>
                  <a:pt x="1296" y="259"/>
                </a:lnTo>
                <a:lnTo>
                  <a:pt x="1297" y="259"/>
                </a:lnTo>
                <a:lnTo>
                  <a:pt x="1297" y="258"/>
                </a:lnTo>
                <a:lnTo>
                  <a:pt x="1297" y="257"/>
                </a:lnTo>
                <a:lnTo>
                  <a:pt x="1297" y="256"/>
                </a:lnTo>
                <a:lnTo>
                  <a:pt x="1297" y="255"/>
                </a:lnTo>
                <a:lnTo>
                  <a:pt x="1297" y="254"/>
                </a:lnTo>
                <a:lnTo>
                  <a:pt x="1297" y="251"/>
                </a:lnTo>
                <a:lnTo>
                  <a:pt x="1298" y="251"/>
                </a:lnTo>
                <a:lnTo>
                  <a:pt x="1298" y="250"/>
                </a:lnTo>
                <a:lnTo>
                  <a:pt x="1299" y="250"/>
                </a:lnTo>
                <a:lnTo>
                  <a:pt x="1299" y="249"/>
                </a:lnTo>
                <a:lnTo>
                  <a:pt x="1300" y="249"/>
                </a:lnTo>
                <a:lnTo>
                  <a:pt x="1300" y="248"/>
                </a:lnTo>
                <a:lnTo>
                  <a:pt x="1301" y="248"/>
                </a:lnTo>
                <a:lnTo>
                  <a:pt x="1301" y="247"/>
                </a:lnTo>
                <a:lnTo>
                  <a:pt x="1301" y="248"/>
                </a:lnTo>
                <a:lnTo>
                  <a:pt x="1302" y="248"/>
                </a:lnTo>
                <a:lnTo>
                  <a:pt x="1303" y="248"/>
                </a:lnTo>
                <a:lnTo>
                  <a:pt x="1304" y="248"/>
                </a:lnTo>
                <a:lnTo>
                  <a:pt x="1304" y="249"/>
                </a:lnTo>
                <a:lnTo>
                  <a:pt x="1303" y="249"/>
                </a:lnTo>
                <a:lnTo>
                  <a:pt x="1303" y="250"/>
                </a:lnTo>
                <a:lnTo>
                  <a:pt x="1304" y="250"/>
                </a:lnTo>
                <a:lnTo>
                  <a:pt x="1304" y="251"/>
                </a:lnTo>
                <a:lnTo>
                  <a:pt x="1303" y="251"/>
                </a:lnTo>
                <a:lnTo>
                  <a:pt x="1303" y="253"/>
                </a:lnTo>
                <a:lnTo>
                  <a:pt x="1304" y="254"/>
                </a:lnTo>
                <a:lnTo>
                  <a:pt x="1305" y="254"/>
                </a:lnTo>
                <a:lnTo>
                  <a:pt x="1305" y="255"/>
                </a:lnTo>
                <a:lnTo>
                  <a:pt x="1305" y="256"/>
                </a:lnTo>
                <a:lnTo>
                  <a:pt x="1305" y="257"/>
                </a:lnTo>
                <a:lnTo>
                  <a:pt x="1306" y="259"/>
                </a:lnTo>
                <a:lnTo>
                  <a:pt x="1305" y="262"/>
                </a:lnTo>
                <a:lnTo>
                  <a:pt x="1305" y="263"/>
                </a:lnTo>
                <a:lnTo>
                  <a:pt x="1305" y="265"/>
                </a:lnTo>
                <a:lnTo>
                  <a:pt x="1304" y="265"/>
                </a:lnTo>
                <a:lnTo>
                  <a:pt x="1304" y="266"/>
                </a:lnTo>
                <a:lnTo>
                  <a:pt x="1305" y="267"/>
                </a:lnTo>
                <a:lnTo>
                  <a:pt x="1304" y="268"/>
                </a:lnTo>
                <a:lnTo>
                  <a:pt x="1305" y="269"/>
                </a:lnTo>
                <a:lnTo>
                  <a:pt x="1307" y="269"/>
                </a:lnTo>
                <a:lnTo>
                  <a:pt x="1308" y="269"/>
                </a:lnTo>
                <a:lnTo>
                  <a:pt x="1309" y="271"/>
                </a:lnTo>
                <a:lnTo>
                  <a:pt x="1310" y="272"/>
                </a:lnTo>
                <a:lnTo>
                  <a:pt x="1310" y="273"/>
                </a:lnTo>
                <a:lnTo>
                  <a:pt x="1311" y="273"/>
                </a:lnTo>
                <a:lnTo>
                  <a:pt x="1311" y="274"/>
                </a:lnTo>
                <a:lnTo>
                  <a:pt x="1312" y="274"/>
                </a:lnTo>
                <a:lnTo>
                  <a:pt x="1313" y="274"/>
                </a:lnTo>
                <a:lnTo>
                  <a:pt x="1313" y="275"/>
                </a:lnTo>
                <a:lnTo>
                  <a:pt x="1312" y="277"/>
                </a:lnTo>
                <a:lnTo>
                  <a:pt x="1312" y="278"/>
                </a:lnTo>
                <a:lnTo>
                  <a:pt x="1311" y="279"/>
                </a:lnTo>
                <a:lnTo>
                  <a:pt x="1312" y="279"/>
                </a:lnTo>
                <a:lnTo>
                  <a:pt x="1312" y="280"/>
                </a:lnTo>
                <a:lnTo>
                  <a:pt x="1312" y="281"/>
                </a:lnTo>
                <a:lnTo>
                  <a:pt x="1313" y="281"/>
                </a:lnTo>
                <a:lnTo>
                  <a:pt x="1313" y="282"/>
                </a:lnTo>
                <a:lnTo>
                  <a:pt x="1314" y="283"/>
                </a:lnTo>
                <a:lnTo>
                  <a:pt x="1315" y="284"/>
                </a:lnTo>
                <a:lnTo>
                  <a:pt x="1316" y="285"/>
                </a:lnTo>
                <a:lnTo>
                  <a:pt x="1316" y="286"/>
                </a:lnTo>
                <a:lnTo>
                  <a:pt x="1315" y="286"/>
                </a:lnTo>
                <a:lnTo>
                  <a:pt x="1315" y="287"/>
                </a:lnTo>
                <a:lnTo>
                  <a:pt x="1314" y="287"/>
                </a:lnTo>
                <a:lnTo>
                  <a:pt x="1314" y="288"/>
                </a:lnTo>
                <a:lnTo>
                  <a:pt x="1313" y="288"/>
                </a:lnTo>
                <a:lnTo>
                  <a:pt x="1314" y="288"/>
                </a:lnTo>
                <a:lnTo>
                  <a:pt x="1314" y="289"/>
                </a:lnTo>
                <a:lnTo>
                  <a:pt x="1314" y="290"/>
                </a:lnTo>
                <a:lnTo>
                  <a:pt x="1315" y="290"/>
                </a:lnTo>
                <a:lnTo>
                  <a:pt x="1316" y="291"/>
                </a:lnTo>
                <a:lnTo>
                  <a:pt x="1317" y="291"/>
                </a:lnTo>
                <a:lnTo>
                  <a:pt x="1317" y="293"/>
                </a:lnTo>
                <a:lnTo>
                  <a:pt x="1318" y="294"/>
                </a:lnTo>
                <a:lnTo>
                  <a:pt x="1318" y="296"/>
                </a:lnTo>
                <a:lnTo>
                  <a:pt x="1319" y="298"/>
                </a:lnTo>
                <a:lnTo>
                  <a:pt x="1319" y="300"/>
                </a:lnTo>
                <a:lnTo>
                  <a:pt x="1320" y="301"/>
                </a:lnTo>
                <a:lnTo>
                  <a:pt x="1321" y="302"/>
                </a:lnTo>
                <a:lnTo>
                  <a:pt x="1322" y="303"/>
                </a:lnTo>
                <a:lnTo>
                  <a:pt x="1323" y="303"/>
                </a:lnTo>
                <a:lnTo>
                  <a:pt x="1324" y="304"/>
                </a:lnTo>
                <a:lnTo>
                  <a:pt x="1325" y="304"/>
                </a:lnTo>
                <a:lnTo>
                  <a:pt x="1326" y="304"/>
                </a:lnTo>
                <a:lnTo>
                  <a:pt x="1327" y="306"/>
                </a:lnTo>
                <a:lnTo>
                  <a:pt x="1327" y="307"/>
                </a:lnTo>
                <a:lnTo>
                  <a:pt x="1327" y="308"/>
                </a:lnTo>
                <a:lnTo>
                  <a:pt x="1327" y="309"/>
                </a:lnTo>
                <a:lnTo>
                  <a:pt x="1326" y="311"/>
                </a:lnTo>
                <a:lnTo>
                  <a:pt x="1327" y="311"/>
                </a:lnTo>
                <a:lnTo>
                  <a:pt x="1327" y="312"/>
                </a:lnTo>
                <a:lnTo>
                  <a:pt x="1326" y="313"/>
                </a:lnTo>
                <a:lnTo>
                  <a:pt x="1326" y="314"/>
                </a:lnTo>
                <a:lnTo>
                  <a:pt x="1325" y="314"/>
                </a:lnTo>
                <a:lnTo>
                  <a:pt x="1325" y="315"/>
                </a:lnTo>
                <a:lnTo>
                  <a:pt x="1325" y="316"/>
                </a:lnTo>
                <a:lnTo>
                  <a:pt x="1326" y="317"/>
                </a:lnTo>
                <a:lnTo>
                  <a:pt x="1326" y="318"/>
                </a:lnTo>
                <a:lnTo>
                  <a:pt x="1327" y="318"/>
                </a:lnTo>
                <a:lnTo>
                  <a:pt x="1327" y="319"/>
                </a:lnTo>
                <a:lnTo>
                  <a:pt x="1327" y="320"/>
                </a:lnTo>
                <a:lnTo>
                  <a:pt x="1328" y="321"/>
                </a:lnTo>
                <a:lnTo>
                  <a:pt x="1329" y="321"/>
                </a:lnTo>
                <a:lnTo>
                  <a:pt x="1329" y="322"/>
                </a:lnTo>
                <a:lnTo>
                  <a:pt x="1330" y="323"/>
                </a:lnTo>
                <a:lnTo>
                  <a:pt x="1331" y="325"/>
                </a:lnTo>
                <a:lnTo>
                  <a:pt x="1334" y="325"/>
                </a:lnTo>
                <a:lnTo>
                  <a:pt x="1336" y="325"/>
                </a:lnTo>
                <a:lnTo>
                  <a:pt x="1337" y="324"/>
                </a:lnTo>
                <a:lnTo>
                  <a:pt x="1337" y="323"/>
                </a:lnTo>
                <a:lnTo>
                  <a:pt x="1338" y="322"/>
                </a:lnTo>
                <a:lnTo>
                  <a:pt x="1339" y="322"/>
                </a:lnTo>
                <a:lnTo>
                  <a:pt x="1339" y="321"/>
                </a:lnTo>
                <a:lnTo>
                  <a:pt x="1341" y="321"/>
                </a:lnTo>
                <a:lnTo>
                  <a:pt x="1342" y="322"/>
                </a:lnTo>
                <a:lnTo>
                  <a:pt x="1342" y="323"/>
                </a:lnTo>
                <a:lnTo>
                  <a:pt x="1343" y="323"/>
                </a:lnTo>
                <a:lnTo>
                  <a:pt x="1345" y="324"/>
                </a:lnTo>
                <a:lnTo>
                  <a:pt x="1346" y="324"/>
                </a:lnTo>
                <a:lnTo>
                  <a:pt x="1347" y="324"/>
                </a:lnTo>
                <a:lnTo>
                  <a:pt x="1349" y="324"/>
                </a:lnTo>
                <a:lnTo>
                  <a:pt x="1349" y="325"/>
                </a:lnTo>
                <a:lnTo>
                  <a:pt x="1350" y="325"/>
                </a:lnTo>
                <a:lnTo>
                  <a:pt x="1350" y="326"/>
                </a:lnTo>
                <a:lnTo>
                  <a:pt x="1351" y="326"/>
                </a:lnTo>
                <a:lnTo>
                  <a:pt x="1352" y="325"/>
                </a:lnTo>
                <a:lnTo>
                  <a:pt x="1352" y="324"/>
                </a:lnTo>
                <a:lnTo>
                  <a:pt x="1353" y="324"/>
                </a:lnTo>
                <a:lnTo>
                  <a:pt x="1354" y="324"/>
                </a:lnTo>
                <a:lnTo>
                  <a:pt x="1356" y="325"/>
                </a:lnTo>
                <a:lnTo>
                  <a:pt x="1357" y="326"/>
                </a:lnTo>
                <a:lnTo>
                  <a:pt x="1358" y="326"/>
                </a:lnTo>
                <a:lnTo>
                  <a:pt x="1358" y="325"/>
                </a:lnTo>
                <a:lnTo>
                  <a:pt x="1358" y="324"/>
                </a:lnTo>
                <a:lnTo>
                  <a:pt x="1359" y="324"/>
                </a:lnTo>
                <a:lnTo>
                  <a:pt x="1360" y="324"/>
                </a:lnTo>
                <a:lnTo>
                  <a:pt x="1361" y="323"/>
                </a:lnTo>
                <a:lnTo>
                  <a:pt x="1362" y="322"/>
                </a:lnTo>
                <a:lnTo>
                  <a:pt x="1362" y="323"/>
                </a:lnTo>
                <a:lnTo>
                  <a:pt x="1363" y="323"/>
                </a:lnTo>
                <a:lnTo>
                  <a:pt x="1364" y="324"/>
                </a:lnTo>
                <a:lnTo>
                  <a:pt x="1364" y="329"/>
                </a:lnTo>
                <a:lnTo>
                  <a:pt x="1364" y="330"/>
                </a:lnTo>
                <a:lnTo>
                  <a:pt x="1365" y="330"/>
                </a:lnTo>
                <a:lnTo>
                  <a:pt x="1366" y="330"/>
                </a:lnTo>
                <a:lnTo>
                  <a:pt x="1368" y="329"/>
                </a:lnTo>
                <a:lnTo>
                  <a:pt x="1368" y="330"/>
                </a:lnTo>
                <a:lnTo>
                  <a:pt x="1369" y="330"/>
                </a:lnTo>
                <a:lnTo>
                  <a:pt x="1370" y="330"/>
                </a:lnTo>
                <a:lnTo>
                  <a:pt x="1370" y="329"/>
                </a:lnTo>
                <a:lnTo>
                  <a:pt x="1371" y="330"/>
                </a:lnTo>
                <a:lnTo>
                  <a:pt x="1371" y="331"/>
                </a:lnTo>
                <a:lnTo>
                  <a:pt x="1372" y="331"/>
                </a:lnTo>
                <a:lnTo>
                  <a:pt x="1372" y="332"/>
                </a:lnTo>
                <a:lnTo>
                  <a:pt x="1373" y="332"/>
                </a:lnTo>
                <a:lnTo>
                  <a:pt x="1374" y="331"/>
                </a:lnTo>
                <a:lnTo>
                  <a:pt x="1376" y="331"/>
                </a:lnTo>
                <a:lnTo>
                  <a:pt x="1376" y="332"/>
                </a:lnTo>
                <a:lnTo>
                  <a:pt x="1377" y="332"/>
                </a:lnTo>
                <a:lnTo>
                  <a:pt x="1378" y="332"/>
                </a:lnTo>
                <a:lnTo>
                  <a:pt x="1379" y="332"/>
                </a:lnTo>
                <a:lnTo>
                  <a:pt x="1380" y="331"/>
                </a:lnTo>
                <a:lnTo>
                  <a:pt x="1381" y="332"/>
                </a:lnTo>
                <a:lnTo>
                  <a:pt x="1381" y="333"/>
                </a:lnTo>
                <a:lnTo>
                  <a:pt x="1382" y="333"/>
                </a:lnTo>
                <a:lnTo>
                  <a:pt x="1382" y="334"/>
                </a:lnTo>
                <a:lnTo>
                  <a:pt x="1384" y="334"/>
                </a:lnTo>
                <a:lnTo>
                  <a:pt x="1385" y="334"/>
                </a:lnTo>
                <a:lnTo>
                  <a:pt x="1386" y="334"/>
                </a:lnTo>
                <a:lnTo>
                  <a:pt x="1386" y="335"/>
                </a:lnTo>
                <a:lnTo>
                  <a:pt x="1387" y="335"/>
                </a:lnTo>
                <a:lnTo>
                  <a:pt x="1388" y="336"/>
                </a:lnTo>
                <a:lnTo>
                  <a:pt x="1389" y="336"/>
                </a:lnTo>
                <a:lnTo>
                  <a:pt x="1389" y="337"/>
                </a:lnTo>
                <a:lnTo>
                  <a:pt x="1390" y="336"/>
                </a:lnTo>
                <a:lnTo>
                  <a:pt x="1391" y="336"/>
                </a:lnTo>
                <a:lnTo>
                  <a:pt x="1391" y="335"/>
                </a:lnTo>
                <a:lnTo>
                  <a:pt x="1391" y="336"/>
                </a:lnTo>
                <a:lnTo>
                  <a:pt x="1391" y="337"/>
                </a:lnTo>
                <a:lnTo>
                  <a:pt x="1393" y="338"/>
                </a:lnTo>
                <a:lnTo>
                  <a:pt x="1393" y="339"/>
                </a:lnTo>
                <a:lnTo>
                  <a:pt x="1394" y="339"/>
                </a:lnTo>
                <a:lnTo>
                  <a:pt x="1395" y="339"/>
                </a:lnTo>
                <a:lnTo>
                  <a:pt x="1397" y="339"/>
                </a:lnTo>
                <a:lnTo>
                  <a:pt x="1397" y="340"/>
                </a:lnTo>
                <a:lnTo>
                  <a:pt x="1397" y="341"/>
                </a:lnTo>
                <a:lnTo>
                  <a:pt x="1399" y="343"/>
                </a:lnTo>
                <a:lnTo>
                  <a:pt x="1400" y="344"/>
                </a:lnTo>
                <a:lnTo>
                  <a:pt x="1400" y="345"/>
                </a:lnTo>
                <a:lnTo>
                  <a:pt x="1401" y="346"/>
                </a:lnTo>
                <a:lnTo>
                  <a:pt x="1402" y="347"/>
                </a:lnTo>
                <a:lnTo>
                  <a:pt x="1402" y="348"/>
                </a:lnTo>
                <a:lnTo>
                  <a:pt x="1403" y="348"/>
                </a:lnTo>
                <a:lnTo>
                  <a:pt x="1404" y="349"/>
                </a:lnTo>
                <a:lnTo>
                  <a:pt x="1405" y="351"/>
                </a:lnTo>
                <a:lnTo>
                  <a:pt x="1406" y="351"/>
                </a:lnTo>
                <a:lnTo>
                  <a:pt x="1407" y="351"/>
                </a:lnTo>
                <a:lnTo>
                  <a:pt x="1409" y="351"/>
                </a:lnTo>
                <a:lnTo>
                  <a:pt x="1410" y="350"/>
                </a:lnTo>
                <a:lnTo>
                  <a:pt x="1411" y="350"/>
                </a:lnTo>
                <a:lnTo>
                  <a:pt x="1412" y="350"/>
                </a:lnTo>
                <a:lnTo>
                  <a:pt x="1413" y="349"/>
                </a:lnTo>
                <a:lnTo>
                  <a:pt x="1413" y="348"/>
                </a:lnTo>
                <a:lnTo>
                  <a:pt x="1413" y="347"/>
                </a:lnTo>
                <a:lnTo>
                  <a:pt x="1413" y="345"/>
                </a:lnTo>
                <a:lnTo>
                  <a:pt x="1414" y="343"/>
                </a:lnTo>
                <a:lnTo>
                  <a:pt x="1415" y="341"/>
                </a:lnTo>
                <a:lnTo>
                  <a:pt x="1415" y="340"/>
                </a:lnTo>
                <a:lnTo>
                  <a:pt x="1416" y="340"/>
                </a:lnTo>
                <a:lnTo>
                  <a:pt x="1416" y="339"/>
                </a:lnTo>
                <a:lnTo>
                  <a:pt x="1417" y="338"/>
                </a:lnTo>
                <a:lnTo>
                  <a:pt x="1417" y="337"/>
                </a:lnTo>
                <a:lnTo>
                  <a:pt x="1419" y="336"/>
                </a:lnTo>
                <a:lnTo>
                  <a:pt x="1420" y="335"/>
                </a:lnTo>
                <a:lnTo>
                  <a:pt x="1421" y="335"/>
                </a:lnTo>
                <a:lnTo>
                  <a:pt x="1422" y="333"/>
                </a:lnTo>
                <a:lnTo>
                  <a:pt x="1422" y="332"/>
                </a:lnTo>
                <a:lnTo>
                  <a:pt x="1422" y="331"/>
                </a:lnTo>
                <a:lnTo>
                  <a:pt x="1423" y="331"/>
                </a:lnTo>
                <a:lnTo>
                  <a:pt x="1424" y="331"/>
                </a:lnTo>
                <a:lnTo>
                  <a:pt x="1425" y="331"/>
                </a:lnTo>
                <a:lnTo>
                  <a:pt x="1425" y="330"/>
                </a:lnTo>
                <a:lnTo>
                  <a:pt x="1427" y="331"/>
                </a:lnTo>
                <a:lnTo>
                  <a:pt x="1429" y="332"/>
                </a:lnTo>
                <a:lnTo>
                  <a:pt x="1429" y="333"/>
                </a:lnTo>
                <a:lnTo>
                  <a:pt x="1430" y="333"/>
                </a:lnTo>
                <a:lnTo>
                  <a:pt x="1431" y="333"/>
                </a:lnTo>
                <a:lnTo>
                  <a:pt x="1432" y="334"/>
                </a:lnTo>
                <a:lnTo>
                  <a:pt x="1433" y="334"/>
                </a:lnTo>
                <a:lnTo>
                  <a:pt x="1434" y="335"/>
                </a:lnTo>
                <a:lnTo>
                  <a:pt x="1434" y="336"/>
                </a:lnTo>
                <a:lnTo>
                  <a:pt x="1436" y="337"/>
                </a:lnTo>
                <a:lnTo>
                  <a:pt x="1437" y="338"/>
                </a:lnTo>
                <a:lnTo>
                  <a:pt x="1438" y="338"/>
                </a:lnTo>
                <a:lnTo>
                  <a:pt x="1439" y="339"/>
                </a:lnTo>
                <a:lnTo>
                  <a:pt x="1440" y="339"/>
                </a:lnTo>
                <a:lnTo>
                  <a:pt x="1441" y="339"/>
                </a:lnTo>
                <a:lnTo>
                  <a:pt x="1442" y="339"/>
                </a:lnTo>
                <a:lnTo>
                  <a:pt x="1443" y="340"/>
                </a:lnTo>
                <a:lnTo>
                  <a:pt x="1443" y="341"/>
                </a:lnTo>
                <a:lnTo>
                  <a:pt x="1443" y="342"/>
                </a:lnTo>
                <a:lnTo>
                  <a:pt x="1444" y="342"/>
                </a:lnTo>
                <a:lnTo>
                  <a:pt x="1445" y="342"/>
                </a:lnTo>
                <a:lnTo>
                  <a:pt x="1446" y="343"/>
                </a:lnTo>
                <a:lnTo>
                  <a:pt x="1448" y="342"/>
                </a:lnTo>
                <a:lnTo>
                  <a:pt x="1448" y="341"/>
                </a:lnTo>
                <a:lnTo>
                  <a:pt x="1449" y="340"/>
                </a:lnTo>
                <a:lnTo>
                  <a:pt x="1450" y="339"/>
                </a:lnTo>
                <a:lnTo>
                  <a:pt x="1450" y="338"/>
                </a:lnTo>
                <a:lnTo>
                  <a:pt x="1450" y="337"/>
                </a:lnTo>
                <a:lnTo>
                  <a:pt x="1451" y="337"/>
                </a:lnTo>
                <a:lnTo>
                  <a:pt x="1452" y="337"/>
                </a:lnTo>
                <a:lnTo>
                  <a:pt x="1452" y="338"/>
                </a:lnTo>
                <a:lnTo>
                  <a:pt x="1453" y="338"/>
                </a:lnTo>
                <a:lnTo>
                  <a:pt x="1454" y="337"/>
                </a:lnTo>
                <a:lnTo>
                  <a:pt x="1454" y="335"/>
                </a:lnTo>
                <a:lnTo>
                  <a:pt x="1453" y="335"/>
                </a:lnTo>
                <a:lnTo>
                  <a:pt x="1453" y="334"/>
                </a:lnTo>
                <a:lnTo>
                  <a:pt x="1454" y="334"/>
                </a:lnTo>
                <a:lnTo>
                  <a:pt x="1456" y="333"/>
                </a:lnTo>
                <a:lnTo>
                  <a:pt x="1457" y="333"/>
                </a:lnTo>
                <a:lnTo>
                  <a:pt x="1457" y="332"/>
                </a:lnTo>
                <a:lnTo>
                  <a:pt x="1457" y="331"/>
                </a:lnTo>
                <a:lnTo>
                  <a:pt x="1457" y="330"/>
                </a:lnTo>
                <a:lnTo>
                  <a:pt x="1457" y="329"/>
                </a:lnTo>
                <a:lnTo>
                  <a:pt x="1458" y="328"/>
                </a:lnTo>
                <a:lnTo>
                  <a:pt x="1459" y="328"/>
                </a:lnTo>
                <a:lnTo>
                  <a:pt x="1460" y="328"/>
                </a:lnTo>
                <a:lnTo>
                  <a:pt x="1460" y="329"/>
                </a:lnTo>
                <a:lnTo>
                  <a:pt x="1461" y="329"/>
                </a:lnTo>
                <a:lnTo>
                  <a:pt x="1462" y="329"/>
                </a:lnTo>
                <a:lnTo>
                  <a:pt x="1464" y="329"/>
                </a:lnTo>
                <a:lnTo>
                  <a:pt x="1465" y="328"/>
                </a:lnTo>
                <a:lnTo>
                  <a:pt x="1465" y="327"/>
                </a:lnTo>
                <a:lnTo>
                  <a:pt x="1464" y="327"/>
                </a:lnTo>
                <a:lnTo>
                  <a:pt x="1465" y="326"/>
                </a:lnTo>
                <a:lnTo>
                  <a:pt x="1467" y="326"/>
                </a:lnTo>
                <a:lnTo>
                  <a:pt x="1467" y="325"/>
                </a:lnTo>
                <a:lnTo>
                  <a:pt x="1466" y="324"/>
                </a:lnTo>
                <a:lnTo>
                  <a:pt x="1465" y="323"/>
                </a:lnTo>
                <a:lnTo>
                  <a:pt x="1464" y="323"/>
                </a:lnTo>
                <a:lnTo>
                  <a:pt x="1464" y="322"/>
                </a:lnTo>
                <a:lnTo>
                  <a:pt x="1465" y="322"/>
                </a:lnTo>
                <a:lnTo>
                  <a:pt x="1465" y="321"/>
                </a:lnTo>
                <a:lnTo>
                  <a:pt x="1466" y="321"/>
                </a:lnTo>
                <a:lnTo>
                  <a:pt x="1467" y="322"/>
                </a:lnTo>
                <a:lnTo>
                  <a:pt x="1468" y="323"/>
                </a:lnTo>
                <a:lnTo>
                  <a:pt x="1468" y="324"/>
                </a:lnTo>
                <a:lnTo>
                  <a:pt x="1468" y="325"/>
                </a:lnTo>
                <a:lnTo>
                  <a:pt x="1468" y="327"/>
                </a:lnTo>
                <a:lnTo>
                  <a:pt x="1468" y="328"/>
                </a:lnTo>
                <a:lnTo>
                  <a:pt x="1467" y="331"/>
                </a:lnTo>
                <a:lnTo>
                  <a:pt x="1467" y="333"/>
                </a:lnTo>
                <a:lnTo>
                  <a:pt x="1468" y="334"/>
                </a:lnTo>
                <a:lnTo>
                  <a:pt x="1469" y="336"/>
                </a:lnTo>
                <a:lnTo>
                  <a:pt x="1471" y="339"/>
                </a:lnTo>
                <a:lnTo>
                  <a:pt x="1471" y="340"/>
                </a:lnTo>
                <a:lnTo>
                  <a:pt x="1472" y="342"/>
                </a:lnTo>
                <a:lnTo>
                  <a:pt x="1471" y="343"/>
                </a:lnTo>
                <a:lnTo>
                  <a:pt x="1471" y="344"/>
                </a:lnTo>
                <a:lnTo>
                  <a:pt x="1470" y="345"/>
                </a:lnTo>
                <a:lnTo>
                  <a:pt x="1468" y="346"/>
                </a:lnTo>
                <a:lnTo>
                  <a:pt x="1468" y="347"/>
                </a:lnTo>
                <a:lnTo>
                  <a:pt x="1468" y="349"/>
                </a:lnTo>
                <a:lnTo>
                  <a:pt x="1468" y="354"/>
                </a:lnTo>
                <a:lnTo>
                  <a:pt x="1468" y="355"/>
                </a:lnTo>
                <a:lnTo>
                  <a:pt x="1469" y="357"/>
                </a:lnTo>
                <a:lnTo>
                  <a:pt x="1470" y="359"/>
                </a:lnTo>
                <a:lnTo>
                  <a:pt x="1470" y="362"/>
                </a:lnTo>
                <a:lnTo>
                  <a:pt x="1471" y="363"/>
                </a:lnTo>
                <a:lnTo>
                  <a:pt x="1471" y="365"/>
                </a:lnTo>
                <a:lnTo>
                  <a:pt x="1470" y="366"/>
                </a:lnTo>
                <a:lnTo>
                  <a:pt x="1471" y="368"/>
                </a:lnTo>
                <a:lnTo>
                  <a:pt x="1471" y="370"/>
                </a:lnTo>
                <a:lnTo>
                  <a:pt x="1470" y="371"/>
                </a:lnTo>
                <a:lnTo>
                  <a:pt x="1468" y="374"/>
                </a:lnTo>
                <a:lnTo>
                  <a:pt x="1466" y="377"/>
                </a:lnTo>
                <a:lnTo>
                  <a:pt x="1465" y="379"/>
                </a:lnTo>
                <a:lnTo>
                  <a:pt x="1465" y="382"/>
                </a:lnTo>
                <a:lnTo>
                  <a:pt x="1466" y="382"/>
                </a:lnTo>
                <a:lnTo>
                  <a:pt x="1466" y="384"/>
                </a:lnTo>
                <a:lnTo>
                  <a:pt x="1467" y="384"/>
                </a:lnTo>
                <a:lnTo>
                  <a:pt x="1468" y="385"/>
                </a:lnTo>
                <a:lnTo>
                  <a:pt x="1469" y="386"/>
                </a:lnTo>
                <a:lnTo>
                  <a:pt x="1470" y="386"/>
                </a:lnTo>
                <a:lnTo>
                  <a:pt x="1470" y="387"/>
                </a:lnTo>
                <a:lnTo>
                  <a:pt x="1470" y="388"/>
                </a:lnTo>
                <a:lnTo>
                  <a:pt x="1470" y="391"/>
                </a:lnTo>
                <a:lnTo>
                  <a:pt x="1471" y="391"/>
                </a:lnTo>
                <a:lnTo>
                  <a:pt x="1471" y="392"/>
                </a:lnTo>
                <a:lnTo>
                  <a:pt x="1472" y="394"/>
                </a:lnTo>
                <a:lnTo>
                  <a:pt x="1472" y="397"/>
                </a:lnTo>
                <a:lnTo>
                  <a:pt x="1472" y="398"/>
                </a:lnTo>
                <a:lnTo>
                  <a:pt x="1468" y="404"/>
                </a:lnTo>
                <a:lnTo>
                  <a:pt x="1467" y="406"/>
                </a:lnTo>
                <a:lnTo>
                  <a:pt x="1467" y="407"/>
                </a:lnTo>
                <a:lnTo>
                  <a:pt x="1469" y="411"/>
                </a:lnTo>
                <a:lnTo>
                  <a:pt x="1469" y="412"/>
                </a:lnTo>
                <a:lnTo>
                  <a:pt x="1468" y="412"/>
                </a:lnTo>
                <a:lnTo>
                  <a:pt x="1467" y="412"/>
                </a:lnTo>
                <a:lnTo>
                  <a:pt x="1466" y="413"/>
                </a:lnTo>
                <a:lnTo>
                  <a:pt x="1463" y="414"/>
                </a:lnTo>
                <a:lnTo>
                  <a:pt x="1462" y="415"/>
                </a:lnTo>
                <a:lnTo>
                  <a:pt x="1462" y="416"/>
                </a:lnTo>
                <a:lnTo>
                  <a:pt x="1462" y="417"/>
                </a:lnTo>
                <a:lnTo>
                  <a:pt x="1463" y="418"/>
                </a:lnTo>
                <a:lnTo>
                  <a:pt x="1463" y="420"/>
                </a:lnTo>
                <a:lnTo>
                  <a:pt x="1462" y="420"/>
                </a:lnTo>
                <a:lnTo>
                  <a:pt x="1461" y="422"/>
                </a:lnTo>
                <a:lnTo>
                  <a:pt x="1461" y="424"/>
                </a:lnTo>
                <a:lnTo>
                  <a:pt x="1461" y="425"/>
                </a:lnTo>
                <a:lnTo>
                  <a:pt x="1463" y="426"/>
                </a:lnTo>
                <a:lnTo>
                  <a:pt x="1464" y="427"/>
                </a:lnTo>
                <a:lnTo>
                  <a:pt x="1466" y="430"/>
                </a:lnTo>
                <a:lnTo>
                  <a:pt x="1466" y="432"/>
                </a:lnTo>
                <a:lnTo>
                  <a:pt x="1467" y="434"/>
                </a:lnTo>
                <a:lnTo>
                  <a:pt x="1468" y="434"/>
                </a:lnTo>
                <a:lnTo>
                  <a:pt x="1469" y="435"/>
                </a:lnTo>
                <a:lnTo>
                  <a:pt x="1470" y="434"/>
                </a:lnTo>
                <a:lnTo>
                  <a:pt x="1472" y="434"/>
                </a:lnTo>
                <a:lnTo>
                  <a:pt x="1473" y="434"/>
                </a:lnTo>
                <a:lnTo>
                  <a:pt x="1473" y="435"/>
                </a:lnTo>
                <a:lnTo>
                  <a:pt x="1472" y="436"/>
                </a:lnTo>
                <a:lnTo>
                  <a:pt x="1472" y="437"/>
                </a:lnTo>
                <a:lnTo>
                  <a:pt x="1473" y="439"/>
                </a:lnTo>
                <a:lnTo>
                  <a:pt x="1473" y="440"/>
                </a:lnTo>
                <a:lnTo>
                  <a:pt x="1472" y="441"/>
                </a:lnTo>
                <a:lnTo>
                  <a:pt x="1471" y="442"/>
                </a:lnTo>
                <a:lnTo>
                  <a:pt x="1470" y="444"/>
                </a:lnTo>
                <a:lnTo>
                  <a:pt x="1470" y="445"/>
                </a:lnTo>
                <a:lnTo>
                  <a:pt x="1468" y="446"/>
                </a:lnTo>
                <a:lnTo>
                  <a:pt x="1467" y="446"/>
                </a:lnTo>
                <a:lnTo>
                  <a:pt x="1466" y="446"/>
                </a:lnTo>
                <a:lnTo>
                  <a:pt x="1464" y="445"/>
                </a:lnTo>
                <a:lnTo>
                  <a:pt x="1463" y="445"/>
                </a:lnTo>
                <a:lnTo>
                  <a:pt x="1462" y="446"/>
                </a:lnTo>
                <a:lnTo>
                  <a:pt x="1462" y="447"/>
                </a:lnTo>
                <a:lnTo>
                  <a:pt x="1459" y="446"/>
                </a:lnTo>
                <a:lnTo>
                  <a:pt x="1458" y="446"/>
                </a:lnTo>
                <a:lnTo>
                  <a:pt x="1457" y="446"/>
                </a:lnTo>
                <a:lnTo>
                  <a:pt x="1456" y="448"/>
                </a:lnTo>
                <a:lnTo>
                  <a:pt x="1456" y="450"/>
                </a:lnTo>
                <a:lnTo>
                  <a:pt x="1456" y="451"/>
                </a:lnTo>
                <a:lnTo>
                  <a:pt x="1460" y="455"/>
                </a:lnTo>
                <a:lnTo>
                  <a:pt x="1461" y="457"/>
                </a:lnTo>
                <a:lnTo>
                  <a:pt x="1462" y="458"/>
                </a:lnTo>
                <a:lnTo>
                  <a:pt x="1461" y="459"/>
                </a:lnTo>
                <a:lnTo>
                  <a:pt x="1458" y="460"/>
                </a:lnTo>
                <a:lnTo>
                  <a:pt x="1455" y="461"/>
                </a:lnTo>
                <a:lnTo>
                  <a:pt x="1454" y="462"/>
                </a:lnTo>
                <a:lnTo>
                  <a:pt x="1453" y="462"/>
                </a:lnTo>
                <a:lnTo>
                  <a:pt x="1452" y="461"/>
                </a:lnTo>
                <a:lnTo>
                  <a:pt x="1450" y="460"/>
                </a:lnTo>
                <a:lnTo>
                  <a:pt x="1448" y="460"/>
                </a:lnTo>
                <a:lnTo>
                  <a:pt x="1447" y="460"/>
                </a:lnTo>
                <a:lnTo>
                  <a:pt x="1444" y="461"/>
                </a:lnTo>
                <a:lnTo>
                  <a:pt x="1443" y="463"/>
                </a:lnTo>
                <a:lnTo>
                  <a:pt x="1442" y="466"/>
                </a:lnTo>
                <a:lnTo>
                  <a:pt x="1441" y="466"/>
                </a:lnTo>
                <a:lnTo>
                  <a:pt x="1439" y="465"/>
                </a:lnTo>
                <a:lnTo>
                  <a:pt x="1438" y="465"/>
                </a:lnTo>
                <a:lnTo>
                  <a:pt x="1437" y="465"/>
                </a:lnTo>
                <a:lnTo>
                  <a:pt x="1436" y="465"/>
                </a:lnTo>
                <a:lnTo>
                  <a:pt x="1435" y="464"/>
                </a:lnTo>
                <a:lnTo>
                  <a:pt x="1432" y="463"/>
                </a:lnTo>
                <a:lnTo>
                  <a:pt x="1431" y="463"/>
                </a:lnTo>
                <a:lnTo>
                  <a:pt x="1430" y="463"/>
                </a:lnTo>
                <a:lnTo>
                  <a:pt x="1428" y="464"/>
                </a:lnTo>
                <a:lnTo>
                  <a:pt x="1426" y="466"/>
                </a:lnTo>
                <a:lnTo>
                  <a:pt x="1426" y="467"/>
                </a:lnTo>
                <a:lnTo>
                  <a:pt x="1426" y="470"/>
                </a:lnTo>
                <a:lnTo>
                  <a:pt x="1426" y="473"/>
                </a:lnTo>
                <a:lnTo>
                  <a:pt x="1425" y="474"/>
                </a:lnTo>
                <a:lnTo>
                  <a:pt x="1424" y="474"/>
                </a:lnTo>
                <a:lnTo>
                  <a:pt x="1422" y="474"/>
                </a:lnTo>
                <a:lnTo>
                  <a:pt x="1421" y="474"/>
                </a:lnTo>
                <a:lnTo>
                  <a:pt x="1419" y="476"/>
                </a:lnTo>
                <a:lnTo>
                  <a:pt x="1419" y="477"/>
                </a:lnTo>
                <a:lnTo>
                  <a:pt x="1418" y="477"/>
                </a:lnTo>
                <a:lnTo>
                  <a:pt x="1417" y="476"/>
                </a:lnTo>
                <a:lnTo>
                  <a:pt x="1416" y="475"/>
                </a:lnTo>
                <a:lnTo>
                  <a:pt x="1414" y="475"/>
                </a:lnTo>
                <a:lnTo>
                  <a:pt x="1412" y="475"/>
                </a:lnTo>
                <a:lnTo>
                  <a:pt x="1411" y="475"/>
                </a:lnTo>
                <a:lnTo>
                  <a:pt x="1409" y="477"/>
                </a:lnTo>
                <a:lnTo>
                  <a:pt x="1404" y="482"/>
                </a:lnTo>
                <a:lnTo>
                  <a:pt x="1402" y="485"/>
                </a:lnTo>
                <a:lnTo>
                  <a:pt x="1401" y="486"/>
                </a:lnTo>
                <a:lnTo>
                  <a:pt x="1400" y="486"/>
                </a:lnTo>
                <a:lnTo>
                  <a:pt x="1399" y="486"/>
                </a:lnTo>
                <a:lnTo>
                  <a:pt x="1397" y="486"/>
                </a:lnTo>
                <a:lnTo>
                  <a:pt x="1396" y="486"/>
                </a:lnTo>
                <a:lnTo>
                  <a:pt x="1396" y="487"/>
                </a:lnTo>
                <a:lnTo>
                  <a:pt x="1395" y="491"/>
                </a:lnTo>
                <a:lnTo>
                  <a:pt x="1394" y="493"/>
                </a:lnTo>
                <a:lnTo>
                  <a:pt x="1393" y="494"/>
                </a:lnTo>
                <a:lnTo>
                  <a:pt x="1393" y="495"/>
                </a:lnTo>
                <a:lnTo>
                  <a:pt x="1392" y="496"/>
                </a:lnTo>
                <a:lnTo>
                  <a:pt x="1389" y="498"/>
                </a:lnTo>
                <a:lnTo>
                  <a:pt x="1385" y="500"/>
                </a:lnTo>
                <a:lnTo>
                  <a:pt x="1384" y="501"/>
                </a:lnTo>
                <a:lnTo>
                  <a:pt x="1382" y="504"/>
                </a:lnTo>
                <a:lnTo>
                  <a:pt x="1381" y="507"/>
                </a:lnTo>
                <a:lnTo>
                  <a:pt x="1380" y="509"/>
                </a:lnTo>
                <a:lnTo>
                  <a:pt x="1380" y="510"/>
                </a:lnTo>
                <a:lnTo>
                  <a:pt x="1378" y="510"/>
                </a:lnTo>
                <a:lnTo>
                  <a:pt x="1378" y="511"/>
                </a:lnTo>
                <a:lnTo>
                  <a:pt x="1379" y="512"/>
                </a:lnTo>
                <a:lnTo>
                  <a:pt x="1381" y="514"/>
                </a:lnTo>
                <a:lnTo>
                  <a:pt x="1383" y="514"/>
                </a:lnTo>
                <a:lnTo>
                  <a:pt x="1385" y="514"/>
                </a:lnTo>
                <a:lnTo>
                  <a:pt x="1386" y="515"/>
                </a:lnTo>
                <a:lnTo>
                  <a:pt x="1388" y="517"/>
                </a:lnTo>
                <a:lnTo>
                  <a:pt x="1389" y="517"/>
                </a:lnTo>
                <a:lnTo>
                  <a:pt x="1390" y="516"/>
                </a:lnTo>
                <a:lnTo>
                  <a:pt x="1393" y="515"/>
                </a:lnTo>
                <a:lnTo>
                  <a:pt x="1395" y="512"/>
                </a:lnTo>
                <a:lnTo>
                  <a:pt x="1396" y="512"/>
                </a:lnTo>
                <a:lnTo>
                  <a:pt x="1398" y="512"/>
                </a:lnTo>
                <a:lnTo>
                  <a:pt x="1401" y="512"/>
                </a:lnTo>
                <a:lnTo>
                  <a:pt x="1402" y="512"/>
                </a:lnTo>
                <a:lnTo>
                  <a:pt x="1404" y="513"/>
                </a:lnTo>
                <a:lnTo>
                  <a:pt x="1405" y="513"/>
                </a:lnTo>
                <a:lnTo>
                  <a:pt x="1407" y="515"/>
                </a:lnTo>
                <a:lnTo>
                  <a:pt x="1409" y="516"/>
                </a:lnTo>
                <a:lnTo>
                  <a:pt x="1410" y="517"/>
                </a:lnTo>
                <a:lnTo>
                  <a:pt x="1412" y="520"/>
                </a:lnTo>
                <a:lnTo>
                  <a:pt x="1413" y="522"/>
                </a:lnTo>
                <a:lnTo>
                  <a:pt x="1414" y="523"/>
                </a:lnTo>
                <a:lnTo>
                  <a:pt x="1415" y="524"/>
                </a:lnTo>
                <a:lnTo>
                  <a:pt x="1418" y="529"/>
                </a:lnTo>
                <a:lnTo>
                  <a:pt x="1418" y="530"/>
                </a:lnTo>
                <a:lnTo>
                  <a:pt x="1418" y="531"/>
                </a:lnTo>
                <a:lnTo>
                  <a:pt x="1418" y="538"/>
                </a:lnTo>
                <a:lnTo>
                  <a:pt x="1417" y="538"/>
                </a:lnTo>
                <a:lnTo>
                  <a:pt x="1415" y="537"/>
                </a:lnTo>
                <a:lnTo>
                  <a:pt x="1413" y="537"/>
                </a:lnTo>
                <a:lnTo>
                  <a:pt x="1412" y="538"/>
                </a:lnTo>
                <a:lnTo>
                  <a:pt x="1411" y="539"/>
                </a:lnTo>
                <a:lnTo>
                  <a:pt x="1412" y="541"/>
                </a:lnTo>
                <a:lnTo>
                  <a:pt x="1413" y="543"/>
                </a:lnTo>
                <a:lnTo>
                  <a:pt x="1414" y="550"/>
                </a:lnTo>
                <a:lnTo>
                  <a:pt x="1419" y="551"/>
                </a:lnTo>
                <a:lnTo>
                  <a:pt x="1421" y="559"/>
                </a:lnTo>
                <a:lnTo>
                  <a:pt x="1421" y="560"/>
                </a:lnTo>
                <a:lnTo>
                  <a:pt x="1424" y="560"/>
                </a:lnTo>
                <a:lnTo>
                  <a:pt x="1425" y="561"/>
                </a:lnTo>
                <a:lnTo>
                  <a:pt x="1427" y="562"/>
                </a:lnTo>
                <a:lnTo>
                  <a:pt x="1429" y="562"/>
                </a:lnTo>
                <a:lnTo>
                  <a:pt x="1429" y="563"/>
                </a:lnTo>
                <a:lnTo>
                  <a:pt x="1428" y="563"/>
                </a:lnTo>
                <a:lnTo>
                  <a:pt x="1428" y="562"/>
                </a:lnTo>
                <a:lnTo>
                  <a:pt x="1427" y="562"/>
                </a:lnTo>
                <a:lnTo>
                  <a:pt x="1426" y="562"/>
                </a:lnTo>
                <a:lnTo>
                  <a:pt x="1425" y="562"/>
                </a:lnTo>
                <a:lnTo>
                  <a:pt x="1424" y="562"/>
                </a:lnTo>
                <a:lnTo>
                  <a:pt x="1424" y="561"/>
                </a:lnTo>
                <a:lnTo>
                  <a:pt x="1423" y="561"/>
                </a:lnTo>
                <a:lnTo>
                  <a:pt x="1422" y="562"/>
                </a:lnTo>
                <a:lnTo>
                  <a:pt x="1421" y="562"/>
                </a:lnTo>
                <a:lnTo>
                  <a:pt x="1420" y="563"/>
                </a:lnTo>
                <a:lnTo>
                  <a:pt x="1419" y="563"/>
                </a:lnTo>
                <a:lnTo>
                  <a:pt x="1418" y="563"/>
                </a:lnTo>
                <a:lnTo>
                  <a:pt x="1417" y="562"/>
                </a:lnTo>
                <a:lnTo>
                  <a:pt x="1417" y="561"/>
                </a:lnTo>
                <a:lnTo>
                  <a:pt x="1417" y="558"/>
                </a:lnTo>
                <a:lnTo>
                  <a:pt x="1417" y="555"/>
                </a:lnTo>
                <a:lnTo>
                  <a:pt x="1418" y="555"/>
                </a:lnTo>
                <a:lnTo>
                  <a:pt x="1418" y="554"/>
                </a:lnTo>
                <a:lnTo>
                  <a:pt x="1417" y="552"/>
                </a:lnTo>
                <a:lnTo>
                  <a:pt x="1416" y="552"/>
                </a:lnTo>
                <a:lnTo>
                  <a:pt x="1415" y="552"/>
                </a:lnTo>
                <a:lnTo>
                  <a:pt x="1413" y="552"/>
                </a:lnTo>
                <a:lnTo>
                  <a:pt x="1412" y="550"/>
                </a:lnTo>
                <a:lnTo>
                  <a:pt x="1411" y="550"/>
                </a:lnTo>
                <a:lnTo>
                  <a:pt x="1411" y="548"/>
                </a:lnTo>
                <a:lnTo>
                  <a:pt x="1411" y="547"/>
                </a:lnTo>
                <a:lnTo>
                  <a:pt x="1411" y="546"/>
                </a:lnTo>
                <a:lnTo>
                  <a:pt x="1410" y="545"/>
                </a:lnTo>
                <a:lnTo>
                  <a:pt x="1408" y="544"/>
                </a:lnTo>
                <a:lnTo>
                  <a:pt x="1408" y="543"/>
                </a:lnTo>
                <a:lnTo>
                  <a:pt x="1407" y="543"/>
                </a:lnTo>
                <a:lnTo>
                  <a:pt x="1406" y="543"/>
                </a:lnTo>
                <a:lnTo>
                  <a:pt x="1406" y="542"/>
                </a:lnTo>
                <a:lnTo>
                  <a:pt x="1405" y="540"/>
                </a:lnTo>
                <a:lnTo>
                  <a:pt x="1405" y="539"/>
                </a:lnTo>
                <a:lnTo>
                  <a:pt x="1405" y="538"/>
                </a:lnTo>
                <a:lnTo>
                  <a:pt x="1404" y="537"/>
                </a:lnTo>
                <a:lnTo>
                  <a:pt x="1403" y="537"/>
                </a:lnTo>
                <a:lnTo>
                  <a:pt x="1402" y="536"/>
                </a:lnTo>
                <a:lnTo>
                  <a:pt x="1402" y="535"/>
                </a:lnTo>
                <a:lnTo>
                  <a:pt x="1402" y="533"/>
                </a:lnTo>
                <a:lnTo>
                  <a:pt x="1402" y="532"/>
                </a:lnTo>
                <a:lnTo>
                  <a:pt x="1402" y="531"/>
                </a:lnTo>
                <a:lnTo>
                  <a:pt x="1403" y="531"/>
                </a:lnTo>
                <a:lnTo>
                  <a:pt x="1402" y="531"/>
                </a:lnTo>
                <a:lnTo>
                  <a:pt x="1402" y="530"/>
                </a:lnTo>
                <a:lnTo>
                  <a:pt x="1402" y="529"/>
                </a:lnTo>
                <a:lnTo>
                  <a:pt x="1401" y="529"/>
                </a:lnTo>
                <a:lnTo>
                  <a:pt x="1400" y="528"/>
                </a:lnTo>
                <a:lnTo>
                  <a:pt x="1399" y="527"/>
                </a:lnTo>
                <a:lnTo>
                  <a:pt x="1397" y="527"/>
                </a:lnTo>
                <a:lnTo>
                  <a:pt x="1397" y="528"/>
                </a:lnTo>
                <a:lnTo>
                  <a:pt x="1396" y="528"/>
                </a:lnTo>
                <a:lnTo>
                  <a:pt x="1395" y="529"/>
                </a:lnTo>
                <a:lnTo>
                  <a:pt x="1394" y="530"/>
                </a:lnTo>
                <a:lnTo>
                  <a:pt x="1394" y="531"/>
                </a:lnTo>
                <a:lnTo>
                  <a:pt x="1393" y="532"/>
                </a:lnTo>
                <a:lnTo>
                  <a:pt x="1393" y="533"/>
                </a:lnTo>
                <a:lnTo>
                  <a:pt x="1393" y="534"/>
                </a:lnTo>
                <a:lnTo>
                  <a:pt x="1393" y="535"/>
                </a:lnTo>
                <a:lnTo>
                  <a:pt x="1394" y="535"/>
                </a:lnTo>
                <a:lnTo>
                  <a:pt x="1394" y="536"/>
                </a:lnTo>
                <a:lnTo>
                  <a:pt x="1395" y="536"/>
                </a:lnTo>
                <a:lnTo>
                  <a:pt x="1395" y="537"/>
                </a:lnTo>
                <a:lnTo>
                  <a:pt x="1396" y="537"/>
                </a:lnTo>
                <a:lnTo>
                  <a:pt x="1396" y="538"/>
                </a:lnTo>
                <a:lnTo>
                  <a:pt x="1397" y="539"/>
                </a:lnTo>
                <a:lnTo>
                  <a:pt x="1398" y="539"/>
                </a:lnTo>
                <a:lnTo>
                  <a:pt x="1398" y="540"/>
                </a:lnTo>
                <a:lnTo>
                  <a:pt x="1398" y="541"/>
                </a:lnTo>
                <a:lnTo>
                  <a:pt x="1397" y="541"/>
                </a:lnTo>
                <a:lnTo>
                  <a:pt x="1397" y="542"/>
                </a:lnTo>
                <a:lnTo>
                  <a:pt x="1397" y="543"/>
                </a:lnTo>
                <a:lnTo>
                  <a:pt x="1396" y="544"/>
                </a:lnTo>
                <a:lnTo>
                  <a:pt x="1394" y="544"/>
                </a:lnTo>
                <a:lnTo>
                  <a:pt x="1393" y="544"/>
                </a:lnTo>
                <a:lnTo>
                  <a:pt x="1391" y="543"/>
                </a:lnTo>
                <a:lnTo>
                  <a:pt x="1390" y="543"/>
                </a:lnTo>
                <a:lnTo>
                  <a:pt x="1390" y="542"/>
                </a:lnTo>
                <a:lnTo>
                  <a:pt x="1389" y="542"/>
                </a:lnTo>
                <a:lnTo>
                  <a:pt x="1389" y="541"/>
                </a:lnTo>
                <a:lnTo>
                  <a:pt x="1388" y="541"/>
                </a:lnTo>
                <a:lnTo>
                  <a:pt x="1388" y="540"/>
                </a:lnTo>
                <a:lnTo>
                  <a:pt x="1389" y="539"/>
                </a:lnTo>
                <a:lnTo>
                  <a:pt x="1389" y="538"/>
                </a:lnTo>
                <a:lnTo>
                  <a:pt x="1390" y="537"/>
                </a:lnTo>
                <a:lnTo>
                  <a:pt x="1390" y="536"/>
                </a:lnTo>
                <a:lnTo>
                  <a:pt x="1390" y="535"/>
                </a:lnTo>
                <a:lnTo>
                  <a:pt x="1390" y="534"/>
                </a:lnTo>
                <a:lnTo>
                  <a:pt x="1389" y="533"/>
                </a:lnTo>
                <a:lnTo>
                  <a:pt x="1388" y="533"/>
                </a:lnTo>
                <a:lnTo>
                  <a:pt x="1387" y="532"/>
                </a:lnTo>
                <a:lnTo>
                  <a:pt x="1386" y="532"/>
                </a:lnTo>
                <a:lnTo>
                  <a:pt x="1385" y="533"/>
                </a:lnTo>
                <a:lnTo>
                  <a:pt x="1385" y="534"/>
                </a:lnTo>
                <a:lnTo>
                  <a:pt x="1384" y="536"/>
                </a:lnTo>
                <a:lnTo>
                  <a:pt x="1383" y="536"/>
                </a:lnTo>
                <a:lnTo>
                  <a:pt x="1382" y="537"/>
                </a:lnTo>
                <a:lnTo>
                  <a:pt x="1381" y="537"/>
                </a:lnTo>
                <a:lnTo>
                  <a:pt x="1381" y="536"/>
                </a:lnTo>
                <a:lnTo>
                  <a:pt x="1381" y="534"/>
                </a:lnTo>
                <a:lnTo>
                  <a:pt x="1380" y="533"/>
                </a:lnTo>
                <a:lnTo>
                  <a:pt x="1379" y="532"/>
                </a:lnTo>
                <a:lnTo>
                  <a:pt x="1378" y="531"/>
                </a:lnTo>
                <a:lnTo>
                  <a:pt x="1377" y="531"/>
                </a:lnTo>
                <a:lnTo>
                  <a:pt x="1376" y="531"/>
                </a:lnTo>
                <a:lnTo>
                  <a:pt x="1376" y="530"/>
                </a:lnTo>
                <a:lnTo>
                  <a:pt x="1375" y="529"/>
                </a:lnTo>
                <a:lnTo>
                  <a:pt x="1374" y="529"/>
                </a:lnTo>
                <a:lnTo>
                  <a:pt x="1373" y="529"/>
                </a:lnTo>
                <a:lnTo>
                  <a:pt x="1372" y="529"/>
                </a:lnTo>
                <a:lnTo>
                  <a:pt x="1371" y="529"/>
                </a:lnTo>
                <a:lnTo>
                  <a:pt x="1370" y="528"/>
                </a:lnTo>
                <a:lnTo>
                  <a:pt x="1369" y="527"/>
                </a:lnTo>
                <a:lnTo>
                  <a:pt x="1368" y="526"/>
                </a:lnTo>
                <a:lnTo>
                  <a:pt x="1367" y="525"/>
                </a:lnTo>
                <a:lnTo>
                  <a:pt x="1367" y="524"/>
                </a:lnTo>
                <a:lnTo>
                  <a:pt x="1366" y="523"/>
                </a:lnTo>
                <a:lnTo>
                  <a:pt x="1365" y="522"/>
                </a:lnTo>
                <a:lnTo>
                  <a:pt x="1365" y="521"/>
                </a:lnTo>
                <a:lnTo>
                  <a:pt x="1364" y="521"/>
                </a:lnTo>
                <a:lnTo>
                  <a:pt x="1364" y="520"/>
                </a:lnTo>
                <a:lnTo>
                  <a:pt x="1363" y="520"/>
                </a:lnTo>
                <a:lnTo>
                  <a:pt x="1362" y="520"/>
                </a:lnTo>
                <a:lnTo>
                  <a:pt x="1361" y="520"/>
                </a:lnTo>
                <a:lnTo>
                  <a:pt x="1360" y="520"/>
                </a:lnTo>
                <a:lnTo>
                  <a:pt x="1359" y="520"/>
                </a:lnTo>
                <a:lnTo>
                  <a:pt x="1358" y="520"/>
                </a:lnTo>
                <a:lnTo>
                  <a:pt x="1358" y="519"/>
                </a:lnTo>
                <a:lnTo>
                  <a:pt x="1357" y="518"/>
                </a:lnTo>
                <a:lnTo>
                  <a:pt x="1357" y="517"/>
                </a:lnTo>
                <a:lnTo>
                  <a:pt x="1356" y="516"/>
                </a:lnTo>
                <a:lnTo>
                  <a:pt x="1355" y="516"/>
                </a:lnTo>
                <a:lnTo>
                  <a:pt x="1355" y="515"/>
                </a:lnTo>
                <a:lnTo>
                  <a:pt x="1354" y="513"/>
                </a:lnTo>
                <a:lnTo>
                  <a:pt x="1354" y="512"/>
                </a:lnTo>
                <a:lnTo>
                  <a:pt x="1354" y="510"/>
                </a:lnTo>
                <a:lnTo>
                  <a:pt x="1354" y="509"/>
                </a:lnTo>
                <a:lnTo>
                  <a:pt x="1354" y="508"/>
                </a:lnTo>
                <a:lnTo>
                  <a:pt x="1353" y="507"/>
                </a:lnTo>
                <a:lnTo>
                  <a:pt x="1352" y="506"/>
                </a:lnTo>
                <a:lnTo>
                  <a:pt x="1352" y="505"/>
                </a:lnTo>
                <a:lnTo>
                  <a:pt x="1353" y="505"/>
                </a:lnTo>
                <a:lnTo>
                  <a:pt x="1354" y="505"/>
                </a:lnTo>
                <a:lnTo>
                  <a:pt x="1354" y="504"/>
                </a:lnTo>
                <a:lnTo>
                  <a:pt x="1354" y="503"/>
                </a:lnTo>
                <a:lnTo>
                  <a:pt x="1353" y="503"/>
                </a:lnTo>
                <a:lnTo>
                  <a:pt x="1352" y="503"/>
                </a:lnTo>
                <a:lnTo>
                  <a:pt x="1352" y="502"/>
                </a:lnTo>
                <a:lnTo>
                  <a:pt x="1351" y="502"/>
                </a:lnTo>
                <a:lnTo>
                  <a:pt x="1351" y="501"/>
                </a:lnTo>
                <a:lnTo>
                  <a:pt x="1351" y="500"/>
                </a:lnTo>
                <a:lnTo>
                  <a:pt x="1351" y="499"/>
                </a:lnTo>
                <a:lnTo>
                  <a:pt x="1351" y="498"/>
                </a:lnTo>
                <a:lnTo>
                  <a:pt x="1351" y="497"/>
                </a:lnTo>
                <a:lnTo>
                  <a:pt x="1351" y="495"/>
                </a:lnTo>
                <a:lnTo>
                  <a:pt x="1351" y="494"/>
                </a:lnTo>
                <a:lnTo>
                  <a:pt x="1351" y="493"/>
                </a:lnTo>
                <a:lnTo>
                  <a:pt x="1351" y="492"/>
                </a:lnTo>
                <a:lnTo>
                  <a:pt x="1350" y="491"/>
                </a:lnTo>
                <a:lnTo>
                  <a:pt x="1350" y="490"/>
                </a:lnTo>
                <a:lnTo>
                  <a:pt x="1351" y="487"/>
                </a:lnTo>
                <a:lnTo>
                  <a:pt x="1351" y="486"/>
                </a:lnTo>
                <a:lnTo>
                  <a:pt x="1351" y="485"/>
                </a:lnTo>
                <a:lnTo>
                  <a:pt x="1351" y="483"/>
                </a:lnTo>
                <a:lnTo>
                  <a:pt x="1351" y="482"/>
                </a:lnTo>
                <a:lnTo>
                  <a:pt x="1350" y="482"/>
                </a:lnTo>
                <a:lnTo>
                  <a:pt x="1351" y="483"/>
                </a:lnTo>
                <a:lnTo>
                  <a:pt x="1351" y="485"/>
                </a:lnTo>
                <a:lnTo>
                  <a:pt x="1350" y="484"/>
                </a:lnTo>
                <a:lnTo>
                  <a:pt x="1349" y="483"/>
                </a:lnTo>
                <a:lnTo>
                  <a:pt x="1349" y="482"/>
                </a:lnTo>
                <a:lnTo>
                  <a:pt x="1349" y="481"/>
                </a:lnTo>
                <a:lnTo>
                  <a:pt x="1349" y="479"/>
                </a:lnTo>
                <a:lnTo>
                  <a:pt x="1348" y="479"/>
                </a:lnTo>
                <a:lnTo>
                  <a:pt x="1347" y="479"/>
                </a:lnTo>
                <a:lnTo>
                  <a:pt x="1346" y="480"/>
                </a:lnTo>
                <a:lnTo>
                  <a:pt x="1345" y="480"/>
                </a:lnTo>
                <a:lnTo>
                  <a:pt x="1344" y="481"/>
                </a:lnTo>
                <a:lnTo>
                  <a:pt x="1343" y="481"/>
                </a:lnTo>
                <a:lnTo>
                  <a:pt x="1342" y="481"/>
                </a:lnTo>
                <a:lnTo>
                  <a:pt x="1341" y="481"/>
                </a:lnTo>
                <a:lnTo>
                  <a:pt x="1340" y="481"/>
                </a:lnTo>
                <a:lnTo>
                  <a:pt x="1338" y="481"/>
                </a:lnTo>
                <a:lnTo>
                  <a:pt x="1337" y="481"/>
                </a:lnTo>
                <a:lnTo>
                  <a:pt x="1336" y="481"/>
                </a:lnTo>
                <a:lnTo>
                  <a:pt x="1335" y="481"/>
                </a:lnTo>
                <a:lnTo>
                  <a:pt x="1334" y="481"/>
                </a:lnTo>
                <a:lnTo>
                  <a:pt x="1334" y="482"/>
                </a:lnTo>
                <a:lnTo>
                  <a:pt x="1333" y="482"/>
                </a:lnTo>
                <a:lnTo>
                  <a:pt x="1333" y="483"/>
                </a:lnTo>
                <a:lnTo>
                  <a:pt x="1332" y="483"/>
                </a:lnTo>
                <a:lnTo>
                  <a:pt x="1332" y="484"/>
                </a:lnTo>
                <a:lnTo>
                  <a:pt x="1331" y="484"/>
                </a:lnTo>
                <a:lnTo>
                  <a:pt x="1330" y="484"/>
                </a:lnTo>
                <a:lnTo>
                  <a:pt x="1329" y="483"/>
                </a:lnTo>
                <a:lnTo>
                  <a:pt x="1328" y="483"/>
                </a:lnTo>
                <a:lnTo>
                  <a:pt x="1327" y="483"/>
                </a:lnTo>
                <a:lnTo>
                  <a:pt x="1326" y="483"/>
                </a:lnTo>
                <a:lnTo>
                  <a:pt x="1325" y="482"/>
                </a:lnTo>
                <a:lnTo>
                  <a:pt x="1325" y="481"/>
                </a:lnTo>
                <a:lnTo>
                  <a:pt x="1325" y="480"/>
                </a:lnTo>
                <a:lnTo>
                  <a:pt x="1326" y="480"/>
                </a:lnTo>
                <a:lnTo>
                  <a:pt x="1326" y="479"/>
                </a:lnTo>
                <a:lnTo>
                  <a:pt x="1327" y="479"/>
                </a:lnTo>
                <a:lnTo>
                  <a:pt x="1328" y="479"/>
                </a:lnTo>
                <a:lnTo>
                  <a:pt x="1329" y="479"/>
                </a:lnTo>
                <a:lnTo>
                  <a:pt x="1329" y="478"/>
                </a:lnTo>
                <a:lnTo>
                  <a:pt x="1329" y="477"/>
                </a:lnTo>
                <a:lnTo>
                  <a:pt x="1328" y="477"/>
                </a:lnTo>
                <a:lnTo>
                  <a:pt x="1327" y="477"/>
                </a:lnTo>
                <a:lnTo>
                  <a:pt x="1326" y="476"/>
                </a:lnTo>
                <a:lnTo>
                  <a:pt x="1325" y="475"/>
                </a:lnTo>
                <a:lnTo>
                  <a:pt x="1325" y="474"/>
                </a:lnTo>
                <a:lnTo>
                  <a:pt x="1326" y="474"/>
                </a:lnTo>
                <a:lnTo>
                  <a:pt x="1326" y="473"/>
                </a:lnTo>
                <a:lnTo>
                  <a:pt x="1327" y="473"/>
                </a:lnTo>
                <a:lnTo>
                  <a:pt x="1327" y="472"/>
                </a:lnTo>
                <a:lnTo>
                  <a:pt x="1328" y="472"/>
                </a:lnTo>
                <a:lnTo>
                  <a:pt x="1328" y="471"/>
                </a:lnTo>
                <a:lnTo>
                  <a:pt x="1329" y="470"/>
                </a:lnTo>
                <a:lnTo>
                  <a:pt x="1329" y="469"/>
                </a:lnTo>
                <a:lnTo>
                  <a:pt x="1328" y="469"/>
                </a:lnTo>
                <a:lnTo>
                  <a:pt x="1328" y="468"/>
                </a:lnTo>
                <a:lnTo>
                  <a:pt x="1327" y="468"/>
                </a:lnTo>
                <a:lnTo>
                  <a:pt x="1327" y="469"/>
                </a:lnTo>
                <a:lnTo>
                  <a:pt x="1326" y="469"/>
                </a:lnTo>
                <a:lnTo>
                  <a:pt x="1325" y="469"/>
                </a:lnTo>
                <a:lnTo>
                  <a:pt x="1325" y="468"/>
                </a:lnTo>
                <a:lnTo>
                  <a:pt x="1324" y="468"/>
                </a:lnTo>
                <a:lnTo>
                  <a:pt x="1323" y="468"/>
                </a:lnTo>
                <a:lnTo>
                  <a:pt x="1322" y="468"/>
                </a:lnTo>
                <a:lnTo>
                  <a:pt x="1321" y="469"/>
                </a:lnTo>
                <a:lnTo>
                  <a:pt x="1320" y="470"/>
                </a:lnTo>
                <a:lnTo>
                  <a:pt x="1319" y="471"/>
                </a:lnTo>
                <a:lnTo>
                  <a:pt x="1319" y="472"/>
                </a:lnTo>
                <a:lnTo>
                  <a:pt x="1318" y="472"/>
                </a:lnTo>
                <a:lnTo>
                  <a:pt x="1318" y="473"/>
                </a:lnTo>
                <a:lnTo>
                  <a:pt x="1317" y="474"/>
                </a:lnTo>
                <a:lnTo>
                  <a:pt x="1316" y="474"/>
                </a:lnTo>
                <a:lnTo>
                  <a:pt x="1315" y="474"/>
                </a:lnTo>
                <a:lnTo>
                  <a:pt x="1313" y="475"/>
                </a:lnTo>
                <a:lnTo>
                  <a:pt x="1312" y="475"/>
                </a:lnTo>
                <a:lnTo>
                  <a:pt x="1312" y="476"/>
                </a:lnTo>
                <a:lnTo>
                  <a:pt x="1311" y="476"/>
                </a:lnTo>
                <a:lnTo>
                  <a:pt x="1310" y="476"/>
                </a:lnTo>
                <a:lnTo>
                  <a:pt x="1309" y="475"/>
                </a:lnTo>
                <a:lnTo>
                  <a:pt x="1308" y="474"/>
                </a:lnTo>
                <a:lnTo>
                  <a:pt x="1307" y="474"/>
                </a:lnTo>
                <a:lnTo>
                  <a:pt x="1306" y="475"/>
                </a:lnTo>
                <a:lnTo>
                  <a:pt x="1305" y="475"/>
                </a:lnTo>
                <a:lnTo>
                  <a:pt x="1305" y="476"/>
                </a:lnTo>
                <a:lnTo>
                  <a:pt x="1304" y="476"/>
                </a:lnTo>
                <a:lnTo>
                  <a:pt x="1303" y="476"/>
                </a:lnTo>
                <a:lnTo>
                  <a:pt x="1302" y="476"/>
                </a:lnTo>
                <a:lnTo>
                  <a:pt x="1301" y="476"/>
                </a:lnTo>
                <a:lnTo>
                  <a:pt x="1300" y="475"/>
                </a:lnTo>
                <a:lnTo>
                  <a:pt x="1300" y="474"/>
                </a:lnTo>
                <a:lnTo>
                  <a:pt x="1300" y="472"/>
                </a:lnTo>
                <a:lnTo>
                  <a:pt x="1300" y="471"/>
                </a:lnTo>
                <a:lnTo>
                  <a:pt x="1300" y="470"/>
                </a:lnTo>
                <a:lnTo>
                  <a:pt x="1299" y="470"/>
                </a:lnTo>
                <a:lnTo>
                  <a:pt x="1298" y="470"/>
                </a:lnTo>
                <a:lnTo>
                  <a:pt x="1297" y="470"/>
                </a:lnTo>
                <a:lnTo>
                  <a:pt x="1296" y="471"/>
                </a:lnTo>
                <a:lnTo>
                  <a:pt x="1295" y="471"/>
                </a:lnTo>
                <a:lnTo>
                  <a:pt x="1294" y="471"/>
                </a:lnTo>
                <a:lnTo>
                  <a:pt x="1293" y="472"/>
                </a:lnTo>
                <a:lnTo>
                  <a:pt x="1292" y="472"/>
                </a:lnTo>
                <a:lnTo>
                  <a:pt x="1291" y="473"/>
                </a:lnTo>
                <a:lnTo>
                  <a:pt x="1291" y="474"/>
                </a:lnTo>
                <a:lnTo>
                  <a:pt x="1290" y="475"/>
                </a:lnTo>
                <a:lnTo>
                  <a:pt x="1289" y="475"/>
                </a:lnTo>
                <a:lnTo>
                  <a:pt x="1289" y="476"/>
                </a:lnTo>
                <a:lnTo>
                  <a:pt x="1290" y="477"/>
                </a:lnTo>
                <a:lnTo>
                  <a:pt x="1290" y="478"/>
                </a:lnTo>
                <a:lnTo>
                  <a:pt x="1291" y="478"/>
                </a:lnTo>
                <a:lnTo>
                  <a:pt x="1292" y="478"/>
                </a:lnTo>
                <a:lnTo>
                  <a:pt x="1293" y="477"/>
                </a:lnTo>
                <a:lnTo>
                  <a:pt x="1294" y="477"/>
                </a:lnTo>
                <a:lnTo>
                  <a:pt x="1295" y="477"/>
                </a:lnTo>
                <a:lnTo>
                  <a:pt x="1296" y="477"/>
                </a:lnTo>
                <a:lnTo>
                  <a:pt x="1296" y="478"/>
                </a:lnTo>
                <a:lnTo>
                  <a:pt x="1295" y="479"/>
                </a:lnTo>
                <a:lnTo>
                  <a:pt x="1295" y="480"/>
                </a:lnTo>
                <a:lnTo>
                  <a:pt x="1294" y="480"/>
                </a:lnTo>
                <a:lnTo>
                  <a:pt x="1293" y="479"/>
                </a:lnTo>
                <a:lnTo>
                  <a:pt x="1292" y="479"/>
                </a:lnTo>
                <a:lnTo>
                  <a:pt x="1291" y="479"/>
                </a:lnTo>
                <a:lnTo>
                  <a:pt x="1289" y="480"/>
                </a:lnTo>
                <a:lnTo>
                  <a:pt x="1288" y="481"/>
                </a:lnTo>
                <a:lnTo>
                  <a:pt x="1288" y="482"/>
                </a:lnTo>
                <a:lnTo>
                  <a:pt x="1287" y="482"/>
                </a:lnTo>
                <a:lnTo>
                  <a:pt x="1287" y="483"/>
                </a:lnTo>
                <a:lnTo>
                  <a:pt x="1287" y="484"/>
                </a:lnTo>
                <a:lnTo>
                  <a:pt x="1287" y="485"/>
                </a:lnTo>
                <a:lnTo>
                  <a:pt x="1288" y="486"/>
                </a:lnTo>
                <a:lnTo>
                  <a:pt x="1288" y="487"/>
                </a:lnTo>
                <a:lnTo>
                  <a:pt x="1289" y="487"/>
                </a:lnTo>
                <a:lnTo>
                  <a:pt x="1290" y="489"/>
                </a:lnTo>
                <a:lnTo>
                  <a:pt x="1290" y="490"/>
                </a:lnTo>
                <a:lnTo>
                  <a:pt x="1291" y="491"/>
                </a:lnTo>
                <a:lnTo>
                  <a:pt x="1292" y="491"/>
                </a:lnTo>
                <a:lnTo>
                  <a:pt x="1292" y="492"/>
                </a:lnTo>
                <a:lnTo>
                  <a:pt x="1291" y="493"/>
                </a:lnTo>
                <a:lnTo>
                  <a:pt x="1290" y="492"/>
                </a:lnTo>
                <a:lnTo>
                  <a:pt x="1289" y="492"/>
                </a:lnTo>
                <a:lnTo>
                  <a:pt x="1288" y="492"/>
                </a:lnTo>
                <a:lnTo>
                  <a:pt x="1288" y="493"/>
                </a:lnTo>
                <a:lnTo>
                  <a:pt x="1288" y="495"/>
                </a:lnTo>
                <a:lnTo>
                  <a:pt x="1288" y="496"/>
                </a:lnTo>
                <a:lnTo>
                  <a:pt x="1289" y="497"/>
                </a:lnTo>
                <a:lnTo>
                  <a:pt x="1289" y="498"/>
                </a:lnTo>
                <a:lnTo>
                  <a:pt x="1289" y="501"/>
                </a:lnTo>
                <a:lnTo>
                  <a:pt x="1289" y="502"/>
                </a:lnTo>
                <a:lnTo>
                  <a:pt x="1290" y="503"/>
                </a:lnTo>
                <a:lnTo>
                  <a:pt x="1290" y="504"/>
                </a:lnTo>
                <a:lnTo>
                  <a:pt x="1289" y="505"/>
                </a:lnTo>
                <a:lnTo>
                  <a:pt x="1289" y="506"/>
                </a:lnTo>
                <a:lnTo>
                  <a:pt x="1288" y="506"/>
                </a:lnTo>
                <a:lnTo>
                  <a:pt x="1288" y="507"/>
                </a:lnTo>
                <a:lnTo>
                  <a:pt x="1287" y="508"/>
                </a:lnTo>
                <a:lnTo>
                  <a:pt x="1288" y="508"/>
                </a:lnTo>
                <a:lnTo>
                  <a:pt x="1288" y="509"/>
                </a:lnTo>
                <a:lnTo>
                  <a:pt x="1288" y="511"/>
                </a:lnTo>
                <a:lnTo>
                  <a:pt x="1288" y="512"/>
                </a:lnTo>
                <a:lnTo>
                  <a:pt x="1288" y="513"/>
                </a:lnTo>
                <a:lnTo>
                  <a:pt x="1288" y="514"/>
                </a:lnTo>
                <a:lnTo>
                  <a:pt x="1288" y="515"/>
                </a:lnTo>
                <a:lnTo>
                  <a:pt x="1287" y="515"/>
                </a:lnTo>
                <a:lnTo>
                  <a:pt x="1288" y="515"/>
                </a:lnTo>
                <a:lnTo>
                  <a:pt x="1288" y="516"/>
                </a:lnTo>
                <a:lnTo>
                  <a:pt x="1289" y="517"/>
                </a:lnTo>
                <a:lnTo>
                  <a:pt x="1289" y="518"/>
                </a:lnTo>
                <a:lnTo>
                  <a:pt x="1290" y="519"/>
                </a:lnTo>
                <a:lnTo>
                  <a:pt x="1290" y="520"/>
                </a:lnTo>
                <a:lnTo>
                  <a:pt x="1289" y="520"/>
                </a:lnTo>
                <a:lnTo>
                  <a:pt x="1289" y="521"/>
                </a:lnTo>
                <a:lnTo>
                  <a:pt x="1289" y="522"/>
                </a:lnTo>
                <a:lnTo>
                  <a:pt x="1288" y="522"/>
                </a:lnTo>
                <a:lnTo>
                  <a:pt x="1288" y="523"/>
                </a:lnTo>
                <a:lnTo>
                  <a:pt x="1288" y="524"/>
                </a:lnTo>
                <a:lnTo>
                  <a:pt x="1287" y="524"/>
                </a:lnTo>
                <a:lnTo>
                  <a:pt x="1287" y="525"/>
                </a:lnTo>
                <a:lnTo>
                  <a:pt x="1287" y="526"/>
                </a:lnTo>
                <a:lnTo>
                  <a:pt x="1288" y="527"/>
                </a:lnTo>
                <a:lnTo>
                  <a:pt x="1288" y="528"/>
                </a:lnTo>
                <a:lnTo>
                  <a:pt x="1288" y="529"/>
                </a:lnTo>
                <a:lnTo>
                  <a:pt x="1288" y="530"/>
                </a:lnTo>
                <a:lnTo>
                  <a:pt x="1287" y="531"/>
                </a:lnTo>
                <a:lnTo>
                  <a:pt x="1288" y="532"/>
                </a:lnTo>
                <a:lnTo>
                  <a:pt x="1288" y="533"/>
                </a:lnTo>
                <a:lnTo>
                  <a:pt x="1287" y="533"/>
                </a:lnTo>
                <a:lnTo>
                  <a:pt x="1287" y="534"/>
                </a:lnTo>
                <a:lnTo>
                  <a:pt x="1286" y="534"/>
                </a:lnTo>
                <a:lnTo>
                  <a:pt x="1286" y="535"/>
                </a:lnTo>
                <a:lnTo>
                  <a:pt x="1287" y="536"/>
                </a:lnTo>
                <a:lnTo>
                  <a:pt x="1287" y="537"/>
                </a:lnTo>
                <a:lnTo>
                  <a:pt x="1287" y="538"/>
                </a:lnTo>
                <a:lnTo>
                  <a:pt x="1288" y="538"/>
                </a:lnTo>
                <a:lnTo>
                  <a:pt x="1288" y="539"/>
                </a:lnTo>
                <a:lnTo>
                  <a:pt x="1290" y="541"/>
                </a:lnTo>
                <a:lnTo>
                  <a:pt x="1291" y="541"/>
                </a:lnTo>
                <a:lnTo>
                  <a:pt x="1292" y="541"/>
                </a:lnTo>
                <a:lnTo>
                  <a:pt x="1292" y="542"/>
                </a:lnTo>
                <a:lnTo>
                  <a:pt x="1293" y="542"/>
                </a:lnTo>
                <a:lnTo>
                  <a:pt x="1294" y="542"/>
                </a:lnTo>
                <a:lnTo>
                  <a:pt x="1295" y="542"/>
                </a:lnTo>
                <a:lnTo>
                  <a:pt x="1295" y="543"/>
                </a:lnTo>
                <a:lnTo>
                  <a:pt x="1294" y="543"/>
                </a:lnTo>
                <a:lnTo>
                  <a:pt x="1294" y="544"/>
                </a:lnTo>
                <a:lnTo>
                  <a:pt x="1293" y="544"/>
                </a:lnTo>
                <a:lnTo>
                  <a:pt x="1293" y="543"/>
                </a:lnTo>
                <a:lnTo>
                  <a:pt x="1292" y="543"/>
                </a:lnTo>
                <a:lnTo>
                  <a:pt x="1291" y="543"/>
                </a:lnTo>
                <a:lnTo>
                  <a:pt x="1291" y="544"/>
                </a:lnTo>
                <a:lnTo>
                  <a:pt x="1291" y="545"/>
                </a:lnTo>
                <a:lnTo>
                  <a:pt x="1292" y="546"/>
                </a:lnTo>
                <a:lnTo>
                  <a:pt x="1292" y="547"/>
                </a:lnTo>
                <a:lnTo>
                  <a:pt x="1292" y="548"/>
                </a:lnTo>
                <a:lnTo>
                  <a:pt x="1292" y="549"/>
                </a:lnTo>
                <a:lnTo>
                  <a:pt x="1293" y="549"/>
                </a:lnTo>
                <a:lnTo>
                  <a:pt x="1294" y="549"/>
                </a:lnTo>
                <a:lnTo>
                  <a:pt x="1294" y="550"/>
                </a:lnTo>
                <a:lnTo>
                  <a:pt x="1293" y="551"/>
                </a:lnTo>
                <a:lnTo>
                  <a:pt x="1292" y="551"/>
                </a:lnTo>
                <a:lnTo>
                  <a:pt x="1291" y="549"/>
                </a:lnTo>
                <a:lnTo>
                  <a:pt x="1291" y="548"/>
                </a:lnTo>
                <a:lnTo>
                  <a:pt x="1290" y="548"/>
                </a:lnTo>
                <a:lnTo>
                  <a:pt x="1289" y="549"/>
                </a:lnTo>
                <a:lnTo>
                  <a:pt x="1288" y="550"/>
                </a:lnTo>
                <a:lnTo>
                  <a:pt x="1288" y="551"/>
                </a:lnTo>
                <a:lnTo>
                  <a:pt x="1289" y="552"/>
                </a:lnTo>
                <a:lnTo>
                  <a:pt x="1290" y="552"/>
                </a:lnTo>
                <a:lnTo>
                  <a:pt x="1291" y="552"/>
                </a:lnTo>
                <a:lnTo>
                  <a:pt x="1292" y="553"/>
                </a:lnTo>
                <a:lnTo>
                  <a:pt x="1291" y="553"/>
                </a:lnTo>
                <a:lnTo>
                  <a:pt x="1291" y="554"/>
                </a:lnTo>
                <a:lnTo>
                  <a:pt x="1291" y="555"/>
                </a:lnTo>
                <a:lnTo>
                  <a:pt x="1290" y="555"/>
                </a:lnTo>
                <a:lnTo>
                  <a:pt x="1290" y="556"/>
                </a:lnTo>
                <a:lnTo>
                  <a:pt x="1291" y="556"/>
                </a:lnTo>
                <a:lnTo>
                  <a:pt x="1291" y="557"/>
                </a:lnTo>
                <a:lnTo>
                  <a:pt x="1292" y="557"/>
                </a:lnTo>
                <a:lnTo>
                  <a:pt x="1292" y="556"/>
                </a:lnTo>
                <a:lnTo>
                  <a:pt x="1293" y="556"/>
                </a:lnTo>
                <a:lnTo>
                  <a:pt x="1294" y="556"/>
                </a:lnTo>
                <a:lnTo>
                  <a:pt x="1295" y="556"/>
                </a:lnTo>
                <a:lnTo>
                  <a:pt x="1295" y="557"/>
                </a:lnTo>
                <a:lnTo>
                  <a:pt x="1295" y="558"/>
                </a:lnTo>
                <a:lnTo>
                  <a:pt x="1294" y="558"/>
                </a:lnTo>
                <a:lnTo>
                  <a:pt x="1294" y="559"/>
                </a:lnTo>
                <a:lnTo>
                  <a:pt x="1293" y="559"/>
                </a:lnTo>
                <a:lnTo>
                  <a:pt x="1292" y="559"/>
                </a:lnTo>
                <a:lnTo>
                  <a:pt x="1292" y="560"/>
                </a:lnTo>
                <a:lnTo>
                  <a:pt x="1292" y="562"/>
                </a:lnTo>
                <a:lnTo>
                  <a:pt x="1292" y="563"/>
                </a:lnTo>
                <a:lnTo>
                  <a:pt x="1291" y="564"/>
                </a:lnTo>
                <a:lnTo>
                  <a:pt x="1290" y="565"/>
                </a:lnTo>
                <a:lnTo>
                  <a:pt x="1290" y="566"/>
                </a:lnTo>
                <a:lnTo>
                  <a:pt x="1291" y="567"/>
                </a:lnTo>
                <a:lnTo>
                  <a:pt x="1291" y="568"/>
                </a:lnTo>
                <a:lnTo>
                  <a:pt x="1291" y="569"/>
                </a:lnTo>
                <a:lnTo>
                  <a:pt x="1292" y="570"/>
                </a:lnTo>
                <a:lnTo>
                  <a:pt x="1293" y="571"/>
                </a:lnTo>
                <a:lnTo>
                  <a:pt x="1293" y="572"/>
                </a:lnTo>
                <a:lnTo>
                  <a:pt x="1293" y="573"/>
                </a:lnTo>
                <a:lnTo>
                  <a:pt x="1294" y="574"/>
                </a:lnTo>
                <a:lnTo>
                  <a:pt x="1294" y="575"/>
                </a:lnTo>
                <a:lnTo>
                  <a:pt x="1293" y="575"/>
                </a:lnTo>
                <a:lnTo>
                  <a:pt x="1293" y="576"/>
                </a:lnTo>
                <a:lnTo>
                  <a:pt x="1293" y="577"/>
                </a:lnTo>
                <a:lnTo>
                  <a:pt x="1294" y="578"/>
                </a:lnTo>
                <a:lnTo>
                  <a:pt x="1294" y="579"/>
                </a:lnTo>
                <a:lnTo>
                  <a:pt x="1294" y="580"/>
                </a:lnTo>
                <a:lnTo>
                  <a:pt x="1293" y="580"/>
                </a:lnTo>
                <a:lnTo>
                  <a:pt x="1294" y="582"/>
                </a:lnTo>
                <a:lnTo>
                  <a:pt x="1295" y="582"/>
                </a:lnTo>
                <a:lnTo>
                  <a:pt x="1295" y="583"/>
                </a:lnTo>
                <a:lnTo>
                  <a:pt x="1296" y="584"/>
                </a:lnTo>
                <a:lnTo>
                  <a:pt x="1296" y="585"/>
                </a:lnTo>
                <a:lnTo>
                  <a:pt x="1297" y="586"/>
                </a:lnTo>
                <a:lnTo>
                  <a:pt x="1297" y="587"/>
                </a:lnTo>
                <a:lnTo>
                  <a:pt x="1296" y="587"/>
                </a:lnTo>
                <a:lnTo>
                  <a:pt x="1296" y="588"/>
                </a:lnTo>
                <a:lnTo>
                  <a:pt x="1296" y="589"/>
                </a:lnTo>
                <a:lnTo>
                  <a:pt x="1296" y="590"/>
                </a:lnTo>
                <a:lnTo>
                  <a:pt x="1295" y="591"/>
                </a:lnTo>
                <a:lnTo>
                  <a:pt x="1295" y="592"/>
                </a:lnTo>
                <a:lnTo>
                  <a:pt x="1296" y="592"/>
                </a:lnTo>
                <a:lnTo>
                  <a:pt x="1296" y="593"/>
                </a:lnTo>
                <a:lnTo>
                  <a:pt x="1295" y="593"/>
                </a:lnTo>
                <a:lnTo>
                  <a:pt x="1294" y="594"/>
                </a:lnTo>
                <a:lnTo>
                  <a:pt x="1294" y="595"/>
                </a:lnTo>
                <a:lnTo>
                  <a:pt x="1293" y="596"/>
                </a:lnTo>
                <a:lnTo>
                  <a:pt x="1293" y="597"/>
                </a:lnTo>
                <a:lnTo>
                  <a:pt x="1292" y="597"/>
                </a:lnTo>
                <a:lnTo>
                  <a:pt x="1291" y="597"/>
                </a:lnTo>
                <a:lnTo>
                  <a:pt x="1290" y="597"/>
                </a:lnTo>
                <a:lnTo>
                  <a:pt x="1289" y="597"/>
                </a:lnTo>
                <a:lnTo>
                  <a:pt x="1289" y="596"/>
                </a:lnTo>
                <a:lnTo>
                  <a:pt x="1288" y="596"/>
                </a:lnTo>
                <a:lnTo>
                  <a:pt x="1287" y="596"/>
                </a:lnTo>
                <a:lnTo>
                  <a:pt x="1287" y="597"/>
                </a:lnTo>
                <a:lnTo>
                  <a:pt x="1286" y="597"/>
                </a:lnTo>
                <a:lnTo>
                  <a:pt x="1286" y="598"/>
                </a:lnTo>
                <a:lnTo>
                  <a:pt x="1285" y="599"/>
                </a:lnTo>
                <a:lnTo>
                  <a:pt x="1284" y="599"/>
                </a:lnTo>
                <a:lnTo>
                  <a:pt x="1284" y="598"/>
                </a:lnTo>
                <a:lnTo>
                  <a:pt x="1284" y="597"/>
                </a:lnTo>
                <a:lnTo>
                  <a:pt x="1283" y="597"/>
                </a:lnTo>
                <a:lnTo>
                  <a:pt x="1282" y="597"/>
                </a:lnTo>
                <a:lnTo>
                  <a:pt x="1282" y="596"/>
                </a:lnTo>
                <a:lnTo>
                  <a:pt x="1281" y="595"/>
                </a:lnTo>
                <a:lnTo>
                  <a:pt x="1280" y="594"/>
                </a:lnTo>
                <a:lnTo>
                  <a:pt x="1279" y="593"/>
                </a:lnTo>
                <a:lnTo>
                  <a:pt x="1278" y="593"/>
                </a:lnTo>
                <a:lnTo>
                  <a:pt x="1277" y="594"/>
                </a:lnTo>
                <a:lnTo>
                  <a:pt x="1277" y="595"/>
                </a:lnTo>
                <a:lnTo>
                  <a:pt x="1277" y="596"/>
                </a:lnTo>
                <a:lnTo>
                  <a:pt x="1276" y="596"/>
                </a:lnTo>
                <a:lnTo>
                  <a:pt x="1275" y="596"/>
                </a:lnTo>
                <a:lnTo>
                  <a:pt x="1275" y="597"/>
                </a:lnTo>
                <a:lnTo>
                  <a:pt x="1276" y="597"/>
                </a:lnTo>
                <a:lnTo>
                  <a:pt x="1276" y="598"/>
                </a:lnTo>
                <a:lnTo>
                  <a:pt x="1277" y="598"/>
                </a:lnTo>
                <a:lnTo>
                  <a:pt x="1277" y="597"/>
                </a:lnTo>
                <a:lnTo>
                  <a:pt x="1278" y="597"/>
                </a:lnTo>
                <a:lnTo>
                  <a:pt x="1279" y="597"/>
                </a:lnTo>
                <a:lnTo>
                  <a:pt x="1279" y="598"/>
                </a:lnTo>
                <a:lnTo>
                  <a:pt x="1278" y="599"/>
                </a:lnTo>
                <a:lnTo>
                  <a:pt x="1278" y="600"/>
                </a:lnTo>
                <a:lnTo>
                  <a:pt x="1278" y="601"/>
                </a:lnTo>
                <a:lnTo>
                  <a:pt x="1278" y="602"/>
                </a:lnTo>
                <a:lnTo>
                  <a:pt x="1278" y="603"/>
                </a:lnTo>
                <a:lnTo>
                  <a:pt x="1278" y="604"/>
                </a:lnTo>
                <a:lnTo>
                  <a:pt x="1277" y="604"/>
                </a:lnTo>
                <a:lnTo>
                  <a:pt x="1276" y="604"/>
                </a:lnTo>
                <a:lnTo>
                  <a:pt x="1275" y="604"/>
                </a:lnTo>
                <a:lnTo>
                  <a:pt x="1275" y="605"/>
                </a:lnTo>
                <a:lnTo>
                  <a:pt x="1275" y="606"/>
                </a:lnTo>
                <a:lnTo>
                  <a:pt x="1274" y="607"/>
                </a:lnTo>
                <a:lnTo>
                  <a:pt x="1274" y="608"/>
                </a:lnTo>
                <a:lnTo>
                  <a:pt x="1274" y="609"/>
                </a:lnTo>
                <a:lnTo>
                  <a:pt x="1274" y="610"/>
                </a:lnTo>
                <a:lnTo>
                  <a:pt x="1275" y="610"/>
                </a:lnTo>
                <a:lnTo>
                  <a:pt x="1276" y="610"/>
                </a:lnTo>
                <a:lnTo>
                  <a:pt x="1276" y="611"/>
                </a:lnTo>
                <a:lnTo>
                  <a:pt x="1275" y="612"/>
                </a:lnTo>
                <a:lnTo>
                  <a:pt x="1274" y="612"/>
                </a:lnTo>
                <a:lnTo>
                  <a:pt x="1273" y="612"/>
                </a:lnTo>
                <a:lnTo>
                  <a:pt x="1274" y="613"/>
                </a:lnTo>
                <a:lnTo>
                  <a:pt x="1274" y="615"/>
                </a:lnTo>
                <a:lnTo>
                  <a:pt x="1274" y="616"/>
                </a:lnTo>
                <a:lnTo>
                  <a:pt x="1273" y="616"/>
                </a:lnTo>
                <a:lnTo>
                  <a:pt x="1273" y="615"/>
                </a:lnTo>
                <a:lnTo>
                  <a:pt x="1273" y="614"/>
                </a:lnTo>
                <a:lnTo>
                  <a:pt x="1272" y="614"/>
                </a:lnTo>
                <a:lnTo>
                  <a:pt x="1272" y="615"/>
                </a:lnTo>
                <a:lnTo>
                  <a:pt x="1273" y="615"/>
                </a:lnTo>
                <a:lnTo>
                  <a:pt x="1272" y="615"/>
                </a:lnTo>
                <a:lnTo>
                  <a:pt x="1271" y="614"/>
                </a:lnTo>
                <a:lnTo>
                  <a:pt x="1271" y="613"/>
                </a:lnTo>
                <a:lnTo>
                  <a:pt x="1270" y="612"/>
                </a:lnTo>
                <a:lnTo>
                  <a:pt x="1269" y="611"/>
                </a:lnTo>
                <a:lnTo>
                  <a:pt x="1269" y="610"/>
                </a:lnTo>
                <a:lnTo>
                  <a:pt x="1267" y="610"/>
                </a:lnTo>
                <a:lnTo>
                  <a:pt x="1266" y="610"/>
                </a:lnTo>
                <a:lnTo>
                  <a:pt x="1265" y="610"/>
                </a:lnTo>
                <a:lnTo>
                  <a:pt x="1265" y="609"/>
                </a:lnTo>
                <a:lnTo>
                  <a:pt x="1264" y="609"/>
                </a:lnTo>
                <a:lnTo>
                  <a:pt x="1264" y="607"/>
                </a:lnTo>
                <a:lnTo>
                  <a:pt x="1263" y="607"/>
                </a:lnTo>
                <a:lnTo>
                  <a:pt x="1262" y="607"/>
                </a:lnTo>
                <a:lnTo>
                  <a:pt x="1261" y="606"/>
                </a:lnTo>
                <a:lnTo>
                  <a:pt x="1258" y="606"/>
                </a:lnTo>
                <a:lnTo>
                  <a:pt x="1257" y="606"/>
                </a:lnTo>
                <a:lnTo>
                  <a:pt x="1257" y="605"/>
                </a:lnTo>
                <a:lnTo>
                  <a:pt x="1256" y="604"/>
                </a:lnTo>
                <a:lnTo>
                  <a:pt x="1256" y="603"/>
                </a:lnTo>
                <a:lnTo>
                  <a:pt x="1255" y="603"/>
                </a:lnTo>
                <a:lnTo>
                  <a:pt x="1254" y="603"/>
                </a:lnTo>
                <a:lnTo>
                  <a:pt x="1254" y="604"/>
                </a:lnTo>
                <a:lnTo>
                  <a:pt x="1254" y="605"/>
                </a:lnTo>
                <a:lnTo>
                  <a:pt x="1253" y="605"/>
                </a:lnTo>
                <a:lnTo>
                  <a:pt x="1252" y="605"/>
                </a:lnTo>
                <a:lnTo>
                  <a:pt x="1252" y="606"/>
                </a:lnTo>
                <a:lnTo>
                  <a:pt x="1251" y="606"/>
                </a:lnTo>
                <a:lnTo>
                  <a:pt x="1251" y="605"/>
                </a:lnTo>
                <a:lnTo>
                  <a:pt x="1250" y="605"/>
                </a:lnTo>
                <a:lnTo>
                  <a:pt x="1249" y="604"/>
                </a:lnTo>
                <a:lnTo>
                  <a:pt x="1247" y="603"/>
                </a:lnTo>
                <a:lnTo>
                  <a:pt x="1246" y="603"/>
                </a:lnTo>
                <a:lnTo>
                  <a:pt x="1246" y="604"/>
                </a:lnTo>
                <a:lnTo>
                  <a:pt x="1245" y="605"/>
                </a:lnTo>
                <a:lnTo>
                  <a:pt x="1246" y="605"/>
                </a:lnTo>
                <a:lnTo>
                  <a:pt x="1246" y="606"/>
                </a:lnTo>
                <a:lnTo>
                  <a:pt x="1246" y="607"/>
                </a:lnTo>
                <a:lnTo>
                  <a:pt x="1246" y="608"/>
                </a:lnTo>
                <a:lnTo>
                  <a:pt x="1246" y="609"/>
                </a:lnTo>
                <a:lnTo>
                  <a:pt x="1245" y="609"/>
                </a:lnTo>
                <a:lnTo>
                  <a:pt x="1244" y="609"/>
                </a:lnTo>
                <a:lnTo>
                  <a:pt x="1243" y="609"/>
                </a:lnTo>
                <a:lnTo>
                  <a:pt x="1242" y="609"/>
                </a:lnTo>
                <a:lnTo>
                  <a:pt x="1241" y="609"/>
                </a:lnTo>
                <a:lnTo>
                  <a:pt x="1241" y="608"/>
                </a:lnTo>
                <a:lnTo>
                  <a:pt x="1242" y="607"/>
                </a:lnTo>
                <a:lnTo>
                  <a:pt x="1242" y="606"/>
                </a:lnTo>
                <a:lnTo>
                  <a:pt x="1243" y="605"/>
                </a:lnTo>
                <a:lnTo>
                  <a:pt x="1242" y="604"/>
                </a:lnTo>
                <a:lnTo>
                  <a:pt x="1242" y="603"/>
                </a:lnTo>
                <a:lnTo>
                  <a:pt x="1241" y="603"/>
                </a:lnTo>
                <a:lnTo>
                  <a:pt x="1240" y="604"/>
                </a:lnTo>
                <a:lnTo>
                  <a:pt x="1238" y="605"/>
                </a:lnTo>
                <a:lnTo>
                  <a:pt x="1238" y="606"/>
                </a:lnTo>
                <a:lnTo>
                  <a:pt x="1238" y="607"/>
                </a:lnTo>
                <a:lnTo>
                  <a:pt x="1238" y="608"/>
                </a:lnTo>
                <a:lnTo>
                  <a:pt x="1239" y="608"/>
                </a:lnTo>
                <a:lnTo>
                  <a:pt x="1239" y="609"/>
                </a:lnTo>
                <a:lnTo>
                  <a:pt x="1240" y="609"/>
                </a:lnTo>
                <a:lnTo>
                  <a:pt x="1241" y="609"/>
                </a:lnTo>
                <a:lnTo>
                  <a:pt x="1242" y="610"/>
                </a:lnTo>
                <a:lnTo>
                  <a:pt x="1242" y="611"/>
                </a:lnTo>
                <a:lnTo>
                  <a:pt x="1241" y="612"/>
                </a:lnTo>
                <a:lnTo>
                  <a:pt x="1241" y="611"/>
                </a:lnTo>
                <a:lnTo>
                  <a:pt x="1240" y="611"/>
                </a:lnTo>
                <a:lnTo>
                  <a:pt x="1240" y="612"/>
                </a:lnTo>
                <a:lnTo>
                  <a:pt x="1241" y="612"/>
                </a:lnTo>
                <a:lnTo>
                  <a:pt x="1241" y="613"/>
                </a:lnTo>
                <a:lnTo>
                  <a:pt x="1242" y="613"/>
                </a:lnTo>
                <a:lnTo>
                  <a:pt x="1242" y="614"/>
                </a:lnTo>
                <a:lnTo>
                  <a:pt x="1241" y="614"/>
                </a:lnTo>
                <a:lnTo>
                  <a:pt x="1240" y="613"/>
                </a:lnTo>
                <a:lnTo>
                  <a:pt x="1239" y="613"/>
                </a:lnTo>
                <a:lnTo>
                  <a:pt x="1239" y="612"/>
                </a:lnTo>
                <a:lnTo>
                  <a:pt x="1238" y="612"/>
                </a:lnTo>
                <a:lnTo>
                  <a:pt x="1238" y="611"/>
                </a:lnTo>
                <a:lnTo>
                  <a:pt x="1238" y="610"/>
                </a:lnTo>
                <a:lnTo>
                  <a:pt x="1238" y="609"/>
                </a:lnTo>
                <a:lnTo>
                  <a:pt x="1237" y="610"/>
                </a:lnTo>
                <a:lnTo>
                  <a:pt x="1237" y="611"/>
                </a:lnTo>
                <a:lnTo>
                  <a:pt x="1237" y="612"/>
                </a:lnTo>
                <a:lnTo>
                  <a:pt x="1236" y="612"/>
                </a:lnTo>
                <a:lnTo>
                  <a:pt x="1235" y="611"/>
                </a:lnTo>
                <a:lnTo>
                  <a:pt x="1235" y="612"/>
                </a:lnTo>
                <a:lnTo>
                  <a:pt x="1235" y="613"/>
                </a:lnTo>
                <a:lnTo>
                  <a:pt x="1235" y="614"/>
                </a:lnTo>
                <a:lnTo>
                  <a:pt x="1236" y="614"/>
                </a:lnTo>
                <a:lnTo>
                  <a:pt x="1236" y="615"/>
                </a:lnTo>
                <a:lnTo>
                  <a:pt x="1236" y="616"/>
                </a:lnTo>
                <a:lnTo>
                  <a:pt x="1235" y="616"/>
                </a:lnTo>
                <a:lnTo>
                  <a:pt x="1236" y="616"/>
                </a:lnTo>
                <a:lnTo>
                  <a:pt x="1236" y="617"/>
                </a:lnTo>
                <a:lnTo>
                  <a:pt x="1237" y="617"/>
                </a:lnTo>
                <a:lnTo>
                  <a:pt x="1238" y="618"/>
                </a:lnTo>
                <a:lnTo>
                  <a:pt x="1239" y="618"/>
                </a:lnTo>
                <a:lnTo>
                  <a:pt x="1239" y="619"/>
                </a:lnTo>
                <a:lnTo>
                  <a:pt x="1238" y="619"/>
                </a:lnTo>
                <a:lnTo>
                  <a:pt x="1237" y="619"/>
                </a:lnTo>
                <a:lnTo>
                  <a:pt x="1236" y="619"/>
                </a:lnTo>
                <a:lnTo>
                  <a:pt x="1235" y="619"/>
                </a:lnTo>
                <a:lnTo>
                  <a:pt x="1235" y="620"/>
                </a:lnTo>
                <a:lnTo>
                  <a:pt x="1235" y="621"/>
                </a:lnTo>
                <a:lnTo>
                  <a:pt x="1234" y="621"/>
                </a:lnTo>
                <a:lnTo>
                  <a:pt x="1233" y="621"/>
                </a:lnTo>
                <a:lnTo>
                  <a:pt x="1232" y="620"/>
                </a:lnTo>
                <a:lnTo>
                  <a:pt x="1231" y="620"/>
                </a:lnTo>
                <a:lnTo>
                  <a:pt x="1231" y="621"/>
                </a:lnTo>
                <a:lnTo>
                  <a:pt x="1231" y="622"/>
                </a:lnTo>
                <a:lnTo>
                  <a:pt x="1231" y="623"/>
                </a:lnTo>
                <a:lnTo>
                  <a:pt x="1231" y="624"/>
                </a:lnTo>
                <a:lnTo>
                  <a:pt x="1230" y="624"/>
                </a:lnTo>
                <a:lnTo>
                  <a:pt x="1229" y="624"/>
                </a:lnTo>
                <a:lnTo>
                  <a:pt x="1229" y="623"/>
                </a:lnTo>
                <a:lnTo>
                  <a:pt x="1229" y="622"/>
                </a:lnTo>
                <a:lnTo>
                  <a:pt x="1228" y="623"/>
                </a:lnTo>
                <a:lnTo>
                  <a:pt x="1227" y="623"/>
                </a:lnTo>
                <a:lnTo>
                  <a:pt x="1227" y="624"/>
                </a:lnTo>
                <a:lnTo>
                  <a:pt x="1227" y="625"/>
                </a:lnTo>
                <a:lnTo>
                  <a:pt x="1227" y="626"/>
                </a:lnTo>
                <a:lnTo>
                  <a:pt x="1227" y="627"/>
                </a:lnTo>
                <a:lnTo>
                  <a:pt x="1227" y="628"/>
                </a:lnTo>
                <a:lnTo>
                  <a:pt x="1226" y="628"/>
                </a:lnTo>
                <a:lnTo>
                  <a:pt x="1226" y="629"/>
                </a:lnTo>
                <a:lnTo>
                  <a:pt x="1227" y="629"/>
                </a:lnTo>
                <a:lnTo>
                  <a:pt x="1228" y="630"/>
                </a:lnTo>
                <a:lnTo>
                  <a:pt x="1229" y="630"/>
                </a:lnTo>
                <a:lnTo>
                  <a:pt x="1230" y="631"/>
                </a:lnTo>
                <a:lnTo>
                  <a:pt x="1231" y="631"/>
                </a:lnTo>
                <a:lnTo>
                  <a:pt x="1232" y="632"/>
                </a:lnTo>
                <a:lnTo>
                  <a:pt x="1232" y="633"/>
                </a:lnTo>
                <a:lnTo>
                  <a:pt x="1232" y="634"/>
                </a:lnTo>
                <a:lnTo>
                  <a:pt x="1232" y="635"/>
                </a:lnTo>
                <a:lnTo>
                  <a:pt x="1231" y="635"/>
                </a:lnTo>
                <a:lnTo>
                  <a:pt x="1230" y="636"/>
                </a:lnTo>
                <a:lnTo>
                  <a:pt x="1229" y="636"/>
                </a:lnTo>
                <a:lnTo>
                  <a:pt x="1228" y="637"/>
                </a:lnTo>
                <a:lnTo>
                  <a:pt x="1228" y="636"/>
                </a:lnTo>
                <a:lnTo>
                  <a:pt x="1227" y="636"/>
                </a:lnTo>
                <a:lnTo>
                  <a:pt x="1226" y="636"/>
                </a:lnTo>
                <a:lnTo>
                  <a:pt x="1225" y="636"/>
                </a:lnTo>
                <a:lnTo>
                  <a:pt x="1224" y="637"/>
                </a:lnTo>
                <a:lnTo>
                  <a:pt x="1224" y="638"/>
                </a:lnTo>
                <a:lnTo>
                  <a:pt x="1225" y="638"/>
                </a:lnTo>
                <a:lnTo>
                  <a:pt x="1226" y="638"/>
                </a:lnTo>
                <a:lnTo>
                  <a:pt x="1226" y="639"/>
                </a:lnTo>
                <a:lnTo>
                  <a:pt x="1227" y="639"/>
                </a:lnTo>
                <a:lnTo>
                  <a:pt x="1228" y="639"/>
                </a:lnTo>
                <a:lnTo>
                  <a:pt x="1228" y="638"/>
                </a:lnTo>
                <a:lnTo>
                  <a:pt x="1229" y="637"/>
                </a:lnTo>
                <a:lnTo>
                  <a:pt x="1230" y="637"/>
                </a:lnTo>
                <a:lnTo>
                  <a:pt x="1230" y="638"/>
                </a:lnTo>
                <a:lnTo>
                  <a:pt x="1230" y="639"/>
                </a:lnTo>
                <a:lnTo>
                  <a:pt x="1229" y="640"/>
                </a:lnTo>
                <a:lnTo>
                  <a:pt x="1228" y="641"/>
                </a:lnTo>
                <a:lnTo>
                  <a:pt x="1227" y="641"/>
                </a:lnTo>
                <a:lnTo>
                  <a:pt x="1227" y="642"/>
                </a:lnTo>
                <a:lnTo>
                  <a:pt x="1226" y="643"/>
                </a:lnTo>
                <a:lnTo>
                  <a:pt x="1227" y="643"/>
                </a:lnTo>
                <a:lnTo>
                  <a:pt x="1228" y="643"/>
                </a:lnTo>
                <a:lnTo>
                  <a:pt x="1228" y="644"/>
                </a:lnTo>
                <a:lnTo>
                  <a:pt x="1229" y="643"/>
                </a:lnTo>
                <a:lnTo>
                  <a:pt x="1230" y="643"/>
                </a:lnTo>
                <a:lnTo>
                  <a:pt x="1230" y="644"/>
                </a:lnTo>
                <a:lnTo>
                  <a:pt x="1230" y="645"/>
                </a:lnTo>
                <a:lnTo>
                  <a:pt x="1230" y="646"/>
                </a:lnTo>
                <a:lnTo>
                  <a:pt x="1230" y="647"/>
                </a:lnTo>
                <a:lnTo>
                  <a:pt x="1229" y="647"/>
                </a:lnTo>
                <a:lnTo>
                  <a:pt x="1229" y="648"/>
                </a:lnTo>
                <a:lnTo>
                  <a:pt x="1228" y="648"/>
                </a:lnTo>
                <a:lnTo>
                  <a:pt x="1227" y="648"/>
                </a:lnTo>
                <a:lnTo>
                  <a:pt x="1225" y="648"/>
                </a:lnTo>
                <a:lnTo>
                  <a:pt x="1224" y="648"/>
                </a:lnTo>
                <a:lnTo>
                  <a:pt x="1224" y="649"/>
                </a:lnTo>
                <a:lnTo>
                  <a:pt x="1224" y="650"/>
                </a:lnTo>
                <a:lnTo>
                  <a:pt x="1225" y="650"/>
                </a:lnTo>
                <a:lnTo>
                  <a:pt x="1225" y="651"/>
                </a:lnTo>
                <a:lnTo>
                  <a:pt x="1225" y="652"/>
                </a:lnTo>
                <a:lnTo>
                  <a:pt x="1225" y="653"/>
                </a:lnTo>
                <a:lnTo>
                  <a:pt x="1225" y="654"/>
                </a:lnTo>
                <a:lnTo>
                  <a:pt x="1226" y="654"/>
                </a:lnTo>
                <a:lnTo>
                  <a:pt x="1227" y="653"/>
                </a:lnTo>
                <a:lnTo>
                  <a:pt x="1227" y="652"/>
                </a:lnTo>
                <a:lnTo>
                  <a:pt x="1228" y="652"/>
                </a:lnTo>
                <a:lnTo>
                  <a:pt x="1229" y="652"/>
                </a:lnTo>
                <a:lnTo>
                  <a:pt x="1229" y="653"/>
                </a:lnTo>
                <a:lnTo>
                  <a:pt x="1230" y="653"/>
                </a:lnTo>
                <a:lnTo>
                  <a:pt x="1229" y="653"/>
                </a:lnTo>
                <a:lnTo>
                  <a:pt x="1229" y="654"/>
                </a:lnTo>
                <a:lnTo>
                  <a:pt x="1229" y="655"/>
                </a:lnTo>
                <a:lnTo>
                  <a:pt x="1229" y="656"/>
                </a:lnTo>
                <a:lnTo>
                  <a:pt x="1230" y="657"/>
                </a:lnTo>
                <a:lnTo>
                  <a:pt x="1231" y="657"/>
                </a:lnTo>
                <a:lnTo>
                  <a:pt x="1232" y="657"/>
                </a:lnTo>
                <a:lnTo>
                  <a:pt x="1232" y="656"/>
                </a:lnTo>
                <a:lnTo>
                  <a:pt x="1233" y="656"/>
                </a:lnTo>
                <a:lnTo>
                  <a:pt x="1233" y="657"/>
                </a:lnTo>
                <a:lnTo>
                  <a:pt x="1233" y="658"/>
                </a:lnTo>
                <a:lnTo>
                  <a:pt x="1233" y="659"/>
                </a:lnTo>
                <a:lnTo>
                  <a:pt x="1232" y="659"/>
                </a:lnTo>
                <a:lnTo>
                  <a:pt x="1231" y="659"/>
                </a:lnTo>
                <a:lnTo>
                  <a:pt x="1231" y="660"/>
                </a:lnTo>
                <a:lnTo>
                  <a:pt x="1230" y="660"/>
                </a:lnTo>
                <a:lnTo>
                  <a:pt x="1229" y="660"/>
                </a:lnTo>
                <a:lnTo>
                  <a:pt x="1229" y="661"/>
                </a:lnTo>
                <a:lnTo>
                  <a:pt x="1229" y="662"/>
                </a:lnTo>
                <a:lnTo>
                  <a:pt x="1229" y="663"/>
                </a:lnTo>
                <a:lnTo>
                  <a:pt x="1230" y="663"/>
                </a:lnTo>
                <a:lnTo>
                  <a:pt x="1229" y="663"/>
                </a:lnTo>
                <a:lnTo>
                  <a:pt x="1229" y="664"/>
                </a:lnTo>
                <a:lnTo>
                  <a:pt x="1227" y="664"/>
                </a:lnTo>
                <a:lnTo>
                  <a:pt x="1226" y="664"/>
                </a:lnTo>
                <a:lnTo>
                  <a:pt x="1226" y="665"/>
                </a:lnTo>
                <a:lnTo>
                  <a:pt x="1225" y="665"/>
                </a:lnTo>
                <a:lnTo>
                  <a:pt x="1225" y="666"/>
                </a:lnTo>
                <a:lnTo>
                  <a:pt x="1226" y="666"/>
                </a:lnTo>
                <a:lnTo>
                  <a:pt x="1226" y="667"/>
                </a:lnTo>
                <a:lnTo>
                  <a:pt x="1227" y="668"/>
                </a:lnTo>
                <a:lnTo>
                  <a:pt x="1227" y="669"/>
                </a:lnTo>
                <a:lnTo>
                  <a:pt x="1226" y="669"/>
                </a:lnTo>
                <a:lnTo>
                  <a:pt x="1225" y="670"/>
                </a:lnTo>
                <a:lnTo>
                  <a:pt x="1224" y="670"/>
                </a:lnTo>
                <a:lnTo>
                  <a:pt x="1223" y="671"/>
                </a:lnTo>
                <a:lnTo>
                  <a:pt x="1222" y="671"/>
                </a:lnTo>
                <a:lnTo>
                  <a:pt x="1222" y="672"/>
                </a:lnTo>
                <a:lnTo>
                  <a:pt x="1223" y="672"/>
                </a:lnTo>
                <a:lnTo>
                  <a:pt x="1223" y="673"/>
                </a:lnTo>
                <a:lnTo>
                  <a:pt x="1222" y="673"/>
                </a:lnTo>
                <a:lnTo>
                  <a:pt x="1222" y="674"/>
                </a:lnTo>
                <a:lnTo>
                  <a:pt x="1221" y="674"/>
                </a:lnTo>
                <a:lnTo>
                  <a:pt x="1221" y="675"/>
                </a:lnTo>
                <a:lnTo>
                  <a:pt x="1221" y="676"/>
                </a:lnTo>
                <a:lnTo>
                  <a:pt x="1220" y="676"/>
                </a:lnTo>
                <a:lnTo>
                  <a:pt x="1219" y="676"/>
                </a:lnTo>
                <a:lnTo>
                  <a:pt x="1218" y="676"/>
                </a:lnTo>
                <a:lnTo>
                  <a:pt x="1218" y="677"/>
                </a:lnTo>
                <a:lnTo>
                  <a:pt x="1217" y="677"/>
                </a:lnTo>
                <a:lnTo>
                  <a:pt x="1217" y="676"/>
                </a:lnTo>
                <a:lnTo>
                  <a:pt x="1216" y="676"/>
                </a:lnTo>
                <a:lnTo>
                  <a:pt x="1216" y="675"/>
                </a:lnTo>
                <a:lnTo>
                  <a:pt x="1215" y="675"/>
                </a:lnTo>
                <a:lnTo>
                  <a:pt x="1215" y="674"/>
                </a:lnTo>
                <a:lnTo>
                  <a:pt x="1214" y="674"/>
                </a:lnTo>
                <a:lnTo>
                  <a:pt x="1213" y="674"/>
                </a:lnTo>
                <a:lnTo>
                  <a:pt x="1213" y="675"/>
                </a:lnTo>
                <a:lnTo>
                  <a:pt x="1213" y="676"/>
                </a:lnTo>
                <a:lnTo>
                  <a:pt x="1214" y="676"/>
                </a:lnTo>
                <a:lnTo>
                  <a:pt x="1215" y="677"/>
                </a:lnTo>
                <a:lnTo>
                  <a:pt x="1215" y="678"/>
                </a:lnTo>
                <a:lnTo>
                  <a:pt x="1214" y="678"/>
                </a:lnTo>
                <a:lnTo>
                  <a:pt x="1212" y="678"/>
                </a:lnTo>
                <a:lnTo>
                  <a:pt x="1211" y="679"/>
                </a:lnTo>
                <a:lnTo>
                  <a:pt x="1211" y="680"/>
                </a:lnTo>
                <a:lnTo>
                  <a:pt x="1210" y="680"/>
                </a:lnTo>
                <a:lnTo>
                  <a:pt x="1210" y="681"/>
                </a:lnTo>
                <a:lnTo>
                  <a:pt x="1212" y="683"/>
                </a:lnTo>
                <a:lnTo>
                  <a:pt x="1211" y="683"/>
                </a:lnTo>
                <a:lnTo>
                  <a:pt x="1211" y="684"/>
                </a:lnTo>
                <a:lnTo>
                  <a:pt x="1210" y="684"/>
                </a:lnTo>
                <a:lnTo>
                  <a:pt x="1210" y="685"/>
                </a:lnTo>
                <a:lnTo>
                  <a:pt x="1211" y="685"/>
                </a:lnTo>
                <a:lnTo>
                  <a:pt x="1211" y="686"/>
                </a:lnTo>
                <a:lnTo>
                  <a:pt x="1210" y="687"/>
                </a:lnTo>
                <a:lnTo>
                  <a:pt x="1209" y="687"/>
                </a:lnTo>
                <a:lnTo>
                  <a:pt x="1208" y="687"/>
                </a:lnTo>
                <a:lnTo>
                  <a:pt x="1208" y="688"/>
                </a:lnTo>
                <a:lnTo>
                  <a:pt x="1207" y="689"/>
                </a:lnTo>
                <a:lnTo>
                  <a:pt x="1207" y="690"/>
                </a:lnTo>
                <a:lnTo>
                  <a:pt x="1206" y="690"/>
                </a:lnTo>
                <a:lnTo>
                  <a:pt x="1205" y="690"/>
                </a:lnTo>
                <a:lnTo>
                  <a:pt x="1204" y="690"/>
                </a:lnTo>
                <a:lnTo>
                  <a:pt x="1203" y="691"/>
                </a:lnTo>
                <a:lnTo>
                  <a:pt x="1202" y="690"/>
                </a:lnTo>
                <a:lnTo>
                  <a:pt x="1201" y="690"/>
                </a:lnTo>
                <a:lnTo>
                  <a:pt x="1201" y="691"/>
                </a:lnTo>
                <a:lnTo>
                  <a:pt x="1200" y="692"/>
                </a:lnTo>
                <a:lnTo>
                  <a:pt x="1200" y="693"/>
                </a:lnTo>
                <a:lnTo>
                  <a:pt x="1200" y="694"/>
                </a:lnTo>
                <a:lnTo>
                  <a:pt x="1200" y="695"/>
                </a:lnTo>
                <a:lnTo>
                  <a:pt x="1200" y="696"/>
                </a:lnTo>
                <a:lnTo>
                  <a:pt x="1200" y="697"/>
                </a:lnTo>
                <a:lnTo>
                  <a:pt x="1201" y="697"/>
                </a:lnTo>
                <a:lnTo>
                  <a:pt x="1201" y="698"/>
                </a:lnTo>
                <a:lnTo>
                  <a:pt x="1201" y="697"/>
                </a:lnTo>
                <a:lnTo>
                  <a:pt x="1202" y="698"/>
                </a:lnTo>
                <a:lnTo>
                  <a:pt x="1203" y="698"/>
                </a:lnTo>
                <a:lnTo>
                  <a:pt x="1202" y="698"/>
                </a:lnTo>
                <a:lnTo>
                  <a:pt x="1202" y="699"/>
                </a:lnTo>
                <a:lnTo>
                  <a:pt x="1202" y="700"/>
                </a:lnTo>
                <a:lnTo>
                  <a:pt x="1202" y="701"/>
                </a:lnTo>
                <a:lnTo>
                  <a:pt x="1202" y="702"/>
                </a:lnTo>
                <a:lnTo>
                  <a:pt x="1202" y="703"/>
                </a:lnTo>
                <a:lnTo>
                  <a:pt x="1202" y="704"/>
                </a:lnTo>
                <a:lnTo>
                  <a:pt x="1202" y="705"/>
                </a:lnTo>
                <a:lnTo>
                  <a:pt x="1201" y="705"/>
                </a:lnTo>
                <a:lnTo>
                  <a:pt x="1201" y="704"/>
                </a:lnTo>
                <a:lnTo>
                  <a:pt x="1201" y="705"/>
                </a:lnTo>
                <a:lnTo>
                  <a:pt x="1201" y="706"/>
                </a:lnTo>
                <a:lnTo>
                  <a:pt x="1199" y="708"/>
                </a:lnTo>
                <a:lnTo>
                  <a:pt x="1198" y="709"/>
                </a:lnTo>
                <a:lnTo>
                  <a:pt x="1197" y="709"/>
                </a:lnTo>
                <a:lnTo>
                  <a:pt x="1197" y="708"/>
                </a:lnTo>
                <a:lnTo>
                  <a:pt x="1196" y="708"/>
                </a:lnTo>
                <a:lnTo>
                  <a:pt x="1195" y="708"/>
                </a:lnTo>
                <a:lnTo>
                  <a:pt x="1194" y="708"/>
                </a:lnTo>
                <a:lnTo>
                  <a:pt x="1194" y="707"/>
                </a:lnTo>
                <a:lnTo>
                  <a:pt x="1193" y="707"/>
                </a:lnTo>
                <a:lnTo>
                  <a:pt x="1192" y="708"/>
                </a:lnTo>
                <a:lnTo>
                  <a:pt x="1191" y="708"/>
                </a:lnTo>
                <a:lnTo>
                  <a:pt x="1190" y="708"/>
                </a:lnTo>
                <a:lnTo>
                  <a:pt x="1189" y="708"/>
                </a:lnTo>
                <a:lnTo>
                  <a:pt x="1189" y="707"/>
                </a:lnTo>
                <a:lnTo>
                  <a:pt x="1188" y="707"/>
                </a:lnTo>
                <a:lnTo>
                  <a:pt x="1187" y="708"/>
                </a:lnTo>
                <a:lnTo>
                  <a:pt x="1186" y="709"/>
                </a:lnTo>
                <a:lnTo>
                  <a:pt x="1186" y="708"/>
                </a:lnTo>
                <a:lnTo>
                  <a:pt x="1185" y="707"/>
                </a:lnTo>
                <a:lnTo>
                  <a:pt x="1184" y="707"/>
                </a:lnTo>
                <a:lnTo>
                  <a:pt x="1183" y="707"/>
                </a:lnTo>
                <a:lnTo>
                  <a:pt x="1183" y="706"/>
                </a:lnTo>
                <a:lnTo>
                  <a:pt x="1182" y="706"/>
                </a:lnTo>
                <a:lnTo>
                  <a:pt x="1181" y="706"/>
                </a:lnTo>
                <a:lnTo>
                  <a:pt x="1178" y="707"/>
                </a:lnTo>
                <a:lnTo>
                  <a:pt x="1177" y="707"/>
                </a:lnTo>
                <a:lnTo>
                  <a:pt x="1177" y="708"/>
                </a:lnTo>
                <a:lnTo>
                  <a:pt x="1177" y="709"/>
                </a:lnTo>
                <a:lnTo>
                  <a:pt x="1177" y="710"/>
                </a:lnTo>
                <a:lnTo>
                  <a:pt x="1176" y="710"/>
                </a:lnTo>
                <a:lnTo>
                  <a:pt x="1176" y="709"/>
                </a:lnTo>
                <a:lnTo>
                  <a:pt x="1175" y="709"/>
                </a:lnTo>
                <a:lnTo>
                  <a:pt x="1174" y="709"/>
                </a:lnTo>
                <a:lnTo>
                  <a:pt x="1174" y="708"/>
                </a:lnTo>
                <a:lnTo>
                  <a:pt x="1173" y="708"/>
                </a:lnTo>
                <a:lnTo>
                  <a:pt x="1172" y="707"/>
                </a:lnTo>
                <a:lnTo>
                  <a:pt x="1170" y="707"/>
                </a:lnTo>
                <a:lnTo>
                  <a:pt x="1169" y="707"/>
                </a:lnTo>
                <a:lnTo>
                  <a:pt x="1169" y="708"/>
                </a:lnTo>
                <a:lnTo>
                  <a:pt x="1170" y="708"/>
                </a:lnTo>
                <a:lnTo>
                  <a:pt x="1170" y="709"/>
                </a:lnTo>
                <a:lnTo>
                  <a:pt x="1169" y="710"/>
                </a:lnTo>
                <a:lnTo>
                  <a:pt x="1168" y="710"/>
                </a:lnTo>
                <a:lnTo>
                  <a:pt x="1167" y="712"/>
                </a:lnTo>
                <a:lnTo>
                  <a:pt x="1167" y="713"/>
                </a:lnTo>
                <a:lnTo>
                  <a:pt x="1166" y="714"/>
                </a:lnTo>
                <a:lnTo>
                  <a:pt x="1165" y="716"/>
                </a:lnTo>
                <a:lnTo>
                  <a:pt x="1164" y="717"/>
                </a:lnTo>
                <a:lnTo>
                  <a:pt x="1163" y="717"/>
                </a:lnTo>
                <a:lnTo>
                  <a:pt x="1163" y="716"/>
                </a:lnTo>
                <a:lnTo>
                  <a:pt x="1162" y="716"/>
                </a:lnTo>
                <a:lnTo>
                  <a:pt x="1161" y="716"/>
                </a:lnTo>
                <a:lnTo>
                  <a:pt x="1160" y="716"/>
                </a:lnTo>
                <a:lnTo>
                  <a:pt x="1159" y="715"/>
                </a:lnTo>
                <a:lnTo>
                  <a:pt x="1159" y="714"/>
                </a:lnTo>
                <a:lnTo>
                  <a:pt x="1158" y="714"/>
                </a:lnTo>
                <a:lnTo>
                  <a:pt x="1157" y="714"/>
                </a:lnTo>
                <a:lnTo>
                  <a:pt x="1156" y="713"/>
                </a:lnTo>
                <a:lnTo>
                  <a:pt x="1156" y="714"/>
                </a:lnTo>
                <a:lnTo>
                  <a:pt x="1155" y="714"/>
                </a:lnTo>
                <a:lnTo>
                  <a:pt x="1154" y="715"/>
                </a:lnTo>
                <a:lnTo>
                  <a:pt x="1154" y="716"/>
                </a:lnTo>
                <a:lnTo>
                  <a:pt x="1153" y="716"/>
                </a:lnTo>
                <a:lnTo>
                  <a:pt x="1152" y="716"/>
                </a:lnTo>
                <a:lnTo>
                  <a:pt x="1152" y="715"/>
                </a:lnTo>
                <a:lnTo>
                  <a:pt x="1152" y="716"/>
                </a:lnTo>
                <a:lnTo>
                  <a:pt x="1151" y="717"/>
                </a:lnTo>
                <a:lnTo>
                  <a:pt x="1151" y="718"/>
                </a:lnTo>
                <a:lnTo>
                  <a:pt x="1150" y="718"/>
                </a:lnTo>
                <a:lnTo>
                  <a:pt x="1151" y="718"/>
                </a:lnTo>
                <a:lnTo>
                  <a:pt x="1151" y="719"/>
                </a:lnTo>
                <a:lnTo>
                  <a:pt x="1151" y="720"/>
                </a:lnTo>
                <a:lnTo>
                  <a:pt x="1151" y="721"/>
                </a:lnTo>
                <a:lnTo>
                  <a:pt x="1151" y="722"/>
                </a:lnTo>
                <a:lnTo>
                  <a:pt x="1150" y="723"/>
                </a:lnTo>
                <a:lnTo>
                  <a:pt x="1149" y="723"/>
                </a:lnTo>
                <a:lnTo>
                  <a:pt x="1148" y="724"/>
                </a:lnTo>
                <a:lnTo>
                  <a:pt x="1147" y="724"/>
                </a:lnTo>
                <a:lnTo>
                  <a:pt x="1145" y="724"/>
                </a:lnTo>
                <a:lnTo>
                  <a:pt x="1145" y="723"/>
                </a:lnTo>
                <a:lnTo>
                  <a:pt x="1144" y="724"/>
                </a:lnTo>
                <a:lnTo>
                  <a:pt x="1143" y="724"/>
                </a:lnTo>
                <a:lnTo>
                  <a:pt x="1140" y="725"/>
                </a:lnTo>
                <a:lnTo>
                  <a:pt x="1139" y="726"/>
                </a:lnTo>
                <a:lnTo>
                  <a:pt x="1137" y="726"/>
                </a:lnTo>
                <a:lnTo>
                  <a:pt x="1136" y="726"/>
                </a:lnTo>
                <a:lnTo>
                  <a:pt x="1136" y="725"/>
                </a:lnTo>
                <a:lnTo>
                  <a:pt x="1133" y="725"/>
                </a:lnTo>
                <a:lnTo>
                  <a:pt x="1133" y="724"/>
                </a:lnTo>
                <a:lnTo>
                  <a:pt x="1132" y="724"/>
                </a:lnTo>
                <a:lnTo>
                  <a:pt x="1131" y="723"/>
                </a:lnTo>
                <a:lnTo>
                  <a:pt x="1131" y="724"/>
                </a:lnTo>
                <a:lnTo>
                  <a:pt x="1130" y="724"/>
                </a:lnTo>
                <a:lnTo>
                  <a:pt x="1129" y="725"/>
                </a:lnTo>
                <a:lnTo>
                  <a:pt x="1128" y="725"/>
                </a:lnTo>
                <a:lnTo>
                  <a:pt x="1128" y="724"/>
                </a:lnTo>
                <a:lnTo>
                  <a:pt x="1127" y="725"/>
                </a:lnTo>
                <a:lnTo>
                  <a:pt x="1126" y="725"/>
                </a:lnTo>
                <a:lnTo>
                  <a:pt x="1106" y="728"/>
                </a:lnTo>
                <a:lnTo>
                  <a:pt x="1078" y="736"/>
                </a:lnTo>
                <a:lnTo>
                  <a:pt x="1073" y="739"/>
                </a:lnTo>
                <a:lnTo>
                  <a:pt x="1069" y="742"/>
                </a:lnTo>
                <a:lnTo>
                  <a:pt x="1072" y="745"/>
                </a:lnTo>
                <a:lnTo>
                  <a:pt x="1073" y="745"/>
                </a:lnTo>
                <a:lnTo>
                  <a:pt x="1074" y="746"/>
                </a:lnTo>
                <a:lnTo>
                  <a:pt x="1075" y="746"/>
                </a:lnTo>
                <a:lnTo>
                  <a:pt x="1077" y="747"/>
                </a:lnTo>
                <a:lnTo>
                  <a:pt x="1080" y="749"/>
                </a:lnTo>
                <a:lnTo>
                  <a:pt x="1082" y="750"/>
                </a:lnTo>
                <a:lnTo>
                  <a:pt x="1083" y="751"/>
                </a:lnTo>
                <a:lnTo>
                  <a:pt x="1083" y="752"/>
                </a:lnTo>
                <a:lnTo>
                  <a:pt x="1083" y="754"/>
                </a:lnTo>
                <a:lnTo>
                  <a:pt x="1083" y="755"/>
                </a:lnTo>
                <a:lnTo>
                  <a:pt x="1084" y="756"/>
                </a:lnTo>
                <a:lnTo>
                  <a:pt x="1084" y="758"/>
                </a:lnTo>
                <a:lnTo>
                  <a:pt x="1085" y="759"/>
                </a:lnTo>
                <a:lnTo>
                  <a:pt x="1085" y="760"/>
                </a:lnTo>
                <a:lnTo>
                  <a:pt x="1086" y="760"/>
                </a:lnTo>
                <a:lnTo>
                  <a:pt x="1086" y="761"/>
                </a:lnTo>
                <a:lnTo>
                  <a:pt x="1086" y="764"/>
                </a:lnTo>
                <a:lnTo>
                  <a:pt x="1086" y="765"/>
                </a:lnTo>
                <a:lnTo>
                  <a:pt x="1087" y="766"/>
                </a:lnTo>
                <a:lnTo>
                  <a:pt x="1087" y="768"/>
                </a:lnTo>
                <a:lnTo>
                  <a:pt x="1087" y="770"/>
                </a:lnTo>
                <a:lnTo>
                  <a:pt x="1087" y="771"/>
                </a:lnTo>
                <a:lnTo>
                  <a:pt x="1087" y="772"/>
                </a:lnTo>
                <a:lnTo>
                  <a:pt x="1087" y="773"/>
                </a:lnTo>
                <a:lnTo>
                  <a:pt x="1088" y="773"/>
                </a:lnTo>
                <a:lnTo>
                  <a:pt x="1088" y="774"/>
                </a:lnTo>
                <a:lnTo>
                  <a:pt x="1089" y="777"/>
                </a:lnTo>
                <a:lnTo>
                  <a:pt x="1090" y="777"/>
                </a:lnTo>
                <a:lnTo>
                  <a:pt x="1090" y="778"/>
                </a:lnTo>
                <a:lnTo>
                  <a:pt x="1090" y="779"/>
                </a:lnTo>
                <a:lnTo>
                  <a:pt x="1090" y="781"/>
                </a:lnTo>
                <a:lnTo>
                  <a:pt x="1091" y="781"/>
                </a:lnTo>
                <a:lnTo>
                  <a:pt x="1092" y="782"/>
                </a:lnTo>
                <a:lnTo>
                  <a:pt x="1093" y="782"/>
                </a:lnTo>
                <a:lnTo>
                  <a:pt x="1094" y="783"/>
                </a:lnTo>
                <a:lnTo>
                  <a:pt x="1095" y="783"/>
                </a:lnTo>
                <a:lnTo>
                  <a:pt x="1096" y="783"/>
                </a:lnTo>
                <a:lnTo>
                  <a:pt x="1096" y="784"/>
                </a:lnTo>
                <a:lnTo>
                  <a:pt x="1096" y="785"/>
                </a:lnTo>
                <a:lnTo>
                  <a:pt x="1097" y="786"/>
                </a:lnTo>
                <a:lnTo>
                  <a:pt x="1097" y="787"/>
                </a:lnTo>
                <a:lnTo>
                  <a:pt x="1098" y="788"/>
                </a:lnTo>
                <a:lnTo>
                  <a:pt x="1098" y="789"/>
                </a:lnTo>
                <a:lnTo>
                  <a:pt x="1099" y="790"/>
                </a:lnTo>
                <a:lnTo>
                  <a:pt x="1100" y="792"/>
                </a:lnTo>
                <a:lnTo>
                  <a:pt x="1101" y="793"/>
                </a:lnTo>
                <a:lnTo>
                  <a:pt x="1103" y="795"/>
                </a:lnTo>
                <a:lnTo>
                  <a:pt x="1103" y="796"/>
                </a:lnTo>
                <a:lnTo>
                  <a:pt x="1104" y="796"/>
                </a:lnTo>
                <a:lnTo>
                  <a:pt x="1105" y="795"/>
                </a:lnTo>
                <a:lnTo>
                  <a:pt x="1106" y="795"/>
                </a:lnTo>
                <a:lnTo>
                  <a:pt x="1106" y="796"/>
                </a:lnTo>
                <a:lnTo>
                  <a:pt x="1107" y="796"/>
                </a:lnTo>
                <a:lnTo>
                  <a:pt x="1109" y="798"/>
                </a:lnTo>
                <a:lnTo>
                  <a:pt x="1110" y="799"/>
                </a:lnTo>
                <a:lnTo>
                  <a:pt x="1111" y="799"/>
                </a:lnTo>
                <a:lnTo>
                  <a:pt x="1112" y="799"/>
                </a:lnTo>
                <a:lnTo>
                  <a:pt x="1112" y="800"/>
                </a:lnTo>
                <a:lnTo>
                  <a:pt x="1114" y="800"/>
                </a:lnTo>
                <a:lnTo>
                  <a:pt x="1115" y="799"/>
                </a:lnTo>
                <a:lnTo>
                  <a:pt x="1116" y="799"/>
                </a:lnTo>
                <a:lnTo>
                  <a:pt x="1116" y="800"/>
                </a:lnTo>
                <a:lnTo>
                  <a:pt x="1118" y="800"/>
                </a:lnTo>
                <a:lnTo>
                  <a:pt x="1120" y="801"/>
                </a:lnTo>
                <a:lnTo>
                  <a:pt x="1120" y="802"/>
                </a:lnTo>
                <a:lnTo>
                  <a:pt x="1120" y="803"/>
                </a:lnTo>
                <a:lnTo>
                  <a:pt x="1121" y="803"/>
                </a:lnTo>
                <a:lnTo>
                  <a:pt x="1121" y="804"/>
                </a:lnTo>
                <a:lnTo>
                  <a:pt x="1122" y="805"/>
                </a:lnTo>
                <a:lnTo>
                  <a:pt x="1123" y="805"/>
                </a:lnTo>
                <a:lnTo>
                  <a:pt x="1123" y="806"/>
                </a:lnTo>
                <a:lnTo>
                  <a:pt x="1124" y="807"/>
                </a:lnTo>
                <a:lnTo>
                  <a:pt x="1125" y="808"/>
                </a:lnTo>
                <a:lnTo>
                  <a:pt x="1125" y="809"/>
                </a:lnTo>
                <a:lnTo>
                  <a:pt x="1126" y="808"/>
                </a:lnTo>
                <a:lnTo>
                  <a:pt x="1127" y="808"/>
                </a:lnTo>
                <a:lnTo>
                  <a:pt x="1128" y="809"/>
                </a:lnTo>
                <a:lnTo>
                  <a:pt x="1128" y="810"/>
                </a:lnTo>
                <a:lnTo>
                  <a:pt x="1127" y="810"/>
                </a:lnTo>
                <a:lnTo>
                  <a:pt x="1126" y="810"/>
                </a:lnTo>
                <a:lnTo>
                  <a:pt x="1126" y="811"/>
                </a:lnTo>
                <a:lnTo>
                  <a:pt x="1126" y="812"/>
                </a:lnTo>
                <a:lnTo>
                  <a:pt x="1127" y="812"/>
                </a:lnTo>
                <a:lnTo>
                  <a:pt x="1128" y="813"/>
                </a:lnTo>
                <a:lnTo>
                  <a:pt x="1129" y="813"/>
                </a:lnTo>
                <a:lnTo>
                  <a:pt x="1130" y="812"/>
                </a:lnTo>
                <a:lnTo>
                  <a:pt x="1130" y="813"/>
                </a:lnTo>
                <a:lnTo>
                  <a:pt x="1129" y="814"/>
                </a:lnTo>
                <a:lnTo>
                  <a:pt x="1130" y="814"/>
                </a:lnTo>
                <a:lnTo>
                  <a:pt x="1130" y="815"/>
                </a:lnTo>
                <a:lnTo>
                  <a:pt x="1131" y="815"/>
                </a:lnTo>
                <a:lnTo>
                  <a:pt x="1131" y="817"/>
                </a:lnTo>
                <a:lnTo>
                  <a:pt x="1131" y="818"/>
                </a:lnTo>
                <a:lnTo>
                  <a:pt x="1131" y="819"/>
                </a:lnTo>
                <a:lnTo>
                  <a:pt x="1130" y="820"/>
                </a:lnTo>
                <a:lnTo>
                  <a:pt x="1129" y="821"/>
                </a:lnTo>
                <a:lnTo>
                  <a:pt x="1129" y="822"/>
                </a:lnTo>
                <a:lnTo>
                  <a:pt x="1129" y="823"/>
                </a:lnTo>
                <a:lnTo>
                  <a:pt x="1129" y="825"/>
                </a:lnTo>
                <a:lnTo>
                  <a:pt x="1130" y="825"/>
                </a:lnTo>
                <a:lnTo>
                  <a:pt x="1131" y="826"/>
                </a:lnTo>
                <a:lnTo>
                  <a:pt x="1131" y="827"/>
                </a:lnTo>
                <a:lnTo>
                  <a:pt x="1130" y="827"/>
                </a:lnTo>
                <a:lnTo>
                  <a:pt x="1129" y="827"/>
                </a:lnTo>
                <a:lnTo>
                  <a:pt x="1128" y="828"/>
                </a:lnTo>
                <a:lnTo>
                  <a:pt x="1129" y="829"/>
                </a:lnTo>
                <a:lnTo>
                  <a:pt x="1129" y="830"/>
                </a:lnTo>
                <a:lnTo>
                  <a:pt x="1128" y="831"/>
                </a:lnTo>
                <a:lnTo>
                  <a:pt x="1127" y="832"/>
                </a:lnTo>
                <a:lnTo>
                  <a:pt x="1127" y="833"/>
                </a:lnTo>
                <a:lnTo>
                  <a:pt x="1127" y="834"/>
                </a:lnTo>
                <a:lnTo>
                  <a:pt x="1126" y="834"/>
                </a:lnTo>
                <a:lnTo>
                  <a:pt x="1125" y="835"/>
                </a:lnTo>
                <a:lnTo>
                  <a:pt x="1124" y="836"/>
                </a:lnTo>
                <a:lnTo>
                  <a:pt x="1123" y="837"/>
                </a:lnTo>
                <a:lnTo>
                  <a:pt x="1124" y="838"/>
                </a:lnTo>
                <a:lnTo>
                  <a:pt x="1125" y="838"/>
                </a:lnTo>
                <a:lnTo>
                  <a:pt x="1125" y="839"/>
                </a:lnTo>
                <a:lnTo>
                  <a:pt x="1125" y="840"/>
                </a:lnTo>
                <a:lnTo>
                  <a:pt x="1125" y="841"/>
                </a:lnTo>
                <a:lnTo>
                  <a:pt x="1125" y="842"/>
                </a:lnTo>
                <a:lnTo>
                  <a:pt x="1125" y="843"/>
                </a:lnTo>
                <a:lnTo>
                  <a:pt x="1125" y="844"/>
                </a:lnTo>
                <a:lnTo>
                  <a:pt x="1125" y="845"/>
                </a:lnTo>
                <a:lnTo>
                  <a:pt x="1126" y="845"/>
                </a:lnTo>
                <a:lnTo>
                  <a:pt x="1127" y="845"/>
                </a:lnTo>
                <a:lnTo>
                  <a:pt x="1127" y="846"/>
                </a:lnTo>
                <a:lnTo>
                  <a:pt x="1126" y="847"/>
                </a:lnTo>
                <a:lnTo>
                  <a:pt x="1125" y="847"/>
                </a:lnTo>
                <a:lnTo>
                  <a:pt x="1124" y="847"/>
                </a:lnTo>
                <a:lnTo>
                  <a:pt x="1124" y="849"/>
                </a:lnTo>
                <a:lnTo>
                  <a:pt x="1123" y="849"/>
                </a:lnTo>
                <a:lnTo>
                  <a:pt x="1124" y="850"/>
                </a:lnTo>
                <a:lnTo>
                  <a:pt x="1124" y="851"/>
                </a:lnTo>
                <a:lnTo>
                  <a:pt x="1123" y="851"/>
                </a:lnTo>
                <a:lnTo>
                  <a:pt x="1123" y="852"/>
                </a:lnTo>
                <a:lnTo>
                  <a:pt x="1123" y="853"/>
                </a:lnTo>
                <a:lnTo>
                  <a:pt x="1123" y="854"/>
                </a:lnTo>
                <a:lnTo>
                  <a:pt x="1123" y="855"/>
                </a:lnTo>
                <a:lnTo>
                  <a:pt x="1122" y="855"/>
                </a:lnTo>
                <a:lnTo>
                  <a:pt x="1121" y="855"/>
                </a:lnTo>
                <a:lnTo>
                  <a:pt x="1120" y="855"/>
                </a:lnTo>
                <a:lnTo>
                  <a:pt x="1120" y="856"/>
                </a:lnTo>
                <a:lnTo>
                  <a:pt x="1119" y="857"/>
                </a:lnTo>
                <a:lnTo>
                  <a:pt x="1118" y="858"/>
                </a:lnTo>
                <a:lnTo>
                  <a:pt x="1118" y="859"/>
                </a:lnTo>
                <a:lnTo>
                  <a:pt x="1118" y="860"/>
                </a:lnTo>
                <a:lnTo>
                  <a:pt x="1118" y="861"/>
                </a:lnTo>
                <a:lnTo>
                  <a:pt x="1117" y="861"/>
                </a:lnTo>
                <a:lnTo>
                  <a:pt x="1117" y="862"/>
                </a:lnTo>
                <a:lnTo>
                  <a:pt x="1116" y="863"/>
                </a:lnTo>
                <a:lnTo>
                  <a:pt x="1115" y="863"/>
                </a:lnTo>
                <a:lnTo>
                  <a:pt x="1114" y="863"/>
                </a:lnTo>
                <a:lnTo>
                  <a:pt x="1113" y="864"/>
                </a:lnTo>
                <a:lnTo>
                  <a:pt x="1112" y="865"/>
                </a:lnTo>
                <a:lnTo>
                  <a:pt x="1113" y="865"/>
                </a:lnTo>
                <a:lnTo>
                  <a:pt x="1113" y="866"/>
                </a:lnTo>
                <a:lnTo>
                  <a:pt x="1113" y="867"/>
                </a:lnTo>
                <a:lnTo>
                  <a:pt x="1112" y="867"/>
                </a:lnTo>
                <a:lnTo>
                  <a:pt x="1112" y="868"/>
                </a:lnTo>
                <a:lnTo>
                  <a:pt x="1111" y="868"/>
                </a:lnTo>
                <a:lnTo>
                  <a:pt x="1111" y="867"/>
                </a:lnTo>
                <a:lnTo>
                  <a:pt x="1110" y="867"/>
                </a:lnTo>
                <a:lnTo>
                  <a:pt x="1109" y="867"/>
                </a:lnTo>
                <a:lnTo>
                  <a:pt x="1108" y="867"/>
                </a:lnTo>
                <a:lnTo>
                  <a:pt x="1108" y="865"/>
                </a:lnTo>
                <a:lnTo>
                  <a:pt x="1109" y="864"/>
                </a:lnTo>
                <a:lnTo>
                  <a:pt x="1110" y="864"/>
                </a:lnTo>
                <a:lnTo>
                  <a:pt x="1110" y="863"/>
                </a:lnTo>
                <a:lnTo>
                  <a:pt x="1110" y="862"/>
                </a:lnTo>
                <a:lnTo>
                  <a:pt x="1109" y="862"/>
                </a:lnTo>
                <a:lnTo>
                  <a:pt x="1109" y="861"/>
                </a:lnTo>
                <a:lnTo>
                  <a:pt x="1108" y="861"/>
                </a:lnTo>
                <a:lnTo>
                  <a:pt x="1107" y="862"/>
                </a:lnTo>
                <a:lnTo>
                  <a:pt x="1106" y="863"/>
                </a:lnTo>
                <a:lnTo>
                  <a:pt x="1106" y="864"/>
                </a:lnTo>
                <a:lnTo>
                  <a:pt x="1106" y="865"/>
                </a:lnTo>
                <a:lnTo>
                  <a:pt x="1107" y="865"/>
                </a:lnTo>
                <a:lnTo>
                  <a:pt x="1106" y="866"/>
                </a:lnTo>
                <a:lnTo>
                  <a:pt x="1105" y="866"/>
                </a:lnTo>
                <a:lnTo>
                  <a:pt x="1105" y="865"/>
                </a:lnTo>
                <a:lnTo>
                  <a:pt x="1104" y="865"/>
                </a:lnTo>
                <a:lnTo>
                  <a:pt x="1104" y="864"/>
                </a:lnTo>
                <a:lnTo>
                  <a:pt x="1104" y="863"/>
                </a:lnTo>
                <a:lnTo>
                  <a:pt x="1102" y="863"/>
                </a:lnTo>
                <a:lnTo>
                  <a:pt x="1101" y="863"/>
                </a:lnTo>
                <a:lnTo>
                  <a:pt x="1101" y="864"/>
                </a:lnTo>
                <a:lnTo>
                  <a:pt x="1100" y="865"/>
                </a:lnTo>
                <a:lnTo>
                  <a:pt x="1099" y="865"/>
                </a:lnTo>
                <a:lnTo>
                  <a:pt x="1099" y="864"/>
                </a:lnTo>
                <a:lnTo>
                  <a:pt x="1100" y="863"/>
                </a:lnTo>
                <a:lnTo>
                  <a:pt x="1099" y="862"/>
                </a:lnTo>
                <a:lnTo>
                  <a:pt x="1099" y="861"/>
                </a:lnTo>
                <a:lnTo>
                  <a:pt x="1099" y="860"/>
                </a:lnTo>
                <a:lnTo>
                  <a:pt x="1099" y="859"/>
                </a:lnTo>
                <a:lnTo>
                  <a:pt x="1098" y="859"/>
                </a:lnTo>
                <a:lnTo>
                  <a:pt x="1097" y="859"/>
                </a:lnTo>
                <a:lnTo>
                  <a:pt x="1097" y="860"/>
                </a:lnTo>
                <a:lnTo>
                  <a:pt x="1096" y="861"/>
                </a:lnTo>
                <a:lnTo>
                  <a:pt x="1096" y="862"/>
                </a:lnTo>
                <a:lnTo>
                  <a:pt x="1095" y="861"/>
                </a:lnTo>
                <a:lnTo>
                  <a:pt x="1095" y="860"/>
                </a:lnTo>
                <a:lnTo>
                  <a:pt x="1095" y="859"/>
                </a:lnTo>
                <a:lnTo>
                  <a:pt x="1095" y="858"/>
                </a:lnTo>
                <a:lnTo>
                  <a:pt x="1094" y="858"/>
                </a:lnTo>
                <a:lnTo>
                  <a:pt x="1093" y="859"/>
                </a:lnTo>
                <a:lnTo>
                  <a:pt x="1092" y="859"/>
                </a:lnTo>
                <a:lnTo>
                  <a:pt x="1092" y="858"/>
                </a:lnTo>
                <a:lnTo>
                  <a:pt x="1092" y="857"/>
                </a:lnTo>
                <a:lnTo>
                  <a:pt x="1093" y="857"/>
                </a:lnTo>
                <a:lnTo>
                  <a:pt x="1093" y="856"/>
                </a:lnTo>
                <a:lnTo>
                  <a:pt x="1094" y="855"/>
                </a:lnTo>
                <a:lnTo>
                  <a:pt x="1093" y="855"/>
                </a:lnTo>
                <a:lnTo>
                  <a:pt x="1092" y="855"/>
                </a:lnTo>
                <a:lnTo>
                  <a:pt x="1091" y="855"/>
                </a:lnTo>
                <a:lnTo>
                  <a:pt x="1091" y="856"/>
                </a:lnTo>
                <a:lnTo>
                  <a:pt x="1091" y="857"/>
                </a:lnTo>
                <a:lnTo>
                  <a:pt x="1091" y="858"/>
                </a:lnTo>
                <a:lnTo>
                  <a:pt x="1091" y="859"/>
                </a:lnTo>
                <a:lnTo>
                  <a:pt x="1091" y="860"/>
                </a:lnTo>
                <a:lnTo>
                  <a:pt x="1091" y="861"/>
                </a:lnTo>
                <a:lnTo>
                  <a:pt x="1090" y="861"/>
                </a:lnTo>
                <a:lnTo>
                  <a:pt x="1090" y="862"/>
                </a:lnTo>
                <a:lnTo>
                  <a:pt x="1089" y="861"/>
                </a:lnTo>
                <a:lnTo>
                  <a:pt x="1089" y="860"/>
                </a:lnTo>
                <a:lnTo>
                  <a:pt x="1089" y="859"/>
                </a:lnTo>
                <a:lnTo>
                  <a:pt x="1088" y="858"/>
                </a:lnTo>
                <a:lnTo>
                  <a:pt x="1086" y="858"/>
                </a:lnTo>
                <a:lnTo>
                  <a:pt x="1085" y="858"/>
                </a:lnTo>
                <a:lnTo>
                  <a:pt x="1084" y="858"/>
                </a:lnTo>
                <a:lnTo>
                  <a:pt x="1083" y="858"/>
                </a:lnTo>
                <a:lnTo>
                  <a:pt x="1083" y="857"/>
                </a:lnTo>
                <a:lnTo>
                  <a:pt x="1084" y="857"/>
                </a:lnTo>
                <a:lnTo>
                  <a:pt x="1084" y="856"/>
                </a:lnTo>
                <a:lnTo>
                  <a:pt x="1083" y="856"/>
                </a:lnTo>
                <a:lnTo>
                  <a:pt x="1083" y="857"/>
                </a:lnTo>
                <a:lnTo>
                  <a:pt x="1082" y="857"/>
                </a:lnTo>
                <a:lnTo>
                  <a:pt x="1082" y="856"/>
                </a:lnTo>
                <a:lnTo>
                  <a:pt x="1082" y="855"/>
                </a:lnTo>
                <a:lnTo>
                  <a:pt x="1081" y="855"/>
                </a:lnTo>
                <a:lnTo>
                  <a:pt x="1081" y="856"/>
                </a:lnTo>
                <a:lnTo>
                  <a:pt x="1081" y="857"/>
                </a:lnTo>
                <a:lnTo>
                  <a:pt x="1081" y="858"/>
                </a:lnTo>
                <a:lnTo>
                  <a:pt x="1081" y="859"/>
                </a:lnTo>
                <a:lnTo>
                  <a:pt x="1080" y="859"/>
                </a:lnTo>
                <a:lnTo>
                  <a:pt x="1079" y="860"/>
                </a:lnTo>
                <a:lnTo>
                  <a:pt x="1079" y="861"/>
                </a:lnTo>
                <a:lnTo>
                  <a:pt x="1079" y="862"/>
                </a:lnTo>
                <a:lnTo>
                  <a:pt x="1078" y="862"/>
                </a:lnTo>
                <a:lnTo>
                  <a:pt x="1078" y="861"/>
                </a:lnTo>
                <a:lnTo>
                  <a:pt x="1077" y="861"/>
                </a:lnTo>
                <a:lnTo>
                  <a:pt x="1076" y="861"/>
                </a:lnTo>
                <a:lnTo>
                  <a:pt x="1076" y="862"/>
                </a:lnTo>
                <a:lnTo>
                  <a:pt x="1075" y="861"/>
                </a:lnTo>
                <a:lnTo>
                  <a:pt x="1075" y="859"/>
                </a:lnTo>
                <a:lnTo>
                  <a:pt x="1074" y="859"/>
                </a:lnTo>
                <a:lnTo>
                  <a:pt x="1073" y="859"/>
                </a:lnTo>
                <a:lnTo>
                  <a:pt x="1073" y="860"/>
                </a:lnTo>
                <a:lnTo>
                  <a:pt x="1073" y="862"/>
                </a:lnTo>
                <a:lnTo>
                  <a:pt x="1073" y="863"/>
                </a:lnTo>
                <a:lnTo>
                  <a:pt x="1073" y="864"/>
                </a:lnTo>
                <a:lnTo>
                  <a:pt x="1074" y="864"/>
                </a:lnTo>
                <a:lnTo>
                  <a:pt x="1074" y="865"/>
                </a:lnTo>
                <a:lnTo>
                  <a:pt x="1073" y="866"/>
                </a:lnTo>
                <a:lnTo>
                  <a:pt x="1074" y="866"/>
                </a:lnTo>
                <a:lnTo>
                  <a:pt x="1075" y="867"/>
                </a:lnTo>
                <a:lnTo>
                  <a:pt x="1075" y="868"/>
                </a:lnTo>
                <a:lnTo>
                  <a:pt x="1074" y="868"/>
                </a:lnTo>
                <a:lnTo>
                  <a:pt x="1073" y="868"/>
                </a:lnTo>
                <a:lnTo>
                  <a:pt x="1072" y="868"/>
                </a:lnTo>
                <a:lnTo>
                  <a:pt x="1071" y="867"/>
                </a:lnTo>
                <a:lnTo>
                  <a:pt x="1071" y="866"/>
                </a:lnTo>
                <a:lnTo>
                  <a:pt x="1071" y="865"/>
                </a:lnTo>
                <a:lnTo>
                  <a:pt x="1070" y="865"/>
                </a:lnTo>
                <a:lnTo>
                  <a:pt x="1069" y="865"/>
                </a:lnTo>
                <a:lnTo>
                  <a:pt x="1069" y="866"/>
                </a:lnTo>
                <a:lnTo>
                  <a:pt x="1068" y="866"/>
                </a:lnTo>
                <a:lnTo>
                  <a:pt x="1068" y="867"/>
                </a:lnTo>
                <a:lnTo>
                  <a:pt x="1068" y="868"/>
                </a:lnTo>
                <a:lnTo>
                  <a:pt x="1069" y="868"/>
                </a:lnTo>
                <a:lnTo>
                  <a:pt x="1068" y="869"/>
                </a:lnTo>
                <a:lnTo>
                  <a:pt x="1067" y="869"/>
                </a:lnTo>
                <a:lnTo>
                  <a:pt x="1066" y="868"/>
                </a:lnTo>
                <a:lnTo>
                  <a:pt x="1066" y="867"/>
                </a:lnTo>
                <a:lnTo>
                  <a:pt x="1065" y="867"/>
                </a:lnTo>
                <a:lnTo>
                  <a:pt x="1065" y="866"/>
                </a:lnTo>
                <a:lnTo>
                  <a:pt x="1064" y="866"/>
                </a:lnTo>
                <a:lnTo>
                  <a:pt x="1063" y="866"/>
                </a:lnTo>
                <a:lnTo>
                  <a:pt x="1063" y="867"/>
                </a:lnTo>
                <a:lnTo>
                  <a:pt x="1062" y="867"/>
                </a:lnTo>
                <a:lnTo>
                  <a:pt x="1062" y="868"/>
                </a:lnTo>
                <a:lnTo>
                  <a:pt x="1062" y="869"/>
                </a:lnTo>
                <a:lnTo>
                  <a:pt x="1063" y="870"/>
                </a:lnTo>
                <a:lnTo>
                  <a:pt x="1062" y="870"/>
                </a:lnTo>
                <a:lnTo>
                  <a:pt x="1061" y="870"/>
                </a:lnTo>
                <a:lnTo>
                  <a:pt x="1061" y="869"/>
                </a:lnTo>
                <a:lnTo>
                  <a:pt x="1061" y="868"/>
                </a:lnTo>
                <a:lnTo>
                  <a:pt x="1060" y="867"/>
                </a:lnTo>
                <a:lnTo>
                  <a:pt x="1059" y="867"/>
                </a:lnTo>
                <a:lnTo>
                  <a:pt x="1059" y="868"/>
                </a:lnTo>
                <a:lnTo>
                  <a:pt x="1058" y="868"/>
                </a:lnTo>
                <a:lnTo>
                  <a:pt x="1057" y="868"/>
                </a:lnTo>
                <a:lnTo>
                  <a:pt x="1056" y="867"/>
                </a:lnTo>
                <a:lnTo>
                  <a:pt x="1054" y="868"/>
                </a:lnTo>
                <a:lnTo>
                  <a:pt x="1053" y="868"/>
                </a:lnTo>
                <a:lnTo>
                  <a:pt x="1053" y="869"/>
                </a:lnTo>
                <a:lnTo>
                  <a:pt x="1052" y="870"/>
                </a:lnTo>
                <a:lnTo>
                  <a:pt x="1051" y="870"/>
                </a:lnTo>
                <a:lnTo>
                  <a:pt x="1050" y="870"/>
                </a:lnTo>
                <a:lnTo>
                  <a:pt x="1050" y="871"/>
                </a:lnTo>
                <a:lnTo>
                  <a:pt x="1049" y="871"/>
                </a:lnTo>
                <a:lnTo>
                  <a:pt x="1048" y="870"/>
                </a:lnTo>
                <a:lnTo>
                  <a:pt x="1047" y="870"/>
                </a:lnTo>
                <a:lnTo>
                  <a:pt x="1046" y="870"/>
                </a:lnTo>
                <a:lnTo>
                  <a:pt x="1046" y="871"/>
                </a:lnTo>
                <a:lnTo>
                  <a:pt x="1045" y="871"/>
                </a:lnTo>
                <a:lnTo>
                  <a:pt x="1045" y="872"/>
                </a:lnTo>
                <a:lnTo>
                  <a:pt x="1045" y="873"/>
                </a:lnTo>
                <a:lnTo>
                  <a:pt x="1044" y="873"/>
                </a:lnTo>
                <a:lnTo>
                  <a:pt x="1044" y="872"/>
                </a:lnTo>
                <a:lnTo>
                  <a:pt x="1043" y="871"/>
                </a:lnTo>
                <a:lnTo>
                  <a:pt x="1042" y="870"/>
                </a:lnTo>
                <a:lnTo>
                  <a:pt x="1041" y="870"/>
                </a:lnTo>
                <a:lnTo>
                  <a:pt x="1041" y="871"/>
                </a:lnTo>
                <a:lnTo>
                  <a:pt x="1041" y="872"/>
                </a:lnTo>
                <a:lnTo>
                  <a:pt x="1041" y="873"/>
                </a:lnTo>
                <a:lnTo>
                  <a:pt x="1042" y="873"/>
                </a:lnTo>
                <a:lnTo>
                  <a:pt x="1043" y="873"/>
                </a:lnTo>
                <a:lnTo>
                  <a:pt x="1043" y="874"/>
                </a:lnTo>
                <a:lnTo>
                  <a:pt x="1043" y="875"/>
                </a:lnTo>
                <a:lnTo>
                  <a:pt x="1042" y="875"/>
                </a:lnTo>
                <a:lnTo>
                  <a:pt x="1041" y="875"/>
                </a:lnTo>
                <a:lnTo>
                  <a:pt x="1040" y="875"/>
                </a:lnTo>
                <a:lnTo>
                  <a:pt x="1038" y="874"/>
                </a:lnTo>
                <a:lnTo>
                  <a:pt x="1037" y="873"/>
                </a:lnTo>
                <a:lnTo>
                  <a:pt x="1037" y="872"/>
                </a:lnTo>
                <a:lnTo>
                  <a:pt x="1036" y="872"/>
                </a:lnTo>
                <a:lnTo>
                  <a:pt x="1036" y="871"/>
                </a:lnTo>
                <a:lnTo>
                  <a:pt x="1035" y="871"/>
                </a:lnTo>
                <a:lnTo>
                  <a:pt x="1034" y="872"/>
                </a:lnTo>
                <a:lnTo>
                  <a:pt x="1033" y="872"/>
                </a:lnTo>
                <a:lnTo>
                  <a:pt x="1033" y="873"/>
                </a:lnTo>
                <a:lnTo>
                  <a:pt x="1032" y="873"/>
                </a:lnTo>
                <a:lnTo>
                  <a:pt x="1031" y="873"/>
                </a:lnTo>
                <a:lnTo>
                  <a:pt x="1029" y="873"/>
                </a:lnTo>
                <a:lnTo>
                  <a:pt x="1028" y="873"/>
                </a:lnTo>
                <a:lnTo>
                  <a:pt x="1027" y="873"/>
                </a:lnTo>
                <a:lnTo>
                  <a:pt x="1026" y="872"/>
                </a:lnTo>
                <a:lnTo>
                  <a:pt x="1024" y="870"/>
                </a:lnTo>
                <a:lnTo>
                  <a:pt x="1023" y="869"/>
                </a:lnTo>
                <a:lnTo>
                  <a:pt x="1023" y="868"/>
                </a:lnTo>
                <a:lnTo>
                  <a:pt x="1023" y="867"/>
                </a:lnTo>
                <a:lnTo>
                  <a:pt x="1023" y="866"/>
                </a:lnTo>
                <a:lnTo>
                  <a:pt x="1023" y="865"/>
                </a:lnTo>
                <a:lnTo>
                  <a:pt x="1022" y="865"/>
                </a:lnTo>
                <a:lnTo>
                  <a:pt x="1021" y="866"/>
                </a:lnTo>
                <a:lnTo>
                  <a:pt x="1021" y="867"/>
                </a:lnTo>
                <a:lnTo>
                  <a:pt x="1020" y="867"/>
                </a:lnTo>
                <a:lnTo>
                  <a:pt x="1019" y="867"/>
                </a:lnTo>
                <a:lnTo>
                  <a:pt x="1018" y="867"/>
                </a:lnTo>
                <a:lnTo>
                  <a:pt x="1017" y="867"/>
                </a:lnTo>
                <a:lnTo>
                  <a:pt x="1017" y="866"/>
                </a:lnTo>
                <a:lnTo>
                  <a:pt x="1016" y="866"/>
                </a:lnTo>
                <a:lnTo>
                  <a:pt x="1015" y="867"/>
                </a:lnTo>
                <a:lnTo>
                  <a:pt x="1014" y="868"/>
                </a:lnTo>
                <a:lnTo>
                  <a:pt x="1013" y="868"/>
                </a:lnTo>
                <a:lnTo>
                  <a:pt x="1013" y="867"/>
                </a:lnTo>
                <a:lnTo>
                  <a:pt x="1012" y="866"/>
                </a:lnTo>
                <a:lnTo>
                  <a:pt x="1011" y="866"/>
                </a:lnTo>
                <a:lnTo>
                  <a:pt x="1011" y="867"/>
                </a:lnTo>
                <a:lnTo>
                  <a:pt x="1011" y="868"/>
                </a:lnTo>
                <a:lnTo>
                  <a:pt x="1011" y="869"/>
                </a:lnTo>
                <a:lnTo>
                  <a:pt x="1012" y="870"/>
                </a:lnTo>
                <a:lnTo>
                  <a:pt x="1011" y="871"/>
                </a:lnTo>
                <a:lnTo>
                  <a:pt x="1010" y="871"/>
                </a:lnTo>
                <a:lnTo>
                  <a:pt x="1009" y="871"/>
                </a:lnTo>
                <a:lnTo>
                  <a:pt x="1008" y="871"/>
                </a:lnTo>
                <a:lnTo>
                  <a:pt x="1007" y="871"/>
                </a:lnTo>
                <a:lnTo>
                  <a:pt x="1006" y="871"/>
                </a:lnTo>
                <a:lnTo>
                  <a:pt x="1005" y="872"/>
                </a:lnTo>
                <a:lnTo>
                  <a:pt x="1005" y="873"/>
                </a:lnTo>
                <a:lnTo>
                  <a:pt x="1004" y="873"/>
                </a:lnTo>
                <a:lnTo>
                  <a:pt x="1003" y="873"/>
                </a:lnTo>
                <a:lnTo>
                  <a:pt x="1003" y="872"/>
                </a:lnTo>
                <a:lnTo>
                  <a:pt x="1002" y="872"/>
                </a:lnTo>
                <a:lnTo>
                  <a:pt x="1002" y="871"/>
                </a:lnTo>
                <a:lnTo>
                  <a:pt x="1002" y="870"/>
                </a:lnTo>
                <a:lnTo>
                  <a:pt x="1001" y="869"/>
                </a:lnTo>
                <a:lnTo>
                  <a:pt x="999" y="869"/>
                </a:lnTo>
                <a:lnTo>
                  <a:pt x="998" y="870"/>
                </a:lnTo>
                <a:lnTo>
                  <a:pt x="997" y="870"/>
                </a:lnTo>
                <a:lnTo>
                  <a:pt x="996" y="870"/>
                </a:lnTo>
                <a:lnTo>
                  <a:pt x="995" y="870"/>
                </a:lnTo>
                <a:lnTo>
                  <a:pt x="995" y="871"/>
                </a:lnTo>
                <a:lnTo>
                  <a:pt x="996" y="873"/>
                </a:lnTo>
                <a:lnTo>
                  <a:pt x="996" y="874"/>
                </a:lnTo>
                <a:lnTo>
                  <a:pt x="995" y="874"/>
                </a:lnTo>
                <a:lnTo>
                  <a:pt x="994" y="874"/>
                </a:lnTo>
                <a:lnTo>
                  <a:pt x="993" y="874"/>
                </a:lnTo>
                <a:lnTo>
                  <a:pt x="992" y="873"/>
                </a:lnTo>
                <a:lnTo>
                  <a:pt x="991" y="873"/>
                </a:lnTo>
                <a:lnTo>
                  <a:pt x="990" y="873"/>
                </a:lnTo>
                <a:lnTo>
                  <a:pt x="989" y="873"/>
                </a:lnTo>
                <a:lnTo>
                  <a:pt x="989" y="872"/>
                </a:lnTo>
                <a:lnTo>
                  <a:pt x="988" y="872"/>
                </a:lnTo>
                <a:lnTo>
                  <a:pt x="987" y="872"/>
                </a:lnTo>
                <a:lnTo>
                  <a:pt x="986" y="872"/>
                </a:lnTo>
                <a:lnTo>
                  <a:pt x="986" y="871"/>
                </a:lnTo>
                <a:lnTo>
                  <a:pt x="985" y="871"/>
                </a:lnTo>
                <a:lnTo>
                  <a:pt x="985" y="872"/>
                </a:lnTo>
                <a:lnTo>
                  <a:pt x="984" y="872"/>
                </a:lnTo>
                <a:lnTo>
                  <a:pt x="983" y="873"/>
                </a:lnTo>
                <a:lnTo>
                  <a:pt x="983" y="874"/>
                </a:lnTo>
                <a:lnTo>
                  <a:pt x="981" y="874"/>
                </a:lnTo>
                <a:lnTo>
                  <a:pt x="980" y="874"/>
                </a:lnTo>
                <a:lnTo>
                  <a:pt x="979" y="873"/>
                </a:lnTo>
                <a:lnTo>
                  <a:pt x="979" y="872"/>
                </a:lnTo>
                <a:lnTo>
                  <a:pt x="981" y="871"/>
                </a:lnTo>
                <a:lnTo>
                  <a:pt x="982" y="871"/>
                </a:lnTo>
                <a:lnTo>
                  <a:pt x="982" y="870"/>
                </a:lnTo>
                <a:lnTo>
                  <a:pt x="983" y="870"/>
                </a:lnTo>
                <a:lnTo>
                  <a:pt x="983" y="869"/>
                </a:lnTo>
                <a:lnTo>
                  <a:pt x="983" y="868"/>
                </a:lnTo>
                <a:lnTo>
                  <a:pt x="983" y="867"/>
                </a:lnTo>
                <a:lnTo>
                  <a:pt x="982" y="866"/>
                </a:lnTo>
                <a:lnTo>
                  <a:pt x="981" y="866"/>
                </a:lnTo>
                <a:lnTo>
                  <a:pt x="980" y="867"/>
                </a:lnTo>
                <a:lnTo>
                  <a:pt x="979" y="867"/>
                </a:lnTo>
                <a:lnTo>
                  <a:pt x="979" y="868"/>
                </a:lnTo>
                <a:lnTo>
                  <a:pt x="978" y="870"/>
                </a:lnTo>
                <a:lnTo>
                  <a:pt x="977" y="870"/>
                </a:lnTo>
                <a:lnTo>
                  <a:pt x="976" y="870"/>
                </a:lnTo>
                <a:lnTo>
                  <a:pt x="976" y="869"/>
                </a:lnTo>
                <a:lnTo>
                  <a:pt x="975" y="869"/>
                </a:lnTo>
                <a:lnTo>
                  <a:pt x="975" y="868"/>
                </a:lnTo>
                <a:lnTo>
                  <a:pt x="975" y="867"/>
                </a:lnTo>
                <a:lnTo>
                  <a:pt x="976" y="867"/>
                </a:lnTo>
                <a:lnTo>
                  <a:pt x="976" y="866"/>
                </a:lnTo>
                <a:lnTo>
                  <a:pt x="975" y="866"/>
                </a:lnTo>
                <a:lnTo>
                  <a:pt x="974" y="866"/>
                </a:lnTo>
                <a:lnTo>
                  <a:pt x="973" y="867"/>
                </a:lnTo>
                <a:lnTo>
                  <a:pt x="972" y="867"/>
                </a:lnTo>
                <a:lnTo>
                  <a:pt x="971" y="867"/>
                </a:lnTo>
                <a:lnTo>
                  <a:pt x="971" y="866"/>
                </a:lnTo>
                <a:lnTo>
                  <a:pt x="971" y="865"/>
                </a:lnTo>
                <a:lnTo>
                  <a:pt x="970" y="865"/>
                </a:lnTo>
                <a:lnTo>
                  <a:pt x="969" y="865"/>
                </a:lnTo>
                <a:lnTo>
                  <a:pt x="969" y="866"/>
                </a:lnTo>
                <a:lnTo>
                  <a:pt x="968" y="867"/>
                </a:lnTo>
                <a:lnTo>
                  <a:pt x="967" y="867"/>
                </a:lnTo>
                <a:lnTo>
                  <a:pt x="966" y="867"/>
                </a:lnTo>
                <a:lnTo>
                  <a:pt x="966" y="866"/>
                </a:lnTo>
                <a:lnTo>
                  <a:pt x="965" y="866"/>
                </a:lnTo>
                <a:lnTo>
                  <a:pt x="965" y="865"/>
                </a:lnTo>
                <a:lnTo>
                  <a:pt x="965" y="864"/>
                </a:lnTo>
                <a:lnTo>
                  <a:pt x="964" y="864"/>
                </a:lnTo>
                <a:lnTo>
                  <a:pt x="963" y="864"/>
                </a:lnTo>
                <a:lnTo>
                  <a:pt x="963" y="865"/>
                </a:lnTo>
                <a:lnTo>
                  <a:pt x="963" y="866"/>
                </a:lnTo>
                <a:lnTo>
                  <a:pt x="962" y="867"/>
                </a:lnTo>
                <a:lnTo>
                  <a:pt x="962" y="868"/>
                </a:lnTo>
                <a:lnTo>
                  <a:pt x="961" y="868"/>
                </a:lnTo>
                <a:lnTo>
                  <a:pt x="960" y="868"/>
                </a:lnTo>
                <a:lnTo>
                  <a:pt x="960" y="867"/>
                </a:lnTo>
                <a:lnTo>
                  <a:pt x="961" y="867"/>
                </a:lnTo>
                <a:lnTo>
                  <a:pt x="961" y="866"/>
                </a:lnTo>
                <a:lnTo>
                  <a:pt x="960" y="866"/>
                </a:lnTo>
                <a:lnTo>
                  <a:pt x="960" y="865"/>
                </a:lnTo>
                <a:lnTo>
                  <a:pt x="959" y="865"/>
                </a:lnTo>
                <a:lnTo>
                  <a:pt x="959" y="866"/>
                </a:lnTo>
                <a:lnTo>
                  <a:pt x="958" y="866"/>
                </a:lnTo>
                <a:lnTo>
                  <a:pt x="957" y="866"/>
                </a:lnTo>
                <a:lnTo>
                  <a:pt x="957" y="867"/>
                </a:lnTo>
                <a:lnTo>
                  <a:pt x="956" y="867"/>
                </a:lnTo>
                <a:lnTo>
                  <a:pt x="955" y="867"/>
                </a:lnTo>
                <a:lnTo>
                  <a:pt x="955" y="866"/>
                </a:lnTo>
                <a:lnTo>
                  <a:pt x="954" y="866"/>
                </a:lnTo>
                <a:lnTo>
                  <a:pt x="954" y="865"/>
                </a:lnTo>
                <a:lnTo>
                  <a:pt x="954" y="864"/>
                </a:lnTo>
                <a:lnTo>
                  <a:pt x="955" y="864"/>
                </a:lnTo>
                <a:lnTo>
                  <a:pt x="956" y="864"/>
                </a:lnTo>
                <a:lnTo>
                  <a:pt x="957" y="864"/>
                </a:lnTo>
                <a:lnTo>
                  <a:pt x="957" y="863"/>
                </a:lnTo>
                <a:lnTo>
                  <a:pt x="956" y="863"/>
                </a:lnTo>
                <a:lnTo>
                  <a:pt x="956" y="862"/>
                </a:lnTo>
                <a:lnTo>
                  <a:pt x="956" y="861"/>
                </a:lnTo>
                <a:lnTo>
                  <a:pt x="957" y="860"/>
                </a:lnTo>
                <a:lnTo>
                  <a:pt x="958" y="860"/>
                </a:lnTo>
                <a:lnTo>
                  <a:pt x="959" y="860"/>
                </a:lnTo>
                <a:lnTo>
                  <a:pt x="959" y="859"/>
                </a:lnTo>
                <a:lnTo>
                  <a:pt x="959" y="858"/>
                </a:lnTo>
                <a:lnTo>
                  <a:pt x="958" y="857"/>
                </a:lnTo>
                <a:lnTo>
                  <a:pt x="959" y="857"/>
                </a:lnTo>
                <a:lnTo>
                  <a:pt x="959" y="856"/>
                </a:lnTo>
                <a:lnTo>
                  <a:pt x="960" y="855"/>
                </a:lnTo>
                <a:lnTo>
                  <a:pt x="962" y="855"/>
                </a:lnTo>
                <a:lnTo>
                  <a:pt x="963" y="855"/>
                </a:lnTo>
                <a:lnTo>
                  <a:pt x="964" y="855"/>
                </a:lnTo>
                <a:lnTo>
                  <a:pt x="964" y="854"/>
                </a:lnTo>
                <a:lnTo>
                  <a:pt x="964" y="853"/>
                </a:lnTo>
                <a:lnTo>
                  <a:pt x="963" y="853"/>
                </a:lnTo>
                <a:lnTo>
                  <a:pt x="963" y="852"/>
                </a:lnTo>
                <a:lnTo>
                  <a:pt x="961" y="853"/>
                </a:lnTo>
                <a:lnTo>
                  <a:pt x="960" y="853"/>
                </a:lnTo>
                <a:lnTo>
                  <a:pt x="958" y="854"/>
                </a:lnTo>
                <a:lnTo>
                  <a:pt x="957" y="854"/>
                </a:lnTo>
                <a:lnTo>
                  <a:pt x="956" y="854"/>
                </a:lnTo>
                <a:lnTo>
                  <a:pt x="955" y="854"/>
                </a:lnTo>
                <a:lnTo>
                  <a:pt x="955" y="853"/>
                </a:lnTo>
                <a:lnTo>
                  <a:pt x="954" y="853"/>
                </a:lnTo>
                <a:lnTo>
                  <a:pt x="954" y="852"/>
                </a:lnTo>
                <a:lnTo>
                  <a:pt x="955" y="852"/>
                </a:lnTo>
                <a:lnTo>
                  <a:pt x="955" y="851"/>
                </a:lnTo>
                <a:lnTo>
                  <a:pt x="954" y="850"/>
                </a:lnTo>
                <a:lnTo>
                  <a:pt x="954" y="849"/>
                </a:lnTo>
                <a:lnTo>
                  <a:pt x="953" y="849"/>
                </a:lnTo>
                <a:lnTo>
                  <a:pt x="952" y="850"/>
                </a:lnTo>
                <a:lnTo>
                  <a:pt x="951" y="851"/>
                </a:lnTo>
                <a:lnTo>
                  <a:pt x="950" y="850"/>
                </a:lnTo>
                <a:lnTo>
                  <a:pt x="949" y="850"/>
                </a:lnTo>
                <a:lnTo>
                  <a:pt x="948" y="849"/>
                </a:lnTo>
                <a:lnTo>
                  <a:pt x="949" y="849"/>
                </a:lnTo>
                <a:lnTo>
                  <a:pt x="950" y="848"/>
                </a:lnTo>
                <a:lnTo>
                  <a:pt x="950" y="849"/>
                </a:lnTo>
                <a:lnTo>
                  <a:pt x="950" y="848"/>
                </a:lnTo>
                <a:lnTo>
                  <a:pt x="951" y="848"/>
                </a:lnTo>
                <a:lnTo>
                  <a:pt x="951" y="847"/>
                </a:lnTo>
                <a:lnTo>
                  <a:pt x="951" y="846"/>
                </a:lnTo>
                <a:lnTo>
                  <a:pt x="950" y="846"/>
                </a:lnTo>
                <a:lnTo>
                  <a:pt x="950" y="845"/>
                </a:lnTo>
                <a:lnTo>
                  <a:pt x="949" y="845"/>
                </a:lnTo>
                <a:lnTo>
                  <a:pt x="948" y="846"/>
                </a:lnTo>
                <a:lnTo>
                  <a:pt x="947" y="846"/>
                </a:lnTo>
                <a:lnTo>
                  <a:pt x="946" y="846"/>
                </a:lnTo>
                <a:lnTo>
                  <a:pt x="945" y="846"/>
                </a:lnTo>
                <a:lnTo>
                  <a:pt x="945" y="845"/>
                </a:lnTo>
                <a:lnTo>
                  <a:pt x="945" y="844"/>
                </a:lnTo>
                <a:lnTo>
                  <a:pt x="944" y="844"/>
                </a:lnTo>
                <a:lnTo>
                  <a:pt x="943" y="843"/>
                </a:lnTo>
                <a:lnTo>
                  <a:pt x="942" y="843"/>
                </a:lnTo>
                <a:lnTo>
                  <a:pt x="941" y="843"/>
                </a:lnTo>
                <a:lnTo>
                  <a:pt x="940" y="843"/>
                </a:lnTo>
                <a:lnTo>
                  <a:pt x="939" y="842"/>
                </a:lnTo>
                <a:lnTo>
                  <a:pt x="938" y="842"/>
                </a:lnTo>
                <a:lnTo>
                  <a:pt x="939" y="841"/>
                </a:lnTo>
                <a:lnTo>
                  <a:pt x="939" y="840"/>
                </a:lnTo>
                <a:lnTo>
                  <a:pt x="939" y="839"/>
                </a:lnTo>
                <a:lnTo>
                  <a:pt x="939" y="838"/>
                </a:lnTo>
                <a:lnTo>
                  <a:pt x="940" y="837"/>
                </a:lnTo>
                <a:lnTo>
                  <a:pt x="941" y="838"/>
                </a:lnTo>
                <a:lnTo>
                  <a:pt x="942" y="838"/>
                </a:lnTo>
                <a:lnTo>
                  <a:pt x="943" y="838"/>
                </a:lnTo>
                <a:lnTo>
                  <a:pt x="944" y="837"/>
                </a:lnTo>
                <a:lnTo>
                  <a:pt x="944" y="836"/>
                </a:lnTo>
                <a:lnTo>
                  <a:pt x="944" y="835"/>
                </a:lnTo>
                <a:lnTo>
                  <a:pt x="944" y="834"/>
                </a:lnTo>
                <a:lnTo>
                  <a:pt x="943" y="834"/>
                </a:lnTo>
                <a:lnTo>
                  <a:pt x="943" y="835"/>
                </a:lnTo>
                <a:lnTo>
                  <a:pt x="942" y="835"/>
                </a:lnTo>
                <a:lnTo>
                  <a:pt x="941" y="835"/>
                </a:lnTo>
                <a:lnTo>
                  <a:pt x="940" y="835"/>
                </a:lnTo>
                <a:lnTo>
                  <a:pt x="939" y="834"/>
                </a:lnTo>
                <a:lnTo>
                  <a:pt x="940" y="833"/>
                </a:lnTo>
                <a:lnTo>
                  <a:pt x="939" y="832"/>
                </a:lnTo>
                <a:lnTo>
                  <a:pt x="938" y="832"/>
                </a:lnTo>
                <a:lnTo>
                  <a:pt x="938" y="831"/>
                </a:lnTo>
                <a:lnTo>
                  <a:pt x="938" y="830"/>
                </a:lnTo>
                <a:lnTo>
                  <a:pt x="938" y="829"/>
                </a:lnTo>
                <a:lnTo>
                  <a:pt x="938" y="828"/>
                </a:lnTo>
                <a:lnTo>
                  <a:pt x="937" y="827"/>
                </a:lnTo>
                <a:lnTo>
                  <a:pt x="936" y="828"/>
                </a:lnTo>
                <a:lnTo>
                  <a:pt x="934" y="829"/>
                </a:lnTo>
                <a:lnTo>
                  <a:pt x="933" y="829"/>
                </a:lnTo>
                <a:lnTo>
                  <a:pt x="932" y="829"/>
                </a:lnTo>
                <a:lnTo>
                  <a:pt x="931" y="828"/>
                </a:lnTo>
                <a:lnTo>
                  <a:pt x="930" y="828"/>
                </a:lnTo>
                <a:lnTo>
                  <a:pt x="931" y="827"/>
                </a:lnTo>
                <a:lnTo>
                  <a:pt x="931" y="826"/>
                </a:lnTo>
                <a:lnTo>
                  <a:pt x="931" y="825"/>
                </a:lnTo>
                <a:lnTo>
                  <a:pt x="930" y="825"/>
                </a:lnTo>
                <a:lnTo>
                  <a:pt x="929" y="825"/>
                </a:lnTo>
                <a:lnTo>
                  <a:pt x="927" y="825"/>
                </a:lnTo>
                <a:lnTo>
                  <a:pt x="926" y="825"/>
                </a:lnTo>
                <a:lnTo>
                  <a:pt x="926" y="824"/>
                </a:lnTo>
                <a:lnTo>
                  <a:pt x="926" y="823"/>
                </a:lnTo>
                <a:lnTo>
                  <a:pt x="925" y="823"/>
                </a:lnTo>
                <a:lnTo>
                  <a:pt x="923" y="824"/>
                </a:lnTo>
                <a:lnTo>
                  <a:pt x="922" y="824"/>
                </a:lnTo>
                <a:lnTo>
                  <a:pt x="921" y="824"/>
                </a:lnTo>
                <a:lnTo>
                  <a:pt x="921" y="825"/>
                </a:lnTo>
                <a:lnTo>
                  <a:pt x="920" y="825"/>
                </a:lnTo>
                <a:lnTo>
                  <a:pt x="920" y="826"/>
                </a:lnTo>
                <a:lnTo>
                  <a:pt x="920" y="825"/>
                </a:lnTo>
                <a:lnTo>
                  <a:pt x="919" y="825"/>
                </a:lnTo>
                <a:lnTo>
                  <a:pt x="919" y="824"/>
                </a:lnTo>
                <a:lnTo>
                  <a:pt x="918" y="823"/>
                </a:lnTo>
                <a:lnTo>
                  <a:pt x="919" y="823"/>
                </a:lnTo>
                <a:lnTo>
                  <a:pt x="919" y="822"/>
                </a:lnTo>
                <a:lnTo>
                  <a:pt x="920" y="822"/>
                </a:lnTo>
                <a:lnTo>
                  <a:pt x="921" y="822"/>
                </a:lnTo>
                <a:lnTo>
                  <a:pt x="921" y="821"/>
                </a:lnTo>
                <a:lnTo>
                  <a:pt x="920" y="819"/>
                </a:lnTo>
                <a:lnTo>
                  <a:pt x="920" y="818"/>
                </a:lnTo>
                <a:lnTo>
                  <a:pt x="919" y="818"/>
                </a:lnTo>
                <a:lnTo>
                  <a:pt x="917" y="817"/>
                </a:lnTo>
                <a:lnTo>
                  <a:pt x="917" y="818"/>
                </a:lnTo>
                <a:lnTo>
                  <a:pt x="916" y="818"/>
                </a:lnTo>
                <a:lnTo>
                  <a:pt x="916" y="819"/>
                </a:lnTo>
                <a:lnTo>
                  <a:pt x="915" y="820"/>
                </a:lnTo>
                <a:lnTo>
                  <a:pt x="915" y="821"/>
                </a:lnTo>
                <a:lnTo>
                  <a:pt x="914" y="821"/>
                </a:lnTo>
                <a:lnTo>
                  <a:pt x="914" y="822"/>
                </a:lnTo>
                <a:lnTo>
                  <a:pt x="913" y="822"/>
                </a:lnTo>
                <a:lnTo>
                  <a:pt x="912" y="823"/>
                </a:lnTo>
                <a:lnTo>
                  <a:pt x="911" y="823"/>
                </a:lnTo>
                <a:lnTo>
                  <a:pt x="911" y="824"/>
                </a:lnTo>
                <a:lnTo>
                  <a:pt x="910" y="825"/>
                </a:lnTo>
                <a:lnTo>
                  <a:pt x="909" y="827"/>
                </a:lnTo>
                <a:lnTo>
                  <a:pt x="909" y="830"/>
                </a:lnTo>
                <a:lnTo>
                  <a:pt x="908" y="830"/>
                </a:lnTo>
                <a:lnTo>
                  <a:pt x="908" y="831"/>
                </a:lnTo>
                <a:lnTo>
                  <a:pt x="908" y="833"/>
                </a:lnTo>
                <a:lnTo>
                  <a:pt x="908" y="834"/>
                </a:lnTo>
                <a:lnTo>
                  <a:pt x="908" y="835"/>
                </a:lnTo>
                <a:lnTo>
                  <a:pt x="908" y="836"/>
                </a:lnTo>
                <a:lnTo>
                  <a:pt x="908" y="838"/>
                </a:lnTo>
                <a:lnTo>
                  <a:pt x="908" y="839"/>
                </a:lnTo>
                <a:lnTo>
                  <a:pt x="907" y="839"/>
                </a:lnTo>
                <a:lnTo>
                  <a:pt x="906" y="839"/>
                </a:lnTo>
                <a:lnTo>
                  <a:pt x="906" y="838"/>
                </a:lnTo>
                <a:lnTo>
                  <a:pt x="905" y="838"/>
                </a:lnTo>
                <a:lnTo>
                  <a:pt x="905" y="837"/>
                </a:lnTo>
                <a:lnTo>
                  <a:pt x="905" y="836"/>
                </a:lnTo>
                <a:lnTo>
                  <a:pt x="904" y="835"/>
                </a:lnTo>
                <a:lnTo>
                  <a:pt x="903" y="835"/>
                </a:lnTo>
                <a:lnTo>
                  <a:pt x="902" y="834"/>
                </a:lnTo>
                <a:lnTo>
                  <a:pt x="902" y="835"/>
                </a:lnTo>
                <a:lnTo>
                  <a:pt x="901" y="836"/>
                </a:lnTo>
                <a:lnTo>
                  <a:pt x="901" y="837"/>
                </a:lnTo>
                <a:lnTo>
                  <a:pt x="901" y="838"/>
                </a:lnTo>
                <a:lnTo>
                  <a:pt x="901" y="839"/>
                </a:lnTo>
                <a:lnTo>
                  <a:pt x="901" y="840"/>
                </a:lnTo>
                <a:lnTo>
                  <a:pt x="902" y="840"/>
                </a:lnTo>
                <a:lnTo>
                  <a:pt x="902" y="842"/>
                </a:lnTo>
                <a:lnTo>
                  <a:pt x="901" y="842"/>
                </a:lnTo>
                <a:lnTo>
                  <a:pt x="902" y="843"/>
                </a:lnTo>
                <a:lnTo>
                  <a:pt x="903" y="844"/>
                </a:lnTo>
                <a:lnTo>
                  <a:pt x="903" y="845"/>
                </a:lnTo>
                <a:lnTo>
                  <a:pt x="903" y="846"/>
                </a:lnTo>
                <a:lnTo>
                  <a:pt x="902" y="846"/>
                </a:lnTo>
                <a:lnTo>
                  <a:pt x="901" y="846"/>
                </a:lnTo>
                <a:lnTo>
                  <a:pt x="900" y="846"/>
                </a:lnTo>
                <a:lnTo>
                  <a:pt x="899" y="846"/>
                </a:lnTo>
                <a:lnTo>
                  <a:pt x="899" y="845"/>
                </a:lnTo>
                <a:lnTo>
                  <a:pt x="899" y="844"/>
                </a:lnTo>
                <a:lnTo>
                  <a:pt x="898" y="843"/>
                </a:lnTo>
                <a:lnTo>
                  <a:pt x="898" y="842"/>
                </a:lnTo>
                <a:lnTo>
                  <a:pt x="897" y="842"/>
                </a:lnTo>
                <a:lnTo>
                  <a:pt x="896" y="841"/>
                </a:lnTo>
                <a:lnTo>
                  <a:pt x="895" y="840"/>
                </a:lnTo>
                <a:lnTo>
                  <a:pt x="894" y="839"/>
                </a:lnTo>
                <a:lnTo>
                  <a:pt x="893" y="839"/>
                </a:lnTo>
                <a:lnTo>
                  <a:pt x="893" y="838"/>
                </a:lnTo>
                <a:lnTo>
                  <a:pt x="892" y="838"/>
                </a:lnTo>
                <a:lnTo>
                  <a:pt x="891" y="838"/>
                </a:lnTo>
                <a:lnTo>
                  <a:pt x="891" y="837"/>
                </a:lnTo>
                <a:lnTo>
                  <a:pt x="890" y="837"/>
                </a:lnTo>
                <a:lnTo>
                  <a:pt x="889" y="836"/>
                </a:lnTo>
                <a:lnTo>
                  <a:pt x="888" y="836"/>
                </a:lnTo>
                <a:lnTo>
                  <a:pt x="887" y="836"/>
                </a:lnTo>
                <a:lnTo>
                  <a:pt x="886" y="836"/>
                </a:lnTo>
                <a:lnTo>
                  <a:pt x="886" y="837"/>
                </a:lnTo>
                <a:lnTo>
                  <a:pt x="885" y="837"/>
                </a:lnTo>
                <a:lnTo>
                  <a:pt x="885" y="838"/>
                </a:lnTo>
                <a:lnTo>
                  <a:pt x="884" y="839"/>
                </a:lnTo>
                <a:lnTo>
                  <a:pt x="884" y="840"/>
                </a:lnTo>
                <a:lnTo>
                  <a:pt x="884" y="841"/>
                </a:lnTo>
                <a:lnTo>
                  <a:pt x="884" y="842"/>
                </a:lnTo>
                <a:lnTo>
                  <a:pt x="885" y="842"/>
                </a:lnTo>
                <a:lnTo>
                  <a:pt x="886" y="843"/>
                </a:lnTo>
                <a:lnTo>
                  <a:pt x="887" y="843"/>
                </a:lnTo>
                <a:lnTo>
                  <a:pt x="889" y="843"/>
                </a:lnTo>
                <a:lnTo>
                  <a:pt x="891" y="844"/>
                </a:lnTo>
                <a:lnTo>
                  <a:pt x="891" y="845"/>
                </a:lnTo>
                <a:lnTo>
                  <a:pt x="891" y="846"/>
                </a:lnTo>
                <a:lnTo>
                  <a:pt x="890" y="847"/>
                </a:lnTo>
                <a:lnTo>
                  <a:pt x="889" y="849"/>
                </a:lnTo>
                <a:lnTo>
                  <a:pt x="889" y="850"/>
                </a:lnTo>
                <a:lnTo>
                  <a:pt x="888" y="850"/>
                </a:lnTo>
                <a:lnTo>
                  <a:pt x="887" y="851"/>
                </a:lnTo>
                <a:lnTo>
                  <a:pt x="887" y="852"/>
                </a:lnTo>
                <a:lnTo>
                  <a:pt x="887" y="853"/>
                </a:lnTo>
                <a:lnTo>
                  <a:pt x="887" y="854"/>
                </a:lnTo>
                <a:lnTo>
                  <a:pt x="886" y="855"/>
                </a:lnTo>
                <a:lnTo>
                  <a:pt x="885" y="855"/>
                </a:lnTo>
                <a:lnTo>
                  <a:pt x="884" y="855"/>
                </a:lnTo>
                <a:lnTo>
                  <a:pt x="884" y="856"/>
                </a:lnTo>
                <a:lnTo>
                  <a:pt x="884" y="857"/>
                </a:lnTo>
                <a:lnTo>
                  <a:pt x="883" y="858"/>
                </a:lnTo>
                <a:lnTo>
                  <a:pt x="882" y="858"/>
                </a:lnTo>
                <a:lnTo>
                  <a:pt x="881" y="857"/>
                </a:lnTo>
                <a:lnTo>
                  <a:pt x="879" y="855"/>
                </a:lnTo>
                <a:lnTo>
                  <a:pt x="878" y="855"/>
                </a:lnTo>
                <a:lnTo>
                  <a:pt x="877" y="855"/>
                </a:lnTo>
                <a:lnTo>
                  <a:pt x="876" y="856"/>
                </a:lnTo>
                <a:lnTo>
                  <a:pt x="876" y="857"/>
                </a:lnTo>
                <a:lnTo>
                  <a:pt x="876" y="859"/>
                </a:lnTo>
                <a:lnTo>
                  <a:pt x="876" y="860"/>
                </a:lnTo>
                <a:lnTo>
                  <a:pt x="877" y="860"/>
                </a:lnTo>
                <a:lnTo>
                  <a:pt x="877" y="862"/>
                </a:lnTo>
                <a:lnTo>
                  <a:pt x="877" y="863"/>
                </a:lnTo>
                <a:lnTo>
                  <a:pt x="876" y="863"/>
                </a:lnTo>
                <a:lnTo>
                  <a:pt x="875" y="864"/>
                </a:lnTo>
                <a:lnTo>
                  <a:pt x="875" y="865"/>
                </a:lnTo>
                <a:lnTo>
                  <a:pt x="875" y="867"/>
                </a:lnTo>
                <a:lnTo>
                  <a:pt x="874" y="866"/>
                </a:lnTo>
                <a:lnTo>
                  <a:pt x="874" y="867"/>
                </a:lnTo>
                <a:lnTo>
                  <a:pt x="873" y="867"/>
                </a:lnTo>
                <a:lnTo>
                  <a:pt x="872" y="868"/>
                </a:lnTo>
                <a:lnTo>
                  <a:pt x="872" y="869"/>
                </a:lnTo>
                <a:lnTo>
                  <a:pt x="872" y="871"/>
                </a:lnTo>
                <a:lnTo>
                  <a:pt x="872" y="872"/>
                </a:lnTo>
                <a:lnTo>
                  <a:pt x="873" y="872"/>
                </a:lnTo>
                <a:lnTo>
                  <a:pt x="873" y="873"/>
                </a:lnTo>
                <a:lnTo>
                  <a:pt x="873" y="874"/>
                </a:lnTo>
                <a:lnTo>
                  <a:pt x="874" y="875"/>
                </a:lnTo>
                <a:lnTo>
                  <a:pt x="875" y="876"/>
                </a:lnTo>
                <a:lnTo>
                  <a:pt x="876" y="877"/>
                </a:lnTo>
                <a:lnTo>
                  <a:pt x="877" y="879"/>
                </a:lnTo>
                <a:lnTo>
                  <a:pt x="877" y="880"/>
                </a:lnTo>
                <a:lnTo>
                  <a:pt x="877" y="881"/>
                </a:lnTo>
                <a:lnTo>
                  <a:pt x="876" y="881"/>
                </a:lnTo>
                <a:lnTo>
                  <a:pt x="875" y="882"/>
                </a:lnTo>
                <a:lnTo>
                  <a:pt x="874" y="883"/>
                </a:lnTo>
                <a:lnTo>
                  <a:pt x="874" y="884"/>
                </a:lnTo>
                <a:lnTo>
                  <a:pt x="874" y="885"/>
                </a:lnTo>
                <a:lnTo>
                  <a:pt x="874" y="886"/>
                </a:lnTo>
                <a:lnTo>
                  <a:pt x="873" y="886"/>
                </a:lnTo>
                <a:lnTo>
                  <a:pt x="873" y="887"/>
                </a:lnTo>
                <a:lnTo>
                  <a:pt x="873" y="888"/>
                </a:lnTo>
                <a:lnTo>
                  <a:pt x="873" y="889"/>
                </a:lnTo>
                <a:lnTo>
                  <a:pt x="874" y="890"/>
                </a:lnTo>
                <a:lnTo>
                  <a:pt x="874" y="891"/>
                </a:lnTo>
                <a:lnTo>
                  <a:pt x="873" y="891"/>
                </a:lnTo>
                <a:lnTo>
                  <a:pt x="873" y="894"/>
                </a:lnTo>
                <a:lnTo>
                  <a:pt x="874" y="894"/>
                </a:lnTo>
                <a:lnTo>
                  <a:pt x="874" y="895"/>
                </a:lnTo>
                <a:lnTo>
                  <a:pt x="875" y="895"/>
                </a:lnTo>
                <a:lnTo>
                  <a:pt x="875" y="896"/>
                </a:lnTo>
                <a:lnTo>
                  <a:pt x="874" y="896"/>
                </a:lnTo>
                <a:lnTo>
                  <a:pt x="874" y="897"/>
                </a:lnTo>
                <a:lnTo>
                  <a:pt x="873" y="898"/>
                </a:lnTo>
                <a:lnTo>
                  <a:pt x="873" y="899"/>
                </a:lnTo>
                <a:lnTo>
                  <a:pt x="873" y="901"/>
                </a:lnTo>
                <a:lnTo>
                  <a:pt x="872" y="902"/>
                </a:lnTo>
                <a:lnTo>
                  <a:pt x="872" y="903"/>
                </a:lnTo>
                <a:lnTo>
                  <a:pt x="872" y="904"/>
                </a:lnTo>
                <a:lnTo>
                  <a:pt x="872" y="905"/>
                </a:lnTo>
                <a:lnTo>
                  <a:pt x="871" y="907"/>
                </a:lnTo>
                <a:lnTo>
                  <a:pt x="870" y="908"/>
                </a:lnTo>
                <a:lnTo>
                  <a:pt x="871" y="909"/>
                </a:lnTo>
                <a:lnTo>
                  <a:pt x="871" y="910"/>
                </a:lnTo>
                <a:lnTo>
                  <a:pt x="871" y="911"/>
                </a:lnTo>
                <a:lnTo>
                  <a:pt x="871" y="914"/>
                </a:lnTo>
                <a:lnTo>
                  <a:pt x="872" y="916"/>
                </a:lnTo>
                <a:lnTo>
                  <a:pt x="874" y="918"/>
                </a:lnTo>
                <a:lnTo>
                  <a:pt x="875" y="918"/>
                </a:lnTo>
                <a:lnTo>
                  <a:pt x="876" y="918"/>
                </a:lnTo>
                <a:lnTo>
                  <a:pt x="877" y="919"/>
                </a:lnTo>
                <a:lnTo>
                  <a:pt x="878" y="919"/>
                </a:lnTo>
                <a:lnTo>
                  <a:pt x="879" y="919"/>
                </a:lnTo>
                <a:lnTo>
                  <a:pt x="879" y="920"/>
                </a:lnTo>
                <a:lnTo>
                  <a:pt x="879" y="921"/>
                </a:lnTo>
                <a:lnTo>
                  <a:pt x="879" y="922"/>
                </a:lnTo>
                <a:lnTo>
                  <a:pt x="879" y="923"/>
                </a:lnTo>
                <a:lnTo>
                  <a:pt x="879" y="924"/>
                </a:lnTo>
                <a:lnTo>
                  <a:pt x="878" y="924"/>
                </a:lnTo>
                <a:lnTo>
                  <a:pt x="877" y="925"/>
                </a:lnTo>
                <a:lnTo>
                  <a:pt x="876" y="925"/>
                </a:lnTo>
                <a:lnTo>
                  <a:pt x="875" y="925"/>
                </a:lnTo>
                <a:lnTo>
                  <a:pt x="874" y="925"/>
                </a:lnTo>
                <a:lnTo>
                  <a:pt x="873" y="926"/>
                </a:lnTo>
                <a:lnTo>
                  <a:pt x="872" y="926"/>
                </a:lnTo>
                <a:lnTo>
                  <a:pt x="871" y="926"/>
                </a:lnTo>
                <a:lnTo>
                  <a:pt x="871" y="925"/>
                </a:lnTo>
                <a:lnTo>
                  <a:pt x="872" y="924"/>
                </a:lnTo>
                <a:lnTo>
                  <a:pt x="873" y="924"/>
                </a:lnTo>
                <a:lnTo>
                  <a:pt x="874" y="924"/>
                </a:lnTo>
                <a:lnTo>
                  <a:pt x="875" y="923"/>
                </a:lnTo>
                <a:lnTo>
                  <a:pt x="875" y="922"/>
                </a:lnTo>
                <a:lnTo>
                  <a:pt x="875" y="921"/>
                </a:lnTo>
                <a:lnTo>
                  <a:pt x="875" y="920"/>
                </a:lnTo>
                <a:lnTo>
                  <a:pt x="874" y="920"/>
                </a:lnTo>
                <a:lnTo>
                  <a:pt x="872" y="920"/>
                </a:lnTo>
                <a:lnTo>
                  <a:pt x="872" y="921"/>
                </a:lnTo>
                <a:lnTo>
                  <a:pt x="871" y="921"/>
                </a:lnTo>
                <a:lnTo>
                  <a:pt x="870" y="922"/>
                </a:lnTo>
                <a:lnTo>
                  <a:pt x="869" y="923"/>
                </a:lnTo>
                <a:lnTo>
                  <a:pt x="868" y="924"/>
                </a:lnTo>
                <a:lnTo>
                  <a:pt x="867" y="925"/>
                </a:lnTo>
                <a:lnTo>
                  <a:pt x="866" y="925"/>
                </a:lnTo>
                <a:lnTo>
                  <a:pt x="865" y="926"/>
                </a:lnTo>
                <a:lnTo>
                  <a:pt x="864" y="927"/>
                </a:lnTo>
                <a:lnTo>
                  <a:pt x="864" y="928"/>
                </a:lnTo>
                <a:lnTo>
                  <a:pt x="864" y="929"/>
                </a:lnTo>
                <a:lnTo>
                  <a:pt x="865" y="929"/>
                </a:lnTo>
                <a:lnTo>
                  <a:pt x="865" y="930"/>
                </a:lnTo>
                <a:lnTo>
                  <a:pt x="866" y="930"/>
                </a:lnTo>
                <a:lnTo>
                  <a:pt x="866" y="931"/>
                </a:lnTo>
                <a:lnTo>
                  <a:pt x="865" y="931"/>
                </a:lnTo>
                <a:lnTo>
                  <a:pt x="864" y="931"/>
                </a:lnTo>
                <a:lnTo>
                  <a:pt x="862" y="931"/>
                </a:lnTo>
                <a:lnTo>
                  <a:pt x="862" y="932"/>
                </a:lnTo>
                <a:lnTo>
                  <a:pt x="861" y="933"/>
                </a:lnTo>
                <a:lnTo>
                  <a:pt x="861" y="937"/>
                </a:lnTo>
                <a:lnTo>
                  <a:pt x="861" y="938"/>
                </a:lnTo>
                <a:lnTo>
                  <a:pt x="860" y="940"/>
                </a:lnTo>
                <a:lnTo>
                  <a:pt x="858" y="942"/>
                </a:lnTo>
                <a:lnTo>
                  <a:pt x="858" y="943"/>
                </a:lnTo>
                <a:lnTo>
                  <a:pt x="857" y="943"/>
                </a:lnTo>
                <a:lnTo>
                  <a:pt x="857" y="944"/>
                </a:lnTo>
                <a:lnTo>
                  <a:pt x="858" y="944"/>
                </a:lnTo>
                <a:lnTo>
                  <a:pt x="858" y="945"/>
                </a:lnTo>
                <a:lnTo>
                  <a:pt x="857" y="945"/>
                </a:lnTo>
                <a:lnTo>
                  <a:pt x="857" y="946"/>
                </a:lnTo>
                <a:lnTo>
                  <a:pt x="857" y="947"/>
                </a:lnTo>
                <a:lnTo>
                  <a:pt x="857" y="948"/>
                </a:lnTo>
                <a:lnTo>
                  <a:pt x="857" y="949"/>
                </a:lnTo>
                <a:lnTo>
                  <a:pt x="858" y="949"/>
                </a:lnTo>
                <a:lnTo>
                  <a:pt x="858" y="950"/>
                </a:lnTo>
                <a:lnTo>
                  <a:pt x="858" y="951"/>
                </a:lnTo>
                <a:lnTo>
                  <a:pt x="857" y="951"/>
                </a:lnTo>
                <a:lnTo>
                  <a:pt x="857" y="952"/>
                </a:lnTo>
                <a:lnTo>
                  <a:pt x="855" y="953"/>
                </a:lnTo>
                <a:lnTo>
                  <a:pt x="854" y="953"/>
                </a:lnTo>
                <a:lnTo>
                  <a:pt x="854" y="954"/>
                </a:lnTo>
                <a:lnTo>
                  <a:pt x="853" y="954"/>
                </a:lnTo>
                <a:lnTo>
                  <a:pt x="853" y="955"/>
                </a:lnTo>
                <a:lnTo>
                  <a:pt x="853" y="956"/>
                </a:lnTo>
                <a:lnTo>
                  <a:pt x="852" y="957"/>
                </a:lnTo>
                <a:lnTo>
                  <a:pt x="852" y="958"/>
                </a:lnTo>
                <a:lnTo>
                  <a:pt x="852" y="959"/>
                </a:lnTo>
                <a:lnTo>
                  <a:pt x="852" y="960"/>
                </a:lnTo>
                <a:lnTo>
                  <a:pt x="853" y="960"/>
                </a:lnTo>
                <a:lnTo>
                  <a:pt x="853" y="961"/>
                </a:lnTo>
                <a:lnTo>
                  <a:pt x="853" y="962"/>
                </a:lnTo>
                <a:lnTo>
                  <a:pt x="853" y="964"/>
                </a:lnTo>
                <a:lnTo>
                  <a:pt x="852" y="964"/>
                </a:lnTo>
                <a:lnTo>
                  <a:pt x="851" y="964"/>
                </a:lnTo>
                <a:lnTo>
                  <a:pt x="850" y="964"/>
                </a:lnTo>
                <a:lnTo>
                  <a:pt x="850" y="965"/>
                </a:lnTo>
                <a:lnTo>
                  <a:pt x="850" y="966"/>
                </a:lnTo>
                <a:lnTo>
                  <a:pt x="851" y="966"/>
                </a:lnTo>
                <a:lnTo>
                  <a:pt x="851" y="967"/>
                </a:lnTo>
                <a:lnTo>
                  <a:pt x="852" y="968"/>
                </a:lnTo>
                <a:lnTo>
                  <a:pt x="851" y="970"/>
                </a:lnTo>
                <a:lnTo>
                  <a:pt x="850" y="971"/>
                </a:lnTo>
                <a:lnTo>
                  <a:pt x="849" y="972"/>
                </a:lnTo>
                <a:lnTo>
                  <a:pt x="848" y="973"/>
                </a:lnTo>
                <a:lnTo>
                  <a:pt x="847" y="973"/>
                </a:lnTo>
                <a:lnTo>
                  <a:pt x="846" y="973"/>
                </a:lnTo>
                <a:lnTo>
                  <a:pt x="845" y="974"/>
                </a:lnTo>
                <a:lnTo>
                  <a:pt x="845" y="975"/>
                </a:lnTo>
                <a:lnTo>
                  <a:pt x="844" y="975"/>
                </a:lnTo>
                <a:lnTo>
                  <a:pt x="844" y="977"/>
                </a:lnTo>
                <a:lnTo>
                  <a:pt x="844" y="978"/>
                </a:lnTo>
                <a:lnTo>
                  <a:pt x="843" y="978"/>
                </a:lnTo>
                <a:lnTo>
                  <a:pt x="843" y="979"/>
                </a:lnTo>
                <a:lnTo>
                  <a:pt x="842" y="979"/>
                </a:lnTo>
                <a:lnTo>
                  <a:pt x="841" y="980"/>
                </a:lnTo>
                <a:lnTo>
                  <a:pt x="839" y="981"/>
                </a:lnTo>
                <a:lnTo>
                  <a:pt x="839" y="982"/>
                </a:lnTo>
                <a:lnTo>
                  <a:pt x="839" y="983"/>
                </a:lnTo>
                <a:lnTo>
                  <a:pt x="838" y="984"/>
                </a:lnTo>
                <a:lnTo>
                  <a:pt x="838" y="985"/>
                </a:lnTo>
                <a:lnTo>
                  <a:pt x="837" y="986"/>
                </a:lnTo>
                <a:lnTo>
                  <a:pt x="836" y="988"/>
                </a:lnTo>
                <a:lnTo>
                  <a:pt x="835" y="989"/>
                </a:lnTo>
                <a:lnTo>
                  <a:pt x="834" y="989"/>
                </a:lnTo>
                <a:lnTo>
                  <a:pt x="833" y="989"/>
                </a:lnTo>
                <a:lnTo>
                  <a:pt x="832" y="990"/>
                </a:lnTo>
                <a:lnTo>
                  <a:pt x="831" y="990"/>
                </a:lnTo>
                <a:lnTo>
                  <a:pt x="831" y="989"/>
                </a:lnTo>
                <a:lnTo>
                  <a:pt x="830" y="989"/>
                </a:lnTo>
                <a:lnTo>
                  <a:pt x="829" y="990"/>
                </a:lnTo>
                <a:lnTo>
                  <a:pt x="829" y="992"/>
                </a:lnTo>
                <a:lnTo>
                  <a:pt x="829" y="993"/>
                </a:lnTo>
                <a:lnTo>
                  <a:pt x="829" y="994"/>
                </a:lnTo>
                <a:lnTo>
                  <a:pt x="830" y="994"/>
                </a:lnTo>
                <a:lnTo>
                  <a:pt x="831" y="995"/>
                </a:lnTo>
                <a:lnTo>
                  <a:pt x="832" y="995"/>
                </a:lnTo>
                <a:lnTo>
                  <a:pt x="833" y="995"/>
                </a:lnTo>
                <a:lnTo>
                  <a:pt x="833" y="996"/>
                </a:lnTo>
                <a:lnTo>
                  <a:pt x="833" y="997"/>
                </a:lnTo>
                <a:lnTo>
                  <a:pt x="833" y="1000"/>
                </a:lnTo>
                <a:lnTo>
                  <a:pt x="832" y="1001"/>
                </a:lnTo>
                <a:lnTo>
                  <a:pt x="831" y="1001"/>
                </a:lnTo>
                <a:lnTo>
                  <a:pt x="830" y="1001"/>
                </a:lnTo>
                <a:lnTo>
                  <a:pt x="829" y="1001"/>
                </a:lnTo>
                <a:lnTo>
                  <a:pt x="829" y="1002"/>
                </a:lnTo>
                <a:lnTo>
                  <a:pt x="829" y="1003"/>
                </a:lnTo>
                <a:lnTo>
                  <a:pt x="829" y="1004"/>
                </a:lnTo>
                <a:lnTo>
                  <a:pt x="830" y="1005"/>
                </a:lnTo>
                <a:lnTo>
                  <a:pt x="831" y="1006"/>
                </a:lnTo>
                <a:lnTo>
                  <a:pt x="831" y="1007"/>
                </a:lnTo>
                <a:lnTo>
                  <a:pt x="831" y="1008"/>
                </a:lnTo>
                <a:lnTo>
                  <a:pt x="830" y="1008"/>
                </a:lnTo>
                <a:lnTo>
                  <a:pt x="829" y="1008"/>
                </a:lnTo>
                <a:lnTo>
                  <a:pt x="828" y="1008"/>
                </a:lnTo>
                <a:lnTo>
                  <a:pt x="826" y="1009"/>
                </a:lnTo>
                <a:lnTo>
                  <a:pt x="826" y="1010"/>
                </a:lnTo>
                <a:lnTo>
                  <a:pt x="825" y="1011"/>
                </a:lnTo>
                <a:lnTo>
                  <a:pt x="826" y="1011"/>
                </a:lnTo>
                <a:lnTo>
                  <a:pt x="826" y="1012"/>
                </a:lnTo>
                <a:lnTo>
                  <a:pt x="827" y="1012"/>
                </a:lnTo>
                <a:lnTo>
                  <a:pt x="828" y="1013"/>
                </a:lnTo>
                <a:lnTo>
                  <a:pt x="828" y="1014"/>
                </a:lnTo>
                <a:lnTo>
                  <a:pt x="828" y="1015"/>
                </a:lnTo>
                <a:lnTo>
                  <a:pt x="828" y="1016"/>
                </a:lnTo>
                <a:lnTo>
                  <a:pt x="826" y="1016"/>
                </a:lnTo>
                <a:lnTo>
                  <a:pt x="826" y="1017"/>
                </a:lnTo>
                <a:lnTo>
                  <a:pt x="825" y="1017"/>
                </a:lnTo>
                <a:lnTo>
                  <a:pt x="825" y="1018"/>
                </a:lnTo>
                <a:lnTo>
                  <a:pt x="825" y="1019"/>
                </a:lnTo>
                <a:lnTo>
                  <a:pt x="826" y="1020"/>
                </a:lnTo>
                <a:lnTo>
                  <a:pt x="826" y="1021"/>
                </a:lnTo>
                <a:lnTo>
                  <a:pt x="825" y="1022"/>
                </a:lnTo>
                <a:lnTo>
                  <a:pt x="824" y="1022"/>
                </a:lnTo>
                <a:lnTo>
                  <a:pt x="824" y="1023"/>
                </a:lnTo>
                <a:lnTo>
                  <a:pt x="824" y="1024"/>
                </a:lnTo>
                <a:lnTo>
                  <a:pt x="824" y="1025"/>
                </a:lnTo>
                <a:lnTo>
                  <a:pt x="824" y="1026"/>
                </a:lnTo>
                <a:lnTo>
                  <a:pt x="823" y="1026"/>
                </a:lnTo>
                <a:lnTo>
                  <a:pt x="822" y="1026"/>
                </a:lnTo>
                <a:lnTo>
                  <a:pt x="821" y="1025"/>
                </a:lnTo>
                <a:lnTo>
                  <a:pt x="820" y="1025"/>
                </a:lnTo>
                <a:lnTo>
                  <a:pt x="819" y="1025"/>
                </a:lnTo>
                <a:lnTo>
                  <a:pt x="817" y="1028"/>
                </a:lnTo>
                <a:lnTo>
                  <a:pt x="816" y="1028"/>
                </a:lnTo>
                <a:lnTo>
                  <a:pt x="816" y="1029"/>
                </a:lnTo>
                <a:lnTo>
                  <a:pt x="816" y="1030"/>
                </a:lnTo>
                <a:lnTo>
                  <a:pt x="816" y="1031"/>
                </a:lnTo>
                <a:lnTo>
                  <a:pt x="817" y="1031"/>
                </a:lnTo>
                <a:lnTo>
                  <a:pt x="818" y="1030"/>
                </a:lnTo>
                <a:lnTo>
                  <a:pt x="818" y="1029"/>
                </a:lnTo>
                <a:lnTo>
                  <a:pt x="819" y="1029"/>
                </a:lnTo>
                <a:lnTo>
                  <a:pt x="820" y="1029"/>
                </a:lnTo>
                <a:lnTo>
                  <a:pt x="821" y="1029"/>
                </a:lnTo>
                <a:lnTo>
                  <a:pt x="822" y="1029"/>
                </a:lnTo>
                <a:lnTo>
                  <a:pt x="822" y="1030"/>
                </a:lnTo>
                <a:lnTo>
                  <a:pt x="823" y="1030"/>
                </a:lnTo>
                <a:lnTo>
                  <a:pt x="823" y="1031"/>
                </a:lnTo>
                <a:lnTo>
                  <a:pt x="822" y="1031"/>
                </a:lnTo>
                <a:lnTo>
                  <a:pt x="821" y="1031"/>
                </a:lnTo>
                <a:lnTo>
                  <a:pt x="820" y="1032"/>
                </a:lnTo>
                <a:lnTo>
                  <a:pt x="820" y="1033"/>
                </a:lnTo>
                <a:lnTo>
                  <a:pt x="819" y="1033"/>
                </a:lnTo>
                <a:lnTo>
                  <a:pt x="819" y="1032"/>
                </a:lnTo>
                <a:lnTo>
                  <a:pt x="819" y="1033"/>
                </a:lnTo>
                <a:lnTo>
                  <a:pt x="819" y="1032"/>
                </a:lnTo>
                <a:lnTo>
                  <a:pt x="818" y="1032"/>
                </a:lnTo>
                <a:lnTo>
                  <a:pt x="817" y="1032"/>
                </a:lnTo>
                <a:lnTo>
                  <a:pt x="816" y="1032"/>
                </a:lnTo>
                <a:lnTo>
                  <a:pt x="815" y="1032"/>
                </a:lnTo>
                <a:lnTo>
                  <a:pt x="815" y="1033"/>
                </a:lnTo>
                <a:lnTo>
                  <a:pt x="815" y="1034"/>
                </a:lnTo>
                <a:lnTo>
                  <a:pt x="815" y="1035"/>
                </a:lnTo>
                <a:lnTo>
                  <a:pt x="815" y="1036"/>
                </a:lnTo>
                <a:lnTo>
                  <a:pt x="815" y="1037"/>
                </a:lnTo>
                <a:lnTo>
                  <a:pt x="814" y="1037"/>
                </a:lnTo>
                <a:lnTo>
                  <a:pt x="814" y="1038"/>
                </a:lnTo>
                <a:lnTo>
                  <a:pt x="813" y="1038"/>
                </a:lnTo>
                <a:lnTo>
                  <a:pt x="812" y="1038"/>
                </a:lnTo>
                <a:lnTo>
                  <a:pt x="811" y="1038"/>
                </a:lnTo>
                <a:lnTo>
                  <a:pt x="809" y="1038"/>
                </a:lnTo>
                <a:lnTo>
                  <a:pt x="808" y="1038"/>
                </a:lnTo>
                <a:lnTo>
                  <a:pt x="808" y="1037"/>
                </a:lnTo>
                <a:lnTo>
                  <a:pt x="807" y="1037"/>
                </a:lnTo>
                <a:lnTo>
                  <a:pt x="807" y="1036"/>
                </a:lnTo>
                <a:lnTo>
                  <a:pt x="807" y="1035"/>
                </a:lnTo>
                <a:lnTo>
                  <a:pt x="807" y="1034"/>
                </a:lnTo>
                <a:lnTo>
                  <a:pt x="807" y="1033"/>
                </a:lnTo>
                <a:lnTo>
                  <a:pt x="807" y="1032"/>
                </a:lnTo>
                <a:lnTo>
                  <a:pt x="806" y="1032"/>
                </a:lnTo>
                <a:lnTo>
                  <a:pt x="806" y="1033"/>
                </a:lnTo>
                <a:lnTo>
                  <a:pt x="805" y="1034"/>
                </a:lnTo>
                <a:lnTo>
                  <a:pt x="805" y="1035"/>
                </a:lnTo>
                <a:lnTo>
                  <a:pt x="805" y="1036"/>
                </a:lnTo>
                <a:lnTo>
                  <a:pt x="804" y="1036"/>
                </a:lnTo>
                <a:lnTo>
                  <a:pt x="803" y="1036"/>
                </a:lnTo>
                <a:lnTo>
                  <a:pt x="803" y="1035"/>
                </a:lnTo>
                <a:lnTo>
                  <a:pt x="802" y="1035"/>
                </a:lnTo>
                <a:lnTo>
                  <a:pt x="801" y="1035"/>
                </a:lnTo>
                <a:lnTo>
                  <a:pt x="800" y="1035"/>
                </a:lnTo>
                <a:lnTo>
                  <a:pt x="800" y="1036"/>
                </a:lnTo>
                <a:lnTo>
                  <a:pt x="800" y="1037"/>
                </a:lnTo>
                <a:lnTo>
                  <a:pt x="800" y="1038"/>
                </a:lnTo>
                <a:lnTo>
                  <a:pt x="800" y="1039"/>
                </a:lnTo>
                <a:lnTo>
                  <a:pt x="799" y="1040"/>
                </a:lnTo>
                <a:lnTo>
                  <a:pt x="798" y="1041"/>
                </a:lnTo>
                <a:lnTo>
                  <a:pt x="797" y="1041"/>
                </a:lnTo>
                <a:lnTo>
                  <a:pt x="797" y="1042"/>
                </a:lnTo>
                <a:lnTo>
                  <a:pt x="796" y="1042"/>
                </a:lnTo>
                <a:lnTo>
                  <a:pt x="795" y="1042"/>
                </a:lnTo>
                <a:lnTo>
                  <a:pt x="795" y="1043"/>
                </a:lnTo>
                <a:lnTo>
                  <a:pt x="795" y="1044"/>
                </a:lnTo>
                <a:lnTo>
                  <a:pt x="794" y="1044"/>
                </a:lnTo>
                <a:lnTo>
                  <a:pt x="794" y="1045"/>
                </a:lnTo>
                <a:lnTo>
                  <a:pt x="793" y="1045"/>
                </a:lnTo>
                <a:lnTo>
                  <a:pt x="792" y="1045"/>
                </a:lnTo>
                <a:lnTo>
                  <a:pt x="791" y="1045"/>
                </a:lnTo>
                <a:lnTo>
                  <a:pt x="791" y="1044"/>
                </a:lnTo>
                <a:lnTo>
                  <a:pt x="792" y="1044"/>
                </a:lnTo>
                <a:lnTo>
                  <a:pt x="792" y="1043"/>
                </a:lnTo>
                <a:lnTo>
                  <a:pt x="791" y="1042"/>
                </a:lnTo>
                <a:lnTo>
                  <a:pt x="790" y="1042"/>
                </a:lnTo>
                <a:lnTo>
                  <a:pt x="790" y="1041"/>
                </a:lnTo>
                <a:lnTo>
                  <a:pt x="789" y="1041"/>
                </a:lnTo>
                <a:lnTo>
                  <a:pt x="788" y="1040"/>
                </a:lnTo>
                <a:lnTo>
                  <a:pt x="787" y="1040"/>
                </a:lnTo>
                <a:lnTo>
                  <a:pt x="787" y="1041"/>
                </a:lnTo>
                <a:lnTo>
                  <a:pt x="786" y="1041"/>
                </a:lnTo>
                <a:lnTo>
                  <a:pt x="785" y="1041"/>
                </a:lnTo>
                <a:lnTo>
                  <a:pt x="785" y="1042"/>
                </a:lnTo>
                <a:lnTo>
                  <a:pt x="784" y="1043"/>
                </a:lnTo>
                <a:lnTo>
                  <a:pt x="784" y="1044"/>
                </a:lnTo>
                <a:lnTo>
                  <a:pt x="784" y="1045"/>
                </a:lnTo>
                <a:lnTo>
                  <a:pt x="783" y="1045"/>
                </a:lnTo>
                <a:lnTo>
                  <a:pt x="783" y="1046"/>
                </a:lnTo>
                <a:lnTo>
                  <a:pt x="782" y="1046"/>
                </a:lnTo>
                <a:lnTo>
                  <a:pt x="781" y="1046"/>
                </a:lnTo>
                <a:lnTo>
                  <a:pt x="780" y="1046"/>
                </a:lnTo>
                <a:lnTo>
                  <a:pt x="781" y="1046"/>
                </a:lnTo>
                <a:lnTo>
                  <a:pt x="780" y="1046"/>
                </a:lnTo>
                <a:lnTo>
                  <a:pt x="779" y="1046"/>
                </a:lnTo>
                <a:lnTo>
                  <a:pt x="779" y="1047"/>
                </a:lnTo>
                <a:lnTo>
                  <a:pt x="778" y="1048"/>
                </a:lnTo>
                <a:lnTo>
                  <a:pt x="777" y="1048"/>
                </a:lnTo>
                <a:lnTo>
                  <a:pt x="777" y="1049"/>
                </a:lnTo>
                <a:lnTo>
                  <a:pt x="777" y="1048"/>
                </a:lnTo>
                <a:lnTo>
                  <a:pt x="777" y="1047"/>
                </a:lnTo>
                <a:lnTo>
                  <a:pt x="776" y="1047"/>
                </a:lnTo>
                <a:lnTo>
                  <a:pt x="776" y="1046"/>
                </a:lnTo>
                <a:lnTo>
                  <a:pt x="775" y="1045"/>
                </a:lnTo>
                <a:lnTo>
                  <a:pt x="774" y="1044"/>
                </a:lnTo>
                <a:lnTo>
                  <a:pt x="774" y="1043"/>
                </a:lnTo>
                <a:lnTo>
                  <a:pt x="773" y="1043"/>
                </a:lnTo>
                <a:lnTo>
                  <a:pt x="773" y="1042"/>
                </a:lnTo>
                <a:lnTo>
                  <a:pt x="772" y="1042"/>
                </a:lnTo>
                <a:lnTo>
                  <a:pt x="771" y="1042"/>
                </a:lnTo>
                <a:lnTo>
                  <a:pt x="770" y="1042"/>
                </a:lnTo>
                <a:lnTo>
                  <a:pt x="769" y="1041"/>
                </a:lnTo>
                <a:lnTo>
                  <a:pt x="768" y="1040"/>
                </a:lnTo>
                <a:lnTo>
                  <a:pt x="767" y="1040"/>
                </a:lnTo>
                <a:lnTo>
                  <a:pt x="766" y="1040"/>
                </a:lnTo>
                <a:lnTo>
                  <a:pt x="766" y="1041"/>
                </a:lnTo>
                <a:lnTo>
                  <a:pt x="767" y="1041"/>
                </a:lnTo>
                <a:lnTo>
                  <a:pt x="767" y="1042"/>
                </a:lnTo>
                <a:lnTo>
                  <a:pt x="766" y="1042"/>
                </a:lnTo>
                <a:lnTo>
                  <a:pt x="765" y="1042"/>
                </a:lnTo>
                <a:lnTo>
                  <a:pt x="764" y="1043"/>
                </a:lnTo>
                <a:lnTo>
                  <a:pt x="763" y="1043"/>
                </a:lnTo>
                <a:lnTo>
                  <a:pt x="762" y="1043"/>
                </a:lnTo>
                <a:lnTo>
                  <a:pt x="762" y="1044"/>
                </a:lnTo>
                <a:lnTo>
                  <a:pt x="761" y="1045"/>
                </a:lnTo>
                <a:lnTo>
                  <a:pt x="760" y="1045"/>
                </a:lnTo>
                <a:lnTo>
                  <a:pt x="760" y="1046"/>
                </a:lnTo>
                <a:lnTo>
                  <a:pt x="759" y="1047"/>
                </a:lnTo>
                <a:lnTo>
                  <a:pt x="758" y="1047"/>
                </a:lnTo>
                <a:lnTo>
                  <a:pt x="757" y="1047"/>
                </a:lnTo>
                <a:lnTo>
                  <a:pt x="756" y="1046"/>
                </a:lnTo>
                <a:lnTo>
                  <a:pt x="756" y="1045"/>
                </a:lnTo>
                <a:lnTo>
                  <a:pt x="757" y="1044"/>
                </a:lnTo>
                <a:lnTo>
                  <a:pt x="757" y="1043"/>
                </a:lnTo>
                <a:lnTo>
                  <a:pt x="757" y="1042"/>
                </a:lnTo>
                <a:lnTo>
                  <a:pt x="758" y="1042"/>
                </a:lnTo>
                <a:lnTo>
                  <a:pt x="758" y="1041"/>
                </a:lnTo>
                <a:lnTo>
                  <a:pt x="757" y="1040"/>
                </a:lnTo>
                <a:lnTo>
                  <a:pt x="757" y="1039"/>
                </a:lnTo>
                <a:lnTo>
                  <a:pt x="758" y="1039"/>
                </a:lnTo>
                <a:lnTo>
                  <a:pt x="758" y="1038"/>
                </a:lnTo>
                <a:lnTo>
                  <a:pt x="759" y="1037"/>
                </a:lnTo>
                <a:lnTo>
                  <a:pt x="760" y="1037"/>
                </a:lnTo>
                <a:lnTo>
                  <a:pt x="760" y="1036"/>
                </a:lnTo>
                <a:lnTo>
                  <a:pt x="761" y="1036"/>
                </a:lnTo>
                <a:lnTo>
                  <a:pt x="762" y="1036"/>
                </a:lnTo>
                <a:lnTo>
                  <a:pt x="763" y="1036"/>
                </a:lnTo>
                <a:lnTo>
                  <a:pt x="763" y="1035"/>
                </a:lnTo>
                <a:lnTo>
                  <a:pt x="764" y="1034"/>
                </a:lnTo>
                <a:lnTo>
                  <a:pt x="764" y="1033"/>
                </a:lnTo>
                <a:lnTo>
                  <a:pt x="764" y="1032"/>
                </a:lnTo>
                <a:lnTo>
                  <a:pt x="764" y="1031"/>
                </a:lnTo>
                <a:lnTo>
                  <a:pt x="764" y="1030"/>
                </a:lnTo>
                <a:lnTo>
                  <a:pt x="764" y="1029"/>
                </a:lnTo>
                <a:lnTo>
                  <a:pt x="766" y="1027"/>
                </a:lnTo>
                <a:lnTo>
                  <a:pt x="767" y="1027"/>
                </a:lnTo>
                <a:lnTo>
                  <a:pt x="767" y="1028"/>
                </a:lnTo>
                <a:lnTo>
                  <a:pt x="768" y="1028"/>
                </a:lnTo>
                <a:lnTo>
                  <a:pt x="768" y="1027"/>
                </a:lnTo>
                <a:lnTo>
                  <a:pt x="769" y="1026"/>
                </a:lnTo>
                <a:lnTo>
                  <a:pt x="769" y="1025"/>
                </a:lnTo>
                <a:lnTo>
                  <a:pt x="768" y="1024"/>
                </a:lnTo>
                <a:lnTo>
                  <a:pt x="767" y="1023"/>
                </a:lnTo>
                <a:lnTo>
                  <a:pt x="767" y="1022"/>
                </a:lnTo>
                <a:lnTo>
                  <a:pt x="767" y="1021"/>
                </a:lnTo>
                <a:lnTo>
                  <a:pt x="768" y="1020"/>
                </a:lnTo>
                <a:lnTo>
                  <a:pt x="768" y="1019"/>
                </a:lnTo>
                <a:lnTo>
                  <a:pt x="767" y="1019"/>
                </a:lnTo>
                <a:lnTo>
                  <a:pt x="767" y="1018"/>
                </a:lnTo>
                <a:lnTo>
                  <a:pt x="767" y="1017"/>
                </a:lnTo>
                <a:lnTo>
                  <a:pt x="768" y="1017"/>
                </a:lnTo>
                <a:lnTo>
                  <a:pt x="768" y="1016"/>
                </a:lnTo>
                <a:lnTo>
                  <a:pt x="769" y="1016"/>
                </a:lnTo>
                <a:lnTo>
                  <a:pt x="770" y="1015"/>
                </a:lnTo>
                <a:lnTo>
                  <a:pt x="770" y="1014"/>
                </a:lnTo>
                <a:lnTo>
                  <a:pt x="770" y="1013"/>
                </a:lnTo>
                <a:lnTo>
                  <a:pt x="770" y="1012"/>
                </a:lnTo>
                <a:lnTo>
                  <a:pt x="771" y="1012"/>
                </a:lnTo>
                <a:lnTo>
                  <a:pt x="771" y="1011"/>
                </a:lnTo>
                <a:lnTo>
                  <a:pt x="772" y="1010"/>
                </a:lnTo>
                <a:lnTo>
                  <a:pt x="772" y="1009"/>
                </a:lnTo>
                <a:lnTo>
                  <a:pt x="772" y="1008"/>
                </a:lnTo>
                <a:lnTo>
                  <a:pt x="772" y="1007"/>
                </a:lnTo>
                <a:lnTo>
                  <a:pt x="772" y="1006"/>
                </a:lnTo>
                <a:lnTo>
                  <a:pt x="772" y="1005"/>
                </a:lnTo>
                <a:lnTo>
                  <a:pt x="772" y="1004"/>
                </a:lnTo>
                <a:lnTo>
                  <a:pt x="773" y="1003"/>
                </a:lnTo>
                <a:lnTo>
                  <a:pt x="773" y="1002"/>
                </a:lnTo>
                <a:lnTo>
                  <a:pt x="772" y="1002"/>
                </a:lnTo>
                <a:lnTo>
                  <a:pt x="771" y="1002"/>
                </a:lnTo>
                <a:lnTo>
                  <a:pt x="769" y="1002"/>
                </a:lnTo>
                <a:lnTo>
                  <a:pt x="768" y="1002"/>
                </a:lnTo>
                <a:lnTo>
                  <a:pt x="768" y="1001"/>
                </a:lnTo>
                <a:lnTo>
                  <a:pt x="768" y="1000"/>
                </a:lnTo>
                <a:lnTo>
                  <a:pt x="768" y="999"/>
                </a:lnTo>
                <a:lnTo>
                  <a:pt x="769" y="999"/>
                </a:lnTo>
                <a:lnTo>
                  <a:pt x="769" y="998"/>
                </a:lnTo>
                <a:lnTo>
                  <a:pt x="769" y="997"/>
                </a:lnTo>
                <a:lnTo>
                  <a:pt x="769" y="996"/>
                </a:lnTo>
                <a:lnTo>
                  <a:pt x="770" y="995"/>
                </a:lnTo>
                <a:lnTo>
                  <a:pt x="771" y="995"/>
                </a:lnTo>
                <a:lnTo>
                  <a:pt x="772" y="995"/>
                </a:lnTo>
                <a:lnTo>
                  <a:pt x="773" y="994"/>
                </a:lnTo>
                <a:lnTo>
                  <a:pt x="773" y="993"/>
                </a:lnTo>
                <a:lnTo>
                  <a:pt x="774" y="993"/>
                </a:lnTo>
                <a:lnTo>
                  <a:pt x="773" y="993"/>
                </a:lnTo>
                <a:lnTo>
                  <a:pt x="773" y="992"/>
                </a:lnTo>
                <a:lnTo>
                  <a:pt x="773" y="991"/>
                </a:lnTo>
                <a:lnTo>
                  <a:pt x="774" y="991"/>
                </a:lnTo>
                <a:lnTo>
                  <a:pt x="774" y="990"/>
                </a:lnTo>
                <a:lnTo>
                  <a:pt x="774" y="989"/>
                </a:lnTo>
                <a:lnTo>
                  <a:pt x="775" y="988"/>
                </a:lnTo>
                <a:lnTo>
                  <a:pt x="776" y="987"/>
                </a:lnTo>
                <a:lnTo>
                  <a:pt x="777" y="985"/>
                </a:lnTo>
                <a:lnTo>
                  <a:pt x="776" y="984"/>
                </a:lnTo>
                <a:lnTo>
                  <a:pt x="775" y="984"/>
                </a:lnTo>
                <a:lnTo>
                  <a:pt x="775" y="985"/>
                </a:lnTo>
                <a:lnTo>
                  <a:pt x="774" y="985"/>
                </a:lnTo>
                <a:lnTo>
                  <a:pt x="772" y="985"/>
                </a:lnTo>
                <a:lnTo>
                  <a:pt x="771" y="985"/>
                </a:lnTo>
                <a:lnTo>
                  <a:pt x="771" y="984"/>
                </a:lnTo>
                <a:lnTo>
                  <a:pt x="770" y="984"/>
                </a:lnTo>
                <a:lnTo>
                  <a:pt x="769" y="984"/>
                </a:lnTo>
                <a:lnTo>
                  <a:pt x="768" y="984"/>
                </a:lnTo>
                <a:lnTo>
                  <a:pt x="767" y="981"/>
                </a:lnTo>
                <a:lnTo>
                  <a:pt x="768" y="981"/>
                </a:lnTo>
                <a:lnTo>
                  <a:pt x="768" y="980"/>
                </a:lnTo>
                <a:lnTo>
                  <a:pt x="767" y="979"/>
                </a:lnTo>
                <a:lnTo>
                  <a:pt x="768" y="978"/>
                </a:lnTo>
                <a:lnTo>
                  <a:pt x="768" y="977"/>
                </a:lnTo>
                <a:lnTo>
                  <a:pt x="768" y="976"/>
                </a:lnTo>
                <a:lnTo>
                  <a:pt x="769" y="975"/>
                </a:lnTo>
                <a:lnTo>
                  <a:pt x="769" y="974"/>
                </a:lnTo>
                <a:lnTo>
                  <a:pt x="769" y="973"/>
                </a:lnTo>
                <a:lnTo>
                  <a:pt x="769" y="972"/>
                </a:lnTo>
                <a:lnTo>
                  <a:pt x="767" y="970"/>
                </a:lnTo>
                <a:lnTo>
                  <a:pt x="766" y="971"/>
                </a:lnTo>
                <a:lnTo>
                  <a:pt x="765" y="971"/>
                </a:lnTo>
                <a:lnTo>
                  <a:pt x="764" y="971"/>
                </a:lnTo>
                <a:lnTo>
                  <a:pt x="763" y="972"/>
                </a:lnTo>
                <a:lnTo>
                  <a:pt x="762" y="971"/>
                </a:lnTo>
                <a:lnTo>
                  <a:pt x="761" y="971"/>
                </a:lnTo>
                <a:lnTo>
                  <a:pt x="760" y="971"/>
                </a:lnTo>
                <a:lnTo>
                  <a:pt x="759" y="972"/>
                </a:lnTo>
                <a:lnTo>
                  <a:pt x="758" y="971"/>
                </a:lnTo>
                <a:lnTo>
                  <a:pt x="758" y="970"/>
                </a:lnTo>
                <a:lnTo>
                  <a:pt x="758" y="969"/>
                </a:lnTo>
                <a:lnTo>
                  <a:pt x="757" y="969"/>
                </a:lnTo>
                <a:lnTo>
                  <a:pt x="757" y="968"/>
                </a:lnTo>
                <a:lnTo>
                  <a:pt x="757" y="967"/>
                </a:lnTo>
                <a:lnTo>
                  <a:pt x="756" y="967"/>
                </a:lnTo>
                <a:lnTo>
                  <a:pt x="755" y="966"/>
                </a:lnTo>
                <a:lnTo>
                  <a:pt x="754" y="967"/>
                </a:lnTo>
                <a:lnTo>
                  <a:pt x="754" y="968"/>
                </a:lnTo>
                <a:lnTo>
                  <a:pt x="753" y="968"/>
                </a:lnTo>
                <a:lnTo>
                  <a:pt x="752" y="969"/>
                </a:lnTo>
                <a:lnTo>
                  <a:pt x="752" y="970"/>
                </a:lnTo>
                <a:lnTo>
                  <a:pt x="751" y="970"/>
                </a:lnTo>
                <a:lnTo>
                  <a:pt x="751" y="969"/>
                </a:lnTo>
                <a:lnTo>
                  <a:pt x="750" y="968"/>
                </a:lnTo>
                <a:lnTo>
                  <a:pt x="750" y="967"/>
                </a:lnTo>
                <a:lnTo>
                  <a:pt x="749" y="967"/>
                </a:lnTo>
                <a:lnTo>
                  <a:pt x="749" y="966"/>
                </a:lnTo>
                <a:lnTo>
                  <a:pt x="749" y="965"/>
                </a:lnTo>
                <a:lnTo>
                  <a:pt x="749" y="964"/>
                </a:lnTo>
                <a:lnTo>
                  <a:pt x="749" y="963"/>
                </a:lnTo>
                <a:lnTo>
                  <a:pt x="748" y="963"/>
                </a:lnTo>
                <a:lnTo>
                  <a:pt x="748" y="962"/>
                </a:lnTo>
                <a:lnTo>
                  <a:pt x="747" y="962"/>
                </a:lnTo>
                <a:lnTo>
                  <a:pt x="747" y="961"/>
                </a:lnTo>
                <a:lnTo>
                  <a:pt x="746" y="961"/>
                </a:lnTo>
                <a:lnTo>
                  <a:pt x="745" y="960"/>
                </a:lnTo>
                <a:lnTo>
                  <a:pt x="746" y="959"/>
                </a:lnTo>
                <a:lnTo>
                  <a:pt x="747" y="959"/>
                </a:lnTo>
                <a:lnTo>
                  <a:pt x="747" y="958"/>
                </a:lnTo>
                <a:lnTo>
                  <a:pt x="747" y="957"/>
                </a:lnTo>
                <a:lnTo>
                  <a:pt x="747" y="956"/>
                </a:lnTo>
                <a:lnTo>
                  <a:pt x="746" y="954"/>
                </a:lnTo>
                <a:lnTo>
                  <a:pt x="746" y="953"/>
                </a:lnTo>
                <a:lnTo>
                  <a:pt x="745" y="953"/>
                </a:lnTo>
                <a:lnTo>
                  <a:pt x="743" y="951"/>
                </a:lnTo>
                <a:lnTo>
                  <a:pt x="742" y="951"/>
                </a:lnTo>
                <a:lnTo>
                  <a:pt x="741" y="951"/>
                </a:lnTo>
                <a:lnTo>
                  <a:pt x="740" y="950"/>
                </a:lnTo>
                <a:lnTo>
                  <a:pt x="740" y="951"/>
                </a:lnTo>
                <a:lnTo>
                  <a:pt x="739" y="951"/>
                </a:lnTo>
                <a:lnTo>
                  <a:pt x="738" y="951"/>
                </a:lnTo>
                <a:lnTo>
                  <a:pt x="737" y="951"/>
                </a:lnTo>
                <a:lnTo>
                  <a:pt x="737" y="950"/>
                </a:lnTo>
                <a:lnTo>
                  <a:pt x="737" y="949"/>
                </a:lnTo>
                <a:lnTo>
                  <a:pt x="737" y="948"/>
                </a:lnTo>
                <a:lnTo>
                  <a:pt x="736" y="945"/>
                </a:lnTo>
                <a:lnTo>
                  <a:pt x="735" y="945"/>
                </a:lnTo>
                <a:lnTo>
                  <a:pt x="734" y="945"/>
                </a:lnTo>
                <a:lnTo>
                  <a:pt x="733" y="945"/>
                </a:lnTo>
                <a:lnTo>
                  <a:pt x="733" y="946"/>
                </a:lnTo>
                <a:lnTo>
                  <a:pt x="732" y="946"/>
                </a:lnTo>
                <a:lnTo>
                  <a:pt x="732" y="945"/>
                </a:lnTo>
                <a:lnTo>
                  <a:pt x="731" y="945"/>
                </a:lnTo>
                <a:lnTo>
                  <a:pt x="731" y="944"/>
                </a:lnTo>
                <a:lnTo>
                  <a:pt x="731" y="943"/>
                </a:lnTo>
                <a:lnTo>
                  <a:pt x="730" y="942"/>
                </a:lnTo>
                <a:lnTo>
                  <a:pt x="730" y="941"/>
                </a:lnTo>
                <a:lnTo>
                  <a:pt x="729" y="941"/>
                </a:lnTo>
                <a:lnTo>
                  <a:pt x="729" y="942"/>
                </a:lnTo>
                <a:lnTo>
                  <a:pt x="729" y="941"/>
                </a:lnTo>
                <a:lnTo>
                  <a:pt x="728" y="941"/>
                </a:lnTo>
                <a:lnTo>
                  <a:pt x="727" y="940"/>
                </a:lnTo>
                <a:lnTo>
                  <a:pt x="728" y="939"/>
                </a:lnTo>
                <a:lnTo>
                  <a:pt x="728" y="938"/>
                </a:lnTo>
                <a:lnTo>
                  <a:pt x="728" y="937"/>
                </a:lnTo>
                <a:lnTo>
                  <a:pt x="727" y="937"/>
                </a:lnTo>
                <a:lnTo>
                  <a:pt x="727" y="936"/>
                </a:lnTo>
                <a:lnTo>
                  <a:pt x="727" y="935"/>
                </a:lnTo>
                <a:lnTo>
                  <a:pt x="727" y="934"/>
                </a:lnTo>
                <a:lnTo>
                  <a:pt x="727" y="933"/>
                </a:lnTo>
                <a:lnTo>
                  <a:pt x="727" y="932"/>
                </a:lnTo>
                <a:lnTo>
                  <a:pt x="726" y="932"/>
                </a:lnTo>
                <a:lnTo>
                  <a:pt x="726" y="931"/>
                </a:lnTo>
                <a:lnTo>
                  <a:pt x="726" y="930"/>
                </a:lnTo>
                <a:lnTo>
                  <a:pt x="725" y="930"/>
                </a:lnTo>
                <a:lnTo>
                  <a:pt x="724" y="930"/>
                </a:lnTo>
                <a:lnTo>
                  <a:pt x="723" y="930"/>
                </a:lnTo>
                <a:lnTo>
                  <a:pt x="722" y="930"/>
                </a:lnTo>
                <a:lnTo>
                  <a:pt x="722" y="929"/>
                </a:lnTo>
                <a:lnTo>
                  <a:pt x="723" y="929"/>
                </a:lnTo>
                <a:lnTo>
                  <a:pt x="722" y="929"/>
                </a:lnTo>
                <a:lnTo>
                  <a:pt x="722" y="928"/>
                </a:lnTo>
                <a:lnTo>
                  <a:pt x="722" y="927"/>
                </a:lnTo>
                <a:lnTo>
                  <a:pt x="721" y="927"/>
                </a:lnTo>
                <a:lnTo>
                  <a:pt x="720" y="927"/>
                </a:lnTo>
                <a:lnTo>
                  <a:pt x="720" y="926"/>
                </a:lnTo>
                <a:lnTo>
                  <a:pt x="719" y="926"/>
                </a:lnTo>
                <a:lnTo>
                  <a:pt x="719" y="925"/>
                </a:lnTo>
                <a:lnTo>
                  <a:pt x="718" y="925"/>
                </a:lnTo>
                <a:lnTo>
                  <a:pt x="718" y="924"/>
                </a:lnTo>
                <a:lnTo>
                  <a:pt x="718" y="923"/>
                </a:lnTo>
                <a:lnTo>
                  <a:pt x="718" y="922"/>
                </a:lnTo>
                <a:lnTo>
                  <a:pt x="719" y="922"/>
                </a:lnTo>
                <a:lnTo>
                  <a:pt x="719" y="920"/>
                </a:lnTo>
                <a:lnTo>
                  <a:pt x="719" y="919"/>
                </a:lnTo>
                <a:lnTo>
                  <a:pt x="718" y="919"/>
                </a:lnTo>
                <a:lnTo>
                  <a:pt x="717" y="919"/>
                </a:lnTo>
                <a:lnTo>
                  <a:pt x="716" y="919"/>
                </a:lnTo>
                <a:lnTo>
                  <a:pt x="715" y="918"/>
                </a:lnTo>
                <a:lnTo>
                  <a:pt x="714" y="918"/>
                </a:lnTo>
                <a:lnTo>
                  <a:pt x="714" y="917"/>
                </a:lnTo>
                <a:lnTo>
                  <a:pt x="714" y="916"/>
                </a:lnTo>
                <a:lnTo>
                  <a:pt x="713" y="916"/>
                </a:lnTo>
                <a:lnTo>
                  <a:pt x="713" y="915"/>
                </a:lnTo>
                <a:lnTo>
                  <a:pt x="712" y="915"/>
                </a:lnTo>
                <a:lnTo>
                  <a:pt x="712" y="914"/>
                </a:lnTo>
                <a:lnTo>
                  <a:pt x="711" y="914"/>
                </a:lnTo>
                <a:lnTo>
                  <a:pt x="710" y="913"/>
                </a:lnTo>
                <a:lnTo>
                  <a:pt x="710" y="912"/>
                </a:lnTo>
                <a:lnTo>
                  <a:pt x="710" y="911"/>
                </a:lnTo>
                <a:lnTo>
                  <a:pt x="709" y="910"/>
                </a:lnTo>
                <a:lnTo>
                  <a:pt x="708" y="909"/>
                </a:lnTo>
                <a:lnTo>
                  <a:pt x="708" y="908"/>
                </a:lnTo>
                <a:lnTo>
                  <a:pt x="707" y="907"/>
                </a:lnTo>
                <a:lnTo>
                  <a:pt x="708" y="906"/>
                </a:lnTo>
                <a:lnTo>
                  <a:pt x="708" y="905"/>
                </a:lnTo>
                <a:lnTo>
                  <a:pt x="707" y="904"/>
                </a:lnTo>
                <a:lnTo>
                  <a:pt x="707" y="903"/>
                </a:lnTo>
                <a:lnTo>
                  <a:pt x="708" y="903"/>
                </a:lnTo>
                <a:lnTo>
                  <a:pt x="708" y="902"/>
                </a:lnTo>
                <a:lnTo>
                  <a:pt x="709" y="901"/>
                </a:lnTo>
                <a:lnTo>
                  <a:pt x="709" y="899"/>
                </a:lnTo>
                <a:lnTo>
                  <a:pt x="708" y="899"/>
                </a:lnTo>
                <a:lnTo>
                  <a:pt x="707" y="899"/>
                </a:lnTo>
                <a:lnTo>
                  <a:pt x="707" y="898"/>
                </a:lnTo>
                <a:lnTo>
                  <a:pt x="706" y="897"/>
                </a:lnTo>
                <a:lnTo>
                  <a:pt x="706" y="896"/>
                </a:lnTo>
                <a:lnTo>
                  <a:pt x="706" y="895"/>
                </a:lnTo>
                <a:lnTo>
                  <a:pt x="705" y="895"/>
                </a:lnTo>
                <a:lnTo>
                  <a:pt x="705" y="894"/>
                </a:lnTo>
                <a:lnTo>
                  <a:pt x="705" y="893"/>
                </a:lnTo>
                <a:lnTo>
                  <a:pt x="704" y="893"/>
                </a:lnTo>
                <a:lnTo>
                  <a:pt x="703" y="893"/>
                </a:lnTo>
                <a:lnTo>
                  <a:pt x="702" y="893"/>
                </a:lnTo>
                <a:lnTo>
                  <a:pt x="701" y="893"/>
                </a:lnTo>
                <a:lnTo>
                  <a:pt x="700" y="892"/>
                </a:lnTo>
                <a:lnTo>
                  <a:pt x="699" y="891"/>
                </a:lnTo>
                <a:lnTo>
                  <a:pt x="698" y="891"/>
                </a:lnTo>
                <a:lnTo>
                  <a:pt x="698" y="890"/>
                </a:lnTo>
                <a:lnTo>
                  <a:pt x="698" y="891"/>
                </a:lnTo>
                <a:lnTo>
                  <a:pt x="696" y="891"/>
                </a:lnTo>
                <a:lnTo>
                  <a:pt x="696" y="892"/>
                </a:lnTo>
                <a:lnTo>
                  <a:pt x="695" y="892"/>
                </a:lnTo>
                <a:lnTo>
                  <a:pt x="694" y="892"/>
                </a:lnTo>
                <a:lnTo>
                  <a:pt x="693" y="892"/>
                </a:lnTo>
                <a:lnTo>
                  <a:pt x="693" y="893"/>
                </a:lnTo>
                <a:lnTo>
                  <a:pt x="692" y="894"/>
                </a:lnTo>
                <a:lnTo>
                  <a:pt x="692" y="895"/>
                </a:lnTo>
                <a:lnTo>
                  <a:pt x="691" y="895"/>
                </a:lnTo>
                <a:lnTo>
                  <a:pt x="690" y="895"/>
                </a:lnTo>
                <a:lnTo>
                  <a:pt x="689" y="895"/>
                </a:lnTo>
                <a:lnTo>
                  <a:pt x="688" y="896"/>
                </a:lnTo>
                <a:lnTo>
                  <a:pt x="687" y="896"/>
                </a:lnTo>
                <a:lnTo>
                  <a:pt x="687" y="897"/>
                </a:lnTo>
                <a:lnTo>
                  <a:pt x="686" y="897"/>
                </a:lnTo>
                <a:lnTo>
                  <a:pt x="686" y="898"/>
                </a:lnTo>
                <a:lnTo>
                  <a:pt x="686" y="897"/>
                </a:lnTo>
                <a:lnTo>
                  <a:pt x="685" y="897"/>
                </a:lnTo>
                <a:lnTo>
                  <a:pt x="685" y="896"/>
                </a:lnTo>
                <a:lnTo>
                  <a:pt x="684" y="896"/>
                </a:lnTo>
                <a:lnTo>
                  <a:pt x="685" y="895"/>
                </a:lnTo>
                <a:lnTo>
                  <a:pt x="685" y="892"/>
                </a:lnTo>
                <a:lnTo>
                  <a:pt x="685" y="891"/>
                </a:lnTo>
                <a:lnTo>
                  <a:pt x="685" y="889"/>
                </a:lnTo>
                <a:lnTo>
                  <a:pt x="686" y="889"/>
                </a:lnTo>
                <a:lnTo>
                  <a:pt x="686" y="887"/>
                </a:lnTo>
                <a:lnTo>
                  <a:pt x="685" y="887"/>
                </a:lnTo>
                <a:lnTo>
                  <a:pt x="685" y="886"/>
                </a:lnTo>
                <a:lnTo>
                  <a:pt x="685" y="885"/>
                </a:lnTo>
                <a:lnTo>
                  <a:pt x="684" y="885"/>
                </a:lnTo>
                <a:lnTo>
                  <a:pt x="685" y="884"/>
                </a:lnTo>
                <a:lnTo>
                  <a:pt x="685" y="883"/>
                </a:lnTo>
                <a:lnTo>
                  <a:pt x="684" y="883"/>
                </a:lnTo>
                <a:lnTo>
                  <a:pt x="684" y="882"/>
                </a:lnTo>
                <a:lnTo>
                  <a:pt x="683" y="881"/>
                </a:lnTo>
                <a:lnTo>
                  <a:pt x="683" y="880"/>
                </a:lnTo>
                <a:lnTo>
                  <a:pt x="683" y="879"/>
                </a:lnTo>
                <a:lnTo>
                  <a:pt x="683" y="878"/>
                </a:lnTo>
                <a:lnTo>
                  <a:pt x="682" y="878"/>
                </a:lnTo>
                <a:lnTo>
                  <a:pt x="682" y="877"/>
                </a:lnTo>
                <a:lnTo>
                  <a:pt x="681" y="876"/>
                </a:lnTo>
                <a:lnTo>
                  <a:pt x="681" y="875"/>
                </a:lnTo>
                <a:lnTo>
                  <a:pt x="681" y="874"/>
                </a:lnTo>
                <a:lnTo>
                  <a:pt x="680" y="874"/>
                </a:lnTo>
                <a:lnTo>
                  <a:pt x="680" y="873"/>
                </a:lnTo>
                <a:lnTo>
                  <a:pt x="680" y="872"/>
                </a:lnTo>
                <a:lnTo>
                  <a:pt x="679" y="872"/>
                </a:lnTo>
                <a:lnTo>
                  <a:pt x="678" y="871"/>
                </a:lnTo>
                <a:lnTo>
                  <a:pt x="677" y="871"/>
                </a:lnTo>
                <a:lnTo>
                  <a:pt x="677" y="870"/>
                </a:lnTo>
                <a:lnTo>
                  <a:pt x="676" y="869"/>
                </a:lnTo>
                <a:lnTo>
                  <a:pt x="676" y="868"/>
                </a:lnTo>
                <a:lnTo>
                  <a:pt x="675" y="868"/>
                </a:lnTo>
                <a:lnTo>
                  <a:pt x="675" y="867"/>
                </a:lnTo>
                <a:lnTo>
                  <a:pt x="675" y="866"/>
                </a:lnTo>
                <a:lnTo>
                  <a:pt x="675" y="864"/>
                </a:lnTo>
                <a:lnTo>
                  <a:pt x="675" y="863"/>
                </a:lnTo>
                <a:lnTo>
                  <a:pt x="674" y="861"/>
                </a:lnTo>
                <a:lnTo>
                  <a:pt x="675" y="860"/>
                </a:lnTo>
                <a:lnTo>
                  <a:pt x="674" y="860"/>
                </a:lnTo>
                <a:lnTo>
                  <a:pt x="674" y="859"/>
                </a:lnTo>
                <a:lnTo>
                  <a:pt x="674" y="858"/>
                </a:lnTo>
                <a:lnTo>
                  <a:pt x="674" y="857"/>
                </a:lnTo>
                <a:lnTo>
                  <a:pt x="673" y="856"/>
                </a:lnTo>
                <a:lnTo>
                  <a:pt x="673" y="855"/>
                </a:lnTo>
                <a:lnTo>
                  <a:pt x="673" y="854"/>
                </a:lnTo>
                <a:lnTo>
                  <a:pt x="673" y="852"/>
                </a:lnTo>
                <a:lnTo>
                  <a:pt x="673" y="851"/>
                </a:lnTo>
                <a:lnTo>
                  <a:pt x="673" y="850"/>
                </a:lnTo>
                <a:lnTo>
                  <a:pt x="673" y="848"/>
                </a:lnTo>
                <a:lnTo>
                  <a:pt x="673" y="847"/>
                </a:lnTo>
                <a:lnTo>
                  <a:pt x="673" y="846"/>
                </a:lnTo>
                <a:lnTo>
                  <a:pt x="675" y="845"/>
                </a:lnTo>
                <a:lnTo>
                  <a:pt x="677" y="845"/>
                </a:lnTo>
                <a:lnTo>
                  <a:pt x="677" y="844"/>
                </a:lnTo>
                <a:lnTo>
                  <a:pt x="678" y="844"/>
                </a:lnTo>
                <a:lnTo>
                  <a:pt x="678" y="845"/>
                </a:lnTo>
                <a:lnTo>
                  <a:pt x="679" y="845"/>
                </a:lnTo>
                <a:lnTo>
                  <a:pt x="679" y="844"/>
                </a:lnTo>
                <a:lnTo>
                  <a:pt x="679" y="843"/>
                </a:lnTo>
                <a:lnTo>
                  <a:pt x="678" y="842"/>
                </a:lnTo>
                <a:lnTo>
                  <a:pt x="677" y="842"/>
                </a:lnTo>
                <a:lnTo>
                  <a:pt x="676" y="842"/>
                </a:lnTo>
                <a:lnTo>
                  <a:pt x="674" y="842"/>
                </a:lnTo>
                <a:lnTo>
                  <a:pt x="673" y="842"/>
                </a:lnTo>
                <a:lnTo>
                  <a:pt x="673" y="841"/>
                </a:lnTo>
                <a:lnTo>
                  <a:pt x="672" y="841"/>
                </a:lnTo>
                <a:lnTo>
                  <a:pt x="671" y="840"/>
                </a:lnTo>
                <a:lnTo>
                  <a:pt x="670" y="840"/>
                </a:lnTo>
                <a:lnTo>
                  <a:pt x="669" y="840"/>
                </a:lnTo>
                <a:lnTo>
                  <a:pt x="669" y="839"/>
                </a:lnTo>
                <a:lnTo>
                  <a:pt x="669" y="838"/>
                </a:lnTo>
                <a:lnTo>
                  <a:pt x="670" y="838"/>
                </a:lnTo>
                <a:lnTo>
                  <a:pt x="670" y="837"/>
                </a:lnTo>
                <a:lnTo>
                  <a:pt x="669" y="837"/>
                </a:lnTo>
                <a:lnTo>
                  <a:pt x="671" y="836"/>
                </a:lnTo>
                <a:lnTo>
                  <a:pt x="672" y="836"/>
                </a:lnTo>
                <a:lnTo>
                  <a:pt x="672" y="835"/>
                </a:lnTo>
                <a:lnTo>
                  <a:pt x="672" y="834"/>
                </a:lnTo>
                <a:lnTo>
                  <a:pt x="673" y="834"/>
                </a:lnTo>
                <a:lnTo>
                  <a:pt x="674" y="833"/>
                </a:lnTo>
                <a:lnTo>
                  <a:pt x="675" y="833"/>
                </a:lnTo>
                <a:lnTo>
                  <a:pt x="675" y="832"/>
                </a:lnTo>
                <a:lnTo>
                  <a:pt x="675" y="831"/>
                </a:lnTo>
                <a:lnTo>
                  <a:pt x="675" y="830"/>
                </a:lnTo>
                <a:lnTo>
                  <a:pt x="676" y="830"/>
                </a:lnTo>
                <a:lnTo>
                  <a:pt x="678" y="829"/>
                </a:lnTo>
                <a:lnTo>
                  <a:pt x="678" y="828"/>
                </a:lnTo>
                <a:lnTo>
                  <a:pt x="678" y="827"/>
                </a:lnTo>
                <a:lnTo>
                  <a:pt x="677" y="826"/>
                </a:lnTo>
                <a:lnTo>
                  <a:pt x="678" y="825"/>
                </a:lnTo>
                <a:lnTo>
                  <a:pt x="679" y="823"/>
                </a:lnTo>
                <a:lnTo>
                  <a:pt x="679" y="822"/>
                </a:lnTo>
                <a:lnTo>
                  <a:pt x="680" y="821"/>
                </a:lnTo>
                <a:lnTo>
                  <a:pt x="681" y="819"/>
                </a:lnTo>
                <a:lnTo>
                  <a:pt x="682" y="818"/>
                </a:lnTo>
                <a:lnTo>
                  <a:pt x="682" y="816"/>
                </a:lnTo>
                <a:lnTo>
                  <a:pt x="682" y="815"/>
                </a:lnTo>
                <a:lnTo>
                  <a:pt x="683" y="815"/>
                </a:lnTo>
                <a:lnTo>
                  <a:pt x="683" y="814"/>
                </a:lnTo>
                <a:lnTo>
                  <a:pt x="683" y="813"/>
                </a:lnTo>
                <a:lnTo>
                  <a:pt x="683" y="812"/>
                </a:lnTo>
                <a:lnTo>
                  <a:pt x="684" y="812"/>
                </a:lnTo>
                <a:lnTo>
                  <a:pt x="683" y="811"/>
                </a:lnTo>
                <a:lnTo>
                  <a:pt x="683" y="810"/>
                </a:lnTo>
                <a:lnTo>
                  <a:pt x="682" y="809"/>
                </a:lnTo>
                <a:lnTo>
                  <a:pt x="681" y="808"/>
                </a:lnTo>
                <a:lnTo>
                  <a:pt x="681" y="807"/>
                </a:lnTo>
                <a:lnTo>
                  <a:pt x="682" y="807"/>
                </a:lnTo>
                <a:lnTo>
                  <a:pt x="686" y="807"/>
                </a:lnTo>
                <a:lnTo>
                  <a:pt x="687" y="806"/>
                </a:lnTo>
                <a:lnTo>
                  <a:pt x="687" y="805"/>
                </a:lnTo>
                <a:lnTo>
                  <a:pt x="687" y="804"/>
                </a:lnTo>
                <a:lnTo>
                  <a:pt x="688" y="804"/>
                </a:lnTo>
                <a:lnTo>
                  <a:pt x="688" y="802"/>
                </a:lnTo>
                <a:lnTo>
                  <a:pt x="689" y="801"/>
                </a:lnTo>
                <a:lnTo>
                  <a:pt x="690" y="800"/>
                </a:lnTo>
                <a:lnTo>
                  <a:pt x="691" y="799"/>
                </a:lnTo>
                <a:lnTo>
                  <a:pt x="691" y="798"/>
                </a:lnTo>
                <a:lnTo>
                  <a:pt x="690" y="797"/>
                </a:lnTo>
                <a:lnTo>
                  <a:pt x="689" y="796"/>
                </a:lnTo>
                <a:lnTo>
                  <a:pt x="688" y="796"/>
                </a:lnTo>
                <a:lnTo>
                  <a:pt x="687" y="795"/>
                </a:lnTo>
                <a:lnTo>
                  <a:pt x="686" y="794"/>
                </a:lnTo>
                <a:lnTo>
                  <a:pt x="685" y="794"/>
                </a:lnTo>
                <a:lnTo>
                  <a:pt x="685" y="795"/>
                </a:lnTo>
                <a:lnTo>
                  <a:pt x="684" y="795"/>
                </a:lnTo>
                <a:lnTo>
                  <a:pt x="684" y="796"/>
                </a:lnTo>
                <a:lnTo>
                  <a:pt x="682" y="796"/>
                </a:lnTo>
                <a:lnTo>
                  <a:pt x="681" y="796"/>
                </a:lnTo>
                <a:lnTo>
                  <a:pt x="680" y="796"/>
                </a:lnTo>
                <a:lnTo>
                  <a:pt x="679" y="796"/>
                </a:lnTo>
                <a:lnTo>
                  <a:pt x="678" y="796"/>
                </a:lnTo>
                <a:lnTo>
                  <a:pt x="677" y="796"/>
                </a:lnTo>
                <a:lnTo>
                  <a:pt x="677" y="795"/>
                </a:lnTo>
                <a:lnTo>
                  <a:pt x="676" y="795"/>
                </a:lnTo>
                <a:lnTo>
                  <a:pt x="675" y="794"/>
                </a:lnTo>
                <a:lnTo>
                  <a:pt x="674" y="794"/>
                </a:lnTo>
                <a:lnTo>
                  <a:pt x="674" y="793"/>
                </a:lnTo>
                <a:lnTo>
                  <a:pt x="673" y="793"/>
                </a:lnTo>
                <a:lnTo>
                  <a:pt x="672" y="793"/>
                </a:lnTo>
                <a:lnTo>
                  <a:pt x="672" y="792"/>
                </a:lnTo>
                <a:lnTo>
                  <a:pt x="671" y="792"/>
                </a:lnTo>
                <a:lnTo>
                  <a:pt x="670" y="793"/>
                </a:lnTo>
                <a:lnTo>
                  <a:pt x="669" y="793"/>
                </a:lnTo>
                <a:lnTo>
                  <a:pt x="669" y="794"/>
                </a:lnTo>
                <a:lnTo>
                  <a:pt x="670" y="794"/>
                </a:lnTo>
                <a:lnTo>
                  <a:pt x="670" y="795"/>
                </a:lnTo>
                <a:lnTo>
                  <a:pt x="670" y="796"/>
                </a:lnTo>
                <a:lnTo>
                  <a:pt x="670" y="797"/>
                </a:lnTo>
                <a:lnTo>
                  <a:pt x="670" y="798"/>
                </a:lnTo>
                <a:lnTo>
                  <a:pt x="670" y="799"/>
                </a:lnTo>
                <a:lnTo>
                  <a:pt x="671" y="799"/>
                </a:lnTo>
                <a:lnTo>
                  <a:pt x="671" y="800"/>
                </a:lnTo>
                <a:lnTo>
                  <a:pt x="669" y="801"/>
                </a:lnTo>
                <a:lnTo>
                  <a:pt x="668" y="801"/>
                </a:lnTo>
                <a:lnTo>
                  <a:pt x="667" y="802"/>
                </a:lnTo>
                <a:lnTo>
                  <a:pt x="665" y="802"/>
                </a:lnTo>
                <a:lnTo>
                  <a:pt x="664" y="802"/>
                </a:lnTo>
                <a:lnTo>
                  <a:pt x="663" y="802"/>
                </a:lnTo>
                <a:lnTo>
                  <a:pt x="663" y="801"/>
                </a:lnTo>
                <a:lnTo>
                  <a:pt x="663" y="799"/>
                </a:lnTo>
                <a:lnTo>
                  <a:pt x="663" y="798"/>
                </a:lnTo>
                <a:lnTo>
                  <a:pt x="664" y="798"/>
                </a:lnTo>
                <a:lnTo>
                  <a:pt x="664" y="797"/>
                </a:lnTo>
                <a:lnTo>
                  <a:pt x="663" y="797"/>
                </a:lnTo>
                <a:lnTo>
                  <a:pt x="663" y="796"/>
                </a:lnTo>
                <a:lnTo>
                  <a:pt x="663" y="795"/>
                </a:lnTo>
                <a:lnTo>
                  <a:pt x="663" y="794"/>
                </a:lnTo>
                <a:lnTo>
                  <a:pt x="663" y="793"/>
                </a:lnTo>
                <a:lnTo>
                  <a:pt x="663" y="792"/>
                </a:lnTo>
                <a:lnTo>
                  <a:pt x="663" y="791"/>
                </a:lnTo>
                <a:lnTo>
                  <a:pt x="663" y="790"/>
                </a:lnTo>
                <a:lnTo>
                  <a:pt x="662" y="791"/>
                </a:lnTo>
                <a:lnTo>
                  <a:pt x="662" y="792"/>
                </a:lnTo>
                <a:lnTo>
                  <a:pt x="662" y="793"/>
                </a:lnTo>
                <a:lnTo>
                  <a:pt x="662" y="794"/>
                </a:lnTo>
                <a:lnTo>
                  <a:pt x="661" y="796"/>
                </a:lnTo>
                <a:lnTo>
                  <a:pt x="660" y="796"/>
                </a:lnTo>
                <a:lnTo>
                  <a:pt x="660" y="797"/>
                </a:lnTo>
                <a:lnTo>
                  <a:pt x="659" y="797"/>
                </a:lnTo>
                <a:lnTo>
                  <a:pt x="658" y="797"/>
                </a:lnTo>
                <a:lnTo>
                  <a:pt x="658" y="796"/>
                </a:lnTo>
                <a:lnTo>
                  <a:pt x="659" y="796"/>
                </a:lnTo>
                <a:lnTo>
                  <a:pt x="660" y="795"/>
                </a:lnTo>
                <a:lnTo>
                  <a:pt x="660" y="793"/>
                </a:lnTo>
                <a:lnTo>
                  <a:pt x="660" y="792"/>
                </a:lnTo>
                <a:lnTo>
                  <a:pt x="660" y="791"/>
                </a:lnTo>
                <a:lnTo>
                  <a:pt x="661" y="790"/>
                </a:lnTo>
                <a:lnTo>
                  <a:pt x="661" y="789"/>
                </a:lnTo>
                <a:lnTo>
                  <a:pt x="660" y="788"/>
                </a:lnTo>
                <a:lnTo>
                  <a:pt x="661" y="788"/>
                </a:lnTo>
                <a:lnTo>
                  <a:pt x="661" y="787"/>
                </a:lnTo>
                <a:lnTo>
                  <a:pt x="661" y="786"/>
                </a:lnTo>
                <a:lnTo>
                  <a:pt x="660" y="786"/>
                </a:lnTo>
                <a:lnTo>
                  <a:pt x="659" y="786"/>
                </a:lnTo>
                <a:lnTo>
                  <a:pt x="658" y="786"/>
                </a:lnTo>
                <a:lnTo>
                  <a:pt x="658" y="785"/>
                </a:lnTo>
                <a:lnTo>
                  <a:pt x="657" y="785"/>
                </a:lnTo>
                <a:lnTo>
                  <a:pt x="656" y="785"/>
                </a:lnTo>
                <a:lnTo>
                  <a:pt x="656" y="784"/>
                </a:lnTo>
                <a:lnTo>
                  <a:pt x="657" y="782"/>
                </a:lnTo>
                <a:lnTo>
                  <a:pt x="656" y="780"/>
                </a:lnTo>
                <a:lnTo>
                  <a:pt x="655" y="780"/>
                </a:lnTo>
                <a:lnTo>
                  <a:pt x="654" y="779"/>
                </a:lnTo>
                <a:lnTo>
                  <a:pt x="654" y="778"/>
                </a:lnTo>
                <a:lnTo>
                  <a:pt x="654" y="777"/>
                </a:lnTo>
                <a:lnTo>
                  <a:pt x="655" y="777"/>
                </a:lnTo>
                <a:lnTo>
                  <a:pt x="655" y="776"/>
                </a:lnTo>
                <a:lnTo>
                  <a:pt x="656" y="775"/>
                </a:lnTo>
                <a:lnTo>
                  <a:pt x="656" y="774"/>
                </a:lnTo>
                <a:lnTo>
                  <a:pt x="656" y="773"/>
                </a:lnTo>
                <a:lnTo>
                  <a:pt x="656" y="772"/>
                </a:lnTo>
                <a:lnTo>
                  <a:pt x="655" y="772"/>
                </a:lnTo>
                <a:lnTo>
                  <a:pt x="654" y="772"/>
                </a:lnTo>
                <a:lnTo>
                  <a:pt x="653" y="772"/>
                </a:lnTo>
                <a:lnTo>
                  <a:pt x="652" y="771"/>
                </a:lnTo>
                <a:lnTo>
                  <a:pt x="651" y="771"/>
                </a:lnTo>
                <a:lnTo>
                  <a:pt x="651" y="770"/>
                </a:lnTo>
                <a:lnTo>
                  <a:pt x="650" y="769"/>
                </a:lnTo>
                <a:lnTo>
                  <a:pt x="650" y="770"/>
                </a:lnTo>
                <a:lnTo>
                  <a:pt x="649" y="770"/>
                </a:lnTo>
                <a:lnTo>
                  <a:pt x="648" y="770"/>
                </a:lnTo>
                <a:lnTo>
                  <a:pt x="647" y="770"/>
                </a:lnTo>
                <a:lnTo>
                  <a:pt x="646" y="771"/>
                </a:lnTo>
                <a:lnTo>
                  <a:pt x="645" y="772"/>
                </a:lnTo>
                <a:lnTo>
                  <a:pt x="645" y="773"/>
                </a:lnTo>
                <a:lnTo>
                  <a:pt x="644" y="773"/>
                </a:lnTo>
                <a:lnTo>
                  <a:pt x="643" y="773"/>
                </a:lnTo>
                <a:lnTo>
                  <a:pt x="642" y="773"/>
                </a:lnTo>
                <a:lnTo>
                  <a:pt x="641" y="773"/>
                </a:lnTo>
                <a:lnTo>
                  <a:pt x="639" y="773"/>
                </a:lnTo>
                <a:lnTo>
                  <a:pt x="638" y="773"/>
                </a:lnTo>
                <a:lnTo>
                  <a:pt x="637" y="773"/>
                </a:lnTo>
                <a:lnTo>
                  <a:pt x="637" y="772"/>
                </a:lnTo>
                <a:lnTo>
                  <a:pt x="637" y="771"/>
                </a:lnTo>
                <a:lnTo>
                  <a:pt x="637" y="770"/>
                </a:lnTo>
                <a:lnTo>
                  <a:pt x="638" y="769"/>
                </a:lnTo>
                <a:lnTo>
                  <a:pt x="638" y="768"/>
                </a:lnTo>
                <a:lnTo>
                  <a:pt x="637" y="768"/>
                </a:lnTo>
                <a:lnTo>
                  <a:pt x="637" y="767"/>
                </a:lnTo>
                <a:lnTo>
                  <a:pt x="636" y="767"/>
                </a:lnTo>
                <a:lnTo>
                  <a:pt x="636" y="766"/>
                </a:lnTo>
                <a:lnTo>
                  <a:pt x="636" y="765"/>
                </a:lnTo>
                <a:lnTo>
                  <a:pt x="635" y="765"/>
                </a:lnTo>
                <a:lnTo>
                  <a:pt x="635" y="764"/>
                </a:lnTo>
                <a:lnTo>
                  <a:pt x="634" y="764"/>
                </a:lnTo>
                <a:lnTo>
                  <a:pt x="634" y="763"/>
                </a:lnTo>
                <a:lnTo>
                  <a:pt x="635" y="763"/>
                </a:lnTo>
                <a:lnTo>
                  <a:pt x="636" y="763"/>
                </a:lnTo>
                <a:lnTo>
                  <a:pt x="636" y="762"/>
                </a:lnTo>
                <a:lnTo>
                  <a:pt x="637" y="762"/>
                </a:lnTo>
                <a:lnTo>
                  <a:pt x="638" y="762"/>
                </a:lnTo>
                <a:lnTo>
                  <a:pt x="638" y="761"/>
                </a:lnTo>
                <a:lnTo>
                  <a:pt x="639" y="760"/>
                </a:lnTo>
                <a:lnTo>
                  <a:pt x="639" y="759"/>
                </a:lnTo>
                <a:lnTo>
                  <a:pt x="638" y="758"/>
                </a:lnTo>
                <a:lnTo>
                  <a:pt x="637" y="758"/>
                </a:lnTo>
                <a:lnTo>
                  <a:pt x="636" y="758"/>
                </a:lnTo>
                <a:lnTo>
                  <a:pt x="636" y="757"/>
                </a:lnTo>
                <a:lnTo>
                  <a:pt x="636" y="756"/>
                </a:lnTo>
                <a:lnTo>
                  <a:pt x="636" y="755"/>
                </a:lnTo>
                <a:lnTo>
                  <a:pt x="636" y="754"/>
                </a:lnTo>
                <a:lnTo>
                  <a:pt x="636" y="753"/>
                </a:lnTo>
                <a:lnTo>
                  <a:pt x="637" y="753"/>
                </a:lnTo>
                <a:lnTo>
                  <a:pt x="637" y="752"/>
                </a:lnTo>
                <a:lnTo>
                  <a:pt x="636" y="751"/>
                </a:lnTo>
                <a:lnTo>
                  <a:pt x="635" y="751"/>
                </a:lnTo>
                <a:lnTo>
                  <a:pt x="635" y="750"/>
                </a:lnTo>
                <a:lnTo>
                  <a:pt x="634" y="748"/>
                </a:lnTo>
                <a:lnTo>
                  <a:pt x="633" y="747"/>
                </a:lnTo>
                <a:lnTo>
                  <a:pt x="632" y="747"/>
                </a:lnTo>
                <a:lnTo>
                  <a:pt x="629" y="747"/>
                </a:lnTo>
                <a:lnTo>
                  <a:pt x="628" y="746"/>
                </a:lnTo>
                <a:lnTo>
                  <a:pt x="627" y="746"/>
                </a:lnTo>
                <a:lnTo>
                  <a:pt x="626" y="746"/>
                </a:lnTo>
                <a:lnTo>
                  <a:pt x="627" y="746"/>
                </a:lnTo>
                <a:lnTo>
                  <a:pt x="627" y="745"/>
                </a:lnTo>
                <a:lnTo>
                  <a:pt x="628" y="744"/>
                </a:lnTo>
                <a:lnTo>
                  <a:pt x="627" y="743"/>
                </a:lnTo>
                <a:lnTo>
                  <a:pt x="626" y="742"/>
                </a:lnTo>
                <a:lnTo>
                  <a:pt x="625" y="742"/>
                </a:lnTo>
                <a:lnTo>
                  <a:pt x="625" y="741"/>
                </a:lnTo>
                <a:lnTo>
                  <a:pt x="624" y="741"/>
                </a:lnTo>
                <a:lnTo>
                  <a:pt x="621" y="741"/>
                </a:lnTo>
                <a:lnTo>
                  <a:pt x="621" y="740"/>
                </a:lnTo>
                <a:lnTo>
                  <a:pt x="620" y="740"/>
                </a:lnTo>
                <a:lnTo>
                  <a:pt x="620" y="739"/>
                </a:lnTo>
                <a:lnTo>
                  <a:pt x="620" y="738"/>
                </a:lnTo>
                <a:lnTo>
                  <a:pt x="619" y="738"/>
                </a:lnTo>
                <a:lnTo>
                  <a:pt x="618" y="738"/>
                </a:lnTo>
                <a:lnTo>
                  <a:pt x="618" y="737"/>
                </a:lnTo>
                <a:lnTo>
                  <a:pt x="617" y="737"/>
                </a:lnTo>
                <a:lnTo>
                  <a:pt x="617" y="736"/>
                </a:lnTo>
                <a:lnTo>
                  <a:pt x="616" y="736"/>
                </a:lnTo>
                <a:lnTo>
                  <a:pt x="616" y="737"/>
                </a:lnTo>
                <a:lnTo>
                  <a:pt x="615" y="737"/>
                </a:lnTo>
                <a:lnTo>
                  <a:pt x="614" y="737"/>
                </a:lnTo>
                <a:lnTo>
                  <a:pt x="613" y="737"/>
                </a:lnTo>
                <a:lnTo>
                  <a:pt x="613" y="736"/>
                </a:lnTo>
                <a:lnTo>
                  <a:pt x="614" y="736"/>
                </a:lnTo>
                <a:lnTo>
                  <a:pt x="615" y="736"/>
                </a:lnTo>
                <a:lnTo>
                  <a:pt x="615" y="735"/>
                </a:lnTo>
                <a:lnTo>
                  <a:pt x="615" y="734"/>
                </a:lnTo>
                <a:lnTo>
                  <a:pt x="616" y="734"/>
                </a:lnTo>
                <a:lnTo>
                  <a:pt x="617" y="734"/>
                </a:lnTo>
                <a:lnTo>
                  <a:pt x="617" y="733"/>
                </a:lnTo>
                <a:lnTo>
                  <a:pt x="616" y="733"/>
                </a:lnTo>
                <a:lnTo>
                  <a:pt x="616" y="732"/>
                </a:lnTo>
                <a:lnTo>
                  <a:pt x="615" y="732"/>
                </a:lnTo>
                <a:lnTo>
                  <a:pt x="614" y="731"/>
                </a:lnTo>
                <a:lnTo>
                  <a:pt x="613" y="731"/>
                </a:lnTo>
                <a:lnTo>
                  <a:pt x="613" y="730"/>
                </a:lnTo>
                <a:lnTo>
                  <a:pt x="612" y="730"/>
                </a:lnTo>
                <a:lnTo>
                  <a:pt x="612" y="729"/>
                </a:lnTo>
                <a:lnTo>
                  <a:pt x="613" y="729"/>
                </a:lnTo>
                <a:lnTo>
                  <a:pt x="613" y="728"/>
                </a:lnTo>
                <a:lnTo>
                  <a:pt x="613" y="727"/>
                </a:lnTo>
                <a:lnTo>
                  <a:pt x="613" y="725"/>
                </a:lnTo>
                <a:lnTo>
                  <a:pt x="613" y="724"/>
                </a:lnTo>
                <a:lnTo>
                  <a:pt x="613" y="723"/>
                </a:lnTo>
                <a:lnTo>
                  <a:pt x="614" y="723"/>
                </a:lnTo>
                <a:lnTo>
                  <a:pt x="614" y="722"/>
                </a:lnTo>
                <a:lnTo>
                  <a:pt x="614" y="721"/>
                </a:lnTo>
                <a:lnTo>
                  <a:pt x="613" y="721"/>
                </a:lnTo>
                <a:lnTo>
                  <a:pt x="613" y="720"/>
                </a:lnTo>
                <a:lnTo>
                  <a:pt x="613" y="719"/>
                </a:lnTo>
                <a:lnTo>
                  <a:pt x="612" y="719"/>
                </a:lnTo>
                <a:lnTo>
                  <a:pt x="612" y="718"/>
                </a:lnTo>
                <a:lnTo>
                  <a:pt x="612" y="717"/>
                </a:lnTo>
                <a:lnTo>
                  <a:pt x="613" y="717"/>
                </a:lnTo>
                <a:lnTo>
                  <a:pt x="613" y="716"/>
                </a:lnTo>
                <a:lnTo>
                  <a:pt x="614" y="716"/>
                </a:lnTo>
                <a:lnTo>
                  <a:pt x="613" y="715"/>
                </a:lnTo>
                <a:lnTo>
                  <a:pt x="613" y="714"/>
                </a:lnTo>
                <a:lnTo>
                  <a:pt x="613" y="713"/>
                </a:lnTo>
                <a:lnTo>
                  <a:pt x="614" y="713"/>
                </a:lnTo>
                <a:lnTo>
                  <a:pt x="613" y="713"/>
                </a:lnTo>
                <a:lnTo>
                  <a:pt x="613" y="712"/>
                </a:lnTo>
                <a:lnTo>
                  <a:pt x="613" y="711"/>
                </a:lnTo>
                <a:lnTo>
                  <a:pt x="612" y="711"/>
                </a:lnTo>
                <a:lnTo>
                  <a:pt x="610" y="711"/>
                </a:lnTo>
                <a:lnTo>
                  <a:pt x="609" y="711"/>
                </a:lnTo>
                <a:lnTo>
                  <a:pt x="609" y="712"/>
                </a:lnTo>
                <a:lnTo>
                  <a:pt x="608" y="712"/>
                </a:lnTo>
                <a:lnTo>
                  <a:pt x="608" y="713"/>
                </a:lnTo>
                <a:lnTo>
                  <a:pt x="608" y="712"/>
                </a:lnTo>
                <a:lnTo>
                  <a:pt x="607" y="712"/>
                </a:lnTo>
                <a:lnTo>
                  <a:pt x="607" y="713"/>
                </a:lnTo>
                <a:lnTo>
                  <a:pt x="606" y="713"/>
                </a:lnTo>
                <a:lnTo>
                  <a:pt x="605" y="714"/>
                </a:lnTo>
                <a:lnTo>
                  <a:pt x="603" y="714"/>
                </a:lnTo>
                <a:lnTo>
                  <a:pt x="603" y="713"/>
                </a:lnTo>
                <a:lnTo>
                  <a:pt x="602" y="713"/>
                </a:lnTo>
                <a:lnTo>
                  <a:pt x="601" y="712"/>
                </a:lnTo>
                <a:lnTo>
                  <a:pt x="601" y="713"/>
                </a:lnTo>
                <a:lnTo>
                  <a:pt x="601" y="712"/>
                </a:lnTo>
                <a:lnTo>
                  <a:pt x="600" y="712"/>
                </a:lnTo>
                <a:lnTo>
                  <a:pt x="600" y="711"/>
                </a:lnTo>
                <a:lnTo>
                  <a:pt x="600" y="710"/>
                </a:lnTo>
                <a:lnTo>
                  <a:pt x="600" y="709"/>
                </a:lnTo>
                <a:lnTo>
                  <a:pt x="600" y="708"/>
                </a:lnTo>
                <a:lnTo>
                  <a:pt x="600" y="707"/>
                </a:lnTo>
                <a:lnTo>
                  <a:pt x="599" y="706"/>
                </a:lnTo>
                <a:lnTo>
                  <a:pt x="599" y="705"/>
                </a:lnTo>
                <a:lnTo>
                  <a:pt x="597" y="705"/>
                </a:lnTo>
                <a:lnTo>
                  <a:pt x="596" y="705"/>
                </a:lnTo>
                <a:lnTo>
                  <a:pt x="596" y="704"/>
                </a:lnTo>
                <a:lnTo>
                  <a:pt x="596" y="703"/>
                </a:lnTo>
                <a:lnTo>
                  <a:pt x="595" y="703"/>
                </a:lnTo>
                <a:lnTo>
                  <a:pt x="594" y="704"/>
                </a:lnTo>
                <a:lnTo>
                  <a:pt x="593" y="705"/>
                </a:lnTo>
                <a:lnTo>
                  <a:pt x="592" y="705"/>
                </a:lnTo>
                <a:lnTo>
                  <a:pt x="592" y="704"/>
                </a:lnTo>
                <a:lnTo>
                  <a:pt x="591" y="704"/>
                </a:lnTo>
                <a:lnTo>
                  <a:pt x="592" y="703"/>
                </a:lnTo>
                <a:lnTo>
                  <a:pt x="593" y="703"/>
                </a:lnTo>
                <a:lnTo>
                  <a:pt x="593" y="702"/>
                </a:lnTo>
                <a:lnTo>
                  <a:pt x="594" y="702"/>
                </a:lnTo>
                <a:lnTo>
                  <a:pt x="594" y="701"/>
                </a:lnTo>
                <a:lnTo>
                  <a:pt x="594" y="699"/>
                </a:lnTo>
                <a:lnTo>
                  <a:pt x="593" y="699"/>
                </a:lnTo>
                <a:lnTo>
                  <a:pt x="593" y="698"/>
                </a:lnTo>
                <a:lnTo>
                  <a:pt x="592" y="698"/>
                </a:lnTo>
                <a:lnTo>
                  <a:pt x="592" y="697"/>
                </a:lnTo>
                <a:lnTo>
                  <a:pt x="591" y="696"/>
                </a:lnTo>
                <a:lnTo>
                  <a:pt x="591" y="695"/>
                </a:lnTo>
                <a:lnTo>
                  <a:pt x="590" y="695"/>
                </a:lnTo>
                <a:lnTo>
                  <a:pt x="591" y="694"/>
                </a:lnTo>
                <a:lnTo>
                  <a:pt x="592" y="693"/>
                </a:lnTo>
                <a:lnTo>
                  <a:pt x="593" y="693"/>
                </a:lnTo>
                <a:lnTo>
                  <a:pt x="593" y="692"/>
                </a:lnTo>
                <a:lnTo>
                  <a:pt x="592" y="692"/>
                </a:lnTo>
                <a:lnTo>
                  <a:pt x="593" y="691"/>
                </a:lnTo>
                <a:lnTo>
                  <a:pt x="593" y="690"/>
                </a:lnTo>
                <a:lnTo>
                  <a:pt x="593" y="689"/>
                </a:lnTo>
                <a:lnTo>
                  <a:pt x="592" y="688"/>
                </a:lnTo>
                <a:lnTo>
                  <a:pt x="591" y="688"/>
                </a:lnTo>
                <a:lnTo>
                  <a:pt x="590" y="688"/>
                </a:lnTo>
                <a:lnTo>
                  <a:pt x="590" y="687"/>
                </a:lnTo>
                <a:lnTo>
                  <a:pt x="591" y="687"/>
                </a:lnTo>
                <a:lnTo>
                  <a:pt x="592" y="685"/>
                </a:lnTo>
                <a:lnTo>
                  <a:pt x="592" y="684"/>
                </a:lnTo>
                <a:lnTo>
                  <a:pt x="591" y="684"/>
                </a:lnTo>
                <a:lnTo>
                  <a:pt x="591" y="683"/>
                </a:lnTo>
                <a:lnTo>
                  <a:pt x="590" y="683"/>
                </a:lnTo>
                <a:lnTo>
                  <a:pt x="589" y="683"/>
                </a:lnTo>
                <a:lnTo>
                  <a:pt x="589" y="682"/>
                </a:lnTo>
                <a:lnTo>
                  <a:pt x="588" y="681"/>
                </a:lnTo>
                <a:lnTo>
                  <a:pt x="588" y="680"/>
                </a:lnTo>
                <a:lnTo>
                  <a:pt x="588" y="679"/>
                </a:lnTo>
                <a:lnTo>
                  <a:pt x="587" y="678"/>
                </a:lnTo>
                <a:lnTo>
                  <a:pt x="585" y="678"/>
                </a:lnTo>
                <a:lnTo>
                  <a:pt x="584" y="678"/>
                </a:lnTo>
                <a:lnTo>
                  <a:pt x="583" y="678"/>
                </a:lnTo>
                <a:lnTo>
                  <a:pt x="582" y="678"/>
                </a:lnTo>
                <a:lnTo>
                  <a:pt x="582" y="677"/>
                </a:lnTo>
                <a:lnTo>
                  <a:pt x="581" y="677"/>
                </a:lnTo>
                <a:lnTo>
                  <a:pt x="581" y="676"/>
                </a:lnTo>
                <a:lnTo>
                  <a:pt x="580" y="676"/>
                </a:lnTo>
                <a:lnTo>
                  <a:pt x="580" y="677"/>
                </a:lnTo>
                <a:lnTo>
                  <a:pt x="579" y="677"/>
                </a:lnTo>
                <a:lnTo>
                  <a:pt x="578" y="677"/>
                </a:lnTo>
                <a:lnTo>
                  <a:pt x="578" y="678"/>
                </a:lnTo>
                <a:lnTo>
                  <a:pt x="579" y="678"/>
                </a:lnTo>
                <a:lnTo>
                  <a:pt x="579" y="680"/>
                </a:lnTo>
                <a:lnTo>
                  <a:pt x="578" y="680"/>
                </a:lnTo>
                <a:lnTo>
                  <a:pt x="578" y="681"/>
                </a:lnTo>
                <a:lnTo>
                  <a:pt x="578" y="682"/>
                </a:lnTo>
                <a:lnTo>
                  <a:pt x="578" y="683"/>
                </a:lnTo>
                <a:lnTo>
                  <a:pt x="577" y="684"/>
                </a:lnTo>
                <a:lnTo>
                  <a:pt x="576" y="683"/>
                </a:lnTo>
                <a:lnTo>
                  <a:pt x="575" y="683"/>
                </a:lnTo>
                <a:lnTo>
                  <a:pt x="575" y="684"/>
                </a:lnTo>
                <a:lnTo>
                  <a:pt x="574" y="684"/>
                </a:lnTo>
                <a:lnTo>
                  <a:pt x="573" y="684"/>
                </a:lnTo>
                <a:lnTo>
                  <a:pt x="573" y="683"/>
                </a:lnTo>
                <a:lnTo>
                  <a:pt x="572" y="682"/>
                </a:lnTo>
                <a:lnTo>
                  <a:pt x="572" y="680"/>
                </a:lnTo>
                <a:lnTo>
                  <a:pt x="571" y="679"/>
                </a:lnTo>
                <a:lnTo>
                  <a:pt x="570" y="678"/>
                </a:lnTo>
                <a:lnTo>
                  <a:pt x="569" y="676"/>
                </a:lnTo>
                <a:lnTo>
                  <a:pt x="570" y="676"/>
                </a:lnTo>
                <a:lnTo>
                  <a:pt x="570" y="675"/>
                </a:lnTo>
                <a:lnTo>
                  <a:pt x="569" y="674"/>
                </a:lnTo>
                <a:lnTo>
                  <a:pt x="569" y="673"/>
                </a:lnTo>
                <a:lnTo>
                  <a:pt x="568" y="672"/>
                </a:lnTo>
                <a:lnTo>
                  <a:pt x="568" y="671"/>
                </a:lnTo>
                <a:lnTo>
                  <a:pt x="568" y="670"/>
                </a:lnTo>
                <a:lnTo>
                  <a:pt x="567" y="669"/>
                </a:lnTo>
                <a:lnTo>
                  <a:pt x="567" y="668"/>
                </a:lnTo>
                <a:lnTo>
                  <a:pt x="567" y="667"/>
                </a:lnTo>
                <a:lnTo>
                  <a:pt x="567" y="666"/>
                </a:lnTo>
                <a:lnTo>
                  <a:pt x="566" y="664"/>
                </a:lnTo>
                <a:lnTo>
                  <a:pt x="566" y="663"/>
                </a:lnTo>
                <a:lnTo>
                  <a:pt x="566" y="662"/>
                </a:lnTo>
                <a:lnTo>
                  <a:pt x="566" y="661"/>
                </a:lnTo>
                <a:lnTo>
                  <a:pt x="567" y="660"/>
                </a:lnTo>
                <a:lnTo>
                  <a:pt x="567" y="659"/>
                </a:lnTo>
                <a:lnTo>
                  <a:pt x="567" y="658"/>
                </a:lnTo>
                <a:lnTo>
                  <a:pt x="567" y="657"/>
                </a:lnTo>
                <a:lnTo>
                  <a:pt x="566" y="657"/>
                </a:lnTo>
                <a:lnTo>
                  <a:pt x="567" y="656"/>
                </a:lnTo>
                <a:lnTo>
                  <a:pt x="567" y="655"/>
                </a:lnTo>
                <a:lnTo>
                  <a:pt x="566" y="654"/>
                </a:lnTo>
                <a:lnTo>
                  <a:pt x="566" y="653"/>
                </a:lnTo>
                <a:lnTo>
                  <a:pt x="566" y="652"/>
                </a:lnTo>
                <a:lnTo>
                  <a:pt x="566" y="651"/>
                </a:lnTo>
                <a:lnTo>
                  <a:pt x="566" y="650"/>
                </a:lnTo>
                <a:lnTo>
                  <a:pt x="566" y="649"/>
                </a:lnTo>
                <a:lnTo>
                  <a:pt x="566" y="648"/>
                </a:lnTo>
                <a:lnTo>
                  <a:pt x="565" y="647"/>
                </a:lnTo>
                <a:lnTo>
                  <a:pt x="565" y="646"/>
                </a:lnTo>
                <a:lnTo>
                  <a:pt x="565" y="645"/>
                </a:lnTo>
                <a:lnTo>
                  <a:pt x="565" y="644"/>
                </a:lnTo>
                <a:lnTo>
                  <a:pt x="564" y="644"/>
                </a:lnTo>
                <a:lnTo>
                  <a:pt x="563" y="644"/>
                </a:lnTo>
                <a:lnTo>
                  <a:pt x="563" y="643"/>
                </a:lnTo>
                <a:lnTo>
                  <a:pt x="563" y="642"/>
                </a:lnTo>
                <a:lnTo>
                  <a:pt x="563" y="641"/>
                </a:lnTo>
                <a:lnTo>
                  <a:pt x="562" y="640"/>
                </a:lnTo>
                <a:lnTo>
                  <a:pt x="562" y="639"/>
                </a:lnTo>
                <a:lnTo>
                  <a:pt x="560" y="638"/>
                </a:lnTo>
                <a:lnTo>
                  <a:pt x="559" y="637"/>
                </a:lnTo>
                <a:lnTo>
                  <a:pt x="559" y="636"/>
                </a:lnTo>
                <a:lnTo>
                  <a:pt x="559" y="635"/>
                </a:lnTo>
                <a:lnTo>
                  <a:pt x="560" y="635"/>
                </a:lnTo>
                <a:lnTo>
                  <a:pt x="561" y="635"/>
                </a:lnTo>
                <a:lnTo>
                  <a:pt x="561" y="634"/>
                </a:lnTo>
                <a:lnTo>
                  <a:pt x="561" y="633"/>
                </a:lnTo>
                <a:lnTo>
                  <a:pt x="561" y="631"/>
                </a:lnTo>
                <a:lnTo>
                  <a:pt x="562" y="629"/>
                </a:lnTo>
                <a:lnTo>
                  <a:pt x="563" y="628"/>
                </a:lnTo>
                <a:lnTo>
                  <a:pt x="564" y="626"/>
                </a:lnTo>
                <a:lnTo>
                  <a:pt x="564" y="625"/>
                </a:lnTo>
                <a:lnTo>
                  <a:pt x="563" y="624"/>
                </a:lnTo>
                <a:lnTo>
                  <a:pt x="563" y="623"/>
                </a:lnTo>
                <a:lnTo>
                  <a:pt x="563" y="622"/>
                </a:lnTo>
                <a:lnTo>
                  <a:pt x="562" y="622"/>
                </a:lnTo>
                <a:lnTo>
                  <a:pt x="562" y="621"/>
                </a:lnTo>
                <a:lnTo>
                  <a:pt x="562" y="619"/>
                </a:lnTo>
                <a:lnTo>
                  <a:pt x="562" y="618"/>
                </a:lnTo>
                <a:lnTo>
                  <a:pt x="563" y="617"/>
                </a:lnTo>
                <a:lnTo>
                  <a:pt x="562" y="615"/>
                </a:lnTo>
                <a:lnTo>
                  <a:pt x="562" y="614"/>
                </a:lnTo>
                <a:lnTo>
                  <a:pt x="561" y="614"/>
                </a:lnTo>
                <a:lnTo>
                  <a:pt x="560" y="614"/>
                </a:lnTo>
                <a:lnTo>
                  <a:pt x="560" y="615"/>
                </a:lnTo>
                <a:lnTo>
                  <a:pt x="560" y="616"/>
                </a:lnTo>
                <a:lnTo>
                  <a:pt x="559" y="616"/>
                </a:lnTo>
                <a:lnTo>
                  <a:pt x="558" y="617"/>
                </a:lnTo>
                <a:lnTo>
                  <a:pt x="558" y="618"/>
                </a:lnTo>
                <a:lnTo>
                  <a:pt x="557" y="618"/>
                </a:lnTo>
                <a:lnTo>
                  <a:pt x="556" y="617"/>
                </a:lnTo>
                <a:lnTo>
                  <a:pt x="555" y="617"/>
                </a:lnTo>
                <a:lnTo>
                  <a:pt x="554" y="617"/>
                </a:lnTo>
                <a:lnTo>
                  <a:pt x="554" y="618"/>
                </a:lnTo>
                <a:lnTo>
                  <a:pt x="553" y="618"/>
                </a:lnTo>
                <a:lnTo>
                  <a:pt x="553" y="617"/>
                </a:lnTo>
                <a:lnTo>
                  <a:pt x="552" y="618"/>
                </a:lnTo>
                <a:lnTo>
                  <a:pt x="552" y="619"/>
                </a:lnTo>
                <a:lnTo>
                  <a:pt x="551" y="619"/>
                </a:lnTo>
                <a:lnTo>
                  <a:pt x="551" y="620"/>
                </a:lnTo>
                <a:lnTo>
                  <a:pt x="550" y="620"/>
                </a:lnTo>
                <a:lnTo>
                  <a:pt x="550" y="619"/>
                </a:lnTo>
                <a:lnTo>
                  <a:pt x="549" y="619"/>
                </a:lnTo>
                <a:lnTo>
                  <a:pt x="548" y="619"/>
                </a:lnTo>
                <a:lnTo>
                  <a:pt x="548" y="620"/>
                </a:lnTo>
                <a:lnTo>
                  <a:pt x="547" y="620"/>
                </a:lnTo>
                <a:lnTo>
                  <a:pt x="547" y="621"/>
                </a:lnTo>
                <a:lnTo>
                  <a:pt x="547" y="622"/>
                </a:lnTo>
                <a:lnTo>
                  <a:pt x="548" y="622"/>
                </a:lnTo>
                <a:lnTo>
                  <a:pt x="548" y="623"/>
                </a:lnTo>
                <a:lnTo>
                  <a:pt x="547" y="623"/>
                </a:lnTo>
                <a:lnTo>
                  <a:pt x="547" y="624"/>
                </a:lnTo>
                <a:lnTo>
                  <a:pt x="547" y="625"/>
                </a:lnTo>
                <a:lnTo>
                  <a:pt x="546" y="626"/>
                </a:lnTo>
                <a:lnTo>
                  <a:pt x="545" y="627"/>
                </a:lnTo>
                <a:lnTo>
                  <a:pt x="544" y="628"/>
                </a:lnTo>
                <a:lnTo>
                  <a:pt x="544" y="629"/>
                </a:lnTo>
                <a:lnTo>
                  <a:pt x="545" y="629"/>
                </a:lnTo>
                <a:lnTo>
                  <a:pt x="545" y="630"/>
                </a:lnTo>
                <a:lnTo>
                  <a:pt x="544" y="631"/>
                </a:lnTo>
                <a:lnTo>
                  <a:pt x="543" y="632"/>
                </a:lnTo>
                <a:lnTo>
                  <a:pt x="542" y="632"/>
                </a:lnTo>
                <a:lnTo>
                  <a:pt x="541" y="632"/>
                </a:lnTo>
                <a:lnTo>
                  <a:pt x="540" y="632"/>
                </a:lnTo>
                <a:lnTo>
                  <a:pt x="539" y="632"/>
                </a:lnTo>
                <a:lnTo>
                  <a:pt x="538" y="633"/>
                </a:lnTo>
                <a:lnTo>
                  <a:pt x="536" y="635"/>
                </a:lnTo>
                <a:lnTo>
                  <a:pt x="536" y="636"/>
                </a:lnTo>
                <a:lnTo>
                  <a:pt x="536" y="637"/>
                </a:lnTo>
                <a:lnTo>
                  <a:pt x="535" y="639"/>
                </a:lnTo>
                <a:lnTo>
                  <a:pt x="535" y="641"/>
                </a:lnTo>
                <a:lnTo>
                  <a:pt x="535" y="642"/>
                </a:lnTo>
                <a:lnTo>
                  <a:pt x="535" y="643"/>
                </a:lnTo>
                <a:lnTo>
                  <a:pt x="535" y="644"/>
                </a:lnTo>
                <a:lnTo>
                  <a:pt x="536" y="646"/>
                </a:lnTo>
                <a:lnTo>
                  <a:pt x="536" y="647"/>
                </a:lnTo>
                <a:lnTo>
                  <a:pt x="536" y="648"/>
                </a:lnTo>
                <a:lnTo>
                  <a:pt x="536" y="649"/>
                </a:lnTo>
                <a:lnTo>
                  <a:pt x="536" y="650"/>
                </a:lnTo>
                <a:lnTo>
                  <a:pt x="535" y="650"/>
                </a:lnTo>
                <a:lnTo>
                  <a:pt x="535" y="651"/>
                </a:lnTo>
                <a:lnTo>
                  <a:pt x="535" y="652"/>
                </a:lnTo>
                <a:lnTo>
                  <a:pt x="535" y="653"/>
                </a:lnTo>
                <a:lnTo>
                  <a:pt x="534" y="653"/>
                </a:lnTo>
                <a:lnTo>
                  <a:pt x="533" y="653"/>
                </a:lnTo>
                <a:lnTo>
                  <a:pt x="532" y="653"/>
                </a:lnTo>
                <a:lnTo>
                  <a:pt x="531" y="654"/>
                </a:lnTo>
                <a:lnTo>
                  <a:pt x="531" y="655"/>
                </a:lnTo>
                <a:lnTo>
                  <a:pt x="531" y="656"/>
                </a:lnTo>
                <a:lnTo>
                  <a:pt x="532" y="656"/>
                </a:lnTo>
                <a:lnTo>
                  <a:pt x="532" y="657"/>
                </a:lnTo>
                <a:lnTo>
                  <a:pt x="533" y="657"/>
                </a:lnTo>
                <a:lnTo>
                  <a:pt x="532" y="659"/>
                </a:lnTo>
                <a:lnTo>
                  <a:pt x="531" y="659"/>
                </a:lnTo>
                <a:lnTo>
                  <a:pt x="530" y="659"/>
                </a:lnTo>
                <a:lnTo>
                  <a:pt x="530" y="660"/>
                </a:lnTo>
                <a:lnTo>
                  <a:pt x="531" y="660"/>
                </a:lnTo>
                <a:lnTo>
                  <a:pt x="531" y="661"/>
                </a:lnTo>
                <a:lnTo>
                  <a:pt x="530" y="661"/>
                </a:lnTo>
                <a:lnTo>
                  <a:pt x="529" y="661"/>
                </a:lnTo>
                <a:lnTo>
                  <a:pt x="529" y="662"/>
                </a:lnTo>
                <a:lnTo>
                  <a:pt x="528" y="663"/>
                </a:lnTo>
                <a:lnTo>
                  <a:pt x="528" y="664"/>
                </a:lnTo>
                <a:lnTo>
                  <a:pt x="529" y="664"/>
                </a:lnTo>
                <a:lnTo>
                  <a:pt x="529" y="665"/>
                </a:lnTo>
                <a:lnTo>
                  <a:pt x="528" y="666"/>
                </a:lnTo>
                <a:lnTo>
                  <a:pt x="528" y="667"/>
                </a:lnTo>
                <a:lnTo>
                  <a:pt x="527" y="667"/>
                </a:lnTo>
                <a:lnTo>
                  <a:pt x="527" y="668"/>
                </a:lnTo>
                <a:lnTo>
                  <a:pt x="527" y="669"/>
                </a:lnTo>
                <a:lnTo>
                  <a:pt x="526" y="670"/>
                </a:lnTo>
                <a:lnTo>
                  <a:pt x="525" y="671"/>
                </a:lnTo>
                <a:lnTo>
                  <a:pt x="525" y="672"/>
                </a:lnTo>
                <a:lnTo>
                  <a:pt x="524" y="672"/>
                </a:lnTo>
                <a:lnTo>
                  <a:pt x="523" y="673"/>
                </a:lnTo>
                <a:lnTo>
                  <a:pt x="522" y="674"/>
                </a:lnTo>
                <a:lnTo>
                  <a:pt x="521" y="675"/>
                </a:lnTo>
                <a:lnTo>
                  <a:pt x="522" y="675"/>
                </a:lnTo>
                <a:lnTo>
                  <a:pt x="522" y="676"/>
                </a:lnTo>
                <a:lnTo>
                  <a:pt x="522" y="677"/>
                </a:lnTo>
                <a:lnTo>
                  <a:pt x="522" y="678"/>
                </a:lnTo>
                <a:lnTo>
                  <a:pt x="521" y="678"/>
                </a:lnTo>
                <a:lnTo>
                  <a:pt x="520" y="678"/>
                </a:lnTo>
                <a:lnTo>
                  <a:pt x="519" y="678"/>
                </a:lnTo>
                <a:lnTo>
                  <a:pt x="518" y="678"/>
                </a:lnTo>
                <a:lnTo>
                  <a:pt x="517" y="678"/>
                </a:lnTo>
                <a:lnTo>
                  <a:pt x="516" y="680"/>
                </a:lnTo>
                <a:lnTo>
                  <a:pt x="516" y="681"/>
                </a:lnTo>
                <a:lnTo>
                  <a:pt x="515" y="680"/>
                </a:lnTo>
                <a:lnTo>
                  <a:pt x="515" y="681"/>
                </a:lnTo>
                <a:lnTo>
                  <a:pt x="514" y="681"/>
                </a:lnTo>
                <a:lnTo>
                  <a:pt x="513" y="682"/>
                </a:lnTo>
                <a:lnTo>
                  <a:pt x="513" y="683"/>
                </a:lnTo>
                <a:lnTo>
                  <a:pt x="512" y="683"/>
                </a:lnTo>
                <a:lnTo>
                  <a:pt x="512" y="684"/>
                </a:lnTo>
                <a:lnTo>
                  <a:pt x="512" y="685"/>
                </a:lnTo>
                <a:lnTo>
                  <a:pt x="512" y="686"/>
                </a:lnTo>
                <a:lnTo>
                  <a:pt x="513" y="687"/>
                </a:lnTo>
                <a:lnTo>
                  <a:pt x="514" y="688"/>
                </a:lnTo>
                <a:lnTo>
                  <a:pt x="513" y="688"/>
                </a:lnTo>
                <a:lnTo>
                  <a:pt x="513" y="689"/>
                </a:lnTo>
                <a:lnTo>
                  <a:pt x="512" y="689"/>
                </a:lnTo>
                <a:lnTo>
                  <a:pt x="511" y="689"/>
                </a:lnTo>
                <a:lnTo>
                  <a:pt x="510" y="688"/>
                </a:lnTo>
                <a:lnTo>
                  <a:pt x="511" y="688"/>
                </a:lnTo>
                <a:lnTo>
                  <a:pt x="511" y="687"/>
                </a:lnTo>
                <a:lnTo>
                  <a:pt x="510" y="687"/>
                </a:lnTo>
                <a:lnTo>
                  <a:pt x="510" y="686"/>
                </a:lnTo>
                <a:lnTo>
                  <a:pt x="510" y="685"/>
                </a:lnTo>
                <a:lnTo>
                  <a:pt x="510" y="684"/>
                </a:lnTo>
                <a:lnTo>
                  <a:pt x="510" y="683"/>
                </a:lnTo>
                <a:lnTo>
                  <a:pt x="509" y="683"/>
                </a:lnTo>
                <a:lnTo>
                  <a:pt x="509" y="682"/>
                </a:lnTo>
                <a:lnTo>
                  <a:pt x="508" y="681"/>
                </a:lnTo>
                <a:lnTo>
                  <a:pt x="507" y="680"/>
                </a:lnTo>
                <a:lnTo>
                  <a:pt x="507" y="679"/>
                </a:lnTo>
                <a:lnTo>
                  <a:pt x="506" y="678"/>
                </a:lnTo>
                <a:lnTo>
                  <a:pt x="505" y="679"/>
                </a:lnTo>
                <a:lnTo>
                  <a:pt x="505" y="680"/>
                </a:lnTo>
                <a:lnTo>
                  <a:pt x="504" y="680"/>
                </a:lnTo>
                <a:lnTo>
                  <a:pt x="504" y="679"/>
                </a:lnTo>
                <a:lnTo>
                  <a:pt x="503" y="679"/>
                </a:lnTo>
                <a:lnTo>
                  <a:pt x="502" y="679"/>
                </a:lnTo>
                <a:lnTo>
                  <a:pt x="501" y="680"/>
                </a:lnTo>
                <a:lnTo>
                  <a:pt x="501" y="679"/>
                </a:lnTo>
                <a:lnTo>
                  <a:pt x="500" y="679"/>
                </a:lnTo>
                <a:lnTo>
                  <a:pt x="499" y="680"/>
                </a:lnTo>
                <a:lnTo>
                  <a:pt x="498" y="680"/>
                </a:lnTo>
                <a:lnTo>
                  <a:pt x="497" y="680"/>
                </a:lnTo>
                <a:lnTo>
                  <a:pt x="496" y="680"/>
                </a:lnTo>
                <a:lnTo>
                  <a:pt x="496" y="679"/>
                </a:lnTo>
                <a:lnTo>
                  <a:pt x="496" y="678"/>
                </a:lnTo>
                <a:lnTo>
                  <a:pt x="495" y="676"/>
                </a:lnTo>
                <a:lnTo>
                  <a:pt x="496" y="675"/>
                </a:lnTo>
                <a:lnTo>
                  <a:pt x="496" y="674"/>
                </a:lnTo>
                <a:lnTo>
                  <a:pt x="497" y="674"/>
                </a:lnTo>
                <a:lnTo>
                  <a:pt x="497" y="673"/>
                </a:lnTo>
                <a:lnTo>
                  <a:pt x="497" y="674"/>
                </a:lnTo>
                <a:lnTo>
                  <a:pt x="498" y="674"/>
                </a:lnTo>
                <a:lnTo>
                  <a:pt x="499" y="673"/>
                </a:lnTo>
                <a:lnTo>
                  <a:pt x="499" y="672"/>
                </a:lnTo>
                <a:lnTo>
                  <a:pt x="499" y="671"/>
                </a:lnTo>
                <a:lnTo>
                  <a:pt x="500" y="671"/>
                </a:lnTo>
                <a:lnTo>
                  <a:pt x="501" y="671"/>
                </a:lnTo>
                <a:lnTo>
                  <a:pt x="501" y="670"/>
                </a:lnTo>
                <a:lnTo>
                  <a:pt x="502" y="669"/>
                </a:lnTo>
                <a:lnTo>
                  <a:pt x="503" y="669"/>
                </a:lnTo>
                <a:lnTo>
                  <a:pt x="503" y="668"/>
                </a:lnTo>
                <a:lnTo>
                  <a:pt x="504" y="668"/>
                </a:lnTo>
                <a:lnTo>
                  <a:pt x="503" y="668"/>
                </a:lnTo>
                <a:lnTo>
                  <a:pt x="503" y="667"/>
                </a:lnTo>
                <a:lnTo>
                  <a:pt x="504" y="667"/>
                </a:lnTo>
                <a:lnTo>
                  <a:pt x="504" y="666"/>
                </a:lnTo>
                <a:lnTo>
                  <a:pt x="504" y="665"/>
                </a:lnTo>
                <a:lnTo>
                  <a:pt x="504" y="664"/>
                </a:lnTo>
                <a:lnTo>
                  <a:pt x="504" y="663"/>
                </a:lnTo>
                <a:lnTo>
                  <a:pt x="504" y="662"/>
                </a:lnTo>
                <a:lnTo>
                  <a:pt x="503" y="662"/>
                </a:lnTo>
                <a:lnTo>
                  <a:pt x="502" y="661"/>
                </a:lnTo>
                <a:lnTo>
                  <a:pt x="501" y="660"/>
                </a:lnTo>
                <a:lnTo>
                  <a:pt x="500" y="660"/>
                </a:lnTo>
                <a:lnTo>
                  <a:pt x="499" y="660"/>
                </a:lnTo>
                <a:lnTo>
                  <a:pt x="498" y="660"/>
                </a:lnTo>
                <a:lnTo>
                  <a:pt x="498" y="661"/>
                </a:lnTo>
                <a:lnTo>
                  <a:pt x="497" y="661"/>
                </a:lnTo>
                <a:lnTo>
                  <a:pt x="495" y="662"/>
                </a:lnTo>
                <a:lnTo>
                  <a:pt x="494" y="662"/>
                </a:lnTo>
                <a:lnTo>
                  <a:pt x="493" y="662"/>
                </a:lnTo>
                <a:lnTo>
                  <a:pt x="492" y="661"/>
                </a:lnTo>
                <a:lnTo>
                  <a:pt x="491" y="661"/>
                </a:lnTo>
                <a:lnTo>
                  <a:pt x="490" y="661"/>
                </a:lnTo>
                <a:lnTo>
                  <a:pt x="490" y="660"/>
                </a:lnTo>
                <a:lnTo>
                  <a:pt x="489" y="660"/>
                </a:lnTo>
                <a:lnTo>
                  <a:pt x="489" y="659"/>
                </a:lnTo>
                <a:lnTo>
                  <a:pt x="488" y="659"/>
                </a:lnTo>
                <a:lnTo>
                  <a:pt x="487" y="658"/>
                </a:lnTo>
                <a:lnTo>
                  <a:pt x="486" y="658"/>
                </a:lnTo>
                <a:lnTo>
                  <a:pt x="487" y="657"/>
                </a:lnTo>
                <a:lnTo>
                  <a:pt x="487" y="656"/>
                </a:lnTo>
                <a:lnTo>
                  <a:pt x="488" y="656"/>
                </a:lnTo>
                <a:lnTo>
                  <a:pt x="488" y="655"/>
                </a:lnTo>
                <a:lnTo>
                  <a:pt x="488" y="654"/>
                </a:lnTo>
                <a:lnTo>
                  <a:pt x="489" y="654"/>
                </a:lnTo>
                <a:lnTo>
                  <a:pt x="489" y="653"/>
                </a:lnTo>
                <a:lnTo>
                  <a:pt x="490" y="652"/>
                </a:lnTo>
                <a:lnTo>
                  <a:pt x="490" y="651"/>
                </a:lnTo>
                <a:lnTo>
                  <a:pt x="491" y="651"/>
                </a:lnTo>
                <a:lnTo>
                  <a:pt x="493" y="647"/>
                </a:lnTo>
                <a:lnTo>
                  <a:pt x="494" y="645"/>
                </a:lnTo>
                <a:lnTo>
                  <a:pt x="496" y="640"/>
                </a:lnTo>
                <a:lnTo>
                  <a:pt x="497" y="639"/>
                </a:lnTo>
                <a:lnTo>
                  <a:pt x="496" y="639"/>
                </a:lnTo>
                <a:lnTo>
                  <a:pt x="496" y="638"/>
                </a:lnTo>
                <a:lnTo>
                  <a:pt x="495" y="638"/>
                </a:lnTo>
                <a:lnTo>
                  <a:pt x="494" y="637"/>
                </a:lnTo>
                <a:lnTo>
                  <a:pt x="492" y="637"/>
                </a:lnTo>
                <a:lnTo>
                  <a:pt x="492" y="636"/>
                </a:lnTo>
                <a:lnTo>
                  <a:pt x="491" y="636"/>
                </a:lnTo>
                <a:lnTo>
                  <a:pt x="490" y="635"/>
                </a:lnTo>
                <a:lnTo>
                  <a:pt x="489" y="634"/>
                </a:lnTo>
                <a:lnTo>
                  <a:pt x="488" y="633"/>
                </a:lnTo>
                <a:lnTo>
                  <a:pt x="487" y="633"/>
                </a:lnTo>
                <a:lnTo>
                  <a:pt x="486" y="632"/>
                </a:lnTo>
                <a:lnTo>
                  <a:pt x="485" y="631"/>
                </a:lnTo>
                <a:lnTo>
                  <a:pt x="484" y="631"/>
                </a:lnTo>
                <a:lnTo>
                  <a:pt x="484" y="632"/>
                </a:lnTo>
                <a:lnTo>
                  <a:pt x="484" y="631"/>
                </a:lnTo>
                <a:lnTo>
                  <a:pt x="483" y="631"/>
                </a:lnTo>
                <a:lnTo>
                  <a:pt x="482" y="631"/>
                </a:lnTo>
                <a:lnTo>
                  <a:pt x="481" y="630"/>
                </a:lnTo>
                <a:lnTo>
                  <a:pt x="481" y="629"/>
                </a:lnTo>
                <a:lnTo>
                  <a:pt x="480" y="628"/>
                </a:lnTo>
                <a:lnTo>
                  <a:pt x="479" y="628"/>
                </a:lnTo>
                <a:lnTo>
                  <a:pt x="478" y="627"/>
                </a:lnTo>
                <a:lnTo>
                  <a:pt x="477" y="626"/>
                </a:lnTo>
                <a:lnTo>
                  <a:pt x="475" y="626"/>
                </a:lnTo>
                <a:lnTo>
                  <a:pt x="474" y="625"/>
                </a:lnTo>
                <a:lnTo>
                  <a:pt x="473" y="625"/>
                </a:lnTo>
                <a:lnTo>
                  <a:pt x="472" y="624"/>
                </a:lnTo>
                <a:lnTo>
                  <a:pt x="471" y="623"/>
                </a:lnTo>
                <a:lnTo>
                  <a:pt x="471" y="622"/>
                </a:lnTo>
                <a:lnTo>
                  <a:pt x="471" y="621"/>
                </a:lnTo>
                <a:lnTo>
                  <a:pt x="471" y="620"/>
                </a:lnTo>
                <a:lnTo>
                  <a:pt x="471" y="619"/>
                </a:lnTo>
                <a:lnTo>
                  <a:pt x="471" y="618"/>
                </a:lnTo>
                <a:lnTo>
                  <a:pt x="471" y="617"/>
                </a:lnTo>
                <a:lnTo>
                  <a:pt x="471" y="616"/>
                </a:lnTo>
                <a:lnTo>
                  <a:pt x="470" y="615"/>
                </a:lnTo>
                <a:lnTo>
                  <a:pt x="470" y="614"/>
                </a:lnTo>
                <a:lnTo>
                  <a:pt x="470" y="613"/>
                </a:lnTo>
                <a:lnTo>
                  <a:pt x="470" y="612"/>
                </a:lnTo>
                <a:lnTo>
                  <a:pt x="469" y="612"/>
                </a:lnTo>
                <a:lnTo>
                  <a:pt x="468" y="612"/>
                </a:lnTo>
                <a:lnTo>
                  <a:pt x="467" y="612"/>
                </a:lnTo>
                <a:lnTo>
                  <a:pt x="465" y="612"/>
                </a:lnTo>
                <a:lnTo>
                  <a:pt x="462" y="613"/>
                </a:lnTo>
                <a:lnTo>
                  <a:pt x="461" y="611"/>
                </a:lnTo>
                <a:lnTo>
                  <a:pt x="460" y="611"/>
                </a:lnTo>
                <a:lnTo>
                  <a:pt x="460" y="610"/>
                </a:lnTo>
                <a:lnTo>
                  <a:pt x="460" y="609"/>
                </a:lnTo>
                <a:lnTo>
                  <a:pt x="459" y="609"/>
                </a:lnTo>
                <a:lnTo>
                  <a:pt x="458" y="610"/>
                </a:lnTo>
                <a:lnTo>
                  <a:pt x="457" y="611"/>
                </a:lnTo>
                <a:lnTo>
                  <a:pt x="456" y="611"/>
                </a:lnTo>
                <a:lnTo>
                  <a:pt x="455" y="612"/>
                </a:lnTo>
                <a:lnTo>
                  <a:pt x="454" y="613"/>
                </a:lnTo>
                <a:lnTo>
                  <a:pt x="453" y="612"/>
                </a:lnTo>
                <a:lnTo>
                  <a:pt x="451" y="612"/>
                </a:lnTo>
                <a:lnTo>
                  <a:pt x="450" y="612"/>
                </a:lnTo>
                <a:lnTo>
                  <a:pt x="450" y="611"/>
                </a:lnTo>
                <a:lnTo>
                  <a:pt x="448" y="611"/>
                </a:lnTo>
                <a:lnTo>
                  <a:pt x="447" y="611"/>
                </a:lnTo>
                <a:lnTo>
                  <a:pt x="447" y="612"/>
                </a:lnTo>
                <a:lnTo>
                  <a:pt x="446" y="613"/>
                </a:lnTo>
                <a:lnTo>
                  <a:pt x="445" y="613"/>
                </a:lnTo>
                <a:lnTo>
                  <a:pt x="445" y="612"/>
                </a:lnTo>
                <a:lnTo>
                  <a:pt x="444" y="612"/>
                </a:lnTo>
                <a:lnTo>
                  <a:pt x="444" y="611"/>
                </a:lnTo>
                <a:lnTo>
                  <a:pt x="445" y="611"/>
                </a:lnTo>
                <a:lnTo>
                  <a:pt x="445" y="610"/>
                </a:lnTo>
                <a:lnTo>
                  <a:pt x="444" y="610"/>
                </a:lnTo>
                <a:lnTo>
                  <a:pt x="443" y="609"/>
                </a:lnTo>
                <a:lnTo>
                  <a:pt x="444" y="609"/>
                </a:lnTo>
                <a:lnTo>
                  <a:pt x="444" y="608"/>
                </a:lnTo>
                <a:lnTo>
                  <a:pt x="444" y="607"/>
                </a:lnTo>
                <a:lnTo>
                  <a:pt x="443" y="607"/>
                </a:lnTo>
                <a:lnTo>
                  <a:pt x="442" y="606"/>
                </a:lnTo>
                <a:lnTo>
                  <a:pt x="442" y="607"/>
                </a:lnTo>
                <a:lnTo>
                  <a:pt x="441" y="607"/>
                </a:lnTo>
                <a:lnTo>
                  <a:pt x="441" y="606"/>
                </a:lnTo>
                <a:lnTo>
                  <a:pt x="441" y="605"/>
                </a:lnTo>
                <a:lnTo>
                  <a:pt x="441" y="604"/>
                </a:lnTo>
                <a:lnTo>
                  <a:pt x="441" y="605"/>
                </a:lnTo>
                <a:lnTo>
                  <a:pt x="440" y="605"/>
                </a:lnTo>
                <a:lnTo>
                  <a:pt x="439" y="605"/>
                </a:lnTo>
                <a:lnTo>
                  <a:pt x="437" y="605"/>
                </a:lnTo>
                <a:lnTo>
                  <a:pt x="436" y="605"/>
                </a:lnTo>
                <a:lnTo>
                  <a:pt x="435" y="606"/>
                </a:lnTo>
                <a:lnTo>
                  <a:pt x="434" y="606"/>
                </a:lnTo>
                <a:lnTo>
                  <a:pt x="434" y="607"/>
                </a:lnTo>
                <a:lnTo>
                  <a:pt x="433" y="607"/>
                </a:lnTo>
                <a:lnTo>
                  <a:pt x="433" y="608"/>
                </a:lnTo>
                <a:lnTo>
                  <a:pt x="432" y="608"/>
                </a:lnTo>
                <a:lnTo>
                  <a:pt x="432" y="609"/>
                </a:lnTo>
                <a:lnTo>
                  <a:pt x="430" y="608"/>
                </a:lnTo>
                <a:lnTo>
                  <a:pt x="429" y="607"/>
                </a:lnTo>
                <a:lnTo>
                  <a:pt x="428" y="606"/>
                </a:lnTo>
                <a:lnTo>
                  <a:pt x="427" y="606"/>
                </a:lnTo>
                <a:lnTo>
                  <a:pt x="426" y="605"/>
                </a:lnTo>
                <a:lnTo>
                  <a:pt x="425" y="605"/>
                </a:lnTo>
                <a:lnTo>
                  <a:pt x="425" y="604"/>
                </a:lnTo>
                <a:lnTo>
                  <a:pt x="424" y="604"/>
                </a:lnTo>
                <a:lnTo>
                  <a:pt x="424" y="603"/>
                </a:lnTo>
                <a:lnTo>
                  <a:pt x="423" y="602"/>
                </a:lnTo>
                <a:lnTo>
                  <a:pt x="422" y="602"/>
                </a:lnTo>
                <a:lnTo>
                  <a:pt x="421" y="601"/>
                </a:lnTo>
                <a:lnTo>
                  <a:pt x="421" y="600"/>
                </a:lnTo>
                <a:lnTo>
                  <a:pt x="419" y="599"/>
                </a:lnTo>
                <a:lnTo>
                  <a:pt x="419" y="598"/>
                </a:lnTo>
                <a:lnTo>
                  <a:pt x="417" y="597"/>
                </a:lnTo>
                <a:lnTo>
                  <a:pt x="416" y="597"/>
                </a:lnTo>
                <a:lnTo>
                  <a:pt x="415" y="597"/>
                </a:lnTo>
                <a:lnTo>
                  <a:pt x="414" y="597"/>
                </a:lnTo>
                <a:lnTo>
                  <a:pt x="414" y="596"/>
                </a:lnTo>
                <a:lnTo>
                  <a:pt x="413" y="596"/>
                </a:lnTo>
                <a:lnTo>
                  <a:pt x="412" y="596"/>
                </a:lnTo>
                <a:lnTo>
                  <a:pt x="411" y="596"/>
                </a:lnTo>
                <a:lnTo>
                  <a:pt x="409" y="596"/>
                </a:lnTo>
                <a:lnTo>
                  <a:pt x="409" y="594"/>
                </a:lnTo>
                <a:lnTo>
                  <a:pt x="409" y="593"/>
                </a:lnTo>
                <a:lnTo>
                  <a:pt x="408" y="592"/>
                </a:lnTo>
                <a:lnTo>
                  <a:pt x="408" y="591"/>
                </a:lnTo>
                <a:lnTo>
                  <a:pt x="407" y="591"/>
                </a:lnTo>
                <a:lnTo>
                  <a:pt x="406" y="591"/>
                </a:lnTo>
                <a:lnTo>
                  <a:pt x="403" y="590"/>
                </a:lnTo>
                <a:lnTo>
                  <a:pt x="403" y="589"/>
                </a:lnTo>
                <a:lnTo>
                  <a:pt x="402" y="589"/>
                </a:lnTo>
                <a:lnTo>
                  <a:pt x="401" y="589"/>
                </a:lnTo>
                <a:lnTo>
                  <a:pt x="401" y="588"/>
                </a:lnTo>
                <a:lnTo>
                  <a:pt x="400" y="588"/>
                </a:lnTo>
                <a:lnTo>
                  <a:pt x="400" y="587"/>
                </a:lnTo>
                <a:lnTo>
                  <a:pt x="400" y="585"/>
                </a:lnTo>
                <a:lnTo>
                  <a:pt x="400" y="584"/>
                </a:lnTo>
                <a:lnTo>
                  <a:pt x="400" y="583"/>
                </a:lnTo>
                <a:lnTo>
                  <a:pt x="400" y="582"/>
                </a:lnTo>
                <a:lnTo>
                  <a:pt x="400" y="581"/>
                </a:lnTo>
                <a:lnTo>
                  <a:pt x="401" y="580"/>
                </a:lnTo>
                <a:lnTo>
                  <a:pt x="402" y="579"/>
                </a:lnTo>
                <a:lnTo>
                  <a:pt x="401" y="578"/>
                </a:lnTo>
                <a:lnTo>
                  <a:pt x="400" y="578"/>
                </a:lnTo>
                <a:lnTo>
                  <a:pt x="399" y="577"/>
                </a:lnTo>
                <a:lnTo>
                  <a:pt x="400" y="577"/>
                </a:lnTo>
                <a:lnTo>
                  <a:pt x="399" y="576"/>
                </a:lnTo>
                <a:lnTo>
                  <a:pt x="398" y="576"/>
                </a:lnTo>
                <a:lnTo>
                  <a:pt x="398" y="575"/>
                </a:lnTo>
                <a:lnTo>
                  <a:pt x="398" y="576"/>
                </a:lnTo>
                <a:lnTo>
                  <a:pt x="397" y="576"/>
                </a:lnTo>
                <a:lnTo>
                  <a:pt x="396" y="576"/>
                </a:lnTo>
                <a:lnTo>
                  <a:pt x="396" y="575"/>
                </a:lnTo>
                <a:lnTo>
                  <a:pt x="395" y="575"/>
                </a:lnTo>
                <a:lnTo>
                  <a:pt x="394" y="576"/>
                </a:lnTo>
                <a:lnTo>
                  <a:pt x="393" y="575"/>
                </a:lnTo>
                <a:lnTo>
                  <a:pt x="392" y="575"/>
                </a:lnTo>
                <a:lnTo>
                  <a:pt x="391" y="574"/>
                </a:lnTo>
                <a:lnTo>
                  <a:pt x="389" y="573"/>
                </a:lnTo>
                <a:lnTo>
                  <a:pt x="388" y="573"/>
                </a:lnTo>
                <a:lnTo>
                  <a:pt x="389" y="573"/>
                </a:lnTo>
                <a:lnTo>
                  <a:pt x="389" y="574"/>
                </a:lnTo>
                <a:lnTo>
                  <a:pt x="389" y="575"/>
                </a:lnTo>
                <a:lnTo>
                  <a:pt x="388" y="575"/>
                </a:lnTo>
                <a:lnTo>
                  <a:pt x="386" y="575"/>
                </a:lnTo>
                <a:lnTo>
                  <a:pt x="385" y="576"/>
                </a:lnTo>
                <a:lnTo>
                  <a:pt x="384" y="576"/>
                </a:lnTo>
                <a:lnTo>
                  <a:pt x="384" y="577"/>
                </a:lnTo>
                <a:lnTo>
                  <a:pt x="383" y="578"/>
                </a:lnTo>
                <a:lnTo>
                  <a:pt x="383" y="579"/>
                </a:lnTo>
                <a:lnTo>
                  <a:pt x="384" y="580"/>
                </a:lnTo>
                <a:lnTo>
                  <a:pt x="384" y="581"/>
                </a:lnTo>
                <a:lnTo>
                  <a:pt x="384" y="583"/>
                </a:lnTo>
                <a:lnTo>
                  <a:pt x="384" y="584"/>
                </a:lnTo>
                <a:lnTo>
                  <a:pt x="383" y="586"/>
                </a:lnTo>
                <a:lnTo>
                  <a:pt x="383" y="587"/>
                </a:lnTo>
                <a:lnTo>
                  <a:pt x="383" y="588"/>
                </a:lnTo>
                <a:lnTo>
                  <a:pt x="382" y="588"/>
                </a:lnTo>
                <a:lnTo>
                  <a:pt x="381" y="588"/>
                </a:lnTo>
                <a:lnTo>
                  <a:pt x="380" y="590"/>
                </a:lnTo>
                <a:lnTo>
                  <a:pt x="379" y="590"/>
                </a:lnTo>
                <a:lnTo>
                  <a:pt x="379" y="594"/>
                </a:lnTo>
                <a:lnTo>
                  <a:pt x="379" y="595"/>
                </a:lnTo>
                <a:lnTo>
                  <a:pt x="379" y="596"/>
                </a:lnTo>
                <a:lnTo>
                  <a:pt x="379" y="597"/>
                </a:lnTo>
                <a:lnTo>
                  <a:pt x="379" y="598"/>
                </a:lnTo>
                <a:lnTo>
                  <a:pt x="380" y="599"/>
                </a:lnTo>
                <a:lnTo>
                  <a:pt x="381" y="600"/>
                </a:lnTo>
                <a:lnTo>
                  <a:pt x="380" y="600"/>
                </a:lnTo>
                <a:lnTo>
                  <a:pt x="379" y="600"/>
                </a:lnTo>
                <a:lnTo>
                  <a:pt x="375" y="601"/>
                </a:lnTo>
                <a:lnTo>
                  <a:pt x="372" y="602"/>
                </a:lnTo>
                <a:lnTo>
                  <a:pt x="369" y="603"/>
                </a:lnTo>
                <a:lnTo>
                  <a:pt x="368" y="603"/>
                </a:lnTo>
                <a:lnTo>
                  <a:pt x="367" y="603"/>
                </a:lnTo>
                <a:lnTo>
                  <a:pt x="364" y="602"/>
                </a:lnTo>
                <a:lnTo>
                  <a:pt x="363" y="602"/>
                </a:lnTo>
                <a:lnTo>
                  <a:pt x="359" y="598"/>
                </a:lnTo>
                <a:lnTo>
                  <a:pt x="358" y="597"/>
                </a:lnTo>
                <a:lnTo>
                  <a:pt x="358" y="596"/>
                </a:lnTo>
                <a:lnTo>
                  <a:pt x="357" y="596"/>
                </a:lnTo>
                <a:lnTo>
                  <a:pt x="356" y="595"/>
                </a:lnTo>
                <a:lnTo>
                  <a:pt x="355" y="598"/>
                </a:lnTo>
                <a:lnTo>
                  <a:pt x="354" y="598"/>
                </a:lnTo>
                <a:lnTo>
                  <a:pt x="354" y="599"/>
                </a:lnTo>
                <a:lnTo>
                  <a:pt x="353" y="598"/>
                </a:lnTo>
                <a:lnTo>
                  <a:pt x="352" y="598"/>
                </a:lnTo>
                <a:lnTo>
                  <a:pt x="352" y="597"/>
                </a:lnTo>
                <a:lnTo>
                  <a:pt x="351" y="597"/>
                </a:lnTo>
                <a:lnTo>
                  <a:pt x="349" y="594"/>
                </a:lnTo>
                <a:lnTo>
                  <a:pt x="348" y="593"/>
                </a:lnTo>
                <a:lnTo>
                  <a:pt x="347" y="591"/>
                </a:lnTo>
                <a:lnTo>
                  <a:pt x="346" y="590"/>
                </a:lnTo>
                <a:lnTo>
                  <a:pt x="340" y="593"/>
                </a:lnTo>
                <a:lnTo>
                  <a:pt x="340" y="595"/>
                </a:lnTo>
                <a:lnTo>
                  <a:pt x="341" y="596"/>
                </a:lnTo>
                <a:lnTo>
                  <a:pt x="341" y="597"/>
                </a:lnTo>
                <a:lnTo>
                  <a:pt x="340" y="597"/>
                </a:lnTo>
                <a:lnTo>
                  <a:pt x="338" y="599"/>
                </a:lnTo>
                <a:lnTo>
                  <a:pt x="336" y="596"/>
                </a:lnTo>
                <a:lnTo>
                  <a:pt x="335" y="595"/>
                </a:lnTo>
                <a:lnTo>
                  <a:pt x="334" y="594"/>
                </a:lnTo>
                <a:lnTo>
                  <a:pt x="333" y="594"/>
                </a:lnTo>
                <a:lnTo>
                  <a:pt x="332" y="592"/>
                </a:lnTo>
                <a:lnTo>
                  <a:pt x="332" y="591"/>
                </a:lnTo>
                <a:lnTo>
                  <a:pt x="331" y="590"/>
                </a:lnTo>
                <a:lnTo>
                  <a:pt x="330" y="589"/>
                </a:lnTo>
                <a:lnTo>
                  <a:pt x="330" y="588"/>
                </a:lnTo>
                <a:lnTo>
                  <a:pt x="329" y="588"/>
                </a:lnTo>
                <a:lnTo>
                  <a:pt x="329" y="587"/>
                </a:lnTo>
                <a:lnTo>
                  <a:pt x="328" y="587"/>
                </a:lnTo>
                <a:lnTo>
                  <a:pt x="327" y="586"/>
                </a:lnTo>
                <a:lnTo>
                  <a:pt x="323" y="587"/>
                </a:lnTo>
                <a:lnTo>
                  <a:pt x="322" y="587"/>
                </a:lnTo>
                <a:lnTo>
                  <a:pt x="320" y="586"/>
                </a:lnTo>
                <a:lnTo>
                  <a:pt x="320" y="583"/>
                </a:lnTo>
                <a:lnTo>
                  <a:pt x="320" y="582"/>
                </a:lnTo>
                <a:lnTo>
                  <a:pt x="321" y="580"/>
                </a:lnTo>
                <a:lnTo>
                  <a:pt x="320" y="580"/>
                </a:lnTo>
                <a:lnTo>
                  <a:pt x="320" y="579"/>
                </a:lnTo>
                <a:lnTo>
                  <a:pt x="319" y="579"/>
                </a:lnTo>
                <a:lnTo>
                  <a:pt x="317" y="578"/>
                </a:lnTo>
                <a:lnTo>
                  <a:pt x="317" y="577"/>
                </a:lnTo>
                <a:lnTo>
                  <a:pt x="316" y="574"/>
                </a:lnTo>
                <a:lnTo>
                  <a:pt x="317" y="573"/>
                </a:lnTo>
                <a:lnTo>
                  <a:pt x="318" y="573"/>
                </a:lnTo>
                <a:lnTo>
                  <a:pt x="318" y="572"/>
                </a:lnTo>
                <a:lnTo>
                  <a:pt x="319" y="572"/>
                </a:lnTo>
                <a:lnTo>
                  <a:pt x="320" y="572"/>
                </a:lnTo>
                <a:lnTo>
                  <a:pt x="321" y="571"/>
                </a:lnTo>
                <a:lnTo>
                  <a:pt x="321" y="570"/>
                </a:lnTo>
                <a:lnTo>
                  <a:pt x="322" y="570"/>
                </a:lnTo>
                <a:lnTo>
                  <a:pt x="322" y="569"/>
                </a:lnTo>
                <a:lnTo>
                  <a:pt x="323" y="569"/>
                </a:lnTo>
                <a:lnTo>
                  <a:pt x="326" y="569"/>
                </a:lnTo>
                <a:lnTo>
                  <a:pt x="327" y="570"/>
                </a:lnTo>
                <a:lnTo>
                  <a:pt x="329" y="570"/>
                </a:lnTo>
                <a:lnTo>
                  <a:pt x="331" y="570"/>
                </a:lnTo>
                <a:lnTo>
                  <a:pt x="333" y="570"/>
                </a:lnTo>
                <a:lnTo>
                  <a:pt x="334" y="570"/>
                </a:lnTo>
                <a:lnTo>
                  <a:pt x="336" y="571"/>
                </a:lnTo>
                <a:lnTo>
                  <a:pt x="337" y="571"/>
                </a:lnTo>
                <a:lnTo>
                  <a:pt x="338" y="571"/>
                </a:lnTo>
                <a:lnTo>
                  <a:pt x="338" y="570"/>
                </a:lnTo>
                <a:lnTo>
                  <a:pt x="338" y="569"/>
                </a:lnTo>
                <a:lnTo>
                  <a:pt x="338" y="568"/>
                </a:lnTo>
                <a:lnTo>
                  <a:pt x="338" y="567"/>
                </a:lnTo>
                <a:lnTo>
                  <a:pt x="338" y="566"/>
                </a:lnTo>
                <a:lnTo>
                  <a:pt x="337" y="566"/>
                </a:lnTo>
                <a:lnTo>
                  <a:pt x="335" y="564"/>
                </a:lnTo>
                <a:lnTo>
                  <a:pt x="334" y="564"/>
                </a:lnTo>
                <a:lnTo>
                  <a:pt x="334" y="565"/>
                </a:lnTo>
                <a:lnTo>
                  <a:pt x="333" y="566"/>
                </a:lnTo>
                <a:lnTo>
                  <a:pt x="333" y="565"/>
                </a:lnTo>
                <a:lnTo>
                  <a:pt x="332" y="564"/>
                </a:lnTo>
                <a:lnTo>
                  <a:pt x="332" y="563"/>
                </a:lnTo>
                <a:lnTo>
                  <a:pt x="331" y="562"/>
                </a:lnTo>
                <a:lnTo>
                  <a:pt x="331" y="561"/>
                </a:lnTo>
                <a:lnTo>
                  <a:pt x="331" y="559"/>
                </a:lnTo>
                <a:lnTo>
                  <a:pt x="331" y="558"/>
                </a:lnTo>
                <a:lnTo>
                  <a:pt x="331" y="559"/>
                </a:lnTo>
                <a:lnTo>
                  <a:pt x="332" y="559"/>
                </a:lnTo>
                <a:lnTo>
                  <a:pt x="332" y="560"/>
                </a:lnTo>
                <a:lnTo>
                  <a:pt x="333" y="560"/>
                </a:lnTo>
                <a:lnTo>
                  <a:pt x="337" y="562"/>
                </a:lnTo>
                <a:lnTo>
                  <a:pt x="339" y="562"/>
                </a:lnTo>
                <a:lnTo>
                  <a:pt x="341" y="561"/>
                </a:lnTo>
                <a:lnTo>
                  <a:pt x="344" y="560"/>
                </a:lnTo>
                <a:lnTo>
                  <a:pt x="344" y="559"/>
                </a:lnTo>
                <a:lnTo>
                  <a:pt x="344" y="558"/>
                </a:lnTo>
                <a:lnTo>
                  <a:pt x="344" y="557"/>
                </a:lnTo>
                <a:lnTo>
                  <a:pt x="343" y="556"/>
                </a:lnTo>
                <a:lnTo>
                  <a:pt x="343" y="555"/>
                </a:lnTo>
                <a:lnTo>
                  <a:pt x="343" y="554"/>
                </a:lnTo>
                <a:lnTo>
                  <a:pt x="343" y="553"/>
                </a:lnTo>
                <a:lnTo>
                  <a:pt x="344" y="552"/>
                </a:lnTo>
                <a:lnTo>
                  <a:pt x="345" y="552"/>
                </a:lnTo>
                <a:lnTo>
                  <a:pt x="346" y="552"/>
                </a:lnTo>
                <a:lnTo>
                  <a:pt x="346" y="551"/>
                </a:lnTo>
                <a:lnTo>
                  <a:pt x="346" y="549"/>
                </a:lnTo>
                <a:lnTo>
                  <a:pt x="346" y="548"/>
                </a:lnTo>
                <a:lnTo>
                  <a:pt x="345" y="548"/>
                </a:lnTo>
                <a:lnTo>
                  <a:pt x="345" y="547"/>
                </a:lnTo>
                <a:lnTo>
                  <a:pt x="345" y="546"/>
                </a:lnTo>
                <a:lnTo>
                  <a:pt x="344" y="546"/>
                </a:lnTo>
                <a:lnTo>
                  <a:pt x="344" y="545"/>
                </a:lnTo>
                <a:lnTo>
                  <a:pt x="344" y="544"/>
                </a:lnTo>
                <a:lnTo>
                  <a:pt x="343" y="544"/>
                </a:lnTo>
                <a:lnTo>
                  <a:pt x="343" y="543"/>
                </a:lnTo>
                <a:lnTo>
                  <a:pt x="342" y="542"/>
                </a:lnTo>
                <a:lnTo>
                  <a:pt x="342" y="541"/>
                </a:lnTo>
                <a:lnTo>
                  <a:pt x="342" y="540"/>
                </a:lnTo>
                <a:lnTo>
                  <a:pt x="342" y="539"/>
                </a:lnTo>
                <a:lnTo>
                  <a:pt x="341" y="538"/>
                </a:lnTo>
                <a:lnTo>
                  <a:pt x="341" y="537"/>
                </a:lnTo>
                <a:lnTo>
                  <a:pt x="341" y="536"/>
                </a:lnTo>
                <a:lnTo>
                  <a:pt x="340" y="535"/>
                </a:lnTo>
                <a:lnTo>
                  <a:pt x="338" y="533"/>
                </a:lnTo>
                <a:lnTo>
                  <a:pt x="337" y="532"/>
                </a:lnTo>
                <a:lnTo>
                  <a:pt x="336" y="533"/>
                </a:lnTo>
                <a:lnTo>
                  <a:pt x="335" y="532"/>
                </a:lnTo>
                <a:lnTo>
                  <a:pt x="334" y="531"/>
                </a:lnTo>
                <a:lnTo>
                  <a:pt x="334" y="530"/>
                </a:lnTo>
                <a:lnTo>
                  <a:pt x="334" y="529"/>
                </a:lnTo>
                <a:lnTo>
                  <a:pt x="334" y="528"/>
                </a:lnTo>
                <a:lnTo>
                  <a:pt x="334" y="526"/>
                </a:lnTo>
                <a:lnTo>
                  <a:pt x="335" y="524"/>
                </a:lnTo>
                <a:lnTo>
                  <a:pt x="335" y="522"/>
                </a:lnTo>
                <a:lnTo>
                  <a:pt x="334" y="521"/>
                </a:lnTo>
                <a:lnTo>
                  <a:pt x="333" y="520"/>
                </a:lnTo>
                <a:lnTo>
                  <a:pt x="332" y="520"/>
                </a:lnTo>
                <a:lnTo>
                  <a:pt x="331" y="519"/>
                </a:lnTo>
                <a:lnTo>
                  <a:pt x="330" y="517"/>
                </a:lnTo>
                <a:lnTo>
                  <a:pt x="330" y="516"/>
                </a:lnTo>
                <a:lnTo>
                  <a:pt x="329" y="516"/>
                </a:lnTo>
                <a:lnTo>
                  <a:pt x="329" y="515"/>
                </a:lnTo>
                <a:lnTo>
                  <a:pt x="328" y="515"/>
                </a:lnTo>
                <a:lnTo>
                  <a:pt x="328" y="513"/>
                </a:lnTo>
                <a:lnTo>
                  <a:pt x="328" y="512"/>
                </a:lnTo>
                <a:lnTo>
                  <a:pt x="328" y="511"/>
                </a:lnTo>
                <a:lnTo>
                  <a:pt x="328" y="508"/>
                </a:lnTo>
                <a:lnTo>
                  <a:pt x="328" y="507"/>
                </a:lnTo>
                <a:lnTo>
                  <a:pt x="326" y="505"/>
                </a:lnTo>
                <a:lnTo>
                  <a:pt x="326" y="504"/>
                </a:lnTo>
                <a:lnTo>
                  <a:pt x="325" y="504"/>
                </a:lnTo>
                <a:lnTo>
                  <a:pt x="324" y="504"/>
                </a:lnTo>
                <a:lnTo>
                  <a:pt x="323" y="502"/>
                </a:lnTo>
                <a:lnTo>
                  <a:pt x="322" y="501"/>
                </a:lnTo>
                <a:lnTo>
                  <a:pt x="322" y="500"/>
                </a:lnTo>
                <a:lnTo>
                  <a:pt x="322" y="499"/>
                </a:lnTo>
                <a:lnTo>
                  <a:pt x="321" y="499"/>
                </a:lnTo>
                <a:lnTo>
                  <a:pt x="321" y="498"/>
                </a:lnTo>
                <a:lnTo>
                  <a:pt x="321" y="497"/>
                </a:lnTo>
                <a:lnTo>
                  <a:pt x="320" y="496"/>
                </a:lnTo>
                <a:lnTo>
                  <a:pt x="318" y="494"/>
                </a:lnTo>
                <a:lnTo>
                  <a:pt x="317" y="493"/>
                </a:lnTo>
                <a:lnTo>
                  <a:pt x="316" y="492"/>
                </a:lnTo>
                <a:lnTo>
                  <a:pt x="315" y="491"/>
                </a:lnTo>
                <a:lnTo>
                  <a:pt x="313" y="490"/>
                </a:lnTo>
                <a:lnTo>
                  <a:pt x="312" y="490"/>
                </a:lnTo>
                <a:lnTo>
                  <a:pt x="311" y="489"/>
                </a:lnTo>
                <a:lnTo>
                  <a:pt x="311" y="487"/>
                </a:lnTo>
                <a:lnTo>
                  <a:pt x="311" y="485"/>
                </a:lnTo>
                <a:lnTo>
                  <a:pt x="312" y="485"/>
                </a:lnTo>
                <a:lnTo>
                  <a:pt x="312" y="484"/>
                </a:lnTo>
                <a:lnTo>
                  <a:pt x="313" y="484"/>
                </a:lnTo>
                <a:lnTo>
                  <a:pt x="312" y="483"/>
                </a:lnTo>
                <a:lnTo>
                  <a:pt x="311" y="482"/>
                </a:lnTo>
                <a:lnTo>
                  <a:pt x="309" y="480"/>
                </a:lnTo>
                <a:lnTo>
                  <a:pt x="308" y="480"/>
                </a:lnTo>
                <a:lnTo>
                  <a:pt x="308" y="479"/>
                </a:lnTo>
                <a:lnTo>
                  <a:pt x="307" y="477"/>
                </a:lnTo>
                <a:lnTo>
                  <a:pt x="306" y="477"/>
                </a:lnTo>
                <a:lnTo>
                  <a:pt x="305" y="476"/>
                </a:lnTo>
                <a:lnTo>
                  <a:pt x="303" y="476"/>
                </a:lnTo>
                <a:lnTo>
                  <a:pt x="302" y="475"/>
                </a:lnTo>
                <a:lnTo>
                  <a:pt x="301" y="475"/>
                </a:lnTo>
                <a:lnTo>
                  <a:pt x="301" y="474"/>
                </a:lnTo>
                <a:lnTo>
                  <a:pt x="301" y="473"/>
                </a:lnTo>
                <a:lnTo>
                  <a:pt x="300" y="472"/>
                </a:lnTo>
                <a:lnTo>
                  <a:pt x="299" y="471"/>
                </a:lnTo>
                <a:lnTo>
                  <a:pt x="301" y="470"/>
                </a:lnTo>
                <a:lnTo>
                  <a:pt x="300" y="469"/>
                </a:lnTo>
                <a:lnTo>
                  <a:pt x="300" y="468"/>
                </a:lnTo>
                <a:lnTo>
                  <a:pt x="300" y="467"/>
                </a:lnTo>
                <a:lnTo>
                  <a:pt x="300" y="466"/>
                </a:lnTo>
                <a:lnTo>
                  <a:pt x="299" y="465"/>
                </a:lnTo>
                <a:lnTo>
                  <a:pt x="299" y="464"/>
                </a:lnTo>
                <a:lnTo>
                  <a:pt x="300" y="463"/>
                </a:lnTo>
                <a:lnTo>
                  <a:pt x="301" y="463"/>
                </a:lnTo>
                <a:lnTo>
                  <a:pt x="302" y="463"/>
                </a:lnTo>
                <a:lnTo>
                  <a:pt x="302" y="462"/>
                </a:lnTo>
                <a:lnTo>
                  <a:pt x="301" y="461"/>
                </a:lnTo>
                <a:lnTo>
                  <a:pt x="301" y="460"/>
                </a:lnTo>
                <a:lnTo>
                  <a:pt x="302" y="459"/>
                </a:lnTo>
                <a:lnTo>
                  <a:pt x="302" y="458"/>
                </a:lnTo>
                <a:lnTo>
                  <a:pt x="302" y="457"/>
                </a:lnTo>
                <a:lnTo>
                  <a:pt x="302" y="456"/>
                </a:lnTo>
                <a:lnTo>
                  <a:pt x="302" y="454"/>
                </a:lnTo>
                <a:lnTo>
                  <a:pt x="302" y="453"/>
                </a:lnTo>
                <a:lnTo>
                  <a:pt x="303" y="453"/>
                </a:lnTo>
                <a:lnTo>
                  <a:pt x="305" y="451"/>
                </a:lnTo>
                <a:lnTo>
                  <a:pt x="305" y="450"/>
                </a:lnTo>
                <a:lnTo>
                  <a:pt x="304" y="449"/>
                </a:lnTo>
                <a:lnTo>
                  <a:pt x="304" y="448"/>
                </a:lnTo>
                <a:lnTo>
                  <a:pt x="305" y="448"/>
                </a:lnTo>
                <a:lnTo>
                  <a:pt x="305" y="447"/>
                </a:lnTo>
                <a:lnTo>
                  <a:pt x="304" y="447"/>
                </a:lnTo>
                <a:lnTo>
                  <a:pt x="295" y="445"/>
                </a:lnTo>
                <a:lnTo>
                  <a:pt x="294" y="444"/>
                </a:lnTo>
                <a:lnTo>
                  <a:pt x="293" y="443"/>
                </a:lnTo>
                <a:lnTo>
                  <a:pt x="291" y="442"/>
                </a:lnTo>
                <a:lnTo>
                  <a:pt x="290" y="441"/>
                </a:lnTo>
                <a:lnTo>
                  <a:pt x="289" y="439"/>
                </a:lnTo>
                <a:lnTo>
                  <a:pt x="288" y="439"/>
                </a:lnTo>
                <a:lnTo>
                  <a:pt x="285" y="431"/>
                </a:lnTo>
                <a:lnTo>
                  <a:pt x="279" y="424"/>
                </a:lnTo>
                <a:lnTo>
                  <a:pt x="278" y="423"/>
                </a:lnTo>
                <a:lnTo>
                  <a:pt x="273" y="418"/>
                </a:lnTo>
                <a:lnTo>
                  <a:pt x="271" y="416"/>
                </a:lnTo>
                <a:lnTo>
                  <a:pt x="270" y="415"/>
                </a:lnTo>
                <a:lnTo>
                  <a:pt x="269" y="415"/>
                </a:lnTo>
                <a:lnTo>
                  <a:pt x="267" y="415"/>
                </a:lnTo>
                <a:lnTo>
                  <a:pt x="267" y="414"/>
                </a:lnTo>
                <a:lnTo>
                  <a:pt x="266" y="414"/>
                </a:lnTo>
                <a:lnTo>
                  <a:pt x="263" y="413"/>
                </a:lnTo>
                <a:lnTo>
                  <a:pt x="260" y="413"/>
                </a:lnTo>
                <a:lnTo>
                  <a:pt x="259" y="413"/>
                </a:lnTo>
                <a:lnTo>
                  <a:pt x="259" y="412"/>
                </a:lnTo>
                <a:lnTo>
                  <a:pt x="260" y="412"/>
                </a:lnTo>
                <a:lnTo>
                  <a:pt x="257" y="407"/>
                </a:lnTo>
                <a:lnTo>
                  <a:pt x="257" y="406"/>
                </a:lnTo>
                <a:lnTo>
                  <a:pt x="256" y="405"/>
                </a:lnTo>
                <a:lnTo>
                  <a:pt x="257" y="405"/>
                </a:lnTo>
                <a:lnTo>
                  <a:pt x="258" y="404"/>
                </a:lnTo>
                <a:lnTo>
                  <a:pt x="259" y="404"/>
                </a:lnTo>
                <a:lnTo>
                  <a:pt x="259" y="402"/>
                </a:lnTo>
                <a:lnTo>
                  <a:pt x="259" y="399"/>
                </a:lnTo>
                <a:lnTo>
                  <a:pt x="256" y="394"/>
                </a:lnTo>
                <a:lnTo>
                  <a:pt x="257" y="393"/>
                </a:lnTo>
                <a:lnTo>
                  <a:pt x="258" y="393"/>
                </a:lnTo>
                <a:lnTo>
                  <a:pt x="257" y="393"/>
                </a:lnTo>
                <a:lnTo>
                  <a:pt x="257" y="392"/>
                </a:lnTo>
                <a:lnTo>
                  <a:pt x="257" y="391"/>
                </a:lnTo>
                <a:lnTo>
                  <a:pt x="255" y="390"/>
                </a:lnTo>
                <a:lnTo>
                  <a:pt x="256" y="390"/>
                </a:lnTo>
                <a:lnTo>
                  <a:pt x="256" y="389"/>
                </a:lnTo>
                <a:lnTo>
                  <a:pt x="257" y="388"/>
                </a:lnTo>
                <a:lnTo>
                  <a:pt x="257" y="387"/>
                </a:lnTo>
                <a:lnTo>
                  <a:pt x="256" y="386"/>
                </a:lnTo>
                <a:lnTo>
                  <a:pt x="256" y="384"/>
                </a:lnTo>
                <a:lnTo>
                  <a:pt x="255" y="384"/>
                </a:lnTo>
                <a:lnTo>
                  <a:pt x="254" y="383"/>
                </a:lnTo>
                <a:lnTo>
                  <a:pt x="253" y="383"/>
                </a:lnTo>
                <a:lnTo>
                  <a:pt x="252" y="384"/>
                </a:lnTo>
                <a:lnTo>
                  <a:pt x="250" y="384"/>
                </a:lnTo>
                <a:lnTo>
                  <a:pt x="249" y="385"/>
                </a:lnTo>
                <a:lnTo>
                  <a:pt x="248" y="385"/>
                </a:lnTo>
                <a:lnTo>
                  <a:pt x="246" y="386"/>
                </a:lnTo>
                <a:lnTo>
                  <a:pt x="244" y="387"/>
                </a:lnTo>
                <a:lnTo>
                  <a:pt x="242" y="388"/>
                </a:lnTo>
                <a:lnTo>
                  <a:pt x="240" y="389"/>
                </a:lnTo>
                <a:lnTo>
                  <a:pt x="239" y="391"/>
                </a:lnTo>
                <a:lnTo>
                  <a:pt x="238" y="392"/>
                </a:lnTo>
                <a:lnTo>
                  <a:pt x="238" y="393"/>
                </a:lnTo>
                <a:lnTo>
                  <a:pt x="237" y="393"/>
                </a:lnTo>
                <a:lnTo>
                  <a:pt x="237" y="394"/>
                </a:lnTo>
                <a:lnTo>
                  <a:pt x="237" y="393"/>
                </a:lnTo>
                <a:lnTo>
                  <a:pt x="236" y="394"/>
                </a:lnTo>
                <a:lnTo>
                  <a:pt x="235" y="395"/>
                </a:lnTo>
                <a:lnTo>
                  <a:pt x="234" y="398"/>
                </a:lnTo>
                <a:lnTo>
                  <a:pt x="233" y="398"/>
                </a:lnTo>
                <a:lnTo>
                  <a:pt x="232" y="399"/>
                </a:lnTo>
                <a:lnTo>
                  <a:pt x="231" y="400"/>
                </a:lnTo>
                <a:lnTo>
                  <a:pt x="230" y="401"/>
                </a:lnTo>
                <a:lnTo>
                  <a:pt x="228" y="404"/>
                </a:lnTo>
                <a:lnTo>
                  <a:pt x="227" y="405"/>
                </a:lnTo>
                <a:lnTo>
                  <a:pt x="227" y="406"/>
                </a:lnTo>
                <a:lnTo>
                  <a:pt x="226" y="406"/>
                </a:lnTo>
                <a:lnTo>
                  <a:pt x="225" y="407"/>
                </a:lnTo>
                <a:lnTo>
                  <a:pt x="222" y="410"/>
                </a:lnTo>
                <a:lnTo>
                  <a:pt x="221" y="411"/>
                </a:lnTo>
                <a:lnTo>
                  <a:pt x="221" y="412"/>
                </a:lnTo>
                <a:lnTo>
                  <a:pt x="220" y="413"/>
                </a:lnTo>
                <a:lnTo>
                  <a:pt x="209" y="419"/>
                </a:lnTo>
                <a:lnTo>
                  <a:pt x="207" y="421"/>
                </a:lnTo>
                <a:lnTo>
                  <a:pt x="206" y="423"/>
                </a:lnTo>
                <a:lnTo>
                  <a:pt x="205" y="425"/>
                </a:lnTo>
                <a:lnTo>
                  <a:pt x="203" y="428"/>
                </a:lnTo>
                <a:lnTo>
                  <a:pt x="202" y="431"/>
                </a:lnTo>
                <a:lnTo>
                  <a:pt x="201" y="432"/>
                </a:lnTo>
                <a:lnTo>
                  <a:pt x="201" y="433"/>
                </a:lnTo>
                <a:lnTo>
                  <a:pt x="200" y="434"/>
                </a:lnTo>
                <a:lnTo>
                  <a:pt x="200" y="436"/>
                </a:lnTo>
                <a:lnTo>
                  <a:pt x="200" y="438"/>
                </a:lnTo>
                <a:lnTo>
                  <a:pt x="198" y="440"/>
                </a:lnTo>
                <a:lnTo>
                  <a:pt x="194" y="442"/>
                </a:lnTo>
                <a:lnTo>
                  <a:pt x="188" y="445"/>
                </a:lnTo>
                <a:lnTo>
                  <a:pt x="187" y="445"/>
                </a:lnTo>
                <a:lnTo>
                  <a:pt x="186" y="447"/>
                </a:lnTo>
                <a:lnTo>
                  <a:pt x="182" y="448"/>
                </a:lnTo>
                <a:lnTo>
                  <a:pt x="180" y="450"/>
                </a:lnTo>
                <a:lnTo>
                  <a:pt x="176" y="452"/>
                </a:lnTo>
                <a:lnTo>
                  <a:pt x="175" y="453"/>
                </a:lnTo>
                <a:lnTo>
                  <a:pt x="173" y="454"/>
                </a:lnTo>
                <a:lnTo>
                  <a:pt x="172" y="455"/>
                </a:lnTo>
                <a:lnTo>
                  <a:pt x="157" y="458"/>
                </a:lnTo>
                <a:lnTo>
                  <a:pt x="151" y="459"/>
                </a:lnTo>
                <a:lnTo>
                  <a:pt x="149" y="460"/>
                </a:lnTo>
                <a:lnTo>
                  <a:pt x="148" y="460"/>
                </a:lnTo>
                <a:lnTo>
                  <a:pt x="146" y="459"/>
                </a:lnTo>
                <a:lnTo>
                  <a:pt x="145" y="459"/>
                </a:lnTo>
                <a:lnTo>
                  <a:pt x="141" y="457"/>
                </a:lnTo>
                <a:lnTo>
                  <a:pt x="140" y="455"/>
                </a:lnTo>
                <a:lnTo>
                  <a:pt x="140" y="454"/>
                </a:lnTo>
                <a:lnTo>
                  <a:pt x="141" y="453"/>
                </a:lnTo>
                <a:lnTo>
                  <a:pt x="142" y="445"/>
                </a:lnTo>
                <a:lnTo>
                  <a:pt x="139" y="425"/>
                </a:lnTo>
                <a:lnTo>
                  <a:pt x="138" y="422"/>
                </a:lnTo>
                <a:lnTo>
                  <a:pt x="135" y="411"/>
                </a:lnTo>
                <a:lnTo>
                  <a:pt x="134" y="413"/>
                </a:lnTo>
                <a:lnTo>
                  <a:pt x="132" y="412"/>
                </a:lnTo>
                <a:lnTo>
                  <a:pt x="130" y="413"/>
                </a:lnTo>
                <a:lnTo>
                  <a:pt x="127" y="412"/>
                </a:lnTo>
                <a:lnTo>
                  <a:pt x="125" y="410"/>
                </a:lnTo>
                <a:lnTo>
                  <a:pt x="125" y="409"/>
                </a:lnTo>
                <a:lnTo>
                  <a:pt x="126" y="409"/>
                </a:lnTo>
                <a:lnTo>
                  <a:pt x="126" y="405"/>
                </a:lnTo>
                <a:lnTo>
                  <a:pt x="125" y="403"/>
                </a:lnTo>
                <a:lnTo>
                  <a:pt x="124" y="402"/>
                </a:lnTo>
                <a:lnTo>
                  <a:pt x="123" y="401"/>
                </a:lnTo>
                <a:lnTo>
                  <a:pt x="122" y="400"/>
                </a:lnTo>
                <a:lnTo>
                  <a:pt x="122" y="399"/>
                </a:lnTo>
                <a:lnTo>
                  <a:pt x="121" y="398"/>
                </a:lnTo>
                <a:lnTo>
                  <a:pt x="120" y="397"/>
                </a:lnTo>
                <a:lnTo>
                  <a:pt x="115" y="396"/>
                </a:lnTo>
                <a:lnTo>
                  <a:pt x="110" y="395"/>
                </a:lnTo>
                <a:lnTo>
                  <a:pt x="110" y="393"/>
                </a:lnTo>
                <a:lnTo>
                  <a:pt x="109" y="390"/>
                </a:lnTo>
                <a:lnTo>
                  <a:pt x="106" y="388"/>
                </a:lnTo>
                <a:lnTo>
                  <a:pt x="104" y="380"/>
                </a:lnTo>
                <a:lnTo>
                  <a:pt x="103" y="377"/>
                </a:lnTo>
                <a:lnTo>
                  <a:pt x="102" y="376"/>
                </a:lnTo>
                <a:lnTo>
                  <a:pt x="104" y="373"/>
                </a:lnTo>
                <a:lnTo>
                  <a:pt x="104" y="372"/>
                </a:lnTo>
                <a:lnTo>
                  <a:pt x="104" y="371"/>
                </a:lnTo>
                <a:lnTo>
                  <a:pt x="103" y="370"/>
                </a:lnTo>
                <a:lnTo>
                  <a:pt x="105" y="368"/>
                </a:lnTo>
                <a:lnTo>
                  <a:pt x="107" y="366"/>
                </a:lnTo>
                <a:lnTo>
                  <a:pt x="108" y="365"/>
                </a:lnTo>
                <a:lnTo>
                  <a:pt x="108" y="364"/>
                </a:lnTo>
                <a:lnTo>
                  <a:pt x="109" y="364"/>
                </a:lnTo>
                <a:lnTo>
                  <a:pt x="107" y="361"/>
                </a:lnTo>
                <a:lnTo>
                  <a:pt x="105" y="361"/>
                </a:lnTo>
                <a:lnTo>
                  <a:pt x="102" y="362"/>
                </a:lnTo>
                <a:lnTo>
                  <a:pt x="100" y="363"/>
                </a:lnTo>
                <a:lnTo>
                  <a:pt x="99" y="362"/>
                </a:lnTo>
                <a:lnTo>
                  <a:pt x="100" y="357"/>
                </a:lnTo>
                <a:lnTo>
                  <a:pt x="101" y="357"/>
                </a:lnTo>
                <a:lnTo>
                  <a:pt x="103" y="359"/>
                </a:lnTo>
                <a:lnTo>
                  <a:pt x="104" y="359"/>
                </a:lnTo>
                <a:lnTo>
                  <a:pt x="105" y="359"/>
                </a:lnTo>
                <a:lnTo>
                  <a:pt x="106" y="357"/>
                </a:lnTo>
                <a:lnTo>
                  <a:pt x="108" y="356"/>
                </a:lnTo>
                <a:lnTo>
                  <a:pt x="108" y="355"/>
                </a:lnTo>
                <a:lnTo>
                  <a:pt x="106" y="354"/>
                </a:lnTo>
                <a:lnTo>
                  <a:pt x="103" y="354"/>
                </a:lnTo>
                <a:lnTo>
                  <a:pt x="102" y="355"/>
                </a:lnTo>
                <a:lnTo>
                  <a:pt x="100" y="355"/>
                </a:lnTo>
                <a:lnTo>
                  <a:pt x="98" y="354"/>
                </a:lnTo>
                <a:lnTo>
                  <a:pt x="97" y="352"/>
                </a:lnTo>
                <a:lnTo>
                  <a:pt x="96" y="351"/>
                </a:lnTo>
                <a:lnTo>
                  <a:pt x="97" y="349"/>
                </a:lnTo>
                <a:lnTo>
                  <a:pt x="97" y="347"/>
                </a:lnTo>
                <a:lnTo>
                  <a:pt x="96" y="346"/>
                </a:lnTo>
                <a:lnTo>
                  <a:pt x="95" y="344"/>
                </a:lnTo>
                <a:lnTo>
                  <a:pt x="94" y="343"/>
                </a:lnTo>
                <a:lnTo>
                  <a:pt x="93" y="343"/>
                </a:lnTo>
                <a:lnTo>
                  <a:pt x="94" y="341"/>
                </a:lnTo>
                <a:lnTo>
                  <a:pt x="93" y="340"/>
                </a:lnTo>
                <a:lnTo>
                  <a:pt x="93" y="339"/>
                </a:lnTo>
                <a:lnTo>
                  <a:pt x="92" y="339"/>
                </a:lnTo>
                <a:lnTo>
                  <a:pt x="91" y="338"/>
                </a:lnTo>
                <a:lnTo>
                  <a:pt x="91" y="337"/>
                </a:lnTo>
                <a:lnTo>
                  <a:pt x="91" y="336"/>
                </a:lnTo>
                <a:lnTo>
                  <a:pt x="90" y="335"/>
                </a:lnTo>
                <a:lnTo>
                  <a:pt x="90" y="334"/>
                </a:lnTo>
                <a:lnTo>
                  <a:pt x="89" y="334"/>
                </a:lnTo>
                <a:lnTo>
                  <a:pt x="89" y="335"/>
                </a:lnTo>
                <a:lnTo>
                  <a:pt x="88" y="335"/>
                </a:lnTo>
                <a:lnTo>
                  <a:pt x="88" y="334"/>
                </a:lnTo>
                <a:lnTo>
                  <a:pt x="88" y="333"/>
                </a:lnTo>
                <a:lnTo>
                  <a:pt x="87" y="332"/>
                </a:lnTo>
                <a:lnTo>
                  <a:pt x="86" y="332"/>
                </a:lnTo>
                <a:lnTo>
                  <a:pt x="86" y="330"/>
                </a:lnTo>
                <a:lnTo>
                  <a:pt x="87" y="329"/>
                </a:lnTo>
                <a:lnTo>
                  <a:pt x="88" y="328"/>
                </a:lnTo>
                <a:lnTo>
                  <a:pt x="88" y="329"/>
                </a:lnTo>
                <a:lnTo>
                  <a:pt x="89" y="329"/>
                </a:lnTo>
                <a:lnTo>
                  <a:pt x="89" y="328"/>
                </a:lnTo>
                <a:lnTo>
                  <a:pt x="90" y="328"/>
                </a:lnTo>
                <a:lnTo>
                  <a:pt x="91" y="328"/>
                </a:lnTo>
                <a:lnTo>
                  <a:pt x="90" y="320"/>
                </a:lnTo>
                <a:lnTo>
                  <a:pt x="87" y="310"/>
                </a:lnTo>
                <a:lnTo>
                  <a:pt x="87" y="309"/>
                </a:lnTo>
                <a:lnTo>
                  <a:pt x="90" y="306"/>
                </a:lnTo>
                <a:lnTo>
                  <a:pt x="90" y="300"/>
                </a:lnTo>
                <a:lnTo>
                  <a:pt x="91" y="296"/>
                </a:lnTo>
                <a:lnTo>
                  <a:pt x="90" y="289"/>
                </a:lnTo>
                <a:lnTo>
                  <a:pt x="87" y="281"/>
                </a:lnTo>
                <a:lnTo>
                  <a:pt x="89" y="277"/>
                </a:lnTo>
                <a:lnTo>
                  <a:pt x="89" y="275"/>
                </a:lnTo>
                <a:lnTo>
                  <a:pt x="90" y="272"/>
                </a:lnTo>
                <a:lnTo>
                  <a:pt x="97" y="271"/>
                </a:lnTo>
                <a:lnTo>
                  <a:pt x="100" y="268"/>
                </a:lnTo>
                <a:lnTo>
                  <a:pt x="102" y="265"/>
                </a:lnTo>
                <a:lnTo>
                  <a:pt x="102" y="256"/>
                </a:lnTo>
                <a:lnTo>
                  <a:pt x="101" y="253"/>
                </a:lnTo>
                <a:lnTo>
                  <a:pt x="100" y="251"/>
                </a:lnTo>
                <a:lnTo>
                  <a:pt x="98" y="250"/>
                </a:lnTo>
                <a:lnTo>
                  <a:pt x="87" y="249"/>
                </a:lnTo>
                <a:lnTo>
                  <a:pt x="86" y="247"/>
                </a:lnTo>
                <a:lnTo>
                  <a:pt x="86" y="248"/>
                </a:lnTo>
                <a:lnTo>
                  <a:pt x="86" y="247"/>
                </a:lnTo>
                <a:lnTo>
                  <a:pt x="86" y="245"/>
                </a:lnTo>
                <a:lnTo>
                  <a:pt x="85" y="243"/>
                </a:lnTo>
                <a:lnTo>
                  <a:pt x="85" y="241"/>
                </a:lnTo>
                <a:lnTo>
                  <a:pt x="84" y="240"/>
                </a:lnTo>
                <a:lnTo>
                  <a:pt x="84" y="237"/>
                </a:lnTo>
                <a:lnTo>
                  <a:pt x="84" y="236"/>
                </a:lnTo>
                <a:lnTo>
                  <a:pt x="84" y="234"/>
                </a:lnTo>
                <a:lnTo>
                  <a:pt x="85" y="233"/>
                </a:lnTo>
                <a:lnTo>
                  <a:pt x="85" y="232"/>
                </a:lnTo>
                <a:lnTo>
                  <a:pt x="87" y="225"/>
                </a:lnTo>
                <a:lnTo>
                  <a:pt x="86" y="223"/>
                </a:lnTo>
                <a:lnTo>
                  <a:pt x="85" y="220"/>
                </a:lnTo>
                <a:lnTo>
                  <a:pt x="84" y="219"/>
                </a:lnTo>
                <a:lnTo>
                  <a:pt x="84" y="218"/>
                </a:lnTo>
                <a:lnTo>
                  <a:pt x="83" y="218"/>
                </a:lnTo>
                <a:lnTo>
                  <a:pt x="81" y="218"/>
                </a:lnTo>
                <a:lnTo>
                  <a:pt x="78" y="218"/>
                </a:lnTo>
                <a:lnTo>
                  <a:pt x="75" y="216"/>
                </a:lnTo>
                <a:lnTo>
                  <a:pt x="72" y="216"/>
                </a:lnTo>
                <a:lnTo>
                  <a:pt x="69" y="215"/>
                </a:lnTo>
                <a:lnTo>
                  <a:pt x="65" y="213"/>
                </a:lnTo>
                <a:lnTo>
                  <a:pt x="64" y="213"/>
                </a:lnTo>
                <a:lnTo>
                  <a:pt x="62" y="213"/>
                </a:lnTo>
                <a:lnTo>
                  <a:pt x="60" y="210"/>
                </a:lnTo>
                <a:lnTo>
                  <a:pt x="59" y="210"/>
                </a:lnTo>
                <a:lnTo>
                  <a:pt x="58" y="206"/>
                </a:lnTo>
                <a:lnTo>
                  <a:pt x="57" y="204"/>
                </a:lnTo>
                <a:lnTo>
                  <a:pt x="56" y="203"/>
                </a:lnTo>
                <a:lnTo>
                  <a:pt x="56" y="202"/>
                </a:lnTo>
                <a:lnTo>
                  <a:pt x="56" y="201"/>
                </a:lnTo>
                <a:lnTo>
                  <a:pt x="54" y="199"/>
                </a:lnTo>
                <a:lnTo>
                  <a:pt x="53" y="198"/>
                </a:lnTo>
                <a:lnTo>
                  <a:pt x="52" y="198"/>
                </a:lnTo>
                <a:lnTo>
                  <a:pt x="52" y="197"/>
                </a:lnTo>
                <a:lnTo>
                  <a:pt x="52" y="196"/>
                </a:lnTo>
                <a:lnTo>
                  <a:pt x="52" y="195"/>
                </a:lnTo>
                <a:lnTo>
                  <a:pt x="51" y="193"/>
                </a:lnTo>
                <a:lnTo>
                  <a:pt x="51" y="192"/>
                </a:lnTo>
                <a:lnTo>
                  <a:pt x="52" y="192"/>
                </a:lnTo>
                <a:lnTo>
                  <a:pt x="53" y="192"/>
                </a:lnTo>
                <a:lnTo>
                  <a:pt x="55" y="191"/>
                </a:lnTo>
                <a:lnTo>
                  <a:pt x="54" y="190"/>
                </a:lnTo>
                <a:lnTo>
                  <a:pt x="55" y="186"/>
                </a:lnTo>
                <a:lnTo>
                  <a:pt x="54" y="184"/>
                </a:lnTo>
                <a:lnTo>
                  <a:pt x="53" y="184"/>
                </a:lnTo>
                <a:lnTo>
                  <a:pt x="53" y="183"/>
                </a:lnTo>
                <a:lnTo>
                  <a:pt x="51" y="179"/>
                </a:lnTo>
                <a:lnTo>
                  <a:pt x="49" y="175"/>
                </a:lnTo>
                <a:lnTo>
                  <a:pt x="48" y="173"/>
                </a:lnTo>
                <a:lnTo>
                  <a:pt x="44" y="170"/>
                </a:lnTo>
                <a:lnTo>
                  <a:pt x="44" y="169"/>
                </a:lnTo>
                <a:lnTo>
                  <a:pt x="43" y="169"/>
                </a:lnTo>
                <a:lnTo>
                  <a:pt x="42" y="170"/>
                </a:lnTo>
                <a:lnTo>
                  <a:pt x="41" y="169"/>
                </a:lnTo>
                <a:lnTo>
                  <a:pt x="40" y="169"/>
                </a:lnTo>
                <a:lnTo>
                  <a:pt x="39" y="169"/>
                </a:lnTo>
                <a:lnTo>
                  <a:pt x="38" y="170"/>
                </a:lnTo>
                <a:lnTo>
                  <a:pt x="37" y="170"/>
                </a:lnTo>
                <a:lnTo>
                  <a:pt x="37" y="171"/>
                </a:lnTo>
                <a:lnTo>
                  <a:pt x="34" y="170"/>
                </a:lnTo>
                <a:lnTo>
                  <a:pt x="33" y="170"/>
                </a:lnTo>
                <a:lnTo>
                  <a:pt x="32" y="170"/>
                </a:lnTo>
                <a:lnTo>
                  <a:pt x="30" y="171"/>
                </a:lnTo>
                <a:lnTo>
                  <a:pt x="29" y="172"/>
                </a:lnTo>
                <a:lnTo>
                  <a:pt x="28" y="172"/>
                </a:lnTo>
                <a:lnTo>
                  <a:pt x="28" y="173"/>
                </a:lnTo>
                <a:lnTo>
                  <a:pt x="27" y="173"/>
                </a:lnTo>
                <a:lnTo>
                  <a:pt x="27" y="174"/>
                </a:lnTo>
                <a:lnTo>
                  <a:pt x="26" y="174"/>
                </a:lnTo>
                <a:lnTo>
                  <a:pt x="25" y="175"/>
                </a:lnTo>
                <a:lnTo>
                  <a:pt x="25" y="176"/>
                </a:lnTo>
                <a:lnTo>
                  <a:pt x="25" y="177"/>
                </a:lnTo>
                <a:lnTo>
                  <a:pt x="26" y="178"/>
                </a:lnTo>
                <a:lnTo>
                  <a:pt x="24" y="178"/>
                </a:lnTo>
                <a:lnTo>
                  <a:pt x="21" y="177"/>
                </a:lnTo>
                <a:lnTo>
                  <a:pt x="19" y="178"/>
                </a:lnTo>
                <a:lnTo>
                  <a:pt x="18" y="178"/>
                </a:lnTo>
                <a:lnTo>
                  <a:pt x="17" y="178"/>
                </a:lnTo>
                <a:lnTo>
                  <a:pt x="16" y="178"/>
                </a:lnTo>
                <a:lnTo>
                  <a:pt x="15" y="178"/>
                </a:lnTo>
                <a:lnTo>
                  <a:pt x="14" y="177"/>
                </a:lnTo>
                <a:lnTo>
                  <a:pt x="12" y="177"/>
                </a:lnTo>
                <a:lnTo>
                  <a:pt x="8" y="176"/>
                </a:lnTo>
                <a:lnTo>
                  <a:pt x="7" y="176"/>
                </a:lnTo>
                <a:lnTo>
                  <a:pt x="6" y="174"/>
                </a:lnTo>
                <a:lnTo>
                  <a:pt x="5" y="174"/>
                </a:lnTo>
                <a:lnTo>
                  <a:pt x="5" y="173"/>
                </a:lnTo>
                <a:lnTo>
                  <a:pt x="4" y="173"/>
                </a:lnTo>
                <a:lnTo>
                  <a:pt x="4" y="172"/>
                </a:lnTo>
                <a:lnTo>
                  <a:pt x="4" y="171"/>
                </a:lnTo>
                <a:lnTo>
                  <a:pt x="3" y="170"/>
                </a:lnTo>
                <a:lnTo>
                  <a:pt x="2" y="170"/>
                </a:lnTo>
                <a:lnTo>
                  <a:pt x="1" y="170"/>
                </a:lnTo>
                <a:lnTo>
                  <a:pt x="1" y="169"/>
                </a:lnTo>
                <a:lnTo>
                  <a:pt x="0" y="169"/>
                </a:lnTo>
                <a:lnTo>
                  <a:pt x="0" y="168"/>
                </a:lnTo>
                <a:lnTo>
                  <a:pt x="1" y="167"/>
                </a:lnTo>
                <a:lnTo>
                  <a:pt x="1" y="166"/>
                </a:lnTo>
                <a:lnTo>
                  <a:pt x="1" y="165"/>
                </a:lnTo>
                <a:lnTo>
                  <a:pt x="2" y="164"/>
                </a:lnTo>
                <a:lnTo>
                  <a:pt x="2" y="165"/>
                </a:lnTo>
                <a:lnTo>
                  <a:pt x="3" y="165"/>
                </a:lnTo>
                <a:lnTo>
                  <a:pt x="4" y="165"/>
                </a:lnTo>
                <a:lnTo>
                  <a:pt x="5" y="165"/>
                </a:lnTo>
                <a:lnTo>
                  <a:pt x="6" y="165"/>
                </a:lnTo>
                <a:lnTo>
                  <a:pt x="7" y="165"/>
                </a:lnTo>
                <a:lnTo>
                  <a:pt x="7" y="164"/>
                </a:lnTo>
                <a:lnTo>
                  <a:pt x="8" y="163"/>
                </a:lnTo>
                <a:lnTo>
                  <a:pt x="8" y="162"/>
                </a:lnTo>
                <a:lnTo>
                  <a:pt x="9" y="161"/>
                </a:lnTo>
                <a:lnTo>
                  <a:pt x="10" y="160"/>
                </a:lnTo>
                <a:lnTo>
                  <a:pt x="11" y="160"/>
                </a:lnTo>
                <a:lnTo>
                  <a:pt x="10" y="159"/>
                </a:lnTo>
                <a:lnTo>
                  <a:pt x="10" y="160"/>
                </a:lnTo>
                <a:lnTo>
                  <a:pt x="10" y="158"/>
                </a:lnTo>
                <a:lnTo>
                  <a:pt x="11" y="159"/>
                </a:lnTo>
                <a:lnTo>
                  <a:pt x="11" y="160"/>
                </a:lnTo>
                <a:lnTo>
                  <a:pt x="12" y="160"/>
                </a:lnTo>
                <a:lnTo>
                  <a:pt x="12" y="159"/>
                </a:lnTo>
                <a:lnTo>
                  <a:pt x="13" y="159"/>
                </a:lnTo>
                <a:lnTo>
                  <a:pt x="12" y="158"/>
                </a:lnTo>
                <a:lnTo>
                  <a:pt x="13" y="158"/>
                </a:lnTo>
                <a:lnTo>
                  <a:pt x="14" y="157"/>
                </a:lnTo>
                <a:lnTo>
                  <a:pt x="13" y="156"/>
                </a:lnTo>
                <a:lnTo>
                  <a:pt x="13" y="155"/>
                </a:lnTo>
                <a:lnTo>
                  <a:pt x="13" y="156"/>
                </a:lnTo>
                <a:lnTo>
                  <a:pt x="14" y="156"/>
                </a:lnTo>
                <a:lnTo>
                  <a:pt x="14" y="155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5" y="152"/>
                </a:lnTo>
                <a:lnTo>
                  <a:pt x="15" y="151"/>
                </a:lnTo>
                <a:lnTo>
                  <a:pt x="16" y="151"/>
                </a:lnTo>
                <a:lnTo>
                  <a:pt x="15" y="150"/>
                </a:lnTo>
                <a:lnTo>
                  <a:pt x="14" y="150"/>
                </a:lnTo>
                <a:lnTo>
                  <a:pt x="14" y="149"/>
                </a:lnTo>
                <a:lnTo>
                  <a:pt x="14" y="148"/>
                </a:lnTo>
                <a:lnTo>
                  <a:pt x="15" y="147"/>
                </a:lnTo>
                <a:lnTo>
                  <a:pt x="15" y="146"/>
                </a:lnTo>
                <a:lnTo>
                  <a:pt x="16" y="146"/>
                </a:lnTo>
                <a:lnTo>
                  <a:pt x="16" y="145"/>
                </a:lnTo>
                <a:lnTo>
                  <a:pt x="16" y="144"/>
                </a:lnTo>
                <a:lnTo>
                  <a:pt x="16" y="143"/>
                </a:lnTo>
                <a:lnTo>
                  <a:pt x="17" y="143"/>
                </a:lnTo>
                <a:lnTo>
                  <a:pt x="17" y="142"/>
                </a:lnTo>
                <a:lnTo>
                  <a:pt x="18" y="141"/>
                </a:lnTo>
                <a:lnTo>
                  <a:pt x="18" y="140"/>
                </a:lnTo>
                <a:lnTo>
                  <a:pt x="19" y="140"/>
                </a:lnTo>
                <a:lnTo>
                  <a:pt x="20" y="140"/>
                </a:lnTo>
                <a:lnTo>
                  <a:pt x="20" y="139"/>
                </a:lnTo>
                <a:lnTo>
                  <a:pt x="19" y="138"/>
                </a:lnTo>
                <a:lnTo>
                  <a:pt x="18" y="137"/>
                </a:lnTo>
                <a:lnTo>
                  <a:pt x="19" y="137"/>
                </a:lnTo>
                <a:lnTo>
                  <a:pt x="18" y="136"/>
                </a:lnTo>
                <a:lnTo>
                  <a:pt x="18" y="135"/>
                </a:lnTo>
                <a:lnTo>
                  <a:pt x="18" y="134"/>
                </a:lnTo>
                <a:lnTo>
                  <a:pt x="18" y="133"/>
                </a:lnTo>
                <a:lnTo>
                  <a:pt x="19" y="132"/>
                </a:lnTo>
                <a:lnTo>
                  <a:pt x="19" y="131"/>
                </a:lnTo>
                <a:lnTo>
                  <a:pt x="19" y="130"/>
                </a:lnTo>
                <a:lnTo>
                  <a:pt x="18" y="130"/>
                </a:lnTo>
                <a:lnTo>
                  <a:pt x="18" y="129"/>
                </a:lnTo>
                <a:lnTo>
                  <a:pt x="17" y="129"/>
                </a:lnTo>
                <a:lnTo>
                  <a:pt x="17" y="128"/>
                </a:lnTo>
                <a:lnTo>
                  <a:pt x="17" y="127"/>
                </a:lnTo>
                <a:lnTo>
                  <a:pt x="16" y="127"/>
                </a:lnTo>
                <a:lnTo>
                  <a:pt x="16" y="126"/>
                </a:lnTo>
                <a:lnTo>
                  <a:pt x="16" y="125"/>
                </a:lnTo>
                <a:lnTo>
                  <a:pt x="17" y="125"/>
                </a:lnTo>
                <a:lnTo>
                  <a:pt x="16" y="125"/>
                </a:lnTo>
                <a:lnTo>
                  <a:pt x="16" y="124"/>
                </a:lnTo>
                <a:lnTo>
                  <a:pt x="16" y="123"/>
                </a:lnTo>
                <a:lnTo>
                  <a:pt x="16" y="122"/>
                </a:lnTo>
                <a:lnTo>
                  <a:pt x="15" y="122"/>
                </a:lnTo>
                <a:lnTo>
                  <a:pt x="15" y="121"/>
                </a:lnTo>
                <a:lnTo>
                  <a:pt x="14" y="121"/>
                </a:lnTo>
                <a:lnTo>
                  <a:pt x="13" y="120"/>
                </a:lnTo>
                <a:lnTo>
                  <a:pt x="13" y="119"/>
                </a:lnTo>
                <a:lnTo>
                  <a:pt x="12" y="119"/>
                </a:lnTo>
                <a:lnTo>
                  <a:pt x="12" y="118"/>
                </a:lnTo>
                <a:lnTo>
                  <a:pt x="11" y="118"/>
                </a:lnTo>
                <a:lnTo>
                  <a:pt x="10" y="119"/>
                </a:lnTo>
                <a:lnTo>
                  <a:pt x="9" y="119"/>
                </a:lnTo>
                <a:lnTo>
                  <a:pt x="9" y="118"/>
                </a:lnTo>
                <a:lnTo>
                  <a:pt x="8" y="117"/>
                </a:lnTo>
                <a:lnTo>
                  <a:pt x="8" y="116"/>
                </a:lnTo>
                <a:lnTo>
                  <a:pt x="9" y="116"/>
                </a:lnTo>
                <a:lnTo>
                  <a:pt x="9" y="115"/>
                </a:lnTo>
                <a:lnTo>
                  <a:pt x="10" y="115"/>
                </a:lnTo>
                <a:lnTo>
                  <a:pt x="11" y="115"/>
                </a:lnTo>
                <a:lnTo>
                  <a:pt x="11" y="114"/>
                </a:lnTo>
                <a:lnTo>
                  <a:pt x="11" y="113"/>
                </a:lnTo>
                <a:lnTo>
                  <a:pt x="12" y="113"/>
                </a:lnTo>
                <a:lnTo>
                  <a:pt x="12" y="112"/>
                </a:lnTo>
                <a:lnTo>
                  <a:pt x="13" y="112"/>
                </a:lnTo>
                <a:lnTo>
                  <a:pt x="14" y="112"/>
                </a:lnTo>
                <a:lnTo>
                  <a:pt x="14" y="111"/>
                </a:lnTo>
                <a:lnTo>
                  <a:pt x="15" y="111"/>
                </a:lnTo>
                <a:lnTo>
                  <a:pt x="15" y="110"/>
                </a:lnTo>
                <a:lnTo>
                  <a:pt x="14" y="109"/>
                </a:lnTo>
                <a:lnTo>
                  <a:pt x="15" y="109"/>
                </a:lnTo>
                <a:lnTo>
                  <a:pt x="15" y="110"/>
                </a:lnTo>
                <a:lnTo>
                  <a:pt x="16" y="110"/>
                </a:lnTo>
                <a:lnTo>
                  <a:pt x="16" y="109"/>
                </a:lnTo>
                <a:lnTo>
                  <a:pt x="17" y="109"/>
                </a:lnTo>
                <a:lnTo>
                  <a:pt x="18" y="109"/>
                </a:lnTo>
                <a:lnTo>
                  <a:pt x="19" y="109"/>
                </a:lnTo>
                <a:lnTo>
                  <a:pt x="19" y="110"/>
                </a:lnTo>
                <a:lnTo>
                  <a:pt x="20" y="111"/>
                </a:lnTo>
                <a:lnTo>
                  <a:pt x="21" y="111"/>
                </a:lnTo>
                <a:lnTo>
                  <a:pt x="21" y="112"/>
                </a:lnTo>
                <a:lnTo>
                  <a:pt x="22" y="113"/>
                </a:lnTo>
                <a:lnTo>
                  <a:pt x="23" y="113"/>
                </a:lnTo>
                <a:lnTo>
                  <a:pt x="24" y="113"/>
                </a:lnTo>
                <a:lnTo>
                  <a:pt x="25" y="113"/>
                </a:lnTo>
                <a:lnTo>
                  <a:pt x="26" y="112"/>
                </a:lnTo>
                <a:lnTo>
                  <a:pt x="26" y="111"/>
                </a:lnTo>
                <a:lnTo>
                  <a:pt x="29" y="111"/>
                </a:lnTo>
                <a:lnTo>
                  <a:pt x="29" y="110"/>
                </a:lnTo>
                <a:lnTo>
                  <a:pt x="30" y="110"/>
                </a:lnTo>
                <a:lnTo>
                  <a:pt x="30" y="111"/>
                </a:lnTo>
                <a:lnTo>
                  <a:pt x="31" y="111"/>
                </a:lnTo>
                <a:lnTo>
                  <a:pt x="31" y="112"/>
                </a:lnTo>
                <a:lnTo>
                  <a:pt x="31" y="113"/>
                </a:lnTo>
                <a:lnTo>
                  <a:pt x="31" y="114"/>
                </a:lnTo>
                <a:lnTo>
                  <a:pt x="32" y="114"/>
                </a:lnTo>
                <a:lnTo>
                  <a:pt x="33" y="114"/>
                </a:lnTo>
                <a:lnTo>
                  <a:pt x="34" y="114"/>
                </a:lnTo>
                <a:lnTo>
                  <a:pt x="35" y="114"/>
                </a:lnTo>
                <a:lnTo>
                  <a:pt x="36" y="114"/>
                </a:lnTo>
                <a:lnTo>
                  <a:pt x="37" y="115"/>
                </a:lnTo>
                <a:lnTo>
                  <a:pt x="38" y="115"/>
                </a:lnTo>
                <a:lnTo>
                  <a:pt x="39" y="115"/>
                </a:lnTo>
                <a:lnTo>
                  <a:pt x="40" y="115"/>
                </a:lnTo>
                <a:lnTo>
                  <a:pt x="40" y="116"/>
                </a:lnTo>
                <a:lnTo>
                  <a:pt x="41" y="116"/>
                </a:lnTo>
                <a:lnTo>
                  <a:pt x="41" y="115"/>
                </a:lnTo>
                <a:lnTo>
                  <a:pt x="41" y="114"/>
                </a:lnTo>
                <a:lnTo>
                  <a:pt x="41" y="113"/>
                </a:lnTo>
                <a:lnTo>
                  <a:pt x="42" y="113"/>
                </a:lnTo>
                <a:lnTo>
                  <a:pt x="43" y="114"/>
                </a:lnTo>
                <a:lnTo>
                  <a:pt x="43" y="115"/>
                </a:lnTo>
                <a:lnTo>
                  <a:pt x="43" y="116"/>
                </a:lnTo>
                <a:lnTo>
                  <a:pt x="44" y="116"/>
                </a:lnTo>
                <a:lnTo>
                  <a:pt x="43" y="117"/>
                </a:lnTo>
                <a:lnTo>
                  <a:pt x="44" y="117"/>
                </a:lnTo>
                <a:lnTo>
                  <a:pt x="45" y="118"/>
                </a:lnTo>
                <a:lnTo>
                  <a:pt x="46" y="117"/>
                </a:lnTo>
                <a:lnTo>
                  <a:pt x="47" y="117"/>
                </a:lnTo>
                <a:lnTo>
                  <a:pt x="48" y="118"/>
                </a:lnTo>
                <a:lnTo>
                  <a:pt x="48" y="117"/>
                </a:lnTo>
                <a:lnTo>
                  <a:pt x="49" y="118"/>
                </a:lnTo>
                <a:lnTo>
                  <a:pt x="49" y="119"/>
                </a:lnTo>
                <a:lnTo>
                  <a:pt x="51" y="122"/>
                </a:lnTo>
                <a:lnTo>
                  <a:pt x="52" y="122"/>
                </a:lnTo>
                <a:lnTo>
                  <a:pt x="52" y="123"/>
                </a:lnTo>
                <a:lnTo>
                  <a:pt x="53" y="122"/>
                </a:lnTo>
                <a:lnTo>
                  <a:pt x="53" y="123"/>
                </a:lnTo>
                <a:lnTo>
                  <a:pt x="54" y="122"/>
                </a:lnTo>
                <a:lnTo>
                  <a:pt x="54" y="123"/>
                </a:lnTo>
                <a:lnTo>
                  <a:pt x="55" y="123"/>
                </a:lnTo>
                <a:lnTo>
                  <a:pt x="55" y="124"/>
                </a:lnTo>
                <a:lnTo>
                  <a:pt x="56" y="125"/>
                </a:lnTo>
                <a:lnTo>
                  <a:pt x="56" y="126"/>
                </a:lnTo>
                <a:lnTo>
                  <a:pt x="56" y="129"/>
                </a:lnTo>
                <a:lnTo>
                  <a:pt x="57" y="129"/>
                </a:lnTo>
                <a:lnTo>
                  <a:pt x="57" y="130"/>
                </a:lnTo>
                <a:lnTo>
                  <a:pt x="58" y="130"/>
                </a:lnTo>
                <a:lnTo>
                  <a:pt x="58" y="131"/>
                </a:lnTo>
                <a:lnTo>
                  <a:pt x="58" y="132"/>
                </a:lnTo>
                <a:lnTo>
                  <a:pt x="60" y="132"/>
                </a:lnTo>
                <a:lnTo>
                  <a:pt x="61" y="132"/>
                </a:lnTo>
                <a:lnTo>
                  <a:pt x="62" y="133"/>
                </a:lnTo>
                <a:lnTo>
                  <a:pt x="64" y="133"/>
                </a:lnTo>
                <a:lnTo>
                  <a:pt x="65" y="132"/>
                </a:lnTo>
                <a:lnTo>
                  <a:pt x="66" y="133"/>
                </a:lnTo>
                <a:lnTo>
                  <a:pt x="65" y="133"/>
                </a:lnTo>
                <a:lnTo>
                  <a:pt x="66" y="133"/>
                </a:lnTo>
                <a:lnTo>
                  <a:pt x="67" y="134"/>
                </a:lnTo>
                <a:lnTo>
                  <a:pt x="68" y="133"/>
                </a:lnTo>
                <a:lnTo>
                  <a:pt x="69" y="133"/>
                </a:lnTo>
                <a:lnTo>
                  <a:pt x="70" y="134"/>
                </a:lnTo>
                <a:lnTo>
                  <a:pt x="71" y="134"/>
                </a:lnTo>
                <a:lnTo>
                  <a:pt x="72" y="134"/>
                </a:lnTo>
                <a:lnTo>
                  <a:pt x="73" y="134"/>
                </a:lnTo>
                <a:lnTo>
                  <a:pt x="73" y="135"/>
                </a:lnTo>
                <a:lnTo>
                  <a:pt x="74" y="135"/>
                </a:lnTo>
                <a:lnTo>
                  <a:pt x="74" y="134"/>
                </a:lnTo>
                <a:lnTo>
                  <a:pt x="75" y="135"/>
                </a:lnTo>
                <a:lnTo>
                  <a:pt x="76" y="136"/>
                </a:lnTo>
                <a:lnTo>
                  <a:pt x="77" y="136"/>
                </a:lnTo>
                <a:lnTo>
                  <a:pt x="77" y="137"/>
                </a:lnTo>
                <a:lnTo>
                  <a:pt x="78" y="138"/>
                </a:lnTo>
                <a:lnTo>
                  <a:pt x="78" y="139"/>
                </a:lnTo>
                <a:lnTo>
                  <a:pt x="79" y="139"/>
                </a:lnTo>
                <a:lnTo>
                  <a:pt x="80" y="138"/>
                </a:lnTo>
                <a:lnTo>
                  <a:pt x="81" y="139"/>
                </a:lnTo>
                <a:lnTo>
                  <a:pt x="82" y="140"/>
                </a:lnTo>
                <a:lnTo>
                  <a:pt x="82" y="141"/>
                </a:lnTo>
                <a:lnTo>
                  <a:pt x="82" y="142"/>
                </a:lnTo>
                <a:lnTo>
                  <a:pt x="83" y="143"/>
                </a:lnTo>
                <a:lnTo>
                  <a:pt x="84" y="144"/>
                </a:lnTo>
                <a:lnTo>
                  <a:pt x="84" y="145"/>
                </a:lnTo>
                <a:lnTo>
                  <a:pt x="85" y="145"/>
                </a:lnTo>
                <a:lnTo>
                  <a:pt x="86" y="144"/>
                </a:lnTo>
                <a:lnTo>
                  <a:pt x="87" y="143"/>
                </a:lnTo>
                <a:lnTo>
                  <a:pt x="88" y="143"/>
                </a:lnTo>
                <a:lnTo>
                  <a:pt x="88" y="142"/>
                </a:lnTo>
                <a:lnTo>
                  <a:pt x="89" y="141"/>
                </a:lnTo>
                <a:lnTo>
                  <a:pt x="90" y="141"/>
                </a:lnTo>
                <a:lnTo>
                  <a:pt x="90" y="140"/>
                </a:lnTo>
                <a:lnTo>
                  <a:pt x="90" y="139"/>
                </a:lnTo>
                <a:lnTo>
                  <a:pt x="91" y="139"/>
                </a:lnTo>
                <a:lnTo>
                  <a:pt x="91" y="138"/>
                </a:lnTo>
                <a:lnTo>
                  <a:pt x="90" y="138"/>
                </a:lnTo>
                <a:lnTo>
                  <a:pt x="90" y="137"/>
                </a:lnTo>
                <a:lnTo>
                  <a:pt x="91" y="137"/>
                </a:lnTo>
                <a:lnTo>
                  <a:pt x="92" y="137"/>
                </a:lnTo>
                <a:lnTo>
                  <a:pt x="92" y="136"/>
                </a:lnTo>
                <a:lnTo>
                  <a:pt x="92" y="135"/>
                </a:lnTo>
                <a:lnTo>
                  <a:pt x="92" y="134"/>
                </a:lnTo>
                <a:lnTo>
                  <a:pt x="92" y="133"/>
                </a:lnTo>
                <a:lnTo>
                  <a:pt x="94" y="132"/>
                </a:lnTo>
                <a:lnTo>
                  <a:pt x="94" y="131"/>
                </a:lnTo>
                <a:lnTo>
                  <a:pt x="93" y="131"/>
                </a:lnTo>
                <a:lnTo>
                  <a:pt x="93" y="130"/>
                </a:lnTo>
                <a:lnTo>
                  <a:pt x="94" y="130"/>
                </a:lnTo>
                <a:lnTo>
                  <a:pt x="96" y="130"/>
                </a:lnTo>
                <a:lnTo>
                  <a:pt x="96" y="131"/>
                </a:lnTo>
                <a:lnTo>
                  <a:pt x="97" y="130"/>
                </a:lnTo>
                <a:lnTo>
                  <a:pt x="99" y="130"/>
                </a:lnTo>
                <a:lnTo>
                  <a:pt x="98" y="129"/>
                </a:lnTo>
                <a:lnTo>
                  <a:pt x="96" y="124"/>
                </a:lnTo>
                <a:lnTo>
                  <a:pt x="95" y="121"/>
                </a:lnTo>
                <a:lnTo>
                  <a:pt x="95" y="118"/>
                </a:lnTo>
                <a:lnTo>
                  <a:pt x="96" y="117"/>
                </a:lnTo>
                <a:lnTo>
                  <a:pt x="97" y="117"/>
                </a:lnTo>
                <a:lnTo>
                  <a:pt x="107" y="116"/>
                </a:lnTo>
                <a:lnTo>
                  <a:pt x="111" y="121"/>
                </a:lnTo>
                <a:lnTo>
                  <a:pt x="112" y="123"/>
                </a:lnTo>
                <a:lnTo>
                  <a:pt x="113" y="124"/>
                </a:lnTo>
                <a:lnTo>
                  <a:pt x="114" y="124"/>
                </a:lnTo>
                <a:lnTo>
                  <a:pt x="115" y="125"/>
                </a:lnTo>
                <a:lnTo>
                  <a:pt x="115" y="126"/>
                </a:lnTo>
                <a:lnTo>
                  <a:pt x="116" y="127"/>
                </a:lnTo>
                <a:lnTo>
                  <a:pt x="116" y="128"/>
                </a:lnTo>
                <a:lnTo>
                  <a:pt x="116" y="129"/>
                </a:lnTo>
                <a:lnTo>
                  <a:pt x="117" y="129"/>
                </a:lnTo>
                <a:lnTo>
                  <a:pt x="117" y="131"/>
                </a:lnTo>
                <a:lnTo>
                  <a:pt x="117" y="132"/>
                </a:lnTo>
                <a:lnTo>
                  <a:pt x="118" y="134"/>
                </a:lnTo>
                <a:lnTo>
                  <a:pt x="118" y="135"/>
                </a:lnTo>
                <a:lnTo>
                  <a:pt x="118" y="136"/>
                </a:lnTo>
                <a:lnTo>
                  <a:pt x="119" y="136"/>
                </a:lnTo>
                <a:lnTo>
                  <a:pt x="118" y="137"/>
                </a:lnTo>
                <a:lnTo>
                  <a:pt x="119" y="138"/>
                </a:lnTo>
                <a:lnTo>
                  <a:pt x="119" y="140"/>
                </a:lnTo>
                <a:lnTo>
                  <a:pt x="119" y="141"/>
                </a:lnTo>
                <a:lnTo>
                  <a:pt x="120" y="141"/>
                </a:lnTo>
                <a:lnTo>
                  <a:pt x="121" y="141"/>
                </a:lnTo>
                <a:lnTo>
                  <a:pt x="122" y="141"/>
                </a:lnTo>
                <a:lnTo>
                  <a:pt x="122" y="140"/>
                </a:lnTo>
                <a:lnTo>
                  <a:pt x="123" y="138"/>
                </a:lnTo>
                <a:lnTo>
                  <a:pt x="123" y="137"/>
                </a:lnTo>
                <a:lnTo>
                  <a:pt x="123" y="136"/>
                </a:lnTo>
                <a:lnTo>
                  <a:pt x="124" y="135"/>
                </a:lnTo>
                <a:lnTo>
                  <a:pt x="124" y="134"/>
                </a:lnTo>
                <a:lnTo>
                  <a:pt x="125" y="133"/>
                </a:lnTo>
                <a:lnTo>
                  <a:pt x="126" y="132"/>
                </a:lnTo>
                <a:lnTo>
                  <a:pt x="126" y="133"/>
                </a:lnTo>
                <a:lnTo>
                  <a:pt x="127" y="134"/>
                </a:lnTo>
                <a:lnTo>
                  <a:pt x="128" y="135"/>
                </a:lnTo>
                <a:lnTo>
                  <a:pt x="128" y="136"/>
                </a:lnTo>
                <a:lnTo>
                  <a:pt x="130" y="137"/>
                </a:lnTo>
                <a:lnTo>
                  <a:pt x="134" y="140"/>
                </a:lnTo>
                <a:lnTo>
                  <a:pt x="134" y="141"/>
                </a:lnTo>
                <a:lnTo>
                  <a:pt x="139" y="141"/>
                </a:lnTo>
                <a:lnTo>
                  <a:pt x="140" y="142"/>
                </a:lnTo>
                <a:lnTo>
                  <a:pt x="140" y="143"/>
                </a:lnTo>
                <a:lnTo>
                  <a:pt x="141" y="144"/>
                </a:lnTo>
                <a:lnTo>
                  <a:pt x="141" y="145"/>
                </a:lnTo>
                <a:lnTo>
                  <a:pt x="141" y="146"/>
                </a:lnTo>
                <a:lnTo>
                  <a:pt x="142" y="148"/>
                </a:lnTo>
                <a:lnTo>
                  <a:pt x="143" y="148"/>
                </a:lnTo>
                <a:lnTo>
                  <a:pt x="144" y="148"/>
                </a:lnTo>
                <a:lnTo>
                  <a:pt x="144" y="150"/>
                </a:lnTo>
                <a:lnTo>
                  <a:pt x="145" y="150"/>
                </a:lnTo>
                <a:lnTo>
                  <a:pt x="145" y="151"/>
                </a:lnTo>
                <a:lnTo>
                  <a:pt x="146" y="154"/>
                </a:lnTo>
                <a:lnTo>
                  <a:pt x="151" y="153"/>
                </a:lnTo>
                <a:lnTo>
                  <a:pt x="156" y="151"/>
                </a:lnTo>
                <a:lnTo>
                  <a:pt x="156" y="150"/>
                </a:lnTo>
                <a:lnTo>
                  <a:pt x="156" y="148"/>
                </a:lnTo>
                <a:lnTo>
                  <a:pt x="158" y="147"/>
                </a:lnTo>
                <a:lnTo>
                  <a:pt x="157" y="147"/>
                </a:lnTo>
                <a:lnTo>
                  <a:pt x="156" y="146"/>
                </a:lnTo>
                <a:lnTo>
                  <a:pt x="156" y="145"/>
                </a:lnTo>
                <a:lnTo>
                  <a:pt x="157" y="144"/>
                </a:lnTo>
                <a:lnTo>
                  <a:pt x="158" y="142"/>
                </a:lnTo>
                <a:lnTo>
                  <a:pt x="158" y="141"/>
                </a:lnTo>
                <a:lnTo>
                  <a:pt x="159" y="141"/>
                </a:lnTo>
                <a:lnTo>
                  <a:pt x="161" y="138"/>
                </a:lnTo>
                <a:lnTo>
                  <a:pt x="160" y="137"/>
                </a:lnTo>
                <a:lnTo>
                  <a:pt x="160" y="136"/>
                </a:lnTo>
                <a:lnTo>
                  <a:pt x="159" y="135"/>
                </a:lnTo>
                <a:lnTo>
                  <a:pt x="158" y="134"/>
                </a:lnTo>
                <a:lnTo>
                  <a:pt x="158" y="133"/>
                </a:lnTo>
                <a:lnTo>
                  <a:pt x="157" y="132"/>
                </a:lnTo>
                <a:lnTo>
                  <a:pt x="156" y="131"/>
                </a:lnTo>
                <a:lnTo>
                  <a:pt x="156" y="130"/>
                </a:lnTo>
                <a:lnTo>
                  <a:pt x="155" y="128"/>
                </a:lnTo>
                <a:lnTo>
                  <a:pt x="154" y="127"/>
                </a:lnTo>
                <a:lnTo>
                  <a:pt x="152" y="125"/>
                </a:lnTo>
                <a:lnTo>
                  <a:pt x="152" y="124"/>
                </a:lnTo>
                <a:lnTo>
                  <a:pt x="153" y="123"/>
                </a:lnTo>
                <a:lnTo>
                  <a:pt x="154" y="122"/>
                </a:lnTo>
                <a:lnTo>
                  <a:pt x="154" y="121"/>
                </a:lnTo>
                <a:lnTo>
                  <a:pt x="154" y="120"/>
                </a:lnTo>
                <a:lnTo>
                  <a:pt x="158" y="119"/>
                </a:lnTo>
                <a:lnTo>
                  <a:pt x="160" y="114"/>
                </a:lnTo>
                <a:lnTo>
                  <a:pt x="160" y="113"/>
                </a:lnTo>
                <a:lnTo>
                  <a:pt x="160" y="112"/>
                </a:lnTo>
                <a:lnTo>
                  <a:pt x="161" y="110"/>
                </a:lnTo>
                <a:lnTo>
                  <a:pt x="160" y="109"/>
                </a:lnTo>
                <a:lnTo>
                  <a:pt x="160" y="108"/>
                </a:lnTo>
                <a:lnTo>
                  <a:pt x="160" y="107"/>
                </a:lnTo>
                <a:lnTo>
                  <a:pt x="149" y="76"/>
                </a:lnTo>
                <a:lnTo>
                  <a:pt x="172" y="68"/>
                </a:lnTo>
                <a:lnTo>
                  <a:pt x="178" y="66"/>
                </a:lnTo>
                <a:lnTo>
                  <a:pt x="184" y="64"/>
                </a:lnTo>
                <a:lnTo>
                  <a:pt x="186" y="59"/>
                </a:lnTo>
                <a:lnTo>
                  <a:pt x="192" y="56"/>
                </a:lnTo>
                <a:lnTo>
                  <a:pt x="190" y="50"/>
                </a:lnTo>
                <a:lnTo>
                  <a:pt x="189" y="50"/>
                </a:lnTo>
                <a:lnTo>
                  <a:pt x="189" y="48"/>
                </a:lnTo>
                <a:lnTo>
                  <a:pt x="192" y="47"/>
                </a:lnTo>
                <a:lnTo>
                  <a:pt x="192" y="46"/>
                </a:lnTo>
                <a:lnTo>
                  <a:pt x="191" y="40"/>
                </a:lnTo>
                <a:lnTo>
                  <a:pt x="193" y="35"/>
                </a:lnTo>
                <a:lnTo>
                  <a:pt x="195" y="32"/>
                </a:lnTo>
                <a:lnTo>
                  <a:pt x="196" y="31"/>
                </a:lnTo>
                <a:lnTo>
                  <a:pt x="201" y="27"/>
                </a:lnTo>
                <a:lnTo>
                  <a:pt x="201" y="25"/>
                </a:lnTo>
                <a:lnTo>
                  <a:pt x="202" y="25"/>
                </a:lnTo>
                <a:lnTo>
                  <a:pt x="204" y="24"/>
                </a:lnTo>
                <a:lnTo>
                  <a:pt x="205" y="24"/>
                </a:lnTo>
                <a:lnTo>
                  <a:pt x="206" y="25"/>
                </a:lnTo>
                <a:lnTo>
                  <a:pt x="207" y="25"/>
                </a:lnTo>
                <a:lnTo>
                  <a:pt x="208" y="25"/>
                </a:lnTo>
                <a:lnTo>
                  <a:pt x="209" y="25"/>
                </a:lnTo>
                <a:lnTo>
                  <a:pt x="210" y="25"/>
                </a:lnTo>
                <a:lnTo>
                  <a:pt x="210" y="26"/>
                </a:lnTo>
                <a:lnTo>
                  <a:pt x="211" y="27"/>
                </a:lnTo>
                <a:lnTo>
                  <a:pt x="210" y="27"/>
                </a:lnTo>
                <a:lnTo>
                  <a:pt x="212" y="27"/>
                </a:lnTo>
                <a:lnTo>
                  <a:pt x="213" y="27"/>
                </a:lnTo>
                <a:lnTo>
                  <a:pt x="214" y="27"/>
                </a:lnTo>
                <a:lnTo>
                  <a:pt x="215" y="27"/>
                </a:lnTo>
                <a:lnTo>
                  <a:pt x="216" y="26"/>
                </a:lnTo>
                <a:lnTo>
                  <a:pt x="217" y="26"/>
                </a:lnTo>
                <a:lnTo>
                  <a:pt x="218" y="27"/>
                </a:lnTo>
                <a:lnTo>
                  <a:pt x="219" y="27"/>
                </a:lnTo>
                <a:lnTo>
                  <a:pt x="220" y="27"/>
                </a:lnTo>
                <a:lnTo>
                  <a:pt x="221" y="27"/>
                </a:lnTo>
                <a:lnTo>
                  <a:pt x="221" y="28"/>
                </a:lnTo>
                <a:lnTo>
                  <a:pt x="222" y="29"/>
                </a:lnTo>
                <a:lnTo>
                  <a:pt x="222" y="30"/>
                </a:lnTo>
                <a:lnTo>
                  <a:pt x="223" y="30"/>
                </a:lnTo>
                <a:lnTo>
                  <a:pt x="224" y="31"/>
                </a:lnTo>
                <a:lnTo>
                  <a:pt x="225" y="31"/>
                </a:lnTo>
                <a:lnTo>
                  <a:pt x="226" y="30"/>
                </a:lnTo>
                <a:lnTo>
                  <a:pt x="226" y="29"/>
                </a:lnTo>
                <a:lnTo>
                  <a:pt x="227" y="29"/>
                </a:lnTo>
                <a:lnTo>
                  <a:pt x="226" y="28"/>
                </a:lnTo>
                <a:lnTo>
                  <a:pt x="226" y="27"/>
                </a:lnTo>
                <a:lnTo>
                  <a:pt x="227" y="27"/>
                </a:lnTo>
                <a:lnTo>
                  <a:pt x="226" y="27"/>
                </a:lnTo>
                <a:lnTo>
                  <a:pt x="226" y="26"/>
                </a:lnTo>
                <a:lnTo>
                  <a:pt x="227" y="26"/>
                </a:lnTo>
                <a:lnTo>
                  <a:pt x="226" y="26"/>
                </a:lnTo>
                <a:lnTo>
                  <a:pt x="227" y="26"/>
                </a:lnTo>
                <a:lnTo>
                  <a:pt x="228" y="26"/>
                </a:lnTo>
                <a:lnTo>
                  <a:pt x="228" y="27"/>
                </a:lnTo>
                <a:lnTo>
                  <a:pt x="229" y="26"/>
                </a:lnTo>
                <a:lnTo>
                  <a:pt x="229" y="25"/>
                </a:lnTo>
                <a:lnTo>
                  <a:pt x="230" y="26"/>
                </a:lnTo>
                <a:lnTo>
                  <a:pt x="231" y="26"/>
                </a:lnTo>
                <a:lnTo>
                  <a:pt x="231" y="25"/>
                </a:lnTo>
                <a:lnTo>
                  <a:pt x="232" y="25"/>
                </a:lnTo>
                <a:lnTo>
                  <a:pt x="233" y="26"/>
                </a:lnTo>
                <a:lnTo>
                  <a:pt x="234" y="25"/>
                </a:lnTo>
                <a:lnTo>
                  <a:pt x="235" y="26"/>
                </a:lnTo>
                <a:lnTo>
                  <a:pt x="235" y="27"/>
                </a:lnTo>
                <a:lnTo>
                  <a:pt x="236" y="26"/>
                </a:lnTo>
                <a:lnTo>
                  <a:pt x="236" y="25"/>
                </a:lnTo>
                <a:lnTo>
                  <a:pt x="237" y="25"/>
                </a:lnTo>
                <a:lnTo>
                  <a:pt x="237" y="24"/>
                </a:lnTo>
                <a:lnTo>
                  <a:pt x="238" y="25"/>
                </a:lnTo>
                <a:lnTo>
                  <a:pt x="238" y="24"/>
                </a:lnTo>
                <a:lnTo>
                  <a:pt x="239" y="24"/>
                </a:lnTo>
                <a:lnTo>
                  <a:pt x="238" y="23"/>
                </a:lnTo>
                <a:lnTo>
                  <a:pt x="239" y="23"/>
                </a:lnTo>
                <a:lnTo>
                  <a:pt x="238" y="23"/>
                </a:lnTo>
                <a:lnTo>
                  <a:pt x="238" y="22"/>
                </a:lnTo>
                <a:lnTo>
                  <a:pt x="239" y="23"/>
                </a:lnTo>
                <a:lnTo>
                  <a:pt x="239" y="22"/>
                </a:lnTo>
                <a:lnTo>
                  <a:pt x="240" y="21"/>
                </a:lnTo>
                <a:lnTo>
                  <a:pt x="241" y="20"/>
                </a:lnTo>
                <a:lnTo>
                  <a:pt x="242" y="20"/>
                </a:lnTo>
                <a:lnTo>
                  <a:pt x="243" y="21"/>
                </a:lnTo>
                <a:lnTo>
                  <a:pt x="244" y="21"/>
                </a:lnTo>
                <a:lnTo>
                  <a:pt x="245" y="21"/>
                </a:lnTo>
                <a:lnTo>
                  <a:pt x="245" y="22"/>
                </a:lnTo>
                <a:lnTo>
                  <a:pt x="246" y="23"/>
                </a:lnTo>
                <a:lnTo>
                  <a:pt x="247" y="23"/>
                </a:lnTo>
                <a:lnTo>
                  <a:pt x="248" y="24"/>
                </a:lnTo>
                <a:lnTo>
                  <a:pt x="249" y="24"/>
                </a:lnTo>
                <a:lnTo>
                  <a:pt x="249" y="23"/>
                </a:lnTo>
                <a:lnTo>
                  <a:pt x="250" y="23"/>
                </a:lnTo>
                <a:lnTo>
                  <a:pt x="251" y="24"/>
                </a:lnTo>
                <a:lnTo>
                  <a:pt x="251" y="25"/>
                </a:lnTo>
                <a:lnTo>
                  <a:pt x="252" y="25"/>
                </a:lnTo>
                <a:lnTo>
                  <a:pt x="252" y="24"/>
                </a:lnTo>
                <a:lnTo>
                  <a:pt x="253" y="23"/>
                </a:lnTo>
                <a:lnTo>
                  <a:pt x="254" y="23"/>
                </a:lnTo>
                <a:lnTo>
                  <a:pt x="255" y="23"/>
                </a:lnTo>
                <a:lnTo>
                  <a:pt x="255" y="22"/>
                </a:lnTo>
                <a:lnTo>
                  <a:pt x="255" y="21"/>
                </a:lnTo>
                <a:lnTo>
                  <a:pt x="255" y="20"/>
                </a:lnTo>
                <a:lnTo>
                  <a:pt x="256" y="20"/>
                </a:lnTo>
                <a:lnTo>
                  <a:pt x="256" y="19"/>
                </a:lnTo>
                <a:lnTo>
                  <a:pt x="256" y="18"/>
                </a:lnTo>
                <a:lnTo>
                  <a:pt x="257" y="18"/>
                </a:lnTo>
                <a:lnTo>
                  <a:pt x="258" y="18"/>
                </a:lnTo>
                <a:lnTo>
                  <a:pt x="259" y="18"/>
                </a:lnTo>
                <a:lnTo>
                  <a:pt x="263" y="16"/>
                </a:lnTo>
                <a:lnTo>
                  <a:pt x="264" y="16"/>
                </a:lnTo>
                <a:lnTo>
                  <a:pt x="265" y="16"/>
                </a:lnTo>
                <a:lnTo>
                  <a:pt x="266" y="16"/>
                </a:lnTo>
                <a:lnTo>
                  <a:pt x="267" y="16"/>
                </a:lnTo>
                <a:lnTo>
                  <a:pt x="268" y="16"/>
                </a:lnTo>
                <a:lnTo>
                  <a:pt x="268" y="15"/>
                </a:lnTo>
                <a:lnTo>
                  <a:pt x="269" y="15"/>
                </a:lnTo>
                <a:lnTo>
                  <a:pt x="272" y="15"/>
                </a:lnTo>
                <a:lnTo>
                  <a:pt x="274" y="14"/>
                </a:lnTo>
                <a:lnTo>
                  <a:pt x="274" y="13"/>
                </a:lnTo>
                <a:lnTo>
                  <a:pt x="275" y="12"/>
                </a:lnTo>
                <a:lnTo>
                  <a:pt x="275" y="13"/>
                </a:lnTo>
                <a:lnTo>
                  <a:pt x="276" y="13"/>
                </a:lnTo>
                <a:lnTo>
                  <a:pt x="277" y="13"/>
                </a:lnTo>
                <a:lnTo>
                  <a:pt x="278" y="12"/>
                </a:lnTo>
                <a:lnTo>
                  <a:pt x="279" y="12"/>
                </a:lnTo>
                <a:lnTo>
                  <a:pt x="280" y="12"/>
                </a:lnTo>
                <a:lnTo>
                  <a:pt x="280" y="11"/>
                </a:lnTo>
                <a:lnTo>
                  <a:pt x="280" y="10"/>
                </a:lnTo>
                <a:lnTo>
                  <a:pt x="281" y="9"/>
                </a:lnTo>
                <a:lnTo>
                  <a:pt x="282" y="9"/>
                </a:lnTo>
                <a:lnTo>
                  <a:pt x="282" y="8"/>
                </a:lnTo>
                <a:lnTo>
                  <a:pt x="282" y="7"/>
                </a:lnTo>
                <a:lnTo>
                  <a:pt x="283" y="7"/>
                </a:lnTo>
                <a:lnTo>
                  <a:pt x="284" y="7"/>
                </a:lnTo>
                <a:lnTo>
                  <a:pt x="284" y="6"/>
                </a:lnTo>
                <a:lnTo>
                  <a:pt x="285" y="6"/>
                </a:lnTo>
                <a:lnTo>
                  <a:pt x="285" y="5"/>
                </a:lnTo>
                <a:lnTo>
                  <a:pt x="287" y="3"/>
                </a:lnTo>
                <a:lnTo>
                  <a:pt x="287" y="2"/>
                </a:lnTo>
                <a:lnTo>
                  <a:pt x="288" y="2"/>
                </a:lnTo>
                <a:lnTo>
                  <a:pt x="289" y="2"/>
                </a:lnTo>
                <a:lnTo>
                  <a:pt x="290" y="2"/>
                </a:lnTo>
                <a:lnTo>
                  <a:pt x="291" y="2"/>
                </a:lnTo>
                <a:lnTo>
                  <a:pt x="292" y="1"/>
                </a:lnTo>
                <a:lnTo>
                  <a:pt x="293" y="1"/>
                </a:lnTo>
                <a:lnTo>
                  <a:pt x="294" y="0"/>
                </a:lnTo>
                <a:lnTo>
                  <a:pt x="295" y="0"/>
                </a:lnTo>
                <a:lnTo>
                  <a:pt x="296" y="1"/>
                </a:lnTo>
                <a:lnTo>
                  <a:pt x="296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" name=""/>
          <p:cNvSpPr/>
          <p:nvPr/>
        </p:nvSpPr>
        <p:spPr>
          <a:xfrm>
            <a:off x="5596920" y="94536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" name=""/>
          <p:cNvSpPr/>
          <p:nvPr/>
        </p:nvSpPr>
        <p:spPr>
          <a:xfrm>
            <a:off x="5596560" y="943560"/>
            <a:ext cx="720" cy="2520"/>
          </a:xfrm>
          <a:custGeom>
            <a:avLst/>
            <a:gdLst/>
            <a:ahLst/>
            <a:rect l="0" t="0" r="r" b="b"/>
            <a:pathLst>
              <a:path w="2" h="7">
                <a:moveTo>
                  <a:pt x="2" y="4"/>
                </a:move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lnTo>
                  <a:pt x="2" y="7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" name=""/>
          <p:cNvSpPr/>
          <p:nvPr/>
        </p:nvSpPr>
        <p:spPr>
          <a:xfrm>
            <a:off x="5597280" y="941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800" rIns="18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" name=""/>
          <p:cNvSpPr/>
          <p:nvPr/>
        </p:nvSpPr>
        <p:spPr>
          <a:xfrm>
            <a:off x="5007240" y="253440"/>
            <a:ext cx="716040" cy="658440"/>
          </a:xfrm>
          <a:custGeom>
            <a:avLst/>
            <a:gdLst/>
            <a:ahLst/>
            <a:rect l="0" t="0" r="r" b="b"/>
            <a:pathLst>
              <a:path w="1989" h="1829">
                <a:moveTo>
                  <a:pt x="247" y="7"/>
                </a:moveTo>
                <a:lnTo>
                  <a:pt x="248" y="7"/>
                </a:lnTo>
                <a:lnTo>
                  <a:pt x="249" y="7"/>
                </a:lnTo>
                <a:lnTo>
                  <a:pt x="250" y="7"/>
                </a:lnTo>
                <a:lnTo>
                  <a:pt x="251" y="7"/>
                </a:lnTo>
                <a:lnTo>
                  <a:pt x="251" y="6"/>
                </a:lnTo>
                <a:lnTo>
                  <a:pt x="251" y="7"/>
                </a:lnTo>
                <a:lnTo>
                  <a:pt x="251" y="6"/>
                </a:lnTo>
                <a:lnTo>
                  <a:pt x="252" y="7"/>
                </a:lnTo>
                <a:lnTo>
                  <a:pt x="252" y="6"/>
                </a:lnTo>
                <a:lnTo>
                  <a:pt x="253" y="6"/>
                </a:lnTo>
                <a:lnTo>
                  <a:pt x="253" y="7"/>
                </a:lnTo>
                <a:lnTo>
                  <a:pt x="254" y="7"/>
                </a:lnTo>
                <a:lnTo>
                  <a:pt x="254" y="8"/>
                </a:lnTo>
                <a:lnTo>
                  <a:pt x="254" y="9"/>
                </a:lnTo>
                <a:lnTo>
                  <a:pt x="255" y="9"/>
                </a:lnTo>
                <a:lnTo>
                  <a:pt x="255" y="10"/>
                </a:lnTo>
                <a:lnTo>
                  <a:pt x="255" y="11"/>
                </a:lnTo>
                <a:lnTo>
                  <a:pt x="256" y="12"/>
                </a:lnTo>
                <a:lnTo>
                  <a:pt x="257" y="12"/>
                </a:lnTo>
                <a:lnTo>
                  <a:pt x="257" y="13"/>
                </a:lnTo>
                <a:lnTo>
                  <a:pt x="258" y="13"/>
                </a:lnTo>
                <a:lnTo>
                  <a:pt x="259" y="13"/>
                </a:lnTo>
                <a:lnTo>
                  <a:pt x="260" y="13"/>
                </a:lnTo>
                <a:lnTo>
                  <a:pt x="260" y="12"/>
                </a:lnTo>
                <a:lnTo>
                  <a:pt x="261" y="11"/>
                </a:lnTo>
                <a:lnTo>
                  <a:pt x="260" y="10"/>
                </a:lnTo>
                <a:lnTo>
                  <a:pt x="260" y="9"/>
                </a:lnTo>
                <a:lnTo>
                  <a:pt x="259" y="9"/>
                </a:lnTo>
                <a:lnTo>
                  <a:pt x="258" y="9"/>
                </a:lnTo>
                <a:lnTo>
                  <a:pt x="258" y="8"/>
                </a:lnTo>
                <a:lnTo>
                  <a:pt x="257" y="8"/>
                </a:lnTo>
                <a:lnTo>
                  <a:pt x="257" y="7"/>
                </a:lnTo>
                <a:lnTo>
                  <a:pt x="257" y="5"/>
                </a:lnTo>
                <a:lnTo>
                  <a:pt x="257" y="4"/>
                </a:lnTo>
                <a:lnTo>
                  <a:pt x="257" y="3"/>
                </a:lnTo>
                <a:lnTo>
                  <a:pt x="258" y="2"/>
                </a:lnTo>
                <a:lnTo>
                  <a:pt x="259" y="2"/>
                </a:lnTo>
                <a:lnTo>
                  <a:pt x="259" y="1"/>
                </a:lnTo>
                <a:lnTo>
                  <a:pt x="260" y="1"/>
                </a:lnTo>
                <a:lnTo>
                  <a:pt x="260" y="0"/>
                </a:lnTo>
                <a:lnTo>
                  <a:pt x="261" y="0"/>
                </a:lnTo>
                <a:lnTo>
                  <a:pt x="262" y="0"/>
                </a:lnTo>
                <a:lnTo>
                  <a:pt x="262" y="1"/>
                </a:lnTo>
                <a:lnTo>
                  <a:pt x="263" y="1"/>
                </a:lnTo>
                <a:lnTo>
                  <a:pt x="264" y="1"/>
                </a:lnTo>
                <a:lnTo>
                  <a:pt x="265" y="2"/>
                </a:lnTo>
                <a:lnTo>
                  <a:pt x="265" y="3"/>
                </a:lnTo>
                <a:lnTo>
                  <a:pt x="266" y="3"/>
                </a:lnTo>
                <a:lnTo>
                  <a:pt x="266" y="4"/>
                </a:lnTo>
                <a:lnTo>
                  <a:pt x="266" y="5"/>
                </a:lnTo>
                <a:lnTo>
                  <a:pt x="265" y="5"/>
                </a:lnTo>
                <a:lnTo>
                  <a:pt x="265" y="6"/>
                </a:lnTo>
                <a:lnTo>
                  <a:pt x="265" y="7"/>
                </a:lnTo>
                <a:lnTo>
                  <a:pt x="264" y="7"/>
                </a:lnTo>
                <a:lnTo>
                  <a:pt x="264" y="8"/>
                </a:lnTo>
                <a:lnTo>
                  <a:pt x="263" y="8"/>
                </a:lnTo>
                <a:lnTo>
                  <a:pt x="263" y="9"/>
                </a:lnTo>
                <a:lnTo>
                  <a:pt x="263" y="10"/>
                </a:lnTo>
                <a:lnTo>
                  <a:pt x="263" y="11"/>
                </a:lnTo>
                <a:lnTo>
                  <a:pt x="264" y="11"/>
                </a:lnTo>
                <a:lnTo>
                  <a:pt x="264" y="12"/>
                </a:lnTo>
                <a:lnTo>
                  <a:pt x="266" y="12"/>
                </a:lnTo>
                <a:lnTo>
                  <a:pt x="266" y="11"/>
                </a:lnTo>
                <a:lnTo>
                  <a:pt x="267" y="11"/>
                </a:lnTo>
                <a:lnTo>
                  <a:pt x="268" y="10"/>
                </a:lnTo>
                <a:lnTo>
                  <a:pt x="268" y="9"/>
                </a:lnTo>
                <a:lnTo>
                  <a:pt x="268" y="8"/>
                </a:lnTo>
                <a:lnTo>
                  <a:pt x="269" y="8"/>
                </a:lnTo>
                <a:lnTo>
                  <a:pt x="269" y="7"/>
                </a:lnTo>
                <a:lnTo>
                  <a:pt x="269" y="6"/>
                </a:lnTo>
                <a:lnTo>
                  <a:pt x="269" y="5"/>
                </a:lnTo>
                <a:lnTo>
                  <a:pt x="269" y="4"/>
                </a:lnTo>
                <a:lnTo>
                  <a:pt x="269" y="3"/>
                </a:lnTo>
                <a:lnTo>
                  <a:pt x="269" y="2"/>
                </a:lnTo>
                <a:lnTo>
                  <a:pt x="269" y="1"/>
                </a:lnTo>
                <a:lnTo>
                  <a:pt x="269" y="0"/>
                </a:lnTo>
                <a:lnTo>
                  <a:pt x="270" y="0"/>
                </a:lnTo>
                <a:lnTo>
                  <a:pt x="271" y="0"/>
                </a:lnTo>
                <a:lnTo>
                  <a:pt x="273" y="0"/>
                </a:lnTo>
                <a:lnTo>
                  <a:pt x="274" y="0"/>
                </a:lnTo>
                <a:lnTo>
                  <a:pt x="275" y="0"/>
                </a:lnTo>
                <a:lnTo>
                  <a:pt x="275" y="1"/>
                </a:lnTo>
                <a:lnTo>
                  <a:pt x="276" y="1"/>
                </a:lnTo>
                <a:lnTo>
                  <a:pt x="277" y="1"/>
                </a:lnTo>
                <a:lnTo>
                  <a:pt x="278" y="1"/>
                </a:lnTo>
                <a:lnTo>
                  <a:pt x="279" y="1"/>
                </a:lnTo>
                <a:lnTo>
                  <a:pt x="279" y="2"/>
                </a:lnTo>
                <a:lnTo>
                  <a:pt x="280" y="2"/>
                </a:lnTo>
                <a:lnTo>
                  <a:pt x="280" y="3"/>
                </a:lnTo>
                <a:lnTo>
                  <a:pt x="280" y="4"/>
                </a:lnTo>
                <a:lnTo>
                  <a:pt x="281" y="4"/>
                </a:lnTo>
                <a:lnTo>
                  <a:pt x="281" y="5"/>
                </a:lnTo>
                <a:lnTo>
                  <a:pt x="282" y="6"/>
                </a:lnTo>
                <a:lnTo>
                  <a:pt x="283" y="7"/>
                </a:lnTo>
                <a:lnTo>
                  <a:pt x="284" y="8"/>
                </a:lnTo>
                <a:lnTo>
                  <a:pt x="285" y="8"/>
                </a:lnTo>
                <a:lnTo>
                  <a:pt x="285" y="9"/>
                </a:lnTo>
                <a:lnTo>
                  <a:pt x="287" y="9"/>
                </a:lnTo>
                <a:lnTo>
                  <a:pt x="287" y="8"/>
                </a:lnTo>
                <a:lnTo>
                  <a:pt x="288" y="8"/>
                </a:lnTo>
                <a:lnTo>
                  <a:pt x="289" y="8"/>
                </a:lnTo>
                <a:lnTo>
                  <a:pt x="289" y="7"/>
                </a:lnTo>
                <a:lnTo>
                  <a:pt x="290" y="7"/>
                </a:lnTo>
                <a:lnTo>
                  <a:pt x="291" y="7"/>
                </a:lnTo>
                <a:lnTo>
                  <a:pt x="291" y="6"/>
                </a:lnTo>
                <a:lnTo>
                  <a:pt x="292" y="6"/>
                </a:lnTo>
                <a:lnTo>
                  <a:pt x="292" y="7"/>
                </a:lnTo>
                <a:lnTo>
                  <a:pt x="293" y="7"/>
                </a:lnTo>
                <a:lnTo>
                  <a:pt x="294" y="7"/>
                </a:lnTo>
                <a:lnTo>
                  <a:pt x="296" y="7"/>
                </a:lnTo>
                <a:lnTo>
                  <a:pt x="297" y="7"/>
                </a:lnTo>
                <a:lnTo>
                  <a:pt x="299" y="7"/>
                </a:lnTo>
                <a:lnTo>
                  <a:pt x="300" y="7"/>
                </a:lnTo>
                <a:lnTo>
                  <a:pt x="301" y="7"/>
                </a:lnTo>
                <a:lnTo>
                  <a:pt x="302" y="7"/>
                </a:lnTo>
                <a:lnTo>
                  <a:pt x="302" y="6"/>
                </a:lnTo>
                <a:lnTo>
                  <a:pt x="303" y="6"/>
                </a:lnTo>
                <a:lnTo>
                  <a:pt x="304" y="6"/>
                </a:lnTo>
                <a:lnTo>
                  <a:pt x="305" y="6"/>
                </a:lnTo>
                <a:lnTo>
                  <a:pt x="306" y="6"/>
                </a:lnTo>
                <a:lnTo>
                  <a:pt x="309" y="7"/>
                </a:lnTo>
                <a:lnTo>
                  <a:pt x="311" y="8"/>
                </a:lnTo>
                <a:lnTo>
                  <a:pt x="313" y="9"/>
                </a:lnTo>
                <a:lnTo>
                  <a:pt x="317" y="11"/>
                </a:lnTo>
                <a:lnTo>
                  <a:pt x="321" y="13"/>
                </a:lnTo>
                <a:lnTo>
                  <a:pt x="325" y="16"/>
                </a:lnTo>
                <a:lnTo>
                  <a:pt x="326" y="16"/>
                </a:lnTo>
                <a:lnTo>
                  <a:pt x="326" y="17"/>
                </a:lnTo>
                <a:lnTo>
                  <a:pt x="326" y="18"/>
                </a:lnTo>
                <a:lnTo>
                  <a:pt x="326" y="19"/>
                </a:lnTo>
                <a:lnTo>
                  <a:pt x="327" y="19"/>
                </a:lnTo>
                <a:lnTo>
                  <a:pt x="328" y="20"/>
                </a:lnTo>
                <a:lnTo>
                  <a:pt x="329" y="20"/>
                </a:lnTo>
                <a:lnTo>
                  <a:pt x="330" y="20"/>
                </a:lnTo>
                <a:lnTo>
                  <a:pt x="330" y="19"/>
                </a:lnTo>
                <a:lnTo>
                  <a:pt x="331" y="19"/>
                </a:lnTo>
                <a:lnTo>
                  <a:pt x="331" y="18"/>
                </a:lnTo>
                <a:lnTo>
                  <a:pt x="332" y="18"/>
                </a:lnTo>
                <a:lnTo>
                  <a:pt x="333" y="18"/>
                </a:lnTo>
                <a:lnTo>
                  <a:pt x="334" y="18"/>
                </a:lnTo>
                <a:lnTo>
                  <a:pt x="335" y="18"/>
                </a:lnTo>
                <a:lnTo>
                  <a:pt x="335" y="19"/>
                </a:lnTo>
                <a:lnTo>
                  <a:pt x="336" y="19"/>
                </a:lnTo>
                <a:lnTo>
                  <a:pt x="336" y="20"/>
                </a:lnTo>
                <a:lnTo>
                  <a:pt x="336" y="21"/>
                </a:lnTo>
                <a:lnTo>
                  <a:pt x="337" y="21"/>
                </a:lnTo>
                <a:lnTo>
                  <a:pt x="337" y="22"/>
                </a:lnTo>
                <a:lnTo>
                  <a:pt x="337" y="23"/>
                </a:lnTo>
                <a:lnTo>
                  <a:pt x="338" y="23"/>
                </a:lnTo>
                <a:lnTo>
                  <a:pt x="339" y="23"/>
                </a:lnTo>
                <a:lnTo>
                  <a:pt x="339" y="24"/>
                </a:lnTo>
                <a:lnTo>
                  <a:pt x="340" y="24"/>
                </a:lnTo>
                <a:lnTo>
                  <a:pt x="340" y="25"/>
                </a:lnTo>
                <a:lnTo>
                  <a:pt x="341" y="25"/>
                </a:lnTo>
                <a:lnTo>
                  <a:pt x="341" y="26"/>
                </a:lnTo>
                <a:lnTo>
                  <a:pt x="341" y="27"/>
                </a:lnTo>
                <a:lnTo>
                  <a:pt x="342" y="27"/>
                </a:lnTo>
                <a:lnTo>
                  <a:pt x="343" y="27"/>
                </a:lnTo>
                <a:lnTo>
                  <a:pt x="344" y="27"/>
                </a:lnTo>
                <a:lnTo>
                  <a:pt x="344" y="26"/>
                </a:lnTo>
                <a:lnTo>
                  <a:pt x="345" y="26"/>
                </a:lnTo>
                <a:lnTo>
                  <a:pt x="346" y="25"/>
                </a:lnTo>
                <a:lnTo>
                  <a:pt x="346" y="24"/>
                </a:lnTo>
                <a:lnTo>
                  <a:pt x="347" y="24"/>
                </a:lnTo>
                <a:lnTo>
                  <a:pt x="347" y="23"/>
                </a:lnTo>
                <a:lnTo>
                  <a:pt x="348" y="22"/>
                </a:lnTo>
                <a:lnTo>
                  <a:pt x="349" y="21"/>
                </a:lnTo>
                <a:lnTo>
                  <a:pt x="350" y="21"/>
                </a:lnTo>
                <a:lnTo>
                  <a:pt x="351" y="21"/>
                </a:lnTo>
                <a:lnTo>
                  <a:pt x="351" y="20"/>
                </a:lnTo>
                <a:lnTo>
                  <a:pt x="353" y="19"/>
                </a:lnTo>
                <a:lnTo>
                  <a:pt x="354" y="18"/>
                </a:lnTo>
                <a:lnTo>
                  <a:pt x="356" y="18"/>
                </a:lnTo>
                <a:lnTo>
                  <a:pt x="357" y="18"/>
                </a:lnTo>
                <a:lnTo>
                  <a:pt x="358" y="18"/>
                </a:lnTo>
                <a:lnTo>
                  <a:pt x="358" y="19"/>
                </a:lnTo>
                <a:lnTo>
                  <a:pt x="359" y="19"/>
                </a:lnTo>
                <a:lnTo>
                  <a:pt x="359" y="20"/>
                </a:lnTo>
                <a:lnTo>
                  <a:pt x="360" y="20"/>
                </a:lnTo>
                <a:lnTo>
                  <a:pt x="360" y="21"/>
                </a:lnTo>
                <a:lnTo>
                  <a:pt x="361" y="21"/>
                </a:lnTo>
                <a:lnTo>
                  <a:pt x="361" y="22"/>
                </a:lnTo>
                <a:lnTo>
                  <a:pt x="362" y="22"/>
                </a:lnTo>
                <a:lnTo>
                  <a:pt x="363" y="22"/>
                </a:lnTo>
                <a:lnTo>
                  <a:pt x="363" y="23"/>
                </a:lnTo>
                <a:lnTo>
                  <a:pt x="364" y="23"/>
                </a:lnTo>
                <a:lnTo>
                  <a:pt x="364" y="24"/>
                </a:lnTo>
                <a:lnTo>
                  <a:pt x="365" y="24"/>
                </a:lnTo>
                <a:lnTo>
                  <a:pt x="366" y="24"/>
                </a:lnTo>
                <a:lnTo>
                  <a:pt x="367" y="24"/>
                </a:lnTo>
                <a:lnTo>
                  <a:pt x="368" y="25"/>
                </a:lnTo>
                <a:lnTo>
                  <a:pt x="369" y="26"/>
                </a:lnTo>
                <a:lnTo>
                  <a:pt x="370" y="28"/>
                </a:lnTo>
                <a:lnTo>
                  <a:pt x="371" y="28"/>
                </a:lnTo>
                <a:lnTo>
                  <a:pt x="371" y="29"/>
                </a:lnTo>
                <a:lnTo>
                  <a:pt x="372" y="30"/>
                </a:lnTo>
                <a:lnTo>
                  <a:pt x="372" y="31"/>
                </a:lnTo>
                <a:lnTo>
                  <a:pt x="373" y="31"/>
                </a:lnTo>
                <a:lnTo>
                  <a:pt x="373" y="32"/>
                </a:lnTo>
                <a:lnTo>
                  <a:pt x="373" y="33"/>
                </a:lnTo>
                <a:lnTo>
                  <a:pt x="374" y="33"/>
                </a:lnTo>
                <a:lnTo>
                  <a:pt x="375" y="34"/>
                </a:lnTo>
                <a:lnTo>
                  <a:pt x="375" y="35"/>
                </a:lnTo>
                <a:lnTo>
                  <a:pt x="376" y="36"/>
                </a:lnTo>
                <a:lnTo>
                  <a:pt x="377" y="37"/>
                </a:lnTo>
                <a:lnTo>
                  <a:pt x="377" y="38"/>
                </a:lnTo>
                <a:lnTo>
                  <a:pt x="378" y="39"/>
                </a:lnTo>
                <a:lnTo>
                  <a:pt x="379" y="39"/>
                </a:lnTo>
                <a:lnTo>
                  <a:pt x="380" y="39"/>
                </a:lnTo>
                <a:lnTo>
                  <a:pt x="381" y="39"/>
                </a:lnTo>
                <a:lnTo>
                  <a:pt x="382" y="39"/>
                </a:lnTo>
                <a:lnTo>
                  <a:pt x="383" y="39"/>
                </a:lnTo>
                <a:lnTo>
                  <a:pt x="383" y="40"/>
                </a:lnTo>
                <a:lnTo>
                  <a:pt x="384" y="40"/>
                </a:lnTo>
                <a:lnTo>
                  <a:pt x="385" y="41"/>
                </a:lnTo>
                <a:lnTo>
                  <a:pt x="386" y="42"/>
                </a:lnTo>
                <a:lnTo>
                  <a:pt x="386" y="43"/>
                </a:lnTo>
                <a:lnTo>
                  <a:pt x="387" y="44"/>
                </a:lnTo>
                <a:lnTo>
                  <a:pt x="388" y="44"/>
                </a:lnTo>
                <a:lnTo>
                  <a:pt x="389" y="44"/>
                </a:lnTo>
                <a:lnTo>
                  <a:pt x="390" y="44"/>
                </a:lnTo>
                <a:lnTo>
                  <a:pt x="390" y="43"/>
                </a:lnTo>
                <a:lnTo>
                  <a:pt x="392" y="44"/>
                </a:lnTo>
                <a:lnTo>
                  <a:pt x="393" y="44"/>
                </a:lnTo>
                <a:lnTo>
                  <a:pt x="395" y="45"/>
                </a:lnTo>
                <a:lnTo>
                  <a:pt x="396" y="45"/>
                </a:lnTo>
                <a:lnTo>
                  <a:pt x="397" y="45"/>
                </a:lnTo>
                <a:lnTo>
                  <a:pt x="398" y="45"/>
                </a:lnTo>
                <a:lnTo>
                  <a:pt x="399" y="45"/>
                </a:lnTo>
                <a:lnTo>
                  <a:pt x="400" y="45"/>
                </a:lnTo>
                <a:lnTo>
                  <a:pt x="401" y="45"/>
                </a:lnTo>
                <a:lnTo>
                  <a:pt x="405" y="43"/>
                </a:lnTo>
                <a:lnTo>
                  <a:pt x="407" y="42"/>
                </a:lnTo>
                <a:lnTo>
                  <a:pt x="408" y="42"/>
                </a:lnTo>
                <a:lnTo>
                  <a:pt x="409" y="42"/>
                </a:lnTo>
                <a:lnTo>
                  <a:pt x="410" y="42"/>
                </a:lnTo>
                <a:lnTo>
                  <a:pt x="411" y="42"/>
                </a:lnTo>
                <a:lnTo>
                  <a:pt x="411" y="41"/>
                </a:lnTo>
                <a:lnTo>
                  <a:pt x="412" y="41"/>
                </a:lnTo>
                <a:lnTo>
                  <a:pt x="414" y="41"/>
                </a:lnTo>
                <a:lnTo>
                  <a:pt x="415" y="41"/>
                </a:lnTo>
                <a:lnTo>
                  <a:pt x="416" y="41"/>
                </a:lnTo>
                <a:lnTo>
                  <a:pt x="418" y="41"/>
                </a:lnTo>
                <a:lnTo>
                  <a:pt x="420" y="42"/>
                </a:lnTo>
                <a:lnTo>
                  <a:pt x="422" y="42"/>
                </a:lnTo>
                <a:lnTo>
                  <a:pt x="423" y="42"/>
                </a:lnTo>
                <a:lnTo>
                  <a:pt x="424" y="42"/>
                </a:lnTo>
                <a:lnTo>
                  <a:pt x="424" y="43"/>
                </a:lnTo>
                <a:lnTo>
                  <a:pt x="425" y="44"/>
                </a:lnTo>
                <a:lnTo>
                  <a:pt x="424" y="46"/>
                </a:lnTo>
                <a:lnTo>
                  <a:pt x="424" y="47"/>
                </a:lnTo>
                <a:lnTo>
                  <a:pt x="424" y="49"/>
                </a:lnTo>
                <a:lnTo>
                  <a:pt x="425" y="50"/>
                </a:lnTo>
                <a:lnTo>
                  <a:pt x="427" y="51"/>
                </a:lnTo>
                <a:lnTo>
                  <a:pt x="428" y="51"/>
                </a:lnTo>
                <a:lnTo>
                  <a:pt x="429" y="51"/>
                </a:lnTo>
                <a:lnTo>
                  <a:pt x="430" y="51"/>
                </a:lnTo>
                <a:lnTo>
                  <a:pt x="433" y="51"/>
                </a:lnTo>
                <a:lnTo>
                  <a:pt x="435" y="50"/>
                </a:lnTo>
                <a:lnTo>
                  <a:pt x="436" y="50"/>
                </a:lnTo>
                <a:lnTo>
                  <a:pt x="436" y="49"/>
                </a:lnTo>
                <a:lnTo>
                  <a:pt x="437" y="49"/>
                </a:lnTo>
                <a:lnTo>
                  <a:pt x="438" y="49"/>
                </a:lnTo>
                <a:lnTo>
                  <a:pt x="438" y="48"/>
                </a:lnTo>
                <a:lnTo>
                  <a:pt x="439" y="48"/>
                </a:lnTo>
                <a:lnTo>
                  <a:pt x="440" y="49"/>
                </a:lnTo>
                <a:lnTo>
                  <a:pt x="442" y="51"/>
                </a:lnTo>
                <a:lnTo>
                  <a:pt x="442" y="52"/>
                </a:lnTo>
                <a:lnTo>
                  <a:pt x="443" y="54"/>
                </a:lnTo>
                <a:lnTo>
                  <a:pt x="443" y="55"/>
                </a:lnTo>
                <a:lnTo>
                  <a:pt x="444" y="55"/>
                </a:lnTo>
                <a:lnTo>
                  <a:pt x="444" y="56"/>
                </a:lnTo>
                <a:lnTo>
                  <a:pt x="445" y="56"/>
                </a:lnTo>
                <a:lnTo>
                  <a:pt x="446" y="57"/>
                </a:lnTo>
                <a:lnTo>
                  <a:pt x="447" y="56"/>
                </a:lnTo>
                <a:lnTo>
                  <a:pt x="448" y="56"/>
                </a:lnTo>
                <a:lnTo>
                  <a:pt x="449" y="56"/>
                </a:lnTo>
                <a:lnTo>
                  <a:pt x="449" y="55"/>
                </a:lnTo>
                <a:lnTo>
                  <a:pt x="449" y="54"/>
                </a:lnTo>
                <a:lnTo>
                  <a:pt x="450" y="54"/>
                </a:lnTo>
                <a:lnTo>
                  <a:pt x="450" y="53"/>
                </a:lnTo>
                <a:lnTo>
                  <a:pt x="450" y="52"/>
                </a:lnTo>
                <a:lnTo>
                  <a:pt x="449" y="51"/>
                </a:lnTo>
                <a:lnTo>
                  <a:pt x="448" y="50"/>
                </a:lnTo>
                <a:lnTo>
                  <a:pt x="448" y="49"/>
                </a:lnTo>
                <a:lnTo>
                  <a:pt x="448" y="48"/>
                </a:lnTo>
                <a:lnTo>
                  <a:pt x="447" y="48"/>
                </a:lnTo>
                <a:lnTo>
                  <a:pt x="447" y="47"/>
                </a:lnTo>
                <a:lnTo>
                  <a:pt x="446" y="47"/>
                </a:lnTo>
                <a:lnTo>
                  <a:pt x="446" y="46"/>
                </a:lnTo>
                <a:lnTo>
                  <a:pt x="445" y="45"/>
                </a:lnTo>
                <a:lnTo>
                  <a:pt x="445" y="44"/>
                </a:lnTo>
                <a:lnTo>
                  <a:pt x="445" y="43"/>
                </a:lnTo>
                <a:lnTo>
                  <a:pt x="446" y="42"/>
                </a:lnTo>
                <a:lnTo>
                  <a:pt x="449" y="40"/>
                </a:lnTo>
                <a:lnTo>
                  <a:pt x="451" y="38"/>
                </a:lnTo>
                <a:lnTo>
                  <a:pt x="452" y="38"/>
                </a:lnTo>
                <a:lnTo>
                  <a:pt x="453" y="37"/>
                </a:lnTo>
                <a:lnTo>
                  <a:pt x="454" y="36"/>
                </a:lnTo>
                <a:lnTo>
                  <a:pt x="455" y="36"/>
                </a:lnTo>
                <a:lnTo>
                  <a:pt x="455" y="35"/>
                </a:lnTo>
                <a:lnTo>
                  <a:pt x="456" y="35"/>
                </a:lnTo>
                <a:lnTo>
                  <a:pt x="458" y="34"/>
                </a:lnTo>
                <a:lnTo>
                  <a:pt x="459" y="34"/>
                </a:lnTo>
                <a:lnTo>
                  <a:pt x="460" y="34"/>
                </a:lnTo>
                <a:lnTo>
                  <a:pt x="460" y="33"/>
                </a:lnTo>
                <a:lnTo>
                  <a:pt x="461" y="33"/>
                </a:lnTo>
                <a:lnTo>
                  <a:pt x="462" y="32"/>
                </a:lnTo>
                <a:lnTo>
                  <a:pt x="463" y="32"/>
                </a:lnTo>
                <a:lnTo>
                  <a:pt x="464" y="32"/>
                </a:lnTo>
                <a:lnTo>
                  <a:pt x="465" y="32"/>
                </a:lnTo>
                <a:lnTo>
                  <a:pt x="466" y="32"/>
                </a:lnTo>
                <a:lnTo>
                  <a:pt x="467" y="31"/>
                </a:lnTo>
                <a:lnTo>
                  <a:pt x="472" y="30"/>
                </a:lnTo>
                <a:lnTo>
                  <a:pt x="474" y="30"/>
                </a:lnTo>
                <a:lnTo>
                  <a:pt x="475" y="29"/>
                </a:lnTo>
                <a:lnTo>
                  <a:pt x="476" y="29"/>
                </a:lnTo>
                <a:lnTo>
                  <a:pt x="477" y="29"/>
                </a:lnTo>
                <a:lnTo>
                  <a:pt x="478" y="29"/>
                </a:lnTo>
                <a:lnTo>
                  <a:pt x="479" y="29"/>
                </a:lnTo>
                <a:lnTo>
                  <a:pt x="479" y="30"/>
                </a:lnTo>
                <a:lnTo>
                  <a:pt x="480" y="30"/>
                </a:lnTo>
                <a:lnTo>
                  <a:pt x="480" y="29"/>
                </a:lnTo>
                <a:lnTo>
                  <a:pt x="481" y="29"/>
                </a:lnTo>
                <a:lnTo>
                  <a:pt x="482" y="29"/>
                </a:lnTo>
                <a:lnTo>
                  <a:pt x="485" y="30"/>
                </a:lnTo>
                <a:lnTo>
                  <a:pt x="486" y="31"/>
                </a:lnTo>
                <a:lnTo>
                  <a:pt x="487" y="31"/>
                </a:lnTo>
                <a:lnTo>
                  <a:pt x="489" y="31"/>
                </a:lnTo>
                <a:lnTo>
                  <a:pt x="494" y="34"/>
                </a:lnTo>
                <a:lnTo>
                  <a:pt x="495" y="34"/>
                </a:lnTo>
                <a:lnTo>
                  <a:pt x="495" y="35"/>
                </a:lnTo>
                <a:lnTo>
                  <a:pt x="496" y="35"/>
                </a:lnTo>
                <a:lnTo>
                  <a:pt x="497" y="35"/>
                </a:lnTo>
                <a:lnTo>
                  <a:pt x="497" y="36"/>
                </a:lnTo>
                <a:lnTo>
                  <a:pt x="498" y="36"/>
                </a:lnTo>
                <a:lnTo>
                  <a:pt x="500" y="36"/>
                </a:lnTo>
                <a:lnTo>
                  <a:pt x="501" y="36"/>
                </a:lnTo>
                <a:lnTo>
                  <a:pt x="503" y="36"/>
                </a:lnTo>
                <a:lnTo>
                  <a:pt x="503" y="37"/>
                </a:lnTo>
                <a:lnTo>
                  <a:pt x="505" y="37"/>
                </a:lnTo>
                <a:lnTo>
                  <a:pt x="506" y="37"/>
                </a:lnTo>
                <a:lnTo>
                  <a:pt x="508" y="37"/>
                </a:lnTo>
                <a:lnTo>
                  <a:pt x="509" y="37"/>
                </a:lnTo>
                <a:lnTo>
                  <a:pt x="510" y="37"/>
                </a:lnTo>
                <a:lnTo>
                  <a:pt x="512" y="38"/>
                </a:lnTo>
                <a:lnTo>
                  <a:pt x="513" y="38"/>
                </a:lnTo>
                <a:lnTo>
                  <a:pt x="515" y="39"/>
                </a:lnTo>
                <a:lnTo>
                  <a:pt x="516" y="39"/>
                </a:lnTo>
                <a:lnTo>
                  <a:pt x="516" y="40"/>
                </a:lnTo>
                <a:lnTo>
                  <a:pt x="518" y="40"/>
                </a:lnTo>
                <a:lnTo>
                  <a:pt x="519" y="40"/>
                </a:lnTo>
                <a:lnTo>
                  <a:pt x="520" y="40"/>
                </a:lnTo>
                <a:lnTo>
                  <a:pt x="521" y="40"/>
                </a:lnTo>
                <a:lnTo>
                  <a:pt x="522" y="40"/>
                </a:lnTo>
                <a:lnTo>
                  <a:pt x="524" y="40"/>
                </a:lnTo>
                <a:lnTo>
                  <a:pt x="524" y="41"/>
                </a:lnTo>
                <a:lnTo>
                  <a:pt x="525" y="41"/>
                </a:lnTo>
                <a:lnTo>
                  <a:pt x="525" y="42"/>
                </a:lnTo>
                <a:lnTo>
                  <a:pt x="525" y="43"/>
                </a:lnTo>
                <a:lnTo>
                  <a:pt x="525" y="44"/>
                </a:lnTo>
                <a:lnTo>
                  <a:pt x="525" y="45"/>
                </a:lnTo>
                <a:lnTo>
                  <a:pt x="525" y="46"/>
                </a:lnTo>
                <a:lnTo>
                  <a:pt x="526" y="46"/>
                </a:lnTo>
                <a:lnTo>
                  <a:pt x="526" y="47"/>
                </a:lnTo>
                <a:lnTo>
                  <a:pt x="527" y="48"/>
                </a:lnTo>
                <a:lnTo>
                  <a:pt x="528" y="49"/>
                </a:lnTo>
                <a:lnTo>
                  <a:pt x="529" y="49"/>
                </a:lnTo>
                <a:lnTo>
                  <a:pt x="530" y="49"/>
                </a:lnTo>
                <a:lnTo>
                  <a:pt x="530" y="48"/>
                </a:lnTo>
                <a:lnTo>
                  <a:pt x="531" y="47"/>
                </a:lnTo>
                <a:lnTo>
                  <a:pt x="532" y="47"/>
                </a:lnTo>
                <a:lnTo>
                  <a:pt x="532" y="46"/>
                </a:lnTo>
                <a:lnTo>
                  <a:pt x="533" y="45"/>
                </a:lnTo>
                <a:lnTo>
                  <a:pt x="533" y="44"/>
                </a:lnTo>
                <a:lnTo>
                  <a:pt x="534" y="43"/>
                </a:lnTo>
                <a:lnTo>
                  <a:pt x="536" y="41"/>
                </a:lnTo>
                <a:lnTo>
                  <a:pt x="537" y="41"/>
                </a:lnTo>
                <a:lnTo>
                  <a:pt x="538" y="40"/>
                </a:lnTo>
                <a:lnTo>
                  <a:pt x="539" y="40"/>
                </a:lnTo>
                <a:lnTo>
                  <a:pt x="540" y="41"/>
                </a:lnTo>
                <a:lnTo>
                  <a:pt x="541" y="41"/>
                </a:lnTo>
                <a:lnTo>
                  <a:pt x="541" y="42"/>
                </a:lnTo>
                <a:lnTo>
                  <a:pt x="542" y="42"/>
                </a:lnTo>
                <a:lnTo>
                  <a:pt x="542" y="43"/>
                </a:lnTo>
                <a:lnTo>
                  <a:pt x="543" y="43"/>
                </a:lnTo>
                <a:lnTo>
                  <a:pt x="543" y="44"/>
                </a:lnTo>
                <a:lnTo>
                  <a:pt x="544" y="45"/>
                </a:lnTo>
                <a:lnTo>
                  <a:pt x="544" y="47"/>
                </a:lnTo>
                <a:lnTo>
                  <a:pt x="544" y="48"/>
                </a:lnTo>
                <a:lnTo>
                  <a:pt x="545" y="49"/>
                </a:lnTo>
                <a:lnTo>
                  <a:pt x="546" y="49"/>
                </a:lnTo>
                <a:lnTo>
                  <a:pt x="547" y="50"/>
                </a:lnTo>
                <a:lnTo>
                  <a:pt x="548" y="50"/>
                </a:lnTo>
                <a:lnTo>
                  <a:pt x="549" y="51"/>
                </a:lnTo>
                <a:lnTo>
                  <a:pt x="550" y="52"/>
                </a:lnTo>
                <a:lnTo>
                  <a:pt x="551" y="53"/>
                </a:lnTo>
                <a:lnTo>
                  <a:pt x="551" y="54"/>
                </a:lnTo>
                <a:lnTo>
                  <a:pt x="552" y="54"/>
                </a:lnTo>
                <a:lnTo>
                  <a:pt x="553" y="54"/>
                </a:lnTo>
                <a:lnTo>
                  <a:pt x="554" y="54"/>
                </a:lnTo>
                <a:lnTo>
                  <a:pt x="556" y="54"/>
                </a:lnTo>
                <a:lnTo>
                  <a:pt x="558" y="54"/>
                </a:lnTo>
                <a:lnTo>
                  <a:pt x="559" y="55"/>
                </a:lnTo>
                <a:lnTo>
                  <a:pt x="560" y="55"/>
                </a:lnTo>
                <a:lnTo>
                  <a:pt x="560" y="56"/>
                </a:lnTo>
                <a:lnTo>
                  <a:pt x="560" y="57"/>
                </a:lnTo>
                <a:lnTo>
                  <a:pt x="559" y="58"/>
                </a:lnTo>
                <a:lnTo>
                  <a:pt x="558" y="58"/>
                </a:lnTo>
                <a:lnTo>
                  <a:pt x="558" y="59"/>
                </a:lnTo>
                <a:lnTo>
                  <a:pt x="558" y="60"/>
                </a:lnTo>
                <a:lnTo>
                  <a:pt x="558" y="61"/>
                </a:lnTo>
                <a:lnTo>
                  <a:pt x="559" y="62"/>
                </a:lnTo>
                <a:lnTo>
                  <a:pt x="559" y="63"/>
                </a:lnTo>
                <a:lnTo>
                  <a:pt x="560" y="63"/>
                </a:lnTo>
                <a:lnTo>
                  <a:pt x="560" y="64"/>
                </a:lnTo>
                <a:lnTo>
                  <a:pt x="560" y="65"/>
                </a:lnTo>
                <a:lnTo>
                  <a:pt x="559" y="66"/>
                </a:lnTo>
                <a:lnTo>
                  <a:pt x="558" y="66"/>
                </a:lnTo>
                <a:lnTo>
                  <a:pt x="558" y="67"/>
                </a:lnTo>
                <a:lnTo>
                  <a:pt x="556" y="68"/>
                </a:lnTo>
                <a:lnTo>
                  <a:pt x="555" y="68"/>
                </a:lnTo>
                <a:lnTo>
                  <a:pt x="554" y="68"/>
                </a:lnTo>
                <a:lnTo>
                  <a:pt x="553" y="70"/>
                </a:lnTo>
                <a:lnTo>
                  <a:pt x="552" y="70"/>
                </a:lnTo>
                <a:lnTo>
                  <a:pt x="552" y="71"/>
                </a:lnTo>
                <a:lnTo>
                  <a:pt x="552" y="72"/>
                </a:lnTo>
                <a:lnTo>
                  <a:pt x="552" y="73"/>
                </a:lnTo>
                <a:lnTo>
                  <a:pt x="553" y="75"/>
                </a:lnTo>
                <a:lnTo>
                  <a:pt x="554" y="78"/>
                </a:lnTo>
                <a:lnTo>
                  <a:pt x="554" y="80"/>
                </a:lnTo>
                <a:lnTo>
                  <a:pt x="555" y="81"/>
                </a:lnTo>
                <a:lnTo>
                  <a:pt x="556" y="82"/>
                </a:lnTo>
                <a:lnTo>
                  <a:pt x="557" y="82"/>
                </a:lnTo>
                <a:lnTo>
                  <a:pt x="557" y="81"/>
                </a:lnTo>
                <a:lnTo>
                  <a:pt x="558" y="80"/>
                </a:lnTo>
                <a:lnTo>
                  <a:pt x="559" y="80"/>
                </a:lnTo>
                <a:lnTo>
                  <a:pt x="559" y="79"/>
                </a:lnTo>
                <a:lnTo>
                  <a:pt x="560" y="79"/>
                </a:lnTo>
                <a:lnTo>
                  <a:pt x="560" y="78"/>
                </a:lnTo>
                <a:lnTo>
                  <a:pt x="560" y="77"/>
                </a:lnTo>
                <a:lnTo>
                  <a:pt x="561" y="77"/>
                </a:lnTo>
                <a:lnTo>
                  <a:pt x="562" y="76"/>
                </a:lnTo>
                <a:lnTo>
                  <a:pt x="564" y="76"/>
                </a:lnTo>
                <a:lnTo>
                  <a:pt x="565" y="75"/>
                </a:lnTo>
                <a:lnTo>
                  <a:pt x="566" y="74"/>
                </a:lnTo>
                <a:lnTo>
                  <a:pt x="566" y="73"/>
                </a:lnTo>
                <a:lnTo>
                  <a:pt x="566" y="72"/>
                </a:lnTo>
                <a:lnTo>
                  <a:pt x="567" y="72"/>
                </a:lnTo>
                <a:lnTo>
                  <a:pt x="571" y="72"/>
                </a:lnTo>
                <a:lnTo>
                  <a:pt x="572" y="71"/>
                </a:lnTo>
                <a:lnTo>
                  <a:pt x="573" y="71"/>
                </a:lnTo>
                <a:lnTo>
                  <a:pt x="575" y="71"/>
                </a:lnTo>
                <a:lnTo>
                  <a:pt x="576" y="71"/>
                </a:lnTo>
                <a:lnTo>
                  <a:pt x="577" y="71"/>
                </a:lnTo>
                <a:lnTo>
                  <a:pt x="577" y="72"/>
                </a:lnTo>
                <a:lnTo>
                  <a:pt x="577" y="73"/>
                </a:lnTo>
                <a:lnTo>
                  <a:pt x="577" y="74"/>
                </a:lnTo>
                <a:lnTo>
                  <a:pt x="577" y="75"/>
                </a:lnTo>
                <a:lnTo>
                  <a:pt x="578" y="75"/>
                </a:lnTo>
                <a:lnTo>
                  <a:pt x="578" y="76"/>
                </a:lnTo>
                <a:lnTo>
                  <a:pt x="579" y="77"/>
                </a:lnTo>
                <a:lnTo>
                  <a:pt x="580" y="78"/>
                </a:lnTo>
                <a:lnTo>
                  <a:pt x="581" y="79"/>
                </a:lnTo>
                <a:lnTo>
                  <a:pt x="582" y="79"/>
                </a:lnTo>
                <a:lnTo>
                  <a:pt x="583" y="80"/>
                </a:lnTo>
                <a:lnTo>
                  <a:pt x="584" y="80"/>
                </a:lnTo>
                <a:lnTo>
                  <a:pt x="584" y="81"/>
                </a:lnTo>
                <a:lnTo>
                  <a:pt x="585" y="81"/>
                </a:lnTo>
                <a:lnTo>
                  <a:pt x="586" y="82"/>
                </a:lnTo>
                <a:lnTo>
                  <a:pt x="587" y="83"/>
                </a:lnTo>
                <a:lnTo>
                  <a:pt x="589" y="84"/>
                </a:lnTo>
                <a:lnTo>
                  <a:pt x="589" y="85"/>
                </a:lnTo>
                <a:lnTo>
                  <a:pt x="590" y="86"/>
                </a:lnTo>
                <a:lnTo>
                  <a:pt x="590" y="87"/>
                </a:lnTo>
                <a:lnTo>
                  <a:pt x="590" y="88"/>
                </a:lnTo>
                <a:lnTo>
                  <a:pt x="591" y="88"/>
                </a:lnTo>
                <a:lnTo>
                  <a:pt x="591" y="89"/>
                </a:lnTo>
                <a:lnTo>
                  <a:pt x="592" y="89"/>
                </a:lnTo>
                <a:lnTo>
                  <a:pt x="592" y="90"/>
                </a:lnTo>
                <a:lnTo>
                  <a:pt x="593" y="90"/>
                </a:lnTo>
                <a:lnTo>
                  <a:pt x="594" y="90"/>
                </a:lnTo>
                <a:lnTo>
                  <a:pt x="594" y="91"/>
                </a:lnTo>
                <a:lnTo>
                  <a:pt x="595" y="91"/>
                </a:lnTo>
                <a:lnTo>
                  <a:pt x="595" y="92"/>
                </a:lnTo>
                <a:lnTo>
                  <a:pt x="596" y="93"/>
                </a:lnTo>
                <a:lnTo>
                  <a:pt x="597" y="93"/>
                </a:lnTo>
                <a:lnTo>
                  <a:pt x="597" y="94"/>
                </a:lnTo>
                <a:lnTo>
                  <a:pt x="598" y="94"/>
                </a:lnTo>
                <a:lnTo>
                  <a:pt x="599" y="94"/>
                </a:lnTo>
                <a:lnTo>
                  <a:pt x="599" y="93"/>
                </a:lnTo>
                <a:lnTo>
                  <a:pt x="600" y="93"/>
                </a:lnTo>
                <a:lnTo>
                  <a:pt x="600" y="92"/>
                </a:lnTo>
                <a:lnTo>
                  <a:pt x="600" y="91"/>
                </a:lnTo>
                <a:lnTo>
                  <a:pt x="600" y="90"/>
                </a:lnTo>
                <a:lnTo>
                  <a:pt x="601" y="90"/>
                </a:lnTo>
                <a:lnTo>
                  <a:pt x="601" y="89"/>
                </a:lnTo>
                <a:lnTo>
                  <a:pt x="601" y="86"/>
                </a:lnTo>
                <a:lnTo>
                  <a:pt x="602" y="85"/>
                </a:lnTo>
                <a:lnTo>
                  <a:pt x="603" y="85"/>
                </a:lnTo>
                <a:lnTo>
                  <a:pt x="603" y="84"/>
                </a:lnTo>
                <a:lnTo>
                  <a:pt x="604" y="84"/>
                </a:lnTo>
                <a:lnTo>
                  <a:pt x="606" y="84"/>
                </a:lnTo>
                <a:lnTo>
                  <a:pt x="612" y="86"/>
                </a:lnTo>
                <a:lnTo>
                  <a:pt x="612" y="87"/>
                </a:lnTo>
                <a:lnTo>
                  <a:pt x="614" y="87"/>
                </a:lnTo>
                <a:lnTo>
                  <a:pt x="615" y="88"/>
                </a:lnTo>
                <a:lnTo>
                  <a:pt x="615" y="89"/>
                </a:lnTo>
                <a:lnTo>
                  <a:pt x="615" y="90"/>
                </a:lnTo>
                <a:lnTo>
                  <a:pt x="614" y="90"/>
                </a:lnTo>
                <a:lnTo>
                  <a:pt x="614" y="91"/>
                </a:lnTo>
                <a:lnTo>
                  <a:pt x="613" y="91"/>
                </a:lnTo>
                <a:lnTo>
                  <a:pt x="612" y="91"/>
                </a:lnTo>
                <a:lnTo>
                  <a:pt x="609" y="92"/>
                </a:lnTo>
                <a:lnTo>
                  <a:pt x="608" y="93"/>
                </a:lnTo>
                <a:lnTo>
                  <a:pt x="607" y="94"/>
                </a:lnTo>
                <a:lnTo>
                  <a:pt x="607" y="96"/>
                </a:lnTo>
                <a:lnTo>
                  <a:pt x="609" y="99"/>
                </a:lnTo>
                <a:lnTo>
                  <a:pt x="610" y="100"/>
                </a:lnTo>
                <a:lnTo>
                  <a:pt x="611" y="102"/>
                </a:lnTo>
                <a:lnTo>
                  <a:pt x="612" y="102"/>
                </a:lnTo>
                <a:lnTo>
                  <a:pt x="612" y="103"/>
                </a:lnTo>
                <a:lnTo>
                  <a:pt x="612" y="104"/>
                </a:lnTo>
                <a:lnTo>
                  <a:pt x="613" y="105"/>
                </a:lnTo>
                <a:lnTo>
                  <a:pt x="612" y="106"/>
                </a:lnTo>
                <a:lnTo>
                  <a:pt x="611" y="107"/>
                </a:lnTo>
                <a:lnTo>
                  <a:pt x="607" y="109"/>
                </a:lnTo>
                <a:lnTo>
                  <a:pt x="605" y="109"/>
                </a:lnTo>
                <a:lnTo>
                  <a:pt x="604" y="109"/>
                </a:lnTo>
                <a:lnTo>
                  <a:pt x="603" y="110"/>
                </a:lnTo>
                <a:lnTo>
                  <a:pt x="602" y="110"/>
                </a:lnTo>
                <a:lnTo>
                  <a:pt x="602" y="111"/>
                </a:lnTo>
                <a:lnTo>
                  <a:pt x="601" y="113"/>
                </a:lnTo>
                <a:lnTo>
                  <a:pt x="601" y="115"/>
                </a:lnTo>
                <a:lnTo>
                  <a:pt x="601" y="116"/>
                </a:lnTo>
                <a:lnTo>
                  <a:pt x="602" y="117"/>
                </a:lnTo>
                <a:lnTo>
                  <a:pt x="602" y="118"/>
                </a:lnTo>
                <a:lnTo>
                  <a:pt x="602" y="119"/>
                </a:lnTo>
                <a:lnTo>
                  <a:pt x="603" y="121"/>
                </a:lnTo>
                <a:lnTo>
                  <a:pt x="604" y="121"/>
                </a:lnTo>
                <a:lnTo>
                  <a:pt x="604" y="122"/>
                </a:lnTo>
                <a:lnTo>
                  <a:pt x="605" y="123"/>
                </a:lnTo>
                <a:lnTo>
                  <a:pt x="606" y="123"/>
                </a:lnTo>
                <a:lnTo>
                  <a:pt x="606" y="124"/>
                </a:lnTo>
                <a:lnTo>
                  <a:pt x="607" y="124"/>
                </a:lnTo>
                <a:lnTo>
                  <a:pt x="607" y="125"/>
                </a:lnTo>
                <a:lnTo>
                  <a:pt x="608" y="125"/>
                </a:lnTo>
                <a:lnTo>
                  <a:pt x="609" y="125"/>
                </a:lnTo>
                <a:lnTo>
                  <a:pt x="610" y="127"/>
                </a:lnTo>
                <a:lnTo>
                  <a:pt x="611" y="127"/>
                </a:lnTo>
                <a:lnTo>
                  <a:pt x="612" y="128"/>
                </a:lnTo>
                <a:lnTo>
                  <a:pt x="613" y="128"/>
                </a:lnTo>
                <a:lnTo>
                  <a:pt x="613" y="127"/>
                </a:lnTo>
                <a:lnTo>
                  <a:pt x="614" y="127"/>
                </a:lnTo>
                <a:lnTo>
                  <a:pt x="615" y="126"/>
                </a:lnTo>
                <a:lnTo>
                  <a:pt x="615" y="124"/>
                </a:lnTo>
                <a:lnTo>
                  <a:pt x="615" y="123"/>
                </a:lnTo>
                <a:lnTo>
                  <a:pt x="615" y="121"/>
                </a:lnTo>
                <a:lnTo>
                  <a:pt x="616" y="121"/>
                </a:lnTo>
                <a:lnTo>
                  <a:pt x="619" y="122"/>
                </a:lnTo>
                <a:lnTo>
                  <a:pt x="621" y="123"/>
                </a:lnTo>
                <a:lnTo>
                  <a:pt x="622" y="123"/>
                </a:lnTo>
                <a:lnTo>
                  <a:pt x="623" y="124"/>
                </a:lnTo>
                <a:lnTo>
                  <a:pt x="625" y="125"/>
                </a:lnTo>
                <a:lnTo>
                  <a:pt x="631" y="127"/>
                </a:lnTo>
                <a:lnTo>
                  <a:pt x="631" y="128"/>
                </a:lnTo>
                <a:lnTo>
                  <a:pt x="633" y="129"/>
                </a:lnTo>
                <a:lnTo>
                  <a:pt x="635" y="130"/>
                </a:lnTo>
                <a:lnTo>
                  <a:pt x="636" y="131"/>
                </a:lnTo>
                <a:lnTo>
                  <a:pt x="637" y="132"/>
                </a:lnTo>
                <a:lnTo>
                  <a:pt x="637" y="133"/>
                </a:lnTo>
                <a:lnTo>
                  <a:pt x="637" y="135"/>
                </a:lnTo>
                <a:lnTo>
                  <a:pt x="636" y="136"/>
                </a:lnTo>
                <a:lnTo>
                  <a:pt x="636" y="137"/>
                </a:lnTo>
                <a:lnTo>
                  <a:pt x="636" y="138"/>
                </a:lnTo>
                <a:lnTo>
                  <a:pt x="636" y="139"/>
                </a:lnTo>
                <a:lnTo>
                  <a:pt x="636" y="140"/>
                </a:lnTo>
                <a:lnTo>
                  <a:pt x="636" y="142"/>
                </a:lnTo>
                <a:lnTo>
                  <a:pt x="636" y="143"/>
                </a:lnTo>
                <a:lnTo>
                  <a:pt x="637" y="144"/>
                </a:lnTo>
                <a:lnTo>
                  <a:pt x="638" y="144"/>
                </a:lnTo>
                <a:lnTo>
                  <a:pt x="639" y="144"/>
                </a:lnTo>
                <a:lnTo>
                  <a:pt x="640" y="144"/>
                </a:lnTo>
                <a:lnTo>
                  <a:pt x="640" y="143"/>
                </a:lnTo>
                <a:lnTo>
                  <a:pt x="641" y="143"/>
                </a:lnTo>
                <a:lnTo>
                  <a:pt x="641" y="142"/>
                </a:lnTo>
                <a:lnTo>
                  <a:pt x="642" y="142"/>
                </a:lnTo>
                <a:lnTo>
                  <a:pt x="642" y="141"/>
                </a:lnTo>
                <a:lnTo>
                  <a:pt x="643" y="141"/>
                </a:lnTo>
                <a:lnTo>
                  <a:pt x="645" y="141"/>
                </a:lnTo>
                <a:lnTo>
                  <a:pt x="646" y="141"/>
                </a:lnTo>
                <a:lnTo>
                  <a:pt x="647" y="141"/>
                </a:lnTo>
                <a:lnTo>
                  <a:pt x="647" y="142"/>
                </a:lnTo>
                <a:lnTo>
                  <a:pt x="648" y="143"/>
                </a:lnTo>
                <a:lnTo>
                  <a:pt x="650" y="144"/>
                </a:lnTo>
                <a:lnTo>
                  <a:pt x="652" y="146"/>
                </a:lnTo>
                <a:lnTo>
                  <a:pt x="652" y="147"/>
                </a:lnTo>
                <a:lnTo>
                  <a:pt x="653" y="147"/>
                </a:lnTo>
                <a:lnTo>
                  <a:pt x="654" y="148"/>
                </a:lnTo>
                <a:lnTo>
                  <a:pt x="657" y="150"/>
                </a:lnTo>
                <a:lnTo>
                  <a:pt x="657" y="151"/>
                </a:lnTo>
                <a:lnTo>
                  <a:pt x="660" y="153"/>
                </a:lnTo>
                <a:lnTo>
                  <a:pt x="661" y="156"/>
                </a:lnTo>
                <a:lnTo>
                  <a:pt x="661" y="157"/>
                </a:lnTo>
                <a:lnTo>
                  <a:pt x="661" y="160"/>
                </a:lnTo>
                <a:lnTo>
                  <a:pt x="661" y="161"/>
                </a:lnTo>
                <a:lnTo>
                  <a:pt x="661" y="162"/>
                </a:lnTo>
                <a:lnTo>
                  <a:pt x="661" y="163"/>
                </a:lnTo>
                <a:lnTo>
                  <a:pt x="660" y="163"/>
                </a:lnTo>
                <a:lnTo>
                  <a:pt x="660" y="164"/>
                </a:lnTo>
                <a:lnTo>
                  <a:pt x="659" y="164"/>
                </a:lnTo>
                <a:lnTo>
                  <a:pt x="658" y="165"/>
                </a:lnTo>
                <a:lnTo>
                  <a:pt x="658" y="166"/>
                </a:lnTo>
                <a:lnTo>
                  <a:pt x="658" y="167"/>
                </a:lnTo>
                <a:lnTo>
                  <a:pt x="659" y="167"/>
                </a:lnTo>
                <a:lnTo>
                  <a:pt x="659" y="168"/>
                </a:lnTo>
                <a:lnTo>
                  <a:pt x="659" y="169"/>
                </a:lnTo>
                <a:lnTo>
                  <a:pt x="660" y="170"/>
                </a:lnTo>
                <a:lnTo>
                  <a:pt x="661" y="171"/>
                </a:lnTo>
                <a:lnTo>
                  <a:pt x="663" y="172"/>
                </a:lnTo>
                <a:lnTo>
                  <a:pt x="664" y="172"/>
                </a:lnTo>
                <a:lnTo>
                  <a:pt x="665" y="172"/>
                </a:lnTo>
                <a:lnTo>
                  <a:pt x="666" y="171"/>
                </a:lnTo>
                <a:lnTo>
                  <a:pt x="668" y="171"/>
                </a:lnTo>
                <a:lnTo>
                  <a:pt x="669" y="170"/>
                </a:lnTo>
                <a:lnTo>
                  <a:pt x="670" y="170"/>
                </a:lnTo>
                <a:lnTo>
                  <a:pt x="673" y="170"/>
                </a:lnTo>
                <a:lnTo>
                  <a:pt x="674" y="170"/>
                </a:lnTo>
                <a:lnTo>
                  <a:pt x="675" y="170"/>
                </a:lnTo>
                <a:lnTo>
                  <a:pt x="675" y="171"/>
                </a:lnTo>
                <a:lnTo>
                  <a:pt x="676" y="172"/>
                </a:lnTo>
                <a:lnTo>
                  <a:pt x="675" y="173"/>
                </a:lnTo>
                <a:lnTo>
                  <a:pt x="675" y="174"/>
                </a:lnTo>
                <a:lnTo>
                  <a:pt x="674" y="174"/>
                </a:lnTo>
                <a:lnTo>
                  <a:pt x="673" y="174"/>
                </a:lnTo>
                <a:lnTo>
                  <a:pt x="672" y="174"/>
                </a:lnTo>
                <a:lnTo>
                  <a:pt x="671" y="175"/>
                </a:lnTo>
                <a:lnTo>
                  <a:pt x="670" y="176"/>
                </a:lnTo>
                <a:lnTo>
                  <a:pt x="669" y="177"/>
                </a:lnTo>
                <a:lnTo>
                  <a:pt x="669" y="178"/>
                </a:lnTo>
                <a:lnTo>
                  <a:pt x="668" y="178"/>
                </a:lnTo>
                <a:lnTo>
                  <a:pt x="667" y="179"/>
                </a:lnTo>
                <a:lnTo>
                  <a:pt x="666" y="179"/>
                </a:lnTo>
                <a:lnTo>
                  <a:pt x="666" y="180"/>
                </a:lnTo>
                <a:lnTo>
                  <a:pt x="665" y="180"/>
                </a:lnTo>
                <a:lnTo>
                  <a:pt x="665" y="181"/>
                </a:lnTo>
                <a:lnTo>
                  <a:pt x="664" y="181"/>
                </a:lnTo>
                <a:lnTo>
                  <a:pt x="664" y="182"/>
                </a:lnTo>
                <a:lnTo>
                  <a:pt x="664" y="183"/>
                </a:lnTo>
                <a:lnTo>
                  <a:pt x="663" y="184"/>
                </a:lnTo>
                <a:lnTo>
                  <a:pt x="662" y="185"/>
                </a:lnTo>
                <a:lnTo>
                  <a:pt x="662" y="186"/>
                </a:lnTo>
                <a:lnTo>
                  <a:pt x="662" y="187"/>
                </a:lnTo>
                <a:lnTo>
                  <a:pt x="661" y="187"/>
                </a:lnTo>
                <a:lnTo>
                  <a:pt x="661" y="188"/>
                </a:lnTo>
                <a:lnTo>
                  <a:pt x="661" y="190"/>
                </a:lnTo>
                <a:lnTo>
                  <a:pt x="662" y="191"/>
                </a:lnTo>
                <a:lnTo>
                  <a:pt x="662" y="192"/>
                </a:lnTo>
                <a:lnTo>
                  <a:pt x="663" y="192"/>
                </a:lnTo>
                <a:lnTo>
                  <a:pt x="664" y="192"/>
                </a:lnTo>
                <a:lnTo>
                  <a:pt x="665" y="193"/>
                </a:lnTo>
                <a:lnTo>
                  <a:pt x="666" y="193"/>
                </a:lnTo>
                <a:lnTo>
                  <a:pt x="667" y="193"/>
                </a:lnTo>
                <a:lnTo>
                  <a:pt x="668" y="193"/>
                </a:lnTo>
                <a:lnTo>
                  <a:pt x="668" y="194"/>
                </a:lnTo>
                <a:lnTo>
                  <a:pt x="669" y="194"/>
                </a:lnTo>
                <a:lnTo>
                  <a:pt x="671" y="194"/>
                </a:lnTo>
                <a:lnTo>
                  <a:pt x="672" y="194"/>
                </a:lnTo>
                <a:lnTo>
                  <a:pt x="674" y="193"/>
                </a:lnTo>
                <a:lnTo>
                  <a:pt x="675" y="193"/>
                </a:lnTo>
                <a:lnTo>
                  <a:pt x="676" y="193"/>
                </a:lnTo>
                <a:lnTo>
                  <a:pt x="677" y="194"/>
                </a:lnTo>
                <a:lnTo>
                  <a:pt x="678" y="194"/>
                </a:lnTo>
                <a:lnTo>
                  <a:pt x="678" y="195"/>
                </a:lnTo>
                <a:lnTo>
                  <a:pt x="679" y="195"/>
                </a:lnTo>
                <a:lnTo>
                  <a:pt x="680" y="195"/>
                </a:lnTo>
                <a:lnTo>
                  <a:pt x="681" y="195"/>
                </a:lnTo>
                <a:lnTo>
                  <a:pt x="681" y="196"/>
                </a:lnTo>
                <a:lnTo>
                  <a:pt x="682" y="196"/>
                </a:lnTo>
                <a:lnTo>
                  <a:pt x="683" y="196"/>
                </a:lnTo>
                <a:lnTo>
                  <a:pt x="684" y="196"/>
                </a:lnTo>
                <a:lnTo>
                  <a:pt x="686" y="196"/>
                </a:lnTo>
                <a:lnTo>
                  <a:pt x="687" y="195"/>
                </a:lnTo>
                <a:lnTo>
                  <a:pt x="689" y="195"/>
                </a:lnTo>
                <a:lnTo>
                  <a:pt x="689" y="196"/>
                </a:lnTo>
                <a:lnTo>
                  <a:pt x="694" y="197"/>
                </a:lnTo>
                <a:lnTo>
                  <a:pt x="695" y="198"/>
                </a:lnTo>
                <a:lnTo>
                  <a:pt x="696" y="198"/>
                </a:lnTo>
                <a:lnTo>
                  <a:pt x="697" y="198"/>
                </a:lnTo>
                <a:lnTo>
                  <a:pt x="697" y="199"/>
                </a:lnTo>
                <a:lnTo>
                  <a:pt x="698" y="199"/>
                </a:lnTo>
                <a:lnTo>
                  <a:pt x="698" y="200"/>
                </a:lnTo>
                <a:lnTo>
                  <a:pt x="699" y="200"/>
                </a:lnTo>
                <a:lnTo>
                  <a:pt x="699" y="201"/>
                </a:lnTo>
                <a:lnTo>
                  <a:pt x="698" y="204"/>
                </a:lnTo>
                <a:lnTo>
                  <a:pt x="698" y="205"/>
                </a:lnTo>
                <a:lnTo>
                  <a:pt x="697" y="205"/>
                </a:lnTo>
                <a:lnTo>
                  <a:pt x="697" y="206"/>
                </a:lnTo>
                <a:lnTo>
                  <a:pt x="697" y="207"/>
                </a:lnTo>
                <a:lnTo>
                  <a:pt x="697" y="208"/>
                </a:lnTo>
                <a:lnTo>
                  <a:pt x="697" y="209"/>
                </a:lnTo>
                <a:lnTo>
                  <a:pt x="698" y="211"/>
                </a:lnTo>
                <a:lnTo>
                  <a:pt x="698" y="212"/>
                </a:lnTo>
                <a:lnTo>
                  <a:pt x="698" y="213"/>
                </a:lnTo>
                <a:lnTo>
                  <a:pt x="697" y="213"/>
                </a:lnTo>
                <a:lnTo>
                  <a:pt x="697" y="214"/>
                </a:lnTo>
                <a:lnTo>
                  <a:pt x="696" y="214"/>
                </a:lnTo>
                <a:lnTo>
                  <a:pt x="696" y="216"/>
                </a:lnTo>
                <a:lnTo>
                  <a:pt x="696" y="217"/>
                </a:lnTo>
                <a:lnTo>
                  <a:pt x="696" y="218"/>
                </a:lnTo>
                <a:lnTo>
                  <a:pt x="697" y="219"/>
                </a:lnTo>
                <a:lnTo>
                  <a:pt x="697" y="220"/>
                </a:lnTo>
                <a:lnTo>
                  <a:pt x="696" y="220"/>
                </a:lnTo>
                <a:lnTo>
                  <a:pt x="695" y="220"/>
                </a:lnTo>
                <a:lnTo>
                  <a:pt x="694" y="220"/>
                </a:lnTo>
                <a:lnTo>
                  <a:pt x="692" y="220"/>
                </a:lnTo>
                <a:lnTo>
                  <a:pt x="691" y="220"/>
                </a:lnTo>
                <a:lnTo>
                  <a:pt x="691" y="221"/>
                </a:lnTo>
                <a:lnTo>
                  <a:pt x="690" y="221"/>
                </a:lnTo>
                <a:lnTo>
                  <a:pt x="688" y="223"/>
                </a:lnTo>
                <a:lnTo>
                  <a:pt x="688" y="224"/>
                </a:lnTo>
                <a:lnTo>
                  <a:pt x="688" y="226"/>
                </a:lnTo>
                <a:lnTo>
                  <a:pt x="688" y="227"/>
                </a:lnTo>
                <a:lnTo>
                  <a:pt x="689" y="228"/>
                </a:lnTo>
                <a:lnTo>
                  <a:pt x="689" y="229"/>
                </a:lnTo>
                <a:lnTo>
                  <a:pt x="691" y="230"/>
                </a:lnTo>
                <a:lnTo>
                  <a:pt x="692" y="230"/>
                </a:lnTo>
                <a:lnTo>
                  <a:pt x="692" y="231"/>
                </a:lnTo>
                <a:lnTo>
                  <a:pt x="693" y="232"/>
                </a:lnTo>
                <a:lnTo>
                  <a:pt x="693" y="233"/>
                </a:lnTo>
                <a:lnTo>
                  <a:pt x="692" y="234"/>
                </a:lnTo>
                <a:lnTo>
                  <a:pt x="693" y="237"/>
                </a:lnTo>
                <a:lnTo>
                  <a:pt x="693" y="238"/>
                </a:lnTo>
                <a:lnTo>
                  <a:pt x="693" y="239"/>
                </a:lnTo>
                <a:lnTo>
                  <a:pt x="694" y="240"/>
                </a:lnTo>
                <a:lnTo>
                  <a:pt x="695" y="240"/>
                </a:lnTo>
                <a:lnTo>
                  <a:pt x="696" y="241"/>
                </a:lnTo>
                <a:lnTo>
                  <a:pt x="697" y="241"/>
                </a:lnTo>
                <a:lnTo>
                  <a:pt x="698" y="241"/>
                </a:lnTo>
                <a:lnTo>
                  <a:pt x="699" y="241"/>
                </a:lnTo>
                <a:lnTo>
                  <a:pt x="700" y="242"/>
                </a:lnTo>
                <a:lnTo>
                  <a:pt x="700" y="243"/>
                </a:lnTo>
                <a:lnTo>
                  <a:pt x="702" y="246"/>
                </a:lnTo>
                <a:lnTo>
                  <a:pt x="704" y="247"/>
                </a:lnTo>
                <a:lnTo>
                  <a:pt x="705" y="248"/>
                </a:lnTo>
                <a:lnTo>
                  <a:pt x="707" y="250"/>
                </a:lnTo>
                <a:lnTo>
                  <a:pt x="710" y="253"/>
                </a:lnTo>
                <a:lnTo>
                  <a:pt x="711" y="256"/>
                </a:lnTo>
                <a:lnTo>
                  <a:pt x="712" y="257"/>
                </a:lnTo>
                <a:lnTo>
                  <a:pt x="712" y="258"/>
                </a:lnTo>
                <a:lnTo>
                  <a:pt x="714" y="259"/>
                </a:lnTo>
                <a:lnTo>
                  <a:pt x="716" y="261"/>
                </a:lnTo>
                <a:lnTo>
                  <a:pt x="717" y="263"/>
                </a:lnTo>
                <a:lnTo>
                  <a:pt x="719" y="264"/>
                </a:lnTo>
                <a:lnTo>
                  <a:pt x="721" y="267"/>
                </a:lnTo>
                <a:lnTo>
                  <a:pt x="722" y="268"/>
                </a:lnTo>
                <a:lnTo>
                  <a:pt x="723" y="268"/>
                </a:lnTo>
                <a:lnTo>
                  <a:pt x="723" y="269"/>
                </a:lnTo>
                <a:lnTo>
                  <a:pt x="724" y="269"/>
                </a:lnTo>
                <a:lnTo>
                  <a:pt x="726" y="269"/>
                </a:lnTo>
                <a:lnTo>
                  <a:pt x="727" y="269"/>
                </a:lnTo>
                <a:lnTo>
                  <a:pt x="727" y="270"/>
                </a:lnTo>
                <a:lnTo>
                  <a:pt x="727" y="271"/>
                </a:lnTo>
                <a:lnTo>
                  <a:pt x="727" y="272"/>
                </a:lnTo>
                <a:lnTo>
                  <a:pt x="727" y="273"/>
                </a:lnTo>
                <a:lnTo>
                  <a:pt x="728" y="274"/>
                </a:lnTo>
                <a:lnTo>
                  <a:pt x="728" y="275"/>
                </a:lnTo>
                <a:lnTo>
                  <a:pt x="729" y="275"/>
                </a:lnTo>
                <a:lnTo>
                  <a:pt x="731" y="275"/>
                </a:lnTo>
                <a:lnTo>
                  <a:pt x="732" y="275"/>
                </a:lnTo>
                <a:lnTo>
                  <a:pt x="733" y="274"/>
                </a:lnTo>
                <a:lnTo>
                  <a:pt x="734" y="274"/>
                </a:lnTo>
                <a:lnTo>
                  <a:pt x="735" y="274"/>
                </a:lnTo>
                <a:lnTo>
                  <a:pt x="736" y="274"/>
                </a:lnTo>
                <a:lnTo>
                  <a:pt x="737" y="276"/>
                </a:lnTo>
                <a:lnTo>
                  <a:pt x="738" y="277"/>
                </a:lnTo>
                <a:lnTo>
                  <a:pt x="738" y="279"/>
                </a:lnTo>
                <a:lnTo>
                  <a:pt x="738" y="280"/>
                </a:lnTo>
                <a:lnTo>
                  <a:pt x="737" y="281"/>
                </a:lnTo>
                <a:lnTo>
                  <a:pt x="737" y="282"/>
                </a:lnTo>
                <a:lnTo>
                  <a:pt x="738" y="283"/>
                </a:lnTo>
                <a:lnTo>
                  <a:pt x="738" y="284"/>
                </a:lnTo>
                <a:lnTo>
                  <a:pt x="738" y="285"/>
                </a:lnTo>
                <a:lnTo>
                  <a:pt x="739" y="286"/>
                </a:lnTo>
                <a:lnTo>
                  <a:pt x="741" y="288"/>
                </a:lnTo>
                <a:lnTo>
                  <a:pt x="741" y="289"/>
                </a:lnTo>
                <a:lnTo>
                  <a:pt x="742" y="291"/>
                </a:lnTo>
                <a:lnTo>
                  <a:pt x="742" y="292"/>
                </a:lnTo>
                <a:lnTo>
                  <a:pt x="741" y="294"/>
                </a:lnTo>
                <a:lnTo>
                  <a:pt x="740" y="294"/>
                </a:lnTo>
                <a:lnTo>
                  <a:pt x="739" y="295"/>
                </a:lnTo>
                <a:lnTo>
                  <a:pt x="738" y="296"/>
                </a:lnTo>
                <a:lnTo>
                  <a:pt x="737" y="297"/>
                </a:lnTo>
                <a:lnTo>
                  <a:pt x="735" y="299"/>
                </a:lnTo>
                <a:lnTo>
                  <a:pt x="735" y="300"/>
                </a:lnTo>
                <a:lnTo>
                  <a:pt x="735" y="301"/>
                </a:lnTo>
                <a:lnTo>
                  <a:pt x="736" y="301"/>
                </a:lnTo>
                <a:lnTo>
                  <a:pt x="736" y="302"/>
                </a:lnTo>
                <a:lnTo>
                  <a:pt x="738" y="304"/>
                </a:lnTo>
                <a:lnTo>
                  <a:pt x="740" y="305"/>
                </a:lnTo>
                <a:lnTo>
                  <a:pt x="741" y="305"/>
                </a:lnTo>
                <a:lnTo>
                  <a:pt x="743" y="306"/>
                </a:lnTo>
                <a:lnTo>
                  <a:pt x="745" y="306"/>
                </a:lnTo>
                <a:lnTo>
                  <a:pt x="747" y="306"/>
                </a:lnTo>
                <a:lnTo>
                  <a:pt x="750" y="306"/>
                </a:lnTo>
                <a:lnTo>
                  <a:pt x="753" y="307"/>
                </a:lnTo>
                <a:lnTo>
                  <a:pt x="754" y="307"/>
                </a:lnTo>
                <a:lnTo>
                  <a:pt x="758" y="308"/>
                </a:lnTo>
                <a:lnTo>
                  <a:pt x="759" y="309"/>
                </a:lnTo>
                <a:lnTo>
                  <a:pt x="760" y="309"/>
                </a:lnTo>
                <a:lnTo>
                  <a:pt x="760" y="310"/>
                </a:lnTo>
                <a:lnTo>
                  <a:pt x="760" y="311"/>
                </a:lnTo>
                <a:lnTo>
                  <a:pt x="760" y="312"/>
                </a:lnTo>
                <a:lnTo>
                  <a:pt x="759" y="312"/>
                </a:lnTo>
                <a:lnTo>
                  <a:pt x="759" y="313"/>
                </a:lnTo>
                <a:lnTo>
                  <a:pt x="759" y="314"/>
                </a:lnTo>
                <a:lnTo>
                  <a:pt x="759" y="315"/>
                </a:lnTo>
                <a:lnTo>
                  <a:pt x="758" y="316"/>
                </a:lnTo>
                <a:lnTo>
                  <a:pt x="758" y="317"/>
                </a:lnTo>
                <a:lnTo>
                  <a:pt x="757" y="317"/>
                </a:lnTo>
                <a:lnTo>
                  <a:pt x="757" y="318"/>
                </a:lnTo>
                <a:lnTo>
                  <a:pt x="757" y="319"/>
                </a:lnTo>
                <a:lnTo>
                  <a:pt x="757" y="320"/>
                </a:lnTo>
                <a:lnTo>
                  <a:pt x="757" y="321"/>
                </a:lnTo>
                <a:lnTo>
                  <a:pt x="757" y="322"/>
                </a:lnTo>
                <a:lnTo>
                  <a:pt x="757" y="323"/>
                </a:lnTo>
                <a:lnTo>
                  <a:pt x="757" y="324"/>
                </a:lnTo>
                <a:lnTo>
                  <a:pt x="756" y="325"/>
                </a:lnTo>
                <a:lnTo>
                  <a:pt x="756" y="326"/>
                </a:lnTo>
                <a:lnTo>
                  <a:pt x="755" y="327"/>
                </a:lnTo>
                <a:lnTo>
                  <a:pt x="755" y="328"/>
                </a:lnTo>
                <a:lnTo>
                  <a:pt x="756" y="328"/>
                </a:lnTo>
                <a:lnTo>
                  <a:pt x="756" y="329"/>
                </a:lnTo>
                <a:lnTo>
                  <a:pt x="757" y="330"/>
                </a:lnTo>
                <a:lnTo>
                  <a:pt x="758" y="330"/>
                </a:lnTo>
                <a:lnTo>
                  <a:pt x="758" y="331"/>
                </a:lnTo>
                <a:lnTo>
                  <a:pt x="760" y="332"/>
                </a:lnTo>
                <a:lnTo>
                  <a:pt x="761" y="332"/>
                </a:lnTo>
                <a:lnTo>
                  <a:pt x="763" y="332"/>
                </a:lnTo>
                <a:lnTo>
                  <a:pt x="766" y="332"/>
                </a:lnTo>
                <a:lnTo>
                  <a:pt x="770" y="332"/>
                </a:lnTo>
                <a:lnTo>
                  <a:pt x="772" y="331"/>
                </a:lnTo>
                <a:lnTo>
                  <a:pt x="773" y="331"/>
                </a:lnTo>
                <a:lnTo>
                  <a:pt x="774" y="333"/>
                </a:lnTo>
                <a:lnTo>
                  <a:pt x="775" y="334"/>
                </a:lnTo>
                <a:lnTo>
                  <a:pt x="776" y="335"/>
                </a:lnTo>
                <a:lnTo>
                  <a:pt x="777" y="338"/>
                </a:lnTo>
                <a:lnTo>
                  <a:pt x="778" y="340"/>
                </a:lnTo>
                <a:lnTo>
                  <a:pt x="778" y="341"/>
                </a:lnTo>
                <a:lnTo>
                  <a:pt x="777" y="342"/>
                </a:lnTo>
                <a:lnTo>
                  <a:pt x="777" y="344"/>
                </a:lnTo>
                <a:lnTo>
                  <a:pt x="775" y="345"/>
                </a:lnTo>
                <a:lnTo>
                  <a:pt x="773" y="345"/>
                </a:lnTo>
                <a:lnTo>
                  <a:pt x="772" y="345"/>
                </a:lnTo>
                <a:lnTo>
                  <a:pt x="769" y="345"/>
                </a:lnTo>
                <a:lnTo>
                  <a:pt x="768" y="345"/>
                </a:lnTo>
                <a:lnTo>
                  <a:pt x="767" y="346"/>
                </a:lnTo>
                <a:lnTo>
                  <a:pt x="766" y="347"/>
                </a:lnTo>
                <a:lnTo>
                  <a:pt x="766" y="348"/>
                </a:lnTo>
                <a:lnTo>
                  <a:pt x="765" y="349"/>
                </a:lnTo>
                <a:lnTo>
                  <a:pt x="765" y="351"/>
                </a:lnTo>
                <a:lnTo>
                  <a:pt x="765" y="353"/>
                </a:lnTo>
                <a:lnTo>
                  <a:pt x="766" y="356"/>
                </a:lnTo>
                <a:lnTo>
                  <a:pt x="768" y="359"/>
                </a:lnTo>
                <a:lnTo>
                  <a:pt x="769" y="360"/>
                </a:lnTo>
                <a:lnTo>
                  <a:pt x="770" y="361"/>
                </a:lnTo>
                <a:lnTo>
                  <a:pt x="770" y="362"/>
                </a:lnTo>
                <a:lnTo>
                  <a:pt x="771" y="362"/>
                </a:lnTo>
                <a:lnTo>
                  <a:pt x="772" y="363"/>
                </a:lnTo>
                <a:lnTo>
                  <a:pt x="773" y="363"/>
                </a:lnTo>
                <a:lnTo>
                  <a:pt x="775" y="364"/>
                </a:lnTo>
                <a:lnTo>
                  <a:pt x="777" y="364"/>
                </a:lnTo>
                <a:lnTo>
                  <a:pt x="778" y="364"/>
                </a:lnTo>
                <a:lnTo>
                  <a:pt x="779" y="364"/>
                </a:lnTo>
                <a:lnTo>
                  <a:pt x="780" y="363"/>
                </a:lnTo>
                <a:lnTo>
                  <a:pt x="781" y="362"/>
                </a:lnTo>
                <a:lnTo>
                  <a:pt x="781" y="360"/>
                </a:lnTo>
                <a:lnTo>
                  <a:pt x="781" y="359"/>
                </a:lnTo>
                <a:lnTo>
                  <a:pt x="781" y="358"/>
                </a:lnTo>
                <a:lnTo>
                  <a:pt x="780" y="356"/>
                </a:lnTo>
                <a:lnTo>
                  <a:pt x="779" y="356"/>
                </a:lnTo>
                <a:lnTo>
                  <a:pt x="777" y="355"/>
                </a:lnTo>
                <a:lnTo>
                  <a:pt x="775" y="354"/>
                </a:lnTo>
                <a:lnTo>
                  <a:pt x="774" y="353"/>
                </a:lnTo>
                <a:lnTo>
                  <a:pt x="773" y="352"/>
                </a:lnTo>
                <a:lnTo>
                  <a:pt x="773" y="351"/>
                </a:lnTo>
                <a:lnTo>
                  <a:pt x="773" y="350"/>
                </a:lnTo>
                <a:lnTo>
                  <a:pt x="773" y="349"/>
                </a:lnTo>
                <a:lnTo>
                  <a:pt x="774" y="349"/>
                </a:lnTo>
                <a:lnTo>
                  <a:pt x="775" y="349"/>
                </a:lnTo>
                <a:lnTo>
                  <a:pt x="775" y="348"/>
                </a:lnTo>
                <a:lnTo>
                  <a:pt x="776" y="348"/>
                </a:lnTo>
                <a:lnTo>
                  <a:pt x="778" y="347"/>
                </a:lnTo>
                <a:lnTo>
                  <a:pt x="780" y="345"/>
                </a:lnTo>
                <a:lnTo>
                  <a:pt x="783" y="344"/>
                </a:lnTo>
                <a:lnTo>
                  <a:pt x="784" y="344"/>
                </a:lnTo>
                <a:lnTo>
                  <a:pt x="786" y="344"/>
                </a:lnTo>
                <a:lnTo>
                  <a:pt x="786" y="345"/>
                </a:lnTo>
                <a:lnTo>
                  <a:pt x="787" y="346"/>
                </a:lnTo>
                <a:lnTo>
                  <a:pt x="787" y="347"/>
                </a:lnTo>
                <a:lnTo>
                  <a:pt x="787" y="348"/>
                </a:lnTo>
                <a:lnTo>
                  <a:pt x="787" y="350"/>
                </a:lnTo>
                <a:lnTo>
                  <a:pt x="787" y="352"/>
                </a:lnTo>
                <a:lnTo>
                  <a:pt x="786" y="354"/>
                </a:lnTo>
                <a:lnTo>
                  <a:pt x="786" y="355"/>
                </a:lnTo>
                <a:lnTo>
                  <a:pt x="785" y="358"/>
                </a:lnTo>
                <a:lnTo>
                  <a:pt x="784" y="360"/>
                </a:lnTo>
                <a:lnTo>
                  <a:pt x="783" y="361"/>
                </a:lnTo>
                <a:lnTo>
                  <a:pt x="783" y="363"/>
                </a:lnTo>
                <a:lnTo>
                  <a:pt x="782" y="365"/>
                </a:lnTo>
                <a:lnTo>
                  <a:pt x="782" y="366"/>
                </a:lnTo>
                <a:lnTo>
                  <a:pt x="781" y="369"/>
                </a:lnTo>
                <a:lnTo>
                  <a:pt x="781" y="371"/>
                </a:lnTo>
                <a:lnTo>
                  <a:pt x="781" y="372"/>
                </a:lnTo>
                <a:lnTo>
                  <a:pt x="782" y="373"/>
                </a:lnTo>
                <a:lnTo>
                  <a:pt x="782" y="374"/>
                </a:lnTo>
                <a:lnTo>
                  <a:pt x="783" y="376"/>
                </a:lnTo>
                <a:lnTo>
                  <a:pt x="785" y="380"/>
                </a:lnTo>
                <a:lnTo>
                  <a:pt x="786" y="382"/>
                </a:lnTo>
                <a:lnTo>
                  <a:pt x="787" y="385"/>
                </a:lnTo>
                <a:lnTo>
                  <a:pt x="788" y="389"/>
                </a:lnTo>
                <a:lnTo>
                  <a:pt x="789" y="391"/>
                </a:lnTo>
                <a:lnTo>
                  <a:pt x="789" y="393"/>
                </a:lnTo>
                <a:lnTo>
                  <a:pt x="789" y="395"/>
                </a:lnTo>
                <a:lnTo>
                  <a:pt x="790" y="398"/>
                </a:lnTo>
                <a:lnTo>
                  <a:pt x="790" y="399"/>
                </a:lnTo>
                <a:lnTo>
                  <a:pt x="791" y="399"/>
                </a:lnTo>
                <a:lnTo>
                  <a:pt x="792" y="399"/>
                </a:lnTo>
                <a:lnTo>
                  <a:pt x="793" y="400"/>
                </a:lnTo>
                <a:lnTo>
                  <a:pt x="794" y="400"/>
                </a:lnTo>
                <a:lnTo>
                  <a:pt x="795" y="401"/>
                </a:lnTo>
                <a:lnTo>
                  <a:pt x="798" y="402"/>
                </a:lnTo>
                <a:lnTo>
                  <a:pt x="801" y="405"/>
                </a:lnTo>
                <a:lnTo>
                  <a:pt x="804" y="407"/>
                </a:lnTo>
                <a:lnTo>
                  <a:pt x="805" y="408"/>
                </a:lnTo>
                <a:lnTo>
                  <a:pt x="807" y="410"/>
                </a:lnTo>
                <a:lnTo>
                  <a:pt x="808" y="412"/>
                </a:lnTo>
                <a:lnTo>
                  <a:pt x="809" y="413"/>
                </a:lnTo>
                <a:lnTo>
                  <a:pt x="810" y="413"/>
                </a:lnTo>
                <a:lnTo>
                  <a:pt x="810" y="414"/>
                </a:lnTo>
                <a:lnTo>
                  <a:pt x="811" y="414"/>
                </a:lnTo>
                <a:lnTo>
                  <a:pt x="812" y="414"/>
                </a:lnTo>
                <a:lnTo>
                  <a:pt x="814" y="415"/>
                </a:lnTo>
                <a:lnTo>
                  <a:pt x="817" y="416"/>
                </a:lnTo>
                <a:lnTo>
                  <a:pt x="820" y="417"/>
                </a:lnTo>
                <a:lnTo>
                  <a:pt x="822" y="419"/>
                </a:lnTo>
                <a:lnTo>
                  <a:pt x="824" y="420"/>
                </a:lnTo>
                <a:lnTo>
                  <a:pt x="824" y="421"/>
                </a:lnTo>
                <a:lnTo>
                  <a:pt x="825" y="421"/>
                </a:lnTo>
                <a:lnTo>
                  <a:pt x="825" y="422"/>
                </a:lnTo>
                <a:lnTo>
                  <a:pt x="826" y="422"/>
                </a:lnTo>
                <a:lnTo>
                  <a:pt x="826" y="423"/>
                </a:lnTo>
                <a:lnTo>
                  <a:pt x="827" y="424"/>
                </a:lnTo>
                <a:lnTo>
                  <a:pt x="828" y="425"/>
                </a:lnTo>
                <a:lnTo>
                  <a:pt x="831" y="428"/>
                </a:lnTo>
                <a:lnTo>
                  <a:pt x="834" y="432"/>
                </a:lnTo>
                <a:lnTo>
                  <a:pt x="836" y="436"/>
                </a:lnTo>
                <a:lnTo>
                  <a:pt x="839" y="440"/>
                </a:lnTo>
                <a:lnTo>
                  <a:pt x="842" y="443"/>
                </a:lnTo>
                <a:lnTo>
                  <a:pt x="844" y="445"/>
                </a:lnTo>
                <a:lnTo>
                  <a:pt x="845" y="446"/>
                </a:lnTo>
                <a:lnTo>
                  <a:pt x="846" y="447"/>
                </a:lnTo>
                <a:lnTo>
                  <a:pt x="847" y="447"/>
                </a:lnTo>
                <a:lnTo>
                  <a:pt x="848" y="447"/>
                </a:lnTo>
                <a:lnTo>
                  <a:pt x="849" y="447"/>
                </a:lnTo>
                <a:lnTo>
                  <a:pt x="850" y="447"/>
                </a:lnTo>
                <a:lnTo>
                  <a:pt x="851" y="447"/>
                </a:lnTo>
                <a:lnTo>
                  <a:pt x="853" y="448"/>
                </a:lnTo>
                <a:lnTo>
                  <a:pt x="853" y="449"/>
                </a:lnTo>
                <a:lnTo>
                  <a:pt x="854" y="450"/>
                </a:lnTo>
                <a:lnTo>
                  <a:pt x="854" y="451"/>
                </a:lnTo>
                <a:lnTo>
                  <a:pt x="854" y="453"/>
                </a:lnTo>
                <a:lnTo>
                  <a:pt x="853" y="455"/>
                </a:lnTo>
                <a:lnTo>
                  <a:pt x="853" y="456"/>
                </a:lnTo>
                <a:lnTo>
                  <a:pt x="853" y="458"/>
                </a:lnTo>
                <a:lnTo>
                  <a:pt x="853" y="460"/>
                </a:lnTo>
                <a:lnTo>
                  <a:pt x="854" y="462"/>
                </a:lnTo>
                <a:lnTo>
                  <a:pt x="855" y="465"/>
                </a:lnTo>
                <a:lnTo>
                  <a:pt x="856" y="466"/>
                </a:lnTo>
                <a:lnTo>
                  <a:pt x="859" y="468"/>
                </a:lnTo>
                <a:lnTo>
                  <a:pt x="860" y="470"/>
                </a:lnTo>
                <a:lnTo>
                  <a:pt x="862" y="471"/>
                </a:lnTo>
                <a:lnTo>
                  <a:pt x="863" y="472"/>
                </a:lnTo>
                <a:lnTo>
                  <a:pt x="865" y="474"/>
                </a:lnTo>
                <a:lnTo>
                  <a:pt x="866" y="476"/>
                </a:lnTo>
                <a:lnTo>
                  <a:pt x="869" y="479"/>
                </a:lnTo>
                <a:lnTo>
                  <a:pt x="869" y="480"/>
                </a:lnTo>
                <a:lnTo>
                  <a:pt x="870" y="480"/>
                </a:lnTo>
                <a:lnTo>
                  <a:pt x="869" y="482"/>
                </a:lnTo>
                <a:lnTo>
                  <a:pt x="869" y="484"/>
                </a:lnTo>
                <a:lnTo>
                  <a:pt x="870" y="486"/>
                </a:lnTo>
                <a:lnTo>
                  <a:pt x="870" y="487"/>
                </a:lnTo>
                <a:lnTo>
                  <a:pt x="869" y="488"/>
                </a:lnTo>
                <a:lnTo>
                  <a:pt x="866" y="490"/>
                </a:lnTo>
                <a:lnTo>
                  <a:pt x="865" y="492"/>
                </a:lnTo>
                <a:lnTo>
                  <a:pt x="865" y="493"/>
                </a:lnTo>
                <a:lnTo>
                  <a:pt x="865" y="497"/>
                </a:lnTo>
                <a:lnTo>
                  <a:pt x="865" y="500"/>
                </a:lnTo>
                <a:lnTo>
                  <a:pt x="864" y="501"/>
                </a:lnTo>
                <a:lnTo>
                  <a:pt x="864" y="502"/>
                </a:lnTo>
                <a:lnTo>
                  <a:pt x="864" y="503"/>
                </a:lnTo>
                <a:lnTo>
                  <a:pt x="865" y="505"/>
                </a:lnTo>
                <a:lnTo>
                  <a:pt x="867" y="506"/>
                </a:lnTo>
                <a:lnTo>
                  <a:pt x="869" y="507"/>
                </a:lnTo>
                <a:lnTo>
                  <a:pt x="870" y="507"/>
                </a:lnTo>
                <a:lnTo>
                  <a:pt x="871" y="507"/>
                </a:lnTo>
                <a:lnTo>
                  <a:pt x="871" y="506"/>
                </a:lnTo>
                <a:lnTo>
                  <a:pt x="872" y="506"/>
                </a:lnTo>
                <a:lnTo>
                  <a:pt x="873" y="506"/>
                </a:lnTo>
                <a:lnTo>
                  <a:pt x="874" y="507"/>
                </a:lnTo>
                <a:lnTo>
                  <a:pt x="875" y="508"/>
                </a:lnTo>
                <a:lnTo>
                  <a:pt x="876" y="509"/>
                </a:lnTo>
                <a:lnTo>
                  <a:pt x="876" y="510"/>
                </a:lnTo>
                <a:lnTo>
                  <a:pt x="876" y="512"/>
                </a:lnTo>
                <a:lnTo>
                  <a:pt x="877" y="513"/>
                </a:lnTo>
                <a:lnTo>
                  <a:pt x="877" y="514"/>
                </a:lnTo>
                <a:lnTo>
                  <a:pt x="877" y="516"/>
                </a:lnTo>
                <a:lnTo>
                  <a:pt x="877" y="518"/>
                </a:lnTo>
                <a:lnTo>
                  <a:pt x="876" y="518"/>
                </a:lnTo>
                <a:lnTo>
                  <a:pt x="876" y="519"/>
                </a:lnTo>
                <a:lnTo>
                  <a:pt x="876" y="520"/>
                </a:lnTo>
                <a:lnTo>
                  <a:pt x="875" y="522"/>
                </a:lnTo>
                <a:lnTo>
                  <a:pt x="875" y="523"/>
                </a:lnTo>
                <a:lnTo>
                  <a:pt x="874" y="523"/>
                </a:lnTo>
                <a:lnTo>
                  <a:pt x="874" y="525"/>
                </a:lnTo>
                <a:lnTo>
                  <a:pt x="875" y="527"/>
                </a:lnTo>
                <a:lnTo>
                  <a:pt x="875" y="528"/>
                </a:lnTo>
                <a:lnTo>
                  <a:pt x="876" y="529"/>
                </a:lnTo>
                <a:lnTo>
                  <a:pt x="877" y="531"/>
                </a:lnTo>
                <a:lnTo>
                  <a:pt x="878" y="531"/>
                </a:lnTo>
                <a:lnTo>
                  <a:pt x="879" y="532"/>
                </a:lnTo>
                <a:lnTo>
                  <a:pt x="881" y="534"/>
                </a:lnTo>
                <a:lnTo>
                  <a:pt x="883" y="536"/>
                </a:lnTo>
                <a:lnTo>
                  <a:pt x="885" y="537"/>
                </a:lnTo>
                <a:lnTo>
                  <a:pt x="887" y="537"/>
                </a:lnTo>
                <a:lnTo>
                  <a:pt x="890" y="537"/>
                </a:lnTo>
                <a:lnTo>
                  <a:pt x="892" y="537"/>
                </a:lnTo>
                <a:lnTo>
                  <a:pt x="894" y="538"/>
                </a:lnTo>
                <a:lnTo>
                  <a:pt x="895" y="538"/>
                </a:lnTo>
                <a:lnTo>
                  <a:pt x="896" y="538"/>
                </a:lnTo>
                <a:lnTo>
                  <a:pt x="897" y="538"/>
                </a:lnTo>
                <a:lnTo>
                  <a:pt x="898" y="539"/>
                </a:lnTo>
                <a:lnTo>
                  <a:pt x="899" y="539"/>
                </a:lnTo>
                <a:lnTo>
                  <a:pt x="902" y="539"/>
                </a:lnTo>
                <a:lnTo>
                  <a:pt x="904" y="539"/>
                </a:lnTo>
                <a:lnTo>
                  <a:pt x="907" y="539"/>
                </a:lnTo>
                <a:lnTo>
                  <a:pt x="910" y="539"/>
                </a:lnTo>
                <a:lnTo>
                  <a:pt x="911" y="540"/>
                </a:lnTo>
                <a:lnTo>
                  <a:pt x="914" y="539"/>
                </a:lnTo>
                <a:lnTo>
                  <a:pt x="915" y="540"/>
                </a:lnTo>
                <a:lnTo>
                  <a:pt x="916" y="541"/>
                </a:lnTo>
                <a:lnTo>
                  <a:pt x="917" y="543"/>
                </a:lnTo>
                <a:lnTo>
                  <a:pt x="917" y="544"/>
                </a:lnTo>
                <a:lnTo>
                  <a:pt x="918" y="550"/>
                </a:lnTo>
                <a:lnTo>
                  <a:pt x="918" y="552"/>
                </a:lnTo>
                <a:lnTo>
                  <a:pt x="918" y="555"/>
                </a:lnTo>
                <a:lnTo>
                  <a:pt x="918" y="557"/>
                </a:lnTo>
                <a:lnTo>
                  <a:pt x="917" y="560"/>
                </a:lnTo>
                <a:lnTo>
                  <a:pt x="916" y="563"/>
                </a:lnTo>
                <a:lnTo>
                  <a:pt x="914" y="567"/>
                </a:lnTo>
                <a:lnTo>
                  <a:pt x="913" y="568"/>
                </a:lnTo>
                <a:lnTo>
                  <a:pt x="913" y="569"/>
                </a:lnTo>
                <a:lnTo>
                  <a:pt x="911" y="573"/>
                </a:lnTo>
                <a:lnTo>
                  <a:pt x="911" y="576"/>
                </a:lnTo>
                <a:lnTo>
                  <a:pt x="911" y="578"/>
                </a:lnTo>
                <a:lnTo>
                  <a:pt x="911" y="583"/>
                </a:lnTo>
                <a:lnTo>
                  <a:pt x="911" y="587"/>
                </a:lnTo>
                <a:lnTo>
                  <a:pt x="911" y="590"/>
                </a:lnTo>
                <a:lnTo>
                  <a:pt x="912" y="592"/>
                </a:lnTo>
                <a:lnTo>
                  <a:pt x="913" y="592"/>
                </a:lnTo>
                <a:lnTo>
                  <a:pt x="914" y="594"/>
                </a:lnTo>
                <a:lnTo>
                  <a:pt x="917" y="596"/>
                </a:lnTo>
                <a:lnTo>
                  <a:pt x="919" y="599"/>
                </a:lnTo>
                <a:lnTo>
                  <a:pt x="920" y="599"/>
                </a:lnTo>
                <a:lnTo>
                  <a:pt x="921" y="600"/>
                </a:lnTo>
                <a:lnTo>
                  <a:pt x="921" y="601"/>
                </a:lnTo>
                <a:lnTo>
                  <a:pt x="922" y="603"/>
                </a:lnTo>
                <a:lnTo>
                  <a:pt x="922" y="605"/>
                </a:lnTo>
                <a:lnTo>
                  <a:pt x="922" y="609"/>
                </a:lnTo>
                <a:lnTo>
                  <a:pt x="922" y="613"/>
                </a:lnTo>
                <a:lnTo>
                  <a:pt x="922" y="617"/>
                </a:lnTo>
                <a:lnTo>
                  <a:pt x="923" y="618"/>
                </a:lnTo>
                <a:lnTo>
                  <a:pt x="923" y="620"/>
                </a:lnTo>
                <a:lnTo>
                  <a:pt x="924" y="623"/>
                </a:lnTo>
                <a:lnTo>
                  <a:pt x="925" y="624"/>
                </a:lnTo>
                <a:lnTo>
                  <a:pt x="927" y="626"/>
                </a:lnTo>
                <a:lnTo>
                  <a:pt x="929" y="628"/>
                </a:lnTo>
                <a:lnTo>
                  <a:pt x="931" y="629"/>
                </a:lnTo>
                <a:lnTo>
                  <a:pt x="933" y="629"/>
                </a:lnTo>
                <a:lnTo>
                  <a:pt x="936" y="629"/>
                </a:lnTo>
                <a:lnTo>
                  <a:pt x="939" y="629"/>
                </a:lnTo>
                <a:lnTo>
                  <a:pt x="942" y="629"/>
                </a:lnTo>
                <a:lnTo>
                  <a:pt x="943" y="629"/>
                </a:lnTo>
                <a:lnTo>
                  <a:pt x="944" y="629"/>
                </a:lnTo>
                <a:lnTo>
                  <a:pt x="945" y="630"/>
                </a:lnTo>
                <a:lnTo>
                  <a:pt x="946" y="631"/>
                </a:lnTo>
                <a:lnTo>
                  <a:pt x="946" y="633"/>
                </a:lnTo>
                <a:lnTo>
                  <a:pt x="947" y="636"/>
                </a:lnTo>
                <a:lnTo>
                  <a:pt x="948" y="638"/>
                </a:lnTo>
                <a:lnTo>
                  <a:pt x="949" y="642"/>
                </a:lnTo>
                <a:lnTo>
                  <a:pt x="950" y="644"/>
                </a:lnTo>
                <a:lnTo>
                  <a:pt x="951" y="646"/>
                </a:lnTo>
                <a:lnTo>
                  <a:pt x="951" y="647"/>
                </a:lnTo>
                <a:lnTo>
                  <a:pt x="953" y="648"/>
                </a:lnTo>
                <a:lnTo>
                  <a:pt x="955" y="650"/>
                </a:lnTo>
                <a:lnTo>
                  <a:pt x="958" y="651"/>
                </a:lnTo>
                <a:lnTo>
                  <a:pt x="958" y="652"/>
                </a:lnTo>
                <a:lnTo>
                  <a:pt x="961" y="652"/>
                </a:lnTo>
                <a:lnTo>
                  <a:pt x="964" y="653"/>
                </a:lnTo>
                <a:lnTo>
                  <a:pt x="965" y="654"/>
                </a:lnTo>
                <a:lnTo>
                  <a:pt x="966" y="654"/>
                </a:lnTo>
                <a:lnTo>
                  <a:pt x="967" y="655"/>
                </a:lnTo>
                <a:lnTo>
                  <a:pt x="968" y="656"/>
                </a:lnTo>
                <a:lnTo>
                  <a:pt x="970" y="659"/>
                </a:lnTo>
                <a:lnTo>
                  <a:pt x="971" y="660"/>
                </a:lnTo>
                <a:lnTo>
                  <a:pt x="972" y="661"/>
                </a:lnTo>
                <a:lnTo>
                  <a:pt x="973" y="661"/>
                </a:lnTo>
                <a:lnTo>
                  <a:pt x="974" y="661"/>
                </a:lnTo>
                <a:lnTo>
                  <a:pt x="975" y="660"/>
                </a:lnTo>
                <a:lnTo>
                  <a:pt x="977" y="660"/>
                </a:lnTo>
                <a:lnTo>
                  <a:pt x="978" y="660"/>
                </a:lnTo>
                <a:lnTo>
                  <a:pt x="979" y="660"/>
                </a:lnTo>
                <a:lnTo>
                  <a:pt x="980" y="660"/>
                </a:lnTo>
                <a:lnTo>
                  <a:pt x="982" y="661"/>
                </a:lnTo>
                <a:lnTo>
                  <a:pt x="984" y="661"/>
                </a:lnTo>
                <a:lnTo>
                  <a:pt x="985" y="661"/>
                </a:lnTo>
                <a:lnTo>
                  <a:pt x="986" y="660"/>
                </a:lnTo>
                <a:lnTo>
                  <a:pt x="987" y="659"/>
                </a:lnTo>
                <a:lnTo>
                  <a:pt x="987" y="658"/>
                </a:lnTo>
                <a:lnTo>
                  <a:pt x="988" y="657"/>
                </a:lnTo>
                <a:lnTo>
                  <a:pt x="990" y="656"/>
                </a:lnTo>
                <a:lnTo>
                  <a:pt x="990" y="655"/>
                </a:lnTo>
                <a:lnTo>
                  <a:pt x="991" y="655"/>
                </a:lnTo>
                <a:lnTo>
                  <a:pt x="992" y="655"/>
                </a:lnTo>
                <a:lnTo>
                  <a:pt x="995" y="656"/>
                </a:lnTo>
                <a:lnTo>
                  <a:pt x="996" y="656"/>
                </a:lnTo>
                <a:lnTo>
                  <a:pt x="997" y="656"/>
                </a:lnTo>
                <a:lnTo>
                  <a:pt x="999" y="656"/>
                </a:lnTo>
                <a:lnTo>
                  <a:pt x="1000" y="657"/>
                </a:lnTo>
                <a:lnTo>
                  <a:pt x="1002" y="658"/>
                </a:lnTo>
                <a:lnTo>
                  <a:pt x="1004" y="659"/>
                </a:lnTo>
                <a:lnTo>
                  <a:pt x="1006" y="659"/>
                </a:lnTo>
                <a:lnTo>
                  <a:pt x="1008" y="660"/>
                </a:lnTo>
                <a:lnTo>
                  <a:pt x="1011" y="660"/>
                </a:lnTo>
                <a:lnTo>
                  <a:pt x="1012" y="660"/>
                </a:lnTo>
                <a:lnTo>
                  <a:pt x="1013" y="660"/>
                </a:lnTo>
                <a:lnTo>
                  <a:pt x="1015" y="659"/>
                </a:lnTo>
                <a:lnTo>
                  <a:pt x="1016" y="659"/>
                </a:lnTo>
                <a:lnTo>
                  <a:pt x="1021" y="660"/>
                </a:lnTo>
                <a:lnTo>
                  <a:pt x="1024" y="660"/>
                </a:lnTo>
                <a:lnTo>
                  <a:pt x="1026" y="659"/>
                </a:lnTo>
                <a:lnTo>
                  <a:pt x="1027" y="658"/>
                </a:lnTo>
                <a:lnTo>
                  <a:pt x="1028" y="657"/>
                </a:lnTo>
                <a:lnTo>
                  <a:pt x="1029" y="655"/>
                </a:lnTo>
                <a:lnTo>
                  <a:pt x="1030" y="653"/>
                </a:lnTo>
                <a:lnTo>
                  <a:pt x="1032" y="652"/>
                </a:lnTo>
                <a:lnTo>
                  <a:pt x="1034" y="651"/>
                </a:lnTo>
                <a:lnTo>
                  <a:pt x="1035" y="651"/>
                </a:lnTo>
                <a:lnTo>
                  <a:pt x="1037" y="651"/>
                </a:lnTo>
                <a:lnTo>
                  <a:pt x="1038" y="652"/>
                </a:lnTo>
                <a:lnTo>
                  <a:pt x="1040" y="653"/>
                </a:lnTo>
                <a:lnTo>
                  <a:pt x="1042" y="654"/>
                </a:lnTo>
                <a:lnTo>
                  <a:pt x="1043" y="654"/>
                </a:lnTo>
                <a:lnTo>
                  <a:pt x="1044" y="654"/>
                </a:lnTo>
                <a:lnTo>
                  <a:pt x="1044" y="653"/>
                </a:lnTo>
                <a:lnTo>
                  <a:pt x="1046" y="652"/>
                </a:lnTo>
                <a:lnTo>
                  <a:pt x="1047" y="650"/>
                </a:lnTo>
                <a:lnTo>
                  <a:pt x="1047" y="648"/>
                </a:lnTo>
                <a:lnTo>
                  <a:pt x="1047" y="647"/>
                </a:lnTo>
                <a:lnTo>
                  <a:pt x="1046" y="646"/>
                </a:lnTo>
                <a:lnTo>
                  <a:pt x="1046" y="645"/>
                </a:lnTo>
                <a:lnTo>
                  <a:pt x="1046" y="644"/>
                </a:lnTo>
                <a:lnTo>
                  <a:pt x="1047" y="644"/>
                </a:lnTo>
                <a:lnTo>
                  <a:pt x="1050" y="642"/>
                </a:lnTo>
                <a:lnTo>
                  <a:pt x="1053" y="642"/>
                </a:lnTo>
                <a:lnTo>
                  <a:pt x="1056" y="641"/>
                </a:lnTo>
                <a:lnTo>
                  <a:pt x="1059" y="641"/>
                </a:lnTo>
                <a:lnTo>
                  <a:pt x="1062" y="639"/>
                </a:lnTo>
                <a:lnTo>
                  <a:pt x="1065" y="637"/>
                </a:lnTo>
                <a:lnTo>
                  <a:pt x="1065" y="636"/>
                </a:lnTo>
                <a:lnTo>
                  <a:pt x="1066" y="636"/>
                </a:lnTo>
                <a:lnTo>
                  <a:pt x="1067" y="636"/>
                </a:lnTo>
                <a:lnTo>
                  <a:pt x="1068" y="635"/>
                </a:lnTo>
                <a:lnTo>
                  <a:pt x="1070" y="635"/>
                </a:lnTo>
                <a:lnTo>
                  <a:pt x="1073" y="635"/>
                </a:lnTo>
                <a:lnTo>
                  <a:pt x="1076" y="636"/>
                </a:lnTo>
                <a:lnTo>
                  <a:pt x="1078" y="636"/>
                </a:lnTo>
                <a:lnTo>
                  <a:pt x="1083" y="637"/>
                </a:lnTo>
                <a:lnTo>
                  <a:pt x="1086" y="637"/>
                </a:lnTo>
                <a:lnTo>
                  <a:pt x="1089" y="637"/>
                </a:lnTo>
                <a:lnTo>
                  <a:pt x="1091" y="637"/>
                </a:lnTo>
                <a:lnTo>
                  <a:pt x="1093" y="638"/>
                </a:lnTo>
                <a:lnTo>
                  <a:pt x="1094" y="637"/>
                </a:lnTo>
                <a:lnTo>
                  <a:pt x="1094" y="636"/>
                </a:lnTo>
                <a:lnTo>
                  <a:pt x="1094" y="635"/>
                </a:lnTo>
                <a:lnTo>
                  <a:pt x="1094" y="634"/>
                </a:lnTo>
                <a:lnTo>
                  <a:pt x="1094" y="633"/>
                </a:lnTo>
                <a:lnTo>
                  <a:pt x="1094" y="632"/>
                </a:lnTo>
                <a:lnTo>
                  <a:pt x="1094" y="631"/>
                </a:lnTo>
                <a:lnTo>
                  <a:pt x="1095" y="630"/>
                </a:lnTo>
                <a:lnTo>
                  <a:pt x="1096" y="630"/>
                </a:lnTo>
                <a:lnTo>
                  <a:pt x="1097" y="630"/>
                </a:lnTo>
                <a:lnTo>
                  <a:pt x="1098" y="631"/>
                </a:lnTo>
                <a:lnTo>
                  <a:pt x="1101" y="631"/>
                </a:lnTo>
                <a:lnTo>
                  <a:pt x="1103" y="632"/>
                </a:lnTo>
                <a:lnTo>
                  <a:pt x="1105" y="635"/>
                </a:lnTo>
                <a:lnTo>
                  <a:pt x="1105" y="638"/>
                </a:lnTo>
                <a:lnTo>
                  <a:pt x="1104" y="638"/>
                </a:lnTo>
                <a:lnTo>
                  <a:pt x="1104" y="639"/>
                </a:lnTo>
                <a:lnTo>
                  <a:pt x="1103" y="641"/>
                </a:lnTo>
                <a:lnTo>
                  <a:pt x="1102" y="642"/>
                </a:lnTo>
                <a:lnTo>
                  <a:pt x="1100" y="645"/>
                </a:lnTo>
                <a:lnTo>
                  <a:pt x="1100" y="646"/>
                </a:lnTo>
                <a:lnTo>
                  <a:pt x="1099" y="648"/>
                </a:lnTo>
                <a:lnTo>
                  <a:pt x="1100" y="648"/>
                </a:lnTo>
                <a:lnTo>
                  <a:pt x="1100" y="650"/>
                </a:lnTo>
                <a:lnTo>
                  <a:pt x="1100" y="651"/>
                </a:lnTo>
                <a:lnTo>
                  <a:pt x="1101" y="653"/>
                </a:lnTo>
                <a:lnTo>
                  <a:pt x="1102" y="653"/>
                </a:lnTo>
                <a:lnTo>
                  <a:pt x="1103" y="654"/>
                </a:lnTo>
                <a:lnTo>
                  <a:pt x="1105" y="654"/>
                </a:lnTo>
                <a:lnTo>
                  <a:pt x="1107" y="653"/>
                </a:lnTo>
                <a:lnTo>
                  <a:pt x="1108" y="653"/>
                </a:lnTo>
                <a:lnTo>
                  <a:pt x="1109" y="652"/>
                </a:lnTo>
                <a:lnTo>
                  <a:pt x="1109" y="651"/>
                </a:lnTo>
                <a:lnTo>
                  <a:pt x="1111" y="650"/>
                </a:lnTo>
                <a:lnTo>
                  <a:pt x="1113" y="648"/>
                </a:lnTo>
                <a:lnTo>
                  <a:pt x="1115" y="648"/>
                </a:lnTo>
                <a:lnTo>
                  <a:pt x="1115" y="647"/>
                </a:lnTo>
                <a:lnTo>
                  <a:pt x="1117" y="647"/>
                </a:lnTo>
                <a:lnTo>
                  <a:pt x="1119" y="647"/>
                </a:lnTo>
                <a:lnTo>
                  <a:pt x="1122" y="648"/>
                </a:lnTo>
                <a:lnTo>
                  <a:pt x="1124" y="650"/>
                </a:lnTo>
                <a:lnTo>
                  <a:pt x="1126" y="650"/>
                </a:lnTo>
                <a:lnTo>
                  <a:pt x="1128" y="651"/>
                </a:lnTo>
                <a:lnTo>
                  <a:pt x="1130" y="650"/>
                </a:lnTo>
                <a:lnTo>
                  <a:pt x="1131" y="650"/>
                </a:lnTo>
                <a:lnTo>
                  <a:pt x="1133" y="650"/>
                </a:lnTo>
                <a:lnTo>
                  <a:pt x="1135" y="649"/>
                </a:lnTo>
                <a:lnTo>
                  <a:pt x="1137" y="650"/>
                </a:lnTo>
                <a:lnTo>
                  <a:pt x="1139" y="652"/>
                </a:lnTo>
                <a:lnTo>
                  <a:pt x="1140" y="653"/>
                </a:lnTo>
                <a:lnTo>
                  <a:pt x="1142" y="656"/>
                </a:lnTo>
                <a:lnTo>
                  <a:pt x="1144" y="661"/>
                </a:lnTo>
                <a:lnTo>
                  <a:pt x="1145" y="662"/>
                </a:lnTo>
                <a:lnTo>
                  <a:pt x="1145" y="663"/>
                </a:lnTo>
                <a:lnTo>
                  <a:pt x="1146" y="664"/>
                </a:lnTo>
                <a:lnTo>
                  <a:pt x="1148" y="665"/>
                </a:lnTo>
                <a:lnTo>
                  <a:pt x="1150" y="666"/>
                </a:lnTo>
                <a:lnTo>
                  <a:pt x="1152" y="666"/>
                </a:lnTo>
                <a:lnTo>
                  <a:pt x="1154" y="667"/>
                </a:lnTo>
                <a:lnTo>
                  <a:pt x="1156" y="666"/>
                </a:lnTo>
                <a:lnTo>
                  <a:pt x="1157" y="666"/>
                </a:lnTo>
                <a:lnTo>
                  <a:pt x="1158" y="665"/>
                </a:lnTo>
                <a:lnTo>
                  <a:pt x="1158" y="664"/>
                </a:lnTo>
                <a:lnTo>
                  <a:pt x="1159" y="663"/>
                </a:lnTo>
                <a:lnTo>
                  <a:pt x="1160" y="661"/>
                </a:lnTo>
                <a:lnTo>
                  <a:pt x="1161" y="659"/>
                </a:lnTo>
                <a:lnTo>
                  <a:pt x="1161" y="658"/>
                </a:lnTo>
                <a:lnTo>
                  <a:pt x="1163" y="656"/>
                </a:lnTo>
                <a:lnTo>
                  <a:pt x="1165" y="654"/>
                </a:lnTo>
                <a:lnTo>
                  <a:pt x="1167" y="653"/>
                </a:lnTo>
                <a:lnTo>
                  <a:pt x="1170" y="653"/>
                </a:lnTo>
                <a:lnTo>
                  <a:pt x="1173" y="653"/>
                </a:lnTo>
                <a:lnTo>
                  <a:pt x="1175" y="655"/>
                </a:lnTo>
                <a:lnTo>
                  <a:pt x="1176" y="655"/>
                </a:lnTo>
                <a:lnTo>
                  <a:pt x="1176" y="656"/>
                </a:lnTo>
                <a:lnTo>
                  <a:pt x="1177" y="656"/>
                </a:lnTo>
                <a:lnTo>
                  <a:pt x="1178" y="657"/>
                </a:lnTo>
                <a:lnTo>
                  <a:pt x="1179" y="658"/>
                </a:lnTo>
                <a:lnTo>
                  <a:pt x="1180" y="659"/>
                </a:lnTo>
                <a:lnTo>
                  <a:pt x="1181" y="659"/>
                </a:lnTo>
                <a:lnTo>
                  <a:pt x="1183" y="659"/>
                </a:lnTo>
                <a:lnTo>
                  <a:pt x="1185" y="659"/>
                </a:lnTo>
                <a:lnTo>
                  <a:pt x="1187" y="658"/>
                </a:lnTo>
                <a:lnTo>
                  <a:pt x="1188" y="657"/>
                </a:lnTo>
                <a:lnTo>
                  <a:pt x="1189" y="655"/>
                </a:lnTo>
                <a:lnTo>
                  <a:pt x="1189" y="654"/>
                </a:lnTo>
                <a:lnTo>
                  <a:pt x="1188" y="654"/>
                </a:lnTo>
                <a:lnTo>
                  <a:pt x="1188" y="653"/>
                </a:lnTo>
                <a:lnTo>
                  <a:pt x="1188" y="652"/>
                </a:lnTo>
                <a:lnTo>
                  <a:pt x="1187" y="651"/>
                </a:lnTo>
                <a:lnTo>
                  <a:pt x="1186" y="650"/>
                </a:lnTo>
                <a:lnTo>
                  <a:pt x="1186" y="648"/>
                </a:lnTo>
                <a:lnTo>
                  <a:pt x="1186" y="646"/>
                </a:lnTo>
                <a:lnTo>
                  <a:pt x="1186" y="645"/>
                </a:lnTo>
                <a:lnTo>
                  <a:pt x="1186" y="644"/>
                </a:lnTo>
                <a:lnTo>
                  <a:pt x="1187" y="642"/>
                </a:lnTo>
                <a:lnTo>
                  <a:pt x="1189" y="640"/>
                </a:lnTo>
                <a:lnTo>
                  <a:pt x="1190" y="639"/>
                </a:lnTo>
                <a:lnTo>
                  <a:pt x="1192" y="638"/>
                </a:lnTo>
                <a:lnTo>
                  <a:pt x="1194" y="639"/>
                </a:lnTo>
                <a:lnTo>
                  <a:pt x="1196" y="639"/>
                </a:lnTo>
                <a:lnTo>
                  <a:pt x="1197" y="639"/>
                </a:lnTo>
                <a:lnTo>
                  <a:pt x="1199" y="639"/>
                </a:lnTo>
                <a:lnTo>
                  <a:pt x="1201" y="639"/>
                </a:lnTo>
                <a:lnTo>
                  <a:pt x="1204" y="640"/>
                </a:lnTo>
                <a:lnTo>
                  <a:pt x="1206" y="641"/>
                </a:lnTo>
                <a:lnTo>
                  <a:pt x="1208" y="643"/>
                </a:lnTo>
                <a:lnTo>
                  <a:pt x="1209" y="645"/>
                </a:lnTo>
                <a:lnTo>
                  <a:pt x="1209" y="646"/>
                </a:lnTo>
                <a:lnTo>
                  <a:pt x="1210" y="649"/>
                </a:lnTo>
                <a:lnTo>
                  <a:pt x="1212" y="654"/>
                </a:lnTo>
                <a:lnTo>
                  <a:pt x="1213" y="657"/>
                </a:lnTo>
                <a:lnTo>
                  <a:pt x="1214" y="659"/>
                </a:lnTo>
                <a:lnTo>
                  <a:pt x="1214" y="660"/>
                </a:lnTo>
                <a:lnTo>
                  <a:pt x="1214" y="661"/>
                </a:lnTo>
                <a:lnTo>
                  <a:pt x="1215" y="662"/>
                </a:lnTo>
                <a:lnTo>
                  <a:pt x="1216" y="663"/>
                </a:lnTo>
                <a:lnTo>
                  <a:pt x="1217" y="664"/>
                </a:lnTo>
                <a:lnTo>
                  <a:pt x="1218" y="664"/>
                </a:lnTo>
                <a:lnTo>
                  <a:pt x="1218" y="665"/>
                </a:lnTo>
                <a:lnTo>
                  <a:pt x="1219" y="665"/>
                </a:lnTo>
                <a:lnTo>
                  <a:pt x="1221" y="665"/>
                </a:lnTo>
                <a:lnTo>
                  <a:pt x="1221" y="666"/>
                </a:lnTo>
                <a:lnTo>
                  <a:pt x="1222" y="666"/>
                </a:lnTo>
                <a:lnTo>
                  <a:pt x="1222" y="665"/>
                </a:lnTo>
                <a:lnTo>
                  <a:pt x="1223" y="665"/>
                </a:lnTo>
                <a:lnTo>
                  <a:pt x="1224" y="664"/>
                </a:lnTo>
                <a:lnTo>
                  <a:pt x="1225" y="664"/>
                </a:lnTo>
                <a:lnTo>
                  <a:pt x="1227" y="662"/>
                </a:lnTo>
                <a:lnTo>
                  <a:pt x="1228" y="661"/>
                </a:lnTo>
                <a:lnTo>
                  <a:pt x="1228" y="660"/>
                </a:lnTo>
                <a:lnTo>
                  <a:pt x="1230" y="660"/>
                </a:lnTo>
                <a:lnTo>
                  <a:pt x="1230" y="659"/>
                </a:lnTo>
                <a:lnTo>
                  <a:pt x="1231" y="659"/>
                </a:lnTo>
                <a:lnTo>
                  <a:pt x="1232" y="659"/>
                </a:lnTo>
                <a:lnTo>
                  <a:pt x="1233" y="658"/>
                </a:lnTo>
                <a:lnTo>
                  <a:pt x="1234" y="658"/>
                </a:lnTo>
                <a:lnTo>
                  <a:pt x="1235" y="658"/>
                </a:lnTo>
                <a:lnTo>
                  <a:pt x="1236" y="658"/>
                </a:lnTo>
                <a:lnTo>
                  <a:pt x="1237" y="659"/>
                </a:lnTo>
                <a:lnTo>
                  <a:pt x="1239" y="660"/>
                </a:lnTo>
                <a:lnTo>
                  <a:pt x="1240" y="661"/>
                </a:lnTo>
                <a:lnTo>
                  <a:pt x="1241" y="661"/>
                </a:lnTo>
                <a:lnTo>
                  <a:pt x="1241" y="662"/>
                </a:lnTo>
                <a:lnTo>
                  <a:pt x="1242" y="662"/>
                </a:lnTo>
                <a:lnTo>
                  <a:pt x="1242" y="663"/>
                </a:lnTo>
                <a:lnTo>
                  <a:pt x="1243" y="664"/>
                </a:lnTo>
                <a:lnTo>
                  <a:pt x="1243" y="665"/>
                </a:lnTo>
                <a:lnTo>
                  <a:pt x="1243" y="666"/>
                </a:lnTo>
                <a:lnTo>
                  <a:pt x="1244" y="667"/>
                </a:lnTo>
                <a:lnTo>
                  <a:pt x="1244" y="668"/>
                </a:lnTo>
                <a:lnTo>
                  <a:pt x="1244" y="669"/>
                </a:lnTo>
                <a:lnTo>
                  <a:pt x="1245" y="671"/>
                </a:lnTo>
                <a:lnTo>
                  <a:pt x="1245" y="674"/>
                </a:lnTo>
                <a:lnTo>
                  <a:pt x="1246" y="675"/>
                </a:lnTo>
                <a:lnTo>
                  <a:pt x="1247" y="676"/>
                </a:lnTo>
                <a:lnTo>
                  <a:pt x="1249" y="677"/>
                </a:lnTo>
                <a:lnTo>
                  <a:pt x="1251" y="678"/>
                </a:lnTo>
                <a:lnTo>
                  <a:pt x="1253" y="678"/>
                </a:lnTo>
                <a:lnTo>
                  <a:pt x="1255" y="678"/>
                </a:lnTo>
                <a:lnTo>
                  <a:pt x="1257" y="677"/>
                </a:lnTo>
                <a:lnTo>
                  <a:pt x="1258" y="676"/>
                </a:lnTo>
                <a:lnTo>
                  <a:pt x="1259" y="676"/>
                </a:lnTo>
                <a:lnTo>
                  <a:pt x="1260" y="676"/>
                </a:lnTo>
                <a:lnTo>
                  <a:pt x="1260" y="677"/>
                </a:lnTo>
                <a:lnTo>
                  <a:pt x="1261" y="677"/>
                </a:lnTo>
                <a:lnTo>
                  <a:pt x="1262" y="678"/>
                </a:lnTo>
                <a:lnTo>
                  <a:pt x="1262" y="679"/>
                </a:lnTo>
                <a:lnTo>
                  <a:pt x="1262" y="680"/>
                </a:lnTo>
                <a:lnTo>
                  <a:pt x="1263" y="681"/>
                </a:lnTo>
                <a:lnTo>
                  <a:pt x="1263" y="682"/>
                </a:lnTo>
                <a:lnTo>
                  <a:pt x="1262" y="684"/>
                </a:lnTo>
                <a:lnTo>
                  <a:pt x="1262" y="685"/>
                </a:lnTo>
                <a:lnTo>
                  <a:pt x="1262" y="686"/>
                </a:lnTo>
                <a:lnTo>
                  <a:pt x="1262" y="687"/>
                </a:lnTo>
                <a:lnTo>
                  <a:pt x="1263" y="688"/>
                </a:lnTo>
                <a:lnTo>
                  <a:pt x="1264" y="689"/>
                </a:lnTo>
                <a:lnTo>
                  <a:pt x="1265" y="689"/>
                </a:lnTo>
                <a:lnTo>
                  <a:pt x="1267" y="689"/>
                </a:lnTo>
                <a:lnTo>
                  <a:pt x="1270" y="689"/>
                </a:lnTo>
                <a:lnTo>
                  <a:pt x="1272" y="689"/>
                </a:lnTo>
                <a:lnTo>
                  <a:pt x="1273" y="689"/>
                </a:lnTo>
                <a:lnTo>
                  <a:pt x="1274" y="690"/>
                </a:lnTo>
                <a:lnTo>
                  <a:pt x="1274" y="691"/>
                </a:lnTo>
                <a:lnTo>
                  <a:pt x="1275" y="692"/>
                </a:lnTo>
                <a:lnTo>
                  <a:pt x="1275" y="693"/>
                </a:lnTo>
                <a:lnTo>
                  <a:pt x="1275" y="694"/>
                </a:lnTo>
                <a:lnTo>
                  <a:pt x="1275" y="695"/>
                </a:lnTo>
                <a:lnTo>
                  <a:pt x="1274" y="697"/>
                </a:lnTo>
                <a:lnTo>
                  <a:pt x="1274" y="698"/>
                </a:lnTo>
                <a:lnTo>
                  <a:pt x="1275" y="699"/>
                </a:lnTo>
                <a:lnTo>
                  <a:pt x="1275" y="700"/>
                </a:lnTo>
                <a:lnTo>
                  <a:pt x="1277" y="701"/>
                </a:lnTo>
                <a:lnTo>
                  <a:pt x="1279" y="702"/>
                </a:lnTo>
                <a:lnTo>
                  <a:pt x="1281" y="702"/>
                </a:lnTo>
                <a:lnTo>
                  <a:pt x="1283" y="702"/>
                </a:lnTo>
                <a:lnTo>
                  <a:pt x="1285" y="702"/>
                </a:lnTo>
                <a:lnTo>
                  <a:pt x="1289" y="702"/>
                </a:lnTo>
                <a:lnTo>
                  <a:pt x="1290" y="703"/>
                </a:lnTo>
                <a:lnTo>
                  <a:pt x="1291" y="703"/>
                </a:lnTo>
                <a:lnTo>
                  <a:pt x="1292" y="704"/>
                </a:lnTo>
                <a:lnTo>
                  <a:pt x="1292" y="705"/>
                </a:lnTo>
                <a:lnTo>
                  <a:pt x="1293" y="705"/>
                </a:lnTo>
                <a:lnTo>
                  <a:pt x="1293" y="706"/>
                </a:lnTo>
                <a:lnTo>
                  <a:pt x="1294" y="707"/>
                </a:lnTo>
                <a:lnTo>
                  <a:pt x="1295" y="708"/>
                </a:lnTo>
                <a:lnTo>
                  <a:pt x="1296" y="709"/>
                </a:lnTo>
                <a:lnTo>
                  <a:pt x="1297" y="709"/>
                </a:lnTo>
                <a:lnTo>
                  <a:pt x="1297" y="710"/>
                </a:lnTo>
                <a:lnTo>
                  <a:pt x="1299" y="710"/>
                </a:lnTo>
                <a:lnTo>
                  <a:pt x="1301" y="711"/>
                </a:lnTo>
                <a:lnTo>
                  <a:pt x="1302" y="711"/>
                </a:lnTo>
                <a:lnTo>
                  <a:pt x="1304" y="711"/>
                </a:lnTo>
                <a:lnTo>
                  <a:pt x="1305" y="711"/>
                </a:lnTo>
                <a:lnTo>
                  <a:pt x="1305" y="712"/>
                </a:lnTo>
                <a:lnTo>
                  <a:pt x="1306" y="712"/>
                </a:lnTo>
                <a:lnTo>
                  <a:pt x="1308" y="713"/>
                </a:lnTo>
                <a:lnTo>
                  <a:pt x="1309" y="713"/>
                </a:lnTo>
                <a:lnTo>
                  <a:pt x="1309" y="714"/>
                </a:lnTo>
                <a:lnTo>
                  <a:pt x="1310" y="714"/>
                </a:lnTo>
                <a:lnTo>
                  <a:pt x="1311" y="714"/>
                </a:lnTo>
                <a:lnTo>
                  <a:pt x="1312" y="715"/>
                </a:lnTo>
                <a:lnTo>
                  <a:pt x="1313" y="715"/>
                </a:lnTo>
                <a:lnTo>
                  <a:pt x="1316" y="717"/>
                </a:lnTo>
                <a:lnTo>
                  <a:pt x="1318" y="718"/>
                </a:lnTo>
                <a:lnTo>
                  <a:pt x="1320" y="719"/>
                </a:lnTo>
                <a:lnTo>
                  <a:pt x="1322" y="720"/>
                </a:lnTo>
                <a:lnTo>
                  <a:pt x="1322" y="721"/>
                </a:lnTo>
                <a:lnTo>
                  <a:pt x="1324" y="723"/>
                </a:lnTo>
                <a:lnTo>
                  <a:pt x="1326" y="724"/>
                </a:lnTo>
                <a:lnTo>
                  <a:pt x="1326" y="725"/>
                </a:lnTo>
                <a:lnTo>
                  <a:pt x="1328" y="725"/>
                </a:lnTo>
                <a:lnTo>
                  <a:pt x="1331" y="724"/>
                </a:lnTo>
                <a:lnTo>
                  <a:pt x="1332" y="723"/>
                </a:lnTo>
                <a:lnTo>
                  <a:pt x="1333" y="723"/>
                </a:lnTo>
                <a:lnTo>
                  <a:pt x="1333" y="722"/>
                </a:lnTo>
                <a:lnTo>
                  <a:pt x="1334" y="722"/>
                </a:lnTo>
                <a:lnTo>
                  <a:pt x="1337" y="719"/>
                </a:lnTo>
                <a:lnTo>
                  <a:pt x="1340" y="717"/>
                </a:lnTo>
                <a:lnTo>
                  <a:pt x="1342" y="715"/>
                </a:lnTo>
                <a:lnTo>
                  <a:pt x="1345" y="713"/>
                </a:lnTo>
                <a:lnTo>
                  <a:pt x="1347" y="711"/>
                </a:lnTo>
                <a:lnTo>
                  <a:pt x="1348" y="711"/>
                </a:lnTo>
                <a:lnTo>
                  <a:pt x="1348" y="710"/>
                </a:lnTo>
                <a:lnTo>
                  <a:pt x="1349" y="710"/>
                </a:lnTo>
                <a:lnTo>
                  <a:pt x="1350" y="710"/>
                </a:lnTo>
                <a:lnTo>
                  <a:pt x="1351" y="710"/>
                </a:lnTo>
                <a:lnTo>
                  <a:pt x="1351" y="709"/>
                </a:lnTo>
                <a:lnTo>
                  <a:pt x="1352" y="709"/>
                </a:lnTo>
                <a:lnTo>
                  <a:pt x="1353" y="709"/>
                </a:lnTo>
                <a:lnTo>
                  <a:pt x="1354" y="709"/>
                </a:lnTo>
                <a:lnTo>
                  <a:pt x="1355" y="709"/>
                </a:lnTo>
                <a:lnTo>
                  <a:pt x="1355" y="710"/>
                </a:lnTo>
                <a:lnTo>
                  <a:pt x="1356" y="710"/>
                </a:lnTo>
                <a:lnTo>
                  <a:pt x="1356" y="711"/>
                </a:lnTo>
                <a:lnTo>
                  <a:pt x="1357" y="711"/>
                </a:lnTo>
                <a:lnTo>
                  <a:pt x="1358" y="712"/>
                </a:lnTo>
                <a:lnTo>
                  <a:pt x="1358" y="713"/>
                </a:lnTo>
                <a:lnTo>
                  <a:pt x="1359" y="713"/>
                </a:lnTo>
                <a:lnTo>
                  <a:pt x="1359" y="714"/>
                </a:lnTo>
                <a:lnTo>
                  <a:pt x="1359" y="715"/>
                </a:lnTo>
                <a:lnTo>
                  <a:pt x="1360" y="716"/>
                </a:lnTo>
                <a:lnTo>
                  <a:pt x="1361" y="716"/>
                </a:lnTo>
                <a:lnTo>
                  <a:pt x="1362" y="717"/>
                </a:lnTo>
                <a:lnTo>
                  <a:pt x="1363" y="717"/>
                </a:lnTo>
                <a:lnTo>
                  <a:pt x="1364" y="717"/>
                </a:lnTo>
                <a:lnTo>
                  <a:pt x="1366" y="717"/>
                </a:lnTo>
                <a:lnTo>
                  <a:pt x="1367" y="716"/>
                </a:lnTo>
                <a:lnTo>
                  <a:pt x="1368" y="716"/>
                </a:lnTo>
                <a:lnTo>
                  <a:pt x="1369" y="715"/>
                </a:lnTo>
                <a:lnTo>
                  <a:pt x="1370" y="715"/>
                </a:lnTo>
                <a:lnTo>
                  <a:pt x="1370" y="714"/>
                </a:lnTo>
                <a:lnTo>
                  <a:pt x="1371" y="714"/>
                </a:lnTo>
                <a:lnTo>
                  <a:pt x="1371" y="713"/>
                </a:lnTo>
                <a:lnTo>
                  <a:pt x="1371" y="712"/>
                </a:lnTo>
                <a:lnTo>
                  <a:pt x="1372" y="712"/>
                </a:lnTo>
                <a:lnTo>
                  <a:pt x="1372" y="711"/>
                </a:lnTo>
                <a:lnTo>
                  <a:pt x="1373" y="711"/>
                </a:lnTo>
                <a:lnTo>
                  <a:pt x="1374" y="709"/>
                </a:lnTo>
                <a:lnTo>
                  <a:pt x="1375" y="709"/>
                </a:lnTo>
                <a:lnTo>
                  <a:pt x="1375" y="708"/>
                </a:lnTo>
                <a:lnTo>
                  <a:pt x="1376" y="708"/>
                </a:lnTo>
                <a:lnTo>
                  <a:pt x="1377" y="708"/>
                </a:lnTo>
                <a:lnTo>
                  <a:pt x="1377" y="707"/>
                </a:lnTo>
                <a:lnTo>
                  <a:pt x="1379" y="707"/>
                </a:lnTo>
                <a:lnTo>
                  <a:pt x="1380" y="707"/>
                </a:lnTo>
                <a:lnTo>
                  <a:pt x="1381" y="707"/>
                </a:lnTo>
                <a:lnTo>
                  <a:pt x="1382" y="707"/>
                </a:lnTo>
                <a:lnTo>
                  <a:pt x="1383" y="707"/>
                </a:lnTo>
                <a:lnTo>
                  <a:pt x="1384" y="707"/>
                </a:lnTo>
                <a:lnTo>
                  <a:pt x="1385" y="707"/>
                </a:lnTo>
                <a:lnTo>
                  <a:pt x="1385" y="708"/>
                </a:lnTo>
                <a:lnTo>
                  <a:pt x="1386" y="708"/>
                </a:lnTo>
                <a:lnTo>
                  <a:pt x="1386" y="709"/>
                </a:lnTo>
                <a:lnTo>
                  <a:pt x="1386" y="710"/>
                </a:lnTo>
                <a:lnTo>
                  <a:pt x="1386" y="711"/>
                </a:lnTo>
                <a:lnTo>
                  <a:pt x="1386" y="713"/>
                </a:lnTo>
                <a:lnTo>
                  <a:pt x="1386" y="714"/>
                </a:lnTo>
                <a:lnTo>
                  <a:pt x="1385" y="715"/>
                </a:lnTo>
                <a:lnTo>
                  <a:pt x="1385" y="716"/>
                </a:lnTo>
                <a:lnTo>
                  <a:pt x="1384" y="718"/>
                </a:lnTo>
                <a:lnTo>
                  <a:pt x="1383" y="718"/>
                </a:lnTo>
                <a:lnTo>
                  <a:pt x="1383" y="719"/>
                </a:lnTo>
                <a:lnTo>
                  <a:pt x="1383" y="720"/>
                </a:lnTo>
                <a:lnTo>
                  <a:pt x="1382" y="720"/>
                </a:lnTo>
                <a:lnTo>
                  <a:pt x="1382" y="721"/>
                </a:lnTo>
                <a:lnTo>
                  <a:pt x="1382" y="722"/>
                </a:lnTo>
                <a:lnTo>
                  <a:pt x="1382" y="723"/>
                </a:lnTo>
                <a:lnTo>
                  <a:pt x="1381" y="724"/>
                </a:lnTo>
                <a:lnTo>
                  <a:pt x="1381" y="725"/>
                </a:lnTo>
                <a:lnTo>
                  <a:pt x="1381" y="726"/>
                </a:lnTo>
                <a:lnTo>
                  <a:pt x="1380" y="726"/>
                </a:lnTo>
                <a:lnTo>
                  <a:pt x="1380" y="728"/>
                </a:lnTo>
                <a:lnTo>
                  <a:pt x="1381" y="728"/>
                </a:lnTo>
                <a:lnTo>
                  <a:pt x="1381" y="730"/>
                </a:lnTo>
                <a:lnTo>
                  <a:pt x="1380" y="731"/>
                </a:lnTo>
                <a:lnTo>
                  <a:pt x="1380" y="732"/>
                </a:lnTo>
                <a:lnTo>
                  <a:pt x="1380" y="733"/>
                </a:lnTo>
                <a:lnTo>
                  <a:pt x="1380" y="735"/>
                </a:lnTo>
                <a:lnTo>
                  <a:pt x="1380" y="736"/>
                </a:lnTo>
                <a:lnTo>
                  <a:pt x="1380" y="737"/>
                </a:lnTo>
                <a:lnTo>
                  <a:pt x="1380" y="739"/>
                </a:lnTo>
                <a:lnTo>
                  <a:pt x="1380" y="740"/>
                </a:lnTo>
                <a:lnTo>
                  <a:pt x="1379" y="741"/>
                </a:lnTo>
                <a:lnTo>
                  <a:pt x="1379" y="742"/>
                </a:lnTo>
                <a:lnTo>
                  <a:pt x="1379" y="744"/>
                </a:lnTo>
                <a:lnTo>
                  <a:pt x="1379" y="745"/>
                </a:lnTo>
                <a:lnTo>
                  <a:pt x="1380" y="745"/>
                </a:lnTo>
                <a:lnTo>
                  <a:pt x="1379" y="748"/>
                </a:lnTo>
                <a:lnTo>
                  <a:pt x="1379" y="750"/>
                </a:lnTo>
                <a:lnTo>
                  <a:pt x="1379" y="751"/>
                </a:lnTo>
                <a:lnTo>
                  <a:pt x="1379" y="752"/>
                </a:lnTo>
                <a:lnTo>
                  <a:pt x="1378" y="753"/>
                </a:lnTo>
                <a:lnTo>
                  <a:pt x="1378" y="754"/>
                </a:lnTo>
                <a:lnTo>
                  <a:pt x="1378" y="755"/>
                </a:lnTo>
                <a:lnTo>
                  <a:pt x="1378" y="756"/>
                </a:lnTo>
                <a:lnTo>
                  <a:pt x="1378" y="757"/>
                </a:lnTo>
                <a:lnTo>
                  <a:pt x="1378" y="758"/>
                </a:lnTo>
                <a:lnTo>
                  <a:pt x="1377" y="759"/>
                </a:lnTo>
                <a:lnTo>
                  <a:pt x="1377" y="762"/>
                </a:lnTo>
                <a:lnTo>
                  <a:pt x="1377" y="763"/>
                </a:lnTo>
                <a:lnTo>
                  <a:pt x="1378" y="764"/>
                </a:lnTo>
                <a:lnTo>
                  <a:pt x="1378" y="765"/>
                </a:lnTo>
                <a:lnTo>
                  <a:pt x="1379" y="765"/>
                </a:lnTo>
                <a:lnTo>
                  <a:pt x="1380" y="765"/>
                </a:lnTo>
                <a:lnTo>
                  <a:pt x="1381" y="765"/>
                </a:lnTo>
                <a:lnTo>
                  <a:pt x="1382" y="765"/>
                </a:lnTo>
                <a:lnTo>
                  <a:pt x="1384" y="765"/>
                </a:lnTo>
                <a:lnTo>
                  <a:pt x="1387" y="765"/>
                </a:lnTo>
                <a:lnTo>
                  <a:pt x="1388" y="766"/>
                </a:lnTo>
                <a:lnTo>
                  <a:pt x="1389" y="766"/>
                </a:lnTo>
                <a:lnTo>
                  <a:pt x="1390" y="766"/>
                </a:lnTo>
                <a:lnTo>
                  <a:pt x="1390" y="767"/>
                </a:lnTo>
                <a:lnTo>
                  <a:pt x="1390" y="768"/>
                </a:lnTo>
                <a:lnTo>
                  <a:pt x="1391" y="768"/>
                </a:lnTo>
                <a:lnTo>
                  <a:pt x="1391" y="769"/>
                </a:lnTo>
                <a:lnTo>
                  <a:pt x="1391" y="770"/>
                </a:lnTo>
                <a:lnTo>
                  <a:pt x="1392" y="770"/>
                </a:lnTo>
                <a:lnTo>
                  <a:pt x="1392" y="772"/>
                </a:lnTo>
                <a:lnTo>
                  <a:pt x="1392" y="773"/>
                </a:lnTo>
                <a:lnTo>
                  <a:pt x="1392" y="774"/>
                </a:lnTo>
                <a:lnTo>
                  <a:pt x="1392" y="775"/>
                </a:lnTo>
                <a:lnTo>
                  <a:pt x="1393" y="775"/>
                </a:lnTo>
                <a:lnTo>
                  <a:pt x="1393" y="776"/>
                </a:lnTo>
                <a:lnTo>
                  <a:pt x="1393" y="777"/>
                </a:lnTo>
                <a:lnTo>
                  <a:pt x="1393" y="778"/>
                </a:lnTo>
                <a:lnTo>
                  <a:pt x="1394" y="780"/>
                </a:lnTo>
                <a:lnTo>
                  <a:pt x="1394" y="781"/>
                </a:lnTo>
                <a:lnTo>
                  <a:pt x="1395" y="782"/>
                </a:lnTo>
                <a:lnTo>
                  <a:pt x="1395" y="783"/>
                </a:lnTo>
                <a:lnTo>
                  <a:pt x="1396" y="784"/>
                </a:lnTo>
                <a:lnTo>
                  <a:pt x="1397" y="784"/>
                </a:lnTo>
                <a:lnTo>
                  <a:pt x="1397" y="785"/>
                </a:lnTo>
                <a:lnTo>
                  <a:pt x="1398" y="785"/>
                </a:lnTo>
                <a:lnTo>
                  <a:pt x="1399" y="785"/>
                </a:lnTo>
                <a:lnTo>
                  <a:pt x="1400" y="785"/>
                </a:lnTo>
                <a:lnTo>
                  <a:pt x="1401" y="784"/>
                </a:lnTo>
                <a:lnTo>
                  <a:pt x="1402" y="784"/>
                </a:lnTo>
                <a:lnTo>
                  <a:pt x="1402" y="783"/>
                </a:lnTo>
                <a:lnTo>
                  <a:pt x="1403" y="783"/>
                </a:lnTo>
                <a:lnTo>
                  <a:pt x="1404" y="782"/>
                </a:lnTo>
                <a:lnTo>
                  <a:pt x="1404" y="781"/>
                </a:lnTo>
                <a:lnTo>
                  <a:pt x="1405" y="781"/>
                </a:lnTo>
                <a:lnTo>
                  <a:pt x="1405" y="780"/>
                </a:lnTo>
                <a:lnTo>
                  <a:pt x="1406" y="780"/>
                </a:lnTo>
                <a:lnTo>
                  <a:pt x="1406" y="779"/>
                </a:lnTo>
                <a:lnTo>
                  <a:pt x="1407" y="779"/>
                </a:lnTo>
                <a:lnTo>
                  <a:pt x="1407" y="778"/>
                </a:lnTo>
                <a:lnTo>
                  <a:pt x="1408" y="777"/>
                </a:lnTo>
                <a:lnTo>
                  <a:pt x="1409" y="776"/>
                </a:lnTo>
                <a:lnTo>
                  <a:pt x="1410" y="776"/>
                </a:lnTo>
                <a:lnTo>
                  <a:pt x="1411" y="776"/>
                </a:lnTo>
                <a:lnTo>
                  <a:pt x="1412" y="776"/>
                </a:lnTo>
                <a:lnTo>
                  <a:pt x="1413" y="777"/>
                </a:lnTo>
                <a:lnTo>
                  <a:pt x="1414" y="777"/>
                </a:lnTo>
                <a:lnTo>
                  <a:pt x="1414" y="778"/>
                </a:lnTo>
                <a:lnTo>
                  <a:pt x="1415" y="779"/>
                </a:lnTo>
                <a:lnTo>
                  <a:pt x="1416" y="779"/>
                </a:lnTo>
                <a:lnTo>
                  <a:pt x="1416" y="780"/>
                </a:lnTo>
                <a:lnTo>
                  <a:pt x="1416" y="781"/>
                </a:lnTo>
                <a:lnTo>
                  <a:pt x="1416" y="783"/>
                </a:lnTo>
                <a:lnTo>
                  <a:pt x="1416" y="784"/>
                </a:lnTo>
                <a:lnTo>
                  <a:pt x="1416" y="785"/>
                </a:lnTo>
                <a:lnTo>
                  <a:pt x="1415" y="785"/>
                </a:lnTo>
                <a:lnTo>
                  <a:pt x="1415" y="786"/>
                </a:lnTo>
                <a:lnTo>
                  <a:pt x="1414" y="788"/>
                </a:lnTo>
                <a:lnTo>
                  <a:pt x="1414" y="789"/>
                </a:lnTo>
                <a:lnTo>
                  <a:pt x="1414" y="790"/>
                </a:lnTo>
                <a:lnTo>
                  <a:pt x="1414" y="791"/>
                </a:lnTo>
                <a:lnTo>
                  <a:pt x="1414" y="792"/>
                </a:lnTo>
                <a:lnTo>
                  <a:pt x="1415" y="793"/>
                </a:lnTo>
                <a:lnTo>
                  <a:pt x="1416" y="794"/>
                </a:lnTo>
                <a:lnTo>
                  <a:pt x="1417" y="795"/>
                </a:lnTo>
                <a:lnTo>
                  <a:pt x="1417" y="796"/>
                </a:lnTo>
                <a:lnTo>
                  <a:pt x="1418" y="796"/>
                </a:lnTo>
                <a:lnTo>
                  <a:pt x="1418" y="797"/>
                </a:lnTo>
                <a:lnTo>
                  <a:pt x="1419" y="798"/>
                </a:lnTo>
                <a:lnTo>
                  <a:pt x="1419" y="799"/>
                </a:lnTo>
                <a:lnTo>
                  <a:pt x="1420" y="799"/>
                </a:lnTo>
                <a:lnTo>
                  <a:pt x="1420" y="800"/>
                </a:lnTo>
                <a:lnTo>
                  <a:pt x="1421" y="800"/>
                </a:lnTo>
                <a:lnTo>
                  <a:pt x="1421" y="801"/>
                </a:lnTo>
                <a:lnTo>
                  <a:pt x="1422" y="802"/>
                </a:lnTo>
                <a:lnTo>
                  <a:pt x="1422" y="803"/>
                </a:lnTo>
                <a:lnTo>
                  <a:pt x="1422" y="804"/>
                </a:lnTo>
                <a:lnTo>
                  <a:pt x="1423" y="805"/>
                </a:lnTo>
                <a:lnTo>
                  <a:pt x="1424" y="806"/>
                </a:lnTo>
                <a:lnTo>
                  <a:pt x="1425" y="806"/>
                </a:lnTo>
                <a:lnTo>
                  <a:pt x="1425" y="807"/>
                </a:lnTo>
                <a:lnTo>
                  <a:pt x="1426" y="807"/>
                </a:lnTo>
                <a:lnTo>
                  <a:pt x="1426" y="806"/>
                </a:lnTo>
                <a:lnTo>
                  <a:pt x="1428" y="806"/>
                </a:lnTo>
                <a:lnTo>
                  <a:pt x="1429" y="807"/>
                </a:lnTo>
                <a:lnTo>
                  <a:pt x="1430" y="807"/>
                </a:lnTo>
                <a:lnTo>
                  <a:pt x="1431" y="808"/>
                </a:lnTo>
                <a:lnTo>
                  <a:pt x="1431" y="809"/>
                </a:lnTo>
                <a:lnTo>
                  <a:pt x="1432" y="809"/>
                </a:lnTo>
                <a:lnTo>
                  <a:pt x="1432" y="810"/>
                </a:lnTo>
                <a:lnTo>
                  <a:pt x="1432" y="811"/>
                </a:lnTo>
                <a:lnTo>
                  <a:pt x="1432" y="812"/>
                </a:lnTo>
                <a:lnTo>
                  <a:pt x="1433" y="812"/>
                </a:lnTo>
                <a:lnTo>
                  <a:pt x="1434" y="813"/>
                </a:lnTo>
                <a:lnTo>
                  <a:pt x="1435" y="813"/>
                </a:lnTo>
                <a:lnTo>
                  <a:pt x="1435" y="814"/>
                </a:lnTo>
                <a:lnTo>
                  <a:pt x="1435" y="815"/>
                </a:lnTo>
                <a:lnTo>
                  <a:pt x="1435" y="816"/>
                </a:lnTo>
                <a:lnTo>
                  <a:pt x="1434" y="817"/>
                </a:lnTo>
                <a:lnTo>
                  <a:pt x="1434" y="818"/>
                </a:lnTo>
                <a:lnTo>
                  <a:pt x="1433" y="819"/>
                </a:lnTo>
                <a:lnTo>
                  <a:pt x="1433" y="821"/>
                </a:lnTo>
                <a:lnTo>
                  <a:pt x="1433" y="822"/>
                </a:lnTo>
                <a:lnTo>
                  <a:pt x="1433" y="823"/>
                </a:lnTo>
                <a:lnTo>
                  <a:pt x="1432" y="823"/>
                </a:lnTo>
                <a:lnTo>
                  <a:pt x="1432" y="824"/>
                </a:lnTo>
                <a:lnTo>
                  <a:pt x="1431" y="824"/>
                </a:lnTo>
                <a:lnTo>
                  <a:pt x="1430" y="825"/>
                </a:lnTo>
                <a:lnTo>
                  <a:pt x="1429" y="825"/>
                </a:lnTo>
                <a:lnTo>
                  <a:pt x="1429" y="826"/>
                </a:lnTo>
                <a:lnTo>
                  <a:pt x="1429" y="827"/>
                </a:lnTo>
                <a:lnTo>
                  <a:pt x="1429" y="828"/>
                </a:lnTo>
                <a:lnTo>
                  <a:pt x="1429" y="830"/>
                </a:lnTo>
                <a:lnTo>
                  <a:pt x="1429" y="831"/>
                </a:lnTo>
                <a:lnTo>
                  <a:pt x="1428" y="832"/>
                </a:lnTo>
                <a:lnTo>
                  <a:pt x="1428" y="833"/>
                </a:lnTo>
                <a:lnTo>
                  <a:pt x="1429" y="834"/>
                </a:lnTo>
                <a:lnTo>
                  <a:pt x="1429" y="835"/>
                </a:lnTo>
                <a:lnTo>
                  <a:pt x="1429" y="836"/>
                </a:lnTo>
                <a:lnTo>
                  <a:pt x="1430" y="837"/>
                </a:lnTo>
                <a:lnTo>
                  <a:pt x="1430" y="838"/>
                </a:lnTo>
                <a:lnTo>
                  <a:pt x="1430" y="839"/>
                </a:lnTo>
                <a:lnTo>
                  <a:pt x="1430" y="840"/>
                </a:lnTo>
                <a:lnTo>
                  <a:pt x="1430" y="841"/>
                </a:lnTo>
                <a:lnTo>
                  <a:pt x="1429" y="841"/>
                </a:lnTo>
                <a:lnTo>
                  <a:pt x="1428" y="842"/>
                </a:lnTo>
                <a:lnTo>
                  <a:pt x="1428" y="843"/>
                </a:lnTo>
                <a:lnTo>
                  <a:pt x="1427" y="844"/>
                </a:lnTo>
                <a:lnTo>
                  <a:pt x="1426" y="845"/>
                </a:lnTo>
                <a:lnTo>
                  <a:pt x="1426" y="846"/>
                </a:lnTo>
                <a:lnTo>
                  <a:pt x="1425" y="848"/>
                </a:lnTo>
                <a:lnTo>
                  <a:pt x="1425" y="849"/>
                </a:lnTo>
                <a:lnTo>
                  <a:pt x="1424" y="850"/>
                </a:lnTo>
                <a:lnTo>
                  <a:pt x="1424" y="851"/>
                </a:lnTo>
                <a:lnTo>
                  <a:pt x="1423" y="851"/>
                </a:lnTo>
                <a:lnTo>
                  <a:pt x="1423" y="852"/>
                </a:lnTo>
                <a:lnTo>
                  <a:pt x="1422" y="853"/>
                </a:lnTo>
                <a:lnTo>
                  <a:pt x="1422" y="854"/>
                </a:lnTo>
                <a:lnTo>
                  <a:pt x="1422" y="855"/>
                </a:lnTo>
                <a:lnTo>
                  <a:pt x="1421" y="855"/>
                </a:lnTo>
                <a:lnTo>
                  <a:pt x="1421" y="856"/>
                </a:lnTo>
                <a:lnTo>
                  <a:pt x="1421" y="857"/>
                </a:lnTo>
                <a:lnTo>
                  <a:pt x="1421" y="858"/>
                </a:lnTo>
                <a:lnTo>
                  <a:pt x="1421" y="859"/>
                </a:lnTo>
                <a:lnTo>
                  <a:pt x="1421" y="860"/>
                </a:lnTo>
                <a:lnTo>
                  <a:pt x="1422" y="860"/>
                </a:lnTo>
                <a:lnTo>
                  <a:pt x="1422" y="861"/>
                </a:lnTo>
                <a:lnTo>
                  <a:pt x="1423" y="861"/>
                </a:lnTo>
                <a:lnTo>
                  <a:pt x="1423" y="862"/>
                </a:lnTo>
                <a:lnTo>
                  <a:pt x="1424" y="862"/>
                </a:lnTo>
                <a:lnTo>
                  <a:pt x="1425" y="862"/>
                </a:lnTo>
                <a:lnTo>
                  <a:pt x="1425" y="863"/>
                </a:lnTo>
                <a:lnTo>
                  <a:pt x="1426" y="863"/>
                </a:lnTo>
                <a:lnTo>
                  <a:pt x="1426" y="864"/>
                </a:lnTo>
                <a:lnTo>
                  <a:pt x="1426" y="865"/>
                </a:lnTo>
                <a:lnTo>
                  <a:pt x="1426" y="867"/>
                </a:lnTo>
                <a:lnTo>
                  <a:pt x="1426" y="868"/>
                </a:lnTo>
                <a:lnTo>
                  <a:pt x="1427" y="868"/>
                </a:lnTo>
                <a:lnTo>
                  <a:pt x="1427" y="869"/>
                </a:lnTo>
                <a:lnTo>
                  <a:pt x="1428" y="869"/>
                </a:lnTo>
                <a:lnTo>
                  <a:pt x="1428" y="870"/>
                </a:lnTo>
                <a:lnTo>
                  <a:pt x="1429" y="870"/>
                </a:lnTo>
                <a:lnTo>
                  <a:pt x="1430" y="870"/>
                </a:lnTo>
                <a:lnTo>
                  <a:pt x="1430" y="871"/>
                </a:lnTo>
                <a:lnTo>
                  <a:pt x="1431" y="871"/>
                </a:lnTo>
                <a:lnTo>
                  <a:pt x="1432" y="871"/>
                </a:lnTo>
                <a:lnTo>
                  <a:pt x="1433" y="871"/>
                </a:lnTo>
                <a:lnTo>
                  <a:pt x="1434" y="871"/>
                </a:lnTo>
                <a:lnTo>
                  <a:pt x="1435" y="871"/>
                </a:lnTo>
                <a:lnTo>
                  <a:pt x="1436" y="872"/>
                </a:lnTo>
                <a:lnTo>
                  <a:pt x="1436" y="873"/>
                </a:lnTo>
                <a:lnTo>
                  <a:pt x="1437" y="874"/>
                </a:lnTo>
                <a:lnTo>
                  <a:pt x="1437" y="875"/>
                </a:lnTo>
                <a:lnTo>
                  <a:pt x="1438" y="875"/>
                </a:lnTo>
                <a:lnTo>
                  <a:pt x="1439" y="876"/>
                </a:lnTo>
                <a:lnTo>
                  <a:pt x="1440" y="876"/>
                </a:lnTo>
                <a:lnTo>
                  <a:pt x="1442" y="878"/>
                </a:lnTo>
                <a:lnTo>
                  <a:pt x="1447" y="880"/>
                </a:lnTo>
                <a:lnTo>
                  <a:pt x="1453" y="883"/>
                </a:lnTo>
                <a:lnTo>
                  <a:pt x="1456" y="884"/>
                </a:lnTo>
                <a:lnTo>
                  <a:pt x="1458" y="885"/>
                </a:lnTo>
                <a:lnTo>
                  <a:pt x="1460" y="886"/>
                </a:lnTo>
                <a:lnTo>
                  <a:pt x="1461" y="888"/>
                </a:lnTo>
                <a:lnTo>
                  <a:pt x="1462" y="889"/>
                </a:lnTo>
                <a:lnTo>
                  <a:pt x="1463" y="889"/>
                </a:lnTo>
                <a:lnTo>
                  <a:pt x="1464" y="891"/>
                </a:lnTo>
                <a:lnTo>
                  <a:pt x="1466" y="892"/>
                </a:lnTo>
                <a:lnTo>
                  <a:pt x="1468" y="895"/>
                </a:lnTo>
                <a:lnTo>
                  <a:pt x="1470" y="898"/>
                </a:lnTo>
                <a:lnTo>
                  <a:pt x="1473" y="901"/>
                </a:lnTo>
                <a:lnTo>
                  <a:pt x="1474" y="902"/>
                </a:lnTo>
                <a:lnTo>
                  <a:pt x="1475" y="902"/>
                </a:lnTo>
                <a:lnTo>
                  <a:pt x="1475" y="903"/>
                </a:lnTo>
                <a:lnTo>
                  <a:pt x="1476" y="905"/>
                </a:lnTo>
                <a:lnTo>
                  <a:pt x="1476" y="906"/>
                </a:lnTo>
                <a:lnTo>
                  <a:pt x="1477" y="907"/>
                </a:lnTo>
                <a:lnTo>
                  <a:pt x="1478" y="911"/>
                </a:lnTo>
                <a:lnTo>
                  <a:pt x="1479" y="914"/>
                </a:lnTo>
                <a:lnTo>
                  <a:pt x="1480" y="918"/>
                </a:lnTo>
                <a:lnTo>
                  <a:pt x="1481" y="921"/>
                </a:lnTo>
                <a:lnTo>
                  <a:pt x="1482" y="922"/>
                </a:lnTo>
                <a:lnTo>
                  <a:pt x="1482" y="924"/>
                </a:lnTo>
                <a:lnTo>
                  <a:pt x="1483" y="925"/>
                </a:lnTo>
                <a:lnTo>
                  <a:pt x="1484" y="925"/>
                </a:lnTo>
                <a:lnTo>
                  <a:pt x="1484" y="926"/>
                </a:lnTo>
                <a:lnTo>
                  <a:pt x="1485" y="926"/>
                </a:lnTo>
                <a:lnTo>
                  <a:pt x="1486" y="926"/>
                </a:lnTo>
                <a:lnTo>
                  <a:pt x="1489" y="928"/>
                </a:lnTo>
                <a:lnTo>
                  <a:pt x="1492" y="928"/>
                </a:lnTo>
                <a:lnTo>
                  <a:pt x="1495" y="928"/>
                </a:lnTo>
                <a:lnTo>
                  <a:pt x="1501" y="926"/>
                </a:lnTo>
                <a:lnTo>
                  <a:pt x="1503" y="926"/>
                </a:lnTo>
                <a:lnTo>
                  <a:pt x="1504" y="926"/>
                </a:lnTo>
                <a:lnTo>
                  <a:pt x="1504" y="925"/>
                </a:lnTo>
                <a:lnTo>
                  <a:pt x="1505" y="925"/>
                </a:lnTo>
                <a:lnTo>
                  <a:pt x="1512" y="920"/>
                </a:lnTo>
                <a:lnTo>
                  <a:pt x="1514" y="918"/>
                </a:lnTo>
                <a:lnTo>
                  <a:pt x="1514" y="917"/>
                </a:lnTo>
                <a:lnTo>
                  <a:pt x="1515" y="917"/>
                </a:lnTo>
                <a:lnTo>
                  <a:pt x="1515" y="916"/>
                </a:lnTo>
                <a:lnTo>
                  <a:pt x="1515" y="915"/>
                </a:lnTo>
                <a:lnTo>
                  <a:pt x="1516" y="915"/>
                </a:lnTo>
                <a:lnTo>
                  <a:pt x="1516" y="914"/>
                </a:lnTo>
                <a:lnTo>
                  <a:pt x="1517" y="913"/>
                </a:lnTo>
                <a:lnTo>
                  <a:pt x="1518" y="913"/>
                </a:lnTo>
                <a:lnTo>
                  <a:pt x="1520" y="911"/>
                </a:lnTo>
                <a:lnTo>
                  <a:pt x="1522" y="910"/>
                </a:lnTo>
                <a:lnTo>
                  <a:pt x="1523" y="910"/>
                </a:lnTo>
                <a:lnTo>
                  <a:pt x="1524" y="909"/>
                </a:lnTo>
                <a:lnTo>
                  <a:pt x="1527" y="909"/>
                </a:lnTo>
                <a:lnTo>
                  <a:pt x="1531" y="909"/>
                </a:lnTo>
                <a:lnTo>
                  <a:pt x="1533" y="908"/>
                </a:lnTo>
                <a:lnTo>
                  <a:pt x="1536" y="908"/>
                </a:lnTo>
                <a:lnTo>
                  <a:pt x="1538" y="907"/>
                </a:lnTo>
                <a:lnTo>
                  <a:pt x="1540" y="905"/>
                </a:lnTo>
                <a:lnTo>
                  <a:pt x="1541" y="904"/>
                </a:lnTo>
                <a:lnTo>
                  <a:pt x="1543" y="903"/>
                </a:lnTo>
                <a:lnTo>
                  <a:pt x="1544" y="902"/>
                </a:lnTo>
                <a:lnTo>
                  <a:pt x="1545" y="902"/>
                </a:lnTo>
                <a:lnTo>
                  <a:pt x="1546" y="901"/>
                </a:lnTo>
                <a:lnTo>
                  <a:pt x="1547" y="901"/>
                </a:lnTo>
                <a:lnTo>
                  <a:pt x="1548" y="901"/>
                </a:lnTo>
                <a:lnTo>
                  <a:pt x="1550" y="901"/>
                </a:lnTo>
                <a:lnTo>
                  <a:pt x="1552" y="901"/>
                </a:lnTo>
                <a:lnTo>
                  <a:pt x="1554" y="901"/>
                </a:lnTo>
                <a:lnTo>
                  <a:pt x="1557" y="901"/>
                </a:lnTo>
                <a:lnTo>
                  <a:pt x="1558" y="901"/>
                </a:lnTo>
                <a:lnTo>
                  <a:pt x="1559" y="901"/>
                </a:lnTo>
                <a:lnTo>
                  <a:pt x="1561" y="902"/>
                </a:lnTo>
                <a:lnTo>
                  <a:pt x="1562" y="904"/>
                </a:lnTo>
                <a:lnTo>
                  <a:pt x="1563" y="905"/>
                </a:lnTo>
                <a:lnTo>
                  <a:pt x="1563" y="909"/>
                </a:lnTo>
                <a:lnTo>
                  <a:pt x="1563" y="910"/>
                </a:lnTo>
                <a:lnTo>
                  <a:pt x="1564" y="910"/>
                </a:lnTo>
                <a:lnTo>
                  <a:pt x="1564" y="911"/>
                </a:lnTo>
                <a:lnTo>
                  <a:pt x="1565" y="912"/>
                </a:lnTo>
                <a:lnTo>
                  <a:pt x="1569" y="913"/>
                </a:lnTo>
                <a:lnTo>
                  <a:pt x="1571" y="913"/>
                </a:lnTo>
                <a:lnTo>
                  <a:pt x="1572" y="913"/>
                </a:lnTo>
                <a:lnTo>
                  <a:pt x="1573" y="913"/>
                </a:lnTo>
                <a:lnTo>
                  <a:pt x="1574" y="912"/>
                </a:lnTo>
                <a:lnTo>
                  <a:pt x="1576" y="910"/>
                </a:lnTo>
                <a:lnTo>
                  <a:pt x="1577" y="908"/>
                </a:lnTo>
                <a:lnTo>
                  <a:pt x="1578" y="907"/>
                </a:lnTo>
                <a:lnTo>
                  <a:pt x="1578" y="906"/>
                </a:lnTo>
                <a:lnTo>
                  <a:pt x="1578" y="904"/>
                </a:lnTo>
                <a:lnTo>
                  <a:pt x="1579" y="902"/>
                </a:lnTo>
                <a:lnTo>
                  <a:pt x="1580" y="901"/>
                </a:lnTo>
                <a:lnTo>
                  <a:pt x="1581" y="900"/>
                </a:lnTo>
                <a:lnTo>
                  <a:pt x="1582" y="899"/>
                </a:lnTo>
                <a:lnTo>
                  <a:pt x="1585" y="899"/>
                </a:lnTo>
                <a:lnTo>
                  <a:pt x="1588" y="900"/>
                </a:lnTo>
                <a:lnTo>
                  <a:pt x="1590" y="901"/>
                </a:lnTo>
                <a:lnTo>
                  <a:pt x="1591" y="901"/>
                </a:lnTo>
                <a:lnTo>
                  <a:pt x="1592" y="902"/>
                </a:lnTo>
                <a:lnTo>
                  <a:pt x="1593" y="902"/>
                </a:lnTo>
                <a:lnTo>
                  <a:pt x="1594" y="902"/>
                </a:lnTo>
                <a:lnTo>
                  <a:pt x="1595" y="902"/>
                </a:lnTo>
                <a:lnTo>
                  <a:pt x="1599" y="902"/>
                </a:lnTo>
                <a:lnTo>
                  <a:pt x="1600" y="902"/>
                </a:lnTo>
                <a:lnTo>
                  <a:pt x="1602" y="902"/>
                </a:lnTo>
                <a:lnTo>
                  <a:pt x="1604" y="901"/>
                </a:lnTo>
                <a:lnTo>
                  <a:pt x="1605" y="900"/>
                </a:lnTo>
                <a:lnTo>
                  <a:pt x="1606" y="899"/>
                </a:lnTo>
                <a:lnTo>
                  <a:pt x="1609" y="897"/>
                </a:lnTo>
                <a:lnTo>
                  <a:pt x="1610" y="897"/>
                </a:lnTo>
                <a:lnTo>
                  <a:pt x="1611" y="898"/>
                </a:lnTo>
                <a:lnTo>
                  <a:pt x="1618" y="898"/>
                </a:lnTo>
                <a:lnTo>
                  <a:pt x="1619" y="898"/>
                </a:lnTo>
                <a:lnTo>
                  <a:pt x="1620" y="898"/>
                </a:lnTo>
                <a:lnTo>
                  <a:pt x="1620" y="897"/>
                </a:lnTo>
                <a:lnTo>
                  <a:pt x="1621" y="896"/>
                </a:lnTo>
                <a:lnTo>
                  <a:pt x="1621" y="895"/>
                </a:lnTo>
                <a:lnTo>
                  <a:pt x="1621" y="893"/>
                </a:lnTo>
                <a:lnTo>
                  <a:pt x="1621" y="891"/>
                </a:lnTo>
                <a:lnTo>
                  <a:pt x="1621" y="890"/>
                </a:lnTo>
                <a:lnTo>
                  <a:pt x="1621" y="889"/>
                </a:lnTo>
                <a:lnTo>
                  <a:pt x="1622" y="888"/>
                </a:lnTo>
                <a:lnTo>
                  <a:pt x="1623" y="887"/>
                </a:lnTo>
                <a:lnTo>
                  <a:pt x="1624" y="887"/>
                </a:lnTo>
                <a:lnTo>
                  <a:pt x="1625" y="887"/>
                </a:lnTo>
                <a:lnTo>
                  <a:pt x="1627" y="887"/>
                </a:lnTo>
                <a:lnTo>
                  <a:pt x="1628" y="887"/>
                </a:lnTo>
                <a:lnTo>
                  <a:pt x="1628" y="888"/>
                </a:lnTo>
                <a:lnTo>
                  <a:pt x="1629" y="888"/>
                </a:lnTo>
                <a:lnTo>
                  <a:pt x="1630" y="888"/>
                </a:lnTo>
                <a:lnTo>
                  <a:pt x="1631" y="888"/>
                </a:lnTo>
                <a:lnTo>
                  <a:pt x="1632" y="887"/>
                </a:lnTo>
                <a:lnTo>
                  <a:pt x="1635" y="886"/>
                </a:lnTo>
                <a:lnTo>
                  <a:pt x="1636" y="886"/>
                </a:lnTo>
                <a:lnTo>
                  <a:pt x="1637" y="886"/>
                </a:lnTo>
                <a:lnTo>
                  <a:pt x="1638" y="885"/>
                </a:lnTo>
                <a:lnTo>
                  <a:pt x="1639" y="885"/>
                </a:lnTo>
                <a:lnTo>
                  <a:pt x="1642" y="884"/>
                </a:lnTo>
                <a:lnTo>
                  <a:pt x="1643" y="884"/>
                </a:lnTo>
                <a:lnTo>
                  <a:pt x="1644" y="882"/>
                </a:lnTo>
                <a:lnTo>
                  <a:pt x="1646" y="881"/>
                </a:lnTo>
                <a:lnTo>
                  <a:pt x="1647" y="881"/>
                </a:lnTo>
                <a:lnTo>
                  <a:pt x="1648" y="880"/>
                </a:lnTo>
                <a:lnTo>
                  <a:pt x="1649" y="880"/>
                </a:lnTo>
                <a:lnTo>
                  <a:pt x="1649" y="879"/>
                </a:lnTo>
                <a:lnTo>
                  <a:pt x="1650" y="879"/>
                </a:lnTo>
                <a:lnTo>
                  <a:pt x="1652" y="879"/>
                </a:lnTo>
                <a:lnTo>
                  <a:pt x="1653" y="879"/>
                </a:lnTo>
                <a:lnTo>
                  <a:pt x="1654" y="880"/>
                </a:lnTo>
                <a:lnTo>
                  <a:pt x="1655" y="880"/>
                </a:lnTo>
                <a:lnTo>
                  <a:pt x="1655" y="879"/>
                </a:lnTo>
                <a:lnTo>
                  <a:pt x="1656" y="879"/>
                </a:lnTo>
                <a:lnTo>
                  <a:pt x="1656" y="878"/>
                </a:lnTo>
                <a:lnTo>
                  <a:pt x="1657" y="878"/>
                </a:lnTo>
                <a:lnTo>
                  <a:pt x="1657" y="877"/>
                </a:lnTo>
                <a:lnTo>
                  <a:pt x="1658" y="877"/>
                </a:lnTo>
                <a:lnTo>
                  <a:pt x="1658" y="876"/>
                </a:lnTo>
                <a:lnTo>
                  <a:pt x="1658" y="873"/>
                </a:lnTo>
                <a:lnTo>
                  <a:pt x="1658" y="872"/>
                </a:lnTo>
                <a:lnTo>
                  <a:pt x="1658" y="871"/>
                </a:lnTo>
                <a:lnTo>
                  <a:pt x="1658" y="870"/>
                </a:lnTo>
                <a:lnTo>
                  <a:pt x="1660" y="868"/>
                </a:lnTo>
                <a:lnTo>
                  <a:pt x="1661" y="867"/>
                </a:lnTo>
                <a:lnTo>
                  <a:pt x="1662" y="867"/>
                </a:lnTo>
                <a:lnTo>
                  <a:pt x="1663" y="867"/>
                </a:lnTo>
                <a:lnTo>
                  <a:pt x="1664" y="867"/>
                </a:lnTo>
                <a:lnTo>
                  <a:pt x="1664" y="866"/>
                </a:lnTo>
                <a:lnTo>
                  <a:pt x="1665" y="866"/>
                </a:lnTo>
                <a:lnTo>
                  <a:pt x="1666" y="866"/>
                </a:lnTo>
                <a:lnTo>
                  <a:pt x="1669" y="866"/>
                </a:lnTo>
                <a:lnTo>
                  <a:pt x="1671" y="866"/>
                </a:lnTo>
                <a:lnTo>
                  <a:pt x="1672" y="866"/>
                </a:lnTo>
                <a:lnTo>
                  <a:pt x="1673" y="866"/>
                </a:lnTo>
                <a:lnTo>
                  <a:pt x="1674" y="867"/>
                </a:lnTo>
                <a:lnTo>
                  <a:pt x="1675" y="867"/>
                </a:lnTo>
                <a:lnTo>
                  <a:pt x="1676" y="867"/>
                </a:lnTo>
                <a:lnTo>
                  <a:pt x="1677" y="867"/>
                </a:lnTo>
                <a:lnTo>
                  <a:pt x="1679" y="868"/>
                </a:lnTo>
                <a:lnTo>
                  <a:pt x="1680" y="867"/>
                </a:lnTo>
                <a:lnTo>
                  <a:pt x="1684" y="868"/>
                </a:lnTo>
                <a:lnTo>
                  <a:pt x="1685" y="868"/>
                </a:lnTo>
                <a:lnTo>
                  <a:pt x="1687" y="868"/>
                </a:lnTo>
                <a:lnTo>
                  <a:pt x="1688" y="868"/>
                </a:lnTo>
                <a:lnTo>
                  <a:pt x="1690" y="868"/>
                </a:lnTo>
                <a:lnTo>
                  <a:pt x="1693" y="867"/>
                </a:lnTo>
                <a:lnTo>
                  <a:pt x="1694" y="866"/>
                </a:lnTo>
                <a:lnTo>
                  <a:pt x="1695" y="866"/>
                </a:lnTo>
                <a:lnTo>
                  <a:pt x="1695" y="865"/>
                </a:lnTo>
                <a:lnTo>
                  <a:pt x="1696" y="865"/>
                </a:lnTo>
                <a:lnTo>
                  <a:pt x="1697" y="865"/>
                </a:lnTo>
                <a:lnTo>
                  <a:pt x="1697" y="864"/>
                </a:lnTo>
                <a:lnTo>
                  <a:pt x="1698" y="864"/>
                </a:lnTo>
                <a:lnTo>
                  <a:pt x="1698" y="863"/>
                </a:lnTo>
                <a:lnTo>
                  <a:pt x="1699" y="863"/>
                </a:lnTo>
                <a:lnTo>
                  <a:pt x="1699" y="862"/>
                </a:lnTo>
                <a:lnTo>
                  <a:pt x="1700" y="861"/>
                </a:lnTo>
                <a:lnTo>
                  <a:pt x="1700" y="860"/>
                </a:lnTo>
                <a:lnTo>
                  <a:pt x="1700" y="859"/>
                </a:lnTo>
                <a:lnTo>
                  <a:pt x="1700" y="858"/>
                </a:lnTo>
                <a:lnTo>
                  <a:pt x="1700" y="857"/>
                </a:lnTo>
                <a:lnTo>
                  <a:pt x="1699" y="856"/>
                </a:lnTo>
                <a:lnTo>
                  <a:pt x="1698" y="856"/>
                </a:lnTo>
                <a:lnTo>
                  <a:pt x="1698" y="855"/>
                </a:lnTo>
                <a:lnTo>
                  <a:pt x="1697" y="855"/>
                </a:lnTo>
                <a:lnTo>
                  <a:pt x="1697" y="854"/>
                </a:lnTo>
                <a:lnTo>
                  <a:pt x="1696" y="854"/>
                </a:lnTo>
                <a:lnTo>
                  <a:pt x="1696" y="853"/>
                </a:lnTo>
                <a:lnTo>
                  <a:pt x="1696" y="852"/>
                </a:lnTo>
                <a:lnTo>
                  <a:pt x="1696" y="851"/>
                </a:lnTo>
                <a:lnTo>
                  <a:pt x="1696" y="849"/>
                </a:lnTo>
                <a:lnTo>
                  <a:pt x="1696" y="847"/>
                </a:lnTo>
                <a:lnTo>
                  <a:pt x="1696" y="846"/>
                </a:lnTo>
                <a:lnTo>
                  <a:pt x="1696" y="845"/>
                </a:lnTo>
                <a:lnTo>
                  <a:pt x="1696" y="844"/>
                </a:lnTo>
                <a:lnTo>
                  <a:pt x="1697" y="843"/>
                </a:lnTo>
                <a:lnTo>
                  <a:pt x="1697" y="841"/>
                </a:lnTo>
                <a:lnTo>
                  <a:pt x="1696" y="841"/>
                </a:lnTo>
                <a:lnTo>
                  <a:pt x="1697" y="841"/>
                </a:lnTo>
                <a:lnTo>
                  <a:pt x="1697" y="840"/>
                </a:lnTo>
                <a:lnTo>
                  <a:pt x="1697" y="839"/>
                </a:lnTo>
                <a:lnTo>
                  <a:pt x="1698" y="839"/>
                </a:lnTo>
                <a:lnTo>
                  <a:pt x="1698" y="838"/>
                </a:lnTo>
                <a:lnTo>
                  <a:pt x="1699" y="838"/>
                </a:lnTo>
                <a:lnTo>
                  <a:pt x="1700" y="836"/>
                </a:lnTo>
                <a:lnTo>
                  <a:pt x="1700" y="835"/>
                </a:lnTo>
                <a:lnTo>
                  <a:pt x="1701" y="835"/>
                </a:lnTo>
                <a:lnTo>
                  <a:pt x="1701" y="834"/>
                </a:lnTo>
                <a:lnTo>
                  <a:pt x="1702" y="833"/>
                </a:lnTo>
                <a:lnTo>
                  <a:pt x="1703" y="833"/>
                </a:lnTo>
                <a:lnTo>
                  <a:pt x="1703" y="832"/>
                </a:lnTo>
                <a:lnTo>
                  <a:pt x="1703" y="831"/>
                </a:lnTo>
                <a:lnTo>
                  <a:pt x="1703" y="830"/>
                </a:lnTo>
                <a:lnTo>
                  <a:pt x="1703" y="829"/>
                </a:lnTo>
                <a:lnTo>
                  <a:pt x="1703" y="828"/>
                </a:lnTo>
                <a:lnTo>
                  <a:pt x="1702" y="827"/>
                </a:lnTo>
                <a:lnTo>
                  <a:pt x="1702" y="826"/>
                </a:lnTo>
                <a:lnTo>
                  <a:pt x="1701" y="825"/>
                </a:lnTo>
                <a:lnTo>
                  <a:pt x="1700" y="825"/>
                </a:lnTo>
                <a:lnTo>
                  <a:pt x="1700" y="824"/>
                </a:lnTo>
                <a:lnTo>
                  <a:pt x="1699" y="824"/>
                </a:lnTo>
                <a:lnTo>
                  <a:pt x="1699" y="823"/>
                </a:lnTo>
                <a:lnTo>
                  <a:pt x="1698" y="822"/>
                </a:lnTo>
                <a:lnTo>
                  <a:pt x="1697" y="822"/>
                </a:lnTo>
                <a:lnTo>
                  <a:pt x="1697" y="821"/>
                </a:lnTo>
                <a:lnTo>
                  <a:pt x="1696" y="821"/>
                </a:lnTo>
                <a:lnTo>
                  <a:pt x="1696" y="820"/>
                </a:lnTo>
                <a:lnTo>
                  <a:pt x="1696" y="819"/>
                </a:lnTo>
                <a:lnTo>
                  <a:pt x="1696" y="817"/>
                </a:lnTo>
                <a:lnTo>
                  <a:pt x="1696" y="816"/>
                </a:lnTo>
                <a:lnTo>
                  <a:pt x="1697" y="815"/>
                </a:lnTo>
                <a:lnTo>
                  <a:pt x="1697" y="814"/>
                </a:lnTo>
                <a:lnTo>
                  <a:pt x="1698" y="813"/>
                </a:lnTo>
                <a:lnTo>
                  <a:pt x="1699" y="813"/>
                </a:lnTo>
                <a:lnTo>
                  <a:pt x="1700" y="813"/>
                </a:lnTo>
                <a:lnTo>
                  <a:pt x="1700" y="812"/>
                </a:lnTo>
                <a:lnTo>
                  <a:pt x="1701" y="812"/>
                </a:lnTo>
                <a:lnTo>
                  <a:pt x="1702" y="812"/>
                </a:lnTo>
                <a:lnTo>
                  <a:pt x="1703" y="812"/>
                </a:lnTo>
                <a:lnTo>
                  <a:pt x="1704" y="812"/>
                </a:lnTo>
                <a:lnTo>
                  <a:pt x="1705" y="812"/>
                </a:lnTo>
                <a:lnTo>
                  <a:pt x="1706" y="813"/>
                </a:lnTo>
                <a:lnTo>
                  <a:pt x="1707" y="814"/>
                </a:lnTo>
                <a:lnTo>
                  <a:pt x="1707" y="815"/>
                </a:lnTo>
                <a:lnTo>
                  <a:pt x="1708" y="815"/>
                </a:lnTo>
                <a:lnTo>
                  <a:pt x="1710" y="816"/>
                </a:lnTo>
                <a:lnTo>
                  <a:pt x="1711" y="816"/>
                </a:lnTo>
                <a:lnTo>
                  <a:pt x="1713" y="816"/>
                </a:lnTo>
                <a:lnTo>
                  <a:pt x="1715" y="816"/>
                </a:lnTo>
                <a:lnTo>
                  <a:pt x="1716" y="815"/>
                </a:lnTo>
                <a:lnTo>
                  <a:pt x="1717" y="814"/>
                </a:lnTo>
                <a:lnTo>
                  <a:pt x="1718" y="812"/>
                </a:lnTo>
                <a:lnTo>
                  <a:pt x="1718" y="811"/>
                </a:lnTo>
                <a:lnTo>
                  <a:pt x="1719" y="810"/>
                </a:lnTo>
                <a:lnTo>
                  <a:pt x="1719" y="808"/>
                </a:lnTo>
                <a:lnTo>
                  <a:pt x="1719" y="806"/>
                </a:lnTo>
                <a:lnTo>
                  <a:pt x="1720" y="805"/>
                </a:lnTo>
                <a:lnTo>
                  <a:pt x="1720" y="803"/>
                </a:lnTo>
                <a:lnTo>
                  <a:pt x="1720" y="802"/>
                </a:lnTo>
                <a:lnTo>
                  <a:pt x="1720" y="800"/>
                </a:lnTo>
                <a:lnTo>
                  <a:pt x="1721" y="799"/>
                </a:lnTo>
                <a:lnTo>
                  <a:pt x="1725" y="795"/>
                </a:lnTo>
                <a:lnTo>
                  <a:pt x="1726" y="794"/>
                </a:lnTo>
                <a:lnTo>
                  <a:pt x="1728" y="792"/>
                </a:lnTo>
                <a:lnTo>
                  <a:pt x="1735" y="788"/>
                </a:lnTo>
                <a:lnTo>
                  <a:pt x="1736" y="787"/>
                </a:lnTo>
                <a:lnTo>
                  <a:pt x="1737" y="784"/>
                </a:lnTo>
                <a:lnTo>
                  <a:pt x="1737" y="779"/>
                </a:lnTo>
                <a:lnTo>
                  <a:pt x="1737" y="778"/>
                </a:lnTo>
                <a:lnTo>
                  <a:pt x="1737" y="777"/>
                </a:lnTo>
                <a:lnTo>
                  <a:pt x="1737" y="776"/>
                </a:lnTo>
                <a:lnTo>
                  <a:pt x="1737" y="774"/>
                </a:lnTo>
                <a:lnTo>
                  <a:pt x="1737" y="772"/>
                </a:lnTo>
                <a:lnTo>
                  <a:pt x="1738" y="771"/>
                </a:lnTo>
                <a:lnTo>
                  <a:pt x="1738" y="770"/>
                </a:lnTo>
                <a:lnTo>
                  <a:pt x="1740" y="769"/>
                </a:lnTo>
                <a:lnTo>
                  <a:pt x="1740" y="768"/>
                </a:lnTo>
                <a:lnTo>
                  <a:pt x="1741" y="768"/>
                </a:lnTo>
                <a:lnTo>
                  <a:pt x="1741" y="767"/>
                </a:lnTo>
                <a:lnTo>
                  <a:pt x="1742" y="767"/>
                </a:lnTo>
                <a:lnTo>
                  <a:pt x="1743" y="766"/>
                </a:lnTo>
                <a:lnTo>
                  <a:pt x="1744" y="765"/>
                </a:lnTo>
                <a:lnTo>
                  <a:pt x="1745" y="765"/>
                </a:lnTo>
                <a:lnTo>
                  <a:pt x="1745" y="764"/>
                </a:lnTo>
                <a:lnTo>
                  <a:pt x="1746" y="764"/>
                </a:lnTo>
                <a:lnTo>
                  <a:pt x="1747" y="764"/>
                </a:lnTo>
                <a:lnTo>
                  <a:pt x="1749" y="762"/>
                </a:lnTo>
                <a:lnTo>
                  <a:pt x="1750" y="762"/>
                </a:lnTo>
                <a:lnTo>
                  <a:pt x="1751" y="762"/>
                </a:lnTo>
                <a:lnTo>
                  <a:pt x="1751" y="761"/>
                </a:lnTo>
                <a:lnTo>
                  <a:pt x="1752" y="761"/>
                </a:lnTo>
                <a:lnTo>
                  <a:pt x="1753" y="761"/>
                </a:lnTo>
                <a:lnTo>
                  <a:pt x="1756" y="761"/>
                </a:lnTo>
                <a:lnTo>
                  <a:pt x="1757" y="761"/>
                </a:lnTo>
                <a:lnTo>
                  <a:pt x="1758" y="761"/>
                </a:lnTo>
                <a:lnTo>
                  <a:pt x="1759" y="761"/>
                </a:lnTo>
                <a:lnTo>
                  <a:pt x="1760" y="761"/>
                </a:lnTo>
                <a:lnTo>
                  <a:pt x="1761" y="760"/>
                </a:lnTo>
                <a:lnTo>
                  <a:pt x="1763" y="760"/>
                </a:lnTo>
                <a:lnTo>
                  <a:pt x="1764" y="761"/>
                </a:lnTo>
                <a:lnTo>
                  <a:pt x="1765" y="761"/>
                </a:lnTo>
                <a:lnTo>
                  <a:pt x="1767" y="761"/>
                </a:lnTo>
                <a:lnTo>
                  <a:pt x="1768" y="761"/>
                </a:lnTo>
                <a:lnTo>
                  <a:pt x="1771" y="762"/>
                </a:lnTo>
                <a:lnTo>
                  <a:pt x="1773" y="762"/>
                </a:lnTo>
                <a:lnTo>
                  <a:pt x="1773" y="763"/>
                </a:lnTo>
                <a:lnTo>
                  <a:pt x="1774" y="762"/>
                </a:lnTo>
                <a:lnTo>
                  <a:pt x="1775" y="761"/>
                </a:lnTo>
                <a:lnTo>
                  <a:pt x="1776" y="760"/>
                </a:lnTo>
                <a:lnTo>
                  <a:pt x="1776" y="759"/>
                </a:lnTo>
                <a:lnTo>
                  <a:pt x="1777" y="759"/>
                </a:lnTo>
                <a:lnTo>
                  <a:pt x="1778" y="758"/>
                </a:lnTo>
                <a:lnTo>
                  <a:pt x="1779" y="758"/>
                </a:lnTo>
                <a:lnTo>
                  <a:pt x="1779" y="757"/>
                </a:lnTo>
                <a:lnTo>
                  <a:pt x="1780" y="756"/>
                </a:lnTo>
                <a:lnTo>
                  <a:pt x="1781" y="756"/>
                </a:lnTo>
                <a:lnTo>
                  <a:pt x="1781" y="755"/>
                </a:lnTo>
                <a:lnTo>
                  <a:pt x="1782" y="755"/>
                </a:lnTo>
                <a:lnTo>
                  <a:pt x="1782" y="754"/>
                </a:lnTo>
                <a:lnTo>
                  <a:pt x="1783" y="754"/>
                </a:lnTo>
                <a:lnTo>
                  <a:pt x="1785" y="754"/>
                </a:lnTo>
                <a:lnTo>
                  <a:pt x="1787" y="754"/>
                </a:lnTo>
                <a:lnTo>
                  <a:pt x="1788" y="754"/>
                </a:lnTo>
                <a:lnTo>
                  <a:pt x="1788" y="755"/>
                </a:lnTo>
                <a:lnTo>
                  <a:pt x="1789" y="755"/>
                </a:lnTo>
                <a:lnTo>
                  <a:pt x="1791" y="754"/>
                </a:lnTo>
                <a:lnTo>
                  <a:pt x="1793" y="754"/>
                </a:lnTo>
                <a:lnTo>
                  <a:pt x="1795" y="753"/>
                </a:lnTo>
                <a:lnTo>
                  <a:pt x="1796" y="752"/>
                </a:lnTo>
                <a:lnTo>
                  <a:pt x="1798" y="751"/>
                </a:lnTo>
                <a:lnTo>
                  <a:pt x="1799" y="751"/>
                </a:lnTo>
                <a:lnTo>
                  <a:pt x="1800" y="751"/>
                </a:lnTo>
                <a:lnTo>
                  <a:pt x="1801" y="751"/>
                </a:lnTo>
                <a:lnTo>
                  <a:pt x="1803" y="750"/>
                </a:lnTo>
                <a:lnTo>
                  <a:pt x="1804" y="749"/>
                </a:lnTo>
                <a:lnTo>
                  <a:pt x="1804" y="747"/>
                </a:lnTo>
                <a:lnTo>
                  <a:pt x="1804" y="745"/>
                </a:lnTo>
                <a:lnTo>
                  <a:pt x="1804" y="740"/>
                </a:lnTo>
                <a:lnTo>
                  <a:pt x="1804" y="737"/>
                </a:lnTo>
                <a:lnTo>
                  <a:pt x="1804" y="735"/>
                </a:lnTo>
                <a:lnTo>
                  <a:pt x="1804" y="734"/>
                </a:lnTo>
                <a:lnTo>
                  <a:pt x="1805" y="733"/>
                </a:lnTo>
                <a:lnTo>
                  <a:pt x="1806" y="732"/>
                </a:lnTo>
                <a:lnTo>
                  <a:pt x="1808" y="732"/>
                </a:lnTo>
                <a:lnTo>
                  <a:pt x="1809" y="731"/>
                </a:lnTo>
                <a:lnTo>
                  <a:pt x="1810" y="732"/>
                </a:lnTo>
                <a:lnTo>
                  <a:pt x="1813" y="732"/>
                </a:lnTo>
                <a:lnTo>
                  <a:pt x="1815" y="732"/>
                </a:lnTo>
                <a:lnTo>
                  <a:pt x="1817" y="732"/>
                </a:lnTo>
                <a:lnTo>
                  <a:pt x="1819" y="731"/>
                </a:lnTo>
                <a:lnTo>
                  <a:pt x="1820" y="730"/>
                </a:lnTo>
                <a:lnTo>
                  <a:pt x="1821" y="729"/>
                </a:lnTo>
                <a:lnTo>
                  <a:pt x="1821" y="728"/>
                </a:lnTo>
                <a:lnTo>
                  <a:pt x="1821" y="726"/>
                </a:lnTo>
                <a:lnTo>
                  <a:pt x="1820" y="722"/>
                </a:lnTo>
                <a:lnTo>
                  <a:pt x="1820" y="719"/>
                </a:lnTo>
                <a:lnTo>
                  <a:pt x="1819" y="719"/>
                </a:lnTo>
                <a:lnTo>
                  <a:pt x="1819" y="718"/>
                </a:lnTo>
                <a:lnTo>
                  <a:pt x="1820" y="718"/>
                </a:lnTo>
                <a:lnTo>
                  <a:pt x="1820" y="717"/>
                </a:lnTo>
                <a:lnTo>
                  <a:pt x="1821" y="716"/>
                </a:lnTo>
                <a:lnTo>
                  <a:pt x="1821" y="715"/>
                </a:lnTo>
                <a:lnTo>
                  <a:pt x="1822" y="715"/>
                </a:lnTo>
                <a:lnTo>
                  <a:pt x="1822" y="714"/>
                </a:lnTo>
                <a:lnTo>
                  <a:pt x="1823" y="714"/>
                </a:lnTo>
                <a:lnTo>
                  <a:pt x="1824" y="714"/>
                </a:lnTo>
                <a:lnTo>
                  <a:pt x="1824" y="713"/>
                </a:lnTo>
                <a:lnTo>
                  <a:pt x="1825" y="713"/>
                </a:lnTo>
                <a:lnTo>
                  <a:pt x="1826" y="713"/>
                </a:lnTo>
                <a:lnTo>
                  <a:pt x="1826" y="712"/>
                </a:lnTo>
                <a:lnTo>
                  <a:pt x="1827" y="712"/>
                </a:lnTo>
                <a:lnTo>
                  <a:pt x="1828" y="712"/>
                </a:lnTo>
                <a:lnTo>
                  <a:pt x="1829" y="712"/>
                </a:lnTo>
                <a:lnTo>
                  <a:pt x="1829" y="711"/>
                </a:lnTo>
                <a:lnTo>
                  <a:pt x="1830" y="711"/>
                </a:lnTo>
                <a:lnTo>
                  <a:pt x="1830" y="710"/>
                </a:lnTo>
                <a:lnTo>
                  <a:pt x="1831" y="709"/>
                </a:lnTo>
                <a:lnTo>
                  <a:pt x="1831" y="708"/>
                </a:lnTo>
                <a:lnTo>
                  <a:pt x="1832" y="707"/>
                </a:lnTo>
                <a:lnTo>
                  <a:pt x="1835" y="706"/>
                </a:lnTo>
                <a:lnTo>
                  <a:pt x="1836" y="705"/>
                </a:lnTo>
                <a:lnTo>
                  <a:pt x="1837" y="705"/>
                </a:lnTo>
                <a:lnTo>
                  <a:pt x="1837" y="704"/>
                </a:lnTo>
                <a:lnTo>
                  <a:pt x="1838" y="703"/>
                </a:lnTo>
                <a:lnTo>
                  <a:pt x="1839" y="702"/>
                </a:lnTo>
                <a:lnTo>
                  <a:pt x="1841" y="702"/>
                </a:lnTo>
                <a:lnTo>
                  <a:pt x="1842" y="701"/>
                </a:lnTo>
                <a:lnTo>
                  <a:pt x="1843" y="699"/>
                </a:lnTo>
                <a:lnTo>
                  <a:pt x="1844" y="698"/>
                </a:lnTo>
                <a:lnTo>
                  <a:pt x="1845" y="698"/>
                </a:lnTo>
                <a:lnTo>
                  <a:pt x="1846" y="697"/>
                </a:lnTo>
                <a:lnTo>
                  <a:pt x="1848" y="697"/>
                </a:lnTo>
                <a:lnTo>
                  <a:pt x="1849" y="697"/>
                </a:lnTo>
                <a:lnTo>
                  <a:pt x="1850" y="697"/>
                </a:lnTo>
                <a:lnTo>
                  <a:pt x="1851" y="696"/>
                </a:lnTo>
                <a:lnTo>
                  <a:pt x="1852" y="696"/>
                </a:lnTo>
                <a:lnTo>
                  <a:pt x="1853" y="695"/>
                </a:lnTo>
                <a:lnTo>
                  <a:pt x="1853" y="694"/>
                </a:lnTo>
                <a:lnTo>
                  <a:pt x="1854" y="694"/>
                </a:lnTo>
                <a:lnTo>
                  <a:pt x="1854" y="693"/>
                </a:lnTo>
                <a:lnTo>
                  <a:pt x="1854" y="689"/>
                </a:lnTo>
                <a:lnTo>
                  <a:pt x="1855" y="687"/>
                </a:lnTo>
                <a:lnTo>
                  <a:pt x="1858" y="686"/>
                </a:lnTo>
                <a:lnTo>
                  <a:pt x="1860" y="686"/>
                </a:lnTo>
                <a:lnTo>
                  <a:pt x="1861" y="686"/>
                </a:lnTo>
                <a:lnTo>
                  <a:pt x="1862" y="686"/>
                </a:lnTo>
                <a:lnTo>
                  <a:pt x="1864" y="686"/>
                </a:lnTo>
                <a:lnTo>
                  <a:pt x="1865" y="686"/>
                </a:lnTo>
                <a:lnTo>
                  <a:pt x="1867" y="685"/>
                </a:lnTo>
                <a:lnTo>
                  <a:pt x="1868" y="684"/>
                </a:lnTo>
                <a:lnTo>
                  <a:pt x="1868" y="683"/>
                </a:lnTo>
                <a:lnTo>
                  <a:pt x="1869" y="683"/>
                </a:lnTo>
                <a:lnTo>
                  <a:pt x="1869" y="682"/>
                </a:lnTo>
                <a:lnTo>
                  <a:pt x="1869" y="681"/>
                </a:lnTo>
                <a:lnTo>
                  <a:pt x="1870" y="680"/>
                </a:lnTo>
                <a:lnTo>
                  <a:pt x="1870" y="679"/>
                </a:lnTo>
                <a:lnTo>
                  <a:pt x="1871" y="676"/>
                </a:lnTo>
                <a:lnTo>
                  <a:pt x="1872" y="675"/>
                </a:lnTo>
                <a:lnTo>
                  <a:pt x="1873" y="673"/>
                </a:lnTo>
                <a:lnTo>
                  <a:pt x="1874" y="672"/>
                </a:lnTo>
                <a:lnTo>
                  <a:pt x="1875" y="672"/>
                </a:lnTo>
                <a:lnTo>
                  <a:pt x="1875" y="671"/>
                </a:lnTo>
                <a:lnTo>
                  <a:pt x="1877" y="671"/>
                </a:lnTo>
                <a:lnTo>
                  <a:pt x="1878" y="671"/>
                </a:lnTo>
                <a:lnTo>
                  <a:pt x="1879" y="671"/>
                </a:lnTo>
                <a:lnTo>
                  <a:pt x="1881" y="671"/>
                </a:lnTo>
                <a:lnTo>
                  <a:pt x="1882" y="670"/>
                </a:lnTo>
                <a:lnTo>
                  <a:pt x="1883" y="670"/>
                </a:lnTo>
                <a:lnTo>
                  <a:pt x="1884" y="669"/>
                </a:lnTo>
                <a:lnTo>
                  <a:pt x="1885" y="669"/>
                </a:lnTo>
                <a:lnTo>
                  <a:pt x="1887" y="669"/>
                </a:lnTo>
                <a:lnTo>
                  <a:pt x="1889" y="669"/>
                </a:lnTo>
                <a:lnTo>
                  <a:pt x="1890" y="669"/>
                </a:lnTo>
                <a:lnTo>
                  <a:pt x="1890" y="668"/>
                </a:lnTo>
                <a:lnTo>
                  <a:pt x="1891" y="668"/>
                </a:lnTo>
                <a:lnTo>
                  <a:pt x="1892" y="668"/>
                </a:lnTo>
                <a:lnTo>
                  <a:pt x="1893" y="667"/>
                </a:lnTo>
                <a:lnTo>
                  <a:pt x="1895" y="666"/>
                </a:lnTo>
                <a:lnTo>
                  <a:pt x="1897" y="665"/>
                </a:lnTo>
                <a:lnTo>
                  <a:pt x="1897" y="664"/>
                </a:lnTo>
                <a:lnTo>
                  <a:pt x="1899" y="662"/>
                </a:lnTo>
                <a:lnTo>
                  <a:pt x="1899" y="661"/>
                </a:lnTo>
                <a:lnTo>
                  <a:pt x="1900" y="660"/>
                </a:lnTo>
                <a:lnTo>
                  <a:pt x="1901" y="660"/>
                </a:lnTo>
                <a:lnTo>
                  <a:pt x="1902" y="660"/>
                </a:lnTo>
                <a:lnTo>
                  <a:pt x="1903" y="659"/>
                </a:lnTo>
                <a:lnTo>
                  <a:pt x="1904" y="658"/>
                </a:lnTo>
                <a:lnTo>
                  <a:pt x="1905" y="658"/>
                </a:lnTo>
                <a:lnTo>
                  <a:pt x="1906" y="657"/>
                </a:lnTo>
                <a:lnTo>
                  <a:pt x="1908" y="655"/>
                </a:lnTo>
                <a:lnTo>
                  <a:pt x="1909" y="653"/>
                </a:lnTo>
                <a:lnTo>
                  <a:pt x="1910" y="653"/>
                </a:lnTo>
                <a:lnTo>
                  <a:pt x="1912" y="652"/>
                </a:lnTo>
                <a:lnTo>
                  <a:pt x="1913" y="652"/>
                </a:lnTo>
                <a:lnTo>
                  <a:pt x="1915" y="652"/>
                </a:lnTo>
                <a:lnTo>
                  <a:pt x="1918" y="653"/>
                </a:lnTo>
                <a:lnTo>
                  <a:pt x="1919" y="653"/>
                </a:lnTo>
                <a:lnTo>
                  <a:pt x="1920" y="653"/>
                </a:lnTo>
                <a:lnTo>
                  <a:pt x="1922" y="653"/>
                </a:lnTo>
                <a:lnTo>
                  <a:pt x="1923" y="653"/>
                </a:lnTo>
                <a:lnTo>
                  <a:pt x="1924" y="652"/>
                </a:lnTo>
                <a:lnTo>
                  <a:pt x="1926" y="651"/>
                </a:lnTo>
                <a:lnTo>
                  <a:pt x="1927" y="650"/>
                </a:lnTo>
                <a:lnTo>
                  <a:pt x="1929" y="650"/>
                </a:lnTo>
                <a:lnTo>
                  <a:pt x="1930" y="649"/>
                </a:lnTo>
                <a:lnTo>
                  <a:pt x="1931" y="649"/>
                </a:lnTo>
                <a:lnTo>
                  <a:pt x="1933" y="649"/>
                </a:lnTo>
                <a:lnTo>
                  <a:pt x="1934" y="648"/>
                </a:lnTo>
                <a:lnTo>
                  <a:pt x="1935" y="648"/>
                </a:lnTo>
                <a:lnTo>
                  <a:pt x="1935" y="647"/>
                </a:lnTo>
                <a:lnTo>
                  <a:pt x="1938" y="648"/>
                </a:lnTo>
                <a:lnTo>
                  <a:pt x="1939" y="648"/>
                </a:lnTo>
                <a:lnTo>
                  <a:pt x="1941" y="649"/>
                </a:lnTo>
                <a:lnTo>
                  <a:pt x="1944" y="650"/>
                </a:lnTo>
                <a:lnTo>
                  <a:pt x="1948" y="652"/>
                </a:lnTo>
                <a:lnTo>
                  <a:pt x="1949" y="652"/>
                </a:lnTo>
                <a:lnTo>
                  <a:pt x="1950" y="652"/>
                </a:lnTo>
                <a:lnTo>
                  <a:pt x="1951" y="651"/>
                </a:lnTo>
                <a:lnTo>
                  <a:pt x="1952" y="651"/>
                </a:lnTo>
                <a:lnTo>
                  <a:pt x="1953" y="650"/>
                </a:lnTo>
                <a:lnTo>
                  <a:pt x="1955" y="649"/>
                </a:lnTo>
                <a:lnTo>
                  <a:pt x="1956" y="647"/>
                </a:lnTo>
                <a:lnTo>
                  <a:pt x="1957" y="645"/>
                </a:lnTo>
                <a:lnTo>
                  <a:pt x="1957" y="644"/>
                </a:lnTo>
                <a:lnTo>
                  <a:pt x="1957" y="643"/>
                </a:lnTo>
                <a:lnTo>
                  <a:pt x="1958" y="640"/>
                </a:lnTo>
                <a:lnTo>
                  <a:pt x="1958" y="638"/>
                </a:lnTo>
                <a:lnTo>
                  <a:pt x="1959" y="634"/>
                </a:lnTo>
                <a:lnTo>
                  <a:pt x="1962" y="632"/>
                </a:lnTo>
                <a:lnTo>
                  <a:pt x="1965" y="630"/>
                </a:lnTo>
                <a:lnTo>
                  <a:pt x="1966" y="630"/>
                </a:lnTo>
                <a:lnTo>
                  <a:pt x="1967" y="630"/>
                </a:lnTo>
                <a:lnTo>
                  <a:pt x="1973" y="629"/>
                </a:lnTo>
                <a:lnTo>
                  <a:pt x="1976" y="629"/>
                </a:lnTo>
                <a:lnTo>
                  <a:pt x="1977" y="629"/>
                </a:lnTo>
                <a:lnTo>
                  <a:pt x="1978" y="629"/>
                </a:lnTo>
                <a:lnTo>
                  <a:pt x="1978" y="628"/>
                </a:lnTo>
                <a:lnTo>
                  <a:pt x="1979" y="628"/>
                </a:lnTo>
                <a:lnTo>
                  <a:pt x="1980" y="627"/>
                </a:lnTo>
                <a:lnTo>
                  <a:pt x="1981" y="625"/>
                </a:lnTo>
                <a:lnTo>
                  <a:pt x="1981" y="624"/>
                </a:lnTo>
                <a:lnTo>
                  <a:pt x="1981" y="623"/>
                </a:lnTo>
                <a:lnTo>
                  <a:pt x="1982" y="622"/>
                </a:lnTo>
                <a:lnTo>
                  <a:pt x="1984" y="623"/>
                </a:lnTo>
                <a:lnTo>
                  <a:pt x="1986" y="625"/>
                </a:lnTo>
                <a:lnTo>
                  <a:pt x="1987" y="625"/>
                </a:lnTo>
                <a:lnTo>
                  <a:pt x="1988" y="627"/>
                </a:lnTo>
                <a:lnTo>
                  <a:pt x="1988" y="630"/>
                </a:lnTo>
                <a:lnTo>
                  <a:pt x="1988" y="633"/>
                </a:lnTo>
                <a:lnTo>
                  <a:pt x="1988" y="635"/>
                </a:lnTo>
                <a:lnTo>
                  <a:pt x="1987" y="636"/>
                </a:lnTo>
                <a:lnTo>
                  <a:pt x="1986" y="637"/>
                </a:lnTo>
                <a:lnTo>
                  <a:pt x="1985" y="639"/>
                </a:lnTo>
                <a:lnTo>
                  <a:pt x="1984" y="639"/>
                </a:lnTo>
                <a:lnTo>
                  <a:pt x="1980" y="643"/>
                </a:lnTo>
                <a:lnTo>
                  <a:pt x="1979" y="645"/>
                </a:lnTo>
                <a:lnTo>
                  <a:pt x="1977" y="645"/>
                </a:lnTo>
                <a:lnTo>
                  <a:pt x="1975" y="647"/>
                </a:lnTo>
                <a:lnTo>
                  <a:pt x="1974" y="648"/>
                </a:lnTo>
                <a:lnTo>
                  <a:pt x="1973" y="649"/>
                </a:lnTo>
                <a:lnTo>
                  <a:pt x="1970" y="651"/>
                </a:lnTo>
                <a:lnTo>
                  <a:pt x="1969" y="651"/>
                </a:lnTo>
                <a:lnTo>
                  <a:pt x="1967" y="653"/>
                </a:lnTo>
                <a:lnTo>
                  <a:pt x="1966" y="654"/>
                </a:lnTo>
                <a:lnTo>
                  <a:pt x="1963" y="656"/>
                </a:lnTo>
                <a:lnTo>
                  <a:pt x="1961" y="658"/>
                </a:lnTo>
                <a:lnTo>
                  <a:pt x="1960" y="659"/>
                </a:lnTo>
                <a:lnTo>
                  <a:pt x="1959" y="660"/>
                </a:lnTo>
                <a:lnTo>
                  <a:pt x="1958" y="661"/>
                </a:lnTo>
                <a:lnTo>
                  <a:pt x="1958" y="663"/>
                </a:lnTo>
                <a:lnTo>
                  <a:pt x="1957" y="664"/>
                </a:lnTo>
                <a:lnTo>
                  <a:pt x="1957" y="666"/>
                </a:lnTo>
                <a:lnTo>
                  <a:pt x="1956" y="667"/>
                </a:lnTo>
                <a:lnTo>
                  <a:pt x="1955" y="668"/>
                </a:lnTo>
                <a:lnTo>
                  <a:pt x="1954" y="668"/>
                </a:lnTo>
                <a:lnTo>
                  <a:pt x="1953" y="669"/>
                </a:lnTo>
                <a:lnTo>
                  <a:pt x="1952" y="670"/>
                </a:lnTo>
                <a:lnTo>
                  <a:pt x="1951" y="671"/>
                </a:lnTo>
                <a:lnTo>
                  <a:pt x="1950" y="672"/>
                </a:lnTo>
                <a:lnTo>
                  <a:pt x="1949" y="672"/>
                </a:lnTo>
                <a:lnTo>
                  <a:pt x="1949" y="673"/>
                </a:lnTo>
                <a:lnTo>
                  <a:pt x="1948" y="674"/>
                </a:lnTo>
                <a:lnTo>
                  <a:pt x="1947" y="674"/>
                </a:lnTo>
                <a:lnTo>
                  <a:pt x="1946" y="675"/>
                </a:lnTo>
                <a:lnTo>
                  <a:pt x="1945" y="675"/>
                </a:lnTo>
                <a:lnTo>
                  <a:pt x="1945" y="677"/>
                </a:lnTo>
                <a:lnTo>
                  <a:pt x="1944" y="679"/>
                </a:lnTo>
                <a:lnTo>
                  <a:pt x="1944" y="681"/>
                </a:lnTo>
                <a:lnTo>
                  <a:pt x="1944" y="682"/>
                </a:lnTo>
                <a:lnTo>
                  <a:pt x="1944" y="683"/>
                </a:lnTo>
                <a:lnTo>
                  <a:pt x="1945" y="683"/>
                </a:lnTo>
                <a:lnTo>
                  <a:pt x="1945" y="685"/>
                </a:lnTo>
                <a:lnTo>
                  <a:pt x="1945" y="687"/>
                </a:lnTo>
                <a:lnTo>
                  <a:pt x="1946" y="688"/>
                </a:lnTo>
                <a:lnTo>
                  <a:pt x="1946" y="689"/>
                </a:lnTo>
                <a:lnTo>
                  <a:pt x="1946" y="690"/>
                </a:lnTo>
                <a:lnTo>
                  <a:pt x="1947" y="691"/>
                </a:lnTo>
                <a:lnTo>
                  <a:pt x="1947" y="692"/>
                </a:lnTo>
                <a:lnTo>
                  <a:pt x="1947" y="693"/>
                </a:lnTo>
                <a:lnTo>
                  <a:pt x="1948" y="694"/>
                </a:lnTo>
                <a:lnTo>
                  <a:pt x="1948" y="695"/>
                </a:lnTo>
                <a:lnTo>
                  <a:pt x="1949" y="697"/>
                </a:lnTo>
                <a:lnTo>
                  <a:pt x="1949" y="698"/>
                </a:lnTo>
                <a:lnTo>
                  <a:pt x="1949" y="699"/>
                </a:lnTo>
                <a:lnTo>
                  <a:pt x="1949" y="700"/>
                </a:lnTo>
                <a:lnTo>
                  <a:pt x="1949" y="701"/>
                </a:lnTo>
                <a:lnTo>
                  <a:pt x="1949" y="702"/>
                </a:lnTo>
                <a:lnTo>
                  <a:pt x="1948" y="703"/>
                </a:lnTo>
                <a:lnTo>
                  <a:pt x="1947" y="704"/>
                </a:lnTo>
                <a:lnTo>
                  <a:pt x="1947" y="705"/>
                </a:lnTo>
                <a:lnTo>
                  <a:pt x="1947" y="706"/>
                </a:lnTo>
                <a:lnTo>
                  <a:pt x="1947" y="709"/>
                </a:lnTo>
                <a:lnTo>
                  <a:pt x="1947" y="711"/>
                </a:lnTo>
                <a:lnTo>
                  <a:pt x="1946" y="712"/>
                </a:lnTo>
                <a:lnTo>
                  <a:pt x="1946" y="713"/>
                </a:lnTo>
                <a:lnTo>
                  <a:pt x="1945" y="716"/>
                </a:lnTo>
                <a:lnTo>
                  <a:pt x="1943" y="719"/>
                </a:lnTo>
                <a:lnTo>
                  <a:pt x="1943" y="720"/>
                </a:lnTo>
                <a:lnTo>
                  <a:pt x="1943" y="721"/>
                </a:lnTo>
                <a:lnTo>
                  <a:pt x="1942" y="721"/>
                </a:lnTo>
                <a:lnTo>
                  <a:pt x="1943" y="721"/>
                </a:lnTo>
                <a:lnTo>
                  <a:pt x="1943" y="722"/>
                </a:lnTo>
                <a:lnTo>
                  <a:pt x="1943" y="724"/>
                </a:lnTo>
                <a:lnTo>
                  <a:pt x="1942" y="724"/>
                </a:lnTo>
                <a:lnTo>
                  <a:pt x="1942" y="725"/>
                </a:lnTo>
                <a:lnTo>
                  <a:pt x="1941" y="725"/>
                </a:lnTo>
                <a:lnTo>
                  <a:pt x="1940" y="726"/>
                </a:lnTo>
                <a:lnTo>
                  <a:pt x="1940" y="727"/>
                </a:lnTo>
                <a:lnTo>
                  <a:pt x="1941" y="727"/>
                </a:lnTo>
                <a:lnTo>
                  <a:pt x="1941" y="728"/>
                </a:lnTo>
                <a:lnTo>
                  <a:pt x="1941" y="729"/>
                </a:lnTo>
                <a:lnTo>
                  <a:pt x="1942" y="730"/>
                </a:lnTo>
                <a:lnTo>
                  <a:pt x="1943" y="732"/>
                </a:lnTo>
                <a:lnTo>
                  <a:pt x="1943" y="733"/>
                </a:lnTo>
                <a:lnTo>
                  <a:pt x="1943" y="734"/>
                </a:lnTo>
                <a:lnTo>
                  <a:pt x="1943" y="735"/>
                </a:lnTo>
                <a:lnTo>
                  <a:pt x="1943" y="736"/>
                </a:lnTo>
                <a:lnTo>
                  <a:pt x="1944" y="736"/>
                </a:lnTo>
                <a:lnTo>
                  <a:pt x="1944" y="737"/>
                </a:lnTo>
                <a:lnTo>
                  <a:pt x="1945" y="737"/>
                </a:lnTo>
                <a:lnTo>
                  <a:pt x="1946" y="737"/>
                </a:lnTo>
                <a:lnTo>
                  <a:pt x="1948" y="739"/>
                </a:lnTo>
                <a:lnTo>
                  <a:pt x="1949" y="739"/>
                </a:lnTo>
                <a:lnTo>
                  <a:pt x="1949" y="740"/>
                </a:lnTo>
                <a:lnTo>
                  <a:pt x="1950" y="740"/>
                </a:lnTo>
                <a:lnTo>
                  <a:pt x="1951" y="740"/>
                </a:lnTo>
                <a:lnTo>
                  <a:pt x="1951" y="741"/>
                </a:lnTo>
                <a:lnTo>
                  <a:pt x="1952" y="741"/>
                </a:lnTo>
                <a:lnTo>
                  <a:pt x="1952" y="742"/>
                </a:lnTo>
                <a:lnTo>
                  <a:pt x="1953" y="742"/>
                </a:lnTo>
                <a:lnTo>
                  <a:pt x="1953" y="743"/>
                </a:lnTo>
                <a:lnTo>
                  <a:pt x="1954" y="744"/>
                </a:lnTo>
                <a:lnTo>
                  <a:pt x="1954" y="745"/>
                </a:lnTo>
                <a:lnTo>
                  <a:pt x="1955" y="745"/>
                </a:lnTo>
                <a:lnTo>
                  <a:pt x="1955" y="746"/>
                </a:lnTo>
                <a:lnTo>
                  <a:pt x="1955" y="748"/>
                </a:lnTo>
                <a:lnTo>
                  <a:pt x="1955" y="749"/>
                </a:lnTo>
                <a:lnTo>
                  <a:pt x="1957" y="749"/>
                </a:lnTo>
                <a:lnTo>
                  <a:pt x="1958" y="749"/>
                </a:lnTo>
                <a:lnTo>
                  <a:pt x="1959" y="749"/>
                </a:lnTo>
                <a:lnTo>
                  <a:pt x="1959" y="748"/>
                </a:lnTo>
                <a:lnTo>
                  <a:pt x="1960" y="748"/>
                </a:lnTo>
                <a:lnTo>
                  <a:pt x="1961" y="748"/>
                </a:lnTo>
                <a:lnTo>
                  <a:pt x="1962" y="748"/>
                </a:lnTo>
                <a:lnTo>
                  <a:pt x="1963" y="748"/>
                </a:lnTo>
                <a:lnTo>
                  <a:pt x="1963" y="749"/>
                </a:lnTo>
                <a:lnTo>
                  <a:pt x="1964" y="749"/>
                </a:lnTo>
                <a:lnTo>
                  <a:pt x="1964" y="750"/>
                </a:lnTo>
                <a:lnTo>
                  <a:pt x="1965" y="750"/>
                </a:lnTo>
                <a:lnTo>
                  <a:pt x="1966" y="751"/>
                </a:lnTo>
                <a:lnTo>
                  <a:pt x="1966" y="753"/>
                </a:lnTo>
                <a:lnTo>
                  <a:pt x="1966" y="754"/>
                </a:lnTo>
                <a:lnTo>
                  <a:pt x="1966" y="755"/>
                </a:lnTo>
                <a:lnTo>
                  <a:pt x="1966" y="756"/>
                </a:lnTo>
                <a:lnTo>
                  <a:pt x="1967" y="757"/>
                </a:lnTo>
                <a:lnTo>
                  <a:pt x="1967" y="758"/>
                </a:lnTo>
                <a:lnTo>
                  <a:pt x="1968" y="758"/>
                </a:lnTo>
                <a:lnTo>
                  <a:pt x="1968" y="759"/>
                </a:lnTo>
                <a:lnTo>
                  <a:pt x="1968" y="760"/>
                </a:lnTo>
                <a:lnTo>
                  <a:pt x="1968" y="761"/>
                </a:lnTo>
                <a:lnTo>
                  <a:pt x="1968" y="762"/>
                </a:lnTo>
                <a:lnTo>
                  <a:pt x="1969" y="762"/>
                </a:lnTo>
                <a:lnTo>
                  <a:pt x="1969" y="763"/>
                </a:lnTo>
                <a:lnTo>
                  <a:pt x="1970" y="763"/>
                </a:lnTo>
                <a:lnTo>
                  <a:pt x="1971" y="764"/>
                </a:lnTo>
                <a:lnTo>
                  <a:pt x="1972" y="764"/>
                </a:lnTo>
                <a:lnTo>
                  <a:pt x="1973" y="764"/>
                </a:lnTo>
                <a:lnTo>
                  <a:pt x="1974" y="764"/>
                </a:lnTo>
                <a:lnTo>
                  <a:pt x="1975" y="765"/>
                </a:lnTo>
                <a:lnTo>
                  <a:pt x="1976" y="765"/>
                </a:lnTo>
                <a:lnTo>
                  <a:pt x="1976" y="766"/>
                </a:lnTo>
                <a:lnTo>
                  <a:pt x="1977" y="766"/>
                </a:lnTo>
                <a:lnTo>
                  <a:pt x="1978" y="767"/>
                </a:lnTo>
                <a:lnTo>
                  <a:pt x="1979" y="767"/>
                </a:lnTo>
                <a:lnTo>
                  <a:pt x="1980" y="768"/>
                </a:lnTo>
                <a:lnTo>
                  <a:pt x="1980" y="769"/>
                </a:lnTo>
                <a:lnTo>
                  <a:pt x="1981" y="769"/>
                </a:lnTo>
                <a:lnTo>
                  <a:pt x="1982" y="769"/>
                </a:lnTo>
                <a:lnTo>
                  <a:pt x="1983" y="769"/>
                </a:lnTo>
                <a:lnTo>
                  <a:pt x="1984" y="769"/>
                </a:lnTo>
                <a:lnTo>
                  <a:pt x="1985" y="770"/>
                </a:lnTo>
                <a:lnTo>
                  <a:pt x="1986" y="771"/>
                </a:lnTo>
                <a:lnTo>
                  <a:pt x="1986" y="772"/>
                </a:lnTo>
                <a:lnTo>
                  <a:pt x="1987" y="773"/>
                </a:lnTo>
                <a:lnTo>
                  <a:pt x="1988" y="773"/>
                </a:lnTo>
                <a:lnTo>
                  <a:pt x="1988" y="774"/>
                </a:lnTo>
                <a:lnTo>
                  <a:pt x="1988" y="775"/>
                </a:lnTo>
                <a:lnTo>
                  <a:pt x="1989" y="775"/>
                </a:lnTo>
                <a:lnTo>
                  <a:pt x="1989" y="776"/>
                </a:lnTo>
                <a:lnTo>
                  <a:pt x="1989" y="777"/>
                </a:lnTo>
                <a:lnTo>
                  <a:pt x="1989" y="780"/>
                </a:lnTo>
                <a:lnTo>
                  <a:pt x="1988" y="782"/>
                </a:lnTo>
                <a:lnTo>
                  <a:pt x="1988" y="783"/>
                </a:lnTo>
                <a:lnTo>
                  <a:pt x="1988" y="785"/>
                </a:lnTo>
                <a:lnTo>
                  <a:pt x="1987" y="785"/>
                </a:lnTo>
                <a:lnTo>
                  <a:pt x="1987" y="786"/>
                </a:lnTo>
                <a:lnTo>
                  <a:pt x="1987" y="787"/>
                </a:lnTo>
                <a:lnTo>
                  <a:pt x="1986" y="788"/>
                </a:lnTo>
                <a:lnTo>
                  <a:pt x="1986" y="789"/>
                </a:lnTo>
                <a:lnTo>
                  <a:pt x="1986" y="790"/>
                </a:lnTo>
                <a:lnTo>
                  <a:pt x="1986" y="791"/>
                </a:lnTo>
                <a:lnTo>
                  <a:pt x="1985" y="791"/>
                </a:lnTo>
                <a:lnTo>
                  <a:pt x="1985" y="792"/>
                </a:lnTo>
                <a:lnTo>
                  <a:pt x="1985" y="793"/>
                </a:lnTo>
                <a:lnTo>
                  <a:pt x="1985" y="794"/>
                </a:lnTo>
                <a:lnTo>
                  <a:pt x="1984" y="794"/>
                </a:lnTo>
                <a:lnTo>
                  <a:pt x="1984" y="795"/>
                </a:lnTo>
                <a:lnTo>
                  <a:pt x="1983" y="796"/>
                </a:lnTo>
                <a:lnTo>
                  <a:pt x="1983" y="797"/>
                </a:lnTo>
                <a:lnTo>
                  <a:pt x="1982" y="797"/>
                </a:lnTo>
                <a:lnTo>
                  <a:pt x="1982" y="798"/>
                </a:lnTo>
                <a:lnTo>
                  <a:pt x="1982" y="799"/>
                </a:lnTo>
                <a:lnTo>
                  <a:pt x="1982" y="800"/>
                </a:lnTo>
                <a:lnTo>
                  <a:pt x="1982" y="801"/>
                </a:lnTo>
                <a:lnTo>
                  <a:pt x="1982" y="802"/>
                </a:lnTo>
                <a:lnTo>
                  <a:pt x="1983" y="802"/>
                </a:lnTo>
                <a:lnTo>
                  <a:pt x="1983" y="803"/>
                </a:lnTo>
                <a:lnTo>
                  <a:pt x="1983" y="804"/>
                </a:lnTo>
                <a:lnTo>
                  <a:pt x="1984" y="804"/>
                </a:lnTo>
                <a:lnTo>
                  <a:pt x="1984" y="805"/>
                </a:lnTo>
                <a:lnTo>
                  <a:pt x="1984" y="807"/>
                </a:lnTo>
                <a:lnTo>
                  <a:pt x="1984" y="808"/>
                </a:lnTo>
                <a:lnTo>
                  <a:pt x="1983" y="809"/>
                </a:lnTo>
                <a:lnTo>
                  <a:pt x="1983" y="810"/>
                </a:lnTo>
                <a:lnTo>
                  <a:pt x="1982" y="810"/>
                </a:lnTo>
                <a:lnTo>
                  <a:pt x="1982" y="811"/>
                </a:lnTo>
                <a:lnTo>
                  <a:pt x="1981" y="811"/>
                </a:lnTo>
                <a:lnTo>
                  <a:pt x="1981" y="812"/>
                </a:lnTo>
                <a:lnTo>
                  <a:pt x="1981" y="813"/>
                </a:lnTo>
                <a:lnTo>
                  <a:pt x="1981" y="814"/>
                </a:lnTo>
                <a:lnTo>
                  <a:pt x="1980" y="814"/>
                </a:lnTo>
                <a:lnTo>
                  <a:pt x="1980" y="815"/>
                </a:lnTo>
                <a:lnTo>
                  <a:pt x="1980" y="816"/>
                </a:lnTo>
                <a:lnTo>
                  <a:pt x="1980" y="817"/>
                </a:lnTo>
                <a:lnTo>
                  <a:pt x="1980" y="818"/>
                </a:lnTo>
                <a:lnTo>
                  <a:pt x="1980" y="819"/>
                </a:lnTo>
                <a:lnTo>
                  <a:pt x="1979" y="819"/>
                </a:lnTo>
                <a:lnTo>
                  <a:pt x="1979" y="820"/>
                </a:lnTo>
                <a:lnTo>
                  <a:pt x="1978" y="821"/>
                </a:lnTo>
                <a:lnTo>
                  <a:pt x="1978" y="822"/>
                </a:lnTo>
                <a:lnTo>
                  <a:pt x="1977" y="822"/>
                </a:lnTo>
                <a:lnTo>
                  <a:pt x="1976" y="823"/>
                </a:lnTo>
                <a:lnTo>
                  <a:pt x="1975" y="824"/>
                </a:lnTo>
                <a:lnTo>
                  <a:pt x="1975" y="825"/>
                </a:lnTo>
                <a:lnTo>
                  <a:pt x="1975" y="826"/>
                </a:lnTo>
                <a:lnTo>
                  <a:pt x="1975" y="827"/>
                </a:lnTo>
                <a:lnTo>
                  <a:pt x="1975" y="828"/>
                </a:lnTo>
                <a:lnTo>
                  <a:pt x="1976" y="828"/>
                </a:lnTo>
                <a:lnTo>
                  <a:pt x="1976" y="829"/>
                </a:lnTo>
                <a:lnTo>
                  <a:pt x="1976" y="830"/>
                </a:lnTo>
                <a:lnTo>
                  <a:pt x="1976" y="831"/>
                </a:lnTo>
                <a:lnTo>
                  <a:pt x="1976" y="832"/>
                </a:lnTo>
                <a:lnTo>
                  <a:pt x="1976" y="833"/>
                </a:lnTo>
                <a:lnTo>
                  <a:pt x="1976" y="834"/>
                </a:lnTo>
                <a:lnTo>
                  <a:pt x="1975" y="834"/>
                </a:lnTo>
                <a:lnTo>
                  <a:pt x="1975" y="835"/>
                </a:lnTo>
                <a:lnTo>
                  <a:pt x="1974" y="836"/>
                </a:lnTo>
                <a:lnTo>
                  <a:pt x="1973" y="836"/>
                </a:lnTo>
                <a:lnTo>
                  <a:pt x="1973" y="837"/>
                </a:lnTo>
                <a:lnTo>
                  <a:pt x="1972" y="837"/>
                </a:lnTo>
                <a:lnTo>
                  <a:pt x="1971" y="837"/>
                </a:lnTo>
                <a:lnTo>
                  <a:pt x="1971" y="838"/>
                </a:lnTo>
                <a:lnTo>
                  <a:pt x="1970" y="838"/>
                </a:lnTo>
                <a:lnTo>
                  <a:pt x="1970" y="839"/>
                </a:lnTo>
                <a:lnTo>
                  <a:pt x="1970" y="840"/>
                </a:lnTo>
                <a:lnTo>
                  <a:pt x="1969" y="840"/>
                </a:lnTo>
                <a:lnTo>
                  <a:pt x="1969" y="842"/>
                </a:lnTo>
                <a:lnTo>
                  <a:pt x="1969" y="843"/>
                </a:lnTo>
                <a:lnTo>
                  <a:pt x="1968" y="843"/>
                </a:lnTo>
                <a:lnTo>
                  <a:pt x="1968" y="844"/>
                </a:lnTo>
                <a:lnTo>
                  <a:pt x="1967" y="844"/>
                </a:lnTo>
                <a:lnTo>
                  <a:pt x="1966" y="844"/>
                </a:lnTo>
                <a:lnTo>
                  <a:pt x="1965" y="844"/>
                </a:lnTo>
                <a:lnTo>
                  <a:pt x="1964" y="844"/>
                </a:lnTo>
                <a:lnTo>
                  <a:pt x="1963" y="844"/>
                </a:lnTo>
                <a:lnTo>
                  <a:pt x="1963" y="845"/>
                </a:lnTo>
                <a:lnTo>
                  <a:pt x="1962" y="845"/>
                </a:lnTo>
                <a:lnTo>
                  <a:pt x="1961" y="846"/>
                </a:lnTo>
                <a:lnTo>
                  <a:pt x="1960" y="846"/>
                </a:lnTo>
                <a:lnTo>
                  <a:pt x="1960" y="847"/>
                </a:lnTo>
                <a:lnTo>
                  <a:pt x="1959" y="847"/>
                </a:lnTo>
                <a:lnTo>
                  <a:pt x="1958" y="848"/>
                </a:lnTo>
                <a:lnTo>
                  <a:pt x="1957" y="848"/>
                </a:lnTo>
                <a:lnTo>
                  <a:pt x="1957" y="849"/>
                </a:lnTo>
                <a:lnTo>
                  <a:pt x="1956" y="849"/>
                </a:lnTo>
                <a:lnTo>
                  <a:pt x="1955" y="849"/>
                </a:lnTo>
                <a:lnTo>
                  <a:pt x="1954" y="849"/>
                </a:lnTo>
                <a:lnTo>
                  <a:pt x="1952" y="849"/>
                </a:lnTo>
                <a:lnTo>
                  <a:pt x="1952" y="850"/>
                </a:lnTo>
                <a:lnTo>
                  <a:pt x="1951" y="850"/>
                </a:lnTo>
                <a:lnTo>
                  <a:pt x="1950" y="850"/>
                </a:lnTo>
                <a:lnTo>
                  <a:pt x="1950" y="849"/>
                </a:lnTo>
                <a:lnTo>
                  <a:pt x="1950" y="850"/>
                </a:lnTo>
                <a:lnTo>
                  <a:pt x="1949" y="850"/>
                </a:lnTo>
                <a:lnTo>
                  <a:pt x="1948" y="850"/>
                </a:lnTo>
                <a:lnTo>
                  <a:pt x="1947" y="851"/>
                </a:lnTo>
                <a:lnTo>
                  <a:pt x="1945" y="853"/>
                </a:lnTo>
                <a:lnTo>
                  <a:pt x="1945" y="854"/>
                </a:lnTo>
                <a:lnTo>
                  <a:pt x="1944" y="855"/>
                </a:lnTo>
                <a:lnTo>
                  <a:pt x="1943" y="856"/>
                </a:lnTo>
                <a:lnTo>
                  <a:pt x="1943" y="857"/>
                </a:lnTo>
                <a:lnTo>
                  <a:pt x="1943" y="858"/>
                </a:lnTo>
                <a:lnTo>
                  <a:pt x="1942" y="859"/>
                </a:lnTo>
                <a:lnTo>
                  <a:pt x="1942" y="860"/>
                </a:lnTo>
                <a:lnTo>
                  <a:pt x="1941" y="860"/>
                </a:lnTo>
                <a:lnTo>
                  <a:pt x="1941" y="861"/>
                </a:lnTo>
                <a:lnTo>
                  <a:pt x="1941" y="862"/>
                </a:lnTo>
                <a:lnTo>
                  <a:pt x="1941" y="863"/>
                </a:lnTo>
                <a:lnTo>
                  <a:pt x="1941" y="864"/>
                </a:lnTo>
                <a:lnTo>
                  <a:pt x="1941" y="865"/>
                </a:lnTo>
                <a:lnTo>
                  <a:pt x="1941" y="866"/>
                </a:lnTo>
                <a:lnTo>
                  <a:pt x="1941" y="867"/>
                </a:lnTo>
                <a:lnTo>
                  <a:pt x="1942" y="867"/>
                </a:lnTo>
                <a:lnTo>
                  <a:pt x="1942" y="868"/>
                </a:lnTo>
                <a:lnTo>
                  <a:pt x="1941" y="869"/>
                </a:lnTo>
                <a:lnTo>
                  <a:pt x="1941" y="870"/>
                </a:lnTo>
                <a:lnTo>
                  <a:pt x="1940" y="870"/>
                </a:lnTo>
                <a:lnTo>
                  <a:pt x="1940" y="871"/>
                </a:lnTo>
                <a:lnTo>
                  <a:pt x="1939" y="872"/>
                </a:lnTo>
                <a:lnTo>
                  <a:pt x="1938" y="873"/>
                </a:lnTo>
                <a:lnTo>
                  <a:pt x="1937" y="873"/>
                </a:lnTo>
                <a:lnTo>
                  <a:pt x="1936" y="873"/>
                </a:lnTo>
                <a:lnTo>
                  <a:pt x="1936" y="874"/>
                </a:lnTo>
                <a:lnTo>
                  <a:pt x="1935" y="874"/>
                </a:lnTo>
                <a:lnTo>
                  <a:pt x="1935" y="875"/>
                </a:lnTo>
                <a:lnTo>
                  <a:pt x="1935" y="876"/>
                </a:lnTo>
                <a:lnTo>
                  <a:pt x="1934" y="876"/>
                </a:lnTo>
                <a:lnTo>
                  <a:pt x="1934" y="877"/>
                </a:lnTo>
                <a:lnTo>
                  <a:pt x="1934" y="878"/>
                </a:lnTo>
                <a:lnTo>
                  <a:pt x="1933" y="878"/>
                </a:lnTo>
                <a:lnTo>
                  <a:pt x="1933" y="879"/>
                </a:lnTo>
                <a:lnTo>
                  <a:pt x="1933" y="880"/>
                </a:lnTo>
                <a:lnTo>
                  <a:pt x="1933" y="882"/>
                </a:lnTo>
                <a:lnTo>
                  <a:pt x="1933" y="883"/>
                </a:lnTo>
                <a:lnTo>
                  <a:pt x="1933" y="884"/>
                </a:lnTo>
                <a:lnTo>
                  <a:pt x="1934" y="884"/>
                </a:lnTo>
                <a:lnTo>
                  <a:pt x="1934" y="887"/>
                </a:lnTo>
                <a:lnTo>
                  <a:pt x="1934" y="888"/>
                </a:lnTo>
                <a:lnTo>
                  <a:pt x="1934" y="889"/>
                </a:lnTo>
                <a:lnTo>
                  <a:pt x="1934" y="890"/>
                </a:lnTo>
                <a:lnTo>
                  <a:pt x="1934" y="891"/>
                </a:lnTo>
                <a:lnTo>
                  <a:pt x="1934" y="892"/>
                </a:lnTo>
                <a:lnTo>
                  <a:pt x="1934" y="894"/>
                </a:lnTo>
                <a:lnTo>
                  <a:pt x="1935" y="895"/>
                </a:lnTo>
                <a:lnTo>
                  <a:pt x="1935" y="896"/>
                </a:lnTo>
                <a:lnTo>
                  <a:pt x="1936" y="896"/>
                </a:lnTo>
                <a:lnTo>
                  <a:pt x="1936" y="897"/>
                </a:lnTo>
                <a:lnTo>
                  <a:pt x="1937" y="897"/>
                </a:lnTo>
                <a:lnTo>
                  <a:pt x="1937" y="898"/>
                </a:lnTo>
                <a:lnTo>
                  <a:pt x="1938" y="898"/>
                </a:lnTo>
                <a:lnTo>
                  <a:pt x="1939" y="898"/>
                </a:lnTo>
                <a:lnTo>
                  <a:pt x="1940" y="898"/>
                </a:lnTo>
                <a:lnTo>
                  <a:pt x="1942" y="899"/>
                </a:lnTo>
                <a:lnTo>
                  <a:pt x="1943" y="900"/>
                </a:lnTo>
                <a:lnTo>
                  <a:pt x="1944" y="901"/>
                </a:lnTo>
                <a:lnTo>
                  <a:pt x="1946" y="902"/>
                </a:lnTo>
                <a:lnTo>
                  <a:pt x="1946" y="903"/>
                </a:lnTo>
                <a:lnTo>
                  <a:pt x="1947" y="904"/>
                </a:lnTo>
                <a:lnTo>
                  <a:pt x="1948" y="905"/>
                </a:lnTo>
                <a:lnTo>
                  <a:pt x="1948" y="906"/>
                </a:lnTo>
                <a:lnTo>
                  <a:pt x="1949" y="908"/>
                </a:lnTo>
                <a:lnTo>
                  <a:pt x="1949" y="909"/>
                </a:lnTo>
                <a:lnTo>
                  <a:pt x="1949" y="910"/>
                </a:lnTo>
                <a:lnTo>
                  <a:pt x="1950" y="912"/>
                </a:lnTo>
                <a:lnTo>
                  <a:pt x="1950" y="913"/>
                </a:lnTo>
                <a:lnTo>
                  <a:pt x="1951" y="913"/>
                </a:lnTo>
                <a:lnTo>
                  <a:pt x="1951" y="914"/>
                </a:lnTo>
                <a:lnTo>
                  <a:pt x="1951" y="915"/>
                </a:lnTo>
                <a:lnTo>
                  <a:pt x="1952" y="915"/>
                </a:lnTo>
                <a:lnTo>
                  <a:pt x="1952" y="916"/>
                </a:lnTo>
                <a:lnTo>
                  <a:pt x="1952" y="917"/>
                </a:lnTo>
                <a:lnTo>
                  <a:pt x="1952" y="919"/>
                </a:lnTo>
                <a:lnTo>
                  <a:pt x="1952" y="920"/>
                </a:lnTo>
                <a:lnTo>
                  <a:pt x="1952" y="921"/>
                </a:lnTo>
                <a:lnTo>
                  <a:pt x="1951" y="922"/>
                </a:lnTo>
                <a:lnTo>
                  <a:pt x="1950" y="923"/>
                </a:lnTo>
                <a:lnTo>
                  <a:pt x="1948" y="924"/>
                </a:lnTo>
                <a:lnTo>
                  <a:pt x="1947" y="924"/>
                </a:lnTo>
                <a:lnTo>
                  <a:pt x="1946" y="924"/>
                </a:lnTo>
                <a:lnTo>
                  <a:pt x="1945" y="924"/>
                </a:lnTo>
                <a:lnTo>
                  <a:pt x="1945" y="925"/>
                </a:lnTo>
                <a:lnTo>
                  <a:pt x="1944" y="925"/>
                </a:lnTo>
                <a:lnTo>
                  <a:pt x="1943" y="925"/>
                </a:lnTo>
                <a:lnTo>
                  <a:pt x="1942" y="926"/>
                </a:lnTo>
                <a:lnTo>
                  <a:pt x="1942" y="927"/>
                </a:lnTo>
                <a:lnTo>
                  <a:pt x="1942" y="928"/>
                </a:lnTo>
                <a:lnTo>
                  <a:pt x="1941" y="929"/>
                </a:lnTo>
                <a:lnTo>
                  <a:pt x="1941" y="931"/>
                </a:lnTo>
                <a:lnTo>
                  <a:pt x="1941" y="932"/>
                </a:lnTo>
                <a:lnTo>
                  <a:pt x="1940" y="933"/>
                </a:lnTo>
                <a:lnTo>
                  <a:pt x="1940" y="934"/>
                </a:lnTo>
                <a:lnTo>
                  <a:pt x="1941" y="934"/>
                </a:lnTo>
                <a:lnTo>
                  <a:pt x="1941" y="935"/>
                </a:lnTo>
                <a:lnTo>
                  <a:pt x="1941" y="936"/>
                </a:lnTo>
                <a:lnTo>
                  <a:pt x="1942" y="936"/>
                </a:lnTo>
                <a:lnTo>
                  <a:pt x="1942" y="937"/>
                </a:lnTo>
                <a:lnTo>
                  <a:pt x="1942" y="938"/>
                </a:lnTo>
                <a:lnTo>
                  <a:pt x="1942" y="939"/>
                </a:lnTo>
                <a:lnTo>
                  <a:pt x="1941" y="940"/>
                </a:lnTo>
                <a:lnTo>
                  <a:pt x="1941" y="941"/>
                </a:lnTo>
                <a:lnTo>
                  <a:pt x="1941" y="942"/>
                </a:lnTo>
                <a:lnTo>
                  <a:pt x="1941" y="943"/>
                </a:lnTo>
                <a:lnTo>
                  <a:pt x="1941" y="944"/>
                </a:lnTo>
                <a:lnTo>
                  <a:pt x="1942" y="944"/>
                </a:lnTo>
                <a:lnTo>
                  <a:pt x="1942" y="945"/>
                </a:lnTo>
                <a:lnTo>
                  <a:pt x="1941" y="946"/>
                </a:lnTo>
                <a:lnTo>
                  <a:pt x="1940" y="948"/>
                </a:lnTo>
                <a:lnTo>
                  <a:pt x="1939" y="949"/>
                </a:lnTo>
                <a:lnTo>
                  <a:pt x="1939" y="950"/>
                </a:lnTo>
                <a:lnTo>
                  <a:pt x="1938" y="950"/>
                </a:lnTo>
                <a:lnTo>
                  <a:pt x="1938" y="951"/>
                </a:lnTo>
                <a:lnTo>
                  <a:pt x="1938" y="952"/>
                </a:lnTo>
                <a:lnTo>
                  <a:pt x="1938" y="953"/>
                </a:lnTo>
                <a:lnTo>
                  <a:pt x="1938" y="954"/>
                </a:lnTo>
                <a:lnTo>
                  <a:pt x="1939" y="954"/>
                </a:lnTo>
                <a:lnTo>
                  <a:pt x="1939" y="955"/>
                </a:lnTo>
                <a:lnTo>
                  <a:pt x="1940" y="955"/>
                </a:lnTo>
                <a:lnTo>
                  <a:pt x="1941" y="955"/>
                </a:lnTo>
                <a:lnTo>
                  <a:pt x="1941" y="956"/>
                </a:lnTo>
                <a:lnTo>
                  <a:pt x="1941" y="957"/>
                </a:lnTo>
                <a:lnTo>
                  <a:pt x="1942" y="957"/>
                </a:lnTo>
                <a:lnTo>
                  <a:pt x="1942" y="958"/>
                </a:lnTo>
                <a:lnTo>
                  <a:pt x="1942" y="959"/>
                </a:lnTo>
                <a:lnTo>
                  <a:pt x="1942" y="960"/>
                </a:lnTo>
                <a:lnTo>
                  <a:pt x="1942" y="961"/>
                </a:lnTo>
                <a:lnTo>
                  <a:pt x="1942" y="962"/>
                </a:lnTo>
                <a:lnTo>
                  <a:pt x="1942" y="963"/>
                </a:lnTo>
                <a:lnTo>
                  <a:pt x="1941" y="964"/>
                </a:lnTo>
                <a:lnTo>
                  <a:pt x="1941" y="966"/>
                </a:lnTo>
                <a:lnTo>
                  <a:pt x="1941" y="968"/>
                </a:lnTo>
                <a:lnTo>
                  <a:pt x="1941" y="971"/>
                </a:lnTo>
                <a:lnTo>
                  <a:pt x="1941" y="972"/>
                </a:lnTo>
                <a:lnTo>
                  <a:pt x="1941" y="973"/>
                </a:lnTo>
                <a:lnTo>
                  <a:pt x="1942" y="973"/>
                </a:lnTo>
                <a:lnTo>
                  <a:pt x="1942" y="974"/>
                </a:lnTo>
                <a:lnTo>
                  <a:pt x="1942" y="975"/>
                </a:lnTo>
                <a:lnTo>
                  <a:pt x="1942" y="976"/>
                </a:lnTo>
                <a:lnTo>
                  <a:pt x="1942" y="977"/>
                </a:lnTo>
                <a:lnTo>
                  <a:pt x="1943" y="978"/>
                </a:lnTo>
                <a:lnTo>
                  <a:pt x="1943" y="979"/>
                </a:lnTo>
                <a:lnTo>
                  <a:pt x="1942" y="979"/>
                </a:lnTo>
                <a:lnTo>
                  <a:pt x="1942" y="980"/>
                </a:lnTo>
                <a:lnTo>
                  <a:pt x="1942" y="981"/>
                </a:lnTo>
                <a:lnTo>
                  <a:pt x="1941" y="981"/>
                </a:lnTo>
                <a:lnTo>
                  <a:pt x="1941" y="983"/>
                </a:lnTo>
                <a:lnTo>
                  <a:pt x="1942" y="983"/>
                </a:lnTo>
                <a:lnTo>
                  <a:pt x="1942" y="984"/>
                </a:lnTo>
                <a:lnTo>
                  <a:pt x="1942" y="985"/>
                </a:lnTo>
                <a:lnTo>
                  <a:pt x="1942" y="986"/>
                </a:lnTo>
                <a:lnTo>
                  <a:pt x="1943" y="987"/>
                </a:lnTo>
                <a:lnTo>
                  <a:pt x="1944" y="987"/>
                </a:lnTo>
                <a:lnTo>
                  <a:pt x="1945" y="988"/>
                </a:lnTo>
                <a:lnTo>
                  <a:pt x="1946" y="989"/>
                </a:lnTo>
                <a:lnTo>
                  <a:pt x="1947" y="990"/>
                </a:lnTo>
                <a:lnTo>
                  <a:pt x="1948" y="991"/>
                </a:lnTo>
                <a:lnTo>
                  <a:pt x="1948" y="992"/>
                </a:lnTo>
                <a:lnTo>
                  <a:pt x="1949" y="993"/>
                </a:lnTo>
                <a:lnTo>
                  <a:pt x="1948" y="993"/>
                </a:lnTo>
                <a:lnTo>
                  <a:pt x="1948" y="994"/>
                </a:lnTo>
                <a:lnTo>
                  <a:pt x="1947" y="996"/>
                </a:lnTo>
                <a:lnTo>
                  <a:pt x="1947" y="997"/>
                </a:lnTo>
                <a:lnTo>
                  <a:pt x="1947" y="998"/>
                </a:lnTo>
                <a:lnTo>
                  <a:pt x="1947" y="999"/>
                </a:lnTo>
                <a:lnTo>
                  <a:pt x="1947" y="1000"/>
                </a:lnTo>
                <a:lnTo>
                  <a:pt x="1947" y="1001"/>
                </a:lnTo>
                <a:lnTo>
                  <a:pt x="1947" y="1002"/>
                </a:lnTo>
                <a:lnTo>
                  <a:pt x="1948" y="1002"/>
                </a:lnTo>
                <a:lnTo>
                  <a:pt x="1948" y="1003"/>
                </a:lnTo>
                <a:lnTo>
                  <a:pt x="1948" y="1004"/>
                </a:lnTo>
                <a:lnTo>
                  <a:pt x="1948" y="1005"/>
                </a:lnTo>
                <a:lnTo>
                  <a:pt x="1949" y="1005"/>
                </a:lnTo>
                <a:lnTo>
                  <a:pt x="1949" y="1006"/>
                </a:lnTo>
                <a:lnTo>
                  <a:pt x="1950" y="1006"/>
                </a:lnTo>
                <a:lnTo>
                  <a:pt x="1950" y="1007"/>
                </a:lnTo>
                <a:lnTo>
                  <a:pt x="1951" y="1007"/>
                </a:lnTo>
                <a:lnTo>
                  <a:pt x="1951" y="1008"/>
                </a:lnTo>
                <a:lnTo>
                  <a:pt x="1951" y="1009"/>
                </a:lnTo>
                <a:lnTo>
                  <a:pt x="1951" y="1010"/>
                </a:lnTo>
                <a:lnTo>
                  <a:pt x="1951" y="1011"/>
                </a:lnTo>
                <a:lnTo>
                  <a:pt x="1950" y="1011"/>
                </a:lnTo>
                <a:lnTo>
                  <a:pt x="1951" y="1012"/>
                </a:lnTo>
                <a:lnTo>
                  <a:pt x="1951" y="1013"/>
                </a:lnTo>
                <a:lnTo>
                  <a:pt x="1951" y="1016"/>
                </a:lnTo>
                <a:lnTo>
                  <a:pt x="1951" y="1018"/>
                </a:lnTo>
                <a:lnTo>
                  <a:pt x="1951" y="1019"/>
                </a:lnTo>
                <a:lnTo>
                  <a:pt x="1951" y="1022"/>
                </a:lnTo>
                <a:lnTo>
                  <a:pt x="1950" y="1023"/>
                </a:lnTo>
                <a:lnTo>
                  <a:pt x="1949" y="1024"/>
                </a:lnTo>
                <a:lnTo>
                  <a:pt x="1947" y="1026"/>
                </a:lnTo>
                <a:lnTo>
                  <a:pt x="1946" y="1027"/>
                </a:lnTo>
                <a:lnTo>
                  <a:pt x="1945" y="1028"/>
                </a:lnTo>
                <a:lnTo>
                  <a:pt x="1945" y="1029"/>
                </a:lnTo>
                <a:lnTo>
                  <a:pt x="1944" y="1029"/>
                </a:lnTo>
                <a:lnTo>
                  <a:pt x="1943" y="1030"/>
                </a:lnTo>
                <a:lnTo>
                  <a:pt x="1942" y="1031"/>
                </a:lnTo>
                <a:lnTo>
                  <a:pt x="1942" y="1032"/>
                </a:lnTo>
                <a:lnTo>
                  <a:pt x="1942" y="1033"/>
                </a:lnTo>
                <a:lnTo>
                  <a:pt x="1941" y="1033"/>
                </a:lnTo>
                <a:lnTo>
                  <a:pt x="1941" y="1034"/>
                </a:lnTo>
                <a:lnTo>
                  <a:pt x="1941" y="1036"/>
                </a:lnTo>
                <a:lnTo>
                  <a:pt x="1941" y="1037"/>
                </a:lnTo>
                <a:lnTo>
                  <a:pt x="1941" y="1038"/>
                </a:lnTo>
                <a:lnTo>
                  <a:pt x="1941" y="1039"/>
                </a:lnTo>
                <a:lnTo>
                  <a:pt x="1941" y="1040"/>
                </a:lnTo>
                <a:lnTo>
                  <a:pt x="1941" y="1042"/>
                </a:lnTo>
                <a:lnTo>
                  <a:pt x="1942" y="1042"/>
                </a:lnTo>
                <a:lnTo>
                  <a:pt x="1942" y="1043"/>
                </a:lnTo>
                <a:lnTo>
                  <a:pt x="1942" y="1044"/>
                </a:lnTo>
                <a:lnTo>
                  <a:pt x="1942" y="1046"/>
                </a:lnTo>
                <a:lnTo>
                  <a:pt x="1941" y="1048"/>
                </a:lnTo>
                <a:lnTo>
                  <a:pt x="1941" y="1049"/>
                </a:lnTo>
                <a:lnTo>
                  <a:pt x="1940" y="1050"/>
                </a:lnTo>
                <a:lnTo>
                  <a:pt x="1940" y="1051"/>
                </a:lnTo>
                <a:lnTo>
                  <a:pt x="1940" y="1052"/>
                </a:lnTo>
                <a:lnTo>
                  <a:pt x="1940" y="1053"/>
                </a:lnTo>
                <a:lnTo>
                  <a:pt x="1940" y="1054"/>
                </a:lnTo>
                <a:lnTo>
                  <a:pt x="1940" y="1055"/>
                </a:lnTo>
                <a:lnTo>
                  <a:pt x="1939" y="1057"/>
                </a:lnTo>
                <a:lnTo>
                  <a:pt x="1939" y="1058"/>
                </a:lnTo>
                <a:lnTo>
                  <a:pt x="1939" y="1059"/>
                </a:lnTo>
                <a:lnTo>
                  <a:pt x="1939" y="1060"/>
                </a:lnTo>
                <a:lnTo>
                  <a:pt x="1939" y="1061"/>
                </a:lnTo>
                <a:lnTo>
                  <a:pt x="1940" y="1063"/>
                </a:lnTo>
                <a:lnTo>
                  <a:pt x="1941" y="1064"/>
                </a:lnTo>
                <a:lnTo>
                  <a:pt x="1941" y="1065"/>
                </a:lnTo>
                <a:lnTo>
                  <a:pt x="1942" y="1065"/>
                </a:lnTo>
                <a:lnTo>
                  <a:pt x="1943" y="1065"/>
                </a:lnTo>
                <a:lnTo>
                  <a:pt x="1943" y="1064"/>
                </a:lnTo>
                <a:lnTo>
                  <a:pt x="1944" y="1064"/>
                </a:lnTo>
                <a:lnTo>
                  <a:pt x="1945" y="1063"/>
                </a:lnTo>
                <a:lnTo>
                  <a:pt x="1946" y="1063"/>
                </a:lnTo>
                <a:lnTo>
                  <a:pt x="1948" y="1063"/>
                </a:lnTo>
                <a:lnTo>
                  <a:pt x="1949" y="1063"/>
                </a:lnTo>
                <a:lnTo>
                  <a:pt x="1950" y="1064"/>
                </a:lnTo>
                <a:lnTo>
                  <a:pt x="1951" y="1065"/>
                </a:lnTo>
                <a:lnTo>
                  <a:pt x="1952" y="1065"/>
                </a:lnTo>
                <a:lnTo>
                  <a:pt x="1953" y="1066"/>
                </a:lnTo>
                <a:lnTo>
                  <a:pt x="1954" y="1067"/>
                </a:lnTo>
                <a:lnTo>
                  <a:pt x="1954" y="1068"/>
                </a:lnTo>
                <a:lnTo>
                  <a:pt x="1955" y="1068"/>
                </a:lnTo>
                <a:lnTo>
                  <a:pt x="1955" y="1069"/>
                </a:lnTo>
                <a:lnTo>
                  <a:pt x="1956" y="1069"/>
                </a:lnTo>
                <a:lnTo>
                  <a:pt x="1956" y="1070"/>
                </a:lnTo>
                <a:lnTo>
                  <a:pt x="1957" y="1070"/>
                </a:lnTo>
                <a:lnTo>
                  <a:pt x="1957" y="1071"/>
                </a:lnTo>
                <a:lnTo>
                  <a:pt x="1957" y="1072"/>
                </a:lnTo>
                <a:lnTo>
                  <a:pt x="1957" y="1073"/>
                </a:lnTo>
                <a:lnTo>
                  <a:pt x="1957" y="1074"/>
                </a:lnTo>
                <a:lnTo>
                  <a:pt x="1956" y="1075"/>
                </a:lnTo>
                <a:lnTo>
                  <a:pt x="1956" y="1076"/>
                </a:lnTo>
                <a:lnTo>
                  <a:pt x="1955" y="1076"/>
                </a:lnTo>
                <a:lnTo>
                  <a:pt x="1955" y="1077"/>
                </a:lnTo>
                <a:lnTo>
                  <a:pt x="1954" y="1077"/>
                </a:lnTo>
                <a:lnTo>
                  <a:pt x="1954" y="1078"/>
                </a:lnTo>
                <a:lnTo>
                  <a:pt x="1953" y="1078"/>
                </a:lnTo>
                <a:lnTo>
                  <a:pt x="1953" y="1079"/>
                </a:lnTo>
                <a:lnTo>
                  <a:pt x="1952" y="1079"/>
                </a:lnTo>
                <a:lnTo>
                  <a:pt x="1951" y="1079"/>
                </a:lnTo>
                <a:lnTo>
                  <a:pt x="1950" y="1080"/>
                </a:lnTo>
                <a:lnTo>
                  <a:pt x="1949" y="1081"/>
                </a:lnTo>
                <a:lnTo>
                  <a:pt x="1949" y="1082"/>
                </a:lnTo>
                <a:lnTo>
                  <a:pt x="1949" y="1083"/>
                </a:lnTo>
                <a:lnTo>
                  <a:pt x="1949" y="1084"/>
                </a:lnTo>
                <a:lnTo>
                  <a:pt x="1949" y="1085"/>
                </a:lnTo>
                <a:lnTo>
                  <a:pt x="1950" y="1086"/>
                </a:lnTo>
                <a:lnTo>
                  <a:pt x="1951" y="1086"/>
                </a:lnTo>
                <a:lnTo>
                  <a:pt x="1952" y="1086"/>
                </a:lnTo>
                <a:lnTo>
                  <a:pt x="1954" y="1086"/>
                </a:lnTo>
                <a:lnTo>
                  <a:pt x="1955" y="1086"/>
                </a:lnTo>
                <a:lnTo>
                  <a:pt x="1955" y="1085"/>
                </a:lnTo>
                <a:lnTo>
                  <a:pt x="1956" y="1085"/>
                </a:lnTo>
                <a:lnTo>
                  <a:pt x="1956" y="1084"/>
                </a:lnTo>
                <a:lnTo>
                  <a:pt x="1957" y="1084"/>
                </a:lnTo>
                <a:lnTo>
                  <a:pt x="1957" y="1086"/>
                </a:lnTo>
                <a:lnTo>
                  <a:pt x="1957" y="1089"/>
                </a:lnTo>
                <a:lnTo>
                  <a:pt x="1957" y="1090"/>
                </a:lnTo>
                <a:lnTo>
                  <a:pt x="1957" y="1091"/>
                </a:lnTo>
                <a:lnTo>
                  <a:pt x="1957" y="1092"/>
                </a:lnTo>
                <a:lnTo>
                  <a:pt x="1958" y="1093"/>
                </a:lnTo>
                <a:lnTo>
                  <a:pt x="1959" y="1094"/>
                </a:lnTo>
                <a:lnTo>
                  <a:pt x="1960" y="1094"/>
                </a:lnTo>
                <a:lnTo>
                  <a:pt x="1960" y="1095"/>
                </a:lnTo>
                <a:lnTo>
                  <a:pt x="1960" y="1096"/>
                </a:lnTo>
                <a:lnTo>
                  <a:pt x="1960" y="1097"/>
                </a:lnTo>
                <a:lnTo>
                  <a:pt x="1960" y="1098"/>
                </a:lnTo>
                <a:lnTo>
                  <a:pt x="1961" y="1098"/>
                </a:lnTo>
                <a:lnTo>
                  <a:pt x="1961" y="1099"/>
                </a:lnTo>
                <a:lnTo>
                  <a:pt x="1960" y="1099"/>
                </a:lnTo>
                <a:lnTo>
                  <a:pt x="1960" y="1100"/>
                </a:lnTo>
                <a:lnTo>
                  <a:pt x="1960" y="1101"/>
                </a:lnTo>
                <a:lnTo>
                  <a:pt x="1959" y="1101"/>
                </a:lnTo>
                <a:lnTo>
                  <a:pt x="1958" y="1102"/>
                </a:lnTo>
                <a:lnTo>
                  <a:pt x="1957" y="1102"/>
                </a:lnTo>
                <a:lnTo>
                  <a:pt x="1956" y="1102"/>
                </a:lnTo>
                <a:lnTo>
                  <a:pt x="1955" y="1102"/>
                </a:lnTo>
                <a:lnTo>
                  <a:pt x="1954" y="1102"/>
                </a:lnTo>
                <a:lnTo>
                  <a:pt x="1954" y="1103"/>
                </a:lnTo>
                <a:lnTo>
                  <a:pt x="1954" y="1104"/>
                </a:lnTo>
                <a:lnTo>
                  <a:pt x="1955" y="1104"/>
                </a:lnTo>
                <a:lnTo>
                  <a:pt x="1956" y="1104"/>
                </a:lnTo>
                <a:lnTo>
                  <a:pt x="1957" y="1104"/>
                </a:lnTo>
                <a:lnTo>
                  <a:pt x="1957" y="1105"/>
                </a:lnTo>
                <a:lnTo>
                  <a:pt x="1957" y="1106"/>
                </a:lnTo>
                <a:lnTo>
                  <a:pt x="1956" y="1107"/>
                </a:lnTo>
                <a:lnTo>
                  <a:pt x="1956" y="1108"/>
                </a:lnTo>
                <a:lnTo>
                  <a:pt x="1955" y="1108"/>
                </a:lnTo>
                <a:lnTo>
                  <a:pt x="1955" y="1109"/>
                </a:lnTo>
                <a:lnTo>
                  <a:pt x="1956" y="1109"/>
                </a:lnTo>
                <a:lnTo>
                  <a:pt x="1956" y="1111"/>
                </a:lnTo>
                <a:lnTo>
                  <a:pt x="1956" y="1112"/>
                </a:lnTo>
                <a:lnTo>
                  <a:pt x="1955" y="1112"/>
                </a:lnTo>
                <a:lnTo>
                  <a:pt x="1955" y="1113"/>
                </a:lnTo>
                <a:lnTo>
                  <a:pt x="1954" y="1113"/>
                </a:lnTo>
                <a:lnTo>
                  <a:pt x="1953" y="1113"/>
                </a:lnTo>
                <a:lnTo>
                  <a:pt x="1952" y="1112"/>
                </a:lnTo>
                <a:lnTo>
                  <a:pt x="1952" y="1111"/>
                </a:lnTo>
                <a:lnTo>
                  <a:pt x="1952" y="1110"/>
                </a:lnTo>
                <a:lnTo>
                  <a:pt x="1951" y="1109"/>
                </a:lnTo>
                <a:lnTo>
                  <a:pt x="1950" y="1109"/>
                </a:lnTo>
                <a:lnTo>
                  <a:pt x="1949" y="1109"/>
                </a:lnTo>
                <a:lnTo>
                  <a:pt x="1948" y="1109"/>
                </a:lnTo>
                <a:lnTo>
                  <a:pt x="1947" y="1110"/>
                </a:lnTo>
                <a:lnTo>
                  <a:pt x="1947" y="1111"/>
                </a:lnTo>
                <a:lnTo>
                  <a:pt x="1947" y="1112"/>
                </a:lnTo>
                <a:lnTo>
                  <a:pt x="1948" y="1112"/>
                </a:lnTo>
                <a:lnTo>
                  <a:pt x="1948" y="1113"/>
                </a:lnTo>
                <a:lnTo>
                  <a:pt x="1948" y="1114"/>
                </a:lnTo>
                <a:lnTo>
                  <a:pt x="1948" y="1115"/>
                </a:lnTo>
                <a:lnTo>
                  <a:pt x="1948" y="1117"/>
                </a:lnTo>
                <a:lnTo>
                  <a:pt x="1948" y="1118"/>
                </a:lnTo>
                <a:lnTo>
                  <a:pt x="1947" y="1118"/>
                </a:lnTo>
                <a:lnTo>
                  <a:pt x="1947" y="1119"/>
                </a:lnTo>
                <a:lnTo>
                  <a:pt x="1946" y="1120"/>
                </a:lnTo>
                <a:lnTo>
                  <a:pt x="1945" y="1121"/>
                </a:lnTo>
                <a:lnTo>
                  <a:pt x="1944" y="1122"/>
                </a:lnTo>
                <a:lnTo>
                  <a:pt x="1943" y="1123"/>
                </a:lnTo>
                <a:lnTo>
                  <a:pt x="1943" y="1124"/>
                </a:lnTo>
                <a:lnTo>
                  <a:pt x="1941" y="1124"/>
                </a:lnTo>
                <a:lnTo>
                  <a:pt x="1941" y="1125"/>
                </a:lnTo>
                <a:lnTo>
                  <a:pt x="1940" y="1125"/>
                </a:lnTo>
                <a:lnTo>
                  <a:pt x="1939" y="1125"/>
                </a:lnTo>
                <a:lnTo>
                  <a:pt x="1939" y="1126"/>
                </a:lnTo>
                <a:lnTo>
                  <a:pt x="1938" y="1126"/>
                </a:lnTo>
                <a:lnTo>
                  <a:pt x="1937" y="1127"/>
                </a:lnTo>
                <a:lnTo>
                  <a:pt x="1937" y="1128"/>
                </a:lnTo>
                <a:lnTo>
                  <a:pt x="1936" y="1129"/>
                </a:lnTo>
                <a:lnTo>
                  <a:pt x="1937" y="1130"/>
                </a:lnTo>
                <a:lnTo>
                  <a:pt x="1937" y="1131"/>
                </a:lnTo>
                <a:lnTo>
                  <a:pt x="1937" y="1132"/>
                </a:lnTo>
                <a:lnTo>
                  <a:pt x="1939" y="1134"/>
                </a:lnTo>
                <a:lnTo>
                  <a:pt x="1939" y="1135"/>
                </a:lnTo>
                <a:lnTo>
                  <a:pt x="1940" y="1137"/>
                </a:lnTo>
                <a:lnTo>
                  <a:pt x="1941" y="1137"/>
                </a:lnTo>
                <a:lnTo>
                  <a:pt x="1942" y="1138"/>
                </a:lnTo>
                <a:lnTo>
                  <a:pt x="1943" y="1138"/>
                </a:lnTo>
                <a:lnTo>
                  <a:pt x="1943" y="1139"/>
                </a:lnTo>
                <a:lnTo>
                  <a:pt x="1944" y="1139"/>
                </a:lnTo>
                <a:lnTo>
                  <a:pt x="1945" y="1139"/>
                </a:lnTo>
                <a:lnTo>
                  <a:pt x="1945" y="1140"/>
                </a:lnTo>
                <a:lnTo>
                  <a:pt x="1946" y="1140"/>
                </a:lnTo>
                <a:lnTo>
                  <a:pt x="1946" y="1141"/>
                </a:lnTo>
                <a:lnTo>
                  <a:pt x="1947" y="1141"/>
                </a:lnTo>
                <a:lnTo>
                  <a:pt x="1948" y="1141"/>
                </a:lnTo>
                <a:lnTo>
                  <a:pt x="1948" y="1142"/>
                </a:lnTo>
                <a:lnTo>
                  <a:pt x="1948" y="1143"/>
                </a:lnTo>
                <a:lnTo>
                  <a:pt x="1949" y="1144"/>
                </a:lnTo>
                <a:lnTo>
                  <a:pt x="1949" y="1145"/>
                </a:lnTo>
                <a:lnTo>
                  <a:pt x="1949" y="1147"/>
                </a:lnTo>
                <a:lnTo>
                  <a:pt x="1948" y="1149"/>
                </a:lnTo>
                <a:lnTo>
                  <a:pt x="1948" y="1151"/>
                </a:lnTo>
                <a:lnTo>
                  <a:pt x="1947" y="1153"/>
                </a:lnTo>
                <a:lnTo>
                  <a:pt x="1947" y="1154"/>
                </a:lnTo>
                <a:lnTo>
                  <a:pt x="1946" y="1155"/>
                </a:lnTo>
                <a:lnTo>
                  <a:pt x="1945" y="1157"/>
                </a:lnTo>
                <a:lnTo>
                  <a:pt x="1945" y="1158"/>
                </a:lnTo>
                <a:lnTo>
                  <a:pt x="1945" y="1160"/>
                </a:lnTo>
                <a:lnTo>
                  <a:pt x="1945" y="1161"/>
                </a:lnTo>
                <a:lnTo>
                  <a:pt x="1945" y="1163"/>
                </a:lnTo>
                <a:lnTo>
                  <a:pt x="1945" y="1164"/>
                </a:lnTo>
                <a:lnTo>
                  <a:pt x="1945" y="1165"/>
                </a:lnTo>
                <a:lnTo>
                  <a:pt x="1946" y="1165"/>
                </a:lnTo>
                <a:lnTo>
                  <a:pt x="1946" y="1166"/>
                </a:lnTo>
                <a:lnTo>
                  <a:pt x="1946" y="1167"/>
                </a:lnTo>
                <a:lnTo>
                  <a:pt x="1947" y="1167"/>
                </a:lnTo>
                <a:lnTo>
                  <a:pt x="1947" y="1168"/>
                </a:lnTo>
                <a:lnTo>
                  <a:pt x="1946" y="1168"/>
                </a:lnTo>
                <a:lnTo>
                  <a:pt x="1946" y="1169"/>
                </a:lnTo>
                <a:lnTo>
                  <a:pt x="1946" y="1170"/>
                </a:lnTo>
                <a:lnTo>
                  <a:pt x="1947" y="1170"/>
                </a:lnTo>
                <a:lnTo>
                  <a:pt x="1947" y="1171"/>
                </a:lnTo>
                <a:lnTo>
                  <a:pt x="1946" y="1171"/>
                </a:lnTo>
                <a:lnTo>
                  <a:pt x="1946" y="1172"/>
                </a:lnTo>
                <a:lnTo>
                  <a:pt x="1945" y="1172"/>
                </a:lnTo>
                <a:lnTo>
                  <a:pt x="1944" y="1171"/>
                </a:lnTo>
                <a:lnTo>
                  <a:pt x="1943" y="1171"/>
                </a:lnTo>
                <a:lnTo>
                  <a:pt x="1941" y="1172"/>
                </a:lnTo>
                <a:lnTo>
                  <a:pt x="1940" y="1172"/>
                </a:lnTo>
                <a:lnTo>
                  <a:pt x="1939" y="1172"/>
                </a:lnTo>
                <a:lnTo>
                  <a:pt x="1939" y="1173"/>
                </a:lnTo>
                <a:lnTo>
                  <a:pt x="1938" y="1174"/>
                </a:lnTo>
                <a:lnTo>
                  <a:pt x="1938" y="1175"/>
                </a:lnTo>
                <a:lnTo>
                  <a:pt x="1938" y="1177"/>
                </a:lnTo>
                <a:lnTo>
                  <a:pt x="1938" y="1178"/>
                </a:lnTo>
                <a:lnTo>
                  <a:pt x="1939" y="1178"/>
                </a:lnTo>
                <a:lnTo>
                  <a:pt x="1940" y="1179"/>
                </a:lnTo>
                <a:lnTo>
                  <a:pt x="1940" y="1180"/>
                </a:lnTo>
                <a:lnTo>
                  <a:pt x="1941" y="1181"/>
                </a:lnTo>
                <a:lnTo>
                  <a:pt x="1941" y="1182"/>
                </a:lnTo>
                <a:lnTo>
                  <a:pt x="1940" y="1182"/>
                </a:lnTo>
                <a:lnTo>
                  <a:pt x="1940" y="1183"/>
                </a:lnTo>
                <a:lnTo>
                  <a:pt x="1939" y="1183"/>
                </a:lnTo>
                <a:lnTo>
                  <a:pt x="1939" y="1184"/>
                </a:lnTo>
                <a:lnTo>
                  <a:pt x="1939" y="1185"/>
                </a:lnTo>
                <a:lnTo>
                  <a:pt x="1939" y="1186"/>
                </a:lnTo>
                <a:lnTo>
                  <a:pt x="1940" y="1187"/>
                </a:lnTo>
                <a:lnTo>
                  <a:pt x="1940" y="1188"/>
                </a:lnTo>
                <a:lnTo>
                  <a:pt x="1939" y="1189"/>
                </a:lnTo>
                <a:lnTo>
                  <a:pt x="1938" y="1189"/>
                </a:lnTo>
                <a:lnTo>
                  <a:pt x="1937" y="1189"/>
                </a:lnTo>
                <a:lnTo>
                  <a:pt x="1936" y="1188"/>
                </a:lnTo>
                <a:lnTo>
                  <a:pt x="1935" y="1188"/>
                </a:lnTo>
                <a:lnTo>
                  <a:pt x="1935" y="1187"/>
                </a:lnTo>
                <a:lnTo>
                  <a:pt x="1934" y="1187"/>
                </a:lnTo>
                <a:lnTo>
                  <a:pt x="1934" y="1186"/>
                </a:lnTo>
                <a:lnTo>
                  <a:pt x="1933" y="1186"/>
                </a:lnTo>
                <a:lnTo>
                  <a:pt x="1932" y="1185"/>
                </a:lnTo>
                <a:lnTo>
                  <a:pt x="1930" y="1185"/>
                </a:lnTo>
                <a:lnTo>
                  <a:pt x="1929" y="1186"/>
                </a:lnTo>
                <a:lnTo>
                  <a:pt x="1928" y="1187"/>
                </a:lnTo>
                <a:lnTo>
                  <a:pt x="1927" y="1188"/>
                </a:lnTo>
                <a:lnTo>
                  <a:pt x="1927" y="1190"/>
                </a:lnTo>
                <a:lnTo>
                  <a:pt x="1928" y="1190"/>
                </a:lnTo>
                <a:lnTo>
                  <a:pt x="1928" y="1191"/>
                </a:lnTo>
                <a:lnTo>
                  <a:pt x="1928" y="1192"/>
                </a:lnTo>
                <a:lnTo>
                  <a:pt x="1929" y="1192"/>
                </a:lnTo>
                <a:lnTo>
                  <a:pt x="1929" y="1193"/>
                </a:lnTo>
                <a:lnTo>
                  <a:pt x="1928" y="1193"/>
                </a:lnTo>
                <a:lnTo>
                  <a:pt x="1927" y="1193"/>
                </a:lnTo>
                <a:lnTo>
                  <a:pt x="1926" y="1193"/>
                </a:lnTo>
                <a:lnTo>
                  <a:pt x="1926" y="1194"/>
                </a:lnTo>
                <a:lnTo>
                  <a:pt x="1926" y="1195"/>
                </a:lnTo>
                <a:lnTo>
                  <a:pt x="1925" y="1195"/>
                </a:lnTo>
                <a:lnTo>
                  <a:pt x="1926" y="1196"/>
                </a:lnTo>
                <a:lnTo>
                  <a:pt x="1926" y="1197"/>
                </a:lnTo>
                <a:lnTo>
                  <a:pt x="1927" y="1197"/>
                </a:lnTo>
                <a:lnTo>
                  <a:pt x="1927" y="1198"/>
                </a:lnTo>
                <a:lnTo>
                  <a:pt x="1928" y="1198"/>
                </a:lnTo>
                <a:lnTo>
                  <a:pt x="1928" y="1199"/>
                </a:lnTo>
                <a:lnTo>
                  <a:pt x="1928" y="1200"/>
                </a:lnTo>
                <a:lnTo>
                  <a:pt x="1927" y="1200"/>
                </a:lnTo>
                <a:lnTo>
                  <a:pt x="1927" y="1199"/>
                </a:lnTo>
                <a:lnTo>
                  <a:pt x="1925" y="1199"/>
                </a:lnTo>
                <a:lnTo>
                  <a:pt x="1925" y="1200"/>
                </a:lnTo>
                <a:lnTo>
                  <a:pt x="1924" y="1200"/>
                </a:lnTo>
                <a:lnTo>
                  <a:pt x="1924" y="1201"/>
                </a:lnTo>
                <a:lnTo>
                  <a:pt x="1925" y="1201"/>
                </a:lnTo>
                <a:lnTo>
                  <a:pt x="1925" y="1202"/>
                </a:lnTo>
                <a:lnTo>
                  <a:pt x="1925" y="1203"/>
                </a:lnTo>
                <a:lnTo>
                  <a:pt x="1926" y="1203"/>
                </a:lnTo>
                <a:lnTo>
                  <a:pt x="1926" y="1204"/>
                </a:lnTo>
                <a:lnTo>
                  <a:pt x="1926" y="1205"/>
                </a:lnTo>
                <a:lnTo>
                  <a:pt x="1926" y="1206"/>
                </a:lnTo>
                <a:lnTo>
                  <a:pt x="1927" y="1207"/>
                </a:lnTo>
                <a:lnTo>
                  <a:pt x="1927" y="1208"/>
                </a:lnTo>
                <a:lnTo>
                  <a:pt x="1928" y="1208"/>
                </a:lnTo>
                <a:lnTo>
                  <a:pt x="1928" y="1209"/>
                </a:lnTo>
                <a:lnTo>
                  <a:pt x="1929" y="1208"/>
                </a:lnTo>
                <a:lnTo>
                  <a:pt x="1930" y="1208"/>
                </a:lnTo>
                <a:lnTo>
                  <a:pt x="1930" y="1207"/>
                </a:lnTo>
                <a:lnTo>
                  <a:pt x="1931" y="1207"/>
                </a:lnTo>
                <a:lnTo>
                  <a:pt x="1931" y="1208"/>
                </a:lnTo>
                <a:lnTo>
                  <a:pt x="1932" y="1208"/>
                </a:lnTo>
                <a:lnTo>
                  <a:pt x="1932" y="1209"/>
                </a:lnTo>
                <a:lnTo>
                  <a:pt x="1933" y="1209"/>
                </a:lnTo>
                <a:lnTo>
                  <a:pt x="1933" y="1210"/>
                </a:lnTo>
                <a:lnTo>
                  <a:pt x="1933" y="1211"/>
                </a:lnTo>
                <a:lnTo>
                  <a:pt x="1932" y="1211"/>
                </a:lnTo>
                <a:lnTo>
                  <a:pt x="1931" y="1211"/>
                </a:lnTo>
                <a:lnTo>
                  <a:pt x="1930" y="1210"/>
                </a:lnTo>
                <a:lnTo>
                  <a:pt x="1929" y="1210"/>
                </a:lnTo>
                <a:lnTo>
                  <a:pt x="1929" y="1211"/>
                </a:lnTo>
                <a:lnTo>
                  <a:pt x="1928" y="1211"/>
                </a:lnTo>
                <a:lnTo>
                  <a:pt x="1928" y="1212"/>
                </a:lnTo>
                <a:lnTo>
                  <a:pt x="1928" y="1213"/>
                </a:lnTo>
                <a:lnTo>
                  <a:pt x="1929" y="1213"/>
                </a:lnTo>
                <a:lnTo>
                  <a:pt x="1929" y="1214"/>
                </a:lnTo>
                <a:lnTo>
                  <a:pt x="1929" y="1215"/>
                </a:lnTo>
                <a:lnTo>
                  <a:pt x="1928" y="1215"/>
                </a:lnTo>
                <a:lnTo>
                  <a:pt x="1928" y="1216"/>
                </a:lnTo>
                <a:lnTo>
                  <a:pt x="1929" y="1216"/>
                </a:lnTo>
                <a:lnTo>
                  <a:pt x="1929" y="1217"/>
                </a:lnTo>
                <a:lnTo>
                  <a:pt x="1930" y="1217"/>
                </a:lnTo>
                <a:lnTo>
                  <a:pt x="1932" y="1217"/>
                </a:lnTo>
                <a:lnTo>
                  <a:pt x="1932" y="1218"/>
                </a:lnTo>
                <a:lnTo>
                  <a:pt x="1933" y="1218"/>
                </a:lnTo>
                <a:lnTo>
                  <a:pt x="1933" y="1219"/>
                </a:lnTo>
                <a:lnTo>
                  <a:pt x="1932" y="1219"/>
                </a:lnTo>
                <a:lnTo>
                  <a:pt x="1931" y="1219"/>
                </a:lnTo>
                <a:lnTo>
                  <a:pt x="1931" y="1220"/>
                </a:lnTo>
                <a:lnTo>
                  <a:pt x="1930" y="1220"/>
                </a:lnTo>
                <a:lnTo>
                  <a:pt x="1930" y="1221"/>
                </a:lnTo>
                <a:lnTo>
                  <a:pt x="1929" y="1221"/>
                </a:lnTo>
                <a:lnTo>
                  <a:pt x="1928" y="1222"/>
                </a:lnTo>
                <a:lnTo>
                  <a:pt x="1928" y="1223"/>
                </a:lnTo>
                <a:lnTo>
                  <a:pt x="1928" y="1224"/>
                </a:lnTo>
                <a:lnTo>
                  <a:pt x="1928" y="1225"/>
                </a:lnTo>
                <a:lnTo>
                  <a:pt x="1928" y="1226"/>
                </a:lnTo>
                <a:lnTo>
                  <a:pt x="1928" y="1227"/>
                </a:lnTo>
                <a:lnTo>
                  <a:pt x="1928" y="1228"/>
                </a:lnTo>
                <a:lnTo>
                  <a:pt x="1927" y="1228"/>
                </a:lnTo>
                <a:lnTo>
                  <a:pt x="1927" y="1229"/>
                </a:lnTo>
                <a:lnTo>
                  <a:pt x="1928" y="1230"/>
                </a:lnTo>
                <a:lnTo>
                  <a:pt x="1929" y="1229"/>
                </a:lnTo>
                <a:lnTo>
                  <a:pt x="1928" y="1229"/>
                </a:lnTo>
                <a:lnTo>
                  <a:pt x="1928" y="1227"/>
                </a:lnTo>
                <a:lnTo>
                  <a:pt x="1929" y="1227"/>
                </a:lnTo>
                <a:lnTo>
                  <a:pt x="1930" y="1227"/>
                </a:lnTo>
                <a:lnTo>
                  <a:pt x="1931" y="1227"/>
                </a:lnTo>
                <a:lnTo>
                  <a:pt x="1931" y="1228"/>
                </a:lnTo>
                <a:lnTo>
                  <a:pt x="1931" y="1229"/>
                </a:lnTo>
                <a:lnTo>
                  <a:pt x="1932" y="1229"/>
                </a:lnTo>
                <a:lnTo>
                  <a:pt x="1933" y="1229"/>
                </a:lnTo>
                <a:lnTo>
                  <a:pt x="1933" y="1228"/>
                </a:lnTo>
                <a:lnTo>
                  <a:pt x="1934" y="1228"/>
                </a:lnTo>
                <a:lnTo>
                  <a:pt x="1935" y="1228"/>
                </a:lnTo>
                <a:lnTo>
                  <a:pt x="1935" y="1229"/>
                </a:lnTo>
                <a:lnTo>
                  <a:pt x="1935" y="1230"/>
                </a:lnTo>
                <a:lnTo>
                  <a:pt x="1936" y="1231"/>
                </a:lnTo>
                <a:lnTo>
                  <a:pt x="1937" y="1231"/>
                </a:lnTo>
                <a:lnTo>
                  <a:pt x="1937" y="1232"/>
                </a:lnTo>
                <a:lnTo>
                  <a:pt x="1937" y="1233"/>
                </a:lnTo>
                <a:lnTo>
                  <a:pt x="1937" y="1234"/>
                </a:lnTo>
                <a:lnTo>
                  <a:pt x="1937" y="1235"/>
                </a:lnTo>
                <a:lnTo>
                  <a:pt x="1936" y="1235"/>
                </a:lnTo>
                <a:lnTo>
                  <a:pt x="1935" y="1235"/>
                </a:lnTo>
                <a:lnTo>
                  <a:pt x="1934" y="1235"/>
                </a:lnTo>
                <a:lnTo>
                  <a:pt x="1934" y="1236"/>
                </a:lnTo>
                <a:lnTo>
                  <a:pt x="1933" y="1236"/>
                </a:lnTo>
                <a:lnTo>
                  <a:pt x="1933" y="1237"/>
                </a:lnTo>
                <a:lnTo>
                  <a:pt x="1932" y="1237"/>
                </a:lnTo>
                <a:lnTo>
                  <a:pt x="1932" y="1238"/>
                </a:lnTo>
                <a:lnTo>
                  <a:pt x="1932" y="1239"/>
                </a:lnTo>
                <a:lnTo>
                  <a:pt x="1933" y="1239"/>
                </a:lnTo>
                <a:lnTo>
                  <a:pt x="1933" y="1240"/>
                </a:lnTo>
                <a:lnTo>
                  <a:pt x="1934" y="1240"/>
                </a:lnTo>
                <a:lnTo>
                  <a:pt x="1935" y="1240"/>
                </a:lnTo>
                <a:lnTo>
                  <a:pt x="1936" y="1240"/>
                </a:lnTo>
                <a:lnTo>
                  <a:pt x="1937" y="1240"/>
                </a:lnTo>
                <a:lnTo>
                  <a:pt x="1937" y="1241"/>
                </a:lnTo>
                <a:lnTo>
                  <a:pt x="1938" y="1241"/>
                </a:lnTo>
                <a:lnTo>
                  <a:pt x="1938" y="1242"/>
                </a:lnTo>
                <a:lnTo>
                  <a:pt x="1938" y="1243"/>
                </a:lnTo>
                <a:lnTo>
                  <a:pt x="1937" y="1243"/>
                </a:lnTo>
                <a:lnTo>
                  <a:pt x="1936" y="1243"/>
                </a:lnTo>
                <a:lnTo>
                  <a:pt x="1935" y="1243"/>
                </a:lnTo>
                <a:lnTo>
                  <a:pt x="1935" y="1242"/>
                </a:lnTo>
                <a:lnTo>
                  <a:pt x="1934" y="1242"/>
                </a:lnTo>
                <a:lnTo>
                  <a:pt x="1933" y="1242"/>
                </a:lnTo>
                <a:lnTo>
                  <a:pt x="1932" y="1242"/>
                </a:lnTo>
                <a:lnTo>
                  <a:pt x="1932" y="1243"/>
                </a:lnTo>
                <a:lnTo>
                  <a:pt x="1932" y="1244"/>
                </a:lnTo>
                <a:lnTo>
                  <a:pt x="1932" y="1245"/>
                </a:lnTo>
                <a:lnTo>
                  <a:pt x="1932" y="1246"/>
                </a:lnTo>
                <a:lnTo>
                  <a:pt x="1931" y="1246"/>
                </a:lnTo>
                <a:lnTo>
                  <a:pt x="1931" y="1245"/>
                </a:lnTo>
                <a:lnTo>
                  <a:pt x="1930" y="1245"/>
                </a:lnTo>
                <a:lnTo>
                  <a:pt x="1929" y="1245"/>
                </a:lnTo>
                <a:lnTo>
                  <a:pt x="1929" y="1246"/>
                </a:lnTo>
                <a:lnTo>
                  <a:pt x="1930" y="1246"/>
                </a:lnTo>
                <a:lnTo>
                  <a:pt x="1931" y="1246"/>
                </a:lnTo>
                <a:lnTo>
                  <a:pt x="1931" y="1247"/>
                </a:lnTo>
                <a:lnTo>
                  <a:pt x="1931" y="1248"/>
                </a:lnTo>
                <a:lnTo>
                  <a:pt x="1930" y="1248"/>
                </a:lnTo>
                <a:lnTo>
                  <a:pt x="1930" y="1249"/>
                </a:lnTo>
                <a:lnTo>
                  <a:pt x="1930" y="1250"/>
                </a:lnTo>
                <a:lnTo>
                  <a:pt x="1931" y="1250"/>
                </a:lnTo>
                <a:lnTo>
                  <a:pt x="1931" y="1251"/>
                </a:lnTo>
                <a:lnTo>
                  <a:pt x="1932" y="1251"/>
                </a:lnTo>
                <a:lnTo>
                  <a:pt x="1932" y="1252"/>
                </a:lnTo>
                <a:lnTo>
                  <a:pt x="1933" y="1252"/>
                </a:lnTo>
                <a:lnTo>
                  <a:pt x="1933" y="1253"/>
                </a:lnTo>
                <a:lnTo>
                  <a:pt x="1933" y="1254"/>
                </a:lnTo>
                <a:lnTo>
                  <a:pt x="1932" y="1254"/>
                </a:lnTo>
                <a:lnTo>
                  <a:pt x="1931" y="1254"/>
                </a:lnTo>
                <a:lnTo>
                  <a:pt x="1931" y="1255"/>
                </a:lnTo>
                <a:lnTo>
                  <a:pt x="1930" y="1255"/>
                </a:lnTo>
                <a:lnTo>
                  <a:pt x="1930" y="1254"/>
                </a:lnTo>
                <a:lnTo>
                  <a:pt x="1929" y="1254"/>
                </a:lnTo>
                <a:lnTo>
                  <a:pt x="1928" y="1254"/>
                </a:lnTo>
                <a:lnTo>
                  <a:pt x="1928" y="1255"/>
                </a:lnTo>
                <a:lnTo>
                  <a:pt x="1929" y="1255"/>
                </a:lnTo>
                <a:lnTo>
                  <a:pt x="1928" y="1255"/>
                </a:lnTo>
                <a:lnTo>
                  <a:pt x="1928" y="1256"/>
                </a:lnTo>
                <a:lnTo>
                  <a:pt x="1928" y="1255"/>
                </a:lnTo>
                <a:lnTo>
                  <a:pt x="1927" y="1255"/>
                </a:lnTo>
                <a:lnTo>
                  <a:pt x="1926" y="1255"/>
                </a:lnTo>
                <a:lnTo>
                  <a:pt x="1926" y="1256"/>
                </a:lnTo>
                <a:lnTo>
                  <a:pt x="1927" y="1256"/>
                </a:lnTo>
                <a:lnTo>
                  <a:pt x="1927" y="1257"/>
                </a:lnTo>
                <a:lnTo>
                  <a:pt x="1926" y="1257"/>
                </a:lnTo>
                <a:lnTo>
                  <a:pt x="1926" y="1258"/>
                </a:lnTo>
                <a:lnTo>
                  <a:pt x="1925" y="1258"/>
                </a:lnTo>
                <a:lnTo>
                  <a:pt x="1924" y="1258"/>
                </a:lnTo>
                <a:lnTo>
                  <a:pt x="1925" y="1258"/>
                </a:lnTo>
                <a:lnTo>
                  <a:pt x="1925" y="1259"/>
                </a:lnTo>
                <a:lnTo>
                  <a:pt x="1924" y="1259"/>
                </a:lnTo>
                <a:lnTo>
                  <a:pt x="1924" y="1260"/>
                </a:lnTo>
                <a:lnTo>
                  <a:pt x="1924" y="1261"/>
                </a:lnTo>
                <a:lnTo>
                  <a:pt x="1923" y="1261"/>
                </a:lnTo>
                <a:lnTo>
                  <a:pt x="1922" y="1260"/>
                </a:lnTo>
                <a:lnTo>
                  <a:pt x="1921" y="1261"/>
                </a:lnTo>
                <a:lnTo>
                  <a:pt x="1922" y="1261"/>
                </a:lnTo>
                <a:lnTo>
                  <a:pt x="1922" y="1262"/>
                </a:lnTo>
                <a:lnTo>
                  <a:pt x="1921" y="1262"/>
                </a:lnTo>
                <a:lnTo>
                  <a:pt x="1920" y="1263"/>
                </a:lnTo>
                <a:lnTo>
                  <a:pt x="1920" y="1262"/>
                </a:lnTo>
                <a:lnTo>
                  <a:pt x="1920" y="1263"/>
                </a:lnTo>
                <a:lnTo>
                  <a:pt x="1919" y="1263"/>
                </a:lnTo>
                <a:lnTo>
                  <a:pt x="1919" y="1264"/>
                </a:lnTo>
                <a:lnTo>
                  <a:pt x="1918" y="1264"/>
                </a:lnTo>
                <a:lnTo>
                  <a:pt x="1918" y="1265"/>
                </a:lnTo>
                <a:lnTo>
                  <a:pt x="1919" y="1265"/>
                </a:lnTo>
                <a:lnTo>
                  <a:pt x="1918" y="1265"/>
                </a:lnTo>
                <a:lnTo>
                  <a:pt x="1917" y="1265"/>
                </a:lnTo>
                <a:lnTo>
                  <a:pt x="1918" y="1265"/>
                </a:lnTo>
                <a:lnTo>
                  <a:pt x="1918" y="1266"/>
                </a:lnTo>
                <a:lnTo>
                  <a:pt x="1918" y="1267"/>
                </a:lnTo>
                <a:lnTo>
                  <a:pt x="1917" y="1267"/>
                </a:lnTo>
                <a:lnTo>
                  <a:pt x="1917" y="1266"/>
                </a:lnTo>
                <a:lnTo>
                  <a:pt x="1916" y="1266"/>
                </a:lnTo>
                <a:lnTo>
                  <a:pt x="1916" y="1267"/>
                </a:lnTo>
                <a:lnTo>
                  <a:pt x="1916" y="1268"/>
                </a:lnTo>
                <a:lnTo>
                  <a:pt x="1915" y="1268"/>
                </a:lnTo>
                <a:lnTo>
                  <a:pt x="1914" y="1269"/>
                </a:lnTo>
                <a:lnTo>
                  <a:pt x="1914" y="1270"/>
                </a:lnTo>
                <a:lnTo>
                  <a:pt x="1913" y="1270"/>
                </a:lnTo>
                <a:lnTo>
                  <a:pt x="1913" y="1271"/>
                </a:lnTo>
                <a:lnTo>
                  <a:pt x="1914" y="1271"/>
                </a:lnTo>
                <a:lnTo>
                  <a:pt x="1913" y="1271"/>
                </a:lnTo>
                <a:lnTo>
                  <a:pt x="1913" y="1272"/>
                </a:lnTo>
                <a:lnTo>
                  <a:pt x="1912" y="1272"/>
                </a:lnTo>
                <a:lnTo>
                  <a:pt x="1913" y="1271"/>
                </a:lnTo>
                <a:lnTo>
                  <a:pt x="1912" y="1271"/>
                </a:lnTo>
                <a:lnTo>
                  <a:pt x="1912" y="1272"/>
                </a:lnTo>
                <a:lnTo>
                  <a:pt x="1911" y="1271"/>
                </a:lnTo>
                <a:lnTo>
                  <a:pt x="1910" y="1271"/>
                </a:lnTo>
                <a:lnTo>
                  <a:pt x="1910" y="1272"/>
                </a:lnTo>
                <a:lnTo>
                  <a:pt x="1911" y="1273"/>
                </a:lnTo>
                <a:lnTo>
                  <a:pt x="1911" y="1274"/>
                </a:lnTo>
                <a:lnTo>
                  <a:pt x="1910" y="1274"/>
                </a:lnTo>
                <a:lnTo>
                  <a:pt x="1909" y="1274"/>
                </a:lnTo>
                <a:lnTo>
                  <a:pt x="1909" y="1273"/>
                </a:lnTo>
                <a:lnTo>
                  <a:pt x="1909" y="1274"/>
                </a:lnTo>
                <a:lnTo>
                  <a:pt x="1908" y="1274"/>
                </a:lnTo>
                <a:lnTo>
                  <a:pt x="1907" y="1274"/>
                </a:lnTo>
                <a:lnTo>
                  <a:pt x="1906" y="1274"/>
                </a:lnTo>
                <a:lnTo>
                  <a:pt x="1906" y="1275"/>
                </a:lnTo>
                <a:lnTo>
                  <a:pt x="1907" y="1275"/>
                </a:lnTo>
                <a:lnTo>
                  <a:pt x="1907" y="1276"/>
                </a:lnTo>
                <a:lnTo>
                  <a:pt x="1908" y="1276"/>
                </a:lnTo>
                <a:lnTo>
                  <a:pt x="1907" y="1277"/>
                </a:lnTo>
                <a:lnTo>
                  <a:pt x="1906" y="1277"/>
                </a:lnTo>
                <a:lnTo>
                  <a:pt x="1906" y="1278"/>
                </a:lnTo>
                <a:lnTo>
                  <a:pt x="1906" y="1279"/>
                </a:lnTo>
                <a:lnTo>
                  <a:pt x="1906" y="1278"/>
                </a:lnTo>
                <a:lnTo>
                  <a:pt x="1907" y="1278"/>
                </a:lnTo>
                <a:lnTo>
                  <a:pt x="1907" y="1279"/>
                </a:lnTo>
                <a:lnTo>
                  <a:pt x="1906" y="1279"/>
                </a:lnTo>
                <a:lnTo>
                  <a:pt x="1906" y="1280"/>
                </a:lnTo>
                <a:lnTo>
                  <a:pt x="1906" y="1281"/>
                </a:lnTo>
                <a:lnTo>
                  <a:pt x="1907" y="1281"/>
                </a:lnTo>
                <a:lnTo>
                  <a:pt x="1907" y="1282"/>
                </a:lnTo>
                <a:lnTo>
                  <a:pt x="1906" y="1282"/>
                </a:lnTo>
                <a:lnTo>
                  <a:pt x="1906" y="1283"/>
                </a:lnTo>
                <a:lnTo>
                  <a:pt x="1907" y="1283"/>
                </a:lnTo>
                <a:lnTo>
                  <a:pt x="1906" y="1283"/>
                </a:lnTo>
                <a:lnTo>
                  <a:pt x="1905" y="1283"/>
                </a:lnTo>
                <a:lnTo>
                  <a:pt x="1905" y="1284"/>
                </a:lnTo>
                <a:lnTo>
                  <a:pt x="1905" y="1285"/>
                </a:lnTo>
                <a:lnTo>
                  <a:pt x="1906" y="1285"/>
                </a:lnTo>
                <a:lnTo>
                  <a:pt x="1907" y="1285"/>
                </a:lnTo>
                <a:lnTo>
                  <a:pt x="1906" y="1286"/>
                </a:lnTo>
                <a:lnTo>
                  <a:pt x="1906" y="1287"/>
                </a:lnTo>
                <a:lnTo>
                  <a:pt x="1905" y="1287"/>
                </a:lnTo>
                <a:lnTo>
                  <a:pt x="1905" y="1288"/>
                </a:lnTo>
                <a:lnTo>
                  <a:pt x="1905" y="1289"/>
                </a:lnTo>
                <a:lnTo>
                  <a:pt x="1905" y="1290"/>
                </a:lnTo>
                <a:lnTo>
                  <a:pt x="1906" y="1290"/>
                </a:lnTo>
                <a:lnTo>
                  <a:pt x="1906" y="1289"/>
                </a:lnTo>
                <a:lnTo>
                  <a:pt x="1906" y="1290"/>
                </a:lnTo>
                <a:lnTo>
                  <a:pt x="1906" y="1291"/>
                </a:lnTo>
                <a:lnTo>
                  <a:pt x="1905" y="1291"/>
                </a:lnTo>
                <a:lnTo>
                  <a:pt x="1904" y="1291"/>
                </a:lnTo>
                <a:lnTo>
                  <a:pt x="1904" y="1292"/>
                </a:lnTo>
                <a:lnTo>
                  <a:pt x="1905" y="1292"/>
                </a:lnTo>
                <a:lnTo>
                  <a:pt x="1906" y="1293"/>
                </a:lnTo>
                <a:lnTo>
                  <a:pt x="1905" y="1293"/>
                </a:lnTo>
                <a:lnTo>
                  <a:pt x="1904" y="1293"/>
                </a:lnTo>
                <a:lnTo>
                  <a:pt x="1903" y="1293"/>
                </a:lnTo>
                <a:lnTo>
                  <a:pt x="1903" y="1294"/>
                </a:lnTo>
                <a:lnTo>
                  <a:pt x="1904" y="1294"/>
                </a:lnTo>
                <a:lnTo>
                  <a:pt x="1904" y="1295"/>
                </a:lnTo>
                <a:lnTo>
                  <a:pt x="1904" y="1296"/>
                </a:lnTo>
                <a:lnTo>
                  <a:pt x="1905" y="1297"/>
                </a:lnTo>
                <a:lnTo>
                  <a:pt x="1905" y="1298"/>
                </a:lnTo>
                <a:lnTo>
                  <a:pt x="1904" y="1298"/>
                </a:lnTo>
                <a:lnTo>
                  <a:pt x="1904" y="1299"/>
                </a:lnTo>
                <a:lnTo>
                  <a:pt x="1905" y="1299"/>
                </a:lnTo>
                <a:lnTo>
                  <a:pt x="1905" y="1298"/>
                </a:lnTo>
                <a:lnTo>
                  <a:pt x="1905" y="1299"/>
                </a:lnTo>
                <a:lnTo>
                  <a:pt x="1906" y="1299"/>
                </a:lnTo>
                <a:lnTo>
                  <a:pt x="1906" y="1300"/>
                </a:lnTo>
                <a:lnTo>
                  <a:pt x="1905" y="1300"/>
                </a:lnTo>
                <a:lnTo>
                  <a:pt x="1905" y="1303"/>
                </a:lnTo>
                <a:lnTo>
                  <a:pt x="1906" y="1303"/>
                </a:lnTo>
                <a:lnTo>
                  <a:pt x="1907" y="1303"/>
                </a:lnTo>
                <a:lnTo>
                  <a:pt x="1907" y="1304"/>
                </a:lnTo>
                <a:lnTo>
                  <a:pt x="1907" y="1305"/>
                </a:lnTo>
                <a:lnTo>
                  <a:pt x="1907" y="1306"/>
                </a:lnTo>
                <a:lnTo>
                  <a:pt x="1906" y="1305"/>
                </a:lnTo>
                <a:lnTo>
                  <a:pt x="1905" y="1305"/>
                </a:lnTo>
                <a:lnTo>
                  <a:pt x="1905" y="1306"/>
                </a:lnTo>
                <a:lnTo>
                  <a:pt x="1906" y="1306"/>
                </a:lnTo>
                <a:lnTo>
                  <a:pt x="1906" y="1307"/>
                </a:lnTo>
                <a:lnTo>
                  <a:pt x="1905" y="1307"/>
                </a:lnTo>
                <a:lnTo>
                  <a:pt x="1905" y="1308"/>
                </a:lnTo>
                <a:lnTo>
                  <a:pt x="1906" y="1308"/>
                </a:lnTo>
                <a:lnTo>
                  <a:pt x="1905" y="1308"/>
                </a:lnTo>
                <a:lnTo>
                  <a:pt x="1905" y="1309"/>
                </a:lnTo>
                <a:lnTo>
                  <a:pt x="1904" y="1310"/>
                </a:lnTo>
                <a:lnTo>
                  <a:pt x="1905" y="1310"/>
                </a:lnTo>
                <a:lnTo>
                  <a:pt x="1905" y="1311"/>
                </a:lnTo>
                <a:lnTo>
                  <a:pt x="1906" y="1311"/>
                </a:lnTo>
                <a:lnTo>
                  <a:pt x="1906" y="1312"/>
                </a:lnTo>
                <a:lnTo>
                  <a:pt x="1907" y="1312"/>
                </a:lnTo>
                <a:lnTo>
                  <a:pt x="1907" y="1313"/>
                </a:lnTo>
                <a:lnTo>
                  <a:pt x="1906" y="1313"/>
                </a:lnTo>
                <a:lnTo>
                  <a:pt x="1906" y="1314"/>
                </a:lnTo>
                <a:lnTo>
                  <a:pt x="1906" y="1315"/>
                </a:lnTo>
                <a:lnTo>
                  <a:pt x="1905" y="1315"/>
                </a:lnTo>
                <a:lnTo>
                  <a:pt x="1906" y="1315"/>
                </a:lnTo>
                <a:lnTo>
                  <a:pt x="1906" y="1316"/>
                </a:lnTo>
                <a:lnTo>
                  <a:pt x="1905" y="1316"/>
                </a:lnTo>
                <a:lnTo>
                  <a:pt x="1904" y="1316"/>
                </a:lnTo>
                <a:lnTo>
                  <a:pt x="1905" y="1316"/>
                </a:lnTo>
                <a:lnTo>
                  <a:pt x="1905" y="1318"/>
                </a:lnTo>
                <a:lnTo>
                  <a:pt x="1906" y="1318"/>
                </a:lnTo>
                <a:lnTo>
                  <a:pt x="1907" y="1318"/>
                </a:lnTo>
                <a:lnTo>
                  <a:pt x="1907" y="1319"/>
                </a:lnTo>
                <a:lnTo>
                  <a:pt x="1907" y="1318"/>
                </a:lnTo>
                <a:lnTo>
                  <a:pt x="1906" y="1318"/>
                </a:lnTo>
                <a:lnTo>
                  <a:pt x="1906" y="1319"/>
                </a:lnTo>
                <a:lnTo>
                  <a:pt x="1905" y="1319"/>
                </a:lnTo>
                <a:lnTo>
                  <a:pt x="1905" y="1320"/>
                </a:lnTo>
                <a:lnTo>
                  <a:pt x="1906" y="1320"/>
                </a:lnTo>
                <a:lnTo>
                  <a:pt x="1907" y="1320"/>
                </a:lnTo>
                <a:lnTo>
                  <a:pt x="1906" y="1320"/>
                </a:lnTo>
                <a:lnTo>
                  <a:pt x="1906" y="1321"/>
                </a:lnTo>
                <a:lnTo>
                  <a:pt x="1906" y="1322"/>
                </a:lnTo>
                <a:lnTo>
                  <a:pt x="1905" y="1322"/>
                </a:lnTo>
                <a:lnTo>
                  <a:pt x="1905" y="1323"/>
                </a:lnTo>
                <a:lnTo>
                  <a:pt x="1906" y="1322"/>
                </a:lnTo>
                <a:lnTo>
                  <a:pt x="1907" y="1323"/>
                </a:lnTo>
                <a:lnTo>
                  <a:pt x="1906" y="1323"/>
                </a:lnTo>
                <a:lnTo>
                  <a:pt x="1905" y="1324"/>
                </a:lnTo>
                <a:lnTo>
                  <a:pt x="1905" y="1325"/>
                </a:lnTo>
                <a:lnTo>
                  <a:pt x="1906" y="1325"/>
                </a:lnTo>
                <a:lnTo>
                  <a:pt x="1906" y="1324"/>
                </a:lnTo>
                <a:lnTo>
                  <a:pt x="1907" y="1324"/>
                </a:lnTo>
                <a:lnTo>
                  <a:pt x="1907" y="1325"/>
                </a:lnTo>
                <a:lnTo>
                  <a:pt x="1907" y="1326"/>
                </a:lnTo>
                <a:lnTo>
                  <a:pt x="1906" y="1326"/>
                </a:lnTo>
                <a:lnTo>
                  <a:pt x="1906" y="1327"/>
                </a:lnTo>
                <a:lnTo>
                  <a:pt x="1907" y="1327"/>
                </a:lnTo>
                <a:lnTo>
                  <a:pt x="1907" y="1326"/>
                </a:lnTo>
                <a:lnTo>
                  <a:pt x="1908" y="1326"/>
                </a:lnTo>
                <a:lnTo>
                  <a:pt x="1908" y="1325"/>
                </a:lnTo>
                <a:lnTo>
                  <a:pt x="1908" y="1326"/>
                </a:lnTo>
                <a:lnTo>
                  <a:pt x="1908" y="1327"/>
                </a:lnTo>
                <a:lnTo>
                  <a:pt x="1907" y="1327"/>
                </a:lnTo>
                <a:lnTo>
                  <a:pt x="1906" y="1328"/>
                </a:lnTo>
                <a:lnTo>
                  <a:pt x="1907" y="1328"/>
                </a:lnTo>
                <a:lnTo>
                  <a:pt x="1907" y="1329"/>
                </a:lnTo>
                <a:lnTo>
                  <a:pt x="1907" y="1330"/>
                </a:lnTo>
                <a:lnTo>
                  <a:pt x="1907" y="1331"/>
                </a:lnTo>
                <a:lnTo>
                  <a:pt x="1908" y="1331"/>
                </a:lnTo>
                <a:lnTo>
                  <a:pt x="1908" y="1330"/>
                </a:lnTo>
                <a:lnTo>
                  <a:pt x="1909" y="1330"/>
                </a:lnTo>
                <a:lnTo>
                  <a:pt x="1908" y="1330"/>
                </a:lnTo>
                <a:lnTo>
                  <a:pt x="1909" y="1331"/>
                </a:lnTo>
                <a:lnTo>
                  <a:pt x="1908" y="1331"/>
                </a:lnTo>
                <a:lnTo>
                  <a:pt x="1908" y="1332"/>
                </a:lnTo>
                <a:lnTo>
                  <a:pt x="1907" y="1332"/>
                </a:lnTo>
                <a:lnTo>
                  <a:pt x="1908" y="1332"/>
                </a:lnTo>
                <a:lnTo>
                  <a:pt x="1908" y="1333"/>
                </a:lnTo>
                <a:lnTo>
                  <a:pt x="1908" y="1332"/>
                </a:lnTo>
                <a:lnTo>
                  <a:pt x="1909" y="1332"/>
                </a:lnTo>
                <a:lnTo>
                  <a:pt x="1910" y="1332"/>
                </a:lnTo>
                <a:lnTo>
                  <a:pt x="1909" y="1332"/>
                </a:lnTo>
                <a:lnTo>
                  <a:pt x="1909" y="1333"/>
                </a:lnTo>
                <a:lnTo>
                  <a:pt x="1910" y="1334"/>
                </a:lnTo>
                <a:lnTo>
                  <a:pt x="1910" y="1333"/>
                </a:lnTo>
                <a:lnTo>
                  <a:pt x="1911" y="1333"/>
                </a:lnTo>
                <a:lnTo>
                  <a:pt x="1911" y="1334"/>
                </a:lnTo>
                <a:lnTo>
                  <a:pt x="1911" y="1335"/>
                </a:lnTo>
                <a:lnTo>
                  <a:pt x="1912" y="1335"/>
                </a:lnTo>
                <a:lnTo>
                  <a:pt x="1911" y="1335"/>
                </a:lnTo>
                <a:lnTo>
                  <a:pt x="1911" y="1334"/>
                </a:lnTo>
                <a:lnTo>
                  <a:pt x="1912" y="1334"/>
                </a:lnTo>
                <a:lnTo>
                  <a:pt x="1912" y="1335"/>
                </a:lnTo>
                <a:lnTo>
                  <a:pt x="1913" y="1335"/>
                </a:lnTo>
                <a:lnTo>
                  <a:pt x="1912" y="1336"/>
                </a:lnTo>
                <a:lnTo>
                  <a:pt x="1912" y="1337"/>
                </a:lnTo>
                <a:lnTo>
                  <a:pt x="1913" y="1337"/>
                </a:lnTo>
                <a:lnTo>
                  <a:pt x="1913" y="1336"/>
                </a:lnTo>
                <a:lnTo>
                  <a:pt x="1913" y="1337"/>
                </a:lnTo>
                <a:lnTo>
                  <a:pt x="1914" y="1338"/>
                </a:lnTo>
                <a:lnTo>
                  <a:pt x="1914" y="1339"/>
                </a:lnTo>
                <a:lnTo>
                  <a:pt x="1914" y="1340"/>
                </a:lnTo>
                <a:lnTo>
                  <a:pt x="1915" y="1340"/>
                </a:lnTo>
                <a:lnTo>
                  <a:pt x="1915" y="1339"/>
                </a:lnTo>
                <a:lnTo>
                  <a:pt x="1915" y="1340"/>
                </a:lnTo>
                <a:lnTo>
                  <a:pt x="1915" y="1341"/>
                </a:lnTo>
                <a:lnTo>
                  <a:pt x="1916" y="1341"/>
                </a:lnTo>
                <a:lnTo>
                  <a:pt x="1916" y="1342"/>
                </a:lnTo>
                <a:lnTo>
                  <a:pt x="1916" y="1343"/>
                </a:lnTo>
                <a:lnTo>
                  <a:pt x="1917" y="1343"/>
                </a:lnTo>
                <a:lnTo>
                  <a:pt x="1917" y="1344"/>
                </a:lnTo>
                <a:lnTo>
                  <a:pt x="1916" y="1345"/>
                </a:lnTo>
                <a:lnTo>
                  <a:pt x="1916" y="1346"/>
                </a:lnTo>
                <a:lnTo>
                  <a:pt x="1917" y="1346"/>
                </a:lnTo>
                <a:lnTo>
                  <a:pt x="1918" y="1346"/>
                </a:lnTo>
                <a:lnTo>
                  <a:pt x="1918" y="1347"/>
                </a:lnTo>
                <a:lnTo>
                  <a:pt x="1918" y="1348"/>
                </a:lnTo>
                <a:lnTo>
                  <a:pt x="1917" y="1348"/>
                </a:lnTo>
                <a:lnTo>
                  <a:pt x="1917" y="1349"/>
                </a:lnTo>
                <a:lnTo>
                  <a:pt x="1918" y="1348"/>
                </a:lnTo>
                <a:lnTo>
                  <a:pt x="1919" y="1348"/>
                </a:lnTo>
                <a:lnTo>
                  <a:pt x="1919" y="1349"/>
                </a:lnTo>
                <a:lnTo>
                  <a:pt x="1919" y="1348"/>
                </a:lnTo>
                <a:lnTo>
                  <a:pt x="1918" y="1349"/>
                </a:lnTo>
                <a:lnTo>
                  <a:pt x="1918" y="1351"/>
                </a:lnTo>
                <a:lnTo>
                  <a:pt x="1918" y="1352"/>
                </a:lnTo>
                <a:lnTo>
                  <a:pt x="1918" y="1351"/>
                </a:lnTo>
                <a:lnTo>
                  <a:pt x="1919" y="1351"/>
                </a:lnTo>
                <a:lnTo>
                  <a:pt x="1919" y="1350"/>
                </a:lnTo>
                <a:lnTo>
                  <a:pt x="1920" y="1350"/>
                </a:lnTo>
                <a:lnTo>
                  <a:pt x="1920" y="1351"/>
                </a:lnTo>
                <a:lnTo>
                  <a:pt x="1919" y="1351"/>
                </a:lnTo>
                <a:lnTo>
                  <a:pt x="1919" y="1352"/>
                </a:lnTo>
                <a:lnTo>
                  <a:pt x="1920" y="1352"/>
                </a:lnTo>
                <a:lnTo>
                  <a:pt x="1920" y="1353"/>
                </a:lnTo>
                <a:lnTo>
                  <a:pt x="1920" y="1354"/>
                </a:lnTo>
                <a:lnTo>
                  <a:pt x="1919" y="1354"/>
                </a:lnTo>
                <a:lnTo>
                  <a:pt x="1919" y="1353"/>
                </a:lnTo>
                <a:lnTo>
                  <a:pt x="1919" y="1354"/>
                </a:lnTo>
                <a:lnTo>
                  <a:pt x="1918" y="1354"/>
                </a:lnTo>
                <a:lnTo>
                  <a:pt x="1917" y="1354"/>
                </a:lnTo>
                <a:lnTo>
                  <a:pt x="1917" y="1355"/>
                </a:lnTo>
                <a:lnTo>
                  <a:pt x="1916" y="1355"/>
                </a:lnTo>
                <a:lnTo>
                  <a:pt x="1916" y="1357"/>
                </a:lnTo>
                <a:lnTo>
                  <a:pt x="1917" y="1357"/>
                </a:lnTo>
                <a:lnTo>
                  <a:pt x="1916" y="1357"/>
                </a:lnTo>
                <a:lnTo>
                  <a:pt x="1916" y="1358"/>
                </a:lnTo>
                <a:lnTo>
                  <a:pt x="1916" y="1359"/>
                </a:lnTo>
                <a:lnTo>
                  <a:pt x="1915" y="1359"/>
                </a:lnTo>
                <a:lnTo>
                  <a:pt x="1915" y="1360"/>
                </a:lnTo>
                <a:lnTo>
                  <a:pt x="1915" y="1361"/>
                </a:lnTo>
                <a:lnTo>
                  <a:pt x="1914" y="1361"/>
                </a:lnTo>
                <a:lnTo>
                  <a:pt x="1914" y="1362"/>
                </a:lnTo>
                <a:lnTo>
                  <a:pt x="1913" y="1362"/>
                </a:lnTo>
                <a:lnTo>
                  <a:pt x="1912" y="1362"/>
                </a:lnTo>
                <a:lnTo>
                  <a:pt x="1912" y="1364"/>
                </a:lnTo>
                <a:lnTo>
                  <a:pt x="1913" y="1364"/>
                </a:lnTo>
                <a:lnTo>
                  <a:pt x="1912" y="1365"/>
                </a:lnTo>
                <a:lnTo>
                  <a:pt x="1912" y="1366"/>
                </a:lnTo>
                <a:lnTo>
                  <a:pt x="1911" y="1366"/>
                </a:lnTo>
                <a:lnTo>
                  <a:pt x="1910" y="1366"/>
                </a:lnTo>
                <a:lnTo>
                  <a:pt x="1910" y="1368"/>
                </a:lnTo>
                <a:lnTo>
                  <a:pt x="1910" y="1369"/>
                </a:lnTo>
                <a:lnTo>
                  <a:pt x="1910" y="1368"/>
                </a:lnTo>
                <a:lnTo>
                  <a:pt x="1911" y="1368"/>
                </a:lnTo>
                <a:lnTo>
                  <a:pt x="1911" y="1369"/>
                </a:lnTo>
                <a:lnTo>
                  <a:pt x="1911" y="1370"/>
                </a:lnTo>
                <a:lnTo>
                  <a:pt x="1910" y="1370"/>
                </a:lnTo>
                <a:lnTo>
                  <a:pt x="1911" y="1370"/>
                </a:lnTo>
                <a:lnTo>
                  <a:pt x="1911" y="1371"/>
                </a:lnTo>
                <a:lnTo>
                  <a:pt x="1910" y="1371"/>
                </a:lnTo>
                <a:lnTo>
                  <a:pt x="1910" y="1372"/>
                </a:lnTo>
                <a:lnTo>
                  <a:pt x="1910" y="1371"/>
                </a:lnTo>
                <a:lnTo>
                  <a:pt x="1910" y="1372"/>
                </a:lnTo>
                <a:lnTo>
                  <a:pt x="1909" y="1372"/>
                </a:lnTo>
                <a:lnTo>
                  <a:pt x="1908" y="1373"/>
                </a:lnTo>
                <a:lnTo>
                  <a:pt x="1909" y="1373"/>
                </a:lnTo>
                <a:lnTo>
                  <a:pt x="1908" y="1373"/>
                </a:lnTo>
                <a:lnTo>
                  <a:pt x="1908" y="1374"/>
                </a:lnTo>
                <a:lnTo>
                  <a:pt x="1907" y="1374"/>
                </a:lnTo>
                <a:lnTo>
                  <a:pt x="1907" y="1375"/>
                </a:lnTo>
                <a:lnTo>
                  <a:pt x="1906" y="1376"/>
                </a:lnTo>
                <a:lnTo>
                  <a:pt x="1905" y="1376"/>
                </a:lnTo>
                <a:lnTo>
                  <a:pt x="1905" y="1375"/>
                </a:lnTo>
                <a:lnTo>
                  <a:pt x="1905" y="1376"/>
                </a:lnTo>
                <a:lnTo>
                  <a:pt x="1904" y="1376"/>
                </a:lnTo>
                <a:lnTo>
                  <a:pt x="1904" y="1377"/>
                </a:lnTo>
                <a:lnTo>
                  <a:pt x="1904" y="1378"/>
                </a:lnTo>
                <a:lnTo>
                  <a:pt x="1904" y="1380"/>
                </a:lnTo>
                <a:lnTo>
                  <a:pt x="1903" y="1381"/>
                </a:lnTo>
                <a:lnTo>
                  <a:pt x="1903" y="1380"/>
                </a:lnTo>
                <a:lnTo>
                  <a:pt x="1902" y="1380"/>
                </a:lnTo>
                <a:lnTo>
                  <a:pt x="1902" y="1379"/>
                </a:lnTo>
                <a:lnTo>
                  <a:pt x="1902" y="1380"/>
                </a:lnTo>
                <a:lnTo>
                  <a:pt x="1901" y="1380"/>
                </a:lnTo>
                <a:lnTo>
                  <a:pt x="1901" y="1381"/>
                </a:lnTo>
                <a:lnTo>
                  <a:pt x="1902" y="1381"/>
                </a:lnTo>
                <a:lnTo>
                  <a:pt x="1902" y="1382"/>
                </a:lnTo>
                <a:lnTo>
                  <a:pt x="1901" y="1382"/>
                </a:lnTo>
                <a:lnTo>
                  <a:pt x="1900" y="1382"/>
                </a:lnTo>
                <a:lnTo>
                  <a:pt x="1899" y="1382"/>
                </a:lnTo>
                <a:lnTo>
                  <a:pt x="1899" y="1381"/>
                </a:lnTo>
                <a:lnTo>
                  <a:pt x="1899" y="1380"/>
                </a:lnTo>
                <a:lnTo>
                  <a:pt x="1898" y="1380"/>
                </a:lnTo>
                <a:lnTo>
                  <a:pt x="1897" y="1380"/>
                </a:lnTo>
                <a:lnTo>
                  <a:pt x="1896" y="1380"/>
                </a:lnTo>
                <a:lnTo>
                  <a:pt x="1896" y="1381"/>
                </a:lnTo>
                <a:lnTo>
                  <a:pt x="1895" y="1381"/>
                </a:lnTo>
                <a:lnTo>
                  <a:pt x="1895" y="1380"/>
                </a:lnTo>
                <a:lnTo>
                  <a:pt x="1894" y="1380"/>
                </a:lnTo>
                <a:lnTo>
                  <a:pt x="1893" y="1380"/>
                </a:lnTo>
                <a:lnTo>
                  <a:pt x="1892" y="1380"/>
                </a:lnTo>
                <a:lnTo>
                  <a:pt x="1891" y="1380"/>
                </a:lnTo>
                <a:lnTo>
                  <a:pt x="1891" y="1379"/>
                </a:lnTo>
                <a:lnTo>
                  <a:pt x="1889" y="1379"/>
                </a:lnTo>
                <a:lnTo>
                  <a:pt x="1890" y="1379"/>
                </a:lnTo>
                <a:lnTo>
                  <a:pt x="1890" y="1378"/>
                </a:lnTo>
                <a:lnTo>
                  <a:pt x="1889" y="1378"/>
                </a:lnTo>
                <a:lnTo>
                  <a:pt x="1889" y="1379"/>
                </a:lnTo>
                <a:lnTo>
                  <a:pt x="1889" y="1378"/>
                </a:lnTo>
                <a:lnTo>
                  <a:pt x="1888" y="1378"/>
                </a:lnTo>
                <a:lnTo>
                  <a:pt x="1887" y="1378"/>
                </a:lnTo>
                <a:lnTo>
                  <a:pt x="1887" y="1377"/>
                </a:lnTo>
                <a:lnTo>
                  <a:pt x="1886" y="1377"/>
                </a:lnTo>
                <a:lnTo>
                  <a:pt x="1886" y="1378"/>
                </a:lnTo>
                <a:lnTo>
                  <a:pt x="1885" y="1378"/>
                </a:lnTo>
                <a:lnTo>
                  <a:pt x="1757" y="1373"/>
                </a:lnTo>
                <a:lnTo>
                  <a:pt x="1756" y="1372"/>
                </a:lnTo>
                <a:lnTo>
                  <a:pt x="1755" y="1371"/>
                </a:lnTo>
                <a:lnTo>
                  <a:pt x="1754" y="1370"/>
                </a:lnTo>
                <a:lnTo>
                  <a:pt x="1753" y="1369"/>
                </a:lnTo>
                <a:lnTo>
                  <a:pt x="1752" y="1369"/>
                </a:lnTo>
                <a:lnTo>
                  <a:pt x="1751" y="1369"/>
                </a:lnTo>
                <a:lnTo>
                  <a:pt x="1749" y="1369"/>
                </a:lnTo>
                <a:lnTo>
                  <a:pt x="1748" y="1369"/>
                </a:lnTo>
                <a:lnTo>
                  <a:pt x="1746" y="1370"/>
                </a:lnTo>
                <a:lnTo>
                  <a:pt x="1746" y="1369"/>
                </a:lnTo>
                <a:lnTo>
                  <a:pt x="1745" y="1369"/>
                </a:lnTo>
                <a:lnTo>
                  <a:pt x="1744" y="1367"/>
                </a:lnTo>
                <a:lnTo>
                  <a:pt x="1743" y="1365"/>
                </a:lnTo>
                <a:lnTo>
                  <a:pt x="1741" y="1361"/>
                </a:lnTo>
                <a:lnTo>
                  <a:pt x="1740" y="1359"/>
                </a:lnTo>
                <a:lnTo>
                  <a:pt x="1736" y="1360"/>
                </a:lnTo>
                <a:lnTo>
                  <a:pt x="1735" y="1360"/>
                </a:lnTo>
                <a:lnTo>
                  <a:pt x="1734" y="1360"/>
                </a:lnTo>
                <a:lnTo>
                  <a:pt x="1733" y="1360"/>
                </a:lnTo>
                <a:lnTo>
                  <a:pt x="1733" y="1361"/>
                </a:lnTo>
                <a:lnTo>
                  <a:pt x="1734" y="1363"/>
                </a:lnTo>
                <a:lnTo>
                  <a:pt x="1733" y="1363"/>
                </a:lnTo>
                <a:lnTo>
                  <a:pt x="1732" y="1366"/>
                </a:lnTo>
                <a:lnTo>
                  <a:pt x="1730" y="1367"/>
                </a:lnTo>
                <a:lnTo>
                  <a:pt x="1729" y="1367"/>
                </a:lnTo>
                <a:lnTo>
                  <a:pt x="1729" y="1368"/>
                </a:lnTo>
                <a:lnTo>
                  <a:pt x="1729" y="1369"/>
                </a:lnTo>
                <a:lnTo>
                  <a:pt x="1730" y="1370"/>
                </a:lnTo>
                <a:lnTo>
                  <a:pt x="1730" y="1371"/>
                </a:lnTo>
                <a:lnTo>
                  <a:pt x="1730" y="1372"/>
                </a:lnTo>
                <a:lnTo>
                  <a:pt x="1728" y="1377"/>
                </a:lnTo>
                <a:lnTo>
                  <a:pt x="1728" y="1378"/>
                </a:lnTo>
                <a:lnTo>
                  <a:pt x="1727" y="1380"/>
                </a:lnTo>
                <a:lnTo>
                  <a:pt x="1727" y="1381"/>
                </a:lnTo>
                <a:lnTo>
                  <a:pt x="1727" y="1383"/>
                </a:lnTo>
                <a:lnTo>
                  <a:pt x="1727" y="1384"/>
                </a:lnTo>
                <a:lnTo>
                  <a:pt x="1728" y="1386"/>
                </a:lnTo>
                <a:lnTo>
                  <a:pt x="1728" y="1387"/>
                </a:lnTo>
                <a:lnTo>
                  <a:pt x="1729" y="1388"/>
                </a:lnTo>
                <a:lnTo>
                  <a:pt x="1729" y="1389"/>
                </a:lnTo>
                <a:lnTo>
                  <a:pt x="1728" y="1389"/>
                </a:lnTo>
                <a:lnTo>
                  <a:pt x="1726" y="1389"/>
                </a:lnTo>
                <a:lnTo>
                  <a:pt x="1725" y="1389"/>
                </a:lnTo>
                <a:lnTo>
                  <a:pt x="1724" y="1389"/>
                </a:lnTo>
                <a:lnTo>
                  <a:pt x="1722" y="1389"/>
                </a:lnTo>
                <a:lnTo>
                  <a:pt x="1720" y="1388"/>
                </a:lnTo>
                <a:lnTo>
                  <a:pt x="1719" y="1389"/>
                </a:lnTo>
                <a:lnTo>
                  <a:pt x="1718" y="1389"/>
                </a:lnTo>
                <a:lnTo>
                  <a:pt x="1717" y="1391"/>
                </a:lnTo>
                <a:lnTo>
                  <a:pt x="1716" y="1392"/>
                </a:lnTo>
                <a:lnTo>
                  <a:pt x="1714" y="1392"/>
                </a:lnTo>
                <a:lnTo>
                  <a:pt x="1714" y="1393"/>
                </a:lnTo>
                <a:lnTo>
                  <a:pt x="1713" y="1393"/>
                </a:lnTo>
                <a:lnTo>
                  <a:pt x="1713" y="1397"/>
                </a:lnTo>
                <a:lnTo>
                  <a:pt x="1712" y="1401"/>
                </a:lnTo>
                <a:lnTo>
                  <a:pt x="1712" y="1404"/>
                </a:lnTo>
                <a:lnTo>
                  <a:pt x="1712" y="1405"/>
                </a:lnTo>
                <a:lnTo>
                  <a:pt x="1713" y="1405"/>
                </a:lnTo>
                <a:lnTo>
                  <a:pt x="1713" y="1406"/>
                </a:lnTo>
                <a:lnTo>
                  <a:pt x="1715" y="1406"/>
                </a:lnTo>
                <a:lnTo>
                  <a:pt x="1718" y="1405"/>
                </a:lnTo>
                <a:lnTo>
                  <a:pt x="1718" y="1406"/>
                </a:lnTo>
                <a:lnTo>
                  <a:pt x="1719" y="1408"/>
                </a:lnTo>
                <a:lnTo>
                  <a:pt x="1719" y="1410"/>
                </a:lnTo>
                <a:lnTo>
                  <a:pt x="1720" y="1410"/>
                </a:lnTo>
                <a:lnTo>
                  <a:pt x="1720" y="1411"/>
                </a:lnTo>
                <a:lnTo>
                  <a:pt x="1720" y="1412"/>
                </a:lnTo>
                <a:lnTo>
                  <a:pt x="1719" y="1414"/>
                </a:lnTo>
                <a:lnTo>
                  <a:pt x="1718" y="1415"/>
                </a:lnTo>
                <a:lnTo>
                  <a:pt x="1715" y="1420"/>
                </a:lnTo>
                <a:lnTo>
                  <a:pt x="1714" y="1423"/>
                </a:lnTo>
                <a:lnTo>
                  <a:pt x="1713" y="1425"/>
                </a:lnTo>
                <a:lnTo>
                  <a:pt x="1712" y="1427"/>
                </a:lnTo>
                <a:lnTo>
                  <a:pt x="1709" y="1430"/>
                </a:lnTo>
                <a:lnTo>
                  <a:pt x="1707" y="1431"/>
                </a:lnTo>
                <a:lnTo>
                  <a:pt x="1707" y="1434"/>
                </a:lnTo>
                <a:lnTo>
                  <a:pt x="1706" y="1435"/>
                </a:lnTo>
                <a:lnTo>
                  <a:pt x="1706" y="1436"/>
                </a:lnTo>
                <a:lnTo>
                  <a:pt x="1706" y="1437"/>
                </a:lnTo>
                <a:lnTo>
                  <a:pt x="1705" y="1437"/>
                </a:lnTo>
                <a:lnTo>
                  <a:pt x="1703" y="1438"/>
                </a:lnTo>
                <a:lnTo>
                  <a:pt x="1702" y="1439"/>
                </a:lnTo>
                <a:lnTo>
                  <a:pt x="1701" y="1440"/>
                </a:lnTo>
                <a:lnTo>
                  <a:pt x="1701" y="1441"/>
                </a:lnTo>
                <a:lnTo>
                  <a:pt x="1700" y="1442"/>
                </a:lnTo>
                <a:lnTo>
                  <a:pt x="1699" y="1442"/>
                </a:lnTo>
                <a:lnTo>
                  <a:pt x="1699" y="1443"/>
                </a:lnTo>
                <a:lnTo>
                  <a:pt x="1698" y="1443"/>
                </a:lnTo>
                <a:lnTo>
                  <a:pt x="1698" y="1444"/>
                </a:lnTo>
                <a:lnTo>
                  <a:pt x="1698" y="1445"/>
                </a:lnTo>
                <a:lnTo>
                  <a:pt x="1699" y="1446"/>
                </a:lnTo>
                <a:lnTo>
                  <a:pt x="1700" y="1446"/>
                </a:lnTo>
                <a:lnTo>
                  <a:pt x="1701" y="1447"/>
                </a:lnTo>
                <a:lnTo>
                  <a:pt x="1702" y="1447"/>
                </a:lnTo>
                <a:lnTo>
                  <a:pt x="1702" y="1448"/>
                </a:lnTo>
                <a:lnTo>
                  <a:pt x="1702" y="1449"/>
                </a:lnTo>
                <a:lnTo>
                  <a:pt x="1700" y="1450"/>
                </a:lnTo>
                <a:lnTo>
                  <a:pt x="1699" y="1451"/>
                </a:lnTo>
                <a:lnTo>
                  <a:pt x="1698" y="1451"/>
                </a:lnTo>
                <a:lnTo>
                  <a:pt x="1697" y="1451"/>
                </a:lnTo>
                <a:lnTo>
                  <a:pt x="1695" y="1451"/>
                </a:lnTo>
                <a:lnTo>
                  <a:pt x="1693" y="1451"/>
                </a:lnTo>
                <a:lnTo>
                  <a:pt x="1692" y="1451"/>
                </a:lnTo>
                <a:lnTo>
                  <a:pt x="1691" y="1450"/>
                </a:lnTo>
                <a:lnTo>
                  <a:pt x="1690" y="1449"/>
                </a:lnTo>
                <a:lnTo>
                  <a:pt x="1688" y="1449"/>
                </a:lnTo>
                <a:lnTo>
                  <a:pt x="1687" y="1449"/>
                </a:lnTo>
                <a:lnTo>
                  <a:pt x="1686" y="1450"/>
                </a:lnTo>
                <a:lnTo>
                  <a:pt x="1685" y="1451"/>
                </a:lnTo>
                <a:lnTo>
                  <a:pt x="1684" y="1451"/>
                </a:lnTo>
                <a:lnTo>
                  <a:pt x="1683" y="1451"/>
                </a:lnTo>
                <a:lnTo>
                  <a:pt x="1682" y="1450"/>
                </a:lnTo>
                <a:lnTo>
                  <a:pt x="1681" y="1450"/>
                </a:lnTo>
                <a:lnTo>
                  <a:pt x="1680" y="1451"/>
                </a:lnTo>
                <a:lnTo>
                  <a:pt x="1679" y="1454"/>
                </a:lnTo>
                <a:lnTo>
                  <a:pt x="1678" y="1456"/>
                </a:lnTo>
                <a:lnTo>
                  <a:pt x="1676" y="1457"/>
                </a:lnTo>
                <a:lnTo>
                  <a:pt x="1676" y="1458"/>
                </a:lnTo>
                <a:lnTo>
                  <a:pt x="1676" y="1460"/>
                </a:lnTo>
                <a:lnTo>
                  <a:pt x="1675" y="1462"/>
                </a:lnTo>
                <a:lnTo>
                  <a:pt x="1675" y="1464"/>
                </a:lnTo>
                <a:lnTo>
                  <a:pt x="1674" y="1466"/>
                </a:lnTo>
                <a:lnTo>
                  <a:pt x="1673" y="1466"/>
                </a:lnTo>
                <a:lnTo>
                  <a:pt x="1673" y="1467"/>
                </a:lnTo>
                <a:lnTo>
                  <a:pt x="1672" y="1467"/>
                </a:lnTo>
                <a:lnTo>
                  <a:pt x="1671" y="1466"/>
                </a:lnTo>
                <a:lnTo>
                  <a:pt x="1671" y="1465"/>
                </a:lnTo>
                <a:lnTo>
                  <a:pt x="1670" y="1465"/>
                </a:lnTo>
                <a:lnTo>
                  <a:pt x="1670" y="1466"/>
                </a:lnTo>
                <a:lnTo>
                  <a:pt x="1669" y="1468"/>
                </a:lnTo>
                <a:lnTo>
                  <a:pt x="1668" y="1468"/>
                </a:lnTo>
                <a:lnTo>
                  <a:pt x="1667" y="1469"/>
                </a:lnTo>
                <a:lnTo>
                  <a:pt x="1665" y="1470"/>
                </a:lnTo>
                <a:lnTo>
                  <a:pt x="1664" y="1470"/>
                </a:lnTo>
                <a:lnTo>
                  <a:pt x="1663" y="1468"/>
                </a:lnTo>
                <a:lnTo>
                  <a:pt x="1662" y="1468"/>
                </a:lnTo>
                <a:lnTo>
                  <a:pt x="1661" y="1467"/>
                </a:lnTo>
                <a:lnTo>
                  <a:pt x="1660" y="1467"/>
                </a:lnTo>
                <a:lnTo>
                  <a:pt x="1659" y="1468"/>
                </a:lnTo>
                <a:lnTo>
                  <a:pt x="1658" y="1468"/>
                </a:lnTo>
                <a:lnTo>
                  <a:pt x="1657" y="1468"/>
                </a:lnTo>
                <a:lnTo>
                  <a:pt x="1656" y="1467"/>
                </a:lnTo>
                <a:lnTo>
                  <a:pt x="1655" y="1467"/>
                </a:lnTo>
                <a:lnTo>
                  <a:pt x="1654" y="1467"/>
                </a:lnTo>
                <a:lnTo>
                  <a:pt x="1653" y="1467"/>
                </a:lnTo>
                <a:lnTo>
                  <a:pt x="1652" y="1469"/>
                </a:lnTo>
                <a:lnTo>
                  <a:pt x="1652" y="1470"/>
                </a:lnTo>
                <a:lnTo>
                  <a:pt x="1650" y="1470"/>
                </a:lnTo>
                <a:lnTo>
                  <a:pt x="1648" y="1471"/>
                </a:lnTo>
                <a:lnTo>
                  <a:pt x="1647" y="1471"/>
                </a:lnTo>
                <a:lnTo>
                  <a:pt x="1647" y="1472"/>
                </a:lnTo>
                <a:lnTo>
                  <a:pt x="1647" y="1473"/>
                </a:lnTo>
                <a:lnTo>
                  <a:pt x="1647" y="1474"/>
                </a:lnTo>
                <a:lnTo>
                  <a:pt x="1647" y="1475"/>
                </a:lnTo>
                <a:lnTo>
                  <a:pt x="1649" y="1476"/>
                </a:lnTo>
                <a:lnTo>
                  <a:pt x="1650" y="1478"/>
                </a:lnTo>
                <a:lnTo>
                  <a:pt x="1650" y="1479"/>
                </a:lnTo>
                <a:lnTo>
                  <a:pt x="1650" y="1480"/>
                </a:lnTo>
                <a:lnTo>
                  <a:pt x="1649" y="1480"/>
                </a:lnTo>
                <a:lnTo>
                  <a:pt x="1648" y="1480"/>
                </a:lnTo>
                <a:lnTo>
                  <a:pt x="1647" y="1480"/>
                </a:lnTo>
                <a:lnTo>
                  <a:pt x="1646" y="1483"/>
                </a:lnTo>
                <a:lnTo>
                  <a:pt x="1644" y="1485"/>
                </a:lnTo>
                <a:lnTo>
                  <a:pt x="1643" y="1485"/>
                </a:lnTo>
                <a:lnTo>
                  <a:pt x="1642" y="1485"/>
                </a:lnTo>
                <a:lnTo>
                  <a:pt x="1641" y="1485"/>
                </a:lnTo>
                <a:lnTo>
                  <a:pt x="1641" y="1486"/>
                </a:lnTo>
                <a:lnTo>
                  <a:pt x="1640" y="1487"/>
                </a:lnTo>
                <a:lnTo>
                  <a:pt x="1637" y="1488"/>
                </a:lnTo>
                <a:lnTo>
                  <a:pt x="1636" y="1488"/>
                </a:lnTo>
                <a:lnTo>
                  <a:pt x="1635" y="1489"/>
                </a:lnTo>
                <a:lnTo>
                  <a:pt x="1634" y="1491"/>
                </a:lnTo>
                <a:lnTo>
                  <a:pt x="1633" y="1493"/>
                </a:lnTo>
                <a:lnTo>
                  <a:pt x="1633" y="1494"/>
                </a:lnTo>
                <a:lnTo>
                  <a:pt x="1634" y="1496"/>
                </a:lnTo>
                <a:lnTo>
                  <a:pt x="1635" y="1498"/>
                </a:lnTo>
                <a:lnTo>
                  <a:pt x="1636" y="1499"/>
                </a:lnTo>
                <a:lnTo>
                  <a:pt x="1637" y="1498"/>
                </a:lnTo>
                <a:lnTo>
                  <a:pt x="1638" y="1498"/>
                </a:lnTo>
                <a:lnTo>
                  <a:pt x="1638" y="1497"/>
                </a:lnTo>
                <a:lnTo>
                  <a:pt x="1639" y="1498"/>
                </a:lnTo>
                <a:lnTo>
                  <a:pt x="1640" y="1498"/>
                </a:lnTo>
                <a:lnTo>
                  <a:pt x="1641" y="1498"/>
                </a:lnTo>
                <a:lnTo>
                  <a:pt x="1642" y="1499"/>
                </a:lnTo>
                <a:lnTo>
                  <a:pt x="1643" y="1499"/>
                </a:lnTo>
                <a:lnTo>
                  <a:pt x="1643" y="1500"/>
                </a:lnTo>
                <a:lnTo>
                  <a:pt x="1644" y="1501"/>
                </a:lnTo>
                <a:lnTo>
                  <a:pt x="1644" y="1503"/>
                </a:lnTo>
                <a:lnTo>
                  <a:pt x="1644" y="1504"/>
                </a:lnTo>
                <a:lnTo>
                  <a:pt x="1645" y="1504"/>
                </a:lnTo>
                <a:lnTo>
                  <a:pt x="1647" y="1504"/>
                </a:lnTo>
                <a:lnTo>
                  <a:pt x="1648" y="1504"/>
                </a:lnTo>
                <a:lnTo>
                  <a:pt x="1648" y="1503"/>
                </a:lnTo>
                <a:lnTo>
                  <a:pt x="1651" y="1502"/>
                </a:lnTo>
                <a:lnTo>
                  <a:pt x="1653" y="1506"/>
                </a:lnTo>
                <a:lnTo>
                  <a:pt x="1654" y="1508"/>
                </a:lnTo>
                <a:lnTo>
                  <a:pt x="1657" y="1509"/>
                </a:lnTo>
                <a:lnTo>
                  <a:pt x="1658" y="1514"/>
                </a:lnTo>
                <a:lnTo>
                  <a:pt x="1659" y="1515"/>
                </a:lnTo>
                <a:lnTo>
                  <a:pt x="1660" y="1515"/>
                </a:lnTo>
                <a:lnTo>
                  <a:pt x="1661" y="1515"/>
                </a:lnTo>
                <a:lnTo>
                  <a:pt x="1674" y="1539"/>
                </a:lnTo>
                <a:lnTo>
                  <a:pt x="1678" y="1548"/>
                </a:lnTo>
                <a:lnTo>
                  <a:pt x="1701" y="1592"/>
                </a:lnTo>
                <a:lnTo>
                  <a:pt x="1725" y="1639"/>
                </a:lnTo>
                <a:lnTo>
                  <a:pt x="1723" y="1640"/>
                </a:lnTo>
                <a:lnTo>
                  <a:pt x="1723" y="1642"/>
                </a:lnTo>
                <a:lnTo>
                  <a:pt x="1722" y="1643"/>
                </a:lnTo>
                <a:lnTo>
                  <a:pt x="1721" y="1643"/>
                </a:lnTo>
                <a:lnTo>
                  <a:pt x="1720" y="1644"/>
                </a:lnTo>
                <a:lnTo>
                  <a:pt x="1720" y="1650"/>
                </a:lnTo>
                <a:lnTo>
                  <a:pt x="1720" y="1651"/>
                </a:lnTo>
                <a:lnTo>
                  <a:pt x="1721" y="1651"/>
                </a:lnTo>
                <a:lnTo>
                  <a:pt x="1721" y="1652"/>
                </a:lnTo>
                <a:lnTo>
                  <a:pt x="1721" y="1653"/>
                </a:lnTo>
                <a:lnTo>
                  <a:pt x="1720" y="1653"/>
                </a:lnTo>
                <a:lnTo>
                  <a:pt x="1719" y="1653"/>
                </a:lnTo>
                <a:lnTo>
                  <a:pt x="1719" y="1654"/>
                </a:lnTo>
                <a:lnTo>
                  <a:pt x="1720" y="1654"/>
                </a:lnTo>
                <a:lnTo>
                  <a:pt x="1721" y="1655"/>
                </a:lnTo>
                <a:lnTo>
                  <a:pt x="1721" y="1656"/>
                </a:lnTo>
                <a:lnTo>
                  <a:pt x="1720" y="1657"/>
                </a:lnTo>
                <a:lnTo>
                  <a:pt x="1720" y="1658"/>
                </a:lnTo>
                <a:lnTo>
                  <a:pt x="1721" y="1658"/>
                </a:lnTo>
                <a:lnTo>
                  <a:pt x="1721" y="1659"/>
                </a:lnTo>
                <a:lnTo>
                  <a:pt x="1722" y="1660"/>
                </a:lnTo>
                <a:lnTo>
                  <a:pt x="1723" y="1660"/>
                </a:lnTo>
                <a:lnTo>
                  <a:pt x="1724" y="1661"/>
                </a:lnTo>
                <a:lnTo>
                  <a:pt x="1725" y="1661"/>
                </a:lnTo>
                <a:lnTo>
                  <a:pt x="1725" y="1662"/>
                </a:lnTo>
                <a:lnTo>
                  <a:pt x="1725" y="1663"/>
                </a:lnTo>
                <a:lnTo>
                  <a:pt x="1725" y="1665"/>
                </a:lnTo>
                <a:lnTo>
                  <a:pt x="1726" y="1670"/>
                </a:lnTo>
                <a:lnTo>
                  <a:pt x="1726" y="1672"/>
                </a:lnTo>
                <a:lnTo>
                  <a:pt x="1725" y="1673"/>
                </a:lnTo>
                <a:lnTo>
                  <a:pt x="1724" y="1674"/>
                </a:lnTo>
                <a:lnTo>
                  <a:pt x="1724" y="1675"/>
                </a:lnTo>
                <a:lnTo>
                  <a:pt x="1724" y="1677"/>
                </a:lnTo>
                <a:lnTo>
                  <a:pt x="1725" y="1677"/>
                </a:lnTo>
                <a:lnTo>
                  <a:pt x="1725" y="1679"/>
                </a:lnTo>
                <a:lnTo>
                  <a:pt x="1725" y="1680"/>
                </a:lnTo>
                <a:lnTo>
                  <a:pt x="1725" y="1681"/>
                </a:lnTo>
                <a:lnTo>
                  <a:pt x="1725" y="1682"/>
                </a:lnTo>
                <a:lnTo>
                  <a:pt x="1725" y="1683"/>
                </a:lnTo>
                <a:lnTo>
                  <a:pt x="1724" y="1685"/>
                </a:lnTo>
                <a:lnTo>
                  <a:pt x="1723" y="1686"/>
                </a:lnTo>
                <a:lnTo>
                  <a:pt x="1724" y="1687"/>
                </a:lnTo>
                <a:lnTo>
                  <a:pt x="1725" y="1688"/>
                </a:lnTo>
                <a:lnTo>
                  <a:pt x="1726" y="1689"/>
                </a:lnTo>
                <a:lnTo>
                  <a:pt x="1726" y="1690"/>
                </a:lnTo>
                <a:lnTo>
                  <a:pt x="1726" y="1691"/>
                </a:lnTo>
                <a:lnTo>
                  <a:pt x="1726" y="1692"/>
                </a:lnTo>
                <a:lnTo>
                  <a:pt x="1725" y="1692"/>
                </a:lnTo>
                <a:lnTo>
                  <a:pt x="1726" y="1693"/>
                </a:lnTo>
                <a:lnTo>
                  <a:pt x="1727" y="1693"/>
                </a:lnTo>
                <a:lnTo>
                  <a:pt x="1727" y="1694"/>
                </a:lnTo>
                <a:lnTo>
                  <a:pt x="1726" y="1694"/>
                </a:lnTo>
                <a:lnTo>
                  <a:pt x="1726" y="1695"/>
                </a:lnTo>
                <a:lnTo>
                  <a:pt x="1726" y="1696"/>
                </a:lnTo>
                <a:lnTo>
                  <a:pt x="1726" y="1697"/>
                </a:lnTo>
                <a:lnTo>
                  <a:pt x="1727" y="1697"/>
                </a:lnTo>
                <a:lnTo>
                  <a:pt x="1729" y="1698"/>
                </a:lnTo>
                <a:lnTo>
                  <a:pt x="1729" y="1699"/>
                </a:lnTo>
                <a:lnTo>
                  <a:pt x="1730" y="1699"/>
                </a:lnTo>
                <a:lnTo>
                  <a:pt x="1730" y="1701"/>
                </a:lnTo>
                <a:lnTo>
                  <a:pt x="1730" y="1702"/>
                </a:lnTo>
                <a:lnTo>
                  <a:pt x="1731" y="1702"/>
                </a:lnTo>
                <a:lnTo>
                  <a:pt x="1731" y="1703"/>
                </a:lnTo>
                <a:lnTo>
                  <a:pt x="1730" y="1705"/>
                </a:lnTo>
                <a:lnTo>
                  <a:pt x="1729" y="1705"/>
                </a:lnTo>
                <a:lnTo>
                  <a:pt x="1729" y="1706"/>
                </a:lnTo>
                <a:lnTo>
                  <a:pt x="1729" y="1707"/>
                </a:lnTo>
                <a:lnTo>
                  <a:pt x="1730" y="1707"/>
                </a:lnTo>
                <a:lnTo>
                  <a:pt x="1731" y="1707"/>
                </a:lnTo>
                <a:lnTo>
                  <a:pt x="1731" y="1708"/>
                </a:lnTo>
                <a:lnTo>
                  <a:pt x="1732" y="1708"/>
                </a:lnTo>
                <a:lnTo>
                  <a:pt x="1732" y="1710"/>
                </a:lnTo>
                <a:lnTo>
                  <a:pt x="1732" y="1711"/>
                </a:lnTo>
                <a:lnTo>
                  <a:pt x="1731" y="1711"/>
                </a:lnTo>
                <a:lnTo>
                  <a:pt x="1731" y="1712"/>
                </a:lnTo>
                <a:lnTo>
                  <a:pt x="1731" y="1713"/>
                </a:lnTo>
                <a:lnTo>
                  <a:pt x="1732" y="1714"/>
                </a:lnTo>
                <a:lnTo>
                  <a:pt x="1732" y="1715"/>
                </a:lnTo>
                <a:lnTo>
                  <a:pt x="1733" y="1715"/>
                </a:lnTo>
                <a:lnTo>
                  <a:pt x="1733" y="1716"/>
                </a:lnTo>
                <a:lnTo>
                  <a:pt x="1734" y="1716"/>
                </a:lnTo>
                <a:lnTo>
                  <a:pt x="1735" y="1716"/>
                </a:lnTo>
                <a:lnTo>
                  <a:pt x="1736" y="1717"/>
                </a:lnTo>
                <a:lnTo>
                  <a:pt x="1736" y="1718"/>
                </a:lnTo>
                <a:lnTo>
                  <a:pt x="1736" y="1719"/>
                </a:lnTo>
                <a:lnTo>
                  <a:pt x="1736" y="1720"/>
                </a:lnTo>
                <a:lnTo>
                  <a:pt x="1736" y="1722"/>
                </a:lnTo>
                <a:lnTo>
                  <a:pt x="1736" y="1723"/>
                </a:lnTo>
                <a:lnTo>
                  <a:pt x="1737" y="1724"/>
                </a:lnTo>
                <a:lnTo>
                  <a:pt x="1736" y="1724"/>
                </a:lnTo>
                <a:lnTo>
                  <a:pt x="1736" y="1725"/>
                </a:lnTo>
                <a:lnTo>
                  <a:pt x="1735" y="1725"/>
                </a:lnTo>
                <a:lnTo>
                  <a:pt x="1735" y="1726"/>
                </a:lnTo>
                <a:lnTo>
                  <a:pt x="1735" y="1727"/>
                </a:lnTo>
                <a:lnTo>
                  <a:pt x="1736" y="1727"/>
                </a:lnTo>
                <a:lnTo>
                  <a:pt x="1736" y="1728"/>
                </a:lnTo>
                <a:lnTo>
                  <a:pt x="1736" y="1729"/>
                </a:lnTo>
                <a:lnTo>
                  <a:pt x="1736" y="1730"/>
                </a:lnTo>
                <a:lnTo>
                  <a:pt x="1737" y="1730"/>
                </a:lnTo>
                <a:lnTo>
                  <a:pt x="1739" y="1730"/>
                </a:lnTo>
                <a:lnTo>
                  <a:pt x="1740" y="1730"/>
                </a:lnTo>
                <a:lnTo>
                  <a:pt x="1741" y="1730"/>
                </a:lnTo>
                <a:lnTo>
                  <a:pt x="1740" y="1731"/>
                </a:lnTo>
                <a:lnTo>
                  <a:pt x="1740" y="1734"/>
                </a:lnTo>
                <a:lnTo>
                  <a:pt x="1739" y="1734"/>
                </a:lnTo>
                <a:lnTo>
                  <a:pt x="1738" y="1733"/>
                </a:lnTo>
                <a:lnTo>
                  <a:pt x="1737" y="1733"/>
                </a:lnTo>
                <a:lnTo>
                  <a:pt x="1736" y="1735"/>
                </a:lnTo>
                <a:lnTo>
                  <a:pt x="1736" y="1736"/>
                </a:lnTo>
                <a:lnTo>
                  <a:pt x="1737" y="1736"/>
                </a:lnTo>
                <a:lnTo>
                  <a:pt x="1737" y="1737"/>
                </a:lnTo>
                <a:lnTo>
                  <a:pt x="1737" y="1739"/>
                </a:lnTo>
                <a:lnTo>
                  <a:pt x="1738" y="1739"/>
                </a:lnTo>
                <a:lnTo>
                  <a:pt x="1738" y="1740"/>
                </a:lnTo>
                <a:lnTo>
                  <a:pt x="1737" y="1740"/>
                </a:lnTo>
                <a:lnTo>
                  <a:pt x="1736" y="1740"/>
                </a:lnTo>
                <a:lnTo>
                  <a:pt x="1735" y="1740"/>
                </a:lnTo>
                <a:lnTo>
                  <a:pt x="1735" y="1741"/>
                </a:lnTo>
                <a:lnTo>
                  <a:pt x="1736" y="1741"/>
                </a:lnTo>
                <a:lnTo>
                  <a:pt x="1737" y="1741"/>
                </a:lnTo>
                <a:lnTo>
                  <a:pt x="1737" y="1742"/>
                </a:lnTo>
                <a:lnTo>
                  <a:pt x="1738" y="1742"/>
                </a:lnTo>
                <a:lnTo>
                  <a:pt x="1738" y="1743"/>
                </a:lnTo>
                <a:lnTo>
                  <a:pt x="1738" y="1745"/>
                </a:lnTo>
                <a:lnTo>
                  <a:pt x="1738" y="1746"/>
                </a:lnTo>
                <a:lnTo>
                  <a:pt x="1739" y="1746"/>
                </a:lnTo>
                <a:lnTo>
                  <a:pt x="1740" y="1746"/>
                </a:lnTo>
                <a:lnTo>
                  <a:pt x="1740" y="1747"/>
                </a:lnTo>
                <a:lnTo>
                  <a:pt x="1741" y="1747"/>
                </a:lnTo>
                <a:lnTo>
                  <a:pt x="1742" y="1748"/>
                </a:lnTo>
                <a:lnTo>
                  <a:pt x="1744" y="1748"/>
                </a:lnTo>
                <a:lnTo>
                  <a:pt x="1745" y="1748"/>
                </a:lnTo>
                <a:lnTo>
                  <a:pt x="1746" y="1748"/>
                </a:lnTo>
                <a:lnTo>
                  <a:pt x="1746" y="1749"/>
                </a:lnTo>
                <a:lnTo>
                  <a:pt x="1747" y="1749"/>
                </a:lnTo>
                <a:lnTo>
                  <a:pt x="1748" y="1750"/>
                </a:lnTo>
                <a:lnTo>
                  <a:pt x="1750" y="1750"/>
                </a:lnTo>
                <a:lnTo>
                  <a:pt x="1751" y="1750"/>
                </a:lnTo>
                <a:lnTo>
                  <a:pt x="1752" y="1750"/>
                </a:lnTo>
                <a:lnTo>
                  <a:pt x="1752" y="1749"/>
                </a:lnTo>
                <a:lnTo>
                  <a:pt x="1753" y="1748"/>
                </a:lnTo>
                <a:lnTo>
                  <a:pt x="1754" y="1748"/>
                </a:lnTo>
                <a:lnTo>
                  <a:pt x="1754" y="1749"/>
                </a:lnTo>
                <a:lnTo>
                  <a:pt x="1753" y="1749"/>
                </a:lnTo>
                <a:lnTo>
                  <a:pt x="1753" y="1750"/>
                </a:lnTo>
                <a:lnTo>
                  <a:pt x="1754" y="1750"/>
                </a:lnTo>
                <a:lnTo>
                  <a:pt x="1755" y="1751"/>
                </a:lnTo>
                <a:lnTo>
                  <a:pt x="1756" y="1752"/>
                </a:lnTo>
                <a:lnTo>
                  <a:pt x="1756" y="1753"/>
                </a:lnTo>
                <a:lnTo>
                  <a:pt x="1754" y="1753"/>
                </a:lnTo>
                <a:lnTo>
                  <a:pt x="1753" y="1754"/>
                </a:lnTo>
                <a:lnTo>
                  <a:pt x="1754" y="1754"/>
                </a:lnTo>
                <a:lnTo>
                  <a:pt x="1754" y="1755"/>
                </a:lnTo>
                <a:lnTo>
                  <a:pt x="1753" y="1756"/>
                </a:lnTo>
                <a:lnTo>
                  <a:pt x="1751" y="1756"/>
                </a:lnTo>
                <a:lnTo>
                  <a:pt x="1750" y="1756"/>
                </a:lnTo>
                <a:lnTo>
                  <a:pt x="1749" y="1756"/>
                </a:lnTo>
                <a:lnTo>
                  <a:pt x="1749" y="1755"/>
                </a:lnTo>
                <a:lnTo>
                  <a:pt x="1748" y="1755"/>
                </a:lnTo>
                <a:lnTo>
                  <a:pt x="1747" y="1755"/>
                </a:lnTo>
                <a:lnTo>
                  <a:pt x="1746" y="1756"/>
                </a:lnTo>
                <a:lnTo>
                  <a:pt x="1746" y="1757"/>
                </a:lnTo>
                <a:lnTo>
                  <a:pt x="1746" y="1758"/>
                </a:lnTo>
                <a:lnTo>
                  <a:pt x="1746" y="1759"/>
                </a:lnTo>
                <a:lnTo>
                  <a:pt x="1746" y="1760"/>
                </a:lnTo>
                <a:lnTo>
                  <a:pt x="1745" y="1760"/>
                </a:lnTo>
                <a:lnTo>
                  <a:pt x="1743" y="1761"/>
                </a:lnTo>
                <a:lnTo>
                  <a:pt x="1742" y="1761"/>
                </a:lnTo>
                <a:lnTo>
                  <a:pt x="1742" y="1762"/>
                </a:lnTo>
                <a:lnTo>
                  <a:pt x="1743" y="1762"/>
                </a:lnTo>
                <a:lnTo>
                  <a:pt x="1743" y="1764"/>
                </a:lnTo>
                <a:lnTo>
                  <a:pt x="1742" y="1765"/>
                </a:lnTo>
                <a:lnTo>
                  <a:pt x="1741" y="1765"/>
                </a:lnTo>
                <a:lnTo>
                  <a:pt x="1741" y="1764"/>
                </a:lnTo>
                <a:lnTo>
                  <a:pt x="1740" y="1764"/>
                </a:lnTo>
                <a:lnTo>
                  <a:pt x="1739" y="1764"/>
                </a:lnTo>
                <a:lnTo>
                  <a:pt x="1739" y="1765"/>
                </a:lnTo>
                <a:lnTo>
                  <a:pt x="1739" y="1766"/>
                </a:lnTo>
                <a:lnTo>
                  <a:pt x="1738" y="1767"/>
                </a:lnTo>
                <a:lnTo>
                  <a:pt x="1737" y="1768"/>
                </a:lnTo>
                <a:lnTo>
                  <a:pt x="1737" y="1769"/>
                </a:lnTo>
                <a:lnTo>
                  <a:pt x="1735" y="1770"/>
                </a:lnTo>
                <a:lnTo>
                  <a:pt x="1734" y="1769"/>
                </a:lnTo>
                <a:lnTo>
                  <a:pt x="1733" y="1769"/>
                </a:lnTo>
                <a:lnTo>
                  <a:pt x="1732" y="1769"/>
                </a:lnTo>
                <a:lnTo>
                  <a:pt x="1732" y="1768"/>
                </a:lnTo>
                <a:lnTo>
                  <a:pt x="1732" y="1767"/>
                </a:lnTo>
                <a:lnTo>
                  <a:pt x="1731" y="1766"/>
                </a:lnTo>
                <a:lnTo>
                  <a:pt x="1730" y="1766"/>
                </a:lnTo>
                <a:lnTo>
                  <a:pt x="1729" y="1766"/>
                </a:lnTo>
                <a:lnTo>
                  <a:pt x="1728" y="1766"/>
                </a:lnTo>
                <a:lnTo>
                  <a:pt x="1727" y="1765"/>
                </a:lnTo>
                <a:lnTo>
                  <a:pt x="1726" y="1765"/>
                </a:lnTo>
                <a:lnTo>
                  <a:pt x="1725" y="1764"/>
                </a:lnTo>
                <a:lnTo>
                  <a:pt x="1723" y="1763"/>
                </a:lnTo>
                <a:lnTo>
                  <a:pt x="1723" y="1762"/>
                </a:lnTo>
                <a:lnTo>
                  <a:pt x="1722" y="1761"/>
                </a:lnTo>
                <a:lnTo>
                  <a:pt x="1721" y="1761"/>
                </a:lnTo>
                <a:lnTo>
                  <a:pt x="1720" y="1760"/>
                </a:lnTo>
                <a:lnTo>
                  <a:pt x="1719" y="1760"/>
                </a:lnTo>
                <a:lnTo>
                  <a:pt x="1718" y="1760"/>
                </a:lnTo>
                <a:lnTo>
                  <a:pt x="1718" y="1759"/>
                </a:lnTo>
                <a:lnTo>
                  <a:pt x="1716" y="1758"/>
                </a:lnTo>
                <a:lnTo>
                  <a:pt x="1714" y="1757"/>
                </a:lnTo>
                <a:lnTo>
                  <a:pt x="1714" y="1758"/>
                </a:lnTo>
                <a:lnTo>
                  <a:pt x="1713" y="1758"/>
                </a:lnTo>
                <a:lnTo>
                  <a:pt x="1712" y="1758"/>
                </a:lnTo>
                <a:lnTo>
                  <a:pt x="1711" y="1758"/>
                </a:lnTo>
                <a:lnTo>
                  <a:pt x="1711" y="1759"/>
                </a:lnTo>
                <a:lnTo>
                  <a:pt x="1711" y="1760"/>
                </a:lnTo>
                <a:lnTo>
                  <a:pt x="1710" y="1762"/>
                </a:lnTo>
                <a:lnTo>
                  <a:pt x="1709" y="1762"/>
                </a:lnTo>
                <a:lnTo>
                  <a:pt x="1708" y="1763"/>
                </a:lnTo>
                <a:lnTo>
                  <a:pt x="1706" y="1764"/>
                </a:lnTo>
                <a:lnTo>
                  <a:pt x="1706" y="1765"/>
                </a:lnTo>
                <a:lnTo>
                  <a:pt x="1705" y="1766"/>
                </a:lnTo>
                <a:lnTo>
                  <a:pt x="1705" y="1767"/>
                </a:lnTo>
                <a:lnTo>
                  <a:pt x="1704" y="1767"/>
                </a:lnTo>
                <a:lnTo>
                  <a:pt x="1704" y="1768"/>
                </a:lnTo>
                <a:lnTo>
                  <a:pt x="1703" y="1770"/>
                </a:lnTo>
                <a:lnTo>
                  <a:pt x="1702" y="1772"/>
                </a:lnTo>
                <a:lnTo>
                  <a:pt x="1702" y="1774"/>
                </a:lnTo>
                <a:lnTo>
                  <a:pt x="1702" y="1775"/>
                </a:lnTo>
                <a:lnTo>
                  <a:pt x="1702" y="1776"/>
                </a:lnTo>
                <a:lnTo>
                  <a:pt x="1701" y="1777"/>
                </a:lnTo>
                <a:lnTo>
                  <a:pt x="1700" y="1777"/>
                </a:lnTo>
                <a:lnTo>
                  <a:pt x="1699" y="1777"/>
                </a:lnTo>
                <a:lnTo>
                  <a:pt x="1698" y="1778"/>
                </a:lnTo>
                <a:lnTo>
                  <a:pt x="1696" y="1778"/>
                </a:lnTo>
                <a:lnTo>
                  <a:pt x="1695" y="1778"/>
                </a:lnTo>
                <a:lnTo>
                  <a:pt x="1694" y="1778"/>
                </a:lnTo>
                <a:lnTo>
                  <a:pt x="1693" y="1776"/>
                </a:lnTo>
                <a:lnTo>
                  <a:pt x="1692" y="1775"/>
                </a:lnTo>
                <a:lnTo>
                  <a:pt x="1691" y="1775"/>
                </a:lnTo>
                <a:lnTo>
                  <a:pt x="1691" y="1774"/>
                </a:lnTo>
                <a:lnTo>
                  <a:pt x="1690" y="1773"/>
                </a:lnTo>
                <a:lnTo>
                  <a:pt x="1689" y="1772"/>
                </a:lnTo>
                <a:lnTo>
                  <a:pt x="1689" y="1771"/>
                </a:lnTo>
                <a:lnTo>
                  <a:pt x="1688" y="1770"/>
                </a:lnTo>
                <a:lnTo>
                  <a:pt x="1686" y="1768"/>
                </a:lnTo>
                <a:lnTo>
                  <a:pt x="1686" y="1767"/>
                </a:lnTo>
                <a:lnTo>
                  <a:pt x="1686" y="1766"/>
                </a:lnTo>
                <a:lnTo>
                  <a:pt x="1684" y="1766"/>
                </a:lnTo>
                <a:lnTo>
                  <a:pt x="1683" y="1766"/>
                </a:lnTo>
                <a:lnTo>
                  <a:pt x="1682" y="1766"/>
                </a:lnTo>
                <a:lnTo>
                  <a:pt x="1682" y="1765"/>
                </a:lnTo>
                <a:lnTo>
                  <a:pt x="1680" y="1764"/>
                </a:lnTo>
                <a:lnTo>
                  <a:pt x="1680" y="1763"/>
                </a:lnTo>
                <a:lnTo>
                  <a:pt x="1680" y="1762"/>
                </a:lnTo>
                <a:lnTo>
                  <a:pt x="1680" y="1763"/>
                </a:lnTo>
                <a:lnTo>
                  <a:pt x="1679" y="1763"/>
                </a:lnTo>
                <a:lnTo>
                  <a:pt x="1678" y="1764"/>
                </a:lnTo>
                <a:lnTo>
                  <a:pt x="1678" y="1763"/>
                </a:lnTo>
                <a:lnTo>
                  <a:pt x="1677" y="1763"/>
                </a:lnTo>
                <a:lnTo>
                  <a:pt x="1676" y="1762"/>
                </a:lnTo>
                <a:lnTo>
                  <a:pt x="1675" y="1762"/>
                </a:lnTo>
                <a:lnTo>
                  <a:pt x="1675" y="1761"/>
                </a:lnTo>
                <a:lnTo>
                  <a:pt x="1674" y="1761"/>
                </a:lnTo>
                <a:lnTo>
                  <a:pt x="1673" y="1761"/>
                </a:lnTo>
                <a:lnTo>
                  <a:pt x="1671" y="1761"/>
                </a:lnTo>
                <a:lnTo>
                  <a:pt x="1671" y="1760"/>
                </a:lnTo>
                <a:lnTo>
                  <a:pt x="1670" y="1760"/>
                </a:lnTo>
                <a:lnTo>
                  <a:pt x="1670" y="1759"/>
                </a:lnTo>
                <a:lnTo>
                  <a:pt x="1669" y="1758"/>
                </a:lnTo>
                <a:lnTo>
                  <a:pt x="1668" y="1759"/>
                </a:lnTo>
                <a:lnTo>
                  <a:pt x="1667" y="1759"/>
                </a:lnTo>
                <a:lnTo>
                  <a:pt x="1666" y="1759"/>
                </a:lnTo>
                <a:lnTo>
                  <a:pt x="1665" y="1759"/>
                </a:lnTo>
                <a:lnTo>
                  <a:pt x="1665" y="1758"/>
                </a:lnTo>
                <a:lnTo>
                  <a:pt x="1663" y="1758"/>
                </a:lnTo>
                <a:lnTo>
                  <a:pt x="1662" y="1759"/>
                </a:lnTo>
                <a:lnTo>
                  <a:pt x="1661" y="1759"/>
                </a:lnTo>
                <a:lnTo>
                  <a:pt x="1661" y="1758"/>
                </a:lnTo>
                <a:lnTo>
                  <a:pt x="1660" y="1758"/>
                </a:lnTo>
                <a:lnTo>
                  <a:pt x="1660" y="1757"/>
                </a:lnTo>
                <a:lnTo>
                  <a:pt x="1659" y="1756"/>
                </a:lnTo>
                <a:lnTo>
                  <a:pt x="1659" y="1757"/>
                </a:lnTo>
                <a:lnTo>
                  <a:pt x="1658" y="1757"/>
                </a:lnTo>
                <a:lnTo>
                  <a:pt x="1657" y="1757"/>
                </a:lnTo>
                <a:lnTo>
                  <a:pt x="1657" y="1756"/>
                </a:lnTo>
                <a:lnTo>
                  <a:pt x="1655" y="1757"/>
                </a:lnTo>
                <a:lnTo>
                  <a:pt x="1654" y="1757"/>
                </a:lnTo>
                <a:lnTo>
                  <a:pt x="1653" y="1757"/>
                </a:lnTo>
                <a:lnTo>
                  <a:pt x="1653" y="1756"/>
                </a:lnTo>
                <a:lnTo>
                  <a:pt x="1653" y="1751"/>
                </a:lnTo>
                <a:lnTo>
                  <a:pt x="1652" y="1750"/>
                </a:lnTo>
                <a:lnTo>
                  <a:pt x="1651" y="1750"/>
                </a:lnTo>
                <a:lnTo>
                  <a:pt x="1651" y="1749"/>
                </a:lnTo>
                <a:lnTo>
                  <a:pt x="1650" y="1750"/>
                </a:lnTo>
                <a:lnTo>
                  <a:pt x="1649" y="1751"/>
                </a:lnTo>
                <a:lnTo>
                  <a:pt x="1648" y="1751"/>
                </a:lnTo>
                <a:lnTo>
                  <a:pt x="1647" y="1751"/>
                </a:lnTo>
                <a:lnTo>
                  <a:pt x="1647" y="1752"/>
                </a:lnTo>
                <a:lnTo>
                  <a:pt x="1647" y="1753"/>
                </a:lnTo>
                <a:lnTo>
                  <a:pt x="1646" y="1753"/>
                </a:lnTo>
                <a:lnTo>
                  <a:pt x="1645" y="1752"/>
                </a:lnTo>
                <a:lnTo>
                  <a:pt x="1643" y="1751"/>
                </a:lnTo>
                <a:lnTo>
                  <a:pt x="1642" y="1751"/>
                </a:lnTo>
                <a:lnTo>
                  <a:pt x="1641" y="1751"/>
                </a:lnTo>
                <a:lnTo>
                  <a:pt x="1641" y="1752"/>
                </a:lnTo>
                <a:lnTo>
                  <a:pt x="1640" y="1753"/>
                </a:lnTo>
                <a:lnTo>
                  <a:pt x="1639" y="1753"/>
                </a:lnTo>
                <a:lnTo>
                  <a:pt x="1639" y="1752"/>
                </a:lnTo>
                <a:lnTo>
                  <a:pt x="1638" y="1752"/>
                </a:lnTo>
                <a:lnTo>
                  <a:pt x="1638" y="1751"/>
                </a:lnTo>
                <a:lnTo>
                  <a:pt x="1636" y="1751"/>
                </a:lnTo>
                <a:lnTo>
                  <a:pt x="1635" y="1751"/>
                </a:lnTo>
                <a:lnTo>
                  <a:pt x="1634" y="1751"/>
                </a:lnTo>
                <a:lnTo>
                  <a:pt x="1632" y="1750"/>
                </a:lnTo>
                <a:lnTo>
                  <a:pt x="1631" y="1750"/>
                </a:lnTo>
                <a:lnTo>
                  <a:pt x="1631" y="1749"/>
                </a:lnTo>
                <a:lnTo>
                  <a:pt x="1630" y="1748"/>
                </a:lnTo>
                <a:lnTo>
                  <a:pt x="1628" y="1748"/>
                </a:lnTo>
                <a:lnTo>
                  <a:pt x="1628" y="1749"/>
                </a:lnTo>
                <a:lnTo>
                  <a:pt x="1627" y="1749"/>
                </a:lnTo>
                <a:lnTo>
                  <a:pt x="1626" y="1750"/>
                </a:lnTo>
                <a:lnTo>
                  <a:pt x="1626" y="1751"/>
                </a:lnTo>
                <a:lnTo>
                  <a:pt x="1625" y="1752"/>
                </a:lnTo>
                <a:lnTo>
                  <a:pt x="1623" y="1752"/>
                </a:lnTo>
                <a:lnTo>
                  <a:pt x="1620" y="1752"/>
                </a:lnTo>
                <a:lnTo>
                  <a:pt x="1619" y="1750"/>
                </a:lnTo>
                <a:lnTo>
                  <a:pt x="1618" y="1749"/>
                </a:lnTo>
                <a:lnTo>
                  <a:pt x="1618" y="1748"/>
                </a:lnTo>
                <a:lnTo>
                  <a:pt x="1617" y="1748"/>
                </a:lnTo>
                <a:lnTo>
                  <a:pt x="1616" y="1747"/>
                </a:lnTo>
                <a:lnTo>
                  <a:pt x="1616" y="1746"/>
                </a:lnTo>
                <a:lnTo>
                  <a:pt x="1616" y="1745"/>
                </a:lnTo>
                <a:lnTo>
                  <a:pt x="1615" y="1745"/>
                </a:lnTo>
                <a:lnTo>
                  <a:pt x="1615" y="1744"/>
                </a:lnTo>
                <a:lnTo>
                  <a:pt x="1614" y="1743"/>
                </a:lnTo>
                <a:lnTo>
                  <a:pt x="1614" y="1742"/>
                </a:lnTo>
                <a:lnTo>
                  <a:pt x="1614" y="1741"/>
                </a:lnTo>
                <a:lnTo>
                  <a:pt x="1615" y="1741"/>
                </a:lnTo>
                <a:lnTo>
                  <a:pt x="1615" y="1740"/>
                </a:lnTo>
                <a:lnTo>
                  <a:pt x="1616" y="1739"/>
                </a:lnTo>
                <a:lnTo>
                  <a:pt x="1616" y="1738"/>
                </a:lnTo>
                <a:lnTo>
                  <a:pt x="1615" y="1738"/>
                </a:lnTo>
                <a:lnTo>
                  <a:pt x="1616" y="1736"/>
                </a:lnTo>
                <a:lnTo>
                  <a:pt x="1616" y="1735"/>
                </a:lnTo>
                <a:lnTo>
                  <a:pt x="1616" y="1734"/>
                </a:lnTo>
                <a:lnTo>
                  <a:pt x="1616" y="1733"/>
                </a:lnTo>
                <a:lnTo>
                  <a:pt x="1615" y="1731"/>
                </a:lnTo>
                <a:lnTo>
                  <a:pt x="1614" y="1731"/>
                </a:lnTo>
                <a:lnTo>
                  <a:pt x="1613" y="1731"/>
                </a:lnTo>
                <a:lnTo>
                  <a:pt x="1612" y="1730"/>
                </a:lnTo>
                <a:lnTo>
                  <a:pt x="1611" y="1730"/>
                </a:lnTo>
                <a:lnTo>
                  <a:pt x="1610" y="1729"/>
                </a:lnTo>
                <a:lnTo>
                  <a:pt x="1609" y="1728"/>
                </a:lnTo>
                <a:lnTo>
                  <a:pt x="1608" y="1727"/>
                </a:lnTo>
                <a:lnTo>
                  <a:pt x="1608" y="1725"/>
                </a:lnTo>
                <a:lnTo>
                  <a:pt x="1607" y="1723"/>
                </a:lnTo>
                <a:lnTo>
                  <a:pt x="1607" y="1721"/>
                </a:lnTo>
                <a:lnTo>
                  <a:pt x="1606" y="1720"/>
                </a:lnTo>
                <a:lnTo>
                  <a:pt x="1606" y="1718"/>
                </a:lnTo>
                <a:lnTo>
                  <a:pt x="1605" y="1718"/>
                </a:lnTo>
                <a:lnTo>
                  <a:pt x="1604" y="1717"/>
                </a:lnTo>
                <a:lnTo>
                  <a:pt x="1603" y="1717"/>
                </a:lnTo>
                <a:lnTo>
                  <a:pt x="1603" y="1716"/>
                </a:lnTo>
                <a:lnTo>
                  <a:pt x="1603" y="1715"/>
                </a:lnTo>
                <a:lnTo>
                  <a:pt x="1602" y="1715"/>
                </a:lnTo>
                <a:lnTo>
                  <a:pt x="1603" y="1715"/>
                </a:lnTo>
                <a:lnTo>
                  <a:pt x="1603" y="1714"/>
                </a:lnTo>
                <a:lnTo>
                  <a:pt x="1604" y="1714"/>
                </a:lnTo>
                <a:lnTo>
                  <a:pt x="1604" y="1713"/>
                </a:lnTo>
                <a:lnTo>
                  <a:pt x="1605" y="1713"/>
                </a:lnTo>
                <a:lnTo>
                  <a:pt x="1605" y="1712"/>
                </a:lnTo>
                <a:lnTo>
                  <a:pt x="1604" y="1711"/>
                </a:lnTo>
                <a:lnTo>
                  <a:pt x="1603" y="1710"/>
                </a:lnTo>
                <a:lnTo>
                  <a:pt x="1602" y="1709"/>
                </a:lnTo>
                <a:lnTo>
                  <a:pt x="1602" y="1708"/>
                </a:lnTo>
                <a:lnTo>
                  <a:pt x="1601" y="1708"/>
                </a:lnTo>
                <a:lnTo>
                  <a:pt x="1601" y="1707"/>
                </a:lnTo>
                <a:lnTo>
                  <a:pt x="1601" y="1706"/>
                </a:lnTo>
                <a:lnTo>
                  <a:pt x="1600" y="1706"/>
                </a:lnTo>
                <a:lnTo>
                  <a:pt x="1601" y="1705"/>
                </a:lnTo>
                <a:lnTo>
                  <a:pt x="1601" y="1704"/>
                </a:lnTo>
                <a:lnTo>
                  <a:pt x="1602" y="1702"/>
                </a:lnTo>
                <a:lnTo>
                  <a:pt x="1602" y="1701"/>
                </a:lnTo>
                <a:lnTo>
                  <a:pt x="1601" y="1701"/>
                </a:lnTo>
                <a:lnTo>
                  <a:pt x="1600" y="1701"/>
                </a:lnTo>
                <a:lnTo>
                  <a:pt x="1600" y="1700"/>
                </a:lnTo>
                <a:lnTo>
                  <a:pt x="1599" y="1700"/>
                </a:lnTo>
                <a:lnTo>
                  <a:pt x="1599" y="1699"/>
                </a:lnTo>
                <a:lnTo>
                  <a:pt x="1598" y="1698"/>
                </a:lnTo>
                <a:lnTo>
                  <a:pt x="1597" y="1696"/>
                </a:lnTo>
                <a:lnTo>
                  <a:pt x="1596" y="1696"/>
                </a:lnTo>
                <a:lnTo>
                  <a:pt x="1594" y="1696"/>
                </a:lnTo>
                <a:lnTo>
                  <a:pt x="1593" y="1695"/>
                </a:lnTo>
                <a:lnTo>
                  <a:pt x="1594" y="1694"/>
                </a:lnTo>
                <a:lnTo>
                  <a:pt x="1593" y="1693"/>
                </a:lnTo>
                <a:lnTo>
                  <a:pt x="1593" y="1692"/>
                </a:lnTo>
                <a:lnTo>
                  <a:pt x="1594" y="1692"/>
                </a:lnTo>
                <a:lnTo>
                  <a:pt x="1594" y="1690"/>
                </a:lnTo>
                <a:lnTo>
                  <a:pt x="1594" y="1689"/>
                </a:lnTo>
                <a:lnTo>
                  <a:pt x="1595" y="1686"/>
                </a:lnTo>
                <a:lnTo>
                  <a:pt x="1594" y="1684"/>
                </a:lnTo>
                <a:lnTo>
                  <a:pt x="1594" y="1683"/>
                </a:lnTo>
                <a:lnTo>
                  <a:pt x="1594" y="1682"/>
                </a:lnTo>
                <a:lnTo>
                  <a:pt x="1594" y="1681"/>
                </a:lnTo>
                <a:lnTo>
                  <a:pt x="1593" y="1681"/>
                </a:lnTo>
                <a:lnTo>
                  <a:pt x="1592" y="1680"/>
                </a:lnTo>
                <a:lnTo>
                  <a:pt x="1592" y="1678"/>
                </a:lnTo>
                <a:lnTo>
                  <a:pt x="1593" y="1678"/>
                </a:lnTo>
                <a:lnTo>
                  <a:pt x="1593" y="1677"/>
                </a:lnTo>
                <a:lnTo>
                  <a:pt x="1592" y="1677"/>
                </a:lnTo>
                <a:lnTo>
                  <a:pt x="1592" y="1676"/>
                </a:lnTo>
                <a:lnTo>
                  <a:pt x="1593" y="1676"/>
                </a:lnTo>
                <a:lnTo>
                  <a:pt x="1593" y="1675"/>
                </a:lnTo>
                <a:lnTo>
                  <a:pt x="1592" y="1675"/>
                </a:lnTo>
                <a:lnTo>
                  <a:pt x="1591" y="1675"/>
                </a:lnTo>
                <a:lnTo>
                  <a:pt x="1590" y="1675"/>
                </a:lnTo>
                <a:lnTo>
                  <a:pt x="1590" y="1674"/>
                </a:lnTo>
                <a:lnTo>
                  <a:pt x="1590" y="1675"/>
                </a:lnTo>
                <a:lnTo>
                  <a:pt x="1589" y="1675"/>
                </a:lnTo>
                <a:lnTo>
                  <a:pt x="1589" y="1676"/>
                </a:lnTo>
                <a:lnTo>
                  <a:pt x="1588" y="1676"/>
                </a:lnTo>
                <a:lnTo>
                  <a:pt x="1588" y="1677"/>
                </a:lnTo>
                <a:lnTo>
                  <a:pt x="1587" y="1677"/>
                </a:lnTo>
                <a:lnTo>
                  <a:pt x="1587" y="1678"/>
                </a:lnTo>
                <a:lnTo>
                  <a:pt x="1586" y="1678"/>
                </a:lnTo>
                <a:lnTo>
                  <a:pt x="1586" y="1681"/>
                </a:lnTo>
                <a:lnTo>
                  <a:pt x="1586" y="1682"/>
                </a:lnTo>
                <a:lnTo>
                  <a:pt x="1586" y="1683"/>
                </a:lnTo>
                <a:lnTo>
                  <a:pt x="1586" y="1684"/>
                </a:lnTo>
                <a:lnTo>
                  <a:pt x="1586" y="1685"/>
                </a:lnTo>
                <a:lnTo>
                  <a:pt x="1586" y="1686"/>
                </a:lnTo>
                <a:lnTo>
                  <a:pt x="1585" y="1686"/>
                </a:lnTo>
                <a:lnTo>
                  <a:pt x="1585" y="1687"/>
                </a:lnTo>
                <a:lnTo>
                  <a:pt x="1585" y="1688"/>
                </a:lnTo>
                <a:lnTo>
                  <a:pt x="1584" y="1689"/>
                </a:lnTo>
                <a:lnTo>
                  <a:pt x="1584" y="1690"/>
                </a:lnTo>
                <a:lnTo>
                  <a:pt x="1583" y="1691"/>
                </a:lnTo>
                <a:lnTo>
                  <a:pt x="1583" y="1692"/>
                </a:lnTo>
                <a:lnTo>
                  <a:pt x="1584" y="1694"/>
                </a:lnTo>
                <a:lnTo>
                  <a:pt x="1583" y="1695"/>
                </a:lnTo>
                <a:lnTo>
                  <a:pt x="1583" y="1696"/>
                </a:lnTo>
                <a:lnTo>
                  <a:pt x="1582" y="1696"/>
                </a:lnTo>
                <a:lnTo>
                  <a:pt x="1582" y="1697"/>
                </a:lnTo>
                <a:lnTo>
                  <a:pt x="1582" y="1699"/>
                </a:lnTo>
                <a:lnTo>
                  <a:pt x="1581" y="1700"/>
                </a:lnTo>
                <a:lnTo>
                  <a:pt x="1580" y="1701"/>
                </a:lnTo>
                <a:lnTo>
                  <a:pt x="1580" y="1700"/>
                </a:lnTo>
                <a:lnTo>
                  <a:pt x="1579" y="1700"/>
                </a:lnTo>
                <a:lnTo>
                  <a:pt x="1579" y="1699"/>
                </a:lnTo>
                <a:lnTo>
                  <a:pt x="1578" y="1699"/>
                </a:lnTo>
                <a:lnTo>
                  <a:pt x="1577" y="1700"/>
                </a:lnTo>
                <a:lnTo>
                  <a:pt x="1576" y="1701"/>
                </a:lnTo>
                <a:lnTo>
                  <a:pt x="1575" y="1701"/>
                </a:lnTo>
                <a:lnTo>
                  <a:pt x="1574" y="1702"/>
                </a:lnTo>
                <a:lnTo>
                  <a:pt x="1573" y="1702"/>
                </a:lnTo>
                <a:lnTo>
                  <a:pt x="1573" y="1703"/>
                </a:lnTo>
                <a:lnTo>
                  <a:pt x="1573" y="1704"/>
                </a:lnTo>
                <a:lnTo>
                  <a:pt x="1573" y="1705"/>
                </a:lnTo>
                <a:lnTo>
                  <a:pt x="1572" y="1704"/>
                </a:lnTo>
                <a:lnTo>
                  <a:pt x="1572" y="1705"/>
                </a:lnTo>
                <a:lnTo>
                  <a:pt x="1571" y="1706"/>
                </a:lnTo>
                <a:lnTo>
                  <a:pt x="1571" y="1707"/>
                </a:lnTo>
                <a:lnTo>
                  <a:pt x="1570" y="1708"/>
                </a:lnTo>
                <a:lnTo>
                  <a:pt x="1569" y="1708"/>
                </a:lnTo>
                <a:lnTo>
                  <a:pt x="1569" y="1709"/>
                </a:lnTo>
                <a:lnTo>
                  <a:pt x="1569" y="1710"/>
                </a:lnTo>
                <a:lnTo>
                  <a:pt x="1570" y="1714"/>
                </a:lnTo>
                <a:lnTo>
                  <a:pt x="1570" y="1716"/>
                </a:lnTo>
                <a:lnTo>
                  <a:pt x="1569" y="1717"/>
                </a:lnTo>
                <a:lnTo>
                  <a:pt x="1567" y="1717"/>
                </a:lnTo>
                <a:lnTo>
                  <a:pt x="1567" y="1718"/>
                </a:lnTo>
                <a:lnTo>
                  <a:pt x="1566" y="1718"/>
                </a:lnTo>
                <a:lnTo>
                  <a:pt x="1566" y="1720"/>
                </a:lnTo>
                <a:lnTo>
                  <a:pt x="1566" y="1722"/>
                </a:lnTo>
                <a:lnTo>
                  <a:pt x="1566" y="1723"/>
                </a:lnTo>
                <a:lnTo>
                  <a:pt x="1566" y="1724"/>
                </a:lnTo>
                <a:lnTo>
                  <a:pt x="1565" y="1725"/>
                </a:lnTo>
                <a:lnTo>
                  <a:pt x="1565" y="1726"/>
                </a:lnTo>
                <a:lnTo>
                  <a:pt x="1564" y="1726"/>
                </a:lnTo>
                <a:lnTo>
                  <a:pt x="1563" y="1726"/>
                </a:lnTo>
                <a:lnTo>
                  <a:pt x="1563" y="1727"/>
                </a:lnTo>
                <a:lnTo>
                  <a:pt x="1561" y="1728"/>
                </a:lnTo>
                <a:lnTo>
                  <a:pt x="1559" y="1728"/>
                </a:lnTo>
                <a:lnTo>
                  <a:pt x="1558" y="1727"/>
                </a:lnTo>
                <a:lnTo>
                  <a:pt x="1558" y="1726"/>
                </a:lnTo>
                <a:lnTo>
                  <a:pt x="1558" y="1725"/>
                </a:lnTo>
                <a:lnTo>
                  <a:pt x="1557" y="1725"/>
                </a:lnTo>
                <a:lnTo>
                  <a:pt x="1556" y="1725"/>
                </a:lnTo>
                <a:lnTo>
                  <a:pt x="1555" y="1725"/>
                </a:lnTo>
                <a:lnTo>
                  <a:pt x="1554" y="1725"/>
                </a:lnTo>
                <a:lnTo>
                  <a:pt x="1553" y="1724"/>
                </a:lnTo>
                <a:lnTo>
                  <a:pt x="1551" y="1722"/>
                </a:lnTo>
                <a:lnTo>
                  <a:pt x="1551" y="1721"/>
                </a:lnTo>
                <a:lnTo>
                  <a:pt x="1550" y="1719"/>
                </a:lnTo>
                <a:lnTo>
                  <a:pt x="1550" y="1715"/>
                </a:lnTo>
                <a:lnTo>
                  <a:pt x="1550" y="1714"/>
                </a:lnTo>
                <a:lnTo>
                  <a:pt x="1551" y="1713"/>
                </a:lnTo>
                <a:lnTo>
                  <a:pt x="1550" y="1711"/>
                </a:lnTo>
                <a:lnTo>
                  <a:pt x="1550" y="1710"/>
                </a:lnTo>
                <a:lnTo>
                  <a:pt x="1549" y="1710"/>
                </a:lnTo>
                <a:lnTo>
                  <a:pt x="1549" y="1709"/>
                </a:lnTo>
                <a:lnTo>
                  <a:pt x="1549" y="1708"/>
                </a:lnTo>
                <a:lnTo>
                  <a:pt x="1550" y="1708"/>
                </a:lnTo>
                <a:lnTo>
                  <a:pt x="1549" y="1707"/>
                </a:lnTo>
                <a:lnTo>
                  <a:pt x="1547" y="1705"/>
                </a:lnTo>
                <a:lnTo>
                  <a:pt x="1548" y="1705"/>
                </a:lnTo>
                <a:lnTo>
                  <a:pt x="1548" y="1704"/>
                </a:lnTo>
                <a:lnTo>
                  <a:pt x="1547" y="1704"/>
                </a:lnTo>
                <a:lnTo>
                  <a:pt x="1546" y="1704"/>
                </a:lnTo>
                <a:lnTo>
                  <a:pt x="1545" y="1703"/>
                </a:lnTo>
                <a:lnTo>
                  <a:pt x="1544" y="1702"/>
                </a:lnTo>
                <a:lnTo>
                  <a:pt x="1543" y="1702"/>
                </a:lnTo>
                <a:lnTo>
                  <a:pt x="1542" y="1701"/>
                </a:lnTo>
                <a:lnTo>
                  <a:pt x="1543" y="1701"/>
                </a:lnTo>
                <a:lnTo>
                  <a:pt x="1543" y="1700"/>
                </a:lnTo>
                <a:lnTo>
                  <a:pt x="1544" y="1700"/>
                </a:lnTo>
                <a:lnTo>
                  <a:pt x="1543" y="1698"/>
                </a:lnTo>
                <a:lnTo>
                  <a:pt x="1543" y="1697"/>
                </a:lnTo>
                <a:lnTo>
                  <a:pt x="1542" y="1697"/>
                </a:lnTo>
                <a:lnTo>
                  <a:pt x="1542" y="1698"/>
                </a:lnTo>
                <a:lnTo>
                  <a:pt x="1541" y="1698"/>
                </a:lnTo>
                <a:lnTo>
                  <a:pt x="1541" y="1697"/>
                </a:lnTo>
                <a:lnTo>
                  <a:pt x="1540" y="1695"/>
                </a:lnTo>
                <a:lnTo>
                  <a:pt x="1539" y="1695"/>
                </a:lnTo>
                <a:lnTo>
                  <a:pt x="1538" y="1695"/>
                </a:lnTo>
                <a:lnTo>
                  <a:pt x="1537" y="1695"/>
                </a:lnTo>
                <a:lnTo>
                  <a:pt x="1536" y="1695"/>
                </a:lnTo>
                <a:lnTo>
                  <a:pt x="1536" y="1694"/>
                </a:lnTo>
                <a:lnTo>
                  <a:pt x="1535" y="1694"/>
                </a:lnTo>
                <a:lnTo>
                  <a:pt x="1533" y="1694"/>
                </a:lnTo>
                <a:lnTo>
                  <a:pt x="1532" y="1695"/>
                </a:lnTo>
                <a:lnTo>
                  <a:pt x="1532" y="1696"/>
                </a:lnTo>
                <a:lnTo>
                  <a:pt x="1532" y="1697"/>
                </a:lnTo>
                <a:lnTo>
                  <a:pt x="1531" y="1697"/>
                </a:lnTo>
                <a:lnTo>
                  <a:pt x="1531" y="1696"/>
                </a:lnTo>
                <a:lnTo>
                  <a:pt x="1530" y="1696"/>
                </a:lnTo>
                <a:lnTo>
                  <a:pt x="1529" y="1696"/>
                </a:lnTo>
                <a:lnTo>
                  <a:pt x="1528" y="1698"/>
                </a:lnTo>
                <a:lnTo>
                  <a:pt x="1529" y="1698"/>
                </a:lnTo>
                <a:lnTo>
                  <a:pt x="1529" y="1699"/>
                </a:lnTo>
                <a:lnTo>
                  <a:pt x="1528" y="1699"/>
                </a:lnTo>
                <a:lnTo>
                  <a:pt x="1528" y="1698"/>
                </a:lnTo>
                <a:lnTo>
                  <a:pt x="1527" y="1699"/>
                </a:lnTo>
                <a:lnTo>
                  <a:pt x="1527" y="1700"/>
                </a:lnTo>
                <a:lnTo>
                  <a:pt x="1526" y="1701"/>
                </a:lnTo>
                <a:lnTo>
                  <a:pt x="1526" y="1702"/>
                </a:lnTo>
                <a:lnTo>
                  <a:pt x="1525" y="1702"/>
                </a:lnTo>
                <a:lnTo>
                  <a:pt x="1524" y="1701"/>
                </a:lnTo>
                <a:lnTo>
                  <a:pt x="1524" y="1700"/>
                </a:lnTo>
                <a:lnTo>
                  <a:pt x="1523" y="1701"/>
                </a:lnTo>
                <a:lnTo>
                  <a:pt x="1522" y="1702"/>
                </a:lnTo>
                <a:lnTo>
                  <a:pt x="1522" y="1703"/>
                </a:lnTo>
                <a:lnTo>
                  <a:pt x="1522" y="1704"/>
                </a:lnTo>
                <a:lnTo>
                  <a:pt x="1521" y="1704"/>
                </a:lnTo>
                <a:lnTo>
                  <a:pt x="1521" y="1705"/>
                </a:lnTo>
                <a:lnTo>
                  <a:pt x="1520" y="1706"/>
                </a:lnTo>
                <a:lnTo>
                  <a:pt x="1519" y="1708"/>
                </a:lnTo>
                <a:lnTo>
                  <a:pt x="1519" y="1709"/>
                </a:lnTo>
                <a:lnTo>
                  <a:pt x="1518" y="1711"/>
                </a:lnTo>
                <a:lnTo>
                  <a:pt x="1517" y="1712"/>
                </a:lnTo>
                <a:lnTo>
                  <a:pt x="1516" y="1712"/>
                </a:lnTo>
                <a:lnTo>
                  <a:pt x="1515" y="1712"/>
                </a:lnTo>
                <a:lnTo>
                  <a:pt x="1514" y="1712"/>
                </a:lnTo>
                <a:lnTo>
                  <a:pt x="1514" y="1713"/>
                </a:lnTo>
                <a:lnTo>
                  <a:pt x="1514" y="1714"/>
                </a:lnTo>
                <a:lnTo>
                  <a:pt x="1515" y="1714"/>
                </a:lnTo>
                <a:lnTo>
                  <a:pt x="1515" y="1715"/>
                </a:lnTo>
                <a:lnTo>
                  <a:pt x="1516" y="1715"/>
                </a:lnTo>
                <a:lnTo>
                  <a:pt x="1516" y="1716"/>
                </a:lnTo>
                <a:lnTo>
                  <a:pt x="1517" y="1717"/>
                </a:lnTo>
                <a:lnTo>
                  <a:pt x="1517" y="1718"/>
                </a:lnTo>
                <a:lnTo>
                  <a:pt x="1516" y="1718"/>
                </a:lnTo>
                <a:lnTo>
                  <a:pt x="1516" y="1719"/>
                </a:lnTo>
                <a:lnTo>
                  <a:pt x="1515" y="1719"/>
                </a:lnTo>
                <a:lnTo>
                  <a:pt x="1515" y="1720"/>
                </a:lnTo>
                <a:lnTo>
                  <a:pt x="1516" y="1721"/>
                </a:lnTo>
                <a:lnTo>
                  <a:pt x="1518" y="1723"/>
                </a:lnTo>
                <a:lnTo>
                  <a:pt x="1518" y="1725"/>
                </a:lnTo>
                <a:lnTo>
                  <a:pt x="1517" y="1726"/>
                </a:lnTo>
                <a:lnTo>
                  <a:pt x="1517" y="1727"/>
                </a:lnTo>
                <a:lnTo>
                  <a:pt x="1515" y="1727"/>
                </a:lnTo>
                <a:lnTo>
                  <a:pt x="1514" y="1727"/>
                </a:lnTo>
                <a:lnTo>
                  <a:pt x="1513" y="1727"/>
                </a:lnTo>
                <a:lnTo>
                  <a:pt x="1512" y="1728"/>
                </a:lnTo>
                <a:lnTo>
                  <a:pt x="1512" y="1729"/>
                </a:lnTo>
                <a:lnTo>
                  <a:pt x="1512" y="1730"/>
                </a:lnTo>
                <a:lnTo>
                  <a:pt x="1512" y="1731"/>
                </a:lnTo>
                <a:lnTo>
                  <a:pt x="1511" y="1732"/>
                </a:lnTo>
                <a:lnTo>
                  <a:pt x="1509" y="1732"/>
                </a:lnTo>
                <a:lnTo>
                  <a:pt x="1507" y="1732"/>
                </a:lnTo>
                <a:lnTo>
                  <a:pt x="1506" y="1732"/>
                </a:lnTo>
                <a:lnTo>
                  <a:pt x="1506" y="1733"/>
                </a:lnTo>
                <a:lnTo>
                  <a:pt x="1505" y="1733"/>
                </a:lnTo>
                <a:lnTo>
                  <a:pt x="1504" y="1733"/>
                </a:lnTo>
                <a:lnTo>
                  <a:pt x="1503" y="1734"/>
                </a:lnTo>
                <a:lnTo>
                  <a:pt x="1502" y="1735"/>
                </a:lnTo>
                <a:lnTo>
                  <a:pt x="1501" y="1735"/>
                </a:lnTo>
                <a:lnTo>
                  <a:pt x="1500" y="1735"/>
                </a:lnTo>
                <a:lnTo>
                  <a:pt x="1498" y="1735"/>
                </a:lnTo>
                <a:lnTo>
                  <a:pt x="1497" y="1735"/>
                </a:lnTo>
                <a:lnTo>
                  <a:pt x="1495" y="1735"/>
                </a:lnTo>
                <a:lnTo>
                  <a:pt x="1494" y="1735"/>
                </a:lnTo>
                <a:lnTo>
                  <a:pt x="1493" y="1736"/>
                </a:lnTo>
                <a:lnTo>
                  <a:pt x="1492" y="1736"/>
                </a:lnTo>
                <a:lnTo>
                  <a:pt x="1492" y="1737"/>
                </a:lnTo>
                <a:lnTo>
                  <a:pt x="1488" y="1739"/>
                </a:lnTo>
                <a:lnTo>
                  <a:pt x="1487" y="1739"/>
                </a:lnTo>
                <a:lnTo>
                  <a:pt x="1486" y="1739"/>
                </a:lnTo>
                <a:lnTo>
                  <a:pt x="1485" y="1739"/>
                </a:lnTo>
                <a:lnTo>
                  <a:pt x="1484" y="1739"/>
                </a:lnTo>
                <a:lnTo>
                  <a:pt x="1484" y="1740"/>
                </a:lnTo>
                <a:lnTo>
                  <a:pt x="1483" y="1740"/>
                </a:lnTo>
                <a:lnTo>
                  <a:pt x="1482" y="1740"/>
                </a:lnTo>
                <a:lnTo>
                  <a:pt x="1481" y="1740"/>
                </a:lnTo>
                <a:lnTo>
                  <a:pt x="1479" y="1740"/>
                </a:lnTo>
                <a:lnTo>
                  <a:pt x="1479" y="1739"/>
                </a:lnTo>
                <a:lnTo>
                  <a:pt x="1478" y="1739"/>
                </a:lnTo>
                <a:lnTo>
                  <a:pt x="1478" y="1740"/>
                </a:lnTo>
                <a:lnTo>
                  <a:pt x="1478" y="1741"/>
                </a:lnTo>
                <a:lnTo>
                  <a:pt x="1477" y="1741"/>
                </a:lnTo>
                <a:lnTo>
                  <a:pt x="1476" y="1741"/>
                </a:lnTo>
                <a:lnTo>
                  <a:pt x="1475" y="1742"/>
                </a:lnTo>
                <a:lnTo>
                  <a:pt x="1474" y="1742"/>
                </a:lnTo>
                <a:lnTo>
                  <a:pt x="1474" y="1743"/>
                </a:lnTo>
                <a:lnTo>
                  <a:pt x="1475" y="1743"/>
                </a:lnTo>
                <a:lnTo>
                  <a:pt x="1474" y="1744"/>
                </a:lnTo>
                <a:lnTo>
                  <a:pt x="1473" y="1746"/>
                </a:lnTo>
                <a:lnTo>
                  <a:pt x="1473" y="1747"/>
                </a:lnTo>
                <a:lnTo>
                  <a:pt x="1472" y="1749"/>
                </a:lnTo>
                <a:lnTo>
                  <a:pt x="1471" y="1749"/>
                </a:lnTo>
                <a:lnTo>
                  <a:pt x="1470" y="1749"/>
                </a:lnTo>
                <a:lnTo>
                  <a:pt x="1469" y="1749"/>
                </a:lnTo>
                <a:lnTo>
                  <a:pt x="1468" y="1750"/>
                </a:lnTo>
                <a:lnTo>
                  <a:pt x="1468" y="1751"/>
                </a:lnTo>
                <a:lnTo>
                  <a:pt x="1468" y="1752"/>
                </a:lnTo>
                <a:lnTo>
                  <a:pt x="1467" y="1752"/>
                </a:lnTo>
                <a:lnTo>
                  <a:pt x="1468" y="1752"/>
                </a:lnTo>
                <a:lnTo>
                  <a:pt x="1468" y="1753"/>
                </a:lnTo>
                <a:lnTo>
                  <a:pt x="1468" y="1754"/>
                </a:lnTo>
                <a:lnTo>
                  <a:pt x="1468" y="1755"/>
                </a:lnTo>
                <a:lnTo>
                  <a:pt x="1467" y="1755"/>
                </a:lnTo>
                <a:lnTo>
                  <a:pt x="1467" y="1756"/>
                </a:lnTo>
                <a:lnTo>
                  <a:pt x="1466" y="1757"/>
                </a:lnTo>
                <a:lnTo>
                  <a:pt x="1466" y="1758"/>
                </a:lnTo>
                <a:lnTo>
                  <a:pt x="1464" y="1760"/>
                </a:lnTo>
                <a:lnTo>
                  <a:pt x="1462" y="1761"/>
                </a:lnTo>
                <a:lnTo>
                  <a:pt x="1461" y="1761"/>
                </a:lnTo>
                <a:lnTo>
                  <a:pt x="1460" y="1761"/>
                </a:lnTo>
                <a:lnTo>
                  <a:pt x="1459" y="1761"/>
                </a:lnTo>
                <a:lnTo>
                  <a:pt x="1457" y="1760"/>
                </a:lnTo>
                <a:lnTo>
                  <a:pt x="1456" y="1760"/>
                </a:lnTo>
                <a:lnTo>
                  <a:pt x="1455" y="1760"/>
                </a:lnTo>
                <a:lnTo>
                  <a:pt x="1455" y="1761"/>
                </a:lnTo>
                <a:lnTo>
                  <a:pt x="1456" y="1762"/>
                </a:lnTo>
                <a:lnTo>
                  <a:pt x="1455" y="1762"/>
                </a:lnTo>
                <a:lnTo>
                  <a:pt x="1455" y="1763"/>
                </a:lnTo>
                <a:lnTo>
                  <a:pt x="1454" y="1763"/>
                </a:lnTo>
                <a:lnTo>
                  <a:pt x="1453" y="1764"/>
                </a:lnTo>
                <a:lnTo>
                  <a:pt x="1452" y="1763"/>
                </a:lnTo>
                <a:lnTo>
                  <a:pt x="1452" y="1762"/>
                </a:lnTo>
                <a:lnTo>
                  <a:pt x="1451" y="1762"/>
                </a:lnTo>
                <a:lnTo>
                  <a:pt x="1451" y="1761"/>
                </a:lnTo>
                <a:lnTo>
                  <a:pt x="1450" y="1761"/>
                </a:lnTo>
                <a:lnTo>
                  <a:pt x="1449" y="1761"/>
                </a:lnTo>
                <a:lnTo>
                  <a:pt x="1448" y="1761"/>
                </a:lnTo>
                <a:lnTo>
                  <a:pt x="1448" y="1760"/>
                </a:lnTo>
                <a:lnTo>
                  <a:pt x="1447" y="1760"/>
                </a:lnTo>
                <a:lnTo>
                  <a:pt x="1446" y="1761"/>
                </a:lnTo>
                <a:lnTo>
                  <a:pt x="1445" y="1762"/>
                </a:lnTo>
                <a:lnTo>
                  <a:pt x="1445" y="1763"/>
                </a:lnTo>
                <a:lnTo>
                  <a:pt x="1445" y="1764"/>
                </a:lnTo>
                <a:lnTo>
                  <a:pt x="1444" y="1764"/>
                </a:lnTo>
                <a:lnTo>
                  <a:pt x="1444" y="1766"/>
                </a:lnTo>
                <a:lnTo>
                  <a:pt x="1442" y="1769"/>
                </a:lnTo>
                <a:lnTo>
                  <a:pt x="1442" y="1770"/>
                </a:lnTo>
                <a:lnTo>
                  <a:pt x="1443" y="1772"/>
                </a:lnTo>
                <a:lnTo>
                  <a:pt x="1444" y="1773"/>
                </a:lnTo>
                <a:lnTo>
                  <a:pt x="1445" y="1774"/>
                </a:lnTo>
                <a:lnTo>
                  <a:pt x="1445" y="1775"/>
                </a:lnTo>
                <a:lnTo>
                  <a:pt x="1444" y="1776"/>
                </a:lnTo>
                <a:lnTo>
                  <a:pt x="1444" y="1777"/>
                </a:lnTo>
                <a:lnTo>
                  <a:pt x="1445" y="1777"/>
                </a:lnTo>
                <a:lnTo>
                  <a:pt x="1446" y="1777"/>
                </a:lnTo>
                <a:lnTo>
                  <a:pt x="1446" y="1780"/>
                </a:lnTo>
                <a:lnTo>
                  <a:pt x="1446" y="1781"/>
                </a:lnTo>
                <a:lnTo>
                  <a:pt x="1447" y="1782"/>
                </a:lnTo>
                <a:lnTo>
                  <a:pt x="1448" y="1782"/>
                </a:lnTo>
                <a:lnTo>
                  <a:pt x="1449" y="1783"/>
                </a:lnTo>
                <a:lnTo>
                  <a:pt x="1448" y="1785"/>
                </a:lnTo>
                <a:lnTo>
                  <a:pt x="1448" y="1786"/>
                </a:lnTo>
                <a:lnTo>
                  <a:pt x="1447" y="1786"/>
                </a:lnTo>
                <a:lnTo>
                  <a:pt x="1447" y="1787"/>
                </a:lnTo>
                <a:lnTo>
                  <a:pt x="1448" y="1787"/>
                </a:lnTo>
                <a:lnTo>
                  <a:pt x="1448" y="1788"/>
                </a:lnTo>
                <a:lnTo>
                  <a:pt x="1448" y="1789"/>
                </a:lnTo>
                <a:lnTo>
                  <a:pt x="1448" y="1790"/>
                </a:lnTo>
                <a:lnTo>
                  <a:pt x="1448" y="1791"/>
                </a:lnTo>
                <a:lnTo>
                  <a:pt x="1448" y="1792"/>
                </a:lnTo>
                <a:lnTo>
                  <a:pt x="1448" y="1793"/>
                </a:lnTo>
                <a:lnTo>
                  <a:pt x="1450" y="1795"/>
                </a:lnTo>
                <a:lnTo>
                  <a:pt x="1451" y="1796"/>
                </a:lnTo>
                <a:lnTo>
                  <a:pt x="1452" y="1796"/>
                </a:lnTo>
                <a:lnTo>
                  <a:pt x="1453" y="1798"/>
                </a:lnTo>
                <a:lnTo>
                  <a:pt x="1453" y="1799"/>
                </a:lnTo>
                <a:lnTo>
                  <a:pt x="1453" y="1800"/>
                </a:lnTo>
                <a:lnTo>
                  <a:pt x="1453" y="1801"/>
                </a:lnTo>
                <a:lnTo>
                  <a:pt x="1454" y="1802"/>
                </a:lnTo>
                <a:lnTo>
                  <a:pt x="1454" y="1803"/>
                </a:lnTo>
                <a:lnTo>
                  <a:pt x="1454" y="1804"/>
                </a:lnTo>
                <a:lnTo>
                  <a:pt x="1454" y="1805"/>
                </a:lnTo>
                <a:lnTo>
                  <a:pt x="1454" y="1806"/>
                </a:lnTo>
                <a:lnTo>
                  <a:pt x="1454" y="1807"/>
                </a:lnTo>
                <a:lnTo>
                  <a:pt x="1454" y="1808"/>
                </a:lnTo>
                <a:lnTo>
                  <a:pt x="1453" y="1808"/>
                </a:lnTo>
                <a:lnTo>
                  <a:pt x="1453" y="1809"/>
                </a:lnTo>
                <a:lnTo>
                  <a:pt x="1452" y="1809"/>
                </a:lnTo>
                <a:lnTo>
                  <a:pt x="1452" y="1810"/>
                </a:lnTo>
                <a:lnTo>
                  <a:pt x="1452" y="1811"/>
                </a:lnTo>
                <a:lnTo>
                  <a:pt x="1451" y="1811"/>
                </a:lnTo>
                <a:lnTo>
                  <a:pt x="1451" y="1812"/>
                </a:lnTo>
                <a:lnTo>
                  <a:pt x="1450" y="1812"/>
                </a:lnTo>
                <a:lnTo>
                  <a:pt x="1450" y="1811"/>
                </a:lnTo>
                <a:lnTo>
                  <a:pt x="1450" y="1812"/>
                </a:lnTo>
                <a:lnTo>
                  <a:pt x="1449" y="1813"/>
                </a:lnTo>
                <a:lnTo>
                  <a:pt x="1448" y="1814"/>
                </a:lnTo>
                <a:lnTo>
                  <a:pt x="1447" y="1815"/>
                </a:lnTo>
                <a:lnTo>
                  <a:pt x="1447" y="1814"/>
                </a:lnTo>
                <a:lnTo>
                  <a:pt x="1447" y="1813"/>
                </a:lnTo>
                <a:lnTo>
                  <a:pt x="1446" y="1813"/>
                </a:lnTo>
                <a:lnTo>
                  <a:pt x="1444" y="1814"/>
                </a:lnTo>
                <a:lnTo>
                  <a:pt x="1443" y="1814"/>
                </a:lnTo>
                <a:lnTo>
                  <a:pt x="1443" y="1815"/>
                </a:lnTo>
                <a:lnTo>
                  <a:pt x="1442" y="1817"/>
                </a:lnTo>
                <a:lnTo>
                  <a:pt x="1441" y="1818"/>
                </a:lnTo>
                <a:lnTo>
                  <a:pt x="1440" y="1818"/>
                </a:lnTo>
                <a:lnTo>
                  <a:pt x="1439" y="1818"/>
                </a:lnTo>
                <a:lnTo>
                  <a:pt x="1438" y="1818"/>
                </a:lnTo>
                <a:lnTo>
                  <a:pt x="1437" y="1819"/>
                </a:lnTo>
                <a:lnTo>
                  <a:pt x="1437" y="1820"/>
                </a:lnTo>
                <a:lnTo>
                  <a:pt x="1437" y="1821"/>
                </a:lnTo>
                <a:lnTo>
                  <a:pt x="1436" y="1821"/>
                </a:lnTo>
                <a:lnTo>
                  <a:pt x="1433" y="1822"/>
                </a:lnTo>
                <a:lnTo>
                  <a:pt x="1432" y="1822"/>
                </a:lnTo>
                <a:lnTo>
                  <a:pt x="1432" y="1823"/>
                </a:lnTo>
                <a:lnTo>
                  <a:pt x="1430" y="1823"/>
                </a:lnTo>
                <a:lnTo>
                  <a:pt x="1430" y="1824"/>
                </a:lnTo>
                <a:lnTo>
                  <a:pt x="1429" y="1826"/>
                </a:lnTo>
                <a:lnTo>
                  <a:pt x="1428" y="1827"/>
                </a:lnTo>
                <a:lnTo>
                  <a:pt x="1427" y="1828"/>
                </a:lnTo>
                <a:lnTo>
                  <a:pt x="1426" y="1828"/>
                </a:lnTo>
                <a:lnTo>
                  <a:pt x="1425" y="1827"/>
                </a:lnTo>
                <a:lnTo>
                  <a:pt x="1424" y="1827"/>
                </a:lnTo>
                <a:lnTo>
                  <a:pt x="1423" y="1827"/>
                </a:lnTo>
                <a:lnTo>
                  <a:pt x="1422" y="1827"/>
                </a:lnTo>
                <a:lnTo>
                  <a:pt x="1421" y="1827"/>
                </a:lnTo>
                <a:lnTo>
                  <a:pt x="1420" y="1827"/>
                </a:lnTo>
                <a:lnTo>
                  <a:pt x="1419" y="1827"/>
                </a:lnTo>
                <a:lnTo>
                  <a:pt x="1418" y="1826"/>
                </a:lnTo>
                <a:lnTo>
                  <a:pt x="1416" y="1824"/>
                </a:lnTo>
                <a:lnTo>
                  <a:pt x="1414" y="1824"/>
                </a:lnTo>
                <a:lnTo>
                  <a:pt x="1413" y="1825"/>
                </a:lnTo>
                <a:lnTo>
                  <a:pt x="1413" y="1826"/>
                </a:lnTo>
                <a:lnTo>
                  <a:pt x="1412" y="1827"/>
                </a:lnTo>
                <a:lnTo>
                  <a:pt x="1412" y="1828"/>
                </a:lnTo>
                <a:lnTo>
                  <a:pt x="1409" y="1829"/>
                </a:lnTo>
                <a:lnTo>
                  <a:pt x="1407" y="1829"/>
                </a:lnTo>
                <a:lnTo>
                  <a:pt x="1406" y="1829"/>
                </a:lnTo>
                <a:lnTo>
                  <a:pt x="1405" y="1827"/>
                </a:lnTo>
                <a:lnTo>
                  <a:pt x="1405" y="1826"/>
                </a:lnTo>
                <a:lnTo>
                  <a:pt x="1404" y="1826"/>
                </a:lnTo>
                <a:lnTo>
                  <a:pt x="1404" y="1827"/>
                </a:lnTo>
                <a:lnTo>
                  <a:pt x="1403" y="1827"/>
                </a:lnTo>
                <a:lnTo>
                  <a:pt x="1402" y="1827"/>
                </a:lnTo>
                <a:lnTo>
                  <a:pt x="1402" y="1826"/>
                </a:lnTo>
                <a:lnTo>
                  <a:pt x="1402" y="1825"/>
                </a:lnTo>
                <a:lnTo>
                  <a:pt x="1402" y="1824"/>
                </a:lnTo>
                <a:lnTo>
                  <a:pt x="1401" y="1824"/>
                </a:lnTo>
                <a:lnTo>
                  <a:pt x="1401" y="1823"/>
                </a:lnTo>
                <a:lnTo>
                  <a:pt x="1400" y="1823"/>
                </a:lnTo>
                <a:lnTo>
                  <a:pt x="1398" y="1822"/>
                </a:lnTo>
                <a:lnTo>
                  <a:pt x="1398" y="1821"/>
                </a:lnTo>
                <a:lnTo>
                  <a:pt x="1398" y="1820"/>
                </a:lnTo>
                <a:lnTo>
                  <a:pt x="1397" y="1818"/>
                </a:lnTo>
                <a:lnTo>
                  <a:pt x="1396" y="1816"/>
                </a:lnTo>
                <a:lnTo>
                  <a:pt x="1394" y="1813"/>
                </a:lnTo>
                <a:lnTo>
                  <a:pt x="1394" y="1812"/>
                </a:lnTo>
                <a:lnTo>
                  <a:pt x="1393" y="1812"/>
                </a:lnTo>
                <a:lnTo>
                  <a:pt x="1393" y="1811"/>
                </a:lnTo>
                <a:lnTo>
                  <a:pt x="1391" y="1808"/>
                </a:lnTo>
                <a:lnTo>
                  <a:pt x="1390" y="1806"/>
                </a:lnTo>
                <a:lnTo>
                  <a:pt x="1389" y="1805"/>
                </a:lnTo>
                <a:lnTo>
                  <a:pt x="1388" y="1804"/>
                </a:lnTo>
                <a:lnTo>
                  <a:pt x="1387" y="1803"/>
                </a:lnTo>
                <a:lnTo>
                  <a:pt x="1386" y="1802"/>
                </a:lnTo>
                <a:lnTo>
                  <a:pt x="1387" y="1802"/>
                </a:lnTo>
                <a:lnTo>
                  <a:pt x="1387" y="1801"/>
                </a:lnTo>
                <a:lnTo>
                  <a:pt x="1386" y="1801"/>
                </a:lnTo>
                <a:lnTo>
                  <a:pt x="1386" y="1800"/>
                </a:lnTo>
                <a:lnTo>
                  <a:pt x="1385" y="1800"/>
                </a:lnTo>
                <a:lnTo>
                  <a:pt x="1385" y="1799"/>
                </a:lnTo>
                <a:lnTo>
                  <a:pt x="1385" y="1798"/>
                </a:lnTo>
                <a:lnTo>
                  <a:pt x="1383" y="1797"/>
                </a:lnTo>
                <a:lnTo>
                  <a:pt x="1383" y="1796"/>
                </a:lnTo>
                <a:lnTo>
                  <a:pt x="1383" y="1795"/>
                </a:lnTo>
                <a:lnTo>
                  <a:pt x="1382" y="1795"/>
                </a:lnTo>
                <a:lnTo>
                  <a:pt x="1381" y="1795"/>
                </a:lnTo>
                <a:lnTo>
                  <a:pt x="1381" y="1796"/>
                </a:lnTo>
                <a:lnTo>
                  <a:pt x="1380" y="1796"/>
                </a:lnTo>
                <a:lnTo>
                  <a:pt x="1378" y="1796"/>
                </a:lnTo>
                <a:lnTo>
                  <a:pt x="1378" y="1795"/>
                </a:lnTo>
                <a:lnTo>
                  <a:pt x="1378" y="1794"/>
                </a:lnTo>
                <a:lnTo>
                  <a:pt x="1377" y="1795"/>
                </a:lnTo>
                <a:lnTo>
                  <a:pt x="1376" y="1795"/>
                </a:lnTo>
                <a:lnTo>
                  <a:pt x="1376" y="1793"/>
                </a:lnTo>
                <a:lnTo>
                  <a:pt x="1376" y="1792"/>
                </a:lnTo>
                <a:lnTo>
                  <a:pt x="1378" y="1791"/>
                </a:lnTo>
                <a:lnTo>
                  <a:pt x="1378" y="1790"/>
                </a:lnTo>
                <a:lnTo>
                  <a:pt x="1380" y="1790"/>
                </a:lnTo>
                <a:lnTo>
                  <a:pt x="1379" y="1790"/>
                </a:lnTo>
                <a:lnTo>
                  <a:pt x="1379" y="1789"/>
                </a:lnTo>
                <a:lnTo>
                  <a:pt x="1378" y="1787"/>
                </a:lnTo>
                <a:lnTo>
                  <a:pt x="1377" y="1786"/>
                </a:lnTo>
                <a:lnTo>
                  <a:pt x="1377" y="1785"/>
                </a:lnTo>
                <a:lnTo>
                  <a:pt x="1375" y="1784"/>
                </a:lnTo>
                <a:lnTo>
                  <a:pt x="1375" y="1783"/>
                </a:lnTo>
                <a:lnTo>
                  <a:pt x="1375" y="1782"/>
                </a:lnTo>
                <a:lnTo>
                  <a:pt x="1374" y="1781"/>
                </a:lnTo>
                <a:lnTo>
                  <a:pt x="1373" y="1780"/>
                </a:lnTo>
                <a:lnTo>
                  <a:pt x="1372" y="1780"/>
                </a:lnTo>
                <a:lnTo>
                  <a:pt x="1371" y="1780"/>
                </a:lnTo>
                <a:lnTo>
                  <a:pt x="1371" y="1779"/>
                </a:lnTo>
                <a:lnTo>
                  <a:pt x="1370" y="1778"/>
                </a:lnTo>
                <a:lnTo>
                  <a:pt x="1371" y="1777"/>
                </a:lnTo>
                <a:lnTo>
                  <a:pt x="1371" y="1776"/>
                </a:lnTo>
                <a:lnTo>
                  <a:pt x="1372" y="1775"/>
                </a:lnTo>
                <a:lnTo>
                  <a:pt x="1372" y="1774"/>
                </a:lnTo>
                <a:lnTo>
                  <a:pt x="1373" y="1773"/>
                </a:lnTo>
                <a:lnTo>
                  <a:pt x="1373" y="1772"/>
                </a:lnTo>
                <a:lnTo>
                  <a:pt x="1374" y="1772"/>
                </a:lnTo>
                <a:lnTo>
                  <a:pt x="1374" y="1771"/>
                </a:lnTo>
                <a:lnTo>
                  <a:pt x="1374" y="1770"/>
                </a:lnTo>
                <a:lnTo>
                  <a:pt x="1375" y="1770"/>
                </a:lnTo>
                <a:lnTo>
                  <a:pt x="1374" y="1769"/>
                </a:lnTo>
                <a:lnTo>
                  <a:pt x="1373" y="1768"/>
                </a:lnTo>
                <a:lnTo>
                  <a:pt x="1372" y="1768"/>
                </a:lnTo>
                <a:lnTo>
                  <a:pt x="1370" y="1767"/>
                </a:lnTo>
                <a:lnTo>
                  <a:pt x="1370" y="1766"/>
                </a:lnTo>
                <a:lnTo>
                  <a:pt x="1368" y="1764"/>
                </a:lnTo>
                <a:lnTo>
                  <a:pt x="1367" y="1764"/>
                </a:lnTo>
                <a:lnTo>
                  <a:pt x="1366" y="1764"/>
                </a:lnTo>
                <a:lnTo>
                  <a:pt x="1365" y="1764"/>
                </a:lnTo>
                <a:lnTo>
                  <a:pt x="1365" y="1763"/>
                </a:lnTo>
                <a:lnTo>
                  <a:pt x="1364" y="1763"/>
                </a:lnTo>
                <a:lnTo>
                  <a:pt x="1363" y="1763"/>
                </a:lnTo>
                <a:lnTo>
                  <a:pt x="1363" y="1764"/>
                </a:lnTo>
                <a:lnTo>
                  <a:pt x="1363" y="1765"/>
                </a:lnTo>
                <a:lnTo>
                  <a:pt x="1362" y="1766"/>
                </a:lnTo>
                <a:lnTo>
                  <a:pt x="1361" y="1766"/>
                </a:lnTo>
                <a:lnTo>
                  <a:pt x="1360" y="1766"/>
                </a:lnTo>
                <a:lnTo>
                  <a:pt x="1360" y="1765"/>
                </a:lnTo>
                <a:lnTo>
                  <a:pt x="1359" y="1766"/>
                </a:lnTo>
                <a:lnTo>
                  <a:pt x="1359" y="1767"/>
                </a:lnTo>
                <a:lnTo>
                  <a:pt x="1358" y="1767"/>
                </a:lnTo>
                <a:lnTo>
                  <a:pt x="1357" y="1766"/>
                </a:lnTo>
                <a:lnTo>
                  <a:pt x="1357" y="1767"/>
                </a:lnTo>
                <a:lnTo>
                  <a:pt x="1356" y="1767"/>
                </a:lnTo>
                <a:lnTo>
                  <a:pt x="1355" y="1767"/>
                </a:lnTo>
                <a:lnTo>
                  <a:pt x="1355" y="1766"/>
                </a:lnTo>
                <a:lnTo>
                  <a:pt x="1355" y="1765"/>
                </a:lnTo>
                <a:lnTo>
                  <a:pt x="1355" y="1764"/>
                </a:lnTo>
                <a:lnTo>
                  <a:pt x="1354" y="1763"/>
                </a:lnTo>
                <a:lnTo>
                  <a:pt x="1353" y="1762"/>
                </a:lnTo>
                <a:lnTo>
                  <a:pt x="1353" y="1761"/>
                </a:lnTo>
                <a:lnTo>
                  <a:pt x="1354" y="1759"/>
                </a:lnTo>
                <a:lnTo>
                  <a:pt x="1354" y="1757"/>
                </a:lnTo>
                <a:lnTo>
                  <a:pt x="1353" y="1756"/>
                </a:lnTo>
                <a:lnTo>
                  <a:pt x="1352" y="1756"/>
                </a:lnTo>
                <a:lnTo>
                  <a:pt x="1351" y="1756"/>
                </a:lnTo>
                <a:lnTo>
                  <a:pt x="1350" y="1756"/>
                </a:lnTo>
                <a:lnTo>
                  <a:pt x="1350" y="1755"/>
                </a:lnTo>
                <a:lnTo>
                  <a:pt x="1349" y="1755"/>
                </a:lnTo>
                <a:lnTo>
                  <a:pt x="1348" y="1755"/>
                </a:lnTo>
                <a:lnTo>
                  <a:pt x="1347" y="1753"/>
                </a:lnTo>
                <a:lnTo>
                  <a:pt x="1346" y="1753"/>
                </a:lnTo>
                <a:lnTo>
                  <a:pt x="1346" y="1752"/>
                </a:lnTo>
                <a:lnTo>
                  <a:pt x="1345" y="1751"/>
                </a:lnTo>
                <a:lnTo>
                  <a:pt x="1345" y="1750"/>
                </a:lnTo>
                <a:lnTo>
                  <a:pt x="1344" y="1750"/>
                </a:lnTo>
                <a:lnTo>
                  <a:pt x="1343" y="1749"/>
                </a:lnTo>
                <a:lnTo>
                  <a:pt x="1343" y="1748"/>
                </a:lnTo>
                <a:lnTo>
                  <a:pt x="1343" y="1747"/>
                </a:lnTo>
                <a:lnTo>
                  <a:pt x="1342" y="1745"/>
                </a:lnTo>
                <a:lnTo>
                  <a:pt x="1341" y="1745"/>
                </a:lnTo>
                <a:lnTo>
                  <a:pt x="1340" y="1743"/>
                </a:lnTo>
                <a:lnTo>
                  <a:pt x="1340" y="1742"/>
                </a:lnTo>
                <a:lnTo>
                  <a:pt x="1340" y="1741"/>
                </a:lnTo>
                <a:lnTo>
                  <a:pt x="1340" y="1739"/>
                </a:lnTo>
                <a:lnTo>
                  <a:pt x="1339" y="1739"/>
                </a:lnTo>
                <a:lnTo>
                  <a:pt x="1339" y="1738"/>
                </a:lnTo>
                <a:lnTo>
                  <a:pt x="1338" y="1738"/>
                </a:lnTo>
                <a:lnTo>
                  <a:pt x="1337" y="1737"/>
                </a:lnTo>
                <a:lnTo>
                  <a:pt x="1336" y="1737"/>
                </a:lnTo>
                <a:lnTo>
                  <a:pt x="1336" y="1736"/>
                </a:lnTo>
                <a:lnTo>
                  <a:pt x="1336" y="1735"/>
                </a:lnTo>
                <a:lnTo>
                  <a:pt x="1335" y="1734"/>
                </a:lnTo>
                <a:lnTo>
                  <a:pt x="1334" y="1733"/>
                </a:lnTo>
                <a:lnTo>
                  <a:pt x="1333" y="1732"/>
                </a:lnTo>
                <a:lnTo>
                  <a:pt x="1332" y="1731"/>
                </a:lnTo>
                <a:lnTo>
                  <a:pt x="1331" y="1730"/>
                </a:lnTo>
                <a:lnTo>
                  <a:pt x="1331" y="1729"/>
                </a:lnTo>
                <a:lnTo>
                  <a:pt x="1329" y="1727"/>
                </a:lnTo>
                <a:lnTo>
                  <a:pt x="1328" y="1726"/>
                </a:lnTo>
                <a:lnTo>
                  <a:pt x="1327" y="1726"/>
                </a:lnTo>
                <a:lnTo>
                  <a:pt x="1326" y="1725"/>
                </a:lnTo>
                <a:lnTo>
                  <a:pt x="1325" y="1725"/>
                </a:lnTo>
                <a:lnTo>
                  <a:pt x="1324" y="1724"/>
                </a:lnTo>
                <a:lnTo>
                  <a:pt x="1324" y="1723"/>
                </a:lnTo>
                <a:lnTo>
                  <a:pt x="1323" y="1723"/>
                </a:lnTo>
                <a:lnTo>
                  <a:pt x="1322" y="1722"/>
                </a:lnTo>
                <a:lnTo>
                  <a:pt x="1322" y="1721"/>
                </a:lnTo>
                <a:lnTo>
                  <a:pt x="1321" y="1721"/>
                </a:lnTo>
                <a:lnTo>
                  <a:pt x="1321" y="1720"/>
                </a:lnTo>
                <a:lnTo>
                  <a:pt x="1320" y="1720"/>
                </a:lnTo>
                <a:lnTo>
                  <a:pt x="1319" y="1719"/>
                </a:lnTo>
                <a:lnTo>
                  <a:pt x="1318" y="1717"/>
                </a:lnTo>
                <a:lnTo>
                  <a:pt x="1317" y="1716"/>
                </a:lnTo>
                <a:lnTo>
                  <a:pt x="1317" y="1715"/>
                </a:lnTo>
                <a:lnTo>
                  <a:pt x="1316" y="1714"/>
                </a:lnTo>
                <a:lnTo>
                  <a:pt x="1316" y="1713"/>
                </a:lnTo>
                <a:lnTo>
                  <a:pt x="1316" y="1712"/>
                </a:lnTo>
                <a:lnTo>
                  <a:pt x="1316" y="1711"/>
                </a:lnTo>
                <a:lnTo>
                  <a:pt x="1314" y="1711"/>
                </a:lnTo>
                <a:lnTo>
                  <a:pt x="1314" y="1710"/>
                </a:lnTo>
                <a:lnTo>
                  <a:pt x="1315" y="1709"/>
                </a:lnTo>
                <a:lnTo>
                  <a:pt x="1314" y="1708"/>
                </a:lnTo>
                <a:lnTo>
                  <a:pt x="1314" y="1707"/>
                </a:lnTo>
                <a:lnTo>
                  <a:pt x="1314" y="1706"/>
                </a:lnTo>
                <a:lnTo>
                  <a:pt x="1315" y="1706"/>
                </a:lnTo>
                <a:lnTo>
                  <a:pt x="1315" y="1705"/>
                </a:lnTo>
                <a:lnTo>
                  <a:pt x="1315" y="1703"/>
                </a:lnTo>
                <a:lnTo>
                  <a:pt x="1315" y="1702"/>
                </a:lnTo>
                <a:lnTo>
                  <a:pt x="1314" y="1701"/>
                </a:lnTo>
                <a:lnTo>
                  <a:pt x="1313" y="1701"/>
                </a:lnTo>
                <a:lnTo>
                  <a:pt x="1312" y="1701"/>
                </a:lnTo>
                <a:lnTo>
                  <a:pt x="1312" y="1700"/>
                </a:lnTo>
                <a:lnTo>
                  <a:pt x="1312" y="1699"/>
                </a:lnTo>
                <a:lnTo>
                  <a:pt x="1312" y="1698"/>
                </a:lnTo>
                <a:lnTo>
                  <a:pt x="1312" y="1695"/>
                </a:lnTo>
                <a:lnTo>
                  <a:pt x="1312" y="1694"/>
                </a:lnTo>
                <a:lnTo>
                  <a:pt x="1312" y="1692"/>
                </a:lnTo>
                <a:lnTo>
                  <a:pt x="1312" y="1691"/>
                </a:lnTo>
                <a:lnTo>
                  <a:pt x="1312" y="1690"/>
                </a:lnTo>
                <a:lnTo>
                  <a:pt x="1312" y="1689"/>
                </a:lnTo>
                <a:lnTo>
                  <a:pt x="1312" y="1688"/>
                </a:lnTo>
                <a:lnTo>
                  <a:pt x="1312" y="1687"/>
                </a:lnTo>
                <a:lnTo>
                  <a:pt x="1311" y="1687"/>
                </a:lnTo>
                <a:lnTo>
                  <a:pt x="1310" y="1687"/>
                </a:lnTo>
                <a:lnTo>
                  <a:pt x="1309" y="1686"/>
                </a:lnTo>
                <a:lnTo>
                  <a:pt x="1308" y="1686"/>
                </a:lnTo>
                <a:lnTo>
                  <a:pt x="1308" y="1685"/>
                </a:lnTo>
                <a:lnTo>
                  <a:pt x="1308" y="1684"/>
                </a:lnTo>
                <a:lnTo>
                  <a:pt x="1307" y="1684"/>
                </a:lnTo>
                <a:lnTo>
                  <a:pt x="1308" y="1683"/>
                </a:lnTo>
                <a:lnTo>
                  <a:pt x="1309" y="1683"/>
                </a:lnTo>
                <a:lnTo>
                  <a:pt x="1310" y="1683"/>
                </a:lnTo>
                <a:lnTo>
                  <a:pt x="1310" y="1682"/>
                </a:lnTo>
                <a:lnTo>
                  <a:pt x="1310" y="1681"/>
                </a:lnTo>
                <a:lnTo>
                  <a:pt x="1310" y="1680"/>
                </a:lnTo>
                <a:lnTo>
                  <a:pt x="1310" y="1679"/>
                </a:lnTo>
                <a:lnTo>
                  <a:pt x="1310" y="1678"/>
                </a:lnTo>
                <a:lnTo>
                  <a:pt x="1310" y="1677"/>
                </a:lnTo>
                <a:lnTo>
                  <a:pt x="1310" y="1676"/>
                </a:lnTo>
                <a:lnTo>
                  <a:pt x="1309" y="1675"/>
                </a:lnTo>
                <a:lnTo>
                  <a:pt x="1309" y="1674"/>
                </a:lnTo>
                <a:lnTo>
                  <a:pt x="1308" y="1674"/>
                </a:lnTo>
                <a:lnTo>
                  <a:pt x="1308" y="1673"/>
                </a:lnTo>
                <a:lnTo>
                  <a:pt x="1307" y="1673"/>
                </a:lnTo>
                <a:lnTo>
                  <a:pt x="1306" y="1672"/>
                </a:lnTo>
                <a:lnTo>
                  <a:pt x="1305" y="1670"/>
                </a:lnTo>
                <a:lnTo>
                  <a:pt x="1304" y="1668"/>
                </a:lnTo>
                <a:lnTo>
                  <a:pt x="1304" y="1667"/>
                </a:lnTo>
                <a:lnTo>
                  <a:pt x="1304" y="1666"/>
                </a:lnTo>
                <a:lnTo>
                  <a:pt x="1305" y="1666"/>
                </a:lnTo>
                <a:lnTo>
                  <a:pt x="1305" y="1665"/>
                </a:lnTo>
                <a:lnTo>
                  <a:pt x="1304" y="1665"/>
                </a:lnTo>
                <a:lnTo>
                  <a:pt x="1304" y="1664"/>
                </a:lnTo>
                <a:lnTo>
                  <a:pt x="1303" y="1664"/>
                </a:lnTo>
                <a:lnTo>
                  <a:pt x="1302" y="1664"/>
                </a:lnTo>
                <a:lnTo>
                  <a:pt x="1302" y="1663"/>
                </a:lnTo>
                <a:lnTo>
                  <a:pt x="1301" y="1663"/>
                </a:lnTo>
                <a:lnTo>
                  <a:pt x="1300" y="1662"/>
                </a:lnTo>
                <a:lnTo>
                  <a:pt x="1300" y="1661"/>
                </a:lnTo>
                <a:lnTo>
                  <a:pt x="1300" y="1660"/>
                </a:lnTo>
                <a:lnTo>
                  <a:pt x="1299" y="1660"/>
                </a:lnTo>
                <a:lnTo>
                  <a:pt x="1299" y="1659"/>
                </a:lnTo>
                <a:lnTo>
                  <a:pt x="1298" y="1659"/>
                </a:lnTo>
                <a:lnTo>
                  <a:pt x="1298" y="1658"/>
                </a:lnTo>
                <a:lnTo>
                  <a:pt x="1297" y="1658"/>
                </a:lnTo>
                <a:lnTo>
                  <a:pt x="1296" y="1658"/>
                </a:lnTo>
                <a:lnTo>
                  <a:pt x="1296" y="1657"/>
                </a:lnTo>
                <a:lnTo>
                  <a:pt x="1295" y="1657"/>
                </a:lnTo>
                <a:lnTo>
                  <a:pt x="1294" y="1657"/>
                </a:lnTo>
                <a:lnTo>
                  <a:pt x="1293" y="1657"/>
                </a:lnTo>
                <a:lnTo>
                  <a:pt x="1292" y="1657"/>
                </a:lnTo>
                <a:lnTo>
                  <a:pt x="1292" y="1656"/>
                </a:lnTo>
                <a:lnTo>
                  <a:pt x="1291" y="1656"/>
                </a:lnTo>
                <a:lnTo>
                  <a:pt x="1291" y="1655"/>
                </a:lnTo>
                <a:lnTo>
                  <a:pt x="1290" y="1654"/>
                </a:lnTo>
                <a:lnTo>
                  <a:pt x="1289" y="1653"/>
                </a:lnTo>
                <a:lnTo>
                  <a:pt x="1288" y="1652"/>
                </a:lnTo>
                <a:lnTo>
                  <a:pt x="1287" y="1652"/>
                </a:lnTo>
                <a:lnTo>
                  <a:pt x="1286" y="1653"/>
                </a:lnTo>
                <a:lnTo>
                  <a:pt x="1285" y="1653"/>
                </a:lnTo>
                <a:lnTo>
                  <a:pt x="1284" y="1653"/>
                </a:lnTo>
                <a:lnTo>
                  <a:pt x="1284" y="1654"/>
                </a:lnTo>
                <a:lnTo>
                  <a:pt x="1283" y="1655"/>
                </a:lnTo>
                <a:lnTo>
                  <a:pt x="1283" y="1656"/>
                </a:lnTo>
                <a:lnTo>
                  <a:pt x="1283" y="1657"/>
                </a:lnTo>
                <a:lnTo>
                  <a:pt x="1282" y="1657"/>
                </a:lnTo>
                <a:lnTo>
                  <a:pt x="1282" y="1658"/>
                </a:lnTo>
                <a:lnTo>
                  <a:pt x="1281" y="1659"/>
                </a:lnTo>
                <a:lnTo>
                  <a:pt x="1280" y="1659"/>
                </a:lnTo>
                <a:lnTo>
                  <a:pt x="1279" y="1661"/>
                </a:lnTo>
                <a:lnTo>
                  <a:pt x="1279" y="1663"/>
                </a:lnTo>
                <a:lnTo>
                  <a:pt x="1279" y="1664"/>
                </a:lnTo>
                <a:lnTo>
                  <a:pt x="1277" y="1665"/>
                </a:lnTo>
                <a:lnTo>
                  <a:pt x="1276" y="1666"/>
                </a:lnTo>
                <a:lnTo>
                  <a:pt x="1275" y="1666"/>
                </a:lnTo>
                <a:lnTo>
                  <a:pt x="1275" y="1667"/>
                </a:lnTo>
                <a:lnTo>
                  <a:pt x="1274" y="1667"/>
                </a:lnTo>
                <a:lnTo>
                  <a:pt x="1274" y="1668"/>
                </a:lnTo>
                <a:lnTo>
                  <a:pt x="1274" y="1669"/>
                </a:lnTo>
                <a:lnTo>
                  <a:pt x="1273" y="1669"/>
                </a:lnTo>
                <a:lnTo>
                  <a:pt x="1271" y="1670"/>
                </a:lnTo>
                <a:lnTo>
                  <a:pt x="1270" y="1671"/>
                </a:lnTo>
                <a:lnTo>
                  <a:pt x="1270" y="1672"/>
                </a:lnTo>
                <a:lnTo>
                  <a:pt x="1270" y="1673"/>
                </a:lnTo>
                <a:lnTo>
                  <a:pt x="1269" y="1673"/>
                </a:lnTo>
                <a:lnTo>
                  <a:pt x="1269" y="1675"/>
                </a:lnTo>
                <a:lnTo>
                  <a:pt x="1269" y="1676"/>
                </a:lnTo>
                <a:lnTo>
                  <a:pt x="1269" y="1677"/>
                </a:lnTo>
                <a:lnTo>
                  <a:pt x="1269" y="1678"/>
                </a:lnTo>
                <a:lnTo>
                  <a:pt x="1269" y="1681"/>
                </a:lnTo>
                <a:lnTo>
                  <a:pt x="1269" y="1682"/>
                </a:lnTo>
                <a:lnTo>
                  <a:pt x="1269" y="1684"/>
                </a:lnTo>
                <a:lnTo>
                  <a:pt x="1269" y="1685"/>
                </a:lnTo>
                <a:lnTo>
                  <a:pt x="1269" y="1686"/>
                </a:lnTo>
                <a:lnTo>
                  <a:pt x="1269" y="1687"/>
                </a:lnTo>
                <a:lnTo>
                  <a:pt x="1269" y="1688"/>
                </a:lnTo>
                <a:lnTo>
                  <a:pt x="1268" y="1691"/>
                </a:lnTo>
                <a:lnTo>
                  <a:pt x="1268" y="1692"/>
                </a:lnTo>
                <a:lnTo>
                  <a:pt x="1267" y="1692"/>
                </a:lnTo>
                <a:lnTo>
                  <a:pt x="1267" y="1693"/>
                </a:lnTo>
                <a:lnTo>
                  <a:pt x="1266" y="1693"/>
                </a:lnTo>
                <a:lnTo>
                  <a:pt x="1266" y="1692"/>
                </a:lnTo>
                <a:lnTo>
                  <a:pt x="1265" y="1692"/>
                </a:lnTo>
                <a:lnTo>
                  <a:pt x="1265" y="1691"/>
                </a:lnTo>
                <a:lnTo>
                  <a:pt x="1263" y="1691"/>
                </a:lnTo>
                <a:lnTo>
                  <a:pt x="1262" y="1691"/>
                </a:lnTo>
                <a:lnTo>
                  <a:pt x="1262" y="1692"/>
                </a:lnTo>
                <a:lnTo>
                  <a:pt x="1261" y="1693"/>
                </a:lnTo>
                <a:lnTo>
                  <a:pt x="1260" y="1692"/>
                </a:lnTo>
                <a:lnTo>
                  <a:pt x="1259" y="1692"/>
                </a:lnTo>
                <a:lnTo>
                  <a:pt x="1258" y="1692"/>
                </a:lnTo>
                <a:lnTo>
                  <a:pt x="1257" y="1693"/>
                </a:lnTo>
                <a:lnTo>
                  <a:pt x="1256" y="1693"/>
                </a:lnTo>
                <a:lnTo>
                  <a:pt x="1253" y="1691"/>
                </a:lnTo>
                <a:lnTo>
                  <a:pt x="1253" y="1690"/>
                </a:lnTo>
                <a:lnTo>
                  <a:pt x="1252" y="1690"/>
                </a:lnTo>
                <a:lnTo>
                  <a:pt x="1252" y="1691"/>
                </a:lnTo>
                <a:lnTo>
                  <a:pt x="1252" y="1692"/>
                </a:lnTo>
                <a:lnTo>
                  <a:pt x="1252" y="1694"/>
                </a:lnTo>
                <a:lnTo>
                  <a:pt x="1251" y="1694"/>
                </a:lnTo>
                <a:lnTo>
                  <a:pt x="1250" y="1695"/>
                </a:lnTo>
                <a:lnTo>
                  <a:pt x="1250" y="1696"/>
                </a:lnTo>
                <a:lnTo>
                  <a:pt x="1251" y="1696"/>
                </a:lnTo>
                <a:lnTo>
                  <a:pt x="1251" y="1697"/>
                </a:lnTo>
                <a:lnTo>
                  <a:pt x="1253" y="1697"/>
                </a:lnTo>
                <a:lnTo>
                  <a:pt x="1252" y="1698"/>
                </a:lnTo>
                <a:lnTo>
                  <a:pt x="1252" y="1699"/>
                </a:lnTo>
                <a:lnTo>
                  <a:pt x="1252" y="1700"/>
                </a:lnTo>
                <a:lnTo>
                  <a:pt x="1253" y="1700"/>
                </a:lnTo>
                <a:lnTo>
                  <a:pt x="1254" y="1701"/>
                </a:lnTo>
                <a:lnTo>
                  <a:pt x="1254" y="1702"/>
                </a:lnTo>
                <a:lnTo>
                  <a:pt x="1254" y="1703"/>
                </a:lnTo>
                <a:lnTo>
                  <a:pt x="1254" y="1704"/>
                </a:lnTo>
                <a:lnTo>
                  <a:pt x="1254" y="1703"/>
                </a:lnTo>
                <a:lnTo>
                  <a:pt x="1255" y="1703"/>
                </a:lnTo>
                <a:lnTo>
                  <a:pt x="1256" y="1703"/>
                </a:lnTo>
                <a:lnTo>
                  <a:pt x="1257" y="1703"/>
                </a:lnTo>
                <a:lnTo>
                  <a:pt x="1257" y="1704"/>
                </a:lnTo>
                <a:lnTo>
                  <a:pt x="1258" y="1705"/>
                </a:lnTo>
                <a:lnTo>
                  <a:pt x="1258" y="1706"/>
                </a:lnTo>
                <a:lnTo>
                  <a:pt x="1259" y="1706"/>
                </a:lnTo>
                <a:lnTo>
                  <a:pt x="1259" y="1705"/>
                </a:lnTo>
                <a:lnTo>
                  <a:pt x="1260" y="1705"/>
                </a:lnTo>
                <a:lnTo>
                  <a:pt x="1260" y="1706"/>
                </a:lnTo>
                <a:lnTo>
                  <a:pt x="1260" y="1707"/>
                </a:lnTo>
                <a:lnTo>
                  <a:pt x="1259" y="1709"/>
                </a:lnTo>
                <a:lnTo>
                  <a:pt x="1258" y="1710"/>
                </a:lnTo>
                <a:lnTo>
                  <a:pt x="1258" y="1711"/>
                </a:lnTo>
                <a:lnTo>
                  <a:pt x="1257" y="1711"/>
                </a:lnTo>
                <a:lnTo>
                  <a:pt x="1257" y="1712"/>
                </a:lnTo>
                <a:lnTo>
                  <a:pt x="1256" y="1713"/>
                </a:lnTo>
                <a:lnTo>
                  <a:pt x="1257" y="1714"/>
                </a:lnTo>
                <a:lnTo>
                  <a:pt x="1257" y="1715"/>
                </a:lnTo>
                <a:lnTo>
                  <a:pt x="1258" y="1715"/>
                </a:lnTo>
                <a:lnTo>
                  <a:pt x="1259" y="1715"/>
                </a:lnTo>
                <a:lnTo>
                  <a:pt x="1260" y="1715"/>
                </a:lnTo>
                <a:lnTo>
                  <a:pt x="1261" y="1715"/>
                </a:lnTo>
                <a:lnTo>
                  <a:pt x="1261" y="1714"/>
                </a:lnTo>
                <a:lnTo>
                  <a:pt x="1261" y="1715"/>
                </a:lnTo>
                <a:lnTo>
                  <a:pt x="1261" y="1716"/>
                </a:lnTo>
                <a:lnTo>
                  <a:pt x="1262" y="1717"/>
                </a:lnTo>
                <a:lnTo>
                  <a:pt x="1263" y="1718"/>
                </a:lnTo>
                <a:lnTo>
                  <a:pt x="1264" y="1719"/>
                </a:lnTo>
                <a:lnTo>
                  <a:pt x="1264" y="1720"/>
                </a:lnTo>
                <a:lnTo>
                  <a:pt x="1264" y="1721"/>
                </a:lnTo>
                <a:lnTo>
                  <a:pt x="1263" y="1721"/>
                </a:lnTo>
                <a:lnTo>
                  <a:pt x="1262" y="1721"/>
                </a:lnTo>
                <a:lnTo>
                  <a:pt x="1263" y="1723"/>
                </a:lnTo>
                <a:lnTo>
                  <a:pt x="1263" y="1725"/>
                </a:lnTo>
                <a:lnTo>
                  <a:pt x="1264" y="1727"/>
                </a:lnTo>
                <a:lnTo>
                  <a:pt x="1264" y="1728"/>
                </a:lnTo>
                <a:lnTo>
                  <a:pt x="1263" y="1728"/>
                </a:lnTo>
                <a:lnTo>
                  <a:pt x="1262" y="1728"/>
                </a:lnTo>
                <a:lnTo>
                  <a:pt x="1261" y="1728"/>
                </a:lnTo>
                <a:lnTo>
                  <a:pt x="1261" y="1729"/>
                </a:lnTo>
                <a:lnTo>
                  <a:pt x="1260" y="1730"/>
                </a:lnTo>
                <a:lnTo>
                  <a:pt x="1260" y="1731"/>
                </a:lnTo>
                <a:lnTo>
                  <a:pt x="1260" y="1732"/>
                </a:lnTo>
                <a:lnTo>
                  <a:pt x="1261" y="1732"/>
                </a:lnTo>
                <a:lnTo>
                  <a:pt x="1262" y="1732"/>
                </a:lnTo>
                <a:lnTo>
                  <a:pt x="1262" y="1733"/>
                </a:lnTo>
                <a:lnTo>
                  <a:pt x="1263" y="1733"/>
                </a:lnTo>
                <a:lnTo>
                  <a:pt x="1263" y="1732"/>
                </a:lnTo>
                <a:lnTo>
                  <a:pt x="1264" y="1732"/>
                </a:lnTo>
                <a:lnTo>
                  <a:pt x="1265" y="1732"/>
                </a:lnTo>
                <a:lnTo>
                  <a:pt x="1265" y="1733"/>
                </a:lnTo>
                <a:lnTo>
                  <a:pt x="1265" y="1735"/>
                </a:lnTo>
                <a:lnTo>
                  <a:pt x="1265" y="1736"/>
                </a:lnTo>
                <a:lnTo>
                  <a:pt x="1266" y="1736"/>
                </a:lnTo>
                <a:lnTo>
                  <a:pt x="1267" y="1737"/>
                </a:lnTo>
                <a:lnTo>
                  <a:pt x="1267" y="1736"/>
                </a:lnTo>
                <a:lnTo>
                  <a:pt x="1268" y="1736"/>
                </a:lnTo>
                <a:lnTo>
                  <a:pt x="1268" y="1737"/>
                </a:lnTo>
                <a:lnTo>
                  <a:pt x="1267" y="1737"/>
                </a:lnTo>
                <a:lnTo>
                  <a:pt x="1266" y="1738"/>
                </a:lnTo>
                <a:lnTo>
                  <a:pt x="1266" y="1739"/>
                </a:lnTo>
                <a:lnTo>
                  <a:pt x="1265" y="1740"/>
                </a:lnTo>
                <a:lnTo>
                  <a:pt x="1264" y="1741"/>
                </a:lnTo>
                <a:lnTo>
                  <a:pt x="1263" y="1742"/>
                </a:lnTo>
                <a:lnTo>
                  <a:pt x="1263" y="1743"/>
                </a:lnTo>
                <a:lnTo>
                  <a:pt x="1261" y="1745"/>
                </a:lnTo>
                <a:lnTo>
                  <a:pt x="1260" y="1745"/>
                </a:lnTo>
                <a:lnTo>
                  <a:pt x="1259" y="1745"/>
                </a:lnTo>
                <a:lnTo>
                  <a:pt x="1259" y="1744"/>
                </a:lnTo>
                <a:lnTo>
                  <a:pt x="1259" y="1745"/>
                </a:lnTo>
                <a:lnTo>
                  <a:pt x="1258" y="1745"/>
                </a:lnTo>
                <a:lnTo>
                  <a:pt x="1257" y="1746"/>
                </a:lnTo>
                <a:lnTo>
                  <a:pt x="1257" y="1747"/>
                </a:lnTo>
                <a:lnTo>
                  <a:pt x="1257" y="1748"/>
                </a:lnTo>
                <a:lnTo>
                  <a:pt x="1256" y="1748"/>
                </a:lnTo>
                <a:lnTo>
                  <a:pt x="1255" y="1749"/>
                </a:lnTo>
                <a:lnTo>
                  <a:pt x="1254" y="1749"/>
                </a:lnTo>
                <a:lnTo>
                  <a:pt x="1253" y="1750"/>
                </a:lnTo>
                <a:lnTo>
                  <a:pt x="1252" y="1750"/>
                </a:lnTo>
                <a:lnTo>
                  <a:pt x="1251" y="1750"/>
                </a:lnTo>
                <a:lnTo>
                  <a:pt x="1250" y="1751"/>
                </a:lnTo>
                <a:lnTo>
                  <a:pt x="1248" y="1751"/>
                </a:lnTo>
                <a:lnTo>
                  <a:pt x="1248" y="1752"/>
                </a:lnTo>
                <a:lnTo>
                  <a:pt x="1247" y="1754"/>
                </a:lnTo>
                <a:lnTo>
                  <a:pt x="1246" y="1754"/>
                </a:lnTo>
                <a:lnTo>
                  <a:pt x="1246" y="1755"/>
                </a:lnTo>
                <a:lnTo>
                  <a:pt x="1245" y="1755"/>
                </a:lnTo>
                <a:lnTo>
                  <a:pt x="1245" y="1756"/>
                </a:lnTo>
                <a:lnTo>
                  <a:pt x="1245" y="1757"/>
                </a:lnTo>
                <a:lnTo>
                  <a:pt x="1244" y="1757"/>
                </a:lnTo>
                <a:lnTo>
                  <a:pt x="1243" y="1757"/>
                </a:lnTo>
                <a:lnTo>
                  <a:pt x="1242" y="1757"/>
                </a:lnTo>
                <a:lnTo>
                  <a:pt x="1241" y="1757"/>
                </a:lnTo>
                <a:lnTo>
                  <a:pt x="1240" y="1757"/>
                </a:lnTo>
                <a:lnTo>
                  <a:pt x="1240" y="1758"/>
                </a:lnTo>
                <a:lnTo>
                  <a:pt x="1239" y="1758"/>
                </a:lnTo>
                <a:lnTo>
                  <a:pt x="1238" y="1759"/>
                </a:lnTo>
                <a:lnTo>
                  <a:pt x="1237" y="1759"/>
                </a:lnTo>
                <a:lnTo>
                  <a:pt x="1236" y="1758"/>
                </a:lnTo>
                <a:lnTo>
                  <a:pt x="1234" y="1758"/>
                </a:lnTo>
                <a:lnTo>
                  <a:pt x="1234" y="1757"/>
                </a:lnTo>
                <a:lnTo>
                  <a:pt x="1234" y="1756"/>
                </a:lnTo>
                <a:lnTo>
                  <a:pt x="1233" y="1756"/>
                </a:lnTo>
                <a:lnTo>
                  <a:pt x="1232" y="1756"/>
                </a:lnTo>
                <a:lnTo>
                  <a:pt x="1232" y="1757"/>
                </a:lnTo>
                <a:lnTo>
                  <a:pt x="1231" y="1757"/>
                </a:lnTo>
                <a:lnTo>
                  <a:pt x="1230" y="1757"/>
                </a:lnTo>
                <a:lnTo>
                  <a:pt x="1229" y="1757"/>
                </a:lnTo>
                <a:lnTo>
                  <a:pt x="1229" y="1756"/>
                </a:lnTo>
                <a:lnTo>
                  <a:pt x="1228" y="1756"/>
                </a:lnTo>
                <a:lnTo>
                  <a:pt x="1228" y="1757"/>
                </a:lnTo>
                <a:lnTo>
                  <a:pt x="1228" y="1758"/>
                </a:lnTo>
                <a:lnTo>
                  <a:pt x="1227" y="1759"/>
                </a:lnTo>
                <a:lnTo>
                  <a:pt x="1226" y="1759"/>
                </a:lnTo>
                <a:lnTo>
                  <a:pt x="1226" y="1760"/>
                </a:lnTo>
                <a:lnTo>
                  <a:pt x="1223" y="1759"/>
                </a:lnTo>
                <a:lnTo>
                  <a:pt x="1222" y="1759"/>
                </a:lnTo>
                <a:lnTo>
                  <a:pt x="1221" y="1759"/>
                </a:lnTo>
                <a:lnTo>
                  <a:pt x="1221" y="1758"/>
                </a:lnTo>
                <a:lnTo>
                  <a:pt x="1219" y="1758"/>
                </a:lnTo>
                <a:lnTo>
                  <a:pt x="1218" y="1757"/>
                </a:lnTo>
                <a:lnTo>
                  <a:pt x="1216" y="1756"/>
                </a:lnTo>
                <a:lnTo>
                  <a:pt x="1217" y="1756"/>
                </a:lnTo>
                <a:lnTo>
                  <a:pt x="1217" y="1755"/>
                </a:lnTo>
                <a:lnTo>
                  <a:pt x="1217" y="1753"/>
                </a:lnTo>
                <a:lnTo>
                  <a:pt x="1216" y="1752"/>
                </a:lnTo>
                <a:lnTo>
                  <a:pt x="1216" y="1751"/>
                </a:lnTo>
                <a:lnTo>
                  <a:pt x="1216" y="1750"/>
                </a:lnTo>
                <a:lnTo>
                  <a:pt x="1215" y="1748"/>
                </a:lnTo>
                <a:lnTo>
                  <a:pt x="1213" y="1746"/>
                </a:lnTo>
                <a:lnTo>
                  <a:pt x="1213" y="1745"/>
                </a:lnTo>
                <a:lnTo>
                  <a:pt x="1212" y="1744"/>
                </a:lnTo>
                <a:lnTo>
                  <a:pt x="1212" y="1741"/>
                </a:lnTo>
                <a:lnTo>
                  <a:pt x="1212" y="1740"/>
                </a:lnTo>
                <a:lnTo>
                  <a:pt x="1212" y="1739"/>
                </a:lnTo>
                <a:lnTo>
                  <a:pt x="1211" y="1738"/>
                </a:lnTo>
                <a:lnTo>
                  <a:pt x="1211" y="1737"/>
                </a:lnTo>
                <a:lnTo>
                  <a:pt x="1210" y="1736"/>
                </a:lnTo>
                <a:lnTo>
                  <a:pt x="1210" y="1737"/>
                </a:lnTo>
                <a:lnTo>
                  <a:pt x="1209" y="1737"/>
                </a:lnTo>
                <a:lnTo>
                  <a:pt x="1209" y="1739"/>
                </a:lnTo>
                <a:lnTo>
                  <a:pt x="1209" y="1740"/>
                </a:lnTo>
                <a:lnTo>
                  <a:pt x="1209" y="1741"/>
                </a:lnTo>
                <a:lnTo>
                  <a:pt x="1209" y="1742"/>
                </a:lnTo>
                <a:lnTo>
                  <a:pt x="1208" y="1742"/>
                </a:lnTo>
                <a:lnTo>
                  <a:pt x="1208" y="1743"/>
                </a:lnTo>
                <a:lnTo>
                  <a:pt x="1207" y="1743"/>
                </a:lnTo>
                <a:lnTo>
                  <a:pt x="1207" y="1744"/>
                </a:lnTo>
                <a:lnTo>
                  <a:pt x="1206" y="1744"/>
                </a:lnTo>
                <a:lnTo>
                  <a:pt x="1205" y="1744"/>
                </a:lnTo>
                <a:lnTo>
                  <a:pt x="1204" y="1744"/>
                </a:lnTo>
                <a:lnTo>
                  <a:pt x="1204" y="1743"/>
                </a:lnTo>
                <a:lnTo>
                  <a:pt x="1203" y="1742"/>
                </a:lnTo>
                <a:lnTo>
                  <a:pt x="1202" y="1741"/>
                </a:lnTo>
                <a:lnTo>
                  <a:pt x="1200" y="1740"/>
                </a:lnTo>
                <a:lnTo>
                  <a:pt x="1200" y="1741"/>
                </a:lnTo>
                <a:lnTo>
                  <a:pt x="1199" y="1741"/>
                </a:lnTo>
                <a:lnTo>
                  <a:pt x="1199" y="1742"/>
                </a:lnTo>
                <a:lnTo>
                  <a:pt x="1198" y="1742"/>
                </a:lnTo>
                <a:lnTo>
                  <a:pt x="1197" y="1741"/>
                </a:lnTo>
                <a:lnTo>
                  <a:pt x="1196" y="1740"/>
                </a:lnTo>
                <a:lnTo>
                  <a:pt x="1195" y="1740"/>
                </a:lnTo>
                <a:lnTo>
                  <a:pt x="1194" y="1738"/>
                </a:lnTo>
                <a:lnTo>
                  <a:pt x="1193" y="1737"/>
                </a:lnTo>
                <a:lnTo>
                  <a:pt x="1193" y="1736"/>
                </a:lnTo>
                <a:lnTo>
                  <a:pt x="1192" y="1736"/>
                </a:lnTo>
                <a:lnTo>
                  <a:pt x="1192" y="1735"/>
                </a:lnTo>
                <a:lnTo>
                  <a:pt x="1191" y="1735"/>
                </a:lnTo>
                <a:lnTo>
                  <a:pt x="1191" y="1733"/>
                </a:lnTo>
                <a:lnTo>
                  <a:pt x="1192" y="1733"/>
                </a:lnTo>
                <a:lnTo>
                  <a:pt x="1192" y="1731"/>
                </a:lnTo>
                <a:lnTo>
                  <a:pt x="1193" y="1729"/>
                </a:lnTo>
                <a:lnTo>
                  <a:pt x="1194" y="1729"/>
                </a:lnTo>
                <a:lnTo>
                  <a:pt x="1194" y="1728"/>
                </a:lnTo>
                <a:lnTo>
                  <a:pt x="1194" y="1727"/>
                </a:lnTo>
                <a:lnTo>
                  <a:pt x="1193" y="1726"/>
                </a:lnTo>
                <a:lnTo>
                  <a:pt x="1192" y="1726"/>
                </a:lnTo>
                <a:lnTo>
                  <a:pt x="1193" y="1725"/>
                </a:lnTo>
                <a:lnTo>
                  <a:pt x="1193" y="1724"/>
                </a:lnTo>
                <a:lnTo>
                  <a:pt x="1193" y="1723"/>
                </a:lnTo>
                <a:lnTo>
                  <a:pt x="1192" y="1723"/>
                </a:lnTo>
                <a:lnTo>
                  <a:pt x="1191" y="1722"/>
                </a:lnTo>
                <a:lnTo>
                  <a:pt x="1190" y="1721"/>
                </a:lnTo>
                <a:lnTo>
                  <a:pt x="1189" y="1721"/>
                </a:lnTo>
                <a:lnTo>
                  <a:pt x="1188" y="1721"/>
                </a:lnTo>
                <a:lnTo>
                  <a:pt x="1188" y="1720"/>
                </a:lnTo>
                <a:lnTo>
                  <a:pt x="1187" y="1719"/>
                </a:lnTo>
                <a:lnTo>
                  <a:pt x="1186" y="1719"/>
                </a:lnTo>
                <a:lnTo>
                  <a:pt x="1185" y="1719"/>
                </a:lnTo>
                <a:lnTo>
                  <a:pt x="1185" y="1718"/>
                </a:lnTo>
                <a:lnTo>
                  <a:pt x="1184" y="1717"/>
                </a:lnTo>
                <a:lnTo>
                  <a:pt x="1184" y="1716"/>
                </a:lnTo>
                <a:lnTo>
                  <a:pt x="1183" y="1715"/>
                </a:lnTo>
                <a:lnTo>
                  <a:pt x="1182" y="1715"/>
                </a:lnTo>
                <a:lnTo>
                  <a:pt x="1181" y="1715"/>
                </a:lnTo>
                <a:lnTo>
                  <a:pt x="1181" y="1714"/>
                </a:lnTo>
                <a:lnTo>
                  <a:pt x="1180" y="1713"/>
                </a:lnTo>
                <a:lnTo>
                  <a:pt x="1179" y="1713"/>
                </a:lnTo>
                <a:lnTo>
                  <a:pt x="1178" y="1712"/>
                </a:lnTo>
                <a:lnTo>
                  <a:pt x="1177" y="1712"/>
                </a:lnTo>
                <a:lnTo>
                  <a:pt x="1177" y="1711"/>
                </a:lnTo>
                <a:lnTo>
                  <a:pt x="1177" y="1710"/>
                </a:lnTo>
                <a:lnTo>
                  <a:pt x="1176" y="1710"/>
                </a:lnTo>
                <a:lnTo>
                  <a:pt x="1175" y="1711"/>
                </a:lnTo>
                <a:lnTo>
                  <a:pt x="1175" y="1709"/>
                </a:lnTo>
                <a:lnTo>
                  <a:pt x="1175" y="1708"/>
                </a:lnTo>
                <a:lnTo>
                  <a:pt x="1174" y="1708"/>
                </a:lnTo>
                <a:lnTo>
                  <a:pt x="1174" y="1707"/>
                </a:lnTo>
                <a:lnTo>
                  <a:pt x="1173" y="1706"/>
                </a:lnTo>
                <a:lnTo>
                  <a:pt x="1172" y="1706"/>
                </a:lnTo>
                <a:lnTo>
                  <a:pt x="1172" y="1705"/>
                </a:lnTo>
                <a:lnTo>
                  <a:pt x="1171" y="1705"/>
                </a:lnTo>
                <a:lnTo>
                  <a:pt x="1170" y="1704"/>
                </a:lnTo>
                <a:lnTo>
                  <a:pt x="1169" y="1704"/>
                </a:lnTo>
                <a:lnTo>
                  <a:pt x="1168" y="1704"/>
                </a:lnTo>
                <a:lnTo>
                  <a:pt x="1168" y="1702"/>
                </a:lnTo>
                <a:lnTo>
                  <a:pt x="1168" y="1701"/>
                </a:lnTo>
                <a:lnTo>
                  <a:pt x="1168" y="1700"/>
                </a:lnTo>
                <a:lnTo>
                  <a:pt x="1169" y="1700"/>
                </a:lnTo>
                <a:lnTo>
                  <a:pt x="1169" y="1699"/>
                </a:lnTo>
                <a:lnTo>
                  <a:pt x="1169" y="1698"/>
                </a:lnTo>
                <a:lnTo>
                  <a:pt x="1169" y="1697"/>
                </a:lnTo>
                <a:lnTo>
                  <a:pt x="1169" y="1696"/>
                </a:lnTo>
                <a:lnTo>
                  <a:pt x="1169" y="1695"/>
                </a:lnTo>
                <a:lnTo>
                  <a:pt x="1168" y="1694"/>
                </a:lnTo>
                <a:lnTo>
                  <a:pt x="1168" y="1693"/>
                </a:lnTo>
                <a:lnTo>
                  <a:pt x="1167" y="1693"/>
                </a:lnTo>
                <a:lnTo>
                  <a:pt x="1165" y="1693"/>
                </a:lnTo>
                <a:lnTo>
                  <a:pt x="1164" y="1693"/>
                </a:lnTo>
                <a:lnTo>
                  <a:pt x="1163" y="1691"/>
                </a:lnTo>
                <a:lnTo>
                  <a:pt x="1162" y="1690"/>
                </a:lnTo>
                <a:lnTo>
                  <a:pt x="1161" y="1688"/>
                </a:lnTo>
                <a:lnTo>
                  <a:pt x="1161" y="1687"/>
                </a:lnTo>
                <a:lnTo>
                  <a:pt x="1161" y="1686"/>
                </a:lnTo>
                <a:lnTo>
                  <a:pt x="1162" y="1686"/>
                </a:lnTo>
                <a:lnTo>
                  <a:pt x="1162" y="1685"/>
                </a:lnTo>
                <a:lnTo>
                  <a:pt x="1162" y="1684"/>
                </a:lnTo>
                <a:lnTo>
                  <a:pt x="1161" y="1684"/>
                </a:lnTo>
                <a:lnTo>
                  <a:pt x="1161" y="1683"/>
                </a:lnTo>
                <a:lnTo>
                  <a:pt x="1160" y="1683"/>
                </a:lnTo>
                <a:lnTo>
                  <a:pt x="1160" y="1682"/>
                </a:lnTo>
                <a:lnTo>
                  <a:pt x="1160" y="1681"/>
                </a:lnTo>
                <a:lnTo>
                  <a:pt x="1161" y="1681"/>
                </a:lnTo>
                <a:lnTo>
                  <a:pt x="1161" y="1680"/>
                </a:lnTo>
                <a:lnTo>
                  <a:pt x="1161" y="1679"/>
                </a:lnTo>
                <a:lnTo>
                  <a:pt x="1162" y="1678"/>
                </a:lnTo>
                <a:lnTo>
                  <a:pt x="1163" y="1678"/>
                </a:lnTo>
                <a:lnTo>
                  <a:pt x="1165" y="1677"/>
                </a:lnTo>
                <a:lnTo>
                  <a:pt x="1166" y="1678"/>
                </a:lnTo>
                <a:lnTo>
                  <a:pt x="1167" y="1678"/>
                </a:lnTo>
                <a:lnTo>
                  <a:pt x="1169" y="1678"/>
                </a:lnTo>
                <a:lnTo>
                  <a:pt x="1170" y="1678"/>
                </a:lnTo>
                <a:lnTo>
                  <a:pt x="1170" y="1677"/>
                </a:lnTo>
                <a:lnTo>
                  <a:pt x="1170" y="1676"/>
                </a:lnTo>
                <a:lnTo>
                  <a:pt x="1170" y="1675"/>
                </a:lnTo>
                <a:lnTo>
                  <a:pt x="1170" y="1674"/>
                </a:lnTo>
                <a:lnTo>
                  <a:pt x="1171" y="1673"/>
                </a:lnTo>
                <a:lnTo>
                  <a:pt x="1172" y="1672"/>
                </a:lnTo>
                <a:lnTo>
                  <a:pt x="1172" y="1671"/>
                </a:lnTo>
                <a:lnTo>
                  <a:pt x="1173" y="1671"/>
                </a:lnTo>
                <a:lnTo>
                  <a:pt x="1172" y="1670"/>
                </a:lnTo>
                <a:lnTo>
                  <a:pt x="1172" y="1669"/>
                </a:lnTo>
                <a:lnTo>
                  <a:pt x="1171" y="1668"/>
                </a:lnTo>
                <a:lnTo>
                  <a:pt x="1170" y="1667"/>
                </a:lnTo>
                <a:lnTo>
                  <a:pt x="1169" y="1666"/>
                </a:lnTo>
                <a:lnTo>
                  <a:pt x="1168" y="1666"/>
                </a:lnTo>
                <a:lnTo>
                  <a:pt x="1167" y="1667"/>
                </a:lnTo>
                <a:lnTo>
                  <a:pt x="1165" y="1667"/>
                </a:lnTo>
                <a:lnTo>
                  <a:pt x="1165" y="1666"/>
                </a:lnTo>
                <a:lnTo>
                  <a:pt x="1164" y="1666"/>
                </a:lnTo>
                <a:lnTo>
                  <a:pt x="1163" y="1666"/>
                </a:lnTo>
                <a:lnTo>
                  <a:pt x="1162" y="1665"/>
                </a:lnTo>
                <a:lnTo>
                  <a:pt x="1162" y="1664"/>
                </a:lnTo>
                <a:lnTo>
                  <a:pt x="1161" y="1664"/>
                </a:lnTo>
                <a:lnTo>
                  <a:pt x="1160" y="1664"/>
                </a:lnTo>
                <a:lnTo>
                  <a:pt x="1160" y="1663"/>
                </a:lnTo>
                <a:lnTo>
                  <a:pt x="1159" y="1663"/>
                </a:lnTo>
                <a:lnTo>
                  <a:pt x="1159" y="1664"/>
                </a:lnTo>
                <a:lnTo>
                  <a:pt x="1158" y="1664"/>
                </a:lnTo>
                <a:lnTo>
                  <a:pt x="1158" y="1663"/>
                </a:lnTo>
                <a:lnTo>
                  <a:pt x="1157" y="1663"/>
                </a:lnTo>
                <a:lnTo>
                  <a:pt x="1156" y="1663"/>
                </a:lnTo>
                <a:lnTo>
                  <a:pt x="1153" y="1662"/>
                </a:lnTo>
                <a:lnTo>
                  <a:pt x="1152" y="1662"/>
                </a:lnTo>
                <a:lnTo>
                  <a:pt x="1152" y="1663"/>
                </a:lnTo>
                <a:lnTo>
                  <a:pt x="1151" y="1663"/>
                </a:lnTo>
                <a:lnTo>
                  <a:pt x="1150" y="1662"/>
                </a:lnTo>
                <a:lnTo>
                  <a:pt x="1148" y="1662"/>
                </a:lnTo>
                <a:lnTo>
                  <a:pt x="1147" y="1662"/>
                </a:lnTo>
                <a:lnTo>
                  <a:pt x="1147" y="1661"/>
                </a:lnTo>
                <a:lnTo>
                  <a:pt x="1146" y="1661"/>
                </a:lnTo>
                <a:lnTo>
                  <a:pt x="1146" y="1660"/>
                </a:lnTo>
                <a:lnTo>
                  <a:pt x="1145" y="1660"/>
                </a:lnTo>
                <a:lnTo>
                  <a:pt x="1144" y="1660"/>
                </a:lnTo>
                <a:lnTo>
                  <a:pt x="1144" y="1661"/>
                </a:lnTo>
                <a:lnTo>
                  <a:pt x="1141" y="1661"/>
                </a:lnTo>
                <a:lnTo>
                  <a:pt x="1137" y="1661"/>
                </a:lnTo>
                <a:lnTo>
                  <a:pt x="1136" y="1662"/>
                </a:lnTo>
                <a:lnTo>
                  <a:pt x="1135" y="1662"/>
                </a:lnTo>
                <a:lnTo>
                  <a:pt x="1134" y="1662"/>
                </a:lnTo>
                <a:lnTo>
                  <a:pt x="1132" y="1662"/>
                </a:lnTo>
                <a:lnTo>
                  <a:pt x="1128" y="1662"/>
                </a:lnTo>
                <a:lnTo>
                  <a:pt x="1127" y="1662"/>
                </a:lnTo>
                <a:lnTo>
                  <a:pt x="1127" y="1663"/>
                </a:lnTo>
                <a:lnTo>
                  <a:pt x="1127" y="1664"/>
                </a:lnTo>
                <a:lnTo>
                  <a:pt x="1127" y="1665"/>
                </a:lnTo>
                <a:lnTo>
                  <a:pt x="1127" y="1666"/>
                </a:lnTo>
                <a:lnTo>
                  <a:pt x="1127" y="1668"/>
                </a:lnTo>
                <a:lnTo>
                  <a:pt x="1127" y="1669"/>
                </a:lnTo>
                <a:lnTo>
                  <a:pt x="1125" y="1668"/>
                </a:lnTo>
                <a:lnTo>
                  <a:pt x="1124" y="1668"/>
                </a:lnTo>
                <a:lnTo>
                  <a:pt x="1123" y="1668"/>
                </a:lnTo>
                <a:lnTo>
                  <a:pt x="1122" y="1668"/>
                </a:lnTo>
                <a:lnTo>
                  <a:pt x="1121" y="1668"/>
                </a:lnTo>
                <a:lnTo>
                  <a:pt x="1120" y="1668"/>
                </a:lnTo>
                <a:lnTo>
                  <a:pt x="1119" y="1668"/>
                </a:lnTo>
                <a:lnTo>
                  <a:pt x="1119" y="1667"/>
                </a:lnTo>
                <a:lnTo>
                  <a:pt x="1119" y="1666"/>
                </a:lnTo>
                <a:lnTo>
                  <a:pt x="1120" y="1666"/>
                </a:lnTo>
                <a:lnTo>
                  <a:pt x="1120" y="1665"/>
                </a:lnTo>
                <a:lnTo>
                  <a:pt x="1121" y="1665"/>
                </a:lnTo>
                <a:lnTo>
                  <a:pt x="1121" y="1664"/>
                </a:lnTo>
                <a:lnTo>
                  <a:pt x="1120" y="1663"/>
                </a:lnTo>
                <a:lnTo>
                  <a:pt x="1120" y="1664"/>
                </a:lnTo>
                <a:lnTo>
                  <a:pt x="1119" y="1664"/>
                </a:lnTo>
                <a:lnTo>
                  <a:pt x="1118" y="1663"/>
                </a:lnTo>
                <a:lnTo>
                  <a:pt x="1117" y="1663"/>
                </a:lnTo>
                <a:lnTo>
                  <a:pt x="1117" y="1664"/>
                </a:lnTo>
                <a:lnTo>
                  <a:pt x="1116" y="1664"/>
                </a:lnTo>
                <a:lnTo>
                  <a:pt x="1115" y="1664"/>
                </a:lnTo>
                <a:lnTo>
                  <a:pt x="1114" y="1665"/>
                </a:lnTo>
                <a:lnTo>
                  <a:pt x="1113" y="1666"/>
                </a:lnTo>
                <a:lnTo>
                  <a:pt x="1113" y="1665"/>
                </a:lnTo>
                <a:lnTo>
                  <a:pt x="1113" y="1666"/>
                </a:lnTo>
                <a:lnTo>
                  <a:pt x="1113" y="1668"/>
                </a:lnTo>
                <a:lnTo>
                  <a:pt x="1112" y="1668"/>
                </a:lnTo>
                <a:lnTo>
                  <a:pt x="1112" y="1669"/>
                </a:lnTo>
                <a:lnTo>
                  <a:pt x="1112" y="1670"/>
                </a:lnTo>
                <a:lnTo>
                  <a:pt x="1111" y="1670"/>
                </a:lnTo>
                <a:lnTo>
                  <a:pt x="1111" y="1671"/>
                </a:lnTo>
                <a:lnTo>
                  <a:pt x="1110" y="1671"/>
                </a:lnTo>
                <a:lnTo>
                  <a:pt x="1110" y="1672"/>
                </a:lnTo>
                <a:lnTo>
                  <a:pt x="1109" y="1672"/>
                </a:lnTo>
                <a:lnTo>
                  <a:pt x="1109" y="1673"/>
                </a:lnTo>
                <a:lnTo>
                  <a:pt x="1109" y="1674"/>
                </a:lnTo>
                <a:lnTo>
                  <a:pt x="1108" y="1673"/>
                </a:lnTo>
                <a:lnTo>
                  <a:pt x="1106" y="1673"/>
                </a:lnTo>
                <a:lnTo>
                  <a:pt x="1103" y="1673"/>
                </a:lnTo>
                <a:lnTo>
                  <a:pt x="1102" y="1675"/>
                </a:lnTo>
                <a:lnTo>
                  <a:pt x="1102" y="1676"/>
                </a:lnTo>
                <a:lnTo>
                  <a:pt x="1103" y="1677"/>
                </a:lnTo>
                <a:lnTo>
                  <a:pt x="1103" y="1678"/>
                </a:lnTo>
                <a:lnTo>
                  <a:pt x="1102" y="1678"/>
                </a:lnTo>
                <a:lnTo>
                  <a:pt x="1102" y="1679"/>
                </a:lnTo>
                <a:lnTo>
                  <a:pt x="1102" y="1680"/>
                </a:lnTo>
                <a:lnTo>
                  <a:pt x="1101" y="1682"/>
                </a:lnTo>
                <a:lnTo>
                  <a:pt x="1100" y="1682"/>
                </a:lnTo>
                <a:lnTo>
                  <a:pt x="1100" y="1683"/>
                </a:lnTo>
                <a:lnTo>
                  <a:pt x="1100" y="1684"/>
                </a:lnTo>
                <a:lnTo>
                  <a:pt x="1099" y="1684"/>
                </a:lnTo>
                <a:lnTo>
                  <a:pt x="1099" y="1685"/>
                </a:lnTo>
                <a:lnTo>
                  <a:pt x="1098" y="1684"/>
                </a:lnTo>
                <a:lnTo>
                  <a:pt x="1098" y="1683"/>
                </a:lnTo>
                <a:lnTo>
                  <a:pt x="1097" y="1682"/>
                </a:lnTo>
                <a:lnTo>
                  <a:pt x="1097" y="1681"/>
                </a:lnTo>
                <a:lnTo>
                  <a:pt x="1097" y="1680"/>
                </a:lnTo>
                <a:lnTo>
                  <a:pt x="1096" y="1680"/>
                </a:lnTo>
                <a:lnTo>
                  <a:pt x="1095" y="1679"/>
                </a:lnTo>
                <a:lnTo>
                  <a:pt x="1094" y="1679"/>
                </a:lnTo>
                <a:lnTo>
                  <a:pt x="1094" y="1678"/>
                </a:lnTo>
                <a:lnTo>
                  <a:pt x="1094" y="1677"/>
                </a:lnTo>
                <a:lnTo>
                  <a:pt x="1095" y="1676"/>
                </a:lnTo>
                <a:lnTo>
                  <a:pt x="1096" y="1676"/>
                </a:lnTo>
                <a:lnTo>
                  <a:pt x="1095" y="1673"/>
                </a:lnTo>
                <a:lnTo>
                  <a:pt x="1095" y="1672"/>
                </a:lnTo>
                <a:lnTo>
                  <a:pt x="1094" y="1672"/>
                </a:lnTo>
                <a:lnTo>
                  <a:pt x="1094" y="1671"/>
                </a:lnTo>
                <a:lnTo>
                  <a:pt x="1094" y="1670"/>
                </a:lnTo>
                <a:lnTo>
                  <a:pt x="1094" y="1669"/>
                </a:lnTo>
                <a:lnTo>
                  <a:pt x="1094" y="1668"/>
                </a:lnTo>
                <a:lnTo>
                  <a:pt x="1094" y="1667"/>
                </a:lnTo>
                <a:lnTo>
                  <a:pt x="1093" y="1666"/>
                </a:lnTo>
                <a:lnTo>
                  <a:pt x="1092" y="1665"/>
                </a:lnTo>
                <a:lnTo>
                  <a:pt x="1091" y="1664"/>
                </a:lnTo>
                <a:lnTo>
                  <a:pt x="1091" y="1663"/>
                </a:lnTo>
                <a:lnTo>
                  <a:pt x="1091" y="1662"/>
                </a:lnTo>
                <a:lnTo>
                  <a:pt x="1091" y="1660"/>
                </a:lnTo>
                <a:lnTo>
                  <a:pt x="1091" y="1659"/>
                </a:lnTo>
                <a:lnTo>
                  <a:pt x="1091" y="1658"/>
                </a:lnTo>
                <a:lnTo>
                  <a:pt x="1091" y="1656"/>
                </a:lnTo>
                <a:lnTo>
                  <a:pt x="1091" y="1655"/>
                </a:lnTo>
                <a:lnTo>
                  <a:pt x="1090" y="1654"/>
                </a:lnTo>
                <a:lnTo>
                  <a:pt x="1089" y="1654"/>
                </a:lnTo>
                <a:lnTo>
                  <a:pt x="1089" y="1653"/>
                </a:lnTo>
                <a:lnTo>
                  <a:pt x="1088" y="1652"/>
                </a:lnTo>
                <a:lnTo>
                  <a:pt x="1087" y="1651"/>
                </a:lnTo>
                <a:lnTo>
                  <a:pt x="1086" y="1651"/>
                </a:lnTo>
                <a:lnTo>
                  <a:pt x="1086" y="1649"/>
                </a:lnTo>
                <a:lnTo>
                  <a:pt x="1085" y="1648"/>
                </a:lnTo>
                <a:lnTo>
                  <a:pt x="1084" y="1648"/>
                </a:lnTo>
                <a:lnTo>
                  <a:pt x="1082" y="1646"/>
                </a:lnTo>
                <a:lnTo>
                  <a:pt x="1082" y="1645"/>
                </a:lnTo>
                <a:lnTo>
                  <a:pt x="1082" y="1644"/>
                </a:lnTo>
                <a:lnTo>
                  <a:pt x="1081" y="1643"/>
                </a:lnTo>
                <a:lnTo>
                  <a:pt x="1081" y="1642"/>
                </a:lnTo>
                <a:lnTo>
                  <a:pt x="1080" y="1641"/>
                </a:lnTo>
                <a:lnTo>
                  <a:pt x="1080" y="1640"/>
                </a:lnTo>
                <a:lnTo>
                  <a:pt x="1079" y="1638"/>
                </a:lnTo>
                <a:lnTo>
                  <a:pt x="1079" y="1637"/>
                </a:lnTo>
                <a:lnTo>
                  <a:pt x="1078" y="1636"/>
                </a:lnTo>
                <a:lnTo>
                  <a:pt x="1078" y="1635"/>
                </a:lnTo>
                <a:lnTo>
                  <a:pt x="1078" y="1633"/>
                </a:lnTo>
                <a:lnTo>
                  <a:pt x="1078" y="1632"/>
                </a:lnTo>
                <a:lnTo>
                  <a:pt x="1078" y="1631"/>
                </a:lnTo>
                <a:lnTo>
                  <a:pt x="1078" y="1630"/>
                </a:lnTo>
                <a:lnTo>
                  <a:pt x="1078" y="1629"/>
                </a:lnTo>
                <a:lnTo>
                  <a:pt x="1079" y="1629"/>
                </a:lnTo>
                <a:lnTo>
                  <a:pt x="1079" y="1628"/>
                </a:lnTo>
                <a:lnTo>
                  <a:pt x="1079" y="1626"/>
                </a:lnTo>
                <a:lnTo>
                  <a:pt x="1078" y="1626"/>
                </a:lnTo>
                <a:lnTo>
                  <a:pt x="1078" y="1625"/>
                </a:lnTo>
                <a:lnTo>
                  <a:pt x="1078" y="1624"/>
                </a:lnTo>
                <a:lnTo>
                  <a:pt x="1078" y="1622"/>
                </a:lnTo>
                <a:lnTo>
                  <a:pt x="1079" y="1621"/>
                </a:lnTo>
                <a:lnTo>
                  <a:pt x="1080" y="1620"/>
                </a:lnTo>
                <a:lnTo>
                  <a:pt x="1080" y="1619"/>
                </a:lnTo>
                <a:lnTo>
                  <a:pt x="1080" y="1618"/>
                </a:lnTo>
                <a:lnTo>
                  <a:pt x="1081" y="1618"/>
                </a:lnTo>
                <a:lnTo>
                  <a:pt x="1082" y="1618"/>
                </a:lnTo>
                <a:lnTo>
                  <a:pt x="1082" y="1617"/>
                </a:lnTo>
                <a:lnTo>
                  <a:pt x="1084" y="1616"/>
                </a:lnTo>
                <a:lnTo>
                  <a:pt x="1085" y="1616"/>
                </a:lnTo>
                <a:lnTo>
                  <a:pt x="1086" y="1616"/>
                </a:lnTo>
                <a:lnTo>
                  <a:pt x="1086" y="1614"/>
                </a:lnTo>
                <a:lnTo>
                  <a:pt x="1086" y="1613"/>
                </a:lnTo>
                <a:lnTo>
                  <a:pt x="1087" y="1613"/>
                </a:lnTo>
                <a:lnTo>
                  <a:pt x="1087" y="1614"/>
                </a:lnTo>
                <a:lnTo>
                  <a:pt x="1088" y="1614"/>
                </a:lnTo>
                <a:lnTo>
                  <a:pt x="1088" y="1613"/>
                </a:lnTo>
                <a:lnTo>
                  <a:pt x="1088" y="1612"/>
                </a:lnTo>
                <a:lnTo>
                  <a:pt x="1088" y="1611"/>
                </a:lnTo>
                <a:lnTo>
                  <a:pt x="1088" y="1610"/>
                </a:lnTo>
                <a:lnTo>
                  <a:pt x="1088" y="1609"/>
                </a:lnTo>
                <a:lnTo>
                  <a:pt x="1087" y="1609"/>
                </a:lnTo>
                <a:lnTo>
                  <a:pt x="1087" y="1608"/>
                </a:lnTo>
                <a:lnTo>
                  <a:pt x="1086" y="1608"/>
                </a:lnTo>
                <a:lnTo>
                  <a:pt x="1087" y="1608"/>
                </a:lnTo>
                <a:lnTo>
                  <a:pt x="1087" y="1607"/>
                </a:lnTo>
                <a:lnTo>
                  <a:pt x="1088" y="1607"/>
                </a:lnTo>
                <a:lnTo>
                  <a:pt x="1086" y="1606"/>
                </a:lnTo>
                <a:lnTo>
                  <a:pt x="1086" y="1605"/>
                </a:lnTo>
                <a:lnTo>
                  <a:pt x="1085" y="1605"/>
                </a:lnTo>
                <a:lnTo>
                  <a:pt x="1084" y="1605"/>
                </a:lnTo>
                <a:lnTo>
                  <a:pt x="1085" y="1605"/>
                </a:lnTo>
                <a:lnTo>
                  <a:pt x="1085" y="1604"/>
                </a:lnTo>
                <a:lnTo>
                  <a:pt x="1085" y="1603"/>
                </a:lnTo>
                <a:lnTo>
                  <a:pt x="1084" y="1603"/>
                </a:lnTo>
                <a:lnTo>
                  <a:pt x="1083" y="1603"/>
                </a:lnTo>
                <a:lnTo>
                  <a:pt x="1083" y="1602"/>
                </a:lnTo>
                <a:lnTo>
                  <a:pt x="1082" y="1600"/>
                </a:lnTo>
                <a:lnTo>
                  <a:pt x="1080" y="1599"/>
                </a:lnTo>
                <a:lnTo>
                  <a:pt x="1079" y="1599"/>
                </a:lnTo>
                <a:lnTo>
                  <a:pt x="1078" y="1599"/>
                </a:lnTo>
                <a:lnTo>
                  <a:pt x="1078" y="1598"/>
                </a:lnTo>
                <a:lnTo>
                  <a:pt x="1078" y="1597"/>
                </a:lnTo>
                <a:lnTo>
                  <a:pt x="1079" y="1597"/>
                </a:lnTo>
                <a:lnTo>
                  <a:pt x="1079" y="1596"/>
                </a:lnTo>
                <a:lnTo>
                  <a:pt x="1078" y="1596"/>
                </a:lnTo>
                <a:lnTo>
                  <a:pt x="1077" y="1596"/>
                </a:lnTo>
                <a:lnTo>
                  <a:pt x="1076" y="1595"/>
                </a:lnTo>
                <a:lnTo>
                  <a:pt x="1076" y="1594"/>
                </a:lnTo>
                <a:lnTo>
                  <a:pt x="1075" y="1594"/>
                </a:lnTo>
                <a:lnTo>
                  <a:pt x="1074" y="1594"/>
                </a:lnTo>
                <a:lnTo>
                  <a:pt x="1073" y="1593"/>
                </a:lnTo>
                <a:lnTo>
                  <a:pt x="1073" y="1591"/>
                </a:lnTo>
                <a:lnTo>
                  <a:pt x="1072" y="1591"/>
                </a:lnTo>
                <a:lnTo>
                  <a:pt x="1071" y="1591"/>
                </a:lnTo>
                <a:lnTo>
                  <a:pt x="1070" y="1590"/>
                </a:lnTo>
                <a:lnTo>
                  <a:pt x="1070" y="1589"/>
                </a:lnTo>
                <a:lnTo>
                  <a:pt x="1070" y="1588"/>
                </a:lnTo>
                <a:lnTo>
                  <a:pt x="1069" y="1588"/>
                </a:lnTo>
                <a:lnTo>
                  <a:pt x="1068" y="1586"/>
                </a:lnTo>
                <a:lnTo>
                  <a:pt x="1067" y="1586"/>
                </a:lnTo>
                <a:lnTo>
                  <a:pt x="1066" y="1586"/>
                </a:lnTo>
                <a:lnTo>
                  <a:pt x="1065" y="1586"/>
                </a:lnTo>
                <a:lnTo>
                  <a:pt x="1064" y="1585"/>
                </a:lnTo>
                <a:lnTo>
                  <a:pt x="1064" y="1583"/>
                </a:lnTo>
                <a:lnTo>
                  <a:pt x="1064" y="1581"/>
                </a:lnTo>
                <a:lnTo>
                  <a:pt x="1064" y="1580"/>
                </a:lnTo>
                <a:lnTo>
                  <a:pt x="1064" y="1579"/>
                </a:lnTo>
                <a:lnTo>
                  <a:pt x="1064" y="1578"/>
                </a:lnTo>
                <a:lnTo>
                  <a:pt x="1063" y="1578"/>
                </a:lnTo>
                <a:lnTo>
                  <a:pt x="1063" y="1577"/>
                </a:lnTo>
                <a:lnTo>
                  <a:pt x="1063" y="1576"/>
                </a:lnTo>
                <a:lnTo>
                  <a:pt x="1062" y="1576"/>
                </a:lnTo>
                <a:lnTo>
                  <a:pt x="1061" y="1576"/>
                </a:lnTo>
                <a:lnTo>
                  <a:pt x="1060" y="1576"/>
                </a:lnTo>
                <a:lnTo>
                  <a:pt x="1060" y="1575"/>
                </a:lnTo>
                <a:lnTo>
                  <a:pt x="1060" y="1574"/>
                </a:lnTo>
                <a:lnTo>
                  <a:pt x="1061" y="1574"/>
                </a:lnTo>
                <a:lnTo>
                  <a:pt x="1061" y="1573"/>
                </a:lnTo>
                <a:lnTo>
                  <a:pt x="1060" y="1573"/>
                </a:lnTo>
                <a:lnTo>
                  <a:pt x="1060" y="1572"/>
                </a:lnTo>
                <a:lnTo>
                  <a:pt x="1059" y="1573"/>
                </a:lnTo>
                <a:lnTo>
                  <a:pt x="1058" y="1573"/>
                </a:lnTo>
                <a:lnTo>
                  <a:pt x="1057" y="1574"/>
                </a:lnTo>
                <a:lnTo>
                  <a:pt x="1056" y="1573"/>
                </a:lnTo>
                <a:lnTo>
                  <a:pt x="1054" y="1573"/>
                </a:lnTo>
                <a:lnTo>
                  <a:pt x="1053" y="1573"/>
                </a:lnTo>
                <a:lnTo>
                  <a:pt x="1053" y="1574"/>
                </a:lnTo>
                <a:lnTo>
                  <a:pt x="1052" y="1574"/>
                </a:lnTo>
                <a:lnTo>
                  <a:pt x="1049" y="1574"/>
                </a:lnTo>
                <a:lnTo>
                  <a:pt x="1048" y="1575"/>
                </a:lnTo>
                <a:lnTo>
                  <a:pt x="1047" y="1575"/>
                </a:lnTo>
                <a:lnTo>
                  <a:pt x="1046" y="1575"/>
                </a:lnTo>
                <a:lnTo>
                  <a:pt x="1045" y="1575"/>
                </a:lnTo>
                <a:lnTo>
                  <a:pt x="1044" y="1576"/>
                </a:lnTo>
                <a:lnTo>
                  <a:pt x="1044" y="1578"/>
                </a:lnTo>
                <a:lnTo>
                  <a:pt x="1043" y="1578"/>
                </a:lnTo>
                <a:lnTo>
                  <a:pt x="1042" y="1576"/>
                </a:lnTo>
                <a:lnTo>
                  <a:pt x="1042" y="1575"/>
                </a:lnTo>
                <a:lnTo>
                  <a:pt x="1041" y="1575"/>
                </a:lnTo>
                <a:lnTo>
                  <a:pt x="1040" y="1575"/>
                </a:lnTo>
                <a:lnTo>
                  <a:pt x="1040" y="1576"/>
                </a:lnTo>
                <a:lnTo>
                  <a:pt x="1040" y="1577"/>
                </a:lnTo>
                <a:lnTo>
                  <a:pt x="1040" y="1578"/>
                </a:lnTo>
                <a:lnTo>
                  <a:pt x="1039" y="1577"/>
                </a:lnTo>
                <a:lnTo>
                  <a:pt x="1038" y="1577"/>
                </a:lnTo>
                <a:lnTo>
                  <a:pt x="1038" y="1578"/>
                </a:lnTo>
                <a:lnTo>
                  <a:pt x="1038" y="1579"/>
                </a:lnTo>
                <a:lnTo>
                  <a:pt x="1037" y="1579"/>
                </a:lnTo>
                <a:lnTo>
                  <a:pt x="1037" y="1578"/>
                </a:lnTo>
                <a:lnTo>
                  <a:pt x="1036" y="1578"/>
                </a:lnTo>
                <a:lnTo>
                  <a:pt x="1036" y="1577"/>
                </a:lnTo>
                <a:lnTo>
                  <a:pt x="1036" y="1576"/>
                </a:lnTo>
                <a:lnTo>
                  <a:pt x="1035" y="1575"/>
                </a:lnTo>
                <a:lnTo>
                  <a:pt x="1035" y="1574"/>
                </a:lnTo>
                <a:lnTo>
                  <a:pt x="1034" y="1574"/>
                </a:lnTo>
                <a:lnTo>
                  <a:pt x="1034" y="1573"/>
                </a:lnTo>
                <a:lnTo>
                  <a:pt x="1033" y="1573"/>
                </a:lnTo>
                <a:lnTo>
                  <a:pt x="1032" y="1573"/>
                </a:lnTo>
                <a:lnTo>
                  <a:pt x="1031" y="1572"/>
                </a:lnTo>
                <a:lnTo>
                  <a:pt x="1031" y="1571"/>
                </a:lnTo>
                <a:lnTo>
                  <a:pt x="1030" y="1571"/>
                </a:lnTo>
                <a:lnTo>
                  <a:pt x="1029" y="1571"/>
                </a:lnTo>
                <a:lnTo>
                  <a:pt x="1029" y="1572"/>
                </a:lnTo>
                <a:lnTo>
                  <a:pt x="1028" y="1572"/>
                </a:lnTo>
                <a:lnTo>
                  <a:pt x="1027" y="1572"/>
                </a:lnTo>
                <a:lnTo>
                  <a:pt x="1026" y="1572"/>
                </a:lnTo>
                <a:lnTo>
                  <a:pt x="1026" y="1570"/>
                </a:lnTo>
                <a:lnTo>
                  <a:pt x="1025" y="1570"/>
                </a:lnTo>
                <a:lnTo>
                  <a:pt x="1023" y="1570"/>
                </a:lnTo>
                <a:lnTo>
                  <a:pt x="1023" y="1571"/>
                </a:lnTo>
                <a:lnTo>
                  <a:pt x="1022" y="1571"/>
                </a:lnTo>
                <a:lnTo>
                  <a:pt x="1021" y="1571"/>
                </a:lnTo>
                <a:lnTo>
                  <a:pt x="1020" y="1571"/>
                </a:lnTo>
                <a:lnTo>
                  <a:pt x="1019" y="1571"/>
                </a:lnTo>
                <a:lnTo>
                  <a:pt x="1018" y="1570"/>
                </a:lnTo>
                <a:lnTo>
                  <a:pt x="1017" y="1570"/>
                </a:lnTo>
                <a:lnTo>
                  <a:pt x="1016" y="1570"/>
                </a:lnTo>
                <a:lnTo>
                  <a:pt x="1016" y="1569"/>
                </a:lnTo>
                <a:lnTo>
                  <a:pt x="1015" y="1568"/>
                </a:lnTo>
                <a:lnTo>
                  <a:pt x="1013" y="1568"/>
                </a:lnTo>
                <a:lnTo>
                  <a:pt x="1012" y="1568"/>
                </a:lnTo>
                <a:lnTo>
                  <a:pt x="1012" y="1567"/>
                </a:lnTo>
                <a:lnTo>
                  <a:pt x="1013" y="1567"/>
                </a:lnTo>
                <a:lnTo>
                  <a:pt x="1013" y="1566"/>
                </a:lnTo>
                <a:lnTo>
                  <a:pt x="1013" y="1565"/>
                </a:lnTo>
                <a:lnTo>
                  <a:pt x="1010" y="1565"/>
                </a:lnTo>
                <a:lnTo>
                  <a:pt x="1009" y="1564"/>
                </a:lnTo>
                <a:lnTo>
                  <a:pt x="1008" y="1563"/>
                </a:lnTo>
                <a:lnTo>
                  <a:pt x="1007" y="1563"/>
                </a:lnTo>
                <a:lnTo>
                  <a:pt x="1007" y="1564"/>
                </a:lnTo>
                <a:lnTo>
                  <a:pt x="1006" y="1564"/>
                </a:lnTo>
                <a:lnTo>
                  <a:pt x="1006" y="1563"/>
                </a:lnTo>
                <a:lnTo>
                  <a:pt x="1005" y="1563"/>
                </a:lnTo>
                <a:lnTo>
                  <a:pt x="1005" y="1564"/>
                </a:lnTo>
                <a:lnTo>
                  <a:pt x="1005" y="1565"/>
                </a:lnTo>
                <a:lnTo>
                  <a:pt x="1004" y="1565"/>
                </a:lnTo>
                <a:lnTo>
                  <a:pt x="1004" y="1564"/>
                </a:lnTo>
                <a:lnTo>
                  <a:pt x="1004" y="1563"/>
                </a:lnTo>
                <a:lnTo>
                  <a:pt x="1004" y="1562"/>
                </a:lnTo>
                <a:lnTo>
                  <a:pt x="1002" y="1562"/>
                </a:lnTo>
                <a:lnTo>
                  <a:pt x="1000" y="1562"/>
                </a:lnTo>
                <a:lnTo>
                  <a:pt x="999" y="1563"/>
                </a:lnTo>
                <a:lnTo>
                  <a:pt x="998" y="1564"/>
                </a:lnTo>
                <a:lnTo>
                  <a:pt x="998" y="1565"/>
                </a:lnTo>
                <a:lnTo>
                  <a:pt x="997" y="1565"/>
                </a:lnTo>
                <a:lnTo>
                  <a:pt x="996" y="1565"/>
                </a:lnTo>
                <a:lnTo>
                  <a:pt x="995" y="1564"/>
                </a:lnTo>
                <a:lnTo>
                  <a:pt x="993" y="1564"/>
                </a:lnTo>
                <a:lnTo>
                  <a:pt x="992" y="1564"/>
                </a:lnTo>
                <a:lnTo>
                  <a:pt x="992" y="1565"/>
                </a:lnTo>
                <a:lnTo>
                  <a:pt x="992" y="1566"/>
                </a:lnTo>
                <a:lnTo>
                  <a:pt x="991" y="1566"/>
                </a:lnTo>
                <a:lnTo>
                  <a:pt x="990" y="1566"/>
                </a:lnTo>
                <a:lnTo>
                  <a:pt x="989" y="1567"/>
                </a:lnTo>
                <a:lnTo>
                  <a:pt x="989" y="1568"/>
                </a:lnTo>
                <a:lnTo>
                  <a:pt x="988" y="1568"/>
                </a:lnTo>
                <a:lnTo>
                  <a:pt x="987" y="1568"/>
                </a:lnTo>
                <a:lnTo>
                  <a:pt x="987" y="1569"/>
                </a:lnTo>
                <a:lnTo>
                  <a:pt x="986" y="1569"/>
                </a:lnTo>
                <a:lnTo>
                  <a:pt x="985" y="1569"/>
                </a:lnTo>
                <a:lnTo>
                  <a:pt x="985" y="1570"/>
                </a:lnTo>
                <a:lnTo>
                  <a:pt x="984" y="1570"/>
                </a:lnTo>
                <a:lnTo>
                  <a:pt x="983" y="1571"/>
                </a:lnTo>
                <a:lnTo>
                  <a:pt x="983" y="1572"/>
                </a:lnTo>
                <a:lnTo>
                  <a:pt x="982" y="1572"/>
                </a:lnTo>
                <a:lnTo>
                  <a:pt x="981" y="1572"/>
                </a:lnTo>
                <a:lnTo>
                  <a:pt x="980" y="1571"/>
                </a:lnTo>
                <a:lnTo>
                  <a:pt x="980" y="1570"/>
                </a:lnTo>
                <a:lnTo>
                  <a:pt x="979" y="1571"/>
                </a:lnTo>
                <a:lnTo>
                  <a:pt x="979" y="1572"/>
                </a:lnTo>
                <a:lnTo>
                  <a:pt x="978" y="1572"/>
                </a:lnTo>
                <a:lnTo>
                  <a:pt x="977" y="1573"/>
                </a:lnTo>
                <a:lnTo>
                  <a:pt x="977" y="1574"/>
                </a:lnTo>
                <a:lnTo>
                  <a:pt x="977" y="1575"/>
                </a:lnTo>
                <a:lnTo>
                  <a:pt x="976" y="1575"/>
                </a:lnTo>
                <a:lnTo>
                  <a:pt x="976" y="1576"/>
                </a:lnTo>
                <a:lnTo>
                  <a:pt x="975" y="1576"/>
                </a:lnTo>
                <a:lnTo>
                  <a:pt x="975" y="1577"/>
                </a:lnTo>
                <a:lnTo>
                  <a:pt x="975" y="1578"/>
                </a:lnTo>
                <a:lnTo>
                  <a:pt x="974" y="1579"/>
                </a:lnTo>
                <a:lnTo>
                  <a:pt x="973" y="1580"/>
                </a:lnTo>
                <a:lnTo>
                  <a:pt x="973" y="1581"/>
                </a:lnTo>
                <a:lnTo>
                  <a:pt x="973" y="1582"/>
                </a:lnTo>
                <a:lnTo>
                  <a:pt x="971" y="1582"/>
                </a:lnTo>
                <a:lnTo>
                  <a:pt x="971" y="1581"/>
                </a:lnTo>
                <a:lnTo>
                  <a:pt x="970" y="1581"/>
                </a:lnTo>
                <a:lnTo>
                  <a:pt x="969" y="1581"/>
                </a:lnTo>
                <a:lnTo>
                  <a:pt x="969" y="1582"/>
                </a:lnTo>
                <a:lnTo>
                  <a:pt x="969" y="1583"/>
                </a:lnTo>
                <a:lnTo>
                  <a:pt x="968" y="1583"/>
                </a:lnTo>
                <a:lnTo>
                  <a:pt x="968" y="1584"/>
                </a:lnTo>
                <a:lnTo>
                  <a:pt x="967" y="1584"/>
                </a:lnTo>
                <a:lnTo>
                  <a:pt x="966" y="1584"/>
                </a:lnTo>
                <a:lnTo>
                  <a:pt x="966" y="1585"/>
                </a:lnTo>
                <a:lnTo>
                  <a:pt x="965" y="1585"/>
                </a:lnTo>
                <a:lnTo>
                  <a:pt x="965" y="1583"/>
                </a:lnTo>
                <a:lnTo>
                  <a:pt x="964" y="1582"/>
                </a:lnTo>
                <a:lnTo>
                  <a:pt x="963" y="1583"/>
                </a:lnTo>
                <a:lnTo>
                  <a:pt x="963" y="1584"/>
                </a:lnTo>
                <a:lnTo>
                  <a:pt x="964" y="1584"/>
                </a:lnTo>
                <a:lnTo>
                  <a:pt x="964" y="1585"/>
                </a:lnTo>
                <a:lnTo>
                  <a:pt x="964" y="1586"/>
                </a:lnTo>
                <a:lnTo>
                  <a:pt x="963" y="1586"/>
                </a:lnTo>
                <a:lnTo>
                  <a:pt x="962" y="1586"/>
                </a:lnTo>
                <a:lnTo>
                  <a:pt x="962" y="1587"/>
                </a:lnTo>
                <a:lnTo>
                  <a:pt x="963" y="1587"/>
                </a:lnTo>
                <a:lnTo>
                  <a:pt x="964" y="1587"/>
                </a:lnTo>
                <a:lnTo>
                  <a:pt x="964" y="1588"/>
                </a:lnTo>
                <a:lnTo>
                  <a:pt x="964" y="1589"/>
                </a:lnTo>
                <a:lnTo>
                  <a:pt x="963" y="1589"/>
                </a:lnTo>
                <a:lnTo>
                  <a:pt x="962" y="1589"/>
                </a:lnTo>
                <a:lnTo>
                  <a:pt x="961" y="1588"/>
                </a:lnTo>
                <a:lnTo>
                  <a:pt x="960" y="1588"/>
                </a:lnTo>
                <a:lnTo>
                  <a:pt x="960" y="1589"/>
                </a:lnTo>
                <a:lnTo>
                  <a:pt x="960" y="1590"/>
                </a:lnTo>
                <a:lnTo>
                  <a:pt x="960" y="1591"/>
                </a:lnTo>
                <a:lnTo>
                  <a:pt x="961" y="1591"/>
                </a:lnTo>
                <a:lnTo>
                  <a:pt x="961" y="1592"/>
                </a:lnTo>
                <a:lnTo>
                  <a:pt x="960" y="1592"/>
                </a:lnTo>
                <a:lnTo>
                  <a:pt x="959" y="1592"/>
                </a:lnTo>
                <a:lnTo>
                  <a:pt x="958" y="1592"/>
                </a:lnTo>
                <a:lnTo>
                  <a:pt x="959" y="1593"/>
                </a:lnTo>
                <a:lnTo>
                  <a:pt x="960" y="1593"/>
                </a:lnTo>
                <a:lnTo>
                  <a:pt x="960" y="1594"/>
                </a:lnTo>
                <a:lnTo>
                  <a:pt x="959" y="1594"/>
                </a:lnTo>
                <a:lnTo>
                  <a:pt x="958" y="1595"/>
                </a:lnTo>
                <a:lnTo>
                  <a:pt x="957" y="1595"/>
                </a:lnTo>
                <a:lnTo>
                  <a:pt x="957" y="1594"/>
                </a:lnTo>
                <a:lnTo>
                  <a:pt x="956" y="1593"/>
                </a:lnTo>
                <a:lnTo>
                  <a:pt x="956" y="1594"/>
                </a:lnTo>
                <a:lnTo>
                  <a:pt x="955" y="1594"/>
                </a:lnTo>
                <a:lnTo>
                  <a:pt x="954" y="1595"/>
                </a:lnTo>
                <a:lnTo>
                  <a:pt x="954" y="1594"/>
                </a:lnTo>
                <a:lnTo>
                  <a:pt x="952" y="1593"/>
                </a:lnTo>
                <a:lnTo>
                  <a:pt x="951" y="1594"/>
                </a:lnTo>
                <a:lnTo>
                  <a:pt x="951" y="1595"/>
                </a:lnTo>
                <a:lnTo>
                  <a:pt x="950" y="1595"/>
                </a:lnTo>
                <a:lnTo>
                  <a:pt x="949" y="1595"/>
                </a:lnTo>
                <a:lnTo>
                  <a:pt x="949" y="1596"/>
                </a:lnTo>
                <a:lnTo>
                  <a:pt x="948" y="1597"/>
                </a:lnTo>
                <a:lnTo>
                  <a:pt x="949" y="1597"/>
                </a:lnTo>
                <a:lnTo>
                  <a:pt x="949" y="1598"/>
                </a:lnTo>
                <a:lnTo>
                  <a:pt x="948" y="1598"/>
                </a:lnTo>
                <a:lnTo>
                  <a:pt x="946" y="1597"/>
                </a:lnTo>
                <a:lnTo>
                  <a:pt x="945" y="1596"/>
                </a:lnTo>
                <a:lnTo>
                  <a:pt x="944" y="1596"/>
                </a:lnTo>
                <a:lnTo>
                  <a:pt x="943" y="1597"/>
                </a:lnTo>
                <a:lnTo>
                  <a:pt x="942" y="1597"/>
                </a:lnTo>
                <a:lnTo>
                  <a:pt x="941" y="1597"/>
                </a:lnTo>
                <a:lnTo>
                  <a:pt x="941" y="1596"/>
                </a:lnTo>
                <a:lnTo>
                  <a:pt x="940" y="1596"/>
                </a:lnTo>
                <a:lnTo>
                  <a:pt x="940" y="1597"/>
                </a:lnTo>
                <a:lnTo>
                  <a:pt x="940" y="1598"/>
                </a:lnTo>
                <a:lnTo>
                  <a:pt x="939" y="1598"/>
                </a:lnTo>
                <a:lnTo>
                  <a:pt x="938" y="1598"/>
                </a:lnTo>
                <a:lnTo>
                  <a:pt x="938" y="1597"/>
                </a:lnTo>
                <a:lnTo>
                  <a:pt x="938" y="1598"/>
                </a:lnTo>
                <a:lnTo>
                  <a:pt x="937" y="1598"/>
                </a:lnTo>
                <a:lnTo>
                  <a:pt x="937" y="1597"/>
                </a:lnTo>
                <a:lnTo>
                  <a:pt x="936" y="1597"/>
                </a:lnTo>
                <a:lnTo>
                  <a:pt x="936" y="1596"/>
                </a:lnTo>
                <a:lnTo>
                  <a:pt x="936" y="1595"/>
                </a:lnTo>
                <a:lnTo>
                  <a:pt x="935" y="1595"/>
                </a:lnTo>
                <a:lnTo>
                  <a:pt x="935" y="1594"/>
                </a:lnTo>
                <a:lnTo>
                  <a:pt x="934" y="1595"/>
                </a:lnTo>
                <a:lnTo>
                  <a:pt x="933" y="1595"/>
                </a:lnTo>
                <a:lnTo>
                  <a:pt x="932" y="1594"/>
                </a:lnTo>
                <a:lnTo>
                  <a:pt x="931" y="1595"/>
                </a:lnTo>
                <a:lnTo>
                  <a:pt x="930" y="1595"/>
                </a:lnTo>
                <a:lnTo>
                  <a:pt x="930" y="1594"/>
                </a:lnTo>
                <a:lnTo>
                  <a:pt x="929" y="1594"/>
                </a:lnTo>
                <a:lnTo>
                  <a:pt x="929" y="1595"/>
                </a:lnTo>
                <a:lnTo>
                  <a:pt x="928" y="1595"/>
                </a:lnTo>
                <a:lnTo>
                  <a:pt x="928" y="1596"/>
                </a:lnTo>
                <a:lnTo>
                  <a:pt x="927" y="1596"/>
                </a:lnTo>
                <a:lnTo>
                  <a:pt x="927" y="1597"/>
                </a:lnTo>
                <a:lnTo>
                  <a:pt x="926" y="1597"/>
                </a:lnTo>
                <a:lnTo>
                  <a:pt x="925" y="1596"/>
                </a:lnTo>
                <a:lnTo>
                  <a:pt x="924" y="1597"/>
                </a:lnTo>
                <a:lnTo>
                  <a:pt x="923" y="1597"/>
                </a:lnTo>
                <a:lnTo>
                  <a:pt x="923" y="1596"/>
                </a:lnTo>
                <a:lnTo>
                  <a:pt x="922" y="1596"/>
                </a:lnTo>
                <a:lnTo>
                  <a:pt x="922" y="1595"/>
                </a:lnTo>
                <a:lnTo>
                  <a:pt x="923" y="1595"/>
                </a:lnTo>
                <a:lnTo>
                  <a:pt x="923" y="1594"/>
                </a:lnTo>
                <a:lnTo>
                  <a:pt x="922" y="1594"/>
                </a:lnTo>
                <a:lnTo>
                  <a:pt x="921" y="1595"/>
                </a:lnTo>
                <a:lnTo>
                  <a:pt x="920" y="1595"/>
                </a:lnTo>
                <a:lnTo>
                  <a:pt x="920" y="1596"/>
                </a:lnTo>
                <a:lnTo>
                  <a:pt x="919" y="1596"/>
                </a:lnTo>
                <a:lnTo>
                  <a:pt x="919" y="1595"/>
                </a:lnTo>
                <a:lnTo>
                  <a:pt x="920" y="1594"/>
                </a:lnTo>
                <a:lnTo>
                  <a:pt x="921" y="1594"/>
                </a:lnTo>
                <a:lnTo>
                  <a:pt x="920" y="1594"/>
                </a:lnTo>
                <a:lnTo>
                  <a:pt x="920" y="1593"/>
                </a:lnTo>
                <a:lnTo>
                  <a:pt x="921" y="1593"/>
                </a:lnTo>
                <a:lnTo>
                  <a:pt x="921" y="1592"/>
                </a:lnTo>
                <a:lnTo>
                  <a:pt x="921" y="1591"/>
                </a:lnTo>
                <a:lnTo>
                  <a:pt x="920" y="1591"/>
                </a:lnTo>
                <a:lnTo>
                  <a:pt x="920" y="1592"/>
                </a:lnTo>
                <a:lnTo>
                  <a:pt x="919" y="1592"/>
                </a:lnTo>
                <a:lnTo>
                  <a:pt x="918" y="1592"/>
                </a:lnTo>
                <a:lnTo>
                  <a:pt x="916" y="1592"/>
                </a:lnTo>
                <a:lnTo>
                  <a:pt x="915" y="1592"/>
                </a:lnTo>
                <a:lnTo>
                  <a:pt x="914" y="1592"/>
                </a:lnTo>
                <a:lnTo>
                  <a:pt x="913" y="1592"/>
                </a:lnTo>
                <a:lnTo>
                  <a:pt x="912" y="1592"/>
                </a:lnTo>
                <a:lnTo>
                  <a:pt x="912" y="1593"/>
                </a:lnTo>
                <a:lnTo>
                  <a:pt x="911" y="1593"/>
                </a:lnTo>
                <a:lnTo>
                  <a:pt x="910" y="1593"/>
                </a:lnTo>
                <a:lnTo>
                  <a:pt x="909" y="1593"/>
                </a:lnTo>
                <a:lnTo>
                  <a:pt x="909" y="1592"/>
                </a:lnTo>
                <a:lnTo>
                  <a:pt x="909" y="1591"/>
                </a:lnTo>
                <a:lnTo>
                  <a:pt x="908" y="1591"/>
                </a:lnTo>
                <a:lnTo>
                  <a:pt x="906" y="1591"/>
                </a:lnTo>
                <a:lnTo>
                  <a:pt x="906" y="1590"/>
                </a:lnTo>
                <a:lnTo>
                  <a:pt x="905" y="1589"/>
                </a:lnTo>
                <a:lnTo>
                  <a:pt x="904" y="1589"/>
                </a:lnTo>
                <a:lnTo>
                  <a:pt x="904" y="1590"/>
                </a:lnTo>
                <a:lnTo>
                  <a:pt x="903" y="1590"/>
                </a:lnTo>
                <a:lnTo>
                  <a:pt x="903" y="1589"/>
                </a:lnTo>
                <a:lnTo>
                  <a:pt x="902" y="1588"/>
                </a:lnTo>
                <a:lnTo>
                  <a:pt x="902" y="1587"/>
                </a:lnTo>
                <a:lnTo>
                  <a:pt x="901" y="1588"/>
                </a:lnTo>
                <a:lnTo>
                  <a:pt x="900" y="1588"/>
                </a:lnTo>
                <a:lnTo>
                  <a:pt x="899" y="1587"/>
                </a:lnTo>
                <a:lnTo>
                  <a:pt x="898" y="1587"/>
                </a:lnTo>
                <a:lnTo>
                  <a:pt x="896" y="1587"/>
                </a:lnTo>
                <a:lnTo>
                  <a:pt x="895" y="1587"/>
                </a:lnTo>
                <a:lnTo>
                  <a:pt x="895" y="1588"/>
                </a:lnTo>
                <a:lnTo>
                  <a:pt x="895" y="1587"/>
                </a:lnTo>
                <a:lnTo>
                  <a:pt x="894" y="1587"/>
                </a:lnTo>
                <a:lnTo>
                  <a:pt x="894" y="1586"/>
                </a:lnTo>
                <a:lnTo>
                  <a:pt x="893" y="1586"/>
                </a:lnTo>
                <a:lnTo>
                  <a:pt x="893" y="1585"/>
                </a:lnTo>
                <a:lnTo>
                  <a:pt x="894" y="1584"/>
                </a:lnTo>
                <a:lnTo>
                  <a:pt x="893" y="1583"/>
                </a:lnTo>
                <a:lnTo>
                  <a:pt x="893" y="1582"/>
                </a:lnTo>
                <a:lnTo>
                  <a:pt x="893" y="1581"/>
                </a:lnTo>
                <a:lnTo>
                  <a:pt x="892" y="1581"/>
                </a:lnTo>
                <a:lnTo>
                  <a:pt x="891" y="1582"/>
                </a:lnTo>
                <a:lnTo>
                  <a:pt x="891" y="1581"/>
                </a:lnTo>
                <a:lnTo>
                  <a:pt x="890" y="1581"/>
                </a:lnTo>
                <a:lnTo>
                  <a:pt x="889" y="1581"/>
                </a:lnTo>
                <a:lnTo>
                  <a:pt x="889" y="1582"/>
                </a:lnTo>
                <a:lnTo>
                  <a:pt x="888" y="1582"/>
                </a:lnTo>
                <a:lnTo>
                  <a:pt x="888" y="1581"/>
                </a:lnTo>
                <a:lnTo>
                  <a:pt x="887" y="1582"/>
                </a:lnTo>
                <a:lnTo>
                  <a:pt x="888" y="1581"/>
                </a:lnTo>
                <a:lnTo>
                  <a:pt x="889" y="1580"/>
                </a:lnTo>
                <a:lnTo>
                  <a:pt x="888" y="1580"/>
                </a:lnTo>
                <a:lnTo>
                  <a:pt x="888" y="1578"/>
                </a:lnTo>
                <a:lnTo>
                  <a:pt x="887" y="1578"/>
                </a:lnTo>
                <a:lnTo>
                  <a:pt x="886" y="1578"/>
                </a:lnTo>
                <a:lnTo>
                  <a:pt x="885" y="1579"/>
                </a:lnTo>
                <a:lnTo>
                  <a:pt x="884" y="1579"/>
                </a:lnTo>
                <a:lnTo>
                  <a:pt x="884" y="1578"/>
                </a:lnTo>
                <a:lnTo>
                  <a:pt x="884" y="1579"/>
                </a:lnTo>
                <a:lnTo>
                  <a:pt x="885" y="1579"/>
                </a:lnTo>
                <a:lnTo>
                  <a:pt x="885" y="1580"/>
                </a:lnTo>
                <a:lnTo>
                  <a:pt x="884" y="1580"/>
                </a:lnTo>
                <a:lnTo>
                  <a:pt x="883" y="1580"/>
                </a:lnTo>
                <a:lnTo>
                  <a:pt x="883" y="1579"/>
                </a:lnTo>
                <a:lnTo>
                  <a:pt x="883" y="1578"/>
                </a:lnTo>
                <a:lnTo>
                  <a:pt x="883" y="1577"/>
                </a:lnTo>
                <a:lnTo>
                  <a:pt x="882" y="1577"/>
                </a:lnTo>
                <a:lnTo>
                  <a:pt x="882" y="1576"/>
                </a:lnTo>
                <a:lnTo>
                  <a:pt x="881" y="1576"/>
                </a:lnTo>
                <a:lnTo>
                  <a:pt x="881" y="1575"/>
                </a:lnTo>
                <a:lnTo>
                  <a:pt x="880" y="1575"/>
                </a:lnTo>
                <a:lnTo>
                  <a:pt x="879" y="1574"/>
                </a:lnTo>
                <a:lnTo>
                  <a:pt x="879" y="1573"/>
                </a:lnTo>
                <a:lnTo>
                  <a:pt x="878" y="1573"/>
                </a:lnTo>
                <a:lnTo>
                  <a:pt x="877" y="1573"/>
                </a:lnTo>
                <a:lnTo>
                  <a:pt x="876" y="1573"/>
                </a:lnTo>
                <a:lnTo>
                  <a:pt x="877" y="1573"/>
                </a:lnTo>
                <a:lnTo>
                  <a:pt x="877" y="1572"/>
                </a:lnTo>
                <a:lnTo>
                  <a:pt x="877" y="1571"/>
                </a:lnTo>
                <a:lnTo>
                  <a:pt x="878" y="1571"/>
                </a:lnTo>
                <a:lnTo>
                  <a:pt x="877" y="1570"/>
                </a:lnTo>
                <a:lnTo>
                  <a:pt x="876" y="1570"/>
                </a:lnTo>
                <a:lnTo>
                  <a:pt x="875" y="1571"/>
                </a:lnTo>
                <a:lnTo>
                  <a:pt x="875" y="1570"/>
                </a:lnTo>
                <a:lnTo>
                  <a:pt x="874" y="1570"/>
                </a:lnTo>
                <a:lnTo>
                  <a:pt x="874" y="1569"/>
                </a:lnTo>
                <a:lnTo>
                  <a:pt x="873" y="1569"/>
                </a:lnTo>
                <a:lnTo>
                  <a:pt x="872" y="1568"/>
                </a:lnTo>
                <a:lnTo>
                  <a:pt x="872" y="1567"/>
                </a:lnTo>
                <a:lnTo>
                  <a:pt x="873" y="1567"/>
                </a:lnTo>
                <a:lnTo>
                  <a:pt x="872" y="1567"/>
                </a:lnTo>
                <a:lnTo>
                  <a:pt x="872" y="1566"/>
                </a:lnTo>
                <a:lnTo>
                  <a:pt x="872" y="1565"/>
                </a:lnTo>
                <a:lnTo>
                  <a:pt x="873" y="1564"/>
                </a:lnTo>
                <a:lnTo>
                  <a:pt x="873" y="1563"/>
                </a:lnTo>
                <a:lnTo>
                  <a:pt x="873" y="1562"/>
                </a:lnTo>
                <a:lnTo>
                  <a:pt x="873" y="1561"/>
                </a:lnTo>
                <a:lnTo>
                  <a:pt x="873" y="1560"/>
                </a:lnTo>
                <a:lnTo>
                  <a:pt x="874" y="1560"/>
                </a:lnTo>
                <a:lnTo>
                  <a:pt x="874" y="1559"/>
                </a:lnTo>
                <a:lnTo>
                  <a:pt x="874" y="1558"/>
                </a:lnTo>
                <a:lnTo>
                  <a:pt x="874" y="1557"/>
                </a:lnTo>
                <a:lnTo>
                  <a:pt x="873" y="1557"/>
                </a:lnTo>
                <a:lnTo>
                  <a:pt x="873" y="1556"/>
                </a:lnTo>
                <a:lnTo>
                  <a:pt x="873" y="1555"/>
                </a:lnTo>
                <a:lnTo>
                  <a:pt x="872" y="1553"/>
                </a:lnTo>
                <a:lnTo>
                  <a:pt x="871" y="1553"/>
                </a:lnTo>
                <a:lnTo>
                  <a:pt x="871" y="1552"/>
                </a:lnTo>
                <a:lnTo>
                  <a:pt x="870" y="1552"/>
                </a:lnTo>
                <a:lnTo>
                  <a:pt x="870" y="1551"/>
                </a:lnTo>
                <a:lnTo>
                  <a:pt x="870" y="1550"/>
                </a:lnTo>
                <a:lnTo>
                  <a:pt x="870" y="1549"/>
                </a:lnTo>
                <a:lnTo>
                  <a:pt x="869" y="1549"/>
                </a:lnTo>
                <a:lnTo>
                  <a:pt x="868" y="1548"/>
                </a:lnTo>
                <a:lnTo>
                  <a:pt x="869" y="1548"/>
                </a:lnTo>
                <a:lnTo>
                  <a:pt x="869" y="1547"/>
                </a:lnTo>
                <a:lnTo>
                  <a:pt x="870" y="1547"/>
                </a:lnTo>
                <a:lnTo>
                  <a:pt x="871" y="1546"/>
                </a:lnTo>
                <a:lnTo>
                  <a:pt x="870" y="1546"/>
                </a:lnTo>
                <a:lnTo>
                  <a:pt x="870" y="1545"/>
                </a:lnTo>
                <a:lnTo>
                  <a:pt x="869" y="1545"/>
                </a:lnTo>
                <a:lnTo>
                  <a:pt x="869" y="1546"/>
                </a:lnTo>
                <a:lnTo>
                  <a:pt x="868" y="1546"/>
                </a:lnTo>
                <a:lnTo>
                  <a:pt x="868" y="1545"/>
                </a:lnTo>
                <a:lnTo>
                  <a:pt x="868" y="1543"/>
                </a:lnTo>
                <a:lnTo>
                  <a:pt x="868" y="1544"/>
                </a:lnTo>
                <a:lnTo>
                  <a:pt x="869" y="1543"/>
                </a:lnTo>
                <a:lnTo>
                  <a:pt x="869" y="1542"/>
                </a:lnTo>
                <a:lnTo>
                  <a:pt x="869" y="1541"/>
                </a:lnTo>
                <a:lnTo>
                  <a:pt x="868" y="1541"/>
                </a:lnTo>
                <a:lnTo>
                  <a:pt x="867" y="1541"/>
                </a:lnTo>
                <a:lnTo>
                  <a:pt x="866" y="1541"/>
                </a:lnTo>
                <a:lnTo>
                  <a:pt x="865" y="1541"/>
                </a:lnTo>
                <a:lnTo>
                  <a:pt x="865" y="1540"/>
                </a:lnTo>
                <a:lnTo>
                  <a:pt x="866" y="1540"/>
                </a:lnTo>
                <a:lnTo>
                  <a:pt x="866" y="1539"/>
                </a:lnTo>
                <a:lnTo>
                  <a:pt x="867" y="1539"/>
                </a:lnTo>
                <a:lnTo>
                  <a:pt x="868" y="1538"/>
                </a:lnTo>
                <a:lnTo>
                  <a:pt x="867" y="1537"/>
                </a:lnTo>
                <a:lnTo>
                  <a:pt x="866" y="1537"/>
                </a:lnTo>
                <a:lnTo>
                  <a:pt x="865" y="1537"/>
                </a:lnTo>
                <a:lnTo>
                  <a:pt x="865" y="1536"/>
                </a:lnTo>
                <a:lnTo>
                  <a:pt x="864" y="1536"/>
                </a:lnTo>
                <a:lnTo>
                  <a:pt x="864" y="1537"/>
                </a:lnTo>
                <a:lnTo>
                  <a:pt x="863" y="1538"/>
                </a:lnTo>
                <a:lnTo>
                  <a:pt x="862" y="1538"/>
                </a:lnTo>
                <a:lnTo>
                  <a:pt x="861" y="1538"/>
                </a:lnTo>
                <a:lnTo>
                  <a:pt x="860" y="1538"/>
                </a:lnTo>
                <a:lnTo>
                  <a:pt x="859" y="1538"/>
                </a:lnTo>
                <a:lnTo>
                  <a:pt x="859" y="1537"/>
                </a:lnTo>
                <a:lnTo>
                  <a:pt x="858" y="1536"/>
                </a:lnTo>
                <a:lnTo>
                  <a:pt x="856" y="1536"/>
                </a:lnTo>
                <a:lnTo>
                  <a:pt x="855" y="1536"/>
                </a:lnTo>
                <a:lnTo>
                  <a:pt x="855" y="1537"/>
                </a:lnTo>
                <a:lnTo>
                  <a:pt x="854" y="1537"/>
                </a:lnTo>
                <a:lnTo>
                  <a:pt x="854" y="1539"/>
                </a:lnTo>
                <a:lnTo>
                  <a:pt x="853" y="1540"/>
                </a:lnTo>
                <a:lnTo>
                  <a:pt x="853" y="1541"/>
                </a:lnTo>
                <a:lnTo>
                  <a:pt x="852" y="1542"/>
                </a:lnTo>
                <a:lnTo>
                  <a:pt x="852" y="1543"/>
                </a:lnTo>
                <a:lnTo>
                  <a:pt x="851" y="1544"/>
                </a:lnTo>
                <a:lnTo>
                  <a:pt x="850" y="1545"/>
                </a:lnTo>
                <a:lnTo>
                  <a:pt x="849" y="1545"/>
                </a:lnTo>
                <a:lnTo>
                  <a:pt x="848" y="1545"/>
                </a:lnTo>
                <a:lnTo>
                  <a:pt x="847" y="1546"/>
                </a:lnTo>
                <a:lnTo>
                  <a:pt x="846" y="1546"/>
                </a:lnTo>
                <a:lnTo>
                  <a:pt x="845" y="1547"/>
                </a:lnTo>
                <a:lnTo>
                  <a:pt x="844" y="1547"/>
                </a:lnTo>
                <a:lnTo>
                  <a:pt x="843" y="1548"/>
                </a:lnTo>
                <a:lnTo>
                  <a:pt x="842" y="1549"/>
                </a:lnTo>
                <a:lnTo>
                  <a:pt x="841" y="1550"/>
                </a:lnTo>
                <a:lnTo>
                  <a:pt x="840" y="1551"/>
                </a:lnTo>
                <a:lnTo>
                  <a:pt x="839" y="1551"/>
                </a:lnTo>
                <a:lnTo>
                  <a:pt x="838" y="1550"/>
                </a:lnTo>
                <a:lnTo>
                  <a:pt x="838" y="1549"/>
                </a:lnTo>
                <a:lnTo>
                  <a:pt x="838" y="1548"/>
                </a:lnTo>
                <a:lnTo>
                  <a:pt x="837" y="1548"/>
                </a:lnTo>
                <a:lnTo>
                  <a:pt x="837" y="1547"/>
                </a:lnTo>
                <a:lnTo>
                  <a:pt x="836" y="1547"/>
                </a:lnTo>
                <a:lnTo>
                  <a:pt x="835" y="1548"/>
                </a:lnTo>
                <a:lnTo>
                  <a:pt x="834" y="1548"/>
                </a:lnTo>
                <a:lnTo>
                  <a:pt x="833" y="1549"/>
                </a:lnTo>
                <a:lnTo>
                  <a:pt x="832" y="1549"/>
                </a:lnTo>
                <a:lnTo>
                  <a:pt x="831" y="1549"/>
                </a:lnTo>
                <a:lnTo>
                  <a:pt x="830" y="1549"/>
                </a:lnTo>
                <a:lnTo>
                  <a:pt x="829" y="1549"/>
                </a:lnTo>
                <a:lnTo>
                  <a:pt x="828" y="1549"/>
                </a:lnTo>
                <a:lnTo>
                  <a:pt x="828" y="1550"/>
                </a:lnTo>
                <a:lnTo>
                  <a:pt x="829" y="1550"/>
                </a:lnTo>
                <a:lnTo>
                  <a:pt x="829" y="1551"/>
                </a:lnTo>
                <a:lnTo>
                  <a:pt x="830" y="1552"/>
                </a:lnTo>
                <a:lnTo>
                  <a:pt x="831" y="1552"/>
                </a:lnTo>
                <a:lnTo>
                  <a:pt x="831" y="1553"/>
                </a:lnTo>
                <a:lnTo>
                  <a:pt x="831" y="1554"/>
                </a:lnTo>
                <a:lnTo>
                  <a:pt x="831" y="1555"/>
                </a:lnTo>
                <a:lnTo>
                  <a:pt x="831" y="1556"/>
                </a:lnTo>
                <a:lnTo>
                  <a:pt x="831" y="1557"/>
                </a:lnTo>
                <a:lnTo>
                  <a:pt x="830" y="1557"/>
                </a:lnTo>
                <a:lnTo>
                  <a:pt x="830" y="1560"/>
                </a:lnTo>
                <a:lnTo>
                  <a:pt x="829" y="1562"/>
                </a:lnTo>
                <a:lnTo>
                  <a:pt x="828" y="1565"/>
                </a:lnTo>
                <a:lnTo>
                  <a:pt x="828" y="1566"/>
                </a:lnTo>
                <a:lnTo>
                  <a:pt x="826" y="1568"/>
                </a:lnTo>
                <a:lnTo>
                  <a:pt x="826" y="1569"/>
                </a:lnTo>
                <a:lnTo>
                  <a:pt x="825" y="1570"/>
                </a:lnTo>
                <a:lnTo>
                  <a:pt x="824" y="1570"/>
                </a:lnTo>
                <a:lnTo>
                  <a:pt x="824" y="1571"/>
                </a:lnTo>
                <a:lnTo>
                  <a:pt x="823" y="1571"/>
                </a:lnTo>
                <a:lnTo>
                  <a:pt x="822" y="1570"/>
                </a:lnTo>
                <a:lnTo>
                  <a:pt x="821" y="1570"/>
                </a:lnTo>
                <a:lnTo>
                  <a:pt x="821" y="1569"/>
                </a:lnTo>
                <a:lnTo>
                  <a:pt x="820" y="1568"/>
                </a:lnTo>
                <a:lnTo>
                  <a:pt x="819" y="1567"/>
                </a:lnTo>
                <a:lnTo>
                  <a:pt x="818" y="1567"/>
                </a:lnTo>
                <a:lnTo>
                  <a:pt x="818" y="1566"/>
                </a:lnTo>
                <a:lnTo>
                  <a:pt x="818" y="1565"/>
                </a:lnTo>
                <a:lnTo>
                  <a:pt x="817" y="1565"/>
                </a:lnTo>
                <a:lnTo>
                  <a:pt x="817" y="1566"/>
                </a:lnTo>
                <a:lnTo>
                  <a:pt x="816" y="1566"/>
                </a:lnTo>
                <a:lnTo>
                  <a:pt x="816" y="1567"/>
                </a:lnTo>
                <a:lnTo>
                  <a:pt x="817" y="1568"/>
                </a:lnTo>
                <a:lnTo>
                  <a:pt x="817" y="1569"/>
                </a:lnTo>
                <a:lnTo>
                  <a:pt x="817" y="1570"/>
                </a:lnTo>
                <a:lnTo>
                  <a:pt x="816" y="1570"/>
                </a:lnTo>
                <a:lnTo>
                  <a:pt x="815" y="1570"/>
                </a:lnTo>
                <a:lnTo>
                  <a:pt x="814" y="1569"/>
                </a:lnTo>
                <a:lnTo>
                  <a:pt x="813" y="1568"/>
                </a:lnTo>
                <a:lnTo>
                  <a:pt x="812" y="1568"/>
                </a:lnTo>
                <a:lnTo>
                  <a:pt x="811" y="1568"/>
                </a:lnTo>
                <a:lnTo>
                  <a:pt x="810" y="1568"/>
                </a:lnTo>
                <a:lnTo>
                  <a:pt x="808" y="1568"/>
                </a:lnTo>
                <a:lnTo>
                  <a:pt x="807" y="1568"/>
                </a:lnTo>
                <a:lnTo>
                  <a:pt x="805" y="1570"/>
                </a:lnTo>
                <a:lnTo>
                  <a:pt x="804" y="1571"/>
                </a:lnTo>
                <a:lnTo>
                  <a:pt x="803" y="1572"/>
                </a:lnTo>
                <a:lnTo>
                  <a:pt x="801" y="1573"/>
                </a:lnTo>
                <a:lnTo>
                  <a:pt x="799" y="1574"/>
                </a:lnTo>
                <a:lnTo>
                  <a:pt x="798" y="1574"/>
                </a:lnTo>
                <a:lnTo>
                  <a:pt x="797" y="1574"/>
                </a:lnTo>
                <a:lnTo>
                  <a:pt x="796" y="1573"/>
                </a:lnTo>
                <a:lnTo>
                  <a:pt x="794" y="1572"/>
                </a:lnTo>
                <a:lnTo>
                  <a:pt x="793" y="1572"/>
                </a:lnTo>
                <a:lnTo>
                  <a:pt x="792" y="1573"/>
                </a:lnTo>
                <a:lnTo>
                  <a:pt x="792" y="1574"/>
                </a:lnTo>
                <a:lnTo>
                  <a:pt x="791" y="1575"/>
                </a:lnTo>
                <a:lnTo>
                  <a:pt x="791" y="1576"/>
                </a:lnTo>
                <a:lnTo>
                  <a:pt x="790" y="1577"/>
                </a:lnTo>
                <a:lnTo>
                  <a:pt x="790" y="1578"/>
                </a:lnTo>
                <a:lnTo>
                  <a:pt x="789" y="1578"/>
                </a:lnTo>
                <a:lnTo>
                  <a:pt x="789" y="1579"/>
                </a:lnTo>
                <a:lnTo>
                  <a:pt x="788" y="1580"/>
                </a:lnTo>
                <a:lnTo>
                  <a:pt x="787" y="1580"/>
                </a:lnTo>
                <a:lnTo>
                  <a:pt x="785" y="1581"/>
                </a:lnTo>
                <a:lnTo>
                  <a:pt x="784" y="1581"/>
                </a:lnTo>
                <a:lnTo>
                  <a:pt x="784" y="1580"/>
                </a:lnTo>
                <a:lnTo>
                  <a:pt x="783" y="1580"/>
                </a:lnTo>
                <a:lnTo>
                  <a:pt x="783" y="1579"/>
                </a:lnTo>
                <a:lnTo>
                  <a:pt x="783" y="1577"/>
                </a:lnTo>
                <a:lnTo>
                  <a:pt x="784" y="1576"/>
                </a:lnTo>
                <a:lnTo>
                  <a:pt x="785" y="1575"/>
                </a:lnTo>
                <a:lnTo>
                  <a:pt x="785" y="1574"/>
                </a:lnTo>
                <a:lnTo>
                  <a:pt x="785" y="1573"/>
                </a:lnTo>
                <a:lnTo>
                  <a:pt x="785" y="1572"/>
                </a:lnTo>
                <a:lnTo>
                  <a:pt x="784" y="1572"/>
                </a:lnTo>
                <a:lnTo>
                  <a:pt x="783" y="1572"/>
                </a:lnTo>
                <a:lnTo>
                  <a:pt x="782" y="1573"/>
                </a:lnTo>
                <a:lnTo>
                  <a:pt x="781" y="1573"/>
                </a:lnTo>
                <a:lnTo>
                  <a:pt x="780" y="1572"/>
                </a:lnTo>
                <a:lnTo>
                  <a:pt x="779" y="1572"/>
                </a:lnTo>
                <a:lnTo>
                  <a:pt x="778" y="1571"/>
                </a:lnTo>
                <a:lnTo>
                  <a:pt x="778" y="1570"/>
                </a:lnTo>
                <a:lnTo>
                  <a:pt x="777" y="1568"/>
                </a:lnTo>
                <a:lnTo>
                  <a:pt x="776" y="1567"/>
                </a:lnTo>
                <a:lnTo>
                  <a:pt x="776" y="1566"/>
                </a:lnTo>
                <a:lnTo>
                  <a:pt x="775" y="1565"/>
                </a:lnTo>
                <a:lnTo>
                  <a:pt x="775" y="1564"/>
                </a:lnTo>
                <a:lnTo>
                  <a:pt x="775" y="1563"/>
                </a:lnTo>
                <a:lnTo>
                  <a:pt x="774" y="1562"/>
                </a:lnTo>
                <a:lnTo>
                  <a:pt x="774" y="1561"/>
                </a:lnTo>
                <a:lnTo>
                  <a:pt x="774" y="1560"/>
                </a:lnTo>
                <a:lnTo>
                  <a:pt x="773" y="1560"/>
                </a:lnTo>
                <a:lnTo>
                  <a:pt x="772" y="1560"/>
                </a:lnTo>
                <a:lnTo>
                  <a:pt x="771" y="1560"/>
                </a:lnTo>
                <a:lnTo>
                  <a:pt x="770" y="1560"/>
                </a:lnTo>
                <a:lnTo>
                  <a:pt x="769" y="1561"/>
                </a:lnTo>
                <a:lnTo>
                  <a:pt x="767" y="1561"/>
                </a:lnTo>
                <a:lnTo>
                  <a:pt x="765" y="1561"/>
                </a:lnTo>
                <a:lnTo>
                  <a:pt x="763" y="1561"/>
                </a:lnTo>
                <a:lnTo>
                  <a:pt x="762" y="1561"/>
                </a:lnTo>
                <a:lnTo>
                  <a:pt x="761" y="1560"/>
                </a:lnTo>
                <a:lnTo>
                  <a:pt x="761" y="1559"/>
                </a:lnTo>
                <a:lnTo>
                  <a:pt x="760" y="1558"/>
                </a:lnTo>
                <a:lnTo>
                  <a:pt x="760" y="1557"/>
                </a:lnTo>
                <a:lnTo>
                  <a:pt x="760" y="1556"/>
                </a:lnTo>
                <a:lnTo>
                  <a:pt x="760" y="1555"/>
                </a:lnTo>
                <a:lnTo>
                  <a:pt x="759" y="1555"/>
                </a:lnTo>
                <a:lnTo>
                  <a:pt x="758" y="1553"/>
                </a:lnTo>
                <a:lnTo>
                  <a:pt x="757" y="1553"/>
                </a:lnTo>
                <a:lnTo>
                  <a:pt x="756" y="1553"/>
                </a:lnTo>
                <a:lnTo>
                  <a:pt x="755" y="1554"/>
                </a:lnTo>
                <a:lnTo>
                  <a:pt x="755" y="1555"/>
                </a:lnTo>
                <a:lnTo>
                  <a:pt x="755" y="1557"/>
                </a:lnTo>
                <a:lnTo>
                  <a:pt x="756" y="1557"/>
                </a:lnTo>
                <a:lnTo>
                  <a:pt x="755" y="1557"/>
                </a:lnTo>
                <a:lnTo>
                  <a:pt x="755" y="1558"/>
                </a:lnTo>
                <a:lnTo>
                  <a:pt x="755" y="1559"/>
                </a:lnTo>
                <a:lnTo>
                  <a:pt x="754" y="1561"/>
                </a:lnTo>
                <a:lnTo>
                  <a:pt x="754" y="1562"/>
                </a:lnTo>
                <a:lnTo>
                  <a:pt x="753" y="1562"/>
                </a:lnTo>
                <a:lnTo>
                  <a:pt x="753" y="1563"/>
                </a:lnTo>
                <a:lnTo>
                  <a:pt x="753" y="1564"/>
                </a:lnTo>
                <a:lnTo>
                  <a:pt x="753" y="1565"/>
                </a:lnTo>
                <a:lnTo>
                  <a:pt x="753" y="1566"/>
                </a:lnTo>
                <a:lnTo>
                  <a:pt x="754" y="1567"/>
                </a:lnTo>
                <a:lnTo>
                  <a:pt x="754" y="1568"/>
                </a:lnTo>
                <a:lnTo>
                  <a:pt x="755" y="1568"/>
                </a:lnTo>
                <a:lnTo>
                  <a:pt x="755" y="1570"/>
                </a:lnTo>
                <a:lnTo>
                  <a:pt x="756" y="1571"/>
                </a:lnTo>
                <a:lnTo>
                  <a:pt x="756" y="1572"/>
                </a:lnTo>
                <a:lnTo>
                  <a:pt x="756" y="1573"/>
                </a:lnTo>
                <a:lnTo>
                  <a:pt x="756" y="1574"/>
                </a:lnTo>
                <a:lnTo>
                  <a:pt x="755" y="1575"/>
                </a:lnTo>
                <a:lnTo>
                  <a:pt x="754" y="1575"/>
                </a:lnTo>
                <a:lnTo>
                  <a:pt x="753" y="1575"/>
                </a:lnTo>
                <a:lnTo>
                  <a:pt x="753" y="1574"/>
                </a:lnTo>
                <a:lnTo>
                  <a:pt x="751" y="1574"/>
                </a:lnTo>
                <a:lnTo>
                  <a:pt x="750" y="1573"/>
                </a:lnTo>
                <a:lnTo>
                  <a:pt x="749" y="1572"/>
                </a:lnTo>
                <a:lnTo>
                  <a:pt x="748" y="1572"/>
                </a:lnTo>
                <a:lnTo>
                  <a:pt x="747" y="1572"/>
                </a:lnTo>
                <a:lnTo>
                  <a:pt x="747" y="1573"/>
                </a:lnTo>
                <a:lnTo>
                  <a:pt x="746" y="1574"/>
                </a:lnTo>
                <a:lnTo>
                  <a:pt x="745" y="1575"/>
                </a:lnTo>
                <a:lnTo>
                  <a:pt x="745" y="1576"/>
                </a:lnTo>
                <a:lnTo>
                  <a:pt x="744" y="1577"/>
                </a:lnTo>
                <a:lnTo>
                  <a:pt x="743" y="1577"/>
                </a:lnTo>
                <a:lnTo>
                  <a:pt x="742" y="1578"/>
                </a:lnTo>
                <a:lnTo>
                  <a:pt x="741" y="1578"/>
                </a:lnTo>
                <a:lnTo>
                  <a:pt x="740" y="1577"/>
                </a:lnTo>
                <a:lnTo>
                  <a:pt x="740" y="1576"/>
                </a:lnTo>
                <a:lnTo>
                  <a:pt x="740" y="1573"/>
                </a:lnTo>
                <a:lnTo>
                  <a:pt x="740" y="1572"/>
                </a:lnTo>
                <a:lnTo>
                  <a:pt x="739" y="1572"/>
                </a:lnTo>
                <a:lnTo>
                  <a:pt x="739" y="1571"/>
                </a:lnTo>
                <a:lnTo>
                  <a:pt x="738" y="1571"/>
                </a:lnTo>
                <a:lnTo>
                  <a:pt x="737" y="1572"/>
                </a:lnTo>
                <a:lnTo>
                  <a:pt x="736" y="1572"/>
                </a:lnTo>
                <a:lnTo>
                  <a:pt x="736" y="1573"/>
                </a:lnTo>
                <a:lnTo>
                  <a:pt x="735" y="1573"/>
                </a:lnTo>
                <a:lnTo>
                  <a:pt x="735" y="1574"/>
                </a:lnTo>
                <a:lnTo>
                  <a:pt x="735" y="1576"/>
                </a:lnTo>
                <a:lnTo>
                  <a:pt x="735" y="1577"/>
                </a:lnTo>
                <a:lnTo>
                  <a:pt x="734" y="1577"/>
                </a:lnTo>
                <a:lnTo>
                  <a:pt x="734" y="1578"/>
                </a:lnTo>
                <a:lnTo>
                  <a:pt x="733" y="1578"/>
                </a:lnTo>
                <a:lnTo>
                  <a:pt x="731" y="1578"/>
                </a:lnTo>
                <a:lnTo>
                  <a:pt x="730" y="1578"/>
                </a:lnTo>
                <a:lnTo>
                  <a:pt x="729" y="1577"/>
                </a:lnTo>
                <a:lnTo>
                  <a:pt x="728" y="1577"/>
                </a:lnTo>
                <a:lnTo>
                  <a:pt x="727" y="1578"/>
                </a:lnTo>
                <a:lnTo>
                  <a:pt x="726" y="1579"/>
                </a:lnTo>
                <a:lnTo>
                  <a:pt x="725" y="1579"/>
                </a:lnTo>
                <a:lnTo>
                  <a:pt x="725" y="1580"/>
                </a:lnTo>
                <a:lnTo>
                  <a:pt x="724" y="1580"/>
                </a:lnTo>
                <a:lnTo>
                  <a:pt x="723" y="1581"/>
                </a:lnTo>
                <a:lnTo>
                  <a:pt x="722" y="1582"/>
                </a:lnTo>
                <a:lnTo>
                  <a:pt x="721" y="1582"/>
                </a:lnTo>
                <a:lnTo>
                  <a:pt x="720" y="1582"/>
                </a:lnTo>
                <a:lnTo>
                  <a:pt x="719" y="1582"/>
                </a:lnTo>
                <a:lnTo>
                  <a:pt x="718" y="1582"/>
                </a:lnTo>
                <a:lnTo>
                  <a:pt x="717" y="1581"/>
                </a:lnTo>
                <a:lnTo>
                  <a:pt x="715" y="1580"/>
                </a:lnTo>
                <a:lnTo>
                  <a:pt x="714" y="1580"/>
                </a:lnTo>
                <a:lnTo>
                  <a:pt x="713" y="1580"/>
                </a:lnTo>
                <a:lnTo>
                  <a:pt x="712" y="1580"/>
                </a:lnTo>
                <a:lnTo>
                  <a:pt x="712" y="1581"/>
                </a:lnTo>
                <a:lnTo>
                  <a:pt x="711" y="1581"/>
                </a:lnTo>
                <a:lnTo>
                  <a:pt x="712" y="1582"/>
                </a:lnTo>
                <a:lnTo>
                  <a:pt x="712" y="1583"/>
                </a:lnTo>
                <a:lnTo>
                  <a:pt x="713" y="1583"/>
                </a:lnTo>
                <a:lnTo>
                  <a:pt x="714" y="1584"/>
                </a:lnTo>
                <a:lnTo>
                  <a:pt x="714" y="1585"/>
                </a:lnTo>
                <a:lnTo>
                  <a:pt x="713" y="1586"/>
                </a:lnTo>
                <a:lnTo>
                  <a:pt x="713" y="1587"/>
                </a:lnTo>
                <a:lnTo>
                  <a:pt x="712" y="1587"/>
                </a:lnTo>
                <a:lnTo>
                  <a:pt x="711" y="1588"/>
                </a:lnTo>
                <a:lnTo>
                  <a:pt x="711" y="1589"/>
                </a:lnTo>
                <a:lnTo>
                  <a:pt x="710" y="1589"/>
                </a:lnTo>
                <a:lnTo>
                  <a:pt x="708" y="1589"/>
                </a:lnTo>
                <a:lnTo>
                  <a:pt x="707" y="1589"/>
                </a:lnTo>
                <a:lnTo>
                  <a:pt x="706" y="1589"/>
                </a:lnTo>
                <a:lnTo>
                  <a:pt x="705" y="1589"/>
                </a:lnTo>
                <a:lnTo>
                  <a:pt x="704" y="1588"/>
                </a:lnTo>
                <a:lnTo>
                  <a:pt x="703" y="1588"/>
                </a:lnTo>
                <a:lnTo>
                  <a:pt x="702" y="1587"/>
                </a:lnTo>
                <a:lnTo>
                  <a:pt x="701" y="1586"/>
                </a:lnTo>
                <a:lnTo>
                  <a:pt x="700" y="1584"/>
                </a:lnTo>
                <a:lnTo>
                  <a:pt x="699" y="1583"/>
                </a:lnTo>
                <a:lnTo>
                  <a:pt x="698" y="1582"/>
                </a:lnTo>
                <a:lnTo>
                  <a:pt x="696" y="1582"/>
                </a:lnTo>
                <a:lnTo>
                  <a:pt x="695" y="1583"/>
                </a:lnTo>
                <a:lnTo>
                  <a:pt x="694" y="1583"/>
                </a:lnTo>
                <a:lnTo>
                  <a:pt x="693" y="1583"/>
                </a:lnTo>
                <a:lnTo>
                  <a:pt x="693" y="1584"/>
                </a:lnTo>
                <a:lnTo>
                  <a:pt x="692" y="1584"/>
                </a:lnTo>
                <a:lnTo>
                  <a:pt x="691" y="1585"/>
                </a:lnTo>
                <a:lnTo>
                  <a:pt x="690" y="1586"/>
                </a:lnTo>
                <a:lnTo>
                  <a:pt x="690" y="1587"/>
                </a:lnTo>
                <a:lnTo>
                  <a:pt x="689" y="1588"/>
                </a:lnTo>
                <a:lnTo>
                  <a:pt x="687" y="1588"/>
                </a:lnTo>
                <a:lnTo>
                  <a:pt x="686" y="1587"/>
                </a:lnTo>
                <a:lnTo>
                  <a:pt x="685" y="1587"/>
                </a:lnTo>
                <a:lnTo>
                  <a:pt x="684" y="1586"/>
                </a:lnTo>
                <a:lnTo>
                  <a:pt x="683" y="1585"/>
                </a:lnTo>
                <a:lnTo>
                  <a:pt x="683" y="1584"/>
                </a:lnTo>
                <a:lnTo>
                  <a:pt x="683" y="1583"/>
                </a:lnTo>
                <a:lnTo>
                  <a:pt x="682" y="1583"/>
                </a:lnTo>
                <a:lnTo>
                  <a:pt x="682" y="1582"/>
                </a:lnTo>
                <a:lnTo>
                  <a:pt x="681" y="1581"/>
                </a:lnTo>
                <a:lnTo>
                  <a:pt x="680" y="1580"/>
                </a:lnTo>
                <a:lnTo>
                  <a:pt x="679" y="1580"/>
                </a:lnTo>
                <a:lnTo>
                  <a:pt x="679" y="1579"/>
                </a:lnTo>
                <a:lnTo>
                  <a:pt x="678" y="1579"/>
                </a:lnTo>
                <a:lnTo>
                  <a:pt x="678" y="1578"/>
                </a:lnTo>
                <a:lnTo>
                  <a:pt x="679" y="1577"/>
                </a:lnTo>
                <a:lnTo>
                  <a:pt x="680" y="1576"/>
                </a:lnTo>
                <a:lnTo>
                  <a:pt x="680" y="1575"/>
                </a:lnTo>
                <a:lnTo>
                  <a:pt x="680" y="1574"/>
                </a:lnTo>
                <a:lnTo>
                  <a:pt x="680" y="1573"/>
                </a:lnTo>
                <a:lnTo>
                  <a:pt x="680" y="1572"/>
                </a:lnTo>
                <a:lnTo>
                  <a:pt x="679" y="1571"/>
                </a:lnTo>
                <a:lnTo>
                  <a:pt x="679" y="1569"/>
                </a:lnTo>
                <a:lnTo>
                  <a:pt x="678" y="1569"/>
                </a:lnTo>
                <a:lnTo>
                  <a:pt x="678" y="1568"/>
                </a:lnTo>
                <a:lnTo>
                  <a:pt x="677" y="1568"/>
                </a:lnTo>
                <a:lnTo>
                  <a:pt x="676" y="1568"/>
                </a:lnTo>
                <a:lnTo>
                  <a:pt x="675" y="1568"/>
                </a:lnTo>
                <a:lnTo>
                  <a:pt x="674" y="1568"/>
                </a:lnTo>
                <a:lnTo>
                  <a:pt x="673" y="1569"/>
                </a:lnTo>
                <a:lnTo>
                  <a:pt x="672" y="1570"/>
                </a:lnTo>
                <a:lnTo>
                  <a:pt x="670" y="1570"/>
                </a:lnTo>
                <a:lnTo>
                  <a:pt x="669" y="1571"/>
                </a:lnTo>
                <a:lnTo>
                  <a:pt x="668" y="1571"/>
                </a:lnTo>
                <a:lnTo>
                  <a:pt x="667" y="1571"/>
                </a:lnTo>
                <a:lnTo>
                  <a:pt x="666" y="1570"/>
                </a:lnTo>
                <a:lnTo>
                  <a:pt x="665" y="1569"/>
                </a:lnTo>
                <a:lnTo>
                  <a:pt x="664" y="1569"/>
                </a:lnTo>
                <a:lnTo>
                  <a:pt x="664" y="1568"/>
                </a:lnTo>
                <a:lnTo>
                  <a:pt x="663" y="1568"/>
                </a:lnTo>
                <a:lnTo>
                  <a:pt x="663" y="1567"/>
                </a:lnTo>
                <a:lnTo>
                  <a:pt x="663" y="1566"/>
                </a:lnTo>
                <a:lnTo>
                  <a:pt x="663" y="1565"/>
                </a:lnTo>
                <a:lnTo>
                  <a:pt x="663" y="1564"/>
                </a:lnTo>
                <a:lnTo>
                  <a:pt x="664" y="1563"/>
                </a:lnTo>
                <a:lnTo>
                  <a:pt x="664" y="1562"/>
                </a:lnTo>
                <a:lnTo>
                  <a:pt x="664" y="1561"/>
                </a:lnTo>
                <a:lnTo>
                  <a:pt x="663" y="1561"/>
                </a:lnTo>
                <a:lnTo>
                  <a:pt x="662" y="1561"/>
                </a:lnTo>
                <a:lnTo>
                  <a:pt x="661" y="1561"/>
                </a:lnTo>
                <a:lnTo>
                  <a:pt x="660" y="1562"/>
                </a:lnTo>
                <a:lnTo>
                  <a:pt x="659" y="1562"/>
                </a:lnTo>
                <a:lnTo>
                  <a:pt x="658" y="1562"/>
                </a:lnTo>
                <a:lnTo>
                  <a:pt x="657" y="1561"/>
                </a:lnTo>
                <a:lnTo>
                  <a:pt x="657" y="1560"/>
                </a:lnTo>
                <a:lnTo>
                  <a:pt x="656" y="1560"/>
                </a:lnTo>
                <a:lnTo>
                  <a:pt x="656" y="1559"/>
                </a:lnTo>
                <a:lnTo>
                  <a:pt x="657" y="1557"/>
                </a:lnTo>
                <a:lnTo>
                  <a:pt x="657" y="1556"/>
                </a:lnTo>
                <a:lnTo>
                  <a:pt x="657" y="1555"/>
                </a:lnTo>
                <a:lnTo>
                  <a:pt x="657" y="1554"/>
                </a:lnTo>
                <a:lnTo>
                  <a:pt x="656" y="1553"/>
                </a:lnTo>
                <a:lnTo>
                  <a:pt x="655" y="1554"/>
                </a:lnTo>
                <a:lnTo>
                  <a:pt x="654" y="1554"/>
                </a:lnTo>
                <a:lnTo>
                  <a:pt x="654" y="1555"/>
                </a:lnTo>
                <a:lnTo>
                  <a:pt x="653" y="1555"/>
                </a:lnTo>
                <a:lnTo>
                  <a:pt x="652" y="1557"/>
                </a:lnTo>
                <a:lnTo>
                  <a:pt x="652" y="1558"/>
                </a:lnTo>
                <a:lnTo>
                  <a:pt x="651" y="1558"/>
                </a:lnTo>
                <a:lnTo>
                  <a:pt x="650" y="1559"/>
                </a:lnTo>
                <a:lnTo>
                  <a:pt x="649" y="1559"/>
                </a:lnTo>
                <a:lnTo>
                  <a:pt x="648" y="1559"/>
                </a:lnTo>
                <a:lnTo>
                  <a:pt x="647" y="1559"/>
                </a:lnTo>
                <a:lnTo>
                  <a:pt x="646" y="1559"/>
                </a:lnTo>
                <a:lnTo>
                  <a:pt x="645" y="1558"/>
                </a:lnTo>
                <a:lnTo>
                  <a:pt x="644" y="1558"/>
                </a:lnTo>
                <a:lnTo>
                  <a:pt x="644" y="1557"/>
                </a:lnTo>
                <a:lnTo>
                  <a:pt x="643" y="1557"/>
                </a:lnTo>
                <a:lnTo>
                  <a:pt x="643" y="1556"/>
                </a:lnTo>
                <a:lnTo>
                  <a:pt x="643" y="1555"/>
                </a:lnTo>
                <a:lnTo>
                  <a:pt x="643" y="1554"/>
                </a:lnTo>
                <a:lnTo>
                  <a:pt x="643" y="1553"/>
                </a:lnTo>
                <a:lnTo>
                  <a:pt x="643" y="1552"/>
                </a:lnTo>
                <a:lnTo>
                  <a:pt x="644" y="1551"/>
                </a:lnTo>
                <a:lnTo>
                  <a:pt x="644" y="1550"/>
                </a:lnTo>
                <a:lnTo>
                  <a:pt x="643" y="1550"/>
                </a:lnTo>
                <a:lnTo>
                  <a:pt x="642" y="1550"/>
                </a:lnTo>
                <a:lnTo>
                  <a:pt x="641" y="1550"/>
                </a:lnTo>
                <a:lnTo>
                  <a:pt x="640" y="1550"/>
                </a:lnTo>
                <a:lnTo>
                  <a:pt x="639" y="1550"/>
                </a:lnTo>
                <a:lnTo>
                  <a:pt x="639" y="1549"/>
                </a:lnTo>
                <a:lnTo>
                  <a:pt x="640" y="1549"/>
                </a:lnTo>
                <a:lnTo>
                  <a:pt x="641" y="1548"/>
                </a:lnTo>
                <a:lnTo>
                  <a:pt x="641" y="1547"/>
                </a:lnTo>
                <a:lnTo>
                  <a:pt x="641" y="1546"/>
                </a:lnTo>
                <a:lnTo>
                  <a:pt x="641" y="1545"/>
                </a:lnTo>
                <a:lnTo>
                  <a:pt x="640" y="1545"/>
                </a:lnTo>
                <a:lnTo>
                  <a:pt x="640" y="1544"/>
                </a:lnTo>
                <a:lnTo>
                  <a:pt x="637" y="1544"/>
                </a:lnTo>
                <a:lnTo>
                  <a:pt x="636" y="1544"/>
                </a:lnTo>
                <a:lnTo>
                  <a:pt x="635" y="1543"/>
                </a:lnTo>
                <a:lnTo>
                  <a:pt x="634" y="1542"/>
                </a:lnTo>
                <a:lnTo>
                  <a:pt x="634" y="1541"/>
                </a:lnTo>
                <a:lnTo>
                  <a:pt x="634" y="1540"/>
                </a:lnTo>
                <a:lnTo>
                  <a:pt x="634" y="1539"/>
                </a:lnTo>
                <a:lnTo>
                  <a:pt x="633" y="1539"/>
                </a:lnTo>
                <a:lnTo>
                  <a:pt x="632" y="1538"/>
                </a:lnTo>
                <a:lnTo>
                  <a:pt x="632" y="1537"/>
                </a:lnTo>
                <a:lnTo>
                  <a:pt x="631" y="1537"/>
                </a:lnTo>
                <a:lnTo>
                  <a:pt x="630" y="1536"/>
                </a:lnTo>
                <a:lnTo>
                  <a:pt x="629" y="1536"/>
                </a:lnTo>
                <a:lnTo>
                  <a:pt x="628" y="1536"/>
                </a:lnTo>
                <a:lnTo>
                  <a:pt x="628" y="1535"/>
                </a:lnTo>
                <a:lnTo>
                  <a:pt x="627" y="1535"/>
                </a:lnTo>
                <a:lnTo>
                  <a:pt x="627" y="1534"/>
                </a:lnTo>
                <a:lnTo>
                  <a:pt x="626" y="1534"/>
                </a:lnTo>
                <a:lnTo>
                  <a:pt x="625" y="1535"/>
                </a:lnTo>
                <a:lnTo>
                  <a:pt x="624" y="1535"/>
                </a:lnTo>
                <a:lnTo>
                  <a:pt x="623" y="1536"/>
                </a:lnTo>
                <a:lnTo>
                  <a:pt x="622" y="1536"/>
                </a:lnTo>
                <a:lnTo>
                  <a:pt x="621" y="1536"/>
                </a:lnTo>
                <a:lnTo>
                  <a:pt x="621" y="1535"/>
                </a:lnTo>
                <a:lnTo>
                  <a:pt x="620" y="1534"/>
                </a:lnTo>
                <a:lnTo>
                  <a:pt x="619" y="1533"/>
                </a:lnTo>
                <a:lnTo>
                  <a:pt x="618" y="1532"/>
                </a:lnTo>
                <a:lnTo>
                  <a:pt x="618" y="1531"/>
                </a:lnTo>
                <a:lnTo>
                  <a:pt x="618" y="1530"/>
                </a:lnTo>
                <a:lnTo>
                  <a:pt x="619" y="1530"/>
                </a:lnTo>
                <a:lnTo>
                  <a:pt x="619" y="1529"/>
                </a:lnTo>
                <a:lnTo>
                  <a:pt x="620" y="1529"/>
                </a:lnTo>
                <a:lnTo>
                  <a:pt x="621" y="1529"/>
                </a:lnTo>
                <a:lnTo>
                  <a:pt x="622" y="1529"/>
                </a:lnTo>
                <a:lnTo>
                  <a:pt x="622" y="1528"/>
                </a:lnTo>
                <a:lnTo>
                  <a:pt x="623" y="1527"/>
                </a:lnTo>
                <a:lnTo>
                  <a:pt x="623" y="1526"/>
                </a:lnTo>
                <a:lnTo>
                  <a:pt x="624" y="1526"/>
                </a:lnTo>
                <a:lnTo>
                  <a:pt x="625" y="1526"/>
                </a:lnTo>
                <a:lnTo>
                  <a:pt x="626" y="1526"/>
                </a:lnTo>
                <a:lnTo>
                  <a:pt x="626" y="1525"/>
                </a:lnTo>
                <a:lnTo>
                  <a:pt x="626" y="1524"/>
                </a:lnTo>
                <a:lnTo>
                  <a:pt x="625" y="1524"/>
                </a:lnTo>
                <a:lnTo>
                  <a:pt x="625" y="1523"/>
                </a:lnTo>
                <a:lnTo>
                  <a:pt x="623" y="1522"/>
                </a:lnTo>
                <a:lnTo>
                  <a:pt x="622" y="1522"/>
                </a:lnTo>
                <a:lnTo>
                  <a:pt x="622" y="1521"/>
                </a:lnTo>
                <a:lnTo>
                  <a:pt x="621" y="1521"/>
                </a:lnTo>
                <a:lnTo>
                  <a:pt x="621" y="1520"/>
                </a:lnTo>
                <a:lnTo>
                  <a:pt x="620" y="1519"/>
                </a:lnTo>
                <a:lnTo>
                  <a:pt x="620" y="1518"/>
                </a:lnTo>
                <a:lnTo>
                  <a:pt x="621" y="1517"/>
                </a:lnTo>
                <a:lnTo>
                  <a:pt x="622" y="1517"/>
                </a:lnTo>
                <a:lnTo>
                  <a:pt x="623" y="1517"/>
                </a:lnTo>
                <a:lnTo>
                  <a:pt x="624" y="1517"/>
                </a:lnTo>
                <a:lnTo>
                  <a:pt x="625" y="1517"/>
                </a:lnTo>
                <a:lnTo>
                  <a:pt x="625" y="1516"/>
                </a:lnTo>
                <a:lnTo>
                  <a:pt x="625" y="1515"/>
                </a:lnTo>
                <a:lnTo>
                  <a:pt x="625" y="1514"/>
                </a:lnTo>
                <a:lnTo>
                  <a:pt x="625" y="1513"/>
                </a:lnTo>
                <a:lnTo>
                  <a:pt x="625" y="1512"/>
                </a:lnTo>
                <a:lnTo>
                  <a:pt x="624" y="1512"/>
                </a:lnTo>
                <a:lnTo>
                  <a:pt x="624" y="1511"/>
                </a:lnTo>
                <a:lnTo>
                  <a:pt x="624" y="1510"/>
                </a:lnTo>
                <a:lnTo>
                  <a:pt x="623" y="1510"/>
                </a:lnTo>
                <a:lnTo>
                  <a:pt x="623" y="1509"/>
                </a:lnTo>
                <a:lnTo>
                  <a:pt x="623" y="1508"/>
                </a:lnTo>
                <a:lnTo>
                  <a:pt x="622" y="1507"/>
                </a:lnTo>
                <a:lnTo>
                  <a:pt x="621" y="1506"/>
                </a:lnTo>
                <a:lnTo>
                  <a:pt x="620" y="1506"/>
                </a:lnTo>
                <a:lnTo>
                  <a:pt x="618" y="1506"/>
                </a:lnTo>
                <a:lnTo>
                  <a:pt x="617" y="1506"/>
                </a:lnTo>
                <a:lnTo>
                  <a:pt x="616" y="1506"/>
                </a:lnTo>
                <a:lnTo>
                  <a:pt x="615" y="1505"/>
                </a:lnTo>
                <a:lnTo>
                  <a:pt x="614" y="1505"/>
                </a:lnTo>
                <a:lnTo>
                  <a:pt x="613" y="1505"/>
                </a:lnTo>
                <a:lnTo>
                  <a:pt x="611" y="1504"/>
                </a:lnTo>
                <a:lnTo>
                  <a:pt x="611" y="1503"/>
                </a:lnTo>
                <a:lnTo>
                  <a:pt x="610" y="1503"/>
                </a:lnTo>
                <a:lnTo>
                  <a:pt x="609" y="1502"/>
                </a:lnTo>
                <a:lnTo>
                  <a:pt x="609" y="1501"/>
                </a:lnTo>
                <a:lnTo>
                  <a:pt x="608" y="1501"/>
                </a:lnTo>
                <a:lnTo>
                  <a:pt x="608" y="1500"/>
                </a:lnTo>
                <a:lnTo>
                  <a:pt x="607" y="1499"/>
                </a:lnTo>
                <a:lnTo>
                  <a:pt x="607" y="1498"/>
                </a:lnTo>
                <a:lnTo>
                  <a:pt x="606" y="1497"/>
                </a:lnTo>
                <a:lnTo>
                  <a:pt x="606" y="1496"/>
                </a:lnTo>
                <a:lnTo>
                  <a:pt x="606" y="1494"/>
                </a:lnTo>
                <a:lnTo>
                  <a:pt x="606" y="1493"/>
                </a:lnTo>
                <a:lnTo>
                  <a:pt x="607" y="1491"/>
                </a:lnTo>
                <a:lnTo>
                  <a:pt x="607" y="1490"/>
                </a:lnTo>
                <a:lnTo>
                  <a:pt x="608" y="1490"/>
                </a:lnTo>
                <a:lnTo>
                  <a:pt x="609" y="1490"/>
                </a:lnTo>
                <a:lnTo>
                  <a:pt x="610" y="1490"/>
                </a:lnTo>
                <a:lnTo>
                  <a:pt x="611" y="1490"/>
                </a:lnTo>
                <a:lnTo>
                  <a:pt x="612" y="1489"/>
                </a:lnTo>
                <a:lnTo>
                  <a:pt x="613" y="1488"/>
                </a:lnTo>
                <a:lnTo>
                  <a:pt x="613" y="1487"/>
                </a:lnTo>
                <a:lnTo>
                  <a:pt x="612" y="1486"/>
                </a:lnTo>
                <a:lnTo>
                  <a:pt x="611" y="1486"/>
                </a:lnTo>
                <a:lnTo>
                  <a:pt x="610" y="1486"/>
                </a:lnTo>
                <a:lnTo>
                  <a:pt x="610" y="1485"/>
                </a:lnTo>
                <a:lnTo>
                  <a:pt x="609" y="1485"/>
                </a:lnTo>
                <a:lnTo>
                  <a:pt x="608" y="1485"/>
                </a:lnTo>
                <a:lnTo>
                  <a:pt x="607" y="1485"/>
                </a:lnTo>
                <a:lnTo>
                  <a:pt x="607" y="1484"/>
                </a:lnTo>
                <a:lnTo>
                  <a:pt x="607" y="1483"/>
                </a:lnTo>
                <a:lnTo>
                  <a:pt x="607" y="1482"/>
                </a:lnTo>
                <a:lnTo>
                  <a:pt x="608" y="1482"/>
                </a:lnTo>
                <a:lnTo>
                  <a:pt x="609" y="1482"/>
                </a:lnTo>
                <a:lnTo>
                  <a:pt x="610" y="1482"/>
                </a:lnTo>
                <a:lnTo>
                  <a:pt x="612" y="1482"/>
                </a:lnTo>
                <a:lnTo>
                  <a:pt x="613" y="1482"/>
                </a:lnTo>
                <a:lnTo>
                  <a:pt x="614" y="1482"/>
                </a:lnTo>
                <a:lnTo>
                  <a:pt x="614" y="1481"/>
                </a:lnTo>
                <a:lnTo>
                  <a:pt x="614" y="1480"/>
                </a:lnTo>
                <a:lnTo>
                  <a:pt x="614" y="1479"/>
                </a:lnTo>
                <a:lnTo>
                  <a:pt x="613" y="1479"/>
                </a:lnTo>
                <a:lnTo>
                  <a:pt x="613" y="1478"/>
                </a:lnTo>
                <a:lnTo>
                  <a:pt x="613" y="1477"/>
                </a:lnTo>
                <a:lnTo>
                  <a:pt x="612" y="1476"/>
                </a:lnTo>
                <a:lnTo>
                  <a:pt x="612" y="1475"/>
                </a:lnTo>
                <a:lnTo>
                  <a:pt x="611" y="1475"/>
                </a:lnTo>
                <a:lnTo>
                  <a:pt x="610" y="1474"/>
                </a:lnTo>
                <a:lnTo>
                  <a:pt x="609" y="1474"/>
                </a:lnTo>
                <a:lnTo>
                  <a:pt x="608" y="1474"/>
                </a:lnTo>
                <a:lnTo>
                  <a:pt x="607" y="1473"/>
                </a:lnTo>
                <a:lnTo>
                  <a:pt x="607" y="1472"/>
                </a:lnTo>
                <a:lnTo>
                  <a:pt x="608" y="1471"/>
                </a:lnTo>
                <a:lnTo>
                  <a:pt x="609" y="1471"/>
                </a:lnTo>
                <a:lnTo>
                  <a:pt x="609" y="1470"/>
                </a:lnTo>
                <a:lnTo>
                  <a:pt x="609" y="1469"/>
                </a:lnTo>
                <a:lnTo>
                  <a:pt x="608" y="1468"/>
                </a:lnTo>
                <a:lnTo>
                  <a:pt x="608" y="1467"/>
                </a:lnTo>
                <a:lnTo>
                  <a:pt x="607" y="1467"/>
                </a:lnTo>
                <a:lnTo>
                  <a:pt x="606" y="1467"/>
                </a:lnTo>
                <a:lnTo>
                  <a:pt x="605" y="1467"/>
                </a:lnTo>
                <a:lnTo>
                  <a:pt x="604" y="1466"/>
                </a:lnTo>
                <a:lnTo>
                  <a:pt x="604" y="1465"/>
                </a:lnTo>
                <a:lnTo>
                  <a:pt x="604" y="1464"/>
                </a:lnTo>
                <a:lnTo>
                  <a:pt x="605" y="1464"/>
                </a:lnTo>
                <a:lnTo>
                  <a:pt x="606" y="1464"/>
                </a:lnTo>
                <a:lnTo>
                  <a:pt x="606" y="1463"/>
                </a:lnTo>
                <a:lnTo>
                  <a:pt x="607" y="1463"/>
                </a:lnTo>
                <a:lnTo>
                  <a:pt x="607" y="1462"/>
                </a:lnTo>
                <a:lnTo>
                  <a:pt x="607" y="1461"/>
                </a:lnTo>
                <a:lnTo>
                  <a:pt x="606" y="1460"/>
                </a:lnTo>
                <a:lnTo>
                  <a:pt x="605" y="1460"/>
                </a:lnTo>
                <a:lnTo>
                  <a:pt x="604" y="1459"/>
                </a:lnTo>
                <a:lnTo>
                  <a:pt x="603" y="1459"/>
                </a:lnTo>
                <a:lnTo>
                  <a:pt x="603" y="1458"/>
                </a:lnTo>
                <a:lnTo>
                  <a:pt x="602" y="1458"/>
                </a:lnTo>
                <a:lnTo>
                  <a:pt x="602" y="1457"/>
                </a:lnTo>
                <a:lnTo>
                  <a:pt x="603" y="1456"/>
                </a:lnTo>
                <a:lnTo>
                  <a:pt x="603" y="1455"/>
                </a:lnTo>
                <a:lnTo>
                  <a:pt x="604" y="1455"/>
                </a:lnTo>
                <a:lnTo>
                  <a:pt x="604" y="1454"/>
                </a:lnTo>
                <a:lnTo>
                  <a:pt x="605" y="1454"/>
                </a:lnTo>
                <a:lnTo>
                  <a:pt x="605" y="1453"/>
                </a:lnTo>
                <a:lnTo>
                  <a:pt x="604" y="1453"/>
                </a:lnTo>
                <a:lnTo>
                  <a:pt x="604" y="1452"/>
                </a:lnTo>
                <a:lnTo>
                  <a:pt x="603" y="1452"/>
                </a:lnTo>
                <a:lnTo>
                  <a:pt x="602" y="1452"/>
                </a:lnTo>
                <a:lnTo>
                  <a:pt x="602" y="1453"/>
                </a:lnTo>
                <a:lnTo>
                  <a:pt x="601" y="1453"/>
                </a:lnTo>
                <a:lnTo>
                  <a:pt x="601" y="1454"/>
                </a:lnTo>
                <a:lnTo>
                  <a:pt x="600" y="1454"/>
                </a:lnTo>
                <a:lnTo>
                  <a:pt x="599" y="1454"/>
                </a:lnTo>
                <a:lnTo>
                  <a:pt x="599" y="1452"/>
                </a:lnTo>
                <a:lnTo>
                  <a:pt x="599" y="1451"/>
                </a:lnTo>
                <a:lnTo>
                  <a:pt x="599" y="1450"/>
                </a:lnTo>
                <a:lnTo>
                  <a:pt x="598" y="1449"/>
                </a:lnTo>
                <a:lnTo>
                  <a:pt x="597" y="1449"/>
                </a:lnTo>
                <a:lnTo>
                  <a:pt x="596" y="1448"/>
                </a:lnTo>
                <a:lnTo>
                  <a:pt x="596" y="1447"/>
                </a:lnTo>
                <a:lnTo>
                  <a:pt x="595" y="1446"/>
                </a:lnTo>
                <a:lnTo>
                  <a:pt x="595" y="1445"/>
                </a:lnTo>
                <a:lnTo>
                  <a:pt x="595" y="1444"/>
                </a:lnTo>
                <a:lnTo>
                  <a:pt x="596" y="1444"/>
                </a:lnTo>
                <a:lnTo>
                  <a:pt x="597" y="1443"/>
                </a:lnTo>
                <a:lnTo>
                  <a:pt x="598" y="1443"/>
                </a:lnTo>
                <a:lnTo>
                  <a:pt x="598" y="1442"/>
                </a:lnTo>
                <a:lnTo>
                  <a:pt x="598" y="1441"/>
                </a:lnTo>
                <a:lnTo>
                  <a:pt x="597" y="1440"/>
                </a:lnTo>
                <a:lnTo>
                  <a:pt x="596" y="1439"/>
                </a:lnTo>
                <a:lnTo>
                  <a:pt x="595" y="1439"/>
                </a:lnTo>
                <a:lnTo>
                  <a:pt x="594" y="1438"/>
                </a:lnTo>
                <a:lnTo>
                  <a:pt x="593" y="1438"/>
                </a:lnTo>
                <a:lnTo>
                  <a:pt x="593" y="1436"/>
                </a:lnTo>
                <a:lnTo>
                  <a:pt x="593" y="1435"/>
                </a:lnTo>
                <a:lnTo>
                  <a:pt x="593" y="1434"/>
                </a:lnTo>
                <a:lnTo>
                  <a:pt x="594" y="1433"/>
                </a:lnTo>
                <a:lnTo>
                  <a:pt x="594" y="1432"/>
                </a:lnTo>
                <a:lnTo>
                  <a:pt x="594" y="1431"/>
                </a:lnTo>
                <a:lnTo>
                  <a:pt x="593" y="1430"/>
                </a:lnTo>
                <a:lnTo>
                  <a:pt x="593" y="1429"/>
                </a:lnTo>
                <a:lnTo>
                  <a:pt x="592" y="1428"/>
                </a:lnTo>
                <a:lnTo>
                  <a:pt x="592" y="1429"/>
                </a:lnTo>
                <a:lnTo>
                  <a:pt x="589" y="1430"/>
                </a:lnTo>
                <a:lnTo>
                  <a:pt x="589" y="1432"/>
                </a:lnTo>
                <a:lnTo>
                  <a:pt x="589" y="1433"/>
                </a:lnTo>
                <a:lnTo>
                  <a:pt x="589" y="1434"/>
                </a:lnTo>
                <a:lnTo>
                  <a:pt x="588" y="1435"/>
                </a:lnTo>
                <a:lnTo>
                  <a:pt x="588" y="1436"/>
                </a:lnTo>
                <a:lnTo>
                  <a:pt x="588" y="1437"/>
                </a:lnTo>
                <a:lnTo>
                  <a:pt x="588" y="1436"/>
                </a:lnTo>
                <a:lnTo>
                  <a:pt x="586" y="1436"/>
                </a:lnTo>
                <a:lnTo>
                  <a:pt x="585" y="1436"/>
                </a:lnTo>
                <a:lnTo>
                  <a:pt x="585" y="1435"/>
                </a:lnTo>
                <a:lnTo>
                  <a:pt x="585" y="1434"/>
                </a:lnTo>
                <a:lnTo>
                  <a:pt x="586" y="1433"/>
                </a:lnTo>
                <a:lnTo>
                  <a:pt x="586" y="1432"/>
                </a:lnTo>
                <a:lnTo>
                  <a:pt x="585" y="1432"/>
                </a:lnTo>
                <a:lnTo>
                  <a:pt x="585" y="1431"/>
                </a:lnTo>
                <a:lnTo>
                  <a:pt x="585" y="1430"/>
                </a:lnTo>
                <a:lnTo>
                  <a:pt x="584" y="1430"/>
                </a:lnTo>
                <a:lnTo>
                  <a:pt x="585" y="1429"/>
                </a:lnTo>
                <a:lnTo>
                  <a:pt x="585" y="1428"/>
                </a:lnTo>
                <a:lnTo>
                  <a:pt x="584" y="1427"/>
                </a:lnTo>
                <a:lnTo>
                  <a:pt x="583" y="1427"/>
                </a:lnTo>
                <a:lnTo>
                  <a:pt x="582" y="1428"/>
                </a:lnTo>
                <a:lnTo>
                  <a:pt x="581" y="1428"/>
                </a:lnTo>
                <a:lnTo>
                  <a:pt x="580" y="1429"/>
                </a:lnTo>
                <a:lnTo>
                  <a:pt x="579" y="1429"/>
                </a:lnTo>
                <a:lnTo>
                  <a:pt x="578" y="1429"/>
                </a:lnTo>
                <a:lnTo>
                  <a:pt x="577" y="1429"/>
                </a:lnTo>
                <a:lnTo>
                  <a:pt x="576" y="1429"/>
                </a:lnTo>
                <a:lnTo>
                  <a:pt x="576" y="1430"/>
                </a:lnTo>
                <a:lnTo>
                  <a:pt x="574" y="1432"/>
                </a:lnTo>
                <a:lnTo>
                  <a:pt x="574" y="1433"/>
                </a:lnTo>
                <a:lnTo>
                  <a:pt x="573" y="1433"/>
                </a:lnTo>
                <a:lnTo>
                  <a:pt x="573" y="1434"/>
                </a:lnTo>
                <a:lnTo>
                  <a:pt x="572" y="1434"/>
                </a:lnTo>
                <a:lnTo>
                  <a:pt x="571" y="1434"/>
                </a:lnTo>
                <a:lnTo>
                  <a:pt x="571" y="1435"/>
                </a:lnTo>
                <a:lnTo>
                  <a:pt x="571" y="1436"/>
                </a:lnTo>
                <a:lnTo>
                  <a:pt x="570" y="1436"/>
                </a:lnTo>
                <a:lnTo>
                  <a:pt x="569" y="1437"/>
                </a:lnTo>
                <a:lnTo>
                  <a:pt x="569" y="1438"/>
                </a:lnTo>
                <a:lnTo>
                  <a:pt x="569" y="1439"/>
                </a:lnTo>
                <a:lnTo>
                  <a:pt x="568" y="1439"/>
                </a:lnTo>
                <a:lnTo>
                  <a:pt x="567" y="1439"/>
                </a:lnTo>
                <a:lnTo>
                  <a:pt x="566" y="1440"/>
                </a:lnTo>
                <a:lnTo>
                  <a:pt x="565" y="1440"/>
                </a:lnTo>
                <a:lnTo>
                  <a:pt x="564" y="1440"/>
                </a:lnTo>
                <a:lnTo>
                  <a:pt x="564" y="1439"/>
                </a:lnTo>
                <a:lnTo>
                  <a:pt x="563" y="1440"/>
                </a:lnTo>
                <a:lnTo>
                  <a:pt x="563" y="1441"/>
                </a:lnTo>
                <a:lnTo>
                  <a:pt x="561" y="1442"/>
                </a:lnTo>
                <a:lnTo>
                  <a:pt x="558" y="1442"/>
                </a:lnTo>
                <a:lnTo>
                  <a:pt x="557" y="1442"/>
                </a:lnTo>
                <a:lnTo>
                  <a:pt x="557" y="1443"/>
                </a:lnTo>
                <a:lnTo>
                  <a:pt x="556" y="1443"/>
                </a:lnTo>
                <a:lnTo>
                  <a:pt x="555" y="1443"/>
                </a:lnTo>
                <a:lnTo>
                  <a:pt x="554" y="1443"/>
                </a:lnTo>
                <a:lnTo>
                  <a:pt x="553" y="1443"/>
                </a:lnTo>
                <a:lnTo>
                  <a:pt x="552" y="1443"/>
                </a:lnTo>
                <a:lnTo>
                  <a:pt x="548" y="1445"/>
                </a:lnTo>
                <a:lnTo>
                  <a:pt x="547" y="1445"/>
                </a:lnTo>
                <a:lnTo>
                  <a:pt x="546" y="1445"/>
                </a:lnTo>
                <a:lnTo>
                  <a:pt x="545" y="1445"/>
                </a:lnTo>
                <a:lnTo>
                  <a:pt x="545" y="1446"/>
                </a:lnTo>
                <a:lnTo>
                  <a:pt x="545" y="1447"/>
                </a:lnTo>
                <a:lnTo>
                  <a:pt x="544" y="1447"/>
                </a:lnTo>
                <a:lnTo>
                  <a:pt x="544" y="1448"/>
                </a:lnTo>
                <a:lnTo>
                  <a:pt x="544" y="1449"/>
                </a:lnTo>
                <a:lnTo>
                  <a:pt x="544" y="1450"/>
                </a:lnTo>
                <a:lnTo>
                  <a:pt x="543" y="1450"/>
                </a:lnTo>
                <a:lnTo>
                  <a:pt x="542" y="1450"/>
                </a:lnTo>
                <a:lnTo>
                  <a:pt x="541" y="1451"/>
                </a:lnTo>
                <a:lnTo>
                  <a:pt x="541" y="1452"/>
                </a:lnTo>
                <a:lnTo>
                  <a:pt x="540" y="1452"/>
                </a:lnTo>
                <a:lnTo>
                  <a:pt x="540" y="1451"/>
                </a:lnTo>
                <a:lnTo>
                  <a:pt x="539" y="1450"/>
                </a:lnTo>
                <a:lnTo>
                  <a:pt x="538" y="1450"/>
                </a:lnTo>
                <a:lnTo>
                  <a:pt x="538" y="1451"/>
                </a:lnTo>
                <a:lnTo>
                  <a:pt x="537" y="1451"/>
                </a:lnTo>
                <a:lnTo>
                  <a:pt x="536" y="1450"/>
                </a:lnTo>
                <a:lnTo>
                  <a:pt x="535" y="1450"/>
                </a:lnTo>
                <a:lnTo>
                  <a:pt x="534" y="1449"/>
                </a:lnTo>
                <a:lnTo>
                  <a:pt x="534" y="1448"/>
                </a:lnTo>
                <a:lnTo>
                  <a:pt x="533" y="1448"/>
                </a:lnTo>
                <a:lnTo>
                  <a:pt x="532" y="1448"/>
                </a:lnTo>
                <a:lnTo>
                  <a:pt x="531" y="1447"/>
                </a:lnTo>
                <a:lnTo>
                  <a:pt x="530" y="1447"/>
                </a:lnTo>
                <a:lnTo>
                  <a:pt x="529" y="1448"/>
                </a:lnTo>
                <a:lnTo>
                  <a:pt x="528" y="1449"/>
                </a:lnTo>
                <a:lnTo>
                  <a:pt x="528" y="1450"/>
                </a:lnTo>
                <a:lnTo>
                  <a:pt x="527" y="1449"/>
                </a:lnTo>
                <a:lnTo>
                  <a:pt x="527" y="1450"/>
                </a:lnTo>
                <a:lnTo>
                  <a:pt x="528" y="1450"/>
                </a:lnTo>
                <a:lnTo>
                  <a:pt x="527" y="1450"/>
                </a:lnTo>
                <a:lnTo>
                  <a:pt x="528" y="1451"/>
                </a:lnTo>
                <a:lnTo>
                  <a:pt x="527" y="1451"/>
                </a:lnTo>
                <a:lnTo>
                  <a:pt x="527" y="1452"/>
                </a:lnTo>
                <a:lnTo>
                  <a:pt x="526" y="1451"/>
                </a:lnTo>
                <a:lnTo>
                  <a:pt x="526" y="1452"/>
                </a:lnTo>
                <a:lnTo>
                  <a:pt x="525" y="1452"/>
                </a:lnTo>
                <a:lnTo>
                  <a:pt x="525" y="1453"/>
                </a:lnTo>
                <a:lnTo>
                  <a:pt x="524" y="1454"/>
                </a:lnTo>
                <a:lnTo>
                  <a:pt x="524" y="1453"/>
                </a:lnTo>
                <a:lnTo>
                  <a:pt x="523" y="1452"/>
                </a:lnTo>
                <a:lnTo>
                  <a:pt x="522" y="1453"/>
                </a:lnTo>
                <a:lnTo>
                  <a:pt x="521" y="1452"/>
                </a:lnTo>
                <a:lnTo>
                  <a:pt x="520" y="1452"/>
                </a:lnTo>
                <a:lnTo>
                  <a:pt x="520" y="1453"/>
                </a:lnTo>
                <a:lnTo>
                  <a:pt x="519" y="1453"/>
                </a:lnTo>
                <a:lnTo>
                  <a:pt x="518" y="1452"/>
                </a:lnTo>
                <a:lnTo>
                  <a:pt x="518" y="1453"/>
                </a:lnTo>
                <a:lnTo>
                  <a:pt x="517" y="1454"/>
                </a:lnTo>
                <a:lnTo>
                  <a:pt x="517" y="1453"/>
                </a:lnTo>
                <a:lnTo>
                  <a:pt x="516" y="1453"/>
                </a:lnTo>
                <a:lnTo>
                  <a:pt x="515" y="1453"/>
                </a:lnTo>
                <a:lnTo>
                  <a:pt x="516" y="1453"/>
                </a:lnTo>
                <a:lnTo>
                  <a:pt x="515" y="1453"/>
                </a:lnTo>
                <a:lnTo>
                  <a:pt x="515" y="1454"/>
                </a:lnTo>
                <a:lnTo>
                  <a:pt x="516" y="1454"/>
                </a:lnTo>
                <a:lnTo>
                  <a:pt x="515" y="1454"/>
                </a:lnTo>
                <a:lnTo>
                  <a:pt x="515" y="1455"/>
                </a:lnTo>
                <a:lnTo>
                  <a:pt x="516" y="1456"/>
                </a:lnTo>
                <a:lnTo>
                  <a:pt x="515" y="1456"/>
                </a:lnTo>
                <a:lnTo>
                  <a:pt x="515" y="1457"/>
                </a:lnTo>
                <a:lnTo>
                  <a:pt x="514" y="1458"/>
                </a:lnTo>
                <a:lnTo>
                  <a:pt x="513" y="1458"/>
                </a:lnTo>
                <a:lnTo>
                  <a:pt x="512" y="1457"/>
                </a:lnTo>
                <a:lnTo>
                  <a:pt x="511" y="1457"/>
                </a:lnTo>
                <a:lnTo>
                  <a:pt x="511" y="1456"/>
                </a:lnTo>
                <a:lnTo>
                  <a:pt x="510" y="1455"/>
                </a:lnTo>
                <a:lnTo>
                  <a:pt x="510" y="1454"/>
                </a:lnTo>
                <a:lnTo>
                  <a:pt x="509" y="1454"/>
                </a:lnTo>
                <a:lnTo>
                  <a:pt x="508" y="1454"/>
                </a:lnTo>
                <a:lnTo>
                  <a:pt x="507" y="1454"/>
                </a:lnTo>
                <a:lnTo>
                  <a:pt x="506" y="1453"/>
                </a:lnTo>
                <a:lnTo>
                  <a:pt x="505" y="1453"/>
                </a:lnTo>
                <a:lnTo>
                  <a:pt x="504" y="1454"/>
                </a:lnTo>
                <a:lnTo>
                  <a:pt x="503" y="1454"/>
                </a:lnTo>
                <a:lnTo>
                  <a:pt x="502" y="1454"/>
                </a:lnTo>
                <a:lnTo>
                  <a:pt x="501" y="1454"/>
                </a:lnTo>
                <a:lnTo>
                  <a:pt x="499" y="1454"/>
                </a:lnTo>
                <a:lnTo>
                  <a:pt x="500" y="1454"/>
                </a:lnTo>
                <a:lnTo>
                  <a:pt x="499" y="1453"/>
                </a:lnTo>
                <a:lnTo>
                  <a:pt x="499" y="1452"/>
                </a:lnTo>
                <a:lnTo>
                  <a:pt x="498" y="1452"/>
                </a:lnTo>
                <a:lnTo>
                  <a:pt x="497" y="1452"/>
                </a:lnTo>
                <a:lnTo>
                  <a:pt x="496" y="1452"/>
                </a:lnTo>
                <a:lnTo>
                  <a:pt x="495" y="1452"/>
                </a:lnTo>
                <a:lnTo>
                  <a:pt x="494" y="1451"/>
                </a:lnTo>
                <a:lnTo>
                  <a:pt x="493" y="1451"/>
                </a:lnTo>
                <a:lnTo>
                  <a:pt x="491" y="1452"/>
                </a:lnTo>
                <a:lnTo>
                  <a:pt x="490" y="1452"/>
                </a:lnTo>
                <a:lnTo>
                  <a:pt x="490" y="1454"/>
                </a:lnTo>
                <a:lnTo>
                  <a:pt x="485" y="1458"/>
                </a:lnTo>
                <a:lnTo>
                  <a:pt x="484" y="1459"/>
                </a:lnTo>
                <a:lnTo>
                  <a:pt x="485" y="1458"/>
                </a:lnTo>
                <a:lnTo>
                  <a:pt x="479" y="1448"/>
                </a:lnTo>
                <a:lnTo>
                  <a:pt x="478" y="1448"/>
                </a:lnTo>
                <a:lnTo>
                  <a:pt x="477" y="1447"/>
                </a:lnTo>
                <a:lnTo>
                  <a:pt x="470" y="1441"/>
                </a:lnTo>
                <a:lnTo>
                  <a:pt x="456" y="1424"/>
                </a:lnTo>
                <a:lnTo>
                  <a:pt x="455" y="1424"/>
                </a:lnTo>
                <a:lnTo>
                  <a:pt x="454" y="1422"/>
                </a:lnTo>
                <a:lnTo>
                  <a:pt x="454" y="1421"/>
                </a:lnTo>
                <a:lnTo>
                  <a:pt x="454" y="1420"/>
                </a:lnTo>
                <a:lnTo>
                  <a:pt x="454" y="1419"/>
                </a:lnTo>
                <a:lnTo>
                  <a:pt x="452" y="1406"/>
                </a:lnTo>
                <a:lnTo>
                  <a:pt x="451" y="1404"/>
                </a:lnTo>
                <a:lnTo>
                  <a:pt x="451" y="1403"/>
                </a:lnTo>
                <a:lnTo>
                  <a:pt x="450" y="1399"/>
                </a:lnTo>
                <a:lnTo>
                  <a:pt x="450" y="1398"/>
                </a:lnTo>
                <a:lnTo>
                  <a:pt x="449" y="1398"/>
                </a:lnTo>
                <a:lnTo>
                  <a:pt x="449" y="1397"/>
                </a:lnTo>
                <a:lnTo>
                  <a:pt x="449" y="1396"/>
                </a:lnTo>
                <a:lnTo>
                  <a:pt x="450" y="1396"/>
                </a:lnTo>
                <a:lnTo>
                  <a:pt x="452" y="1395"/>
                </a:lnTo>
                <a:lnTo>
                  <a:pt x="456" y="1394"/>
                </a:lnTo>
                <a:lnTo>
                  <a:pt x="455" y="1391"/>
                </a:lnTo>
                <a:lnTo>
                  <a:pt x="454" y="1390"/>
                </a:lnTo>
                <a:lnTo>
                  <a:pt x="454" y="1388"/>
                </a:lnTo>
                <a:lnTo>
                  <a:pt x="453" y="1387"/>
                </a:lnTo>
                <a:lnTo>
                  <a:pt x="454" y="1386"/>
                </a:lnTo>
                <a:lnTo>
                  <a:pt x="456" y="1385"/>
                </a:lnTo>
                <a:lnTo>
                  <a:pt x="457" y="1385"/>
                </a:lnTo>
                <a:lnTo>
                  <a:pt x="458" y="1385"/>
                </a:lnTo>
                <a:lnTo>
                  <a:pt x="458" y="1387"/>
                </a:lnTo>
                <a:lnTo>
                  <a:pt x="459" y="1388"/>
                </a:lnTo>
                <a:lnTo>
                  <a:pt x="460" y="1391"/>
                </a:lnTo>
                <a:lnTo>
                  <a:pt x="462" y="1390"/>
                </a:lnTo>
                <a:lnTo>
                  <a:pt x="461" y="1388"/>
                </a:lnTo>
                <a:lnTo>
                  <a:pt x="462" y="1388"/>
                </a:lnTo>
                <a:lnTo>
                  <a:pt x="464" y="1387"/>
                </a:lnTo>
                <a:lnTo>
                  <a:pt x="465" y="1387"/>
                </a:lnTo>
                <a:lnTo>
                  <a:pt x="467" y="1386"/>
                </a:lnTo>
                <a:lnTo>
                  <a:pt x="469" y="1385"/>
                </a:lnTo>
                <a:lnTo>
                  <a:pt x="472" y="1384"/>
                </a:lnTo>
                <a:lnTo>
                  <a:pt x="473" y="1384"/>
                </a:lnTo>
                <a:lnTo>
                  <a:pt x="474" y="1386"/>
                </a:lnTo>
                <a:lnTo>
                  <a:pt x="475" y="1387"/>
                </a:lnTo>
                <a:lnTo>
                  <a:pt x="477" y="1388"/>
                </a:lnTo>
                <a:lnTo>
                  <a:pt x="478" y="1388"/>
                </a:lnTo>
                <a:lnTo>
                  <a:pt x="479" y="1387"/>
                </a:lnTo>
                <a:lnTo>
                  <a:pt x="479" y="1388"/>
                </a:lnTo>
                <a:lnTo>
                  <a:pt x="480" y="1388"/>
                </a:lnTo>
                <a:lnTo>
                  <a:pt x="480" y="1387"/>
                </a:lnTo>
                <a:lnTo>
                  <a:pt x="481" y="1386"/>
                </a:lnTo>
                <a:lnTo>
                  <a:pt x="481" y="1387"/>
                </a:lnTo>
                <a:lnTo>
                  <a:pt x="481" y="1386"/>
                </a:lnTo>
                <a:lnTo>
                  <a:pt x="482" y="1386"/>
                </a:lnTo>
                <a:lnTo>
                  <a:pt x="482" y="1385"/>
                </a:lnTo>
                <a:lnTo>
                  <a:pt x="481" y="1384"/>
                </a:lnTo>
                <a:lnTo>
                  <a:pt x="483" y="1383"/>
                </a:lnTo>
                <a:lnTo>
                  <a:pt x="484" y="1382"/>
                </a:lnTo>
                <a:lnTo>
                  <a:pt x="485" y="1382"/>
                </a:lnTo>
                <a:lnTo>
                  <a:pt x="486" y="1381"/>
                </a:lnTo>
                <a:lnTo>
                  <a:pt x="485" y="1379"/>
                </a:lnTo>
                <a:lnTo>
                  <a:pt x="485" y="1378"/>
                </a:lnTo>
                <a:lnTo>
                  <a:pt x="485" y="1377"/>
                </a:lnTo>
                <a:lnTo>
                  <a:pt x="485" y="1376"/>
                </a:lnTo>
                <a:lnTo>
                  <a:pt x="484" y="1376"/>
                </a:lnTo>
                <a:lnTo>
                  <a:pt x="485" y="1375"/>
                </a:lnTo>
                <a:lnTo>
                  <a:pt x="484" y="1375"/>
                </a:lnTo>
                <a:lnTo>
                  <a:pt x="484" y="1374"/>
                </a:lnTo>
                <a:lnTo>
                  <a:pt x="483" y="1374"/>
                </a:lnTo>
                <a:lnTo>
                  <a:pt x="484" y="1373"/>
                </a:lnTo>
                <a:lnTo>
                  <a:pt x="483" y="1373"/>
                </a:lnTo>
                <a:lnTo>
                  <a:pt x="484" y="1372"/>
                </a:lnTo>
                <a:lnTo>
                  <a:pt x="486" y="1371"/>
                </a:lnTo>
                <a:lnTo>
                  <a:pt x="488" y="1371"/>
                </a:lnTo>
                <a:lnTo>
                  <a:pt x="489" y="1371"/>
                </a:lnTo>
                <a:lnTo>
                  <a:pt x="491" y="1369"/>
                </a:lnTo>
                <a:lnTo>
                  <a:pt x="492" y="1369"/>
                </a:lnTo>
                <a:lnTo>
                  <a:pt x="493" y="1369"/>
                </a:lnTo>
                <a:lnTo>
                  <a:pt x="493" y="1368"/>
                </a:lnTo>
                <a:lnTo>
                  <a:pt x="494" y="1368"/>
                </a:lnTo>
                <a:lnTo>
                  <a:pt x="496" y="1366"/>
                </a:lnTo>
                <a:lnTo>
                  <a:pt x="495" y="1366"/>
                </a:lnTo>
                <a:lnTo>
                  <a:pt x="496" y="1366"/>
                </a:lnTo>
                <a:lnTo>
                  <a:pt x="503" y="1364"/>
                </a:lnTo>
                <a:lnTo>
                  <a:pt x="510" y="1362"/>
                </a:lnTo>
                <a:lnTo>
                  <a:pt x="511" y="1361"/>
                </a:lnTo>
                <a:lnTo>
                  <a:pt x="512" y="1361"/>
                </a:lnTo>
                <a:lnTo>
                  <a:pt x="515" y="1361"/>
                </a:lnTo>
                <a:lnTo>
                  <a:pt x="516" y="1361"/>
                </a:lnTo>
                <a:lnTo>
                  <a:pt x="517" y="1360"/>
                </a:lnTo>
                <a:lnTo>
                  <a:pt x="518" y="1360"/>
                </a:lnTo>
                <a:lnTo>
                  <a:pt x="519" y="1360"/>
                </a:lnTo>
                <a:lnTo>
                  <a:pt x="524" y="1359"/>
                </a:lnTo>
                <a:lnTo>
                  <a:pt x="528" y="1358"/>
                </a:lnTo>
                <a:lnTo>
                  <a:pt x="528" y="1355"/>
                </a:lnTo>
                <a:lnTo>
                  <a:pt x="529" y="1351"/>
                </a:lnTo>
                <a:lnTo>
                  <a:pt x="530" y="1349"/>
                </a:lnTo>
                <a:lnTo>
                  <a:pt x="529" y="1347"/>
                </a:lnTo>
                <a:lnTo>
                  <a:pt x="529" y="1346"/>
                </a:lnTo>
                <a:lnTo>
                  <a:pt x="528" y="1342"/>
                </a:lnTo>
                <a:lnTo>
                  <a:pt x="529" y="1342"/>
                </a:lnTo>
                <a:lnTo>
                  <a:pt x="527" y="1338"/>
                </a:lnTo>
                <a:lnTo>
                  <a:pt x="527" y="1337"/>
                </a:lnTo>
                <a:lnTo>
                  <a:pt x="527" y="1336"/>
                </a:lnTo>
                <a:lnTo>
                  <a:pt x="526" y="1334"/>
                </a:lnTo>
                <a:lnTo>
                  <a:pt x="527" y="1334"/>
                </a:lnTo>
                <a:lnTo>
                  <a:pt x="527" y="1333"/>
                </a:lnTo>
                <a:lnTo>
                  <a:pt x="527" y="1332"/>
                </a:lnTo>
                <a:lnTo>
                  <a:pt x="526" y="1332"/>
                </a:lnTo>
                <a:lnTo>
                  <a:pt x="525" y="1332"/>
                </a:lnTo>
                <a:lnTo>
                  <a:pt x="524" y="1332"/>
                </a:lnTo>
                <a:lnTo>
                  <a:pt x="524" y="1333"/>
                </a:lnTo>
                <a:lnTo>
                  <a:pt x="523" y="1333"/>
                </a:lnTo>
                <a:lnTo>
                  <a:pt x="522" y="1333"/>
                </a:lnTo>
                <a:lnTo>
                  <a:pt x="521" y="1333"/>
                </a:lnTo>
                <a:lnTo>
                  <a:pt x="521" y="1332"/>
                </a:lnTo>
                <a:lnTo>
                  <a:pt x="520" y="1332"/>
                </a:lnTo>
                <a:lnTo>
                  <a:pt x="520" y="1331"/>
                </a:lnTo>
                <a:lnTo>
                  <a:pt x="519" y="1331"/>
                </a:lnTo>
                <a:lnTo>
                  <a:pt x="519" y="1330"/>
                </a:lnTo>
                <a:lnTo>
                  <a:pt x="520" y="1330"/>
                </a:lnTo>
                <a:lnTo>
                  <a:pt x="521" y="1330"/>
                </a:lnTo>
                <a:lnTo>
                  <a:pt x="521" y="1329"/>
                </a:lnTo>
                <a:lnTo>
                  <a:pt x="522" y="1329"/>
                </a:lnTo>
                <a:lnTo>
                  <a:pt x="523" y="1328"/>
                </a:lnTo>
                <a:lnTo>
                  <a:pt x="524" y="1328"/>
                </a:lnTo>
                <a:lnTo>
                  <a:pt x="524" y="1327"/>
                </a:lnTo>
                <a:lnTo>
                  <a:pt x="524" y="1326"/>
                </a:lnTo>
                <a:lnTo>
                  <a:pt x="524" y="1325"/>
                </a:lnTo>
                <a:lnTo>
                  <a:pt x="523" y="1324"/>
                </a:lnTo>
                <a:lnTo>
                  <a:pt x="522" y="1324"/>
                </a:lnTo>
                <a:lnTo>
                  <a:pt x="521" y="1324"/>
                </a:lnTo>
                <a:lnTo>
                  <a:pt x="521" y="1323"/>
                </a:lnTo>
                <a:lnTo>
                  <a:pt x="520" y="1323"/>
                </a:lnTo>
                <a:lnTo>
                  <a:pt x="520" y="1322"/>
                </a:lnTo>
                <a:lnTo>
                  <a:pt x="520" y="1321"/>
                </a:lnTo>
                <a:lnTo>
                  <a:pt x="521" y="1321"/>
                </a:lnTo>
                <a:lnTo>
                  <a:pt x="521" y="1320"/>
                </a:lnTo>
                <a:lnTo>
                  <a:pt x="521" y="1319"/>
                </a:lnTo>
                <a:lnTo>
                  <a:pt x="521" y="1318"/>
                </a:lnTo>
                <a:lnTo>
                  <a:pt x="520" y="1317"/>
                </a:lnTo>
                <a:lnTo>
                  <a:pt x="519" y="1317"/>
                </a:lnTo>
                <a:lnTo>
                  <a:pt x="518" y="1318"/>
                </a:lnTo>
                <a:lnTo>
                  <a:pt x="518" y="1317"/>
                </a:lnTo>
                <a:lnTo>
                  <a:pt x="517" y="1317"/>
                </a:lnTo>
                <a:lnTo>
                  <a:pt x="517" y="1318"/>
                </a:lnTo>
                <a:lnTo>
                  <a:pt x="516" y="1318"/>
                </a:lnTo>
                <a:lnTo>
                  <a:pt x="517" y="1318"/>
                </a:lnTo>
                <a:lnTo>
                  <a:pt x="517" y="1319"/>
                </a:lnTo>
                <a:lnTo>
                  <a:pt x="517" y="1320"/>
                </a:lnTo>
                <a:lnTo>
                  <a:pt x="517" y="1321"/>
                </a:lnTo>
                <a:lnTo>
                  <a:pt x="517" y="1322"/>
                </a:lnTo>
                <a:lnTo>
                  <a:pt x="517" y="1323"/>
                </a:lnTo>
                <a:lnTo>
                  <a:pt x="516" y="1323"/>
                </a:lnTo>
                <a:lnTo>
                  <a:pt x="516" y="1324"/>
                </a:lnTo>
                <a:lnTo>
                  <a:pt x="517" y="1324"/>
                </a:lnTo>
                <a:lnTo>
                  <a:pt x="517" y="1325"/>
                </a:lnTo>
                <a:lnTo>
                  <a:pt x="518" y="1326"/>
                </a:lnTo>
                <a:lnTo>
                  <a:pt x="518" y="1327"/>
                </a:lnTo>
                <a:lnTo>
                  <a:pt x="518" y="1328"/>
                </a:lnTo>
                <a:lnTo>
                  <a:pt x="518" y="1330"/>
                </a:lnTo>
                <a:lnTo>
                  <a:pt x="518" y="1331"/>
                </a:lnTo>
                <a:lnTo>
                  <a:pt x="517" y="1331"/>
                </a:lnTo>
                <a:lnTo>
                  <a:pt x="517" y="1332"/>
                </a:lnTo>
                <a:lnTo>
                  <a:pt x="516" y="1332"/>
                </a:lnTo>
                <a:lnTo>
                  <a:pt x="515" y="1332"/>
                </a:lnTo>
                <a:lnTo>
                  <a:pt x="515" y="1331"/>
                </a:lnTo>
                <a:lnTo>
                  <a:pt x="514" y="1331"/>
                </a:lnTo>
                <a:lnTo>
                  <a:pt x="513" y="1331"/>
                </a:lnTo>
                <a:lnTo>
                  <a:pt x="513" y="1332"/>
                </a:lnTo>
                <a:lnTo>
                  <a:pt x="512" y="1332"/>
                </a:lnTo>
                <a:lnTo>
                  <a:pt x="511" y="1333"/>
                </a:lnTo>
                <a:lnTo>
                  <a:pt x="510" y="1333"/>
                </a:lnTo>
                <a:lnTo>
                  <a:pt x="509" y="1333"/>
                </a:lnTo>
                <a:lnTo>
                  <a:pt x="508" y="1332"/>
                </a:lnTo>
                <a:lnTo>
                  <a:pt x="507" y="1331"/>
                </a:lnTo>
                <a:lnTo>
                  <a:pt x="506" y="1331"/>
                </a:lnTo>
                <a:lnTo>
                  <a:pt x="506" y="1330"/>
                </a:lnTo>
                <a:lnTo>
                  <a:pt x="505" y="1330"/>
                </a:lnTo>
                <a:lnTo>
                  <a:pt x="505" y="1329"/>
                </a:lnTo>
                <a:lnTo>
                  <a:pt x="505" y="1328"/>
                </a:lnTo>
                <a:lnTo>
                  <a:pt x="505" y="1327"/>
                </a:lnTo>
                <a:lnTo>
                  <a:pt x="505" y="1326"/>
                </a:lnTo>
                <a:lnTo>
                  <a:pt x="505" y="1325"/>
                </a:lnTo>
                <a:lnTo>
                  <a:pt x="506" y="1324"/>
                </a:lnTo>
                <a:lnTo>
                  <a:pt x="506" y="1323"/>
                </a:lnTo>
                <a:lnTo>
                  <a:pt x="506" y="1321"/>
                </a:lnTo>
                <a:lnTo>
                  <a:pt x="506" y="1320"/>
                </a:lnTo>
                <a:lnTo>
                  <a:pt x="507" y="1319"/>
                </a:lnTo>
                <a:lnTo>
                  <a:pt x="507" y="1318"/>
                </a:lnTo>
                <a:lnTo>
                  <a:pt x="507" y="1317"/>
                </a:lnTo>
                <a:lnTo>
                  <a:pt x="507" y="1316"/>
                </a:lnTo>
                <a:lnTo>
                  <a:pt x="507" y="1315"/>
                </a:lnTo>
                <a:lnTo>
                  <a:pt x="507" y="1314"/>
                </a:lnTo>
                <a:lnTo>
                  <a:pt x="508" y="1314"/>
                </a:lnTo>
                <a:lnTo>
                  <a:pt x="508" y="1313"/>
                </a:lnTo>
                <a:lnTo>
                  <a:pt x="508" y="1312"/>
                </a:lnTo>
                <a:lnTo>
                  <a:pt x="508" y="1308"/>
                </a:lnTo>
                <a:lnTo>
                  <a:pt x="508" y="1307"/>
                </a:lnTo>
                <a:lnTo>
                  <a:pt x="507" y="1307"/>
                </a:lnTo>
                <a:lnTo>
                  <a:pt x="507" y="1306"/>
                </a:lnTo>
                <a:lnTo>
                  <a:pt x="506" y="1307"/>
                </a:lnTo>
                <a:lnTo>
                  <a:pt x="504" y="1308"/>
                </a:lnTo>
                <a:lnTo>
                  <a:pt x="503" y="1308"/>
                </a:lnTo>
                <a:lnTo>
                  <a:pt x="502" y="1308"/>
                </a:lnTo>
                <a:lnTo>
                  <a:pt x="501" y="1307"/>
                </a:lnTo>
                <a:lnTo>
                  <a:pt x="501" y="1308"/>
                </a:lnTo>
                <a:lnTo>
                  <a:pt x="500" y="1308"/>
                </a:lnTo>
                <a:lnTo>
                  <a:pt x="499" y="1308"/>
                </a:lnTo>
                <a:lnTo>
                  <a:pt x="499" y="1309"/>
                </a:lnTo>
                <a:lnTo>
                  <a:pt x="499" y="1310"/>
                </a:lnTo>
                <a:lnTo>
                  <a:pt x="498" y="1310"/>
                </a:lnTo>
                <a:lnTo>
                  <a:pt x="497" y="1311"/>
                </a:lnTo>
                <a:lnTo>
                  <a:pt x="496" y="1312"/>
                </a:lnTo>
                <a:lnTo>
                  <a:pt x="495" y="1313"/>
                </a:lnTo>
                <a:lnTo>
                  <a:pt x="494" y="1312"/>
                </a:lnTo>
                <a:lnTo>
                  <a:pt x="493" y="1313"/>
                </a:lnTo>
                <a:lnTo>
                  <a:pt x="491" y="1313"/>
                </a:lnTo>
                <a:lnTo>
                  <a:pt x="489" y="1313"/>
                </a:lnTo>
                <a:lnTo>
                  <a:pt x="489" y="1312"/>
                </a:lnTo>
                <a:lnTo>
                  <a:pt x="489" y="1311"/>
                </a:lnTo>
                <a:lnTo>
                  <a:pt x="488" y="1311"/>
                </a:lnTo>
                <a:lnTo>
                  <a:pt x="488" y="1310"/>
                </a:lnTo>
                <a:lnTo>
                  <a:pt x="487" y="1310"/>
                </a:lnTo>
                <a:lnTo>
                  <a:pt x="486" y="1309"/>
                </a:lnTo>
                <a:lnTo>
                  <a:pt x="485" y="1308"/>
                </a:lnTo>
                <a:lnTo>
                  <a:pt x="484" y="1307"/>
                </a:lnTo>
                <a:lnTo>
                  <a:pt x="483" y="1307"/>
                </a:lnTo>
                <a:lnTo>
                  <a:pt x="483" y="1306"/>
                </a:lnTo>
                <a:lnTo>
                  <a:pt x="482" y="1306"/>
                </a:lnTo>
                <a:lnTo>
                  <a:pt x="481" y="1305"/>
                </a:lnTo>
                <a:lnTo>
                  <a:pt x="480" y="1305"/>
                </a:lnTo>
                <a:lnTo>
                  <a:pt x="478" y="1304"/>
                </a:lnTo>
                <a:lnTo>
                  <a:pt x="478" y="1305"/>
                </a:lnTo>
                <a:lnTo>
                  <a:pt x="477" y="1304"/>
                </a:lnTo>
                <a:lnTo>
                  <a:pt x="476" y="1304"/>
                </a:lnTo>
                <a:lnTo>
                  <a:pt x="474" y="1303"/>
                </a:lnTo>
                <a:lnTo>
                  <a:pt x="475" y="1304"/>
                </a:lnTo>
                <a:lnTo>
                  <a:pt x="474" y="1305"/>
                </a:lnTo>
                <a:lnTo>
                  <a:pt x="474" y="1306"/>
                </a:lnTo>
                <a:lnTo>
                  <a:pt x="475" y="1306"/>
                </a:lnTo>
                <a:lnTo>
                  <a:pt x="475" y="1307"/>
                </a:lnTo>
                <a:lnTo>
                  <a:pt x="476" y="1310"/>
                </a:lnTo>
                <a:lnTo>
                  <a:pt x="480" y="1309"/>
                </a:lnTo>
                <a:lnTo>
                  <a:pt x="482" y="1308"/>
                </a:lnTo>
                <a:lnTo>
                  <a:pt x="484" y="1308"/>
                </a:lnTo>
                <a:lnTo>
                  <a:pt x="486" y="1310"/>
                </a:lnTo>
                <a:lnTo>
                  <a:pt x="488" y="1310"/>
                </a:lnTo>
                <a:lnTo>
                  <a:pt x="488" y="1311"/>
                </a:lnTo>
                <a:lnTo>
                  <a:pt x="489" y="1312"/>
                </a:lnTo>
                <a:lnTo>
                  <a:pt x="489" y="1313"/>
                </a:lnTo>
                <a:lnTo>
                  <a:pt x="491" y="1314"/>
                </a:lnTo>
                <a:lnTo>
                  <a:pt x="491" y="1317"/>
                </a:lnTo>
                <a:lnTo>
                  <a:pt x="492" y="1317"/>
                </a:lnTo>
                <a:lnTo>
                  <a:pt x="492" y="1319"/>
                </a:lnTo>
                <a:lnTo>
                  <a:pt x="492" y="1323"/>
                </a:lnTo>
                <a:lnTo>
                  <a:pt x="491" y="1334"/>
                </a:lnTo>
                <a:lnTo>
                  <a:pt x="490" y="1334"/>
                </a:lnTo>
                <a:lnTo>
                  <a:pt x="489" y="1334"/>
                </a:lnTo>
                <a:lnTo>
                  <a:pt x="489" y="1335"/>
                </a:lnTo>
                <a:lnTo>
                  <a:pt x="488" y="1335"/>
                </a:lnTo>
                <a:lnTo>
                  <a:pt x="488" y="1336"/>
                </a:lnTo>
                <a:lnTo>
                  <a:pt x="487" y="1336"/>
                </a:lnTo>
                <a:lnTo>
                  <a:pt x="486" y="1336"/>
                </a:lnTo>
                <a:lnTo>
                  <a:pt x="486" y="1337"/>
                </a:lnTo>
                <a:lnTo>
                  <a:pt x="485" y="1337"/>
                </a:lnTo>
                <a:lnTo>
                  <a:pt x="485" y="1336"/>
                </a:lnTo>
                <a:lnTo>
                  <a:pt x="485" y="1335"/>
                </a:lnTo>
                <a:lnTo>
                  <a:pt x="485" y="1334"/>
                </a:lnTo>
                <a:lnTo>
                  <a:pt x="484" y="1334"/>
                </a:lnTo>
                <a:lnTo>
                  <a:pt x="483" y="1332"/>
                </a:lnTo>
                <a:lnTo>
                  <a:pt x="481" y="1331"/>
                </a:lnTo>
                <a:lnTo>
                  <a:pt x="479" y="1330"/>
                </a:lnTo>
                <a:lnTo>
                  <a:pt x="478" y="1331"/>
                </a:lnTo>
                <a:lnTo>
                  <a:pt x="478" y="1332"/>
                </a:lnTo>
                <a:lnTo>
                  <a:pt x="477" y="1332"/>
                </a:lnTo>
                <a:lnTo>
                  <a:pt x="476" y="1332"/>
                </a:lnTo>
                <a:lnTo>
                  <a:pt x="474" y="1332"/>
                </a:lnTo>
                <a:lnTo>
                  <a:pt x="473" y="1333"/>
                </a:lnTo>
                <a:lnTo>
                  <a:pt x="473" y="1334"/>
                </a:lnTo>
                <a:lnTo>
                  <a:pt x="471" y="1333"/>
                </a:lnTo>
                <a:lnTo>
                  <a:pt x="471" y="1332"/>
                </a:lnTo>
                <a:lnTo>
                  <a:pt x="470" y="1332"/>
                </a:lnTo>
                <a:lnTo>
                  <a:pt x="469" y="1334"/>
                </a:lnTo>
                <a:lnTo>
                  <a:pt x="468" y="1335"/>
                </a:lnTo>
                <a:lnTo>
                  <a:pt x="469" y="1335"/>
                </a:lnTo>
                <a:lnTo>
                  <a:pt x="469" y="1337"/>
                </a:lnTo>
                <a:lnTo>
                  <a:pt x="469" y="1338"/>
                </a:lnTo>
                <a:lnTo>
                  <a:pt x="469" y="1340"/>
                </a:lnTo>
                <a:lnTo>
                  <a:pt x="470" y="1340"/>
                </a:lnTo>
                <a:lnTo>
                  <a:pt x="470" y="1341"/>
                </a:lnTo>
                <a:lnTo>
                  <a:pt x="470" y="1342"/>
                </a:lnTo>
                <a:lnTo>
                  <a:pt x="469" y="1342"/>
                </a:lnTo>
                <a:lnTo>
                  <a:pt x="469" y="1344"/>
                </a:lnTo>
                <a:lnTo>
                  <a:pt x="469" y="1345"/>
                </a:lnTo>
                <a:lnTo>
                  <a:pt x="468" y="1345"/>
                </a:lnTo>
                <a:lnTo>
                  <a:pt x="468" y="1346"/>
                </a:lnTo>
                <a:lnTo>
                  <a:pt x="467" y="1347"/>
                </a:lnTo>
                <a:lnTo>
                  <a:pt x="467" y="1348"/>
                </a:lnTo>
                <a:lnTo>
                  <a:pt x="466" y="1349"/>
                </a:lnTo>
                <a:lnTo>
                  <a:pt x="466" y="1351"/>
                </a:lnTo>
                <a:lnTo>
                  <a:pt x="466" y="1352"/>
                </a:lnTo>
                <a:lnTo>
                  <a:pt x="466" y="1353"/>
                </a:lnTo>
                <a:lnTo>
                  <a:pt x="466" y="1354"/>
                </a:lnTo>
                <a:lnTo>
                  <a:pt x="467" y="1354"/>
                </a:lnTo>
                <a:lnTo>
                  <a:pt x="467" y="1355"/>
                </a:lnTo>
                <a:lnTo>
                  <a:pt x="466" y="1355"/>
                </a:lnTo>
                <a:lnTo>
                  <a:pt x="466" y="1356"/>
                </a:lnTo>
                <a:lnTo>
                  <a:pt x="465" y="1357"/>
                </a:lnTo>
                <a:lnTo>
                  <a:pt x="464" y="1359"/>
                </a:lnTo>
                <a:lnTo>
                  <a:pt x="463" y="1359"/>
                </a:lnTo>
                <a:lnTo>
                  <a:pt x="462" y="1360"/>
                </a:lnTo>
                <a:lnTo>
                  <a:pt x="461" y="1361"/>
                </a:lnTo>
                <a:lnTo>
                  <a:pt x="460" y="1361"/>
                </a:lnTo>
                <a:lnTo>
                  <a:pt x="459" y="1361"/>
                </a:lnTo>
                <a:lnTo>
                  <a:pt x="458" y="1361"/>
                </a:lnTo>
                <a:lnTo>
                  <a:pt x="458" y="1362"/>
                </a:lnTo>
                <a:lnTo>
                  <a:pt x="458" y="1361"/>
                </a:lnTo>
                <a:lnTo>
                  <a:pt x="457" y="1361"/>
                </a:lnTo>
                <a:lnTo>
                  <a:pt x="456" y="1361"/>
                </a:lnTo>
                <a:lnTo>
                  <a:pt x="455" y="1361"/>
                </a:lnTo>
                <a:lnTo>
                  <a:pt x="454" y="1361"/>
                </a:lnTo>
                <a:lnTo>
                  <a:pt x="453" y="1360"/>
                </a:lnTo>
                <a:lnTo>
                  <a:pt x="452" y="1361"/>
                </a:lnTo>
                <a:lnTo>
                  <a:pt x="452" y="1362"/>
                </a:lnTo>
                <a:lnTo>
                  <a:pt x="451" y="1362"/>
                </a:lnTo>
                <a:lnTo>
                  <a:pt x="450" y="1363"/>
                </a:lnTo>
                <a:lnTo>
                  <a:pt x="449" y="1363"/>
                </a:lnTo>
                <a:lnTo>
                  <a:pt x="449" y="1364"/>
                </a:lnTo>
                <a:lnTo>
                  <a:pt x="448" y="1364"/>
                </a:lnTo>
                <a:lnTo>
                  <a:pt x="448" y="1365"/>
                </a:lnTo>
                <a:lnTo>
                  <a:pt x="447" y="1365"/>
                </a:lnTo>
                <a:lnTo>
                  <a:pt x="447" y="1366"/>
                </a:lnTo>
                <a:lnTo>
                  <a:pt x="446" y="1366"/>
                </a:lnTo>
                <a:lnTo>
                  <a:pt x="445" y="1365"/>
                </a:lnTo>
                <a:lnTo>
                  <a:pt x="445" y="1366"/>
                </a:lnTo>
                <a:lnTo>
                  <a:pt x="444" y="1365"/>
                </a:lnTo>
                <a:lnTo>
                  <a:pt x="443" y="1364"/>
                </a:lnTo>
                <a:lnTo>
                  <a:pt x="443" y="1363"/>
                </a:lnTo>
                <a:lnTo>
                  <a:pt x="442" y="1363"/>
                </a:lnTo>
                <a:lnTo>
                  <a:pt x="442" y="1362"/>
                </a:lnTo>
                <a:lnTo>
                  <a:pt x="442" y="1361"/>
                </a:lnTo>
                <a:lnTo>
                  <a:pt x="442" y="1359"/>
                </a:lnTo>
                <a:lnTo>
                  <a:pt x="441" y="1359"/>
                </a:lnTo>
                <a:lnTo>
                  <a:pt x="440" y="1359"/>
                </a:lnTo>
                <a:lnTo>
                  <a:pt x="440" y="1358"/>
                </a:lnTo>
                <a:lnTo>
                  <a:pt x="439" y="1358"/>
                </a:lnTo>
                <a:lnTo>
                  <a:pt x="437" y="1358"/>
                </a:lnTo>
                <a:lnTo>
                  <a:pt x="435" y="1357"/>
                </a:lnTo>
                <a:lnTo>
                  <a:pt x="435" y="1356"/>
                </a:lnTo>
                <a:lnTo>
                  <a:pt x="434" y="1356"/>
                </a:lnTo>
                <a:lnTo>
                  <a:pt x="433" y="1356"/>
                </a:lnTo>
                <a:lnTo>
                  <a:pt x="433" y="1355"/>
                </a:lnTo>
                <a:lnTo>
                  <a:pt x="432" y="1355"/>
                </a:lnTo>
                <a:lnTo>
                  <a:pt x="431" y="1356"/>
                </a:lnTo>
                <a:lnTo>
                  <a:pt x="431" y="1355"/>
                </a:lnTo>
                <a:lnTo>
                  <a:pt x="430" y="1354"/>
                </a:lnTo>
                <a:lnTo>
                  <a:pt x="430" y="1353"/>
                </a:lnTo>
                <a:lnTo>
                  <a:pt x="429" y="1353"/>
                </a:lnTo>
                <a:lnTo>
                  <a:pt x="429" y="1352"/>
                </a:lnTo>
                <a:lnTo>
                  <a:pt x="427" y="1352"/>
                </a:lnTo>
                <a:lnTo>
                  <a:pt x="427" y="1350"/>
                </a:lnTo>
                <a:lnTo>
                  <a:pt x="427" y="1349"/>
                </a:lnTo>
                <a:lnTo>
                  <a:pt x="426" y="1349"/>
                </a:lnTo>
                <a:lnTo>
                  <a:pt x="426" y="1348"/>
                </a:lnTo>
                <a:lnTo>
                  <a:pt x="425" y="1348"/>
                </a:lnTo>
                <a:lnTo>
                  <a:pt x="425" y="1347"/>
                </a:lnTo>
                <a:lnTo>
                  <a:pt x="425" y="1346"/>
                </a:lnTo>
                <a:lnTo>
                  <a:pt x="425" y="1345"/>
                </a:lnTo>
                <a:lnTo>
                  <a:pt x="425" y="1344"/>
                </a:lnTo>
                <a:lnTo>
                  <a:pt x="425" y="1343"/>
                </a:lnTo>
                <a:lnTo>
                  <a:pt x="424" y="1343"/>
                </a:lnTo>
                <a:lnTo>
                  <a:pt x="425" y="1342"/>
                </a:lnTo>
                <a:lnTo>
                  <a:pt x="424" y="1341"/>
                </a:lnTo>
                <a:lnTo>
                  <a:pt x="424" y="1340"/>
                </a:lnTo>
                <a:lnTo>
                  <a:pt x="423" y="1339"/>
                </a:lnTo>
                <a:lnTo>
                  <a:pt x="422" y="1338"/>
                </a:lnTo>
                <a:lnTo>
                  <a:pt x="421" y="1337"/>
                </a:lnTo>
                <a:lnTo>
                  <a:pt x="421" y="1336"/>
                </a:lnTo>
                <a:lnTo>
                  <a:pt x="420" y="1335"/>
                </a:lnTo>
                <a:lnTo>
                  <a:pt x="421" y="1335"/>
                </a:lnTo>
                <a:lnTo>
                  <a:pt x="422" y="1334"/>
                </a:lnTo>
                <a:lnTo>
                  <a:pt x="422" y="1333"/>
                </a:lnTo>
                <a:lnTo>
                  <a:pt x="422" y="1331"/>
                </a:lnTo>
                <a:lnTo>
                  <a:pt x="422" y="1330"/>
                </a:lnTo>
                <a:lnTo>
                  <a:pt x="422" y="1329"/>
                </a:lnTo>
                <a:lnTo>
                  <a:pt x="421" y="1328"/>
                </a:lnTo>
                <a:lnTo>
                  <a:pt x="421" y="1327"/>
                </a:lnTo>
                <a:lnTo>
                  <a:pt x="422" y="1325"/>
                </a:lnTo>
                <a:lnTo>
                  <a:pt x="421" y="1325"/>
                </a:lnTo>
                <a:lnTo>
                  <a:pt x="421" y="1324"/>
                </a:lnTo>
                <a:lnTo>
                  <a:pt x="421" y="1323"/>
                </a:lnTo>
                <a:lnTo>
                  <a:pt x="420" y="1322"/>
                </a:lnTo>
                <a:lnTo>
                  <a:pt x="420" y="1321"/>
                </a:lnTo>
                <a:lnTo>
                  <a:pt x="419" y="1322"/>
                </a:lnTo>
                <a:lnTo>
                  <a:pt x="418" y="1322"/>
                </a:lnTo>
                <a:lnTo>
                  <a:pt x="418" y="1323"/>
                </a:lnTo>
                <a:lnTo>
                  <a:pt x="417" y="1323"/>
                </a:lnTo>
                <a:lnTo>
                  <a:pt x="417" y="1324"/>
                </a:lnTo>
                <a:lnTo>
                  <a:pt x="416" y="1325"/>
                </a:lnTo>
                <a:lnTo>
                  <a:pt x="415" y="1325"/>
                </a:lnTo>
                <a:lnTo>
                  <a:pt x="415" y="1326"/>
                </a:lnTo>
                <a:lnTo>
                  <a:pt x="415" y="1327"/>
                </a:lnTo>
                <a:lnTo>
                  <a:pt x="414" y="1327"/>
                </a:lnTo>
                <a:lnTo>
                  <a:pt x="413" y="1327"/>
                </a:lnTo>
                <a:lnTo>
                  <a:pt x="413" y="1328"/>
                </a:lnTo>
                <a:lnTo>
                  <a:pt x="412" y="1327"/>
                </a:lnTo>
                <a:lnTo>
                  <a:pt x="411" y="1328"/>
                </a:lnTo>
                <a:lnTo>
                  <a:pt x="410" y="1328"/>
                </a:lnTo>
                <a:lnTo>
                  <a:pt x="408" y="1328"/>
                </a:lnTo>
                <a:lnTo>
                  <a:pt x="407" y="1328"/>
                </a:lnTo>
                <a:lnTo>
                  <a:pt x="406" y="1328"/>
                </a:lnTo>
                <a:lnTo>
                  <a:pt x="406" y="1326"/>
                </a:lnTo>
                <a:lnTo>
                  <a:pt x="407" y="1325"/>
                </a:lnTo>
                <a:lnTo>
                  <a:pt x="407" y="1324"/>
                </a:lnTo>
                <a:lnTo>
                  <a:pt x="405" y="1324"/>
                </a:lnTo>
                <a:lnTo>
                  <a:pt x="405" y="1323"/>
                </a:lnTo>
                <a:lnTo>
                  <a:pt x="404" y="1323"/>
                </a:lnTo>
                <a:lnTo>
                  <a:pt x="403" y="1322"/>
                </a:lnTo>
                <a:lnTo>
                  <a:pt x="403" y="1321"/>
                </a:lnTo>
                <a:lnTo>
                  <a:pt x="403" y="1319"/>
                </a:lnTo>
                <a:lnTo>
                  <a:pt x="404" y="1318"/>
                </a:lnTo>
                <a:lnTo>
                  <a:pt x="403" y="1318"/>
                </a:lnTo>
                <a:lnTo>
                  <a:pt x="402" y="1316"/>
                </a:lnTo>
                <a:lnTo>
                  <a:pt x="405" y="1312"/>
                </a:lnTo>
                <a:lnTo>
                  <a:pt x="405" y="1311"/>
                </a:lnTo>
                <a:lnTo>
                  <a:pt x="407" y="1309"/>
                </a:lnTo>
                <a:lnTo>
                  <a:pt x="407" y="1308"/>
                </a:lnTo>
                <a:lnTo>
                  <a:pt x="409" y="1307"/>
                </a:lnTo>
                <a:lnTo>
                  <a:pt x="409" y="1306"/>
                </a:lnTo>
                <a:lnTo>
                  <a:pt x="410" y="1306"/>
                </a:lnTo>
                <a:lnTo>
                  <a:pt x="410" y="1305"/>
                </a:lnTo>
                <a:lnTo>
                  <a:pt x="410" y="1304"/>
                </a:lnTo>
                <a:lnTo>
                  <a:pt x="411" y="1303"/>
                </a:lnTo>
                <a:lnTo>
                  <a:pt x="411" y="1301"/>
                </a:lnTo>
                <a:lnTo>
                  <a:pt x="410" y="1301"/>
                </a:lnTo>
                <a:lnTo>
                  <a:pt x="410" y="1300"/>
                </a:lnTo>
                <a:lnTo>
                  <a:pt x="410" y="1301"/>
                </a:lnTo>
                <a:lnTo>
                  <a:pt x="409" y="1301"/>
                </a:lnTo>
                <a:lnTo>
                  <a:pt x="408" y="1301"/>
                </a:lnTo>
                <a:lnTo>
                  <a:pt x="407" y="1302"/>
                </a:lnTo>
                <a:lnTo>
                  <a:pt x="406" y="1302"/>
                </a:lnTo>
                <a:lnTo>
                  <a:pt x="405" y="1302"/>
                </a:lnTo>
                <a:lnTo>
                  <a:pt x="405" y="1301"/>
                </a:lnTo>
                <a:lnTo>
                  <a:pt x="404" y="1300"/>
                </a:lnTo>
                <a:lnTo>
                  <a:pt x="403" y="1300"/>
                </a:lnTo>
                <a:lnTo>
                  <a:pt x="401" y="1300"/>
                </a:lnTo>
                <a:lnTo>
                  <a:pt x="400" y="1301"/>
                </a:lnTo>
                <a:lnTo>
                  <a:pt x="399" y="1301"/>
                </a:lnTo>
                <a:lnTo>
                  <a:pt x="397" y="1301"/>
                </a:lnTo>
                <a:lnTo>
                  <a:pt x="396" y="1301"/>
                </a:lnTo>
                <a:lnTo>
                  <a:pt x="395" y="1301"/>
                </a:lnTo>
                <a:lnTo>
                  <a:pt x="394" y="1301"/>
                </a:lnTo>
                <a:lnTo>
                  <a:pt x="394" y="1300"/>
                </a:lnTo>
                <a:lnTo>
                  <a:pt x="394" y="1299"/>
                </a:lnTo>
                <a:lnTo>
                  <a:pt x="392" y="1300"/>
                </a:lnTo>
                <a:lnTo>
                  <a:pt x="389" y="1299"/>
                </a:lnTo>
                <a:lnTo>
                  <a:pt x="388" y="1299"/>
                </a:lnTo>
                <a:lnTo>
                  <a:pt x="387" y="1300"/>
                </a:lnTo>
                <a:lnTo>
                  <a:pt x="386" y="1300"/>
                </a:lnTo>
                <a:lnTo>
                  <a:pt x="385" y="1299"/>
                </a:lnTo>
                <a:lnTo>
                  <a:pt x="384" y="1299"/>
                </a:lnTo>
                <a:lnTo>
                  <a:pt x="383" y="1299"/>
                </a:lnTo>
                <a:lnTo>
                  <a:pt x="383" y="1298"/>
                </a:lnTo>
                <a:lnTo>
                  <a:pt x="382" y="1298"/>
                </a:lnTo>
                <a:lnTo>
                  <a:pt x="380" y="1298"/>
                </a:lnTo>
                <a:lnTo>
                  <a:pt x="380" y="1297"/>
                </a:lnTo>
                <a:lnTo>
                  <a:pt x="379" y="1297"/>
                </a:lnTo>
                <a:lnTo>
                  <a:pt x="378" y="1297"/>
                </a:lnTo>
                <a:lnTo>
                  <a:pt x="377" y="1296"/>
                </a:lnTo>
                <a:lnTo>
                  <a:pt x="376" y="1296"/>
                </a:lnTo>
                <a:lnTo>
                  <a:pt x="376" y="1295"/>
                </a:lnTo>
                <a:lnTo>
                  <a:pt x="375" y="1294"/>
                </a:lnTo>
                <a:lnTo>
                  <a:pt x="375" y="1293"/>
                </a:lnTo>
                <a:lnTo>
                  <a:pt x="373" y="1290"/>
                </a:lnTo>
                <a:lnTo>
                  <a:pt x="372" y="1290"/>
                </a:lnTo>
                <a:lnTo>
                  <a:pt x="371" y="1290"/>
                </a:lnTo>
                <a:lnTo>
                  <a:pt x="370" y="1289"/>
                </a:lnTo>
                <a:lnTo>
                  <a:pt x="369" y="1289"/>
                </a:lnTo>
                <a:lnTo>
                  <a:pt x="369" y="1288"/>
                </a:lnTo>
                <a:lnTo>
                  <a:pt x="368" y="1288"/>
                </a:lnTo>
                <a:lnTo>
                  <a:pt x="367" y="1288"/>
                </a:lnTo>
                <a:lnTo>
                  <a:pt x="367" y="1287"/>
                </a:lnTo>
                <a:lnTo>
                  <a:pt x="366" y="1287"/>
                </a:lnTo>
                <a:lnTo>
                  <a:pt x="365" y="1287"/>
                </a:lnTo>
                <a:lnTo>
                  <a:pt x="365" y="1286"/>
                </a:lnTo>
                <a:lnTo>
                  <a:pt x="364" y="1285"/>
                </a:lnTo>
                <a:lnTo>
                  <a:pt x="364" y="1284"/>
                </a:lnTo>
                <a:lnTo>
                  <a:pt x="363" y="1284"/>
                </a:lnTo>
                <a:lnTo>
                  <a:pt x="363" y="1283"/>
                </a:lnTo>
                <a:lnTo>
                  <a:pt x="362" y="1282"/>
                </a:lnTo>
                <a:lnTo>
                  <a:pt x="361" y="1280"/>
                </a:lnTo>
                <a:lnTo>
                  <a:pt x="360" y="1280"/>
                </a:lnTo>
                <a:lnTo>
                  <a:pt x="360" y="1279"/>
                </a:lnTo>
                <a:lnTo>
                  <a:pt x="359" y="1278"/>
                </a:lnTo>
                <a:lnTo>
                  <a:pt x="359" y="1277"/>
                </a:lnTo>
                <a:lnTo>
                  <a:pt x="358" y="1276"/>
                </a:lnTo>
                <a:lnTo>
                  <a:pt x="357" y="1275"/>
                </a:lnTo>
                <a:lnTo>
                  <a:pt x="357" y="1274"/>
                </a:lnTo>
                <a:lnTo>
                  <a:pt x="356" y="1274"/>
                </a:lnTo>
                <a:lnTo>
                  <a:pt x="356" y="1273"/>
                </a:lnTo>
                <a:lnTo>
                  <a:pt x="355" y="1272"/>
                </a:lnTo>
                <a:lnTo>
                  <a:pt x="354" y="1271"/>
                </a:lnTo>
                <a:lnTo>
                  <a:pt x="353" y="1271"/>
                </a:lnTo>
                <a:lnTo>
                  <a:pt x="352" y="1271"/>
                </a:lnTo>
                <a:lnTo>
                  <a:pt x="349" y="1268"/>
                </a:lnTo>
                <a:lnTo>
                  <a:pt x="349" y="1267"/>
                </a:lnTo>
                <a:lnTo>
                  <a:pt x="348" y="1266"/>
                </a:lnTo>
                <a:lnTo>
                  <a:pt x="348" y="1265"/>
                </a:lnTo>
                <a:lnTo>
                  <a:pt x="348" y="1264"/>
                </a:lnTo>
                <a:lnTo>
                  <a:pt x="347" y="1263"/>
                </a:lnTo>
                <a:lnTo>
                  <a:pt x="346" y="1263"/>
                </a:lnTo>
                <a:lnTo>
                  <a:pt x="345" y="1263"/>
                </a:lnTo>
                <a:lnTo>
                  <a:pt x="344" y="1262"/>
                </a:lnTo>
                <a:lnTo>
                  <a:pt x="344" y="1261"/>
                </a:lnTo>
                <a:lnTo>
                  <a:pt x="344" y="1260"/>
                </a:lnTo>
                <a:lnTo>
                  <a:pt x="343" y="1260"/>
                </a:lnTo>
                <a:lnTo>
                  <a:pt x="343" y="1259"/>
                </a:lnTo>
                <a:lnTo>
                  <a:pt x="342" y="1259"/>
                </a:lnTo>
                <a:lnTo>
                  <a:pt x="341" y="1259"/>
                </a:lnTo>
                <a:lnTo>
                  <a:pt x="341" y="1258"/>
                </a:lnTo>
                <a:lnTo>
                  <a:pt x="341" y="1255"/>
                </a:lnTo>
                <a:lnTo>
                  <a:pt x="341" y="1254"/>
                </a:lnTo>
                <a:lnTo>
                  <a:pt x="343" y="1252"/>
                </a:lnTo>
                <a:lnTo>
                  <a:pt x="343" y="1251"/>
                </a:lnTo>
                <a:lnTo>
                  <a:pt x="345" y="1250"/>
                </a:lnTo>
                <a:lnTo>
                  <a:pt x="346" y="1248"/>
                </a:lnTo>
                <a:lnTo>
                  <a:pt x="349" y="1245"/>
                </a:lnTo>
                <a:lnTo>
                  <a:pt x="349" y="1244"/>
                </a:lnTo>
                <a:lnTo>
                  <a:pt x="350" y="1244"/>
                </a:lnTo>
                <a:lnTo>
                  <a:pt x="351" y="1242"/>
                </a:lnTo>
                <a:lnTo>
                  <a:pt x="351" y="1240"/>
                </a:lnTo>
                <a:lnTo>
                  <a:pt x="351" y="1239"/>
                </a:lnTo>
                <a:lnTo>
                  <a:pt x="351" y="1238"/>
                </a:lnTo>
                <a:lnTo>
                  <a:pt x="351" y="1233"/>
                </a:lnTo>
                <a:lnTo>
                  <a:pt x="352" y="1231"/>
                </a:lnTo>
                <a:lnTo>
                  <a:pt x="352" y="1228"/>
                </a:lnTo>
                <a:lnTo>
                  <a:pt x="352" y="1225"/>
                </a:lnTo>
                <a:lnTo>
                  <a:pt x="352" y="1224"/>
                </a:lnTo>
                <a:lnTo>
                  <a:pt x="352" y="1223"/>
                </a:lnTo>
                <a:lnTo>
                  <a:pt x="353" y="1220"/>
                </a:lnTo>
                <a:lnTo>
                  <a:pt x="354" y="1219"/>
                </a:lnTo>
                <a:lnTo>
                  <a:pt x="354" y="1218"/>
                </a:lnTo>
                <a:lnTo>
                  <a:pt x="355" y="1215"/>
                </a:lnTo>
                <a:lnTo>
                  <a:pt x="355" y="1214"/>
                </a:lnTo>
                <a:lnTo>
                  <a:pt x="356" y="1213"/>
                </a:lnTo>
                <a:lnTo>
                  <a:pt x="357" y="1211"/>
                </a:lnTo>
                <a:lnTo>
                  <a:pt x="362" y="1207"/>
                </a:lnTo>
                <a:lnTo>
                  <a:pt x="365" y="1205"/>
                </a:lnTo>
                <a:lnTo>
                  <a:pt x="369" y="1201"/>
                </a:lnTo>
                <a:lnTo>
                  <a:pt x="375" y="1196"/>
                </a:lnTo>
                <a:lnTo>
                  <a:pt x="378" y="1194"/>
                </a:lnTo>
                <a:lnTo>
                  <a:pt x="379" y="1193"/>
                </a:lnTo>
                <a:lnTo>
                  <a:pt x="379" y="1192"/>
                </a:lnTo>
                <a:lnTo>
                  <a:pt x="380" y="1191"/>
                </a:lnTo>
                <a:lnTo>
                  <a:pt x="380" y="1190"/>
                </a:lnTo>
                <a:lnTo>
                  <a:pt x="382" y="1188"/>
                </a:lnTo>
                <a:lnTo>
                  <a:pt x="383" y="1187"/>
                </a:lnTo>
                <a:lnTo>
                  <a:pt x="383" y="1186"/>
                </a:lnTo>
                <a:lnTo>
                  <a:pt x="385" y="1182"/>
                </a:lnTo>
                <a:lnTo>
                  <a:pt x="386" y="1182"/>
                </a:lnTo>
                <a:lnTo>
                  <a:pt x="388" y="1179"/>
                </a:lnTo>
                <a:lnTo>
                  <a:pt x="389" y="1178"/>
                </a:lnTo>
                <a:lnTo>
                  <a:pt x="390" y="1178"/>
                </a:lnTo>
                <a:lnTo>
                  <a:pt x="392" y="1176"/>
                </a:lnTo>
                <a:lnTo>
                  <a:pt x="395" y="1174"/>
                </a:lnTo>
                <a:lnTo>
                  <a:pt x="396" y="1173"/>
                </a:lnTo>
                <a:lnTo>
                  <a:pt x="398" y="1172"/>
                </a:lnTo>
                <a:lnTo>
                  <a:pt x="400" y="1171"/>
                </a:lnTo>
                <a:lnTo>
                  <a:pt x="401" y="1170"/>
                </a:lnTo>
                <a:lnTo>
                  <a:pt x="404" y="1167"/>
                </a:lnTo>
                <a:lnTo>
                  <a:pt x="408" y="1164"/>
                </a:lnTo>
                <a:lnTo>
                  <a:pt x="409" y="1163"/>
                </a:lnTo>
                <a:lnTo>
                  <a:pt x="410" y="1162"/>
                </a:lnTo>
                <a:lnTo>
                  <a:pt x="410" y="1161"/>
                </a:lnTo>
                <a:lnTo>
                  <a:pt x="411" y="1160"/>
                </a:lnTo>
                <a:lnTo>
                  <a:pt x="413" y="1159"/>
                </a:lnTo>
                <a:lnTo>
                  <a:pt x="415" y="1157"/>
                </a:lnTo>
                <a:lnTo>
                  <a:pt x="416" y="1156"/>
                </a:lnTo>
                <a:lnTo>
                  <a:pt x="421" y="1154"/>
                </a:lnTo>
                <a:lnTo>
                  <a:pt x="424" y="1152"/>
                </a:lnTo>
                <a:lnTo>
                  <a:pt x="425" y="1151"/>
                </a:lnTo>
                <a:lnTo>
                  <a:pt x="427" y="1149"/>
                </a:lnTo>
                <a:lnTo>
                  <a:pt x="429" y="1146"/>
                </a:lnTo>
                <a:lnTo>
                  <a:pt x="430" y="1143"/>
                </a:lnTo>
                <a:lnTo>
                  <a:pt x="431" y="1141"/>
                </a:lnTo>
                <a:lnTo>
                  <a:pt x="432" y="1140"/>
                </a:lnTo>
                <a:lnTo>
                  <a:pt x="432" y="1139"/>
                </a:lnTo>
                <a:lnTo>
                  <a:pt x="433" y="1137"/>
                </a:lnTo>
                <a:lnTo>
                  <a:pt x="434" y="1135"/>
                </a:lnTo>
                <a:lnTo>
                  <a:pt x="435" y="1132"/>
                </a:lnTo>
                <a:lnTo>
                  <a:pt x="436" y="1127"/>
                </a:lnTo>
                <a:lnTo>
                  <a:pt x="436" y="1124"/>
                </a:lnTo>
                <a:lnTo>
                  <a:pt x="437" y="1121"/>
                </a:lnTo>
                <a:lnTo>
                  <a:pt x="437" y="1119"/>
                </a:lnTo>
                <a:lnTo>
                  <a:pt x="437" y="1115"/>
                </a:lnTo>
                <a:lnTo>
                  <a:pt x="438" y="1114"/>
                </a:lnTo>
                <a:lnTo>
                  <a:pt x="438" y="1113"/>
                </a:lnTo>
                <a:lnTo>
                  <a:pt x="438" y="1112"/>
                </a:lnTo>
                <a:lnTo>
                  <a:pt x="439" y="1112"/>
                </a:lnTo>
                <a:lnTo>
                  <a:pt x="440" y="1111"/>
                </a:lnTo>
                <a:lnTo>
                  <a:pt x="441" y="1110"/>
                </a:lnTo>
                <a:lnTo>
                  <a:pt x="442" y="1110"/>
                </a:lnTo>
                <a:lnTo>
                  <a:pt x="444" y="1109"/>
                </a:lnTo>
                <a:lnTo>
                  <a:pt x="445" y="1108"/>
                </a:lnTo>
                <a:lnTo>
                  <a:pt x="446" y="1108"/>
                </a:lnTo>
                <a:lnTo>
                  <a:pt x="448" y="1106"/>
                </a:lnTo>
                <a:lnTo>
                  <a:pt x="453" y="1102"/>
                </a:lnTo>
                <a:lnTo>
                  <a:pt x="454" y="1102"/>
                </a:lnTo>
                <a:lnTo>
                  <a:pt x="455" y="1101"/>
                </a:lnTo>
                <a:lnTo>
                  <a:pt x="459" y="1098"/>
                </a:lnTo>
                <a:lnTo>
                  <a:pt x="461" y="1097"/>
                </a:lnTo>
                <a:lnTo>
                  <a:pt x="464" y="1095"/>
                </a:lnTo>
                <a:lnTo>
                  <a:pt x="466" y="1094"/>
                </a:lnTo>
                <a:lnTo>
                  <a:pt x="467" y="1093"/>
                </a:lnTo>
                <a:lnTo>
                  <a:pt x="468" y="1092"/>
                </a:lnTo>
                <a:lnTo>
                  <a:pt x="471" y="1089"/>
                </a:lnTo>
                <a:lnTo>
                  <a:pt x="473" y="1087"/>
                </a:lnTo>
                <a:lnTo>
                  <a:pt x="473" y="1086"/>
                </a:lnTo>
                <a:lnTo>
                  <a:pt x="475" y="1082"/>
                </a:lnTo>
                <a:lnTo>
                  <a:pt x="476" y="1082"/>
                </a:lnTo>
                <a:lnTo>
                  <a:pt x="477" y="1080"/>
                </a:lnTo>
                <a:lnTo>
                  <a:pt x="479" y="1074"/>
                </a:lnTo>
                <a:lnTo>
                  <a:pt x="480" y="1073"/>
                </a:lnTo>
                <a:lnTo>
                  <a:pt x="480" y="1072"/>
                </a:lnTo>
                <a:lnTo>
                  <a:pt x="481" y="1071"/>
                </a:lnTo>
                <a:lnTo>
                  <a:pt x="482" y="1068"/>
                </a:lnTo>
                <a:lnTo>
                  <a:pt x="484" y="1065"/>
                </a:lnTo>
                <a:lnTo>
                  <a:pt x="485" y="1063"/>
                </a:lnTo>
                <a:lnTo>
                  <a:pt x="486" y="1062"/>
                </a:lnTo>
                <a:lnTo>
                  <a:pt x="486" y="1061"/>
                </a:lnTo>
                <a:lnTo>
                  <a:pt x="488" y="1057"/>
                </a:lnTo>
                <a:lnTo>
                  <a:pt x="489" y="1053"/>
                </a:lnTo>
                <a:lnTo>
                  <a:pt x="490" y="1052"/>
                </a:lnTo>
                <a:lnTo>
                  <a:pt x="490" y="1051"/>
                </a:lnTo>
                <a:lnTo>
                  <a:pt x="491" y="1050"/>
                </a:lnTo>
                <a:lnTo>
                  <a:pt x="494" y="1046"/>
                </a:lnTo>
                <a:lnTo>
                  <a:pt x="496" y="1043"/>
                </a:lnTo>
                <a:lnTo>
                  <a:pt x="497" y="1042"/>
                </a:lnTo>
                <a:lnTo>
                  <a:pt x="498" y="1040"/>
                </a:lnTo>
                <a:lnTo>
                  <a:pt x="500" y="1037"/>
                </a:lnTo>
                <a:lnTo>
                  <a:pt x="502" y="1035"/>
                </a:lnTo>
                <a:lnTo>
                  <a:pt x="503" y="1033"/>
                </a:lnTo>
                <a:lnTo>
                  <a:pt x="503" y="1032"/>
                </a:lnTo>
                <a:lnTo>
                  <a:pt x="504" y="1032"/>
                </a:lnTo>
                <a:lnTo>
                  <a:pt x="504" y="1031"/>
                </a:lnTo>
                <a:lnTo>
                  <a:pt x="505" y="1028"/>
                </a:lnTo>
                <a:lnTo>
                  <a:pt x="507" y="1026"/>
                </a:lnTo>
                <a:lnTo>
                  <a:pt x="508" y="1025"/>
                </a:lnTo>
                <a:lnTo>
                  <a:pt x="510" y="1022"/>
                </a:lnTo>
                <a:lnTo>
                  <a:pt x="510" y="1021"/>
                </a:lnTo>
                <a:lnTo>
                  <a:pt x="511" y="1020"/>
                </a:lnTo>
                <a:lnTo>
                  <a:pt x="511" y="1019"/>
                </a:lnTo>
                <a:lnTo>
                  <a:pt x="512" y="1018"/>
                </a:lnTo>
                <a:lnTo>
                  <a:pt x="512" y="1017"/>
                </a:lnTo>
                <a:lnTo>
                  <a:pt x="513" y="1016"/>
                </a:lnTo>
                <a:lnTo>
                  <a:pt x="513" y="1015"/>
                </a:lnTo>
                <a:lnTo>
                  <a:pt x="514" y="1014"/>
                </a:lnTo>
                <a:lnTo>
                  <a:pt x="514" y="1013"/>
                </a:lnTo>
                <a:lnTo>
                  <a:pt x="518" y="1007"/>
                </a:lnTo>
                <a:lnTo>
                  <a:pt x="519" y="1005"/>
                </a:lnTo>
                <a:lnTo>
                  <a:pt x="520" y="1004"/>
                </a:lnTo>
                <a:lnTo>
                  <a:pt x="522" y="1002"/>
                </a:lnTo>
                <a:lnTo>
                  <a:pt x="523" y="1000"/>
                </a:lnTo>
                <a:lnTo>
                  <a:pt x="523" y="999"/>
                </a:lnTo>
                <a:lnTo>
                  <a:pt x="524" y="999"/>
                </a:lnTo>
                <a:lnTo>
                  <a:pt x="524" y="997"/>
                </a:lnTo>
                <a:lnTo>
                  <a:pt x="525" y="997"/>
                </a:lnTo>
                <a:lnTo>
                  <a:pt x="525" y="996"/>
                </a:lnTo>
                <a:lnTo>
                  <a:pt x="525" y="995"/>
                </a:lnTo>
                <a:lnTo>
                  <a:pt x="527" y="994"/>
                </a:lnTo>
                <a:lnTo>
                  <a:pt x="528" y="993"/>
                </a:lnTo>
                <a:lnTo>
                  <a:pt x="530" y="991"/>
                </a:lnTo>
                <a:lnTo>
                  <a:pt x="531" y="989"/>
                </a:lnTo>
                <a:lnTo>
                  <a:pt x="532" y="989"/>
                </a:lnTo>
                <a:lnTo>
                  <a:pt x="532" y="988"/>
                </a:lnTo>
                <a:lnTo>
                  <a:pt x="533" y="988"/>
                </a:lnTo>
                <a:lnTo>
                  <a:pt x="533" y="987"/>
                </a:lnTo>
                <a:lnTo>
                  <a:pt x="534" y="986"/>
                </a:lnTo>
                <a:lnTo>
                  <a:pt x="536" y="983"/>
                </a:lnTo>
                <a:lnTo>
                  <a:pt x="542" y="976"/>
                </a:lnTo>
                <a:lnTo>
                  <a:pt x="543" y="976"/>
                </a:lnTo>
                <a:lnTo>
                  <a:pt x="543" y="975"/>
                </a:lnTo>
                <a:lnTo>
                  <a:pt x="545" y="971"/>
                </a:lnTo>
                <a:lnTo>
                  <a:pt x="546" y="971"/>
                </a:lnTo>
                <a:lnTo>
                  <a:pt x="547" y="971"/>
                </a:lnTo>
                <a:lnTo>
                  <a:pt x="548" y="971"/>
                </a:lnTo>
                <a:lnTo>
                  <a:pt x="548" y="972"/>
                </a:lnTo>
                <a:lnTo>
                  <a:pt x="549" y="972"/>
                </a:lnTo>
                <a:lnTo>
                  <a:pt x="550" y="972"/>
                </a:lnTo>
                <a:lnTo>
                  <a:pt x="550" y="973"/>
                </a:lnTo>
                <a:lnTo>
                  <a:pt x="551" y="973"/>
                </a:lnTo>
                <a:lnTo>
                  <a:pt x="552" y="973"/>
                </a:lnTo>
                <a:lnTo>
                  <a:pt x="552" y="974"/>
                </a:lnTo>
                <a:lnTo>
                  <a:pt x="553" y="974"/>
                </a:lnTo>
                <a:lnTo>
                  <a:pt x="553" y="975"/>
                </a:lnTo>
                <a:lnTo>
                  <a:pt x="554" y="976"/>
                </a:lnTo>
                <a:lnTo>
                  <a:pt x="554" y="977"/>
                </a:lnTo>
                <a:lnTo>
                  <a:pt x="554" y="978"/>
                </a:lnTo>
                <a:lnTo>
                  <a:pt x="555" y="979"/>
                </a:lnTo>
                <a:lnTo>
                  <a:pt x="555" y="980"/>
                </a:lnTo>
                <a:lnTo>
                  <a:pt x="555" y="981"/>
                </a:lnTo>
                <a:lnTo>
                  <a:pt x="555" y="982"/>
                </a:lnTo>
                <a:lnTo>
                  <a:pt x="554" y="982"/>
                </a:lnTo>
                <a:lnTo>
                  <a:pt x="554" y="983"/>
                </a:lnTo>
                <a:lnTo>
                  <a:pt x="554" y="985"/>
                </a:lnTo>
                <a:lnTo>
                  <a:pt x="555" y="986"/>
                </a:lnTo>
                <a:lnTo>
                  <a:pt x="557" y="988"/>
                </a:lnTo>
                <a:lnTo>
                  <a:pt x="558" y="989"/>
                </a:lnTo>
                <a:lnTo>
                  <a:pt x="559" y="989"/>
                </a:lnTo>
                <a:lnTo>
                  <a:pt x="560" y="990"/>
                </a:lnTo>
                <a:lnTo>
                  <a:pt x="559" y="991"/>
                </a:lnTo>
                <a:lnTo>
                  <a:pt x="559" y="992"/>
                </a:lnTo>
                <a:lnTo>
                  <a:pt x="558" y="992"/>
                </a:lnTo>
                <a:lnTo>
                  <a:pt x="557" y="992"/>
                </a:lnTo>
                <a:lnTo>
                  <a:pt x="557" y="993"/>
                </a:lnTo>
                <a:lnTo>
                  <a:pt x="557" y="994"/>
                </a:lnTo>
                <a:lnTo>
                  <a:pt x="557" y="995"/>
                </a:lnTo>
                <a:lnTo>
                  <a:pt x="558" y="995"/>
                </a:lnTo>
                <a:lnTo>
                  <a:pt x="559" y="996"/>
                </a:lnTo>
                <a:lnTo>
                  <a:pt x="559" y="997"/>
                </a:lnTo>
                <a:lnTo>
                  <a:pt x="560" y="997"/>
                </a:lnTo>
                <a:lnTo>
                  <a:pt x="560" y="998"/>
                </a:lnTo>
                <a:lnTo>
                  <a:pt x="560" y="999"/>
                </a:lnTo>
                <a:lnTo>
                  <a:pt x="561" y="1000"/>
                </a:lnTo>
                <a:lnTo>
                  <a:pt x="561" y="1001"/>
                </a:lnTo>
                <a:lnTo>
                  <a:pt x="560" y="1002"/>
                </a:lnTo>
                <a:lnTo>
                  <a:pt x="560" y="1003"/>
                </a:lnTo>
                <a:lnTo>
                  <a:pt x="561" y="1004"/>
                </a:lnTo>
                <a:lnTo>
                  <a:pt x="561" y="1005"/>
                </a:lnTo>
                <a:lnTo>
                  <a:pt x="562" y="1005"/>
                </a:lnTo>
                <a:lnTo>
                  <a:pt x="561" y="1006"/>
                </a:lnTo>
                <a:lnTo>
                  <a:pt x="561" y="1007"/>
                </a:lnTo>
                <a:lnTo>
                  <a:pt x="562" y="1007"/>
                </a:lnTo>
                <a:lnTo>
                  <a:pt x="563" y="1008"/>
                </a:lnTo>
                <a:lnTo>
                  <a:pt x="563" y="1009"/>
                </a:lnTo>
                <a:lnTo>
                  <a:pt x="564" y="1011"/>
                </a:lnTo>
                <a:lnTo>
                  <a:pt x="565" y="1012"/>
                </a:lnTo>
                <a:lnTo>
                  <a:pt x="566" y="1013"/>
                </a:lnTo>
                <a:lnTo>
                  <a:pt x="566" y="1012"/>
                </a:lnTo>
                <a:lnTo>
                  <a:pt x="568" y="1013"/>
                </a:lnTo>
                <a:lnTo>
                  <a:pt x="567" y="1014"/>
                </a:lnTo>
                <a:lnTo>
                  <a:pt x="567" y="1015"/>
                </a:lnTo>
                <a:lnTo>
                  <a:pt x="569" y="1017"/>
                </a:lnTo>
                <a:lnTo>
                  <a:pt x="570" y="1017"/>
                </a:lnTo>
                <a:lnTo>
                  <a:pt x="571" y="1019"/>
                </a:lnTo>
                <a:lnTo>
                  <a:pt x="571" y="1020"/>
                </a:lnTo>
                <a:lnTo>
                  <a:pt x="572" y="1020"/>
                </a:lnTo>
                <a:lnTo>
                  <a:pt x="573" y="1020"/>
                </a:lnTo>
                <a:lnTo>
                  <a:pt x="575" y="1021"/>
                </a:lnTo>
                <a:lnTo>
                  <a:pt x="576" y="1021"/>
                </a:lnTo>
                <a:lnTo>
                  <a:pt x="576" y="1022"/>
                </a:lnTo>
                <a:lnTo>
                  <a:pt x="575" y="1022"/>
                </a:lnTo>
                <a:lnTo>
                  <a:pt x="575" y="1023"/>
                </a:lnTo>
                <a:lnTo>
                  <a:pt x="576" y="1024"/>
                </a:lnTo>
                <a:lnTo>
                  <a:pt x="576" y="1025"/>
                </a:lnTo>
                <a:lnTo>
                  <a:pt x="578" y="1025"/>
                </a:lnTo>
                <a:lnTo>
                  <a:pt x="578" y="1024"/>
                </a:lnTo>
                <a:lnTo>
                  <a:pt x="579" y="1024"/>
                </a:lnTo>
                <a:lnTo>
                  <a:pt x="579" y="1025"/>
                </a:lnTo>
                <a:lnTo>
                  <a:pt x="579" y="1026"/>
                </a:lnTo>
                <a:lnTo>
                  <a:pt x="580" y="1026"/>
                </a:lnTo>
                <a:lnTo>
                  <a:pt x="580" y="1028"/>
                </a:lnTo>
                <a:lnTo>
                  <a:pt x="581" y="1029"/>
                </a:lnTo>
                <a:lnTo>
                  <a:pt x="580" y="1029"/>
                </a:lnTo>
                <a:lnTo>
                  <a:pt x="579" y="1029"/>
                </a:lnTo>
                <a:lnTo>
                  <a:pt x="579" y="1030"/>
                </a:lnTo>
                <a:lnTo>
                  <a:pt x="578" y="1031"/>
                </a:lnTo>
                <a:lnTo>
                  <a:pt x="579" y="1031"/>
                </a:lnTo>
                <a:lnTo>
                  <a:pt x="579" y="1032"/>
                </a:lnTo>
                <a:lnTo>
                  <a:pt x="580" y="1032"/>
                </a:lnTo>
                <a:lnTo>
                  <a:pt x="580" y="1033"/>
                </a:lnTo>
                <a:lnTo>
                  <a:pt x="580" y="1034"/>
                </a:lnTo>
                <a:lnTo>
                  <a:pt x="581" y="1035"/>
                </a:lnTo>
                <a:lnTo>
                  <a:pt x="581" y="1036"/>
                </a:lnTo>
                <a:lnTo>
                  <a:pt x="582" y="1037"/>
                </a:lnTo>
                <a:lnTo>
                  <a:pt x="583" y="1038"/>
                </a:lnTo>
                <a:lnTo>
                  <a:pt x="584" y="1038"/>
                </a:lnTo>
                <a:lnTo>
                  <a:pt x="584" y="1037"/>
                </a:lnTo>
                <a:lnTo>
                  <a:pt x="586" y="1038"/>
                </a:lnTo>
                <a:lnTo>
                  <a:pt x="587" y="1037"/>
                </a:lnTo>
                <a:lnTo>
                  <a:pt x="587" y="1036"/>
                </a:lnTo>
                <a:lnTo>
                  <a:pt x="588" y="1037"/>
                </a:lnTo>
                <a:lnTo>
                  <a:pt x="588" y="1038"/>
                </a:lnTo>
                <a:lnTo>
                  <a:pt x="588" y="1037"/>
                </a:lnTo>
                <a:lnTo>
                  <a:pt x="590" y="1039"/>
                </a:lnTo>
                <a:lnTo>
                  <a:pt x="590" y="1040"/>
                </a:lnTo>
                <a:lnTo>
                  <a:pt x="589" y="1040"/>
                </a:lnTo>
                <a:lnTo>
                  <a:pt x="588" y="1040"/>
                </a:lnTo>
                <a:lnTo>
                  <a:pt x="588" y="1041"/>
                </a:lnTo>
                <a:lnTo>
                  <a:pt x="588" y="1042"/>
                </a:lnTo>
                <a:lnTo>
                  <a:pt x="589" y="1043"/>
                </a:lnTo>
                <a:lnTo>
                  <a:pt x="589" y="1044"/>
                </a:lnTo>
                <a:lnTo>
                  <a:pt x="590" y="1044"/>
                </a:lnTo>
                <a:lnTo>
                  <a:pt x="590" y="1045"/>
                </a:lnTo>
                <a:lnTo>
                  <a:pt x="590" y="1046"/>
                </a:lnTo>
                <a:lnTo>
                  <a:pt x="588" y="1047"/>
                </a:lnTo>
                <a:lnTo>
                  <a:pt x="586" y="1048"/>
                </a:lnTo>
                <a:lnTo>
                  <a:pt x="585" y="1048"/>
                </a:lnTo>
                <a:lnTo>
                  <a:pt x="585" y="1049"/>
                </a:lnTo>
                <a:lnTo>
                  <a:pt x="585" y="1050"/>
                </a:lnTo>
                <a:lnTo>
                  <a:pt x="586" y="1050"/>
                </a:lnTo>
                <a:lnTo>
                  <a:pt x="586" y="1051"/>
                </a:lnTo>
                <a:lnTo>
                  <a:pt x="586" y="1052"/>
                </a:lnTo>
                <a:lnTo>
                  <a:pt x="585" y="1052"/>
                </a:lnTo>
                <a:lnTo>
                  <a:pt x="584" y="1053"/>
                </a:lnTo>
                <a:lnTo>
                  <a:pt x="585" y="1054"/>
                </a:lnTo>
                <a:lnTo>
                  <a:pt x="585" y="1055"/>
                </a:lnTo>
                <a:lnTo>
                  <a:pt x="585" y="1056"/>
                </a:lnTo>
                <a:lnTo>
                  <a:pt x="586" y="1056"/>
                </a:lnTo>
                <a:lnTo>
                  <a:pt x="586" y="1057"/>
                </a:lnTo>
                <a:lnTo>
                  <a:pt x="587" y="1057"/>
                </a:lnTo>
                <a:lnTo>
                  <a:pt x="587" y="1056"/>
                </a:lnTo>
                <a:lnTo>
                  <a:pt x="587" y="1055"/>
                </a:lnTo>
                <a:lnTo>
                  <a:pt x="587" y="1054"/>
                </a:lnTo>
                <a:lnTo>
                  <a:pt x="588" y="1053"/>
                </a:lnTo>
                <a:lnTo>
                  <a:pt x="589" y="1053"/>
                </a:lnTo>
                <a:lnTo>
                  <a:pt x="590" y="1053"/>
                </a:lnTo>
                <a:lnTo>
                  <a:pt x="591" y="1053"/>
                </a:lnTo>
                <a:lnTo>
                  <a:pt x="592" y="1051"/>
                </a:lnTo>
                <a:lnTo>
                  <a:pt x="592" y="1050"/>
                </a:lnTo>
                <a:lnTo>
                  <a:pt x="592" y="1049"/>
                </a:lnTo>
                <a:lnTo>
                  <a:pt x="591" y="1049"/>
                </a:lnTo>
                <a:lnTo>
                  <a:pt x="591" y="1048"/>
                </a:lnTo>
                <a:lnTo>
                  <a:pt x="591" y="1047"/>
                </a:lnTo>
                <a:lnTo>
                  <a:pt x="592" y="1047"/>
                </a:lnTo>
                <a:lnTo>
                  <a:pt x="592" y="1046"/>
                </a:lnTo>
                <a:lnTo>
                  <a:pt x="593" y="1046"/>
                </a:lnTo>
                <a:lnTo>
                  <a:pt x="593" y="1047"/>
                </a:lnTo>
                <a:lnTo>
                  <a:pt x="594" y="1047"/>
                </a:lnTo>
                <a:lnTo>
                  <a:pt x="595" y="1047"/>
                </a:lnTo>
                <a:lnTo>
                  <a:pt x="595" y="1046"/>
                </a:lnTo>
                <a:lnTo>
                  <a:pt x="595" y="1045"/>
                </a:lnTo>
                <a:lnTo>
                  <a:pt x="595" y="1044"/>
                </a:lnTo>
                <a:lnTo>
                  <a:pt x="595" y="1043"/>
                </a:lnTo>
                <a:lnTo>
                  <a:pt x="596" y="1043"/>
                </a:lnTo>
                <a:lnTo>
                  <a:pt x="597" y="1042"/>
                </a:lnTo>
                <a:lnTo>
                  <a:pt x="597" y="1041"/>
                </a:lnTo>
                <a:lnTo>
                  <a:pt x="597" y="1040"/>
                </a:lnTo>
                <a:lnTo>
                  <a:pt x="597" y="1039"/>
                </a:lnTo>
                <a:lnTo>
                  <a:pt x="596" y="1039"/>
                </a:lnTo>
                <a:lnTo>
                  <a:pt x="595" y="1038"/>
                </a:lnTo>
                <a:lnTo>
                  <a:pt x="594" y="1038"/>
                </a:lnTo>
                <a:lnTo>
                  <a:pt x="594" y="1037"/>
                </a:lnTo>
                <a:lnTo>
                  <a:pt x="595" y="1037"/>
                </a:lnTo>
                <a:lnTo>
                  <a:pt x="596" y="1037"/>
                </a:lnTo>
                <a:lnTo>
                  <a:pt x="596" y="1036"/>
                </a:lnTo>
                <a:lnTo>
                  <a:pt x="596" y="1035"/>
                </a:lnTo>
                <a:lnTo>
                  <a:pt x="595" y="1035"/>
                </a:lnTo>
                <a:lnTo>
                  <a:pt x="595" y="1034"/>
                </a:lnTo>
                <a:lnTo>
                  <a:pt x="594" y="1034"/>
                </a:lnTo>
                <a:lnTo>
                  <a:pt x="594" y="1033"/>
                </a:lnTo>
                <a:lnTo>
                  <a:pt x="595" y="1033"/>
                </a:lnTo>
                <a:lnTo>
                  <a:pt x="596" y="1032"/>
                </a:lnTo>
                <a:lnTo>
                  <a:pt x="597" y="1032"/>
                </a:lnTo>
                <a:lnTo>
                  <a:pt x="597" y="1031"/>
                </a:lnTo>
                <a:lnTo>
                  <a:pt x="598" y="1029"/>
                </a:lnTo>
                <a:lnTo>
                  <a:pt x="598" y="1028"/>
                </a:lnTo>
                <a:lnTo>
                  <a:pt x="598" y="1026"/>
                </a:lnTo>
                <a:lnTo>
                  <a:pt x="599" y="1025"/>
                </a:lnTo>
                <a:lnTo>
                  <a:pt x="599" y="1024"/>
                </a:lnTo>
                <a:lnTo>
                  <a:pt x="598" y="1024"/>
                </a:lnTo>
                <a:lnTo>
                  <a:pt x="598" y="1023"/>
                </a:lnTo>
                <a:lnTo>
                  <a:pt x="598" y="1022"/>
                </a:lnTo>
                <a:lnTo>
                  <a:pt x="598" y="1020"/>
                </a:lnTo>
                <a:lnTo>
                  <a:pt x="599" y="1020"/>
                </a:lnTo>
                <a:lnTo>
                  <a:pt x="599" y="1019"/>
                </a:lnTo>
                <a:lnTo>
                  <a:pt x="600" y="1019"/>
                </a:lnTo>
                <a:lnTo>
                  <a:pt x="600" y="1018"/>
                </a:lnTo>
                <a:lnTo>
                  <a:pt x="599" y="1017"/>
                </a:lnTo>
                <a:lnTo>
                  <a:pt x="599" y="1016"/>
                </a:lnTo>
                <a:lnTo>
                  <a:pt x="598" y="1016"/>
                </a:lnTo>
                <a:lnTo>
                  <a:pt x="597" y="1016"/>
                </a:lnTo>
                <a:lnTo>
                  <a:pt x="596" y="1016"/>
                </a:lnTo>
                <a:lnTo>
                  <a:pt x="596" y="1015"/>
                </a:lnTo>
                <a:lnTo>
                  <a:pt x="596" y="1014"/>
                </a:lnTo>
                <a:lnTo>
                  <a:pt x="596" y="1013"/>
                </a:lnTo>
                <a:lnTo>
                  <a:pt x="596" y="1012"/>
                </a:lnTo>
                <a:lnTo>
                  <a:pt x="596" y="1011"/>
                </a:lnTo>
                <a:lnTo>
                  <a:pt x="597" y="1011"/>
                </a:lnTo>
                <a:lnTo>
                  <a:pt x="598" y="1011"/>
                </a:lnTo>
                <a:lnTo>
                  <a:pt x="598" y="1010"/>
                </a:lnTo>
                <a:lnTo>
                  <a:pt x="599" y="1010"/>
                </a:lnTo>
                <a:lnTo>
                  <a:pt x="598" y="1010"/>
                </a:lnTo>
                <a:lnTo>
                  <a:pt x="598" y="1009"/>
                </a:lnTo>
                <a:lnTo>
                  <a:pt x="597" y="1008"/>
                </a:lnTo>
                <a:lnTo>
                  <a:pt x="597" y="1009"/>
                </a:lnTo>
                <a:lnTo>
                  <a:pt x="596" y="1008"/>
                </a:lnTo>
                <a:lnTo>
                  <a:pt x="596" y="1007"/>
                </a:lnTo>
                <a:lnTo>
                  <a:pt x="595" y="1006"/>
                </a:lnTo>
                <a:lnTo>
                  <a:pt x="595" y="1005"/>
                </a:lnTo>
                <a:lnTo>
                  <a:pt x="594" y="1005"/>
                </a:lnTo>
                <a:lnTo>
                  <a:pt x="593" y="1005"/>
                </a:lnTo>
                <a:lnTo>
                  <a:pt x="591" y="1003"/>
                </a:lnTo>
                <a:lnTo>
                  <a:pt x="591" y="1002"/>
                </a:lnTo>
                <a:lnTo>
                  <a:pt x="592" y="1002"/>
                </a:lnTo>
                <a:lnTo>
                  <a:pt x="592" y="1001"/>
                </a:lnTo>
                <a:lnTo>
                  <a:pt x="592" y="1000"/>
                </a:lnTo>
                <a:lnTo>
                  <a:pt x="591" y="1000"/>
                </a:lnTo>
                <a:lnTo>
                  <a:pt x="591" y="999"/>
                </a:lnTo>
                <a:lnTo>
                  <a:pt x="591" y="998"/>
                </a:lnTo>
                <a:lnTo>
                  <a:pt x="590" y="998"/>
                </a:lnTo>
                <a:lnTo>
                  <a:pt x="590" y="997"/>
                </a:lnTo>
                <a:lnTo>
                  <a:pt x="589" y="997"/>
                </a:lnTo>
                <a:lnTo>
                  <a:pt x="588" y="997"/>
                </a:lnTo>
                <a:lnTo>
                  <a:pt x="587" y="996"/>
                </a:lnTo>
                <a:lnTo>
                  <a:pt x="586" y="996"/>
                </a:lnTo>
                <a:lnTo>
                  <a:pt x="586" y="995"/>
                </a:lnTo>
                <a:lnTo>
                  <a:pt x="586" y="994"/>
                </a:lnTo>
                <a:lnTo>
                  <a:pt x="587" y="994"/>
                </a:lnTo>
                <a:lnTo>
                  <a:pt x="587" y="993"/>
                </a:lnTo>
                <a:lnTo>
                  <a:pt x="587" y="992"/>
                </a:lnTo>
                <a:lnTo>
                  <a:pt x="586" y="992"/>
                </a:lnTo>
                <a:lnTo>
                  <a:pt x="586" y="991"/>
                </a:lnTo>
                <a:lnTo>
                  <a:pt x="586" y="990"/>
                </a:lnTo>
                <a:lnTo>
                  <a:pt x="586" y="989"/>
                </a:lnTo>
                <a:lnTo>
                  <a:pt x="586" y="988"/>
                </a:lnTo>
                <a:lnTo>
                  <a:pt x="586" y="987"/>
                </a:lnTo>
                <a:lnTo>
                  <a:pt x="586" y="986"/>
                </a:lnTo>
                <a:lnTo>
                  <a:pt x="585" y="985"/>
                </a:lnTo>
                <a:lnTo>
                  <a:pt x="584" y="984"/>
                </a:lnTo>
                <a:lnTo>
                  <a:pt x="583" y="983"/>
                </a:lnTo>
                <a:lnTo>
                  <a:pt x="583" y="982"/>
                </a:lnTo>
                <a:lnTo>
                  <a:pt x="582" y="982"/>
                </a:lnTo>
                <a:lnTo>
                  <a:pt x="583" y="982"/>
                </a:lnTo>
                <a:lnTo>
                  <a:pt x="583" y="981"/>
                </a:lnTo>
                <a:lnTo>
                  <a:pt x="584" y="981"/>
                </a:lnTo>
                <a:lnTo>
                  <a:pt x="585" y="981"/>
                </a:lnTo>
                <a:lnTo>
                  <a:pt x="585" y="980"/>
                </a:lnTo>
                <a:lnTo>
                  <a:pt x="586" y="979"/>
                </a:lnTo>
                <a:lnTo>
                  <a:pt x="586" y="978"/>
                </a:lnTo>
                <a:lnTo>
                  <a:pt x="588" y="978"/>
                </a:lnTo>
                <a:lnTo>
                  <a:pt x="588" y="977"/>
                </a:lnTo>
                <a:lnTo>
                  <a:pt x="588" y="976"/>
                </a:lnTo>
                <a:lnTo>
                  <a:pt x="587" y="976"/>
                </a:lnTo>
                <a:lnTo>
                  <a:pt x="586" y="976"/>
                </a:lnTo>
                <a:lnTo>
                  <a:pt x="586" y="975"/>
                </a:lnTo>
                <a:lnTo>
                  <a:pt x="585" y="975"/>
                </a:lnTo>
                <a:lnTo>
                  <a:pt x="585" y="974"/>
                </a:lnTo>
                <a:lnTo>
                  <a:pt x="585" y="972"/>
                </a:lnTo>
                <a:lnTo>
                  <a:pt x="585" y="971"/>
                </a:lnTo>
                <a:lnTo>
                  <a:pt x="584" y="971"/>
                </a:lnTo>
                <a:lnTo>
                  <a:pt x="583" y="969"/>
                </a:lnTo>
                <a:lnTo>
                  <a:pt x="583" y="968"/>
                </a:lnTo>
                <a:lnTo>
                  <a:pt x="583" y="967"/>
                </a:lnTo>
                <a:lnTo>
                  <a:pt x="583" y="966"/>
                </a:lnTo>
                <a:lnTo>
                  <a:pt x="584" y="966"/>
                </a:lnTo>
                <a:lnTo>
                  <a:pt x="584" y="965"/>
                </a:lnTo>
                <a:lnTo>
                  <a:pt x="585" y="965"/>
                </a:lnTo>
                <a:lnTo>
                  <a:pt x="585" y="964"/>
                </a:lnTo>
                <a:lnTo>
                  <a:pt x="584" y="963"/>
                </a:lnTo>
                <a:lnTo>
                  <a:pt x="583" y="962"/>
                </a:lnTo>
                <a:lnTo>
                  <a:pt x="582" y="962"/>
                </a:lnTo>
                <a:lnTo>
                  <a:pt x="581" y="962"/>
                </a:lnTo>
                <a:lnTo>
                  <a:pt x="581" y="959"/>
                </a:lnTo>
                <a:lnTo>
                  <a:pt x="582" y="955"/>
                </a:lnTo>
                <a:lnTo>
                  <a:pt x="582" y="954"/>
                </a:lnTo>
                <a:lnTo>
                  <a:pt x="584" y="953"/>
                </a:lnTo>
                <a:lnTo>
                  <a:pt x="584" y="952"/>
                </a:lnTo>
                <a:lnTo>
                  <a:pt x="585" y="952"/>
                </a:lnTo>
                <a:lnTo>
                  <a:pt x="585" y="951"/>
                </a:lnTo>
                <a:lnTo>
                  <a:pt x="586" y="948"/>
                </a:lnTo>
                <a:lnTo>
                  <a:pt x="586" y="946"/>
                </a:lnTo>
                <a:lnTo>
                  <a:pt x="586" y="945"/>
                </a:lnTo>
                <a:lnTo>
                  <a:pt x="587" y="944"/>
                </a:lnTo>
                <a:lnTo>
                  <a:pt x="587" y="943"/>
                </a:lnTo>
                <a:lnTo>
                  <a:pt x="588" y="943"/>
                </a:lnTo>
                <a:lnTo>
                  <a:pt x="588" y="942"/>
                </a:lnTo>
                <a:lnTo>
                  <a:pt x="588" y="941"/>
                </a:lnTo>
                <a:lnTo>
                  <a:pt x="587" y="938"/>
                </a:lnTo>
                <a:lnTo>
                  <a:pt x="587" y="937"/>
                </a:lnTo>
                <a:lnTo>
                  <a:pt x="587" y="936"/>
                </a:lnTo>
                <a:lnTo>
                  <a:pt x="588" y="936"/>
                </a:lnTo>
                <a:lnTo>
                  <a:pt x="588" y="935"/>
                </a:lnTo>
                <a:lnTo>
                  <a:pt x="588" y="932"/>
                </a:lnTo>
                <a:lnTo>
                  <a:pt x="588" y="928"/>
                </a:lnTo>
                <a:lnTo>
                  <a:pt x="588" y="927"/>
                </a:lnTo>
                <a:lnTo>
                  <a:pt x="587" y="925"/>
                </a:lnTo>
                <a:lnTo>
                  <a:pt x="586" y="922"/>
                </a:lnTo>
                <a:lnTo>
                  <a:pt x="585" y="920"/>
                </a:lnTo>
                <a:lnTo>
                  <a:pt x="585" y="919"/>
                </a:lnTo>
                <a:lnTo>
                  <a:pt x="585" y="918"/>
                </a:lnTo>
                <a:lnTo>
                  <a:pt x="586" y="917"/>
                </a:lnTo>
                <a:lnTo>
                  <a:pt x="586" y="916"/>
                </a:lnTo>
                <a:lnTo>
                  <a:pt x="586" y="915"/>
                </a:lnTo>
                <a:lnTo>
                  <a:pt x="587" y="913"/>
                </a:lnTo>
                <a:lnTo>
                  <a:pt x="588" y="913"/>
                </a:lnTo>
                <a:lnTo>
                  <a:pt x="588" y="911"/>
                </a:lnTo>
                <a:lnTo>
                  <a:pt x="588" y="910"/>
                </a:lnTo>
                <a:lnTo>
                  <a:pt x="587" y="908"/>
                </a:lnTo>
                <a:lnTo>
                  <a:pt x="586" y="907"/>
                </a:lnTo>
                <a:lnTo>
                  <a:pt x="586" y="906"/>
                </a:lnTo>
                <a:lnTo>
                  <a:pt x="586" y="905"/>
                </a:lnTo>
                <a:lnTo>
                  <a:pt x="586" y="904"/>
                </a:lnTo>
                <a:lnTo>
                  <a:pt x="586" y="903"/>
                </a:lnTo>
                <a:lnTo>
                  <a:pt x="587" y="901"/>
                </a:lnTo>
                <a:lnTo>
                  <a:pt x="589" y="899"/>
                </a:lnTo>
                <a:lnTo>
                  <a:pt x="590" y="899"/>
                </a:lnTo>
                <a:lnTo>
                  <a:pt x="591" y="899"/>
                </a:lnTo>
                <a:lnTo>
                  <a:pt x="593" y="894"/>
                </a:lnTo>
                <a:lnTo>
                  <a:pt x="593" y="891"/>
                </a:lnTo>
                <a:lnTo>
                  <a:pt x="593" y="889"/>
                </a:lnTo>
                <a:lnTo>
                  <a:pt x="592" y="888"/>
                </a:lnTo>
                <a:lnTo>
                  <a:pt x="591" y="888"/>
                </a:lnTo>
                <a:lnTo>
                  <a:pt x="592" y="886"/>
                </a:lnTo>
                <a:lnTo>
                  <a:pt x="591" y="884"/>
                </a:lnTo>
                <a:lnTo>
                  <a:pt x="592" y="882"/>
                </a:lnTo>
                <a:lnTo>
                  <a:pt x="593" y="882"/>
                </a:lnTo>
                <a:lnTo>
                  <a:pt x="595" y="882"/>
                </a:lnTo>
                <a:lnTo>
                  <a:pt x="596" y="881"/>
                </a:lnTo>
                <a:lnTo>
                  <a:pt x="596" y="880"/>
                </a:lnTo>
                <a:lnTo>
                  <a:pt x="596" y="879"/>
                </a:lnTo>
                <a:lnTo>
                  <a:pt x="596" y="878"/>
                </a:lnTo>
                <a:lnTo>
                  <a:pt x="595" y="878"/>
                </a:lnTo>
                <a:lnTo>
                  <a:pt x="595" y="877"/>
                </a:lnTo>
                <a:lnTo>
                  <a:pt x="595" y="876"/>
                </a:lnTo>
                <a:lnTo>
                  <a:pt x="595" y="875"/>
                </a:lnTo>
                <a:lnTo>
                  <a:pt x="595" y="872"/>
                </a:lnTo>
                <a:lnTo>
                  <a:pt x="595" y="869"/>
                </a:lnTo>
                <a:lnTo>
                  <a:pt x="596" y="868"/>
                </a:lnTo>
                <a:lnTo>
                  <a:pt x="597" y="865"/>
                </a:lnTo>
                <a:lnTo>
                  <a:pt x="598" y="864"/>
                </a:lnTo>
                <a:lnTo>
                  <a:pt x="599" y="863"/>
                </a:lnTo>
                <a:lnTo>
                  <a:pt x="599" y="862"/>
                </a:lnTo>
                <a:lnTo>
                  <a:pt x="599" y="861"/>
                </a:lnTo>
                <a:lnTo>
                  <a:pt x="600" y="860"/>
                </a:lnTo>
                <a:lnTo>
                  <a:pt x="600" y="859"/>
                </a:lnTo>
                <a:lnTo>
                  <a:pt x="600" y="858"/>
                </a:lnTo>
                <a:lnTo>
                  <a:pt x="599" y="858"/>
                </a:lnTo>
                <a:lnTo>
                  <a:pt x="599" y="857"/>
                </a:lnTo>
                <a:lnTo>
                  <a:pt x="600" y="857"/>
                </a:lnTo>
                <a:lnTo>
                  <a:pt x="600" y="855"/>
                </a:lnTo>
                <a:lnTo>
                  <a:pt x="601" y="855"/>
                </a:lnTo>
                <a:lnTo>
                  <a:pt x="601" y="854"/>
                </a:lnTo>
                <a:lnTo>
                  <a:pt x="600" y="854"/>
                </a:lnTo>
                <a:lnTo>
                  <a:pt x="600" y="853"/>
                </a:lnTo>
                <a:lnTo>
                  <a:pt x="599" y="853"/>
                </a:lnTo>
                <a:lnTo>
                  <a:pt x="599" y="852"/>
                </a:lnTo>
                <a:lnTo>
                  <a:pt x="599" y="851"/>
                </a:lnTo>
                <a:lnTo>
                  <a:pt x="600" y="851"/>
                </a:lnTo>
                <a:lnTo>
                  <a:pt x="600" y="850"/>
                </a:lnTo>
                <a:lnTo>
                  <a:pt x="600" y="849"/>
                </a:lnTo>
                <a:lnTo>
                  <a:pt x="600" y="848"/>
                </a:lnTo>
                <a:lnTo>
                  <a:pt x="600" y="847"/>
                </a:lnTo>
                <a:lnTo>
                  <a:pt x="599" y="846"/>
                </a:lnTo>
                <a:lnTo>
                  <a:pt x="598" y="845"/>
                </a:lnTo>
                <a:lnTo>
                  <a:pt x="597" y="844"/>
                </a:lnTo>
                <a:lnTo>
                  <a:pt x="596" y="843"/>
                </a:lnTo>
                <a:lnTo>
                  <a:pt x="596" y="842"/>
                </a:lnTo>
                <a:lnTo>
                  <a:pt x="596" y="841"/>
                </a:lnTo>
                <a:lnTo>
                  <a:pt x="597" y="840"/>
                </a:lnTo>
                <a:lnTo>
                  <a:pt x="598" y="840"/>
                </a:lnTo>
                <a:lnTo>
                  <a:pt x="599" y="839"/>
                </a:lnTo>
                <a:lnTo>
                  <a:pt x="600" y="838"/>
                </a:lnTo>
                <a:lnTo>
                  <a:pt x="600" y="837"/>
                </a:lnTo>
                <a:lnTo>
                  <a:pt x="601" y="837"/>
                </a:lnTo>
                <a:lnTo>
                  <a:pt x="601" y="836"/>
                </a:lnTo>
                <a:lnTo>
                  <a:pt x="601" y="833"/>
                </a:lnTo>
                <a:lnTo>
                  <a:pt x="601" y="832"/>
                </a:lnTo>
                <a:lnTo>
                  <a:pt x="601" y="830"/>
                </a:lnTo>
                <a:lnTo>
                  <a:pt x="601" y="829"/>
                </a:lnTo>
                <a:lnTo>
                  <a:pt x="602" y="828"/>
                </a:lnTo>
                <a:lnTo>
                  <a:pt x="603" y="827"/>
                </a:lnTo>
                <a:lnTo>
                  <a:pt x="604" y="827"/>
                </a:lnTo>
                <a:lnTo>
                  <a:pt x="604" y="826"/>
                </a:lnTo>
                <a:lnTo>
                  <a:pt x="605" y="826"/>
                </a:lnTo>
                <a:lnTo>
                  <a:pt x="606" y="825"/>
                </a:lnTo>
                <a:lnTo>
                  <a:pt x="607" y="825"/>
                </a:lnTo>
                <a:lnTo>
                  <a:pt x="608" y="825"/>
                </a:lnTo>
                <a:lnTo>
                  <a:pt x="609" y="825"/>
                </a:lnTo>
                <a:lnTo>
                  <a:pt x="609" y="826"/>
                </a:lnTo>
                <a:lnTo>
                  <a:pt x="611" y="826"/>
                </a:lnTo>
                <a:lnTo>
                  <a:pt x="611" y="827"/>
                </a:lnTo>
                <a:lnTo>
                  <a:pt x="612" y="827"/>
                </a:lnTo>
                <a:lnTo>
                  <a:pt x="613" y="827"/>
                </a:lnTo>
                <a:lnTo>
                  <a:pt x="614" y="827"/>
                </a:lnTo>
                <a:lnTo>
                  <a:pt x="615" y="827"/>
                </a:lnTo>
                <a:lnTo>
                  <a:pt x="616" y="827"/>
                </a:lnTo>
                <a:lnTo>
                  <a:pt x="617" y="827"/>
                </a:lnTo>
                <a:lnTo>
                  <a:pt x="618" y="827"/>
                </a:lnTo>
                <a:lnTo>
                  <a:pt x="618" y="826"/>
                </a:lnTo>
                <a:lnTo>
                  <a:pt x="619" y="825"/>
                </a:lnTo>
                <a:lnTo>
                  <a:pt x="619" y="824"/>
                </a:lnTo>
                <a:lnTo>
                  <a:pt x="620" y="824"/>
                </a:lnTo>
                <a:lnTo>
                  <a:pt x="621" y="824"/>
                </a:lnTo>
                <a:lnTo>
                  <a:pt x="622" y="824"/>
                </a:lnTo>
                <a:lnTo>
                  <a:pt x="623" y="823"/>
                </a:lnTo>
                <a:lnTo>
                  <a:pt x="624" y="823"/>
                </a:lnTo>
                <a:lnTo>
                  <a:pt x="625" y="824"/>
                </a:lnTo>
                <a:lnTo>
                  <a:pt x="624" y="825"/>
                </a:lnTo>
                <a:lnTo>
                  <a:pt x="624" y="826"/>
                </a:lnTo>
                <a:lnTo>
                  <a:pt x="624" y="827"/>
                </a:lnTo>
                <a:lnTo>
                  <a:pt x="625" y="827"/>
                </a:lnTo>
                <a:lnTo>
                  <a:pt x="626" y="828"/>
                </a:lnTo>
                <a:lnTo>
                  <a:pt x="627" y="828"/>
                </a:lnTo>
                <a:lnTo>
                  <a:pt x="628" y="829"/>
                </a:lnTo>
                <a:lnTo>
                  <a:pt x="629" y="829"/>
                </a:lnTo>
                <a:lnTo>
                  <a:pt x="630" y="829"/>
                </a:lnTo>
                <a:lnTo>
                  <a:pt x="631" y="829"/>
                </a:lnTo>
                <a:lnTo>
                  <a:pt x="632" y="830"/>
                </a:lnTo>
                <a:lnTo>
                  <a:pt x="633" y="830"/>
                </a:lnTo>
                <a:lnTo>
                  <a:pt x="634" y="830"/>
                </a:lnTo>
                <a:lnTo>
                  <a:pt x="635" y="831"/>
                </a:lnTo>
                <a:lnTo>
                  <a:pt x="636" y="831"/>
                </a:lnTo>
                <a:lnTo>
                  <a:pt x="637" y="831"/>
                </a:lnTo>
                <a:lnTo>
                  <a:pt x="637" y="830"/>
                </a:lnTo>
                <a:lnTo>
                  <a:pt x="637" y="829"/>
                </a:lnTo>
                <a:lnTo>
                  <a:pt x="637" y="828"/>
                </a:lnTo>
                <a:lnTo>
                  <a:pt x="638" y="828"/>
                </a:lnTo>
                <a:lnTo>
                  <a:pt x="638" y="827"/>
                </a:lnTo>
                <a:lnTo>
                  <a:pt x="639" y="827"/>
                </a:lnTo>
                <a:lnTo>
                  <a:pt x="640" y="827"/>
                </a:lnTo>
                <a:lnTo>
                  <a:pt x="640" y="826"/>
                </a:lnTo>
                <a:lnTo>
                  <a:pt x="641" y="825"/>
                </a:lnTo>
                <a:lnTo>
                  <a:pt x="641" y="824"/>
                </a:lnTo>
                <a:lnTo>
                  <a:pt x="641" y="822"/>
                </a:lnTo>
                <a:lnTo>
                  <a:pt x="641" y="821"/>
                </a:lnTo>
                <a:lnTo>
                  <a:pt x="642" y="820"/>
                </a:lnTo>
                <a:lnTo>
                  <a:pt x="643" y="820"/>
                </a:lnTo>
                <a:lnTo>
                  <a:pt x="643" y="819"/>
                </a:lnTo>
                <a:lnTo>
                  <a:pt x="643" y="818"/>
                </a:lnTo>
                <a:lnTo>
                  <a:pt x="643" y="817"/>
                </a:lnTo>
                <a:lnTo>
                  <a:pt x="644" y="816"/>
                </a:lnTo>
                <a:lnTo>
                  <a:pt x="645" y="816"/>
                </a:lnTo>
                <a:lnTo>
                  <a:pt x="646" y="816"/>
                </a:lnTo>
                <a:lnTo>
                  <a:pt x="647" y="816"/>
                </a:lnTo>
                <a:lnTo>
                  <a:pt x="647" y="815"/>
                </a:lnTo>
                <a:lnTo>
                  <a:pt x="647" y="814"/>
                </a:lnTo>
                <a:lnTo>
                  <a:pt x="647" y="813"/>
                </a:lnTo>
                <a:lnTo>
                  <a:pt x="647" y="812"/>
                </a:lnTo>
                <a:lnTo>
                  <a:pt x="647" y="811"/>
                </a:lnTo>
                <a:lnTo>
                  <a:pt x="647" y="810"/>
                </a:lnTo>
                <a:lnTo>
                  <a:pt x="647" y="808"/>
                </a:lnTo>
                <a:lnTo>
                  <a:pt x="647" y="807"/>
                </a:lnTo>
                <a:lnTo>
                  <a:pt x="647" y="806"/>
                </a:lnTo>
                <a:lnTo>
                  <a:pt x="646" y="806"/>
                </a:lnTo>
                <a:lnTo>
                  <a:pt x="646" y="805"/>
                </a:lnTo>
                <a:lnTo>
                  <a:pt x="645" y="805"/>
                </a:lnTo>
                <a:lnTo>
                  <a:pt x="645" y="804"/>
                </a:lnTo>
                <a:lnTo>
                  <a:pt x="644" y="804"/>
                </a:lnTo>
                <a:lnTo>
                  <a:pt x="644" y="803"/>
                </a:lnTo>
                <a:lnTo>
                  <a:pt x="645" y="802"/>
                </a:lnTo>
                <a:lnTo>
                  <a:pt x="646" y="802"/>
                </a:lnTo>
                <a:lnTo>
                  <a:pt x="647" y="802"/>
                </a:lnTo>
                <a:lnTo>
                  <a:pt x="647" y="801"/>
                </a:lnTo>
                <a:lnTo>
                  <a:pt x="646" y="801"/>
                </a:lnTo>
                <a:lnTo>
                  <a:pt x="645" y="801"/>
                </a:lnTo>
                <a:lnTo>
                  <a:pt x="645" y="800"/>
                </a:lnTo>
                <a:lnTo>
                  <a:pt x="645" y="799"/>
                </a:lnTo>
                <a:lnTo>
                  <a:pt x="645" y="798"/>
                </a:lnTo>
                <a:lnTo>
                  <a:pt x="644" y="798"/>
                </a:lnTo>
                <a:lnTo>
                  <a:pt x="644" y="799"/>
                </a:lnTo>
                <a:lnTo>
                  <a:pt x="643" y="798"/>
                </a:lnTo>
                <a:lnTo>
                  <a:pt x="643" y="797"/>
                </a:lnTo>
                <a:lnTo>
                  <a:pt x="644" y="797"/>
                </a:lnTo>
                <a:lnTo>
                  <a:pt x="645" y="796"/>
                </a:lnTo>
                <a:lnTo>
                  <a:pt x="645" y="795"/>
                </a:lnTo>
                <a:lnTo>
                  <a:pt x="645" y="794"/>
                </a:lnTo>
                <a:lnTo>
                  <a:pt x="645" y="793"/>
                </a:lnTo>
                <a:lnTo>
                  <a:pt x="646" y="792"/>
                </a:lnTo>
                <a:lnTo>
                  <a:pt x="647" y="790"/>
                </a:lnTo>
                <a:lnTo>
                  <a:pt x="648" y="789"/>
                </a:lnTo>
                <a:lnTo>
                  <a:pt x="648" y="788"/>
                </a:lnTo>
                <a:lnTo>
                  <a:pt x="647" y="788"/>
                </a:lnTo>
                <a:lnTo>
                  <a:pt x="646" y="788"/>
                </a:lnTo>
                <a:lnTo>
                  <a:pt x="646" y="787"/>
                </a:lnTo>
                <a:lnTo>
                  <a:pt x="646" y="786"/>
                </a:lnTo>
                <a:lnTo>
                  <a:pt x="647" y="786"/>
                </a:lnTo>
                <a:lnTo>
                  <a:pt x="647" y="785"/>
                </a:lnTo>
                <a:lnTo>
                  <a:pt x="647" y="784"/>
                </a:lnTo>
                <a:lnTo>
                  <a:pt x="646" y="783"/>
                </a:lnTo>
                <a:lnTo>
                  <a:pt x="646" y="782"/>
                </a:lnTo>
                <a:lnTo>
                  <a:pt x="645" y="782"/>
                </a:lnTo>
                <a:lnTo>
                  <a:pt x="645" y="781"/>
                </a:lnTo>
                <a:lnTo>
                  <a:pt x="645" y="780"/>
                </a:lnTo>
                <a:lnTo>
                  <a:pt x="646" y="780"/>
                </a:lnTo>
                <a:lnTo>
                  <a:pt x="647" y="780"/>
                </a:lnTo>
                <a:lnTo>
                  <a:pt x="648" y="780"/>
                </a:lnTo>
                <a:lnTo>
                  <a:pt x="648" y="779"/>
                </a:lnTo>
                <a:lnTo>
                  <a:pt x="647" y="779"/>
                </a:lnTo>
                <a:lnTo>
                  <a:pt x="647" y="778"/>
                </a:lnTo>
                <a:lnTo>
                  <a:pt x="647" y="777"/>
                </a:lnTo>
                <a:lnTo>
                  <a:pt x="647" y="776"/>
                </a:lnTo>
                <a:lnTo>
                  <a:pt x="647" y="775"/>
                </a:lnTo>
                <a:lnTo>
                  <a:pt x="646" y="774"/>
                </a:lnTo>
                <a:lnTo>
                  <a:pt x="645" y="774"/>
                </a:lnTo>
                <a:lnTo>
                  <a:pt x="644" y="774"/>
                </a:lnTo>
                <a:lnTo>
                  <a:pt x="644" y="773"/>
                </a:lnTo>
                <a:lnTo>
                  <a:pt x="644" y="772"/>
                </a:lnTo>
                <a:lnTo>
                  <a:pt x="644" y="771"/>
                </a:lnTo>
                <a:lnTo>
                  <a:pt x="643" y="769"/>
                </a:lnTo>
                <a:lnTo>
                  <a:pt x="643" y="767"/>
                </a:lnTo>
                <a:lnTo>
                  <a:pt x="643" y="766"/>
                </a:lnTo>
                <a:lnTo>
                  <a:pt x="642" y="766"/>
                </a:lnTo>
                <a:lnTo>
                  <a:pt x="642" y="765"/>
                </a:lnTo>
                <a:lnTo>
                  <a:pt x="643" y="764"/>
                </a:lnTo>
                <a:lnTo>
                  <a:pt x="643" y="763"/>
                </a:lnTo>
                <a:lnTo>
                  <a:pt x="644" y="763"/>
                </a:lnTo>
                <a:lnTo>
                  <a:pt x="644" y="762"/>
                </a:lnTo>
                <a:lnTo>
                  <a:pt x="643" y="762"/>
                </a:lnTo>
                <a:lnTo>
                  <a:pt x="643" y="761"/>
                </a:lnTo>
                <a:lnTo>
                  <a:pt x="641" y="760"/>
                </a:lnTo>
                <a:lnTo>
                  <a:pt x="639" y="758"/>
                </a:lnTo>
                <a:lnTo>
                  <a:pt x="639" y="757"/>
                </a:lnTo>
                <a:lnTo>
                  <a:pt x="638" y="757"/>
                </a:lnTo>
                <a:lnTo>
                  <a:pt x="637" y="756"/>
                </a:lnTo>
                <a:lnTo>
                  <a:pt x="636" y="756"/>
                </a:lnTo>
                <a:lnTo>
                  <a:pt x="636" y="755"/>
                </a:lnTo>
                <a:lnTo>
                  <a:pt x="637" y="755"/>
                </a:lnTo>
                <a:lnTo>
                  <a:pt x="637" y="754"/>
                </a:lnTo>
                <a:lnTo>
                  <a:pt x="638" y="754"/>
                </a:lnTo>
                <a:lnTo>
                  <a:pt x="638" y="753"/>
                </a:lnTo>
                <a:lnTo>
                  <a:pt x="637" y="753"/>
                </a:lnTo>
                <a:lnTo>
                  <a:pt x="637" y="752"/>
                </a:lnTo>
                <a:lnTo>
                  <a:pt x="637" y="753"/>
                </a:lnTo>
                <a:lnTo>
                  <a:pt x="636" y="753"/>
                </a:lnTo>
                <a:lnTo>
                  <a:pt x="635" y="753"/>
                </a:lnTo>
                <a:lnTo>
                  <a:pt x="635" y="752"/>
                </a:lnTo>
                <a:lnTo>
                  <a:pt x="635" y="751"/>
                </a:lnTo>
                <a:lnTo>
                  <a:pt x="635" y="750"/>
                </a:lnTo>
                <a:lnTo>
                  <a:pt x="634" y="750"/>
                </a:lnTo>
                <a:lnTo>
                  <a:pt x="634" y="749"/>
                </a:lnTo>
                <a:lnTo>
                  <a:pt x="633" y="748"/>
                </a:lnTo>
                <a:lnTo>
                  <a:pt x="633" y="747"/>
                </a:lnTo>
                <a:lnTo>
                  <a:pt x="632" y="747"/>
                </a:lnTo>
                <a:lnTo>
                  <a:pt x="632" y="746"/>
                </a:lnTo>
                <a:lnTo>
                  <a:pt x="633" y="746"/>
                </a:lnTo>
                <a:lnTo>
                  <a:pt x="634" y="746"/>
                </a:lnTo>
                <a:lnTo>
                  <a:pt x="634" y="747"/>
                </a:lnTo>
                <a:lnTo>
                  <a:pt x="635" y="747"/>
                </a:lnTo>
                <a:lnTo>
                  <a:pt x="635" y="746"/>
                </a:lnTo>
                <a:lnTo>
                  <a:pt x="635" y="745"/>
                </a:lnTo>
                <a:lnTo>
                  <a:pt x="635" y="744"/>
                </a:lnTo>
                <a:lnTo>
                  <a:pt x="635" y="743"/>
                </a:lnTo>
                <a:lnTo>
                  <a:pt x="634" y="742"/>
                </a:lnTo>
                <a:lnTo>
                  <a:pt x="634" y="741"/>
                </a:lnTo>
                <a:lnTo>
                  <a:pt x="632" y="741"/>
                </a:lnTo>
                <a:lnTo>
                  <a:pt x="632" y="740"/>
                </a:lnTo>
                <a:lnTo>
                  <a:pt x="633" y="739"/>
                </a:lnTo>
                <a:lnTo>
                  <a:pt x="634" y="738"/>
                </a:lnTo>
                <a:lnTo>
                  <a:pt x="633" y="738"/>
                </a:lnTo>
                <a:lnTo>
                  <a:pt x="633" y="737"/>
                </a:lnTo>
                <a:lnTo>
                  <a:pt x="633" y="736"/>
                </a:lnTo>
                <a:lnTo>
                  <a:pt x="633" y="735"/>
                </a:lnTo>
                <a:lnTo>
                  <a:pt x="631" y="735"/>
                </a:lnTo>
                <a:lnTo>
                  <a:pt x="630" y="736"/>
                </a:lnTo>
                <a:lnTo>
                  <a:pt x="629" y="735"/>
                </a:lnTo>
                <a:lnTo>
                  <a:pt x="628" y="735"/>
                </a:lnTo>
                <a:lnTo>
                  <a:pt x="628" y="734"/>
                </a:lnTo>
                <a:lnTo>
                  <a:pt x="627" y="734"/>
                </a:lnTo>
                <a:lnTo>
                  <a:pt x="627" y="733"/>
                </a:lnTo>
                <a:lnTo>
                  <a:pt x="626" y="733"/>
                </a:lnTo>
                <a:lnTo>
                  <a:pt x="625" y="732"/>
                </a:lnTo>
                <a:lnTo>
                  <a:pt x="624" y="731"/>
                </a:lnTo>
                <a:lnTo>
                  <a:pt x="624" y="730"/>
                </a:lnTo>
                <a:lnTo>
                  <a:pt x="624" y="729"/>
                </a:lnTo>
                <a:lnTo>
                  <a:pt x="623" y="729"/>
                </a:lnTo>
                <a:lnTo>
                  <a:pt x="622" y="730"/>
                </a:lnTo>
                <a:lnTo>
                  <a:pt x="623" y="730"/>
                </a:lnTo>
                <a:lnTo>
                  <a:pt x="623" y="731"/>
                </a:lnTo>
                <a:lnTo>
                  <a:pt x="622" y="732"/>
                </a:lnTo>
                <a:lnTo>
                  <a:pt x="621" y="732"/>
                </a:lnTo>
                <a:lnTo>
                  <a:pt x="620" y="732"/>
                </a:lnTo>
                <a:lnTo>
                  <a:pt x="619" y="731"/>
                </a:lnTo>
                <a:lnTo>
                  <a:pt x="619" y="730"/>
                </a:lnTo>
                <a:lnTo>
                  <a:pt x="618" y="730"/>
                </a:lnTo>
                <a:lnTo>
                  <a:pt x="618" y="729"/>
                </a:lnTo>
                <a:lnTo>
                  <a:pt x="617" y="728"/>
                </a:lnTo>
                <a:lnTo>
                  <a:pt x="616" y="726"/>
                </a:lnTo>
                <a:lnTo>
                  <a:pt x="616" y="725"/>
                </a:lnTo>
                <a:lnTo>
                  <a:pt x="616" y="724"/>
                </a:lnTo>
                <a:lnTo>
                  <a:pt x="616" y="723"/>
                </a:lnTo>
                <a:lnTo>
                  <a:pt x="616" y="722"/>
                </a:lnTo>
                <a:lnTo>
                  <a:pt x="617" y="722"/>
                </a:lnTo>
                <a:lnTo>
                  <a:pt x="617" y="721"/>
                </a:lnTo>
                <a:lnTo>
                  <a:pt x="619" y="722"/>
                </a:lnTo>
                <a:lnTo>
                  <a:pt x="621" y="722"/>
                </a:lnTo>
                <a:lnTo>
                  <a:pt x="622" y="722"/>
                </a:lnTo>
                <a:lnTo>
                  <a:pt x="622" y="723"/>
                </a:lnTo>
                <a:lnTo>
                  <a:pt x="623" y="723"/>
                </a:lnTo>
                <a:lnTo>
                  <a:pt x="624" y="723"/>
                </a:lnTo>
                <a:lnTo>
                  <a:pt x="624" y="724"/>
                </a:lnTo>
                <a:lnTo>
                  <a:pt x="625" y="725"/>
                </a:lnTo>
                <a:lnTo>
                  <a:pt x="625" y="726"/>
                </a:lnTo>
                <a:lnTo>
                  <a:pt x="624" y="726"/>
                </a:lnTo>
                <a:lnTo>
                  <a:pt x="624" y="727"/>
                </a:lnTo>
                <a:lnTo>
                  <a:pt x="625" y="727"/>
                </a:lnTo>
                <a:lnTo>
                  <a:pt x="625" y="728"/>
                </a:lnTo>
                <a:lnTo>
                  <a:pt x="626" y="729"/>
                </a:lnTo>
                <a:lnTo>
                  <a:pt x="626" y="728"/>
                </a:lnTo>
                <a:lnTo>
                  <a:pt x="626" y="727"/>
                </a:lnTo>
                <a:lnTo>
                  <a:pt x="626" y="726"/>
                </a:lnTo>
                <a:lnTo>
                  <a:pt x="626" y="725"/>
                </a:lnTo>
                <a:lnTo>
                  <a:pt x="626" y="724"/>
                </a:lnTo>
                <a:lnTo>
                  <a:pt x="627" y="723"/>
                </a:lnTo>
                <a:lnTo>
                  <a:pt x="627" y="722"/>
                </a:lnTo>
                <a:lnTo>
                  <a:pt x="628" y="720"/>
                </a:lnTo>
                <a:lnTo>
                  <a:pt x="628" y="719"/>
                </a:lnTo>
                <a:lnTo>
                  <a:pt x="627" y="718"/>
                </a:lnTo>
                <a:lnTo>
                  <a:pt x="627" y="717"/>
                </a:lnTo>
                <a:lnTo>
                  <a:pt x="627" y="716"/>
                </a:lnTo>
                <a:lnTo>
                  <a:pt x="627" y="715"/>
                </a:lnTo>
                <a:lnTo>
                  <a:pt x="626" y="714"/>
                </a:lnTo>
                <a:lnTo>
                  <a:pt x="626" y="713"/>
                </a:lnTo>
                <a:lnTo>
                  <a:pt x="626" y="711"/>
                </a:lnTo>
                <a:lnTo>
                  <a:pt x="626" y="710"/>
                </a:lnTo>
                <a:lnTo>
                  <a:pt x="626" y="709"/>
                </a:lnTo>
                <a:lnTo>
                  <a:pt x="625" y="708"/>
                </a:lnTo>
                <a:lnTo>
                  <a:pt x="624" y="708"/>
                </a:lnTo>
                <a:lnTo>
                  <a:pt x="623" y="708"/>
                </a:lnTo>
                <a:lnTo>
                  <a:pt x="623" y="707"/>
                </a:lnTo>
                <a:lnTo>
                  <a:pt x="623" y="706"/>
                </a:lnTo>
                <a:lnTo>
                  <a:pt x="623" y="705"/>
                </a:lnTo>
                <a:lnTo>
                  <a:pt x="624" y="705"/>
                </a:lnTo>
                <a:lnTo>
                  <a:pt x="624" y="704"/>
                </a:lnTo>
                <a:lnTo>
                  <a:pt x="625" y="703"/>
                </a:lnTo>
                <a:lnTo>
                  <a:pt x="625" y="701"/>
                </a:lnTo>
                <a:lnTo>
                  <a:pt x="625" y="699"/>
                </a:lnTo>
                <a:lnTo>
                  <a:pt x="624" y="698"/>
                </a:lnTo>
                <a:lnTo>
                  <a:pt x="623" y="698"/>
                </a:lnTo>
                <a:lnTo>
                  <a:pt x="623" y="697"/>
                </a:lnTo>
                <a:lnTo>
                  <a:pt x="624" y="697"/>
                </a:lnTo>
                <a:lnTo>
                  <a:pt x="624" y="696"/>
                </a:lnTo>
                <a:lnTo>
                  <a:pt x="624" y="695"/>
                </a:lnTo>
                <a:lnTo>
                  <a:pt x="623" y="695"/>
                </a:lnTo>
                <a:lnTo>
                  <a:pt x="622" y="694"/>
                </a:lnTo>
                <a:lnTo>
                  <a:pt x="621" y="693"/>
                </a:lnTo>
                <a:lnTo>
                  <a:pt x="620" y="693"/>
                </a:lnTo>
                <a:lnTo>
                  <a:pt x="619" y="693"/>
                </a:lnTo>
                <a:lnTo>
                  <a:pt x="619" y="692"/>
                </a:lnTo>
                <a:lnTo>
                  <a:pt x="618" y="692"/>
                </a:lnTo>
                <a:lnTo>
                  <a:pt x="617" y="692"/>
                </a:lnTo>
                <a:lnTo>
                  <a:pt x="617" y="691"/>
                </a:lnTo>
                <a:lnTo>
                  <a:pt x="616" y="691"/>
                </a:lnTo>
                <a:lnTo>
                  <a:pt x="616" y="690"/>
                </a:lnTo>
                <a:lnTo>
                  <a:pt x="616" y="689"/>
                </a:lnTo>
                <a:lnTo>
                  <a:pt x="617" y="689"/>
                </a:lnTo>
                <a:lnTo>
                  <a:pt x="618" y="688"/>
                </a:lnTo>
                <a:lnTo>
                  <a:pt x="619" y="688"/>
                </a:lnTo>
                <a:lnTo>
                  <a:pt x="620" y="688"/>
                </a:lnTo>
                <a:lnTo>
                  <a:pt x="621" y="688"/>
                </a:lnTo>
                <a:lnTo>
                  <a:pt x="621" y="687"/>
                </a:lnTo>
                <a:lnTo>
                  <a:pt x="622" y="687"/>
                </a:lnTo>
                <a:lnTo>
                  <a:pt x="623" y="686"/>
                </a:lnTo>
                <a:lnTo>
                  <a:pt x="623" y="685"/>
                </a:lnTo>
                <a:lnTo>
                  <a:pt x="623" y="684"/>
                </a:lnTo>
                <a:lnTo>
                  <a:pt x="622" y="683"/>
                </a:lnTo>
                <a:lnTo>
                  <a:pt x="621" y="683"/>
                </a:lnTo>
                <a:lnTo>
                  <a:pt x="621" y="682"/>
                </a:lnTo>
                <a:lnTo>
                  <a:pt x="620" y="682"/>
                </a:lnTo>
                <a:lnTo>
                  <a:pt x="620" y="681"/>
                </a:lnTo>
                <a:lnTo>
                  <a:pt x="621" y="681"/>
                </a:lnTo>
                <a:lnTo>
                  <a:pt x="622" y="681"/>
                </a:lnTo>
                <a:lnTo>
                  <a:pt x="623" y="681"/>
                </a:lnTo>
                <a:lnTo>
                  <a:pt x="623" y="680"/>
                </a:lnTo>
                <a:lnTo>
                  <a:pt x="623" y="679"/>
                </a:lnTo>
                <a:lnTo>
                  <a:pt x="622" y="678"/>
                </a:lnTo>
                <a:lnTo>
                  <a:pt x="621" y="677"/>
                </a:lnTo>
                <a:lnTo>
                  <a:pt x="621" y="676"/>
                </a:lnTo>
                <a:lnTo>
                  <a:pt x="620" y="676"/>
                </a:lnTo>
                <a:lnTo>
                  <a:pt x="620" y="675"/>
                </a:lnTo>
                <a:lnTo>
                  <a:pt x="619" y="675"/>
                </a:lnTo>
                <a:lnTo>
                  <a:pt x="618" y="674"/>
                </a:lnTo>
                <a:lnTo>
                  <a:pt x="617" y="674"/>
                </a:lnTo>
                <a:lnTo>
                  <a:pt x="617" y="673"/>
                </a:lnTo>
                <a:lnTo>
                  <a:pt x="617" y="672"/>
                </a:lnTo>
                <a:lnTo>
                  <a:pt x="618" y="671"/>
                </a:lnTo>
                <a:lnTo>
                  <a:pt x="618" y="670"/>
                </a:lnTo>
                <a:lnTo>
                  <a:pt x="617" y="670"/>
                </a:lnTo>
                <a:lnTo>
                  <a:pt x="617" y="669"/>
                </a:lnTo>
                <a:lnTo>
                  <a:pt x="616" y="669"/>
                </a:lnTo>
                <a:lnTo>
                  <a:pt x="615" y="669"/>
                </a:lnTo>
                <a:lnTo>
                  <a:pt x="615" y="668"/>
                </a:lnTo>
                <a:lnTo>
                  <a:pt x="614" y="668"/>
                </a:lnTo>
                <a:lnTo>
                  <a:pt x="614" y="667"/>
                </a:lnTo>
                <a:lnTo>
                  <a:pt x="613" y="666"/>
                </a:lnTo>
                <a:lnTo>
                  <a:pt x="612" y="666"/>
                </a:lnTo>
                <a:lnTo>
                  <a:pt x="612" y="665"/>
                </a:lnTo>
                <a:lnTo>
                  <a:pt x="611" y="665"/>
                </a:lnTo>
                <a:lnTo>
                  <a:pt x="611" y="664"/>
                </a:lnTo>
                <a:lnTo>
                  <a:pt x="612" y="664"/>
                </a:lnTo>
                <a:lnTo>
                  <a:pt x="613" y="663"/>
                </a:lnTo>
                <a:lnTo>
                  <a:pt x="614" y="663"/>
                </a:lnTo>
                <a:lnTo>
                  <a:pt x="615" y="663"/>
                </a:lnTo>
                <a:lnTo>
                  <a:pt x="616" y="663"/>
                </a:lnTo>
                <a:lnTo>
                  <a:pt x="617" y="663"/>
                </a:lnTo>
                <a:lnTo>
                  <a:pt x="618" y="663"/>
                </a:lnTo>
                <a:lnTo>
                  <a:pt x="618" y="662"/>
                </a:lnTo>
                <a:lnTo>
                  <a:pt x="618" y="660"/>
                </a:lnTo>
                <a:lnTo>
                  <a:pt x="619" y="660"/>
                </a:lnTo>
                <a:lnTo>
                  <a:pt x="618" y="659"/>
                </a:lnTo>
                <a:lnTo>
                  <a:pt x="618" y="658"/>
                </a:lnTo>
                <a:lnTo>
                  <a:pt x="618" y="657"/>
                </a:lnTo>
                <a:lnTo>
                  <a:pt x="618" y="656"/>
                </a:lnTo>
                <a:lnTo>
                  <a:pt x="619" y="655"/>
                </a:lnTo>
                <a:lnTo>
                  <a:pt x="620" y="655"/>
                </a:lnTo>
                <a:lnTo>
                  <a:pt x="621" y="655"/>
                </a:lnTo>
                <a:lnTo>
                  <a:pt x="622" y="654"/>
                </a:lnTo>
                <a:lnTo>
                  <a:pt x="623" y="654"/>
                </a:lnTo>
                <a:lnTo>
                  <a:pt x="623" y="653"/>
                </a:lnTo>
                <a:lnTo>
                  <a:pt x="624" y="652"/>
                </a:lnTo>
                <a:lnTo>
                  <a:pt x="624" y="651"/>
                </a:lnTo>
                <a:lnTo>
                  <a:pt x="624" y="650"/>
                </a:lnTo>
                <a:lnTo>
                  <a:pt x="624" y="649"/>
                </a:lnTo>
                <a:lnTo>
                  <a:pt x="624" y="648"/>
                </a:lnTo>
                <a:lnTo>
                  <a:pt x="623" y="648"/>
                </a:lnTo>
                <a:lnTo>
                  <a:pt x="623" y="647"/>
                </a:lnTo>
                <a:lnTo>
                  <a:pt x="622" y="647"/>
                </a:lnTo>
                <a:lnTo>
                  <a:pt x="622" y="646"/>
                </a:lnTo>
                <a:lnTo>
                  <a:pt x="621" y="646"/>
                </a:lnTo>
                <a:lnTo>
                  <a:pt x="620" y="646"/>
                </a:lnTo>
                <a:lnTo>
                  <a:pt x="619" y="646"/>
                </a:lnTo>
                <a:lnTo>
                  <a:pt x="618" y="646"/>
                </a:lnTo>
                <a:lnTo>
                  <a:pt x="617" y="646"/>
                </a:lnTo>
                <a:lnTo>
                  <a:pt x="617" y="645"/>
                </a:lnTo>
                <a:lnTo>
                  <a:pt x="618" y="645"/>
                </a:lnTo>
                <a:lnTo>
                  <a:pt x="618" y="644"/>
                </a:lnTo>
                <a:lnTo>
                  <a:pt x="619" y="643"/>
                </a:lnTo>
                <a:lnTo>
                  <a:pt x="619" y="642"/>
                </a:lnTo>
                <a:lnTo>
                  <a:pt x="620" y="642"/>
                </a:lnTo>
                <a:lnTo>
                  <a:pt x="621" y="641"/>
                </a:lnTo>
                <a:lnTo>
                  <a:pt x="621" y="642"/>
                </a:lnTo>
                <a:lnTo>
                  <a:pt x="622" y="642"/>
                </a:lnTo>
                <a:lnTo>
                  <a:pt x="622" y="643"/>
                </a:lnTo>
                <a:lnTo>
                  <a:pt x="623" y="643"/>
                </a:lnTo>
                <a:lnTo>
                  <a:pt x="624" y="644"/>
                </a:lnTo>
                <a:lnTo>
                  <a:pt x="624" y="643"/>
                </a:lnTo>
                <a:lnTo>
                  <a:pt x="625" y="643"/>
                </a:lnTo>
                <a:lnTo>
                  <a:pt x="626" y="643"/>
                </a:lnTo>
                <a:lnTo>
                  <a:pt x="626" y="642"/>
                </a:lnTo>
                <a:lnTo>
                  <a:pt x="627" y="642"/>
                </a:lnTo>
                <a:lnTo>
                  <a:pt x="627" y="641"/>
                </a:lnTo>
                <a:lnTo>
                  <a:pt x="627" y="640"/>
                </a:lnTo>
                <a:lnTo>
                  <a:pt x="627" y="639"/>
                </a:lnTo>
                <a:lnTo>
                  <a:pt x="626" y="639"/>
                </a:lnTo>
                <a:lnTo>
                  <a:pt x="625" y="639"/>
                </a:lnTo>
                <a:lnTo>
                  <a:pt x="624" y="639"/>
                </a:lnTo>
                <a:lnTo>
                  <a:pt x="623" y="639"/>
                </a:lnTo>
                <a:lnTo>
                  <a:pt x="622" y="639"/>
                </a:lnTo>
                <a:lnTo>
                  <a:pt x="620" y="639"/>
                </a:lnTo>
                <a:lnTo>
                  <a:pt x="619" y="639"/>
                </a:lnTo>
                <a:lnTo>
                  <a:pt x="618" y="639"/>
                </a:lnTo>
                <a:lnTo>
                  <a:pt x="618" y="638"/>
                </a:lnTo>
                <a:lnTo>
                  <a:pt x="618" y="637"/>
                </a:lnTo>
                <a:lnTo>
                  <a:pt x="620" y="635"/>
                </a:lnTo>
                <a:lnTo>
                  <a:pt x="619" y="635"/>
                </a:lnTo>
                <a:lnTo>
                  <a:pt x="619" y="634"/>
                </a:lnTo>
                <a:lnTo>
                  <a:pt x="618" y="634"/>
                </a:lnTo>
                <a:lnTo>
                  <a:pt x="617" y="634"/>
                </a:lnTo>
                <a:lnTo>
                  <a:pt x="616" y="634"/>
                </a:lnTo>
                <a:lnTo>
                  <a:pt x="615" y="634"/>
                </a:lnTo>
                <a:lnTo>
                  <a:pt x="615" y="633"/>
                </a:lnTo>
                <a:lnTo>
                  <a:pt x="616" y="633"/>
                </a:lnTo>
                <a:lnTo>
                  <a:pt x="617" y="633"/>
                </a:lnTo>
                <a:lnTo>
                  <a:pt x="617" y="632"/>
                </a:lnTo>
                <a:lnTo>
                  <a:pt x="618" y="632"/>
                </a:lnTo>
                <a:lnTo>
                  <a:pt x="618" y="631"/>
                </a:lnTo>
                <a:lnTo>
                  <a:pt x="618" y="630"/>
                </a:lnTo>
                <a:lnTo>
                  <a:pt x="617" y="630"/>
                </a:lnTo>
                <a:lnTo>
                  <a:pt x="617" y="629"/>
                </a:lnTo>
                <a:lnTo>
                  <a:pt x="617" y="628"/>
                </a:lnTo>
                <a:lnTo>
                  <a:pt x="618" y="627"/>
                </a:lnTo>
                <a:lnTo>
                  <a:pt x="619" y="627"/>
                </a:lnTo>
                <a:lnTo>
                  <a:pt x="619" y="626"/>
                </a:lnTo>
                <a:lnTo>
                  <a:pt x="619" y="625"/>
                </a:lnTo>
                <a:lnTo>
                  <a:pt x="620" y="625"/>
                </a:lnTo>
                <a:lnTo>
                  <a:pt x="621" y="625"/>
                </a:lnTo>
                <a:lnTo>
                  <a:pt x="621" y="626"/>
                </a:lnTo>
                <a:lnTo>
                  <a:pt x="621" y="627"/>
                </a:lnTo>
                <a:lnTo>
                  <a:pt x="622" y="628"/>
                </a:lnTo>
                <a:lnTo>
                  <a:pt x="623" y="629"/>
                </a:lnTo>
                <a:lnTo>
                  <a:pt x="623" y="628"/>
                </a:lnTo>
                <a:lnTo>
                  <a:pt x="624" y="628"/>
                </a:lnTo>
                <a:lnTo>
                  <a:pt x="624" y="627"/>
                </a:lnTo>
                <a:lnTo>
                  <a:pt x="623" y="627"/>
                </a:lnTo>
                <a:lnTo>
                  <a:pt x="623" y="626"/>
                </a:lnTo>
                <a:lnTo>
                  <a:pt x="623" y="625"/>
                </a:lnTo>
                <a:lnTo>
                  <a:pt x="624" y="625"/>
                </a:lnTo>
                <a:lnTo>
                  <a:pt x="625" y="625"/>
                </a:lnTo>
                <a:lnTo>
                  <a:pt x="626" y="625"/>
                </a:lnTo>
                <a:lnTo>
                  <a:pt x="626" y="624"/>
                </a:lnTo>
                <a:lnTo>
                  <a:pt x="627" y="624"/>
                </a:lnTo>
                <a:lnTo>
                  <a:pt x="628" y="624"/>
                </a:lnTo>
                <a:lnTo>
                  <a:pt x="629" y="624"/>
                </a:lnTo>
                <a:lnTo>
                  <a:pt x="629" y="623"/>
                </a:lnTo>
                <a:lnTo>
                  <a:pt x="629" y="622"/>
                </a:lnTo>
                <a:lnTo>
                  <a:pt x="628" y="622"/>
                </a:lnTo>
                <a:lnTo>
                  <a:pt x="627" y="622"/>
                </a:lnTo>
                <a:lnTo>
                  <a:pt x="626" y="622"/>
                </a:lnTo>
                <a:lnTo>
                  <a:pt x="625" y="621"/>
                </a:lnTo>
                <a:lnTo>
                  <a:pt x="623" y="620"/>
                </a:lnTo>
                <a:lnTo>
                  <a:pt x="623" y="619"/>
                </a:lnTo>
                <a:lnTo>
                  <a:pt x="625" y="619"/>
                </a:lnTo>
                <a:lnTo>
                  <a:pt x="626" y="619"/>
                </a:lnTo>
                <a:lnTo>
                  <a:pt x="626" y="618"/>
                </a:lnTo>
                <a:lnTo>
                  <a:pt x="627" y="618"/>
                </a:lnTo>
                <a:lnTo>
                  <a:pt x="627" y="617"/>
                </a:lnTo>
                <a:lnTo>
                  <a:pt x="628" y="617"/>
                </a:lnTo>
                <a:lnTo>
                  <a:pt x="629" y="617"/>
                </a:lnTo>
                <a:lnTo>
                  <a:pt x="629" y="616"/>
                </a:lnTo>
                <a:lnTo>
                  <a:pt x="629" y="615"/>
                </a:lnTo>
                <a:lnTo>
                  <a:pt x="629" y="614"/>
                </a:lnTo>
                <a:lnTo>
                  <a:pt x="628" y="614"/>
                </a:lnTo>
                <a:lnTo>
                  <a:pt x="628" y="613"/>
                </a:lnTo>
                <a:lnTo>
                  <a:pt x="628" y="612"/>
                </a:lnTo>
                <a:lnTo>
                  <a:pt x="628" y="611"/>
                </a:lnTo>
                <a:lnTo>
                  <a:pt x="629" y="611"/>
                </a:lnTo>
                <a:lnTo>
                  <a:pt x="630" y="611"/>
                </a:lnTo>
                <a:lnTo>
                  <a:pt x="631" y="611"/>
                </a:lnTo>
                <a:lnTo>
                  <a:pt x="632" y="611"/>
                </a:lnTo>
                <a:lnTo>
                  <a:pt x="632" y="610"/>
                </a:lnTo>
                <a:lnTo>
                  <a:pt x="633" y="610"/>
                </a:lnTo>
                <a:lnTo>
                  <a:pt x="633" y="609"/>
                </a:lnTo>
                <a:lnTo>
                  <a:pt x="634" y="609"/>
                </a:lnTo>
                <a:lnTo>
                  <a:pt x="635" y="608"/>
                </a:lnTo>
                <a:lnTo>
                  <a:pt x="635" y="607"/>
                </a:lnTo>
                <a:lnTo>
                  <a:pt x="636" y="607"/>
                </a:lnTo>
                <a:lnTo>
                  <a:pt x="635" y="606"/>
                </a:lnTo>
                <a:lnTo>
                  <a:pt x="635" y="605"/>
                </a:lnTo>
                <a:lnTo>
                  <a:pt x="633" y="605"/>
                </a:lnTo>
                <a:lnTo>
                  <a:pt x="633" y="604"/>
                </a:lnTo>
                <a:lnTo>
                  <a:pt x="633" y="603"/>
                </a:lnTo>
                <a:lnTo>
                  <a:pt x="634" y="603"/>
                </a:lnTo>
                <a:lnTo>
                  <a:pt x="635" y="603"/>
                </a:lnTo>
                <a:lnTo>
                  <a:pt x="636" y="604"/>
                </a:lnTo>
                <a:lnTo>
                  <a:pt x="636" y="603"/>
                </a:lnTo>
                <a:lnTo>
                  <a:pt x="637" y="603"/>
                </a:lnTo>
                <a:lnTo>
                  <a:pt x="637" y="602"/>
                </a:lnTo>
                <a:lnTo>
                  <a:pt x="636" y="602"/>
                </a:lnTo>
                <a:lnTo>
                  <a:pt x="635" y="602"/>
                </a:lnTo>
                <a:lnTo>
                  <a:pt x="635" y="601"/>
                </a:lnTo>
                <a:lnTo>
                  <a:pt x="634" y="601"/>
                </a:lnTo>
                <a:lnTo>
                  <a:pt x="634" y="600"/>
                </a:lnTo>
                <a:lnTo>
                  <a:pt x="634" y="599"/>
                </a:lnTo>
                <a:lnTo>
                  <a:pt x="634" y="598"/>
                </a:lnTo>
                <a:lnTo>
                  <a:pt x="633" y="598"/>
                </a:lnTo>
                <a:lnTo>
                  <a:pt x="633" y="597"/>
                </a:lnTo>
                <a:lnTo>
                  <a:pt x="633" y="596"/>
                </a:lnTo>
                <a:lnTo>
                  <a:pt x="634" y="596"/>
                </a:lnTo>
                <a:lnTo>
                  <a:pt x="635" y="596"/>
                </a:lnTo>
                <a:lnTo>
                  <a:pt x="636" y="595"/>
                </a:lnTo>
                <a:lnTo>
                  <a:pt x="635" y="594"/>
                </a:lnTo>
                <a:lnTo>
                  <a:pt x="635" y="593"/>
                </a:lnTo>
                <a:lnTo>
                  <a:pt x="635" y="592"/>
                </a:lnTo>
                <a:lnTo>
                  <a:pt x="634" y="591"/>
                </a:lnTo>
                <a:lnTo>
                  <a:pt x="634" y="590"/>
                </a:lnTo>
                <a:lnTo>
                  <a:pt x="634" y="589"/>
                </a:lnTo>
                <a:lnTo>
                  <a:pt x="635" y="589"/>
                </a:lnTo>
                <a:lnTo>
                  <a:pt x="635" y="590"/>
                </a:lnTo>
                <a:lnTo>
                  <a:pt x="636" y="590"/>
                </a:lnTo>
                <a:lnTo>
                  <a:pt x="636" y="589"/>
                </a:lnTo>
                <a:lnTo>
                  <a:pt x="636" y="588"/>
                </a:lnTo>
                <a:lnTo>
                  <a:pt x="637" y="587"/>
                </a:lnTo>
                <a:lnTo>
                  <a:pt x="637" y="586"/>
                </a:lnTo>
                <a:lnTo>
                  <a:pt x="638" y="586"/>
                </a:lnTo>
                <a:lnTo>
                  <a:pt x="639" y="586"/>
                </a:lnTo>
                <a:lnTo>
                  <a:pt x="640" y="586"/>
                </a:lnTo>
                <a:lnTo>
                  <a:pt x="641" y="585"/>
                </a:lnTo>
                <a:lnTo>
                  <a:pt x="641" y="584"/>
                </a:lnTo>
                <a:lnTo>
                  <a:pt x="640" y="584"/>
                </a:lnTo>
                <a:lnTo>
                  <a:pt x="639" y="584"/>
                </a:lnTo>
                <a:lnTo>
                  <a:pt x="639" y="585"/>
                </a:lnTo>
                <a:lnTo>
                  <a:pt x="639" y="584"/>
                </a:lnTo>
                <a:lnTo>
                  <a:pt x="638" y="584"/>
                </a:lnTo>
                <a:lnTo>
                  <a:pt x="638" y="583"/>
                </a:lnTo>
                <a:lnTo>
                  <a:pt x="639" y="583"/>
                </a:lnTo>
                <a:lnTo>
                  <a:pt x="640" y="583"/>
                </a:lnTo>
                <a:lnTo>
                  <a:pt x="640" y="582"/>
                </a:lnTo>
                <a:lnTo>
                  <a:pt x="641" y="582"/>
                </a:lnTo>
                <a:lnTo>
                  <a:pt x="641" y="581"/>
                </a:lnTo>
                <a:lnTo>
                  <a:pt x="640" y="581"/>
                </a:lnTo>
                <a:lnTo>
                  <a:pt x="640" y="580"/>
                </a:lnTo>
                <a:lnTo>
                  <a:pt x="639" y="580"/>
                </a:lnTo>
                <a:lnTo>
                  <a:pt x="639" y="579"/>
                </a:lnTo>
                <a:lnTo>
                  <a:pt x="639" y="578"/>
                </a:lnTo>
                <a:lnTo>
                  <a:pt x="639" y="577"/>
                </a:lnTo>
                <a:lnTo>
                  <a:pt x="640" y="577"/>
                </a:lnTo>
                <a:lnTo>
                  <a:pt x="641" y="577"/>
                </a:lnTo>
                <a:lnTo>
                  <a:pt x="642" y="577"/>
                </a:lnTo>
                <a:lnTo>
                  <a:pt x="642" y="576"/>
                </a:lnTo>
                <a:lnTo>
                  <a:pt x="642" y="575"/>
                </a:lnTo>
                <a:lnTo>
                  <a:pt x="642" y="574"/>
                </a:lnTo>
                <a:lnTo>
                  <a:pt x="641" y="574"/>
                </a:lnTo>
                <a:lnTo>
                  <a:pt x="640" y="574"/>
                </a:lnTo>
                <a:lnTo>
                  <a:pt x="640" y="575"/>
                </a:lnTo>
                <a:lnTo>
                  <a:pt x="639" y="575"/>
                </a:lnTo>
                <a:lnTo>
                  <a:pt x="639" y="574"/>
                </a:lnTo>
                <a:lnTo>
                  <a:pt x="638" y="574"/>
                </a:lnTo>
                <a:lnTo>
                  <a:pt x="638" y="573"/>
                </a:lnTo>
                <a:lnTo>
                  <a:pt x="639" y="573"/>
                </a:lnTo>
                <a:lnTo>
                  <a:pt x="639" y="572"/>
                </a:lnTo>
                <a:lnTo>
                  <a:pt x="640" y="572"/>
                </a:lnTo>
                <a:lnTo>
                  <a:pt x="640" y="571"/>
                </a:lnTo>
                <a:lnTo>
                  <a:pt x="639" y="570"/>
                </a:lnTo>
                <a:lnTo>
                  <a:pt x="638" y="568"/>
                </a:lnTo>
                <a:lnTo>
                  <a:pt x="638" y="567"/>
                </a:lnTo>
                <a:lnTo>
                  <a:pt x="637" y="567"/>
                </a:lnTo>
                <a:lnTo>
                  <a:pt x="636" y="567"/>
                </a:lnTo>
                <a:lnTo>
                  <a:pt x="636" y="566"/>
                </a:lnTo>
                <a:lnTo>
                  <a:pt x="637" y="566"/>
                </a:lnTo>
                <a:lnTo>
                  <a:pt x="637" y="565"/>
                </a:lnTo>
                <a:lnTo>
                  <a:pt x="637" y="564"/>
                </a:lnTo>
                <a:lnTo>
                  <a:pt x="638" y="563"/>
                </a:lnTo>
                <a:lnTo>
                  <a:pt x="639" y="563"/>
                </a:lnTo>
                <a:lnTo>
                  <a:pt x="639" y="564"/>
                </a:lnTo>
                <a:lnTo>
                  <a:pt x="640" y="564"/>
                </a:lnTo>
                <a:lnTo>
                  <a:pt x="642" y="566"/>
                </a:lnTo>
                <a:lnTo>
                  <a:pt x="643" y="566"/>
                </a:lnTo>
                <a:lnTo>
                  <a:pt x="644" y="566"/>
                </a:lnTo>
                <a:lnTo>
                  <a:pt x="645" y="566"/>
                </a:lnTo>
                <a:lnTo>
                  <a:pt x="645" y="565"/>
                </a:lnTo>
                <a:lnTo>
                  <a:pt x="645" y="564"/>
                </a:lnTo>
                <a:lnTo>
                  <a:pt x="644" y="563"/>
                </a:lnTo>
                <a:lnTo>
                  <a:pt x="643" y="563"/>
                </a:lnTo>
                <a:lnTo>
                  <a:pt x="643" y="562"/>
                </a:lnTo>
                <a:lnTo>
                  <a:pt x="643" y="561"/>
                </a:lnTo>
                <a:lnTo>
                  <a:pt x="642" y="561"/>
                </a:lnTo>
                <a:lnTo>
                  <a:pt x="641" y="560"/>
                </a:lnTo>
                <a:lnTo>
                  <a:pt x="641" y="559"/>
                </a:lnTo>
                <a:lnTo>
                  <a:pt x="641" y="558"/>
                </a:lnTo>
                <a:lnTo>
                  <a:pt x="642" y="558"/>
                </a:lnTo>
                <a:lnTo>
                  <a:pt x="643" y="558"/>
                </a:lnTo>
                <a:lnTo>
                  <a:pt x="644" y="558"/>
                </a:lnTo>
                <a:lnTo>
                  <a:pt x="645" y="558"/>
                </a:lnTo>
                <a:lnTo>
                  <a:pt x="644" y="558"/>
                </a:lnTo>
                <a:lnTo>
                  <a:pt x="643" y="558"/>
                </a:lnTo>
                <a:lnTo>
                  <a:pt x="643" y="557"/>
                </a:lnTo>
                <a:lnTo>
                  <a:pt x="643" y="556"/>
                </a:lnTo>
                <a:lnTo>
                  <a:pt x="644" y="556"/>
                </a:lnTo>
                <a:lnTo>
                  <a:pt x="644" y="555"/>
                </a:lnTo>
                <a:lnTo>
                  <a:pt x="645" y="555"/>
                </a:lnTo>
                <a:lnTo>
                  <a:pt x="647" y="555"/>
                </a:lnTo>
                <a:lnTo>
                  <a:pt x="648" y="555"/>
                </a:lnTo>
                <a:lnTo>
                  <a:pt x="648" y="556"/>
                </a:lnTo>
                <a:lnTo>
                  <a:pt x="649" y="556"/>
                </a:lnTo>
                <a:lnTo>
                  <a:pt x="650" y="556"/>
                </a:lnTo>
                <a:lnTo>
                  <a:pt x="651" y="555"/>
                </a:lnTo>
                <a:lnTo>
                  <a:pt x="651" y="554"/>
                </a:lnTo>
                <a:lnTo>
                  <a:pt x="651" y="553"/>
                </a:lnTo>
                <a:lnTo>
                  <a:pt x="652" y="552"/>
                </a:lnTo>
                <a:lnTo>
                  <a:pt x="652" y="550"/>
                </a:lnTo>
                <a:lnTo>
                  <a:pt x="653" y="548"/>
                </a:lnTo>
                <a:lnTo>
                  <a:pt x="654" y="548"/>
                </a:lnTo>
                <a:lnTo>
                  <a:pt x="655" y="548"/>
                </a:lnTo>
                <a:lnTo>
                  <a:pt x="655" y="547"/>
                </a:lnTo>
                <a:lnTo>
                  <a:pt x="656" y="547"/>
                </a:lnTo>
                <a:lnTo>
                  <a:pt x="657" y="547"/>
                </a:lnTo>
                <a:lnTo>
                  <a:pt x="657" y="546"/>
                </a:lnTo>
                <a:lnTo>
                  <a:pt x="656" y="546"/>
                </a:lnTo>
                <a:lnTo>
                  <a:pt x="655" y="546"/>
                </a:lnTo>
                <a:lnTo>
                  <a:pt x="654" y="546"/>
                </a:lnTo>
                <a:lnTo>
                  <a:pt x="654" y="545"/>
                </a:lnTo>
                <a:lnTo>
                  <a:pt x="655" y="545"/>
                </a:lnTo>
                <a:lnTo>
                  <a:pt x="655" y="544"/>
                </a:lnTo>
                <a:lnTo>
                  <a:pt x="656" y="544"/>
                </a:lnTo>
                <a:lnTo>
                  <a:pt x="657" y="544"/>
                </a:lnTo>
                <a:lnTo>
                  <a:pt x="657" y="543"/>
                </a:lnTo>
                <a:lnTo>
                  <a:pt x="658" y="542"/>
                </a:lnTo>
                <a:lnTo>
                  <a:pt x="658" y="541"/>
                </a:lnTo>
                <a:lnTo>
                  <a:pt x="658" y="540"/>
                </a:lnTo>
                <a:lnTo>
                  <a:pt x="659" y="539"/>
                </a:lnTo>
                <a:lnTo>
                  <a:pt x="660" y="538"/>
                </a:lnTo>
                <a:lnTo>
                  <a:pt x="661" y="538"/>
                </a:lnTo>
                <a:lnTo>
                  <a:pt x="662" y="538"/>
                </a:lnTo>
                <a:lnTo>
                  <a:pt x="663" y="538"/>
                </a:lnTo>
                <a:lnTo>
                  <a:pt x="663" y="539"/>
                </a:lnTo>
                <a:lnTo>
                  <a:pt x="662" y="539"/>
                </a:lnTo>
                <a:lnTo>
                  <a:pt x="661" y="539"/>
                </a:lnTo>
                <a:lnTo>
                  <a:pt x="661" y="540"/>
                </a:lnTo>
                <a:lnTo>
                  <a:pt x="662" y="540"/>
                </a:lnTo>
                <a:lnTo>
                  <a:pt x="663" y="540"/>
                </a:lnTo>
                <a:lnTo>
                  <a:pt x="664" y="540"/>
                </a:lnTo>
                <a:lnTo>
                  <a:pt x="664" y="539"/>
                </a:lnTo>
                <a:lnTo>
                  <a:pt x="664" y="538"/>
                </a:lnTo>
                <a:lnTo>
                  <a:pt x="665" y="538"/>
                </a:lnTo>
                <a:lnTo>
                  <a:pt x="665" y="537"/>
                </a:lnTo>
                <a:lnTo>
                  <a:pt x="665" y="536"/>
                </a:lnTo>
                <a:lnTo>
                  <a:pt x="664" y="536"/>
                </a:lnTo>
                <a:lnTo>
                  <a:pt x="664" y="535"/>
                </a:lnTo>
                <a:lnTo>
                  <a:pt x="665" y="535"/>
                </a:lnTo>
                <a:lnTo>
                  <a:pt x="666" y="535"/>
                </a:lnTo>
                <a:lnTo>
                  <a:pt x="667" y="535"/>
                </a:lnTo>
                <a:lnTo>
                  <a:pt x="667" y="534"/>
                </a:lnTo>
                <a:lnTo>
                  <a:pt x="668" y="534"/>
                </a:lnTo>
                <a:lnTo>
                  <a:pt x="668" y="532"/>
                </a:lnTo>
                <a:lnTo>
                  <a:pt x="669" y="531"/>
                </a:lnTo>
                <a:lnTo>
                  <a:pt x="669" y="530"/>
                </a:lnTo>
                <a:lnTo>
                  <a:pt x="670" y="530"/>
                </a:lnTo>
                <a:lnTo>
                  <a:pt x="670" y="529"/>
                </a:lnTo>
                <a:lnTo>
                  <a:pt x="670" y="528"/>
                </a:lnTo>
                <a:lnTo>
                  <a:pt x="671" y="528"/>
                </a:lnTo>
                <a:lnTo>
                  <a:pt x="671" y="527"/>
                </a:lnTo>
                <a:lnTo>
                  <a:pt x="670" y="527"/>
                </a:lnTo>
                <a:lnTo>
                  <a:pt x="670" y="526"/>
                </a:lnTo>
                <a:lnTo>
                  <a:pt x="669" y="525"/>
                </a:lnTo>
                <a:lnTo>
                  <a:pt x="669" y="524"/>
                </a:lnTo>
                <a:lnTo>
                  <a:pt x="668" y="524"/>
                </a:lnTo>
                <a:lnTo>
                  <a:pt x="668" y="523"/>
                </a:lnTo>
                <a:lnTo>
                  <a:pt x="668" y="522"/>
                </a:lnTo>
                <a:lnTo>
                  <a:pt x="668" y="521"/>
                </a:lnTo>
                <a:lnTo>
                  <a:pt x="667" y="521"/>
                </a:lnTo>
                <a:lnTo>
                  <a:pt x="666" y="520"/>
                </a:lnTo>
                <a:lnTo>
                  <a:pt x="666" y="519"/>
                </a:lnTo>
                <a:lnTo>
                  <a:pt x="666" y="518"/>
                </a:lnTo>
                <a:lnTo>
                  <a:pt x="666" y="516"/>
                </a:lnTo>
                <a:lnTo>
                  <a:pt x="665" y="515"/>
                </a:lnTo>
                <a:lnTo>
                  <a:pt x="664" y="515"/>
                </a:lnTo>
                <a:lnTo>
                  <a:pt x="663" y="514"/>
                </a:lnTo>
                <a:lnTo>
                  <a:pt x="663" y="513"/>
                </a:lnTo>
                <a:lnTo>
                  <a:pt x="662" y="512"/>
                </a:lnTo>
                <a:lnTo>
                  <a:pt x="662" y="511"/>
                </a:lnTo>
                <a:lnTo>
                  <a:pt x="663" y="510"/>
                </a:lnTo>
                <a:lnTo>
                  <a:pt x="663" y="509"/>
                </a:lnTo>
                <a:lnTo>
                  <a:pt x="663" y="508"/>
                </a:lnTo>
                <a:lnTo>
                  <a:pt x="662" y="508"/>
                </a:lnTo>
                <a:lnTo>
                  <a:pt x="661" y="507"/>
                </a:lnTo>
                <a:lnTo>
                  <a:pt x="660" y="506"/>
                </a:lnTo>
                <a:lnTo>
                  <a:pt x="660" y="505"/>
                </a:lnTo>
                <a:lnTo>
                  <a:pt x="661" y="505"/>
                </a:lnTo>
                <a:lnTo>
                  <a:pt x="662" y="504"/>
                </a:lnTo>
                <a:lnTo>
                  <a:pt x="663" y="504"/>
                </a:lnTo>
                <a:lnTo>
                  <a:pt x="664" y="503"/>
                </a:lnTo>
                <a:lnTo>
                  <a:pt x="664" y="502"/>
                </a:lnTo>
                <a:lnTo>
                  <a:pt x="664" y="500"/>
                </a:lnTo>
                <a:lnTo>
                  <a:pt x="664" y="499"/>
                </a:lnTo>
                <a:lnTo>
                  <a:pt x="663" y="499"/>
                </a:lnTo>
                <a:lnTo>
                  <a:pt x="661" y="499"/>
                </a:lnTo>
                <a:lnTo>
                  <a:pt x="661" y="498"/>
                </a:lnTo>
                <a:lnTo>
                  <a:pt x="659" y="498"/>
                </a:lnTo>
                <a:lnTo>
                  <a:pt x="658" y="497"/>
                </a:lnTo>
                <a:lnTo>
                  <a:pt x="657" y="497"/>
                </a:lnTo>
                <a:lnTo>
                  <a:pt x="657" y="496"/>
                </a:lnTo>
                <a:lnTo>
                  <a:pt x="658" y="496"/>
                </a:lnTo>
                <a:lnTo>
                  <a:pt x="658" y="495"/>
                </a:lnTo>
                <a:lnTo>
                  <a:pt x="659" y="495"/>
                </a:lnTo>
                <a:lnTo>
                  <a:pt x="659" y="494"/>
                </a:lnTo>
                <a:lnTo>
                  <a:pt x="659" y="493"/>
                </a:lnTo>
                <a:lnTo>
                  <a:pt x="658" y="493"/>
                </a:lnTo>
                <a:lnTo>
                  <a:pt x="657" y="493"/>
                </a:lnTo>
                <a:lnTo>
                  <a:pt x="657" y="492"/>
                </a:lnTo>
                <a:lnTo>
                  <a:pt x="656" y="492"/>
                </a:lnTo>
                <a:lnTo>
                  <a:pt x="655" y="492"/>
                </a:lnTo>
                <a:lnTo>
                  <a:pt x="655" y="493"/>
                </a:lnTo>
                <a:lnTo>
                  <a:pt x="654" y="493"/>
                </a:lnTo>
                <a:lnTo>
                  <a:pt x="653" y="493"/>
                </a:lnTo>
                <a:lnTo>
                  <a:pt x="654" y="492"/>
                </a:lnTo>
                <a:lnTo>
                  <a:pt x="654" y="491"/>
                </a:lnTo>
                <a:lnTo>
                  <a:pt x="655" y="490"/>
                </a:lnTo>
                <a:lnTo>
                  <a:pt x="655" y="489"/>
                </a:lnTo>
                <a:lnTo>
                  <a:pt x="655" y="488"/>
                </a:lnTo>
                <a:lnTo>
                  <a:pt x="656" y="488"/>
                </a:lnTo>
                <a:lnTo>
                  <a:pt x="657" y="487"/>
                </a:lnTo>
                <a:lnTo>
                  <a:pt x="658" y="487"/>
                </a:lnTo>
                <a:lnTo>
                  <a:pt x="659" y="487"/>
                </a:lnTo>
                <a:lnTo>
                  <a:pt x="660" y="487"/>
                </a:lnTo>
                <a:lnTo>
                  <a:pt x="660" y="488"/>
                </a:lnTo>
                <a:lnTo>
                  <a:pt x="661" y="488"/>
                </a:lnTo>
                <a:lnTo>
                  <a:pt x="662" y="488"/>
                </a:lnTo>
                <a:lnTo>
                  <a:pt x="662" y="489"/>
                </a:lnTo>
                <a:lnTo>
                  <a:pt x="663" y="489"/>
                </a:lnTo>
                <a:lnTo>
                  <a:pt x="664" y="489"/>
                </a:lnTo>
                <a:lnTo>
                  <a:pt x="664" y="488"/>
                </a:lnTo>
                <a:lnTo>
                  <a:pt x="664" y="487"/>
                </a:lnTo>
                <a:lnTo>
                  <a:pt x="664" y="486"/>
                </a:lnTo>
                <a:lnTo>
                  <a:pt x="663" y="485"/>
                </a:lnTo>
                <a:lnTo>
                  <a:pt x="662" y="485"/>
                </a:lnTo>
                <a:lnTo>
                  <a:pt x="662" y="484"/>
                </a:lnTo>
                <a:lnTo>
                  <a:pt x="661" y="484"/>
                </a:lnTo>
                <a:lnTo>
                  <a:pt x="661" y="483"/>
                </a:lnTo>
                <a:lnTo>
                  <a:pt x="662" y="482"/>
                </a:lnTo>
                <a:lnTo>
                  <a:pt x="662" y="481"/>
                </a:lnTo>
                <a:lnTo>
                  <a:pt x="663" y="481"/>
                </a:lnTo>
                <a:lnTo>
                  <a:pt x="663" y="482"/>
                </a:lnTo>
                <a:lnTo>
                  <a:pt x="664" y="482"/>
                </a:lnTo>
                <a:lnTo>
                  <a:pt x="665" y="482"/>
                </a:lnTo>
                <a:lnTo>
                  <a:pt x="665" y="481"/>
                </a:lnTo>
                <a:lnTo>
                  <a:pt x="666" y="480"/>
                </a:lnTo>
                <a:lnTo>
                  <a:pt x="667" y="480"/>
                </a:lnTo>
                <a:lnTo>
                  <a:pt x="667" y="479"/>
                </a:lnTo>
                <a:lnTo>
                  <a:pt x="668" y="479"/>
                </a:lnTo>
                <a:lnTo>
                  <a:pt x="668" y="478"/>
                </a:lnTo>
                <a:lnTo>
                  <a:pt x="668" y="477"/>
                </a:lnTo>
                <a:lnTo>
                  <a:pt x="667" y="477"/>
                </a:lnTo>
                <a:lnTo>
                  <a:pt x="666" y="476"/>
                </a:lnTo>
                <a:lnTo>
                  <a:pt x="666" y="475"/>
                </a:lnTo>
                <a:lnTo>
                  <a:pt x="667" y="475"/>
                </a:lnTo>
                <a:lnTo>
                  <a:pt x="668" y="474"/>
                </a:lnTo>
                <a:lnTo>
                  <a:pt x="669" y="474"/>
                </a:lnTo>
                <a:lnTo>
                  <a:pt x="670" y="474"/>
                </a:lnTo>
                <a:lnTo>
                  <a:pt x="671" y="473"/>
                </a:lnTo>
                <a:lnTo>
                  <a:pt x="671" y="472"/>
                </a:lnTo>
                <a:lnTo>
                  <a:pt x="671" y="471"/>
                </a:lnTo>
                <a:lnTo>
                  <a:pt x="671" y="470"/>
                </a:lnTo>
                <a:lnTo>
                  <a:pt x="671" y="469"/>
                </a:lnTo>
                <a:lnTo>
                  <a:pt x="670" y="468"/>
                </a:lnTo>
                <a:lnTo>
                  <a:pt x="668" y="468"/>
                </a:lnTo>
                <a:lnTo>
                  <a:pt x="667" y="468"/>
                </a:lnTo>
                <a:lnTo>
                  <a:pt x="667" y="467"/>
                </a:lnTo>
                <a:lnTo>
                  <a:pt x="668" y="467"/>
                </a:lnTo>
                <a:lnTo>
                  <a:pt x="669" y="467"/>
                </a:lnTo>
                <a:lnTo>
                  <a:pt x="670" y="467"/>
                </a:lnTo>
                <a:lnTo>
                  <a:pt x="670" y="468"/>
                </a:lnTo>
                <a:lnTo>
                  <a:pt x="671" y="467"/>
                </a:lnTo>
                <a:lnTo>
                  <a:pt x="672" y="467"/>
                </a:lnTo>
                <a:lnTo>
                  <a:pt x="673" y="467"/>
                </a:lnTo>
                <a:lnTo>
                  <a:pt x="673" y="466"/>
                </a:lnTo>
                <a:lnTo>
                  <a:pt x="674" y="466"/>
                </a:lnTo>
                <a:lnTo>
                  <a:pt x="674" y="465"/>
                </a:lnTo>
                <a:lnTo>
                  <a:pt x="674" y="464"/>
                </a:lnTo>
                <a:lnTo>
                  <a:pt x="673" y="464"/>
                </a:lnTo>
                <a:lnTo>
                  <a:pt x="672" y="464"/>
                </a:lnTo>
                <a:lnTo>
                  <a:pt x="672" y="463"/>
                </a:lnTo>
                <a:lnTo>
                  <a:pt x="673" y="463"/>
                </a:lnTo>
                <a:lnTo>
                  <a:pt x="673" y="462"/>
                </a:lnTo>
                <a:lnTo>
                  <a:pt x="673" y="460"/>
                </a:lnTo>
                <a:lnTo>
                  <a:pt x="673" y="459"/>
                </a:lnTo>
                <a:lnTo>
                  <a:pt x="673" y="457"/>
                </a:lnTo>
                <a:lnTo>
                  <a:pt x="674" y="457"/>
                </a:lnTo>
                <a:lnTo>
                  <a:pt x="675" y="457"/>
                </a:lnTo>
                <a:lnTo>
                  <a:pt x="675" y="458"/>
                </a:lnTo>
                <a:lnTo>
                  <a:pt x="676" y="458"/>
                </a:lnTo>
                <a:lnTo>
                  <a:pt x="676" y="460"/>
                </a:lnTo>
                <a:lnTo>
                  <a:pt x="676" y="461"/>
                </a:lnTo>
                <a:lnTo>
                  <a:pt x="676" y="462"/>
                </a:lnTo>
                <a:lnTo>
                  <a:pt x="677" y="462"/>
                </a:lnTo>
                <a:lnTo>
                  <a:pt x="678" y="462"/>
                </a:lnTo>
                <a:lnTo>
                  <a:pt x="679" y="462"/>
                </a:lnTo>
                <a:lnTo>
                  <a:pt x="679" y="460"/>
                </a:lnTo>
                <a:lnTo>
                  <a:pt x="679" y="459"/>
                </a:lnTo>
                <a:lnTo>
                  <a:pt x="678" y="459"/>
                </a:lnTo>
                <a:lnTo>
                  <a:pt x="678" y="457"/>
                </a:lnTo>
                <a:lnTo>
                  <a:pt x="679" y="457"/>
                </a:lnTo>
                <a:lnTo>
                  <a:pt x="679" y="456"/>
                </a:lnTo>
                <a:lnTo>
                  <a:pt x="678" y="456"/>
                </a:lnTo>
                <a:lnTo>
                  <a:pt x="678" y="455"/>
                </a:lnTo>
                <a:lnTo>
                  <a:pt x="679" y="455"/>
                </a:lnTo>
                <a:lnTo>
                  <a:pt x="679" y="454"/>
                </a:lnTo>
                <a:lnTo>
                  <a:pt x="680" y="454"/>
                </a:lnTo>
                <a:lnTo>
                  <a:pt x="681" y="455"/>
                </a:lnTo>
                <a:lnTo>
                  <a:pt x="682" y="455"/>
                </a:lnTo>
                <a:lnTo>
                  <a:pt x="682" y="454"/>
                </a:lnTo>
                <a:lnTo>
                  <a:pt x="681" y="454"/>
                </a:lnTo>
                <a:lnTo>
                  <a:pt x="681" y="453"/>
                </a:lnTo>
                <a:lnTo>
                  <a:pt x="680" y="451"/>
                </a:lnTo>
                <a:lnTo>
                  <a:pt x="680" y="450"/>
                </a:lnTo>
                <a:lnTo>
                  <a:pt x="681" y="449"/>
                </a:lnTo>
                <a:lnTo>
                  <a:pt x="682" y="449"/>
                </a:lnTo>
                <a:lnTo>
                  <a:pt x="682" y="450"/>
                </a:lnTo>
                <a:lnTo>
                  <a:pt x="683" y="450"/>
                </a:lnTo>
                <a:lnTo>
                  <a:pt x="683" y="448"/>
                </a:lnTo>
                <a:lnTo>
                  <a:pt x="682" y="447"/>
                </a:lnTo>
                <a:lnTo>
                  <a:pt x="682" y="446"/>
                </a:lnTo>
                <a:lnTo>
                  <a:pt x="684" y="443"/>
                </a:lnTo>
                <a:lnTo>
                  <a:pt x="684" y="442"/>
                </a:lnTo>
                <a:lnTo>
                  <a:pt x="684" y="441"/>
                </a:lnTo>
                <a:lnTo>
                  <a:pt x="684" y="439"/>
                </a:lnTo>
                <a:lnTo>
                  <a:pt x="684" y="438"/>
                </a:lnTo>
                <a:lnTo>
                  <a:pt x="683" y="439"/>
                </a:lnTo>
                <a:lnTo>
                  <a:pt x="682" y="440"/>
                </a:lnTo>
                <a:lnTo>
                  <a:pt x="681" y="440"/>
                </a:lnTo>
                <a:lnTo>
                  <a:pt x="680" y="439"/>
                </a:lnTo>
                <a:lnTo>
                  <a:pt x="680" y="438"/>
                </a:lnTo>
                <a:lnTo>
                  <a:pt x="681" y="438"/>
                </a:lnTo>
                <a:lnTo>
                  <a:pt x="681" y="437"/>
                </a:lnTo>
                <a:lnTo>
                  <a:pt x="680" y="436"/>
                </a:lnTo>
                <a:lnTo>
                  <a:pt x="679" y="436"/>
                </a:lnTo>
                <a:lnTo>
                  <a:pt x="679" y="435"/>
                </a:lnTo>
                <a:lnTo>
                  <a:pt x="678" y="434"/>
                </a:lnTo>
                <a:lnTo>
                  <a:pt x="679" y="433"/>
                </a:lnTo>
                <a:lnTo>
                  <a:pt x="679" y="432"/>
                </a:lnTo>
                <a:lnTo>
                  <a:pt x="680" y="429"/>
                </a:lnTo>
                <a:lnTo>
                  <a:pt x="679" y="429"/>
                </a:lnTo>
                <a:lnTo>
                  <a:pt x="678" y="429"/>
                </a:lnTo>
                <a:lnTo>
                  <a:pt x="678" y="428"/>
                </a:lnTo>
                <a:lnTo>
                  <a:pt x="679" y="428"/>
                </a:lnTo>
                <a:lnTo>
                  <a:pt x="679" y="429"/>
                </a:lnTo>
                <a:lnTo>
                  <a:pt x="680" y="429"/>
                </a:lnTo>
                <a:lnTo>
                  <a:pt x="680" y="428"/>
                </a:lnTo>
                <a:lnTo>
                  <a:pt x="680" y="427"/>
                </a:lnTo>
                <a:lnTo>
                  <a:pt x="680" y="426"/>
                </a:lnTo>
                <a:lnTo>
                  <a:pt x="679" y="426"/>
                </a:lnTo>
                <a:lnTo>
                  <a:pt x="678" y="426"/>
                </a:lnTo>
                <a:lnTo>
                  <a:pt x="678" y="427"/>
                </a:lnTo>
                <a:lnTo>
                  <a:pt x="677" y="427"/>
                </a:lnTo>
                <a:lnTo>
                  <a:pt x="677" y="426"/>
                </a:lnTo>
                <a:lnTo>
                  <a:pt x="676" y="426"/>
                </a:lnTo>
                <a:lnTo>
                  <a:pt x="676" y="425"/>
                </a:lnTo>
                <a:lnTo>
                  <a:pt x="675" y="425"/>
                </a:lnTo>
                <a:lnTo>
                  <a:pt x="674" y="425"/>
                </a:lnTo>
                <a:lnTo>
                  <a:pt x="673" y="425"/>
                </a:lnTo>
                <a:lnTo>
                  <a:pt x="673" y="424"/>
                </a:lnTo>
                <a:lnTo>
                  <a:pt x="674" y="424"/>
                </a:lnTo>
                <a:lnTo>
                  <a:pt x="674" y="423"/>
                </a:lnTo>
                <a:lnTo>
                  <a:pt x="674" y="422"/>
                </a:lnTo>
                <a:lnTo>
                  <a:pt x="673" y="422"/>
                </a:lnTo>
                <a:lnTo>
                  <a:pt x="673" y="423"/>
                </a:lnTo>
                <a:lnTo>
                  <a:pt x="672" y="423"/>
                </a:lnTo>
                <a:lnTo>
                  <a:pt x="671" y="423"/>
                </a:lnTo>
                <a:lnTo>
                  <a:pt x="671" y="422"/>
                </a:lnTo>
                <a:lnTo>
                  <a:pt x="670" y="422"/>
                </a:lnTo>
                <a:lnTo>
                  <a:pt x="669" y="421"/>
                </a:lnTo>
                <a:lnTo>
                  <a:pt x="668" y="421"/>
                </a:lnTo>
                <a:lnTo>
                  <a:pt x="667" y="421"/>
                </a:lnTo>
                <a:lnTo>
                  <a:pt x="668" y="420"/>
                </a:lnTo>
                <a:lnTo>
                  <a:pt x="669" y="421"/>
                </a:lnTo>
                <a:lnTo>
                  <a:pt x="669" y="420"/>
                </a:lnTo>
                <a:lnTo>
                  <a:pt x="668" y="420"/>
                </a:lnTo>
                <a:lnTo>
                  <a:pt x="667" y="420"/>
                </a:lnTo>
                <a:lnTo>
                  <a:pt x="667" y="419"/>
                </a:lnTo>
                <a:lnTo>
                  <a:pt x="668" y="418"/>
                </a:lnTo>
                <a:lnTo>
                  <a:pt x="669" y="418"/>
                </a:lnTo>
                <a:lnTo>
                  <a:pt x="669" y="417"/>
                </a:lnTo>
                <a:lnTo>
                  <a:pt x="668" y="417"/>
                </a:lnTo>
                <a:lnTo>
                  <a:pt x="668" y="415"/>
                </a:lnTo>
                <a:lnTo>
                  <a:pt x="669" y="414"/>
                </a:lnTo>
                <a:lnTo>
                  <a:pt x="668" y="414"/>
                </a:lnTo>
                <a:lnTo>
                  <a:pt x="668" y="413"/>
                </a:lnTo>
                <a:lnTo>
                  <a:pt x="668" y="414"/>
                </a:lnTo>
                <a:lnTo>
                  <a:pt x="668" y="415"/>
                </a:lnTo>
                <a:lnTo>
                  <a:pt x="667" y="415"/>
                </a:lnTo>
                <a:lnTo>
                  <a:pt x="667" y="414"/>
                </a:lnTo>
                <a:lnTo>
                  <a:pt x="667" y="413"/>
                </a:lnTo>
                <a:lnTo>
                  <a:pt x="666" y="413"/>
                </a:lnTo>
                <a:lnTo>
                  <a:pt x="665" y="413"/>
                </a:lnTo>
                <a:lnTo>
                  <a:pt x="665" y="414"/>
                </a:lnTo>
                <a:lnTo>
                  <a:pt x="664" y="415"/>
                </a:lnTo>
                <a:lnTo>
                  <a:pt x="664" y="416"/>
                </a:lnTo>
                <a:lnTo>
                  <a:pt x="663" y="416"/>
                </a:lnTo>
                <a:lnTo>
                  <a:pt x="663" y="417"/>
                </a:lnTo>
                <a:lnTo>
                  <a:pt x="662" y="417"/>
                </a:lnTo>
                <a:lnTo>
                  <a:pt x="661" y="417"/>
                </a:lnTo>
                <a:lnTo>
                  <a:pt x="661" y="416"/>
                </a:lnTo>
                <a:lnTo>
                  <a:pt x="660" y="415"/>
                </a:lnTo>
                <a:lnTo>
                  <a:pt x="659" y="415"/>
                </a:lnTo>
                <a:lnTo>
                  <a:pt x="659" y="414"/>
                </a:lnTo>
                <a:lnTo>
                  <a:pt x="660" y="414"/>
                </a:lnTo>
                <a:lnTo>
                  <a:pt x="660" y="413"/>
                </a:lnTo>
                <a:lnTo>
                  <a:pt x="659" y="413"/>
                </a:lnTo>
                <a:lnTo>
                  <a:pt x="659" y="414"/>
                </a:lnTo>
                <a:lnTo>
                  <a:pt x="658" y="414"/>
                </a:lnTo>
                <a:lnTo>
                  <a:pt x="658" y="413"/>
                </a:lnTo>
                <a:lnTo>
                  <a:pt x="658" y="412"/>
                </a:lnTo>
                <a:lnTo>
                  <a:pt x="657" y="412"/>
                </a:lnTo>
                <a:lnTo>
                  <a:pt x="656" y="412"/>
                </a:lnTo>
                <a:lnTo>
                  <a:pt x="655" y="413"/>
                </a:lnTo>
                <a:lnTo>
                  <a:pt x="654" y="413"/>
                </a:lnTo>
                <a:lnTo>
                  <a:pt x="654" y="412"/>
                </a:lnTo>
                <a:lnTo>
                  <a:pt x="653" y="413"/>
                </a:lnTo>
                <a:lnTo>
                  <a:pt x="652" y="413"/>
                </a:lnTo>
                <a:lnTo>
                  <a:pt x="651" y="412"/>
                </a:lnTo>
                <a:lnTo>
                  <a:pt x="651" y="411"/>
                </a:lnTo>
                <a:lnTo>
                  <a:pt x="651" y="410"/>
                </a:lnTo>
                <a:lnTo>
                  <a:pt x="652" y="409"/>
                </a:lnTo>
                <a:lnTo>
                  <a:pt x="652" y="408"/>
                </a:lnTo>
                <a:lnTo>
                  <a:pt x="651" y="408"/>
                </a:lnTo>
                <a:lnTo>
                  <a:pt x="649" y="407"/>
                </a:lnTo>
                <a:lnTo>
                  <a:pt x="649" y="406"/>
                </a:lnTo>
                <a:lnTo>
                  <a:pt x="650" y="406"/>
                </a:lnTo>
                <a:lnTo>
                  <a:pt x="650" y="405"/>
                </a:lnTo>
                <a:lnTo>
                  <a:pt x="649" y="404"/>
                </a:lnTo>
                <a:lnTo>
                  <a:pt x="648" y="404"/>
                </a:lnTo>
                <a:lnTo>
                  <a:pt x="648" y="403"/>
                </a:lnTo>
                <a:lnTo>
                  <a:pt x="648" y="402"/>
                </a:lnTo>
                <a:lnTo>
                  <a:pt x="647" y="402"/>
                </a:lnTo>
                <a:lnTo>
                  <a:pt x="647" y="401"/>
                </a:lnTo>
                <a:lnTo>
                  <a:pt x="647" y="400"/>
                </a:lnTo>
                <a:lnTo>
                  <a:pt x="646" y="400"/>
                </a:lnTo>
                <a:lnTo>
                  <a:pt x="645" y="399"/>
                </a:lnTo>
                <a:lnTo>
                  <a:pt x="645" y="398"/>
                </a:lnTo>
                <a:lnTo>
                  <a:pt x="644" y="398"/>
                </a:lnTo>
                <a:lnTo>
                  <a:pt x="642" y="397"/>
                </a:lnTo>
                <a:lnTo>
                  <a:pt x="641" y="397"/>
                </a:lnTo>
                <a:lnTo>
                  <a:pt x="640" y="398"/>
                </a:lnTo>
                <a:lnTo>
                  <a:pt x="639" y="398"/>
                </a:lnTo>
                <a:lnTo>
                  <a:pt x="637" y="398"/>
                </a:lnTo>
                <a:lnTo>
                  <a:pt x="636" y="398"/>
                </a:lnTo>
                <a:lnTo>
                  <a:pt x="635" y="399"/>
                </a:lnTo>
                <a:lnTo>
                  <a:pt x="633" y="399"/>
                </a:lnTo>
                <a:lnTo>
                  <a:pt x="633" y="398"/>
                </a:lnTo>
                <a:lnTo>
                  <a:pt x="633" y="397"/>
                </a:lnTo>
                <a:lnTo>
                  <a:pt x="634" y="395"/>
                </a:lnTo>
                <a:lnTo>
                  <a:pt x="633" y="394"/>
                </a:lnTo>
                <a:lnTo>
                  <a:pt x="633" y="393"/>
                </a:lnTo>
                <a:lnTo>
                  <a:pt x="633" y="392"/>
                </a:lnTo>
                <a:lnTo>
                  <a:pt x="632" y="392"/>
                </a:lnTo>
                <a:lnTo>
                  <a:pt x="631" y="391"/>
                </a:lnTo>
                <a:lnTo>
                  <a:pt x="630" y="391"/>
                </a:lnTo>
                <a:lnTo>
                  <a:pt x="628" y="388"/>
                </a:lnTo>
                <a:lnTo>
                  <a:pt x="627" y="388"/>
                </a:lnTo>
                <a:lnTo>
                  <a:pt x="626" y="387"/>
                </a:lnTo>
                <a:lnTo>
                  <a:pt x="625" y="385"/>
                </a:lnTo>
                <a:lnTo>
                  <a:pt x="624" y="385"/>
                </a:lnTo>
                <a:lnTo>
                  <a:pt x="624" y="384"/>
                </a:lnTo>
                <a:lnTo>
                  <a:pt x="625" y="384"/>
                </a:lnTo>
                <a:lnTo>
                  <a:pt x="624" y="383"/>
                </a:lnTo>
                <a:lnTo>
                  <a:pt x="623" y="383"/>
                </a:lnTo>
                <a:lnTo>
                  <a:pt x="623" y="382"/>
                </a:lnTo>
                <a:lnTo>
                  <a:pt x="622" y="381"/>
                </a:lnTo>
                <a:lnTo>
                  <a:pt x="622" y="380"/>
                </a:lnTo>
                <a:lnTo>
                  <a:pt x="621" y="379"/>
                </a:lnTo>
                <a:lnTo>
                  <a:pt x="620" y="379"/>
                </a:lnTo>
                <a:lnTo>
                  <a:pt x="619" y="379"/>
                </a:lnTo>
                <a:lnTo>
                  <a:pt x="618" y="379"/>
                </a:lnTo>
                <a:lnTo>
                  <a:pt x="617" y="379"/>
                </a:lnTo>
                <a:lnTo>
                  <a:pt x="618" y="378"/>
                </a:lnTo>
                <a:lnTo>
                  <a:pt x="617" y="377"/>
                </a:lnTo>
                <a:lnTo>
                  <a:pt x="616" y="377"/>
                </a:lnTo>
                <a:lnTo>
                  <a:pt x="615" y="377"/>
                </a:lnTo>
                <a:lnTo>
                  <a:pt x="614" y="376"/>
                </a:lnTo>
                <a:lnTo>
                  <a:pt x="613" y="375"/>
                </a:lnTo>
                <a:lnTo>
                  <a:pt x="613" y="374"/>
                </a:lnTo>
                <a:lnTo>
                  <a:pt x="612" y="373"/>
                </a:lnTo>
                <a:lnTo>
                  <a:pt x="611" y="373"/>
                </a:lnTo>
                <a:lnTo>
                  <a:pt x="610" y="373"/>
                </a:lnTo>
                <a:lnTo>
                  <a:pt x="610" y="372"/>
                </a:lnTo>
                <a:lnTo>
                  <a:pt x="610" y="371"/>
                </a:lnTo>
                <a:lnTo>
                  <a:pt x="609" y="371"/>
                </a:lnTo>
                <a:lnTo>
                  <a:pt x="609" y="370"/>
                </a:lnTo>
                <a:lnTo>
                  <a:pt x="609" y="369"/>
                </a:lnTo>
                <a:lnTo>
                  <a:pt x="608" y="369"/>
                </a:lnTo>
                <a:lnTo>
                  <a:pt x="607" y="369"/>
                </a:lnTo>
                <a:lnTo>
                  <a:pt x="607" y="368"/>
                </a:lnTo>
                <a:lnTo>
                  <a:pt x="606" y="367"/>
                </a:lnTo>
                <a:lnTo>
                  <a:pt x="606" y="366"/>
                </a:lnTo>
                <a:lnTo>
                  <a:pt x="605" y="366"/>
                </a:lnTo>
                <a:lnTo>
                  <a:pt x="604" y="366"/>
                </a:lnTo>
                <a:lnTo>
                  <a:pt x="604" y="365"/>
                </a:lnTo>
                <a:lnTo>
                  <a:pt x="603" y="364"/>
                </a:lnTo>
                <a:lnTo>
                  <a:pt x="602" y="364"/>
                </a:lnTo>
                <a:lnTo>
                  <a:pt x="601" y="364"/>
                </a:lnTo>
                <a:lnTo>
                  <a:pt x="602" y="364"/>
                </a:lnTo>
                <a:lnTo>
                  <a:pt x="601" y="363"/>
                </a:lnTo>
                <a:lnTo>
                  <a:pt x="600" y="363"/>
                </a:lnTo>
                <a:lnTo>
                  <a:pt x="601" y="363"/>
                </a:lnTo>
                <a:lnTo>
                  <a:pt x="601" y="362"/>
                </a:lnTo>
                <a:lnTo>
                  <a:pt x="602" y="362"/>
                </a:lnTo>
                <a:lnTo>
                  <a:pt x="602" y="361"/>
                </a:lnTo>
                <a:lnTo>
                  <a:pt x="601" y="360"/>
                </a:lnTo>
                <a:lnTo>
                  <a:pt x="600" y="360"/>
                </a:lnTo>
                <a:lnTo>
                  <a:pt x="599" y="360"/>
                </a:lnTo>
                <a:lnTo>
                  <a:pt x="599" y="359"/>
                </a:lnTo>
                <a:lnTo>
                  <a:pt x="598" y="359"/>
                </a:lnTo>
                <a:lnTo>
                  <a:pt x="598" y="358"/>
                </a:lnTo>
                <a:lnTo>
                  <a:pt x="597" y="358"/>
                </a:lnTo>
                <a:lnTo>
                  <a:pt x="596" y="358"/>
                </a:lnTo>
                <a:lnTo>
                  <a:pt x="596" y="357"/>
                </a:lnTo>
                <a:lnTo>
                  <a:pt x="596" y="356"/>
                </a:lnTo>
                <a:lnTo>
                  <a:pt x="594" y="355"/>
                </a:lnTo>
                <a:lnTo>
                  <a:pt x="593" y="354"/>
                </a:lnTo>
                <a:lnTo>
                  <a:pt x="593" y="353"/>
                </a:lnTo>
                <a:lnTo>
                  <a:pt x="592" y="353"/>
                </a:lnTo>
                <a:lnTo>
                  <a:pt x="590" y="352"/>
                </a:lnTo>
                <a:lnTo>
                  <a:pt x="590" y="351"/>
                </a:lnTo>
                <a:lnTo>
                  <a:pt x="588" y="350"/>
                </a:lnTo>
                <a:lnTo>
                  <a:pt x="586" y="349"/>
                </a:lnTo>
                <a:lnTo>
                  <a:pt x="586" y="348"/>
                </a:lnTo>
                <a:lnTo>
                  <a:pt x="585" y="348"/>
                </a:lnTo>
                <a:lnTo>
                  <a:pt x="585" y="347"/>
                </a:lnTo>
                <a:lnTo>
                  <a:pt x="584" y="347"/>
                </a:lnTo>
                <a:lnTo>
                  <a:pt x="584" y="348"/>
                </a:lnTo>
                <a:lnTo>
                  <a:pt x="583" y="347"/>
                </a:lnTo>
                <a:lnTo>
                  <a:pt x="583" y="346"/>
                </a:lnTo>
                <a:lnTo>
                  <a:pt x="582" y="346"/>
                </a:lnTo>
                <a:lnTo>
                  <a:pt x="581" y="346"/>
                </a:lnTo>
                <a:lnTo>
                  <a:pt x="581" y="345"/>
                </a:lnTo>
                <a:lnTo>
                  <a:pt x="580" y="345"/>
                </a:lnTo>
                <a:lnTo>
                  <a:pt x="580" y="344"/>
                </a:lnTo>
                <a:lnTo>
                  <a:pt x="579" y="344"/>
                </a:lnTo>
                <a:lnTo>
                  <a:pt x="578" y="344"/>
                </a:lnTo>
                <a:lnTo>
                  <a:pt x="578" y="343"/>
                </a:lnTo>
                <a:lnTo>
                  <a:pt x="577" y="342"/>
                </a:lnTo>
                <a:lnTo>
                  <a:pt x="576" y="342"/>
                </a:lnTo>
                <a:lnTo>
                  <a:pt x="574" y="341"/>
                </a:lnTo>
                <a:lnTo>
                  <a:pt x="572" y="340"/>
                </a:lnTo>
                <a:lnTo>
                  <a:pt x="571" y="339"/>
                </a:lnTo>
                <a:lnTo>
                  <a:pt x="570" y="339"/>
                </a:lnTo>
                <a:lnTo>
                  <a:pt x="570" y="338"/>
                </a:lnTo>
                <a:lnTo>
                  <a:pt x="570" y="337"/>
                </a:lnTo>
                <a:lnTo>
                  <a:pt x="570" y="336"/>
                </a:lnTo>
                <a:lnTo>
                  <a:pt x="569" y="336"/>
                </a:lnTo>
                <a:lnTo>
                  <a:pt x="569" y="335"/>
                </a:lnTo>
                <a:lnTo>
                  <a:pt x="568" y="335"/>
                </a:lnTo>
                <a:lnTo>
                  <a:pt x="568" y="334"/>
                </a:lnTo>
                <a:lnTo>
                  <a:pt x="568" y="333"/>
                </a:lnTo>
                <a:lnTo>
                  <a:pt x="567" y="333"/>
                </a:lnTo>
                <a:lnTo>
                  <a:pt x="566" y="332"/>
                </a:lnTo>
                <a:lnTo>
                  <a:pt x="565" y="332"/>
                </a:lnTo>
                <a:lnTo>
                  <a:pt x="563" y="333"/>
                </a:lnTo>
                <a:lnTo>
                  <a:pt x="562" y="334"/>
                </a:lnTo>
                <a:lnTo>
                  <a:pt x="562" y="336"/>
                </a:lnTo>
                <a:lnTo>
                  <a:pt x="561" y="336"/>
                </a:lnTo>
                <a:lnTo>
                  <a:pt x="560" y="335"/>
                </a:lnTo>
                <a:lnTo>
                  <a:pt x="559" y="335"/>
                </a:lnTo>
                <a:lnTo>
                  <a:pt x="559" y="334"/>
                </a:lnTo>
                <a:lnTo>
                  <a:pt x="558" y="334"/>
                </a:lnTo>
                <a:lnTo>
                  <a:pt x="558" y="333"/>
                </a:lnTo>
                <a:lnTo>
                  <a:pt x="557" y="333"/>
                </a:lnTo>
                <a:lnTo>
                  <a:pt x="557" y="332"/>
                </a:lnTo>
                <a:lnTo>
                  <a:pt x="556" y="332"/>
                </a:lnTo>
                <a:lnTo>
                  <a:pt x="555" y="332"/>
                </a:lnTo>
                <a:lnTo>
                  <a:pt x="554" y="332"/>
                </a:lnTo>
                <a:lnTo>
                  <a:pt x="554" y="333"/>
                </a:lnTo>
                <a:lnTo>
                  <a:pt x="553" y="333"/>
                </a:lnTo>
                <a:lnTo>
                  <a:pt x="553" y="334"/>
                </a:lnTo>
                <a:lnTo>
                  <a:pt x="551" y="333"/>
                </a:lnTo>
                <a:lnTo>
                  <a:pt x="549" y="332"/>
                </a:lnTo>
                <a:lnTo>
                  <a:pt x="548" y="333"/>
                </a:lnTo>
                <a:lnTo>
                  <a:pt x="548" y="334"/>
                </a:lnTo>
                <a:lnTo>
                  <a:pt x="548" y="335"/>
                </a:lnTo>
                <a:lnTo>
                  <a:pt x="547" y="335"/>
                </a:lnTo>
                <a:lnTo>
                  <a:pt x="546" y="335"/>
                </a:lnTo>
                <a:lnTo>
                  <a:pt x="544" y="334"/>
                </a:lnTo>
                <a:lnTo>
                  <a:pt x="542" y="334"/>
                </a:lnTo>
                <a:lnTo>
                  <a:pt x="541" y="334"/>
                </a:lnTo>
                <a:lnTo>
                  <a:pt x="539" y="335"/>
                </a:lnTo>
                <a:lnTo>
                  <a:pt x="539" y="336"/>
                </a:lnTo>
                <a:lnTo>
                  <a:pt x="537" y="336"/>
                </a:lnTo>
                <a:lnTo>
                  <a:pt x="536" y="336"/>
                </a:lnTo>
                <a:lnTo>
                  <a:pt x="536" y="334"/>
                </a:lnTo>
                <a:lnTo>
                  <a:pt x="535" y="331"/>
                </a:lnTo>
                <a:lnTo>
                  <a:pt x="534" y="331"/>
                </a:lnTo>
                <a:lnTo>
                  <a:pt x="533" y="331"/>
                </a:lnTo>
                <a:lnTo>
                  <a:pt x="532" y="332"/>
                </a:lnTo>
                <a:lnTo>
                  <a:pt x="532" y="333"/>
                </a:lnTo>
                <a:lnTo>
                  <a:pt x="531" y="336"/>
                </a:lnTo>
                <a:lnTo>
                  <a:pt x="530" y="337"/>
                </a:lnTo>
                <a:lnTo>
                  <a:pt x="529" y="339"/>
                </a:lnTo>
                <a:lnTo>
                  <a:pt x="529" y="343"/>
                </a:lnTo>
                <a:lnTo>
                  <a:pt x="529" y="345"/>
                </a:lnTo>
                <a:lnTo>
                  <a:pt x="530" y="348"/>
                </a:lnTo>
                <a:lnTo>
                  <a:pt x="531" y="349"/>
                </a:lnTo>
                <a:lnTo>
                  <a:pt x="532" y="351"/>
                </a:lnTo>
                <a:lnTo>
                  <a:pt x="532" y="352"/>
                </a:lnTo>
                <a:lnTo>
                  <a:pt x="533" y="353"/>
                </a:lnTo>
                <a:lnTo>
                  <a:pt x="532" y="353"/>
                </a:lnTo>
                <a:lnTo>
                  <a:pt x="532" y="354"/>
                </a:lnTo>
                <a:lnTo>
                  <a:pt x="532" y="356"/>
                </a:lnTo>
                <a:lnTo>
                  <a:pt x="532" y="357"/>
                </a:lnTo>
                <a:lnTo>
                  <a:pt x="530" y="359"/>
                </a:lnTo>
                <a:lnTo>
                  <a:pt x="528" y="359"/>
                </a:lnTo>
                <a:lnTo>
                  <a:pt x="525" y="360"/>
                </a:lnTo>
                <a:lnTo>
                  <a:pt x="524" y="361"/>
                </a:lnTo>
                <a:lnTo>
                  <a:pt x="523" y="362"/>
                </a:lnTo>
                <a:lnTo>
                  <a:pt x="523" y="363"/>
                </a:lnTo>
                <a:lnTo>
                  <a:pt x="523" y="364"/>
                </a:lnTo>
                <a:lnTo>
                  <a:pt x="523" y="365"/>
                </a:lnTo>
                <a:lnTo>
                  <a:pt x="522" y="366"/>
                </a:lnTo>
                <a:lnTo>
                  <a:pt x="520" y="366"/>
                </a:lnTo>
                <a:lnTo>
                  <a:pt x="519" y="366"/>
                </a:lnTo>
                <a:lnTo>
                  <a:pt x="518" y="366"/>
                </a:lnTo>
                <a:lnTo>
                  <a:pt x="517" y="367"/>
                </a:lnTo>
                <a:lnTo>
                  <a:pt x="516" y="367"/>
                </a:lnTo>
                <a:lnTo>
                  <a:pt x="516" y="368"/>
                </a:lnTo>
                <a:lnTo>
                  <a:pt x="515" y="368"/>
                </a:lnTo>
                <a:lnTo>
                  <a:pt x="515" y="369"/>
                </a:lnTo>
                <a:lnTo>
                  <a:pt x="516" y="372"/>
                </a:lnTo>
                <a:lnTo>
                  <a:pt x="517" y="373"/>
                </a:lnTo>
                <a:lnTo>
                  <a:pt x="518" y="374"/>
                </a:lnTo>
                <a:lnTo>
                  <a:pt x="519" y="376"/>
                </a:lnTo>
                <a:lnTo>
                  <a:pt x="520" y="378"/>
                </a:lnTo>
                <a:lnTo>
                  <a:pt x="519" y="379"/>
                </a:lnTo>
                <a:lnTo>
                  <a:pt x="519" y="380"/>
                </a:lnTo>
                <a:lnTo>
                  <a:pt x="518" y="380"/>
                </a:lnTo>
                <a:lnTo>
                  <a:pt x="518" y="381"/>
                </a:lnTo>
                <a:lnTo>
                  <a:pt x="517" y="381"/>
                </a:lnTo>
                <a:lnTo>
                  <a:pt x="516" y="382"/>
                </a:lnTo>
                <a:lnTo>
                  <a:pt x="516" y="383"/>
                </a:lnTo>
                <a:lnTo>
                  <a:pt x="515" y="385"/>
                </a:lnTo>
                <a:lnTo>
                  <a:pt x="514" y="388"/>
                </a:lnTo>
                <a:lnTo>
                  <a:pt x="513" y="388"/>
                </a:lnTo>
                <a:lnTo>
                  <a:pt x="514" y="388"/>
                </a:lnTo>
                <a:lnTo>
                  <a:pt x="514" y="389"/>
                </a:lnTo>
                <a:lnTo>
                  <a:pt x="515" y="389"/>
                </a:lnTo>
                <a:lnTo>
                  <a:pt x="515" y="390"/>
                </a:lnTo>
                <a:lnTo>
                  <a:pt x="514" y="392"/>
                </a:lnTo>
                <a:lnTo>
                  <a:pt x="513" y="393"/>
                </a:lnTo>
                <a:lnTo>
                  <a:pt x="511" y="393"/>
                </a:lnTo>
                <a:lnTo>
                  <a:pt x="509" y="393"/>
                </a:lnTo>
                <a:lnTo>
                  <a:pt x="506" y="393"/>
                </a:lnTo>
                <a:lnTo>
                  <a:pt x="505" y="393"/>
                </a:lnTo>
                <a:lnTo>
                  <a:pt x="505" y="392"/>
                </a:lnTo>
                <a:lnTo>
                  <a:pt x="504" y="392"/>
                </a:lnTo>
                <a:lnTo>
                  <a:pt x="503" y="392"/>
                </a:lnTo>
                <a:lnTo>
                  <a:pt x="502" y="392"/>
                </a:lnTo>
                <a:lnTo>
                  <a:pt x="501" y="393"/>
                </a:lnTo>
                <a:lnTo>
                  <a:pt x="499" y="395"/>
                </a:lnTo>
                <a:lnTo>
                  <a:pt x="499" y="396"/>
                </a:lnTo>
                <a:lnTo>
                  <a:pt x="499" y="397"/>
                </a:lnTo>
                <a:lnTo>
                  <a:pt x="499" y="398"/>
                </a:lnTo>
                <a:lnTo>
                  <a:pt x="500" y="399"/>
                </a:lnTo>
                <a:lnTo>
                  <a:pt x="499" y="399"/>
                </a:lnTo>
                <a:lnTo>
                  <a:pt x="499" y="400"/>
                </a:lnTo>
                <a:lnTo>
                  <a:pt x="499" y="401"/>
                </a:lnTo>
                <a:lnTo>
                  <a:pt x="497" y="402"/>
                </a:lnTo>
                <a:lnTo>
                  <a:pt x="495" y="404"/>
                </a:lnTo>
                <a:lnTo>
                  <a:pt x="490" y="407"/>
                </a:lnTo>
                <a:lnTo>
                  <a:pt x="489" y="407"/>
                </a:lnTo>
                <a:lnTo>
                  <a:pt x="488" y="407"/>
                </a:lnTo>
                <a:lnTo>
                  <a:pt x="487" y="406"/>
                </a:lnTo>
                <a:lnTo>
                  <a:pt x="487" y="407"/>
                </a:lnTo>
                <a:lnTo>
                  <a:pt x="485" y="408"/>
                </a:lnTo>
                <a:lnTo>
                  <a:pt x="485" y="409"/>
                </a:lnTo>
                <a:lnTo>
                  <a:pt x="485" y="410"/>
                </a:lnTo>
                <a:lnTo>
                  <a:pt x="484" y="409"/>
                </a:lnTo>
                <a:lnTo>
                  <a:pt x="482" y="408"/>
                </a:lnTo>
                <a:lnTo>
                  <a:pt x="480" y="406"/>
                </a:lnTo>
                <a:lnTo>
                  <a:pt x="480" y="405"/>
                </a:lnTo>
                <a:lnTo>
                  <a:pt x="479" y="405"/>
                </a:lnTo>
                <a:lnTo>
                  <a:pt x="479" y="404"/>
                </a:lnTo>
                <a:lnTo>
                  <a:pt x="478" y="404"/>
                </a:lnTo>
                <a:lnTo>
                  <a:pt x="478" y="403"/>
                </a:lnTo>
                <a:lnTo>
                  <a:pt x="477" y="403"/>
                </a:lnTo>
                <a:lnTo>
                  <a:pt x="476" y="403"/>
                </a:lnTo>
                <a:lnTo>
                  <a:pt x="474" y="402"/>
                </a:lnTo>
                <a:lnTo>
                  <a:pt x="474" y="401"/>
                </a:lnTo>
                <a:lnTo>
                  <a:pt x="473" y="401"/>
                </a:lnTo>
                <a:lnTo>
                  <a:pt x="471" y="402"/>
                </a:lnTo>
                <a:lnTo>
                  <a:pt x="471" y="403"/>
                </a:lnTo>
                <a:lnTo>
                  <a:pt x="469" y="402"/>
                </a:lnTo>
                <a:lnTo>
                  <a:pt x="468" y="402"/>
                </a:lnTo>
                <a:lnTo>
                  <a:pt x="466" y="402"/>
                </a:lnTo>
                <a:lnTo>
                  <a:pt x="466" y="401"/>
                </a:lnTo>
                <a:lnTo>
                  <a:pt x="466" y="402"/>
                </a:lnTo>
                <a:lnTo>
                  <a:pt x="465" y="402"/>
                </a:lnTo>
                <a:lnTo>
                  <a:pt x="464" y="403"/>
                </a:lnTo>
                <a:lnTo>
                  <a:pt x="464" y="404"/>
                </a:lnTo>
                <a:lnTo>
                  <a:pt x="464" y="406"/>
                </a:lnTo>
                <a:lnTo>
                  <a:pt x="463" y="406"/>
                </a:lnTo>
                <a:lnTo>
                  <a:pt x="462" y="406"/>
                </a:lnTo>
                <a:lnTo>
                  <a:pt x="460" y="407"/>
                </a:lnTo>
                <a:lnTo>
                  <a:pt x="458" y="409"/>
                </a:lnTo>
                <a:lnTo>
                  <a:pt x="458" y="411"/>
                </a:lnTo>
                <a:lnTo>
                  <a:pt x="458" y="412"/>
                </a:lnTo>
                <a:lnTo>
                  <a:pt x="459" y="415"/>
                </a:lnTo>
                <a:lnTo>
                  <a:pt x="460" y="418"/>
                </a:lnTo>
                <a:lnTo>
                  <a:pt x="460" y="420"/>
                </a:lnTo>
                <a:lnTo>
                  <a:pt x="459" y="420"/>
                </a:lnTo>
                <a:lnTo>
                  <a:pt x="459" y="421"/>
                </a:lnTo>
                <a:lnTo>
                  <a:pt x="459" y="422"/>
                </a:lnTo>
                <a:lnTo>
                  <a:pt x="458" y="423"/>
                </a:lnTo>
                <a:lnTo>
                  <a:pt x="458" y="424"/>
                </a:lnTo>
                <a:lnTo>
                  <a:pt x="458" y="425"/>
                </a:lnTo>
                <a:lnTo>
                  <a:pt x="458" y="426"/>
                </a:lnTo>
                <a:lnTo>
                  <a:pt x="456" y="425"/>
                </a:lnTo>
                <a:lnTo>
                  <a:pt x="455" y="425"/>
                </a:lnTo>
                <a:lnTo>
                  <a:pt x="454" y="425"/>
                </a:lnTo>
                <a:lnTo>
                  <a:pt x="453" y="425"/>
                </a:lnTo>
                <a:lnTo>
                  <a:pt x="451" y="425"/>
                </a:lnTo>
                <a:lnTo>
                  <a:pt x="451" y="426"/>
                </a:lnTo>
                <a:lnTo>
                  <a:pt x="450" y="427"/>
                </a:lnTo>
                <a:lnTo>
                  <a:pt x="449" y="426"/>
                </a:lnTo>
                <a:lnTo>
                  <a:pt x="449" y="425"/>
                </a:lnTo>
                <a:lnTo>
                  <a:pt x="449" y="424"/>
                </a:lnTo>
                <a:lnTo>
                  <a:pt x="448" y="423"/>
                </a:lnTo>
                <a:lnTo>
                  <a:pt x="446" y="424"/>
                </a:lnTo>
                <a:lnTo>
                  <a:pt x="445" y="425"/>
                </a:lnTo>
                <a:lnTo>
                  <a:pt x="444" y="425"/>
                </a:lnTo>
                <a:lnTo>
                  <a:pt x="444" y="424"/>
                </a:lnTo>
                <a:lnTo>
                  <a:pt x="443" y="424"/>
                </a:lnTo>
                <a:lnTo>
                  <a:pt x="443" y="423"/>
                </a:lnTo>
                <a:lnTo>
                  <a:pt x="441" y="422"/>
                </a:lnTo>
                <a:lnTo>
                  <a:pt x="439" y="420"/>
                </a:lnTo>
                <a:lnTo>
                  <a:pt x="438" y="419"/>
                </a:lnTo>
                <a:lnTo>
                  <a:pt x="435" y="417"/>
                </a:lnTo>
                <a:lnTo>
                  <a:pt x="433" y="416"/>
                </a:lnTo>
                <a:lnTo>
                  <a:pt x="430" y="415"/>
                </a:lnTo>
                <a:lnTo>
                  <a:pt x="429" y="416"/>
                </a:lnTo>
                <a:lnTo>
                  <a:pt x="429" y="417"/>
                </a:lnTo>
                <a:lnTo>
                  <a:pt x="426" y="418"/>
                </a:lnTo>
                <a:lnTo>
                  <a:pt x="424" y="418"/>
                </a:lnTo>
                <a:lnTo>
                  <a:pt x="422" y="418"/>
                </a:lnTo>
                <a:lnTo>
                  <a:pt x="422" y="419"/>
                </a:lnTo>
                <a:lnTo>
                  <a:pt x="421" y="419"/>
                </a:lnTo>
                <a:lnTo>
                  <a:pt x="420" y="419"/>
                </a:lnTo>
                <a:lnTo>
                  <a:pt x="418" y="418"/>
                </a:lnTo>
                <a:lnTo>
                  <a:pt x="415" y="420"/>
                </a:lnTo>
                <a:lnTo>
                  <a:pt x="415" y="421"/>
                </a:lnTo>
                <a:lnTo>
                  <a:pt x="415" y="422"/>
                </a:lnTo>
                <a:lnTo>
                  <a:pt x="414" y="423"/>
                </a:lnTo>
                <a:lnTo>
                  <a:pt x="414" y="424"/>
                </a:lnTo>
                <a:lnTo>
                  <a:pt x="413" y="425"/>
                </a:lnTo>
                <a:lnTo>
                  <a:pt x="412" y="425"/>
                </a:lnTo>
                <a:lnTo>
                  <a:pt x="410" y="425"/>
                </a:lnTo>
                <a:lnTo>
                  <a:pt x="409" y="425"/>
                </a:lnTo>
                <a:lnTo>
                  <a:pt x="409" y="426"/>
                </a:lnTo>
                <a:lnTo>
                  <a:pt x="408" y="426"/>
                </a:lnTo>
                <a:lnTo>
                  <a:pt x="407" y="426"/>
                </a:lnTo>
                <a:lnTo>
                  <a:pt x="406" y="426"/>
                </a:lnTo>
                <a:lnTo>
                  <a:pt x="405" y="425"/>
                </a:lnTo>
                <a:lnTo>
                  <a:pt x="403" y="426"/>
                </a:lnTo>
                <a:lnTo>
                  <a:pt x="401" y="426"/>
                </a:lnTo>
                <a:lnTo>
                  <a:pt x="397" y="429"/>
                </a:lnTo>
                <a:lnTo>
                  <a:pt x="396" y="431"/>
                </a:lnTo>
                <a:lnTo>
                  <a:pt x="396" y="432"/>
                </a:lnTo>
                <a:lnTo>
                  <a:pt x="395" y="432"/>
                </a:lnTo>
                <a:lnTo>
                  <a:pt x="394" y="432"/>
                </a:lnTo>
                <a:lnTo>
                  <a:pt x="391" y="430"/>
                </a:lnTo>
                <a:lnTo>
                  <a:pt x="390" y="430"/>
                </a:lnTo>
                <a:lnTo>
                  <a:pt x="386" y="426"/>
                </a:lnTo>
                <a:lnTo>
                  <a:pt x="385" y="426"/>
                </a:lnTo>
                <a:lnTo>
                  <a:pt x="385" y="425"/>
                </a:lnTo>
                <a:lnTo>
                  <a:pt x="385" y="424"/>
                </a:lnTo>
                <a:lnTo>
                  <a:pt x="384" y="424"/>
                </a:lnTo>
                <a:lnTo>
                  <a:pt x="384" y="423"/>
                </a:lnTo>
                <a:lnTo>
                  <a:pt x="383" y="422"/>
                </a:lnTo>
                <a:lnTo>
                  <a:pt x="382" y="422"/>
                </a:lnTo>
                <a:lnTo>
                  <a:pt x="381" y="421"/>
                </a:lnTo>
                <a:lnTo>
                  <a:pt x="380" y="421"/>
                </a:lnTo>
                <a:lnTo>
                  <a:pt x="379" y="421"/>
                </a:lnTo>
                <a:lnTo>
                  <a:pt x="378" y="422"/>
                </a:lnTo>
                <a:lnTo>
                  <a:pt x="376" y="423"/>
                </a:lnTo>
                <a:lnTo>
                  <a:pt x="373" y="422"/>
                </a:lnTo>
                <a:lnTo>
                  <a:pt x="370" y="422"/>
                </a:lnTo>
                <a:lnTo>
                  <a:pt x="367" y="420"/>
                </a:lnTo>
                <a:lnTo>
                  <a:pt x="366" y="420"/>
                </a:lnTo>
                <a:lnTo>
                  <a:pt x="366" y="419"/>
                </a:lnTo>
                <a:lnTo>
                  <a:pt x="366" y="418"/>
                </a:lnTo>
                <a:lnTo>
                  <a:pt x="365" y="418"/>
                </a:lnTo>
                <a:lnTo>
                  <a:pt x="364" y="419"/>
                </a:lnTo>
                <a:lnTo>
                  <a:pt x="363" y="419"/>
                </a:lnTo>
                <a:lnTo>
                  <a:pt x="361" y="424"/>
                </a:lnTo>
                <a:lnTo>
                  <a:pt x="361" y="425"/>
                </a:lnTo>
                <a:lnTo>
                  <a:pt x="361" y="426"/>
                </a:lnTo>
                <a:lnTo>
                  <a:pt x="361" y="428"/>
                </a:lnTo>
                <a:lnTo>
                  <a:pt x="360" y="429"/>
                </a:lnTo>
                <a:lnTo>
                  <a:pt x="359" y="429"/>
                </a:lnTo>
                <a:lnTo>
                  <a:pt x="359" y="430"/>
                </a:lnTo>
                <a:lnTo>
                  <a:pt x="359" y="431"/>
                </a:lnTo>
                <a:lnTo>
                  <a:pt x="359" y="432"/>
                </a:lnTo>
                <a:lnTo>
                  <a:pt x="360" y="433"/>
                </a:lnTo>
                <a:lnTo>
                  <a:pt x="360" y="434"/>
                </a:lnTo>
                <a:lnTo>
                  <a:pt x="360" y="435"/>
                </a:lnTo>
                <a:lnTo>
                  <a:pt x="359" y="435"/>
                </a:lnTo>
                <a:lnTo>
                  <a:pt x="358" y="435"/>
                </a:lnTo>
                <a:lnTo>
                  <a:pt x="356" y="436"/>
                </a:lnTo>
                <a:lnTo>
                  <a:pt x="353" y="438"/>
                </a:lnTo>
                <a:lnTo>
                  <a:pt x="352" y="438"/>
                </a:lnTo>
                <a:lnTo>
                  <a:pt x="351" y="438"/>
                </a:lnTo>
                <a:lnTo>
                  <a:pt x="350" y="439"/>
                </a:lnTo>
                <a:lnTo>
                  <a:pt x="350" y="440"/>
                </a:lnTo>
                <a:lnTo>
                  <a:pt x="351" y="441"/>
                </a:lnTo>
                <a:lnTo>
                  <a:pt x="351" y="442"/>
                </a:lnTo>
                <a:lnTo>
                  <a:pt x="349" y="443"/>
                </a:lnTo>
                <a:lnTo>
                  <a:pt x="348" y="443"/>
                </a:lnTo>
                <a:lnTo>
                  <a:pt x="347" y="443"/>
                </a:lnTo>
                <a:lnTo>
                  <a:pt x="346" y="444"/>
                </a:lnTo>
                <a:lnTo>
                  <a:pt x="345" y="444"/>
                </a:lnTo>
                <a:lnTo>
                  <a:pt x="345" y="445"/>
                </a:lnTo>
                <a:lnTo>
                  <a:pt x="342" y="445"/>
                </a:lnTo>
                <a:lnTo>
                  <a:pt x="341" y="444"/>
                </a:lnTo>
                <a:lnTo>
                  <a:pt x="340" y="444"/>
                </a:lnTo>
                <a:lnTo>
                  <a:pt x="339" y="444"/>
                </a:lnTo>
                <a:lnTo>
                  <a:pt x="336" y="445"/>
                </a:lnTo>
                <a:lnTo>
                  <a:pt x="336" y="446"/>
                </a:lnTo>
                <a:lnTo>
                  <a:pt x="335" y="446"/>
                </a:lnTo>
                <a:lnTo>
                  <a:pt x="335" y="448"/>
                </a:lnTo>
                <a:lnTo>
                  <a:pt x="336" y="448"/>
                </a:lnTo>
                <a:lnTo>
                  <a:pt x="336" y="449"/>
                </a:lnTo>
                <a:lnTo>
                  <a:pt x="335" y="449"/>
                </a:lnTo>
                <a:lnTo>
                  <a:pt x="333" y="450"/>
                </a:lnTo>
                <a:lnTo>
                  <a:pt x="331" y="450"/>
                </a:lnTo>
                <a:lnTo>
                  <a:pt x="330" y="450"/>
                </a:lnTo>
                <a:lnTo>
                  <a:pt x="330" y="449"/>
                </a:lnTo>
                <a:lnTo>
                  <a:pt x="329" y="449"/>
                </a:lnTo>
                <a:lnTo>
                  <a:pt x="328" y="450"/>
                </a:lnTo>
                <a:lnTo>
                  <a:pt x="327" y="450"/>
                </a:lnTo>
                <a:lnTo>
                  <a:pt x="327" y="451"/>
                </a:lnTo>
                <a:lnTo>
                  <a:pt x="326" y="451"/>
                </a:lnTo>
                <a:lnTo>
                  <a:pt x="326" y="452"/>
                </a:lnTo>
                <a:lnTo>
                  <a:pt x="326" y="453"/>
                </a:lnTo>
                <a:lnTo>
                  <a:pt x="325" y="453"/>
                </a:lnTo>
                <a:lnTo>
                  <a:pt x="324" y="453"/>
                </a:lnTo>
                <a:lnTo>
                  <a:pt x="323" y="453"/>
                </a:lnTo>
                <a:lnTo>
                  <a:pt x="323" y="452"/>
                </a:lnTo>
                <a:lnTo>
                  <a:pt x="322" y="452"/>
                </a:lnTo>
                <a:lnTo>
                  <a:pt x="321" y="452"/>
                </a:lnTo>
                <a:lnTo>
                  <a:pt x="318" y="453"/>
                </a:lnTo>
                <a:lnTo>
                  <a:pt x="317" y="454"/>
                </a:lnTo>
                <a:lnTo>
                  <a:pt x="316" y="455"/>
                </a:lnTo>
                <a:lnTo>
                  <a:pt x="316" y="456"/>
                </a:lnTo>
                <a:lnTo>
                  <a:pt x="315" y="456"/>
                </a:lnTo>
                <a:lnTo>
                  <a:pt x="315" y="457"/>
                </a:lnTo>
                <a:lnTo>
                  <a:pt x="314" y="458"/>
                </a:lnTo>
                <a:lnTo>
                  <a:pt x="313" y="458"/>
                </a:lnTo>
                <a:lnTo>
                  <a:pt x="311" y="457"/>
                </a:lnTo>
                <a:lnTo>
                  <a:pt x="310" y="457"/>
                </a:lnTo>
                <a:lnTo>
                  <a:pt x="308" y="455"/>
                </a:lnTo>
                <a:lnTo>
                  <a:pt x="306" y="454"/>
                </a:lnTo>
                <a:lnTo>
                  <a:pt x="306" y="453"/>
                </a:lnTo>
                <a:lnTo>
                  <a:pt x="305" y="453"/>
                </a:lnTo>
                <a:lnTo>
                  <a:pt x="304" y="453"/>
                </a:lnTo>
                <a:lnTo>
                  <a:pt x="303" y="453"/>
                </a:lnTo>
                <a:lnTo>
                  <a:pt x="302" y="453"/>
                </a:lnTo>
                <a:lnTo>
                  <a:pt x="302" y="454"/>
                </a:lnTo>
                <a:lnTo>
                  <a:pt x="301" y="454"/>
                </a:lnTo>
                <a:lnTo>
                  <a:pt x="298" y="453"/>
                </a:lnTo>
                <a:lnTo>
                  <a:pt x="297" y="452"/>
                </a:lnTo>
                <a:lnTo>
                  <a:pt x="297" y="451"/>
                </a:lnTo>
                <a:lnTo>
                  <a:pt x="295" y="450"/>
                </a:lnTo>
                <a:lnTo>
                  <a:pt x="294" y="451"/>
                </a:lnTo>
                <a:lnTo>
                  <a:pt x="294" y="452"/>
                </a:lnTo>
                <a:lnTo>
                  <a:pt x="293" y="452"/>
                </a:lnTo>
                <a:lnTo>
                  <a:pt x="292" y="452"/>
                </a:lnTo>
                <a:lnTo>
                  <a:pt x="291" y="451"/>
                </a:lnTo>
                <a:lnTo>
                  <a:pt x="290" y="451"/>
                </a:lnTo>
                <a:lnTo>
                  <a:pt x="290" y="450"/>
                </a:lnTo>
                <a:lnTo>
                  <a:pt x="289" y="450"/>
                </a:lnTo>
                <a:lnTo>
                  <a:pt x="289" y="451"/>
                </a:lnTo>
                <a:lnTo>
                  <a:pt x="287" y="451"/>
                </a:lnTo>
                <a:lnTo>
                  <a:pt x="287" y="450"/>
                </a:lnTo>
                <a:lnTo>
                  <a:pt x="284" y="449"/>
                </a:lnTo>
                <a:lnTo>
                  <a:pt x="279" y="450"/>
                </a:lnTo>
                <a:lnTo>
                  <a:pt x="279" y="451"/>
                </a:lnTo>
                <a:lnTo>
                  <a:pt x="279" y="452"/>
                </a:lnTo>
                <a:lnTo>
                  <a:pt x="278" y="452"/>
                </a:lnTo>
                <a:lnTo>
                  <a:pt x="278" y="453"/>
                </a:lnTo>
                <a:lnTo>
                  <a:pt x="276" y="453"/>
                </a:lnTo>
                <a:lnTo>
                  <a:pt x="276" y="452"/>
                </a:lnTo>
                <a:lnTo>
                  <a:pt x="275" y="452"/>
                </a:lnTo>
                <a:lnTo>
                  <a:pt x="273" y="450"/>
                </a:lnTo>
                <a:lnTo>
                  <a:pt x="272" y="449"/>
                </a:lnTo>
                <a:lnTo>
                  <a:pt x="271" y="448"/>
                </a:lnTo>
                <a:lnTo>
                  <a:pt x="271" y="447"/>
                </a:lnTo>
                <a:lnTo>
                  <a:pt x="270" y="445"/>
                </a:lnTo>
                <a:lnTo>
                  <a:pt x="269" y="445"/>
                </a:lnTo>
                <a:lnTo>
                  <a:pt x="269" y="444"/>
                </a:lnTo>
                <a:lnTo>
                  <a:pt x="268" y="444"/>
                </a:lnTo>
                <a:lnTo>
                  <a:pt x="268" y="443"/>
                </a:lnTo>
                <a:lnTo>
                  <a:pt x="269" y="442"/>
                </a:lnTo>
                <a:lnTo>
                  <a:pt x="269" y="438"/>
                </a:lnTo>
                <a:lnTo>
                  <a:pt x="268" y="438"/>
                </a:lnTo>
                <a:lnTo>
                  <a:pt x="266" y="437"/>
                </a:lnTo>
                <a:lnTo>
                  <a:pt x="266" y="436"/>
                </a:lnTo>
                <a:lnTo>
                  <a:pt x="265" y="436"/>
                </a:lnTo>
                <a:lnTo>
                  <a:pt x="265" y="435"/>
                </a:lnTo>
                <a:lnTo>
                  <a:pt x="264" y="435"/>
                </a:lnTo>
                <a:lnTo>
                  <a:pt x="263" y="435"/>
                </a:lnTo>
                <a:lnTo>
                  <a:pt x="262" y="435"/>
                </a:lnTo>
                <a:lnTo>
                  <a:pt x="261" y="435"/>
                </a:lnTo>
                <a:lnTo>
                  <a:pt x="259" y="434"/>
                </a:lnTo>
                <a:lnTo>
                  <a:pt x="259" y="433"/>
                </a:lnTo>
                <a:lnTo>
                  <a:pt x="258" y="432"/>
                </a:lnTo>
                <a:lnTo>
                  <a:pt x="258" y="431"/>
                </a:lnTo>
                <a:lnTo>
                  <a:pt x="258" y="430"/>
                </a:lnTo>
                <a:lnTo>
                  <a:pt x="258" y="429"/>
                </a:lnTo>
                <a:lnTo>
                  <a:pt x="259" y="429"/>
                </a:lnTo>
                <a:lnTo>
                  <a:pt x="259" y="428"/>
                </a:lnTo>
                <a:lnTo>
                  <a:pt x="257" y="428"/>
                </a:lnTo>
                <a:lnTo>
                  <a:pt x="256" y="428"/>
                </a:lnTo>
                <a:lnTo>
                  <a:pt x="255" y="428"/>
                </a:lnTo>
                <a:lnTo>
                  <a:pt x="254" y="426"/>
                </a:lnTo>
                <a:lnTo>
                  <a:pt x="253" y="425"/>
                </a:lnTo>
                <a:lnTo>
                  <a:pt x="252" y="424"/>
                </a:lnTo>
                <a:lnTo>
                  <a:pt x="251" y="424"/>
                </a:lnTo>
                <a:lnTo>
                  <a:pt x="252" y="423"/>
                </a:lnTo>
                <a:lnTo>
                  <a:pt x="252" y="422"/>
                </a:lnTo>
                <a:lnTo>
                  <a:pt x="253" y="421"/>
                </a:lnTo>
                <a:lnTo>
                  <a:pt x="254" y="420"/>
                </a:lnTo>
                <a:lnTo>
                  <a:pt x="254" y="418"/>
                </a:lnTo>
                <a:lnTo>
                  <a:pt x="254" y="417"/>
                </a:lnTo>
                <a:lnTo>
                  <a:pt x="253" y="416"/>
                </a:lnTo>
                <a:lnTo>
                  <a:pt x="252" y="416"/>
                </a:lnTo>
                <a:lnTo>
                  <a:pt x="251" y="416"/>
                </a:lnTo>
                <a:lnTo>
                  <a:pt x="249" y="413"/>
                </a:lnTo>
                <a:lnTo>
                  <a:pt x="250" y="412"/>
                </a:lnTo>
                <a:lnTo>
                  <a:pt x="251" y="412"/>
                </a:lnTo>
                <a:lnTo>
                  <a:pt x="252" y="411"/>
                </a:lnTo>
                <a:lnTo>
                  <a:pt x="253" y="411"/>
                </a:lnTo>
                <a:lnTo>
                  <a:pt x="253" y="408"/>
                </a:lnTo>
                <a:lnTo>
                  <a:pt x="252" y="408"/>
                </a:lnTo>
                <a:lnTo>
                  <a:pt x="252" y="407"/>
                </a:lnTo>
                <a:lnTo>
                  <a:pt x="248" y="405"/>
                </a:lnTo>
                <a:lnTo>
                  <a:pt x="246" y="404"/>
                </a:lnTo>
                <a:lnTo>
                  <a:pt x="245" y="404"/>
                </a:lnTo>
                <a:lnTo>
                  <a:pt x="244" y="403"/>
                </a:lnTo>
                <a:lnTo>
                  <a:pt x="245" y="401"/>
                </a:lnTo>
                <a:lnTo>
                  <a:pt x="245" y="400"/>
                </a:lnTo>
                <a:lnTo>
                  <a:pt x="246" y="400"/>
                </a:lnTo>
                <a:lnTo>
                  <a:pt x="247" y="399"/>
                </a:lnTo>
                <a:lnTo>
                  <a:pt x="247" y="398"/>
                </a:lnTo>
                <a:lnTo>
                  <a:pt x="246" y="396"/>
                </a:lnTo>
                <a:lnTo>
                  <a:pt x="244" y="394"/>
                </a:lnTo>
                <a:lnTo>
                  <a:pt x="243" y="394"/>
                </a:lnTo>
                <a:lnTo>
                  <a:pt x="242" y="394"/>
                </a:lnTo>
                <a:lnTo>
                  <a:pt x="241" y="393"/>
                </a:lnTo>
                <a:lnTo>
                  <a:pt x="240" y="391"/>
                </a:lnTo>
                <a:lnTo>
                  <a:pt x="240" y="390"/>
                </a:lnTo>
                <a:lnTo>
                  <a:pt x="240" y="389"/>
                </a:lnTo>
                <a:lnTo>
                  <a:pt x="239" y="389"/>
                </a:lnTo>
                <a:lnTo>
                  <a:pt x="239" y="388"/>
                </a:lnTo>
                <a:lnTo>
                  <a:pt x="238" y="388"/>
                </a:lnTo>
                <a:lnTo>
                  <a:pt x="237" y="386"/>
                </a:lnTo>
                <a:lnTo>
                  <a:pt x="236" y="385"/>
                </a:lnTo>
                <a:lnTo>
                  <a:pt x="235" y="384"/>
                </a:lnTo>
                <a:lnTo>
                  <a:pt x="234" y="383"/>
                </a:lnTo>
                <a:lnTo>
                  <a:pt x="232" y="379"/>
                </a:lnTo>
                <a:lnTo>
                  <a:pt x="232" y="378"/>
                </a:lnTo>
                <a:lnTo>
                  <a:pt x="232" y="376"/>
                </a:lnTo>
                <a:lnTo>
                  <a:pt x="231" y="375"/>
                </a:lnTo>
                <a:lnTo>
                  <a:pt x="230" y="375"/>
                </a:lnTo>
                <a:lnTo>
                  <a:pt x="229" y="375"/>
                </a:lnTo>
                <a:lnTo>
                  <a:pt x="228" y="374"/>
                </a:lnTo>
                <a:lnTo>
                  <a:pt x="228" y="373"/>
                </a:lnTo>
                <a:lnTo>
                  <a:pt x="228" y="372"/>
                </a:lnTo>
                <a:lnTo>
                  <a:pt x="230" y="368"/>
                </a:lnTo>
                <a:lnTo>
                  <a:pt x="230" y="367"/>
                </a:lnTo>
                <a:lnTo>
                  <a:pt x="228" y="364"/>
                </a:lnTo>
                <a:lnTo>
                  <a:pt x="227" y="362"/>
                </a:lnTo>
                <a:lnTo>
                  <a:pt x="226" y="361"/>
                </a:lnTo>
                <a:lnTo>
                  <a:pt x="224" y="358"/>
                </a:lnTo>
                <a:lnTo>
                  <a:pt x="223" y="356"/>
                </a:lnTo>
                <a:lnTo>
                  <a:pt x="222" y="356"/>
                </a:lnTo>
                <a:lnTo>
                  <a:pt x="222" y="353"/>
                </a:lnTo>
                <a:lnTo>
                  <a:pt x="221" y="351"/>
                </a:lnTo>
                <a:lnTo>
                  <a:pt x="221" y="350"/>
                </a:lnTo>
                <a:lnTo>
                  <a:pt x="221" y="349"/>
                </a:lnTo>
                <a:lnTo>
                  <a:pt x="220" y="349"/>
                </a:lnTo>
                <a:lnTo>
                  <a:pt x="220" y="348"/>
                </a:lnTo>
                <a:lnTo>
                  <a:pt x="220" y="347"/>
                </a:lnTo>
                <a:lnTo>
                  <a:pt x="219" y="347"/>
                </a:lnTo>
                <a:lnTo>
                  <a:pt x="218" y="347"/>
                </a:lnTo>
                <a:lnTo>
                  <a:pt x="217" y="347"/>
                </a:lnTo>
                <a:lnTo>
                  <a:pt x="217" y="346"/>
                </a:lnTo>
                <a:lnTo>
                  <a:pt x="216" y="346"/>
                </a:lnTo>
                <a:lnTo>
                  <a:pt x="218" y="342"/>
                </a:lnTo>
                <a:lnTo>
                  <a:pt x="218" y="341"/>
                </a:lnTo>
                <a:lnTo>
                  <a:pt x="219" y="340"/>
                </a:lnTo>
                <a:lnTo>
                  <a:pt x="219" y="339"/>
                </a:lnTo>
                <a:lnTo>
                  <a:pt x="220" y="339"/>
                </a:lnTo>
                <a:lnTo>
                  <a:pt x="220" y="338"/>
                </a:lnTo>
                <a:lnTo>
                  <a:pt x="219" y="337"/>
                </a:lnTo>
                <a:lnTo>
                  <a:pt x="217" y="335"/>
                </a:lnTo>
                <a:lnTo>
                  <a:pt x="217" y="334"/>
                </a:lnTo>
                <a:lnTo>
                  <a:pt x="217" y="333"/>
                </a:lnTo>
                <a:lnTo>
                  <a:pt x="217" y="332"/>
                </a:lnTo>
                <a:lnTo>
                  <a:pt x="217" y="329"/>
                </a:lnTo>
                <a:lnTo>
                  <a:pt x="216" y="329"/>
                </a:lnTo>
                <a:lnTo>
                  <a:pt x="216" y="328"/>
                </a:lnTo>
                <a:lnTo>
                  <a:pt x="214" y="329"/>
                </a:lnTo>
                <a:lnTo>
                  <a:pt x="213" y="329"/>
                </a:lnTo>
                <a:lnTo>
                  <a:pt x="213" y="330"/>
                </a:lnTo>
                <a:lnTo>
                  <a:pt x="212" y="330"/>
                </a:lnTo>
                <a:lnTo>
                  <a:pt x="211" y="330"/>
                </a:lnTo>
                <a:lnTo>
                  <a:pt x="210" y="329"/>
                </a:lnTo>
                <a:lnTo>
                  <a:pt x="210" y="328"/>
                </a:lnTo>
                <a:lnTo>
                  <a:pt x="210" y="327"/>
                </a:lnTo>
                <a:lnTo>
                  <a:pt x="209" y="327"/>
                </a:lnTo>
                <a:lnTo>
                  <a:pt x="209" y="326"/>
                </a:lnTo>
                <a:lnTo>
                  <a:pt x="208" y="326"/>
                </a:lnTo>
                <a:lnTo>
                  <a:pt x="208" y="325"/>
                </a:lnTo>
                <a:lnTo>
                  <a:pt x="208" y="323"/>
                </a:lnTo>
                <a:lnTo>
                  <a:pt x="208" y="322"/>
                </a:lnTo>
                <a:lnTo>
                  <a:pt x="208" y="321"/>
                </a:lnTo>
                <a:lnTo>
                  <a:pt x="207" y="321"/>
                </a:lnTo>
                <a:lnTo>
                  <a:pt x="206" y="320"/>
                </a:lnTo>
                <a:lnTo>
                  <a:pt x="205" y="319"/>
                </a:lnTo>
                <a:lnTo>
                  <a:pt x="205" y="317"/>
                </a:lnTo>
                <a:lnTo>
                  <a:pt x="205" y="316"/>
                </a:lnTo>
                <a:lnTo>
                  <a:pt x="205" y="315"/>
                </a:lnTo>
                <a:lnTo>
                  <a:pt x="205" y="313"/>
                </a:lnTo>
                <a:lnTo>
                  <a:pt x="204" y="313"/>
                </a:lnTo>
                <a:lnTo>
                  <a:pt x="203" y="313"/>
                </a:lnTo>
                <a:lnTo>
                  <a:pt x="202" y="313"/>
                </a:lnTo>
                <a:lnTo>
                  <a:pt x="201" y="313"/>
                </a:lnTo>
                <a:lnTo>
                  <a:pt x="201" y="312"/>
                </a:lnTo>
                <a:lnTo>
                  <a:pt x="200" y="312"/>
                </a:lnTo>
                <a:lnTo>
                  <a:pt x="201" y="311"/>
                </a:lnTo>
                <a:lnTo>
                  <a:pt x="201" y="310"/>
                </a:lnTo>
                <a:lnTo>
                  <a:pt x="202" y="309"/>
                </a:lnTo>
                <a:lnTo>
                  <a:pt x="202" y="308"/>
                </a:lnTo>
                <a:lnTo>
                  <a:pt x="202" y="307"/>
                </a:lnTo>
                <a:lnTo>
                  <a:pt x="202" y="306"/>
                </a:lnTo>
                <a:lnTo>
                  <a:pt x="203" y="306"/>
                </a:lnTo>
                <a:lnTo>
                  <a:pt x="202" y="306"/>
                </a:lnTo>
                <a:lnTo>
                  <a:pt x="202" y="305"/>
                </a:lnTo>
                <a:lnTo>
                  <a:pt x="202" y="304"/>
                </a:lnTo>
                <a:lnTo>
                  <a:pt x="201" y="302"/>
                </a:lnTo>
                <a:lnTo>
                  <a:pt x="200" y="302"/>
                </a:lnTo>
                <a:lnTo>
                  <a:pt x="199" y="301"/>
                </a:lnTo>
                <a:lnTo>
                  <a:pt x="200" y="299"/>
                </a:lnTo>
                <a:lnTo>
                  <a:pt x="201" y="298"/>
                </a:lnTo>
                <a:lnTo>
                  <a:pt x="201" y="299"/>
                </a:lnTo>
                <a:lnTo>
                  <a:pt x="202" y="299"/>
                </a:lnTo>
                <a:lnTo>
                  <a:pt x="202" y="298"/>
                </a:lnTo>
                <a:lnTo>
                  <a:pt x="203" y="298"/>
                </a:lnTo>
                <a:lnTo>
                  <a:pt x="204" y="298"/>
                </a:lnTo>
                <a:lnTo>
                  <a:pt x="205" y="298"/>
                </a:lnTo>
                <a:lnTo>
                  <a:pt x="206" y="298"/>
                </a:lnTo>
                <a:lnTo>
                  <a:pt x="206" y="297"/>
                </a:lnTo>
                <a:lnTo>
                  <a:pt x="207" y="296"/>
                </a:lnTo>
                <a:lnTo>
                  <a:pt x="208" y="296"/>
                </a:lnTo>
                <a:lnTo>
                  <a:pt x="208" y="295"/>
                </a:lnTo>
                <a:lnTo>
                  <a:pt x="209" y="295"/>
                </a:lnTo>
                <a:lnTo>
                  <a:pt x="210" y="295"/>
                </a:lnTo>
                <a:lnTo>
                  <a:pt x="211" y="294"/>
                </a:lnTo>
                <a:lnTo>
                  <a:pt x="212" y="294"/>
                </a:lnTo>
                <a:lnTo>
                  <a:pt x="213" y="292"/>
                </a:lnTo>
                <a:lnTo>
                  <a:pt x="213" y="291"/>
                </a:lnTo>
                <a:lnTo>
                  <a:pt x="212" y="291"/>
                </a:lnTo>
                <a:lnTo>
                  <a:pt x="212" y="290"/>
                </a:lnTo>
                <a:lnTo>
                  <a:pt x="213" y="290"/>
                </a:lnTo>
                <a:lnTo>
                  <a:pt x="214" y="289"/>
                </a:lnTo>
                <a:lnTo>
                  <a:pt x="215" y="288"/>
                </a:lnTo>
                <a:lnTo>
                  <a:pt x="216" y="288"/>
                </a:lnTo>
                <a:lnTo>
                  <a:pt x="216" y="287"/>
                </a:lnTo>
                <a:lnTo>
                  <a:pt x="215" y="286"/>
                </a:lnTo>
                <a:lnTo>
                  <a:pt x="215" y="285"/>
                </a:lnTo>
                <a:lnTo>
                  <a:pt x="215" y="283"/>
                </a:lnTo>
                <a:lnTo>
                  <a:pt x="214" y="281"/>
                </a:lnTo>
                <a:lnTo>
                  <a:pt x="213" y="280"/>
                </a:lnTo>
                <a:lnTo>
                  <a:pt x="213" y="279"/>
                </a:lnTo>
                <a:lnTo>
                  <a:pt x="213" y="278"/>
                </a:lnTo>
                <a:lnTo>
                  <a:pt x="213" y="277"/>
                </a:lnTo>
                <a:lnTo>
                  <a:pt x="214" y="276"/>
                </a:lnTo>
                <a:lnTo>
                  <a:pt x="215" y="276"/>
                </a:lnTo>
                <a:lnTo>
                  <a:pt x="215" y="275"/>
                </a:lnTo>
                <a:lnTo>
                  <a:pt x="215" y="274"/>
                </a:lnTo>
                <a:lnTo>
                  <a:pt x="216" y="273"/>
                </a:lnTo>
                <a:lnTo>
                  <a:pt x="215" y="273"/>
                </a:lnTo>
                <a:lnTo>
                  <a:pt x="215" y="272"/>
                </a:lnTo>
                <a:lnTo>
                  <a:pt x="214" y="272"/>
                </a:lnTo>
                <a:lnTo>
                  <a:pt x="213" y="272"/>
                </a:lnTo>
                <a:lnTo>
                  <a:pt x="212" y="272"/>
                </a:lnTo>
                <a:lnTo>
                  <a:pt x="212" y="271"/>
                </a:lnTo>
                <a:lnTo>
                  <a:pt x="211" y="271"/>
                </a:lnTo>
                <a:lnTo>
                  <a:pt x="210" y="272"/>
                </a:lnTo>
                <a:lnTo>
                  <a:pt x="209" y="272"/>
                </a:lnTo>
                <a:lnTo>
                  <a:pt x="208" y="272"/>
                </a:lnTo>
                <a:lnTo>
                  <a:pt x="207" y="273"/>
                </a:lnTo>
                <a:lnTo>
                  <a:pt x="206" y="273"/>
                </a:lnTo>
                <a:lnTo>
                  <a:pt x="205" y="274"/>
                </a:lnTo>
                <a:lnTo>
                  <a:pt x="204" y="274"/>
                </a:lnTo>
                <a:lnTo>
                  <a:pt x="203" y="274"/>
                </a:lnTo>
                <a:lnTo>
                  <a:pt x="202" y="273"/>
                </a:lnTo>
                <a:lnTo>
                  <a:pt x="203" y="273"/>
                </a:lnTo>
                <a:lnTo>
                  <a:pt x="203" y="272"/>
                </a:lnTo>
                <a:lnTo>
                  <a:pt x="203" y="271"/>
                </a:lnTo>
                <a:lnTo>
                  <a:pt x="202" y="271"/>
                </a:lnTo>
                <a:lnTo>
                  <a:pt x="201" y="271"/>
                </a:lnTo>
                <a:lnTo>
                  <a:pt x="200" y="271"/>
                </a:lnTo>
                <a:lnTo>
                  <a:pt x="199" y="271"/>
                </a:lnTo>
                <a:lnTo>
                  <a:pt x="198" y="270"/>
                </a:lnTo>
                <a:lnTo>
                  <a:pt x="197" y="270"/>
                </a:lnTo>
                <a:lnTo>
                  <a:pt x="197" y="271"/>
                </a:lnTo>
                <a:lnTo>
                  <a:pt x="197" y="272"/>
                </a:lnTo>
                <a:lnTo>
                  <a:pt x="196" y="272"/>
                </a:lnTo>
                <a:lnTo>
                  <a:pt x="195" y="272"/>
                </a:lnTo>
                <a:lnTo>
                  <a:pt x="194" y="273"/>
                </a:lnTo>
                <a:lnTo>
                  <a:pt x="193" y="273"/>
                </a:lnTo>
                <a:lnTo>
                  <a:pt x="192" y="274"/>
                </a:lnTo>
                <a:lnTo>
                  <a:pt x="191" y="274"/>
                </a:lnTo>
                <a:lnTo>
                  <a:pt x="190" y="274"/>
                </a:lnTo>
                <a:lnTo>
                  <a:pt x="189" y="274"/>
                </a:lnTo>
                <a:lnTo>
                  <a:pt x="188" y="274"/>
                </a:lnTo>
                <a:lnTo>
                  <a:pt x="187" y="273"/>
                </a:lnTo>
                <a:lnTo>
                  <a:pt x="186" y="272"/>
                </a:lnTo>
                <a:lnTo>
                  <a:pt x="185" y="272"/>
                </a:lnTo>
                <a:lnTo>
                  <a:pt x="184" y="272"/>
                </a:lnTo>
                <a:lnTo>
                  <a:pt x="183" y="272"/>
                </a:lnTo>
                <a:lnTo>
                  <a:pt x="182" y="272"/>
                </a:lnTo>
                <a:lnTo>
                  <a:pt x="181" y="272"/>
                </a:lnTo>
                <a:lnTo>
                  <a:pt x="180" y="272"/>
                </a:lnTo>
                <a:lnTo>
                  <a:pt x="179" y="272"/>
                </a:lnTo>
                <a:lnTo>
                  <a:pt x="178" y="272"/>
                </a:lnTo>
                <a:lnTo>
                  <a:pt x="177" y="272"/>
                </a:lnTo>
                <a:lnTo>
                  <a:pt x="176" y="271"/>
                </a:lnTo>
                <a:lnTo>
                  <a:pt x="175" y="271"/>
                </a:lnTo>
                <a:lnTo>
                  <a:pt x="174" y="271"/>
                </a:lnTo>
                <a:lnTo>
                  <a:pt x="173" y="271"/>
                </a:lnTo>
                <a:lnTo>
                  <a:pt x="173" y="270"/>
                </a:lnTo>
                <a:lnTo>
                  <a:pt x="173" y="269"/>
                </a:lnTo>
                <a:lnTo>
                  <a:pt x="173" y="267"/>
                </a:lnTo>
                <a:lnTo>
                  <a:pt x="172" y="266"/>
                </a:lnTo>
                <a:lnTo>
                  <a:pt x="172" y="265"/>
                </a:lnTo>
                <a:lnTo>
                  <a:pt x="173" y="264"/>
                </a:lnTo>
                <a:lnTo>
                  <a:pt x="173" y="263"/>
                </a:lnTo>
                <a:lnTo>
                  <a:pt x="172" y="262"/>
                </a:lnTo>
                <a:lnTo>
                  <a:pt x="173" y="262"/>
                </a:lnTo>
                <a:lnTo>
                  <a:pt x="173" y="261"/>
                </a:lnTo>
                <a:lnTo>
                  <a:pt x="172" y="260"/>
                </a:lnTo>
                <a:lnTo>
                  <a:pt x="171" y="259"/>
                </a:lnTo>
                <a:lnTo>
                  <a:pt x="170" y="259"/>
                </a:lnTo>
                <a:lnTo>
                  <a:pt x="169" y="258"/>
                </a:lnTo>
                <a:lnTo>
                  <a:pt x="169" y="257"/>
                </a:lnTo>
                <a:lnTo>
                  <a:pt x="168" y="256"/>
                </a:lnTo>
                <a:lnTo>
                  <a:pt x="168" y="255"/>
                </a:lnTo>
                <a:lnTo>
                  <a:pt x="167" y="255"/>
                </a:lnTo>
                <a:lnTo>
                  <a:pt x="167" y="254"/>
                </a:lnTo>
                <a:lnTo>
                  <a:pt x="166" y="253"/>
                </a:lnTo>
                <a:lnTo>
                  <a:pt x="166" y="254"/>
                </a:lnTo>
                <a:lnTo>
                  <a:pt x="165" y="254"/>
                </a:lnTo>
                <a:lnTo>
                  <a:pt x="165" y="255"/>
                </a:lnTo>
                <a:lnTo>
                  <a:pt x="165" y="256"/>
                </a:lnTo>
                <a:lnTo>
                  <a:pt x="164" y="256"/>
                </a:lnTo>
                <a:lnTo>
                  <a:pt x="163" y="256"/>
                </a:lnTo>
                <a:lnTo>
                  <a:pt x="163" y="257"/>
                </a:lnTo>
                <a:lnTo>
                  <a:pt x="162" y="257"/>
                </a:lnTo>
                <a:lnTo>
                  <a:pt x="161" y="255"/>
                </a:lnTo>
                <a:lnTo>
                  <a:pt x="161" y="254"/>
                </a:lnTo>
                <a:lnTo>
                  <a:pt x="160" y="254"/>
                </a:lnTo>
                <a:lnTo>
                  <a:pt x="159" y="254"/>
                </a:lnTo>
                <a:lnTo>
                  <a:pt x="158" y="254"/>
                </a:lnTo>
                <a:lnTo>
                  <a:pt x="157" y="254"/>
                </a:lnTo>
                <a:lnTo>
                  <a:pt x="157" y="253"/>
                </a:lnTo>
                <a:lnTo>
                  <a:pt x="157" y="252"/>
                </a:lnTo>
                <a:lnTo>
                  <a:pt x="156" y="252"/>
                </a:lnTo>
                <a:lnTo>
                  <a:pt x="156" y="251"/>
                </a:lnTo>
                <a:lnTo>
                  <a:pt x="155" y="251"/>
                </a:lnTo>
                <a:lnTo>
                  <a:pt x="154" y="251"/>
                </a:lnTo>
                <a:lnTo>
                  <a:pt x="154" y="252"/>
                </a:lnTo>
                <a:lnTo>
                  <a:pt x="153" y="252"/>
                </a:lnTo>
                <a:lnTo>
                  <a:pt x="153" y="251"/>
                </a:lnTo>
                <a:lnTo>
                  <a:pt x="153" y="249"/>
                </a:lnTo>
                <a:lnTo>
                  <a:pt x="152" y="249"/>
                </a:lnTo>
                <a:lnTo>
                  <a:pt x="151" y="248"/>
                </a:lnTo>
                <a:lnTo>
                  <a:pt x="150" y="247"/>
                </a:lnTo>
                <a:lnTo>
                  <a:pt x="149" y="245"/>
                </a:lnTo>
                <a:lnTo>
                  <a:pt x="149" y="244"/>
                </a:lnTo>
                <a:lnTo>
                  <a:pt x="149" y="243"/>
                </a:lnTo>
                <a:lnTo>
                  <a:pt x="149" y="242"/>
                </a:lnTo>
                <a:lnTo>
                  <a:pt x="148" y="242"/>
                </a:lnTo>
                <a:lnTo>
                  <a:pt x="147" y="242"/>
                </a:lnTo>
                <a:lnTo>
                  <a:pt x="147" y="241"/>
                </a:lnTo>
                <a:lnTo>
                  <a:pt x="147" y="240"/>
                </a:lnTo>
                <a:lnTo>
                  <a:pt x="145" y="240"/>
                </a:lnTo>
                <a:lnTo>
                  <a:pt x="143" y="240"/>
                </a:lnTo>
                <a:lnTo>
                  <a:pt x="143" y="241"/>
                </a:lnTo>
                <a:lnTo>
                  <a:pt x="142" y="241"/>
                </a:lnTo>
                <a:lnTo>
                  <a:pt x="142" y="242"/>
                </a:lnTo>
                <a:lnTo>
                  <a:pt x="141" y="243"/>
                </a:lnTo>
                <a:lnTo>
                  <a:pt x="140" y="242"/>
                </a:lnTo>
                <a:lnTo>
                  <a:pt x="139" y="242"/>
                </a:lnTo>
                <a:lnTo>
                  <a:pt x="138" y="243"/>
                </a:lnTo>
                <a:lnTo>
                  <a:pt x="137" y="243"/>
                </a:lnTo>
                <a:lnTo>
                  <a:pt x="136" y="243"/>
                </a:lnTo>
                <a:lnTo>
                  <a:pt x="136" y="242"/>
                </a:lnTo>
                <a:lnTo>
                  <a:pt x="135" y="243"/>
                </a:lnTo>
                <a:lnTo>
                  <a:pt x="134" y="243"/>
                </a:lnTo>
                <a:lnTo>
                  <a:pt x="134" y="244"/>
                </a:lnTo>
                <a:lnTo>
                  <a:pt x="133" y="243"/>
                </a:lnTo>
                <a:lnTo>
                  <a:pt x="132" y="242"/>
                </a:lnTo>
                <a:lnTo>
                  <a:pt x="131" y="242"/>
                </a:lnTo>
                <a:lnTo>
                  <a:pt x="130" y="241"/>
                </a:lnTo>
                <a:lnTo>
                  <a:pt x="129" y="241"/>
                </a:lnTo>
                <a:lnTo>
                  <a:pt x="128" y="240"/>
                </a:lnTo>
                <a:lnTo>
                  <a:pt x="128" y="239"/>
                </a:lnTo>
                <a:lnTo>
                  <a:pt x="128" y="238"/>
                </a:lnTo>
                <a:lnTo>
                  <a:pt x="127" y="237"/>
                </a:lnTo>
                <a:lnTo>
                  <a:pt x="127" y="236"/>
                </a:lnTo>
                <a:lnTo>
                  <a:pt x="127" y="235"/>
                </a:lnTo>
                <a:lnTo>
                  <a:pt x="126" y="235"/>
                </a:lnTo>
                <a:lnTo>
                  <a:pt x="125" y="235"/>
                </a:lnTo>
                <a:lnTo>
                  <a:pt x="125" y="236"/>
                </a:lnTo>
                <a:lnTo>
                  <a:pt x="124" y="237"/>
                </a:lnTo>
                <a:lnTo>
                  <a:pt x="124" y="238"/>
                </a:lnTo>
                <a:lnTo>
                  <a:pt x="124" y="239"/>
                </a:lnTo>
                <a:lnTo>
                  <a:pt x="124" y="240"/>
                </a:lnTo>
                <a:lnTo>
                  <a:pt x="124" y="241"/>
                </a:lnTo>
                <a:lnTo>
                  <a:pt x="123" y="241"/>
                </a:lnTo>
                <a:lnTo>
                  <a:pt x="123" y="242"/>
                </a:lnTo>
                <a:lnTo>
                  <a:pt x="124" y="242"/>
                </a:lnTo>
                <a:lnTo>
                  <a:pt x="124" y="243"/>
                </a:lnTo>
                <a:lnTo>
                  <a:pt x="124" y="244"/>
                </a:lnTo>
                <a:lnTo>
                  <a:pt x="123" y="244"/>
                </a:lnTo>
                <a:lnTo>
                  <a:pt x="123" y="245"/>
                </a:lnTo>
                <a:lnTo>
                  <a:pt x="122" y="246"/>
                </a:lnTo>
                <a:lnTo>
                  <a:pt x="122" y="247"/>
                </a:lnTo>
                <a:lnTo>
                  <a:pt x="122" y="248"/>
                </a:lnTo>
                <a:lnTo>
                  <a:pt x="122" y="249"/>
                </a:lnTo>
                <a:lnTo>
                  <a:pt x="122" y="250"/>
                </a:lnTo>
                <a:lnTo>
                  <a:pt x="121" y="251"/>
                </a:lnTo>
                <a:lnTo>
                  <a:pt x="120" y="251"/>
                </a:lnTo>
                <a:lnTo>
                  <a:pt x="119" y="251"/>
                </a:lnTo>
                <a:lnTo>
                  <a:pt x="119" y="253"/>
                </a:lnTo>
                <a:lnTo>
                  <a:pt x="119" y="254"/>
                </a:lnTo>
                <a:lnTo>
                  <a:pt x="120" y="254"/>
                </a:lnTo>
                <a:lnTo>
                  <a:pt x="120" y="256"/>
                </a:lnTo>
                <a:lnTo>
                  <a:pt x="119" y="256"/>
                </a:lnTo>
                <a:lnTo>
                  <a:pt x="118" y="256"/>
                </a:lnTo>
                <a:lnTo>
                  <a:pt x="117" y="257"/>
                </a:lnTo>
                <a:lnTo>
                  <a:pt x="117" y="258"/>
                </a:lnTo>
                <a:lnTo>
                  <a:pt x="116" y="258"/>
                </a:lnTo>
                <a:lnTo>
                  <a:pt x="115" y="258"/>
                </a:lnTo>
                <a:lnTo>
                  <a:pt x="115" y="259"/>
                </a:lnTo>
                <a:lnTo>
                  <a:pt x="114" y="259"/>
                </a:lnTo>
                <a:lnTo>
                  <a:pt x="115" y="261"/>
                </a:lnTo>
                <a:lnTo>
                  <a:pt x="116" y="262"/>
                </a:lnTo>
                <a:lnTo>
                  <a:pt x="116" y="263"/>
                </a:lnTo>
                <a:lnTo>
                  <a:pt x="115" y="263"/>
                </a:lnTo>
                <a:lnTo>
                  <a:pt x="115" y="264"/>
                </a:lnTo>
                <a:lnTo>
                  <a:pt x="114" y="265"/>
                </a:lnTo>
                <a:lnTo>
                  <a:pt x="114" y="267"/>
                </a:lnTo>
                <a:lnTo>
                  <a:pt x="114" y="268"/>
                </a:lnTo>
                <a:lnTo>
                  <a:pt x="113" y="268"/>
                </a:lnTo>
                <a:lnTo>
                  <a:pt x="112" y="268"/>
                </a:lnTo>
                <a:lnTo>
                  <a:pt x="112" y="269"/>
                </a:lnTo>
                <a:lnTo>
                  <a:pt x="110" y="272"/>
                </a:lnTo>
                <a:lnTo>
                  <a:pt x="110" y="273"/>
                </a:lnTo>
                <a:lnTo>
                  <a:pt x="109" y="273"/>
                </a:lnTo>
                <a:lnTo>
                  <a:pt x="109" y="274"/>
                </a:lnTo>
                <a:lnTo>
                  <a:pt x="109" y="275"/>
                </a:lnTo>
                <a:lnTo>
                  <a:pt x="109" y="276"/>
                </a:lnTo>
                <a:lnTo>
                  <a:pt x="110" y="276"/>
                </a:lnTo>
                <a:lnTo>
                  <a:pt x="109" y="276"/>
                </a:lnTo>
                <a:lnTo>
                  <a:pt x="108" y="277"/>
                </a:lnTo>
                <a:lnTo>
                  <a:pt x="107" y="278"/>
                </a:lnTo>
                <a:lnTo>
                  <a:pt x="106" y="279"/>
                </a:lnTo>
                <a:lnTo>
                  <a:pt x="107" y="279"/>
                </a:lnTo>
                <a:lnTo>
                  <a:pt x="107" y="280"/>
                </a:lnTo>
                <a:lnTo>
                  <a:pt x="107" y="282"/>
                </a:lnTo>
                <a:lnTo>
                  <a:pt x="106" y="284"/>
                </a:lnTo>
                <a:lnTo>
                  <a:pt x="106" y="285"/>
                </a:lnTo>
                <a:lnTo>
                  <a:pt x="105" y="286"/>
                </a:lnTo>
                <a:lnTo>
                  <a:pt x="104" y="286"/>
                </a:lnTo>
                <a:lnTo>
                  <a:pt x="103" y="286"/>
                </a:lnTo>
                <a:lnTo>
                  <a:pt x="102" y="286"/>
                </a:lnTo>
                <a:lnTo>
                  <a:pt x="102" y="287"/>
                </a:lnTo>
                <a:lnTo>
                  <a:pt x="101" y="287"/>
                </a:lnTo>
                <a:lnTo>
                  <a:pt x="100" y="287"/>
                </a:lnTo>
                <a:lnTo>
                  <a:pt x="99" y="287"/>
                </a:lnTo>
                <a:lnTo>
                  <a:pt x="98" y="287"/>
                </a:lnTo>
                <a:lnTo>
                  <a:pt x="97" y="287"/>
                </a:lnTo>
                <a:lnTo>
                  <a:pt x="97" y="286"/>
                </a:lnTo>
                <a:lnTo>
                  <a:pt x="97" y="287"/>
                </a:lnTo>
                <a:lnTo>
                  <a:pt x="96" y="287"/>
                </a:lnTo>
                <a:lnTo>
                  <a:pt x="95" y="288"/>
                </a:lnTo>
                <a:lnTo>
                  <a:pt x="93" y="288"/>
                </a:lnTo>
                <a:lnTo>
                  <a:pt x="92" y="287"/>
                </a:lnTo>
                <a:lnTo>
                  <a:pt x="91" y="287"/>
                </a:lnTo>
                <a:lnTo>
                  <a:pt x="90" y="287"/>
                </a:lnTo>
                <a:lnTo>
                  <a:pt x="89" y="287"/>
                </a:lnTo>
                <a:lnTo>
                  <a:pt x="88" y="286"/>
                </a:lnTo>
                <a:lnTo>
                  <a:pt x="87" y="286"/>
                </a:lnTo>
                <a:lnTo>
                  <a:pt x="86" y="286"/>
                </a:lnTo>
                <a:lnTo>
                  <a:pt x="85" y="285"/>
                </a:lnTo>
                <a:lnTo>
                  <a:pt x="84" y="285"/>
                </a:lnTo>
                <a:lnTo>
                  <a:pt x="83" y="285"/>
                </a:lnTo>
                <a:lnTo>
                  <a:pt x="82" y="285"/>
                </a:lnTo>
                <a:lnTo>
                  <a:pt x="81" y="285"/>
                </a:lnTo>
                <a:lnTo>
                  <a:pt x="81" y="284"/>
                </a:lnTo>
                <a:lnTo>
                  <a:pt x="80" y="284"/>
                </a:lnTo>
                <a:lnTo>
                  <a:pt x="80" y="285"/>
                </a:lnTo>
                <a:lnTo>
                  <a:pt x="79" y="285"/>
                </a:lnTo>
                <a:lnTo>
                  <a:pt x="79" y="284"/>
                </a:lnTo>
                <a:lnTo>
                  <a:pt x="77" y="284"/>
                </a:lnTo>
                <a:lnTo>
                  <a:pt x="76" y="282"/>
                </a:lnTo>
                <a:lnTo>
                  <a:pt x="76" y="281"/>
                </a:lnTo>
                <a:lnTo>
                  <a:pt x="76" y="280"/>
                </a:lnTo>
                <a:lnTo>
                  <a:pt x="75" y="278"/>
                </a:lnTo>
                <a:lnTo>
                  <a:pt x="74" y="277"/>
                </a:lnTo>
                <a:lnTo>
                  <a:pt x="73" y="276"/>
                </a:lnTo>
                <a:lnTo>
                  <a:pt x="73" y="275"/>
                </a:lnTo>
                <a:lnTo>
                  <a:pt x="72" y="274"/>
                </a:lnTo>
                <a:lnTo>
                  <a:pt x="72" y="273"/>
                </a:lnTo>
                <a:lnTo>
                  <a:pt x="71" y="273"/>
                </a:lnTo>
                <a:lnTo>
                  <a:pt x="70" y="273"/>
                </a:lnTo>
                <a:lnTo>
                  <a:pt x="69" y="272"/>
                </a:lnTo>
                <a:lnTo>
                  <a:pt x="69" y="271"/>
                </a:lnTo>
                <a:lnTo>
                  <a:pt x="68" y="271"/>
                </a:lnTo>
                <a:lnTo>
                  <a:pt x="67" y="271"/>
                </a:lnTo>
                <a:lnTo>
                  <a:pt x="67" y="270"/>
                </a:lnTo>
                <a:lnTo>
                  <a:pt x="68" y="269"/>
                </a:lnTo>
                <a:lnTo>
                  <a:pt x="68" y="267"/>
                </a:lnTo>
                <a:lnTo>
                  <a:pt x="68" y="266"/>
                </a:lnTo>
                <a:lnTo>
                  <a:pt x="68" y="265"/>
                </a:lnTo>
                <a:lnTo>
                  <a:pt x="69" y="265"/>
                </a:lnTo>
                <a:lnTo>
                  <a:pt x="67" y="263"/>
                </a:lnTo>
                <a:lnTo>
                  <a:pt x="66" y="263"/>
                </a:lnTo>
                <a:lnTo>
                  <a:pt x="65" y="263"/>
                </a:lnTo>
                <a:lnTo>
                  <a:pt x="64" y="262"/>
                </a:lnTo>
                <a:lnTo>
                  <a:pt x="64" y="261"/>
                </a:lnTo>
                <a:lnTo>
                  <a:pt x="63" y="260"/>
                </a:lnTo>
                <a:lnTo>
                  <a:pt x="61" y="261"/>
                </a:lnTo>
                <a:lnTo>
                  <a:pt x="60" y="261"/>
                </a:lnTo>
                <a:lnTo>
                  <a:pt x="60" y="262"/>
                </a:lnTo>
                <a:lnTo>
                  <a:pt x="59" y="262"/>
                </a:lnTo>
                <a:lnTo>
                  <a:pt x="58" y="262"/>
                </a:lnTo>
                <a:lnTo>
                  <a:pt x="56" y="262"/>
                </a:lnTo>
                <a:lnTo>
                  <a:pt x="55" y="261"/>
                </a:lnTo>
                <a:lnTo>
                  <a:pt x="55" y="260"/>
                </a:lnTo>
                <a:lnTo>
                  <a:pt x="54" y="260"/>
                </a:lnTo>
                <a:lnTo>
                  <a:pt x="53" y="260"/>
                </a:lnTo>
                <a:lnTo>
                  <a:pt x="52" y="259"/>
                </a:lnTo>
                <a:lnTo>
                  <a:pt x="51" y="259"/>
                </a:lnTo>
                <a:lnTo>
                  <a:pt x="50" y="259"/>
                </a:lnTo>
                <a:lnTo>
                  <a:pt x="50" y="260"/>
                </a:lnTo>
                <a:lnTo>
                  <a:pt x="49" y="261"/>
                </a:lnTo>
                <a:lnTo>
                  <a:pt x="48" y="261"/>
                </a:lnTo>
                <a:lnTo>
                  <a:pt x="47" y="260"/>
                </a:lnTo>
                <a:lnTo>
                  <a:pt x="46" y="260"/>
                </a:lnTo>
                <a:lnTo>
                  <a:pt x="45" y="259"/>
                </a:lnTo>
                <a:lnTo>
                  <a:pt x="45" y="258"/>
                </a:lnTo>
                <a:lnTo>
                  <a:pt x="44" y="257"/>
                </a:lnTo>
                <a:lnTo>
                  <a:pt x="43" y="257"/>
                </a:lnTo>
                <a:lnTo>
                  <a:pt x="43" y="256"/>
                </a:lnTo>
                <a:lnTo>
                  <a:pt x="42" y="256"/>
                </a:lnTo>
                <a:lnTo>
                  <a:pt x="41" y="256"/>
                </a:lnTo>
                <a:lnTo>
                  <a:pt x="40" y="257"/>
                </a:lnTo>
                <a:lnTo>
                  <a:pt x="39" y="256"/>
                </a:lnTo>
                <a:lnTo>
                  <a:pt x="38" y="256"/>
                </a:lnTo>
                <a:lnTo>
                  <a:pt x="37" y="256"/>
                </a:lnTo>
                <a:lnTo>
                  <a:pt x="36" y="255"/>
                </a:lnTo>
                <a:lnTo>
                  <a:pt x="35" y="255"/>
                </a:lnTo>
                <a:lnTo>
                  <a:pt x="34" y="255"/>
                </a:lnTo>
                <a:lnTo>
                  <a:pt x="33" y="255"/>
                </a:lnTo>
                <a:lnTo>
                  <a:pt x="32" y="254"/>
                </a:lnTo>
                <a:lnTo>
                  <a:pt x="31" y="253"/>
                </a:lnTo>
                <a:lnTo>
                  <a:pt x="31" y="252"/>
                </a:lnTo>
                <a:lnTo>
                  <a:pt x="31" y="251"/>
                </a:lnTo>
                <a:lnTo>
                  <a:pt x="31" y="250"/>
                </a:lnTo>
                <a:lnTo>
                  <a:pt x="30" y="250"/>
                </a:lnTo>
                <a:lnTo>
                  <a:pt x="29" y="250"/>
                </a:lnTo>
                <a:lnTo>
                  <a:pt x="28" y="250"/>
                </a:lnTo>
                <a:lnTo>
                  <a:pt x="27" y="250"/>
                </a:lnTo>
                <a:lnTo>
                  <a:pt x="27" y="249"/>
                </a:lnTo>
                <a:lnTo>
                  <a:pt x="26" y="249"/>
                </a:lnTo>
                <a:lnTo>
                  <a:pt x="25" y="249"/>
                </a:lnTo>
                <a:lnTo>
                  <a:pt x="25" y="250"/>
                </a:lnTo>
                <a:lnTo>
                  <a:pt x="24" y="250"/>
                </a:lnTo>
                <a:lnTo>
                  <a:pt x="23" y="249"/>
                </a:lnTo>
                <a:lnTo>
                  <a:pt x="23" y="248"/>
                </a:lnTo>
                <a:lnTo>
                  <a:pt x="22" y="248"/>
                </a:lnTo>
                <a:lnTo>
                  <a:pt x="22" y="247"/>
                </a:lnTo>
                <a:lnTo>
                  <a:pt x="21" y="247"/>
                </a:lnTo>
                <a:lnTo>
                  <a:pt x="21" y="246"/>
                </a:lnTo>
                <a:lnTo>
                  <a:pt x="20" y="246"/>
                </a:lnTo>
                <a:lnTo>
                  <a:pt x="19" y="246"/>
                </a:lnTo>
                <a:lnTo>
                  <a:pt x="19" y="243"/>
                </a:lnTo>
                <a:lnTo>
                  <a:pt x="18" y="243"/>
                </a:lnTo>
                <a:lnTo>
                  <a:pt x="18" y="242"/>
                </a:lnTo>
                <a:lnTo>
                  <a:pt x="17" y="242"/>
                </a:lnTo>
                <a:lnTo>
                  <a:pt x="16" y="242"/>
                </a:lnTo>
                <a:lnTo>
                  <a:pt x="15" y="242"/>
                </a:lnTo>
                <a:lnTo>
                  <a:pt x="14" y="241"/>
                </a:lnTo>
                <a:lnTo>
                  <a:pt x="12" y="240"/>
                </a:lnTo>
                <a:lnTo>
                  <a:pt x="11" y="240"/>
                </a:lnTo>
                <a:lnTo>
                  <a:pt x="11" y="241"/>
                </a:lnTo>
                <a:lnTo>
                  <a:pt x="11" y="242"/>
                </a:lnTo>
                <a:lnTo>
                  <a:pt x="10" y="242"/>
                </a:lnTo>
                <a:lnTo>
                  <a:pt x="8" y="242"/>
                </a:lnTo>
                <a:lnTo>
                  <a:pt x="7" y="243"/>
                </a:lnTo>
                <a:lnTo>
                  <a:pt x="6" y="244"/>
                </a:lnTo>
                <a:lnTo>
                  <a:pt x="4" y="243"/>
                </a:lnTo>
                <a:lnTo>
                  <a:pt x="2" y="242"/>
                </a:lnTo>
                <a:lnTo>
                  <a:pt x="1" y="241"/>
                </a:lnTo>
                <a:lnTo>
                  <a:pt x="0" y="240"/>
                </a:lnTo>
                <a:lnTo>
                  <a:pt x="1" y="240"/>
                </a:lnTo>
                <a:lnTo>
                  <a:pt x="2" y="238"/>
                </a:lnTo>
                <a:lnTo>
                  <a:pt x="2" y="237"/>
                </a:lnTo>
                <a:lnTo>
                  <a:pt x="3" y="237"/>
                </a:lnTo>
                <a:lnTo>
                  <a:pt x="3" y="236"/>
                </a:lnTo>
                <a:lnTo>
                  <a:pt x="4" y="236"/>
                </a:lnTo>
                <a:lnTo>
                  <a:pt x="5" y="236"/>
                </a:lnTo>
                <a:lnTo>
                  <a:pt x="5" y="235"/>
                </a:lnTo>
                <a:lnTo>
                  <a:pt x="6" y="235"/>
                </a:lnTo>
                <a:lnTo>
                  <a:pt x="6" y="234"/>
                </a:lnTo>
                <a:lnTo>
                  <a:pt x="6" y="233"/>
                </a:lnTo>
                <a:lnTo>
                  <a:pt x="7" y="232"/>
                </a:lnTo>
                <a:lnTo>
                  <a:pt x="8" y="231"/>
                </a:lnTo>
                <a:lnTo>
                  <a:pt x="9" y="231"/>
                </a:lnTo>
                <a:lnTo>
                  <a:pt x="10" y="230"/>
                </a:lnTo>
                <a:lnTo>
                  <a:pt x="10" y="229"/>
                </a:lnTo>
                <a:lnTo>
                  <a:pt x="11" y="228"/>
                </a:lnTo>
                <a:lnTo>
                  <a:pt x="12" y="228"/>
                </a:lnTo>
                <a:lnTo>
                  <a:pt x="12" y="227"/>
                </a:lnTo>
                <a:lnTo>
                  <a:pt x="11" y="227"/>
                </a:lnTo>
                <a:lnTo>
                  <a:pt x="11" y="226"/>
                </a:lnTo>
                <a:lnTo>
                  <a:pt x="11" y="225"/>
                </a:lnTo>
                <a:lnTo>
                  <a:pt x="12" y="225"/>
                </a:lnTo>
                <a:lnTo>
                  <a:pt x="13" y="225"/>
                </a:lnTo>
                <a:lnTo>
                  <a:pt x="13" y="224"/>
                </a:lnTo>
                <a:lnTo>
                  <a:pt x="13" y="223"/>
                </a:lnTo>
                <a:lnTo>
                  <a:pt x="13" y="222"/>
                </a:lnTo>
                <a:lnTo>
                  <a:pt x="14" y="222"/>
                </a:lnTo>
                <a:lnTo>
                  <a:pt x="15" y="222"/>
                </a:lnTo>
                <a:lnTo>
                  <a:pt x="16" y="221"/>
                </a:lnTo>
                <a:lnTo>
                  <a:pt x="17" y="221"/>
                </a:lnTo>
                <a:lnTo>
                  <a:pt x="17" y="220"/>
                </a:lnTo>
                <a:lnTo>
                  <a:pt x="18" y="220"/>
                </a:lnTo>
                <a:lnTo>
                  <a:pt x="19" y="220"/>
                </a:lnTo>
                <a:lnTo>
                  <a:pt x="20" y="220"/>
                </a:lnTo>
                <a:lnTo>
                  <a:pt x="21" y="219"/>
                </a:lnTo>
                <a:lnTo>
                  <a:pt x="22" y="219"/>
                </a:lnTo>
                <a:lnTo>
                  <a:pt x="22" y="218"/>
                </a:lnTo>
                <a:lnTo>
                  <a:pt x="22" y="217"/>
                </a:lnTo>
                <a:lnTo>
                  <a:pt x="22" y="216"/>
                </a:lnTo>
                <a:lnTo>
                  <a:pt x="23" y="216"/>
                </a:lnTo>
                <a:lnTo>
                  <a:pt x="24" y="216"/>
                </a:lnTo>
                <a:lnTo>
                  <a:pt x="24" y="215"/>
                </a:lnTo>
                <a:lnTo>
                  <a:pt x="25" y="214"/>
                </a:lnTo>
                <a:lnTo>
                  <a:pt x="26" y="212"/>
                </a:lnTo>
                <a:lnTo>
                  <a:pt x="27" y="211"/>
                </a:lnTo>
                <a:lnTo>
                  <a:pt x="27" y="209"/>
                </a:lnTo>
                <a:lnTo>
                  <a:pt x="28" y="209"/>
                </a:lnTo>
                <a:lnTo>
                  <a:pt x="28" y="208"/>
                </a:lnTo>
                <a:lnTo>
                  <a:pt x="29" y="208"/>
                </a:lnTo>
                <a:lnTo>
                  <a:pt x="29" y="207"/>
                </a:lnTo>
                <a:lnTo>
                  <a:pt x="29" y="206"/>
                </a:lnTo>
                <a:lnTo>
                  <a:pt x="29" y="205"/>
                </a:lnTo>
                <a:lnTo>
                  <a:pt x="30" y="204"/>
                </a:lnTo>
                <a:lnTo>
                  <a:pt x="30" y="203"/>
                </a:lnTo>
                <a:lnTo>
                  <a:pt x="30" y="202"/>
                </a:lnTo>
                <a:lnTo>
                  <a:pt x="30" y="201"/>
                </a:lnTo>
                <a:lnTo>
                  <a:pt x="31" y="201"/>
                </a:lnTo>
                <a:lnTo>
                  <a:pt x="31" y="200"/>
                </a:lnTo>
                <a:lnTo>
                  <a:pt x="31" y="199"/>
                </a:lnTo>
                <a:lnTo>
                  <a:pt x="33" y="198"/>
                </a:lnTo>
                <a:lnTo>
                  <a:pt x="34" y="198"/>
                </a:lnTo>
                <a:lnTo>
                  <a:pt x="35" y="198"/>
                </a:lnTo>
                <a:lnTo>
                  <a:pt x="35" y="197"/>
                </a:lnTo>
                <a:lnTo>
                  <a:pt x="36" y="196"/>
                </a:lnTo>
                <a:lnTo>
                  <a:pt x="37" y="194"/>
                </a:lnTo>
                <a:lnTo>
                  <a:pt x="37" y="193"/>
                </a:lnTo>
                <a:lnTo>
                  <a:pt x="37" y="192"/>
                </a:lnTo>
                <a:lnTo>
                  <a:pt x="38" y="192"/>
                </a:lnTo>
                <a:lnTo>
                  <a:pt x="40" y="190"/>
                </a:lnTo>
                <a:lnTo>
                  <a:pt x="41" y="189"/>
                </a:lnTo>
                <a:lnTo>
                  <a:pt x="42" y="188"/>
                </a:lnTo>
                <a:lnTo>
                  <a:pt x="43" y="187"/>
                </a:lnTo>
                <a:lnTo>
                  <a:pt x="44" y="186"/>
                </a:lnTo>
                <a:lnTo>
                  <a:pt x="44" y="185"/>
                </a:lnTo>
                <a:lnTo>
                  <a:pt x="44" y="184"/>
                </a:lnTo>
                <a:lnTo>
                  <a:pt x="45" y="183"/>
                </a:lnTo>
                <a:lnTo>
                  <a:pt x="45" y="182"/>
                </a:lnTo>
                <a:lnTo>
                  <a:pt x="46" y="181"/>
                </a:lnTo>
                <a:lnTo>
                  <a:pt x="47" y="180"/>
                </a:lnTo>
                <a:lnTo>
                  <a:pt x="46" y="179"/>
                </a:lnTo>
                <a:lnTo>
                  <a:pt x="46" y="178"/>
                </a:lnTo>
                <a:lnTo>
                  <a:pt x="45" y="178"/>
                </a:lnTo>
                <a:lnTo>
                  <a:pt x="44" y="177"/>
                </a:lnTo>
                <a:lnTo>
                  <a:pt x="44" y="176"/>
                </a:lnTo>
                <a:lnTo>
                  <a:pt x="44" y="174"/>
                </a:lnTo>
                <a:lnTo>
                  <a:pt x="45" y="174"/>
                </a:lnTo>
                <a:lnTo>
                  <a:pt x="44" y="174"/>
                </a:lnTo>
                <a:lnTo>
                  <a:pt x="44" y="173"/>
                </a:lnTo>
                <a:lnTo>
                  <a:pt x="45" y="172"/>
                </a:lnTo>
                <a:lnTo>
                  <a:pt x="46" y="172"/>
                </a:lnTo>
                <a:lnTo>
                  <a:pt x="47" y="172"/>
                </a:lnTo>
                <a:lnTo>
                  <a:pt x="47" y="171"/>
                </a:lnTo>
                <a:lnTo>
                  <a:pt x="47" y="170"/>
                </a:lnTo>
                <a:lnTo>
                  <a:pt x="48" y="169"/>
                </a:lnTo>
                <a:lnTo>
                  <a:pt x="49" y="169"/>
                </a:lnTo>
                <a:lnTo>
                  <a:pt x="50" y="168"/>
                </a:lnTo>
                <a:lnTo>
                  <a:pt x="50" y="167"/>
                </a:lnTo>
                <a:lnTo>
                  <a:pt x="50" y="166"/>
                </a:lnTo>
                <a:lnTo>
                  <a:pt x="50" y="165"/>
                </a:lnTo>
                <a:lnTo>
                  <a:pt x="51" y="165"/>
                </a:lnTo>
                <a:lnTo>
                  <a:pt x="51" y="164"/>
                </a:lnTo>
                <a:lnTo>
                  <a:pt x="51" y="162"/>
                </a:lnTo>
                <a:lnTo>
                  <a:pt x="51" y="161"/>
                </a:lnTo>
                <a:lnTo>
                  <a:pt x="51" y="160"/>
                </a:lnTo>
                <a:lnTo>
                  <a:pt x="51" y="159"/>
                </a:lnTo>
                <a:lnTo>
                  <a:pt x="52" y="159"/>
                </a:lnTo>
                <a:lnTo>
                  <a:pt x="52" y="158"/>
                </a:lnTo>
                <a:lnTo>
                  <a:pt x="52" y="157"/>
                </a:lnTo>
                <a:lnTo>
                  <a:pt x="52" y="156"/>
                </a:lnTo>
                <a:lnTo>
                  <a:pt x="53" y="156"/>
                </a:lnTo>
                <a:lnTo>
                  <a:pt x="53" y="155"/>
                </a:lnTo>
                <a:lnTo>
                  <a:pt x="53" y="153"/>
                </a:lnTo>
                <a:lnTo>
                  <a:pt x="53" y="152"/>
                </a:lnTo>
                <a:lnTo>
                  <a:pt x="54" y="152"/>
                </a:lnTo>
                <a:lnTo>
                  <a:pt x="54" y="151"/>
                </a:lnTo>
                <a:lnTo>
                  <a:pt x="53" y="151"/>
                </a:lnTo>
                <a:lnTo>
                  <a:pt x="53" y="150"/>
                </a:lnTo>
                <a:lnTo>
                  <a:pt x="54" y="150"/>
                </a:lnTo>
                <a:lnTo>
                  <a:pt x="54" y="149"/>
                </a:lnTo>
                <a:lnTo>
                  <a:pt x="55" y="149"/>
                </a:lnTo>
                <a:lnTo>
                  <a:pt x="56" y="149"/>
                </a:lnTo>
                <a:lnTo>
                  <a:pt x="57" y="148"/>
                </a:lnTo>
                <a:lnTo>
                  <a:pt x="58" y="148"/>
                </a:lnTo>
                <a:lnTo>
                  <a:pt x="59" y="147"/>
                </a:lnTo>
                <a:lnTo>
                  <a:pt x="59" y="146"/>
                </a:lnTo>
                <a:lnTo>
                  <a:pt x="60" y="146"/>
                </a:lnTo>
                <a:lnTo>
                  <a:pt x="60" y="145"/>
                </a:lnTo>
                <a:lnTo>
                  <a:pt x="61" y="145"/>
                </a:lnTo>
                <a:lnTo>
                  <a:pt x="62" y="144"/>
                </a:lnTo>
                <a:lnTo>
                  <a:pt x="62" y="143"/>
                </a:lnTo>
                <a:lnTo>
                  <a:pt x="62" y="142"/>
                </a:lnTo>
                <a:lnTo>
                  <a:pt x="62" y="141"/>
                </a:lnTo>
                <a:lnTo>
                  <a:pt x="62" y="140"/>
                </a:lnTo>
                <a:lnTo>
                  <a:pt x="63" y="140"/>
                </a:lnTo>
                <a:lnTo>
                  <a:pt x="62" y="139"/>
                </a:lnTo>
                <a:lnTo>
                  <a:pt x="63" y="138"/>
                </a:lnTo>
                <a:lnTo>
                  <a:pt x="63" y="137"/>
                </a:lnTo>
                <a:lnTo>
                  <a:pt x="64" y="137"/>
                </a:lnTo>
                <a:lnTo>
                  <a:pt x="64" y="135"/>
                </a:lnTo>
                <a:lnTo>
                  <a:pt x="65" y="135"/>
                </a:lnTo>
                <a:lnTo>
                  <a:pt x="64" y="134"/>
                </a:lnTo>
                <a:lnTo>
                  <a:pt x="63" y="134"/>
                </a:lnTo>
                <a:lnTo>
                  <a:pt x="62" y="133"/>
                </a:lnTo>
                <a:lnTo>
                  <a:pt x="61" y="133"/>
                </a:lnTo>
                <a:lnTo>
                  <a:pt x="60" y="132"/>
                </a:lnTo>
                <a:lnTo>
                  <a:pt x="59" y="131"/>
                </a:lnTo>
                <a:lnTo>
                  <a:pt x="58" y="131"/>
                </a:lnTo>
                <a:lnTo>
                  <a:pt x="58" y="130"/>
                </a:lnTo>
                <a:lnTo>
                  <a:pt x="58" y="129"/>
                </a:lnTo>
                <a:lnTo>
                  <a:pt x="59" y="128"/>
                </a:lnTo>
                <a:lnTo>
                  <a:pt x="58" y="127"/>
                </a:lnTo>
                <a:lnTo>
                  <a:pt x="58" y="126"/>
                </a:lnTo>
                <a:lnTo>
                  <a:pt x="58" y="125"/>
                </a:lnTo>
                <a:lnTo>
                  <a:pt x="57" y="125"/>
                </a:lnTo>
                <a:lnTo>
                  <a:pt x="56" y="124"/>
                </a:lnTo>
                <a:lnTo>
                  <a:pt x="56" y="123"/>
                </a:lnTo>
                <a:lnTo>
                  <a:pt x="55" y="122"/>
                </a:lnTo>
                <a:lnTo>
                  <a:pt x="55" y="121"/>
                </a:lnTo>
                <a:lnTo>
                  <a:pt x="53" y="120"/>
                </a:lnTo>
                <a:lnTo>
                  <a:pt x="52" y="120"/>
                </a:lnTo>
                <a:lnTo>
                  <a:pt x="51" y="121"/>
                </a:lnTo>
                <a:lnTo>
                  <a:pt x="49" y="121"/>
                </a:lnTo>
                <a:lnTo>
                  <a:pt x="49" y="120"/>
                </a:lnTo>
                <a:lnTo>
                  <a:pt x="48" y="120"/>
                </a:lnTo>
                <a:lnTo>
                  <a:pt x="47" y="119"/>
                </a:lnTo>
                <a:lnTo>
                  <a:pt x="46" y="119"/>
                </a:lnTo>
                <a:lnTo>
                  <a:pt x="45" y="119"/>
                </a:lnTo>
                <a:lnTo>
                  <a:pt x="45" y="118"/>
                </a:lnTo>
                <a:lnTo>
                  <a:pt x="43" y="118"/>
                </a:lnTo>
                <a:lnTo>
                  <a:pt x="42" y="117"/>
                </a:lnTo>
                <a:lnTo>
                  <a:pt x="41" y="117"/>
                </a:lnTo>
                <a:lnTo>
                  <a:pt x="41" y="116"/>
                </a:lnTo>
                <a:lnTo>
                  <a:pt x="40" y="116"/>
                </a:lnTo>
                <a:lnTo>
                  <a:pt x="39" y="114"/>
                </a:lnTo>
                <a:lnTo>
                  <a:pt x="39" y="113"/>
                </a:lnTo>
                <a:lnTo>
                  <a:pt x="40" y="113"/>
                </a:lnTo>
                <a:lnTo>
                  <a:pt x="41" y="113"/>
                </a:lnTo>
                <a:lnTo>
                  <a:pt x="41" y="112"/>
                </a:lnTo>
                <a:lnTo>
                  <a:pt x="42" y="111"/>
                </a:lnTo>
                <a:lnTo>
                  <a:pt x="41" y="110"/>
                </a:lnTo>
                <a:lnTo>
                  <a:pt x="41" y="108"/>
                </a:lnTo>
                <a:lnTo>
                  <a:pt x="41" y="107"/>
                </a:lnTo>
                <a:lnTo>
                  <a:pt x="42" y="106"/>
                </a:lnTo>
                <a:lnTo>
                  <a:pt x="41" y="104"/>
                </a:lnTo>
                <a:lnTo>
                  <a:pt x="41" y="103"/>
                </a:lnTo>
                <a:lnTo>
                  <a:pt x="40" y="103"/>
                </a:lnTo>
                <a:lnTo>
                  <a:pt x="40" y="102"/>
                </a:lnTo>
                <a:lnTo>
                  <a:pt x="39" y="102"/>
                </a:lnTo>
                <a:lnTo>
                  <a:pt x="38" y="102"/>
                </a:lnTo>
                <a:lnTo>
                  <a:pt x="37" y="101"/>
                </a:lnTo>
                <a:lnTo>
                  <a:pt x="37" y="100"/>
                </a:lnTo>
                <a:lnTo>
                  <a:pt x="36" y="100"/>
                </a:lnTo>
                <a:lnTo>
                  <a:pt x="35" y="101"/>
                </a:lnTo>
                <a:lnTo>
                  <a:pt x="33" y="101"/>
                </a:lnTo>
                <a:lnTo>
                  <a:pt x="32" y="101"/>
                </a:lnTo>
                <a:lnTo>
                  <a:pt x="31" y="100"/>
                </a:lnTo>
                <a:lnTo>
                  <a:pt x="30" y="100"/>
                </a:lnTo>
                <a:lnTo>
                  <a:pt x="30" y="99"/>
                </a:lnTo>
                <a:lnTo>
                  <a:pt x="30" y="98"/>
                </a:lnTo>
                <a:lnTo>
                  <a:pt x="29" y="98"/>
                </a:lnTo>
                <a:lnTo>
                  <a:pt x="29" y="97"/>
                </a:lnTo>
                <a:lnTo>
                  <a:pt x="28" y="97"/>
                </a:lnTo>
                <a:lnTo>
                  <a:pt x="28" y="96"/>
                </a:lnTo>
                <a:lnTo>
                  <a:pt x="26" y="95"/>
                </a:lnTo>
                <a:lnTo>
                  <a:pt x="26" y="94"/>
                </a:lnTo>
                <a:lnTo>
                  <a:pt x="26" y="95"/>
                </a:lnTo>
                <a:lnTo>
                  <a:pt x="25" y="95"/>
                </a:lnTo>
                <a:lnTo>
                  <a:pt x="24" y="95"/>
                </a:lnTo>
                <a:lnTo>
                  <a:pt x="24" y="96"/>
                </a:lnTo>
                <a:lnTo>
                  <a:pt x="23" y="96"/>
                </a:lnTo>
                <a:lnTo>
                  <a:pt x="23" y="95"/>
                </a:lnTo>
                <a:lnTo>
                  <a:pt x="23" y="94"/>
                </a:lnTo>
                <a:lnTo>
                  <a:pt x="22" y="94"/>
                </a:lnTo>
                <a:lnTo>
                  <a:pt x="21" y="93"/>
                </a:lnTo>
                <a:lnTo>
                  <a:pt x="20" y="92"/>
                </a:lnTo>
                <a:lnTo>
                  <a:pt x="20" y="91"/>
                </a:lnTo>
                <a:lnTo>
                  <a:pt x="19" y="91"/>
                </a:lnTo>
                <a:lnTo>
                  <a:pt x="18" y="92"/>
                </a:lnTo>
                <a:lnTo>
                  <a:pt x="17" y="92"/>
                </a:lnTo>
                <a:lnTo>
                  <a:pt x="17" y="91"/>
                </a:lnTo>
                <a:lnTo>
                  <a:pt x="16" y="90"/>
                </a:lnTo>
                <a:lnTo>
                  <a:pt x="16" y="89"/>
                </a:lnTo>
                <a:lnTo>
                  <a:pt x="16" y="88"/>
                </a:lnTo>
                <a:lnTo>
                  <a:pt x="17" y="88"/>
                </a:lnTo>
                <a:lnTo>
                  <a:pt x="18" y="88"/>
                </a:lnTo>
                <a:lnTo>
                  <a:pt x="19" y="87"/>
                </a:lnTo>
                <a:lnTo>
                  <a:pt x="20" y="87"/>
                </a:lnTo>
                <a:lnTo>
                  <a:pt x="21" y="86"/>
                </a:lnTo>
                <a:lnTo>
                  <a:pt x="22" y="86"/>
                </a:lnTo>
                <a:lnTo>
                  <a:pt x="23" y="86"/>
                </a:lnTo>
                <a:lnTo>
                  <a:pt x="23" y="85"/>
                </a:lnTo>
                <a:lnTo>
                  <a:pt x="24" y="85"/>
                </a:lnTo>
                <a:lnTo>
                  <a:pt x="26" y="84"/>
                </a:lnTo>
                <a:lnTo>
                  <a:pt x="27" y="83"/>
                </a:lnTo>
                <a:lnTo>
                  <a:pt x="28" y="83"/>
                </a:lnTo>
                <a:lnTo>
                  <a:pt x="28" y="82"/>
                </a:lnTo>
                <a:lnTo>
                  <a:pt x="29" y="82"/>
                </a:lnTo>
                <a:lnTo>
                  <a:pt x="30" y="81"/>
                </a:lnTo>
                <a:lnTo>
                  <a:pt x="30" y="80"/>
                </a:lnTo>
                <a:lnTo>
                  <a:pt x="31" y="79"/>
                </a:lnTo>
                <a:lnTo>
                  <a:pt x="32" y="79"/>
                </a:lnTo>
                <a:lnTo>
                  <a:pt x="33" y="78"/>
                </a:lnTo>
                <a:lnTo>
                  <a:pt x="34" y="78"/>
                </a:lnTo>
                <a:lnTo>
                  <a:pt x="34" y="77"/>
                </a:lnTo>
                <a:lnTo>
                  <a:pt x="35" y="77"/>
                </a:lnTo>
                <a:lnTo>
                  <a:pt x="36" y="76"/>
                </a:lnTo>
                <a:lnTo>
                  <a:pt x="36" y="75"/>
                </a:lnTo>
                <a:lnTo>
                  <a:pt x="37" y="75"/>
                </a:lnTo>
                <a:lnTo>
                  <a:pt x="37" y="74"/>
                </a:lnTo>
                <a:lnTo>
                  <a:pt x="38" y="74"/>
                </a:lnTo>
                <a:lnTo>
                  <a:pt x="38" y="73"/>
                </a:lnTo>
                <a:lnTo>
                  <a:pt x="40" y="73"/>
                </a:lnTo>
                <a:lnTo>
                  <a:pt x="41" y="73"/>
                </a:lnTo>
                <a:lnTo>
                  <a:pt x="42" y="74"/>
                </a:lnTo>
                <a:lnTo>
                  <a:pt x="43" y="74"/>
                </a:lnTo>
                <a:lnTo>
                  <a:pt x="44" y="74"/>
                </a:lnTo>
                <a:lnTo>
                  <a:pt x="45" y="73"/>
                </a:lnTo>
                <a:lnTo>
                  <a:pt x="46" y="73"/>
                </a:lnTo>
                <a:lnTo>
                  <a:pt x="46" y="72"/>
                </a:lnTo>
                <a:lnTo>
                  <a:pt x="47" y="72"/>
                </a:lnTo>
                <a:lnTo>
                  <a:pt x="47" y="71"/>
                </a:lnTo>
                <a:lnTo>
                  <a:pt x="48" y="71"/>
                </a:lnTo>
                <a:lnTo>
                  <a:pt x="49" y="70"/>
                </a:lnTo>
                <a:lnTo>
                  <a:pt x="50" y="69"/>
                </a:lnTo>
                <a:lnTo>
                  <a:pt x="51" y="69"/>
                </a:lnTo>
                <a:lnTo>
                  <a:pt x="51" y="68"/>
                </a:lnTo>
                <a:lnTo>
                  <a:pt x="52" y="68"/>
                </a:lnTo>
                <a:lnTo>
                  <a:pt x="52" y="67"/>
                </a:lnTo>
                <a:lnTo>
                  <a:pt x="53" y="66"/>
                </a:lnTo>
                <a:lnTo>
                  <a:pt x="54" y="66"/>
                </a:lnTo>
                <a:lnTo>
                  <a:pt x="55" y="66"/>
                </a:lnTo>
                <a:lnTo>
                  <a:pt x="55" y="65"/>
                </a:lnTo>
                <a:lnTo>
                  <a:pt x="56" y="65"/>
                </a:lnTo>
                <a:lnTo>
                  <a:pt x="57" y="65"/>
                </a:lnTo>
                <a:lnTo>
                  <a:pt x="57" y="64"/>
                </a:lnTo>
                <a:lnTo>
                  <a:pt x="58" y="64"/>
                </a:lnTo>
                <a:lnTo>
                  <a:pt x="58" y="63"/>
                </a:lnTo>
                <a:lnTo>
                  <a:pt x="59" y="63"/>
                </a:lnTo>
                <a:lnTo>
                  <a:pt x="60" y="63"/>
                </a:lnTo>
                <a:lnTo>
                  <a:pt x="61" y="63"/>
                </a:lnTo>
                <a:lnTo>
                  <a:pt x="62" y="63"/>
                </a:lnTo>
                <a:lnTo>
                  <a:pt x="64" y="63"/>
                </a:lnTo>
                <a:lnTo>
                  <a:pt x="65" y="63"/>
                </a:lnTo>
                <a:lnTo>
                  <a:pt x="66" y="62"/>
                </a:lnTo>
                <a:lnTo>
                  <a:pt x="67" y="62"/>
                </a:lnTo>
                <a:lnTo>
                  <a:pt x="68" y="61"/>
                </a:lnTo>
                <a:lnTo>
                  <a:pt x="70" y="61"/>
                </a:lnTo>
                <a:lnTo>
                  <a:pt x="70" y="60"/>
                </a:lnTo>
                <a:lnTo>
                  <a:pt x="71" y="60"/>
                </a:lnTo>
                <a:lnTo>
                  <a:pt x="72" y="60"/>
                </a:lnTo>
                <a:lnTo>
                  <a:pt x="73" y="60"/>
                </a:lnTo>
                <a:lnTo>
                  <a:pt x="74" y="60"/>
                </a:lnTo>
                <a:lnTo>
                  <a:pt x="75" y="60"/>
                </a:lnTo>
                <a:lnTo>
                  <a:pt x="77" y="59"/>
                </a:lnTo>
                <a:lnTo>
                  <a:pt x="77" y="60"/>
                </a:lnTo>
                <a:lnTo>
                  <a:pt x="79" y="60"/>
                </a:lnTo>
                <a:lnTo>
                  <a:pt x="80" y="60"/>
                </a:lnTo>
                <a:lnTo>
                  <a:pt x="84" y="60"/>
                </a:lnTo>
                <a:lnTo>
                  <a:pt x="85" y="60"/>
                </a:lnTo>
                <a:lnTo>
                  <a:pt x="86" y="59"/>
                </a:lnTo>
                <a:lnTo>
                  <a:pt x="87" y="59"/>
                </a:lnTo>
                <a:lnTo>
                  <a:pt x="88" y="59"/>
                </a:lnTo>
                <a:lnTo>
                  <a:pt x="88" y="58"/>
                </a:lnTo>
                <a:lnTo>
                  <a:pt x="89" y="58"/>
                </a:lnTo>
                <a:lnTo>
                  <a:pt x="89" y="57"/>
                </a:lnTo>
                <a:lnTo>
                  <a:pt x="90" y="57"/>
                </a:lnTo>
                <a:lnTo>
                  <a:pt x="90" y="56"/>
                </a:lnTo>
                <a:lnTo>
                  <a:pt x="91" y="55"/>
                </a:lnTo>
                <a:lnTo>
                  <a:pt x="92" y="54"/>
                </a:lnTo>
                <a:lnTo>
                  <a:pt x="92" y="53"/>
                </a:lnTo>
                <a:lnTo>
                  <a:pt x="92" y="52"/>
                </a:lnTo>
                <a:lnTo>
                  <a:pt x="93" y="51"/>
                </a:lnTo>
                <a:lnTo>
                  <a:pt x="93" y="50"/>
                </a:lnTo>
                <a:lnTo>
                  <a:pt x="93" y="49"/>
                </a:lnTo>
                <a:lnTo>
                  <a:pt x="94" y="49"/>
                </a:lnTo>
                <a:lnTo>
                  <a:pt x="94" y="48"/>
                </a:lnTo>
                <a:lnTo>
                  <a:pt x="95" y="48"/>
                </a:lnTo>
                <a:lnTo>
                  <a:pt x="95" y="47"/>
                </a:lnTo>
                <a:lnTo>
                  <a:pt x="96" y="47"/>
                </a:lnTo>
                <a:lnTo>
                  <a:pt x="97" y="48"/>
                </a:lnTo>
                <a:lnTo>
                  <a:pt x="98" y="48"/>
                </a:lnTo>
                <a:lnTo>
                  <a:pt x="99" y="48"/>
                </a:lnTo>
                <a:lnTo>
                  <a:pt x="100" y="48"/>
                </a:lnTo>
                <a:lnTo>
                  <a:pt x="101" y="48"/>
                </a:lnTo>
                <a:lnTo>
                  <a:pt x="101" y="49"/>
                </a:lnTo>
                <a:lnTo>
                  <a:pt x="102" y="49"/>
                </a:lnTo>
                <a:lnTo>
                  <a:pt x="102" y="48"/>
                </a:lnTo>
                <a:lnTo>
                  <a:pt x="103" y="48"/>
                </a:lnTo>
                <a:lnTo>
                  <a:pt x="104" y="48"/>
                </a:lnTo>
                <a:lnTo>
                  <a:pt x="105" y="48"/>
                </a:lnTo>
                <a:lnTo>
                  <a:pt x="106" y="47"/>
                </a:lnTo>
                <a:lnTo>
                  <a:pt x="107" y="47"/>
                </a:lnTo>
                <a:lnTo>
                  <a:pt x="107" y="46"/>
                </a:lnTo>
                <a:lnTo>
                  <a:pt x="108" y="46"/>
                </a:lnTo>
                <a:lnTo>
                  <a:pt x="108" y="45"/>
                </a:lnTo>
                <a:lnTo>
                  <a:pt x="109" y="45"/>
                </a:lnTo>
                <a:lnTo>
                  <a:pt x="110" y="44"/>
                </a:lnTo>
                <a:lnTo>
                  <a:pt x="110" y="43"/>
                </a:lnTo>
                <a:lnTo>
                  <a:pt x="111" y="43"/>
                </a:lnTo>
                <a:lnTo>
                  <a:pt x="111" y="42"/>
                </a:lnTo>
                <a:lnTo>
                  <a:pt x="111" y="41"/>
                </a:lnTo>
                <a:lnTo>
                  <a:pt x="112" y="40"/>
                </a:lnTo>
                <a:lnTo>
                  <a:pt x="112" y="39"/>
                </a:lnTo>
                <a:lnTo>
                  <a:pt x="113" y="39"/>
                </a:lnTo>
                <a:lnTo>
                  <a:pt x="114" y="39"/>
                </a:lnTo>
                <a:lnTo>
                  <a:pt x="115" y="38"/>
                </a:lnTo>
                <a:lnTo>
                  <a:pt x="116" y="38"/>
                </a:lnTo>
                <a:lnTo>
                  <a:pt x="117" y="38"/>
                </a:lnTo>
                <a:lnTo>
                  <a:pt x="118" y="39"/>
                </a:lnTo>
                <a:lnTo>
                  <a:pt x="119" y="40"/>
                </a:lnTo>
                <a:lnTo>
                  <a:pt x="119" y="41"/>
                </a:lnTo>
                <a:lnTo>
                  <a:pt x="119" y="42"/>
                </a:lnTo>
                <a:lnTo>
                  <a:pt x="120" y="42"/>
                </a:lnTo>
                <a:lnTo>
                  <a:pt x="120" y="43"/>
                </a:lnTo>
                <a:lnTo>
                  <a:pt x="121" y="44"/>
                </a:lnTo>
                <a:lnTo>
                  <a:pt x="122" y="44"/>
                </a:lnTo>
                <a:lnTo>
                  <a:pt x="123" y="44"/>
                </a:lnTo>
                <a:lnTo>
                  <a:pt x="123" y="45"/>
                </a:lnTo>
                <a:lnTo>
                  <a:pt x="124" y="45"/>
                </a:lnTo>
                <a:lnTo>
                  <a:pt x="125" y="45"/>
                </a:lnTo>
                <a:lnTo>
                  <a:pt x="126" y="46"/>
                </a:lnTo>
                <a:lnTo>
                  <a:pt x="127" y="47"/>
                </a:lnTo>
                <a:lnTo>
                  <a:pt x="128" y="47"/>
                </a:lnTo>
                <a:lnTo>
                  <a:pt x="129" y="47"/>
                </a:lnTo>
                <a:lnTo>
                  <a:pt x="130" y="47"/>
                </a:lnTo>
                <a:lnTo>
                  <a:pt x="131" y="47"/>
                </a:lnTo>
                <a:lnTo>
                  <a:pt x="132" y="47"/>
                </a:lnTo>
                <a:lnTo>
                  <a:pt x="132" y="46"/>
                </a:lnTo>
                <a:lnTo>
                  <a:pt x="133" y="46"/>
                </a:lnTo>
                <a:lnTo>
                  <a:pt x="134" y="45"/>
                </a:lnTo>
                <a:lnTo>
                  <a:pt x="135" y="44"/>
                </a:lnTo>
                <a:lnTo>
                  <a:pt x="136" y="43"/>
                </a:lnTo>
                <a:lnTo>
                  <a:pt x="137" y="43"/>
                </a:lnTo>
                <a:lnTo>
                  <a:pt x="138" y="43"/>
                </a:lnTo>
                <a:lnTo>
                  <a:pt x="139" y="43"/>
                </a:lnTo>
                <a:lnTo>
                  <a:pt x="140" y="43"/>
                </a:lnTo>
                <a:lnTo>
                  <a:pt x="140" y="44"/>
                </a:lnTo>
                <a:lnTo>
                  <a:pt x="141" y="43"/>
                </a:lnTo>
                <a:lnTo>
                  <a:pt x="142" y="43"/>
                </a:lnTo>
                <a:lnTo>
                  <a:pt x="143" y="42"/>
                </a:lnTo>
                <a:lnTo>
                  <a:pt x="144" y="42"/>
                </a:lnTo>
                <a:lnTo>
                  <a:pt x="145" y="42"/>
                </a:lnTo>
                <a:lnTo>
                  <a:pt x="145" y="41"/>
                </a:lnTo>
                <a:lnTo>
                  <a:pt x="146" y="41"/>
                </a:lnTo>
                <a:lnTo>
                  <a:pt x="147" y="41"/>
                </a:lnTo>
                <a:lnTo>
                  <a:pt x="147" y="40"/>
                </a:lnTo>
                <a:lnTo>
                  <a:pt x="148" y="40"/>
                </a:lnTo>
                <a:lnTo>
                  <a:pt x="149" y="40"/>
                </a:lnTo>
                <a:lnTo>
                  <a:pt x="150" y="40"/>
                </a:lnTo>
                <a:lnTo>
                  <a:pt x="151" y="40"/>
                </a:lnTo>
                <a:lnTo>
                  <a:pt x="151" y="39"/>
                </a:lnTo>
                <a:lnTo>
                  <a:pt x="152" y="39"/>
                </a:lnTo>
                <a:lnTo>
                  <a:pt x="153" y="39"/>
                </a:lnTo>
                <a:lnTo>
                  <a:pt x="154" y="39"/>
                </a:lnTo>
                <a:lnTo>
                  <a:pt x="155" y="40"/>
                </a:lnTo>
                <a:lnTo>
                  <a:pt x="155" y="39"/>
                </a:lnTo>
                <a:lnTo>
                  <a:pt x="156" y="39"/>
                </a:lnTo>
                <a:lnTo>
                  <a:pt x="159" y="39"/>
                </a:lnTo>
                <a:lnTo>
                  <a:pt x="161" y="38"/>
                </a:lnTo>
                <a:lnTo>
                  <a:pt x="164" y="38"/>
                </a:lnTo>
                <a:lnTo>
                  <a:pt x="166" y="37"/>
                </a:lnTo>
                <a:lnTo>
                  <a:pt x="168" y="37"/>
                </a:lnTo>
                <a:lnTo>
                  <a:pt x="168" y="36"/>
                </a:lnTo>
                <a:lnTo>
                  <a:pt x="171" y="36"/>
                </a:lnTo>
                <a:lnTo>
                  <a:pt x="172" y="36"/>
                </a:lnTo>
                <a:lnTo>
                  <a:pt x="175" y="36"/>
                </a:lnTo>
                <a:lnTo>
                  <a:pt x="176" y="36"/>
                </a:lnTo>
                <a:lnTo>
                  <a:pt x="177" y="36"/>
                </a:lnTo>
                <a:lnTo>
                  <a:pt x="178" y="36"/>
                </a:lnTo>
                <a:lnTo>
                  <a:pt x="179" y="36"/>
                </a:lnTo>
                <a:lnTo>
                  <a:pt x="180" y="36"/>
                </a:lnTo>
                <a:lnTo>
                  <a:pt x="180" y="35"/>
                </a:lnTo>
                <a:lnTo>
                  <a:pt x="181" y="35"/>
                </a:lnTo>
                <a:lnTo>
                  <a:pt x="182" y="35"/>
                </a:lnTo>
                <a:lnTo>
                  <a:pt x="183" y="35"/>
                </a:lnTo>
                <a:lnTo>
                  <a:pt x="183" y="34"/>
                </a:lnTo>
                <a:lnTo>
                  <a:pt x="186" y="33"/>
                </a:lnTo>
                <a:lnTo>
                  <a:pt x="187" y="33"/>
                </a:lnTo>
                <a:lnTo>
                  <a:pt x="188" y="32"/>
                </a:lnTo>
                <a:lnTo>
                  <a:pt x="188" y="31"/>
                </a:lnTo>
                <a:lnTo>
                  <a:pt x="189" y="31"/>
                </a:lnTo>
                <a:lnTo>
                  <a:pt x="192" y="28"/>
                </a:lnTo>
                <a:lnTo>
                  <a:pt x="195" y="26"/>
                </a:lnTo>
                <a:lnTo>
                  <a:pt x="196" y="26"/>
                </a:lnTo>
                <a:lnTo>
                  <a:pt x="197" y="26"/>
                </a:lnTo>
                <a:lnTo>
                  <a:pt x="197" y="25"/>
                </a:lnTo>
                <a:lnTo>
                  <a:pt x="198" y="25"/>
                </a:lnTo>
                <a:lnTo>
                  <a:pt x="198" y="24"/>
                </a:lnTo>
                <a:lnTo>
                  <a:pt x="199" y="24"/>
                </a:lnTo>
                <a:lnTo>
                  <a:pt x="200" y="24"/>
                </a:lnTo>
                <a:lnTo>
                  <a:pt x="201" y="23"/>
                </a:lnTo>
                <a:lnTo>
                  <a:pt x="202" y="23"/>
                </a:lnTo>
                <a:lnTo>
                  <a:pt x="203" y="22"/>
                </a:lnTo>
                <a:lnTo>
                  <a:pt x="204" y="21"/>
                </a:lnTo>
                <a:lnTo>
                  <a:pt x="205" y="21"/>
                </a:lnTo>
                <a:lnTo>
                  <a:pt x="206" y="20"/>
                </a:lnTo>
                <a:lnTo>
                  <a:pt x="207" y="20"/>
                </a:lnTo>
                <a:lnTo>
                  <a:pt x="208" y="20"/>
                </a:lnTo>
                <a:lnTo>
                  <a:pt x="209" y="20"/>
                </a:lnTo>
                <a:lnTo>
                  <a:pt x="210" y="20"/>
                </a:lnTo>
                <a:lnTo>
                  <a:pt x="211" y="20"/>
                </a:lnTo>
                <a:lnTo>
                  <a:pt x="211" y="21"/>
                </a:lnTo>
                <a:lnTo>
                  <a:pt x="212" y="21"/>
                </a:lnTo>
                <a:lnTo>
                  <a:pt x="213" y="21"/>
                </a:lnTo>
                <a:lnTo>
                  <a:pt x="214" y="21"/>
                </a:lnTo>
                <a:lnTo>
                  <a:pt x="215" y="21"/>
                </a:lnTo>
                <a:lnTo>
                  <a:pt x="216" y="21"/>
                </a:lnTo>
                <a:lnTo>
                  <a:pt x="216" y="20"/>
                </a:lnTo>
                <a:lnTo>
                  <a:pt x="217" y="20"/>
                </a:lnTo>
                <a:lnTo>
                  <a:pt x="218" y="19"/>
                </a:lnTo>
                <a:lnTo>
                  <a:pt x="219" y="18"/>
                </a:lnTo>
                <a:lnTo>
                  <a:pt x="219" y="17"/>
                </a:lnTo>
                <a:lnTo>
                  <a:pt x="220" y="15"/>
                </a:lnTo>
                <a:lnTo>
                  <a:pt x="221" y="14"/>
                </a:lnTo>
                <a:lnTo>
                  <a:pt x="221" y="13"/>
                </a:lnTo>
                <a:lnTo>
                  <a:pt x="222" y="13"/>
                </a:lnTo>
                <a:lnTo>
                  <a:pt x="222" y="12"/>
                </a:lnTo>
                <a:lnTo>
                  <a:pt x="223" y="12"/>
                </a:lnTo>
                <a:lnTo>
                  <a:pt x="223" y="11"/>
                </a:lnTo>
                <a:lnTo>
                  <a:pt x="223" y="10"/>
                </a:lnTo>
                <a:lnTo>
                  <a:pt x="224" y="10"/>
                </a:lnTo>
                <a:lnTo>
                  <a:pt x="224" y="9"/>
                </a:lnTo>
                <a:lnTo>
                  <a:pt x="225" y="8"/>
                </a:lnTo>
                <a:lnTo>
                  <a:pt x="226" y="7"/>
                </a:lnTo>
                <a:lnTo>
                  <a:pt x="228" y="6"/>
                </a:lnTo>
                <a:lnTo>
                  <a:pt x="229" y="5"/>
                </a:lnTo>
                <a:lnTo>
                  <a:pt x="230" y="5"/>
                </a:lnTo>
                <a:lnTo>
                  <a:pt x="231" y="5"/>
                </a:lnTo>
                <a:lnTo>
                  <a:pt x="233" y="5"/>
                </a:lnTo>
                <a:lnTo>
                  <a:pt x="234" y="5"/>
                </a:lnTo>
                <a:lnTo>
                  <a:pt x="235" y="6"/>
                </a:lnTo>
                <a:lnTo>
                  <a:pt x="238" y="6"/>
                </a:lnTo>
                <a:lnTo>
                  <a:pt x="241" y="7"/>
                </a:lnTo>
                <a:lnTo>
                  <a:pt x="243" y="7"/>
                </a:lnTo>
                <a:lnTo>
                  <a:pt x="245" y="7"/>
                </a:lnTo>
                <a:lnTo>
                  <a:pt x="247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" name=""/>
          <p:cNvSpPr/>
          <p:nvPr/>
        </p:nvSpPr>
        <p:spPr>
          <a:xfrm>
            <a:off x="5245200" y="1851480"/>
            <a:ext cx="72000" cy="87480"/>
          </a:xfrm>
          <a:custGeom>
            <a:avLst/>
            <a:gdLst/>
            <a:ahLst/>
            <a:rect l="0" t="0" r="r" b="b"/>
            <a:pathLst>
              <a:path w="200" h="243">
                <a:moveTo>
                  <a:pt x="81" y="19"/>
                </a:moveTo>
                <a:lnTo>
                  <a:pt x="85" y="19"/>
                </a:lnTo>
                <a:lnTo>
                  <a:pt x="88" y="19"/>
                </a:lnTo>
                <a:lnTo>
                  <a:pt x="89" y="19"/>
                </a:lnTo>
                <a:lnTo>
                  <a:pt x="89" y="20"/>
                </a:lnTo>
                <a:lnTo>
                  <a:pt x="91" y="21"/>
                </a:lnTo>
                <a:lnTo>
                  <a:pt x="93" y="21"/>
                </a:lnTo>
                <a:lnTo>
                  <a:pt x="95" y="21"/>
                </a:lnTo>
                <a:lnTo>
                  <a:pt x="95" y="22"/>
                </a:lnTo>
                <a:lnTo>
                  <a:pt x="96" y="22"/>
                </a:lnTo>
                <a:lnTo>
                  <a:pt x="97" y="23"/>
                </a:lnTo>
                <a:lnTo>
                  <a:pt x="97" y="22"/>
                </a:lnTo>
                <a:lnTo>
                  <a:pt x="100" y="24"/>
                </a:lnTo>
                <a:lnTo>
                  <a:pt x="102" y="25"/>
                </a:lnTo>
                <a:lnTo>
                  <a:pt x="103" y="25"/>
                </a:lnTo>
                <a:lnTo>
                  <a:pt x="104" y="25"/>
                </a:lnTo>
                <a:lnTo>
                  <a:pt x="105" y="26"/>
                </a:lnTo>
                <a:lnTo>
                  <a:pt x="107" y="26"/>
                </a:lnTo>
                <a:lnTo>
                  <a:pt x="107" y="25"/>
                </a:lnTo>
                <a:lnTo>
                  <a:pt x="109" y="26"/>
                </a:lnTo>
                <a:lnTo>
                  <a:pt x="111" y="26"/>
                </a:lnTo>
                <a:lnTo>
                  <a:pt x="112" y="27"/>
                </a:lnTo>
                <a:lnTo>
                  <a:pt x="114" y="26"/>
                </a:lnTo>
                <a:lnTo>
                  <a:pt x="116" y="26"/>
                </a:lnTo>
                <a:lnTo>
                  <a:pt x="118" y="27"/>
                </a:lnTo>
                <a:lnTo>
                  <a:pt x="121" y="27"/>
                </a:lnTo>
                <a:lnTo>
                  <a:pt x="123" y="28"/>
                </a:lnTo>
                <a:lnTo>
                  <a:pt x="125" y="28"/>
                </a:lnTo>
                <a:lnTo>
                  <a:pt x="127" y="29"/>
                </a:lnTo>
                <a:lnTo>
                  <a:pt x="130" y="29"/>
                </a:lnTo>
                <a:lnTo>
                  <a:pt x="132" y="30"/>
                </a:lnTo>
                <a:lnTo>
                  <a:pt x="134" y="30"/>
                </a:lnTo>
                <a:lnTo>
                  <a:pt x="139" y="31"/>
                </a:lnTo>
                <a:lnTo>
                  <a:pt x="141" y="31"/>
                </a:lnTo>
                <a:lnTo>
                  <a:pt x="144" y="32"/>
                </a:lnTo>
                <a:lnTo>
                  <a:pt x="146" y="32"/>
                </a:lnTo>
                <a:lnTo>
                  <a:pt x="149" y="32"/>
                </a:lnTo>
                <a:lnTo>
                  <a:pt x="154" y="32"/>
                </a:lnTo>
                <a:lnTo>
                  <a:pt x="156" y="32"/>
                </a:lnTo>
                <a:lnTo>
                  <a:pt x="157" y="37"/>
                </a:lnTo>
                <a:lnTo>
                  <a:pt x="158" y="43"/>
                </a:lnTo>
                <a:lnTo>
                  <a:pt x="159" y="43"/>
                </a:lnTo>
                <a:lnTo>
                  <a:pt x="160" y="43"/>
                </a:lnTo>
                <a:lnTo>
                  <a:pt x="163" y="44"/>
                </a:lnTo>
                <a:lnTo>
                  <a:pt x="164" y="44"/>
                </a:lnTo>
                <a:lnTo>
                  <a:pt x="164" y="43"/>
                </a:lnTo>
                <a:lnTo>
                  <a:pt x="165" y="43"/>
                </a:lnTo>
                <a:lnTo>
                  <a:pt x="173" y="48"/>
                </a:lnTo>
                <a:lnTo>
                  <a:pt x="176" y="50"/>
                </a:lnTo>
                <a:lnTo>
                  <a:pt x="177" y="52"/>
                </a:lnTo>
                <a:lnTo>
                  <a:pt x="179" y="55"/>
                </a:lnTo>
                <a:lnTo>
                  <a:pt x="180" y="58"/>
                </a:lnTo>
                <a:lnTo>
                  <a:pt x="180" y="61"/>
                </a:lnTo>
                <a:lnTo>
                  <a:pt x="180" y="62"/>
                </a:lnTo>
                <a:lnTo>
                  <a:pt x="179" y="64"/>
                </a:lnTo>
                <a:lnTo>
                  <a:pt x="178" y="64"/>
                </a:lnTo>
                <a:lnTo>
                  <a:pt x="176" y="65"/>
                </a:lnTo>
                <a:lnTo>
                  <a:pt x="170" y="69"/>
                </a:lnTo>
                <a:lnTo>
                  <a:pt x="164" y="73"/>
                </a:lnTo>
                <a:lnTo>
                  <a:pt x="164" y="74"/>
                </a:lnTo>
                <a:lnTo>
                  <a:pt x="165" y="89"/>
                </a:lnTo>
                <a:lnTo>
                  <a:pt x="172" y="91"/>
                </a:lnTo>
                <a:lnTo>
                  <a:pt x="172" y="96"/>
                </a:lnTo>
                <a:lnTo>
                  <a:pt x="186" y="96"/>
                </a:lnTo>
                <a:lnTo>
                  <a:pt x="199" y="96"/>
                </a:lnTo>
                <a:lnTo>
                  <a:pt x="199" y="101"/>
                </a:lnTo>
                <a:lnTo>
                  <a:pt x="193" y="100"/>
                </a:lnTo>
                <a:lnTo>
                  <a:pt x="187" y="100"/>
                </a:lnTo>
                <a:lnTo>
                  <a:pt x="184" y="100"/>
                </a:lnTo>
                <a:lnTo>
                  <a:pt x="180" y="100"/>
                </a:lnTo>
                <a:lnTo>
                  <a:pt x="171" y="102"/>
                </a:lnTo>
                <a:lnTo>
                  <a:pt x="170" y="102"/>
                </a:lnTo>
                <a:lnTo>
                  <a:pt x="164" y="103"/>
                </a:lnTo>
                <a:lnTo>
                  <a:pt x="164" y="106"/>
                </a:lnTo>
                <a:lnTo>
                  <a:pt x="164" y="107"/>
                </a:lnTo>
                <a:lnTo>
                  <a:pt x="165" y="110"/>
                </a:lnTo>
                <a:lnTo>
                  <a:pt x="165" y="111"/>
                </a:lnTo>
                <a:lnTo>
                  <a:pt x="165" y="114"/>
                </a:lnTo>
                <a:lnTo>
                  <a:pt x="163" y="116"/>
                </a:lnTo>
                <a:lnTo>
                  <a:pt x="163" y="117"/>
                </a:lnTo>
                <a:lnTo>
                  <a:pt x="163" y="118"/>
                </a:lnTo>
                <a:lnTo>
                  <a:pt x="162" y="118"/>
                </a:lnTo>
                <a:lnTo>
                  <a:pt x="161" y="117"/>
                </a:lnTo>
                <a:lnTo>
                  <a:pt x="160" y="117"/>
                </a:lnTo>
                <a:lnTo>
                  <a:pt x="159" y="117"/>
                </a:lnTo>
                <a:lnTo>
                  <a:pt x="157" y="118"/>
                </a:lnTo>
                <a:lnTo>
                  <a:pt x="155" y="119"/>
                </a:lnTo>
                <a:lnTo>
                  <a:pt x="153" y="122"/>
                </a:lnTo>
                <a:lnTo>
                  <a:pt x="154" y="122"/>
                </a:lnTo>
                <a:lnTo>
                  <a:pt x="156" y="125"/>
                </a:lnTo>
                <a:lnTo>
                  <a:pt x="157" y="125"/>
                </a:lnTo>
                <a:lnTo>
                  <a:pt x="158" y="125"/>
                </a:lnTo>
                <a:lnTo>
                  <a:pt x="162" y="129"/>
                </a:lnTo>
                <a:lnTo>
                  <a:pt x="163" y="130"/>
                </a:lnTo>
                <a:lnTo>
                  <a:pt x="166" y="131"/>
                </a:lnTo>
                <a:lnTo>
                  <a:pt x="174" y="136"/>
                </a:lnTo>
                <a:lnTo>
                  <a:pt x="171" y="140"/>
                </a:lnTo>
                <a:lnTo>
                  <a:pt x="172" y="140"/>
                </a:lnTo>
                <a:lnTo>
                  <a:pt x="178" y="147"/>
                </a:lnTo>
                <a:lnTo>
                  <a:pt x="179" y="147"/>
                </a:lnTo>
                <a:lnTo>
                  <a:pt x="189" y="159"/>
                </a:lnTo>
                <a:lnTo>
                  <a:pt x="189" y="160"/>
                </a:lnTo>
                <a:lnTo>
                  <a:pt x="190" y="160"/>
                </a:lnTo>
                <a:lnTo>
                  <a:pt x="190" y="161"/>
                </a:lnTo>
                <a:lnTo>
                  <a:pt x="199" y="176"/>
                </a:lnTo>
                <a:lnTo>
                  <a:pt x="200" y="183"/>
                </a:lnTo>
                <a:lnTo>
                  <a:pt x="199" y="185"/>
                </a:lnTo>
                <a:lnTo>
                  <a:pt x="198" y="185"/>
                </a:lnTo>
                <a:lnTo>
                  <a:pt x="196" y="187"/>
                </a:lnTo>
                <a:lnTo>
                  <a:pt x="191" y="190"/>
                </a:lnTo>
                <a:lnTo>
                  <a:pt x="191" y="191"/>
                </a:lnTo>
                <a:lnTo>
                  <a:pt x="187" y="193"/>
                </a:lnTo>
                <a:lnTo>
                  <a:pt x="186" y="193"/>
                </a:lnTo>
                <a:lnTo>
                  <a:pt x="186" y="194"/>
                </a:lnTo>
                <a:lnTo>
                  <a:pt x="185" y="193"/>
                </a:lnTo>
                <a:lnTo>
                  <a:pt x="185" y="194"/>
                </a:lnTo>
                <a:lnTo>
                  <a:pt x="184" y="194"/>
                </a:lnTo>
                <a:lnTo>
                  <a:pt x="179" y="194"/>
                </a:lnTo>
                <a:lnTo>
                  <a:pt x="177" y="195"/>
                </a:lnTo>
                <a:lnTo>
                  <a:pt x="175" y="196"/>
                </a:lnTo>
                <a:lnTo>
                  <a:pt x="174" y="196"/>
                </a:lnTo>
                <a:lnTo>
                  <a:pt x="171" y="196"/>
                </a:lnTo>
                <a:lnTo>
                  <a:pt x="168" y="196"/>
                </a:lnTo>
                <a:lnTo>
                  <a:pt x="165" y="197"/>
                </a:lnTo>
                <a:lnTo>
                  <a:pt x="164" y="196"/>
                </a:lnTo>
                <a:lnTo>
                  <a:pt x="160" y="197"/>
                </a:lnTo>
                <a:lnTo>
                  <a:pt x="157" y="198"/>
                </a:lnTo>
                <a:lnTo>
                  <a:pt x="156" y="198"/>
                </a:lnTo>
                <a:lnTo>
                  <a:pt x="154" y="199"/>
                </a:lnTo>
                <a:lnTo>
                  <a:pt x="153" y="199"/>
                </a:lnTo>
                <a:lnTo>
                  <a:pt x="151" y="199"/>
                </a:lnTo>
                <a:lnTo>
                  <a:pt x="148" y="200"/>
                </a:lnTo>
                <a:lnTo>
                  <a:pt x="147" y="200"/>
                </a:lnTo>
                <a:lnTo>
                  <a:pt x="147" y="201"/>
                </a:lnTo>
                <a:lnTo>
                  <a:pt x="146" y="201"/>
                </a:lnTo>
                <a:lnTo>
                  <a:pt x="143" y="202"/>
                </a:lnTo>
                <a:lnTo>
                  <a:pt x="141" y="203"/>
                </a:lnTo>
                <a:lnTo>
                  <a:pt x="139" y="204"/>
                </a:lnTo>
                <a:lnTo>
                  <a:pt x="140" y="204"/>
                </a:lnTo>
                <a:lnTo>
                  <a:pt x="136" y="206"/>
                </a:lnTo>
                <a:lnTo>
                  <a:pt x="132" y="208"/>
                </a:lnTo>
                <a:lnTo>
                  <a:pt x="126" y="211"/>
                </a:lnTo>
                <a:lnTo>
                  <a:pt x="125" y="210"/>
                </a:lnTo>
                <a:lnTo>
                  <a:pt x="122" y="211"/>
                </a:lnTo>
                <a:lnTo>
                  <a:pt x="122" y="213"/>
                </a:lnTo>
                <a:lnTo>
                  <a:pt x="123" y="213"/>
                </a:lnTo>
                <a:lnTo>
                  <a:pt x="120" y="215"/>
                </a:lnTo>
                <a:lnTo>
                  <a:pt x="119" y="215"/>
                </a:lnTo>
                <a:lnTo>
                  <a:pt x="119" y="216"/>
                </a:lnTo>
                <a:lnTo>
                  <a:pt x="117" y="218"/>
                </a:lnTo>
                <a:lnTo>
                  <a:pt x="114" y="219"/>
                </a:lnTo>
                <a:lnTo>
                  <a:pt x="110" y="223"/>
                </a:lnTo>
                <a:lnTo>
                  <a:pt x="107" y="225"/>
                </a:lnTo>
                <a:lnTo>
                  <a:pt x="106" y="226"/>
                </a:lnTo>
                <a:lnTo>
                  <a:pt x="104" y="230"/>
                </a:lnTo>
                <a:lnTo>
                  <a:pt x="103" y="230"/>
                </a:lnTo>
                <a:lnTo>
                  <a:pt x="99" y="235"/>
                </a:lnTo>
                <a:lnTo>
                  <a:pt x="100" y="235"/>
                </a:lnTo>
                <a:lnTo>
                  <a:pt x="99" y="236"/>
                </a:lnTo>
                <a:lnTo>
                  <a:pt x="98" y="238"/>
                </a:lnTo>
                <a:lnTo>
                  <a:pt x="97" y="238"/>
                </a:lnTo>
                <a:lnTo>
                  <a:pt x="96" y="238"/>
                </a:lnTo>
                <a:lnTo>
                  <a:pt x="96" y="239"/>
                </a:lnTo>
                <a:lnTo>
                  <a:pt x="95" y="240"/>
                </a:lnTo>
                <a:lnTo>
                  <a:pt x="94" y="241"/>
                </a:lnTo>
                <a:lnTo>
                  <a:pt x="93" y="241"/>
                </a:lnTo>
                <a:lnTo>
                  <a:pt x="92" y="241"/>
                </a:lnTo>
                <a:lnTo>
                  <a:pt x="91" y="241"/>
                </a:lnTo>
                <a:lnTo>
                  <a:pt x="89" y="241"/>
                </a:lnTo>
                <a:lnTo>
                  <a:pt x="86" y="242"/>
                </a:lnTo>
                <a:lnTo>
                  <a:pt x="85" y="243"/>
                </a:lnTo>
                <a:lnTo>
                  <a:pt x="84" y="242"/>
                </a:lnTo>
                <a:lnTo>
                  <a:pt x="84" y="241"/>
                </a:lnTo>
                <a:lnTo>
                  <a:pt x="84" y="240"/>
                </a:lnTo>
                <a:lnTo>
                  <a:pt x="83" y="240"/>
                </a:lnTo>
                <a:lnTo>
                  <a:pt x="83" y="239"/>
                </a:lnTo>
                <a:lnTo>
                  <a:pt x="83" y="238"/>
                </a:lnTo>
                <a:lnTo>
                  <a:pt x="84" y="236"/>
                </a:lnTo>
                <a:lnTo>
                  <a:pt x="83" y="236"/>
                </a:lnTo>
                <a:lnTo>
                  <a:pt x="83" y="235"/>
                </a:lnTo>
                <a:lnTo>
                  <a:pt x="83" y="234"/>
                </a:lnTo>
                <a:lnTo>
                  <a:pt x="82" y="234"/>
                </a:lnTo>
                <a:lnTo>
                  <a:pt x="81" y="234"/>
                </a:lnTo>
                <a:lnTo>
                  <a:pt x="81" y="233"/>
                </a:lnTo>
                <a:lnTo>
                  <a:pt x="80" y="233"/>
                </a:lnTo>
                <a:lnTo>
                  <a:pt x="80" y="232"/>
                </a:lnTo>
                <a:lnTo>
                  <a:pt x="78" y="232"/>
                </a:lnTo>
                <a:lnTo>
                  <a:pt x="78" y="231"/>
                </a:lnTo>
                <a:lnTo>
                  <a:pt x="77" y="231"/>
                </a:lnTo>
                <a:lnTo>
                  <a:pt x="76" y="231"/>
                </a:lnTo>
                <a:lnTo>
                  <a:pt x="76" y="230"/>
                </a:lnTo>
                <a:lnTo>
                  <a:pt x="75" y="230"/>
                </a:lnTo>
                <a:lnTo>
                  <a:pt x="75" y="229"/>
                </a:lnTo>
                <a:lnTo>
                  <a:pt x="75" y="228"/>
                </a:lnTo>
                <a:lnTo>
                  <a:pt x="74" y="228"/>
                </a:lnTo>
                <a:lnTo>
                  <a:pt x="74" y="227"/>
                </a:lnTo>
                <a:lnTo>
                  <a:pt x="73" y="227"/>
                </a:lnTo>
                <a:lnTo>
                  <a:pt x="73" y="226"/>
                </a:lnTo>
                <a:lnTo>
                  <a:pt x="72" y="225"/>
                </a:lnTo>
                <a:lnTo>
                  <a:pt x="70" y="225"/>
                </a:lnTo>
                <a:lnTo>
                  <a:pt x="70" y="226"/>
                </a:lnTo>
                <a:lnTo>
                  <a:pt x="69" y="226"/>
                </a:lnTo>
                <a:lnTo>
                  <a:pt x="69" y="227"/>
                </a:lnTo>
                <a:lnTo>
                  <a:pt x="70" y="228"/>
                </a:lnTo>
                <a:lnTo>
                  <a:pt x="69" y="228"/>
                </a:lnTo>
                <a:lnTo>
                  <a:pt x="68" y="228"/>
                </a:lnTo>
                <a:lnTo>
                  <a:pt x="68" y="227"/>
                </a:lnTo>
                <a:lnTo>
                  <a:pt x="67" y="227"/>
                </a:lnTo>
                <a:lnTo>
                  <a:pt x="67" y="228"/>
                </a:lnTo>
                <a:lnTo>
                  <a:pt x="66" y="228"/>
                </a:lnTo>
                <a:lnTo>
                  <a:pt x="66" y="229"/>
                </a:lnTo>
                <a:lnTo>
                  <a:pt x="65" y="229"/>
                </a:lnTo>
                <a:lnTo>
                  <a:pt x="64" y="228"/>
                </a:lnTo>
                <a:lnTo>
                  <a:pt x="64" y="229"/>
                </a:lnTo>
                <a:lnTo>
                  <a:pt x="63" y="229"/>
                </a:lnTo>
                <a:lnTo>
                  <a:pt x="62" y="228"/>
                </a:lnTo>
                <a:lnTo>
                  <a:pt x="62" y="229"/>
                </a:lnTo>
                <a:lnTo>
                  <a:pt x="61" y="228"/>
                </a:lnTo>
                <a:lnTo>
                  <a:pt x="60" y="228"/>
                </a:lnTo>
                <a:lnTo>
                  <a:pt x="60" y="229"/>
                </a:lnTo>
                <a:lnTo>
                  <a:pt x="59" y="229"/>
                </a:lnTo>
                <a:lnTo>
                  <a:pt x="58" y="229"/>
                </a:lnTo>
                <a:lnTo>
                  <a:pt x="57" y="229"/>
                </a:lnTo>
                <a:lnTo>
                  <a:pt x="57" y="228"/>
                </a:lnTo>
                <a:lnTo>
                  <a:pt x="56" y="227"/>
                </a:lnTo>
                <a:lnTo>
                  <a:pt x="56" y="226"/>
                </a:lnTo>
                <a:lnTo>
                  <a:pt x="56" y="224"/>
                </a:lnTo>
                <a:lnTo>
                  <a:pt x="56" y="222"/>
                </a:lnTo>
                <a:lnTo>
                  <a:pt x="57" y="221"/>
                </a:lnTo>
                <a:lnTo>
                  <a:pt x="57" y="219"/>
                </a:lnTo>
                <a:lnTo>
                  <a:pt x="57" y="218"/>
                </a:lnTo>
                <a:lnTo>
                  <a:pt x="56" y="217"/>
                </a:lnTo>
                <a:lnTo>
                  <a:pt x="55" y="217"/>
                </a:lnTo>
                <a:lnTo>
                  <a:pt x="54" y="218"/>
                </a:lnTo>
                <a:lnTo>
                  <a:pt x="54" y="216"/>
                </a:lnTo>
                <a:lnTo>
                  <a:pt x="53" y="215"/>
                </a:lnTo>
                <a:lnTo>
                  <a:pt x="52" y="215"/>
                </a:lnTo>
                <a:lnTo>
                  <a:pt x="51" y="215"/>
                </a:lnTo>
                <a:lnTo>
                  <a:pt x="50" y="215"/>
                </a:lnTo>
                <a:lnTo>
                  <a:pt x="50" y="214"/>
                </a:lnTo>
                <a:lnTo>
                  <a:pt x="49" y="214"/>
                </a:lnTo>
                <a:lnTo>
                  <a:pt x="48" y="215"/>
                </a:lnTo>
                <a:lnTo>
                  <a:pt x="47" y="216"/>
                </a:lnTo>
                <a:lnTo>
                  <a:pt x="46" y="216"/>
                </a:lnTo>
                <a:lnTo>
                  <a:pt x="44" y="217"/>
                </a:lnTo>
                <a:lnTo>
                  <a:pt x="43" y="217"/>
                </a:lnTo>
                <a:lnTo>
                  <a:pt x="43" y="218"/>
                </a:lnTo>
                <a:lnTo>
                  <a:pt x="44" y="218"/>
                </a:lnTo>
                <a:lnTo>
                  <a:pt x="44" y="219"/>
                </a:lnTo>
                <a:lnTo>
                  <a:pt x="43" y="219"/>
                </a:lnTo>
                <a:lnTo>
                  <a:pt x="42" y="220"/>
                </a:lnTo>
                <a:lnTo>
                  <a:pt x="42" y="221"/>
                </a:lnTo>
                <a:lnTo>
                  <a:pt x="41" y="222"/>
                </a:lnTo>
                <a:lnTo>
                  <a:pt x="40" y="223"/>
                </a:lnTo>
                <a:lnTo>
                  <a:pt x="41" y="223"/>
                </a:lnTo>
                <a:lnTo>
                  <a:pt x="42" y="224"/>
                </a:lnTo>
                <a:lnTo>
                  <a:pt x="41" y="224"/>
                </a:lnTo>
                <a:lnTo>
                  <a:pt x="40" y="224"/>
                </a:lnTo>
                <a:lnTo>
                  <a:pt x="40" y="223"/>
                </a:lnTo>
                <a:lnTo>
                  <a:pt x="39" y="222"/>
                </a:lnTo>
                <a:lnTo>
                  <a:pt x="37" y="221"/>
                </a:lnTo>
                <a:lnTo>
                  <a:pt x="36" y="221"/>
                </a:lnTo>
                <a:lnTo>
                  <a:pt x="35" y="221"/>
                </a:lnTo>
                <a:lnTo>
                  <a:pt x="34" y="222"/>
                </a:lnTo>
                <a:lnTo>
                  <a:pt x="33" y="223"/>
                </a:lnTo>
                <a:lnTo>
                  <a:pt x="33" y="224"/>
                </a:lnTo>
                <a:lnTo>
                  <a:pt x="32" y="224"/>
                </a:lnTo>
                <a:lnTo>
                  <a:pt x="31" y="222"/>
                </a:lnTo>
                <a:lnTo>
                  <a:pt x="32" y="221"/>
                </a:lnTo>
                <a:lnTo>
                  <a:pt x="33" y="220"/>
                </a:lnTo>
                <a:lnTo>
                  <a:pt x="33" y="219"/>
                </a:lnTo>
                <a:lnTo>
                  <a:pt x="34" y="219"/>
                </a:lnTo>
                <a:lnTo>
                  <a:pt x="34" y="218"/>
                </a:lnTo>
                <a:lnTo>
                  <a:pt x="34" y="217"/>
                </a:lnTo>
                <a:lnTo>
                  <a:pt x="35" y="217"/>
                </a:lnTo>
                <a:lnTo>
                  <a:pt x="35" y="216"/>
                </a:lnTo>
                <a:lnTo>
                  <a:pt x="35" y="215"/>
                </a:lnTo>
                <a:lnTo>
                  <a:pt x="35" y="214"/>
                </a:lnTo>
                <a:lnTo>
                  <a:pt x="35" y="213"/>
                </a:lnTo>
                <a:lnTo>
                  <a:pt x="36" y="213"/>
                </a:lnTo>
                <a:lnTo>
                  <a:pt x="36" y="212"/>
                </a:lnTo>
                <a:lnTo>
                  <a:pt x="35" y="212"/>
                </a:lnTo>
                <a:lnTo>
                  <a:pt x="35" y="211"/>
                </a:lnTo>
                <a:lnTo>
                  <a:pt x="34" y="211"/>
                </a:lnTo>
                <a:lnTo>
                  <a:pt x="33" y="211"/>
                </a:lnTo>
                <a:lnTo>
                  <a:pt x="33" y="210"/>
                </a:lnTo>
                <a:lnTo>
                  <a:pt x="30" y="210"/>
                </a:lnTo>
                <a:lnTo>
                  <a:pt x="30" y="209"/>
                </a:lnTo>
                <a:lnTo>
                  <a:pt x="30" y="208"/>
                </a:lnTo>
                <a:lnTo>
                  <a:pt x="30" y="207"/>
                </a:lnTo>
                <a:lnTo>
                  <a:pt x="31" y="207"/>
                </a:lnTo>
                <a:lnTo>
                  <a:pt x="32" y="207"/>
                </a:lnTo>
                <a:lnTo>
                  <a:pt x="32" y="206"/>
                </a:lnTo>
                <a:lnTo>
                  <a:pt x="31" y="206"/>
                </a:lnTo>
                <a:lnTo>
                  <a:pt x="31" y="205"/>
                </a:lnTo>
                <a:lnTo>
                  <a:pt x="30" y="203"/>
                </a:lnTo>
                <a:lnTo>
                  <a:pt x="30" y="201"/>
                </a:lnTo>
                <a:lnTo>
                  <a:pt x="30" y="200"/>
                </a:lnTo>
                <a:lnTo>
                  <a:pt x="29" y="199"/>
                </a:lnTo>
                <a:lnTo>
                  <a:pt x="29" y="198"/>
                </a:lnTo>
                <a:lnTo>
                  <a:pt x="29" y="197"/>
                </a:lnTo>
                <a:lnTo>
                  <a:pt x="28" y="197"/>
                </a:lnTo>
                <a:lnTo>
                  <a:pt x="28" y="196"/>
                </a:lnTo>
                <a:lnTo>
                  <a:pt x="28" y="195"/>
                </a:lnTo>
                <a:lnTo>
                  <a:pt x="27" y="194"/>
                </a:lnTo>
                <a:lnTo>
                  <a:pt x="28" y="193"/>
                </a:lnTo>
                <a:lnTo>
                  <a:pt x="29" y="193"/>
                </a:lnTo>
                <a:lnTo>
                  <a:pt x="29" y="192"/>
                </a:lnTo>
                <a:lnTo>
                  <a:pt x="28" y="190"/>
                </a:lnTo>
                <a:lnTo>
                  <a:pt x="27" y="189"/>
                </a:lnTo>
                <a:lnTo>
                  <a:pt x="27" y="188"/>
                </a:lnTo>
                <a:lnTo>
                  <a:pt x="26" y="186"/>
                </a:lnTo>
                <a:lnTo>
                  <a:pt x="26" y="185"/>
                </a:lnTo>
                <a:lnTo>
                  <a:pt x="25" y="185"/>
                </a:lnTo>
                <a:lnTo>
                  <a:pt x="24" y="185"/>
                </a:lnTo>
                <a:lnTo>
                  <a:pt x="22" y="185"/>
                </a:lnTo>
                <a:lnTo>
                  <a:pt x="21" y="185"/>
                </a:lnTo>
                <a:lnTo>
                  <a:pt x="20" y="184"/>
                </a:lnTo>
                <a:lnTo>
                  <a:pt x="20" y="183"/>
                </a:lnTo>
                <a:lnTo>
                  <a:pt x="19" y="183"/>
                </a:lnTo>
                <a:lnTo>
                  <a:pt x="18" y="183"/>
                </a:lnTo>
                <a:lnTo>
                  <a:pt x="18" y="184"/>
                </a:lnTo>
                <a:lnTo>
                  <a:pt x="19" y="184"/>
                </a:lnTo>
                <a:lnTo>
                  <a:pt x="19" y="185"/>
                </a:lnTo>
                <a:lnTo>
                  <a:pt x="16" y="186"/>
                </a:lnTo>
                <a:lnTo>
                  <a:pt x="17" y="187"/>
                </a:lnTo>
                <a:lnTo>
                  <a:pt x="16" y="187"/>
                </a:lnTo>
                <a:lnTo>
                  <a:pt x="15" y="187"/>
                </a:lnTo>
                <a:lnTo>
                  <a:pt x="14" y="187"/>
                </a:lnTo>
                <a:lnTo>
                  <a:pt x="13" y="187"/>
                </a:lnTo>
                <a:lnTo>
                  <a:pt x="13" y="188"/>
                </a:lnTo>
                <a:lnTo>
                  <a:pt x="12" y="187"/>
                </a:lnTo>
                <a:lnTo>
                  <a:pt x="11" y="187"/>
                </a:lnTo>
                <a:lnTo>
                  <a:pt x="10" y="186"/>
                </a:lnTo>
                <a:lnTo>
                  <a:pt x="10" y="185"/>
                </a:lnTo>
                <a:lnTo>
                  <a:pt x="10" y="184"/>
                </a:lnTo>
                <a:lnTo>
                  <a:pt x="10" y="183"/>
                </a:lnTo>
                <a:lnTo>
                  <a:pt x="10" y="182"/>
                </a:lnTo>
                <a:lnTo>
                  <a:pt x="9" y="182"/>
                </a:lnTo>
                <a:lnTo>
                  <a:pt x="9" y="181"/>
                </a:lnTo>
                <a:lnTo>
                  <a:pt x="8" y="180"/>
                </a:lnTo>
                <a:lnTo>
                  <a:pt x="8" y="179"/>
                </a:lnTo>
                <a:lnTo>
                  <a:pt x="8" y="178"/>
                </a:lnTo>
                <a:lnTo>
                  <a:pt x="8" y="175"/>
                </a:lnTo>
                <a:lnTo>
                  <a:pt x="9" y="174"/>
                </a:lnTo>
                <a:lnTo>
                  <a:pt x="8" y="173"/>
                </a:lnTo>
                <a:lnTo>
                  <a:pt x="7" y="172"/>
                </a:lnTo>
                <a:lnTo>
                  <a:pt x="6" y="171"/>
                </a:lnTo>
                <a:lnTo>
                  <a:pt x="4" y="171"/>
                </a:lnTo>
                <a:lnTo>
                  <a:pt x="3" y="171"/>
                </a:lnTo>
                <a:lnTo>
                  <a:pt x="3" y="170"/>
                </a:lnTo>
                <a:lnTo>
                  <a:pt x="3" y="171"/>
                </a:lnTo>
                <a:lnTo>
                  <a:pt x="2" y="171"/>
                </a:lnTo>
                <a:lnTo>
                  <a:pt x="1" y="171"/>
                </a:lnTo>
                <a:lnTo>
                  <a:pt x="0" y="171"/>
                </a:lnTo>
                <a:lnTo>
                  <a:pt x="0" y="170"/>
                </a:lnTo>
                <a:lnTo>
                  <a:pt x="0" y="169"/>
                </a:lnTo>
                <a:lnTo>
                  <a:pt x="1" y="169"/>
                </a:lnTo>
                <a:lnTo>
                  <a:pt x="1" y="168"/>
                </a:lnTo>
                <a:lnTo>
                  <a:pt x="2" y="167"/>
                </a:lnTo>
                <a:lnTo>
                  <a:pt x="2" y="166"/>
                </a:lnTo>
                <a:lnTo>
                  <a:pt x="2" y="165"/>
                </a:lnTo>
                <a:lnTo>
                  <a:pt x="3" y="164"/>
                </a:lnTo>
                <a:lnTo>
                  <a:pt x="3" y="163"/>
                </a:lnTo>
                <a:lnTo>
                  <a:pt x="4" y="163"/>
                </a:lnTo>
                <a:lnTo>
                  <a:pt x="5" y="163"/>
                </a:lnTo>
                <a:lnTo>
                  <a:pt x="6" y="163"/>
                </a:lnTo>
                <a:lnTo>
                  <a:pt x="7" y="163"/>
                </a:lnTo>
                <a:lnTo>
                  <a:pt x="8" y="163"/>
                </a:lnTo>
                <a:lnTo>
                  <a:pt x="8" y="162"/>
                </a:lnTo>
                <a:lnTo>
                  <a:pt x="9" y="162"/>
                </a:lnTo>
                <a:lnTo>
                  <a:pt x="11" y="161"/>
                </a:lnTo>
                <a:lnTo>
                  <a:pt x="15" y="161"/>
                </a:lnTo>
                <a:lnTo>
                  <a:pt x="17" y="161"/>
                </a:lnTo>
                <a:lnTo>
                  <a:pt x="18" y="161"/>
                </a:lnTo>
                <a:lnTo>
                  <a:pt x="19" y="161"/>
                </a:lnTo>
                <a:lnTo>
                  <a:pt x="20" y="161"/>
                </a:lnTo>
                <a:lnTo>
                  <a:pt x="21" y="161"/>
                </a:lnTo>
                <a:lnTo>
                  <a:pt x="22" y="161"/>
                </a:lnTo>
                <a:lnTo>
                  <a:pt x="23" y="160"/>
                </a:lnTo>
                <a:lnTo>
                  <a:pt x="24" y="160"/>
                </a:lnTo>
                <a:lnTo>
                  <a:pt x="26" y="160"/>
                </a:lnTo>
                <a:lnTo>
                  <a:pt x="27" y="159"/>
                </a:lnTo>
                <a:lnTo>
                  <a:pt x="27" y="158"/>
                </a:lnTo>
                <a:lnTo>
                  <a:pt x="29" y="158"/>
                </a:lnTo>
                <a:lnTo>
                  <a:pt x="29" y="159"/>
                </a:lnTo>
                <a:lnTo>
                  <a:pt x="30" y="159"/>
                </a:lnTo>
                <a:lnTo>
                  <a:pt x="30" y="158"/>
                </a:lnTo>
                <a:lnTo>
                  <a:pt x="31" y="157"/>
                </a:lnTo>
                <a:lnTo>
                  <a:pt x="31" y="156"/>
                </a:lnTo>
                <a:lnTo>
                  <a:pt x="30" y="156"/>
                </a:lnTo>
                <a:lnTo>
                  <a:pt x="31" y="156"/>
                </a:lnTo>
                <a:lnTo>
                  <a:pt x="30" y="155"/>
                </a:lnTo>
                <a:lnTo>
                  <a:pt x="31" y="155"/>
                </a:lnTo>
                <a:lnTo>
                  <a:pt x="31" y="156"/>
                </a:lnTo>
                <a:lnTo>
                  <a:pt x="32" y="156"/>
                </a:lnTo>
                <a:lnTo>
                  <a:pt x="32" y="155"/>
                </a:lnTo>
                <a:lnTo>
                  <a:pt x="33" y="155"/>
                </a:lnTo>
                <a:lnTo>
                  <a:pt x="34" y="155"/>
                </a:lnTo>
                <a:lnTo>
                  <a:pt x="35" y="155"/>
                </a:lnTo>
                <a:lnTo>
                  <a:pt x="35" y="154"/>
                </a:lnTo>
                <a:lnTo>
                  <a:pt x="35" y="153"/>
                </a:lnTo>
                <a:lnTo>
                  <a:pt x="36" y="153"/>
                </a:lnTo>
                <a:lnTo>
                  <a:pt x="36" y="152"/>
                </a:lnTo>
                <a:lnTo>
                  <a:pt x="35" y="152"/>
                </a:lnTo>
                <a:lnTo>
                  <a:pt x="35" y="151"/>
                </a:lnTo>
                <a:lnTo>
                  <a:pt x="34" y="151"/>
                </a:lnTo>
                <a:lnTo>
                  <a:pt x="34" y="150"/>
                </a:lnTo>
                <a:lnTo>
                  <a:pt x="35" y="150"/>
                </a:lnTo>
                <a:lnTo>
                  <a:pt x="34" y="150"/>
                </a:lnTo>
                <a:lnTo>
                  <a:pt x="34" y="149"/>
                </a:lnTo>
                <a:lnTo>
                  <a:pt x="34" y="148"/>
                </a:lnTo>
                <a:lnTo>
                  <a:pt x="33" y="148"/>
                </a:lnTo>
                <a:lnTo>
                  <a:pt x="34" y="147"/>
                </a:lnTo>
                <a:lnTo>
                  <a:pt x="33" y="146"/>
                </a:lnTo>
                <a:lnTo>
                  <a:pt x="33" y="145"/>
                </a:lnTo>
                <a:lnTo>
                  <a:pt x="32" y="141"/>
                </a:lnTo>
                <a:lnTo>
                  <a:pt x="31" y="140"/>
                </a:lnTo>
                <a:lnTo>
                  <a:pt x="31" y="139"/>
                </a:lnTo>
                <a:lnTo>
                  <a:pt x="31" y="138"/>
                </a:lnTo>
                <a:lnTo>
                  <a:pt x="30" y="138"/>
                </a:lnTo>
                <a:lnTo>
                  <a:pt x="30" y="137"/>
                </a:lnTo>
                <a:lnTo>
                  <a:pt x="31" y="137"/>
                </a:lnTo>
                <a:lnTo>
                  <a:pt x="31" y="136"/>
                </a:lnTo>
                <a:lnTo>
                  <a:pt x="30" y="136"/>
                </a:lnTo>
                <a:lnTo>
                  <a:pt x="30" y="135"/>
                </a:lnTo>
                <a:lnTo>
                  <a:pt x="30" y="131"/>
                </a:lnTo>
                <a:lnTo>
                  <a:pt x="31" y="131"/>
                </a:lnTo>
                <a:lnTo>
                  <a:pt x="32" y="130"/>
                </a:lnTo>
                <a:lnTo>
                  <a:pt x="33" y="130"/>
                </a:lnTo>
                <a:lnTo>
                  <a:pt x="33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7"/>
                </a:lnTo>
                <a:lnTo>
                  <a:pt x="33" y="126"/>
                </a:lnTo>
                <a:lnTo>
                  <a:pt x="33" y="125"/>
                </a:lnTo>
                <a:lnTo>
                  <a:pt x="33" y="126"/>
                </a:lnTo>
                <a:lnTo>
                  <a:pt x="34" y="126"/>
                </a:lnTo>
                <a:lnTo>
                  <a:pt x="35" y="128"/>
                </a:lnTo>
                <a:lnTo>
                  <a:pt x="36" y="129"/>
                </a:lnTo>
                <a:lnTo>
                  <a:pt x="37" y="129"/>
                </a:lnTo>
                <a:lnTo>
                  <a:pt x="37" y="128"/>
                </a:lnTo>
                <a:lnTo>
                  <a:pt x="38" y="126"/>
                </a:lnTo>
                <a:lnTo>
                  <a:pt x="39" y="126"/>
                </a:lnTo>
                <a:lnTo>
                  <a:pt x="40" y="126"/>
                </a:lnTo>
                <a:lnTo>
                  <a:pt x="40" y="127"/>
                </a:lnTo>
                <a:lnTo>
                  <a:pt x="41" y="127"/>
                </a:lnTo>
                <a:lnTo>
                  <a:pt x="42" y="127"/>
                </a:lnTo>
                <a:lnTo>
                  <a:pt x="43" y="127"/>
                </a:lnTo>
                <a:lnTo>
                  <a:pt x="43" y="128"/>
                </a:lnTo>
                <a:lnTo>
                  <a:pt x="44" y="127"/>
                </a:lnTo>
                <a:lnTo>
                  <a:pt x="45" y="127"/>
                </a:lnTo>
                <a:lnTo>
                  <a:pt x="45" y="126"/>
                </a:lnTo>
                <a:lnTo>
                  <a:pt x="46" y="125"/>
                </a:lnTo>
                <a:lnTo>
                  <a:pt x="45" y="124"/>
                </a:lnTo>
                <a:lnTo>
                  <a:pt x="45" y="125"/>
                </a:lnTo>
                <a:lnTo>
                  <a:pt x="44" y="124"/>
                </a:lnTo>
                <a:lnTo>
                  <a:pt x="44" y="123"/>
                </a:lnTo>
                <a:lnTo>
                  <a:pt x="44" y="122"/>
                </a:lnTo>
                <a:lnTo>
                  <a:pt x="43" y="122"/>
                </a:lnTo>
                <a:lnTo>
                  <a:pt x="42" y="120"/>
                </a:lnTo>
                <a:lnTo>
                  <a:pt x="42" y="121"/>
                </a:lnTo>
                <a:lnTo>
                  <a:pt x="41" y="121"/>
                </a:lnTo>
                <a:lnTo>
                  <a:pt x="42" y="122"/>
                </a:lnTo>
                <a:lnTo>
                  <a:pt x="41" y="122"/>
                </a:lnTo>
                <a:lnTo>
                  <a:pt x="40" y="122"/>
                </a:lnTo>
                <a:lnTo>
                  <a:pt x="40" y="121"/>
                </a:lnTo>
                <a:lnTo>
                  <a:pt x="39" y="120"/>
                </a:lnTo>
                <a:lnTo>
                  <a:pt x="39" y="119"/>
                </a:lnTo>
                <a:lnTo>
                  <a:pt x="39" y="118"/>
                </a:lnTo>
                <a:lnTo>
                  <a:pt x="40" y="117"/>
                </a:lnTo>
                <a:lnTo>
                  <a:pt x="40" y="116"/>
                </a:lnTo>
                <a:lnTo>
                  <a:pt x="39" y="116"/>
                </a:lnTo>
                <a:lnTo>
                  <a:pt x="39" y="115"/>
                </a:lnTo>
                <a:lnTo>
                  <a:pt x="39" y="114"/>
                </a:lnTo>
                <a:lnTo>
                  <a:pt x="38" y="114"/>
                </a:lnTo>
                <a:lnTo>
                  <a:pt x="37" y="114"/>
                </a:lnTo>
                <a:lnTo>
                  <a:pt x="36" y="114"/>
                </a:lnTo>
                <a:lnTo>
                  <a:pt x="36" y="113"/>
                </a:lnTo>
                <a:lnTo>
                  <a:pt x="37" y="113"/>
                </a:lnTo>
                <a:lnTo>
                  <a:pt x="36" y="113"/>
                </a:lnTo>
                <a:lnTo>
                  <a:pt x="35" y="113"/>
                </a:lnTo>
                <a:lnTo>
                  <a:pt x="34" y="113"/>
                </a:lnTo>
                <a:lnTo>
                  <a:pt x="34" y="112"/>
                </a:lnTo>
                <a:lnTo>
                  <a:pt x="34" y="111"/>
                </a:lnTo>
                <a:lnTo>
                  <a:pt x="34" y="110"/>
                </a:lnTo>
                <a:lnTo>
                  <a:pt x="35" y="110"/>
                </a:lnTo>
                <a:lnTo>
                  <a:pt x="36" y="109"/>
                </a:lnTo>
                <a:lnTo>
                  <a:pt x="35" y="109"/>
                </a:lnTo>
                <a:lnTo>
                  <a:pt x="35" y="108"/>
                </a:lnTo>
                <a:lnTo>
                  <a:pt x="36" y="107"/>
                </a:lnTo>
                <a:lnTo>
                  <a:pt x="37" y="107"/>
                </a:lnTo>
                <a:lnTo>
                  <a:pt x="40" y="105"/>
                </a:lnTo>
                <a:lnTo>
                  <a:pt x="40" y="104"/>
                </a:lnTo>
                <a:lnTo>
                  <a:pt x="39" y="104"/>
                </a:lnTo>
                <a:lnTo>
                  <a:pt x="39" y="103"/>
                </a:lnTo>
                <a:lnTo>
                  <a:pt x="40" y="102"/>
                </a:lnTo>
                <a:lnTo>
                  <a:pt x="40" y="101"/>
                </a:lnTo>
                <a:lnTo>
                  <a:pt x="40" y="100"/>
                </a:lnTo>
                <a:lnTo>
                  <a:pt x="41" y="100"/>
                </a:lnTo>
                <a:lnTo>
                  <a:pt x="41" y="99"/>
                </a:lnTo>
                <a:lnTo>
                  <a:pt x="40" y="99"/>
                </a:lnTo>
                <a:lnTo>
                  <a:pt x="39" y="99"/>
                </a:lnTo>
                <a:lnTo>
                  <a:pt x="39" y="98"/>
                </a:lnTo>
                <a:lnTo>
                  <a:pt x="39" y="97"/>
                </a:lnTo>
                <a:lnTo>
                  <a:pt x="40" y="97"/>
                </a:lnTo>
                <a:lnTo>
                  <a:pt x="40" y="96"/>
                </a:lnTo>
                <a:lnTo>
                  <a:pt x="41" y="96"/>
                </a:lnTo>
                <a:lnTo>
                  <a:pt x="42" y="96"/>
                </a:lnTo>
                <a:lnTo>
                  <a:pt x="42" y="95"/>
                </a:lnTo>
                <a:lnTo>
                  <a:pt x="41" y="95"/>
                </a:lnTo>
                <a:lnTo>
                  <a:pt x="40" y="95"/>
                </a:lnTo>
                <a:lnTo>
                  <a:pt x="39" y="95"/>
                </a:lnTo>
                <a:lnTo>
                  <a:pt x="38" y="94"/>
                </a:lnTo>
                <a:lnTo>
                  <a:pt x="38" y="93"/>
                </a:lnTo>
                <a:lnTo>
                  <a:pt x="40" y="91"/>
                </a:lnTo>
                <a:lnTo>
                  <a:pt x="41" y="91"/>
                </a:lnTo>
                <a:lnTo>
                  <a:pt x="42" y="91"/>
                </a:lnTo>
                <a:lnTo>
                  <a:pt x="43" y="91"/>
                </a:lnTo>
                <a:lnTo>
                  <a:pt x="43" y="90"/>
                </a:lnTo>
                <a:lnTo>
                  <a:pt x="44" y="90"/>
                </a:lnTo>
                <a:lnTo>
                  <a:pt x="44" y="89"/>
                </a:lnTo>
                <a:lnTo>
                  <a:pt x="45" y="88"/>
                </a:lnTo>
                <a:lnTo>
                  <a:pt x="45" y="87"/>
                </a:lnTo>
                <a:lnTo>
                  <a:pt x="46" y="87"/>
                </a:lnTo>
                <a:lnTo>
                  <a:pt x="46" y="86"/>
                </a:lnTo>
                <a:lnTo>
                  <a:pt x="47" y="86"/>
                </a:lnTo>
                <a:lnTo>
                  <a:pt x="47" y="85"/>
                </a:lnTo>
                <a:lnTo>
                  <a:pt x="48" y="84"/>
                </a:lnTo>
                <a:lnTo>
                  <a:pt x="49" y="84"/>
                </a:lnTo>
                <a:lnTo>
                  <a:pt x="48" y="84"/>
                </a:lnTo>
                <a:lnTo>
                  <a:pt x="48" y="85"/>
                </a:lnTo>
                <a:lnTo>
                  <a:pt x="49" y="85"/>
                </a:lnTo>
                <a:lnTo>
                  <a:pt x="50" y="84"/>
                </a:lnTo>
                <a:lnTo>
                  <a:pt x="51" y="84"/>
                </a:lnTo>
                <a:lnTo>
                  <a:pt x="51" y="83"/>
                </a:lnTo>
                <a:lnTo>
                  <a:pt x="51" y="82"/>
                </a:lnTo>
                <a:lnTo>
                  <a:pt x="52" y="81"/>
                </a:lnTo>
                <a:lnTo>
                  <a:pt x="52" y="80"/>
                </a:lnTo>
                <a:lnTo>
                  <a:pt x="53" y="80"/>
                </a:lnTo>
                <a:lnTo>
                  <a:pt x="53" y="81"/>
                </a:lnTo>
                <a:lnTo>
                  <a:pt x="53" y="82"/>
                </a:lnTo>
                <a:lnTo>
                  <a:pt x="54" y="83"/>
                </a:lnTo>
                <a:lnTo>
                  <a:pt x="56" y="83"/>
                </a:lnTo>
                <a:lnTo>
                  <a:pt x="56" y="82"/>
                </a:lnTo>
                <a:lnTo>
                  <a:pt x="57" y="81"/>
                </a:lnTo>
                <a:lnTo>
                  <a:pt x="58" y="81"/>
                </a:lnTo>
                <a:lnTo>
                  <a:pt x="59" y="81"/>
                </a:lnTo>
                <a:lnTo>
                  <a:pt x="59" y="80"/>
                </a:lnTo>
                <a:lnTo>
                  <a:pt x="60" y="80"/>
                </a:lnTo>
                <a:lnTo>
                  <a:pt x="61" y="80"/>
                </a:lnTo>
                <a:lnTo>
                  <a:pt x="62" y="80"/>
                </a:lnTo>
                <a:lnTo>
                  <a:pt x="62" y="79"/>
                </a:lnTo>
                <a:lnTo>
                  <a:pt x="62" y="78"/>
                </a:lnTo>
                <a:lnTo>
                  <a:pt x="63" y="77"/>
                </a:lnTo>
                <a:lnTo>
                  <a:pt x="62" y="77"/>
                </a:lnTo>
                <a:lnTo>
                  <a:pt x="63" y="76"/>
                </a:lnTo>
                <a:lnTo>
                  <a:pt x="64" y="76"/>
                </a:lnTo>
                <a:lnTo>
                  <a:pt x="65" y="77"/>
                </a:lnTo>
                <a:lnTo>
                  <a:pt x="66" y="77"/>
                </a:lnTo>
                <a:lnTo>
                  <a:pt x="67" y="75"/>
                </a:lnTo>
                <a:lnTo>
                  <a:pt x="69" y="73"/>
                </a:lnTo>
                <a:lnTo>
                  <a:pt x="70" y="72"/>
                </a:lnTo>
                <a:lnTo>
                  <a:pt x="72" y="70"/>
                </a:lnTo>
                <a:lnTo>
                  <a:pt x="73" y="69"/>
                </a:lnTo>
                <a:lnTo>
                  <a:pt x="74" y="67"/>
                </a:lnTo>
                <a:lnTo>
                  <a:pt x="75" y="66"/>
                </a:lnTo>
                <a:lnTo>
                  <a:pt x="75" y="65"/>
                </a:lnTo>
                <a:lnTo>
                  <a:pt x="74" y="65"/>
                </a:lnTo>
                <a:lnTo>
                  <a:pt x="73" y="64"/>
                </a:lnTo>
                <a:lnTo>
                  <a:pt x="68" y="62"/>
                </a:lnTo>
                <a:lnTo>
                  <a:pt x="67" y="61"/>
                </a:lnTo>
                <a:lnTo>
                  <a:pt x="66" y="61"/>
                </a:lnTo>
                <a:lnTo>
                  <a:pt x="65" y="60"/>
                </a:lnTo>
                <a:lnTo>
                  <a:pt x="64" y="60"/>
                </a:lnTo>
                <a:lnTo>
                  <a:pt x="62" y="59"/>
                </a:lnTo>
                <a:lnTo>
                  <a:pt x="61" y="58"/>
                </a:lnTo>
                <a:lnTo>
                  <a:pt x="59" y="55"/>
                </a:lnTo>
                <a:lnTo>
                  <a:pt x="58" y="54"/>
                </a:lnTo>
                <a:lnTo>
                  <a:pt x="57" y="54"/>
                </a:lnTo>
                <a:lnTo>
                  <a:pt x="57" y="53"/>
                </a:lnTo>
                <a:lnTo>
                  <a:pt x="56" y="53"/>
                </a:lnTo>
                <a:lnTo>
                  <a:pt x="55" y="52"/>
                </a:lnTo>
                <a:lnTo>
                  <a:pt x="52" y="49"/>
                </a:lnTo>
                <a:lnTo>
                  <a:pt x="51" y="48"/>
                </a:lnTo>
                <a:lnTo>
                  <a:pt x="50" y="47"/>
                </a:lnTo>
                <a:lnTo>
                  <a:pt x="49" y="47"/>
                </a:lnTo>
                <a:lnTo>
                  <a:pt x="47" y="45"/>
                </a:lnTo>
                <a:lnTo>
                  <a:pt x="44" y="44"/>
                </a:lnTo>
                <a:lnTo>
                  <a:pt x="43" y="43"/>
                </a:lnTo>
                <a:lnTo>
                  <a:pt x="41" y="42"/>
                </a:lnTo>
                <a:lnTo>
                  <a:pt x="40" y="41"/>
                </a:lnTo>
                <a:lnTo>
                  <a:pt x="39" y="41"/>
                </a:lnTo>
                <a:lnTo>
                  <a:pt x="37" y="38"/>
                </a:lnTo>
                <a:lnTo>
                  <a:pt x="36" y="38"/>
                </a:lnTo>
                <a:lnTo>
                  <a:pt x="34" y="37"/>
                </a:lnTo>
                <a:lnTo>
                  <a:pt x="33" y="36"/>
                </a:lnTo>
                <a:lnTo>
                  <a:pt x="31" y="35"/>
                </a:lnTo>
                <a:lnTo>
                  <a:pt x="28" y="34"/>
                </a:lnTo>
                <a:lnTo>
                  <a:pt x="26" y="33"/>
                </a:lnTo>
                <a:lnTo>
                  <a:pt x="25" y="32"/>
                </a:lnTo>
                <a:lnTo>
                  <a:pt x="23" y="30"/>
                </a:lnTo>
                <a:lnTo>
                  <a:pt x="22" y="30"/>
                </a:lnTo>
                <a:lnTo>
                  <a:pt x="22" y="29"/>
                </a:lnTo>
                <a:lnTo>
                  <a:pt x="21" y="29"/>
                </a:lnTo>
                <a:lnTo>
                  <a:pt x="20" y="28"/>
                </a:lnTo>
                <a:lnTo>
                  <a:pt x="21" y="27"/>
                </a:lnTo>
                <a:lnTo>
                  <a:pt x="24" y="23"/>
                </a:lnTo>
                <a:lnTo>
                  <a:pt x="25" y="23"/>
                </a:lnTo>
                <a:lnTo>
                  <a:pt x="27" y="21"/>
                </a:lnTo>
                <a:lnTo>
                  <a:pt x="27" y="19"/>
                </a:lnTo>
                <a:lnTo>
                  <a:pt x="29" y="17"/>
                </a:lnTo>
                <a:lnTo>
                  <a:pt x="30" y="16"/>
                </a:lnTo>
                <a:lnTo>
                  <a:pt x="31" y="15"/>
                </a:lnTo>
                <a:lnTo>
                  <a:pt x="31" y="14"/>
                </a:lnTo>
                <a:lnTo>
                  <a:pt x="33" y="12"/>
                </a:lnTo>
                <a:lnTo>
                  <a:pt x="35" y="10"/>
                </a:lnTo>
                <a:lnTo>
                  <a:pt x="38" y="8"/>
                </a:lnTo>
                <a:lnTo>
                  <a:pt x="38" y="7"/>
                </a:lnTo>
                <a:lnTo>
                  <a:pt x="41" y="6"/>
                </a:lnTo>
                <a:lnTo>
                  <a:pt x="42" y="5"/>
                </a:lnTo>
                <a:lnTo>
                  <a:pt x="46" y="2"/>
                </a:lnTo>
                <a:lnTo>
                  <a:pt x="47" y="1"/>
                </a:lnTo>
                <a:lnTo>
                  <a:pt x="49" y="1"/>
                </a:lnTo>
                <a:lnTo>
                  <a:pt x="51" y="0"/>
                </a:lnTo>
                <a:lnTo>
                  <a:pt x="53" y="1"/>
                </a:lnTo>
                <a:lnTo>
                  <a:pt x="55" y="1"/>
                </a:lnTo>
                <a:lnTo>
                  <a:pt x="56" y="2"/>
                </a:lnTo>
                <a:lnTo>
                  <a:pt x="59" y="2"/>
                </a:lnTo>
                <a:lnTo>
                  <a:pt x="62" y="3"/>
                </a:lnTo>
                <a:lnTo>
                  <a:pt x="63" y="3"/>
                </a:lnTo>
                <a:lnTo>
                  <a:pt x="66" y="6"/>
                </a:lnTo>
                <a:lnTo>
                  <a:pt x="66" y="7"/>
                </a:lnTo>
                <a:lnTo>
                  <a:pt x="67" y="7"/>
                </a:lnTo>
                <a:lnTo>
                  <a:pt x="69" y="10"/>
                </a:lnTo>
                <a:lnTo>
                  <a:pt x="70" y="10"/>
                </a:lnTo>
                <a:lnTo>
                  <a:pt x="71" y="11"/>
                </a:lnTo>
                <a:lnTo>
                  <a:pt x="72" y="12"/>
                </a:lnTo>
                <a:lnTo>
                  <a:pt x="71" y="12"/>
                </a:lnTo>
                <a:lnTo>
                  <a:pt x="71" y="13"/>
                </a:lnTo>
                <a:lnTo>
                  <a:pt x="72" y="14"/>
                </a:lnTo>
                <a:lnTo>
                  <a:pt x="72" y="15"/>
                </a:lnTo>
                <a:lnTo>
                  <a:pt x="73" y="15"/>
                </a:lnTo>
                <a:lnTo>
                  <a:pt x="73" y="16"/>
                </a:lnTo>
                <a:lnTo>
                  <a:pt x="74" y="16"/>
                </a:lnTo>
                <a:lnTo>
                  <a:pt x="75" y="17"/>
                </a:lnTo>
                <a:lnTo>
                  <a:pt x="76" y="18"/>
                </a:lnTo>
                <a:lnTo>
                  <a:pt x="78" y="18"/>
                </a:lnTo>
                <a:lnTo>
                  <a:pt x="79" y="18"/>
                </a:lnTo>
                <a:lnTo>
                  <a:pt x="79" y="19"/>
                </a:lnTo>
                <a:lnTo>
                  <a:pt x="80" y="19"/>
                </a:lnTo>
                <a:lnTo>
                  <a:pt x="81" y="19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" name=""/>
          <p:cNvSpPr/>
          <p:nvPr/>
        </p:nvSpPr>
        <p:spPr>
          <a:xfrm>
            <a:off x="5261400" y="18018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1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" name=""/>
          <p:cNvSpPr/>
          <p:nvPr/>
        </p:nvSpPr>
        <p:spPr>
          <a:xfrm>
            <a:off x="4937040" y="1630800"/>
            <a:ext cx="366840" cy="310680"/>
          </a:xfrm>
          <a:custGeom>
            <a:avLst/>
            <a:gdLst/>
            <a:ahLst/>
            <a:rect l="0" t="0" r="r" b="b"/>
            <a:pathLst>
              <a:path w="1019" h="863">
                <a:moveTo>
                  <a:pt x="463" y="0"/>
                </a:moveTo>
                <a:lnTo>
                  <a:pt x="464" y="0"/>
                </a:lnTo>
                <a:lnTo>
                  <a:pt x="466" y="1"/>
                </a:lnTo>
                <a:lnTo>
                  <a:pt x="467" y="1"/>
                </a:lnTo>
                <a:lnTo>
                  <a:pt x="468" y="1"/>
                </a:lnTo>
                <a:lnTo>
                  <a:pt x="469" y="1"/>
                </a:lnTo>
                <a:lnTo>
                  <a:pt x="470" y="1"/>
                </a:lnTo>
                <a:lnTo>
                  <a:pt x="470" y="2"/>
                </a:lnTo>
                <a:lnTo>
                  <a:pt x="470" y="3"/>
                </a:lnTo>
                <a:lnTo>
                  <a:pt x="471" y="4"/>
                </a:lnTo>
                <a:lnTo>
                  <a:pt x="472" y="5"/>
                </a:lnTo>
                <a:lnTo>
                  <a:pt x="472" y="6"/>
                </a:lnTo>
                <a:lnTo>
                  <a:pt x="473" y="7"/>
                </a:lnTo>
                <a:lnTo>
                  <a:pt x="472" y="8"/>
                </a:lnTo>
                <a:lnTo>
                  <a:pt x="470" y="9"/>
                </a:lnTo>
                <a:lnTo>
                  <a:pt x="469" y="10"/>
                </a:lnTo>
                <a:lnTo>
                  <a:pt x="467" y="11"/>
                </a:lnTo>
                <a:lnTo>
                  <a:pt x="467" y="12"/>
                </a:lnTo>
                <a:lnTo>
                  <a:pt x="465" y="14"/>
                </a:lnTo>
                <a:lnTo>
                  <a:pt x="464" y="13"/>
                </a:lnTo>
                <a:lnTo>
                  <a:pt x="464" y="14"/>
                </a:lnTo>
                <a:lnTo>
                  <a:pt x="463" y="14"/>
                </a:lnTo>
                <a:lnTo>
                  <a:pt x="463" y="15"/>
                </a:lnTo>
                <a:lnTo>
                  <a:pt x="462" y="16"/>
                </a:lnTo>
                <a:lnTo>
                  <a:pt x="462" y="18"/>
                </a:lnTo>
                <a:lnTo>
                  <a:pt x="461" y="18"/>
                </a:lnTo>
                <a:lnTo>
                  <a:pt x="460" y="21"/>
                </a:lnTo>
                <a:lnTo>
                  <a:pt x="460" y="22"/>
                </a:lnTo>
                <a:lnTo>
                  <a:pt x="460" y="24"/>
                </a:lnTo>
                <a:lnTo>
                  <a:pt x="460" y="25"/>
                </a:lnTo>
                <a:lnTo>
                  <a:pt x="460" y="26"/>
                </a:lnTo>
                <a:lnTo>
                  <a:pt x="460" y="27"/>
                </a:lnTo>
                <a:lnTo>
                  <a:pt x="460" y="30"/>
                </a:lnTo>
                <a:lnTo>
                  <a:pt x="460" y="32"/>
                </a:lnTo>
                <a:lnTo>
                  <a:pt x="460" y="36"/>
                </a:lnTo>
                <a:lnTo>
                  <a:pt x="460" y="37"/>
                </a:lnTo>
                <a:lnTo>
                  <a:pt x="461" y="39"/>
                </a:lnTo>
                <a:lnTo>
                  <a:pt x="461" y="41"/>
                </a:lnTo>
                <a:lnTo>
                  <a:pt x="462" y="43"/>
                </a:lnTo>
                <a:lnTo>
                  <a:pt x="461" y="43"/>
                </a:lnTo>
                <a:lnTo>
                  <a:pt x="461" y="44"/>
                </a:lnTo>
                <a:lnTo>
                  <a:pt x="462" y="44"/>
                </a:lnTo>
                <a:lnTo>
                  <a:pt x="462" y="45"/>
                </a:lnTo>
                <a:lnTo>
                  <a:pt x="462" y="47"/>
                </a:lnTo>
                <a:lnTo>
                  <a:pt x="462" y="48"/>
                </a:lnTo>
                <a:lnTo>
                  <a:pt x="461" y="49"/>
                </a:lnTo>
                <a:lnTo>
                  <a:pt x="462" y="49"/>
                </a:lnTo>
                <a:lnTo>
                  <a:pt x="462" y="50"/>
                </a:lnTo>
                <a:lnTo>
                  <a:pt x="461" y="50"/>
                </a:lnTo>
                <a:lnTo>
                  <a:pt x="460" y="50"/>
                </a:lnTo>
                <a:lnTo>
                  <a:pt x="461" y="50"/>
                </a:lnTo>
                <a:lnTo>
                  <a:pt x="461" y="51"/>
                </a:lnTo>
                <a:lnTo>
                  <a:pt x="463" y="51"/>
                </a:lnTo>
                <a:lnTo>
                  <a:pt x="463" y="57"/>
                </a:lnTo>
                <a:lnTo>
                  <a:pt x="461" y="57"/>
                </a:lnTo>
                <a:lnTo>
                  <a:pt x="461" y="58"/>
                </a:lnTo>
                <a:lnTo>
                  <a:pt x="462" y="57"/>
                </a:lnTo>
                <a:lnTo>
                  <a:pt x="462" y="58"/>
                </a:lnTo>
                <a:lnTo>
                  <a:pt x="463" y="57"/>
                </a:lnTo>
                <a:lnTo>
                  <a:pt x="465" y="57"/>
                </a:lnTo>
                <a:lnTo>
                  <a:pt x="466" y="58"/>
                </a:lnTo>
                <a:lnTo>
                  <a:pt x="466" y="59"/>
                </a:lnTo>
                <a:lnTo>
                  <a:pt x="465" y="59"/>
                </a:lnTo>
                <a:lnTo>
                  <a:pt x="463" y="61"/>
                </a:lnTo>
                <a:lnTo>
                  <a:pt x="463" y="62"/>
                </a:lnTo>
                <a:lnTo>
                  <a:pt x="464" y="63"/>
                </a:lnTo>
                <a:lnTo>
                  <a:pt x="466" y="62"/>
                </a:lnTo>
                <a:lnTo>
                  <a:pt x="466" y="63"/>
                </a:lnTo>
                <a:lnTo>
                  <a:pt x="466" y="64"/>
                </a:lnTo>
                <a:lnTo>
                  <a:pt x="466" y="65"/>
                </a:lnTo>
                <a:lnTo>
                  <a:pt x="467" y="66"/>
                </a:lnTo>
                <a:lnTo>
                  <a:pt x="468" y="66"/>
                </a:lnTo>
                <a:lnTo>
                  <a:pt x="470" y="68"/>
                </a:lnTo>
                <a:lnTo>
                  <a:pt x="469" y="69"/>
                </a:lnTo>
                <a:lnTo>
                  <a:pt x="470" y="70"/>
                </a:lnTo>
                <a:lnTo>
                  <a:pt x="472" y="70"/>
                </a:lnTo>
                <a:lnTo>
                  <a:pt x="473" y="70"/>
                </a:lnTo>
                <a:lnTo>
                  <a:pt x="475" y="67"/>
                </a:lnTo>
                <a:lnTo>
                  <a:pt x="476" y="67"/>
                </a:lnTo>
                <a:lnTo>
                  <a:pt x="477" y="68"/>
                </a:lnTo>
                <a:lnTo>
                  <a:pt x="478" y="68"/>
                </a:lnTo>
                <a:lnTo>
                  <a:pt x="479" y="69"/>
                </a:lnTo>
                <a:lnTo>
                  <a:pt x="480" y="70"/>
                </a:lnTo>
                <a:lnTo>
                  <a:pt x="482" y="70"/>
                </a:lnTo>
                <a:lnTo>
                  <a:pt x="483" y="71"/>
                </a:lnTo>
                <a:lnTo>
                  <a:pt x="485" y="71"/>
                </a:lnTo>
                <a:lnTo>
                  <a:pt x="486" y="71"/>
                </a:lnTo>
                <a:lnTo>
                  <a:pt x="487" y="72"/>
                </a:lnTo>
                <a:lnTo>
                  <a:pt x="488" y="72"/>
                </a:lnTo>
                <a:lnTo>
                  <a:pt x="489" y="72"/>
                </a:lnTo>
                <a:lnTo>
                  <a:pt x="490" y="72"/>
                </a:lnTo>
                <a:lnTo>
                  <a:pt x="490" y="71"/>
                </a:lnTo>
                <a:lnTo>
                  <a:pt x="491" y="71"/>
                </a:lnTo>
                <a:lnTo>
                  <a:pt x="493" y="71"/>
                </a:lnTo>
                <a:lnTo>
                  <a:pt x="494" y="71"/>
                </a:lnTo>
                <a:lnTo>
                  <a:pt x="495" y="73"/>
                </a:lnTo>
                <a:lnTo>
                  <a:pt x="495" y="74"/>
                </a:lnTo>
                <a:lnTo>
                  <a:pt x="496" y="74"/>
                </a:lnTo>
                <a:lnTo>
                  <a:pt x="497" y="74"/>
                </a:lnTo>
                <a:lnTo>
                  <a:pt x="499" y="74"/>
                </a:lnTo>
                <a:lnTo>
                  <a:pt x="501" y="74"/>
                </a:lnTo>
                <a:lnTo>
                  <a:pt x="502" y="74"/>
                </a:lnTo>
                <a:lnTo>
                  <a:pt x="503" y="73"/>
                </a:lnTo>
                <a:lnTo>
                  <a:pt x="504" y="74"/>
                </a:lnTo>
                <a:lnTo>
                  <a:pt x="505" y="74"/>
                </a:lnTo>
                <a:lnTo>
                  <a:pt x="506" y="74"/>
                </a:lnTo>
                <a:lnTo>
                  <a:pt x="507" y="73"/>
                </a:lnTo>
                <a:lnTo>
                  <a:pt x="507" y="74"/>
                </a:lnTo>
                <a:lnTo>
                  <a:pt x="508" y="74"/>
                </a:lnTo>
                <a:lnTo>
                  <a:pt x="509" y="75"/>
                </a:lnTo>
                <a:lnTo>
                  <a:pt x="510" y="76"/>
                </a:lnTo>
                <a:lnTo>
                  <a:pt x="511" y="76"/>
                </a:lnTo>
                <a:lnTo>
                  <a:pt x="511" y="75"/>
                </a:lnTo>
                <a:lnTo>
                  <a:pt x="512" y="74"/>
                </a:lnTo>
                <a:lnTo>
                  <a:pt x="516" y="75"/>
                </a:lnTo>
                <a:lnTo>
                  <a:pt x="517" y="75"/>
                </a:lnTo>
                <a:lnTo>
                  <a:pt x="518" y="75"/>
                </a:lnTo>
                <a:lnTo>
                  <a:pt x="520" y="74"/>
                </a:lnTo>
                <a:lnTo>
                  <a:pt x="519" y="76"/>
                </a:lnTo>
                <a:lnTo>
                  <a:pt x="518" y="76"/>
                </a:lnTo>
                <a:lnTo>
                  <a:pt x="517" y="77"/>
                </a:lnTo>
                <a:lnTo>
                  <a:pt x="517" y="78"/>
                </a:lnTo>
                <a:lnTo>
                  <a:pt x="513" y="78"/>
                </a:lnTo>
                <a:lnTo>
                  <a:pt x="514" y="79"/>
                </a:lnTo>
                <a:lnTo>
                  <a:pt x="514" y="80"/>
                </a:lnTo>
                <a:lnTo>
                  <a:pt x="514" y="82"/>
                </a:lnTo>
                <a:lnTo>
                  <a:pt x="513" y="82"/>
                </a:lnTo>
                <a:lnTo>
                  <a:pt x="512" y="82"/>
                </a:lnTo>
                <a:lnTo>
                  <a:pt x="512" y="83"/>
                </a:lnTo>
                <a:lnTo>
                  <a:pt x="512" y="84"/>
                </a:lnTo>
                <a:lnTo>
                  <a:pt x="512" y="85"/>
                </a:lnTo>
                <a:lnTo>
                  <a:pt x="511" y="86"/>
                </a:lnTo>
                <a:lnTo>
                  <a:pt x="510" y="86"/>
                </a:lnTo>
                <a:lnTo>
                  <a:pt x="510" y="87"/>
                </a:lnTo>
                <a:lnTo>
                  <a:pt x="512" y="88"/>
                </a:lnTo>
                <a:lnTo>
                  <a:pt x="512" y="89"/>
                </a:lnTo>
                <a:lnTo>
                  <a:pt x="515" y="90"/>
                </a:lnTo>
                <a:lnTo>
                  <a:pt x="516" y="91"/>
                </a:lnTo>
                <a:lnTo>
                  <a:pt x="517" y="92"/>
                </a:lnTo>
                <a:lnTo>
                  <a:pt x="519" y="94"/>
                </a:lnTo>
                <a:lnTo>
                  <a:pt x="523" y="96"/>
                </a:lnTo>
                <a:lnTo>
                  <a:pt x="524" y="97"/>
                </a:lnTo>
                <a:lnTo>
                  <a:pt x="526" y="94"/>
                </a:lnTo>
                <a:lnTo>
                  <a:pt x="529" y="94"/>
                </a:lnTo>
                <a:lnTo>
                  <a:pt x="529" y="98"/>
                </a:lnTo>
                <a:lnTo>
                  <a:pt x="531" y="99"/>
                </a:lnTo>
                <a:lnTo>
                  <a:pt x="530" y="101"/>
                </a:lnTo>
                <a:lnTo>
                  <a:pt x="533" y="102"/>
                </a:lnTo>
                <a:lnTo>
                  <a:pt x="534" y="102"/>
                </a:lnTo>
                <a:lnTo>
                  <a:pt x="534" y="103"/>
                </a:lnTo>
                <a:lnTo>
                  <a:pt x="535" y="103"/>
                </a:lnTo>
                <a:lnTo>
                  <a:pt x="537" y="104"/>
                </a:lnTo>
                <a:lnTo>
                  <a:pt x="539" y="104"/>
                </a:lnTo>
                <a:lnTo>
                  <a:pt x="540" y="105"/>
                </a:lnTo>
                <a:lnTo>
                  <a:pt x="542" y="105"/>
                </a:lnTo>
                <a:lnTo>
                  <a:pt x="544" y="106"/>
                </a:lnTo>
                <a:lnTo>
                  <a:pt x="545" y="106"/>
                </a:lnTo>
                <a:lnTo>
                  <a:pt x="545" y="107"/>
                </a:lnTo>
                <a:lnTo>
                  <a:pt x="546" y="107"/>
                </a:lnTo>
                <a:lnTo>
                  <a:pt x="546" y="108"/>
                </a:lnTo>
                <a:lnTo>
                  <a:pt x="546" y="109"/>
                </a:lnTo>
                <a:lnTo>
                  <a:pt x="546" y="111"/>
                </a:lnTo>
                <a:lnTo>
                  <a:pt x="546" y="112"/>
                </a:lnTo>
                <a:lnTo>
                  <a:pt x="547" y="112"/>
                </a:lnTo>
                <a:lnTo>
                  <a:pt x="547" y="114"/>
                </a:lnTo>
                <a:lnTo>
                  <a:pt x="546" y="114"/>
                </a:lnTo>
                <a:lnTo>
                  <a:pt x="546" y="115"/>
                </a:lnTo>
                <a:lnTo>
                  <a:pt x="546" y="116"/>
                </a:lnTo>
                <a:lnTo>
                  <a:pt x="548" y="115"/>
                </a:lnTo>
                <a:lnTo>
                  <a:pt x="551" y="114"/>
                </a:lnTo>
                <a:lnTo>
                  <a:pt x="552" y="114"/>
                </a:lnTo>
                <a:lnTo>
                  <a:pt x="552" y="113"/>
                </a:lnTo>
                <a:lnTo>
                  <a:pt x="553" y="113"/>
                </a:lnTo>
                <a:lnTo>
                  <a:pt x="554" y="113"/>
                </a:lnTo>
                <a:lnTo>
                  <a:pt x="555" y="113"/>
                </a:lnTo>
                <a:lnTo>
                  <a:pt x="555" y="112"/>
                </a:lnTo>
                <a:lnTo>
                  <a:pt x="556" y="112"/>
                </a:lnTo>
                <a:lnTo>
                  <a:pt x="558" y="112"/>
                </a:lnTo>
                <a:lnTo>
                  <a:pt x="559" y="112"/>
                </a:lnTo>
                <a:lnTo>
                  <a:pt x="560" y="112"/>
                </a:lnTo>
                <a:lnTo>
                  <a:pt x="561" y="113"/>
                </a:lnTo>
                <a:lnTo>
                  <a:pt x="564" y="114"/>
                </a:lnTo>
                <a:lnTo>
                  <a:pt x="567" y="115"/>
                </a:lnTo>
                <a:lnTo>
                  <a:pt x="568" y="115"/>
                </a:lnTo>
                <a:lnTo>
                  <a:pt x="568" y="116"/>
                </a:lnTo>
                <a:lnTo>
                  <a:pt x="569" y="116"/>
                </a:lnTo>
                <a:lnTo>
                  <a:pt x="570" y="116"/>
                </a:lnTo>
                <a:lnTo>
                  <a:pt x="571" y="117"/>
                </a:lnTo>
                <a:lnTo>
                  <a:pt x="571" y="118"/>
                </a:lnTo>
                <a:lnTo>
                  <a:pt x="570" y="119"/>
                </a:lnTo>
                <a:lnTo>
                  <a:pt x="571" y="119"/>
                </a:lnTo>
                <a:lnTo>
                  <a:pt x="571" y="120"/>
                </a:lnTo>
                <a:lnTo>
                  <a:pt x="571" y="121"/>
                </a:lnTo>
                <a:lnTo>
                  <a:pt x="572" y="122"/>
                </a:lnTo>
                <a:lnTo>
                  <a:pt x="574" y="122"/>
                </a:lnTo>
                <a:lnTo>
                  <a:pt x="575" y="121"/>
                </a:lnTo>
                <a:lnTo>
                  <a:pt x="576" y="121"/>
                </a:lnTo>
                <a:lnTo>
                  <a:pt x="577" y="121"/>
                </a:lnTo>
                <a:lnTo>
                  <a:pt x="578" y="121"/>
                </a:lnTo>
                <a:lnTo>
                  <a:pt x="580" y="122"/>
                </a:lnTo>
                <a:lnTo>
                  <a:pt x="581" y="122"/>
                </a:lnTo>
                <a:lnTo>
                  <a:pt x="584" y="122"/>
                </a:lnTo>
                <a:lnTo>
                  <a:pt x="586" y="122"/>
                </a:lnTo>
                <a:lnTo>
                  <a:pt x="588" y="122"/>
                </a:lnTo>
                <a:lnTo>
                  <a:pt x="589" y="122"/>
                </a:lnTo>
                <a:lnTo>
                  <a:pt x="590" y="122"/>
                </a:lnTo>
                <a:lnTo>
                  <a:pt x="591" y="122"/>
                </a:lnTo>
                <a:lnTo>
                  <a:pt x="594" y="123"/>
                </a:lnTo>
                <a:lnTo>
                  <a:pt x="595" y="123"/>
                </a:lnTo>
                <a:lnTo>
                  <a:pt x="595" y="122"/>
                </a:lnTo>
                <a:lnTo>
                  <a:pt x="596" y="123"/>
                </a:lnTo>
                <a:lnTo>
                  <a:pt x="598" y="123"/>
                </a:lnTo>
                <a:lnTo>
                  <a:pt x="599" y="123"/>
                </a:lnTo>
                <a:lnTo>
                  <a:pt x="601" y="124"/>
                </a:lnTo>
                <a:lnTo>
                  <a:pt x="603" y="125"/>
                </a:lnTo>
                <a:lnTo>
                  <a:pt x="605" y="125"/>
                </a:lnTo>
                <a:lnTo>
                  <a:pt x="606" y="125"/>
                </a:lnTo>
                <a:lnTo>
                  <a:pt x="607" y="125"/>
                </a:lnTo>
                <a:lnTo>
                  <a:pt x="608" y="125"/>
                </a:lnTo>
                <a:lnTo>
                  <a:pt x="608" y="126"/>
                </a:lnTo>
                <a:lnTo>
                  <a:pt x="609" y="125"/>
                </a:lnTo>
                <a:lnTo>
                  <a:pt x="613" y="127"/>
                </a:lnTo>
                <a:lnTo>
                  <a:pt x="617" y="128"/>
                </a:lnTo>
                <a:lnTo>
                  <a:pt x="618" y="129"/>
                </a:lnTo>
                <a:lnTo>
                  <a:pt x="619" y="129"/>
                </a:lnTo>
                <a:lnTo>
                  <a:pt x="620" y="130"/>
                </a:lnTo>
                <a:lnTo>
                  <a:pt x="622" y="132"/>
                </a:lnTo>
                <a:lnTo>
                  <a:pt x="624" y="133"/>
                </a:lnTo>
                <a:lnTo>
                  <a:pt x="624" y="134"/>
                </a:lnTo>
                <a:lnTo>
                  <a:pt x="624" y="135"/>
                </a:lnTo>
                <a:lnTo>
                  <a:pt x="625" y="134"/>
                </a:lnTo>
                <a:lnTo>
                  <a:pt x="626" y="134"/>
                </a:lnTo>
                <a:lnTo>
                  <a:pt x="627" y="134"/>
                </a:lnTo>
                <a:lnTo>
                  <a:pt x="628" y="134"/>
                </a:lnTo>
                <a:lnTo>
                  <a:pt x="630" y="135"/>
                </a:lnTo>
                <a:lnTo>
                  <a:pt x="634" y="136"/>
                </a:lnTo>
                <a:lnTo>
                  <a:pt x="635" y="136"/>
                </a:lnTo>
                <a:lnTo>
                  <a:pt x="635" y="137"/>
                </a:lnTo>
                <a:lnTo>
                  <a:pt x="636" y="137"/>
                </a:lnTo>
                <a:lnTo>
                  <a:pt x="638" y="137"/>
                </a:lnTo>
                <a:lnTo>
                  <a:pt x="638" y="138"/>
                </a:lnTo>
                <a:lnTo>
                  <a:pt x="639" y="138"/>
                </a:lnTo>
                <a:lnTo>
                  <a:pt x="640" y="138"/>
                </a:lnTo>
                <a:lnTo>
                  <a:pt x="641" y="138"/>
                </a:lnTo>
                <a:lnTo>
                  <a:pt x="642" y="138"/>
                </a:lnTo>
                <a:lnTo>
                  <a:pt x="643" y="139"/>
                </a:lnTo>
                <a:lnTo>
                  <a:pt x="644" y="139"/>
                </a:lnTo>
                <a:lnTo>
                  <a:pt x="646" y="140"/>
                </a:lnTo>
                <a:lnTo>
                  <a:pt x="650" y="141"/>
                </a:lnTo>
                <a:lnTo>
                  <a:pt x="654" y="142"/>
                </a:lnTo>
                <a:lnTo>
                  <a:pt x="655" y="143"/>
                </a:lnTo>
                <a:lnTo>
                  <a:pt x="656" y="144"/>
                </a:lnTo>
                <a:lnTo>
                  <a:pt x="657" y="144"/>
                </a:lnTo>
                <a:lnTo>
                  <a:pt x="658" y="145"/>
                </a:lnTo>
                <a:lnTo>
                  <a:pt x="658" y="146"/>
                </a:lnTo>
                <a:lnTo>
                  <a:pt x="657" y="146"/>
                </a:lnTo>
                <a:lnTo>
                  <a:pt x="657" y="147"/>
                </a:lnTo>
                <a:lnTo>
                  <a:pt x="657" y="148"/>
                </a:lnTo>
                <a:lnTo>
                  <a:pt x="659" y="150"/>
                </a:lnTo>
                <a:lnTo>
                  <a:pt x="659" y="151"/>
                </a:lnTo>
                <a:lnTo>
                  <a:pt x="658" y="153"/>
                </a:lnTo>
                <a:lnTo>
                  <a:pt x="659" y="154"/>
                </a:lnTo>
                <a:lnTo>
                  <a:pt x="660" y="155"/>
                </a:lnTo>
                <a:lnTo>
                  <a:pt x="661" y="156"/>
                </a:lnTo>
                <a:lnTo>
                  <a:pt x="661" y="158"/>
                </a:lnTo>
                <a:lnTo>
                  <a:pt x="662" y="160"/>
                </a:lnTo>
                <a:lnTo>
                  <a:pt x="663" y="161"/>
                </a:lnTo>
                <a:lnTo>
                  <a:pt x="663" y="162"/>
                </a:lnTo>
                <a:lnTo>
                  <a:pt x="664" y="163"/>
                </a:lnTo>
                <a:lnTo>
                  <a:pt x="664" y="164"/>
                </a:lnTo>
                <a:lnTo>
                  <a:pt x="664" y="165"/>
                </a:lnTo>
                <a:lnTo>
                  <a:pt x="664" y="166"/>
                </a:lnTo>
                <a:lnTo>
                  <a:pt x="664" y="167"/>
                </a:lnTo>
                <a:lnTo>
                  <a:pt x="665" y="169"/>
                </a:lnTo>
                <a:lnTo>
                  <a:pt x="667" y="173"/>
                </a:lnTo>
                <a:lnTo>
                  <a:pt x="668" y="174"/>
                </a:lnTo>
                <a:lnTo>
                  <a:pt x="669" y="175"/>
                </a:lnTo>
                <a:lnTo>
                  <a:pt x="669" y="176"/>
                </a:lnTo>
                <a:lnTo>
                  <a:pt x="670" y="177"/>
                </a:lnTo>
                <a:lnTo>
                  <a:pt x="671" y="178"/>
                </a:lnTo>
                <a:lnTo>
                  <a:pt x="671" y="179"/>
                </a:lnTo>
                <a:lnTo>
                  <a:pt x="671" y="180"/>
                </a:lnTo>
                <a:lnTo>
                  <a:pt x="671" y="182"/>
                </a:lnTo>
                <a:lnTo>
                  <a:pt x="671" y="183"/>
                </a:lnTo>
                <a:lnTo>
                  <a:pt x="672" y="184"/>
                </a:lnTo>
                <a:lnTo>
                  <a:pt x="674" y="185"/>
                </a:lnTo>
                <a:lnTo>
                  <a:pt x="675" y="187"/>
                </a:lnTo>
                <a:lnTo>
                  <a:pt x="676" y="187"/>
                </a:lnTo>
                <a:lnTo>
                  <a:pt x="677" y="190"/>
                </a:lnTo>
                <a:lnTo>
                  <a:pt x="677" y="191"/>
                </a:lnTo>
                <a:lnTo>
                  <a:pt x="678" y="191"/>
                </a:lnTo>
                <a:lnTo>
                  <a:pt x="679" y="192"/>
                </a:lnTo>
                <a:lnTo>
                  <a:pt x="680" y="193"/>
                </a:lnTo>
                <a:lnTo>
                  <a:pt x="680" y="194"/>
                </a:lnTo>
                <a:lnTo>
                  <a:pt x="681" y="195"/>
                </a:lnTo>
                <a:lnTo>
                  <a:pt x="681" y="196"/>
                </a:lnTo>
                <a:lnTo>
                  <a:pt x="684" y="200"/>
                </a:lnTo>
                <a:lnTo>
                  <a:pt x="685" y="201"/>
                </a:lnTo>
                <a:lnTo>
                  <a:pt x="685" y="202"/>
                </a:lnTo>
                <a:lnTo>
                  <a:pt x="686" y="204"/>
                </a:lnTo>
                <a:lnTo>
                  <a:pt x="686" y="205"/>
                </a:lnTo>
                <a:lnTo>
                  <a:pt x="687" y="205"/>
                </a:lnTo>
                <a:lnTo>
                  <a:pt x="688" y="207"/>
                </a:lnTo>
                <a:lnTo>
                  <a:pt x="688" y="208"/>
                </a:lnTo>
                <a:lnTo>
                  <a:pt x="689" y="208"/>
                </a:lnTo>
                <a:lnTo>
                  <a:pt x="689" y="209"/>
                </a:lnTo>
                <a:lnTo>
                  <a:pt x="690" y="210"/>
                </a:lnTo>
                <a:lnTo>
                  <a:pt x="691" y="213"/>
                </a:lnTo>
                <a:lnTo>
                  <a:pt x="692" y="213"/>
                </a:lnTo>
                <a:lnTo>
                  <a:pt x="692" y="214"/>
                </a:lnTo>
                <a:lnTo>
                  <a:pt x="692" y="215"/>
                </a:lnTo>
                <a:lnTo>
                  <a:pt x="693" y="216"/>
                </a:lnTo>
                <a:lnTo>
                  <a:pt x="692" y="216"/>
                </a:lnTo>
                <a:lnTo>
                  <a:pt x="692" y="217"/>
                </a:lnTo>
                <a:lnTo>
                  <a:pt x="693" y="216"/>
                </a:lnTo>
                <a:lnTo>
                  <a:pt x="693" y="217"/>
                </a:lnTo>
                <a:lnTo>
                  <a:pt x="694" y="219"/>
                </a:lnTo>
                <a:lnTo>
                  <a:pt x="695" y="220"/>
                </a:lnTo>
                <a:lnTo>
                  <a:pt x="696" y="221"/>
                </a:lnTo>
                <a:lnTo>
                  <a:pt x="698" y="223"/>
                </a:lnTo>
                <a:lnTo>
                  <a:pt x="700" y="226"/>
                </a:lnTo>
                <a:lnTo>
                  <a:pt x="701" y="228"/>
                </a:lnTo>
                <a:lnTo>
                  <a:pt x="703" y="231"/>
                </a:lnTo>
                <a:lnTo>
                  <a:pt x="703" y="232"/>
                </a:lnTo>
                <a:lnTo>
                  <a:pt x="704" y="232"/>
                </a:lnTo>
                <a:lnTo>
                  <a:pt x="705" y="233"/>
                </a:lnTo>
                <a:lnTo>
                  <a:pt x="705" y="235"/>
                </a:lnTo>
                <a:lnTo>
                  <a:pt x="706" y="235"/>
                </a:lnTo>
                <a:lnTo>
                  <a:pt x="706" y="236"/>
                </a:lnTo>
                <a:lnTo>
                  <a:pt x="706" y="237"/>
                </a:lnTo>
                <a:lnTo>
                  <a:pt x="706" y="238"/>
                </a:lnTo>
                <a:lnTo>
                  <a:pt x="706" y="239"/>
                </a:lnTo>
                <a:lnTo>
                  <a:pt x="705" y="240"/>
                </a:lnTo>
                <a:lnTo>
                  <a:pt x="705" y="241"/>
                </a:lnTo>
                <a:lnTo>
                  <a:pt x="705" y="242"/>
                </a:lnTo>
                <a:lnTo>
                  <a:pt x="705" y="243"/>
                </a:lnTo>
                <a:lnTo>
                  <a:pt x="707" y="241"/>
                </a:lnTo>
                <a:lnTo>
                  <a:pt x="707" y="240"/>
                </a:lnTo>
                <a:lnTo>
                  <a:pt x="708" y="240"/>
                </a:lnTo>
                <a:lnTo>
                  <a:pt x="710" y="241"/>
                </a:lnTo>
                <a:lnTo>
                  <a:pt x="712" y="242"/>
                </a:lnTo>
                <a:lnTo>
                  <a:pt x="712" y="243"/>
                </a:lnTo>
                <a:lnTo>
                  <a:pt x="713" y="243"/>
                </a:lnTo>
                <a:lnTo>
                  <a:pt x="713" y="244"/>
                </a:lnTo>
                <a:lnTo>
                  <a:pt x="715" y="245"/>
                </a:lnTo>
                <a:lnTo>
                  <a:pt x="715" y="246"/>
                </a:lnTo>
                <a:lnTo>
                  <a:pt x="715" y="247"/>
                </a:lnTo>
                <a:lnTo>
                  <a:pt x="717" y="249"/>
                </a:lnTo>
                <a:lnTo>
                  <a:pt x="718" y="252"/>
                </a:lnTo>
                <a:lnTo>
                  <a:pt x="719" y="253"/>
                </a:lnTo>
                <a:lnTo>
                  <a:pt x="720" y="255"/>
                </a:lnTo>
                <a:lnTo>
                  <a:pt x="720" y="256"/>
                </a:lnTo>
                <a:lnTo>
                  <a:pt x="721" y="257"/>
                </a:lnTo>
                <a:lnTo>
                  <a:pt x="723" y="260"/>
                </a:lnTo>
                <a:lnTo>
                  <a:pt x="724" y="261"/>
                </a:lnTo>
                <a:lnTo>
                  <a:pt x="724" y="262"/>
                </a:lnTo>
                <a:lnTo>
                  <a:pt x="724" y="263"/>
                </a:lnTo>
                <a:lnTo>
                  <a:pt x="726" y="266"/>
                </a:lnTo>
                <a:lnTo>
                  <a:pt x="727" y="268"/>
                </a:lnTo>
                <a:lnTo>
                  <a:pt x="728" y="269"/>
                </a:lnTo>
                <a:lnTo>
                  <a:pt x="728" y="271"/>
                </a:lnTo>
                <a:lnTo>
                  <a:pt x="728" y="273"/>
                </a:lnTo>
                <a:lnTo>
                  <a:pt x="727" y="273"/>
                </a:lnTo>
                <a:lnTo>
                  <a:pt x="727" y="274"/>
                </a:lnTo>
                <a:lnTo>
                  <a:pt x="726" y="274"/>
                </a:lnTo>
                <a:lnTo>
                  <a:pt x="726" y="275"/>
                </a:lnTo>
                <a:lnTo>
                  <a:pt x="727" y="275"/>
                </a:lnTo>
                <a:lnTo>
                  <a:pt x="728" y="275"/>
                </a:lnTo>
                <a:lnTo>
                  <a:pt x="729" y="275"/>
                </a:lnTo>
                <a:lnTo>
                  <a:pt x="729" y="276"/>
                </a:lnTo>
                <a:lnTo>
                  <a:pt x="729" y="279"/>
                </a:lnTo>
                <a:lnTo>
                  <a:pt x="730" y="282"/>
                </a:lnTo>
                <a:lnTo>
                  <a:pt x="727" y="285"/>
                </a:lnTo>
                <a:lnTo>
                  <a:pt x="726" y="285"/>
                </a:lnTo>
                <a:lnTo>
                  <a:pt x="726" y="286"/>
                </a:lnTo>
                <a:lnTo>
                  <a:pt x="728" y="288"/>
                </a:lnTo>
                <a:lnTo>
                  <a:pt x="726" y="290"/>
                </a:lnTo>
                <a:lnTo>
                  <a:pt x="725" y="291"/>
                </a:lnTo>
                <a:lnTo>
                  <a:pt x="726" y="292"/>
                </a:lnTo>
                <a:lnTo>
                  <a:pt x="727" y="293"/>
                </a:lnTo>
                <a:lnTo>
                  <a:pt x="730" y="295"/>
                </a:lnTo>
                <a:lnTo>
                  <a:pt x="735" y="298"/>
                </a:lnTo>
                <a:lnTo>
                  <a:pt x="736" y="299"/>
                </a:lnTo>
                <a:lnTo>
                  <a:pt x="736" y="298"/>
                </a:lnTo>
                <a:lnTo>
                  <a:pt x="737" y="298"/>
                </a:lnTo>
                <a:lnTo>
                  <a:pt x="737" y="299"/>
                </a:lnTo>
                <a:lnTo>
                  <a:pt x="738" y="299"/>
                </a:lnTo>
                <a:lnTo>
                  <a:pt x="738" y="298"/>
                </a:lnTo>
                <a:lnTo>
                  <a:pt x="740" y="298"/>
                </a:lnTo>
                <a:lnTo>
                  <a:pt x="741" y="299"/>
                </a:lnTo>
                <a:lnTo>
                  <a:pt x="743" y="299"/>
                </a:lnTo>
                <a:lnTo>
                  <a:pt x="743" y="300"/>
                </a:lnTo>
                <a:lnTo>
                  <a:pt x="742" y="300"/>
                </a:lnTo>
                <a:lnTo>
                  <a:pt x="741" y="300"/>
                </a:lnTo>
                <a:lnTo>
                  <a:pt x="741" y="301"/>
                </a:lnTo>
                <a:lnTo>
                  <a:pt x="740" y="301"/>
                </a:lnTo>
                <a:lnTo>
                  <a:pt x="741" y="301"/>
                </a:lnTo>
                <a:lnTo>
                  <a:pt x="742" y="301"/>
                </a:lnTo>
                <a:lnTo>
                  <a:pt x="744" y="299"/>
                </a:lnTo>
                <a:lnTo>
                  <a:pt x="745" y="299"/>
                </a:lnTo>
                <a:lnTo>
                  <a:pt x="745" y="300"/>
                </a:lnTo>
                <a:lnTo>
                  <a:pt x="745" y="301"/>
                </a:lnTo>
                <a:lnTo>
                  <a:pt x="745" y="302"/>
                </a:lnTo>
                <a:lnTo>
                  <a:pt x="746" y="303"/>
                </a:lnTo>
                <a:lnTo>
                  <a:pt x="746" y="304"/>
                </a:lnTo>
                <a:lnTo>
                  <a:pt x="746" y="305"/>
                </a:lnTo>
                <a:lnTo>
                  <a:pt x="747" y="305"/>
                </a:lnTo>
                <a:lnTo>
                  <a:pt x="747" y="304"/>
                </a:lnTo>
                <a:lnTo>
                  <a:pt x="748" y="304"/>
                </a:lnTo>
                <a:lnTo>
                  <a:pt x="749" y="303"/>
                </a:lnTo>
                <a:lnTo>
                  <a:pt x="749" y="304"/>
                </a:lnTo>
                <a:lnTo>
                  <a:pt x="750" y="305"/>
                </a:lnTo>
                <a:lnTo>
                  <a:pt x="752" y="308"/>
                </a:lnTo>
                <a:lnTo>
                  <a:pt x="752" y="310"/>
                </a:lnTo>
                <a:lnTo>
                  <a:pt x="754" y="313"/>
                </a:lnTo>
                <a:lnTo>
                  <a:pt x="754" y="314"/>
                </a:lnTo>
                <a:lnTo>
                  <a:pt x="755" y="313"/>
                </a:lnTo>
                <a:lnTo>
                  <a:pt x="756" y="313"/>
                </a:lnTo>
                <a:lnTo>
                  <a:pt x="758" y="316"/>
                </a:lnTo>
                <a:lnTo>
                  <a:pt x="758" y="318"/>
                </a:lnTo>
                <a:lnTo>
                  <a:pt x="758" y="319"/>
                </a:lnTo>
                <a:lnTo>
                  <a:pt x="759" y="319"/>
                </a:lnTo>
                <a:lnTo>
                  <a:pt x="760" y="321"/>
                </a:lnTo>
                <a:lnTo>
                  <a:pt x="759" y="323"/>
                </a:lnTo>
                <a:lnTo>
                  <a:pt x="758" y="323"/>
                </a:lnTo>
                <a:lnTo>
                  <a:pt x="757" y="324"/>
                </a:lnTo>
                <a:lnTo>
                  <a:pt x="758" y="325"/>
                </a:lnTo>
                <a:lnTo>
                  <a:pt x="759" y="324"/>
                </a:lnTo>
                <a:lnTo>
                  <a:pt x="760" y="323"/>
                </a:lnTo>
                <a:lnTo>
                  <a:pt x="761" y="327"/>
                </a:lnTo>
                <a:lnTo>
                  <a:pt x="761" y="329"/>
                </a:lnTo>
                <a:lnTo>
                  <a:pt x="760" y="330"/>
                </a:lnTo>
                <a:lnTo>
                  <a:pt x="760" y="329"/>
                </a:lnTo>
                <a:lnTo>
                  <a:pt x="759" y="329"/>
                </a:lnTo>
                <a:lnTo>
                  <a:pt x="759" y="330"/>
                </a:lnTo>
                <a:lnTo>
                  <a:pt x="757" y="331"/>
                </a:lnTo>
                <a:lnTo>
                  <a:pt x="757" y="332"/>
                </a:lnTo>
                <a:lnTo>
                  <a:pt x="756" y="332"/>
                </a:lnTo>
                <a:lnTo>
                  <a:pt x="756" y="333"/>
                </a:lnTo>
                <a:lnTo>
                  <a:pt x="755" y="333"/>
                </a:lnTo>
                <a:lnTo>
                  <a:pt x="754" y="333"/>
                </a:lnTo>
                <a:lnTo>
                  <a:pt x="754" y="334"/>
                </a:lnTo>
                <a:lnTo>
                  <a:pt x="754" y="333"/>
                </a:lnTo>
                <a:lnTo>
                  <a:pt x="756" y="333"/>
                </a:lnTo>
                <a:lnTo>
                  <a:pt x="757" y="333"/>
                </a:lnTo>
                <a:lnTo>
                  <a:pt x="758" y="332"/>
                </a:lnTo>
                <a:lnTo>
                  <a:pt x="758" y="331"/>
                </a:lnTo>
                <a:lnTo>
                  <a:pt x="759" y="330"/>
                </a:lnTo>
                <a:lnTo>
                  <a:pt x="760" y="330"/>
                </a:lnTo>
                <a:lnTo>
                  <a:pt x="761" y="330"/>
                </a:lnTo>
                <a:lnTo>
                  <a:pt x="762" y="328"/>
                </a:lnTo>
                <a:lnTo>
                  <a:pt x="763" y="330"/>
                </a:lnTo>
                <a:lnTo>
                  <a:pt x="764" y="331"/>
                </a:lnTo>
                <a:lnTo>
                  <a:pt x="765" y="332"/>
                </a:lnTo>
                <a:lnTo>
                  <a:pt x="765" y="331"/>
                </a:lnTo>
                <a:lnTo>
                  <a:pt x="766" y="332"/>
                </a:lnTo>
                <a:lnTo>
                  <a:pt x="766" y="333"/>
                </a:lnTo>
                <a:lnTo>
                  <a:pt x="767" y="333"/>
                </a:lnTo>
                <a:lnTo>
                  <a:pt x="767" y="334"/>
                </a:lnTo>
                <a:lnTo>
                  <a:pt x="769" y="337"/>
                </a:lnTo>
                <a:lnTo>
                  <a:pt x="769" y="338"/>
                </a:lnTo>
                <a:lnTo>
                  <a:pt x="771" y="340"/>
                </a:lnTo>
                <a:lnTo>
                  <a:pt x="772" y="342"/>
                </a:lnTo>
                <a:lnTo>
                  <a:pt x="773" y="342"/>
                </a:lnTo>
                <a:lnTo>
                  <a:pt x="773" y="343"/>
                </a:lnTo>
                <a:lnTo>
                  <a:pt x="774" y="346"/>
                </a:lnTo>
                <a:lnTo>
                  <a:pt x="775" y="346"/>
                </a:lnTo>
                <a:lnTo>
                  <a:pt x="777" y="351"/>
                </a:lnTo>
                <a:lnTo>
                  <a:pt x="778" y="352"/>
                </a:lnTo>
                <a:lnTo>
                  <a:pt x="781" y="351"/>
                </a:lnTo>
                <a:lnTo>
                  <a:pt x="783" y="350"/>
                </a:lnTo>
                <a:lnTo>
                  <a:pt x="785" y="353"/>
                </a:lnTo>
                <a:lnTo>
                  <a:pt x="783" y="354"/>
                </a:lnTo>
                <a:lnTo>
                  <a:pt x="785" y="356"/>
                </a:lnTo>
                <a:lnTo>
                  <a:pt x="785" y="357"/>
                </a:lnTo>
                <a:lnTo>
                  <a:pt x="786" y="358"/>
                </a:lnTo>
                <a:lnTo>
                  <a:pt x="786" y="359"/>
                </a:lnTo>
                <a:lnTo>
                  <a:pt x="784" y="361"/>
                </a:lnTo>
                <a:lnTo>
                  <a:pt x="785" y="361"/>
                </a:lnTo>
                <a:lnTo>
                  <a:pt x="785" y="362"/>
                </a:lnTo>
                <a:lnTo>
                  <a:pt x="786" y="363"/>
                </a:lnTo>
                <a:lnTo>
                  <a:pt x="787" y="365"/>
                </a:lnTo>
                <a:lnTo>
                  <a:pt x="787" y="366"/>
                </a:lnTo>
                <a:lnTo>
                  <a:pt x="788" y="366"/>
                </a:lnTo>
                <a:lnTo>
                  <a:pt x="788" y="367"/>
                </a:lnTo>
                <a:lnTo>
                  <a:pt x="789" y="367"/>
                </a:lnTo>
                <a:lnTo>
                  <a:pt x="788" y="368"/>
                </a:lnTo>
                <a:lnTo>
                  <a:pt x="789" y="368"/>
                </a:lnTo>
                <a:lnTo>
                  <a:pt x="790" y="370"/>
                </a:lnTo>
                <a:lnTo>
                  <a:pt x="790" y="371"/>
                </a:lnTo>
                <a:lnTo>
                  <a:pt x="790" y="372"/>
                </a:lnTo>
                <a:lnTo>
                  <a:pt x="791" y="372"/>
                </a:lnTo>
                <a:lnTo>
                  <a:pt x="791" y="374"/>
                </a:lnTo>
                <a:lnTo>
                  <a:pt x="792" y="374"/>
                </a:lnTo>
                <a:lnTo>
                  <a:pt x="793" y="377"/>
                </a:lnTo>
                <a:lnTo>
                  <a:pt x="793" y="378"/>
                </a:lnTo>
                <a:lnTo>
                  <a:pt x="794" y="381"/>
                </a:lnTo>
                <a:lnTo>
                  <a:pt x="794" y="382"/>
                </a:lnTo>
                <a:lnTo>
                  <a:pt x="794" y="383"/>
                </a:lnTo>
                <a:lnTo>
                  <a:pt x="794" y="384"/>
                </a:lnTo>
                <a:lnTo>
                  <a:pt x="794" y="385"/>
                </a:lnTo>
                <a:lnTo>
                  <a:pt x="793" y="385"/>
                </a:lnTo>
                <a:lnTo>
                  <a:pt x="792" y="385"/>
                </a:lnTo>
                <a:lnTo>
                  <a:pt x="791" y="385"/>
                </a:lnTo>
                <a:lnTo>
                  <a:pt x="788" y="386"/>
                </a:lnTo>
                <a:lnTo>
                  <a:pt x="786" y="388"/>
                </a:lnTo>
                <a:lnTo>
                  <a:pt x="787" y="388"/>
                </a:lnTo>
                <a:lnTo>
                  <a:pt x="787" y="389"/>
                </a:lnTo>
                <a:lnTo>
                  <a:pt x="788" y="389"/>
                </a:lnTo>
                <a:lnTo>
                  <a:pt x="789" y="388"/>
                </a:lnTo>
                <a:lnTo>
                  <a:pt x="794" y="390"/>
                </a:lnTo>
                <a:lnTo>
                  <a:pt x="796" y="390"/>
                </a:lnTo>
                <a:lnTo>
                  <a:pt x="799" y="391"/>
                </a:lnTo>
                <a:lnTo>
                  <a:pt x="799" y="392"/>
                </a:lnTo>
                <a:lnTo>
                  <a:pt x="799" y="393"/>
                </a:lnTo>
                <a:lnTo>
                  <a:pt x="801" y="392"/>
                </a:lnTo>
                <a:lnTo>
                  <a:pt x="802" y="394"/>
                </a:lnTo>
                <a:lnTo>
                  <a:pt x="802" y="395"/>
                </a:lnTo>
                <a:lnTo>
                  <a:pt x="804" y="401"/>
                </a:lnTo>
                <a:lnTo>
                  <a:pt x="804" y="402"/>
                </a:lnTo>
                <a:lnTo>
                  <a:pt x="804" y="404"/>
                </a:lnTo>
                <a:lnTo>
                  <a:pt x="803" y="404"/>
                </a:lnTo>
                <a:lnTo>
                  <a:pt x="803" y="405"/>
                </a:lnTo>
                <a:lnTo>
                  <a:pt x="805" y="405"/>
                </a:lnTo>
                <a:lnTo>
                  <a:pt x="806" y="406"/>
                </a:lnTo>
                <a:lnTo>
                  <a:pt x="807" y="410"/>
                </a:lnTo>
                <a:lnTo>
                  <a:pt x="808" y="411"/>
                </a:lnTo>
                <a:lnTo>
                  <a:pt x="809" y="412"/>
                </a:lnTo>
                <a:lnTo>
                  <a:pt x="809" y="413"/>
                </a:lnTo>
                <a:lnTo>
                  <a:pt x="809" y="414"/>
                </a:lnTo>
                <a:lnTo>
                  <a:pt x="810" y="415"/>
                </a:lnTo>
                <a:lnTo>
                  <a:pt x="810" y="416"/>
                </a:lnTo>
                <a:lnTo>
                  <a:pt x="810" y="417"/>
                </a:lnTo>
                <a:lnTo>
                  <a:pt x="809" y="418"/>
                </a:lnTo>
                <a:lnTo>
                  <a:pt x="808" y="419"/>
                </a:lnTo>
                <a:lnTo>
                  <a:pt x="808" y="420"/>
                </a:lnTo>
                <a:lnTo>
                  <a:pt x="808" y="421"/>
                </a:lnTo>
                <a:lnTo>
                  <a:pt x="810" y="420"/>
                </a:lnTo>
                <a:lnTo>
                  <a:pt x="811" y="419"/>
                </a:lnTo>
                <a:lnTo>
                  <a:pt x="814" y="418"/>
                </a:lnTo>
                <a:lnTo>
                  <a:pt x="818" y="417"/>
                </a:lnTo>
                <a:lnTo>
                  <a:pt x="818" y="418"/>
                </a:lnTo>
                <a:lnTo>
                  <a:pt x="820" y="442"/>
                </a:lnTo>
                <a:lnTo>
                  <a:pt x="819" y="443"/>
                </a:lnTo>
                <a:lnTo>
                  <a:pt x="819" y="450"/>
                </a:lnTo>
                <a:lnTo>
                  <a:pt x="813" y="452"/>
                </a:lnTo>
                <a:lnTo>
                  <a:pt x="813" y="454"/>
                </a:lnTo>
                <a:lnTo>
                  <a:pt x="812" y="455"/>
                </a:lnTo>
                <a:lnTo>
                  <a:pt x="812" y="456"/>
                </a:lnTo>
                <a:lnTo>
                  <a:pt x="811" y="457"/>
                </a:lnTo>
                <a:lnTo>
                  <a:pt x="812" y="458"/>
                </a:lnTo>
                <a:lnTo>
                  <a:pt x="812" y="459"/>
                </a:lnTo>
                <a:lnTo>
                  <a:pt x="813" y="459"/>
                </a:lnTo>
                <a:lnTo>
                  <a:pt x="818" y="458"/>
                </a:lnTo>
                <a:lnTo>
                  <a:pt x="819" y="458"/>
                </a:lnTo>
                <a:lnTo>
                  <a:pt x="820" y="457"/>
                </a:lnTo>
                <a:lnTo>
                  <a:pt x="821" y="458"/>
                </a:lnTo>
                <a:lnTo>
                  <a:pt x="820" y="458"/>
                </a:lnTo>
                <a:lnTo>
                  <a:pt x="822" y="460"/>
                </a:lnTo>
                <a:lnTo>
                  <a:pt x="822" y="461"/>
                </a:lnTo>
                <a:lnTo>
                  <a:pt x="823" y="461"/>
                </a:lnTo>
                <a:lnTo>
                  <a:pt x="823" y="462"/>
                </a:lnTo>
                <a:lnTo>
                  <a:pt x="824" y="463"/>
                </a:lnTo>
                <a:lnTo>
                  <a:pt x="825" y="465"/>
                </a:lnTo>
                <a:lnTo>
                  <a:pt x="826" y="467"/>
                </a:lnTo>
                <a:lnTo>
                  <a:pt x="827" y="467"/>
                </a:lnTo>
                <a:lnTo>
                  <a:pt x="827" y="468"/>
                </a:lnTo>
                <a:lnTo>
                  <a:pt x="826" y="468"/>
                </a:lnTo>
                <a:lnTo>
                  <a:pt x="824" y="473"/>
                </a:lnTo>
                <a:lnTo>
                  <a:pt x="823" y="475"/>
                </a:lnTo>
                <a:lnTo>
                  <a:pt x="823" y="476"/>
                </a:lnTo>
                <a:lnTo>
                  <a:pt x="824" y="476"/>
                </a:lnTo>
                <a:lnTo>
                  <a:pt x="824" y="474"/>
                </a:lnTo>
                <a:lnTo>
                  <a:pt x="827" y="473"/>
                </a:lnTo>
                <a:lnTo>
                  <a:pt x="828" y="473"/>
                </a:lnTo>
                <a:lnTo>
                  <a:pt x="829" y="474"/>
                </a:lnTo>
                <a:lnTo>
                  <a:pt x="830" y="474"/>
                </a:lnTo>
                <a:lnTo>
                  <a:pt x="831" y="474"/>
                </a:lnTo>
                <a:lnTo>
                  <a:pt x="834" y="474"/>
                </a:lnTo>
                <a:lnTo>
                  <a:pt x="835" y="473"/>
                </a:lnTo>
                <a:lnTo>
                  <a:pt x="840" y="475"/>
                </a:lnTo>
                <a:lnTo>
                  <a:pt x="839" y="477"/>
                </a:lnTo>
                <a:lnTo>
                  <a:pt x="838" y="480"/>
                </a:lnTo>
                <a:lnTo>
                  <a:pt x="839" y="481"/>
                </a:lnTo>
                <a:lnTo>
                  <a:pt x="840" y="481"/>
                </a:lnTo>
                <a:lnTo>
                  <a:pt x="841" y="481"/>
                </a:lnTo>
                <a:lnTo>
                  <a:pt x="843" y="482"/>
                </a:lnTo>
                <a:lnTo>
                  <a:pt x="844" y="482"/>
                </a:lnTo>
                <a:lnTo>
                  <a:pt x="845" y="482"/>
                </a:lnTo>
                <a:lnTo>
                  <a:pt x="846" y="482"/>
                </a:lnTo>
                <a:lnTo>
                  <a:pt x="847" y="482"/>
                </a:lnTo>
                <a:lnTo>
                  <a:pt x="849" y="483"/>
                </a:lnTo>
                <a:lnTo>
                  <a:pt x="852" y="483"/>
                </a:lnTo>
                <a:lnTo>
                  <a:pt x="853" y="483"/>
                </a:lnTo>
                <a:lnTo>
                  <a:pt x="855" y="484"/>
                </a:lnTo>
                <a:lnTo>
                  <a:pt x="869" y="489"/>
                </a:lnTo>
                <a:lnTo>
                  <a:pt x="869" y="490"/>
                </a:lnTo>
                <a:lnTo>
                  <a:pt x="868" y="496"/>
                </a:lnTo>
                <a:lnTo>
                  <a:pt x="869" y="495"/>
                </a:lnTo>
                <a:lnTo>
                  <a:pt x="870" y="495"/>
                </a:lnTo>
                <a:lnTo>
                  <a:pt x="872" y="496"/>
                </a:lnTo>
                <a:lnTo>
                  <a:pt x="874" y="492"/>
                </a:lnTo>
                <a:lnTo>
                  <a:pt x="881" y="493"/>
                </a:lnTo>
                <a:lnTo>
                  <a:pt x="881" y="495"/>
                </a:lnTo>
                <a:lnTo>
                  <a:pt x="885" y="497"/>
                </a:lnTo>
                <a:lnTo>
                  <a:pt x="886" y="495"/>
                </a:lnTo>
                <a:lnTo>
                  <a:pt x="887" y="495"/>
                </a:lnTo>
                <a:lnTo>
                  <a:pt x="893" y="496"/>
                </a:lnTo>
                <a:lnTo>
                  <a:pt x="901" y="500"/>
                </a:lnTo>
                <a:lnTo>
                  <a:pt x="907" y="502"/>
                </a:lnTo>
                <a:lnTo>
                  <a:pt x="908" y="503"/>
                </a:lnTo>
                <a:lnTo>
                  <a:pt x="909" y="503"/>
                </a:lnTo>
                <a:lnTo>
                  <a:pt x="909" y="504"/>
                </a:lnTo>
                <a:lnTo>
                  <a:pt x="909" y="505"/>
                </a:lnTo>
                <a:lnTo>
                  <a:pt x="909" y="508"/>
                </a:lnTo>
                <a:lnTo>
                  <a:pt x="910" y="509"/>
                </a:lnTo>
                <a:lnTo>
                  <a:pt x="910" y="510"/>
                </a:lnTo>
                <a:lnTo>
                  <a:pt x="910" y="511"/>
                </a:lnTo>
                <a:lnTo>
                  <a:pt x="910" y="512"/>
                </a:lnTo>
                <a:lnTo>
                  <a:pt x="911" y="513"/>
                </a:lnTo>
                <a:lnTo>
                  <a:pt x="911" y="516"/>
                </a:lnTo>
                <a:lnTo>
                  <a:pt x="911" y="517"/>
                </a:lnTo>
                <a:lnTo>
                  <a:pt x="912" y="520"/>
                </a:lnTo>
                <a:lnTo>
                  <a:pt x="912" y="521"/>
                </a:lnTo>
                <a:lnTo>
                  <a:pt x="914" y="521"/>
                </a:lnTo>
                <a:lnTo>
                  <a:pt x="915" y="521"/>
                </a:lnTo>
                <a:lnTo>
                  <a:pt x="916" y="522"/>
                </a:lnTo>
                <a:lnTo>
                  <a:pt x="916" y="524"/>
                </a:lnTo>
                <a:lnTo>
                  <a:pt x="916" y="525"/>
                </a:lnTo>
                <a:lnTo>
                  <a:pt x="916" y="526"/>
                </a:lnTo>
                <a:lnTo>
                  <a:pt x="917" y="527"/>
                </a:lnTo>
                <a:lnTo>
                  <a:pt x="917" y="528"/>
                </a:lnTo>
                <a:lnTo>
                  <a:pt x="919" y="529"/>
                </a:lnTo>
                <a:lnTo>
                  <a:pt x="919" y="530"/>
                </a:lnTo>
                <a:lnTo>
                  <a:pt x="919" y="531"/>
                </a:lnTo>
                <a:lnTo>
                  <a:pt x="920" y="532"/>
                </a:lnTo>
                <a:lnTo>
                  <a:pt x="921" y="534"/>
                </a:lnTo>
                <a:lnTo>
                  <a:pt x="923" y="535"/>
                </a:lnTo>
                <a:lnTo>
                  <a:pt x="925" y="535"/>
                </a:lnTo>
                <a:lnTo>
                  <a:pt x="926" y="537"/>
                </a:lnTo>
                <a:lnTo>
                  <a:pt x="926" y="539"/>
                </a:lnTo>
                <a:lnTo>
                  <a:pt x="924" y="541"/>
                </a:lnTo>
                <a:lnTo>
                  <a:pt x="922" y="542"/>
                </a:lnTo>
                <a:lnTo>
                  <a:pt x="920" y="543"/>
                </a:lnTo>
                <a:lnTo>
                  <a:pt x="918" y="543"/>
                </a:lnTo>
                <a:lnTo>
                  <a:pt x="917" y="542"/>
                </a:lnTo>
                <a:lnTo>
                  <a:pt x="913" y="541"/>
                </a:lnTo>
                <a:lnTo>
                  <a:pt x="912" y="541"/>
                </a:lnTo>
                <a:lnTo>
                  <a:pt x="912" y="542"/>
                </a:lnTo>
                <a:lnTo>
                  <a:pt x="911" y="542"/>
                </a:lnTo>
                <a:lnTo>
                  <a:pt x="909" y="543"/>
                </a:lnTo>
                <a:lnTo>
                  <a:pt x="910" y="543"/>
                </a:lnTo>
                <a:lnTo>
                  <a:pt x="910" y="544"/>
                </a:lnTo>
                <a:lnTo>
                  <a:pt x="909" y="544"/>
                </a:lnTo>
                <a:lnTo>
                  <a:pt x="908" y="544"/>
                </a:lnTo>
                <a:lnTo>
                  <a:pt x="906" y="544"/>
                </a:lnTo>
                <a:lnTo>
                  <a:pt x="906" y="545"/>
                </a:lnTo>
                <a:lnTo>
                  <a:pt x="907" y="545"/>
                </a:lnTo>
                <a:lnTo>
                  <a:pt x="908" y="545"/>
                </a:lnTo>
                <a:lnTo>
                  <a:pt x="908" y="544"/>
                </a:lnTo>
                <a:lnTo>
                  <a:pt x="909" y="544"/>
                </a:lnTo>
                <a:lnTo>
                  <a:pt x="910" y="544"/>
                </a:lnTo>
                <a:lnTo>
                  <a:pt x="910" y="545"/>
                </a:lnTo>
                <a:lnTo>
                  <a:pt x="911" y="545"/>
                </a:lnTo>
                <a:lnTo>
                  <a:pt x="914" y="544"/>
                </a:lnTo>
                <a:lnTo>
                  <a:pt x="915" y="544"/>
                </a:lnTo>
                <a:lnTo>
                  <a:pt x="915" y="545"/>
                </a:lnTo>
                <a:lnTo>
                  <a:pt x="916" y="545"/>
                </a:lnTo>
                <a:lnTo>
                  <a:pt x="916" y="546"/>
                </a:lnTo>
                <a:lnTo>
                  <a:pt x="915" y="546"/>
                </a:lnTo>
                <a:lnTo>
                  <a:pt x="916" y="549"/>
                </a:lnTo>
                <a:lnTo>
                  <a:pt x="917" y="549"/>
                </a:lnTo>
                <a:lnTo>
                  <a:pt x="919" y="550"/>
                </a:lnTo>
                <a:lnTo>
                  <a:pt x="919" y="552"/>
                </a:lnTo>
                <a:lnTo>
                  <a:pt x="922" y="551"/>
                </a:lnTo>
                <a:lnTo>
                  <a:pt x="924" y="553"/>
                </a:lnTo>
                <a:lnTo>
                  <a:pt x="927" y="551"/>
                </a:lnTo>
                <a:lnTo>
                  <a:pt x="930" y="549"/>
                </a:lnTo>
                <a:lnTo>
                  <a:pt x="931" y="549"/>
                </a:lnTo>
                <a:lnTo>
                  <a:pt x="932" y="549"/>
                </a:lnTo>
                <a:lnTo>
                  <a:pt x="934" y="550"/>
                </a:lnTo>
                <a:lnTo>
                  <a:pt x="935" y="552"/>
                </a:lnTo>
                <a:lnTo>
                  <a:pt x="936" y="555"/>
                </a:lnTo>
                <a:lnTo>
                  <a:pt x="935" y="559"/>
                </a:lnTo>
                <a:lnTo>
                  <a:pt x="936" y="559"/>
                </a:lnTo>
                <a:lnTo>
                  <a:pt x="937" y="559"/>
                </a:lnTo>
                <a:lnTo>
                  <a:pt x="938" y="560"/>
                </a:lnTo>
                <a:lnTo>
                  <a:pt x="939" y="560"/>
                </a:lnTo>
                <a:lnTo>
                  <a:pt x="940" y="560"/>
                </a:lnTo>
                <a:lnTo>
                  <a:pt x="940" y="561"/>
                </a:lnTo>
                <a:lnTo>
                  <a:pt x="941" y="561"/>
                </a:lnTo>
                <a:lnTo>
                  <a:pt x="942" y="561"/>
                </a:lnTo>
                <a:lnTo>
                  <a:pt x="944" y="561"/>
                </a:lnTo>
                <a:lnTo>
                  <a:pt x="945" y="561"/>
                </a:lnTo>
                <a:lnTo>
                  <a:pt x="945" y="558"/>
                </a:lnTo>
                <a:lnTo>
                  <a:pt x="950" y="559"/>
                </a:lnTo>
                <a:lnTo>
                  <a:pt x="967" y="561"/>
                </a:lnTo>
                <a:lnTo>
                  <a:pt x="974" y="564"/>
                </a:lnTo>
                <a:lnTo>
                  <a:pt x="978" y="567"/>
                </a:lnTo>
                <a:lnTo>
                  <a:pt x="976" y="572"/>
                </a:lnTo>
                <a:lnTo>
                  <a:pt x="977" y="572"/>
                </a:lnTo>
                <a:lnTo>
                  <a:pt x="978" y="573"/>
                </a:lnTo>
                <a:lnTo>
                  <a:pt x="978" y="574"/>
                </a:lnTo>
                <a:lnTo>
                  <a:pt x="979" y="574"/>
                </a:lnTo>
                <a:lnTo>
                  <a:pt x="980" y="574"/>
                </a:lnTo>
                <a:lnTo>
                  <a:pt x="981" y="574"/>
                </a:lnTo>
                <a:lnTo>
                  <a:pt x="982" y="575"/>
                </a:lnTo>
                <a:lnTo>
                  <a:pt x="985" y="578"/>
                </a:lnTo>
                <a:lnTo>
                  <a:pt x="988" y="580"/>
                </a:lnTo>
                <a:lnTo>
                  <a:pt x="989" y="581"/>
                </a:lnTo>
                <a:lnTo>
                  <a:pt x="990" y="580"/>
                </a:lnTo>
                <a:lnTo>
                  <a:pt x="993" y="582"/>
                </a:lnTo>
                <a:lnTo>
                  <a:pt x="1004" y="599"/>
                </a:lnTo>
                <a:lnTo>
                  <a:pt x="1004" y="600"/>
                </a:lnTo>
                <a:lnTo>
                  <a:pt x="1004" y="601"/>
                </a:lnTo>
                <a:lnTo>
                  <a:pt x="1004" y="602"/>
                </a:lnTo>
                <a:lnTo>
                  <a:pt x="1005" y="603"/>
                </a:lnTo>
                <a:lnTo>
                  <a:pt x="1005" y="604"/>
                </a:lnTo>
                <a:lnTo>
                  <a:pt x="1006" y="604"/>
                </a:lnTo>
                <a:lnTo>
                  <a:pt x="1006" y="605"/>
                </a:lnTo>
                <a:lnTo>
                  <a:pt x="1007" y="606"/>
                </a:lnTo>
                <a:lnTo>
                  <a:pt x="1007" y="607"/>
                </a:lnTo>
                <a:lnTo>
                  <a:pt x="1008" y="608"/>
                </a:lnTo>
                <a:lnTo>
                  <a:pt x="1008" y="609"/>
                </a:lnTo>
                <a:lnTo>
                  <a:pt x="1009" y="609"/>
                </a:lnTo>
                <a:lnTo>
                  <a:pt x="1009" y="610"/>
                </a:lnTo>
                <a:lnTo>
                  <a:pt x="1010" y="610"/>
                </a:lnTo>
                <a:lnTo>
                  <a:pt x="1010" y="611"/>
                </a:lnTo>
                <a:lnTo>
                  <a:pt x="1011" y="612"/>
                </a:lnTo>
                <a:lnTo>
                  <a:pt x="1012" y="613"/>
                </a:lnTo>
                <a:lnTo>
                  <a:pt x="1012" y="614"/>
                </a:lnTo>
                <a:lnTo>
                  <a:pt x="1013" y="614"/>
                </a:lnTo>
                <a:lnTo>
                  <a:pt x="1012" y="614"/>
                </a:lnTo>
                <a:lnTo>
                  <a:pt x="1012" y="615"/>
                </a:lnTo>
                <a:lnTo>
                  <a:pt x="1013" y="617"/>
                </a:lnTo>
                <a:lnTo>
                  <a:pt x="1014" y="617"/>
                </a:lnTo>
                <a:lnTo>
                  <a:pt x="1015" y="618"/>
                </a:lnTo>
                <a:lnTo>
                  <a:pt x="1016" y="619"/>
                </a:lnTo>
                <a:lnTo>
                  <a:pt x="1017" y="622"/>
                </a:lnTo>
                <a:lnTo>
                  <a:pt x="1018" y="624"/>
                </a:lnTo>
                <a:lnTo>
                  <a:pt x="1019" y="626"/>
                </a:lnTo>
                <a:lnTo>
                  <a:pt x="1019" y="627"/>
                </a:lnTo>
                <a:lnTo>
                  <a:pt x="1017" y="630"/>
                </a:lnTo>
                <a:lnTo>
                  <a:pt x="1017" y="631"/>
                </a:lnTo>
                <a:lnTo>
                  <a:pt x="1016" y="632"/>
                </a:lnTo>
                <a:lnTo>
                  <a:pt x="1015" y="632"/>
                </a:lnTo>
                <a:lnTo>
                  <a:pt x="1014" y="633"/>
                </a:lnTo>
                <a:lnTo>
                  <a:pt x="1012" y="634"/>
                </a:lnTo>
                <a:lnTo>
                  <a:pt x="1012" y="635"/>
                </a:lnTo>
                <a:lnTo>
                  <a:pt x="1013" y="640"/>
                </a:lnTo>
                <a:lnTo>
                  <a:pt x="1013" y="646"/>
                </a:lnTo>
                <a:lnTo>
                  <a:pt x="1011" y="646"/>
                </a:lnTo>
                <a:lnTo>
                  <a:pt x="1006" y="646"/>
                </a:lnTo>
                <a:lnTo>
                  <a:pt x="1003" y="646"/>
                </a:lnTo>
                <a:lnTo>
                  <a:pt x="1001" y="646"/>
                </a:lnTo>
                <a:lnTo>
                  <a:pt x="998" y="645"/>
                </a:lnTo>
                <a:lnTo>
                  <a:pt x="996" y="645"/>
                </a:lnTo>
                <a:lnTo>
                  <a:pt x="991" y="644"/>
                </a:lnTo>
                <a:lnTo>
                  <a:pt x="989" y="644"/>
                </a:lnTo>
                <a:lnTo>
                  <a:pt x="987" y="643"/>
                </a:lnTo>
                <a:lnTo>
                  <a:pt x="984" y="643"/>
                </a:lnTo>
                <a:lnTo>
                  <a:pt x="982" y="642"/>
                </a:lnTo>
                <a:lnTo>
                  <a:pt x="980" y="642"/>
                </a:lnTo>
                <a:lnTo>
                  <a:pt x="978" y="641"/>
                </a:lnTo>
                <a:lnTo>
                  <a:pt x="975" y="641"/>
                </a:lnTo>
                <a:lnTo>
                  <a:pt x="973" y="640"/>
                </a:lnTo>
                <a:lnTo>
                  <a:pt x="971" y="640"/>
                </a:lnTo>
                <a:lnTo>
                  <a:pt x="969" y="641"/>
                </a:lnTo>
                <a:lnTo>
                  <a:pt x="968" y="640"/>
                </a:lnTo>
                <a:lnTo>
                  <a:pt x="966" y="640"/>
                </a:lnTo>
                <a:lnTo>
                  <a:pt x="964" y="639"/>
                </a:lnTo>
                <a:lnTo>
                  <a:pt x="964" y="640"/>
                </a:lnTo>
                <a:lnTo>
                  <a:pt x="962" y="640"/>
                </a:lnTo>
                <a:lnTo>
                  <a:pt x="961" y="639"/>
                </a:lnTo>
                <a:lnTo>
                  <a:pt x="960" y="639"/>
                </a:lnTo>
                <a:lnTo>
                  <a:pt x="959" y="639"/>
                </a:lnTo>
                <a:lnTo>
                  <a:pt x="957" y="638"/>
                </a:lnTo>
                <a:lnTo>
                  <a:pt x="954" y="636"/>
                </a:lnTo>
                <a:lnTo>
                  <a:pt x="954" y="637"/>
                </a:lnTo>
                <a:lnTo>
                  <a:pt x="953" y="636"/>
                </a:lnTo>
                <a:lnTo>
                  <a:pt x="952" y="636"/>
                </a:lnTo>
                <a:lnTo>
                  <a:pt x="952" y="635"/>
                </a:lnTo>
                <a:lnTo>
                  <a:pt x="950" y="635"/>
                </a:lnTo>
                <a:lnTo>
                  <a:pt x="948" y="635"/>
                </a:lnTo>
                <a:lnTo>
                  <a:pt x="946" y="634"/>
                </a:lnTo>
                <a:lnTo>
                  <a:pt x="946" y="633"/>
                </a:lnTo>
                <a:lnTo>
                  <a:pt x="945" y="633"/>
                </a:lnTo>
                <a:lnTo>
                  <a:pt x="942" y="633"/>
                </a:lnTo>
                <a:lnTo>
                  <a:pt x="937" y="633"/>
                </a:lnTo>
                <a:lnTo>
                  <a:pt x="936" y="633"/>
                </a:lnTo>
                <a:lnTo>
                  <a:pt x="936" y="632"/>
                </a:lnTo>
                <a:lnTo>
                  <a:pt x="935" y="632"/>
                </a:lnTo>
                <a:lnTo>
                  <a:pt x="933" y="632"/>
                </a:lnTo>
                <a:lnTo>
                  <a:pt x="932" y="631"/>
                </a:lnTo>
                <a:lnTo>
                  <a:pt x="931" y="630"/>
                </a:lnTo>
                <a:lnTo>
                  <a:pt x="930" y="630"/>
                </a:lnTo>
                <a:lnTo>
                  <a:pt x="930" y="629"/>
                </a:lnTo>
                <a:lnTo>
                  <a:pt x="929" y="629"/>
                </a:lnTo>
                <a:lnTo>
                  <a:pt x="929" y="628"/>
                </a:lnTo>
                <a:lnTo>
                  <a:pt x="928" y="627"/>
                </a:lnTo>
                <a:lnTo>
                  <a:pt x="928" y="626"/>
                </a:lnTo>
                <a:lnTo>
                  <a:pt x="929" y="626"/>
                </a:lnTo>
                <a:lnTo>
                  <a:pt x="928" y="625"/>
                </a:lnTo>
                <a:lnTo>
                  <a:pt x="927" y="624"/>
                </a:lnTo>
                <a:lnTo>
                  <a:pt x="926" y="624"/>
                </a:lnTo>
                <a:lnTo>
                  <a:pt x="924" y="621"/>
                </a:lnTo>
                <a:lnTo>
                  <a:pt x="923" y="621"/>
                </a:lnTo>
                <a:lnTo>
                  <a:pt x="923" y="620"/>
                </a:lnTo>
                <a:lnTo>
                  <a:pt x="920" y="617"/>
                </a:lnTo>
                <a:lnTo>
                  <a:pt x="919" y="617"/>
                </a:lnTo>
                <a:lnTo>
                  <a:pt x="916" y="616"/>
                </a:lnTo>
                <a:lnTo>
                  <a:pt x="913" y="616"/>
                </a:lnTo>
                <a:lnTo>
                  <a:pt x="912" y="615"/>
                </a:lnTo>
                <a:lnTo>
                  <a:pt x="910" y="615"/>
                </a:lnTo>
                <a:lnTo>
                  <a:pt x="908" y="614"/>
                </a:lnTo>
                <a:lnTo>
                  <a:pt x="906" y="615"/>
                </a:lnTo>
                <a:lnTo>
                  <a:pt x="904" y="615"/>
                </a:lnTo>
                <a:lnTo>
                  <a:pt x="903" y="616"/>
                </a:lnTo>
                <a:lnTo>
                  <a:pt x="899" y="619"/>
                </a:lnTo>
                <a:lnTo>
                  <a:pt x="898" y="620"/>
                </a:lnTo>
                <a:lnTo>
                  <a:pt x="895" y="621"/>
                </a:lnTo>
                <a:lnTo>
                  <a:pt x="895" y="622"/>
                </a:lnTo>
                <a:lnTo>
                  <a:pt x="892" y="624"/>
                </a:lnTo>
                <a:lnTo>
                  <a:pt x="890" y="626"/>
                </a:lnTo>
                <a:lnTo>
                  <a:pt x="888" y="628"/>
                </a:lnTo>
                <a:lnTo>
                  <a:pt x="888" y="629"/>
                </a:lnTo>
                <a:lnTo>
                  <a:pt x="887" y="630"/>
                </a:lnTo>
                <a:lnTo>
                  <a:pt x="886" y="631"/>
                </a:lnTo>
                <a:lnTo>
                  <a:pt x="884" y="633"/>
                </a:lnTo>
                <a:lnTo>
                  <a:pt x="884" y="635"/>
                </a:lnTo>
                <a:lnTo>
                  <a:pt x="882" y="637"/>
                </a:lnTo>
                <a:lnTo>
                  <a:pt x="881" y="637"/>
                </a:lnTo>
                <a:lnTo>
                  <a:pt x="878" y="641"/>
                </a:lnTo>
                <a:lnTo>
                  <a:pt x="877" y="642"/>
                </a:lnTo>
                <a:lnTo>
                  <a:pt x="878" y="643"/>
                </a:lnTo>
                <a:lnTo>
                  <a:pt x="879" y="643"/>
                </a:lnTo>
                <a:lnTo>
                  <a:pt x="879" y="644"/>
                </a:lnTo>
                <a:lnTo>
                  <a:pt x="880" y="644"/>
                </a:lnTo>
                <a:lnTo>
                  <a:pt x="882" y="646"/>
                </a:lnTo>
                <a:lnTo>
                  <a:pt x="883" y="647"/>
                </a:lnTo>
                <a:lnTo>
                  <a:pt x="885" y="648"/>
                </a:lnTo>
                <a:lnTo>
                  <a:pt x="888" y="649"/>
                </a:lnTo>
                <a:lnTo>
                  <a:pt x="890" y="650"/>
                </a:lnTo>
                <a:lnTo>
                  <a:pt x="891" y="651"/>
                </a:lnTo>
                <a:lnTo>
                  <a:pt x="893" y="652"/>
                </a:lnTo>
                <a:lnTo>
                  <a:pt x="894" y="652"/>
                </a:lnTo>
                <a:lnTo>
                  <a:pt x="896" y="654"/>
                </a:lnTo>
                <a:lnTo>
                  <a:pt x="897" y="654"/>
                </a:lnTo>
                <a:lnTo>
                  <a:pt x="898" y="655"/>
                </a:lnTo>
                <a:lnTo>
                  <a:pt x="900" y="656"/>
                </a:lnTo>
                <a:lnTo>
                  <a:pt x="901" y="657"/>
                </a:lnTo>
                <a:lnTo>
                  <a:pt x="904" y="658"/>
                </a:lnTo>
                <a:lnTo>
                  <a:pt x="906" y="660"/>
                </a:lnTo>
                <a:lnTo>
                  <a:pt x="907" y="660"/>
                </a:lnTo>
                <a:lnTo>
                  <a:pt x="908" y="661"/>
                </a:lnTo>
                <a:lnTo>
                  <a:pt x="909" y="662"/>
                </a:lnTo>
                <a:lnTo>
                  <a:pt x="912" y="665"/>
                </a:lnTo>
                <a:lnTo>
                  <a:pt x="913" y="666"/>
                </a:lnTo>
                <a:lnTo>
                  <a:pt x="914" y="666"/>
                </a:lnTo>
                <a:lnTo>
                  <a:pt x="914" y="667"/>
                </a:lnTo>
                <a:lnTo>
                  <a:pt x="915" y="667"/>
                </a:lnTo>
                <a:lnTo>
                  <a:pt x="916" y="668"/>
                </a:lnTo>
                <a:lnTo>
                  <a:pt x="918" y="671"/>
                </a:lnTo>
                <a:lnTo>
                  <a:pt x="919" y="672"/>
                </a:lnTo>
                <a:lnTo>
                  <a:pt x="921" y="673"/>
                </a:lnTo>
                <a:lnTo>
                  <a:pt x="922" y="673"/>
                </a:lnTo>
                <a:lnTo>
                  <a:pt x="923" y="674"/>
                </a:lnTo>
                <a:lnTo>
                  <a:pt x="924" y="674"/>
                </a:lnTo>
                <a:lnTo>
                  <a:pt x="925" y="675"/>
                </a:lnTo>
                <a:lnTo>
                  <a:pt x="930" y="677"/>
                </a:lnTo>
                <a:lnTo>
                  <a:pt x="931" y="678"/>
                </a:lnTo>
                <a:lnTo>
                  <a:pt x="932" y="678"/>
                </a:lnTo>
                <a:lnTo>
                  <a:pt x="932" y="679"/>
                </a:lnTo>
                <a:lnTo>
                  <a:pt x="931" y="680"/>
                </a:lnTo>
                <a:lnTo>
                  <a:pt x="930" y="682"/>
                </a:lnTo>
                <a:lnTo>
                  <a:pt x="929" y="683"/>
                </a:lnTo>
                <a:lnTo>
                  <a:pt x="927" y="685"/>
                </a:lnTo>
                <a:lnTo>
                  <a:pt x="926" y="686"/>
                </a:lnTo>
                <a:lnTo>
                  <a:pt x="924" y="688"/>
                </a:lnTo>
                <a:lnTo>
                  <a:pt x="923" y="690"/>
                </a:lnTo>
                <a:lnTo>
                  <a:pt x="922" y="690"/>
                </a:lnTo>
                <a:lnTo>
                  <a:pt x="921" y="689"/>
                </a:lnTo>
                <a:lnTo>
                  <a:pt x="920" y="689"/>
                </a:lnTo>
                <a:lnTo>
                  <a:pt x="919" y="690"/>
                </a:lnTo>
                <a:lnTo>
                  <a:pt x="920" y="690"/>
                </a:lnTo>
                <a:lnTo>
                  <a:pt x="919" y="691"/>
                </a:lnTo>
                <a:lnTo>
                  <a:pt x="919" y="692"/>
                </a:lnTo>
                <a:lnTo>
                  <a:pt x="919" y="693"/>
                </a:lnTo>
                <a:lnTo>
                  <a:pt x="918" y="693"/>
                </a:lnTo>
                <a:lnTo>
                  <a:pt x="917" y="693"/>
                </a:lnTo>
                <a:lnTo>
                  <a:pt x="916" y="693"/>
                </a:lnTo>
                <a:lnTo>
                  <a:pt x="916" y="694"/>
                </a:lnTo>
                <a:lnTo>
                  <a:pt x="915" y="694"/>
                </a:lnTo>
                <a:lnTo>
                  <a:pt x="914" y="694"/>
                </a:lnTo>
                <a:lnTo>
                  <a:pt x="913" y="695"/>
                </a:lnTo>
                <a:lnTo>
                  <a:pt x="913" y="696"/>
                </a:lnTo>
                <a:lnTo>
                  <a:pt x="911" y="696"/>
                </a:lnTo>
                <a:lnTo>
                  <a:pt x="910" y="695"/>
                </a:lnTo>
                <a:lnTo>
                  <a:pt x="910" y="694"/>
                </a:lnTo>
                <a:lnTo>
                  <a:pt x="910" y="693"/>
                </a:lnTo>
                <a:lnTo>
                  <a:pt x="909" y="693"/>
                </a:lnTo>
                <a:lnTo>
                  <a:pt x="909" y="694"/>
                </a:lnTo>
                <a:lnTo>
                  <a:pt x="908" y="695"/>
                </a:lnTo>
                <a:lnTo>
                  <a:pt x="908" y="696"/>
                </a:lnTo>
                <a:lnTo>
                  <a:pt x="908" y="697"/>
                </a:lnTo>
                <a:lnTo>
                  <a:pt x="907" y="697"/>
                </a:lnTo>
                <a:lnTo>
                  <a:pt x="906" y="698"/>
                </a:lnTo>
                <a:lnTo>
                  <a:pt x="905" y="698"/>
                </a:lnTo>
                <a:lnTo>
                  <a:pt x="905" y="697"/>
                </a:lnTo>
                <a:lnTo>
                  <a:pt x="906" y="697"/>
                </a:lnTo>
                <a:lnTo>
                  <a:pt x="905" y="697"/>
                </a:lnTo>
                <a:lnTo>
                  <a:pt x="904" y="698"/>
                </a:lnTo>
                <a:lnTo>
                  <a:pt x="904" y="699"/>
                </a:lnTo>
                <a:lnTo>
                  <a:pt x="903" y="699"/>
                </a:lnTo>
                <a:lnTo>
                  <a:pt x="903" y="700"/>
                </a:lnTo>
                <a:lnTo>
                  <a:pt x="902" y="700"/>
                </a:lnTo>
                <a:lnTo>
                  <a:pt x="902" y="701"/>
                </a:lnTo>
                <a:lnTo>
                  <a:pt x="901" y="702"/>
                </a:lnTo>
                <a:lnTo>
                  <a:pt x="901" y="703"/>
                </a:lnTo>
                <a:lnTo>
                  <a:pt x="900" y="703"/>
                </a:lnTo>
                <a:lnTo>
                  <a:pt x="900" y="704"/>
                </a:lnTo>
                <a:lnTo>
                  <a:pt x="899" y="704"/>
                </a:lnTo>
                <a:lnTo>
                  <a:pt x="898" y="704"/>
                </a:lnTo>
                <a:lnTo>
                  <a:pt x="897" y="704"/>
                </a:lnTo>
                <a:lnTo>
                  <a:pt x="895" y="706"/>
                </a:lnTo>
                <a:lnTo>
                  <a:pt x="895" y="707"/>
                </a:lnTo>
                <a:lnTo>
                  <a:pt x="896" y="708"/>
                </a:lnTo>
                <a:lnTo>
                  <a:pt x="897" y="708"/>
                </a:lnTo>
                <a:lnTo>
                  <a:pt x="898" y="708"/>
                </a:lnTo>
                <a:lnTo>
                  <a:pt x="899" y="708"/>
                </a:lnTo>
                <a:lnTo>
                  <a:pt x="899" y="709"/>
                </a:lnTo>
                <a:lnTo>
                  <a:pt x="898" y="709"/>
                </a:lnTo>
                <a:lnTo>
                  <a:pt x="897" y="709"/>
                </a:lnTo>
                <a:lnTo>
                  <a:pt x="897" y="710"/>
                </a:lnTo>
                <a:lnTo>
                  <a:pt x="896" y="710"/>
                </a:lnTo>
                <a:lnTo>
                  <a:pt x="896" y="711"/>
                </a:lnTo>
                <a:lnTo>
                  <a:pt x="896" y="712"/>
                </a:lnTo>
                <a:lnTo>
                  <a:pt x="897" y="712"/>
                </a:lnTo>
                <a:lnTo>
                  <a:pt x="898" y="712"/>
                </a:lnTo>
                <a:lnTo>
                  <a:pt x="898" y="713"/>
                </a:lnTo>
                <a:lnTo>
                  <a:pt x="897" y="713"/>
                </a:lnTo>
                <a:lnTo>
                  <a:pt x="897" y="714"/>
                </a:lnTo>
                <a:lnTo>
                  <a:pt x="897" y="715"/>
                </a:lnTo>
                <a:lnTo>
                  <a:pt x="896" y="716"/>
                </a:lnTo>
                <a:lnTo>
                  <a:pt x="896" y="717"/>
                </a:lnTo>
                <a:lnTo>
                  <a:pt x="897" y="717"/>
                </a:lnTo>
                <a:lnTo>
                  <a:pt x="897" y="718"/>
                </a:lnTo>
                <a:lnTo>
                  <a:pt x="894" y="720"/>
                </a:lnTo>
                <a:lnTo>
                  <a:pt x="893" y="720"/>
                </a:lnTo>
                <a:lnTo>
                  <a:pt x="892" y="721"/>
                </a:lnTo>
                <a:lnTo>
                  <a:pt x="892" y="722"/>
                </a:lnTo>
                <a:lnTo>
                  <a:pt x="893" y="722"/>
                </a:lnTo>
                <a:lnTo>
                  <a:pt x="892" y="723"/>
                </a:lnTo>
                <a:lnTo>
                  <a:pt x="891" y="723"/>
                </a:lnTo>
                <a:lnTo>
                  <a:pt x="891" y="724"/>
                </a:lnTo>
                <a:lnTo>
                  <a:pt x="891" y="725"/>
                </a:lnTo>
                <a:lnTo>
                  <a:pt x="891" y="726"/>
                </a:lnTo>
                <a:lnTo>
                  <a:pt x="892" y="726"/>
                </a:lnTo>
                <a:lnTo>
                  <a:pt x="893" y="726"/>
                </a:lnTo>
                <a:lnTo>
                  <a:pt x="894" y="726"/>
                </a:lnTo>
                <a:lnTo>
                  <a:pt x="893" y="726"/>
                </a:lnTo>
                <a:lnTo>
                  <a:pt x="893" y="727"/>
                </a:lnTo>
                <a:lnTo>
                  <a:pt x="894" y="727"/>
                </a:lnTo>
                <a:lnTo>
                  <a:pt x="895" y="727"/>
                </a:lnTo>
                <a:lnTo>
                  <a:pt x="896" y="727"/>
                </a:lnTo>
                <a:lnTo>
                  <a:pt x="896" y="728"/>
                </a:lnTo>
                <a:lnTo>
                  <a:pt x="896" y="729"/>
                </a:lnTo>
                <a:lnTo>
                  <a:pt x="897" y="729"/>
                </a:lnTo>
                <a:lnTo>
                  <a:pt x="897" y="730"/>
                </a:lnTo>
                <a:lnTo>
                  <a:pt x="896" y="731"/>
                </a:lnTo>
                <a:lnTo>
                  <a:pt x="896" y="732"/>
                </a:lnTo>
                <a:lnTo>
                  <a:pt x="896" y="733"/>
                </a:lnTo>
                <a:lnTo>
                  <a:pt x="897" y="734"/>
                </a:lnTo>
                <a:lnTo>
                  <a:pt x="897" y="735"/>
                </a:lnTo>
                <a:lnTo>
                  <a:pt x="898" y="735"/>
                </a:lnTo>
                <a:lnTo>
                  <a:pt x="899" y="735"/>
                </a:lnTo>
                <a:lnTo>
                  <a:pt x="898" y="734"/>
                </a:lnTo>
                <a:lnTo>
                  <a:pt x="899" y="734"/>
                </a:lnTo>
                <a:lnTo>
                  <a:pt x="899" y="733"/>
                </a:lnTo>
                <a:lnTo>
                  <a:pt x="900" y="735"/>
                </a:lnTo>
                <a:lnTo>
                  <a:pt x="901" y="735"/>
                </a:lnTo>
                <a:lnTo>
                  <a:pt x="901" y="736"/>
                </a:lnTo>
                <a:lnTo>
                  <a:pt x="901" y="737"/>
                </a:lnTo>
                <a:lnTo>
                  <a:pt x="902" y="738"/>
                </a:lnTo>
                <a:lnTo>
                  <a:pt x="902" y="737"/>
                </a:lnTo>
                <a:lnTo>
                  <a:pt x="903" y="738"/>
                </a:lnTo>
                <a:lnTo>
                  <a:pt x="902" y="739"/>
                </a:lnTo>
                <a:lnTo>
                  <a:pt x="902" y="740"/>
                </a:lnTo>
                <a:lnTo>
                  <a:pt x="901" y="740"/>
                </a:lnTo>
                <a:lnTo>
                  <a:pt x="900" y="741"/>
                </a:lnTo>
                <a:lnTo>
                  <a:pt x="900" y="740"/>
                </a:lnTo>
                <a:lnTo>
                  <a:pt x="899" y="740"/>
                </a:lnTo>
                <a:lnTo>
                  <a:pt x="898" y="740"/>
                </a:lnTo>
                <a:lnTo>
                  <a:pt x="897" y="740"/>
                </a:lnTo>
                <a:lnTo>
                  <a:pt x="897" y="739"/>
                </a:lnTo>
                <a:lnTo>
                  <a:pt x="896" y="739"/>
                </a:lnTo>
                <a:lnTo>
                  <a:pt x="895" y="739"/>
                </a:lnTo>
                <a:lnTo>
                  <a:pt x="894" y="741"/>
                </a:lnTo>
                <a:lnTo>
                  <a:pt x="894" y="742"/>
                </a:lnTo>
                <a:lnTo>
                  <a:pt x="893" y="742"/>
                </a:lnTo>
                <a:lnTo>
                  <a:pt x="892" y="741"/>
                </a:lnTo>
                <a:lnTo>
                  <a:pt x="891" y="739"/>
                </a:lnTo>
                <a:lnTo>
                  <a:pt x="890" y="739"/>
                </a:lnTo>
                <a:lnTo>
                  <a:pt x="890" y="738"/>
                </a:lnTo>
                <a:lnTo>
                  <a:pt x="890" y="739"/>
                </a:lnTo>
                <a:lnTo>
                  <a:pt x="890" y="740"/>
                </a:lnTo>
                <a:lnTo>
                  <a:pt x="889" y="741"/>
                </a:lnTo>
                <a:lnTo>
                  <a:pt x="889" y="742"/>
                </a:lnTo>
                <a:lnTo>
                  <a:pt x="890" y="742"/>
                </a:lnTo>
                <a:lnTo>
                  <a:pt x="890" y="743"/>
                </a:lnTo>
                <a:lnTo>
                  <a:pt x="889" y="743"/>
                </a:lnTo>
                <a:lnTo>
                  <a:pt x="888" y="744"/>
                </a:lnTo>
                <a:lnTo>
                  <a:pt x="887" y="744"/>
                </a:lnTo>
                <a:lnTo>
                  <a:pt x="887" y="748"/>
                </a:lnTo>
                <a:lnTo>
                  <a:pt x="887" y="749"/>
                </a:lnTo>
                <a:lnTo>
                  <a:pt x="888" y="749"/>
                </a:lnTo>
                <a:lnTo>
                  <a:pt x="888" y="750"/>
                </a:lnTo>
                <a:lnTo>
                  <a:pt x="887" y="750"/>
                </a:lnTo>
                <a:lnTo>
                  <a:pt x="887" y="751"/>
                </a:lnTo>
                <a:lnTo>
                  <a:pt x="888" y="751"/>
                </a:lnTo>
                <a:lnTo>
                  <a:pt x="888" y="752"/>
                </a:lnTo>
                <a:lnTo>
                  <a:pt x="888" y="753"/>
                </a:lnTo>
                <a:lnTo>
                  <a:pt x="889" y="754"/>
                </a:lnTo>
                <a:lnTo>
                  <a:pt x="890" y="758"/>
                </a:lnTo>
                <a:lnTo>
                  <a:pt x="890" y="759"/>
                </a:lnTo>
                <a:lnTo>
                  <a:pt x="891" y="760"/>
                </a:lnTo>
                <a:lnTo>
                  <a:pt x="890" y="761"/>
                </a:lnTo>
                <a:lnTo>
                  <a:pt x="891" y="761"/>
                </a:lnTo>
                <a:lnTo>
                  <a:pt x="891" y="762"/>
                </a:lnTo>
                <a:lnTo>
                  <a:pt x="891" y="763"/>
                </a:lnTo>
                <a:lnTo>
                  <a:pt x="892" y="763"/>
                </a:lnTo>
                <a:lnTo>
                  <a:pt x="891" y="763"/>
                </a:lnTo>
                <a:lnTo>
                  <a:pt x="891" y="764"/>
                </a:lnTo>
                <a:lnTo>
                  <a:pt x="892" y="764"/>
                </a:lnTo>
                <a:lnTo>
                  <a:pt x="892" y="765"/>
                </a:lnTo>
                <a:lnTo>
                  <a:pt x="893" y="765"/>
                </a:lnTo>
                <a:lnTo>
                  <a:pt x="893" y="766"/>
                </a:lnTo>
                <a:lnTo>
                  <a:pt x="892" y="766"/>
                </a:lnTo>
                <a:lnTo>
                  <a:pt x="892" y="767"/>
                </a:lnTo>
                <a:lnTo>
                  <a:pt x="892" y="768"/>
                </a:lnTo>
                <a:lnTo>
                  <a:pt x="891" y="768"/>
                </a:lnTo>
                <a:lnTo>
                  <a:pt x="890" y="768"/>
                </a:lnTo>
                <a:lnTo>
                  <a:pt x="889" y="768"/>
                </a:lnTo>
                <a:lnTo>
                  <a:pt x="889" y="769"/>
                </a:lnTo>
                <a:lnTo>
                  <a:pt x="888" y="769"/>
                </a:lnTo>
                <a:lnTo>
                  <a:pt x="888" y="768"/>
                </a:lnTo>
                <a:lnTo>
                  <a:pt x="887" y="768"/>
                </a:lnTo>
                <a:lnTo>
                  <a:pt x="888" y="769"/>
                </a:lnTo>
                <a:lnTo>
                  <a:pt x="887" y="769"/>
                </a:lnTo>
                <a:lnTo>
                  <a:pt x="888" y="769"/>
                </a:lnTo>
                <a:lnTo>
                  <a:pt x="888" y="770"/>
                </a:lnTo>
                <a:lnTo>
                  <a:pt x="887" y="771"/>
                </a:lnTo>
                <a:lnTo>
                  <a:pt x="887" y="772"/>
                </a:lnTo>
                <a:lnTo>
                  <a:pt x="886" y="772"/>
                </a:lnTo>
                <a:lnTo>
                  <a:pt x="886" y="771"/>
                </a:lnTo>
                <a:lnTo>
                  <a:pt x="884" y="771"/>
                </a:lnTo>
                <a:lnTo>
                  <a:pt x="884" y="772"/>
                </a:lnTo>
                <a:lnTo>
                  <a:pt x="883" y="773"/>
                </a:lnTo>
                <a:lnTo>
                  <a:pt x="881" y="773"/>
                </a:lnTo>
                <a:lnTo>
                  <a:pt x="880" y="773"/>
                </a:lnTo>
                <a:lnTo>
                  <a:pt x="879" y="774"/>
                </a:lnTo>
                <a:lnTo>
                  <a:pt x="878" y="774"/>
                </a:lnTo>
                <a:lnTo>
                  <a:pt x="877" y="774"/>
                </a:lnTo>
                <a:lnTo>
                  <a:pt x="876" y="774"/>
                </a:lnTo>
                <a:lnTo>
                  <a:pt x="875" y="774"/>
                </a:lnTo>
                <a:lnTo>
                  <a:pt x="874" y="774"/>
                </a:lnTo>
                <a:lnTo>
                  <a:pt x="872" y="774"/>
                </a:lnTo>
                <a:lnTo>
                  <a:pt x="868" y="774"/>
                </a:lnTo>
                <a:lnTo>
                  <a:pt x="866" y="775"/>
                </a:lnTo>
                <a:lnTo>
                  <a:pt x="865" y="775"/>
                </a:lnTo>
                <a:lnTo>
                  <a:pt x="865" y="776"/>
                </a:lnTo>
                <a:lnTo>
                  <a:pt x="864" y="776"/>
                </a:lnTo>
                <a:lnTo>
                  <a:pt x="863" y="776"/>
                </a:lnTo>
                <a:lnTo>
                  <a:pt x="862" y="776"/>
                </a:lnTo>
                <a:lnTo>
                  <a:pt x="861" y="776"/>
                </a:lnTo>
                <a:lnTo>
                  <a:pt x="860" y="776"/>
                </a:lnTo>
                <a:lnTo>
                  <a:pt x="860" y="777"/>
                </a:lnTo>
                <a:lnTo>
                  <a:pt x="859" y="778"/>
                </a:lnTo>
                <a:lnTo>
                  <a:pt x="859" y="779"/>
                </a:lnTo>
                <a:lnTo>
                  <a:pt x="859" y="780"/>
                </a:lnTo>
                <a:lnTo>
                  <a:pt x="858" y="781"/>
                </a:lnTo>
                <a:lnTo>
                  <a:pt x="858" y="782"/>
                </a:lnTo>
                <a:lnTo>
                  <a:pt x="857" y="782"/>
                </a:lnTo>
                <a:lnTo>
                  <a:pt x="857" y="783"/>
                </a:lnTo>
                <a:lnTo>
                  <a:pt x="857" y="784"/>
                </a:lnTo>
                <a:lnTo>
                  <a:pt x="858" y="784"/>
                </a:lnTo>
                <a:lnTo>
                  <a:pt x="859" y="784"/>
                </a:lnTo>
                <a:lnTo>
                  <a:pt x="860" y="784"/>
                </a:lnTo>
                <a:lnTo>
                  <a:pt x="860" y="783"/>
                </a:lnTo>
                <a:lnTo>
                  <a:pt x="860" y="784"/>
                </a:lnTo>
                <a:lnTo>
                  <a:pt x="861" y="784"/>
                </a:lnTo>
                <a:lnTo>
                  <a:pt x="863" y="784"/>
                </a:lnTo>
                <a:lnTo>
                  <a:pt x="864" y="785"/>
                </a:lnTo>
                <a:lnTo>
                  <a:pt x="865" y="786"/>
                </a:lnTo>
                <a:lnTo>
                  <a:pt x="866" y="787"/>
                </a:lnTo>
                <a:lnTo>
                  <a:pt x="865" y="788"/>
                </a:lnTo>
                <a:lnTo>
                  <a:pt x="865" y="791"/>
                </a:lnTo>
                <a:lnTo>
                  <a:pt x="865" y="792"/>
                </a:lnTo>
                <a:lnTo>
                  <a:pt x="865" y="793"/>
                </a:lnTo>
                <a:lnTo>
                  <a:pt x="866" y="794"/>
                </a:lnTo>
                <a:lnTo>
                  <a:pt x="866" y="795"/>
                </a:lnTo>
                <a:lnTo>
                  <a:pt x="867" y="795"/>
                </a:lnTo>
                <a:lnTo>
                  <a:pt x="867" y="796"/>
                </a:lnTo>
                <a:lnTo>
                  <a:pt x="867" y="797"/>
                </a:lnTo>
                <a:lnTo>
                  <a:pt x="867" y="798"/>
                </a:lnTo>
                <a:lnTo>
                  <a:pt x="867" y="799"/>
                </a:lnTo>
                <a:lnTo>
                  <a:pt x="868" y="800"/>
                </a:lnTo>
                <a:lnTo>
                  <a:pt x="867" y="800"/>
                </a:lnTo>
                <a:lnTo>
                  <a:pt x="866" y="801"/>
                </a:lnTo>
                <a:lnTo>
                  <a:pt x="866" y="802"/>
                </a:lnTo>
                <a:lnTo>
                  <a:pt x="867" y="802"/>
                </a:lnTo>
                <a:lnTo>
                  <a:pt x="867" y="803"/>
                </a:lnTo>
                <a:lnTo>
                  <a:pt x="866" y="803"/>
                </a:lnTo>
                <a:lnTo>
                  <a:pt x="865" y="803"/>
                </a:lnTo>
                <a:lnTo>
                  <a:pt x="865" y="804"/>
                </a:lnTo>
                <a:lnTo>
                  <a:pt x="864" y="804"/>
                </a:lnTo>
                <a:lnTo>
                  <a:pt x="863" y="806"/>
                </a:lnTo>
                <a:lnTo>
                  <a:pt x="862" y="806"/>
                </a:lnTo>
                <a:lnTo>
                  <a:pt x="861" y="806"/>
                </a:lnTo>
                <a:lnTo>
                  <a:pt x="860" y="806"/>
                </a:lnTo>
                <a:lnTo>
                  <a:pt x="860" y="807"/>
                </a:lnTo>
                <a:lnTo>
                  <a:pt x="859" y="807"/>
                </a:lnTo>
                <a:lnTo>
                  <a:pt x="858" y="807"/>
                </a:lnTo>
                <a:lnTo>
                  <a:pt x="858" y="806"/>
                </a:lnTo>
                <a:lnTo>
                  <a:pt x="857" y="805"/>
                </a:lnTo>
                <a:lnTo>
                  <a:pt x="854" y="804"/>
                </a:lnTo>
                <a:lnTo>
                  <a:pt x="853" y="804"/>
                </a:lnTo>
                <a:lnTo>
                  <a:pt x="851" y="805"/>
                </a:lnTo>
                <a:lnTo>
                  <a:pt x="848" y="806"/>
                </a:lnTo>
                <a:lnTo>
                  <a:pt x="847" y="806"/>
                </a:lnTo>
                <a:lnTo>
                  <a:pt x="846" y="806"/>
                </a:lnTo>
                <a:lnTo>
                  <a:pt x="846" y="807"/>
                </a:lnTo>
                <a:lnTo>
                  <a:pt x="847" y="807"/>
                </a:lnTo>
                <a:lnTo>
                  <a:pt x="846" y="808"/>
                </a:lnTo>
                <a:lnTo>
                  <a:pt x="846" y="807"/>
                </a:lnTo>
                <a:lnTo>
                  <a:pt x="845" y="807"/>
                </a:lnTo>
                <a:lnTo>
                  <a:pt x="845" y="809"/>
                </a:lnTo>
                <a:lnTo>
                  <a:pt x="845" y="810"/>
                </a:lnTo>
                <a:lnTo>
                  <a:pt x="846" y="810"/>
                </a:lnTo>
                <a:lnTo>
                  <a:pt x="846" y="811"/>
                </a:lnTo>
                <a:lnTo>
                  <a:pt x="846" y="812"/>
                </a:lnTo>
                <a:lnTo>
                  <a:pt x="845" y="812"/>
                </a:lnTo>
                <a:lnTo>
                  <a:pt x="844" y="812"/>
                </a:lnTo>
                <a:lnTo>
                  <a:pt x="843" y="814"/>
                </a:lnTo>
                <a:lnTo>
                  <a:pt x="843" y="815"/>
                </a:lnTo>
                <a:lnTo>
                  <a:pt x="842" y="815"/>
                </a:lnTo>
                <a:lnTo>
                  <a:pt x="841" y="815"/>
                </a:lnTo>
                <a:lnTo>
                  <a:pt x="841" y="814"/>
                </a:lnTo>
                <a:lnTo>
                  <a:pt x="840" y="814"/>
                </a:lnTo>
                <a:lnTo>
                  <a:pt x="839" y="814"/>
                </a:lnTo>
                <a:lnTo>
                  <a:pt x="838" y="814"/>
                </a:lnTo>
                <a:lnTo>
                  <a:pt x="836" y="814"/>
                </a:lnTo>
                <a:lnTo>
                  <a:pt x="836" y="815"/>
                </a:lnTo>
                <a:lnTo>
                  <a:pt x="835" y="816"/>
                </a:lnTo>
                <a:lnTo>
                  <a:pt x="834" y="815"/>
                </a:lnTo>
                <a:lnTo>
                  <a:pt x="833" y="816"/>
                </a:lnTo>
                <a:lnTo>
                  <a:pt x="833" y="817"/>
                </a:lnTo>
                <a:lnTo>
                  <a:pt x="832" y="817"/>
                </a:lnTo>
                <a:lnTo>
                  <a:pt x="832" y="818"/>
                </a:lnTo>
                <a:lnTo>
                  <a:pt x="833" y="818"/>
                </a:lnTo>
                <a:lnTo>
                  <a:pt x="833" y="819"/>
                </a:lnTo>
                <a:lnTo>
                  <a:pt x="834" y="819"/>
                </a:lnTo>
                <a:lnTo>
                  <a:pt x="835" y="819"/>
                </a:lnTo>
                <a:lnTo>
                  <a:pt x="837" y="821"/>
                </a:lnTo>
                <a:lnTo>
                  <a:pt x="837" y="822"/>
                </a:lnTo>
                <a:lnTo>
                  <a:pt x="838" y="823"/>
                </a:lnTo>
                <a:lnTo>
                  <a:pt x="838" y="824"/>
                </a:lnTo>
                <a:lnTo>
                  <a:pt x="838" y="825"/>
                </a:lnTo>
                <a:lnTo>
                  <a:pt x="838" y="826"/>
                </a:lnTo>
                <a:lnTo>
                  <a:pt x="838" y="827"/>
                </a:lnTo>
                <a:lnTo>
                  <a:pt x="838" y="828"/>
                </a:lnTo>
                <a:lnTo>
                  <a:pt x="839" y="829"/>
                </a:lnTo>
                <a:lnTo>
                  <a:pt x="839" y="830"/>
                </a:lnTo>
                <a:lnTo>
                  <a:pt x="839" y="831"/>
                </a:lnTo>
                <a:lnTo>
                  <a:pt x="840" y="832"/>
                </a:lnTo>
                <a:lnTo>
                  <a:pt x="839" y="832"/>
                </a:lnTo>
                <a:lnTo>
                  <a:pt x="838" y="832"/>
                </a:lnTo>
                <a:lnTo>
                  <a:pt x="837" y="833"/>
                </a:lnTo>
                <a:lnTo>
                  <a:pt x="838" y="834"/>
                </a:lnTo>
                <a:lnTo>
                  <a:pt x="838" y="835"/>
                </a:lnTo>
                <a:lnTo>
                  <a:pt x="836" y="835"/>
                </a:lnTo>
                <a:lnTo>
                  <a:pt x="835" y="834"/>
                </a:lnTo>
                <a:lnTo>
                  <a:pt x="835" y="833"/>
                </a:lnTo>
                <a:lnTo>
                  <a:pt x="834" y="833"/>
                </a:lnTo>
                <a:lnTo>
                  <a:pt x="834" y="834"/>
                </a:lnTo>
                <a:lnTo>
                  <a:pt x="833" y="835"/>
                </a:lnTo>
                <a:lnTo>
                  <a:pt x="833" y="836"/>
                </a:lnTo>
                <a:lnTo>
                  <a:pt x="833" y="837"/>
                </a:lnTo>
                <a:lnTo>
                  <a:pt x="833" y="838"/>
                </a:lnTo>
                <a:lnTo>
                  <a:pt x="832" y="838"/>
                </a:lnTo>
                <a:lnTo>
                  <a:pt x="832" y="837"/>
                </a:lnTo>
                <a:lnTo>
                  <a:pt x="831" y="837"/>
                </a:lnTo>
                <a:lnTo>
                  <a:pt x="831" y="838"/>
                </a:lnTo>
                <a:lnTo>
                  <a:pt x="831" y="839"/>
                </a:lnTo>
                <a:lnTo>
                  <a:pt x="831" y="840"/>
                </a:lnTo>
                <a:lnTo>
                  <a:pt x="831" y="841"/>
                </a:lnTo>
                <a:lnTo>
                  <a:pt x="830" y="841"/>
                </a:lnTo>
                <a:lnTo>
                  <a:pt x="829" y="841"/>
                </a:lnTo>
                <a:lnTo>
                  <a:pt x="829" y="840"/>
                </a:lnTo>
                <a:lnTo>
                  <a:pt x="828" y="840"/>
                </a:lnTo>
                <a:lnTo>
                  <a:pt x="827" y="840"/>
                </a:lnTo>
                <a:lnTo>
                  <a:pt x="826" y="840"/>
                </a:lnTo>
                <a:lnTo>
                  <a:pt x="825" y="840"/>
                </a:lnTo>
                <a:lnTo>
                  <a:pt x="825" y="841"/>
                </a:lnTo>
                <a:lnTo>
                  <a:pt x="824" y="841"/>
                </a:lnTo>
                <a:lnTo>
                  <a:pt x="824" y="842"/>
                </a:lnTo>
                <a:lnTo>
                  <a:pt x="823" y="842"/>
                </a:lnTo>
                <a:lnTo>
                  <a:pt x="821" y="842"/>
                </a:lnTo>
                <a:lnTo>
                  <a:pt x="820" y="841"/>
                </a:lnTo>
                <a:lnTo>
                  <a:pt x="819" y="841"/>
                </a:lnTo>
                <a:lnTo>
                  <a:pt x="818" y="842"/>
                </a:lnTo>
                <a:lnTo>
                  <a:pt x="818" y="843"/>
                </a:lnTo>
                <a:lnTo>
                  <a:pt x="818" y="844"/>
                </a:lnTo>
                <a:lnTo>
                  <a:pt x="817" y="845"/>
                </a:lnTo>
                <a:lnTo>
                  <a:pt x="816" y="846"/>
                </a:lnTo>
                <a:lnTo>
                  <a:pt x="815" y="846"/>
                </a:lnTo>
                <a:lnTo>
                  <a:pt x="815" y="847"/>
                </a:lnTo>
                <a:lnTo>
                  <a:pt x="815" y="848"/>
                </a:lnTo>
                <a:lnTo>
                  <a:pt x="814" y="849"/>
                </a:lnTo>
                <a:lnTo>
                  <a:pt x="814" y="850"/>
                </a:lnTo>
                <a:lnTo>
                  <a:pt x="814" y="851"/>
                </a:lnTo>
                <a:lnTo>
                  <a:pt x="813" y="853"/>
                </a:lnTo>
                <a:lnTo>
                  <a:pt x="812" y="853"/>
                </a:lnTo>
                <a:lnTo>
                  <a:pt x="812" y="854"/>
                </a:lnTo>
                <a:lnTo>
                  <a:pt x="812" y="855"/>
                </a:lnTo>
                <a:lnTo>
                  <a:pt x="811" y="856"/>
                </a:lnTo>
                <a:lnTo>
                  <a:pt x="811" y="857"/>
                </a:lnTo>
                <a:lnTo>
                  <a:pt x="811" y="858"/>
                </a:lnTo>
                <a:lnTo>
                  <a:pt x="810" y="859"/>
                </a:lnTo>
                <a:lnTo>
                  <a:pt x="810" y="860"/>
                </a:lnTo>
                <a:lnTo>
                  <a:pt x="809" y="861"/>
                </a:lnTo>
                <a:lnTo>
                  <a:pt x="809" y="862"/>
                </a:lnTo>
                <a:lnTo>
                  <a:pt x="808" y="863"/>
                </a:lnTo>
                <a:lnTo>
                  <a:pt x="806" y="863"/>
                </a:lnTo>
                <a:lnTo>
                  <a:pt x="805" y="863"/>
                </a:lnTo>
                <a:lnTo>
                  <a:pt x="805" y="862"/>
                </a:lnTo>
                <a:lnTo>
                  <a:pt x="804" y="861"/>
                </a:lnTo>
                <a:lnTo>
                  <a:pt x="803" y="860"/>
                </a:lnTo>
                <a:lnTo>
                  <a:pt x="803" y="859"/>
                </a:lnTo>
                <a:lnTo>
                  <a:pt x="802" y="859"/>
                </a:lnTo>
                <a:lnTo>
                  <a:pt x="802" y="858"/>
                </a:lnTo>
                <a:lnTo>
                  <a:pt x="802" y="857"/>
                </a:lnTo>
                <a:lnTo>
                  <a:pt x="802" y="856"/>
                </a:lnTo>
                <a:lnTo>
                  <a:pt x="802" y="855"/>
                </a:lnTo>
                <a:lnTo>
                  <a:pt x="802" y="854"/>
                </a:lnTo>
                <a:lnTo>
                  <a:pt x="801" y="854"/>
                </a:lnTo>
                <a:lnTo>
                  <a:pt x="801" y="855"/>
                </a:lnTo>
                <a:lnTo>
                  <a:pt x="800" y="855"/>
                </a:lnTo>
                <a:lnTo>
                  <a:pt x="799" y="854"/>
                </a:lnTo>
                <a:lnTo>
                  <a:pt x="799" y="853"/>
                </a:lnTo>
                <a:lnTo>
                  <a:pt x="798" y="853"/>
                </a:lnTo>
                <a:lnTo>
                  <a:pt x="798" y="852"/>
                </a:lnTo>
                <a:lnTo>
                  <a:pt x="798" y="851"/>
                </a:lnTo>
                <a:lnTo>
                  <a:pt x="798" y="850"/>
                </a:lnTo>
                <a:lnTo>
                  <a:pt x="798" y="848"/>
                </a:lnTo>
                <a:lnTo>
                  <a:pt x="797" y="847"/>
                </a:lnTo>
                <a:lnTo>
                  <a:pt x="796" y="846"/>
                </a:lnTo>
                <a:lnTo>
                  <a:pt x="795" y="846"/>
                </a:lnTo>
                <a:lnTo>
                  <a:pt x="794" y="846"/>
                </a:lnTo>
                <a:lnTo>
                  <a:pt x="794" y="845"/>
                </a:lnTo>
                <a:lnTo>
                  <a:pt x="794" y="844"/>
                </a:lnTo>
                <a:lnTo>
                  <a:pt x="795" y="843"/>
                </a:lnTo>
                <a:lnTo>
                  <a:pt x="795" y="842"/>
                </a:lnTo>
                <a:lnTo>
                  <a:pt x="794" y="842"/>
                </a:lnTo>
                <a:lnTo>
                  <a:pt x="794" y="841"/>
                </a:lnTo>
                <a:lnTo>
                  <a:pt x="793" y="840"/>
                </a:lnTo>
                <a:lnTo>
                  <a:pt x="793" y="839"/>
                </a:lnTo>
                <a:lnTo>
                  <a:pt x="793" y="840"/>
                </a:lnTo>
                <a:lnTo>
                  <a:pt x="792" y="840"/>
                </a:lnTo>
                <a:lnTo>
                  <a:pt x="792" y="839"/>
                </a:lnTo>
                <a:lnTo>
                  <a:pt x="792" y="838"/>
                </a:lnTo>
                <a:lnTo>
                  <a:pt x="792" y="837"/>
                </a:lnTo>
                <a:lnTo>
                  <a:pt x="792" y="836"/>
                </a:lnTo>
                <a:lnTo>
                  <a:pt x="791" y="836"/>
                </a:lnTo>
                <a:lnTo>
                  <a:pt x="791" y="835"/>
                </a:lnTo>
                <a:lnTo>
                  <a:pt x="791" y="834"/>
                </a:lnTo>
                <a:lnTo>
                  <a:pt x="791" y="833"/>
                </a:lnTo>
                <a:lnTo>
                  <a:pt x="791" y="832"/>
                </a:lnTo>
                <a:lnTo>
                  <a:pt x="791" y="831"/>
                </a:lnTo>
                <a:lnTo>
                  <a:pt x="790" y="831"/>
                </a:lnTo>
                <a:lnTo>
                  <a:pt x="790" y="832"/>
                </a:lnTo>
                <a:lnTo>
                  <a:pt x="789" y="832"/>
                </a:lnTo>
                <a:lnTo>
                  <a:pt x="789" y="831"/>
                </a:lnTo>
                <a:lnTo>
                  <a:pt x="788" y="831"/>
                </a:lnTo>
                <a:lnTo>
                  <a:pt x="788" y="832"/>
                </a:lnTo>
                <a:lnTo>
                  <a:pt x="788" y="833"/>
                </a:lnTo>
                <a:lnTo>
                  <a:pt x="789" y="835"/>
                </a:lnTo>
                <a:lnTo>
                  <a:pt x="790" y="836"/>
                </a:lnTo>
                <a:lnTo>
                  <a:pt x="789" y="837"/>
                </a:lnTo>
                <a:lnTo>
                  <a:pt x="788" y="837"/>
                </a:lnTo>
                <a:lnTo>
                  <a:pt x="787" y="838"/>
                </a:lnTo>
                <a:lnTo>
                  <a:pt x="786" y="838"/>
                </a:lnTo>
                <a:lnTo>
                  <a:pt x="786" y="839"/>
                </a:lnTo>
                <a:lnTo>
                  <a:pt x="785" y="839"/>
                </a:lnTo>
                <a:lnTo>
                  <a:pt x="783" y="839"/>
                </a:lnTo>
                <a:lnTo>
                  <a:pt x="782" y="840"/>
                </a:lnTo>
                <a:lnTo>
                  <a:pt x="782" y="841"/>
                </a:lnTo>
                <a:lnTo>
                  <a:pt x="781" y="841"/>
                </a:lnTo>
                <a:lnTo>
                  <a:pt x="781" y="842"/>
                </a:lnTo>
                <a:lnTo>
                  <a:pt x="780" y="842"/>
                </a:lnTo>
                <a:lnTo>
                  <a:pt x="779" y="842"/>
                </a:lnTo>
                <a:lnTo>
                  <a:pt x="779" y="841"/>
                </a:lnTo>
                <a:lnTo>
                  <a:pt x="779" y="840"/>
                </a:lnTo>
                <a:lnTo>
                  <a:pt x="779" y="839"/>
                </a:lnTo>
                <a:lnTo>
                  <a:pt x="778" y="837"/>
                </a:lnTo>
                <a:lnTo>
                  <a:pt x="777" y="837"/>
                </a:lnTo>
                <a:lnTo>
                  <a:pt x="778" y="836"/>
                </a:lnTo>
                <a:lnTo>
                  <a:pt x="778" y="835"/>
                </a:lnTo>
                <a:lnTo>
                  <a:pt x="778" y="834"/>
                </a:lnTo>
                <a:lnTo>
                  <a:pt x="779" y="834"/>
                </a:lnTo>
                <a:lnTo>
                  <a:pt x="779" y="833"/>
                </a:lnTo>
                <a:lnTo>
                  <a:pt x="778" y="833"/>
                </a:lnTo>
                <a:lnTo>
                  <a:pt x="778" y="832"/>
                </a:lnTo>
                <a:lnTo>
                  <a:pt x="778" y="831"/>
                </a:lnTo>
                <a:lnTo>
                  <a:pt x="779" y="830"/>
                </a:lnTo>
                <a:lnTo>
                  <a:pt x="779" y="829"/>
                </a:lnTo>
                <a:lnTo>
                  <a:pt x="779" y="828"/>
                </a:lnTo>
                <a:lnTo>
                  <a:pt x="777" y="829"/>
                </a:lnTo>
                <a:lnTo>
                  <a:pt x="776" y="830"/>
                </a:lnTo>
                <a:lnTo>
                  <a:pt x="775" y="830"/>
                </a:lnTo>
                <a:lnTo>
                  <a:pt x="773" y="831"/>
                </a:lnTo>
                <a:lnTo>
                  <a:pt x="771" y="832"/>
                </a:lnTo>
                <a:lnTo>
                  <a:pt x="770" y="833"/>
                </a:lnTo>
                <a:lnTo>
                  <a:pt x="768" y="833"/>
                </a:lnTo>
                <a:lnTo>
                  <a:pt x="767" y="834"/>
                </a:lnTo>
                <a:lnTo>
                  <a:pt x="766" y="834"/>
                </a:lnTo>
                <a:lnTo>
                  <a:pt x="763" y="835"/>
                </a:lnTo>
                <a:lnTo>
                  <a:pt x="762" y="835"/>
                </a:lnTo>
                <a:lnTo>
                  <a:pt x="761" y="835"/>
                </a:lnTo>
                <a:lnTo>
                  <a:pt x="760" y="836"/>
                </a:lnTo>
                <a:lnTo>
                  <a:pt x="759" y="836"/>
                </a:lnTo>
                <a:lnTo>
                  <a:pt x="756" y="836"/>
                </a:lnTo>
                <a:lnTo>
                  <a:pt x="755" y="837"/>
                </a:lnTo>
                <a:lnTo>
                  <a:pt x="754" y="837"/>
                </a:lnTo>
                <a:lnTo>
                  <a:pt x="753" y="836"/>
                </a:lnTo>
                <a:lnTo>
                  <a:pt x="751" y="836"/>
                </a:lnTo>
                <a:lnTo>
                  <a:pt x="748" y="836"/>
                </a:lnTo>
                <a:lnTo>
                  <a:pt x="746" y="836"/>
                </a:lnTo>
                <a:lnTo>
                  <a:pt x="744" y="836"/>
                </a:lnTo>
                <a:lnTo>
                  <a:pt x="743" y="836"/>
                </a:lnTo>
                <a:lnTo>
                  <a:pt x="741" y="836"/>
                </a:lnTo>
                <a:lnTo>
                  <a:pt x="738" y="835"/>
                </a:lnTo>
                <a:lnTo>
                  <a:pt x="734" y="833"/>
                </a:lnTo>
                <a:lnTo>
                  <a:pt x="732" y="832"/>
                </a:lnTo>
                <a:lnTo>
                  <a:pt x="731" y="831"/>
                </a:lnTo>
                <a:lnTo>
                  <a:pt x="730" y="831"/>
                </a:lnTo>
                <a:lnTo>
                  <a:pt x="729" y="830"/>
                </a:lnTo>
                <a:lnTo>
                  <a:pt x="729" y="829"/>
                </a:lnTo>
                <a:lnTo>
                  <a:pt x="728" y="829"/>
                </a:lnTo>
                <a:lnTo>
                  <a:pt x="728" y="828"/>
                </a:lnTo>
                <a:lnTo>
                  <a:pt x="727" y="828"/>
                </a:lnTo>
                <a:lnTo>
                  <a:pt x="726" y="828"/>
                </a:lnTo>
                <a:lnTo>
                  <a:pt x="725" y="827"/>
                </a:lnTo>
                <a:lnTo>
                  <a:pt x="724" y="826"/>
                </a:lnTo>
                <a:lnTo>
                  <a:pt x="723" y="825"/>
                </a:lnTo>
                <a:lnTo>
                  <a:pt x="721" y="825"/>
                </a:lnTo>
                <a:lnTo>
                  <a:pt x="720" y="824"/>
                </a:lnTo>
                <a:lnTo>
                  <a:pt x="719" y="824"/>
                </a:lnTo>
                <a:lnTo>
                  <a:pt x="717" y="824"/>
                </a:lnTo>
                <a:lnTo>
                  <a:pt x="716" y="823"/>
                </a:lnTo>
                <a:lnTo>
                  <a:pt x="715" y="823"/>
                </a:lnTo>
                <a:lnTo>
                  <a:pt x="713" y="822"/>
                </a:lnTo>
                <a:lnTo>
                  <a:pt x="712" y="821"/>
                </a:lnTo>
                <a:lnTo>
                  <a:pt x="712" y="820"/>
                </a:lnTo>
                <a:lnTo>
                  <a:pt x="710" y="818"/>
                </a:lnTo>
                <a:lnTo>
                  <a:pt x="709" y="816"/>
                </a:lnTo>
                <a:lnTo>
                  <a:pt x="709" y="815"/>
                </a:lnTo>
                <a:lnTo>
                  <a:pt x="708" y="815"/>
                </a:lnTo>
                <a:lnTo>
                  <a:pt x="707" y="814"/>
                </a:lnTo>
                <a:lnTo>
                  <a:pt x="706" y="813"/>
                </a:lnTo>
                <a:lnTo>
                  <a:pt x="704" y="811"/>
                </a:lnTo>
                <a:lnTo>
                  <a:pt x="703" y="809"/>
                </a:lnTo>
                <a:lnTo>
                  <a:pt x="701" y="807"/>
                </a:lnTo>
                <a:lnTo>
                  <a:pt x="701" y="806"/>
                </a:lnTo>
                <a:lnTo>
                  <a:pt x="701" y="805"/>
                </a:lnTo>
                <a:lnTo>
                  <a:pt x="700" y="804"/>
                </a:lnTo>
                <a:lnTo>
                  <a:pt x="700" y="803"/>
                </a:lnTo>
                <a:lnTo>
                  <a:pt x="699" y="801"/>
                </a:lnTo>
                <a:lnTo>
                  <a:pt x="699" y="800"/>
                </a:lnTo>
                <a:lnTo>
                  <a:pt x="699" y="799"/>
                </a:lnTo>
                <a:lnTo>
                  <a:pt x="697" y="798"/>
                </a:lnTo>
                <a:lnTo>
                  <a:pt x="696" y="797"/>
                </a:lnTo>
                <a:lnTo>
                  <a:pt x="695" y="797"/>
                </a:lnTo>
                <a:lnTo>
                  <a:pt x="695" y="796"/>
                </a:lnTo>
                <a:lnTo>
                  <a:pt x="695" y="795"/>
                </a:lnTo>
                <a:lnTo>
                  <a:pt x="694" y="795"/>
                </a:lnTo>
                <a:lnTo>
                  <a:pt x="693" y="795"/>
                </a:lnTo>
                <a:lnTo>
                  <a:pt x="692" y="795"/>
                </a:lnTo>
                <a:lnTo>
                  <a:pt x="691" y="796"/>
                </a:lnTo>
                <a:lnTo>
                  <a:pt x="690" y="797"/>
                </a:lnTo>
                <a:lnTo>
                  <a:pt x="689" y="797"/>
                </a:lnTo>
                <a:lnTo>
                  <a:pt x="688" y="797"/>
                </a:lnTo>
                <a:lnTo>
                  <a:pt x="688" y="798"/>
                </a:lnTo>
                <a:lnTo>
                  <a:pt x="686" y="798"/>
                </a:lnTo>
                <a:lnTo>
                  <a:pt x="686" y="797"/>
                </a:lnTo>
                <a:lnTo>
                  <a:pt x="686" y="796"/>
                </a:lnTo>
                <a:lnTo>
                  <a:pt x="685" y="797"/>
                </a:lnTo>
                <a:lnTo>
                  <a:pt x="684" y="796"/>
                </a:lnTo>
                <a:lnTo>
                  <a:pt x="684" y="797"/>
                </a:lnTo>
                <a:lnTo>
                  <a:pt x="683" y="797"/>
                </a:lnTo>
                <a:lnTo>
                  <a:pt x="682" y="797"/>
                </a:lnTo>
                <a:lnTo>
                  <a:pt x="681" y="797"/>
                </a:lnTo>
                <a:lnTo>
                  <a:pt x="681" y="796"/>
                </a:lnTo>
                <a:lnTo>
                  <a:pt x="679" y="797"/>
                </a:lnTo>
                <a:lnTo>
                  <a:pt x="678" y="797"/>
                </a:lnTo>
                <a:lnTo>
                  <a:pt x="678" y="798"/>
                </a:lnTo>
                <a:lnTo>
                  <a:pt x="677" y="799"/>
                </a:lnTo>
                <a:lnTo>
                  <a:pt x="678" y="799"/>
                </a:lnTo>
                <a:lnTo>
                  <a:pt x="679" y="798"/>
                </a:lnTo>
                <a:lnTo>
                  <a:pt x="680" y="799"/>
                </a:lnTo>
                <a:lnTo>
                  <a:pt x="679" y="801"/>
                </a:lnTo>
                <a:lnTo>
                  <a:pt x="678" y="801"/>
                </a:lnTo>
                <a:lnTo>
                  <a:pt x="677" y="802"/>
                </a:lnTo>
                <a:lnTo>
                  <a:pt x="676" y="802"/>
                </a:lnTo>
                <a:lnTo>
                  <a:pt x="675" y="801"/>
                </a:lnTo>
                <a:lnTo>
                  <a:pt x="674" y="800"/>
                </a:lnTo>
                <a:lnTo>
                  <a:pt x="674" y="801"/>
                </a:lnTo>
                <a:lnTo>
                  <a:pt x="673" y="801"/>
                </a:lnTo>
                <a:lnTo>
                  <a:pt x="673" y="800"/>
                </a:lnTo>
                <a:lnTo>
                  <a:pt x="673" y="799"/>
                </a:lnTo>
                <a:lnTo>
                  <a:pt x="673" y="798"/>
                </a:lnTo>
                <a:lnTo>
                  <a:pt x="672" y="797"/>
                </a:lnTo>
                <a:lnTo>
                  <a:pt x="671" y="796"/>
                </a:lnTo>
                <a:lnTo>
                  <a:pt x="670" y="796"/>
                </a:lnTo>
                <a:lnTo>
                  <a:pt x="670" y="797"/>
                </a:lnTo>
                <a:lnTo>
                  <a:pt x="669" y="797"/>
                </a:lnTo>
                <a:lnTo>
                  <a:pt x="668" y="797"/>
                </a:lnTo>
                <a:lnTo>
                  <a:pt x="668" y="798"/>
                </a:lnTo>
                <a:lnTo>
                  <a:pt x="667" y="799"/>
                </a:lnTo>
                <a:lnTo>
                  <a:pt x="666" y="799"/>
                </a:lnTo>
                <a:lnTo>
                  <a:pt x="665" y="800"/>
                </a:lnTo>
                <a:lnTo>
                  <a:pt x="664" y="799"/>
                </a:lnTo>
                <a:lnTo>
                  <a:pt x="663" y="799"/>
                </a:lnTo>
                <a:lnTo>
                  <a:pt x="663" y="800"/>
                </a:lnTo>
                <a:lnTo>
                  <a:pt x="662" y="800"/>
                </a:lnTo>
                <a:lnTo>
                  <a:pt x="662" y="799"/>
                </a:lnTo>
                <a:lnTo>
                  <a:pt x="661" y="800"/>
                </a:lnTo>
                <a:lnTo>
                  <a:pt x="660" y="800"/>
                </a:lnTo>
                <a:lnTo>
                  <a:pt x="659" y="801"/>
                </a:lnTo>
                <a:lnTo>
                  <a:pt x="660" y="801"/>
                </a:lnTo>
                <a:lnTo>
                  <a:pt x="660" y="802"/>
                </a:lnTo>
                <a:lnTo>
                  <a:pt x="659" y="802"/>
                </a:lnTo>
                <a:lnTo>
                  <a:pt x="659" y="803"/>
                </a:lnTo>
                <a:lnTo>
                  <a:pt x="658" y="804"/>
                </a:lnTo>
                <a:lnTo>
                  <a:pt x="657" y="804"/>
                </a:lnTo>
                <a:lnTo>
                  <a:pt x="656" y="803"/>
                </a:lnTo>
                <a:lnTo>
                  <a:pt x="655" y="803"/>
                </a:lnTo>
                <a:lnTo>
                  <a:pt x="654" y="803"/>
                </a:lnTo>
                <a:lnTo>
                  <a:pt x="654" y="802"/>
                </a:lnTo>
                <a:lnTo>
                  <a:pt x="653" y="803"/>
                </a:lnTo>
                <a:lnTo>
                  <a:pt x="652" y="803"/>
                </a:lnTo>
                <a:lnTo>
                  <a:pt x="651" y="803"/>
                </a:lnTo>
                <a:lnTo>
                  <a:pt x="650" y="804"/>
                </a:lnTo>
                <a:lnTo>
                  <a:pt x="650" y="805"/>
                </a:lnTo>
                <a:lnTo>
                  <a:pt x="649" y="805"/>
                </a:lnTo>
                <a:lnTo>
                  <a:pt x="648" y="806"/>
                </a:lnTo>
                <a:lnTo>
                  <a:pt x="648" y="807"/>
                </a:lnTo>
                <a:lnTo>
                  <a:pt x="648" y="808"/>
                </a:lnTo>
                <a:lnTo>
                  <a:pt x="648" y="809"/>
                </a:lnTo>
                <a:lnTo>
                  <a:pt x="649" y="809"/>
                </a:lnTo>
                <a:lnTo>
                  <a:pt x="649" y="808"/>
                </a:lnTo>
                <a:lnTo>
                  <a:pt x="650" y="808"/>
                </a:lnTo>
                <a:lnTo>
                  <a:pt x="650" y="809"/>
                </a:lnTo>
                <a:lnTo>
                  <a:pt x="650" y="810"/>
                </a:lnTo>
                <a:lnTo>
                  <a:pt x="649" y="810"/>
                </a:lnTo>
                <a:lnTo>
                  <a:pt x="649" y="809"/>
                </a:lnTo>
                <a:lnTo>
                  <a:pt x="647" y="810"/>
                </a:lnTo>
                <a:lnTo>
                  <a:pt x="646" y="811"/>
                </a:lnTo>
                <a:lnTo>
                  <a:pt x="645" y="811"/>
                </a:lnTo>
                <a:lnTo>
                  <a:pt x="645" y="810"/>
                </a:lnTo>
                <a:lnTo>
                  <a:pt x="644" y="811"/>
                </a:lnTo>
                <a:lnTo>
                  <a:pt x="644" y="812"/>
                </a:lnTo>
                <a:lnTo>
                  <a:pt x="643" y="812"/>
                </a:lnTo>
                <a:lnTo>
                  <a:pt x="643" y="813"/>
                </a:lnTo>
                <a:lnTo>
                  <a:pt x="642" y="814"/>
                </a:lnTo>
                <a:lnTo>
                  <a:pt x="642" y="815"/>
                </a:lnTo>
                <a:lnTo>
                  <a:pt x="643" y="815"/>
                </a:lnTo>
                <a:lnTo>
                  <a:pt x="644" y="816"/>
                </a:lnTo>
                <a:lnTo>
                  <a:pt x="643" y="817"/>
                </a:lnTo>
                <a:lnTo>
                  <a:pt x="643" y="816"/>
                </a:lnTo>
                <a:lnTo>
                  <a:pt x="641" y="815"/>
                </a:lnTo>
                <a:lnTo>
                  <a:pt x="640" y="815"/>
                </a:lnTo>
                <a:lnTo>
                  <a:pt x="641" y="816"/>
                </a:lnTo>
                <a:lnTo>
                  <a:pt x="640" y="817"/>
                </a:lnTo>
                <a:lnTo>
                  <a:pt x="640" y="816"/>
                </a:lnTo>
                <a:lnTo>
                  <a:pt x="639" y="815"/>
                </a:lnTo>
                <a:lnTo>
                  <a:pt x="638" y="815"/>
                </a:lnTo>
                <a:lnTo>
                  <a:pt x="638" y="816"/>
                </a:lnTo>
                <a:lnTo>
                  <a:pt x="638" y="815"/>
                </a:lnTo>
                <a:lnTo>
                  <a:pt x="637" y="814"/>
                </a:lnTo>
                <a:lnTo>
                  <a:pt x="636" y="814"/>
                </a:lnTo>
                <a:lnTo>
                  <a:pt x="636" y="813"/>
                </a:lnTo>
                <a:lnTo>
                  <a:pt x="637" y="813"/>
                </a:lnTo>
                <a:lnTo>
                  <a:pt x="637" y="812"/>
                </a:lnTo>
                <a:lnTo>
                  <a:pt x="637" y="811"/>
                </a:lnTo>
                <a:lnTo>
                  <a:pt x="637" y="812"/>
                </a:lnTo>
                <a:lnTo>
                  <a:pt x="636" y="812"/>
                </a:lnTo>
                <a:lnTo>
                  <a:pt x="635" y="811"/>
                </a:lnTo>
                <a:lnTo>
                  <a:pt x="634" y="811"/>
                </a:lnTo>
                <a:lnTo>
                  <a:pt x="634" y="810"/>
                </a:lnTo>
                <a:lnTo>
                  <a:pt x="635" y="810"/>
                </a:lnTo>
                <a:lnTo>
                  <a:pt x="633" y="810"/>
                </a:lnTo>
                <a:lnTo>
                  <a:pt x="633" y="809"/>
                </a:lnTo>
                <a:lnTo>
                  <a:pt x="632" y="809"/>
                </a:lnTo>
                <a:lnTo>
                  <a:pt x="631" y="810"/>
                </a:lnTo>
                <a:lnTo>
                  <a:pt x="631" y="809"/>
                </a:lnTo>
                <a:lnTo>
                  <a:pt x="631" y="808"/>
                </a:lnTo>
                <a:lnTo>
                  <a:pt x="631" y="807"/>
                </a:lnTo>
                <a:lnTo>
                  <a:pt x="630" y="808"/>
                </a:lnTo>
                <a:lnTo>
                  <a:pt x="629" y="808"/>
                </a:lnTo>
                <a:lnTo>
                  <a:pt x="630" y="807"/>
                </a:lnTo>
                <a:lnTo>
                  <a:pt x="629" y="807"/>
                </a:lnTo>
                <a:lnTo>
                  <a:pt x="628" y="807"/>
                </a:lnTo>
                <a:lnTo>
                  <a:pt x="627" y="807"/>
                </a:lnTo>
                <a:lnTo>
                  <a:pt x="626" y="808"/>
                </a:lnTo>
                <a:lnTo>
                  <a:pt x="625" y="808"/>
                </a:lnTo>
                <a:lnTo>
                  <a:pt x="624" y="807"/>
                </a:lnTo>
                <a:lnTo>
                  <a:pt x="623" y="807"/>
                </a:lnTo>
                <a:lnTo>
                  <a:pt x="621" y="807"/>
                </a:lnTo>
                <a:lnTo>
                  <a:pt x="621" y="808"/>
                </a:lnTo>
                <a:lnTo>
                  <a:pt x="621" y="809"/>
                </a:lnTo>
                <a:lnTo>
                  <a:pt x="621" y="810"/>
                </a:lnTo>
                <a:lnTo>
                  <a:pt x="620" y="810"/>
                </a:lnTo>
                <a:lnTo>
                  <a:pt x="620" y="809"/>
                </a:lnTo>
                <a:lnTo>
                  <a:pt x="619" y="808"/>
                </a:lnTo>
                <a:lnTo>
                  <a:pt x="619" y="809"/>
                </a:lnTo>
                <a:lnTo>
                  <a:pt x="618" y="809"/>
                </a:lnTo>
                <a:lnTo>
                  <a:pt x="617" y="809"/>
                </a:lnTo>
                <a:lnTo>
                  <a:pt x="616" y="809"/>
                </a:lnTo>
                <a:lnTo>
                  <a:pt x="616" y="808"/>
                </a:lnTo>
                <a:lnTo>
                  <a:pt x="615" y="807"/>
                </a:lnTo>
                <a:lnTo>
                  <a:pt x="614" y="806"/>
                </a:lnTo>
                <a:lnTo>
                  <a:pt x="613" y="806"/>
                </a:lnTo>
                <a:lnTo>
                  <a:pt x="612" y="806"/>
                </a:lnTo>
                <a:lnTo>
                  <a:pt x="611" y="806"/>
                </a:lnTo>
                <a:lnTo>
                  <a:pt x="611" y="805"/>
                </a:lnTo>
                <a:lnTo>
                  <a:pt x="611" y="804"/>
                </a:lnTo>
                <a:lnTo>
                  <a:pt x="610" y="804"/>
                </a:lnTo>
                <a:lnTo>
                  <a:pt x="610" y="805"/>
                </a:lnTo>
                <a:lnTo>
                  <a:pt x="610" y="806"/>
                </a:lnTo>
                <a:lnTo>
                  <a:pt x="609" y="807"/>
                </a:lnTo>
                <a:lnTo>
                  <a:pt x="608" y="807"/>
                </a:lnTo>
                <a:lnTo>
                  <a:pt x="607" y="806"/>
                </a:lnTo>
                <a:lnTo>
                  <a:pt x="607" y="805"/>
                </a:lnTo>
                <a:lnTo>
                  <a:pt x="606" y="806"/>
                </a:lnTo>
                <a:lnTo>
                  <a:pt x="605" y="807"/>
                </a:lnTo>
                <a:lnTo>
                  <a:pt x="606" y="807"/>
                </a:lnTo>
                <a:lnTo>
                  <a:pt x="605" y="808"/>
                </a:lnTo>
                <a:lnTo>
                  <a:pt x="604" y="809"/>
                </a:lnTo>
                <a:lnTo>
                  <a:pt x="603" y="809"/>
                </a:lnTo>
                <a:lnTo>
                  <a:pt x="604" y="808"/>
                </a:lnTo>
                <a:lnTo>
                  <a:pt x="604" y="807"/>
                </a:lnTo>
                <a:lnTo>
                  <a:pt x="604" y="806"/>
                </a:lnTo>
                <a:lnTo>
                  <a:pt x="604" y="805"/>
                </a:lnTo>
                <a:lnTo>
                  <a:pt x="604" y="804"/>
                </a:lnTo>
                <a:lnTo>
                  <a:pt x="605" y="803"/>
                </a:lnTo>
                <a:lnTo>
                  <a:pt x="605" y="804"/>
                </a:lnTo>
                <a:lnTo>
                  <a:pt x="606" y="804"/>
                </a:lnTo>
                <a:lnTo>
                  <a:pt x="607" y="803"/>
                </a:lnTo>
                <a:lnTo>
                  <a:pt x="606" y="803"/>
                </a:lnTo>
                <a:lnTo>
                  <a:pt x="604" y="802"/>
                </a:lnTo>
                <a:lnTo>
                  <a:pt x="604" y="803"/>
                </a:lnTo>
                <a:lnTo>
                  <a:pt x="604" y="804"/>
                </a:lnTo>
                <a:lnTo>
                  <a:pt x="603" y="804"/>
                </a:lnTo>
                <a:lnTo>
                  <a:pt x="602" y="804"/>
                </a:lnTo>
                <a:lnTo>
                  <a:pt x="602" y="805"/>
                </a:lnTo>
                <a:lnTo>
                  <a:pt x="601" y="805"/>
                </a:lnTo>
                <a:lnTo>
                  <a:pt x="601" y="804"/>
                </a:lnTo>
                <a:lnTo>
                  <a:pt x="600" y="804"/>
                </a:lnTo>
                <a:lnTo>
                  <a:pt x="599" y="804"/>
                </a:lnTo>
                <a:lnTo>
                  <a:pt x="599" y="803"/>
                </a:lnTo>
                <a:lnTo>
                  <a:pt x="598" y="802"/>
                </a:lnTo>
                <a:lnTo>
                  <a:pt x="598" y="800"/>
                </a:lnTo>
                <a:lnTo>
                  <a:pt x="599" y="799"/>
                </a:lnTo>
                <a:lnTo>
                  <a:pt x="599" y="798"/>
                </a:lnTo>
                <a:lnTo>
                  <a:pt x="598" y="798"/>
                </a:lnTo>
                <a:lnTo>
                  <a:pt x="598" y="797"/>
                </a:lnTo>
                <a:lnTo>
                  <a:pt x="598" y="796"/>
                </a:lnTo>
                <a:lnTo>
                  <a:pt x="597" y="795"/>
                </a:lnTo>
                <a:lnTo>
                  <a:pt x="598" y="795"/>
                </a:lnTo>
                <a:lnTo>
                  <a:pt x="599" y="794"/>
                </a:lnTo>
                <a:lnTo>
                  <a:pt x="599" y="793"/>
                </a:lnTo>
                <a:lnTo>
                  <a:pt x="599" y="792"/>
                </a:lnTo>
                <a:lnTo>
                  <a:pt x="599" y="791"/>
                </a:lnTo>
                <a:lnTo>
                  <a:pt x="599" y="790"/>
                </a:lnTo>
                <a:lnTo>
                  <a:pt x="600" y="791"/>
                </a:lnTo>
                <a:lnTo>
                  <a:pt x="600" y="790"/>
                </a:lnTo>
                <a:lnTo>
                  <a:pt x="600" y="789"/>
                </a:lnTo>
                <a:lnTo>
                  <a:pt x="600" y="788"/>
                </a:lnTo>
                <a:lnTo>
                  <a:pt x="599" y="788"/>
                </a:lnTo>
                <a:lnTo>
                  <a:pt x="598" y="788"/>
                </a:lnTo>
                <a:lnTo>
                  <a:pt x="598" y="787"/>
                </a:lnTo>
                <a:lnTo>
                  <a:pt x="598" y="786"/>
                </a:lnTo>
                <a:lnTo>
                  <a:pt x="597" y="786"/>
                </a:lnTo>
                <a:lnTo>
                  <a:pt x="597" y="785"/>
                </a:lnTo>
                <a:lnTo>
                  <a:pt x="596" y="784"/>
                </a:lnTo>
                <a:lnTo>
                  <a:pt x="597" y="784"/>
                </a:lnTo>
                <a:lnTo>
                  <a:pt x="596" y="783"/>
                </a:lnTo>
                <a:lnTo>
                  <a:pt x="595" y="783"/>
                </a:lnTo>
                <a:lnTo>
                  <a:pt x="595" y="782"/>
                </a:lnTo>
                <a:lnTo>
                  <a:pt x="594" y="782"/>
                </a:lnTo>
                <a:lnTo>
                  <a:pt x="593" y="783"/>
                </a:lnTo>
                <a:lnTo>
                  <a:pt x="594" y="784"/>
                </a:lnTo>
                <a:lnTo>
                  <a:pt x="593" y="784"/>
                </a:lnTo>
                <a:lnTo>
                  <a:pt x="593" y="785"/>
                </a:lnTo>
                <a:lnTo>
                  <a:pt x="594" y="785"/>
                </a:lnTo>
                <a:lnTo>
                  <a:pt x="594" y="786"/>
                </a:lnTo>
                <a:lnTo>
                  <a:pt x="594" y="787"/>
                </a:lnTo>
                <a:lnTo>
                  <a:pt x="594" y="788"/>
                </a:lnTo>
                <a:lnTo>
                  <a:pt x="593" y="788"/>
                </a:lnTo>
                <a:lnTo>
                  <a:pt x="592" y="788"/>
                </a:lnTo>
                <a:lnTo>
                  <a:pt x="594" y="790"/>
                </a:lnTo>
                <a:lnTo>
                  <a:pt x="595" y="790"/>
                </a:lnTo>
                <a:lnTo>
                  <a:pt x="595" y="791"/>
                </a:lnTo>
                <a:lnTo>
                  <a:pt x="594" y="791"/>
                </a:lnTo>
                <a:lnTo>
                  <a:pt x="593" y="791"/>
                </a:lnTo>
                <a:lnTo>
                  <a:pt x="593" y="790"/>
                </a:lnTo>
                <a:lnTo>
                  <a:pt x="591" y="790"/>
                </a:lnTo>
                <a:lnTo>
                  <a:pt x="591" y="791"/>
                </a:lnTo>
                <a:lnTo>
                  <a:pt x="589" y="791"/>
                </a:lnTo>
                <a:lnTo>
                  <a:pt x="588" y="791"/>
                </a:lnTo>
                <a:lnTo>
                  <a:pt x="586" y="790"/>
                </a:lnTo>
                <a:lnTo>
                  <a:pt x="585" y="791"/>
                </a:lnTo>
                <a:lnTo>
                  <a:pt x="585" y="792"/>
                </a:lnTo>
                <a:lnTo>
                  <a:pt x="584" y="793"/>
                </a:lnTo>
                <a:lnTo>
                  <a:pt x="584" y="792"/>
                </a:lnTo>
                <a:lnTo>
                  <a:pt x="583" y="792"/>
                </a:lnTo>
                <a:lnTo>
                  <a:pt x="582" y="793"/>
                </a:lnTo>
                <a:lnTo>
                  <a:pt x="582" y="794"/>
                </a:lnTo>
                <a:lnTo>
                  <a:pt x="581" y="794"/>
                </a:lnTo>
                <a:lnTo>
                  <a:pt x="580" y="794"/>
                </a:lnTo>
                <a:lnTo>
                  <a:pt x="580" y="793"/>
                </a:lnTo>
                <a:lnTo>
                  <a:pt x="578" y="792"/>
                </a:lnTo>
                <a:lnTo>
                  <a:pt x="578" y="793"/>
                </a:lnTo>
                <a:lnTo>
                  <a:pt x="577" y="793"/>
                </a:lnTo>
                <a:lnTo>
                  <a:pt x="578" y="793"/>
                </a:lnTo>
                <a:lnTo>
                  <a:pt x="578" y="794"/>
                </a:lnTo>
                <a:lnTo>
                  <a:pt x="577" y="794"/>
                </a:lnTo>
                <a:lnTo>
                  <a:pt x="577" y="795"/>
                </a:lnTo>
                <a:lnTo>
                  <a:pt x="576" y="795"/>
                </a:lnTo>
                <a:lnTo>
                  <a:pt x="575" y="794"/>
                </a:lnTo>
                <a:lnTo>
                  <a:pt x="574" y="794"/>
                </a:lnTo>
                <a:lnTo>
                  <a:pt x="574" y="793"/>
                </a:lnTo>
                <a:lnTo>
                  <a:pt x="573" y="793"/>
                </a:lnTo>
                <a:lnTo>
                  <a:pt x="572" y="792"/>
                </a:lnTo>
                <a:lnTo>
                  <a:pt x="571" y="792"/>
                </a:lnTo>
                <a:lnTo>
                  <a:pt x="571" y="791"/>
                </a:lnTo>
                <a:lnTo>
                  <a:pt x="570" y="792"/>
                </a:lnTo>
                <a:lnTo>
                  <a:pt x="570" y="793"/>
                </a:lnTo>
                <a:lnTo>
                  <a:pt x="569" y="793"/>
                </a:lnTo>
                <a:lnTo>
                  <a:pt x="568" y="792"/>
                </a:lnTo>
                <a:lnTo>
                  <a:pt x="568" y="791"/>
                </a:lnTo>
                <a:lnTo>
                  <a:pt x="568" y="790"/>
                </a:lnTo>
                <a:lnTo>
                  <a:pt x="568" y="789"/>
                </a:lnTo>
                <a:lnTo>
                  <a:pt x="568" y="788"/>
                </a:lnTo>
                <a:lnTo>
                  <a:pt x="568" y="787"/>
                </a:lnTo>
                <a:lnTo>
                  <a:pt x="567" y="787"/>
                </a:lnTo>
                <a:lnTo>
                  <a:pt x="567" y="788"/>
                </a:lnTo>
                <a:lnTo>
                  <a:pt x="566" y="788"/>
                </a:lnTo>
                <a:lnTo>
                  <a:pt x="565" y="787"/>
                </a:lnTo>
                <a:lnTo>
                  <a:pt x="565" y="786"/>
                </a:lnTo>
                <a:lnTo>
                  <a:pt x="565" y="787"/>
                </a:lnTo>
                <a:lnTo>
                  <a:pt x="564" y="787"/>
                </a:lnTo>
                <a:lnTo>
                  <a:pt x="564" y="788"/>
                </a:lnTo>
                <a:lnTo>
                  <a:pt x="563" y="789"/>
                </a:lnTo>
                <a:lnTo>
                  <a:pt x="562" y="789"/>
                </a:lnTo>
                <a:lnTo>
                  <a:pt x="561" y="788"/>
                </a:lnTo>
                <a:lnTo>
                  <a:pt x="560" y="789"/>
                </a:lnTo>
                <a:lnTo>
                  <a:pt x="560" y="790"/>
                </a:lnTo>
                <a:lnTo>
                  <a:pt x="560" y="791"/>
                </a:lnTo>
                <a:lnTo>
                  <a:pt x="560" y="792"/>
                </a:lnTo>
                <a:lnTo>
                  <a:pt x="559" y="794"/>
                </a:lnTo>
                <a:lnTo>
                  <a:pt x="558" y="794"/>
                </a:lnTo>
                <a:lnTo>
                  <a:pt x="557" y="796"/>
                </a:lnTo>
                <a:lnTo>
                  <a:pt x="556" y="796"/>
                </a:lnTo>
                <a:lnTo>
                  <a:pt x="555" y="796"/>
                </a:lnTo>
                <a:lnTo>
                  <a:pt x="555" y="797"/>
                </a:lnTo>
                <a:lnTo>
                  <a:pt x="554" y="798"/>
                </a:lnTo>
                <a:lnTo>
                  <a:pt x="553" y="798"/>
                </a:lnTo>
                <a:lnTo>
                  <a:pt x="553" y="799"/>
                </a:lnTo>
                <a:lnTo>
                  <a:pt x="553" y="801"/>
                </a:lnTo>
                <a:lnTo>
                  <a:pt x="553" y="802"/>
                </a:lnTo>
                <a:lnTo>
                  <a:pt x="552" y="801"/>
                </a:lnTo>
                <a:lnTo>
                  <a:pt x="551" y="801"/>
                </a:lnTo>
                <a:lnTo>
                  <a:pt x="550" y="802"/>
                </a:lnTo>
                <a:lnTo>
                  <a:pt x="550" y="803"/>
                </a:lnTo>
                <a:lnTo>
                  <a:pt x="549" y="803"/>
                </a:lnTo>
                <a:lnTo>
                  <a:pt x="548" y="803"/>
                </a:lnTo>
                <a:lnTo>
                  <a:pt x="548" y="802"/>
                </a:lnTo>
                <a:lnTo>
                  <a:pt x="545" y="802"/>
                </a:lnTo>
                <a:lnTo>
                  <a:pt x="545" y="803"/>
                </a:lnTo>
                <a:lnTo>
                  <a:pt x="545" y="804"/>
                </a:lnTo>
                <a:lnTo>
                  <a:pt x="544" y="804"/>
                </a:lnTo>
                <a:lnTo>
                  <a:pt x="543" y="804"/>
                </a:lnTo>
                <a:lnTo>
                  <a:pt x="543" y="803"/>
                </a:lnTo>
                <a:lnTo>
                  <a:pt x="542" y="803"/>
                </a:lnTo>
                <a:lnTo>
                  <a:pt x="542" y="804"/>
                </a:lnTo>
                <a:lnTo>
                  <a:pt x="541" y="804"/>
                </a:lnTo>
                <a:lnTo>
                  <a:pt x="541" y="803"/>
                </a:lnTo>
                <a:lnTo>
                  <a:pt x="540" y="803"/>
                </a:lnTo>
                <a:lnTo>
                  <a:pt x="539" y="802"/>
                </a:lnTo>
                <a:lnTo>
                  <a:pt x="537" y="803"/>
                </a:lnTo>
                <a:lnTo>
                  <a:pt x="537" y="804"/>
                </a:lnTo>
                <a:lnTo>
                  <a:pt x="536" y="805"/>
                </a:lnTo>
                <a:lnTo>
                  <a:pt x="535" y="805"/>
                </a:lnTo>
                <a:lnTo>
                  <a:pt x="534" y="806"/>
                </a:lnTo>
                <a:lnTo>
                  <a:pt x="533" y="805"/>
                </a:lnTo>
                <a:lnTo>
                  <a:pt x="532" y="804"/>
                </a:lnTo>
                <a:lnTo>
                  <a:pt x="532" y="805"/>
                </a:lnTo>
                <a:lnTo>
                  <a:pt x="531" y="805"/>
                </a:lnTo>
                <a:lnTo>
                  <a:pt x="530" y="804"/>
                </a:lnTo>
                <a:lnTo>
                  <a:pt x="529" y="805"/>
                </a:lnTo>
                <a:lnTo>
                  <a:pt x="528" y="805"/>
                </a:lnTo>
                <a:lnTo>
                  <a:pt x="527" y="805"/>
                </a:lnTo>
                <a:lnTo>
                  <a:pt x="526" y="806"/>
                </a:lnTo>
                <a:lnTo>
                  <a:pt x="525" y="805"/>
                </a:lnTo>
                <a:lnTo>
                  <a:pt x="524" y="805"/>
                </a:lnTo>
                <a:lnTo>
                  <a:pt x="523" y="805"/>
                </a:lnTo>
                <a:lnTo>
                  <a:pt x="522" y="805"/>
                </a:lnTo>
                <a:lnTo>
                  <a:pt x="521" y="805"/>
                </a:lnTo>
                <a:lnTo>
                  <a:pt x="521" y="806"/>
                </a:lnTo>
                <a:lnTo>
                  <a:pt x="519" y="807"/>
                </a:lnTo>
                <a:lnTo>
                  <a:pt x="518" y="808"/>
                </a:lnTo>
                <a:lnTo>
                  <a:pt x="516" y="808"/>
                </a:lnTo>
                <a:lnTo>
                  <a:pt x="516" y="807"/>
                </a:lnTo>
                <a:lnTo>
                  <a:pt x="515" y="807"/>
                </a:lnTo>
                <a:lnTo>
                  <a:pt x="514" y="807"/>
                </a:lnTo>
                <a:lnTo>
                  <a:pt x="513" y="806"/>
                </a:lnTo>
                <a:lnTo>
                  <a:pt x="512" y="807"/>
                </a:lnTo>
                <a:lnTo>
                  <a:pt x="510" y="807"/>
                </a:lnTo>
                <a:lnTo>
                  <a:pt x="508" y="808"/>
                </a:lnTo>
                <a:lnTo>
                  <a:pt x="508" y="809"/>
                </a:lnTo>
                <a:lnTo>
                  <a:pt x="507" y="809"/>
                </a:lnTo>
                <a:lnTo>
                  <a:pt x="507" y="810"/>
                </a:lnTo>
                <a:lnTo>
                  <a:pt x="506" y="810"/>
                </a:lnTo>
                <a:lnTo>
                  <a:pt x="505" y="809"/>
                </a:lnTo>
                <a:lnTo>
                  <a:pt x="504" y="809"/>
                </a:lnTo>
                <a:lnTo>
                  <a:pt x="503" y="809"/>
                </a:lnTo>
                <a:lnTo>
                  <a:pt x="503" y="810"/>
                </a:lnTo>
                <a:lnTo>
                  <a:pt x="502" y="811"/>
                </a:lnTo>
                <a:lnTo>
                  <a:pt x="501" y="811"/>
                </a:lnTo>
                <a:lnTo>
                  <a:pt x="501" y="810"/>
                </a:lnTo>
                <a:lnTo>
                  <a:pt x="500" y="810"/>
                </a:lnTo>
                <a:lnTo>
                  <a:pt x="499" y="810"/>
                </a:lnTo>
                <a:lnTo>
                  <a:pt x="498" y="809"/>
                </a:lnTo>
                <a:lnTo>
                  <a:pt x="498" y="808"/>
                </a:lnTo>
                <a:lnTo>
                  <a:pt x="497" y="807"/>
                </a:lnTo>
                <a:lnTo>
                  <a:pt x="498" y="807"/>
                </a:lnTo>
                <a:lnTo>
                  <a:pt x="498" y="806"/>
                </a:lnTo>
                <a:lnTo>
                  <a:pt x="497" y="806"/>
                </a:lnTo>
                <a:lnTo>
                  <a:pt x="497" y="805"/>
                </a:lnTo>
                <a:lnTo>
                  <a:pt x="497" y="804"/>
                </a:lnTo>
                <a:lnTo>
                  <a:pt x="496" y="804"/>
                </a:lnTo>
                <a:lnTo>
                  <a:pt x="495" y="803"/>
                </a:lnTo>
                <a:lnTo>
                  <a:pt x="494" y="802"/>
                </a:lnTo>
                <a:lnTo>
                  <a:pt x="493" y="801"/>
                </a:lnTo>
                <a:lnTo>
                  <a:pt x="490" y="801"/>
                </a:lnTo>
                <a:lnTo>
                  <a:pt x="489" y="801"/>
                </a:lnTo>
                <a:lnTo>
                  <a:pt x="489" y="802"/>
                </a:lnTo>
                <a:lnTo>
                  <a:pt x="488" y="802"/>
                </a:lnTo>
                <a:lnTo>
                  <a:pt x="487" y="801"/>
                </a:lnTo>
                <a:lnTo>
                  <a:pt x="487" y="800"/>
                </a:lnTo>
                <a:lnTo>
                  <a:pt x="487" y="799"/>
                </a:lnTo>
                <a:lnTo>
                  <a:pt x="486" y="799"/>
                </a:lnTo>
                <a:lnTo>
                  <a:pt x="486" y="800"/>
                </a:lnTo>
                <a:lnTo>
                  <a:pt x="485" y="800"/>
                </a:lnTo>
                <a:lnTo>
                  <a:pt x="484" y="799"/>
                </a:lnTo>
                <a:lnTo>
                  <a:pt x="483" y="799"/>
                </a:lnTo>
                <a:lnTo>
                  <a:pt x="483" y="798"/>
                </a:lnTo>
                <a:lnTo>
                  <a:pt x="485" y="799"/>
                </a:lnTo>
                <a:lnTo>
                  <a:pt x="486" y="799"/>
                </a:lnTo>
                <a:lnTo>
                  <a:pt x="485" y="794"/>
                </a:lnTo>
                <a:lnTo>
                  <a:pt x="485" y="793"/>
                </a:lnTo>
                <a:lnTo>
                  <a:pt x="486" y="792"/>
                </a:lnTo>
                <a:lnTo>
                  <a:pt x="487" y="788"/>
                </a:lnTo>
                <a:lnTo>
                  <a:pt x="488" y="783"/>
                </a:lnTo>
                <a:lnTo>
                  <a:pt x="489" y="780"/>
                </a:lnTo>
                <a:lnTo>
                  <a:pt x="490" y="779"/>
                </a:lnTo>
                <a:lnTo>
                  <a:pt x="491" y="779"/>
                </a:lnTo>
                <a:lnTo>
                  <a:pt x="491" y="780"/>
                </a:lnTo>
                <a:lnTo>
                  <a:pt x="492" y="781"/>
                </a:lnTo>
                <a:lnTo>
                  <a:pt x="492" y="782"/>
                </a:lnTo>
                <a:lnTo>
                  <a:pt x="492" y="783"/>
                </a:lnTo>
                <a:lnTo>
                  <a:pt x="492" y="784"/>
                </a:lnTo>
                <a:lnTo>
                  <a:pt x="493" y="784"/>
                </a:lnTo>
                <a:lnTo>
                  <a:pt x="493" y="783"/>
                </a:lnTo>
                <a:lnTo>
                  <a:pt x="495" y="782"/>
                </a:lnTo>
                <a:lnTo>
                  <a:pt x="496" y="782"/>
                </a:lnTo>
                <a:lnTo>
                  <a:pt x="497" y="782"/>
                </a:lnTo>
                <a:lnTo>
                  <a:pt x="498" y="782"/>
                </a:lnTo>
                <a:lnTo>
                  <a:pt x="499" y="781"/>
                </a:lnTo>
                <a:lnTo>
                  <a:pt x="500" y="781"/>
                </a:lnTo>
                <a:lnTo>
                  <a:pt x="501" y="780"/>
                </a:lnTo>
                <a:lnTo>
                  <a:pt x="502" y="780"/>
                </a:lnTo>
                <a:lnTo>
                  <a:pt x="503" y="779"/>
                </a:lnTo>
                <a:lnTo>
                  <a:pt x="503" y="778"/>
                </a:lnTo>
                <a:lnTo>
                  <a:pt x="503" y="777"/>
                </a:lnTo>
                <a:lnTo>
                  <a:pt x="504" y="777"/>
                </a:lnTo>
                <a:lnTo>
                  <a:pt x="504" y="776"/>
                </a:lnTo>
                <a:lnTo>
                  <a:pt x="505" y="776"/>
                </a:lnTo>
                <a:lnTo>
                  <a:pt x="505" y="775"/>
                </a:lnTo>
                <a:lnTo>
                  <a:pt x="506" y="775"/>
                </a:lnTo>
                <a:lnTo>
                  <a:pt x="506" y="773"/>
                </a:lnTo>
                <a:lnTo>
                  <a:pt x="507" y="770"/>
                </a:lnTo>
                <a:lnTo>
                  <a:pt x="508" y="769"/>
                </a:lnTo>
                <a:lnTo>
                  <a:pt x="508" y="767"/>
                </a:lnTo>
                <a:lnTo>
                  <a:pt x="509" y="767"/>
                </a:lnTo>
                <a:lnTo>
                  <a:pt x="509" y="764"/>
                </a:lnTo>
                <a:lnTo>
                  <a:pt x="508" y="758"/>
                </a:lnTo>
                <a:lnTo>
                  <a:pt x="508" y="757"/>
                </a:lnTo>
                <a:lnTo>
                  <a:pt x="508" y="754"/>
                </a:lnTo>
                <a:lnTo>
                  <a:pt x="508" y="752"/>
                </a:lnTo>
                <a:lnTo>
                  <a:pt x="508" y="747"/>
                </a:lnTo>
                <a:lnTo>
                  <a:pt x="507" y="746"/>
                </a:lnTo>
                <a:lnTo>
                  <a:pt x="506" y="745"/>
                </a:lnTo>
                <a:lnTo>
                  <a:pt x="506" y="744"/>
                </a:lnTo>
                <a:lnTo>
                  <a:pt x="505" y="743"/>
                </a:lnTo>
                <a:lnTo>
                  <a:pt x="504" y="742"/>
                </a:lnTo>
                <a:lnTo>
                  <a:pt x="505" y="741"/>
                </a:lnTo>
                <a:lnTo>
                  <a:pt x="506" y="741"/>
                </a:lnTo>
                <a:lnTo>
                  <a:pt x="506" y="740"/>
                </a:lnTo>
                <a:lnTo>
                  <a:pt x="506" y="739"/>
                </a:lnTo>
                <a:lnTo>
                  <a:pt x="504" y="739"/>
                </a:lnTo>
                <a:lnTo>
                  <a:pt x="503" y="739"/>
                </a:lnTo>
                <a:lnTo>
                  <a:pt x="504" y="738"/>
                </a:lnTo>
                <a:lnTo>
                  <a:pt x="503" y="739"/>
                </a:lnTo>
                <a:lnTo>
                  <a:pt x="504" y="739"/>
                </a:lnTo>
                <a:lnTo>
                  <a:pt x="504" y="737"/>
                </a:lnTo>
                <a:lnTo>
                  <a:pt x="504" y="736"/>
                </a:lnTo>
                <a:lnTo>
                  <a:pt x="504" y="735"/>
                </a:lnTo>
                <a:lnTo>
                  <a:pt x="504" y="734"/>
                </a:lnTo>
                <a:lnTo>
                  <a:pt x="503" y="734"/>
                </a:lnTo>
                <a:lnTo>
                  <a:pt x="503" y="735"/>
                </a:lnTo>
                <a:lnTo>
                  <a:pt x="502" y="735"/>
                </a:lnTo>
                <a:lnTo>
                  <a:pt x="501" y="734"/>
                </a:lnTo>
                <a:lnTo>
                  <a:pt x="502" y="734"/>
                </a:lnTo>
                <a:lnTo>
                  <a:pt x="503" y="734"/>
                </a:lnTo>
                <a:lnTo>
                  <a:pt x="503" y="733"/>
                </a:lnTo>
                <a:lnTo>
                  <a:pt x="503" y="732"/>
                </a:lnTo>
                <a:lnTo>
                  <a:pt x="503" y="731"/>
                </a:lnTo>
                <a:lnTo>
                  <a:pt x="502" y="731"/>
                </a:lnTo>
                <a:lnTo>
                  <a:pt x="502" y="730"/>
                </a:lnTo>
                <a:lnTo>
                  <a:pt x="501" y="730"/>
                </a:lnTo>
                <a:lnTo>
                  <a:pt x="501" y="729"/>
                </a:lnTo>
                <a:lnTo>
                  <a:pt x="500" y="729"/>
                </a:lnTo>
                <a:lnTo>
                  <a:pt x="501" y="728"/>
                </a:lnTo>
                <a:lnTo>
                  <a:pt x="500" y="728"/>
                </a:lnTo>
                <a:lnTo>
                  <a:pt x="499" y="728"/>
                </a:lnTo>
                <a:lnTo>
                  <a:pt x="498" y="728"/>
                </a:lnTo>
                <a:lnTo>
                  <a:pt x="497" y="728"/>
                </a:lnTo>
                <a:lnTo>
                  <a:pt x="497" y="727"/>
                </a:lnTo>
                <a:lnTo>
                  <a:pt x="496" y="727"/>
                </a:lnTo>
                <a:lnTo>
                  <a:pt x="495" y="728"/>
                </a:lnTo>
                <a:lnTo>
                  <a:pt x="494" y="728"/>
                </a:lnTo>
                <a:lnTo>
                  <a:pt x="493" y="728"/>
                </a:lnTo>
                <a:lnTo>
                  <a:pt x="493" y="729"/>
                </a:lnTo>
                <a:lnTo>
                  <a:pt x="494" y="729"/>
                </a:lnTo>
                <a:lnTo>
                  <a:pt x="494" y="730"/>
                </a:lnTo>
                <a:lnTo>
                  <a:pt x="493" y="730"/>
                </a:lnTo>
                <a:lnTo>
                  <a:pt x="492" y="730"/>
                </a:lnTo>
                <a:lnTo>
                  <a:pt x="491" y="731"/>
                </a:lnTo>
                <a:lnTo>
                  <a:pt x="490" y="730"/>
                </a:lnTo>
                <a:lnTo>
                  <a:pt x="490" y="729"/>
                </a:lnTo>
                <a:lnTo>
                  <a:pt x="489" y="729"/>
                </a:lnTo>
                <a:lnTo>
                  <a:pt x="488" y="727"/>
                </a:lnTo>
                <a:lnTo>
                  <a:pt x="488" y="726"/>
                </a:lnTo>
                <a:lnTo>
                  <a:pt x="487" y="724"/>
                </a:lnTo>
                <a:lnTo>
                  <a:pt x="486" y="724"/>
                </a:lnTo>
                <a:lnTo>
                  <a:pt x="486" y="723"/>
                </a:lnTo>
                <a:lnTo>
                  <a:pt x="487" y="723"/>
                </a:lnTo>
                <a:lnTo>
                  <a:pt x="488" y="722"/>
                </a:lnTo>
                <a:lnTo>
                  <a:pt x="488" y="721"/>
                </a:lnTo>
                <a:lnTo>
                  <a:pt x="487" y="720"/>
                </a:lnTo>
                <a:lnTo>
                  <a:pt x="486" y="720"/>
                </a:lnTo>
                <a:lnTo>
                  <a:pt x="485" y="719"/>
                </a:lnTo>
                <a:lnTo>
                  <a:pt x="484" y="718"/>
                </a:lnTo>
                <a:lnTo>
                  <a:pt x="484" y="719"/>
                </a:lnTo>
                <a:lnTo>
                  <a:pt x="483" y="719"/>
                </a:lnTo>
                <a:lnTo>
                  <a:pt x="481" y="719"/>
                </a:lnTo>
                <a:lnTo>
                  <a:pt x="480" y="720"/>
                </a:lnTo>
                <a:lnTo>
                  <a:pt x="480" y="721"/>
                </a:lnTo>
                <a:lnTo>
                  <a:pt x="479" y="722"/>
                </a:lnTo>
                <a:lnTo>
                  <a:pt x="480" y="722"/>
                </a:lnTo>
                <a:lnTo>
                  <a:pt x="480" y="723"/>
                </a:lnTo>
                <a:lnTo>
                  <a:pt x="480" y="724"/>
                </a:lnTo>
                <a:lnTo>
                  <a:pt x="480" y="725"/>
                </a:lnTo>
                <a:lnTo>
                  <a:pt x="479" y="726"/>
                </a:lnTo>
                <a:lnTo>
                  <a:pt x="479" y="728"/>
                </a:lnTo>
                <a:lnTo>
                  <a:pt x="479" y="729"/>
                </a:lnTo>
                <a:lnTo>
                  <a:pt x="478" y="729"/>
                </a:lnTo>
                <a:lnTo>
                  <a:pt x="478" y="730"/>
                </a:lnTo>
                <a:lnTo>
                  <a:pt x="477" y="730"/>
                </a:lnTo>
                <a:lnTo>
                  <a:pt x="478" y="730"/>
                </a:lnTo>
                <a:lnTo>
                  <a:pt x="478" y="731"/>
                </a:lnTo>
                <a:lnTo>
                  <a:pt x="476" y="731"/>
                </a:lnTo>
                <a:lnTo>
                  <a:pt x="475" y="730"/>
                </a:lnTo>
                <a:lnTo>
                  <a:pt x="475" y="729"/>
                </a:lnTo>
                <a:lnTo>
                  <a:pt x="475" y="728"/>
                </a:lnTo>
                <a:lnTo>
                  <a:pt x="474" y="729"/>
                </a:lnTo>
                <a:lnTo>
                  <a:pt x="473" y="729"/>
                </a:lnTo>
                <a:lnTo>
                  <a:pt x="472" y="729"/>
                </a:lnTo>
                <a:lnTo>
                  <a:pt x="471" y="729"/>
                </a:lnTo>
                <a:lnTo>
                  <a:pt x="471" y="730"/>
                </a:lnTo>
                <a:lnTo>
                  <a:pt x="470" y="730"/>
                </a:lnTo>
                <a:lnTo>
                  <a:pt x="469" y="730"/>
                </a:lnTo>
                <a:lnTo>
                  <a:pt x="469" y="729"/>
                </a:lnTo>
                <a:lnTo>
                  <a:pt x="468" y="729"/>
                </a:lnTo>
                <a:lnTo>
                  <a:pt x="467" y="729"/>
                </a:lnTo>
                <a:lnTo>
                  <a:pt x="467" y="730"/>
                </a:lnTo>
                <a:lnTo>
                  <a:pt x="466" y="730"/>
                </a:lnTo>
                <a:lnTo>
                  <a:pt x="465" y="729"/>
                </a:lnTo>
                <a:lnTo>
                  <a:pt x="464" y="729"/>
                </a:lnTo>
                <a:lnTo>
                  <a:pt x="464" y="728"/>
                </a:lnTo>
                <a:lnTo>
                  <a:pt x="463" y="728"/>
                </a:lnTo>
                <a:lnTo>
                  <a:pt x="463" y="727"/>
                </a:lnTo>
                <a:lnTo>
                  <a:pt x="463" y="726"/>
                </a:lnTo>
                <a:lnTo>
                  <a:pt x="463" y="725"/>
                </a:lnTo>
                <a:lnTo>
                  <a:pt x="463" y="724"/>
                </a:lnTo>
                <a:lnTo>
                  <a:pt x="462" y="724"/>
                </a:lnTo>
                <a:lnTo>
                  <a:pt x="462" y="722"/>
                </a:lnTo>
                <a:lnTo>
                  <a:pt x="463" y="722"/>
                </a:lnTo>
                <a:lnTo>
                  <a:pt x="464" y="722"/>
                </a:lnTo>
                <a:lnTo>
                  <a:pt x="465" y="722"/>
                </a:lnTo>
                <a:lnTo>
                  <a:pt x="466" y="721"/>
                </a:lnTo>
                <a:lnTo>
                  <a:pt x="466" y="720"/>
                </a:lnTo>
                <a:lnTo>
                  <a:pt x="466" y="718"/>
                </a:lnTo>
                <a:lnTo>
                  <a:pt x="467" y="718"/>
                </a:lnTo>
                <a:lnTo>
                  <a:pt x="468" y="717"/>
                </a:lnTo>
                <a:lnTo>
                  <a:pt x="469" y="716"/>
                </a:lnTo>
                <a:lnTo>
                  <a:pt x="469" y="715"/>
                </a:lnTo>
                <a:lnTo>
                  <a:pt x="469" y="714"/>
                </a:lnTo>
                <a:lnTo>
                  <a:pt x="468" y="714"/>
                </a:lnTo>
                <a:lnTo>
                  <a:pt x="468" y="713"/>
                </a:lnTo>
                <a:lnTo>
                  <a:pt x="469" y="713"/>
                </a:lnTo>
                <a:lnTo>
                  <a:pt x="469" y="712"/>
                </a:lnTo>
                <a:lnTo>
                  <a:pt x="468" y="712"/>
                </a:lnTo>
                <a:lnTo>
                  <a:pt x="466" y="711"/>
                </a:lnTo>
                <a:lnTo>
                  <a:pt x="464" y="711"/>
                </a:lnTo>
                <a:lnTo>
                  <a:pt x="463" y="711"/>
                </a:lnTo>
                <a:lnTo>
                  <a:pt x="462" y="711"/>
                </a:lnTo>
                <a:lnTo>
                  <a:pt x="462" y="710"/>
                </a:lnTo>
                <a:lnTo>
                  <a:pt x="461" y="709"/>
                </a:lnTo>
                <a:lnTo>
                  <a:pt x="460" y="709"/>
                </a:lnTo>
                <a:lnTo>
                  <a:pt x="460" y="708"/>
                </a:lnTo>
                <a:lnTo>
                  <a:pt x="461" y="708"/>
                </a:lnTo>
                <a:lnTo>
                  <a:pt x="461" y="707"/>
                </a:lnTo>
                <a:lnTo>
                  <a:pt x="460" y="707"/>
                </a:lnTo>
                <a:lnTo>
                  <a:pt x="459" y="706"/>
                </a:lnTo>
                <a:lnTo>
                  <a:pt x="458" y="706"/>
                </a:lnTo>
                <a:lnTo>
                  <a:pt x="457" y="706"/>
                </a:lnTo>
                <a:lnTo>
                  <a:pt x="456" y="707"/>
                </a:lnTo>
                <a:lnTo>
                  <a:pt x="456" y="708"/>
                </a:lnTo>
                <a:lnTo>
                  <a:pt x="455" y="708"/>
                </a:lnTo>
                <a:lnTo>
                  <a:pt x="454" y="707"/>
                </a:lnTo>
                <a:lnTo>
                  <a:pt x="453" y="707"/>
                </a:lnTo>
                <a:lnTo>
                  <a:pt x="452" y="708"/>
                </a:lnTo>
                <a:lnTo>
                  <a:pt x="452" y="709"/>
                </a:lnTo>
                <a:lnTo>
                  <a:pt x="451" y="710"/>
                </a:lnTo>
                <a:lnTo>
                  <a:pt x="450" y="710"/>
                </a:lnTo>
                <a:lnTo>
                  <a:pt x="450" y="711"/>
                </a:lnTo>
                <a:lnTo>
                  <a:pt x="449" y="711"/>
                </a:lnTo>
                <a:lnTo>
                  <a:pt x="448" y="711"/>
                </a:lnTo>
                <a:lnTo>
                  <a:pt x="448" y="710"/>
                </a:lnTo>
                <a:lnTo>
                  <a:pt x="447" y="710"/>
                </a:lnTo>
                <a:lnTo>
                  <a:pt x="447" y="711"/>
                </a:lnTo>
                <a:lnTo>
                  <a:pt x="446" y="713"/>
                </a:lnTo>
                <a:lnTo>
                  <a:pt x="446" y="714"/>
                </a:lnTo>
                <a:lnTo>
                  <a:pt x="445" y="714"/>
                </a:lnTo>
                <a:lnTo>
                  <a:pt x="445" y="713"/>
                </a:lnTo>
                <a:lnTo>
                  <a:pt x="444" y="713"/>
                </a:lnTo>
                <a:lnTo>
                  <a:pt x="443" y="713"/>
                </a:lnTo>
                <a:lnTo>
                  <a:pt x="444" y="713"/>
                </a:lnTo>
                <a:lnTo>
                  <a:pt x="444" y="714"/>
                </a:lnTo>
                <a:lnTo>
                  <a:pt x="443" y="714"/>
                </a:lnTo>
                <a:lnTo>
                  <a:pt x="443" y="713"/>
                </a:lnTo>
                <a:lnTo>
                  <a:pt x="442" y="712"/>
                </a:lnTo>
                <a:lnTo>
                  <a:pt x="441" y="713"/>
                </a:lnTo>
                <a:lnTo>
                  <a:pt x="441" y="712"/>
                </a:lnTo>
                <a:lnTo>
                  <a:pt x="440" y="712"/>
                </a:lnTo>
                <a:lnTo>
                  <a:pt x="439" y="712"/>
                </a:lnTo>
                <a:lnTo>
                  <a:pt x="439" y="711"/>
                </a:lnTo>
                <a:lnTo>
                  <a:pt x="440" y="711"/>
                </a:lnTo>
                <a:lnTo>
                  <a:pt x="440" y="710"/>
                </a:lnTo>
                <a:lnTo>
                  <a:pt x="441" y="710"/>
                </a:lnTo>
                <a:lnTo>
                  <a:pt x="442" y="710"/>
                </a:lnTo>
                <a:lnTo>
                  <a:pt x="442" y="709"/>
                </a:lnTo>
                <a:lnTo>
                  <a:pt x="442" y="708"/>
                </a:lnTo>
                <a:lnTo>
                  <a:pt x="443" y="708"/>
                </a:lnTo>
                <a:lnTo>
                  <a:pt x="441" y="707"/>
                </a:lnTo>
                <a:lnTo>
                  <a:pt x="440" y="707"/>
                </a:lnTo>
                <a:lnTo>
                  <a:pt x="440" y="708"/>
                </a:lnTo>
                <a:lnTo>
                  <a:pt x="439" y="708"/>
                </a:lnTo>
                <a:lnTo>
                  <a:pt x="438" y="708"/>
                </a:lnTo>
                <a:lnTo>
                  <a:pt x="438" y="707"/>
                </a:lnTo>
                <a:lnTo>
                  <a:pt x="437" y="707"/>
                </a:lnTo>
                <a:lnTo>
                  <a:pt x="436" y="707"/>
                </a:lnTo>
                <a:lnTo>
                  <a:pt x="436" y="706"/>
                </a:lnTo>
                <a:lnTo>
                  <a:pt x="435" y="706"/>
                </a:lnTo>
                <a:lnTo>
                  <a:pt x="434" y="706"/>
                </a:lnTo>
                <a:lnTo>
                  <a:pt x="433" y="706"/>
                </a:lnTo>
                <a:lnTo>
                  <a:pt x="432" y="706"/>
                </a:lnTo>
                <a:lnTo>
                  <a:pt x="432" y="705"/>
                </a:lnTo>
                <a:lnTo>
                  <a:pt x="432" y="704"/>
                </a:lnTo>
                <a:lnTo>
                  <a:pt x="432" y="703"/>
                </a:lnTo>
                <a:lnTo>
                  <a:pt x="432" y="700"/>
                </a:lnTo>
                <a:lnTo>
                  <a:pt x="433" y="698"/>
                </a:lnTo>
                <a:lnTo>
                  <a:pt x="433" y="694"/>
                </a:lnTo>
                <a:lnTo>
                  <a:pt x="434" y="692"/>
                </a:lnTo>
                <a:lnTo>
                  <a:pt x="433" y="692"/>
                </a:lnTo>
                <a:lnTo>
                  <a:pt x="432" y="692"/>
                </a:lnTo>
                <a:lnTo>
                  <a:pt x="431" y="692"/>
                </a:lnTo>
                <a:lnTo>
                  <a:pt x="429" y="691"/>
                </a:lnTo>
                <a:lnTo>
                  <a:pt x="428" y="691"/>
                </a:lnTo>
                <a:lnTo>
                  <a:pt x="427" y="690"/>
                </a:lnTo>
                <a:lnTo>
                  <a:pt x="426" y="689"/>
                </a:lnTo>
                <a:lnTo>
                  <a:pt x="426" y="688"/>
                </a:lnTo>
                <a:lnTo>
                  <a:pt x="427" y="687"/>
                </a:lnTo>
                <a:lnTo>
                  <a:pt x="428" y="687"/>
                </a:lnTo>
                <a:lnTo>
                  <a:pt x="429" y="686"/>
                </a:lnTo>
                <a:lnTo>
                  <a:pt x="428" y="684"/>
                </a:lnTo>
                <a:lnTo>
                  <a:pt x="426" y="684"/>
                </a:lnTo>
                <a:lnTo>
                  <a:pt x="425" y="684"/>
                </a:lnTo>
                <a:lnTo>
                  <a:pt x="424" y="685"/>
                </a:lnTo>
                <a:lnTo>
                  <a:pt x="424" y="684"/>
                </a:lnTo>
                <a:lnTo>
                  <a:pt x="423" y="684"/>
                </a:lnTo>
                <a:lnTo>
                  <a:pt x="422" y="684"/>
                </a:lnTo>
                <a:lnTo>
                  <a:pt x="422" y="683"/>
                </a:lnTo>
                <a:lnTo>
                  <a:pt x="420" y="682"/>
                </a:lnTo>
                <a:lnTo>
                  <a:pt x="419" y="683"/>
                </a:lnTo>
                <a:lnTo>
                  <a:pt x="419" y="684"/>
                </a:lnTo>
                <a:lnTo>
                  <a:pt x="419" y="685"/>
                </a:lnTo>
                <a:lnTo>
                  <a:pt x="418" y="685"/>
                </a:lnTo>
                <a:lnTo>
                  <a:pt x="417" y="685"/>
                </a:lnTo>
                <a:lnTo>
                  <a:pt x="417" y="684"/>
                </a:lnTo>
                <a:lnTo>
                  <a:pt x="416" y="684"/>
                </a:lnTo>
                <a:lnTo>
                  <a:pt x="416" y="683"/>
                </a:lnTo>
                <a:lnTo>
                  <a:pt x="416" y="682"/>
                </a:lnTo>
                <a:lnTo>
                  <a:pt x="416" y="681"/>
                </a:lnTo>
                <a:lnTo>
                  <a:pt x="416" y="680"/>
                </a:lnTo>
                <a:lnTo>
                  <a:pt x="415" y="680"/>
                </a:lnTo>
                <a:lnTo>
                  <a:pt x="413" y="679"/>
                </a:lnTo>
                <a:lnTo>
                  <a:pt x="412" y="680"/>
                </a:lnTo>
                <a:lnTo>
                  <a:pt x="412" y="681"/>
                </a:lnTo>
                <a:lnTo>
                  <a:pt x="411" y="681"/>
                </a:lnTo>
                <a:lnTo>
                  <a:pt x="410" y="681"/>
                </a:lnTo>
                <a:lnTo>
                  <a:pt x="409" y="680"/>
                </a:lnTo>
                <a:lnTo>
                  <a:pt x="410" y="680"/>
                </a:lnTo>
                <a:lnTo>
                  <a:pt x="411" y="679"/>
                </a:lnTo>
                <a:lnTo>
                  <a:pt x="410" y="679"/>
                </a:lnTo>
                <a:lnTo>
                  <a:pt x="409" y="679"/>
                </a:lnTo>
                <a:lnTo>
                  <a:pt x="409" y="678"/>
                </a:lnTo>
                <a:lnTo>
                  <a:pt x="409" y="677"/>
                </a:lnTo>
                <a:lnTo>
                  <a:pt x="408" y="677"/>
                </a:lnTo>
                <a:lnTo>
                  <a:pt x="407" y="678"/>
                </a:lnTo>
                <a:lnTo>
                  <a:pt x="407" y="677"/>
                </a:lnTo>
                <a:lnTo>
                  <a:pt x="407" y="676"/>
                </a:lnTo>
                <a:lnTo>
                  <a:pt x="408" y="675"/>
                </a:lnTo>
                <a:lnTo>
                  <a:pt x="408" y="674"/>
                </a:lnTo>
                <a:lnTo>
                  <a:pt x="407" y="673"/>
                </a:lnTo>
                <a:lnTo>
                  <a:pt x="407" y="672"/>
                </a:lnTo>
                <a:lnTo>
                  <a:pt x="408" y="672"/>
                </a:lnTo>
                <a:lnTo>
                  <a:pt x="408" y="671"/>
                </a:lnTo>
                <a:lnTo>
                  <a:pt x="408" y="670"/>
                </a:lnTo>
                <a:lnTo>
                  <a:pt x="407" y="670"/>
                </a:lnTo>
                <a:lnTo>
                  <a:pt x="409" y="669"/>
                </a:lnTo>
                <a:lnTo>
                  <a:pt x="410" y="669"/>
                </a:lnTo>
                <a:lnTo>
                  <a:pt x="409" y="669"/>
                </a:lnTo>
                <a:lnTo>
                  <a:pt x="409" y="668"/>
                </a:lnTo>
                <a:lnTo>
                  <a:pt x="408" y="667"/>
                </a:lnTo>
                <a:lnTo>
                  <a:pt x="407" y="666"/>
                </a:lnTo>
                <a:lnTo>
                  <a:pt x="408" y="666"/>
                </a:lnTo>
                <a:lnTo>
                  <a:pt x="409" y="666"/>
                </a:lnTo>
                <a:lnTo>
                  <a:pt x="409" y="667"/>
                </a:lnTo>
                <a:lnTo>
                  <a:pt x="410" y="666"/>
                </a:lnTo>
                <a:lnTo>
                  <a:pt x="410" y="665"/>
                </a:lnTo>
                <a:lnTo>
                  <a:pt x="411" y="664"/>
                </a:lnTo>
                <a:lnTo>
                  <a:pt x="411" y="663"/>
                </a:lnTo>
                <a:lnTo>
                  <a:pt x="410" y="663"/>
                </a:lnTo>
                <a:lnTo>
                  <a:pt x="410" y="662"/>
                </a:lnTo>
                <a:lnTo>
                  <a:pt x="409" y="660"/>
                </a:lnTo>
                <a:lnTo>
                  <a:pt x="410" y="659"/>
                </a:lnTo>
                <a:lnTo>
                  <a:pt x="410" y="658"/>
                </a:lnTo>
                <a:lnTo>
                  <a:pt x="411" y="659"/>
                </a:lnTo>
                <a:lnTo>
                  <a:pt x="411" y="658"/>
                </a:lnTo>
                <a:lnTo>
                  <a:pt x="411" y="657"/>
                </a:lnTo>
                <a:lnTo>
                  <a:pt x="409" y="657"/>
                </a:lnTo>
                <a:lnTo>
                  <a:pt x="408" y="656"/>
                </a:lnTo>
                <a:lnTo>
                  <a:pt x="408" y="655"/>
                </a:lnTo>
                <a:lnTo>
                  <a:pt x="409" y="654"/>
                </a:lnTo>
                <a:lnTo>
                  <a:pt x="409" y="653"/>
                </a:lnTo>
                <a:lnTo>
                  <a:pt x="408" y="652"/>
                </a:lnTo>
                <a:lnTo>
                  <a:pt x="408" y="651"/>
                </a:lnTo>
                <a:lnTo>
                  <a:pt x="407" y="650"/>
                </a:lnTo>
                <a:lnTo>
                  <a:pt x="408" y="650"/>
                </a:lnTo>
                <a:lnTo>
                  <a:pt x="409" y="650"/>
                </a:lnTo>
                <a:lnTo>
                  <a:pt x="409" y="649"/>
                </a:lnTo>
                <a:lnTo>
                  <a:pt x="409" y="648"/>
                </a:lnTo>
                <a:lnTo>
                  <a:pt x="409" y="647"/>
                </a:lnTo>
                <a:lnTo>
                  <a:pt x="409" y="646"/>
                </a:lnTo>
                <a:lnTo>
                  <a:pt x="410" y="646"/>
                </a:lnTo>
                <a:lnTo>
                  <a:pt x="411" y="645"/>
                </a:lnTo>
                <a:lnTo>
                  <a:pt x="412" y="645"/>
                </a:lnTo>
                <a:lnTo>
                  <a:pt x="412" y="644"/>
                </a:lnTo>
                <a:lnTo>
                  <a:pt x="413" y="644"/>
                </a:lnTo>
                <a:lnTo>
                  <a:pt x="414" y="644"/>
                </a:lnTo>
                <a:lnTo>
                  <a:pt x="415" y="644"/>
                </a:lnTo>
                <a:lnTo>
                  <a:pt x="415" y="643"/>
                </a:lnTo>
                <a:lnTo>
                  <a:pt x="416" y="642"/>
                </a:lnTo>
                <a:lnTo>
                  <a:pt x="417" y="642"/>
                </a:lnTo>
                <a:lnTo>
                  <a:pt x="417" y="641"/>
                </a:lnTo>
                <a:lnTo>
                  <a:pt x="418" y="640"/>
                </a:lnTo>
                <a:lnTo>
                  <a:pt x="419" y="640"/>
                </a:lnTo>
                <a:lnTo>
                  <a:pt x="420" y="639"/>
                </a:lnTo>
                <a:lnTo>
                  <a:pt x="421" y="638"/>
                </a:lnTo>
                <a:lnTo>
                  <a:pt x="421" y="637"/>
                </a:lnTo>
                <a:lnTo>
                  <a:pt x="421" y="636"/>
                </a:lnTo>
                <a:lnTo>
                  <a:pt x="422" y="636"/>
                </a:lnTo>
                <a:lnTo>
                  <a:pt x="423" y="636"/>
                </a:lnTo>
                <a:lnTo>
                  <a:pt x="423" y="635"/>
                </a:lnTo>
                <a:lnTo>
                  <a:pt x="424" y="635"/>
                </a:lnTo>
                <a:lnTo>
                  <a:pt x="425" y="635"/>
                </a:lnTo>
                <a:lnTo>
                  <a:pt x="425" y="634"/>
                </a:lnTo>
                <a:lnTo>
                  <a:pt x="424" y="634"/>
                </a:lnTo>
                <a:lnTo>
                  <a:pt x="424" y="633"/>
                </a:lnTo>
                <a:lnTo>
                  <a:pt x="424" y="632"/>
                </a:lnTo>
                <a:lnTo>
                  <a:pt x="424" y="631"/>
                </a:lnTo>
                <a:lnTo>
                  <a:pt x="425" y="631"/>
                </a:lnTo>
                <a:lnTo>
                  <a:pt x="426" y="631"/>
                </a:lnTo>
                <a:lnTo>
                  <a:pt x="425" y="628"/>
                </a:lnTo>
                <a:lnTo>
                  <a:pt x="424" y="627"/>
                </a:lnTo>
                <a:lnTo>
                  <a:pt x="423" y="627"/>
                </a:lnTo>
                <a:lnTo>
                  <a:pt x="423" y="624"/>
                </a:lnTo>
                <a:lnTo>
                  <a:pt x="423" y="623"/>
                </a:lnTo>
                <a:lnTo>
                  <a:pt x="423" y="622"/>
                </a:lnTo>
                <a:lnTo>
                  <a:pt x="424" y="622"/>
                </a:lnTo>
                <a:lnTo>
                  <a:pt x="424" y="623"/>
                </a:lnTo>
                <a:lnTo>
                  <a:pt x="425" y="622"/>
                </a:lnTo>
                <a:lnTo>
                  <a:pt x="425" y="621"/>
                </a:lnTo>
                <a:lnTo>
                  <a:pt x="425" y="620"/>
                </a:lnTo>
                <a:lnTo>
                  <a:pt x="426" y="620"/>
                </a:lnTo>
                <a:lnTo>
                  <a:pt x="427" y="620"/>
                </a:lnTo>
                <a:lnTo>
                  <a:pt x="427" y="621"/>
                </a:lnTo>
                <a:lnTo>
                  <a:pt x="427" y="620"/>
                </a:lnTo>
                <a:lnTo>
                  <a:pt x="428" y="620"/>
                </a:lnTo>
                <a:lnTo>
                  <a:pt x="428" y="619"/>
                </a:lnTo>
                <a:lnTo>
                  <a:pt x="429" y="619"/>
                </a:lnTo>
                <a:lnTo>
                  <a:pt x="430" y="619"/>
                </a:lnTo>
                <a:lnTo>
                  <a:pt x="431" y="619"/>
                </a:lnTo>
                <a:lnTo>
                  <a:pt x="431" y="618"/>
                </a:lnTo>
                <a:lnTo>
                  <a:pt x="432" y="618"/>
                </a:lnTo>
                <a:lnTo>
                  <a:pt x="432" y="617"/>
                </a:lnTo>
                <a:lnTo>
                  <a:pt x="432" y="618"/>
                </a:lnTo>
                <a:lnTo>
                  <a:pt x="433" y="618"/>
                </a:lnTo>
                <a:lnTo>
                  <a:pt x="434" y="618"/>
                </a:lnTo>
                <a:lnTo>
                  <a:pt x="434" y="617"/>
                </a:lnTo>
                <a:lnTo>
                  <a:pt x="435" y="615"/>
                </a:lnTo>
                <a:lnTo>
                  <a:pt x="436" y="615"/>
                </a:lnTo>
                <a:lnTo>
                  <a:pt x="436" y="616"/>
                </a:lnTo>
                <a:lnTo>
                  <a:pt x="436" y="617"/>
                </a:lnTo>
                <a:lnTo>
                  <a:pt x="437" y="617"/>
                </a:lnTo>
                <a:lnTo>
                  <a:pt x="438" y="617"/>
                </a:lnTo>
                <a:lnTo>
                  <a:pt x="438" y="616"/>
                </a:lnTo>
                <a:lnTo>
                  <a:pt x="439" y="617"/>
                </a:lnTo>
                <a:lnTo>
                  <a:pt x="439" y="618"/>
                </a:lnTo>
                <a:lnTo>
                  <a:pt x="439" y="617"/>
                </a:lnTo>
                <a:lnTo>
                  <a:pt x="440" y="616"/>
                </a:lnTo>
                <a:lnTo>
                  <a:pt x="441" y="616"/>
                </a:lnTo>
                <a:lnTo>
                  <a:pt x="442" y="616"/>
                </a:lnTo>
                <a:lnTo>
                  <a:pt x="442" y="615"/>
                </a:lnTo>
                <a:lnTo>
                  <a:pt x="443" y="615"/>
                </a:lnTo>
                <a:lnTo>
                  <a:pt x="444" y="615"/>
                </a:lnTo>
                <a:lnTo>
                  <a:pt x="445" y="615"/>
                </a:lnTo>
                <a:lnTo>
                  <a:pt x="445" y="614"/>
                </a:lnTo>
                <a:lnTo>
                  <a:pt x="446" y="614"/>
                </a:lnTo>
                <a:lnTo>
                  <a:pt x="447" y="613"/>
                </a:lnTo>
                <a:lnTo>
                  <a:pt x="447" y="612"/>
                </a:lnTo>
                <a:lnTo>
                  <a:pt x="448" y="612"/>
                </a:lnTo>
                <a:lnTo>
                  <a:pt x="448" y="611"/>
                </a:lnTo>
                <a:lnTo>
                  <a:pt x="448" y="610"/>
                </a:lnTo>
                <a:lnTo>
                  <a:pt x="449" y="610"/>
                </a:lnTo>
                <a:lnTo>
                  <a:pt x="449" y="609"/>
                </a:lnTo>
                <a:lnTo>
                  <a:pt x="450" y="608"/>
                </a:lnTo>
                <a:lnTo>
                  <a:pt x="450" y="607"/>
                </a:lnTo>
                <a:lnTo>
                  <a:pt x="451" y="605"/>
                </a:lnTo>
                <a:lnTo>
                  <a:pt x="451" y="604"/>
                </a:lnTo>
                <a:lnTo>
                  <a:pt x="451" y="603"/>
                </a:lnTo>
                <a:lnTo>
                  <a:pt x="450" y="603"/>
                </a:lnTo>
                <a:lnTo>
                  <a:pt x="449" y="603"/>
                </a:lnTo>
                <a:lnTo>
                  <a:pt x="448" y="602"/>
                </a:lnTo>
                <a:lnTo>
                  <a:pt x="448" y="601"/>
                </a:lnTo>
                <a:lnTo>
                  <a:pt x="448" y="600"/>
                </a:lnTo>
                <a:lnTo>
                  <a:pt x="449" y="599"/>
                </a:lnTo>
                <a:lnTo>
                  <a:pt x="449" y="598"/>
                </a:lnTo>
                <a:lnTo>
                  <a:pt x="449" y="597"/>
                </a:lnTo>
                <a:lnTo>
                  <a:pt x="449" y="596"/>
                </a:lnTo>
                <a:lnTo>
                  <a:pt x="449" y="595"/>
                </a:lnTo>
                <a:lnTo>
                  <a:pt x="448" y="595"/>
                </a:lnTo>
                <a:lnTo>
                  <a:pt x="447" y="595"/>
                </a:lnTo>
                <a:lnTo>
                  <a:pt x="447" y="594"/>
                </a:lnTo>
                <a:lnTo>
                  <a:pt x="447" y="593"/>
                </a:lnTo>
                <a:lnTo>
                  <a:pt x="448" y="593"/>
                </a:lnTo>
                <a:lnTo>
                  <a:pt x="448" y="592"/>
                </a:lnTo>
                <a:lnTo>
                  <a:pt x="449" y="592"/>
                </a:lnTo>
                <a:lnTo>
                  <a:pt x="449" y="591"/>
                </a:lnTo>
                <a:lnTo>
                  <a:pt x="450" y="591"/>
                </a:lnTo>
                <a:lnTo>
                  <a:pt x="450" y="589"/>
                </a:lnTo>
                <a:lnTo>
                  <a:pt x="452" y="588"/>
                </a:lnTo>
                <a:lnTo>
                  <a:pt x="453" y="588"/>
                </a:lnTo>
                <a:lnTo>
                  <a:pt x="454" y="587"/>
                </a:lnTo>
                <a:lnTo>
                  <a:pt x="454" y="586"/>
                </a:lnTo>
                <a:lnTo>
                  <a:pt x="454" y="585"/>
                </a:lnTo>
                <a:lnTo>
                  <a:pt x="453" y="585"/>
                </a:lnTo>
                <a:lnTo>
                  <a:pt x="452" y="585"/>
                </a:lnTo>
                <a:lnTo>
                  <a:pt x="451" y="583"/>
                </a:lnTo>
                <a:lnTo>
                  <a:pt x="451" y="580"/>
                </a:lnTo>
                <a:lnTo>
                  <a:pt x="452" y="579"/>
                </a:lnTo>
                <a:lnTo>
                  <a:pt x="452" y="580"/>
                </a:lnTo>
                <a:lnTo>
                  <a:pt x="452" y="579"/>
                </a:lnTo>
                <a:lnTo>
                  <a:pt x="453" y="579"/>
                </a:lnTo>
                <a:lnTo>
                  <a:pt x="452" y="579"/>
                </a:lnTo>
                <a:lnTo>
                  <a:pt x="452" y="577"/>
                </a:lnTo>
                <a:lnTo>
                  <a:pt x="451" y="577"/>
                </a:lnTo>
                <a:lnTo>
                  <a:pt x="451" y="576"/>
                </a:lnTo>
                <a:lnTo>
                  <a:pt x="451" y="577"/>
                </a:lnTo>
                <a:lnTo>
                  <a:pt x="450" y="577"/>
                </a:lnTo>
                <a:lnTo>
                  <a:pt x="449" y="576"/>
                </a:lnTo>
                <a:lnTo>
                  <a:pt x="448" y="576"/>
                </a:lnTo>
                <a:lnTo>
                  <a:pt x="448" y="575"/>
                </a:lnTo>
                <a:lnTo>
                  <a:pt x="448" y="574"/>
                </a:lnTo>
                <a:lnTo>
                  <a:pt x="448" y="573"/>
                </a:lnTo>
                <a:lnTo>
                  <a:pt x="448" y="572"/>
                </a:lnTo>
                <a:lnTo>
                  <a:pt x="449" y="569"/>
                </a:lnTo>
                <a:lnTo>
                  <a:pt x="448" y="568"/>
                </a:lnTo>
                <a:lnTo>
                  <a:pt x="448" y="567"/>
                </a:lnTo>
                <a:lnTo>
                  <a:pt x="448" y="564"/>
                </a:lnTo>
                <a:lnTo>
                  <a:pt x="448" y="561"/>
                </a:lnTo>
                <a:lnTo>
                  <a:pt x="448" y="560"/>
                </a:lnTo>
                <a:lnTo>
                  <a:pt x="447" y="558"/>
                </a:lnTo>
                <a:lnTo>
                  <a:pt x="446" y="558"/>
                </a:lnTo>
                <a:lnTo>
                  <a:pt x="446" y="559"/>
                </a:lnTo>
                <a:lnTo>
                  <a:pt x="445" y="559"/>
                </a:lnTo>
                <a:lnTo>
                  <a:pt x="444" y="559"/>
                </a:lnTo>
                <a:lnTo>
                  <a:pt x="443" y="559"/>
                </a:lnTo>
                <a:lnTo>
                  <a:pt x="441" y="558"/>
                </a:lnTo>
                <a:lnTo>
                  <a:pt x="440" y="560"/>
                </a:lnTo>
                <a:lnTo>
                  <a:pt x="437" y="561"/>
                </a:lnTo>
                <a:lnTo>
                  <a:pt x="434" y="560"/>
                </a:lnTo>
                <a:lnTo>
                  <a:pt x="432" y="560"/>
                </a:lnTo>
                <a:lnTo>
                  <a:pt x="431" y="559"/>
                </a:lnTo>
                <a:lnTo>
                  <a:pt x="431" y="558"/>
                </a:lnTo>
                <a:lnTo>
                  <a:pt x="430" y="555"/>
                </a:lnTo>
                <a:lnTo>
                  <a:pt x="430" y="554"/>
                </a:lnTo>
                <a:lnTo>
                  <a:pt x="431" y="554"/>
                </a:lnTo>
                <a:lnTo>
                  <a:pt x="432" y="554"/>
                </a:lnTo>
                <a:lnTo>
                  <a:pt x="433" y="554"/>
                </a:lnTo>
                <a:lnTo>
                  <a:pt x="434" y="552"/>
                </a:lnTo>
                <a:lnTo>
                  <a:pt x="434" y="551"/>
                </a:lnTo>
                <a:lnTo>
                  <a:pt x="433" y="551"/>
                </a:lnTo>
                <a:lnTo>
                  <a:pt x="433" y="550"/>
                </a:lnTo>
                <a:lnTo>
                  <a:pt x="432" y="550"/>
                </a:lnTo>
                <a:lnTo>
                  <a:pt x="432" y="549"/>
                </a:lnTo>
                <a:lnTo>
                  <a:pt x="431" y="548"/>
                </a:lnTo>
                <a:lnTo>
                  <a:pt x="432" y="548"/>
                </a:lnTo>
                <a:lnTo>
                  <a:pt x="432" y="547"/>
                </a:lnTo>
                <a:lnTo>
                  <a:pt x="431" y="546"/>
                </a:lnTo>
                <a:lnTo>
                  <a:pt x="430" y="546"/>
                </a:lnTo>
                <a:lnTo>
                  <a:pt x="428" y="545"/>
                </a:lnTo>
                <a:lnTo>
                  <a:pt x="427" y="545"/>
                </a:lnTo>
                <a:lnTo>
                  <a:pt x="426" y="545"/>
                </a:lnTo>
                <a:lnTo>
                  <a:pt x="425" y="544"/>
                </a:lnTo>
                <a:lnTo>
                  <a:pt x="424" y="543"/>
                </a:lnTo>
                <a:lnTo>
                  <a:pt x="424" y="542"/>
                </a:lnTo>
                <a:lnTo>
                  <a:pt x="423" y="542"/>
                </a:lnTo>
                <a:lnTo>
                  <a:pt x="424" y="538"/>
                </a:lnTo>
                <a:lnTo>
                  <a:pt x="425" y="536"/>
                </a:lnTo>
                <a:lnTo>
                  <a:pt x="426" y="536"/>
                </a:lnTo>
                <a:lnTo>
                  <a:pt x="428" y="535"/>
                </a:lnTo>
                <a:lnTo>
                  <a:pt x="429" y="535"/>
                </a:lnTo>
                <a:lnTo>
                  <a:pt x="430" y="535"/>
                </a:lnTo>
                <a:lnTo>
                  <a:pt x="431" y="535"/>
                </a:lnTo>
                <a:lnTo>
                  <a:pt x="432" y="535"/>
                </a:lnTo>
                <a:lnTo>
                  <a:pt x="434" y="536"/>
                </a:lnTo>
                <a:lnTo>
                  <a:pt x="434" y="537"/>
                </a:lnTo>
                <a:lnTo>
                  <a:pt x="435" y="537"/>
                </a:lnTo>
                <a:lnTo>
                  <a:pt x="435" y="538"/>
                </a:lnTo>
                <a:lnTo>
                  <a:pt x="436" y="537"/>
                </a:lnTo>
                <a:lnTo>
                  <a:pt x="437" y="535"/>
                </a:lnTo>
                <a:lnTo>
                  <a:pt x="437" y="534"/>
                </a:lnTo>
                <a:lnTo>
                  <a:pt x="438" y="534"/>
                </a:lnTo>
                <a:lnTo>
                  <a:pt x="438" y="533"/>
                </a:lnTo>
                <a:lnTo>
                  <a:pt x="441" y="534"/>
                </a:lnTo>
                <a:lnTo>
                  <a:pt x="443" y="534"/>
                </a:lnTo>
                <a:lnTo>
                  <a:pt x="444" y="535"/>
                </a:lnTo>
                <a:lnTo>
                  <a:pt x="446" y="535"/>
                </a:lnTo>
                <a:lnTo>
                  <a:pt x="446" y="534"/>
                </a:lnTo>
                <a:lnTo>
                  <a:pt x="446" y="532"/>
                </a:lnTo>
                <a:lnTo>
                  <a:pt x="445" y="532"/>
                </a:lnTo>
                <a:lnTo>
                  <a:pt x="445" y="531"/>
                </a:lnTo>
                <a:lnTo>
                  <a:pt x="446" y="531"/>
                </a:lnTo>
                <a:lnTo>
                  <a:pt x="448" y="529"/>
                </a:lnTo>
                <a:lnTo>
                  <a:pt x="449" y="530"/>
                </a:lnTo>
                <a:lnTo>
                  <a:pt x="450" y="531"/>
                </a:lnTo>
                <a:lnTo>
                  <a:pt x="450" y="532"/>
                </a:lnTo>
                <a:lnTo>
                  <a:pt x="450" y="533"/>
                </a:lnTo>
                <a:lnTo>
                  <a:pt x="451" y="533"/>
                </a:lnTo>
                <a:lnTo>
                  <a:pt x="452" y="533"/>
                </a:lnTo>
                <a:lnTo>
                  <a:pt x="453" y="533"/>
                </a:lnTo>
                <a:lnTo>
                  <a:pt x="453" y="532"/>
                </a:lnTo>
                <a:lnTo>
                  <a:pt x="453" y="531"/>
                </a:lnTo>
                <a:lnTo>
                  <a:pt x="454" y="531"/>
                </a:lnTo>
                <a:lnTo>
                  <a:pt x="455" y="531"/>
                </a:lnTo>
                <a:lnTo>
                  <a:pt x="454" y="530"/>
                </a:lnTo>
                <a:lnTo>
                  <a:pt x="455" y="530"/>
                </a:lnTo>
                <a:lnTo>
                  <a:pt x="456" y="530"/>
                </a:lnTo>
                <a:lnTo>
                  <a:pt x="458" y="530"/>
                </a:lnTo>
                <a:lnTo>
                  <a:pt x="458" y="531"/>
                </a:lnTo>
                <a:lnTo>
                  <a:pt x="459" y="531"/>
                </a:lnTo>
                <a:lnTo>
                  <a:pt x="458" y="531"/>
                </a:lnTo>
                <a:lnTo>
                  <a:pt x="458" y="532"/>
                </a:lnTo>
                <a:lnTo>
                  <a:pt x="460" y="533"/>
                </a:lnTo>
                <a:lnTo>
                  <a:pt x="461" y="533"/>
                </a:lnTo>
                <a:lnTo>
                  <a:pt x="462" y="533"/>
                </a:lnTo>
                <a:lnTo>
                  <a:pt x="463" y="533"/>
                </a:lnTo>
                <a:lnTo>
                  <a:pt x="463" y="532"/>
                </a:lnTo>
                <a:lnTo>
                  <a:pt x="463" y="531"/>
                </a:lnTo>
                <a:lnTo>
                  <a:pt x="464" y="530"/>
                </a:lnTo>
                <a:lnTo>
                  <a:pt x="464" y="529"/>
                </a:lnTo>
                <a:lnTo>
                  <a:pt x="465" y="529"/>
                </a:lnTo>
                <a:lnTo>
                  <a:pt x="466" y="529"/>
                </a:lnTo>
                <a:lnTo>
                  <a:pt x="467" y="531"/>
                </a:lnTo>
                <a:lnTo>
                  <a:pt x="466" y="531"/>
                </a:lnTo>
                <a:lnTo>
                  <a:pt x="466" y="532"/>
                </a:lnTo>
                <a:lnTo>
                  <a:pt x="465" y="532"/>
                </a:lnTo>
                <a:lnTo>
                  <a:pt x="466" y="533"/>
                </a:lnTo>
                <a:lnTo>
                  <a:pt x="467" y="535"/>
                </a:lnTo>
                <a:lnTo>
                  <a:pt x="471" y="535"/>
                </a:lnTo>
                <a:lnTo>
                  <a:pt x="474" y="533"/>
                </a:lnTo>
                <a:lnTo>
                  <a:pt x="475" y="532"/>
                </a:lnTo>
                <a:lnTo>
                  <a:pt x="476" y="531"/>
                </a:lnTo>
                <a:lnTo>
                  <a:pt x="477" y="530"/>
                </a:lnTo>
                <a:lnTo>
                  <a:pt x="479" y="530"/>
                </a:lnTo>
                <a:lnTo>
                  <a:pt x="480" y="531"/>
                </a:lnTo>
                <a:lnTo>
                  <a:pt x="479" y="531"/>
                </a:lnTo>
                <a:lnTo>
                  <a:pt x="479" y="532"/>
                </a:lnTo>
                <a:lnTo>
                  <a:pt x="479" y="533"/>
                </a:lnTo>
                <a:lnTo>
                  <a:pt x="479" y="534"/>
                </a:lnTo>
                <a:lnTo>
                  <a:pt x="479" y="535"/>
                </a:lnTo>
                <a:lnTo>
                  <a:pt x="478" y="536"/>
                </a:lnTo>
                <a:lnTo>
                  <a:pt x="478" y="537"/>
                </a:lnTo>
                <a:lnTo>
                  <a:pt x="480" y="538"/>
                </a:lnTo>
                <a:lnTo>
                  <a:pt x="480" y="537"/>
                </a:lnTo>
                <a:lnTo>
                  <a:pt x="481" y="537"/>
                </a:lnTo>
                <a:lnTo>
                  <a:pt x="481" y="536"/>
                </a:lnTo>
                <a:lnTo>
                  <a:pt x="482" y="537"/>
                </a:lnTo>
                <a:lnTo>
                  <a:pt x="483" y="537"/>
                </a:lnTo>
                <a:lnTo>
                  <a:pt x="483" y="536"/>
                </a:lnTo>
                <a:lnTo>
                  <a:pt x="482" y="536"/>
                </a:lnTo>
                <a:lnTo>
                  <a:pt x="482" y="535"/>
                </a:lnTo>
                <a:lnTo>
                  <a:pt x="483" y="535"/>
                </a:lnTo>
                <a:lnTo>
                  <a:pt x="486" y="535"/>
                </a:lnTo>
                <a:lnTo>
                  <a:pt x="487" y="536"/>
                </a:lnTo>
                <a:lnTo>
                  <a:pt x="487" y="537"/>
                </a:lnTo>
                <a:lnTo>
                  <a:pt x="488" y="537"/>
                </a:lnTo>
                <a:lnTo>
                  <a:pt x="489" y="538"/>
                </a:lnTo>
                <a:lnTo>
                  <a:pt x="492" y="540"/>
                </a:lnTo>
                <a:lnTo>
                  <a:pt x="493" y="541"/>
                </a:lnTo>
                <a:lnTo>
                  <a:pt x="493" y="542"/>
                </a:lnTo>
                <a:lnTo>
                  <a:pt x="493" y="543"/>
                </a:lnTo>
                <a:lnTo>
                  <a:pt x="494" y="545"/>
                </a:lnTo>
                <a:lnTo>
                  <a:pt x="496" y="545"/>
                </a:lnTo>
                <a:lnTo>
                  <a:pt x="498" y="545"/>
                </a:lnTo>
                <a:lnTo>
                  <a:pt x="501" y="542"/>
                </a:lnTo>
                <a:lnTo>
                  <a:pt x="503" y="541"/>
                </a:lnTo>
                <a:lnTo>
                  <a:pt x="505" y="542"/>
                </a:lnTo>
                <a:lnTo>
                  <a:pt x="507" y="545"/>
                </a:lnTo>
                <a:lnTo>
                  <a:pt x="508" y="546"/>
                </a:lnTo>
                <a:lnTo>
                  <a:pt x="509" y="547"/>
                </a:lnTo>
                <a:lnTo>
                  <a:pt x="511" y="549"/>
                </a:lnTo>
                <a:lnTo>
                  <a:pt x="511" y="550"/>
                </a:lnTo>
                <a:lnTo>
                  <a:pt x="510" y="552"/>
                </a:lnTo>
                <a:lnTo>
                  <a:pt x="511" y="552"/>
                </a:lnTo>
                <a:lnTo>
                  <a:pt x="512" y="552"/>
                </a:lnTo>
                <a:lnTo>
                  <a:pt x="512" y="553"/>
                </a:lnTo>
                <a:lnTo>
                  <a:pt x="513" y="553"/>
                </a:lnTo>
                <a:lnTo>
                  <a:pt x="514" y="554"/>
                </a:lnTo>
                <a:lnTo>
                  <a:pt x="515" y="554"/>
                </a:lnTo>
                <a:lnTo>
                  <a:pt x="515" y="553"/>
                </a:lnTo>
                <a:lnTo>
                  <a:pt x="515" y="552"/>
                </a:lnTo>
                <a:lnTo>
                  <a:pt x="515" y="551"/>
                </a:lnTo>
                <a:lnTo>
                  <a:pt x="515" y="550"/>
                </a:lnTo>
                <a:lnTo>
                  <a:pt x="515" y="549"/>
                </a:lnTo>
                <a:lnTo>
                  <a:pt x="515" y="548"/>
                </a:lnTo>
                <a:lnTo>
                  <a:pt x="516" y="548"/>
                </a:lnTo>
                <a:lnTo>
                  <a:pt x="517" y="549"/>
                </a:lnTo>
                <a:lnTo>
                  <a:pt x="520" y="547"/>
                </a:lnTo>
                <a:lnTo>
                  <a:pt x="521" y="544"/>
                </a:lnTo>
                <a:lnTo>
                  <a:pt x="522" y="544"/>
                </a:lnTo>
                <a:lnTo>
                  <a:pt x="523" y="542"/>
                </a:lnTo>
                <a:lnTo>
                  <a:pt x="524" y="541"/>
                </a:lnTo>
                <a:lnTo>
                  <a:pt x="525" y="540"/>
                </a:lnTo>
                <a:lnTo>
                  <a:pt x="525" y="539"/>
                </a:lnTo>
                <a:lnTo>
                  <a:pt x="524" y="539"/>
                </a:lnTo>
                <a:lnTo>
                  <a:pt x="524" y="538"/>
                </a:lnTo>
                <a:lnTo>
                  <a:pt x="523" y="537"/>
                </a:lnTo>
                <a:lnTo>
                  <a:pt x="523" y="535"/>
                </a:lnTo>
                <a:lnTo>
                  <a:pt x="524" y="535"/>
                </a:lnTo>
                <a:lnTo>
                  <a:pt x="524" y="534"/>
                </a:lnTo>
                <a:lnTo>
                  <a:pt x="525" y="535"/>
                </a:lnTo>
                <a:lnTo>
                  <a:pt x="526" y="534"/>
                </a:lnTo>
                <a:lnTo>
                  <a:pt x="525" y="532"/>
                </a:lnTo>
                <a:lnTo>
                  <a:pt x="524" y="531"/>
                </a:lnTo>
                <a:lnTo>
                  <a:pt x="523" y="530"/>
                </a:lnTo>
                <a:lnTo>
                  <a:pt x="524" y="528"/>
                </a:lnTo>
                <a:lnTo>
                  <a:pt x="526" y="526"/>
                </a:lnTo>
                <a:lnTo>
                  <a:pt x="526" y="524"/>
                </a:lnTo>
                <a:lnTo>
                  <a:pt x="526" y="523"/>
                </a:lnTo>
                <a:lnTo>
                  <a:pt x="526" y="522"/>
                </a:lnTo>
                <a:lnTo>
                  <a:pt x="527" y="521"/>
                </a:lnTo>
                <a:lnTo>
                  <a:pt x="528" y="521"/>
                </a:lnTo>
                <a:lnTo>
                  <a:pt x="528" y="522"/>
                </a:lnTo>
                <a:lnTo>
                  <a:pt x="528" y="523"/>
                </a:lnTo>
                <a:lnTo>
                  <a:pt x="528" y="524"/>
                </a:lnTo>
                <a:lnTo>
                  <a:pt x="529" y="524"/>
                </a:lnTo>
                <a:lnTo>
                  <a:pt x="532" y="526"/>
                </a:lnTo>
                <a:lnTo>
                  <a:pt x="533" y="526"/>
                </a:lnTo>
                <a:lnTo>
                  <a:pt x="534" y="524"/>
                </a:lnTo>
                <a:lnTo>
                  <a:pt x="533" y="524"/>
                </a:lnTo>
                <a:lnTo>
                  <a:pt x="533" y="521"/>
                </a:lnTo>
                <a:lnTo>
                  <a:pt x="534" y="519"/>
                </a:lnTo>
                <a:lnTo>
                  <a:pt x="534" y="518"/>
                </a:lnTo>
                <a:lnTo>
                  <a:pt x="534" y="517"/>
                </a:lnTo>
                <a:lnTo>
                  <a:pt x="533" y="517"/>
                </a:lnTo>
                <a:lnTo>
                  <a:pt x="533" y="518"/>
                </a:lnTo>
                <a:lnTo>
                  <a:pt x="532" y="518"/>
                </a:lnTo>
                <a:lnTo>
                  <a:pt x="531" y="517"/>
                </a:lnTo>
                <a:lnTo>
                  <a:pt x="530" y="517"/>
                </a:lnTo>
                <a:lnTo>
                  <a:pt x="530" y="516"/>
                </a:lnTo>
                <a:lnTo>
                  <a:pt x="531" y="516"/>
                </a:lnTo>
                <a:lnTo>
                  <a:pt x="532" y="514"/>
                </a:lnTo>
                <a:lnTo>
                  <a:pt x="532" y="513"/>
                </a:lnTo>
                <a:lnTo>
                  <a:pt x="532" y="514"/>
                </a:lnTo>
                <a:lnTo>
                  <a:pt x="531" y="514"/>
                </a:lnTo>
                <a:lnTo>
                  <a:pt x="531" y="513"/>
                </a:lnTo>
                <a:lnTo>
                  <a:pt x="530" y="513"/>
                </a:lnTo>
                <a:lnTo>
                  <a:pt x="530" y="511"/>
                </a:lnTo>
                <a:lnTo>
                  <a:pt x="529" y="505"/>
                </a:lnTo>
                <a:lnTo>
                  <a:pt x="529" y="503"/>
                </a:lnTo>
                <a:lnTo>
                  <a:pt x="529" y="501"/>
                </a:lnTo>
                <a:lnTo>
                  <a:pt x="528" y="497"/>
                </a:lnTo>
                <a:lnTo>
                  <a:pt x="527" y="494"/>
                </a:lnTo>
                <a:lnTo>
                  <a:pt x="526" y="490"/>
                </a:lnTo>
                <a:lnTo>
                  <a:pt x="525" y="489"/>
                </a:lnTo>
                <a:lnTo>
                  <a:pt x="525" y="486"/>
                </a:lnTo>
                <a:lnTo>
                  <a:pt x="524" y="485"/>
                </a:lnTo>
                <a:lnTo>
                  <a:pt x="524" y="484"/>
                </a:lnTo>
                <a:lnTo>
                  <a:pt x="523" y="483"/>
                </a:lnTo>
                <a:lnTo>
                  <a:pt x="523" y="482"/>
                </a:lnTo>
                <a:lnTo>
                  <a:pt x="523" y="481"/>
                </a:lnTo>
                <a:lnTo>
                  <a:pt x="522" y="480"/>
                </a:lnTo>
                <a:lnTo>
                  <a:pt x="522" y="479"/>
                </a:lnTo>
                <a:lnTo>
                  <a:pt x="522" y="478"/>
                </a:lnTo>
                <a:lnTo>
                  <a:pt x="521" y="477"/>
                </a:lnTo>
                <a:lnTo>
                  <a:pt x="521" y="476"/>
                </a:lnTo>
                <a:lnTo>
                  <a:pt x="521" y="475"/>
                </a:lnTo>
                <a:lnTo>
                  <a:pt x="520" y="475"/>
                </a:lnTo>
                <a:lnTo>
                  <a:pt x="520" y="474"/>
                </a:lnTo>
                <a:lnTo>
                  <a:pt x="519" y="474"/>
                </a:lnTo>
                <a:lnTo>
                  <a:pt x="519" y="475"/>
                </a:lnTo>
                <a:lnTo>
                  <a:pt x="518" y="475"/>
                </a:lnTo>
                <a:lnTo>
                  <a:pt x="517" y="475"/>
                </a:lnTo>
                <a:lnTo>
                  <a:pt x="516" y="475"/>
                </a:lnTo>
                <a:lnTo>
                  <a:pt x="515" y="475"/>
                </a:lnTo>
                <a:lnTo>
                  <a:pt x="514" y="475"/>
                </a:lnTo>
                <a:lnTo>
                  <a:pt x="513" y="475"/>
                </a:lnTo>
                <a:lnTo>
                  <a:pt x="512" y="475"/>
                </a:lnTo>
                <a:lnTo>
                  <a:pt x="511" y="476"/>
                </a:lnTo>
                <a:lnTo>
                  <a:pt x="508" y="476"/>
                </a:lnTo>
                <a:lnTo>
                  <a:pt x="506" y="475"/>
                </a:lnTo>
                <a:lnTo>
                  <a:pt x="505" y="474"/>
                </a:lnTo>
                <a:lnTo>
                  <a:pt x="502" y="471"/>
                </a:lnTo>
                <a:lnTo>
                  <a:pt x="501" y="470"/>
                </a:lnTo>
                <a:lnTo>
                  <a:pt x="500" y="470"/>
                </a:lnTo>
                <a:lnTo>
                  <a:pt x="500" y="469"/>
                </a:lnTo>
                <a:lnTo>
                  <a:pt x="499" y="469"/>
                </a:lnTo>
                <a:lnTo>
                  <a:pt x="498" y="469"/>
                </a:lnTo>
                <a:lnTo>
                  <a:pt x="497" y="468"/>
                </a:lnTo>
                <a:lnTo>
                  <a:pt x="497" y="467"/>
                </a:lnTo>
                <a:lnTo>
                  <a:pt x="496" y="466"/>
                </a:lnTo>
                <a:lnTo>
                  <a:pt x="496" y="465"/>
                </a:lnTo>
                <a:lnTo>
                  <a:pt x="495" y="464"/>
                </a:lnTo>
                <a:lnTo>
                  <a:pt x="495" y="463"/>
                </a:lnTo>
                <a:lnTo>
                  <a:pt x="494" y="460"/>
                </a:lnTo>
                <a:lnTo>
                  <a:pt x="493" y="461"/>
                </a:lnTo>
                <a:lnTo>
                  <a:pt x="490" y="462"/>
                </a:lnTo>
                <a:lnTo>
                  <a:pt x="489" y="462"/>
                </a:lnTo>
                <a:lnTo>
                  <a:pt x="489" y="461"/>
                </a:lnTo>
                <a:lnTo>
                  <a:pt x="489" y="458"/>
                </a:lnTo>
                <a:lnTo>
                  <a:pt x="490" y="458"/>
                </a:lnTo>
                <a:lnTo>
                  <a:pt x="491" y="458"/>
                </a:lnTo>
                <a:lnTo>
                  <a:pt x="491" y="457"/>
                </a:lnTo>
                <a:lnTo>
                  <a:pt x="490" y="454"/>
                </a:lnTo>
                <a:lnTo>
                  <a:pt x="490" y="453"/>
                </a:lnTo>
                <a:lnTo>
                  <a:pt x="489" y="452"/>
                </a:lnTo>
                <a:lnTo>
                  <a:pt x="487" y="451"/>
                </a:lnTo>
                <a:lnTo>
                  <a:pt x="486" y="451"/>
                </a:lnTo>
                <a:lnTo>
                  <a:pt x="485" y="451"/>
                </a:lnTo>
                <a:lnTo>
                  <a:pt x="484" y="451"/>
                </a:lnTo>
                <a:lnTo>
                  <a:pt x="484" y="452"/>
                </a:lnTo>
                <a:lnTo>
                  <a:pt x="482" y="453"/>
                </a:lnTo>
                <a:lnTo>
                  <a:pt x="480" y="454"/>
                </a:lnTo>
                <a:lnTo>
                  <a:pt x="480" y="455"/>
                </a:lnTo>
                <a:lnTo>
                  <a:pt x="479" y="455"/>
                </a:lnTo>
                <a:lnTo>
                  <a:pt x="477" y="455"/>
                </a:lnTo>
                <a:lnTo>
                  <a:pt x="476" y="456"/>
                </a:lnTo>
                <a:lnTo>
                  <a:pt x="476" y="457"/>
                </a:lnTo>
                <a:lnTo>
                  <a:pt x="475" y="457"/>
                </a:lnTo>
                <a:lnTo>
                  <a:pt x="474" y="457"/>
                </a:lnTo>
                <a:lnTo>
                  <a:pt x="473" y="457"/>
                </a:lnTo>
                <a:lnTo>
                  <a:pt x="470" y="456"/>
                </a:lnTo>
                <a:lnTo>
                  <a:pt x="470" y="457"/>
                </a:lnTo>
                <a:lnTo>
                  <a:pt x="468" y="458"/>
                </a:lnTo>
                <a:lnTo>
                  <a:pt x="467" y="456"/>
                </a:lnTo>
                <a:lnTo>
                  <a:pt x="467" y="455"/>
                </a:lnTo>
                <a:lnTo>
                  <a:pt x="468" y="454"/>
                </a:lnTo>
                <a:lnTo>
                  <a:pt x="467" y="454"/>
                </a:lnTo>
                <a:lnTo>
                  <a:pt x="466" y="454"/>
                </a:lnTo>
                <a:lnTo>
                  <a:pt x="464" y="454"/>
                </a:lnTo>
                <a:lnTo>
                  <a:pt x="463" y="454"/>
                </a:lnTo>
                <a:lnTo>
                  <a:pt x="460" y="455"/>
                </a:lnTo>
                <a:lnTo>
                  <a:pt x="459" y="458"/>
                </a:lnTo>
                <a:lnTo>
                  <a:pt x="460" y="459"/>
                </a:lnTo>
                <a:lnTo>
                  <a:pt x="460" y="460"/>
                </a:lnTo>
                <a:lnTo>
                  <a:pt x="461" y="460"/>
                </a:lnTo>
                <a:lnTo>
                  <a:pt x="461" y="462"/>
                </a:lnTo>
                <a:lnTo>
                  <a:pt x="459" y="464"/>
                </a:lnTo>
                <a:lnTo>
                  <a:pt x="458" y="464"/>
                </a:lnTo>
                <a:lnTo>
                  <a:pt x="457" y="464"/>
                </a:lnTo>
                <a:lnTo>
                  <a:pt x="457" y="463"/>
                </a:lnTo>
                <a:lnTo>
                  <a:pt x="456" y="463"/>
                </a:lnTo>
                <a:lnTo>
                  <a:pt x="455" y="464"/>
                </a:lnTo>
                <a:lnTo>
                  <a:pt x="454" y="465"/>
                </a:lnTo>
                <a:lnTo>
                  <a:pt x="455" y="465"/>
                </a:lnTo>
                <a:lnTo>
                  <a:pt x="455" y="466"/>
                </a:lnTo>
                <a:lnTo>
                  <a:pt x="456" y="468"/>
                </a:lnTo>
                <a:lnTo>
                  <a:pt x="456" y="470"/>
                </a:lnTo>
                <a:lnTo>
                  <a:pt x="456" y="471"/>
                </a:lnTo>
                <a:lnTo>
                  <a:pt x="456" y="472"/>
                </a:lnTo>
                <a:lnTo>
                  <a:pt x="457" y="476"/>
                </a:lnTo>
                <a:lnTo>
                  <a:pt x="457" y="477"/>
                </a:lnTo>
                <a:lnTo>
                  <a:pt x="456" y="477"/>
                </a:lnTo>
                <a:lnTo>
                  <a:pt x="455" y="478"/>
                </a:lnTo>
                <a:lnTo>
                  <a:pt x="454" y="478"/>
                </a:lnTo>
                <a:lnTo>
                  <a:pt x="454" y="479"/>
                </a:lnTo>
                <a:lnTo>
                  <a:pt x="453" y="479"/>
                </a:lnTo>
                <a:lnTo>
                  <a:pt x="452" y="479"/>
                </a:lnTo>
                <a:lnTo>
                  <a:pt x="451" y="479"/>
                </a:lnTo>
                <a:lnTo>
                  <a:pt x="450" y="479"/>
                </a:lnTo>
                <a:lnTo>
                  <a:pt x="449" y="479"/>
                </a:lnTo>
                <a:lnTo>
                  <a:pt x="448" y="478"/>
                </a:lnTo>
                <a:lnTo>
                  <a:pt x="447" y="478"/>
                </a:lnTo>
                <a:lnTo>
                  <a:pt x="446" y="478"/>
                </a:lnTo>
                <a:lnTo>
                  <a:pt x="445" y="479"/>
                </a:lnTo>
                <a:lnTo>
                  <a:pt x="445" y="480"/>
                </a:lnTo>
                <a:lnTo>
                  <a:pt x="445" y="481"/>
                </a:lnTo>
                <a:lnTo>
                  <a:pt x="446" y="483"/>
                </a:lnTo>
                <a:lnTo>
                  <a:pt x="446" y="484"/>
                </a:lnTo>
                <a:lnTo>
                  <a:pt x="446" y="486"/>
                </a:lnTo>
                <a:lnTo>
                  <a:pt x="447" y="486"/>
                </a:lnTo>
                <a:lnTo>
                  <a:pt x="447" y="487"/>
                </a:lnTo>
                <a:lnTo>
                  <a:pt x="447" y="489"/>
                </a:lnTo>
                <a:lnTo>
                  <a:pt x="447" y="490"/>
                </a:lnTo>
                <a:lnTo>
                  <a:pt x="446" y="490"/>
                </a:lnTo>
                <a:lnTo>
                  <a:pt x="446" y="491"/>
                </a:lnTo>
                <a:lnTo>
                  <a:pt x="446" y="492"/>
                </a:lnTo>
                <a:lnTo>
                  <a:pt x="447" y="494"/>
                </a:lnTo>
                <a:lnTo>
                  <a:pt x="447" y="495"/>
                </a:lnTo>
                <a:lnTo>
                  <a:pt x="447" y="496"/>
                </a:lnTo>
                <a:lnTo>
                  <a:pt x="446" y="496"/>
                </a:lnTo>
                <a:lnTo>
                  <a:pt x="447" y="496"/>
                </a:lnTo>
                <a:lnTo>
                  <a:pt x="447" y="497"/>
                </a:lnTo>
                <a:lnTo>
                  <a:pt x="448" y="498"/>
                </a:lnTo>
                <a:lnTo>
                  <a:pt x="449" y="499"/>
                </a:lnTo>
                <a:lnTo>
                  <a:pt x="451" y="500"/>
                </a:lnTo>
                <a:lnTo>
                  <a:pt x="451" y="501"/>
                </a:lnTo>
                <a:lnTo>
                  <a:pt x="451" y="502"/>
                </a:lnTo>
                <a:lnTo>
                  <a:pt x="452" y="502"/>
                </a:lnTo>
                <a:lnTo>
                  <a:pt x="451" y="502"/>
                </a:lnTo>
                <a:lnTo>
                  <a:pt x="451" y="503"/>
                </a:lnTo>
                <a:lnTo>
                  <a:pt x="450" y="503"/>
                </a:lnTo>
                <a:lnTo>
                  <a:pt x="447" y="504"/>
                </a:lnTo>
                <a:lnTo>
                  <a:pt x="446" y="506"/>
                </a:lnTo>
                <a:lnTo>
                  <a:pt x="443" y="507"/>
                </a:lnTo>
                <a:lnTo>
                  <a:pt x="442" y="507"/>
                </a:lnTo>
                <a:lnTo>
                  <a:pt x="440" y="506"/>
                </a:lnTo>
                <a:lnTo>
                  <a:pt x="437" y="506"/>
                </a:lnTo>
                <a:lnTo>
                  <a:pt x="434" y="505"/>
                </a:lnTo>
                <a:lnTo>
                  <a:pt x="434" y="504"/>
                </a:lnTo>
                <a:lnTo>
                  <a:pt x="433" y="504"/>
                </a:lnTo>
                <a:lnTo>
                  <a:pt x="431" y="504"/>
                </a:lnTo>
                <a:lnTo>
                  <a:pt x="428" y="505"/>
                </a:lnTo>
                <a:lnTo>
                  <a:pt x="427" y="505"/>
                </a:lnTo>
                <a:lnTo>
                  <a:pt x="427" y="506"/>
                </a:lnTo>
                <a:lnTo>
                  <a:pt x="427" y="507"/>
                </a:lnTo>
                <a:lnTo>
                  <a:pt x="426" y="507"/>
                </a:lnTo>
                <a:lnTo>
                  <a:pt x="426" y="508"/>
                </a:lnTo>
                <a:lnTo>
                  <a:pt x="422" y="510"/>
                </a:lnTo>
                <a:lnTo>
                  <a:pt x="420" y="509"/>
                </a:lnTo>
                <a:lnTo>
                  <a:pt x="418" y="508"/>
                </a:lnTo>
                <a:lnTo>
                  <a:pt x="416" y="509"/>
                </a:lnTo>
                <a:lnTo>
                  <a:pt x="415" y="509"/>
                </a:lnTo>
                <a:lnTo>
                  <a:pt x="413" y="510"/>
                </a:lnTo>
                <a:lnTo>
                  <a:pt x="411" y="511"/>
                </a:lnTo>
                <a:lnTo>
                  <a:pt x="409" y="512"/>
                </a:lnTo>
                <a:lnTo>
                  <a:pt x="406" y="512"/>
                </a:lnTo>
                <a:lnTo>
                  <a:pt x="403" y="512"/>
                </a:lnTo>
                <a:lnTo>
                  <a:pt x="402" y="512"/>
                </a:lnTo>
                <a:lnTo>
                  <a:pt x="401" y="512"/>
                </a:lnTo>
                <a:lnTo>
                  <a:pt x="401" y="511"/>
                </a:lnTo>
                <a:lnTo>
                  <a:pt x="400" y="511"/>
                </a:lnTo>
                <a:lnTo>
                  <a:pt x="400" y="510"/>
                </a:lnTo>
                <a:lnTo>
                  <a:pt x="400" y="509"/>
                </a:lnTo>
                <a:lnTo>
                  <a:pt x="400" y="508"/>
                </a:lnTo>
                <a:lnTo>
                  <a:pt x="399" y="508"/>
                </a:lnTo>
                <a:lnTo>
                  <a:pt x="398" y="509"/>
                </a:lnTo>
                <a:lnTo>
                  <a:pt x="398" y="510"/>
                </a:lnTo>
                <a:lnTo>
                  <a:pt x="398" y="511"/>
                </a:lnTo>
                <a:lnTo>
                  <a:pt x="398" y="512"/>
                </a:lnTo>
                <a:lnTo>
                  <a:pt x="397" y="513"/>
                </a:lnTo>
                <a:lnTo>
                  <a:pt x="397" y="514"/>
                </a:lnTo>
                <a:lnTo>
                  <a:pt x="396" y="515"/>
                </a:lnTo>
                <a:lnTo>
                  <a:pt x="394" y="515"/>
                </a:lnTo>
                <a:lnTo>
                  <a:pt x="393" y="515"/>
                </a:lnTo>
                <a:lnTo>
                  <a:pt x="391" y="515"/>
                </a:lnTo>
                <a:lnTo>
                  <a:pt x="390" y="514"/>
                </a:lnTo>
                <a:lnTo>
                  <a:pt x="388" y="515"/>
                </a:lnTo>
                <a:lnTo>
                  <a:pt x="387" y="515"/>
                </a:lnTo>
                <a:lnTo>
                  <a:pt x="386" y="514"/>
                </a:lnTo>
                <a:lnTo>
                  <a:pt x="385" y="512"/>
                </a:lnTo>
                <a:lnTo>
                  <a:pt x="385" y="511"/>
                </a:lnTo>
                <a:lnTo>
                  <a:pt x="386" y="511"/>
                </a:lnTo>
                <a:lnTo>
                  <a:pt x="386" y="508"/>
                </a:lnTo>
                <a:lnTo>
                  <a:pt x="386" y="507"/>
                </a:lnTo>
                <a:lnTo>
                  <a:pt x="385" y="507"/>
                </a:lnTo>
                <a:lnTo>
                  <a:pt x="384" y="505"/>
                </a:lnTo>
                <a:lnTo>
                  <a:pt x="384" y="504"/>
                </a:lnTo>
                <a:lnTo>
                  <a:pt x="382" y="504"/>
                </a:lnTo>
                <a:lnTo>
                  <a:pt x="381" y="504"/>
                </a:lnTo>
                <a:lnTo>
                  <a:pt x="381" y="505"/>
                </a:lnTo>
                <a:lnTo>
                  <a:pt x="380" y="505"/>
                </a:lnTo>
                <a:lnTo>
                  <a:pt x="380" y="506"/>
                </a:lnTo>
                <a:lnTo>
                  <a:pt x="379" y="507"/>
                </a:lnTo>
                <a:lnTo>
                  <a:pt x="378" y="508"/>
                </a:lnTo>
                <a:lnTo>
                  <a:pt x="378" y="507"/>
                </a:lnTo>
                <a:lnTo>
                  <a:pt x="377" y="507"/>
                </a:lnTo>
                <a:lnTo>
                  <a:pt x="377" y="506"/>
                </a:lnTo>
                <a:lnTo>
                  <a:pt x="378" y="506"/>
                </a:lnTo>
                <a:lnTo>
                  <a:pt x="377" y="505"/>
                </a:lnTo>
                <a:lnTo>
                  <a:pt x="377" y="504"/>
                </a:lnTo>
                <a:lnTo>
                  <a:pt x="376" y="504"/>
                </a:lnTo>
                <a:lnTo>
                  <a:pt x="375" y="504"/>
                </a:lnTo>
                <a:lnTo>
                  <a:pt x="374" y="504"/>
                </a:lnTo>
                <a:lnTo>
                  <a:pt x="373" y="504"/>
                </a:lnTo>
                <a:lnTo>
                  <a:pt x="372" y="501"/>
                </a:lnTo>
                <a:lnTo>
                  <a:pt x="372" y="500"/>
                </a:lnTo>
                <a:lnTo>
                  <a:pt x="373" y="500"/>
                </a:lnTo>
                <a:lnTo>
                  <a:pt x="373" y="499"/>
                </a:lnTo>
                <a:lnTo>
                  <a:pt x="373" y="498"/>
                </a:lnTo>
                <a:lnTo>
                  <a:pt x="373" y="497"/>
                </a:lnTo>
                <a:lnTo>
                  <a:pt x="372" y="494"/>
                </a:lnTo>
                <a:lnTo>
                  <a:pt x="371" y="492"/>
                </a:lnTo>
                <a:lnTo>
                  <a:pt x="369" y="491"/>
                </a:lnTo>
                <a:lnTo>
                  <a:pt x="369" y="490"/>
                </a:lnTo>
                <a:lnTo>
                  <a:pt x="369" y="489"/>
                </a:lnTo>
                <a:lnTo>
                  <a:pt x="368" y="489"/>
                </a:lnTo>
                <a:lnTo>
                  <a:pt x="367" y="489"/>
                </a:lnTo>
                <a:lnTo>
                  <a:pt x="365" y="489"/>
                </a:lnTo>
                <a:lnTo>
                  <a:pt x="365" y="490"/>
                </a:lnTo>
                <a:lnTo>
                  <a:pt x="364" y="490"/>
                </a:lnTo>
                <a:lnTo>
                  <a:pt x="364" y="491"/>
                </a:lnTo>
                <a:lnTo>
                  <a:pt x="363" y="492"/>
                </a:lnTo>
                <a:lnTo>
                  <a:pt x="362" y="491"/>
                </a:lnTo>
                <a:lnTo>
                  <a:pt x="362" y="490"/>
                </a:lnTo>
                <a:lnTo>
                  <a:pt x="361" y="488"/>
                </a:lnTo>
                <a:lnTo>
                  <a:pt x="361" y="486"/>
                </a:lnTo>
                <a:lnTo>
                  <a:pt x="361" y="485"/>
                </a:lnTo>
                <a:lnTo>
                  <a:pt x="360" y="485"/>
                </a:lnTo>
                <a:lnTo>
                  <a:pt x="360" y="484"/>
                </a:lnTo>
                <a:lnTo>
                  <a:pt x="359" y="483"/>
                </a:lnTo>
                <a:lnTo>
                  <a:pt x="359" y="482"/>
                </a:lnTo>
                <a:lnTo>
                  <a:pt x="358" y="480"/>
                </a:lnTo>
                <a:lnTo>
                  <a:pt x="357" y="477"/>
                </a:lnTo>
                <a:lnTo>
                  <a:pt x="357" y="476"/>
                </a:lnTo>
                <a:lnTo>
                  <a:pt x="357" y="475"/>
                </a:lnTo>
                <a:lnTo>
                  <a:pt x="358" y="475"/>
                </a:lnTo>
                <a:lnTo>
                  <a:pt x="358" y="474"/>
                </a:lnTo>
                <a:lnTo>
                  <a:pt x="359" y="473"/>
                </a:lnTo>
                <a:lnTo>
                  <a:pt x="360" y="473"/>
                </a:lnTo>
                <a:lnTo>
                  <a:pt x="363" y="472"/>
                </a:lnTo>
                <a:lnTo>
                  <a:pt x="364" y="471"/>
                </a:lnTo>
                <a:lnTo>
                  <a:pt x="365" y="471"/>
                </a:lnTo>
                <a:lnTo>
                  <a:pt x="366" y="471"/>
                </a:lnTo>
                <a:lnTo>
                  <a:pt x="367" y="470"/>
                </a:lnTo>
                <a:lnTo>
                  <a:pt x="368" y="470"/>
                </a:lnTo>
                <a:lnTo>
                  <a:pt x="370" y="467"/>
                </a:lnTo>
                <a:lnTo>
                  <a:pt x="370" y="466"/>
                </a:lnTo>
                <a:lnTo>
                  <a:pt x="369" y="466"/>
                </a:lnTo>
                <a:lnTo>
                  <a:pt x="368" y="465"/>
                </a:lnTo>
                <a:lnTo>
                  <a:pt x="367" y="465"/>
                </a:lnTo>
                <a:lnTo>
                  <a:pt x="366" y="465"/>
                </a:lnTo>
                <a:lnTo>
                  <a:pt x="365" y="466"/>
                </a:lnTo>
                <a:lnTo>
                  <a:pt x="364" y="466"/>
                </a:lnTo>
                <a:lnTo>
                  <a:pt x="363" y="466"/>
                </a:lnTo>
                <a:lnTo>
                  <a:pt x="362" y="466"/>
                </a:lnTo>
                <a:lnTo>
                  <a:pt x="362" y="465"/>
                </a:lnTo>
                <a:lnTo>
                  <a:pt x="361" y="465"/>
                </a:lnTo>
                <a:lnTo>
                  <a:pt x="360" y="465"/>
                </a:lnTo>
                <a:lnTo>
                  <a:pt x="359" y="463"/>
                </a:lnTo>
                <a:lnTo>
                  <a:pt x="358" y="462"/>
                </a:lnTo>
                <a:lnTo>
                  <a:pt x="358" y="461"/>
                </a:lnTo>
                <a:lnTo>
                  <a:pt x="358" y="460"/>
                </a:lnTo>
                <a:lnTo>
                  <a:pt x="357" y="459"/>
                </a:lnTo>
                <a:lnTo>
                  <a:pt x="357" y="456"/>
                </a:lnTo>
                <a:lnTo>
                  <a:pt x="357" y="455"/>
                </a:lnTo>
                <a:lnTo>
                  <a:pt x="356" y="453"/>
                </a:lnTo>
                <a:lnTo>
                  <a:pt x="356" y="451"/>
                </a:lnTo>
                <a:lnTo>
                  <a:pt x="355" y="449"/>
                </a:lnTo>
                <a:lnTo>
                  <a:pt x="354" y="448"/>
                </a:lnTo>
                <a:lnTo>
                  <a:pt x="353" y="448"/>
                </a:lnTo>
                <a:lnTo>
                  <a:pt x="353" y="449"/>
                </a:lnTo>
                <a:lnTo>
                  <a:pt x="350" y="449"/>
                </a:lnTo>
                <a:lnTo>
                  <a:pt x="350" y="448"/>
                </a:lnTo>
                <a:lnTo>
                  <a:pt x="351" y="446"/>
                </a:lnTo>
                <a:lnTo>
                  <a:pt x="352" y="446"/>
                </a:lnTo>
                <a:lnTo>
                  <a:pt x="353" y="446"/>
                </a:lnTo>
                <a:lnTo>
                  <a:pt x="352" y="444"/>
                </a:lnTo>
                <a:lnTo>
                  <a:pt x="352" y="443"/>
                </a:lnTo>
                <a:lnTo>
                  <a:pt x="352" y="444"/>
                </a:lnTo>
                <a:lnTo>
                  <a:pt x="351" y="444"/>
                </a:lnTo>
                <a:lnTo>
                  <a:pt x="351" y="443"/>
                </a:lnTo>
                <a:lnTo>
                  <a:pt x="350" y="443"/>
                </a:lnTo>
                <a:lnTo>
                  <a:pt x="349" y="443"/>
                </a:lnTo>
                <a:lnTo>
                  <a:pt x="350" y="443"/>
                </a:lnTo>
                <a:lnTo>
                  <a:pt x="351" y="443"/>
                </a:lnTo>
                <a:lnTo>
                  <a:pt x="352" y="443"/>
                </a:lnTo>
                <a:lnTo>
                  <a:pt x="352" y="441"/>
                </a:lnTo>
                <a:lnTo>
                  <a:pt x="351" y="440"/>
                </a:lnTo>
                <a:lnTo>
                  <a:pt x="351" y="439"/>
                </a:lnTo>
                <a:lnTo>
                  <a:pt x="350" y="439"/>
                </a:lnTo>
                <a:lnTo>
                  <a:pt x="349" y="440"/>
                </a:lnTo>
                <a:lnTo>
                  <a:pt x="348" y="439"/>
                </a:lnTo>
                <a:lnTo>
                  <a:pt x="348" y="438"/>
                </a:lnTo>
                <a:lnTo>
                  <a:pt x="349" y="438"/>
                </a:lnTo>
                <a:lnTo>
                  <a:pt x="350" y="438"/>
                </a:lnTo>
                <a:lnTo>
                  <a:pt x="351" y="437"/>
                </a:lnTo>
                <a:lnTo>
                  <a:pt x="350" y="437"/>
                </a:lnTo>
                <a:lnTo>
                  <a:pt x="350" y="436"/>
                </a:lnTo>
                <a:lnTo>
                  <a:pt x="350" y="433"/>
                </a:lnTo>
                <a:lnTo>
                  <a:pt x="350" y="432"/>
                </a:lnTo>
                <a:lnTo>
                  <a:pt x="350" y="430"/>
                </a:lnTo>
                <a:lnTo>
                  <a:pt x="350" y="429"/>
                </a:lnTo>
                <a:lnTo>
                  <a:pt x="350" y="428"/>
                </a:lnTo>
                <a:lnTo>
                  <a:pt x="349" y="428"/>
                </a:lnTo>
                <a:lnTo>
                  <a:pt x="350" y="427"/>
                </a:lnTo>
                <a:lnTo>
                  <a:pt x="349" y="426"/>
                </a:lnTo>
                <a:lnTo>
                  <a:pt x="349" y="425"/>
                </a:lnTo>
                <a:lnTo>
                  <a:pt x="349" y="424"/>
                </a:lnTo>
                <a:lnTo>
                  <a:pt x="349" y="423"/>
                </a:lnTo>
                <a:lnTo>
                  <a:pt x="348" y="423"/>
                </a:lnTo>
                <a:lnTo>
                  <a:pt x="348" y="422"/>
                </a:lnTo>
                <a:lnTo>
                  <a:pt x="347" y="421"/>
                </a:lnTo>
                <a:lnTo>
                  <a:pt x="346" y="420"/>
                </a:lnTo>
                <a:lnTo>
                  <a:pt x="346" y="419"/>
                </a:lnTo>
                <a:lnTo>
                  <a:pt x="345" y="419"/>
                </a:lnTo>
                <a:lnTo>
                  <a:pt x="344" y="418"/>
                </a:lnTo>
                <a:lnTo>
                  <a:pt x="341" y="418"/>
                </a:lnTo>
                <a:lnTo>
                  <a:pt x="341" y="417"/>
                </a:lnTo>
                <a:lnTo>
                  <a:pt x="340" y="418"/>
                </a:lnTo>
                <a:lnTo>
                  <a:pt x="339" y="418"/>
                </a:lnTo>
                <a:lnTo>
                  <a:pt x="338" y="420"/>
                </a:lnTo>
                <a:lnTo>
                  <a:pt x="338" y="422"/>
                </a:lnTo>
                <a:lnTo>
                  <a:pt x="338" y="423"/>
                </a:lnTo>
                <a:lnTo>
                  <a:pt x="338" y="424"/>
                </a:lnTo>
                <a:lnTo>
                  <a:pt x="338" y="425"/>
                </a:lnTo>
                <a:lnTo>
                  <a:pt x="339" y="425"/>
                </a:lnTo>
                <a:lnTo>
                  <a:pt x="339" y="426"/>
                </a:lnTo>
                <a:lnTo>
                  <a:pt x="338" y="426"/>
                </a:lnTo>
                <a:lnTo>
                  <a:pt x="338" y="427"/>
                </a:lnTo>
                <a:lnTo>
                  <a:pt x="337" y="428"/>
                </a:lnTo>
                <a:lnTo>
                  <a:pt x="336" y="428"/>
                </a:lnTo>
                <a:lnTo>
                  <a:pt x="335" y="429"/>
                </a:lnTo>
                <a:lnTo>
                  <a:pt x="334" y="429"/>
                </a:lnTo>
                <a:lnTo>
                  <a:pt x="333" y="430"/>
                </a:lnTo>
                <a:lnTo>
                  <a:pt x="332" y="430"/>
                </a:lnTo>
                <a:lnTo>
                  <a:pt x="331" y="431"/>
                </a:lnTo>
                <a:lnTo>
                  <a:pt x="330" y="432"/>
                </a:lnTo>
                <a:lnTo>
                  <a:pt x="329" y="432"/>
                </a:lnTo>
                <a:lnTo>
                  <a:pt x="328" y="433"/>
                </a:lnTo>
                <a:lnTo>
                  <a:pt x="327" y="433"/>
                </a:lnTo>
                <a:lnTo>
                  <a:pt x="327" y="434"/>
                </a:lnTo>
                <a:lnTo>
                  <a:pt x="326" y="434"/>
                </a:lnTo>
                <a:lnTo>
                  <a:pt x="325" y="435"/>
                </a:lnTo>
                <a:lnTo>
                  <a:pt x="324" y="436"/>
                </a:lnTo>
                <a:lnTo>
                  <a:pt x="323" y="434"/>
                </a:lnTo>
                <a:lnTo>
                  <a:pt x="321" y="434"/>
                </a:lnTo>
                <a:lnTo>
                  <a:pt x="320" y="434"/>
                </a:lnTo>
                <a:lnTo>
                  <a:pt x="320" y="435"/>
                </a:lnTo>
                <a:lnTo>
                  <a:pt x="320" y="436"/>
                </a:lnTo>
                <a:lnTo>
                  <a:pt x="320" y="437"/>
                </a:lnTo>
                <a:lnTo>
                  <a:pt x="319" y="437"/>
                </a:lnTo>
                <a:lnTo>
                  <a:pt x="319" y="436"/>
                </a:lnTo>
                <a:lnTo>
                  <a:pt x="319" y="435"/>
                </a:lnTo>
                <a:lnTo>
                  <a:pt x="319" y="434"/>
                </a:lnTo>
                <a:lnTo>
                  <a:pt x="318" y="434"/>
                </a:lnTo>
                <a:lnTo>
                  <a:pt x="318" y="433"/>
                </a:lnTo>
                <a:lnTo>
                  <a:pt x="317" y="433"/>
                </a:lnTo>
                <a:lnTo>
                  <a:pt x="314" y="431"/>
                </a:lnTo>
                <a:lnTo>
                  <a:pt x="313" y="431"/>
                </a:lnTo>
                <a:lnTo>
                  <a:pt x="313" y="430"/>
                </a:lnTo>
                <a:lnTo>
                  <a:pt x="313" y="429"/>
                </a:lnTo>
                <a:lnTo>
                  <a:pt x="312" y="429"/>
                </a:lnTo>
                <a:lnTo>
                  <a:pt x="311" y="429"/>
                </a:lnTo>
                <a:lnTo>
                  <a:pt x="310" y="429"/>
                </a:lnTo>
                <a:lnTo>
                  <a:pt x="308" y="426"/>
                </a:lnTo>
                <a:lnTo>
                  <a:pt x="308" y="425"/>
                </a:lnTo>
                <a:lnTo>
                  <a:pt x="309" y="424"/>
                </a:lnTo>
                <a:lnTo>
                  <a:pt x="309" y="421"/>
                </a:lnTo>
                <a:lnTo>
                  <a:pt x="307" y="419"/>
                </a:lnTo>
                <a:lnTo>
                  <a:pt x="306" y="419"/>
                </a:lnTo>
                <a:lnTo>
                  <a:pt x="306" y="420"/>
                </a:lnTo>
                <a:lnTo>
                  <a:pt x="305" y="420"/>
                </a:lnTo>
                <a:lnTo>
                  <a:pt x="305" y="421"/>
                </a:lnTo>
                <a:lnTo>
                  <a:pt x="304" y="421"/>
                </a:lnTo>
                <a:lnTo>
                  <a:pt x="303" y="421"/>
                </a:lnTo>
                <a:lnTo>
                  <a:pt x="302" y="421"/>
                </a:lnTo>
                <a:lnTo>
                  <a:pt x="301" y="421"/>
                </a:lnTo>
                <a:lnTo>
                  <a:pt x="301" y="420"/>
                </a:lnTo>
                <a:lnTo>
                  <a:pt x="300" y="420"/>
                </a:lnTo>
                <a:lnTo>
                  <a:pt x="300" y="419"/>
                </a:lnTo>
                <a:lnTo>
                  <a:pt x="301" y="419"/>
                </a:lnTo>
                <a:lnTo>
                  <a:pt x="301" y="418"/>
                </a:lnTo>
                <a:lnTo>
                  <a:pt x="301" y="417"/>
                </a:lnTo>
                <a:lnTo>
                  <a:pt x="301" y="416"/>
                </a:lnTo>
                <a:lnTo>
                  <a:pt x="301" y="415"/>
                </a:lnTo>
                <a:lnTo>
                  <a:pt x="301" y="414"/>
                </a:lnTo>
                <a:lnTo>
                  <a:pt x="300" y="414"/>
                </a:lnTo>
                <a:lnTo>
                  <a:pt x="300" y="413"/>
                </a:lnTo>
                <a:lnTo>
                  <a:pt x="300" y="412"/>
                </a:lnTo>
                <a:lnTo>
                  <a:pt x="301" y="412"/>
                </a:lnTo>
                <a:lnTo>
                  <a:pt x="301" y="411"/>
                </a:lnTo>
                <a:lnTo>
                  <a:pt x="303" y="410"/>
                </a:lnTo>
                <a:lnTo>
                  <a:pt x="304" y="410"/>
                </a:lnTo>
                <a:lnTo>
                  <a:pt x="304" y="409"/>
                </a:lnTo>
                <a:lnTo>
                  <a:pt x="305" y="409"/>
                </a:lnTo>
                <a:lnTo>
                  <a:pt x="305" y="408"/>
                </a:lnTo>
                <a:lnTo>
                  <a:pt x="305" y="407"/>
                </a:lnTo>
                <a:lnTo>
                  <a:pt x="305" y="406"/>
                </a:lnTo>
                <a:lnTo>
                  <a:pt x="306" y="406"/>
                </a:lnTo>
                <a:lnTo>
                  <a:pt x="306" y="405"/>
                </a:lnTo>
                <a:lnTo>
                  <a:pt x="306" y="404"/>
                </a:lnTo>
                <a:lnTo>
                  <a:pt x="306" y="403"/>
                </a:lnTo>
                <a:lnTo>
                  <a:pt x="306" y="402"/>
                </a:lnTo>
                <a:lnTo>
                  <a:pt x="306" y="401"/>
                </a:lnTo>
                <a:lnTo>
                  <a:pt x="306" y="400"/>
                </a:lnTo>
                <a:lnTo>
                  <a:pt x="306" y="397"/>
                </a:lnTo>
                <a:lnTo>
                  <a:pt x="305" y="397"/>
                </a:lnTo>
                <a:lnTo>
                  <a:pt x="304" y="398"/>
                </a:lnTo>
                <a:lnTo>
                  <a:pt x="303" y="397"/>
                </a:lnTo>
                <a:lnTo>
                  <a:pt x="302" y="396"/>
                </a:lnTo>
                <a:lnTo>
                  <a:pt x="302" y="395"/>
                </a:lnTo>
                <a:lnTo>
                  <a:pt x="304" y="395"/>
                </a:lnTo>
                <a:lnTo>
                  <a:pt x="305" y="394"/>
                </a:lnTo>
                <a:lnTo>
                  <a:pt x="307" y="395"/>
                </a:lnTo>
                <a:lnTo>
                  <a:pt x="309" y="392"/>
                </a:lnTo>
                <a:lnTo>
                  <a:pt x="310" y="392"/>
                </a:lnTo>
                <a:lnTo>
                  <a:pt x="311" y="389"/>
                </a:lnTo>
                <a:lnTo>
                  <a:pt x="311" y="388"/>
                </a:lnTo>
                <a:lnTo>
                  <a:pt x="311" y="385"/>
                </a:lnTo>
                <a:lnTo>
                  <a:pt x="309" y="383"/>
                </a:lnTo>
                <a:lnTo>
                  <a:pt x="309" y="381"/>
                </a:lnTo>
                <a:lnTo>
                  <a:pt x="309" y="380"/>
                </a:lnTo>
                <a:lnTo>
                  <a:pt x="309" y="379"/>
                </a:lnTo>
                <a:lnTo>
                  <a:pt x="309" y="378"/>
                </a:lnTo>
                <a:lnTo>
                  <a:pt x="309" y="377"/>
                </a:lnTo>
                <a:lnTo>
                  <a:pt x="309" y="375"/>
                </a:lnTo>
                <a:lnTo>
                  <a:pt x="309" y="374"/>
                </a:lnTo>
                <a:lnTo>
                  <a:pt x="309" y="371"/>
                </a:lnTo>
                <a:lnTo>
                  <a:pt x="311" y="369"/>
                </a:lnTo>
                <a:lnTo>
                  <a:pt x="311" y="368"/>
                </a:lnTo>
                <a:lnTo>
                  <a:pt x="311" y="366"/>
                </a:lnTo>
                <a:lnTo>
                  <a:pt x="312" y="364"/>
                </a:lnTo>
                <a:lnTo>
                  <a:pt x="312" y="363"/>
                </a:lnTo>
                <a:lnTo>
                  <a:pt x="313" y="363"/>
                </a:lnTo>
                <a:lnTo>
                  <a:pt x="313" y="364"/>
                </a:lnTo>
                <a:lnTo>
                  <a:pt x="314" y="364"/>
                </a:lnTo>
                <a:lnTo>
                  <a:pt x="315" y="364"/>
                </a:lnTo>
                <a:lnTo>
                  <a:pt x="316" y="364"/>
                </a:lnTo>
                <a:lnTo>
                  <a:pt x="317" y="365"/>
                </a:lnTo>
                <a:lnTo>
                  <a:pt x="318" y="365"/>
                </a:lnTo>
                <a:lnTo>
                  <a:pt x="319" y="365"/>
                </a:lnTo>
                <a:lnTo>
                  <a:pt x="320" y="365"/>
                </a:lnTo>
                <a:lnTo>
                  <a:pt x="322" y="366"/>
                </a:lnTo>
                <a:lnTo>
                  <a:pt x="322" y="365"/>
                </a:lnTo>
                <a:lnTo>
                  <a:pt x="322" y="364"/>
                </a:lnTo>
                <a:lnTo>
                  <a:pt x="321" y="360"/>
                </a:lnTo>
                <a:lnTo>
                  <a:pt x="321" y="358"/>
                </a:lnTo>
                <a:lnTo>
                  <a:pt x="321" y="357"/>
                </a:lnTo>
                <a:lnTo>
                  <a:pt x="321" y="356"/>
                </a:lnTo>
                <a:lnTo>
                  <a:pt x="320" y="353"/>
                </a:lnTo>
                <a:lnTo>
                  <a:pt x="320" y="349"/>
                </a:lnTo>
                <a:lnTo>
                  <a:pt x="320" y="345"/>
                </a:lnTo>
                <a:lnTo>
                  <a:pt x="320" y="341"/>
                </a:lnTo>
                <a:lnTo>
                  <a:pt x="320" y="340"/>
                </a:lnTo>
                <a:lnTo>
                  <a:pt x="320" y="339"/>
                </a:lnTo>
                <a:lnTo>
                  <a:pt x="319" y="338"/>
                </a:lnTo>
                <a:lnTo>
                  <a:pt x="319" y="337"/>
                </a:lnTo>
                <a:lnTo>
                  <a:pt x="320" y="335"/>
                </a:lnTo>
                <a:lnTo>
                  <a:pt x="321" y="334"/>
                </a:lnTo>
                <a:lnTo>
                  <a:pt x="322" y="332"/>
                </a:lnTo>
                <a:lnTo>
                  <a:pt x="323" y="331"/>
                </a:lnTo>
                <a:lnTo>
                  <a:pt x="325" y="329"/>
                </a:lnTo>
                <a:lnTo>
                  <a:pt x="326" y="327"/>
                </a:lnTo>
                <a:lnTo>
                  <a:pt x="326" y="326"/>
                </a:lnTo>
                <a:lnTo>
                  <a:pt x="327" y="326"/>
                </a:lnTo>
                <a:lnTo>
                  <a:pt x="326" y="326"/>
                </a:lnTo>
                <a:lnTo>
                  <a:pt x="326" y="324"/>
                </a:lnTo>
                <a:lnTo>
                  <a:pt x="325" y="320"/>
                </a:lnTo>
                <a:lnTo>
                  <a:pt x="325" y="318"/>
                </a:lnTo>
                <a:lnTo>
                  <a:pt x="325" y="317"/>
                </a:lnTo>
                <a:lnTo>
                  <a:pt x="323" y="314"/>
                </a:lnTo>
                <a:lnTo>
                  <a:pt x="324" y="312"/>
                </a:lnTo>
                <a:lnTo>
                  <a:pt x="326" y="312"/>
                </a:lnTo>
                <a:lnTo>
                  <a:pt x="327" y="312"/>
                </a:lnTo>
                <a:lnTo>
                  <a:pt x="327" y="310"/>
                </a:lnTo>
                <a:lnTo>
                  <a:pt x="328" y="309"/>
                </a:lnTo>
                <a:lnTo>
                  <a:pt x="327" y="309"/>
                </a:lnTo>
                <a:lnTo>
                  <a:pt x="326" y="308"/>
                </a:lnTo>
                <a:lnTo>
                  <a:pt x="325" y="308"/>
                </a:lnTo>
                <a:lnTo>
                  <a:pt x="324" y="308"/>
                </a:lnTo>
                <a:lnTo>
                  <a:pt x="323" y="308"/>
                </a:lnTo>
                <a:lnTo>
                  <a:pt x="323" y="309"/>
                </a:lnTo>
                <a:lnTo>
                  <a:pt x="321" y="309"/>
                </a:lnTo>
                <a:lnTo>
                  <a:pt x="320" y="309"/>
                </a:lnTo>
                <a:lnTo>
                  <a:pt x="319" y="309"/>
                </a:lnTo>
                <a:lnTo>
                  <a:pt x="318" y="309"/>
                </a:lnTo>
                <a:lnTo>
                  <a:pt x="318" y="308"/>
                </a:lnTo>
                <a:lnTo>
                  <a:pt x="317" y="308"/>
                </a:lnTo>
                <a:lnTo>
                  <a:pt x="317" y="307"/>
                </a:lnTo>
                <a:lnTo>
                  <a:pt x="316" y="307"/>
                </a:lnTo>
                <a:lnTo>
                  <a:pt x="316" y="306"/>
                </a:lnTo>
                <a:lnTo>
                  <a:pt x="315" y="305"/>
                </a:lnTo>
                <a:lnTo>
                  <a:pt x="314" y="305"/>
                </a:lnTo>
                <a:lnTo>
                  <a:pt x="314" y="306"/>
                </a:lnTo>
                <a:lnTo>
                  <a:pt x="313" y="306"/>
                </a:lnTo>
                <a:lnTo>
                  <a:pt x="310" y="307"/>
                </a:lnTo>
                <a:lnTo>
                  <a:pt x="308" y="307"/>
                </a:lnTo>
                <a:lnTo>
                  <a:pt x="307" y="307"/>
                </a:lnTo>
                <a:lnTo>
                  <a:pt x="307" y="308"/>
                </a:lnTo>
                <a:lnTo>
                  <a:pt x="306" y="309"/>
                </a:lnTo>
                <a:lnTo>
                  <a:pt x="305" y="309"/>
                </a:lnTo>
                <a:lnTo>
                  <a:pt x="305" y="310"/>
                </a:lnTo>
                <a:lnTo>
                  <a:pt x="304" y="310"/>
                </a:lnTo>
                <a:lnTo>
                  <a:pt x="303" y="311"/>
                </a:lnTo>
                <a:lnTo>
                  <a:pt x="302" y="311"/>
                </a:lnTo>
                <a:lnTo>
                  <a:pt x="301" y="311"/>
                </a:lnTo>
                <a:lnTo>
                  <a:pt x="301" y="312"/>
                </a:lnTo>
                <a:lnTo>
                  <a:pt x="302" y="313"/>
                </a:lnTo>
                <a:lnTo>
                  <a:pt x="301" y="313"/>
                </a:lnTo>
                <a:lnTo>
                  <a:pt x="300" y="314"/>
                </a:lnTo>
                <a:lnTo>
                  <a:pt x="300" y="313"/>
                </a:lnTo>
                <a:lnTo>
                  <a:pt x="300" y="312"/>
                </a:lnTo>
                <a:lnTo>
                  <a:pt x="299" y="312"/>
                </a:lnTo>
                <a:lnTo>
                  <a:pt x="298" y="312"/>
                </a:lnTo>
                <a:lnTo>
                  <a:pt x="297" y="313"/>
                </a:lnTo>
                <a:lnTo>
                  <a:pt x="293" y="313"/>
                </a:lnTo>
                <a:lnTo>
                  <a:pt x="292" y="312"/>
                </a:lnTo>
                <a:lnTo>
                  <a:pt x="291" y="311"/>
                </a:lnTo>
                <a:lnTo>
                  <a:pt x="290" y="310"/>
                </a:lnTo>
                <a:lnTo>
                  <a:pt x="289" y="311"/>
                </a:lnTo>
                <a:lnTo>
                  <a:pt x="289" y="313"/>
                </a:lnTo>
                <a:lnTo>
                  <a:pt x="289" y="315"/>
                </a:lnTo>
                <a:lnTo>
                  <a:pt x="289" y="316"/>
                </a:lnTo>
                <a:lnTo>
                  <a:pt x="289" y="317"/>
                </a:lnTo>
                <a:lnTo>
                  <a:pt x="286" y="318"/>
                </a:lnTo>
                <a:lnTo>
                  <a:pt x="285" y="318"/>
                </a:lnTo>
                <a:lnTo>
                  <a:pt x="283" y="317"/>
                </a:lnTo>
                <a:lnTo>
                  <a:pt x="283" y="316"/>
                </a:lnTo>
                <a:lnTo>
                  <a:pt x="282" y="316"/>
                </a:lnTo>
                <a:lnTo>
                  <a:pt x="280" y="317"/>
                </a:lnTo>
                <a:lnTo>
                  <a:pt x="280" y="318"/>
                </a:lnTo>
                <a:lnTo>
                  <a:pt x="280" y="319"/>
                </a:lnTo>
                <a:lnTo>
                  <a:pt x="281" y="319"/>
                </a:lnTo>
                <a:lnTo>
                  <a:pt x="279" y="319"/>
                </a:lnTo>
                <a:lnTo>
                  <a:pt x="278" y="319"/>
                </a:lnTo>
                <a:lnTo>
                  <a:pt x="277" y="319"/>
                </a:lnTo>
                <a:lnTo>
                  <a:pt x="276" y="319"/>
                </a:lnTo>
                <a:lnTo>
                  <a:pt x="273" y="318"/>
                </a:lnTo>
                <a:lnTo>
                  <a:pt x="271" y="318"/>
                </a:lnTo>
                <a:lnTo>
                  <a:pt x="270" y="318"/>
                </a:lnTo>
                <a:lnTo>
                  <a:pt x="270" y="319"/>
                </a:lnTo>
                <a:lnTo>
                  <a:pt x="270" y="318"/>
                </a:lnTo>
                <a:lnTo>
                  <a:pt x="269" y="318"/>
                </a:lnTo>
                <a:lnTo>
                  <a:pt x="268" y="318"/>
                </a:lnTo>
                <a:lnTo>
                  <a:pt x="267" y="318"/>
                </a:lnTo>
                <a:lnTo>
                  <a:pt x="267" y="319"/>
                </a:lnTo>
                <a:lnTo>
                  <a:pt x="266" y="319"/>
                </a:lnTo>
                <a:lnTo>
                  <a:pt x="265" y="319"/>
                </a:lnTo>
                <a:lnTo>
                  <a:pt x="264" y="319"/>
                </a:lnTo>
                <a:lnTo>
                  <a:pt x="262" y="320"/>
                </a:lnTo>
                <a:lnTo>
                  <a:pt x="262" y="321"/>
                </a:lnTo>
                <a:lnTo>
                  <a:pt x="260" y="322"/>
                </a:lnTo>
                <a:lnTo>
                  <a:pt x="259" y="322"/>
                </a:lnTo>
                <a:lnTo>
                  <a:pt x="258" y="323"/>
                </a:lnTo>
                <a:lnTo>
                  <a:pt x="258" y="324"/>
                </a:lnTo>
                <a:lnTo>
                  <a:pt x="257" y="324"/>
                </a:lnTo>
                <a:lnTo>
                  <a:pt x="256" y="323"/>
                </a:lnTo>
                <a:lnTo>
                  <a:pt x="254" y="323"/>
                </a:lnTo>
                <a:lnTo>
                  <a:pt x="253" y="322"/>
                </a:lnTo>
                <a:lnTo>
                  <a:pt x="253" y="321"/>
                </a:lnTo>
                <a:lnTo>
                  <a:pt x="252" y="321"/>
                </a:lnTo>
                <a:lnTo>
                  <a:pt x="252" y="320"/>
                </a:lnTo>
                <a:lnTo>
                  <a:pt x="251" y="320"/>
                </a:lnTo>
                <a:lnTo>
                  <a:pt x="251" y="319"/>
                </a:lnTo>
                <a:lnTo>
                  <a:pt x="252" y="318"/>
                </a:lnTo>
                <a:lnTo>
                  <a:pt x="253" y="315"/>
                </a:lnTo>
                <a:lnTo>
                  <a:pt x="253" y="314"/>
                </a:lnTo>
                <a:lnTo>
                  <a:pt x="253" y="313"/>
                </a:lnTo>
                <a:lnTo>
                  <a:pt x="253" y="312"/>
                </a:lnTo>
                <a:lnTo>
                  <a:pt x="253" y="311"/>
                </a:lnTo>
                <a:lnTo>
                  <a:pt x="254" y="309"/>
                </a:lnTo>
                <a:lnTo>
                  <a:pt x="254" y="308"/>
                </a:lnTo>
                <a:lnTo>
                  <a:pt x="254" y="307"/>
                </a:lnTo>
                <a:lnTo>
                  <a:pt x="254" y="304"/>
                </a:lnTo>
                <a:lnTo>
                  <a:pt x="252" y="303"/>
                </a:lnTo>
                <a:lnTo>
                  <a:pt x="252" y="302"/>
                </a:lnTo>
                <a:lnTo>
                  <a:pt x="252" y="301"/>
                </a:lnTo>
                <a:lnTo>
                  <a:pt x="253" y="301"/>
                </a:lnTo>
                <a:lnTo>
                  <a:pt x="253" y="298"/>
                </a:lnTo>
                <a:lnTo>
                  <a:pt x="253" y="296"/>
                </a:lnTo>
                <a:lnTo>
                  <a:pt x="253" y="294"/>
                </a:lnTo>
                <a:lnTo>
                  <a:pt x="253" y="292"/>
                </a:lnTo>
                <a:lnTo>
                  <a:pt x="253" y="291"/>
                </a:lnTo>
                <a:lnTo>
                  <a:pt x="253" y="289"/>
                </a:lnTo>
                <a:lnTo>
                  <a:pt x="252" y="289"/>
                </a:lnTo>
                <a:lnTo>
                  <a:pt x="252" y="288"/>
                </a:lnTo>
                <a:lnTo>
                  <a:pt x="249" y="288"/>
                </a:lnTo>
                <a:lnTo>
                  <a:pt x="248" y="289"/>
                </a:lnTo>
                <a:lnTo>
                  <a:pt x="247" y="289"/>
                </a:lnTo>
                <a:lnTo>
                  <a:pt x="247" y="290"/>
                </a:lnTo>
                <a:lnTo>
                  <a:pt x="247" y="291"/>
                </a:lnTo>
                <a:lnTo>
                  <a:pt x="246" y="291"/>
                </a:lnTo>
                <a:lnTo>
                  <a:pt x="245" y="291"/>
                </a:lnTo>
                <a:lnTo>
                  <a:pt x="244" y="290"/>
                </a:lnTo>
                <a:lnTo>
                  <a:pt x="243" y="289"/>
                </a:lnTo>
                <a:lnTo>
                  <a:pt x="243" y="287"/>
                </a:lnTo>
                <a:lnTo>
                  <a:pt x="242" y="285"/>
                </a:lnTo>
                <a:lnTo>
                  <a:pt x="241" y="283"/>
                </a:lnTo>
                <a:lnTo>
                  <a:pt x="240" y="283"/>
                </a:lnTo>
                <a:lnTo>
                  <a:pt x="239" y="282"/>
                </a:lnTo>
                <a:lnTo>
                  <a:pt x="238" y="282"/>
                </a:lnTo>
                <a:lnTo>
                  <a:pt x="237" y="281"/>
                </a:lnTo>
                <a:lnTo>
                  <a:pt x="237" y="280"/>
                </a:lnTo>
                <a:lnTo>
                  <a:pt x="237" y="279"/>
                </a:lnTo>
                <a:lnTo>
                  <a:pt x="237" y="278"/>
                </a:lnTo>
                <a:lnTo>
                  <a:pt x="236" y="277"/>
                </a:lnTo>
                <a:lnTo>
                  <a:pt x="235" y="276"/>
                </a:lnTo>
                <a:lnTo>
                  <a:pt x="234" y="274"/>
                </a:lnTo>
                <a:lnTo>
                  <a:pt x="234" y="273"/>
                </a:lnTo>
                <a:lnTo>
                  <a:pt x="235" y="271"/>
                </a:lnTo>
                <a:lnTo>
                  <a:pt x="235" y="270"/>
                </a:lnTo>
                <a:lnTo>
                  <a:pt x="236" y="270"/>
                </a:lnTo>
                <a:lnTo>
                  <a:pt x="235" y="268"/>
                </a:lnTo>
                <a:lnTo>
                  <a:pt x="234" y="267"/>
                </a:lnTo>
                <a:lnTo>
                  <a:pt x="233" y="267"/>
                </a:lnTo>
                <a:lnTo>
                  <a:pt x="232" y="267"/>
                </a:lnTo>
                <a:lnTo>
                  <a:pt x="231" y="266"/>
                </a:lnTo>
                <a:lnTo>
                  <a:pt x="227" y="263"/>
                </a:lnTo>
                <a:lnTo>
                  <a:pt x="227" y="262"/>
                </a:lnTo>
                <a:lnTo>
                  <a:pt x="226" y="262"/>
                </a:lnTo>
                <a:lnTo>
                  <a:pt x="224" y="262"/>
                </a:lnTo>
                <a:lnTo>
                  <a:pt x="224" y="263"/>
                </a:lnTo>
                <a:lnTo>
                  <a:pt x="225" y="263"/>
                </a:lnTo>
                <a:lnTo>
                  <a:pt x="225" y="264"/>
                </a:lnTo>
                <a:lnTo>
                  <a:pt x="226" y="265"/>
                </a:lnTo>
                <a:lnTo>
                  <a:pt x="226" y="266"/>
                </a:lnTo>
                <a:lnTo>
                  <a:pt x="225" y="266"/>
                </a:lnTo>
                <a:lnTo>
                  <a:pt x="225" y="267"/>
                </a:lnTo>
                <a:lnTo>
                  <a:pt x="226" y="268"/>
                </a:lnTo>
                <a:lnTo>
                  <a:pt x="226" y="269"/>
                </a:lnTo>
                <a:lnTo>
                  <a:pt x="223" y="270"/>
                </a:lnTo>
                <a:lnTo>
                  <a:pt x="222" y="270"/>
                </a:lnTo>
                <a:lnTo>
                  <a:pt x="222" y="271"/>
                </a:lnTo>
                <a:lnTo>
                  <a:pt x="222" y="272"/>
                </a:lnTo>
                <a:lnTo>
                  <a:pt x="220" y="274"/>
                </a:lnTo>
                <a:lnTo>
                  <a:pt x="219" y="274"/>
                </a:lnTo>
                <a:lnTo>
                  <a:pt x="218" y="274"/>
                </a:lnTo>
                <a:lnTo>
                  <a:pt x="218" y="273"/>
                </a:lnTo>
                <a:lnTo>
                  <a:pt x="218" y="272"/>
                </a:lnTo>
                <a:lnTo>
                  <a:pt x="218" y="271"/>
                </a:lnTo>
                <a:lnTo>
                  <a:pt x="218" y="270"/>
                </a:lnTo>
                <a:lnTo>
                  <a:pt x="216" y="269"/>
                </a:lnTo>
                <a:lnTo>
                  <a:pt x="215" y="269"/>
                </a:lnTo>
                <a:lnTo>
                  <a:pt x="214" y="269"/>
                </a:lnTo>
                <a:lnTo>
                  <a:pt x="213" y="266"/>
                </a:lnTo>
                <a:lnTo>
                  <a:pt x="213" y="265"/>
                </a:lnTo>
                <a:lnTo>
                  <a:pt x="213" y="261"/>
                </a:lnTo>
                <a:lnTo>
                  <a:pt x="212" y="260"/>
                </a:lnTo>
                <a:lnTo>
                  <a:pt x="211" y="259"/>
                </a:lnTo>
                <a:lnTo>
                  <a:pt x="210" y="259"/>
                </a:lnTo>
                <a:lnTo>
                  <a:pt x="209" y="259"/>
                </a:lnTo>
                <a:lnTo>
                  <a:pt x="208" y="259"/>
                </a:lnTo>
                <a:lnTo>
                  <a:pt x="208" y="258"/>
                </a:lnTo>
                <a:lnTo>
                  <a:pt x="207" y="258"/>
                </a:lnTo>
                <a:lnTo>
                  <a:pt x="206" y="259"/>
                </a:lnTo>
                <a:lnTo>
                  <a:pt x="206" y="261"/>
                </a:lnTo>
                <a:lnTo>
                  <a:pt x="205" y="261"/>
                </a:lnTo>
                <a:lnTo>
                  <a:pt x="205" y="262"/>
                </a:lnTo>
                <a:lnTo>
                  <a:pt x="202" y="262"/>
                </a:lnTo>
                <a:lnTo>
                  <a:pt x="201" y="263"/>
                </a:lnTo>
                <a:lnTo>
                  <a:pt x="198" y="265"/>
                </a:lnTo>
                <a:lnTo>
                  <a:pt x="199" y="266"/>
                </a:lnTo>
                <a:lnTo>
                  <a:pt x="199" y="267"/>
                </a:lnTo>
                <a:lnTo>
                  <a:pt x="197" y="267"/>
                </a:lnTo>
                <a:lnTo>
                  <a:pt x="195" y="267"/>
                </a:lnTo>
                <a:lnTo>
                  <a:pt x="195" y="268"/>
                </a:lnTo>
                <a:lnTo>
                  <a:pt x="193" y="268"/>
                </a:lnTo>
                <a:lnTo>
                  <a:pt x="192" y="268"/>
                </a:lnTo>
                <a:lnTo>
                  <a:pt x="190" y="267"/>
                </a:lnTo>
                <a:lnTo>
                  <a:pt x="189" y="267"/>
                </a:lnTo>
                <a:lnTo>
                  <a:pt x="189" y="265"/>
                </a:lnTo>
                <a:lnTo>
                  <a:pt x="189" y="264"/>
                </a:lnTo>
                <a:lnTo>
                  <a:pt x="188" y="262"/>
                </a:lnTo>
                <a:lnTo>
                  <a:pt x="187" y="262"/>
                </a:lnTo>
                <a:lnTo>
                  <a:pt x="186" y="262"/>
                </a:lnTo>
                <a:lnTo>
                  <a:pt x="185" y="262"/>
                </a:lnTo>
                <a:lnTo>
                  <a:pt x="184" y="261"/>
                </a:lnTo>
                <a:lnTo>
                  <a:pt x="184" y="260"/>
                </a:lnTo>
                <a:lnTo>
                  <a:pt x="185" y="260"/>
                </a:lnTo>
                <a:lnTo>
                  <a:pt x="185" y="258"/>
                </a:lnTo>
                <a:lnTo>
                  <a:pt x="184" y="258"/>
                </a:lnTo>
                <a:lnTo>
                  <a:pt x="184" y="257"/>
                </a:lnTo>
                <a:lnTo>
                  <a:pt x="183" y="257"/>
                </a:lnTo>
                <a:lnTo>
                  <a:pt x="183" y="258"/>
                </a:lnTo>
                <a:lnTo>
                  <a:pt x="183" y="257"/>
                </a:lnTo>
                <a:lnTo>
                  <a:pt x="181" y="257"/>
                </a:lnTo>
                <a:lnTo>
                  <a:pt x="181" y="256"/>
                </a:lnTo>
                <a:lnTo>
                  <a:pt x="177" y="257"/>
                </a:lnTo>
                <a:lnTo>
                  <a:pt x="175" y="258"/>
                </a:lnTo>
                <a:lnTo>
                  <a:pt x="175" y="259"/>
                </a:lnTo>
                <a:lnTo>
                  <a:pt x="175" y="260"/>
                </a:lnTo>
                <a:lnTo>
                  <a:pt x="174" y="262"/>
                </a:lnTo>
                <a:lnTo>
                  <a:pt x="173" y="262"/>
                </a:lnTo>
                <a:lnTo>
                  <a:pt x="172" y="262"/>
                </a:lnTo>
                <a:lnTo>
                  <a:pt x="170" y="261"/>
                </a:lnTo>
                <a:lnTo>
                  <a:pt x="170" y="260"/>
                </a:lnTo>
                <a:lnTo>
                  <a:pt x="168" y="260"/>
                </a:lnTo>
                <a:lnTo>
                  <a:pt x="167" y="260"/>
                </a:lnTo>
                <a:lnTo>
                  <a:pt x="166" y="261"/>
                </a:lnTo>
                <a:lnTo>
                  <a:pt x="163" y="262"/>
                </a:lnTo>
                <a:lnTo>
                  <a:pt x="161" y="263"/>
                </a:lnTo>
                <a:lnTo>
                  <a:pt x="160" y="263"/>
                </a:lnTo>
                <a:lnTo>
                  <a:pt x="159" y="263"/>
                </a:lnTo>
                <a:lnTo>
                  <a:pt x="158" y="262"/>
                </a:lnTo>
                <a:lnTo>
                  <a:pt x="157" y="263"/>
                </a:lnTo>
                <a:lnTo>
                  <a:pt x="155" y="263"/>
                </a:lnTo>
                <a:lnTo>
                  <a:pt x="152" y="263"/>
                </a:lnTo>
                <a:lnTo>
                  <a:pt x="149" y="262"/>
                </a:lnTo>
                <a:lnTo>
                  <a:pt x="147" y="262"/>
                </a:lnTo>
                <a:lnTo>
                  <a:pt x="147" y="260"/>
                </a:lnTo>
                <a:lnTo>
                  <a:pt x="147" y="259"/>
                </a:lnTo>
                <a:lnTo>
                  <a:pt x="148" y="258"/>
                </a:lnTo>
                <a:lnTo>
                  <a:pt x="147" y="258"/>
                </a:lnTo>
                <a:lnTo>
                  <a:pt x="146" y="258"/>
                </a:lnTo>
                <a:lnTo>
                  <a:pt x="144" y="258"/>
                </a:lnTo>
                <a:lnTo>
                  <a:pt x="142" y="258"/>
                </a:lnTo>
                <a:lnTo>
                  <a:pt x="141" y="258"/>
                </a:lnTo>
                <a:lnTo>
                  <a:pt x="141" y="257"/>
                </a:lnTo>
                <a:lnTo>
                  <a:pt x="141" y="256"/>
                </a:lnTo>
                <a:lnTo>
                  <a:pt x="142" y="256"/>
                </a:lnTo>
                <a:lnTo>
                  <a:pt x="144" y="256"/>
                </a:lnTo>
                <a:lnTo>
                  <a:pt x="144" y="255"/>
                </a:lnTo>
                <a:lnTo>
                  <a:pt x="143" y="254"/>
                </a:lnTo>
                <a:lnTo>
                  <a:pt x="142" y="253"/>
                </a:lnTo>
                <a:lnTo>
                  <a:pt x="141" y="252"/>
                </a:lnTo>
                <a:lnTo>
                  <a:pt x="140" y="252"/>
                </a:lnTo>
                <a:lnTo>
                  <a:pt x="139" y="253"/>
                </a:lnTo>
                <a:lnTo>
                  <a:pt x="138" y="252"/>
                </a:lnTo>
                <a:lnTo>
                  <a:pt x="137" y="251"/>
                </a:lnTo>
                <a:lnTo>
                  <a:pt x="136" y="250"/>
                </a:lnTo>
                <a:lnTo>
                  <a:pt x="133" y="250"/>
                </a:lnTo>
                <a:lnTo>
                  <a:pt x="132" y="250"/>
                </a:lnTo>
                <a:lnTo>
                  <a:pt x="132" y="249"/>
                </a:lnTo>
                <a:lnTo>
                  <a:pt x="131" y="249"/>
                </a:lnTo>
                <a:lnTo>
                  <a:pt x="131" y="248"/>
                </a:lnTo>
                <a:lnTo>
                  <a:pt x="129" y="248"/>
                </a:lnTo>
                <a:lnTo>
                  <a:pt x="127" y="247"/>
                </a:lnTo>
                <a:lnTo>
                  <a:pt x="125" y="247"/>
                </a:lnTo>
                <a:lnTo>
                  <a:pt x="124" y="246"/>
                </a:lnTo>
                <a:lnTo>
                  <a:pt x="124" y="243"/>
                </a:lnTo>
                <a:lnTo>
                  <a:pt x="125" y="241"/>
                </a:lnTo>
                <a:lnTo>
                  <a:pt x="127" y="238"/>
                </a:lnTo>
                <a:lnTo>
                  <a:pt x="126" y="234"/>
                </a:lnTo>
                <a:lnTo>
                  <a:pt x="125" y="233"/>
                </a:lnTo>
                <a:lnTo>
                  <a:pt x="126" y="232"/>
                </a:lnTo>
                <a:lnTo>
                  <a:pt x="126" y="231"/>
                </a:lnTo>
                <a:lnTo>
                  <a:pt x="126" y="230"/>
                </a:lnTo>
                <a:lnTo>
                  <a:pt x="126" y="229"/>
                </a:lnTo>
                <a:lnTo>
                  <a:pt x="125" y="229"/>
                </a:lnTo>
                <a:lnTo>
                  <a:pt x="124" y="229"/>
                </a:lnTo>
                <a:lnTo>
                  <a:pt x="124" y="230"/>
                </a:lnTo>
                <a:lnTo>
                  <a:pt x="123" y="231"/>
                </a:lnTo>
                <a:lnTo>
                  <a:pt x="122" y="231"/>
                </a:lnTo>
                <a:lnTo>
                  <a:pt x="121" y="231"/>
                </a:lnTo>
                <a:lnTo>
                  <a:pt x="121" y="230"/>
                </a:lnTo>
                <a:lnTo>
                  <a:pt x="121" y="229"/>
                </a:lnTo>
                <a:lnTo>
                  <a:pt x="121" y="228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18" y="229"/>
                </a:lnTo>
                <a:lnTo>
                  <a:pt x="118" y="228"/>
                </a:lnTo>
                <a:lnTo>
                  <a:pt x="117" y="228"/>
                </a:lnTo>
                <a:lnTo>
                  <a:pt x="118" y="228"/>
                </a:lnTo>
                <a:lnTo>
                  <a:pt x="118" y="227"/>
                </a:lnTo>
                <a:lnTo>
                  <a:pt x="117" y="226"/>
                </a:lnTo>
                <a:lnTo>
                  <a:pt x="116" y="226"/>
                </a:lnTo>
                <a:lnTo>
                  <a:pt x="114" y="224"/>
                </a:lnTo>
                <a:lnTo>
                  <a:pt x="113" y="223"/>
                </a:lnTo>
                <a:lnTo>
                  <a:pt x="112" y="221"/>
                </a:lnTo>
                <a:lnTo>
                  <a:pt x="112" y="220"/>
                </a:lnTo>
                <a:lnTo>
                  <a:pt x="112" y="219"/>
                </a:lnTo>
                <a:lnTo>
                  <a:pt x="113" y="219"/>
                </a:lnTo>
                <a:lnTo>
                  <a:pt x="113" y="218"/>
                </a:lnTo>
                <a:lnTo>
                  <a:pt x="112" y="217"/>
                </a:lnTo>
                <a:lnTo>
                  <a:pt x="112" y="216"/>
                </a:lnTo>
                <a:lnTo>
                  <a:pt x="111" y="216"/>
                </a:lnTo>
                <a:lnTo>
                  <a:pt x="111" y="215"/>
                </a:lnTo>
                <a:lnTo>
                  <a:pt x="111" y="214"/>
                </a:lnTo>
                <a:lnTo>
                  <a:pt x="111" y="213"/>
                </a:lnTo>
                <a:lnTo>
                  <a:pt x="112" y="213"/>
                </a:lnTo>
                <a:lnTo>
                  <a:pt x="112" y="212"/>
                </a:lnTo>
                <a:lnTo>
                  <a:pt x="112" y="210"/>
                </a:lnTo>
                <a:lnTo>
                  <a:pt x="113" y="209"/>
                </a:lnTo>
                <a:lnTo>
                  <a:pt x="112" y="208"/>
                </a:lnTo>
                <a:lnTo>
                  <a:pt x="112" y="207"/>
                </a:lnTo>
                <a:lnTo>
                  <a:pt x="111" y="206"/>
                </a:lnTo>
                <a:lnTo>
                  <a:pt x="109" y="206"/>
                </a:lnTo>
                <a:lnTo>
                  <a:pt x="108" y="206"/>
                </a:lnTo>
                <a:lnTo>
                  <a:pt x="109" y="204"/>
                </a:lnTo>
                <a:lnTo>
                  <a:pt x="109" y="201"/>
                </a:lnTo>
                <a:lnTo>
                  <a:pt x="110" y="201"/>
                </a:lnTo>
                <a:lnTo>
                  <a:pt x="110" y="200"/>
                </a:lnTo>
                <a:lnTo>
                  <a:pt x="109" y="200"/>
                </a:lnTo>
                <a:lnTo>
                  <a:pt x="108" y="200"/>
                </a:lnTo>
                <a:lnTo>
                  <a:pt x="107" y="200"/>
                </a:lnTo>
                <a:lnTo>
                  <a:pt x="103" y="199"/>
                </a:lnTo>
                <a:lnTo>
                  <a:pt x="100" y="199"/>
                </a:lnTo>
                <a:lnTo>
                  <a:pt x="98" y="199"/>
                </a:lnTo>
                <a:lnTo>
                  <a:pt x="97" y="199"/>
                </a:lnTo>
                <a:lnTo>
                  <a:pt x="96" y="199"/>
                </a:lnTo>
                <a:lnTo>
                  <a:pt x="95" y="199"/>
                </a:lnTo>
                <a:lnTo>
                  <a:pt x="94" y="199"/>
                </a:lnTo>
                <a:lnTo>
                  <a:pt x="94" y="198"/>
                </a:lnTo>
                <a:lnTo>
                  <a:pt x="93" y="199"/>
                </a:lnTo>
                <a:lnTo>
                  <a:pt x="93" y="200"/>
                </a:lnTo>
                <a:lnTo>
                  <a:pt x="93" y="201"/>
                </a:lnTo>
                <a:lnTo>
                  <a:pt x="93" y="202"/>
                </a:lnTo>
                <a:lnTo>
                  <a:pt x="92" y="201"/>
                </a:lnTo>
                <a:lnTo>
                  <a:pt x="90" y="201"/>
                </a:lnTo>
                <a:lnTo>
                  <a:pt x="89" y="202"/>
                </a:lnTo>
                <a:lnTo>
                  <a:pt x="88" y="202"/>
                </a:lnTo>
                <a:lnTo>
                  <a:pt x="88" y="203"/>
                </a:lnTo>
                <a:lnTo>
                  <a:pt x="87" y="204"/>
                </a:lnTo>
                <a:lnTo>
                  <a:pt x="84" y="201"/>
                </a:lnTo>
                <a:lnTo>
                  <a:pt x="84" y="200"/>
                </a:lnTo>
                <a:lnTo>
                  <a:pt x="83" y="200"/>
                </a:lnTo>
                <a:lnTo>
                  <a:pt x="82" y="200"/>
                </a:lnTo>
                <a:lnTo>
                  <a:pt x="81" y="199"/>
                </a:lnTo>
                <a:lnTo>
                  <a:pt x="82" y="199"/>
                </a:lnTo>
                <a:lnTo>
                  <a:pt x="81" y="199"/>
                </a:lnTo>
                <a:lnTo>
                  <a:pt x="80" y="198"/>
                </a:lnTo>
                <a:lnTo>
                  <a:pt x="79" y="197"/>
                </a:lnTo>
                <a:lnTo>
                  <a:pt x="79" y="196"/>
                </a:lnTo>
                <a:lnTo>
                  <a:pt x="78" y="196"/>
                </a:lnTo>
                <a:lnTo>
                  <a:pt x="77" y="196"/>
                </a:lnTo>
                <a:lnTo>
                  <a:pt x="77" y="194"/>
                </a:lnTo>
                <a:lnTo>
                  <a:pt x="76" y="192"/>
                </a:lnTo>
                <a:lnTo>
                  <a:pt x="76" y="191"/>
                </a:lnTo>
                <a:lnTo>
                  <a:pt x="75" y="191"/>
                </a:lnTo>
                <a:lnTo>
                  <a:pt x="73" y="190"/>
                </a:lnTo>
                <a:lnTo>
                  <a:pt x="72" y="189"/>
                </a:lnTo>
                <a:lnTo>
                  <a:pt x="71" y="189"/>
                </a:lnTo>
                <a:lnTo>
                  <a:pt x="69" y="189"/>
                </a:lnTo>
                <a:lnTo>
                  <a:pt x="68" y="189"/>
                </a:lnTo>
                <a:lnTo>
                  <a:pt x="66" y="189"/>
                </a:lnTo>
                <a:lnTo>
                  <a:pt x="65" y="188"/>
                </a:lnTo>
                <a:lnTo>
                  <a:pt x="65" y="189"/>
                </a:lnTo>
                <a:lnTo>
                  <a:pt x="63" y="189"/>
                </a:lnTo>
                <a:lnTo>
                  <a:pt x="61" y="189"/>
                </a:lnTo>
                <a:lnTo>
                  <a:pt x="59" y="189"/>
                </a:lnTo>
                <a:lnTo>
                  <a:pt x="57" y="190"/>
                </a:lnTo>
                <a:lnTo>
                  <a:pt x="57" y="189"/>
                </a:lnTo>
                <a:lnTo>
                  <a:pt x="56" y="189"/>
                </a:lnTo>
                <a:lnTo>
                  <a:pt x="54" y="189"/>
                </a:lnTo>
                <a:lnTo>
                  <a:pt x="53" y="188"/>
                </a:lnTo>
                <a:lnTo>
                  <a:pt x="52" y="188"/>
                </a:lnTo>
                <a:lnTo>
                  <a:pt x="51" y="188"/>
                </a:lnTo>
                <a:lnTo>
                  <a:pt x="50" y="187"/>
                </a:lnTo>
                <a:lnTo>
                  <a:pt x="49" y="187"/>
                </a:lnTo>
                <a:lnTo>
                  <a:pt x="48" y="188"/>
                </a:lnTo>
                <a:lnTo>
                  <a:pt x="44" y="188"/>
                </a:lnTo>
                <a:lnTo>
                  <a:pt x="43" y="189"/>
                </a:lnTo>
                <a:lnTo>
                  <a:pt x="42" y="189"/>
                </a:lnTo>
                <a:lnTo>
                  <a:pt x="41" y="189"/>
                </a:lnTo>
                <a:lnTo>
                  <a:pt x="41" y="188"/>
                </a:lnTo>
                <a:lnTo>
                  <a:pt x="41" y="187"/>
                </a:lnTo>
                <a:lnTo>
                  <a:pt x="41" y="186"/>
                </a:lnTo>
                <a:lnTo>
                  <a:pt x="42" y="186"/>
                </a:lnTo>
                <a:lnTo>
                  <a:pt x="43" y="186"/>
                </a:lnTo>
                <a:lnTo>
                  <a:pt x="43" y="187"/>
                </a:lnTo>
                <a:lnTo>
                  <a:pt x="44" y="187"/>
                </a:lnTo>
                <a:lnTo>
                  <a:pt x="45" y="186"/>
                </a:lnTo>
                <a:lnTo>
                  <a:pt x="46" y="185"/>
                </a:lnTo>
                <a:lnTo>
                  <a:pt x="46" y="184"/>
                </a:lnTo>
                <a:lnTo>
                  <a:pt x="45" y="183"/>
                </a:lnTo>
                <a:lnTo>
                  <a:pt x="44" y="183"/>
                </a:lnTo>
                <a:lnTo>
                  <a:pt x="43" y="183"/>
                </a:lnTo>
                <a:lnTo>
                  <a:pt x="42" y="182"/>
                </a:lnTo>
                <a:lnTo>
                  <a:pt x="42" y="181"/>
                </a:lnTo>
                <a:lnTo>
                  <a:pt x="41" y="180"/>
                </a:lnTo>
                <a:lnTo>
                  <a:pt x="38" y="179"/>
                </a:lnTo>
                <a:lnTo>
                  <a:pt x="38" y="178"/>
                </a:lnTo>
                <a:lnTo>
                  <a:pt x="36" y="177"/>
                </a:lnTo>
                <a:lnTo>
                  <a:pt x="33" y="178"/>
                </a:lnTo>
                <a:lnTo>
                  <a:pt x="32" y="178"/>
                </a:lnTo>
                <a:lnTo>
                  <a:pt x="31" y="178"/>
                </a:lnTo>
                <a:lnTo>
                  <a:pt x="31" y="177"/>
                </a:lnTo>
                <a:lnTo>
                  <a:pt x="32" y="176"/>
                </a:lnTo>
                <a:lnTo>
                  <a:pt x="31" y="175"/>
                </a:lnTo>
                <a:lnTo>
                  <a:pt x="30" y="175"/>
                </a:lnTo>
                <a:lnTo>
                  <a:pt x="27" y="174"/>
                </a:lnTo>
                <a:lnTo>
                  <a:pt x="26" y="173"/>
                </a:lnTo>
                <a:lnTo>
                  <a:pt x="26" y="171"/>
                </a:lnTo>
                <a:lnTo>
                  <a:pt x="26" y="170"/>
                </a:lnTo>
                <a:lnTo>
                  <a:pt x="27" y="170"/>
                </a:lnTo>
                <a:lnTo>
                  <a:pt x="27" y="169"/>
                </a:lnTo>
                <a:lnTo>
                  <a:pt x="25" y="169"/>
                </a:lnTo>
                <a:lnTo>
                  <a:pt x="24" y="168"/>
                </a:lnTo>
                <a:lnTo>
                  <a:pt x="24" y="165"/>
                </a:lnTo>
                <a:lnTo>
                  <a:pt x="23" y="165"/>
                </a:lnTo>
                <a:lnTo>
                  <a:pt x="21" y="165"/>
                </a:lnTo>
                <a:lnTo>
                  <a:pt x="20" y="165"/>
                </a:lnTo>
                <a:lnTo>
                  <a:pt x="19" y="163"/>
                </a:lnTo>
                <a:lnTo>
                  <a:pt x="18" y="163"/>
                </a:lnTo>
                <a:lnTo>
                  <a:pt x="17" y="163"/>
                </a:lnTo>
                <a:lnTo>
                  <a:pt x="15" y="163"/>
                </a:lnTo>
                <a:lnTo>
                  <a:pt x="15" y="161"/>
                </a:lnTo>
                <a:lnTo>
                  <a:pt x="15" y="160"/>
                </a:lnTo>
                <a:lnTo>
                  <a:pt x="15" y="159"/>
                </a:lnTo>
                <a:lnTo>
                  <a:pt x="13" y="157"/>
                </a:lnTo>
                <a:lnTo>
                  <a:pt x="12" y="157"/>
                </a:lnTo>
                <a:lnTo>
                  <a:pt x="12" y="158"/>
                </a:lnTo>
                <a:lnTo>
                  <a:pt x="11" y="158"/>
                </a:lnTo>
                <a:lnTo>
                  <a:pt x="10" y="159"/>
                </a:lnTo>
                <a:lnTo>
                  <a:pt x="9" y="159"/>
                </a:lnTo>
                <a:lnTo>
                  <a:pt x="8" y="159"/>
                </a:lnTo>
                <a:lnTo>
                  <a:pt x="7" y="161"/>
                </a:lnTo>
                <a:lnTo>
                  <a:pt x="6" y="162"/>
                </a:lnTo>
                <a:lnTo>
                  <a:pt x="5" y="161"/>
                </a:lnTo>
                <a:lnTo>
                  <a:pt x="4" y="161"/>
                </a:lnTo>
                <a:lnTo>
                  <a:pt x="3" y="160"/>
                </a:lnTo>
                <a:lnTo>
                  <a:pt x="3" y="158"/>
                </a:lnTo>
                <a:lnTo>
                  <a:pt x="4" y="158"/>
                </a:lnTo>
                <a:lnTo>
                  <a:pt x="5" y="157"/>
                </a:lnTo>
                <a:lnTo>
                  <a:pt x="5" y="156"/>
                </a:lnTo>
                <a:lnTo>
                  <a:pt x="5" y="155"/>
                </a:lnTo>
                <a:lnTo>
                  <a:pt x="5" y="154"/>
                </a:lnTo>
                <a:lnTo>
                  <a:pt x="4" y="153"/>
                </a:lnTo>
                <a:lnTo>
                  <a:pt x="4" y="152"/>
                </a:lnTo>
                <a:lnTo>
                  <a:pt x="5" y="149"/>
                </a:lnTo>
                <a:lnTo>
                  <a:pt x="6" y="148"/>
                </a:lnTo>
                <a:lnTo>
                  <a:pt x="6" y="147"/>
                </a:lnTo>
                <a:lnTo>
                  <a:pt x="4" y="145"/>
                </a:lnTo>
                <a:lnTo>
                  <a:pt x="3" y="145"/>
                </a:lnTo>
                <a:lnTo>
                  <a:pt x="3" y="144"/>
                </a:lnTo>
                <a:lnTo>
                  <a:pt x="3" y="145"/>
                </a:lnTo>
                <a:lnTo>
                  <a:pt x="2" y="145"/>
                </a:lnTo>
                <a:lnTo>
                  <a:pt x="1" y="146"/>
                </a:lnTo>
                <a:lnTo>
                  <a:pt x="0" y="145"/>
                </a:lnTo>
                <a:lnTo>
                  <a:pt x="0" y="144"/>
                </a:lnTo>
                <a:lnTo>
                  <a:pt x="1" y="143"/>
                </a:lnTo>
                <a:lnTo>
                  <a:pt x="1" y="142"/>
                </a:lnTo>
                <a:lnTo>
                  <a:pt x="0" y="141"/>
                </a:lnTo>
                <a:lnTo>
                  <a:pt x="0" y="140"/>
                </a:lnTo>
                <a:lnTo>
                  <a:pt x="0" y="139"/>
                </a:lnTo>
                <a:lnTo>
                  <a:pt x="0" y="138"/>
                </a:lnTo>
                <a:lnTo>
                  <a:pt x="1" y="138"/>
                </a:lnTo>
                <a:lnTo>
                  <a:pt x="2" y="138"/>
                </a:lnTo>
                <a:lnTo>
                  <a:pt x="5" y="137"/>
                </a:lnTo>
                <a:lnTo>
                  <a:pt x="5" y="134"/>
                </a:lnTo>
                <a:lnTo>
                  <a:pt x="6" y="133"/>
                </a:lnTo>
                <a:lnTo>
                  <a:pt x="6" y="130"/>
                </a:lnTo>
                <a:lnTo>
                  <a:pt x="5" y="128"/>
                </a:lnTo>
                <a:lnTo>
                  <a:pt x="5" y="126"/>
                </a:lnTo>
                <a:lnTo>
                  <a:pt x="5" y="125"/>
                </a:lnTo>
                <a:lnTo>
                  <a:pt x="5" y="124"/>
                </a:lnTo>
                <a:lnTo>
                  <a:pt x="6" y="124"/>
                </a:lnTo>
                <a:lnTo>
                  <a:pt x="6" y="123"/>
                </a:lnTo>
                <a:lnTo>
                  <a:pt x="6" y="122"/>
                </a:lnTo>
                <a:lnTo>
                  <a:pt x="5" y="122"/>
                </a:lnTo>
                <a:lnTo>
                  <a:pt x="5" y="121"/>
                </a:lnTo>
                <a:lnTo>
                  <a:pt x="5" y="120"/>
                </a:lnTo>
                <a:lnTo>
                  <a:pt x="6" y="118"/>
                </a:lnTo>
                <a:lnTo>
                  <a:pt x="6" y="117"/>
                </a:lnTo>
                <a:lnTo>
                  <a:pt x="5" y="117"/>
                </a:lnTo>
                <a:lnTo>
                  <a:pt x="5" y="116"/>
                </a:lnTo>
                <a:lnTo>
                  <a:pt x="5" y="115"/>
                </a:lnTo>
                <a:lnTo>
                  <a:pt x="6" y="114"/>
                </a:lnTo>
                <a:lnTo>
                  <a:pt x="6" y="113"/>
                </a:lnTo>
                <a:lnTo>
                  <a:pt x="7" y="113"/>
                </a:lnTo>
                <a:lnTo>
                  <a:pt x="7" y="111"/>
                </a:lnTo>
                <a:lnTo>
                  <a:pt x="8" y="111"/>
                </a:lnTo>
                <a:lnTo>
                  <a:pt x="8" y="110"/>
                </a:lnTo>
                <a:lnTo>
                  <a:pt x="8" y="109"/>
                </a:lnTo>
                <a:lnTo>
                  <a:pt x="9" y="109"/>
                </a:lnTo>
                <a:lnTo>
                  <a:pt x="10" y="108"/>
                </a:lnTo>
                <a:lnTo>
                  <a:pt x="10" y="107"/>
                </a:lnTo>
                <a:lnTo>
                  <a:pt x="11" y="107"/>
                </a:lnTo>
                <a:lnTo>
                  <a:pt x="11" y="106"/>
                </a:lnTo>
                <a:lnTo>
                  <a:pt x="11" y="105"/>
                </a:lnTo>
                <a:lnTo>
                  <a:pt x="12" y="105"/>
                </a:lnTo>
                <a:lnTo>
                  <a:pt x="14" y="105"/>
                </a:lnTo>
                <a:lnTo>
                  <a:pt x="15" y="106"/>
                </a:lnTo>
                <a:lnTo>
                  <a:pt x="17" y="105"/>
                </a:lnTo>
                <a:lnTo>
                  <a:pt x="20" y="104"/>
                </a:lnTo>
                <a:lnTo>
                  <a:pt x="20" y="103"/>
                </a:lnTo>
                <a:lnTo>
                  <a:pt x="22" y="103"/>
                </a:lnTo>
                <a:lnTo>
                  <a:pt x="23" y="103"/>
                </a:lnTo>
                <a:lnTo>
                  <a:pt x="24" y="103"/>
                </a:lnTo>
                <a:lnTo>
                  <a:pt x="26" y="103"/>
                </a:lnTo>
                <a:lnTo>
                  <a:pt x="26" y="102"/>
                </a:lnTo>
                <a:lnTo>
                  <a:pt x="27" y="102"/>
                </a:lnTo>
                <a:lnTo>
                  <a:pt x="28" y="102"/>
                </a:lnTo>
                <a:lnTo>
                  <a:pt x="29" y="102"/>
                </a:lnTo>
                <a:lnTo>
                  <a:pt x="31" y="101"/>
                </a:lnTo>
                <a:lnTo>
                  <a:pt x="32" y="100"/>
                </a:lnTo>
                <a:lnTo>
                  <a:pt x="34" y="99"/>
                </a:lnTo>
                <a:lnTo>
                  <a:pt x="35" y="99"/>
                </a:lnTo>
                <a:lnTo>
                  <a:pt x="37" y="98"/>
                </a:lnTo>
                <a:lnTo>
                  <a:pt x="38" y="97"/>
                </a:lnTo>
                <a:lnTo>
                  <a:pt x="38" y="96"/>
                </a:lnTo>
                <a:lnTo>
                  <a:pt x="39" y="95"/>
                </a:lnTo>
                <a:lnTo>
                  <a:pt x="38" y="95"/>
                </a:lnTo>
                <a:lnTo>
                  <a:pt x="39" y="94"/>
                </a:lnTo>
                <a:lnTo>
                  <a:pt x="40" y="94"/>
                </a:lnTo>
                <a:lnTo>
                  <a:pt x="41" y="94"/>
                </a:lnTo>
                <a:lnTo>
                  <a:pt x="42" y="95"/>
                </a:lnTo>
                <a:lnTo>
                  <a:pt x="43" y="95"/>
                </a:lnTo>
                <a:lnTo>
                  <a:pt x="43" y="96"/>
                </a:lnTo>
                <a:lnTo>
                  <a:pt x="44" y="96"/>
                </a:lnTo>
                <a:lnTo>
                  <a:pt x="45" y="96"/>
                </a:lnTo>
                <a:lnTo>
                  <a:pt x="45" y="95"/>
                </a:lnTo>
                <a:lnTo>
                  <a:pt x="46" y="95"/>
                </a:lnTo>
                <a:lnTo>
                  <a:pt x="48" y="94"/>
                </a:lnTo>
                <a:lnTo>
                  <a:pt x="48" y="93"/>
                </a:lnTo>
                <a:lnTo>
                  <a:pt x="49" y="93"/>
                </a:lnTo>
                <a:lnTo>
                  <a:pt x="50" y="93"/>
                </a:lnTo>
                <a:lnTo>
                  <a:pt x="52" y="93"/>
                </a:lnTo>
                <a:lnTo>
                  <a:pt x="53" y="93"/>
                </a:lnTo>
                <a:lnTo>
                  <a:pt x="53" y="94"/>
                </a:lnTo>
                <a:lnTo>
                  <a:pt x="54" y="94"/>
                </a:lnTo>
                <a:lnTo>
                  <a:pt x="54" y="95"/>
                </a:lnTo>
                <a:lnTo>
                  <a:pt x="55" y="95"/>
                </a:lnTo>
                <a:lnTo>
                  <a:pt x="56" y="95"/>
                </a:lnTo>
                <a:lnTo>
                  <a:pt x="57" y="95"/>
                </a:lnTo>
                <a:lnTo>
                  <a:pt x="58" y="95"/>
                </a:lnTo>
                <a:lnTo>
                  <a:pt x="59" y="96"/>
                </a:lnTo>
                <a:lnTo>
                  <a:pt x="60" y="96"/>
                </a:lnTo>
                <a:lnTo>
                  <a:pt x="61" y="96"/>
                </a:lnTo>
                <a:lnTo>
                  <a:pt x="61" y="97"/>
                </a:lnTo>
                <a:lnTo>
                  <a:pt x="61" y="98"/>
                </a:lnTo>
                <a:lnTo>
                  <a:pt x="62" y="98"/>
                </a:lnTo>
                <a:lnTo>
                  <a:pt x="62" y="97"/>
                </a:lnTo>
                <a:lnTo>
                  <a:pt x="63" y="96"/>
                </a:lnTo>
                <a:lnTo>
                  <a:pt x="64" y="96"/>
                </a:lnTo>
                <a:lnTo>
                  <a:pt x="65" y="96"/>
                </a:lnTo>
                <a:lnTo>
                  <a:pt x="66" y="94"/>
                </a:lnTo>
                <a:lnTo>
                  <a:pt x="66" y="92"/>
                </a:lnTo>
                <a:lnTo>
                  <a:pt x="66" y="91"/>
                </a:lnTo>
                <a:lnTo>
                  <a:pt x="65" y="90"/>
                </a:lnTo>
                <a:lnTo>
                  <a:pt x="65" y="89"/>
                </a:lnTo>
                <a:lnTo>
                  <a:pt x="64" y="86"/>
                </a:lnTo>
                <a:lnTo>
                  <a:pt x="65" y="85"/>
                </a:lnTo>
                <a:lnTo>
                  <a:pt x="65" y="84"/>
                </a:lnTo>
                <a:lnTo>
                  <a:pt x="67" y="84"/>
                </a:lnTo>
                <a:lnTo>
                  <a:pt x="67" y="85"/>
                </a:lnTo>
                <a:lnTo>
                  <a:pt x="68" y="87"/>
                </a:lnTo>
                <a:lnTo>
                  <a:pt x="68" y="91"/>
                </a:lnTo>
                <a:lnTo>
                  <a:pt x="68" y="92"/>
                </a:lnTo>
                <a:lnTo>
                  <a:pt x="68" y="93"/>
                </a:lnTo>
                <a:lnTo>
                  <a:pt x="70" y="93"/>
                </a:lnTo>
                <a:lnTo>
                  <a:pt x="70" y="92"/>
                </a:lnTo>
                <a:lnTo>
                  <a:pt x="69" y="92"/>
                </a:lnTo>
                <a:lnTo>
                  <a:pt x="69" y="91"/>
                </a:lnTo>
                <a:lnTo>
                  <a:pt x="68" y="86"/>
                </a:lnTo>
                <a:lnTo>
                  <a:pt x="68" y="85"/>
                </a:lnTo>
                <a:lnTo>
                  <a:pt x="69" y="85"/>
                </a:lnTo>
                <a:lnTo>
                  <a:pt x="73" y="87"/>
                </a:lnTo>
                <a:lnTo>
                  <a:pt x="73" y="88"/>
                </a:lnTo>
                <a:lnTo>
                  <a:pt x="74" y="91"/>
                </a:lnTo>
                <a:lnTo>
                  <a:pt x="74" y="92"/>
                </a:lnTo>
                <a:lnTo>
                  <a:pt x="73" y="92"/>
                </a:lnTo>
                <a:lnTo>
                  <a:pt x="74" y="93"/>
                </a:lnTo>
                <a:lnTo>
                  <a:pt x="76" y="93"/>
                </a:lnTo>
                <a:lnTo>
                  <a:pt x="77" y="93"/>
                </a:lnTo>
                <a:lnTo>
                  <a:pt x="78" y="93"/>
                </a:lnTo>
                <a:lnTo>
                  <a:pt x="78" y="91"/>
                </a:lnTo>
                <a:lnTo>
                  <a:pt x="77" y="90"/>
                </a:lnTo>
                <a:lnTo>
                  <a:pt x="76" y="90"/>
                </a:lnTo>
                <a:lnTo>
                  <a:pt x="75" y="90"/>
                </a:lnTo>
                <a:lnTo>
                  <a:pt x="75" y="91"/>
                </a:lnTo>
                <a:lnTo>
                  <a:pt x="74" y="91"/>
                </a:lnTo>
                <a:lnTo>
                  <a:pt x="73" y="88"/>
                </a:lnTo>
                <a:lnTo>
                  <a:pt x="74" y="88"/>
                </a:lnTo>
                <a:lnTo>
                  <a:pt x="75" y="88"/>
                </a:lnTo>
                <a:lnTo>
                  <a:pt x="75" y="89"/>
                </a:lnTo>
                <a:lnTo>
                  <a:pt x="76" y="89"/>
                </a:lnTo>
                <a:lnTo>
                  <a:pt x="83" y="93"/>
                </a:lnTo>
                <a:lnTo>
                  <a:pt x="85" y="94"/>
                </a:lnTo>
                <a:lnTo>
                  <a:pt x="85" y="95"/>
                </a:lnTo>
                <a:lnTo>
                  <a:pt x="84" y="95"/>
                </a:lnTo>
                <a:lnTo>
                  <a:pt x="84" y="96"/>
                </a:lnTo>
                <a:lnTo>
                  <a:pt x="84" y="97"/>
                </a:lnTo>
                <a:lnTo>
                  <a:pt x="85" y="97"/>
                </a:lnTo>
                <a:lnTo>
                  <a:pt x="86" y="97"/>
                </a:lnTo>
                <a:lnTo>
                  <a:pt x="86" y="96"/>
                </a:lnTo>
                <a:lnTo>
                  <a:pt x="86" y="95"/>
                </a:lnTo>
                <a:lnTo>
                  <a:pt x="89" y="96"/>
                </a:lnTo>
                <a:lnTo>
                  <a:pt x="90" y="97"/>
                </a:lnTo>
                <a:lnTo>
                  <a:pt x="89" y="97"/>
                </a:lnTo>
                <a:lnTo>
                  <a:pt x="89" y="99"/>
                </a:lnTo>
                <a:lnTo>
                  <a:pt x="89" y="100"/>
                </a:lnTo>
                <a:lnTo>
                  <a:pt x="89" y="101"/>
                </a:lnTo>
                <a:lnTo>
                  <a:pt x="89" y="102"/>
                </a:lnTo>
                <a:lnTo>
                  <a:pt x="90" y="102"/>
                </a:lnTo>
                <a:lnTo>
                  <a:pt x="91" y="101"/>
                </a:lnTo>
                <a:lnTo>
                  <a:pt x="92" y="101"/>
                </a:lnTo>
                <a:lnTo>
                  <a:pt x="93" y="102"/>
                </a:lnTo>
                <a:lnTo>
                  <a:pt x="94" y="103"/>
                </a:lnTo>
                <a:lnTo>
                  <a:pt x="95" y="103"/>
                </a:lnTo>
                <a:lnTo>
                  <a:pt x="96" y="102"/>
                </a:lnTo>
                <a:lnTo>
                  <a:pt x="97" y="102"/>
                </a:lnTo>
                <a:lnTo>
                  <a:pt x="97" y="103"/>
                </a:lnTo>
                <a:lnTo>
                  <a:pt x="96" y="103"/>
                </a:lnTo>
                <a:lnTo>
                  <a:pt x="94" y="104"/>
                </a:lnTo>
                <a:lnTo>
                  <a:pt x="93" y="104"/>
                </a:lnTo>
                <a:lnTo>
                  <a:pt x="92" y="104"/>
                </a:lnTo>
                <a:lnTo>
                  <a:pt x="91" y="106"/>
                </a:lnTo>
                <a:lnTo>
                  <a:pt x="91" y="107"/>
                </a:lnTo>
                <a:lnTo>
                  <a:pt x="91" y="108"/>
                </a:lnTo>
                <a:lnTo>
                  <a:pt x="92" y="108"/>
                </a:lnTo>
                <a:lnTo>
                  <a:pt x="94" y="108"/>
                </a:lnTo>
                <a:lnTo>
                  <a:pt x="96" y="107"/>
                </a:lnTo>
                <a:lnTo>
                  <a:pt x="97" y="107"/>
                </a:lnTo>
                <a:lnTo>
                  <a:pt x="98" y="108"/>
                </a:lnTo>
                <a:lnTo>
                  <a:pt x="99" y="111"/>
                </a:lnTo>
                <a:lnTo>
                  <a:pt x="100" y="114"/>
                </a:lnTo>
                <a:lnTo>
                  <a:pt x="101" y="115"/>
                </a:lnTo>
                <a:lnTo>
                  <a:pt x="100" y="115"/>
                </a:lnTo>
                <a:lnTo>
                  <a:pt x="100" y="114"/>
                </a:lnTo>
                <a:lnTo>
                  <a:pt x="99" y="114"/>
                </a:lnTo>
                <a:lnTo>
                  <a:pt x="97" y="115"/>
                </a:lnTo>
                <a:lnTo>
                  <a:pt x="96" y="115"/>
                </a:lnTo>
                <a:lnTo>
                  <a:pt x="96" y="116"/>
                </a:lnTo>
                <a:lnTo>
                  <a:pt x="96" y="118"/>
                </a:lnTo>
                <a:lnTo>
                  <a:pt x="97" y="118"/>
                </a:lnTo>
                <a:lnTo>
                  <a:pt x="99" y="120"/>
                </a:lnTo>
                <a:lnTo>
                  <a:pt x="100" y="121"/>
                </a:lnTo>
                <a:lnTo>
                  <a:pt x="101" y="121"/>
                </a:lnTo>
                <a:lnTo>
                  <a:pt x="101" y="123"/>
                </a:lnTo>
                <a:lnTo>
                  <a:pt x="101" y="124"/>
                </a:lnTo>
                <a:lnTo>
                  <a:pt x="104" y="123"/>
                </a:lnTo>
                <a:lnTo>
                  <a:pt x="105" y="123"/>
                </a:lnTo>
                <a:lnTo>
                  <a:pt x="106" y="122"/>
                </a:lnTo>
                <a:lnTo>
                  <a:pt x="107" y="122"/>
                </a:lnTo>
                <a:lnTo>
                  <a:pt x="108" y="122"/>
                </a:lnTo>
                <a:lnTo>
                  <a:pt x="108" y="123"/>
                </a:lnTo>
                <a:lnTo>
                  <a:pt x="109" y="123"/>
                </a:lnTo>
                <a:lnTo>
                  <a:pt x="109" y="124"/>
                </a:lnTo>
                <a:lnTo>
                  <a:pt x="109" y="125"/>
                </a:lnTo>
                <a:lnTo>
                  <a:pt x="110" y="125"/>
                </a:lnTo>
                <a:lnTo>
                  <a:pt x="110" y="126"/>
                </a:lnTo>
                <a:lnTo>
                  <a:pt x="112" y="128"/>
                </a:lnTo>
                <a:lnTo>
                  <a:pt x="113" y="128"/>
                </a:lnTo>
                <a:lnTo>
                  <a:pt x="113" y="129"/>
                </a:lnTo>
                <a:lnTo>
                  <a:pt x="114" y="129"/>
                </a:lnTo>
                <a:lnTo>
                  <a:pt x="115" y="131"/>
                </a:lnTo>
                <a:lnTo>
                  <a:pt x="116" y="131"/>
                </a:lnTo>
                <a:lnTo>
                  <a:pt x="117" y="133"/>
                </a:lnTo>
                <a:lnTo>
                  <a:pt x="118" y="133"/>
                </a:lnTo>
                <a:lnTo>
                  <a:pt x="119" y="135"/>
                </a:lnTo>
                <a:lnTo>
                  <a:pt x="119" y="136"/>
                </a:lnTo>
                <a:lnTo>
                  <a:pt x="118" y="136"/>
                </a:lnTo>
                <a:lnTo>
                  <a:pt x="118" y="137"/>
                </a:lnTo>
                <a:lnTo>
                  <a:pt x="118" y="138"/>
                </a:lnTo>
                <a:lnTo>
                  <a:pt x="118" y="139"/>
                </a:lnTo>
                <a:lnTo>
                  <a:pt x="119" y="139"/>
                </a:lnTo>
                <a:lnTo>
                  <a:pt x="120" y="139"/>
                </a:lnTo>
                <a:lnTo>
                  <a:pt x="121" y="138"/>
                </a:lnTo>
                <a:lnTo>
                  <a:pt x="121" y="139"/>
                </a:lnTo>
                <a:lnTo>
                  <a:pt x="122" y="141"/>
                </a:lnTo>
                <a:lnTo>
                  <a:pt x="121" y="141"/>
                </a:lnTo>
                <a:lnTo>
                  <a:pt x="119" y="142"/>
                </a:lnTo>
                <a:lnTo>
                  <a:pt x="118" y="142"/>
                </a:lnTo>
                <a:lnTo>
                  <a:pt x="116" y="143"/>
                </a:lnTo>
                <a:lnTo>
                  <a:pt x="117" y="143"/>
                </a:lnTo>
                <a:lnTo>
                  <a:pt x="117" y="144"/>
                </a:lnTo>
                <a:lnTo>
                  <a:pt x="118" y="144"/>
                </a:lnTo>
                <a:lnTo>
                  <a:pt x="119" y="144"/>
                </a:lnTo>
                <a:lnTo>
                  <a:pt x="120" y="143"/>
                </a:lnTo>
                <a:lnTo>
                  <a:pt x="121" y="143"/>
                </a:lnTo>
                <a:lnTo>
                  <a:pt x="122" y="143"/>
                </a:lnTo>
                <a:lnTo>
                  <a:pt x="121" y="144"/>
                </a:lnTo>
                <a:lnTo>
                  <a:pt x="120" y="145"/>
                </a:lnTo>
                <a:lnTo>
                  <a:pt x="119" y="146"/>
                </a:lnTo>
                <a:lnTo>
                  <a:pt x="119" y="147"/>
                </a:lnTo>
                <a:lnTo>
                  <a:pt x="120" y="147"/>
                </a:lnTo>
                <a:lnTo>
                  <a:pt x="122" y="147"/>
                </a:lnTo>
                <a:lnTo>
                  <a:pt x="122" y="146"/>
                </a:lnTo>
                <a:lnTo>
                  <a:pt x="125" y="145"/>
                </a:lnTo>
                <a:lnTo>
                  <a:pt x="125" y="146"/>
                </a:lnTo>
                <a:lnTo>
                  <a:pt x="127" y="148"/>
                </a:lnTo>
                <a:lnTo>
                  <a:pt x="127" y="149"/>
                </a:lnTo>
                <a:lnTo>
                  <a:pt x="128" y="150"/>
                </a:lnTo>
                <a:lnTo>
                  <a:pt x="128" y="151"/>
                </a:lnTo>
                <a:lnTo>
                  <a:pt x="128" y="152"/>
                </a:lnTo>
                <a:lnTo>
                  <a:pt x="129" y="153"/>
                </a:lnTo>
                <a:lnTo>
                  <a:pt x="129" y="154"/>
                </a:lnTo>
                <a:lnTo>
                  <a:pt x="130" y="154"/>
                </a:lnTo>
                <a:lnTo>
                  <a:pt x="130" y="155"/>
                </a:lnTo>
                <a:lnTo>
                  <a:pt x="131" y="157"/>
                </a:lnTo>
                <a:lnTo>
                  <a:pt x="132" y="158"/>
                </a:lnTo>
                <a:lnTo>
                  <a:pt x="133" y="160"/>
                </a:lnTo>
                <a:lnTo>
                  <a:pt x="134" y="160"/>
                </a:lnTo>
                <a:lnTo>
                  <a:pt x="134" y="161"/>
                </a:lnTo>
                <a:lnTo>
                  <a:pt x="135" y="161"/>
                </a:lnTo>
                <a:lnTo>
                  <a:pt x="135" y="162"/>
                </a:lnTo>
                <a:lnTo>
                  <a:pt x="135" y="163"/>
                </a:lnTo>
                <a:lnTo>
                  <a:pt x="135" y="164"/>
                </a:lnTo>
                <a:lnTo>
                  <a:pt x="134" y="165"/>
                </a:lnTo>
                <a:lnTo>
                  <a:pt x="134" y="166"/>
                </a:lnTo>
                <a:lnTo>
                  <a:pt x="134" y="168"/>
                </a:lnTo>
                <a:lnTo>
                  <a:pt x="134" y="169"/>
                </a:lnTo>
                <a:lnTo>
                  <a:pt x="134" y="170"/>
                </a:lnTo>
                <a:lnTo>
                  <a:pt x="134" y="171"/>
                </a:lnTo>
                <a:lnTo>
                  <a:pt x="135" y="173"/>
                </a:lnTo>
                <a:lnTo>
                  <a:pt x="135" y="174"/>
                </a:lnTo>
                <a:lnTo>
                  <a:pt x="136" y="176"/>
                </a:lnTo>
                <a:lnTo>
                  <a:pt x="137" y="177"/>
                </a:lnTo>
                <a:lnTo>
                  <a:pt x="138" y="178"/>
                </a:lnTo>
                <a:lnTo>
                  <a:pt x="138" y="179"/>
                </a:lnTo>
                <a:lnTo>
                  <a:pt x="138" y="180"/>
                </a:lnTo>
                <a:lnTo>
                  <a:pt x="138" y="181"/>
                </a:lnTo>
                <a:lnTo>
                  <a:pt x="139" y="182"/>
                </a:lnTo>
                <a:lnTo>
                  <a:pt x="139" y="183"/>
                </a:lnTo>
                <a:lnTo>
                  <a:pt x="139" y="184"/>
                </a:lnTo>
                <a:lnTo>
                  <a:pt x="140" y="186"/>
                </a:lnTo>
                <a:lnTo>
                  <a:pt x="140" y="187"/>
                </a:lnTo>
                <a:lnTo>
                  <a:pt x="141" y="188"/>
                </a:lnTo>
                <a:lnTo>
                  <a:pt x="141" y="187"/>
                </a:lnTo>
                <a:lnTo>
                  <a:pt x="142" y="187"/>
                </a:lnTo>
                <a:lnTo>
                  <a:pt x="143" y="187"/>
                </a:lnTo>
                <a:lnTo>
                  <a:pt x="144" y="187"/>
                </a:lnTo>
                <a:lnTo>
                  <a:pt x="146" y="187"/>
                </a:lnTo>
                <a:lnTo>
                  <a:pt x="147" y="187"/>
                </a:lnTo>
                <a:lnTo>
                  <a:pt x="148" y="187"/>
                </a:lnTo>
                <a:lnTo>
                  <a:pt x="148" y="186"/>
                </a:lnTo>
                <a:lnTo>
                  <a:pt x="149" y="183"/>
                </a:lnTo>
                <a:lnTo>
                  <a:pt x="150" y="182"/>
                </a:lnTo>
                <a:lnTo>
                  <a:pt x="151" y="182"/>
                </a:lnTo>
                <a:lnTo>
                  <a:pt x="152" y="182"/>
                </a:lnTo>
                <a:lnTo>
                  <a:pt x="152" y="183"/>
                </a:lnTo>
                <a:lnTo>
                  <a:pt x="152" y="184"/>
                </a:lnTo>
                <a:lnTo>
                  <a:pt x="153" y="184"/>
                </a:lnTo>
                <a:lnTo>
                  <a:pt x="154" y="182"/>
                </a:lnTo>
                <a:lnTo>
                  <a:pt x="155" y="182"/>
                </a:lnTo>
                <a:lnTo>
                  <a:pt x="155" y="181"/>
                </a:lnTo>
                <a:lnTo>
                  <a:pt x="155" y="179"/>
                </a:lnTo>
                <a:lnTo>
                  <a:pt x="155" y="178"/>
                </a:lnTo>
                <a:lnTo>
                  <a:pt x="156" y="177"/>
                </a:lnTo>
                <a:lnTo>
                  <a:pt x="156" y="176"/>
                </a:lnTo>
                <a:lnTo>
                  <a:pt x="156" y="175"/>
                </a:lnTo>
                <a:lnTo>
                  <a:pt x="155" y="175"/>
                </a:lnTo>
                <a:lnTo>
                  <a:pt x="155" y="174"/>
                </a:lnTo>
                <a:lnTo>
                  <a:pt x="154" y="173"/>
                </a:lnTo>
                <a:lnTo>
                  <a:pt x="154" y="172"/>
                </a:lnTo>
                <a:lnTo>
                  <a:pt x="155" y="172"/>
                </a:lnTo>
                <a:lnTo>
                  <a:pt x="156" y="171"/>
                </a:lnTo>
                <a:lnTo>
                  <a:pt x="157" y="171"/>
                </a:lnTo>
                <a:lnTo>
                  <a:pt x="156" y="171"/>
                </a:lnTo>
                <a:lnTo>
                  <a:pt x="156" y="170"/>
                </a:lnTo>
                <a:lnTo>
                  <a:pt x="156" y="169"/>
                </a:lnTo>
                <a:lnTo>
                  <a:pt x="156" y="168"/>
                </a:lnTo>
                <a:lnTo>
                  <a:pt x="156" y="167"/>
                </a:lnTo>
                <a:lnTo>
                  <a:pt x="155" y="166"/>
                </a:lnTo>
                <a:lnTo>
                  <a:pt x="155" y="165"/>
                </a:lnTo>
                <a:lnTo>
                  <a:pt x="156" y="165"/>
                </a:lnTo>
                <a:lnTo>
                  <a:pt x="157" y="165"/>
                </a:lnTo>
                <a:lnTo>
                  <a:pt x="158" y="165"/>
                </a:lnTo>
                <a:lnTo>
                  <a:pt x="158" y="164"/>
                </a:lnTo>
                <a:lnTo>
                  <a:pt x="159" y="164"/>
                </a:lnTo>
                <a:lnTo>
                  <a:pt x="160" y="163"/>
                </a:lnTo>
                <a:lnTo>
                  <a:pt x="160" y="162"/>
                </a:lnTo>
                <a:lnTo>
                  <a:pt x="160" y="161"/>
                </a:lnTo>
                <a:lnTo>
                  <a:pt x="159" y="161"/>
                </a:lnTo>
                <a:lnTo>
                  <a:pt x="158" y="160"/>
                </a:lnTo>
                <a:lnTo>
                  <a:pt x="157" y="160"/>
                </a:lnTo>
                <a:lnTo>
                  <a:pt x="156" y="161"/>
                </a:lnTo>
                <a:lnTo>
                  <a:pt x="155" y="161"/>
                </a:lnTo>
                <a:lnTo>
                  <a:pt x="155" y="160"/>
                </a:lnTo>
                <a:lnTo>
                  <a:pt x="156" y="159"/>
                </a:lnTo>
                <a:lnTo>
                  <a:pt x="157" y="158"/>
                </a:lnTo>
                <a:lnTo>
                  <a:pt x="158" y="158"/>
                </a:lnTo>
                <a:lnTo>
                  <a:pt x="159" y="158"/>
                </a:lnTo>
                <a:lnTo>
                  <a:pt x="159" y="157"/>
                </a:lnTo>
                <a:lnTo>
                  <a:pt x="159" y="156"/>
                </a:lnTo>
                <a:lnTo>
                  <a:pt x="160" y="156"/>
                </a:lnTo>
                <a:lnTo>
                  <a:pt x="160" y="158"/>
                </a:lnTo>
                <a:lnTo>
                  <a:pt x="160" y="159"/>
                </a:lnTo>
                <a:lnTo>
                  <a:pt x="161" y="160"/>
                </a:lnTo>
                <a:lnTo>
                  <a:pt x="162" y="160"/>
                </a:lnTo>
                <a:lnTo>
                  <a:pt x="161" y="159"/>
                </a:lnTo>
                <a:lnTo>
                  <a:pt x="162" y="158"/>
                </a:lnTo>
                <a:lnTo>
                  <a:pt x="163" y="158"/>
                </a:lnTo>
                <a:lnTo>
                  <a:pt x="164" y="158"/>
                </a:lnTo>
                <a:lnTo>
                  <a:pt x="164" y="157"/>
                </a:lnTo>
                <a:lnTo>
                  <a:pt x="164" y="156"/>
                </a:lnTo>
                <a:lnTo>
                  <a:pt x="163" y="156"/>
                </a:lnTo>
                <a:lnTo>
                  <a:pt x="163" y="157"/>
                </a:lnTo>
                <a:lnTo>
                  <a:pt x="162" y="157"/>
                </a:lnTo>
                <a:lnTo>
                  <a:pt x="162" y="156"/>
                </a:lnTo>
                <a:lnTo>
                  <a:pt x="163" y="156"/>
                </a:lnTo>
                <a:lnTo>
                  <a:pt x="164" y="155"/>
                </a:lnTo>
                <a:lnTo>
                  <a:pt x="165" y="155"/>
                </a:lnTo>
                <a:lnTo>
                  <a:pt x="166" y="155"/>
                </a:lnTo>
                <a:lnTo>
                  <a:pt x="166" y="154"/>
                </a:lnTo>
                <a:lnTo>
                  <a:pt x="166" y="153"/>
                </a:lnTo>
                <a:lnTo>
                  <a:pt x="167" y="153"/>
                </a:lnTo>
                <a:lnTo>
                  <a:pt x="168" y="153"/>
                </a:lnTo>
                <a:lnTo>
                  <a:pt x="170" y="153"/>
                </a:lnTo>
                <a:lnTo>
                  <a:pt x="171" y="152"/>
                </a:lnTo>
                <a:lnTo>
                  <a:pt x="173" y="153"/>
                </a:lnTo>
                <a:lnTo>
                  <a:pt x="174" y="154"/>
                </a:lnTo>
                <a:lnTo>
                  <a:pt x="176" y="155"/>
                </a:lnTo>
                <a:lnTo>
                  <a:pt x="176" y="156"/>
                </a:lnTo>
                <a:lnTo>
                  <a:pt x="176" y="157"/>
                </a:lnTo>
                <a:lnTo>
                  <a:pt x="177" y="158"/>
                </a:lnTo>
                <a:lnTo>
                  <a:pt x="177" y="159"/>
                </a:lnTo>
                <a:lnTo>
                  <a:pt x="178" y="161"/>
                </a:lnTo>
                <a:lnTo>
                  <a:pt x="178" y="160"/>
                </a:lnTo>
                <a:lnTo>
                  <a:pt x="180" y="160"/>
                </a:lnTo>
                <a:lnTo>
                  <a:pt x="181" y="161"/>
                </a:lnTo>
                <a:lnTo>
                  <a:pt x="181" y="162"/>
                </a:lnTo>
                <a:lnTo>
                  <a:pt x="181" y="164"/>
                </a:lnTo>
                <a:lnTo>
                  <a:pt x="181" y="165"/>
                </a:lnTo>
                <a:lnTo>
                  <a:pt x="182" y="165"/>
                </a:lnTo>
                <a:lnTo>
                  <a:pt x="182" y="164"/>
                </a:lnTo>
                <a:lnTo>
                  <a:pt x="183" y="163"/>
                </a:lnTo>
                <a:lnTo>
                  <a:pt x="184" y="163"/>
                </a:lnTo>
                <a:lnTo>
                  <a:pt x="184" y="164"/>
                </a:lnTo>
                <a:lnTo>
                  <a:pt x="187" y="167"/>
                </a:lnTo>
                <a:lnTo>
                  <a:pt x="187" y="168"/>
                </a:lnTo>
                <a:lnTo>
                  <a:pt x="187" y="169"/>
                </a:lnTo>
                <a:lnTo>
                  <a:pt x="188" y="169"/>
                </a:lnTo>
                <a:lnTo>
                  <a:pt x="188" y="170"/>
                </a:lnTo>
                <a:lnTo>
                  <a:pt x="189" y="170"/>
                </a:lnTo>
                <a:lnTo>
                  <a:pt x="190" y="170"/>
                </a:lnTo>
                <a:lnTo>
                  <a:pt x="192" y="171"/>
                </a:lnTo>
                <a:lnTo>
                  <a:pt x="192" y="172"/>
                </a:lnTo>
                <a:lnTo>
                  <a:pt x="192" y="173"/>
                </a:lnTo>
                <a:lnTo>
                  <a:pt x="193" y="174"/>
                </a:lnTo>
                <a:lnTo>
                  <a:pt x="194" y="174"/>
                </a:lnTo>
                <a:lnTo>
                  <a:pt x="195" y="173"/>
                </a:lnTo>
                <a:lnTo>
                  <a:pt x="197" y="172"/>
                </a:lnTo>
                <a:lnTo>
                  <a:pt x="198" y="173"/>
                </a:lnTo>
                <a:lnTo>
                  <a:pt x="199" y="173"/>
                </a:lnTo>
                <a:lnTo>
                  <a:pt x="201" y="173"/>
                </a:lnTo>
                <a:lnTo>
                  <a:pt x="202" y="172"/>
                </a:lnTo>
                <a:lnTo>
                  <a:pt x="202" y="171"/>
                </a:lnTo>
                <a:lnTo>
                  <a:pt x="203" y="171"/>
                </a:lnTo>
                <a:lnTo>
                  <a:pt x="204" y="172"/>
                </a:lnTo>
                <a:lnTo>
                  <a:pt x="205" y="172"/>
                </a:lnTo>
                <a:lnTo>
                  <a:pt x="206" y="173"/>
                </a:lnTo>
                <a:lnTo>
                  <a:pt x="210" y="173"/>
                </a:lnTo>
                <a:lnTo>
                  <a:pt x="210" y="172"/>
                </a:lnTo>
                <a:lnTo>
                  <a:pt x="211" y="170"/>
                </a:lnTo>
                <a:lnTo>
                  <a:pt x="211" y="169"/>
                </a:lnTo>
                <a:lnTo>
                  <a:pt x="213" y="166"/>
                </a:lnTo>
                <a:lnTo>
                  <a:pt x="214" y="167"/>
                </a:lnTo>
                <a:lnTo>
                  <a:pt x="215" y="167"/>
                </a:lnTo>
                <a:lnTo>
                  <a:pt x="216" y="166"/>
                </a:lnTo>
                <a:lnTo>
                  <a:pt x="217" y="165"/>
                </a:lnTo>
                <a:lnTo>
                  <a:pt x="218" y="165"/>
                </a:lnTo>
                <a:lnTo>
                  <a:pt x="219" y="164"/>
                </a:lnTo>
                <a:lnTo>
                  <a:pt x="220" y="163"/>
                </a:lnTo>
                <a:lnTo>
                  <a:pt x="220" y="162"/>
                </a:lnTo>
                <a:lnTo>
                  <a:pt x="221" y="162"/>
                </a:lnTo>
                <a:lnTo>
                  <a:pt x="221" y="161"/>
                </a:lnTo>
                <a:lnTo>
                  <a:pt x="222" y="161"/>
                </a:lnTo>
                <a:lnTo>
                  <a:pt x="222" y="160"/>
                </a:lnTo>
                <a:lnTo>
                  <a:pt x="223" y="158"/>
                </a:lnTo>
                <a:lnTo>
                  <a:pt x="223" y="157"/>
                </a:lnTo>
                <a:lnTo>
                  <a:pt x="223" y="156"/>
                </a:lnTo>
                <a:lnTo>
                  <a:pt x="223" y="154"/>
                </a:lnTo>
                <a:lnTo>
                  <a:pt x="226" y="153"/>
                </a:lnTo>
                <a:lnTo>
                  <a:pt x="227" y="154"/>
                </a:lnTo>
                <a:lnTo>
                  <a:pt x="228" y="154"/>
                </a:lnTo>
                <a:lnTo>
                  <a:pt x="229" y="154"/>
                </a:lnTo>
                <a:lnTo>
                  <a:pt x="235" y="155"/>
                </a:lnTo>
                <a:lnTo>
                  <a:pt x="238" y="156"/>
                </a:lnTo>
                <a:lnTo>
                  <a:pt x="241" y="156"/>
                </a:lnTo>
                <a:lnTo>
                  <a:pt x="242" y="156"/>
                </a:lnTo>
                <a:lnTo>
                  <a:pt x="242" y="155"/>
                </a:lnTo>
                <a:lnTo>
                  <a:pt x="241" y="153"/>
                </a:lnTo>
                <a:lnTo>
                  <a:pt x="241" y="151"/>
                </a:lnTo>
                <a:lnTo>
                  <a:pt x="241" y="150"/>
                </a:lnTo>
                <a:lnTo>
                  <a:pt x="241" y="149"/>
                </a:lnTo>
                <a:lnTo>
                  <a:pt x="241" y="148"/>
                </a:lnTo>
                <a:lnTo>
                  <a:pt x="241" y="147"/>
                </a:lnTo>
                <a:lnTo>
                  <a:pt x="240" y="147"/>
                </a:lnTo>
                <a:lnTo>
                  <a:pt x="240" y="146"/>
                </a:lnTo>
                <a:lnTo>
                  <a:pt x="240" y="145"/>
                </a:lnTo>
                <a:lnTo>
                  <a:pt x="240" y="144"/>
                </a:lnTo>
                <a:lnTo>
                  <a:pt x="239" y="144"/>
                </a:lnTo>
                <a:lnTo>
                  <a:pt x="239" y="143"/>
                </a:lnTo>
                <a:lnTo>
                  <a:pt x="240" y="143"/>
                </a:lnTo>
                <a:lnTo>
                  <a:pt x="240" y="142"/>
                </a:lnTo>
                <a:lnTo>
                  <a:pt x="240" y="141"/>
                </a:lnTo>
                <a:lnTo>
                  <a:pt x="240" y="139"/>
                </a:lnTo>
                <a:lnTo>
                  <a:pt x="240" y="137"/>
                </a:lnTo>
                <a:lnTo>
                  <a:pt x="240" y="135"/>
                </a:lnTo>
                <a:lnTo>
                  <a:pt x="239" y="133"/>
                </a:lnTo>
                <a:lnTo>
                  <a:pt x="238" y="131"/>
                </a:lnTo>
                <a:lnTo>
                  <a:pt x="238" y="130"/>
                </a:lnTo>
                <a:lnTo>
                  <a:pt x="238" y="129"/>
                </a:lnTo>
                <a:lnTo>
                  <a:pt x="239" y="129"/>
                </a:lnTo>
                <a:lnTo>
                  <a:pt x="240" y="130"/>
                </a:lnTo>
                <a:lnTo>
                  <a:pt x="240" y="131"/>
                </a:lnTo>
                <a:lnTo>
                  <a:pt x="241" y="131"/>
                </a:lnTo>
                <a:lnTo>
                  <a:pt x="243" y="129"/>
                </a:lnTo>
                <a:lnTo>
                  <a:pt x="245" y="129"/>
                </a:lnTo>
                <a:lnTo>
                  <a:pt x="246" y="129"/>
                </a:lnTo>
                <a:lnTo>
                  <a:pt x="247" y="129"/>
                </a:lnTo>
                <a:lnTo>
                  <a:pt x="248" y="130"/>
                </a:lnTo>
                <a:lnTo>
                  <a:pt x="250" y="129"/>
                </a:lnTo>
                <a:lnTo>
                  <a:pt x="250" y="128"/>
                </a:lnTo>
                <a:lnTo>
                  <a:pt x="251" y="128"/>
                </a:lnTo>
                <a:lnTo>
                  <a:pt x="252" y="128"/>
                </a:lnTo>
                <a:lnTo>
                  <a:pt x="253" y="128"/>
                </a:lnTo>
                <a:lnTo>
                  <a:pt x="253" y="129"/>
                </a:lnTo>
                <a:lnTo>
                  <a:pt x="254" y="129"/>
                </a:lnTo>
                <a:lnTo>
                  <a:pt x="256" y="129"/>
                </a:lnTo>
                <a:lnTo>
                  <a:pt x="256" y="128"/>
                </a:lnTo>
                <a:lnTo>
                  <a:pt x="256" y="125"/>
                </a:lnTo>
                <a:lnTo>
                  <a:pt x="256" y="124"/>
                </a:lnTo>
                <a:lnTo>
                  <a:pt x="257" y="123"/>
                </a:lnTo>
                <a:lnTo>
                  <a:pt x="258" y="123"/>
                </a:lnTo>
                <a:lnTo>
                  <a:pt x="259" y="125"/>
                </a:lnTo>
                <a:lnTo>
                  <a:pt x="260" y="126"/>
                </a:lnTo>
                <a:lnTo>
                  <a:pt x="261" y="126"/>
                </a:lnTo>
                <a:lnTo>
                  <a:pt x="262" y="124"/>
                </a:lnTo>
                <a:lnTo>
                  <a:pt x="263" y="122"/>
                </a:lnTo>
                <a:lnTo>
                  <a:pt x="263" y="121"/>
                </a:lnTo>
                <a:lnTo>
                  <a:pt x="265" y="121"/>
                </a:lnTo>
                <a:lnTo>
                  <a:pt x="265" y="120"/>
                </a:lnTo>
                <a:lnTo>
                  <a:pt x="265" y="121"/>
                </a:lnTo>
                <a:lnTo>
                  <a:pt x="266" y="121"/>
                </a:lnTo>
                <a:lnTo>
                  <a:pt x="268" y="122"/>
                </a:lnTo>
                <a:lnTo>
                  <a:pt x="270" y="122"/>
                </a:lnTo>
                <a:lnTo>
                  <a:pt x="270" y="124"/>
                </a:lnTo>
                <a:lnTo>
                  <a:pt x="273" y="126"/>
                </a:lnTo>
                <a:lnTo>
                  <a:pt x="275" y="126"/>
                </a:lnTo>
                <a:lnTo>
                  <a:pt x="275" y="125"/>
                </a:lnTo>
                <a:lnTo>
                  <a:pt x="275" y="124"/>
                </a:lnTo>
                <a:lnTo>
                  <a:pt x="276" y="123"/>
                </a:lnTo>
                <a:lnTo>
                  <a:pt x="279" y="124"/>
                </a:lnTo>
                <a:lnTo>
                  <a:pt x="280" y="124"/>
                </a:lnTo>
                <a:lnTo>
                  <a:pt x="281" y="124"/>
                </a:lnTo>
                <a:lnTo>
                  <a:pt x="281" y="123"/>
                </a:lnTo>
                <a:lnTo>
                  <a:pt x="282" y="123"/>
                </a:lnTo>
                <a:lnTo>
                  <a:pt x="283" y="123"/>
                </a:lnTo>
                <a:lnTo>
                  <a:pt x="284" y="122"/>
                </a:lnTo>
                <a:lnTo>
                  <a:pt x="285" y="123"/>
                </a:lnTo>
                <a:lnTo>
                  <a:pt x="286" y="123"/>
                </a:lnTo>
                <a:lnTo>
                  <a:pt x="288" y="122"/>
                </a:lnTo>
                <a:lnTo>
                  <a:pt x="289" y="124"/>
                </a:lnTo>
                <a:lnTo>
                  <a:pt x="288" y="126"/>
                </a:lnTo>
                <a:lnTo>
                  <a:pt x="288" y="127"/>
                </a:lnTo>
                <a:lnTo>
                  <a:pt x="289" y="128"/>
                </a:lnTo>
                <a:lnTo>
                  <a:pt x="290" y="128"/>
                </a:lnTo>
                <a:lnTo>
                  <a:pt x="291" y="129"/>
                </a:lnTo>
                <a:lnTo>
                  <a:pt x="292" y="130"/>
                </a:lnTo>
                <a:lnTo>
                  <a:pt x="292" y="131"/>
                </a:lnTo>
                <a:lnTo>
                  <a:pt x="291" y="134"/>
                </a:lnTo>
                <a:lnTo>
                  <a:pt x="290" y="135"/>
                </a:lnTo>
                <a:lnTo>
                  <a:pt x="289" y="136"/>
                </a:lnTo>
                <a:lnTo>
                  <a:pt x="289" y="137"/>
                </a:lnTo>
                <a:lnTo>
                  <a:pt x="288" y="137"/>
                </a:lnTo>
                <a:lnTo>
                  <a:pt x="288" y="138"/>
                </a:lnTo>
                <a:lnTo>
                  <a:pt x="287" y="139"/>
                </a:lnTo>
                <a:lnTo>
                  <a:pt x="287" y="140"/>
                </a:lnTo>
                <a:lnTo>
                  <a:pt x="291" y="141"/>
                </a:lnTo>
                <a:lnTo>
                  <a:pt x="292" y="141"/>
                </a:lnTo>
                <a:lnTo>
                  <a:pt x="293" y="142"/>
                </a:lnTo>
                <a:lnTo>
                  <a:pt x="294" y="142"/>
                </a:lnTo>
                <a:lnTo>
                  <a:pt x="295" y="142"/>
                </a:lnTo>
                <a:lnTo>
                  <a:pt x="296" y="142"/>
                </a:lnTo>
                <a:lnTo>
                  <a:pt x="297" y="142"/>
                </a:lnTo>
                <a:lnTo>
                  <a:pt x="298" y="143"/>
                </a:lnTo>
                <a:lnTo>
                  <a:pt x="300" y="143"/>
                </a:lnTo>
                <a:lnTo>
                  <a:pt x="301" y="143"/>
                </a:lnTo>
                <a:lnTo>
                  <a:pt x="301" y="142"/>
                </a:lnTo>
                <a:lnTo>
                  <a:pt x="302" y="142"/>
                </a:lnTo>
                <a:lnTo>
                  <a:pt x="303" y="143"/>
                </a:lnTo>
                <a:lnTo>
                  <a:pt x="306" y="143"/>
                </a:lnTo>
                <a:lnTo>
                  <a:pt x="306" y="144"/>
                </a:lnTo>
                <a:lnTo>
                  <a:pt x="306" y="145"/>
                </a:lnTo>
                <a:lnTo>
                  <a:pt x="305" y="145"/>
                </a:lnTo>
                <a:lnTo>
                  <a:pt x="304" y="145"/>
                </a:lnTo>
                <a:lnTo>
                  <a:pt x="303" y="147"/>
                </a:lnTo>
                <a:lnTo>
                  <a:pt x="303" y="148"/>
                </a:lnTo>
                <a:lnTo>
                  <a:pt x="303" y="149"/>
                </a:lnTo>
                <a:lnTo>
                  <a:pt x="304" y="150"/>
                </a:lnTo>
                <a:lnTo>
                  <a:pt x="303" y="151"/>
                </a:lnTo>
                <a:lnTo>
                  <a:pt x="303" y="152"/>
                </a:lnTo>
                <a:lnTo>
                  <a:pt x="303" y="153"/>
                </a:lnTo>
                <a:lnTo>
                  <a:pt x="301" y="153"/>
                </a:lnTo>
                <a:lnTo>
                  <a:pt x="299" y="153"/>
                </a:lnTo>
                <a:lnTo>
                  <a:pt x="298" y="155"/>
                </a:lnTo>
                <a:lnTo>
                  <a:pt x="298" y="156"/>
                </a:lnTo>
                <a:lnTo>
                  <a:pt x="297" y="157"/>
                </a:lnTo>
                <a:lnTo>
                  <a:pt x="298" y="157"/>
                </a:lnTo>
                <a:lnTo>
                  <a:pt x="299" y="157"/>
                </a:lnTo>
                <a:lnTo>
                  <a:pt x="300" y="158"/>
                </a:lnTo>
                <a:lnTo>
                  <a:pt x="300" y="159"/>
                </a:lnTo>
                <a:lnTo>
                  <a:pt x="300" y="158"/>
                </a:lnTo>
                <a:lnTo>
                  <a:pt x="301" y="159"/>
                </a:lnTo>
                <a:lnTo>
                  <a:pt x="303" y="160"/>
                </a:lnTo>
                <a:lnTo>
                  <a:pt x="305" y="161"/>
                </a:lnTo>
                <a:lnTo>
                  <a:pt x="306" y="161"/>
                </a:lnTo>
                <a:lnTo>
                  <a:pt x="306" y="162"/>
                </a:lnTo>
                <a:lnTo>
                  <a:pt x="307" y="162"/>
                </a:lnTo>
                <a:lnTo>
                  <a:pt x="307" y="163"/>
                </a:lnTo>
                <a:lnTo>
                  <a:pt x="308" y="164"/>
                </a:lnTo>
                <a:lnTo>
                  <a:pt x="308" y="166"/>
                </a:lnTo>
                <a:lnTo>
                  <a:pt x="307" y="169"/>
                </a:lnTo>
                <a:lnTo>
                  <a:pt x="307" y="170"/>
                </a:lnTo>
                <a:lnTo>
                  <a:pt x="307" y="171"/>
                </a:lnTo>
                <a:lnTo>
                  <a:pt x="308" y="173"/>
                </a:lnTo>
                <a:lnTo>
                  <a:pt x="308" y="174"/>
                </a:lnTo>
                <a:lnTo>
                  <a:pt x="307" y="175"/>
                </a:lnTo>
                <a:lnTo>
                  <a:pt x="307" y="177"/>
                </a:lnTo>
                <a:lnTo>
                  <a:pt x="308" y="177"/>
                </a:lnTo>
                <a:lnTo>
                  <a:pt x="309" y="177"/>
                </a:lnTo>
                <a:lnTo>
                  <a:pt x="309" y="176"/>
                </a:lnTo>
                <a:lnTo>
                  <a:pt x="310" y="175"/>
                </a:lnTo>
                <a:lnTo>
                  <a:pt x="310" y="176"/>
                </a:lnTo>
                <a:lnTo>
                  <a:pt x="311" y="177"/>
                </a:lnTo>
                <a:lnTo>
                  <a:pt x="313" y="177"/>
                </a:lnTo>
                <a:lnTo>
                  <a:pt x="314" y="177"/>
                </a:lnTo>
                <a:lnTo>
                  <a:pt x="315" y="177"/>
                </a:lnTo>
                <a:lnTo>
                  <a:pt x="315" y="176"/>
                </a:lnTo>
                <a:lnTo>
                  <a:pt x="315" y="175"/>
                </a:lnTo>
                <a:lnTo>
                  <a:pt x="315" y="173"/>
                </a:lnTo>
                <a:lnTo>
                  <a:pt x="315" y="171"/>
                </a:lnTo>
                <a:lnTo>
                  <a:pt x="316" y="171"/>
                </a:lnTo>
                <a:lnTo>
                  <a:pt x="316" y="172"/>
                </a:lnTo>
                <a:lnTo>
                  <a:pt x="317" y="172"/>
                </a:lnTo>
                <a:lnTo>
                  <a:pt x="318" y="172"/>
                </a:lnTo>
                <a:lnTo>
                  <a:pt x="318" y="171"/>
                </a:lnTo>
                <a:lnTo>
                  <a:pt x="319" y="171"/>
                </a:lnTo>
                <a:lnTo>
                  <a:pt x="320" y="170"/>
                </a:lnTo>
                <a:lnTo>
                  <a:pt x="321" y="170"/>
                </a:lnTo>
                <a:lnTo>
                  <a:pt x="323" y="170"/>
                </a:lnTo>
                <a:lnTo>
                  <a:pt x="326" y="169"/>
                </a:lnTo>
                <a:lnTo>
                  <a:pt x="326" y="168"/>
                </a:lnTo>
                <a:lnTo>
                  <a:pt x="326" y="167"/>
                </a:lnTo>
                <a:lnTo>
                  <a:pt x="327" y="165"/>
                </a:lnTo>
                <a:lnTo>
                  <a:pt x="331" y="165"/>
                </a:lnTo>
                <a:lnTo>
                  <a:pt x="331" y="166"/>
                </a:lnTo>
                <a:lnTo>
                  <a:pt x="332" y="165"/>
                </a:lnTo>
                <a:lnTo>
                  <a:pt x="335" y="165"/>
                </a:lnTo>
                <a:lnTo>
                  <a:pt x="336" y="166"/>
                </a:lnTo>
                <a:lnTo>
                  <a:pt x="337" y="166"/>
                </a:lnTo>
                <a:lnTo>
                  <a:pt x="338" y="166"/>
                </a:lnTo>
                <a:lnTo>
                  <a:pt x="339" y="166"/>
                </a:lnTo>
                <a:lnTo>
                  <a:pt x="340" y="166"/>
                </a:lnTo>
                <a:lnTo>
                  <a:pt x="341" y="165"/>
                </a:lnTo>
                <a:lnTo>
                  <a:pt x="341" y="164"/>
                </a:lnTo>
                <a:lnTo>
                  <a:pt x="341" y="163"/>
                </a:lnTo>
                <a:lnTo>
                  <a:pt x="342" y="163"/>
                </a:lnTo>
                <a:lnTo>
                  <a:pt x="344" y="163"/>
                </a:lnTo>
                <a:lnTo>
                  <a:pt x="344" y="162"/>
                </a:lnTo>
                <a:lnTo>
                  <a:pt x="345" y="162"/>
                </a:lnTo>
                <a:lnTo>
                  <a:pt x="345" y="161"/>
                </a:lnTo>
                <a:lnTo>
                  <a:pt x="346" y="160"/>
                </a:lnTo>
                <a:lnTo>
                  <a:pt x="346" y="159"/>
                </a:lnTo>
                <a:lnTo>
                  <a:pt x="345" y="157"/>
                </a:lnTo>
                <a:lnTo>
                  <a:pt x="345" y="154"/>
                </a:lnTo>
                <a:lnTo>
                  <a:pt x="345" y="153"/>
                </a:lnTo>
                <a:lnTo>
                  <a:pt x="346" y="151"/>
                </a:lnTo>
                <a:lnTo>
                  <a:pt x="347" y="149"/>
                </a:lnTo>
                <a:lnTo>
                  <a:pt x="348" y="146"/>
                </a:lnTo>
                <a:lnTo>
                  <a:pt x="348" y="145"/>
                </a:lnTo>
                <a:lnTo>
                  <a:pt x="348" y="144"/>
                </a:lnTo>
                <a:lnTo>
                  <a:pt x="348" y="143"/>
                </a:lnTo>
                <a:lnTo>
                  <a:pt x="348" y="142"/>
                </a:lnTo>
                <a:lnTo>
                  <a:pt x="347" y="141"/>
                </a:lnTo>
                <a:lnTo>
                  <a:pt x="346" y="136"/>
                </a:lnTo>
                <a:lnTo>
                  <a:pt x="344" y="134"/>
                </a:lnTo>
                <a:lnTo>
                  <a:pt x="344" y="132"/>
                </a:lnTo>
                <a:lnTo>
                  <a:pt x="344" y="131"/>
                </a:lnTo>
                <a:lnTo>
                  <a:pt x="344" y="130"/>
                </a:lnTo>
                <a:lnTo>
                  <a:pt x="344" y="129"/>
                </a:lnTo>
                <a:lnTo>
                  <a:pt x="343" y="127"/>
                </a:lnTo>
                <a:lnTo>
                  <a:pt x="343" y="126"/>
                </a:lnTo>
                <a:lnTo>
                  <a:pt x="343" y="125"/>
                </a:lnTo>
                <a:lnTo>
                  <a:pt x="343" y="124"/>
                </a:lnTo>
                <a:lnTo>
                  <a:pt x="344" y="124"/>
                </a:lnTo>
                <a:lnTo>
                  <a:pt x="344" y="123"/>
                </a:lnTo>
                <a:lnTo>
                  <a:pt x="344" y="121"/>
                </a:lnTo>
                <a:lnTo>
                  <a:pt x="345" y="121"/>
                </a:lnTo>
                <a:lnTo>
                  <a:pt x="346" y="121"/>
                </a:lnTo>
                <a:lnTo>
                  <a:pt x="347" y="122"/>
                </a:lnTo>
                <a:lnTo>
                  <a:pt x="350" y="121"/>
                </a:lnTo>
                <a:lnTo>
                  <a:pt x="351" y="121"/>
                </a:lnTo>
                <a:lnTo>
                  <a:pt x="351" y="119"/>
                </a:lnTo>
                <a:lnTo>
                  <a:pt x="351" y="118"/>
                </a:lnTo>
                <a:lnTo>
                  <a:pt x="350" y="117"/>
                </a:lnTo>
                <a:lnTo>
                  <a:pt x="349" y="117"/>
                </a:lnTo>
                <a:lnTo>
                  <a:pt x="349" y="116"/>
                </a:lnTo>
                <a:lnTo>
                  <a:pt x="348" y="116"/>
                </a:lnTo>
                <a:lnTo>
                  <a:pt x="348" y="115"/>
                </a:lnTo>
                <a:lnTo>
                  <a:pt x="348" y="114"/>
                </a:lnTo>
                <a:lnTo>
                  <a:pt x="347" y="114"/>
                </a:lnTo>
                <a:lnTo>
                  <a:pt x="348" y="112"/>
                </a:lnTo>
                <a:lnTo>
                  <a:pt x="348" y="111"/>
                </a:lnTo>
                <a:lnTo>
                  <a:pt x="348" y="110"/>
                </a:lnTo>
                <a:lnTo>
                  <a:pt x="349" y="110"/>
                </a:lnTo>
                <a:lnTo>
                  <a:pt x="351" y="112"/>
                </a:lnTo>
                <a:lnTo>
                  <a:pt x="352" y="112"/>
                </a:lnTo>
                <a:lnTo>
                  <a:pt x="353" y="112"/>
                </a:lnTo>
                <a:lnTo>
                  <a:pt x="354" y="111"/>
                </a:lnTo>
                <a:lnTo>
                  <a:pt x="354" y="110"/>
                </a:lnTo>
                <a:lnTo>
                  <a:pt x="354" y="109"/>
                </a:lnTo>
                <a:lnTo>
                  <a:pt x="354" y="107"/>
                </a:lnTo>
                <a:lnTo>
                  <a:pt x="354" y="106"/>
                </a:lnTo>
                <a:lnTo>
                  <a:pt x="355" y="106"/>
                </a:lnTo>
                <a:lnTo>
                  <a:pt x="356" y="106"/>
                </a:lnTo>
                <a:lnTo>
                  <a:pt x="358" y="107"/>
                </a:lnTo>
                <a:lnTo>
                  <a:pt x="358" y="106"/>
                </a:lnTo>
                <a:lnTo>
                  <a:pt x="358" y="105"/>
                </a:lnTo>
                <a:lnTo>
                  <a:pt x="357" y="104"/>
                </a:lnTo>
                <a:lnTo>
                  <a:pt x="357" y="103"/>
                </a:lnTo>
                <a:lnTo>
                  <a:pt x="357" y="102"/>
                </a:lnTo>
                <a:lnTo>
                  <a:pt x="357" y="101"/>
                </a:lnTo>
                <a:lnTo>
                  <a:pt x="360" y="100"/>
                </a:lnTo>
                <a:lnTo>
                  <a:pt x="361" y="100"/>
                </a:lnTo>
                <a:lnTo>
                  <a:pt x="362" y="101"/>
                </a:lnTo>
                <a:lnTo>
                  <a:pt x="364" y="100"/>
                </a:lnTo>
                <a:lnTo>
                  <a:pt x="368" y="99"/>
                </a:lnTo>
                <a:lnTo>
                  <a:pt x="368" y="98"/>
                </a:lnTo>
                <a:lnTo>
                  <a:pt x="369" y="99"/>
                </a:lnTo>
                <a:lnTo>
                  <a:pt x="370" y="100"/>
                </a:lnTo>
                <a:lnTo>
                  <a:pt x="370" y="101"/>
                </a:lnTo>
                <a:lnTo>
                  <a:pt x="370" y="102"/>
                </a:lnTo>
                <a:lnTo>
                  <a:pt x="370" y="104"/>
                </a:lnTo>
                <a:lnTo>
                  <a:pt x="371" y="104"/>
                </a:lnTo>
                <a:lnTo>
                  <a:pt x="372" y="103"/>
                </a:lnTo>
                <a:lnTo>
                  <a:pt x="373" y="103"/>
                </a:lnTo>
                <a:lnTo>
                  <a:pt x="375" y="104"/>
                </a:lnTo>
                <a:lnTo>
                  <a:pt x="375" y="105"/>
                </a:lnTo>
                <a:lnTo>
                  <a:pt x="376" y="104"/>
                </a:lnTo>
                <a:lnTo>
                  <a:pt x="376" y="103"/>
                </a:lnTo>
                <a:lnTo>
                  <a:pt x="377" y="102"/>
                </a:lnTo>
                <a:lnTo>
                  <a:pt x="381" y="101"/>
                </a:lnTo>
                <a:lnTo>
                  <a:pt x="382" y="103"/>
                </a:lnTo>
                <a:lnTo>
                  <a:pt x="383" y="105"/>
                </a:lnTo>
                <a:lnTo>
                  <a:pt x="384" y="105"/>
                </a:lnTo>
                <a:lnTo>
                  <a:pt x="386" y="103"/>
                </a:lnTo>
                <a:lnTo>
                  <a:pt x="387" y="102"/>
                </a:lnTo>
                <a:lnTo>
                  <a:pt x="387" y="101"/>
                </a:lnTo>
                <a:lnTo>
                  <a:pt x="388" y="101"/>
                </a:lnTo>
                <a:lnTo>
                  <a:pt x="390" y="100"/>
                </a:lnTo>
                <a:lnTo>
                  <a:pt x="391" y="100"/>
                </a:lnTo>
                <a:lnTo>
                  <a:pt x="392" y="100"/>
                </a:lnTo>
                <a:lnTo>
                  <a:pt x="393" y="99"/>
                </a:lnTo>
                <a:lnTo>
                  <a:pt x="394" y="99"/>
                </a:lnTo>
                <a:lnTo>
                  <a:pt x="396" y="97"/>
                </a:lnTo>
                <a:lnTo>
                  <a:pt x="397" y="95"/>
                </a:lnTo>
                <a:lnTo>
                  <a:pt x="397" y="94"/>
                </a:lnTo>
                <a:lnTo>
                  <a:pt x="397" y="92"/>
                </a:lnTo>
                <a:lnTo>
                  <a:pt x="397" y="91"/>
                </a:lnTo>
                <a:lnTo>
                  <a:pt x="396" y="91"/>
                </a:lnTo>
                <a:lnTo>
                  <a:pt x="395" y="90"/>
                </a:lnTo>
                <a:lnTo>
                  <a:pt x="394" y="89"/>
                </a:lnTo>
                <a:lnTo>
                  <a:pt x="394" y="90"/>
                </a:lnTo>
                <a:lnTo>
                  <a:pt x="392" y="92"/>
                </a:lnTo>
                <a:lnTo>
                  <a:pt x="391" y="92"/>
                </a:lnTo>
                <a:lnTo>
                  <a:pt x="390" y="92"/>
                </a:lnTo>
                <a:lnTo>
                  <a:pt x="390" y="91"/>
                </a:lnTo>
                <a:lnTo>
                  <a:pt x="389" y="90"/>
                </a:lnTo>
                <a:lnTo>
                  <a:pt x="388" y="90"/>
                </a:lnTo>
                <a:lnTo>
                  <a:pt x="387" y="90"/>
                </a:lnTo>
                <a:lnTo>
                  <a:pt x="386" y="90"/>
                </a:lnTo>
                <a:lnTo>
                  <a:pt x="386" y="89"/>
                </a:lnTo>
                <a:lnTo>
                  <a:pt x="386" y="86"/>
                </a:lnTo>
                <a:lnTo>
                  <a:pt x="387" y="85"/>
                </a:lnTo>
                <a:lnTo>
                  <a:pt x="388" y="85"/>
                </a:lnTo>
                <a:lnTo>
                  <a:pt x="389" y="85"/>
                </a:lnTo>
                <a:lnTo>
                  <a:pt x="390" y="85"/>
                </a:lnTo>
                <a:lnTo>
                  <a:pt x="390" y="82"/>
                </a:lnTo>
                <a:lnTo>
                  <a:pt x="389" y="82"/>
                </a:lnTo>
                <a:lnTo>
                  <a:pt x="388" y="82"/>
                </a:lnTo>
                <a:lnTo>
                  <a:pt x="388" y="81"/>
                </a:lnTo>
                <a:lnTo>
                  <a:pt x="389" y="80"/>
                </a:lnTo>
                <a:lnTo>
                  <a:pt x="390" y="80"/>
                </a:lnTo>
                <a:lnTo>
                  <a:pt x="391" y="80"/>
                </a:lnTo>
                <a:lnTo>
                  <a:pt x="392" y="80"/>
                </a:lnTo>
                <a:lnTo>
                  <a:pt x="394" y="79"/>
                </a:lnTo>
                <a:lnTo>
                  <a:pt x="395" y="78"/>
                </a:lnTo>
                <a:lnTo>
                  <a:pt x="395" y="77"/>
                </a:lnTo>
                <a:lnTo>
                  <a:pt x="394" y="76"/>
                </a:lnTo>
                <a:lnTo>
                  <a:pt x="395" y="73"/>
                </a:lnTo>
                <a:lnTo>
                  <a:pt x="396" y="72"/>
                </a:lnTo>
                <a:lnTo>
                  <a:pt x="396" y="71"/>
                </a:lnTo>
                <a:lnTo>
                  <a:pt x="395" y="70"/>
                </a:lnTo>
                <a:lnTo>
                  <a:pt x="393" y="71"/>
                </a:lnTo>
                <a:lnTo>
                  <a:pt x="392" y="70"/>
                </a:lnTo>
                <a:lnTo>
                  <a:pt x="392" y="69"/>
                </a:lnTo>
                <a:lnTo>
                  <a:pt x="392" y="68"/>
                </a:lnTo>
                <a:lnTo>
                  <a:pt x="392" y="67"/>
                </a:lnTo>
                <a:lnTo>
                  <a:pt x="393" y="68"/>
                </a:lnTo>
                <a:lnTo>
                  <a:pt x="394" y="68"/>
                </a:lnTo>
                <a:lnTo>
                  <a:pt x="396" y="68"/>
                </a:lnTo>
                <a:lnTo>
                  <a:pt x="396" y="67"/>
                </a:lnTo>
                <a:lnTo>
                  <a:pt x="395" y="67"/>
                </a:lnTo>
                <a:lnTo>
                  <a:pt x="395" y="66"/>
                </a:lnTo>
                <a:lnTo>
                  <a:pt x="397" y="68"/>
                </a:lnTo>
                <a:lnTo>
                  <a:pt x="398" y="67"/>
                </a:lnTo>
                <a:lnTo>
                  <a:pt x="399" y="67"/>
                </a:lnTo>
                <a:lnTo>
                  <a:pt x="399" y="66"/>
                </a:lnTo>
                <a:lnTo>
                  <a:pt x="398" y="63"/>
                </a:lnTo>
                <a:lnTo>
                  <a:pt x="397" y="62"/>
                </a:lnTo>
                <a:lnTo>
                  <a:pt x="397" y="60"/>
                </a:lnTo>
                <a:lnTo>
                  <a:pt x="398" y="59"/>
                </a:lnTo>
                <a:lnTo>
                  <a:pt x="399" y="59"/>
                </a:lnTo>
                <a:lnTo>
                  <a:pt x="399" y="58"/>
                </a:lnTo>
                <a:lnTo>
                  <a:pt x="399" y="57"/>
                </a:lnTo>
                <a:lnTo>
                  <a:pt x="399" y="56"/>
                </a:lnTo>
                <a:lnTo>
                  <a:pt x="400" y="54"/>
                </a:lnTo>
                <a:lnTo>
                  <a:pt x="401" y="52"/>
                </a:lnTo>
                <a:lnTo>
                  <a:pt x="402" y="51"/>
                </a:lnTo>
                <a:lnTo>
                  <a:pt x="403" y="49"/>
                </a:lnTo>
                <a:lnTo>
                  <a:pt x="404" y="49"/>
                </a:lnTo>
                <a:lnTo>
                  <a:pt x="404" y="50"/>
                </a:lnTo>
                <a:lnTo>
                  <a:pt x="405" y="50"/>
                </a:lnTo>
                <a:lnTo>
                  <a:pt x="405" y="49"/>
                </a:lnTo>
                <a:lnTo>
                  <a:pt x="406" y="49"/>
                </a:lnTo>
                <a:lnTo>
                  <a:pt x="405" y="49"/>
                </a:lnTo>
                <a:lnTo>
                  <a:pt x="405" y="48"/>
                </a:lnTo>
                <a:lnTo>
                  <a:pt x="404" y="47"/>
                </a:lnTo>
                <a:lnTo>
                  <a:pt x="405" y="46"/>
                </a:lnTo>
                <a:lnTo>
                  <a:pt x="405" y="44"/>
                </a:lnTo>
                <a:lnTo>
                  <a:pt x="404" y="43"/>
                </a:lnTo>
                <a:lnTo>
                  <a:pt x="404" y="42"/>
                </a:lnTo>
                <a:lnTo>
                  <a:pt x="404" y="40"/>
                </a:lnTo>
                <a:lnTo>
                  <a:pt x="404" y="38"/>
                </a:lnTo>
                <a:lnTo>
                  <a:pt x="404" y="36"/>
                </a:lnTo>
                <a:lnTo>
                  <a:pt x="405" y="35"/>
                </a:lnTo>
                <a:lnTo>
                  <a:pt x="405" y="34"/>
                </a:lnTo>
                <a:lnTo>
                  <a:pt x="404" y="33"/>
                </a:lnTo>
                <a:lnTo>
                  <a:pt x="403" y="30"/>
                </a:lnTo>
                <a:lnTo>
                  <a:pt x="402" y="30"/>
                </a:lnTo>
                <a:lnTo>
                  <a:pt x="404" y="28"/>
                </a:lnTo>
                <a:lnTo>
                  <a:pt x="405" y="27"/>
                </a:lnTo>
                <a:lnTo>
                  <a:pt x="406" y="27"/>
                </a:lnTo>
                <a:lnTo>
                  <a:pt x="407" y="27"/>
                </a:lnTo>
                <a:lnTo>
                  <a:pt x="409" y="24"/>
                </a:lnTo>
                <a:lnTo>
                  <a:pt x="410" y="23"/>
                </a:lnTo>
                <a:lnTo>
                  <a:pt x="412" y="22"/>
                </a:lnTo>
                <a:lnTo>
                  <a:pt x="415" y="24"/>
                </a:lnTo>
                <a:lnTo>
                  <a:pt x="417" y="23"/>
                </a:lnTo>
                <a:lnTo>
                  <a:pt x="418" y="23"/>
                </a:lnTo>
                <a:lnTo>
                  <a:pt x="421" y="22"/>
                </a:lnTo>
                <a:lnTo>
                  <a:pt x="423" y="22"/>
                </a:lnTo>
                <a:lnTo>
                  <a:pt x="426" y="20"/>
                </a:lnTo>
                <a:lnTo>
                  <a:pt x="429" y="19"/>
                </a:lnTo>
                <a:lnTo>
                  <a:pt x="430" y="20"/>
                </a:lnTo>
                <a:lnTo>
                  <a:pt x="431" y="20"/>
                </a:lnTo>
                <a:lnTo>
                  <a:pt x="432" y="20"/>
                </a:lnTo>
                <a:lnTo>
                  <a:pt x="435" y="19"/>
                </a:lnTo>
                <a:lnTo>
                  <a:pt x="436" y="18"/>
                </a:lnTo>
                <a:lnTo>
                  <a:pt x="437" y="18"/>
                </a:lnTo>
                <a:lnTo>
                  <a:pt x="440" y="17"/>
                </a:lnTo>
                <a:lnTo>
                  <a:pt x="441" y="18"/>
                </a:lnTo>
                <a:lnTo>
                  <a:pt x="443" y="18"/>
                </a:lnTo>
                <a:lnTo>
                  <a:pt x="445" y="17"/>
                </a:lnTo>
                <a:lnTo>
                  <a:pt x="445" y="16"/>
                </a:lnTo>
                <a:lnTo>
                  <a:pt x="444" y="15"/>
                </a:lnTo>
                <a:lnTo>
                  <a:pt x="444" y="14"/>
                </a:lnTo>
                <a:lnTo>
                  <a:pt x="444" y="13"/>
                </a:lnTo>
                <a:lnTo>
                  <a:pt x="445" y="12"/>
                </a:lnTo>
                <a:lnTo>
                  <a:pt x="446" y="11"/>
                </a:lnTo>
                <a:lnTo>
                  <a:pt x="446" y="10"/>
                </a:lnTo>
                <a:lnTo>
                  <a:pt x="445" y="10"/>
                </a:lnTo>
                <a:lnTo>
                  <a:pt x="445" y="9"/>
                </a:lnTo>
                <a:lnTo>
                  <a:pt x="445" y="8"/>
                </a:lnTo>
                <a:lnTo>
                  <a:pt x="447" y="8"/>
                </a:lnTo>
                <a:lnTo>
                  <a:pt x="448" y="7"/>
                </a:lnTo>
                <a:lnTo>
                  <a:pt x="449" y="7"/>
                </a:lnTo>
                <a:lnTo>
                  <a:pt x="450" y="7"/>
                </a:lnTo>
                <a:lnTo>
                  <a:pt x="450" y="6"/>
                </a:lnTo>
                <a:lnTo>
                  <a:pt x="450" y="5"/>
                </a:lnTo>
                <a:lnTo>
                  <a:pt x="451" y="5"/>
                </a:lnTo>
                <a:lnTo>
                  <a:pt x="453" y="4"/>
                </a:lnTo>
                <a:lnTo>
                  <a:pt x="455" y="4"/>
                </a:lnTo>
                <a:lnTo>
                  <a:pt x="457" y="4"/>
                </a:lnTo>
                <a:lnTo>
                  <a:pt x="459" y="4"/>
                </a:lnTo>
                <a:lnTo>
                  <a:pt x="460" y="2"/>
                </a:lnTo>
                <a:lnTo>
                  <a:pt x="461" y="0"/>
                </a:lnTo>
                <a:lnTo>
                  <a:pt x="462" y="0"/>
                </a:lnTo>
                <a:lnTo>
                  <a:pt x="46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" name=""/>
          <p:cNvSpPr/>
          <p:nvPr/>
        </p:nvSpPr>
        <p:spPr>
          <a:xfrm>
            <a:off x="5114880" y="1654920"/>
            <a:ext cx="7560" cy="2160"/>
          </a:xfrm>
          <a:custGeom>
            <a:avLst/>
            <a:gdLst/>
            <a:ahLst/>
            <a:rect l="0" t="0" r="r" b="b"/>
            <a:pathLst>
              <a:path w="21" h="6">
                <a:moveTo>
                  <a:pt x="13" y="2"/>
                </a:moveTo>
                <a:lnTo>
                  <a:pt x="13" y="3"/>
                </a:lnTo>
                <a:lnTo>
                  <a:pt x="15" y="3"/>
                </a:lnTo>
                <a:lnTo>
                  <a:pt x="16" y="3"/>
                </a:lnTo>
                <a:lnTo>
                  <a:pt x="16" y="2"/>
                </a:lnTo>
                <a:lnTo>
                  <a:pt x="17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19" y="6"/>
                </a:lnTo>
                <a:lnTo>
                  <a:pt x="18" y="6"/>
                </a:lnTo>
                <a:lnTo>
                  <a:pt x="16" y="6"/>
                </a:lnTo>
                <a:lnTo>
                  <a:pt x="15" y="5"/>
                </a:lnTo>
                <a:lnTo>
                  <a:pt x="15" y="4"/>
                </a:lnTo>
                <a:lnTo>
                  <a:pt x="13" y="4"/>
                </a:lnTo>
                <a:lnTo>
                  <a:pt x="13" y="3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0" y="6"/>
                </a:lnTo>
                <a:lnTo>
                  <a:pt x="0" y="5"/>
                </a:lnTo>
                <a:lnTo>
                  <a:pt x="9" y="3"/>
                </a:lnTo>
                <a:lnTo>
                  <a:pt x="11" y="2"/>
                </a:lnTo>
                <a:lnTo>
                  <a:pt x="11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2" y="2"/>
                </a:lnTo>
                <a:lnTo>
                  <a:pt x="1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" name=""/>
          <p:cNvSpPr/>
          <p:nvPr/>
        </p:nvSpPr>
        <p:spPr>
          <a:xfrm>
            <a:off x="5266800" y="22046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5"/>
                </a:move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5" y="4"/>
                </a:lnTo>
                <a:lnTo>
                  <a:pt x="5" y="5"/>
                </a:lnTo>
                <a:lnTo>
                  <a:pt x="3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" name=""/>
          <p:cNvSpPr/>
          <p:nvPr/>
        </p:nvSpPr>
        <p:spPr>
          <a:xfrm>
            <a:off x="5269680" y="220284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4" y="6"/>
                </a:moveTo>
                <a:lnTo>
                  <a:pt x="4" y="7"/>
                </a:lnTo>
                <a:lnTo>
                  <a:pt x="4" y="8"/>
                </a:lnTo>
                <a:lnTo>
                  <a:pt x="2" y="7"/>
                </a:lnTo>
                <a:lnTo>
                  <a:pt x="0" y="5"/>
                </a:lnTo>
                <a:lnTo>
                  <a:pt x="2" y="5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6" y="2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4" y="5"/>
                </a:lnTo>
                <a:lnTo>
                  <a:pt x="4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" name=""/>
          <p:cNvSpPr/>
          <p:nvPr/>
        </p:nvSpPr>
        <p:spPr>
          <a:xfrm>
            <a:off x="5271120" y="21978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0"/>
                </a:moveTo>
                <a:lnTo>
                  <a:pt x="5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" name=""/>
          <p:cNvSpPr/>
          <p:nvPr/>
        </p:nvSpPr>
        <p:spPr>
          <a:xfrm>
            <a:off x="5271840" y="21898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" name=""/>
          <p:cNvSpPr/>
          <p:nvPr/>
        </p:nvSpPr>
        <p:spPr>
          <a:xfrm>
            <a:off x="5302440" y="2178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" name=""/>
          <p:cNvSpPr/>
          <p:nvPr/>
        </p:nvSpPr>
        <p:spPr>
          <a:xfrm>
            <a:off x="5300280" y="2175120"/>
            <a:ext cx="5040" cy="3240"/>
          </a:xfrm>
          <a:custGeom>
            <a:avLst/>
            <a:gdLst/>
            <a:ahLst/>
            <a:rect l="0" t="0" r="r" b="b"/>
            <a:pathLst>
              <a:path w="14" h="9">
                <a:moveTo>
                  <a:pt x="4" y="1"/>
                </a:moveTo>
                <a:lnTo>
                  <a:pt x="5" y="1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4"/>
                </a:lnTo>
                <a:lnTo>
                  <a:pt x="10" y="5"/>
                </a:lnTo>
                <a:lnTo>
                  <a:pt x="11" y="5"/>
                </a:lnTo>
                <a:lnTo>
                  <a:pt x="12" y="6"/>
                </a:lnTo>
                <a:lnTo>
                  <a:pt x="11" y="6"/>
                </a:lnTo>
                <a:lnTo>
                  <a:pt x="12" y="7"/>
                </a:lnTo>
                <a:lnTo>
                  <a:pt x="14" y="8"/>
                </a:lnTo>
                <a:lnTo>
                  <a:pt x="12" y="8"/>
                </a:lnTo>
                <a:lnTo>
                  <a:pt x="11" y="8"/>
                </a:lnTo>
                <a:lnTo>
                  <a:pt x="11" y="7"/>
                </a:lnTo>
                <a:lnTo>
                  <a:pt x="9" y="6"/>
                </a:lnTo>
                <a:lnTo>
                  <a:pt x="8" y="5"/>
                </a:lnTo>
                <a:lnTo>
                  <a:pt x="8" y="6"/>
                </a:lnTo>
                <a:lnTo>
                  <a:pt x="9" y="6"/>
                </a:lnTo>
                <a:lnTo>
                  <a:pt x="10" y="7"/>
                </a:lnTo>
                <a:lnTo>
                  <a:pt x="9" y="7"/>
                </a:lnTo>
                <a:lnTo>
                  <a:pt x="6" y="6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5" y="7"/>
                </a:lnTo>
                <a:lnTo>
                  <a:pt x="6" y="8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0" y="6"/>
                </a:lnTo>
                <a:lnTo>
                  <a:pt x="2" y="6"/>
                </a:lnTo>
                <a:lnTo>
                  <a:pt x="2" y="5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5" y="2"/>
                </a:lnTo>
                <a:lnTo>
                  <a:pt x="4" y="2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" name=""/>
          <p:cNvSpPr/>
          <p:nvPr/>
        </p:nvSpPr>
        <p:spPr>
          <a:xfrm>
            <a:off x="5303880" y="2175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" name=""/>
          <p:cNvSpPr/>
          <p:nvPr/>
        </p:nvSpPr>
        <p:spPr>
          <a:xfrm>
            <a:off x="5305320" y="2175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" name=""/>
          <p:cNvSpPr/>
          <p:nvPr/>
        </p:nvSpPr>
        <p:spPr>
          <a:xfrm>
            <a:off x="5302440" y="2174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" name=""/>
          <p:cNvSpPr/>
          <p:nvPr/>
        </p:nvSpPr>
        <p:spPr>
          <a:xfrm>
            <a:off x="5283720" y="2165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4"/>
                </a:move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1" y="3"/>
                </a:lnTo>
                <a:lnTo>
                  <a:pt x="1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" name=""/>
          <p:cNvSpPr/>
          <p:nvPr/>
        </p:nvSpPr>
        <p:spPr>
          <a:xfrm>
            <a:off x="5306040" y="2163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" name=""/>
          <p:cNvSpPr/>
          <p:nvPr/>
        </p:nvSpPr>
        <p:spPr>
          <a:xfrm>
            <a:off x="5307840" y="21625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2"/>
                </a:move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4" y="5"/>
                </a:lnTo>
                <a:lnTo>
                  <a:pt x="3" y="5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" name=""/>
          <p:cNvSpPr/>
          <p:nvPr/>
        </p:nvSpPr>
        <p:spPr>
          <a:xfrm>
            <a:off x="5293080" y="21625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1" y="5"/>
                </a:move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" name=""/>
          <p:cNvSpPr/>
          <p:nvPr/>
        </p:nvSpPr>
        <p:spPr>
          <a:xfrm>
            <a:off x="5283720" y="2162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" name=""/>
          <p:cNvSpPr/>
          <p:nvPr/>
        </p:nvSpPr>
        <p:spPr>
          <a:xfrm>
            <a:off x="5282640" y="2162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" name=""/>
          <p:cNvSpPr/>
          <p:nvPr/>
        </p:nvSpPr>
        <p:spPr>
          <a:xfrm>
            <a:off x="5288400" y="2161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" name=""/>
          <p:cNvSpPr/>
          <p:nvPr/>
        </p:nvSpPr>
        <p:spPr>
          <a:xfrm>
            <a:off x="5287320" y="21603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" name=""/>
          <p:cNvSpPr/>
          <p:nvPr/>
        </p:nvSpPr>
        <p:spPr>
          <a:xfrm>
            <a:off x="5302080" y="21538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0"/>
                </a:move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" name=""/>
          <p:cNvSpPr/>
          <p:nvPr/>
        </p:nvSpPr>
        <p:spPr>
          <a:xfrm>
            <a:off x="5303160" y="2153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" name=""/>
          <p:cNvSpPr/>
          <p:nvPr/>
        </p:nvSpPr>
        <p:spPr>
          <a:xfrm>
            <a:off x="5302080" y="2153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" name=""/>
          <p:cNvSpPr/>
          <p:nvPr/>
        </p:nvSpPr>
        <p:spPr>
          <a:xfrm>
            <a:off x="5298120" y="2152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3"/>
                </a:moveTo>
                <a:lnTo>
                  <a:pt x="2" y="3"/>
                </a:lnTo>
                <a:lnTo>
                  <a:pt x="2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" name=""/>
          <p:cNvSpPr/>
          <p:nvPr/>
        </p:nvSpPr>
        <p:spPr>
          <a:xfrm>
            <a:off x="5301720" y="2149920"/>
            <a:ext cx="1800" cy="3240"/>
          </a:xfrm>
          <a:custGeom>
            <a:avLst/>
            <a:gdLst/>
            <a:ahLst/>
            <a:rect l="0" t="0" r="r" b="b"/>
            <a:pathLst>
              <a:path w="5" h="9">
                <a:moveTo>
                  <a:pt x="0" y="7"/>
                </a:moveTo>
                <a:lnTo>
                  <a:pt x="0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3" y="5"/>
                </a:lnTo>
                <a:lnTo>
                  <a:pt x="3" y="4"/>
                </a:lnTo>
                <a:lnTo>
                  <a:pt x="4" y="3"/>
                </a:lnTo>
                <a:lnTo>
                  <a:pt x="3" y="3"/>
                </a:lnTo>
                <a:lnTo>
                  <a:pt x="4" y="2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6"/>
                </a:lnTo>
                <a:lnTo>
                  <a:pt x="3" y="7"/>
                </a:lnTo>
                <a:lnTo>
                  <a:pt x="1" y="9"/>
                </a:lnTo>
                <a:lnTo>
                  <a:pt x="0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" name=""/>
          <p:cNvSpPr/>
          <p:nvPr/>
        </p:nvSpPr>
        <p:spPr>
          <a:xfrm>
            <a:off x="5306760" y="2148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" name=""/>
          <p:cNvSpPr/>
          <p:nvPr/>
        </p:nvSpPr>
        <p:spPr>
          <a:xfrm>
            <a:off x="5298840" y="2146680"/>
            <a:ext cx="6840" cy="4320"/>
          </a:xfrm>
          <a:custGeom>
            <a:avLst/>
            <a:gdLst/>
            <a:ahLst/>
            <a:rect l="0" t="0" r="r" b="b"/>
            <a:pathLst>
              <a:path w="19" h="12">
                <a:moveTo>
                  <a:pt x="19" y="3"/>
                </a:moveTo>
                <a:lnTo>
                  <a:pt x="18" y="5"/>
                </a:lnTo>
                <a:lnTo>
                  <a:pt x="17" y="5"/>
                </a:lnTo>
                <a:lnTo>
                  <a:pt x="16" y="4"/>
                </a:lnTo>
                <a:lnTo>
                  <a:pt x="15" y="4"/>
                </a:lnTo>
                <a:lnTo>
                  <a:pt x="15" y="5"/>
                </a:lnTo>
                <a:lnTo>
                  <a:pt x="16" y="5"/>
                </a:lnTo>
                <a:lnTo>
                  <a:pt x="16" y="6"/>
                </a:lnTo>
                <a:lnTo>
                  <a:pt x="15" y="6"/>
                </a:lnTo>
                <a:lnTo>
                  <a:pt x="15" y="7"/>
                </a:lnTo>
                <a:lnTo>
                  <a:pt x="16" y="9"/>
                </a:lnTo>
                <a:lnTo>
                  <a:pt x="17" y="9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0" y="10"/>
                </a:lnTo>
                <a:lnTo>
                  <a:pt x="9" y="11"/>
                </a:lnTo>
                <a:lnTo>
                  <a:pt x="7" y="11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2"/>
                </a:lnTo>
                <a:lnTo>
                  <a:pt x="2" y="11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8" y="3"/>
                </a:lnTo>
                <a:lnTo>
                  <a:pt x="11" y="3"/>
                </a:lnTo>
                <a:lnTo>
                  <a:pt x="13" y="1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lnTo>
                  <a:pt x="16" y="1"/>
                </a:lnTo>
                <a:lnTo>
                  <a:pt x="17" y="1"/>
                </a:lnTo>
                <a:lnTo>
                  <a:pt x="17" y="0"/>
                </a:lnTo>
                <a:lnTo>
                  <a:pt x="18" y="0"/>
                </a:lnTo>
                <a:lnTo>
                  <a:pt x="19" y="1"/>
                </a:lnTo>
                <a:lnTo>
                  <a:pt x="19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" name=""/>
          <p:cNvSpPr/>
          <p:nvPr/>
        </p:nvSpPr>
        <p:spPr>
          <a:xfrm>
            <a:off x="5294160" y="2146680"/>
            <a:ext cx="4320" cy="3960"/>
          </a:xfrm>
          <a:custGeom>
            <a:avLst/>
            <a:gdLst/>
            <a:ahLst/>
            <a:rect l="0" t="0" r="r" b="b"/>
            <a:pathLst>
              <a:path w="12" h="11">
                <a:moveTo>
                  <a:pt x="5" y="2"/>
                </a:moveTo>
                <a:lnTo>
                  <a:pt x="5" y="3"/>
                </a:lnTo>
                <a:lnTo>
                  <a:pt x="6" y="4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10" y="3"/>
                </a:lnTo>
                <a:lnTo>
                  <a:pt x="12" y="2"/>
                </a:lnTo>
                <a:lnTo>
                  <a:pt x="11" y="4"/>
                </a:lnTo>
                <a:lnTo>
                  <a:pt x="10" y="5"/>
                </a:lnTo>
                <a:lnTo>
                  <a:pt x="9" y="5"/>
                </a:lnTo>
                <a:lnTo>
                  <a:pt x="9" y="6"/>
                </a:lnTo>
                <a:lnTo>
                  <a:pt x="10" y="6"/>
                </a:lnTo>
                <a:lnTo>
                  <a:pt x="10" y="7"/>
                </a:lnTo>
                <a:lnTo>
                  <a:pt x="9" y="8"/>
                </a:lnTo>
                <a:lnTo>
                  <a:pt x="8" y="6"/>
                </a:lnTo>
                <a:lnTo>
                  <a:pt x="6" y="7"/>
                </a:lnTo>
                <a:lnTo>
                  <a:pt x="5" y="6"/>
                </a:lnTo>
                <a:lnTo>
                  <a:pt x="4" y="7"/>
                </a:lnTo>
                <a:lnTo>
                  <a:pt x="2" y="7"/>
                </a:lnTo>
                <a:lnTo>
                  <a:pt x="2" y="8"/>
                </a:lnTo>
                <a:lnTo>
                  <a:pt x="2" y="9"/>
                </a:lnTo>
                <a:lnTo>
                  <a:pt x="1" y="11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5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" name=""/>
          <p:cNvSpPr/>
          <p:nvPr/>
        </p:nvSpPr>
        <p:spPr>
          <a:xfrm>
            <a:off x="5302080" y="21456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1" y="2"/>
                </a:move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3" y="4"/>
                </a:lnTo>
                <a:lnTo>
                  <a:pt x="0" y="5"/>
                </a:lnTo>
                <a:lnTo>
                  <a:pt x="1" y="4"/>
                </a:lnTo>
                <a:lnTo>
                  <a:pt x="1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" name=""/>
          <p:cNvSpPr/>
          <p:nvPr/>
        </p:nvSpPr>
        <p:spPr>
          <a:xfrm>
            <a:off x="5299200" y="214344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7" y="7"/>
                </a:moveTo>
                <a:lnTo>
                  <a:pt x="1" y="11"/>
                </a:lnTo>
                <a:lnTo>
                  <a:pt x="0" y="10"/>
                </a:lnTo>
                <a:lnTo>
                  <a:pt x="0" y="8"/>
                </a:lnTo>
                <a:lnTo>
                  <a:pt x="1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1"/>
                </a:ln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4"/>
                </a:lnTo>
                <a:lnTo>
                  <a:pt x="8" y="5"/>
                </a:lnTo>
                <a:lnTo>
                  <a:pt x="7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" name=""/>
          <p:cNvSpPr/>
          <p:nvPr/>
        </p:nvSpPr>
        <p:spPr>
          <a:xfrm>
            <a:off x="5298840" y="2142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" name=""/>
          <p:cNvSpPr/>
          <p:nvPr/>
        </p:nvSpPr>
        <p:spPr>
          <a:xfrm>
            <a:off x="5294160" y="2138400"/>
            <a:ext cx="6480" cy="3600"/>
          </a:xfrm>
          <a:custGeom>
            <a:avLst/>
            <a:gdLst/>
            <a:ahLst/>
            <a:rect l="0" t="0" r="r" b="b"/>
            <a:pathLst>
              <a:path w="18" h="10">
                <a:moveTo>
                  <a:pt x="13" y="0"/>
                </a:moveTo>
                <a:lnTo>
                  <a:pt x="14" y="0"/>
                </a:lnTo>
                <a:lnTo>
                  <a:pt x="15" y="0"/>
                </a:lnTo>
                <a:lnTo>
                  <a:pt x="16" y="2"/>
                </a:lnTo>
                <a:lnTo>
                  <a:pt x="17" y="2"/>
                </a:lnTo>
                <a:lnTo>
                  <a:pt x="18" y="2"/>
                </a:lnTo>
                <a:lnTo>
                  <a:pt x="18" y="3"/>
                </a:lnTo>
                <a:lnTo>
                  <a:pt x="18" y="4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6" y="7"/>
                </a:lnTo>
                <a:lnTo>
                  <a:pt x="16" y="8"/>
                </a:lnTo>
                <a:lnTo>
                  <a:pt x="14" y="8"/>
                </a:lnTo>
                <a:lnTo>
                  <a:pt x="13" y="9"/>
                </a:lnTo>
                <a:lnTo>
                  <a:pt x="12" y="9"/>
                </a:lnTo>
                <a:lnTo>
                  <a:pt x="11" y="10"/>
                </a:lnTo>
                <a:lnTo>
                  <a:pt x="10" y="10"/>
                </a:lnTo>
                <a:lnTo>
                  <a:pt x="10" y="9"/>
                </a:lnTo>
                <a:lnTo>
                  <a:pt x="10" y="8"/>
                </a:lnTo>
                <a:lnTo>
                  <a:pt x="6" y="8"/>
                </a:lnTo>
                <a:lnTo>
                  <a:pt x="4" y="8"/>
                </a:lnTo>
                <a:lnTo>
                  <a:pt x="3" y="9"/>
                </a:lnTo>
                <a:lnTo>
                  <a:pt x="2" y="9"/>
                </a:lnTo>
                <a:lnTo>
                  <a:pt x="1" y="10"/>
                </a:lnTo>
                <a:lnTo>
                  <a:pt x="0" y="10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2" y="4"/>
                </a:lnTo>
                <a:lnTo>
                  <a:pt x="3" y="3"/>
                </a:lnTo>
                <a:lnTo>
                  <a:pt x="4" y="2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9" y="1"/>
                </a:lnTo>
                <a:lnTo>
                  <a:pt x="12" y="0"/>
                </a:lnTo>
                <a:lnTo>
                  <a:pt x="1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" name=""/>
          <p:cNvSpPr/>
          <p:nvPr/>
        </p:nvSpPr>
        <p:spPr>
          <a:xfrm>
            <a:off x="5293800" y="213696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9" y="2"/>
                </a:moveTo>
                <a:lnTo>
                  <a:pt x="8" y="2"/>
                </a:lnTo>
                <a:lnTo>
                  <a:pt x="7" y="3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3" y="3"/>
                </a:lnTo>
                <a:lnTo>
                  <a:pt x="5" y="2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9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" name=""/>
          <p:cNvSpPr/>
          <p:nvPr/>
        </p:nvSpPr>
        <p:spPr>
          <a:xfrm>
            <a:off x="5302080" y="2136240"/>
            <a:ext cx="4680" cy="2880"/>
          </a:xfrm>
          <a:custGeom>
            <a:avLst/>
            <a:gdLst/>
            <a:ahLst/>
            <a:rect l="0" t="0" r="r" b="b"/>
            <a:pathLst>
              <a:path w="13" h="8">
                <a:moveTo>
                  <a:pt x="5" y="1"/>
                </a:move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3" y="0"/>
                </a:lnTo>
                <a:lnTo>
                  <a:pt x="12" y="1"/>
                </a:lnTo>
                <a:lnTo>
                  <a:pt x="10" y="2"/>
                </a:lnTo>
                <a:lnTo>
                  <a:pt x="9" y="2"/>
                </a:lnTo>
                <a:lnTo>
                  <a:pt x="8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7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" name=""/>
          <p:cNvSpPr/>
          <p:nvPr/>
        </p:nvSpPr>
        <p:spPr>
          <a:xfrm>
            <a:off x="5299920" y="21348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2" y="3"/>
                </a:move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" name=""/>
          <p:cNvSpPr/>
          <p:nvPr/>
        </p:nvSpPr>
        <p:spPr>
          <a:xfrm>
            <a:off x="5306400" y="2131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" name=""/>
          <p:cNvSpPr/>
          <p:nvPr/>
        </p:nvSpPr>
        <p:spPr>
          <a:xfrm>
            <a:off x="5308200" y="2130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" name=""/>
          <p:cNvSpPr/>
          <p:nvPr/>
        </p:nvSpPr>
        <p:spPr>
          <a:xfrm>
            <a:off x="5298480" y="2123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2" y="0"/>
                </a:lnTo>
                <a:lnTo>
                  <a:pt x="2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" name=""/>
          <p:cNvSpPr/>
          <p:nvPr/>
        </p:nvSpPr>
        <p:spPr>
          <a:xfrm>
            <a:off x="5298120" y="2118960"/>
            <a:ext cx="1800" cy="2880"/>
          </a:xfrm>
          <a:custGeom>
            <a:avLst/>
            <a:gdLst/>
            <a:ahLst/>
            <a:rect l="0" t="0" r="r" b="b"/>
            <a:pathLst>
              <a:path w="5" h="8">
                <a:moveTo>
                  <a:pt x="0" y="4"/>
                </a:move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5" y="4"/>
                </a:lnTo>
                <a:lnTo>
                  <a:pt x="5" y="5"/>
                </a:lnTo>
                <a:lnTo>
                  <a:pt x="4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" name=""/>
          <p:cNvSpPr/>
          <p:nvPr/>
        </p:nvSpPr>
        <p:spPr>
          <a:xfrm>
            <a:off x="5298480" y="2117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" name=""/>
          <p:cNvSpPr/>
          <p:nvPr/>
        </p:nvSpPr>
        <p:spPr>
          <a:xfrm>
            <a:off x="5296320" y="21175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" name=""/>
          <p:cNvSpPr/>
          <p:nvPr/>
        </p:nvSpPr>
        <p:spPr>
          <a:xfrm>
            <a:off x="5297400" y="21171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0"/>
                </a:move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" name=""/>
          <p:cNvSpPr/>
          <p:nvPr/>
        </p:nvSpPr>
        <p:spPr>
          <a:xfrm>
            <a:off x="5298120" y="211068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2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" name=""/>
          <p:cNvSpPr/>
          <p:nvPr/>
        </p:nvSpPr>
        <p:spPr>
          <a:xfrm>
            <a:off x="5299200" y="210960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2" y="5"/>
                </a:move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" name=""/>
          <p:cNvSpPr/>
          <p:nvPr/>
        </p:nvSpPr>
        <p:spPr>
          <a:xfrm>
            <a:off x="5089680" y="1916640"/>
            <a:ext cx="250560" cy="288720"/>
          </a:xfrm>
          <a:custGeom>
            <a:avLst/>
            <a:gdLst/>
            <a:ahLst/>
            <a:rect l="0" t="0" r="r" b="b"/>
            <a:pathLst>
              <a:path w="696" h="802">
                <a:moveTo>
                  <a:pt x="249" y="3"/>
                </a:moveTo>
                <a:lnTo>
                  <a:pt x="249" y="4"/>
                </a:lnTo>
                <a:lnTo>
                  <a:pt x="249" y="5"/>
                </a:lnTo>
                <a:lnTo>
                  <a:pt x="249" y="6"/>
                </a:lnTo>
                <a:lnTo>
                  <a:pt x="250" y="6"/>
                </a:lnTo>
                <a:lnTo>
                  <a:pt x="250" y="5"/>
                </a:lnTo>
                <a:lnTo>
                  <a:pt x="251" y="6"/>
                </a:lnTo>
                <a:lnTo>
                  <a:pt x="252" y="7"/>
                </a:lnTo>
                <a:lnTo>
                  <a:pt x="253" y="7"/>
                </a:lnTo>
                <a:lnTo>
                  <a:pt x="254" y="6"/>
                </a:lnTo>
                <a:lnTo>
                  <a:pt x="255" y="6"/>
                </a:lnTo>
                <a:lnTo>
                  <a:pt x="256" y="4"/>
                </a:lnTo>
                <a:lnTo>
                  <a:pt x="255" y="3"/>
                </a:lnTo>
                <a:lnTo>
                  <a:pt x="254" y="4"/>
                </a:lnTo>
                <a:lnTo>
                  <a:pt x="253" y="4"/>
                </a:lnTo>
                <a:lnTo>
                  <a:pt x="254" y="3"/>
                </a:lnTo>
                <a:lnTo>
                  <a:pt x="254" y="2"/>
                </a:lnTo>
                <a:lnTo>
                  <a:pt x="255" y="2"/>
                </a:lnTo>
                <a:lnTo>
                  <a:pt x="257" y="1"/>
                </a:lnTo>
                <a:lnTo>
                  <a:pt x="257" y="2"/>
                </a:lnTo>
                <a:lnTo>
                  <a:pt x="258" y="2"/>
                </a:lnTo>
                <a:lnTo>
                  <a:pt x="259" y="2"/>
                </a:lnTo>
                <a:lnTo>
                  <a:pt x="260" y="2"/>
                </a:lnTo>
                <a:lnTo>
                  <a:pt x="260" y="1"/>
                </a:lnTo>
                <a:lnTo>
                  <a:pt x="261" y="2"/>
                </a:lnTo>
                <a:lnTo>
                  <a:pt x="262" y="1"/>
                </a:lnTo>
                <a:lnTo>
                  <a:pt x="262" y="2"/>
                </a:lnTo>
                <a:lnTo>
                  <a:pt x="262" y="3"/>
                </a:lnTo>
                <a:lnTo>
                  <a:pt x="264" y="3"/>
                </a:lnTo>
                <a:lnTo>
                  <a:pt x="264" y="2"/>
                </a:lnTo>
                <a:lnTo>
                  <a:pt x="265" y="2"/>
                </a:lnTo>
                <a:lnTo>
                  <a:pt x="266" y="2"/>
                </a:lnTo>
                <a:lnTo>
                  <a:pt x="267" y="1"/>
                </a:lnTo>
                <a:lnTo>
                  <a:pt x="268" y="0"/>
                </a:lnTo>
                <a:lnTo>
                  <a:pt x="269" y="0"/>
                </a:lnTo>
                <a:lnTo>
                  <a:pt x="270" y="0"/>
                </a:lnTo>
                <a:lnTo>
                  <a:pt x="271" y="0"/>
                </a:lnTo>
                <a:lnTo>
                  <a:pt x="271" y="1"/>
                </a:lnTo>
                <a:lnTo>
                  <a:pt x="271" y="2"/>
                </a:lnTo>
                <a:lnTo>
                  <a:pt x="272" y="2"/>
                </a:lnTo>
                <a:lnTo>
                  <a:pt x="273" y="3"/>
                </a:lnTo>
                <a:lnTo>
                  <a:pt x="275" y="4"/>
                </a:lnTo>
                <a:lnTo>
                  <a:pt x="275" y="5"/>
                </a:lnTo>
                <a:lnTo>
                  <a:pt x="275" y="6"/>
                </a:lnTo>
                <a:lnTo>
                  <a:pt x="276" y="8"/>
                </a:lnTo>
                <a:lnTo>
                  <a:pt x="276" y="9"/>
                </a:lnTo>
                <a:lnTo>
                  <a:pt x="277" y="10"/>
                </a:lnTo>
                <a:lnTo>
                  <a:pt x="277" y="11"/>
                </a:lnTo>
                <a:lnTo>
                  <a:pt x="277" y="12"/>
                </a:lnTo>
                <a:lnTo>
                  <a:pt x="279" y="14"/>
                </a:lnTo>
                <a:lnTo>
                  <a:pt x="280" y="16"/>
                </a:lnTo>
                <a:lnTo>
                  <a:pt x="282" y="18"/>
                </a:lnTo>
                <a:lnTo>
                  <a:pt x="283" y="19"/>
                </a:lnTo>
                <a:lnTo>
                  <a:pt x="284" y="20"/>
                </a:lnTo>
                <a:lnTo>
                  <a:pt x="285" y="20"/>
                </a:lnTo>
                <a:lnTo>
                  <a:pt x="285" y="21"/>
                </a:lnTo>
                <a:lnTo>
                  <a:pt x="286" y="23"/>
                </a:lnTo>
                <a:lnTo>
                  <a:pt x="288" y="25"/>
                </a:lnTo>
                <a:lnTo>
                  <a:pt x="288" y="26"/>
                </a:lnTo>
                <a:lnTo>
                  <a:pt x="289" y="27"/>
                </a:lnTo>
                <a:lnTo>
                  <a:pt x="291" y="28"/>
                </a:lnTo>
                <a:lnTo>
                  <a:pt x="292" y="28"/>
                </a:lnTo>
                <a:lnTo>
                  <a:pt x="293" y="29"/>
                </a:lnTo>
                <a:lnTo>
                  <a:pt x="295" y="29"/>
                </a:lnTo>
                <a:lnTo>
                  <a:pt x="296" y="29"/>
                </a:lnTo>
                <a:lnTo>
                  <a:pt x="297" y="30"/>
                </a:lnTo>
                <a:lnTo>
                  <a:pt x="299" y="30"/>
                </a:lnTo>
                <a:lnTo>
                  <a:pt x="300" y="31"/>
                </a:lnTo>
                <a:lnTo>
                  <a:pt x="301" y="32"/>
                </a:lnTo>
                <a:lnTo>
                  <a:pt x="302" y="33"/>
                </a:lnTo>
                <a:lnTo>
                  <a:pt x="303" y="33"/>
                </a:lnTo>
                <a:lnTo>
                  <a:pt x="304" y="33"/>
                </a:lnTo>
                <a:lnTo>
                  <a:pt x="304" y="34"/>
                </a:lnTo>
                <a:lnTo>
                  <a:pt x="305" y="34"/>
                </a:lnTo>
                <a:lnTo>
                  <a:pt x="305" y="35"/>
                </a:lnTo>
                <a:lnTo>
                  <a:pt x="306" y="36"/>
                </a:lnTo>
                <a:lnTo>
                  <a:pt x="307" y="36"/>
                </a:lnTo>
                <a:lnTo>
                  <a:pt x="308" y="37"/>
                </a:lnTo>
                <a:lnTo>
                  <a:pt x="310" y="38"/>
                </a:lnTo>
                <a:lnTo>
                  <a:pt x="314" y="40"/>
                </a:lnTo>
                <a:lnTo>
                  <a:pt x="317" y="41"/>
                </a:lnTo>
                <a:lnTo>
                  <a:pt x="319" y="41"/>
                </a:lnTo>
                <a:lnTo>
                  <a:pt x="320" y="41"/>
                </a:lnTo>
                <a:lnTo>
                  <a:pt x="322" y="41"/>
                </a:lnTo>
                <a:lnTo>
                  <a:pt x="324" y="41"/>
                </a:lnTo>
                <a:lnTo>
                  <a:pt x="327" y="41"/>
                </a:lnTo>
                <a:lnTo>
                  <a:pt x="329" y="41"/>
                </a:lnTo>
                <a:lnTo>
                  <a:pt x="330" y="42"/>
                </a:lnTo>
                <a:lnTo>
                  <a:pt x="331" y="42"/>
                </a:lnTo>
                <a:lnTo>
                  <a:pt x="332" y="41"/>
                </a:lnTo>
                <a:lnTo>
                  <a:pt x="335" y="41"/>
                </a:lnTo>
                <a:lnTo>
                  <a:pt x="336" y="41"/>
                </a:lnTo>
                <a:lnTo>
                  <a:pt x="337" y="40"/>
                </a:lnTo>
                <a:lnTo>
                  <a:pt x="338" y="40"/>
                </a:lnTo>
                <a:lnTo>
                  <a:pt x="339" y="40"/>
                </a:lnTo>
                <a:lnTo>
                  <a:pt x="342" y="39"/>
                </a:lnTo>
                <a:lnTo>
                  <a:pt x="343" y="39"/>
                </a:lnTo>
                <a:lnTo>
                  <a:pt x="344" y="38"/>
                </a:lnTo>
                <a:lnTo>
                  <a:pt x="346" y="38"/>
                </a:lnTo>
                <a:lnTo>
                  <a:pt x="347" y="37"/>
                </a:lnTo>
                <a:lnTo>
                  <a:pt x="349" y="36"/>
                </a:lnTo>
                <a:lnTo>
                  <a:pt x="351" y="35"/>
                </a:lnTo>
                <a:lnTo>
                  <a:pt x="352" y="35"/>
                </a:lnTo>
                <a:lnTo>
                  <a:pt x="353" y="34"/>
                </a:lnTo>
                <a:lnTo>
                  <a:pt x="355" y="33"/>
                </a:lnTo>
                <a:lnTo>
                  <a:pt x="355" y="34"/>
                </a:lnTo>
                <a:lnTo>
                  <a:pt x="355" y="35"/>
                </a:lnTo>
                <a:lnTo>
                  <a:pt x="354" y="36"/>
                </a:lnTo>
                <a:lnTo>
                  <a:pt x="354" y="37"/>
                </a:lnTo>
                <a:lnTo>
                  <a:pt x="354" y="38"/>
                </a:lnTo>
                <a:lnTo>
                  <a:pt x="355" y="38"/>
                </a:lnTo>
                <a:lnTo>
                  <a:pt x="355" y="39"/>
                </a:lnTo>
                <a:lnTo>
                  <a:pt x="354" y="39"/>
                </a:lnTo>
                <a:lnTo>
                  <a:pt x="354" y="40"/>
                </a:lnTo>
                <a:lnTo>
                  <a:pt x="354" y="41"/>
                </a:lnTo>
                <a:lnTo>
                  <a:pt x="353" y="42"/>
                </a:lnTo>
                <a:lnTo>
                  <a:pt x="354" y="42"/>
                </a:lnTo>
                <a:lnTo>
                  <a:pt x="355" y="44"/>
                </a:lnTo>
                <a:lnTo>
                  <a:pt x="355" y="45"/>
                </a:lnTo>
                <a:lnTo>
                  <a:pt x="355" y="46"/>
                </a:lnTo>
                <a:lnTo>
                  <a:pt x="355" y="47"/>
                </a:lnTo>
                <a:lnTo>
                  <a:pt x="356" y="47"/>
                </a:lnTo>
                <a:lnTo>
                  <a:pt x="357" y="47"/>
                </a:lnTo>
                <a:lnTo>
                  <a:pt x="357" y="46"/>
                </a:lnTo>
                <a:lnTo>
                  <a:pt x="358" y="46"/>
                </a:lnTo>
                <a:lnTo>
                  <a:pt x="358" y="45"/>
                </a:lnTo>
                <a:lnTo>
                  <a:pt x="359" y="44"/>
                </a:lnTo>
                <a:lnTo>
                  <a:pt x="361" y="44"/>
                </a:lnTo>
                <a:lnTo>
                  <a:pt x="362" y="44"/>
                </a:lnTo>
                <a:lnTo>
                  <a:pt x="362" y="43"/>
                </a:lnTo>
                <a:lnTo>
                  <a:pt x="363" y="43"/>
                </a:lnTo>
                <a:lnTo>
                  <a:pt x="364" y="42"/>
                </a:lnTo>
                <a:lnTo>
                  <a:pt x="365" y="42"/>
                </a:lnTo>
                <a:lnTo>
                  <a:pt x="366" y="41"/>
                </a:lnTo>
                <a:lnTo>
                  <a:pt x="365" y="40"/>
                </a:lnTo>
                <a:lnTo>
                  <a:pt x="364" y="38"/>
                </a:lnTo>
                <a:lnTo>
                  <a:pt x="364" y="37"/>
                </a:lnTo>
                <a:lnTo>
                  <a:pt x="364" y="36"/>
                </a:lnTo>
                <a:lnTo>
                  <a:pt x="365" y="36"/>
                </a:lnTo>
                <a:lnTo>
                  <a:pt x="365" y="37"/>
                </a:lnTo>
                <a:lnTo>
                  <a:pt x="366" y="37"/>
                </a:lnTo>
                <a:lnTo>
                  <a:pt x="366" y="36"/>
                </a:lnTo>
                <a:lnTo>
                  <a:pt x="367" y="36"/>
                </a:lnTo>
                <a:lnTo>
                  <a:pt x="367" y="37"/>
                </a:lnTo>
                <a:lnTo>
                  <a:pt x="367" y="38"/>
                </a:lnTo>
                <a:lnTo>
                  <a:pt x="367" y="39"/>
                </a:lnTo>
                <a:lnTo>
                  <a:pt x="367" y="40"/>
                </a:lnTo>
                <a:lnTo>
                  <a:pt x="367" y="41"/>
                </a:lnTo>
                <a:lnTo>
                  <a:pt x="368" y="41"/>
                </a:lnTo>
                <a:lnTo>
                  <a:pt x="368" y="42"/>
                </a:lnTo>
                <a:lnTo>
                  <a:pt x="368" y="43"/>
                </a:lnTo>
                <a:lnTo>
                  <a:pt x="368" y="44"/>
                </a:lnTo>
                <a:lnTo>
                  <a:pt x="368" y="45"/>
                </a:lnTo>
                <a:lnTo>
                  <a:pt x="369" y="45"/>
                </a:lnTo>
                <a:lnTo>
                  <a:pt x="369" y="44"/>
                </a:lnTo>
                <a:lnTo>
                  <a:pt x="369" y="45"/>
                </a:lnTo>
                <a:lnTo>
                  <a:pt x="370" y="46"/>
                </a:lnTo>
                <a:lnTo>
                  <a:pt x="370" y="47"/>
                </a:lnTo>
                <a:lnTo>
                  <a:pt x="371" y="47"/>
                </a:lnTo>
                <a:lnTo>
                  <a:pt x="371" y="48"/>
                </a:lnTo>
                <a:lnTo>
                  <a:pt x="370" y="49"/>
                </a:lnTo>
                <a:lnTo>
                  <a:pt x="370" y="50"/>
                </a:lnTo>
                <a:lnTo>
                  <a:pt x="370" y="51"/>
                </a:lnTo>
                <a:lnTo>
                  <a:pt x="371" y="51"/>
                </a:lnTo>
                <a:lnTo>
                  <a:pt x="372" y="51"/>
                </a:lnTo>
                <a:lnTo>
                  <a:pt x="373" y="52"/>
                </a:lnTo>
                <a:lnTo>
                  <a:pt x="374" y="53"/>
                </a:lnTo>
                <a:lnTo>
                  <a:pt x="374" y="55"/>
                </a:lnTo>
                <a:lnTo>
                  <a:pt x="374" y="56"/>
                </a:lnTo>
                <a:lnTo>
                  <a:pt x="374" y="57"/>
                </a:lnTo>
                <a:lnTo>
                  <a:pt x="374" y="58"/>
                </a:lnTo>
                <a:lnTo>
                  <a:pt x="375" y="58"/>
                </a:lnTo>
                <a:lnTo>
                  <a:pt x="375" y="59"/>
                </a:lnTo>
                <a:lnTo>
                  <a:pt x="376" y="60"/>
                </a:lnTo>
                <a:lnTo>
                  <a:pt x="377" y="60"/>
                </a:lnTo>
                <a:lnTo>
                  <a:pt x="377" y="59"/>
                </a:lnTo>
                <a:lnTo>
                  <a:pt x="378" y="59"/>
                </a:lnTo>
                <a:lnTo>
                  <a:pt x="378" y="60"/>
                </a:lnTo>
                <a:lnTo>
                  <a:pt x="378" y="61"/>
                </a:lnTo>
                <a:lnTo>
                  <a:pt x="378" y="62"/>
                </a:lnTo>
                <a:lnTo>
                  <a:pt x="378" y="63"/>
                </a:lnTo>
                <a:lnTo>
                  <a:pt x="378" y="64"/>
                </a:lnTo>
                <a:lnTo>
                  <a:pt x="379" y="64"/>
                </a:lnTo>
                <a:lnTo>
                  <a:pt x="379" y="65"/>
                </a:lnTo>
                <a:lnTo>
                  <a:pt x="380" y="66"/>
                </a:lnTo>
                <a:lnTo>
                  <a:pt x="381" y="67"/>
                </a:lnTo>
                <a:lnTo>
                  <a:pt x="381" y="68"/>
                </a:lnTo>
                <a:lnTo>
                  <a:pt x="382" y="68"/>
                </a:lnTo>
                <a:lnTo>
                  <a:pt x="384" y="68"/>
                </a:lnTo>
                <a:lnTo>
                  <a:pt x="385" y="67"/>
                </a:lnTo>
                <a:lnTo>
                  <a:pt x="385" y="66"/>
                </a:lnTo>
                <a:lnTo>
                  <a:pt x="386" y="65"/>
                </a:lnTo>
                <a:lnTo>
                  <a:pt x="386" y="64"/>
                </a:lnTo>
                <a:lnTo>
                  <a:pt x="387" y="63"/>
                </a:lnTo>
                <a:lnTo>
                  <a:pt x="387" y="62"/>
                </a:lnTo>
                <a:lnTo>
                  <a:pt x="387" y="61"/>
                </a:lnTo>
                <a:lnTo>
                  <a:pt x="388" y="60"/>
                </a:lnTo>
                <a:lnTo>
                  <a:pt x="388" y="59"/>
                </a:lnTo>
                <a:lnTo>
                  <a:pt x="388" y="58"/>
                </a:lnTo>
                <a:lnTo>
                  <a:pt x="389" y="58"/>
                </a:lnTo>
                <a:lnTo>
                  <a:pt x="390" y="56"/>
                </a:lnTo>
                <a:lnTo>
                  <a:pt x="390" y="55"/>
                </a:lnTo>
                <a:lnTo>
                  <a:pt x="390" y="54"/>
                </a:lnTo>
                <a:lnTo>
                  <a:pt x="391" y="53"/>
                </a:lnTo>
                <a:lnTo>
                  <a:pt x="391" y="52"/>
                </a:lnTo>
                <a:lnTo>
                  <a:pt x="391" y="51"/>
                </a:lnTo>
                <a:lnTo>
                  <a:pt x="392" y="51"/>
                </a:lnTo>
                <a:lnTo>
                  <a:pt x="393" y="50"/>
                </a:lnTo>
                <a:lnTo>
                  <a:pt x="394" y="49"/>
                </a:lnTo>
                <a:lnTo>
                  <a:pt x="394" y="48"/>
                </a:lnTo>
                <a:lnTo>
                  <a:pt x="394" y="47"/>
                </a:lnTo>
                <a:lnTo>
                  <a:pt x="395" y="46"/>
                </a:lnTo>
                <a:lnTo>
                  <a:pt x="396" y="46"/>
                </a:lnTo>
                <a:lnTo>
                  <a:pt x="397" y="47"/>
                </a:lnTo>
                <a:lnTo>
                  <a:pt x="399" y="47"/>
                </a:lnTo>
                <a:lnTo>
                  <a:pt x="400" y="47"/>
                </a:lnTo>
                <a:lnTo>
                  <a:pt x="400" y="46"/>
                </a:lnTo>
                <a:lnTo>
                  <a:pt x="401" y="46"/>
                </a:lnTo>
                <a:lnTo>
                  <a:pt x="401" y="45"/>
                </a:lnTo>
                <a:lnTo>
                  <a:pt x="402" y="45"/>
                </a:lnTo>
                <a:lnTo>
                  <a:pt x="403" y="45"/>
                </a:lnTo>
                <a:lnTo>
                  <a:pt x="404" y="45"/>
                </a:lnTo>
                <a:lnTo>
                  <a:pt x="405" y="45"/>
                </a:lnTo>
                <a:lnTo>
                  <a:pt x="405" y="46"/>
                </a:lnTo>
                <a:lnTo>
                  <a:pt x="406" y="46"/>
                </a:lnTo>
                <a:lnTo>
                  <a:pt x="407" y="46"/>
                </a:lnTo>
                <a:lnTo>
                  <a:pt x="407" y="45"/>
                </a:lnTo>
                <a:lnTo>
                  <a:pt x="407" y="44"/>
                </a:lnTo>
                <a:lnTo>
                  <a:pt x="407" y="43"/>
                </a:lnTo>
                <a:lnTo>
                  <a:pt x="407" y="42"/>
                </a:lnTo>
                <a:lnTo>
                  <a:pt x="408" y="42"/>
                </a:lnTo>
                <a:lnTo>
                  <a:pt x="408" y="43"/>
                </a:lnTo>
                <a:lnTo>
                  <a:pt x="409" y="43"/>
                </a:lnTo>
                <a:lnTo>
                  <a:pt x="409" y="42"/>
                </a:lnTo>
                <a:lnTo>
                  <a:pt x="409" y="41"/>
                </a:lnTo>
                <a:lnTo>
                  <a:pt x="409" y="40"/>
                </a:lnTo>
                <a:lnTo>
                  <a:pt x="410" y="39"/>
                </a:lnTo>
                <a:lnTo>
                  <a:pt x="410" y="38"/>
                </a:lnTo>
                <a:lnTo>
                  <a:pt x="411" y="38"/>
                </a:lnTo>
                <a:lnTo>
                  <a:pt x="411" y="39"/>
                </a:lnTo>
                <a:lnTo>
                  <a:pt x="412" y="40"/>
                </a:lnTo>
                <a:lnTo>
                  <a:pt x="414" y="40"/>
                </a:lnTo>
                <a:lnTo>
                  <a:pt x="414" y="39"/>
                </a:lnTo>
                <a:lnTo>
                  <a:pt x="413" y="38"/>
                </a:lnTo>
                <a:lnTo>
                  <a:pt x="414" y="37"/>
                </a:lnTo>
                <a:lnTo>
                  <a:pt x="415" y="37"/>
                </a:lnTo>
                <a:lnTo>
                  <a:pt x="416" y="37"/>
                </a:lnTo>
                <a:lnTo>
                  <a:pt x="415" y="36"/>
                </a:lnTo>
                <a:lnTo>
                  <a:pt x="415" y="35"/>
                </a:lnTo>
                <a:lnTo>
                  <a:pt x="415" y="34"/>
                </a:lnTo>
                <a:lnTo>
                  <a:pt x="414" y="33"/>
                </a:lnTo>
                <a:lnTo>
                  <a:pt x="414" y="32"/>
                </a:lnTo>
                <a:lnTo>
                  <a:pt x="414" y="31"/>
                </a:lnTo>
                <a:lnTo>
                  <a:pt x="414" y="30"/>
                </a:lnTo>
                <a:lnTo>
                  <a:pt x="414" y="29"/>
                </a:lnTo>
                <a:lnTo>
                  <a:pt x="414" y="28"/>
                </a:lnTo>
                <a:lnTo>
                  <a:pt x="413" y="27"/>
                </a:lnTo>
                <a:lnTo>
                  <a:pt x="413" y="26"/>
                </a:lnTo>
                <a:lnTo>
                  <a:pt x="411" y="24"/>
                </a:lnTo>
                <a:lnTo>
                  <a:pt x="410" y="24"/>
                </a:lnTo>
                <a:lnTo>
                  <a:pt x="409" y="24"/>
                </a:lnTo>
                <a:lnTo>
                  <a:pt x="409" y="23"/>
                </a:lnTo>
                <a:lnTo>
                  <a:pt x="408" y="23"/>
                </a:lnTo>
                <a:lnTo>
                  <a:pt x="408" y="22"/>
                </a:lnTo>
                <a:lnTo>
                  <a:pt x="409" y="22"/>
                </a:lnTo>
                <a:lnTo>
                  <a:pt x="409" y="21"/>
                </a:lnTo>
                <a:lnTo>
                  <a:pt x="410" y="20"/>
                </a:lnTo>
                <a:lnTo>
                  <a:pt x="411" y="21"/>
                </a:lnTo>
                <a:lnTo>
                  <a:pt x="412" y="20"/>
                </a:lnTo>
                <a:lnTo>
                  <a:pt x="412" y="19"/>
                </a:lnTo>
                <a:lnTo>
                  <a:pt x="414" y="19"/>
                </a:lnTo>
                <a:lnTo>
                  <a:pt x="415" y="19"/>
                </a:lnTo>
                <a:lnTo>
                  <a:pt x="416" y="19"/>
                </a:lnTo>
                <a:lnTo>
                  <a:pt x="417" y="19"/>
                </a:lnTo>
                <a:lnTo>
                  <a:pt x="417" y="20"/>
                </a:lnTo>
                <a:lnTo>
                  <a:pt x="418" y="20"/>
                </a:lnTo>
                <a:lnTo>
                  <a:pt x="419" y="20"/>
                </a:lnTo>
                <a:lnTo>
                  <a:pt x="419" y="19"/>
                </a:lnTo>
                <a:lnTo>
                  <a:pt x="420" y="17"/>
                </a:lnTo>
                <a:lnTo>
                  <a:pt x="421" y="17"/>
                </a:lnTo>
                <a:lnTo>
                  <a:pt x="422" y="17"/>
                </a:lnTo>
                <a:lnTo>
                  <a:pt x="422" y="16"/>
                </a:lnTo>
                <a:lnTo>
                  <a:pt x="422" y="15"/>
                </a:lnTo>
                <a:lnTo>
                  <a:pt x="421" y="15"/>
                </a:lnTo>
                <a:lnTo>
                  <a:pt x="421" y="14"/>
                </a:lnTo>
                <a:lnTo>
                  <a:pt x="421" y="12"/>
                </a:lnTo>
                <a:lnTo>
                  <a:pt x="422" y="12"/>
                </a:lnTo>
                <a:lnTo>
                  <a:pt x="422" y="13"/>
                </a:lnTo>
                <a:lnTo>
                  <a:pt x="423" y="12"/>
                </a:lnTo>
                <a:lnTo>
                  <a:pt x="422" y="12"/>
                </a:lnTo>
                <a:lnTo>
                  <a:pt x="422" y="11"/>
                </a:lnTo>
                <a:lnTo>
                  <a:pt x="423" y="11"/>
                </a:lnTo>
                <a:lnTo>
                  <a:pt x="424" y="11"/>
                </a:lnTo>
                <a:lnTo>
                  <a:pt x="427" y="10"/>
                </a:lnTo>
                <a:lnTo>
                  <a:pt x="429" y="9"/>
                </a:lnTo>
                <a:lnTo>
                  <a:pt x="430" y="9"/>
                </a:lnTo>
                <a:lnTo>
                  <a:pt x="433" y="10"/>
                </a:lnTo>
                <a:lnTo>
                  <a:pt x="434" y="11"/>
                </a:lnTo>
                <a:lnTo>
                  <a:pt x="434" y="12"/>
                </a:lnTo>
                <a:lnTo>
                  <a:pt x="435" y="12"/>
                </a:lnTo>
                <a:lnTo>
                  <a:pt x="436" y="12"/>
                </a:lnTo>
                <a:lnTo>
                  <a:pt x="436" y="11"/>
                </a:lnTo>
                <a:lnTo>
                  <a:pt x="437" y="11"/>
                </a:lnTo>
                <a:lnTo>
                  <a:pt x="438" y="11"/>
                </a:lnTo>
                <a:lnTo>
                  <a:pt x="439" y="11"/>
                </a:lnTo>
                <a:lnTo>
                  <a:pt x="440" y="9"/>
                </a:lnTo>
                <a:lnTo>
                  <a:pt x="441" y="9"/>
                </a:lnTo>
                <a:lnTo>
                  <a:pt x="441" y="8"/>
                </a:lnTo>
                <a:lnTo>
                  <a:pt x="442" y="8"/>
                </a:lnTo>
                <a:lnTo>
                  <a:pt x="443" y="8"/>
                </a:lnTo>
                <a:lnTo>
                  <a:pt x="443" y="7"/>
                </a:lnTo>
                <a:lnTo>
                  <a:pt x="442" y="7"/>
                </a:lnTo>
                <a:lnTo>
                  <a:pt x="442" y="6"/>
                </a:lnTo>
                <a:lnTo>
                  <a:pt x="443" y="5"/>
                </a:lnTo>
                <a:lnTo>
                  <a:pt x="444" y="5"/>
                </a:lnTo>
                <a:lnTo>
                  <a:pt x="445" y="5"/>
                </a:lnTo>
                <a:lnTo>
                  <a:pt x="446" y="6"/>
                </a:lnTo>
                <a:lnTo>
                  <a:pt x="446" y="5"/>
                </a:lnTo>
                <a:lnTo>
                  <a:pt x="447" y="5"/>
                </a:lnTo>
                <a:lnTo>
                  <a:pt x="448" y="5"/>
                </a:lnTo>
                <a:lnTo>
                  <a:pt x="449" y="5"/>
                </a:lnTo>
                <a:lnTo>
                  <a:pt x="450" y="5"/>
                </a:lnTo>
                <a:lnTo>
                  <a:pt x="449" y="4"/>
                </a:lnTo>
                <a:lnTo>
                  <a:pt x="452" y="3"/>
                </a:lnTo>
                <a:lnTo>
                  <a:pt x="452" y="2"/>
                </a:lnTo>
                <a:lnTo>
                  <a:pt x="451" y="2"/>
                </a:lnTo>
                <a:lnTo>
                  <a:pt x="451" y="1"/>
                </a:lnTo>
                <a:lnTo>
                  <a:pt x="452" y="1"/>
                </a:lnTo>
                <a:lnTo>
                  <a:pt x="453" y="1"/>
                </a:lnTo>
                <a:lnTo>
                  <a:pt x="453" y="2"/>
                </a:lnTo>
                <a:lnTo>
                  <a:pt x="454" y="3"/>
                </a:lnTo>
                <a:lnTo>
                  <a:pt x="455" y="3"/>
                </a:lnTo>
                <a:lnTo>
                  <a:pt x="457" y="3"/>
                </a:lnTo>
                <a:lnTo>
                  <a:pt x="458" y="3"/>
                </a:lnTo>
                <a:lnTo>
                  <a:pt x="459" y="3"/>
                </a:lnTo>
                <a:lnTo>
                  <a:pt x="459" y="4"/>
                </a:lnTo>
                <a:lnTo>
                  <a:pt x="460" y="6"/>
                </a:lnTo>
                <a:lnTo>
                  <a:pt x="460" y="7"/>
                </a:lnTo>
                <a:lnTo>
                  <a:pt x="461" y="8"/>
                </a:lnTo>
                <a:lnTo>
                  <a:pt x="462" y="10"/>
                </a:lnTo>
                <a:lnTo>
                  <a:pt x="462" y="11"/>
                </a:lnTo>
                <a:lnTo>
                  <a:pt x="461" y="11"/>
                </a:lnTo>
                <a:lnTo>
                  <a:pt x="460" y="12"/>
                </a:lnTo>
                <a:lnTo>
                  <a:pt x="461" y="13"/>
                </a:lnTo>
                <a:lnTo>
                  <a:pt x="461" y="14"/>
                </a:lnTo>
                <a:lnTo>
                  <a:pt x="461" y="15"/>
                </a:lnTo>
                <a:lnTo>
                  <a:pt x="462" y="15"/>
                </a:lnTo>
                <a:lnTo>
                  <a:pt x="462" y="16"/>
                </a:lnTo>
                <a:lnTo>
                  <a:pt x="462" y="17"/>
                </a:lnTo>
                <a:lnTo>
                  <a:pt x="463" y="18"/>
                </a:lnTo>
                <a:lnTo>
                  <a:pt x="463" y="19"/>
                </a:lnTo>
                <a:lnTo>
                  <a:pt x="463" y="21"/>
                </a:lnTo>
                <a:lnTo>
                  <a:pt x="464" y="23"/>
                </a:lnTo>
                <a:lnTo>
                  <a:pt x="464" y="24"/>
                </a:lnTo>
                <a:lnTo>
                  <a:pt x="465" y="24"/>
                </a:lnTo>
                <a:lnTo>
                  <a:pt x="465" y="25"/>
                </a:lnTo>
                <a:lnTo>
                  <a:pt x="464" y="25"/>
                </a:lnTo>
                <a:lnTo>
                  <a:pt x="463" y="25"/>
                </a:lnTo>
                <a:lnTo>
                  <a:pt x="463" y="26"/>
                </a:lnTo>
                <a:lnTo>
                  <a:pt x="463" y="27"/>
                </a:lnTo>
                <a:lnTo>
                  <a:pt x="463" y="28"/>
                </a:lnTo>
                <a:lnTo>
                  <a:pt x="466" y="28"/>
                </a:lnTo>
                <a:lnTo>
                  <a:pt x="466" y="29"/>
                </a:lnTo>
                <a:lnTo>
                  <a:pt x="467" y="29"/>
                </a:lnTo>
                <a:lnTo>
                  <a:pt x="468" y="29"/>
                </a:lnTo>
                <a:lnTo>
                  <a:pt x="468" y="30"/>
                </a:lnTo>
                <a:lnTo>
                  <a:pt x="469" y="30"/>
                </a:lnTo>
                <a:lnTo>
                  <a:pt x="469" y="31"/>
                </a:lnTo>
                <a:lnTo>
                  <a:pt x="468" y="31"/>
                </a:lnTo>
                <a:lnTo>
                  <a:pt x="468" y="32"/>
                </a:lnTo>
                <a:lnTo>
                  <a:pt x="468" y="33"/>
                </a:lnTo>
                <a:lnTo>
                  <a:pt x="468" y="34"/>
                </a:lnTo>
                <a:lnTo>
                  <a:pt x="468" y="35"/>
                </a:lnTo>
                <a:lnTo>
                  <a:pt x="467" y="35"/>
                </a:lnTo>
                <a:lnTo>
                  <a:pt x="467" y="36"/>
                </a:lnTo>
                <a:lnTo>
                  <a:pt x="467" y="37"/>
                </a:lnTo>
                <a:lnTo>
                  <a:pt x="466" y="37"/>
                </a:lnTo>
                <a:lnTo>
                  <a:pt x="466" y="38"/>
                </a:lnTo>
                <a:lnTo>
                  <a:pt x="465" y="39"/>
                </a:lnTo>
                <a:lnTo>
                  <a:pt x="464" y="40"/>
                </a:lnTo>
                <a:lnTo>
                  <a:pt x="465" y="42"/>
                </a:lnTo>
                <a:lnTo>
                  <a:pt x="466" y="42"/>
                </a:lnTo>
                <a:lnTo>
                  <a:pt x="466" y="41"/>
                </a:lnTo>
                <a:lnTo>
                  <a:pt x="467" y="40"/>
                </a:lnTo>
                <a:lnTo>
                  <a:pt x="468" y="39"/>
                </a:lnTo>
                <a:lnTo>
                  <a:pt x="469" y="39"/>
                </a:lnTo>
                <a:lnTo>
                  <a:pt x="470" y="39"/>
                </a:lnTo>
                <a:lnTo>
                  <a:pt x="472" y="40"/>
                </a:lnTo>
                <a:lnTo>
                  <a:pt x="473" y="41"/>
                </a:lnTo>
                <a:lnTo>
                  <a:pt x="473" y="42"/>
                </a:lnTo>
                <a:lnTo>
                  <a:pt x="474" y="42"/>
                </a:lnTo>
                <a:lnTo>
                  <a:pt x="475" y="42"/>
                </a:lnTo>
                <a:lnTo>
                  <a:pt x="474" y="41"/>
                </a:lnTo>
                <a:lnTo>
                  <a:pt x="473" y="41"/>
                </a:lnTo>
                <a:lnTo>
                  <a:pt x="474" y="40"/>
                </a:lnTo>
                <a:lnTo>
                  <a:pt x="475" y="39"/>
                </a:lnTo>
                <a:lnTo>
                  <a:pt x="475" y="38"/>
                </a:lnTo>
                <a:lnTo>
                  <a:pt x="476" y="37"/>
                </a:lnTo>
                <a:lnTo>
                  <a:pt x="477" y="37"/>
                </a:lnTo>
                <a:lnTo>
                  <a:pt x="477" y="36"/>
                </a:lnTo>
                <a:lnTo>
                  <a:pt x="476" y="36"/>
                </a:lnTo>
                <a:lnTo>
                  <a:pt x="476" y="35"/>
                </a:lnTo>
                <a:lnTo>
                  <a:pt x="477" y="35"/>
                </a:lnTo>
                <a:lnTo>
                  <a:pt x="479" y="34"/>
                </a:lnTo>
                <a:lnTo>
                  <a:pt x="480" y="34"/>
                </a:lnTo>
                <a:lnTo>
                  <a:pt x="481" y="33"/>
                </a:lnTo>
                <a:lnTo>
                  <a:pt x="482" y="32"/>
                </a:lnTo>
                <a:lnTo>
                  <a:pt x="483" y="32"/>
                </a:lnTo>
                <a:lnTo>
                  <a:pt x="483" y="33"/>
                </a:lnTo>
                <a:lnTo>
                  <a:pt x="484" y="33"/>
                </a:lnTo>
                <a:lnTo>
                  <a:pt x="485" y="33"/>
                </a:lnTo>
                <a:lnTo>
                  <a:pt x="486" y="33"/>
                </a:lnTo>
                <a:lnTo>
                  <a:pt x="487" y="34"/>
                </a:lnTo>
                <a:lnTo>
                  <a:pt x="487" y="36"/>
                </a:lnTo>
                <a:lnTo>
                  <a:pt x="488" y="35"/>
                </a:lnTo>
                <a:lnTo>
                  <a:pt x="489" y="35"/>
                </a:lnTo>
                <a:lnTo>
                  <a:pt x="490" y="36"/>
                </a:lnTo>
                <a:lnTo>
                  <a:pt x="490" y="37"/>
                </a:lnTo>
                <a:lnTo>
                  <a:pt x="490" y="39"/>
                </a:lnTo>
                <a:lnTo>
                  <a:pt x="489" y="40"/>
                </a:lnTo>
                <a:lnTo>
                  <a:pt x="489" y="42"/>
                </a:lnTo>
                <a:lnTo>
                  <a:pt x="489" y="44"/>
                </a:lnTo>
                <a:lnTo>
                  <a:pt x="489" y="45"/>
                </a:lnTo>
                <a:lnTo>
                  <a:pt x="490" y="46"/>
                </a:lnTo>
                <a:lnTo>
                  <a:pt x="490" y="47"/>
                </a:lnTo>
                <a:lnTo>
                  <a:pt x="491" y="47"/>
                </a:lnTo>
                <a:lnTo>
                  <a:pt x="492" y="47"/>
                </a:lnTo>
                <a:lnTo>
                  <a:pt x="493" y="47"/>
                </a:lnTo>
                <a:lnTo>
                  <a:pt x="493" y="46"/>
                </a:lnTo>
                <a:lnTo>
                  <a:pt x="494" y="46"/>
                </a:lnTo>
                <a:lnTo>
                  <a:pt x="495" y="47"/>
                </a:lnTo>
                <a:lnTo>
                  <a:pt x="495" y="46"/>
                </a:lnTo>
                <a:lnTo>
                  <a:pt x="496" y="47"/>
                </a:lnTo>
                <a:lnTo>
                  <a:pt x="497" y="47"/>
                </a:lnTo>
                <a:lnTo>
                  <a:pt x="497" y="46"/>
                </a:lnTo>
                <a:lnTo>
                  <a:pt x="498" y="47"/>
                </a:lnTo>
                <a:lnTo>
                  <a:pt x="499" y="47"/>
                </a:lnTo>
                <a:lnTo>
                  <a:pt x="499" y="46"/>
                </a:lnTo>
                <a:lnTo>
                  <a:pt x="500" y="46"/>
                </a:lnTo>
                <a:lnTo>
                  <a:pt x="500" y="45"/>
                </a:lnTo>
                <a:lnTo>
                  <a:pt x="501" y="45"/>
                </a:lnTo>
                <a:lnTo>
                  <a:pt x="501" y="46"/>
                </a:lnTo>
                <a:lnTo>
                  <a:pt x="502" y="46"/>
                </a:lnTo>
                <a:lnTo>
                  <a:pt x="503" y="46"/>
                </a:lnTo>
                <a:lnTo>
                  <a:pt x="502" y="45"/>
                </a:lnTo>
                <a:lnTo>
                  <a:pt x="502" y="44"/>
                </a:lnTo>
                <a:lnTo>
                  <a:pt x="503" y="44"/>
                </a:lnTo>
                <a:lnTo>
                  <a:pt x="503" y="43"/>
                </a:lnTo>
                <a:lnTo>
                  <a:pt x="505" y="43"/>
                </a:lnTo>
                <a:lnTo>
                  <a:pt x="506" y="44"/>
                </a:lnTo>
                <a:lnTo>
                  <a:pt x="506" y="45"/>
                </a:lnTo>
                <a:lnTo>
                  <a:pt x="507" y="45"/>
                </a:lnTo>
                <a:lnTo>
                  <a:pt x="507" y="46"/>
                </a:lnTo>
                <a:lnTo>
                  <a:pt x="508" y="46"/>
                </a:lnTo>
                <a:lnTo>
                  <a:pt x="508" y="47"/>
                </a:lnTo>
                <a:lnTo>
                  <a:pt x="508" y="48"/>
                </a:lnTo>
                <a:lnTo>
                  <a:pt x="509" y="48"/>
                </a:lnTo>
                <a:lnTo>
                  <a:pt x="509" y="49"/>
                </a:lnTo>
                <a:lnTo>
                  <a:pt x="510" y="49"/>
                </a:lnTo>
                <a:lnTo>
                  <a:pt x="511" y="49"/>
                </a:lnTo>
                <a:lnTo>
                  <a:pt x="511" y="50"/>
                </a:lnTo>
                <a:lnTo>
                  <a:pt x="513" y="50"/>
                </a:lnTo>
                <a:lnTo>
                  <a:pt x="513" y="51"/>
                </a:lnTo>
                <a:lnTo>
                  <a:pt x="514" y="51"/>
                </a:lnTo>
                <a:lnTo>
                  <a:pt x="514" y="52"/>
                </a:lnTo>
                <a:lnTo>
                  <a:pt x="515" y="52"/>
                </a:lnTo>
                <a:lnTo>
                  <a:pt x="516" y="52"/>
                </a:lnTo>
                <a:lnTo>
                  <a:pt x="516" y="53"/>
                </a:lnTo>
                <a:lnTo>
                  <a:pt x="516" y="54"/>
                </a:lnTo>
                <a:lnTo>
                  <a:pt x="517" y="54"/>
                </a:lnTo>
                <a:lnTo>
                  <a:pt x="516" y="56"/>
                </a:lnTo>
                <a:lnTo>
                  <a:pt x="516" y="57"/>
                </a:lnTo>
                <a:lnTo>
                  <a:pt x="516" y="58"/>
                </a:lnTo>
                <a:lnTo>
                  <a:pt x="517" y="58"/>
                </a:lnTo>
                <a:lnTo>
                  <a:pt x="517" y="59"/>
                </a:lnTo>
                <a:lnTo>
                  <a:pt x="517" y="60"/>
                </a:lnTo>
                <a:lnTo>
                  <a:pt x="518" y="61"/>
                </a:lnTo>
                <a:lnTo>
                  <a:pt x="516" y="63"/>
                </a:lnTo>
                <a:lnTo>
                  <a:pt x="517" y="67"/>
                </a:lnTo>
                <a:lnTo>
                  <a:pt x="519" y="101"/>
                </a:lnTo>
                <a:lnTo>
                  <a:pt x="520" y="102"/>
                </a:lnTo>
                <a:lnTo>
                  <a:pt x="520" y="111"/>
                </a:lnTo>
                <a:lnTo>
                  <a:pt x="521" y="114"/>
                </a:lnTo>
                <a:lnTo>
                  <a:pt x="522" y="128"/>
                </a:lnTo>
                <a:lnTo>
                  <a:pt x="528" y="127"/>
                </a:lnTo>
                <a:lnTo>
                  <a:pt x="528" y="120"/>
                </a:lnTo>
                <a:lnTo>
                  <a:pt x="534" y="120"/>
                </a:lnTo>
                <a:lnTo>
                  <a:pt x="540" y="122"/>
                </a:lnTo>
                <a:lnTo>
                  <a:pt x="547" y="126"/>
                </a:lnTo>
                <a:lnTo>
                  <a:pt x="546" y="130"/>
                </a:lnTo>
                <a:lnTo>
                  <a:pt x="553" y="133"/>
                </a:lnTo>
                <a:lnTo>
                  <a:pt x="556" y="134"/>
                </a:lnTo>
                <a:lnTo>
                  <a:pt x="561" y="137"/>
                </a:lnTo>
                <a:lnTo>
                  <a:pt x="566" y="140"/>
                </a:lnTo>
                <a:lnTo>
                  <a:pt x="566" y="141"/>
                </a:lnTo>
                <a:lnTo>
                  <a:pt x="570" y="145"/>
                </a:lnTo>
                <a:lnTo>
                  <a:pt x="570" y="146"/>
                </a:lnTo>
                <a:lnTo>
                  <a:pt x="577" y="150"/>
                </a:lnTo>
                <a:lnTo>
                  <a:pt x="580" y="154"/>
                </a:lnTo>
                <a:lnTo>
                  <a:pt x="584" y="159"/>
                </a:lnTo>
                <a:lnTo>
                  <a:pt x="588" y="163"/>
                </a:lnTo>
                <a:lnTo>
                  <a:pt x="593" y="171"/>
                </a:lnTo>
                <a:lnTo>
                  <a:pt x="594" y="171"/>
                </a:lnTo>
                <a:lnTo>
                  <a:pt x="594" y="172"/>
                </a:lnTo>
                <a:lnTo>
                  <a:pt x="599" y="178"/>
                </a:lnTo>
                <a:lnTo>
                  <a:pt x="601" y="180"/>
                </a:lnTo>
                <a:lnTo>
                  <a:pt x="602" y="180"/>
                </a:lnTo>
                <a:lnTo>
                  <a:pt x="605" y="177"/>
                </a:lnTo>
                <a:lnTo>
                  <a:pt x="612" y="187"/>
                </a:lnTo>
                <a:lnTo>
                  <a:pt x="610" y="189"/>
                </a:lnTo>
                <a:lnTo>
                  <a:pt x="611" y="189"/>
                </a:lnTo>
                <a:lnTo>
                  <a:pt x="612" y="190"/>
                </a:lnTo>
                <a:lnTo>
                  <a:pt x="613" y="191"/>
                </a:lnTo>
                <a:lnTo>
                  <a:pt x="615" y="191"/>
                </a:lnTo>
                <a:lnTo>
                  <a:pt x="617" y="192"/>
                </a:lnTo>
                <a:lnTo>
                  <a:pt x="618" y="193"/>
                </a:lnTo>
                <a:lnTo>
                  <a:pt x="620" y="193"/>
                </a:lnTo>
                <a:lnTo>
                  <a:pt x="621" y="193"/>
                </a:lnTo>
                <a:lnTo>
                  <a:pt x="622" y="193"/>
                </a:lnTo>
                <a:lnTo>
                  <a:pt x="624" y="192"/>
                </a:lnTo>
                <a:lnTo>
                  <a:pt x="626" y="192"/>
                </a:lnTo>
                <a:lnTo>
                  <a:pt x="626" y="193"/>
                </a:lnTo>
                <a:lnTo>
                  <a:pt x="627" y="193"/>
                </a:lnTo>
                <a:lnTo>
                  <a:pt x="628" y="193"/>
                </a:lnTo>
                <a:lnTo>
                  <a:pt x="629" y="193"/>
                </a:lnTo>
                <a:lnTo>
                  <a:pt x="630" y="193"/>
                </a:lnTo>
                <a:lnTo>
                  <a:pt x="634" y="194"/>
                </a:lnTo>
                <a:lnTo>
                  <a:pt x="635" y="195"/>
                </a:lnTo>
                <a:lnTo>
                  <a:pt x="636" y="195"/>
                </a:lnTo>
                <a:lnTo>
                  <a:pt x="637" y="196"/>
                </a:lnTo>
                <a:lnTo>
                  <a:pt x="637" y="197"/>
                </a:lnTo>
                <a:lnTo>
                  <a:pt x="638" y="197"/>
                </a:lnTo>
                <a:lnTo>
                  <a:pt x="638" y="196"/>
                </a:lnTo>
                <a:lnTo>
                  <a:pt x="639" y="196"/>
                </a:lnTo>
                <a:lnTo>
                  <a:pt x="640" y="197"/>
                </a:lnTo>
                <a:lnTo>
                  <a:pt x="641" y="197"/>
                </a:lnTo>
                <a:lnTo>
                  <a:pt x="643" y="198"/>
                </a:lnTo>
                <a:lnTo>
                  <a:pt x="644" y="198"/>
                </a:lnTo>
                <a:lnTo>
                  <a:pt x="649" y="199"/>
                </a:lnTo>
                <a:lnTo>
                  <a:pt x="651" y="199"/>
                </a:lnTo>
                <a:lnTo>
                  <a:pt x="654" y="199"/>
                </a:lnTo>
                <a:lnTo>
                  <a:pt x="655" y="199"/>
                </a:lnTo>
                <a:lnTo>
                  <a:pt x="660" y="203"/>
                </a:lnTo>
                <a:lnTo>
                  <a:pt x="660" y="204"/>
                </a:lnTo>
                <a:lnTo>
                  <a:pt x="659" y="204"/>
                </a:lnTo>
                <a:lnTo>
                  <a:pt x="659" y="205"/>
                </a:lnTo>
                <a:lnTo>
                  <a:pt x="660" y="205"/>
                </a:lnTo>
                <a:lnTo>
                  <a:pt x="662" y="205"/>
                </a:lnTo>
                <a:lnTo>
                  <a:pt x="664" y="205"/>
                </a:lnTo>
                <a:lnTo>
                  <a:pt x="665" y="204"/>
                </a:lnTo>
                <a:lnTo>
                  <a:pt x="667" y="204"/>
                </a:lnTo>
                <a:lnTo>
                  <a:pt x="669" y="204"/>
                </a:lnTo>
                <a:lnTo>
                  <a:pt x="670" y="203"/>
                </a:lnTo>
                <a:lnTo>
                  <a:pt x="671" y="203"/>
                </a:lnTo>
                <a:lnTo>
                  <a:pt x="672" y="203"/>
                </a:lnTo>
                <a:lnTo>
                  <a:pt x="672" y="202"/>
                </a:lnTo>
                <a:lnTo>
                  <a:pt x="673" y="202"/>
                </a:lnTo>
                <a:lnTo>
                  <a:pt x="673" y="203"/>
                </a:lnTo>
                <a:lnTo>
                  <a:pt x="674" y="205"/>
                </a:lnTo>
                <a:lnTo>
                  <a:pt x="675" y="205"/>
                </a:lnTo>
                <a:lnTo>
                  <a:pt x="675" y="204"/>
                </a:lnTo>
                <a:lnTo>
                  <a:pt x="675" y="203"/>
                </a:lnTo>
                <a:lnTo>
                  <a:pt x="676" y="203"/>
                </a:lnTo>
                <a:lnTo>
                  <a:pt x="676" y="202"/>
                </a:lnTo>
                <a:lnTo>
                  <a:pt x="676" y="201"/>
                </a:lnTo>
                <a:lnTo>
                  <a:pt x="678" y="202"/>
                </a:lnTo>
                <a:lnTo>
                  <a:pt x="679" y="202"/>
                </a:lnTo>
                <a:lnTo>
                  <a:pt x="682" y="202"/>
                </a:lnTo>
                <a:lnTo>
                  <a:pt x="683" y="201"/>
                </a:lnTo>
                <a:lnTo>
                  <a:pt x="685" y="200"/>
                </a:lnTo>
                <a:lnTo>
                  <a:pt x="686" y="200"/>
                </a:lnTo>
                <a:lnTo>
                  <a:pt x="687" y="199"/>
                </a:lnTo>
                <a:lnTo>
                  <a:pt x="688" y="198"/>
                </a:lnTo>
                <a:lnTo>
                  <a:pt x="689" y="197"/>
                </a:lnTo>
                <a:lnTo>
                  <a:pt x="690" y="197"/>
                </a:lnTo>
                <a:lnTo>
                  <a:pt x="690" y="196"/>
                </a:lnTo>
                <a:lnTo>
                  <a:pt x="691" y="196"/>
                </a:lnTo>
                <a:lnTo>
                  <a:pt x="693" y="196"/>
                </a:lnTo>
                <a:lnTo>
                  <a:pt x="694" y="197"/>
                </a:lnTo>
                <a:lnTo>
                  <a:pt x="695" y="199"/>
                </a:lnTo>
                <a:lnTo>
                  <a:pt x="696" y="201"/>
                </a:lnTo>
                <a:lnTo>
                  <a:pt x="695" y="201"/>
                </a:lnTo>
                <a:lnTo>
                  <a:pt x="693" y="203"/>
                </a:lnTo>
                <a:lnTo>
                  <a:pt x="692" y="203"/>
                </a:lnTo>
                <a:lnTo>
                  <a:pt x="691" y="203"/>
                </a:lnTo>
                <a:lnTo>
                  <a:pt x="690" y="204"/>
                </a:lnTo>
                <a:lnTo>
                  <a:pt x="690" y="205"/>
                </a:lnTo>
                <a:lnTo>
                  <a:pt x="688" y="206"/>
                </a:lnTo>
                <a:lnTo>
                  <a:pt x="686" y="208"/>
                </a:lnTo>
                <a:lnTo>
                  <a:pt x="685" y="209"/>
                </a:lnTo>
                <a:lnTo>
                  <a:pt x="683" y="209"/>
                </a:lnTo>
                <a:lnTo>
                  <a:pt x="682" y="210"/>
                </a:lnTo>
                <a:lnTo>
                  <a:pt x="682" y="211"/>
                </a:lnTo>
                <a:lnTo>
                  <a:pt x="681" y="212"/>
                </a:lnTo>
                <a:lnTo>
                  <a:pt x="681" y="213"/>
                </a:lnTo>
                <a:lnTo>
                  <a:pt x="680" y="213"/>
                </a:lnTo>
                <a:lnTo>
                  <a:pt x="679" y="214"/>
                </a:lnTo>
                <a:lnTo>
                  <a:pt x="678" y="214"/>
                </a:lnTo>
                <a:lnTo>
                  <a:pt x="677" y="215"/>
                </a:lnTo>
                <a:lnTo>
                  <a:pt x="674" y="216"/>
                </a:lnTo>
                <a:lnTo>
                  <a:pt x="674" y="217"/>
                </a:lnTo>
                <a:lnTo>
                  <a:pt x="673" y="217"/>
                </a:lnTo>
                <a:lnTo>
                  <a:pt x="671" y="218"/>
                </a:lnTo>
                <a:lnTo>
                  <a:pt x="671" y="219"/>
                </a:lnTo>
                <a:lnTo>
                  <a:pt x="669" y="221"/>
                </a:lnTo>
                <a:lnTo>
                  <a:pt x="669" y="222"/>
                </a:lnTo>
                <a:lnTo>
                  <a:pt x="668" y="222"/>
                </a:lnTo>
                <a:lnTo>
                  <a:pt x="666" y="224"/>
                </a:lnTo>
                <a:lnTo>
                  <a:pt x="666" y="225"/>
                </a:lnTo>
                <a:lnTo>
                  <a:pt x="665" y="225"/>
                </a:lnTo>
                <a:lnTo>
                  <a:pt x="664" y="225"/>
                </a:lnTo>
                <a:lnTo>
                  <a:pt x="664" y="226"/>
                </a:lnTo>
                <a:lnTo>
                  <a:pt x="663" y="226"/>
                </a:lnTo>
                <a:lnTo>
                  <a:pt x="664" y="227"/>
                </a:lnTo>
                <a:lnTo>
                  <a:pt x="663" y="229"/>
                </a:lnTo>
                <a:lnTo>
                  <a:pt x="661" y="232"/>
                </a:lnTo>
                <a:lnTo>
                  <a:pt x="660" y="233"/>
                </a:lnTo>
                <a:lnTo>
                  <a:pt x="660" y="234"/>
                </a:lnTo>
                <a:lnTo>
                  <a:pt x="659" y="235"/>
                </a:lnTo>
                <a:lnTo>
                  <a:pt x="658" y="236"/>
                </a:lnTo>
                <a:lnTo>
                  <a:pt x="658" y="238"/>
                </a:lnTo>
                <a:lnTo>
                  <a:pt x="658" y="242"/>
                </a:lnTo>
                <a:lnTo>
                  <a:pt x="655" y="246"/>
                </a:lnTo>
                <a:lnTo>
                  <a:pt x="653" y="247"/>
                </a:lnTo>
                <a:lnTo>
                  <a:pt x="653" y="248"/>
                </a:lnTo>
                <a:lnTo>
                  <a:pt x="652" y="249"/>
                </a:lnTo>
                <a:lnTo>
                  <a:pt x="652" y="248"/>
                </a:lnTo>
                <a:lnTo>
                  <a:pt x="651" y="249"/>
                </a:lnTo>
                <a:lnTo>
                  <a:pt x="650" y="249"/>
                </a:lnTo>
                <a:lnTo>
                  <a:pt x="649" y="250"/>
                </a:lnTo>
                <a:lnTo>
                  <a:pt x="648" y="251"/>
                </a:lnTo>
                <a:lnTo>
                  <a:pt x="647" y="252"/>
                </a:lnTo>
                <a:lnTo>
                  <a:pt x="645" y="254"/>
                </a:lnTo>
                <a:lnTo>
                  <a:pt x="644" y="254"/>
                </a:lnTo>
                <a:lnTo>
                  <a:pt x="643" y="256"/>
                </a:lnTo>
                <a:lnTo>
                  <a:pt x="642" y="257"/>
                </a:lnTo>
                <a:lnTo>
                  <a:pt x="641" y="258"/>
                </a:lnTo>
                <a:lnTo>
                  <a:pt x="641" y="259"/>
                </a:lnTo>
                <a:lnTo>
                  <a:pt x="640" y="260"/>
                </a:lnTo>
                <a:lnTo>
                  <a:pt x="641" y="261"/>
                </a:lnTo>
                <a:lnTo>
                  <a:pt x="640" y="261"/>
                </a:lnTo>
                <a:lnTo>
                  <a:pt x="639" y="262"/>
                </a:lnTo>
                <a:lnTo>
                  <a:pt x="639" y="263"/>
                </a:lnTo>
                <a:lnTo>
                  <a:pt x="638" y="266"/>
                </a:lnTo>
                <a:lnTo>
                  <a:pt x="637" y="267"/>
                </a:lnTo>
                <a:lnTo>
                  <a:pt x="637" y="268"/>
                </a:lnTo>
                <a:lnTo>
                  <a:pt x="636" y="270"/>
                </a:lnTo>
                <a:lnTo>
                  <a:pt x="635" y="271"/>
                </a:lnTo>
                <a:lnTo>
                  <a:pt x="634" y="271"/>
                </a:lnTo>
                <a:lnTo>
                  <a:pt x="633" y="272"/>
                </a:lnTo>
                <a:lnTo>
                  <a:pt x="633" y="273"/>
                </a:lnTo>
                <a:lnTo>
                  <a:pt x="632" y="276"/>
                </a:lnTo>
                <a:lnTo>
                  <a:pt x="632" y="277"/>
                </a:lnTo>
                <a:lnTo>
                  <a:pt x="631" y="279"/>
                </a:lnTo>
                <a:lnTo>
                  <a:pt x="629" y="279"/>
                </a:lnTo>
                <a:lnTo>
                  <a:pt x="629" y="278"/>
                </a:lnTo>
                <a:lnTo>
                  <a:pt x="628" y="279"/>
                </a:lnTo>
                <a:lnTo>
                  <a:pt x="626" y="281"/>
                </a:lnTo>
                <a:lnTo>
                  <a:pt x="623" y="282"/>
                </a:lnTo>
                <a:lnTo>
                  <a:pt x="622" y="282"/>
                </a:lnTo>
                <a:lnTo>
                  <a:pt x="621" y="283"/>
                </a:lnTo>
                <a:lnTo>
                  <a:pt x="620" y="283"/>
                </a:lnTo>
                <a:lnTo>
                  <a:pt x="619" y="284"/>
                </a:lnTo>
                <a:lnTo>
                  <a:pt x="618" y="284"/>
                </a:lnTo>
                <a:lnTo>
                  <a:pt x="618" y="283"/>
                </a:lnTo>
                <a:lnTo>
                  <a:pt x="617" y="283"/>
                </a:lnTo>
                <a:lnTo>
                  <a:pt x="617" y="284"/>
                </a:lnTo>
                <a:lnTo>
                  <a:pt x="616" y="284"/>
                </a:lnTo>
                <a:lnTo>
                  <a:pt x="616" y="285"/>
                </a:lnTo>
                <a:lnTo>
                  <a:pt x="615" y="286"/>
                </a:lnTo>
                <a:lnTo>
                  <a:pt x="613" y="286"/>
                </a:lnTo>
                <a:lnTo>
                  <a:pt x="612" y="286"/>
                </a:lnTo>
                <a:lnTo>
                  <a:pt x="611" y="285"/>
                </a:lnTo>
                <a:lnTo>
                  <a:pt x="609" y="285"/>
                </a:lnTo>
                <a:lnTo>
                  <a:pt x="608" y="285"/>
                </a:lnTo>
                <a:lnTo>
                  <a:pt x="608" y="286"/>
                </a:lnTo>
                <a:lnTo>
                  <a:pt x="608" y="287"/>
                </a:lnTo>
                <a:lnTo>
                  <a:pt x="608" y="288"/>
                </a:lnTo>
                <a:lnTo>
                  <a:pt x="607" y="288"/>
                </a:lnTo>
                <a:lnTo>
                  <a:pt x="607" y="289"/>
                </a:lnTo>
                <a:lnTo>
                  <a:pt x="606" y="289"/>
                </a:lnTo>
                <a:lnTo>
                  <a:pt x="606" y="290"/>
                </a:lnTo>
                <a:lnTo>
                  <a:pt x="605" y="291"/>
                </a:lnTo>
                <a:lnTo>
                  <a:pt x="604" y="291"/>
                </a:lnTo>
                <a:lnTo>
                  <a:pt x="604" y="292"/>
                </a:lnTo>
                <a:lnTo>
                  <a:pt x="604" y="293"/>
                </a:lnTo>
                <a:lnTo>
                  <a:pt x="603" y="294"/>
                </a:lnTo>
                <a:lnTo>
                  <a:pt x="603" y="295"/>
                </a:lnTo>
                <a:lnTo>
                  <a:pt x="601" y="295"/>
                </a:lnTo>
                <a:lnTo>
                  <a:pt x="602" y="293"/>
                </a:lnTo>
                <a:lnTo>
                  <a:pt x="600" y="291"/>
                </a:lnTo>
                <a:lnTo>
                  <a:pt x="593" y="294"/>
                </a:lnTo>
                <a:lnTo>
                  <a:pt x="592" y="295"/>
                </a:lnTo>
                <a:lnTo>
                  <a:pt x="591" y="295"/>
                </a:lnTo>
                <a:lnTo>
                  <a:pt x="590" y="295"/>
                </a:lnTo>
                <a:lnTo>
                  <a:pt x="590" y="296"/>
                </a:lnTo>
                <a:lnTo>
                  <a:pt x="590" y="297"/>
                </a:lnTo>
                <a:lnTo>
                  <a:pt x="589" y="297"/>
                </a:lnTo>
                <a:lnTo>
                  <a:pt x="590" y="298"/>
                </a:lnTo>
                <a:lnTo>
                  <a:pt x="591" y="298"/>
                </a:lnTo>
                <a:lnTo>
                  <a:pt x="592" y="298"/>
                </a:lnTo>
                <a:lnTo>
                  <a:pt x="591" y="300"/>
                </a:lnTo>
                <a:lnTo>
                  <a:pt x="589" y="303"/>
                </a:lnTo>
                <a:lnTo>
                  <a:pt x="589" y="304"/>
                </a:lnTo>
                <a:lnTo>
                  <a:pt x="588" y="304"/>
                </a:lnTo>
                <a:lnTo>
                  <a:pt x="587" y="304"/>
                </a:lnTo>
                <a:lnTo>
                  <a:pt x="587" y="306"/>
                </a:lnTo>
                <a:lnTo>
                  <a:pt x="587" y="307"/>
                </a:lnTo>
                <a:lnTo>
                  <a:pt x="588" y="308"/>
                </a:lnTo>
                <a:lnTo>
                  <a:pt x="589" y="308"/>
                </a:lnTo>
                <a:lnTo>
                  <a:pt x="589" y="307"/>
                </a:lnTo>
                <a:lnTo>
                  <a:pt x="590" y="308"/>
                </a:lnTo>
                <a:lnTo>
                  <a:pt x="590" y="309"/>
                </a:lnTo>
                <a:lnTo>
                  <a:pt x="591" y="311"/>
                </a:lnTo>
                <a:lnTo>
                  <a:pt x="591" y="312"/>
                </a:lnTo>
                <a:lnTo>
                  <a:pt x="590" y="313"/>
                </a:lnTo>
                <a:lnTo>
                  <a:pt x="590" y="314"/>
                </a:lnTo>
                <a:lnTo>
                  <a:pt x="590" y="315"/>
                </a:lnTo>
                <a:lnTo>
                  <a:pt x="591" y="315"/>
                </a:lnTo>
                <a:lnTo>
                  <a:pt x="591" y="316"/>
                </a:lnTo>
                <a:lnTo>
                  <a:pt x="590" y="316"/>
                </a:lnTo>
                <a:lnTo>
                  <a:pt x="590" y="317"/>
                </a:lnTo>
                <a:lnTo>
                  <a:pt x="591" y="317"/>
                </a:lnTo>
                <a:lnTo>
                  <a:pt x="593" y="316"/>
                </a:lnTo>
                <a:lnTo>
                  <a:pt x="595" y="314"/>
                </a:lnTo>
                <a:lnTo>
                  <a:pt x="596" y="314"/>
                </a:lnTo>
                <a:lnTo>
                  <a:pt x="595" y="313"/>
                </a:lnTo>
                <a:lnTo>
                  <a:pt x="595" y="311"/>
                </a:lnTo>
                <a:lnTo>
                  <a:pt x="595" y="310"/>
                </a:lnTo>
                <a:lnTo>
                  <a:pt x="595" y="308"/>
                </a:lnTo>
                <a:lnTo>
                  <a:pt x="596" y="305"/>
                </a:lnTo>
                <a:lnTo>
                  <a:pt x="595" y="304"/>
                </a:lnTo>
                <a:lnTo>
                  <a:pt x="596" y="304"/>
                </a:lnTo>
                <a:lnTo>
                  <a:pt x="596" y="303"/>
                </a:lnTo>
                <a:lnTo>
                  <a:pt x="597" y="302"/>
                </a:lnTo>
                <a:lnTo>
                  <a:pt x="598" y="302"/>
                </a:lnTo>
                <a:lnTo>
                  <a:pt x="599" y="301"/>
                </a:lnTo>
                <a:lnTo>
                  <a:pt x="599" y="299"/>
                </a:lnTo>
                <a:lnTo>
                  <a:pt x="600" y="298"/>
                </a:lnTo>
                <a:lnTo>
                  <a:pt x="603" y="301"/>
                </a:lnTo>
                <a:lnTo>
                  <a:pt x="603" y="302"/>
                </a:lnTo>
                <a:lnTo>
                  <a:pt x="604" y="302"/>
                </a:lnTo>
                <a:lnTo>
                  <a:pt x="605" y="303"/>
                </a:lnTo>
                <a:lnTo>
                  <a:pt x="605" y="304"/>
                </a:lnTo>
                <a:lnTo>
                  <a:pt x="604" y="304"/>
                </a:lnTo>
                <a:lnTo>
                  <a:pt x="604" y="305"/>
                </a:lnTo>
                <a:lnTo>
                  <a:pt x="603" y="306"/>
                </a:lnTo>
                <a:lnTo>
                  <a:pt x="604" y="306"/>
                </a:lnTo>
                <a:lnTo>
                  <a:pt x="604" y="308"/>
                </a:lnTo>
                <a:lnTo>
                  <a:pt x="603" y="308"/>
                </a:lnTo>
                <a:lnTo>
                  <a:pt x="603" y="307"/>
                </a:lnTo>
                <a:lnTo>
                  <a:pt x="602" y="308"/>
                </a:lnTo>
                <a:lnTo>
                  <a:pt x="603" y="308"/>
                </a:lnTo>
                <a:lnTo>
                  <a:pt x="603" y="309"/>
                </a:lnTo>
                <a:lnTo>
                  <a:pt x="603" y="310"/>
                </a:lnTo>
                <a:lnTo>
                  <a:pt x="603" y="311"/>
                </a:lnTo>
                <a:lnTo>
                  <a:pt x="603" y="312"/>
                </a:lnTo>
                <a:lnTo>
                  <a:pt x="603" y="313"/>
                </a:lnTo>
                <a:lnTo>
                  <a:pt x="602" y="313"/>
                </a:lnTo>
                <a:lnTo>
                  <a:pt x="601" y="313"/>
                </a:lnTo>
                <a:lnTo>
                  <a:pt x="599" y="315"/>
                </a:lnTo>
                <a:lnTo>
                  <a:pt x="599" y="316"/>
                </a:lnTo>
                <a:lnTo>
                  <a:pt x="599" y="317"/>
                </a:lnTo>
                <a:lnTo>
                  <a:pt x="599" y="318"/>
                </a:lnTo>
                <a:lnTo>
                  <a:pt x="600" y="320"/>
                </a:lnTo>
                <a:lnTo>
                  <a:pt x="600" y="319"/>
                </a:lnTo>
                <a:lnTo>
                  <a:pt x="601" y="318"/>
                </a:lnTo>
                <a:lnTo>
                  <a:pt x="602" y="318"/>
                </a:lnTo>
                <a:lnTo>
                  <a:pt x="602" y="317"/>
                </a:lnTo>
                <a:lnTo>
                  <a:pt x="603" y="317"/>
                </a:lnTo>
                <a:lnTo>
                  <a:pt x="604" y="317"/>
                </a:lnTo>
                <a:lnTo>
                  <a:pt x="605" y="315"/>
                </a:lnTo>
                <a:lnTo>
                  <a:pt x="605" y="314"/>
                </a:lnTo>
                <a:lnTo>
                  <a:pt x="606" y="313"/>
                </a:lnTo>
                <a:lnTo>
                  <a:pt x="606" y="312"/>
                </a:lnTo>
                <a:lnTo>
                  <a:pt x="607" y="309"/>
                </a:lnTo>
                <a:lnTo>
                  <a:pt x="608" y="309"/>
                </a:lnTo>
                <a:lnTo>
                  <a:pt x="608" y="308"/>
                </a:lnTo>
                <a:lnTo>
                  <a:pt x="608" y="307"/>
                </a:lnTo>
                <a:lnTo>
                  <a:pt x="607" y="305"/>
                </a:lnTo>
                <a:lnTo>
                  <a:pt x="608" y="305"/>
                </a:lnTo>
                <a:lnTo>
                  <a:pt x="609" y="305"/>
                </a:lnTo>
                <a:lnTo>
                  <a:pt x="609" y="304"/>
                </a:lnTo>
                <a:lnTo>
                  <a:pt x="610" y="303"/>
                </a:lnTo>
                <a:lnTo>
                  <a:pt x="610" y="301"/>
                </a:lnTo>
                <a:lnTo>
                  <a:pt x="611" y="300"/>
                </a:lnTo>
                <a:lnTo>
                  <a:pt x="613" y="299"/>
                </a:lnTo>
                <a:lnTo>
                  <a:pt x="614" y="298"/>
                </a:lnTo>
                <a:lnTo>
                  <a:pt x="621" y="295"/>
                </a:lnTo>
                <a:lnTo>
                  <a:pt x="622" y="294"/>
                </a:lnTo>
                <a:lnTo>
                  <a:pt x="623" y="293"/>
                </a:lnTo>
                <a:lnTo>
                  <a:pt x="624" y="293"/>
                </a:lnTo>
                <a:lnTo>
                  <a:pt x="625" y="291"/>
                </a:lnTo>
                <a:lnTo>
                  <a:pt x="627" y="289"/>
                </a:lnTo>
                <a:lnTo>
                  <a:pt x="628" y="288"/>
                </a:lnTo>
                <a:lnTo>
                  <a:pt x="629" y="287"/>
                </a:lnTo>
                <a:lnTo>
                  <a:pt x="630" y="287"/>
                </a:lnTo>
                <a:lnTo>
                  <a:pt x="630" y="285"/>
                </a:lnTo>
                <a:lnTo>
                  <a:pt x="631" y="285"/>
                </a:lnTo>
                <a:lnTo>
                  <a:pt x="632" y="285"/>
                </a:lnTo>
                <a:lnTo>
                  <a:pt x="634" y="284"/>
                </a:lnTo>
                <a:lnTo>
                  <a:pt x="635" y="283"/>
                </a:lnTo>
                <a:lnTo>
                  <a:pt x="635" y="282"/>
                </a:lnTo>
                <a:lnTo>
                  <a:pt x="636" y="282"/>
                </a:lnTo>
                <a:lnTo>
                  <a:pt x="637" y="282"/>
                </a:lnTo>
                <a:lnTo>
                  <a:pt x="638" y="282"/>
                </a:lnTo>
                <a:lnTo>
                  <a:pt x="638" y="283"/>
                </a:lnTo>
                <a:lnTo>
                  <a:pt x="639" y="283"/>
                </a:lnTo>
                <a:lnTo>
                  <a:pt x="640" y="284"/>
                </a:lnTo>
                <a:lnTo>
                  <a:pt x="641" y="284"/>
                </a:lnTo>
                <a:lnTo>
                  <a:pt x="642" y="284"/>
                </a:lnTo>
                <a:lnTo>
                  <a:pt x="643" y="283"/>
                </a:lnTo>
                <a:lnTo>
                  <a:pt x="643" y="282"/>
                </a:lnTo>
                <a:lnTo>
                  <a:pt x="645" y="281"/>
                </a:lnTo>
                <a:lnTo>
                  <a:pt x="646" y="281"/>
                </a:lnTo>
                <a:lnTo>
                  <a:pt x="646" y="282"/>
                </a:lnTo>
                <a:lnTo>
                  <a:pt x="645" y="282"/>
                </a:lnTo>
                <a:lnTo>
                  <a:pt x="645" y="283"/>
                </a:lnTo>
                <a:lnTo>
                  <a:pt x="645" y="284"/>
                </a:lnTo>
                <a:lnTo>
                  <a:pt x="644" y="285"/>
                </a:lnTo>
                <a:lnTo>
                  <a:pt x="643" y="287"/>
                </a:lnTo>
                <a:lnTo>
                  <a:pt x="643" y="290"/>
                </a:lnTo>
                <a:lnTo>
                  <a:pt x="644" y="291"/>
                </a:lnTo>
                <a:lnTo>
                  <a:pt x="644" y="293"/>
                </a:lnTo>
                <a:lnTo>
                  <a:pt x="645" y="293"/>
                </a:lnTo>
                <a:lnTo>
                  <a:pt x="645" y="294"/>
                </a:lnTo>
                <a:lnTo>
                  <a:pt x="646" y="295"/>
                </a:lnTo>
                <a:lnTo>
                  <a:pt x="647" y="295"/>
                </a:lnTo>
                <a:lnTo>
                  <a:pt x="649" y="294"/>
                </a:lnTo>
                <a:lnTo>
                  <a:pt x="649" y="293"/>
                </a:lnTo>
                <a:lnTo>
                  <a:pt x="651" y="293"/>
                </a:lnTo>
                <a:lnTo>
                  <a:pt x="652" y="293"/>
                </a:lnTo>
                <a:lnTo>
                  <a:pt x="652" y="292"/>
                </a:lnTo>
                <a:lnTo>
                  <a:pt x="652" y="291"/>
                </a:lnTo>
                <a:lnTo>
                  <a:pt x="653" y="291"/>
                </a:lnTo>
                <a:lnTo>
                  <a:pt x="653" y="290"/>
                </a:lnTo>
                <a:lnTo>
                  <a:pt x="654" y="289"/>
                </a:lnTo>
                <a:lnTo>
                  <a:pt x="654" y="288"/>
                </a:lnTo>
                <a:lnTo>
                  <a:pt x="653" y="287"/>
                </a:lnTo>
                <a:lnTo>
                  <a:pt x="653" y="285"/>
                </a:lnTo>
                <a:lnTo>
                  <a:pt x="654" y="285"/>
                </a:lnTo>
                <a:lnTo>
                  <a:pt x="654" y="284"/>
                </a:lnTo>
                <a:lnTo>
                  <a:pt x="654" y="283"/>
                </a:lnTo>
                <a:lnTo>
                  <a:pt x="655" y="281"/>
                </a:lnTo>
                <a:lnTo>
                  <a:pt x="656" y="281"/>
                </a:lnTo>
                <a:lnTo>
                  <a:pt x="657" y="280"/>
                </a:lnTo>
                <a:lnTo>
                  <a:pt x="656" y="279"/>
                </a:lnTo>
                <a:lnTo>
                  <a:pt x="655" y="279"/>
                </a:lnTo>
                <a:lnTo>
                  <a:pt x="654" y="278"/>
                </a:lnTo>
                <a:lnTo>
                  <a:pt x="652" y="278"/>
                </a:lnTo>
                <a:lnTo>
                  <a:pt x="648" y="278"/>
                </a:lnTo>
                <a:lnTo>
                  <a:pt x="648" y="279"/>
                </a:lnTo>
                <a:lnTo>
                  <a:pt x="647" y="279"/>
                </a:lnTo>
                <a:lnTo>
                  <a:pt x="645" y="279"/>
                </a:lnTo>
                <a:lnTo>
                  <a:pt x="644" y="279"/>
                </a:lnTo>
                <a:lnTo>
                  <a:pt x="643" y="280"/>
                </a:lnTo>
                <a:lnTo>
                  <a:pt x="642" y="280"/>
                </a:lnTo>
                <a:lnTo>
                  <a:pt x="641" y="280"/>
                </a:lnTo>
                <a:lnTo>
                  <a:pt x="640" y="281"/>
                </a:lnTo>
                <a:lnTo>
                  <a:pt x="639" y="281"/>
                </a:lnTo>
                <a:lnTo>
                  <a:pt x="639" y="280"/>
                </a:lnTo>
                <a:lnTo>
                  <a:pt x="639" y="278"/>
                </a:lnTo>
                <a:lnTo>
                  <a:pt x="640" y="277"/>
                </a:lnTo>
                <a:lnTo>
                  <a:pt x="641" y="275"/>
                </a:lnTo>
                <a:lnTo>
                  <a:pt x="642" y="275"/>
                </a:lnTo>
                <a:lnTo>
                  <a:pt x="644" y="274"/>
                </a:lnTo>
                <a:lnTo>
                  <a:pt x="644" y="272"/>
                </a:lnTo>
                <a:lnTo>
                  <a:pt x="644" y="271"/>
                </a:lnTo>
                <a:lnTo>
                  <a:pt x="645" y="271"/>
                </a:lnTo>
                <a:lnTo>
                  <a:pt x="645" y="270"/>
                </a:lnTo>
                <a:lnTo>
                  <a:pt x="645" y="269"/>
                </a:lnTo>
                <a:lnTo>
                  <a:pt x="646" y="269"/>
                </a:lnTo>
                <a:lnTo>
                  <a:pt x="645" y="268"/>
                </a:lnTo>
                <a:lnTo>
                  <a:pt x="646" y="267"/>
                </a:lnTo>
                <a:lnTo>
                  <a:pt x="647" y="267"/>
                </a:lnTo>
                <a:lnTo>
                  <a:pt x="648" y="267"/>
                </a:lnTo>
                <a:lnTo>
                  <a:pt x="650" y="266"/>
                </a:lnTo>
                <a:lnTo>
                  <a:pt x="650" y="265"/>
                </a:lnTo>
                <a:lnTo>
                  <a:pt x="653" y="264"/>
                </a:lnTo>
                <a:lnTo>
                  <a:pt x="655" y="263"/>
                </a:lnTo>
                <a:lnTo>
                  <a:pt x="656" y="263"/>
                </a:lnTo>
                <a:lnTo>
                  <a:pt x="657" y="262"/>
                </a:lnTo>
                <a:lnTo>
                  <a:pt x="657" y="261"/>
                </a:lnTo>
                <a:lnTo>
                  <a:pt x="658" y="261"/>
                </a:lnTo>
                <a:lnTo>
                  <a:pt x="660" y="262"/>
                </a:lnTo>
                <a:lnTo>
                  <a:pt x="661" y="261"/>
                </a:lnTo>
                <a:lnTo>
                  <a:pt x="662" y="260"/>
                </a:lnTo>
                <a:lnTo>
                  <a:pt x="662" y="261"/>
                </a:lnTo>
                <a:lnTo>
                  <a:pt x="664" y="260"/>
                </a:lnTo>
                <a:lnTo>
                  <a:pt x="665" y="258"/>
                </a:lnTo>
                <a:lnTo>
                  <a:pt x="665" y="257"/>
                </a:lnTo>
                <a:lnTo>
                  <a:pt x="665" y="256"/>
                </a:lnTo>
                <a:lnTo>
                  <a:pt x="667" y="255"/>
                </a:lnTo>
                <a:lnTo>
                  <a:pt x="668" y="256"/>
                </a:lnTo>
                <a:lnTo>
                  <a:pt x="669" y="257"/>
                </a:lnTo>
                <a:lnTo>
                  <a:pt x="670" y="257"/>
                </a:lnTo>
                <a:lnTo>
                  <a:pt x="670" y="256"/>
                </a:lnTo>
                <a:lnTo>
                  <a:pt x="672" y="256"/>
                </a:lnTo>
                <a:lnTo>
                  <a:pt x="673" y="257"/>
                </a:lnTo>
                <a:lnTo>
                  <a:pt x="673" y="259"/>
                </a:lnTo>
                <a:lnTo>
                  <a:pt x="676" y="259"/>
                </a:lnTo>
                <a:lnTo>
                  <a:pt x="677" y="260"/>
                </a:lnTo>
                <a:lnTo>
                  <a:pt x="677" y="261"/>
                </a:lnTo>
                <a:lnTo>
                  <a:pt x="677" y="263"/>
                </a:lnTo>
                <a:lnTo>
                  <a:pt x="678" y="263"/>
                </a:lnTo>
                <a:lnTo>
                  <a:pt x="679" y="262"/>
                </a:lnTo>
                <a:lnTo>
                  <a:pt x="680" y="262"/>
                </a:lnTo>
                <a:lnTo>
                  <a:pt x="680" y="263"/>
                </a:lnTo>
                <a:lnTo>
                  <a:pt x="681" y="265"/>
                </a:lnTo>
                <a:lnTo>
                  <a:pt x="680" y="266"/>
                </a:lnTo>
                <a:lnTo>
                  <a:pt x="678" y="267"/>
                </a:lnTo>
                <a:lnTo>
                  <a:pt x="679" y="267"/>
                </a:lnTo>
                <a:lnTo>
                  <a:pt x="679" y="269"/>
                </a:lnTo>
                <a:lnTo>
                  <a:pt x="680" y="270"/>
                </a:lnTo>
                <a:lnTo>
                  <a:pt x="680" y="271"/>
                </a:lnTo>
                <a:lnTo>
                  <a:pt x="680" y="272"/>
                </a:lnTo>
                <a:lnTo>
                  <a:pt x="681" y="272"/>
                </a:lnTo>
                <a:lnTo>
                  <a:pt x="682" y="272"/>
                </a:lnTo>
                <a:lnTo>
                  <a:pt x="682" y="273"/>
                </a:lnTo>
                <a:lnTo>
                  <a:pt x="681" y="273"/>
                </a:lnTo>
                <a:lnTo>
                  <a:pt x="680" y="274"/>
                </a:lnTo>
                <a:lnTo>
                  <a:pt x="677" y="281"/>
                </a:lnTo>
                <a:lnTo>
                  <a:pt x="677" y="282"/>
                </a:lnTo>
                <a:lnTo>
                  <a:pt x="677" y="283"/>
                </a:lnTo>
                <a:lnTo>
                  <a:pt x="678" y="288"/>
                </a:lnTo>
                <a:lnTo>
                  <a:pt x="680" y="289"/>
                </a:lnTo>
                <a:lnTo>
                  <a:pt x="681" y="289"/>
                </a:lnTo>
                <a:lnTo>
                  <a:pt x="682" y="289"/>
                </a:lnTo>
                <a:lnTo>
                  <a:pt x="683" y="290"/>
                </a:lnTo>
                <a:lnTo>
                  <a:pt x="684" y="291"/>
                </a:lnTo>
                <a:lnTo>
                  <a:pt x="684" y="292"/>
                </a:lnTo>
                <a:lnTo>
                  <a:pt x="684" y="293"/>
                </a:lnTo>
                <a:lnTo>
                  <a:pt x="683" y="293"/>
                </a:lnTo>
                <a:lnTo>
                  <a:pt x="682" y="294"/>
                </a:lnTo>
                <a:lnTo>
                  <a:pt x="683" y="295"/>
                </a:lnTo>
                <a:lnTo>
                  <a:pt x="682" y="295"/>
                </a:lnTo>
                <a:lnTo>
                  <a:pt x="681" y="295"/>
                </a:lnTo>
                <a:lnTo>
                  <a:pt x="681" y="296"/>
                </a:lnTo>
                <a:lnTo>
                  <a:pt x="681" y="297"/>
                </a:lnTo>
                <a:lnTo>
                  <a:pt x="682" y="297"/>
                </a:lnTo>
                <a:lnTo>
                  <a:pt x="681" y="298"/>
                </a:lnTo>
                <a:lnTo>
                  <a:pt x="681" y="299"/>
                </a:lnTo>
                <a:lnTo>
                  <a:pt x="682" y="299"/>
                </a:lnTo>
                <a:lnTo>
                  <a:pt x="682" y="300"/>
                </a:lnTo>
                <a:lnTo>
                  <a:pt x="682" y="299"/>
                </a:lnTo>
                <a:lnTo>
                  <a:pt x="678" y="304"/>
                </a:lnTo>
                <a:lnTo>
                  <a:pt x="678" y="305"/>
                </a:lnTo>
                <a:lnTo>
                  <a:pt x="677" y="307"/>
                </a:lnTo>
                <a:lnTo>
                  <a:pt x="676" y="307"/>
                </a:lnTo>
                <a:lnTo>
                  <a:pt x="676" y="308"/>
                </a:lnTo>
                <a:lnTo>
                  <a:pt x="677" y="310"/>
                </a:lnTo>
                <a:lnTo>
                  <a:pt x="677" y="311"/>
                </a:lnTo>
                <a:lnTo>
                  <a:pt x="677" y="312"/>
                </a:lnTo>
                <a:lnTo>
                  <a:pt x="676" y="312"/>
                </a:lnTo>
                <a:lnTo>
                  <a:pt x="676" y="313"/>
                </a:lnTo>
                <a:lnTo>
                  <a:pt x="677" y="314"/>
                </a:lnTo>
                <a:lnTo>
                  <a:pt x="679" y="316"/>
                </a:lnTo>
                <a:lnTo>
                  <a:pt x="680" y="317"/>
                </a:lnTo>
                <a:lnTo>
                  <a:pt x="681" y="317"/>
                </a:lnTo>
                <a:lnTo>
                  <a:pt x="681" y="319"/>
                </a:lnTo>
                <a:lnTo>
                  <a:pt x="680" y="320"/>
                </a:lnTo>
                <a:lnTo>
                  <a:pt x="679" y="320"/>
                </a:lnTo>
                <a:lnTo>
                  <a:pt x="678" y="322"/>
                </a:lnTo>
                <a:lnTo>
                  <a:pt x="678" y="323"/>
                </a:lnTo>
                <a:lnTo>
                  <a:pt x="680" y="323"/>
                </a:lnTo>
                <a:lnTo>
                  <a:pt x="680" y="326"/>
                </a:lnTo>
                <a:lnTo>
                  <a:pt x="680" y="327"/>
                </a:lnTo>
                <a:lnTo>
                  <a:pt x="679" y="328"/>
                </a:lnTo>
                <a:lnTo>
                  <a:pt x="680" y="328"/>
                </a:lnTo>
                <a:lnTo>
                  <a:pt x="684" y="327"/>
                </a:lnTo>
                <a:lnTo>
                  <a:pt x="685" y="327"/>
                </a:lnTo>
                <a:lnTo>
                  <a:pt x="687" y="328"/>
                </a:lnTo>
                <a:lnTo>
                  <a:pt x="687" y="329"/>
                </a:lnTo>
                <a:lnTo>
                  <a:pt x="688" y="329"/>
                </a:lnTo>
                <a:lnTo>
                  <a:pt x="689" y="328"/>
                </a:lnTo>
                <a:lnTo>
                  <a:pt x="689" y="327"/>
                </a:lnTo>
                <a:lnTo>
                  <a:pt x="689" y="326"/>
                </a:lnTo>
                <a:lnTo>
                  <a:pt x="690" y="326"/>
                </a:lnTo>
                <a:lnTo>
                  <a:pt x="691" y="327"/>
                </a:lnTo>
                <a:lnTo>
                  <a:pt x="691" y="328"/>
                </a:lnTo>
                <a:lnTo>
                  <a:pt x="691" y="329"/>
                </a:lnTo>
                <a:lnTo>
                  <a:pt x="690" y="330"/>
                </a:lnTo>
                <a:lnTo>
                  <a:pt x="688" y="331"/>
                </a:lnTo>
                <a:lnTo>
                  <a:pt x="687" y="332"/>
                </a:lnTo>
                <a:lnTo>
                  <a:pt x="687" y="333"/>
                </a:lnTo>
                <a:lnTo>
                  <a:pt x="687" y="334"/>
                </a:lnTo>
                <a:lnTo>
                  <a:pt x="687" y="335"/>
                </a:lnTo>
                <a:lnTo>
                  <a:pt x="687" y="336"/>
                </a:lnTo>
                <a:lnTo>
                  <a:pt x="688" y="336"/>
                </a:lnTo>
                <a:lnTo>
                  <a:pt x="689" y="336"/>
                </a:lnTo>
                <a:lnTo>
                  <a:pt x="689" y="337"/>
                </a:lnTo>
                <a:lnTo>
                  <a:pt x="690" y="339"/>
                </a:lnTo>
                <a:lnTo>
                  <a:pt x="689" y="341"/>
                </a:lnTo>
                <a:lnTo>
                  <a:pt x="688" y="341"/>
                </a:lnTo>
                <a:lnTo>
                  <a:pt x="688" y="340"/>
                </a:lnTo>
                <a:lnTo>
                  <a:pt x="688" y="339"/>
                </a:lnTo>
                <a:lnTo>
                  <a:pt x="687" y="339"/>
                </a:lnTo>
                <a:lnTo>
                  <a:pt x="686" y="339"/>
                </a:lnTo>
                <a:lnTo>
                  <a:pt x="686" y="340"/>
                </a:lnTo>
                <a:lnTo>
                  <a:pt x="686" y="342"/>
                </a:lnTo>
                <a:lnTo>
                  <a:pt x="686" y="343"/>
                </a:lnTo>
                <a:lnTo>
                  <a:pt x="686" y="344"/>
                </a:lnTo>
                <a:lnTo>
                  <a:pt x="685" y="345"/>
                </a:lnTo>
                <a:lnTo>
                  <a:pt x="685" y="346"/>
                </a:lnTo>
                <a:lnTo>
                  <a:pt x="684" y="346"/>
                </a:lnTo>
                <a:lnTo>
                  <a:pt x="683" y="347"/>
                </a:lnTo>
                <a:lnTo>
                  <a:pt x="682" y="347"/>
                </a:lnTo>
                <a:lnTo>
                  <a:pt x="681" y="347"/>
                </a:lnTo>
                <a:lnTo>
                  <a:pt x="679" y="349"/>
                </a:lnTo>
                <a:lnTo>
                  <a:pt x="677" y="351"/>
                </a:lnTo>
                <a:lnTo>
                  <a:pt x="676" y="352"/>
                </a:lnTo>
                <a:lnTo>
                  <a:pt x="676" y="353"/>
                </a:lnTo>
                <a:lnTo>
                  <a:pt x="675" y="353"/>
                </a:lnTo>
                <a:lnTo>
                  <a:pt x="674" y="353"/>
                </a:lnTo>
                <a:lnTo>
                  <a:pt x="673" y="353"/>
                </a:lnTo>
                <a:lnTo>
                  <a:pt x="672" y="353"/>
                </a:lnTo>
                <a:lnTo>
                  <a:pt x="672" y="354"/>
                </a:lnTo>
                <a:lnTo>
                  <a:pt x="671" y="354"/>
                </a:lnTo>
                <a:lnTo>
                  <a:pt x="671" y="355"/>
                </a:lnTo>
                <a:lnTo>
                  <a:pt x="670" y="356"/>
                </a:lnTo>
                <a:lnTo>
                  <a:pt x="669" y="356"/>
                </a:lnTo>
                <a:lnTo>
                  <a:pt x="666" y="357"/>
                </a:lnTo>
                <a:lnTo>
                  <a:pt x="665" y="357"/>
                </a:lnTo>
                <a:lnTo>
                  <a:pt x="664" y="357"/>
                </a:lnTo>
                <a:lnTo>
                  <a:pt x="663" y="357"/>
                </a:lnTo>
                <a:lnTo>
                  <a:pt x="662" y="356"/>
                </a:lnTo>
                <a:lnTo>
                  <a:pt x="661" y="356"/>
                </a:lnTo>
                <a:lnTo>
                  <a:pt x="660" y="356"/>
                </a:lnTo>
                <a:lnTo>
                  <a:pt x="659" y="355"/>
                </a:lnTo>
                <a:lnTo>
                  <a:pt x="659" y="354"/>
                </a:lnTo>
                <a:lnTo>
                  <a:pt x="658" y="353"/>
                </a:lnTo>
                <a:lnTo>
                  <a:pt x="658" y="350"/>
                </a:lnTo>
                <a:lnTo>
                  <a:pt x="659" y="349"/>
                </a:lnTo>
                <a:lnTo>
                  <a:pt x="659" y="344"/>
                </a:lnTo>
                <a:lnTo>
                  <a:pt x="659" y="343"/>
                </a:lnTo>
                <a:lnTo>
                  <a:pt x="658" y="342"/>
                </a:lnTo>
                <a:lnTo>
                  <a:pt x="659" y="340"/>
                </a:lnTo>
                <a:lnTo>
                  <a:pt x="659" y="339"/>
                </a:lnTo>
                <a:lnTo>
                  <a:pt x="658" y="338"/>
                </a:lnTo>
                <a:lnTo>
                  <a:pt x="658" y="336"/>
                </a:lnTo>
                <a:lnTo>
                  <a:pt x="657" y="335"/>
                </a:lnTo>
                <a:lnTo>
                  <a:pt x="658" y="335"/>
                </a:lnTo>
                <a:lnTo>
                  <a:pt x="658" y="332"/>
                </a:lnTo>
                <a:lnTo>
                  <a:pt x="659" y="331"/>
                </a:lnTo>
                <a:lnTo>
                  <a:pt x="658" y="329"/>
                </a:lnTo>
                <a:lnTo>
                  <a:pt x="658" y="328"/>
                </a:lnTo>
                <a:lnTo>
                  <a:pt x="659" y="326"/>
                </a:lnTo>
                <a:lnTo>
                  <a:pt x="660" y="326"/>
                </a:lnTo>
                <a:lnTo>
                  <a:pt x="661" y="325"/>
                </a:lnTo>
                <a:lnTo>
                  <a:pt x="661" y="324"/>
                </a:lnTo>
                <a:lnTo>
                  <a:pt x="662" y="323"/>
                </a:lnTo>
                <a:lnTo>
                  <a:pt x="663" y="323"/>
                </a:lnTo>
                <a:lnTo>
                  <a:pt x="663" y="322"/>
                </a:lnTo>
                <a:lnTo>
                  <a:pt x="663" y="321"/>
                </a:lnTo>
                <a:lnTo>
                  <a:pt x="661" y="321"/>
                </a:lnTo>
                <a:lnTo>
                  <a:pt x="659" y="321"/>
                </a:lnTo>
                <a:lnTo>
                  <a:pt x="658" y="321"/>
                </a:lnTo>
                <a:lnTo>
                  <a:pt x="657" y="321"/>
                </a:lnTo>
                <a:lnTo>
                  <a:pt x="657" y="322"/>
                </a:lnTo>
                <a:lnTo>
                  <a:pt x="657" y="324"/>
                </a:lnTo>
                <a:lnTo>
                  <a:pt x="658" y="324"/>
                </a:lnTo>
                <a:lnTo>
                  <a:pt x="657" y="324"/>
                </a:lnTo>
                <a:lnTo>
                  <a:pt x="657" y="325"/>
                </a:lnTo>
                <a:lnTo>
                  <a:pt x="655" y="325"/>
                </a:lnTo>
                <a:lnTo>
                  <a:pt x="655" y="324"/>
                </a:lnTo>
                <a:lnTo>
                  <a:pt x="655" y="323"/>
                </a:lnTo>
                <a:lnTo>
                  <a:pt x="655" y="322"/>
                </a:lnTo>
                <a:lnTo>
                  <a:pt x="656" y="322"/>
                </a:lnTo>
                <a:lnTo>
                  <a:pt x="656" y="321"/>
                </a:lnTo>
                <a:lnTo>
                  <a:pt x="655" y="321"/>
                </a:lnTo>
                <a:lnTo>
                  <a:pt x="655" y="320"/>
                </a:lnTo>
                <a:lnTo>
                  <a:pt x="656" y="320"/>
                </a:lnTo>
                <a:lnTo>
                  <a:pt x="656" y="319"/>
                </a:lnTo>
                <a:lnTo>
                  <a:pt x="656" y="318"/>
                </a:lnTo>
                <a:lnTo>
                  <a:pt x="656" y="317"/>
                </a:lnTo>
                <a:lnTo>
                  <a:pt x="656" y="316"/>
                </a:lnTo>
                <a:lnTo>
                  <a:pt x="655" y="316"/>
                </a:lnTo>
                <a:lnTo>
                  <a:pt x="655" y="317"/>
                </a:lnTo>
                <a:lnTo>
                  <a:pt x="654" y="317"/>
                </a:lnTo>
                <a:lnTo>
                  <a:pt x="654" y="316"/>
                </a:lnTo>
                <a:lnTo>
                  <a:pt x="653" y="316"/>
                </a:lnTo>
                <a:lnTo>
                  <a:pt x="655" y="315"/>
                </a:lnTo>
                <a:lnTo>
                  <a:pt x="656" y="314"/>
                </a:lnTo>
                <a:lnTo>
                  <a:pt x="656" y="313"/>
                </a:lnTo>
                <a:lnTo>
                  <a:pt x="655" y="313"/>
                </a:lnTo>
                <a:lnTo>
                  <a:pt x="654" y="313"/>
                </a:lnTo>
                <a:lnTo>
                  <a:pt x="654" y="314"/>
                </a:lnTo>
                <a:lnTo>
                  <a:pt x="653" y="315"/>
                </a:lnTo>
                <a:lnTo>
                  <a:pt x="652" y="315"/>
                </a:lnTo>
                <a:lnTo>
                  <a:pt x="652" y="316"/>
                </a:lnTo>
                <a:lnTo>
                  <a:pt x="651" y="316"/>
                </a:lnTo>
                <a:lnTo>
                  <a:pt x="651" y="317"/>
                </a:lnTo>
                <a:lnTo>
                  <a:pt x="650" y="318"/>
                </a:lnTo>
                <a:lnTo>
                  <a:pt x="650" y="319"/>
                </a:lnTo>
                <a:lnTo>
                  <a:pt x="652" y="319"/>
                </a:lnTo>
                <a:lnTo>
                  <a:pt x="653" y="319"/>
                </a:lnTo>
                <a:lnTo>
                  <a:pt x="654" y="319"/>
                </a:lnTo>
                <a:lnTo>
                  <a:pt x="654" y="320"/>
                </a:lnTo>
                <a:lnTo>
                  <a:pt x="654" y="321"/>
                </a:lnTo>
                <a:lnTo>
                  <a:pt x="653" y="322"/>
                </a:lnTo>
                <a:lnTo>
                  <a:pt x="653" y="321"/>
                </a:lnTo>
                <a:lnTo>
                  <a:pt x="652" y="322"/>
                </a:lnTo>
                <a:lnTo>
                  <a:pt x="652" y="323"/>
                </a:lnTo>
                <a:lnTo>
                  <a:pt x="653" y="324"/>
                </a:lnTo>
                <a:lnTo>
                  <a:pt x="654" y="324"/>
                </a:lnTo>
                <a:lnTo>
                  <a:pt x="654" y="325"/>
                </a:lnTo>
                <a:lnTo>
                  <a:pt x="654" y="326"/>
                </a:lnTo>
                <a:lnTo>
                  <a:pt x="654" y="327"/>
                </a:lnTo>
                <a:lnTo>
                  <a:pt x="654" y="328"/>
                </a:lnTo>
                <a:lnTo>
                  <a:pt x="654" y="330"/>
                </a:lnTo>
                <a:lnTo>
                  <a:pt x="655" y="332"/>
                </a:lnTo>
                <a:lnTo>
                  <a:pt x="655" y="333"/>
                </a:lnTo>
                <a:lnTo>
                  <a:pt x="655" y="334"/>
                </a:lnTo>
                <a:lnTo>
                  <a:pt x="656" y="336"/>
                </a:lnTo>
                <a:lnTo>
                  <a:pt x="655" y="340"/>
                </a:lnTo>
                <a:lnTo>
                  <a:pt x="655" y="342"/>
                </a:lnTo>
                <a:lnTo>
                  <a:pt x="655" y="345"/>
                </a:lnTo>
                <a:lnTo>
                  <a:pt x="654" y="346"/>
                </a:lnTo>
                <a:lnTo>
                  <a:pt x="654" y="347"/>
                </a:lnTo>
                <a:lnTo>
                  <a:pt x="654" y="349"/>
                </a:lnTo>
                <a:lnTo>
                  <a:pt x="654" y="350"/>
                </a:lnTo>
                <a:lnTo>
                  <a:pt x="654" y="351"/>
                </a:lnTo>
                <a:lnTo>
                  <a:pt x="654" y="352"/>
                </a:lnTo>
                <a:lnTo>
                  <a:pt x="654" y="353"/>
                </a:lnTo>
                <a:lnTo>
                  <a:pt x="654" y="355"/>
                </a:lnTo>
                <a:lnTo>
                  <a:pt x="654" y="356"/>
                </a:lnTo>
                <a:lnTo>
                  <a:pt x="655" y="356"/>
                </a:lnTo>
                <a:lnTo>
                  <a:pt x="655" y="358"/>
                </a:lnTo>
                <a:lnTo>
                  <a:pt x="654" y="360"/>
                </a:lnTo>
                <a:lnTo>
                  <a:pt x="654" y="361"/>
                </a:lnTo>
                <a:lnTo>
                  <a:pt x="653" y="361"/>
                </a:lnTo>
                <a:lnTo>
                  <a:pt x="652" y="361"/>
                </a:lnTo>
                <a:lnTo>
                  <a:pt x="651" y="363"/>
                </a:lnTo>
                <a:lnTo>
                  <a:pt x="649" y="364"/>
                </a:lnTo>
                <a:lnTo>
                  <a:pt x="647" y="365"/>
                </a:lnTo>
                <a:lnTo>
                  <a:pt x="647" y="366"/>
                </a:lnTo>
                <a:lnTo>
                  <a:pt x="646" y="366"/>
                </a:lnTo>
                <a:lnTo>
                  <a:pt x="646" y="365"/>
                </a:lnTo>
                <a:lnTo>
                  <a:pt x="645" y="365"/>
                </a:lnTo>
                <a:lnTo>
                  <a:pt x="644" y="365"/>
                </a:lnTo>
                <a:lnTo>
                  <a:pt x="643" y="365"/>
                </a:lnTo>
                <a:lnTo>
                  <a:pt x="643" y="364"/>
                </a:lnTo>
                <a:lnTo>
                  <a:pt x="642" y="364"/>
                </a:lnTo>
                <a:lnTo>
                  <a:pt x="641" y="363"/>
                </a:lnTo>
                <a:lnTo>
                  <a:pt x="640" y="363"/>
                </a:lnTo>
                <a:lnTo>
                  <a:pt x="640" y="362"/>
                </a:lnTo>
                <a:lnTo>
                  <a:pt x="639" y="362"/>
                </a:lnTo>
                <a:lnTo>
                  <a:pt x="639" y="361"/>
                </a:lnTo>
                <a:lnTo>
                  <a:pt x="638" y="361"/>
                </a:lnTo>
                <a:lnTo>
                  <a:pt x="638" y="360"/>
                </a:lnTo>
                <a:lnTo>
                  <a:pt x="634" y="358"/>
                </a:lnTo>
                <a:lnTo>
                  <a:pt x="633" y="357"/>
                </a:lnTo>
                <a:lnTo>
                  <a:pt x="631" y="357"/>
                </a:lnTo>
                <a:lnTo>
                  <a:pt x="631" y="356"/>
                </a:lnTo>
                <a:lnTo>
                  <a:pt x="629" y="353"/>
                </a:lnTo>
                <a:lnTo>
                  <a:pt x="628" y="352"/>
                </a:lnTo>
                <a:lnTo>
                  <a:pt x="628" y="351"/>
                </a:lnTo>
                <a:lnTo>
                  <a:pt x="627" y="349"/>
                </a:lnTo>
                <a:lnTo>
                  <a:pt x="626" y="349"/>
                </a:lnTo>
                <a:lnTo>
                  <a:pt x="625" y="347"/>
                </a:lnTo>
                <a:lnTo>
                  <a:pt x="625" y="346"/>
                </a:lnTo>
                <a:lnTo>
                  <a:pt x="624" y="344"/>
                </a:lnTo>
                <a:lnTo>
                  <a:pt x="624" y="341"/>
                </a:lnTo>
                <a:lnTo>
                  <a:pt x="623" y="341"/>
                </a:lnTo>
                <a:lnTo>
                  <a:pt x="622" y="342"/>
                </a:lnTo>
                <a:lnTo>
                  <a:pt x="622" y="343"/>
                </a:lnTo>
                <a:lnTo>
                  <a:pt x="621" y="343"/>
                </a:lnTo>
                <a:lnTo>
                  <a:pt x="621" y="344"/>
                </a:lnTo>
                <a:lnTo>
                  <a:pt x="620" y="344"/>
                </a:lnTo>
                <a:lnTo>
                  <a:pt x="620" y="343"/>
                </a:lnTo>
                <a:lnTo>
                  <a:pt x="618" y="343"/>
                </a:lnTo>
                <a:lnTo>
                  <a:pt x="617" y="343"/>
                </a:lnTo>
                <a:lnTo>
                  <a:pt x="617" y="342"/>
                </a:lnTo>
                <a:lnTo>
                  <a:pt x="616" y="342"/>
                </a:lnTo>
                <a:lnTo>
                  <a:pt x="614" y="341"/>
                </a:lnTo>
                <a:lnTo>
                  <a:pt x="613" y="341"/>
                </a:lnTo>
                <a:lnTo>
                  <a:pt x="612" y="341"/>
                </a:lnTo>
                <a:lnTo>
                  <a:pt x="611" y="341"/>
                </a:lnTo>
                <a:lnTo>
                  <a:pt x="611" y="342"/>
                </a:lnTo>
                <a:lnTo>
                  <a:pt x="611" y="343"/>
                </a:lnTo>
                <a:lnTo>
                  <a:pt x="609" y="343"/>
                </a:lnTo>
                <a:lnTo>
                  <a:pt x="610" y="343"/>
                </a:lnTo>
                <a:lnTo>
                  <a:pt x="611" y="344"/>
                </a:lnTo>
                <a:lnTo>
                  <a:pt x="611" y="343"/>
                </a:lnTo>
                <a:lnTo>
                  <a:pt x="611" y="342"/>
                </a:lnTo>
                <a:lnTo>
                  <a:pt x="612" y="342"/>
                </a:lnTo>
                <a:lnTo>
                  <a:pt x="613" y="342"/>
                </a:lnTo>
                <a:lnTo>
                  <a:pt x="614" y="343"/>
                </a:lnTo>
                <a:lnTo>
                  <a:pt x="615" y="343"/>
                </a:lnTo>
                <a:lnTo>
                  <a:pt x="615" y="344"/>
                </a:lnTo>
                <a:lnTo>
                  <a:pt x="617" y="344"/>
                </a:lnTo>
                <a:lnTo>
                  <a:pt x="619" y="345"/>
                </a:lnTo>
                <a:lnTo>
                  <a:pt x="619" y="346"/>
                </a:lnTo>
                <a:lnTo>
                  <a:pt x="620" y="346"/>
                </a:lnTo>
                <a:lnTo>
                  <a:pt x="621" y="347"/>
                </a:lnTo>
                <a:lnTo>
                  <a:pt x="620" y="348"/>
                </a:lnTo>
                <a:lnTo>
                  <a:pt x="621" y="349"/>
                </a:lnTo>
                <a:lnTo>
                  <a:pt x="622" y="349"/>
                </a:lnTo>
                <a:lnTo>
                  <a:pt x="622" y="350"/>
                </a:lnTo>
                <a:lnTo>
                  <a:pt x="621" y="351"/>
                </a:lnTo>
                <a:lnTo>
                  <a:pt x="620" y="351"/>
                </a:lnTo>
                <a:lnTo>
                  <a:pt x="619" y="351"/>
                </a:lnTo>
                <a:lnTo>
                  <a:pt x="619" y="350"/>
                </a:lnTo>
                <a:lnTo>
                  <a:pt x="618" y="351"/>
                </a:lnTo>
                <a:lnTo>
                  <a:pt x="616" y="352"/>
                </a:lnTo>
                <a:lnTo>
                  <a:pt x="614" y="352"/>
                </a:lnTo>
                <a:lnTo>
                  <a:pt x="614" y="353"/>
                </a:lnTo>
                <a:lnTo>
                  <a:pt x="613" y="353"/>
                </a:lnTo>
                <a:lnTo>
                  <a:pt x="614" y="353"/>
                </a:lnTo>
                <a:lnTo>
                  <a:pt x="614" y="355"/>
                </a:lnTo>
                <a:lnTo>
                  <a:pt x="614" y="356"/>
                </a:lnTo>
                <a:lnTo>
                  <a:pt x="613" y="356"/>
                </a:lnTo>
                <a:lnTo>
                  <a:pt x="613" y="357"/>
                </a:lnTo>
                <a:lnTo>
                  <a:pt x="612" y="357"/>
                </a:lnTo>
                <a:lnTo>
                  <a:pt x="613" y="359"/>
                </a:lnTo>
                <a:lnTo>
                  <a:pt x="614" y="359"/>
                </a:lnTo>
                <a:lnTo>
                  <a:pt x="615" y="359"/>
                </a:lnTo>
                <a:lnTo>
                  <a:pt x="615" y="360"/>
                </a:lnTo>
                <a:lnTo>
                  <a:pt x="615" y="361"/>
                </a:lnTo>
                <a:lnTo>
                  <a:pt x="618" y="363"/>
                </a:lnTo>
                <a:lnTo>
                  <a:pt x="619" y="363"/>
                </a:lnTo>
                <a:lnTo>
                  <a:pt x="619" y="362"/>
                </a:lnTo>
                <a:lnTo>
                  <a:pt x="620" y="362"/>
                </a:lnTo>
                <a:lnTo>
                  <a:pt x="622" y="362"/>
                </a:lnTo>
                <a:lnTo>
                  <a:pt x="622" y="364"/>
                </a:lnTo>
                <a:lnTo>
                  <a:pt x="624" y="364"/>
                </a:lnTo>
                <a:lnTo>
                  <a:pt x="625" y="364"/>
                </a:lnTo>
                <a:lnTo>
                  <a:pt x="626" y="364"/>
                </a:lnTo>
                <a:lnTo>
                  <a:pt x="627" y="364"/>
                </a:lnTo>
                <a:lnTo>
                  <a:pt x="627" y="365"/>
                </a:lnTo>
                <a:lnTo>
                  <a:pt x="628" y="366"/>
                </a:lnTo>
                <a:lnTo>
                  <a:pt x="627" y="367"/>
                </a:lnTo>
                <a:lnTo>
                  <a:pt x="623" y="369"/>
                </a:lnTo>
                <a:lnTo>
                  <a:pt x="622" y="369"/>
                </a:lnTo>
                <a:lnTo>
                  <a:pt x="620" y="369"/>
                </a:lnTo>
                <a:lnTo>
                  <a:pt x="619" y="369"/>
                </a:lnTo>
                <a:lnTo>
                  <a:pt x="618" y="368"/>
                </a:lnTo>
                <a:lnTo>
                  <a:pt x="617" y="368"/>
                </a:lnTo>
                <a:lnTo>
                  <a:pt x="616" y="368"/>
                </a:lnTo>
                <a:lnTo>
                  <a:pt x="612" y="368"/>
                </a:lnTo>
                <a:lnTo>
                  <a:pt x="611" y="368"/>
                </a:lnTo>
                <a:lnTo>
                  <a:pt x="610" y="367"/>
                </a:lnTo>
                <a:lnTo>
                  <a:pt x="609" y="367"/>
                </a:lnTo>
                <a:lnTo>
                  <a:pt x="609" y="366"/>
                </a:lnTo>
                <a:lnTo>
                  <a:pt x="608" y="365"/>
                </a:lnTo>
                <a:lnTo>
                  <a:pt x="609" y="364"/>
                </a:lnTo>
                <a:lnTo>
                  <a:pt x="608" y="364"/>
                </a:lnTo>
                <a:lnTo>
                  <a:pt x="608" y="365"/>
                </a:lnTo>
                <a:lnTo>
                  <a:pt x="607" y="365"/>
                </a:lnTo>
                <a:lnTo>
                  <a:pt x="607" y="366"/>
                </a:lnTo>
                <a:lnTo>
                  <a:pt x="606" y="366"/>
                </a:lnTo>
                <a:lnTo>
                  <a:pt x="606" y="367"/>
                </a:lnTo>
                <a:lnTo>
                  <a:pt x="606" y="368"/>
                </a:lnTo>
                <a:lnTo>
                  <a:pt x="605" y="367"/>
                </a:lnTo>
                <a:lnTo>
                  <a:pt x="604" y="367"/>
                </a:lnTo>
                <a:lnTo>
                  <a:pt x="604" y="368"/>
                </a:lnTo>
                <a:lnTo>
                  <a:pt x="603" y="368"/>
                </a:lnTo>
                <a:lnTo>
                  <a:pt x="603" y="367"/>
                </a:lnTo>
                <a:lnTo>
                  <a:pt x="602" y="366"/>
                </a:lnTo>
                <a:lnTo>
                  <a:pt x="601" y="366"/>
                </a:lnTo>
                <a:lnTo>
                  <a:pt x="599" y="366"/>
                </a:lnTo>
                <a:lnTo>
                  <a:pt x="599" y="367"/>
                </a:lnTo>
                <a:lnTo>
                  <a:pt x="599" y="368"/>
                </a:lnTo>
                <a:lnTo>
                  <a:pt x="600" y="368"/>
                </a:lnTo>
                <a:lnTo>
                  <a:pt x="601" y="368"/>
                </a:lnTo>
                <a:lnTo>
                  <a:pt x="603" y="369"/>
                </a:lnTo>
                <a:lnTo>
                  <a:pt x="603" y="370"/>
                </a:lnTo>
                <a:lnTo>
                  <a:pt x="604" y="371"/>
                </a:lnTo>
                <a:lnTo>
                  <a:pt x="605" y="371"/>
                </a:lnTo>
                <a:lnTo>
                  <a:pt x="605" y="370"/>
                </a:lnTo>
                <a:lnTo>
                  <a:pt x="608" y="371"/>
                </a:lnTo>
                <a:lnTo>
                  <a:pt x="609" y="371"/>
                </a:lnTo>
                <a:lnTo>
                  <a:pt x="610" y="371"/>
                </a:lnTo>
                <a:lnTo>
                  <a:pt x="611" y="371"/>
                </a:lnTo>
                <a:lnTo>
                  <a:pt x="611" y="373"/>
                </a:lnTo>
                <a:lnTo>
                  <a:pt x="613" y="374"/>
                </a:lnTo>
                <a:lnTo>
                  <a:pt x="614" y="373"/>
                </a:lnTo>
                <a:lnTo>
                  <a:pt x="615" y="373"/>
                </a:lnTo>
                <a:lnTo>
                  <a:pt x="617" y="372"/>
                </a:lnTo>
                <a:lnTo>
                  <a:pt x="620" y="373"/>
                </a:lnTo>
                <a:lnTo>
                  <a:pt x="620" y="374"/>
                </a:lnTo>
                <a:lnTo>
                  <a:pt x="621" y="374"/>
                </a:lnTo>
                <a:lnTo>
                  <a:pt x="622" y="373"/>
                </a:lnTo>
                <a:lnTo>
                  <a:pt x="623" y="373"/>
                </a:lnTo>
                <a:lnTo>
                  <a:pt x="624" y="372"/>
                </a:lnTo>
                <a:lnTo>
                  <a:pt x="625" y="372"/>
                </a:lnTo>
                <a:lnTo>
                  <a:pt x="626" y="373"/>
                </a:lnTo>
                <a:lnTo>
                  <a:pt x="628" y="373"/>
                </a:lnTo>
                <a:lnTo>
                  <a:pt x="629" y="373"/>
                </a:lnTo>
                <a:lnTo>
                  <a:pt x="630" y="374"/>
                </a:lnTo>
                <a:lnTo>
                  <a:pt x="631" y="374"/>
                </a:lnTo>
                <a:lnTo>
                  <a:pt x="632" y="374"/>
                </a:lnTo>
                <a:lnTo>
                  <a:pt x="633" y="374"/>
                </a:lnTo>
                <a:lnTo>
                  <a:pt x="633" y="373"/>
                </a:lnTo>
                <a:lnTo>
                  <a:pt x="636" y="373"/>
                </a:lnTo>
                <a:lnTo>
                  <a:pt x="637" y="373"/>
                </a:lnTo>
                <a:lnTo>
                  <a:pt x="638" y="373"/>
                </a:lnTo>
                <a:lnTo>
                  <a:pt x="637" y="374"/>
                </a:lnTo>
                <a:lnTo>
                  <a:pt x="635" y="376"/>
                </a:lnTo>
                <a:lnTo>
                  <a:pt x="635" y="379"/>
                </a:lnTo>
                <a:lnTo>
                  <a:pt x="636" y="380"/>
                </a:lnTo>
                <a:lnTo>
                  <a:pt x="636" y="381"/>
                </a:lnTo>
                <a:lnTo>
                  <a:pt x="636" y="382"/>
                </a:lnTo>
                <a:lnTo>
                  <a:pt x="637" y="383"/>
                </a:lnTo>
                <a:lnTo>
                  <a:pt x="638" y="383"/>
                </a:lnTo>
                <a:lnTo>
                  <a:pt x="637" y="385"/>
                </a:lnTo>
                <a:lnTo>
                  <a:pt x="637" y="386"/>
                </a:lnTo>
                <a:lnTo>
                  <a:pt x="636" y="386"/>
                </a:lnTo>
                <a:lnTo>
                  <a:pt x="634" y="387"/>
                </a:lnTo>
                <a:lnTo>
                  <a:pt x="633" y="386"/>
                </a:lnTo>
                <a:lnTo>
                  <a:pt x="632" y="387"/>
                </a:lnTo>
                <a:lnTo>
                  <a:pt x="630" y="387"/>
                </a:lnTo>
                <a:lnTo>
                  <a:pt x="629" y="387"/>
                </a:lnTo>
                <a:lnTo>
                  <a:pt x="627" y="385"/>
                </a:lnTo>
                <a:lnTo>
                  <a:pt x="624" y="386"/>
                </a:lnTo>
                <a:lnTo>
                  <a:pt x="622" y="386"/>
                </a:lnTo>
                <a:lnTo>
                  <a:pt x="621" y="387"/>
                </a:lnTo>
                <a:lnTo>
                  <a:pt x="621" y="388"/>
                </a:lnTo>
                <a:lnTo>
                  <a:pt x="621" y="389"/>
                </a:lnTo>
                <a:lnTo>
                  <a:pt x="621" y="390"/>
                </a:lnTo>
                <a:lnTo>
                  <a:pt x="622" y="389"/>
                </a:lnTo>
                <a:lnTo>
                  <a:pt x="622" y="390"/>
                </a:lnTo>
                <a:lnTo>
                  <a:pt x="621" y="393"/>
                </a:lnTo>
                <a:lnTo>
                  <a:pt x="620" y="393"/>
                </a:lnTo>
                <a:lnTo>
                  <a:pt x="620" y="395"/>
                </a:lnTo>
                <a:lnTo>
                  <a:pt x="620" y="397"/>
                </a:lnTo>
                <a:lnTo>
                  <a:pt x="621" y="397"/>
                </a:lnTo>
                <a:lnTo>
                  <a:pt x="625" y="395"/>
                </a:lnTo>
                <a:lnTo>
                  <a:pt x="625" y="394"/>
                </a:lnTo>
                <a:lnTo>
                  <a:pt x="624" y="393"/>
                </a:lnTo>
                <a:lnTo>
                  <a:pt x="623" y="392"/>
                </a:lnTo>
                <a:lnTo>
                  <a:pt x="623" y="391"/>
                </a:lnTo>
                <a:lnTo>
                  <a:pt x="623" y="390"/>
                </a:lnTo>
                <a:lnTo>
                  <a:pt x="622" y="389"/>
                </a:lnTo>
                <a:lnTo>
                  <a:pt x="623" y="388"/>
                </a:lnTo>
                <a:lnTo>
                  <a:pt x="623" y="387"/>
                </a:lnTo>
                <a:lnTo>
                  <a:pt x="624" y="387"/>
                </a:lnTo>
                <a:lnTo>
                  <a:pt x="626" y="386"/>
                </a:lnTo>
                <a:lnTo>
                  <a:pt x="627" y="387"/>
                </a:lnTo>
                <a:lnTo>
                  <a:pt x="628" y="387"/>
                </a:lnTo>
                <a:lnTo>
                  <a:pt x="628" y="388"/>
                </a:lnTo>
                <a:lnTo>
                  <a:pt x="629" y="388"/>
                </a:lnTo>
                <a:lnTo>
                  <a:pt x="630" y="389"/>
                </a:lnTo>
                <a:lnTo>
                  <a:pt x="631" y="389"/>
                </a:lnTo>
                <a:lnTo>
                  <a:pt x="631" y="388"/>
                </a:lnTo>
                <a:lnTo>
                  <a:pt x="632" y="388"/>
                </a:lnTo>
                <a:lnTo>
                  <a:pt x="633" y="387"/>
                </a:lnTo>
                <a:lnTo>
                  <a:pt x="635" y="387"/>
                </a:lnTo>
                <a:lnTo>
                  <a:pt x="636" y="387"/>
                </a:lnTo>
                <a:lnTo>
                  <a:pt x="637" y="387"/>
                </a:lnTo>
                <a:lnTo>
                  <a:pt x="638" y="386"/>
                </a:lnTo>
                <a:lnTo>
                  <a:pt x="639" y="384"/>
                </a:lnTo>
                <a:lnTo>
                  <a:pt x="640" y="383"/>
                </a:lnTo>
                <a:lnTo>
                  <a:pt x="641" y="383"/>
                </a:lnTo>
                <a:lnTo>
                  <a:pt x="642" y="383"/>
                </a:lnTo>
                <a:lnTo>
                  <a:pt x="642" y="384"/>
                </a:lnTo>
                <a:lnTo>
                  <a:pt x="643" y="384"/>
                </a:lnTo>
                <a:lnTo>
                  <a:pt x="644" y="384"/>
                </a:lnTo>
                <a:lnTo>
                  <a:pt x="644" y="385"/>
                </a:lnTo>
                <a:lnTo>
                  <a:pt x="645" y="385"/>
                </a:lnTo>
                <a:lnTo>
                  <a:pt x="645" y="386"/>
                </a:lnTo>
                <a:lnTo>
                  <a:pt x="646" y="387"/>
                </a:lnTo>
                <a:lnTo>
                  <a:pt x="647" y="387"/>
                </a:lnTo>
                <a:lnTo>
                  <a:pt x="646" y="387"/>
                </a:lnTo>
                <a:lnTo>
                  <a:pt x="646" y="388"/>
                </a:lnTo>
                <a:lnTo>
                  <a:pt x="646" y="389"/>
                </a:lnTo>
                <a:lnTo>
                  <a:pt x="648" y="389"/>
                </a:lnTo>
                <a:lnTo>
                  <a:pt x="648" y="388"/>
                </a:lnTo>
                <a:lnTo>
                  <a:pt x="649" y="388"/>
                </a:lnTo>
                <a:lnTo>
                  <a:pt x="649" y="389"/>
                </a:lnTo>
                <a:lnTo>
                  <a:pt x="650" y="389"/>
                </a:lnTo>
                <a:lnTo>
                  <a:pt x="650" y="390"/>
                </a:lnTo>
                <a:lnTo>
                  <a:pt x="649" y="390"/>
                </a:lnTo>
                <a:lnTo>
                  <a:pt x="648" y="390"/>
                </a:lnTo>
                <a:lnTo>
                  <a:pt x="647" y="390"/>
                </a:lnTo>
                <a:lnTo>
                  <a:pt x="646" y="390"/>
                </a:lnTo>
                <a:lnTo>
                  <a:pt x="646" y="391"/>
                </a:lnTo>
                <a:lnTo>
                  <a:pt x="646" y="392"/>
                </a:lnTo>
                <a:lnTo>
                  <a:pt x="648" y="395"/>
                </a:lnTo>
                <a:lnTo>
                  <a:pt x="647" y="395"/>
                </a:lnTo>
                <a:lnTo>
                  <a:pt x="646" y="397"/>
                </a:lnTo>
                <a:lnTo>
                  <a:pt x="645" y="398"/>
                </a:lnTo>
                <a:lnTo>
                  <a:pt x="648" y="400"/>
                </a:lnTo>
                <a:lnTo>
                  <a:pt x="649" y="401"/>
                </a:lnTo>
                <a:lnTo>
                  <a:pt x="650" y="400"/>
                </a:lnTo>
                <a:lnTo>
                  <a:pt x="650" y="399"/>
                </a:lnTo>
                <a:lnTo>
                  <a:pt x="651" y="400"/>
                </a:lnTo>
                <a:lnTo>
                  <a:pt x="652" y="401"/>
                </a:lnTo>
                <a:lnTo>
                  <a:pt x="653" y="401"/>
                </a:lnTo>
                <a:lnTo>
                  <a:pt x="653" y="400"/>
                </a:lnTo>
                <a:lnTo>
                  <a:pt x="654" y="400"/>
                </a:lnTo>
                <a:lnTo>
                  <a:pt x="654" y="401"/>
                </a:lnTo>
                <a:lnTo>
                  <a:pt x="653" y="402"/>
                </a:lnTo>
                <a:lnTo>
                  <a:pt x="653" y="403"/>
                </a:lnTo>
                <a:lnTo>
                  <a:pt x="653" y="404"/>
                </a:lnTo>
                <a:lnTo>
                  <a:pt x="656" y="403"/>
                </a:lnTo>
                <a:lnTo>
                  <a:pt x="657" y="403"/>
                </a:lnTo>
                <a:lnTo>
                  <a:pt x="656" y="405"/>
                </a:lnTo>
                <a:lnTo>
                  <a:pt x="655" y="405"/>
                </a:lnTo>
                <a:lnTo>
                  <a:pt x="654" y="406"/>
                </a:lnTo>
                <a:lnTo>
                  <a:pt x="654" y="407"/>
                </a:lnTo>
                <a:lnTo>
                  <a:pt x="653" y="409"/>
                </a:lnTo>
                <a:lnTo>
                  <a:pt x="653" y="410"/>
                </a:lnTo>
                <a:lnTo>
                  <a:pt x="652" y="410"/>
                </a:lnTo>
                <a:lnTo>
                  <a:pt x="652" y="409"/>
                </a:lnTo>
                <a:lnTo>
                  <a:pt x="651" y="410"/>
                </a:lnTo>
                <a:lnTo>
                  <a:pt x="650" y="410"/>
                </a:lnTo>
                <a:lnTo>
                  <a:pt x="650" y="411"/>
                </a:lnTo>
                <a:lnTo>
                  <a:pt x="649" y="412"/>
                </a:lnTo>
                <a:lnTo>
                  <a:pt x="648" y="413"/>
                </a:lnTo>
                <a:lnTo>
                  <a:pt x="646" y="414"/>
                </a:lnTo>
                <a:lnTo>
                  <a:pt x="646" y="413"/>
                </a:lnTo>
                <a:lnTo>
                  <a:pt x="645" y="412"/>
                </a:lnTo>
                <a:lnTo>
                  <a:pt x="644" y="412"/>
                </a:lnTo>
                <a:lnTo>
                  <a:pt x="643" y="413"/>
                </a:lnTo>
                <a:lnTo>
                  <a:pt x="639" y="412"/>
                </a:lnTo>
                <a:lnTo>
                  <a:pt x="637" y="412"/>
                </a:lnTo>
                <a:lnTo>
                  <a:pt x="636" y="411"/>
                </a:lnTo>
                <a:lnTo>
                  <a:pt x="635" y="411"/>
                </a:lnTo>
                <a:lnTo>
                  <a:pt x="633" y="411"/>
                </a:lnTo>
                <a:lnTo>
                  <a:pt x="632" y="411"/>
                </a:lnTo>
                <a:lnTo>
                  <a:pt x="629" y="410"/>
                </a:lnTo>
                <a:lnTo>
                  <a:pt x="628" y="410"/>
                </a:lnTo>
                <a:lnTo>
                  <a:pt x="628" y="409"/>
                </a:lnTo>
                <a:lnTo>
                  <a:pt x="627" y="408"/>
                </a:lnTo>
                <a:lnTo>
                  <a:pt x="625" y="406"/>
                </a:lnTo>
                <a:lnTo>
                  <a:pt x="623" y="406"/>
                </a:lnTo>
                <a:lnTo>
                  <a:pt x="623" y="407"/>
                </a:lnTo>
                <a:lnTo>
                  <a:pt x="621" y="409"/>
                </a:lnTo>
                <a:lnTo>
                  <a:pt x="620" y="410"/>
                </a:lnTo>
                <a:lnTo>
                  <a:pt x="620" y="411"/>
                </a:lnTo>
                <a:lnTo>
                  <a:pt x="621" y="411"/>
                </a:lnTo>
                <a:lnTo>
                  <a:pt x="621" y="410"/>
                </a:lnTo>
                <a:lnTo>
                  <a:pt x="622" y="410"/>
                </a:lnTo>
                <a:lnTo>
                  <a:pt x="623" y="411"/>
                </a:lnTo>
                <a:lnTo>
                  <a:pt x="625" y="411"/>
                </a:lnTo>
                <a:lnTo>
                  <a:pt x="626" y="411"/>
                </a:lnTo>
                <a:lnTo>
                  <a:pt x="629" y="412"/>
                </a:lnTo>
                <a:lnTo>
                  <a:pt x="628" y="412"/>
                </a:lnTo>
                <a:lnTo>
                  <a:pt x="627" y="412"/>
                </a:lnTo>
                <a:lnTo>
                  <a:pt x="627" y="413"/>
                </a:lnTo>
                <a:lnTo>
                  <a:pt x="627" y="414"/>
                </a:lnTo>
                <a:lnTo>
                  <a:pt x="627" y="415"/>
                </a:lnTo>
                <a:lnTo>
                  <a:pt x="627" y="416"/>
                </a:lnTo>
                <a:lnTo>
                  <a:pt x="628" y="416"/>
                </a:lnTo>
                <a:lnTo>
                  <a:pt x="629" y="416"/>
                </a:lnTo>
                <a:lnTo>
                  <a:pt x="630" y="416"/>
                </a:lnTo>
                <a:lnTo>
                  <a:pt x="631" y="415"/>
                </a:lnTo>
                <a:lnTo>
                  <a:pt x="632" y="415"/>
                </a:lnTo>
                <a:lnTo>
                  <a:pt x="633" y="414"/>
                </a:lnTo>
                <a:lnTo>
                  <a:pt x="635" y="416"/>
                </a:lnTo>
                <a:lnTo>
                  <a:pt x="637" y="416"/>
                </a:lnTo>
                <a:lnTo>
                  <a:pt x="637" y="415"/>
                </a:lnTo>
                <a:lnTo>
                  <a:pt x="638" y="415"/>
                </a:lnTo>
                <a:lnTo>
                  <a:pt x="639" y="415"/>
                </a:lnTo>
                <a:lnTo>
                  <a:pt x="640" y="415"/>
                </a:lnTo>
                <a:lnTo>
                  <a:pt x="642" y="416"/>
                </a:lnTo>
                <a:lnTo>
                  <a:pt x="643" y="417"/>
                </a:lnTo>
                <a:lnTo>
                  <a:pt x="644" y="417"/>
                </a:lnTo>
                <a:lnTo>
                  <a:pt x="644" y="418"/>
                </a:lnTo>
                <a:lnTo>
                  <a:pt x="645" y="418"/>
                </a:lnTo>
                <a:lnTo>
                  <a:pt x="645" y="419"/>
                </a:lnTo>
                <a:lnTo>
                  <a:pt x="645" y="421"/>
                </a:lnTo>
                <a:lnTo>
                  <a:pt x="646" y="422"/>
                </a:lnTo>
                <a:lnTo>
                  <a:pt x="645" y="422"/>
                </a:lnTo>
                <a:lnTo>
                  <a:pt x="645" y="423"/>
                </a:lnTo>
                <a:lnTo>
                  <a:pt x="648" y="422"/>
                </a:lnTo>
                <a:lnTo>
                  <a:pt x="649" y="422"/>
                </a:lnTo>
                <a:lnTo>
                  <a:pt x="651" y="421"/>
                </a:lnTo>
                <a:lnTo>
                  <a:pt x="651" y="422"/>
                </a:lnTo>
                <a:lnTo>
                  <a:pt x="651" y="424"/>
                </a:lnTo>
                <a:lnTo>
                  <a:pt x="650" y="425"/>
                </a:lnTo>
                <a:lnTo>
                  <a:pt x="650" y="426"/>
                </a:lnTo>
                <a:lnTo>
                  <a:pt x="649" y="426"/>
                </a:lnTo>
                <a:lnTo>
                  <a:pt x="650" y="427"/>
                </a:lnTo>
                <a:lnTo>
                  <a:pt x="651" y="427"/>
                </a:lnTo>
                <a:lnTo>
                  <a:pt x="652" y="427"/>
                </a:lnTo>
                <a:lnTo>
                  <a:pt x="653" y="427"/>
                </a:lnTo>
                <a:lnTo>
                  <a:pt x="653" y="428"/>
                </a:lnTo>
                <a:lnTo>
                  <a:pt x="652" y="428"/>
                </a:lnTo>
                <a:lnTo>
                  <a:pt x="652" y="429"/>
                </a:lnTo>
                <a:lnTo>
                  <a:pt x="653" y="429"/>
                </a:lnTo>
                <a:lnTo>
                  <a:pt x="654" y="429"/>
                </a:lnTo>
                <a:lnTo>
                  <a:pt x="655" y="432"/>
                </a:lnTo>
                <a:lnTo>
                  <a:pt x="653" y="433"/>
                </a:lnTo>
                <a:lnTo>
                  <a:pt x="654" y="433"/>
                </a:lnTo>
                <a:lnTo>
                  <a:pt x="654" y="434"/>
                </a:lnTo>
                <a:lnTo>
                  <a:pt x="653" y="434"/>
                </a:lnTo>
                <a:lnTo>
                  <a:pt x="653" y="435"/>
                </a:lnTo>
                <a:lnTo>
                  <a:pt x="654" y="435"/>
                </a:lnTo>
                <a:lnTo>
                  <a:pt x="654" y="436"/>
                </a:lnTo>
                <a:lnTo>
                  <a:pt x="654" y="437"/>
                </a:lnTo>
                <a:lnTo>
                  <a:pt x="654" y="448"/>
                </a:lnTo>
                <a:lnTo>
                  <a:pt x="653" y="450"/>
                </a:lnTo>
                <a:lnTo>
                  <a:pt x="653" y="451"/>
                </a:lnTo>
                <a:lnTo>
                  <a:pt x="652" y="451"/>
                </a:lnTo>
                <a:lnTo>
                  <a:pt x="652" y="452"/>
                </a:lnTo>
                <a:lnTo>
                  <a:pt x="651" y="452"/>
                </a:lnTo>
                <a:lnTo>
                  <a:pt x="652" y="452"/>
                </a:lnTo>
                <a:lnTo>
                  <a:pt x="652" y="453"/>
                </a:lnTo>
                <a:lnTo>
                  <a:pt x="651" y="453"/>
                </a:lnTo>
                <a:lnTo>
                  <a:pt x="651" y="452"/>
                </a:lnTo>
                <a:lnTo>
                  <a:pt x="650" y="452"/>
                </a:lnTo>
                <a:lnTo>
                  <a:pt x="650" y="453"/>
                </a:lnTo>
                <a:lnTo>
                  <a:pt x="649" y="453"/>
                </a:lnTo>
                <a:lnTo>
                  <a:pt x="649" y="452"/>
                </a:lnTo>
                <a:lnTo>
                  <a:pt x="648" y="451"/>
                </a:lnTo>
                <a:lnTo>
                  <a:pt x="647" y="451"/>
                </a:lnTo>
                <a:lnTo>
                  <a:pt x="646" y="452"/>
                </a:lnTo>
                <a:lnTo>
                  <a:pt x="646" y="453"/>
                </a:lnTo>
                <a:lnTo>
                  <a:pt x="646" y="454"/>
                </a:lnTo>
                <a:lnTo>
                  <a:pt x="646" y="455"/>
                </a:lnTo>
                <a:lnTo>
                  <a:pt x="646" y="454"/>
                </a:lnTo>
                <a:lnTo>
                  <a:pt x="646" y="455"/>
                </a:lnTo>
                <a:lnTo>
                  <a:pt x="645" y="456"/>
                </a:lnTo>
                <a:lnTo>
                  <a:pt x="642" y="457"/>
                </a:lnTo>
                <a:lnTo>
                  <a:pt x="641" y="458"/>
                </a:lnTo>
                <a:lnTo>
                  <a:pt x="639" y="458"/>
                </a:lnTo>
                <a:lnTo>
                  <a:pt x="638" y="459"/>
                </a:lnTo>
                <a:lnTo>
                  <a:pt x="637" y="459"/>
                </a:lnTo>
                <a:lnTo>
                  <a:pt x="634" y="460"/>
                </a:lnTo>
                <a:lnTo>
                  <a:pt x="633" y="460"/>
                </a:lnTo>
                <a:lnTo>
                  <a:pt x="632" y="460"/>
                </a:lnTo>
                <a:lnTo>
                  <a:pt x="631" y="460"/>
                </a:lnTo>
                <a:lnTo>
                  <a:pt x="628" y="460"/>
                </a:lnTo>
                <a:lnTo>
                  <a:pt x="626" y="460"/>
                </a:lnTo>
                <a:lnTo>
                  <a:pt x="625" y="460"/>
                </a:lnTo>
                <a:lnTo>
                  <a:pt x="624" y="460"/>
                </a:lnTo>
                <a:lnTo>
                  <a:pt x="624" y="461"/>
                </a:lnTo>
                <a:lnTo>
                  <a:pt x="624" y="463"/>
                </a:lnTo>
                <a:lnTo>
                  <a:pt x="623" y="465"/>
                </a:lnTo>
                <a:lnTo>
                  <a:pt x="626" y="466"/>
                </a:lnTo>
                <a:lnTo>
                  <a:pt x="627" y="466"/>
                </a:lnTo>
                <a:lnTo>
                  <a:pt x="628" y="466"/>
                </a:lnTo>
                <a:lnTo>
                  <a:pt x="630" y="466"/>
                </a:lnTo>
                <a:lnTo>
                  <a:pt x="632" y="466"/>
                </a:lnTo>
                <a:lnTo>
                  <a:pt x="635" y="467"/>
                </a:lnTo>
                <a:lnTo>
                  <a:pt x="637" y="470"/>
                </a:lnTo>
                <a:lnTo>
                  <a:pt x="640" y="475"/>
                </a:lnTo>
                <a:lnTo>
                  <a:pt x="642" y="477"/>
                </a:lnTo>
                <a:lnTo>
                  <a:pt x="643" y="479"/>
                </a:lnTo>
                <a:lnTo>
                  <a:pt x="646" y="482"/>
                </a:lnTo>
                <a:lnTo>
                  <a:pt x="646" y="483"/>
                </a:lnTo>
                <a:lnTo>
                  <a:pt x="647" y="485"/>
                </a:lnTo>
                <a:lnTo>
                  <a:pt x="648" y="486"/>
                </a:lnTo>
                <a:lnTo>
                  <a:pt x="648" y="487"/>
                </a:lnTo>
                <a:lnTo>
                  <a:pt x="648" y="489"/>
                </a:lnTo>
                <a:lnTo>
                  <a:pt x="649" y="490"/>
                </a:lnTo>
                <a:lnTo>
                  <a:pt x="649" y="489"/>
                </a:lnTo>
                <a:lnTo>
                  <a:pt x="651" y="488"/>
                </a:lnTo>
                <a:lnTo>
                  <a:pt x="652" y="490"/>
                </a:lnTo>
                <a:lnTo>
                  <a:pt x="653" y="490"/>
                </a:lnTo>
                <a:lnTo>
                  <a:pt x="653" y="491"/>
                </a:lnTo>
                <a:lnTo>
                  <a:pt x="652" y="492"/>
                </a:lnTo>
                <a:lnTo>
                  <a:pt x="653" y="492"/>
                </a:lnTo>
                <a:lnTo>
                  <a:pt x="654" y="492"/>
                </a:lnTo>
                <a:lnTo>
                  <a:pt x="655" y="492"/>
                </a:lnTo>
                <a:lnTo>
                  <a:pt x="654" y="493"/>
                </a:lnTo>
                <a:lnTo>
                  <a:pt x="652" y="494"/>
                </a:lnTo>
                <a:lnTo>
                  <a:pt x="653" y="495"/>
                </a:lnTo>
                <a:lnTo>
                  <a:pt x="653" y="496"/>
                </a:lnTo>
                <a:lnTo>
                  <a:pt x="652" y="496"/>
                </a:lnTo>
                <a:lnTo>
                  <a:pt x="652" y="497"/>
                </a:lnTo>
                <a:lnTo>
                  <a:pt x="652" y="498"/>
                </a:lnTo>
                <a:lnTo>
                  <a:pt x="651" y="498"/>
                </a:lnTo>
                <a:lnTo>
                  <a:pt x="650" y="498"/>
                </a:lnTo>
                <a:lnTo>
                  <a:pt x="650" y="499"/>
                </a:lnTo>
                <a:lnTo>
                  <a:pt x="647" y="499"/>
                </a:lnTo>
                <a:lnTo>
                  <a:pt x="647" y="498"/>
                </a:lnTo>
                <a:lnTo>
                  <a:pt x="646" y="499"/>
                </a:lnTo>
                <a:lnTo>
                  <a:pt x="648" y="501"/>
                </a:lnTo>
                <a:lnTo>
                  <a:pt x="650" y="501"/>
                </a:lnTo>
                <a:lnTo>
                  <a:pt x="652" y="500"/>
                </a:lnTo>
                <a:lnTo>
                  <a:pt x="652" y="501"/>
                </a:lnTo>
                <a:lnTo>
                  <a:pt x="653" y="502"/>
                </a:lnTo>
                <a:lnTo>
                  <a:pt x="653" y="503"/>
                </a:lnTo>
                <a:lnTo>
                  <a:pt x="652" y="503"/>
                </a:lnTo>
                <a:lnTo>
                  <a:pt x="651" y="504"/>
                </a:lnTo>
                <a:lnTo>
                  <a:pt x="651" y="506"/>
                </a:lnTo>
                <a:lnTo>
                  <a:pt x="652" y="511"/>
                </a:lnTo>
                <a:lnTo>
                  <a:pt x="652" y="512"/>
                </a:lnTo>
                <a:lnTo>
                  <a:pt x="654" y="512"/>
                </a:lnTo>
                <a:lnTo>
                  <a:pt x="655" y="512"/>
                </a:lnTo>
                <a:lnTo>
                  <a:pt x="660" y="513"/>
                </a:lnTo>
                <a:lnTo>
                  <a:pt x="661" y="513"/>
                </a:lnTo>
                <a:lnTo>
                  <a:pt x="662" y="514"/>
                </a:lnTo>
                <a:lnTo>
                  <a:pt x="664" y="515"/>
                </a:lnTo>
                <a:lnTo>
                  <a:pt x="663" y="515"/>
                </a:lnTo>
                <a:lnTo>
                  <a:pt x="662" y="516"/>
                </a:lnTo>
                <a:lnTo>
                  <a:pt x="661" y="517"/>
                </a:lnTo>
                <a:lnTo>
                  <a:pt x="661" y="519"/>
                </a:lnTo>
                <a:lnTo>
                  <a:pt x="662" y="520"/>
                </a:lnTo>
                <a:lnTo>
                  <a:pt x="663" y="520"/>
                </a:lnTo>
                <a:lnTo>
                  <a:pt x="663" y="521"/>
                </a:lnTo>
                <a:lnTo>
                  <a:pt x="662" y="522"/>
                </a:lnTo>
                <a:lnTo>
                  <a:pt x="661" y="523"/>
                </a:lnTo>
                <a:lnTo>
                  <a:pt x="660" y="524"/>
                </a:lnTo>
                <a:lnTo>
                  <a:pt x="659" y="524"/>
                </a:lnTo>
                <a:lnTo>
                  <a:pt x="658" y="524"/>
                </a:lnTo>
                <a:lnTo>
                  <a:pt x="658" y="525"/>
                </a:lnTo>
                <a:lnTo>
                  <a:pt x="659" y="525"/>
                </a:lnTo>
                <a:lnTo>
                  <a:pt x="659" y="526"/>
                </a:lnTo>
                <a:lnTo>
                  <a:pt x="659" y="527"/>
                </a:lnTo>
                <a:lnTo>
                  <a:pt x="658" y="527"/>
                </a:lnTo>
                <a:lnTo>
                  <a:pt x="660" y="528"/>
                </a:lnTo>
                <a:lnTo>
                  <a:pt x="661" y="528"/>
                </a:lnTo>
                <a:lnTo>
                  <a:pt x="662" y="526"/>
                </a:lnTo>
                <a:lnTo>
                  <a:pt x="663" y="525"/>
                </a:lnTo>
                <a:lnTo>
                  <a:pt x="665" y="525"/>
                </a:lnTo>
                <a:lnTo>
                  <a:pt x="664" y="526"/>
                </a:lnTo>
                <a:lnTo>
                  <a:pt x="664" y="527"/>
                </a:lnTo>
                <a:lnTo>
                  <a:pt x="665" y="527"/>
                </a:lnTo>
                <a:lnTo>
                  <a:pt x="665" y="526"/>
                </a:lnTo>
                <a:lnTo>
                  <a:pt x="666" y="526"/>
                </a:lnTo>
                <a:lnTo>
                  <a:pt x="667" y="526"/>
                </a:lnTo>
                <a:lnTo>
                  <a:pt x="666" y="527"/>
                </a:lnTo>
                <a:lnTo>
                  <a:pt x="665" y="529"/>
                </a:lnTo>
                <a:lnTo>
                  <a:pt x="664" y="530"/>
                </a:lnTo>
                <a:lnTo>
                  <a:pt x="664" y="531"/>
                </a:lnTo>
                <a:lnTo>
                  <a:pt x="665" y="531"/>
                </a:lnTo>
                <a:lnTo>
                  <a:pt x="665" y="532"/>
                </a:lnTo>
                <a:lnTo>
                  <a:pt x="664" y="532"/>
                </a:lnTo>
                <a:lnTo>
                  <a:pt x="663" y="533"/>
                </a:lnTo>
                <a:lnTo>
                  <a:pt x="663" y="534"/>
                </a:lnTo>
                <a:lnTo>
                  <a:pt x="664" y="534"/>
                </a:lnTo>
                <a:lnTo>
                  <a:pt x="664" y="535"/>
                </a:lnTo>
                <a:lnTo>
                  <a:pt x="664" y="536"/>
                </a:lnTo>
                <a:lnTo>
                  <a:pt x="664" y="537"/>
                </a:lnTo>
                <a:lnTo>
                  <a:pt x="663" y="537"/>
                </a:lnTo>
                <a:lnTo>
                  <a:pt x="663" y="538"/>
                </a:lnTo>
                <a:lnTo>
                  <a:pt x="664" y="538"/>
                </a:lnTo>
                <a:lnTo>
                  <a:pt x="664" y="539"/>
                </a:lnTo>
                <a:lnTo>
                  <a:pt x="663" y="539"/>
                </a:lnTo>
                <a:lnTo>
                  <a:pt x="662" y="539"/>
                </a:lnTo>
                <a:lnTo>
                  <a:pt x="662" y="540"/>
                </a:lnTo>
                <a:lnTo>
                  <a:pt x="662" y="541"/>
                </a:lnTo>
                <a:lnTo>
                  <a:pt x="661" y="541"/>
                </a:lnTo>
                <a:lnTo>
                  <a:pt x="660" y="541"/>
                </a:lnTo>
                <a:lnTo>
                  <a:pt x="660" y="542"/>
                </a:lnTo>
                <a:lnTo>
                  <a:pt x="661" y="542"/>
                </a:lnTo>
                <a:lnTo>
                  <a:pt x="661" y="543"/>
                </a:lnTo>
                <a:lnTo>
                  <a:pt x="660" y="543"/>
                </a:lnTo>
                <a:lnTo>
                  <a:pt x="660" y="544"/>
                </a:lnTo>
                <a:lnTo>
                  <a:pt x="661" y="544"/>
                </a:lnTo>
                <a:lnTo>
                  <a:pt x="662" y="543"/>
                </a:lnTo>
                <a:lnTo>
                  <a:pt x="662" y="544"/>
                </a:lnTo>
                <a:lnTo>
                  <a:pt x="661" y="545"/>
                </a:lnTo>
                <a:lnTo>
                  <a:pt x="661" y="546"/>
                </a:lnTo>
                <a:lnTo>
                  <a:pt x="660" y="546"/>
                </a:lnTo>
                <a:lnTo>
                  <a:pt x="660" y="547"/>
                </a:lnTo>
                <a:lnTo>
                  <a:pt x="660" y="546"/>
                </a:lnTo>
                <a:lnTo>
                  <a:pt x="659" y="546"/>
                </a:lnTo>
                <a:lnTo>
                  <a:pt x="659" y="547"/>
                </a:lnTo>
                <a:lnTo>
                  <a:pt x="658" y="547"/>
                </a:lnTo>
                <a:lnTo>
                  <a:pt x="658" y="546"/>
                </a:lnTo>
                <a:lnTo>
                  <a:pt x="658" y="547"/>
                </a:lnTo>
                <a:lnTo>
                  <a:pt x="657" y="547"/>
                </a:lnTo>
                <a:lnTo>
                  <a:pt x="657" y="548"/>
                </a:lnTo>
                <a:lnTo>
                  <a:pt x="656" y="548"/>
                </a:lnTo>
                <a:lnTo>
                  <a:pt x="655" y="548"/>
                </a:lnTo>
                <a:lnTo>
                  <a:pt x="655" y="546"/>
                </a:lnTo>
                <a:lnTo>
                  <a:pt x="656" y="545"/>
                </a:lnTo>
                <a:lnTo>
                  <a:pt x="657" y="544"/>
                </a:lnTo>
                <a:lnTo>
                  <a:pt x="656" y="543"/>
                </a:lnTo>
                <a:lnTo>
                  <a:pt x="655" y="543"/>
                </a:lnTo>
                <a:lnTo>
                  <a:pt x="655" y="544"/>
                </a:lnTo>
                <a:lnTo>
                  <a:pt x="655" y="545"/>
                </a:lnTo>
                <a:lnTo>
                  <a:pt x="654" y="545"/>
                </a:lnTo>
                <a:lnTo>
                  <a:pt x="653" y="544"/>
                </a:lnTo>
                <a:lnTo>
                  <a:pt x="653" y="543"/>
                </a:lnTo>
                <a:lnTo>
                  <a:pt x="653" y="542"/>
                </a:lnTo>
                <a:lnTo>
                  <a:pt x="654" y="542"/>
                </a:lnTo>
                <a:lnTo>
                  <a:pt x="654" y="540"/>
                </a:lnTo>
                <a:lnTo>
                  <a:pt x="653" y="538"/>
                </a:lnTo>
                <a:lnTo>
                  <a:pt x="650" y="537"/>
                </a:lnTo>
                <a:lnTo>
                  <a:pt x="647" y="537"/>
                </a:lnTo>
                <a:lnTo>
                  <a:pt x="647" y="536"/>
                </a:lnTo>
                <a:lnTo>
                  <a:pt x="647" y="535"/>
                </a:lnTo>
                <a:lnTo>
                  <a:pt x="641" y="534"/>
                </a:lnTo>
                <a:lnTo>
                  <a:pt x="640" y="534"/>
                </a:lnTo>
                <a:lnTo>
                  <a:pt x="638" y="534"/>
                </a:lnTo>
                <a:lnTo>
                  <a:pt x="637" y="534"/>
                </a:lnTo>
                <a:lnTo>
                  <a:pt x="635" y="535"/>
                </a:lnTo>
                <a:lnTo>
                  <a:pt x="634" y="535"/>
                </a:lnTo>
                <a:lnTo>
                  <a:pt x="633" y="535"/>
                </a:lnTo>
                <a:lnTo>
                  <a:pt x="632" y="535"/>
                </a:lnTo>
                <a:lnTo>
                  <a:pt x="632" y="536"/>
                </a:lnTo>
                <a:lnTo>
                  <a:pt x="631" y="536"/>
                </a:lnTo>
                <a:lnTo>
                  <a:pt x="632" y="538"/>
                </a:lnTo>
                <a:lnTo>
                  <a:pt x="632" y="540"/>
                </a:lnTo>
                <a:lnTo>
                  <a:pt x="632" y="541"/>
                </a:lnTo>
                <a:lnTo>
                  <a:pt x="631" y="540"/>
                </a:lnTo>
                <a:lnTo>
                  <a:pt x="630" y="541"/>
                </a:lnTo>
                <a:lnTo>
                  <a:pt x="630" y="542"/>
                </a:lnTo>
                <a:lnTo>
                  <a:pt x="630" y="543"/>
                </a:lnTo>
                <a:lnTo>
                  <a:pt x="629" y="543"/>
                </a:lnTo>
                <a:lnTo>
                  <a:pt x="629" y="545"/>
                </a:lnTo>
                <a:lnTo>
                  <a:pt x="629" y="546"/>
                </a:lnTo>
                <a:lnTo>
                  <a:pt x="629" y="547"/>
                </a:lnTo>
                <a:lnTo>
                  <a:pt x="630" y="549"/>
                </a:lnTo>
                <a:lnTo>
                  <a:pt x="629" y="550"/>
                </a:lnTo>
                <a:lnTo>
                  <a:pt x="628" y="550"/>
                </a:lnTo>
                <a:lnTo>
                  <a:pt x="627" y="551"/>
                </a:lnTo>
                <a:lnTo>
                  <a:pt x="627" y="552"/>
                </a:lnTo>
                <a:lnTo>
                  <a:pt x="628" y="553"/>
                </a:lnTo>
                <a:lnTo>
                  <a:pt x="627" y="555"/>
                </a:lnTo>
                <a:lnTo>
                  <a:pt x="626" y="556"/>
                </a:lnTo>
                <a:lnTo>
                  <a:pt x="625" y="557"/>
                </a:lnTo>
                <a:lnTo>
                  <a:pt x="625" y="558"/>
                </a:lnTo>
                <a:lnTo>
                  <a:pt x="625" y="560"/>
                </a:lnTo>
                <a:lnTo>
                  <a:pt x="625" y="561"/>
                </a:lnTo>
                <a:lnTo>
                  <a:pt x="623" y="562"/>
                </a:lnTo>
                <a:lnTo>
                  <a:pt x="622" y="562"/>
                </a:lnTo>
                <a:lnTo>
                  <a:pt x="622" y="561"/>
                </a:lnTo>
                <a:lnTo>
                  <a:pt x="622" y="560"/>
                </a:lnTo>
                <a:lnTo>
                  <a:pt x="620" y="560"/>
                </a:lnTo>
                <a:lnTo>
                  <a:pt x="618" y="560"/>
                </a:lnTo>
                <a:lnTo>
                  <a:pt x="618" y="561"/>
                </a:lnTo>
                <a:lnTo>
                  <a:pt x="618" y="562"/>
                </a:lnTo>
                <a:lnTo>
                  <a:pt x="619" y="563"/>
                </a:lnTo>
                <a:lnTo>
                  <a:pt x="620" y="563"/>
                </a:lnTo>
                <a:lnTo>
                  <a:pt x="622" y="564"/>
                </a:lnTo>
                <a:lnTo>
                  <a:pt x="621" y="565"/>
                </a:lnTo>
                <a:lnTo>
                  <a:pt x="620" y="566"/>
                </a:lnTo>
                <a:lnTo>
                  <a:pt x="622" y="567"/>
                </a:lnTo>
                <a:lnTo>
                  <a:pt x="623" y="567"/>
                </a:lnTo>
                <a:lnTo>
                  <a:pt x="623" y="566"/>
                </a:lnTo>
                <a:lnTo>
                  <a:pt x="623" y="565"/>
                </a:lnTo>
                <a:lnTo>
                  <a:pt x="624" y="566"/>
                </a:lnTo>
                <a:lnTo>
                  <a:pt x="624" y="567"/>
                </a:lnTo>
                <a:lnTo>
                  <a:pt x="623" y="568"/>
                </a:lnTo>
                <a:lnTo>
                  <a:pt x="623" y="569"/>
                </a:lnTo>
                <a:lnTo>
                  <a:pt x="623" y="570"/>
                </a:lnTo>
                <a:lnTo>
                  <a:pt x="623" y="571"/>
                </a:lnTo>
                <a:lnTo>
                  <a:pt x="623" y="572"/>
                </a:lnTo>
                <a:lnTo>
                  <a:pt x="622" y="572"/>
                </a:lnTo>
                <a:lnTo>
                  <a:pt x="621" y="572"/>
                </a:lnTo>
                <a:lnTo>
                  <a:pt x="620" y="575"/>
                </a:lnTo>
                <a:lnTo>
                  <a:pt x="620" y="577"/>
                </a:lnTo>
                <a:lnTo>
                  <a:pt x="619" y="577"/>
                </a:lnTo>
                <a:lnTo>
                  <a:pt x="619" y="576"/>
                </a:lnTo>
                <a:lnTo>
                  <a:pt x="618" y="576"/>
                </a:lnTo>
                <a:lnTo>
                  <a:pt x="618" y="577"/>
                </a:lnTo>
                <a:lnTo>
                  <a:pt x="617" y="577"/>
                </a:lnTo>
                <a:lnTo>
                  <a:pt x="616" y="577"/>
                </a:lnTo>
                <a:lnTo>
                  <a:pt x="616" y="576"/>
                </a:lnTo>
                <a:lnTo>
                  <a:pt x="615" y="576"/>
                </a:lnTo>
                <a:lnTo>
                  <a:pt x="615" y="575"/>
                </a:lnTo>
                <a:lnTo>
                  <a:pt x="614" y="575"/>
                </a:lnTo>
                <a:lnTo>
                  <a:pt x="613" y="576"/>
                </a:lnTo>
                <a:lnTo>
                  <a:pt x="613" y="575"/>
                </a:lnTo>
                <a:lnTo>
                  <a:pt x="612" y="575"/>
                </a:lnTo>
                <a:lnTo>
                  <a:pt x="609" y="574"/>
                </a:lnTo>
                <a:lnTo>
                  <a:pt x="608" y="574"/>
                </a:lnTo>
                <a:lnTo>
                  <a:pt x="607" y="575"/>
                </a:lnTo>
                <a:lnTo>
                  <a:pt x="606" y="575"/>
                </a:lnTo>
                <a:lnTo>
                  <a:pt x="606" y="576"/>
                </a:lnTo>
                <a:lnTo>
                  <a:pt x="606" y="577"/>
                </a:lnTo>
                <a:lnTo>
                  <a:pt x="605" y="577"/>
                </a:lnTo>
                <a:lnTo>
                  <a:pt x="605" y="578"/>
                </a:lnTo>
                <a:lnTo>
                  <a:pt x="605" y="579"/>
                </a:lnTo>
                <a:lnTo>
                  <a:pt x="605" y="580"/>
                </a:lnTo>
                <a:lnTo>
                  <a:pt x="605" y="581"/>
                </a:lnTo>
                <a:lnTo>
                  <a:pt x="605" y="582"/>
                </a:lnTo>
                <a:lnTo>
                  <a:pt x="605" y="583"/>
                </a:lnTo>
                <a:lnTo>
                  <a:pt x="604" y="583"/>
                </a:lnTo>
                <a:lnTo>
                  <a:pt x="605" y="585"/>
                </a:lnTo>
                <a:lnTo>
                  <a:pt x="606" y="586"/>
                </a:lnTo>
                <a:lnTo>
                  <a:pt x="607" y="586"/>
                </a:lnTo>
                <a:lnTo>
                  <a:pt x="608" y="586"/>
                </a:lnTo>
                <a:lnTo>
                  <a:pt x="608" y="587"/>
                </a:lnTo>
                <a:lnTo>
                  <a:pt x="608" y="586"/>
                </a:lnTo>
                <a:lnTo>
                  <a:pt x="609" y="585"/>
                </a:lnTo>
                <a:lnTo>
                  <a:pt x="609" y="586"/>
                </a:lnTo>
                <a:lnTo>
                  <a:pt x="609" y="587"/>
                </a:lnTo>
                <a:lnTo>
                  <a:pt x="608" y="588"/>
                </a:lnTo>
                <a:lnTo>
                  <a:pt x="608" y="589"/>
                </a:lnTo>
                <a:lnTo>
                  <a:pt x="608" y="590"/>
                </a:lnTo>
                <a:lnTo>
                  <a:pt x="607" y="590"/>
                </a:lnTo>
                <a:lnTo>
                  <a:pt x="607" y="591"/>
                </a:lnTo>
                <a:lnTo>
                  <a:pt x="608" y="591"/>
                </a:lnTo>
                <a:lnTo>
                  <a:pt x="609" y="592"/>
                </a:lnTo>
                <a:lnTo>
                  <a:pt x="610" y="593"/>
                </a:lnTo>
                <a:lnTo>
                  <a:pt x="609" y="593"/>
                </a:lnTo>
                <a:lnTo>
                  <a:pt x="609" y="592"/>
                </a:lnTo>
                <a:lnTo>
                  <a:pt x="609" y="593"/>
                </a:lnTo>
                <a:lnTo>
                  <a:pt x="608" y="593"/>
                </a:lnTo>
                <a:lnTo>
                  <a:pt x="608" y="592"/>
                </a:lnTo>
                <a:lnTo>
                  <a:pt x="607" y="593"/>
                </a:lnTo>
                <a:lnTo>
                  <a:pt x="606" y="593"/>
                </a:lnTo>
                <a:lnTo>
                  <a:pt x="606" y="592"/>
                </a:lnTo>
                <a:lnTo>
                  <a:pt x="605" y="592"/>
                </a:lnTo>
                <a:lnTo>
                  <a:pt x="605" y="591"/>
                </a:lnTo>
                <a:lnTo>
                  <a:pt x="604" y="592"/>
                </a:lnTo>
                <a:lnTo>
                  <a:pt x="603" y="592"/>
                </a:lnTo>
                <a:lnTo>
                  <a:pt x="603" y="591"/>
                </a:lnTo>
                <a:lnTo>
                  <a:pt x="601" y="591"/>
                </a:lnTo>
                <a:lnTo>
                  <a:pt x="601" y="592"/>
                </a:lnTo>
                <a:lnTo>
                  <a:pt x="600" y="592"/>
                </a:lnTo>
                <a:lnTo>
                  <a:pt x="600" y="593"/>
                </a:lnTo>
                <a:lnTo>
                  <a:pt x="599" y="593"/>
                </a:lnTo>
                <a:lnTo>
                  <a:pt x="599" y="594"/>
                </a:lnTo>
                <a:lnTo>
                  <a:pt x="600" y="594"/>
                </a:lnTo>
                <a:lnTo>
                  <a:pt x="601" y="594"/>
                </a:lnTo>
                <a:lnTo>
                  <a:pt x="602" y="594"/>
                </a:lnTo>
                <a:lnTo>
                  <a:pt x="602" y="595"/>
                </a:lnTo>
                <a:lnTo>
                  <a:pt x="603" y="595"/>
                </a:lnTo>
                <a:lnTo>
                  <a:pt x="602" y="595"/>
                </a:lnTo>
                <a:lnTo>
                  <a:pt x="602" y="596"/>
                </a:lnTo>
                <a:lnTo>
                  <a:pt x="603" y="596"/>
                </a:lnTo>
                <a:lnTo>
                  <a:pt x="602" y="596"/>
                </a:lnTo>
                <a:lnTo>
                  <a:pt x="602" y="597"/>
                </a:lnTo>
                <a:lnTo>
                  <a:pt x="603" y="597"/>
                </a:lnTo>
                <a:lnTo>
                  <a:pt x="603" y="598"/>
                </a:lnTo>
                <a:lnTo>
                  <a:pt x="602" y="598"/>
                </a:lnTo>
                <a:lnTo>
                  <a:pt x="602" y="597"/>
                </a:lnTo>
                <a:lnTo>
                  <a:pt x="601" y="597"/>
                </a:lnTo>
                <a:lnTo>
                  <a:pt x="601" y="596"/>
                </a:lnTo>
                <a:lnTo>
                  <a:pt x="601" y="595"/>
                </a:lnTo>
                <a:lnTo>
                  <a:pt x="600" y="596"/>
                </a:lnTo>
                <a:lnTo>
                  <a:pt x="599" y="596"/>
                </a:lnTo>
                <a:lnTo>
                  <a:pt x="599" y="595"/>
                </a:lnTo>
                <a:lnTo>
                  <a:pt x="597" y="595"/>
                </a:lnTo>
                <a:lnTo>
                  <a:pt x="597" y="596"/>
                </a:lnTo>
                <a:lnTo>
                  <a:pt x="598" y="596"/>
                </a:lnTo>
                <a:lnTo>
                  <a:pt x="598" y="597"/>
                </a:lnTo>
                <a:lnTo>
                  <a:pt x="597" y="597"/>
                </a:lnTo>
                <a:lnTo>
                  <a:pt x="596" y="597"/>
                </a:lnTo>
                <a:lnTo>
                  <a:pt x="596" y="598"/>
                </a:lnTo>
                <a:lnTo>
                  <a:pt x="596" y="597"/>
                </a:lnTo>
                <a:lnTo>
                  <a:pt x="597" y="597"/>
                </a:lnTo>
                <a:lnTo>
                  <a:pt x="598" y="597"/>
                </a:lnTo>
                <a:lnTo>
                  <a:pt x="599" y="598"/>
                </a:lnTo>
                <a:lnTo>
                  <a:pt x="595" y="600"/>
                </a:lnTo>
                <a:lnTo>
                  <a:pt x="594" y="600"/>
                </a:lnTo>
                <a:lnTo>
                  <a:pt x="593" y="601"/>
                </a:lnTo>
                <a:lnTo>
                  <a:pt x="592" y="601"/>
                </a:lnTo>
                <a:lnTo>
                  <a:pt x="591" y="602"/>
                </a:lnTo>
                <a:lnTo>
                  <a:pt x="590" y="601"/>
                </a:lnTo>
                <a:lnTo>
                  <a:pt x="587" y="603"/>
                </a:lnTo>
                <a:lnTo>
                  <a:pt x="586" y="603"/>
                </a:lnTo>
                <a:lnTo>
                  <a:pt x="587" y="602"/>
                </a:lnTo>
                <a:lnTo>
                  <a:pt x="587" y="601"/>
                </a:lnTo>
                <a:lnTo>
                  <a:pt x="587" y="600"/>
                </a:lnTo>
                <a:lnTo>
                  <a:pt x="586" y="600"/>
                </a:lnTo>
                <a:lnTo>
                  <a:pt x="586" y="601"/>
                </a:lnTo>
                <a:lnTo>
                  <a:pt x="585" y="601"/>
                </a:lnTo>
                <a:lnTo>
                  <a:pt x="585" y="600"/>
                </a:lnTo>
                <a:lnTo>
                  <a:pt x="584" y="600"/>
                </a:lnTo>
                <a:lnTo>
                  <a:pt x="585" y="600"/>
                </a:lnTo>
                <a:lnTo>
                  <a:pt x="586" y="600"/>
                </a:lnTo>
                <a:lnTo>
                  <a:pt x="586" y="598"/>
                </a:lnTo>
                <a:lnTo>
                  <a:pt x="586" y="596"/>
                </a:lnTo>
                <a:lnTo>
                  <a:pt x="584" y="595"/>
                </a:lnTo>
                <a:lnTo>
                  <a:pt x="583" y="594"/>
                </a:lnTo>
                <a:lnTo>
                  <a:pt x="583" y="593"/>
                </a:lnTo>
                <a:lnTo>
                  <a:pt x="582" y="593"/>
                </a:lnTo>
                <a:lnTo>
                  <a:pt x="581" y="592"/>
                </a:lnTo>
                <a:lnTo>
                  <a:pt x="581" y="590"/>
                </a:lnTo>
                <a:lnTo>
                  <a:pt x="581" y="588"/>
                </a:lnTo>
                <a:lnTo>
                  <a:pt x="580" y="587"/>
                </a:lnTo>
                <a:lnTo>
                  <a:pt x="580" y="586"/>
                </a:lnTo>
                <a:lnTo>
                  <a:pt x="579" y="585"/>
                </a:lnTo>
                <a:lnTo>
                  <a:pt x="579" y="584"/>
                </a:lnTo>
                <a:lnTo>
                  <a:pt x="580" y="584"/>
                </a:lnTo>
                <a:lnTo>
                  <a:pt x="582" y="582"/>
                </a:lnTo>
                <a:lnTo>
                  <a:pt x="583" y="583"/>
                </a:lnTo>
                <a:lnTo>
                  <a:pt x="584" y="584"/>
                </a:lnTo>
                <a:lnTo>
                  <a:pt x="584" y="583"/>
                </a:lnTo>
                <a:lnTo>
                  <a:pt x="584" y="582"/>
                </a:lnTo>
                <a:lnTo>
                  <a:pt x="585" y="581"/>
                </a:lnTo>
                <a:lnTo>
                  <a:pt x="586" y="581"/>
                </a:lnTo>
                <a:lnTo>
                  <a:pt x="587" y="580"/>
                </a:lnTo>
                <a:lnTo>
                  <a:pt x="588" y="579"/>
                </a:lnTo>
                <a:lnTo>
                  <a:pt x="589" y="577"/>
                </a:lnTo>
                <a:lnTo>
                  <a:pt x="590" y="576"/>
                </a:lnTo>
                <a:lnTo>
                  <a:pt x="591" y="575"/>
                </a:lnTo>
                <a:lnTo>
                  <a:pt x="591" y="576"/>
                </a:lnTo>
                <a:lnTo>
                  <a:pt x="591" y="575"/>
                </a:lnTo>
                <a:lnTo>
                  <a:pt x="591" y="574"/>
                </a:lnTo>
                <a:lnTo>
                  <a:pt x="590" y="573"/>
                </a:lnTo>
                <a:lnTo>
                  <a:pt x="591" y="571"/>
                </a:lnTo>
                <a:lnTo>
                  <a:pt x="591" y="570"/>
                </a:lnTo>
                <a:lnTo>
                  <a:pt x="590" y="569"/>
                </a:lnTo>
                <a:lnTo>
                  <a:pt x="589" y="568"/>
                </a:lnTo>
                <a:lnTo>
                  <a:pt x="589" y="567"/>
                </a:lnTo>
                <a:lnTo>
                  <a:pt x="588" y="566"/>
                </a:lnTo>
                <a:lnTo>
                  <a:pt x="590" y="557"/>
                </a:lnTo>
                <a:lnTo>
                  <a:pt x="591" y="556"/>
                </a:lnTo>
                <a:lnTo>
                  <a:pt x="592" y="556"/>
                </a:lnTo>
                <a:lnTo>
                  <a:pt x="593" y="555"/>
                </a:lnTo>
                <a:lnTo>
                  <a:pt x="594" y="554"/>
                </a:lnTo>
                <a:lnTo>
                  <a:pt x="594" y="553"/>
                </a:lnTo>
                <a:lnTo>
                  <a:pt x="594" y="552"/>
                </a:lnTo>
                <a:lnTo>
                  <a:pt x="593" y="551"/>
                </a:lnTo>
                <a:lnTo>
                  <a:pt x="594" y="550"/>
                </a:lnTo>
                <a:lnTo>
                  <a:pt x="592" y="549"/>
                </a:lnTo>
                <a:lnTo>
                  <a:pt x="592" y="548"/>
                </a:lnTo>
                <a:lnTo>
                  <a:pt x="592" y="547"/>
                </a:lnTo>
                <a:lnTo>
                  <a:pt x="591" y="546"/>
                </a:lnTo>
                <a:lnTo>
                  <a:pt x="590" y="546"/>
                </a:lnTo>
                <a:lnTo>
                  <a:pt x="588" y="545"/>
                </a:lnTo>
                <a:lnTo>
                  <a:pt x="588" y="544"/>
                </a:lnTo>
                <a:lnTo>
                  <a:pt x="588" y="543"/>
                </a:lnTo>
                <a:lnTo>
                  <a:pt x="588" y="542"/>
                </a:lnTo>
                <a:lnTo>
                  <a:pt x="588" y="541"/>
                </a:lnTo>
                <a:lnTo>
                  <a:pt x="589" y="540"/>
                </a:lnTo>
                <a:lnTo>
                  <a:pt x="591" y="540"/>
                </a:lnTo>
                <a:lnTo>
                  <a:pt x="592" y="540"/>
                </a:lnTo>
                <a:lnTo>
                  <a:pt x="592" y="539"/>
                </a:lnTo>
                <a:lnTo>
                  <a:pt x="591" y="538"/>
                </a:lnTo>
                <a:lnTo>
                  <a:pt x="591" y="539"/>
                </a:lnTo>
                <a:lnTo>
                  <a:pt x="590" y="539"/>
                </a:lnTo>
                <a:lnTo>
                  <a:pt x="588" y="539"/>
                </a:lnTo>
                <a:lnTo>
                  <a:pt x="587" y="539"/>
                </a:lnTo>
                <a:lnTo>
                  <a:pt x="587" y="537"/>
                </a:lnTo>
                <a:lnTo>
                  <a:pt x="586" y="536"/>
                </a:lnTo>
                <a:lnTo>
                  <a:pt x="585" y="535"/>
                </a:lnTo>
                <a:lnTo>
                  <a:pt x="584" y="534"/>
                </a:lnTo>
                <a:lnTo>
                  <a:pt x="584" y="533"/>
                </a:lnTo>
                <a:lnTo>
                  <a:pt x="584" y="532"/>
                </a:lnTo>
                <a:lnTo>
                  <a:pt x="584" y="531"/>
                </a:lnTo>
                <a:lnTo>
                  <a:pt x="583" y="531"/>
                </a:lnTo>
                <a:lnTo>
                  <a:pt x="582" y="531"/>
                </a:lnTo>
                <a:lnTo>
                  <a:pt x="580" y="532"/>
                </a:lnTo>
                <a:lnTo>
                  <a:pt x="580" y="534"/>
                </a:lnTo>
                <a:lnTo>
                  <a:pt x="579" y="534"/>
                </a:lnTo>
                <a:lnTo>
                  <a:pt x="579" y="533"/>
                </a:lnTo>
                <a:lnTo>
                  <a:pt x="578" y="532"/>
                </a:lnTo>
                <a:lnTo>
                  <a:pt x="579" y="535"/>
                </a:lnTo>
                <a:lnTo>
                  <a:pt x="580" y="535"/>
                </a:lnTo>
                <a:lnTo>
                  <a:pt x="581" y="536"/>
                </a:lnTo>
                <a:lnTo>
                  <a:pt x="582" y="537"/>
                </a:lnTo>
                <a:lnTo>
                  <a:pt x="581" y="538"/>
                </a:lnTo>
                <a:lnTo>
                  <a:pt x="581" y="539"/>
                </a:lnTo>
                <a:lnTo>
                  <a:pt x="580" y="539"/>
                </a:lnTo>
                <a:lnTo>
                  <a:pt x="579" y="539"/>
                </a:lnTo>
                <a:lnTo>
                  <a:pt x="578" y="539"/>
                </a:lnTo>
                <a:lnTo>
                  <a:pt x="578" y="540"/>
                </a:lnTo>
                <a:lnTo>
                  <a:pt x="578" y="541"/>
                </a:lnTo>
                <a:lnTo>
                  <a:pt x="577" y="540"/>
                </a:lnTo>
                <a:lnTo>
                  <a:pt x="577" y="541"/>
                </a:lnTo>
                <a:lnTo>
                  <a:pt x="577" y="542"/>
                </a:lnTo>
                <a:lnTo>
                  <a:pt x="576" y="542"/>
                </a:lnTo>
                <a:lnTo>
                  <a:pt x="576" y="544"/>
                </a:lnTo>
                <a:lnTo>
                  <a:pt x="576" y="545"/>
                </a:lnTo>
                <a:lnTo>
                  <a:pt x="576" y="546"/>
                </a:lnTo>
                <a:lnTo>
                  <a:pt x="576" y="547"/>
                </a:lnTo>
                <a:lnTo>
                  <a:pt x="574" y="548"/>
                </a:lnTo>
                <a:lnTo>
                  <a:pt x="574" y="549"/>
                </a:lnTo>
                <a:lnTo>
                  <a:pt x="573" y="550"/>
                </a:lnTo>
                <a:lnTo>
                  <a:pt x="574" y="550"/>
                </a:lnTo>
                <a:lnTo>
                  <a:pt x="575" y="551"/>
                </a:lnTo>
                <a:lnTo>
                  <a:pt x="575" y="552"/>
                </a:lnTo>
                <a:lnTo>
                  <a:pt x="573" y="552"/>
                </a:lnTo>
                <a:lnTo>
                  <a:pt x="573" y="553"/>
                </a:lnTo>
                <a:lnTo>
                  <a:pt x="573" y="554"/>
                </a:lnTo>
                <a:lnTo>
                  <a:pt x="573" y="555"/>
                </a:lnTo>
                <a:lnTo>
                  <a:pt x="572" y="555"/>
                </a:lnTo>
                <a:lnTo>
                  <a:pt x="570" y="555"/>
                </a:lnTo>
                <a:lnTo>
                  <a:pt x="569" y="555"/>
                </a:lnTo>
                <a:lnTo>
                  <a:pt x="568" y="556"/>
                </a:lnTo>
                <a:lnTo>
                  <a:pt x="567" y="556"/>
                </a:lnTo>
                <a:lnTo>
                  <a:pt x="566" y="556"/>
                </a:lnTo>
                <a:lnTo>
                  <a:pt x="565" y="555"/>
                </a:lnTo>
                <a:lnTo>
                  <a:pt x="565" y="554"/>
                </a:lnTo>
                <a:lnTo>
                  <a:pt x="564" y="554"/>
                </a:lnTo>
                <a:lnTo>
                  <a:pt x="564" y="555"/>
                </a:lnTo>
                <a:lnTo>
                  <a:pt x="564" y="556"/>
                </a:lnTo>
                <a:lnTo>
                  <a:pt x="563" y="556"/>
                </a:lnTo>
                <a:lnTo>
                  <a:pt x="564" y="556"/>
                </a:lnTo>
                <a:lnTo>
                  <a:pt x="566" y="557"/>
                </a:lnTo>
                <a:lnTo>
                  <a:pt x="568" y="557"/>
                </a:lnTo>
                <a:lnTo>
                  <a:pt x="569" y="557"/>
                </a:lnTo>
                <a:lnTo>
                  <a:pt x="571" y="556"/>
                </a:lnTo>
                <a:lnTo>
                  <a:pt x="572" y="556"/>
                </a:lnTo>
                <a:lnTo>
                  <a:pt x="573" y="558"/>
                </a:lnTo>
                <a:lnTo>
                  <a:pt x="573" y="559"/>
                </a:lnTo>
                <a:lnTo>
                  <a:pt x="574" y="560"/>
                </a:lnTo>
                <a:lnTo>
                  <a:pt x="576" y="562"/>
                </a:lnTo>
                <a:lnTo>
                  <a:pt x="576" y="563"/>
                </a:lnTo>
                <a:lnTo>
                  <a:pt x="575" y="569"/>
                </a:lnTo>
                <a:lnTo>
                  <a:pt x="575" y="570"/>
                </a:lnTo>
                <a:lnTo>
                  <a:pt x="573" y="571"/>
                </a:lnTo>
                <a:lnTo>
                  <a:pt x="573" y="572"/>
                </a:lnTo>
                <a:lnTo>
                  <a:pt x="572" y="573"/>
                </a:lnTo>
                <a:lnTo>
                  <a:pt x="572" y="574"/>
                </a:lnTo>
                <a:lnTo>
                  <a:pt x="572" y="575"/>
                </a:lnTo>
                <a:lnTo>
                  <a:pt x="573" y="575"/>
                </a:lnTo>
                <a:lnTo>
                  <a:pt x="573" y="576"/>
                </a:lnTo>
                <a:lnTo>
                  <a:pt x="572" y="577"/>
                </a:lnTo>
                <a:lnTo>
                  <a:pt x="572" y="578"/>
                </a:lnTo>
                <a:lnTo>
                  <a:pt x="572" y="580"/>
                </a:lnTo>
                <a:lnTo>
                  <a:pt x="573" y="580"/>
                </a:lnTo>
                <a:lnTo>
                  <a:pt x="572" y="584"/>
                </a:lnTo>
                <a:lnTo>
                  <a:pt x="571" y="584"/>
                </a:lnTo>
                <a:lnTo>
                  <a:pt x="569" y="582"/>
                </a:lnTo>
                <a:lnTo>
                  <a:pt x="568" y="582"/>
                </a:lnTo>
                <a:lnTo>
                  <a:pt x="567" y="582"/>
                </a:lnTo>
                <a:lnTo>
                  <a:pt x="569" y="583"/>
                </a:lnTo>
                <a:lnTo>
                  <a:pt x="568" y="586"/>
                </a:lnTo>
                <a:lnTo>
                  <a:pt x="561" y="593"/>
                </a:lnTo>
                <a:lnTo>
                  <a:pt x="560" y="592"/>
                </a:lnTo>
                <a:lnTo>
                  <a:pt x="560" y="593"/>
                </a:lnTo>
                <a:lnTo>
                  <a:pt x="560" y="594"/>
                </a:lnTo>
                <a:lnTo>
                  <a:pt x="559" y="597"/>
                </a:lnTo>
                <a:lnTo>
                  <a:pt x="558" y="597"/>
                </a:lnTo>
                <a:lnTo>
                  <a:pt x="558" y="598"/>
                </a:lnTo>
                <a:lnTo>
                  <a:pt x="560" y="599"/>
                </a:lnTo>
                <a:lnTo>
                  <a:pt x="561" y="599"/>
                </a:lnTo>
                <a:lnTo>
                  <a:pt x="560" y="601"/>
                </a:lnTo>
                <a:lnTo>
                  <a:pt x="562" y="608"/>
                </a:lnTo>
                <a:lnTo>
                  <a:pt x="561" y="608"/>
                </a:lnTo>
                <a:lnTo>
                  <a:pt x="560" y="609"/>
                </a:lnTo>
                <a:lnTo>
                  <a:pt x="561" y="610"/>
                </a:lnTo>
                <a:lnTo>
                  <a:pt x="560" y="611"/>
                </a:lnTo>
                <a:lnTo>
                  <a:pt x="559" y="611"/>
                </a:lnTo>
                <a:lnTo>
                  <a:pt x="561" y="612"/>
                </a:lnTo>
                <a:lnTo>
                  <a:pt x="560" y="613"/>
                </a:lnTo>
                <a:lnTo>
                  <a:pt x="561" y="613"/>
                </a:lnTo>
                <a:lnTo>
                  <a:pt x="561" y="614"/>
                </a:lnTo>
                <a:lnTo>
                  <a:pt x="560" y="615"/>
                </a:lnTo>
                <a:lnTo>
                  <a:pt x="559" y="616"/>
                </a:lnTo>
                <a:lnTo>
                  <a:pt x="559" y="617"/>
                </a:lnTo>
                <a:lnTo>
                  <a:pt x="557" y="618"/>
                </a:lnTo>
                <a:lnTo>
                  <a:pt x="556" y="619"/>
                </a:lnTo>
                <a:lnTo>
                  <a:pt x="555" y="620"/>
                </a:lnTo>
                <a:lnTo>
                  <a:pt x="554" y="621"/>
                </a:lnTo>
                <a:lnTo>
                  <a:pt x="554" y="626"/>
                </a:lnTo>
                <a:lnTo>
                  <a:pt x="554" y="627"/>
                </a:lnTo>
                <a:lnTo>
                  <a:pt x="558" y="629"/>
                </a:lnTo>
                <a:lnTo>
                  <a:pt x="557" y="629"/>
                </a:lnTo>
                <a:lnTo>
                  <a:pt x="557" y="630"/>
                </a:lnTo>
                <a:lnTo>
                  <a:pt x="557" y="631"/>
                </a:lnTo>
                <a:lnTo>
                  <a:pt x="556" y="631"/>
                </a:lnTo>
                <a:lnTo>
                  <a:pt x="556" y="632"/>
                </a:lnTo>
                <a:lnTo>
                  <a:pt x="555" y="634"/>
                </a:lnTo>
                <a:lnTo>
                  <a:pt x="555" y="635"/>
                </a:lnTo>
                <a:lnTo>
                  <a:pt x="554" y="635"/>
                </a:lnTo>
                <a:lnTo>
                  <a:pt x="554" y="636"/>
                </a:lnTo>
                <a:lnTo>
                  <a:pt x="554" y="637"/>
                </a:lnTo>
                <a:lnTo>
                  <a:pt x="553" y="637"/>
                </a:lnTo>
                <a:lnTo>
                  <a:pt x="552" y="636"/>
                </a:lnTo>
                <a:lnTo>
                  <a:pt x="551" y="635"/>
                </a:lnTo>
                <a:lnTo>
                  <a:pt x="550" y="635"/>
                </a:lnTo>
                <a:lnTo>
                  <a:pt x="550" y="634"/>
                </a:lnTo>
                <a:lnTo>
                  <a:pt x="549" y="634"/>
                </a:lnTo>
                <a:lnTo>
                  <a:pt x="549" y="633"/>
                </a:lnTo>
                <a:lnTo>
                  <a:pt x="549" y="634"/>
                </a:lnTo>
                <a:lnTo>
                  <a:pt x="548" y="634"/>
                </a:lnTo>
                <a:lnTo>
                  <a:pt x="545" y="636"/>
                </a:lnTo>
                <a:lnTo>
                  <a:pt x="543" y="636"/>
                </a:lnTo>
                <a:lnTo>
                  <a:pt x="543" y="641"/>
                </a:lnTo>
                <a:lnTo>
                  <a:pt x="542" y="641"/>
                </a:lnTo>
                <a:lnTo>
                  <a:pt x="542" y="645"/>
                </a:lnTo>
                <a:lnTo>
                  <a:pt x="541" y="647"/>
                </a:lnTo>
                <a:lnTo>
                  <a:pt x="540" y="649"/>
                </a:lnTo>
                <a:lnTo>
                  <a:pt x="539" y="650"/>
                </a:lnTo>
                <a:lnTo>
                  <a:pt x="538" y="651"/>
                </a:lnTo>
                <a:lnTo>
                  <a:pt x="537" y="652"/>
                </a:lnTo>
                <a:lnTo>
                  <a:pt x="533" y="657"/>
                </a:lnTo>
                <a:lnTo>
                  <a:pt x="533" y="658"/>
                </a:lnTo>
                <a:lnTo>
                  <a:pt x="532" y="659"/>
                </a:lnTo>
                <a:lnTo>
                  <a:pt x="532" y="660"/>
                </a:lnTo>
                <a:lnTo>
                  <a:pt x="531" y="662"/>
                </a:lnTo>
                <a:lnTo>
                  <a:pt x="530" y="663"/>
                </a:lnTo>
                <a:lnTo>
                  <a:pt x="530" y="664"/>
                </a:lnTo>
                <a:lnTo>
                  <a:pt x="529" y="664"/>
                </a:lnTo>
                <a:lnTo>
                  <a:pt x="529" y="663"/>
                </a:lnTo>
                <a:lnTo>
                  <a:pt x="528" y="663"/>
                </a:lnTo>
                <a:lnTo>
                  <a:pt x="527" y="663"/>
                </a:lnTo>
                <a:lnTo>
                  <a:pt x="527" y="664"/>
                </a:lnTo>
                <a:lnTo>
                  <a:pt x="526" y="664"/>
                </a:lnTo>
                <a:lnTo>
                  <a:pt x="526" y="665"/>
                </a:lnTo>
                <a:lnTo>
                  <a:pt x="526" y="666"/>
                </a:lnTo>
                <a:lnTo>
                  <a:pt x="525" y="667"/>
                </a:lnTo>
                <a:lnTo>
                  <a:pt x="525" y="668"/>
                </a:lnTo>
                <a:lnTo>
                  <a:pt x="525" y="669"/>
                </a:lnTo>
                <a:lnTo>
                  <a:pt x="524" y="670"/>
                </a:lnTo>
                <a:lnTo>
                  <a:pt x="524" y="671"/>
                </a:lnTo>
                <a:lnTo>
                  <a:pt x="524" y="672"/>
                </a:lnTo>
                <a:lnTo>
                  <a:pt x="524" y="673"/>
                </a:lnTo>
                <a:lnTo>
                  <a:pt x="524" y="674"/>
                </a:lnTo>
                <a:lnTo>
                  <a:pt x="523" y="674"/>
                </a:lnTo>
                <a:lnTo>
                  <a:pt x="523" y="675"/>
                </a:lnTo>
                <a:lnTo>
                  <a:pt x="523" y="676"/>
                </a:lnTo>
                <a:lnTo>
                  <a:pt x="526" y="678"/>
                </a:lnTo>
                <a:lnTo>
                  <a:pt x="525" y="679"/>
                </a:lnTo>
                <a:lnTo>
                  <a:pt x="524" y="681"/>
                </a:lnTo>
                <a:lnTo>
                  <a:pt x="521" y="683"/>
                </a:lnTo>
                <a:lnTo>
                  <a:pt x="518" y="683"/>
                </a:lnTo>
                <a:lnTo>
                  <a:pt x="518" y="682"/>
                </a:lnTo>
                <a:lnTo>
                  <a:pt x="516" y="682"/>
                </a:lnTo>
                <a:lnTo>
                  <a:pt x="515" y="682"/>
                </a:lnTo>
                <a:lnTo>
                  <a:pt x="514" y="686"/>
                </a:lnTo>
                <a:lnTo>
                  <a:pt x="513" y="686"/>
                </a:lnTo>
                <a:lnTo>
                  <a:pt x="514" y="687"/>
                </a:lnTo>
                <a:lnTo>
                  <a:pt x="516" y="689"/>
                </a:lnTo>
                <a:lnTo>
                  <a:pt x="516" y="691"/>
                </a:lnTo>
                <a:lnTo>
                  <a:pt x="515" y="697"/>
                </a:lnTo>
                <a:lnTo>
                  <a:pt x="514" y="698"/>
                </a:lnTo>
                <a:lnTo>
                  <a:pt x="515" y="698"/>
                </a:lnTo>
                <a:lnTo>
                  <a:pt x="515" y="699"/>
                </a:lnTo>
                <a:lnTo>
                  <a:pt x="515" y="700"/>
                </a:lnTo>
                <a:lnTo>
                  <a:pt x="514" y="700"/>
                </a:lnTo>
                <a:lnTo>
                  <a:pt x="513" y="700"/>
                </a:lnTo>
                <a:lnTo>
                  <a:pt x="513" y="701"/>
                </a:lnTo>
                <a:lnTo>
                  <a:pt x="513" y="702"/>
                </a:lnTo>
                <a:lnTo>
                  <a:pt x="513" y="704"/>
                </a:lnTo>
                <a:lnTo>
                  <a:pt x="512" y="705"/>
                </a:lnTo>
                <a:lnTo>
                  <a:pt x="511" y="705"/>
                </a:lnTo>
                <a:lnTo>
                  <a:pt x="510" y="705"/>
                </a:lnTo>
                <a:lnTo>
                  <a:pt x="510" y="707"/>
                </a:lnTo>
                <a:lnTo>
                  <a:pt x="509" y="707"/>
                </a:lnTo>
                <a:lnTo>
                  <a:pt x="509" y="708"/>
                </a:lnTo>
                <a:lnTo>
                  <a:pt x="510" y="708"/>
                </a:lnTo>
                <a:lnTo>
                  <a:pt x="512" y="709"/>
                </a:lnTo>
                <a:lnTo>
                  <a:pt x="512" y="710"/>
                </a:lnTo>
                <a:lnTo>
                  <a:pt x="511" y="710"/>
                </a:lnTo>
                <a:lnTo>
                  <a:pt x="508" y="712"/>
                </a:lnTo>
                <a:lnTo>
                  <a:pt x="504" y="711"/>
                </a:lnTo>
                <a:lnTo>
                  <a:pt x="504" y="710"/>
                </a:lnTo>
                <a:lnTo>
                  <a:pt x="502" y="711"/>
                </a:lnTo>
                <a:lnTo>
                  <a:pt x="502" y="712"/>
                </a:lnTo>
                <a:lnTo>
                  <a:pt x="503" y="712"/>
                </a:lnTo>
                <a:lnTo>
                  <a:pt x="504" y="713"/>
                </a:lnTo>
                <a:lnTo>
                  <a:pt x="504" y="714"/>
                </a:lnTo>
                <a:lnTo>
                  <a:pt x="510" y="716"/>
                </a:lnTo>
                <a:lnTo>
                  <a:pt x="511" y="717"/>
                </a:lnTo>
                <a:lnTo>
                  <a:pt x="515" y="724"/>
                </a:lnTo>
                <a:lnTo>
                  <a:pt x="516" y="725"/>
                </a:lnTo>
                <a:lnTo>
                  <a:pt x="517" y="726"/>
                </a:lnTo>
                <a:lnTo>
                  <a:pt x="518" y="726"/>
                </a:lnTo>
                <a:lnTo>
                  <a:pt x="518" y="725"/>
                </a:lnTo>
                <a:lnTo>
                  <a:pt x="519" y="725"/>
                </a:lnTo>
                <a:lnTo>
                  <a:pt x="518" y="726"/>
                </a:lnTo>
                <a:lnTo>
                  <a:pt x="517" y="727"/>
                </a:lnTo>
                <a:lnTo>
                  <a:pt x="516" y="727"/>
                </a:lnTo>
                <a:lnTo>
                  <a:pt x="516" y="726"/>
                </a:lnTo>
                <a:lnTo>
                  <a:pt x="513" y="727"/>
                </a:lnTo>
                <a:lnTo>
                  <a:pt x="513" y="728"/>
                </a:lnTo>
                <a:lnTo>
                  <a:pt x="512" y="729"/>
                </a:lnTo>
                <a:lnTo>
                  <a:pt x="512" y="730"/>
                </a:lnTo>
                <a:lnTo>
                  <a:pt x="513" y="729"/>
                </a:lnTo>
                <a:lnTo>
                  <a:pt x="514" y="729"/>
                </a:lnTo>
                <a:lnTo>
                  <a:pt x="515" y="728"/>
                </a:lnTo>
                <a:lnTo>
                  <a:pt x="516" y="728"/>
                </a:lnTo>
                <a:lnTo>
                  <a:pt x="517" y="728"/>
                </a:lnTo>
                <a:lnTo>
                  <a:pt x="518" y="728"/>
                </a:lnTo>
                <a:lnTo>
                  <a:pt x="518" y="729"/>
                </a:lnTo>
                <a:lnTo>
                  <a:pt x="518" y="731"/>
                </a:lnTo>
                <a:lnTo>
                  <a:pt x="519" y="731"/>
                </a:lnTo>
                <a:lnTo>
                  <a:pt x="520" y="731"/>
                </a:lnTo>
                <a:lnTo>
                  <a:pt x="521" y="732"/>
                </a:lnTo>
                <a:lnTo>
                  <a:pt x="522" y="731"/>
                </a:lnTo>
                <a:lnTo>
                  <a:pt x="522" y="732"/>
                </a:lnTo>
                <a:lnTo>
                  <a:pt x="522" y="733"/>
                </a:lnTo>
                <a:lnTo>
                  <a:pt x="521" y="734"/>
                </a:lnTo>
                <a:lnTo>
                  <a:pt x="520" y="736"/>
                </a:lnTo>
                <a:lnTo>
                  <a:pt x="519" y="737"/>
                </a:lnTo>
                <a:lnTo>
                  <a:pt x="519" y="738"/>
                </a:lnTo>
                <a:lnTo>
                  <a:pt x="519" y="739"/>
                </a:lnTo>
                <a:lnTo>
                  <a:pt x="518" y="739"/>
                </a:lnTo>
                <a:lnTo>
                  <a:pt x="518" y="738"/>
                </a:lnTo>
                <a:lnTo>
                  <a:pt x="517" y="738"/>
                </a:lnTo>
                <a:lnTo>
                  <a:pt x="516" y="739"/>
                </a:lnTo>
                <a:lnTo>
                  <a:pt x="516" y="740"/>
                </a:lnTo>
                <a:lnTo>
                  <a:pt x="517" y="740"/>
                </a:lnTo>
                <a:lnTo>
                  <a:pt x="516" y="743"/>
                </a:lnTo>
                <a:lnTo>
                  <a:pt x="516" y="744"/>
                </a:lnTo>
                <a:lnTo>
                  <a:pt x="516" y="745"/>
                </a:lnTo>
                <a:lnTo>
                  <a:pt x="516" y="746"/>
                </a:lnTo>
                <a:lnTo>
                  <a:pt x="515" y="747"/>
                </a:lnTo>
                <a:lnTo>
                  <a:pt x="516" y="747"/>
                </a:lnTo>
                <a:lnTo>
                  <a:pt x="516" y="748"/>
                </a:lnTo>
                <a:lnTo>
                  <a:pt x="517" y="748"/>
                </a:lnTo>
                <a:lnTo>
                  <a:pt x="517" y="747"/>
                </a:lnTo>
                <a:lnTo>
                  <a:pt x="518" y="747"/>
                </a:lnTo>
                <a:lnTo>
                  <a:pt x="518" y="748"/>
                </a:lnTo>
                <a:lnTo>
                  <a:pt x="518" y="749"/>
                </a:lnTo>
                <a:lnTo>
                  <a:pt x="518" y="750"/>
                </a:lnTo>
                <a:lnTo>
                  <a:pt x="519" y="751"/>
                </a:lnTo>
                <a:lnTo>
                  <a:pt x="519" y="752"/>
                </a:lnTo>
                <a:lnTo>
                  <a:pt x="518" y="752"/>
                </a:lnTo>
                <a:lnTo>
                  <a:pt x="519" y="753"/>
                </a:lnTo>
                <a:lnTo>
                  <a:pt x="519" y="755"/>
                </a:lnTo>
                <a:lnTo>
                  <a:pt x="518" y="756"/>
                </a:lnTo>
                <a:lnTo>
                  <a:pt x="517" y="755"/>
                </a:lnTo>
                <a:lnTo>
                  <a:pt x="516" y="756"/>
                </a:lnTo>
                <a:lnTo>
                  <a:pt x="515" y="756"/>
                </a:lnTo>
                <a:lnTo>
                  <a:pt x="514" y="757"/>
                </a:lnTo>
                <a:lnTo>
                  <a:pt x="514" y="756"/>
                </a:lnTo>
                <a:lnTo>
                  <a:pt x="513" y="756"/>
                </a:lnTo>
                <a:lnTo>
                  <a:pt x="513" y="755"/>
                </a:lnTo>
                <a:lnTo>
                  <a:pt x="514" y="755"/>
                </a:lnTo>
                <a:lnTo>
                  <a:pt x="514" y="754"/>
                </a:lnTo>
                <a:lnTo>
                  <a:pt x="514" y="753"/>
                </a:lnTo>
                <a:lnTo>
                  <a:pt x="513" y="753"/>
                </a:lnTo>
                <a:lnTo>
                  <a:pt x="512" y="753"/>
                </a:lnTo>
                <a:lnTo>
                  <a:pt x="511" y="753"/>
                </a:lnTo>
                <a:lnTo>
                  <a:pt x="511" y="752"/>
                </a:lnTo>
                <a:lnTo>
                  <a:pt x="512" y="752"/>
                </a:lnTo>
                <a:lnTo>
                  <a:pt x="512" y="751"/>
                </a:lnTo>
                <a:lnTo>
                  <a:pt x="510" y="752"/>
                </a:lnTo>
                <a:lnTo>
                  <a:pt x="509" y="752"/>
                </a:lnTo>
                <a:lnTo>
                  <a:pt x="510" y="752"/>
                </a:lnTo>
                <a:lnTo>
                  <a:pt x="510" y="753"/>
                </a:lnTo>
                <a:lnTo>
                  <a:pt x="509" y="754"/>
                </a:lnTo>
                <a:lnTo>
                  <a:pt x="508" y="754"/>
                </a:lnTo>
                <a:lnTo>
                  <a:pt x="506" y="753"/>
                </a:lnTo>
                <a:lnTo>
                  <a:pt x="505" y="752"/>
                </a:lnTo>
                <a:lnTo>
                  <a:pt x="505" y="751"/>
                </a:lnTo>
                <a:lnTo>
                  <a:pt x="504" y="751"/>
                </a:lnTo>
                <a:lnTo>
                  <a:pt x="503" y="750"/>
                </a:lnTo>
                <a:lnTo>
                  <a:pt x="502" y="750"/>
                </a:lnTo>
                <a:lnTo>
                  <a:pt x="500" y="750"/>
                </a:lnTo>
                <a:lnTo>
                  <a:pt x="499" y="750"/>
                </a:lnTo>
                <a:lnTo>
                  <a:pt x="499" y="751"/>
                </a:lnTo>
                <a:lnTo>
                  <a:pt x="499" y="752"/>
                </a:lnTo>
                <a:lnTo>
                  <a:pt x="500" y="752"/>
                </a:lnTo>
                <a:lnTo>
                  <a:pt x="501" y="753"/>
                </a:lnTo>
                <a:lnTo>
                  <a:pt x="500" y="753"/>
                </a:lnTo>
                <a:lnTo>
                  <a:pt x="499" y="753"/>
                </a:lnTo>
                <a:lnTo>
                  <a:pt x="498" y="754"/>
                </a:lnTo>
                <a:lnTo>
                  <a:pt x="498" y="755"/>
                </a:lnTo>
                <a:lnTo>
                  <a:pt x="499" y="755"/>
                </a:lnTo>
                <a:lnTo>
                  <a:pt x="500" y="756"/>
                </a:lnTo>
                <a:lnTo>
                  <a:pt x="500" y="755"/>
                </a:lnTo>
                <a:lnTo>
                  <a:pt x="501" y="755"/>
                </a:lnTo>
                <a:lnTo>
                  <a:pt x="501" y="754"/>
                </a:lnTo>
                <a:lnTo>
                  <a:pt x="503" y="755"/>
                </a:lnTo>
                <a:lnTo>
                  <a:pt x="502" y="757"/>
                </a:lnTo>
                <a:lnTo>
                  <a:pt x="502" y="758"/>
                </a:lnTo>
                <a:lnTo>
                  <a:pt x="500" y="759"/>
                </a:lnTo>
                <a:lnTo>
                  <a:pt x="499" y="760"/>
                </a:lnTo>
                <a:lnTo>
                  <a:pt x="498" y="761"/>
                </a:lnTo>
                <a:lnTo>
                  <a:pt x="498" y="762"/>
                </a:lnTo>
                <a:lnTo>
                  <a:pt x="499" y="762"/>
                </a:lnTo>
                <a:lnTo>
                  <a:pt x="499" y="763"/>
                </a:lnTo>
                <a:lnTo>
                  <a:pt x="500" y="763"/>
                </a:lnTo>
                <a:lnTo>
                  <a:pt x="500" y="764"/>
                </a:lnTo>
                <a:lnTo>
                  <a:pt x="499" y="764"/>
                </a:lnTo>
                <a:lnTo>
                  <a:pt x="498" y="764"/>
                </a:lnTo>
                <a:lnTo>
                  <a:pt x="497" y="765"/>
                </a:lnTo>
                <a:lnTo>
                  <a:pt x="496" y="765"/>
                </a:lnTo>
                <a:lnTo>
                  <a:pt x="496" y="764"/>
                </a:lnTo>
                <a:lnTo>
                  <a:pt x="495" y="764"/>
                </a:lnTo>
                <a:lnTo>
                  <a:pt x="495" y="765"/>
                </a:lnTo>
                <a:lnTo>
                  <a:pt x="496" y="766"/>
                </a:lnTo>
                <a:lnTo>
                  <a:pt x="498" y="767"/>
                </a:lnTo>
                <a:lnTo>
                  <a:pt x="499" y="767"/>
                </a:lnTo>
                <a:lnTo>
                  <a:pt x="501" y="766"/>
                </a:lnTo>
                <a:lnTo>
                  <a:pt x="501" y="767"/>
                </a:lnTo>
                <a:lnTo>
                  <a:pt x="501" y="768"/>
                </a:lnTo>
                <a:lnTo>
                  <a:pt x="502" y="768"/>
                </a:lnTo>
                <a:lnTo>
                  <a:pt x="503" y="767"/>
                </a:lnTo>
                <a:lnTo>
                  <a:pt x="504" y="767"/>
                </a:lnTo>
                <a:lnTo>
                  <a:pt x="504" y="768"/>
                </a:lnTo>
                <a:lnTo>
                  <a:pt x="503" y="770"/>
                </a:lnTo>
                <a:lnTo>
                  <a:pt x="502" y="771"/>
                </a:lnTo>
                <a:lnTo>
                  <a:pt x="502" y="772"/>
                </a:lnTo>
                <a:lnTo>
                  <a:pt x="503" y="771"/>
                </a:lnTo>
                <a:lnTo>
                  <a:pt x="504" y="771"/>
                </a:lnTo>
                <a:lnTo>
                  <a:pt x="505" y="771"/>
                </a:lnTo>
                <a:lnTo>
                  <a:pt x="506" y="772"/>
                </a:lnTo>
                <a:lnTo>
                  <a:pt x="505" y="772"/>
                </a:lnTo>
                <a:lnTo>
                  <a:pt x="504" y="772"/>
                </a:lnTo>
                <a:lnTo>
                  <a:pt x="503" y="773"/>
                </a:lnTo>
                <a:lnTo>
                  <a:pt x="503" y="774"/>
                </a:lnTo>
                <a:lnTo>
                  <a:pt x="504" y="774"/>
                </a:lnTo>
                <a:lnTo>
                  <a:pt x="504" y="775"/>
                </a:lnTo>
                <a:lnTo>
                  <a:pt x="503" y="776"/>
                </a:lnTo>
                <a:lnTo>
                  <a:pt x="502" y="776"/>
                </a:lnTo>
                <a:lnTo>
                  <a:pt x="502" y="777"/>
                </a:lnTo>
                <a:lnTo>
                  <a:pt x="500" y="777"/>
                </a:lnTo>
                <a:lnTo>
                  <a:pt x="499" y="777"/>
                </a:lnTo>
                <a:lnTo>
                  <a:pt x="499" y="778"/>
                </a:lnTo>
                <a:lnTo>
                  <a:pt x="499" y="779"/>
                </a:lnTo>
                <a:lnTo>
                  <a:pt x="500" y="779"/>
                </a:lnTo>
                <a:lnTo>
                  <a:pt x="500" y="780"/>
                </a:lnTo>
                <a:lnTo>
                  <a:pt x="499" y="780"/>
                </a:lnTo>
                <a:lnTo>
                  <a:pt x="499" y="781"/>
                </a:lnTo>
                <a:lnTo>
                  <a:pt x="499" y="782"/>
                </a:lnTo>
                <a:lnTo>
                  <a:pt x="499" y="783"/>
                </a:lnTo>
                <a:lnTo>
                  <a:pt x="500" y="783"/>
                </a:lnTo>
                <a:lnTo>
                  <a:pt x="502" y="783"/>
                </a:lnTo>
                <a:lnTo>
                  <a:pt x="503" y="783"/>
                </a:lnTo>
                <a:lnTo>
                  <a:pt x="503" y="785"/>
                </a:lnTo>
                <a:lnTo>
                  <a:pt x="502" y="785"/>
                </a:lnTo>
                <a:lnTo>
                  <a:pt x="501" y="786"/>
                </a:lnTo>
                <a:lnTo>
                  <a:pt x="502" y="786"/>
                </a:lnTo>
                <a:lnTo>
                  <a:pt x="502" y="787"/>
                </a:lnTo>
                <a:lnTo>
                  <a:pt x="503" y="787"/>
                </a:lnTo>
                <a:lnTo>
                  <a:pt x="502" y="788"/>
                </a:lnTo>
                <a:lnTo>
                  <a:pt x="502" y="787"/>
                </a:lnTo>
                <a:lnTo>
                  <a:pt x="500" y="787"/>
                </a:lnTo>
                <a:lnTo>
                  <a:pt x="500" y="788"/>
                </a:lnTo>
                <a:lnTo>
                  <a:pt x="500" y="789"/>
                </a:lnTo>
                <a:lnTo>
                  <a:pt x="499" y="790"/>
                </a:lnTo>
                <a:lnTo>
                  <a:pt x="499" y="791"/>
                </a:lnTo>
                <a:lnTo>
                  <a:pt x="499" y="792"/>
                </a:lnTo>
                <a:lnTo>
                  <a:pt x="501" y="792"/>
                </a:lnTo>
                <a:lnTo>
                  <a:pt x="501" y="793"/>
                </a:lnTo>
                <a:lnTo>
                  <a:pt x="501" y="794"/>
                </a:lnTo>
                <a:lnTo>
                  <a:pt x="500" y="794"/>
                </a:lnTo>
                <a:lnTo>
                  <a:pt x="500" y="795"/>
                </a:lnTo>
                <a:lnTo>
                  <a:pt x="499" y="795"/>
                </a:lnTo>
                <a:lnTo>
                  <a:pt x="498" y="795"/>
                </a:lnTo>
                <a:lnTo>
                  <a:pt x="497" y="795"/>
                </a:lnTo>
                <a:lnTo>
                  <a:pt x="497" y="796"/>
                </a:lnTo>
                <a:lnTo>
                  <a:pt x="497" y="797"/>
                </a:lnTo>
                <a:lnTo>
                  <a:pt x="496" y="797"/>
                </a:lnTo>
                <a:lnTo>
                  <a:pt x="496" y="799"/>
                </a:lnTo>
                <a:lnTo>
                  <a:pt x="496" y="800"/>
                </a:lnTo>
                <a:lnTo>
                  <a:pt x="495" y="800"/>
                </a:lnTo>
                <a:lnTo>
                  <a:pt x="495" y="801"/>
                </a:lnTo>
                <a:lnTo>
                  <a:pt x="494" y="800"/>
                </a:lnTo>
                <a:lnTo>
                  <a:pt x="493" y="800"/>
                </a:lnTo>
                <a:lnTo>
                  <a:pt x="492" y="800"/>
                </a:lnTo>
                <a:lnTo>
                  <a:pt x="492" y="799"/>
                </a:lnTo>
                <a:lnTo>
                  <a:pt x="491" y="796"/>
                </a:lnTo>
                <a:lnTo>
                  <a:pt x="492" y="796"/>
                </a:lnTo>
                <a:lnTo>
                  <a:pt x="492" y="795"/>
                </a:lnTo>
                <a:lnTo>
                  <a:pt x="492" y="794"/>
                </a:lnTo>
                <a:lnTo>
                  <a:pt x="491" y="794"/>
                </a:lnTo>
                <a:lnTo>
                  <a:pt x="490" y="792"/>
                </a:lnTo>
                <a:lnTo>
                  <a:pt x="491" y="791"/>
                </a:lnTo>
                <a:lnTo>
                  <a:pt x="490" y="791"/>
                </a:lnTo>
                <a:lnTo>
                  <a:pt x="490" y="790"/>
                </a:lnTo>
                <a:lnTo>
                  <a:pt x="489" y="790"/>
                </a:lnTo>
                <a:lnTo>
                  <a:pt x="488" y="790"/>
                </a:lnTo>
                <a:lnTo>
                  <a:pt x="488" y="791"/>
                </a:lnTo>
                <a:lnTo>
                  <a:pt x="488" y="792"/>
                </a:lnTo>
                <a:lnTo>
                  <a:pt x="488" y="793"/>
                </a:lnTo>
                <a:lnTo>
                  <a:pt x="487" y="793"/>
                </a:lnTo>
                <a:lnTo>
                  <a:pt x="487" y="792"/>
                </a:lnTo>
                <a:lnTo>
                  <a:pt x="486" y="792"/>
                </a:lnTo>
                <a:lnTo>
                  <a:pt x="485" y="792"/>
                </a:lnTo>
                <a:lnTo>
                  <a:pt x="485" y="793"/>
                </a:lnTo>
                <a:lnTo>
                  <a:pt x="485" y="794"/>
                </a:lnTo>
                <a:lnTo>
                  <a:pt x="485" y="795"/>
                </a:lnTo>
                <a:lnTo>
                  <a:pt x="485" y="796"/>
                </a:lnTo>
                <a:lnTo>
                  <a:pt x="484" y="797"/>
                </a:lnTo>
                <a:lnTo>
                  <a:pt x="484" y="798"/>
                </a:lnTo>
                <a:lnTo>
                  <a:pt x="485" y="798"/>
                </a:lnTo>
                <a:lnTo>
                  <a:pt x="486" y="798"/>
                </a:lnTo>
                <a:lnTo>
                  <a:pt x="487" y="799"/>
                </a:lnTo>
                <a:lnTo>
                  <a:pt x="487" y="800"/>
                </a:lnTo>
                <a:lnTo>
                  <a:pt x="487" y="801"/>
                </a:lnTo>
                <a:lnTo>
                  <a:pt x="487" y="802"/>
                </a:lnTo>
                <a:lnTo>
                  <a:pt x="487" y="801"/>
                </a:lnTo>
                <a:lnTo>
                  <a:pt x="486" y="801"/>
                </a:lnTo>
                <a:lnTo>
                  <a:pt x="485" y="800"/>
                </a:lnTo>
                <a:lnTo>
                  <a:pt x="484" y="800"/>
                </a:lnTo>
                <a:lnTo>
                  <a:pt x="484" y="799"/>
                </a:lnTo>
                <a:lnTo>
                  <a:pt x="484" y="798"/>
                </a:lnTo>
                <a:lnTo>
                  <a:pt x="483" y="798"/>
                </a:lnTo>
                <a:lnTo>
                  <a:pt x="483" y="797"/>
                </a:lnTo>
                <a:lnTo>
                  <a:pt x="482" y="797"/>
                </a:lnTo>
                <a:lnTo>
                  <a:pt x="481" y="796"/>
                </a:lnTo>
                <a:lnTo>
                  <a:pt x="480" y="795"/>
                </a:lnTo>
                <a:lnTo>
                  <a:pt x="480" y="794"/>
                </a:lnTo>
                <a:lnTo>
                  <a:pt x="480" y="793"/>
                </a:lnTo>
                <a:lnTo>
                  <a:pt x="479" y="793"/>
                </a:lnTo>
                <a:lnTo>
                  <a:pt x="480" y="793"/>
                </a:lnTo>
                <a:lnTo>
                  <a:pt x="480" y="792"/>
                </a:lnTo>
                <a:lnTo>
                  <a:pt x="479" y="792"/>
                </a:lnTo>
                <a:lnTo>
                  <a:pt x="479" y="791"/>
                </a:lnTo>
                <a:lnTo>
                  <a:pt x="480" y="791"/>
                </a:lnTo>
                <a:lnTo>
                  <a:pt x="481" y="789"/>
                </a:lnTo>
                <a:lnTo>
                  <a:pt x="479" y="788"/>
                </a:lnTo>
                <a:lnTo>
                  <a:pt x="478" y="787"/>
                </a:lnTo>
                <a:lnTo>
                  <a:pt x="477" y="787"/>
                </a:lnTo>
                <a:lnTo>
                  <a:pt x="477" y="785"/>
                </a:lnTo>
                <a:lnTo>
                  <a:pt x="478" y="785"/>
                </a:lnTo>
                <a:lnTo>
                  <a:pt x="479" y="784"/>
                </a:lnTo>
                <a:lnTo>
                  <a:pt x="480" y="784"/>
                </a:lnTo>
                <a:lnTo>
                  <a:pt x="481" y="784"/>
                </a:lnTo>
                <a:lnTo>
                  <a:pt x="481" y="785"/>
                </a:lnTo>
                <a:lnTo>
                  <a:pt x="483" y="783"/>
                </a:lnTo>
                <a:lnTo>
                  <a:pt x="482" y="782"/>
                </a:lnTo>
                <a:lnTo>
                  <a:pt x="481" y="781"/>
                </a:lnTo>
                <a:lnTo>
                  <a:pt x="480" y="781"/>
                </a:lnTo>
                <a:lnTo>
                  <a:pt x="479" y="781"/>
                </a:lnTo>
                <a:lnTo>
                  <a:pt x="478" y="779"/>
                </a:lnTo>
                <a:lnTo>
                  <a:pt x="477" y="779"/>
                </a:lnTo>
                <a:lnTo>
                  <a:pt x="477" y="778"/>
                </a:lnTo>
                <a:lnTo>
                  <a:pt x="478" y="778"/>
                </a:lnTo>
                <a:lnTo>
                  <a:pt x="478" y="777"/>
                </a:lnTo>
                <a:lnTo>
                  <a:pt x="477" y="776"/>
                </a:lnTo>
                <a:lnTo>
                  <a:pt x="475" y="775"/>
                </a:lnTo>
                <a:lnTo>
                  <a:pt x="475" y="774"/>
                </a:lnTo>
                <a:lnTo>
                  <a:pt x="474" y="774"/>
                </a:lnTo>
                <a:lnTo>
                  <a:pt x="473" y="774"/>
                </a:lnTo>
                <a:lnTo>
                  <a:pt x="472" y="773"/>
                </a:lnTo>
                <a:lnTo>
                  <a:pt x="471" y="772"/>
                </a:lnTo>
                <a:lnTo>
                  <a:pt x="471" y="771"/>
                </a:lnTo>
                <a:lnTo>
                  <a:pt x="470" y="770"/>
                </a:lnTo>
                <a:lnTo>
                  <a:pt x="469" y="770"/>
                </a:lnTo>
                <a:lnTo>
                  <a:pt x="467" y="769"/>
                </a:lnTo>
                <a:lnTo>
                  <a:pt x="467" y="768"/>
                </a:lnTo>
                <a:lnTo>
                  <a:pt x="466" y="768"/>
                </a:lnTo>
                <a:lnTo>
                  <a:pt x="465" y="767"/>
                </a:lnTo>
                <a:lnTo>
                  <a:pt x="465" y="766"/>
                </a:lnTo>
                <a:lnTo>
                  <a:pt x="466" y="766"/>
                </a:lnTo>
                <a:lnTo>
                  <a:pt x="466" y="765"/>
                </a:lnTo>
                <a:lnTo>
                  <a:pt x="465" y="765"/>
                </a:lnTo>
                <a:lnTo>
                  <a:pt x="465" y="764"/>
                </a:lnTo>
                <a:lnTo>
                  <a:pt x="464" y="764"/>
                </a:lnTo>
                <a:lnTo>
                  <a:pt x="464" y="763"/>
                </a:lnTo>
                <a:lnTo>
                  <a:pt x="464" y="762"/>
                </a:lnTo>
                <a:lnTo>
                  <a:pt x="464" y="759"/>
                </a:lnTo>
                <a:lnTo>
                  <a:pt x="463" y="757"/>
                </a:lnTo>
                <a:lnTo>
                  <a:pt x="462" y="757"/>
                </a:lnTo>
                <a:lnTo>
                  <a:pt x="461" y="757"/>
                </a:lnTo>
                <a:lnTo>
                  <a:pt x="460" y="758"/>
                </a:lnTo>
                <a:lnTo>
                  <a:pt x="459" y="758"/>
                </a:lnTo>
                <a:lnTo>
                  <a:pt x="458" y="757"/>
                </a:lnTo>
                <a:lnTo>
                  <a:pt x="459" y="757"/>
                </a:lnTo>
                <a:lnTo>
                  <a:pt x="459" y="756"/>
                </a:lnTo>
                <a:lnTo>
                  <a:pt x="459" y="755"/>
                </a:lnTo>
                <a:lnTo>
                  <a:pt x="458" y="755"/>
                </a:lnTo>
                <a:lnTo>
                  <a:pt x="458" y="756"/>
                </a:lnTo>
                <a:lnTo>
                  <a:pt x="457" y="758"/>
                </a:lnTo>
                <a:lnTo>
                  <a:pt x="456" y="759"/>
                </a:lnTo>
                <a:lnTo>
                  <a:pt x="455" y="759"/>
                </a:lnTo>
                <a:lnTo>
                  <a:pt x="454" y="759"/>
                </a:lnTo>
                <a:lnTo>
                  <a:pt x="453" y="759"/>
                </a:lnTo>
                <a:lnTo>
                  <a:pt x="452" y="760"/>
                </a:lnTo>
                <a:lnTo>
                  <a:pt x="451" y="761"/>
                </a:lnTo>
                <a:lnTo>
                  <a:pt x="450" y="761"/>
                </a:lnTo>
                <a:lnTo>
                  <a:pt x="449" y="759"/>
                </a:lnTo>
                <a:lnTo>
                  <a:pt x="449" y="758"/>
                </a:lnTo>
                <a:lnTo>
                  <a:pt x="448" y="757"/>
                </a:lnTo>
                <a:lnTo>
                  <a:pt x="447" y="757"/>
                </a:lnTo>
                <a:lnTo>
                  <a:pt x="447" y="756"/>
                </a:lnTo>
                <a:lnTo>
                  <a:pt x="447" y="755"/>
                </a:lnTo>
                <a:lnTo>
                  <a:pt x="448" y="755"/>
                </a:lnTo>
                <a:lnTo>
                  <a:pt x="448" y="754"/>
                </a:lnTo>
                <a:lnTo>
                  <a:pt x="448" y="753"/>
                </a:lnTo>
                <a:lnTo>
                  <a:pt x="447" y="753"/>
                </a:lnTo>
                <a:lnTo>
                  <a:pt x="447" y="752"/>
                </a:lnTo>
                <a:lnTo>
                  <a:pt x="445" y="751"/>
                </a:lnTo>
                <a:lnTo>
                  <a:pt x="444" y="751"/>
                </a:lnTo>
                <a:lnTo>
                  <a:pt x="445" y="751"/>
                </a:lnTo>
                <a:lnTo>
                  <a:pt x="445" y="752"/>
                </a:lnTo>
                <a:lnTo>
                  <a:pt x="444" y="753"/>
                </a:lnTo>
                <a:lnTo>
                  <a:pt x="443" y="754"/>
                </a:lnTo>
                <a:lnTo>
                  <a:pt x="442" y="754"/>
                </a:lnTo>
                <a:lnTo>
                  <a:pt x="441" y="754"/>
                </a:lnTo>
                <a:lnTo>
                  <a:pt x="441" y="755"/>
                </a:lnTo>
                <a:lnTo>
                  <a:pt x="440" y="756"/>
                </a:lnTo>
                <a:lnTo>
                  <a:pt x="438" y="756"/>
                </a:lnTo>
                <a:lnTo>
                  <a:pt x="437" y="755"/>
                </a:lnTo>
                <a:lnTo>
                  <a:pt x="436" y="755"/>
                </a:lnTo>
                <a:lnTo>
                  <a:pt x="434" y="756"/>
                </a:lnTo>
                <a:lnTo>
                  <a:pt x="433" y="757"/>
                </a:lnTo>
                <a:lnTo>
                  <a:pt x="432" y="757"/>
                </a:lnTo>
                <a:lnTo>
                  <a:pt x="431" y="757"/>
                </a:lnTo>
                <a:lnTo>
                  <a:pt x="430" y="756"/>
                </a:lnTo>
                <a:lnTo>
                  <a:pt x="429" y="757"/>
                </a:lnTo>
                <a:lnTo>
                  <a:pt x="428" y="757"/>
                </a:lnTo>
                <a:lnTo>
                  <a:pt x="427" y="757"/>
                </a:lnTo>
                <a:lnTo>
                  <a:pt x="425" y="758"/>
                </a:lnTo>
                <a:lnTo>
                  <a:pt x="424" y="758"/>
                </a:lnTo>
                <a:lnTo>
                  <a:pt x="424" y="759"/>
                </a:lnTo>
                <a:lnTo>
                  <a:pt x="424" y="760"/>
                </a:lnTo>
                <a:lnTo>
                  <a:pt x="424" y="761"/>
                </a:lnTo>
                <a:lnTo>
                  <a:pt x="425" y="761"/>
                </a:lnTo>
                <a:lnTo>
                  <a:pt x="426" y="762"/>
                </a:lnTo>
                <a:lnTo>
                  <a:pt x="425" y="764"/>
                </a:lnTo>
                <a:lnTo>
                  <a:pt x="424" y="764"/>
                </a:lnTo>
                <a:lnTo>
                  <a:pt x="422" y="764"/>
                </a:lnTo>
                <a:lnTo>
                  <a:pt x="421" y="764"/>
                </a:lnTo>
                <a:lnTo>
                  <a:pt x="420" y="764"/>
                </a:lnTo>
                <a:lnTo>
                  <a:pt x="419" y="765"/>
                </a:lnTo>
                <a:lnTo>
                  <a:pt x="419" y="766"/>
                </a:lnTo>
                <a:lnTo>
                  <a:pt x="419" y="767"/>
                </a:lnTo>
                <a:lnTo>
                  <a:pt x="419" y="768"/>
                </a:lnTo>
                <a:lnTo>
                  <a:pt x="417" y="769"/>
                </a:lnTo>
                <a:lnTo>
                  <a:pt x="416" y="770"/>
                </a:lnTo>
                <a:lnTo>
                  <a:pt x="416" y="771"/>
                </a:lnTo>
                <a:lnTo>
                  <a:pt x="415" y="772"/>
                </a:lnTo>
                <a:lnTo>
                  <a:pt x="414" y="774"/>
                </a:lnTo>
                <a:lnTo>
                  <a:pt x="414" y="775"/>
                </a:lnTo>
                <a:lnTo>
                  <a:pt x="413" y="775"/>
                </a:lnTo>
                <a:lnTo>
                  <a:pt x="412" y="775"/>
                </a:lnTo>
                <a:lnTo>
                  <a:pt x="412" y="776"/>
                </a:lnTo>
                <a:lnTo>
                  <a:pt x="413" y="776"/>
                </a:lnTo>
                <a:lnTo>
                  <a:pt x="413" y="777"/>
                </a:lnTo>
                <a:lnTo>
                  <a:pt x="412" y="777"/>
                </a:lnTo>
                <a:lnTo>
                  <a:pt x="411" y="777"/>
                </a:lnTo>
                <a:lnTo>
                  <a:pt x="410" y="777"/>
                </a:lnTo>
                <a:lnTo>
                  <a:pt x="409" y="776"/>
                </a:lnTo>
                <a:lnTo>
                  <a:pt x="408" y="775"/>
                </a:lnTo>
                <a:lnTo>
                  <a:pt x="405" y="773"/>
                </a:lnTo>
                <a:lnTo>
                  <a:pt x="404" y="773"/>
                </a:lnTo>
                <a:lnTo>
                  <a:pt x="404" y="772"/>
                </a:lnTo>
                <a:lnTo>
                  <a:pt x="403" y="772"/>
                </a:lnTo>
                <a:lnTo>
                  <a:pt x="404" y="771"/>
                </a:lnTo>
                <a:lnTo>
                  <a:pt x="403" y="771"/>
                </a:lnTo>
                <a:lnTo>
                  <a:pt x="402" y="770"/>
                </a:lnTo>
                <a:lnTo>
                  <a:pt x="401" y="770"/>
                </a:lnTo>
                <a:lnTo>
                  <a:pt x="400" y="771"/>
                </a:lnTo>
                <a:lnTo>
                  <a:pt x="400" y="772"/>
                </a:lnTo>
                <a:lnTo>
                  <a:pt x="399" y="772"/>
                </a:lnTo>
                <a:lnTo>
                  <a:pt x="398" y="772"/>
                </a:lnTo>
                <a:lnTo>
                  <a:pt x="398" y="773"/>
                </a:lnTo>
                <a:lnTo>
                  <a:pt x="397" y="773"/>
                </a:lnTo>
                <a:lnTo>
                  <a:pt x="396" y="773"/>
                </a:lnTo>
                <a:lnTo>
                  <a:pt x="395" y="774"/>
                </a:lnTo>
                <a:lnTo>
                  <a:pt x="394" y="774"/>
                </a:lnTo>
                <a:lnTo>
                  <a:pt x="394" y="775"/>
                </a:lnTo>
                <a:lnTo>
                  <a:pt x="395" y="776"/>
                </a:lnTo>
                <a:lnTo>
                  <a:pt x="395" y="775"/>
                </a:lnTo>
                <a:lnTo>
                  <a:pt x="396" y="775"/>
                </a:lnTo>
                <a:lnTo>
                  <a:pt x="397" y="775"/>
                </a:lnTo>
                <a:lnTo>
                  <a:pt x="396" y="776"/>
                </a:lnTo>
                <a:lnTo>
                  <a:pt x="395" y="777"/>
                </a:lnTo>
                <a:lnTo>
                  <a:pt x="394" y="778"/>
                </a:lnTo>
                <a:lnTo>
                  <a:pt x="394" y="779"/>
                </a:lnTo>
                <a:lnTo>
                  <a:pt x="394" y="780"/>
                </a:lnTo>
                <a:lnTo>
                  <a:pt x="393" y="780"/>
                </a:lnTo>
                <a:lnTo>
                  <a:pt x="392" y="781"/>
                </a:lnTo>
                <a:lnTo>
                  <a:pt x="393" y="781"/>
                </a:lnTo>
                <a:lnTo>
                  <a:pt x="393" y="782"/>
                </a:lnTo>
                <a:lnTo>
                  <a:pt x="392" y="782"/>
                </a:lnTo>
                <a:lnTo>
                  <a:pt x="393" y="783"/>
                </a:lnTo>
                <a:lnTo>
                  <a:pt x="394" y="783"/>
                </a:lnTo>
                <a:lnTo>
                  <a:pt x="394" y="784"/>
                </a:lnTo>
                <a:lnTo>
                  <a:pt x="394" y="785"/>
                </a:lnTo>
                <a:lnTo>
                  <a:pt x="393" y="785"/>
                </a:lnTo>
                <a:lnTo>
                  <a:pt x="392" y="785"/>
                </a:lnTo>
                <a:lnTo>
                  <a:pt x="391" y="785"/>
                </a:lnTo>
                <a:lnTo>
                  <a:pt x="390" y="785"/>
                </a:lnTo>
                <a:lnTo>
                  <a:pt x="387" y="785"/>
                </a:lnTo>
                <a:lnTo>
                  <a:pt x="386" y="785"/>
                </a:lnTo>
                <a:lnTo>
                  <a:pt x="386" y="786"/>
                </a:lnTo>
                <a:lnTo>
                  <a:pt x="386" y="787"/>
                </a:lnTo>
                <a:lnTo>
                  <a:pt x="385" y="787"/>
                </a:lnTo>
                <a:lnTo>
                  <a:pt x="384" y="786"/>
                </a:lnTo>
                <a:lnTo>
                  <a:pt x="382" y="787"/>
                </a:lnTo>
                <a:lnTo>
                  <a:pt x="382" y="789"/>
                </a:lnTo>
                <a:lnTo>
                  <a:pt x="380" y="789"/>
                </a:lnTo>
                <a:lnTo>
                  <a:pt x="380" y="788"/>
                </a:lnTo>
                <a:lnTo>
                  <a:pt x="381" y="787"/>
                </a:lnTo>
                <a:lnTo>
                  <a:pt x="380" y="787"/>
                </a:lnTo>
                <a:lnTo>
                  <a:pt x="378" y="787"/>
                </a:lnTo>
                <a:lnTo>
                  <a:pt x="377" y="786"/>
                </a:lnTo>
                <a:lnTo>
                  <a:pt x="376" y="785"/>
                </a:lnTo>
                <a:lnTo>
                  <a:pt x="375" y="786"/>
                </a:lnTo>
                <a:lnTo>
                  <a:pt x="375" y="787"/>
                </a:lnTo>
                <a:lnTo>
                  <a:pt x="374" y="788"/>
                </a:lnTo>
                <a:lnTo>
                  <a:pt x="375" y="789"/>
                </a:lnTo>
                <a:lnTo>
                  <a:pt x="376" y="789"/>
                </a:lnTo>
                <a:lnTo>
                  <a:pt x="376" y="790"/>
                </a:lnTo>
                <a:lnTo>
                  <a:pt x="376" y="791"/>
                </a:lnTo>
                <a:lnTo>
                  <a:pt x="375" y="790"/>
                </a:lnTo>
                <a:lnTo>
                  <a:pt x="374" y="790"/>
                </a:lnTo>
                <a:lnTo>
                  <a:pt x="373" y="791"/>
                </a:lnTo>
                <a:lnTo>
                  <a:pt x="373" y="792"/>
                </a:lnTo>
                <a:lnTo>
                  <a:pt x="372" y="792"/>
                </a:lnTo>
                <a:lnTo>
                  <a:pt x="371" y="791"/>
                </a:lnTo>
                <a:lnTo>
                  <a:pt x="370" y="790"/>
                </a:lnTo>
                <a:lnTo>
                  <a:pt x="369" y="790"/>
                </a:lnTo>
                <a:lnTo>
                  <a:pt x="368" y="790"/>
                </a:lnTo>
                <a:lnTo>
                  <a:pt x="367" y="790"/>
                </a:lnTo>
                <a:lnTo>
                  <a:pt x="367" y="791"/>
                </a:lnTo>
                <a:lnTo>
                  <a:pt x="365" y="791"/>
                </a:lnTo>
                <a:lnTo>
                  <a:pt x="364" y="791"/>
                </a:lnTo>
                <a:lnTo>
                  <a:pt x="363" y="791"/>
                </a:lnTo>
                <a:lnTo>
                  <a:pt x="363" y="790"/>
                </a:lnTo>
                <a:lnTo>
                  <a:pt x="363" y="789"/>
                </a:lnTo>
                <a:lnTo>
                  <a:pt x="362" y="788"/>
                </a:lnTo>
                <a:lnTo>
                  <a:pt x="362" y="787"/>
                </a:lnTo>
                <a:lnTo>
                  <a:pt x="363" y="787"/>
                </a:lnTo>
                <a:lnTo>
                  <a:pt x="364" y="788"/>
                </a:lnTo>
                <a:lnTo>
                  <a:pt x="365" y="787"/>
                </a:lnTo>
                <a:lnTo>
                  <a:pt x="364" y="786"/>
                </a:lnTo>
                <a:lnTo>
                  <a:pt x="363" y="786"/>
                </a:lnTo>
                <a:lnTo>
                  <a:pt x="362" y="786"/>
                </a:lnTo>
                <a:lnTo>
                  <a:pt x="362" y="785"/>
                </a:lnTo>
                <a:lnTo>
                  <a:pt x="362" y="784"/>
                </a:lnTo>
                <a:lnTo>
                  <a:pt x="362" y="783"/>
                </a:lnTo>
                <a:lnTo>
                  <a:pt x="361" y="783"/>
                </a:lnTo>
                <a:lnTo>
                  <a:pt x="360" y="783"/>
                </a:lnTo>
                <a:lnTo>
                  <a:pt x="358" y="783"/>
                </a:lnTo>
                <a:lnTo>
                  <a:pt x="358" y="782"/>
                </a:lnTo>
                <a:lnTo>
                  <a:pt x="357" y="781"/>
                </a:lnTo>
                <a:lnTo>
                  <a:pt x="356" y="781"/>
                </a:lnTo>
                <a:lnTo>
                  <a:pt x="356" y="780"/>
                </a:lnTo>
                <a:lnTo>
                  <a:pt x="356" y="779"/>
                </a:lnTo>
                <a:lnTo>
                  <a:pt x="357" y="779"/>
                </a:lnTo>
                <a:lnTo>
                  <a:pt x="358" y="778"/>
                </a:lnTo>
                <a:lnTo>
                  <a:pt x="357" y="777"/>
                </a:lnTo>
                <a:lnTo>
                  <a:pt x="356" y="777"/>
                </a:lnTo>
                <a:lnTo>
                  <a:pt x="356" y="778"/>
                </a:lnTo>
                <a:lnTo>
                  <a:pt x="356" y="777"/>
                </a:lnTo>
                <a:lnTo>
                  <a:pt x="355" y="776"/>
                </a:lnTo>
                <a:lnTo>
                  <a:pt x="354" y="776"/>
                </a:lnTo>
                <a:lnTo>
                  <a:pt x="354" y="775"/>
                </a:lnTo>
                <a:lnTo>
                  <a:pt x="353" y="775"/>
                </a:lnTo>
                <a:lnTo>
                  <a:pt x="353" y="774"/>
                </a:lnTo>
                <a:lnTo>
                  <a:pt x="352" y="773"/>
                </a:lnTo>
                <a:lnTo>
                  <a:pt x="351" y="773"/>
                </a:lnTo>
                <a:lnTo>
                  <a:pt x="350" y="773"/>
                </a:lnTo>
                <a:lnTo>
                  <a:pt x="349" y="773"/>
                </a:lnTo>
                <a:lnTo>
                  <a:pt x="349" y="772"/>
                </a:lnTo>
                <a:lnTo>
                  <a:pt x="349" y="771"/>
                </a:lnTo>
                <a:lnTo>
                  <a:pt x="348" y="771"/>
                </a:lnTo>
                <a:lnTo>
                  <a:pt x="348" y="770"/>
                </a:lnTo>
                <a:lnTo>
                  <a:pt x="348" y="769"/>
                </a:lnTo>
                <a:lnTo>
                  <a:pt x="347" y="769"/>
                </a:lnTo>
                <a:lnTo>
                  <a:pt x="346" y="769"/>
                </a:lnTo>
                <a:lnTo>
                  <a:pt x="345" y="768"/>
                </a:lnTo>
                <a:lnTo>
                  <a:pt x="344" y="767"/>
                </a:lnTo>
                <a:lnTo>
                  <a:pt x="344" y="766"/>
                </a:lnTo>
                <a:lnTo>
                  <a:pt x="345" y="766"/>
                </a:lnTo>
                <a:lnTo>
                  <a:pt x="347" y="765"/>
                </a:lnTo>
                <a:lnTo>
                  <a:pt x="347" y="764"/>
                </a:lnTo>
                <a:lnTo>
                  <a:pt x="347" y="762"/>
                </a:lnTo>
                <a:lnTo>
                  <a:pt x="347" y="761"/>
                </a:lnTo>
                <a:lnTo>
                  <a:pt x="347" y="760"/>
                </a:lnTo>
                <a:lnTo>
                  <a:pt x="347" y="759"/>
                </a:lnTo>
                <a:lnTo>
                  <a:pt x="347" y="758"/>
                </a:lnTo>
                <a:lnTo>
                  <a:pt x="346" y="757"/>
                </a:lnTo>
                <a:lnTo>
                  <a:pt x="346" y="756"/>
                </a:lnTo>
                <a:lnTo>
                  <a:pt x="347" y="756"/>
                </a:lnTo>
                <a:lnTo>
                  <a:pt x="346" y="754"/>
                </a:lnTo>
                <a:lnTo>
                  <a:pt x="345" y="754"/>
                </a:lnTo>
                <a:lnTo>
                  <a:pt x="345" y="752"/>
                </a:lnTo>
                <a:lnTo>
                  <a:pt x="346" y="751"/>
                </a:lnTo>
                <a:lnTo>
                  <a:pt x="345" y="750"/>
                </a:lnTo>
                <a:lnTo>
                  <a:pt x="344" y="750"/>
                </a:lnTo>
                <a:lnTo>
                  <a:pt x="344" y="749"/>
                </a:lnTo>
                <a:lnTo>
                  <a:pt x="342" y="747"/>
                </a:lnTo>
                <a:lnTo>
                  <a:pt x="341" y="746"/>
                </a:lnTo>
                <a:lnTo>
                  <a:pt x="340" y="747"/>
                </a:lnTo>
                <a:lnTo>
                  <a:pt x="339" y="747"/>
                </a:lnTo>
                <a:lnTo>
                  <a:pt x="338" y="747"/>
                </a:lnTo>
                <a:lnTo>
                  <a:pt x="336" y="747"/>
                </a:lnTo>
                <a:lnTo>
                  <a:pt x="336" y="746"/>
                </a:lnTo>
                <a:lnTo>
                  <a:pt x="337" y="745"/>
                </a:lnTo>
                <a:lnTo>
                  <a:pt x="337" y="744"/>
                </a:lnTo>
                <a:lnTo>
                  <a:pt x="337" y="743"/>
                </a:lnTo>
                <a:lnTo>
                  <a:pt x="338" y="742"/>
                </a:lnTo>
                <a:lnTo>
                  <a:pt x="338" y="740"/>
                </a:lnTo>
                <a:lnTo>
                  <a:pt x="338" y="739"/>
                </a:lnTo>
                <a:lnTo>
                  <a:pt x="337" y="739"/>
                </a:lnTo>
                <a:lnTo>
                  <a:pt x="336" y="739"/>
                </a:lnTo>
                <a:lnTo>
                  <a:pt x="334" y="739"/>
                </a:lnTo>
                <a:lnTo>
                  <a:pt x="333" y="739"/>
                </a:lnTo>
                <a:lnTo>
                  <a:pt x="332" y="739"/>
                </a:lnTo>
                <a:lnTo>
                  <a:pt x="331" y="739"/>
                </a:lnTo>
                <a:lnTo>
                  <a:pt x="330" y="739"/>
                </a:lnTo>
                <a:lnTo>
                  <a:pt x="330" y="738"/>
                </a:lnTo>
                <a:lnTo>
                  <a:pt x="330" y="737"/>
                </a:lnTo>
                <a:lnTo>
                  <a:pt x="329" y="736"/>
                </a:lnTo>
                <a:lnTo>
                  <a:pt x="329" y="735"/>
                </a:lnTo>
                <a:lnTo>
                  <a:pt x="329" y="734"/>
                </a:lnTo>
                <a:lnTo>
                  <a:pt x="329" y="733"/>
                </a:lnTo>
                <a:lnTo>
                  <a:pt x="328" y="733"/>
                </a:lnTo>
                <a:lnTo>
                  <a:pt x="328" y="732"/>
                </a:lnTo>
                <a:lnTo>
                  <a:pt x="328" y="731"/>
                </a:lnTo>
                <a:lnTo>
                  <a:pt x="329" y="730"/>
                </a:lnTo>
                <a:lnTo>
                  <a:pt x="330" y="730"/>
                </a:lnTo>
                <a:lnTo>
                  <a:pt x="330" y="729"/>
                </a:lnTo>
                <a:lnTo>
                  <a:pt x="331" y="729"/>
                </a:lnTo>
                <a:lnTo>
                  <a:pt x="331" y="728"/>
                </a:lnTo>
                <a:lnTo>
                  <a:pt x="331" y="727"/>
                </a:lnTo>
                <a:lnTo>
                  <a:pt x="331" y="726"/>
                </a:lnTo>
                <a:lnTo>
                  <a:pt x="330" y="725"/>
                </a:lnTo>
                <a:lnTo>
                  <a:pt x="329" y="725"/>
                </a:lnTo>
                <a:lnTo>
                  <a:pt x="329" y="724"/>
                </a:lnTo>
                <a:lnTo>
                  <a:pt x="330" y="724"/>
                </a:lnTo>
                <a:lnTo>
                  <a:pt x="330" y="723"/>
                </a:lnTo>
                <a:lnTo>
                  <a:pt x="330" y="722"/>
                </a:lnTo>
                <a:lnTo>
                  <a:pt x="329" y="722"/>
                </a:lnTo>
                <a:lnTo>
                  <a:pt x="328" y="722"/>
                </a:lnTo>
                <a:lnTo>
                  <a:pt x="328" y="721"/>
                </a:lnTo>
                <a:lnTo>
                  <a:pt x="327" y="721"/>
                </a:lnTo>
                <a:lnTo>
                  <a:pt x="325" y="721"/>
                </a:lnTo>
                <a:lnTo>
                  <a:pt x="324" y="721"/>
                </a:lnTo>
                <a:lnTo>
                  <a:pt x="323" y="721"/>
                </a:lnTo>
                <a:lnTo>
                  <a:pt x="322" y="721"/>
                </a:lnTo>
                <a:lnTo>
                  <a:pt x="321" y="722"/>
                </a:lnTo>
                <a:lnTo>
                  <a:pt x="321" y="723"/>
                </a:lnTo>
                <a:lnTo>
                  <a:pt x="320" y="724"/>
                </a:lnTo>
                <a:lnTo>
                  <a:pt x="318" y="723"/>
                </a:lnTo>
                <a:lnTo>
                  <a:pt x="318" y="722"/>
                </a:lnTo>
                <a:lnTo>
                  <a:pt x="317" y="722"/>
                </a:lnTo>
                <a:lnTo>
                  <a:pt x="317" y="723"/>
                </a:lnTo>
                <a:lnTo>
                  <a:pt x="316" y="724"/>
                </a:lnTo>
                <a:lnTo>
                  <a:pt x="315" y="724"/>
                </a:lnTo>
                <a:lnTo>
                  <a:pt x="314" y="725"/>
                </a:lnTo>
                <a:lnTo>
                  <a:pt x="313" y="724"/>
                </a:lnTo>
                <a:lnTo>
                  <a:pt x="313" y="723"/>
                </a:lnTo>
                <a:lnTo>
                  <a:pt x="311" y="722"/>
                </a:lnTo>
                <a:lnTo>
                  <a:pt x="311" y="723"/>
                </a:lnTo>
                <a:lnTo>
                  <a:pt x="312" y="724"/>
                </a:lnTo>
                <a:lnTo>
                  <a:pt x="311" y="725"/>
                </a:lnTo>
                <a:lnTo>
                  <a:pt x="311" y="726"/>
                </a:lnTo>
                <a:lnTo>
                  <a:pt x="310" y="726"/>
                </a:lnTo>
                <a:lnTo>
                  <a:pt x="309" y="726"/>
                </a:lnTo>
                <a:lnTo>
                  <a:pt x="308" y="726"/>
                </a:lnTo>
                <a:lnTo>
                  <a:pt x="309" y="727"/>
                </a:lnTo>
                <a:lnTo>
                  <a:pt x="308" y="728"/>
                </a:lnTo>
                <a:lnTo>
                  <a:pt x="307" y="728"/>
                </a:lnTo>
                <a:lnTo>
                  <a:pt x="307" y="727"/>
                </a:lnTo>
                <a:lnTo>
                  <a:pt x="307" y="728"/>
                </a:lnTo>
                <a:lnTo>
                  <a:pt x="306" y="728"/>
                </a:lnTo>
                <a:lnTo>
                  <a:pt x="305" y="729"/>
                </a:lnTo>
                <a:lnTo>
                  <a:pt x="305" y="730"/>
                </a:lnTo>
                <a:lnTo>
                  <a:pt x="305" y="732"/>
                </a:lnTo>
                <a:lnTo>
                  <a:pt x="305" y="733"/>
                </a:lnTo>
                <a:lnTo>
                  <a:pt x="305" y="734"/>
                </a:lnTo>
                <a:lnTo>
                  <a:pt x="305" y="735"/>
                </a:lnTo>
                <a:lnTo>
                  <a:pt x="305" y="736"/>
                </a:lnTo>
                <a:lnTo>
                  <a:pt x="306" y="736"/>
                </a:lnTo>
                <a:lnTo>
                  <a:pt x="306" y="737"/>
                </a:lnTo>
                <a:lnTo>
                  <a:pt x="305" y="738"/>
                </a:lnTo>
                <a:lnTo>
                  <a:pt x="304" y="739"/>
                </a:lnTo>
                <a:lnTo>
                  <a:pt x="304" y="741"/>
                </a:lnTo>
                <a:lnTo>
                  <a:pt x="305" y="741"/>
                </a:lnTo>
                <a:lnTo>
                  <a:pt x="305" y="742"/>
                </a:lnTo>
                <a:lnTo>
                  <a:pt x="304" y="742"/>
                </a:lnTo>
                <a:lnTo>
                  <a:pt x="304" y="743"/>
                </a:lnTo>
                <a:lnTo>
                  <a:pt x="304" y="744"/>
                </a:lnTo>
                <a:lnTo>
                  <a:pt x="305" y="745"/>
                </a:lnTo>
                <a:lnTo>
                  <a:pt x="306" y="746"/>
                </a:lnTo>
                <a:lnTo>
                  <a:pt x="305" y="747"/>
                </a:lnTo>
                <a:lnTo>
                  <a:pt x="305" y="748"/>
                </a:lnTo>
                <a:lnTo>
                  <a:pt x="305" y="749"/>
                </a:lnTo>
                <a:lnTo>
                  <a:pt x="304" y="750"/>
                </a:lnTo>
                <a:lnTo>
                  <a:pt x="303" y="753"/>
                </a:lnTo>
                <a:lnTo>
                  <a:pt x="303" y="754"/>
                </a:lnTo>
                <a:lnTo>
                  <a:pt x="303" y="755"/>
                </a:lnTo>
                <a:lnTo>
                  <a:pt x="302" y="755"/>
                </a:lnTo>
                <a:lnTo>
                  <a:pt x="301" y="756"/>
                </a:lnTo>
                <a:lnTo>
                  <a:pt x="300" y="757"/>
                </a:lnTo>
                <a:lnTo>
                  <a:pt x="300" y="758"/>
                </a:lnTo>
                <a:lnTo>
                  <a:pt x="298" y="759"/>
                </a:lnTo>
                <a:lnTo>
                  <a:pt x="297" y="759"/>
                </a:lnTo>
                <a:lnTo>
                  <a:pt x="296" y="759"/>
                </a:lnTo>
                <a:lnTo>
                  <a:pt x="296" y="758"/>
                </a:lnTo>
                <a:lnTo>
                  <a:pt x="296" y="757"/>
                </a:lnTo>
                <a:lnTo>
                  <a:pt x="296" y="756"/>
                </a:lnTo>
                <a:lnTo>
                  <a:pt x="294" y="754"/>
                </a:lnTo>
                <a:lnTo>
                  <a:pt x="293" y="754"/>
                </a:lnTo>
                <a:lnTo>
                  <a:pt x="292" y="754"/>
                </a:lnTo>
                <a:lnTo>
                  <a:pt x="291" y="755"/>
                </a:lnTo>
                <a:lnTo>
                  <a:pt x="289" y="755"/>
                </a:lnTo>
                <a:lnTo>
                  <a:pt x="288" y="755"/>
                </a:lnTo>
                <a:lnTo>
                  <a:pt x="286" y="756"/>
                </a:lnTo>
                <a:lnTo>
                  <a:pt x="285" y="756"/>
                </a:lnTo>
                <a:lnTo>
                  <a:pt x="284" y="757"/>
                </a:lnTo>
                <a:lnTo>
                  <a:pt x="284" y="758"/>
                </a:lnTo>
                <a:lnTo>
                  <a:pt x="283" y="758"/>
                </a:lnTo>
                <a:lnTo>
                  <a:pt x="283" y="759"/>
                </a:lnTo>
                <a:lnTo>
                  <a:pt x="282" y="759"/>
                </a:lnTo>
                <a:lnTo>
                  <a:pt x="281" y="759"/>
                </a:lnTo>
                <a:lnTo>
                  <a:pt x="280" y="759"/>
                </a:lnTo>
                <a:lnTo>
                  <a:pt x="280" y="760"/>
                </a:lnTo>
                <a:lnTo>
                  <a:pt x="280" y="761"/>
                </a:lnTo>
                <a:lnTo>
                  <a:pt x="280" y="762"/>
                </a:lnTo>
                <a:lnTo>
                  <a:pt x="281" y="762"/>
                </a:lnTo>
                <a:lnTo>
                  <a:pt x="282" y="764"/>
                </a:lnTo>
                <a:lnTo>
                  <a:pt x="282" y="766"/>
                </a:lnTo>
                <a:lnTo>
                  <a:pt x="281" y="766"/>
                </a:lnTo>
                <a:lnTo>
                  <a:pt x="281" y="767"/>
                </a:lnTo>
                <a:lnTo>
                  <a:pt x="280" y="767"/>
                </a:lnTo>
                <a:lnTo>
                  <a:pt x="279" y="768"/>
                </a:lnTo>
                <a:lnTo>
                  <a:pt x="278" y="767"/>
                </a:lnTo>
                <a:lnTo>
                  <a:pt x="278" y="768"/>
                </a:lnTo>
                <a:lnTo>
                  <a:pt x="278" y="769"/>
                </a:lnTo>
                <a:lnTo>
                  <a:pt x="277" y="770"/>
                </a:lnTo>
                <a:lnTo>
                  <a:pt x="277" y="771"/>
                </a:lnTo>
                <a:lnTo>
                  <a:pt x="276" y="771"/>
                </a:lnTo>
                <a:lnTo>
                  <a:pt x="275" y="771"/>
                </a:lnTo>
                <a:lnTo>
                  <a:pt x="274" y="771"/>
                </a:lnTo>
                <a:lnTo>
                  <a:pt x="273" y="772"/>
                </a:lnTo>
                <a:lnTo>
                  <a:pt x="273" y="773"/>
                </a:lnTo>
                <a:lnTo>
                  <a:pt x="272" y="774"/>
                </a:lnTo>
                <a:lnTo>
                  <a:pt x="271" y="774"/>
                </a:lnTo>
                <a:lnTo>
                  <a:pt x="271" y="776"/>
                </a:lnTo>
                <a:lnTo>
                  <a:pt x="271" y="777"/>
                </a:lnTo>
                <a:lnTo>
                  <a:pt x="271" y="779"/>
                </a:lnTo>
                <a:lnTo>
                  <a:pt x="270" y="780"/>
                </a:lnTo>
                <a:lnTo>
                  <a:pt x="270" y="781"/>
                </a:lnTo>
                <a:lnTo>
                  <a:pt x="269" y="781"/>
                </a:lnTo>
                <a:lnTo>
                  <a:pt x="268" y="781"/>
                </a:lnTo>
                <a:lnTo>
                  <a:pt x="267" y="781"/>
                </a:lnTo>
                <a:lnTo>
                  <a:pt x="266" y="782"/>
                </a:lnTo>
                <a:lnTo>
                  <a:pt x="266" y="781"/>
                </a:lnTo>
                <a:lnTo>
                  <a:pt x="266" y="780"/>
                </a:lnTo>
                <a:lnTo>
                  <a:pt x="265" y="780"/>
                </a:lnTo>
                <a:lnTo>
                  <a:pt x="265" y="781"/>
                </a:lnTo>
                <a:lnTo>
                  <a:pt x="266" y="782"/>
                </a:lnTo>
                <a:lnTo>
                  <a:pt x="265" y="782"/>
                </a:lnTo>
                <a:lnTo>
                  <a:pt x="264" y="782"/>
                </a:lnTo>
                <a:lnTo>
                  <a:pt x="263" y="782"/>
                </a:lnTo>
                <a:lnTo>
                  <a:pt x="263" y="783"/>
                </a:lnTo>
                <a:lnTo>
                  <a:pt x="262" y="783"/>
                </a:lnTo>
                <a:lnTo>
                  <a:pt x="261" y="783"/>
                </a:lnTo>
                <a:lnTo>
                  <a:pt x="260" y="782"/>
                </a:lnTo>
                <a:lnTo>
                  <a:pt x="258" y="783"/>
                </a:lnTo>
                <a:lnTo>
                  <a:pt x="257" y="784"/>
                </a:lnTo>
                <a:lnTo>
                  <a:pt x="257" y="783"/>
                </a:lnTo>
                <a:lnTo>
                  <a:pt x="256" y="783"/>
                </a:lnTo>
                <a:lnTo>
                  <a:pt x="255" y="783"/>
                </a:lnTo>
                <a:lnTo>
                  <a:pt x="254" y="782"/>
                </a:lnTo>
                <a:lnTo>
                  <a:pt x="253" y="783"/>
                </a:lnTo>
                <a:lnTo>
                  <a:pt x="252" y="783"/>
                </a:lnTo>
                <a:lnTo>
                  <a:pt x="251" y="783"/>
                </a:lnTo>
                <a:lnTo>
                  <a:pt x="250" y="783"/>
                </a:lnTo>
                <a:lnTo>
                  <a:pt x="250" y="782"/>
                </a:lnTo>
                <a:lnTo>
                  <a:pt x="249" y="783"/>
                </a:lnTo>
                <a:lnTo>
                  <a:pt x="248" y="783"/>
                </a:lnTo>
                <a:lnTo>
                  <a:pt x="248" y="782"/>
                </a:lnTo>
                <a:lnTo>
                  <a:pt x="247" y="782"/>
                </a:lnTo>
                <a:lnTo>
                  <a:pt x="246" y="782"/>
                </a:lnTo>
                <a:lnTo>
                  <a:pt x="245" y="782"/>
                </a:lnTo>
                <a:lnTo>
                  <a:pt x="244" y="782"/>
                </a:lnTo>
                <a:lnTo>
                  <a:pt x="243" y="782"/>
                </a:lnTo>
                <a:lnTo>
                  <a:pt x="243" y="780"/>
                </a:lnTo>
                <a:lnTo>
                  <a:pt x="243" y="779"/>
                </a:lnTo>
                <a:lnTo>
                  <a:pt x="244" y="778"/>
                </a:lnTo>
                <a:lnTo>
                  <a:pt x="243" y="778"/>
                </a:lnTo>
                <a:lnTo>
                  <a:pt x="243" y="777"/>
                </a:lnTo>
                <a:lnTo>
                  <a:pt x="242" y="777"/>
                </a:lnTo>
                <a:lnTo>
                  <a:pt x="243" y="776"/>
                </a:lnTo>
                <a:lnTo>
                  <a:pt x="244" y="776"/>
                </a:lnTo>
                <a:lnTo>
                  <a:pt x="244" y="774"/>
                </a:lnTo>
                <a:lnTo>
                  <a:pt x="243" y="773"/>
                </a:lnTo>
                <a:lnTo>
                  <a:pt x="241" y="772"/>
                </a:lnTo>
                <a:lnTo>
                  <a:pt x="240" y="773"/>
                </a:lnTo>
                <a:lnTo>
                  <a:pt x="238" y="775"/>
                </a:lnTo>
                <a:lnTo>
                  <a:pt x="237" y="776"/>
                </a:lnTo>
                <a:lnTo>
                  <a:pt x="237" y="777"/>
                </a:lnTo>
                <a:lnTo>
                  <a:pt x="236" y="777"/>
                </a:lnTo>
                <a:lnTo>
                  <a:pt x="235" y="777"/>
                </a:lnTo>
                <a:lnTo>
                  <a:pt x="235" y="776"/>
                </a:lnTo>
                <a:lnTo>
                  <a:pt x="234" y="776"/>
                </a:lnTo>
                <a:lnTo>
                  <a:pt x="233" y="776"/>
                </a:lnTo>
                <a:lnTo>
                  <a:pt x="233" y="777"/>
                </a:lnTo>
                <a:lnTo>
                  <a:pt x="232" y="777"/>
                </a:lnTo>
                <a:lnTo>
                  <a:pt x="231" y="777"/>
                </a:lnTo>
                <a:lnTo>
                  <a:pt x="230" y="776"/>
                </a:lnTo>
                <a:lnTo>
                  <a:pt x="230" y="775"/>
                </a:lnTo>
                <a:lnTo>
                  <a:pt x="229" y="775"/>
                </a:lnTo>
                <a:lnTo>
                  <a:pt x="228" y="774"/>
                </a:lnTo>
                <a:lnTo>
                  <a:pt x="228" y="775"/>
                </a:lnTo>
                <a:lnTo>
                  <a:pt x="227" y="775"/>
                </a:lnTo>
                <a:lnTo>
                  <a:pt x="226" y="775"/>
                </a:lnTo>
                <a:lnTo>
                  <a:pt x="226" y="773"/>
                </a:lnTo>
                <a:lnTo>
                  <a:pt x="225" y="773"/>
                </a:lnTo>
                <a:lnTo>
                  <a:pt x="224" y="773"/>
                </a:lnTo>
                <a:lnTo>
                  <a:pt x="224" y="772"/>
                </a:lnTo>
                <a:lnTo>
                  <a:pt x="223" y="772"/>
                </a:lnTo>
                <a:lnTo>
                  <a:pt x="222" y="772"/>
                </a:lnTo>
                <a:lnTo>
                  <a:pt x="222" y="773"/>
                </a:lnTo>
                <a:lnTo>
                  <a:pt x="221" y="773"/>
                </a:lnTo>
                <a:lnTo>
                  <a:pt x="220" y="773"/>
                </a:lnTo>
                <a:lnTo>
                  <a:pt x="219" y="773"/>
                </a:lnTo>
                <a:lnTo>
                  <a:pt x="218" y="772"/>
                </a:lnTo>
                <a:lnTo>
                  <a:pt x="217" y="772"/>
                </a:lnTo>
                <a:lnTo>
                  <a:pt x="217" y="773"/>
                </a:lnTo>
                <a:lnTo>
                  <a:pt x="217" y="774"/>
                </a:lnTo>
                <a:lnTo>
                  <a:pt x="218" y="773"/>
                </a:lnTo>
                <a:lnTo>
                  <a:pt x="218" y="774"/>
                </a:lnTo>
                <a:lnTo>
                  <a:pt x="218" y="775"/>
                </a:lnTo>
                <a:lnTo>
                  <a:pt x="218" y="777"/>
                </a:lnTo>
                <a:lnTo>
                  <a:pt x="217" y="777"/>
                </a:lnTo>
                <a:lnTo>
                  <a:pt x="216" y="777"/>
                </a:lnTo>
                <a:lnTo>
                  <a:pt x="214" y="778"/>
                </a:lnTo>
                <a:lnTo>
                  <a:pt x="214" y="779"/>
                </a:lnTo>
                <a:lnTo>
                  <a:pt x="214" y="780"/>
                </a:lnTo>
                <a:lnTo>
                  <a:pt x="214" y="781"/>
                </a:lnTo>
                <a:lnTo>
                  <a:pt x="214" y="782"/>
                </a:lnTo>
                <a:lnTo>
                  <a:pt x="214" y="783"/>
                </a:lnTo>
                <a:lnTo>
                  <a:pt x="213" y="783"/>
                </a:lnTo>
                <a:lnTo>
                  <a:pt x="212" y="782"/>
                </a:lnTo>
                <a:lnTo>
                  <a:pt x="211" y="782"/>
                </a:lnTo>
                <a:lnTo>
                  <a:pt x="210" y="781"/>
                </a:lnTo>
                <a:lnTo>
                  <a:pt x="209" y="781"/>
                </a:lnTo>
                <a:lnTo>
                  <a:pt x="206" y="781"/>
                </a:lnTo>
                <a:lnTo>
                  <a:pt x="206" y="782"/>
                </a:lnTo>
                <a:lnTo>
                  <a:pt x="205" y="782"/>
                </a:lnTo>
                <a:lnTo>
                  <a:pt x="203" y="782"/>
                </a:lnTo>
                <a:lnTo>
                  <a:pt x="203" y="781"/>
                </a:lnTo>
                <a:lnTo>
                  <a:pt x="203" y="780"/>
                </a:lnTo>
                <a:lnTo>
                  <a:pt x="202" y="779"/>
                </a:lnTo>
                <a:lnTo>
                  <a:pt x="202" y="778"/>
                </a:lnTo>
                <a:lnTo>
                  <a:pt x="201" y="778"/>
                </a:lnTo>
                <a:lnTo>
                  <a:pt x="200" y="778"/>
                </a:lnTo>
                <a:lnTo>
                  <a:pt x="200" y="777"/>
                </a:lnTo>
                <a:lnTo>
                  <a:pt x="201" y="777"/>
                </a:lnTo>
                <a:lnTo>
                  <a:pt x="200" y="776"/>
                </a:lnTo>
                <a:lnTo>
                  <a:pt x="199" y="775"/>
                </a:lnTo>
                <a:lnTo>
                  <a:pt x="198" y="775"/>
                </a:lnTo>
                <a:lnTo>
                  <a:pt x="198" y="773"/>
                </a:lnTo>
                <a:lnTo>
                  <a:pt x="197" y="772"/>
                </a:lnTo>
                <a:lnTo>
                  <a:pt x="197" y="771"/>
                </a:lnTo>
                <a:lnTo>
                  <a:pt x="195" y="772"/>
                </a:lnTo>
                <a:lnTo>
                  <a:pt x="195" y="773"/>
                </a:lnTo>
                <a:lnTo>
                  <a:pt x="194" y="773"/>
                </a:lnTo>
                <a:lnTo>
                  <a:pt x="194" y="772"/>
                </a:lnTo>
                <a:lnTo>
                  <a:pt x="194" y="771"/>
                </a:lnTo>
                <a:lnTo>
                  <a:pt x="194" y="770"/>
                </a:lnTo>
                <a:lnTo>
                  <a:pt x="195" y="770"/>
                </a:lnTo>
                <a:lnTo>
                  <a:pt x="195" y="769"/>
                </a:lnTo>
                <a:lnTo>
                  <a:pt x="195" y="768"/>
                </a:lnTo>
                <a:lnTo>
                  <a:pt x="195" y="767"/>
                </a:lnTo>
                <a:lnTo>
                  <a:pt x="196" y="767"/>
                </a:lnTo>
                <a:lnTo>
                  <a:pt x="197" y="767"/>
                </a:lnTo>
                <a:lnTo>
                  <a:pt x="198" y="767"/>
                </a:lnTo>
                <a:lnTo>
                  <a:pt x="198" y="766"/>
                </a:lnTo>
                <a:lnTo>
                  <a:pt x="198" y="765"/>
                </a:lnTo>
                <a:lnTo>
                  <a:pt x="199" y="765"/>
                </a:lnTo>
                <a:lnTo>
                  <a:pt x="199" y="764"/>
                </a:lnTo>
                <a:lnTo>
                  <a:pt x="200" y="763"/>
                </a:lnTo>
                <a:lnTo>
                  <a:pt x="199" y="763"/>
                </a:lnTo>
                <a:lnTo>
                  <a:pt x="199" y="762"/>
                </a:lnTo>
                <a:lnTo>
                  <a:pt x="200" y="761"/>
                </a:lnTo>
                <a:lnTo>
                  <a:pt x="201" y="760"/>
                </a:lnTo>
                <a:lnTo>
                  <a:pt x="202" y="760"/>
                </a:lnTo>
                <a:lnTo>
                  <a:pt x="201" y="760"/>
                </a:lnTo>
                <a:lnTo>
                  <a:pt x="200" y="759"/>
                </a:lnTo>
                <a:lnTo>
                  <a:pt x="200" y="758"/>
                </a:lnTo>
                <a:lnTo>
                  <a:pt x="200" y="757"/>
                </a:lnTo>
                <a:lnTo>
                  <a:pt x="200" y="756"/>
                </a:lnTo>
                <a:lnTo>
                  <a:pt x="200" y="755"/>
                </a:lnTo>
                <a:lnTo>
                  <a:pt x="200" y="754"/>
                </a:lnTo>
                <a:lnTo>
                  <a:pt x="200" y="753"/>
                </a:lnTo>
                <a:lnTo>
                  <a:pt x="200" y="752"/>
                </a:lnTo>
                <a:lnTo>
                  <a:pt x="201" y="751"/>
                </a:lnTo>
                <a:lnTo>
                  <a:pt x="202" y="751"/>
                </a:lnTo>
                <a:lnTo>
                  <a:pt x="201" y="750"/>
                </a:lnTo>
                <a:lnTo>
                  <a:pt x="200" y="749"/>
                </a:lnTo>
                <a:lnTo>
                  <a:pt x="199" y="749"/>
                </a:lnTo>
                <a:lnTo>
                  <a:pt x="199" y="748"/>
                </a:lnTo>
                <a:lnTo>
                  <a:pt x="198" y="748"/>
                </a:lnTo>
                <a:lnTo>
                  <a:pt x="198" y="747"/>
                </a:lnTo>
                <a:lnTo>
                  <a:pt x="198" y="746"/>
                </a:lnTo>
                <a:lnTo>
                  <a:pt x="198" y="745"/>
                </a:lnTo>
                <a:lnTo>
                  <a:pt x="198" y="744"/>
                </a:lnTo>
                <a:lnTo>
                  <a:pt x="197" y="744"/>
                </a:lnTo>
                <a:lnTo>
                  <a:pt x="197" y="743"/>
                </a:lnTo>
                <a:lnTo>
                  <a:pt x="196" y="743"/>
                </a:lnTo>
                <a:lnTo>
                  <a:pt x="196" y="742"/>
                </a:lnTo>
                <a:lnTo>
                  <a:pt x="195" y="742"/>
                </a:lnTo>
                <a:lnTo>
                  <a:pt x="193" y="740"/>
                </a:lnTo>
                <a:lnTo>
                  <a:pt x="193" y="739"/>
                </a:lnTo>
                <a:lnTo>
                  <a:pt x="192" y="739"/>
                </a:lnTo>
                <a:lnTo>
                  <a:pt x="192" y="738"/>
                </a:lnTo>
                <a:lnTo>
                  <a:pt x="193" y="737"/>
                </a:lnTo>
                <a:lnTo>
                  <a:pt x="193" y="736"/>
                </a:lnTo>
                <a:lnTo>
                  <a:pt x="193" y="735"/>
                </a:lnTo>
                <a:lnTo>
                  <a:pt x="192" y="735"/>
                </a:lnTo>
                <a:lnTo>
                  <a:pt x="192" y="734"/>
                </a:lnTo>
                <a:lnTo>
                  <a:pt x="194" y="733"/>
                </a:lnTo>
                <a:lnTo>
                  <a:pt x="195" y="733"/>
                </a:lnTo>
                <a:lnTo>
                  <a:pt x="196" y="733"/>
                </a:lnTo>
                <a:lnTo>
                  <a:pt x="196" y="732"/>
                </a:lnTo>
                <a:lnTo>
                  <a:pt x="196" y="731"/>
                </a:lnTo>
                <a:lnTo>
                  <a:pt x="195" y="731"/>
                </a:lnTo>
                <a:lnTo>
                  <a:pt x="195" y="730"/>
                </a:lnTo>
                <a:lnTo>
                  <a:pt x="194" y="730"/>
                </a:lnTo>
                <a:lnTo>
                  <a:pt x="193" y="730"/>
                </a:lnTo>
                <a:lnTo>
                  <a:pt x="193" y="729"/>
                </a:lnTo>
                <a:lnTo>
                  <a:pt x="192" y="729"/>
                </a:lnTo>
                <a:lnTo>
                  <a:pt x="192" y="728"/>
                </a:lnTo>
                <a:lnTo>
                  <a:pt x="191" y="728"/>
                </a:lnTo>
                <a:lnTo>
                  <a:pt x="190" y="728"/>
                </a:lnTo>
                <a:lnTo>
                  <a:pt x="190" y="727"/>
                </a:lnTo>
                <a:lnTo>
                  <a:pt x="189" y="726"/>
                </a:lnTo>
                <a:lnTo>
                  <a:pt x="189" y="725"/>
                </a:lnTo>
                <a:lnTo>
                  <a:pt x="188" y="724"/>
                </a:lnTo>
                <a:lnTo>
                  <a:pt x="188" y="723"/>
                </a:lnTo>
                <a:lnTo>
                  <a:pt x="187" y="722"/>
                </a:lnTo>
                <a:lnTo>
                  <a:pt x="186" y="722"/>
                </a:lnTo>
                <a:lnTo>
                  <a:pt x="186" y="721"/>
                </a:lnTo>
                <a:lnTo>
                  <a:pt x="186" y="719"/>
                </a:lnTo>
                <a:lnTo>
                  <a:pt x="186" y="720"/>
                </a:lnTo>
                <a:lnTo>
                  <a:pt x="185" y="720"/>
                </a:lnTo>
                <a:lnTo>
                  <a:pt x="184" y="719"/>
                </a:lnTo>
                <a:lnTo>
                  <a:pt x="183" y="719"/>
                </a:lnTo>
                <a:lnTo>
                  <a:pt x="183" y="717"/>
                </a:lnTo>
                <a:lnTo>
                  <a:pt x="184" y="716"/>
                </a:lnTo>
                <a:lnTo>
                  <a:pt x="185" y="716"/>
                </a:lnTo>
                <a:lnTo>
                  <a:pt x="185" y="715"/>
                </a:lnTo>
                <a:lnTo>
                  <a:pt x="184" y="715"/>
                </a:lnTo>
                <a:lnTo>
                  <a:pt x="184" y="714"/>
                </a:lnTo>
                <a:lnTo>
                  <a:pt x="184" y="713"/>
                </a:lnTo>
                <a:lnTo>
                  <a:pt x="184" y="712"/>
                </a:lnTo>
                <a:lnTo>
                  <a:pt x="183" y="712"/>
                </a:lnTo>
                <a:lnTo>
                  <a:pt x="182" y="711"/>
                </a:lnTo>
                <a:lnTo>
                  <a:pt x="182" y="710"/>
                </a:lnTo>
                <a:lnTo>
                  <a:pt x="181" y="710"/>
                </a:lnTo>
                <a:lnTo>
                  <a:pt x="181" y="709"/>
                </a:lnTo>
                <a:lnTo>
                  <a:pt x="181" y="708"/>
                </a:lnTo>
                <a:lnTo>
                  <a:pt x="181" y="707"/>
                </a:lnTo>
                <a:lnTo>
                  <a:pt x="179" y="706"/>
                </a:lnTo>
                <a:lnTo>
                  <a:pt x="179" y="705"/>
                </a:lnTo>
                <a:lnTo>
                  <a:pt x="180" y="704"/>
                </a:lnTo>
                <a:lnTo>
                  <a:pt x="180" y="703"/>
                </a:lnTo>
                <a:lnTo>
                  <a:pt x="180" y="702"/>
                </a:lnTo>
                <a:lnTo>
                  <a:pt x="180" y="701"/>
                </a:lnTo>
                <a:lnTo>
                  <a:pt x="179" y="701"/>
                </a:lnTo>
                <a:lnTo>
                  <a:pt x="179" y="700"/>
                </a:lnTo>
                <a:lnTo>
                  <a:pt x="178" y="700"/>
                </a:lnTo>
                <a:lnTo>
                  <a:pt x="178" y="699"/>
                </a:lnTo>
                <a:lnTo>
                  <a:pt x="178" y="698"/>
                </a:lnTo>
                <a:lnTo>
                  <a:pt x="179" y="697"/>
                </a:lnTo>
                <a:lnTo>
                  <a:pt x="178" y="697"/>
                </a:lnTo>
                <a:lnTo>
                  <a:pt x="177" y="697"/>
                </a:lnTo>
                <a:lnTo>
                  <a:pt x="176" y="696"/>
                </a:lnTo>
                <a:lnTo>
                  <a:pt x="176" y="695"/>
                </a:lnTo>
                <a:lnTo>
                  <a:pt x="176" y="694"/>
                </a:lnTo>
                <a:lnTo>
                  <a:pt x="175" y="694"/>
                </a:lnTo>
                <a:lnTo>
                  <a:pt x="175" y="693"/>
                </a:lnTo>
                <a:lnTo>
                  <a:pt x="175" y="692"/>
                </a:lnTo>
                <a:lnTo>
                  <a:pt x="174" y="692"/>
                </a:lnTo>
                <a:lnTo>
                  <a:pt x="173" y="692"/>
                </a:lnTo>
                <a:lnTo>
                  <a:pt x="172" y="692"/>
                </a:lnTo>
                <a:lnTo>
                  <a:pt x="173" y="691"/>
                </a:lnTo>
                <a:lnTo>
                  <a:pt x="172" y="689"/>
                </a:lnTo>
                <a:lnTo>
                  <a:pt x="171" y="689"/>
                </a:lnTo>
                <a:lnTo>
                  <a:pt x="170" y="689"/>
                </a:lnTo>
                <a:lnTo>
                  <a:pt x="169" y="688"/>
                </a:lnTo>
                <a:lnTo>
                  <a:pt x="168" y="688"/>
                </a:lnTo>
                <a:lnTo>
                  <a:pt x="167" y="689"/>
                </a:lnTo>
                <a:lnTo>
                  <a:pt x="167" y="688"/>
                </a:lnTo>
                <a:lnTo>
                  <a:pt x="166" y="688"/>
                </a:lnTo>
                <a:lnTo>
                  <a:pt x="165" y="688"/>
                </a:lnTo>
                <a:lnTo>
                  <a:pt x="164" y="688"/>
                </a:lnTo>
                <a:lnTo>
                  <a:pt x="163" y="688"/>
                </a:lnTo>
                <a:lnTo>
                  <a:pt x="163" y="687"/>
                </a:lnTo>
                <a:lnTo>
                  <a:pt x="162" y="686"/>
                </a:lnTo>
                <a:lnTo>
                  <a:pt x="161" y="685"/>
                </a:lnTo>
                <a:lnTo>
                  <a:pt x="160" y="683"/>
                </a:lnTo>
                <a:lnTo>
                  <a:pt x="159" y="683"/>
                </a:lnTo>
                <a:lnTo>
                  <a:pt x="158" y="683"/>
                </a:lnTo>
                <a:lnTo>
                  <a:pt x="158" y="682"/>
                </a:lnTo>
                <a:lnTo>
                  <a:pt x="158" y="681"/>
                </a:lnTo>
                <a:lnTo>
                  <a:pt x="158" y="680"/>
                </a:lnTo>
                <a:lnTo>
                  <a:pt x="158" y="678"/>
                </a:lnTo>
                <a:lnTo>
                  <a:pt x="157" y="677"/>
                </a:lnTo>
                <a:lnTo>
                  <a:pt x="156" y="676"/>
                </a:lnTo>
                <a:lnTo>
                  <a:pt x="156" y="674"/>
                </a:lnTo>
                <a:lnTo>
                  <a:pt x="156" y="673"/>
                </a:lnTo>
                <a:lnTo>
                  <a:pt x="156" y="672"/>
                </a:lnTo>
                <a:lnTo>
                  <a:pt x="157" y="671"/>
                </a:lnTo>
                <a:lnTo>
                  <a:pt x="157" y="670"/>
                </a:lnTo>
                <a:lnTo>
                  <a:pt x="157" y="669"/>
                </a:lnTo>
                <a:lnTo>
                  <a:pt x="156" y="668"/>
                </a:lnTo>
                <a:lnTo>
                  <a:pt x="155" y="669"/>
                </a:lnTo>
                <a:lnTo>
                  <a:pt x="155" y="670"/>
                </a:lnTo>
                <a:lnTo>
                  <a:pt x="154" y="670"/>
                </a:lnTo>
                <a:lnTo>
                  <a:pt x="154" y="669"/>
                </a:lnTo>
                <a:lnTo>
                  <a:pt x="154" y="668"/>
                </a:lnTo>
                <a:lnTo>
                  <a:pt x="154" y="667"/>
                </a:lnTo>
                <a:lnTo>
                  <a:pt x="154" y="665"/>
                </a:lnTo>
                <a:lnTo>
                  <a:pt x="153" y="664"/>
                </a:lnTo>
                <a:lnTo>
                  <a:pt x="153" y="663"/>
                </a:lnTo>
                <a:lnTo>
                  <a:pt x="154" y="663"/>
                </a:lnTo>
                <a:lnTo>
                  <a:pt x="154" y="662"/>
                </a:lnTo>
                <a:lnTo>
                  <a:pt x="155" y="661"/>
                </a:lnTo>
                <a:lnTo>
                  <a:pt x="156" y="661"/>
                </a:lnTo>
                <a:lnTo>
                  <a:pt x="156" y="660"/>
                </a:lnTo>
                <a:lnTo>
                  <a:pt x="156" y="659"/>
                </a:lnTo>
                <a:lnTo>
                  <a:pt x="157" y="659"/>
                </a:lnTo>
                <a:lnTo>
                  <a:pt x="157" y="658"/>
                </a:lnTo>
                <a:lnTo>
                  <a:pt x="158" y="657"/>
                </a:lnTo>
                <a:lnTo>
                  <a:pt x="159" y="657"/>
                </a:lnTo>
                <a:lnTo>
                  <a:pt x="160" y="657"/>
                </a:lnTo>
                <a:lnTo>
                  <a:pt x="161" y="656"/>
                </a:lnTo>
                <a:lnTo>
                  <a:pt x="161" y="655"/>
                </a:lnTo>
                <a:lnTo>
                  <a:pt x="161" y="654"/>
                </a:lnTo>
                <a:lnTo>
                  <a:pt x="161" y="653"/>
                </a:lnTo>
                <a:lnTo>
                  <a:pt x="162" y="652"/>
                </a:lnTo>
                <a:lnTo>
                  <a:pt x="164" y="651"/>
                </a:lnTo>
                <a:lnTo>
                  <a:pt x="165" y="651"/>
                </a:lnTo>
                <a:lnTo>
                  <a:pt x="166" y="651"/>
                </a:lnTo>
                <a:lnTo>
                  <a:pt x="167" y="650"/>
                </a:lnTo>
                <a:lnTo>
                  <a:pt x="166" y="649"/>
                </a:lnTo>
                <a:lnTo>
                  <a:pt x="167" y="648"/>
                </a:lnTo>
                <a:lnTo>
                  <a:pt x="166" y="647"/>
                </a:lnTo>
                <a:lnTo>
                  <a:pt x="166" y="646"/>
                </a:lnTo>
                <a:lnTo>
                  <a:pt x="167" y="646"/>
                </a:lnTo>
                <a:lnTo>
                  <a:pt x="167" y="645"/>
                </a:lnTo>
                <a:lnTo>
                  <a:pt x="167" y="644"/>
                </a:lnTo>
                <a:lnTo>
                  <a:pt x="166" y="643"/>
                </a:lnTo>
                <a:lnTo>
                  <a:pt x="165" y="642"/>
                </a:lnTo>
                <a:lnTo>
                  <a:pt x="164" y="641"/>
                </a:lnTo>
                <a:lnTo>
                  <a:pt x="164" y="640"/>
                </a:lnTo>
                <a:lnTo>
                  <a:pt x="163" y="640"/>
                </a:lnTo>
                <a:lnTo>
                  <a:pt x="162" y="640"/>
                </a:lnTo>
                <a:lnTo>
                  <a:pt x="161" y="640"/>
                </a:lnTo>
                <a:lnTo>
                  <a:pt x="160" y="641"/>
                </a:lnTo>
                <a:lnTo>
                  <a:pt x="159" y="641"/>
                </a:lnTo>
                <a:lnTo>
                  <a:pt x="158" y="641"/>
                </a:lnTo>
                <a:lnTo>
                  <a:pt x="158" y="640"/>
                </a:lnTo>
                <a:lnTo>
                  <a:pt x="158" y="639"/>
                </a:lnTo>
                <a:lnTo>
                  <a:pt x="159" y="638"/>
                </a:lnTo>
                <a:lnTo>
                  <a:pt x="159" y="637"/>
                </a:lnTo>
                <a:lnTo>
                  <a:pt x="160" y="636"/>
                </a:lnTo>
                <a:lnTo>
                  <a:pt x="161" y="636"/>
                </a:lnTo>
                <a:lnTo>
                  <a:pt x="162" y="635"/>
                </a:lnTo>
                <a:lnTo>
                  <a:pt x="162" y="634"/>
                </a:lnTo>
                <a:lnTo>
                  <a:pt x="162" y="633"/>
                </a:lnTo>
                <a:lnTo>
                  <a:pt x="163" y="633"/>
                </a:lnTo>
                <a:lnTo>
                  <a:pt x="163" y="632"/>
                </a:lnTo>
                <a:lnTo>
                  <a:pt x="164" y="632"/>
                </a:lnTo>
                <a:lnTo>
                  <a:pt x="165" y="632"/>
                </a:lnTo>
                <a:lnTo>
                  <a:pt x="165" y="630"/>
                </a:lnTo>
                <a:lnTo>
                  <a:pt x="165" y="629"/>
                </a:lnTo>
                <a:lnTo>
                  <a:pt x="166" y="627"/>
                </a:lnTo>
                <a:lnTo>
                  <a:pt x="165" y="627"/>
                </a:lnTo>
                <a:lnTo>
                  <a:pt x="164" y="627"/>
                </a:lnTo>
                <a:lnTo>
                  <a:pt x="164" y="626"/>
                </a:lnTo>
                <a:lnTo>
                  <a:pt x="163" y="625"/>
                </a:lnTo>
                <a:lnTo>
                  <a:pt x="161" y="625"/>
                </a:lnTo>
                <a:lnTo>
                  <a:pt x="160" y="625"/>
                </a:lnTo>
                <a:lnTo>
                  <a:pt x="158" y="626"/>
                </a:lnTo>
                <a:lnTo>
                  <a:pt x="158" y="627"/>
                </a:lnTo>
                <a:lnTo>
                  <a:pt x="157" y="627"/>
                </a:lnTo>
                <a:lnTo>
                  <a:pt x="155" y="626"/>
                </a:lnTo>
                <a:lnTo>
                  <a:pt x="155" y="625"/>
                </a:lnTo>
                <a:lnTo>
                  <a:pt x="154" y="625"/>
                </a:lnTo>
                <a:lnTo>
                  <a:pt x="154" y="624"/>
                </a:lnTo>
                <a:lnTo>
                  <a:pt x="153" y="624"/>
                </a:lnTo>
                <a:lnTo>
                  <a:pt x="152" y="624"/>
                </a:lnTo>
                <a:lnTo>
                  <a:pt x="151" y="624"/>
                </a:lnTo>
                <a:lnTo>
                  <a:pt x="150" y="624"/>
                </a:lnTo>
                <a:lnTo>
                  <a:pt x="151" y="623"/>
                </a:lnTo>
                <a:lnTo>
                  <a:pt x="151" y="622"/>
                </a:lnTo>
                <a:lnTo>
                  <a:pt x="152" y="621"/>
                </a:lnTo>
                <a:lnTo>
                  <a:pt x="151" y="620"/>
                </a:lnTo>
                <a:lnTo>
                  <a:pt x="151" y="619"/>
                </a:lnTo>
                <a:lnTo>
                  <a:pt x="149" y="619"/>
                </a:lnTo>
                <a:lnTo>
                  <a:pt x="148" y="618"/>
                </a:lnTo>
                <a:lnTo>
                  <a:pt x="148" y="617"/>
                </a:lnTo>
                <a:lnTo>
                  <a:pt x="148" y="616"/>
                </a:lnTo>
                <a:lnTo>
                  <a:pt x="148" y="615"/>
                </a:lnTo>
                <a:lnTo>
                  <a:pt x="149" y="615"/>
                </a:lnTo>
                <a:lnTo>
                  <a:pt x="148" y="614"/>
                </a:lnTo>
                <a:lnTo>
                  <a:pt x="147" y="612"/>
                </a:lnTo>
                <a:lnTo>
                  <a:pt x="147" y="613"/>
                </a:lnTo>
                <a:lnTo>
                  <a:pt x="146" y="613"/>
                </a:lnTo>
                <a:lnTo>
                  <a:pt x="145" y="613"/>
                </a:lnTo>
                <a:lnTo>
                  <a:pt x="144" y="613"/>
                </a:lnTo>
                <a:lnTo>
                  <a:pt x="143" y="614"/>
                </a:lnTo>
                <a:lnTo>
                  <a:pt x="142" y="615"/>
                </a:lnTo>
                <a:lnTo>
                  <a:pt x="142" y="616"/>
                </a:lnTo>
                <a:lnTo>
                  <a:pt x="142" y="618"/>
                </a:lnTo>
                <a:lnTo>
                  <a:pt x="142" y="619"/>
                </a:lnTo>
                <a:lnTo>
                  <a:pt x="141" y="620"/>
                </a:lnTo>
                <a:lnTo>
                  <a:pt x="141" y="621"/>
                </a:lnTo>
                <a:lnTo>
                  <a:pt x="140" y="622"/>
                </a:lnTo>
                <a:lnTo>
                  <a:pt x="139" y="622"/>
                </a:lnTo>
                <a:lnTo>
                  <a:pt x="138" y="623"/>
                </a:lnTo>
                <a:lnTo>
                  <a:pt x="137" y="623"/>
                </a:lnTo>
                <a:lnTo>
                  <a:pt x="137" y="622"/>
                </a:lnTo>
                <a:lnTo>
                  <a:pt x="136" y="622"/>
                </a:lnTo>
                <a:lnTo>
                  <a:pt x="135" y="622"/>
                </a:lnTo>
                <a:lnTo>
                  <a:pt x="134" y="622"/>
                </a:lnTo>
                <a:lnTo>
                  <a:pt x="134" y="623"/>
                </a:lnTo>
                <a:lnTo>
                  <a:pt x="133" y="624"/>
                </a:lnTo>
                <a:lnTo>
                  <a:pt x="133" y="625"/>
                </a:lnTo>
                <a:lnTo>
                  <a:pt x="132" y="625"/>
                </a:lnTo>
                <a:lnTo>
                  <a:pt x="131" y="625"/>
                </a:lnTo>
                <a:lnTo>
                  <a:pt x="131" y="626"/>
                </a:lnTo>
                <a:lnTo>
                  <a:pt x="131" y="627"/>
                </a:lnTo>
                <a:lnTo>
                  <a:pt x="130" y="627"/>
                </a:lnTo>
                <a:lnTo>
                  <a:pt x="129" y="626"/>
                </a:lnTo>
                <a:lnTo>
                  <a:pt x="129" y="625"/>
                </a:lnTo>
                <a:lnTo>
                  <a:pt x="129" y="624"/>
                </a:lnTo>
                <a:lnTo>
                  <a:pt x="128" y="626"/>
                </a:lnTo>
                <a:lnTo>
                  <a:pt x="128" y="627"/>
                </a:lnTo>
                <a:lnTo>
                  <a:pt x="127" y="628"/>
                </a:lnTo>
                <a:lnTo>
                  <a:pt x="126" y="627"/>
                </a:lnTo>
                <a:lnTo>
                  <a:pt x="126" y="626"/>
                </a:lnTo>
                <a:lnTo>
                  <a:pt x="126" y="625"/>
                </a:lnTo>
                <a:lnTo>
                  <a:pt x="126" y="624"/>
                </a:lnTo>
                <a:lnTo>
                  <a:pt x="124" y="622"/>
                </a:lnTo>
                <a:lnTo>
                  <a:pt x="123" y="621"/>
                </a:lnTo>
                <a:lnTo>
                  <a:pt x="123" y="622"/>
                </a:lnTo>
                <a:lnTo>
                  <a:pt x="122" y="622"/>
                </a:lnTo>
                <a:lnTo>
                  <a:pt x="121" y="621"/>
                </a:lnTo>
                <a:lnTo>
                  <a:pt x="120" y="622"/>
                </a:lnTo>
                <a:lnTo>
                  <a:pt x="119" y="623"/>
                </a:lnTo>
                <a:lnTo>
                  <a:pt x="119" y="624"/>
                </a:lnTo>
                <a:lnTo>
                  <a:pt x="118" y="624"/>
                </a:lnTo>
                <a:lnTo>
                  <a:pt x="118" y="623"/>
                </a:lnTo>
                <a:lnTo>
                  <a:pt x="117" y="623"/>
                </a:lnTo>
                <a:lnTo>
                  <a:pt x="117" y="625"/>
                </a:lnTo>
                <a:lnTo>
                  <a:pt x="116" y="626"/>
                </a:lnTo>
                <a:lnTo>
                  <a:pt x="115" y="626"/>
                </a:lnTo>
                <a:lnTo>
                  <a:pt x="114" y="625"/>
                </a:lnTo>
                <a:lnTo>
                  <a:pt x="113" y="624"/>
                </a:lnTo>
                <a:lnTo>
                  <a:pt x="112" y="625"/>
                </a:lnTo>
                <a:lnTo>
                  <a:pt x="112" y="626"/>
                </a:lnTo>
                <a:lnTo>
                  <a:pt x="113" y="626"/>
                </a:lnTo>
                <a:lnTo>
                  <a:pt x="112" y="626"/>
                </a:lnTo>
                <a:lnTo>
                  <a:pt x="111" y="626"/>
                </a:lnTo>
                <a:lnTo>
                  <a:pt x="111" y="625"/>
                </a:lnTo>
                <a:lnTo>
                  <a:pt x="110" y="625"/>
                </a:lnTo>
                <a:lnTo>
                  <a:pt x="109" y="625"/>
                </a:lnTo>
                <a:lnTo>
                  <a:pt x="108" y="626"/>
                </a:lnTo>
                <a:lnTo>
                  <a:pt x="108" y="627"/>
                </a:lnTo>
                <a:lnTo>
                  <a:pt x="108" y="628"/>
                </a:lnTo>
                <a:lnTo>
                  <a:pt x="108" y="629"/>
                </a:lnTo>
                <a:lnTo>
                  <a:pt x="109" y="629"/>
                </a:lnTo>
                <a:lnTo>
                  <a:pt x="110" y="631"/>
                </a:lnTo>
                <a:lnTo>
                  <a:pt x="110" y="632"/>
                </a:lnTo>
                <a:lnTo>
                  <a:pt x="109" y="632"/>
                </a:lnTo>
                <a:lnTo>
                  <a:pt x="109" y="633"/>
                </a:lnTo>
                <a:lnTo>
                  <a:pt x="108" y="633"/>
                </a:lnTo>
                <a:lnTo>
                  <a:pt x="107" y="633"/>
                </a:lnTo>
                <a:lnTo>
                  <a:pt x="106" y="632"/>
                </a:lnTo>
                <a:lnTo>
                  <a:pt x="105" y="632"/>
                </a:lnTo>
                <a:lnTo>
                  <a:pt x="104" y="632"/>
                </a:lnTo>
                <a:lnTo>
                  <a:pt x="104" y="633"/>
                </a:lnTo>
                <a:lnTo>
                  <a:pt x="103" y="633"/>
                </a:lnTo>
                <a:lnTo>
                  <a:pt x="102" y="633"/>
                </a:lnTo>
                <a:lnTo>
                  <a:pt x="101" y="633"/>
                </a:lnTo>
                <a:lnTo>
                  <a:pt x="101" y="632"/>
                </a:lnTo>
                <a:lnTo>
                  <a:pt x="100" y="632"/>
                </a:lnTo>
                <a:lnTo>
                  <a:pt x="99" y="632"/>
                </a:lnTo>
                <a:lnTo>
                  <a:pt x="100" y="631"/>
                </a:lnTo>
                <a:lnTo>
                  <a:pt x="100" y="630"/>
                </a:lnTo>
                <a:lnTo>
                  <a:pt x="99" y="630"/>
                </a:lnTo>
                <a:lnTo>
                  <a:pt x="98" y="630"/>
                </a:lnTo>
                <a:lnTo>
                  <a:pt x="98" y="629"/>
                </a:lnTo>
                <a:lnTo>
                  <a:pt x="99" y="629"/>
                </a:lnTo>
                <a:lnTo>
                  <a:pt x="98" y="628"/>
                </a:lnTo>
                <a:lnTo>
                  <a:pt x="98" y="629"/>
                </a:lnTo>
                <a:lnTo>
                  <a:pt x="97" y="629"/>
                </a:lnTo>
                <a:lnTo>
                  <a:pt x="97" y="628"/>
                </a:lnTo>
                <a:lnTo>
                  <a:pt x="96" y="627"/>
                </a:lnTo>
                <a:lnTo>
                  <a:pt x="96" y="625"/>
                </a:lnTo>
                <a:lnTo>
                  <a:pt x="97" y="625"/>
                </a:lnTo>
                <a:lnTo>
                  <a:pt x="99" y="623"/>
                </a:lnTo>
                <a:lnTo>
                  <a:pt x="100" y="622"/>
                </a:lnTo>
                <a:lnTo>
                  <a:pt x="102" y="620"/>
                </a:lnTo>
                <a:lnTo>
                  <a:pt x="102" y="619"/>
                </a:lnTo>
                <a:lnTo>
                  <a:pt x="103" y="619"/>
                </a:lnTo>
                <a:lnTo>
                  <a:pt x="103" y="618"/>
                </a:lnTo>
                <a:lnTo>
                  <a:pt x="102" y="618"/>
                </a:lnTo>
                <a:lnTo>
                  <a:pt x="103" y="618"/>
                </a:lnTo>
                <a:lnTo>
                  <a:pt x="103" y="617"/>
                </a:lnTo>
                <a:lnTo>
                  <a:pt x="104" y="617"/>
                </a:lnTo>
                <a:lnTo>
                  <a:pt x="105" y="616"/>
                </a:lnTo>
                <a:lnTo>
                  <a:pt x="105" y="615"/>
                </a:lnTo>
                <a:lnTo>
                  <a:pt x="104" y="614"/>
                </a:lnTo>
                <a:lnTo>
                  <a:pt x="103" y="614"/>
                </a:lnTo>
                <a:lnTo>
                  <a:pt x="104" y="614"/>
                </a:lnTo>
                <a:lnTo>
                  <a:pt x="104" y="615"/>
                </a:lnTo>
                <a:lnTo>
                  <a:pt x="104" y="616"/>
                </a:lnTo>
                <a:lnTo>
                  <a:pt x="103" y="616"/>
                </a:lnTo>
                <a:lnTo>
                  <a:pt x="102" y="616"/>
                </a:lnTo>
                <a:lnTo>
                  <a:pt x="103" y="615"/>
                </a:lnTo>
                <a:lnTo>
                  <a:pt x="103" y="614"/>
                </a:lnTo>
                <a:lnTo>
                  <a:pt x="103" y="615"/>
                </a:lnTo>
                <a:lnTo>
                  <a:pt x="102" y="615"/>
                </a:lnTo>
                <a:lnTo>
                  <a:pt x="102" y="614"/>
                </a:lnTo>
                <a:lnTo>
                  <a:pt x="102" y="613"/>
                </a:lnTo>
                <a:lnTo>
                  <a:pt x="101" y="613"/>
                </a:lnTo>
                <a:lnTo>
                  <a:pt x="101" y="612"/>
                </a:lnTo>
                <a:lnTo>
                  <a:pt x="101" y="611"/>
                </a:lnTo>
                <a:lnTo>
                  <a:pt x="101" y="610"/>
                </a:lnTo>
                <a:lnTo>
                  <a:pt x="100" y="610"/>
                </a:lnTo>
                <a:lnTo>
                  <a:pt x="100" y="609"/>
                </a:lnTo>
                <a:lnTo>
                  <a:pt x="100" y="608"/>
                </a:lnTo>
                <a:lnTo>
                  <a:pt x="99" y="607"/>
                </a:lnTo>
                <a:lnTo>
                  <a:pt x="98" y="605"/>
                </a:lnTo>
                <a:lnTo>
                  <a:pt x="97" y="604"/>
                </a:lnTo>
                <a:lnTo>
                  <a:pt x="96" y="604"/>
                </a:lnTo>
                <a:lnTo>
                  <a:pt x="95" y="604"/>
                </a:lnTo>
                <a:lnTo>
                  <a:pt x="95" y="603"/>
                </a:lnTo>
                <a:lnTo>
                  <a:pt x="95" y="602"/>
                </a:lnTo>
                <a:lnTo>
                  <a:pt x="94" y="602"/>
                </a:lnTo>
                <a:lnTo>
                  <a:pt x="93" y="602"/>
                </a:lnTo>
                <a:lnTo>
                  <a:pt x="94" y="601"/>
                </a:lnTo>
                <a:lnTo>
                  <a:pt x="94" y="600"/>
                </a:lnTo>
                <a:lnTo>
                  <a:pt x="94" y="599"/>
                </a:lnTo>
                <a:lnTo>
                  <a:pt x="95" y="599"/>
                </a:lnTo>
                <a:lnTo>
                  <a:pt x="96" y="599"/>
                </a:lnTo>
                <a:lnTo>
                  <a:pt x="97" y="598"/>
                </a:lnTo>
                <a:lnTo>
                  <a:pt x="96" y="597"/>
                </a:lnTo>
                <a:lnTo>
                  <a:pt x="97" y="598"/>
                </a:lnTo>
                <a:lnTo>
                  <a:pt x="96" y="598"/>
                </a:lnTo>
                <a:lnTo>
                  <a:pt x="96" y="597"/>
                </a:lnTo>
                <a:lnTo>
                  <a:pt x="97" y="597"/>
                </a:lnTo>
                <a:lnTo>
                  <a:pt x="97" y="596"/>
                </a:lnTo>
                <a:lnTo>
                  <a:pt x="97" y="595"/>
                </a:lnTo>
                <a:lnTo>
                  <a:pt x="97" y="594"/>
                </a:lnTo>
                <a:lnTo>
                  <a:pt x="97" y="593"/>
                </a:lnTo>
                <a:lnTo>
                  <a:pt x="98" y="593"/>
                </a:lnTo>
                <a:lnTo>
                  <a:pt x="98" y="591"/>
                </a:lnTo>
                <a:lnTo>
                  <a:pt x="97" y="590"/>
                </a:lnTo>
                <a:lnTo>
                  <a:pt x="98" y="590"/>
                </a:lnTo>
                <a:lnTo>
                  <a:pt x="98" y="591"/>
                </a:lnTo>
                <a:lnTo>
                  <a:pt x="98" y="590"/>
                </a:lnTo>
                <a:lnTo>
                  <a:pt x="98" y="589"/>
                </a:lnTo>
                <a:lnTo>
                  <a:pt x="98" y="588"/>
                </a:lnTo>
                <a:lnTo>
                  <a:pt x="99" y="587"/>
                </a:lnTo>
                <a:lnTo>
                  <a:pt x="100" y="587"/>
                </a:lnTo>
                <a:lnTo>
                  <a:pt x="100" y="586"/>
                </a:lnTo>
                <a:lnTo>
                  <a:pt x="99" y="586"/>
                </a:lnTo>
                <a:lnTo>
                  <a:pt x="98" y="584"/>
                </a:lnTo>
                <a:lnTo>
                  <a:pt x="97" y="585"/>
                </a:lnTo>
                <a:lnTo>
                  <a:pt x="96" y="585"/>
                </a:lnTo>
                <a:lnTo>
                  <a:pt x="95" y="586"/>
                </a:lnTo>
                <a:lnTo>
                  <a:pt x="94" y="586"/>
                </a:lnTo>
                <a:lnTo>
                  <a:pt x="94" y="585"/>
                </a:lnTo>
                <a:lnTo>
                  <a:pt x="93" y="584"/>
                </a:lnTo>
                <a:lnTo>
                  <a:pt x="92" y="583"/>
                </a:lnTo>
                <a:lnTo>
                  <a:pt x="91" y="583"/>
                </a:lnTo>
                <a:lnTo>
                  <a:pt x="92" y="583"/>
                </a:lnTo>
                <a:lnTo>
                  <a:pt x="89" y="583"/>
                </a:lnTo>
                <a:lnTo>
                  <a:pt x="87" y="583"/>
                </a:lnTo>
                <a:lnTo>
                  <a:pt x="86" y="582"/>
                </a:lnTo>
                <a:lnTo>
                  <a:pt x="87" y="582"/>
                </a:lnTo>
                <a:lnTo>
                  <a:pt x="87" y="581"/>
                </a:lnTo>
                <a:lnTo>
                  <a:pt x="87" y="582"/>
                </a:lnTo>
                <a:lnTo>
                  <a:pt x="88" y="582"/>
                </a:lnTo>
                <a:lnTo>
                  <a:pt x="89" y="581"/>
                </a:lnTo>
                <a:lnTo>
                  <a:pt x="91" y="581"/>
                </a:lnTo>
                <a:lnTo>
                  <a:pt x="92" y="580"/>
                </a:lnTo>
                <a:lnTo>
                  <a:pt x="92" y="579"/>
                </a:lnTo>
                <a:lnTo>
                  <a:pt x="92" y="578"/>
                </a:lnTo>
                <a:lnTo>
                  <a:pt x="91" y="577"/>
                </a:lnTo>
                <a:lnTo>
                  <a:pt x="89" y="578"/>
                </a:lnTo>
                <a:lnTo>
                  <a:pt x="88" y="577"/>
                </a:lnTo>
                <a:lnTo>
                  <a:pt x="87" y="577"/>
                </a:lnTo>
                <a:lnTo>
                  <a:pt x="87" y="576"/>
                </a:lnTo>
                <a:lnTo>
                  <a:pt x="88" y="576"/>
                </a:lnTo>
                <a:lnTo>
                  <a:pt x="87" y="574"/>
                </a:lnTo>
                <a:lnTo>
                  <a:pt x="88" y="575"/>
                </a:lnTo>
                <a:lnTo>
                  <a:pt x="87" y="574"/>
                </a:lnTo>
                <a:lnTo>
                  <a:pt x="86" y="574"/>
                </a:lnTo>
                <a:lnTo>
                  <a:pt x="86" y="573"/>
                </a:lnTo>
                <a:lnTo>
                  <a:pt x="87" y="572"/>
                </a:lnTo>
                <a:lnTo>
                  <a:pt x="86" y="572"/>
                </a:lnTo>
                <a:lnTo>
                  <a:pt x="85" y="571"/>
                </a:lnTo>
                <a:lnTo>
                  <a:pt x="84" y="571"/>
                </a:lnTo>
                <a:lnTo>
                  <a:pt x="84" y="570"/>
                </a:lnTo>
                <a:lnTo>
                  <a:pt x="85" y="570"/>
                </a:lnTo>
                <a:lnTo>
                  <a:pt x="84" y="569"/>
                </a:lnTo>
                <a:lnTo>
                  <a:pt x="84" y="568"/>
                </a:lnTo>
                <a:lnTo>
                  <a:pt x="84" y="567"/>
                </a:lnTo>
                <a:lnTo>
                  <a:pt x="85" y="567"/>
                </a:lnTo>
                <a:lnTo>
                  <a:pt x="85" y="566"/>
                </a:lnTo>
                <a:lnTo>
                  <a:pt x="84" y="566"/>
                </a:lnTo>
                <a:lnTo>
                  <a:pt x="84" y="565"/>
                </a:lnTo>
                <a:lnTo>
                  <a:pt x="85" y="565"/>
                </a:lnTo>
                <a:lnTo>
                  <a:pt x="86" y="564"/>
                </a:lnTo>
                <a:lnTo>
                  <a:pt x="85" y="563"/>
                </a:lnTo>
                <a:lnTo>
                  <a:pt x="84" y="563"/>
                </a:lnTo>
                <a:lnTo>
                  <a:pt x="83" y="563"/>
                </a:lnTo>
                <a:lnTo>
                  <a:pt x="83" y="562"/>
                </a:lnTo>
                <a:lnTo>
                  <a:pt x="83" y="560"/>
                </a:lnTo>
                <a:lnTo>
                  <a:pt x="84" y="559"/>
                </a:lnTo>
                <a:lnTo>
                  <a:pt x="84" y="560"/>
                </a:lnTo>
                <a:lnTo>
                  <a:pt x="85" y="559"/>
                </a:lnTo>
                <a:lnTo>
                  <a:pt x="86" y="558"/>
                </a:lnTo>
                <a:lnTo>
                  <a:pt x="86" y="556"/>
                </a:lnTo>
                <a:lnTo>
                  <a:pt x="86" y="555"/>
                </a:lnTo>
                <a:lnTo>
                  <a:pt x="85" y="555"/>
                </a:lnTo>
                <a:lnTo>
                  <a:pt x="84" y="553"/>
                </a:lnTo>
                <a:lnTo>
                  <a:pt x="84" y="552"/>
                </a:lnTo>
                <a:lnTo>
                  <a:pt x="85" y="551"/>
                </a:lnTo>
                <a:lnTo>
                  <a:pt x="84" y="551"/>
                </a:lnTo>
                <a:lnTo>
                  <a:pt x="85" y="550"/>
                </a:lnTo>
                <a:lnTo>
                  <a:pt x="85" y="549"/>
                </a:lnTo>
                <a:lnTo>
                  <a:pt x="85" y="548"/>
                </a:lnTo>
                <a:lnTo>
                  <a:pt x="84" y="547"/>
                </a:lnTo>
                <a:lnTo>
                  <a:pt x="84" y="546"/>
                </a:lnTo>
                <a:lnTo>
                  <a:pt x="85" y="546"/>
                </a:lnTo>
                <a:lnTo>
                  <a:pt x="84" y="545"/>
                </a:lnTo>
                <a:lnTo>
                  <a:pt x="83" y="545"/>
                </a:lnTo>
                <a:lnTo>
                  <a:pt x="81" y="544"/>
                </a:lnTo>
                <a:lnTo>
                  <a:pt x="81" y="543"/>
                </a:lnTo>
                <a:lnTo>
                  <a:pt x="81" y="542"/>
                </a:lnTo>
                <a:lnTo>
                  <a:pt x="80" y="542"/>
                </a:lnTo>
                <a:lnTo>
                  <a:pt x="79" y="541"/>
                </a:lnTo>
                <a:lnTo>
                  <a:pt x="77" y="541"/>
                </a:lnTo>
                <a:lnTo>
                  <a:pt x="77" y="542"/>
                </a:lnTo>
                <a:lnTo>
                  <a:pt x="76" y="541"/>
                </a:lnTo>
                <a:lnTo>
                  <a:pt x="77" y="540"/>
                </a:lnTo>
                <a:lnTo>
                  <a:pt x="77" y="539"/>
                </a:lnTo>
                <a:lnTo>
                  <a:pt x="78" y="539"/>
                </a:lnTo>
                <a:lnTo>
                  <a:pt x="78" y="538"/>
                </a:lnTo>
                <a:lnTo>
                  <a:pt x="77" y="538"/>
                </a:lnTo>
                <a:lnTo>
                  <a:pt x="77" y="537"/>
                </a:lnTo>
                <a:lnTo>
                  <a:pt x="77" y="536"/>
                </a:lnTo>
                <a:lnTo>
                  <a:pt x="77" y="537"/>
                </a:lnTo>
                <a:lnTo>
                  <a:pt x="78" y="537"/>
                </a:lnTo>
                <a:lnTo>
                  <a:pt x="77" y="536"/>
                </a:lnTo>
                <a:lnTo>
                  <a:pt x="76" y="536"/>
                </a:lnTo>
                <a:lnTo>
                  <a:pt x="76" y="535"/>
                </a:lnTo>
                <a:lnTo>
                  <a:pt x="77" y="535"/>
                </a:lnTo>
                <a:lnTo>
                  <a:pt x="77" y="534"/>
                </a:lnTo>
                <a:lnTo>
                  <a:pt x="76" y="534"/>
                </a:lnTo>
                <a:lnTo>
                  <a:pt x="75" y="533"/>
                </a:lnTo>
                <a:lnTo>
                  <a:pt x="75" y="532"/>
                </a:lnTo>
                <a:lnTo>
                  <a:pt x="76" y="532"/>
                </a:lnTo>
                <a:lnTo>
                  <a:pt x="76" y="531"/>
                </a:lnTo>
                <a:lnTo>
                  <a:pt x="75" y="531"/>
                </a:lnTo>
                <a:lnTo>
                  <a:pt x="74" y="530"/>
                </a:lnTo>
                <a:lnTo>
                  <a:pt x="74" y="529"/>
                </a:lnTo>
                <a:lnTo>
                  <a:pt x="74" y="528"/>
                </a:lnTo>
                <a:lnTo>
                  <a:pt x="73" y="527"/>
                </a:lnTo>
                <a:lnTo>
                  <a:pt x="72" y="525"/>
                </a:lnTo>
                <a:lnTo>
                  <a:pt x="73" y="524"/>
                </a:lnTo>
                <a:lnTo>
                  <a:pt x="72" y="523"/>
                </a:lnTo>
                <a:lnTo>
                  <a:pt x="71" y="523"/>
                </a:lnTo>
                <a:lnTo>
                  <a:pt x="70" y="522"/>
                </a:lnTo>
                <a:lnTo>
                  <a:pt x="70" y="521"/>
                </a:lnTo>
                <a:lnTo>
                  <a:pt x="71" y="521"/>
                </a:lnTo>
                <a:lnTo>
                  <a:pt x="70" y="520"/>
                </a:lnTo>
                <a:lnTo>
                  <a:pt x="69" y="520"/>
                </a:lnTo>
                <a:lnTo>
                  <a:pt x="69" y="519"/>
                </a:lnTo>
                <a:lnTo>
                  <a:pt x="68" y="519"/>
                </a:lnTo>
                <a:lnTo>
                  <a:pt x="67" y="519"/>
                </a:lnTo>
                <a:lnTo>
                  <a:pt x="67" y="520"/>
                </a:lnTo>
                <a:lnTo>
                  <a:pt x="66" y="520"/>
                </a:lnTo>
                <a:lnTo>
                  <a:pt x="65" y="520"/>
                </a:lnTo>
                <a:lnTo>
                  <a:pt x="64" y="520"/>
                </a:lnTo>
                <a:lnTo>
                  <a:pt x="63" y="520"/>
                </a:lnTo>
                <a:lnTo>
                  <a:pt x="62" y="519"/>
                </a:lnTo>
                <a:lnTo>
                  <a:pt x="61" y="519"/>
                </a:lnTo>
                <a:lnTo>
                  <a:pt x="59" y="519"/>
                </a:lnTo>
                <a:lnTo>
                  <a:pt x="58" y="519"/>
                </a:lnTo>
                <a:lnTo>
                  <a:pt x="56" y="517"/>
                </a:lnTo>
                <a:lnTo>
                  <a:pt x="57" y="516"/>
                </a:lnTo>
                <a:lnTo>
                  <a:pt x="58" y="515"/>
                </a:lnTo>
                <a:lnTo>
                  <a:pt x="57" y="515"/>
                </a:lnTo>
                <a:lnTo>
                  <a:pt x="57" y="514"/>
                </a:lnTo>
                <a:lnTo>
                  <a:pt x="56" y="514"/>
                </a:lnTo>
                <a:lnTo>
                  <a:pt x="56" y="512"/>
                </a:lnTo>
                <a:lnTo>
                  <a:pt x="55" y="511"/>
                </a:lnTo>
                <a:lnTo>
                  <a:pt x="54" y="511"/>
                </a:lnTo>
                <a:lnTo>
                  <a:pt x="54" y="510"/>
                </a:lnTo>
                <a:lnTo>
                  <a:pt x="54" y="509"/>
                </a:lnTo>
                <a:lnTo>
                  <a:pt x="53" y="508"/>
                </a:lnTo>
                <a:lnTo>
                  <a:pt x="52" y="507"/>
                </a:lnTo>
                <a:lnTo>
                  <a:pt x="52" y="506"/>
                </a:lnTo>
                <a:lnTo>
                  <a:pt x="52" y="505"/>
                </a:lnTo>
                <a:lnTo>
                  <a:pt x="51" y="505"/>
                </a:lnTo>
                <a:lnTo>
                  <a:pt x="51" y="504"/>
                </a:lnTo>
                <a:lnTo>
                  <a:pt x="50" y="503"/>
                </a:lnTo>
                <a:lnTo>
                  <a:pt x="50" y="500"/>
                </a:lnTo>
                <a:lnTo>
                  <a:pt x="49" y="500"/>
                </a:lnTo>
                <a:lnTo>
                  <a:pt x="48" y="500"/>
                </a:lnTo>
                <a:lnTo>
                  <a:pt x="47" y="500"/>
                </a:lnTo>
                <a:lnTo>
                  <a:pt x="46" y="500"/>
                </a:lnTo>
                <a:lnTo>
                  <a:pt x="45" y="500"/>
                </a:lnTo>
                <a:lnTo>
                  <a:pt x="44" y="501"/>
                </a:lnTo>
                <a:lnTo>
                  <a:pt x="43" y="501"/>
                </a:lnTo>
                <a:lnTo>
                  <a:pt x="43" y="502"/>
                </a:lnTo>
                <a:lnTo>
                  <a:pt x="42" y="503"/>
                </a:lnTo>
                <a:lnTo>
                  <a:pt x="41" y="503"/>
                </a:lnTo>
                <a:lnTo>
                  <a:pt x="40" y="503"/>
                </a:lnTo>
                <a:lnTo>
                  <a:pt x="39" y="504"/>
                </a:lnTo>
                <a:lnTo>
                  <a:pt x="38" y="504"/>
                </a:lnTo>
                <a:lnTo>
                  <a:pt x="38" y="505"/>
                </a:lnTo>
                <a:lnTo>
                  <a:pt x="37" y="505"/>
                </a:lnTo>
                <a:lnTo>
                  <a:pt x="36" y="505"/>
                </a:lnTo>
                <a:lnTo>
                  <a:pt x="36" y="504"/>
                </a:lnTo>
                <a:lnTo>
                  <a:pt x="36" y="503"/>
                </a:lnTo>
                <a:lnTo>
                  <a:pt x="37" y="502"/>
                </a:lnTo>
                <a:lnTo>
                  <a:pt x="38" y="502"/>
                </a:lnTo>
                <a:lnTo>
                  <a:pt x="38" y="501"/>
                </a:lnTo>
                <a:lnTo>
                  <a:pt x="39" y="500"/>
                </a:lnTo>
                <a:lnTo>
                  <a:pt x="39" y="499"/>
                </a:lnTo>
                <a:lnTo>
                  <a:pt x="40" y="499"/>
                </a:lnTo>
                <a:lnTo>
                  <a:pt x="41" y="498"/>
                </a:lnTo>
                <a:lnTo>
                  <a:pt x="41" y="496"/>
                </a:lnTo>
                <a:lnTo>
                  <a:pt x="40" y="495"/>
                </a:lnTo>
                <a:lnTo>
                  <a:pt x="39" y="495"/>
                </a:lnTo>
                <a:lnTo>
                  <a:pt x="39" y="496"/>
                </a:lnTo>
                <a:lnTo>
                  <a:pt x="38" y="495"/>
                </a:lnTo>
                <a:lnTo>
                  <a:pt x="38" y="494"/>
                </a:lnTo>
                <a:lnTo>
                  <a:pt x="37" y="494"/>
                </a:lnTo>
                <a:lnTo>
                  <a:pt x="37" y="495"/>
                </a:lnTo>
                <a:lnTo>
                  <a:pt x="36" y="495"/>
                </a:lnTo>
                <a:lnTo>
                  <a:pt x="36" y="494"/>
                </a:lnTo>
                <a:lnTo>
                  <a:pt x="35" y="492"/>
                </a:lnTo>
                <a:lnTo>
                  <a:pt x="34" y="492"/>
                </a:lnTo>
                <a:lnTo>
                  <a:pt x="33" y="490"/>
                </a:lnTo>
                <a:lnTo>
                  <a:pt x="32" y="490"/>
                </a:lnTo>
                <a:lnTo>
                  <a:pt x="31" y="490"/>
                </a:lnTo>
                <a:lnTo>
                  <a:pt x="29" y="489"/>
                </a:lnTo>
                <a:lnTo>
                  <a:pt x="28" y="489"/>
                </a:lnTo>
                <a:lnTo>
                  <a:pt x="27" y="490"/>
                </a:lnTo>
                <a:lnTo>
                  <a:pt x="27" y="489"/>
                </a:lnTo>
                <a:lnTo>
                  <a:pt x="26" y="490"/>
                </a:lnTo>
                <a:lnTo>
                  <a:pt x="26" y="491"/>
                </a:lnTo>
                <a:lnTo>
                  <a:pt x="25" y="491"/>
                </a:lnTo>
                <a:lnTo>
                  <a:pt x="23" y="490"/>
                </a:lnTo>
                <a:lnTo>
                  <a:pt x="22" y="488"/>
                </a:lnTo>
                <a:lnTo>
                  <a:pt x="22" y="487"/>
                </a:lnTo>
                <a:lnTo>
                  <a:pt x="23" y="485"/>
                </a:lnTo>
                <a:lnTo>
                  <a:pt x="22" y="484"/>
                </a:lnTo>
                <a:lnTo>
                  <a:pt x="21" y="484"/>
                </a:lnTo>
                <a:lnTo>
                  <a:pt x="21" y="485"/>
                </a:lnTo>
                <a:lnTo>
                  <a:pt x="20" y="485"/>
                </a:lnTo>
                <a:lnTo>
                  <a:pt x="19" y="485"/>
                </a:lnTo>
                <a:lnTo>
                  <a:pt x="19" y="487"/>
                </a:lnTo>
                <a:lnTo>
                  <a:pt x="19" y="488"/>
                </a:lnTo>
                <a:lnTo>
                  <a:pt x="19" y="489"/>
                </a:lnTo>
                <a:lnTo>
                  <a:pt x="18" y="490"/>
                </a:lnTo>
                <a:lnTo>
                  <a:pt x="17" y="490"/>
                </a:lnTo>
                <a:lnTo>
                  <a:pt x="18" y="489"/>
                </a:lnTo>
                <a:lnTo>
                  <a:pt x="18" y="488"/>
                </a:lnTo>
                <a:lnTo>
                  <a:pt x="19" y="487"/>
                </a:lnTo>
                <a:lnTo>
                  <a:pt x="19" y="486"/>
                </a:lnTo>
                <a:lnTo>
                  <a:pt x="18" y="485"/>
                </a:lnTo>
                <a:lnTo>
                  <a:pt x="17" y="486"/>
                </a:lnTo>
                <a:lnTo>
                  <a:pt x="17" y="487"/>
                </a:lnTo>
                <a:lnTo>
                  <a:pt x="17" y="488"/>
                </a:lnTo>
                <a:lnTo>
                  <a:pt x="16" y="487"/>
                </a:lnTo>
                <a:lnTo>
                  <a:pt x="15" y="486"/>
                </a:lnTo>
                <a:lnTo>
                  <a:pt x="15" y="485"/>
                </a:lnTo>
                <a:lnTo>
                  <a:pt x="15" y="483"/>
                </a:lnTo>
                <a:lnTo>
                  <a:pt x="15" y="482"/>
                </a:lnTo>
                <a:lnTo>
                  <a:pt x="14" y="482"/>
                </a:lnTo>
                <a:lnTo>
                  <a:pt x="14" y="481"/>
                </a:lnTo>
                <a:lnTo>
                  <a:pt x="14" y="482"/>
                </a:lnTo>
                <a:lnTo>
                  <a:pt x="13" y="481"/>
                </a:lnTo>
                <a:lnTo>
                  <a:pt x="13" y="480"/>
                </a:lnTo>
                <a:lnTo>
                  <a:pt x="12" y="481"/>
                </a:lnTo>
                <a:lnTo>
                  <a:pt x="11" y="481"/>
                </a:lnTo>
                <a:lnTo>
                  <a:pt x="11" y="480"/>
                </a:lnTo>
                <a:lnTo>
                  <a:pt x="11" y="479"/>
                </a:lnTo>
                <a:lnTo>
                  <a:pt x="10" y="479"/>
                </a:lnTo>
                <a:lnTo>
                  <a:pt x="10" y="478"/>
                </a:lnTo>
                <a:lnTo>
                  <a:pt x="10" y="477"/>
                </a:lnTo>
                <a:lnTo>
                  <a:pt x="11" y="476"/>
                </a:lnTo>
                <a:lnTo>
                  <a:pt x="11" y="475"/>
                </a:lnTo>
                <a:lnTo>
                  <a:pt x="11" y="474"/>
                </a:lnTo>
                <a:lnTo>
                  <a:pt x="11" y="473"/>
                </a:lnTo>
                <a:lnTo>
                  <a:pt x="10" y="472"/>
                </a:lnTo>
                <a:lnTo>
                  <a:pt x="9" y="472"/>
                </a:lnTo>
                <a:lnTo>
                  <a:pt x="8" y="472"/>
                </a:lnTo>
                <a:lnTo>
                  <a:pt x="6" y="471"/>
                </a:lnTo>
                <a:lnTo>
                  <a:pt x="5" y="471"/>
                </a:lnTo>
                <a:lnTo>
                  <a:pt x="4" y="471"/>
                </a:lnTo>
                <a:lnTo>
                  <a:pt x="4" y="470"/>
                </a:lnTo>
                <a:lnTo>
                  <a:pt x="3" y="469"/>
                </a:lnTo>
                <a:lnTo>
                  <a:pt x="3" y="468"/>
                </a:lnTo>
                <a:lnTo>
                  <a:pt x="4" y="467"/>
                </a:lnTo>
                <a:lnTo>
                  <a:pt x="4" y="466"/>
                </a:lnTo>
                <a:lnTo>
                  <a:pt x="5" y="466"/>
                </a:lnTo>
                <a:lnTo>
                  <a:pt x="6" y="466"/>
                </a:lnTo>
                <a:lnTo>
                  <a:pt x="6" y="465"/>
                </a:lnTo>
                <a:lnTo>
                  <a:pt x="4" y="464"/>
                </a:lnTo>
                <a:lnTo>
                  <a:pt x="3" y="464"/>
                </a:lnTo>
                <a:lnTo>
                  <a:pt x="3" y="463"/>
                </a:lnTo>
                <a:lnTo>
                  <a:pt x="3" y="462"/>
                </a:lnTo>
                <a:lnTo>
                  <a:pt x="3" y="461"/>
                </a:lnTo>
                <a:lnTo>
                  <a:pt x="3" y="460"/>
                </a:lnTo>
                <a:lnTo>
                  <a:pt x="3" y="459"/>
                </a:lnTo>
                <a:lnTo>
                  <a:pt x="3" y="458"/>
                </a:lnTo>
                <a:lnTo>
                  <a:pt x="3" y="457"/>
                </a:lnTo>
                <a:lnTo>
                  <a:pt x="2" y="456"/>
                </a:lnTo>
                <a:lnTo>
                  <a:pt x="1" y="456"/>
                </a:lnTo>
                <a:lnTo>
                  <a:pt x="0" y="455"/>
                </a:lnTo>
                <a:lnTo>
                  <a:pt x="0" y="454"/>
                </a:lnTo>
                <a:lnTo>
                  <a:pt x="1" y="454"/>
                </a:lnTo>
                <a:lnTo>
                  <a:pt x="1" y="453"/>
                </a:lnTo>
                <a:lnTo>
                  <a:pt x="0" y="452"/>
                </a:lnTo>
                <a:lnTo>
                  <a:pt x="1" y="450"/>
                </a:lnTo>
                <a:lnTo>
                  <a:pt x="1" y="449"/>
                </a:lnTo>
                <a:lnTo>
                  <a:pt x="1" y="448"/>
                </a:lnTo>
                <a:lnTo>
                  <a:pt x="1" y="446"/>
                </a:lnTo>
                <a:lnTo>
                  <a:pt x="2" y="445"/>
                </a:lnTo>
                <a:lnTo>
                  <a:pt x="3" y="445"/>
                </a:lnTo>
                <a:lnTo>
                  <a:pt x="4" y="445"/>
                </a:lnTo>
                <a:lnTo>
                  <a:pt x="7" y="444"/>
                </a:lnTo>
                <a:lnTo>
                  <a:pt x="8" y="444"/>
                </a:lnTo>
                <a:lnTo>
                  <a:pt x="8" y="443"/>
                </a:lnTo>
                <a:lnTo>
                  <a:pt x="7" y="442"/>
                </a:lnTo>
                <a:lnTo>
                  <a:pt x="7" y="441"/>
                </a:lnTo>
                <a:lnTo>
                  <a:pt x="8" y="440"/>
                </a:lnTo>
                <a:lnTo>
                  <a:pt x="8" y="439"/>
                </a:lnTo>
                <a:lnTo>
                  <a:pt x="7" y="438"/>
                </a:lnTo>
                <a:lnTo>
                  <a:pt x="6" y="438"/>
                </a:lnTo>
                <a:lnTo>
                  <a:pt x="6" y="437"/>
                </a:lnTo>
                <a:lnTo>
                  <a:pt x="6" y="436"/>
                </a:lnTo>
                <a:lnTo>
                  <a:pt x="7" y="435"/>
                </a:lnTo>
                <a:lnTo>
                  <a:pt x="6" y="434"/>
                </a:lnTo>
                <a:lnTo>
                  <a:pt x="6" y="432"/>
                </a:lnTo>
                <a:lnTo>
                  <a:pt x="6" y="430"/>
                </a:lnTo>
                <a:lnTo>
                  <a:pt x="5" y="430"/>
                </a:lnTo>
                <a:lnTo>
                  <a:pt x="4" y="430"/>
                </a:lnTo>
                <a:lnTo>
                  <a:pt x="4" y="429"/>
                </a:lnTo>
                <a:lnTo>
                  <a:pt x="5" y="429"/>
                </a:lnTo>
                <a:lnTo>
                  <a:pt x="6" y="429"/>
                </a:lnTo>
                <a:lnTo>
                  <a:pt x="7" y="429"/>
                </a:lnTo>
                <a:lnTo>
                  <a:pt x="9" y="430"/>
                </a:lnTo>
                <a:lnTo>
                  <a:pt x="10" y="430"/>
                </a:lnTo>
                <a:lnTo>
                  <a:pt x="10" y="429"/>
                </a:lnTo>
                <a:lnTo>
                  <a:pt x="11" y="429"/>
                </a:lnTo>
                <a:lnTo>
                  <a:pt x="11" y="428"/>
                </a:lnTo>
                <a:lnTo>
                  <a:pt x="12" y="428"/>
                </a:lnTo>
                <a:lnTo>
                  <a:pt x="13" y="428"/>
                </a:lnTo>
                <a:lnTo>
                  <a:pt x="15" y="429"/>
                </a:lnTo>
                <a:lnTo>
                  <a:pt x="16" y="429"/>
                </a:lnTo>
                <a:lnTo>
                  <a:pt x="17" y="428"/>
                </a:lnTo>
                <a:lnTo>
                  <a:pt x="18" y="428"/>
                </a:lnTo>
                <a:lnTo>
                  <a:pt x="19" y="428"/>
                </a:lnTo>
                <a:lnTo>
                  <a:pt x="20" y="429"/>
                </a:lnTo>
                <a:lnTo>
                  <a:pt x="22" y="429"/>
                </a:lnTo>
                <a:lnTo>
                  <a:pt x="22" y="428"/>
                </a:lnTo>
                <a:lnTo>
                  <a:pt x="21" y="427"/>
                </a:lnTo>
                <a:lnTo>
                  <a:pt x="22" y="426"/>
                </a:lnTo>
                <a:lnTo>
                  <a:pt x="23" y="425"/>
                </a:lnTo>
                <a:lnTo>
                  <a:pt x="22" y="423"/>
                </a:lnTo>
                <a:lnTo>
                  <a:pt x="21" y="423"/>
                </a:lnTo>
                <a:lnTo>
                  <a:pt x="20" y="423"/>
                </a:lnTo>
                <a:lnTo>
                  <a:pt x="20" y="422"/>
                </a:lnTo>
                <a:lnTo>
                  <a:pt x="21" y="422"/>
                </a:lnTo>
                <a:lnTo>
                  <a:pt x="22" y="421"/>
                </a:lnTo>
                <a:lnTo>
                  <a:pt x="22" y="420"/>
                </a:lnTo>
                <a:lnTo>
                  <a:pt x="23" y="419"/>
                </a:lnTo>
                <a:lnTo>
                  <a:pt x="23" y="418"/>
                </a:lnTo>
                <a:lnTo>
                  <a:pt x="24" y="416"/>
                </a:lnTo>
                <a:lnTo>
                  <a:pt x="25" y="416"/>
                </a:lnTo>
                <a:lnTo>
                  <a:pt x="27" y="415"/>
                </a:lnTo>
                <a:lnTo>
                  <a:pt x="27" y="414"/>
                </a:lnTo>
                <a:lnTo>
                  <a:pt x="27" y="413"/>
                </a:lnTo>
                <a:lnTo>
                  <a:pt x="27" y="412"/>
                </a:lnTo>
                <a:lnTo>
                  <a:pt x="26" y="412"/>
                </a:lnTo>
                <a:lnTo>
                  <a:pt x="26" y="411"/>
                </a:lnTo>
                <a:lnTo>
                  <a:pt x="25" y="410"/>
                </a:lnTo>
                <a:lnTo>
                  <a:pt x="26" y="410"/>
                </a:lnTo>
                <a:lnTo>
                  <a:pt x="26" y="409"/>
                </a:lnTo>
                <a:lnTo>
                  <a:pt x="26" y="408"/>
                </a:lnTo>
                <a:lnTo>
                  <a:pt x="25" y="408"/>
                </a:lnTo>
                <a:lnTo>
                  <a:pt x="25" y="407"/>
                </a:lnTo>
                <a:lnTo>
                  <a:pt x="24" y="407"/>
                </a:lnTo>
                <a:lnTo>
                  <a:pt x="23" y="406"/>
                </a:lnTo>
                <a:lnTo>
                  <a:pt x="22" y="406"/>
                </a:lnTo>
                <a:lnTo>
                  <a:pt x="22" y="405"/>
                </a:lnTo>
                <a:lnTo>
                  <a:pt x="23" y="405"/>
                </a:lnTo>
                <a:lnTo>
                  <a:pt x="24" y="405"/>
                </a:lnTo>
                <a:lnTo>
                  <a:pt x="25" y="405"/>
                </a:lnTo>
                <a:lnTo>
                  <a:pt x="25" y="404"/>
                </a:lnTo>
                <a:lnTo>
                  <a:pt x="25" y="403"/>
                </a:lnTo>
                <a:lnTo>
                  <a:pt x="26" y="401"/>
                </a:lnTo>
                <a:lnTo>
                  <a:pt x="26" y="400"/>
                </a:lnTo>
                <a:lnTo>
                  <a:pt x="27" y="399"/>
                </a:lnTo>
                <a:lnTo>
                  <a:pt x="27" y="398"/>
                </a:lnTo>
                <a:lnTo>
                  <a:pt x="28" y="398"/>
                </a:lnTo>
                <a:lnTo>
                  <a:pt x="29" y="398"/>
                </a:lnTo>
                <a:lnTo>
                  <a:pt x="30" y="398"/>
                </a:lnTo>
                <a:lnTo>
                  <a:pt x="31" y="397"/>
                </a:lnTo>
                <a:lnTo>
                  <a:pt x="31" y="396"/>
                </a:lnTo>
                <a:lnTo>
                  <a:pt x="34" y="397"/>
                </a:lnTo>
                <a:lnTo>
                  <a:pt x="35" y="396"/>
                </a:lnTo>
                <a:lnTo>
                  <a:pt x="37" y="397"/>
                </a:lnTo>
                <a:lnTo>
                  <a:pt x="38" y="397"/>
                </a:lnTo>
                <a:lnTo>
                  <a:pt x="38" y="396"/>
                </a:lnTo>
                <a:lnTo>
                  <a:pt x="39" y="397"/>
                </a:lnTo>
                <a:lnTo>
                  <a:pt x="39" y="398"/>
                </a:lnTo>
                <a:lnTo>
                  <a:pt x="40" y="398"/>
                </a:lnTo>
                <a:lnTo>
                  <a:pt x="41" y="398"/>
                </a:lnTo>
                <a:lnTo>
                  <a:pt x="42" y="397"/>
                </a:lnTo>
                <a:lnTo>
                  <a:pt x="43" y="397"/>
                </a:lnTo>
                <a:lnTo>
                  <a:pt x="43" y="396"/>
                </a:lnTo>
                <a:lnTo>
                  <a:pt x="43" y="394"/>
                </a:lnTo>
                <a:lnTo>
                  <a:pt x="43" y="393"/>
                </a:lnTo>
                <a:lnTo>
                  <a:pt x="43" y="392"/>
                </a:lnTo>
                <a:lnTo>
                  <a:pt x="43" y="391"/>
                </a:lnTo>
                <a:lnTo>
                  <a:pt x="42" y="390"/>
                </a:lnTo>
                <a:lnTo>
                  <a:pt x="42" y="389"/>
                </a:lnTo>
                <a:lnTo>
                  <a:pt x="42" y="388"/>
                </a:lnTo>
                <a:lnTo>
                  <a:pt x="42" y="387"/>
                </a:lnTo>
                <a:lnTo>
                  <a:pt x="41" y="387"/>
                </a:lnTo>
                <a:lnTo>
                  <a:pt x="41" y="385"/>
                </a:lnTo>
                <a:lnTo>
                  <a:pt x="40" y="385"/>
                </a:lnTo>
                <a:lnTo>
                  <a:pt x="40" y="382"/>
                </a:lnTo>
                <a:lnTo>
                  <a:pt x="41" y="381"/>
                </a:lnTo>
                <a:lnTo>
                  <a:pt x="42" y="382"/>
                </a:lnTo>
                <a:lnTo>
                  <a:pt x="42" y="381"/>
                </a:lnTo>
                <a:lnTo>
                  <a:pt x="43" y="381"/>
                </a:lnTo>
                <a:lnTo>
                  <a:pt x="44" y="381"/>
                </a:lnTo>
                <a:lnTo>
                  <a:pt x="44" y="382"/>
                </a:lnTo>
                <a:lnTo>
                  <a:pt x="45" y="384"/>
                </a:lnTo>
                <a:lnTo>
                  <a:pt x="46" y="384"/>
                </a:lnTo>
                <a:lnTo>
                  <a:pt x="47" y="384"/>
                </a:lnTo>
                <a:lnTo>
                  <a:pt x="47" y="385"/>
                </a:lnTo>
                <a:lnTo>
                  <a:pt x="48" y="385"/>
                </a:lnTo>
                <a:lnTo>
                  <a:pt x="48" y="384"/>
                </a:lnTo>
                <a:lnTo>
                  <a:pt x="49" y="384"/>
                </a:lnTo>
                <a:lnTo>
                  <a:pt x="50" y="384"/>
                </a:lnTo>
                <a:lnTo>
                  <a:pt x="50" y="383"/>
                </a:lnTo>
                <a:lnTo>
                  <a:pt x="50" y="382"/>
                </a:lnTo>
                <a:lnTo>
                  <a:pt x="51" y="381"/>
                </a:lnTo>
                <a:lnTo>
                  <a:pt x="51" y="380"/>
                </a:lnTo>
                <a:lnTo>
                  <a:pt x="52" y="379"/>
                </a:lnTo>
                <a:lnTo>
                  <a:pt x="53" y="379"/>
                </a:lnTo>
                <a:lnTo>
                  <a:pt x="53" y="378"/>
                </a:lnTo>
                <a:lnTo>
                  <a:pt x="53" y="377"/>
                </a:lnTo>
                <a:lnTo>
                  <a:pt x="54" y="377"/>
                </a:lnTo>
                <a:lnTo>
                  <a:pt x="55" y="377"/>
                </a:lnTo>
                <a:lnTo>
                  <a:pt x="56" y="377"/>
                </a:lnTo>
                <a:lnTo>
                  <a:pt x="57" y="377"/>
                </a:lnTo>
                <a:lnTo>
                  <a:pt x="57" y="376"/>
                </a:lnTo>
                <a:lnTo>
                  <a:pt x="58" y="376"/>
                </a:lnTo>
                <a:lnTo>
                  <a:pt x="61" y="377"/>
                </a:lnTo>
                <a:lnTo>
                  <a:pt x="61" y="378"/>
                </a:lnTo>
                <a:lnTo>
                  <a:pt x="62" y="377"/>
                </a:lnTo>
                <a:lnTo>
                  <a:pt x="62" y="376"/>
                </a:lnTo>
                <a:lnTo>
                  <a:pt x="62" y="375"/>
                </a:lnTo>
                <a:lnTo>
                  <a:pt x="63" y="374"/>
                </a:lnTo>
                <a:lnTo>
                  <a:pt x="63" y="375"/>
                </a:lnTo>
                <a:lnTo>
                  <a:pt x="64" y="375"/>
                </a:lnTo>
                <a:lnTo>
                  <a:pt x="65" y="375"/>
                </a:lnTo>
                <a:lnTo>
                  <a:pt x="65" y="376"/>
                </a:lnTo>
                <a:lnTo>
                  <a:pt x="66" y="376"/>
                </a:lnTo>
                <a:lnTo>
                  <a:pt x="66" y="375"/>
                </a:lnTo>
                <a:lnTo>
                  <a:pt x="66" y="374"/>
                </a:lnTo>
                <a:lnTo>
                  <a:pt x="67" y="374"/>
                </a:lnTo>
                <a:lnTo>
                  <a:pt x="68" y="374"/>
                </a:lnTo>
                <a:lnTo>
                  <a:pt x="69" y="375"/>
                </a:lnTo>
                <a:lnTo>
                  <a:pt x="70" y="375"/>
                </a:lnTo>
                <a:lnTo>
                  <a:pt x="70" y="374"/>
                </a:lnTo>
                <a:lnTo>
                  <a:pt x="71" y="373"/>
                </a:lnTo>
                <a:lnTo>
                  <a:pt x="72" y="373"/>
                </a:lnTo>
                <a:lnTo>
                  <a:pt x="72" y="372"/>
                </a:lnTo>
                <a:lnTo>
                  <a:pt x="72" y="371"/>
                </a:lnTo>
                <a:lnTo>
                  <a:pt x="72" y="369"/>
                </a:lnTo>
                <a:lnTo>
                  <a:pt x="72" y="368"/>
                </a:lnTo>
                <a:lnTo>
                  <a:pt x="72" y="367"/>
                </a:lnTo>
                <a:lnTo>
                  <a:pt x="71" y="366"/>
                </a:lnTo>
                <a:lnTo>
                  <a:pt x="71" y="365"/>
                </a:lnTo>
                <a:lnTo>
                  <a:pt x="71" y="364"/>
                </a:lnTo>
                <a:lnTo>
                  <a:pt x="72" y="364"/>
                </a:lnTo>
                <a:lnTo>
                  <a:pt x="72" y="362"/>
                </a:lnTo>
                <a:lnTo>
                  <a:pt x="71" y="362"/>
                </a:lnTo>
                <a:lnTo>
                  <a:pt x="71" y="361"/>
                </a:lnTo>
                <a:lnTo>
                  <a:pt x="72" y="360"/>
                </a:lnTo>
                <a:lnTo>
                  <a:pt x="73" y="360"/>
                </a:lnTo>
                <a:lnTo>
                  <a:pt x="73" y="359"/>
                </a:lnTo>
                <a:lnTo>
                  <a:pt x="75" y="358"/>
                </a:lnTo>
                <a:lnTo>
                  <a:pt x="77" y="357"/>
                </a:lnTo>
                <a:lnTo>
                  <a:pt x="77" y="356"/>
                </a:lnTo>
                <a:lnTo>
                  <a:pt x="78" y="354"/>
                </a:lnTo>
                <a:lnTo>
                  <a:pt x="79" y="352"/>
                </a:lnTo>
                <a:lnTo>
                  <a:pt x="80" y="352"/>
                </a:lnTo>
                <a:lnTo>
                  <a:pt x="81" y="351"/>
                </a:lnTo>
                <a:lnTo>
                  <a:pt x="81" y="350"/>
                </a:lnTo>
                <a:lnTo>
                  <a:pt x="81" y="349"/>
                </a:lnTo>
                <a:lnTo>
                  <a:pt x="82" y="348"/>
                </a:lnTo>
                <a:lnTo>
                  <a:pt x="82" y="347"/>
                </a:lnTo>
                <a:lnTo>
                  <a:pt x="83" y="346"/>
                </a:lnTo>
                <a:lnTo>
                  <a:pt x="84" y="345"/>
                </a:lnTo>
                <a:lnTo>
                  <a:pt x="85" y="345"/>
                </a:lnTo>
                <a:lnTo>
                  <a:pt x="86" y="344"/>
                </a:lnTo>
                <a:lnTo>
                  <a:pt x="87" y="344"/>
                </a:lnTo>
                <a:lnTo>
                  <a:pt x="88" y="344"/>
                </a:lnTo>
                <a:lnTo>
                  <a:pt x="88" y="343"/>
                </a:lnTo>
                <a:lnTo>
                  <a:pt x="89" y="343"/>
                </a:lnTo>
                <a:lnTo>
                  <a:pt x="89" y="342"/>
                </a:lnTo>
                <a:lnTo>
                  <a:pt x="91" y="342"/>
                </a:lnTo>
                <a:lnTo>
                  <a:pt x="92" y="342"/>
                </a:lnTo>
                <a:lnTo>
                  <a:pt x="93" y="342"/>
                </a:lnTo>
                <a:lnTo>
                  <a:pt x="94" y="343"/>
                </a:lnTo>
                <a:lnTo>
                  <a:pt x="94" y="344"/>
                </a:lnTo>
                <a:lnTo>
                  <a:pt x="95" y="344"/>
                </a:lnTo>
                <a:lnTo>
                  <a:pt x="96" y="344"/>
                </a:lnTo>
                <a:lnTo>
                  <a:pt x="97" y="343"/>
                </a:lnTo>
                <a:lnTo>
                  <a:pt x="97" y="342"/>
                </a:lnTo>
                <a:lnTo>
                  <a:pt x="97" y="341"/>
                </a:lnTo>
                <a:lnTo>
                  <a:pt x="98" y="341"/>
                </a:lnTo>
                <a:lnTo>
                  <a:pt x="99" y="339"/>
                </a:lnTo>
                <a:lnTo>
                  <a:pt x="99" y="338"/>
                </a:lnTo>
                <a:lnTo>
                  <a:pt x="100" y="338"/>
                </a:lnTo>
                <a:lnTo>
                  <a:pt x="100" y="337"/>
                </a:lnTo>
                <a:lnTo>
                  <a:pt x="100" y="336"/>
                </a:lnTo>
                <a:lnTo>
                  <a:pt x="101" y="335"/>
                </a:lnTo>
                <a:lnTo>
                  <a:pt x="101" y="334"/>
                </a:lnTo>
                <a:lnTo>
                  <a:pt x="101" y="333"/>
                </a:lnTo>
                <a:lnTo>
                  <a:pt x="102" y="333"/>
                </a:lnTo>
                <a:lnTo>
                  <a:pt x="102" y="332"/>
                </a:lnTo>
                <a:lnTo>
                  <a:pt x="103" y="332"/>
                </a:lnTo>
                <a:lnTo>
                  <a:pt x="103" y="331"/>
                </a:lnTo>
                <a:lnTo>
                  <a:pt x="102" y="331"/>
                </a:lnTo>
                <a:lnTo>
                  <a:pt x="103" y="331"/>
                </a:lnTo>
                <a:lnTo>
                  <a:pt x="104" y="329"/>
                </a:lnTo>
                <a:lnTo>
                  <a:pt x="105" y="329"/>
                </a:lnTo>
                <a:lnTo>
                  <a:pt x="106" y="329"/>
                </a:lnTo>
                <a:lnTo>
                  <a:pt x="107" y="328"/>
                </a:lnTo>
                <a:lnTo>
                  <a:pt x="107" y="327"/>
                </a:lnTo>
                <a:lnTo>
                  <a:pt x="107" y="325"/>
                </a:lnTo>
                <a:lnTo>
                  <a:pt x="108" y="325"/>
                </a:lnTo>
                <a:lnTo>
                  <a:pt x="108" y="324"/>
                </a:lnTo>
                <a:lnTo>
                  <a:pt x="108" y="325"/>
                </a:lnTo>
                <a:lnTo>
                  <a:pt x="108" y="324"/>
                </a:lnTo>
                <a:lnTo>
                  <a:pt x="109" y="323"/>
                </a:lnTo>
                <a:lnTo>
                  <a:pt x="110" y="322"/>
                </a:lnTo>
                <a:lnTo>
                  <a:pt x="111" y="321"/>
                </a:lnTo>
                <a:lnTo>
                  <a:pt x="110" y="321"/>
                </a:lnTo>
                <a:lnTo>
                  <a:pt x="111" y="320"/>
                </a:lnTo>
                <a:lnTo>
                  <a:pt x="111" y="319"/>
                </a:lnTo>
                <a:lnTo>
                  <a:pt x="111" y="318"/>
                </a:lnTo>
                <a:lnTo>
                  <a:pt x="111" y="317"/>
                </a:lnTo>
                <a:lnTo>
                  <a:pt x="110" y="316"/>
                </a:lnTo>
                <a:lnTo>
                  <a:pt x="110" y="315"/>
                </a:lnTo>
                <a:lnTo>
                  <a:pt x="110" y="314"/>
                </a:lnTo>
                <a:lnTo>
                  <a:pt x="109" y="313"/>
                </a:lnTo>
                <a:lnTo>
                  <a:pt x="108" y="312"/>
                </a:lnTo>
                <a:lnTo>
                  <a:pt x="108" y="311"/>
                </a:lnTo>
                <a:lnTo>
                  <a:pt x="108" y="310"/>
                </a:lnTo>
                <a:lnTo>
                  <a:pt x="108" y="309"/>
                </a:lnTo>
                <a:lnTo>
                  <a:pt x="108" y="307"/>
                </a:lnTo>
                <a:lnTo>
                  <a:pt x="107" y="307"/>
                </a:lnTo>
                <a:lnTo>
                  <a:pt x="108" y="306"/>
                </a:lnTo>
                <a:lnTo>
                  <a:pt x="108" y="305"/>
                </a:lnTo>
                <a:lnTo>
                  <a:pt x="109" y="305"/>
                </a:lnTo>
                <a:lnTo>
                  <a:pt x="111" y="305"/>
                </a:lnTo>
                <a:lnTo>
                  <a:pt x="111" y="304"/>
                </a:lnTo>
                <a:lnTo>
                  <a:pt x="111" y="303"/>
                </a:lnTo>
                <a:lnTo>
                  <a:pt x="110" y="303"/>
                </a:lnTo>
                <a:lnTo>
                  <a:pt x="110" y="302"/>
                </a:lnTo>
                <a:lnTo>
                  <a:pt x="109" y="301"/>
                </a:lnTo>
                <a:lnTo>
                  <a:pt x="109" y="300"/>
                </a:lnTo>
                <a:lnTo>
                  <a:pt x="110" y="299"/>
                </a:lnTo>
                <a:lnTo>
                  <a:pt x="111" y="299"/>
                </a:lnTo>
                <a:lnTo>
                  <a:pt x="111" y="298"/>
                </a:lnTo>
                <a:lnTo>
                  <a:pt x="113" y="299"/>
                </a:lnTo>
                <a:lnTo>
                  <a:pt x="113" y="300"/>
                </a:lnTo>
                <a:lnTo>
                  <a:pt x="114" y="300"/>
                </a:lnTo>
                <a:lnTo>
                  <a:pt x="114" y="299"/>
                </a:lnTo>
                <a:lnTo>
                  <a:pt x="115" y="299"/>
                </a:lnTo>
                <a:lnTo>
                  <a:pt x="115" y="298"/>
                </a:lnTo>
                <a:lnTo>
                  <a:pt x="115" y="297"/>
                </a:lnTo>
                <a:lnTo>
                  <a:pt x="116" y="297"/>
                </a:lnTo>
                <a:lnTo>
                  <a:pt x="116" y="296"/>
                </a:lnTo>
                <a:lnTo>
                  <a:pt x="118" y="294"/>
                </a:lnTo>
                <a:lnTo>
                  <a:pt x="118" y="293"/>
                </a:lnTo>
                <a:lnTo>
                  <a:pt x="119" y="292"/>
                </a:lnTo>
                <a:lnTo>
                  <a:pt x="120" y="292"/>
                </a:lnTo>
                <a:lnTo>
                  <a:pt x="121" y="291"/>
                </a:lnTo>
                <a:lnTo>
                  <a:pt x="121" y="290"/>
                </a:lnTo>
                <a:lnTo>
                  <a:pt x="122" y="289"/>
                </a:lnTo>
                <a:lnTo>
                  <a:pt x="123" y="288"/>
                </a:lnTo>
                <a:lnTo>
                  <a:pt x="123" y="287"/>
                </a:lnTo>
                <a:lnTo>
                  <a:pt x="123" y="286"/>
                </a:lnTo>
                <a:lnTo>
                  <a:pt x="123" y="284"/>
                </a:lnTo>
                <a:lnTo>
                  <a:pt x="123" y="282"/>
                </a:lnTo>
                <a:lnTo>
                  <a:pt x="122" y="281"/>
                </a:lnTo>
                <a:lnTo>
                  <a:pt x="122" y="280"/>
                </a:lnTo>
                <a:lnTo>
                  <a:pt x="122" y="279"/>
                </a:lnTo>
                <a:lnTo>
                  <a:pt x="123" y="278"/>
                </a:lnTo>
                <a:lnTo>
                  <a:pt x="124" y="278"/>
                </a:lnTo>
                <a:lnTo>
                  <a:pt x="126" y="278"/>
                </a:lnTo>
                <a:lnTo>
                  <a:pt x="126" y="277"/>
                </a:lnTo>
                <a:lnTo>
                  <a:pt x="127" y="276"/>
                </a:lnTo>
                <a:lnTo>
                  <a:pt x="128" y="276"/>
                </a:lnTo>
                <a:lnTo>
                  <a:pt x="128" y="277"/>
                </a:lnTo>
                <a:lnTo>
                  <a:pt x="129" y="277"/>
                </a:lnTo>
                <a:lnTo>
                  <a:pt x="130" y="278"/>
                </a:lnTo>
                <a:lnTo>
                  <a:pt x="131" y="278"/>
                </a:lnTo>
                <a:lnTo>
                  <a:pt x="131" y="276"/>
                </a:lnTo>
                <a:lnTo>
                  <a:pt x="130" y="275"/>
                </a:lnTo>
                <a:lnTo>
                  <a:pt x="130" y="274"/>
                </a:lnTo>
                <a:lnTo>
                  <a:pt x="130" y="273"/>
                </a:lnTo>
                <a:lnTo>
                  <a:pt x="130" y="271"/>
                </a:lnTo>
                <a:lnTo>
                  <a:pt x="130" y="270"/>
                </a:lnTo>
                <a:lnTo>
                  <a:pt x="130" y="269"/>
                </a:lnTo>
                <a:lnTo>
                  <a:pt x="130" y="268"/>
                </a:lnTo>
                <a:lnTo>
                  <a:pt x="130" y="267"/>
                </a:lnTo>
                <a:lnTo>
                  <a:pt x="129" y="266"/>
                </a:lnTo>
                <a:lnTo>
                  <a:pt x="129" y="265"/>
                </a:lnTo>
                <a:lnTo>
                  <a:pt x="129" y="264"/>
                </a:lnTo>
                <a:lnTo>
                  <a:pt x="129" y="263"/>
                </a:lnTo>
                <a:lnTo>
                  <a:pt x="129" y="262"/>
                </a:lnTo>
                <a:lnTo>
                  <a:pt x="129" y="261"/>
                </a:lnTo>
                <a:lnTo>
                  <a:pt x="129" y="260"/>
                </a:lnTo>
                <a:lnTo>
                  <a:pt x="130" y="259"/>
                </a:lnTo>
                <a:lnTo>
                  <a:pt x="129" y="259"/>
                </a:lnTo>
                <a:lnTo>
                  <a:pt x="129" y="258"/>
                </a:lnTo>
                <a:lnTo>
                  <a:pt x="128" y="258"/>
                </a:lnTo>
                <a:lnTo>
                  <a:pt x="127" y="257"/>
                </a:lnTo>
                <a:lnTo>
                  <a:pt x="127" y="256"/>
                </a:lnTo>
                <a:lnTo>
                  <a:pt x="127" y="255"/>
                </a:lnTo>
                <a:lnTo>
                  <a:pt x="127" y="253"/>
                </a:lnTo>
                <a:lnTo>
                  <a:pt x="127" y="252"/>
                </a:lnTo>
                <a:lnTo>
                  <a:pt x="127" y="251"/>
                </a:lnTo>
                <a:lnTo>
                  <a:pt x="126" y="250"/>
                </a:lnTo>
                <a:lnTo>
                  <a:pt x="126" y="249"/>
                </a:lnTo>
                <a:lnTo>
                  <a:pt x="125" y="248"/>
                </a:lnTo>
                <a:lnTo>
                  <a:pt x="125" y="247"/>
                </a:lnTo>
                <a:lnTo>
                  <a:pt x="124" y="246"/>
                </a:lnTo>
                <a:lnTo>
                  <a:pt x="124" y="245"/>
                </a:lnTo>
                <a:lnTo>
                  <a:pt x="124" y="244"/>
                </a:lnTo>
                <a:lnTo>
                  <a:pt x="123" y="244"/>
                </a:lnTo>
                <a:lnTo>
                  <a:pt x="122" y="244"/>
                </a:lnTo>
                <a:lnTo>
                  <a:pt x="122" y="245"/>
                </a:lnTo>
                <a:lnTo>
                  <a:pt x="121" y="245"/>
                </a:lnTo>
                <a:lnTo>
                  <a:pt x="121" y="244"/>
                </a:lnTo>
                <a:lnTo>
                  <a:pt x="121" y="243"/>
                </a:lnTo>
                <a:lnTo>
                  <a:pt x="120" y="243"/>
                </a:lnTo>
                <a:lnTo>
                  <a:pt x="120" y="242"/>
                </a:lnTo>
                <a:lnTo>
                  <a:pt x="121" y="242"/>
                </a:lnTo>
                <a:lnTo>
                  <a:pt x="121" y="241"/>
                </a:lnTo>
                <a:lnTo>
                  <a:pt x="121" y="240"/>
                </a:lnTo>
                <a:lnTo>
                  <a:pt x="119" y="241"/>
                </a:lnTo>
                <a:lnTo>
                  <a:pt x="119" y="239"/>
                </a:lnTo>
                <a:lnTo>
                  <a:pt x="120" y="238"/>
                </a:lnTo>
                <a:lnTo>
                  <a:pt x="121" y="238"/>
                </a:lnTo>
                <a:lnTo>
                  <a:pt x="122" y="239"/>
                </a:lnTo>
                <a:lnTo>
                  <a:pt x="123" y="239"/>
                </a:lnTo>
                <a:lnTo>
                  <a:pt x="125" y="238"/>
                </a:lnTo>
                <a:lnTo>
                  <a:pt x="126" y="237"/>
                </a:lnTo>
                <a:lnTo>
                  <a:pt x="126" y="235"/>
                </a:lnTo>
                <a:lnTo>
                  <a:pt x="124" y="234"/>
                </a:lnTo>
                <a:lnTo>
                  <a:pt x="124" y="235"/>
                </a:lnTo>
                <a:lnTo>
                  <a:pt x="123" y="236"/>
                </a:lnTo>
                <a:lnTo>
                  <a:pt x="123" y="238"/>
                </a:lnTo>
                <a:lnTo>
                  <a:pt x="121" y="237"/>
                </a:lnTo>
                <a:lnTo>
                  <a:pt x="120" y="237"/>
                </a:lnTo>
                <a:lnTo>
                  <a:pt x="118" y="237"/>
                </a:lnTo>
                <a:lnTo>
                  <a:pt x="118" y="235"/>
                </a:lnTo>
                <a:lnTo>
                  <a:pt x="118" y="234"/>
                </a:lnTo>
                <a:lnTo>
                  <a:pt x="117" y="234"/>
                </a:lnTo>
                <a:lnTo>
                  <a:pt x="117" y="235"/>
                </a:lnTo>
                <a:lnTo>
                  <a:pt x="116" y="235"/>
                </a:lnTo>
                <a:lnTo>
                  <a:pt x="116" y="234"/>
                </a:lnTo>
                <a:lnTo>
                  <a:pt x="116" y="233"/>
                </a:lnTo>
                <a:lnTo>
                  <a:pt x="116" y="232"/>
                </a:lnTo>
                <a:lnTo>
                  <a:pt x="117" y="232"/>
                </a:lnTo>
                <a:lnTo>
                  <a:pt x="118" y="231"/>
                </a:lnTo>
                <a:lnTo>
                  <a:pt x="119" y="231"/>
                </a:lnTo>
                <a:lnTo>
                  <a:pt x="120" y="231"/>
                </a:lnTo>
                <a:lnTo>
                  <a:pt x="122" y="229"/>
                </a:lnTo>
                <a:lnTo>
                  <a:pt x="123" y="228"/>
                </a:lnTo>
                <a:lnTo>
                  <a:pt x="124" y="228"/>
                </a:lnTo>
                <a:lnTo>
                  <a:pt x="125" y="228"/>
                </a:lnTo>
                <a:lnTo>
                  <a:pt x="125" y="227"/>
                </a:lnTo>
                <a:lnTo>
                  <a:pt x="126" y="226"/>
                </a:lnTo>
                <a:lnTo>
                  <a:pt x="126" y="225"/>
                </a:lnTo>
                <a:lnTo>
                  <a:pt x="127" y="224"/>
                </a:lnTo>
                <a:lnTo>
                  <a:pt x="127" y="223"/>
                </a:lnTo>
                <a:lnTo>
                  <a:pt x="128" y="223"/>
                </a:lnTo>
                <a:lnTo>
                  <a:pt x="129" y="223"/>
                </a:lnTo>
                <a:lnTo>
                  <a:pt x="130" y="222"/>
                </a:lnTo>
                <a:lnTo>
                  <a:pt x="129" y="221"/>
                </a:lnTo>
                <a:lnTo>
                  <a:pt x="128" y="221"/>
                </a:lnTo>
                <a:lnTo>
                  <a:pt x="128" y="220"/>
                </a:lnTo>
                <a:lnTo>
                  <a:pt x="127" y="220"/>
                </a:lnTo>
                <a:lnTo>
                  <a:pt x="127" y="221"/>
                </a:lnTo>
                <a:lnTo>
                  <a:pt x="125" y="220"/>
                </a:lnTo>
                <a:lnTo>
                  <a:pt x="124" y="220"/>
                </a:lnTo>
                <a:lnTo>
                  <a:pt x="125" y="219"/>
                </a:lnTo>
                <a:lnTo>
                  <a:pt x="124" y="219"/>
                </a:lnTo>
                <a:lnTo>
                  <a:pt x="122" y="216"/>
                </a:lnTo>
                <a:lnTo>
                  <a:pt x="121" y="216"/>
                </a:lnTo>
                <a:lnTo>
                  <a:pt x="120" y="216"/>
                </a:lnTo>
                <a:lnTo>
                  <a:pt x="120" y="215"/>
                </a:lnTo>
                <a:lnTo>
                  <a:pt x="120" y="214"/>
                </a:lnTo>
                <a:lnTo>
                  <a:pt x="120" y="213"/>
                </a:lnTo>
                <a:lnTo>
                  <a:pt x="121" y="213"/>
                </a:lnTo>
                <a:lnTo>
                  <a:pt x="122" y="212"/>
                </a:lnTo>
                <a:lnTo>
                  <a:pt x="121" y="210"/>
                </a:lnTo>
                <a:lnTo>
                  <a:pt x="120" y="210"/>
                </a:lnTo>
                <a:lnTo>
                  <a:pt x="119" y="209"/>
                </a:lnTo>
                <a:lnTo>
                  <a:pt x="119" y="208"/>
                </a:lnTo>
                <a:lnTo>
                  <a:pt x="119" y="207"/>
                </a:lnTo>
                <a:lnTo>
                  <a:pt x="118" y="207"/>
                </a:lnTo>
                <a:lnTo>
                  <a:pt x="118" y="206"/>
                </a:lnTo>
                <a:lnTo>
                  <a:pt x="118" y="205"/>
                </a:lnTo>
                <a:lnTo>
                  <a:pt x="119" y="205"/>
                </a:lnTo>
                <a:lnTo>
                  <a:pt x="119" y="203"/>
                </a:lnTo>
                <a:lnTo>
                  <a:pt x="118" y="202"/>
                </a:lnTo>
                <a:lnTo>
                  <a:pt x="118" y="201"/>
                </a:lnTo>
                <a:lnTo>
                  <a:pt x="118" y="200"/>
                </a:lnTo>
                <a:lnTo>
                  <a:pt x="119" y="200"/>
                </a:lnTo>
                <a:lnTo>
                  <a:pt x="121" y="199"/>
                </a:lnTo>
                <a:lnTo>
                  <a:pt x="121" y="198"/>
                </a:lnTo>
                <a:lnTo>
                  <a:pt x="122" y="197"/>
                </a:lnTo>
                <a:lnTo>
                  <a:pt x="122" y="196"/>
                </a:lnTo>
                <a:lnTo>
                  <a:pt x="123" y="196"/>
                </a:lnTo>
                <a:lnTo>
                  <a:pt x="124" y="196"/>
                </a:lnTo>
                <a:lnTo>
                  <a:pt x="124" y="195"/>
                </a:lnTo>
                <a:lnTo>
                  <a:pt x="125" y="194"/>
                </a:lnTo>
                <a:lnTo>
                  <a:pt x="126" y="194"/>
                </a:lnTo>
                <a:lnTo>
                  <a:pt x="127" y="193"/>
                </a:lnTo>
                <a:lnTo>
                  <a:pt x="127" y="192"/>
                </a:lnTo>
                <a:lnTo>
                  <a:pt x="127" y="191"/>
                </a:lnTo>
                <a:lnTo>
                  <a:pt x="128" y="191"/>
                </a:lnTo>
                <a:lnTo>
                  <a:pt x="129" y="190"/>
                </a:lnTo>
                <a:lnTo>
                  <a:pt x="130" y="191"/>
                </a:lnTo>
                <a:lnTo>
                  <a:pt x="130" y="192"/>
                </a:lnTo>
                <a:lnTo>
                  <a:pt x="131" y="192"/>
                </a:lnTo>
                <a:lnTo>
                  <a:pt x="131" y="191"/>
                </a:lnTo>
                <a:lnTo>
                  <a:pt x="132" y="191"/>
                </a:lnTo>
                <a:lnTo>
                  <a:pt x="133" y="192"/>
                </a:lnTo>
                <a:lnTo>
                  <a:pt x="134" y="192"/>
                </a:lnTo>
                <a:lnTo>
                  <a:pt x="135" y="191"/>
                </a:lnTo>
                <a:lnTo>
                  <a:pt x="136" y="193"/>
                </a:lnTo>
                <a:lnTo>
                  <a:pt x="136" y="194"/>
                </a:lnTo>
                <a:lnTo>
                  <a:pt x="136" y="195"/>
                </a:lnTo>
                <a:lnTo>
                  <a:pt x="138" y="195"/>
                </a:lnTo>
                <a:lnTo>
                  <a:pt x="139" y="195"/>
                </a:lnTo>
                <a:lnTo>
                  <a:pt x="140" y="195"/>
                </a:lnTo>
                <a:lnTo>
                  <a:pt x="140" y="194"/>
                </a:lnTo>
                <a:lnTo>
                  <a:pt x="141" y="194"/>
                </a:lnTo>
                <a:lnTo>
                  <a:pt x="143" y="194"/>
                </a:lnTo>
                <a:lnTo>
                  <a:pt x="143" y="195"/>
                </a:lnTo>
                <a:lnTo>
                  <a:pt x="144" y="196"/>
                </a:lnTo>
                <a:lnTo>
                  <a:pt x="144" y="197"/>
                </a:lnTo>
                <a:lnTo>
                  <a:pt x="145" y="197"/>
                </a:lnTo>
                <a:lnTo>
                  <a:pt x="146" y="197"/>
                </a:lnTo>
                <a:lnTo>
                  <a:pt x="147" y="197"/>
                </a:lnTo>
                <a:lnTo>
                  <a:pt x="147" y="198"/>
                </a:lnTo>
                <a:lnTo>
                  <a:pt x="148" y="199"/>
                </a:lnTo>
                <a:lnTo>
                  <a:pt x="149" y="199"/>
                </a:lnTo>
                <a:lnTo>
                  <a:pt x="150" y="198"/>
                </a:lnTo>
                <a:lnTo>
                  <a:pt x="151" y="196"/>
                </a:lnTo>
                <a:lnTo>
                  <a:pt x="153" y="194"/>
                </a:lnTo>
                <a:lnTo>
                  <a:pt x="154" y="194"/>
                </a:lnTo>
                <a:lnTo>
                  <a:pt x="155" y="195"/>
                </a:lnTo>
                <a:lnTo>
                  <a:pt x="156" y="195"/>
                </a:lnTo>
                <a:lnTo>
                  <a:pt x="157" y="195"/>
                </a:lnTo>
                <a:lnTo>
                  <a:pt x="157" y="196"/>
                </a:lnTo>
                <a:lnTo>
                  <a:pt x="158" y="196"/>
                </a:lnTo>
                <a:lnTo>
                  <a:pt x="159" y="196"/>
                </a:lnTo>
                <a:lnTo>
                  <a:pt x="160" y="196"/>
                </a:lnTo>
                <a:lnTo>
                  <a:pt x="160" y="197"/>
                </a:lnTo>
                <a:lnTo>
                  <a:pt x="162" y="197"/>
                </a:lnTo>
                <a:lnTo>
                  <a:pt x="162" y="196"/>
                </a:lnTo>
                <a:lnTo>
                  <a:pt x="163" y="196"/>
                </a:lnTo>
                <a:lnTo>
                  <a:pt x="164" y="196"/>
                </a:lnTo>
                <a:lnTo>
                  <a:pt x="165" y="196"/>
                </a:lnTo>
                <a:lnTo>
                  <a:pt x="166" y="197"/>
                </a:lnTo>
                <a:lnTo>
                  <a:pt x="167" y="197"/>
                </a:lnTo>
                <a:lnTo>
                  <a:pt x="168" y="197"/>
                </a:lnTo>
                <a:lnTo>
                  <a:pt x="169" y="197"/>
                </a:lnTo>
                <a:lnTo>
                  <a:pt x="170" y="197"/>
                </a:lnTo>
                <a:lnTo>
                  <a:pt x="171" y="197"/>
                </a:lnTo>
                <a:lnTo>
                  <a:pt x="171" y="198"/>
                </a:lnTo>
                <a:lnTo>
                  <a:pt x="173" y="198"/>
                </a:lnTo>
                <a:lnTo>
                  <a:pt x="174" y="198"/>
                </a:lnTo>
                <a:lnTo>
                  <a:pt x="175" y="197"/>
                </a:lnTo>
                <a:lnTo>
                  <a:pt x="175" y="196"/>
                </a:lnTo>
                <a:lnTo>
                  <a:pt x="174" y="195"/>
                </a:lnTo>
                <a:lnTo>
                  <a:pt x="175" y="195"/>
                </a:lnTo>
                <a:lnTo>
                  <a:pt x="175" y="196"/>
                </a:lnTo>
                <a:lnTo>
                  <a:pt x="176" y="196"/>
                </a:lnTo>
                <a:lnTo>
                  <a:pt x="176" y="197"/>
                </a:lnTo>
                <a:lnTo>
                  <a:pt x="177" y="196"/>
                </a:lnTo>
                <a:lnTo>
                  <a:pt x="177" y="195"/>
                </a:lnTo>
                <a:lnTo>
                  <a:pt x="178" y="196"/>
                </a:lnTo>
                <a:lnTo>
                  <a:pt x="178" y="197"/>
                </a:lnTo>
                <a:lnTo>
                  <a:pt x="179" y="197"/>
                </a:lnTo>
                <a:lnTo>
                  <a:pt x="180" y="196"/>
                </a:lnTo>
                <a:lnTo>
                  <a:pt x="180" y="195"/>
                </a:lnTo>
                <a:lnTo>
                  <a:pt x="180" y="194"/>
                </a:lnTo>
                <a:lnTo>
                  <a:pt x="180" y="193"/>
                </a:lnTo>
                <a:lnTo>
                  <a:pt x="180" y="191"/>
                </a:lnTo>
                <a:lnTo>
                  <a:pt x="181" y="191"/>
                </a:lnTo>
                <a:lnTo>
                  <a:pt x="180" y="189"/>
                </a:lnTo>
                <a:lnTo>
                  <a:pt x="180" y="188"/>
                </a:lnTo>
                <a:lnTo>
                  <a:pt x="181" y="186"/>
                </a:lnTo>
                <a:lnTo>
                  <a:pt x="182" y="186"/>
                </a:lnTo>
                <a:lnTo>
                  <a:pt x="182" y="187"/>
                </a:lnTo>
                <a:lnTo>
                  <a:pt x="183" y="187"/>
                </a:lnTo>
                <a:lnTo>
                  <a:pt x="183" y="186"/>
                </a:lnTo>
                <a:lnTo>
                  <a:pt x="184" y="185"/>
                </a:lnTo>
                <a:lnTo>
                  <a:pt x="185" y="185"/>
                </a:lnTo>
                <a:lnTo>
                  <a:pt x="185" y="186"/>
                </a:lnTo>
                <a:lnTo>
                  <a:pt x="185" y="185"/>
                </a:lnTo>
                <a:lnTo>
                  <a:pt x="186" y="185"/>
                </a:lnTo>
                <a:lnTo>
                  <a:pt x="187" y="184"/>
                </a:lnTo>
                <a:lnTo>
                  <a:pt x="187" y="183"/>
                </a:lnTo>
                <a:lnTo>
                  <a:pt x="188" y="183"/>
                </a:lnTo>
                <a:lnTo>
                  <a:pt x="188" y="182"/>
                </a:lnTo>
                <a:lnTo>
                  <a:pt x="189" y="180"/>
                </a:lnTo>
                <a:lnTo>
                  <a:pt x="190" y="180"/>
                </a:lnTo>
                <a:lnTo>
                  <a:pt x="191" y="179"/>
                </a:lnTo>
                <a:lnTo>
                  <a:pt x="193" y="178"/>
                </a:lnTo>
                <a:lnTo>
                  <a:pt x="194" y="178"/>
                </a:lnTo>
                <a:lnTo>
                  <a:pt x="195" y="179"/>
                </a:lnTo>
                <a:lnTo>
                  <a:pt x="196" y="179"/>
                </a:lnTo>
                <a:lnTo>
                  <a:pt x="196" y="180"/>
                </a:lnTo>
                <a:lnTo>
                  <a:pt x="197" y="181"/>
                </a:lnTo>
                <a:lnTo>
                  <a:pt x="197" y="182"/>
                </a:lnTo>
                <a:lnTo>
                  <a:pt x="198" y="182"/>
                </a:lnTo>
                <a:lnTo>
                  <a:pt x="199" y="182"/>
                </a:lnTo>
                <a:lnTo>
                  <a:pt x="198" y="182"/>
                </a:lnTo>
                <a:lnTo>
                  <a:pt x="199" y="182"/>
                </a:lnTo>
                <a:lnTo>
                  <a:pt x="199" y="181"/>
                </a:lnTo>
                <a:lnTo>
                  <a:pt x="200" y="181"/>
                </a:lnTo>
                <a:lnTo>
                  <a:pt x="202" y="180"/>
                </a:lnTo>
                <a:lnTo>
                  <a:pt x="203" y="179"/>
                </a:lnTo>
                <a:lnTo>
                  <a:pt x="203" y="178"/>
                </a:lnTo>
                <a:lnTo>
                  <a:pt x="204" y="178"/>
                </a:lnTo>
                <a:lnTo>
                  <a:pt x="205" y="177"/>
                </a:lnTo>
                <a:lnTo>
                  <a:pt x="206" y="177"/>
                </a:lnTo>
                <a:lnTo>
                  <a:pt x="206" y="176"/>
                </a:lnTo>
                <a:lnTo>
                  <a:pt x="206" y="175"/>
                </a:lnTo>
                <a:lnTo>
                  <a:pt x="204" y="174"/>
                </a:lnTo>
                <a:lnTo>
                  <a:pt x="201" y="174"/>
                </a:lnTo>
                <a:lnTo>
                  <a:pt x="200" y="174"/>
                </a:lnTo>
                <a:lnTo>
                  <a:pt x="199" y="174"/>
                </a:lnTo>
                <a:lnTo>
                  <a:pt x="200" y="173"/>
                </a:lnTo>
                <a:lnTo>
                  <a:pt x="199" y="172"/>
                </a:lnTo>
                <a:lnTo>
                  <a:pt x="198" y="172"/>
                </a:lnTo>
                <a:lnTo>
                  <a:pt x="197" y="170"/>
                </a:lnTo>
                <a:lnTo>
                  <a:pt x="197" y="169"/>
                </a:lnTo>
                <a:lnTo>
                  <a:pt x="198" y="168"/>
                </a:lnTo>
                <a:lnTo>
                  <a:pt x="197" y="168"/>
                </a:lnTo>
                <a:lnTo>
                  <a:pt x="196" y="167"/>
                </a:lnTo>
                <a:lnTo>
                  <a:pt x="196" y="166"/>
                </a:lnTo>
                <a:lnTo>
                  <a:pt x="195" y="165"/>
                </a:lnTo>
                <a:lnTo>
                  <a:pt x="195" y="164"/>
                </a:lnTo>
                <a:lnTo>
                  <a:pt x="193" y="163"/>
                </a:lnTo>
                <a:lnTo>
                  <a:pt x="192" y="162"/>
                </a:lnTo>
                <a:lnTo>
                  <a:pt x="192" y="161"/>
                </a:lnTo>
                <a:lnTo>
                  <a:pt x="193" y="161"/>
                </a:lnTo>
                <a:lnTo>
                  <a:pt x="192" y="159"/>
                </a:lnTo>
                <a:lnTo>
                  <a:pt x="191" y="158"/>
                </a:lnTo>
                <a:lnTo>
                  <a:pt x="192" y="158"/>
                </a:lnTo>
                <a:lnTo>
                  <a:pt x="192" y="157"/>
                </a:lnTo>
                <a:lnTo>
                  <a:pt x="191" y="156"/>
                </a:lnTo>
                <a:lnTo>
                  <a:pt x="190" y="156"/>
                </a:lnTo>
                <a:lnTo>
                  <a:pt x="190" y="155"/>
                </a:lnTo>
                <a:lnTo>
                  <a:pt x="190" y="154"/>
                </a:lnTo>
                <a:lnTo>
                  <a:pt x="190" y="153"/>
                </a:lnTo>
                <a:lnTo>
                  <a:pt x="190" y="152"/>
                </a:lnTo>
                <a:lnTo>
                  <a:pt x="191" y="151"/>
                </a:lnTo>
                <a:lnTo>
                  <a:pt x="191" y="149"/>
                </a:lnTo>
                <a:lnTo>
                  <a:pt x="190" y="149"/>
                </a:lnTo>
                <a:lnTo>
                  <a:pt x="189" y="148"/>
                </a:lnTo>
                <a:lnTo>
                  <a:pt x="189" y="147"/>
                </a:lnTo>
                <a:lnTo>
                  <a:pt x="189" y="146"/>
                </a:lnTo>
                <a:lnTo>
                  <a:pt x="189" y="145"/>
                </a:lnTo>
                <a:lnTo>
                  <a:pt x="187" y="145"/>
                </a:lnTo>
                <a:lnTo>
                  <a:pt x="186" y="145"/>
                </a:lnTo>
                <a:lnTo>
                  <a:pt x="186" y="146"/>
                </a:lnTo>
                <a:lnTo>
                  <a:pt x="185" y="148"/>
                </a:lnTo>
                <a:lnTo>
                  <a:pt x="184" y="148"/>
                </a:lnTo>
                <a:lnTo>
                  <a:pt x="183" y="149"/>
                </a:lnTo>
                <a:lnTo>
                  <a:pt x="183" y="150"/>
                </a:lnTo>
                <a:lnTo>
                  <a:pt x="182" y="150"/>
                </a:lnTo>
                <a:lnTo>
                  <a:pt x="182" y="151"/>
                </a:lnTo>
                <a:lnTo>
                  <a:pt x="181" y="151"/>
                </a:lnTo>
                <a:lnTo>
                  <a:pt x="180" y="151"/>
                </a:lnTo>
                <a:lnTo>
                  <a:pt x="179" y="151"/>
                </a:lnTo>
                <a:lnTo>
                  <a:pt x="177" y="150"/>
                </a:lnTo>
                <a:lnTo>
                  <a:pt x="177" y="149"/>
                </a:lnTo>
                <a:lnTo>
                  <a:pt x="177" y="148"/>
                </a:lnTo>
                <a:lnTo>
                  <a:pt x="176" y="148"/>
                </a:lnTo>
                <a:lnTo>
                  <a:pt x="175" y="148"/>
                </a:lnTo>
                <a:lnTo>
                  <a:pt x="175" y="149"/>
                </a:lnTo>
                <a:lnTo>
                  <a:pt x="174" y="147"/>
                </a:lnTo>
                <a:lnTo>
                  <a:pt x="173" y="146"/>
                </a:lnTo>
                <a:lnTo>
                  <a:pt x="173" y="145"/>
                </a:lnTo>
                <a:lnTo>
                  <a:pt x="172" y="145"/>
                </a:lnTo>
                <a:lnTo>
                  <a:pt x="173" y="144"/>
                </a:lnTo>
                <a:lnTo>
                  <a:pt x="174" y="143"/>
                </a:lnTo>
                <a:lnTo>
                  <a:pt x="174" y="142"/>
                </a:lnTo>
                <a:lnTo>
                  <a:pt x="174" y="141"/>
                </a:lnTo>
                <a:lnTo>
                  <a:pt x="174" y="140"/>
                </a:lnTo>
                <a:lnTo>
                  <a:pt x="176" y="139"/>
                </a:lnTo>
                <a:lnTo>
                  <a:pt x="176" y="138"/>
                </a:lnTo>
                <a:lnTo>
                  <a:pt x="177" y="138"/>
                </a:lnTo>
                <a:lnTo>
                  <a:pt x="176" y="137"/>
                </a:lnTo>
                <a:lnTo>
                  <a:pt x="176" y="136"/>
                </a:lnTo>
                <a:lnTo>
                  <a:pt x="175" y="135"/>
                </a:lnTo>
                <a:lnTo>
                  <a:pt x="174" y="135"/>
                </a:lnTo>
                <a:lnTo>
                  <a:pt x="175" y="135"/>
                </a:lnTo>
                <a:lnTo>
                  <a:pt x="175" y="134"/>
                </a:lnTo>
                <a:lnTo>
                  <a:pt x="174" y="134"/>
                </a:lnTo>
                <a:lnTo>
                  <a:pt x="173" y="134"/>
                </a:lnTo>
                <a:lnTo>
                  <a:pt x="172" y="133"/>
                </a:lnTo>
                <a:lnTo>
                  <a:pt x="171" y="132"/>
                </a:lnTo>
                <a:lnTo>
                  <a:pt x="171" y="131"/>
                </a:lnTo>
                <a:lnTo>
                  <a:pt x="171" y="130"/>
                </a:lnTo>
                <a:lnTo>
                  <a:pt x="172" y="130"/>
                </a:lnTo>
                <a:lnTo>
                  <a:pt x="172" y="129"/>
                </a:lnTo>
                <a:lnTo>
                  <a:pt x="173" y="129"/>
                </a:lnTo>
                <a:lnTo>
                  <a:pt x="173" y="130"/>
                </a:lnTo>
                <a:lnTo>
                  <a:pt x="174" y="130"/>
                </a:lnTo>
                <a:lnTo>
                  <a:pt x="175" y="130"/>
                </a:lnTo>
                <a:lnTo>
                  <a:pt x="176" y="129"/>
                </a:lnTo>
                <a:lnTo>
                  <a:pt x="177" y="129"/>
                </a:lnTo>
                <a:lnTo>
                  <a:pt x="178" y="129"/>
                </a:lnTo>
                <a:lnTo>
                  <a:pt x="179" y="129"/>
                </a:lnTo>
                <a:lnTo>
                  <a:pt x="180" y="129"/>
                </a:lnTo>
                <a:lnTo>
                  <a:pt x="180" y="128"/>
                </a:lnTo>
                <a:lnTo>
                  <a:pt x="181" y="128"/>
                </a:lnTo>
                <a:lnTo>
                  <a:pt x="182" y="128"/>
                </a:lnTo>
                <a:lnTo>
                  <a:pt x="183" y="127"/>
                </a:lnTo>
                <a:lnTo>
                  <a:pt x="184" y="126"/>
                </a:lnTo>
                <a:lnTo>
                  <a:pt x="185" y="126"/>
                </a:lnTo>
                <a:lnTo>
                  <a:pt x="185" y="125"/>
                </a:lnTo>
                <a:lnTo>
                  <a:pt x="185" y="124"/>
                </a:lnTo>
                <a:lnTo>
                  <a:pt x="185" y="123"/>
                </a:lnTo>
                <a:lnTo>
                  <a:pt x="185" y="122"/>
                </a:lnTo>
                <a:lnTo>
                  <a:pt x="186" y="122"/>
                </a:lnTo>
                <a:lnTo>
                  <a:pt x="186" y="121"/>
                </a:lnTo>
                <a:lnTo>
                  <a:pt x="186" y="120"/>
                </a:lnTo>
                <a:lnTo>
                  <a:pt x="187" y="120"/>
                </a:lnTo>
                <a:lnTo>
                  <a:pt x="187" y="119"/>
                </a:lnTo>
                <a:lnTo>
                  <a:pt x="187" y="118"/>
                </a:lnTo>
                <a:lnTo>
                  <a:pt x="186" y="118"/>
                </a:lnTo>
                <a:lnTo>
                  <a:pt x="187" y="118"/>
                </a:lnTo>
                <a:lnTo>
                  <a:pt x="188" y="118"/>
                </a:lnTo>
                <a:lnTo>
                  <a:pt x="188" y="117"/>
                </a:lnTo>
                <a:lnTo>
                  <a:pt x="189" y="117"/>
                </a:lnTo>
                <a:lnTo>
                  <a:pt x="190" y="117"/>
                </a:lnTo>
                <a:lnTo>
                  <a:pt x="190" y="116"/>
                </a:lnTo>
                <a:lnTo>
                  <a:pt x="190" y="115"/>
                </a:lnTo>
                <a:lnTo>
                  <a:pt x="191" y="115"/>
                </a:lnTo>
                <a:lnTo>
                  <a:pt x="192" y="114"/>
                </a:lnTo>
                <a:lnTo>
                  <a:pt x="192" y="113"/>
                </a:lnTo>
                <a:lnTo>
                  <a:pt x="193" y="114"/>
                </a:lnTo>
                <a:lnTo>
                  <a:pt x="194" y="113"/>
                </a:lnTo>
                <a:lnTo>
                  <a:pt x="194" y="112"/>
                </a:lnTo>
                <a:lnTo>
                  <a:pt x="195" y="112"/>
                </a:lnTo>
                <a:lnTo>
                  <a:pt x="195" y="113"/>
                </a:lnTo>
                <a:lnTo>
                  <a:pt x="196" y="113"/>
                </a:lnTo>
                <a:lnTo>
                  <a:pt x="196" y="114"/>
                </a:lnTo>
                <a:lnTo>
                  <a:pt x="197" y="115"/>
                </a:lnTo>
                <a:lnTo>
                  <a:pt x="197" y="116"/>
                </a:lnTo>
                <a:lnTo>
                  <a:pt x="197" y="117"/>
                </a:lnTo>
                <a:lnTo>
                  <a:pt x="198" y="119"/>
                </a:lnTo>
                <a:lnTo>
                  <a:pt x="199" y="119"/>
                </a:lnTo>
                <a:lnTo>
                  <a:pt x="199" y="120"/>
                </a:lnTo>
                <a:lnTo>
                  <a:pt x="200" y="121"/>
                </a:lnTo>
                <a:lnTo>
                  <a:pt x="201" y="120"/>
                </a:lnTo>
                <a:lnTo>
                  <a:pt x="202" y="120"/>
                </a:lnTo>
                <a:lnTo>
                  <a:pt x="203" y="120"/>
                </a:lnTo>
                <a:lnTo>
                  <a:pt x="203" y="119"/>
                </a:lnTo>
                <a:lnTo>
                  <a:pt x="204" y="118"/>
                </a:lnTo>
                <a:lnTo>
                  <a:pt x="205" y="118"/>
                </a:lnTo>
                <a:lnTo>
                  <a:pt x="205" y="117"/>
                </a:lnTo>
                <a:lnTo>
                  <a:pt x="205" y="115"/>
                </a:lnTo>
                <a:lnTo>
                  <a:pt x="205" y="114"/>
                </a:lnTo>
                <a:lnTo>
                  <a:pt x="206" y="113"/>
                </a:lnTo>
                <a:lnTo>
                  <a:pt x="207" y="112"/>
                </a:lnTo>
                <a:lnTo>
                  <a:pt x="207" y="111"/>
                </a:lnTo>
                <a:lnTo>
                  <a:pt x="207" y="110"/>
                </a:lnTo>
                <a:lnTo>
                  <a:pt x="208" y="110"/>
                </a:lnTo>
                <a:lnTo>
                  <a:pt x="208" y="109"/>
                </a:lnTo>
                <a:lnTo>
                  <a:pt x="208" y="108"/>
                </a:lnTo>
                <a:lnTo>
                  <a:pt x="209" y="108"/>
                </a:lnTo>
                <a:lnTo>
                  <a:pt x="210" y="107"/>
                </a:lnTo>
                <a:lnTo>
                  <a:pt x="211" y="107"/>
                </a:lnTo>
                <a:lnTo>
                  <a:pt x="211" y="106"/>
                </a:lnTo>
                <a:lnTo>
                  <a:pt x="210" y="106"/>
                </a:lnTo>
                <a:lnTo>
                  <a:pt x="210" y="104"/>
                </a:lnTo>
                <a:lnTo>
                  <a:pt x="211" y="103"/>
                </a:lnTo>
                <a:lnTo>
                  <a:pt x="210" y="102"/>
                </a:lnTo>
                <a:lnTo>
                  <a:pt x="209" y="100"/>
                </a:lnTo>
                <a:lnTo>
                  <a:pt x="209" y="99"/>
                </a:lnTo>
                <a:lnTo>
                  <a:pt x="209" y="98"/>
                </a:lnTo>
                <a:lnTo>
                  <a:pt x="210" y="98"/>
                </a:lnTo>
                <a:lnTo>
                  <a:pt x="209" y="97"/>
                </a:lnTo>
                <a:lnTo>
                  <a:pt x="208" y="97"/>
                </a:lnTo>
                <a:lnTo>
                  <a:pt x="208" y="96"/>
                </a:lnTo>
                <a:lnTo>
                  <a:pt x="208" y="95"/>
                </a:lnTo>
                <a:lnTo>
                  <a:pt x="208" y="94"/>
                </a:lnTo>
                <a:lnTo>
                  <a:pt x="207" y="92"/>
                </a:lnTo>
                <a:lnTo>
                  <a:pt x="208" y="92"/>
                </a:lnTo>
                <a:lnTo>
                  <a:pt x="209" y="91"/>
                </a:lnTo>
                <a:lnTo>
                  <a:pt x="210" y="91"/>
                </a:lnTo>
                <a:lnTo>
                  <a:pt x="211" y="92"/>
                </a:lnTo>
                <a:lnTo>
                  <a:pt x="213" y="92"/>
                </a:lnTo>
                <a:lnTo>
                  <a:pt x="213" y="91"/>
                </a:lnTo>
                <a:lnTo>
                  <a:pt x="214" y="91"/>
                </a:lnTo>
                <a:lnTo>
                  <a:pt x="215" y="91"/>
                </a:lnTo>
                <a:lnTo>
                  <a:pt x="215" y="90"/>
                </a:lnTo>
                <a:lnTo>
                  <a:pt x="216" y="90"/>
                </a:lnTo>
                <a:lnTo>
                  <a:pt x="216" y="89"/>
                </a:lnTo>
                <a:lnTo>
                  <a:pt x="215" y="88"/>
                </a:lnTo>
                <a:lnTo>
                  <a:pt x="216" y="87"/>
                </a:lnTo>
                <a:lnTo>
                  <a:pt x="216" y="86"/>
                </a:lnTo>
                <a:lnTo>
                  <a:pt x="217" y="86"/>
                </a:lnTo>
                <a:lnTo>
                  <a:pt x="217" y="85"/>
                </a:lnTo>
                <a:lnTo>
                  <a:pt x="217" y="84"/>
                </a:lnTo>
                <a:lnTo>
                  <a:pt x="218" y="83"/>
                </a:lnTo>
                <a:lnTo>
                  <a:pt x="218" y="82"/>
                </a:lnTo>
                <a:lnTo>
                  <a:pt x="218" y="81"/>
                </a:lnTo>
                <a:lnTo>
                  <a:pt x="218" y="80"/>
                </a:lnTo>
                <a:lnTo>
                  <a:pt x="219" y="79"/>
                </a:lnTo>
                <a:lnTo>
                  <a:pt x="220" y="79"/>
                </a:lnTo>
                <a:lnTo>
                  <a:pt x="222" y="78"/>
                </a:lnTo>
                <a:lnTo>
                  <a:pt x="222" y="79"/>
                </a:lnTo>
                <a:lnTo>
                  <a:pt x="223" y="78"/>
                </a:lnTo>
                <a:lnTo>
                  <a:pt x="223" y="77"/>
                </a:lnTo>
                <a:lnTo>
                  <a:pt x="222" y="76"/>
                </a:lnTo>
                <a:lnTo>
                  <a:pt x="221" y="76"/>
                </a:lnTo>
                <a:lnTo>
                  <a:pt x="221" y="75"/>
                </a:lnTo>
                <a:lnTo>
                  <a:pt x="222" y="74"/>
                </a:lnTo>
                <a:lnTo>
                  <a:pt x="221" y="73"/>
                </a:lnTo>
                <a:lnTo>
                  <a:pt x="221" y="72"/>
                </a:lnTo>
                <a:lnTo>
                  <a:pt x="220" y="72"/>
                </a:lnTo>
                <a:lnTo>
                  <a:pt x="219" y="72"/>
                </a:lnTo>
                <a:lnTo>
                  <a:pt x="218" y="71"/>
                </a:lnTo>
                <a:lnTo>
                  <a:pt x="218" y="70"/>
                </a:lnTo>
                <a:lnTo>
                  <a:pt x="218" y="69"/>
                </a:lnTo>
                <a:lnTo>
                  <a:pt x="217" y="68"/>
                </a:lnTo>
                <a:lnTo>
                  <a:pt x="218" y="68"/>
                </a:lnTo>
                <a:lnTo>
                  <a:pt x="218" y="67"/>
                </a:lnTo>
                <a:lnTo>
                  <a:pt x="217" y="66"/>
                </a:lnTo>
                <a:lnTo>
                  <a:pt x="216" y="65"/>
                </a:lnTo>
                <a:lnTo>
                  <a:pt x="216" y="64"/>
                </a:lnTo>
                <a:lnTo>
                  <a:pt x="217" y="63"/>
                </a:lnTo>
                <a:lnTo>
                  <a:pt x="218" y="63"/>
                </a:lnTo>
                <a:lnTo>
                  <a:pt x="218" y="62"/>
                </a:lnTo>
                <a:lnTo>
                  <a:pt x="218" y="61"/>
                </a:lnTo>
                <a:lnTo>
                  <a:pt x="219" y="60"/>
                </a:lnTo>
                <a:lnTo>
                  <a:pt x="219" y="59"/>
                </a:lnTo>
                <a:lnTo>
                  <a:pt x="219" y="58"/>
                </a:lnTo>
                <a:lnTo>
                  <a:pt x="220" y="58"/>
                </a:lnTo>
                <a:lnTo>
                  <a:pt x="221" y="57"/>
                </a:lnTo>
                <a:lnTo>
                  <a:pt x="220" y="57"/>
                </a:lnTo>
                <a:lnTo>
                  <a:pt x="220" y="56"/>
                </a:lnTo>
                <a:lnTo>
                  <a:pt x="220" y="55"/>
                </a:lnTo>
                <a:lnTo>
                  <a:pt x="220" y="54"/>
                </a:lnTo>
                <a:lnTo>
                  <a:pt x="221" y="54"/>
                </a:lnTo>
                <a:lnTo>
                  <a:pt x="221" y="53"/>
                </a:lnTo>
                <a:lnTo>
                  <a:pt x="220" y="52"/>
                </a:lnTo>
                <a:lnTo>
                  <a:pt x="219" y="52"/>
                </a:lnTo>
                <a:lnTo>
                  <a:pt x="219" y="51"/>
                </a:lnTo>
                <a:lnTo>
                  <a:pt x="220" y="50"/>
                </a:lnTo>
                <a:lnTo>
                  <a:pt x="221" y="49"/>
                </a:lnTo>
                <a:lnTo>
                  <a:pt x="221" y="48"/>
                </a:lnTo>
                <a:lnTo>
                  <a:pt x="221" y="47"/>
                </a:lnTo>
                <a:lnTo>
                  <a:pt x="221" y="46"/>
                </a:lnTo>
                <a:lnTo>
                  <a:pt x="222" y="45"/>
                </a:lnTo>
                <a:lnTo>
                  <a:pt x="223" y="44"/>
                </a:lnTo>
                <a:lnTo>
                  <a:pt x="224" y="44"/>
                </a:lnTo>
                <a:lnTo>
                  <a:pt x="224" y="43"/>
                </a:lnTo>
                <a:lnTo>
                  <a:pt x="224" y="42"/>
                </a:lnTo>
                <a:lnTo>
                  <a:pt x="225" y="41"/>
                </a:lnTo>
                <a:lnTo>
                  <a:pt x="226" y="41"/>
                </a:lnTo>
                <a:lnTo>
                  <a:pt x="226" y="40"/>
                </a:lnTo>
                <a:lnTo>
                  <a:pt x="226" y="39"/>
                </a:lnTo>
                <a:lnTo>
                  <a:pt x="226" y="38"/>
                </a:lnTo>
                <a:lnTo>
                  <a:pt x="226" y="37"/>
                </a:lnTo>
                <a:lnTo>
                  <a:pt x="227" y="36"/>
                </a:lnTo>
                <a:lnTo>
                  <a:pt x="226" y="36"/>
                </a:lnTo>
                <a:lnTo>
                  <a:pt x="225" y="36"/>
                </a:lnTo>
                <a:lnTo>
                  <a:pt x="225" y="34"/>
                </a:lnTo>
                <a:lnTo>
                  <a:pt x="225" y="33"/>
                </a:lnTo>
                <a:lnTo>
                  <a:pt x="226" y="33"/>
                </a:lnTo>
                <a:lnTo>
                  <a:pt x="225" y="32"/>
                </a:lnTo>
                <a:lnTo>
                  <a:pt x="225" y="31"/>
                </a:lnTo>
                <a:lnTo>
                  <a:pt x="224" y="31"/>
                </a:lnTo>
                <a:lnTo>
                  <a:pt x="224" y="30"/>
                </a:lnTo>
                <a:lnTo>
                  <a:pt x="225" y="29"/>
                </a:lnTo>
                <a:lnTo>
                  <a:pt x="224" y="28"/>
                </a:lnTo>
                <a:lnTo>
                  <a:pt x="224" y="27"/>
                </a:lnTo>
                <a:lnTo>
                  <a:pt x="223" y="26"/>
                </a:lnTo>
                <a:lnTo>
                  <a:pt x="224" y="24"/>
                </a:lnTo>
                <a:lnTo>
                  <a:pt x="224" y="23"/>
                </a:lnTo>
                <a:lnTo>
                  <a:pt x="224" y="22"/>
                </a:lnTo>
                <a:lnTo>
                  <a:pt x="225" y="21"/>
                </a:lnTo>
                <a:lnTo>
                  <a:pt x="226" y="21"/>
                </a:lnTo>
                <a:lnTo>
                  <a:pt x="227" y="21"/>
                </a:lnTo>
                <a:lnTo>
                  <a:pt x="227" y="20"/>
                </a:lnTo>
                <a:lnTo>
                  <a:pt x="226" y="20"/>
                </a:lnTo>
                <a:lnTo>
                  <a:pt x="225" y="19"/>
                </a:lnTo>
                <a:lnTo>
                  <a:pt x="224" y="19"/>
                </a:lnTo>
                <a:lnTo>
                  <a:pt x="225" y="19"/>
                </a:lnTo>
                <a:lnTo>
                  <a:pt x="225" y="18"/>
                </a:lnTo>
                <a:lnTo>
                  <a:pt x="224" y="18"/>
                </a:lnTo>
                <a:lnTo>
                  <a:pt x="223" y="19"/>
                </a:lnTo>
                <a:lnTo>
                  <a:pt x="222" y="19"/>
                </a:lnTo>
                <a:lnTo>
                  <a:pt x="222" y="18"/>
                </a:lnTo>
                <a:lnTo>
                  <a:pt x="221" y="18"/>
                </a:lnTo>
                <a:lnTo>
                  <a:pt x="221" y="17"/>
                </a:lnTo>
                <a:lnTo>
                  <a:pt x="221" y="16"/>
                </a:lnTo>
                <a:lnTo>
                  <a:pt x="222" y="16"/>
                </a:lnTo>
                <a:lnTo>
                  <a:pt x="223" y="15"/>
                </a:lnTo>
                <a:lnTo>
                  <a:pt x="225" y="14"/>
                </a:lnTo>
                <a:lnTo>
                  <a:pt x="225" y="15"/>
                </a:lnTo>
                <a:lnTo>
                  <a:pt x="226" y="15"/>
                </a:lnTo>
                <a:lnTo>
                  <a:pt x="226" y="14"/>
                </a:lnTo>
                <a:lnTo>
                  <a:pt x="226" y="13"/>
                </a:lnTo>
                <a:lnTo>
                  <a:pt x="225" y="13"/>
                </a:lnTo>
                <a:lnTo>
                  <a:pt x="225" y="14"/>
                </a:lnTo>
                <a:lnTo>
                  <a:pt x="224" y="14"/>
                </a:lnTo>
                <a:lnTo>
                  <a:pt x="224" y="13"/>
                </a:lnTo>
                <a:lnTo>
                  <a:pt x="224" y="12"/>
                </a:lnTo>
                <a:lnTo>
                  <a:pt x="224" y="11"/>
                </a:lnTo>
                <a:lnTo>
                  <a:pt x="225" y="10"/>
                </a:lnTo>
                <a:lnTo>
                  <a:pt x="226" y="10"/>
                </a:lnTo>
                <a:lnTo>
                  <a:pt x="226" y="9"/>
                </a:lnTo>
                <a:lnTo>
                  <a:pt x="227" y="8"/>
                </a:lnTo>
                <a:lnTo>
                  <a:pt x="228" y="8"/>
                </a:lnTo>
                <a:lnTo>
                  <a:pt x="229" y="8"/>
                </a:lnTo>
                <a:lnTo>
                  <a:pt x="230" y="7"/>
                </a:lnTo>
                <a:lnTo>
                  <a:pt x="230" y="8"/>
                </a:lnTo>
                <a:lnTo>
                  <a:pt x="231" y="8"/>
                </a:lnTo>
                <a:lnTo>
                  <a:pt x="232" y="8"/>
                </a:lnTo>
                <a:lnTo>
                  <a:pt x="233" y="9"/>
                </a:lnTo>
                <a:lnTo>
                  <a:pt x="234" y="9"/>
                </a:lnTo>
                <a:lnTo>
                  <a:pt x="235" y="8"/>
                </a:lnTo>
                <a:lnTo>
                  <a:pt x="235" y="7"/>
                </a:lnTo>
                <a:lnTo>
                  <a:pt x="236" y="7"/>
                </a:lnTo>
                <a:lnTo>
                  <a:pt x="236" y="6"/>
                </a:lnTo>
                <a:lnTo>
                  <a:pt x="235" y="6"/>
                </a:lnTo>
                <a:lnTo>
                  <a:pt x="236" y="5"/>
                </a:lnTo>
                <a:lnTo>
                  <a:pt x="237" y="5"/>
                </a:lnTo>
                <a:lnTo>
                  <a:pt x="238" y="4"/>
                </a:lnTo>
                <a:lnTo>
                  <a:pt x="238" y="5"/>
                </a:lnTo>
                <a:lnTo>
                  <a:pt x="239" y="5"/>
                </a:lnTo>
                <a:lnTo>
                  <a:pt x="239" y="4"/>
                </a:lnTo>
                <a:lnTo>
                  <a:pt x="240" y="4"/>
                </a:lnTo>
                <a:lnTo>
                  <a:pt x="241" y="5"/>
                </a:lnTo>
                <a:lnTo>
                  <a:pt x="242" y="4"/>
                </a:lnTo>
                <a:lnTo>
                  <a:pt x="243" y="4"/>
                </a:lnTo>
                <a:lnTo>
                  <a:pt x="244" y="3"/>
                </a:lnTo>
                <a:lnTo>
                  <a:pt x="244" y="2"/>
                </a:lnTo>
                <a:lnTo>
                  <a:pt x="245" y="2"/>
                </a:lnTo>
                <a:lnTo>
                  <a:pt x="246" y="2"/>
                </a:lnTo>
                <a:lnTo>
                  <a:pt x="246" y="1"/>
                </a:lnTo>
                <a:lnTo>
                  <a:pt x="247" y="1"/>
                </a:lnTo>
                <a:lnTo>
                  <a:pt x="248" y="2"/>
                </a:lnTo>
                <a:lnTo>
                  <a:pt x="249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" name=""/>
          <p:cNvSpPr/>
          <p:nvPr/>
        </p:nvSpPr>
        <p:spPr>
          <a:xfrm>
            <a:off x="5307840" y="20203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5"/>
                </a:move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" name=""/>
          <p:cNvSpPr/>
          <p:nvPr/>
        </p:nvSpPr>
        <p:spPr>
          <a:xfrm>
            <a:off x="5298120" y="1940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" name=""/>
          <p:cNvSpPr/>
          <p:nvPr/>
        </p:nvSpPr>
        <p:spPr>
          <a:xfrm>
            <a:off x="5308560" y="2163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0"/>
                </a:moveTo>
                <a:lnTo>
                  <a:pt x="4" y="2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" name=""/>
          <p:cNvSpPr/>
          <p:nvPr/>
        </p:nvSpPr>
        <p:spPr>
          <a:xfrm>
            <a:off x="5309640" y="216360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" name=""/>
          <p:cNvSpPr/>
          <p:nvPr/>
        </p:nvSpPr>
        <p:spPr>
          <a:xfrm>
            <a:off x="5316120" y="21297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" name=""/>
          <p:cNvSpPr/>
          <p:nvPr/>
        </p:nvSpPr>
        <p:spPr>
          <a:xfrm>
            <a:off x="5315400" y="212652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" name=""/>
          <p:cNvSpPr/>
          <p:nvPr/>
        </p:nvSpPr>
        <p:spPr>
          <a:xfrm>
            <a:off x="5311800" y="21261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0" y="6"/>
                </a:moveTo>
                <a:lnTo>
                  <a:pt x="0" y="5"/>
                </a:lnTo>
                <a:lnTo>
                  <a:pt x="2" y="3"/>
                </a:lnTo>
                <a:lnTo>
                  <a:pt x="2" y="5"/>
                </a:lnTo>
                <a:lnTo>
                  <a:pt x="4" y="3"/>
                </a:lnTo>
                <a:lnTo>
                  <a:pt x="5" y="1"/>
                </a:lnTo>
                <a:lnTo>
                  <a:pt x="5" y="0"/>
                </a:lnTo>
                <a:lnTo>
                  <a:pt x="6" y="1"/>
                </a:lnTo>
                <a:lnTo>
                  <a:pt x="5" y="2"/>
                </a:lnTo>
                <a:lnTo>
                  <a:pt x="5" y="3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" name=""/>
          <p:cNvSpPr/>
          <p:nvPr/>
        </p:nvSpPr>
        <p:spPr>
          <a:xfrm>
            <a:off x="5321880" y="212508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2" y="3"/>
                </a:moveTo>
                <a:lnTo>
                  <a:pt x="2" y="5"/>
                </a:lnTo>
                <a:lnTo>
                  <a:pt x="2" y="6"/>
                </a:lnTo>
                <a:lnTo>
                  <a:pt x="2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4" y="1"/>
                </a:lnTo>
                <a:lnTo>
                  <a:pt x="5" y="0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" name=""/>
          <p:cNvSpPr/>
          <p:nvPr/>
        </p:nvSpPr>
        <p:spPr>
          <a:xfrm>
            <a:off x="5313960" y="2124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3"/>
                </a:move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" name=""/>
          <p:cNvSpPr/>
          <p:nvPr/>
        </p:nvSpPr>
        <p:spPr>
          <a:xfrm>
            <a:off x="5328360" y="2114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1" y="1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" name=""/>
          <p:cNvSpPr/>
          <p:nvPr/>
        </p:nvSpPr>
        <p:spPr>
          <a:xfrm>
            <a:off x="5329440" y="2109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" name=""/>
          <p:cNvSpPr/>
          <p:nvPr/>
        </p:nvSpPr>
        <p:spPr>
          <a:xfrm>
            <a:off x="5328360" y="21092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" name=""/>
          <p:cNvSpPr/>
          <p:nvPr/>
        </p:nvSpPr>
        <p:spPr>
          <a:xfrm>
            <a:off x="5327640" y="21045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1"/>
                </a:moveTo>
                <a:lnTo>
                  <a:pt x="3" y="0"/>
                </a:lnTo>
                <a:lnTo>
                  <a:pt x="3" y="2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" name=""/>
          <p:cNvSpPr/>
          <p:nvPr/>
        </p:nvSpPr>
        <p:spPr>
          <a:xfrm>
            <a:off x="5328000" y="2100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" name=""/>
          <p:cNvSpPr/>
          <p:nvPr/>
        </p:nvSpPr>
        <p:spPr>
          <a:xfrm>
            <a:off x="5328720" y="21006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" name=""/>
          <p:cNvSpPr/>
          <p:nvPr/>
        </p:nvSpPr>
        <p:spPr>
          <a:xfrm>
            <a:off x="5327280" y="21002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2"/>
                </a:move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2"/>
                </a:lnTo>
                <a:lnTo>
                  <a:pt x="4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" name=""/>
          <p:cNvSpPr/>
          <p:nvPr/>
        </p:nvSpPr>
        <p:spPr>
          <a:xfrm>
            <a:off x="5326200" y="209952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8" y="2"/>
                </a:moveTo>
                <a:lnTo>
                  <a:pt x="7" y="2"/>
                </a:lnTo>
                <a:lnTo>
                  <a:pt x="6" y="2"/>
                </a:lnTo>
                <a:lnTo>
                  <a:pt x="2" y="4"/>
                </a:lnTo>
                <a:lnTo>
                  <a:pt x="0" y="4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7" y="0"/>
                </a:lnTo>
                <a:lnTo>
                  <a:pt x="8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" name=""/>
          <p:cNvSpPr/>
          <p:nvPr/>
        </p:nvSpPr>
        <p:spPr>
          <a:xfrm>
            <a:off x="5324040" y="209556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5" y="5"/>
                </a:moveTo>
                <a:lnTo>
                  <a:pt x="4" y="5"/>
                </a:lnTo>
                <a:lnTo>
                  <a:pt x="4" y="6"/>
                </a:lnTo>
                <a:lnTo>
                  <a:pt x="5" y="6"/>
                </a:lnTo>
                <a:lnTo>
                  <a:pt x="6" y="6"/>
                </a:lnTo>
                <a:lnTo>
                  <a:pt x="8" y="6"/>
                </a:lnTo>
                <a:lnTo>
                  <a:pt x="8" y="5"/>
                </a:lnTo>
                <a:lnTo>
                  <a:pt x="8" y="6"/>
                </a:lnTo>
                <a:lnTo>
                  <a:pt x="9" y="6"/>
                </a:lnTo>
                <a:lnTo>
                  <a:pt x="8" y="6"/>
                </a:lnTo>
                <a:lnTo>
                  <a:pt x="9" y="6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6" y="8"/>
                </a:lnTo>
                <a:lnTo>
                  <a:pt x="5" y="7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" name=""/>
          <p:cNvSpPr/>
          <p:nvPr/>
        </p:nvSpPr>
        <p:spPr>
          <a:xfrm>
            <a:off x="5321880" y="206496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3" y="4"/>
                </a:move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4" y="0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9" y="4"/>
                </a:lnTo>
                <a:lnTo>
                  <a:pt x="8" y="5"/>
                </a:lnTo>
                <a:lnTo>
                  <a:pt x="7" y="5"/>
                </a:lnTo>
                <a:lnTo>
                  <a:pt x="6" y="4"/>
                </a:lnTo>
                <a:lnTo>
                  <a:pt x="4" y="3"/>
                </a:lnTo>
                <a:lnTo>
                  <a:pt x="3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" name=""/>
          <p:cNvSpPr/>
          <p:nvPr/>
        </p:nvSpPr>
        <p:spPr>
          <a:xfrm>
            <a:off x="5319720" y="2053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" name=""/>
          <p:cNvSpPr/>
          <p:nvPr/>
        </p:nvSpPr>
        <p:spPr>
          <a:xfrm>
            <a:off x="5321880" y="20509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" name=""/>
          <p:cNvSpPr/>
          <p:nvPr/>
        </p:nvSpPr>
        <p:spPr>
          <a:xfrm>
            <a:off x="5327640" y="2049480"/>
            <a:ext cx="3960" cy="3600"/>
          </a:xfrm>
          <a:custGeom>
            <a:avLst/>
            <a:gdLst/>
            <a:ahLst/>
            <a:rect l="0" t="0" r="r" b="b"/>
            <a:pathLst>
              <a:path w="11" h="10">
                <a:moveTo>
                  <a:pt x="10" y="2"/>
                </a:move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9" y="4"/>
                </a:lnTo>
                <a:lnTo>
                  <a:pt x="10" y="4"/>
                </a:lnTo>
                <a:lnTo>
                  <a:pt x="11" y="4"/>
                </a:lnTo>
                <a:lnTo>
                  <a:pt x="10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1" y="7"/>
                </a:lnTo>
                <a:lnTo>
                  <a:pt x="10" y="8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7" y="8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5" y="8"/>
                </a:lnTo>
                <a:lnTo>
                  <a:pt x="5" y="7"/>
                </a:lnTo>
                <a:lnTo>
                  <a:pt x="4" y="6"/>
                </a:lnTo>
                <a:lnTo>
                  <a:pt x="3" y="6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1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" name=""/>
          <p:cNvSpPr/>
          <p:nvPr/>
        </p:nvSpPr>
        <p:spPr>
          <a:xfrm>
            <a:off x="5320800" y="2049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" name=""/>
          <p:cNvSpPr/>
          <p:nvPr/>
        </p:nvSpPr>
        <p:spPr>
          <a:xfrm>
            <a:off x="5313960" y="2044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" name=""/>
          <p:cNvSpPr/>
          <p:nvPr/>
        </p:nvSpPr>
        <p:spPr>
          <a:xfrm>
            <a:off x="5325120" y="203400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0" y="4"/>
                </a:moveTo>
                <a:lnTo>
                  <a:pt x="0" y="3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3"/>
                </a:lnTo>
                <a:lnTo>
                  <a:pt x="5" y="4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" name=""/>
          <p:cNvSpPr/>
          <p:nvPr/>
        </p:nvSpPr>
        <p:spPr>
          <a:xfrm>
            <a:off x="5309640" y="2022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" name=""/>
          <p:cNvSpPr/>
          <p:nvPr/>
        </p:nvSpPr>
        <p:spPr>
          <a:xfrm>
            <a:off x="5310360" y="2021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1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" name=""/>
          <p:cNvSpPr/>
          <p:nvPr/>
        </p:nvSpPr>
        <p:spPr>
          <a:xfrm>
            <a:off x="5309280" y="2019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" name=""/>
          <p:cNvSpPr/>
          <p:nvPr/>
        </p:nvSpPr>
        <p:spPr>
          <a:xfrm>
            <a:off x="5311080" y="2019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2"/>
                </a:lnTo>
                <a:lnTo>
                  <a:pt x="1" y="4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" name=""/>
          <p:cNvSpPr/>
          <p:nvPr/>
        </p:nvSpPr>
        <p:spPr>
          <a:xfrm>
            <a:off x="5313960" y="2018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" name=""/>
          <p:cNvSpPr/>
          <p:nvPr/>
        </p:nvSpPr>
        <p:spPr>
          <a:xfrm>
            <a:off x="5314320" y="20174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3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" name=""/>
          <p:cNvSpPr/>
          <p:nvPr/>
        </p:nvSpPr>
        <p:spPr>
          <a:xfrm>
            <a:off x="5318280" y="2013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" name=""/>
          <p:cNvSpPr/>
          <p:nvPr/>
        </p:nvSpPr>
        <p:spPr>
          <a:xfrm>
            <a:off x="5325840" y="198540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6" y="13"/>
                </a:moveTo>
                <a:lnTo>
                  <a:pt x="5" y="14"/>
                </a:lnTo>
                <a:lnTo>
                  <a:pt x="4" y="13"/>
                </a:lnTo>
                <a:lnTo>
                  <a:pt x="2" y="12"/>
                </a:lnTo>
                <a:lnTo>
                  <a:pt x="1" y="9"/>
                </a:lnTo>
                <a:lnTo>
                  <a:pt x="1" y="8"/>
                </a:lnTo>
                <a:lnTo>
                  <a:pt x="0" y="6"/>
                </a:lnTo>
                <a:lnTo>
                  <a:pt x="2" y="4"/>
                </a:lnTo>
                <a:lnTo>
                  <a:pt x="3" y="3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4"/>
                </a:lnTo>
                <a:lnTo>
                  <a:pt x="12" y="5"/>
                </a:lnTo>
                <a:lnTo>
                  <a:pt x="13" y="5"/>
                </a:lnTo>
                <a:lnTo>
                  <a:pt x="14" y="6"/>
                </a:lnTo>
                <a:lnTo>
                  <a:pt x="14" y="8"/>
                </a:lnTo>
                <a:lnTo>
                  <a:pt x="14" y="9"/>
                </a:lnTo>
                <a:lnTo>
                  <a:pt x="14" y="10"/>
                </a:lnTo>
                <a:lnTo>
                  <a:pt x="13" y="10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8" y="13"/>
                </a:lnTo>
                <a:lnTo>
                  <a:pt x="6" y="1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" name=""/>
          <p:cNvSpPr/>
          <p:nvPr/>
        </p:nvSpPr>
        <p:spPr>
          <a:xfrm>
            <a:off x="5319000" y="1975680"/>
            <a:ext cx="6480" cy="10080"/>
          </a:xfrm>
          <a:custGeom>
            <a:avLst/>
            <a:gdLst/>
            <a:ahLst/>
            <a:rect l="0" t="0" r="r" b="b"/>
            <a:pathLst>
              <a:path w="18" h="28">
                <a:moveTo>
                  <a:pt x="2" y="1"/>
                </a:move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8" y="3"/>
                </a:lnTo>
                <a:lnTo>
                  <a:pt x="8" y="4"/>
                </a:lnTo>
                <a:lnTo>
                  <a:pt x="10" y="6"/>
                </a:lnTo>
                <a:lnTo>
                  <a:pt x="11" y="7"/>
                </a:lnTo>
                <a:lnTo>
                  <a:pt x="12" y="8"/>
                </a:lnTo>
                <a:lnTo>
                  <a:pt x="13" y="8"/>
                </a:lnTo>
                <a:lnTo>
                  <a:pt x="14" y="8"/>
                </a:lnTo>
                <a:lnTo>
                  <a:pt x="15" y="8"/>
                </a:lnTo>
                <a:lnTo>
                  <a:pt x="15" y="10"/>
                </a:lnTo>
                <a:lnTo>
                  <a:pt x="15" y="12"/>
                </a:lnTo>
                <a:lnTo>
                  <a:pt x="16" y="14"/>
                </a:lnTo>
                <a:lnTo>
                  <a:pt x="17" y="16"/>
                </a:lnTo>
                <a:lnTo>
                  <a:pt x="17" y="17"/>
                </a:lnTo>
                <a:lnTo>
                  <a:pt x="18" y="17"/>
                </a:lnTo>
                <a:lnTo>
                  <a:pt x="18" y="18"/>
                </a:lnTo>
                <a:lnTo>
                  <a:pt x="18" y="19"/>
                </a:lnTo>
                <a:lnTo>
                  <a:pt x="18" y="20"/>
                </a:lnTo>
                <a:lnTo>
                  <a:pt x="17" y="21"/>
                </a:lnTo>
                <a:lnTo>
                  <a:pt x="15" y="23"/>
                </a:lnTo>
                <a:lnTo>
                  <a:pt x="14" y="23"/>
                </a:lnTo>
                <a:lnTo>
                  <a:pt x="14" y="24"/>
                </a:lnTo>
                <a:lnTo>
                  <a:pt x="13" y="24"/>
                </a:lnTo>
                <a:lnTo>
                  <a:pt x="12" y="24"/>
                </a:lnTo>
                <a:lnTo>
                  <a:pt x="11" y="25"/>
                </a:lnTo>
                <a:lnTo>
                  <a:pt x="11" y="26"/>
                </a:lnTo>
                <a:lnTo>
                  <a:pt x="10" y="27"/>
                </a:lnTo>
                <a:lnTo>
                  <a:pt x="9" y="28"/>
                </a:lnTo>
                <a:lnTo>
                  <a:pt x="8" y="28"/>
                </a:lnTo>
                <a:lnTo>
                  <a:pt x="6" y="28"/>
                </a:lnTo>
                <a:lnTo>
                  <a:pt x="5" y="27"/>
                </a:lnTo>
                <a:lnTo>
                  <a:pt x="5" y="28"/>
                </a:lnTo>
                <a:lnTo>
                  <a:pt x="4" y="28"/>
                </a:lnTo>
                <a:lnTo>
                  <a:pt x="4" y="27"/>
                </a:lnTo>
                <a:lnTo>
                  <a:pt x="4" y="26"/>
                </a:lnTo>
                <a:lnTo>
                  <a:pt x="3" y="25"/>
                </a:lnTo>
                <a:lnTo>
                  <a:pt x="3" y="24"/>
                </a:lnTo>
                <a:lnTo>
                  <a:pt x="2" y="24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2" y="21"/>
                </a:lnTo>
                <a:lnTo>
                  <a:pt x="3" y="20"/>
                </a:lnTo>
                <a:lnTo>
                  <a:pt x="2" y="18"/>
                </a:lnTo>
                <a:lnTo>
                  <a:pt x="1" y="15"/>
                </a:lnTo>
                <a:lnTo>
                  <a:pt x="0" y="14"/>
                </a:lnTo>
                <a:lnTo>
                  <a:pt x="0" y="13"/>
                </a:lnTo>
                <a:lnTo>
                  <a:pt x="0" y="10"/>
                </a:lnTo>
                <a:lnTo>
                  <a:pt x="1" y="8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" name=""/>
          <p:cNvSpPr/>
          <p:nvPr/>
        </p:nvSpPr>
        <p:spPr>
          <a:xfrm>
            <a:off x="5317200" y="19771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2" y="4"/>
                </a:lnTo>
                <a:lnTo>
                  <a:pt x="1" y="2"/>
                </a:lnTo>
                <a:lnTo>
                  <a:pt x="1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" name=""/>
          <p:cNvSpPr/>
          <p:nvPr/>
        </p:nvSpPr>
        <p:spPr>
          <a:xfrm>
            <a:off x="5326560" y="197712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0"/>
                </a:moveTo>
                <a:lnTo>
                  <a:pt x="2" y="0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" name=""/>
          <p:cNvSpPr/>
          <p:nvPr/>
        </p:nvSpPr>
        <p:spPr>
          <a:xfrm>
            <a:off x="5326920" y="1975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" name=""/>
          <p:cNvSpPr/>
          <p:nvPr/>
        </p:nvSpPr>
        <p:spPr>
          <a:xfrm>
            <a:off x="5322600" y="1973880"/>
            <a:ext cx="3600" cy="3960"/>
          </a:xfrm>
          <a:custGeom>
            <a:avLst/>
            <a:gdLst/>
            <a:ahLst/>
            <a:rect l="0" t="0" r="r" b="b"/>
            <a:pathLst>
              <a:path w="10" h="11">
                <a:moveTo>
                  <a:pt x="8" y="9"/>
                </a:moveTo>
                <a:lnTo>
                  <a:pt x="9" y="10"/>
                </a:lnTo>
                <a:lnTo>
                  <a:pt x="8" y="10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6" y="9"/>
                </a:lnTo>
                <a:lnTo>
                  <a:pt x="6" y="8"/>
                </a:lnTo>
                <a:lnTo>
                  <a:pt x="4" y="7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1" y="5"/>
                </a:lnTo>
                <a:lnTo>
                  <a:pt x="2" y="3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3"/>
                </a:lnTo>
                <a:lnTo>
                  <a:pt x="9" y="6"/>
                </a:lnTo>
                <a:lnTo>
                  <a:pt x="9" y="7"/>
                </a:lnTo>
                <a:lnTo>
                  <a:pt x="8" y="9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" name=""/>
          <p:cNvSpPr/>
          <p:nvPr/>
        </p:nvSpPr>
        <p:spPr>
          <a:xfrm>
            <a:off x="5326200" y="1974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0"/>
                </a:move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" name=""/>
          <p:cNvSpPr/>
          <p:nvPr/>
        </p:nvSpPr>
        <p:spPr>
          <a:xfrm>
            <a:off x="5319360" y="19742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4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" name=""/>
          <p:cNvSpPr/>
          <p:nvPr/>
        </p:nvSpPr>
        <p:spPr>
          <a:xfrm>
            <a:off x="5320800" y="19591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2"/>
                </a:move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" name=""/>
          <p:cNvSpPr/>
          <p:nvPr/>
        </p:nvSpPr>
        <p:spPr>
          <a:xfrm>
            <a:off x="5322600" y="1956600"/>
            <a:ext cx="2520" cy="4320"/>
          </a:xfrm>
          <a:custGeom>
            <a:avLst/>
            <a:gdLst/>
            <a:ahLst/>
            <a:rect l="0" t="0" r="r" b="b"/>
            <a:pathLst>
              <a:path w="7" h="12">
                <a:moveTo>
                  <a:pt x="4" y="9"/>
                </a:moveTo>
                <a:lnTo>
                  <a:pt x="4" y="11"/>
                </a:lnTo>
                <a:lnTo>
                  <a:pt x="3" y="12"/>
                </a:lnTo>
                <a:lnTo>
                  <a:pt x="2" y="12"/>
                </a:lnTo>
                <a:lnTo>
                  <a:pt x="0" y="9"/>
                </a:lnTo>
                <a:lnTo>
                  <a:pt x="0" y="8"/>
                </a:lnTo>
                <a:lnTo>
                  <a:pt x="2" y="8"/>
                </a:lnTo>
                <a:lnTo>
                  <a:pt x="2" y="7"/>
                </a:lnTo>
                <a:lnTo>
                  <a:pt x="3" y="6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4" y="9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" name=""/>
          <p:cNvSpPr/>
          <p:nvPr/>
        </p:nvSpPr>
        <p:spPr>
          <a:xfrm>
            <a:off x="5325480" y="193716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6" y="4"/>
                </a:lnTo>
                <a:lnTo>
                  <a:pt x="4" y="5"/>
                </a:lnTo>
                <a:lnTo>
                  <a:pt x="3" y="7"/>
                </a:lnTo>
                <a:lnTo>
                  <a:pt x="2" y="5"/>
                </a:lnTo>
                <a:lnTo>
                  <a:pt x="1" y="4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" name=""/>
          <p:cNvSpPr/>
          <p:nvPr/>
        </p:nvSpPr>
        <p:spPr>
          <a:xfrm>
            <a:off x="5328000" y="19353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7" y="0"/>
                </a:move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1"/>
                </a:lnTo>
                <a:lnTo>
                  <a:pt x="2" y="0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" name=""/>
          <p:cNvSpPr/>
          <p:nvPr/>
        </p:nvSpPr>
        <p:spPr>
          <a:xfrm>
            <a:off x="5323680" y="1933560"/>
            <a:ext cx="5040" cy="3240"/>
          </a:xfrm>
          <a:custGeom>
            <a:avLst/>
            <a:gdLst/>
            <a:ahLst/>
            <a:rect l="0" t="0" r="r" b="b"/>
            <a:pathLst>
              <a:path w="14" h="9">
                <a:moveTo>
                  <a:pt x="13" y="7"/>
                </a:moveTo>
                <a:lnTo>
                  <a:pt x="13" y="8"/>
                </a:lnTo>
                <a:lnTo>
                  <a:pt x="12" y="9"/>
                </a:lnTo>
                <a:lnTo>
                  <a:pt x="7" y="7"/>
                </a:lnTo>
                <a:lnTo>
                  <a:pt x="4" y="5"/>
                </a:lnTo>
                <a:lnTo>
                  <a:pt x="2" y="4"/>
                </a:lnTo>
                <a:lnTo>
                  <a:pt x="0" y="3"/>
                </a:lnTo>
                <a:lnTo>
                  <a:pt x="1" y="1"/>
                </a:lnTo>
                <a:lnTo>
                  <a:pt x="4" y="1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8" y="3"/>
                </a:lnTo>
                <a:lnTo>
                  <a:pt x="10" y="4"/>
                </a:lnTo>
                <a:lnTo>
                  <a:pt x="13" y="5"/>
                </a:lnTo>
                <a:lnTo>
                  <a:pt x="14" y="5"/>
                </a:lnTo>
                <a:lnTo>
                  <a:pt x="14" y="6"/>
                </a:lnTo>
                <a:lnTo>
                  <a:pt x="13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" name=""/>
          <p:cNvSpPr/>
          <p:nvPr/>
        </p:nvSpPr>
        <p:spPr>
          <a:xfrm>
            <a:off x="5321880" y="1933200"/>
            <a:ext cx="2520" cy="720"/>
          </a:xfrm>
          <a:custGeom>
            <a:avLst/>
            <a:gdLst/>
            <a:ahLst/>
            <a:rect l="0" t="0" r="r" b="b"/>
            <a:pathLst>
              <a:path w="7" h="2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" name=""/>
          <p:cNvSpPr/>
          <p:nvPr/>
        </p:nvSpPr>
        <p:spPr>
          <a:xfrm>
            <a:off x="5330520" y="2109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0"/>
                </a:moveTo>
                <a:lnTo>
                  <a:pt x="3" y="1"/>
                </a:lnTo>
                <a:lnTo>
                  <a:pt x="4" y="2"/>
                </a:lnTo>
                <a:lnTo>
                  <a:pt x="3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" name=""/>
          <p:cNvSpPr/>
          <p:nvPr/>
        </p:nvSpPr>
        <p:spPr>
          <a:xfrm>
            <a:off x="5329440" y="2103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" name=""/>
          <p:cNvSpPr/>
          <p:nvPr/>
        </p:nvSpPr>
        <p:spPr>
          <a:xfrm>
            <a:off x="5330160" y="21027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" name=""/>
          <p:cNvSpPr/>
          <p:nvPr/>
        </p:nvSpPr>
        <p:spPr>
          <a:xfrm>
            <a:off x="5332320" y="2102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" name=""/>
          <p:cNvSpPr/>
          <p:nvPr/>
        </p:nvSpPr>
        <p:spPr>
          <a:xfrm>
            <a:off x="5334840" y="2085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" name=""/>
          <p:cNvSpPr/>
          <p:nvPr/>
        </p:nvSpPr>
        <p:spPr>
          <a:xfrm>
            <a:off x="5334840" y="20851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" name=""/>
          <p:cNvSpPr/>
          <p:nvPr/>
        </p:nvSpPr>
        <p:spPr>
          <a:xfrm>
            <a:off x="5330880" y="207828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7" y="4"/>
                </a:move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  <a:lnTo>
                  <a:pt x="5" y="6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6" y="4"/>
                </a:lnTo>
                <a:lnTo>
                  <a:pt x="7" y="3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10" y="1"/>
                </a:lnTo>
                <a:lnTo>
                  <a:pt x="8" y="1"/>
                </a:lnTo>
                <a:lnTo>
                  <a:pt x="8" y="3"/>
                </a:lnTo>
                <a:lnTo>
                  <a:pt x="7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" name=""/>
          <p:cNvSpPr/>
          <p:nvPr/>
        </p:nvSpPr>
        <p:spPr>
          <a:xfrm>
            <a:off x="5335560" y="207396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4" y="5"/>
                </a:move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7"/>
                </a:lnTo>
                <a:lnTo>
                  <a:pt x="1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1"/>
                </a:lnTo>
                <a:lnTo>
                  <a:pt x="3" y="1"/>
                </a:lnTo>
                <a:lnTo>
                  <a:pt x="4" y="3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3"/>
                </a:lnTo>
                <a:lnTo>
                  <a:pt x="5" y="3"/>
                </a:lnTo>
                <a:lnTo>
                  <a:pt x="4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" name=""/>
          <p:cNvSpPr/>
          <p:nvPr/>
        </p:nvSpPr>
        <p:spPr>
          <a:xfrm>
            <a:off x="5333400" y="2073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3"/>
                </a:lnTo>
                <a:lnTo>
                  <a:pt x="2" y="4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" name=""/>
          <p:cNvSpPr/>
          <p:nvPr/>
        </p:nvSpPr>
        <p:spPr>
          <a:xfrm>
            <a:off x="5334480" y="2069640"/>
            <a:ext cx="2520" cy="3600"/>
          </a:xfrm>
          <a:custGeom>
            <a:avLst/>
            <a:gdLst/>
            <a:ahLst/>
            <a:rect l="0" t="0" r="r" b="b"/>
            <a:pathLst>
              <a:path w="7" h="10">
                <a:moveTo>
                  <a:pt x="4" y="3"/>
                </a:moveTo>
                <a:lnTo>
                  <a:pt x="4" y="6"/>
                </a:lnTo>
                <a:lnTo>
                  <a:pt x="6" y="6"/>
                </a:lnTo>
                <a:lnTo>
                  <a:pt x="4" y="8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2" y="9"/>
                </a:lnTo>
                <a:lnTo>
                  <a:pt x="2" y="8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7" y="2"/>
                </a:lnTo>
                <a:lnTo>
                  <a:pt x="7" y="3"/>
                </a:lnTo>
                <a:lnTo>
                  <a:pt x="4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" name=""/>
          <p:cNvSpPr/>
          <p:nvPr/>
        </p:nvSpPr>
        <p:spPr>
          <a:xfrm>
            <a:off x="5337360" y="2051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" name=""/>
          <p:cNvSpPr/>
          <p:nvPr/>
        </p:nvSpPr>
        <p:spPr>
          <a:xfrm>
            <a:off x="5326920" y="2045520"/>
            <a:ext cx="7200" cy="4680"/>
          </a:xfrm>
          <a:custGeom>
            <a:avLst/>
            <a:gdLst/>
            <a:ahLst/>
            <a:rect l="0" t="0" r="r" b="b"/>
            <a:pathLst>
              <a:path w="20" h="13">
                <a:moveTo>
                  <a:pt x="15" y="0"/>
                </a:moveTo>
                <a:lnTo>
                  <a:pt x="16" y="1"/>
                </a:lnTo>
                <a:lnTo>
                  <a:pt x="16" y="2"/>
                </a:lnTo>
                <a:lnTo>
                  <a:pt x="15" y="3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19" y="5"/>
                </a:lnTo>
                <a:lnTo>
                  <a:pt x="20" y="5"/>
                </a:lnTo>
                <a:lnTo>
                  <a:pt x="20" y="6"/>
                </a:lnTo>
                <a:lnTo>
                  <a:pt x="19" y="6"/>
                </a:lnTo>
                <a:lnTo>
                  <a:pt x="18" y="7"/>
                </a:lnTo>
                <a:lnTo>
                  <a:pt x="19" y="7"/>
                </a:lnTo>
                <a:lnTo>
                  <a:pt x="19" y="8"/>
                </a:lnTo>
                <a:lnTo>
                  <a:pt x="19" y="9"/>
                </a:lnTo>
                <a:lnTo>
                  <a:pt x="18" y="12"/>
                </a:lnTo>
                <a:lnTo>
                  <a:pt x="17" y="13"/>
                </a:lnTo>
                <a:lnTo>
                  <a:pt x="16" y="13"/>
                </a:lnTo>
                <a:lnTo>
                  <a:pt x="16" y="12"/>
                </a:lnTo>
                <a:lnTo>
                  <a:pt x="15" y="12"/>
                </a:lnTo>
                <a:lnTo>
                  <a:pt x="12" y="13"/>
                </a:lnTo>
                <a:lnTo>
                  <a:pt x="11" y="13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2" y="8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12" y="1"/>
                </a:lnTo>
                <a:lnTo>
                  <a:pt x="13" y="1"/>
                </a:lnTo>
                <a:lnTo>
                  <a:pt x="15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" name=""/>
          <p:cNvSpPr/>
          <p:nvPr/>
        </p:nvSpPr>
        <p:spPr>
          <a:xfrm>
            <a:off x="5332320" y="2041920"/>
            <a:ext cx="7920" cy="10080"/>
          </a:xfrm>
          <a:custGeom>
            <a:avLst/>
            <a:gdLst/>
            <a:ahLst/>
            <a:rect l="0" t="0" r="r" b="b"/>
            <a:pathLst>
              <a:path w="22" h="28">
                <a:moveTo>
                  <a:pt x="19" y="7"/>
                </a:moveTo>
                <a:lnTo>
                  <a:pt x="19" y="8"/>
                </a:lnTo>
                <a:lnTo>
                  <a:pt x="19" y="9"/>
                </a:lnTo>
                <a:lnTo>
                  <a:pt x="20" y="9"/>
                </a:lnTo>
                <a:lnTo>
                  <a:pt x="20" y="10"/>
                </a:lnTo>
                <a:lnTo>
                  <a:pt x="20" y="11"/>
                </a:lnTo>
                <a:lnTo>
                  <a:pt x="21" y="11"/>
                </a:lnTo>
                <a:lnTo>
                  <a:pt x="22" y="14"/>
                </a:lnTo>
                <a:lnTo>
                  <a:pt x="22" y="15"/>
                </a:lnTo>
                <a:lnTo>
                  <a:pt x="21" y="16"/>
                </a:lnTo>
                <a:lnTo>
                  <a:pt x="20" y="16"/>
                </a:lnTo>
                <a:lnTo>
                  <a:pt x="19" y="17"/>
                </a:lnTo>
                <a:lnTo>
                  <a:pt x="18" y="18"/>
                </a:lnTo>
                <a:lnTo>
                  <a:pt x="19" y="19"/>
                </a:lnTo>
                <a:lnTo>
                  <a:pt x="20" y="19"/>
                </a:lnTo>
                <a:lnTo>
                  <a:pt x="21" y="18"/>
                </a:lnTo>
                <a:lnTo>
                  <a:pt x="22" y="18"/>
                </a:lnTo>
                <a:lnTo>
                  <a:pt x="22" y="19"/>
                </a:lnTo>
                <a:lnTo>
                  <a:pt x="21" y="21"/>
                </a:lnTo>
                <a:lnTo>
                  <a:pt x="20" y="21"/>
                </a:lnTo>
                <a:lnTo>
                  <a:pt x="19" y="22"/>
                </a:lnTo>
                <a:lnTo>
                  <a:pt x="19" y="23"/>
                </a:lnTo>
                <a:lnTo>
                  <a:pt x="19" y="24"/>
                </a:lnTo>
                <a:lnTo>
                  <a:pt x="19" y="25"/>
                </a:lnTo>
                <a:lnTo>
                  <a:pt x="19" y="26"/>
                </a:lnTo>
                <a:lnTo>
                  <a:pt x="18" y="28"/>
                </a:lnTo>
                <a:lnTo>
                  <a:pt x="17" y="28"/>
                </a:lnTo>
                <a:lnTo>
                  <a:pt x="17" y="27"/>
                </a:lnTo>
                <a:lnTo>
                  <a:pt x="18" y="27"/>
                </a:lnTo>
                <a:lnTo>
                  <a:pt x="17" y="26"/>
                </a:lnTo>
                <a:lnTo>
                  <a:pt x="16" y="27"/>
                </a:lnTo>
                <a:lnTo>
                  <a:pt x="14" y="27"/>
                </a:lnTo>
                <a:lnTo>
                  <a:pt x="15" y="27"/>
                </a:lnTo>
                <a:lnTo>
                  <a:pt x="15" y="26"/>
                </a:lnTo>
                <a:lnTo>
                  <a:pt x="14" y="24"/>
                </a:lnTo>
                <a:lnTo>
                  <a:pt x="14" y="23"/>
                </a:lnTo>
                <a:lnTo>
                  <a:pt x="13" y="23"/>
                </a:lnTo>
                <a:lnTo>
                  <a:pt x="11" y="23"/>
                </a:lnTo>
                <a:lnTo>
                  <a:pt x="10" y="23"/>
                </a:lnTo>
                <a:lnTo>
                  <a:pt x="10" y="24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9" y="23"/>
                </a:lnTo>
                <a:lnTo>
                  <a:pt x="10" y="23"/>
                </a:lnTo>
                <a:lnTo>
                  <a:pt x="10" y="22"/>
                </a:lnTo>
                <a:lnTo>
                  <a:pt x="9" y="21"/>
                </a:lnTo>
                <a:lnTo>
                  <a:pt x="8" y="21"/>
                </a:lnTo>
                <a:lnTo>
                  <a:pt x="8" y="20"/>
                </a:lnTo>
                <a:lnTo>
                  <a:pt x="6" y="18"/>
                </a:lnTo>
                <a:lnTo>
                  <a:pt x="6" y="17"/>
                </a:lnTo>
                <a:lnTo>
                  <a:pt x="5" y="17"/>
                </a:lnTo>
                <a:lnTo>
                  <a:pt x="5" y="16"/>
                </a:lnTo>
                <a:lnTo>
                  <a:pt x="6" y="16"/>
                </a:lnTo>
                <a:lnTo>
                  <a:pt x="5" y="15"/>
                </a:lnTo>
                <a:lnTo>
                  <a:pt x="3" y="14"/>
                </a:lnTo>
                <a:lnTo>
                  <a:pt x="2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0"/>
                </a:lnTo>
                <a:lnTo>
                  <a:pt x="1" y="9"/>
                </a:lnTo>
                <a:lnTo>
                  <a:pt x="3" y="8"/>
                </a:lnTo>
                <a:lnTo>
                  <a:pt x="6" y="7"/>
                </a:lnTo>
                <a:lnTo>
                  <a:pt x="6" y="6"/>
                </a:lnTo>
                <a:lnTo>
                  <a:pt x="7" y="5"/>
                </a:lnTo>
                <a:lnTo>
                  <a:pt x="8" y="5"/>
                </a:lnTo>
                <a:lnTo>
                  <a:pt x="9" y="4"/>
                </a:lnTo>
                <a:lnTo>
                  <a:pt x="10" y="3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lnTo>
                  <a:pt x="15" y="3"/>
                </a:lnTo>
                <a:lnTo>
                  <a:pt x="16" y="3"/>
                </a:lnTo>
                <a:lnTo>
                  <a:pt x="18" y="4"/>
                </a:lnTo>
                <a:lnTo>
                  <a:pt x="19" y="4"/>
                </a:lnTo>
                <a:lnTo>
                  <a:pt x="19" y="5"/>
                </a:lnTo>
                <a:lnTo>
                  <a:pt x="20" y="6"/>
                </a:lnTo>
                <a:lnTo>
                  <a:pt x="19" y="6"/>
                </a:lnTo>
                <a:lnTo>
                  <a:pt x="19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" name=""/>
          <p:cNvSpPr/>
          <p:nvPr/>
        </p:nvSpPr>
        <p:spPr>
          <a:xfrm>
            <a:off x="5331240" y="2043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" name=""/>
          <p:cNvSpPr/>
          <p:nvPr/>
        </p:nvSpPr>
        <p:spPr>
          <a:xfrm>
            <a:off x="5332680" y="20433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0"/>
                </a:move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" name=""/>
          <p:cNvSpPr/>
          <p:nvPr/>
        </p:nvSpPr>
        <p:spPr>
          <a:xfrm>
            <a:off x="5336640" y="204084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6" y="7"/>
                </a:moveTo>
                <a:lnTo>
                  <a:pt x="5" y="7"/>
                </a:lnTo>
                <a:lnTo>
                  <a:pt x="5" y="6"/>
                </a:lnTo>
                <a:lnTo>
                  <a:pt x="3" y="6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2" y="1"/>
                </a:lnTo>
                <a:lnTo>
                  <a:pt x="3" y="0"/>
                </a:lnTo>
                <a:lnTo>
                  <a:pt x="5" y="1"/>
                </a:lnTo>
                <a:lnTo>
                  <a:pt x="3" y="1"/>
                </a:ln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" name=""/>
          <p:cNvSpPr/>
          <p:nvPr/>
        </p:nvSpPr>
        <p:spPr>
          <a:xfrm>
            <a:off x="5336280" y="20394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4"/>
                </a:moveTo>
                <a:lnTo>
                  <a:pt x="3" y="6"/>
                </a:lnTo>
                <a:lnTo>
                  <a:pt x="1" y="6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5" y="4"/>
                </a:lnTo>
                <a:lnTo>
                  <a:pt x="4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" name=""/>
          <p:cNvSpPr/>
          <p:nvPr/>
        </p:nvSpPr>
        <p:spPr>
          <a:xfrm>
            <a:off x="5335920" y="2029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0"/>
                </a:move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" name=""/>
          <p:cNvSpPr/>
          <p:nvPr/>
        </p:nvSpPr>
        <p:spPr>
          <a:xfrm>
            <a:off x="5337000" y="2024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" name=""/>
          <p:cNvSpPr/>
          <p:nvPr/>
        </p:nvSpPr>
        <p:spPr>
          <a:xfrm>
            <a:off x="5334840" y="2019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0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" name=""/>
          <p:cNvSpPr/>
          <p:nvPr/>
        </p:nvSpPr>
        <p:spPr>
          <a:xfrm>
            <a:off x="5334120" y="20174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2"/>
                </a:moveTo>
                <a:lnTo>
                  <a:pt x="1" y="2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" name=""/>
          <p:cNvSpPr/>
          <p:nvPr/>
        </p:nvSpPr>
        <p:spPr>
          <a:xfrm>
            <a:off x="5335560" y="20088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" name=""/>
          <p:cNvSpPr/>
          <p:nvPr/>
        </p:nvSpPr>
        <p:spPr>
          <a:xfrm>
            <a:off x="5334120" y="2008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" name=""/>
          <p:cNvSpPr/>
          <p:nvPr/>
        </p:nvSpPr>
        <p:spPr>
          <a:xfrm>
            <a:off x="5333400" y="1998720"/>
            <a:ext cx="2160" cy="3960"/>
          </a:xfrm>
          <a:custGeom>
            <a:avLst/>
            <a:gdLst/>
            <a:ahLst/>
            <a:rect l="0" t="0" r="r" b="b"/>
            <a:pathLst>
              <a:path w="6" h="11">
                <a:moveTo>
                  <a:pt x="4" y="11"/>
                </a:moveTo>
                <a:lnTo>
                  <a:pt x="2" y="11"/>
                </a:lnTo>
                <a:lnTo>
                  <a:pt x="1" y="9"/>
                </a:lnTo>
                <a:lnTo>
                  <a:pt x="1" y="8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6" y="3"/>
                </a:lnTo>
                <a:lnTo>
                  <a:pt x="4" y="4"/>
                </a:lnTo>
                <a:lnTo>
                  <a:pt x="4" y="5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lnTo>
                  <a:pt x="4" y="10"/>
                </a:lnTo>
                <a:lnTo>
                  <a:pt x="4" y="1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" name=""/>
          <p:cNvSpPr/>
          <p:nvPr/>
        </p:nvSpPr>
        <p:spPr>
          <a:xfrm>
            <a:off x="5327640" y="1994400"/>
            <a:ext cx="6840" cy="6840"/>
          </a:xfrm>
          <a:custGeom>
            <a:avLst/>
            <a:gdLst/>
            <a:ahLst/>
            <a:rect l="0" t="0" r="r" b="b"/>
            <a:pathLst>
              <a:path w="19" h="19">
                <a:moveTo>
                  <a:pt x="14" y="11"/>
                </a:moveTo>
                <a:lnTo>
                  <a:pt x="13" y="12"/>
                </a:lnTo>
                <a:lnTo>
                  <a:pt x="13" y="14"/>
                </a:lnTo>
                <a:lnTo>
                  <a:pt x="12" y="14"/>
                </a:lnTo>
                <a:lnTo>
                  <a:pt x="2" y="18"/>
                </a:lnTo>
                <a:lnTo>
                  <a:pt x="1" y="18"/>
                </a:lnTo>
                <a:lnTo>
                  <a:pt x="1" y="19"/>
                </a:lnTo>
                <a:lnTo>
                  <a:pt x="0" y="18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3" y="12"/>
                </a:lnTo>
                <a:lnTo>
                  <a:pt x="4" y="11"/>
                </a:lnTo>
                <a:lnTo>
                  <a:pt x="6" y="8"/>
                </a:lnTo>
                <a:lnTo>
                  <a:pt x="8" y="6"/>
                </a:lnTo>
                <a:lnTo>
                  <a:pt x="9" y="5"/>
                </a:lnTo>
                <a:lnTo>
                  <a:pt x="9" y="4"/>
                </a:lnTo>
                <a:lnTo>
                  <a:pt x="10" y="3"/>
                </a:lnTo>
                <a:lnTo>
                  <a:pt x="11" y="2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lnTo>
                  <a:pt x="16" y="0"/>
                </a:lnTo>
                <a:lnTo>
                  <a:pt x="18" y="0"/>
                </a:lnTo>
                <a:lnTo>
                  <a:pt x="18" y="1"/>
                </a:lnTo>
                <a:lnTo>
                  <a:pt x="19" y="2"/>
                </a:lnTo>
                <a:lnTo>
                  <a:pt x="19" y="3"/>
                </a:lnTo>
                <a:lnTo>
                  <a:pt x="18" y="3"/>
                </a:lnTo>
                <a:lnTo>
                  <a:pt x="18" y="4"/>
                </a:lnTo>
                <a:lnTo>
                  <a:pt x="16" y="6"/>
                </a:lnTo>
                <a:lnTo>
                  <a:pt x="15" y="9"/>
                </a:lnTo>
                <a:lnTo>
                  <a:pt x="14" y="10"/>
                </a:lnTo>
                <a:lnTo>
                  <a:pt x="14" y="1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" name=""/>
          <p:cNvSpPr/>
          <p:nvPr/>
        </p:nvSpPr>
        <p:spPr>
          <a:xfrm>
            <a:off x="5331600" y="19893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" name=""/>
          <p:cNvSpPr/>
          <p:nvPr/>
        </p:nvSpPr>
        <p:spPr>
          <a:xfrm>
            <a:off x="5330160" y="198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" name=""/>
          <p:cNvSpPr/>
          <p:nvPr/>
        </p:nvSpPr>
        <p:spPr>
          <a:xfrm>
            <a:off x="5331240" y="1988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" name=""/>
          <p:cNvSpPr/>
          <p:nvPr/>
        </p:nvSpPr>
        <p:spPr>
          <a:xfrm>
            <a:off x="5330880" y="1987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" name=""/>
          <p:cNvSpPr/>
          <p:nvPr/>
        </p:nvSpPr>
        <p:spPr>
          <a:xfrm>
            <a:off x="5333400" y="1984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" name=""/>
          <p:cNvSpPr/>
          <p:nvPr/>
        </p:nvSpPr>
        <p:spPr>
          <a:xfrm>
            <a:off x="5331960" y="1983600"/>
            <a:ext cx="1800" cy="2880"/>
          </a:xfrm>
          <a:custGeom>
            <a:avLst/>
            <a:gdLst/>
            <a:ahLst/>
            <a:rect l="0" t="0" r="r" b="b"/>
            <a:pathLst>
              <a:path w="5" h="8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4" y="6"/>
                </a:lnTo>
                <a:lnTo>
                  <a:pt x="4" y="8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" name=""/>
          <p:cNvSpPr/>
          <p:nvPr/>
        </p:nvSpPr>
        <p:spPr>
          <a:xfrm>
            <a:off x="5334840" y="19839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4"/>
                </a:move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4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" name=""/>
          <p:cNvSpPr/>
          <p:nvPr/>
        </p:nvSpPr>
        <p:spPr>
          <a:xfrm>
            <a:off x="5334480" y="198324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1"/>
                </a:moveTo>
                <a:lnTo>
                  <a:pt x="0" y="0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" name=""/>
          <p:cNvSpPr/>
          <p:nvPr/>
        </p:nvSpPr>
        <p:spPr>
          <a:xfrm>
            <a:off x="5336640" y="1981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" name=""/>
          <p:cNvSpPr/>
          <p:nvPr/>
        </p:nvSpPr>
        <p:spPr>
          <a:xfrm>
            <a:off x="5332320" y="19818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0"/>
                </a:moveTo>
                <a:lnTo>
                  <a:pt x="3" y="0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" name=""/>
          <p:cNvSpPr/>
          <p:nvPr/>
        </p:nvSpPr>
        <p:spPr>
          <a:xfrm>
            <a:off x="5333760" y="198072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5" y="5"/>
                </a:moveTo>
                <a:lnTo>
                  <a:pt x="3" y="5"/>
                </a:lnTo>
                <a:lnTo>
                  <a:pt x="3" y="8"/>
                </a:lnTo>
                <a:lnTo>
                  <a:pt x="1" y="8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" name=""/>
          <p:cNvSpPr/>
          <p:nvPr/>
        </p:nvSpPr>
        <p:spPr>
          <a:xfrm>
            <a:off x="5335560" y="1980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" name=""/>
          <p:cNvSpPr/>
          <p:nvPr/>
        </p:nvSpPr>
        <p:spPr>
          <a:xfrm>
            <a:off x="5323680" y="1968840"/>
            <a:ext cx="27360" cy="14400"/>
          </a:xfrm>
          <a:custGeom>
            <a:avLst/>
            <a:gdLst/>
            <a:ahLst/>
            <a:rect l="0" t="0" r="r" b="b"/>
            <a:pathLst>
              <a:path w="76" h="40">
                <a:moveTo>
                  <a:pt x="10" y="3"/>
                </a:moveTo>
                <a:lnTo>
                  <a:pt x="12" y="3"/>
                </a:lnTo>
                <a:lnTo>
                  <a:pt x="13" y="3"/>
                </a:lnTo>
                <a:lnTo>
                  <a:pt x="14" y="4"/>
                </a:lnTo>
                <a:lnTo>
                  <a:pt x="15" y="4"/>
                </a:lnTo>
                <a:lnTo>
                  <a:pt x="16" y="5"/>
                </a:lnTo>
                <a:lnTo>
                  <a:pt x="19" y="4"/>
                </a:lnTo>
                <a:lnTo>
                  <a:pt x="21" y="4"/>
                </a:lnTo>
                <a:lnTo>
                  <a:pt x="24" y="2"/>
                </a:lnTo>
                <a:lnTo>
                  <a:pt x="27" y="1"/>
                </a:lnTo>
                <a:lnTo>
                  <a:pt x="28" y="1"/>
                </a:lnTo>
                <a:lnTo>
                  <a:pt x="29" y="1"/>
                </a:lnTo>
                <a:lnTo>
                  <a:pt x="29" y="0"/>
                </a:lnTo>
                <a:lnTo>
                  <a:pt x="30" y="1"/>
                </a:lnTo>
                <a:lnTo>
                  <a:pt x="32" y="2"/>
                </a:lnTo>
                <a:lnTo>
                  <a:pt x="32" y="3"/>
                </a:lnTo>
                <a:lnTo>
                  <a:pt x="33" y="4"/>
                </a:lnTo>
                <a:lnTo>
                  <a:pt x="34" y="4"/>
                </a:lnTo>
                <a:lnTo>
                  <a:pt x="35" y="4"/>
                </a:lnTo>
                <a:lnTo>
                  <a:pt x="35" y="5"/>
                </a:lnTo>
                <a:lnTo>
                  <a:pt x="36" y="6"/>
                </a:lnTo>
                <a:lnTo>
                  <a:pt x="37" y="7"/>
                </a:lnTo>
                <a:lnTo>
                  <a:pt x="38" y="7"/>
                </a:lnTo>
                <a:lnTo>
                  <a:pt x="38" y="8"/>
                </a:lnTo>
                <a:lnTo>
                  <a:pt x="39" y="8"/>
                </a:lnTo>
                <a:lnTo>
                  <a:pt x="40" y="8"/>
                </a:lnTo>
                <a:lnTo>
                  <a:pt x="42" y="8"/>
                </a:lnTo>
                <a:lnTo>
                  <a:pt x="46" y="8"/>
                </a:lnTo>
                <a:lnTo>
                  <a:pt x="48" y="7"/>
                </a:lnTo>
                <a:lnTo>
                  <a:pt x="49" y="7"/>
                </a:lnTo>
                <a:lnTo>
                  <a:pt x="50" y="7"/>
                </a:lnTo>
                <a:lnTo>
                  <a:pt x="53" y="7"/>
                </a:lnTo>
                <a:lnTo>
                  <a:pt x="53" y="6"/>
                </a:lnTo>
                <a:lnTo>
                  <a:pt x="54" y="7"/>
                </a:lnTo>
                <a:lnTo>
                  <a:pt x="54" y="6"/>
                </a:lnTo>
                <a:lnTo>
                  <a:pt x="55" y="6"/>
                </a:lnTo>
                <a:lnTo>
                  <a:pt x="56" y="7"/>
                </a:lnTo>
                <a:lnTo>
                  <a:pt x="58" y="8"/>
                </a:lnTo>
                <a:lnTo>
                  <a:pt x="59" y="7"/>
                </a:lnTo>
                <a:lnTo>
                  <a:pt x="61" y="6"/>
                </a:lnTo>
                <a:lnTo>
                  <a:pt x="62" y="6"/>
                </a:lnTo>
                <a:lnTo>
                  <a:pt x="64" y="6"/>
                </a:lnTo>
                <a:lnTo>
                  <a:pt x="64" y="7"/>
                </a:lnTo>
                <a:lnTo>
                  <a:pt x="65" y="7"/>
                </a:lnTo>
                <a:lnTo>
                  <a:pt x="66" y="8"/>
                </a:lnTo>
                <a:lnTo>
                  <a:pt x="66" y="12"/>
                </a:lnTo>
                <a:lnTo>
                  <a:pt x="64" y="12"/>
                </a:lnTo>
                <a:lnTo>
                  <a:pt x="64" y="13"/>
                </a:lnTo>
                <a:lnTo>
                  <a:pt x="63" y="13"/>
                </a:lnTo>
                <a:lnTo>
                  <a:pt x="63" y="12"/>
                </a:lnTo>
                <a:lnTo>
                  <a:pt x="62" y="12"/>
                </a:lnTo>
                <a:lnTo>
                  <a:pt x="61" y="12"/>
                </a:lnTo>
                <a:lnTo>
                  <a:pt x="60" y="12"/>
                </a:lnTo>
                <a:lnTo>
                  <a:pt x="60" y="13"/>
                </a:lnTo>
                <a:lnTo>
                  <a:pt x="59" y="13"/>
                </a:lnTo>
                <a:lnTo>
                  <a:pt x="59" y="14"/>
                </a:lnTo>
                <a:lnTo>
                  <a:pt x="58" y="14"/>
                </a:lnTo>
                <a:lnTo>
                  <a:pt x="58" y="15"/>
                </a:lnTo>
                <a:lnTo>
                  <a:pt x="59" y="16"/>
                </a:lnTo>
                <a:lnTo>
                  <a:pt x="60" y="16"/>
                </a:lnTo>
                <a:lnTo>
                  <a:pt x="63" y="15"/>
                </a:lnTo>
                <a:lnTo>
                  <a:pt x="65" y="15"/>
                </a:lnTo>
                <a:lnTo>
                  <a:pt x="66" y="16"/>
                </a:lnTo>
                <a:lnTo>
                  <a:pt x="68" y="18"/>
                </a:lnTo>
                <a:lnTo>
                  <a:pt x="69" y="20"/>
                </a:lnTo>
                <a:lnTo>
                  <a:pt x="70" y="20"/>
                </a:lnTo>
                <a:lnTo>
                  <a:pt x="71" y="20"/>
                </a:lnTo>
                <a:lnTo>
                  <a:pt x="72" y="20"/>
                </a:lnTo>
                <a:lnTo>
                  <a:pt x="73" y="21"/>
                </a:lnTo>
                <a:lnTo>
                  <a:pt x="73" y="22"/>
                </a:lnTo>
                <a:lnTo>
                  <a:pt x="73" y="23"/>
                </a:lnTo>
                <a:lnTo>
                  <a:pt x="74" y="23"/>
                </a:lnTo>
                <a:lnTo>
                  <a:pt x="75" y="23"/>
                </a:lnTo>
                <a:lnTo>
                  <a:pt x="75" y="22"/>
                </a:lnTo>
                <a:lnTo>
                  <a:pt x="76" y="23"/>
                </a:lnTo>
                <a:lnTo>
                  <a:pt x="74" y="24"/>
                </a:lnTo>
                <a:lnTo>
                  <a:pt x="74" y="25"/>
                </a:lnTo>
                <a:lnTo>
                  <a:pt x="74" y="26"/>
                </a:lnTo>
                <a:lnTo>
                  <a:pt x="76" y="27"/>
                </a:lnTo>
                <a:lnTo>
                  <a:pt x="75" y="33"/>
                </a:lnTo>
                <a:lnTo>
                  <a:pt x="74" y="36"/>
                </a:lnTo>
                <a:lnTo>
                  <a:pt x="74" y="37"/>
                </a:lnTo>
                <a:lnTo>
                  <a:pt x="74" y="38"/>
                </a:lnTo>
                <a:lnTo>
                  <a:pt x="73" y="38"/>
                </a:lnTo>
                <a:lnTo>
                  <a:pt x="72" y="38"/>
                </a:lnTo>
                <a:lnTo>
                  <a:pt x="71" y="39"/>
                </a:lnTo>
                <a:lnTo>
                  <a:pt x="70" y="39"/>
                </a:lnTo>
                <a:lnTo>
                  <a:pt x="70" y="40"/>
                </a:lnTo>
                <a:lnTo>
                  <a:pt x="69" y="40"/>
                </a:lnTo>
                <a:lnTo>
                  <a:pt x="68" y="40"/>
                </a:lnTo>
                <a:lnTo>
                  <a:pt x="67" y="40"/>
                </a:lnTo>
                <a:lnTo>
                  <a:pt x="66" y="40"/>
                </a:lnTo>
                <a:lnTo>
                  <a:pt x="65" y="39"/>
                </a:lnTo>
                <a:lnTo>
                  <a:pt x="63" y="38"/>
                </a:lnTo>
                <a:lnTo>
                  <a:pt x="62" y="37"/>
                </a:lnTo>
                <a:lnTo>
                  <a:pt x="60" y="37"/>
                </a:lnTo>
                <a:lnTo>
                  <a:pt x="59" y="36"/>
                </a:lnTo>
                <a:lnTo>
                  <a:pt x="58" y="36"/>
                </a:lnTo>
                <a:lnTo>
                  <a:pt x="56" y="35"/>
                </a:lnTo>
                <a:lnTo>
                  <a:pt x="55" y="35"/>
                </a:lnTo>
                <a:lnTo>
                  <a:pt x="51" y="35"/>
                </a:lnTo>
                <a:lnTo>
                  <a:pt x="50" y="34"/>
                </a:lnTo>
                <a:lnTo>
                  <a:pt x="49" y="34"/>
                </a:lnTo>
                <a:lnTo>
                  <a:pt x="47" y="33"/>
                </a:lnTo>
                <a:lnTo>
                  <a:pt x="46" y="33"/>
                </a:lnTo>
                <a:lnTo>
                  <a:pt x="45" y="33"/>
                </a:lnTo>
                <a:lnTo>
                  <a:pt x="45" y="34"/>
                </a:lnTo>
                <a:lnTo>
                  <a:pt x="44" y="34"/>
                </a:lnTo>
                <a:lnTo>
                  <a:pt x="43" y="34"/>
                </a:lnTo>
                <a:lnTo>
                  <a:pt x="42" y="34"/>
                </a:lnTo>
                <a:lnTo>
                  <a:pt x="41" y="34"/>
                </a:lnTo>
                <a:lnTo>
                  <a:pt x="39" y="35"/>
                </a:lnTo>
                <a:lnTo>
                  <a:pt x="38" y="35"/>
                </a:lnTo>
                <a:lnTo>
                  <a:pt x="37" y="33"/>
                </a:lnTo>
                <a:lnTo>
                  <a:pt x="36" y="32"/>
                </a:lnTo>
                <a:lnTo>
                  <a:pt x="35" y="32"/>
                </a:lnTo>
                <a:lnTo>
                  <a:pt x="34" y="32"/>
                </a:lnTo>
                <a:lnTo>
                  <a:pt x="33" y="32"/>
                </a:lnTo>
                <a:lnTo>
                  <a:pt x="30" y="32"/>
                </a:lnTo>
                <a:lnTo>
                  <a:pt x="29" y="32"/>
                </a:lnTo>
                <a:lnTo>
                  <a:pt x="28" y="33"/>
                </a:lnTo>
                <a:lnTo>
                  <a:pt x="27" y="34"/>
                </a:lnTo>
                <a:lnTo>
                  <a:pt x="26" y="34"/>
                </a:lnTo>
                <a:lnTo>
                  <a:pt x="26" y="35"/>
                </a:lnTo>
                <a:lnTo>
                  <a:pt x="24" y="36"/>
                </a:lnTo>
                <a:lnTo>
                  <a:pt x="23" y="36"/>
                </a:lnTo>
                <a:lnTo>
                  <a:pt x="23" y="37"/>
                </a:lnTo>
                <a:lnTo>
                  <a:pt x="21" y="37"/>
                </a:lnTo>
                <a:lnTo>
                  <a:pt x="21" y="36"/>
                </a:lnTo>
                <a:lnTo>
                  <a:pt x="19" y="34"/>
                </a:lnTo>
                <a:lnTo>
                  <a:pt x="19" y="33"/>
                </a:lnTo>
                <a:lnTo>
                  <a:pt x="17" y="31"/>
                </a:lnTo>
                <a:lnTo>
                  <a:pt x="15" y="29"/>
                </a:lnTo>
                <a:lnTo>
                  <a:pt x="14" y="28"/>
                </a:lnTo>
                <a:lnTo>
                  <a:pt x="13" y="28"/>
                </a:lnTo>
                <a:lnTo>
                  <a:pt x="12" y="27"/>
                </a:lnTo>
                <a:lnTo>
                  <a:pt x="11" y="26"/>
                </a:lnTo>
                <a:lnTo>
                  <a:pt x="10" y="25"/>
                </a:lnTo>
                <a:lnTo>
                  <a:pt x="10" y="24"/>
                </a:lnTo>
                <a:lnTo>
                  <a:pt x="11" y="24"/>
                </a:lnTo>
                <a:lnTo>
                  <a:pt x="11" y="23"/>
                </a:lnTo>
                <a:lnTo>
                  <a:pt x="12" y="22"/>
                </a:lnTo>
                <a:lnTo>
                  <a:pt x="12" y="21"/>
                </a:lnTo>
                <a:lnTo>
                  <a:pt x="11" y="21"/>
                </a:lnTo>
                <a:lnTo>
                  <a:pt x="11" y="20"/>
                </a:lnTo>
                <a:lnTo>
                  <a:pt x="11" y="17"/>
                </a:lnTo>
                <a:lnTo>
                  <a:pt x="10" y="16"/>
                </a:lnTo>
                <a:lnTo>
                  <a:pt x="9" y="14"/>
                </a:lnTo>
                <a:lnTo>
                  <a:pt x="8" y="13"/>
                </a:lnTo>
                <a:lnTo>
                  <a:pt x="7" y="13"/>
                </a:lnTo>
                <a:lnTo>
                  <a:pt x="5" y="10"/>
                </a:lnTo>
                <a:lnTo>
                  <a:pt x="4" y="9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6" y="1"/>
                </a:lnTo>
                <a:lnTo>
                  <a:pt x="7" y="1"/>
                </a:lnTo>
                <a:lnTo>
                  <a:pt x="6" y="2"/>
                </a:lnTo>
                <a:lnTo>
                  <a:pt x="7" y="3"/>
                </a:lnTo>
                <a:lnTo>
                  <a:pt x="7" y="2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" name=""/>
          <p:cNvSpPr/>
          <p:nvPr/>
        </p:nvSpPr>
        <p:spPr>
          <a:xfrm>
            <a:off x="5337000" y="1970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3" y="4"/>
                </a:lnTo>
                <a:lnTo>
                  <a:pt x="1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" name=""/>
          <p:cNvSpPr/>
          <p:nvPr/>
        </p:nvSpPr>
        <p:spPr>
          <a:xfrm>
            <a:off x="5328000" y="196632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5" y="9"/>
                </a:moveTo>
                <a:lnTo>
                  <a:pt x="4" y="9"/>
                </a:lnTo>
                <a:lnTo>
                  <a:pt x="3" y="9"/>
                </a:lnTo>
                <a:lnTo>
                  <a:pt x="3" y="8"/>
                </a:lnTo>
                <a:lnTo>
                  <a:pt x="1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4" y="2"/>
                </a:lnTo>
                <a:lnTo>
                  <a:pt x="6" y="1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6" y="8"/>
                </a:lnTo>
                <a:lnTo>
                  <a:pt x="5" y="9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" name=""/>
          <p:cNvSpPr/>
          <p:nvPr/>
        </p:nvSpPr>
        <p:spPr>
          <a:xfrm>
            <a:off x="5336280" y="1964880"/>
            <a:ext cx="4320" cy="5040"/>
          </a:xfrm>
          <a:custGeom>
            <a:avLst/>
            <a:gdLst/>
            <a:ahLst/>
            <a:rect l="0" t="0" r="r" b="b"/>
            <a:pathLst>
              <a:path w="12" h="14">
                <a:moveTo>
                  <a:pt x="8" y="1"/>
                </a:moveTo>
                <a:lnTo>
                  <a:pt x="10" y="2"/>
                </a:lnTo>
                <a:lnTo>
                  <a:pt x="10" y="1"/>
                </a:lnTo>
                <a:lnTo>
                  <a:pt x="10" y="2"/>
                </a:lnTo>
                <a:lnTo>
                  <a:pt x="12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10" y="4"/>
                </a:lnTo>
                <a:lnTo>
                  <a:pt x="12" y="4"/>
                </a:lnTo>
                <a:lnTo>
                  <a:pt x="12" y="5"/>
                </a:lnTo>
                <a:lnTo>
                  <a:pt x="10" y="5"/>
                </a:lnTo>
                <a:lnTo>
                  <a:pt x="9" y="5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7" y="6"/>
                </a:lnTo>
                <a:lnTo>
                  <a:pt x="7" y="7"/>
                </a:lnTo>
                <a:lnTo>
                  <a:pt x="7" y="9"/>
                </a:lnTo>
                <a:lnTo>
                  <a:pt x="7" y="10"/>
                </a:lnTo>
                <a:lnTo>
                  <a:pt x="6" y="12"/>
                </a:lnTo>
                <a:lnTo>
                  <a:pt x="5" y="13"/>
                </a:lnTo>
                <a:lnTo>
                  <a:pt x="5" y="14"/>
                </a:lnTo>
                <a:lnTo>
                  <a:pt x="4" y="14"/>
                </a:lnTo>
                <a:lnTo>
                  <a:pt x="2" y="13"/>
                </a:lnTo>
                <a:lnTo>
                  <a:pt x="1" y="11"/>
                </a:lnTo>
                <a:lnTo>
                  <a:pt x="0" y="10"/>
                </a:lnTo>
                <a:lnTo>
                  <a:pt x="0" y="9"/>
                </a:lnTo>
                <a:lnTo>
                  <a:pt x="0" y="6"/>
                </a:lnTo>
                <a:lnTo>
                  <a:pt x="0" y="3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2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" name=""/>
          <p:cNvSpPr/>
          <p:nvPr/>
        </p:nvSpPr>
        <p:spPr>
          <a:xfrm>
            <a:off x="5334480" y="19638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2"/>
                </a:lnTo>
                <a:lnTo>
                  <a:pt x="3" y="2"/>
                </a:ln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" name=""/>
          <p:cNvSpPr/>
          <p:nvPr/>
        </p:nvSpPr>
        <p:spPr>
          <a:xfrm>
            <a:off x="5328720" y="1954800"/>
            <a:ext cx="12240" cy="7920"/>
          </a:xfrm>
          <a:custGeom>
            <a:avLst/>
            <a:gdLst/>
            <a:ahLst/>
            <a:rect l="0" t="0" r="r" b="b"/>
            <a:pathLst>
              <a:path w="34" h="22">
                <a:moveTo>
                  <a:pt x="25" y="1"/>
                </a:moveTo>
                <a:lnTo>
                  <a:pt x="26" y="1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9" y="1"/>
                </a:lnTo>
                <a:lnTo>
                  <a:pt x="28" y="1"/>
                </a:lnTo>
                <a:lnTo>
                  <a:pt x="28" y="2"/>
                </a:lnTo>
                <a:lnTo>
                  <a:pt x="29" y="3"/>
                </a:lnTo>
                <a:lnTo>
                  <a:pt x="29" y="4"/>
                </a:lnTo>
                <a:lnTo>
                  <a:pt x="31" y="4"/>
                </a:lnTo>
                <a:lnTo>
                  <a:pt x="32" y="5"/>
                </a:lnTo>
                <a:lnTo>
                  <a:pt x="33" y="6"/>
                </a:lnTo>
                <a:lnTo>
                  <a:pt x="33" y="5"/>
                </a:lnTo>
                <a:lnTo>
                  <a:pt x="34" y="5"/>
                </a:lnTo>
                <a:lnTo>
                  <a:pt x="34" y="4"/>
                </a:lnTo>
                <a:lnTo>
                  <a:pt x="34" y="5"/>
                </a:lnTo>
                <a:lnTo>
                  <a:pt x="34" y="7"/>
                </a:lnTo>
                <a:lnTo>
                  <a:pt x="33" y="7"/>
                </a:lnTo>
                <a:lnTo>
                  <a:pt x="32" y="8"/>
                </a:lnTo>
                <a:lnTo>
                  <a:pt x="31" y="8"/>
                </a:lnTo>
                <a:lnTo>
                  <a:pt x="31" y="9"/>
                </a:lnTo>
                <a:lnTo>
                  <a:pt x="33" y="11"/>
                </a:lnTo>
                <a:lnTo>
                  <a:pt x="34" y="11"/>
                </a:lnTo>
                <a:lnTo>
                  <a:pt x="34" y="12"/>
                </a:lnTo>
                <a:lnTo>
                  <a:pt x="34" y="13"/>
                </a:lnTo>
                <a:lnTo>
                  <a:pt x="33" y="13"/>
                </a:lnTo>
                <a:lnTo>
                  <a:pt x="33" y="15"/>
                </a:lnTo>
                <a:lnTo>
                  <a:pt x="33" y="17"/>
                </a:lnTo>
                <a:lnTo>
                  <a:pt x="33" y="18"/>
                </a:lnTo>
                <a:lnTo>
                  <a:pt x="34" y="21"/>
                </a:lnTo>
                <a:lnTo>
                  <a:pt x="33" y="22"/>
                </a:lnTo>
                <a:lnTo>
                  <a:pt x="33" y="21"/>
                </a:lnTo>
                <a:lnTo>
                  <a:pt x="32" y="21"/>
                </a:lnTo>
                <a:lnTo>
                  <a:pt x="32" y="19"/>
                </a:lnTo>
                <a:lnTo>
                  <a:pt x="31" y="19"/>
                </a:lnTo>
                <a:lnTo>
                  <a:pt x="29" y="21"/>
                </a:lnTo>
                <a:lnTo>
                  <a:pt x="28" y="19"/>
                </a:lnTo>
                <a:lnTo>
                  <a:pt x="27" y="19"/>
                </a:lnTo>
                <a:lnTo>
                  <a:pt x="26" y="19"/>
                </a:lnTo>
                <a:lnTo>
                  <a:pt x="25" y="19"/>
                </a:lnTo>
                <a:lnTo>
                  <a:pt x="24" y="19"/>
                </a:lnTo>
                <a:lnTo>
                  <a:pt x="22" y="19"/>
                </a:lnTo>
                <a:lnTo>
                  <a:pt x="21" y="19"/>
                </a:lnTo>
                <a:lnTo>
                  <a:pt x="19" y="19"/>
                </a:lnTo>
                <a:lnTo>
                  <a:pt x="18" y="19"/>
                </a:lnTo>
                <a:lnTo>
                  <a:pt x="17" y="19"/>
                </a:lnTo>
                <a:lnTo>
                  <a:pt x="16" y="19"/>
                </a:lnTo>
                <a:lnTo>
                  <a:pt x="16" y="18"/>
                </a:lnTo>
                <a:lnTo>
                  <a:pt x="12" y="16"/>
                </a:lnTo>
                <a:lnTo>
                  <a:pt x="10" y="15"/>
                </a:lnTo>
                <a:lnTo>
                  <a:pt x="9" y="15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4" y="13"/>
                </a:lnTo>
                <a:lnTo>
                  <a:pt x="3" y="13"/>
                </a:lnTo>
                <a:lnTo>
                  <a:pt x="2" y="13"/>
                </a:lnTo>
                <a:lnTo>
                  <a:pt x="2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4" y="11"/>
                </a:lnTo>
                <a:lnTo>
                  <a:pt x="3" y="10"/>
                </a:lnTo>
                <a:lnTo>
                  <a:pt x="4" y="10"/>
                </a:lnTo>
                <a:lnTo>
                  <a:pt x="7" y="10"/>
                </a:lnTo>
                <a:lnTo>
                  <a:pt x="8" y="10"/>
                </a:lnTo>
                <a:lnTo>
                  <a:pt x="9" y="10"/>
                </a:lnTo>
                <a:lnTo>
                  <a:pt x="9" y="9"/>
                </a:lnTo>
                <a:lnTo>
                  <a:pt x="10" y="9"/>
                </a:lnTo>
                <a:lnTo>
                  <a:pt x="9" y="9"/>
                </a:lnTo>
                <a:lnTo>
                  <a:pt x="11" y="7"/>
                </a:lnTo>
                <a:lnTo>
                  <a:pt x="11" y="6"/>
                </a:lnTo>
                <a:lnTo>
                  <a:pt x="12" y="6"/>
                </a:lnTo>
                <a:lnTo>
                  <a:pt x="14" y="6"/>
                </a:lnTo>
                <a:lnTo>
                  <a:pt x="15" y="6"/>
                </a:lnTo>
                <a:lnTo>
                  <a:pt x="16" y="6"/>
                </a:lnTo>
                <a:lnTo>
                  <a:pt x="16" y="5"/>
                </a:lnTo>
                <a:lnTo>
                  <a:pt x="17" y="5"/>
                </a:lnTo>
                <a:lnTo>
                  <a:pt x="17" y="4"/>
                </a:lnTo>
                <a:lnTo>
                  <a:pt x="18" y="4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lnTo>
                  <a:pt x="21" y="0"/>
                </a:lnTo>
                <a:lnTo>
                  <a:pt x="22" y="0"/>
                </a:lnTo>
                <a:lnTo>
                  <a:pt x="23" y="2"/>
                </a:lnTo>
                <a:lnTo>
                  <a:pt x="24" y="2"/>
                </a:lnTo>
                <a:lnTo>
                  <a:pt x="25" y="2"/>
                </a:lnTo>
                <a:lnTo>
                  <a:pt x="25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" name=""/>
          <p:cNvSpPr/>
          <p:nvPr/>
        </p:nvSpPr>
        <p:spPr>
          <a:xfrm>
            <a:off x="5330160" y="1934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" name=""/>
          <p:cNvSpPr/>
          <p:nvPr/>
        </p:nvSpPr>
        <p:spPr>
          <a:xfrm>
            <a:off x="5344200" y="20995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" name=""/>
          <p:cNvSpPr/>
          <p:nvPr/>
        </p:nvSpPr>
        <p:spPr>
          <a:xfrm>
            <a:off x="5341320" y="2094480"/>
            <a:ext cx="2880" cy="3240"/>
          </a:xfrm>
          <a:custGeom>
            <a:avLst/>
            <a:gdLst/>
            <a:ahLst/>
            <a:rect l="0" t="0" r="r" b="b"/>
            <a:pathLst>
              <a:path w="8" h="9">
                <a:moveTo>
                  <a:pt x="4" y="7"/>
                </a:move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2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8" y="2"/>
                </a:lnTo>
                <a:lnTo>
                  <a:pt x="6" y="2"/>
                </a:lnTo>
                <a:lnTo>
                  <a:pt x="6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" name=""/>
          <p:cNvSpPr/>
          <p:nvPr/>
        </p:nvSpPr>
        <p:spPr>
          <a:xfrm>
            <a:off x="5340240" y="209124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7" y="2"/>
                </a:moveTo>
                <a:lnTo>
                  <a:pt x="8" y="4"/>
                </a:lnTo>
                <a:lnTo>
                  <a:pt x="9" y="4"/>
                </a:lnTo>
                <a:lnTo>
                  <a:pt x="8" y="6"/>
                </a:lnTo>
                <a:lnTo>
                  <a:pt x="7" y="7"/>
                </a:lnTo>
                <a:lnTo>
                  <a:pt x="6" y="8"/>
                </a:lnTo>
                <a:lnTo>
                  <a:pt x="4" y="9"/>
                </a:lnTo>
                <a:lnTo>
                  <a:pt x="3" y="9"/>
                </a:lnTo>
                <a:lnTo>
                  <a:pt x="1" y="9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4" y="2"/>
                </a:lnTo>
                <a:lnTo>
                  <a:pt x="4" y="1"/>
                </a:lnTo>
                <a:lnTo>
                  <a:pt x="3" y="1"/>
                </a:lnTo>
                <a:lnTo>
                  <a:pt x="5" y="0"/>
                </a:lnTo>
                <a:lnTo>
                  <a:pt x="4" y="1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7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" name=""/>
          <p:cNvSpPr/>
          <p:nvPr/>
        </p:nvSpPr>
        <p:spPr>
          <a:xfrm>
            <a:off x="5340240" y="20754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0" y="4"/>
                </a:move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3" y="2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" name=""/>
          <p:cNvSpPr/>
          <p:nvPr/>
        </p:nvSpPr>
        <p:spPr>
          <a:xfrm>
            <a:off x="5337720" y="207288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0" y="5"/>
                </a:move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" name=""/>
          <p:cNvSpPr/>
          <p:nvPr/>
        </p:nvSpPr>
        <p:spPr>
          <a:xfrm>
            <a:off x="5340960" y="2039040"/>
            <a:ext cx="3960" cy="4680"/>
          </a:xfrm>
          <a:custGeom>
            <a:avLst/>
            <a:gdLst/>
            <a:ahLst/>
            <a:rect l="0" t="0" r="r" b="b"/>
            <a:pathLst>
              <a:path w="11" h="13">
                <a:moveTo>
                  <a:pt x="4" y="6"/>
                </a:moveTo>
                <a:lnTo>
                  <a:pt x="5" y="8"/>
                </a:lnTo>
                <a:lnTo>
                  <a:pt x="6" y="8"/>
                </a:lnTo>
                <a:lnTo>
                  <a:pt x="8" y="6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0" y="8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6" y="10"/>
                </a:lnTo>
                <a:lnTo>
                  <a:pt x="6" y="9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4" y="11"/>
                </a:lnTo>
                <a:lnTo>
                  <a:pt x="4" y="12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0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2" y="8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" name=""/>
          <p:cNvSpPr/>
          <p:nvPr/>
        </p:nvSpPr>
        <p:spPr>
          <a:xfrm>
            <a:off x="5338080" y="2037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" name=""/>
          <p:cNvSpPr/>
          <p:nvPr/>
        </p:nvSpPr>
        <p:spPr>
          <a:xfrm>
            <a:off x="5339160" y="2037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1"/>
                </a:move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" name=""/>
          <p:cNvSpPr/>
          <p:nvPr/>
        </p:nvSpPr>
        <p:spPr>
          <a:xfrm>
            <a:off x="5347800" y="2022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" name=""/>
          <p:cNvSpPr/>
          <p:nvPr/>
        </p:nvSpPr>
        <p:spPr>
          <a:xfrm>
            <a:off x="5347800" y="20185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" name=""/>
          <p:cNvSpPr/>
          <p:nvPr/>
        </p:nvSpPr>
        <p:spPr>
          <a:xfrm>
            <a:off x="5343480" y="20077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0"/>
                </a:moveTo>
                <a:lnTo>
                  <a:pt x="3" y="0"/>
                </a:lnTo>
                <a:lnTo>
                  <a:pt x="3" y="3"/>
                </a:lnTo>
                <a:lnTo>
                  <a:pt x="0" y="3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" name=""/>
          <p:cNvSpPr/>
          <p:nvPr/>
        </p:nvSpPr>
        <p:spPr>
          <a:xfrm>
            <a:off x="5347440" y="20055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" name=""/>
          <p:cNvSpPr/>
          <p:nvPr/>
        </p:nvSpPr>
        <p:spPr>
          <a:xfrm>
            <a:off x="5346720" y="2001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" name=""/>
          <p:cNvSpPr/>
          <p:nvPr/>
        </p:nvSpPr>
        <p:spPr>
          <a:xfrm>
            <a:off x="5336280" y="1995480"/>
            <a:ext cx="10440" cy="10080"/>
          </a:xfrm>
          <a:custGeom>
            <a:avLst/>
            <a:gdLst/>
            <a:ahLst/>
            <a:rect l="0" t="0" r="r" b="b"/>
            <a:pathLst>
              <a:path w="29" h="28">
                <a:moveTo>
                  <a:pt x="13" y="6"/>
                </a:moveTo>
                <a:lnTo>
                  <a:pt x="13" y="7"/>
                </a:lnTo>
                <a:lnTo>
                  <a:pt x="15" y="9"/>
                </a:lnTo>
                <a:lnTo>
                  <a:pt x="15" y="10"/>
                </a:lnTo>
                <a:lnTo>
                  <a:pt x="16" y="11"/>
                </a:lnTo>
                <a:lnTo>
                  <a:pt x="18" y="13"/>
                </a:lnTo>
                <a:lnTo>
                  <a:pt x="19" y="13"/>
                </a:lnTo>
                <a:lnTo>
                  <a:pt x="21" y="13"/>
                </a:lnTo>
                <a:lnTo>
                  <a:pt x="22" y="14"/>
                </a:lnTo>
                <a:lnTo>
                  <a:pt x="22" y="13"/>
                </a:lnTo>
                <a:lnTo>
                  <a:pt x="22" y="12"/>
                </a:lnTo>
                <a:lnTo>
                  <a:pt x="23" y="13"/>
                </a:lnTo>
                <a:lnTo>
                  <a:pt x="24" y="13"/>
                </a:lnTo>
                <a:lnTo>
                  <a:pt x="24" y="14"/>
                </a:lnTo>
                <a:lnTo>
                  <a:pt x="26" y="15"/>
                </a:lnTo>
                <a:lnTo>
                  <a:pt x="27" y="15"/>
                </a:lnTo>
                <a:lnTo>
                  <a:pt x="27" y="16"/>
                </a:lnTo>
                <a:lnTo>
                  <a:pt x="27" y="17"/>
                </a:lnTo>
                <a:lnTo>
                  <a:pt x="29" y="19"/>
                </a:lnTo>
                <a:lnTo>
                  <a:pt x="28" y="19"/>
                </a:lnTo>
                <a:lnTo>
                  <a:pt x="28" y="20"/>
                </a:lnTo>
                <a:lnTo>
                  <a:pt x="28" y="21"/>
                </a:lnTo>
                <a:lnTo>
                  <a:pt x="28" y="22"/>
                </a:lnTo>
                <a:lnTo>
                  <a:pt x="28" y="23"/>
                </a:lnTo>
                <a:lnTo>
                  <a:pt x="27" y="24"/>
                </a:lnTo>
                <a:lnTo>
                  <a:pt x="27" y="25"/>
                </a:lnTo>
                <a:lnTo>
                  <a:pt x="26" y="26"/>
                </a:lnTo>
                <a:lnTo>
                  <a:pt x="26" y="27"/>
                </a:lnTo>
                <a:lnTo>
                  <a:pt x="25" y="28"/>
                </a:lnTo>
                <a:lnTo>
                  <a:pt x="25" y="27"/>
                </a:lnTo>
                <a:lnTo>
                  <a:pt x="25" y="26"/>
                </a:lnTo>
                <a:lnTo>
                  <a:pt x="25" y="25"/>
                </a:lnTo>
                <a:lnTo>
                  <a:pt x="25" y="24"/>
                </a:lnTo>
                <a:lnTo>
                  <a:pt x="25" y="23"/>
                </a:lnTo>
                <a:lnTo>
                  <a:pt x="24" y="23"/>
                </a:lnTo>
                <a:lnTo>
                  <a:pt x="23" y="24"/>
                </a:lnTo>
                <a:lnTo>
                  <a:pt x="23" y="25"/>
                </a:lnTo>
                <a:lnTo>
                  <a:pt x="23" y="26"/>
                </a:lnTo>
                <a:lnTo>
                  <a:pt x="22" y="26"/>
                </a:lnTo>
                <a:lnTo>
                  <a:pt x="22" y="27"/>
                </a:lnTo>
                <a:lnTo>
                  <a:pt x="21" y="27"/>
                </a:lnTo>
                <a:lnTo>
                  <a:pt x="20" y="27"/>
                </a:lnTo>
                <a:lnTo>
                  <a:pt x="21" y="26"/>
                </a:lnTo>
                <a:lnTo>
                  <a:pt x="21" y="25"/>
                </a:lnTo>
                <a:lnTo>
                  <a:pt x="20" y="24"/>
                </a:lnTo>
                <a:lnTo>
                  <a:pt x="20" y="25"/>
                </a:lnTo>
                <a:lnTo>
                  <a:pt x="19" y="25"/>
                </a:lnTo>
                <a:lnTo>
                  <a:pt x="19" y="26"/>
                </a:lnTo>
                <a:lnTo>
                  <a:pt x="19" y="27"/>
                </a:lnTo>
                <a:lnTo>
                  <a:pt x="18" y="27"/>
                </a:lnTo>
                <a:lnTo>
                  <a:pt x="18" y="26"/>
                </a:lnTo>
                <a:lnTo>
                  <a:pt x="18" y="25"/>
                </a:lnTo>
                <a:lnTo>
                  <a:pt x="18" y="24"/>
                </a:lnTo>
                <a:lnTo>
                  <a:pt x="17" y="24"/>
                </a:lnTo>
                <a:lnTo>
                  <a:pt x="18" y="24"/>
                </a:lnTo>
                <a:lnTo>
                  <a:pt x="17" y="25"/>
                </a:lnTo>
                <a:lnTo>
                  <a:pt x="16" y="25"/>
                </a:lnTo>
                <a:lnTo>
                  <a:pt x="17" y="24"/>
                </a:lnTo>
                <a:lnTo>
                  <a:pt x="17" y="23"/>
                </a:lnTo>
                <a:lnTo>
                  <a:pt x="15" y="20"/>
                </a:lnTo>
                <a:lnTo>
                  <a:pt x="14" y="19"/>
                </a:lnTo>
                <a:lnTo>
                  <a:pt x="14" y="20"/>
                </a:lnTo>
                <a:lnTo>
                  <a:pt x="13" y="20"/>
                </a:lnTo>
                <a:lnTo>
                  <a:pt x="12" y="20"/>
                </a:lnTo>
                <a:lnTo>
                  <a:pt x="12" y="19"/>
                </a:lnTo>
                <a:lnTo>
                  <a:pt x="11" y="16"/>
                </a:lnTo>
                <a:lnTo>
                  <a:pt x="9" y="16"/>
                </a:lnTo>
                <a:lnTo>
                  <a:pt x="8" y="17"/>
                </a:lnTo>
                <a:lnTo>
                  <a:pt x="6" y="19"/>
                </a:lnTo>
                <a:lnTo>
                  <a:pt x="6" y="20"/>
                </a:lnTo>
                <a:lnTo>
                  <a:pt x="5" y="20"/>
                </a:lnTo>
                <a:lnTo>
                  <a:pt x="4" y="19"/>
                </a:lnTo>
                <a:lnTo>
                  <a:pt x="1" y="19"/>
                </a:lnTo>
                <a:lnTo>
                  <a:pt x="0" y="19"/>
                </a:lnTo>
                <a:lnTo>
                  <a:pt x="0" y="18"/>
                </a:lnTo>
                <a:lnTo>
                  <a:pt x="0" y="17"/>
                </a:lnTo>
                <a:lnTo>
                  <a:pt x="0" y="16"/>
                </a:lnTo>
                <a:lnTo>
                  <a:pt x="1" y="15"/>
                </a:lnTo>
                <a:lnTo>
                  <a:pt x="1" y="14"/>
                </a:lnTo>
                <a:lnTo>
                  <a:pt x="1" y="13"/>
                </a:lnTo>
                <a:lnTo>
                  <a:pt x="1" y="11"/>
                </a:lnTo>
                <a:lnTo>
                  <a:pt x="2" y="10"/>
                </a:lnTo>
                <a:lnTo>
                  <a:pt x="2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4" y="4"/>
                </a:lnTo>
                <a:lnTo>
                  <a:pt x="4" y="3"/>
                </a:lnTo>
                <a:lnTo>
                  <a:pt x="5" y="4"/>
                </a:lnTo>
                <a:lnTo>
                  <a:pt x="6" y="4"/>
                </a:lnTo>
                <a:lnTo>
                  <a:pt x="7" y="3"/>
                </a:lnTo>
                <a:lnTo>
                  <a:pt x="8" y="2"/>
                </a:lnTo>
                <a:lnTo>
                  <a:pt x="9" y="2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2"/>
                </a:lnTo>
                <a:lnTo>
                  <a:pt x="13" y="3"/>
                </a:lnTo>
                <a:lnTo>
                  <a:pt x="13" y="4"/>
                </a:lnTo>
                <a:lnTo>
                  <a:pt x="13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" name=""/>
          <p:cNvSpPr/>
          <p:nvPr/>
        </p:nvSpPr>
        <p:spPr>
          <a:xfrm>
            <a:off x="5345280" y="19990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2"/>
                </a:moveTo>
                <a:lnTo>
                  <a:pt x="0" y="0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" name=""/>
          <p:cNvSpPr/>
          <p:nvPr/>
        </p:nvSpPr>
        <p:spPr>
          <a:xfrm>
            <a:off x="5346720" y="19980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4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" name=""/>
          <p:cNvSpPr/>
          <p:nvPr/>
        </p:nvSpPr>
        <p:spPr>
          <a:xfrm>
            <a:off x="5344200" y="19965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" name=""/>
          <p:cNvSpPr/>
          <p:nvPr/>
        </p:nvSpPr>
        <p:spPr>
          <a:xfrm>
            <a:off x="5342760" y="19944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7" y="2"/>
                </a:moveTo>
                <a:lnTo>
                  <a:pt x="7" y="4"/>
                </a:lnTo>
                <a:lnTo>
                  <a:pt x="5" y="4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" name=""/>
          <p:cNvSpPr/>
          <p:nvPr/>
        </p:nvSpPr>
        <p:spPr>
          <a:xfrm>
            <a:off x="5342040" y="1994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0"/>
                </a:moveTo>
                <a:lnTo>
                  <a:pt x="4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" name=""/>
          <p:cNvSpPr/>
          <p:nvPr/>
        </p:nvSpPr>
        <p:spPr>
          <a:xfrm>
            <a:off x="5346000" y="1992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" name=""/>
          <p:cNvSpPr/>
          <p:nvPr/>
        </p:nvSpPr>
        <p:spPr>
          <a:xfrm>
            <a:off x="5343120" y="19926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2" y="1"/>
                </a:moveTo>
                <a:lnTo>
                  <a:pt x="3" y="0"/>
                </a:lnTo>
                <a:lnTo>
                  <a:pt x="4" y="1"/>
                </a:lnTo>
                <a:lnTo>
                  <a:pt x="6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2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" name=""/>
          <p:cNvSpPr/>
          <p:nvPr/>
        </p:nvSpPr>
        <p:spPr>
          <a:xfrm>
            <a:off x="5346720" y="198792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3" y="0"/>
                </a:moveTo>
                <a:lnTo>
                  <a:pt x="4" y="0"/>
                </a:lnTo>
                <a:lnTo>
                  <a:pt x="6" y="2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" name=""/>
          <p:cNvSpPr/>
          <p:nvPr/>
        </p:nvSpPr>
        <p:spPr>
          <a:xfrm>
            <a:off x="5338080" y="1982160"/>
            <a:ext cx="3240" cy="2160"/>
          </a:xfrm>
          <a:custGeom>
            <a:avLst/>
            <a:gdLst/>
            <a:ahLst/>
            <a:rect l="0" t="0" r="r" b="b"/>
            <a:pathLst>
              <a:path w="9" h="6">
                <a:moveTo>
                  <a:pt x="2" y="2"/>
                </a:move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1"/>
                </a:lnTo>
                <a:lnTo>
                  <a:pt x="9" y="2"/>
                </a:lnTo>
                <a:lnTo>
                  <a:pt x="7" y="3"/>
                </a:lnTo>
                <a:lnTo>
                  <a:pt x="6" y="5"/>
                </a:lnTo>
                <a:lnTo>
                  <a:pt x="5" y="6"/>
                </a:lnTo>
                <a:lnTo>
                  <a:pt x="3" y="6"/>
                </a:lnTo>
                <a:lnTo>
                  <a:pt x="2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" name=""/>
          <p:cNvSpPr/>
          <p:nvPr/>
        </p:nvSpPr>
        <p:spPr>
          <a:xfrm>
            <a:off x="5337720" y="1982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" name=""/>
          <p:cNvSpPr/>
          <p:nvPr/>
        </p:nvSpPr>
        <p:spPr>
          <a:xfrm>
            <a:off x="5343480" y="198180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2" y="3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3"/>
                </a:lnTo>
                <a:lnTo>
                  <a:pt x="8" y="4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" name=""/>
          <p:cNvSpPr/>
          <p:nvPr/>
        </p:nvSpPr>
        <p:spPr>
          <a:xfrm>
            <a:off x="5338440" y="198072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10" y="6"/>
                </a:moveTo>
                <a:lnTo>
                  <a:pt x="9" y="8"/>
                </a:lnTo>
                <a:lnTo>
                  <a:pt x="9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2"/>
                </a:lnTo>
                <a:lnTo>
                  <a:pt x="7" y="3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0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" name=""/>
          <p:cNvSpPr/>
          <p:nvPr/>
        </p:nvSpPr>
        <p:spPr>
          <a:xfrm>
            <a:off x="5337720" y="1981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0"/>
                </a:move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" name=""/>
          <p:cNvSpPr/>
          <p:nvPr/>
        </p:nvSpPr>
        <p:spPr>
          <a:xfrm>
            <a:off x="5337720" y="196272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2" y="4"/>
                </a:moveTo>
                <a:lnTo>
                  <a:pt x="2" y="3"/>
                </a:lnTo>
                <a:lnTo>
                  <a:pt x="1" y="3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" name=""/>
          <p:cNvSpPr/>
          <p:nvPr/>
        </p:nvSpPr>
        <p:spPr>
          <a:xfrm>
            <a:off x="5340600" y="19620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3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" name=""/>
          <p:cNvSpPr/>
          <p:nvPr/>
        </p:nvSpPr>
        <p:spPr>
          <a:xfrm>
            <a:off x="5339520" y="19620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" name=""/>
          <p:cNvSpPr/>
          <p:nvPr/>
        </p:nvSpPr>
        <p:spPr>
          <a:xfrm>
            <a:off x="5346720" y="1961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" name=""/>
          <p:cNvSpPr/>
          <p:nvPr/>
        </p:nvSpPr>
        <p:spPr>
          <a:xfrm>
            <a:off x="5342040" y="1958400"/>
            <a:ext cx="4320" cy="3600"/>
          </a:xfrm>
          <a:custGeom>
            <a:avLst/>
            <a:gdLst/>
            <a:ahLst/>
            <a:rect l="0" t="0" r="r" b="b"/>
            <a:pathLst>
              <a:path w="12" h="10">
                <a:moveTo>
                  <a:pt x="10" y="1"/>
                </a:moveTo>
                <a:lnTo>
                  <a:pt x="11" y="2"/>
                </a:lnTo>
                <a:lnTo>
                  <a:pt x="12" y="3"/>
                </a:lnTo>
                <a:lnTo>
                  <a:pt x="11" y="5"/>
                </a:lnTo>
                <a:lnTo>
                  <a:pt x="10" y="5"/>
                </a:lnTo>
                <a:lnTo>
                  <a:pt x="9" y="5"/>
                </a:lnTo>
                <a:lnTo>
                  <a:pt x="8" y="6"/>
                </a:lnTo>
                <a:lnTo>
                  <a:pt x="7" y="6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9"/>
                </a:lnTo>
                <a:lnTo>
                  <a:pt x="2" y="10"/>
                </a:lnTo>
                <a:lnTo>
                  <a:pt x="1" y="10"/>
                </a:lnTo>
                <a:lnTo>
                  <a:pt x="0" y="9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2"/>
                </a:lnTo>
                <a:lnTo>
                  <a:pt x="2" y="1"/>
                </a:lnTo>
                <a:lnTo>
                  <a:pt x="3" y="1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1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" name=""/>
          <p:cNvSpPr/>
          <p:nvPr/>
        </p:nvSpPr>
        <p:spPr>
          <a:xfrm>
            <a:off x="5343480" y="1957320"/>
            <a:ext cx="9720" cy="4680"/>
          </a:xfrm>
          <a:custGeom>
            <a:avLst/>
            <a:gdLst/>
            <a:ahLst/>
            <a:rect l="0" t="0" r="r" b="b"/>
            <a:pathLst>
              <a:path w="27" h="13">
                <a:moveTo>
                  <a:pt x="27" y="6"/>
                </a:moveTo>
                <a:lnTo>
                  <a:pt x="25" y="6"/>
                </a:lnTo>
                <a:lnTo>
                  <a:pt x="24" y="7"/>
                </a:lnTo>
                <a:lnTo>
                  <a:pt x="24" y="8"/>
                </a:lnTo>
                <a:lnTo>
                  <a:pt x="24" y="9"/>
                </a:lnTo>
                <a:lnTo>
                  <a:pt x="24" y="10"/>
                </a:lnTo>
                <a:lnTo>
                  <a:pt x="23" y="10"/>
                </a:lnTo>
                <a:lnTo>
                  <a:pt x="22" y="10"/>
                </a:lnTo>
                <a:lnTo>
                  <a:pt x="22" y="9"/>
                </a:lnTo>
                <a:lnTo>
                  <a:pt x="22" y="8"/>
                </a:lnTo>
                <a:lnTo>
                  <a:pt x="22" y="7"/>
                </a:lnTo>
                <a:lnTo>
                  <a:pt x="21" y="7"/>
                </a:lnTo>
                <a:lnTo>
                  <a:pt x="20" y="7"/>
                </a:lnTo>
                <a:lnTo>
                  <a:pt x="19" y="7"/>
                </a:lnTo>
                <a:lnTo>
                  <a:pt x="20" y="8"/>
                </a:lnTo>
                <a:lnTo>
                  <a:pt x="19" y="8"/>
                </a:lnTo>
                <a:lnTo>
                  <a:pt x="20" y="8"/>
                </a:lnTo>
                <a:lnTo>
                  <a:pt x="20" y="9"/>
                </a:lnTo>
                <a:lnTo>
                  <a:pt x="20" y="10"/>
                </a:lnTo>
                <a:lnTo>
                  <a:pt x="19" y="10"/>
                </a:lnTo>
                <a:lnTo>
                  <a:pt x="15" y="9"/>
                </a:lnTo>
                <a:lnTo>
                  <a:pt x="14" y="10"/>
                </a:lnTo>
                <a:lnTo>
                  <a:pt x="13" y="10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0"/>
                </a:lnTo>
                <a:lnTo>
                  <a:pt x="7" y="10"/>
                </a:lnTo>
                <a:lnTo>
                  <a:pt x="7" y="11"/>
                </a:lnTo>
                <a:lnTo>
                  <a:pt x="6" y="11"/>
                </a:lnTo>
                <a:lnTo>
                  <a:pt x="7" y="11"/>
                </a:lnTo>
                <a:lnTo>
                  <a:pt x="7" y="12"/>
                </a:lnTo>
                <a:lnTo>
                  <a:pt x="6" y="12"/>
                </a:lnTo>
                <a:lnTo>
                  <a:pt x="5" y="12"/>
                </a:lnTo>
                <a:lnTo>
                  <a:pt x="4" y="12"/>
                </a:lnTo>
                <a:lnTo>
                  <a:pt x="4" y="13"/>
                </a:lnTo>
                <a:lnTo>
                  <a:pt x="3" y="13"/>
                </a:lnTo>
                <a:lnTo>
                  <a:pt x="0" y="12"/>
                </a:lnTo>
                <a:lnTo>
                  <a:pt x="0" y="11"/>
                </a:lnTo>
                <a:lnTo>
                  <a:pt x="2" y="11"/>
                </a:lnTo>
                <a:lnTo>
                  <a:pt x="3" y="10"/>
                </a:lnTo>
                <a:lnTo>
                  <a:pt x="4" y="10"/>
                </a:lnTo>
                <a:lnTo>
                  <a:pt x="8" y="8"/>
                </a:lnTo>
                <a:lnTo>
                  <a:pt x="8" y="7"/>
                </a:lnTo>
                <a:lnTo>
                  <a:pt x="8" y="4"/>
                </a:lnTo>
                <a:lnTo>
                  <a:pt x="9" y="4"/>
                </a:lnTo>
                <a:lnTo>
                  <a:pt x="10" y="3"/>
                </a:lnTo>
                <a:lnTo>
                  <a:pt x="12" y="3"/>
                </a:lnTo>
                <a:lnTo>
                  <a:pt x="13" y="2"/>
                </a:lnTo>
                <a:lnTo>
                  <a:pt x="14" y="2"/>
                </a:lnTo>
                <a:lnTo>
                  <a:pt x="15" y="1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2" y="0"/>
                </a:lnTo>
                <a:lnTo>
                  <a:pt x="23" y="2"/>
                </a:lnTo>
                <a:lnTo>
                  <a:pt x="24" y="3"/>
                </a:lnTo>
                <a:lnTo>
                  <a:pt x="25" y="4"/>
                </a:lnTo>
                <a:lnTo>
                  <a:pt x="27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" name=""/>
          <p:cNvSpPr/>
          <p:nvPr/>
        </p:nvSpPr>
        <p:spPr>
          <a:xfrm>
            <a:off x="5340600" y="1942560"/>
            <a:ext cx="11160" cy="6120"/>
          </a:xfrm>
          <a:custGeom>
            <a:avLst/>
            <a:gdLst/>
            <a:ahLst/>
            <a:rect l="0" t="0" r="r" b="b"/>
            <a:pathLst>
              <a:path w="31" h="17">
                <a:moveTo>
                  <a:pt x="18" y="2"/>
                </a:moveTo>
                <a:lnTo>
                  <a:pt x="17" y="3"/>
                </a:lnTo>
                <a:lnTo>
                  <a:pt x="16" y="4"/>
                </a:lnTo>
                <a:lnTo>
                  <a:pt x="16" y="5"/>
                </a:lnTo>
                <a:lnTo>
                  <a:pt x="18" y="6"/>
                </a:lnTo>
                <a:lnTo>
                  <a:pt x="19" y="6"/>
                </a:lnTo>
                <a:lnTo>
                  <a:pt x="20" y="6"/>
                </a:lnTo>
                <a:lnTo>
                  <a:pt x="21" y="6"/>
                </a:lnTo>
                <a:lnTo>
                  <a:pt x="21" y="5"/>
                </a:lnTo>
                <a:lnTo>
                  <a:pt x="22" y="5"/>
                </a:lnTo>
                <a:lnTo>
                  <a:pt x="24" y="5"/>
                </a:lnTo>
                <a:lnTo>
                  <a:pt x="25" y="6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6" y="9"/>
                </a:lnTo>
                <a:lnTo>
                  <a:pt x="25" y="9"/>
                </a:lnTo>
                <a:lnTo>
                  <a:pt x="26" y="10"/>
                </a:lnTo>
                <a:lnTo>
                  <a:pt x="29" y="11"/>
                </a:lnTo>
                <a:lnTo>
                  <a:pt x="30" y="12"/>
                </a:lnTo>
                <a:lnTo>
                  <a:pt x="30" y="11"/>
                </a:lnTo>
                <a:lnTo>
                  <a:pt x="31" y="12"/>
                </a:lnTo>
                <a:lnTo>
                  <a:pt x="29" y="13"/>
                </a:lnTo>
                <a:lnTo>
                  <a:pt x="27" y="13"/>
                </a:lnTo>
                <a:lnTo>
                  <a:pt x="26" y="13"/>
                </a:lnTo>
                <a:lnTo>
                  <a:pt x="25" y="13"/>
                </a:lnTo>
                <a:lnTo>
                  <a:pt x="24" y="12"/>
                </a:lnTo>
                <a:lnTo>
                  <a:pt x="23" y="12"/>
                </a:lnTo>
                <a:lnTo>
                  <a:pt x="23" y="11"/>
                </a:lnTo>
                <a:lnTo>
                  <a:pt x="22" y="11"/>
                </a:lnTo>
                <a:lnTo>
                  <a:pt x="20" y="12"/>
                </a:lnTo>
                <a:lnTo>
                  <a:pt x="19" y="12"/>
                </a:lnTo>
                <a:lnTo>
                  <a:pt x="18" y="13"/>
                </a:lnTo>
                <a:lnTo>
                  <a:pt x="17" y="13"/>
                </a:lnTo>
                <a:lnTo>
                  <a:pt x="17" y="12"/>
                </a:lnTo>
                <a:lnTo>
                  <a:pt x="16" y="12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5" y="12"/>
                </a:lnTo>
                <a:lnTo>
                  <a:pt x="14" y="12"/>
                </a:lnTo>
                <a:lnTo>
                  <a:pt x="14" y="11"/>
                </a:lnTo>
                <a:lnTo>
                  <a:pt x="15" y="11"/>
                </a:lnTo>
                <a:lnTo>
                  <a:pt x="15" y="10"/>
                </a:lnTo>
                <a:lnTo>
                  <a:pt x="14" y="11"/>
                </a:lnTo>
                <a:lnTo>
                  <a:pt x="13" y="12"/>
                </a:lnTo>
                <a:lnTo>
                  <a:pt x="14" y="12"/>
                </a:lnTo>
                <a:lnTo>
                  <a:pt x="14" y="13"/>
                </a:lnTo>
                <a:lnTo>
                  <a:pt x="14" y="14"/>
                </a:lnTo>
                <a:lnTo>
                  <a:pt x="14" y="15"/>
                </a:lnTo>
                <a:lnTo>
                  <a:pt x="11" y="17"/>
                </a:lnTo>
                <a:lnTo>
                  <a:pt x="9" y="17"/>
                </a:lnTo>
                <a:lnTo>
                  <a:pt x="8" y="17"/>
                </a:lnTo>
                <a:lnTo>
                  <a:pt x="7" y="15"/>
                </a:lnTo>
                <a:lnTo>
                  <a:pt x="5" y="15"/>
                </a:lnTo>
                <a:lnTo>
                  <a:pt x="3" y="15"/>
                </a:lnTo>
                <a:lnTo>
                  <a:pt x="3" y="14"/>
                </a:lnTo>
                <a:lnTo>
                  <a:pt x="3" y="13"/>
                </a:lnTo>
                <a:lnTo>
                  <a:pt x="3" y="12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2" y="5"/>
                </a:lnTo>
                <a:lnTo>
                  <a:pt x="4" y="6"/>
                </a:lnTo>
                <a:lnTo>
                  <a:pt x="5" y="6"/>
                </a:lnTo>
                <a:lnTo>
                  <a:pt x="6" y="6"/>
                </a:lnTo>
                <a:lnTo>
                  <a:pt x="7" y="5"/>
                </a:lnTo>
                <a:lnTo>
                  <a:pt x="9" y="5"/>
                </a:lnTo>
                <a:lnTo>
                  <a:pt x="10" y="6"/>
                </a:lnTo>
                <a:lnTo>
                  <a:pt x="12" y="6"/>
                </a:lnTo>
                <a:lnTo>
                  <a:pt x="13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6" y="2"/>
                </a:lnTo>
                <a:lnTo>
                  <a:pt x="16" y="0"/>
                </a:lnTo>
                <a:lnTo>
                  <a:pt x="17" y="2"/>
                </a:lnTo>
                <a:lnTo>
                  <a:pt x="18" y="2"/>
                </a:lnTo>
                <a:lnTo>
                  <a:pt x="18" y="3"/>
                </a:lnTo>
                <a:lnTo>
                  <a:pt x="18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" name=""/>
          <p:cNvSpPr/>
          <p:nvPr/>
        </p:nvSpPr>
        <p:spPr>
          <a:xfrm>
            <a:off x="5341680" y="19418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" name=""/>
          <p:cNvSpPr/>
          <p:nvPr/>
        </p:nvSpPr>
        <p:spPr>
          <a:xfrm>
            <a:off x="5338800" y="1940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" name=""/>
          <p:cNvSpPr/>
          <p:nvPr/>
        </p:nvSpPr>
        <p:spPr>
          <a:xfrm>
            <a:off x="5342400" y="19393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5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" name=""/>
          <p:cNvSpPr/>
          <p:nvPr/>
        </p:nvSpPr>
        <p:spPr>
          <a:xfrm>
            <a:off x="5342040" y="1933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1" y="2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" name=""/>
          <p:cNvSpPr/>
          <p:nvPr/>
        </p:nvSpPr>
        <p:spPr>
          <a:xfrm>
            <a:off x="5343840" y="1933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" name=""/>
          <p:cNvSpPr/>
          <p:nvPr/>
        </p:nvSpPr>
        <p:spPr>
          <a:xfrm>
            <a:off x="5347800" y="19314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1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" name=""/>
          <p:cNvSpPr/>
          <p:nvPr/>
        </p:nvSpPr>
        <p:spPr>
          <a:xfrm>
            <a:off x="5338440" y="1930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0" name=""/>
          <p:cNvSpPr/>
          <p:nvPr/>
        </p:nvSpPr>
        <p:spPr>
          <a:xfrm>
            <a:off x="5346000" y="19267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3"/>
                </a:move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3" y="3"/>
                </a:lnTo>
                <a:lnTo>
                  <a:pt x="3" y="1"/>
                </a:lnTo>
                <a:lnTo>
                  <a:pt x="5" y="3"/>
                </a:lnTo>
                <a:lnTo>
                  <a:pt x="6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1" name=""/>
          <p:cNvSpPr/>
          <p:nvPr/>
        </p:nvSpPr>
        <p:spPr>
          <a:xfrm>
            <a:off x="5343480" y="1921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2" name=""/>
          <p:cNvSpPr/>
          <p:nvPr/>
        </p:nvSpPr>
        <p:spPr>
          <a:xfrm>
            <a:off x="5347800" y="1921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4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3" name=""/>
          <p:cNvSpPr/>
          <p:nvPr/>
        </p:nvSpPr>
        <p:spPr>
          <a:xfrm>
            <a:off x="5358240" y="2061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4" name=""/>
          <p:cNvSpPr/>
          <p:nvPr/>
        </p:nvSpPr>
        <p:spPr>
          <a:xfrm>
            <a:off x="5359680" y="2059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5" name=""/>
          <p:cNvSpPr/>
          <p:nvPr/>
        </p:nvSpPr>
        <p:spPr>
          <a:xfrm>
            <a:off x="5351040" y="2024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6" name=""/>
          <p:cNvSpPr/>
          <p:nvPr/>
        </p:nvSpPr>
        <p:spPr>
          <a:xfrm>
            <a:off x="5347800" y="202032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9" y="1"/>
                </a:moveTo>
                <a:lnTo>
                  <a:pt x="7" y="2"/>
                </a:lnTo>
                <a:lnTo>
                  <a:pt x="6" y="1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4" y="3"/>
                </a:lnTo>
                <a:lnTo>
                  <a:pt x="5" y="2"/>
                </a:lnTo>
                <a:lnTo>
                  <a:pt x="5" y="1"/>
                </a:lnTo>
                <a:lnTo>
                  <a:pt x="4" y="1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7" name=""/>
          <p:cNvSpPr/>
          <p:nvPr/>
        </p:nvSpPr>
        <p:spPr>
          <a:xfrm>
            <a:off x="5348160" y="2003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" name=""/>
          <p:cNvSpPr/>
          <p:nvPr/>
        </p:nvSpPr>
        <p:spPr>
          <a:xfrm>
            <a:off x="5348160" y="20023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" name=""/>
          <p:cNvSpPr/>
          <p:nvPr/>
        </p:nvSpPr>
        <p:spPr>
          <a:xfrm>
            <a:off x="5346000" y="1999800"/>
            <a:ext cx="5400" cy="2880"/>
          </a:xfrm>
          <a:custGeom>
            <a:avLst/>
            <a:gdLst/>
            <a:ahLst/>
            <a:rect l="0" t="0" r="r" b="b"/>
            <a:pathLst>
              <a:path w="15" h="8">
                <a:moveTo>
                  <a:pt x="9" y="5"/>
                </a:moveTo>
                <a:lnTo>
                  <a:pt x="11" y="6"/>
                </a:lnTo>
                <a:lnTo>
                  <a:pt x="12" y="6"/>
                </a:lnTo>
                <a:lnTo>
                  <a:pt x="12" y="5"/>
                </a:lnTo>
                <a:lnTo>
                  <a:pt x="13" y="5"/>
                </a:lnTo>
                <a:lnTo>
                  <a:pt x="15" y="5"/>
                </a:lnTo>
                <a:lnTo>
                  <a:pt x="15" y="6"/>
                </a:lnTo>
                <a:lnTo>
                  <a:pt x="14" y="6"/>
                </a:lnTo>
                <a:lnTo>
                  <a:pt x="14" y="7"/>
                </a:lnTo>
                <a:lnTo>
                  <a:pt x="15" y="7"/>
                </a:lnTo>
                <a:lnTo>
                  <a:pt x="15" y="8"/>
                </a:lnTo>
                <a:lnTo>
                  <a:pt x="14" y="8"/>
                </a:lnTo>
                <a:lnTo>
                  <a:pt x="13" y="7"/>
                </a:lnTo>
                <a:lnTo>
                  <a:pt x="14" y="7"/>
                </a:lnTo>
                <a:lnTo>
                  <a:pt x="13" y="6"/>
                </a:lnTo>
                <a:lnTo>
                  <a:pt x="12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7" y="7"/>
                </a:lnTo>
                <a:lnTo>
                  <a:pt x="7" y="6"/>
                </a:lnTo>
                <a:lnTo>
                  <a:pt x="6" y="6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6" y="5"/>
                </a:lnTo>
                <a:lnTo>
                  <a:pt x="8" y="5"/>
                </a:lnTo>
                <a:lnTo>
                  <a:pt x="9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" name=""/>
          <p:cNvSpPr/>
          <p:nvPr/>
        </p:nvSpPr>
        <p:spPr>
          <a:xfrm>
            <a:off x="5346000" y="1994760"/>
            <a:ext cx="6480" cy="3960"/>
          </a:xfrm>
          <a:custGeom>
            <a:avLst/>
            <a:gdLst/>
            <a:ahLst/>
            <a:rect l="0" t="0" r="r" b="b"/>
            <a:pathLst>
              <a:path w="18" h="11">
                <a:moveTo>
                  <a:pt x="14" y="6"/>
                </a:moveTo>
                <a:lnTo>
                  <a:pt x="15" y="6"/>
                </a:lnTo>
                <a:lnTo>
                  <a:pt x="16" y="6"/>
                </a:lnTo>
                <a:lnTo>
                  <a:pt x="18" y="7"/>
                </a:lnTo>
                <a:lnTo>
                  <a:pt x="18" y="9"/>
                </a:lnTo>
                <a:lnTo>
                  <a:pt x="18" y="10"/>
                </a:lnTo>
                <a:lnTo>
                  <a:pt x="16" y="10"/>
                </a:lnTo>
                <a:lnTo>
                  <a:pt x="15" y="10"/>
                </a:lnTo>
                <a:lnTo>
                  <a:pt x="14" y="9"/>
                </a:lnTo>
                <a:lnTo>
                  <a:pt x="14" y="10"/>
                </a:lnTo>
                <a:lnTo>
                  <a:pt x="13" y="11"/>
                </a:lnTo>
                <a:lnTo>
                  <a:pt x="11" y="10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9" y="11"/>
                </a:lnTo>
                <a:lnTo>
                  <a:pt x="8" y="11"/>
                </a:lnTo>
                <a:lnTo>
                  <a:pt x="6" y="9"/>
                </a:lnTo>
                <a:lnTo>
                  <a:pt x="2" y="6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2"/>
                </a:lnTo>
                <a:lnTo>
                  <a:pt x="7" y="3"/>
                </a:lnTo>
                <a:lnTo>
                  <a:pt x="6" y="4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7"/>
                </a:lnTo>
                <a:lnTo>
                  <a:pt x="9" y="7"/>
                </a:lnTo>
                <a:lnTo>
                  <a:pt x="10" y="6"/>
                </a:lnTo>
                <a:lnTo>
                  <a:pt x="12" y="7"/>
                </a:lnTo>
                <a:lnTo>
                  <a:pt x="13" y="7"/>
                </a:lnTo>
                <a:lnTo>
                  <a:pt x="14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" name=""/>
          <p:cNvSpPr/>
          <p:nvPr/>
        </p:nvSpPr>
        <p:spPr>
          <a:xfrm>
            <a:off x="5345280" y="1989720"/>
            <a:ext cx="7560" cy="5760"/>
          </a:xfrm>
          <a:custGeom>
            <a:avLst/>
            <a:gdLst/>
            <a:ahLst/>
            <a:rect l="0" t="0" r="r" b="b"/>
            <a:pathLst>
              <a:path w="21" h="16">
                <a:moveTo>
                  <a:pt x="13" y="1"/>
                </a:moveTo>
                <a:lnTo>
                  <a:pt x="15" y="2"/>
                </a:lnTo>
                <a:lnTo>
                  <a:pt x="16" y="3"/>
                </a:lnTo>
                <a:lnTo>
                  <a:pt x="17" y="2"/>
                </a:lnTo>
                <a:lnTo>
                  <a:pt x="18" y="2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5" y="5"/>
                </a:lnTo>
                <a:lnTo>
                  <a:pt x="14" y="6"/>
                </a:lnTo>
                <a:lnTo>
                  <a:pt x="14" y="7"/>
                </a:lnTo>
                <a:lnTo>
                  <a:pt x="15" y="7"/>
                </a:lnTo>
                <a:lnTo>
                  <a:pt x="16" y="7"/>
                </a:lnTo>
                <a:lnTo>
                  <a:pt x="17" y="7"/>
                </a:lnTo>
                <a:lnTo>
                  <a:pt x="18" y="7"/>
                </a:lnTo>
                <a:lnTo>
                  <a:pt x="18" y="9"/>
                </a:lnTo>
                <a:lnTo>
                  <a:pt x="17" y="9"/>
                </a:lnTo>
                <a:lnTo>
                  <a:pt x="17" y="11"/>
                </a:lnTo>
                <a:lnTo>
                  <a:pt x="19" y="13"/>
                </a:lnTo>
                <a:lnTo>
                  <a:pt x="20" y="13"/>
                </a:lnTo>
                <a:lnTo>
                  <a:pt x="21" y="13"/>
                </a:lnTo>
                <a:lnTo>
                  <a:pt x="21" y="14"/>
                </a:lnTo>
                <a:lnTo>
                  <a:pt x="20" y="15"/>
                </a:lnTo>
                <a:lnTo>
                  <a:pt x="20" y="16"/>
                </a:lnTo>
                <a:lnTo>
                  <a:pt x="19" y="16"/>
                </a:lnTo>
                <a:lnTo>
                  <a:pt x="17" y="15"/>
                </a:lnTo>
                <a:lnTo>
                  <a:pt x="16" y="14"/>
                </a:lnTo>
                <a:lnTo>
                  <a:pt x="15" y="14"/>
                </a:lnTo>
                <a:lnTo>
                  <a:pt x="14" y="14"/>
                </a:lnTo>
                <a:lnTo>
                  <a:pt x="13" y="14"/>
                </a:lnTo>
                <a:lnTo>
                  <a:pt x="13" y="13"/>
                </a:lnTo>
                <a:lnTo>
                  <a:pt x="11" y="12"/>
                </a:lnTo>
                <a:lnTo>
                  <a:pt x="9" y="11"/>
                </a:lnTo>
                <a:lnTo>
                  <a:pt x="8" y="11"/>
                </a:lnTo>
                <a:lnTo>
                  <a:pt x="7" y="9"/>
                </a:lnTo>
                <a:lnTo>
                  <a:pt x="7" y="8"/>
                </a:lnTo>
                <a:lnTo>
                  <a:pt x="6" y="7"/>
                </a:lnTo>
                <a:lnTo>
                  <a:pt x="4" y="6"/>
                </a:lnTo>
                <a:lnTo>
                  <a:pt x="3" y="6"/>
                </a:lnTo>
                <a:lnTo>
                  <a:pt x="1" y="5"/>
                </a:lnTo>
                <a:lnTo>
                  <a:pt x="0" y="4"/>
                </a:lnTo>
                <a:lnTo>
                  <a:pt x="1" y="3"/>
                </a:lnTo>
                <a:lnTo>
                  <a:pt x="3" y="2"/>
                </a:lnTo>
                <a:lnTo>
                  <a:pt x="3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3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" name=""/>
          <p:cNvSpPr/>
          <p:nvPr/>
        </p:nvSpPr>
        <p:spPr>
          <a:xfrm>
            <a:off x="5351400" y="1989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" name=""/>
          <p:cNvSpPr/>
          <p:nvPr/>
        </p:nvSpPr>
        <p:spPr>
          <a:xfrm>
            <a:off x="5353920" y="198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3" y="0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" name=""/>
          <p:cNvSpPr/>
          <p:nvPr/>
        </p:nvSpPr>
        <p:spPr>
          <a:xfrm>
            <a:off x="5348520" y="1986480"/>
            <a:ext cx="4320" cy="2880"/>
          </a:xfrm>
          <a:custGeom>
            <a:avLst/>
            <a:gdLst/>
            <a:ahLst/>
            <a:rect l="0" t="0" r="r" b="b"/>
            <a:pathLst>
              <a:path w="12" h="8">
                <a:moveTo>
                  <a:pt x="11" y="0"/>
                </a:moveTo>
                <a:lnTo>
                  <a:pt x="12" y="1"/>
                </a:lnTo>
                <a:lnTo>
                  <a:pt x="12" y="3"/>
                </a:lnTo>
                <a:lnTo>
                  <a:pt x="11" y="3"/>
                </a:lnTo>
                <a:lnTo>
                  <a:pt x="11" y="4"/>
                </a:lnTo>
                <a:lnTo>
                  <a:pt x="12" y="4"/>
                </a:lnTo>
                <a:lnTo>
                  <a:pt x="12" y="5"/>
                </a:lnTo>
                <a:lnTo>
                  <a:pt x="11" y="5"/>
                </a:lnTo>
                <a:lnTo>
                  <a:pt x="9" y="6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1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3" y="1"/>
                </a:lnTo>
                <a:lnTo>
                  <a:pt x="6" y="1"/>
                </a:lnTo>
                <a:lnTo>
                  <a:pt x="6" y="3"/>
                </a:lnTo>
                <a:lnTo>
                  <a:pt x="7" y="3"/>
                </a:lnTo>
                <a:lnTo>
                  <a:pt x="9" y="1"/>
                </a:lnTo>
                <a:lnTo>
                  <a:pt x="9" y="0"/>
                </a:lnTo>
                <a:lnTo>
                  <a:pt x="1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" name=""/>
          <p:cNvSpPr/>
          <p:nvPr/>
        </p:nvSpPr>
        <p:spPr>
          <a:xfrm>
            <a:off x="5350680" y="1980720"/>
            <a:ext cx="7560" cy="9360"/>
          </a:xfrm>
          <a:custGeom>
            <a:avLst/>
            <a:gdLst/>
            <a:ahLst/>
            <a:rect l="0" t="0" r="r" b="b"/>
            <a:pathLst>
              <a:path w="21" h="26">
                <a:moveTo>
                  <a:pt x="8" y="1"/>
                </a:moveTo>
                <a:lnTo>
                  <a:pt x="11" y="2"/>
                </a:lnTo>
                <a:lnTo>
                  <a:pt x="11" y="3"/>
                </a:lnTo>
                <a:lnTo>
                  <a:pt x="12" y="3"/>
                </a:lnTo>
                <a:lnTo>
                  <a:pt x="15" y="2"/>
                </a:lnTo>
                <a:lnTo>
                  <a:pt x="15" y="1"/>
                </a:lnTo>
                <a:lnTo>
                  <a:pt x="16" y="1"/>
                </a:lnTo>
                <a:lnTo>
                  <a:pt x="16" y="0"/>
                </a:lnTo>
                <a:lnTo>
                  <a:pt x="17" y="1"/>
                </a:lnTo>
                <a:lnTo>
                  <a:pt x="17" y="2"/>
                </a:lnTo>
                <a:lnTo>
                  <a:pt x="16" y="2"/>
                </a:lnTo>
                <a:lnTo>
                  <a:pt x="17" y="3"/>
                </a:lnTo>
                <a:lnTo>
                  <a:pt x="17" y="5"/>
                </a:lnTo>
                <a:lnTo>
                  <a:pt x="18" y="5"/>
                </a:lnTo>
                <a:lnTo>
                  <a:pt x="19" y="5"/>
                </a:lnTo>
                <a:lnTo>
                  <a:pt x="19" y="7"/>
                </a:lnTo>
                <a:lnTo>
                  <a:pt x="17" y="7"/>
                </a:lnTo>
                <a:lnTo>
                  <a:pt x="15" y="7"/>
                </a:lnTo>
                <a:lnTo>
                  <a:pt x="15" y="8"/>
                </a:lnTo>
                <a:lnTo>
                  <a:pt x="16" y="9"/>
                </a:lnTo>
                <a:lnTo>
                  <a:pt x="17" y="9"/>
                </a:lnTo>
                <a:lnTo>
                  <a:pt x="20" y="9"/>
                </a:lnTo>
                <a:lnTo>
                  <a:pt x="20" y="10"/>
                </a:lnTo>
                <a:lnTo>
                  <a:pt x="19" y="11"/>
                </a:lnTo>
                <a:lnTo>
                  <a:pt x="19" y="12"/>
                </a:lnTo>
                <a:lnTo>
                  <a:pt x="20" y="12"/>
                </a:lnTo>
                <a:lnTo>
                  <a:pt x="21" y="13"/>
                </a:lnTo>
                <a:lnTo>
                  <a:pt x="21" y="14"/>
                </a:lnTo>
                <a:lnTo>
                  <a:pt x="20" y="14"/>
                </a:lnTo>
                <a:lnTo>
                  <a:pt x="19" y="14"/>
                </a:lnTo>
                <a:lnTo>
                  <a:pt x="18" y="14"/>
                </a:lnTo>
                <a:lnTo>
                  <a:pt x="18" y="15"/>
                </a:lnTo>
                <a:lnTo>
                  <a:pt x="18" y="16"/>
                </a:lnTo>
                <a:lnTo>
                  <a:pt x="17" y="16"/>
                </a:lnTo>
                <a:lnTo>
                  <a:pt x="16" y="16"/>
                </a:lnTo>
                <a:lnTo>
                  <a:pt x="15" y="18"/>
                </a:lnTo>
                <a:lnTo>
                  <a:pt x="15" y="19"/>
                </a:lnTo>
                <a:lnTo>
                  <a:pt x="15" y="21"/>
                </a:lnTo>
                <a:lnTo>
                  <a:pt x="16" y="21"/>
                </a:lnTo>
                <a:lnTo>
                  <a:pt x="17" y="22"/>
                </a:lnTo>
                <a:lnTo>
                  <a:pt x="19" y="22"/>
                </a:lnTo>
                <a:lnTo>
                  <a:pt x="19" y="24"/>
                </a:lnTo>
                <a:lnTo>
                  <a:pt x="20" y="25"/>
                </a:lnTo>
                <a:lnTo>
                  <a:pt x="18" y="26"/>
                </a:lnTo>
                <a:lnTo>
                  <a:pt x="18" y="25"/>
                </a:lnTo>
                <a:lnTo>
                  <a:pt x="17" y="25"/>
                </a:lnTo>
                <a:lnTo>
                  <a:pt x="16" y="25"/>
                </a:lnTo>
                <a:lnTo>
                  <a:pt x="15" y="25"/>
                </a:lnTo>
                <a:lnTo>
                  <a:pt x="14" y="25"/>
                </a:lnTo>
                <a:lnTo>
                  <a:pt x="13" y="24"/>
                </a:lnTo>
                <a:lnTo>
                  <a:pt x="13" y="23"/>
                </a:lnTo>
                <a:lnTo>
                  <a:pt x="12" y="23"/>
                </a:lnTo>
                <a:lnTo>
                  <a:pt x="12" y="22"/>
                </a:lnTo>
                <a:lnTo>
                  <a:pt x="11" y="20"/>
                </a:lnTo>
                <a:lnTo>
                  <a:pt x="11" y="19"/>
                </a:lnTo>
                <a:lnTo>
                  <a:pt x="12" y="19"/>
                </a:lnTo>
                <a:lnTo>
                  <a:pt x="12" y="18"/>
                </a:lnTo>
                <a:lnTo>
                  <a:pt x="12" y="17"/>
                </a:lnTo>
                <a:lnTo>
                  <a:pt x="12" y="16"/>
                </a:lnTo>
                <a:lnTo>
                  <a:pt x="11" y="15"/>
                </a:lnTo>
                <a:lnTo>
                  <a:pt x="10" y="13"/>
                </a:lnTo>
                <a:lnTo>
                  <a:pt x="10" y="12"/>
                </a:lnTo>
                <a:lnTo>
                  <a:pt x="9" y="12"/>
                </a:lnTo>
                <a:lnTo>
                  <a:pt x="9" y="11"/>
                </a:lnTo>
                <a:lnTo>
                  <a:pt x="7" y="11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2" y="9"/>
                </a:lnTo>
                <a:lnTo>
                  <a:pt x="1" y="8"/>
                </a:lnTo>
                <a:lnTo>
                  <a:pt x="0" y="5"/>
                </a:lnTo>
                <a:lnTo>
                  <a:pt x="3" y="1"/>
                </a:lnTo>
                <a:lnTo>
                  <a:pt x="4" y="2"/>
                </a:lnTo>
                <a:lnTo>
                  <a:pt x="7" y="1"/>
                </a:lnTo>
                <a:lnTo>
                  <a:pt x="8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" name=""/>
          <p:cNvSpPr/>
          <p:nvPr/>
        </p:nvSpPr>
        <p:spPr>
          <a:xfrm>
            <a:off x="5348160" y="19825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0" y="2"/>
                </a:move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2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" name=""/>
          <p:cNvSpPr/>
          <p:nvPr/>
        </p:nvSpPr>
        <p:spPr>
          <a:xfrm>
            <a:off x="5358240" y="19803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5"/>
                </a:ln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" name=""/>
          <p:cNvSpPr/>
          <p:nvPr/>
        </p:nvSpPr>
        <p:spPr>
          <a:xfrm>
            <a:off x="5357520" y="19796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0"/>
                </a:move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" name=""/>
          <p:cNvSpPr/>
          <p:nvPr/>
        </p:nvSpPr>
        <p:spPr>
          <a:xfrm>
            <a:off x="5357520" y="1978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2"/>
                </a:lnTo>
                <a:lnTo>
                  <a:pt x="2" y="0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" name=""/>
          <p:cNvSpPr/>
          <p:nvPr/>
        </p:nvSpPr>
        <p:spPr>
          <a:xfrm>
            <a:off x="5352480" y="1974600"/>
            <a:ext cx="3240" cy="5040"/>
          </a:xfrm>
          <a:custGeom>
            <a:avLst/>
            <a:gdLst/>
            <a:ahLst/>
            <a:rect l="0" t="0" r="r" b="b"/>
            <a:pathLst>
              <a:path w="9" h="14">
                <a:moveTo>
                  <a:pt x="8" y="7"/>
                </a:move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7" y="8"/>
                </a:lnTo>
                <a:lnTo>
                  <a:pt x="5" y="8"/>
                </a:lnTo>
                <a:lnTo>
                  <a:pt x="5" y="9"/>
                </a:lnTo>
                <a:lnTo>
                  <a:pt x="5" y="11"/>
                </a:lnTo>
                <a:lnTo>
                  <a:pt x="5" y="12"/>
                </a:lnTo>
                <a:lnTo>
                  <a:pt x="5" y="13"/>
                </a:lnTo>
                <a:lnTo>
                  <a:pt x="3" y="14"/>
                </a:lnTo>
                <a:lnTo>
                  <a:pt x="2" y="14"/>
                </a:lnTo>
                <a:lnTo>
                  <a:pt x="1" y="13"/>
                </a:lnTo>
                <a:lnTo>
                  <a:pt x="0" y="12"/>
                </a:lnTo>
                <a:lnTo>
                  <a:pt x="1" y="13"/>
                </a:lnTo>
                <a:lnTo>
                  <a:pt x="1" y="8"/>
                </a:lnTo>
                <a:lnTo>
                  <a:pt x="2" y="8"/>
                </a:lnTo>
                <a:lnTo>
                  <a:pt x="2" y="7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5" y="1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6" y="6"/>
                </a:lnTo>
                <a:lnTo>
                  <a:pt x="6" y="7"/>
                </a:lnTo>
                <a:lnTo>
                  <a:pt x="7" y="7"/>
                </a:lnTo>
                <a:lnTo>
                  <a:pt x="8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" name=""/>
          <p:cNvSpPr/>
          <p:nvPr/>
        </p:nvSpPr>
        <p:spPr>
          <a:xfrm>
            <a:off x="5355360" y="19738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0" y="1"/>
                </a:moveTo>
                <a:lnTo>
                  <a:pt x="0" y="0"/>
                </a:lnTo>
                <a:lnTo>
                  <a:pt x="2" y="1"/>
                </a:lnTo>
                <a:lnTo>
                  <a:pt x="3" y="2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4"/>
                </a:lnTo>
                <a:lnTo>
                  <a:pt x="2" y="2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" name=""/>
          <p:cNvSpPr/>
          <p:nvPr/>
        </p:nvSpPr>
        <p:spPr>
          <a:xfrm>
            <a:off x="5374800" y="19627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2" y="4"/>
                </a:moveTo>
                <a:lnTo>
                  <a:pt x="2" y="6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4" y="2"/>
                </a:lnTo>
                <a:lnTo>
                  <a:pt x="6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" name=""/>
          <p:cNvSpPr/>
          <p:nvPr/>
        </p:nvSpPr>
        <p:spPr>
          <a:xfrm>
            <a:off x="5371560" y="19605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0"/>
                </a:moveTo>
                <a:lnTo>
                  <a:pt x="3" y="2"/>
                </a:ln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" name=""/>
          <p:cNvSpPr/>
          <p:nvPr/>
        </p:nvSpPr>
        <p:spPr>
          <a:xfrm>
            <a:off x="5363280" y="19602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" name=""/>
          <p:cNvSpPr/>
          <p:nvPr/>
        </p:nvSpPr>
        <p:spPr>
          <a:xfrm>
            <a:off x="5366160" y="19591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0" y="2"/>
                </a:move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4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2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" name=""/>
          <p:cNvSpPr/>
          <p:nvPr/>
        </p:nvSpPr>
        <p:spPr>
          <a:xfrm>
            <a:off x="5368320" y="19587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0" y="0"/>
                </a:moveTo>
                <a:lnTo>
                  <a:pt x="3" y="0"/>
                </a:lnTo>
                <a:lnTo>
                  <a:pt x="4" y="1"/>
                </a:lnTo>
                <a:lnTo>
                  <a:pt x="5" y="3"/>
                </a:lnTo>
                <a:lnTo>
                  <a:pt x="6" y="5"/>
                </a:lnTo>
                <a:lnTo>
                  <a:pt x="6" y="6"/>
                </a:lnTo>
                <a:lnTo>
                  <a:pt x="5" y="7"/>
                </a:lnTo>
                <a:lnTo>
                  <a:pt x="5" y="5"/>
                </a:lnTo>
                <a:lnTo>
                  <a:pt x="4" y="5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" name=""/>
          <p:cNvSpPr/>
          <p:nvPr/>
        </p:nvSpPr>
        <p:spPr>
          <a:xfrm>
            <a:off x="5355720" y="1959480"/>
            <a:ext cx="2880" cy="1080"/>
          </a:xfrm>
          <a:custGeom>
            <a:avLst/>
            <a:gdLst/>
            <a:ahLst/>
            <a:rect l="0" t="0" r="r" b="b"/>
            <a:pathLst>
              <a:path w="8" h="3">
                <a:moveTo>
                  <a:pt x="2" y="0"/>
                </a:move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8" y="1"/>
                </a:lnTo>
                <a:lnTo>
                  <a:pt x="8" y="3"/>
                </a:lnTo>
                <a:lnTo>
                  <a:pt x="6" y="3"/>
                </a:lnTo>
                <a:lnTo>
                  <a:pt x="4" y="3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" name=""/>
          <p:cNvSpPr/>
          <p:nvPr/>
        </p:nvSpPr>
        <p:spPr>
          <a:xfrm>
            <a:off x="5358600" y="1958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" name=""/>
          <p:cNvSpPr/>
          <p:nvPr/>
        </p:nvSpPr>
        <p:spPr>
          <a:xfrm>
            <a:off x="5370480" y="195840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0" y="1"/>
                </a:moveTo>
                <a:lnTo>
                  <a:pt x="2" y="0"/>
                </a:lnTo>
                <a:lnTo>
                  <a:pt x="3" y="1"/>
                </a:lnTo>
                <a:lnTo>
                  <a:pt x="2" y="3"/>
                </a:lnTo>
                <a:lnTo>
                  <a:pt x="3" y="4"/>
                </a:lnTo>
                <a:lnTo>
                  <a:pt x="3" y="5"/>
                </a:lnTo>
                <a:lnTo>
                  <a:pt x="2" y="6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" name=""/>
          <p:cNvSpPr/>
          <p:nvPr/>
        </p:nvSpPr>
        <p:spPr>
          <a:xfrm>
            <a:off x="5348160" y="195696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0" y="2"/>
                </a:move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" name=""/>
          <p:cNvSpPr/>
          <p:nvPr/>
        </p:nvSpPr>
        <p:spPr>
          <a:xfrm>
            <a:off x="5353200" y="1946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" name=""/>
          <p:cNvSpPr/>
          <p:nvPr/>
        </p:nvSpPr>
        <p:spPr>
          <a:xfrm>
            <a:off x="5351760" y="1944360"/>
            <a:ext cx="2880" cy="2520"/>
          </a:xfrm>
          <a:custGeom>
            <a:avLst/>
            <a:gdLst/>
            <a:ahLst/>
            <a:rect l="0" t="0" r="r" b="b"/>
            <a:pathLst>
              <a:path w="8" h="7">
                <a:moveTo>
                  <a:pt x="6" y="4"/>
                </a:move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7" y="7"/>
                </a:lnTo>
                <a:lnTo>
                  <a:pt x="6" y="7"/>
                </a:lnTo>
                <a:lnTo>
                  <a:pt x="6" y="5"/>
                </a:lnTo>
                <a:lnTo>
                  <a:pt x="4" y="5"/>
                </a:lnTo>
                <a:lnTo>
                  <a:pt x="4" y="7"/>
                </a:lnTo>
                <a:lnTo>
                  <a:pt x="3" y="5"/>
                </a:lnTo>
                <a:lnTo>
                  <a:pt x="2" y="4"/>
                </a:lnTo>
                <a:lnTo>
                  <a:pt x="1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7" y="4"/>
                </a:lnTo>
                <a:lnTo>
                  <a:pt x="6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" name=""/>
          <p:cNvSpPr/>
          <p:nvPr/>
        </p:nvSpPr>
        <p:spPr>
          <a:xfrm>
            <a:off x="5352840" y="1928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" name=""/>
          <p:cNvSpPr/>
          <p:nvPr/>
        </p:nvSpPr>
        <p:spPr>
          <a:xfrm>
            <a:off x="5355000" y="19260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7" y="2"/>
                </a:move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4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4" y="1"/>
                </a:lnTo>
                <a:lnTo>
                  <a:pt x="6" y="2"/>
                </a:lnTo>
                <a:lnTo>
                  <a:pt x="7" y="1"/>
                </a:lnTo>
                <a:lnTo>
                  <a:pt x="7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" name=""/>
          <p:cNvSpPr/>
          <p:nvPr/>
        </p:nvSpPr>
        <p:spPr>
          <a:xfrm>
            <a:off x="5353200" y="19267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3"/>
                </a:moveTo>
                <a:lnTo>
                  <a:pt x="3" y="2"/>
                </a:lnTo>
                <a:lnTo>
                  <a:pt x="2" y="2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" name=""/>
          <p:cNvSpPr/>
          <p:nvPr/>
        </p:nvSpPr>
        <p:spPr>
          <a:xfrm>
            <a:off x="5346720" y="1922400"/>
            <a:ext cx="7200" cy="4680"/>
          </a:xfrm>
          <a:custGeom>
            <a:avLst/>
            <a:gdLst/>
            <a:ahLst/>
            <a:rect l="0" t="0" r="r" b="b"/>
            <a:pathLst>
              <a:path w="20" h="13">
                <a:moveTo>
                  <a:pt x="13" y="3"/>
                </a:moveTo>
                <a:lnTo>
                  <a:pt x="14" y="2"/>
                </a:lnTo>
                <a:lnTo>
                  <a:pt x="14" y="3"/>
                </a:lnTo>
                <a:lnTo>
                  <a:pt x="15" y="3"/>
                </a:lnTo>
                <a:lnTo>
                  <a:pt x="15" y="4"/>
                </a:lnTo>
                <a:lnTo>
                  <a:pt x="17" y="3"/>
                </a:lnTo>
                <a:lnTo>
                  <a:pt x="18" y="1"/>
                </a:lnTo>
                <a:lnTo>
                  <a:pt x="19" y="1"/>
                </a:lnTo>
                <a:lnTo>
                  <a:pt x="19" y="2"/>
                </a:lnTo>
                <a:lnTo>
                  <a:pt x="19" y="3"/>
                </a:lnTo>
                <a:lnTo>
                  <a:pt x="18" y="3"/>
                </a:lnTo>
                <a:lnTo>
                  <a:pt x="18" y="4"/>
                </a:lnTo>
                <a:lnTo>
                  <a:pt x="18" y="5"/>
                </a:lnTo>
                <a:lnTo>
                  <a:pt x="19" y="5"/>
                </a:lnTo>
                <a:lnTo>
                  <a:pt x="20" y="5"/>
                </a:lnTo>
                <a:lnTo>
                  <a:pt x="20" y="7"/>
                </a:lnTo>
                <a:lnTo>
                  <a:pt x="19" y="7"/>
                </a:lnTo>
                <a:lnTo>
                  <a:pt x="18" y="5"/>
                </a:lnTo>
                <a:lnTo>
                  <a:pt x="17" y="5"/>
                </a:lnTo>
                <a:lnTo>
                  <a:pt x="15" y="7"/>
                </a:lnTo>
                <a:lnTo>
                  <a:pt x="13" y="8"/>
                </a:lnTo>
                <a:lnTo>
                  <a:pt x="12" y="8"/>
                </a:lnTo>
                <a:lnTo>
                  <a:pt x="11" y="9"/>
                </a:lnTo>
                <a:lnTo>
                  <a:pt x="11" y="8"/>
                </a:lnTo>
                <a:lnTo>
                  <a:pt x="10" y="8"/>
                </a:lnTo>
                <a:lnTo>
                  <a:pt x="8" y="9"/>
                </a:lnTo>
                <a:lnTo>
                  <a:pt x="7" y="9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3" y="10"/>
                </a:lnTo>
                <a:lnTo>
                  <a:pt x="2" y="11"/>
                </a:lnTo>
                <a:lnTo>
                  <a:pt x="1" y="12"/>
                </a:lnTo>
                <a:lnTo>
                  <a:pt x="1" y="13"/>
                </a:lnTo>
                <a:lnTo>
                  <a:pt x="2" y="13"/>
                </a:lnTo>
                <a:lnTo>
                  <a:pt x="1" y="13"/>
                </a:lnTo>
                <a:lnTo>
                  <a:pt x="1" y="12"/>
                </a:lnTo>
                <a:lnTo>
                  <a:pt x="1" y="10"/>
                </a:lnTo>
                <a:lnTo>
                  <a:pt x="1" y="9"/>
                </a:lnTo>
                <a:lnTo>
                  <a:pt x="2" y="8"/>
                </a:lnTo>
                <a:lnTo>
                  <a:pt x="3" y="5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3" y="4"/>
                </a:lnTo>
                <a:lnTo>
                  <a:pt x="13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" name=""/>
          <p:cNvSpPr/>
          <p:nvPr/>
        </p:nvSpPr>
        <p:spPr>
          <a:xfrm>
            <a:off x="5366880" y="191952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7" y="2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7"/>
                </a:lnTo>
                <a:lnTo>
                  <a:pt x="7" y="8"/>
                </a:lnTo>
                <a:lnTo>
                  <a:pt x="6" y="8"/>
                </a:lnTo>
                <a:lnTo>
                  <a:pt x="4" y="8"/>
                </a:lnTo>
                <a:lnTo>
                  <a:pt x="6" y="7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4"/>
                </a:lnTo>
                <a:lnTo>
                  <a:pt x="2" y="2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" name=""/>
          <p:cNvSpPr/>
          <p:nvPr/>
        </p:nvSpPr>
        <p:spPr>
          <a:xfrm>
            <a:off x="5370120" y="1919160"/>
            <a:ext cx="2880" cy="2520"/>
          </a:xfrm>
          <a:custGeom>
            <a:avLst/>
            <a:gdLst/>
            <a:ahLst/>
            <a:rect l="0" t="0" r="r" b="b"/>
            <a:pathLst>
              <a:path w="8" h="7">
                <a:moveTo>
                  <a:pt x="5" y="3"/>
                </a:moveTo>
                <a:lnTo>
                  <a:pt x="6" y="3"/>
                </a:lnTo>
                <a:lnTo>
                  <a:pt x="8" y="6"/>
                </a:lnTo>
                <a:lnTo>
                  <a:pt x="6" y="6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5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" name=""/>
          <p:cNvSpPr/>
          <p:nvPr/>
        </p:nvSpPr>
        <p:spPr>
          <a:xfrm>
            <a:off x="5367240" y="19152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0"/>
                </a:moveTo>
                <a:lnTo>
                  <a:pt x="5" y="3"/>
                </a:lnTo>
                <a:lnTo>
                  <a:pt x="4" y="5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" name=""/>
          <p:cNvSpPr/>
          <p:nvPr/>
        </p:nvSpPr>
        <p:spPr>
          <a:xfrm>
            <a:off x="5366160" y="1914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" name=""/>
          <p:cNvSpPr/>
          <p:nvPr/>
        </p:nvSpPr>
        <p:spPr>
          <a:xfrm>
            <a:off x="5356440" y="191412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3" y="3"/>
                </a:move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5" y="1"/>
                </a:lnTo>
                <a:lnTo>
                  <a:pt x="6" y="1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" name=""/>
          <p:cNvSpPr/>
          <p:nvPr/>
        </p:nvSpPr>
        <p:spPr>
          <a:xfrm>
            <a:off x="5358600" y="19141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0"/>
                </a:moveTo>
                <a:lnTo>
                  <a:pt x="1" y="0"/>
                </a:lnTo>
                <a:lnTo>
                  <a:pt x="3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" name=""/>
          <p:cNvSpPr/>
          <p:nvPr/>
        </p:nvSpPr>
        <p:spPr>
          <a:xfrm>
            <a:off x="5359680" y="191124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9" y="2"/>
                </a:moveTo>
                <a:lnTo>
                  <a:pt x="9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9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" name=""/>
          <p:cNvSpPr/>
          <p:nvPr/>
        </p:nvSpPr>
        <p:spPr>
          <a:xfrm>
            <a:off x="4862520" y="1687320"/>
            <a:ext cx="308880" cy="375480"/>
          </a:xfrm>
          <a:custGeom>
            <a:avLst/>
            <a:gdLst/>
            <a:ahLst/>
            <a:rect l="0" t="0" r="r" b="b"/>
            <a:pathLst>
              <a:path w="858" h="1043">
                <a:moveTo>
                  <a:pt x="717" y="394"/>
                </a:moveTo>
                <a:lnTo>
                  <a:pt x="718" y="392"/>
                </a:lnTo>
                <a:lnTo>
                  <a:pt x="718" y="391"/>
                </a:lnTo>
                <a:lnTo>
                  <a:pt x="716" y="389"/>
                </a:lnTo>
                <a:lnTo>
                  <a:pt x="715" y="388"/>
                </a:lnTo>
                <a:lnTo>
                  <a:pt x="714" y="387"/>
                </a:lnTo>
                <a:lnTo>
                  <a:pt x="712" y="384"/>
                </a:lnTo>
                <a:lnTo>
                  <a:pt x="710" y="383"/>
                </a:lnTo>
                <a:lnTo>
                  <a:pt x="708" y="384"/>
                </a:lnTo>
                <a:lnTo>
                  <a:pt x="705" y="387"/>
                </a:lnTo>
                <a:lnTo>
                  <a:pt x="703" y="387"/>
                </a:lnTo>
                <a:lnTo>
                  <a:pt x="701" y="387"/>
                </a:lnTo>
                <a:lnTo>
                  <a:pt x="700" y="385"/>
                </a:lnTo>
                <a:lnTo>
                  <a:pt x="700" y="384"/>
                </a:lnTo>
                <a:lnTo>
                  <a:pt x="700" y="383"/>
                </a:lnTo>
                <a:lnTo>
                  <a:pt x="699" y="382"/>
                </a:lnTo>
                <a:lnTo>
                  <a:pt x="696" y="380"/>
                </a:lnTo>
                <a:lnTo>
                  <a:pt x="695" y="379"/>
                </a:lnTo>
                <a:lnTo>
                  <a:pt x="694" y="379"/>
                </a:lnTo>
                <a:lnTo>
                  <a:pt x="694" y="378"/>
                </a:lnTo>
                <a:lnTo>
                  <a:pt x="693" y="377"/>
                </a:lnTo>
                <a:lnTo>
                  <a:pt x="690" y="377"/>
                </a:lnTo>
                <a:lnTo>
                  <a:pt x="689" y="377"/>
                </a:lnTo>
                <a:lnTo>
                  <a:pt x="689" y="378"/>
                </a:lnTo>
                <a:lnTo>
                  <a:pt x="690" y="378"/>
                </a:lnTo>
                <a:lnTo>
                  <a:pt x="690" y="379"/>
                </a:lnTo>
                <a:lnTo>
                  <a:pt x="689" y="379"/>
                </a:lnTo>
                <a:lnTo>
                  <a:pt x="688" y="378"/>
                </a:lnTo>
                <a:lnTo>
                  <a:pt x="688" y="379"/>
                </a:lnTo>
                <a:lnTo>
                  <a:pt x="687" y="379"/>
                </a:lnTo>
                <a:lnTo>
                  <a:pt x="687" y="380"/>
                </a:lnTo>
                <a:lnTo>
                  <a:pt x="685" y="379"/>
                </a:lnTo>
                <a:lnTo>
                  <a:pt x="685" y="378"/>
                </a:lnTo>
                <a:lnTo>
                  <a:pt x="686" y="377"/>
                </a:lnTo>
                <a:lnTo>
                  <a:pt x="686" y="376"/>
                </a:lnTo>
                <a:lnTo>
                  <a:pt x="686" y="375"/>
                </a:lnTo>
                <a:lnTo>
                  <a:pt x="686" y="374"/>
                </a:lnTo>
                <a:lnTo>
                  <a:pt x="686" y="373"/>
                </a:lnTo>
                <a:lnTo>
                  <a:pt x="687" y="373"/>
                </a:lnTo>
                <a:lnTo>
                  <a:pt x="686" y="372"/>
                </a:lnTo>
                <a:lnTo>
                  <a:pt x="684" y="372"/>
                </a:lnTo>
                <a:lnTo>
                  <a:pt x="683" y="373"/>
                </a:lnTo>
                <a:lnTo>
                  <a:pt x="682" y="374"/>
                </a:lnTo>
                <a:lnTo>
                  <a:pt x="681" y="375"/>
                </a:lnTo>
                <a:lnTo>
                  <a:pt x="678" y="377"/>
                </a:lnTo>
                <a:lnTo>
                  <a:pt x="674" y="377"/>
                </a:lnTo>
                <a:lnTo>
                  <a:pt x="673" y="375"/>
                </a:lnTo>
                <a:lnTo>
                  <a:pt x="672" y="374"/>
                </a:lnTo>
                <a:lnTo>
                  <a:pt x="673" y="374"/>
                </a:lnTo>
                <a:lnTo>
                  <a:pt x="673" y="373"/>
                </a:lnTo>
                <a:lnTo>
                  <a:pt x="674" y="373"/>
                </a:lnTo>
                <a:lnTo>
                  <a:pt x="673" y="371"/>
                </a:lnTo>
                <a:lnTo>
                  <a:pt x="672" y="371"/>
                </a:lnTo>
                <a:lnTo>
                  <a:pt x="671" y="371"/>
                </a:lnTo>
                <a:lnTo>
                  <a:pt x="671" y="372"/>
                </a:lnTo>
                <a:lnTo>
                  <a:pt x="670" y="373"/>
                </a:lnTo>
                <a:lnTo>
                  <a:pt x="670" y="374"/>
                </a:lnTo>
                <a:lnTo>
                  <a:pt x="670" y="375"/>
                </a:lnTo>
                <a:lnTo>
                  <a:pt x="669" y="375"/>
                </a:lnTo>
                <a:lnTo>
                  <a:pt x="668" y="375"/>
                </a:lnTo>
                <a:lnTo>
                  <a:pt x="667" y="375"/>
                </a:lnTo>
                <a:lnTo>
                  <a:pt x="665" y="374"/>
                </a:lnTo>
                <a:lnTo>
                  <a:pt x="665" y="373"/>
                </a:lnTo>
                <a:lnTo>
                  <a:pt x="666" y="373"/>
                </a:lnTo>
                <a:lnTo>
                  <a:pt x="665" y="373"/>
                </a:lnTo>
                <a:lnTo>
                  <a:pt x="665" y="372"/>
                </a:lnTo>
                <a:lnTo>
                  <a:pt x="663" y="372"/>
                </a:lnTo>
                <a:lnTo>
                  <a:pt x="662" y="372"/>
                </a:lnTo>
                <a:lnTo>
                  <a:pt x="661" y="372"/>
                </a:lnTo>
                <a:lnTo>
                  <a:pt x="662" y="373"/>
                </a:lnTo>
                <a:lnTo>
                  <a:pt x="661" y="373"/>
                </a:lnTo>
                <a:lnTo>
                  <a:pt x="660" y="373"/>
                </a:lnTo>
                <a:lnTo>
                  <a:pt x="660" y="374"/>
                </a:lnTo>
                <a:lnTo>
                  <a:pt x="660" y="375"/>
                </a:lnTo>
                <a:lnTo>
                  <a:pt x="659" y="375"/>
                </a:lnTo>
                <a:lnTo>
                  <a:pt x="658" y="375"/>
                </a:lnTo>
                <a:lnTo>
                  <a:pt x="657" y="375"/>
                </a:lnTo>
                <a:lnTo>
                  <a:pt x="657" y="374"/>
                </a:lnTo>
                <a:lnTo>
                  <a:pt x="657" y="373"/>
                </a:lnTo>
                <a:lnTo>
                  <a:pt x="656" y="372"/>
                </a:lnTo>
                <a:lnTo>
                  <a:pt x="655" y="371"/>
                </a:lnTo>
                <a:lnTo>
                  <a:pt x="653" y="373"/>
                </a:lnTo>
                <a:lnTo>
                  <a:pt x="652" y="373"/>
                </a:lnTo>
                <a:lnTo>
                  <a:pt x="652" y="374"/>
                </a:lnTo>
                <a:lnTo>
                  <a:pt x="653" y="374"/>
                </a:lnTo>
                <a:lnTo>
                  <a:pt x="653" y="376"/>
                </a:lnTo>
                <a:lnTo>
                  <a:pt x="653" y="377"/>
                </a:lnTo>
                <a:lnTo>
                  <a:pt x="651" y="377"/>
                </a:lnTo>
                <a:lnTo>
                  <a:pt x="650" y="376"/>
                </a:lnTo>
                <a:lnTo>
                  <a:pt x="648" y="376"/>
                </a:lnTo>
                <a:lnTo>
                  <a:pt x="645" y="375"/>
                </a:lnTo>
                <a:lnTo>
                  <a:pt x="645" y="376"/>
                </a:lnTo>
                <a:lnTo>
                  <a:pt x="644" y="376"/>
                </a:lnTo>
                <a:lnTo>
                  <a:pt x="644" y="377"/>
                </a:lnTo>
                <a:lnTo>
                  <a:pt x="643" y="379"/>
                </a:lnTo>
                <a:lnTo>
                  <a:pt x="642" y="380"/>
                </a:lnTo>
                <a:lnTo>
                  <a:pt x="642" y="379"/>
                </a:lnTo>
                <a:lnTo>
                  <a:pt x="641" y="379"/>
                </a:lnTo>
                <a:lnTo>
                  <a:pt x="641" y="378"/>
                </a:lnTo>
                <a:lnTo>
                  <a:pt x="639" y="377"/>
                </a:lnTo>
                <a:lnTo>
                  <a:pt x="638" y="377"/>
                </a:lnTo>
                <a:lnTo>
                  <a:pt x="637" y="377"/>
                </a:lnTo>
                <a:lnTo>
                  <a:pt x="636" y="377"/>
                </a:lnTo>
                <a:lnTo>
                  <a:pt x="635" y="377"/>
                </a:lnTo>
                <a:lnTo>
                  <a:pt x="632" y="378"/>
                </a:lnTo>
                <a:lnTo>
                  <a:pt x="631" y="378"/>
                </a:lnTo>
                <a:lnTo>
                  <a:pt x="630" y="380"/>
                </a:lnTo>
                <a:lnTo>
                  <a:pt x="629" y="384"/>
                </a:lnTo>
                <a:lnTo>
                  <a:pt x="630" y="384"/>
                </a:lnTo>
                <a:lnTo>
                  <a:pt x="630" y="385"/>
                </a:lnTo>
                <a:lnTo>
                  <a:pt x="631" y="386"/>
                </a:lnTo>
                <a:lnTo>
                  <a:pt x="632" y="387"/>
                </a:lnTo>
                <a:lnTo>
                  <a:pt x="633" y="387"/>
                </a:lnTo>
                <a:lnTo>
                  <a:pt x="635" y="387"/>
                </a:lnTo>
                <a:lnTo>
                  <a:pt x="637" y="388"/>
                </a:lnTo>
                <a:lnTo>
                  <a:pt x="638" y="388"/>
                </a:lnTo>
                <a:lnTo>
                  <a:pt x="639" y="389"/>
                </a:lnTo>
                <a:lnTo>
                  <a:pt x="639" y="390"/>
                </a:lnTo>
                <a:lnTo>
                  <a:pt x="638" y="390"/>
                </a:lnTo>
                <a:lnTo>
                  <a:pt x="639" y="391"/>
                </a:lnTo>
                <a:lnTo>
                  <a:pt x="639" y="392"/>
                </a:lnTo>
                <a:lnTo>
                  <a:pt x="640" y="392"/>
                </a:lnTo>
                <a:lnTo>
                  <a:pt x="640" y="393"/>
                </a:lnTo>
                <a:lnTo>
                  <a:pt x="641" y="393"/>
                </a:lnTo>
                <a:lnTo>
                  <a:pt x="641" y="394"/>
                </a:lnTo>
                <a:lnTo>
                  <a:pt x="640" y="396"/>
                </a:lnTo>
                <a:lnTo>
                  <a:pt x="639" y="396"/>
                </a:lnTo>
                <a:lnTo>
                  <a:pt x="638" y="396"/>
                </a:lnTo>
                <a:lnTo>
                  <a:pt x="637" y="396"/>
                </a:lnTo>
                <a:lnTo>
                  <a:pt x="637" y="397"/>
                </a:lnTo>
                <a:lnTo>
                  <a:pt x="638" y="400"/>
                </a:lnTo>
                <a:lnTo>
                  <a:pt x="638" y="401"/>
                </a:lnTo>
                <a:lnTo>
                  <a:pt x="639" y="402"/>
                </a:lnTo>
                <a:lnTo>
                  <a:pt x="641" y="402"/>
                </a:lnTo>
                <a:lnTo>
                  <a:pt x="644" y="403"/>
                </a:lnTo>
                <a:lnTo>
                  <a:pt x="647" y="402"/>
                </a:lnTo>
                <a:lnTo>
                  <a:pt x="648" y="400"/>
                </a:lnTo>
                <a:lnTo>
                  <a:pt x="650" y="401"/>
                </a:lnTo>
                <a:lnTo>
                  <a:pt x="651" y="401"/>
                </a:lnTo>
                <a:lnTo>
                  <a:pt x="652" y="401"/>
                </a:lnTo>
                <a:lnTo>
                  <a:pt x="653" y="401"/>
                </a:lnTo>
                <a:lnTo>
                  <a:pt x="653" y="400"/>
                </a:lnTo>
                <a:lnTo>
                  <a:pt x="654" y="400"/>
                </a:lnTo>
                <a:lnTo>
                  <a:pt x="655" y="402"/>
                </a:lnTo>
                <a:lnTo>
                  <a:pt x="655" y="403"/>
                </a:lnTo>
                <a:lnTo>
                  <a:pt x="655" y="406"/>
                </a:lnTo>
                <a:lnTo>
                  <a:pt x="655" y="409"/>
                </a:lnTo>
                <a:lnTo>
                  <a:pt x="655" y="410"/>
                </a:lnTo>
                <a:lnTo>
                  <a:pt x="656" y="411"/>
                </a:lnTo>
                <a:lnTo>
                  <a:pt x="655" y="414"/>
                </a:lnTo>
                <a:lnTo>
                  <a:pt x="655" y="415"/>
                </a:lnTo>
                <a:lnTo>
                  <a:pt x="655" y="416"/>
                </a:lnTo>
                <a:lnTo>
                  <a:pt x="655" y="417"/>
                </a:lnTo>
                <a:lnTo>
                  <a:pt x="655" y="418"/>
                </a:lnTo>
                <a:lnTo>
                  <a:pt x="656" y="418"/>
                </a:lnTo>
                <a:lnTo>
                  <a:pt x="657" y="419"/>
                </a:lnTo>
                <a:lnTo>
                  <a:pt x="658" y="419"/>
                </a:lnTo>
                <a:lnTo>
                  <a:pt x="658" y="418"/>
                </a:lnTo>
                <a:lnTo>
                  <a:pt x="658" y="419"/>
                </a:lnTo>
                <a:lnTo>
                  <a:pt x="659" y="419"/>
                </a:lnTo>
                <a:lnTo>
                  <a:pt x="659" y="421"/>
                </a:lnTo>
                <a:lnTo>
                  <a:pt x="660" y="421"/>
                </a:lnTo>
                <a:lnTo>
                  <a:pt x="659" y="421"/>
                </a:lnTo>
                <a:lnTo>
                  <a:pt x="659" y="422"/>
                </a:lnTo>
                <a:lnTo>
                  <a:pt x="659" y="421"/>
                </a:lnTo>
                <a:lnTo>
                  <a:pt x="658" y="422"/>
                </a:lnTo>
                <a:lnTo>
                  <a:pt x="658" y="425"/>
                </a:lnTo>
                <a:lnTo>
                  <a:pt x="659" y="427"/>
                </a:lnTo>
                <a:lnTo>
                  <a:pt x="660" y="427"/>
                </a:lnTo>
                <a:lnTo>
                  <a:pt x="661" y="427"/>
                </a:lnTo>
                <a:lnTo>
                  <a:pt x="661" y="428"/>
                </a:lnTo>
                <a:lnTo>
                  <a:pt x="661" y="429"/>
                </a:lnTo>
                <a:lnTo>
                  <a:pt x="660" y="430"/>
                </a:lnTo>
                <a:lnTo>
                  <a:pt x="659" y="430"/>
                </a:lnTo>
                <a:lnTo>
                  <a:pt x="657" y="431"/>
                </a:lnTo>
                <a:lnTo>
                  <a:pt x="657" y="433"/>
                </a:lnTo>
                <a:lnTo>
                  <a:pt x="656" y="433"/>
                </a:lnTo>
                <a:lnTo>
                  <a:pt x="656" y="434"/>
                </a:lnTo>
                <a:lnTo>
                  <a:pt x="655" y="434"/>
                </a:lnTo>
                <a:lnTo>
                  <a:pt x="655" y="435"/>
                </a:lnTo>
                <a:lnTo>
                  <a:pt x="654" y="435"/>
                </a:lnTo>
                <a:lnTo>
                  <a:pt x="654" y="436"/>
                </a:lnTo>
                <a:lnTo>
                  <a:pt x="654" y="437"/>
                </a:lnTo>
                <a:lnTo>
                  <a:pt x="655" y="437"/>
                </a:lnTo>
                <a:lnTo>
                  <a:pt x="656" y="437"/>
                </a:lnTo>
                <a:lnTo>
                  <a:pt x="656" y="438"/>
                </a:lnTo>
                <a:lnTo>
                  <a:pt x="656" y="439"/>
                </a:lnTo>
                <a:lnTo>
                  <a:pt x="656" y="440"/>
                </a:lnTo>
                <a:lnTo>
                  <a:pt x="656" y="441"/>
                </a:lnTo>
                <a:lnTo>
                  <a:pt x="655" y="442"/>
                </a:lnTo>
                <a:lnTo>
                  <a:pt x="655" y="443"/>
                </a:lnTo>
                <a:lnTo>
                  <a:pt x="655" y="444"/>
                </a:lnTo>
                <a:lnTo>
                  <a:pt x="656" y="445"/>
                </a:lnTo>
                <a:lnTo>
                  <a:pt x="657" y="445"/>
                </a:lnTo>
                <a:lnTo>
                  <a:pt x="658" y="445"/>
                </a:lnTo>
                <a:lnTo>
                  <a:pt x="658" y="446"/>
                </a:lnTo>
                <a:lnTo>
                  <a:pt x="658" y="447"/>
                </a:lnTo>
                <a:lnTo>
                  <a:pt x="657" y="449"/>
                </a:lnTo>
                <a:lnTo>
                  <a:pt x="657" y="450"/>
                </a:lnTo>
                <a:lnTo>
                  <a:pt x="656" y="451"/>
                </a:lnTo>
                <a:lnTo>
                  <a:pt x="656" y="452"/>
                </a:lnTo>
                <a:lnTo>
                  <a:pt x="655" y="452"/>
                </a:lnTo>
                <a:lnTo>
                  <a:pt x="655" y="453"/>
                </a:lnTo>
                <a:lnTo>
                  <a:pt x="655" y="454"/>
                </a:lnTo>
                <a:lnTo>
                  <a:pt x="654" y="454"/>
                </a:lnTo>
                <a:lnTo>
                  <a:pt x="654" y="455"/>
                </a:lnTo>
                <a:lnTo>
                  <a:pt x="653" y="456"/>
                </a:lnTo>
                <a:lnTo>
                  <a:pt x="652" y="456"/>
                </a:lnTo>
                <a:lnTo>
                  <a:pt x="652" y="457"/>
                </a:lnTo>
                <a:lnTo>
                  <a:pt x="651" y="457"/>
                </a:lnTo>
                <a:lnTo>
                  <a:pt x="650" y="457"/>
                </a:lnTo>
                <a:lnTo>
                  <a:pt x="649" y="457"/>
                </a:lnTo>
                <a:lnTo>
                  <a:pt x="649" y="458"/>
                </a:lnTo>
                <a:lnTo>
                  <a:pt x="648" y="458"/>
                </a:lnTo>
                <a:lnTo>
                  <a:pt x="647" y="458"/>
                </a:lnTo>
                <a:lnTo>
                  <a:pt x="646" y="459"/>
                </a:lnTo>
                <a:lnTo>
                  <a:pt x="646" y="460"/>
                </a:lnTo>
                <a:lnTo>
                  <a:pt x="646" y="459"/>
                </a:lnTo>
                <a:lnTo>
                  <a:pt x="645" y="458"/>
                </a:lnTo>
                <a:lnTo>
                  <a:pt x="645" y="459"/>
                </a:lnTo>
                <a:lnTo>
                  <a:pt x="644" y="459"/>
                </a:lnTo>
                <a:lnTo>
                  <a:pt x="643" y="459"/>
                </a:lnTo>
                <a:lnTo>
                  <a:pt x="643" y="458"/>
                </a:lnTo>
                <a:lnTo>
                  <a:pt x="643" y="457"/>
                </a:lnTo>
                <a:lnTo>
                  <a:pt x="642" y="457"/>
                </a:lnTo>
                <a:lnTo>
                  <a:pt x="641" y="459"/>
                </a:lnTo>
                <a:lnTo>
                  <a:pt x="641" y="460"/>
                </a:lnTo>
                <a:lnTo>
                  <a:pt x="640" y="460"/>
                </a:lnTo>
                <a:lnTo>
                  <a:pt x="639" y="460"/>
                </a:lnTo>
                <a:lnTo>
                  <a:pt x="639" y="459"/>
                </a:lnTo>
                <a:lnTo>
                  <a:pt x="639" y="460"/>
                </a:lnTo>
                <a:lnTo>
                  <a:pt x="638" y="460"/>
                </a:lnTo>
                <a:lnTo>
                  <a:pt x="638" y="461"/>
                </a:lnTo>
                <a:lnTo>
                  <a:pt x="637" y="461"/>
                </a:lnTo>
                <a:lnTo>
                  <a:pt x="636" y="461"/>
                </a:lnTo>
                <a:lnTo>
                  <a:pt x="635" y="461"/>
                </a:lnTo>
                <a:lnTo>
                  <a:pt x="635" y="462"/>
                </a:lnTo>
                <a:lnTo>
                  <a:pt x="633" y="462"/>
                </a:lnTo>
                <a:lnTo>
                  <a:pt x="633" y="463"/>
                </a:lnTo>
                <a:lnTo>
                  <a:pt x="633" y="462"/>
                </a:lnTo>
                <a:lnTo>
                  <a:pt x="632" y="462"/>
                </a:lnTo>
                <a:lnTo>
                  <a:pt x="631" y="462"/>
                </a:lnTo>
                <a:lnTo>
                  <a:pt x="631" y="463"/>
                </a:lnTo>
                <a:lnTo>
                  <a:pt x="631" y="464"/>
                </a:lnTo>
                <a:lnTo>
                  <a:pt x="630" y="465"/>
                </a:lnTo>
                <a:lnTo>
                  <a:pt x="630" y="464"/>
                </a:lnTo>
                <a:lnTo>
                  <a:pt x="629" y="464"/>
                </a:lnTo>
                <a:lnTo>
                  <a:pt x="629" y="465"/>
                </a:lnTo>
                <a:lnTo>
                  <a:pt x="629" y="466"/>
                </a:lnTo>
                <a:lnTo>
                  <a:pt x="629" y="469"/>
                </a:lnTo>
                <a:lnTo>
                  <a:pt x="630" y="469"/>
                </a:lnTo>
                <a:lnTo>
                  <a:pt x="631" y="470"/>
                </a:lnTo>
                <a:lnTo>
                  <a:pt x="632" y="473"/>
                </a:lnTo>
                <a:lnTo>
                  <a:pt x="631" y="473"/>
                </a:lnTo>
                <a:lnTo>
                  <a:pt x="630" y="473"/>
                </a:lnTo>
                <a:lnTo>
                  <a:pt x="630" y="474"/>
                </a:lnTo>
                <a:lnTo>
                  <a:pt x="630" y="475"/>
                </a:lnTo>
                <a:lnTo>
                  <a:pt x="630" y="476"/>
                </a:lnTo>
                <a:lnTo>
                  <a:pt x="631" y="476"/>
                </a:lnTo>
                <a:lnTo>
                  <a:pt x="631" y="477"/>
                </a:lnTo>
                <a:lnTo>
                  <a:pt x="630" y="477"/>
                </a:lnTo>
                <a:lnTo>
                  <a:pt x="629" y="477"/>
                </a:lnTo>
                <a:lnTo>
                  <a:pt x="629" y="478"/>
                </a:lnTo>
                <a:lnTo>
                  <a:pt x="628" y="478"/>
                </a:lnTo>
                <a:lnTo>
                  <a:pt x="627" y="478"/>
                </a:lnTo>
                <a:lnTo>
                  <a:pt x="627" y="479"/>
                </a:lnTo>
                <a:lnTo>
                  <a:pt x="627" y="480"/>
                </a:lnTo>
                <a:lnTo>
                  <a:pt x="626" y="481"/>
                </a:lnTo>
                <a:lnTo>
                  <a:pt x="625" y="482"/>
                </a:lnTo>
                <a:lnTo>
                  <a:pt x="624" y="482"/>
                </a:lnTo>
                <a:lnTo>
                  <a:pt x="623" y="483"/>
                </a:lnTo>
                <a:lnTo>
                  <a:pt x="623" y="484"/>
                </a:lnTo>
                <a:lnTo>
                  <a:pt x="622" y="484"/>
                </a:lnTo>
                <a:lnTo>
                  <a:pt x="621" y="485"/>
                </a:lnTo>
                <a:lnTo>
                  <a:pt x="621" y="486"/>
                </a:lnTo>
                <a:lnTo>
                  <a:pt x="620" y="486"/>
                </a:lnTo>
                <a:lnTo>
                  <a:pt x="619" y="486"/>
                </a:lnTo>
                <a:lnTo>
                  <a:pt x="618" y="486"/>
                </a:lnTo>
                <a:lnTo>
                  <a:pt x="618" y="487"/>
                </a:lnTo>
                <a:lnTo>
                  <a:pt x="617" y="487"/>
                </a:lnTo>
                <a:lnTo>
                  <a:pt x="616" y="488"/>
                </a:lnTo>
                <a:lnTo>
                  <a:pt x="615" y="488"/>
                </a:lnTo>
                <a:lnTo>
                  <a:pt x="615" y="489"/>
                </a:lnTo>
                <a:lnTo>
                  <a:pt x="615" y="490"/>
                </a:lnTo>
                <a:lnTo>
                  <a:pt x="615" y="491"/>
                </a:lnTo>
                <a:lnTo>
                  <a:pt x="615" y="492"/>
                </a:lnTo>
                <a:lnTo>
                  <a:pt x="614" y="492"/>
                </a:lnTo>
                <a:lnTo>
                  <a:pt x="613" y="492"/>
                </a:lnTo>
                <a:lnTo>
                  <a:pt x="614" y="493"/>
                </a:lnTo>
                <a:lnTo>
                  <a:pt x="614" y="494"/>
                </a:lnTo>
                <a:lnTo>
                  <a:pt x="615" y="495"/>
                </a:lnTo>
                <a:lnTo>
                  <a:pt x="615" y="496"/>
                </a:lnTo>
                <a:lnTo>
                  <a:pt x="614" y="497"/>
                </a:lnTo>
                <a:lnTo>
                  <a:pt x="614" y="498"/>
                </a:lnTo>
                <a:lnTo>
                  <a:pt x="615" y="499"/>
                </a:lnTo>
                <a:lnTo>
                  <a:pt x="617" y="499"/>
                </a:lnTo>
                <a:lnTo>
                  <a:pt x="617" y="500"/>
                </a:lnTo>
                <a:lnTo>
                  <a:pt x="617" y="501"/>
                </a:lnTo>
                <a:lnTo>
                  <a:pt x="616" y="500"/>
                </a:lnTo>
                <a:lnTo>
                  <a:pt x="616" y="501"/>
                </a:lnTo>
                <a:lnTo>
                  <a:pt x="615" y="502"/>
                </a:lnTo>
                <a:lnTo>
                  <a:pt x="616" y="504"/>
                </a:lnTo>
                <a:lnTo>
                  <a:pt x="616" y="505"/>
                </a:lnTo>
                <a:lnTo>
                  <a:pt x="617" y="505"/>
                </a:lnTo>
                <a:lnTo>
                  <a:pt x="617" y="506"/>
                </a:lnTo>
                <a:lnTo>
                  <a:pt x="616" y="507"/>
                </a:lnTo>
                <a:lnTo>
                  <a:pt x="616" y="508"/>
                </a:lnTo>
                <a:lnTo>
                  <a:pt x="615" y="509"/>
                </a:lnTo>
                <a:lnTo>
                  <a:pt x="615" y="508"/>
                </a:lnTo>
                <a:lnTo>
                  <a:pt x="614" y="508"/>
                </a:lnTo>
                <a:lnTo>
                  <a:pt x="613" y="508"/>
                </a:lnTo>
                <a:lnTo>
                  <a:pt x="614" y="509"/>
                </a:lnTo>
                <a:lnTo>
                  <a:pt x="615" y="510"/>
                </a:lnTo>
                <a:lnTo>
                  <a:pt x="615" y="511"/>
                </a:lnTo>
                <a:lnTo>
                  <a:pt x="616" y="511"/>
                </a:lnTo>
                <a:lnTo>
                  <a:pt x="615" y="511"/>
                </a:lnTo>
                <a:lnTo>
                  <a:pt x="613" y="512"/>
                </a:lnTo>
                <a:lnTo>
                  <a:pt x="614" y="512"/>
                </a:lnTo>
                <a:lnTo>
                  <a:pt x="614" y="513"/>
                </a:lnTo>
                <a:lnTo>
                  <a:pt x="614" y="514"/>
                </a:lnTo>
                <a:lnTo>
                  <a:pt x="613" y="514"/>
                </a:lnTo>
                <a:lnTo>
                  <a:pt x="613" y="515"/>
                </a:lnTo>
                <a:lnTo>
                  <a:pt x="614" y="516"/>
                </a:lnTo>
                <a:lnTo>
                  <a:pt x="614" y="517"/>
                </a:lnTo>
                <a:lnTo>
                  <a:pt x="613" y="518"/>
                </a:lnTo>
                <a:lnTo>
                  <a:pt x="613" y="519"/>
                </a:lnTo>
                <a:lnTo>
                  <a:pt x="613" y="520"/>
                </a:lnTo>
                <a:lnTo>
                  <a:pt x="614" y="519"/>
                </a:lnTo>
                <a:lnTo>
                  <a:pt x="615" y="519"/>
                </a:lnTo>
                <a:lnTo>
                  <a:pt x="615" y="520"/>
                </a:lnTo>
                <a:lnTo>
                  <a:pt x="615" y="521"/>
                </a:lnTo>
                <a:lnTo>
                  <a:pt x="616" y="521"/>
                </a:lnTo>
                <a:lnTo>
                  <a:pt x="617" y="521"/>
                </a:lnTo>
                <a:lnTo>
                  <a:pt x="616" y="522"/>
                </a:lnTo>
                <a:lnTo>
                  <a:pt x="615" y="522"/>
                </a:lnTo>
                <a:lnTo>
                  <a:pt x="616" y="523"/>
                </a:lnTo>
                <a:lnTo>
                  <a:pt x="617" y="523"/>
                </a:lnTo>
                <a:lnTo>
                  <a:pt x="618" y="523"/>
                </a:lnTo>
                <a:lnTo>
                  <a:pt x="618" y="522"/>
                </a:lnTo>
                <a:lnTo>
                  <a:pt x="619" y="521"/>
                </a:lnTo>
                <a:lnTo>
                  <a:pt x="621" y="522"/>
                </a:lnTo>
                <a:lnTo>
                  <a:pt x="622" y="522"/>
                </a:lnTo>
                <a:lnTo>
                  <a:pt x="622" y="523"/>
                </a:lnTo>
                <a:lnTo>
                  <a:pt x="622" y="524"/>
                </a:lnTo>
                <a:lnTo>
                  <a:pt x="622" y="525"/>
                </a:lnTo>
                <a:lnTo>
                  <a:pt x="622" y="526"/>
                </a:lnTo>
                <a:lnTo>
                  <a:pt x="623" y="526"/>
                </a:lnTo>
                <a:lnTo>
                  <a:pt x="623" y="527"/>
                </a:lnTo>
                <a:lnTo>
                  <a:pt x="624" y="527"/>
                </a:lnTo>
                <a:lnTo>
                  <a:pt x="625" y="527"/>
                </a:lnTo>
                <a:lnTo>
                  <a:pt x="625" y="526"/>
                </a:lnTo>
                <a:lnTo>
                  <a:pt x="625" y="525"/>
                </a:lnTo>
                <a:lnTo>
                  <a:pt x="626" y="524"/>
                </a:lnTo>
                <a:lnTo>
                  <a:pt x="628" y="525"/>
                </a:lnTo>
                <a:lnTo>
                  <a:pt x="628" y="526"/>
                </a:lnTo>
                <a:lnTo>
                  <a:pt x="629" y="526"/>
                </a:lnTo>
                <a:lnTo>
                  <a:pt x="630" y="526"/>
                </a:lnTo>
                <a:lnTo>
                  <a:pt x="630" y="527"/>
                </a:lnTo>
                <a:lnTo>
                  <a:pt x="631" y="526"/>
                </a:lnTo>
                <a:lnTo>
                  <a:pt x="632" y="526"/>
                </a:lnTo>
                <a:lnTo>
                  <a:pt x="635" y="526"/>
                </a:lnTo>
                <a:lnTo>
                  <a:pt x="636" y="528"/>
                </a:lnTo>
                <a:lnTo>
                  <a:pt x="635" y="529"/>
                </a:lnTo>
                <a:lnTo>
                  <a:pt x="633" y="529"/>
                </a:lnTo>
                <a:lnTo>
                  <a:pt x="632" y="530"/>
                </a:lnTo>
                <a:lnTo>
                  <a:pt x="632" y="531"/>
                </a:lnTo>
                <a:lnTo>
                  <a:pt x="633" y="532"/>
                </a:lnTo>
                <a:lnTo>
                  <a:pt x="635" y="533"/>
                </a:lnTo>
                <a:lnTo>
                  <a:pt x="636" y="533"/>
                </a:lnTo>
                <a:lnTo>
                  <a:pt x="638" y="534"/>
                </a:lnTo>
                <a:lnTo>
                  <a:pt x="639" y="534"/>
                </a:lnTo>
                <a:lnTo>
                  <a:pt x="640" y="534"/>
                </a:lnTo>
                <a:lnTo>
                  <a:pt x="641" y="534"/>
                </a:lnTo>
                <a:lnTo>
                  <a:pt x="640" y="536"/>
                </a:lnTo>
                <a:lnTo>
                  <a:pt x="640" y="540"/>
                </a:lnTo>
                <a:lnTo>
                  <a:pt x="639" y="542"/>
                </a:lnTo>
                <a:lnTo>
                  <a:pt x="639" y="545"/>
                </a:lnTo>
                <a:lnTo>
                  <a:pt x="639" y="546"/>
                </a:lnTo>
                <a:lnTo>
                  <a:pt x="639" y="547"/>
                </a:lnTo>
                <a:lnTo>
                  <a:pt x="639" y="548"/>
                </a:lnTo>
                <a:lnTo>
                  <a:pt x="640" y="548"/>
                </a:lnTo>
                <a:lnTo>
                  <a:pt x="641" y="548"/>
                </a:lnTo>
                <a:lnTo>
                  <a:pt x="642" y="548"/>
                </a:lnTo>
                <a:lnTo>
                  <a:pt x="643" y="548"/>
                </a:lnTo>
                <a:lnTo>
                  <a:pt x="643" y="549"/>
                </a:lnTo>
                <a:lnTo>
                  <a:pt x="644" y="549"/>
                </a:lnTo>
                <a:lnTo>
                  <a:pt x="645" y="549"/>
                </a:lnTo>
                <a:lnTo>
                  <a:pt x="645" y="550"/>
                </a:lnTo>
                <a:lnTo>
                  <a:pt x="646" y="550"/>
                </a:lnTo>
                <a:lnTo>
                  <a:pt x="647" y="550"/>
                </a:lnTo>
                <a:lnTo>
                  <a:pt x="647" y="549"/>
                </a:lnTo>
                <a:lnTo>
                  <a:pt x="648" y="549"/>
                </a:lnTo>
                <a:lnTo>
                  <a:pt x="650" y="550"/>
                </a:lnTo>
                <a:lnTo>
                  <a:pt x="649" y="550"/>
                </a:lnTo>
                <a:lnTo>
                  <a:pt x="649" y="551"/>
                </a:lnTo>
                <a:lnTo>
                  <a:pt x="649" y="552"/>
                </a:lnTo>
                <a:lnTo>
                  <a:pt x="648" y="552"/>
                </a:lnTo>
                <a:lnTo>
                  <a:pt x="647" y="552"/>
                </a:lnTo>
                <a:lnTo>
                  <a:pt x="647" y="553"/>
                </a:lnTo>
                <a:lnTo>
                  <a:pt x="646" y="553"/>
                </a:lnTo>
                <a:lnTo>
                  <a:pt x="646" y="554"/>
                </a:lnTo>
                <a:lnTo>
                  <a:pt x="647" y="554"/>
                </a:lnTo>
                <a:lnTo>
                  <a:pt x="648" y="554"/>
                </a:lnTo>
                <a:lnTo>
                  <a:pt x="648" y="555"/>
                </a:lnTo>
                <a:lnTo>
                  <a:pt x="649" y="554"/>
                </a:lnTo>
                <a:lnTo>
                  <a:pt x="650" y="555"/>
                </a:lnTo>
                <a:lnTo>
                  <a:pt x="650" y="556"/>
                </a:lnTo>
                <a:lnTo>
                  <a:pt x="651" y="556"/>
                </a:lnTo>
                <a:lnTo>
                  <a:pt x="651" y="555"/>
                </a:lnTo>
                <a:lnTo>
                  <a:pt x="650" y="555"/>
                </a:lnTo>
                <a:lnTo>
                  <a:pt x="651" y="555"/>
                </a:lnTo>
                <a:lnTo>
                  <a:pt x="652" y="555"/>
                </a:lnTo>
                <a:lnTo>
                  <a:pt x="652" y="556"/>
                </a:lnTo>
                <a:lnTo>
                  <a:pt x="653" y="556"/>
                </a:lnTo>
                <a:lnTo>
                  <a:pt x="653" y="555"/>
                </a:lnTo>
                <a:lnTo>
                  <a:pt x="654" y="553"/>
                </a:lnTo>
                <a:lnTo>
                  <a:pt x="654" y="552"/>
                </a:lnTo>
                <a:lnTo>
                  <a:pt x="655" y="552"/>
                </a:lnTo>
                <a:lnTo>
                  <a:pt x="655" y="553"/>
                </a:lnTo>
                <a:lnTo>
                  <a:pt x="656" y="553"/>
                </a:lnTo>
                <a:lnTo>
                  <a:pt x="657" y="553"/>
                </a:lnTo>
                <a:lnTo>
                  <a:pt x="657" y="552"/>
                </a:lnTo>
                <a:lnTo>
                  <a:pt x="658" y="552"/>
                </a:lnTo>
                <a:lnTo>
                  <a:pt x="659" y="551"/>
                </a:lnTo>
                <a:lnTo>
                  <a:pt x="659" y="550"/>
                </a:lnTo>
                <a:lnTo>
                  <a:pt x="660" y="549"/>
                </a:lnTo>
                <a:lnTo>
                  <a:pt x="661" y="549"/>
                </a:lnTo>
                <a:lnTo>
                  <a:pt x="662" y="550"/>
                </a:lnTo>
                <a:lnTo>
                  <a:pt x="663" y="550"/>
                </a:lnTo>
                <a:lnTo>
                  <a:pt x="663" y="549"/>
                </a:lnTo>
                <a:lnTo>
                  <a:pt x="664" y="548"/>
                </a:lnTo>
                <a:lnTo>
                  <a:pt x="665" y="548"/>
                </a:lnTo>
                <a:lnTo>
                  <a:pt x="666" y="548"/>
                </a:lnTo>
                <a:lnTo>
                  <a:pt x="667" y="549"/>
                </a:lnTo>
                <a:lnTo>
                  <a:pt x="668" y="549"/>
                </a:lnTo>
                <a:lnTo>
                  <a:pt x="668" y="550"/>
                </a:lnTo>
                <a:lnTo>
                  <a:pt x="667" y="550"/>
                </a:lnTo>
                <a:lnTo>
                  <a:pt x="667" y="551"/>
                </a:lnTo>
                <a:lnTo>
                  <a:pt x="668" y="551"/>
                </a:lnTo>
                <a:lnTo>
                  <a:pt x="669" y="552"/>
                </a:lnTo>
                <a:lnTo>
                  <a:pt x="669" y="553"/>
                </a:lnTo>
                <a:lnTo>
                  <a:pt x="670" y="553"/>
                </a:lnTo>
                <a:lnTo>
                  <a:pt x="671" y="553"/>
                </a:lnTo>
                <a:lnTo>
                  <a:pt x="673" y="553"/>
                </a:lnTo>
                <a:lnTo>
                  <a:pt x="675" y="554"/>
                </a:lnTo>
                <a:lnTo>
                  <a:pt x="676" y="554"/>
                </a:lnTo>
                <a:lnTo>
                  <a:pt x="676" y="555"/>
                </a:lnTo>
                <a:lnTo>
                  <a:pt x="675" y="555"/>
                </a:lnTo>
                <a:lnTo>
                  <a:pt x="675" y="556"/>
                </a:lnTo>
                <a:lnTo>
                  <a:pt x="676" y="556"/>
                </a:lnTo>
                <a:lnTo>
                  <a:pt x="676" y="557"/>
                </a:lnTo>
                <a:lnTo>
                  <a:pt x="676" y="558"/>
                </a:lnTo>
                <a:lnTo>
                  <a:pt x="675" y="559"/>
                </a:lnTo>
                <a:lnTo>
                  <a:pt x="674" y="560"/>
                </a:lnTo>
                <a:lnTo>
                  <a:pt x="673" y="560"/>
                </a:lnTo>
                <a:lnTo>
                  <a:pt x="673" y="562"/>
                </a:lnTo>
                <a:lnTo>
                  <a:pt x="673" y="563"/>
                </a:lnTo>
                <a:lnTo>
                  <a:pt x="672" y="564"/>
                </a:lnTo>
                <a:lnTo>
                  <a:pt x="671" y="564"/>
                </a:lnTo>
                <a:lnTo>
                  <a:pt x="670" y="564"/>
                </a:lnTo>
                <a:lnTo>
                  <a:pt x="669" y="564"/>
                </a:lnTo>
                <a:lnTo>
                  <a:pt x="669" y="566"/>
                </a:lnTo>
                <a:lnTo>
                  <a:pt x="670" y="566"/>
                </a:lnTo>
                <a:lnTo>
                  <a:pt x="670" y="567"/>
                </a:lnTo>
                <a:lnTo>
                  <a:pt x="670" y="568"/>
                </a:lnTo>
                <a:lnTo>
                  <a:pt x="670" y="569"/>
                </a:lnTo>
                <a:lnTo>
                  <a:pt x="670" y="570"/>
                </a:lnTo>
                <a:lnTo>
                  <a:pt x="671" y="570"/>
                </a:lnTo>
                <a:lnTo>
                  <a:pt x="671" y="571"/>
                </a:lnTo>
                <a:lnTo>
                  <a:pt x="672" y="571"/>
                </a:lnTo>
                <a:lnTo>
                  <a:pt x="673" y="572"/>
                </a:lnTo>
                <a:lnTo>
                  <a:pt x="674" y="572"/>
                </a:lnTo>
                <a:lnTo>
                  <a:pt x="674" y="571"/>
                </a:lnTo>
                <a:lnTo>
                  <a:pt x="675" y="571"/>
                </a:lnTo>
                <a:lnTo>
                  <a:pt x="676" y="571"/>
                </a:lnTo>
                <a:lnTo>
                  <a:pt x="676" y="572"/>
                </a:lnTo>
                <a:lnTo>
                  <a:pt x="677" y="572"/>
                </a:lnTo>
                <a:lnTo>
                  <a:pt x="678" y="572"/>
                </a:lnTo>
                <a:lnTo>
                  <a:pt x="678" y="571"/>
                </a:lnTo>
                <a:lnTo>
                  <a:pt x="679" y="571"/>
                </a:lnTo>
                <a:lnTo>
                  <a:pt x="680" y="571"/>
                </a:lnTo>
                <a:lnTo>
                  <a:pt x="681" y="571"/>
                </a:lnTo>
                <a:lnTo>
                  <a:pt x="682" y="570"/>
                </a:lnTo>
                <a:lnTo>
                  <a:pt x="682" y="571"/>
                </a:lnTo>
                <a:lnTo>
                  <a:pt x="682" y="572"/>
                </a:lnTo>
                <a:lnTo>
                  <a:pt x="683" y="573"/>
                </a:lnTo>
                <a:lnTo>
                  <a:pt x="685" y="573"/>
                </a:lnTo>
                <a:lnTo>
                  <a:pt x="685" y="572"/>
                </a:lnTo>
                <a:lnTo>
                  <a:pt x="684" y="572"/>
                </a:lnTo>
                <a:lnTo>
                  <a:pt x="685" y="572"/>
                </a:lnTo>
                <a:lnTo>
                  <a:pt x="685" y="571"/>
                </a:lnTo>
                <a:lnTo>
                  <a:pt x="686" y="571"/>
                </a:lnTo>
                <a:lnTo>
                  <a:pt x="686" y="570"/>
                </a:lnTo>
                <a:lnTo>
                  <a:pt x="686" y="568"/>
                </a:lnTo>
                <a:lnTo>
                  <a:pt x="687" y="567"/>
                </a:lnTo>
                <a:lnTo>
                  <a:pt x="687" y="566"/>
                </a:lnTo>
                <a:lnTo>
                  <a:pt x="687" y="565"/>
                </a:lnTo>
                <a:lnTo>
                  <a:pt x="687" y="564"/>
                </a:lnTo>
                <a:lnTo>
                  <a:pt x="686" y="564"/>
                </a:lnTo>
                <a:lnTo>
                  <a:pt x="687" y="563"/>
                </a:lnTo>
                <a:lnTo>
                  <a:pt x="687" y="562"/>
                </a:lnTo>
                <a:lnTo>
                  <a:pt x="688" y="561"/>
                </a:lnTo>
                <a:lnTo>
                  <a:pt x="690" y="561"/>
                </a:lnTo>
                <a:lnTo>
                  <a:pt x="691" y="561"/>
                </a:lnTo>
                <a:lnTo>
                  <a:pt x="691" y="560"/>
                </a:lnTo>
                <a:lnTo>
                  <a:pt x="692" y="561"/>
                </a:lnTo>
                <a:lnTo>
                  <a:pt x="693" y="562"/>
                </a:lnTo>
                <a:lnTo>
                  <a:pt x="694" y="562"/>
                </a:lnTo>
                <a:lnTo>
                  <a:pt x="695" y="563"/>
                </a:lnTo>
                <a:lnTo>
                  <a:pt x="695" y="564"/>
                </a:lnTo>
                <a:lnTo>
                  <a:pt x="694" y="565"/>
                </a:lnTo>
                <a:lnTo>
                  <a:pt x="693" y="565"/>
                </a:lnTo>
                <a:lnTo>
                  <a:pt x="693" y="566"/>
                </a:lnTo>
                <a:lnTo>
                  <a:pt x="694" y="566"/>
                </a:lnTo>
                <a:lnTo>
                  <a:pt x="695" y="568"/>
                </a:lnTo>
                <a:lnTo>
                  <a:pt x="695" y="569"/>
                </a:lnTo>
                <a:lnTo>
                  <a:pt x="696" y="571"/>
                </a:lnTo>
                <a:lnTo>
                  <a:pt x="697" y="571"/>
                </a:lnTo>
                <a:lnTo>
                  <a:pt x="697" y="572"/>
                </a:lnTo>
                <a:lnTo>
                  <a:pt x="698" y="573"/>
                </a:lnTo>
                <a:lnTo>
                  <a:pt x="699" y="572"/>
                </a:lnTo>
                <a:lnTo>
                  <a:pt x="700" y="572"/>
                </a:lnTo>
                <a:lnTo>
                  <a:pt x="701" y="572"/>
                </a:lnTo>
                <a:lnTo>
                  <a:pt x="701" y="571"/>
                </a:lnTo>
                <a:lnTo>
                  <a:pt x="700" y="571"/>
                </a:lnTo>
                <a:lnTo>
                  <a:pt x="700" y="570"/>
                </a:lnTo>
                <a:lnTo>
                  <a:pt x="701" y="570"/>
                </a:lnTo>
                <a:lnTo>
                  <a:pt x="702" y="570"/>
                </a:lnTo>
                <a:lnTo>
                  <a:pt x="703" y="569"/>
                </a:lnTo>
                <a:lnTo>
                  <a:pt x="704" y="569"/>
                </a:lnTo>
                <a:lnTo>
                  <a:pt x="704" y="570"/>
                </a:lnTo>
                <a:lnTo>
                  <a:pt x="705" y="570"/>
                </a:lnTo>
                <a:lnTo>
                  <a:pt x="706" y="570"/>
                </a:lnTo>
                <a:lnTo>
                  <a:pt x="707" y="570"/>
                </a:lnTo>
                <a:lnTo>
                  <a:pt x="708" y="570"/>
                </a:lnTo>
                <a:lnTo>
                  <a:pt x="707" y="571"/>
                </a:lnTo>
                <a:lnTo>
                  <a:pt x="708" y="571"/>
                </a:lnTo>
                <a:lnTo>
                  <a:pt x="708" y="572"/>
                </a:lnTo>
                <a:lnTo>
                  <a:pt x="709" y="572"/>
                </a:lnTo>
                <a:lnTo>
                  <a:pt x="709" y="573"/>
                </a:lnTo>
                <a:lnTo>
                  <a:pt x="710" y="573"/>
                </a:lnTo>
                <a:lnTo>
                  <a:pt x="710" y="574"/>
                </a:lnTo>
                <a:lnTo>
                  <a:pt x="710" y="575"/>
                </a:lnTo>
                <a:lnTo>
                  <a:pt x="710" y="576"/>
                </a:lnTo>
                <a:lnTo>
                  <a:pt x="709" y="576"/>
                </a:lnTo>
                <a:lnTo>
                  <a:pt x="708" y="576"/>
                </a:lnTo>
                <a:lnTo>
                  <a:pt x="709" y="577"/>
                </a:lnTo>
                <a:lnTo>
                  <a:pt x="710" y="577"/>
                </a:lnTo>
                <a:lnTo>
                  <a:pt x="710" y="576"/>
                </a:lnTo>
                <a:lnTo>
                  <a:pt x="711" y="576"/>
                </a:lnTo>
                <a:lnTo>
                  <a:pt x="711" y="577"/>
                </a:lnTo>
                <a:lnTo>
                  <a:pt x="711" y="578"/>
                </a:lnTo>
                <a:lnTo>
                  <a:pt x="711" y="579"/>
                </a:lnTo>
                <a:lnTo>
                  <a:pt x="711" y="581"/>
                </a:lnTo>
                <a:lnTo>
                  <a:pt x="710" y="581"/>
                </a:lnTo>
                <a:lnTo>
                  <a:pt x="711" y="580"/>
                </a:lnTo>
                <a:lnTo>
                  <a:pt x="710" y="581"/>
                </a:lnTo>
                <a:lnTo>
                  <a:pt x="711" y="581"/>
                </a:lnTo>
                <a:lnTo>
                  <a:pt x="713" y="581"/>
                </a:lnTo>
                <a:lnTo>
                  <a:pt x="713" y="582"/>
                </a:lnTo>
                <a:lnTo>
                  <a:pt x="713" y="583"/>
                </a:lnTo>
                <a:lnTo>
                  <a:pt x="712" y="583"/>
                </a:lnTo>
                <a:lnTo>
                  <a:pt x="711" y="584"/>
                </a:lnTo>
                <a:lnTo>
                  <a:pt x="712" y="585"/>
                </a:lnTo>
                <a:lnTo>
                  <a:pt x="713" y="586"/>
                </a:lnTo>
                <a:lnTo>
                  <a:pt x="713" y="587"/>
                </a:lnTo>
                <a:lnTo>
                  <a:pt x="714" y="588"/>
                </a:lnTo>
                <a:lnTo>
                  <a:pt x="715" y="589"/>
                </a:lnTo>
                <a:lnTo>
                  <a:pt x="715" y="594"/>
                </a:lnTo>
                <a:lnTo>
                  <a:pt x="715" y="596"/>
                </a:lnTo>
                <a:lnTo>
                  <a:pt x="715" y="599"/>
                </a:lnTo>
                <a:lnTo>
                  <a:pt x="715" y="600"/>
                </a:lnTo>
                <a:lnTo>
                  <a:pt x="716" y="606"/>
                </a:lnTo>
                <a:lnTo>
                  <a:pt x="716" y="609"/>
                </a:lnTo>
                <a:lnTo>
                  <a:pt x="715" y="609"/>
                </a:lnTo>
                <a:lnTo>
                  <a:pt x="715" y="611"/>
                </a:lnTo>
                <a:lnTo>
                  <a:pt x="714" y="612"/>
                </a:lnTo>
                <a:lnTo>
                  <a:pt x="713" y="615"/>
                </a:lnTo>
                <a:lnTo>
                  <a:pt x="713" y="617"/>
                </a:lnTo>
                <a:lnTo>
                  <a:pt x="712" y="617"/>
                </a:lnTo>
                <a:lnTo>
                  <a:pt x="712" y="618"/>
                </a:lnTo>
                <a:lnTo>
                  <a:pt x="711" y="618"/>
                </a:lnTo>
                <a:lnTo>
                  <a:pt x="711" y="619"/>
                </a:lnTo>
                <a:lnTo>
                  <a:pt x="710" y="619"/>
                </a:lnTo>
                <a:lnTo>
                  <a:pt x="710" y="620"/>
                </a:lnTo>
                <a:lnTo>
                  <a:pt x="710" y="621"/>
                </a:lnTo>
                <a:lnTo>
                  <a:pt x="709" y="622"/>
                </a:lnTo>
                <a:lnTo>
                  <a:pt x="708" y="622"/>
                </a:lnTo>
                <a:lnTo>
                  <a:pt x="707" y="623"/>
                </a:lnTo>
                <a:lnTo>
                  <a:pt x="706" y="623"/>
                </a:lnTo>
                <a:lnTo>
                  <a:pt x="705" y="624"/>
                </a:lnTo>
                <a:lnTo>
                  <a:pt x="704" y="624"/>
                </a:lnTo>
                <a:lnTo>
                  <a:pt x="703" y="624"/>
                </a:lnTo>
                <a:lnTo>
                  <a:pt x="702" y="624"/>
                </a:lnTo>
                <a:lnTo>
                  <a:pt x="700" y="625"/>
                </a:lnTo>
                <a:lnTo>
                  <a:pt x="700" y="626"/>
                </a:lnTo>
                <a:lnTo>
                  <a:pt x="699" y="626"/>
                </a:lnTo>
                <a:lnTo>
                  <a:pt x="699" y="625"/>
                </a:lnTo>
                <a:lnTo>
                  <a:pt x="699" y="624"/>
                </a:lnTo>
                <a:lnTo>
                  <a:pt x="699" y="623"/>
                </a:lnTo>
                <a:lnTo>
                  <a:pt x="698" y="622"/>
                </a:lnTo>
                <a:lnTo>
                  <a:pt x="698" y="621"/>
                </a:lnTo>
                <a:lnTo>
                  <a:pt x="697" y="621"/>
                </a:lnTo>
                <a:lnTo>
                  <a:pt x="696" y="622"/>
                </a:lnTo>
                <a:lnTo>
                  <a:pt x="695" y="625"/>
                </a:lnTo>
                <a:lnTo>
                  <a:pt x="694" y="630"/>
                </a:lnTo>
                <a:lnTo>
                  <a:pt x="693" y="634"/>
                </a:lnTo>
                <a:lnTo>
                  <a:pt x="692" y="635"/>
                </a:lnTo>
                <a:lnTo>
                  <a:pt x="692" y="636"/>
                </a:lnTo>
                <a:lnTo>
                  <a:pt x="693" y="641"/>
                </a:lnTo>
                <a:lnTo>
                  <a:pt x="692" y="641"/>
                </a:lnTo>
                <a:lnTo>
                  <a:pt x="690" y="640"/>
                </a:lnTo>
                <a:lnTo>
                  <a:pt x="690" y="641"/>
                </a:lnTo>
                <a:lnTo>
                  <a:pt x="691" y="641"/>
                </a:lnTo>
                <a:lnTo>
                  <a:pt x="692" y="642"/>
                </a:lnTo>
                <a:lnTo>
                  <a:pt x="693" y="642"/>
                </a:lnTo>
                <a:lnTo>
                  <a:pt x="693" y="641"/>
                </a:lnTo>
                <a:lnTo>
                  <a:pt x="694" y="641"/>
                </a:lnTo>
                <a:lnTo>
                  <a:pt x="694" y="642"/>
                </a:lnTo>
                <a:lnTo>
                  <a:pt x="694" y="643"/>
                </a:lnTo>
                <a:lnTo>
                  <a:pt x="695" y="644"/>
                </a:lnTo>
                <a:lnTo>
                  <a:pt x="696" y="644"/>
                </a:lnTo>
                <a:lnTo>
                  <a:pt x="696" y="643"/>
                </a:lnTo>
                <a:lnTo>
                  <a:pt x="697" y="643"/>
                </a:lnTo>
                <a:lnTo>
                  <a:pt x="700" y="643"/>
                </a:lnTo>
                <a:lnTo>
                  <a:pt x="701" y="644"/>
                </a:lnTo>
                <a:lnTo>
                  <a:pt x="702" y="645"/>
                </a:lnTo>
                <a:lnTo>
                  <a:pt x="703" y="646"/>
                </a:lnTo>
                <a:lnTo>
                  <a:pt x="704" y="646"/>
                </a:lnTo>
                <a:lnTo>
                  <a:pt x="704" y="647"/>
                </a:lnTo>
                <a:lnTo>
                  <a:pt x="704" y="648"/>
                </a:lnTo>
                <a:lnTo>
                  <a:pt x="705" y="648"/>
                </a:lnTo>
                <a:lnTo>
                  <a:pt x="705" y="649"/>
                </a:lnTo>
                <a:lnTo>
                  <a:pt x="704" y="649"/>
                </a:lnTo>
                <a:lnTo>
                  <a:pt x="705" y="650"/>
                </a:lnTo>
                <a:lnTo>
                  <a:pt x="705" y="651"/>
                </a:lnTo>
                <a:lnTo>
                  <a:pt x="706" y="652"/>
                </a:lnTo>
                <a:lnTo>
                  <a:pt x="707" y="652"/>
                </a:lnTo>
                <a:lnTo>
                  <a:pt x="708" y="652"/>
                </a:lnTo>
                <a:lnTo>
                  <a:pt x="708" y="653"/>
                </a:lnTo>
                <a:lnTo>
                  <a:pt x="709" y="653"/>
                </a:lnTo>
                <a:lnTo>
                  <a:pt x="710" y="652"/>
                </a:lnTo>
                <a:lnTo>
                  <a:pt x="710" y="651"/>
                </a:lnTo>
                <a:lnTo>
                  <a:pt x="711" y="651"/>
                </a:lnTo>
                <a:lnTo>
                  <a:pt x="712" y="651"/>
                </a:lnTo>
                <a:lnTo>
                  <a:pt x="713" y="652"/>
                </a:lnTo>
                <a:lnTo>
                  <a:pt x="714" y="652"/>
                </a:lnTo>
                <a:lnTo>
                  <a:pt x="714" y="651"/>
                </a:lnTo>
                <a:lnTo>
                  <a:pt x="715" y="651"/>
                </a:lnTo>
                <a:lnTo>
                  <a:pt x="715" y="650"/>
                </a:lnTo>
                <a:lnTo>
                  <a:pt x="717" y="649"/>
                </a:lnTo>
                <a:lnTo>
                  <a:pt x="719" y="649"/>
                </a:lnTo>
                <a:lnTo>
                  <a:pt x="720" y="648"/>
                </a:lnTo>
                <a:lnTo>
                  <a:pt x="721" y="649"/>
                </a:lnTo>
                <a:lnTo>
                  <a:pt x="722" y="649"/>
                </a:lnTo>
                <a:lnTo>
                  <a:pt x="723" y="649"/>
                </a:lnTo>
                <a:lnTo>
                  <a:pt x="723" y="650"/>
                </a:lnTo>
                <a:lnTo>
                  <a:pt x="725" y="650"/>
                </a:lnTo>
                <a:lnTo>
                  <a:pt x="726" y="649"/>
                </a:lnTo>
                <a:lnTo>
                  <a:pt x="728" y="648"/>
                </a:lnTo>
                <a:lnTo>
                  <a:pt x="728" y="647"/>
                </a:lnTo>
                <a:lnTo>
                  <a:pt x="729" y="647"/>
                </a:lnTo>
                <a:lnTo>
                  <a:pt x="730" y="647"/>
                </a:lnTo>
                <a:lnTo>
                  <a:pt x="731" y="647"/>
                </a:lnTo>
                <a:lnTo>
                  <a:pt x="732" y="647"/>
                </a:lnTo>
                <a:lnTo>
                  <a:pt x="733" y="648"/>
                </a:lnTo>
                <a:lnTo>
                  <a:pt x="734" y="647"/>
                </a:lnTo>
                <a:lnTo>
                  <a:pt x="735" y="647"/>
                </a:lnTo>
                <a:lnTo>
                  <a:pt x="736" y="647"/>
                </a:lnTo>
                <a:lnTo>
                  <a:pt x="737" y="646"/>
                </a:lnTo>
                <a:lnTo>
                  <a:pt x="738" y="647"/>
                </a:lnTo>
                <a:lnTo>
                  <a:pt x="739" y="647"/>
                </a:lnTo>
                <a:lnTo>
                  <a:pt x="739" y="646"/>
                </a:lnTo>
                <a:lnTo>
                  <a:pt x="740" y="647"/>
                </a:lnTo>
                <a:lnTo>
                  <a:pt x="741" y="648"/>
                </a:lnTo>
                <a:lnTo>
                  <a:pt x="742" y="647"/>
                </a:lnTo>
                <a:lnTo>
                  <a:pt x="743" y="647"/>
                </a:lnTo>
                <a:lnTo>
                  <a:pt x="744" y="646"/>
                </a:lnTo>
                <a:lnTo>
                  <a:pt x="744" y="645"/>
                </a:lnTo>
                <a:lnTo>
                  <a:pt x="746" y="644"/>
                </a:lnTo>
                <a:lnTo>
                  <a:pt x="747" y="645"/>
                </a:lnTo>
                <a:lnTo>
                  <a:pt x="748" y="645"/>
                </a:lnTo>
                <a:lnTo>
                  <a:pt x="748" y="646"/>
                </a:lnTo>
                <a:lnTo>
                  <a:pt x="749" y="646"/>
                </a:lnTo>
                <a:lnTo>
                  <a:pt x="749" y="645"/>
                </a:lnTo>
                <a:lnTo>
                  <a:pt x="750" y="645"/>
                </a:lnTo>
                <a:lnTo>
                  <a:pt x="750" y="646"/>
                </a:lnTo>
                <a:lnTo>
                  <a:pt x="751" y="646"/>
                </a:lnTo>
                <a:lnTo>
                  <a:pt x="752" y="646"/>
                </a:lnTo>
                <a:lnTo>
                  <a:pt x="752" y="645"/>
                </a:lnTo>
                <a:lnTo>
                  <a:pt x="752" y="644"/>
                </a:lnTo>
                <a:lnTo>
                  <a:pt x="755" y="644"/>
                </a:lnTo>
                <a:lnTo>
                  <a:pt x="755" y="645"/>
                </a:lnTo>
                <a:lnTo>
                  <a:pt x="756" y="645"/>
                </a:lnTo>
                <a:lnTo>
                  <a:pt x="757" y="645"/>
                </a:lnTo>
                <a:lnTo>
                  <a:pt x="757" y="644"/>
                </a:lnTo>
                <a:lnTo>
                  <a:pt x="758" y="643"/>
                </a:lnTo>
                <a:lnTo>
                  <a:pt x="759" y="643"/>
                </a:lnTo>
                <a:lnTo>
                  <a:pt x="760" y="644"/>
                </a:lnTo>
                <a:lnTo>
                  <a:pt x="760" y="643"/>
                </a:lnTo>
                <a:lnTo>
                  <a:pt x="760" y="641"/>
                </a:lnTo>
                <a:lnTo>
                  <a:pt x="760" y="640"/>
                </a:lnTo>
                <a:lnTo>
                  <a:pt x="761" y="640"/>
                </a:lnTo>
                <a:lnTo>
                  <a:pt x="762" y="639"/>
                </a:lnTo>
                <a:lnTo>
                  <a:pt x="762" y="638"/>
                </a:lnTo>
                <a:lnTo>
                  <a:pt x="763" y="638"/>
                </a:lnTo>
                <a:lnTo>
                  <a:pt x="764" y="638"/>
                </a:lnTo>
                <a:lnTo>
                  <a:pt x="765" y="636"/>
                </a:lnTo>
                <a:lnTo>
                  <a:pt x="766" y="636"/>
                </a:lnTo>
                <a:lnTo>
                  <a:pt x="767" y="634"/>
                </a:lnTo>
                <a:lnTo>
                  <a:pt x="767" y="633"/>
                </a:lnTo>
                <a:lnTo>
                  <a:pt x="767" y="632"/>
                </a:lnTo>
                <a:lnTo>
                  <a:pt x="767" y="631"/>
                </a:lnTo>
                <a:lnTo>
                  <a:pt x="768" y="630"/>
                </a:lnTo>
                <a:lnTo>
                  <a:pt x="769" y="631"/>
                </a:lnTo>
                <a:lnTo>
                  <a:pt x="770" y="631"/>
                </a:lnTo>
                <a:lnTo>
                  <a:pt x="771" y="630"/>
                </a:lnTo>
                <a:lnTo>
                  <a:pt x="771" y="629"/>
                </a:lnTo>
                <a:lnTo>
                  <a:pt x="772" y="629"/>
                </a:lnTo>
                <a:lnTo>
                  <a:pt x="772" y="628"/>
                </a:lnTo>
                <a:lnTo>
                  <a:pt x="772" y="629"/>
                </a:lnTo>
                <a:lnTo>
                  <a:pt x="773" y="630"/>
                </a:lnTo>
                <a:lnTo>
                  <a:pt x="774" y="630"/>
                </a:lnTo>
                <a:lnTo>
                  <a:pt x="774" y="629"/>
                </a:lnTo>
                <a:lnTo>
                  <a:pt x="775" y="629"/>
                </a:lnTo>
                <a:lnTo>
                  <a:pt x="775" y="630"/>
                </a:lnTo>
                <a:lnTo>
                  <a:pt x="775" y="631"/>
                </a:lnTo>
                <a:lnTo>
                  <a:pt x="775" y="632"/>
                </a:lnTo>
                <a:lnTo>
                  <a:pt x="775" y="633"/>
                </a:lnTo>
                <a:lnTo>
                  <a:pt x="775" y="634"/>
                </a:lnTo>
                <a:lnTo>
                  <a:pt x="776" y="635"/>
                </a:lnTo>
                <a:lnTo>
                  <a:pt x="777" y="635"/>
                </a:lnTo>
                <a:lnTo>
                  <a:pt x="777" y="634"/>
                </a:lnTo>
                <a:lnTo>
                  <a:pt x="778" y="633"/>
                </a:lnTo>
                <a:lnTo>
                  <a:pt x="778" y="634"/>
                </a:lnTo>
                <a:lnTo>
                  <a:pt x="779" y="634"/>
                </a:lnTo>
                <a:lnTo>
                  <a:pt x="780" y="635"/>
                </a:lnTo>
                <a:lnTo>
                  <a:pt x="781" y="635"/>
                </a:lnTo>
                <a:lnTo>
                  <a:pt x="781" y="636"/>
                </a:lnTo>
                <a:lnTo>
                  <a:pt x="782" y="636"/>
                </a:lnTo>
                <a:lnTo>
                  <a:pt x="783" y="637"/>
                </a:lnTo>
                <a:lnTo>
                  <a:pt x="784" y="637"/>
                </a:lnTo>
                <a:lnTo>
                  <a:pt x="784" y="636"/>
                </a:lnTo>
                <a:lnTo>
                  <a:pt x="785" y="636"/>
                </a:lnTo>
                <a:lnTo>
                  <a:pt x="785" y="635"/>
                </a:lnTo>
                <a:lnTo>
                  <a:pt x="784" y="635"/>
                </a:lnTo>
                <a:lnTo>
                  <a:pt x="785" y="635"/>
                </a:lnTo>
                <a:lnTo>
                  <a:pt x="785" y="634"/>
                </a:lnTo>
                <a:lnTo>
                  <a:pt x="787" y="635"/>
                </a:lnTo>
                <a:lnTo>
                  <a:pt x="787" y="636"/>
                </a:lnTo>
                <a:lnTo>
                  <a:pt x="788" y="636"/>
                </a:lnTo>
                <a:lnTo>
                  <a:pt x="789" y="636"/>
                </a:lnTo>
                <a:lnTo>
                  <a:pt x="789" y="635"/>
                </a:lnTo>
                <a:lnTo>
                  <a:pt x="790" y="634"/>
                </a:lnTo>
                <a:lnTo>
                  <a:pt x="791" y="634"/>
                </a:lnTo>
                <a:lnTo>
                  <a:pt x="791" y="635"/>
                </a:lnTo>
                <a:lnTo>
                  <a:pt x="792" y="634"/>
                </a:lnTo>
                <a:lnTo>
                  <a:pt x="792" y="633"/>
                </a:lnTo>
                <a:lnTo>
                  <a:pt x="793" y="632"/>
                </a:lnTo>
                <a:lnTo>
                  <a:pt x="795" y="633"/>
                </a:lnTo>
                <a:lnTo>
                  <a:pt x="796" y="633"/>
                </a:lnTo>
                <a:lnTo>
                  <a:pt x="798" y="633"/>
                </a:lnTo>
                <a:lnTo>
                  <a:pt x="798" y="632"/>
                </a:lnTo>
                <a:lnTo>
                  <a:pt x="800" y="632"/>
                </a:lnTo>
                <a:lnTo>
                  <a:pt x="800" y="633"/>
                </a:lnTo>
                <a:lnTo>
                  <a:pt x="801" y="633"/>
                </a:lnTo>
                <a:lnTo>
                  <a:pt x="802" y="633"/>
                </a:lnTo>
                <a:lnTo>
                  <a:pt x="802" y="632"/>
                </a:lnTo>
                <a:lnTo>
                  <a:pt x="801" y="632"/>
                </a:lnTo>
                <a:lnTo>
                  <a:pt x="799" y="630"/>
                </a:lnTo>
                <a:lnTo>
                  <a:pt x="800" y="630"/>
                </a:lnTo>
                <a:lnTo>
                  <a:pt x="801" y="630"/>
                </a:lnTo>
                <a:lnTo>
                  <a:pt x="801" y="629"/>
                </a:lnTo>
                <a:lnTo>
                  <a:pt x="801" y="628"/>
                </a:lnTo>
                <a:lnTo>
                  <a:pt x="801" y="627"/>
                </a:lnTo>
                <a:lnTo>
                  <a:pt x="800" y="627"/>
                </a:lnTo>
                <a:lnTo>
                  <a:pt x="800" y="626"/>
                </a:lnTo>
                <a:lnTo>
                  <a:pt x="801" y="626"/>
                </a:lnTo>
                <a:lnTo>
                  <a:pt x="800" y="625"/>
                </a:lnTo>
                <a:lnTo>
                  <a:pt x="801" y="624"/>
                </a:lnTo>
                <a:lnTo>
                  <a:pt x="802" y="624"/>
                </a:lnTo>
                <a:lnTo>
                  <a:pt x="802" y="625"/>
                </a:lnTo>
                <a:lnTo>
                  <a:pt x="803" y="625"/>
                </a:lnTo>
                <a:lnTo>
                  <a:pt x="804" y="626"/>
                </a:lnTo>
                <a:lnTo>
                  <a:pt x="803" y="626"/>
                </a:lnTo>
                <a:lnTo>
                  <a:pt x="804" y="627"/>
                </a:lnTo>
                <a:lnTo>
                  <a:pt x="804" y="628"/>
                </a:lnTo>
                <a:lnTo>
                  <a:pt x="805" y="628"/>
                </a:lnTo>
                <a:lnTo>
                  <a:pt x="805" y="629"/>
                </a:lnTo>
                <a:lnTo>
                  <a:pt x="805" y="630"/>
                </a:lnTo>
                <a:lnTo>
                  <a:pt x="806" y="630"/>
                </a:lnTo>
                <a:lnTo>
                  <a:pt x="807" y="630"/>
                </a:lnTo>
                <a:lnTo>
                  <a:pt x="807" y="631"/>
                </a:lnTo>
                <a:lnTo>
                  <a:pt x="807" y="632"/>
                </a:lnTo>
                <a:lnTo>
                  <a:pt x="807" y="633"/>
                </a:lnTo>
                <a:lnTo>
                  <a:pt x="806" y="632"/>
                </a:lnTo>
                <a:lnTo>
                  <a:pt x="806" y="633"/>
                </a:lnTo>
                <a:lnTo>
                  <a:pt x="806" y="634"/>
                </a:lnTo>
                <a:lnTo>
                  <a:pt x="806" y="635"/>
                </a:lnTo>
                <a:lnTo>
                  <a:pt x="806" y="636"/>
                </a:lnTo>
                <a:lnTo>
                  <a:pt x="805" y="637"/>
                </a:lnTo>
                <a:lnTo>
                  <a:pt x="804" y="637"/>
                </a:lnTo>
                <a:lnTo>
                  <a:pt x="805" y="638"/>
                </a:lnTo>
                <a:lnTo>
                  <a:pt x="805" y="639"/>
                </a:lnTo>
                <a:lnTo>
                  <a:pt x="805" y="640"/>
                </a:lnTo>
                <a:lnTo>
                  <a:pt x="806" y="640"/>
                </a:lnTo>
                <a:lnTo>
                  <a:pt x="806" y="641"/>
                </a:lnTo>
                <a:lnTo>
                  <a:pt x="805" y="642"/>
                </a:lnTo>
                <a:lnTo>
                  <a:pt x="805" y="644"/>
                </a:lnTo>
                <a:lnTo>
                  <a:pt x="806" y="645"/>
                </a:lnTo>
                <a:lnTo>
                  <a:pt x="806" y="646"/>
                </a:lnTo>
                <a:lnTo>
                  <a:pt x="807" y="646"/>
                </a:lnTo>
                <a:lnTo>
                  <a:pt x="808" y="646"/>
                </a:lnTo>
                <a:lnTo>
                  <a:pt x="808" y="647"/>
                </a:lnTo>
                <a:lnTo>
                  <a:pt x="809" y="647"/>
                </a:lnTo>
                <a:lnTo>
                  <a:pt x="809" y="646"/>
                </a:lnTo>
                <a:lnTo>
                  <a:pt x="810" y="646"/>
                </a:lnTo>
                <a:lnTo>
                  <a:pt x="811" y="646"/>
                </a:lnTo>
                <a:lnTo>
                  <a:pt x="811" y="645"/>
                </a:lnTo>
                <a:lnTo>
                  <a:pt x="811" y="644"/>
                </a:lnTo>
                <a:lnTo>
                  <a:pt x="813" y="645"/>
                </a:lnTo>
                <a:lnTo>
                  <a:pt x="814" y="645"/>
                </a:lnTo>
                <a:lnTo>
                  <a:pt x="813" y="646"/>
                </a:lnTo>
                <a:lnTo>
                  <a:pt x="812" y="646"/>
                </a:lnTo>
                <a:lnTo>
                  <a:pt x="812" y="645"/>
                </a:lnTo>
                <a:lnTo>
                  <a:pt x="811" y="646"/>
                </a:lnTo>
                <a:lnTo>
                  <a:pt x="811" y="647"/>
                </a:lnTo>
                <a:lnTo>
                  <a:pt x="811" y="648"/>
                </a:lnTo>
                <a:lnTo>
                  <a:pt x="811" y="649"/>
                </a:lnTo>
                <a:lnTo>
                  <a:pt x="811" y="650"/>
                </a:lnTo>
                <a:lnTo>
                  <a:pt x="810" y="651"/>
                </a:lnTo>
                <a:lnTo>
                  <a:pt x="811" y="651"/>
                </a:lnTo>
                <a:lnTo>
                  <a:pt x="812" y="650"/>
                </a:lnTo>
                <a:lnTo>
                  <a:pt x="813" y="649"/>
                </a:lnTo>
                <a:lnTo>
                  <a:pt x="812" y="649"/>
                </a:lnTo>
                <a:lnTo>
                  <a:pt x="813" y="648"/>
                </a:lnTo>
                <a:lnTo>
                  <a:pt x="814" y="647"/>
                </a:lnTo>
                <a:lnTo>
                  <a:pt x="814" y="648"/>
                </a:lnTo>
                <a:lnTo>
                  <a:pt x="815" y="649"/>
                </a:lnTo>
                <a:lnTo>
                  <a:pt x="816" y="649"/>
                </a:lnTo>
                <a:lnTo>
                  <a:pt x="817" y="648"/>
                </a:lnTo>
                <a:lnTo>
                  <a:pt x="817" y="647"/>
                </a:lnTo>
                <a:lnTo>
                  <a:pt x="817" y="646"/>
                </a:lnTo>
                <a:lnTo>
                  <a:pt x="818" y="646"/>
                </a:lnTo>
                <a:lnTo>
                  <a:pt x="818" y="647"/>
                </a:lnTo>
                <a:lnTo>
                  <a:pt x="818" y="648"/>
                </a:lnTo>
                <a:lnTo>
                  <a:pt x="819" y="648"/>
                </a:lnTo>
                <a:lnTo>
                  <a:pt x="820" y="648"/>
                </a:lnTo>
                <a:lnTo>
                  <a:pt x="821" y="648"/>
                </a:lnTo>
                <a:lnTo>
                  <a:pt x="822" y="649"/>
                </a:lnTo>
                <a:lnTo>
                  <a:pt x="823" y="650"/>
                </a:lnTo>
                <a:lnTo>
                  <a:pt x="823" y="651"/>
                </a:lnTo>
                <a:lnTo>
                  <a:pt x="824" y="651"/>
                </a:lnTo>
                <a:lnTo>
                  <a:pt x="825" y="651"/>
                </a:lnTo>
                <a:lnTo>
                  <a:pt x="826" y="651"/>
                </a:lnTo>
                <a:lnTo>
                  <a:pt x="826" y="650"/>
                </a:lnTo>
                <a:lnTo>
                  <a:pt x="827" y="651"/>
                </a:lnTo>
                <a:lnTo>
                  <a:pt x="827" y="652"/>
                </a:lnTo>
                <a:lnTo>
                  <a:pt x="828" y="652"/>
                </a:lnTo>
                <a:lnTo>
                  <a:pt x="828" y="651"/>
                </a:lnTo>
                <a:lnTo>
                  <a:pt x="828" y="650"/>
                </a:lnTo>
                <a:lnTo>
                  <a:pt x="828" y="649"/>
                </a:lnTo>
                <a:lnTo>
                  <a:pt x="830" y="649"/>
                </a:lnTo>
                <a:lnTo>
                  <a:pt x="831" y="649"/>
                </a:lnTo>
                <a:lnTo>
                  <a:pt x="832" y="650"/>
                </a:lnTo>
                <a:lnTo>
                  <a:pt x="833" y="650"/>
                </a:lnTo>
                <a:lnTo>
                  <a:pt x="834" y="649"/>
                </a:lnTo>
                <a:lnTo>
                  <a:pt x="835" y="649"/>
                </a:lnTo>
                <a:lnTo>
                  <a:pt x="836" y="649"/>
                </a:lnTo>
                <a:lnTo>
                  <a:pt x="837" y="649"/>
                </a:lnTo>
                <a:lnTo>
                  <a:pt x="836" y="650"/>
                </a:lnTo>
                <a:lnTo>
                  <a:pt x="837" y="650"/>
                </a:lnTo>
                <a:lnTo>
                  <a:pt x="838" y="649"/>
                </a:lnTo>
                <a:lnTo>
                  <a:pt x="838" y="650"/>
                </a:lnTo>
                <a:lnTo>
                  <a:pt x="838" y="651"/>
                </a:lnTo>
                <a:lnTo>
                  <a:pt x="838" y="652"/>
                </a:lnTo>
                <a:lnTo>
                  <a:pt x="839" y="651"/>
                </a:lnTo>
                <a:lnTo>
                  <a:pt x="840" y="651"/>
                </a:lnTo>
                <a:lnTo>
                  <a:pt x="840" y="652"/>
                </a:lnTo>
                <a:lnTo>
                  <a:pt x="842" y="652"/>
                </a:lnTo>
                <a:lnTo>
                  <a:pt x="841" y="652"/>
                </a:lnTo>
                <a:lnTo>
                  <a:pt x="841" y="653"/>
                </a:lnTo>
                <a:lnTo>
                  <a:pt x="842" y="653"/>
                </a:lnTo>
                <a:lnTo>
                  <a:pt x="843" y="654"/>
                </a:lnTo>
                <a:lnTo>
                  <a:pt x="844" y="654"/>
                </a:lnTo>
                <a:lnTo>
                  <a:pt x="844" y="653"/>
                </a:lnTo>
                <a:lnTo>
                  <a:pt x="844" y="654"/>
                </a:lnTo>
                <a:lnTo>
                  <a:pt x="844" y="655"/>
                </a:lnTo>
                <a:lnTo>
                  <a:pt x="843" y="655"/>
                </a:lnTo>
                <a:lnTo>
                  <a:pt x="843" y="656"/>
                </a:lnTo>
                <a:lnTo>
                  <a:pt x="844" y="656"/>
                </a:lnTo>
                <a:lnTo>
                  <a:pt x="845" y="657"/>
                </a:lnTo>
                <a:lnTo>
                  <a:pt x="845" y="658"/>
                </a:lnTo>
                <a:lnTo>
                  <a:pt x="845" y="657"/>
                </a:lnTo>
                <a:lnTo>
                  <a:pt x="846" y="657"/>
                </a:lnTo>
                <a:lnTo>
                  <a:pt x="847" y="658"/>
                </a:lnTo>
                <a:lnTo>
                  <a:pt x="847" y="659"/>
                </a:lnTo>
                <a:lnTo>
                  <a:pt x="848" y="658"/>
                </a:lnTo>
                <a:lnTo>
                  <a:pt x="847" y="657"/>
                </a:lnTo>
                <a:lnTo>
                  <a:pt x="848" y="657"/>
                </a:lnTo>
                <a:lnTo>
                  <a:pt x="850" y="658"/>
                </a:lnTo>
                <a:lnTo>
                  <a:pt x="850" y="659"/>
                </a:lnTo>
                <a:lnTo>
                  <a:pt x="851" y="658"/>
                </a:lnTo>
                <a:lnTo>
                  <a:pt x="850" y="657"/>
                </a:lnTo>
                <a:lnTo>
                  <a:pt x="849" y="657"/>
                </a:lnTo>
                <a:lnTo>
                  <a:pt x="849" y="656"/>
                </a:lnTo>
                <a:lnTo>
                  <a:pt x="850" y="655"/>
                </a:lnTo>
                <a:lnTo>
                  <a:pt x="850" y="654"/>
                </a:lnTo>
                <a:lnTo>
                  <a:pt x="851" y="654"/>
                </a:lnTo>
                <a:lnTo>
                  <a:pt x="851" y="653"/>
                </a:lnTo>
                <a:lnTo>
                  <a:pt x="852" y="652"/>
                </a:lnTo>
                <a:lnTo>
                  <a:pt x="852" y="653"/>
                </a:lnTo>
                <a:lnTo>
                  <a:pt x="852" y="654"/>
                </a:lnTo>
                <a:lnTo>
                  <a:pt x="852" y="655"/>
                </a:lnTo>
                <a:lnTo>
                  <a:pt x="853" y="655"/>
                </a:lnTo>
                <a:lnTo>
                  <a:pt x="853" y="656"/>
                </a:lnTo>
                <a:lnTo>
                  <a:pt x="854" y="656"/>
                </a:lnTo>
                <a:lnTo>
                  <a:pt x="855" y="655"/>
                </a:lnTo>
                <a:lnTo>
                  <a:pt x="856" y="655"/>
                </a:lnTo>
                <a:lnTo>
                  <a:pt x="856" y="656"/>
                </a:lnTo>
                <a:lnTo>
                  <a:pt x="855" y="656"/>
                </a:lnTo>
                <a:lnTo>
                  <a:pt x="856" y="656"/>
                </a:lnTo>
                <a:lnTo>
                  <a:pt x="857" y="657"/>
                </a:lnTo>
                <a:lnTo>
                  <a:pt x="858" y="657"/>
                </a:lnTo>
                <a:lnTo>
                  <a:pt x="858" y="658"/>
                </a:lnTo>
                <a:lnTo>
                  <a:pt x="857" y="658"/>
                </a:lnTo>
                <a:lnTo>
                  <a:pt x="856" y="658"/>
                </a:lnTo>
                <a:lnTo>
                  <a:pt x="855" y="659"/>
                </a:lnTo>
                <a:lnTo>
                  <a:pt x="855" y="660"/>
                </a:lnTo>
                <a:lnTo>
                  <a:pt x="855" y="661"/>
                </a:lnTo>
                <a:lnTo>
                  <a:pt x="854" y="663"/>
                </a:lnTo>
                <a:lnTo>
                  <a:pt x="855" y="664"/>
                </a:lnTo>
                <a:lnTo>
                  <a:pt x="855" y="665"/>
                </a:lnTo>
                <a:lnTo>
                  <a:pt x="856" y="666"/>
                </a:lnTo>
                <a:lnTo>
                  <a:pt x="855" y="667"/>
                </a:lnTo>
                <a:lnTo>
                  <a:pt x="855" y="668"/>
                </a:lnTo>
                <a:lnTo>
                  <a:pt x="856" y="668"/>
                </a:lnTo>
                <a:lnTo>
                  <a:pt x="856" y="669"/>
                </a:lnTo>
                <a:lnTo>
                  <a:pt x="857" y="670"/>
                </a:lnTo>
                <a:lnTo>
                  <a:pt x="856" y="670"/>
                </a:lnTo>
                <a:lnTo>
                  <a:pt x="856" y="671"/>
                </a:lnTo>
                <a:lnTo>
                  <a:pt x="856" y="673"/>
                </a:lnTo>
                <a:lnTo>
                  <a:pt x="857" y="673"/>
                </a:lnTo>
                <a:lnTo>
                  <a:pt x="858" y="673"/>
                </a:lnTo>
                <a:lnTo>
                  <a:pt x="857" y="674"/>
                </a:lnTo>
                <a:lnTo>
                  <a:pt x="857" y="675"/>
                </a:lnTo>
                <a:lnTo>
                  <a:pt x="857" y="676"/>
                </a:lnTo>
                <a:lnTo>
                  <a:pt x="857" y="677"/>
                </a:lnTo>
                <a:lnTo>
                  <a:pt x="857" y="678"/>
                </a:lnTo>
                <a:lnTo>
                  <a:pt x="856" y="678"/>
                </a:lnTo>
                <a:lnTo>
                  <a:pt x="855" y="679"/>
                </a:lnTo>
                <a:lnTo>
                  <a:pt x="855" y="680"/>
                </a:lnTo>
                <a:lnTo>
                  <a:pt x="855" y="681"/>
                </a:lnTo>
                <a:lnTo>
                  <a:pt x="854" y="681"/>
                </a:lnTo>
                <a:lnTo>
                  <a:pt x="853" y="682"/>
                </a:lnTo>
                <a:lnTo>
                  <a:pt x="852" y="683"/>
                </a:lnTo>
                <a:lnTo>
                  <a:pt x="852" y="684"/>
                </a:lnTo>
                <a:lnTo>
                  <a:pt x="852" y="685"/>
                </a:lnTo>
                <a:lnTo>
                  <a:pt x="852" y="686"/>
                </a:lnTo>
                <a:lnTo>
                  <a:pt x="851" y="687"/>
                </a:lnTo>
                <a:lnTo>
                  <a:pt x="850" y="688"/>
                </a:lnTo>
                <a:lnTo>
                  <a:pt x="850" y="689"/>
                </a:lnTo>
                <a:lnTo>
                  <a:pt x="851" y="689"/>
                </a:lnTo>
                <a:lnTo>
                  <a:pt x="852" y="690"/>
                </a:lnTo>
                <a:lnTo>
                  <a:pt x="852" y="691"/>
                </a:lnTo>
                <a:lnTo>
                  <a:pt x="851" y="691"/>
                </a:lnTo>
                <a:lnTo>
                  <a:pt x="851" y="692"/>
                </a:lnTo>
                <a:lnTo>
                  <a:pt x="851" y="693"/>
                </a:lnTo>
                <a:lnTo>
                  <a:pt x="851" y="694"/>
                </a:lnTo>
                <a:lnTo>
                  <a:pt x="852" y="694"/>
                </a:lnTo>
                <a:lnTo>
                  <a:pt x="851" y="695"/>
                </a:lnTo>
                <a:lnTo>
                  <a:pt x="850" y="695"/>
                </a:lnTo>
                <a:lnTo>
                  <a:pt x="850" y="696"/>
                </a:lnTo>
                <a:lnTo>
                  <a:pt x="850" y="697"/>
                </a:lnTo>
                <a:lnTo>
                  <a:pt x="849" y="698"/>
                </a:lnTo>
                <a:lnTo>
                  <a:pt x="849" y="699"/>
                </a:lnTo>
                <a:lnTo>
                  <a:pt x="849" y="700"/>
                </a:lnTo>
                <a:lnTo>
                  <a:pt x="848" y="700"/>
                </a:lnTo>
                <a:lnTo>
                  <a:pt x="847" y="701"/>
                </a:lnTo>
                <a:lnTo>
                  <a:pt x="847" y="702"/>
                </a:lnTo>
                <a:lnTo>
                  <a:pt x="848" y="703"/>
                </a:lnTo>
                <a:lnTo>
                  <a:pt x="849" y="704"/>
                </a:lnTo>
                <a:lnTo>
                  <a:pt x="849" y="705"/>
                </a:lnTo>
                <a:lnTo>
                  <a:pt x="848" y="705"/>
                </a:lnTo>
                <a:lnTo>
                  <a:pt x="849" y="706"/>
                </a:lnTo>
                <a:lnTo>
                  <a:pt x="849" y="707"/>
                </a:lnTo>
                <a:lnTo>
                  <a:pt x="849" y="708"/>
                </a:lnTo>
                <a:lnTo>
                  <a:pt x="850" y="709"/>
                </a:lnTo>
                <a:lnTo>
                  <a:pt x="851" y="709"/>
                </a:lnTo>
                <a:lnTo>
                  <a:pt x="852" y="709"/>
                </a:lnTo>
                <a:lnTo>
                  <a:pt x="852" y="710"/>
                </a:lnTo>
                <a:lnTo>
                  <a:pt x="853" y="711"/>
                </a:lnTo>
                <a:lnTo>
                  <a:pt x="852" y="712"/>
                </a:lnTo>
                <a:lnTo>
                  <a:pt x="852" y="713"/>
                </a:lnTo>
                <a:lnTo>
                  <a:pt x="853" y="713"/>
                </a:lnTo>
                <a:lnTo>
                  <a:pt x="854" y="714"/>
                </a:lnTo>
                <a:lnTo>
                  <a:pt x="854" y="715"/>
                </a:lnTo>
                <a:lnTo>
                  <a:pt x="853" y="716"/>
                </a:lnTo>
                <a:lnTo>
                  <a:pt x="853" y="715"/>
                </a:lnTo>
                <a:lnTo>
                  <a:pt x="851" y="716"/>
                </a:lnTo>
                <a:lnTo>
                  <a:pt x="850" y="716"/>
                </a:lnTo>
                <a:lnTo>
                  <a:pt x="849" y="717"/>
                </a:lnTo>
                <a:lnTo>
                  <a:pt x="849" y="718"/>
                </a:lnTo>
                <a:lnTo>
                  <a:pt x="849" y="719"/>
                </a:lnTo>
                <a:lnTo>
                  <a:pt x="849" y="720"/>
                </a:lnTo>
                <a:lnTo>
                  <a:pt x="848" y="721"/>
                </a:lnTo>
                <a:lnTo>
                  <a:pt x="848" y="722"/>
                </a:lnTo>
                <a:lnTo>
                  <a:pt x="848" y="723"/>
                </a:lnTo>
                <a:lnTo>
                  <a:pt x="847" y="723"/>
                </a:lnTo>
                <a:lnTo>
                  <a:pt x="847" y="724"/>
                </a:lnTo>
                <a:lnTo>
                  <a:pt x="846" y="725"/>
                </a:lnTo>
                <a:lnTo>
                  <a:pt x="847" y="726"/>
                </a:lnTo>
                <a:lnTo>
                  <a:pt x="847" y="727"/>
                </a:lnTo>
                <a:lnTo>
                  <a:pt x="846" y="727"/>
                </a:lnTo>
                <a:lnTo>
                  <a:pt x="846" y="728"/>
                </a:lnTo>
                <a:lnTo>
                  <a:pt x="845" y="728"/>
                </a:lnTo>
                <a:lnTo>
                  <a:pt x="844" y="728"/>
                </a:lnTo>
                <a:lnTo>
                  <a:pt x="844" y="729"/>
                </a:lnTo>
                <a:lnTo>
                  <a:pt x="842" y="729"/>
                </a:lnTo>
                <a:lnTo>
                  <a:pt x="841" y="728"/>
                </a:lnTo>
                <a:lnTo>
                  <a:pt x="840" y="728"/>
                </a:lnTo>
                <a:lnTo>
                  <a:pt x="839" y="729"/>
                </a:lnTo>
                <a:lnTo>
                  <a:pt x="838" y="729"/>
                </a:lnTo>
                <a:lnTo>
                  <a:pt x="839" y="731"/>
                </a:lnTo>
                <a:lnTo>
                  <a:pt x="839" y="732"/>
                </a:lnTo>
                <a:lnTo>
                  <a:pt x="839" y="733"/>
                </a:lnTo>
                <a:lnTo>
                  <a:pt x="839" y="734"/>
                </a:lnTo>
                <a:lnTo>
                  <a:pt x="840" y="734"/>
                </a:lnTo>
                <a:lnTo>
                  <a:pt x="841" y="735"/>
                </a:lnTo>
                <a:lnTo>
                  <a:pt x="840" y="735"/>
                </a:lnTo>
                <a:lnTo>
                  <a:pt x="840" y="736"/>
                </a:lnTo>
                <a:lnTo>
                  <a:pt x="840" y="737"/>
                </a:lnTo>
                <a:lnTo>
                  <a:pt x="841" y="739"/>
                </a:lnTo>
                <a:lnTo>
                  <a:pt x="842" y="740"/>
                </a:lnTo>
                <a:lnTo>
                  <a:pt x="841" y="741"/>
                </a:lnTo>
                <a:lnTo>
                  <a:pt x="841" y="743"/>
                </a:lnTo>
                <a:lnTo>
                  <a:pt x="842" y="743"/>
                </a:lnTo>
                <a:lnTo>
                  <a:pt x="842" y="744"/>
                </a:lnTo>
                <a:lnTo>
                  <a:pt x="841" y="744"/>
                </a:lnTo>
                <a:lnTo>
                  <a:pt x="840" y="745"/>
                </a:lnTo>
                <a:lnTo>
                  <a:pt x="839" y="745"/>
                </a:lnTo>
                <a:lnTo>
                  <a:pt x="839" y="746"/>
                </a:lnTo>
                <a:lnTo>
                  <a:pt x="839" y="747"/>
                </a:lnTo>
                <a:lnTo>
                  <a:pt x="838" y="747"/>
                </a:lnTo>
                <a:lnTo>
                  <a:pt x="838" y="748"/>
                </a:lnTo>
                <a:lnTo>
                  <a:pt x="838" y="749"/>
                </a:lnTo>
                <a:lnTo>
                  <a:pt x="837" y="750"/>
                </a:lnTo>
                <a:lnTo>
                  <a:pt x="836" y="751"/>
                </a:lnTo>
                <a:lnTo>
                  <a:pt x="836" y="752"/>
                </a:lnTo>
                <a:lnTo>
                  <a:pt x="836" y="754"/>
                </a:lnTo>
                <a:lnTo>
                  <a:pt x="836" y="755"/>
                </a:lnTo>
                <a:lnTo>
                  <a:pt x="835" y="755"/>
                </a:lnTo>
                <a:lnTo>
                  <a:pt x="834" y="756"/>
                </a:lnTo>
                <a:lnTo>
                  <a:pt x="834" y="757"/>
                </a:lnTo>
                <a:lnTo>
                  <a:pt x="833" y="757"/>
                </a:lnTo>
                <a:lnTo>
                  <a:pt x="832" y="757"/>
                </a:lnTo>
                <a:lnTo>
                  <a:pt x="831" y="758"/>
                </a:lnTo>
                <a:lnTo>
                  <a:pt x="830" y="757"/>
                </a:lnTo>
                <a:lnTo>
                  <a:pt x="830" y="756"/>
                </a:lnTo>
                <a:lnTo>
                  <a:pt x="829" y="756"/>
                </a:lnTo>
                <a:lnTo>
                  <a:pt x="828" y="754"/>
                </a:lnTo>
                <a:lnTo>
                  <a:pt x="828" y="753"/>
                </a:lnTo>
                <a:lnTo>
                  <a:pt x="828" y="752"/>
                </a:lnTo>
                <a:lnTo>
                  <a:pt x="827" y="751"/>
                </a:lnTo>
                <a:lnTo>
                  <a:pt x="827" y="750"/>
                </a:lnTo>
                <a:lnTo>
                  <a:pt x="826" y="750"/>
                </a:lnTo>
                <a:lnTo>
                  <a:pt x="826" y="749"/>
                </a:lnTo>
                <a:lnTo>
                  <a:pt x="825" y="749"/>
                </a:lnTo>
                <a:lnTo>
                  <a:pt x="825" y="750"/>
                </a:lnTo>
                <a:lnTo>
                  <a:pt x="824" y="751"/>
                </a:lnTo>
                <a:lnTo>
                  <a:pt x="823" y="750"/>
                </a:lnTo>
                <a:lnTo>
                  <a:pt x="823" y="751"/>
                </a:lnTo>
                <a:lnTo>
                  <a:pt x="822" y="752"/>
                </a:lnTo>
                <a:lnTo>
                  <a:pt x="821" y="752"/>
                </a:lnTo>
                <a:lnTo>
                  <a:pt x="821" y="753"/>
                </a:lnTo>
                <a:lnTo>
                  <a:pt x="821" y="754"/>
                </a:lnTo>
                <a:lnTo>
                  <a:pt x="820" y="754"/>
                </a:lnTo>
                <a:lnTo>
                  <a:pt x="819" y="754"/>
                </a:lnTo>
                <a:lnTo>
                  <a:pt x="819" y="755"/>
                </a:lnTo>
                <a:lnTo>
                  <a:pt x="818" y="755"/>
                </a:lnTo>
                <a:lnTo>
                  <a:pt x="817" y="755"/>
                </a:lnTo>
                <a:lnTo>
                  <a:pt x="818" y="755"/>
                </a:lnTo>
                <a:lnTo>
                  <a:pt x="818" y="756"/>
                </a:lnTo>
                <a:lnTo>
                  <a:pt x="818" y="757"/>
                </a:lnTo>
                <a:lnTo>
                  <a:pt x="817" y="757"/>
                </a:lnTo>
                <a:lnTo>
                  <a:pt x="817" y="758"/>
                </a:lnTo>
                <a:lnTo>
                  <a:pt x="817" y="759"/>
                </a:lnTo>
                <a:lnTo>
                  <a:pt x="816" y="759"/>
                </a:lnTo>
                <a:lnTo>
                  <a:pt x="816" y="760"/>
                </a:lnTo>
                <a:lnTo>
                  <a:pt x="816" y="761"/>
                </a:lnTo>
                <a:lnTo>
                  <a:pt x="816" y="762"/>
                </a:lnTo>
                <a:lnTo>
                  <a:pt x="816" y="763"/>
                </a:lnTo>
                <a:lnTo>
                  <a:pt x="815" y="763"/>
                </a:lnTo>
                <a:lnTo>
                  <a:pt x="814" y="764"/>
                </a:lnTo>
                <a:lnTo>
                  <a:pt x="813" y="765"/>
                </a:lnTo>
                <a:lnTo>
                  <a:pt x="812" y="765"/>
                </a:lnTo>
                <a:lnTo>
                  <a:pt x="811" y="765"/>
                </a:lnTo>
                <a:lnTo>
                  <a:pt x="811" y="766"/>
                </a:lnTo>
                <a:lnTo>
                  <a:pt x="810" y="766"/>
                </a:lnTo>
                <a:lnTo>
                  <a:pt x="809" y="766"/>
                </a:lnTo>
                <a:lnTo>
                  <a:pt x="808" y="766"/>
                </a:lnTo>
                <a:lnTo>
                  <a:pt x="807" y="766"/>
                </a:lnTo>
                <a:lnTo>
                  <a:pt x="806" y="767"/>
                </a:lnTo>
                <a:lnTo>
                  <a:pt x="805" y="767"/>
                </a:lnTo>
                <a:lnTo>
                  <a:pt x="804" y="767"/>
                </a:lnTo>
                <a:lnTo>
                  <a:pt x="804" y="766"/>
                </a:lnTo>
                <a:lnTo>
                  <a:pt x="803" y="766"/>
                </a:lnTo>
                <a:lnTo>
                  <a:pt x="803" y="767"/>
                </a:lnTo>
                <a:lnTo>
                  <a:pt x="802" y="767"/>
                </a:lnTo>
                <a:lnTo>
                  <a:pt x="802" y="768"/>
                </a:lnTo>
                <a:lnTo>
                  <a:pt x="802" y="769"/>
                </a:lnTo>
                <a:lnTo>
                  <a:pt x="803" y="770"/>
                </a:lnTo>
                <a:lnTo>
                  <a:pt x="804" y="771"/>
                </a:lnTo>
                <a:lnTo>
                  <a:pt x="805" y="771"/>
                </a:lnTo>
                <a:lnTo>
                  <a:pt x="806" y="771"/>
                </a:lnTo>
                <a:lnTo>
                  <a:pt x="806" y="772"/>
                </a:lnTo>
                <a:lnTo>
                  <a:pt x="805" y="772"/>
                </a:lnTo>
                <a:lnTo>
                  <a:pt x="806" y="772"/>
                </a:lnTo>
                <a:lnTo>
                  <a:pt x="807" y="773"/>
                </a:lnTo>
                <a:lnTo>
                  <a:pt x="807" y="774"/>
                </a:lnTo>
                <a:lnTo>
                  <a:pt x="808" y="775"/>
                </a:lnTo>
                <a:lnTo>
                  <a:pt x="807" y="775"/>
                </a:lnTo>
                <a:lnTo>
                  <a:pt x="807" y="776"/>
                </a:lnTo>
                <a:lnTo>
                  <a:pt x="805" y="777"/>
                </a:lnTo>
                <a:lnTo>
                  <a:pt x="805" y="778"/>
                </a:lnTo>
                <a:lnTo>
                  <a:pt x="805" y="779"/>
                </a:lnTo>
                <a:lnTo>
                  <a:pt x="805" y="780"/>
                </a:lnTo>
                <a:lnTo>
                  <a:pt x="804" y="781"/>
                </a:lnTo>
                <a:lnTo>
                  <a:pt x="803" y="782"/>
                </a:lnTo>
                <a:lnTo>
                  <a:pt x="804" y="782"/>
                </a:lnTo>
                <a:lnTo>
                  <a:pt x="804" y="783"/>
                </a:lnTo>
                <a:lnTo>
                  <a:pt x="805" y="784"/>
                </a:lnTo>
                <a:lnTo>
                  <a:pt x="806" y="786"/>
                </a:lnTo>
                <a:lnTo>
                  <a:pt x="806" y="785"/>
                </a:lnTo>
                <a:lnTo>
                  <a:pt x="807" y="785"/>
                </a:lnTo>
                <a:lnTo>
                  <a:pt x="808" y="785"/>
                </a:lnTo>
                <a:lnTo>
                  <a:pt x="808" y="786"/>
                </a:lnTo>
                <a:lnTo>
                  <a:pt x="808" y="787"/>
                </a:lnTo>
                <a:lnTo>
                  <a:pt x="810" y="788"/>
                </a:lnTo>
                <a:lnTo>
                  <a:pt x="811" y="788"/>
                </a:lnTo>
                <a:lnTo>
                  <a:pt x="812" y="788"/>
                </a:lnTo>
                <a:lnTo>
                  <a:pt x="813" y="788"/>
                </a:lnTo>
                <a:lnTo>
                  <a:pt x="813" y="787"/>
                </a:lnTo>
                <a:lnTo>
                  <a:pt x="814" y="787"/>
                </a:lnTo>
                <a:lnTo>
                  <a:pt x="814" y="786"/>
                </a:lnTo>
                <a:lnTo>
                  <a:pt x="815" y="785"/>
                </a:lnTo>
                <a:lnTo>
                  <a:pt x="816" y="785"/>
                </a:lnTo>
                <a:lnTo>
                  <a:pt x="817" y="783"/>
                </a:lnTo>
                <a:lnTo>
                  <a:pt x="817" y="782"/>
                </a:lnTo>
                <a:lnTo>
                  <a:pt x="818" y="782"/>
                </a:lnTo>
                <a:lnTo>
                  <a:pt x="820" y="782"/>
                </a:lnTo>
                <a:lnTo>
                  <a:pt x="820" y="783"/>
                </a:lnTo>
                <a:lnTo>
                  <a:pt x="820" y="784"/>
                </a:lnTo>
                <a:lnTo>
                  <a:pt x="820" y="785"/>
                </a:lnTo>
                <a:lnTo>
                  <a:pt x="821" y="786"/>
                </a:lnTo>
                <a:lnTo>
                  <a:pt x="822" y="786"/>
                </a:lnTo>
                <a:lnTo>
                  <a:pt x="822" y="788"/>
                </a:lnTo>
                <a:lnTo>
                  <a:pt x="821" y="789"/>
                </a:lnTo>
                <a:lnTo>
                  <a:pt x="821" y="790"/>
                </a:lnTo>
                <a:lnTo>
                  <a:pt x="821" y="791"/>
                </a:lnTo>
                <a:lnTo>
                  <a:pt x="821" y="792"/>
                </a:lnTo>
                <a:lnTo>
                  <a:pt x="821" y="793"/>
                </a:lnTo>
                <a:lnTo>
                  <a:pt x="822" y="793"/>
                </a:lnTo>
                <a:lnTo>
                  <a:pt x="823" y="794"/>
                </a:lnTo>
                <a:lnTo>
                  <a:pt x="823" y="795"/>
                </a:lnTo>
                <a:lnTo>
                  <a:pt x="822" y="795"/>
                </a:lnTo>
                <a:lnTo>
                  <a:pt x="823" y="796"/>
                </a:lnTo>
                <a:lnTo>
                  <a:pt x="824" y="798"/>
                </a:lnTo>
                <a:lnTo>
                  <a:pt x="823" y="798"/>
                </a:lnTo>
                <a:lnTo>
                  <a:pt x="823" y="799"/>
                </a:lnTo>
                <a:lnTo>
                  <a:pt x="824" y="800"/>
                </a:lnTo>
                <a:lnTo>
                  <a:pt x="826" y="801"/>
                </a:lnTo>
                <a:lnTo>
                  <a:pt x="826" y="802"/>
                </a:lnTo>
                <a:lnTo>
                  <a:pt x="827" y="803"/>
                </a:lnTo>
                <a:lnTo>
                  <a:pt x="827" y="804"/>
                </a:lnTo>
                <a:lnTo>
                  <a:pt x="828" y="805"/>
                </a:lnTo>
                <a:lnTo>
                  <a:pt x="829" y="805"/>
                </a:lnTo>
                <a:lnTo>
                  <a:pt x="828" y="806"/>
                </a:lnTo>
                <a:lnTo>
                  <a:pt x="828" y="807"/>
                </a:lnTo>
                <a:lnTo>
                  <a:pt x="829" y="809"/>
                </a:lnTo>
                <a:lnTo>
                  <a:pt x="830" y="809"/>
                </a:lnTo>
                <a:lnTo>
                  <a:pt x="831" y="810"/>
                </a:lnTo>
                <a:lnTo>
                  <a:pt x="830" y="811"/>
                </a:lnTo>
                <a:lnTo>
                  <a:pt x="831" y="811"/>
                </a:lnTo>
                <a:lnTo>
                  <a:pt x="832" y="811"/>
                </a:lnTo>
                <a:lnTo>
                  <a:pt x="835" y="811"/>
                </a:lnTo>
                <a:lnTo>
                  <a:pt x="837" y="812"/>
                </a:lnTo>
                <a:lnTo>
                  <a:pt x="837" y="813"/>
                </a:lnTo>
                <a:lnTo>
                  <a:pt x="837" y="814"/>
                </a:lnTo>
                <a:lnTo>
                  <a:pt x="836" y="814"/>
                </a:lnTo>
                <a:lnTo>
                  <a:pt x="835" y="815"/>
                </a:lnTo>
                <a:lnTo>
                  <a:pt x="834" y="815"/>
                </a:lnTo>
                <a:lnTo>
                  <a:pt x="834" y="816"/>
                </a:lnTo>
                <a:lnTo>
                  <a:pt x="833" y="817"/>
                </a:lnTo>
                <a:lnTo>
                  <a:pt x="831" y="818"/>
                </a:lnTo>
                <a:lnTo>
                  <a:pt x="830" y="818"/>
                </a:lnTo>
                <a:lnTo>
                  <a:pt x="830" y="819"/>
                </a:lnTo>
                <a:lnTo>
                  <a:pt x="829" y="819"/>
                </a:lnTo>
                <a:lnTo>
                  <a:pt x="830" y="819"/>
                </a:lnTo>
                <a:lnTo>
                  <a:pt x="829" y="819"/>
                </a:lnTo>
                <a:lnTo>
                  <a:pt x="828" y="819"/>
                </a:lnTo>
                <a:lnTo>
                  <a:pt x="828" y="818"/>
                </a:lnTo>
                <a:lnTo>
                  <a:pt x="827" y="817"/>
                </a:lnTo>
                <a:lnTo>
                  <a:pt x="827" y="816"/>
                </a:lnTo>
                <a:lnTo>
                  <a:pt x="826" y="816"/>
                </a:lnTo>
                <a:lnTo>
                  <a:pt x="825" y="815"/>
                </a:lnTo>
                <a:lnTo>
                  <a:pt x="824" y="815"/>
                </a:lnTo>
                <a:lnTo>
                  <a:pt x="822" y="816"/>
                </a:lnTo>
                <a:lnTo>
                  <a:pt x="821" y="817"/>
                </a:lnTo>
                <a:lnTo>
                  <a:pt x="820" y="817"/>
                </a:lnTo>
                <a:lnTo>
                  <a:pt x="819" y="819"/>
                </a:lnTo>
                <a:lnTo>
                  <a:pt x="819" y="820"/>
                </a:lnTo>
                <a:lnTo>
                  <a:pt x="818" y="820"/>
                </a:lnTo>
                <a:lnTo>
                  <a:pt x="818" y="821"/>
                </a:lnTo>
                <a:lnTo>
                  <a:pt x="817" y="822"/>
                </a:lnTo>
                <a:lnTo>
                  <a:pt x="816" y="822"/>
                </a:lnTo>
                <a:lnTo>
                  <a:pt x="816" y="823"/>
                </a:lnTo>
                <a:lnTo>
                  <a:pt x="816" y="822"/>
                </a:lnTo>
                <a:lnTo>
                  <a:pt x="815" y="822"/>
                </a:lnTo>
                <a:lnTo>
                  <a:pt x="814" y="823"/>
                </a:lnTo>
                <a:lnTo>
                  <a:pt x="814" y="824"/>
                </a:lnTo>
                <a:lnTo>
                  <a:pt x="813" y="824"/>
                </a:lnTo>
                <a:lnTo>
                  <a:pt x="813" y="823"/>
                </a:lnTo>
                <a:lnTo>
                  <a:pt x="812" y="823"/>
                </a:lnTo>
                <a:lnTo>
                  <a:pt x="811" y="825"/>
                </a:lnTo>
                <a:lnTo>
                  <a:pt x="811" y="826"/>
                </a:lnTo>
                <a:lnTo>
                  <a:pt x="812" y="828"/>
                </a:lnTo>
                <a:lnTo>
                  <a:pt x="811" y="828"/>
                </a:lnTo>
                <a:lnTo>
                  <a:pt x="811" y="830"/>
                </a:lnTo>
                <a:lnTo>
                  <a:pt x="811" y="831"/>
                </a:lnTo>
                <a:lnTo>
                  <a:pt x="811" y="832"/>
                </a:lnTo>
                <a:lnTo>
                  <a:pt x="811" y="833"/>
                </a:lnTo>
                <a:lnTo>
                  <a:pt x="810" y="834"/>
                </a:lnTo>
                <a:lnTo>
                  <a:pt x="809" y="834"/>
                </a:lnTo>
                <a:lnTo>
                  <a:pt x="809" y="833"/>
                </a:lnTo>
                <a:lnTo>
                  <a:pt x="808" y="832"/>
                </a:lnTo>
                <a:lnTo>
                  <a:pt x="808" y="833"/>
                </a:lnTo>
                <a:lnTo>
                  <a:pt x="807" y="834"/>
                </a:lnTo>
                <a:lnTo>
                  <a:pt x="807" y="833"/>
                </a:lnTo>
                <a:lnTo>
                  <a:pt x="806" y="833"/>
                </a:lnTo>
                <a:lnTo>
                  <a:pt x="806" y="832"/>
                </a:lnTo>
                <a:lnTo>
                  <a:pt x="805" y="832"/>
                </a:lnTo>
                <a:lnTo>
                  <a:pt x="806" y="833"/>
                </a:lnTo>
                <a:lnTo>
                  <a:pt x="806" y="834"/>
                </a:lnTo>
                <a:lnTo>
                  <a:pt x="805" y="835"/>
                </a:lnTo>
                <a:lnTo>
                  <a:pt x="804" y="835"/>
                </a:lnTo>
                <a:lnTo>
                  <a:pt x="802" y="835"/>
                </a:lnTo>
                <a:lnTo>
                  <a:pt x="802" y="834"/>
                </a:lnTo>
                <a:lnTo>
                  <a:pt x="801" y="834"/>
                </a:lnTo>
                <a:lnTo>
                  <a:pt x="800" y="834"/>
                </a:lnTo>
                <a:lnTo>
                  <a:pt x="799" y="834"/>
                </a:lnTo>
                <a:lnTo>
                  <a:pt x="798" y="834"/>
                </a:lnTo>
                <a:lnTo>
                  <a:pt x="797" y="834"/>
                </a:lnTo>
                <a:lnTo>
                  <a:pt x="796" y="833"/>
                </a:lnTo>
                <a:lnTo>
                  <a:pt x="795" y="833"/>
                </a:lnTo>
                <a:lnTo>
                  <a:pt x="794" y="833"/>
                </a:lnTo>
                <a:lnTo>
                  <a:pt x="793" y="833"/>
                </a:lnTo>
                <a:lnTo>
                  <a:pt x="793" y="834"/>
                </a:lnTo>
                <a:lnTo>
                  <a:pt x="791" y="834"/>
                </a:lnTo>
                <a:lnTo>
                  <a:pt x="791" y="833"/>
                </a:lnTo>
                <a:lnTo>
                  <a:pt x="790" y="833"/>
                </a:lnTo>
                <a:lnTo>
                  <a:pt x="789" y="833"/>
                </a:lnTo>
                <a:lnTo>
                  <a:pt x="788" y="833"/>
                </a:lnTo>
                <a:lnTo>
                  <a:pt x="788" y="832"/>
                </a:lnTo>
                <a:lnTo>
                  <a:pt x="787" y="832"/>
                </a:lnTo>
                <a:lnTo>
                  <a:pt x="786" y="832"/>
                </a:lnTo>
                <a:lnTo>
                  <a:pt x="785" y="831"/>
                </a:lnTo>
                <a:lnTo>
                  <a:pt x="784" y="831"/>
                </a:lnTo>
                <a:lnTo>
                  <a:pt x="782" y="833"/>
                </a:lnTo>
                <a:lnTo>
                  <a:pt x="781" y="835"/>
                </a:lnTo>
                <a:lnTo>
                  <a:pt x="780" y="836"/>
                </a:lnTo>
                <a:lnTo>
                  <a:pt x="779" y="836"/>
                </a:lnTo>
                <a:lnTo>
                  <a:pt x="778" y="835"/>
                </a:lnTo>
                <a:lnTo>
                  <a:pt x="778" y="834"/>
                </a:lnTo>
                <a:lnTo>
                  <a:pt x="777" y="834"/>
                </a:lnTo>
                <a:lnTo>
                  <a:pt x="776" y="834"/>
                </a:lnTo>
                <a:lnTo>
                  <a:pt x="775" y="834"/>
                </a:lnTo>
                <a:lnTo>
                  <a:pt x="775" y="833"/>
                </a:lnTo>
                <a:lnTo>
                  <a:pt x="774" y="832"/>
                </a:lnTo>
                <a:lnTo>
                  <a:pt x="774" y="831"/>
                </a:lnTo>
                <a:lnTo>
                  <a:pt x="772" y="831"/>
                </a:lnTo>
                <a:lnTo>
                  <a:pt x="771" y="831"/>
                </a:lnTo>
                <a:lnTo>
                  <a:pt x="771" y="832"/>
                </a:lnTo>
                <a:lnTo>
                  <a:pt x="770" y="832"/>
                </a:lnTo>
                <a:lnTo>
                  <a:pt x="769" y="832"/>
                </a:lnTo>
                <a:lnTo>
                  <a:pt x="767" y="832"/>
                </a:lnTo>
                <a:lnTo>
                  <a:pt x="767" y="831"/>
                </a:lnTo>
                <a:lnTo>
                  <a:pt x="767" y="830"/>
                </a:lnTo>
                <a:lnTo>
                  <a:pt x="766" y="828"/>
                </a:lnTo>
                <a:lnTo>
                  <a:pt x="765" y="829"/>
                </a:lnTo>
                <a:lnTo>
                  <a:pt x="764" y="829"/>
                </a:lnTo>
                <a:lnTo>
                  <a:pt x="763" y="828"/>
                </a:lnTo>
                <a:lnTo>
                  <a:pt x="762" y="828"/>
                </a:lnTo>
                <a:lnTo>
                  <a:pt x="762" y="829"/>
                </a:lnTo>
                <a:lnTo>
                  <a:pt x="761" y="829"/>
                </a:lnTo>
                <a:lnTo>
                  <a:pt x="761" y="828"/>
                </a:lnTo>
                <a:lnTo>
                  <a:pt x="760" y="827"/>
                </a:lnTo>
                <a:lnTo>
                  <a:pt x="759" y="828"/>
                </a:lnTo>
                <a:lnTo>
                  <a:pt x="758" y="828"/>
                </a:lnTo>
                <a:lnTo>
                  <a:pt x="758" y="829"/>
                </a:lnTo>
                <a:lnTo>
                  <a:pt x="758" y="830"/>
                </a:lnTo>
                <a:lnTo>
                  <a:pt x="757" y="831"/>
                </a:lnTo>
                <a:lnTo>
                  <a:pt x="756" y="831"/>
                </a:lnTo>
                <a:lnTo>
                  <a:pt x="755" y="832"/>
                </a:lnTo>
                <a:lnTo>
                  <a:pt x="755" y="833"/>
                </a:lnTo>
                <a:lnTo>
                  <a:pt x="754" y="833"/>
                </a:lnTo>
                <a:lnTo>
                  <a:pt x="753" y="833"/>
                </a:lnTo>
                <a:lnTo>
                  <a:pt x="753" y="834"/>
                </a:lnTo>
                <a:lnTo>
                  <a:pt x="752" y="835"/>
                </a:lnTo>
                <a:lnTo>
                  <a:pt x="752" y="836"/>
                </a:lnTo>
                <a:lnTo>
                  <a:pt x="750" y="837"/>
                </a:lnTo>
                <a:lnTo>
                  <a:pt x="749" y="837"/>
                </a:lnTo>
                <a:lnTo>
                  <a:pt x="749" y="838"/>
                </a:lnTo>
                <a:lnTo>
                  <a:pt x="749" y="839"/>
                </a:lnTo>
                <a:lnTo>
                  <a:pt x="750" y="840"/>
                </a:lnTo>
                <a:lnTo>
                  <a:pt x="750" y="842"/>
                </a:lnTo>
                <a:lnTo>
                  <a:pt x="749" y="842"/>
                </a:lnTo>
                <a:lnTo>
                  <a:pt x="749" y="843"/>
                </a:lnTo>
                <a:lnTo>
                  <a:pt x="749" y="844"/>
                </a:lnTo>
                <a:lnTo>
                  <a:pt x="750" y="844"/>
                </a:lnTo>
                <a:lnTo>
                  <a:pt x="750" y="845"/>
                </a:lnTo>
                <a:lnTo>
                  <a:pt x="750" y="846"/>
                </a:lnTo>
                <a:lnTo>
                  <a:pt x="751" y="847"/>
                </a:lnTo>
                <a:lnTo>
                  <a:pt x="752" y="847"/>
                </a:lnTo>
                <a:lnTo>
                  <a:pt x="753" y="849"/>
                </a:lnTo>
                <a:lnTo>
                  <a:pt x="752" y="850"/>
                </a:lnTo>
                <a:lnTo>
                  <a:pt x="751" y="850"/>
                </a:lnTo>
                <a:lnTo>
                  <a:pt x="751" y="851"/>
                </a:lnTo>
                <a:lnTo>
                  <a:pt x="751" y="852"/>
                </a:lnTo>
                <a:lnTo>
                  <a:pt x="751" y="853"/>
                </a:lnTo>
                <a:lnTo>
                  <a:pt x="752" y="853"/>
                </a:lnTo>
                <a:lnTo>
                  <a:pt x="753" y="853"/>
                </a:lnTo>
                <a:lnTo>
                  <a:pt x="755" y="856"/>
                </a:lnTo>
                <a:lnTo>
                  <a:pt x="756" y="856"/>
                </a:lnTo>
                <a:lnTo>
                  <a:pt x="755" y="857"/>
                </a:lnTo>
                <a:lnTo>
                  <a:pt x="756" y="857"/>
                </a:lnTo>
                <a:lnTo>
                  <a:pt x="758" y="858"/>
                </a:lnTo>
                <a:lnTo>
                  <a:pt x="758" y="857"/>
                </a:lnTo>
                <a:lnTo>
                  <a:pt x="759" y="857"/>
                </a:lnTo>
                <a:lnTo>
                  <a:pt x="759" y="858"/>
                </a:lnTo>
                <a:lnTo>
                  <a:pt x="760" y="858"/>
                </a:lnTo>
                <a:lnTo>
                  <a:pt x="761" y="859"/>
                </a:lnTo>
                <a:lnTo>
                  <a:pt x="760" y="860"/>
                </a:lnTo>
                <a:lnTo>
                  <a:pt x="759" y="860"/>
                </a:lnTo>
                <a:lnTo>
                  <a:pt x="758" y="860"/>
                </a:lnTo>
                <a:lnTo>
                  <a:pt x="758" y="861"/>
                </a:lnTo>
                <a:lnTo>
                  <a:pt x="757" y="862"/>
                </a:lnTo>
                <a:lnTo>
                  <a:pt x="757" y="863"/>
                </a:lnTo>
                <a:lnTo>
                  <a:pt x="756" y="864"/>
                </a:lnTo>
                <a:lnTo>
                  <a:pt x="756" y="865"/>
                </a:lnTo>
                <a:lnTo>
                  <a:pt x="755" y="865"/>
                </a:lnTo>
                <a:lnTo>
                  <a:pt x="754" y="865"/>
                </a:lnTo>
                <a:lnTo>
                  <a:pt x="753" y="866"/>
                </a:lnTo>
                <a:lnTo>
                  <a:pt x="751" y="868"/>
                </a:lnTo>
                <a:lnTo>
                  <a:pt x="750" y="868"/>
                </a:lnTo>
                <a:lnTo>
                  <a:pt x="749" y="868"/>
                </a:lnTo>
                <a:lnTo>
                  <a:pt x="748" y="869"/>
                </a:lnTo>
                <a:lnTo>
                  <a:pt x="747" y="869"/>
                </a:lnTo>
                <a:lnTo>
                  <a:pt x="747" y="870"/>
                </a:lnTo>
                <a:lnTo>
                  <a:pt x="747" y="871"/>
                </a:lnTo>
                <a:lnTo>
                  <a:pt x="747" y="872"/>
                </a:lnTo>
                <a:lnTo>
                  <a:pt x="748" y="872"/>
                </a:lnTo>
                <a:lnTo>
                  <a:pt x="748" y="871"/>
                </a:lnTo>
                <a:lnTo>
                  <a:pt x="749" y="871"/>
                </a:lnTo>
                <a:lnTo>
                  <a:pt x="749" y="872"/>
                </a:lnTo>
                <a:lnTo>
                  <a:pt x="749" y="874"/>
                </a:lnTo>
                <a:lnTo>
                  <a:pt x="751" y="874"/>
                </a:lnTo>
                <a:lnTo>
                  <a:pt x="752" y="874"/>
                </a:lnTo>
                <a:lnTo>
                  <a:pt x="754" y="875"/>
                </a:lnTo>
                <a:lnTo>
                  <a:pt x="754" y="873"/>
                </a:lnTo>
                <a:lnTo>
                  <a:pt x="755" y="872"/>
                </a:lnTo>
                <a:lnTo>
                  <a:pt x="755" y="871"/>
                </a:lnTo>
                <a:lnTo>
                  <a:pt x="757" y="872"/>
                </a:lnTo>
                <a:lnTo>
                  <a:pt x="757" y="874"/>
                </a:lnTo>
                <a:lnTo>
                  <a:pt x="756" y="875"/>
                </a:lnTo>
                <a:lnTo>
                  <a:pt x="754" y="876"/>
                </a:lnTo>
                <a:lnTo>
                  <a:pt x="753" y="876"/>
                </a:lnTo>
                <a:lnTo>
                  <a:pt x="752" y="875"/>
                </a:lnTo>
                <a:lnTo>
                  <a:pt x="751" y="875"/>
                </a:lnTo>
                <a:lnTo>
                  <a:pt x="750" y="876"/>
                </a:lnTo>
                <a:lnTo>
                  <a:pt x="750" y="878"/>
                </a:lnTo>
                <a:lnTo>
                  <a:pt x="752" y="877"/>
                </a:lnTo>
                <a:lnTo>
                  <a:pt x="752" y="878"/>
                </a:lnTo>
                <a:lnTo>
                  <a:pt x="752" y="879"/>
                </a:lnTo>
                <a:lnTo>
                  <a:pt x="751" y="879"/>
                </a:lnTo>
                <a:lnTo>
                  <a:pt x="751" y="880"/>
                </a:lnTo>
                <a:lnTo>
                  <a:pt x="752" y="880"/>
                </a:lnTo>
                <a:lnTo>
                  <a:pt x="752" y="881"/>
                </a:lnTo>
                <a:lnTo>
                  <a:pt x="752" y="882"/>
                </a:lnTo>
                <a:lnTo>
                  <a:pt x="753" y="882"/>
                </a:lnTo>
                <a:lnTo>
                  <a:pt x="753" y="881"/>
                </a:lnTo>
                <a:lnTo>
                  <a:pt x="754" y="881"/>
                </a:lnTo>
                <a:lnTo>
                  <a:pt x="755" y="881"/>
                </a:lnTo>
                <a:lnTo>
                  <a:pt x="755" y="882"/>
                </a:lnTo>
                <a:lnTo>
                  <a:pt x="755" y="883"/>
                </a:lnTo>
                <a:lnTo>
                  <a:pt x="756" y="884"/>
                </a:lnTo>
                <a:lnTo>
                  <a:pt x="756" y="885"/>
                </a:lnTo>
                <a:lnTo>
                  <a:pt x="757" y="886"/>
                </a:lnTo>
                <a:lnTo>
                  <a:pt x="757" y="887"/>
                </a:lnTo>
                <a:lnTo>
                  <a:pt x="758" y="888"/>
                </a:lnTo>
                <a:lnTo>
                  <a:pt x="758" y="889"/>
                </a:lnTo>
                <a:lnTo>
                  <a:pt x="758" y="890"/>
                </a:lnTo>
                <a:lnTo>
                  <a:pt x="758" y="892"/>
                </a:lnTo>
                <a:lnTo>
                  <a:pt x="758" y="893"/>
                </a:lnTo>
                <a:lnTo>
                  <a:pt x="758" y="894"/>
                </a:lnTo>
                <a:lnTo>
                  <a:pt x="759" y="895"/>
                </a:lnTo>
                <a:lnTo>
                  <a:pt x="760" y="895"/>
                </a:lnTo>
                <a:lnTo>
                  <a:pt x="760" y="896"/>
                </a:lnTo>
                <a:lnTo>
                  <a:pt x="761" y="896"/>
                </a:lnTo>
                <a:lnTo>
                  <a:pt x="760" y="897"/>
                </a:lnTo>
                <a:lnTo>
                  <a:pt x="760" y="898"/>
                </a:lnTo>
                <a:lnTo>
                  <a:pt x="760" y="899"/>
                </a:lnTo>
                <a:lnTo>
                  <a:pt x="760" y="900"/>
                </a:lnTo>
                <a:lnTo>
                  <a:pt x="760" y="901"/>
                </a:lnTo>
                <a:lnTo>
                  <a:pt x="760" y="902"/>
                </a:lnTo>
                <a:lnTo>
                  <a:pt x="760" y="903"/>
                </a:lnTo>
                <a:lnTo>
                  <a:pt x="761" y="904"/>
                </a:lnTo>
                <a:lnTo>
                  <a:pt x="761" y="905"/>
                </a:lnTo>
                <a:lnTo>
                  <a:pt x="761" y="906"/>
                </a:lnTo>
                <a:lnTo>
                  <a:pt x="761" y="907"/>
                </a:lnTo>
                <a:lnTo>
                  <a:pt x="761" y="908"/>
                </a:lnTo>
                <a:lnTo>
                  <a:pt x="761" y="910"/>
                </a:lnTo>
                <a:lnTo>
                  <a:pt x="761" y="911"/>
                </a:lnTo>
                <a:lnTo>
                  <a:pt x="761" y="912"/>
                </a:lnTo>
                <a:lnTo>
                  <a:pt x="762" y="913"/>
                </a:lnTo>
                <a:lnTo>
                  <a:pt x="762" y="915"/>
                </a:lnTo>
                <a:lnTo>
                  <a:pt x="761" y="915"/>
                </a:lnTo>
                <a:lnTo>
                  <a:pt x="760" y="914"/>
                </a:lnTo>
                <a:lnTo>
                  <a:pt x="759" y="914"/>
                </a:lnTo>
                <a:lnTo>
                  <a:pt x="759" y="913"/>
                </a:lnTo>
                <a:lnTo>
                  <a:pt x="758" y="913"/>
                </a:lnTo>
                <a:lnTo>
                  <a:pt x="757" y="914"/>
                </a:lnTo>
                <a:lnTo>
                  <a:pt x="757" y="915"/>
                </a:lnTo>
                <a:lnTo>
                  <a:pt x="755" y="915"/>
                </a:lnTo>
                <a:lnTo>
                  <a:pt x="754" y="915"/>
                </a:lnTo>
                <a:lnTo>
                  <a:pt x="753" y="916"/>
                </a:lnTo>
                <a:lnTo>
                  <a:pt x="753" y="917"/>
                </a:lnTo>
                <a:lnTo>
                  <a:pt x="753" y="918"/>
                </a:lnTo>
                <a:lnTo>
                  <a:pt x="754" y="919"/>
                </a:lnTo>
                <a:lnTo>
                  <a:pt x="754" y="921"/>
                </a:lnTo>
                <a:lnTo>
                  <a:pt x="754" y="923"/>
                </a:lnTo>
                <a:lnTo>
                  <a:pt x="754" y="924"/>
                </a:lnTo>
                <a:lnTo>
                  <a:pt x="754" y="925"/>
                </a:lnTo>
                <a:lnTo>
                  <a:pt x="753" y="926"/>
                </a:lnTo>
                <a:lnTo>
                  <a:pt x="752" y="927"/>
                </a:lnTo>
                <a:lnTo>
                  <a:pt x="752" y="928"/>
                </a:lnTo>
                <a:lnTo>
                  <a:pt x="751" y="929"/>
                </a:lnTo>
                <a:lnTo>
                  <a:pt x="750" y="929"/>
                </a:lnTo>
                <a:lnTo>
                  <a:pt x="749" y="930"/>
                </a:lnTo>
                <a:lnTo>
                  <a:pt x="749" y="931"/>
                </a:lnTo>
                <a:lnTo>
                  <a:pt x="747" y="933"/>
                </a:lnTo>
                <a:lnTo>
                  <a:pt x="747" y="934"/>
                </a:lnTo>
                <a:lnTo>
                  <a:pt x="746" y="934"/>
                </a:lnTo>
                <a:lnTo>
                  <a:pt x="746" y="935"/>
                </a:lnTo>
                <a:lnTo>
                  <a:pt x="746" y="936"/>
                </a:lnTo>
                <a:lnTo>
                  <a:pt x="745" y="936"/>
                </a:lnTo>
                <a:lnTo>
                  <a:pt x="745" y="937"/>
                </a:lnTo>
                <a:lnTo>
                  <a:pt x="744" y="937"/>
                </a:lnTo>
                <a:lnTo>
                  <a:pt x="744" y="936"/>
                </a:lnTo>
                <a:lnTo>
                  <a:pt x="742" y="935"/>
                </a:lnTo>
                <a:lnTo>
                  <a:pt x="742" y="936"/>
                </a:lnTo>
                <a:lnTo>
                  <a:pt x="741" y="936"/>
                </a:lnTo>
                <a:lnTo>
                  <a:pt x="740" y="937"/>
                </a:lnTo>
                <a:lnTo>
                  <a:pt x="740" y="938"/>
                </a:lnTo>
                <a:lnTo>
                  <a:pt x="741" y="939"/>
                </a:lnTo>
                <a:lnTo>
                  <a:pt x="741" y="940"/>
                </a:lnTo>
                <a:lnTo>
                  <a:pt x="742" y="940"/>
                </a:lnTo>
                <a:lnTo>
                  <a:pt x="742" y="941"/>
                </a:lnTo>
                <a:lnTo>
                  <a:pt x="742" y="942"/>
                </a:lnTo>
                <a:lnTo>
                  <a:pt x="740" y="942"/>
                </a:lnTo>
                <a:lnTo>
                  <a:pt x="739" y="942"/>
                </a:lnTo>
                <a:lnTo>
                  <a:pt x="739" y="943"/>
                </a:lnTo>
                <a:lnTo>
                  <a:pt x="738" y="944"/>
                </a:lnTo>
                <a:lnTo>
                  <a:pt x="739" y="944"/>
                </a:lnTo>
                <a:lnTo>
                  <a:pt x="739" y="946"/>
                </a:lnTo>
                <a:lnTo>
                  <a:pt x="739" y="947"/>
                </a:lnTo>
                <a:lnTo>
                  <a:pt x="739" y="948"/>
                </a:lnTo>
                <a:lnTo>
                  <a:pt x="739" y="949"/>
                </a:lnTo>
                <a:lnTo>
                  <a:pt x="740" y="950"/>
                </a:lnTo>
                <a:lnTo>
                  <a:pt x="741" y="951"/>
                </a:lnTo>
                <a:lnTo>
                  <a:pt x="741" y="952"/>
                </a:lnTo>
                <a:lnTo>
                  <a:pt x="741" y="953"/>
                </a:lnTo>
                <a:lnTo>
                  <a:pt x="742" y="954"/>
                </a:lnTo>
                <a:lnTo>
                  <a:pt x="742" y="955"/>
                </a:lnTo>
                <a:lnTo>
                  <a:pt x="742" y="956"/>
                </a:lnTo>
                <a:lnTo>
                  <a:pt x="742" y="957"/>
                </a:lnTo>
                <a:lnTo>
                  <a:pt x="741" y="958"/>
                </a:lnTo>
                <a:lnTo>
                  <a:pt x="742" y="958"/>
                </a:lnTo>
                <a:lnTo>
                  <a:pt x="741" y="959"/>
                </a:lnTo>
                <a:lnTo>
                  <a:pt x="740" y="960"/>
                </a:lnTo>
                <a:lnTo>
                  <a:pt x="739" y="961"/>
                </a:lnTo>
                <a:lnTo>
                  <a:pt x="739" y="962"/>
                </a:lnTo>
                <a:lnTo>
                  <a:pt x="739" y="961"/>
                </a:lnTo>
                <a:lnTo>
                  <a:pt x="739" y="962"/>
                </a:lnTo>
                <a:lnTo>
                  <a:pt x="738" y="962"/>
                </a:lnTo>
                <a:lnTo>
                  <a:pt x="738" y="964"/>
                </a:lnTo>
                <a:lnTo>
                  <a:pt x="738" y="965"/>
                </a:lnTo>
                <a:lnTo>
                  <a:pt x="737" y="966"/>
                </a:lnTo>
                <a:lnTo>
                  <a:pt x="736" y="966"/>
                </a:lnTo>
                <a:lnTo>
                  <a:pt x="735" y="966"/>
                </a:lnTo>
                <a:lnTo>
                  <a:pt x="734" y="968"/>
                </a:lnTo>
                <a:lnTo>
                  <a:pt x="733" y="968"/>
                </a:lnTo>
                <a:lnTo>
                  <a:pt x="734" y="968"/>
                </a:lnTo>
                <a:lnTo>
                  <a:pt x="734" y="969"/>
                </a:lnTo>
                <a:lnTo>
                  <a:pt x="733" y="969"/>
                </a:lnTo>
                <a:lnTo>
                  <a:pt x="733" y="970"/>
                </a:lnTo>
                <a:lnTo>
                  <a:pt x="732" y="970"/>
                </a:lnTo>
                <a:lnTo>
                  <a:pt x="732" y="971"/>
                </a:lnTo>
                <a:lnTo>
                  <a:pt x="732" y="972"/>
                </a:lnTo>
                <a:lnTo>
                  <a:pt x="731" y="973"/>
                </a:lnTo>
                <a:lnTo>
                  <a:pt x="731" y="974"/>
                </a:lnTo>
                <a:lnTo>
                  <a:pt x="731" y="975"/>
                </a:lnTo>
                <a:lnTo>
                  <a:pt x="730" y="975"/>
                </a:lnTo>
                <a:lnTo>
                  <a:pt x="730" y="976"/>
                </a:lnTo>
                <a:lnTo>
                  <a:pt x="729" y="978"/>
                </a:lnTo>
                <a:lnTo>
                  <a:pt x="728" y="978"/>
                </a:lnTo>
                <a:lnTo>
                  <a:pt x="728" y="979"/>
                </a:lnTo>
                <a:lnTo>
                  <a:pt x="728" y="980"/>
                </a:lnTo>
                <a:lnTo>
                  <a:pt x="727" y="981"/>
                </a:lnTo>
                <a:lnTo>
                  <a:pt x="726" y="981"/>
                </a:lnTo>
                <a:lnTo>
                  <a:pt x="725" y="981"/>
                </a:lnTo>
                <a:lnTo>
                  <a:pt x="725" y="980"/>
                </a:lnTo>
                <a:lnTo>
                  <a:pt x="724" y="979"/>
                </a:lnTo>
                <a:lnTo>
                  <a:pt x="723" y="979"/>
                </a:lnTo>
                <a:lnTo>
                  <a:pt x="722" y="979"/>
                </a:lnTo>
                <a:lnTo>
                  <a:pt x="721" y="979"/>
                </a:lnTo>
                <a:lnTo>
                  <a:pt x="721" y="980"/>
                </a:lnTo>
                <a:lnTo>
                  <a:pt x="720" y="980"/>
                </a:lnTo>
                <a:lnTo>
                  <a:pt x="720" y="981"/>
                </a:lnTo>
                <a:lnTo>
                  <a:pt x="719" y="981"/>
                </a:lnTo>
                <a:lnTo>
                  <a:pt x="718" y="981"/>
                </a:lnTo>
                <a:lnTo>
                  <a:pt x="717" y="982"/>
                </a:lnTo>
                <a:lnTo>
                  <a:pt x="716" y="982"/>
                </a:lnTo>
                <a:lnTo>
                  <a:pt x="715" y="983"/>
                </a:lnTo>
                <a:lnTo>
                  <a:pt x="714" y="984"/>
                </a:lnTo>
                <a:lnTo>
                  <a:pt x="714" y="985"/>
                </a:lnTo>
                <a:lnTo>
                  <a:pt x="713" y="986"/>
                </a:lnTo>
                <a:lnTo>
                  <a:pt x="713" y="987"/>
                </a:lnTo>
                <a:lnTo>
                  <a:pt x="713" y="988"/>
                </a:lnTo>
                <a:lnTo>
                  <a:pt x="712" y="989"/>
                </a:lnTo>
                <a:lnTo>
                  <a:pt x="711" y="989"/>
                </a:lnTo>
                <a:lnTo>
                  <a:pt x="710" y="991"/>
                </a:lnTo>
                <a:lnTo>
                  <a:pt x="709" y="993"/>
                </a:lnTo>
                <a:lnTo>
                  <a:pt x="709" y="994"/>
                </a:lnTo>
                <a:lnTo>
                  <a:pt x="707" y="995"/>
                </a:lnTo>
                <a:lnTo>
                  <a:pt x="705" y="996"/>
                </a:lnTo>
                <a:lnTo>
                  <a:pt x="705" y="997"/>
                </a:lnTo>
                <a:lnTo>
                  <a:pt x="704" y="997"/>
                </a:lnTo>
                <a:lnTo>
                  <a:pt x="703" y="998"/>
                </a:lnTo>
                <a:lnTo>
                  <a:pt x="703" y="999"/>
                </a:lnTo>
                <a:lnTo>
                  <a:pt x="704" y="999"/>
                </a:lnTo>
                <a:lnTo>
                  <a:pt x="704" y="1001"/>
                </a:lnTo>
                <a:lnTo>
                  <a:pt x="703" y="1001"/>
                </a:lnTo>
                <a:lnTo>
                  <a:pt x="703" y="1002"/>
                </a:lnTo>
                <a:lnTo>
                  <a:pt x="703" y="1003"/>
                </a:lnTo>
                <a:lnTo>
                  <a:pt x="704" y="1004"/>
                </a:lnTo>
                <a:lnTo>
                  <a:pt x="704" y="1005"/>
                </a:lnTo>
                <a:lnTo>
                  <a:pt x="704" y="1006"/>
                </a:lnTo>
                <a:lnTo>
                  <a:pt x="704" y="1008"/>
                </a:lnTo>
                <a:lnTo>
                  <a:pt x="704" y="1009"/>
                </a:lnTo>
                <a:lnTo>
                  <a:pt x="704" y="1010"/>
                </a:lnTo>
                <a:lnTo>
                  <a:pt x="703" y="1010"/>
                </a:lnTo>
                <a:lnTo>
                  <a:pt x="702" y="1011"/>
                </a:lnTo>
                <a:lnTo>
                  <a:pt x="702" y="1012"/>
                </a:lnTo>
                <a:lnTo>
                  <a:pt x="701" y="1012"/>
                </a:lnTo>
                <a:lnTo>
                  <a:pt x="700" y="1011"/>
                </a:lnTo>
                <a:lnTo>
                  <a:pt x="699" y="1011"/>
                </a:lnTo>
                <a:lnTo>
                  <a:pt x="698" y="1011"/>
                </a:lnTo>
                <a:lnTo>
                  <a:pt x="698" y="1012"/>
                </a:lnTo>
                <a:lnTo>
                  <a:pt x="698" y="1013"/>
                </a:lnTo>
                <a:lnTo>
                  <a:pt x="697" y="1013"/>
                </a:lnTo>
                <a:lnTo>
                  <a:pt x="697" y="1012"/>
                </a:lnTo>
                <a:lnTo>
                  <a:pt x="696" y="1012"/>
                </a:lnTo>
                <a:lnTo>
                  <a:pt x="695" y="1012"/>
                </a:lnTo>
                <a:lnTo>
                  <a:pt x="695" y="1011"/>
                </a:lnTo>
                <a:lnTo>
                  <a:pt x="694" y="1012"/>
                </a:lnTo>
                <a:lnTo>
                  <a:pt x="694" y="1013"/>
                </a:lnTo>
                <a:lnTo>
                  <a:pt x="694" y="1014"/>
                </a:lnTo>
                <a:lnTo>
                  <a:pt x="693" y="1015"/>
                </a:lnTo>
                <a:lnTo>
                  <a:pt x="693" y="1014"/>
                </a:lnTo>
                <a:lnTo>
                  <a:pt x="690" y="1013"/>
                </a:lnTo>
                <a:lnTo>
                  <a:pt x="689" y="1013"/>
                </a:lnTo>
                <a:lnTo>
                  <a:pt x="689" y="1014"/>
                </a:lnTo>
                <a:lnTo>
                  <a:pt x="688" y="1014"/>
                </a:lnTo>
                <a:lnTo>
                  <a:pt x="687" y="1014"/>
                </a:lnTo>
                <a:lnTo>
                  <a:pt x="686" y="1014"/>
                </a:lnTo>
                <a:lnTo>
                  <a:pt x="685" y="1014"/>
                </a:lnTo>
                <a:lnTo>
                  <a:pt x="685" y="1015"/>
                </a:lnTo>
                <a:lnTo>
                  <a:pt x="685" y="1016"/>
                </a:lnTo>
                <a:lnTo>
                  <a:pt x="684" y="1016"/>
                </a:lnTo>
                <a:lnTo>
                  <a:pt x="683" y="1017"/>
                </a:lnTo>
                <a:lnTo>
                  <a:pt x="683" y="1018"/>
                </a:lnTo>
                <a:lnTo>
                  <a:pt x="682" y="1019"/>
                </a:lnTo>
                <a:lnTo>
                  <a:pt x="682" y="1020"/>
                </a:lnTo>
                <a:lnTo>
                  <a:pt x="682" y="1021"/>
                </a:lnTo>
                <a:lnTo>
                  <a:pt x="681" y="1021"/>
                </a:lnTo>
                <a:lnTo>
                  <a:pt x="680" y="1021"/>
                </a:lnTo>
                <a:lnTo>
                  <a:pt x="680" y="1022"/>
                </a:lnTo>
                <a:lnTo>
                  <a:pt x="679" y="1022"/>
                </a:lnTo>
                <a:lnTo>
                  <a:pt x="679" y="1021"/>
                </a:lnTo>
                <a:lnTo>
                  <a:pt x="678" y="1021"/>
                </a:lnTo>
                <a:lnTo>
                  <a:pt x="677" y="1021"/>
                </a:lnTo>
                <a:lnTo>
                  <a:pt x="676" y="1019"/>
                </a:lnTo>
                <a:lnTo>
                  <a:pt x="676" y="1018"/>
                </a:lnTo>
                <a:lnTo>
                  <a:pt x="675" y="1018"/>
                </a:lnTo>
                <a:lnTo>
                  <a:pt x="674" y="1018"/>
                </a:lnTo>
                <a:lnTo>
                  <a:pt x="674" y="1019"/>
                </a:lnTo>
                <a:lnTo>
                  <a:pt x="673" y="1018"/>
                </a:lnTo>
                <a:lnTo>
                  <a:pt x="672" y="1019"/>
                </a:lnTo>
                <a:lnTo>
                  <a:pt x="672" y="1022"/>
                </a:lnTo>
                <a:lnTo>
                  <a:pt x="673" y="1022"/>
                </a:lnTo>
                <a:lnTo>
                  <a:pt x="673" y="1024"/>
                </a:lnTo>
                <a:lnTo>
                  <a:pt x="674" y="1024"/>
                </a:lnTo>
                <a:lnTo>
                  <a:pt x="674" y="1025"/>
                </a:lnTo>
                <a:lnTo>
                  <a:pt x="674" y="1026"/>
                </a:lnTo>
                <a:lnTo>
                  <a:pt x="674" y="1027"/>
                </a:lnTo>
                <a:lnTo>
                  <a:pt x="675" y="1028"/>
                </a:lnTo>
                <a:lnTo>
                  <a:pt x="675" y="1029"/>
                </a:lnTo>
                <a:lnTo>
                  <a:pt x="675" y="1030"/>
                </a:lnTo>
                <a:lnTo>
                  <a:pt x="675" y="1031"/>
                </a:lnTo>
                <a:lnTo>
                  <a:pt x="675" y="1033"/>
                </a:lnTo>
                <a:lnTo>
                  <a:pt x="675" y="1034"/>
                </a:lnTo>
                <a:lnTo>
                  <a:pt x="674" y="1034"/>
                </a:lnTo>
                <a:lnTo>
                  <a:pt x="673" y="1035"/>
                </a:lnTo>
                <a:lnTo>
                  <a:pt x="672" y="1035"/>
                </a:lnTo>
                <a:lnTo>
                  <a:pt x="671" y="1035"/>
                </a:lnTo>
                <a:lnTo>
                  <a:pt x="671" y="1034"/>
                </a:lnTo>
                <a:lnTo>
                  <a:pt x="670" y="1033"/>
                </a:lnTo>
                <a:lnTo>
                  <a:pt x="670" y="1034"/>
                </a:lnTo>
                <a:lnTo>
                  <a:pt x="669" y="1034"/>
                </a:lnTo>
                <a:lnTo>
                  <a:pt x="667" y="1033"/>
                </a:lnTo>
                <a:lnTo>
                  <a:pt x="666" y="1034"/>
                </a:lnTo>
                <a:lnTo>
                  <a:pt x="663" y="1033"/>
                </a:lnTo>
                <a:lnTo>
                  <a:pt x="663" y="1034"/>
                </a:lnTo>
                <a:lnTo>
                  <a:pt x="662" y="1035"/>
                </a:lnTo>
                <a:lnTo>
                  <a:pt x="661" y="1035"/>
                </a:lnTo>
                <a:lnTo>
                  <a:pt x="660" y="1035"/>
                </a:lnTo>
                <a:lnTo>
                  <a:pt x="659" y="1035"/>
                </a:lnTo>
                <a:lnTo>
                  <a:pt x="659" y="1036"/>
                </a:lnTo>
                <a:lnTo>
                  <a:pt x="658" y="1037"/>
                </a:lnTo>
                <a:lnTo>
                  <a:pt x="658" y="1038"/>
                </a:lnTo>
                <a:lnTo>
                  <a:pt x="657" y="1041"/>
                </a:lnTo>
                <a:lnTo>
                  <a:pt x="657" y="1042"/>
                </a:lnTo>
                <a:lnTo>
                  <a:pt x="657" y="1043"/>
                </a:lnTo>
                <a:lnTo>
                  <a:pt x="656" y="1043"/>
                </a:lnTo>
                <a:lnTo>
                  <a:pt x="655" y="1043"/>
                </a:lnTo>
                <a:lnTo>
                  <a:pt x="655" y="1042"/>
                </a:lnTo>
                <a:lnTo>
                  <a:pt x="654" y="1041"/>
                </a:lnTo>
                <a:lnTo>
                  <a:pt x="653" y="1041"/>
                </a:lnTo>
                <a:lnTo>
                  <a:pt x="652" y="1041"/>
                </a:lnTo>
                <a:lnTo>
                  <a:pt x="651" y="1041"/>
                </a:lnTo>
                <a:lnTo>
                  <a:pt x="650" y="1041"/>
                </a:lnTo>
                <a:lnTo>
                  <a:pt x="649" y="1041"/>
                </a:lnTo>
                <a:lnTo>
                  <a:pt x="648" y="1040"/>
                </a:lnTo>
                <a:lnTo>
                  <a:pt x="647" y="1040"/>
                </a:lnTo>
                <a:lnTo>
                  <a:pt x="645" y="1040"/>
                </a:lnTo>
                <a:lnTo>
                  <a:pt x="645" y="1038"/>
                </a:lnTo>
                <a:lnTo>
                  <a:pt x="643" y="1036"/>
                </a:lnTo>
                <a:lnTo>
                  <a:pt x="643" y="1035"/>
                </a:lnTo>
                <a:lnTo>
                  <a:pt x="642" y="1034"/>
                </a:lnTo>
                <a:lnTo>
                  <a:pt x="643" y="1034"/>
                </a:lnTo>
                <a:lnTo>
                  <a:pt x="644" y="1034"/>
                </a:lnTo>
                <a:lnTo>
                  <a:pt x="644" y="1033"/>
                </a:lnTo>
                <a:lnTo>
                  <a:pt x="643" y="1032"/>
                </a:lnTo>
                <a:lnTo>
                  <a:pt x="643" y="1031"/>
                </a:lnTo>
                <a:lnTo>
                  <a:pt x="643" y="1030"/>
                </a:lnTo>
                <a:lnTo>
                  <a:pt x="643" y="1029"/>
                </a:lnTo>
                <a:lnTo>
                  <a:pt x="642" y="1029"/>
                </a:lnTo>
                <a:lnTo>
                  <a:pt x="641" y="1029"/>
                </a:lnTo>
                <a:lnTo>
                  <a:pt x="641" y="1028"/>
                </a:lnTo>
                <a:lnTo>
                  <a:pt x="641" y="1027"/>
                </a:lnTo>
                <a:lnTo>
                  <a:pt x="641" y="1026"/>
                </a:lnTo>
                <a:lnTo>
                  <a:pt x="642" y="1026"/>
                </a:lnTo>
                <a:lnTo>
                  <a:pt x="642" y="1025"/>
                </a:lnTo>
                <a:lnTo>
                  <a:pt x="643" y="1024"/>
                </a:lnTo>
                <a:lnTo>
                  <a:pt x="643" y="1023"/>
                </a:lnTo>
                <a:lnTo>
                  <a:pt x="642" y="1022"/>
                </a:lnTo>
                <a:lnTo>
                  <a:pt x="642" y="1021"/>
                </a:lnTo>
                <a:lnTo>
                  <a:pt x="640" y="1019"/>
                </a:lnTo>
                <a:lnTo>
                  <a:pt x="640" y="1020"/>
                </a:lnTo>
                <a:lnTo>
                  <a:pt x="639" y="1019"/>
                </a:lnTo>
                <a:lnTo>
                  <a:pt x="638" y="1018"/>
                </a:lnTo>
                <a:lnTo>
                  <a:pt x="637" y="1018"/>
                </a:lnTo>
                <a:lnTo>
                  <a:pt x="636" y="1018"/>
                </a:lnTo>
                <a:lnTo>
                  <a:pt x="636" y="1017"/>
                </a:lnTo>
                <a:lnTo>
                  <a:pt x="636" y="1016"/>
                </a:lnTo>
                <a:lnTo>
                  <a:pt x="635" y="1015"/>
                </a:lnTo>
                <a:lnTo>
                  <a:pt x="633" y="1015"/>
                </a:lnTo>
                <a:lnTo>
                  <a:pt x="632" y="1016"/>
                </a:lnTo>
                <a:lnTo>
                  <a:pt x="631" y="1016"/>
                </a:lnTo>
                <a:lnTo>
                  <a:pt x="631" y="1015"/>
                </a:lnTo>
                <a:lnTo>
                  <a:pt x="630" y="1015"/>
                </a:lnTo>
                <a:lnTo>
                  <a:pt x="629" y="1015"/>
                </a:lnTo>
                <a:lnTo>
                  <a:pt x="628" y="1016"/>
                </a:lnTo>
                <a:lnTo>
                  <a:pt x="626" y="1016"/>
                </a:lnTo>
                <a:lnTo>
                  <a:pt x="624" y="1014"/>
                </a:lnTo>
                <a:lnTo>
                  <a:pt x="624" y="1013"/>
                </a:lnTo>
                <a:lnTo>
                  <a:pt x="624" y="1012"/>
                </a:lnTo>
                <a:lnTo>
                  <a:pt x="623" y="1012"/>
                </a:lnTo>
                <a:lnTo>
                  <a:pt x="623" y="1011"/>
                </a:lnTo>
                <a:lnTo>
                  <a:pt x="622" y="1011"/>
                </a:lnTo>
                <a:lnTo>
                  <a:pt x="621" y="1010"/>
                </a:lnTo>
                <a:lnTo>
                  <a:pt x="620" y="1009"/>
                </a:lnTo>
                <a:lnTo>
                  <a:pt x="618" y="1009"/>
                </a:lnTo>
                <a:lnTo>
                  <a:pt x="617" y="1009"/>
                </a:lnTo>
                <a:lnTo>
                  <a:pt x="616" y="1010"/>
                </a:lnTo>
                <a:lnTo>
                  <a:pt x="615" y="1009"/>
                </a:lnTo>
                <a:lnTo>
                  <a:pt x="615" y="1010"/>
                </a:lnTo>
                <a:lnTo>
                  <a:pt x="614" y="1011"/>
                </a:lnTo>
                <a:lnTo>
                  <a:pt x="614" y="1012"/>
                </a:lnTo>
                <a:lnTo>
                  <a:pt x="613" y="1013"/>
                </a:lnTo>
                <a:lnTo>
                  <a:pt x="612" y="1013"/>
                </a:lnTo>
                <a:lnTo>
                  <a:pt x="612" y="1012"/>
                </a:lnTo>
                <a:lnTo>
                  <a:pt x="611" y="1012"/>
                </a:lnTo>
                <a:lnTo>
                  <a:pt x="608" y="1012"/>
                </a:lnTo>
                <a:lnTo>
                  <a:pt x="607" y="1013"/>
                </a:lnTo>
                <a:lnTo>
                  <a:pt x="607" y="1014"/>
                </a:lnTo>
                <a:lnTo>
                  <a:pt x="606" y="1015"/>
                </a:lnTo>
                <a:lnTo>
                  <a:pt x="606" y="1016"/>
                </a:lnTo>
                <a:lnTo>
                  <a:pt x="604" y="1015"/>
                </a:lnTo>
                <a:lnTo>
                  <a:pt x="602" y="1015"/>
                </a:lnTo>
                <a:lnTo>
                  <a:pt x="601" y="1015"/>
                </a:lnTo>
                <a:lnTo>
                  <a:pt x="601" y="1016"/>
                </a:lnTo>
                <a:lnTo>
                  <a:pt x="600" y="1017"/>
                </a:lnTo>
                <a:lnTo>
                  <a:pt x="599" y="1017"/>
                </a:lnTo>
                <a:lnTo>
                  <a:pt x="598" y="1018"/>
                </a:lnTo>
                <a:lnTo>
                  <a:pt x="596" y="1018"/>
                </a:lnTo>
                <a:lnTo>
                  <a:pt x="596" y="1019"/>
                </a:lnTo>
                <a:lnTo>
                  <a:pt x="595" y="1019"/>
                </a:lnTo>
                <a:lnTo>
                  <a:pt x="594" y="1018"/>
                </a:lnTo>
                <a:lnTo>
                  <a:pt x="595" y="1018"/>
                </a:lnTo>
                <a:lnTo>
                  <a:pt x="595" y="1017"/>
                </a:lnTo>
                <a:lnTo>
                  <a:pt x="594" y="1016"/>
                </a:lnTo>
                <a:lnTo>
                  <a:pt x="594" y="1017"/>
                </a:lnTo>
                <a:lnTo>
                  <a:pt x="593" y="1017"/>
                </a:lnTo>
                <a:lnTo>
                  <a:pt x="592" y="1017"/>
                </a:lnTo>
                <a:lnTo>
                  <a:pt x="592" y="1016"/>
                </a:lnTo>
                <a:lnTo>
                  <a:pt x="592" y="1015"/>
                </a:lnTo>
                <a:lnTo>
                  <a:pt x="591" y="1015"/>
                </a:lnTo>
                <a:lnTo>
                  <a:pt x="589" y="1016"/>
                </a:lnTo>
                <a:lnTo>
                  <a:pt x="588" y="1016"/>
                </a:lnTo>
                <a:lnTo>
                  <a:pt x="587" y="1016"/>
                </a:lnTo>
                <a:lnTo>
                  <a:pt x="586" y="1016"/>
                </a:lnTo>
                <a:lnTo>
                  <a:pt x="586" y="1015"/>
                </a:lnTo>
                <a:lnTo>
                  <a:pt x="585" y="1015"/>
                </a:lnTo>
                <a:lnTo>
                  <a:pt x="584" y="1015"/>
                </a:lnTo>
                <a:lnTo>
                  <a:pt x="584" y="1014"/>
                </a:lnTo>
                <a:lnTo>
                  <a:pt x="583" y="1014"/>
                </a:lnTo>
                <a:lnTo>
                  <a:pt x="582" y="1014"/>
                </a:lnTo>
                <a:lnTo>
                  <a:pt x="581" y="1015"/>
                </a:lnTo>
                <a:lnTo>
                  <a:pt x="579" y="1016"/>
                </a:lnTo>
                <a:lnTo>
                  <a:pt x="579" y="1017"/>
                </a:lnTo>
                <a:lnTo>
                  <a:pt x="578" y="1018"/>
                </a:lnTo>
                <a:lnTo>
                  <a:pt x="576" y="1018"/>
                </a:lnTo>
                <a:lnTo>
                  <a:pt x="577" y="1016"/>
                </a:lnTo>
                <a:lnTo>
                  <a:pt x="576" y="1016"/>
                </a:lnTo>
                <a:lnTo>
                  <a:pt x="576" y="1015"/>
                </a:lnTo>
                <a:lnTo>
                  <a:pt x="575" y="1016"/>
                </a:lnTo>
                <a:lnTo>
                  <a:pt x="575" y="1017"/>
                </a:lnTo>
                <a:lnTo>
                  <a:pt x="575" y="1018"/>
                </a:lnTo>
                <a:lnTo>
                  <a:pt x="575" y="1019"/>
                </a:lnTo>
                <a:lnTo>
                  <a:pt x="573" y="1019"/>
                </a:lnTo>
                <a:lnTo>
                  <a:pt x="573" y="1018"/>
                </a:lnTo>
                <a:lnTo>
                  <a:pt x="572" y="1018"/>
                </a:lnTo>
                <a:lnTo>
                  <a:pt x="572" y="1019"/>
                </a:lnTo>
                <a:lnTo>
                  <a:pt x="571" y="1019"/>
                </a:lnTo>
                <a:lnTo>
                  <a:pt x="571" y="1020"/>
                </a:lnTo>
                <a:lnTo>
                  <a:pt x="570" y="1021"/>
                </a:lnTo>
                <a:lnTo>
                  <a:pt x="569" y="1021"/>
                </a:lnTo>
                <a:lnTo>
                  <a:pt x="568" y="1021"/>
                </a:lnTo>
                <a:lnTo>
                  <a:pt x="568" y="1020"/>
                </a:lnTo>
                <a:lnTo>
                  <a:pt x="566" y="1019"/>
                </a:lnTo>
                <a:lnTo>
                  <a:pt x="565" y="1019"/>
                </a:lnTo>
                <a:lnTo>
                  <a:pt x="565" y="1020"/>
                </a:lnTo>
                <a:lnTo>
                  <a:pt x="565" y="1021"/>
                </a:lnTo>
                <a:lnTo>
                  <a:pt x="564" y="1020"/>
                </a:lnTo>
                <a:lnTo>
                  <a:pt x="563" y="1021"/>
                </a:lnTo>
                <a:lnTo>
                  <a:pt x="561" y="1021"/>
                </a:lnTo>
                <a:lnTo>
                  <a:pt x="561" y="1020"/>
                </a:lnTo>
                <a:lnTo>
                  <a:pt x="560" y="1019"/>
                </a:lnTo>
                <a:lnTo>
                  <a:pt x="560" y="1018"/>
                </a:lnTo>
                <a:lnTo>
                  <a:pt x="560" y="1017"/>
                </a:lnTo>
                <a:lnTo>
                  <a:pt x="560" y="1015"/>
                </a:lnTo>
                <a:lnTo>
                  <a:pt x="559" y="1013"/>
                </a:lnTo>
                <a:lnTo>
                  <a:pt x="558" y="1013"/>
                </a:lnTo>
                <a:lnTo>
                  <a:pt x="557" y="1013"/>
                </a:lnTo>
                <a:lnTo>
                  <a:pt x="556" y="1013"/>
                </a:lnTo>
                <a:lnTo>
                  <a:pt x="556" y="1012"/>
                </a:lnTo>
                <a:lnTo>
                  <a:pt x="556" y="1010"/>
                </a:lnTo>
                <a:lnTo>
                  <a:pt x="554" y="1010"/>
                </a:lnTo>
                <a:lnTo>
                  <a:pt x="553" y="1010"/>
                </a:lnTo>
                <a:lnTo>
                  <a:pt x="553" y="1009"/>
                </a:lnTo>
                <a:lnTo>
                  <a:pt x="551" y="1010"/>
                </a:lnTo>
                <a:lnTo>
                  <a:pt x="551" y="1011"/>
                </a:lnTo>
                <a:lnTo>
                  <a:pt x="550" y="1011"/>
                </a:lnTo>
                <a:lnTo>
                  <a:pt x="549" y="1012"/>
                </a:lnTo>
                <a:lnTo>
                  <a:pt x="549" y="1013"/>
                </a:lnTo>
                <a:lnTo>
                  <a:pt x="547" y="1015"/>
                </a:lnTo>
                <a:lnTo>
                  <a:pt x="546" y="1015"/>
                </a:lnTo>
                <a:lnTo>
                  <a:pt x="546" y="1016"/>
                </a:lnTo>
                <a:lnTo>
                  <a:pt x="545" y="1016"/>
                </a:lnTo>
                <a:lnTo>
                  <a:pt x="545" y="1017"/>
                </a:lnTo>
                <a:lnTo>
                  <a:pt x="544" y="1017"/>
                </a:lnTo>
                <a:lnTo>
                  <a:pt x="543" y="1017"/>
                </a:lnTo>
                <a:lnTo>
                  <a:pt x="543" y="1016"/>
                </a:lnTo>
                <a:lnTo>
                  <a:pt x="542" y="1015"/>
                </a:lnTo>
                <a:lnTo>
                  <a:pt x="540" y="1016"/>
                </a:lnTo>
                <a:lnTo>
                  <a:pt x="539" y="1016"/>
                </a:lnTo>
                <a:lnTo>
                  <a:pt x="537" y="1016"/>
                </a:lnTo>
                <a:lnTo>
                  <a:pt x="535" y="1016"/>
                </a:lnTo>
                <a:lnTo>
                  <a:pt x="535" y="1017"/>
                </a:lnTo>
                <a:lnTo>
                  <a:pt x="534" y="1016"/>
                </a:lnTo>
                <a:lnTo>
                  <a:pt x="534" y="1015"/>
                </a:lnTo>
                <a:lnTo>
                  <a:pt x="532" y="1014"/>
                </a:lnTo>
                <a:lnTo>
                  <a:pt x="532" y="1013"/>
                </a:lnTo>
                <a:lnTo>
                  <a:pt x="532" y="1012"/>
                </a:lnTo>
                <a:lnTo>
                  <a:pt x="531" y="1011"/>
                </a:lnTo>
                <a:lnTo>
                  <a:pt x="531" y="1010"/>
                </a:lnTo>
                <a:lnTo>
                  <a:pt x="530" y="1009"/>
                </a:lnTo>
                <a:lnTo>
                  <a:pt x="530" y="1006"/>
                </a:lnTo>
                <a:lnTo>
                  <a:pt x="531" y="1006"/>
                </a:lnTo>
                <a:lnTo>
                  <a:pt x="531" y="1005"/>
                </a:lnTo>
                <a:lnTo>
                  <a:pt x="531" y="1004"/>
                </a:lnTo>
                <a:lnTo>
                  <a:pt x="530" y="1003"/>
                </a:lnTo>
                <a:lnTo>
                  <a:pt x="529" y="1003"/>
                </a:lnTo>
                <a:lnTo>
                  <a:pt x="528" y="1002"/>
                </a:lnTo>
                <a:lnTo>
                  <a:pt x="528" y="1001"/>
                </a:lnTo>
                <a:lnTo>
                  <a:pt x="527" y="1001"/>
                </a:lnTo>
                <a:lnTo>
                  <a:pt x="526" y="1002"/>
                </a:lnTo>
                <a:lnTo>
                  <a:pt x="526" y="1003"/>
                </a:lnTo>
                <a:lnTo>
                  <a:pt x="525" y="1003"/>
                </a:lnTo>
                <a:lnTo>
                  <a:pt x="524" y="1003"/>
                </a:lnTo>
                <a:lnTo>
                  <a:pt x="524" y="1004"/>
                </a:lnTo>
                <a:lnTo>
                  <a:pt x="523" y="1003"/>
                </a:lnTo>
                <a:lnTo>
                  <a:pt x="523" y="1002"/>
                </a:lnTo>
                <a:lnTo>
                  <a:pt x="523" y="1003"/>
                </a:lnTo>
                <a:lnTo>
                  <a:pt x="522" y="1003"/>
                </a:lnTo>
                <a:lnTo>
                  <a:pt x="521" y="1003"/>
                </a:lnTo>
                <a:lnTo>
                  <a:pt x="521" y="1002"/>
                </a:lnTo>
                <a:lnTo>
                  <a:pt x="521" y="1001"/>
                </a:lnTo>
                <a:lnTo>
                  <a:pt x="521" y="1000"/>
                </a:lnTo>
                <a:lnTo>
                  <a:pt x="520" y="999"/>
                </a:lnTo>
                <a:lnTo>
                  <a:pt x="519" y="1000"/>
                </a:lnTo>
                <a:lnTo>
                  <a:pt x="518" y="1001"/>
                </a:lnTo>
                <a:lnTo>
                  <a:pt x="517" y="1000"/>
                </a:lnTo>
                <a:lnTo>
                  <a:pt x="518" y="999"/>
                </a:lnTo>
                <a:lnTo>
                  <a:pt x="517" y="999"/>
                </a:lnTo>
                <a:lnTo>
                  <a:pt x="517" y="998"/>
                </a:lnTo>
                <a:lnTo>
                  <a:pt x="516" y="998"/>
                </a:lnTo>
                <a:lnTo>
                  <a:pt x="516" y="997"/>
                </a:lnTo>
                <a:lnTo>
                  <a:pt x="516" y="996"/>
                </a:lnTo>
                <a:lnTo>
                  <a:pt x="516" y="995"/>
                </a:lnTo>
                <a:lnTo>
                  <a:pt x="517" y="994"/>
                </a:lnTo>
                <a:lnTo>
                  <a:pt x="517" y="993"/>
                </a:lnTo>
                <a:lnTo>
                  <a:pt x="517" y="992"/>
                </a:lnTo>
                <a:lnTo>
                  <a:pt x="516" y="992"/>
                </a:lnTo>
                <a:lnTo>
                  <a:pt x="515" y="991"/>
                </a:lnTo>
                <a:lnTo>
                  <a:pt x="516" y="991"/>
                </a:lnTo>
                <a:lnTo>
                  <a:pt x="516" y="990"/>
                </a:lnTo>
                <a:lnTo>
                  <a:pt x="517" y="989"/>
                </a:lnTo>
                <a:lnTo>
                  <a:pt x="516" y="989"/>
                </a:lnTo>
                <a:lnTo>
                  <a:pt x="514" y="987"/>
                </a:lnTo>
                <a:lnTo>
                  <a:pt x="513" y="986"/>
                </a:lnTo>
                <a:lnTo>
                  <a:pt x="514" y="986"/>
                </a:lnTo>
                <a:lnTo>
                  <a:pt x="514" y="985"/>
                </a:lnTo>
                <a:lnTo>
                  <a:pt x="514" y="984"/>
                </a:lnTo>
                <a:lnTo>
                  <a:pt x="513" y="984"/>
                </a:lnTo>
                <a:lnTo>
                  <a:pt x="512" y="984"/>
                </a:lnTo>
                <a:lnTo>
                  <a:pt x="512" y="985"/>
                </a:lnTo>
                <a:lnTo>
                  <a:pt x="511" y="984"/>
                </a:lnTo>
                <a:lnTo>
                  <a:pt x="510" y="983"/>
                </a:lnTo>
                <a:lnTo>
                  <a:pt x="510" y="982"/>
                </a:lnTo>
                <a:lnTo>
                  <a:pt x="509" y="982"/>
                </a:lnTo>
                <a:lnTo>
                  <a:pt x="509" y="981"/>
                </a:lnTo>
                <a:lnTo>
                  <a:pt x="509" y="980"/>
                </a:lnTo>
                <a:lnTo>
                  <a:pt x="508" y="979"/>
                </a:lnTo>
                <a:lnTo>
                  <a:pt x="507" y="979"/>
                </a:lnTo>
                <a:lnTo>
                  <a:pt x="507" y="978"/>
                </a:lnTo>
                <a:lnTo>
                  <a:pt x="507" y="977"/>
                </a:lnTo>
                <a:lnTo>
                  <a:pt x="506" y="977"/>
                </a:lnTo>
                <a:lnTo>
                  <a:pt x="507" y="976"/>
                </a:lnTo>
                <a:lnTo>
                  <a:pt x="507" y="975"/>
                </a:lnTo>
                <a:lnTo>
                  <a:pt x="507" y="974"/>
                </a:lnTo>
                <a:lnTo>
                  <a:pt x="507" y="973"/>
                </a:lnTo>
                <a:lnTo>
                  <a:pt x="507" y="972"/>
                </a:lnTo>
                <a:lnTo>
                  <a:pt x="508" y="971"/>
                </a:lnTo>
                <a:lnTo>
                  <a:pt x="508" y="970"/>
                </a:lnTo>
                <a:lnTo>
                  <a:pt x="508" y="969"/>
                </a:lnTo>
                <a:lnTo>
                  <a:pt x="509" y="968"/>
                </a:lnTo>
                <a:lnTo>
                  <a:pt x="508" y="967"/>
                </a:lnTo>
                <a:lnTo>
                  <a:pt x="507" y="966"/>
                </a:lnTo>
                <a:lnTo>
                  <a:pt x="506" y="966"/>
                </a:lnTo>
                <a:lnTo>
                  <a:pt x="505" y="967"/>
                </a:lnTo>
                <a:lnTo>
                  <a:pt x="502" y="967"/>
                </a:lnTo>
                <a:lnTo>
                  <a:pt x="501" y="969"/>
                </a:lnTo>
                <a:lnTo>
                  <a:pt x="501" y="971"/>
                </a:lnTo>
                <a:lnTo>
                  <a:pt x="501" y="972"/>
                </a:lnTo>
                <a:lnTo>
                  <a:pt x="501" y="973"/>
                </a:lnTo>
                <a:lnTo>
                  <a:pt x="500" y="973"/>
                </a:lnTo>
                <a:lnTo>
                  <a:pt x="500" y="974"/>
                </a:lnTo>
                <a:lnTo>
                  <a:pt x="499" y="975"/>
                </a:lnTo>
                <a:lnTo>
                  <a:pt x="498" y="975"/>
                </a:lnTo>
                <a:lnTo>
                  <a:pt x="497" y="975"/>
                </a:lnTo>
                <a:lnTo>
                  <a:pt x="496" y="974"/>
                </a:lnTo>
                <a:lnTo>
                  <a:pt x="495" y="973"/>
                </a:lnTo>
                <a:lnTo>
                  <a:pt x="495" y="972"/>
                </a:lnTo>
                <a:lnTo>
                  <a:pt x="494" y="971"/>
                </a:lnTo>
                <a:lnTo>
                  <a:pt x="494" y="970"/>
                </a:lnTo>
                <a:lnTo>
                  <a:pt x="494" y="969"/>
                </a:lnTo>
                <a:lnTo>
                  <a:pt x="493" y="968"/>
                </a:lnTo>
                <a:lnTo>
                  <a:pt x="493" y="967"/>
                </a:lnTo>
                <a:lnTo>
                  <a:pt x="492" y="967"/>
                </a:lnTo>
                <a:lnTo>
                  <a:pt x="491" y="968"/>
                </a:lnTo>
                <a:lnTo>
                  <a:pt x="490" y="969"/>
                </a:lnTo>
                <a:lnTo>
                  <a:pt x="490" y="970"/>
                </a:lnTo>
                <a:lnTo>
                  <a:pt x="490" y="971"/>
                </a:lnTo>
                <a:lnTo>
                  <a:pt x="489" y="971"/>
                </a:lnTo>
                <a:lnTo>
                  <a:pt x="488" y="971"/>
                </a:lnTo>
                <a:lnTo>
                  <a:pt x="487" y="971"/>
                </a:lnTo>
                <a:lnTo>
                  <a:pt x="486" y="972"/>
                </a:lnTo>
                <a:lnTo>
                  <a:pt x="485" y="972"/>
                </a:lnTo>
                <a:lnTo>
                  <a:pt x="484" y="972"/>
                </a:lnTo>
                <a:lnTo>
                  <a:pt x="485" y="973"/>
                </a:lnTo>
                <a:lnTo>
                  <a:pt x="486" y="974"/>
                </a:lnTo>
                <a:lnTo>
                  <a:pt x="485" y="974"/>
                </a:lnTo>
                <a:lnTo>
                  <a:pt x="485" y="975"/>
                </a:lnTo>
                <a:lnTo>
                  <a:pt x="484" y="975"/>
                </a:lnTo>
                <a:lnTo>
                  <a:pt x="483" y="975"/>
                </a:lnTo>
                <a:lnTo>
                  <a:pt x="482" y="975"/>
                </a:lnTo>
                <a:lnTo>
                  <a:pt x="482" y="974"/>
                </a:lnTo>
                <a:lnTo>
                  <a:pt x="482" y="973"/>
                </a:lnTo>
                <a:lnTo>
                  <a:pt x="481" y="973"/>
                </a:lnTo>
                <a:lnTo>
                  <a:pt x="480" y="973"/>
                </a:lnTo>
                <a:lnTo>
                  <a:pt x="479" y="973"/>
                </a:lnTo>
                <a:lnTo>
                  <a:pt x="478" y="973"/>
                </a:lnTo>
                <a:lnTo>
                  <a:pt x="477" y="972"/>
                </a:lnTo>
                <a:lnTo>
                  <a:pt x="477" y="971"/>
                </a:lnTo>
                <a:lnTo>
                  <a:pt x="476" y="970"/>
                </a:lnTo>
                <a:lnTo>
                  <a:pt x="477" y="969"/>
                </a:lnTo>
                <a:lnTo>
                  <a:pt x="478" y="968"/>
                </a:lnTo>
                <a:lnTo>
                  <a:pt x="478" y="966"/>
                </a:lnTo>
                <a:lnTo>
                  <a:pt x="478" y="965"/>
                </a:lnTo>
                <a:lnTo>
                  <a:pt x="479" y="964"/>
                </a:lnTo>
                <a:lnTo>
                  <a:pt x="479" y="963"/>
                </a:lnTo>
                <a:lnTo>
                  <a:pt x="479" y="962"/>
                </a:lnTo>
                <a:lnTo>
                  <a:pt x="479" y="961"/>
                </a:lnTo>
                <a:lnTo>
                  <a:pt x="478" y="961"/>
                </a:lnTo>
                <a:lnTo>
                  <a:pt x="478" y="960"/>
                </a:lnTo>
                <a:lnTo>
                  <a:pt x="477" y="959"/>
                </a:lnTo>
                <a:lnTo>
                  <a:pt x="477" y="958"/>
                </a:lnTo>
                <a:lnTo>
                  <a:pt x="476" y="958"/>
                </a:lnTo>
                <a:lnTo>
                  <a:pt x="476" y="957"/>
                </a:lnTo>
                <a:lnTo>
                  <a:pt x="475" y="957"/>
                </a:lnTo>
                <a:lnTo>
                  <a:pt x="473" y="957"/>
                </a:lnTo>
                <a:lnTo>
                  <a:pt x="472" y="957"/>
                </a:lnTo>
                <a:lnTo>
                  <a:pt x="471" y="957"/>
                </a:lnTo>
                <a:lnTo>
                  <a:pt x="471" y="956"/>
                </a:lnTo>
                <a:lnTo>
                  <a:pt x="470" y="956"/>
                </a:lnTo>
                <a:lnTo>
                  <a:pt x="470" y="955"/>
                </a:lnTo>
                <a:lnTo>
                  <a:pt x="468" y="954"/>
                </a:lnTo>
                <a:lnTo>
                  <a:pt x="467" y="956"/>
                </a:lnTo>
                <a:lnTo>
                  <a:pt x="466" y="956"/>
                </a:lnTo>
                <a:lnTo>
                  <a:pt x="465" y="956"/>
                </a:lnTo>
                <a:lnTo>
                  <a:pt x="464" y="956"/>
                </a:lnTo>
                <a:lnTo>
                  <a:pt x="464" y="957"/>
                </a:lnTo>
                <a:lnTo>
                  <a:pt x="463" y="957"/>
                </a:lnTo>
                <a:lnTo>
                  <a:pt x="462" y="958"/>
                </a:lnTo>
                <a:lnTo>
                  <a:pt x="461" y="958"/>
                </a:lnTo>
                <a:lnTo>
                  <a:pt x="460" y="957"/>
                </a:lnTo>
                <a:lnTo>
                  <a:pt x="459" y="958"/>
                </a:lnTo>
                <a:lnTo>
                  <a:pt x="458" y="958"/>
                </a:lnTo>
                <a:lnTo>
                  <a:pt x="458" y="959"/>
                </a:lnTo>
                <a:lnTo>
                  <a:pt x="457" y="960"/>
                </a:lnTo>
                <a:lnTo>
                  <a:pt x="456" y="961"/>
                </a:lnTo>
                <a:lnTo>
                  <a:pt x="455" y="962"/>
                </a:lnTo>
                <a:lnTo>
                  <a:pt x="455" y="963"/>
                </a:lnTo>
                <a:lnTo>
                  <a:pt x="454" y="964"/>
                </a:lnTo>
                <a:lnTo>
                  <a:pt x="455" y="965"/>
                </a:lnTo>
                <a:lnTo>
                  <a:pt x="455" y="966"/>
                </a:lnTo>
                <a:lnTo>
                  <a:pt x="456" y="966"/>
                </a:lnTo>
                <a:lnTo>
                  <a:pt x="456" y="967"/>
                </a:lnTo>
                <a:lnTo>
                  <a:pt x="456" y="968"/>
                </a:lnTo>
                <a:lnTo>
                  <a:pt x="456" y="969"/>
                </a:lnTo>
                <a:lnTo>
                  <a:pt x="456" y="970"/>
                </a:lnTo>
                <a:lnTo>
                  <a:pt x="455" y="971"/>
                </a:lnTo>
                <a:lnTo>
                  <a:pt x="454" y="971"/>
                </a:lnTo>
                <a:lnTo>
                  <a:pt x="453" y="971"/>
                </a:lnTo>
                <a:lnTo>
                  <a:pt x="453" y="972"/>
                </a:lnTo>
                <a:lnTo>
                  <a:pt x="452" y="972"/>
                </a:lnTo>
                <a:lnTo>
                  <a:pt x="451" y="973"/>
                </a:lnTo>
                <a:lnTo>
                  <a:pt x="451" y="974"/>
                </a:lnTo>
                <a:lnTo>
                  <a:pt x="450" y="976"/>
                </a:lnTo>
                <a:lnTo>
                  <a:pt x="449" y="977"/>
                </a:lnTo>
                <a:lnTo>
                  <a:pt x="448" y="976"/>
                </a:lnTo>
                <a:lnTo>
                  <a:pt x="447" y="977"/>
                </a:lnTo>
                <a:lnTo>
                  <a:pt x="447" y="978"/>
                </a:lnTo>
                <a:lnTo>
                  <a:pt x="447" y="979"/>
                </a:lnTo>
                <a:lnTo>
                  <a:pt x="447" y="980"/>
                </a:lnTo>
                <a:lnTo>
                  <a:pt x="448" y="980"/>
                </a:lnTo>
                <a:lnTo>
                  <a:pt x="449" y="980"/>
                </a:lnTo>
                <a:lnTo>
                  <a:pt x="450" y="980"/>
                </a:lnTo>
                <a:lnTo>
                  <a:pt x="450" y="981"/>
                </a:lnTo>
                <a:lnTo>
                  <a:pt x="451" y="981"/>
                </a:lnTo>
                <a:lnTo>
                  <a:pt x="451" y="980"/>
                </a:lnTo>
                <a:lnTo>
                  <a:pt x="452" y="981"/>
                </a:lnTo>
                <a:lnTo>
                  <a:pt x="452" y="982"/>
                </a:lnTo>
                <a:lnTo>
                  <a:pt x="453" y="982"/>
                </a:lnTo>
                <a:lnTo>
                  <a:pt x="453" y="983"/>
                </a:lnTo>
                <a:lnTo>
                  <a:pt x="454" y="984"/>
                </a:lnTo>
                <a:lnTo>
                  <a:pt x="456" y="983"/>
                </a:lnTo>
                <a:lnTo>
                  <a:pt x="457" y="984"/>
                </a:lnTo>
                <a:lnTo>
                  <a:pt x="457" y="985"/>
                </a:lnTo>
                <a:lnTo>
                  <a:pt x="458" y="985"/>
                </a:lnTo>
                <a:lnTo>
                  <a:pt x="459" y="985"/>
                </a:lnTo>
                <a:lnTo>
                  <a:pt x="459" y="986"/>
                </a:lnTo>
                <a:lnTo>
                  <a:pt x="459" y="987"/>
                </a:lnTo>
                <a:lnTo>
                  <a:pt x="459" y="989"/>
                </a:lnTo>
                <a:lnTo>
                  <a:pt x="458" y="989"/>
                </a:lnTo>
                <a:lnTo>
                  <a:pt x="457" y="990"/>
                </a:lnTo>
                <a:lnTo>
                  <a:pt x="456" y="990"/>
                </a:lnTo>
                <a:lnTo>
                  <a:pt x="456" y="991"/>
                </a:lnTo>
                <a:lnTo>
                  <a:pt x="456" y="992"/>
                </a:lnTo>
                <a:lnTo>
                  <a:pt x="456" y="993"/>
                </a:lnTo>
                <a:lnTo>
                  <a:pt x="455" y="993"/>
                </a:lnTo>
                <a:lnTo>
                  <a:pt x="454" y="993"/>
                </a:lnTo>
                <a:lnTo>
                  <a:pt x="454" y="994"/>
                </a:lnTo>
                <a:lnTo>
                  <a:pt x="455" y="995"/>
                </a:lnTo>
                <a:lnTo>
                  <a:pt x="455" y="996"/>
                </a:lnTo>
                <a:lnTo>
                  <a:pt x="456" y="996"/>
                </a:lnTo>
                <a:lnTo>
                  <a:pt x="457" y="996"/>
                </a:lnTo>
                <a:lnTo>
                  <a:pt x="458" y="998"/>
                </a:lnTo>
                <a:lnTo>
                  <a:pt x="458" y="1000"/>
                </a:lnTo>
                <a:lnTo>
                  <a:pt x="457" y="1000"/>
                </a:lnTo>
                <a:lnTo>
                  <a:pt x="457" y="1001"/>
                </a:lnTo>
                <a:lnTo>
                  <a:pt x="457" y="1002"/>
                </a:lnTo>
                <a:lnTo>
                  <a:pt x="456" y="1003"/>
                </a:lnTo>
                <a:lnTo>
                  <a:pt x="455" y="1003"/>
                </a:lnTo>
                <a:lnTo>
                  <a:pt x="454" y="1003"/>
                </a:lnTo>
                <a:lnTo>
                  <a:pt x="453" y="1003"/>
                </a:lnTo>
                <a:lnTo>
                  <a:pt x="453" y="1004"/>
                </a:lnTo>
                <a:lnTo>
                  <a:pt x="453" y="1005"/>
                </a:lnTo>
                <a:lnTo>
                  <a:pt x="452" y="1004"/>
                </a:lnTo>
                <a:lnTo>
                  <a:pt x="451" y="1005"/>
                </a:lnTo>
                <a:lnTo>
                  <a:pt x="450" y="1005"/>
                </a:lnTo>
                <a:lnTo>
                  <a:pt x="450" y="1006"/>
                </a:lnTo>
                <a:lnTo>
                  <a:pt x="449" y="1007"/>
                </a:lnTo>
                <a:lnTo>
                  <a:pt x="448" y="1007"/>
                </a:lnTo>
                <a:lnTo>
                  <a:pt x="447" y="1007"/>
                </a:lnTo>
                <a:lnTo>
                  <a:pt x="446" y="1008"/>
                </a:lnTo>
                <a:lnTo>
                  <a:pt x="445" y="1008"/>
                </a:lnTo>
                <a:lnTo>
                  <a:pt x="445" y="1009"/>
                </a:lnTo>
                <a:lnTo>
                  <a:pt x="444" y="1009"/>
                </a:lnTo>
                <a:lnTo>
                  <a:pt x="443" y="1009"/>
                </a:lnTo>
                <a:lnTo>
                  <a:pt x="442" y="1008"/>
                </a:lnTo>
                <a:lnTo>
                  <a:pt x="441" y="1008"/>
                </a:lnTo>
                <a:lnTo>
                  <a:pt x="440" y="1008"/>
                </a:lnTo>
                <a:lnTo>
                  <a:pt x="439" y="1009"/>
                </a:lnTo>
                <a:lnTo>
                  <a:pt x="438" y="1009"/>
                </a:lnTo>
                <a:lnTo>
                  <a:pt x="437" y="1009"/>
                </a:lnTo>
                <a:lnTo>
                  <a:pt x="436" y="1010"/>
                </a:lnTo>
                <a:lnTo>
                  <a:pt x="436" y="1011"/>
                </a:lnTo>
                <a:lnTo>
                  <a:pt x="436" y="1012"/>
                </a:lnTo>
                <a:lnTo>
                  <a:pt x="435" y="1013"/>
                </a:lnTo>
                <a:lnTo>
                  <a:pt x="435" y="1014"/>
                </a:lnTo>
                <a:lnTo>
                  <a:pt x="434" y="1014"/>
                </a:lnTo>
                <a:lnTo>
                  <a:pt x="434" y="1016"/>
                </a:lnTo>
                <a:lnTo>
                  <a:pt x="435" y="1016"/>
                </a:lnTo>
                <a:lnTo>
                  <a:pt x="434" y="1017"/>
                </a:lnTo>
                <a:lnTo>
                  <a:pt x="433" y="1017"/>
                </a:lnTo>
                <a:lnTo>
                  <a:pt x="433" y="1016"/>
                </a:lnTo>
                <a:lnTo>
                  <a:pt x="432" y="1017"/>
                </a:lnTo>
                <a:lnTo>
                  <a:pt x="431" y="1017"/>
                </a:lnTo>
                <a:lnTo>
                  <a:pt x="430" y="1017"/>
                </a:lnTo>
                <a:lnTo>
                  <a:pt x="429" y="1017"/>
                </a:lnTo>
                <a:lnTo>
                  <a:pt x="429" y="1018"/>
                </a:lnTo>
                <a:lnTo>
                  <a:pt x="428" y="1019"/>
                </a:lnTo>
                <a:lnTo>
                  <a:pt x="427" y="1018"/>
                </a:lnTo>
                <a:lnTo>
                  <a:pt x="426" y="1018"/>
                </a:lnTo>
                <a:lnTo>
                  <a:pt x="426" y="1019"/>
                </a:lnTo>
                <a:lnTo>
                  <a:pt x="426" y="1020"/>
                </a:lnTo>
                <a:lnTo>
                  <a:pt x="425" y="1021"/>
                </a:lnTo>
                <a:lnTo>
                  <a:pt x="424" y="1021"/>
                </a:lnTo>
                <a:lnTo>
                  <a:pt x="423" y="1022"/>
                </a:lnTo>
                <a:lnTo>
                  <a:pt x="423" y="1023"/>
                </a:lnTo>
                <a:lnTo>
                  <a:pt x="423" y="1024"/>
                </a:lnTo>
                <a:lnTo>
                  <a:pt x="421" y="1024"/>
                </a:lnTo>
                <a:lnTo>
                  <a:pt x="420" y="1025"/>
                </a:lnTo>
                <a:lnTo>
                  <a:pt x="419" y="1026"/>
                </a:lnTo>
                <a:lnTo>
                  <a:pt x="418" y="1026"/>
                </a:lnTo>
                <a:lnTo>
                  <a:pt x="418" y="1027"/>
                </a:lnTo>
                <a:lnTo>
                  <a:pt x="417" y="1029"/>
                </a:lnTo>
                <a:lnTo>
                  <a:pt x="416" y="1030"/>
                </a:lnTo>
                <a:lnTo>
                  <a:pt x="415" y="1031"/>
                </a:lnTo>
                <a:lnTo>
                  <a:pt x="415" y="1032"/>
                </a:lnTo>
                <a:lnTo>
                  <a:pt x="414" y="1033"/>
                </a:lnTo>
                <a:lnTo>
                  <a:pt x="414" y="1034"/>
                </a:lnTo>
                <a:lnTo>
                  <a:pt x="414" y="1035"/>
                </a:lnTo>
                <a:lnTo>
                  <a:pt x="412" y="1036"/>
                </a:lnTo>
                <a:lnTo>
                  <a:pt x="411" y="1037"/>
                </a:lnTo>
                <a:lnTo>
                  <a:pt x="409" y="1037"/>
                </a:lnTo>
                <a:lnTo>
                  <a:pt x="409" y="1038"/>
                </a:lnTo>
                <a:lnTo>
                  <a:pt x="408" y="1037"/>
                </a:lnTo>
                <a:lnTo>
                  <a:pt x="407" y="1038"/>
                </a:lnTo>
                <a:lnTo>
                  <a:pt x="406" y="1038"/>
                </a:lnTo>
                <a:lnTo>
                  <a:pt x="406" y="1040"/>
                </a:lnTo>
                <a:lnTo>
                  <a:pt x="405" y="1038"/>
                </a:lnTo>
                <a:lnTo>
                  <a:pt x="404" y="1037"/>
                </a:lnTo>
                <a:lnTo>
                  <a:pt x="403" y="1038"/>
                </a:lnTo>
                <a:lnTo>
                  <a:pt x="402" y="1037"/>
                </a:lnTo>
                <a:lnTo>
                  <a:pt x="402" y="1036"/>
                </a:lnTo>
                <a:lnTo>
                  <a:pt x="402" y="1035"/>
                </a:lnTo>
                <a:lnTo>
                  <a:pt x="402" y="1033"/>
                </a:lnTo>
                <a:lnTo>
                  <a:pt x="403" y="1033"/>
                </a:lnTo>
                <a:lnTo>
                  <a:pt x="402" y="1033"/>
                </a:lnTo>
                <a:lnTo>
                  <a:pt x="401" y="1032"/>
                </a:lnTo>
                <a:lnTo>
                  <a:pt x="400" y="1033"/>
                </a:lnTo>
                <a:lnTo>
                  <a:pt x="400" y="1032"/>
                </a:lnTo>
                <a:lnTo>
                  <a:pt x="400" y="1031"/>
                </a:lnTo>
                <a:lnTo>
                  <a:pt x="399" y="1031"/>
                </a:lnTo>
                <a:lnTo>
                  <a:pt x="398" y="1031"/>
                </a:lnTo>
                <a:lnTo>
                  <a:pt x="398" y="1032"/>
                </a:lnTo>
                <a:lnTo>
                  <a:pt x="398" y="1034"/>
                </a:lnTo>
                <a:lnTo>
                  <a:pt x="398" y="1033"/>
                </a:lnTo>
                <a:lnTo>
                  <a:pt x="397" y="1033"/>
                </a:lnTo>
                <a:lnTo>
                  <a:pt x="398" y="1033"/>
                </a:lnTo>
                <a:lnTo>
                  <a:pt x="397" y="1033"/>
                </a:lnTo>
                <a:lnTo>
                  <a:pt x="396" y="1033"/>
                </a:lnTo>
                <a:lnTo>
                  <a:pt x="395" y="1033"/>
                </a:lnTo>
                <a:lnTo>
                  <a:pt x="394" y="1034"/>
                </a:lnTo>
                <a:lnTo>
                  <a:pt x="394" y="1035"/>
                </a:lnTo>
                <a:lnTo>
                  <a:pt x="395" y="1035"/>
                </a:lnTo>
                <a:lnTo>
                  <a:pt x="394" y="1036"/>
                </a:lnTo>
                <a:lnTo>
                  <a:pt x="394" y="1037"/>
                </a:lnTo>
                <a:lnTo>
                  <a:pt x="393" y="1037"/>
                </a:lnTo>
                <a:lnTo>
                  <a:pt x="393" y="1038"/>
                </a:lnTo>
                <a:lnTo>
                  <a:pt x="393" y="1040"/>
                </a:lnTo>
                <a:lnTo>
                  <a:pt x="393" y="1041"/>
                </a:lnTo>
                <a:lnTo>
                  <a:pt x="392" y="1040"/>
                </a:lnTo>
                <a:lnTo>
                  <a:pt x="392" y="1038"/>
                </a:lnTo>
                <a:lnTo>
                  <a:pt x="392" y="1037"/>
                </a:lnTo>
                <a:lnTo>
                  <a:pt x="391" y="1036"/>
                </a:lnTo>
                <a:lnTo>
                  <a:pt x="390" y="1034"/>
                </a:lnTo>
                <a:lnTo>
                  <a:pt x="389" y="1034"/>
                </a:lnTo>
                <a:lnTo>
                  <a:pt x="387" y="1033"/>
                </a:lnTo>
                <a:lnTo>
                  <a:pt x="386" y="1033"/>
                </a:lnTo>
                <a:lnTo>
                  <a:pt x="385" y="1033"/>
                </a:lnTo>
                <a:lnTo>
                  <a:pt x="384" y="1034"/>
                </a:lnTo>
                <a:lnTo>
                  <a:pt x="384" y="1033"/>
                </a:lnTo>
                <a:lnTo>
                  <a:pt x="384" y="1032"/>
                </a:lnTo>
                <a:lnTo>
                  <a:pt x="385" y="1032"/>
                </a:lnTo>
                <a:lnTo>
                  <a:pt x="384" y="1029"/>
                </a:lnTo>
                <a:lnTo>
                  <a:pt x="383" y="1029"/>
                </a:lnTo>
                <a:lnTo>
                  <a:pt x="381" y="1028"/>
                </a:lnTo>
                <a:lnTo>
                  <a:pt x="380" y="1027"/>
                </a:lnTo>
                <a:lnTo>
                  <a:pt x="379" y="1027"/>
                </a:lnTo>
                <a:lnTo>
                  <a:pt x="378" y="1025"/>
                </a:lnTo>
                <a:lnTo>
                  <a:pt x="379" y="1022"/>
                </a:lnTo>
                <a:lnTo>
                  <a:pt x="380" y="1021"/>
                </a:lnTo>
                <a:lnTo>
                  <a:pt x="381" y="1020"/>
                </a:lnTo>
                <a:lnTo>
                  <a:pt x="381" y="1019"/>
                </a:lnTo>
                <a:lnTo>
                  <a:pt x="382" y="1019"/>
                </a:lnTo>
                <a:lnTo>
                  <a:pt x="383" y="1019"/>
                </a:lnTo>
                <a:lnTo>
                  <a:pt x="383" y="1018"/>
                </a:lnTo>
                <a:lnTo>
                  <a:pt x="384" y="1018"/>
                </a:lnTo>
                <a:lnTo>
                  <a:pt x="383" y="1017"/>
                </a:lnTo>
                <a:lnTo>
                  <a:pt x="382" y="1016"/>
                </a:lnTo>
                <a:lnTo>
                  <a:pt x="381" y="1015"/>
                </a:lnTo>
                <a:lnTo>
                  <a:pt x="380" y="1015"/>
                </a:lnTo>
                <a:lnTo>
                  <a:pt x="380" y="1016"/>
                </a:lnTo>
                <a:lnTo>
                  <a:pt x="378" y="1016"/>
                </a:lnTo>
                <a:lnTo>
                  <a:pt x="377" y="1016"/>
                </a:lnTo>
                <a:lnTo>
                  <a:pt x="376" y="1016"/>
                </a:lnTo>
                <a:lnTo>
                  <a:pt x="376" y="1015"/>
                </a:lnTo>
                <a:lnTo>
                  <a:pt x="376" y="1014"/>
                </a:lnTo>
                <a:lnTo>
                  <a:pt x="377" y="1013"/>
                </a:lnTo>
                <a:lnTo>
                  <a:pt x="378" y="1013"/>
                </a:lnTo>
                <a:lnTo>
                  <a:pt x="379" y="1013"/>
                </a:lnTo>
                <a:lnTo>
                  <a:pt x="380" y="1013"/>
                </a:lnTo>
                <a:lnTo>
                  <a:pt x="380" y="1012"/>
                </a:lnTo>
                <a:lnTo>
                  <a:pt x="380" y="1011"/>
                </a:lnTo>
                <a:lnTo>
                  <a:pt x="380" y="1010"/>
                </a:lnTo>
                <a:lnTo>
                  <a:pt x="381" y="1010"/>
                </a:lnTo>
                <a:lnTo>
                  <a:pt x="381" y="1009"/>
                </a:lnTo>
                <a:lnTo>
                  <a:pt x="380" y="1008"/>
                </a:lnTo>
                <a:lnTo>
                  <a:pt x="381" y="1007"/>
                </a:lnTo>
                <a:lnTo>
                  <a:pt x="381" y="1006"/>
                </a:lnTo>
                <a:lnTo>
                  <a:pt x="381" y="1005"/>
                </a:lnTo>
                <a:lnTo>
                  <a:pt x="382" y="1004"/>
                </a:lnTo>
                <a:lnTo>
                  <a:pt x="383" y="1004"/>
                </a:lnTo>
                <a:lnTo>
                  <a:pt x="384" y="1004"/>
                </a:lnTo>
                <a:lnTo>
                  <a:pt x="385" y="1003"/>
                </a:lnTo>
                <a:lnTo>
                  <a:pt x="386" y="1002"/>
                </a:lnTo>
                <a:lnTo>
                  <a:pt x="386" y="1000"/>
                </a:lnTo>
                <a:lnTo>
                  <a:pt x="387" y="999"/>
                </a:lnTo>
                <a:lnTo>
                  <a:pt x="388" y="997"/>
                </a:lnTo>
                <a:lnTo>
                  <a:pt x="389" y="997"/>
                </a:lnTo>
                <a:lnTo>
                  <a:pt x="389" y="996"/>
                </a:lnTo>
                <a:lnTo>
                  <a:pt x="390" y="995"/>
                </a:lnTo>
                <a:lnTo>
                  <a:pt x="390" y="994"/>
                </a:lnTo>
                <a:lnTo>
                  <a:pt x="391" y="994"/>
                </a:lnTo>
                <a:lnTo>
                  <a:pt x="390" y="993"/>
                </a:lnTo>
                <a:lnTo>
                  <a:pt x="391" y="992"/>
                </a:lnTo>
                <a:lnTo>
                  <a:pt x="392" y="991"/>
                </a:lnTo>
                <a:lnTo>
                  <a:pt x="393" y="991"/>
                </a:lnTo>
                <a:lnTo>
                  <a:pt x="393" y="990"/>
                </a:lnTo>
                <a:lnTo>
                  <a:pt x="393" y="989"/>
                </a:lnTo>
                <a:lnTo>
                  <a:pt x="394" y="990"/>
                </a:lnTo>
                <a:lnTo>
                  <a:pt x="395" y="990"/>
                </a:lnTo>
                <a:lnTo>
                  <a:pt x="396" y="991"/>
                </a:lnTo>
                <a:lnTo>
                  <a:pt x="397" y="991"/>
                </a:lnTo>
                <a:lnTo>
                  <a:pt x="397" y="992"/>
                </a:lnTo>
                <a:lnTo>
                  <a:pt x="398" y="992"/>
                </a:lnTo>
                <a:lnTo>
                  <a:pt x="398" y="991"/>
                </a:lnTo>
                <a:lnTo>
                  <a:pt x="399" y="990"/>
                </a:lnTo>
                <a:lnTo>
                  <a:pt x="400" y="990"/>
                </a:lnTo>
                <a:lnTo>
                  <a:pt x="401" y="989"/>
                </a:lnTo>
                <a:lnTo>
                  <a:pt x="400" y="989"/>
                </a:lnTo>
                <a:lnTo>
                  <a:pt x="400" y="988"/>
                </a:lnTo>
                <a:lnTo>
                  <a:pt x="401" y="988"/>
                </a:lnTo>
                <a:lnTo>
                  <a:pt x="401" y="987"/>
                </a:lnTo>
                <a:lnTo>
                  <a:pt x="401" y="986"/>
                </a:lnTo>
                <a:lnTo>
                  <a:pt x="402" y="986"/>
                </a:lnTo>
                <a:lnTo>
                  <a:pt x="403" y="986"/>
                </a:lnTo>
                <a:lnTo>
                  <a:pt x="404" y="985"/>
                </a:lnTo>
                <a:lnTo>
                  <a:pt x="404" y="984"/>
                </a:lnTo>
                <a:lnTo>
                  <a:pt x="404" y="983"/>
                </a:lnTo>
                <a:lnTo>
                  <a:pt x="403" y="983"/>
                </a:lnTo>
                <a:lnTo>
                  <a:pt x="403" y="982"/>
                </a:lnTo>
                <a:lnTo>
                  <a:pt x="404" y="981"/>
                </a:lnTo>
                <a:lnTo>
                  <a:pt x="405" y="981"/>
                </a:lnTo>
                <a:lnTo>
                  <a:pt x="406" y="980"/>
                </a:lnTo>
                <a:lnTo>
                  <a:pt x="407" y="979"/>
                </a:lnTo>
                <a:lnTo>
                  <a:pt x="408" y="977"/>
                </a:lnTo>
                <a:lnTo>
                  <a:pt x="408" y="976"/>
                </a:lnTo>
                <a:lnTo>
                  <a:pt x="408" y="975"/>
                </a:lnTo>
                <a:lnTo>
                  <a:pt x="409" y="975"/>
                </a:lnTo>
                <a:lnTo>
                  <a:pt x="410" y="973"/>
                </a:lnTo>
                <a:lnTo>
                  <a:pt x="410" y="972"/>
                </a:lnTo>
                <a:lnTo>
                  <a:pt x="411" y="972"/>
                </a:lnTo>
                <a:lnTo>
                  <a:pt x="411" y="971"/>
                </a:lnTo>
                <a:lnTo>
                  <a:pt x="412" y="970"/>
                </a:lnTo>
                <a:lnTo>
                  <a:pt x="412" y="969"/>
                </a:lnTo>
                <a:lnTo>
                  <a:pt x="413" y="969"/>
                </a:lnTo>
                <a:lnTo>
                  <a:pt x="413" y="967"/>
                </a:lnTo>
                <a:lnTo>
                  <a:pt x="412" y="967"/>
                </a:lnTo>
                <a:lnTo>
                  <a:pt x="412" y="966"/>
                </a:lnTo>
                <a:lnTo>
                  <a:pt x="413" y="965"/>
                </a:lnTo>
                <a:lnTo>
                  <a:pt x="414" y="965"/>
                </a:lnTo>
                <a:lnTo>
                  <a:pt x="414" y="964"/>
                </a:lnTo>
                <a:lnTo>
                  <a:pt x="414" y="963"/>
                </a:lnTo>
                <a:lnTo>
                  <a:pt x="413" y="963"/>
                </a:lnTo>
                <a:lnTo>
                  <a:pt x="413" y="961"/>
                </a:lnTo>
                <a:lnTo>
                  <a:pt x="413" y="960"/>
                </a:lnTo>
                <a:lnTo>
                  <a:pt x="413" y="959"/>
                </a:lnTo>
                <a:lnTo>
                  <a:pt x="414" y="959"/>
                </a:lnTo>
                <a:lnTo>
                  <a:pt x="415" y="958"/>
                </a:lnTo>
                <a:lnTo>
                  <a:pt x="414" y="957"/>
                </a:lnTo>
                <a:lnTo>
                  <a:pt x="414" y="956"/>
                </a:lnTo>
                <a:lnTo>
                  <a:pt x="413" y="955"/>
                </a:lnTo>
                <a:lnTo>
                  <a:pt x="413" y="954"/>
                </a:lnTo>
                <a:lnTo>
                  <a:pt x="413" y="953"/>
                </a:lnTo>
                <a:lnTo>
                  <a:pt x="412" y="953"/>
                </a:lnTo>
                <a:lnTo>
                  <a:pt x="411" y="954"/>
                </a:lnTo>
                <a:lnTo>
                  <a:pt x="411" y="953"/>
                </a:lnTo>
                <a:lnTo>
                  <a:pt x="410" y="952"/>
                </a:lnTo>
                <a:lnTo>
                  <a:pt x="409" y="953"/>
                </a:lnTo>
                <a:lnTo>
                  <a:pt x="409" y="952"/>
                </a:lnTo>
                <a:lnTo>
                  <a:pt x="408" y="951"/>
                </a:lnTo>
                <a:lnTo>
                  <a:pt x="407" y="951"/>
                </a:lnTo>
                <a:lnTo>
                  <a:pt x="406" y="953"/>
                </a:lnTo>
                <a:lnTo>
                  <a:pt x="405" y="954"/>
                </a:lnTo>
                <a:lnTo>
                  <a:pt x="404" y="954"/>
                </a:lnTo>
                <a:lnTo>
                  <a:pt x="403" y="954"/>
                </a:lnTo>
                <a:lnTo>
                  <a:pt x="402" y="954"/>
                </a:lnTo>
                <a:lnTo>
                  <a:pt x="402" y="955"/>
                </a:lnTo>
                <a:lnTo>
                  <a:pt x="402" y="956"/>
                </a:lnTo>
                <a:lnTo>
                  <a:pt x="402" y="957"/>
                </a:lnTo>
                <a:lnTo>
                  <a:pt x="401" y="956"/>
                </a:lnTo>
                <a:lnTo>
                  <a:pt x="401" y="954"/>
                </a:lnTo>
                <a:lnTo>
                  <a:pt x="400" y="953"/>
                </a:lnTo>
                <a:lnTo>
                  <a:pt x="400" y="952"/>
                </a:lnTo>
                <a:lnTo>
                  <a:pt x="400" y="951"/>
                </a:lnTo>
                <a:lnTo>
                  <a:pt x="400" y="950"/>
                </a:lnTo>
                <a:lnTo>
                  <a:pt x="400" y="949"/>
                </a:lnTo>
                <a:lnTo>
                  <a:pt x="400" y="948"/>
                </a:lnTo>
                <a:lnTo>
                  <a:pt x="400" y="946"/>
                </a:lnTo>
                <a:lnTo>
                  <a:pt x="399" y="946"/>
                </a:lnTo>
                <a:lnTo>
                  <a:pt x="399" y="947"/>
                </a:lnTo>
                <a:lnTo>
                  <a:pt x="399" y="948"/>
                </a:lnTo>
                <a:lnTo>
                  <a:pt x="398" y="949"/>
                </a:lnTo>
                <a:lnTo>
                  <a:pt x="397" y="949"/>
                </a:lnTo>
                <a:lnTo>
                  <a:pt x="396" y="949"/>
                </a:lnTo>
                <a:lnTo>
                  <a:pt x="395" y="950"/>
                </a:lnTo>
                <a:lnTo>
                  <a:pt x="395" y="949"/>
                </a:lnTo>
                <a:lnTo>
                  <a:pt x="395" y="948"/>
                </a:lnTo>
                <a:lnTo>
                  <a:pt x="394" y="948"/>
                </a:lnTo>
                <a:lnTo>
                  <a:pt x="393" y="948"/>
                </a:lnTo>
                <a:lnTo>
                  <a:pt x="394" y="948"/>
                </a:lnTo>
                <a:lnTo>
                  <a:pt x="394" y="947"/>
                </a:lnTo>
                <a:lnTo>
                  <a:pt x="393" y="947"/>
                </a:lnTo>
                <a:lnTo>
                  <a:pt x="393" y="946"/>
                </a:lnTo>
                <a:lnTo>
                  <a:pt x="393" y="945"/>
                </a:lnTo>
                <a:lnTo>
                  <a:pt x="392" y="945"/>
                </a:lnTo>
                <a:lnTo>
                  <a:pt x="391" y="944"/>
                </a:lnTo>
                <a:lnTo>
                  <a:pt x="391" y="943"/>
                </a:lnTo>
                <a:lnTo>
                  <a:pt x="390" y="941"/>
                </a:lnTo>
                <a:lnTo>
                  <a:pt x="389" y="940"/>
                </a:lnTo>
                <a:lnTo>
                  <a:pt x="388" y="940"/>
                </a:lnTo>
                <a:lnTo>
                  <a:pt x="387" y="940"/>
                </a:lnTo>
                <a:lnTo>
                  <a:pt x="386" y="940"/>
                </a:lnTo>
                <a:lnTo>
                  <a:pt x="385" y="938"/>
                </a:lnTo>
                <a:lnTo>
                  <a:pt x="384" y="938"/>
                </a:lnTo>
                <a:lnTo>
                  <a:pt x="384" y="939"/>
                </a:lnTo>
                <a:lnTo>
                  <a:pt x="383" y="939"/>
                </a:lnTo>
                <a:lnTo>
                  <a:pt x="382" y="939"/>
                </a:lnTo>
                <a:lnTo>
                  <a:pt x="381" y="939"/>
                </a:lnTo>
                <a:lnTo>
                  <a:pt x="379" y="939"/>
                </a:lnTo>
                <a:lnTo>
                  <a:pt x="378" y="939"/>
                </a:lnTo>
                <a:lnTo>
                  <a:pt x="378" y="938"/>
                </a:lnTo>
                <a:lnTo>
                  <a:pt x="377" y="938"/>
                </a:lnTo>
                <a:lnTo>
                  <a:pt x="376" y="938"/>
                </a:lnTo>
                <a:lnTo>
                  <a:pt x="375" y="938"/>
                </a:lnTo>
                <a:lnTo>
                  <a:pt x="374" y="937"/>
                </a:lnTo>
                <a:lnTo>
                  <a:pt x="373" y="937"/>
                </a:lnTo>
                <a:lnTo>
                  <a:pt x="372" y="936"/>
                </a:lnTo>
                <a:lnTo>
                  <a:pt x="371" y="936"/>
                </a:lnTo>
                <a:lnTo>
                  <a:pt x="370" y="936"/>
                </a:lnTo>
                <a:lnTo>
                  <a:pt x="369" y="936"/>
                </a:lnTo>
                <a:lnTo>
                  <a:pt x="368" y="936"/>
                </a:lnTo>
                <a:lnTo>
                  <a:pt x="366" y="936"/>
                </a:lnTo>
                <a:lnTo>
                  <a:pt x="365" y="937"/>
                </a:lnTo>
                <a:lnTo>
                  <a:pt x="363" y="937"/>
                </a:lnTo>
                <a:lnTo>
                  <a:pt x="361" y="938"/>
                </a:lnTo>
                <a:lnTo>
                  <a:pt x="360" y="939"/>
                </a:lnTo>
                <a:lnTo>
                  <a:pt x="359" y="940"/>
                </a:lnTo>
                <a:lnTo>
                  <a:pt x="358" y="941"/>
                </a:lnTo>
                <a:lnTo>
                  <a:pt x="357" y="944"/>
                </a:lnTo>
                <a:lnTo>
                  <a:pt x="356" y="947"/>
                </a:lnTo>
                <a:lnTo>
                  <a:pt x="355" y="947"/>
                </a:lnTo>
                <a:lnTo>
                  <a:pt x="355" y="951"/>
                </a:lnTo>
                <a:lnTo>
                  <a:pt x="355" y="956"/>
                </a:lnTo>
                <a:lnTo>
                  <a:pt x="356" y="963"/>
                </a:lnTo>
                <a:lnTo>
                  <a:pt x="355" y="966"/>
                </a:lnTo>
                <a:lnTo>
                  <a:pt x="355" y="967"/>
                </a:lnTo>
                <a:lnTo>
                  <a:pt x="355" y="968"/>
                </a:lnTo>
                <a:lnTo>
                  <a:pt x="355" y="969"/>
                </a:lnTo>
                <a:lnTo>
                  <a:pt x="355" y="970"/>
                </a:lnTo>
                <a:lnTo>
                  <a:pt x="354" y="972"/>
                </a:lnTo>
                <a:lnTo>
                  <a:pt x="353" y="973"/>
                </a:lnTo>
                <a:lnTo>
                  <a:pt x="352" y="975"/>
                </a:lnTo>
                <a:lnTo>
                  <a:pt x="351" y="975"/>
                </a:lnTo>
                <a:lnTo>
                  <a:pt x="350" y="975"/>
                </a:lnTo>
                <a:lnTo>
                  <a:pt x="349" y="975"/>
                </a:lnTo>
                <a:lnTo>
                  <a:pt x="343" y="975"/>
                </a:lnTo>
                <a:lnTo>
                  <a:pt x="342" y="976"/>
                </a:lnTo>
                <a:lnTo>
                  <a:pt x="341" y="976"/>
                </a:lnTo>
                <a:lnTo>
                  <a:pt x="340" y="976"/>
                </a:lnTo>
                <a:lnTo>
                  <a:pt x="339" y="977"/>
                </a:lnTo>
                <a:lnTo>
                  <a:pt x="339" y="978"/>
                </a:lnTo>
                <a:lnTo>
                  <a:pt x="338" y="978"/>
                </a:lnTo>
                <a:lnTo>
                  <a:pt x="338" y="979"/>
                </a:lnTo>
                <a:lnTo>
                  <a:pt x="337" y="979"/>
                </a:lnTo>
                <a:lnTo>
                  <a:pt x="334" y="982"/>
                </a:lnTo>
                <a:lnTo>
                  <a:pt x="334" y="983"/>
                </a:lnTo>
                <a:lnTo>
                  <a:pt x="333" y="983"/>
                </a:lnTo>
                <a:lnTo>
                  <a:pt x="332" y="983"/>
                </a:lnTo>
                <a:lnTo>
                  <a:pt x="332" y="984"/>
                </a:lnTo>
                <a:lnTo>
                  <a:pt x="331" y="984"/>
                </a:lnTo>
                <a:lnTo>
                  <a:pt x="330" y="985"/>
                </a:lnTo>
                <a:lnTo>
                  <a:pt x="328" y="986"/>
                </a:lnTo>
                <a:lnTo>
                  <a:pt x="328" y="987"/>
                </a:lnTo>
                <a:lnTo>
                  <a:pt x="326" y="988"/>
                </a:lnTo>
                <a:lnTo>
                  <a:pt x="325" y="988"/>
                </a:lnTo>
                <a:lnTo>
                  <a:pt x="324" y="989"/>
                </a:lnTo>
                <a:lnTo>
                  <a:pt x="323" y="989"/>
                </a:lnTo>
                <a:lnTo>
                  <a:pt x="323" y="990"/>
                </a:lnTo>
                <a:lnTo>
                  <a:pt x="322" y="990"/>
                </a:lnTo>
                <a:lnTo>
                  <a:pt x="321" y="991"/>
                </a:lnTo>
                <a:lnTo>
                  <a:pt x="320" y="991"/>
                </a:lnTo>
                <a:lnTo>
                  <a:pt x="320" y="992"/>
                </a:lnTo>
                <a:lnTo>
                  <a:pt x="319" y="992"/>
                </a:lnTo>
                <a:lnTo>
                  <a:pt x="318" y="993"/>
                </a:lnTo>
                <a:lnTo>
                  <a:pt x="317" y="994"/>
                </a:lnTo>
                <a:lnTo>
                  <a:pt x="317" y="995"/>
                </a:lnTo>
                <a:lnTo>
                  <a:pt x="316" y="996"/>
                </a:lnTo>
                <a:lnTo>
                  <a:pt x="315" y="996"/>
                </a:lnTo>
                <a:lnTo>
                  <a:pt x="315" y="997"/>
                </a:lnTo>
                <a:lnTo>
                  <a:pt x="314" y="998"/>
                </a:lnTo>
                <a:lnTo>
                  <a:pt x="313" y="999"/>
                </a:lnTo>
                <a:lnTo>
                  <a:pt x="312" y="1000"/>
                </a:lnTo>
                <a:lnTo>
                  <a:pt x="311" y="1001"/>
                </a:lnTo>
                <a:lnTo>
                  <a:pt x="310" y="1002"/>
                </a:lnTo>
                <a:lnTo>
                  <a:pt x="309" y="1003"/>
                </a:lnTo>
                <a:lnTo>
                  <a:pt x="307" y="1005"/>
                </a:lnTo>
                <a:lnTo>
                  <a:pt x="306" y="1005"/>
                </a:lnTo>
                <a:lnTo>
                  <a:pt x="306" y="1004"/>
                </a:lnTo>
                <a:lnTo>
                  <a:pt x="305" y="1004"/>
                </a:lnTo>
                <a:lnTo>
                  <a:pt x="304" y="1003"/>
                </a:lnTo>
                <a:lnTo>
                  <a:pt x="303" y="1003"/>
                </a:lnTo>
                <a:lnTo>
                  <a:pt x="303" y="1002"/>
                </a:lnTo>
                <a:lnTo>
                  <a:pt x="303" y="1001"/>
                </a:lnTo>
                <a:lnTo>
                  <a:pt x="302" y="1000"/>
                </a:lnTo>
                <a:lnTo>
                  <a:pt x="301" y="999"/>
                </a:lnTo>
                <a:lnTo>
                  <a:pt x="301" y="998"/>
                </a:lnTo>
                <a:lnTo>
                  <a:pt x="300" y="998"/>
                </a:lnTo>
                <a:lnTo>
                  <a:pt x="299" y="997"/>
                </a:lnTo>
                <a:lnTo>
                  <a:pt x="298" y="997"/>
                </a:lnTo>
                <a:lnTo>
                  <a:pt x="298" y="996"/>
                </a:lnTo>
                <a:lnTo>
                  <a:pt x="297" y="996"/>
                </a:lnTo>
                <a:lnTo>
                  <a:pt x="295" y="996"/>
                </a:lnTo>
                <a:lnTo>
                  <a:pt x="293" y="996"/>
                </a:lnTo>
                <a:lnTo>
                  <a:pt x="291" y="996"/>
                </a:lnTo>
                <a:lnTo>
                  <a:pt x="290" y="996"/>
                </a:lnTo>
                <a:lnTo>
                  <a:pt x="289" y="996"/>
                </a:lnTo>
                <a:lnTo>
                  <a:pt x="289" y="997"/>
                </a:lnTo>
                <a:lnTo>
                  <a:pt x="288" y="997"/>
                </a:lnTo>
                <a:lnTo>
                  <a:pt x="287" y="997"/>
                </a:lnTo>
                <a:lnTo>
                  <a:pt x="286" y="997"/>
                </a:lnTo>
                <a:lnTo>
                  <a:pt x="285" y="997"/>
                </a:lnTo>
                <a:lnTo>
                  <a:pt x="285" y="998"/>
                </a:lnTo>
                <a:lnTo>
                  <a:pt x="284" y="998"/>
                </a:lnTo>
                <a:lnTo>
                  <a:pt x="284" y="997"/>
                </a:lnTo>
                <a:lnTo>
                  <a:pt x="284" y="996"/>
                </a:lnTo>
                <a:lnTo>
                  <a:pt x="282" y="994"/>
                </a:lnTo>
                <a:lnTo>
                  <a:pt x="282" y="993"/>
                </a:lnTo>
                <a:lnTo>
                  <a:pt x="282" y="992"/>
                </a:lnTo>
                <a:lnTo>
                  <a:pt x="281" y="991"/>
                </a:lnTo>
                <a:lnTo>
                  <a:pt x="282" y="990"/>
                </a:lnTo>
                <a:lnTo>
                  <a:pt x="283" y="990"/>
                </a:lnTo>
                <a:lnTo>
                  <a:pt x="283" y="989"/>
                </a:lnTo>
                <a:lnTo>
                  <a:pt x="282" y="988"/>
                </a:lnTo>
                <a:lnTo>
                  <a:pt x="282" y="987"/>
                </a:lnTo>
                <a:lnTo>
                  <a:pt x="281" y="987"/>
                </a:lnTo>
                <a:lnTo>
                  <a:pt x="281" y="986"/>
                </a:lnTo>
                <a:lnTo>
                  <a:pt x="280" y="986"/>
                </a:lnTo>
                <a:lnTo>
                  <a:pt x="281" y="985"/>
                </a:lnTo>
                <a:lnTo>
                  <a:pt x="281" y="983"/>
                </a:lnTo>
                <a:lnTo>
                  <a:pt x="281" y="984"/>
                </a:lnTo>
                <a:lnTo>
                  <a:pt x="271" y="972"/>
                </a:lnTo>
                <a:lnTo>
                  <a:pt x="270" y="971"/>
                </a:lnTo>
                <a:lnTo>
                  <a:pt x="269" y="970"/>
                </a:lnTo>
                <a:lnTo>
                  <a:pt x="270" y="969"/>
                </a:lnTo>
                <a:lnTo>
                  <a:pt x="270" y="968"/>
                </a:lnTo>
                <a:lnTo>
                  <a:pt x="270" y="967"/>
                </a:lnTo>
                <a:lnTo>
                  <a:pt x="270" y="966"/>
                </a:lnTo>
                <a:lnTo>
                  <a:pt x="270" y="965"/>
                </a:lnTo>
                <a:lnTo>
                  <a:pt x="270" y="963"/>
                </a:lnTo>
                <a:lnTo>
                  <a:pt x="269" y="961"/>
                </a:lnTo>
                <a:lnTo>
                  <a:pt x="270" y="961"/>
                </a:lnTo>
                <a:lnTo>
                  <a:pt x="270" y="960"/>
                </a:lnTo>
                <a:lnTo>
                  <a:pt x="270" y="959"/>
                </a:lnTo>
                <a:lnTo>
                  <a:pt x="270" y="958"/>
                </a:lnTo>
                <a:lnTo>
                  <a:pt x="271" y="958"/>
                </a:lnTo>
                <a:lnTo>
                  <a:pt x="271" y="957"/>
                </a:lnTo>
                <a:lnTo>
                  <a:pt x="271" y="956"/>
                </a:lnTo>
                <a:lnTo>
                  <a:pt x="271" y="955"/>
                </a:lnTo>
                <a:lnTo>
                  <a:pt x="270" y="955"/>
                </a:lnTo>
                <a:lnTo>
                  <a:pt x="270" y="954"/>
                </a:lnTo>
                <a:lnTo>
                  <a:pt x="269" y="953"/>
                </a:lnTo>
                <a:lnTo>
                  <a:pt x="269" y="952"/>
                </a:lnTo>
                <a:lnTo>
                  <a:pt x="268" y="952"/>
                </a:lnTo>
                <a:lnTo>
                  <a:pt x="268" y="950"/>
                </a:lnTo>
                <a:lnTo>
                  <a:pt x="268" y="949"/>
                </a:lnTo>
                <a:lnTo>
                  <a:pt x="269" y="949"/>
                </a:lnTo>
                <a:lnTo>
                  <a:pt x="269" y="947"/>
                </a:lnTo>
                <a:lnTo>
                  <a:pt x="269" y="946"/>
                </a:lnTo>
                <a:lnTo>
                  <a:pt x="268" y="945"/>
                </a:lnTo>
                <a:lnTo>
                  <a:pt x="268" y="944"/>
                </a:lnTo>
                <a:lnTo>
                  <a:pt x="268" y="943"/>
                </a:lnTo>
                <a:lnTo>
                  <a:pt x="269" y="942"/>
                </a:lnTo>
                <a:lnTo>
                  <a:pt x="269" y="941"/>
                </a:lnTo>
                <a:lnTo>
                  <a:pt x="268" y="941"/>
                </a:lnTo>
                <a:lnTo>
                  <a:pt x="268" y="940"/>
                </a:lnTo>
                <a:lnTo>
                  <a:pt x="268" y="939"/>
                </a:lnTo>
                <a:lnTo>
                  <a:pt x="268" y="938"/>
                </a:lnTo>
                <a:lnTo>
                  <a:pt x="268" y="937"/>
                </a:lnTo>
                <a:lnTo>
                  <a:pt x="267" y="936"/>
                </a:lnTo>
                <a:lnTo>
                  <a:pt x="266" y="936"/>
                </a:lnTo>
                <a:lnTo>
                  <a:pt x="265" y="937"/>
                </a:lnTo>
                <a:lnTo>
                  <a:pt x="265" y="936"/>
                </a:lnTo>
                <a:lnTo>
                  <a:pt x="265" y="935"/>
                </a:lnTo>
                <a:lnTo>
                  <a:pt x="264" y="934"/>
                </a:lnTo>
                <a:lnTo>
                  <a:pt x="264" y="933"/>
                </a:lnTo>
                <a:lnTo>
                  <a:pt x="263" y="933"/>
                </a:lnTo>
                <a:lnTo>
                  <a:pt x="263" y="932"/>
                </a:lnTo>
                <a:lnTo>
                  <a:pt x="263" y="930"/>
                </a:lnTo>
                <a:lnTo>
                  <a:pt x="262" y="929"/>
                </a:lnTo>
                <a:lnTo>
                  <a:pt x="262" y="928"/>
                </a:lnTo>
                <a:lnTo>
                  <a:pt x="261" y="926"/>
                </a:lnTo>
                <a:lnTo>
                  <a:pt x="262" y="925"/>
                </a:lnTo>
                <a:lnTo>
                  <a:pt x="263" y="924"/>
                </a:lnTo>
                <a:lnTo>
                  <a:pt x="263" y="923"/>
                </a:lnTo>
                <a:lnTo>
                  <a:pt x="262" y="923"/>
                </a:lnTo>
                <a:lnTo>
                  <a:pt x="262" y="922"/>
                </a:lnTo>
                <a:lnTo>
                  <a:pt x="263" y="922"/>
                </a:lnTo>
                <a:lnTo>
                  <a:pt x="262" y="921"/>
                </a:lnTo>
                <a:lnTo>
                  <a:pt x="261" y="920"/>
                </a:lnTo>
                <a:lnTo>
                  <a:pt x="260" y="920"/>
                </a:lnTo>
                <a:lnTo>
                  <a:pt x="259" y="919"/>
                </a:lnTo>
                <a:lnTo>
                  <a:pt x="259" y="918"/>
                </a:lnTo>
                <a:lnTo>
                  <a:pt x="258" y="918"/>
                </a:lnTo>
                <a:lnTo>
                  <a:pt x="257" y="918"/>
                </a:lnTo>
                <a:lnTo>
                  <a:pt x="258" y="918"/>
                </a:lnTo>
                <a:lnTo>
                  <a:pt x="257" y="919"/>
                </a:lnTo>
                <a:lnTo>
                  <a:pt x="257" y="918"/>
                </a:lnTo>
                <a:lnTo>
                  <a:pt x="256" y="917"/>
                </a:lnTo>
                <a:lnTo>
                  <a:pt x="255" y="916"/>
                </a:lnTo>
                <a:lnTo>
                  <a:pt x="256" y="916"/>
                </a:lnTo>
                <a:lnTo>
                  <a:pt x="255" y="915"/>
                </a:lnTo>
                <a:lnTo>
                  <a:pt x="254" y="915"/>
                </a:lnTo>
                <a:lnTo>
                  <a:pt x="253" y="915"/>
                </a:lnTo>
                <a:lnTo>
                  <a:pt x="252" y="915"/>
                </a:lnTo>
                <a:lnTo>
                  <a:pt x="253" y="915"/>
                </a:lnTo>
                <a:lnTo>
                  <a:pt x="253" y="914"/>
                </a:lnTo>
                <a:lnTo>
                  <a:pt x="252" y="914"/>
                </a:lnTo>
                <a:lnTo>
                  <a:pt x="252" y="913"/>
                </a:lnTo>
                <a:lnTo>
                  <a:pt x="252" y="912"/>
                </a:lnTo>
                <a:lnTo>
                  <a:pt x="251" y="912"/>
                </a:lnTo>
                <a:lnTo>
                  <a:pt x="250" y="913"/>
                </a:lnTo>
                <a:lnTo>
                  <a:pt x="250" y="912"/>
                </a:lnTo>
                <a:lnTo>
                  <a:pt x="249" y="912"/>
                </a:lnTo>
                <a:lnTo>
                  <a:pt x="248" y="912"/>
                </a:lnTo>
                <a:lnTo>
                  <a:pt x="247" y="911"/>
                </a:lnTo>
                <a:lnTo>
                  <a:pt x="248" y="911"/>
                </a:lnTo>
                <a:lnTo>
                  <a:pt x="248" y="910"/>
                </a:lnTo>
                <a:lnTo>
                  <a:pt x="248" y="909"/>
                </a:lnTo>
                <a:lnTo>
                  <a:pt x="247" y="909"/>
                </a:lnTo>
                <a:lnTo>
                  <a:pt x="247" y="908"/>
                </a:lnTo>
                <a:lnTo>
                  <a:pt x="247" y="907"/>
                </a:lnTo>
                <a:lnTo>
                  <a:pt x="248" y="906"/>
                </a:lnTo>
                <a:lnTo>
                  <a:pt x="247" y="906"/>
                </a:lnTo>
                <a:lnTo>
                  <a:pt x="245" y="905"/>
                </a:lnTo>
                <a:lnTo>
                  <a:pt x="245" y="904"/>
                </a:lnTo>
                <a:lnTo>
                  <a:pt x="244" y="904"/>
                </a:lnTo>
                <a:lnTo>
                  <a:pt x="243" y="904"/>
                </a:lnTo>
                <a:lnTo>
                  <a:pt x="242" y="904"/>
                </a:lnTo>
                <a:lnTo>
                  <a:pt x="241" y="904"/>
                </a:lnTo>
                <a:lnTo>
                  <a:pt x="241" y="903"/>
                </a:lnTo>
                <a:lnTo>
                  <a:pt x="240" y="903"/>
                </a:lnTo>
                <a:lnTo>
                  <a:pt x="239" y="903"/>
                </a:lnTo>
                <a:lnTo>
                  <a:pt x="238" y="903"/>
                </a:lnTo>
                <a:lnTo>
                  <a:pt x="238" y="904"/>
                </a:lnTo>
                <a:lnTo>
                  <a:pt x="237" y="905"/>
                </a:lnTo>
                <a:lnTo>
                  <a:pt x="237" y="904"/>
                </a:lnTo>
                <a:lnTo>
                  <a:pt x="236" y="905"/>
                </a:lnTo>
                <a:lnTo>
                  <a:pt x="235" y="905"/>
                </a:lnTo>
                <a:lnTo>
                  <a:pt x="235" y="904"/>
                </a:lnTo>
                <a:lnTo>
                  <a:pt x="233" y="904"/>
                </a:lnTo>
                <a:lnTo>
                  <a:pt x="232" y="903"/>
                </a:lnTo>
                <a:lnTo>
                  <a:pt x="233" y="903"/>
                </a:lnTo>
                <a:lnTo>
                  <a:pt x="233" y="902"/>
                </a:lnTo>
                <a:lnTo>
                  <a:pt x="233" y="901"/>
                </a:lnTo>
                <a:lnTo>
                  <a:pt x="232" y="901"/>
                </a:lnTo>
                <a:lnTo>
                  <a:pt x="233" y="901"/>
                </a:lnTo>
                <a:lnTo>
                  <a:pt x="233" y="900"/>
                </a:lnTo>
                <a:lnTo>
                  <a:pt x="234" y="900"/>
                </a:lnTo>
                <a:lnTo>
                  <a:pt x="233" y="897"/>
                </a:lnTo>
                <a:lnTo>
                  <a:pt x="232" y="897"/>
                </a:lnTo>
                <a:lnTo>
                  <a:pt x="231" y="897"/>
                </a:lnTo>
                <a:lnTo>
                  <a:pt x="231" y="896"/>
                </a:lnTo>
                <a:lnTo>
                  <a:pt x="231" y="895"/>
                </a:lnTo>
                <a:lnTo>
                  <a:pt x="230" y="894"/>
                </a:lnTo>
                <a:lnTo>
                  <a:pt x="230" y="895"/>
                </a:lnTo>
                <a:lnTo>
                  <a:pt x="229" y="895"/>
                </a:lnTo>
                <a:lnTo>
                  <a:pt x="229" y="894"/>
                </a:lnTo>
                <a:lnTo>
                  <a:pt x="229" y="893"/>
                </a:lnTo>
                <a:lnTo>
                  <a:pt x="229" y="892"/>
                </a:lnTo>
                <a:lnTo>
                  <a:pt x="228" y="891"/>
                </a:lnTo>
                <a:lnTo>
                  <a:pt x="227" y="890"/>
                </a:lnTo>
                <a:lnTo>
                  <a:pt x="227" y="889"/>
                </a:lnTo>
                <a:lnTo>
                  <a:pt x="227" y="888"/>
                </a:lnTo>
                <a:lnTo>
                  <a:pt x="228" y="887"/>
                </a:lnTo>
                <a:lnTo>
                  <a:pt x="229" y="887"/>
                </a:lnTo>
                <a:lnTo>
                  <a:pt x="229" y="886"/>
                </a:lnTo>
                <a:lnTo>
                  <a:pt x="229" y="885"/>
                </a:lnTo>
                <a:lnTo>
                  <a:pt x="230" y="885"/>
                </a:lnTo>
                <a:lnTo>
                  <a:pt x="231" y="885"/>
                </a:lnTo>
                <a:lnTo>
                  <a:pt x="232" y="883"/>
                </a:lnTo>
                <a:lnTo>
                  <a:pt x="233" y="881"/>
                </a:lnTo>
                <a:lnTo>
                  <a:pt x="233" y="880"/>
                </a:lnTo>
                <a:lnTo>
                  <a:pt x="234" y="880"/>
                </a:lnTo>
                <a:lnTo>
                  <a:pt x="235" y="880"/>
                </a:lnTo>
                <a:lnTo>
                  <a:pt x="235" y="881"/>
                </a:lnTo>
                <a:lnTo>
                  <a:pt x="236" y="880"/>
                </a:lnTo>
                <a:lnTo>
                  <a:pt x="237" y="880"/>
                </a:lnTo>
                <a:lnTo>
                  <a:pt x="237" y="879"/>
                </a:lnTo>
                <a:lnTo>
                  <a:pt x="237" y="878"/>
                </a:lnTo>
                <a:lnTo>
                  <a:pt x="233" y="878"/>
                </a:lnTo>
                <a:lnTo>
                  <a:pt x="233" y="879"/>
                </a:lnTo>
                <a:lnTo>
                  <a:pt x="232" y="879"/>
                </a:lnTo>
                <a:lnTo>
                  <a:pt x="232" y="878"/>
                </a:lnTo>
                <a:lnTo>
                  <a:pt x="232" y="877"/>
                </a:lnTo>
                <a:lnTo>
                  <a:pt x="232" y="876"/>
                </a:lnTo>
                <a:lnTo>
                  <a:pt x="231" y="876"/>
                </a:lnTo>
                <a:lnTo>
                  <a:pt x="231" y="875"/>
                </a:lnTo>
                <a:lnTo>
                  <a:pt x="230" y="875"/>
                </a:lnTo>
                <a:lnTo>
                  <a:pt x="229" y="875"/>
                </a:lnTo>
                <a:lnTo>
                  <a:pt x="227" y="875"/>
                </a:lnTo>
                <a:lnTo>
                  <a:pt x="227" y="874"/>
                </a:lnTo>
                <a:lnTo>
                  <a:pt x="227" y="873"/>
                </a:lnTo>
                <a:lnTo>
                  <a:pt x="227" y="872"/>
                </a:lnTo>
                <a:lnTo>
                  <a:pt x="228" y="872"/>
                </a:lnTo>
                <a:lnTo>
                  <a:pt x="228" y="871"/>
                </a:lnTo>
                <a:lnTo>
                  <a:pt x="228" y="870"/>
                </a:lnTo>
                <a:lnTo>
                  <a:pt x="227" y="870"/>
                </a:lnTo>
                <a:lnTo>
                  <a:pt x="227" y="869"/>
                </a:lnTo>
                <a:lnTo>
                  <a:pt x="227" y="868"/>
                </a:lnTo>
                <a:lnTo>
                  <a:pt x="228" y="867"/>
                </a:lnTo>
                <a:lnTo>
                  <a:pt x="228" y="866"/>
                </a:lnTo>
                <a:lnTo>
                  <a:pt x="228" y="865"/>
                </a:lnTo>
                <a:lnTo>
                  <a:pt x="228" y="864"/>
                </a:lnTo>
                <a:lnTo>
                  <a:pt x="229" y="863"/>
                </a:lnTo>
                <a:lnTo>
                  <a:pt x="230" y="862"/>
                </a:lnTo>
                <a:lnTo>
                  <a:pt x="231" y="860"/>
                </a:lnTo>
                <a:lnTo>
                  <a:pt x="230" y="860"/>
                </a:lnTo>
                <a:lnTo>
                  <a:pt x="229" y="860"/>
                </a:lnTo>
                <a:lnTo>
                  <a:pt x="228" y="860"/>
                </a:lnTo>
                <a:lnTo>
                  <a:pt x="227" y="859"/>
                </a:lnTo>
                <a:lnTo>
                  <a:pt x="227" y="857"/>
                </a:lnTo>
                <a:lnTo>
                  <a:pt x="226" y="857"/>
                </a:lnTo>
                <a:lnTo>
                  <a:pt x="225" y="856"/>
                </a:lnTo>
                <a:lnTo>
                  <a:pt x="224" y="856"/>
                </a:lnTo>
                <a:lnTo>
                  <a:pt x="224" y="855"/>
                </a:lnTo>
                <a:lnTo>
                  <a:pt x="223" y="855"/>
                </a:lnTo>
                <a:lnTo>
                  <a:pt x="223" y="854"/>
                </a:lnTo>
                <a:lnTo>
                  <a:pt x="223" y="853"/>
                </a:lnTo>
                <a:lnTo>
                  <a:pt x="222" y="851"/>
                </a:lnTo>
                <a:lnTo>
                  <a:pt x="221" y="851"/>
                </a:lnTo>
                <a:lnTo>
                  <a:pt x="221" y="850"/>
                </a:lnTo>
                <a:lnTo>
                  <a:pt x="222" y="849"/>
                </a:lnTo>
                <a:lnTo>
                  <a:pt x="221" y="848"/>
                </a:lnTo>
                <a:lnTo>
                  <a:pt x="219" y="847"/>
                </a:lnTo>
                <a:lnTo>
                  <a:pt x="218" y="847"/>
                </a:lnTo>
                <a:lnTo>
                  <a:pt x="217" y="847"/>
                </a:lnTo>
                <a:lnTo>
                  <a:pt x="217" y="846"/>
                </a:lnTo>
                <a:lnTo>
                  <a:pt x="216" y="845"/>
                </a:lnTo>
                <a:lnTo>
                  <a:pt x="216" y="844"/>
                </a:lnTo>
                <a:lnTo>
                  <a:pt x="215" y="845"/>
                </a:lnTo>
                <a:lnTo>
                  <a:pt x="214" y="845"/>
                </a:lnTo>
                <a:lnTo>
                  <a:pt x="213" y="844"/>
                </a:lnTo>
                <a:lnTo>
                  <a:pt x="212" y="844"/>
                </a:lnTo>
                <a:lnTo>
                  <a:pt x="212" y="845"/>
                </a:lnTo>
                <a:lnTo>
                  <a:pt x="212" y="846"/>
                </a:lnTo>
                <a:lnTo>
                  <a:pt x="211" y="846"/>
                </a:lnTo>
                <a:lnTo>
                  <a:pt x="210" y="845"/>
                </a:lnTo>
                <a:lnTo>
                  <a:pt x="209" y="844"/>
                </a:lnTo>
                <a:lnTo>
                  <a:pt x="208" y="842"/>
                </a:lnTo>
                <a:lnTo>
                  <a:pt x="209" y="842"/>
                </a:lnTo>
                <a:lnTo>
                  <a:pt x="209" y="841"/>
                </a:lnTo>
                <a:lnTo>
                  <a:pt x="210" y="841"/>
                </a:lnTo>
                <a:lnTo>
                  <a:pt x="209" y="840"/>
                </a:lnTo>
                <a:lnTo>
                  <a:pt x="209" y="838"/>
                </a:lnTo>
                <a:lnTo>
                  <a:pt x="209" y="837"/>
                </a:lnTo>
                <a:lnTo>
                  <a:pt x="208" y="837"/>
                </a:lnTo>
                <a:lnTo>
                  <a:pt x="207" y="837"/>
                </a:lnTo>
                <a:lnTo>
                  <a:pt x="206" y="835"/>
                </a:lnTo>
                <a:lnTo>
                  <a:pt x="206" y="834"/>
                </a:lnTo>
                <a:lnTo>
                  <a:pt x="206" y="833"/>
                </a:lnTo>
                <a:lnTo>
                  <a:pt x="204" y="833"/>
                </a:lnTo>
                <a:lnTo>
                  <a:pt x="203" y="833"/>
                </a:lnTo>
                <a:lnTo>
                  <a:pt x="203" y="832"/>
                </a:lnTo>
                <a:lnTo>
                  <a:pt x="202" y="832"/>
                </a:lnTo>
                <a:lnTo>
                  <a:pt x="201" y="831"/>
                </a:lnTo>
                <a:lnTo>
                  <a:pt x="201" y="830"/>
                </a:lnTo>
                <a:lnTo>
                  <a:pt x="200" y="830"/>
                </a:lnTo>
                <a:lnTo>
                  <a:pt x="199" y="829"/>
                </a:lnTo>
                <a:lnTo>
                  <a:pt x="199" y="828"/>
                </a:lnTo>
                <a:lnTo>
                  <a:pt x="200" y="827"/>
                </a:lnTo>
                <a:lnTo>
                  <a:pt x="199" y="826"/>
                </a:lnTo>
                <a:lnTo>
                  <a:pt x="199" y="824"/>
                </a:lnTo>
                <a:lnTo>
                  <a:pt x="200" y="823"/>
                </a:lnTo>
                <a:lnTo>
                  <a:pt x="200" y="822"/>
                </a:lnTo>
                <a:lnTo>
                  <a:pt x="199" y="822"/>
                </a:lnTo>
                <a:lnTo>
                  <a:pt x="200" y="821"/>
                </a:lnTo>
                <a:lnTo>
                  <a:pt x="201" y="820"/>
                </a:lnTo>
                <a:lnTo>
                  <a:pt x="201" y="817"/>
                </a:lnTo>
                <a:lnTo>
                  <a:pt x="201" y="816"/>
                </a:lnTo>
                <a:lnTo>
                  <a:pt x="200" y="816"/>
                </a:lnTo>
                <a:lnTo>
                  <a:pt x="202" y="814"/>
                </a:lnTo>
                <a:lnTo>
                  <a:pt x="203" y="813"/>
                </a:lnTo>
                <a:lnTo>
                  <a:pt x="205" y="813"/>
                </a:lnTo>
                <a:lnTo>
                  <a:pt x="207" y="814"/>
                </a:lnTo>
                <a:lnTo>
                  <a:pt x="208" y="814"/>
                </a:lnTo>
                <a:lnTo>
                  <a:pt x="209" y="814"/>
                </a:lnTo>
                <a:lnTo>
                  <a:pt x="210" y="813"/>
                </a:lnTo>
                <a:lnTo>
                  <a:pt x="211" y="813"/>
                </a:lnTo>
                <a:lnTo>
                  <a:pt x="212" y="813"/>
                </a:lnTo>
                <a:lnTo>
                  <a:pt x="213" y="813"/>
                </a:lnTo>
                <a:lnTo>
                  <a:pt x="213" y="812"/>
                </a:lnTo>
                <a:lnTo>
                  <a:pt x="213" y="811"/>
                </a:lnTo>
                <a:lnTo>
                  <a:pt x="213" y="810"/>
                </a:lnTo>
                <a:lnTo>
                  <a:pt x="214" y="810"/>
                </a:lnTo>
                <a:lnTo>
                  <a:pt x="215" y="809"/>
                </a:lnTo>
                <a:lnTo>
                  <a:pt x="216" y="809"/>
                </a:lnTo>
                <a:lnTo>
                  <a:pt x="216" y="807"/>
                </a:lnTo>
                <a:lnTo>
                  <a:pt x="215" y="807"/>
                </a:lnTo>
                <a:lnTo>
                  <a:pt x="213" y="807"/>
                </a:lnTo>
                <a:lnTo>
                  <a:pt x="213" y="806"/>
                </a:lnTo>
                <a:lnTo>
                  <a:pt x="213" y="805"/>
                </a:lnTo>
                <a:lnTo>
                  <a:pt x="213" y="804"/>
                </a:lnTo>
                <a:lnTo>
                  <a:pt x="214" y="804"/>
                </a:lnTo>
                <a:lnTo>
                  <a:pt x="214" y="803"/>
                </a:lnTo>
                <a:lnTo>
                  <a:pt x="213" y="802"/>
                </a:lnTo>
                <a:lnTo>
                  <a:pt x="213" y="801"/>
                </a:lnTo>
                <a:lnTo>
                  <a:pt x="214" y="801"/>
                </a:lnTo>
                <a:lnTo>
                  <a:pt x="214" y="800"/>
                </a:lnTo>
                <a:lnTo>
                  <a:pt x="211" y="799"/>
                </a:lnTo>
                <a:lnTo>
                  <a:pt x="210" y="797"/>
                </a:lnTo>
                <a:lnTo>
                  <a:pt x="210" y="795"/>
                </a:lnTo>
                <a:lnTo>
                  <a:pt x="211" y="794"/>
                </a:lnTo>
                <a:lnTo>
                  <a:pt x="212" y="793"/>
                </a:lnTo>
                <a:lnTo>
                  <a:pt x="213" y="793"/>
                </a:lnTo>
                <a:lnTo>
                  <a:pt x="213" y="792"/>
                </a:lnTo>
                <a:lnTo>
                  <a:pt x="213" y="791"/>
                </a:lnTo>
                <a:lnTo>
                  <a:pt x="213" y="790"/>
                </a:lnTo>
                <a:lnTo>
                  <a:pt x="213" y="789"/>
                </a:lnTo>
                <a:lnTo>
                  <a:pt x="214" y="789"/>
                </a:lnTo>
                <a:lnTo>
                  <a:pt x="215" y="789"/>
                </a:lnTo>
                <a:lnTo>
                  <a:pt x="215" y="788"/>
                </a:lnTo>
                <a:lnTo>
                  <a:pt x="216" y="788"/>
                </a:lnTo>
                <a:lnTo>
                  <a:pt x="216" y="787"/>
                </a:lnTo>
                <a:lnTo>
                  <a:pt x="217" y="786"/>
                </a:lnTo>
                <a:lnTo>
                  <a:pt x="218" y="786"/>
                </a:lnTo>
                <a:lnTo>
                  <a:pt x="220" y="786"/>
                </a:lnTo>
                <a:lnTo>
                  <a:pt x="220" y="785"/>
                </a:lnTo>
                <a:lnTo>
                  <a:pt x="219" y="785"/>
                </a:lnTo>
                <a:lnTo>
                  <a:pt x="220" y="785"/>
                </a:lnTo>
                <a:lnTo>
                  <a:pt x="221" y="784"/>
                </a:lnTo>
                <a:lnTo>
                  <a:pt x="221" y="785"/>
                </a:lnTo>
                <a:lnTo>
                  <a:pt x="222" y="785"/>
                </a:lnTo>
                <a:lnTo>
                  <a:pt x="223" y="785"/>
                </a:lnTo>
                <a:lnTo>
                  <a:pt x="224" y="784"/>
                </a:lnTo>
                <a:lnTo>
                  <a:pt x="224" y="783"/>
                </a:lnTo>
                <a:lnTo>
                  <a:pt x="224" y="782"/>
                </a:lnTo>
                <a:lnTo>
                  <a:pt x="224" y="781"/>
                </a:lnTo>
                <a:lnTo>
                  <a:pt x="225" y="781"/>
                </a:lnTo>
                <a:lnTo>
                  <a:pt x="226" y="781"/>
                </a:lnTo>
                <a:lnTo>
                  <a:pt x="226" y="780"/>
                </a:lnTo>
                <a:lnTo>
                  <a:pt x="227" y="780"/>
                </a:lnTo>
                <a:lnTo>
                  <a:pt x="227" y="779"/>
                </a:lnTo>
                <a:lnTo>
                  <a:pt x="227" y="778"/>
                </a:lnTo>
                <a:lnTo>
                  <a:pt x="229" y="777"/>
                </a:lnTo>
                <a:lnTo>
                  <a:pt x="230" y="776"/>
                </a:lnTo>
                <a:lnTo>
                  <a:pt x="229" y="775"/>
                </a:lnTo>
                <a:lnTo>
                  <a:pt x="230" y="775"/>
                </a:lnTo>
                <a:lnTo>
                  <a:pt x="231" y="774"/>
                </a:lnTo>
                <a:lnTo>
                  <a:pt x="232" y="774"/>
                </a:lnTo>
                <a:lnTo>
                  <a:pt x="233" y="773"/>
                </a:lnTo>
                <a:lnTo>
                  <a:pt x="234" y="772"/>
                </a:lnTo>
                <a:lnTo>
                  <a:pt x="234" y="771"/>
                </a:lnTo>
                <a:lnTo>
                  <a:pt x="235" y="771"/>
                </a:lnTo>
                <a:lnTo>
                  <a:pt x="236" y="770"/>
                </a:lnTo>
                <a:lnTo>
                  <a:pt x="237" y="770"/>
                </a:lnTo>
                <a:lnTo>
                  <a:pt x="238" y="770"/>
                </a:lnTo>
                <a:lnTo>
                  <a:pt x="238" y="769"/>
                </a:lnTo>
                <a:lnTo>
                  <a:pt x="239" y="769"/>
                </a:lnTo>
                <a:lnTo>
                  <a:pt x="240" y="769"/>
                </a:lnTo>
                <a:lnTo>
                  <a:pt x="241" y="768"/>
                </a:lnTo>
                <a:lnTo>
                  <a:pt x="242" y="767"/>
                </a:lnTo>
                <a:lnTo>
                  <a:pt x="243" y="768"/>
                </a:lnTo>
                <a:lnTo>
                  <a:pt x="244" y="768"/>
                </a:lnTo>
                <a:lnTo>
                  <a:pt x="244" y="767"/>
                </a:lnTo>
                <a:lnTo>
                  <a:pt x="245" y="767"/>
                </a:lnTo>
                <a:lnTo>
                  <a:pt x="246" y="767"/>
                </a:lnTo>
                <a:lnTo>
                  <a:pt x="246" y="768"/>
                </a:lnTo>
                <a:lnTo>
                  <a:pt x="247" y="767"/>
                </a:lnTo>
                <a:lnTo>
                  <a:pt x="246" y="767"/>
                </a:lnTo>
                <a:lnTo>
                  <a:pt x="246" y="766"/>
                </a:lnTo>
                <a:lnTo>
                  <a:pt x="246" y="765"/>
                </a:lnTo>
                <a:lnTo>
                  <a:pt x="245" y="765"/>
                </a:lnTo>
                <a:lnTo>
                  <a:pt x="245" y="764"/>
                </a:lnTo>
                <a:lnTo>
                  <a:pt x="245" y="763"/>
                </a:lnTo>
                <a:lnTo>
                  <a:pt x="245" y="762"/>
                </a:lnTo>
                <a:lnTo>
                  <a:pt x="244" y="761"/>
                </a:lnTo>
                <a:lnTo>
                  <a:pt x="243" y="759"/>
                </a:lnTo>
                <a:lnTo>
                  <a:pt x="243" y="757"/>
                </a:lnTo>
                <a:lnTo>
                  <a:pt x="243" y="756"/>
                </a:lnTo>
                <a:lnTo>
                  <a:pt x="242" y="756"/>
                </a:lnTo>
                <a:lnTo>
                  <a:pt x="241" y="756"/>
                </a:lnTo>
                <a:lnTo>
                  <a:pt x="240" y="756"/>
                </a:lnTo>
                <a:lnTo>
                  <a:pt x="239" y="756"/>
                </a:lnTo>
                <a:lnTo>
                  <a:pt x="239" y="757"/>
                </a:lnTo>
                <a:lnTo>
                  <a:pt x="238" y="758"/>
                </a:lnTo>
                <a:lnTo>
                  <a:pt x="237" y="757"/>
                </a:lnTo>
                <a:lnTo>
                  <a:pt x="236" y="757"/>
                </a:lnTo>
                <a:lnTo>
                  <a:pt x="235" y="757"/>
                </a:lnTo>
                <a:lnTo>
                  <a:pt x="234" y="756"/>
                </a:lnTo>
                <a:lnTo>
                  <a:pt x="234" y="755"/>
                </a:lnTo>
                <a:lnTo>
                  <a:pt x="234" y="754"/>
                </a:lnTo>
                <a:lnTo>
                  <a:pt x="233" y="753"/>
                </a:lnTo>
                <a:lnTo>
                  <a:pt x="232" y="753"/>
                </a:lnTo>
                <a:lnTo>
                  <a:pt x="231" y="753"/>
                </a:lnTo>
                <a:lnTo>
                  <a:pt x="231" y="752"/>
                </a:lnTo>
                <a:lnTo>
                  <a:pt x="230" y="752"/>
                </a:lnTo>
                <a:lnTo>
                  <a:pt x="230" y="753"/>
                </a:lnTo>
                <a:lnTo>
                  <a:pt x="230" y="752"/>
                </a:lnTo>
                <a:lnTo>
                  <a:pt x="229" y="751"/>
                </a:lnTo>
                <a:lnTo>
                  <a:pt x="228" y="752"/>
                </a:lnTo>
                <a:lnTo>
                  <a:pt x="227" y="752"/>
                </a:lnTo>
                <a:lnTo>
                  <a:pt x="227" y="753"/>
                </a:lnTo>
                <a:lnTo>
                  <a:pt x="226" y="753"/>
                </a:lnTo>
                <a:lnTo>
                  <a:pt x="225" y="752"/>
                </a:lnTo>
                <a:lnTo>
                  <a:pt x="224" y="752"/>
                </a:lnTo>
                <a:lnTo>
                  <a:pt x="223" y="752"/>
                </a:lnTo>
                <a:lnTo>
                  <a:pt x="223" y="753"/>
                </a:lnTo>
                <a:lnTo>
                  <a:pt x="222" y="753"/>
                </a:lnTo>
                <a:lnTo>
                  <a:pt x="222" y="752"/>
                </a:lnTo>
                <a:lnTo>
                  <a:pt x="222" y="750"/>
                </a:lnTo>
                <a:lnTo>
                  <a:pt x="222" y="749"/>
                </a:lnTo>
                <a:lnTo>
                  <a:pt x="222" y="748"/>
                </a:lnTo>
                <a:lnTo>
                  <a:pt x="222" y="747"/>
                </a:lnTo>
                <a:lnTo>
                  <a:pt x="221" y="747"/>
                </a:lnTo>
                <a:lnTo>
                  <a:pt x="219" y="746"/>
                </a:lnTo>
                <a:lnTo>
                  <a:pt x="218" y="745"/>
                </a:lnTo>
                <a:lnTo>
                  <a:pt x="218" y="744"/>
                </a:lnTo>
                <a:lnTo>
                  <a:pt x="217" y="744"/>
                </a:lnTo>
                <a:lnTo>
                  <a:pt x="216" y="743"/>
                </a:lnTo>
                <a:lnTo>
                  <a:pt x="215" y="743"/>
                </a:lnTo>
                <a:lnTo>
                  <a:pt x="214" y="743"/>
                </a:lnTo>
                <a:lnTo>
                  <a:pt x="213" y="743"/>
                </a:lnTo>
                <a:lnTo>
                  <a:pt x="213" y="742"/>
                </a:lnTo>
                <a:lnTo>
                  <a:pt x="212" y="741"/>
                </a:lnTo>
                <a:lnTo>
                  <a:pt x="212" y="739"/>
                </a:lnTo>
                <a:lnTo>
                  <a:pt x="212" y="738"/>
                </a:lnTo>
                <a:lnTo>
                  <a:pt x="211" y="738"/>
                </a:lnTo>
                <a:lnTo>
                  <a:pt x="211" y="737"/>
                </a:lnTo>
                <a:lnTo>
                  <a:pt x="212" y="737"/>
                </a:lnTo>
                <a:lnTo>
                  <a:pt x="212" y="736"/>
                </a:lnTo>
                <a:lnTo>
                  <a:pt x="211" y="736"/>
                </a:lnTo>
                <a:lnTo>
                  <a:pt x="211" y="735"/>
                </a:lnTo>
                <a:lnTo>
                  <a:pt x="210" y="734"/>
                </a:lnTo>
                <a:lnTo>
                  <a:pt x="210" y="733"/>
                </a:lnTo>
                <a:lnTo>
                  <a:pt x="209" y="732"/>
                </a:lnTo>
                <a:lnTo>
                  <a:pt x="208" y="732"/>
                </a:lnTo>
                <a:lnTo>
                  <a:pt x="206" y="733"/>
                </a:lnTo>
                <a:lnTo>
                  <a:pt x="205" y="733"/>
                </a:lnTo>
                <a:lnTo>
                  <a:pt x="205" y="734"/>
                </a:lnTo>
                <a:lnTo>
                  <a:pt x="204" y="735"/>
                </a:lnTo>
                <a:lnTo>
                  <a:pt x="204" y="736"/>
                </a:lnTo>
                <a:lnTo>
                  <a:pt x="203" y="737"/>
                </a:lnTo>
                <a:lnTo>
                  <a:pt x="201" y="738"/>
                </a:lnTo>
                <a:lnTo>
                  <a:pt x="199" y="738"/>
                </a:lnTo>
                <a:lnTo>
                  <a:pt x="198" y="737"/>
                </a:lnTo>
                <a:lnTo>
                  <a:pt x="197" y="738"/>
                </a:lnTo>
                <a:lnTo>
                  <a:pt x="196" y="738"/>
                </a:lnTo>
                <a:lnTo>
                  <a:pt x="195" y="738"/>
                </a:lnTo>
                <a:lnTo>
                  <a:pt x="194" y="738"/>
                </a:lnTo>
                <a:lnTo>
                  <a:pt x="194" y="739"/>
                </a:lnTo>
                <a:lnTo>
                  <a:pt x="194" y="740"/>
                </a:lnTo>
                <a:lnTo>
                  <a:pt x="194" y="741"/>
                </a:lnTo>
                <a:lnTo>
                  <a:pt x="193" y="742"/>
                </a:lnTo>
                <a:lnTo>
                  <a:pt x="192" y="743"/>
                </a:lnTo>
                <a:lnTo>
                  <a:pt x="191" y="742"/>
                </a:lnTo>
                <a:lnTo>
                  <a:pt x="191" y="741"/>
                </a:lnTo>
                <a:lnTo>
                  <a:pt x="191" y="740"/>
                </a:lnTo>
                <a:lnTo>
                  <a:pt x="190" y="739"/>
                </a:lnTo>
                <a:lnTo>
                  <a:pt x="190" y="738"/>
                </a:lnTo>
                <a:lnTo>
                  <a:pt x="189" y="737"/>
                </a:lnTo>
                <a:lnTo>
                  <a:pt x="189" y="736"/>
                </a:lnTo>
                <a:lnTo>
                  <a:pt x="188" y="736"/>
                </a:lnTo>
                <a:lnTo>
                  <a:pt x="188" y="735"/>
                </a:lnTo>
                <a:lnTo>
                  <a:pt x="187" y="735"/>
                </a:lnTo>
                <a:lnTo>
                  <a:pt x="187" y="734"/>
                </a:lnTo>
                <a:lnTo>
                  <a:pt x="186" y="733"/>
                </a:lnTo>
                <a:lnTo>
                  <a:pt x="185" y="733"/>
                </a:lnTo>
                <a:lnTo>
                  <a:pt x="184" y="733"/>
                </a:lnTo>
                <a:lnTo>
                  <a:pt x="184" y="732"/>
                </a:lnTo>
                <a:lnTo>
                  <a:pt x="184" y="731"/>
                </a:lnTo>
                <a:lnTo>
                  <a:pt x="183" y="730"/>
                </a:lnTo>
                <a:lnTo>
                  <a:pt x="183" y="729"/>
                </a:lnTo>
                <a:lnTo>
                  <a:pt x="182" y="728"/>
                </a:lnTo>
                <a:lnTo>
                  <a:pt x="181" y="728"/>
                </a:lnTo>
                <a:lnTo>
                  <a:pt x="180" y="728"/>
                </a:lnTo>
                <a:lnTo>
                  <a:pt x="179" y="727"/>
                </a:lnTo>
                <a:lnTo>
                  <a:pt x="179" y="726"/>
                </a:lnTo>
                <a:lnTo>
                  <a:pt x="179" y="725"/>
                </a:lnTo>
                <a:lnTo>
                  <a:pt x="179" y="724"/>
                </a:lnTo>
                <a:lnTo>
                  <a:pt x="178" y="724"/>
                </a:lnTo>
                <a:lnTo>
                  <a:pt x="177" y="724"/>
                </a:lnTo>
                <a:lnTo>
                  <a:pt x="176" y="724"/>
                </a:lnTo>
                <a:lnTo>
                  <a:pt x="175" y="724"/>
                </a:lnTo>
                <a:lnTo>
                  <a:pt x="174" y="724"/>
                </a:lnTo>
                <a:lnTo>
                  <a:pt x="173" y="723"/>
                </a:lnTo>
                <a:lnTo>
                  <a:pt x="172" y="723"/>
                </a:lnTo>
                <a:lnTo>
                  <a:pt x="171" y="723"/>
                </a:lnTo>
                <a:lnTo>
                  <a:pt x="170" y="723"/>
                </a:lnTo>
                <a:lnTo>
                  <a:pt x="170" y="722"/>
                </a:lnTo>
                <a:lnTo>
                  <a:pt x="169" y="722"/>
                </a:lnTo>
                <a:lnTo>
                  <a:pt x="168" y="721"/>
                </a:lnTo>
                <a:lnTo>
                  <a:pt x="167" y="721"/>
                </a:lnTo>
                <a:lnTo>
                  <a:pt x="167" y="722"/>
                </a:lnTo>
                <a:lnTo>
                  <a:pt x="167" y="723"/>
                </a:lnTo>
                <a:lnTo>
                  <a:pt x="167" y="725"/>
                </a:lnTo>
                <a:lnTo>
                  <a:pt x="167" y="726"/>
                </a:lnTo>
                <a:lnTo>
                  <a:pt x="166" y="727"/>
                </a:lnTo>
                <a:lnTo>
                  <a:pt x="166" y="729"/>
                </a:lnTo>
                <a:lnTo>
                  <a:pt x="165" y="729"/>
                </a:lnTo>
                <a:lnTo>
                  <a:pt x="164" y="729"/>
                </a:lnTo>
                <a:lnTo>
                  <a:pt x="163" y="730"/>
                </a:lnTo>
                <a:lnTo>
                  <a:pt x="162" y="731"/>
                </a:lnTo>
                <a:lnTo>
                  <a:pt x="161" y="732"/>
                </a:lnTo>
                <a:lnTo>
                  <a:pt x="161" y="733"/>
                </a:lnTo>
                <a:lnTo>
                  <a:pt x="161" y="734"/>
                </a:lnTo>
                <a:lnTo>
                  <a:pt x="161" y="735"/>
                </a:lnTo>
                <a:lnTo>
                  <a:pt x="160" y="734"/>
                </a:lnTo>
                <a:lnTo>
                  <a:pt x="160" y="735"/>
                </a:lnTo>
                <a:lnTo>
                  <a:pt x="160" y="736"/>
                </a:lnTo>
                <a:lnTo>
                  <a:pt x="160" y="737"/>
                </a:lnTo>
                <a:lnTo>
                  <a:pt x="160" y="738"/>
                </a:lnTo>
                <a:lnTo>
                  <a:pt x="159" y="738"/>
                </a:lnTo>
                <a:lnTo>
                  <a:pt x="158" y="738"/>
                </a:lnTo>
                <a:lnTo>
                  <a:pt x="158" y="737"/>
                </a:lnTo>
                <a:lnTo>
                  <a:pt x="157" y="737"/>
                </a:lnTo>
                <a:lnTo>
                  <a:pt x="155" y="736"/>
                </a:lnTo>
                <a:lnTo>
                  <a:pt x="154" y="735"/>
                </a:lnTo>
                <a:lnTo>
                  <a:pt x="153" y="735"/>
                </a:lnTo>
                <a:lnTo>
                  <a:pt x="153" y="734"/>
                </a:lnTo>
                <a:lnTo>
                  <a:pt x="153" y="733"/>
                </a:lnTo>
                <a:lnTo>
                  <a:pt x="153" y="732"/>
                </a:lnTo>
                <a:lnTo>
                  <a:pt x="151" y="731"/>
                </a:lnTo>
                <a:lnTo>
                  <a:pt x="151" y="730"/>
                </a:lnTo>
                <a:lnTo>
                  <a:pt x="151" y="729"/>
                </a:lnTo>
                <a:lnTo>
                  <a:pt x="150" y="729"/>
                </a:lnTo>
                <a:lnTo>
                  <a:pt x="149" y="728"/>
                </a:lnTo>
                <a:lnTo>
                  <a:pt x="148" y="727"/>
                </a:lnTo>
                <a:lnTo>
                  <a:pt x="149" y="726"/>
                </a:lnTo>
                <a:lnTo>
                  <a:pt x="149" y="724"/>
                </a:lnTo>
                <a:lnTo>
                  <a:pt x="149" y="723"/>
                </a:lnTo>
                <a:lnTo>
                  <a:pt x="149" y="722"/>
                </a:lnTo>
                <a:lnTo>
                  <a:pt x="149" y="721"/>
                </a:lnTo>
                <a:lnTo>
                  <a:pt x="149" y="720"/>
                </a:lnTo>
                <a:lnTo>
                  <a:pt x="148" y="719"/>
                </a:lnTo>
                <a:lnTo>
                  <a:pt x="147" y="719"/>
                </a:lnTo>
                <a:lnTo>
                  <a:pt x="147" y="718"/>
                </a:lnTo>
                <a:lnTo>
                  <a:pt x="146" y="717"/>
                </a:lnTo>
                <a:lnTo>
                  <a:pt x="146" y="716"/>
                </a:lnTo>
                <a:lnTo>
                  <a:pt x="145" y="716"/>
                </a:lnTo>
                <a:lnTo>
                  <a:pt x="145" y="715"/>
                </a:lnTo>
                <a:lnTo>
                  <a:pt x="144" y="714"/>
                </a:lnTo>
                <a:lnTo>
                  <a:pt x="143" y="714"/>
                </a:lnTo>
                <a:lnTo>
                  <a:pt x="142" y="715"/>
                </a:lnTo>
                <a:lnTo>
                  <a:pt x="142" y="716"/>
                </a:lnTo>
                <a:lnTo>
                  <a:pt x="141" y="715"/>
                </a:lnTo>
                <a:lnTo>
                  <a:pt x="139" y="714"/>
                </a:lnTo>
                <a:lnTo>
                  <a:pt x="138" y="715"/>
                </a:lnTo>
                <a:lnTo>
                  <a:pt x="137" y="716"/>
                </a:lnTo>
                <a:lnTo>
                  <a:pt x="136" y="715"/>
                </a:lnTo>
                <a:lnTo>
                  <a:pt x="136" y="714"/>
                </a:lnTo>
                <a:lnTo>
                  <a:pt x="135" y="713"/>
                </a:lnTo>
                <a:lnTo>
                  <a:pt x="134" y="712"/>
                </a:lnTo>
                <a:lnTo>
                  <a:pt x="133" y="712"/>
                </a:lnTo>
                <a:lnTo>
                  <a:pt x="133" y="711"/>
                </a:lnTo>
                <a:lnTo>
                  <a:pt x="133" y="710"/>
                </a:lnTo>
                <a:lnTo>
                  <a:pt x="134" y="710"/>
                </a:lnTo>
                <a:lnTo>
                  <a:pt x="134" y="709"/>
                </a:lnTo>
                <a:lnTo>
                  <a:pt x="133" y="707"/>
                </a:lnTo>
                <a:lnTo>
                  <a:pt x="134" y="707"/>
                </a:lnTo>
                <a:lnTo>
                  <a:pt x="134" y="706"/>
                </a:lnTo>
                <a:lnTo>
                  <a:pt x="134" y="704"/>
                </a:lnTo>
                <a:lnTo>
                  <a:pt x="133" y="704"/>
                </a:lnTo>
                <a:lnTo>
                  <a:pt x="133" y="705"/>
                </a:lnTo>
                <a:lnTo>
                  <a:pt x="133" y="706"/>
                </a:lnTo>
                <a:lnTo>
                  <a:pt x="132" y="706"/>
                </a:lnTo>
                <a:lnTo>
                  <a:pt x="131" y="705"/>
                </a:lnTo>
                <a:lnTo>
                  <a:pt x="131" y="704"/>
                </a:lnTo>
                <a:lnTo>
                  <a:pt x="130" y="703"/>
                </a:lnTo>
                <a:lnTo>
                  <a:pt x="131" y="703"/>
                </a:lnTo>
                <a:lnTo>
                  <a:pt x="130" y="701"/>
                </a:lnTo>
                <a:lnTo>
                  <a:pt x="130" y="700"/>
                </a:lnTo>
                <a:lnTo>
                  <a:pt x="130" y="699"/>
                </a:lnTo>
                <a:lnTo>
                  <a:pt x="129" y="699"/>
                </a:lnTo>
                <a:lnTo>
                  <a:pt x="128" y="699"/>
                </a:lnTo>
                <a:lnTo>
                  <a:pt x="128" y="698"/>
                </a:lnTo>
                <a:lnTo>
                  <a:pt x="127" y="699"/>
                </a:lnTo>
                <a:lnTo>
                  <a:pt x="126" y="699"/>
                </a:lnTo>
                <a:lnTo>
                  <a:pt x="125" y="699"/>
                </a:lnTo>
                <a:lnTo>
                  <a:pt x="125" y="700"/>
                </a:lnTo>
                <a:lnTo>
                  <a:pt x="125" y="701"/>
                </a:lnTo>
                <a:lnTo>
                  <a:pt x="124" y="701"/>
                </a:lnTo>
                <a:lnTo>
                  <a:pt x="124" y="702"/>
                </a:lnTo>
                <a:lnTo>
                  <a:pt x="123" y="702"/>
                </a:lnTo>
                <a:lnTo>
                  <a:pt x="123" y="701"/>
                </a:lnTo>
                <a:lnTo>
                  <a:pt x="122" y="701"/>
                </a:lnTo>
                <a:lnTo>
                  <a:pt x="122" y="700"/>
                </a:lnTo>
                <a:lnTo>
                  <a:pt x="121" y="701"/>
                </a:lnTo>
                <a:lnTo>
                  <a:pt x="120" y="701"/>
                </a:lnTo>
                <a:lnTo>
                  <a:pt x="118" y="700"/>
                </a:lnTo>
                <a:lnTo>
                  <a:pt x="117" y="700"/>
                </a:lnTo>
                <a:lnTo>
                  <a:pt x="117" y="699"/>
                </a:lnTo>
                <a:lnTo>
                  <a:pt x="118" y="699"/>
                </a:lnTo>
                <a:lnTo>
                  <a:pt x="119" y="699"/>
                </a:lnTo>
                <a:lnTo>
                  <a:pt x="119" y="697"/>
                </a:lnTo>
                <a:lnTo>
                  <a:pt x="119" y="696"/>
                </a:lnTo>
                <a:lnTo>
                  <a:pt x="118" y="696"/>
                </a:lnTo>
                <a:lnTo>
                  <a:pt x="117" y="695"/>
                </a:lnTo>
                <a:lnTo>
                  <a:pt x="118" y="695"/>
                </a:lnTo>
                <a:lnTo>
                  <a:pt x="119" y="695"/>
                </a:lnTo>
                <a:lnTo>
                  <a:pt x="119" y="694"/>
                </a:lnTo>
                <a:lnTo>
                  <a:pt x="119" y="693"/>
                </a:lnTo>
                <a:lnTo>
                  <a:pt x="120" y="692"/>
                </a:lnTo>
                <a:lnTo>
                  <a:pt x="120" y="691"/>
                </a:lnTo>
                <a:lnTo>
                  <a:pt x="119" y="690"/>
                </a:lnTo>
                <a:lnTo>
                  <a:pt x="118" y="690"/>
                </a:lnTo>
                <a:lnTo>
                  <a:pt x="118" y="689"/>
                </a:lnTo>
                <a:lnTo>
                  <a:pt x="117" y="689"/>
                </a:lnTo>
                <a:lnTo>
                  <a:pt x="117" y="688"/>
                </a:lnTo>
                <a:lnTo>
                  <a:pt x="116" y="688"/>
                </a:lnTo>
                <a:lnTo>
                  <a:pt x="117" y="687"/>
                </a:lnTo>
                <a:lnTo>
                  <a:pt x="117" y="686"/>
                </a:lnTo>
                <a:lnTo>
                  <a:pt x="118" y="686"/>
                </a:lnTo>
                <a:lnTo>
                  <a:pt x="118" y="684"/>
                </a:lnTo>
                <a:lnTo>
                  <a:pt x="118" y="683"/>
                </a:lnTo>
                <a:lnTo>
                  <a:pt x="118" y="682"/>
                </a:lnTo>
                <a:lnTo>
                  <a:pt x="118" y="681"/>
                </a:lnTo>
                <a:lnTo>
                  <a:pt x="118" y="680"/>
                </a:lnTo>
                <a:lnTo>
                  <a:pt x="118" y="679"/>
                </a:lnTo>
                <a:lnTo>
                  <a:pt x="118" y="678"/>
                </a:lnTo>
                <a:lnTo>
                  <a:pt x="117" y="678"/>
                </a:lnTo>
                <a:lnTo>
                  <a:pt x="117" y="677"/>
                </a:lnTo>
                <a:lnTo>
                  <a:pt x="117" y="676"/>
                </a:lnTo>
                <a:lnTo>
                  <a:pt x="116" y="675"/>
                </a:lnTo>
                <a:lnTo>
                  <a:pt x="116" y="674"/>
                </a:lnTo>
                <a:lnTo>
                  <a:pt x="115" y="673"/>
                </a:lnTo>
                <a:lnTo>
                  <a:pt x="115" y="672"/>
                </a:lnTo>
                <a:lnTo>
                  <a:pt x="115" y="671"/>
                </a:lnTo>
                <a:lnTo>
                  <a:pt x="114" y="671"/>
                </a:lnTo>
                <a:lnTo>
                  <a:pt x="114" y="670"/>
                </a:lnTo>
                <a:lnTo>
                  <a:pt x="114" y="669"/>
                </a:lnTo>
                <a:lnTo>
                  <a:pt x="115" y="669"/>
                </a:lnTo>
                <a:lnTo>
                  <a:pt x="116" y="668"/>
                </a:lnTo>
                <a:lnTo>
                  <a:pt x="117" y="667"/>
                </a:lnTo>
                <a:lnTo>
                  <a:pt x="118" y="666"/>
                </a:lnTo>
                <a:lnTo>
                  <a:pt x="118" y="665"/>
                </a:lnTo>
                <a:lnTo>
                  <a:pt x="119" y="665"/>
                </a:lnTo>
                <a:lnTo>
                  <a:pt x="120" y="664"/>
                </a:lnTo>
                <a:lnTo>
                  <a:pt x="121" y="663"/>
                </a:lnTo>
                <a:lnTo>
                  <a:pt x="121" y="662"/>
                </a:lnTo>
                <a:lnTo>
                  <a:pt x="122" y="662"/>
                </a:lnTo>
                <a:lnTo>
                  <a:pt x="121" y="662"/>
                </a:lnTo>
                <a:lnTo>
                  <a:pt x="122" y="662"/>
                </a:lnTo>
                <a:lnTo>
                  <a:pt x="122" y="661"/>
                </a:lnTo>
                <a:lnTo>
                  <a:pt x="122" y="660"/>
                </a:lnTo>
                <a:lnTo>
                  <a:pt x="122" y="659"/>
                </a:lnTo>
                <a:lnTo>
                  <a:pt x="123" y="659"/>
                </a:lnTo>
                <a:lnTo>
                  <a:pt x="123" y="658"/>
                </a:lnTo>
                <a:lnTo>
                  <a:pt x="123" y="657"/>
                </a:lnTo>
                <a:lnTo>
                  <a:pt x="123" y="656"/>
                </a:lnTo>
                <a:lnTo>
                  <a:pt x="123" y="655"/>
                </a:lnTo>
                <a:lnTo>
                  <a:pt x="122" y="654"/>
                </a:lnTo>
                <a:lnTo>
                  <a:pt x="123" y="654"/>
                </a:lnTo>
                <a:lnTo>
                  <a:pt x="123" y="653"/>
                </a:lnTo>
                <a:lnTo>
                  <a:pt x="123" y="652"/>
                </a:lnTo>
                <a:lnTo>
                  <a:pt x="124" y="652"/>
                </a:lnTo>
                <a:lnTo>
                  <a:pt x="124" y="651"/>
                </a:lnTo>
                <a:lnTo>
                  <a:pt x="124" y="650"/>
                </a:lnTo>
                <a:lnTo>
                  <a:pt x="123" y="650"/>
                </a:lnTo>
                <a:lnTo>
                  <a:pt x="124" y="649"/>
                </a:lnTo>
                <a:lnTo>
                  <a:pt x="125" y="649"/>
                </a:lnTo>
                <a:lnTo>
                  <a:pt x="125" y="648"/>
                </a:lnTo>
                <a:lnTo>
                  <a:pt x="126" y="648"/>
                </a:lnTo>
                <a:lnTo>
                  <a:pt x="127" y="648"/>
                </a:lnTo>
                <a:lnTo>
                  <a:pt x="127" y="647"/>
                </a:lnTo>
                <a:lnTo>
                  <a:pt x="128" y="647"/>
                </a:lnTo>
                <a:lnTo>
                  <a:pt x="128" y="646"/>
                </a:lnTo>
                <a:lnTo>
                  <a:pt x="129" y="646"/>
                </a:lnTo>
                <a:lnTo>
                  <a:pt x="130" y="645"/>
                </a:lnTo>
                <a:lnTo>
                  <a:pt x="131" y="645"/>
                </a:lnTo>
                <a:lnTo>
                  <a:pt x="131" y="644"/>
                </a:lnTo>
                <a:lnTo>
                  <a:pt x="132" y="643"/>
                </a:lnTo>
                <a:lnTo>
                  <a:pt x="132" y="642"/>
                </a:lnTo>
                <a:lnTo>
                  <a:pt x="132" y="641"/>
                </a:lnTo>
                <a:lnTo>
                  <a:pt x="131" y="641"/>
                </a:lnTo>
                <a:lnTo>
                  <a:pt x="131" y="640"/>
                </a:lnTo>
                <a:lnTo>
                  <a:pt x="130" y="640"/>
                </a:lnTo>
                <a:lnTo>
                  <a:pt x="130" y="639"/>
                </a:lnTo>
                <a:lnTo>
                  <a:pt x="130" y="638"/>
                </a:lnTo>
                <a:lnTo>
                  <a:pt x="129" y="638"/>
                </a:lnTo>
                <a:lnTo>
                  <a:pt x="129" y="637"/>
                </a:lnTo>
                <a:lnTo>
                  <a:pt x="130" y="637"/>
                </a:lnTo>
                <a:lnTo>
                  <a:pt x="130" y="636"/>
                </a:lnTo>
                <a:lnTo>
                  <a:pt x="130" y="635"/>
                </a:lnTo>
                <a:lnTo>
                  <a:pt x="130" y="634"/>
                </a:lnTo>
                <a:lnTo>
                  <a:pt x="131" y="633"/>
                </a:lnTo>
                <a:lnTo>
                  <a:pt x="131" y="632"/>
                </a:lnTo>
                <a:lnTo>
                  <a:pt x="131" y="631"/>
                </a:lnTo>
                <a:lnTo>
                  <a:pt x="132" y="631"/>
                </a:lnTo>
                <a:lnTo>
                  <a:pt x="132" y="630"/>
                </a:lnTo>
                <a:lnTo>
                  <a:pt x="133" y="630"/>
                </a:lnTo>
                <a:lnTo>
                  <a:pt x="134" y="629"/>
                </a:lnTo>
                <a:lnTo>
                  <a:pt x="135" y="628"/>
                </a:lnTo>
                <a:lnTo>
                  <a:pt x="135" y="627"/>
                </a:lnTo>
                <a:lnTo>
                  <a:pt x="136" y="626"/>
                </a:lnTo>
                <a:lnTo>
                  <a:pt x="136" y="625"/>
                </a:lnTo>
                <a:lnTo>
                  <a:pt x="137" y="625"/>
                </a:lnTo>
                <a:lnTo>
                  <a:pt x="138" y="625"/>
                </a:lnTo>
                <a:lnTo>
                  <a:pt x="139" y="625"/>
                </a:lnTo>
                <a:lnTo>
                  <a:pt x="140" y="625"/>
                </a:lnTo>
                <a:lnTo>
                  <a:pt x="141" y="625"/>
                </a:lnTo>
                <a:lnTo>
                  <a:pt x="141" y="624"/>
                </a:lnTo>
                <a:lnTo>
                  <a:pt x="143" y="623"/>
                </a:lnTo>
                <a:lnTo>
                  <a:pt x="143" y="622"/>
                </a:lnTo>
                <a:lnTo>
                  <a:pt x="144" y="622"/>
                </a:lnTo>
                <a:lnTo>
                  <a:pt x="145" y="622"/>
                </a:lnTo>
                <a:lnTo>
                  <a:pt x="146" y="621"/>
                </a:lnTo>
                <a:lnTo>
                  <a:pt x="146" y="620"/>
                </a:lnTo>
                <a:lnTo>
                  <a:pt x="146" y="619"/>
                </a:lnTo>
                <a:lnTo>
                  <a:pt x="147" y="619"/>
                </a:lnTo>
                <a:lnTo>
                  <a:pt x="147" y="618"/>
                </a:lnTo>
                <a:lnTo>
                  <a:pt x="148" y="618"/>
                </a:lnTo>
                <a:lnTo>
                  <a:pt x="148" y="617"/>
                </a:lnTo>
                <a:lnTo>
                  <a:pt x="149" y="617"/>
                </a:lnTo>
                <a:lnTo>
                  <a:pt x="149" y="616"/>
                </a:lnTo>
                <a:lnTo>
                  <a:pt x="150" y="616"/>
                </a:lnTo>
                <a:lnTo>
                  <a:pt x="151" y="616"/>
                </a:lnTo>
                <a:lnTo>
                  <a:pt x="151" y="615"/>
                </a:lnTo>
                <a:lnTo>
                  <a:pt x="152" y="615"/>
                </a:lnTo>
                <a:lnTo>
                  <a:pt x="152" y="614"/>
                </a:lnTo>
                <a:lnTo>
                  <a:pt x="153" y="613"/>
                </a:lnTo>
                <a:lnTo>
                  <a:pt x="153" y="612"/>
                </a:lnTo>
                <a:lnTo>
                  <a:pt x="154" y="611"/>
                </a:lnTo>
                <a:lnTo>
                  <a:pt x="155" y="611"/>
                </a:lnTo>
                <a:lnTo>
                  <a:pt x="156" y="610"/>
                </a:lnTo>
                <a:lnTo>
                  <a:pt x="157" y="610"/>
                </a:lnTo>
                <a:lnTo>
                  <a:pt x="158" y="610"/>
                </a:lnTo>
                <a:lnTo>
                  <a:pt x="159" y="609"/>
                </a:lnTo>
                <a:lnTo>
                  <a:pt x="159" y="608"/>
                </a:lnTo>
                <a:lnTo>
                  <a:pt x="159" y="607"/>
                </a:lnTo>
                <a:lnTo>
                  <a:pt x="160" y="607"/>
                </a:lnTo>
                <a:lnTo>
                  <a:pt x="160" y="606"/>
                </a:lnTo>
                <a:lnTo>
                  <a:pt x="161" y="606"/>
                </a:lnTo>
                <a:lnTo>
                  <a:pt x="163" y="606"/>
                </a:lnTo>
                <a:lnTo>
                  <a:pt x="163" y="607"/>
                </a:lnTo>
                <a:lnTo>
                  <a:pt x="164" y="607"/>
                </a:lnTo>
                <a:lnTo>
                  <a:pt x="164" y="608"/>
                </a:lnTo>
                <a:lnTo>
                  <a:pt x="165" y="608"/>
                </a:lnTo>
                <a:lnTo>
                  <a:pt x="165" y="607"/>
                </a:lnTo>
                <a:lnTo>
                  <a:pt x="166" y="607"/>
                </a:lnTo>
                <a:lnTo>
                  <a:pt x="167" y="607"/>
                </a:lnTo>
                <a:lnTo>
                  <a:pt x="167" y="608"/>
                </a:lnTo>
                <a:lnTo>
                  <a:pt x="168" y="608"/>
                </a:lnTo>
                <a:lnTo>
                  <a:pt x="169" y="608"/>
                </a:lnTo>
                <a:lnTo>
                  <a:pt x="170" y="608"/>
                </a:lnTo>
                <a:lnTo>
                  <a:pt x="171" y="608"/>
                </a:lnTo>
                <a:lnTo>
                  <a:pt x="171" y="607"/>
                </a:lnTo>
                <a:lnTo>
                  <a:pt x="170" y="607"/>
                </a:lnTo>
                <a:lnTo>
                  <a:pt x="169" y="607"/>
                </a:lnTo>
                <a:lnTo>
                  <a:pt x="170" y="606"/>
                </a:lnTo>
                <a:lnTo>
                  <a:pt x="171" y="605"/>
                </a:lnTo>
                <a:lnTo>
                  <a:pt x="171" y="604"/>
                </a:lnTo>
                <a:lnTo>
                  <a:pt x="172" y="604"/>
                </a:lnTo>
                <a:lnTo>
                  <a:pt x="174" y="604"/>
                </a:lnTo>
                <a:lnTo>
                  <a:pt x="175" y="603"/>
                </a:lnTo>
                <a:lnTo>
                  <a:pt x="175" y="602"/>
                </a:lnTo>
                <a:lnTo>
                  <a:pt x="176" y="602"/>
                </a:lnTo>
                <a:lnTo>
                  <a:pt x="176" y="603"/>
                </a:lnTo>
                <a:lnTo>
                  <a:pt x="177" y="603"/>
                </a:lnTo>
                <a:lnTo>
                  <a:pt x="178" y="603"/>
                </a:lnTo>
                <a:lnTo>
                  <a:pt x="179" y="603"/>
                </a:lnTo>
                <a:lnTo>
                  <a:pt x="179" y="604"/>
                </a:lnTo>
                <a:lnTo>
                  <a:pt x="180" y="605"/>
                </a:lnTo>
                <a:lnTo>
                  <a:pt x="181" y="605"/>
                </a:lnTo>
                <a:lnTo>
                  <a:pt x="182" y="605"/>
                </a:lnTo>
                <a:lnTo>
                  <a:pt x="182" y="604"/>
                </a:lnTo>
                <a:lnTo>
                  <a:pt x="183" y="604"/>
                </a:lnTo>
                <a:lnTo>
                  <a:pt x="183" y="605"/>
                </a:lnTo>
                <a:lnTo>
                  <a:pt x="182" y="605"/>
                </a:lnTo>
                <a:lnTo>
                  <a:pt x="182" y="606"/>
                </a:lnTo>
                <a:lnTo>
                  <a:pt x="183" y="606"/>
                </a:lnTo>
                <a:lnTo>
                  <a:pt x="184" y="606"/>
                </a:lnTo>
                <a:lnTo>
                  <a:pt x="185" y="606"/>
                </a:lnTo>
                <a:lnTo>
                  <a:pt x="185" y="605"/>
                </a:lnTo>
                <a:lnTo>
                  <a:pt x="186" y="605"/>
                </a:lnTo>
                <a:lnTo>
                  <a:pt x="186" y="604"/>
                </a:lnTo>
                <a:lnTo>
                  <a:pt x="186" y="603"/>
                </a:lnTo>
                <a:lnTo>
                  <a:pt x="187" y="603"/>
                </a:lnTo>
                <a:lnTo>
                  <a:pt x="187" y="604"/>
                </a:lnTo>
                <a:lnTo>
                  <a:pt x="188" y="604"/>
                </a:lnTo>
                <a:lnTo>
                  <a:pt x="188" y="603"/>
                </a:lnTo>
                <a:lnTo>
                  <a:pt x="189" y="602"/>
                </a:lnTo>
                <a:lnTo>
                  <a:pt x="189" y="601"/>
                </a:lnTo>
                <a:lnTo>
                  <a:pt x="190" y="601"/>
                </a:lnTo>
                <a:lnTo>
                  <a:pt x="190" y="602"/>
                </a:lnTo>
                <a:lnTo>
                  <a:pt x="190" y="603"/>
                </a:lnTo>
                <a:lnTo>
                  <a:pt x="191" y="603"/>
                </a:lnTo>
                <a:lnTo>
                  <a:pt x="191" y="604"/>
                </a:lnTo>
                <a:lnTo>
                  <a:pt x="191" y="603"/>
                </a:lnTo>
                <a:lnTo>
                  <a:pt x="192" y="603"/>
                </a:lnTo>
                <a:lnTo>
                  <a:pt x="193" y="603"/>
                </a:lnTo>
                <a:lnTo>
                  <a:pt x="194" y="603"/>
                </a:lnTo>
                <a:lnTo>
                  <a:pt x="195" y="603"/>
                </a:lnTo>
                <a:lnTo>
                  <a:pt x="196" y="602"/>
                </a:lnTo>
                <a:lnTo>
                  <a:pt x="196" y="601"/>
                </a:lnTo>
                <a:lnTo>
                  <a:pt x="197" y="600"/>
                </a:lnTo>
                <a:lnTo>
                  <a:pt x="198" y="599"/>
                </a:lnTo>
                <a:lnTo>
                  <a:pt x="199" y="599"/>
                </a:lnTo>
                <a:lnTo>
                  <a:pt x="200" y="599"/>
                </a:lnTo>
                <a:lnTo>
                  <a:pt x="200" y="598"/>
                </a:lnTo>
                <a:lnTo>
                  <a:pt x="200" y="597"/>
                </a:lnTo>
                <a:lnTo>
                  <a:pt x="200" y="594"/>
                </a:lnTo>
                <a:lnTo>
                  <a:pt x="200" y="593"/>
                </a:lnTo>
                <a:lnTo>
                  <a:pt x="199" y="592"/>
                </a:lnTo>
                <a:lnTo>
                  <a:pt x="198" y="592"/>
                </a:lnTo>
                <a:lnTo>
                  <a:pt x="197" y="591"/>
                </a:lnTo>
                <a:lnTo>
                  <a:pt x="196" y="591"/>
                </a:lnTo>
                <a:lnTo>
                  <a:pt x="196" y="590"/>
                </a:lnTo>
                <a:lnTo>
                  <a:pt x="196" y="587"/>
                </a:lnTo>
                <a:lnTo>
                  <a:pt x="196" y="586"/>
                </a:lnTo>
                <a:lnTo>
                  <a:pt x="196" y="585"/>
                </a:lnTo>
                <a:lnTo>
                  <a:pt x="195" y="584"/>
                </a:lnTo>
                <a:lnTo>
                  <a:pt x="195" y="583"/>
                </a:lnTo>
                <a:lnTo>
                  <a:pt x="195" y="582"/>
                </a:lnTo>
                <a:lnTo>
                  <a:pt x="196" y="581"/>
                </a:lnTo>
                <a:lnTo>
                  <a:pt x="195" y="581"/>
                </a:lnTo>
                <a:lnTo>
                  <a:pt x="196" y="581"/>
                </a:lnTo>
                <a:lnTo>
                  <a:pt x="196" y="580"/>
                </a:lnTo>
                <a:lnTo>
                  <a:pt x="197" y="581"/>
                </a:lnTo>
                <a:lnTo>
                  <a:pt x="197" y="580"/>
                </a:lnTo>
                <a:lnTo>
                  <a:pt x="197" y="579"/>
                </a:lnTo>
                <a:lnTo>
                  <a:pt x="197" y="578"/>
                </a:lnTo>
                <a:lnTo>
                  <a:pt x="197" y="577"/>
                </a:lnTo>
                <a:lnTo>
                  <a:pt x="198" y="577"/>
                </a:lnTo>
                <a:lnTo>
                  <a:pt x="198" y="576"/>
                </a:lnTo>
                <a:lnTo>
                  <a:pt x="198" y="575"/>
                </a:lnTo>
                <a:lnTo>
                  <a:pt x="198" y="574"/>
                </a:lnTo>
                <a:lnTo>
                  <a:pt x="199" y="574"/>
                </a:lnTo>
                <a:lnTo>
                  <a:pt x="199" y="573"/>
                </a:lnTo>
                <a:lnTo>
                  <a:pt x="199" y="572"/>
                </a:lnTo>
                <a:lnTo>
                  <a:pt x="198" y="572"/>
                </a:lnTo>
                <a:lnTo>
                  <a:pt x="198" y="571"/>
                </a:lnTo>
                <a:lnTo>
                  <a:pt x="198" y="570"/>
                </a:lnTo>
                <a:lnTo>
                  <a:pt x="197" y="570"/>
                </a:lnTo>
                <a:lnTo>
                  <a:pt x="198" y="570"/>
                </a:lnTo>
                <a:lnTo>
                  <a:pt x="198" y="569"/>
                </a:lnTo>
                <a:lnTo>
                  <a:pt x="197" y="569"/>
                </a:lnTo>
                <a:lnTo>
                  <a:pt x="197" y="568"/>
                </a:lnTo>
                <a:lnTo>
                  <a:pt x="196" y="568"/>
                </a:lnTo>
                <a:lnTo>
                  <a:pt x="196" y="567"/>
                </a:lnTo>
                <a:lnTo>
                  <a:pt x="196" y="566"/>
                </a:lnTo>
                <a:lnTo>
                  <a:pt x="196" y="565"/>
                </a:lnTo>
                <a:lnTo>
                  <a:pt x="196" y="564"/>
                </a:lnTo>
                <a:lnTo>
                  <a:pt x="197" y="564"/>
                </a:lnTo>
                <a:lnTo>
                  <a:pt x="196" y="563"/>
                </a:lnTo>
                <a:lnTo>
                  <a:pt x="197" y="563"/>
                </a:lnTo>
                <a:lnTo>
                  <a:pt x="197" y="562"/>
                </a:lnTo>
                <a:lnTo>
                  <a:pt x="197" y="561"/>
                </a:lnTo>
                <a:lnTo>
                  <a:pt x="197" y="560"/>
                </a:lnTo>
                <a:lnTo>
                  <a:pt x="198" y="559"/>
                </a:lnTo>
                <a:lnTo>
                  <a:pt x="197" y="558"/>
                </a:lnTo>
                <a:lnTo>
                  <a:pt x="197" y="557"/>
                </a:lnTo>
                <a:lnTo>
                  <a:pt x="197" y="556"/>
                </a:lnTo>
                <a:lnTo>
                  <a:pt x="198" y="556"/>
                </a:lnTo>
                <a:lnTo>
                  <a:pt x="199" y="557"/>
                </a:lnTo>
                <a:lnTo>
                  <a:pt x="199" y="556"/>
                </a:lnTo>
                <a:lnTo>
                  <a:pt x="198" y="555"/>
                </a:lnTo>
                <a:lnTo>
                  <a:pt x="198" y="554"/>
                </a:lnTo>
                <a:lnTo>
                  <a:pt x="197" y="552"/>
                </a:lnTo>
                <a:lnTo>
                  <a:pt x="197" y="551"/>
                </a:lnTo>
                <a:lnTo>
                  <a:pt x="196" y="550"/>
                </a:lnTo>
                <a:lnTo>
                  <a:pt x="196" y="549"/>
                </a:lnTo>
                <a:lnTo>
                  <a:pt x="197" y="548"/>
                </a:lnTo>
                <a:lnTo>
                  <a:pt x="196" y="547"/>
                </a:lnTo>
                <a:lnTo>
                  <a:pt x="196" y="545"/>
                </a:lnTo>
                <a:lnTo>
                  <a:pt x="196" y="544"/>
                </a:lnTo>
                <a:lnTo>
                  <a:pt x="197" y="544"/>
                </a:lnTo>
                <a:lnTo>
                  <a:pt x="198" y="542"/>
                </a:lnTo>
                <a:lnTo>
                  <a:pt x="199" y="541"/>
                </a:lnTo>
                <a:lnTo>
                  <a:pt x="199" y="540"/>
                </a:lnTo>
                <a:lnTo>
                  <a:pt x="199" y="539"/>
                </a:lnTo>
                <a:lnTo>
                  <a:pt x="198" y="539"/>
                </a:lnTo>
                <a:lnTo>
                  <a:pt x="197" y="539"/>
                </a:lnTo>
                <a:lnTo>
                  <a:pt x="197" y="538"/>
                </a:lnTo>
                <a:lnTo>
                  <a:pt x="195" y="535"/>
                </a:lnTo>
                <a:lnTo>
                  <a:pt x="195" y="534"/>
                </a:lnTo>
                <a:lnTo>
                  <a:pt x="195" y="533"/>
                </a:lnTo>
                <a:lnTo>
                  <a:pt x="196" y="533"/>
                </a:lnTo>
                <a:lnTo>
                  <a:pt x="196" y="532"/>
                </a:lnTo>
                <a:lnTo>
                  <a:pt x="196" y="530"/>
                </a:lnTo>
                <a:lnTo>
                  <a:pt x="196" y="529"/>
                </a:lnTo>
                <a:lnTo>
                  <a:pt x="196" y="528"/>
                </a:lnTo>
                <a:lnTo>
                  <a:pt x="197" y="527"/>
                </a:lnTo>
                <a:lnTo>
                  <a:pt x="196" y="525"/>
                </a:lnTo>
                <a:lnTo>
                  <a:pt x="196" y="524"/>
                </a:lnTo>
                <a:lnTo>
                  <a:pt x="196" y="522"/>
                </a:lnTo>
                <a:lnTo>
                  <a:pt x="196" y="521"/>
                </a:lnTo>
                <a:lnTo>
                  <a:pt x="195" y="519"/>
                </a:lnTo>
                <a:lnTo>
                  <a:pt x="195" y="518"/>
                </a:lnTo>
                <a:lnTo>
                  <a:pt x="194" y="517"/>
                </a:lnTo>
                <a:lnTo>
                  <a:pt x="193" y="517"/>
                </a:lnTo>
                <a:lnTo>
                  <a:pt x="192" y="514"/>
                </a:lnTo>
                <a:lnTo>
                  <a:pt x="192" y="513"/>
                </a:lnTo>
                <a:lnTo>
                  <a:pt x="191" y="510"/>
                </a:lnTo>
                <a:lnTo>
                  <a:pt x="190" y="509"/>
                </a:lnTo>
                <a:lnTo>
                  <a:pt x="190" y="508"/>
                </a:lnTo>
                <a:lnTo>
                  <a:pt x="190" y="507"/>
                </a:lnTo>
                <a:lnTo>
                  <a:pt x="190" y="505"/>
                </a:lnTo>
                <a:lnTo>
                  <a:pt x="190" y="504"/>
                </a:lnTo>
                <a:lnTo>
                  <a:pt x="190" y="503"/>
                </a:lnTo>
                <a:lnTo>
                  <a:pt x="191" y="502"/>
                </a:lnTo>
                <a:lnTo>
                  <a:pt x="191" y="501"/>
                </a:lnTo>
                <a:lnTo>
                  <a:pt x="191" y="500"/>
                </a:lnTo>
                <a:lnTo>
                  <a:pt x="190" y="499"/>
                </a:lnTo>
                <a:lnTo>
                  <a:pt x="189" y="498"/>
                </a:lnTo>
                <a:lnTo>
                  <a:pt x="189" y="497"/>
                </a:lnTo>
                <a:lnTo>
                  <a:pt x="188" y="495"/>
                </a:lnTo>
                <a:lnTo>
                  <a:pt x="188" y="494"/>
                </a:lnTo>
                <a:lnTo>
                  <a:pt x="187" y="490"/>
                </a:lnTo>
                <a:lnTo>
                  <a:pt x="187" y="489"/>
                </a:lnTo>
                <a:lnTo>
                  <a:pt x="186" y="486"/>
                </a:lnTo>
                <a:lnTo>
                  <a:pt x="185" y="486"/>
                </a:lnTo>
                <a:lnTo>
                  <a:pt x="185" y="485"/>
                </a:lnTo>
                <a:lnTo>
                  <a:pt x="185" y="483"/>
                </a:lnTo>
                <a:lnTo>
                  <a:pt x="185" y="482"/>
                </a:lnTo>
                <a:lnTo>
                  <a:pt x="185" y="481"/>
                </a:lnTo>
                <a:lnTo>
                  <a:pt x="184" y="481"/>
                </a:lnTo>
                <a:lnTo>
                  <a:pt x="184" y="480"/>
                </a:lnTo>
                <a:lnTo>
                  <a:pt x="184" y="477"/>
                </a:lnTo>
                <a:lnTo>
                  <a:pt x="184" y="476"/>
                </a:lnTo>
                <a:lnTo>
                  <a:pt x="184" y="475"/>
                </a:lnTo>
                <a:lnTo>
                  <a:pt x="182" y="472"/>
                </a:lnTo>
                <a:lnTo>
                  <a:pt x="180" y="468"/>
                </a:lnTo>
                <a:lnTo>
                  <a:pt x="180" y="465"/>
                </a:lnTo>
                <a:lnTo>
                  <a:pt x="180" y="464"/>
                </a:lnTo>
                <a:lnTo>
                  <a:pt x="180" y="463"/>
                </a:lnTo>
                <a:lnTo>
                  <a:pt x="179" y="462"/>
                </a:lnTo>
                <a:lnTo>
                  <a:pt x="178" y="462"/>
                </a:lnTo>
                <a:lnTo>
                  <a:pt x="177" y="462"/>
                </a:lnTo>
                <a:lnTo>
                  <a:pt x="177" y="461"/>
                </a:lnTo>
                <a:lnTo>
                  <a:pt x="178" y="460"/>
                </a:lnTo>
                <a:lnTo>
                  <a:pt x="178" y="459"/>
                </a:lnTo>
                <a:lnTo>
                  <a:pt x="179" y="459"/>
                </a:lnTo>
                <a:lnTo>
                  <a:pt x="179" y="458"/>
                </a:lnTo>
                <a:lnTo>
                  <a:pt x="179" y="457"/>
                </a:lnTo>
                <a:lnTo>
                  <a:pt x="179" y="456"/>
                </a:lnTo>
                <a:lnTo>
                  <a:pt x="179" y="455"/>
                </a:lnTo>
                <a:lnTo>
                  <a:pt x="178" y="455"/>
                </a:lnTo>
                <a:lnTo>
                  <a:pt x="178" y="454"/>
                </a:lnTo>
                <a:lnTo>
                  <a:pt x="177" y="454"/>
                </a:lnTo>
                <a:lnTo>
                  <a:pt x="177" y="453"/>
                </a:lnTo>
                <a:lnTo>
                  <a:pt x="176" y="453"/>
                </a:lnTo>
                <a:lnTo>
                  <a:pt x="175" y="453"/>
                </a:lnTo>
                <a:lnTo>
                  <a:pt x="174" y="453"/>
                </a:lnTo>
                <a:lnTo>
                  <a:pt x="173" y="453"/>
                </a:lnTo>
                <a:lnTo>
                  <a:pt x="173" y="454"/>
                </a:lnTo>
                <a:lnTo>
                  <a:pt x="172" y="454"/>
                </a:lnTo>
                <a:lnTo>
                  <a:pt x="172" y="453"/>
                </a:lnTo>
                <a:lnTo>
                  <a:pt x="173" y="452"/>
                </a:lnTo>
                <a:lnTo>
                  <a:pt x="173" y="451"/>
                </a:lnTo>
                <a:lnTo>
                  <a:pt x="174" y="451"/>
                </a:lnTo>
                <a:lnTo>
                  <a:pt x="175" y="450"/>
                </a:lnTo>
                <a:lnTo>
                  <a:pt x="175" y="449"/>
                </a:lnTo>
                <a:lnTo>
                  <a:pt x="176" y="449"/>
                </a:lnTo>
                <a:lnTo>
                  <a:pt x="177" y="448"/>
                </a:lnTo>
                <a:lnTo>
                  <a:pt x="177" y="447"/>
                </a:lnTo>
                <a:lnTo>
                  <a:pt x="177" y="446"/>
                </a:lnTo>
                <a:lnTo>
                  <a:pt x="177" y="445"/>
                </a:lnTo>
                <a:lnTo>
                  <a:pt x="178" y="444"/>
                </a:lnTo>
                <a:lnTo>
                  <a:pt x="178" y="443"/>
                </a:lnTo>
                <a:lnTo>
                  <a:pt x="179" y="443"/>
                </a:lnTo>
                <a:lnTo>
                  <a:pt x="181" y="441"/>
                </a:lnTo>
                <a:lnTo>
                  <a:pt x="181" y="440"/>
                </a:lnTo>
                <a:lnTo>
                  <a:pt x="182" y="440"/>
                </a:lnTo>
                <a:lnTo>
                  <a:pt x="182" y="439"/>
                </a:lnTo>
                <a:lnTo>
                  <a:pt x="183" y="439"/>
                </a:lnTo>
                <a:lnTo>
                  <a:pt x="184" y="439"/>
                </a:lnTo>
                <a:lnTo>
                  <a:pt x="185" y="439"/>
                </a:lnTo>
                <a:lnTo>
                  <a:pt x="184" y="439"/>
                </a:lnTo>
                <a:lnTo>
                  <a:pt x="184" y="438"/>
                </a:lnTo>
                <a:lnTo>
                  <a:pt x="183" y="438"/>
                </a:lnTo>
                <a:lnTo>
                  <a:pt x="182" y="437"/>
                </a:lnTo>
                <a:lnTo>
                  <a:pt x="180" y="437"/>
                </a:lnTo>
                <a:lnTo>
                  <a:pt x="179" y="437"/>
                </a:lnTo>
                <a:lnTo>
                  <a:pt x="179" y="438"/>
                </a:lnTo>
                <a:lnTo>
                  <a:pt x="178" y="438"/>
                </a:lnTo>
                <a:lnTo>
                  <a:pt x="178" y="439"/>
                </a:lnTo>
                <a:lnTo>
                  <a:pt x="178" y="440"/>
                </a:lnTo>
                <a:lnTo>
                  <a:pt x="177" y="441"/>
                </a:lnTo>
                <a:lnTo>
                  <a:pt x="177" y="442"/>
                </a:lnTo>
                <a:lnTo>
                  <a:pt x="175" y="445"/>
                </a:lnTo>
                <a:lnTo>
                  <a:pt x="174" y="447"/>
                </a:lnTo>
                <a:lnTo>
                  <a:pt x="173" y="447"/>
                </a:lnTo>
                <a:lnTo>
                  <a:pt x="172" y="447"/>
                </a:lnTo>
                <a:lnTo>
                  <a:pt x="172" y="448"/>
                </a:lnTo>
                <a:lnTo>
                  <a:pt x="171" y="448"/>
                </a:lnTo>
                <a:lnTo>
                  <a:pt x="171" y="449"/>
                </a:lnTo>
                <a:lnTo>
                  <a:pt x="171" y="450"/>
                </a:lnTo>
                <a:lnTo>
                  <a:pt x="171" y="451"/>
                </a:lnTo>
                <a:lnTo>
                  <a:pt x="171" y="453"/>
                </a:lnTo>
                <a:lnTo>
                  <a:pt x="172" y="454"/>
                </a:lnTo>
                <a:lnTo>
                  <a:pt x="171" y="454"/>
                </a:lnTo>
                <a:lnTo>
                  <a:pt x="170" y="454"/>
                </a:lnTo>
                <a:lnTo>
                  <a:pt x="169" y="454"/>
                </a:lnTo>
                <a:lnTo>
                  <a:pt x="169" y="455"/>
                </a:lnTo>
                <a:lnTo>
                  <a:pt x="168" y="455"/>
                </a:lnTo>
                <a:lnTo>
                  <a:pt x="168" y="456"/>
                </a:lnTo>
                <a:lnTo>
                  <a:pt x="166" y="458"/>
                </a:lnTo>
                <a:lnTo>
                  <a:pt x="166" y="459"/>
                </a:lnTo>
                <a:lnTo>
                  <a:pt x="165" y="460"/>
                </a:lnTo>
                <a:lnTo>
                  <a:pt x="163" y="462"/>
                </a:lnTo>
                <a:lnTo>
                  <a:pt x="162" y="462"/>
                </a:lnTo>
                <a:lnTo>
                  <a:pt x="163" y="462"/>
                </a:lnTo>
                <a:lnTo>
                  <a:pt x="163" y="461"/>
                </a:lnTo>
                <a:lnTo>
                  <a:pt x="163" y="460"/>
                </a:lnTo>
                <a:lnTo>
                  <a:pt x="163" y="459"/>
                </a:lnTo>
                <a:lnTo>
                  <a:pt x="163" y="458"/>
                </a:lnTo>
                <a:lnTo>
                  <a:pt x="162" y="458"/>
                </a:lnTo>
                <a:lnTo>
                  <a:pt x="162" y="457"/>
                </a:lnTo>
                <a:lnTo>
                  <a:pt x="162" y="456"/>
                </a:lnTo>
                <a:lnTo>
                  <a:pt x="161" y="456"/>
                </a:lnTo>
                <a:lnTo>
                  <a:pt x="160" y="455"/>
                </a:lnTo>
                <a:lnTo>
                  <a:pt x="159" y="455"/>
                </a:lnTo>
                <a:lnTo>
                  <a:pt x="159" y="456"/>
                </a:lnTo>
                <a:lnTo>
                  <a:pt x="159" y="457"/>
                </a:lnTo>
                <a:lnTo>
                  <a:pt x="159" y="458"/>
                </a:lnTo>
                <a:lnTo>
                  <a:pt x="159" y="459"/>
                </a:lnTo>
                <a:lnTo>
                  <a:pt x="158" y="460"/>
                </a:lnTo>
                <a:lnTo>
                  <a:pt x="157" y="460"/>
                </a:lnTo>
                <a:lnTo>
                  <a:pt x="156" y="461"/>
                </a:lnTo>
                <a:lnTo>
                  <a:pt x="155" y="461"/>
                </a:lnTo>
                <a:lnTo>
                  <a:pt x="154" y="460"/>
                </a:lnTo>
                <a:lnTo>
                  <a:pt x="153" y="460"/>
                </a:lnTo>
                <a:lnTo>
                  <a:pt x="152" y="460"/>
                </a:lnTo>
                <a:lnTo>
                  <a:pt x="151" y="459"/>
                </a:lnTo>
                <a:lnTo>
                  <a:pt x="150" y="459"/>
                </a:lnTo>
                <a:lnTo>
                  <a:pt x="149" y="458"/>
                </a:lnTo>
                <a:lnTo>
                  <a:pt x="148" y="458"/>
                </a:lnTo>
                <a:lnTo>
                  <a:pt x="147" y="459"/>
                </a:lnTo>
                <a:lnTo>
                  <a:pt x="147" y="460"/>
                </a:lnTo>
                <a:lnTo>
                  <a:pt x="147" y="461"/>
                </a:lnTo>
                <a:lnTo>
                  <a:pt x="148" y="462"/>
                </a:lnTo>
                <a:lnTo>
                  <a:pt x="149" y="463"/>
                </a:lnTo>
                <a:lnTo>
                  <a:pt x="148" y="464"/>
                </a:lnTo>
                <a:lnTo>
                  <a:pt x="147" y="464"/>
                </a:lnTo>
                <a:lnTo>
                  <a:pt x="146" y="464"/>
                </a:lnTo>
                <a:lnTo>
                  <a:pt x="145" y="464"/>
                </a:lnTo>
                <a:lnTo>
                  <a:pt x="144" y="464"/>
                </a:lnTo>
                <a:lnTo>
                  <a:pt x="144" y="465"/>
                </a:lnTo>
                <a:lnTo>
                  <a:pt x="145" y="465"/>
                </a:lnTo>
                <a:lnTo>
                  <a:pt x="145" y="466"/>
                </a:lnTo>
                <a:lnTo>
                  <a:pt x="146" y="467"/>
                </a:lnTo>
                <a:lnTo>
                  <a:pt x="146" y="468"/>
                </a:lnTo>
                <a:lnTo>
                  <a:pt x="146" y="469"/>
                </a:lnTo>
                <a:lnTo>
                  <a:pt x="146" y="470"/>
                </a:lnTo>
                <a:lnTo>
                  <a:pt x="145" y="475"/>
                </a:lnTo>
                <a:lnTo>
                  <a:pt x="145" y="476"/>
                </a:lnTo>
                <a:lnTo>
                  <a:pt x="144" y="476"/>
                </a:lnTo>
                <a:lnTo>
                  <a:pt x="144" y="477"/>
                </a:lnTo>
                <a:lnTo>
                  <a:pt x="143" y="477"/>
                </a:lnTo>
                <a:lnTo>
                  <a:pt x="143" y="476"/>
                </a:lnTo>
                <a:lnTo>
                  <a:pt x="142" y="476"/>
                </a:lnTo>
                <a:lnTo>
                  <a:pt x="142" y="474"/>
                </a:lnTo>
                <a:lnTo>
                  <a:pt x="141" y="473"/>
                </a:lnTo>
                <a:lnTo>
                  <a:pt x="141" y="474"/>
                </a:lnTo>
                <a:lnTo>
                  <a:pt x="141" y="475"/>
                </a:lnTo>
                <a:lnTo>
                  <a:pt x="140" y="475"/>
                </a:lnTo>
                <a:lnTo>
                  <a:pt x="140" y="476"/>
                </a:lnTo>
                <a:lnTo>
                  <a:pt x="138" y="478"/>
                </a:lnTo>
                <a:lnTo>
                  <a:pt x="137" y="478"/>
                </a:lnTo>
                <a:lnTo>
                  <a:pt x="137" y="477"/>
                </a:lnTo>
                <a:lnTo>
                  <a:pt x="136" y="476"/>
                </a:lnTo>
                <a:lnTo>
                  <a:pt x="135" y="475"/>
                </a:lnTo>
                <a:lnTo>
                  <a:pt x="134" y="475"/>
                </a:lnTo>
                <a:lnTo>
                  <a:pt x="134" y="474"/>
                </a:lnTo>
                <a:lnTo>
                  <a:pt x="133" y="474"/>
                </a:lnTo>
                <a:lnTo>
                  <a:pt x="132" y="474"/>
                </a:lnTo>
                <a:lnTo>
                  <a:pt x="132" y="475"/>
                </a:lnTo>
                <a:lnTo>
                  <a:pt x="131" y="475"/>
                </a:lnTo>
                <a:lnTo>
                  <a:pt x="130" y="476"/>
                </a:lnTo>
                <a:lnTo>
                  <a:pt x="129" y="477"/>
                </a:lnTo>
                <a:lnTo>
                  <a:pt x="128" y="478"/>
                </a:lnTo>
                <a:lnTo>
                  <a:pt x="128" y="479"/>
                </a:lnTo>
                <a:lnTo>
                  <a:pt x="127" y="479"/>
                </a:lnTo>
                <a:lnTo>
                  <a:pt x="126" y="479"/>
                </a:lnTo>
                <a:lnTo>
                  <a:pt x="125" y="479"/>
                </a:lnTo>
                <a:lnTo>
                  <a:pt x="125" y="478"/>
                </a:lnTo>
                <a:lnTo>
                  <a:pt x="126" y="478"/>
                </a:lnTo>
                <a:lnTo>
                  <a:pt x="127" y="478"/>
                </a:lnTo>
                <a:lnTo>
                  <a:pt x="127" y="477"/>
                </a:lnTo>
                <a:lnTo>
                  <a:pt x="128" y="477"/>
                </a:lnTo>
                <a:lnTo>
                  <a:pt x="128" y="476"/>
                </a:lnTo>
                <a:lnTo>
                  <a:pt x="127" y="476"/>
                </a:lnTo>
                <a:lnTo>
                  <a:pt x="127" y="475"/>
                </a:lnTo>
                <a:lnTo>
                  <a:pt x="126" y="475"/>
                </a:lnTo>
                <a:lnTo>
                  <a:pt x="125" y="475"/>
                </a:lnTo>
                <a:lnTo>
                  <a:pt x="124" y="476"/>
                </a:lnTo>
                <a:lnTo>
                  <a:pt x="124" y="475"/>
                </a:lnTo>
                <a:lnTo>
                  <a:pt x="123" y="474"/>
                </a:lnTo>
                <a:lnTo>
                  <a:pt x="123" y="473"/>
                </a:lnTo>
                <a:lnTo>
                  <a:pt x="122" y="473"/>
                </a:lnTo>
                <a:lnTo>
                  <a:pt x="122" y="472"/>
                </a:lnTo>
                <a:lnTo>
                  <a:pt x="121" y="472"/>
                </a:lnTo>
                <a:lnTo>
                  <a:pt x="121" y="473"/>
                </a:lnTo>
                <a:lnTo>
                  <a:pt x="120" y="473"/>
                </a:lnTo>
                <a:lnTo>
                  <a:pt x="120" y="472"/>
                </a:lnTo>
                <a:lnTo>
                  <a:pt x="119" y="472"/>
                </a:lnTo>
                <a:lnTo>
                  <a:pt x="119" y="471"/>
                </a:lnTo>
                <a:lnTo>
                  <a:pt x="119" y="470"/>
                </a:lnTo>
                <a:lnTo>
                  <a:pt x="118" y="470"/>
                </a:lnTo>
                <a:lnTo>
                  <a:pt x="117" y="470"/>
                </a:lnTo>
                <a:lnTo>
                  <a:pt x="117" y="468"/>
                </a:lnTo>
                <a:lnTo>
                  <a:pt x="116" y="466"/>
                </a:lnTo>
                <a:lnTo>
                  <a:pt x="115" y="465"/>
                </a:lnTo>
                <a:lnTo>
                  <a:pt x="115" y="464"/>
                </a:lnTo>
                <a:lnTo>
                  <a:pt x="114" y="462"/>
                </a:lnTo>
                <a:lnTo>
                  <a:pt x="113" y="462"/>
                </a:lnTo>
                <a:lnTo>
                  <a:pt x="112" y="462"/>
                </a:lnTo>
                <a:lnTo>
                  <a:pt x="112" y="461"/>
                </a:lnTo>
                <a:lnTo>
                  <a:pt x="112" y="459"/>
                </a:lnTo>
                <a:lnTo>
                  <a:pt x="112" y="458"/>
                </a:lnTo>
                <a:lnTo>
                  <a:pt x="111" y="458"/>
                </a:lnTo>
                <a:lnTo>
                  <a:pt x="111" y="459"/>
                </a:lnTo>
                <a:lnTo>
                  <a:pt x="110" y="459"/>
                </a:lnTo>
                <a:lnTo>
                  <a:pt x="110" y="458"/>
                </a:lnTo>
                <a:lnTo>
                  <a:pt x="110" y="457"/>
                </a:lnTo>
                <a:lnTo>
                  <a:pt x="109" y="457"/>
                </a:lnTo>
                <a:lnTo>
                  <a:pt x="108" y="457"/>
                </a:lnTo>
                <a:lnTo>
                  <a:pt x="106" y="456"/>
                </a:lnTo>
                <a:lnTo>
                  <a:pt x="105" y="456"/>
                </a:lnTo>
                <a:lnTo>
                  <a:pt x="104" y="456"/>
                </a:lnTo>
                <a:lnTo>
                  <a:pt x="103" y="455"/>
                </a:lnTo>
                <a:lnTo>
                  <a:pt x="103" y="454"/>
                </a:lnTo>
                <a:lnTo>
                  <a:pt x="104" y="454"/>
                </a:lnTo>
                <a:lnTo>
                  <a:pt x="104" y="453"/>
                </a:lnTo>
                <a:lnTo>
                  <a:pt x="104" y="452"/>
                </a:lnTo>
                <a:lnTo>
                  <a:pt x="103" y="452"/>
                </a:lnTo>
                <a:lnTo>
                  <a:pt x="101" y="451"/>
                </a:lnTo>
                <a:lnTo>
                  <a:pt x="100" y="451"/>
                </a:lnTo>
                <a:lnTo>
                  <a:pt x="98" y="450"/>
                </a:lnTo>
                <a:lnTo>
                  <a:pt x="98" y="449"/>
                </a:lnTo>
                <a:lnTo>
                  <a:pt x="97" y="447"/>
                </a:lnTo>
                <a:lnTo>
                  <a:pt x="97" y="446"/>
                </a:lnTo>
                <a:lnTo>
                  <a:pt x="96" y="446"/>
                </a:lnTo>
                <a:lnTo>
                  <a:pt x="96" y="447"/>
                </a:lnTo>
                <a:lnTo>
                  <a:pt x="95" y="447"/>
                </a:lnTo>
                <a:lnTo>
                  <a:pt x="95" y="448"/>
                </a:lnTo>
                <a:lnTo>
                  <a:pt x="94" y="448"/>
                </a:lnTo>
                <a:lnTo>
                  <a:pt x="93" y="448"/>
                </a:lnTo>
                <a:lnTo>
                  <a:pt x="86" y="450"/>
                </a:lnTo>
                <a:lnTo>
                  <a:pt x="85" y="451"/>
                </a:lnTo>
                <a:lnTo>
                  <a:pt x="84" y="451"/>
                </a:lnTo>
                <a:lnTo>
                  <a:pt x="83" y="452"/>
                </a:lnTo>
                <a:lnTo>
                  <a:pt x="83" y="453"/>
                </a:lnTo>
                <a:lnTo>
                  <a:pt x="81" y="453"/>
                </a:lnTo>
                <a:lnTo>
                  <a:pt x="80" y="453"/>
                </a:lnTo>
                <a:lnTo>
                  <a:pt x="79" y="452"/>
                </a:lnTo>
                <a:lnTo>
                  <a:pt x="78" y="451"/>
                </a:lnTo>
                <a:lnTo>
                  <a:pt x="79" y="450"/>
                </a:lnTo>
                <a:lnTo>
                  <a:pt x="79" y="447"/>
                </a:lnTo>
                <a:lnTo>
                  <a:pt x="79" y="446"/>
                </a:lnTo>
                <a:lnTo>
                  <a:pt x="78" y="446"/>
                </a:lnTo>
                <a:lnTo>
                  <a:pt x="75" y="446"/>
                </a:lnTo>
                <a:lnTo>
                  <a:pt x="75" y="447"/>
                </a:lnTo>
                <a:lnTo>
                  <a:pt x="73" y="449"/>
                </a:lnTo>
                <a:lnTo>
                  <a:pt x="72" y="449"/>
                </a:lnTo>
                <a:lnTo>
                  <a:pt x="72" y="448"/>
                </a:lnTo>
                <a:lnTo>
                  <a:pt x="71" y="447"/>
                </a:lnTo>
                <a:lnTo>
                  <a:pt x="72" y="447"/>
                </a:lnTo>
                <a:lnTo>
                  <a:pt x="72" y="446"/>
                </a:lnTo>
                <a:lnTo>
                  <a:pt x="71" y="446"/>
                </a:lnTo>
                <a:lnTo>
                  <a:pt x="71" y="445"/>
                </a:lnTo>
                <a:lnTo>
                  <a:pt x="70" y="445"/>
                </a:lnTo>
                <a:lnTo>
                  <a:pt x="70" y="446"/>
                </a:lnTo>
                <a:lnTo>
                  <a:pt x="69" y="446"/>
                </a:lnTo>
                <a:lnTo>
                  <a:pt x="68" y="447"/>
                </a:lnTo>
                <a:lnTo>
                  <a:pt x="67" y="447"/>
                </a:lnTo>
                <a:lnTo>
                  <a:pt x="66" y="447"/>
                </a:lnTo>
                <a:lnTo>
                  <a:pt x="65" y="447"/>
                </a:lnTo>
                <a:lnTo>
                  <a:pt x="64" y="448"/>
                </a:lnTo>
                <a:lnTo>
                  <a:pt x="64" y="447"/>
                </a:lnTo>
                <a:lnTo>
                  <a:pt x="63" y="447"/>
                </a:lnTo>
                <a:lnTo>
                  <a:pt x="62" y="447"/>
                </a:lnTo>
                <a:lnTo>
                  <a:pt x="61" y="447"/>
                </a:lnTo>
                <a:lnTo>
                  <a:pt x="61" y="446"/>
                </a:lnTo>
                <a:lnTo>
                  <a:pt x="61" y="445"/>
                </a:lnTo>
                <a:lnTo>
                  <a:pt x="60" y="445"/>
                </a:lnTo>
                <a:lnTo>
                  <a:pt x="61" y="444"/>
                </a:lnTo>
                <a:lnTo>
                  <a:pt x="62" y="442"/>
                </a:lnTo>
                <a:lnTo>
                  <a:pt x="61" y="441"/>
                </a:lnTo>
                <a:lnTo>
                  <a:pt x="61" y="440"/>
                </a:lnTo>
                <a:lnTo>
                  <a:pt x="61" y="439"/>
                </a:lnTo>
                <a:lnTo>
                  <a:pt x="61" y="438"/>
                </a:lnTo>
                <a:lnTo>
                  <a:pt x="60" y="438"/>
                </a:lnTo>
                <a:lnTo>
                  <a:pt x="60" y="439"/>
                </a:lnTo>
                <a:lnTo>
                  <a:pt x="59" y="437"/>
                </a:lnTo>
                <a:lnTo>
                  <a:pt x="60" y="436"/>
                </a:lnTo>
                <a:lnTo>
                  <a:pt x="61" y="435"/>
                </a:lnTo>
                <a:lnTo>
                  <a:pt x="61" y="434"/>
                </a:lnTo>
                <a:lnTo>
                  <a:pt x="61" y="433"/>
                </a:lnTo>
                <a:lnTo>
                  <a:pt x="61" y="432"/>
                </a:lnTo>
                <a:lnTo>
                  <a:pt x="61" y="431"/>
                </a:lnTo>
                <a:lnTo>
                  <a:pt x="60" y="431"/>
                </a:lnTo>
                <a:lnTo>
                  <a:pt x="59" y="431"/>
                </a:lnTo>
                <a:lnTo>
                  <a:pt x="58" y="432"/>
                </a:lnTo>
                <a:lnTo>
                  <a:pt x="58" y="433"/>
                </a:lnTo>
                <a:lnTo>
                  <a:pt x="57" y="433"/>
                </a:lnTo>
                <a:lnTo>
                  <a:pt x="56" y="433"/>
                </a:lnTo>
                <a:lnTo>
                  <a:pt x="56" y="432"/>
                </a:lnTo>
                <a:lnTo>
                  <a:pt x="57" y="432"/>
                </a:lnTo>
                <a:lnTo>
                  <a:pt x="57" y="431"/>
                </a:lnTo>
                <a:lnTo>
                  <a:pt x="57" y="430"/>
                </a:lnTo>
                <a:lnTo>
                  <a:pt x="57" y="429"/>
                </a:lnTo>
                <a:lnTo>
                  <a:pt x="56" y="430"/>
                </a:lnTo>
                <a:lnTo>
                  <a:pt x="56" y="429"/>
                </a:lnTo>
                <a:lnTo>
                  <a:pt x="56" y="428"/>
                </a:lnTo>
                <a:lnTo>
                  <a:pt x="56" y="426"/>
                </a:lnTo>
                <a:lnTo>
                  <a:pt x="56" y="420"/>
                </a:lnTo>
                <a:lnTo>
                  <a:pt x="55" y="420"/>
                </a:lnTo>
                <a:lnTo>
                  <a:pt x="55" y="419"/>
                </a:lnTo>
                <a:lnTo>
                  <a:pt x="55" y="418"/>
                </a:lnTo>
                <a:lnTo>
                  <a:pt x="54" y="417"/>
                </a:lnTo>
                <a:lnTo>
                  <a:pt x="55" y="416"/>
                </a:lnTo>
                <a:lnTo>
                  <a:pt x="56" y="414"/>
                </a:lnTo>
                <a:lnTo>
                  <a:pt x="56" y="411"/>
                </a:lnTo>
                <a:lnTo>
                  <a:pt x="56" y="410"/>
                </a:lnTo>
                <a:lnTo>
                  <a:pt x="55" y="409"/>
                </a:lnTo>
                <a:lnTo>
                  <a:pt x="54" y="409"/>
                </a:lnTo>
                <a:lnTo>
                  <a:pt x="54" y="407"/>
                </a:lnTo>
                <a:lnTo>
                  <a:pt x="55" y="406"/>
                </a:lnTo>
                <a:lnTo>
                  <a:pt x="56" y="406"/>
                </a:lnTo>
                <a:lnTo>
                  <a:pt x="56" y="407"/>
                </a:lnTo>
                <a:lnTo>
                  <a:pt x="57" y="408"/>
                </a:lnTo>
                <a:lnTo>
                  <a:pt x="59" y="407"/>
                </a:lnTo>
                <a:lnTo>
                  <a:pt x="59" y="406"/>
                </a:lnTo>
                <a:lnTo>
                  <a:pt x="59" y="405"/>
                </a:lnTo>
                <a:lnTo>
                  <a:pt x="58" y="404"/>
                </a:lnTo>
                <a:lnTo>
                  <a:pt x="57" y="404"/>
                </a:lnTo>
                <a:lnTo>
                  <a:pt x="56" y="404"/>
                </a:lnTo>
                <a:lnTo>
                  <a:pt x="55" y="403"/>
                </a:lnTo>
                <a:lnTo>
                  <a:pt x="55" y="401"/>
                </a:lnTo>
                <a:lnTo>
                  <a:pt x="56" y="399"/>
                </a:lnTo>
                <a:lnTo>
                  <a:pt x="56" y="398"/>
                </a:lnTo>
                <a:lnTo>
                  <a:pt x="55" y="398"/>
                </a:lnTo>
                <a:lnTo>
                  <a:pt x="54" y="398"/>
                </a:lnTo>
                <a:lnTo>
                  <a:pt x="54" y="397"/>
                </a:lnTo>
                <a:lnTo>
                  <a:pt x="54" y="396"/>
                </a:lnTo>
                <a:lnTo>
                  <a:pt x="55" y="396"/>
                </a:lnTo>
                <a:lnTo>
                  <a:pt x="56" y="396"/>
                </a:lnTo>
                <a:lnTo>
                  <a:pt x="57" y="395"/>
                </a:lnTo>
                <a:lnTo>
                  <a:pt x="56" y="393"/>
                </a:lnTo>
                <a:lnTo>
                  <a:pt x="55" y="393"/>
                </a:lnTo>
                <a:lnTo>
                  <a:pt x="54" y="392"/>
                </a:lnTo>
                <a:lnTo>
                  <a:pt x="52" y="393"/>
                </a:lnTo>
                <a:lnTo>
                  <a:pt x="51" y="393"/>
                </a:lnTo>
                <a:lnTo>
                  <a:pt x="50" y="393"/>
                </a:lnTo>
                <a:lnTo>
                  <a:pt x="50" y="392"/>
                </a:lnTo>
                <a:lnTo>
                  <a:pt x="49" y="392"/>
                </a:lnTo>
                <a:lnTo>
                  <a:pt x="48" y="391"/>
                </a:lnTo>
                <a:lnTo>
                  <a:pt x="48" y="390"/>
                </a:lnTo>
                <a:lnTo>
                  <a:pt x="48" y="389"/>
                </a:lnTo>
                <a:lnTo>
                  <a:pt x="47" y="389"/>
                </a:lnTo>
                <a:lnTo>
                  <a:pt x="47" y="388"/>
                </a:lnTo>
                <a:lnTo>
                  <a:pt x="46" y="388"/>
                </a:lnTo>
                <a:lnTo>
                  <a:pt x="46" y="387"/>
                </a:lnTo>
                <a:lnTo>
                  <a:pt x="45" y="386"/>
                </a:lnTo>
                <a:lnTo>
                  <a:pt x="44" y="385"/>
                </a:lnTo>
                <a:lnTo>
                  <a:pt x="41" y="385"/>
                </a:lnTo>
                <a:lnTo>
                  <a:pt x="40" y="385"/>
                </a:lnTo>
                <a:lnTo>
                  <a:pt x="40" y="386"/>
                </a:lnTo>
                <a:lnTo>
                  <a:pt x="38" y="386"/>
                </a:lnTo>
                <a:lnTo>
                  <a:pt x="37" y="386"/>
                </a:lnTo>
                <a:lnTo>
                  <a:pt x="37" y="385"/>
                </a:lnTo>
                <a:lnTo>
                  <a:pt x="36" y="385"/>
                </a:lnTo>
                <a:lnTo>
                  <a:pt x="35" y="385"/>
                </a:lnTo>
                <a:lnTo>
                  <a:pt x="34" y="385"/>
                </a:lnTo>
                <a:lnTo>
                  <a:pt x="31" y="385"/>
                </a:lnTo>
                <a:lnTo>
                  <a:pt x="28" y="385"/>
                </a:lnTo>
                <a:lnTo>
                  <a:pt x="27" y="386"/>
                </a:lnTo>
                <a:lnTo>
                  <a:pt x="26" y="385"/>
                </a:lnTo>
                <a:lnTo>
                  <a:pt x="25" y="385"/>
                </a:lnTo>
                <a:lnTo>
                  <a:pt x="25" y="384"/>
                </a:lnTo>
                <a:lnTo>
                  <a:pt x="25" y="383"/>
                </a:lnTo>
                <a:lnTo>
                  <a:pt x="27" y="383"/>
                </a:lnTo>
                <a:lnTo>
                  <a:pt x="27" y="382"/>
                </a:lnTo>
                <a:lnTo>
                  <a:pt x="28" y="380"/>
                </a:lnTo>
                <a:lnTo>
                  <a:pt x="28" y="379"/>
                </a:lnTo>
                <a:lnTo>
                  <a:pt x="27" y="379"/>
                </a:lnTo>
                <a:lnTo>
                  <a:pt x="27" y="378"/>
                </a:lnTo>
                <a:lnTo>
                  <a:pt x="26" y="379"/>
                </a:lnTo>
                <a:lnTo>
                  <a:pt x="26" y="380"/>
                </a:lnTo>
                <a:lnTo>
                  <a:pt x="24" y="380"/>
                </a:lnTo>
                <a:lnTo>
                  <a:pt x="23" y="379"/>
                </a:lnTo>
                <a:lnTo>
                  <a:pt x="21" y="379"/>
                </a:lnTo>
                <a:lnTo>
                  <a:pt x="17" y="379"/>
                </a:lnTo>
                <a:lnTo>
                  <a:pt x="15" y="379"/>
                </a:lnTo>
                <a:lnTo>
                  <a:pt x="13" y="381"/>
                </a:lnTo>
                <a:lnTo>
                  <a:pt x="12" y="381"/>
                </a:lnTo>
                <a:lnTo>
                  <a:pt x="11" y="381"/>
                </a:lnTo>
                <a:lnTo>
                  <a:pt x="10" y="380"/>
                </a:lnTo>
                <a:lnTo>
                  <a:pt x="10" y="379"/>
                </a:lnTo>
                <a:lnTo>
                  <a:pt x="9" y="378"/>
                </a:lnTo>
                <a:lnTo>
                  <a:pt x="9" y="377"/>
                </a:lnTo>
                <a:lnTo>
                  <a:pt x="6" y="374"/>
                </a:lnTo>
                <a:lnTo>
                  <a:pt x="4" y="374"/>
                </a:lnTo>
                <a:lnTo>
                  <a:pt x="3" y="374"/>
                </a:lnTo>
                <a:lnTo>
                  <a:pt x="2" y="374"/>
                </a:lnTo>
                <a:lnTo>
                  <a:pt x="1" y="374"/>
                </a:lnTo>
                <a:lnTo>
                  <a:pt x="0" y="373"/>
                </a:lnTo>
                <a:lnTo>
                  <a:pt x="0" y="371"/>
                </a:lnTo>
                <a:lnTo>
                  <a:pt x="0" y="370"/>
                </a:lnTo>
                <a:lnTo>
                  <a:pt x="2" y="369"/>
                </a:lnTo>
                <a:lnTo>
                  <a:pt x="3" y="368"/>
                </a:lnTo>
                <a:lnTo>
                  <a:pt x="3" y="367"/>
                </a:lnTo>
                <a:lnTo>
                  <a:pt x="2" y="366"/>
                </a:lnTo>
                <a:lnTo>
                  <a:pt x="1" y="365"/>
                </a:lnTo>
                <a:lnTo>
                  <a:pt x="1" y="364"/>
                </a:lnTo>
                <a:lnTo>
                  <a:pt x="2" y="364"/>
                </a:lnTo>
                <a:lnTo>
                  <a:pt x="3" y="364"/>
                </a:lnTo>
                <a:lnTo>
                  <a:pt x="4" y="364"/>
                </a:lnTo>
                <a:lnTo>
                  <a:pt x="5" y="364"/>
                </a:lnTo>
                <a:lnTo>
                  <a:pt x="6" y="364"/>
                </a:lnTo>
                <a:lnTo>
                  <a:pt x="7" y="363"/>
                </a:lnTo>
                <a:lnTo>
                  <a:pt x="7" y="362"/>
                </a:lnTo>
                <a:lnTo>
                  <a:pt x="7" y="361"/>
                </a:lnTo>
                <a:lnTo>
                  <a:pt x="6" y="360"/>
                </a:lnTo>
                <a:lnTo>
                  <a:pt x="5" y="360"/>
                </a:lnTo>
                <a:lnTo>
                  <a:pt x="5" y="359"/>
                </a:lnTo>
                <a:lnTo>
                  <a:pt x="5" y="358"/>
                </a:lnTo>
                <a:lnTo>
                  <a:pt x="5" y="357"/>
                </a:lnTo>
                <a:lnTo>
                  <a:pt x="4" y="354"/>
                </a:lnTo>
                <a:lnTo>
                  <a:pt x="4" y="352"/>
                </a:lnTo>
                <a:lnTo>
                  <a:pt x="3" y="352"/>
                </a:lnTo>
                <a:lnTo>
                  <a:pt x="3" y="351"/>
                </a:lnTo>
                <a:lnTo>
                  <a:pt x="3" y="350"/>
                </a:lnTo>
                <a:lnTo>
                  <a:pt x="0" y="351"/>
                </a:lnTo>
                <a:lnTo>
                  <a:pt x="0" y="348"/>
                </a:lnTo>
                <a:lnTo>
                  <a:pt x="0" y="347"/>
                </a:lnTo>
                <a:lnTo>
                  <a:pt x="0" y="346"/>
                </a:lnTo>
                <a:lnTo>
                  <a:pt x="1" y="346"/>
                </a:lnTo>
                <a:lnTo>
                  <a:pt x="1" y="344"/>
                </a:lnTo>
                <a:lnTo>
                  <a:pt x="1" y="343"/>
                </a:lnTo>
                <a:lnTo>
                  <a:pt x="0" y="342"/>
                </a:lnTo>
                <a:lnTo>
                  <a:pt x="0" y="341"/>
                </a:lnTo>
                <a:lnTo>
                  <a:pt x="1" y="340"/>
                </a:lnTo>
                <a:lnTo>
                  <a:pt x="3" y="339"/>
                </a:lnTo>
                <a:lnTo>
                  <a:pt x="4" y="339"/>
                </a:lnTo>
                <a:lnTo>
                  <a:pt x="5" y="338"/>
                </a:lnTo>
                <a:lnTo>
                  <a:pt x="5" y="336"/>
                </a:lnTo>
                <a:lnTo>
                  <a:pt x="9" y="336"/>
                </a:lnTo>
                <a:lnTo>
                  <a:pt x="10" y="336"/>
                </a:lnTo>
                <a:lnTo>
                  <a:pt x="12" y="336"/>
                </a:lnTo>
                <a:lnTo>
                  <a:pt x="13" y="336"/>
                </a:lnTo>
                <a:lnTo>
                  <a:pt x="13" y="337"/>
                </a:lnTo>
                <a:lnTo>
                  <a:pt x="12" y="338"/>
                </a:lnTo>
                <a:lnTo>
                  <a:pt x="11" y="338"/>
                </a:lnTo>
                <a:lnTo>
                  <a:pt x="11" y="339"/>
                </a:lnTo>
                <a:lnTo>
                  <a:pt x="11" y="340"/>
                </a:lnTo>
                <a:lnTo>
                  <a:pt x="12" y="341"/>
                </a:lnTo>
                <a:lnTo>
                  <a:pt x="14" y="341"/>
                </a:lnTo>
                <a:lnTo>
                  <a:pt x="14" y="342"/>
                </a:lnTo>
                <a:lnTo>
                  <a:pt x="15" y="343"/>
                </a:lnTo>
                <a:lnTo>
                  <a:pt x="15" y="344"/>
                </a:lnTo>
                <a:lnTo>
                  <a:pt x="15" y="345"/>
                </a:lnTo>
                <a:lnTo>
                  <a:pt x="16" y="346"/>
                </a:lnTo>
                <a:lnTo>
                  <a:pt x="19" y="346"/>
                </a:lnTo>
                <a:lnTo>
                  <a:pt x="20" y="347"/>
                </a:lnTo>
                <a:lnTo>
                  <a:pt x="21" y="348"/>
                </a:lnTo>
                <a:lnTo>
                  <a:pt x="22" y="348"/>
                </a:lnTo>
                <a:lnTo>
                  <a:pt x="24" y="348"/>
                </a:lnTo>
                <a:lnTo>
                  <a:pt x="25" y="347"/>
                </a:lnTo>
                <a:lnTo>
                  <a:pt x="25" y="346"/>
                </a:lnTo>
                <a:lnTo>
                  <a:pt x="26" y="346"/>
                </a:lnTo>
                <a:lnTo>
                  <a:pt x="26" y="347"/>
                </a:lnTo>
                <a:lnTo>
                  <a:pt x="26" y="348"/>
                </a:lnTo>
                <a:lnTo>
                  <a:pt x="28" y="349"/>
                </a:lnTo>
                <a:lnTo>
                  <a:pt x="28" y="348"/>
                </a:lnTo>
                <a:lnTo>
                  <a:pt x="29" y="347"/>
                </a:lnTo>
                <a:lnTo>
                  <a:pt x="30" y="347"/>
                </a:lnTo>
                <a:lnTo>
                  <a:pt x="32" y="347"/>
                </a:lnTo>
                <a:lnTo>
                  <a:pt x="33" y="347"/>
                </a:lnTo>
                <a:lnTo>
                  <a:pt x="33" y="348"/>
                </a:lnTo>
                <a:lnTo>
                  <a:pt x="38" y="349"/>
                </a:lnTo>
                <a:lnTo>
                  <a:pt x="38" y="348"/>
                </a:lnTo>
                <a:lnTo>
                  <a:pt x="41" y="347"/>
                </a:lnTo>
                <a:lnTo>
                  <a:pt x="42" y="347"/>
                </a:lnTo>
                <a:lnTo>
                  <a:pt x="43" y="347"/>
                </a:lnTo>
                <a:lnTo>
                  <a:pt x="44" y="347"/>
                </a:lnTo>
                <a:lnTo>
                  <a:pt x="45" y="346"/>
                </a:lnTo>
                <a:lnTo>
                  <a:pt x="46" y="344"/>
                </a:lnTo>
                <a:lnTo>
                  <a:pt x="45" y="344"/>
                </a:lnTo>
                <a:lnTo>
                  <a:pt x="45" y="343"/>
                </a:lnTo>
                <a:lnTo>
                  <a:pt x="46" y="341"/>
                </a:lnTo>
                <a:lnTo>
                  <a:pt x="46" y="340"/>
                </a:lnTo>
                <a:lnTo>
                  <a:pt x="48" y="339"/>
                </a:lnTo>
                <a:lnTo>
                  <a:pt x="49" y="339"/>
                </a:lnTo>
                <a:lnTo>
                  <a:pt x="50" y="338"/>
                </a:lnTo>
                <a:lnTo>
                  <a:pt x="51" y="338"/>
                </a:lnTo>
                <a:lnTo>
                  <a:pt x="51" y="339"/>
                </a:lnTo>
                <a:lnTo>
                  <a:pt x="56" y="337"/>
                </a:lnTo>
                <a:lnTo>
                  <a:pt x="57" y="336"/>
                </a:lnTo>
                <a:lnTo>
                  <a:pt x="57" y="335"/>
                </a:lnTo>
                <a:lnTo>
                  <a:pt x="57" y="334"/>
                </a:lnTo>
                <a:lnTo>
                  <a:pt x="58" y="334"/>
                </a:lnTo>
                <a:lnTo>
                  <a:pt x="60" y="334"/>
                </a:lnTo>
                <a:lnTo>
                  <a:pt x="61" y="334"/>
                </a:lnTo>
                <a:lnTo>
                  <a:pt x="63" y="333"/>
                </a:lnTo>
                <a:lnTo>
                  <a:pt x="64" y="334"/>
                </a:lnTo>
                <a:lnTo>
                  <a:pt x="65" y="334"/>
                </a:lnTo>
                <a:lnTo>
                  <a:pt x="65" y="333"/>
                </a:lnTo>
                <a:lnTo>
                  <a:pt x="65" y="332"/>
                </a:lnTo>
                <a:lnTo>
                  <a:pt x="66" y="332"/>
                </a:lnTo>
                <a:lnTo>
                  <a:pt x="67" y="332"/>
                </a:lnTo>
                <a:lnTo>
                  <a:pt x="67" y="331"/>
                </a:lnTo>
                <a:lnTo>
                  <a:pt x="67" y="330"/>
                </a:lnTo>
                <a:lnTo>
                  <a:pt x="66" y="328"/>
                </a:lnTo>
                <a:lnTo>
                  <a:pt x="66" y="326"/>
                </a:lnTo>
                <a:lnTo>
                  <a:pt x="65" y="323"/>
                </a:lnTo>
                <a:lnTo>
                  <a:pt x="64" y="322"/>
                </a:lnTo>
                <a:lnTo>
                  <a:pt x="64" y="321"/>
                </a:lnTo>
                <a:lnTo>
                  <a:pt x="64" y="320"/>
                </a:lnTo>
                <a:lnTo>
                  <a:pt x="65" y="319"/>
                </a:lnTo>
                <a:lnTo>
                  <a:pt x="66" y="319"/>
                </a:lnTo>
                <a:lnTo>
                  <a:pt x="67" y="319"/>
                </a:lnTo>
                <a:lnTo>
                  <a:pt x="69" y="317"/>
                </a:lnTo>
                <a:lnTo>
                  <a:pt x="70" y="316"/>
                </a:lnTo>
                <a:lnTo>
                  <a:pt x="69" y="316"/>
                </a:lnTo>
                <a:lnTo>
                  <a:pt x="67" y="316"/>
                </a:lnTo>
                <a:lnTo>
                  <a:pt x="67" y="315"/>
                </a:lnTo>
                <a:lnTo>
                  <a:pt x="68" y="314"/>
                </a:lnTo>
                <a:lnTo>
                  <a:pt x="69" y="314"/>
                </a:lnTo>
                <a:lnTo>
                  <a:pt x="70" y="313"/>
                </a:lnTo>
                <a:lnTo>
                  <a:pt x="70" y="312"/>
                </a:lnTo>
                <a:lnTo>
                  <a:pt x="69" y="311"/>
                </a:lnTo>
                <a:lnTo>
                  <a:pt x="69" y="310"/>
                </a:lnTo>
                <a:lnTo>
                  <a:pt x="70" y="308"/>
                </a:lnTo>
                <a:lnTo>
                  <a:pt x="70" y="307"/>
                </a:lnTo>
                <a:lnTo>
                  <a:pt x="71" y="307"/>
                </a:lnTo>
                <a:lnTo>
                  <a:pt x="71" y="306"/>
                </a:lnTo>
                <a:lnTo>
                  <a:pt x="71" y="305"/>
                </a:lnTo>
                <a:lnTo>
                  <a:pt x="70" y="305"/>
                </a:lnTo>
                <a:lnTo>
                  <a:pt x="70" y="304"/>
                </a:lnTo>
                <a:lnTo>
                  <a:pt x="70" y="303"/>
                </a:lnTo>
                <a:lnTo>
                  <a:pt x="69" y="302"/>
                </a:lnTo>
                <a:lnTo>
                  <a:pt x="69" y="301"/>
                </a:lnTo>
                <a:lnTo>
                  <a:pt x="69" y="299"/>
                </a:lnTo>
                <a:lnTo>
                  <a:pt x="70" y="299"/>
                </a:lnTo>
                <a:lnTo>
                  <a:pt x="70" y="298"/>
                </a:lnTo>
                <a:lnTo>
                  <a:pt x="71" y="298"/>
                </a:lnTo>
                <a:lnTo>
                  <a:pt x="72" y="299"/>
                </a:lnTo>
                <a:lnTo>
                  <a:pt x="73" y="299"/>
                </a:lnTo>
                <a:lnTo>
                  <a:pt x="73" y="298"/>
                </a:lnTo>
                <a:lnTo>
                  <a:pt x="73" y="297"/>
                </a:lnTo>
                <a:lnTo>
                  <a:pt x="73" y="295"/>
                </a:lnTo>
                <a:lnTo>
                  <a:pt x="73" y="293"/>
                </a:lnTo>
                <a:lnTo>
                  <a:pt x="74" y="292"/>
                </a:lnTo>
                <a:lnTo>
                  <a:pt x="74" y="291"/>
                </a:lnTo>
                <a:lnTo>
                  <a:pt x="73" y="290"/>
                </a:lnTo>
                <a:lnTo>
                  <a:pt x="72" y="290"/>
                </a:lnTo>
                <a:lnTo>
                  <a:pt x="71" y="290"/>
                </a:lnTo>
                <a:lnTo>
                  <a:pt x="71" y="289"/>
                </a:lnTo>
                <a:lnTo>
                  <a:pt x="70" y="288"/>
                </a:lnTo>
                <a:lnTo>
                  <a:pt x="70" y="287"/>
                </a:lnTo>
                <a:lnTo>
                  <a:pt x="69" y="286"/>
                </a:lnTo>
                <a:lnTo>
                  <a:pt x="69" y="285"/>
                </a:lnTo>
                <a:lnTo>
                  <a:pt x="69" y="284"/>
                </a:lnTo>
                <a:lnTo>
                  <a:pt x="67" y="284"/>
                </a:lnTo>
                <a:lnTo>
                  <a:pt x="67" y="285"/>
                </a:lnTo>
                <a:lnTo>
                  <a:pt x="66" y="286"/>
                </a:lnTo>
                <a:lnTo>
                  <a:pt x="65" y="286"/>
                </a:lnTo>
                <a:lnTo>
                  <a:pt x="65" y="285"/>
                </a:lnTo>
                <a:lnTo>
                  <a:pt x="64" y="284"/>
                </a:lnTo>
                <a:lnTo>
                  <a:pt x="63" y="281"/>
                </a:lnTo>
                <a:lnTo>
                  <a:pt x="64" y="280"/>
                </a:lnTo>
                <a:lnTo>
                  <a:pt x="65" y="280"/>
                </a:lnTo>
                <a:lnTo>
                  <a:pt x="66" y="279"/>
                </a:lnTo>
                <a:lnTo>
                  <a:pt x="66" y="278"/>
                </a:lnTo>
                <a:lnTo>
                  <a:pt x="66" y="277"/>
                </a:lnTo>
                <a:lnTo>
                  <a:pt x="65" y="277"/>
                </a:lnTo>
                <a:lnTo>
                  <a:pt x="65" y="276"/>
                </a:lnTo>
                <a:lnTo>
                  <a:pt x="64" y="276"/>
                </a:lnTo>
                <a:lnTo>
                  <a:pt x="63" y="274"/>
                </a:lnTo>
                <a:lnTo>
                  <a:pt x="63" y="273"/>
                </a:lnTo>
                <a:lnTo>
                  <a:pt x="63" y="269"/>
                </a:lnTo>
                <a:lnTo>
                  <a:pt x="64" y="267"/>
                </a:lnTo>
                <a:lnTo>
                  <a:pt x="65" y="268"/>
                </a:lnTo>
                <a:lnTo>
                  <a:pt x="66" y="268"/>
                </a:lnTo>
                <a:lnTo>
                  <a:pt x="67" y="269"/>
                </a:lnTo>
                <a:lnTo>
                  <a:pt x="68" y="269"/>
                </a:lnTo>
                <a:lnTo>
                  <a:pt x="68" y="268"/>
                </a:lnTo>
                <a:lnTo>
                  <a:pt x="68" y="267"/>
                </a:lnTo>
                <a:lnTo>
                  <a:pt x="68" y="266"/>
                </a:lnTo>
                <a:lnTo>
                  <a:pt x="67" y="266"/>
                </a:lnTo>
                <a:lnTo>
                  <a:pt x="67" y="265"/>
                </a:lnTo>
                <a:lnTo>
                  <a:pt x="67" y="264"/>
                </a:lnTo>
                <a:lnTo>
                  <a:pt x="68" y="263"/>
                </a:lnTo>
                <a:lnTo>
                  <a:pt x="68" y="262"/>
                </a:lnTo>
                <a:lnTo>
                  <a:pt x="68" y="260"/>
                </a:lnTo>
                <a:lnTo>
                  <a:pt x="66" y="257"/>
                </a:lnTo>
                <a:lnTo>
                  <a:pt x="69" y="255"/>
                </a:lnTo>
                <a:lnTo>
                  <a:pt x="69" y="253"/>
                </a:lnTo>
                <a:lnTo>
                  <a:pt x="69" y="252"/>
                </a:lnTo>
                <a:lnTo>
                  <a:pt x="71" y="253"/>
                </a:lnTo>
                <a:lnTo>
                  <a:pt x="73" y="254"/>
                </a:lnTo>
                <a:lnTo>
                  <a:pt x="75" y="255"/>
                </a:lnTo>
                <a:lnTo>
                  <a:pt x="75" y="256"/>
                </a:lnTo>
                <a:lnTo>
                  <a:pt x="76" y="255"/>
                </a:lnTo>
                <a:lnTo>
                  <a:pt x="76" y="254"/>
                </a:lnTo>
                <a:lnTo>
                  <a:pt x="76" y="253"/>
                </a:lnTo>
                <a:lnTo>
                  <a:pt x="76" y="252"/>
                </a:lnTo>
                <a:lnTo>
                  <a:pt x="76" y="251"/>
                </a:lnTo>
                <a:lnTo>
                  <a:pt x="76" y="249"/>
                </a:lnTo>
                <a:lnTo>
                  <a:pt x="76" y="246"/>
                </a:lnTo>
                <a:lnTo>
                  <a:pt x="77" y="245"/>
                </a:lnTo>
                <a:lnTo>
                  <a:pt x="81" y="243"/>
                </a:lnTo>
                <a:lnTo>
                  <a:pt x="83" y="242"/>
                </a:lnTo>
                <a:lnTo>
                  <a:pt x="82" y="242"/>
                </a:lnTo>
                <a:lnTo>
                  <a:pt x="83" y="241"/>
                </a:lnTo>
                <a:lnTo>
                  <a:pt x="84" y="241"/>
                </a:lnTo>
                <a:lnTo>
                  <a:pt x="85" y="242"/>
                </a:lnTo>
                <a:lnTo>
                  <a:pt x="85" y="243"/>
                </a:lnTo>
                <a:lnTo>
                  <a:pt x="86" y="243"/>
                </a:lnTo>
                <a:lnTo>
                  <a:pt x="87" y="243"/>
                </a:lnTo>
                <a:lnTo>
                  <a:pt x="89" y="242"/>
                </a:lnTo>
                <a:lnTo>
                  <a:pt x="91" y="241"/>
                </a:lnTo>
                <a:lnTo>
                  <a:pt x="91" y="242"/>
                </a:lnTo>
                <a:lnTo>
                  <a:pt x="91" y="243"/>
                </a:lnTo>
                <a:lnTo>
                  <a:pt x="93" y="243"/>
                </a:lnTo>
                <a:lnTo>
                  <a:pt x="96" y="241"/>
                </a:lnTo>
                <a:lnTo>
                  <a:pt x="96" y="240"/>
                </a:lnTo>
                <a:lnTo>
                  <a:pt x="98" y="240"/>
                </a:lnTo>
                <a:lnTo>
                  <a:pt x="99" y="240"/>
                </a:lnTo>
                <a:lnTo>
                  <a:pt x="100" y="241"/>
                </a:lnTo>
                <a:lnTo>
                  <a:pt x="101" y="240"/>
                </a:lnTo>
                <a:lnTo>
                  <a:pt x="101" y="239"/>
                </a:lnTo>
                <a:lnTo>
                  <a:pt x="101" y="238"/>
                </a:lnTo>
                <a:lnTo>
                  <a:pt x="106" y="237"/>
                </a:lnTo>
                <a:lnTo>
                  <a:pt x="107" y="237"/>
                </a:lnTo>
                <a:lnTo>
                  <a:pt x="108" y="237"/>
                </a:lnTo>
                <a:lnTo>
                  <a:pt x="110" y="237"/>
                </a:lnTo>
                <a:lnTo>
                  <a:pt x="111" y="236"/>
                </a:lnTo>
                <a:lnTo>
                  <a:pt x="111" y="235"/>
                </a:lnTo>
                <a:lnTo>
                  <a:pt x="113" y="235"/>
                </a:lnTo>
                <a:lnTo>
                  <a:pt x="114" y="235"/>
                </a:lnTo>
                <a:lnTo>
                  <a:pt x="114" y="234"/>
                </a:lnTo>
                <a:lnTo>
                  <a:pt x="113" y="233"/>
                </a:lnTo>
                <a:lnTo>
                  <a:pt x="112" y="231"/>
                </a:lnTo>
                <a:lnTo>
                  <a:pt x="112" y="230"/>
                </a:lnTo>
                <a:lnTo>
                  <a:pt x="110" y="227"/>
                </a:lnTo>
                <a:lnTo>
                  <a:pt x="110" y="226"/>
                </a:lnTo>
                <a:lnTo>
                  <a:pt x="109" y="225"/>
                </a:lnTo>
                <a:lnTo>
                  <a:pt x="108" y="225"/>
                </a:lnTo>
                <a:lnTo>
                  <a:pt x="108" y="224"/>
                </a:lnTo>
                <a:lnTo>
                  <a:pt x="107" y="223"/>
                </a:lnTo>
                <a:lnTo>
                  <a:pt x="107" y="222"/>
                </a:lnTo>
                <a:lnTo>
                  <a:pt x="106" y="220"/>
                </a:lnTo>
                <a:lnTo>
                  <a:pt x="105" y="220"/>
                </a:lnTo>
                <a:lnTo>
                  <a:pt x="106" y="220"/>
                </a:lnTo>
                <a:lnTo>
                  <a:pt x="105" y="219"/>
                </a:lnTo>
                <a:lnTo>
                  <a:pt x="106" y="217"/>
                </a:lnTo>
                <a:lnTo>
                  <a:pt x="105" y="217"/>
                </a:lnTo>
                <a:lnTo>
                  <a:pt x="104" y="217"/>
                </a:lnTo>
                <a:lnTo>
                  <a:pt x="105" y="214"/>
                </a:lnTo>
                <a:lnTo>
                  <a:pt x="106" y="214"/>
                </a:lnTo>
                <a:lnTo>
                  <a:pt x="105" y="212"/>
                </a:lnTo>
                <a:lnTo>
                  <a:pt x="104" y="211"/>
                </a:lnTo>
                <a:lnTo>
                  <a:pt x="104" y="209"/>
                </a:lnTo>
                <a:lnTo>
                  <a:pt x="105" y="209"/>
                </a:lnTo>
                <a:lnTo>
                  <a:pt x="105" y="208"/>
                </a:lnTo>
                <a:lnTo>
                  <a:pt x="104" y="207"/>
                </a:lnTo>
                <a:lnTo>
                  <a:pt x="104" y="206"/>
                </a:lnTo>
                <a:lnTo>
                  <a:pt x="103" y="205"/>
                </a:lnTo>
                <a:lnTo>
                  <a:pt x="102" y="203"/>
                </a:lnTo>
                <a:lnTo>
                  <a:pt x="101" y="202"/>
                </a:lnTo>
                <a:lnTo>
                  <a:pt x="100" y="201"/>
                </a:lnTo>
                <a:lnTo>
                  <a:pt x="99" y="200"/>
                </a:lnTo>
                <a:lnTo>
                  <a:pt x="98" y="198"/>
                </a:lnTo>
                <a:lnTo>
                  <a:pt x="97" y="198"/>
                </a:lnTo>
                <a:lnTo>
                  <a:pt x="97" y="197"/>
                </a:lnTo>
                <a:lnTo>
                  <a:pt x="97" y="196"/>
                </a:lnTo>
                <a:lnTo>
                  <a:pt x="98" y="194"/>
                </a:lnTo>
                <a:lnTo>
                  <a:pt x="99" y="193"/>
                </a:lnTo>
                <a:lnTo>
                  <a:pt x="100" y="194"/>
                </a:lnTo>
                <a:lnTo>
                  <a:pt x="101" y="194"/>
                </a:lnTo>
                <a:lnTo>
                  <a:pt x="102" y="194"/>
                </a:lnTo>
                <a:lnTo>
                  <a:pt x="102" y="195"/>
                </a:lnTo>
                <a:lnTo>
                  <a:pt x="104" y="195"/>
                </a:lnTo>
                <a:lnTo>
                  <a:pt x="105" y="196"/>
                </a:lnTo>
                <a:lnTo>
                  <a:pt x="105" y="194"/>
                </a:lnTo>
                <a:lnTo>
                  <a:pt x="106" y="188"/>
                </a:lnTo>
                <a:lnTo>
                  <a:pt x="105" y="187"/>
                </a:lnTo>
                <a:lnTo>
                  <a:pt x="104" y="186"/>
                </a:lnTo>
                <a:lnTo>
                  <a:pt x="105" y="186"/>
                </a:lnTo>
                <a:lnTo>
                  <a:pt x="106" y="183"/>
                </a:lnTo>
                <a:lnTo>
                  <a:pt x="106" y="182"/>
                </a:lnTo>
                <a:lnTo>
                  <a:pt x="107" y="182"/>
                </a:lnTo>
                <a:lnTo>
                  <a:pt x="108" y="181"/>
                </a:lnTo>
                <a:lnTo>
                  <a:pt x="107" y="181"/>
                </a:lnTo>
                <a:lnTo>
                  <a:pt x="107" y="180"/>
                </a:lnTo>
                <a:lnTo>
                  <a:pt x="107" y="177"/>
                </a:lnTo>
                <a:lnTo>
                  <a:pt x="106" y="176"/>
                </a:lnTo>
                <a:lnTo>
                  <a:pt x="105" y="175"/>
                </a:lnTo>
                <a:lnTo>
                  <a:pt x="104" y="175"/>
                </a:lnTo>
                <a:lnTo>
                  <a:pt x="104" y="176"/>
                </a:lnTo>
                <a:lnTo>
                  <a:pt x="102" y="177"/>
                </a:lnTo>
                <a:lnTo>
                  <a:pt x="100" y="177"/>
                </a:lnTo>
                <a:lnTo>
                  <a:pt x="99" y="177"/>
                </a:lnTo>
                <a:lnTo>
                  <a:pt x="99" y="176"/>
                </a:lnTo>
                <a:lnTo>
                  <a:pt x="98" y="176"/>
                </a:lnTo>
                <a:lnTo>
                  <a:pt x="97" y="175"/>
                </a:lnTo>
                <a:lnTo>
                  <a:pt x="96" y="176"/>
                </a:lnTo>
                <a:lnTo>
                  <a:pt x="95" y="177"/>
                </a:lnTo>
                <a:lnTo>
                  <a:pt x="94" y="177"/>
                </a:lnTo>
                <a:lnTo>
                  <a:pt x="94" y="176"/>
                </a:lnTo>
                <a:lnTo>
                  <a:pt x="93" y="176"/>
                </a:lnTo>
                <a:lnTo>
                  <a:pt x="92" y="176"/>
                </a:lnTo>
                <a:lnTo>
                  <a:pt x="91" y="175"/>
                </a:lnTo>
                <a:lnTo>
                  <a:pt x="91" y="173"/>
                </a:lnTo>
                <a:lnTo>
                  <a:pt x="92" y="173"/>
                </a:lnTo>
                <a:lnTo>
                  <a:pt x="93" y="172"/>
                </a:lnTo>
                <a:lnTo>
                  <a:pt x="93" y="170"/>
                </a:lnTo>
                <a:lnTo>
                  <a:pt x="94" y="169"/>
                </a:lnTo>
                <a:lnTo>
                  <a:pt x="93" y="168"/>
                </a:lnTo>
                <a:lnTo>
                  <a:pt x="93" y="167"/>
                </a:lnTo>
                <a:lnTo>
                  <a:pt x="93" y="166"/>
                </a:lnTo>
                <a:lnTo>
                  <a:pt x="93" y="165"/>
                </a:lnTo>
                <a:lnTo>
                  <a:pt x="94" y="165"/>
                </a:lnTo>
                <a:lnTo>
                  <a:pt x="94" y="161"/>
                </a:lnTo>
                <a:lnTo>
                  <a:pt x="95" y="161"/>
                </a:lnTo>
                <a:lnTo>
                  <a:pt x="95" y="160"/>
                </a:lnTo>
                <a:lnTo>
                  <a:pt x="95" y="158"/>
                </a:lnTo>
                <a:lnTo>
                  <a:pt x="95" y="156"/>
                </a:lnTo>
                <a:lnTo>
                  <a:pt x="95" y="155"/>
                </a:lnTo>
                <a:lnTo>
                  <a:pt x="96" y="155"/>
                </a:lnTo>
                <a:lnTo>
                  <a:pt x="97" y="154"/>
                </a:lnTo>
                <a:lnTo>
                  <a:pt x="97" y="153"/>
                </a:lnTo>
                <a:lnTo>
                  <a:pt x="96" y="153"/>
                </a:lnTo>
                <a:lnTo>
                  <a:pt x="96" y="152"/>
                </a:lnTo>
                <a:lnTo>
                  <a:pt x="95" y="152"/>
                </a:lnTo>
                <a:lnTo>
                  <a:pt x="95" y="151"/>
                </a:lnTo>
                <a:lnTo>
                  <a:pt x="96" y="147"/>
                </a:lnTo>
                <a:lnTo>
                  <a:pt x="97" y="147"/>
                </a:lnTo>
                <a:lnTo>
                  <a:pt x="98" y="147"/>
                </a:lnTo>
                <a:lnTo>
                  <a:pt x="99" y="147"/>
                </a:lnTo>
                <a:lnTo>
                  <a:pt x="98" y="146"/>
                </a:lnTo>
                <a:lnTo>
                  <a:pt x="98" y="145"/>
                </a:lnTo>
                <a:lnTo>
                  <a:pt x="98" y="144"/>
                </a:lnTo>
                <a:lnTo>
                  <a:pt x="98" y="143"/>
                </a:lnTo>
                <a:lnTo>
                  <a:pt x="99" y="142"/>
                </a:lnTo>
                <a:lnTo>
                  <a:pt x="103" y="142"/>
                </a:lnTo>
                <a:lnTo>
                  <a:pt x="103" y="143"/>
                </a:lnTo>
                <a:lnTo>
                  <a:pt x="104" y="143"/>
                </a:lnTo>
                <a:lnTo>
                  <a:pt x="105" y="142"/>
                </a:lnTo>
                <a:lnTo>
                  <a:pt x="106" y="142"/>
                </a:lnTo>
                <a:lnTo>
                  <a:pt x="106" y="137"/>
                </a:lnTo>
                <a:lnTo>
                  <a:pt x="105" y="136"/>
                </a:lnTo>
                <a:lnTo>
                  <a:pt x="106" y="136"/>
                </a:lnTo>
                <a:lnTo>
                  <a:pt x="107" y="136"/>
                </a:lnTo>
                <a:lnTo>
                  <a:pt x="108" y="137"/>
                </a:lnTo>
                <a:lnTo>
                  <a:pt x="109" y="136"/>
                </a:lnTo>
                <a:lnTo>
                  <a:pt x="110" y="135"/>
                </a:lnTo>
                <a:lnTo>
                  <a:pt x="111" y="135"/>
                </a:lnTo>
                <a:lnTo>
                  <a:pt x="111" y="134"/>
                </a:lnTo>
                <a:lnTo>
                  <a:pt x="113" y="134"/>
                </a:lnTo>
                <a:lnTo>
                  <a:pt x="114" y="135"/>
                </a:lnTo>
                <a:lnTo>
                  <a:pt x="115" y="135"/>
                </a:lnTo>
                <a:lnTo>
                  <a:pt x="116" y="133"/>
                </a:lnTo>
                <a:lnTo>
                  <a:pt x="118" y="132"/>
                </a:lnTo>
                <a:lnTo>
                  <a:pt x="118" y="131"/>
                </a:lnTo>
                <a:lnTo>
                  <a:pt x="119" y="131"/>
                </a:lnTo>
                <a:lnTo>
                  <a:pt x="120" y="132"/>
                </a:lnTo>
                <a:lnTo>
                  <a:pt x="121" y="133"/>
                </a:lnTo>
                <a:lnTo>
                  <a:pt x="123" y="133"/>
                </a:lnTo>
                <a:lnTo>
                  <a:pt x="123" y="134"/>
                </a:lnTo>
                <a:lnTo>
                  <a:pt x="123" y="135"/>
                </a:lnTo>
                <a:lnTo>
                  <a:pt x="125" y="134"/>
                </a:lnTo>
                <a:lnTo>
                  <a:pt x="126" y="134"/>
                </a:lnTo>
                <a:lnTo>
                  <a:pt x="127" y="132"/>
                </a:lnTo>
                <a:lnTo>
                  <a:pt x="128" y="133"/>
                </a:lnTo>
                <a:lnTo>
                  <a:pt x="129" y="133"/>
                </a:lnTo>
                <a:lnTo>
                  <a:pt x="131" y="133"/>
                </a:lnTo>
                <a:lnTo>
                  <a:pt x="131" y="132"/>
                </a:lnTo>
                <a:lnTo>
                  <a:pt x="132" y="133"/>
                </a:lnTo>
                <a:lnTo>
                  <a:pt x="133" y="133"/>
                </a:lnTo>
                <a:lnTo>
                  <a:pt x="133" y="134"/>
                </a:lnTo>
                <a:lnTo>
                  <a:pt x="133" y="135"/>
                </a:lnTo>
                <a:lnTo>
                  <a:pt x="132" y="135"/>
                </a:lnTo>
                <a:lnTo>
                  <a:pt x="135" y="137"/>
                </a:lnTo>
                <a:lnTo>
                  <a:pt x="137" y="139"/>
                </a:lnTo>
                <a:lnTo>
                  <a:pt x="138" y="139"/>
                </a:lnTo>
                <a:lnTo>
                  <a:pt x="139" y="139"/>
                </a:lnTo>
                <a:lnTo>
                  <a:pt x="139" y="140"/>
                </a:lnTo>
                <a:lnTo>
                  <a:pt x="140" y="142"/>
                </a:lnTo>
                <a:lnTo>
                  <a:pt x="140" y="144"/>
                </a:lnTo>
                <a:lnTo>
                  <a:pt x="139" y="144"/>
                </a:lnTo>
                <a:lnTo>
                  <a:pt x="140" y="145"/>
                </a:lnTo>
                <a:lnTo>
                  <a:pt x="141" y="145"/>
                </a:lnTo>
                <a:lnTo>
                  <a:pt x="144" y="144"/>
                </a:lnTo>
                <a:lnTo>
                  <a:pt x="143" y="142"/>
                </a:lnTo>
                <a:lnTo>
                  <a:pt x="143" y="141"/>
                </a:lnTo>
                <a:lnTo>
                  <a:pt x="143" y="140"/>
                </a:lnTo>
                <a:lnTo>
                  <a:pt x="143" y="139"/>
                </a:lnTo>
                <a:lnTo>
                  <a:pt x="144" y="139"/>
                </a:lnTo>
                <a:lnTo>
                  <a:pt x="147" y="139"/>
                </a:lnTo>
                <a:lnTo>
                  <a:pt x="147" y="140"/>
                </a:lnTo>
                <a:lnTo>
                  <a:pt x="146" y="140"/>
                </a:lnTo>
                <a:lnTo>
                  <a:pt x="146" y="141"/>
                </a:lnTo>
                <a:lnTo>
                  <a:pt x="146" y="142"/>
                </a:lnTo>
                <a:lnTo>
                  <a:pt x="148" y="144"/>
                </a:lnTo>
                <a:lnTo>
                  <a:pt x="149" y="144"/>
                </a:lnTo>
                <a:lnTo>
                  <a:pt x="150" y="144"/>
                </a:lnTo>
                <a:lnTo>
                  <a:pt x="151" y="143"/>
                </a:lnTo>
                <a:lnTo>
                  <a:pt x="152" y="142"/>
                </a:lnTo>
                <a:lnTo>
                  <a:pt x="154" y="143"/>
                </a:lnTo>
                <a:lnTo>
                  <a:pt x="155" y="143"/>
                </a:lnTo>
                <a:lnTo>
                  <a:pt x="156" y="143"/>
                </a:lnTo>
                <a:lnTo>
                  <a:pt x="157" y="143"/>
                </a:lnTo>
                <a:lnTo>
                  <a:pt x="157" y="142"/>
                </a:lnTo>
                <a:lnTo>
                  <a:pt x="159" y="143"/>
                </a:lnTo>
                <a:lnTo>
                  <a:pt x="161" y="144"/>
                </a:lnTo>
                <a:lnTo>
                  <a:pt x="162" y="145"/>
                </a:lnTo>
                <a:lnTo>
                  <a:pt x="163" y="146"/>
                </a:lnTo>
                <a:lnTo>
                  <a:pt x="163" y="147"/>
                </a:lnTo>
                <a:lnTo>
                  <a:pt x="165" y="149"/>
                </a:lnTo>
                <a:lnTo>
                  <a:pt x="166" y="151"/>
                </a:lnTo>
                <a:lnTo>
                  <a:pt x="165" y="154"/>
                </a:lnTo>
                <a:lnTo>
                  <a:pt x="165" y="156"/>
                </a:lnTo>
                <a:lnTo>
                  <a:pt x="163" y="157"/>
                </a:lnTo>
                <a:lnTo>
                  <a:pt x="163" y="161"/>
                </a:lnTo>
                <a:lnTo>
                  <a:pt x="164" y="163"/>
                </a:lnTo>
                <a:lnTo>
                  <a:pt x="166" y="164"/>
                </a:lnTo>
                <a:lnTo>
                  <a:pt x="167" y="163"/>
                </a:lnTo>
                <a:lnTo>
                  <a:pt x="168" y="163"/>
                </a:lnTo>
                <a:lnTo>
                  <a:pt x="169" y="163"/>
                </a:lnTo>
                <a:lnTo>
                  <a:pt x="169" y="164"/>
                </a:lnTo>
                <a:lnTo>
                  <a:pt x="169" y="166"/>
                </a:lnTo>
                <a:lnTo>
                  <a:pt x="171" y="166"/>
                </a:lnTo>
                <a:lnTo>
                  <a:pt x="172" y="167"/>
                </a:lnTo>
                <a:lnTo>
                  <a:pt x="174" y="167"/>
                </a:lnTo>
                <a:lnTo>
                  <a:pt x="175" y="168"/>
                </a:lnTo>
                <a:lnTo>
                  <a:pt x="176" y="170"/>
                </a:lnTo>
                <a:lnTo>
                  <a:pt x="177" y="172"/>
                </a:lnTo>
                <a:lnTo>
                  <a:pt x="178" y="173"/>
                </a:lnTo>
                <a:lnTo>
                  <a:pt x="179" y="173"/>
                </a:lnTo>
                <a:lnTo>
                  <a:pt x="179" y="178"/>
                </a:lnTo>
                <a:lnTo>
                  <a:pt x="178" y="178"/>
                </a:lnTo>
                <a:lnTo>
                  <a:pt x="178" y="177"/>
                </a:lnTo>
                <a:lnTo>
                  <a:pt x="177" y="177"/>
                </a:lnTo>
                <a:lnTo>
                  <a:pt x="176" y="177"/>
                </a:lnTo>
                <a:lnTo>
                  <a:pt x="176" y="176"/>
                </a:lnTo>
                <a:lnTo>
                  <a:pt x="176" y="177"/>
                </a:lnTo>
                <a:lnTo>
                  <a:pt x="176" y="179"/>
                </a:lnTo>
                <a:lnTo>
                  <a:pt x="177" y="179"/>
                </a:lnTo>
                <a:lnTo>
                  <a:pt x="177" y="178"/>
                </a:lnTo>
                <a:lnTo>
                  <a:pt x="178" y="178"/>
                </a:lnTo>
                <a:lnTo>
                  <a:pt x="179" y="179"/>
                </a:lnTo>
                <a:lnTo>
                  <a:pt x="179" y="180"/>
                </a:lnTo>
                <a:lnTo>
                  <a:pt x="179" y="181"/>
                </a:lnTo>
                <a:lnTo>
                  <a:pt x="179" y="182"/>
                </a:lnTo>
                <a:lnTo>
                  <a:pt x="180" y="183"/>
                </a:lnTo>
                <a:lnTo>
                  <a:pt x="181" y="185"/>
                </a:lnTo>
                <a:lnTo>
                  <a:pt x="181" y="186"/>
                </a:lnTo>
                <a:lnTo>
                  <a:pt x="182" y="186"/>
                </a:lnTo>
                <a:lnTo>
                  <a:pt x="183" y="186"/>
                </a:lnTo>
                <a:lnTo>
                  <a:pt x="185" y="186"/>
                </a:lnTo>
                <a:lnTo>
                  <a:pt x="186" y="186"/>
                </a:lnTo>
                <a:lnTo>
                  <a:pt x="186" y="187"/>
                </a:lnTo>
                <a:lnTo>
                  <a:pt x="186" y="188"/>
                </a:lnTo>
                <a:lnTo>
                  <a:pt x="187" y="189"/>
                </a:lnTo>
                <a:lnTo>
                  <a:pt x="187" y="190"/>
                </a:lnTo>
                <a:lnTo>
                  <a:pt x="188" y="190"/>
                </a:lnTo>
                <a:lnTo>
                  <a:pt x="189" y="191"/>
                </a:lnTo>
                <a:lnTo>
                  <a:pt x="190" y="191"/>
                </a:lnTo>
                <a:lnTo>
                  <a:pt x="191" y="191"/>
                </a:lnTo>
                <a:lnTo>
                  <a:pt x="192" y="191"/>
                </a:lnTo>
                <a:lnTo>
                  <a:pt x="192" y="192"/>
                </a:lnTo>
                <a:lnTo>
                  <a:pt x="194" y="194"/>
                </a:lnTo>
                <a:lnTo>
                  <a:pt x="195" y="196"/>
                </a:lnTo>
                <a:lnTo>
                  <a:pt x="197" y="198"/>
                </a:lnTo>
                <a:lnTo>
                  <a:pt x="197" y="200"/>
                </a:lnTo>
                <a:lnTo>
                  <a:pt x="201" y="200"/>
                </a:lnTo>
                <a:lnTo>
                  <a:pt x="202" y="199"/>
                </a:lnTo>
                <a:lnTo>
                  <a:pt x="203" y="199"/>
                </a:lnTo>
                <a:lnTo>
                  <a:pt x="203" y="197"/>
                </a:lnTo>
                <a:lnTo>
                  <a:pt x="203" y="196"/>
                </a:lnTo>
                <a:lnTo>
                  <a:pt x="204" y="195"/>
                </a:lnTo>
                <a:lnTo>
                  <a:pt x="205" y="195"/>
                </a:lnTo>
                <a:lnTo>
                  <a:pt x="205" y="196"/>
                </a:lnTo>
                <a:lnTo>
                  <a:pt x="205" y="197"/>
                </a:lnTo>
                <a:lnTo>
                  <a:pt x="208" y="196"/>
                </a:lnTo>
                <a:lnTo>
                  <a:pt x="208" y="195"/>
                </a:lnTo>
                <a:lnTo>
                  <a:pt x="209" y="194"/>
                </a:lnTo>
                <a:lnTo>
                  <a:pt x="208" y="194"/>
                </a:lnTo>
                <a:lnTo>
                  <a:pt x="208" y="193"/>
                </a:lnTo>
                <a:lnTo>
                  <a:pt x="207" y="193"/>
                </a:lnTo>
                <a:lnTo>
                  <a:pt x="207" y="192"/>
                </a:lnTo>
                <a:lnTo>
                  <a:pt x="209" y="191"/>
                </a:lnTo>
                <a:lnTo>
                  <a:pt x="210" y="191"/>
                </a:lnTo>
                <a:lnTo>
                  <a:pt x="211" y="192"/>
                </a:lnTo>
                <a:lnTo>
                  <a:pt x="211" y="193"/>
                </a:lnTo>
                <a:lnTo>
                  <a:pt x="213" y="194"/>
                </a:lnTo>
                <a:lnTo>
                  <a:pt x="214" y="194"/>
                </a:lnTo>
                <a:lnTo>
                  <a:pt x="215" y="192"/>
                </a:lnTo>
                <a:lnTo>
                  <a:pt x="215" y="189"/>
                </a:lnTo>
                <a:lnTo>
                  <a:pt x="216" y="188"/>
                </a:lnTo>
                <a:lnTo>
                  <a:pt x="217" y="188"/>
                </a:lnTo>
                <a:lnTo>
                  <a:pt x="219" y="188"/>
                </a:lnTo>
                <a:lnTo>
                  <a:pt x="221" y="188"/>
                </a:lnTo>
                <a:lnTo>
                  <a:pt x="222" y="185"/>
                </a:lnTo>
                <a:lnTo>
                  <a:pt x="223" y="185"/>
                </a:lnTo>
                <a:lnTo>
                  <a:pt x="224" y="184"/>
                </a:lnTo>
                <a:lnTo>
                  <a:pt x="224" y="183"/>
                </a:lnTo>
                <a:lnTo>
                  <a:pt x="225" y="182"/>
                </a:lnTo>
                <a:lnTo>
                  <a:pt x="225" y="181"/>
                </a:lnTo>
                <a:lnTo>
                  <a:pt x="226" y="181"/>
                </a:lnTo>
                <a:lnTo>
                  <a:pt x="227" y="181"/>
                </a:lnTo>
                <a:lnTo>
                  <a:pt x="227" y="182"/>
                </a:lnTo>
                <a:lnTo>
                  <a:pt x="228" y="182"/>
                </a:lnTo>
                <a:lnTo>
                  <a:pt x="229" y="182"/>
                </a:lnTo>
                <a:lnTo>
                  <a:pt x="230" y="182"/>
                </a:lnTo>
                <a:lnTo>
                  <a:pt x="233" y="181"/>
                </a:lnTo>
                <a:lnTo>
                  <a:pt x="233" y="180"/>
                </a:lnTo>
                <a:lnTo>
                  <a:pt x="234" y="180"/>
                </a:lnTo>
                <a:lnTo>
                  <a:pt x="235" y="180"/>
                </a:lnTo>
                <a:lnTo>
                  <a:pt x="235" y="178"/>
                </a:lnTo>
                <a:lnTo>
                  <a:pt x="236" y="177"/>
                </a:lnTo>
                <a:lnTo>
                  <a:pt x="236" y="176"/>
                </a:lnTo>
                <a:lnTo>
                  <a:pt x="236" y="175"/>
                </a:lnTo>
                <a:lnTo>
                  <a:pt x="237" y="175"/>
                </a:lnTo>
                <a:lnTo>
                  <a:pt x="238" y="175"/>
                </a:lnTo>
                <a:lnTo>
                  <a:pt x="238" y="176"/>
                </a:lnTo>
                <a:lnTo>
                  <a:pt x="239" y="176"/>
                </a:lnTo>
                <a:lnTo>
                  <a:pt x="239" y="177"/>
                </a:lnTo>
                <a:lnTo>
                  <a:pt x="240" y="177"/>
                </a:lnTo>
                <a:lnTo>
                  <a:pt x="240" y="176"/>
                </a:lnTo>
                <a:lnTo>
                  <a:pt x="241" y="177"/>
                </a:lnTo>
                <a:lnTo>
                  <a:pt x="241" y="176"/>
                </a:lnTo>
                <a:lnTo>
                  <a:pt x="242" y="176"/>
                </a:lnTo>
                <a:lnTo>
                  <a:pt x="241" y="175"/>
                </a:lnTo>
                <a:lnTo>
                  <a:pt x="241" y="173"/>
                </a:lnTo>
                <a:lnTo>
                  <a:pt x="240" y="173"/>
                </a:lnTo>
                <a:lnTo>
                  <a:pt x="240" y="167"/>
                </a:lnTo>
                <a:lnTo>
                  <a:pt x="241" y="166"/>
                </a:lnTo>
                <a:lnTo>
                  <a:pt x="242" y="166"/>
                </a:lnTo>
                <a:lnTo>
                  <a:pt x="244" y="165"/>
                </a:lnTo>
                <a:lnTo>
                  <a:pt x="244" y="164"/>
                </a:lnTo>
                <a:lnTo>
                  <a:pt x="244" y="163"/>
                </a:lnTo>
                <a:lnTo>
                  <a:pt x="245" y="162"/>
                </a:lnTo>
                <a:lnTo>
                  <a:pt x="246" y="162"/>
                </a:lnTo>
                <a:lnTo>
                  <a:pt x="248" y="160"/>
                </a:lnTo>
                <a:lnTo>
                  <a:pt x="249" y="160"/>
                </a:lnTo>
                <a:lnTo>
                  <a:pt x="249" y="161"/>
                </a:lnTo>
                <a:lnTo>
                  <a:pt x="251" y="161"/>
                </a:lnTo>
                <a:lnTo>
                  <a:pt x="253" y="160"/>
                </a:lnTo>
                <a:lnTo>
                  <a:pt x="254" y="160"/>
                </a:lnTo>
                <a:lnTo>
                  <a:pt x="254" y="159"/>
                </a:lnTo>
                <a:lnTo>
                  <a:pt x="254" y="157"/>
                </a:lnTo>
                <a:lnTo>
                  <a:pt x="255" y="157"/>
                </a:lnTo>
                <a:lnTo>
                  <a:pt x="256" y="157"/>
                </a:lnTo>
                <a:lnTo>
                  <a:pt x="256" y="158"/>
                </a:lnTo>
                <a:lnTo>
                  <a:pt x="257" y="158"/>
                </a:lnTo>
                <a:lnTo>
                  <a:pt x="260" y="157"/>
                </a:lnTo>
                <a:lnTo>
                  <a:pt x="260" y="155"/>
                </a:lnTo>
                <a:lnTo>
                  <a:pt x="259" y="155"/>
                </a:lnTo>
                <a:lnTo>
                  <a:pt x="259" y="154"/>
                </a:lnTo>
                <a:lnTo>
                  <a:pt x="259" y="153"/>
                </a:lnTo>
                <a:lnTo>
                  <a:pt x="260" y="151"/>
                </a:lnTo>
                <a:lnTo>
                  <a:pt x="262" y="150"/>
                </a:lnTo>
                <a:lnTo>
                  <a:pt x="263" y="151"/>
                </a:lnTo>
                <a:lnTo>
                  <a:pt x="263" y="152"/>
                </a:lnTo>
                <a:lnTo>
                  <a:pt x="264" y="152"/>
                </a:lnTo>
                <a:lnTo>
                  <a:pt x="265" y="152"/>
                </a:lnTo>
                <a:lnTo>
                  <a:pt x="266" y="152"/>
                </a:lnTo>
                <a:lnTo>
                  <a:pt x="267" y="152"/>
                </a:lnTo>
                <a:lnTo>
                  <a:pt x="267" y="153"/>
                </a:lnTo>
                <a:lnTo>
                  <a:pt x="268" y="153"/>
                </a:lnTo>
                <a:lnTo>
                  <a:pt x="268" y="154"/>
                </a:lnTo>
                <a:lnTo>
                  <a:pt x="269" y="154"/>
                </a:lnTo>
                <a:lnTo>
                  <a:pt x="273" y="154"/>
                </a:lnTo>
                <a:lnTo>
                  <a:pt x="274" y="154"/>
                </a:lnTo>
                <a:lnTo>
                  <a:pt x="274" y="151"/>
                </a:lnTo>
                <a:lnTo>
                  <a:pt x="274" y="150"/>
                </a:lnTo>
                <a:lnTo>
                  <a:pt x="273" y="150"/>
                </a:lnTo>
                <a:lnTo>
                  <a:pt x="273" y="149"/>
                </a:lnTo>
                <a:lnTo>
                  <a:pt x="272" y="148"/>
                </a:lnTo>
                <a:lnTo>
                  <a:pt x="272" y="145"/>
                </a:lnTo>
                <a:lnTo>
                  <a:pt x="273" y="144"/>
                </a:lnTo>
                <a:lnTo>
                  <a:pt x="272" y="142"/>
                </a:lnTo>
                <a:lnTo>
                  <a:pt x="272" y="140"/>
                </a:lnTo>
                <a:lnTo>
                  <a:pt x="273" y="140"/>
                </a:lnTo>
                <a:lnTo>
                  <a:pt x="273" y="139"/>
                </a:lnTo>
                <a:lnTo>
                  <a:pt x="273" y="138"/>
                </a:lnTo>
                <a:lnTo>
                  <a:pt x="273" y="137"/>
                </a:lnTo>
                <a:lnTo>
                  <a:pt x="273" y="136"/>
                </a:lnTo>
                <a:lnTo>
                  <a:pt x="272" y="136"/>
                </a:lnTo>
                <a:lnTo>
                  <a:pt x="272" y="135"/>
                </a:lnTo>
                <a:lnTo>
                  <a:pt x="271" y="135"/>
                </a:lnTo>
                <a:lnTo>
                  <a:pt x="270" y="135"/>
                </a:lnTo>
                <a:lnTo>
                  <a:pt x="268" y="134"/>
                </a:lnTo>
                <a:lnTo>
                  <a:pt x="267" y="132"/>
                </a:lnTo>
                <a:lnTo>
                  <a:pt x="266" y="132"/>
                </a:lnTo>
                <a:lnTo>
                  <a:pt x="265" y="131"/>
                </a:lnTo>
                <a:lnTo>
                  <a:pt x="265" y="130"/>
                </a:lnTo>
                <a:lnTo>
                  <a:pt x="265" y="129"/>
                </a:lnTo>
                <a:lnTo>
                  <a:pt x="264" y="129"/>
                </a:lnTo>
                <a:lnTo>
                  <a:pt x="264" y="128"/>
                </a:lnTo>
                <a:lnTo>
                  <a:pt x="264" y="126"/>
                </a:lnTo>
                <a:lnTo>
                  <a:pt x="263" y="125"/>
                </a:lnTo>
                <a:lnTo>
                  <a:pt x="262" y="123"/>
                </a:lnTo>
                <a:lnTo>
                  <a:pt x="261" y="122"/>
                </a:lnTo>
                <a:lnTo>
                  <a:pt x="260" y="122"/>
                </a:lnTo>
                <a:lnTo>
                  <a:pt x="260" y="121"/>
                </a:lnTo>
                <a:lnTo>
                  <a:pt x="260" y="120"/>
                </a:lnTo>
                <a:lnTo>
                  <a:pt x="259" y="120"/>
                </a:lnTo>
                <a:lnTo>
                  <a:pt x="259" y="119"/>
                </a:lnTo>
                <a:lnTo>
                  <a:pt x="258" y="118"/>
                </a:lnTo>
                <a:lnTo>
                  <a:pt x="257" y="117"/>
                </a:lnTo>
                <a:lnTo>
                  <a:pt x="257" y="116"/>
                </a:lnTo>
                <a:lnTo>
                  <a:pt x="256" y="115"/>
                </a:lnTo>
                <a:lnTo>
                  <a:pt x="256" y="114"/>
                </a:lnTo>
                <a:lnTo>
                  <a:pt x="254" y="112"/>
                </a:lnTo>
                <a:lnTo>
                  <a:pt x="253" y="112"/>
                </a:lnTo>
                <a:lnTo>
                  <a:pt x="252" y="112"/>
                </a:lnTo>
                <a:lnTo>
                  <a:pt x="251" y="112"/>
                </a:lnTo>
                <a:lnTo>
                  <a:pt x="251" y="111"/>
                </a:lnTo>
                <a:lnTo>
                  <a:pt x="252" y="110"/>
                </a:lnTo>
                <a:lnTo>
                  <a:pt x="250" y="108"/>
                </a:lnTo>
                <a:lnTo>
                  <a:pt x="250" y="103"/>
                </a:lnTo>
                <a:lnTo>
                  <a:pt x="251" y="99"/>
                </a:lnTo>
                <a:lnTo>
                  <a:pt x="252" y="97"/>
                </a:lnTo>
                <a:lnTo>
                  <a:pt x="252" y="98"/>
                </a:lnTo>
                <a:lnTo>
                  <a:pt x="253" y="97"/>
                </a:lnTo>
                <a:lnTo>
                  <a:pt x="254" y="97"/>
                </a:lnTo>
                <a:lnTo>
                  <a:pt x="254" y="96"/>
                </a:lnTo>
                <a:lnTo>
                  <a:pt x="253" y="95"/>
                </a:lnTo>
                <a:lnTo>
                  <a:pt x="253" y="94"/>
                </a:lnTo>
                <a:lnTo>
                  <a:pt x="253" y="93"/>
                </a:lnTo>
                <a:lnTo>
                  <a:pt x="252" y="93"/>
                </a:lnTo>
                <a:lnTo>
                  <a:pt x="252" y="94"/>
                </a:lnTo>
                <a:lnTo>
                  <a:pt x="252" y="93"/>
                </a:lnTo>
                <a:lnTo>
                  <a:pt x="251" y="93"/>
                </a:lnTo>
                <a:lnTo>
                  <a:pt x="250" y="92"/>
                </a:lnTo>
                <a:lnTo>
                  <a:pt x="250" y="90"/>
                </a:lnTo>
                <a:lnTo>
                  <a:pt x="249" y="87"/>
                </a:lnTo>
                <a:lnTo>
                  <a:pt x="249" y="86"/>
                </a:lnTo>
                <a:lnTo>
                  <a:pt x="250" y="85"/>
                </a:lnTo>
                <a:lnTo>
                  <a:pt x="249" y="84"/>
                </a:lnTo>
                <a:lnTo>
                  <a:pt x="249" y="83"/>
                </a:lnTo>
                <a:lnTo>
                  <a:pt x="249" y="82"/>
                </a:lnTo>
                <a:lnTo>
                  <a:pt x="250" y="82"/>
                </a:lnTo>
                <a:lnTo>
                  <a:pt x="251" y="82"/>
                </a:lnTo>
                <a:lnTo>
                  <a:pt x="251" y="81"/>
                </a:lnTo>
                <a:lnTo>
                  <a:pt x="252" y="81"/>
                </a:lnTo>
                <a:lnTo>
                  <a:pt x="252" y="80"/>
                </a:lnTo>
                <a:lnTo>
                  <a:pt x="253" y="80"/>
                </a:lnTo>
                <a:lnTo>
                  <a:pt x="253" y="79"/>
                </a:lnTo>
                <a:lnTo>
                  <a:pt x="254" y="78"/>
                </a:lnTo>
                <a:lnTo>
                  <a:pt x="254" y="77"/>
                </a:lnTo>
                <a:lnTo>
                  <a:pt x="254" y="75"/>
                </a:lnTo>
                <a:lnTo>
                  <a:pt x="255" y="75"/>
                </a:lnTo>
                <a:lnTo>
                  <a:pt x="252" y="74"/>
                </a:lnTo>
                <a:lnTo>
                  <a:pt x="251" y="73"/>
                </a:lnTo>
                <a:lnTo>
                  <a:pt x="250" y="73"/>
                </a:lnTo>
                <a:lnTo>
                  <a:pt x="249" y="72"/>
                </a:lnTo>
                <a:lnTo>
                  <a:pt x="247" y="72"/>
                </a:lnTo>
                <a:lnTo>
                  <a:pt x="245" y="73"/>
                </a:lnTo>
                <a:lnTo>
                  <a:pt x="244" y="73"/>
                </a:lnTo>
                <a:lnTo>
                  <a:pt x="244" y="72"/>
                </a:lnTo>
                <a:lnTo>
                  <a:pt x="243" y="72"/>
                </a:lnTo>
                <a:lnTo>
                  <a:pt x="242" y="72"/>
                </a:lnTo>
                <a:lnTo>
                  <a:pt x="240" y="72"/>
                </a:lnTo>
                <a:lnTo>
                  <a:pt x="240" y="73"/>
                </a:lnTo>
                <a:lnTo>
                  <a:pt x="237" y="77"/>
                </a:lnTo>
                <a:lnTo>
                  <a:pt x="237" y="78"/>
                </a:lnTo>
                <a:lnTo>
                  <a:pt x="236" y="78"/>
                </a:lnTo>
                <a:lnTo>
                  <a:pt x="233" y="78"/>
                </a:lnTo>
                <a:lnTo>
                  <a:pt x="232" y="76"/>
                </a:lnTo>
                <a:lnTo>
                  <a:pt x="232" y="75"/>
                </a:lnTo>
                <a:lnTo>
                  <a:pt x="233" y="75"/>
                </a:lnTo>
                <a:lnTo>
                  <a:pt x="231" y="75"/>
                </a:lnTo>
                <a:lnTo>
                  <a:pt x="230" y="75"/>
                </a:lnTo>
                <a:lnTo>
                  <a:pt x="230" y="76"/>
                </a:lnTo>
                <a:lnTo>
                  <a:pt x="229" y="77"/>
                </a:lnTo>
                <a:lnTo>
                  <a:pt x="229" y="78"/>
                </a:lnTo>
                <a:lnTo>
                  <a:pt x="230" y="79"/>
                </a:lnTo>
                <a:lnTo>
                  <a:pt x="228" y="79"/>
                </a:lnTo>
                <a:lnTo>
                  <a:pt x="227" y="79"/>
                </a:lnTo>
                <a:lnTo>
                  <a:pt x="226" y="79"/>
                </a:lnTo>
                <a:lnTo>
                  <a:pt x="225" y="78"/>
                </a:lnTo>
                <a:lnTo>
                  <a:pt x="223" y="78"/>
                </a:lnTo>
                <a:lnTo>
                  <a:pt x="222" y="79"/>
                </a:lnTo>
                <a:lnTo>
                  <a:pt x="221" y="79"/>
                </a:lnTo>
                <a:lnTo>
                  <a:pt x="220" y="80"/>
                </a:lnTo>
                <a:lnTo>
                  <a:pt x="218" y="80"/>
                </a:lnTo>
                <a:lnTo>
                  <a:pt x="218" y="79"/>
                </a:lnTo>
                <a:lnTo>
                  <a:pt x="218" y="78"/>
                </a:lnTo>
                <a:lnTo>
                  <a:pt x="219" y="76"/>
                </a:lnTo>
                <a:lnTo>
                  <a:pt x="220" y="75"/>
                </a:lnTo>
                <a:lnTo>
                  <a:pt x="219" y="74"/>
                </a:lnTo>
                <a:lnTo>
                  <a:pt x="218" y="72"/>
                </a:lnTo>
                <a:lnTo>
                  <a:pt x="217" y="71"/>
                </a:lnTo>
                <a:lnTo>
                  <a:pt x="216" y="70"/>
                </a:lnTo>
                <a:lnTo>
                  <a:pt x="215" y="69"/>
                </a:lnTo>
                <a:lnTo>
                  <a:pt x="214" y="69"/>
                </a:lnTo>
                <a:lnTo>
                  <a:pt x="212" y="69"/>
                </a:lnTo>
                <a:lnTo>
                  <a:pt x="211" y="68"/>
                </a:lnTo>
                <a:lnTo>
                  <a:pt x="210" y="67"/>
                </a:lnTo>
                <a:lnTo>
                  <a:pt x="209" y="67"/>
                </a:lnTo>
                <a:lnTo>
                  <a:pt x="208" y="67"/>
                </a:lnTo>
                <a:lnTo>
                  <a:pt x="208" y="68"/>
                </a:lnTo>
                <a:lnTo>
                  <a:pt x="207" y="68"/>
                </a:lnTo>
                <a:lnTo>
                  <a:pt x="206" y="66"/>
                </a:lnTo>
                <a:lnTo>
                  <a:pt x="205" y="65"/>
                </a:lnTo>
                <a:lnTo>
                  <a:pt x="205" y="64"/>
                </a:lnTo>
                <a:lnTo>
                  <a:pt x="206" y="64"/>
                </a:lnTo>
                <a:lnTo>
                  <a:pt x="205" y="64"/>
                </a:lnTo>
                <a:lnTo>
                  <a:pt x="205" y="63"/>
                </a:lnTo>
                <a:lnTo>
                  <a:pt x="203" y="63"/>
                </a:lnTo>
                <a:lnTo>
                  <a:pt x="203" y="64"/>
                </a:lnTo>
                <a:lnTo>
                  <a:pt x="202" y="63"/>
                </a:lnTo>
                <a:lnTo>
                  <a:pt x="201" y="63"/>
                </a:lnTo>
                <a:lnTo>
                  <a:pt x="201" y="62"/>
                </a:lnTo>
                <a:lnTo>
                  <a:pt x="201" y="61"/>
                </a:lnTo>
                <a:lnTo>
                  <a:pt x="198" y="60"/>
                </a:lnTo>
                <a:lnTo>
                  <a:pt x="197" y="60"/>
                </a:lnTo>
                <a:lnTo>
                  <a:pt x="196" y="61"/>
                </a:lnTo>
                <a:lnTo>
                  <a:pt x="194" y="61"/>
                </a:lnTo>
                <a:lnTo>
                  <a:pt x="191" y="61"/>
                </a:lnTo>
                <a:lnTo>
                  <a:pt x="190" y="60"/>
                </a:lnTo>
                <a:lnTo>
                  <a:pt x="190" y="59"/>
                </a:lnTo>
                <a:lnTo>
                  <a:pt x="190" y="58"/>
                </a:lnTo>
                <a:lnTo>
                  <a:pt x="190" y="56"/>
                </a:lnTo>
                <a:lnTo>
                  <a:pt x="191" y="56"/>
                </a:lnTo>
                <a:lnTo>
                  <a:pt x="191" y="55"/>
                </a:lnTo>
                <a:lnTo>
                  <a:pt x="189" y="53"/>
                </a:lnTo>
                <a:lnTo>
                  <a:pt x="189" y="54"/>
                </a:lnTo>
                <a:lnTo>
                  <a:pt x="188" y="54"/>
                </a:lnTo>
                <a:lnTo>
                  <a:pt x="188" y="53"/>
                </a:lnTo>
                <a:lnTo>
                  <a:pt x="187" y="52"/>
                </a:lnTo>
                <a:lnTo>
                  <a:pt x="185" y="52"/>
                </a:lnTo>
                <a:lnTo>
                  <a:pt x="184" y="52"/>
                </a:lnTo>
                <a:lnTo>
                  <a:pt x="184" y="51"/>
                </a:lnTo>
                <a:lnTo>
                  <a:pt x="185" y="51"/>
                </a:lnTo>
                <a:lnTo>
                  <a:pt x="185" y="50"/>
                </a:lnTo>
                <a:lnTo>
                  <a:pt x="184" y="48"/>
                </a:lnTo>
                <a:lnTo>
                  <a:pt x="183" y="48"/>
                </a:lnTo>
                <a:lnTo>
                  <a:pt x="182" y="48"/>
                </a:lnTo>
                <a:lnTo>
                  <a:pt x="182" y="47"/>
                </a:lnTo>
                <a:lnTo>
                  <a:pt x="181" y="47"/>
                </a:lnTo>
                <a:lnTo>
                  <a:pt x="180" y="47"/>
                </a:lnTo>
                <a:lnTo>
                  <a:pt x="180" y="45"/>
                </a:lnTo>
                <a:lnTo>
                  <a:pt x="181" y="45"/>
                </a:lnTo>
                <a:lnTo>
                  <a:pt x="181" y="44"/>
                </a:lnTo>
                <a:lnTo>
                  <a:pt x="181" y="43"/>
                </a:lnTo>
                <a:lnTo>
                  <a:pt x="181" y="42"/>
                </a:lnTo>
                <a:lnTo>
                  <a:pt x="182" y="42"/>
                </a:lnTo>
                <a:lnTo>
                  <a:pt x="183" y="41"/>
                </a:lnTo>
                <a:lnTo>
                  <a:pt x="183" y="39"/>
                </a:lnTo>
                <a:lnTo>
                  <a:pt x="183" y="38"/>
                </a:lnTo>
                <a:lnTo>
                  <a:pt x="185" y="35"/>
                </a:lnTo>
                <a:lnTo>
                  <a:pt x="186" y="35"/>
                </a:lnTo>
                <a:lnTo>
                  <a:pt x="187" y="34"/>
                </a:lnTo>
                <a:lnTo>
                  <a:pt x="187" y="33"/>
                </a:lnTo>
                <a:lnTo>
                  <a:pt x="185" y="31"/>
                </a:lnTo>
                <a:lnTo>
                  <a:pt x="184" y="30"/>
                </a:lnTo>
                <a:lnTo>
                  <a:pt x="184" y="28"/>
                </a:lnTo>
                <a:lnTo>
                  <a:pt x="184" y="26"/>
                </a:lnTo>
                <a:lnTo>
                  <a:pt x="185" y="23"/>
                </a:lnTo>
                <a:lnTo>
                  <a:pt x="185" y="22"/>
                </a:lnTo>
                <a:lnTo>
                  <a:pt x="184" y="22"/>
                </a:lnTo>
                <a:lnTo>
                  <a:pt x="184" y="21"/>
                </a:lnTo>
                <a:lnTo>
                  <a:pt x="183" y="20"/>
                </a:lnTo>
                <a:lnTo>
                  <a:pt x="184" y="20"/>
                </a:lnTo>
                <a:lnTo>
                  <a:pt x="185" y="20"/>
                </a:lnTo>
                <a:lnTo>
                  <a:pt x="186" y="20"/>
                </a:lnTo>
                <a:lnTo>
                  <a:pt x="187" y="20"/>
                </a:lnTo>
                <a:lnTo>
                  <a:pt x="188" y="21"/>
                </a:lnTo>
                <a:lnTo>
                  <a:pt x="189" y="22"/>
                </a:lnTo>
                <a:lnTo>
                  <a:pt x="189" y="23"/>
                </a:lnTo>
                <a:lnTo>
                  <a:pt x="189" y="24"/>
                </a:lnTo>
                <a:lnTo>
                  <a:pt x="190" y="24"/>
                </a:lnTo>
                <a:lnTo>
                  <a:pt x="191" y="24"/>
                </a:lnTo>
                <a:lnTo>
                  <a:pt x="192" y="24"/>
                </a:lnTo>
                <a:lnTo>
                  <a:pt x="193" y="24"/>
                </a:lnTo>
                <a:lnTo>
                  <a:pt x="193" y="22"/>
                </a:lnTo>
                <a:lnTo>
                  <a:pt x="194" y="21"/>
                </a:lnTo>
                <a:lnTo>
                  <a:pt x="194" y="20"/>
                </a:lnTo>
                <a:lnTo>
                  <a:pt x="195" y="18"/>
                </a:lnTo>
                <a:lnTo>
                  <a:pt x="196" y="18"/>
                </a:lnTo>
                <a:lnTo>
                  <a:pt x="197" y="17"/>
                </a:lnTo>
                <a:lnTo>
                  <a:pt x="197" y="15"/>
                </a:lnTo>
                <a:lnTo>
                  <a:pt x="197" y="14"/>
                </a:lnTo>
                <a:lnTo>
                  <a:pt x="196" y="13"/>
                </a:lnTo>
                <a:lnTo>
                  <a:pt x="199" y="12"/>
                </a:lnTo>
                <a:lnTo>
                  <a:pt x="200" y="13"/>
                </a:lnTo>
                <a:lnTo>
                  <a:pt x="201" y="13"/>
                </a:lnTo>
                <a:lnTo>
                  <a:pt x="202" y="14"/>
                </a:lnTo>
                <a:lnTo>
                  <a:pt x="203" y="14"/>
                </a:lnTo>
                <a:lnTo>
                  <a:pt x="203" y="13"/>
                </a:lnTo>
                <a:lnTo>
                  <a:pt x="204" y="13"/>
                </a:lnTo>
                <a:lnTo>
                  <a:pt x="205" y="11"/>
                </a:lnTo>
                <a:lnTo>
                  <a:pt x="205" y="8"/>
                </a:lnTo>
                <a:lnTo>
                  <a:pt x="206" y="8"/>
                </a:lnTo>
                <a:lnTo>
                  <a:pt x="207" y="8"/>
                </a:lnTo>
                <a:lnTo>
                  <a:pt x="208" y="8"/>
                </a:lnTo>
                <a:lnTo>
                  <a:pt x="210" y="6"/>
                </a:lnTo>
                <a:lnTo>
                  <a:pt x="211" y="5"/>
                </a:lnTo>
                <a:lnTo>
                  <a:pt x="211" y="4"/>
                </a:lnTo>
                <a:lnTo>
                  <a:pt x="212" y="4"/>
                </a:lnTo>
                <a:lnTo>
                  <a:pt x="213" y="5"/>
                </a:lnTo>
                <a:lnTo>
                  <a:pt x="214" y="4"/>
                </a:lnTo>
                <a:lnTo>
                  <a:pt x="215" y="2"/>
                </a:lnTo>
                <a:lnTo>
                  <a:pt x="216" y="2"/>
                </a:lnTo>
                <a:lnTo>
                  <a:pt x="217" y="2"/>
                </a:lnTo>
                <a:lnTo>
                  <a:pt x="218" y="1"/>
                </a:lnTo>
                <a:lnTo>
                  <a:pt x="219" y="1"/>
                </a:lnTo>
                <a:lnTo>
                  <a:pt x="219" y="0"/>
                </a:lnTo>
                <a:lnTo>
                  <a:pt x="220" y="0"/>
                </a:lnTo>
                <a:lnTo>
                  <a:pt x="222" y="2"/>
                </a:lnTo>
                <a:lnTo>
                  <a:pt x="222" y="3"/>
                </a:lnTo>
                <a:lnTo>
                  <a:pt x="222" y="4"/>
                </a:lnTo>
                <a:lnTo>
                  <a:pt x="222" y="6"/>
                </a:lnTo>
                <a:lnTo>
                  <a:pt x="223" y="6"/>
                </a:lnTo>
                <a:lnTo>
                  <a:pt x="224" y="6"/>
                </a:lnTo>
                <a:lnTo>
                  <a:pt x="225" y="6"/>
                </a:lnTo>
                <a:lnTo>
                  <a:pt x="226" y="8"/>
                </a:lnTo>
                <a:lnTo>
                  <a:pt x="227" y="8"/>
                </a:lnTo>
                <a:lnTo>
                  <a:pt x="229" y="8"/>
                </a:lnTo>
                <a:lnTo>
                  <a:pt x="230" y="8"/>
                </a:lnTo>
                <a:lnTo>
                  <a:pt x="230" y="11"/>
                </a:lnTo>
                <a:lnTo>
                  <a:pt x="231" y="12"/>
                </a:lnTo>
                <a:lnTo>
                  <a:pt x="233" y="12"/>
                </a:lnTo>
                <a:lnTo>
                  <a:pt x="233" y="13"/>
                </a:lnTo>
                <a:lnTo>
                  <a:pt x="232" y="13"/>
                </a:lnTo>
                <a:lnTo>
                  <a:pt x="232" y="14"/>
                </a:lnTo>
                <a:lnTo>
                  <a:pt x="232" y="16"/>
                </a:lnTo>
                <a:lnTo>
                  <a:pt x="233" y="17"/>
                </a:lnTo>
                <a:lnTo>
                  <a:pt x="236" y="18"/>
                </a:lnTo>
                <a:lnTo>
                  <a:pt x="237" y="18"/>
                </a:lnTo>
                <a:lnTo>
                  <a:pt x="238" y="19"/>
                </a:lnTo>
                <a:lnTo>
                  <a:pt x="237" y="20"/>
                </a:lnTo>
                <a:lnTo>
                  <a:pt x="237" y="21"/>
                </a:lnTo>
                <a:lnTo>
                  <a:pt x="238" y="21"/>
                </a:lnTo>
                <a:lnTo>
                  <a:pt x="239" y="21"/>
                </a:lnTo>
                <a:lnTo>
                  <a:pt x="242" y="20"/>
                </a:lnTo>
                <a:lnTo>
                  <a:pt x="244" y="21"/>
                </a:lnTo>
                <a:lnTo>
                  <a:pt x="244" y="22"/>
                </a:lnTo>
                <a:lnTo>
                  <a:pt x="247" y="23"/>
                </a:lnTo>
                <a:lnTo>
                  <a:pt x="248" y="24"/>
                </a:lnTo>
                <a:lnTo>
                  <a:pt x="248" y="25"/>
                </a:lnTo>
                <a:lnTo>
                  <a:pt x="249" y="26"/>
                </a:lnTo>
                <a:lnTo>
                  <a:pt x="250" y="26"/>
                </a:lnTo>
                <a:lnTo>
                  <a:pt x="251" y="26"/>
                </a:lnTo>
                <a:lnTo>
                  <a:pt x="252" y="27"/>
                </a:lnTo>
                <a:lnTo>
                  <a:pt x="252" y="28"/>
                </a:lnTo>
                <a:lnTo>
                  <a:pt x="251" y="29"/>
                </a:lnTo>
                <a:lnTo>
                  <a:pt x="250" y="30"/>
                </a:lnTo>
                <a:lnTo>
                  <a:pt x="249" y="30"/>
                </a:lnTo>
                <a:lnTo>
                  <a:pt x="249" y="29"/>
                </a:lnTo>
                <a:lnTo>
                  <a:pt x="248" y="29"/>
                </a:lnTo>
                <a:lnTo>
                  <a:pt x="247" y="29"/>
                </a:lnTo>
                <a:lnTo>
                  <a:pt x="247" y="30"/>
                </a:lnTo>
                <a:lnTo>
                  <a:pt x="247" y="31"/>
                </a:lnTo>
                <a:lnTo>
                  <a:pt x="247" y="32"/>
                </a:lnTo>
                <a:lnTo>
                  <a:pt x="248" y="32"/>
                </a:lnTo>
                <a:lnTo>
                  <a:pt x="249" y="32"/>
                </a:lnTo>
                <a:lnTo>
                  <a:pt x="250" y="31"/>
                </a:lnTo>
                <a:lnTo>
                  <a:pt x="254" y="31"/>
                </a:lnTo>
                <a:lnTo>
                  <a:pt x="255" y="30"/>
                </a:lnTo>
                <a:lnTo>
                  <a:pt x="256" y="30"/>
                </a:lnTo>
                <a:lnTo>
                  <a:pt x="257" y="31"/>
                </a:lnTo>
                <a:lnTo>
                  <a:pt x="258" y="31"/>
                </a:lnTo>
                <a:lnTo>
                  <a:pt x="259" y="31"/>
                </a:lnTo>
                <a:lnTo>
                  <a:pt x="260" y="32"/>
                </a:lnTo>
                <a:lnTo>
                  <a:pt x="262" y="32"/>
                </a:lnTo>
                <a:lnTo>
                  <a:pt x="263" y="32"/>
                </a:lnTo>
                <a:lnTo>
                  <a:pt x="263" y="33"/>
                </a:lnTo>
                <a:lnTo>
                  <a:pt x="265" y="32"/>
                </a:lnTo>
                <a:lnTo>
                  <a:pt x="267" y="32"/>
                </a:lnTo>
                <a:lnTo>
                  <a:pt x="269" y="32"/>
                </a:lnTo>
                <a:lnTo>
                  <a:pt x="271" y="32"/>
                </a:lnTo>
                <a:lnTo>
                  <a:pt x="271" y="31"/>
                </a:lnTo>
                <a:lnTo>
                  <a:pt x="272" y="32"/>
                </a:lnTo>
                <a:lnTo>
                  <a:pt x="274" y="32"/>
                </a:lnTo>
                <a:lnTo>
                  <a:pt x="275" y="32"/>
                </a:lnTo>
                <a:lnTo>
                  <a:pt x="277" y="32"/>
                </a:lnTo>
                <a:lnTo>
                  <a:pt x="278" y="32"/>
                </a:lnTo>
                <a:lnTo>
                  <a:pt x="279" y="33"/>
                </a:lnTo>
                <a:lnTo>
                  <a:pt x="281" y="34"/>
                </a:lnTo>
                <a:lnTo>
                  <a:pt x="282" y="34"/>
                </a:lnTo>
                <a:lnTo>
                  <a:pt x="282" y="35"/>
                </a:lnTo>
                <a:lnTo>
                  <a:pt x="283" y="37"/>
                </a:lnTo>
                <a:lnTo>
                  <a:pt x="283" y="39"/>
                </a:lnTo>
                <a:lnTo>
                  <a:pt x="284" y="39"/>
                </a:lnTo>
                <a:lnTo>
                  <a:pt x="285" y="39"/>
                </a:lnTo>
                <a:lnTo>
                  <a:pt x="285" y="40"/>
                </a:lnTo>
                <a:lnTo>
                  <a:pt x="286" y="41"/>
                </a:lnTo>
                <a:lnTo>
                  <a:pt x="287" y="42"/>
                </a:lnTo>
                <a:lnTo>
                  <a:pt x="288" y="42"/>
                </a:lnTo>
                <a:lnTo>
                  <a:pt x="287" y="42"/>
                </a:lnTo>
                <a:lnTo>
                  <a:pt x="288" y="43"/>
                </a:lnTo>
                <a:lnTo>
                  <a:pt x="289" y="43"/>
                </a:lnTo>
                <a:lnTo>
                  <a:pt x="290" y="43"/>
                </a:lnTo>
                <a:lnTo>
                  <a:pt x="290" y="44"/>
                </a:lnTo>
                <a:lnTo>
                  <a:pt x="293" y="47"/>
                </a:lnTo>
                <a:lnTo>
                  <a:pt x="294" y="46"/>
                </a:lnTo>
                <a:lnTo>
                  <a:pt x="294" y="45"/>
                </a:lnTo>
                <a:lnTo>
                  <a:pt x="295" y="45"/>
                </a:lnTo>
                <a:lnTo>
                  <a:pt x="296" y="44"/>
                </a:lnTo>
                <a:lnTo>
                  <a:pt x="298" y="44"/>
                </a:lnTo>
                <a:lnTo>
                  <a:pt x="299" y="45"/>
                </a:lnTo>
                <a:lnTo>
                  <a:pt x="299" y="44"/>
                </a:lnTo>
                <a:lnTo>
                  <a:pt x="299" y="43"/>
                </a:lnTo>
                <a:lnTo>
                  <a:pt x="299" y="42"/>
                </a:lnTo>
                <a:lnTo>
                  <a:pt x="300" y="41"/>
                </a:lnTo>
                <a:lnTo>
                  <a:pt x="300" y="42"/>
                </a:lnTo>
                <a:lnTo>
                  <a:pt x="301" y="42"/>
                </a:lnTo>
                <a:lnTo>
                  <a:pt x="302" y="42"/>
                </a:lnTo>
                <a:lnTo>
                  <a:pt x="303" y="42"/>
                </a:lnTo>
                <a:lnTo>
                  <a:pt x="304" y="42"/>
                </a:lnTo>
                <a:lnTo>
                  <a:pt x="306" y="42"/>
                </a:lnTo>
                <a:lnTo>
                  <a:pt x="309" y="42"/>
                </a:lnTo>
                <a:lnTo>
                  <a:pt x="313" y="43"/>
                </a:lnTo>
                <a:lnTo>
                  <a:pt x="314" y="43"/>
                </a:lnTo>
                <a:lnTo>
                  <a:pt x="315" y="43"/>
                </a:lnTo>
                <a:lnTo>
                  <a:pt x="316" y="43"/>
                </a:lnTo>
                <a:lnTo>
                  <a:pt x="316" y="44"/>
                </a:lnTo>
                <a:lnTo>
                  <a:pt x="315" y="44"/>
                </a:lnTo>
                <a:lnTo>
                  <a:pt x="315" y="47"/>
                </a:lnTo>
                <a:lnTo>
                  <a:pt x="314" y="49"/>
                </a:lnTo>
                <a:lnTo>
                  <a:pt x="315" y="49"/>
                </a:lnTo>
                <a:lnTo>
                  <a:pt x="317" y="49"/>
                </a:lnTo>
                <a:lnTo>
                  <a:pt x="318" y="50"/>
                </a:lnTo>
                <a:lnTo>
                  <a:pt x="318" y="51"/>
                </a:lnTo>
                <a:lnTo>
                  <a:pt x="319" y="52"/>
                </a:lnTo>
                <a:lnTo>
                  <a:pt x="318" y="53"/>
                </a:lnTo>
                <a:lnTo>
                  <a:pt x="318" y="54"/>
                </a:lnTo>
                <a:lnTo>
                  <a:pt x="318" y="55"/>
                </a:lnTo>
                <a:lnTo>
                  <a:pt x="317" y="55"/>
                </a:lnTo>
                <a:lnTo>
                  <a:pt x="317" y="56"/>
                </a:lnTo>
                <a:lnTo>
                  <a:pt x="317" y="57"/>
                </a:lnTo>
                <a:lnTo>
                  <a:pt x="317" y="58"/>
                </a:lnTo>
                <a:lnTo>
                  <a:pt x="318" y="58"/>
                </a:lnTo>
                <a:lnTo>
                  <a:pt x="318" y="59"/>
                </a:lnTo>
                <a:lnTo>
                  <a:pt x="319" y="60"/>
                </a:lnTo>
                <a:lnTo>
                  <a:pt x="319" y="61"/>
                </a:lnTo>
                <a:lnTo>
                  <a:pt x="318" y="61"/>
                </a:lnTo>
                <a:lnTo>
                  <a:pt x="318" y="62"/>
                </a:lnTo>
                <a:lnTo>
                  <a:pt x="318" y="63"/>
                </a:lnTo>
                <a:lnTo>
                  <a:pt x="319" y="65"/>
                </a:lnTo>
                <a:lnTo>
                  <a:pt x="320" y="66"/>
                </a:lnTo>
                <a:lnTo>
                  <a:pt x="322" y="68"/>
                </a:lnTo>
                <a:lnTo>
                  <a:pt x="323" y="68"/>
                </a:lnTo>
                <a:lnTo>
                  <a:pt x="324" y="69"/>
                </a:lnTo>
                <a:lnTo>
                  <a:pt x="324" y="70"/>
                </a:lnTo>
                <a:lnTo>
                  <a:pt x="323" y="70"/>
                </a:lnTo>
                <a:lnTo>
                  <a:pt x="324" y="70"/>
                </a:lnTo>
                <a:lnTo>
                  <a:pt x="324" y="71"/>
                </a:lnTo>
                <a:lnTo>
                  <a:pt x="326" y="70"/>
                </a:lnTo>
                <a:lnTo>
                  <a:pt x="326" y="69"/>
                </a:lnTo>
                <a:lnTo>
                  <a:pt x="327" y="69"/>
                </a:lnTo>
                <a:lnTo>
                  <a:pt x="327" y="70"/>
                </a:lnTo>
                <a:lnTo>
                  <a:pt x="327" y="71"/>
                </a:lnTo>
                <a:lnTo>
                  <a:pt x="327" y="72"/>
                </a:lnTo>
                <a:lnTo>
                  <a:pt x="327" y="73"/>
                </a:lnTo>
                <a:lnTo>
                  <a:pt x="328" y="73"/>
                </a:lnTo>
                <a:lnTo>
                  <a:pt x="329" y="73"/>
                </a:lnTo>
                <a:lnTo>
                  <a:pt x="330" y="72"/>
                </a:lnTo>
                <a:lnTo>
                  <a:pt x="330" y="71"/>
                </a:lnTo>
                <a:lnTo>
                  <a:pt x="331" y="71"/>
                </a:lnTo>
                <a:lnTo>
                  <a:pt x="332" y="71"/>
                </a:lnTo>
                <a:lnTo>
                  <a:pt x="332" y="72"/>
                </a:lnTo>
                <a:lnTo>
                  <a:pt x="332" y="73"/>
                </a:lnTo>
                <a:lnTo>
                  <a:pt x="332" y="74"/>
                </a:lnTo>
                <a:lnTo>
                  <a:pt x="331" y="75"/>
                </a:lnTo>
                <a:lnTo>
                  <a:pt x="332" y="76"/>
                </a:lnTo>
                <a:lnTo>
                  <a:pt x="333" y="80"/>
                </a:lnTo>
                <a:lnTo>
                  <a:pt x="331" y="83"/>
                </a:lnTo>
                <a:lnTo>
                  <a:pt x="330" y="85"/>
                </a:lnTo>
                <a:lnTo>
                  <a:pt x="330" y="88"/>
                </a:lnTo>
                <a:lnTo>
                  <a:pt x="331" y="89"/>
                </a:lnTo>
                <a:lnTo>
                  <a:pt x="333" y="89"/>
                </a:lnTo>
                <a:lnTo>
                  <a:pt x="335" y="90"/>
                </a:lnTo>
                <a:lnTo>
                  <a:pt x="337" y="90"/>
                </a:lnTo>
                <a:lnTo>
                  <a:pt x="337" y="91"/>
                </a:lnTo>
                <a:lnTo>
                  <a:pt x="338" y="91"/>
                </a:lnTo>
                <a:lnTo>
                  <a:pt x="338" y="92"/>
                </a:lnTo>
                <a:lnTo>
                  <a:pt x="339" y="92"/>
                </a:lnTo>
                <a:lnTo>
                  <a:pt x="342" y="92"/>
                </a:lnTo>
                <a:lnTo>
                  <a:pt x="343" y="93"/>
                </a:lnTo>
                <a:lnTo>
                  <a:pt x="344" y="94"/>
                </a:lnTo>
                <a:lnTo>
                  <a:pt x="345" y="95"/>
                </a:lnTo>
                <a:lnTo>
                  <a:pt x="346" y="94"/>
                </a:lnTo>
                <a:lnTo>
                  <a:pt x="347" y="94"/>
                </a:lnTo>
                <a:lnTo>
                  <a:pt x="348" y="95"/>
                </a:lnTo>
                <a:lnTo>
                  <a:pt x="349" y="96"/>
                </a:lnTo>
                <a:lnTo>
                  <a:pt x="350" y="97"/>
                </a:lnTo>
                <a:lnTo>
                  <a:pt x="350" y="98"/>
                </a:lnTo>
                <a:lnTo>
                  <a:pt x="348" y="98"/>
                </a:lnTo>
                <a:lnTo>
                  <a:pt x="347" y="98"/>
                </a:lnTo>
                <a:lnTo>
                  <a:pt x="347" y="99"/>
                </a:lnTo>
                <a:lnTo>
                  <a:pt x="347" y="100"/>
                </a:lnTo>
                <a:lnTo>
                  <a:pt x="348" y="100"/>
                </a:lnTo>
                <a:lnTo>
                  <a:pt x="350" y="100"/>
                </a:lnTo>
                <a:lnTo>
                  <a:pt x="352" y="100"/>
                </a:lnTo>
                <a:lnTo>
                  <a:pt x="353" y="100"/>
                </a:lnTo>
                <a:lnTo>
                  <a:pt x="354" y="100"/>
                </a:lnTo>
                <a:lnTo>
                  <a:pt x="353" y="101"/>
                </a:lnTo>
                <a:lnTo>
                  <a:pt x="353" y="102"/>
                </a:lnTo>
                <a:lnTo>
                  <a:pt x="353" y="104"/>
                </a:lnTo>
                <a:lnTo>
                  <a:pt x="355" y="104"/>
                </a:lnTo>
                <a:lnTo>
                  <a:pt x="358" y="105"/>
                </a:lnTo>
                <a:lnTo>
                  <a:pt x="361" y="105"/>
                </a:lnTo>
                <a:lnTo>
                  <a:pt x="363" y="105"/>
                </a:lnTo>
                <a:lnTo>
                  <a:pt x="364" y="104"/>
                </a:lnTo>
                <a:lnTo>
                  <a:pt x="365" y="105"/>
                </a:lnTo>
                <a:lnTo>
                  <a:pt x="366" y="105"/>
                </a:lnTo>
                <a:lnTo>
                  <a:pt x="367" y="105"/>
                </a:lnTo>
                <a:lnTo>
                  <a:pt x="369" y="104"/>
                </a:lnTo>
                <a:lnTo>
                  <a:pt x="372" y="103"/>
                </a:lnTo>
                <a:lnTo>
                  <a:pt x="373" y="102"/>
                </a:lnTo>
                <a:lnTo>
                  <a:pt x="374" y="102"/>
                </a:lnTo>
                <a:lnTo>
                  <a:pt x="376" y="102"/>
                </a:lnTo>
                <a:lnTo>
                  <a:pt x="376" y="103"/>
                </a:lnTo>
                <a:lnTo>
                  <a:pt x="378" y="104"/>
                </a:lnTo>
                <a:lnTo>
                  <a:pt x="379" y="104"/>
                </a:lnTo>
                <a:lnTo>
                  <a:pt x="380" y="104"/>
                </a:lnTo>
                <a:lnTo>
                  <a:pt x="381" y="102"/>
                </a:lnTo>
                <a:lnTo>
                  <a:pt x="381" y="101"/>
                </a:lnTo>
                <a:lnTo>
                  <a:pt x="381" y="100"/>
                </a:lnTo>
                <a:lnTo>
                  <a:pt x="383" y="99"/>
                </a:lnTo>
                <a:lnTo>
                  <a:pt x="387" y="98"/>
                </a:lnTo>
                <a:lnTo>
                  <a:pt x="387" y="99"/>
                </a:lnTo>
                <a:lnTo>
                  <a:pt x="389" y="99"/>
                </a:lnTo>
                <a:lnTo>
                  <a:pt x="389" y="100"/>
                </a:lnTo>
                <a:lnTo>
                  <a:pt x="389" y="99"/>
                </a:lnTo>
                <a:lnTo>
                  <a:pt x="390" y="99"/>
                </a:lnTo>
                <a:lnTo>
                  <a:pt x="390" y="100"/>
                </a:lnTo>
                <a:lnTo>
                  <a:pt x="391" y="100"/>
                </a:lnTo>
                <a:lnTo>
                  <a:pt x="391" y="102"/>
                </a:lnTo>
                <a:lnTo>
                  <a:pt x="390" y="102"/>
                </a:lnTo>
                <a:lnTo>
                  <a:pt x="390" y="103"/>
                </a:lnTo>
                <a:lnTo>
                  <a:pt x="391" y="104"/>
                </a:lnTo>
                <a:lnTo>
                  <a:pt x="392" y="104"/>
                </a:lnTo>
                <a:lnTo>
                  <a:pt x="393" y="104"/>
                </a:lnTo>
                <a:lnTo>
                  <a:pt x="394" y="104"/>
                </a:lnTo>
                <a:lnTo>
                  <a:pt x="395" y="106"/>
                </a:lnTo>
                <a:lnTo>
                  <a:pt x="395" y="107"/>
                </a:lnTo>
                <a:lnTo>
                  <a:pt x="395" y="109"/>
                </a:lnTo>
                <a:lnTo>
                  <a:pt x="396" y="109"/>
                </a:lnTo>
                <a:lnTo>
                  <a:pt x="398" y="110"/>
                </a:lnTo>
                <a:lnTo>
                  <a:pt x="399" y="110"/>
                </a:lnTo>
                <a:lnTo>
                  <a:pt x="401" y="110"/>
                </a:lnTo>
                <a:lnTo>
                  <a:pt x="401" y="109"/>
                </a:lnTo>
                <a:lnTo>
                  <a:pt x="403" y="109"/>
                </a:lnTo>
                <a:lnTo>
                  <a:pt x="405" y="109"/>
                </a:lnTo>
                <a:lnTo>
                  <a:pt x="405" y="108"/>
                </a:lnTo>
                <a:lnTo>
                  <a:pt x="404" y="107"/>
                </a:lnTo>
                <a:lnTo>
                  <a:pt x="407" y="105"/>
                </a:lnTo>
                <a:lnTo>
                  <a:pt x="408" y="104"/>
                </a:lnTo>
                <a:lnTo>
                  <a:pt x="411" y="104"/>
                </a:lnTo>
                <a:lnTo>
                  <a:pt x="411" y="103"/>
                </a:lnTo>
                <a:lnTo>
                  <a:pt x="412" y="103"/>
                </a:lnTo>
                <a:lnTo>
                  <a:pt x="412" y="101"/>
                </a:lnTo>
                <a:lnTo>
                  <a:pt x="413" y="100"/>
                </a:lnTo>
                <a:lnTo>
                  <a:pt x="414" y="100"/>
                </a:lnTo>
                <a:lnTo>
                  <a:pt x="414" y="101"/>
                </a:lnTo>
                <a:lnTo>
                  <a:pt x="415" y="101"/>
                </a:lnTo>
                <a:lnTo>
                  <a:pt x="416" y="101"/>
                </a:lnTo>
                <a:lnTo>
                  <a:pt x="417" y="101"/>
                </a:lnTo>
                <a:lnTo>
                  <a:pt x="418" y="102"/>
                </a:lnTo>
                <a:lnTo>
                  <a:pt x="419" y="103"/>
                </a:lnTo>
                <a:lnTo>
                  <a:pt x="419" y="107"/>
                </a:lnTo>
                <a:lnTo>
                  <a:pt x="419" y="108"/>
                </a:lnTo>
                <a:lnTo>
                  <a:pt x="420" y="111"/>
                </a:lnTo>
                <a:lnTo>
                  <a:pt x="421" y="111"/>
                </a:lnTo>
                <a:lnTo>
                  <a:pt x="422" y="111"/>
                </a:lnTo>
                <a:lnTo>
                  <a:pt x="424" y="112"/>
                </a:lnTo>
                <a:lnTo>
                  <a:pt x="424" y="113"/>
                </a:lnTo>
                <a:lnTo>
                  <a:pt x="424" y="114"/>
                </a:lnTo>
                <a:lnTo>
                  <a:pt x="424" y="115"/>
                </a:lnTo>
                <a:lnTo>
                  <a:pt x="424" y="116"/>
                </a:lnTo>
                <a:lnTo>
                  <a:pt x="425" y="116"/>
                </a:lnTo>
                <a:lnTo>
                  <a:pt x="426" y="116"/>
                </a:lnTo>
                <a:lnTo>
                  <a:pt x="428" y="114"/>
                </a:lnTo>
                <a:lnTo>
                  <a:pt x="428" y="113"/>
                </a:lnTo>
                <a:lnTo>
                  <a:pt x="428" y="112"/>
                </a:lnTo>
                <a:lnTo>
                  <a:pt x="429" y="112"/>
                </a:lnTo>
                <a:lnTo>
                  <a:pt x="432" y="111"/>
                </a:lnTo>
                <a:lnTo>
                  <a:pt x="432" y="110"/>
                </a:lnTo>
                <a:lnTo>
                  <a:pt x="431" y="109"/>
                </a:lnTo>
                <a:lnTo>
                  <a:pt x="431" y="108"/>
                </a:lnTo>
                <a:lnTo>
                  <a:pt x="432" y="108"/>
                </a:lnTo>
                <a:lnTo>
                  <a:pt x="432" y="107"/>
                </a:lnTo>
                <a:lnTo>
                  <a:pt x="431" y="106"/>
                </a:lnTo>
                <a:lnTo>
                  <a:pt x="431" y="105"/>
                </a:lnTo>
                <a:lnTo>
                  <a:pt x="430" y="105"/>
                </a:lnTo>
                <a:lnTo>
                  <a:pt x="430" y="104"/>
                </a:lnTo>
                <a:lnTo>
                  <a:pt x="432" y="104"/>
                </a:lnTo>
                <a:lnTo>
                  <a:pt x="433" y="104"/>
                </a:lnTo>
                <a:lnTo>
                  <a:pt x="433" y="105"/>
                </a:lnTo>
                <a:lnTo>
                  <a:pt x="437" y="108"/>
                </a:lnTo>
                <a:lnTo>
                  <a:pt x="438" y="109"/>
                </a:lnTo>
                <a:lnTo>
                  <a:pt x="439" y="109"/>
                </a:lnTo>
                <a:lnTo>
                  <a:pt x="440" y="109"/>
                </a:lnTo>
                <a:lnTo>
                  <a:pt x="441" y="110"/>
                </a:lnTo>
                <a:lnTo>
                  <a:pt x="442" y="112"/>
                </a:lnTo>
                <a:lnTo>
                  <a:pt x="441" y="112"/>
                </a:lnTo>
                <a:lnTo>
                  <a:pt x="441" y="113"/>
                </a:lnTo>
                <a:lnTo>
                  <a:pt x="440" y="115"/>
                </a:lnTo>
                <a:lnTo>
                  <a:pt x="440" y="116"/>
                </a:lnTo>
                <a:lnTo>
                  <a:pt x="441" y="118"/>
                </a:lnTo>
                <a:lnTo>
                  <a:pt x="442" y="119"/>
                </a:lnTo>
                <a:lnTo>
                  <a:pt x="443" y="120"/>
                </a:lnTo>
                <a:lnTo>
                  <a:pt x="443" y="121"/>
                </a:lnTo>
                <a:lnTo>
                  <a:pt x="443" y="122"/>
                </a:lnTo>
                <a:lnTo>
                  <a:pt x="443" y="123"/>
                </a:lnTo>
                <a:lnTo>
                  <a:pt x="444" y="124"/>
                </a:lnTo>
                <a:lnTo>
                  <a:pt x="445" y="124"/>
                </a:lnTo>
                <a:lnTo>
                  <a:pt x="446" y="125"/>
                </a:lnTo>
                <a:lnTo>
                  <a:pt x="447" y="125"/>
                </a:lnTo>
                <a:lnTo>
                  <a:pt x="448" y="127"/>
                </a:lnTo>
                <a:lnTo>
                  <a:pt x="449" y="129"/>
                </a:lnTo>
                <a:lnTo>
                  <a:pt x="449" y="131"/>
                </a:lnTo>
                <a:lnTo>
                  <a:pt x="450" y="132"/>
                </a:lnTo>
                <a:lnTo>
                  <a:pt x="451" y="133"/>
                </a:lnTo>
                <a:lnTo>
                  <a:pt x="452" y="133"/>
                </a:lnTo>
                <a:lnTo>
                  <a:pt x="453" y="133"/>
                </a:lnTo>
                <a:lnTo>
                  <a:pt x="453" y="132"/>
                </a:lnTo>
                <a:lnTo>
                  <a:pt x="453" y="131"/>
                </a:lnTo>
                <a:lnTo>
                  <a:pt x="454" y="131"/>
                </a:lnTo>
                <a:lnTo>
                  <a:pt x="455" y="130"/>
                </a:lnTo>
                <a:lnTo>
                  <a:pt x="458" y="130"/>
                </a:lnTo>
                <a:lnTo>
                  <a:pt x="458" y="131"/>
                </a:lnTo>
                <a:lnTo>
                  <a:pt x="459" y="131"/>
                </a:lnTo>
                <a:lnTo>
                  <a:pt x="459" y="133"/>
                </a:lnTo>
                <a:lnTo>
                  <a:pt x="459" y="134"/>
                </a:lnTo>
                <a:lnTo>
                  <a:pt x="459" y="136"/>
                </a:lnTo>
                <a:lnTo>
                  <a:pt x="459" y="138"/>
                </a:lnTo>
                <a:lnTo>
                  <a:pt x="459" y="140"/>
                </a:lnTo>
                <a:lnTo>
                  <a:pt x="459" y="143"/>
                </a:lnTo>
                <a:lnTo>
                  <a:pt x="458" y="143"/>
                </a:lnTo>
                <a:lnTo>
                  <a:pt x="458" y="144"/>
                </a:lnTo>
                <a:lnTo>
                  <a:pt x="458" y="145"/>
                </a:lnTo>
                <a:lnTo>
                  <a:pt x="460" y="146"/>
                </a:lnTo>
                <a:lnTo>
                  <a:pt x="460" y="149"/>
                </a:lnTo>
                <a:lnTo>
                  <a:pt x="460" y="150"/>
                </a:lnTo>
                <a:lnTo>
                  <a:pt x="460" y="151"/>
                </a:lnTo>
                <a:lnTo>
                  <a:pt x="459" y="153"/>
                </a:lnTo>
                <a:lnTo>
                  <a:pt x="459" y="154"/>
                </a:lnTo>
                <a:lnTo>
                  <a:pt x="459" y="155"/>
                </a:lnTo>
                <a:lnTo>
                  <a:pt x="459" y="156"/>
                </a:lnTo>
                <a:lnTo>
                  <a:pt x="459" y="157"/>
                </a:lnTo>
                <a:lnTo>
                  <a:pt x="458" y="160"/>
                </a:lnTo>
                <a:lnTo>
                  <a:pt x="457" y="161"/>
                </a:lnTo>
                <a:lnTo>
                  <a:pt x="457" y="162"/>
                </a:lnTo>
                <a:lnTo>
                  <a:pt x="458" y="162"/>
                </a:lnTo>
                <a:lnTo>
                  <a:pt x="458" y="163"/>
                </a:lnTo>
                <a:lnTo>
                  <a:pt x="459" y="163"/>
                </a:lnTo>
                <a:lnTo>
                  <a:pt x="459" y="164"/>
                </a:lnTo>
                <a:lnTo>
                  <a:pt x="460" y="165"/>
                </a:lnTo>
                <a:lnTo>
                  <a:pt x="462" y="165"/>
                </a:lnTo>
                <a:lnTo>
                  <a:pt x="463" y="166"/>
                </a:lnTo>
                <a:lnTo>
                  <a:pt x="464" y="166"/>
                </a:lnTo>
                <a:lnTo>
                  <a:pt x="464" y="165"/>
                </a:lnTo>
                <a:lnTo>
                  <a:pt x="465" y="164"/>
                </a:lnTo>
                <a:lnTo>
                  <a:pt x="466" y="164"/>
                </a:lnTo>
                <a:lnTo>
                  <a:pt x="468" y="163"/>
                </a:lnTo>
                <a:lnTo>
                  <a:pt x="468" y="162"/>
                </a:lnTo>
                <a:lnTo>
                  <a:pt x="470" y="161"/>
                </a:lnTo>
                <a:lnTo>
                  <a:pt x="471" y="161"/>
                </a:lnTo>
                <a:lnTo>
                  <a:pt x="472" y="161"/>
                </a:lnTo>
                <a:lnTo>
                  <a:pt x="473" y="161"/>
                </a:lnTo>
                <a:lnTo>
                  <a:pt x="473" y="160"/>
                </a:lnTo>
                <a:lnTo>
                  <a:pt x="474" y="160"/>
                </a:lnTo>
                <a:lnTo>
                  <a:pt x="475" y="160"/>
                </a:lnTo>
                <a:lnTo>
                  <a:pt x="476" y="160"/>
                </a:lnTo>
                <a:lnTo>
                  <a:pt x="476" y="161"/>
                </a:lnTo>
                <a:lnTo>
                  <a:pt x="476" y="160"/>
                </a:lnTo>
                <a:lnTo>
                  <a:pt x="477" y="160"/>
                </a:lnTo>
                <a:lnTo>
                  <a:pt x="479" y="160"/>
                </a:lnTo>
                <a:lnTo>
                  <a:pt x="482" y="161"/>
                </a:lnTo>
                <a:lnTo>
                  <a:pt x="483" y="161"/>
                </a:lnTo>
                <a:lnTo>
                  <a:pt x="484" y="161"/>
                </a:lnTo>
                <a:lnTo>
                  <a:pt x="485" y="161"/>
                </a:lnTo>
                <a:lnTo>
                  <a:pt x="487" y="161"/>
                </a:lnTo>
                <a:lnTo>
                  <a:pt x="486" y="161"/>
                </a:lnTo>
                <a:lnTo>
                  <a:pt x="486" y="160"/>
                </a:lnTo>
                <a:lnTo>
                  <a:pt x="486" y="159"/>
                </a:lnTo>
                <a:lnTo>
                  <a:pt x="488" y="158"/>
                </a:lnTo>
                <a:lnTo>
                  <a:pt x="489" y="158"/>
                </a:lnTo>
                <a:lnTo>
                  <a:pt x="489" y="159"/>
                </a:lnTo>
                <a:lnTo>
                  <a:pt x="491" y="160"/>
                </a:lnTo>
                <a:lnTo>
                  <a:pt x="492" y="160"/>
                </a:lnTo>
                <a:lnTo>
                  <a:pt x="495" y="159"/>
                </a:lnTo>
                <a:lnTo>
                  <a:pt x="495" y="158"/>
                </a:lnTo>
                <a:lnTo>
                  <a:pt x="495" y="157"/>
                </a:lnTo>
                <a:lnTo>
                  <a:pt x="495" y="155"/>
                </a:lnTo>
                <a:lnTo>
                  <a:pt x="495" y="153"/>
                </a:lnTo>
                <a:lnTo>
                  <a:pt x="496" y="152"/>
                </a:lnTo>
                <a:lnTo>
                  <a:pt x="497" y="153"/>
                </a:lnTo>
                <a:lnTo>
                  <a:pt x="498" y="154"/>
                </a:lnTo>
                <a:lnTo>
                  <a:pt x="499" y="155"/>
                </a:lnTo>
                <a:lnTo>
                  <a:pt x="503" y="155"/>
                </a:lnTo>
                <a:lnTo>
                  <a:pt x="504" y="154"/>
                </a:lnTo>
                <a:lnTo>
                  <a:pt x="505" y="154"/>
                </a:lnTo>
                <a:lnTo>
                  <a:pt x="506" y="154"/>
                </a:lnTo>
                <a:lnTo>
                  <a:pt x="506" y="155"/>
                </a:lnTo>
                <a:lnTo>
                  <a:pt x="506" y="156"/>
                </a:lnTo>
                <a:lnTo>
                  <a:pt x="507" y="155"/>
                </a:lnTo>
                <a:lnTo>
                  <a:pt x="508" y="155"/>
                </a:lnTo>
                <a:lnTo>
                  <a:pt x="507" y="154"/>
                </a:lnTo>
                <a:lnTo>
                  <a:pt x="507" y="153"/>
                </a:lnTo>
                <a:lnTo>
                  <a:pt x="508" y="153"/>
                </a:lnTo>
                <a:lnTo>
                  <a:pt x="509" y="153"/>
                </a:lnTo>
                <a:lnTo>
                  <a:pt x="510" y="152"/>
                </a:lnTo>
                <a:lnTo>
                  <a:pt x="511" y="152"/>
                </a:lnTo>
                <a:lnTo>
                  <a:pt x="511" y="151"/>
                </a:lnTo>
                <a:lnTo>
                  <a:pt x="512" y="151"/>
                </a:lnTo>
                <a:lnTo>
                  <a:pt x="513" y="150"/>
                </a:lnTo>
                <a:lnTo>
                  <a:pt x="513" y="149"/>
                </a:lnTo>
                <a:lnTo>
                  <a:pt x="514" y="149"/>
                </a:lnTo>
                <a:lnTo>
                  <a:pt x="516" y="149"/>
                </a:lnTo>
                <a:lnTo>
                  <a:pt x="519" y="148"/>
                </a:lnTo>
                <a:lnTo>
                  <a:pt x="520" y="148"/>
                </a:lnTo>
                <a:lnTo>
                  <a:pt x="520" y="147"/>
                </a:lnTo>
                <a:lnTo>
                  <a:pt x="521" y="147"/>
                </a:lnTo>
                <a:lnTo>
                  <a:pt x="522" y="148"/>
                </a:lnTo>
                <a:lnTo>
                  <a:pt x="522" y="149"/>
                </a:lnTo>
                <a:lnTo>
                  <a:pt x="523" y="149"/>
                </a:lnTo>
                <a:lnTo>
                  <a:pt x="523" y="150"/>
                </a:lnTo>
                <a:lnTo>
                  <a:pt x="524" y="150"/>
                </a:lnTo>
                <a:lnTo>
                  <a:pt x="524" y="151"/>
                </a:lnTo>
                <a:lnTo>
                  <a:pt x="525" y="151"/>
                </a:lnTo>
                <a:lnTo>
                  <a:pt x="526" y="151"/>
                </a:lnTo>
                <a:lnTo>
                  <a:pt x="527" y="151"/>
                </a:lnTo>
                <a:lnTo>
                  <a:pt x="529" y="151"/>
                </a:lnTo>
                <a:lnTo>
                  <a:pt x="529" y="150"/>
                </a:lnTo>
                <a:lnTo>
                  <a:pt x="530" y="150"/>
                </a:lnTo>
                <a:lnTo>
                  <a:pt x="531" y="150"/>
                </a:lnTo>
                <a:lnTo>
                  <a:pt x="532" y="150"/>
                </a:lnTo>
                <a:lnTo>
                  <a:pt x="533" y="151"/>
                </a:lnTo>
                <a:lnTo>
                  <a:pt x="534" y="151"/>
                </a:lnTo>
                <a:lnTo>
                  <a:pt x="533" y="152"/>
                </a:lnTo>
                <a:lnTo>
                  <a:pt x="533" y="154"/>
                </a:lnTo>
                <a:lnTo>
                  <a:pt x="532" y="154"/>
                </a:lnTo>
                <a:lnTo>
                  <a:pt x="530" y="154"/>
                </a:lnTo>
                <a:lnTo>
                  <a:pt x="529" y="156"/>
                </a:lnTo>
                <a:lnTo>
                  <a:pt x="531" y="159"/>
                </a:lnTo>
                <a:lnTo>
                  <a:pt x="531" y="160"/>
                </a:lnTo>
                <a:lnTo>
                  <a:pt x="531" y="162"/>
                </a:lnTo>
                <a:lnTo>
                  <a:pt x="532" y="166"/>
                </a:lnTo>
                <a:lnTo>
                  <a:pt x="532" y="168"/>
                </a:lnTo>
                <a:lnTo>
                  <a:pt x="533" y="168"/>
                </a:lnTo>
                <a:lnTo>
                  <a:pt x="532" y="168"/>
                </a:lnTo>
                <a:lnTo>
                  <a:pt x="532" y="169"/>
                </a:lnTo>
                <a:lnTo>
                  <a:pt x="531" y="171"/>
                </a:lnTo>
                <a:lnTo>
                  <a:pt x="529" y="173"/>
                </a:lnTo>
                <a:lnTo>
                  <a:pt x="528" y="174"/>
                </a:lnTo>
                <a:lnTo>
                  <a:pt x="527" y="176"/>
                </a:lnTo>
                <a:lnTo>
                  <a:pt x="526" y="177"/>
                </a:lnTo>
                <a:lnTo>
                  <a:pt x="525" y="179"/>
                </a:lnTo>
                <a:lnTo>
                  <a:pt x="525" y="180"/>
                </a:lnTo>
                <a:lnTo>
                  <a:pt x="526" y="181"/>
                </a:lnTo>
                <a:lnTo>
                  <a:pt x="526" y="182"/>
                </a:lnTo>
                <a:lnTo>
                  <a:pt x="526" y="183"/>
                </a:lnTo>
                <a:lnTo>
                  <a:pt x="526" y="187"/>
                </a:lnTo>
                <a:lnTo>
                  <a:pt x="526" y="191"/>
                </a:lnTo>
                <a:lnTo>
                  <a:pt x="526" y="195"/>
                </a:lnTo>
                <a:lnTo>
                  <a:pt x="527" y="198"/>
                </a:lnTo>
                <a:lnTo>
                  <a:pt x="527" y="199"/>
                </a:lnTo>
                <a:lnTo>
                  <a:pt x="527" y="200"/>
                </a:lnTo>
                <a:lnTo>
                  <a:pt x="527" y="202"/>
                </a:lnTo>
                <a:lnTo>
                  <a:pt x="528" y="206"/>
                </a:lnTo>
                <a:lnTo>
                  <a:pt x="528" y="207"/>
                </a:lnTo>
                <a:lnTo>
                  <a:pt x="528" y="208"/>
                </a:lnTo>
                <a:lnTo>
                  <a:pt x="526" y="207"/>
                </a:lnTo>
                <a:lnTo>
                  <a:pt x="525" y="207"/>
                </a:lnTo>
                <a:lnTo>
                  <a:pt x="524" y="207"/>
                </a:lnTo>
                <a:lnTo>
                  <a:pt x="523" y="207"/>
                </a:lnTo>
                <a:lnTo>
                  <a:pt x="522" y="206"/>
                </a:lnTo>
                <a:lnTo>
                  <a:pt x="521" y="206"/>
                </a:lnTo>
                <a:lnTo>
                  <a:pt x="520" y="206"/>
                </a:lnTo>
                <a:lnTo>
                  <a:pt x="519" y="206"/>
                </a:lnTo>
                <a:lnTo>
                  <a:pt x="519" y="205"/>
                </a:lnTo>
                <a:lnTo>
                  <a:pt x="518" y="205"/>
                </a:lnTo>
                <a:lnTo>
                  <a:pt x="518" y="206"/>
                </a:lnTo>
                <a:lnTo>
                  <a:pt x="517" y="208"/>
                </a:lnTo>
                <a:lnTo>
                  <a:pt x="517" y="210"/>
                </a:lnTo>
                <a:lnTo>
                  <a:pt x="517" y="211"/>
                </a:lnTo>
                <a:lnTo>
                  <a:pt x="515" y="213"/>
                </a:lnTo>
                <a:lnTo>
                  <a:pt x="515" y="216"/>
                </a:lnTo>
                <a:lnTo>
                  <a:pt x="515" y="217"/>
                </a:lnTo>
                <a:lnTo>
                  <a:pt x="515" y="219"/>
                </a:lnTo>
                <a:lnTo>
                  <a:pt x="515" y="220"/>
                </a:lnTo>
                <a:lnTo>
                  <a:pt x="515" y="221"/>
                </a:lnTo>
                <a:lnTo>
                  <a:pt x="515" y="222"/>
                </a:lnTo>
                <a:lnTo>
                  <a:pt x="515" y="223"/>
                </a:lnTo>
                <a:lnTo>
                  <a:pt x="515" y="225"/>
                </a:lnTo>
                <a:lnTo>
                  <a:pt x="517" y="227"/>
                </a:lnTo>
                <a:lnTo>
                  <a:pt x="517" y="230"/>
                </a:lnTo>
                <a:lnTo>
                  <a:pt x="517" y="231"/>
                </a:lnTo>
                <a:lnTo>
                  <a:pt x="516" y="234"/>
                </a:lnTo>
                <a:lnTo>
                  <a:pt x="515" y="234"/>
                </a:lnTo>
                <a:lnTo>
                  <a:pt x="513" y="237"/>
                </a:lnTo>
                <a:lnTo>
                  <a:pt x="511" y="236"/>
                </a:lnTo>
                <a:lnTo>
                  <a:pt x="510" y="237"/>
                </a:lnTo>
                <a:lnTo>
                  <a:pt x="508" y="237"/>
                </a:lnTo>
                <a:lnTo>
                  <a:pt x="508" y="238"/>
                </a:lnTo>
                <a:lnTo>
                  <a:pt x="509" y="239"/>
                </a:lnTo>
                <a:lnTo>
                  <a:pt x="510" y="240"/>
                </a:lnTo>
                <a:lnTo>
                  <a:pt x="511" y="239"/>
                </a:lnTo>
                <a:lnTo>
                  <a:pt x="512" y="239"/>
                </a:lnTo>
                <a:lnTo>
                  <a:pt x="512" y="242"/>
                </a:lnTo>
                <a:lnTo>
                  <a:pt x="512" y="243"/>
                </a:lnTo>
                <a:lnTo>
                  <a:pt x="512" y="244"/>
                </a:lnTo>
                <a:lnTo>
                  <a:pt x="512" y="245"/>
                </a:lnTo>
                <a:lnTo>
                  <a:pt x="512" y="246"/>
                </a:lnTo>
                <a:lnTo>
                  <a:pt x="512" y="247"/>
                </a:lnTo>
                <a:lnTo>
                  <a:pt x="512" y="248"/>
                </a:lnTo>
                <a:lnTo>
                  <a:pt x="511" y="248"/>
                </a:lnTo>
                <a:lnTo>
                  <a:pt x="511" y="249"/>
                </a:lnTo>
                <a:lnTo>
                  <a:pt x="511" y="250"/>
                </a:lnTo>
                <a:lnTo>
                  <a:pt x="511" y="251"/>
                </a:lnTo>
                <a:lnTo>
                  <a:pt x="510" y="251"/>
                </a:lnTo>
                <a:lnTo>
                  <a:pt x="510" y="252"/>
                </a:lnTo>
                <a:lnTo>
                  <a:pt x="509" y="252"/>
                </a:lnTo>
                <a:lnTo>
                  <a:pt x="507" y="253"/>
                </a:lnTo>
                <a:lnTo>
                  <a:pt x="507" y="254"/>
                </a:lnTo>
                <a:lnTo>
                  <a:pt x="506" y="254"/>
                </a:lnTo>
                <a:lnTo>
                  <a:pt x="506" y="255"/>
                </a:lnTo>
                <a:lnTo>
                  <a:pt x="506" y="256"/>
                </a:lnTo>
                <a:lnTo>
                  <a:pt x="507" y="256"/>
                </a:lnTo>
                <a:lnTo>
                  <a:pt x="507" y="257"/>
                </a:lnTo>
                <a:lnTo>
                  <a:pt x="507" y="258"/>
                </a:lnTo>
                <a:lnTo>
                  <a:pt x="507" y="259"/>
                </a:lnTo>
                <a:lnTo>
                  <a:pt x="507" y="260"/>
                </a:lnTo>
                <a:lnTo>
                  <a:pt x="507" y="261"/>
                </a:lnTo>
                <a:lnTo>
                  <a:pt x="506" y="261"/>
                </a:lnTo>
                <a:lnTo>
                  <a:pt x="506" y="262"/>
                </a:lnTo>
                <a:lnTo>
                  <a:pt x="507" y="262"/>
                </a:lnTo>
                <a:lnTo>
                  <a:pt x="507" y="263"/>
                </a:lnTo>
                <a:lnTo>
                  <a:pt x="508" y="263"/>
                </a:lnTo>
                <a:lnTo>
                  <a:pt x="509" y="263"/>
                </a:lnTo>
                <a:lnTo>
                  <a:pt x="510" y="263"/>
                </a:lnTo>
                <a:lnTo>
                  <a:pt x="511" y="263"/>
                </a:lnTo>
                <a:lnTo>
                  <a:pt x="511" y="262"/>
                </a:lnTo>
                <a:lnTo>
                  <a:pt x="512" y="262"/>
                </a:lnTo>
                <a:lnTo>
                  <a:pt x="512" y="261"/>
                </a:lnTo>
                <a:lnTo>
                  <a:pt x="513" y="261"/>
                </a:lnTo>
                <a:lnTo>
                  <a:pt x="515" y="263"/>
                </a:lnTo>
                <a:lnTo>
                  <a:pt x="515" y="266"/>
                </a:lnTo>
                <a:lnTo>
                  <a:pt x="514" y="267"/>
                </a:lnTo>
                <a:lnTo>
                  <a:pt x="514" y="268"/>
                </a:lnTo>
                <a:lnTo>
                  <a:pt x="516" y="271"/>
                </a:lnTo>
                <a:lnTo>
                  <a:pt x="517" y="271"/>
                </a:lnTo>
                <a:lnTo>
                  <a:pt x="518" y="271"/>
                </a:lnTo>
                <a:lnTo>
                  <a:pt x="519" y="271"/>
                </a:lnTo>
                <a:lnTo>
                  <a:pt x="519" y="272"/>
                </a:lnTo>
                <a:lnTo>
                  <a:pt x="519" y="273"/>
                </a:lnTo>
                <a:lnTo>
                  <a:pt x="520" y="273"/>
                </a:lnTo>
                <a:lnTo>
                  <a:pt x="523" y="275"/>
                </a:lnTo>
                <a:lnTo>
                  <a:pt x="524" y="275"/>
                </a:lnTo>
                <a:lnTo>
                  <a:pt x="524" y="276"/>
                </a:lnTo>
                <a:lnTo>
                  <a:pt x="525" y="276"/>
                </a:lnTo>
                <a:lnTo>
                  <a:pt x="525" y="277"/>
                </a:lnTo>
                <a:lnTo>
                  <a:pt x="525" y="278"/>
                </a:lnTo>
                <a:lnTo>
                  <a:pt x="525" y="279"/>
                </a:lnTo>
                <a:lnTo>
                  <a:pt x="526" y="279"/>
                </a:lnTo>
                <a:lnTo>
                  <a:pt x="526" y="278"/>
                </a:lnTo>
                <a:lnTo>
                  <a:pt x="526" y="277"/>
                </a:lnTo>
                <a:lnTo>
                  <a:pt x="526" y="276"/>
                </a:lnTo>
                <a:lnTo>
                  <a:pt x="527" y="276"/>
                </a:lnTo>
                <a:lnTo>
                  <a:pt x="529" y="276"/>
                </a:lnTo>
                <a:lnTo>
                  <a:pt x="530" y="278"/>
                </a:lnTo>
                <a:lnTo>
                  <a:pt x="531" y="277"/>
                </a:lnTo>
                <a:lnTo>
                  <a:pt x="532" y="276"/>
                </a:lnTo>
                <a:lnTo>
                  <a:pt x="533" y="276"/>
                </a:lnTo>
                <a:lnTo>
                  <a:pt x="533" y="275"/>
                </a:lnTo>
                <a:lnTo>
                  <a:pt x="534" y="275"/>
                </a:lnTo>
                <a:lnTo>
                  <a:pt x="535" y="274"/>
                </a:lnTo>
                <a:lnTo>
                  <a:pt x="536" y="274"/>
                </a:lnTo>
                <a:lnTo>
                  <a:pt x="537" y="273"/>
                </a:lnTo>
                <a:lnTo>
                  <a:pt x="538" y="272"/>
                </a:lnTo>
                <a:lnTo>
                  <a:pt x="539" y="272"/>
                </a:lnTo>
                <a:lnTo>
                  <a:pt x="540" y="271"/>
                </a:lnTo>
                <a:lnTo>
                  <a:pt x="541" y="271"/>
                </a:lnTo>
                <a:lnTo>
                  <a:pt x="542" y="270"/>
                </a:lnTo>
                <a:lnTo>
                  <a:pt x="543" y="270"/>
                </a:lnTo>
                <a:lnTo>
                  <a:pt x="544" y="269"/>
                </a:lnTo>
                <a:lnTo>
                  <a:pt x="544" y="268"/>
                </a:lnTo>
                <a:lnTo>
                  <a:pt x="545" y="268"/>
                </a:lnTo>
                <a:lnTo>
                  <a:pt x="545" y="267"/>
                </a:lnTo>
                <a:lnTo>
                  <a:pt x="544" y="267"/>
                </a:lnTo>
                <a:lnTo>
                  <a:pt x="544" y="266"/>
                </a:lnTo>
                <a:lnTo>
                  <a:pt x="544" y="265"/>
                </a:lnTo>
                <a:lnTo>
                  <a:pt x="544" y="264"/>
                </a:lnTo>
                <a:lnTo>
                  <a:pt x="544" y="262"/>
                </a:lnTo>
                <a:lnTo>
                  <a:pt x="545" y="260"/>
                </a:lnTo>
                <a:lnTo>
                  <a:pt x="546" y="260"/>
                </a:lnTo>
                <a:lnTo>
                  <a:pt x="547" y="259"/>
                </a:lnTo>
                <a:lnTo>
                  <a:pt x="547" y="260"/>
                </a:lnTo>
                <a:lnTo>
                  <a:pt x="550" y="260"/>
                </a:lnTo>
                <a:lnTo>
                  <a:pt x="551" y="261"/>
                </a:lnTo>
                <a:lnTo>
                  <a:pt x="552" y="261"/>
                </a:lnTo>
                <a:lnTo>
                  <a:pt x="552" y="262"/>
                </a:lnTo>
                <a:lnTo>
                  <a:pt x="553" y="263"/>
                </a:lnTo>
                <a:lnTo>
                  <a:pt x="554" y="264"/>
                </a:lnTo>
                <a:lnTo>
                  <a:pt x="554" y="265"/>
                </a:lnTo>
                <a:lnTo>
                  <a:pt x="555" y="265"/>
                </a:lnTo>
                <a:lnTo>
                  <a:pt x="555" y="266"/>
                </a:lnTo>
                <a:lnTo>
                  <a:pt x="555" y="267"/>
                </a:lnTo>
                <a:lnTo>
                  <a:pt x="555" y="268"/>
                </a:lnTo>
                <a:lnTo>
                  <a:pt x="556" y="269"/>
                </a:lnTo>
                <a:lnTo>
                  <a:pt x="555" y="270"/>
                </a:lnTo>
                <a:lnTo>
                  <a:pt x="556" y="270"/>
                </a:lnTo>
                <a:lnTo>
                  <a:pt x="556" y="271"/>
                </a:lnTo>
                <a:lnTo>
                  <a:pt x="556" y="272"/>
                </a:lnTo>
                <a:lnTo>
                  <a:pt x="556" y="274"/>
                </a:lnTo>
                <a:lnTo>
                  <a:pt x="556" y="275"/>
                </a:lnTo>
                <a:lnTo>
                  <a:pt x="556" y="278"/>
                </a:lnTo>
                <a:lnTo>
                  <a:pt x="556" y="279"/>
                </a:lnTo>
                <a:lnTo>
                  <a:pt x="557" y="279"/>
                </a:lnTo>
                <a:lnTo>
                  <a:pt x="556" y="280"/>
                </a:lnTo>
                <a:lnTo>
                  <a:pt x="555" y="280"/>
                </a:lnTo>
                <a:lnTo>
                  <a:pt x="554" y="280"/>
                </a:lnTo>
                <a:lnTo>
                  <a:pt x="554" y="281"/>
                </a:lnTo>
                <a:lnTo>
                  <a:pt x="555" y="282"/>
                </a:lnTo>
                <a:lnTo>
                  <a:pt x="556" y="281"/>
                </a:lnTo>
                <a:lnTo>
                  <a:pt x="557" y="281"/>
                </a:lnTo>
                <a:lnTo>
                  <a:pt x="557" y="282"/>
                </a:lnTo>
                <a:lnTo>
                  <a:pt x="558" y="283"/>
                </a:lnTo>
                <a:lnTo>
                  <a:pt x="558" y="285"/>
                </a:lnTo>
                <a:lnTo>
                  <a:pt x="557" y="285"/>
                </a:lnTo>
                <a:lnTo>
                  <a:pt x="556" y="285"/>
                </a:lnTo>
                <a:lnTo>
                  <a:pt x="555" y="285"/>
                </a:lnTo>
                <a:lnTo>
                  <a:pt x="556" y="285"/>
                </a:lnTo>
                <a:lnTo>
                  <a:pt x="557" y="285"/>
                </a:lnTo>
                <a:lnTo>
                  <a:pt x="557" y="286"/>
                </a:lnTo>
                <a:lnTo>
                  <a:pt x="558" y="286"/>
                </a:lnTo>
                <a:lnTo>
                  <a:pt x="558" y="285"/>
                </a:lnTo>
                <a:lnTo>
                  <a:pt x="558" y="286"/>
                </a:lnTo>
                <a:lnTo>
                  <a:pt x="559" y="288"/>
                </a:lnTo>
                <a:lnTo>
                  <a:pt x="558" y="288"/>
                </a:lnTo>
                <a:lnTo>
                  <a:pt x="557" y="288"/>
                </a:lnTo>
                <a:lnTo>
                  <a:pt x="556" y="290"/>
                </a:lnTo>
                <a:lnTo>
                  <a:pt x="556" y="291"/>
                </a:lnTo>
                <a:lnTo>
                  <a:pt x="559" y="291"/>
                </a:lnTo>
                <a:lnTo>
                  <a:pt x="559" y="290"/>
                </a:lnTo>
                <a:lnTo>
                  <a:pt x="560" y="290"/>
                </a:lnTo>
                <a:lnTo>
                  <a:pt x="561" y="291"/>
                </a:lnTo>
                <a:lnTo>
                  <a:pt x="562" y="293"/>
                </a:lnTo>
                <a:lnTo>
                  <a:pt x="562" y="295"/>
                </a:lnTo>
                <a:lnTo>
                  <a:pt x="563" y="297"/>
                </a:lnTo>
                <a:lnTo>
                  <a:pt x="563" y="298"/>
                </a:lnTo>
                <a:lnTo>
                  <a:pt x="563" y="301"/>
                </a:lnTo>
                <a:lnTo>
                  <a:pt x="564" y="302"/>
                </a:lnTo>
                <a:lnTo>
                  <a:pt x="564" y="303"/>
                </a:lnTo>
                <a:lnTo>
                  <a:pt x="564" y="304"/>
                </a:lnTo>
                <a:lnTo>
                  <a:pt x="565" y="305"/>
                </a:lnTo>
                <a:lnTo>
                  <a:pt x="566" y="307"/>
                </a:lnTo>
                <a:lnTo>
                  <a:pt x="567" y="307"/>
                </a:lnTo>
                <a:lnTo>
                  <a:pt x="568" y="307"/>
                </a:lnTo>
                <a:lnTo>
                  <a:pt x="568" y="308"/>
                </a:lnTo>
                <a:lnTo>
                  <a:pt x="569" y="308"/>
                </a:lnTo>
                <a:lnTo>
                  <a:pt x="570" y="308"/>
                </a:lnTo>
                <a:lnTo>
                  <a:pt x="571" y="308"/>
                </a:lnTo>
                <a:lnTo>
                  <a:pt x="572" y="307"/>
                </a:lnTo>
                <a:lnTo>
                  <a:pt x="573" y="307"/>
                </a:lnTo>
                <a:lnTo>
                  <a:pt x="574" y="307"/>
                </a:lnTo>
                <a:lnTo>
                  <a:pt x="575" y="308"/>
                </a:lnTo>
                <a:lnTo>
                  <a:pt x="576" y="308"/>
                </a:lnTo>
                <a:lnTo>
                  <a:pt x="576" y="309"/>
                </a:lnTo>
                <a:lnTo>
                  <a:pt x="574" y="312"/>
                </a:lnTo>
                <a:lnTo>
                  <a:pt x="573" y="312"/>
                </a:lnTo>
                <a:lnTo>
                  <a:pt x="572" y="313"/>
                </a:lnTo>
                <a:lnTo>
                  <a:pt x="571" y="313"/>
                </a:lnTo>
                <a:lnTo>
                  <a:pt x="570" y="313"/>
                </a:lnTo>
                <a:lnTo>
                  <a:pt x="569" y="314"/>
                </a:lnTo>
                <a:lnTo>
                  <a:pt x="566" y="315"/>
                </a:lnTo>
                <a:lnTo>
                  <a:pt x="565" y="315"/>
                </a:lnTo>
                <a:lnTo>
                  <a:pt x="564" y="316"/>
                </a:lnTo>
                <a:lnTo>
                  <a:pt x="564" y="317"/>
                </a:lnTo>
                <a:lnTo>
                  <a:pt x="563" y="317"/>
                </a:lnTo>
                <a:lnTo>
                  <a:pt x="563" y="318"/>
                </a:lnTo>
                <a:lnTo>
                  <a:pt x="563" y="319"/>
                </a:lnTo>
                <a:lnTo>
                  <a:pt x="564" y="322"/>
                </a:lnTo>
                <a:lnTo>
                  <a:pt x="565" y="324"/>
                </a:lnTo>
                <a:lnTo>
                  <a:pt x="565" y="325"/>
                </a:lnTo>
                <a:lnTo>
                  <a:pt x="566" y="326"/>
                </a:lnTo>
                <a:lnTo>
                  <a:pt x="566" y="327"/>
                </a:lnTo>
                <a:lnTo>
                  <a:pt x="567" y="327"/>
                </a:lnTo>
                <a:lnTo>
                  <a:pt x="567" y="328"/>
                </a:lnTo>
                <a:lnTo>
                  <a:pt x="567" y="330"/>
                </a:lnTo>
                <a:lnTo>
                  <a:pt x="568" y="332"/>
                </a:lnTo>
                <a:lnTo>
                  <a:pt x="568" y="333"/>
                </a:lnTo>
                <a:lnTo>
                  <a:pt x="569" y="334"/>
                </a:lnTo>
                <a:lnTo>
                  <a:pt x="570" y="333"/>
                </a:lnTo>
                <a:lnTo>
                  <a:pt x="570" y="332"/>
                </a:lnTo>
                <a:lnTo>
                  <a:pt x="571" y="332"/>
                </a:lnTo>
                <a:lnTo>
                  <a:pt x="571" y="331"/>
                </a:lnTo>
                <a:lnTo>
                  <a:pt x="573" y="331"/>
                </a:lnTo>
                <a:lnTo>
                  <a:pt x="574" y="331"/>
                </a:lnTo>
                <a:lnTo>
                  <a:pt x="575" y="331"/>
                </a:lnTo>
                <a:lnTo>
                  <a:pt x="575" y="332"/>
                </a:lnTo>
                <a:lnTo>
                  <a:pt x="575" y="333"/>
                </a:lnTo>
                <a:lnTo>
                  <a:pt x="577" y="334"/>
                </a:lnTo>
                <a:lnTo>
                  <a:pt x="578" y="336"/>
                </a:lnTo>
                <a:lnTo>
                  <a:pt x="579" y="339"/>
                </a:lnTo>
                <a:lnTo>
                  <a:pt x="579" y="340"/>
                </a:lnTo>
                <a:lnTo>
                  <a:pt x="579" y="341"/>
                </a:lnTo>
                <a:lnTo>
                  <a:pt x="579" y="342"/>
                </a:lnTo>
                <a:lnTo>
                  <a:pt x="578" y="342"/>
                </a:lnTo>
                <a:lnTo>
                  <a:pt x="578" y="343"/>
                </a:lnTo>
                <a:lnTo>
                  <a:pt x="579" y="346"/>
                </a:lnTo>
                <a:lnTo>
                  <a:pt x="580" y="346"/>
                </a:lnTo>
                <a:lnTo>
                  <a:pt x="581" y="346"/>
                </a:lnTo>
                <a:lnTo>
                  <a:pt x="582" y="346"/>
                </a:lnTo>
                <a:lnTo>
                  <a:pt x="583" y="346"/>
                </a:lnTo>
                <a:lnTo>
                  <a:pt x="583" y="347"/>
                </a:lnTo>
                <a:lnTo>
                  <a:pt x="584" y="348"/>
                </a:lnTo>
                <a:lnTo>
                  <a:pt x="583" y="348"/>
                </a:lnTo>
                <a:lnTo>
                  <a:pt x="583" y="349"/>
                </a:lnTo>
                <a:lnTo>
                  <a:pt x="584" y="349"/>
                </a:lnTo>
                <a:lnTo>
                  <a:pt x="584" y="350"/>
                </a:lnTo>
                <a:lnTo>
                  <a:pt x="585" y="349"/>
                </a:lnTo>
                <a:lnTo>
                  <a:pt x="586" y="348"/>
                </a:lnTo>
                <a:lnTo>
                  <a:pt x="586" y="347"/>
                </a:lnTo>
                <a:lnTo>
                  <a:pt x="587" y="347"/>
                </a:lnTo>
                <a:lnTo>
                  <a:pt x="587" y="346"/>
                </a:lnTo>
                <a:lnTo>
                  <a:pt x="588" y="346"/>
                </a:lnTo>
                <a:lnTo>
                  <a:pt x="590" y="346"/>
                </a:lnTo>
                <a:lnTo>
                  <a:pt x="590" y="347"/>
                </a:lnTo>
                <a:lnTo>
                  <a:pt x="591" y="349"/>
                </a:lnTo>
                <a:lnTo>
                  <a:pt x="592" y="349"/>
                </a:lnTo>
                <a:lnTo>
                  <a:pt x="592" y="350"/>
                </a:lnTo>
                <a:lnTo>
                  <a:pt x="592" y="353"/>
                </a:lnTo>
                <a:lnTo>
                  <a:pt x="591" y="353"/>
                </a:lnTo>
                <a:lnTo>
                  <a:pt x="591" y="354"/>
                </a:lnTo>
                <a:lnTo>
                  <a:pt x="592" y="356"/>
                </a:lnTo>
                <a:lnTo>
                  <a:pt x="593" y="357"/>
                </a:lnTo>
                <a:lnTo>
                  <a:pt x="594" y="357"/>
                </a:lnTo>
                <a:lnTo>
                  <a:pt x="596" y="356"/>
                </a:lnTo>
                <a:lnTo>
                  <a:pt x="597" y="357"/>
                </a:lnTo>
                <a:lnTo>
                  <a:pt x="599" y="357"/>
                </a:lnTo>
                <a:lnTo>
                  <a:pt x="600" y="357"/>
                </a:lnTo>
                <a:lnTo>
                  <a:pt x="602" y="357"/>
                </a:lnTo>
                <a:lnTo>
                  <a:pt x="603" y="356"/>
                </a:lnTo>
                <a:lnTo>
                  <a:pt x="603" y="355"/>
                </a:lnTo>
                <a:lnTo>
                  <a:pt x="604" y="354"/>
                </a:lnTo>
                <a:lnTo>
                  <a:pt x="604" y="353"/>
                </a:lnTo>
                <a:lnTo>
                  <a:pt x="604" y="352"/>
                </a:lnTo>
                <a:lnTo>
                  <a:pt x="604" y="351"/>
                </a:lnTo>
                <a:lnTo>
                  <a:pt x="605" y="350"/>
                </a:lnTo>
                <a:lnTo>
                  <a:pt x="606" y="350"/>
                </a:lnTo>
                <a:lnTo>
                  <a:pt x="606" y="351"/>
                </a:lnTo>
                <a:lnTo>
                  <a:pt x="606" y="352"/>
                </a:lnTo>
                <a:lnTo>
                  <a:pt x="606" y="353"/>
                </a:lnTo>
                <a:lnTo>
                  <a:pt x="607" y="353"/>
                </a:lnTo>
                <a:lnTo>
                  <a:pt x="607" y="354"/>
                </a:lnTo>
                <a:lnTo>
                  <a:pt x="608" y="354"/>
                </a:lnTo>
                <a:lnTo>
                  <a:pt x="609" y="354"/>
                </a:lnTo>
                <a:lnTo>
                  <a:pt x="612" y="354"/>
                </a:lnTo>
                <a:lnTo>
                  <a:pt x="615" y="354"/>
                </a:lnTo>
                <a:lnTo>
                  <a:pt x="617" y="353"/>
                </a:lnTo>
                <a:lnTo>
                  <a:pt x="619" y="352"/>
                </a:lnTo>
                <a:lnTo>
                  <a:pt x="621" y="351"/>
                </a:lnTo>
                <a:lnTo>
                  <a:pt x="622" y="351"/>
                </a:lnTo>
                <a:lnTo>
                  <a:pt x="624" y="350"/>
                </a:lnTo>
                <a:lnTo>
                  <a:pt x="626" y="351"/>
                </a:lnTo>
                <a:lnTo>
                  <a:pt x="628" y="352"/>
                </a:lnTo>
                <a:lnTo>
                  <a:pt x="632" y="350"/>
                </a:lnTo>
                <a:lnTo>
                  <a:pt x="632" y="349"/>
                </a:lnTo>
                <a:lnTo>
                  <a:pt x="633" y="349"/>
                </a:lnTo>
                <a:lnTo>
                  <a:pt x="633" y="348"/>
                </a:lnTo>
                <a:lnTo>
                  <a:pt x="633" y="347"/>
                </a:lnTo>
                <a:lnTo>
                  <a:pt x="635" y="347"/>
                </a:lnTo>
                <a:lnTo>
                  <a:pt x="638" y="346"/>
                </a:lnTo>
                <a:lnTo>
                  <a:pt x="640" y="346"/>
                </a:lnTo>
                <a:lnTo>
                  <a:pt x="641" y="346"/>
                </a:lnTo>
                <a:lnTo>
                  <a:pt x="641" y="347"/>
                </a:lnTo>
                <a:lnTo>
                  <a:pt x="644" y="348"/>
                </a:lnTo>
                <a:lnTo>
                  <a:pt x="647" y="348"/>
                </a:lnTo>
                <a:lnTo>
                  <a:pt x="649" y="349"/>
                </a:lnTo>
                <a:lnTo>
                  <a:pt x="650" y="349"/>
                </a:lnTo>
                <a:lnTo>
                  <a:pt x="653" y="348"/>
                </a:lnTo>
                <a:lnTo>
                  <a:pt x="654" y="346"/>
                </a:lnTo>
                <a:lnTo>
                  <a:pt x="657" y="345"/>
                </a:lnTo>
                <a:lnTo>
                  <a:pt x="658" y="345"/>
                </a:lnTo>
                <a:lnTo>
                  <a:pt x="658" y="344"/>
                </a:lnTo>
                <a:lnTo>
                  <a:pt x="659" y="344"/>
                </a:lnTo>
                <a:lnTo>
                  <a:pt x="658" y="344"/>
                </a:lnTo>
                <a:lnTo>
                  <a:pt x="658" y="343"/>
                </a:lnTo>
                <a:lnTo>
                  <a:pt x="658" y="342"/>
                </a:lnTo>
                <a:lnTo>
                  <a:pt x="656" y="341"/>
                </a:lnTo>
                <a:lnTo>
                  <a:pt x="655" y="340"/>
                </a:lnTo>
                <a:lnTo>
                  <a:pt x="654" y="339"/>
                </a:lnTo>
                <a:lnTo>
                  <a:pt x="654" y="338"/>
                </a:lnTo>
                <a:lnTo>
                  <a:pt x="653" y="338"/>
                </a:lnTo>
                <a:lnTo>
                  <a:pt x="654" y="338"/>
                </a:lnTo>
                <a:lnTo>
                  <a:pt x="654" y="337"/>
                </a:lnTo>
                <a:lnTo>
                  <a:pt x="654" y="336"/>
                </a:lnTo>
                <a:lnTo>
                  <a:pt x="653" y="334"/>
                </a:lnTo>
                <a:lnTo>
                  <a:pt x="653" y="333"/>
                </a:lnTo>
                <a:lnTo>
                  <a:pt x="653" y="332"/>
                </a:lnTo>
                <a:lnTo>
                  <a:pt x="654" y="332"/>
                </a:lnTo>
                <a:lnTo>
                  <a:pt x="654" y="331"/>
                </a:lnTo>
                <a:lnTo>
                  <a:pt x="654" y="329"/>
                </a:lnTo>
                <a:lnTo>
                  <a:pt x="654" y="328"/>
                </a:lnTo>
                <a:lnTo>
                  <a:pt x="653" y="328"/>
                </a:lnTo>
                <a:lnTo>
                  <a:pt x="653" y="326"/>
                </a:lnTo>
                <a:lnTo>
                  <a:pt x="653" y="325"/>
                </a:lnTo>
                <a:lnTo>
                  <a:pt x="652" y="323"/>
                </a:lnTo>
                <a:lnTo>
                  <a:pt x="652" y="322"/>
                </a:lnTo>
                <a:lnTo>
                  <a:pt x="652" y="321"/>
                </a:lnTo>
                <a:lnTo>
                  <a:pt x="653" y="320"/>
                </a:lnTo>
                <a:lnTo>
                  <a:pt x="654" y="320"/>
                </a:lnTo>
                <a:lnTo>
                  <a:pt x="655" y="320"/>
                </a:lnTo>
                <a:lnTo>
                  <a:pt x="656" y="321"/>
                </a:lnTo>
                <a:lnTo>
                  <a:pt x="657" y="321"/>
                </a:lnTo>
                <a:lnTo>
                  <a:pt x="658" y="321"/>
                </a:lnTo>
                <a:lnTo>
                  <a:pt x="659" y="321"/>
                </a:lnTo>
                <a:lnTo>
                  <a:pt x="660" y="321"/>
                </a:lnTo>
                <a:lnTo>
                  <a:pt x="661" y="321"/>
                </a:lnTo>
                <a:lnTo>
                  <a:pt x="661" y="320"/>
                </a:lnTo>
                <a:lnTo>
                  <a:pt x="662" y="320"/>
                </a:lnTo>
                <a:lnTo>
                  <a:pt x="663" y="319"/>
                </a:lnTo>
                <a:lnTo>
                  <a:pt x="664" y="319"/>
                </a:lnTo>
                <a:lnTo>
                  <a:pt x="664" y="318"/>
                </a:lnTo>
                <a:lnTo>
                  <a:pt x="663" y="314"/>
                </a:lnTo>
                <a:lnTo>
                  <a:pt x="663" y="313"/>
                </a:lnTo>
                <a:lnTo>
                  <a:pt x="663" y="312"/>
                </a:lnTo>
                <a:lnTo>
                  <a:pt x="663" y="310"/>
                </a:lnTo>
                <a:lnTo>
                  <a:pt x="662" y="308"/>
                </a:lnTo>
                <a:lnTo>
                  <a:pt x="662" y="307"/>
                </a:lnTo>
                <a:lnTo>
                  <a:pt x="661" y="307"/>
                </a:lnTo>
                <a:lnTo>
                  <a:pt x="662" y="306"/>
                </a:lnTo>
                <a:lnTo>
                  <a:pt x="663" y="305"/>
                </a:lnTo>
                <a:lnTo>
                  <a:pt x="664" y="305"/>
                </a:lnTo>
                <a:lnTo>
                  <a:pt x="664" y="306"/>
                </a:lnTo>
                <a:lnTo>
                  <a:pt x="665" y="306"/>
                </a:lnTo>
                <a:lnTo>
                  <a:pt x="666" y="306"/>
                </a:lnTo>
                <a:lnTo>
                  <a:pt x="668" y="304"/>
                </a:lnTo>
                <a:lnTo>
                  <a:pt x="668" y="302"/>
                </a:lnTo>
                <a:lnTo>
                  <a:pt x="667" y="302"/>
                </a:lnTo>
                <a:lnTo>
                  <a:pt x="667" y="301"/>
                </a:lnTo>
                <a:lnTo>
                  <a:pt x="666" y="300"/>
                </a:lnTo>
                <a:lnTo>
                  <a:pt x="667" y="297"/>
                </a:lnTo>
                <a:lnTo>
                  <a:pt x="670" y="296"/>
                </a:lnTo>
                <a:lnTo>
                  <a:pt x="671" y="296"/>
                </a:lnTo>
                <a:lnTo>
                  <a:pt x="673" y="296"/>
                </a:lnTo>
                <a:lnTo>
                  <a:pt x="674" y="296"/>
                </a:lnTo>
                <a:lnTo>
                  <a:pt x="675" y="296"/>
                </a:lnTo>
                <a:lnTo>
                  <a:pt x="674" y="297"/>
                </a:lnTo>
                <a:lnTo>
                  <a:pt x="674" y="298"/>
                </a:lnTo>
                <a:lnTo>
                  <a:pt x="675" y="300"/>
                </a:lnTo>
                <a:lnTo>
                  <a:pt x="677" y="299"/>
                </a:lnTo>
                <a:lnTo>
                  <a:pt x="677" y="298"/>
                </a:lnTo>
                <a:lnTo>
                  <a:pt x="680" y="299"/>
                </a:lnTo>
                <a:lnTo>
                  <a:pt x="681" y="299"/>
                </a:lnTo>
                <a:lnTo>
                  <a:pt x="682" y="299"/>
                </a:lnTo>
                <a:lnTo>
                  <a:pt x="683" y="299"/>
                </a:lnTo>
                <a:lnTo>
                  <a:pt x="683" y="298"/>
                </a:lnTo>
                <a:lnTo>
                  <a:pt x="684" y="297"/>
                </a:lnTo>
                <a:lnTo>
                  <a:pt x="686" y="297"/>
                </a:lnTo>
                <a:lnTo>
                  <a:pt x="687" y="297"/>
                </a:lnTo>
                <a:lnTo>
                  <a:pt x="687" y="296"/>
                </a:lnTo>
                <a:lnTo>
                  <a:pt x="689" y="295"/>
                </a:lnTo>
                <a:lnTo>
                  <a:pt x="691" y="294"/>
                </a:lnTo>
                <a:lnTo>
                  <a:pt x="691" y="293"/>
                </a:lnTo>
                <a:lnTo>
                  <a:pt x="692" y="293"/>
                </a:lnTo>
                <a:lnTo>
                  <a:pt x="693" y="293"/>
                </a:lnTo>
                <a:lnTo>
                  <a:pt x="694" y="293"/>
                </a:lnTo>
                <a:lnTo>
                  <a:pt x="696" y="294"/>
                </a:lnTo>
                <a:lnTo>
                  <a:pt x="697" y="295"/>
                </a:lnTo>
                <a:lnTo>
                  <a:pt x="697" y="296"/>
                </a:lnTo>
                <a:lnTo>
                  <a:pt x="698" y="299"/>
                </a:lnTo>
                <a:lnTo>
                  <a:pt x="698" y="300"/>
                </a:lnTo>
                <a:lnTo>
                  <a:pt x="697" y="300"/>
                </a:lnTo>
                <a:lnTo>
                  <a:pt x="696" y="300"/>
                </a:lnTo>
                <a:lnTo>
                  <a:pt x="696" y="303"/>
                </a:lnTo>
                <a:lnTo>
                  <a:pt x="696" y="304"/>
                </a:lnTo>
                <a:lnTo>
                  <a:pt x="697" y="304"/>
                </a:lnTo>
                <a:lnTo>
                  <a:pt x="700" y="303"/>
                </a:lnTo>
                <a:lnTo>
                  <a:pt x="701" y="302"/>
                </a:lnTo>
                <a:lnTo>
                  <a:pt x="702" y="305"/>
                </a:lnTo>
                <a:lnTo>
                  <a:pt x="702" y="306"/>
                </a:lnTo>
                <a:lnTo>
                  <a:pt x="703" y="307"/>
                </a:lnTo>
                <a:lnTo>
                  <a:pt x="703" y="308"/>
                </a:lnTo>
                <a:lnTo>
                  <a:pt x="704" y="309"/>
                </a:lnTo>
                <a:lnTo>
                  <a:pt x="704" y="310"/>
                </a:lnTo>
                <a:lnTo>
                  <a:pt x="705" y="311"/>
                </a:lnTo>
                <a:lnTo>
                  <a:pt x="706" y="311"/>
                </a:lnTo>
                <a:lnTo>
                  <a:pt x="707" y="311"/>
                </a:lnTo>
                <a:lnTo>
                  <a:pt x="707" y="312"/>
                </a:lnTo>
                <a:lnTo>
                  <a:pt x="708" y="312"/>
                </a:lnTo>
                <a:lnTo>
                  <a:pt x="709" y="313"/>
                </a:lnTo>
                <a:lnTo>
                  <a:pt x="712" y="316"/>
                </a:lnTo>
                <a:lnTo>
                  <a:pt x="713" y="317"/>
                </a:lnTo>
                <a:lnTo>
                  <a:pt x="715" y="318"/>
                </a:lnTo>
                <a:lnTo>
                  <a:pt x="718" y="318"/>
                </a:lnTo>
                <a:lnTo>
                  <a:pt x="719" y="317"/>
                </a:lnTo>
                <a:lnTo>
                  <a:pt x="720" y="317"/>
                </a:lnTo>
                <a:lnTo>
                  <a:pt x="721" y="317"/>
                </a:lnTo>
                <a:lnTo>
                  <a:pt x="722" y="317"/>
                </a:lnTo>
                <a:lnTo>
                  <a:pt x="723" y="317"/>
                </a:lnTo>
                <a:lnTo>
                  <a:pt x="724" y="317"/>
                </a:lnTo>
                <a:lnTo>
                  <a:pt x="725" y="317"/>
                </a:lnTo>
                <a:lnTo>
                  <a:pt x="726" y="317"/>
                </a:lnTo>
                <a:lnTo>
                  <a:pt x="726" y="316"/>
                </a:lnTo>
                <a:lnTo>
                  <a:pt x="727" y="316"/>
                </a:lnTo>
                <a:lnTo>
                  <a:pt x="727" y="317"/>
                </a:lnTo>
                <a:lnTo>
                  <a:pt x="728" y="317"/>
                </a:lnTo>
                <a:lnTo>
                  <a:pt x="728" y="318"/>
                </a:lnTo>
                <a:lnTo>
                  <a:pt x="728" y="319"/>
                </a:lnTo>
                <a:lnTo>
                  <a:pt x="729" y="320"/>
                </a:lnTo>
                <a:lnTo>
                  <a:pt x="729" y="321"/>
                </a:lnTo>
                <a:lnTo>
                  <a:pt x="729" y="322"/>
                </a:lnTo>
                <a:lnTo>
                  <a:pt x="730" y="323"/>
                </a:lnTo>
                <a:lnTo>
                  <a:pt x="730" y="324"/>
                </a:lnTo>
                <a:lnTo>
                  <a:pt x="730" y="325"/>
                </a:lnTo>
                <a:lnTo>
                  <a:pt x="731" y="326"/>
                </a:lnTo>
                <a:lnTo>
                  <a:pt x="731" y="327"/>
                </a:lnTo>
                <a:lnTo>
                  <a:pt x="732" y="328"/>
                </a:lnTo>
                <a:lnTo>
                  <a:pt x="732" y="331"/>
                </a:lnTo>
                <a:lnTo>
                  <a:pt x="733" y="332"/>
                </a:lnTo>
                <a:lnTo>
                  <a:pt x="734" y="336"/>
                </a:lnTo>
                <a:lnTo>
                  <a:pt x="735" y="339"/>
                </a:lnTo>
                <a:lnTo>
                  <a:pt x="736" y="343"/>
                </a:lnTo>
                <a:lnTo>
                  <a:pt x="736" y="345"/>
                </a:lnTo>
                <a:lnTo>
                  <a:pt x="736" y="347"/>
                </a:lnTo>
                <a:lnTo>
                  <a:pt x="737" y="353"/>
                </a:lnTo>
                <a:lnTo>
                  <a:pt x="737" y="355"/>
                </a:lnTo>
                <a:lnTo>
                  <a:pt x="738" y="355"/>
                </a:lnTo>
                <a:lnTo>
                  <a:pt x="738" y="356"/>
                </a:lnTo>
                <a:lnTo>
                  <a:pt x="739" y="356"/>
                </a:lnTo>
                <a:lnTo>
                  <a:pt x="739" y="355"/>
                </a:lnTo>
                <a:lnTo>
                  <a:pt x="739" y="356"/>
                </a:lnTo>
                <a:lnTo>
                  <a:pt x="738" y="358"/>
                </a:lnTo>
                <a:lnTo>
                  <a:pt x="737" y="358"/>
                </a:lnTo>
                <a:lnTo>
                  <a:pt x="737" y="359"/>
                </a:lnTo>
                <a:lnTo>
                  <a:pt x="738" y="359"/>
                </a:lnTo>
                <a:lnTo>
                  <a:pt x="739" y="360"/>
                </a:lnTo>
                <a:lnTo>
                  <a:pt x="740" y="360"/>
                </a:lnTo>
                <a:lnTo>
                  <a:pt x="740" y="359"/>
                </a:lnTo>
                <a:lnTo>
                  <a:pt x="741" y="359"/>
                </a:lnTo>
                <a:lnTo>
                  <a:pt x="741" y="360"/>
                </a:lnTo>
                <a:lnTo>
                  <a:pt x="741" y="361"/>
                </a:lnTo>
                <a:lnTo>
                  <a:pt x="740" y="363"/>
                </a:lnTo>
                <a:lnTo>
                  <a:pt x="740" y="366"/>
                </a:lnTo>
                <a:lnTo>
                  <a:pt x="741" y="366"/>
                </a:lnTo>
                <a:lnTo>
                  <a:pt x="740" y="368"/>
                </a:lnTo>
                <a:lnTo>
                  <a:pt x="739" y="368"/>
                </a:lnTo>
                <a:lnTo>
                  <a:pt x="736" y="366"/>
                </a:lnTo>
                <a:lnTo>
                  <a:pt x="735" y="366"/>
                </a:lnTo>
                <a:lnTo>
                  <a:pt x="735" y="365"/>
                </a:lnTo>
                <a:lnTo>
                  <a:pt x="735" y="364"/>
                </a:lnTo>
                <a:lnTo>
                  <a:pt x="735" y="363"/>
                </a:lnTo>
                <a:lnTo>
                  <a:pt x="734" y="363"/>
                </a:lnTo>
                <a:lnTo>
                  <a:pt x="733" y="364"/>
                </a:lnTo>
                <a:lnTo>
                  <a:pt x="733" y="365"/>
                </a:lnTo>
                <a:lnTo>
                  <a:pt x="733" y="366"/>
                </a:lnTo>
                <a:lnTo>
                  <a:pt x="733" y="368"/>
                </a:lnTo>
                <a:lnTo>
                  <a:pt x="731" y="370"/>
                </a:lnTo>
                <a:lnTo>
                  <a:pt x="730" y="372"/>
                </a:lnTo>
                <a:lnTo>
                  <a:pt x="731" y="373"/>
                </a:lnTo>
                <a:lnTo>
                  <a:pt x="732" y="374"/>
                </a:lnTo>
                <a:lnTo>
                  <a:pt x="733" y="376"/>
                </a:lnTo>
                <a:lnTo>
                  <a:pt x="732" y="377"/>
                </a:lnTo>
                <a:lnTo>
                  <a:pt x="731" y="376"/>
                </a:lnTo>
                <a:lnTo>
                  <a:pt x="731" y="377"/>
                </a:lnTo>
                <a:lnTo>
                  <a:pt x="730" y="377"/>
                </a:lnTo>
                <a:lnTo>
                  <a:pt x="730" y="379"/>
                </a:lnTo>
                <a:lnTo>
                  <a:pt x="731" y="380"/>
                </a:lnTo>
                <a:lnTo>
                  <a:pt x="731" y="381"/>
                </a:lnTo>
                <a:lnTo>
                  <a:pt x="732" y="381"/>
                </a:lnTo>
                <a:lnTo>
                  <a:pt x="732" y="382"/>
                </a:lnTo>
                <a:lnTo>
                  <a:pt x="731" y="383"/>
                </a:lnTo>
                <a:lnTo>
                  <a:pt x="730" y="384"/>
                </a:lnTo>
                <a:lnTo>
                  <a:pt x="729" y="386"/>
                </a:lnTo>
                <a:lnTo>
                  <a:pt x="728" y="386"/>
                </a:lnTo>
                <a:lnTo>
                  <a:pt x="727" y="389"/>
                </a:lnTo>
                <a:lnTo>
                  <a:pt x="724" y="391"/>
                </a:lnTo>
                <a:lnTo>
                  <a:pt x="723" y="390"/>
                </a:lnTo>
                <a:lnTo>
                  <a:pt x="722" y="390"/>
                </a:lnTo>
                <a:lnTo>
                  <a:pt x="722" y="391"/>
                </a:lnTo>
                <a:lnTo>
                  <a:pt x="722" y="392"/>
                </a:lnTo>
                <a:lnTo>
                  <a:pt x="722" y="393"/>
                </a:lnTo>
                <a:lnTo>
                  <a:pt x="722" y="394"/>
                </a:lnTo>
                <a:lnTo>
                  <a:pt x="722" y="395"/>
                </a:lnTo>
                <a:lnTo>
                  <a:pt x="722" y="396"/>
                </a:lnTo>
                <a:lnTo>
                  <a:pt x="721" y="396"/>
                </a:lnTo>
                <a:lnTo>
                  <a:pt x="720" y="395"/>
                </a:lnTo>
                <a:lnTo>
                  <a:pt x="719" y="395"/>
                </a:lnTo>
                <a:lnTo>
                  <a:pt x="719" y="394"/>
                </a:lnTo>
                <a:lnTo>
                  <a:pt x="718" y="394"/>
                </a:lnTo>
                <a:lnTo>
                  <a:pt x="717" y="39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" name=""/>
          <p:cNvSpPr/>
          <p:nvPr/>
        </p:nvSpPr>
        <p:spPr>
          <a:xfrm>
            <a:off x="5093640" y="24930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1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4" y="1"/>
                </a:lnTo>
                <a:lnTo>
                  <a:pt x="2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" name=""/>
          <p:cNvSpPr/>
          <p:nvPr/>
        </p:nvSpPr>
        <p:spPr>
          <a:xfrm>
            <a:off x="5095080" y="24919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2"/>
                </a:move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" name=""/>
          <p:cNvSpPr/>
          <p:nvPr/>
        </p:nvSpPr>
        <p:spPr>
          <a:xfrm>
            <a:off x="5109840" y="2480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" name=""/>
          <p:cNvSpPr/>
          <p:nvPr/>
        </p:nvSpPr>
        <p:spPr>
          <a:xfrm>
            <a:off x="5120280" y="2476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" name=""/>
          <p:cNvSpPr/>
          <p:nvPr/>
        </p:nvSpPr>
        <p:spPr>
          <a:xfrm>
            <a:off x="5118480" y="24764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" name=""/>
          <p:cNvSpPr/>
          <p:nvPr/>
        </p:nvSpPr>
        <p:spPr>
          <a:xfrm>
            <a:off x="5117400" y="247500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" name=""/>
          <p:cNvSpPr/>
          <p:nvPr/>
        </p:nvSpPr>
        <p:spPr>
          <a:xfrm>
            <a:off x="5121000" y="24753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" name=""/>
          <p:cNvSpPr/>
          <p:nvPr/>
        </p:nvSpPr>
        <p:spPr>
          <a:xfrm>
            <a:off x="5123160" y="2473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" name=""/>
          <p:cNvSpPr/>
          <p:nvPr/>
        </p:nvSpPr>
        <p:spPr>
          <a:xfrm>
            <a:off x="5100480" y="24681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" name=""/>
          <p:cNvSpPr/>
          <p:nvPr/>
        </p:nvSpPr>
        <p:spPr>
          <a:xfrm>
            <a:off x="5144040" y="24321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3" y="4"/>
                </a:lnTo>
                <a:lnTo>
                  <a:pt x="4" y="4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" name=""/>
          <p:cNvSpPr/>
          <p:nvPr/>
        </p:nvSpPr>
        <p:spPr>
          <a:xfrm>
            <a:off x="5138280" y="242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4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" name=""/>
          <p:cNvSpPr/>
          <p:nvPr/>
        </p:nvSpPr>
        <p:spPr>
          <a:xfrm>
            <a:off x="5127840" y="242928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4" y="0"/>
                </a:moveTo>
                <a:lnTo>
                  <a:pt x="5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" name=""/>
          <p:cNvSpPr/>
          <p:nvPr/>
        </p:nvSpPr>
        <p:spPr>
          <a:xfrm>
            <a:off x="5130000" y="242820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0" y="3"/>
                </a:moveTo>
                <a:lnTo>
                  <a:pt x="3" y="0"/>
                </a:lnTo>
                <a:lnTo>
                  <a:pt x="4" y="0"/>
                </a:lnTo>
                <a:lnTo>
                  <a:pt x="8" y="0"/>
                </a:lnTo>
                <a:lnTo>
                  <a:pt x="8" y="3"/>
                </a:lnTo>
                <a:lnTo>
                  <a:pt x="7" y="3"/>
                </a:lnTo>
                <a:lnTo>
                  <a:pt x="4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" name=""/>
          <p:cNvSpPr/>
          <p:nvPr/>
        </p:nvSpPr>
        <p:spPr>
          <a:xfrm>
            <a:off x="5144760" y="24278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3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" name=""/>
          <p:cNvSpPr/>
          <p:nvPr/>
        </p:nvSpPr>
        <p:spPr>
          <a:xfrm>
            <a:off x="5137200" y="2424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" name=""/>
          <p:cNvSpPr/>
          <p:nvPr/>
        </p:nvSpPr>
        <p:spPr>
          <a:xfrm>
            <a:off x="5148000" y="2423160"/>
            <a:ext cx="3960" cy="3960"/>
          </a:xfrm>
          <a:custGeom>
            <a:avLst/>
            <a:gdLst/>
            <a:ahLst/>
            <a:rect l="0" t="0" r="r" b="b"/>
            <a:pathLst>
              <a:path w="11" h="11">
                <a:moveTo>
                  <a:pt x="8" y="6"/>
                </a:moveTo>
                <a:lnTo>
                  <a:pt x="8" y="7"/>
                </a:lnTo>
                <a:lnTo>
                  <a:pt x="7" y="8"/>
                </a:lnTo>
                <a:lnTo>
                  <a:pt x="4" y="9"/>
                </a:lnTo>
                <a:lnTo>
                  <a:pt x="4" y="10"/>
                </a:lnTo>
                <a:lnTo>
                  <a:pt x="3" y="11"/>
                </a:lnTo>
                <a:lnTo>
                  <a:pt x="1" y="10"/>
                </a:lnTo>
                <a:lnTo>
                  <a:pt x="0" y="10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3" y="6"/>
                </a:lnTo>
                <a:lnTo>
                  <a:pt x="3" y="5"/>
                </a:lnTo>
                <a:lnTo>
                  <a:pt x="3" y="2"/>
                </a:lnTo>
                <a:lnTo>
                  <a:pt x="3" y="1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2"/>
                </a:lnTo>
                <a:lnTo>
                  <a:pt x="10" y="7"/>
                </a:lnTo>
                <a:lnTo>
                  <a:pt x="10" y="6"/>
                </a:lnTo>
                <a:lnTo>
                  <a:pt x="9" y="6"/>
                </a:lnTo>
                <a:lnTo>
                  <a:pt x="8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" name=""/>
          <p:cNvSpPr/>
          <p:nvPr/>
        </p:nvSpPr>
        <p:spPr>
          <a:xfrm>
            <a:off x="5127120" y="242424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4" y="2"/>
                </a:moveTo>
                <a:lnTo>
                  <a:pt x="3" y="2"/>
                </a:lnTo>
                <a:lnTo>
                  <a:pt x="4" y="3"/>
                </a:ln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" name=""/>
          <p:cNvSpPr/>
          <p:nvPr/>
        </p:nvSpPr>
        <p:spPr>
          <a:xfrm>
            <a:off x="5152680" y="2415960"/>
            <a:ext cx="12960" cy="12240"/>
          </a:xfrm>
          <a:custGeom>
            <a:avLst/>
            <a:gdLst/>
            <a:ahLst/>
            <a:rect l="0" t="0" r="r" b="b"/>
            <a:pathLst>
              <a:path w="36" h="34">
                <a:moveTo>
                  <a:pt x="30" y="5"/>
                </a:moveTo>
                <a:lnTo>
                  <a:pt x="29" y="6"/>
                </a:lnTo>
                <a:lnTo>
                  <a:pt x="30" y="6"/>
                </a:lnTo>
                <a:lnTo>
                  <a:pt x="30" y="7"/>
                </a:lnTo>
                <a:lnTo>
                  <a:pt x="31" y="9"/>
                </a:lnTo>
                <a:lnTo>
                  <a:pt x="32" y="9"/>
                </a:lnTo>
                <a:lnTo>
                  <a:pt x="32" y="10"/>
                </a:lnTo>
                <a:lnTo>
                  <a:pt x="33" y="10"/>
                </a:lnTo>
                <a:lnTo>
                  <a:pt x="33" y="11"/>
                </a:lnTo>
                <a:lnTo>
                  <a:pt x="33" y="12"/>
                </a:lnTo>
                <a:lnTo>
                  <a:pt x="33" y="13"/>
                </a:lnTo>
                <a:lnTo>
                  <a:pt x="34" y="15"/>
                </a:lnTo>
                <a:lnTo>
                  <a:pt x="35" y="16"/>
                </a:lnTo>
                <a:lnTo>
                  <a:pt x="35" y="15"/>
                </a:lnTo>
                <a:lnTo>
                  <a:pt x="36" y="16"/>
                </a:lnTo>
                <a:lnTo>
                  <a:pt x="36" y="18"/>
                </a:lnTo>
                <a:lnTo>
                  <a:pt x="35" y="18"/>
                </a:lnTo>
                <a:lnTo>
                  <a:pt x="34" y="18"/>
                </a:lnTo>
                <a:lnTo>
                  <a:pt x="34" y="19"/>
                </a:lnTo>
                <a:lnTo>
                  <a:pt x="34" y="20"/>
                </a:lnTo>
                <a:lnTo>
                  <a:pt x="35" y="20"/>
                </a:lnTo>
                <a:lnTo>
                  <a:pt x="35" y="21"/>
                </a:lnTo>
                <a:lnTo>
                  <a:pt x="34" y="21"/>
                </a:lnTo>
                <a:lnTo>
                  <a:pt x="33" y="22"/>
                </a:lnTo>
                <a:lnTo>
                  <a:pt x="32" y="23"/>
                </a:lnTo>
                <a:lnTo>
                  <a:pt x="31" y="24"/>
                </a:lnTo>
                <a:lnTo>
                  <a:pt x="30" y="25"/>
                </a:lnTo>
                <a:lnTo>
                  <a:pt x="28" y="25"/>
                </a:lnTo>
                <a:lnTo>
                  <a:pt x="29" y="25"/>
                </a:lnTo>
                <a:lnTo>
                  <a:pt x="29" y="24"/>
                </a:lnTo>
                <a:lnTo>
                  <a:pt x="29" y="23"/>
                </a:lnTo>
                <a:lnTo>
                  <a:pt x="28" y="22"/>
                </a:lnTo>
                <a:lnTo>
                  <a:pt x="27" y="22"/>
                </a:lnTo>
                <a:lnTo>
                  <a:pt x="26" y="22"/>
                </a:lnTo>
                <a:lnTo>
                  <a:pt x="25" y="22"/>
                </a:lnTo>
                <a:lnTo>
                  <a:pt x="25" y="21"/>
                </a:lnTo>
                <a:lnTo>
                  <a:pt x="24" y="21"/>
                </a:lnTo>
                <a:lnTo>
                  <a:pt x="23" y="21"/>
                </a:lnTo>
                <a:lnTo>
                  <a:pt x="22" y="21"/>
                </a:lnTo>
                <a:lnTo>
                  <a:pt x="19" y="21"/>
                </a:lnTo>
                <a:lnTo>
                  <a:pt x="17" y="22"/>
                </a:lnTo>
                <a:lnTo>
                  <a:pt x="15" y="23"/>
                </a:lnTo>
                <a:lnTo>
                  <a:pt x="14" y="24"/>
                </a:lnTo>
                <a:lnTo>
                  <a:pt x="13" y="25"/>
                </a:lnTo>
                <a:lnTo>
                  <a:pt x="12" y="26"/>
                </a:lnTo>
                <a:lnTo>
                  <a:pt x="11" y="27"/>
                </a:lnTo>
                <a:lnTo>
                  <a:pt x="11" y="28"/>
                </a:lnTo>
                <a:lnTo>
                  <a:pt x="11" y="29"/>
                </a:lnTo>
                <a:lnTo>
                  <a:pt x="11" y="30"/>
                </a:lnTo>
                <a:lnTo>
                  <a:pt x="10" y="32"/>
                </a:lnTo>
                <a:lnTo>
                  <a:pt x="9" y="32"/>
                </a:lnTo>
                <a:lnTo>
                  <a:pt x="8" y="32"/>
                </a:lnTo>
                <a:lnTo>
                  <a:pt x="8" y="34"/>
                </a:lnTo>
                <a:lnTo>
                  <a:pt x="8" y="32"/>
                </a:lnTo>
                <a:lnTo>
                  <a:pt x="7" y="32"/>
                </a:lnTo>
                <a:lnTo>
                  <a:pt x="5" y="31"/>
                </a:lnTo>
                <a:lnTo>
                  <a:pt x="4" y="31"/>
                </a:lnTo>
                <a:lnTo>
                  <a:pt x="3" y="30"/>
                </a:lnTo>
                <a:lnTo>
                  <a:pt x="2" y="30"/>
                </a:lnTo>
                <a:lnTo>
                  <a:pt x="0" y="29"/>
                </a:lnTo>
                <a:lnTo>
                  <a:pt x="0" y="28"/>
                </a:lnTo>
                <a:lnTo>
                  <a:pt x="1" y="27"/>
                </a:lnTo>
                <a:lnTo>
                  <a:pt x="2" y="27"/>
                </a:lnTo>
                <a:lnTo>
                  <a:pt x="4" y="26"/>
                </a:lnTo>
                <a:lnTo>
                  <a:pt x="5" y="25"/>
                </a:lnTo>
                <a:lnTo>
                  <a:pt x="5" y="24"/>
                </a:lnTo>
                <a:lnTo>
                  <a:pt x="5" y="23"/>
                </a:lnTo>
                <a:lnTo>
                  <a:pt x="5" y="22"/>
                </a:lnTo>
                <a:lnTo>
                  <a:pt x="3" y="20"/>
                </a:lnTo>
                <a:lnTo>
                  <a:pt x="3" y="18"/>
                </a:lnTo>
                <a:lnTo>
                  <a:pt x="2" y="17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0" y="15"/>
                </a:lnTo>
                <a:lnTo>
                  <a:pt x="2" y="13"/>
                </a:lnTo>
                <a:lnTo>
                  <a:pt x="4" y="12"/>
                </a:lnTo>
                <a:lnTo>
                  <a:pt x="5" y="12"/>
                </a:lnTo>
                <a:lnTo>
                  <a:pt x="7" y="14"/>
                </a:lnTo>
                <a:lnTo>
                  <a:pt x="8" y="14"/>
                </a:lnTo>
                <a:lnTo>
                  <a:pt x="9" y="15"/>
                </a:lnTo>
                <a:lnTo>
                  <a:pt x="10" y="15"/>
                </a:lnTo>
                <a:lnTo>
                  <a:pt x="11" y="16"/>
                </a:lnTo>
                <a:lnTo>
                  <a:pt x="12" y="16"/>
                </a:lnTo>
                <a:lnTo>
                  <a:pt x="14" y="16"/>
                </a:lnTo>
                <a:lnTo>
                  <a:pt x="15" y="16"/>
                </a:lnTo>
                <a:lnTo>
                  <a:pt x="17" y="16"/>
                </a:lnTo>
                <a:lnTo>
                  <a:pt x="18" y="15"/>
                </a:lnTo>
                <a:lnTo>
                  <a:pt x="18" y="14"/>
                </a:lnTo>
                <a:lnTo>
                  <a:pt x="18" y="13"/>
                </a:lnTo>
                <a:lnTo>
                  <a:pt x="18" y="12"/>
                </a:lnTo>
                <a:lnTo>
                  <a:pt x="18" y="11"/>
                </a:lnTo>
                <a:lnTo>
                  <a:pt x="19" y="9"/>
                </a:lnTo>
                <a:lnTo>
                  <a:pt x="19" y="8"/>
                </a:lnTo>
                <a:lnTo>
                  <a:pt x="19" y="7"/>
                </a:lnTo>
                <a:lnTo>
                  <a:pt x="19" y="6"/>
                </a:lnTo>
                <a:lnTo>
                  <a:pt x="21" y="5"/>
                </a:lnTo>
                <a:lnTo>
                  <a:pt x="22" y="4"/>
                </a:lnTo>
                <a:lnTo>
                  <a:pt x="23" y="3"/>
                </a:lnTo>
                <a:lnTo>
                  <a:pt x="22" y="3"/>
                </a:lnTo>
                <a:lnTo>
                  <a:pt x="22" y="2"/>
                </a:lnTo>
                <a:lnTo>
                  <a:pt x="23" y="2"/>
                </a:lnTo>
                <a:lnTo>
                  <a:pt x="24" y="0"/>
                </a:lnTo>
                <a:lnTo>
                  <a:pt x="24" y="2"/>
                </a:lnTo>
                <a:lnTo>
                  <a:pt x="25" y="2"/>
                </a:lnTo>
                <a:lnTo>
                  <a:pt x="25" y="3"/>
                </a:lnTo>
                <a:lnTo>
                  <a:pt x="26" y="3"/>
                </a:lnTo>
                <a:lnTo>
                  <a:pt x="26" y="4"/>
                </a:lnTo>
                <a:lnTo>
                  <a:pt x="27" y="5"/>
                </a:lnTo>
                <a:lnTo>
                  <a:pt x="29" y="5"/>
                </a:lnTo>
                <a:lnTo>
                  <a:pt x="30" y="4"/>
                </a:lnTo>
                <a:lnTo>
                  <a:pt x="30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" name=""/>
          <p:cNvSpPr/>
          <p:nvPr/>
        </p:nvSpPr>
        <p:spPr>
          <a:xfrm>
            <a:off x="5137920" y="2416320"/>
            <a:ext cx="9000" cy="10080"/>
          </a:xfrm>
          <a:custGeom>
            <a:avLst/>
            <a:gdLst/>
            <a:ahLst/>
            <a:rect l="0" t="0" r="r" b="b"/>
            <a:pathLst>
              <a:path w="25" h="28">
                <a:moveTo>
                  <a:pt x="18" y="4"/>
                </a:moveTo>
                <a:lnTo>
                  <a:pt x="18" y="3"/>
                </a:lnTo>
                <a:lnTo>
                  <a:pt x="20" y="4"/>
                </a:lnTo>
                <a:lnTo>
                  <a:pt x="21" y="4"/>
                </a:lnTo>
                <a:lnTo>
                  <a:pt x="22" y="5"/>
                </a:lnTo>
                <a:lnTo>
                  <a:pt x="24" y="10"/>
                </a:lnTo>
                <a:lnTo>
                  <a:pt x="24" y="12"/>
                </a:lnTo>
                <a:lnTo>
                  <a:pt x="24" y="13"/>
                </a:lnTo>
                <a:lnTo>
                  <a:pt x="25" y="14"/>
                </a:lnTo>
                <a:lnTo>
                  <a:pt x="25" y="15"/>
                </a:lnTo>
                <a:lnTo>
                  <a:pt x="24" y="16"/>
                </a:lnTo>
                <a:lnTo>
                  <a:pt x="24" y="17"/>
                </a:lnTo>
                <a:lnTo>
                  <a:pt x="22" y="16"/>
                </a:lnTo>
                <a:lnTo>
                  <a:pt x="21" y="19"/>
                </a:lnTo>
                <a:lnTo>
                  <a:pt x="19" y="21"/>
                </a:lnTo>
                <a:lnTo>
                  <a:pt x="16" y="24"/>
                </a:lnTo>
                <a:lnTo>
                  <a:pt x="14" y="27"/>
                </a:lnTo>
                <a:lnTo>
                  <a:pt x="14" y="28"/>
                </a:lnTo>
                <a:lnTo>
                  <a:pt x="13" y="28"/>
                </a:lnTo>
                <a:lnTo>
                  <a:pt x="11" y="28"/>
                </a:lnTo>
                <a:lnTo>
                  <a:pt x="10" y="28"/>
                </a:lnTo>
                <a:lnTo>
                  <a:pt x="8" y="28"/>
                </a:lnTo>
                <a:lnTo>
                  <a:pt x="7" y="28"/>
                </a:lnTo>
                <a:lnTo>
                  <a:pt x="6" y="27"/>
                </a:lnTo>
                <a:lnTo>
                  <a:pt x="4" y="27"/>
                </a:lnTo>
                <a:lnTo>
                  <a:pt x="2" y="23"/>
                </a:lnTo>
                <a:lnTo>
                  <a:pt x="1" y="23"/>
                </a:lnTo>
                <a:lnTo>
                  <a:pt x="0" y="22"/>
                </a:lnTo>
                <a:lnTo>
                  <a:pt x="0" y="21"/>
                </a:lnTo>
                <a:lnTo>
                  <a:pt x="0" y="18"/>
                </a:lnTo>
                <a:lnTo>
                  <a:pt x="0" y="17"/>
                </a:lnTo>
                <a:lnTo>
                  <a:pt x="0" y="14"/>
                </a:lnTo>
                <a:lnTo>
                  <a:pt x="0" y="13"/>
                </a:lnTo>
                <a:lnTo>
                  <a:pt x="1" y="11"/>
                </a:lnTo>
                <a:lnTo>
                  <a:pt x="1" y="9"/>
                </a:lnTo>
                <a:lnTo>
                  <a:pt x="2" y="5"/>
                </a:lnTo>
                <a:lnTo>
                  <a:pt x="3" y="4"/>
                </a:lnTo>
                <a:lnTo>
                  <a:pt x="3" y="3"/>
                </a:lnTo>
                <a:lnTo>
                  <a:pt x="4" y="2"/>
                </a:lnTo>
                <a:lnTo>
                  <a:pt x="6" y="1"/>
                </a:lnTo>
                <a:lnTo>
                  <a:pt x="10" y="0"/>
                </a:lnTo>
                <a:lnTo>
                  <a:pt x="11" y="0"/>
                </a:lnTo>
                <a:lnTo>
                  <a:pt x="13" y="1"/>
                </a:lnTo>
                <a:lnTo>
                  <a:pt x="14" y="2"/>
                </a:lnTo>
                <a:lnTo>
                  <a:pt x="15" y="2"/>
                </a:lnTo>
                <a:lnTo>
                  <a:pt x="17" y="3"/>
                </a:lnTo>
                <a:lnTo>
                  <a:pt x="17" y="4"/>
                </a:lnTo>
                <a:lnTo>
                  <a:pt x="16" y="4"/>
                </a:lnTo>
                <a:lnTo>
                  <a:pt x="17" y="5"/>
                </a:lnTo>
                <a:lnTo>
                  <a:pt x="17" y="6"/>
                </a:lnTo>
                <a:lnTo>
                  <a:pt x="17" y="7"/>
                </a:lnTo>
                <a:lnTo>
                  <a:pt x="16" y="8"/>
                </a:lnTo>
                <a:lnTo>
                  <a:pt x="17" y="8"/>
                </a:lnTo>
                <a:lnTo>
                  <a:pt x="18" y="7"/>
                </a:lnTo>
                <a:lnTo>
                  <a:pt x="19" y="5"/>
                </a:lnTo>
                <a:lnTo>
                  <a:pt x="18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" name=""/>
          <p:cNvSpPr/>
          <p:nvPr/>
        </p:nvSpPr>
        <p:spPr>
          <a:xfrm>
            <a:off x="5151960" y="2413440"/>
            <a:ext cx="5760" cy="3240"/>
          </a:xfrm>
          <a:custGeom>
            <a:avLst/>
            <a:gdLst/>
            <a:ahLst/>
            <a:rect l="0" t="0" r="r" b="b"/>
            <a:pathLst>
              <a:path w="16" h="9">
                <a:moveTo>
                  <a:pt x="10" y="1"/>
                </a:moveTo>
                <a:lnTo>
                  <a:pt x="12" y="1"/>
                </a:lnTo>
                <a:lnTo>
                  <a:pt x="13" y="1"/>
                </a:lnTo>
                <a:lnTo>
                  <a:pt x="15" y="1"/>
                </a:lnTo>
                <a:lnTo>
                  <a:pt x="16" y="2"/>
                </a:lnTo>
                <a:lnTo>
                  <a:pt x="16" y="3"/>
                </a:lnTo>
                <a:lnTo>
                  <a:pt x="15" y="3"/>
                </a:lnTo>
                <a:lnTo>
                  <a:pt x="14" y="3"/>
                </a:lnTo>
                <a:lnTo>
                  <a:pt x="13" y="3"/>
                </a:lnTo>
                <a:lnTo>
                  <a:pt x="12" y="3"/>
                </a:lnTo>
                <a:lnTo>
                  <a:pt x="11" y="3"/>
                </a:lnTo>
                <a:lnTo>
                  <a:pt x="12" y="3"/>
                </a:lnTo>
                <a:lnTo>
                  <a:pt x="14" y="4"/>
                </a:lnTo>
                <a:lnTo>
                  <a:pt x="15" y="3"/>
                </a:lnTo>
                <a:lnTo>
                  <a:pt x="16" y="3"/>
                </a:lnTo>
                <a:lnTo>
                  <a:pt x="14" y="5"/>
                </a:lnTo>
                <a:lnTo>
                  <a:pt x="14" y="7"/>
                </a:lnTo>
                <a:lnTo>
                  <a:pt x="13" y="7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1" y="9"/>
                </a:lnTo>
                <a:lnTo>
                  <a:pt x="10" y="9"/>
                </a:lnTo>
                <a:lnTo>
                  <a:pt x="10" y="8"/>
                </a:lnTo>
                <a:lnTo>
                  <a:pt x="11" y="7"/>
                </a:lnTo>
                <a:lnTo>
                  <a:pt x="10" y="7"/>
                </a:lnTo>
                <a:lnTo>
                  <a:pt x="8" y="8"/>
                </a:lnTo>
                <a:lnTo>
                  <a:pt x="6" y="7"/>
                </a:lnTo>
                <a:lnTo>
                  <a:pt x="5" y="7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8" y="1"/>
                </a:lnTo>
                <a:lnTo>
                  <a:pt x="1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" name=""/>
          <p:cNvSpPr/>
          <p:nvPr/>
        </p:nvSpPr>
        <p:spPr>
          <a:xfrm>
            <a:off x="5180760" y="23907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" name=""/>
          <p:cNvSpPr/>
          <p:nvPr/>
        </p:nvSpPr>
        <p:spPr>
          <a:xfrm>
            <a:off x="5195520" y="23731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" name=""/>
          <p:cNvSpPr/>
          <p:nvPr/>
        </p:nvSpPr>
        <p:spPr>
          <a:xfrm>
            <a:off x="5195880" y="2369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" name=""/>
          <p:cNvSpPr/>
          <p:nvPr/>
        </p:nvSpPr>
        <p:spPr>
          <a:xfrm>
            <a:off x="5193720" y="2363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" name=""/>
          <p:cNvSpPr/>
          <p:nvPr/>
        </p:nvSpPr>
        <p:spPr>
          <a:xfrm>
            <a:off x="5191920" y="2362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" name=""/>
          <p:cNvSpPr/>
          <p:nvPr/>
        </p:nvSpPr>
        <p:spPr>
          <a:xfrm>
            <a:off x="4984200" y="2136960"/>
            <a:ext cx="281520" cy="358200"/>
          </a:xfrm>
          <a:custGeom>
            <a:avLst/>
            <a:gdLst/>
            <a:ahLst/>
            <a:rect l="0" t="0" r="r" b="b"/>
            <a:pathLst>
              <a:path w="782" h="995">
                <a:moveTo>
                  <a:pt x="440" y="3"/>
                </a:moveTo>
                <a:lnTo>
                  <a:pt x="440" y="4"/>
                </a:lnTo>
                <a:lnTo>
                  <a:pt x="440" y="5"/>
                </a:lnTo>
                <a:lnTo>
                  <a:pt x="440" y="6"/>
                </a:lnTo>
                <a:lnTo>
                  <a:pt x="441" y="7"/>
                </a:lnTo>
                <a:lnTo>
                  <a:pt x="443" y="7"/>
                </a:lnTo>
                <a:lnTo>
                  <a:pt x="443" y="8"/>
                </a:lnTo>
                <a:lnTo>
                  <a:pt x="444" y="9"/>
                </a:lnTo>
                <a:lnTo>
                  <a:pt x="443" y="10"/>
                </a:lnTo>
                <a:lnTo>
                  <a:pt x="443" y="11"/>
                </a:lnTo>
                <a:lnTo>
                  <a:pt x="442" y="12"/>
                </a:lnTo>
                <a:lnTo>
                  <a:pt x="443" y="12"/>
                </a:lnTo>
                <a:lnTo>
                  <a:pt x="444" y="12"/>
                </a:lnTo>
                <a:lnTo>
                  <a:pt x="445" y="12"/>
                </a:lnTo>
                <a:lnTo>
                  <a:pt x="446" y="12"/>
                </a:lnTo>
                <a:lnTo>
                  <a:pt x="446" y="13"/>
                </a:lnTo>
                <a:lnTo>
                  <a:pt x="447" y="13"/>
                </a:lnTo>
                <a:lnTo>
                  <a:pt x="447" y="14"/>
                </a:lnTo>
                <a:lnTo>
                  <a:pt x="449" y="15"/>
                </a:lnTo>
                <a:lnTo>
                  <a:pt x="450" y="15"/>
                </a:lnTo>
                <a:lnTo>
                  <a:pt x="450" y="14"/>
                </a:lnTo>
                <a:lnTo>
                  <a:pt x="452" y="13"/>
                </a:lnTo>
                <a:lnTo>
                  <a:pt x="453" y="13"/>
                </a:lnTo>
                <a:lnTo>
                  <a:pt x="455" y="13"/>
                </a:lnTo>
                <a:lnTo>
                  <a:pt x="456" y="14"/>
                </a:lnTo>
                <a:lnTo>
                  <a:pt x="456" y="15"/>
                </a:lnTo>
                <a:lnTo>
                  <a:pt x="457" y="15"/>
                </a:lnTo>
                <a:lnTo>
                  <a:pt x="458" y="15"/>
                </a:lnTo>
                <a:lnTo>
                  <a:pt x="457" y="17"/>
                </a:lnTo>
                <a:lnTo>
                  <a:pt x="457" y="18"/>
                </a:lnTo>
                <a:lnTo>
                  <a:pt x="457" y="20"/>
                </a:lnTo>
                <a:lnTo>
                  <a:pt x="456" y="20"/>
                </a:lnTo>
                <a:lnTo>
                  <a:pt x="455" y="20"/>
                </a:lnTo>
                <a:lnTo>
                  <a:pt x="455" y="21"/>
                </a:lnTo>
                <a:lnTo>
                  <a:pt x="454" y="21"/>
                </a:lnTo>
                <a:lnTo>
                  <a:pt x="454" y="22"/>
                </a:lnTo>
                <a:lnTo>
                  <a:pt x="454" y="23"/>
                </a:lnTo>
                <a:lnTo>
                  <a:pt x="453" y="24"/>
                </a:lnTo>
                <a:lnTo>
                  <a:pt x="452" y="24"/>
                </a:lnTo>
                <a:lnTo>
                  <a:pt x="451" y="25"/>
                </a:lnTo>
                <a:lnTo>
                  <a:pt x="451" y="26"/>
                </a:lnTo>
                <a:lnTo>
                  <a:pt x="450" y="27"/>
                </a:lnTo>
                <a:lnTo>
                  <a:pt x="450" y="28"/>
                </a:lnTo>
                <a:lnTo>
                  <a:pt x="450" y="29"/>
                </a:lnTo>
                <a:lnTo>
                  <a:pt x="451" y="29"/>
                </a:lnTo>
                <a:lnTo>
                  <a:pt x="452" y="29"/>
                </a:lnTo>
                <a:lnTo>
                  <a:pt x="453" y="28"/>
                </a:lnTo>
                <a:lnTo>
                  <a:pt x="454" y="28"/>
                </a:lnTo>
                <a:lnTo>
                  <a:pt x="455" y="28"/>
                </a:lnTo>
                <a:lnTo>
                  <a:pt x="456" y="28"/>
                </a:lnTo>
                <a:lnTo>
                  <a:pt x="456" y="29"/>
                </a:lnTo>
                <a:lnTo>
                  <a:pt x="457" y="30"/>
                </a:lnTo>
                <a:lnTo>
                  <a:pt x="458" y="31"/>
                </a:lnTo>
                <a:lnTo>
                  <a:pt x="459" y="32"/>
                </a:lnTo>
                <a:lnTo>
                  <a:pt x="459" y="33"/>
                </a:lnTo>
                <a:lnTo>
                  <a:pt x="459" y="34"/>
                </a:lnTo>
                <a:lnTo>
                  <a:pt x="458" y="34"/>
                </a:lnTo>
                <a:lnTo>
                  <a:pt x="458" y="35"/>
                </a:lnTo>
                <a:lnTo>
                  <a:pt x="459" y="36"/>
                </a:lnTo>
                <a:lnTo>
                  <a:pt x="458" y="37"/>
                </a:lnTo>
                <a:lnTo>
                  <a:pt x="459" y="38"/>
                </a:lnTo>
                <a:lnTo>
                  <a:pt x="458" y="39"/>
                </a:lnTo>
                <a:lnTo>
                  <a:pt x="457" y="39"/>
                </a:lnTo>
                <a:lnTo>
                  <a:pt x="456" y="39"/>
                </a:lnTo>
                <a:lnTo>
                  <a:pt x="454" y="40"/>
                </a:lnTo>
                <a:lnTo>
                  <a:pt x="453" y="41"/>
                </a:lnTo>
                <a:lnTo>
                  <a:pt x="453" y="42"/>
                </a:lnTo>
                <a:lnTo>
                  <a:pt x="453" y="43"/>
                </a:lnTo>
                <a:lnTo>
                  <a:pt x="453" y="44"/>
                </a:lnTo>
                <a:lnTo>
                  <a:pt x="452" y="45"/>
                </a:lnTo>
                <a:lnTo>
                  <a:pt x="451" y="45"/>
                </a:lnTo>
                <a:lnTo>
                  <a:pt x="450" y="45"/>
                </a:lnTo>
                <a:lnTo>
                  <a:pt x="449" y="46"/>
                </a:lnTo>
                <a:lnTo>
                  <a:pt x="449" y="47"/>
                </a:lnTo>
                <a:lnTo>
                  <a:pt x="448" y="47"/>
                </a:lnTo>
                <a:lnTo>
                  <a:pt x="448" y="48"/>
                </a:lnTo>
                <a:lnTo>
                  <a:pt x="448" y="49"/>
                </a:lnTo>
                <a:lnTo>
                  <a:pt x="447" y="49"/>
                </a:lnTo>
                <a:lnTo>
                  <a:pt x="446" y="50"/>
                </a:lnTo>
                <a:lnTo>
                  <a:pt x="446" y="51"/>
                </a:lnTo>
                <a:lnTo>
                  <a:pt x="445" y="51"/>
                </a:lnTo>
                <a:lnTo>
                  <a:pt x="445" y="52"/>
                </a:lnTo>
                <a:lnTo>
                  <a:pt x="446" y="53"/>
                </a:lnTo>
                <a:lnTo>
                  <a:pt x="446" y="55"/>
                </a:lnTo>
                <a:lnTo>
                  <a:pt x="446" y="56"/>
                </a:lnTo>
                <a:lnTo>
                  <a:pt x="446" y="57"/>
                </a:lnTo>
                <a:lnTo>
                  <a:pt x="446" y="58"/>
                </a:lnTo>
                <a:lnTo>
                  <a:pt x="447" y="58"/>
                </a:lnTo>
                <a:lnTo>
                  <a:pt x="447" y="57"/>
                </a:lnTo>
                <a:lnTo>
                  <a:pt x="448" y="56"/>
                </a:lnTo>
                <a:lnTo>
                  <a:pt x="449" y="57"/>
                </a:lnTo>
                <a:lnTo>
                  <a:pt x="449" y="58"/>
                </a:lnTo>
                <a:lnTo>
                  <a:pt x="449" y="59"/>
                </a:lnTo>
                <a:lnTo>
                  <a:pt x="448" y="60"/>
                </a:lnTo>
                <a:lnTo>
                  <a:pt x="448" y="61"/>
                </a:lnTo>
                <a:lnTo>
                  <a:pt x="448" y="62"/>
                </a:lnTo>
                <a:lnTo>
                  <a:pt x="448" y="64"/>
                </a:lnTo>
                <a:lnTo>
                  <a:pt x="449" y="65"/>
                </a:lnTo>
                <a:lnTo>
                  <a:pt x="450" y="66"/>
                </a:lnTo>
                <a:lnTo>
                  <a:pt x="450" y="68"/>
                </a:lnTo>
                <a:lnTo>
                  <a:pt x="450" y="69"/>
                </a:lnTo>
                <a:lnTo>
                  <a:pt x="450" y="70"/>
                </a:lnTo>
                <a:lnTo>
                  <a:pt x="450" y="71"/>
                </a:lnTo>
                <a:lnTo>
                  <a:pt x="451" y="71"/>
                </a:lnTo>
                <a:lnTo>
                  <a:pt x="452" y="71"/>
                </a:lnTo>
                <a:lnTo>
                  <a:pt x="453" y="72"/>
                </a:lnTo>
                <a:lnTo>
                  <a:pt x="454" y="73"/>
                </a:lnTo>
                <a:lnTo>
                  <a:pt x="455" y="74"/>
                </a:lnTo>
                <a:lnTo>
                  <a:pt x="455" y="75"/>
                </a:lnTo>
                <a:lnTo>
                  <a:pt x="456" y="75"/>
                </a:lnTo>
                <a:lnTo>
                  <a:pt x="457" y="75"/>
                </a:lnTo>
                <a:lnTo>
                  <a:pt x="458" y="75"/>
                </a:lnTo>
                <a:lnTo>
                  <a:pt x="459" y="75"/>
                </a:lnTo>
                <a:lnTo>
                  <a:pt x="459" y="76"/>
                </a:lnTo>
                <a:lnTo>
                  <a:pt x="460" y="75"/>
                </a:lnTo>
                <a:lnTo>
                  <a:pt x="461" y="75"/>
                </a:lnTo>
                <a:lnTo>
                  <a:pt x="462" y="76"/>
                </a:lnTo>
                <a:lnTo>
                  <a:pt x="463" y="76"/>
                </a:lnTo>
                <a:lnTo>
                  <a:pt x="464" y="76"/>
                </a:lnTo>
                <a:lnTo>
                  <a:pt x="465" y="78"/>
                </a:lnTo>
                <a:lnTo>
                  <a:pt x="464" y="79"/>
                </a:lnTo>
                <a:lnTo>
                  <a:pt x="465" y="79"/>
                </a:lnTo>
                <a:lnTo>
                  <a:pt x="466" y="79"/>
                </a:lnTo>
                <a:lnTo>
                  <a:pt x="467" y="79"/>
                </a:lnTo>
                <a:lnTo>
                  <a:pt x="467" y="80"/>
                </a:lnTo>
                <a:lnTo>
                  <a:pt x="467" y="81"/>
                </a:lnTo>
                <a:lnTo>
                  <a:pt x="468" y="81"/>
                </a:lnTo>
                <a:lnTo>
                  <a:pt x="468" y="82"/>
                </a:lnTo>
                <a:lnTo>
                  <a:pt x="468" y="83"/>
                </a:lnTo>
                <a:lnTo>
                  <a:pt x="469" y="84"/>
                </a:lnTo>
                <a:lnTo>
                  <a:pt x="470" y="84"/>
                </a:lnTo>
                <a:lnTo>
                  <a:pt x="471" y="84"/>
                </a:lnTo>
                <a:lnTo>
                  <a:pt x="470" y="85"/>
                </a:lnTo>
                <a:lnTo>
                  <a:pt x="470" y="86"/>
                </a:lnTo>
                <a:lnTo>
                  <a:pt x="470" y="87"/>
                </a:lnTo>
                <a:lnTo>
                  <a:pt x="471" y="87"/>
                </a:lnTo>
                <a:lnTo>
                  <a:pt x="471" y="88"/>
                </a:lnTo>
                <a:lnTo>
                  <a:pt x="472" y="88"/>
                </a:lnTo>
                <a:lnTo>
                  <a:pt x="472" y="89"/>
                </a:lnTo>
                <a:lnTo>
                  <a:pt x="472" y="90"/>
                </a:lnTo>
                <a:lnTo>
                  <a:pt x="472" y="91"/>
                </a:lnTo>
                <a:lnTo>
                  <a:pt x="471" y="92"/>
                </a:lnTo>
                <a:lnTo>
                  <a:pt x="471" y="93"/>
                </a:lnTo>
                <a:lnTo>
                  <a:pt x="473" y="94"/>
                </a:lnTo>
                <a:lnTo>
                  <a:pt x="473" y="95"/>
                </a:lnTo>
                <a:lnTo>
                  <a:pt x="473" y="96"/>
                </a:lnTo>
                <a:lnTo>
                  <a:pt x="473" y="97"/>
                </a:lnTo>
                <a:lnTo>
                  <a:pt x="474" y="97"/>
                </a:lnTo>
                <a:lnTo>
                  <a:pt x="474" y="98"/>
                </a:lnTo>
                <a:lnTo>
                  <a:pt x="475" y="99"/>
                </a:lnTo>
                <a:lnTo>
                  <a:pt x="476" y="99"/>
                </a:lnTo>
                <a:lnTo>
                  <a:pt x="476" y="100"/>
                </a:lnTo>
                <a:lnTo>
                  <a:pt x="476" y="101"/>
                </a:lnTo>
                <a:lnTo>
                  <a:pt x="476" y="102"/>
                </a:lnTo>
                <a:lnTo>
                  <a:pt x="477" y="102"/>
                </a:lnTo>
                <a:lnTo>
                  <a:pt x="477" y="103"/>
                </a:lnTo>
                <a:lnTo>
                  <a:pt x="476" y="103"/>
                </a:lnTo>
                <a:lnTo>
                  <a:pt x="475" y="104"/>
                </a:lnTo>
                <a:lnTo>
                  <a:pt x="475" y="106"/>
                </a:lnTo>
                <a:lnTo>
                  <a:pt x="476" y="106"/>
                </a:lnTo>
                <a:lnTo>
                  <a:pt x="477" y="107"/>
                </a:lnTo>
                <a:lnTo>
                  <a:pt x="478" y="107"/>
                </a:lnTo>
                <a:lnTo>
                  <a:pt x="478" y="106"/>
                </a:lnTo>
                <a:lnTo>
                  <a:pt x="478" y="108"/>
                </a:lnTo>
                <a:lnTo>
                  <a:pt x="478" y="109"/>
                </a:lnTo>
                <a:lnTo>
                  <a:pt x="479" y="109"/>
                </a:lnTo>
                <a:lnTo>
                  <a:pt x="480" y="110"/>
                </a:lnTo>
                <a:lnTo>
                  <a:pt x="480" y="111"/>
                </a:lnTo>
                <a:lnTo>
                  <a:pt x="481" y="112"/>
                </a:lnTo>
                <a:lnTo>
                  <a:pt x="481" y="113"/>
                </a:lnTo>
                <a:lnTo>
                  <a:pt x="482" y="114"/>
                </a:lnTo>
                <a:lnTo>
                  <a:pt x="482" y="115"/>
                </a:lnTo>
                <a:lnTo>
                  <a:pt x="483" y="115"/>
                </a:lnTo>
                <a:lnTo>
                  <a:pt x="484" y="115"/>
                </a:lnTo>
                <a:lnTo>
                  <a:pt x="484" y="116"/>
                </a:lnTo>
                <a:lnTo>
                  <a:pt x="485" y="116"/>
                </a:lnTo>
                <a:lnTo>
                  <a:pt x="485" y="117"/>
                </a:lnTo>
                <a:lnTo>
                  <a:pt x="486" y="117"/>
                </a:lnTo>
                <a:lnTo>
                  <a:pt x="487" y="117"/>
                </a:lnTo>
                <a:lnTo>
                  <a:pt x="487" y="118"/>
                </a:lnTo>
                <a:lnTo>
                  <a:pt x="488" y="118"/>
                </a:lnTo>
                <a:lnTo>
                  <a:pt x="488" y="119"/>
                </a:lnTo>
                <a:lnTo>
                  <a:pt x="488" y="120"/>
                </a:lnTo>
                <a:lnTo>
                  <a:pt x="487" y="120"/>
                </a:lnTo>
                <a:lnTo>
                  <a:pt x="486" y="120"/>
                </a:lnTo>
                <a:lnTo>
                  <a:pt x="484" y="121"/>
                </a:lnTo>
                <a:lnTo>
                  <a:pt x="484" y="122"/>
                </a:lnTo>
                <a:lnTo>
                  <a:pt x="485" y="122"/>
                </a:lnTo>
                <a:lnTo>
                  <a:pt x="485" y="123"/>
                </a:lnTo>
                <a:lnTo>
                  <a:pt x="485" y="124"/>
                </a:lnTo>
                <a:lnTo>
                  <a:pt x="484" y="125"/>
                </a:lnTo>
                <a:lnTo>
                  <a:pt x="484" y="126"/>
                </a:lnTo>
                <a:lnTo>
                  <a:pt x="485" y="126"/>
                </a:lnTo>
                <a:lnTo>
                  <a:pt x="485" y="127"/>
                </a:lnTo>
                <a:lnTo>
                  <a:pt x="487" y="129"/>
                </a:lnTo>
                <a:lnTo>
                  <a:pt x="488" y="129"/>
                </a:lnTo>
                <a:lnTo>
                  <a:pt x="488" y="130"/>
                </a:lnTo>
                <a:lnTo>
                  <a:pt x="489" y="130"/>
                </a:lnTo>
                <a:lnTo>
                  <a:pt x="489" y="131"/>
                </a:lnTo>
                <a:lnTo>
                  <a:pt x="490" y="131"/>
                </a:lnTo>
                <a:lnTo>
                  <a:pt x="490" y="132"/>
                </a:lnTo>
                <a:lnTo>
                  <a:pt x="490" y="133"/>
                </a:lnTo>
                <a:lnTo>
                  <a:pt x="490" y="134"/>
                </a:lnTo>
                <a:lnTo>
                  <a:pt x="490" y="135"/>
                </a:lnTo>
                <a:lnTo>
                  <a:pt x="491" y="135"/>
                </a:lnTo>
                <a:lnTo>
                  <a:pt x="491" y="136"/>
                </a:lnTo>
                <a:lnTo>
                  <a:pt x="492" y="136"/>
                </a:lnTo>
                <a:lnTo>
                  <a:pt x="493" y="137"/>
                </a:lnTo>
                <a:lnTo>
                  <a:pt x="494" y="138"/>
                </a:lnTo>
                <a:lnTo>
                  <a:pt x="493" y="138"/>
                </a:lnTo>
                <a:lnTo>
                  <a:pt x="492" y="139"/>
                </a:lnTo>
                <a:lnTo>
                  <a:pt x="492" y="140"/>
                </a:lnTo>
                <a:lnTo>
                  <a:pt x="492" y="141"/>
                </a:lnTo>
                <a:lnTo>
                  <a:pt x="492" y="142"/>
                </a:lnTo>
                <a:lnTo>
                  <a:pt x="492" y="143"/>
                </a:lnTo>
                <a:lnTo>
                  <a:pt x="492" y="144"/>
                </a:lnTo>
                <a:lnTo>
                  <a:pt x="492" y="145"/>
                </a:lnTo>
                <a:lnTo>
                  <a:pt x="492" y="146"/>
                </a:lnTo>
                <a:lnTo>
                  <a:pt x="493" y="147"/>
                </a:lnTo>
                <a:lnTo>
                  <a:pt x="494" y="147"/>
                </a:lnTo>
                <a:lnTo>
                  <a:pt x="493" y="147"/>
                </a:lnTo>
                <a:lnTo>
                  <a:pt x="492" y="148"/>
                </a:lnTo>
                <a:lnTo>
                  <a:pt x="491" y="149"/>
                </a:lnTo>
                <a:lnTo>
                  <a:pt x="491" y="150"/>
                </a:lnTo>
                <a:lnTo>
                  <a:pt x="492" y="150"/>
                </a:lnTo>
                <a:lnTo>
                  <a:pt x="491" y="151"/>
                </a:lnTo>
                <a:lnTo>
                  <a:pt x="491" y="152"/>
                </a:lnTo>
                <a:lnTo>
                  <a:pt x="490" y="152"/>
                </a:lnTo>
                <a:lnTo>
                  <a:pt x="490" y="153"/>
                </a:lnTo>
                <a:lnTo>
                  <a:pt x="490" y="154"/>
                </a:lnTo>
                <a:lnTo>
                  <a:pt x="489" y="154"/>
                </a:lnTo>
                <a:lnTo>
                  <a:pt x="488" y="154"/>
                </a:lnTo>
                <a:lnTo>
                  <a:pt x="487" y="154"/>
                </a:lnTo>
                <a:lnTo>
                  <a:pt x="487" y="155"/>
                </a:lnTo>
                <a:lnTo>
                  <a:pt x="487" y="156"/>
                </a:lnTo>
                <a:lnTo>
                  <a:pt x="487" y="157"/>
                </a:lnTo>
                <a:lnTo>
                  <a:pt x="486" y="157"/>
                </a:lnTo>
                <a:lnTo>
                  <a:pt x="486" y="158"/>
                </a:lnTo>
                <a:lnTo>
                  <a:pt x="486" y="159"/>
                </a:lnTo>
                <a:lnTo>
                  <a:pt x="486" y="160"/>
                </a:lnTo>
                <a:lnTo>
                  <a:pt x="487" y="160"/>
                </a:lnTo>
                <a:lnTo>
                  <a:pt x="487" y="159"/>
                </a:lnTo>
                <a:lnTo>
                  <a:pt x="489" y="158"/>
                </a:lnTo>
                <a:lnTo>
                  <a:pt x="489" y="159"/>
                </a:lnTo>
                <a:lnTo>
                  <a:pt x="490" y="160"/>
                </a:lnTo>
                <a:lnTo>
                  <a:pt x="490" y="162"/>
                </a:lnTo>
                <a:lnTo>
                  <a:pt x="491" y="162"/>
                </a:lnTo>
                <a:lnTo>
                  <a:pt x="492" y="163"/>
                </a:lnTo>
                <a:lnTo>
                  <a:pt x="493" y="164"/>
                </a:lnTo>
                <a:lnTo>
                  <a:pt x="492" y="164"/>
                </a:lnTo>
                <a:lnTo>
                  <a:pt x="492" y="165"/>
                </a:lnTo>
                <a:lnTo>
                  <a:pt x="493" y="165"/>
                </a:lnTo>
                <a:lnTo>
                  <a:pt x="494" y="165"/>
                </a:lnTo>
                <a:lnTo>
                  <a:pt x="494" y="166"/>
                </a:lnTo>
                <a:lnTo>
                  <a:pt x="495" y="167"/>
                </a:lnTo>
                <a:lnTo>
                  <a:pt x="495" y="168"/>
                </a:lnTo>
                <a:lnTo>
                  <a:pt x="495" y="169"/>
                </a:lnTo>
                <a:lnTo>
                  <a:pt x="497" y="169"/>
                </a:lnTo>
                <a:lnTo>
                  <a:pt x="498" y="169"/>
                </a:lnTo>
                <a:lnTo>
                  <a:pt x="498" y="168"/>
                </a:lnTo>
                <a:lnTo>
                  <a:pt x="501" y="168"/>
                </a:lnTo>
                <a:lnTo>
                  <a:pt x="502" y="168"/>
                </a:lnTo>
                <a:lnTo>
                  <a:pt x="503" y="169"/>
                </a:lnTo>
                <a:lnTo>
                  <a:pt x="504" y="169"/>
                </a:lnTo>
                <a:lnTo>
                  <a:pt x="505" y="170"/>
                </a:lnTo>
                <a:lnTo>
                  <a:pt x="506" y="170"/>
                </a:lnTo>
                <a:lnTo>
                  <a:pt x="506" y="169"/>
                </a:lnTo>
                <a:lnTo>
                  <a:pt x="506" y="168"/>
                </a:lnTo>
                <a:lnTo>
                  <a:pt x="506" y="167"/>
                </a:lnTo>
                <a:lnTo>
                  <a:pt x="506" y="166"/>
                </a:lnTo>
                <a:lnTo>
                  <a:pt x="506" y="165"/>
                </a:lnTo>
                <a:lnTo>
                  <a:pt x="508" y="164"/>
                </a:lnTo>
                <a:lnTo>
                  <a:pt x="509" y="164"/>
                </a:lnTo>
                <a:lnTo>
                  <a:pt x="510" y="164"/>
                </a:lnTo>
                <a:lnTo>
                  <a:pt x="510" y="162"/>
                </a:lnTo>
                <a:lnTo>
                  <a:pt x="510" y="161"/>
                </a:lnTo>
                <a:lnTo>
                  <a:pt x="510" y="160"/>
                </a:lnTo>
                <a:lnTo>
                  <a:pt x="509" y="161"/>
                </a:lnTo>
                <a:lnTo>
                  <a:pt x="509" y="160"/>
                </a:lnTo>
                <a:lnTo>
                  <a:pt x="509" y="159"/>
                </a:lnTo>
                <a:lnTo>
                  <a:pt x="510" y="159"/>
                </a:lnTo>
                <a:lnTo>
                  <a:pt x="511" y="160"/>
                </a:lnTo>
                <a:lnTo>
                  <a:pt x="512" y="160"/>
                </a:lnTo>
                <a:lnTo>
                  <a:pt x="513" y="160"/>
                </a:lnTo>
                <a:lnTo>
                  <a:pt x="514" y="160"/>
                </a:lnTo>
                <a:lnTo>
                  <a:pt x="514" y="159"/>
                </a:lnTo>
                <a:lnTo>
                  <a:pt x="515" y="159"/>
                </a:lnTo>
                <a:lnTo>
                  <a:pt x="516" y="159"/>
                </a:lnTo>
                <a:lnTo>
                  <a:pt x="516" y="160"/>
                </a:lnTo>
                <a:lnTo>
                  <a:pt x="517" y="160"/>
                </a:lnTo>
                <a:lnTo>
                  <a:pt x="518" y="160"/>
                </a:lnTo>
                <a:lnTo>
                  <a:pt x="518" y="162"/>
                </a:lnTo>
                <a:lnTo>
                  <a:pt x="519" y="162"/>
                </a:lnTo>
                <a:lnTo>
                  <a:pt x="520" y="162"/>
                </a:lnTo>
                <a:lnTo>
                  <a:pt x="520" y="161"/>
                </a:lnTo>
                <a:lnTo>
                  <a:pt x="521" y="162"/>
                </a:lnTo>
                <a:lnTo>
                  <a:pt x="522" y="162"/>
                </a:lnTo>
                <a:lnTo>
                  <a:pt x="522" y="163"/>
                </a:lnTo>
                <a:lnTo>
                  <a:pt x="523" y="164"/>
                </a:lnTo>
                <a:lnTo>
                  <a:pt x="524" y="164"/>
                </a:lnTo>
                <a:lnTo>
                  <a:pt x="525" y="164"/>
                </a:lnTo>
                <a:lnTo>
                  <a:pt x="525" y="163"/>
                </a:lnTo>
                <a:lnTo>
                  <a:pt x="526" y="163"/>
                </a:lnTo>
                <a:lnTo>
                  <a:pt x="527" y="163"/>
                </a:lnTo>
                <a:lnTo>
                  <a:pt x="527" y="164"/>
                </a:lnTo>
                <a:lnTo>
                  <a:pt x="528" y="164"/>
                </a:lnTo>
                <a:lnTo>
                  <a:pt x="529" y="164"/>
                </a:lnTo>
                <a:lnTo>
                  <a:pt x="529" y="163"/>
                </a:lnTo>
                <a:lnTo>
                  <a:pt x="530" y="162"/>
                </a:lnTo>
                <a:lnTo>
                  <a:pt x="532" y="160"/>
                </a:lnTo>
                <a:lnTo>
                  <a:pt x="533" y="159"/>
                </a:lnTo>
                <a:lnTo>
                  <a:pt x="535" y="160"/>
                </a:lnTo>
                <a:lnTo>
                  <a:pt x="536" y="161"/>
                </a:lnTo>
                <a:lnTo>
                  <a:pt x="536" y="163"/>
                </a:lnTo>
                <a:lnTo>
                  <a:pt x="535" y="163"/>
                </a:lnTo>
                <a:lnTo>
                  <a:pt x="534" y="164"/>
                </a:lnTo>
                <a:lnTo>
                  <a:pt x="535" y="164"/>
                </a:lnTo>
                <a:lnTo>
                  <a:pt x="535" y="165"/>
                </a:lnTo>
                <a:lnTo>
                  <a:pt x="536" y="165"/>
                </a:lnTo>
                <a:lnTo>
                  <a:pt x="535" y="166"/>
                </a:lnTo>
                <a:lnTo>
                  <a:pt x="535" y="167"/>
                </a:lnTo>
                <a:lnTo>
                  <a:pt x="535" y="169"/>
                </a:lnTo>
                <a:lnTo>
                  <a:pt x="536" y="169"/>
                </a:lnTo>
                <a:lnTo>
                  <a:pt x="537" y="169"/>
                </a:lnTo>
                <a:lnTo>
                  <a:pt x="538" y="169"/>
                </a:lnTo>
                <a:lnTo>
                  <a:pt x="539" y="169"/>
                </a:lnTo>
                <a:lnTo>
                  <a:pt x="540" y="169"/>
                </a:lnTo>
                <a:lnTo>
                  <a:pt x="540" y="170"/>
                </a:lnTo>
                <a:lnTo>
                  <a:pt x="541" y="170"/>
                </a:lnTo>
                <a:lnTo>
                  <a:pt x="542" y="169"/>
                </a:lnTo>
                <a:lnTo>
                  <a:pt x="542" y="170"/>
                </a:lnTo>
                <a:lnTo>
                  <a:pt x="543" y="170"/>
                </a:lnTo>
                <a:lnTo>
                  <a:pt x="544" y="170"/>
                </a:lnTo>
                <a:lnTo>
                  <a:pt x="545" y="170"/>
                </a:lnTo>
                <a:lnTo>
                  <a:pt x="546" y="169"/>
                </a:lnTo>
                <a:lnTo>
                  <a:pt x="547" y="170"/>
                </a:lnTo>
                <a:lnTo>
                  <a:pt x="548" y="170"/>
                </a:lnTo>
                <a:lnTo>
                  <a:pt x="549" y="170"/>
                </a:lnTo>
                <a:lnTo>
                  <a:pt x="549" y="171"/>
                </a:lnTo>
                <a:lnTo>
                  <a:pt x="550" y="170"/>
                </a:lnTo>
                <a:lnTo>
                  <a:pt x="552" y="169"/>
                </a:lnTo>
                <a:lnTo>
                  <a:pt x="553" y="170"/>
                </a:lnTo>
                <a:lnTo>
                  <a:pt x="554" y="170"/>
                </a:lnTo>
                <a:lnTo>
                  <a:pt x="555" y="170"/>
                </a:lnTo>
                <a:lnTo>
                  <a:pt x="555" y="169"/>
                </a:lnTo>
                <a:lnTo>
                  <a:pt x="556" y="169"/>
                </a:lnTo>
                <a:lnTo>
                  <a:pt x="557" y="169"/>
                </a:lnTo>
                <a:lnTo>
                  <a:pt x="558" y="169"/>
                </a:lnTo>
                <a:lnTo>
                  <a:pt x="557" y="168"/>
                </a:lnTo>
                <a:lnTo>
                  <a:pt x="557" y="167"/>
                </a:lnTo>
                <a:lnTo>
                  <a:pt x="558" y="167"/>
                </a:lnTo>
                <a:lnTo>
                  <a:pt x="558" y="168"/>
                </a:lnTo>
                <a:lnTo>
                  <a:pt x="558" y="169"/>
                </a:lnTo>
                <a:lnTo>
                  <a:pt x="559" y="168"/>
                </a:lnTo>
                <a:lnTo>
                  <a:pt x="560" y="168"/>
                </a:lnTo>
                <a:lnTo>
                  <a:pt x="561" y="168"/>
                </a:lnTo>
                <a:lnTo>
                  <a:pt x="562" y="168"/>
                </a:lnTo>
                <a:lnTo>
                  <a:pt x="562" y="167"/>
                </a:lnTo>
                <a:lnTo>
                  <a:pt x="563" y="166"/>
                </a:lnTo>
                <a:lnTo>
                  <a:pt x="563" y="164"/>
                </a:lnTo>
                <a:lnTo>
                  <a:pt x="563" y="163"/>
                </a:lnTo>
                <a:lnTo>
                  <a:pt x="563" y="161"/>
                </a:lnTo>
                <a:lnTo>
                  <a:pt x="564" y="161"/>
                </a:lnTo>
                <a:lnTo>
                  <a:pt x="565" y="160"/>
                </a:lnTo>
                <a:lnTo>
                  <a:pt x="565" y="159"/>
                </a:lnTo>
                <a:lnTo>
                  <a:pt x="566" y="158"/>
                </a:lnTo>
                <a:lnTo>
                  <a:pt x="567" y="158"/>
                </a:lnTo>
                <a:lnTo>
                  <a:pt x="568" y="158"/>
                </a:lnTo>
                <a:lnTo>
                  <a:pt x="569" y="158"/>
                </a:lnTo>
                <a:lnTo>
                  <a:pt x="569" y="157"/>
                </a:lnTo>
                <a:lnTo>
                  <a:pt x="570" y="156"/>
                </a:lnTo>
                <a:lnTo>
                  <a:pt x="570" y="155"/>
                </a:lnTo>
                <a:lnTo>
                  <a:pt x="570" y="154"/>
                </a:lnTo>
                <a:lnTo>
                  <a:pt x="571" y="155"/>
                </a:lnTo>
                <a:lnTo>
                  <a:pt x="572" y="154"/>
                </a:lnTo>
                <a:lnTo>
                  <a:pt x="573" y="154"/>
                </a:lnTo>
                <a:lnTo>
                  <a:pt x="573" y="153"/>
                </a:lnTo>
                <a:lnTo>
                  <a:pt x="574" y="153"/>
                </a:lnTo>
                <a:lnTo>
                  <a:pt x="574" y="151"/>
                </a:lnTo>
                <a:lnTo>
                  <a:pt x="573" y="149"/>
                </a:lnTo>
                <a:lnTo>
                  <a:pt x="572" y="149"/>
                </a:lnTo>
                <a:lnTo>
                  <a:pt x="572" y="148"/>
                </a:lnTo>
                <a:lnTo>
                  <a:pt x="572" y="147"/>
                </a:lnTo>
                <a:lnTo>
                  <a:pt x="572" y="146"/>
                </a:lnTo>
                <a:lnTo>
                  <a:pt x="573" y="146"/>
                </a:lnTo>
                <a:lnTo>
                  <a:pt x="574" y="146"/>
                </a:lnTo>
                <a:lnTo>
                  <a:pt x="575" y="146"/>
                </a:lnTo>
                <a:lnTo>
                  <a:pt x="575" y="145"/>
                </a:lnTo>
                <a:lnTo>
                  <a:pt x="576" y="145"/>
                </a:lnTo>
                <a:lnTo>
                  <a:pt x="576" y="144"/>
                </a:lnTo>
                <a:lnTo>
                  <a:pt x="577" y="143"/>
                </a:lnTo>
                <a:lnTo>
                  <a:pt x="578" y="143"/>
                </a:lnTo>
                <a:lnTo>
                  <a:pt x="580" y="142"/>
                </a:lnTo>
                <a:lnTo>
                  <a:pt x="581" y="142"/>
                </a:lnTo>
                <a:lnTo>
                  <a:pt x="583" y="142"/>
                </a:lnTo>
                <a:lnTo>
                  <a:pt x="584" y="141"/>
                </a:lnTo>
                <a:lnTo>
                  <a:pt x="586" y="141"/>
                </a:lnTo>
                <a:lnTo>
                  <a:pt x="587" y="141"/>
                </a:lnTo>
                <a:lnTo>
                  <a:pt x="589" y="143"/>
                </a:lnTo>
                <a:lnTo>
                  <a:pt x="589" y="144"/>
                </a:lnTo>
                <a:lnTo>
                  <a:pt x="589" y="145"/>
                </a:lnTo>
                <a:lnTo>
                  <a:pt x="589" y="146"/>
                </a:lnTo>
                <a:lnTo>
                  <a:pt x="590" y="146"/>
                </a:lnTo>
                <a:lnTo>
                  <a:pt x="591" y="146"/>
                </a:lnTo>
                <a:lnTo>
                  <a:pt x="593" y="145"/>
                </a:lnTo>
                <a:lnTo>
                  <a:pt x="593" y="144"/>
                </a:lnTo>
                <a:lnTo>
                  <a:pt x="594" y="143"/>
                </a:lnTo>
                <a:lnTo>
                  <a:pt x="595" y="142"/>
                </a:lnTo>
                <a:lnTo>
                  <a:pt x="596" y="142"/>
                </a:lnTo>
                <a:lnTo>
                  <a:pt x="596" y="141"/>
                </a:lnTo>
                <a:lnTo>
                  <a:pt x="596" y="140"/>
                </a:lnTo>
                <a:lnTo>
                  <a:pt x="597" y="137"/>
                </a:lnTo>
                <a:lnTo>
                  <a:pt x="598" y="136"/>
                </a:lnTo>
                <a:lnTo>
                  <a:pt x="598" y="135"/>
                </a:lnTo>
                <a:lnTo>
                  <a:pt x="598" y="134"/>
                </a:lnTo>
                <a:lnTo>
                  <a:pt x="599" y="133"/>
                </a:lnTo>
                <a:lnTo>
                  <a:pt x="598" y="132"/>
                </a:lnTo>
                <a:lnTo>
                  <a:pt x="597" y="131"/>
                </a:lnTo>
                <a:lnTo>
                  <a:pt x="597" y="130"/>
                </a:lnTo>
                <a:lnTo>
                  <a:pt x="597" y="129"/>
                </a:lnTo>
                <a:lnTo>
                  <a:pt x="598" y="129"/>
                </a:lnTo>
                <a:lnTo>
                  <a:pt x="598" y="128"/>
                </a:lnTo>
                <a:lnTo>
                  <a:pt x="597" y="128"/>
                </a:lnTo>
                <a:lnTo>
                  <a:pt x="597" y="126"/>
                </a:lnTo>
                <a:lnTo>
                  <a:pt x="598" y="125"/>
                </a:lnTo>
                <a:lnTo>
                  <a:pt x="599" y="124"/>
                </a:lnTo>
                <a:lnTo>
                  <a:pt x="599" y="123"/>
                </a:lnTo>
                <a:lnTo>
                  <a:pt x="598" y="123"/>
                </a:lnTo>
                <a:lnTo>
                  <a:pt x="598" y="122"/>
                </a:lnTo>
                <a:lnTo>
                  <a:pt x="598" y="121"/>
                </a:lnTo>
                <a:lnTo>
                  <a:pt x="598" y="120"/>
                </a:lnTo>
                <a:lnTo>
                  <a:pt x="598" y="119"/>
                </a:lnTo>
                <a:lnTo>
                  <a:pt x="598" y="117"/>
                </a:lnTo>
                <a:lnTo>
                  <a:pt x="598" y="116"/>
                </a:lnTo>
                <a:lnTo>
                  <a:pt x="599" y="115"/>
                </a:lnTo>
                <a:lnTo>
                  <a:pt x="600" y="115"/>
                </a:lnTo>
                <a:lnTo>
                  <a:pt x="600" y="114"/>
                </a:lnTo>
                <a:lnTo>
                  <a:pt x="600" y="115"/>
                </a:lnTo>
                <a:lnTo>
                  <a:pt x="601" y="115"/>
                </a:lnTo>
                <a:lnTo>
                  <a:pt x="602" y="114"/>
                </a:lnTo>
                <a:lnTo>
                  <a:pt x="601" y="113"/>
                </a:lnTo>
                <a:lnTo>
                  <a:pt x="602" y="113"/>
                </a:lnTo>
                <a:lnTo>
                  <a:pt x="603" y="113"/>
                </a:lnTo>
                <a:lnTo>
                  <a:pt x="604" y="113"/>
                </a:lnTo>
                <a:lnTo>
                  <a:pt x="604" y="112"/>
                </a:lnTo>
                <a:lnTo>
                  <a:pt x="605" y="111"/>
                </a:lnTo>
                <a:lnTo>
                  <a:pt x="604" y="110"/>
                </a:lnTo>
                <a:lnTo>
                  <a:pt x="604" y="109"/>
                </a:lnTo>
                <a:lnTo>
                  <a:pt x="606" y="110"/>
                </a:lnTo>
                <a:lnTo>
                  <a:pt x="606" y="111"/>
                </a:lnTo>
                <a:lnTo>
                  <a:pt x="607" y="112"/>
                </a:lnTo>
                <a:lnTo>
                  <a:pt x="608" y="111"/>
                </a:lnTo>
                <a:lnTo>
                  <a:pt x="609" y="111"/>
                </a:lnTo>
                <a:lnTo>
                  <a:pt x="610" y="110"/>
                </a:lnTo>
                <a:lnTo>
                  <a:pt x="610" y="109"/>
                </a:lnTo>
                <a:lnTo>
                  <a:pt x="611" y="109"/>
                </a:lnTo>
                <a:lnTo>
                  <a:pt x="611" y="110"/>
                </a:lnTo>
                <a:lnTo>
                  <a:pt x="613" y="111"/>
                </a:lnTo>
                <a:lnTo>
                  <a:pt x="614" y="110"/>
                </a:lnTo>
                <a:lnTo>
                  <a:pt x="614" y="109"/>
                </a:lnTo>
                <a:lnTo>
                  <a:pt x="615" y="108"/>
                </a:lnTo>
                <a:lnTo>
                  <a:pt x="616" y="108"/>
                </a:lnTo>
                <a:lnTo>
                  <a:pt x="617" y="108"/>
                </a:lnTo>
                <a:lnTo>
                  <a:pt x="618" y="108"/>
                </a:lnTo>
                <a:lnTo>
                  <a:pt x="620" y="108"/>
                </a:lnTo>
                <a:lnTo>
                  <a:pt x="621" y="108"/>
                </a:lnTo>
                <a:lnTo>
                  <a:pt x="621" y="109"/>
                </a:lnTo>
                <a:lnTo>
                  <a:pt x="622" y="109"/>
                </a:lnTo>
                <a:lnTo>
                  <a:pt x="623" y="109"/>
                </a:lnTo>
                <a:lnTo>
                  <a:pt x="623" y="110"/>
                </a:lnTo>
                <a:lnTo>
                  <a:pt x="623" y="111"/>
                </a:lnTo>
                <a:lnTo>
                  <a:pt x="622" y="111"/>
                </a:lnTo>
                <a:lnTo>
                  <a:pt x="622" y="112"/>
                </a:lnTo>
                <a:lnTo>
                  <a:pt x="623" y="112"/>
                </a:lnTo>
                <a:lnTo>
                  <a:pt x="624" y="113"/>
                </a:lnTo>
                <a:lnTo>
                  <a:pt x="624" y="114"/>
                </a:lnTo>
                <a:lnTo>
                  <a:pt x="624" y="115"/>
                </a:lnTo>
                <a:lnTo>
                  <a:pt x="624" y="116"/>
                </a:lnTo>
                <a:lnTo>
                  <a:pt x="623" y="116"/>
                </a:lnTo>
                <a:lnTo>
                  <a:pt x="623" y="117"/>
                </a:lnTo>
                <a:lnTo>
                  <a:pt x="622" y="117"/>
                </a:lnTo>
                <a:lnTo>
                  <a:pt x="621" y="118"/>
                </a:lnTo>
                <a:lnTo>
                  <a:pt x="621" y="119"/>
                </a:lnTo>
                <a:lnTo>
                  <a:pt x="621" y="120"/>
                </a:lnTo>
                <a:lnTo>
                  <a:pt x="622" y="120"/>
                </a:lnTo>
                <a:lnTo>
                  <a:pt x="622" y="121"/>
                </a:lnTo>
                <a:lnTo>
                  <a:pt x="622" y="122"/>
                </a:lnTo>
                <a:lnTo>
                  <a:pt x="622" y="123"/>
                </a:lnTo>
                <a:lnTo>
                  <a:pt x="623" y="124"/>
                </a:lnTo>
                <a:lnTo>
                  <a:pt x="623" y="125"/>
                </a:lnTo>
                <a:lnTo>
                  <a:pt x="623" y="126"/>
                </a:lnTo>
                <a:lnTo>
                  <a:pt x="624" y="126"/>
                </a:lnTo>
                <a:lnTo>
                  <a:pt x="625" y="126"/>
                </a:lnTo>
                <a:lnTo>
                  <a:pt x="626" y="126"/>
                </a:lnTo>
                <a:lnTo>
                  <a:pt x="627" y="126"/>
                </a:lnTo>
                <a:lnTo>
                  <a:pt x="629" y="126"/>
                </a:lnTo>
                <a:lnTo>
                  <a:pt x="630" y="126"/>
                </a:lnTo>
                <a:lnTo>
                  <a:pt x="631" y="126"/>
                </a:lnTo>
                <a:lnTo>
                  <a:pt x="631" y="127"/>
                </a:lnTo>
                <a:lnTo>
                  <a:pt x="631" y="129"/>
                </a:lnTo>
                <a:lnTo>
                  <a:pt x="630" y="130"/>
                </a:lnTo>
                <a:lnTo>
                  <a:pt x="630" y="131"/>
                </a:lnTo>
                <a:lnTo>
                  <a:pt x="630" y="132"/>
                </a:lnTo>
                <a:lnTo>
                  <a:pt x="629" y="133"/>
                </a:lnTo>
                <a:lnTo>
                  <a:pt x="629" y="134"/>
                </a:lnTo>
                <a:lnTo>
                  <a:pt x="631" y="134"/>
                </a:lnTo>
                <a:lnTo>
                  <a:pt x="632" y="134"/>
                </a:lnTo>
                <a:lnTo>
                  <a:pt x="633" y="134"/>
                </a:lnTo>
                <a:lnTo>
                  <a:pt x="634" y="133"/>
                </a:lnTo>
                <a:lnTo>
                  <a:pt x="635" y="134"/>
                </a:lnTo>
                <a:lnTo>
                  <a:pt x="637" y="136"/>
                </a:lnTo>
                <a:lnTo>
                  <a:pt x="637" y="137"/>
                </a:lnTo>
                <a:lnTo>
                  <a:pt x="638" y="137"/>
                </a:lnTo>
                <a:lnTo>
                  <a:pt x="639" y="138"/>
                </a:lnTo>
                <a:lnTo>
                  <a:pt x="638" y="139"/>
                </a:lnTo>
                <a:lnTo>
                  <a:pt x="638" y="141"/>
                </a:lnTo>
                <a:lnTo>
                  <a:pt x="639" y="141"/>
                </a:lnTo>
                <a:lnTo>
                  <a:pt x="640" y="143"/>
                </a:lnTo>
                <a:lnTo>
                  <a:pt x="639" y="143"/>
                </a:lnTo>
                <a:lnTo>
                  <a:pt x="639" y="144"/>
                </a:lnTo>
                <a:lnTo>
                  <a:pt x="640" y="145"/>
                </a:lnTo>
                <a:lnTo>
                  <a:pt x="640" y="146"/>
                </a:lnTo>
                <a:lnTo>
                  <a:pt x="640" y="147"/>
                </a:lnTo>
                <a:lnTo>
                  <a:pt x="640" y="148"/>
                </a:lnTo>
                <a:lnTo>
                  <a:pt x="640" y="149"/>
                </a:lnTo>
                <a:lnTo>
                  <a:pt x="640" y="151"/>
                </a:lnTo>
                <a:lnTo>
                  <a:pt x="640" y="152"/>
                </a:lnTo>
                <a:lnTo>
                  <a:pt x="638" y="153"/>
                </a:lnTo>
                <a:lnTo>
                  <a:pt x="637" y="153"/>
                </a:lnTo>
                <a:lnTo>
                  <a:pt x="637" y="154"/>
                </a:lnTo>
                <a:lnTo>
                  <a:pt x="638" y="155"/>
                </a:lnTo>
                <a:lnTo>
                  <a:pt x="639" y="156"/>
                </a:lnTo>
                <a:lnTo>
                  <a:pt x="640" y="156"/>
                </a:lnTo>
                <a:lnTo>
                  <a:pt x="641" y="156"/>
                </a:lnTo>
                <a:lnTo>
                  <a:pt x="641" y="157"/>
                </a:lnTo>
                <a:lnTo>
                  <a:pt x="641" y="158"/>
                </a:lnTo>
                <a:lnTo>
                  <a:pt x="642" y="158"/>
                </a:lnTo>
                <a:lnTo>
                  <a:pt x="642" y="159"/>
                </a:lnTo>
                <a:lnTo>
                  <a:pt x="642" y="160"/>
                </a:lnTo>
                <a:lnTo>
                  <a:pt x="643" y="160"/>
                </a:lnTo>
                <a:lnTo>
                  <a:pt x="644" y="160"/>
                </a:lnTo>
                <a:lnTo>
                  <a:pt x="645" y="160"/>
                </a:lnTo>
                <a:lnTo>
                  <a:pt x="646" y="161"/>
                </a:lnTo>
                <a:lnTo>
                  <a:pt x="646" y="162"/>
                </a:lnTo>
                <a:lnTo>
                  <a:pt x="647" y="162"/>
                </a:lnTo>
                <a:lnTo>
                  <a:pt x="647" y="163"/>
                </a:lnTo>
                <a:lnTo>
                  <a:pt x="648" y="163"/>
                </a:lnTo>
                <a:lnTo>
                  <a:pt x="649" y="164"/>
                </a:lnTo>
                <a:lnTo>
                  <a:pt x="649" y="165"/>
                </a:lnTo>
                <a:lnTo>
                  <a:pt x="649" y="164"/>
                </a:lnTo>
                <a:lnTo>
                  <a:pt x="650" y="164"/>
                </a:lnTo>
                <a:lnTo>
                  <a:pt x="651" y="165"/>
                </a:lnTo>
                <a:lnTo>
                  <a:pt x="650" y="166"/>
                </a:lnTo>
                <a:lnTo>
                  <a:pt x="649" y="166"/>
                </a:lnTo>
                <a:lnTo>
                  <a:pt x="649" y="167"/>
                </a:lnTo>
                <a:lnTo>
                  <a:pt x="649" y="168"/>
                </a:lnTo>
                <a:lnTo>
                  <a:pt x="650" y="168"/>
                </a:lnTo>
                <a:lnTo>
                  <a:pt x="651" y="169"/>
                </a:lnTo>
                <a:lnTo>
                  <a:pt x="651" y="170"/>
                </a:lnTo>
                <a:lnTo>
                  <a:pt x="653" y="170"/>
                </a:lnTo>
                <a:lnTo>
                  <a:pt x="654" y="170"/>
                </a:lnTo>
                <a:lnTo>
                  <a:pt x="655" y="170"/>
                </a:lnTo>
                <a:lnTo>
                  <a:pt x="655" y="171"/>
                </a:lnTo>
                <a:lnTo>
                  <a:pt x="655" y="172"/>
                </a:lnTo>
                <a:lnTo>
                  <a:pt x="655" y="173"/>
                </a:lnTo>
                <a:lnTo>
                  <a:pt x="656" y="173"/>
                </a:lnTo>
                <a:lnTo>
                  <a:pt x="657" y="173"/>
                </a:lnTo>
                <a:lnTo>
                  <a:pt x="658" y="174"/>
                </a:lnTo>
                <a:lnTo>
                  <a:pt x="657" y="175"/>
                </a:lnTo>
                <a:lnTo>
                  <a:pt x="656" y="174"/>
                </a:lnTo>
                <a:lnTo>
                  <a:pt x="655" y="174"/>
                </a:lnTo>
                <a:lnTo>
                  <a:pt x="655" y="175"/>
                </a:lnTo>
                <a:lnTo>
                  <a:pt x="656" y="176"/>
                </a:lnTo>
                <a:lnTo>
                  <a:pt x="656" y="177"/>
                </a:lnTo>
                <a:lnTo>
                  <a:pt x="656" y="178"/>
                </a:lnTo>
                <a:lnTo>
                  <a:pt x="657" y="178"/>
                </a:lnTo>
                <a:lnTo>
                  <a:pt x="658" y="178"/>
                </a:lnTo>
                <a:lnTo>
                  <a:pt x="660" y="178"/>
                </a:lnTo>
                <a:lnTo>
                  <a:pt x="660" y="177"/>
                </a:lnTo>
                <a:lnTo>
                  <a:pt x="661" y="177"/>
                </a:lnTo>
                <a:lnTo>
                  <a:pt x="662" y="177"/>
                </a:lnTo>
                <a:lnTo>
                  <a:pt x="663" y="177"/>
                </a:lnTo>
                <a:lnTo>
                  <a:pt x="664" y="178"/>
                </a:lnTo>
                <a:lnTo>
                  <a:pt x="665" y="179"/>
                </a:lnTo>
                <a:lnTo>
                  <a:pt x="666" y="179"/>
                </a:lnTo>
                <a:lnTo>
                  <a:pt x="666" y="178"/>
                </a:lnTo>
                <a:lnTo>
                  <a:pt x="667" y="177"/>
                </a:lnTo>
                <a:lnTo>
                  <a:pt x="668" y="177"/>
                </a:lnTo>
                <a:lnTo>
                  <a:pt x="669" y="178"/>
                </a:lnTo>
                <a:lnTo>
                  <a:pt x="669" y="177"/>
                </a:lnTo>
                <a:lnTo>
                  <a:pt x="669" y="176"/>
                </a:lnTo>
                <a:lnTo>
                  <a:pt x="668" y="176"/>
                </a:lnTo>
                <a:lnTo>
                  <a:pt x="667" y="175"/>
                </a:lnTo>
                <a:lnTo>
                  <a:pt x="668" y="174"/>
                </a:lnTo>
                <a:lnTo>
                  <a:pt x="668" y="173"/>
                </a:lnTo>
                <a:lnTo>
                  <a:pt x="669" y="172"/>
                </a:lnTo>
                <a:lnTo>
                  <a:pt x="670" y="173"/>
                </a:lnTo>
                <a:lnTo>
                  <a:pt x="671" y="174"/>
                </a:lnTo>
                <a:lnTo>
                  <a:pt x="673" y="174"/>
                </a:lnTo>
                <a:lnTo>
                  <a:pt x="674" y="174"/>
                </a:lnTo>
                <a:lnTo>
                  <a:pt x="673" y="175"/>
                </a:lnTo>
                <a:lnTo>
                  <a:pt x="673" y="176"/>
                </a:lnTo>
                <a:lnTo>
                  <a:pt x="675" y="176"/>
                </a:lnTo>
                <a:lnTo>
                  <a:pt x="675" y="174"/>
                </a:lnTo>
                <a:lnTo>
                  <a:pt x="677" y="173"/>
                </a:lnTo>
                <a:lnTo>
                  <a:pt x="678" y="174"/>
                </a:lnTo>
                <a:lnTo>
                  <a:pt x="679" y="174"/>
                </a:lnTo>
                <a:lnTo>
                  <a:pt x="679" y="173"/>
                </a:lnTo>
                <a:lnTo>
                  <a:pt x="679" y="172"/>
                </a:lnTo>
                <a:lnTo>
                  <a:pt x="680" y="172"/>
                </a:lnTo>
                <a:lnTo>
                  <a:pt x="683" y="172"/>
                </a:lnTo>
                <a:lnTo>
                  <a:pt x="684" y="172"/>
                </a:lnTo>
                <a:lnTo>
                  <a:pt x="685" y="172"/>
                </a:lnTo>
                <a:lnTo>
                  <a:pt x="686" y="172"/>
                </a:lnTo>
                <a:lnTo>
                  <a:pt x="687" y="172"/>
                </a:lnTo>
                <a:lnTo>
                  <a:pt x="687" y="171"/>
                </a:lnTo>
                <a:lnTo>
                  <a:pt x="687" y="170"/>
                </a:lnTo>
                <a:lnTo>
                  <a:pt x="686" y="170"/>
                </a:lnTo>
                <a:lnTo>
                  <a:pt x="685" y="169"/>
                </a:lnTo>
                <a:lnTo>
                  <a:pt x="686" y="169"/>
                </a:lnTo>
                <a:lnTo>
                  <a:pt x="686" y="168"/>
                </a:lnTo>
                <a:lnTo>
                  <a:pt x="685" y="168"/>
                </a:lnTo>
                <a:lnTo>
                  <a:pt x="686" y="167"/>
                </a:lnTo>
                <a:lnTo>
                  <a:pt x="687" y="167"/>
                </a:lnTo>
                <a:lnTo>
                  <a:pt x="687" y="166"/>
                </a:lnTo>
                <a:lnTo>
                  <a:pt x="687" y="165"/>
                </a:lnTo>
                <a:lnTo>
                  <a:pt x="688" y="164"/>
                </a:lnTo>
                <a:lnTo>
                  <a:pt x="689" y="163"/>
                </a:lnTo>
                <a:lnTo>
                  <a:pt x="690" y="162"/>
                </a:lnTo>
                <a:lnTo>
                  <a:pt x="689" y="162"/>
                </a:lnTo>
                <a:lnTo>
                  <a:pt x="688" y="162"/>
                </a:lnTo>
                <a:lnTo>
                  <a:pt x="688" y="163"/>
                </a:lnTo>
                <a:lnTo>
                  <a:pt x="687" y="162"/>
                </a:lnTo>
                <a:lnTo>
                  <a:pt x="687" y="161"/>
                </a:lnTo>
                <a:lnTo>
                  <a:pt x="688" y="161"/>
                </a:lnTo>
                <a:lnTo>
                  <a:pt x="689" y="160"/>
                </a:lnTo>
                <a:lnTo>
                  <a:pt x="690" y="160"/>
                </a:lnTo>
                <a:lnTo>
                  <a:pt x="691" y="160"/>
                </a:lnTo>
                <a:lnTo>
                  <a:pt x="691" y="159"/>
                </a:lnTo>
                <a:lnTo>
                  <a:pt x="692" y="159"/>
                </a:lnTo>
                <a:lnTo>
                  <a:pt x="693" y="159"/>
                </a:lnTo>
                <a:lnTo>
                  <a:pt x="693" y="158"/>
                </a:lnTo>
                <a:lnTo>
                  <a:pt x="694" y="157"/>
                </a:lnTo>
                <a:lnTo>
                  <a:pt x="695" y="157"/>
                </a:lnTo>
                <a:lnTo>
                  <a:pt x="696" y="158"/>
                </a:lnTo>
                <a:lnTo>
                  <a:pt x="697" y="158"/>
                </a:lnTo>
                <a:lnTo>
                  <a:pt x="696" y="159"/>
                </a:lnTo>
                <a:lnTo>
                  <a:pt x="697" y="159"/>
                </a:lnTo>
                <a:lnTo>
                  <a:pt x="697" y="160"/>
                </a:lnTo>
                <a:lnTo>
                  <a:pt x="698" y="160"/>
                </a:lnTo>
                <a:lnTo>
                  <a:pt x="701" y="162"/>
                </a:lnTo>
                <a:lnTo>
                  <a:pt x="702" y="163"/>
                </a:lnTo>
                <a:lnTo>
                  <a:pt x="703" y="164"/>
                </a:lnTo>
                <a:lnTo>
                  <a:pt x="704" y="164"/>
                </a:lnTo>
                <a:lnTo>
                  <a:pt x="705" y="164"/>
                </a:lnTo>
                <a:lnTo>
                  <a:pt x="706" y="164"/>
                </a:lnTo>
                <a:lnTo>
                  <a:pt x="706" y="163"/>
                </a:lnTo>
                <a:lnTo>
                  <a:pt x="705" y="163"/>
                </a:lnTo>
                <a:lnTo>
                  <a:pt x="705" y="162"/>
                </a:lnTo>
                <a:lnTo>
                  <a:pt x="706" y="162"/>
                </a:lnTo>
                <a:lnTo>
                  <a:pt x="707" y="162"/>
                </a:lnTo>
                <a:lnTo>
                  <a:pt x="707" y="161"/>
                </a:lnTo>
                <a:lnTo>
                  <a:pt x="708" y="159"/>
                </a:lnTo>
                <a:lnTo>
                  <a:pt x="709" y="158"/>
                </a:lnTo>
                <a:lnTo>
                  <a:pt x="709" y="157"/>
                </a:lnTo>
                <a:lnTo>
                  <a:pt x="710" y="156"/>
                </a:lnTo>
                <a:lnTo>
                  <a:pt x="712" y="155"/>
                </a:lnTo>
                <a:lnTo>
                  <a:pt x="712" y="154"/>
                </a:lnTo>
                <a:lnTo>
                  <a:pt x="712" y="153"/>
                </a:lnTo>
                <a:lnTo>
                  <a:pt x="712" y="152"/>
                </a:lnTo>
                <a:lnTo>
                  <a:pt x="713" y="151"/>
                </a:lnTo>
                <a:lnTo>
                  <a:pt x="714" y="151"/>
                </a:lnTo>
                <a:lnTo>
                  <a:pt x="715" y="151"/>
                </a:lnTo>
                <a:lnTo>
                  <a:pt x="717" y="151"/>
                </a:lnTo>
                <a:lnTo>
                  <a:pt x="718" y="151"/>
                </a:lnTo>
                <a:lnTo>
                  <a:pt x="719" y="149"/>
                </a:lnTo>
                <a:lnTo>
                  <a:pt x="718" y="148"/>
                </a:lnTo>
                <a:lnTo>
                  <a:pt x="717" y="148"/>
                </a:lnTo>
                <a:lnTo>
                  <a:pt x="717" y="147"/>
                </a:lnTo>
                <a:lnTo>
                  <a:pt x="717" y="146"/>
                </a:lnTo>
                <a:lnTo>
                  <a:pt x="717" y="145"/>
                </a:lnTo>
                <a:lnTo>
                  <a:pt x="718" y="145"/>
                </a:lnTo>
                <a:lnTo>
                  <a:pt x="720" y="144"/>
                </a:lnTo>
                <a:lnTo>
                  <a:pt x="721" y="144"/>
                </a:lnTo>
                <a:lnTo>
                  <a:pt x="722" y="144"/>
                </a:lnTo>
                <a:lnTo>
                  <a:pt x="723" y="143"/>
                </a:lnTo>
                <a:lnTo>
                  <a:pt x="724" y="144"/>
                </a:lnTo>
                <a:lnTo>
                  <a:pt x="725" y="144"/>
                </a:lnTo>
                <a:lnTo>
                  <a:pt x="726" y="144"/>
                </a:lnTo>
                <a:lnTo>
                  <a:pt x="727" y="143"/>
                </a:lnTo>
                <a:lnTo>
                  <a:pt x="729" y="142"/>
                </a:lnTo>
                <a:lnTo>
                  <a:pt x="730" y="142"/>
                </a:lnTo>
                <a:lnTo>
                  <a:pt x="731" y="143"/>
                </a:lnTo>
                <a:lnTo>
                  <a:pt x="733" y="143"/>
                </a:lnTo>
                <a:lnTo>
                  <a:pt x="734" y="142"/>
                </a:lnTo>
                <a:lnTo>
                  <a:pt x="734" y="141"/>
                </a:lnTo>
                <a:lnTo>
                  <a:pt x="735" y="141"/>
                </a:lnTo>
                <a:lnTo>
                  <a:pt x="736" y="141"/>
                </a:lnTo>
                <a:lnTo>
                  <a:pt x="737" y="140"/>
                </a:lnTo>
                <a:lnTo>
                  <a:pt x="738" y="139"/>
                </a:lnTo>
                <a:lnTo>
                  <a:pt x="738" y="138"/>
                </a:lnTo>
                <a:lnTo>
                  <a:pt x="737" y="138"/>
                </a:lnTo>
                <a:lnTo>
                  <a:pt x="738" y="138"/>
                </a:lnTo>
                <a:lnTo>
                  <a:pt x="740" y="139"/>
                </a:lnTo>
                <a:lnTo>
                  <a:pt x="740" y="140"/>
                </a:lnTo>
                <a:lnTo>
                  <a:pt x="741" y="140"/>
                </a:lnTo>
                <a:lnTo>
                  <a:pt x="741" y="141"/>
                </a:lnTo>
                <a:lnTo>
                  <a:pt x="741" y="142"/>
                </a:lnTo>
                <a:lnTo>
                  <a:pt x="740" y="142"/>
                </a:lnTo>
                <a:lnTo>
                  <a:pt x="740" y="143"/>
                </a:lnTo>
                <a:lnTo>
                  <a:pt x="740" y="144"/>
                </a:lnTo>
                <a:lnTo>
                  <a:pt x="741" y="144"/>
                </a:lnTo>
                <a:lnTo>
                  <a:pt x="742" y="145"/>
                </a:lnTo>
                <a:lnTo>
                  <a:pt x="742" y="146"/>
                </a:lnTo>
                <a:lnTo>
                  <a:pt x="743" y="148"/>
                </a:lnTo>
                <a:lnTo>
                  <a:pt x="744" y="148"/>
                </a:lnTo>
                <a:lnTo>
                  <a:pt x="745" y="147"/>
                </a:lnTo>
                <a:lnTo>
                  <a:pt x="746" y="146"/>
                </a:lnTo>
                <a:lnTo>
                  <a:pt x="747" y="146"/>
                </a:lnTo>
                <a:lnTo>
                  <a:pt x="748" y="146"/>
                </a:lnTo>
                <a:lnTo>
                  <a:pt x="749" y="146"/>
                </a:lnTo>
                <a:lnTo>
                  <a:pt x="750" y="145"/>
                </a:lnTo>
                <a:lnTo>
                  <a:pt x="751" y="143"/>
                </a:lnTo>
                <a:lnTo>
                  <a:pt x="751" y="142"/>
                </a:lnTo>
                <a:lnTo>
                  <a:pt x="752" y="142"/>
                </a:lnTo>
                <a:lnTo>
                  <a:pt x="752" y="143"/>
                </a:lnTo>
                <a:lnTo>
                  <a:pt x="752" y="144"/>
                </a:lnTo>
                <a:lnTo>
                  <a:pt x="751" y="144"/>
                </a:lnTo>
                <a:lnTo>
                  <a:pt x="752" y="145"/>
                </a:lnTo>
                <a:lnTo>
                  <a:pt x="753" y="145"/>
                </a:lnTo>
                <a:lnTo>
                  <a:pt x="754" y="144"/>
                </a:lnTo>
                <a:lnTo>
                  <a:pt x="755" y="144"/>
                </a:lnTo>
                <a:lnTo>
                  <a:pt x="756" y="144"/>
                </a:lnTo>
                <a:lnTo>
                  <a:pt x="757" y="146"/>
                </a:lnTo>
                <a:lnTo>
                  <a:pt x="757" y="149"/>
                </a:lnTo>
                <a:lnTo>
                  <a:pt x="757" y="150"/>
                </a:lnTo>
                <a:lnTo>
                  <a:pt x="757" y="151"/>
                </a:lnTo>
                <a:lnTo>
                  <a:pt x="758" y="151"/>
                </a:lnTo>
                <a:lnTo>
                  <a:pt x="758" y="152"/>
                </a:lnTo>
                <a:lnTo>
                  <a:pt x="759" y="152"/>
                </a:lnTo>
                <a:lnTo>
                  <a:pt x="759" y="153"/>
                </a:lnTo>
                <a:lnTo>
                  <a:pt x="758" y="153"/>
                </a:lnTo>
                <a:lnTo>
                  <a:pt x="758" y="154"/>
                </a:lnTo>
                <a:lnTo>
                  <a:pt x="759" y="155"/>
                </a:lnTo>
                <a:lnTo>
                  <a:pt x="760" y="155"/>
                </a:lnTo>
                <a:lnTo>
                  <a:pt x="760" y="156"/>
                </a:lnTo>
                <a:lnTo>
                  <a:pt x="762" y="157"/>
                </a:lnTo>
                <a:lnTo>
                  <a:pt x="763" y="157"/>
                </a:lnTo>
                <a:lnTo>
                  <a:pt x="764" y="158"/>
                </a:lnTo>
                <a:lnTo>
                  <a:pt x="764" y="159"/>
                </a:lnTo>
                <a:lnTo>
                  <a:pt x="765" y="160"/>
                </a:lnTo>
                <a:lnTo>
                  <a:pt x="766" y="161"/>
                </a:lnTo>
                <a:lnTo>
                  <a:pt x="767" y="161"/>
                </a:lnTo>
                <a:lnTo>
                  <a:pt x="768" y="161"/>
                </a:lnTo>
                <a:lnTo>
                  <a:pt x="768" y="162"/>
                </a:lnTo>
                <a:lnTo>
                  <a:pt x="770" y="163"/>
                </a:lnTo>
                <a:lnTo>
                  <a:pt x="771" y="164"/>
                </a:lnTo>
                <a:lnTo>
                  <a:pt x="771" y="165"/>
                </a:lnTo>
                <a:lnTo>
                  <a:pt x="770" y="165"/>
                </a:lnTo>
                <a:lnTo>
                  <a:pt x="770" y="166"/>
                </a:lnTo>
                <a:lnTo>
                  <a:pt x="771" y="166"/>
                </a:lnTo>
                <a:lnTo>
                  <a:pt x="772" y="168"/>
                </a:lnTo>
                <a:lnTo>
                  <a:pt x="773" y="168"/>
                </a:lnTo>
                <a:lnTo>
                  <a:pt x="774" y="168"/>
                </a:lnTo>
                <a:lnTo>
                  <a:pt x="775" y="169"/>
                </a:lnTo>
                <a:lnTo>
                  <a:pt x="776" y="170"/>
                </a:lnTo>
                <a:lnTo>
                  <a:pt x="774" y="172"/>
                </a:lnTo>
                <a:lnTo>
                  <a:pt x="774" y="171"/>
                </a:lnTo>
                <a:lnTo>
                  <a:pt x="773" y="171"/>
                </a:lnTo>
                <a:lnTo>
                  <a:pt x="772" y="171"/>
                </a:lnTo>
                <a:lnTo>
                  <a:pt x="771" y="172"/>
                </a:lnTo>
                <a:lnTo>
                  <a:pt x="770" y="172"/>
                </a:lnTo>
                <a:lnTo>
                  <a:pt x="770" y="174"/>
                </a:lnTo>
                <a:lnTo>
                  <a:pt x="771" y="174"/>
                </a:lnTo>
                <a:lnTo>
                  <a:pt x="772" y="175"/>
                </a:lnTo>
                <a:lnTo>
                  <a:pt x="774" y="176"/>
                </a:lnTo>
                <a:lnTo>
                  <a:pt x="773" y="178"/>
                </a:lnTo>
                <a:lnTo>
                  <a:pt x="772" y="178"/>
                </a:lnTo>
                <a:lnTo>
                  <a:pt x="772" y="179"/>
                </a:lnTo>
                <a:lnTo>
                  <a:pt x="773" y="179"/>
                </a:lnTo>
                <a:lnTo>
                  <a:pt x="772" y="179"/>
                </a:lnTo>
                <a:lnTo>
                  <a:pt x="772" y="180"/>
                </a:lnTo>
                <a:lnTo>
                  <a:pt x="772" y="179"/>
                </a:lnTo>
                <a:lnTo>
                  <a:pt x="772" y="178"/>
                </a:lnTo>
                <a:lnTo>
                  <a:pt x="772" y="177"/>
                </a:lnTo>
                <a:lnTo>
                  <a:pt x="771" y="176"/>
                </a:lnTo>
                <a:lnTo>
                  <a:pt x="770" y="176"/>
                </a:lnTo>
                <a:lnTo>
                  <a:pt x="769" y="176"/>
                </a:lnTo>
                <a:lnTo>
                  <a:pt x="768" y="177"/>
                </a:lnTo>
                <a:lnTo>
                  <a:pt x="768" y="176"/>
                </a:lnTo>
                <a:lnTo>
                  <a:pt x="769" y="175"/>
                </a:lnTo>
                <a:lnTo>
                  <a:pt x="768" y="175"/>
                </a:lnTo>
                <a:lnTo>
                  <a:pt x="767" y="175"/>
                </a:lnTo>
                <a:lnTo>
                  <a:pt x="766" y="175"/>
                </a:lnTo>
                <a:lnTo>
                  <a:pt x="766" y="174"/>
                </a:lnTo>
                <a:lnTo>
                  <a:pt x="765" y="174"/>
                </a:lnTo>
                <a:lnTo>
                  <a:pt x="763" y="175"/>
                </a:lnTo>
                <a:lnTo>
                  <a:pt x="762" y="176"/>
                </a:lnTo>
                <a:lnTo>
                  <a:pt x="762" y="177"/>
                </a:lnTo>
                <a:lnTo>
                  <a:pt x="761" y="178"/>
                </a:lnTo>
                <a:lnTo>
                  <a:pt x="760" y="178"/>
                </a:lnTo>
                <a:lnTo>
                  <a:pt x="760" y="177"/>
                </a:lnTo>
                <a:lnTo>
                  <a:pt x="759" y="177"/>
                </a:lnTo>
                <a:lnTo>
                  <a:pt x="759" y="176"/>
                </a:lnTo>
                <a:lnTo>
                  <a:pt x="758" y="176"/>
                </a:lnTo>
                <a:lnTo>
                  <a:pt x="758" y="177"/>
                </a:lnTo>
                <a:lnTo>
                  <a:pt x="757" y="178"/>
                </a:lnTo>
                <a:lnTo>
                  <a:pt x="756" y="180"/>
                </a:lnTo>
                <a:lnTo>
                  <a:pt x="755" y="180"/>
                </a:lnTo>
                <a:lnTo>
                  <a:pt x="753" y="177"/>
                </a:lnTo>
                <a:lnTo>
                  <a:pt x="753" y="176"/>
                </a:lnTo>
                <a:lnTo>
                  <a:pt x="752" y="175"/>
                </a:lnTo>
                <a:lnTo>
                  <a:pt x="752" y="174"/>
                </a:lnTo>
                <a:lnTo>
                  <a:pt x="753" y="172"/>
                </a:lnTo>
                <a:lnTo>
                  <a:pt x="754" y="171"/>
                </a:lnTo>
                <a:lnTo>
                  <a:pt x="754" y="170"/>
                </a:lnTo>
                <a:lnTo>
                  <a:pt x="755" y="170"/>
                </a:lnTo>
                <a:lnTo>
                  <a:pt x="755" y="169"/>
                </a:lnTo>
                <a:lnTo>
                  <a:pt x="756" y="169"/>
                </a:lnTo>
                <a:lnTo>
                  <a:pt x="756" y="168"/>
                </a:lnTo>
                <a:lnTo>
                  <a:pt x="757" y="167"/>
                </a:lnTo>
                <a:lnTo>
                  <a:pt x="757" y="166"/>
                </a:lnTo>
                <a:lnTo>
                  <a:pt x="757" y="167"/>
                </a:lnTo>
                <a:lnTo>
                  <a:pt x="756" y="167"/>
                </a:lnTo>
                <a:lnTo>
                  <a:pt x="756" y="168"/>
                </a:lnTo>
                <a:lnTo>
                  <a:pt x="755" y="169"/>
                </a:lnTo>
                <a:lnTo>
                  <a:pt x="754" y="169"/>
                </a:lnTo>
                <a:lnTo>
                  <a:pt x="752" y="171"/>
                </a:lnTo>
                <a:lnTo>
                  <a:pt x="751" y="171"/>
                </a:lnTo>
                <a:lnTo>
                  <a:pt x="751" y="170"/>
                </a:lnTo>
                <a:lnTo>
                  <a:pt x="752" y="170"/>
                </a:lnTo>
                <a:lnTo>
                  <a:pt x="752" y="169"/>
                </a:lnTo>
                <a:lnTo>
                  <a:pt x="752" y="168"/>
                </a:lnTo>
                <a:lnTo>
                  <a:pt x="751" y="168"/>
                </a:lnTo>
                <a:lnTo>
                  <a:pt x="750" y="167"/>
                </a:lnTo>
                <a:lnTo>
                  <a:pt x="749" y="168"/>
                </a:lnTo>
                <a:lnTo>
                  <a:pt x="749" y="169"/>
                </a:lnTo>
                <a:lnTo>
                  <a:pt x="749" y="170"/>
                </a:lnTo>
                <a:lnTo>
                  <a:pt x="749" y="171"/>
                </a:lnTo>
                <a:lnTo>
                  <a:pt x="749" y="172"/>
                </a:lnTo>
                <a:lnTo>
                  <a:pt x="749" y="171"/>
                </a:lnTo>
                <a:lnTo>
                  <a:pt x="750" y="171"/>
                </a:lnTo>
                <a:lnTo>
                  <a:pt x="751" y="172"/>
                </a:lnTo>
                <a:lnTo>
                  <a:pt x="751" y="173"/>
                </a:lnTo>
                <a:lnTo>
                  <a:pt x="750" y="173"/>
                </a:lnTo>
                <a:lnTo>
                  <a:pt x="750" y="174"/>
                </a:lnTo>
                <a:lnTo>
                  <a:pt x="749" y="174"/>
                </a:lnTo>
                <a:lnTo>
                  <a:pt x="749" y="175"/>
                </a:lnTo>
                <a:lnTo>
                  <a:pt x="748" y="175"/>
                </a:lnTo>
                <a:lnTo>
                  <a:pt x="748" y="174"/>
                </a:lnTo>
                <a:lnTo>
                  <a:pt x="747" y="174"/>
                </a:lnTo>
                <a:lnTo>
                  <a:pt x="747" y="173"/>
                </a:lnTo>
                <a:lnTo>
                  <a:pt x="746" y="173"/>
                </a:lnTo>
                <a:lnTo>
                  <a:pt x="746" y="172"/>
                </a:lnTo>
                <a:lnTo>
                  <a:pt x="746" y="171"/>
                </a:lnTo>
                <a:lnTo>
                  <a:pt x="747" y="171"/>
                </a:lnTo>
                <a:lnTo>
                  <a:pt x="747" y="170"/>
                </a:lnTo>
                <a:lnTo>
                  <a:pt x="746" y="170"/>
                </a:lnTo>
                <a:lnTo>
                  <a:pt x="745" y="169"/>
                </a:lnTo>
                <a:lnTo>
                  <a:pt x="744" y="167"/>
                </a:lnTo>
                <a:lnTo>
                  <a:pt x="743" y="167"/>
                </a:lnTo>
                <a:lnTo>
                  <a:pt x="742" y="166"/>
                </a:lnTo>
                <a:lnTo>
                  <a:pt x="742" y="165"/>
                </a:lnTo>
                <a:lnTo>
                  <a:pt x="741" y="165"/>
                </a:lnTo>
                <a:lnTo>
                  <a:pt x="740" y="165"/>
                </a:lnTo>
                <a:lnTo>
                  <a:pt x="739" y="165"/>
                </a:lnTo>
                <a:lnTo>
                  <a:pt x="740" y="165"/>
                </a:lnTo>
                <a:lnTo>
                  <a:pt x="740" y="166"/>
                </a:lnTo>
                <a:lnTo>
                  <a:pt x="740" y="167"/>
                </a:lnTo>
                <a:lnTo>
                  <a:pt x="741" y="167"/>
                </a:lnTo>
                <a:lnTo>
                  <a:pt x="741" y="166"/>
                </a:lnTo>
                <a:lnTo>
                  <a:pt x="742" y="167"/>
                </a:lnTo>
                <a:lnTo>
                  <a:pt x="742" y="168"/>
                </a:lnTo>
                <a:lnTo>
                  <a:pt x="742" y="169"/>
                </a:lnTo>
                <a:lnTo>
                  <a:pt x="743" y="169"/>
                </a:lnTo>
                <a:lnTo>
                  <a:pt x="744" y="169"/>
                </a:lnTo>
                <a:lnTo>
                  <a:pt x="744" y="170"/>
                </a:lnTo>
                <a:lnTo>
                  <a:pt x="745" y="170"/>
                </a:lnTo>
                <a:lnTo>
                  <a:pt x="744" y="171"/>
                </a:lnTo>
                <a:lnTo>
                  <a:pt x="745" y="173"/>
                </a:lnTo>
                <a:lnTo>
                  <a:pt x="745" y="174"/>
                </a:lnTo>
                <a:lnTo>
                  <a:pt x="744" y="174"/>
                </a:lnTo>
                <a:lnTo>
                  <a:pt x="743" y="174"/>
                </a:lnTo>
                <a:lnTo>
                  <a:pt x="743" y="176"/>
                </a:lnTo>
                <a:lnTo>
                  <a:pt x="742" y="176"/>
                </a:lnTo>
                <a:lnTo>
                  <a:pt x="741" y="177"/>
                </a:lnTo>
                <a:lnTo>
                  <a:pt x="740" y="177"/>
                </a:lnTo>
                <a:lnTo>
                  <a:pt x="740" y="176"/>
                </a:lnTo>
                <a:lnTo>
                  <a:pt x="740" y="175"/>
                </a:lnTo>
                <a:lnTo>
                  <a:pt x="741" y="175"/>
                </a:lnTo>
                <a:lnTo>
                  <a:pt x="740" y="175"/>
                </a:lnTo>
                <a:lnTo>
                  <a:pt x="740" y="174"/>
                </a:lnTo>
                <a:lnTo>
                  <a:pt x="739" y="175"/>
                </a:lnTo>
                <a:lnTo>
                  <a:pt x="738" y="174"/>
                </a:lnTo>
                <a:lnTo>
                  <a:pt x="737" y="173"/>
                </a:lnTo>
                <a:lnTo>
                  <a:pt x="737" y="172"/>
                </a:lnTo>
                <a:lnTo>
                  <a:pt x="737" y="171"/>
                </a:lnTo>
                <a:lnTo>
                  <a:pt x="736" y="170"/>
                </a:lnTo>
                <a:lnTo>
                  <a:pt x="735" y="169"/>
                </a:lnTo>
                <a:lnTo>
                  <a:pt x="735" y="170"/>
                </a:lnTo>
                <a:lnTo>
                  <a:pt x="736" y="170"/>
                </a:lnTo>
                <a:lnTo>
                  <a:pt x="736" y="171"/>
                </a:lnTo>
                <a:lnTo>
                  <a:pt x="736" y="172"/>
                </a:lnTo>
                <a:lnTo>
                  <a:pt x="735" y="172"/>
                </a:lnTo>
                <a:lnTo>
                  <a:pt x="733" y="173"/>
                </a:lnTo>
                <a:lnTo>
                  <a:pt x="732" y="174"/>
                </a:lnTo>
                <a:lnTo>
                  <a:pt x="733" y="175"/>
                </a:lnTo>
                <a:lnTo>
                  <a:pt x="734" y="176"/>
                </a:lnTo>
                <a:lnTo>
                  <a:pt x="735" y="176"/>
                </a:lnTo>
                <a:lnTo>
                  <a:pt x="736" y="178"/>
                </a:lnTo>
                <a:lnTo>
                  <a:pt x="735" y="179"/>
                </a:lnTo>
                <a:lnTo>
                  <a:pt x="734" y="179"/>
                </a:lnTo>
                <a:lnTo>
                  <a:pt x="734" y="180"/>
                </a:lnTo>
                <a:lnTo>
                  <a:pt x="734" y="181"/>
                </a:lnTo>
                <a:lnTo>
                  <a:pt x="734" y="183"/>
                </a:lnTo>
                <a:lnTo>
                  <a:pt x="734" y="184"/>
                </a:lnTo>
                <a:lnTo>
                  <a:pt x="733" y="184"/>
                </a:lnTo>
                <a:lnTo>
                  <a:pt x="734" y="185"/>
                </a:lnTo>
                <a:lnTo>
                  <a:pt x="734" y="186"/>
                </a:lnTo>
                <a:lnTo>
                  <a:pt x="733" y="186"/>
                </a:lnTo>
                <a:lnTo>
                  <a:pt x="733" y="187"/>
                </a:lnTo>
                <a:lnTo>
                  <a:pt x="734" y="187"/>
                </a:lnTo>
                <a:lnTo>
                  <a:pt x="735" y="187"/>
                </a:lnTo>
                <a:lnTo>
                  <a:pt x="735" y="186"/>
                </a:lnTo>
                <a:lnTo>
                  <a:pt x="736" y="187"/>
                </a:lnTo>
                <a:lnTo>
                  <a:pt x="736" y="188"/>
                </a:lnTo>
                <a:lnTo>
                  <a:pt x="736" y="189"/>
                </a:lnTo>
                <a:lnTo>
                  <a:pt x="737" y="188"/>
                </a:lnTo>
                <a:lnTo>
                  <a:pt x="737" y="187"/>
                </a:lnTo>
                <a:lnTo>
                  <a:pt x="737" y="183"/>
                </a:lnTo>
                <a:lnTo>
                  <a:pt x="737" y="182"/>
                </a:lnTo>
                <a:lnTo>
                  <a:pt x="737" y="180"/>
                </a:lnTo>
                <a:lnTo>
                  <a:pt x="738" y="179"/>
                </a:lnTo>
                <a:lnTo>
                  <a:pt x="740" y="178"/>
                </a:lnTo>
                <a:lnTo>
                  <a:pt x="740" y="177"/>
                </a:lnTo>
                <a:lnTo>
                  <a:pt x="740" y="178"/>
                </a:lnTo>
                <a:lnTo>
                  <a:pt x="741" y="179"/>
                </a:lnTo>
                <a:lnTo>
                  <a:pt x="743" y="178"/>
                </a:lnTo>
                <a:lnTo>
                  <a:pt x="745" y="177"/>
                </a:lnTo>
                <a:lnTo>
                  <a:pt x="745" y="176"/>
                </a:lnTo>
                <a:lnTo>
                  <a:pt x="747" y="176"/>
                </a:lnTo>
                <a:lnTo>
                  <a:pt x="748" y="176"/>
                </a:lnTo>
                <a:lnTo>
                  <a:pt x="749" y="177"/>
                </a:lnTo>
                <a:lnTo>
                  <a:pt x="749" y="178"/>
                </a:lnTo>
                <a:lnTo>
                  <a:pt x="750" y="179"/>
                </a:lnTo>
                <a:lnTo>
                  <a:pt x="751" y="180"/>
                </a:lnTo>
                <a:lnTo>
                  <a:pt x="752" y="180"/>
                </a:lnTo>
                <a:lnTo>
                  <a:pt x="753" y="180"/>
                </a:lnTo>
                <a:lnTo>
                  <a:pt x="754" y="180"/>
                </a:lnTo>
                <a:lnTo>
                  <a:pt x="754" y="181"/>
                </a:lnTo>
                <a:lnTo>
                  <a:pt x="753" y="181"/>
                </a:lnTo>
                <a:lnTo>
                  <a:pt x="755" y="183"/>
                </a:lnTo>
                <a:lnTo>
                  <a:pt x="757" y="184"/>
                </a:lnTo>
                <a:lnTo>
                  <a:pt x="758" y="183"/>
                </a:lnTo>
                <a:lnTo>
                  <a:pt x="758" y="182"/>
                </a:lnTo>
                <a:lnTo>
                  <a:pt x="758" y="181"/>
                </a:lnTo>
                <a:lnTo>
                  <a:pt x="758" y="180"/>
                </a:lnTo>
                <a:lnTo>
                  <a:pt x="759" y="180"/>
                </a:lnTo>
                <a:lnTo>
                  <a:pt x="760" y="179"/>
                </a:lnTo>
                <a:lnTo>
                  <a:pt x="761" y="179"/>
                </a:lnTo>
                <a:lnTo>
                  <a:pt x="762" y="179"/>
                </a:lnTo>
                <a:lnTo>
                  <a:pt x="763" y="179"/>
                </a:lnTo>
                <a:lnTo>
                  <a:pt x="763" y="178"/>
                </a:lnTo>
                <a:lnTo>
                  <a:pt x="763" y="177"/>
                </a:lnTo>
                <a:lnTo>
                  <a:pt x="764" y="176"/>
                </a:lnTo>
                <a:lnTo>
                  <a:pt x="765" y="176"/>
                </a:lnTo>
                <a:lnTo>
                  <a:pt x="765" y="177"/>
                </a:lnTo>
                <a:lnTo>
                  <a:pt x="766" y="177"/>
                </a:lnTo>
                <a:lnTo>
                  <a:pt x="766" y="178"/>
                </a:lnTo>
                <a:lnTo>
                  <a:pt x="767" y="179"/>
                </a:lnTo>
                <a:lnTo>
                  <a:pt x="768" y="179"/>
                </a:lnTo>
                <a:lnTo>
                  <a:pt x="768" y="182"/>
                </a:lnTo>
                <a:lnTo>
                  <a:pt x="769" y="183"/>
                </a:lnTo>
                <a:lnTo>
                  <a:pt x="769" y="185"/>
                </a:lnTo>
                <a:lnTo>
                  <a:pt x="770" y="187"/>
                </a:lnTo>
                <a:lnTo>
                  <a:pt x="771" y="187"/>
                </a:lnTo>
                <a:lnTo>
                  <a:pt x="772" y="187"/>
                </a:lnTo>
                <a:lnTo>
                  <a:pt x="771" y="188"/>
                </a:lnTo>
                <a:lnTo>
                  <a:pt x="771" y="189"/>
                </a:lnTo>
                <a:lnTo>
                  <a:pt x="772" y="189"/>
                </a:lnTo>
                <a:lnTo>
                  <a:pt x="773" y="189"/>
                </a:lnTo>
                <a:lnTo>
                  <a:pt x="773" y="190"/>
                </a:lnTo>
                <a:lnTo>
                  <a:pt x="774" y="190"/>
                </a:lnTo>
                <a:lnTo>
                  <a:pt x="776" y="192"/>
                </a:lnTo>
                <a:lnTo>
                  <a:pt x="776" y="193"/>
                </a:lnTo>
                <a:lnTo>
                  <a:pt x="779" y="193"/>
                </a:lnTo>
                <a:lnTo>
                  <a:pt x="780" y="193"/>
                </a:lnTo>
                <a:lnTo>
                  <a:pt x="780" y="192"/>
                </a:lnTo>
                <a:lnTo>
                  <a:pt x="781" y="191"/>
                </a:lnTo>
                <a:lnTo>
                  <a:pt x="782" y="192"/>
                </a:lnTo>
                <a:lnTo>
                  <a:pt x="781" y="193"/>
                </a:lnTo>
                <a:lnTo>
                  <a:pt x="780" y="195"/>
                </a:lnTo>
                <a:lnTo>
                  <a:pt x="779" y="195"/>
                </a:lnTo>
                <a:lnTo>
                  <a:pt x="778" y="194"/>
                </a:lnTo>
                <a:lnTo>
                  <a:pt x="777" y="194"/>
                </a:lnTo>
                <a:lnTo>
                  <a:pt x="777" y="195"/>
                </a:lnTo>
                <a:lnTo>
                  <a:pt x="776" y="195"/>
                </a:lnTo>
                <a:lnTo>
                  <a:pt x="775" y="196"/>
                </a:lnTo>
                <a:lnTo>
                  <a:pt x="773" y="196"/>
                </a:lnTo>
                <a:lnTo>
                  <a:pt x="772" y="195"/>
                </a:lnTo>
                <a:lnTo>
                  <a:pt x="771" y="195"/>
                </a:lnTo>
                <a:lnTo>
                  <a:pt x="771" y="196"/>
                </a:lnTo>
                <a:lnTo>
                  <a:pt x="773" y="197"/>
                </a:lnTo>
                <a:lnTo>
                  <a:pt x="774" y="197"/>
                </a:lnTo>
                <a:lnTo>
                  <a:pt x="775" y="197"/>
                </a:lnTo>
                <a:lnTo>
                  <a:pt x="777" y="198"/>
                </a:lnTo>
                <a:lnTo>
                  <a:pt x="778" y="198"/>
                </a:lnTo>
                <a:lnTo>
                  <a:pt x="778" y="199"/>
                </a:lnTo>
                <a:lnTo>
                  <a:pt x="777" y="199"/>
                </a:lnTo>
                <a:lnTo>
                  <a:pt x="776" y="199"/>
                </a:lnTo>
                <a:lnTo>
                  <a:pt x="774" y="200"/>
                </a:lnTo>
                <a:lnTo>
                  <a:pt x="773" y="200"/>
                </a:lnTo>
                <a:lnTo>
                  <a:pt x="772" y="200"/>
                </a:lnTo>
                <a:lnTo>
                  <a:pt x="771" y="199"/>
                </a:lnTo>
                <a:lnTo>
                  <a:pt x="771" y="200"/>
                </a:lnTo>
                <a:lnTo>
                  <a:pt x="770" y="201"/>
                </a:lnTo>
                <a:lnTo>
                  <a:pt x="770" y="202"/>
                </a:lnTo>
                <a:lnTo>
                  <a:pt x="772" y="202"/>
                </a:lnTo>
                <a:lnTo>
                  <a:pt x="771" y="203"/>
                </a:lnTo>
                <a:lnTo>
                  <a:pt x="771" y="204"/>
                </a:lnTo>
                <a:lnTo>
                  <a:pt x="771" y="205"/>
                </a:lnTo>
                <a:lnTo>
                  <a:pt x="772" y="206"/>
                </a:lnTo>
                <a:lnTo>
                  <a:pt x="773" y="205"/>
                </a:lnTo>
                <a:lnTo>
                  <a:pt x="774" y="205"/>
                </a:lnTo>
                <a:lnTo>
                  <a:pt x="775" y="205"/>
                </a:lnTo>
                <a:lnTo>
                  <a:pt x="775" y="204"/>
                </a:lnTo>
                <a:lnTo>
                  <a:pt x="776" y="204"/>
                </a:lnTo>
                <a:lnTo>
                  <a:pt x="774" y="206"/>
                </a:lnTo>
                <a:lnTo>
                  <a:pt x="774" y="207"/>
                </a:lnTo>
                <a:lnTo>
                  <a:pt x="773" y="207"/>
                </a:lnTo>
                <a:lnTo>
                  <a:pt x="773" y="206"/>
                </a:lnTo>
                <a:lnTo>
                  <a:pt x="772" y="206"/>
                </a:lnTo>
                <a:lnTo>
                  <a:pt x="770" y="206"/>
                </a:lnTo>
                <a:lnTo>
                  <a:pt x="769" y="206"/>
                </a:lnTo>
                <a:lnTo>
                  <a:pt x="768" y="206"/>
                </a:lnTo>
                <a:lnTo>
                  <a:pt x="767" y="206"/>
                </a:lnTo>
                <a:lnTo>
                  <a:pt x="763" y="206"/>
                </a:lnTo>
                <a:lnTo>
                  <a:pt x="762" y="205"/>
                </a:lnTo>
                <a:lnTo>
                  <a:pt x="761" y="205"/>
                </a:lnTo>
                <a:lnTo>
                  <a:pt x="760" y="205"/>
                </a:lnTo>
                <a:lnTo>
                  <a:pt x="759" y="207"/>
                </a:lnTo>
                <a:lnTo>
                  <a:pt x="758" y="207"/>
                </a:lnTo>
                <a:lnTo>
                  <a:pt x="757" y="207"/>
                </a:lnTo>
                <a:lnTo>
                  <a:pt x="757" y="206"/>
                </a:lnTo>
                <a:lnTo>
                  <a:pt x="755" y="205"/>
                </a:lnTo>
                <a:lnTo>
                  <a:pt x="755" y="206"/>
                </a:lnTo>
                <a:lnTo>
                  <a:pt x="754" y="206"/>
                </a:lnTo>
                <a:lnTo>
                  <a:pt x="753" y="206"/>
                </a:lnTo>
                <a:lnTo>
                  <a:pt x="752" y="205"/>
                </a:lnTo>
                <a:lnTo>
                  <a:pt x="753" y="205"/>
                </a:lnTo>
                <a:lnTo>
                  <a:pt x="753" y="204"/>
                </a:lnTo>
                <a:lnTo>
                  <a:pt x="751" y="204"/>
                </a:lnTo>
                <a:lnTo>
                  <a:pt x="750" y="205"/>
                </a:lnTo>
                <a:lnTo>
                  <a:pt x="750" y="206"/>
                </a:lnTo>
                <a:lnTo>
                  <a:pt x="750" y="207"/>
                </a:lnTo>
                <a:lnTo>
                  <a:pt x="751" y="208"/>
                </a:lnTo>
                <a:lnTo>
                  <a:pt x="751" y="209"/>
                </a:lnTo>
                <a:lnTo>
                  <a:pt x="752" y="209"/>
                </a:lnTo>
                <a:lnTo>
                  <a:pt x="752" y="208"/>
                </a:lnTo>
                <a:lnTo>
                  <a:pt x="753" y="208"/>
                </a:lnTo>
                <a:lnTo>
                  <a:pt x="754" y="208"/>
                </a:lnTo>
                <a:lnTo>
                  <a:pt x="755" y="209"/>
                </a:lnTo>
                <a:lnTo>
                  <a:pt x="756" y="210"/>
                </a:lnTo>
                <a:lnTo>
                  <a:pt x="756" y="212"/>
                </a:lnTo>
                <a:lnTo>
                  <a:pt x="755" y="212"/>
                </a:lnTo>
                <a:lnTo>
                  <a:pt x="755" y="213"/>
                </a:lnTo>
                <a:lnTo>
                  <a:pt x="756" y="214"/>
                </a:lnTo>
                <a:lnTo>
                  <a:pt x="756" y="215"/>
                </a:lnTo>
                <a:lnTo>
                  <a:pt x="756" y="216"/>
                </a:lnTo>
                <a:lnTo>
                  <a:pt x="757" y="216"/>
                </a:lnTo>
                <a:lnTo>
                  <a:pt x="758" y="216"/>
                </a:lnTo>
                <a:lnTo>
                  <a:pt x="758" y="217"/>
                </a:lnTo>
                <a:lnTo>
                  <a:pt x="759" y="217"/>
                </a:lnTo>
                <a:lnTo>
                  <a:pt x="759" y="218"/>
                </a:lnTo>
                <a:lnTo>
                  <a:pt x="758" y="218"/>
                </a:lnTo>
                <a:lnTo>
                  <a:pt x="757" y="219"/>
                </a:lnTo>
                <a:lnTo>
                  <a:pt x="756" y="219"/>
                </a:lnTo>
                <a:lnTo>
                  <a:pt x="755" y="218"/>
                </a:lnTo>
                <a:lnTo>
                  <a:pt x="755" y="217"/>
                </a:lnTo>
                <a:lnTo>
                  <a:pt x="754" y="216"/>
                </a:lnTo>
                <a:lnTo>
                  <a:pt x="752" y="214"/>
                </a:lnTo>
                <a:lnTo>
                  <a:pt x="752" y="216"/>
                </a:lnTo>
                <a:lnTo>
                  <a:pt x="752" y="217"/>
                </a:lnTo>
                <a:lnTo>
                  <a:pt x="752" y="216"/>
                </a:lnTo>
                <a:lnTo>
                  <a:pt x="752" y="217"/>
                </a:lnTo>
                <a:lnTo>
                  <a:pt x="751" y="217"/>
                </a:lnTo>
                <a:lnTo>
                  <a:pt x="751" y="218"/>
                </a:lnTo>
                <a:lnTo>
                  <a:pt x="752" y="219"/>
                </a:lnTo>
                <a:lnTo>
                  <a:pt x="753" y="219"/>
                </a:lnTo>
                <a:lnTo>
                  <a:pt x="752" y="219"/>
                </a:lnTo>
                <a:lnTo>
                  <a:pt x="751" y="219"/>
                </a:lnTo>
                <a:lnTo>
                  <a:pt x="750" y="219"/>
                </a:lnTo>
                <a:lnTo>
                  <a:pt x="751" y="220"/>
                </a:lnTo>
                <a:lnTo>
                  <a:pt x="750" y="221"/>
                </a:lnTo>
                <a:lnTo>
                  <a:pt x="750" y="222"/>
                </a:lnTo>
                <a:lnTo>
                  <a:pt x="751" y="222"/>
                </a:lnTo>
                <a:lnTo>
                  <a:pt x="752" y="221"/>
                </a:lnTo>
                <a:lnTo>
                  <a:pt x="752" y="222"/>
                </a:lnTo>
                <a:lnTo>
                  <a:pt x="753" y="222"/>
                </a:lnTo>
                <a:lnTo>
                  <a:pt x="753" y="221"/>
                </a:lnTo>
                <a:lnTo>
                  <a:pt x="754" y="221"/>
                </a:lnTo>
                <a:lnTo>
                  <a:pt x="754" y="222"/>
                </a:lnTo>
                <a:lnTo>
                  <a:pt x="755" y="224"/>
                </a:lnTo>
                <a:lnTo>
                  <a:pt x="755" y="225"/>
                </a:lnTo>
                <a:lnTo>
                  <a:pt x="755" y="226"/>
                </a:lnTo>
                <a:lnTo>
                  <a:pt x="755" y="227"/>
                </a:lnTo>
                <a:lnTo>
                  <a:pt x="756" y="227"/>
                </a:lnTo>
                <a:lnTo>
                  <a:pt x="756" y="228"/>
                </a:lnTo>
                <a:lnTo>
                  <a:pt x="755" y="229"/>
                </a:lnTo>
                <a:lnTo>
                  <a:pt x="754" y="229"/>
                </a:lnTo>
                <a:lnTo>
                  <a:pt x="754" y="230"/>
                </a:lnTo>
                <a:lnTo>
                  <a:pt x="753" y="230"/>
                </a:lnTo>
                <a:lnTo>
                  <a:pt x="752" y="230"/>
                </a:lnTo>
                <a:lnTo>
                  <a:pt x="753" y="231"/>
                </a:lnTo>
                <a:lnTo>
                  <a:pt x="752" y="231"/>
                </a:lnTo>
                <a:lnTo>
                  <a:pt x="751" y="232"/>
                </a:lnTo>
                <a:lnTo>
                  <a:pt x="750" y="232"/>
                </a:lnTo>
                <a:lnTo>
                  <a:pt x="749" y="232"/>
                </a:lnTo>
                <a:lnTo>
                  <a:pt x="749" y="233"/>
                </a:lnTo>
                <a:lnTo>
                  <a:pt x="748" y="233"/>
                </a:lnTo>
                <a:lnTo>
                  <a:pt x="747" y="233"/>
                </a:lnTo>
                <a:lnTo>
                  <a:pt x="747" y="234"/>
                </a:lnTo>
                <a:lnTo>
                  <a:pt x="746" y="233"/>
                </a:lnTo>
                <a:lnTo>
                  <a:pt x="745" y="233"/>
                </a:lnTo>
                <a:lnTo>
                  <a:pt x="744" y="233"/>
                </a:lnTo>
                <a:lnTo>
                  <a:pt x="744" y="234"/>
                </a:lnTo>
                <a:lnTo>
                  <a:pt x="743" y="234"/>
                </a:lnTo>
                <a:lnTo>
                  <a:pt x="742" y="234"/>
                </a:lnTo>
                <a:lnTo>
                  <a:pt x="741" y="234"/>
                </a:lnTo>
                <a:lnTo>
                  <a:pt x="742" y="234"/>
                </a:lnTo>
                <a:lnTo>
                  <a:pt x="742" y="235"/>
                </a:lnTo>
                <a:lnTo>
                  <a:pt x="743" y="235"/>
                </a:lnTo>
                <a:lnTo>
                  <a:pt x="743" y="234"/>
                </a:lnTo>
                <a:lnTo>
                  <a:pt x="744" y="234"/>
                </a:lnTo>
                <a:lnTo>
                  <a:pt x="744" y="235"/>
                </a:lnTo>
                <a:lnTo>
                  <a:pt x="743" y="235"/>
                </a:lnTo>
                <a:lnTo>
                  <a:pt x="742" y="236"/>
                </a:lnTo>
                <a:lnTo>
                  <a:pt x="743" y="237"/>
                </a:lnTo>
                <a:lnTo>
                  <a:pt x="742" y="238"/>
                </a:lnTo>
                <a:lnTo>
                  <a:pt x="744" y="238"/>
                </a:lnTo>
                <a:lnTo>
                  <a:pt x="746" y="237"/>
                </a:lnTo>
                <a:lnTo>
                  <a:pt x="747" y="236"/>
                </a:lnTo>
                <a:lnTo>
                  <a:pt x="748" y="235"/>
                </a:lnTo>
                <a:lnTo>
                  <a:pt x="750" y="234"/>
                </a:lnTo>
                <a:lnTo>
                  <a:pt x="751" y="235"/>
                </a:lnTo>
                <a:lnTo>
                  <a:pt x="752" y="235"/>
                </a:lnTo>
                <a:lnTo>
                  <a:pt x="752" y="236"/>
                </a:lnTo>
                <a:lnTo>
                  <a:pt x="751" y="237"/>
                </a:lnTo>
                <a:lnTo>
                  <a:pt x="751" y="238"/>
                </a:lnTo>
                <a:lnTo>
                  <a:pt x="752" y="239"/>
                </a:lnTo>
                <a:lnTo>
                  <a:pt x="752" y="240"/>
                </a:lnTo>
                <a:lnTo>
                  <a:pt x="753" y="240"/>
                </a:lnTo>
                <a:lnTo>
                  <a:pt x="752" y="243"/>
                </a:lnTo>
                <a:lnTo>
                  <a:pt x="751" y="244"/>
                </a:lnTo>
                <a:lnTo>
                  <a:pt x="751" y="245"/>
                </a:lnTo>
                <a:lnTo>
                  <a:pt x="751" y="246"/>
                </a:lnTo>
                <a:lnTo>
                  <a:pt x="750" y="246"/>
                </a:lnTo>
                <a:lnTo>
                  <a:pt x="750" y="245"/>
                </a:lnTo>
                <a:lnTo>
                  <a:pt x="749" y="245"/>
                </a:lnTo>
                <a:lnTo>
                  <a:pt x="749" y="244"/>
                </a:lnTo>
                <a:lnTo>
                  <a:pt x="748" y="245"/>
                </a:lnTo>
                <a:lnTo>
                  <a:pt x="747" y="245"/>
                </a:lnTo>
                <a:lnTo>
                  <a:pt x="746" y="245"/>
                </a:lnTo>
                <a:lnTo>
                  <a:pt x="745" y="245"/>
                </a:lnTo>
                <a:lnTo>
                  <a:pt x="744" y="246"/>
                </a:lnTo>
                <a:lnTo>
                  <a:pt x="743" y="245"/>
                </a:lnTo>
                <a:lnTo>
                  <a:pt x="742" y="244"/>
                </a:lnTo>
                <a:lnTo>
                  <a:pt x="741" y="244"/>
                </a:lnTo>
                <a:lnTo>
                  <a:pt x="740" y="244"/>
                </a:lnTo>
                <a:lnTo>
                  <a:pt x="739" y="244"/>
                </a:lnTo>
                <a:lnTo>
                  <a:pt x="737" y="246"/>
                </a:lnTo>
                <a:lnTo>
                  <a:pt x="736" y="246"/>
                </a:lnTo>
                <a:lnTo>
                  <a:pt x="734" y="246"/>
                </a:lnTo>
                <a:lnTo>
                  <a:pt x="733" y="247"/>
                </a:lnTo>
                <a:lnTo>
                  <a:pt x="733" y="248"/>
                </a:lnTo>
                <a:lnTo>
                  <a:pt x="733" y="247"/>
                </a:lnTo>
                <a:lnTo>
                  <a:pt x="733" y="246"/>
                </a:lnTo>
                <a:lnTo>
                  <a:pt x="732" y="246"/>
                </a:lnTo>
                <a:lnTo>
                  <a:pt x="731" y="246"/>
                </a:lnTo>
                <a:lnTo>
                  <a:pt x="730" y="245"/>
                </a:lnTo>
                <a:lnTo>
                  <a:pt x="729" y="246"/>
                </a:lnTo>
                <a:lnTo>
                  <a:pt x="729" y="247"/>
                </a:lnTo>
                <a:lnTo>
                  <a:pt x="730" y="248"/>
                </a:lnTo>
                <a:lnTo>
                  <a:pt x="729" y="249"/>
                </a:lnTo>
                <a:lnTo>
                  <a:pt x="730" y="250"/>
                </a:lnTo>
                <a:lnTo>
                  <a:pt x="731" y="251"/>
                </a:lnTo>
                <a:lnTo>
                  <a:pt x="731" y="252"/>
                </a:lnTo>
                <a:lnTo>
                  <a:pt x="731" y="253"/>
                </a:lnTo>
                <a:lnTo>
                  <a:pt x="731" y="254"/>
                </a:lnTo>
                <a:lnTo>
                  <a:pt x="730" y="256"/>
                </a:lnTo>
                <a:lnTo>
                  <a:pt x="729" y="257"/>
                </a:lnTo>
                <a:lnTo>
                  <a:pt x="728" y="257"/>
                </a:lnTo>
                <a:lnTo>
                  <a:pt x="727" y="257"/>
                </a:lnTo>
                <a:lnTo>
                  <a:pt x="727" y="256"/>
                </a:lnTo>
                <a:lnTo>
                  <a:pt x="726" y="256"/>
                </a:lnTo>
                <a:lnTo>
                  <a:pt x="726" y="257"/>
                </a:lnTo>
                <a:lnTo>
                  <a:pt x="725" y="257"/>
                </a:lnTo>
                <a:lnTo>
                  <a:pt x="725" y="255"/>
                </a:lnTo>
                <a:lnTo>
                  <a:pt x="725" y="254"/>
                </a:lnTo>
                <a:lnTo>
                  <a:pt x="724" y="254"/>
                </a:lnTo>
                <a:lnTo>
                  <a:pt x="722" y="255"/>
                </a:lnTo>
                <a:lnTo>
                  <a:pt x="720" y="254"/>
                </a:lnTo>
                <a:lnTo>
                  <a:pt x="720" y="255"/>
                </a:lnTo>
                <a:lnTo>
                  <a:pt x="719" y="256"/>
                </a:lnTo>
                <a:lnTo>
                  <a:pt x="720" y="257"/>
                </a:lnTo>
                <a:lnTo>
                  <a:pt x="721" y="257"/>
                </a:lnTo>
                <a:lnTo>
                  <a:pt x="722" y="257"/>
                </a:lnTo>
                <a:lnTo>
                  <a:pt x="723" y="257"/>
                </a:lnTo>
                <a:lnTo>
                  <a:pt x="723" y="258"/>
                </a:lnTo>
                <a:lnTo>
                  <a:pt x="723" y="259"/>
                </a:lnTo>
                <a:lnTo>
                  <a:pt x="722" y="259"/>
                </a:lnTo>
                <a:lnTo>
                  <a:pt x="725" y="269"/>
                </a:lnTo>
                <a:lnTo>
                  <a:pt x="726" y="269"/>
                </a:lnTo>
                <a:lnTo>
                  <a:pt x="727" y="269"/>
                </a:lnTo>
                <a:lnTo>
                  <a:pt x="729" y="269"/>
                </a:lnTo>
                <a:lnTo>
                  <a:pt x="729" y="270"/>
                </a:lnTo>
                <a:lnTo>
                  <a:pt x="728" y="270"/>
                </a:lnTo>
                <a:lnTo>
                  <a:pt x="729" y="270"/>
                </a:lnTo>
                <a:lnTo>
                  <a:pt x="729" y="271"/>
                </a:lnTo>
                <a:lnTo>
                  <a:pt x="729" y="272"/>
                </a:lnTo>
                <a:lnTo>
                  <a:pt x="730" y="273"/>
                </a:lnTo>
                <a:lnTo>
                  <a:pt x="731" y="274"/>
                </a:lnTo>
                <a:lnTo>
                  <a:pt x="732" y="274"/>
                </a:lnTo>
                <a:lnTo>
                  <a:pt x="732" y="273"/>
                </a:lnTo>
                <a:lnTo>
                  <a:pt x="733" y="273"/>
                </a:lnTo>
                <a:lnTo>
                  <a:pt x="734" y="272"/>
                </a:lnTo>
                <a:lnTo>
                  <a:pt x="735" y="272"/>
                </a:lnTo>
                <a:lnTo>
                  <a:pt x="734" y="273"/>
                </a:lnTo>
                <a:lnTo>
                  <a:pt x="735" y="274"/>
                </a:lnTo>
                <a:lnTo>
                  <a:pt x="735" y="273"/>
                </a:lnTo>
                <a:lnTo>
                  <a:pt x="736" y="273"/>
                </a:lnTo>
                <a:lnTo>
                  <a:pt x="737" y="272"/>
                </a:lnTo>
                <a:lnTo>
                  <a:pt x="738" y="272"/>
                </a:lnTo>
                <a:lnTo>
                  <a:pt x="738" y="273"/>
                </a:lnTo>
                <a:lnTo>
                  <a:pt x="737" y="273"/>
                </a:lnTo>
                <a:lnTo>
                  <a:pt x="736" y="275"/>
                </a:lnTo>
                <a:lnTo>
                  <a:pt x="735" y="275"/>
                </a:lnTo>
                <a:lnTo>
                  <a:pt x="734" y="276"/>
                </a:lnTo>
                <a:lnTo>
                  <a:pt x="734" y="277"/>
                </a:lnTo>
                <a:lnTo>
                  <a:pt x="734" y="279"/>
                </a:lnTo>
                <a:lnTo>
                  <a:pt x="733" y="279"/>
                </a:lnTo>
                <a:lnTo>
                  <a:pt x="733" y="280"/>
                </a:lnTo>
                <a:lnTo>
                  <a:pt x="732" y="280"/>
                </a:lnTo>
                <a:lnTo>
                  <a:pt x="732" y="281"/>
                </a:lnTo>
                <a:lnTo>
                  <a:pt x="732" y="282"/>
                </a:lnTo>
                <a:lnTo>
                  <a:pt x="732" y="283"/>
                </a:lnTo>
                <a:lnTo>
                  <a:pt x="733" y="283"/>
                </a:lnTo>
                <a:lnTo>
                  <a:pt x="734" y="283"/>
                </a:lnTo>
                <a:lnTo>
                  <a:pt x="734" y="284"/>
                </a:lnTo>
                <a:lnTo>
                  <a:pt x="734" y="285"/>
                </a:lnTo>
                <a:lnTo>
                  <a:pt x="735" y="285"/>
                </a:lnTo>
                <a:lnTo>
                  <a:pt x="735" y="286"/>
                </a:lnTo>
                <a:lnTo>
                  <a:pt x="736" y="286"/>
                </a:lnTo>
                <a:lnTo>
                  <a:pt x="736" y="285"/>
                </a:lnTo>
                <a:lnTo>
                  <a:pt x="738" y="284"/>
                </a:lnTo>
                <a:lnTo>
                  <a:pt x="739" y="284"/>
                </a:lnTo>
                <a:lnTo>
                  <a:pt x="741" y="283"/>
                </a:lnTo>
                <a:lnTo>
                  <a:pt x="741" y="284"/>
                </a:lnTo>
                <a:lnTo>
                  <a:pt x="740" y="285"/>
                </a:lnTo>
                <a:lnTo>
                  <a:pt x="739" y="285"/>
                </a:lnTo>
                <a:lnTo>
                  <a:pt x="739" y="286"/>
                </a:lnTo>
                <a:lnTo>
                  <a:pt x="740" y="286"/>
                </a:lnTo>
                <a:lnTo>
                  <a:pt x="741" y="286"/>
                </a:lnTo>
                <a:lnTo>
                  <a:pt x="742" y="285"/>
                </a:lnTo>
                <a:lnTo>
                  <a:pt x="743" y="285"/>
                </a:lnTo>
                <a:lnTo>
                  <a:pt x="744" y="286"/>
                </a:lnTo>
                <a:lnTo>
                  <a:pt x="743" y="287"/>
                </a:lnTo>
                <a:lnTo>
                  <a:pt x="741" y="289"/>
                </a:lnTo>
                <a:lnTo>
                  <a:pt x="740" y="289"/>
                </a:lnTo>
                <a:lnTo>
                  <a:pt x="739" y="289"/>
                </a:lnTo>
                <a:lnTo>
                  <a:pt x="739" y="290"/>
                </a:lnTo>
                <a:lnTo>
                  <a:pt x="738" y="290"/>
                </a:lnTo>
                <a:lnTo>
                  <a:pt x="737" y="290"/>
                </a:lnTo>
                <a:lnTo>
                  <a:pt x="737" y="291"/>
                </a:lnTo>
                <a:lnTo>
                  <a:pt x="736" y="293"/>
                </a:lnTo>
                <a:lnTo>
                  <a:pt x="735" y="293"/>
                </a:lnTo>
                <a:lnTo>
                  <a:pt x="735" y="294"/>
                </a:lnTo>
                <a:lnTo>
                  <a:pt x="735" y="295"/>
                </a:lnTo>
                <a:lnTo>
                  <a:pt x="736" y="295"/>
                </a:lnTo>
                <a:lnTo>
                  <a:pt x="736" y="296"/>
                </a:lnTo>
                <a:lnTo>
                  <a:pt x="737" y="297"/>
                </a:lnTo>
                <a:lnTo>
                  <a:pt x="736" y="297"/>
                </a:lnTo>
                <a:lnTo>
                  <a:pt x="736" y="298"/>
                </a:lnTo>
                <a:lnTo>
                  <a:pt x="737" y="299"/>
                </a:lnTo>
                <a:lnTo>
                  <a:pt x="737" y="300"/>
                </a:lnTo>
                <a:lnTo>
                  <a:pt x="738" y="301"/>
                </a:lnTo>
                <a:lnTo>
                  <a:pt x="738" y="302"/>
                </a:lnTo>
                <a:lnTo>
                  <a:pt x="737" y="303"/>
                </a:lnTo>
                <a:lnTo>
                  <a:pt x="737" y="304"/>
                </a:lnTo>
                <a:lnTo>
                  <a:pt x="738" y="304"/>
                </a:lnTo>
                <a:lnTo>
                  <a:pt x="739" y="304"/>
                </a:lnTo>
                <a:lnTo>
                  <a:pt x="740" y="303"/>
                </a:lnTo>
                <a:lnTo>
                  <a:pt x="741" y="302"/>
                </a:lnTo>
                <a:lnTo>
                  <a:pt x="742" y="302"/>
                </a:lnTo>
                <a:lnTo>
                  <a:pt x="741" y="303"/>
                </a:lnTo>
                <a:lnTo>
                  <a:pt x="740" y="304"/>
                </a:lnTo>
                <a:lnTo>
                  <a:pt x="740" y="305"/>
                </a:lnTo>
                <a:lnTo>
                  <a:pt x="738" y="307"/>
                </a:lnTo>
                <a:lnTo>
                  <a:pt x="737" y="307"/>
                </a:lnTo>
                <a:lnTo>
                  <a:pt x="737" y="308"/>
                </a:lnTo>
                <a:lnTo>
                  <a:pt x="736" y="309"/>
                </a:lnTo>
                <a:lnTo>
                  <a:pt x="735" y="309"/>
                </a:lnTo>
                <a:lnTo>
                  <a:pt x="733" y="308"/>
                </a:lnTo>
                <a:lnTo>
                  <a:pt x="733" y="307"/>
                </a:lnTo>
                <a:lnTo>
                  <a:pt x="734" y="307"/>
                </a:lnTo>
                <a:lnTo>
                  <a:pt x="734" y="305"/>
                </a:lnTo>
                <a:lnTo>
                  <a:pt x="734" y="304"/>
                </a:lnTo>
                <a:lnTo>
                  <a:pt x="733" y="303"/>
                </a:lnTo>
                <a:lnTo>
                  <a:pt x="733" y="304"/>
                </a:lnTo>
                <a:lnTo>
                  <a:pt x="732" y="304"/>
                </a:lnTo>
                <a:lnTo>
                  <a:pt x="730" y="305"/>
                </a:lnTo>
                <a:lnTo>
                  <a:pt x="730" y="306"/>
                </a:lnTo>
                <a:lnTo>
                  <a:pt x="729" y="307"/>
                </a:lnTo>
                <a:lnTo>
                  <a:pt x="729" y="308"/>
                </a:lnTo>
                <a:lnTo>
                  <a:pt x="727" y="309"/>
                </a:lnTo>
                <a:lnTo>
                  <a:pt x="726" y="310"/>
                </a:lnTo>
                <a:lnTo>
                  <a:pt x="725" y="310"/>
                </a:lnTo>
                <a:lnTo>
                  <a:pt x="722" y="312"/>
                </a:lnTo>
                <a:lnTo>
                  <a:pt x="722" y="313"/>
                </a:lnTo>
                <a:lnTo>
                  <a:pt x="722" y="314"/>
                </a:lnTo>
                <a:lnTo>
                  <a:pt x="721" y="314"/>
                </a:lnTo>
                <a:lnTo>
                  <a:pt x="720" y="314"/>
                </a:lnTo>
                <a:lnTo>
                  <a:pt x="719" y="315"/>
                </a:lnTo>
                <a:lnTo>
                  <a:pt x="718" y="315"/>
                </a:lnTo>
                <a:lnTo>
                  <a:pt x="717" y="315"/>
                </a:lnTo>
                <a:lnTo>
                  <a:pt x="715" y="315"/>
                </a:lnTo>
                <a:lnTo>
                  <a:pt x="714" y="315"/>
                </a:lnTo>
                <a:lnTo>
                  <a:pt x="713" y="314"/>
                </a:lnTo>
                <a:lnTo>
                  <a:pt x="712" y="314"/>
                </a:lnTo>
                <a:lnTo>
                  <a:pt x="712" y="315"/>
                </a:lnTo>
                <a:lnTo>
                  <a:pt x="711" y="316"/>
                </a:lnTo>
                <a:lnTo>
                  <a:pt x="710" y="317"/>
                </a:lnTo>
                <a:lnTo>
                  <a:pt x="709" y="318"/>
                </a:lnTo>
                <a:lnTo>
                  <a:pt x="709" y="319"/>
                </a:lnTo>
                <a:lnTo>
                  <a:pt x="709" y="320"/>
                </a:lnTo>
                <a:lnTo>
                  <a:pt x="708" y="321"/>
                </a:lnTo>
                <a:lnTo>
                  <a:pt x="708" y="322"/>
                </a:lnTo>
                <a:lnTo>
                  <a:pt x="709" y="323"/>
                </a:lnTo>
                <a:lnTo>
                  <a:pt x="710" y="324"/>
                </a:lnTo>
                <a:lnTo>
                  <a:pt x="711" y="324"/>
                </a:lnTo>
                <a:lnTo>
                  <a:pt x="710" y="325"/>
                </a:lnTo>
                <a:lnTo>
                  <a:pt x="709" y="325"/>
                </a:lnTo>
                <a:lnTo>
                  <a:pt x="709" y="326"/>
                </a:lnTo>
                <a:lnTo>
                  <a:pt x="709" y="327"/>
                </a:lnTo>
                <a:lnTo>
                  <a:pt x="707" y="328"/>
                </a:lnTo>
                <a:lnTo>
                  <a:pt x="706" y="327"/>
                </a:lnTo>
                <a:lnTo>
                  <a:pt x="705" y="329"/>
                </a:lnTo>
                <a:lnTo>
                  <a:pt x="703" y="330"/>
                </a:lnTo>
                <a:lnTo>
                  <a:pt x="703" y="331"/>
                </a:lnTo>
                <a:lnTo>
                  <a:pt x="703" y="332"/>
                </a:lnTo>
                <a:lnTo>
                  <a:pt x="703" y="333"/>
                </a:lnTo>
                <a:lnTo>
                  <a:pt x="702" y="334"/>
                </a:lnTo>
                <a:lnTo>
                  <a:pt x="701" y="335"/>
                </a:lnTo>
                <a:lnTo>
                  <a:pt x="700" y="336"/>
                </a:lnTo>
                <a:lnTo>
                  <a:pt x="700" y="335"/>
                </a:lnTo>
                <a:lnTo>
                  <a:pt x="699" y="335"/>
                </a:lnTo>
                <a:lnTo>
                  <a:pt x="699" y="336"/>
                </a:lnTo>
                <a:lnTo>
                  <a:pt x="698" y="336"/>
                </a:lnTo>
                <a:lnTo>
                  <a:pt x="697" y="335"/>
                </a:lnTo>
                <a:lnTo>
                  <a:pt x="696" y="335"/>
                </a:lnTo>
                <a:lnTo>
                  <a:pt x="696" y="336"/>
                </a:lnTo>
                <a:lnTo>
                  <a:pt x="695" y="336"/>
                </a:lnTo>
                <a:lnTo>
                  <a:pt x="695" y="335"/>
                </a:lnTo>
                <a:lnTo>
                  <a:pt x="694" y="335"/>
                </a:lnTo>
                <a:lnTo>
                  <a:pt x="694" y="336"/>
                </a:lnTo>
                <a:lnTo>
                  <a:pt x="693" y="335"/>
                </a:lnTo>
                <a:lnTo>
                  <a:pt x="692" y="336"/>
                </a:lnTo>
                <a:lnTo>
                  <a:pt x="692" y="335"/>
                </a:lnTo>
                <a:lnTo>
                  <a:pt x="693" y="335"/>
                </a:lnTo>
                <a:lnTo>
                  <a:pt x="693" y="334"/>
                </a:lnTo>
                <a:lnTo>
                  <a:pt x="693" y="333"/>
                </a:lnTo>
                <a:lnTo>
                  <a:pt x="691" y="334"/>
                </a:lnTo>
                <a:lnTo>
                  <a:pt x="692" y="333"/>
                </a:lnTo>
                <a:lnTo>
                  <a:pt x="691" y="332"/>
                </a:lnTo>
                <a:lnTo>
                  <a:pt x="692" y="332"/>
                </a:lnTo>
                <a:lnTo>
                  <a:pt x="692" y="331"/>
                </a:lnTo>
                <a:lnTo>
                  <a:pt x="691" y="331"/>
                </a:lnTo>
                <a:lnTo>
                  <a:pt x="691" y="330"/>
                </a:lnTo>
                <a:lnTo>
                  <a:pt x="692" y="330"/>
                </a:lnTo>
                <a:lnTo>
                  <a:pt x="693" y="329"/>
                </a:lnTo>
                <a:lnTo>
                  <a:pt x="693" y="328"/>
                </a:lnTo>
                <a:lnTo>
                  <a:pt x="692" y="328"/>
                </a:lnTo>
                <a:lnTo>
                  <a:pt x="691" y="328"/>
                </a:lnTo>
                <a:lnTo>
                  <a:pt x="691" y="327"/>
                </a:lnTo>
                <a:lnTo>
                  <a:pt x="692" y="327"/>
                </a:lnTo>
                <a:lnTo>
                  <a:pt x="692" y="326"/>
                </a:lnTo>
                <a:lnTo>
                  <a:pt x="693" y="326"/>
                </a:lnTo>
                <a:lnTo>
                  <a:pt x="694" y="326"/>
                </a:lnTo>
                <a:lnTo>
                  <a:pt x="693" y="326"/>
                </a:lnTo>
                <a:lnTo>
                  <a:pt x="693" y="325"/>
                </a:lnTo>
                <a:lnTo>
                  <a:pt x="693" y="324"/>
                </a:lnTo>
                <a:lnTo>
                  <a:pt x="694" y="324"/>
                </a:lnTo>
                <a:lnTo>
                  <a:pt x="694" y="323"/>
                </a:lnTo>
                <a:lnTo>
                  <a:pt x="693" y="323"/>
                </a:lnTo>
                <a:lnTo>
                  <a:pt x="692" y="323"/>
                </a:lnTo>
                <a:lnTo>
                  <a:pt x="692" y="322"/>
                </a:lnTo>
                <a:lnTo>
                  <a:pt x="693" y="321"/>
                </a:lnTo>
                <a:lnTo>
                  <a:pt x="694" y="320"/>
                </a:lnTo>
                <a:lnTo>
                  <a:pt x="695" y="319"/>
                </a:lnTo>
                <a:lnTo>
                  <a:pt x="696" y="319"/>
                </a:lnTo>
                <a:lnTo>
                  <a:pt x="697" y="318"/>
                </a:lnTo>
                <a:lnTo>
                  <a:pt x="698" y="316"/>
                </a:lnTo>
                <a:lnTo>
                  <a:pt x="701" y="313"/>
                </a:lnTo>
                <a:lnTo>
                  <a:pt x="702" y="314"/>
                </a:lnTo>
                <a:lnTo>
                  <a:pt x="703" y="314"/>
                </a:lnTo>
                <a:lnTo>
                  <a:pt x="704" y="314"/>
                </a:lnTo>
                <a:lnTo>
                  <a:pt x="704" y="313"/>
                </a:lnTo>
                <a:lnTo>
                  <a:pt x="705" y="313"/>
                </a:lnTo>
                <a:lnTo>
                  <a:pt x="706" y="313"/>
                </a:lnTo>
                <a:lnTo>
                  <a:pt x="706" y="314"/>
                </a:lnTo>
                <a:lnTo>
                  <a:pt x="707" y="314"/>
                </a:lnTo>
                <a:lnTo>
                  <a:pt x="708" y="314"/>
                </a:lnTo>
                <a:lnTo>
                  <a:pt x="707" y="314"/>
                </a:lnTo>
                <a:lnTo>
                  <a:pt x="707" y="313"/>
                </a:lnTo>
                <a:lnTo>
                  <a:pt x="706" y="312"/>
                </a:lnTo>
                <a:lnTo>
                  <a:pt x="708" y="312"/>
                </a:lnTo>
                <a:lnTo>
                  <a:pt x="708" y="313"/>
                </a:lnTo>
                <a:lnTo>
                  <a:pt x="708" y="314"/>
                </a:lnTo>
                <a:lnTo>
                  <a:pt x="708" y="315"/>
                </a:lnTo>
                <a:lnTo>
                  <a:pt x="710" y="314"/>
                </a:lnTo>
                <a:lnTo>
                  <a:pt x="710" y="313"/>
                </a:lnTo>
                <a:lnTo>
                  <a:pt x="710" y="312"/>
                </a:lnTo>
                <a:lnTo>
                  <a:pt x="709" y="312"/>
                </a:lnTo>
                <a:lnTo>
                  <a:pt x="709" y="311"/>
                </a:lnTo>
                <a:lnTo>
                  <a:pt x="710" y="311"/>
                </a:lnTo>
                <a:lnTo>
                  <a:pt x="711" y="310"/>
                </a:lnTo>
                <a:lnTo>
                  <a:pt x="712" y="309"/>
                </a:lnTo>
                <a:lnTo>
                  <a:pt x="712" y="308"/>
                </a:lnTo>
                <a:lnTo>
                  <a:pt x="713" y="307"/>
                </a:lnTo>
                <a:lnTo>
                  <a:pt x="712" y="307"/>
                </a:lnTo>
                <a:lnTo>
                  <a:pt x="711" y="307"/>
                </a:lnTo>
                <a:lnTo>
                  <a:pt x="710" y="307"/>
                </a:lnTo>
                <a:lnTo>
                  <a:pt x="710" y="305"/>
                </a:lnTo>
                <a:lnTo>
                  <a:pt x="711" y="305"/>
                </a:lnTo>
                <a:lnTo>
                  <a:pt x="711" y="306"/>
                </a:lnTo>
                <a:lnTo>
                  <a:pt x="712" y="306"/>
                </a:lnTo>
                <a:lnTo>
                  <a:pt x="713" y="304"/>
                </a:lnTo>
                <a:lnTo>
                  <a:pt x="714" y="303"/>
                </a:lnTo>
                <a:lnTo>
                  <a:pt x="713" y="303"/>
                </a:lnTo>
                <a:lnTo>
                  <a:pt x="713" y="302"/>
                </a:lnTo>
                <a:lnTo>
                  <a:pt x="714" y="301"/>
                </a:lnTo>
                <a:lnTo>
                  <a:pt x="715" y="301"/>
                </a:lnTo>
                <a:lnTo>
                  <a:pt x="715" y="300"/>
                </a:lnTo>
                <a:lnTo>
                  <a:pt x="716" y="299"/>
                </a:lnTo>
                <a:lnTo>
                  <a:pt x="715" y="299"/>
                </a:lnTo>
                <a:lnTo>
                  <a:pt x="714" y="299"/>
                </a:lnTo>
                <a:lnTo>
                  <a:pt x="713" y="299"/>
                </a:lnTo>
                <a:lnTo>
                  <a:pt x="712" y="298"/>
                </a:lnTo>
                <a:lnTo>
                  <a:pt x="713" y="296"/>
                </a:lnTo>
                <a:lnTo>
                  <a:pt x="714" y="295"/>
                </a:lnTo>
                <a:lnTo>
                  <a:pt x="716" y="294"/>
                </a:lnTo>
                <a:lnTo>
                  <a:pt x="717" y="294"/>
                </a:lnTo>
                <a:lnTo>
                  <a:pt x="717" y="293"/>
                </a:lnTo>
                <a:lnTo>
                  <a:pt x="718" y="293"/>
                </a:lnTo>
                <a:lnTo>
                  <a:pt x="717" y="293"/>
                </a:lnTo>
                <a:lnTo>
                  <a:pt x="717" y="292"/>
                </a:lnTo>
                <a:lnTo>
                  <a:pt x="716" y="292"/>
                </a:lnTo>
                <a:lnTo>
                  <a:pt x="715" y="292"/>
                </a:lnTo>
                <a:lnTo>
                  <a:pt x="714" y="292"/>
                </a:lnTo>
                <a:lnTo>
                  <a:pt x="714" y="291"/>
                </a:lnTo>
                <a:lnTo>
                  <a:pt x="715" y="291"/>
                </a:lnTo>
                <a:lnTo>
                  <a:pt x="716" y="291"/>
                </a:lnTo>
                <a:lnTo>
                  <a:pt x="716" y="290"/>
                </a:lnTo>
                <a:lnTo>
                  <a:pt x="718" y="290"/>
                </a:lnTo>
                <a:lnTo>
                  <a:pt x="719" y="290"/>
                </a:lnTo>
                <a:lnTo>
                  <a:pt x="720" y="289"/>
                </a:lnTo>
                <a:lnTo>
                  <a:pt x="720" y="288"/>
                </a:lnTo>
                <a:lnTo>
                  <a:pt x="719" y="288"/>
                </a:lnTo>
                <a:lnTo>
                  <a:pt x="719" y="287"/>
                </a:lnTo>
                <a:lnTo>
                  <a:pt x="720" y="286"/>
                </a:lnTo>
                <a:lnTo>
                  <a:pt x="721" y="286"/>
                </a:lnTo>
                <a:lnTo>
                  <a:pt x="722" y="286"/>
                </a:lnTo>
                <a:lnTo>
                  <a:pt x="723" y="285"/>
                </a:lnTo>
                <a:lnTo>
                  <a:pt x="724" y="285"/>
                </a:lnTo>
                <a:lnTo>
                  <a:pt x="724" y="284"/>
                </a:lnTo>
                <a:lnTo>
                  <a:pt x="724" y="283"/>
                </a:lnTo>
                <a:lnTo>
                  <a:pt x="723" y="283"/>
                </a:lnTo>
                <a:lnTo>
                  <a:pt x="724" y="282"/>
                </a:lnTo>
                <a:lnTo>
                  <a:pt x="725" y="281"/>
                </a:lnTo>
                <a:lnTo>
                  <a:pt x="726" y="280"/>
                </a:lnTo>
                <a:lnTo>
                  <a:pt x="727" y="279"/>
                </a:lnTo>
                <a:lnTo>
                  <a:pt x="727" y="278"/>
                </a:lnTo>
                <a:lnTo>
                  <a:pt x="728" y="278"/>
                </a:lnTo>
                <a:lnTo>
                  <a:pt x="728" y="277"/>
                </a:lnTo>
                <a:lnTo>
                  <a:pt x="728" y="275"/>
                </a:lnTo>
                <a:lnTo>
                  <a:pt x="727" y="273"/>
                </a:lnTo>
                <a:lnTo>
                  <a:pt x="726" y="273"/>
                </a:lnTo>
                <a:lnTo>
                  <a:pt x="726" y="274"/>
                </a:lnTo>
                <a:lnTo>
                  <a:pt x="723" y="275"/>
                </a:lnTo>
                <a:lnTo>
                  <a:pt x="722" y="276"/>
                </a:lnTo>
                <a:lnTo>
                  <a:pt x="721" y="276"/>
                </a:lnTo>
                <a:lnTo>
                  <a:pt x="720" y="276"/>
                </a:lnTo>
                <a:lnTo>
                  <a:pt x="719" y="276"/>
                </a:lnTo>
                <a:lnTo>
                  <a:pt x="718" y="277"/>
                </a:lnTo>
                <a:lnTo>
                  <a:pt x="717" y="277"/>
                </a:lnTo>
                <a:lnTo>
                  <a:pt x="716" y="277"/>
                </a:lnTo>
                <a:lnTo>
                  <a:pt x="715" y="277"/>
                </a:lnTo>
                <a:lnTo>
                  <a:pt x="714" y="277"/>
                </a:lnTo>
                <a:lnTo>
                  <a:pt x="714" y="278"/>
                </a:lnTo>
                <a:lnTo>
                  <a:pt x="713" y="278"/>
                </a:lnTo>
                <a:lnTo>
                  <a:pt x="712" y="278"/>
                </a:lnTo>
                <a:lnTo>
                  <a:pt x="710" y="279"/>
                </a:lnTo>
                <a:lnTo>
                  <a:pt x="709" y="280"/>
                </a:lnTo>
                <a:lnTo>
                  <a:pt x="708" y="280"/>
                </a:lnTo>
                <a:lnTo>
                  <a:pt x="708" y="279"/>
                </a:lnTo>
                <a:lnTo>
                  <a:pt x="709" y="279"/>
                </a:lnTo>
                <a:lnTo>
                  <a:pt x="709" y="278"/>
                </a:lnTo>
                <a:lnTo>
                  <a:pt x="709" y="277"/>
                </a:lnTo>
                <a:lnTo>
                  <a:pt x="708" y="277"/>
                </a:lnTo>
                <a:lnTo>
                  <a:pt x="706" y="278"/>
                </a:lnTo>
                <a:lnTo>
                  <a:pt x="705" y="279"/>
                </a:lnTo>
                <a:lnTo>
                  <a:pt x="704" y="278"/>
                </a:lnTo>
                <a:lnTo>
                  <a:pt x="704" y="277"/>
                </a:lnTo>
                <a:lnTo>
                  <a:pt x="703" y="277"/>
                </a:lnTo>
                <a:lnTo>
                  <a:pt x="703" y="278"/>
                </a:lnTo>
                <a:lnTo>
                  <a:pt x="702" y="279"/>
                </a:lnTo>
                <a:lnTo>
                  <a:pt x="701" y="280"/>
                </a:lnTo>
                <a:lnTo>
                  <a:pt x="700" y="281"/>
                </a:lnTo>
                <a:lnTo>
                  <a:pt x="700" y="282"/>
                </a:lnTo>
                <a:lnTo>
                  <a:pt x="700" y="283"/>
                </a:lnTo>
                <a:lnTo>
                  <a:pt x="701" y="285"/>
                </a:lnTo>
                <a:lnTo>
                  <a:pt x="702" y="285"/>
                </a:lnTo>
                <a:lnTo>
                  <a:pt x="702" y="286"/>
                </a:lnTo>
                <a:lnTo>
                  <a:pt x="703" y="287"/>
                </a:lnTo>
                <a:lnTo>
                  <a:pt x="702" y="289"/>
                </a:lnTo>
                <a:lnTo>
                  <a:pt x="702" y="290"/>
                </a:lnTo>
                <a:lnTo>
                  <a:pt x="701" y="291"/>
                </a:lnTo>
                <a:lnTo>
                  <a:pt x="699" y="293"/>
                </a:lnTo>
                <a:lnTo>
                  <a:pt x="699" y="294"/>
                </a:lnTo>
                <a:lnTo>
                  <a:pt x="698" y="297"/>
                </a:lnTo>
                <a:lnTo>
                  <a:pt x="698" y="298"/>
                </a:lnTo>
                <a:lnTo>
                  <a:pt x="698" y="300"/>
                </a:lnTo>
                <a:lnTo>
                  <a:pt x="699" y="301"/>
                </a:lnTo>
                <a:lnTo>
                  <a:pt x="698" y="302"/>
                </a:lnTo>
                <a:lnTo>
                  <a:pt x="697" y="303"/>
                </a:lnTo>
                <a:lnTo>
                  <a:pt x="697" y="304"/>
                </a:lnTo>
                <a:lnTo>
                  <a:pt x="698" y="304"/>
                </a:lnTo>
                <a:lnTo>
                  <a:pt x="699" y="304"/>
                </a:lnTo>
                <a:lnTo>
                  <a:pt x="700" y="304"/>
                </a:lnTo>
                <a:lnTo>
                  <a:pt x="699" y="306"/>
                </a:lnTo>
                <a:lnTo>
                  <a:pt x="698" y="306"/>
                </a:lnTo>
                <a:lnTo>
                  <a:pt x="697" y="307"/>
                </a:lnTo>
                <a:lnTo>
                  <a:pt x="697" y="308"/>
                </a:lnTo>
                <a:lnTo>
                  <a:pt x="696" y="309"/>
                </a:lnTo>
                <a:lnTo>
                  <a:pt x="694" y="309"/>
                </a:lnTo>
                <a:lnTo>
                  <a:pt x="693" y="309"/>
                </a:lnTo>
                <a:lnTo>
                  <a:pt x="693" y="307"/>
                </a:lnTo>
                <a:lnTo>
                  <a:pt x="693" y="306"/>
                </a:lnTo>
                <a:lnTo>
                  <a:pt x="694" y="305"/>
                </a:lnTo>
                <a:lnTo>
                  <a:pt x="694" y="304"/>
                </a:lnTo>
                <a:lnTo>
                  <a:pt x="694" y="303"/>
                </a:lnTo>
                <a:lnTo>
                  <a:pt x="693" y="302"/>
                </a:lnTo>
                <a:lnTo>
                  <a:pt x="692" y="302"/>
                </a:lnTo>
                <a:lnTo>
                  <a:pt x="690" y="301"/>
                </a:lnTo>
                <a:lnTo>
                  <a:pt x="688" y="301"/>
                </a:lnTo>
                <a:lnTo>
                  <a:pt x="688" y="300"/>
                </a:lnTo>
                <a:lnTo>
                  <a:pt x="687" y="299"/>
                </a:lnTo>
                <a:lnTo>
                  <a:pt x="688" y="299"/>
                </a:lnTo>
                <a:lnTo>
                  <a:pt x="688" y="298"/>
                </a:lnTo>
                <a:lnTo>
                  <a:pt x="688" y="297"/>
                </a:lnTo>
                <a:lnTo>
                  <a:pt x="687" y="297"/>
                </a:lnTo>
                <a:lnTo>
                  <a:pt x="686" y="298"/>
                </a:lnTo>
                <a:lnTo>
                  <a:pt x="685" y="298"/>
                </a:lnTo>
                <a:lnTo>
                  <a:pt x="684" y="299"/>
                </a:lnTo>
                <a:lnTo>
                  <a:pt x="685" y="300"/>
                </a:lnTo>
                <a:lnTo>
                  <a:pt x="684" y="301"/>
                </a:lnTo>
                <a:lnTo>
                  <a:pt x="683" y="301"/>
                </a:lnTo>
                <a:lnTo>
                  <a:pt x="682" y="302"/>
                </a:lnTo>
                <a:lnTo>
                  <a:pt x="681" y="302"/>
                </a:lnTo>
                <a:lnTo>
                  <a:pt x="679" y="301"/>
                </a:lnTo>
                <a:lnTo>
                  <a:pt x="678" y="299"/>
                </a:lnTo>
                <a:lnTo>
                  <a:pt x="679" y="297"/>
                </a:lnTo>
                <a:lnTo>
                  <a:pt x="681" y="296"/>
                </a:lnTo>
                <a:lnTo>
                  <a:pt x="681" y="295"/>
                </a:lnTo>
                <a:lnTo>
                  <a:pt x="680" y="294"/>
                </a:lnTo>
                <a:lnTo>
                  <a:pt x="680" y="293"/>
                </a:lnTo>
                <a:lnTo>
                  <a:pt x="680" y="291"/>
                </a:lnTo>
                <a:lnTo>
                  <a:pt x="679" y="291"/>
                </a:lnTo>
                <a:lnTo>
                  <a:pt x="678" y="291"/>
                </a:lnTo>
                <a:lnTo>
                  <a:pt x="678" y="290"/>
                </a:lnTo>
                <a:lnTo>
                  <a:pt x="679" y="288"/>
                </a:lnTo>
                <a:lnTo>
                  <a:pt x="680" y="288"/>
                </a:lnTo>
                <a:lnTo>
                  <a:pt x="679" y="286"/>
                </a:lnTo>
                <a:lnTo>
                  <a:pt x="679" y="285"/>
                </a:lnTo>
                <a:lnTo>
                  <a:pt x="681" y="284"/>
                </a:lnTo>
                <a:lnTo>
                  <a:pt x="682" y="283"/>
                </a:lnTo>
                <a:lnTo>
                  <a:pt x="684" y="284"/>
                </a:lnTo>
                <a:lnTo>
                  <a:pt x="685" y="284"/>
                </a:lnTo>
                <a:lnTo>
                  <a:pt x="686" y="284"/>
                </a:lnTo>
                <a:lnTo>
                  <a:pt x="688" y="283"/>
                </a:lnTo>
                <a:lnTo>
                  <a:pt x="688" y="282"/>
                </a:lnTo>
                <a:lnTo>
                  <a:pt x="687" y="281"/>
                </a:lnTo>
                <a:lnTo>
                  <a:pt x="686" y="281"/>
                </a:lnTo>
                <a:lnTo>
                  <a:pt x="686" y="279"/>
                </a:lnTo>
                <a:lnTo>
                  <a:pt x="687" y="278"/>
                </a:lnTo>
                <a:lnTo>
                  <a:pt x="686" y="276"/>
                </a:lnTo>
                <a:lnTo>
                  <a:pt x="685" y="276"/>
                </a:lnTo>
                <a:lnTo>
                  <a:pt x="684" y="277"/>
                </a:lnTo>
                <a:lnTo>
                  <a:pt x="684" y="278"/>
                </a:lnTo>
                <a:lnTo>
                  <a:pt x="684" y="279"/>
                </a:lnTo>
                <a:lnTo>
                  <a:pt x="683" y="280"/>
                </a:lnTo>
                <a:lnTo>
                  <a:pt x="682" y="281"/>
                </a:lnTo>
                <a:lnTo>
                  <a:pt x="680" y="281"/>
                </a:lnTo>
                <a:lnTo>
                  <a:pt x="677" y="282"/>
                </a:lnTo>
                <a:lnTo>
                  <a:pt x="676" y="282"/>
                </a:lnTo>
                <a:lnTo>
                  <a:pt x="676" y="283"/>
                </a:lnTo>
                <a:lnTo>
                  <a:pt x="674" y="281"/>
                </a:lnTo>
                <a:lnTo>
                  <a:pt x="675" y="278"/>
                </a:lnTo>
                <a:lnTo>
                  <a:pt x="675" y="277"/>
                </a:lnTo>
                <a:lnTo>
                  <a:pt x="677" y="275"/>
                </a:lnTo>
                <a:lnTo>
                  <a:pt x="680" y="274"/>
                </a:lnTo>
                <a:lnTo>
                  <a:pt x="681" y="274"/>
                </a:lnTo>
                <a:lnTo>
                  <a:pt x="683" y="272"/>
                </a:lnTo>
                <a:lnTo>
                  <a:pt x="683" y="271"/>
                </a:lnTo>
                <a:lnTo>
                  <a:pt x="684" y="270"/>
                </a:lnTo>
                <a:lnTo>
                  <a:pt x="686" y="269"/>
                </a:lnTo>
                <a:lnTo>
                  <a:pt x="685" y="268"/>
                </a:lnTo>
                <a:lnTo>
                  <a:pt x="684" y="268"/>
                </a:lnTo>
                <a:lnTo>
                  <a:pt x="684" y="267"/>
                </a:lnTo>
                <a:lnTo>
                  <a:pt x="683" y="267"/>
                </a:lnTo>
                <a:lnTo>
                  <a:pt x="683" y="268"/>
                </a:lnTo>
                <a:lnTo>
                  <a:pt x="684" y="268"/>
                </a:lnTo>
                <a:lnTo>
                  <a:pt x="684" y="269"/>
                </a:lnTo>
                <a:lnTo>
                  <a:pt x="683" y="269"/>
                </a:lnTo>
                <a:lnTo>
                  <a:pt x="683" y="270"/>
                </a:lnTo>
                <a:lnTo>
                  <a:pt x="680" y="272"/>
                </a:lnTo>
                <a:lnTo>
                  <a:pt x="679" y="273"/>
                </a:lnTo>
                <a:lnTo>
                  <a:pt x="677" y="273"/>
                </a:lnTo>
                <a:lnTo>
                  <a:pt x="676" y="270"/>
                </a:lnTo>
                <a:lnTo>
                  <a:pt x="677" y="269"/>
                </a:lnTo>
                <a:lnTo>
                  <a:pt x="676" y="269"/>
                </a:lnTo>
                <a:lnTo>
                  <a:pt x="675" y="270"/>
                </a:lnTo>
                <a:lnTo>
                  <a:pt x="675" y="271"/>
                </a:lnTo>
                <a:lnTo>
                  <a:pt x="676" y="271"/>
                </a:lnTo>
                <a:lnTo>
                  <a:pt x="675" y="272"/>
                </a:lnTo>
                <a:lnTo>
                  <a:pt x="674" y="273"/>
                </a:lnTo>
                <a:lnTo>
                  <a:pt x="675" y="275"/>
                </a:lnTo>
                <a:lnTo>
                  <a:pt x="674" y="276"/>
                </a:lnTo>
                <a:lnTo>
                  <a:pt x="673" y="277"/>
                </a:lnTo>
                <a:lnTo>
                  <a:pt x="673" y="278"/>
                </a:lnTo>
                <a:lnTo>
                  <a:pt x="672" y="279"/>
                </a:lnTo>
                <a:lnTo>
                  <a:pt x="671" y="280"/>
                </a:lnTo>
                <a:lnTo>
                  <a:pt x="670" y="281"/>
                </a:lnTo>
                <a:lnTo>
                  <a:pt x="670" y="283"/>
                </a:lnTo>
                <a:lnTo>
                  <a:pt x="671" y="284"/>
                </a:lnTo>
                <a:lnTo>
                  <a:pt x="672" y="286"/>
                </a:lnTo>
                <a:lnTo>
                  <a:pt x="673" y="286"/>
                </a:lnTo>
                <a:lnTo>
                  <a:pt x="674" y="288"/>
                </a:lnTo>
                <a:lnTo>
                  <a:pt x="673" y="289"/>
                </a:lnTo>
                <a:lnTo>
                  <a:pt x="672" y="289"/>
                </a:lnTo>
                <a:lnTo>
                  <a:pt x="672" y="290"/>
                </a:lnTo>
                <a:lnTo>
                  <a:pt x="673" y="290"/>
                </a:lnTo>
                <a:lnTo>
                  <a:pt x="673" y="291"/>
                </a:lnTo>
                <a:lnTo>
                  <a:pt x="671" y="294"/>
                </a:lnTo>
                <a:lnTo>
                  <a:pt x="670" y="295"/>
                </a:lnTo>
                <a:lnTo>
                  <a:pt x="669" y="295"/>
                </a:lnTo>
                <a:lnTo>
                  <a:pt x="667" y="294"/>
                </a:lnTo>
                <a:lnTo>
                  <a:pt x="666" y="294"/>
                </a:lnTo>
                <a:lnTo>
                  <a:pt x="667" y="293"/>
                </a:lnTo>
                <a:lnTo>
                  <a:pt x="666" y="292"/>
                </a:lnTo>
                <a:lnTo>
                  <a:pt x="666" y="290"/>
                </a:lnTo>
                <a:lnTo>
                  <a:pt x="665" y="289"/>
                </a:lnTo>
                <a:lnTo>
                  <a:pt x="663" y="285"/>
                </a:lnTo>
                <a:lnTo>
                  <a:pt x="662" y="284"/>
                </a:lnTo>
                <a:lnTo>
                  <a:pt x="661" y="282"/>
                </a:lnTo>
                <a:lnTo>
                  <a:pt x="660" y="281"/>
                </a:lnTo>
                <a:lnTo>
                  <a:pt x="659" y="280"/>
                </a:lnTo>
                <a:lnTo>
                  <a:pt x="659" y="279"/>
                </a:lnTo>
                <a:lnTo>
                  <a:pt x="657" y="279"/>
                </a:lnTo>
                <a:lnTo>
                  <a:pt x="656" y="280"/>
                </a:lnTo>
                <a:lnTo>
                  <a:pt x="657" y="281"/>
                </a:lnTo>
                <a:lnTo>
                  <a:pt x="658" y="282"/>
                </a:lnTo>
                <a:lnTo>
                  <a:pt x="658" y="283"/>
                </a:lnTo>
                <a:lnTo>
                  <a:pt x="658" y="284"/>
                </a:lnTo>
                <a:lnTo>
                  <a:pt x="658" y="287"/>
                </a:lnTo>
                <a:lnTo>
                  <a:pt x="659" y="288"/>
                </a:lnTo>
                <a:lnTo>
                  <a:pt x="657" y="288"/>
                </a:lnTo>
                <a:lnTo>
                  <a:pt x="657" y="289"/>
                </a:lnTo>
                <a:lnTo>
                  <a:pt x="657" y="290"/>
                </a:lnTo>
                <a:lnTo>
                  <a:pt x="658" y="290"/>
                </a:lnTo>
                <a:lnTo>
                  <a:pt x="658" y="291"/>
                </a:lnTo>
                <a:lnTo>
                  <a:pt x="657" y="291"/>
                </a:lnTo>
                <a:lnTo>
                  <a:pt x="658" y="291"/>
                </a:lnTo>
                <a:lnTo>
                  <a:pt x="658" y="292"/>
                </a:lnTo>
                <a:lnTo>
                  <a:pt x="658" y="293"/>
                </a:lnTo>
                <a:lnTo>
                  <a:pt x="658" y="292"/>
                </a:lnTo>
                <a:lnTo>
                  <a:pt x="659" y="292"/>
                </a:lnTo>
                <a:lnTo>
                  <a:pt x="659" y="293"/>
                </a:lnTo>
                <a:lnTo>
                  <a:pt x="659" y="294"/>
                </a:lnTo>
                <a:lnTo>
                  <a:pt x="660" y="294"/>
                </a:lnTo>
                <a:lnTo>
                  <a:pt x="661" y="294"/>
                </a:lnTo>
                <a:lnTo>
                  <a:pt x="661" y="295"/>
                </a:lnTo>
                <a:lnTo>
                  <a:pt x="662" y="295"/>
                </a:lnTo>
                <a:lnTo>
                  <a:pt x="662" y="294"/>
                </a:lnTo>
                <a:lnTo>
                  <a:pt x="663" y="294"/>
                </a:lnTo>
                <a:lnTo>
                  <a:pt x="663" y="295"/>
                </a:lnTo>
                <a:lnTo>
                  <a:pt x="662" y="295"/>
                </a:lnTo>
                <a:lnTo>
                  <a:pt x="663" y="295"/>
                </a:lnTo>
                <a:lnTo>
                  <a:pt x="664" y="295"/>
                </a:lnTo>
                <a:lnTo>
                  <a:pt x="664" y="296"/>
                </a:lnTo>
                <a:lnTo>
                  <a:pt x="664" y="295"/>
                </a:lnTo>
                <a:lnTo>
                  <a:pt x="665" y="295"/>
                </a:lnTo>
                <a:lnTo>
                  <a:pt x="666" y="295"/>
                </a:lnTo>
                <a:lnTo>
                  <a:pt x="666" y="296"/>
                </a:lnTo>
                <a:lnTo>
                  <a:pt x="668" y="297"/>
                </a:lnTo>
                <a:lnTo>
                  <a:pt x="668" y="298"/>
                </a:lnTo>
                <a:lnTo>
                  <a:pt x="667" y="300"/>
                </a:lnTo>
                <a:lnTo>
                  <a:pt x="668" y="300"/>
                </a:lnTo>
                <a:lnTo>
                  <a:pt x="667" y="302"/>
                </a:lnTo>
                <a:lnTo>
                  <a:pt x="666" y="302"/>
                </a:lnTo>
                <a:lnTo>
                  <a:pt x="665" y="301"/>
                </a:lnTo>
                <a:lnTo>
                  <a:pt x="664" y="301"/>
                </a:lnTo>
                <a:lnTo>
                  <a:pt x="663" y="302"/>
                </a:lnTo>
                <a:lnTo>
                  <a:pt x="662" y="302"/>
                </a:lnTo>
                <a:lnTo>
                  <a:pt x="660" y="300"/>
                </a:lnTo>
                <a:lnTo>
                  <a:pt x="659" y="299"/>
                </a:lnTo>
                <a:lnTo>
                  <a:pt x="658" y="299"/>
                </a:lnTo>
                <a:lnTo>
                  <a:pt x="657" y="298"/>
                </a:lnTo>
                <a:lnTo>
                  <a:pt x="656" y="298"/>
                </a:lnTo>
                <a:lnTo>
                  <a:pt x="655" y="298"/>
                </a:lnTo>
                <a:lnTo>
                  <a:pt x="655" y="297"/>
                </a:lnTo>
                <a:lnTo>
                  <a:pt x="655" y="296"/>
                </a:lnTo>
                <a:lnTo>
                  <a:pt x="654" y="295"/>
                </a:lnTo>
                <a:lnTo>
                  <a:pt x="653" y="294"/>
                </a:lnTo>
                <a:lnTo>
                  <a:pt x="652" y="292"/>
                </a:lnTo>
                <a:lnTo>
                  <a:pt x="651" y="293"/>
                </a:lnTo>
                <a:lnTo>
                  <a:pt x="650" y="293"/>
                </a:lnTo>
                <a:lnTo>
                  <a:pt x="647" y="294"/>
                </a:lnTo>
                <a:lnTo>
                  <a:pt x="646" y="294"/>
                </a:lnTo>
                <a:lnTo>
                  <a:pt x="645" y="294"/>
                </a:lnTo>
                <a:lnTo>
                  <a:pt x="645" y="293"/>
                </a:lnTo>
                <a:lnTo>
                  <a:pt x="645" y="292"/>
                </a:lnTo>
                <a:lnTo>
                  <a:pt x="646" y="292"/>
                </a:lnTo>
                <a:lnTo>
                  <a:pt x="646" y="291"/>
                </a:lnTo>
                <a:lnTo>
                  <a:pt x="647" y="289"/>
                </a:lnTo>
                <a:lnTo>
                  <a:pt x="646" y="286"/>
                </a:lnTo>
                <a:lnTo>
                  <a:pt x="646" y="285"/>
                </a:lnTo>
                <a:lnTo>
                  <a:pt x="645" y="285"/>
                </a:lnTo>
                <a:lnTo>
                  <a:pt x="644" y="286"/>
                </a:lnTo>
                <a:lnTo>
                  <a:pt x="643" y="288"/>
                </a:lnTo>
                <a:lnTo>
                  <a:pt x="641" y="289"/>
                </a:lnTo>
                <a:lnTo>
                  <a:pt x="640" y="289"/>
                </a:lnTo>
                <a:lnTo>
                  <a:pt x="639" y="289"/>
                </a:lnTo>
                <a:lnTo>
                  <a:pt x="638" y="288"/>
                </a:lnTo>
                <a:lnTo>
                  <a:pt x="637" y="287"/>
                </a:lnTo>
                <a:lnTo>
                  <a:pt x="636" y="287"/>
                </a:lnTo>
                <a:lnTo>
                  <a:pt x="636" y="288"/>
                </a:lnTo>
                <a:lnTo>
                  <a:pt x="637" y="288"/>
                </a:lnTo>
                <a:lnTo>
                  <a:pt x="638" y="288"/>
                </a:lnTo>
                <a:lnTo>
                  <a:pt x="638" y="289"/>
                </a:lnTo>
                <a:lnTo>
                  <a:pt x="638" y="290"/>
                </a:lnTo>
                <a:lnTo>
                  <a:pt x="638" y="292"/>
                </a:lnTo>
                <a:lnTo>
                  <a:pt x="636" y="294"/>
                </a:lnTo>
                <a:lnTo>
                  <a:pt x="635" y="296"/>
                </a:lnTo>
                <a:lnTo>
                  <a:pt x="635" y="295"/>
                </a:lnTo>
                <a:lnTo>
                  <a:pt x="634" y="295"/>
                </a:lnTo>
                <a:lnTo>
                  <a:pt x="635" y="297"/>
                </a:lnTo>
                <a:lnTo>
                  <a:pt x="636" y="297"/>
                </a:lnTo>
                <a:lnTo>
                  <a:pt x="636" y="298"/>
                </a:lnTo>
                <a:lnTo>
                  <a:pt x="636" y="299"/>
                </a:lnTo>
                <a:lnTo>
                  <a:pt x="636" y="300"/>
                </a:lnTo>
                <a:lnTo>
                  <a:pt x="636" y="299"/>
                </a:lnTo>
                <a:lnTo>
                  <a:pt x="637" y="299"/>
                </a:lnTo>
                <a:lnTo>
                  <a:pt x="638" y="298"/>
                </a:lnTo>
                <a:lnTo>
                  <a:pt x="641" y="296"/>
                </a:lnTo>
                <a:lnTo>
                  <a:pt x="642" y="296"/>
                </a:lnTo>
                <a:lnTo>
                  <a:pt x="643" y="297"/>
                </a:lnTo>
                <a:lnTo>
                  <a:pt x="643" y="296"/>
                </a:lnTo>
                <a:lnTo>
                  <a:pt x="644" y="296"/>
                </a:lnTo>
                <a:lnTo>
                  <a:pt x="645" y="297"/>
                </a:lnTo>
                <a:lnTo>
                  <a:pt x="647" y="295"/>
                </a:lnTo>
                <a:lnTo>
                  <a:pt x="648" y="295"/>
                </a:lnTo>
                <a:lnTo>
                  <a:pt x="649" y="296"/>
                </a:lnTo>
                <a:lnTo>
                  <a:pt x="650" y="296"/>
                </a:lnTo>
                <a:lnTo>
                  <a:pt x="650" y="297"/>
                </a:lnTo>
                <a:lnTo>
                  <a:pt x="650" y="298"/>
                </a:lnTo>
                <a:lnTo>
                  <a:pt x="651" y="298"/>
                </a:lnTo>
                <a:lnTo>
                  <a:pt x="650" y="299"/>
                </a:lnTo>
                <a:lnTo>
                  <a:pt x="650" y="300"/>
                </a:lnTo>
                <a:lnTo>
                  <a:pt x="649" y="300"/>
                </a:lnTo>
                <a:lnTo>
                  <a:pt x="649" y="301"/>
                </a:lnTo>
                <a:lnTo>
                  <a:pt x="649" y="302"/>
                </a:lnTo>
                <a:lnTo>
                  <a:pt x="648" y="301"/>
                </a:lnTo>
                <a:lnTo>
                  <a:pt x="648" y="300"/>
                </a:lnTo>
                <a:lnTo>
                  <a:pt x="648" y="299"/>
                </a:lnTo>
                <a:lnTo>
                  <a:pt x="648" y="300"/>
                </a:lnTo>
                <a:lnTo>
                  <a:pt x="648" y="301"/>
                </a:lnTo>
                <a:lnTo>
                  <a:pt x="648" y="302"/>
                </a:lnTo>
                <a:lnTo>
                  <a:pt x="649" y="304"/>
                </a:lnTo>
                <a:lnTo>
                  <a:pt x="648" y="304"/>
                </a:lnTo>
                <a:lnTo>
                  <a:pt x="647" y="303"/>
                </a:lnTo>
                <a:lnTo>
                  <a:pt x="646" y="302"/>
                </a:lnTo>
                <a:lnTo>
                  <a:pt x="646" y="303"/>
                </a:lnTo>
                <a:lnTo>
                  <a:pt x="645" y="303"/>
                </a:lnTo>
                <a:lnTo>
                  <a:pt x="645" y="302"/>
                </a:lnTo>
                <a:lnTo>
                  <a:pt x="644" y="302"/>
                </a:lnTo>
                <a:lnTo>
                  <a:pt x="643" y="302"/>
                </a:lnTo>
                <a:lnTo>
                  <a:pt x="643" y="303"/>
                </a:lnTo>
                <a:lnTo>
                  <a:pt x="644" y="302"/>
                </a:lnTo>
                <a:lnTo>
                  <a:pt x="645" y="303"/>
                </a:lnTo>
                <a:lnTo>
                  <a:pt x="646" y="303"/>
                </a:lnTo>
                <a:lnTo>
                  <a:pt x="647" y="304"/>
                </a:lnTo>
                <a:lnTo>
                  <a:pt x="648" y="305"/>
                </a:lnTo>
                <a:lnTo>
                  <a:pt x="649" y="305"/>
                </a:lnTo>
                <a:lnTo>
                  <a:pt x="650" y="306"/>
                </a:lnTo>
                <a:lnTo>
                  <a:pt x="651" y="307"/>
                </a:lnTo>
                <a:lnTo>
                  <a:pt x="651" y="309"/>
                </a:lnTo>
                <a:lnTo>
                  <a:pt x="650" y="309"/>
                </a:lnTo>
                <a:lnTo>
                  <a:pt x="650" y="308"/>
                </a:lnTo>
                <a:lnTo>
                  <a:pt x="649" y="308"/>
                </a:lnTo>
                <a:lnTo>
                  <a:pt x="648" y="308"/>
                </a:lnTo>
                <a:lnTo>
                  <a:pt x="648" y="307"/>
                </a:lnTo>
                <a:lnTo>
                  <a:pt x="647" y="308"/>
                </a:lnTo>
                <a:lnTo>
                  <a:pt x="648" y="308"/>
                </a:lnTo>
                <a:lnTo>
                  <a:pt x="648" y="309"/>
                </a:lnTo>
                <a:lnTo>
                  <a:pt x="647" y="308"/>
                </a:lnTo>
                <a:lnTo>
                  <a:pt x="646" y="308"/>
                </a:lnTo>
                <a:lnTo>
                  <a:pt x="646" y="309"/>
                </a:lnTo>
                <a:lnTo>
                  <a:pt x="647" y="309"/>
                </a:lnTo>
                <a:lnTo>
                  <a:pt x="647" y="310"/>
                </a:lnTo>
                <a:lnTo>
                  <a:pt x="646" y="310"/>
                </a:lnTo>
                <a:lnTo>
                  <a:pt x="646" y="311"/>
                </a:lnTo>
                <a:lnTo>
                  <a:pt x="647" y="311"/>
                </a:lnTo>
                <a:lnTo>
                  <a:pt x="649" y="311"/>
                </a:lnTo>
                <a:lnTo>
                  <a:pt x="649" y="314"/>
                </a:lnTo>
                <a:lnTo>
                  <a:pt x="649" y="315"/>
                </a:lnTo>
                <a:lnTo>
                  <a:pt x="648" y="316"/>
                </a:lnTo>
                <a:lnTo>
                  <a:pt x="647" y="316"/>
                </a:lnTo>
                <a:lnTo>
                  <a:pt x="646" y="316"/>
                </a:lnTo>
                <a:lnTo>
                  <a:pt x="645" y="316"/>
                </a:lnTo>
                <a:lnTo>
                  <a:pt x="643" y="315"/>
                </a:lnTo>
                <a:lnTo>
                  <a:pt x="642" y="317"/>
                </a:lnTo>
                <a:lnTo>
                  <a:pt x="642" y="318"/>
                </a:lnTo>
                <a:lnTo>
                  <a:pt x="641" y="319"/>
                </a:lnTo>
                <a:lnTo>
                  <a:pt x="640" y="319"/>
                </a:lnTo>
                <a:lnTo>
                  <a:pt x="640" y="320"/>
                </a:lnTo>
                <a:lnTo>
                  <a:pt x="639" y="320"/>
                </a:lnTo>
                <a:lnTo>
                  <a:pt x="640" y="324"/>
                </a:lnTo>
                <a:lnTo>
                  <a:pt x="642" y="324"/>
                </a:lnTo>
                <a:lnTo>
                  <a:pt x="643" y="325"/>
                </a:lnTo>
                <a:lnTo>
                  <a:pt x="645" y="325"/>
                </a:lnTo>
                <a:lnTo>
                  <a:pt x="647" y="327"/>
                </a:lnTo>
                <a:lnTo>
                  <a:pt x="647" y="328"/>
                </a:lnTo>
                <a:lnTo>
                  <a:pt x="648" y="330"/>
                </a:lnTo>
                <a:lnTo>
                  <a:pt x="649" y="330"/>
                </a:lnTo>
                <a:lnTo>
                  <a:pt x="649" y="331"/>
                </a:lnTo>
                <a:lnTo>
                  <a:pt x="648" y="332"/>
                </a:lnTo>
                <a:lnTo>
                  <a:pt x="648" y="333"/>
                </a:lnTo>
                <a:lnTo>
                  <a:pt x="649" y="334"/>
                </a:lnTo>
                <a:lnTo>
                  <a:pt x="648" y="333"/>
                </a:lnTo>
                <a:lnTo>
                  <a:pt x="649" y="332"/>
                </a:lnTo>
                <a:lnTo>
                  <a:pt x="649" y="331"/>
                </a:lnTo>
                <a:lnTo>
                  <a:pt x="649" y="330"/>
                </a:lnTo>
                <a:lnTo>
                  <a:pt x="649" y="329"/>
                </a:lnTo>
                <a:lnTo>
                  <a:pt x="650" y="328"/>
                </a:lnTo>
                <a:lnTo>
                  <a:pt x="651" y="327"/>
                </a:lnTo>
                <a:lnTo>
                  <a:pt x="652" y="327"/>
                </a:lnTo>
                <a:lnTo>
                  <a:pt x="652" y="326"/>
                </a:lnTo>
                <a:lnTo>
                  <a:pt x="652" y="325"/>
                </a:lnTo>
                <a:lnTo>
                  <a:pt x="653" y="325"/>
                </a:lnTo>
                <a:lnTo>
                  <a:pt x="653" y="326"/>
                </a:lnTo>
                <a:lnTo>
                  <a:pt x="653" y="325"/>
                </a:lnTo>
                <a:lnTo>
                  <a:pt x="654" y="325"/>
                </a:lnTo>
                <a:lnTo>
                  <a:pt x="655" y="324"/>
                </a:lnTo>
                <a:lnTo>
                  <a:pt x="656" y="323"/>
                </a:lnTo>
                <a:lnTo>
                  <a:pt x="657" y="323"/>
                </a:lnTo>
                <a:lnTo>
                  <a:pt x="658" y="323"/>
                </a:lnTo>
                <a:lnTo>
                  <a:pt x="659" y="321"/>
                </a:lnTo>
                <a:lnTo>
                  <a:pt x="659" y="320"/>
                </a:lnTo>
                <a:lnTo>
                  <a:pt x="660" y="320"/>
                </a:lnTo>
                <a:lnTo>
                  <a:pt x="662" y="321"/>
                </a:lnTo>
                <a:lnTo>
                  <a:pt x="665" y="321"/>
                </a:lnTo>
                <a:lnTo>
                  <a:pt x="667" y="321"/>
                </a:lnTo>
                <a:lnTo>
                  <a:pt x="669" y="320"/>
                </a:lnTo>
                <a:lnTo>
                  <a:pt x="671" y="320"/>
                </a:lnTo>
                <a:lnTo>
                  <a:pt x="673" y="321"/>
                </a:lnTo>
                <a:lnTo>
                  <a:pt x="673" y="322"/>
                </a:lnTo>
                <a:lnTo>
                  <a:pt x="674" y="323"/>
                </a:lnTo>
                <a:lnTo>
                  <a:pt x="675" y="323"/>
                </a:lnTo>
                <a:lnTo>
                  <a:pt x="676" y="323"/>
                </a:lnTo>
                <a:lnTo>
                  <a:pt x="678" y="323"/>
                </a:lnTo>
                <a:lnTo>
                  <a:pt x="678" y="324"/>
                </a:lnTo>
                <a:lnTo>
                  <a:pt x="680" y="325"/>
                </a:lnTo>
                <a:lnTo>
                  <a:pt x="681" y="325"/>
                </a:lnTo>
                <a:lnTo>
                  <a:pt x="682" y="326"/>
                </a:lnTo>
                <a:lnTo>
                  <a:pt x="681" y="327"/>
                </a:lnTo>
                <a:lnTo>
                  <a:pt x="681" y="328"/>
                </a:lnTo>
                <a:lnTo>
                  <a:pt x="682" y="328"/>
                </a:lnTo>
                <a:lnTo>
                  <a:pt x="684" y="329"/>
                </a:lnTo>
                <a:lnTo>
                  <a:pt x="685" y="331"/>
                </a:lnTo>
                <a:lnTo>
                  <a:pt x="684" y="331"/>
                </a:lnTo>
                <a:lnTo>
                  <a:pt x="683" y="330"/>
                </a:lnTo>
                <a:lnTo>
                  <a:pt x="680" y="329"/>
                </a:lnTo>
                <a:lnTo>
                  <a:pt x="680" y="328"/>
                </a:lnTo>
                <a:lnTo>
                  <a:pt x="679" y="330"/>
                </a:lnTo>
                <a:lnTo>
                  <a:pt x="679" y="331"/>
                </a:lnTo>
                <a:lnTo>
                  <a:pt x="678" y="332"/>
                </a:lnTo>
                <a:lnTo>
                  <a:pt x="678" y="333"/>
                </a:lnTo>
                <a:lnTo>
                  <a:pt x="679" y="333"/>
                </a:lnTo>
                <a:lnTo>
                  <a:pt x="679" y="332"/>
                </a:lnTo>
                <a:lnTo>
                  <a:pt x="680" y="332"/>
                </a:lnTo>
                <a:lnTo>
                  <a:pt x="682" y="333"/>
                </a:lnTo>
                <a:lnTo>
                  <a:pt x="682" y="334"/>
                </a:lnTo>
                <a:lnTo>
                  <a:pt x="682" y="335"/>
                </a:lnTo>
                <a:lnTo>
                  <a:pt x="682" y="336"/>
                </a:lnTo>
                <a:lnTo>
                  <a:pt x="682" y="337"/>
                </a:lnTo>
                <a:lnTo>
                  <a:pt x="683" y="337"/>
                </a:lnTo>
                <a:lnTo>
                  <a:pt x="682" y="337"/>
                </a:lnTo>
                <a:lnTo>
                  <a:pt x="681" y="338"/>
                </a:lnTo>
                <a:lnTo>
                  <a:pt x="682" y="338"/>
                </a:lnTo>
                <a:lnTo>
                  <a:pt x="683" y="338"/>
                </a:lnTo>
                <a:lnTo>
                  <a:pt x="684" y="337"/>
                </a:lnTo>
                <a:lnTo>
                  <a:pt x="684" y="339"/>
                </a:lnTo>
                <a:lnTo>
                  <a:pt x="685" y="339"/>
                </a:lnTo>
                <a:lnTo>
                  <a:pt x="686" y="338"/>
                </a:lnTo>
                <a:lnTo>
                  <a:pt x="687" y="339"/>
                </a:lnTo>
                <a:lnTo>
                  <a:pt x="686" y="340"/>
                </a:lnTo>
                <a:lnTo>
                  <a:pt x="685" y="340"/>
                </a:lnTo>
                <a:lnTo>
                  <a:pt x="683" y="341"/>
                </a:lnTo>
                <a:lnTo>
                  <a:pt x="682" y="342"/>
                </a:lnTo>
                <a:lnTo>
                  <a:pt x="683" y="342"/>
                </a:lnTo>
                <a:lnTo>
                  <a:pt x="686" y="343"/>
                </a:lnTo>
                <a:lnTo>
                  <a:pt x="687" y="343"/>
                </a:lnTo>
                <a:lnTo>
                  <a:pt x="687" y="342"/>
                </a:lnTo>
                <a:lnTo>
                  <a:pt x="688" y="342"/>
                </a:lnTo>
                <a:lnTo>
                  <a:pt x="687" y="343"/>
                </a:lnTo>
                <a:lnTo>
                  <a:pt x="687" y="344"/>
                </a:lnTo>
                <a:lnTo>
                  <a:pt x="688" y="344"/>
                </a:lnTo>
                <a:lnTo>
                  <a:pt x="689" y="344"/>
                </a:lnTo>
                <a:lnTo>
                  <a:pt x="687" y="346"/>
                </a:lnTo>
                <a:lnTo>
                  <a:pt x="689" y="346"/>
                </a:lnTo>
                <a:lnTo>
                  <a:pt x="690" y="345"/>
                </a:lnTo>
                <a:lnTo>
                  <a:pt x="690" y="346"/>
                </a:lnTo>
                <a:lnTo>
                  <a:pt x="691" y="346"/>
                </a:lnTo>
                <a:lnTo>
                  <a:pt x="691" y="347"/>
                </a:lnTo>
                <a:lnTo>
                  <a:pt x="689" y="348"/>
                </a:lnTo>
                <a:lnTo>
                  <a:pt x="689" y="349"/>
                </a:lnTo>
                <a:lnTo>
                  <a:pt x="690" y="349"/>
                </a:lnTo>
                <a:lnTo>
                  <a:pt x="691" y="349"/>
                </a:lnTo>
                <a:lnTo>
                  <a:pt x="692" y="350"/>
                </a:lnTo>
                <a:lnTo>
                  <a:pt x="691" y="350"/>
                </a:lnTo>
                <a:lnTo>
                  <a:pt x="691" y="351"/>
                </a:lnTo>
                <a:lnTo>
                  <a:pt x="692" y="351"/>
                </a:lnTo>
                <a:lnTo>
                  <a:pt x="692" y="350"/>
                </a:lnTo>
                <a:lnTo>
                  <a:pt x="693" y="350"/>
                </a:lnTo>
                <a:lnTo>
                  <a:pt x="694" y="350"/>
                </a:lnTo>
                <a:lnTo>
                  <a:pt x="694" y="351"/>
                </a:lnTo>
                <a:lnTo>
                  <a:pt x="693" y="351"/>
                </a:lnTo>
                <a:lnTo>
                  <a:pt x="693" y="352"/>
                </a:lnTo>
                <a:lnTo>
                  <a:pt x="691" y="353"/>
                </a:lnTo>
                <a:lnTo>
                  <a:pt x="690" y="353"/>
                </a:lnTo>
                <a:lnTo>
                  <a:pt x="689" y="353"/>
                </a:lnTo>
                <a:lnTo>
                  <a:pt x="688" y="354"/>
                </a:lnTo>
                <a:lnTo>
                  <a:pt x="689" y="355"/>
                </a:lnTo>
                <a:lnTo>
                  <a:pt x="688" y="356"/>
                </a:lnTo>
                <a:lnTo>
                  <a:pt x="688" y="357"/>
                </a:lnTo>
                <a:lnTo>
                  <a:pt x="687" y="357"/>
                </a:lnTo>
                <a:lnTo>
                  <a:pt x="687" y="358"/>
                </a:lnTo>
                <a:lnTo>
                  <a:pt x="688" y="357"/>
                </a:lnTo>
                <a:lnTo>
                  <a:pt x="688" y="358"/>
                </a:lnTo>
                <a:lnTo>
                  <a:pt x="687" y="358"/>
                </a:lnTo>
                <a:lnTo>
                  <a:pt x="686" y="359"/>
                </a:lnTo>
                <a:lnTo>
                  <a:pt x="685" y="359"/>
                </a:lnTo>
                <a:lnTo>
                  <a:pt x="684" y="360"/>
                </a:lnTo>
                <a:lnTo>
                  <a:pt x="683" y="361"/>
                </a:lnTo>
                <a:lnTo>
                  <a:pt x="683" y="360"/>
                </a:lnTo>
                <a:lnTo>
                  <a:pt x="682" y="360"/>
                </a:lnTo>
                <a:lnTo>
                  <a:pt x="682" y="359"/>
                </a:lnTo>
                <a:lnTo>
                  <a:pt x="683" y="358"/>
                </a:lnTo>
                <a:lnTo>
                  <a:pt x="684" y="357"/>
                </a:lnTo>
                <a:lnTo>
                  <a:pt x="684" y="355"/>
                </a:lnTo>
                <a:lnTo>
                  <a:pt x="683" y="354"/>
                </a:lnTo>
                <a:lnTo>
                  <a:pt x="681" y="353"/>
                </a:lnTo>
                <a:lnTo>
                  <a:pt x="679" y="352"/>
                </a:lnTo>
                <a:lnTo>
                  <a:pt x="678" y="352"/>
                </a:lnTo>
                <a:lnTo>
                  <a:pt x="677" y="352"/>
                </a:lnTo>
                <a:lnTo>
                  <a:pt x="678" y="352"/>
                </a:lnTo>
                <a:lnTo>
                  <a:pt x="678" y="353"/>
                </a:lnTo>
                <a:lnTo>
                  <a:pt x="678" y="354"/>
                </a:lnTo>
                <a:lnTo>
                  <a:pt x="675" y="354"/>
                </a:lnTo>
                <a:lnTo>
                  <a:pt x="673" y="354"/>
                </a:lnTo>
                <a:lnTo>
                  <a:pt x="670" y="352"/>
                </a:lnTo>
                <a:lnTo>
                  <a:pt x="667" y="351"/>
                </a:lnTo>
                <a:lnTo>
                  <a:pt x="666" y="350"/>
                </a:lnTo>
                <a:lnTo>
                  <a:pt x="664" y="349"/>
                </a:lnTo>
                <a:lnTo>
                  <a:pt x="660" y="349"/>
                </a:lnTo>
                <a:lnTo>
                  <a:pt x="658" y="349"/>
                </a:lnTo>
                <a:lnTo>
                  <a:pt x="657" y="350"/>
                </a:lnTo>
                <a:lnTo>
                  <a:pt x="655" y="351"/>
                </a:lnTo>
                <a:lnTo>
                  <a:pt x="654" y="354"/>
                </a:lnTo>
                <a:lnTo>
                  <a:pt x="656" y="356"/>
                </a:lnTo>
                <a:lnTo>
                  <a:pt x="657" y="358"/>
                </a:lnTo>
                <a:lnTo>
                  <a:pt x="659" y="358"/>
                </a:lnTo>
                <a:lnTo>
                  <a:pt x="659" y="357"/>
                </a:lnTo>
                <a:lnTo>
                  <a:pt x="660" y="356"/>
                </a:lnTo>
                <a:lnTo>
                  <a:pt x="662" y="357"/>
                </a:lnTo>
                <a:lnTo>
                  <a:pt x="664" y="359"/>
                </a:lnTo>
                <a:lnTo>
                  <a:pt x="664" y="360"/>
                </a:lnTo>
                <a:lnTo>
                  <a:pt x="664" y="361"/>
                </a:lnTo>
                <a:lnTo>
                  <a:pt x="664" y="362"/>
                </a:lnTo>
                <a:lnTo>
                  <a:pt x="665" y="362"/>
                </a:lnTo>
                <a:lnTo>
                  <a:pt x="664" y="362"/>
                </a:lnTo>
                <a:lnTo>
                  <a:pt x="664" y="363"/>
                </a:lnTo>
                <a:lnTo>
                  <a:pt x="664" y="364"/>
                </a:lnTo>
                <a:lnTo>
                  <a:pt x="664" y="365"/>
                </a:lnTo>
                <a:lnTo>
                  <a:pt x="664" y="366"/>
                </a:lnTo>
                <a:lnTo>
                  <a:pt x="664" y="367"/>
                </a:lnTo>
                <a:lnTo>
                  <a:pt x="664" y="368"/>
                </a:lnTo>
                <a:lnTo>
                  <a:pt x="665" y="369"/>
                </a:lnTo>
                <a:lnTo>
                  <a:pt x="666" y="369"/>
                </a:lnTo>
                <a:lnTo>
                  <a:pt x="667" y="369"/>
                </a:lnTo>
                <a:lnTo>
                  <a:pt x="665" y="372"/>
                </a:lnTo>
                <a:lnTo>
                  <a:pt x="666" y="372"/>
                </a:lnTo>
                <a:lnTo>
                  <a:pt x="667" y="373"/>
                </a:lnTo>
                <a:lnTo>
                  <a:pt x="669" y="376"/>
                </a:lnTo>
                <a:lnTo>
                  <a:pt x="671" y="376"/>
                </a:lnTo>
                <a:lnTo>
                  <a:pt x="672" y="375"/>
                </a:lnTo>
                <a:lnTo>
                  <a:pt x="673" y="374"/>
                </a:lnTo>
                <a:lnTo>
                  <a:pt x="674" y="373"/>
                </a:lnTo>
                <a:lnTo>
                  <a:pt x="675" y="372"/>
                </a:lnTo>
                <a:lnTo>
                  <a:pt x="676" y="372"/>
                </a:lnTo>
                <a:lnTo>
                  <a:pt x="677" y="372"/>
                </a:lnTo>
                <a:lnTo>
                  <a:pt x="678" y="372"/>
                </a:lnTo>
                <a:lnTo>
                  <a:pt x="678" y="371"/>
                </a:lnTo>
                <a:lnTo>
                  <a:pt x="679" y="371"/>
                </a:lnTo>
                <a:lnTo>
                  <a:pt x="679" y="370"/>
                </a:lnTo>
                <a:lnTo>
                  <a:pt x="680" y="370"/>
                </a:lnTo>
                <a:lnTo>
                  <a:pt x="680" y="371"/>
                </a:lnTo>
                <a:lnTo>
                  <a:pt x="680" y="372"/>
                </a:lnTo>
                <a:lnTo>
                  <a:pt x="679" y="372"/>
                </a:lnTo>
                <a:lnTo>
                  <a:pt x="679" y="373"/>
                </a:lnTo>
                <a:lnTo>
                  <a:pt x="680" y="373"/>
                </a:lnTo>
                <a:lnTo>
                  <a:pt x="681" y="372"/>
                </a:lnTo>
                <a:lnTo>
                  <a:pt x="681" y="371"/>
                </a:lnTo>
                <a:lnTo>
                  <a:pt x="682" y="368"/>
                </a:lnTo>
                <a:lnTo>
                  <a:pt x="683" y="367"/>
                </a:lnTo>
                <a:lnTo>
                  <a:pt x="685" y="366"/>
                </a:lnTo>
                <a:lnTo>
                  <a:pt x="685" y="367"/>
                </a:lnTo>
                <a:lnTo>
                  <a:pt x="686" y="367"/>
                </a:lnTo>
                <a:lnTo>
                  <a:pt x="687" y="366"/>
                </a:lnTo>
                <a:lnTo>
                  <a:pt x="687" y="365"/>
                </a:lnTo>
                <a:lnTo>
                  <a:pt x="686" y="364"/>
                </a:lnTo>
                <a:lnTo>
                  <a:pt x="687" y="363"/>
                </a:lnTo>
                <a:lnTo>
                  <a:pt x="687" y="364"/>
                </a:lnTo>
                <a:lnTo>
                  <a:pt x="688" y="364"/>
                </a:lnTo>
                <a:lnTo>
                  <a:pt x="688" y="363"/>
                </a:lnTo>
                <a:lnTo>
                  <a:pt x="687" y="363"/>
                </a:lnTo>
                <a:lnTo>
                  <a:pt x="687" y="362"/>
                </a:lnTo>
                <a:lnTo>
                  <a:pt x="688" y="362"/>
                </a:lnTo>
                <a:lnTo>
                  <a:pt x="689" y="362"/>
                </a:lnTo>
                <a:lnTo>
                  <a:pt x="689" y="361"/>
                </a:lnTo>
                <a:lnTo>
                  <a:pt x="690" y="360"/>
                </a:lnTo>
                <a:lnTo>
                  <a:pt x="691" y="360"/>
                </a:lnTo>
                <a:lnTo>
                  <a:pt x="691" y="359"/>
                </a:lnTo>
                <a:lnTo>
                  <a:pt x="692" y="357"/>
                </a:lnTo>
                <a:lnTo>
                  <a:pt x="693" y="356"/>
                </a:lnTo>
                <a:lnTo>
                  <a:pt x="694" y="355"/>
                </a:lnTo>
                <a:lnTo>
                  <a:pt x="695" y="355"/>
                </a:lnTo>
                <a:lnTo>
                  <a:pt x="695" y="356"/>
                </a:lnTo>
                <a:lnTo>
                  <a:pt x="695" y="358"/>
                </a:lnTo>
                <a:lnTo>
                  <a:pt x="696" y="358"/>
                </a:lnTo>
                <a:lnTo>
                  <a:pt x="698" y="358"/>
                </a:lnTo>
                <a:lnTo>
                  <a:pt x="698" y="359"/>
                </a:lnTo>
                <a:lnTo>
                  <a:pt x="700" y="359"/>
                </a:lnTo>
                <a:lnTo>
                  <a:pt x="700" y="360"/>
                </a:lnTo>
                <a:lnTo>
                  <a:pt x="699" y="361"/>
                </a:lnTo>
                <a:lnTo>
                  <a:pt x="698" y="362"/>
                </a:lnTo>
                <a:lnTo>
                  <a:pt x="698" y="363"/>
                </a:lnTo>
                <a:lnTo>
                  <a:pt x="700" y="363"/>
                </a:lnTo>
                <a:lnTo>
                  <a:pt x="701" y="362"/>
                </a:lnTo>
                <a:lnTo>
                  <a:pt x="702" y="363"/>
                </a:lnTo>
                <a:lnTo>
                  <a:pt x="703" y="365"/>
                </a:lnTo>
                <a:lnTo>
                  <a:pt x="703" y="364"/>
                </a:lnTo>
                <a:lnTo>
                  <a:pt x="704" y="364"/>
                </a:lnTo>
                <a:lnTo>
                  <a:pt x="704" y="365"/>
                </a:lnTo>
                <a:lnTo>
                  <a:pt x="703" y="367"/>
                </a:lnTo>
                <a:lnTo>
                  <a:pt x="702" y="367"/>
                </a:lnTo>
                <a:lnTo>
                  <a:pt x="701" y="368"/>
                </a:lnTo>
                <a:lnTo>
                  <a:pt x="701" y="369"/>
                </a:lnTo>
                <a:lnTo>
                  <a:pt x="702" y="370"/>
                </a:lnTo>
                <a:lnTo>
                  <a:pt x="704" y="370"/>
                </a:lnTo>
                <a:lnTo>
                  <a:pt x="705" y="369"/>
                </a:lnTo>
                <a:lnTo>
                  <a:pt x="707" y="368"/>
                </a:lnTo>
                <a:lnTo>
                  <a:pt x="708" y="368"/>
                </a:lnTo>
                <a:lnTo>
                  <a:pt x="709" y="369"/>
                </a:lnTo>
                <a:lnTo>
                  <a:pt x="708" y="369"/>
                </a:lnTo>
                <a:lnTo>
                  <a:pt x="708" y="370"/>
                </a:lnTo>
                <a:lnTo>
                  <a:pt x="709" y="370"/>
                </a:lnTo>
                <a:lnTo>
                  <a:pt x="710" y="370"/>
                </a:lnTo>
                <a:lnTo>
                  <a:pt x="710" y="369"/>
                </a:lnTo>
                <a:lnTo>
                  <a:pt x="710" y="368"/>
                </a:lnTo>
                <a:lnTo>
                  <a:pt x="712" y="367"/>
                </a:lnTo>
                <a:lnTo>
                  <a:pt x="713" y="367"/>
                </a:lnTo>
                <a:lnTo>
                  <a:pt x="714" y="366"/>
                </a:lnTo>
                <a:lnTo>
                  <a:pt x="714" y="365"/>
                </a:lnTo>
                <a:lnTo>
                  <a:pt x="717" y="363"/>
                </a:lnTo>
                <a:lnTo>
                  <a:pt x="718" y="362"/>
                </a:lnTo>
                <a:lnTo>
                  <a:pt x="719" y="362"/>
                </a:lnTo>
                <a:lnTo>
                  <a:pt x="718" y="363"/>
                </a:lnTo>
                <a:lnTo>
                  <a:pt x="717" y="364"/>
                </a:lnTo>
                <a:lnTo>
                  <a:pt x="717" y="365"/>
                </a:lnTo>
                <a:lnTo>
                  <a:pt x="717" y="366"/>
                </a:lnTo>
                <a:lnTo>
                  <a:pt x="716" y="367"/>
                </a:lnTo>
                <a:lnTo>
                  <a:pt x="715" y="367"/>
                </a:lnTo>
                <a:lnTo>
                  <a:pt x="714" y="369"/>
                </a:lnTo>
                <a:lnTo>
                  <a:pt x="714" y="370"/>
                </a:lnTo>
                <a:lnTo>
                  <a:pt x="712" y="371"/>
                </a:lnTo>
                <a:lnTo>
                  <a:pt x="712" y="372"/>
                </a:lnTo>
                <a:lnTo>
                  <a:pt x="711" y="372"/>
                </a:lnTo>
                <a:lnTo>
                  <a:pt x="710" y="374"/>
                </a:lnTo>
                <a:lnTo>
                  <a:pt x="711" y="374"/>
                </a:lnTo>
                <a:lnTo>
                  <a:pt x="711" y="375"/>
                </a:lnTo>
                <a:lnTo>
                  <a:pt x="710" y="376"/>
                </a:lnTo>
                <a:lnTo>
                  <a:pt x="708" y="376"/>
                </a:lnTo>
                <a:lnTo>
                  <a:pt x="707" y="376"/>
                </a:lnTo>
                <a:lnTo>
                  <a:pt x="707" y="375"/>
                </a:lnTo>
                <a:lnTo>
                  <a:pt x="706" y="375"/>
                </a:lnTo>
                <a:lnTo>
                  <a:pt x="704" y="377"/>
                </a:lnTo>
                <a:lnTo>
                  <a:pt x="704" y="378"/>
                </a:lnTo>
                <a:lnTo>
                  <a:pt x="704" y="377"/>
                </a:lnTo>
                <a:lnTo>
                  <a:pt x="703" y="377"/>
                </a:lnTo>
                <a:lnTo>
                  <a:pt x="704" y="376"/>
                </a:lnTo>
                <a:lnTo>
                  <a:pt x="704" y="375"/>
                </a:lnTo>
                <a:lnTo>
                  <a:pt x="703" y="375"/>
                </a:lnTo>
                <a:lnTo>
                  <a:pt x="703" y="374"/>
                </a:lnTo>
                <a:lnTo>
                  <a:pt x="702" y="375"/>
                </a:lnTo>
                <a:lnTo>
                  <a:pt x="700" y="374"/>
                </a:lnTo>
                <a:lnTo>
                  <a:pt x="700" y="373"/>
                </a:lnTo>
                <a:lnTo>
                  <a:pt x="699" y="374"/>
                </a:lnTo>
                <a:lnTo>
                  <a:pt x="698" y="375"/>
                </a:lnTo>
                <a:lnTo>
                  <a:pt x="697" y="376"/>
                </a:lnTo>
                <a:lnTo>
                  <a:pt x="694" y="376"/>
                </a:lnTo>
                <a:lnTo>
                  <a:pt x="691" y="379"/>
                </a:lnTo>
                <a:lnTo>
                  <a:pt x="691" y="380"/>
                </a:lnTo>
                <a:lnTo>
                  <a:pt x="691" y="381"/>
                </a:lnTo>
                <a:lnTo>
                  <a:pt x="691" y="382"/>
                </a:lnTo>
                <a:lnTo>
                  <a:pt x="692" y="383"/>
                </a:lnTo>
                <a:lnTo>
                  <a:pt x="694" y="382"/>
                </a:lnTo>
                <a:lnTo>
                  <a:pt x="695" y="382"/>
                </a:lnTo>
                <a:lnTo>
                  <a:pt x="695" y="384"/>
                </a:lnTo>
                <a:lnTo>
                  <a:pt x="693" y="386"/>
                </a:lnTo>
                <a:lnTo>
                  <a:pt x="692" y="386"/>
                </a:lnTo>
                <a:lnTo>
                  <a:pt x="691" y="386"/>
                </a:lnTo>
                <a:lnTo>
                  <a:pt x="691" y="385"/>
                </a:lnTo>
                <a:lnTo>
                  <a:pt x="691" y="384"/>
                </a:lnTo>
                <a:lnTo>
                  <a:pt x="690" y="383"/>
                </a:lnTo>
                <a:lnTo>
                  <a:pt x="690" y="382"/>
                </a:lnTo>
                <a:lnTo>
                  <a:pt x="687" y="382"/>
                </a:lnTo>
                <a:lnTo>
                  <a:pt x="686" y="382"/>
                </a:lnTo>
                <a:lnTo>
                  <a:pt x="684" y="383"/>
                </a:lnTo>
                <a:lnTo>
                  <a:pt x="684" y="384"/>
                </a:lnTo>
                <a:lnTo>
                  <a:pt x="685" y="385"/>
                </a:lnTo>
                <a:lnTo>
                  <a:pt x="685" y="384"/>
                </a:lnTo>
                <a:lnTo>
                  <a:pt x="686" y="385"/>
                </a:lnTo>
                <a:lnTo>
                  <a:pt x="684" y="386"/>
                </a:lnTo>
                <a:lnTo>
                  <a:pt x="683" y="386"/>
                </a:lnTo>
                <a:lnTo>
                  <a:pt x="684" y="386"/>
                </a:lnTo>
                <a:lnTo>
                  <a:pt x="684" y="385"/>
                </a:lnTo>
                <a:lnTo>
                  <a:pt x="683" y="385"/>
                </a:lnTo>
                <a:lnTo>
                  <a:pt x="681" y="387"/>
                </a:lnTo>
                <a:lnTo>
                  <a:pt x="680" y="387"/>
                </a:lnTo>
                <a:lnTo>
                  <a:pt x="680" y="388"/>
                </a:lnTo>
                <a:lnTo>
                  <a:pt x="679" y="388"/>
                </a:lnTo>
                <a:lnTo>
                  <a:pt x="678" y="388"/>
                </a:lnTo>
                <a:lnTo>
                  <a:pt x="677" y="388"/>
                </a:lnTo>
                <a:lnTo>
                  <a:pt x="674" y="389"/>
                </a:lnTo>
                <a:lnTo>
                  <a:pt x="673" y="390"/>
                </a:lnTo>
                <a:lnTo>
                  <a:pt x="670" y="391"/>
                </a:lnTo>
                <a:lnTo>
                  <a:pt x="668" y="391"/>
                </a:lnTo>
                <a:lnTo>
                  <a:pt x="666" y="391"/>
                </a:lnTo>
                <a:lnTo>
                  <a:pt x="664" y="393"/>
                </a:lnTo>
                <a:lnTo>
                  <a:pt x="663" y="394"/>
                </a:lnTo>
                <a:lnTo>
                  <a:pt x="663" y="395"/>
                </a:lnTo>
                <a:lnTo>
                  <a:pt x="664" y="395"/>
                </a:lnTo>
                <a:lnTo>
                  <a:pt x="665" y="395"/>
                </a:lnTo>
                <a:lnTo>
                  <a:pt x="666" y="394"/>
                </a:lnTo>
                <a:lnTo>
                  <a:pt x="667" y="394"/>
                </a:lnTo>
                <a:lnTo>
                  <a:pt x="668" y="395"/>
                </a:lnTo>
                <a:lnTo>
                  <a:pt x="668" y="396"/>
                </a:lnTo>
                <a:lnTo>
                  <a:pt x="669" y="396"/>
                </a:lnTo>
                <a:lnTo>
                  <a:pt x="671" y="398"/>
                </a:lnTo>
                <a:lnTo>
                  <a:pt x="672" y="398"/>
                </a:lnTo>
                <a:lnTo>
                  <a:pt x="672" y="399"/>
                </a:lnTo>
                <a:lnTo>
                  <a:pt x="671" y="399"/>
                </a:lnTo>
                <a:lnTo>
                  <a:pt x="670" y="399"/>
                </a:lnTo>
                <a:lnTo>
                  <a:pt x="669" y="400"/>
                </a:lnTo>
                <a:lnTo>
                  <a:pt x="669" y="401"/>
                </a:lnTo>
                <a:lnTo>
                  <a:pt x="669" y="402"/>
                </a:lnTo>
                <a:lnTo>
                  <a:pt x="670" y="402"/>
                </a:lnTo>
                <a:lnTo>
                  <a:pt x="670" y="403"/>
                </a:lnTo>
                <a:lnTo>
                  <a:pt x="670" y="404"/>
                </a:lnTo>
                <a:lnTo>
                  <a:pt x="669" y="405"/>
                </a:lnTo>
                <a:lnTo>
                  <a:pt x="668" y="405"/>
                </a:lnTo>
                <a:lnTo>
                  <a:pt x="665" y="406"/>
                </a:lnTo>
                <a:lnTo>
                  <a:pt x="665" y="407"/>
                </a:lnTo>
                <a:lnTo>
                  <a:pt x="664" y="409"/>
                </a:lnTo>
                <a:lnTo>
                  <a:pt x="664" y="410"/>
                </a:lnTo>
                <a:lnTo>
                  <a:pt x="663" y="410"/>
                </a:lnTo>
                <a:lnTo>
                  <a:pt x="661" y="411"/>
                </a:lnTo>
                <a:lnTo>
                  <a:pt x="660" y="412"/>
                </a:lnTo>
                <a:lnTo>
                  <a:pt x="660" y="414"/>
                </a:lnTo>
                <a:lnTo>
                  <a:pt x="660" y="416"/>
                </a:lnTo>
                <a:lnTo>
                  <a:pt x="661" y="416"/>
                </a:lnTo>
                <a:lnTo>
                  <a:pt x="661" y="417"/>
                </a:lnTo>
                <a:lnTo>
                  <a:pt x="662" y="418"/>
                </a:lnTo>
                <a:lnTo>
                  <a:pt x="663" y="418"/>
                </a:lnTo>
                <a:lnTo>
                  <a:pt x="663" y="419"/>
                </a:lnTo>
                <a:lnTo>
                  <a:pt x="662" y="419"/>
                </a:lnTo>
                <a:lnTo>
                  <a:pt x="660" y="420"/>
                </a:lnTo>
                <a:lnTo>
                  <a:pt x="659" y="421"/>
                </a:lnTo>
                <a:lnTo>
                  <a:pt x="658" y="421"/>
                </a:lnTo>
                <a:lnTo>
                  <a:pt x="655" y="422"/>
                </a:lnTo>
                <a:lnTo>
                  <a:pt x="654" y="422"/>
                </a:lnTo>
                <a:lnTo>
                  <a:pt x="653" y="423"/>
                </a:lnTo>
                <a:lnTo>
                  <a:pt x="653" y="424"/>
                </a:lnTo>
                <a:lnTo>
                  <a:pt x="652" y="425"/>
                </a:lnTo>
                <a:lnTo>
                  <a:pt x="652" y="426"/>
                </a:lnTo>
                <a:lnTo>
                  <a:pt x="649" y="432"/>
                </a:lnTo>
                <a:lnTo>
                  <a:pt x="648" y="433"/>
                </a:lnTo>
                <a:lnTo>
                  <a:pt x="647" y="436"/>
                </a:lnTo>
                <a:lnTo>
                  <a:pt x="647" y="437"/>
                </a:lnTo>
                <a:lnTo>
                  <a:pt x="648" y="438"/>
                </a:lnTo>
                <a:lnTo>
                  <a:pt x="647" y="440"/>
                </a:lnTo>
                <a:lnTo>
                  <a:pt x="647" y="443"/>
                </a:lnTo>
                <a:lnTo>
                  <a:pt x="647" y="444"/>
                </a:lnTo>
                <a:lnTo>
                  <a:pt x="646" y="445"/>
                </a:lnTo>
                <a:lnTo>
                  <a:pt x="644" y="447"/>
                </a:lnTo>
                <a:lnTo>
                  <a:pt x="644" y="448"/>
                </a:lnTo>
                <a:lnTo>
                  <a:pt x="645" y="447"/>
                </a:lnTo>
                <a:lnTo>
                  <a:pt x="646" y="447"/>
                </a:lnTo>
                <a:lnTo>
                  <a:pt x="647" y="446"/>
                </a:lnTo>
                <a:lnTo>
                  <a:pt x="647" y="445"/>
                </a:lnTo>
                <a:lnTo>
                  <a:pt x="648" y="445"/>
                </a:lnTo>
                <a:lnTo>
                  <a:pt x="648" y="444"/>
                </a:lnTo>
                <a:lnTo>
                  <a:pt x="648" y="443"/>
                </a:lnTo>
                <a:lnTo>
                  <a:pt x="648" y="442"/>
                </a:lnTo>
                <a:lnTo>
                  <a:pt x="648" y="441"/>
                </a:lnTo>
                <a:lnTo>
                  <a:pt x="648" y="440"/>
                </a:lnTo>
                <a:lnTo>
                  <a:pt x="648" y="438"/>
                </a:lnTo>
                <a:lnTo>
                  <a:pt x="649" y="437"/>
                </a:lnTo>
                <a:lnTo>
                  <a:pt x="650" y="437"/>
                </a:lnTo>
                <a:lnTo>
                  <a:pt x="650" y="436"/>
                </a:lnTo>
                <a:lnTo>
                  <a:pt x="651" y="435"/>
                </a:lnTo>
                <a:lnTo>
                  <a:pt x="652" y="434"/>
                </a:lnTo>
                <a:lnTo>
                  <a:pt x="653" y="434"/>
                </a:lnTo>
                <a:lnTo>
                  <a:pt x="654" y="435"/>
                </a:lnTo>
                <a:lnTo>
                  <a:pt x="655" y="437"/>
                </a:lnTo>
                <a:lnTo>
                  <a:pt x="656" y="438"/>
                </a:lnTo>
                <a:lnTo>
                  <a:pt x="660" y="439"/>
                </a:lnTo>
                <a:lnTo>
                  <a:pt x="661" y="438"/>
                </a:lnTo>
                <a:lnTo>
                  <a:pt x="662" y="438"/>
                </a:lnTo>
                <a:lnTo>
                  <a:pt x="663" y="438"/>
                </a:lnTo>
                <a:lnTo>
                  <a:pt x="664" y="438"/>
                </a:lnTo>
                <a:lnTo>
                  <a:pt x="666" y="438"/>
                </a:lnTo>
                <a:lnTo>
                  <a:pt x="666" y="440"/>
                </a:lnTo>
                <a:lnTo>
                  <a:pt x="667" y="441"/>
                </a:lnTo>
                <a:lnTo>
                  <a:pt x="669" y="441"/>
                </a:lnTo>
                <a:lnTo>
                  <a:pt x="670" y="441"/>
                </a:lnTo>
                <a:lnTo>
                  <a:pt x="677" y="443"/>
                </a:lnTo>
                <a:lnTo>
                  <a:pt x="678" y="442"/>
                </a:lnTo>
                <a:lnTo>
                  <a:pt x="679" y="441"/>
                </a:lnTo>
                <a:lnTo>
                  <a:pt x="680" y="441"/>
                </a:lnTo>
                <a:lnTo>
                  <a:pt x="682" y="440"/>
                </a:lnTo>
                <a:lnTo>
                  <a:pt x="684" y="440"/>
                </a:lnTo>
                <a:lnTo>
                  <a:pt x="686" y="441"/>
                </a:lnTo>
                <a:lnTo>
                  <a:pt x="686" y="442"/>
                </a:lnTo>
                <a:lnTo>
                  <a:pt x="686" y="443"/>
                </a:lnTo>
                <a:lnTo>
                  <a:pt x="686" y="444"/>
                </a:lnTo>
                <a:lnTo>
                  <a:pt x="686" y="449"/>
                </a:lnTo>
                <a:lnTo>
                  <a:pt x="686" y="452"/>
                </a:lnTo>
                <a:lnTo>
                  <a:pt x="684" y="454"/>
                </a:lnTo>
                <a:lnTo>
                  <a:pt x="683" y="455"/>
                </a:lnTo>
                <a:lnTo>
                  <a:pt x="683" y="456"/>
                </a:lnTo>
                <a:lnTo>
                  <a:pt x="683" y="459"/>
                </a:lnTo>
                <a:lnTo>
                  <a:pt x="683" y="462"/>
                </a:lnTo>
                <a:lnTo>
                  <a:pt x="683" y="463"/>
                </a:lnTo>
                <a:lnTo>
                  <a:pt x="682" y="464"/>
                </a:lnTo>
                <a:lnTo>
                  <a:pt x="680" y="464"/>
                </a:lnTo>
                <a:lnTo>
                  <a:pt x="678" y="464"/>
                </a:lnTo>
                <a:lnTo>
                  <a:pt x="677" y="465"/>
                </a:lnTo>
                <a:lnTo>
                  <a:pt x="675" y="465"/>
                </a:lnTo>
                <a:lnTo>
                  <a:pt x="674" y="467"/>
                </a:lnTo>
                <a:lnTo>
                  <a:pt x="673" y="469"/>
                </a:lnTo>
                <a:lnTo>
                  <a:pt x="672" y="472"/>
                </a:lnTo>
                <a:lnTo>
                  <a:pt x="672" y="475"/>
                </a:lnTo>
                <a:lnTo>
                  <a:pt x="672" y="477"/>
                </a:lnTo>
                <a:lnTo>
                  <a:pt x="673" y="478"/>
                </a:lnTo>
                <a:lnTo>
                  <a:pt x="674" y="479"/>
                </a:lnTo>
                <a:lnTo>
                  <a:pt x="672" y="483"/>
                </a:lnTo>
                <a:lnTo>
                  <a:pt x="673" y="485"/>
                </a:lnTo>
                <a:lnTo>
                  <a:pt x="674" y="488"/>
                </a:lnTo>
                <a:lnTo>
                  <a:pt x="675" y="490"/>
                </a:lnTo>
                <a:lnTo>
                  <a:pt x="675" y="491"/>
                </a:lnTo>
                <a:lnTo>
                  <a:pt x="675" y="492"/>
                </a:lnTo>
                <a:lnTo>
                  <a:pt x="675" y="493"/>
                </a:lnTo>
                <a:lnTo>
                  <a:pt x="676" y="494"/>
                </a:lnTo>
                <a:lnTo>
                  <a:pt x="677" y="495"/>
                </a:lnTo>
                <a:lnTo>
                  <a:pt x="678" y="495"/>
                </a:lnTo>
                <a:lnTo>
                  <a:pt x="679" y="495"/>
                </a:lnTo>
                <a:lnTo>
                  <a:pt x="679" y="496"/>
                </a:lnTo>
                <a:lnTo>
                  <a:pt x="678" y="498"/>
                </a:lnTo>
                <a:lnTo>
                  <a:pt x="677" y="498"/>
                </a:lnTo>
                <a:lnTo>
                  <a:pt x="676" y="500"/>
                </a:lnTo>
                <a:lnTo>
                  <a:pt x="675" y="501"/>
                </a:lnTo>
                <a:lnTo>
                  <a:pt x="674" y="501"/>
                </a:lnTo>
                <a:lnTo>
                  <a:pt x="674" y="502"/>
                </a:lnTo>
                <a:lnTo>
                  <a:pt x="674" y="503"/>
                </a:lnTo>
                <a:lnTo>
                  <a:pt x="674" y="504"/>
                </a:lnTo>
                <a:lnTo>
                  <a:pt x="674" y="506"/>
                </a:lnTo>
                <a:lnTo>
                  <a:pt x="675" y="507"/>
                </a:lnTo>
                <a:lnTo>
                  <a:pt x="674" y="510"/>
                </a:lnTo>
                <a:lnTo>
                  <a:pt x="673" y="511"/>
                </a:lnTo>
                <a:lnTo>
                  <a:pt x="672" y="511"/>
                </a:lnTo>
                <a:lnTo>
                  <a:pt x="671" y="511"/>
                </a:lnTo>
                <a:lnTo>
                  <a:pt x="670" y="511"/>
                </a:lnTo>
                <a:lnTo>
                  <a:pt x="667" y="511"/>
                </a:lnTo>
                <a:lnTo>
                  <a:pt x="665" y="511"/>
                </a:lnTo>
                <a:lnTo>
                  <a:pt x="660" y="513"/>
                </a:lnTo>
                <a:lnTo>
                  <a:pt x="659" y="514"/>
                </a:lnTo>
                <a:lnTo>
                  <a:pt x="657" y="515"/>
                </a:lnTo>
                <a:lnTo>
                  <a:pt x="655" y="515"/>
                </a:lnTo>
                <a:lnTo>
                  <a:pt x="655" y="514"/>
                </a:lnTo>
                <a:lnTo>
                  <a:pt x="654" y="515"/>
                </a:lnTo>
                <a:lnTo>
                  <a:pt x="653" y="515"/>
                </a:lnTo>
                <a:lnTo>
                  <a:pt x="653" y="516"/>
                </a:lnTo>
                <a:lnTo>
                  <a:pt x="654" y="516"/>
                </a:lnTo>
                <a:lnTo>
                  <a:pt x="653" y="518"/>
                </a:lnTo>
                <a:lnTo>
                  <a:pt x="652" y="517"/>
                </a:lnTo>
                <a:lnTo>
                  <a:pt x="651" y="517"/>
                </a:lnTo>
                <a:lnTo>
                  <a:pt x="651" y="518"/>
                </a:lnTo>
                <a:lnTo>
                  <a:pt x="651" y="520"/>
                </a:lnTo>
                <a:lnTo>
                  <a:pt x="650" y="520"/>
                </a:lnTo>
                <a:lnTo>
                  <a:pt x="651" y="523"/>
                </a:lnTo>
                <a:lnTo>
                  <a:pt x="651" y="524"/>
                </a:lnTo>
                <a:lnTo>
                  <a:pt x="652" y="524"/>
                </a:lnTo>
                <a:lnTo>
                  <a:pt x="652" y="523"/>
                </a:lnTo>
                <a:lnTo>
                  <a:pt x="653" y="524"/>
                </a:lnTo>
                <a:lnTo>
                  <a:pt x="653" y="525"/>
                </a:lnTo>
                <a:lnTo>
                  <a:pt x="652" y="525"/>
                </a:lnTo>
                <a:lnTo>
                  <a:pt x="654" y="527"/>
                </a:lnTo>
                <a:lnTo>
                  <a:pt x="656" y="526"/>
                </a:lnTo>
                <a:lnTo>
                  <a:pt x="657" y="527"/>
                </a:lnTo>
                <a:lnTo>
                  <a:pt x="658" y="528"/>
                </a:lnTo>
                <a:lnTo>
                  <a:pt x="660" y="526"/>
                </a:lnTo>
                <a:lnTo>
                  <a:pt x="663" y="526"/>
                </a:lnTo>
                <a:lnTo>
                  <a:pt x="664" y="527"/>
                </a:lnTo>
                <a:lnTo>
                  <a:pt x="664" y="526"/>
                </a:lnTo>
                <a:lnTo>
                  <a:pt x="664" y="525"/>
                </a:lnTo>
                <a:lnTo>
                  <a:pt x="665" y="525"/>
                </a:lnTo>
                <a:lnTo>
                  <a:pt x="665" y="526"/>
                </a:lnTo>
                <a:lnTo>
                  <a:pt x="665" y="527"/>
                </a:lnTo>
                <a:lnTo>
                  <a:pt x="666" y="529"/>
                </a:lnTo>
                <a:lnTo>
                  <a:pt x="666" y="530"/>
                </a:lnTo>
                <a:lnTo>
                  <a:pt x="665" y="532"/>
                </a:lnTo>
                <a:lnTo>
                  <a:pt x="666" y="534"/>
                </a:lnTo>
                <a:lnTo>
                  <a:pt x="667" y="534"/>
                </a:lnTo>
                <a:lnTo>
                  <a:pt x="668" y="535"/>
                </a:lnTo>
                <a:lnTo>
                  <a:pt x="670" y="534"/>
                </a:lnTo>
                <a:lnTo>
                  <a:pt x="671" y="534"/>
                </a:lnTo>
                <a:lnTo>
                  <a:pt x="673" y="535"/>
                </a:lnTo>
                <a:lnTo>
                  <a:pt x="673" y="534"/>
                </a:lnTo>
                <a:lnTo>
                  <a:pt x="674" y="534"/>
                </a:lnTo>
                <a:lnTo>
                  <a:pt x="675" y="533"/>
                </a:lnTo>
                <a:lnTo>
                  <a:pt x="675" y="532"/>
                </a:lnTo>
                <a:lnTo>
                  <a:pt x="675" y="531"/>
                </a:lnTo>
                <a:lnTo>
                  <a:pt x="676" y="532"/>
                </a:lnTo>
                <a:lnTo>
                  <a:pt x="676" y="533"/>
                </a:lnTo>
                <a:lnTo>
                  <a:pt x="676" y="536"/>
                </a:lnTo>
                <a:lnTo>
                  <a:pt x="678" y="536"/>
                </a:lnTo>
                <a:lnTo>
                  <a:pt x="678" y="535"/>
                </a:lnTo>
                <a:lnTo>
                  <a:pt x="679" y="535"/>
                </a:lnTo>
                <a:lnTo>
                  <a:pt x="680" y="536"/>
                </a:lnTo>
                <a:lnTo>
                  <a:pt x="680" y="537"/>
                </a:lnTo>
                <a:lnTo>
                  <a:pt x="680" y="538"/>
                </a:lnTo>
                <a:lnTo>
                  <a:pt x="680" y="539"/>
                </a:lnTo>
                <a:lnTo>
                  <a:pt x="681" y="540"/>
                </a:lnTo>
                <a:lnTo>
                  <a:pt x="681" y="541"/>
                </a:lnTo>
                <a:lnTo>
                  <a:pt x="682" y="542"/>
                </a:lnTo>
                <a:lnTo>
                  <a:pt x="681" y="543"/>
                </a:lnTo>
                <a:lnTo>
                  <a:pt x="680" y="543"/>
                </a:lnTo>
                <a:lnTo>
                  <a:pt x="679" y="545"/>
                </a:lnTo>
                <a:lnTo>
                  <a:pt x="679" y="546"/>
                </a:lnTo>
                <a:lnTo>
                  <a:pt x="680" y="547"/>
                </a:lnTo>
                <a:lnTo>
                  <a:pt x="681" y="547"/>
                </a:lnTo>
                <a:lnTo>
                  <a:pt x="682" y="547"/>
                </a:lnTo>
                <a:lnTo>
                  <a:pt x="681" y="549"/>
                </a:lnTo>
                <a:lnTo>
                  <a:pt x="680" y="550"/>
                </a:lnTo>
                <a:lnTo>
                  <a:pt x="681" y="551"/>
                </a:lnTo>
                <a:lnTo>
                  <a:pt x="683" y="551"/>
                </a:lnTo>
                <a:lnTo>
                  <a:pt x="684" y="550"/>
                </a:lnTo>
                <a:lnTo>
                  <a:pt x="684" y="551"/>
                </a:lnTo>
                <a:lnTo>
                  <a:pt x="683" y="552"/>
                </a:lnTo>
                <a:lnTo>
                  <a:pt x="682" y="552"/>
                </a:lnTo>
                <a:lnTo>
                  <a:pt x="681" y="553"/>
                </a:lnTo>
                <a:lnTo>
                  <a:pt x="682" y="556"/>
                </a:lnTo>
                <a:lnTo>
                  <a:pt x="684" y="557"/>
                </a:lnTo>
                <a:lnTo>
                  <a:pt x="686" y="556"/>
                </a:lnTo>
                <a:lnTo>
                  <a:pt x="687" y="555"/>
                </a:lnTo>
                <a:lnTo>
                  <a:pt x="688" y="556"/>
                </a:lnTo>
                <a:lnTo>
                  <a:pt x="689" y="555"/>
                </a:lnTo>
                <a:lnTo>
                  <a:pt x="688" y="554"/>
                </a:lnTo>
                <a:lnTo>
                  <a:pt x="689" y="554"/>
                </a:lnTo>
                <a:lnTo>
                  <a:pt x="689" y="555"/>
                </a:lnTo>
                <a:lnTo>
                  <a:pt x="689" y="556"/>
                </a:lnTo>
                <a:lnTo>
                  <a:pt x="689" y="558"/>
                </a:lnTo>
                <a:lnTo>
                  <a:pt x="689" y="559"/>
                </a:lnTo>
                <a:lnTo>
                  <a:pt x="687" y="560"/>
                </a:lnTo>
                <a:lnTo>
                  <a:pt x="686" y="560"/>
                </a:lnTo>
                <a:lnTo>
                  <a:pt x="684" y="561"/>
                </a:lnTo>
                <a:lnTo>
                  <a:pt x="684" y="562"/>
                </a:lnTo>
                <a:lnTo>
                  <a:pt x="684" y="563"/>
                </a:lnTo>
                <a:lnTo>
                  <a:pt x="685" y="563"/>
                </a:lnTo>
                <a:lnTo>
                  <a:pt x="685" y="562"/>
                </a:lnTo>
                <a:lnTo>
                  <a:pt x="686" y="562"/>
                </a:lnTo>
                <a:lnTo>
                  <a:pt x="687" y="563"/>
                </a:lnTo>
                <a:lnTo>
                  <a:pt x="689" y="563"/>
                </a:lnTo>
                <a:lnTo>
                  <a:pt x="690" y="562"/>
                </a:lnTo>
                <a:lnTo>
                  <a:pt x="691" y="562"/>
                </a:lnTo>
                <a:lnTo>
                  <a:pt x="692" y="563"/>
                </a:lnTo>
                <a:lnTo>
                  <a:pt x="693" y="565"/>
                </a:lnTo>
                <a:lnTo>
                  <a:pt x="693" y="566"/>
                </a:lnTo>
                <a:lnTo>
                  <a:pt x="693" y="567"/>
                </a:lnTo>
                <a:lnTo>
                  <a:pt x="693" y="568"/>
                </a:lnTo>
                <a:lnTo>
                  <a:pt x="693" y="569"/>
                </a:lnTo>
                <a:lnTo>
                  <a:pt x="694" y="570"/>
                </a:lnTo>
                <a:lnTo>
                  <a:pt x="694" y="572"/>
                </a:lnTo>
                <a:lnTo>
                  <a:pt x="694" y="573"/>
                </a:lnTo>
                <a:lnTo>
                  <a:pt x="694" y="572"/>
                </a:lnTo>
                <a:lnTo>
                  <a:pt x="695" y="572"/>
                </a:lnTo>
                <a:lnTo>
                  <a:pt x="694" y="572"/>
                </a:lnTo>
                <a:lnTo>
                  <a:pt x="694" y="573"/>
                </a:lnTo>
                <a:lnTo>
                  <a:pt x="695" y="573"/>
                </a:lnTo>
                <a:lnTo>
                  <a:pt x="695" y="574"/>
                </a:lnTo>
                <a:lnTo>
                  <a:pt x="694" y="574"/>
                </a:lnTo>
                <a:lnTo>
                  <a:pt x="693" y="574"/>
                </a:lnTo>
                <a:lnTo>
                  <a:pt x="692" y="575"/>
                </a:lnTo>
                <a:lnTo>
                  <a:pt x="690" y="576"/>
                </a:lnTo>
                <a:lnTo>
                  <a:pt x="689" y="577"/>
                </a:lnTo>
                <a:lnTo>
                  <a:pt x="688" y="578"/>
                </a:lnTo>
                <a:lnTo>
                  <a:pt x="690" y="578"/>
                </a:lnTo>
                <a:lnTo>
                  <a:pt x="692" y="577"/>
                </a:lnTo>
                <a:lnTo>
                  <a:pt x="694" y="576"/>
                </a:lnTo>
                <a:lnTo>
                  <a:pt x="694" y="575"/>
                </a:lnTo>
                <a:lnTo>
                  <a:pt x="695" y="575"/>
                </a:lnTo>
                <a:lnTo>
                  <a:pt x="695" y="577"/>
                </a:lnTo>
                <a:lnTo>
                  <a:pt x="694" y="578"/>
                </a:lnTo>
                <a:lnTo>
                  <a:pt x="694" y="579"/>
                </a:lnTo>
                <a:lnTo>
                  <a:pt x="691" y="580"/>
                </a:lnTo>
                <a:lnTo>
                  <a:pt x="691" y="581"/>
                </a:lnTo>
                <a:lnTo>
                  <a:pt x="689" y="581"/>
                </a:lnTo>
                <a:lnTo>
                  <a:pt x="687" y="580"/>
                </a:lnTo>
                <a:lnTo>
                  <a:pt x="686" y="580"/>
                </a:lnTo>
                <a:lnTo>
                  <a:pt x="686" y="581"/>
                </a:lnTo>
                <a:lnTo>
                  <a:pt x="685" y="582"/>
                </a:lnTo>
                <a:lnTo>
                  <a:pt x="684" y="581"/>
                </a:lnTo>
                <a:lnTo>
                  <a:pt x="684" y="580"/>
                </a:lnTo>
                <a:lnTo>
                  <a:pt x="685" y="580"/>
                </a:lnTo>
                <a:lnTo>
                  <a:pt x="685" y="579"/>
                </a:lnTo>
                <a:lnTo>
                  <a:pt x="684" y="578"/>
                </a:lnTo>
                <a:lnTo>
                  <a:pt x="684" y="577"/>
                </a:lnTo>
                <a:lnTo>
                  <a:pt x="683" y="576"/>
                </a:lnTo>
                <a:lnTo>
                  <a:pt x="681" y="575"/>
                </a:lnTo>
                <a:lnTo>
                  <a:pt x="681" y="574"/>
                </a:lnTo>
                <a:lnTo>
                  <a:pt x="681" y="573"/>
                </a:lnTo>
                <a:lnTo>
                  <a:pt x="681" y="574"/>
                </a:lnTo>
                <a:lnTo>
                  <a:pt x="682" y="574"/>
                </a:lnTo>
                <a:lnTo>
                  <a:pt x="683" y="573"/>
                </a:lnTo>
                <a:lnTo>
                  <a:pt x="683" y="572"/>
                </a:lnTo>
                <a:lnTo>
                  <a:pt x="682" y="572"/>
                </a:lnTo>
                <a:lnTo>
                  <a:pt x="681" y="572"/>
                </a:lnTo>
                <a:lnTo>
                  <a:pt x="681" y="570"/>
                </a:lnTo>
                <a:lnTo>
                  <a:pt x="680" y="568"/>
                </a:lnTo>
                <a:lnTo>
                  <a:pt x="679" y="566"/>
                </a:lnTo>
                <a:lnTo>
                  <a:pt x="679" y="565"/>
                </a:lnTo>
                <a:lnTo>
                  <a:pt x="679" y="563"/>
                </a:lnTo>
                <a:lnTo>
                  <a:pt x="679" y="561"/>
                </a:lnTo>
                <a:lnTo>
                  <a:pt x="679" y="560"/>
                </a:lnTo>
                <a:lnTo>
                  <a:pt x="678" y="558"/>
                </a:lnTo>
                <a:lnTo>
                  <a:pt x="675" y="558"/>
                </a:lnTo>
                <a:lnTo>
                  <a:pt x="674" y="559"/>
                </a:lnTo>
                <a:lnTo>
                  <a:pt x="674" y="560"/>
                </a:lnTo>
                <a:lnTo>
                  <a:pt x="674" y="563"/>
                </a:lnTo>
                <a:lnTo>
                  <a:pt x="674" y="564"/>
                </a:lnTo>
                <a:lnTo>
                  <a:pt x="673" y="564"/>
                </a:lnTo>
                <a:lnTo>
                  <a:pt x="673" y="563"/>
                </a:lnTo>
                <a:lnTo>
                  <a:pt x="671" y="562"/>
                </a:lnTo>
                <a:lnTo>
                  <a:pt x="671" y="563"/>
                </a:lnTo>
                <a:lnTo>
                  <a:pt x="671" y="564"/>
                </a:lnTo>
                <a:lnTo>
                  <a:pt x="670" y="564"/>
                </a:lnTo>
                <a:lnTo>
                  <a:pt x="669" y="565"/>
                </a:lnTo>
                <a:lnTo>
                  <a:pt x="670" y="565"/>
                </a:lnTo>
                <a:lnTo>
                  <a:pt x="670" y="566"/>
                </a:lnTo>
                <a:lnTo>
                  <a:pt x="671" y="566"/>
                </a:lnTo>
                <a:lnTo>
                  <a:pt x="672" y="566"/>
                </a:lnTo>
                <a:lnTo>
                  <a:pt x="673" y="567"/>
                </a:lnTo>
                <a:lnTo>
                  <a:pt x="673" y="568"/>
                </a:lnTo>
                <a:lnTo>
                  <a:pt x="674" y="567"/>
                </a:lnTo>
                <a:lnTo>
                  <a:pt x="674" y="566"/>
                </a:lnTo>
                <a:lnTo>
                  <a:pt x="675" y="566"/>
                </a:lnTo>
                <a:lnTo>
                  <a:pt x="676" y="566"/>
                </a:lnTo>
                <a:lnTo>
                  <a:pt x="676" y="567"/>
                </a:lnTo>
                <a:lnTo>
                  <a:pt x="675" y="567"/>
                </a:lnTo>
                <a:lnTo>
                  <a:pt x="676" y="568"/>
                </a:lnTo>
                <a:lnTo>
                  <a:pt x="677" y="568"/>
                </a:lnTo>
                <a:lnTo>
                  <a:pt x="677" y="567"/>
                </a:lnTo>
                <a:lnTo>
                  <a:pt x="678" y="569"/>
                </a:lnTo>
                <a:lnTo>
                  <a:pt x="678" y="570"/>
                </a:lnTo>
                <a:lnTo>
                  <a:pt x="677" y="570"/>
                </a:lnTo>
                <a:lnTo>
                  <a:pt x="677" y="571"/>
                </a:lnTo>
                <a:lnTo>
                  <a:pt x="677" y="573"/>
                </a:lnTo>
                <a:lnTo>
                  <a:pt x="675" y="574"/>
                </a:lnTo>
                <a:lnTo>
                  <a:pt x="674" y="574"/>
                </a:lnTo>
                <a:lnTo>
                  <a:pt x="674" y="576"/>
                </a:lnTo>
                <a:lnTo>
                  <a:pt x="674" y="577"/>
                </a:lnTo>
                <a:lnTo>
                  <a:pt x="674" y="578"/>
                </a:lnTo>
                <a:lnTo>
                  <a:pt x="673" y="578"/>
                </a:lnTo>
                <a:lnTo>
                  <a:pt x="672" y="579"/>
                </a:lnTo>
                <a:lnTo>
                  <a:pt x="671" y="579"/>
                </a:lnTo>
                <a:lnTo>
                  <a:pt x="671" y="578"/>
                </a:lnTo>
                <a:lnTo>
                  <a:pt x="672" y="578"/>
                </a:lnTo>
                <a:lnTo>
                  <a:pt x="673" y="577"/>
                </a:lnTo>
                <a:lnTo>
                  <a:pt x="672" y="576"/>
                </a:lnTo>
                <a:lnTo>
                  <a:pt x="670" y="575"/>
                </a:lnTo>
                <a:lnTo>
                  <a:pt x="669" y="575"/>
                </a:lnTo>
                <a:lnTo>
                  <a:pt x="667" y="576"/>
                </a:lnTo>
                <a:lnTo>
                  <a:pt x="666" y="578"/>
                </a:lnTo>
                <a:lnTo>
                  <a:pt x="665" y="579"/>
                </a:lnTo>
                <a:lnTo>
                  <a:pt x="665" y="580"/>
                </a:lnTo>
                <a:lnTo>
                  <a:pt x="664" y="580"/>
                </a:lnTo>
                <a:lnTo>
                  <a:pt x="663" y="579"/>
                </a:lnTo>
                <a:lnTo>
                  <a:pt x="664" y="578"/>
                </a:lnTo>
                <a:lnTo>
                  <a:pt x="665" y="577"/>
                </a:lnTo>
                <a:lnTo>
                  <a:pt x="666" y="576"/>
                </a:lnTo>
                <a:lnTo>
                  <a:pt x="667" y="575"/>
                </a:lnTo>
                <a:lnTo>
                  <a:pt x="668" y="574"/>
                </a:lnTo>
                <a:lnTo>
                  <a:pt x="668" y="573"/>
                </a:lnTo>
                <a:lnTo>
                  <a:pt x="667" y="571"/>
                </a:lnTo>
                <a:lnTo>
                  <a:pt x="665" y="569"/>
                </a:lnTo>
                <a:lnTo>
                  <a:pt x="662" y="567"/>
                </a:lnTo>
                <a:lnTo>
                  <a:pt x="661" y="567"/>
                </a:lnTo>
                <a:lnTo>
                  <a:pt x="662" y="564"/>
                </a:lnTo>
                <a:lnTo>
                  <a:pt x="663" y="562"/>
                </a:lnTo>
                <a:lnTo>
                  <a:pt x="663" y="560"/>
                </a:lnTo>
                <a:lnTo>
                  <a:pt x="662" y="560"/>
                </a:lnTo>
                <a:lnTo>
                  <a:pt x="662" y="561"/>
                </a:lnTo>
                <a:lnTo>
                  <a:pt x="661" y="562"/>
                </a:lnTo>
                <a:lnTo>
                  <a:pt x="659" y="562"/>
                </a:lnTo>
                <a:lnTo>
                  <a:pt x="659" y="561"/>
                </a:lnTo>
                <a:lnTo>
                  <a:pt x="658" y="562"/>
                </a:lnTo>
                <a:lnTo>
                  <a:pt x="657" y="561"/>
                </a:lnTo>
                <a:lnTo>
                  <a:pt x="656" y="562"/>
                </a:lnTo>
                <a:lnTo>
                  <a:pt x="656" y="563"/>
                </a:lnTo>
                <a:lnTo>
                  <a:pt x="656" y="564"/>
                </a:lnTo>
                <a:lnTo>
                  <a:pt x="655" y="565"/>
                </a:lnTo>
                <a:lnTo>
                  <a:pt x="653" y="567"/>
                </a:lnTo>
                <a:lnTo>
                  <a:pt x="653" y="568"/>
                </a:lnTo>
                <a:lnTo>
                  <a:pt x="652" y="567"/>
                </a:lnTo>
                <a:lnTo>
                  <a:pt x="653" y="566"/>
                </a:lnTo>
                <a:lnTo>
                  <a:pt x="653" y="565"/>
                </a:lnTo>
                <a:lnTo>
                  <a:pt x="654" y="565"/>
                </a:lnTo>
                <a:lnTo>
                  <a:pt x="654" y="563"/>
                </a:lnTo>
                <a:lnTo>
                  <a:pt x="654" y="561"/>
                </a:lnTo>
                <a:lnTo>
                  <a:pt x="653" y="560"/>
                </a:lnTo>
                <a:lnTo>
                  <a:pt x="653" y="559"/>
                </a:lnTo>
                <a:lnTo>
                  <a:pt x="653" y="558"/>
                </a:lnTo>
                <a:lnTo>
                  <a:pt x="654" y="558"/>
                </a:lnTo>
                <a:lnTo>
                  <a:pt x="655" y="555"/>
                </a:lnTo>
                <a:lnTo>
                  <a:pt x="654" y="554"/>
                </a:lnTo>
                <a:lnTo>
                  <a:pt x="654" y="553"/>
                </a:lnTo>
                <a:lnTo>
                  <a:pt x="654" y="552"/>
                </a:lnTo>
                <a:lnTo>
                  <a:pt x="653" y="552"/>
                </a:lnTo>
                <a:lnTo>
                  <a:pt x="653" y="553"/>
                </a:lnTo>
                <a:lnTo>
                  <a:pt x="651" y="553"/>
                </a:lnTo>
                <a:lnTo>
                  <a:pt x="650" y="553"/>
                </a:lnTo>
                <a:lnTo>
                  <a:pt x="649" y="552"/>
                </a:lnTo>
                <a:lnTo>
                  <a:pt x="648" y="556"/>
                </a:lnTo>
                <a:lnTo>
                  <a:pt x="644" y="555"/>
                </a:lnTo>
                <a:lnTo>
                  <a:pt x="645" y="552"/>
                </a:lnTo>
                <a:lnTo>
                  <a:pt x="644" y="552"/>
                </a:lnTo>
                <a:lnTo>
                  <a:pt x="640" y="551"/>
                </a:lnTo>
                <a:lnTo>
                  <a:pt x="640" y="550"/>
                </a:lnTo>
                <a:lnTo>
                  <a:pt x="639" y="550"/>
                </a:lnTo>
                <a:lnTo>
                  <a:pt x="638" y="551"/>
                </a:lnTo>
                <a:lnTo>
                  <a:pt x="637" y="550"/>
                </a:lnTo>
                <a:lnTo>
                  <a:pt x="636" y="550"/>
                </a:lnTo>
                <a:lnTo>
                  <a:pt x="635" y="550"/>
                </a:lnTo>
                <a:lnTo>
                  <a:pt x="635" y="549"/>
                </a:lnTo>
                <a:lnTo>
                  <a:pt x="635" y="548"/>
                </a:lnTo>
                <a:lnTo>
                  <a:pt x="635" y="547"/>
                </a:lnTo>
                <a:lnTo>
                  <a:pt x="635" y="545"/>
                </a:lnTo>
                <a:lnTo>
                  <a:pt x="636" y="545"/>
                </a:lnTo>
                <a:lnTo>
                  <a:pt x="635" y="544"/>
                </a:lnTo>
                <a:lnTo>
                  <a:pt x="635" y="545"/>
                </a:lnTo>
                <a:lnTo>
                  <a:pt x="634" y="545"/>
                </a:lnTo>
                <a:lnTo>
                  <a:pt x="634" y="544"/>
                </a:lnTo>
                <a:lnTo>
                  <a:pt x="634" y="545"/>
                </a:lnTo>
                <a:lnTo>
                  <a:pt x="634" y="547"/>
                </a:lnTo>
                <a:lnTo>
                  <a:pt x="633" y="548"/>
                </a:lnTo>
                <a:lnTo>
                  <a:pt x="633" y="549"/>
                </a:lnTo>
                <a:lnTo>
                  <a:pt x="633" y="551"/>
                </a:lnTo>
                <a:lnTo>
                  <a:pt x="633" y="553"/>
                </a:lnTo>
                <a:lnTo>
                  <a:pt x="633" y="554"/>
                </a:lnTo>
                <a:lnTo>
                  <a:pt x="633" y="556"/>
                </a:lnTo>
                <a:lnTo>
                  <a:pt x="632" y="557"/>
                </a:lnTo>
                <a:lnTo>
                  <a:pt x="631" y="560"/>
                </a:lnTo>
                <a:lnTo>
                  <a:pt x="632" y="561"/>
                </a:lnTo>
                <a:lnTo>
                  <a:pt x="632" y="562"/>
                </a:lnTo>
                <a:lnTo>
                  <a:pt x="633" y="563"/>
                </a:lnTo>
                <a:lnTo>
                  <a:pt x="632" y="563"/>
                </a:lnTo>
                <a:lnTo>
                  <a:pt x="632" y="564"/>
                </a:lnTo>
                <a:lnTo>
                  <a:pt x="632" y="565"/>
                </a:lnTo>
                <a:lnTo>
                  <a:pt x="633" y="566"/>
                </a:lnTo>
                <a:lnTo>
                  <a:pt x="634" y="567"/>
                </a:lnTo>
                <a:lnTo>
                  <a:pt x="634" y="568"/>
                </a:lnTo>
                <a:lnTo>
                  <a:pt x="635" y="568"/>
                </a:lnTo>
                <a:lnTo>
                  <a:pt x="636" y="569"/>
                </a:lnTo>
                <a:lnTo>
                  <a:pt x="636" y="570"/>
                </a:lnTo>
                <a:lnTo>
                  <a:pt x="635" y="570"/>
                </a:lnTo>
                <a:lnTo>
                  <a:pt x="632" y="569"/>
                </a:lnTo>
                <a:lnTo>
                  <a:pt x="631" y="575"/>
                </a:lnTo>
                <a:lnTo>
                  <a:pt x="629" y="574"/>
                </a:lnTo>
                <a:lnTo>
                  <a:pt x="627" y="575"/>
                </a:lnTo>
                <a:lnTo>
                  <a:pt x="624" y="574"/>
                </a:lnTo>
                <a:lnTo>
                  <a:pt x="625" y="572"/>
                </a:lnTo>
                <a:lnTo>
                  <a:pt x="624" y="571"/>
                </a:lnTo>
                <a:lnTo>
                  <a:pt x="622" y="571"/>
                </a:lnTo>
                <a:lnTo>
                  <a:pt x="621" y="570"/>
                </a:lnTo>
                <a:lnTo>
                  <a:pt x="620" y="570"/>
                </a:lnTo>
                <a:lnTo>
                  <a:pt x="620" y="569"/>
                </a:lnTo>
                <a:lnTo>
                  <a:pt x="620" y="568"/>
                </a:lnTo>
                <a:lnTo>
                  <a:pt x="620" y="567"/>
                </a:lnTo>
                <a:lnTo>
                  <a:pt x="620" y="566"/>
                </a:lnTo>
                <a:lnTo>
                  <a:pt x="621" y="566"/>
                </a:lnTo>
                <a:lnTo>
                  <a:pt x="621" y="565"/>
                </a:lnTo>
                <a:lnTo>
                  <a:pt x="621" y="564"/>
                </a:lnTo>
                <a:lnTo>
                  <a:pt x="621" y="563"/>
                </a:lnTo>
                <a:lnTo>
                  <a:pt x="622" y="563"/>
                </a:lnTo>
                <a:lnTo>
                  <a:pt x="622" y="562"/>
                </a:lnTo>
                <a:lnTo>
                  <a:pt x="621" y="561"/>
                </a:lnTo>
                <a:lnTo>
                  <a:pt x="620" y="562"/>
                </a:lnTo>
                <a:lnTo>
                  <a:pt x="619" y="562"/>
                </a:lnTo>
                <a:lnTo>
                  <a:pt x="619" y="559"/>
                </a:lnTo>
                <a:lnTo>
                  <a:pt x="619" y="558"/>
                </a:lnTo>
                <a:lnTo>
                  <a:pt x="618" y="558"/>
                </a:lnTo>
                <a:lnTo>
                  <a:pt x="618" y="559"/>
                </a:lnTo>
                <a:lnTo>
                  <a:pt x="617" y="560"/>
                </a:lnTo>
                <a:lnTo>
                  <a:pt x="615" y="562"/>
                </a:lnTo>
                <a:lnTo>
                  <a:pt x="613" y="563"/>
                </a:lnTo>
                <a:lnTo>
                  <a:pt x="613" y="564"/>
                </a:lnTo>
                <a:lnTo>
                  <a:pt x="613" y="565"/>
                </a:lnTo>
                <a:lnTo>
                  <a:pt x="612" y="565"/>
                </a:lnTo>
                <a:lnTo>
                  <a:pt x="611" y="565"/>
                </a:lnTo>
                <a:lnTo>
                  <a:pt x="610" y="565"/>
                </a:lnTo>
                <a:lnTo>
                  <a:pt x="610" y="566"/>
                </a:lnTo>
                <a:lnTo>
                  <a:pt x="606" y="568"/>
                </a:lnTo>
                <a:lnTo>
                  <a:pt x="606" y="569"/>
                </a:lnTo>
                <a:lnTo>
                  <a:pt x="605" y="570"/>
                </a:lnTo>
                <a:lnTo>
                  <a:pt x="604" y="570"/>
                </a:lnTo>
                <a:lnTo>
                  <a:pt x="603" y="570"/>
                </a:lnTo>
                <a:lnTo>
                  <a:pt x="601" y="572"/>
                </a:lnTo>
                <a:lnTo>
                  <a:pt x="600" y="573"/>
                </a:lnTo>
                <a:lnTo>
                  <a:pt x="599" y="574"/>
                </a:lnTo>
                <a:lnTo>
                  <a:pt x="599" y="575"/>
                </a:lnTo>
                <a:lnTo>
                  <a:pt x="599" y="576"/>
                </a:lnTo>
                <a:lnTo>
                  <a:pt x="598" y="578"/>
                </a:lnTo>
                <a:lnTo>
                  <a:pt x="599" y="578"/>
                </a:lnTo>
                <a:lnTo>
                  <a:pt x="598" y="580"/>
                </a:lnTo>
                <a:lnTo>
                  <a:pt x="597" y="581"/>
                </a:lnTo>
                <a:lnTo>
                  <a:pt x="596" y="580"/>
                </a:lnTo>
                <a:lnTo>
                  <a:pt x="596" y="581"/>
                </a:lnTo>
                <a:lnTo>
                  <a:pt x="595" y="581"/>
                </a:lnTo>
                <a:lnTo>
                  <a:pt x="596" y="582"/>
                </a:lnTo>
                <a:lnTo>
                  <a:pt x="597" y="583"/>
                </a:lnTo>
                <a:lnTo>
                  <a:pt x="598" y="584"/>
                </a:lnTo>
                <a:lnTo>
                  <a:pt x="598" y="585"/>
                </a:lnTo>
                <a:lnTo>
                  <a:pt x="599" y="585"/>
                </a:lnTo>
                <a:lnTo>
                  <a:pt x="600" y="585"/>
                </a:lnTo>
                <a:lnTo>
                  <a:pt x="601" y="586"/>
                </a:lnTo>
                <a:lnTo>
                  <a:pt x="604" y="585"/>
                </a:lnTo>
                <a:lnTo>
                  <a:pt x="604" y="586"/>
                </a:lnTo>
                <a:lnTo>
                  <a:pt x="607" y="586"/>
                </a:lnTo>
                <a:lnTo>
                  <a:pt x="611" y="587"/>
                </a:lnTo>
                <a:lnTo>
                  <a:pt x="612" y="589"/>
                </a:lnTo>
                <a:lnTo>
                  <a:pt x="612" y="588"/>
                </a:lnTo>
                <a:lnTo>
                  <a:pt x="612" y="587"/>
                </a:lnTo>
                <a:lnTo>
                  <a:pt x="613" y="587"/>
                </a:lnTo>
                <a:lnTo>
                  <a:pt x="614" y="588"/>
                </a:lnTo>
                <a:lnTo>
                  <a:pt x="615" y="589"/>
                </a:lnTo>
                <a:lnTo>
                  <a:pt x="614" y="590"/>
                </a:lnTo>
                <a:lnTo>
                  <a:pt x="615" y="591"/>
                </a:lnTo>
                <a:lnTo>
                  <a:pt x="615" y="592"/>
                </a:lnTo>
                <a:lnTo>
                  <a:pt x="616" y="592"/>
                </a:lnTo>
                <a:lnTo>
                  <a:pt x="616" y="593"/>
                </a:lnTo>
                <a:lnTo>
                  <a:pt x="616" y="594"/>
                </a:lnTo>
                <a:lnTo>
                  <a:pt x="617" y="595"/>
                </a:lnTo>
                <a:lnTo>
                  <a:pt x="618" y="595"/>
                </a:lnTo>
                <a:lnTo>
                  <a:pt x="619" y="595"/>
                </a:lnTo>
                <a:lnTo>
                  <a:pt x="619" y="596"/>
                </a:lnTo>
                <a:lnTo>
                  <a:pt x="619" y="598"/>
                </a:lnTo>
                <a:lnTo>
                  <a:pt x="621" y="599"/>
                </a:lnTo>
                <a:lnTo>
                  <a:pt x="622" y="599"/>
                </a:lnTo>
                <a:lnTo>
                  <a:pt x="623" y="599"/>
                </a:lnTo>
                <a:lnTo>
                  <a:pt x="623" y="598"/>
                </a:lnTo>
                <a:lnTo>
                  <a:pt x="623" y="595"/>
                </a:lnTo>
                <a:lnTo>
                  <a:pt x="622" y="594"/>
                </a:lnTo>
                <a:lnTo>
                  <a:pt x="622" y="593"/>
                </a:lnTo>
                <a:lnTo>
                  <a:pt x="623" y="594"/>
                </a:lnTo>
                <a:lnTo>
                  <a:pt x="624" y="595"/>
                </a:lnTo>
                <a:lnTo>
                  <a:pt x="625" y="596"/>
                </a:lnTo>
                <a:lnTo>
                  <a:pt x="627" y="596"/>
                </a:lnTo>
                <a:lnTo>
                  <a:pt x="629" y="595"/>
                </a:lnTo>
                <a:lnTo>
                  <a:pt x="629" y="594"/>
                </a:lnTo>
                <a:lnTo>
                  <a:pt x="628" y="593"/>
                </a:lnTo>
                <a:lnTo>
                  <a:pt x="629" y="593"/>
                </a:lnTo>
                <a:lnTo>
                  <a:pt x="630" y="593"/>
                </a:lnTo>
                <a:lnTo>
                  <a:pt x="632" y="595"/>
                </a:lnTo>
                <a:lnTo>
                  <a:pt x="632" y="596"/>
                </a:lnTo>
                <a:lnTo>
                  <a:pt x="632" y="597"/>
                </a:lnTo>
                <a:lnTo>
                  <a:pt x="634" y="598"/>
                </a:lnTo>
                <a:lnTo>
                  <a:pt x="636" y="599"/>
                </a:lnTo>
                <a:lnTo>
                  <a:pt x="637" y="599"/>
                </a:lnTo>
                <a:lnTo>
                  <a:pt x="638" y="600"/>
                </a:lnTo>
                <a:lnTo>
                  <a:pt x="638" y="601"/>
                </a:lnTo>
                <a:lnTo>
                  <a:pt x="640" y="602"/>
                </a:lnTo>
                <a:lnTo>
                  <a:pt x="641" y="602"/>
                </a:lnTo>
                <a:lnTo>
                  <a:pt x="642" y="602"/>
                </a:lnTo>
                <a:lnTo>
                  <a:pt x="643" y="602"/>
                </a:lnTo>
                <a:lnTo>
                  <a:pt x="644" y="603"/>
                </a:lnTo>
                <a:lnTo>
                  <a:pt x="645" y="602"/>
                </a:lnTo>
                <a:lnTo>
                  <a:pt x="646" y="602"/>
                </a:lnTo>
                <a:lnTo>
                  <a:pt x="645" y="604"/>
                </a:lnTo>
                <a:lnTo>
                  <a:pt x="645" y="605"/>
                </a:lnTo>
                <a:lnTo>
                  <a:pt x="645" y="606"/>
                </a:lnTo>
                <a:lnTo>
                  <a:pt x="644" y="606"/>
                </a:lnTo>
                <a:lnTo>
                  <a:pt x="643" y="606"/>
                </a:lnTo>
                <a:lnTo>
                  <a:pt x="639" y="608"/>
                </a:lnTo>
                <a:lnTo>
                  <a:pt x="639" y="609"/>
                </a:lnTo>
                <a:lnTo>
                  <a:pt x="639" y="610"/>
                </a:lnTo>
                <a:lnTo>
                  <a:pt x="638" y="610"/>
                </a:lnTo>
                <a:lnTo>
                  <a:pt x="637" y="609"/>
                </a:lnTo>
                <a:lnTo>
                  <a:pt x="636" y="609"/>
                </a:lnTo>
                <a:lnTo>
                  <a:pt x="635" y="610"/>
                </a:lnTo>
                <a:lnTo>
                  <a:pt x="634" y="610"/>
                </a:lnTo>
                <a:lnTo>
                  <a:pt x="633" y="610"/>
                </a:lnTo>
                <a:lnTo>
                  <a:pt x="632" y="609"/>
                </a:lnTo>
                <a:lnTo>
                  <a:pt x="632" y="610"/>
                </a:lnTo>
                <a:lnTo>
                  <a:pt x="631" y="611"/>
                </a:lnTo>
                <a:lnTo>
                  <a:pt x="632" y="612"/>
                </a:lnTo>
                <a:lnTo>
                  <a:pt x="633" y="615"/>
                </a:lnTo>
                <a:lnTo>
                  <a:pt x="633" y="616"/>
                </a:lnTo>
                <a:lnTo>
                  <a:pt x="633" y="618"/>
                </a:lnTo>
                <a:lnTo>
                  <a:pt x="635" y="618"/>
                </a:lnTo>
                <a:lnTo>
                  <a:pt x="635" y="619"/>
                </a:lnTo>
                <a:lnTo>
                  <a:pt x="635" y="620"/>
                </a:lnTo>
                <a:lnTo>
                  <a:pt x="634" y="620"/>
                </a:lnTo>
                <a:lnTo>
                  <a:pt x="633" y="621"/>
                </a:lnTo>
                <a:lnTo>
                  <a:pt x="632" y="621"/>
                </a:lnTo>
                <a:lnTo>
                  <a:pt x="631" y="623"/>
                </a:lnTo>
                <a:lnTo>
                  <a:pt x="631" y="624"/>
                </a:lnTo>
                <a:lnTo>
                  <a:pt x="630" y="625"/>
                </a:lnTo>
                <a:lnTo>
                  <a:pt x="630" y="623"/>
                </a:lnTo>
                <a:lnTo>
                  <a:pt x="629" y="623"/>
                </a:lnTo>
                <a:lnTo>
                  <a:pt x="628" y="622"/>
                </a:lnTo>
                <a:lnTo>
                  <a:pt x="627" y="622"/>
                </a:lnTo>
                <a:lnTo>
                  <a:pt x="625" y="623"/>
                </a:lnTo>
                <a:lnTo>
                  <a:pt x="625" y="622"/>
                </a:lnTo>
                <a:lnTo>
                  <a:pt x="624" y="621"/>
                </a:lnTo>
                <a:lnTo>
                  <a:pt x="623" y="621"/>
                </a:lnTo>
                <a:lnTo>
                  <a:pt x="620" y="622"/>
                </a:lnTo>
                <a:lnTo>
                  <a:pt x="619" y="622"/>
                </a:lnTo>
                <a:lnTo>
                  <a:pt x="618" y="623"/>
                </a:lnTo>
                <a:lnTo>
                  <a:pt x="616" y="625"/>
                </a:lnTo>
                <a:lnTo>
                  <a:pt x="615" y="625"/>
                </a:lnTo>
                <a:lnTo>
                  <a:pt x="613" y="625"/>
                </a:lnTo>
                <a:lnTo>
                  <a:pt x="611" y="624"/>
                </a:lnTo>
                <a:lnTo>
                  <a:pt x="611" y="623"/>
                </a:lnTo>
                <a:lnTo>
                  <a:pt x="609" y="622"/>
                </a:lnTo>
                <a:lnTo>
                  <a:pt x="608" y="621"/>
                </a:lnTo>
                <a:lnTo>
                  <a:pt x="607" y="621"/>
                </a:lnTo>
                <a:lnTo>
                  <a:pt x="606" y="620"/>
                </a:lnTo>
                <a:lnTo>
                  <a:pt x="605" y="617"/>
                </a:lnTo>
                <a:lnTo>
                  <a:pt x="606" y="616"/>
                </a:lnTo>
                <a:lnTo>
                  <a:pt x="605" y="615"/>
                </a:lnTo>
                <a:lnTo>
                  <a:pt x="604" y="615"/>
                </a:lnTo>
                <a:lnTo>
                  <a:pt x="603" y="615"/>
                </a:lnTo>
                <a:lnTo>
                  <a:pt x="602" y="615"/>
                </a:lnTo>
                <a:lnTo>
                  <a:pt x="601" y="615"/>
                </a:lnTo>
                <a:lnTo>
                  <a:pt x="602" y="617"/>
                </a:lnTo>
                <a:lnTo>
                  <a:pt x="601" y="619"/>
                </a:lnTo>
                <a:lnTo>
                  <a:pt x="600" y="619"/>
                </a:lnTo>
                <a:lnTo>
                  <a:pt x="599" y="620"/>
                </a:lnTo>
                <a:lnTo>
                  <a:pt x="599" y="621"/>
                </a:lnTo>
                <a:lnTo>
                  <a:pt x="599" y="622"/>
                </a:lnTo>
                <a:lnTo>
                  <a:pt x="598" y="623"/>
                </a:lnTo>
                <a:lnTo>
                  <a:pt x="600" y="627"/>
                </a:lnTo>
                <a:lnTo>
                  <a:pt x="601" y="628"/>
                </a:lnTo>
                <a:lnTo>
                  <a:pt x="602" y="628"/>
                </a:lnTo>
                <a:lnTo>
                  <a:pt x="603" y="628"/>
                </a:lnTo>
                <a:lnTo>
                  <a:pt x="604" y="629"/>
                </a:lnTo>
                <a:lnTo>
                  <a:pt x="605" y="629"/>
                </a:lnTo>
                <a:lnTo>
                  <a:pt x="605" y="628"/>
                </a:lnTo>
                <a:lnTo>
                  <a:pt x="606" y="628"/>
                </a:lnTo>
                <a:lnTo>
                  <a:pt x="606" y="629"/>
                </a:lnTo>
                <a:lnTo>
                  <a:pt x="606" y="630"/>
                </a:lnTo>
                <a:lnTo>
                  <a:pt x="605" y="631"/>
                </a:lnTo>
                <a:lnTo>
                  <a:pt x="605" y="632"/>
                </a:lnTo>
                <a:lnTo>
                  <a:pt x="606" y="633"/>
                </a:lnTo>
                <a:lnTo>
                  <a:pt x="607" y="633"/>
                </a:lnTo>
                <a:lnTo>
                  <a:pt x="608" y="633"/>
                </a:lnTo>
                <a:lnTo>
                  <a:pt x="608" y="632"/>
                </a:lnTo>
                <a:lnTo>
                  <a:pt x="609" y="631"/>
                </a:lnTo>
                <a:lnTo>
                  <a:pt x="610" y="632"/>
                </a:lnTo>
                <a:lnTo>
                  <a:pt x="611" y="633"/>
                </a:lnTo>
                <a:lnTo>
                  <a:pt x="610" y="634"/>
                </a:lnTo>
                <a:lnTo>
                  <a:pt x="610" y="636"/>
                </a:lnTo>
                <a:lnTo>
                  <a:pt x="611" y="636"/>
                </a:lnTo>
                <a:lnTo>
                  <a:pt x="610" y="637"/>
                </a:lnTo>
                <a:lnTo>
                  <a:pt x="609" y="637"/>
                </a:lnTo>
                <a:lnTo>
                  <a:pt x="609" y="636"/>
                </a:lnTo>
                <a:lnTo>
                  <a:pt x="602" y="640"/>
                </a:lnTo>
                <a:lnTo>
                  <a:pt x="602" y="641"/>
                </a:lnTo>
                <a:lnTo>
                  <a:pt x="601" y="641"/>
                </a:lnTo>
                <a:lnTo>
                  <a:pt x="600" y="641"/>
                </a:lnTo>
                <a:lnTo>
                  <a:pt x="597" y="641"/>
                </a:lnTo>
                <a:lnTo>
                  <a:pt x="596" y="642"/>
                </a:lnTo>
                <a:lnTo>
                  <a:pt x="595" y="644"/>
                </a:lnTo>
                <a:lnTo>
                  <a:pt x="594" y="643"/>
                </a:lnTo>
                <a:lnTo>
                  <a:pt x="595" y="642"/>
                </a:lnTo>
                <a:lnTo>
                  <a:pt x="595" y="641"/>
                </a:lnTo>
                <a:lnTo>
                  <a:pt x="593" y="641"/>
                </a:lnTo>
                <a:lnTo>
                  <a:pt x="593" y="642"/>
                </a:lnTo>
                <a:lnTo>
                  <a:pt x="592" y="642"/>
                </a:lnTo>
                <a:lnTo>
                  <a:pt x="591" y="642"/>
                </a:lnTo>
                <a:lnTo>
                  <a:pt x="591" y="641"/>
                </a:lnTo>
                <a:lnTo>
                  <a:pt x="589" y="640"/>
                </a:lnTo>
                <a:lnTo>
                  <a:pt x="588" y="640"/>
                </a:lnTo>
                <a:lnTo>
                  <a:pt x="588" y="639"/>
                </a:lnTo>
                <a:lnTo>
                  <a:pt x="587" y="638"/>
                </a:lnTo>
                <a:lnTo>
                  <a:pt x="586" y="637"/>
                </a:lnTo>
                <a:lnTo>
                  <a:pt x="586" y="634"/>
                </a:lnTo>
                <a:lnTo>
                  <a:pt x="586" y="632"/>
                </a:lnTo>
                <a:lnTo>
                  <a:pt x="587" y="631"/>
                </a:lnTo>
                <a:lnTo>
                  <a:pt x="588" y="631"/>
                </a:lnTo>
                <a:lnTo>
                  <a:pt x="589" y="632"/>
                </a:lnTo>
                <a:lnTo>
                  <a:pt x="590" y="632"/>
                </a:lnTo>
                <a:lnTo>
                  <a:pt x="591" y="630"/>
                </a:lnTo>
                <a:lnTo>
                  <a:pt x="592" y="627"/>
                </a:lnTo>
                <a:lnTo>
                  <a:pt x="593" y="627"/>
                </a:lnTo>
                <a:lnTo>
                  <a:pt x="593" y="626"/>
                </a:lnTo>
                <a:lnTo>
                  <a:pt x="593" y="625"/>
                </a:lnTo>
                <a:lnTo>
                  <a:pt x="593" y="624"/>
                </a:lnTo>
                <a:lnTo>
                  <a:pt x="592" y="624"/>
                </a:lnTo>
                <a:lnTo>
                  <a:pt x="592" y="622"/>
                </a:lnTo>
                <a:lnTo>
                  <a:pt x="593" y="622"/>
                </a:lnTo>
                <a:lnTo>
                  <a:pt x="593" y="620"/>
                </a:lnTo>
                <a:lnTo>
                  <a:pt x="593" y="619"/>
                </a:lnTo>
                <a:lnTo>
                  <a:pt x="593" y="620"/>
                </a:lnTo>
                <a:lnTo>
                  <a:pt x="590" y="622"/>
                </a:lnTo>
                <a:lnTo>
                  <a:pt x="590" y="620"/>
                </a:lnTo>
                <a:lnTo>
                  <a:pt x="591" y="619"/>
                </a:lnTo>
                <a:lnTo>
                  <a:pt x="591" y="618"/>
                </a:lnTo>
                <a:lnTo>
                  <a:pt x="589" y="619"/>
                </a:lnTo>
                <a:lnTo>
                  <a:pt x="584" y="621"/>
                </a:lnTo>
                <a:lnTo>
                  <a:pt x="581" y="622"/>
                </a:lnTo>
                <a:lnTo>
                  <a:pt x="580" y="621"/>
                </a:lnTo>
                <a:lnTo>
                  <a:pt x="581" y="620"/>
                </a:lnTo>
                <a:lnTo>
                  <a:pt x="584" y="619"/>
                </a:lnTo>
                <a:lnTo>
                  <a:pt x="589" y="617"/>
                </a:lnTo>
                <a:lnTo>
                  <a:pt x="588" y="617"/>
                </a:lnTo>
                <a:lnTo>
                  <a:pt x="586" y="617"/>
                </a:lnTo>
                <a:lnTo>
                  <a:pt x="584" y="617"/>
                </a:lnTo>
                <a:lnTo>
                  <a:pt x="584" y="618"/>
                </a:lnTo>
                <a:lnTo>
                  <a:pt x="583" y="619"/>
                </a:lnTo>
                <a:lnTo>
                  <a:pt x="580" y="620"/>
                </a:lnTo>
                <a:lnTo>
                  <a:pt x="579" y="621"/>
                </a:lnTo>
                <a:lnTo>
                  <a:pt x="579" y="622"/>
                </a:lnTo>
                <a:lnTo>
                  <a:pt x="579" y="624"/>
                </a:lnTo>
                <a:lnTo>
                  <a:pt x="577" y="624"/>
                </a:lnTo>
                <a:lnTo>
                  <a:pt x="576" y="624"/>
                </a:lnTo>
                <a:lnTo>
                  <a:pt x="575" y="623"/>
                </a:lnTo>
                <a:lnTo>
                  <a:pt x="574" y="621"/>
                </a:lnTo>
                <a:lnTo>
                  <a:pt x="573" y="621"/>
                </a:lnTo>
                <a:lnTo>
                  <a:pt x="574" y="620"/>
                </a:lnTo>
                <a:lnTo>
                  <a:pt x="574" y="619"/>
                </a:lnTo>
                <a:lnTo>
                  <a:pt x="575" y="619"/>
                </a:lnTo>
                <a:lnTo>
                  <a:pt x="575" y="616"/>
                </a:lnTo>
                <a:lnTo>
                  <a:pt x="574" y="615"/>
                </a:lnTo>
                <a:lnTo>
                  <a:pt x="575" y="615"/>
                </a:lnTo>
                <a:lnTo>
                  <a:pt x="575" y="614"/>
                </a:lnTo>
                <a:lnTo>
                  <a:pt x="575" y="613"/>
                </a:lnTo>
                <a:lnTo>
                  <a:pt x="576" y="613"/>
                </a:lnTo>
                <a:lnTo>
                  <a:pt x="577" y="614"/>
                </a:lnTo>
                <a:lnTo>
                  <a:pt x="577" y="615"/>
                </a:lnTo>
                <a:lnTo>
                  <a:pt x="578" y="614"/>
                </a:lnTo>
                <a:lnTo>
                  <a:pt x="580" y="614"/>
                </a:lnTo>
                <a:lnTo>
                  <a:pt x="581" y="613"/>
                </a:lnTo>
                <a:lnTo>
                  <a:pt x="582" y="611"/>
                </a:lnTo>
                <a:lnTo>
                  <a:pt x="582" y="609"/>
                </a:lnTo>
                <a:lnTo>
                  <a:pt x="579" y="608"/>
                </a:lnTo>
                <a:lnTo>
                  <a:pt x="578" y="608"/>
                </a:lnTo>
                <a:lnTo>
                  <a:pt x="578" y="609"/>
                </a:lnTo>
                <a:lnTo>
                  <a:pt x="576" y="609"/>
                </a:lnTo>
                <a:lnTo>
                  <a:pt x="575" y="609"/>
                </a:lnTo>
                <a:lnTo>
                  <a:pt x="575" y="608"/>
                </a:lnTo>
                <a:lnTo>
                  <a:pt x="574" y="608"/>
                </a:lnTo>
                <a:lnTo>
                  <a:pt x="573" y="609"/>
                </a:lnTo>
                <a:lnTo>
                  <a:pt x="573" y="610"/>
                </a:lnTo>
                <a:lnTo>
                  <a:pt x="572" y="611"/>
                </a:lnTo>
                <a:lnTo>
                  <a:pt x="571" y="611"/>
                </a:lnTo>
                <a:lnTo>
                  <a:pt x="571" y="610"/>
                </a:lnTo>
                <a:lnTo>
                  <a:pt x="570" y="611"/>
                </a:lnTo>
                <a:lnTo>
                  <a:pt x="568" y="611"/>
                </a:lnTo>
                <a:lnTo>
                  <a:pt x="568" y="612"/>
                </a:lnTo>
                <a:lnTo>
                  <a:pt x="566" y="613"/>
                </a:lnTo>
                <a:lnTo>
                  <a:pt x="562" y="616"/>
                </a:lnTo>
                <a:lnTo>
                  <a:pt x="561" y="616"/>
                </a:lnTo>
                <a:lnTo>
                  <a:pt x="560" y="616"/>
                </a:lnTo>
                <a:lnTo>
                  <a:pt x="560" y="617"/>
                </a:lnTo>
                <a:lnTo>
                  <a:pt x="561" y="618"/>
                </a:lnTo>
                <a:lnTo>
                  <a:pt x="559" y="619"/>
                </a:lnTo>
                <a:lnTo>
                  <a:pt x="558" y="619"/>
                </a:lnTo>
                <a:lnTo>
                  <a:pt x="556" y="620"/>
                </a:lnTo>
                <a:lnTo>
                  <a:pt x="555" y="620"/>
                </a:lnTo>
                <a:lnTo>
                  <a:pt x="554" y="620"/>
                </a:lnTo>
                <a:lnTo>
                  <a:pt x="553" y="620"/>
                </a:lnTo>
                <a:lnTo>
                  <a:pt x="556" y="621"/>
                </a:lnTo>
                <a:lnTo>
                  <a:pt x="558" y="620"/>
                </a:lnTo>
                <a:lnTo>
                  <a:pt x="559" y="621"/>
                </a:lnTo>
                <a:lnTo>
                  <a:pt x="560" y="620"/>
                </a:lnTo>
                <a:lnTo>
                  <a:pt x="562" y="620"/>
                </a:lnTo>
                <a:lnTo>
                  <a:pt x="562" y="621"/>
                </a:lnTo>
                <a:lnTo>
                  <a:pt x="564" y="621"/>
                </a:lnTo>
                <a:lnTo>
                  <a:pt x="564" y="623"/>
                </a:lnTo>
                <a:lnTo>
                  <a:pt x="565" y="623"/>
                </a:lnTo>
                <a:lnTo>
                  <a:pt x="566" y="622"/>
                </a:lnTo>
                <a:lnTo>
                  <a:pt x="566" y="623"/>
                </a:lnTo>
                <a:lnTo>
                  <a:pt x="567" y="625"/>
                </a:lnTo>
                <a:lnTo>
                  <a:pt x="566" y="625"/>
                </a:lnTo>
                <a:lnTo>
                  <a:pt x="567" y="626"/>
                </a:lnTo>
                <a:lnTo>
                  <a:pt x="569" y="626"/>
                </a:lnTo>
                <a:lnTo>
                  <a:pt x="569" y="627"/>
                </a:lnTo>
                <a:lnTo>
                  <a:pt x="570" y="626"/>
                </a:lnTo>
                <a:lnTo>
                  <a:pt x="571" y="625"/>
                </a:lnTo>
                <a:lnTo>
                  <a:pt x="572" y="625"/>
                </a:lnTo>
                <a:lnTo>
                  <a:pt x="572" y="626"/>
                </a:lnTo>
                <a:lnTo>
                  <a:pt x="573" y="626"/>
                </a:lnTo>
                <a:lnTo>
                  <a:pt x="575" y="626"/>
                </a:lnTo>
                <a:lnTo>
                  <a:pt x="575" y="627"/>
                </a:lnTo>
                <a:lnTo>
                  <a:pt x="574" y="630"/>
                </a:lnTo>
                <a:lnTo>
                  <a:pt x="575" y="630"/>
                </a:lnTo>
                <a:lnTo>
                  <a:pt x="575" y="632"/>
                </a:lnTo>
                <a:lnTo>
                  <a:pt x="575" y="633"/>
                </a:lnTo>
                <a:lnTo>
                  <a:pt x="575" y="634"/>
                </a:lnTo>
                <a:lnTo>
                  <a:pt x="574" y="633"/>
                </a:lnTo>
                <a:lnTo>
                  <a:pt x="573" y="633"/>
                </a:lnTo>
                <a:lnTo>
                  <a:pt x="573" y="634"/>
                </a:lnTo>
                <a:lnTo>
                  <a:pt x="573" y="635"/>
                </a:lnTo>
                <a:lnTo>
                  <a:pt x="572" y="636"/>
                </a:lnTo>
                <a:lnTo>
                  <a:pt x="571" y="636"/>
                </a:lnTo>
                <a:lnTo>
                  <a:pt x="570" y="636"/>
                </a:lnTo>
                <a:lnTo>
                  <a:pt x="569" y="639"/>
                </a:lnTo>
                <a:lnTo>
                  <a:pt x="569" y="640"/>
                </a:lnTo>
                <a:lnTo>
                  <a:pt x="570" y="641"/>
                </a:lnTo>
                <a:lnTo>
                  <a:pt x="571" y="642"/>
                </a:lnTo>
                <a:lnTo>
                  <a:pt x="572" y="643"/>
                </a:lnTo>
                <a:lnTo>
                  <a:pt x="573" y="643"/>
                </a:lnTo>
                <a:lnTo>
                  <a:pt x="575" y="643"/>
                </a:lnTo>
                <a:lnTo>
                  <a:pt x="575" y="644"/>
                </a:lnTo>
                <a:lnTo>
                  <a:pt x="574" y="644"/>
                </a:lnTo>
                <a:lnTo>
                  <a:pt x="572" y="645"/>
                </a:lnTo>
                <a:lnTo>
                  <a:pt x="571" y="646"/>
                </a:lnTo>
                <a:lnTo>
                  <a:pt x="570" y="646"/>
                </a:lnTo>
                <a:lnTo>
                  <a:pt x="568" y="647"/>
                </a:lnTo>
                <a:lnTo>
                  <a:pt x="568" y="646"/>
                </a:lnTo>
                <a:lnTo>
                  <a:pt x="565" y="647"/>
                </a:lnTo>
                <a:lnTo>
                  <a:pt x="565" y="648"/>
                </a:lnTo>
                <a:lnTo>
                  <a:pt x="565" y="649"/>
                </a:lnTo>
                <a:lnTo>
                  <a:pt x="562" y="650"/>
                </a:lnTo>
                <a:lnTo>
                  <a:pt x="562" y="648"/>
                </a:lnTo>
                <a:lnTo>
                  <a:pt x="562" y="649"/>
                </a:lnTo>
                <a:lnTo>
                  <a:pt x="560" y="649"/>
                </a:lnTo>
                <a:lnTo>
                  <a:pt x="558" y="651"/>
                </a:lnTo>
                <a:lnTo>
                  <a:pt x="557" y="652"/>
                </a:lnTo>
                <a:lnTo>
                  <a:pt x="556" y="652"/>
                </a:lnTo>
                <a:lnTo>
                  <a:pt x="556" y="653"/>
                </a:lnTo>
                <a:lnTo>
                  <a:pt x="557" y="653"/>
                </a:lnTo>
                <a:lnTo>
                  <a:pt x="558" y="653"/>
                </a:lnTo>
                <a:lnTo>
                  <a:pt x="560" y="653"/>
                </a:lnTo>
                <a:lnTo>
                  <a:pt x="560" y="652"/>
                </a:lnTo>
                <a:lnTo>
                  <a:pt x="561" y="652"/>
                </a:lnTo>
                <a:lnTo>
                  <a:pt x="561" y="653"/>
                </a:lnTo>
                <a:lnTo>
                  <a:pt x="563" y="654"/>
                </a:lnTo>
                <a:lnTo>
                  <a:pt x="564" y="655"/>
                </a:lnTo>
                <a:lnTo>
                  <a:pt x="569" y="658"/>
                </a:lnTo>
                <a:lnTo>
                  <a:pt x="571" y="659"/>
                </a:lnTo>
                <a:lnTo>
                  <a:pt x="572" y="659"/>
                </a:lnTo>
                <a:lnTo>
                  <a:pt x="572" y="660"/>
                </a:lnTo>
                <a:lnTo>
                  <a:pt x="573" y="660"/>
                </a:lnTo>
                <a:lnTo>
                  <a:pt x="574" y="660"/>
                </a:lnTo>
                <a:lnTo>
                  <a:pt x="576" y="661"/>
                </a:lnTo>
                <a:lnTo>
                  <a:pt x="577" y="662"/>
                </a:lnTo>
                <a:lnTo>
                  <a:pt x="578" y="662"/>
                </a:lnTo>
                <a:lnTo>
                  <a:pt x="578" y="663"/>
                </a:lnTo>
                <a:lnTo>
                  <a:pt x="579" y="663"/>
                </a:lnTo>
                <a:lnTo>
                  <a:pt x="580" y="663"/>
                </a:lnTo>
                <a:lnTo>
                  <a:pt x="581" y="662"/>
                </a:lnTo>
                <a:lnTo>
                  <a:pt x="582" y="661"/>
                </a:lnTo>
                <a:lnTo>
                  <a:pt x="582" y="660"/>
                </a:lnTo>
                <a:lnTo>
                  <a:pt x="581" y="659"/>
                </a:lnTo>
                <a:lnTo>
                  <a:pt x="580" y="658"/>
                </a:lnTo>
                <a:lnTo>
                  <a:pt x="582" y="658"/>
                </a:lnTo>
                <a:lnTo>
                  <a:pt x="581" y="657"/>
                </a:lnTo>
                <a:lnTo>
                  <a:pt x="582" y="655"/>
                </a:lnTo>
                <a:lnTo>
                  <a:pt x="584" y="654"/>
                </a:lnTo>
                <a:lnTo>
                  <a:pt x="587" y="655"/>
                </a:lnTo>
                <a:lnTo>
                  <a:pt x="587" y="656"/>
                </a:lnTo>
                <a:lnTo>
                  <a:pt x="586" y="658"/>
                </a:lnTo>
                <a:lnTo>
                  <a:pt x="584" y="658"/>
                </a:lnTo>
                <a:lnTo>
                  <a:pt x="584" y="659"/>
                </a:lnTo>
                <a:lnTo>
                  <a:pt x="584" y="660"/>
                </a:lnTo>
                <a:lnTo>
                  <a:pt x="584" y="665"/>
                </a:lnTo>
                <a:lnTo>
                  <a:pt x="583" y="666"/>
                </a:lnTo>
                <a:lnTo>
                  <a:pt x="582" y="665"/>
                </a:lnTo>
                <a:lnTo>
                  <a:pt x="581" y="666"/>
                </a:lnTo>
                <a:lnTo>
                  <a:pt x="581" y="667"/>
                </a:lnTo>
                <a:lnTo>
                  <a:pt x="581" y="668"/>
                </a:lnTo>
                <a:lnTo>
                  <a:pt x="581" y="669"/>
                </a:lnTo>
                <a:lnTo>
                  <a:pt x="582" y="671"/>
                </a:lnTo>
                <a:lnTo>
                  <a:pt x="582" y="672"/>
                </a:lnTo>
                <a:lnTo>
                  <a:pt x="583" y="673"/>
                </a:lnTo>
                <a:lnTo>
                  <a:pt x="584" y="674"/>
                </a:lnTo>
                <a:lnTo>
                  <a:pt x="586" y="674"/>
                </a:lnTo>
                <a:lnTo>
                  <a:pt x="584" y="673"/>
                </a:lnTo>
                <a:lnTo>
                  <a:pt x="586" y="672"/>
                </a:lnTo>
                <a:lnTo>
                  <a:pt x="587" y="672"/>
                </a:lnTo>
                <a:lnTo>
                  <a:pt x="586" y="673"/>
                </a:lnTo>
                <a:lnTo>
                  <a:pt x="586" y="674"/>
                </a:lnTo>
                <a:lnTo>
                  <a:pt x="587" y="675"/>
                </a:lnTo>
                <a:lnTo>
                  <a:pt x="588" y="675"/>
                </a:lnTo>
                <a:lnTo>
                  <a:pt x="590" y="673"/>
                </a:lnTo>
                <a:lnTo>
                  <a:pt x="591" y="673"/>
                </a:lnTo>
                <a:lnTo>
                  <a:pt x="592" y="673"/>
                </a:lnTo>
                <a:lnTo>
                  <a:pt x="592" y="674"/>
                </a:lnTo>
                <a:lnTo>
                  <a:pt x="591" y="674"/>
                </a:lnTo>
                <a:lnTo>
                  <a:pt x="590" y="674"/>
                </a:lnTo>
                <a:lnTo>
                  <a:pt x="590" y="675"/>
                </a:lnTo>
                <a:lnTo>
                  <a:pt x="589" y="675"/>
                </a:lnTo>
                <a:lnTo>
                  <a:pt x="589" y="676"/>
                </a:lnTo>
                <a:lnTo>
                  <a:pt x="588" y="677"/>
                </a:lnTo>
                <a:lnTo>
                  <a:pt x="584" y="678"/>
                </a:lnTo>
                <a:lnTo>
                  <a:pt x="583" y="677"/>
                </a:lnTo>
                <a:lnTo>
                  <a:pt x="582" y="677"/>
                </a:lnTo>
                <a:lnTo>
                  <a:pt x="582" y="675"/>
                </a:lnTo>
                <a:lnTo>
                  <a:pt x="581" y="674"/>
                </a:lnTo>
                <a:lnTo>
                  <a:pt x="579" y="674"/>
                </a:lnTo>
                <a:lnTo>
                  <a:pt x="578" y="674"/>
                </a:lnTo>
                <a:lnTo>
                  <a:pt x="577" y="675"/>
                </a:lnTo>
                <a:lnTo>
                  <a:pt x="576" y="675"/>
                </a:lnTo>
                <a:lnTo>
                  <a:pt x="575" y="676"/>
                </a:lnTo>
                <a:lnTo>
                  <a:pt x="574" y="676"/>
                </a:lnTo>
                <a:lnTo>
                  <a:pt x="573" y="676"/>
                </a:lnTo>
                <a:lnTo>
                  <a:pt x="572" y="675"/>
                </a:lnTo>
                <a:lnTo>
                  <a:pt x="570" y="676"/>
                </a:lnTo>
                <a:lnTo>
                  <a:pt x="568" y="680"/>
                </a:lnTo>
                <a:lnTo>
                  <a:pt x="568" y="681"/>
                </a:lnTo>
                <a:lnTo>
                  <a:pt x="569" y="681"/>
                </a:lnTo>
                <a:lnTo>
                  <a:pt x="570" y="682"/>
                </a:lnTo>
                <a:lnTo>
                  <a:pt x="570" y="683"/>
                </a:lnTo>
                <a:lnTo>
                  <a:pt x="569" y="683"/>
                </a:lnTo>
                <a:lnTo>
                  <a:pt x="570" y="685"/>
                </a:lnTo>
                <a:lnTo>
                  <a:pt x="570" y="686"/>
                </a:lnTo>
                <a:lnTo>
                  <a:pt x="571" y="686"/>
                </a:lnTo>
                <a:lnTo>
                  <a:pt x="572" y="687"/>
                </a:lnTo>
                <a:lnTo>
                  <a:pt x="573" y="688"/>
                </a:lnTo>
                <a:lnTo>
                  <a:pt x="574" y="688"/>
                </a:lnTo>
                <a:lnTo>
                  <a:pt x="576" y="689"/>
                </a:lnTo>
                <a:lnTo>
                  <a:pt x="581" y="688"/>
                </a:lnTo>
                <a:lnTo>
                  <a:pt x="582" y="687"/>
                </a:lnTo>
                <a:lnTo>
                  <a:pt x="583" y="687"/>
                </a:lnTo>
                <a:lnTo>
                  <a:pt x="584" y="688"/>
                </a:lnTo>
                <a:lnTo>
                  <a:pt x="586" y="689"/>
                </a:lnTo>
                <a:lnTo>
                  <a:pt x="586" y="690"/>
                </a:lnTo>
                <a:lnTo>
                  <a:pt x="584" y="691"/>
                </a:lnTo>
                <a:lnTo>
                  <a:pt x="583" y="691"/>
                </a:lnTo>
                <a:lnTo>
                  <a:pt x="582" y="691"/>
                </a:lnTo>
                <a:lnTo>
                  <a:pt x="581" y="691"/>
                </a:lnTo>
                <a:lnTo>
                  <a:pt x="579" y="692"/>
                </a:lnTo>
                <a:lnTo>
                  <a:pt x="577" y="692"/>
                </a:lnTo>
                <a:lnTo>
                  <a:pt x="576" y="693"/>
                </a:lnTo>
                <a:lnTo>
                  <a:pt x="575" y="693"/>
                </a:lnTo>
                <a:lnTo>
                  <a:pt x="574" y="694"/>
                </a:lnTo>
                <a:lnTo>
                  <a:pt x="571" y="693"/>
                </a:lnTo>
                <a:lnTo>
                  <a:pt x="569" y="693"/>
                </a:lnTo>
                <a:lnTo>
                  <a:pt x="569" y="692"/>
                </a:lnTo>
                <a:lnTo>
                  <a:pt x="569" y="691"/>
                </a:lnTo>
                <a:lnTo>
                  <a:pt x="568" y="691"/>
                </a:lnTo>
                <a:lnTo>
                  <a:pt x="567" y="690"/>
                </a:lnTo>
                <a:lnTo>
                  <a:pt x="564" y="691"/>
                </a:lnTo>
                <a:lnTo>
                  <a:pt x="562" y="691"/>
                </a:lnTo>
                <a:lnTo>
                  <a:pt x="561" y="692"/>
                </a:lnTo>
                <a:lnTo>
                  <a:pt x="560" y="693"/>
                </a:lnTo>
                <a:lnTo>
                  <a:pt x="560" y="694"/>
                </a:lnTo>
                <a:lnTo>
                  <a:pt x="559" y="695"/>
                </a:lnTo>
                <a:lnTo>
                  <a:pt x="557" y="694"/>
                </a:lnTo>
                <a:lnTo>
                  <a:pt x="556" y="696"/>
                </a:lnTo>
                <a:lnTo>
                  <a:pt x="556" y="697"/>
                </a:lnTo>
                <a:lnTo>
                  <a:pt x="554" y="696"/>
                </a:lnTo>
                <a:lnTo>
                  <a:pt x="553" y="696"/>
                </a:lnTo>
                <a:lnTo>
                  <a:pt x="552" y="697"/>
                </a:lnTo>
                <a:lnTo>
                  <a:pt x="550" y="698"/>
                </a:lnTo>
                <a:lnTo>
                  <a:pt x="549" y="699"/>
                </a:lnTo>
                <a:lnTo>
                  <a:pt x="549" y="700"/>
                </a:lnTo>
                <a:lnTo>
                  <a:pt x="548" y="701"/>
                </a:lnTo>
                <a:lnTo>
                  <a:pt x="547" y="701"/>
                </a:lnTo>
                <a:lnTo>
                  <a:pt x="546" y="701"/>
                </a:lnTo>
                <a:lnTo>
                  <a:pt x="544" y="701"/>
                </a:lnTo>
                <a:lnTo>
                  <a:pt x="542" y="701"/>
                </a:lnTo>
                <a:lnTo>
                  <a:pt x="542" y="702"/>
                </a:lnTo>
                <a:lnTo>
                  <a:pt x="541" y="703"/>
                </a:lnTo>
                <a:lnTo>
                  <a:pt x="540" y="703"/>
                </a:lnTo>
                <a:lnTo>
                  <a:pt x="539" y="703"/>
                </a:lnTo>
                <a:lnTo>
                  <a:pt x="537" y="704"/>
                </a:lnTo>
                <a:lnTo>
                  <a:pt x="535" y="704"/>
                </a:lnTo>
                <a:lnTo>
                  <a:pt x="534" y="704"/>
                </a:lnTo>
                <a:lnTo>
                  <a:pt x="533" y="704"/>
                </a:lnTo>
                <a:lnTo>
                  <a:pt x="533" y="703"/>
                </a:lnTo>
                <a:lnTo>
                  <a:pt x="533" y="702"/>
                </a:lnTo>
                <a:lnTo>
                  <a:pt x="534" y="700"/>
                </a:lnTo>
                <a:lnTo>
                  <a:pt x="533" y="700"/>
                </a:lnTo>
                <a:lnTo>
                  <a:pt x="533" y="699"/>
                </a:lnTo>
                <a:lnTo>
                  <a:pt x="532" y="698"/>
                </a:lnTo>
                <a:lnTo>
                  <a:pt x="532" y="697"/>
                </a:lnTo>
                <a:lnTo>
                  <a:pt x="530" y="695"/>
                </a:lnTo>
                <a:lnTo>
                  <a:pt x="529" y="695"/>
                </a:lnTo>
                <a:lnTo>
                  <a:pt x="529" y="694"/>
                </a:lnTo>
                <a:lnTo>
                  <a:pt x="529" y="693"/>
                </a:lnTo>
                <a:lnTo>
                  <a:pt x="529" y="691"/>
                </a:lnTo>
                <a:lnTo>
                  <a:pt x="530" y="691"/>
                </a:lnTo>
                <a:lnTo>
                  <a:pt x="530" y="690"/>
                </a:lnTo>
                <a:lnTo>
                  <a:pt x="530" y="689"/>
                </a:lnTo>
                <a:lnTo>
                  <a:pt x="531" y="689"/>
                </a:lnTo>
                <a:lnTo>
                  <a:pt x="531" y="688"/>
                </a:lnTo>
                <a:lnTo>
                  <a:pt x="531" y="687"/>
                </a:lnTo>
                <a:lnTo>
                  <a:pt x="530" y="686"/>
                </a:lnTo>
                <a:lnTo>
                  <a:pt x="530" y="685"/>
                </a:lnTo>
                <a:lnTo>
                  <a:pt x="529" y="684"/>
                </a:lnTo>
                <a:lnTo>
                  <a:pt x="529" y="683"/>
                </a:lnTo>
                <a:lnTo>
                  <a:pt x="528" y="683"/>
                </a:lnTo>
                <a:lnTo>
                  <a:pt x="527" y="683"/>
                </a:lnTo>
                <a:lnTo>
                  <a:pt x="526" y="683"/>
                </a:lnTo>
                <a:lnTo>
                  <a:pt x="525" y="683"/>
                </a:lnTo>
                <a:lnTo>
                  <a:pt x="526" y="684"/>
                </a:lnTo>
                <a:lnTo>
                  <a:pt x="526" y="685"/>
                </a:lnTo>
                <a:lnTo>
                  <a:pt x="526" y="686"/>
                </a:lnTo>
                <a:lnTo>
                  <a:pt x="526" y="688"/>
                </a:lnTo>
                <a:lnTo>
                  <a:pt x="527" y="688"/>
                </a:lnTo>
                <a:lnTo>
                  <a:pt x="527" y="689"/>
                </a:lnTo>
                <a:lnTo>
                  <a:pt x="527" y="690"/>
                </a:lnTo>
                <a:lnTo>
                  <a:pt x="528" y="690"/>
                </a:lnTo>
                <a:lnTo>
                  <a:pt x="526" y="690"/>
                </a:lnTo>
                <a:lnTo>
                  <a:pt x="525" y="691"/>
                </a:lnTo>
                <a:lnTo>
                  <a:pt x="524" y="692"/>
                </a:lnTo>
                <a:lnTo>
                  <a:pt x="523" y="693"/>
                </a:lnTo>
                <a:lnTo>
                  <a:pt x="523" y="694"/>
                </a:lnTo>
                <a:lnTo>
                  <a:pt x="524" y="695"/>
                </a:lnTo>
                <a:lnTo>
                  <a:pt x="525" y="695"/>
                </a:lnTo>
                <a:lnTo>
                  <a:pt x="526" y="695"/>
                </a:lnTo>
                <a:lnTo>
                  <a:pt x="527" y="695"/>
                </a:lnTo>
                <a:lnTo>
                  <a:pt x="529" y="697"/>
                </a:lnTo>
                <a:lnTo>
                  <a:pt x="529" y="699"/>
                </a:lnTo>
                <a:lnTo>
                  <a:pt x="530" y="701"/>
                </a:lnTo>
                <a:lnTo>
                  <a:pt x="530" y="702"/>
                </a:lnTo>
                <a:lnTo>
                  <a:pt x="529" y="703"/>
                </a:lnTo>
                <a:lnTo>
                  <a:pt x="527" y="704"/>
                </a:lnTo>
                <a:lnTo>
                  <a:pt x="525" y="705"/>
                </a:lnTo>
                <a:lnTo>
                  <a:pt x="524" y="705"/>
                </a:lnTo>
                <a:lnTo>
                  <a:pt x="523" y="705"/>
                </a:lnTo>
                <a:lnTo>
                  <a:pt x="522" y="705"/>
                </a:lnTo>
                <a:lnTo>
                  <a:pt x="523" y="707"/>
                </a:lnTo>
                <a:lnTo>
                  <a:pt x="523" y="708"/>
                </a:lnTo>
                <a:lnTo>
                  <a:pt x="522" y="710"/>
                </a:lnTo>
                <a:lnTo>
                  <a:pt x="524" y="713"/>
                </a:lnTo>
                <a:lnTo>
                  <a:pt x="525" y="715"/>
                </a:lnTo>
                <a:lnTo>
                  <a:pt x="526" y="714"/>
                </a:lnTo>
                <a:lnTo>
                  <a:pt x="527" y="715"/>
                </a:lnTo>
                <a:lnTo>
                  <a:pt x="527" y="716"/>
                </a:lnTo>
                <a:lnTo>
                  <a:pt x="526" y="716"/>
                </a:lnTo>
                <a:lnTo>
                  <a:pt x="526" y="717"/>
                </a:lnTo>
                <a:lnTo>
                  <a:pt x="526" y="718"/>
                </a:lnTo>
                <a:lnTo>
                  <a:pt x="527" y="718"/>
                </a:lnTo>
                <a:lnTo>
                  <a:pt x="532" y="715"/>
                </a:lnTo>
                <a:lnTo>
                  <a:pt x="533" y="715"/>
                </a:lnTo>
                <a:lnTo>
                  <a:pt x="534" y="715"/>
                </a:lnTo>
                <a:lnTo>
                  <a:pt x="536" y="715"/>
                </a:lnTo>
                <a:lnTo>
                  <a:pt x="537" y="715"/>
                </a:lnTo>
                <a:lnTo>
                  <a:pt x="537" y="714"/>
                </a:lnTo>
                <a:lnTo>
                  <a:pt x="536" y="712"/>
                </a:lnTo>
                <a:lnTo>
                  <a:pt x="537" y="710"/>
                </a:lnTo>
                <a:lnTo>
                  <a:pt x="540" y="710"/>
                </a:lnTo>
                <a:lnTo>
                  <a:pt x="540" y="712"/>
                </a:lnTo>
                <a:lnTo>
                  <a:pt x="539" y="713"/>
                </a:lnTo>
                <a:lnTo>
                  <a:pt x="538" y="713"/>
                </a:lnTo>
                <a:lnTo>
                  <a:pt x="538" y="714"/>
                </a:lnTo>
                <a:lnTo>
                  <a:pt x="538" y="715"/>
                </a:lnTo>
                <a:lnTo>
                  <a:pt x="539" y="716"/>
                </a:lnTo>
                <a:lnTo>
                  <a:pt x="540" y="718"/>
                </a:lnTo>
                <a:lnTo>
                  <a:pt x="541" y="719"/>
                </a:lnTo>
                <a:lnTo>
                  <a:pt x="542" y="719"/>
                </a:lnTo>
                <a:lnTo>
                  <a:pt x="543" y="719"/>
                </a:lnTo>
                <a:lnTo>
                  <a:pt x="544" y="719"/>
                </a:lnTo>
                <a:lnTo>
                  <a:pt x="544" y="718"/>
                </a:lnTo>
                <a:lnTo>
                  <a:pt x="545" y="717"/>
                </a:lnTo>
                <a:lnTo>
                  <a:pt x="546" y="718"/>
                </a:lnTo>
                <a:lnTo>
                  <a:pt x="547" y="718"/>
                </a:lnTo>
                <a:lnTo>
                  <a:pt x="548" y="718"/>
                </a:lnTo>
                <a:lnTo>
                  <a:pt x="549" y="718"/>
                </a:lnTo>
                <a:lnTo>
                  <a:pt x="548" y="718"/>
                </a:lnTo>
                <a:lnTo>
                  <a:pt x="548" y="717"/>
                </a:lnTo>
                <a:lnTo>
                  <a:pt x="549" y="717"/>
                </a:lnTo>
                <a:lnTo>
                  <a:pt x="550" y="717"/>
                </a:lnTo>
                <a:lnTo>
                  <a:pt x="551" y="718"/>
                </a:lnTo>
                <a:lnTo>
                  <a:pt x="550" y="719"/>
                </a:lnTo>
                <a:lnTo>
                  <a:pt x="550" y="720"/>
                </a:lnTo>
                <a:lnTo>
                  <a:pt x="550" y="722"/>
                </a:lnTo>
                <a:lnTo>
                  <a:pt x="550" y="723"/>
                </a:lnTo>
                <a:lnTo>
                  <a:pt x="549" y="723"/>
                </a:lnTo>
                <a:lnTo>
                  <a:pt x="548" y="724"/>
                </a:lnTo>
                <a:lnTo>
                  <a:pt x="547" y="725"/>
                </a:lnTo>
                <a:lnTo>
                  <a:pt x="547" y="726"/>
                </a:lnTo>
                <a:lnTo>
                  <a:pt x="548" y="726"/>
                </a:lnTo>
                <a:lnTo>
                  <a:pt x="548" y="727"/>
                </a:lnTo>
                <a:lnTo>
                  <a:pt x="547" y="728"/>
                </a:lnTo>
                <a:lnTo>
                  <a:pt x="546" y="729"/>
                </a:lnTo>
                <a:lnTo>
                  <a:pt x="545" y="728"/>
                </a:lnTo>
                <a:lnTo>
                  <a:pt x="545" y="727"/>
                </a:lnTo>
                <a:lnTo>
                  <a:pt x="545" y="728"/>
                </a:lnTo>
                <a:lnTo>
                  <a:pt x="544" y="728"/>
                </a:lnTo>
                <a:lnTo>
                  <a:pt x="543" y="729"/>
                </a:lnTo>
                <a:lnTo>
                  <a:pt x="543" y="730"/>
                </a:lnTo>
                <a:lnTo>
                  <a:pt x="543" y="732"/>
                </a:lnTo>
                <a:lnTo>
                  <a:pt x="543" y="733"/>
                </a:lnTo>
                <a:lnTo>
                  <a:pt x="544" y="734"/>
                </a:lnTo>
                <a:lnTo>
                  <a:pt x="543" y="734"/>
                </a:lnTo>
                <a:lnTo>
                  <a:pt x="542" y="735"/>
                </a:lnTo>
                <a:lnTo>
                  <a:pt x="541" y="735"/>
                </a:lnTo>
                <a:lnTo>
                  <a:pt x="541" y="737"/>
                </a:lnTo>
                <a:lnTo>
                  <a:pt x="541" y="738"/>
                </a:lnTo>
                <a:lnTo>
                  <a:pt x="538" y="741"/>
                </a:lnTo>
                <a:lnTo>
                  <a:pt x="535" y="742"/>
                </a:lnTo>
                <a:lnTo>
                  <a:pt x="534" y="740"/>
                </a:lnTo>
                <a:lnTo>
                  <a:pt x="534" y="739"/>
                </a:lnTo>
                <a:lnTo>
                  <a:pt x="533" y="738"/>
                </a:lnTo>
                <a:lnTo>
                  <a:pt x="532" y="738"/>
                </a:lnTo>
                <a:lnTo>
                  <a:pt x="530" y="738"/>
                </a:lnTo>
                <a:lnTo>
                  <a:pt x="529" y="739"/>
                </a:lnTo>
                <a:lnTo>
                  <a:pt x="529" y="740"/>
                </a:lnTo>
                <a:lnTo>
                  <a:pt x="529" y="745"/>
                </a:lnTo>
                <a:lnTo>
                  <a:pt x="529" y="746"/>
                </a:lnTo>
                <a:lnTo>
                  <a:pt x="529" y="747"/>
                </a:lnTo>
                <a:lnTo>
                  <a:pt x="529" y="749"/>
                </a:lnTo>
                <a:lnTo>
                  <a:pt x="531" y="750"/>
                </a:lnTo>
                <a:lnTo>
                  <a:pt x="532" y="752"/>
                </a:lnTo>
                <a:lnTo>
                  <a:pt x="533" y="752"/>
                </a:lnTo>
                <a:lnTo>
                  <a:pt x="534" y="751"/>
                </a:lnTo>
                <a:lnTo>
                  <a:pt x="534" y="750"/>
                </a:lnTo>
                <a:lnTo>
                  <a:pt x="535" y="749"/>
                </a:lnTo>
                <a:lnTo>
                  <a:pt x="536" y="749"/>
                </a:lnTo>
                <a:lnTo>
                  <a:pt x="536" y="750"/>
                </a:lnTo>
                <a:lnTo>
                  <a:pt x="536" y="751"/>
                </a:lnTo>
                <a:lnTo>
                  <a:pt x="537" y="753"/>
                </a:lnTo>
                <a:lnTo>
                  <a:pt x="537" y="754"/>
                </a:lnTo>
                <a:lnTo>
                  <a:pt x="536" y="754"/>
                </a:lnTo>
                <a:lnTo>
                  <a:pt x="536" y="755"/>
                </a:lnTo>
                <a:lnTo>
                  <a:pt x="535" y="755"/>
                </a:lnTo>
                <a:lnTo>
                  <a:pt x="535" y="756"/>
                </a:lnTo>
                <a:lnTo>
                  <a:pt x="536" y="758"/>
                </a:lnTo>
                <a:lnTo>
                  <a:pt x="535" y="758"/>
                </a:lnTo>
                <a:lnTo>
                  <a:pt x="535" y="760"/>
                </a:lnTo>
                <a:lnTo>
                  <a:pt x="534" y="760"/>
                </a:lnTo>
                <a:lnTo>
                  <a:pt x="533" y="760"/>
                </a:lnTo>
                <a:lnTo>
                  <a:pt x="532" y="763"/>
                </a:lnTo>
                <a:lnTo>
                  <a:pt x="532" y="764"/>
                </a:lnTo>
                <a:lnTo>
                  <a:pt x="533" y="764"/>
                </a:lnTo>
                <a:lnTo>
                  <a:pt x="532" y="765"/>
                </a:lnTo>
                <a:lnTo>
                  <a:pt x="532" y="764"/>
                </a:lnTo>
                <a:lnTo>
                  <a:pt x="531" y="764"/>
                </a:lnTo>
                <a:lnTo>
                  <a:pt x="530" y="765"/>
                </a:lnTo>
                <a:lnTo>
                  <a:pt x="529" y="766"/>
                </a:lnTo>
                <a:lnTo>
                  <a:pt x="529" y="767"/>
                </a:lnTo>
                <a:lnTo>
                  <a:pt x="528" y="767"/>
                </a:lnTo>
                <a:lnTo>
                  <a:pt x="527" y="768"/>
                </a:lnTo>
                <a:lnTo>
                  <a:pt x="527" y="769"/>
                </a:lnTo>
                <a:lnTo>
                  <a:pt x="526" y="770"/>
                </a:lnTo>
                <a:lnTo>
                  <a:pt x="525" y="771"/>
                </a:lnTo>
                <a:lnTo>
                  <a:pt x="526" y="771"/>
                </a:lnTo>
                <a:lnTo>
                  <a:pt x="525" y="772"/>
                </a:lnTo>
                <a:lnTo>
                  <a:pt x="524" y="772"/>
                </a:lnTo>
                <a:lnTo>
                  <a:pt x="523" y="772"/>
                </a:lnTo>
                <a:lnTo>
                  <a:pt x="522" y="772"/>
                </a:lnTo>
                <a:lnTo>
                  <a:pt x="521" y="772"/>
                </a:lnTo>
                <a:lnTo>
                  <a:pt x="520" y="773"/>
                </a:lnTo>
                <a:lnTo>
                  <a:pt x="520" y="774"/>
                </a:lnTo>
                <a:lnTo>
                  <a:pt x="519" y="774"/>
                </a:lnTo>
                <a:lnTo>
                  <a:pt x="520" y="775"/>
                </a:lnTo>
                <a:lnTo>
                  <a:pt x="519" y="776"/>
                </a:lnTo>
                <a:lnTo>
                  <a:pt x="518" y="773"/>
                </a:lnTo>
                <a:lnTo>
                  <a:pt x="518" y="772"/>
                </a:lnTo>
                <a:lnTo>
                  <a:pt x="519" y="770"/>
                </a:lnTo>
                <a:lnTo>
                  <a:pt x="518" y="769"/>
                </a:lnTo>
                <a:lnTo>
                  <a:pt x="519" y="768"/>
                </a:lnTo>
                <a:lnTo>
                  <a:pt x="519" y="767"/>
                </a:lnTo>
                <a:lnTo>
                  <a:pt x="517" y="763"/>
                </a:lnTo>
                <a:lnTo>
                  <a:pt x="517" y="761"/>
                </a:lnTo>
                <a:lnTo>
                  <a:pt x="512" y="760"/>
                </a:lnTo>
                <a:lnTo>
                  <a:pt x="510" y="758"/>
                </a:lnTo>
                <a:lnTo>
                  <a:pt x="509" y="757"/>
                </a:lnTo>
                <a:lnTo>
                  <a:pt x="506" y="756"/>
                </a:lnTo>
                <a:lnTo>
                  <a:pt x="505" y="757"/>
                </a:lnTo>
                <a:lnTo>
                  <a:pt x="504" y="756"/>
                </a:lnTo>
                <a:lnTo>
                  <a:pt x="503" y="755"/>
                </a:lnTo>
                <a:lnTo>
                  <a:pt x="502" y="754"/>
                </a:lnTo>
                <a:lnTo>
                  <a:pt x="500" y="754"/>
                </a:lnTo>
                <a:lnTo>
                  <a:pt x="498" y="754"/>
                </a:lnTo>
                <a:lnTo>
                  <a:pt x="496" y="754"/>
                </a:lnTo>
                <a:lnTo>
                  <a:pt x="493" y="756"/>
                </a:lnTo>
                <a:lnTo>
                  <a:pt x="492" y="756"/>
                </a:lnTo>
                <a:lnTo>
                  <a:pt x="492" y="755"/>
                </a:lnTo>
                <a:lnTo>
                  <a:pt x="493" y="755"/>
                </a:lnTo>
                <a:lnTo>
                  <a:pt x="492" y="753"/>
                </a:lnTo>
                <a:lnTo>
                  <a:pt x="492" y="752"/>
                </a:lnTo>
                <a:lnTo>
                  <a:pt x="491" y="751"/>
                </a:lnTo>
                <a:lnTo>
                  <a:pt x="492" y="748"/>
                </a:lnTo>
                <a:lnTo>
                  <a:pt x="492" y="747"/>
                </a:lnTo>
                <a:lnTo>
                  <a:pt x="492" y="746"/>
                </a:lnTo>
                <a:lnTo>
                  <a:pt x="493" y="746"/>
                </a:lnTo>
                <a:lnTo>
                  <a:pt x="492" y="746"/>
                </a:lnTo>
                <a:lnTo>
                  <a:pt x="492" y="745"/>
                </a:lnTo>
                <a:lnTo>
                  <a:pt x="491" y="745"/>
                </a:lnTo>
                <a:lnTo>
                  <a:pt x="491" y="744"/>
                </a:lnTo>
                <a:lnTo>
                  <a:pt x="490" y="744"/>
                </a:lnTo>
                <a:lnTo>
                  <a:pt x="490" y="743"/>
                </a:lnTo>
                <a:lnTo>
                  <a:pt x="490" y="742"/>
                </a:lnTo>
                <a:lnTo>
                  <a:pt x="489" y="741"/>
                </a:lnTo>
                <a:lnTo>
                  <a:pt x="489" y="742"/>
                </a:lnTo>
                <a:lnTo>
                  <a:pt x="489" y="743"/>
                </a:lnTo>
                <a:lnTo>
                  <a:pt x="490" y="743"/>
                </a:lnTo>
                <a:lnTo>
                  <a:pt x="489" y="743"/>
                </a:lnTo>
                <a:lnTo>
                  <a:pt x="489" y="746"/>
                </a:lnTo>
                <a:lnTo>
                  <a:pt x="490" y="746"/>
                </a:lnTo>
                <a:lnTo>
                  <a:pt x="490" y="747"/>
                </a:lnTo>
                <a:lnTo>
                  <a:pt x="489" y="747"/>
                </a:lnTo>
                <a:lnTo>
                  <a:pt x="489" y="748"/>
                </a:lnTo>
                <a:lnTo>
                  <a:pt x="489" y="749"/>
                </a:lnTo>
                <a:lnTo>
                  <a:pt x="489" y="750"/>
                </a:lnTo>
                <a:lnTo>
                  <a:pt x="488" y="752"/>
                </a:lnTo>
                <a:lnTo>
                  <a:pt x="489" y="752"/>
                </a:lnTo>
                <a:lnTo>
                  <a:pt x="489" y="754"/>
                </a:lnTo>
                <a:lnTo>
                  <a:pt x="491" y="756"/>
                </a:lnTo>
                <a:lnTo>
                  <a:pt x="490" y="758"/>
                </a:lnTo>
                <a:lnTo>
                  <a:pt x="489" y="760"/>
                </a:lnTo>
                <a:lnTo>
                  <a:pt x="488" y="761"/>
                </a:lnTo>
                <a:lnTo>
                  <a:pt x="487" y="761"/>
                </a:lnTo>
                <a:lnTo>
                  <a:pt x="485" y="762"/>
                </a:lnTo>
                <a:lnTo>
                  <a:pt x="483" y="763"/>
                </a:lnTo>
                <a:lnTo>
                  <a:pt x="483" y="764"/>
                </a:lnTo>
                <a:lnTo>
                  <a:pt x="481" y="766"/>
                </a:lnTo>
                <a:lnTo>
                  <a:pt x="480" y="767"/>
                </a:lnTo>
                <a:lnTo>
                  <a:pt x="479" y="767"/>
                </a:lnTo>
                <a:lnTo>
                  <a:pt x="478" y="768"/>
                </a:lnTo>
                <a:lnTo>
                  <a:pt x="477" y="767"/>
                </a:lnTo>
                <a:lnTo>
                  <a:pt x="476" y="767"/>
                </a:lnTo>
                <a:lnTo>
                  <a:pt x="474" y="768"/>
                </a:lnTo>
                <a:lnTo>
                  <a:pt x="473" y="768"/>
                </a:lnTo>
                <a:lnTo>
                  <a:pt x="471" y="768"/>
                </a:lnTo>
                <a:lnTo>
                  <a:pt x="470" y="768"/>
                </a:lnTo>
                <a:lnTo>
                  <a:pt x="468" y="769"/>
                </a:lnTo>
                <a:lnTo>
                  <a:pt x="467" y="768"/>
                </a:lnTo>
                <a:lnTo>
                  <a:pt x="466" y="768"/>
                </a:lnTo>
                <a:lnTo>
                  <a:pt x="465" y="768"/>
                </a:lnTo>
                <a:lnTo>
                  <a:pt x="465" y="769"/>
                </a:lnTo>
                <a:lnTo>
                  <a:pt x="466" y="769"/>
                </a:lnTo>
                <a:lnTo>
                  <a:pt x="466" y="770"/>
                </a:lnTo>
                <a:lnTo>
                  <a:pt x="465" y="771"/>
                </a:lnTo>
                <a:lnTo>
                  <a:pt x="462" y="774"/>
                </a:lnTo>
                <a:lnTo>
                  <a:pt x="461" y="774"/>
                </a:lnTo>
                <a:lnTo>
                  <a:pt x="459" y="775"/>
                </a:lnTo>
                <a:lnTo>
                  <a:pt x="459" y="777"/>
                </a:lnTo>
                <a:lnTo>
                  <a:pt x="458" y="779"/>
                </a:lnTo>
                <a:lnTo>
                  <a:pt x="457" y="779"/>
                </a:lnTo>
                <a:lnTo>
                  <a:pt x="455" y="779"/>
                </a:lnTo>
                <a:lnTo>
                  <a:pt x="454" y="778"/>
                </a:lnTo>
                <a:lnTo>
                  <a:pt x="452" y="777"/>
                </a:lnTo>
                <a:lnTo>
                  <a:pt x="449" y="775"/>
                </a:lnTo>
                <a:lnTo>
                  <a:pt x="447" y="774"/>
                </a:lnTo>
                <a:lnTo>
                  <a:pt x="447" y="772"/>
                </a:lnTo>
                <a:lnTo>
                  <a:pt x="447" y="769"/>
                </a:lnTo>
                <a:lnTo>
                  <a:pt x="446" y="769"/>
                </a:lnTo>
                <a:lnTo>
                  <a:pt x="446" y="768"/>
                </a:lnTo>
                <a:lnTo>
                  <a:pt x="446" y="767"/>
                </a:lnTo>
                <a:lnTo>
                  <a:pt x="446" y="766"/>
                </a:lnTo>
                <a:lnTo>
                  <a:pt x="446" y="763"/>
                </a:lnTo>
                <a:lnTo>
                  <a:pt x="445" y="763"/>
                </a:lnTo>
                <a:lnTo>
                  <a:pt x="444" y="763"/>
                </a:lnTo>
                <a:lnTo>
                  <a:pt x="443" y="763"/>
                </a:lnTo>
                <a:lnTo>
                  <a:pt x="443" y="762"/>
                </a:lnTo>
                <a:lnTo>
                  <a:pt x="444" y="761"/>
                </a:lnTo>
                <a:lnTo>
                  <a:pt x="445" y="760"/>
                </a:lnTo>
                <a:lnTo>
                  <a:pt x="446" y="759"/>
                </a:lnTo>
                <a:lnTo>
                  <a:pt x="447" y="758"/>
                </a:lnTo>
                <a:lnTo>
                  <a:pt x="447" y="757"/>
                </a:lnTo>
                <a:lnTo>
                  <a:pt x="446" y="757"/>
                </a:lnTo>
                <a:lnTo>
                  <a:pt x="445" y="756"/>
                </a:lnTo>
                <a:lnTo>
                  <a:pt x="444" y="756"/>
                </a:lnTo>
                <a:lnTo>
                  <a:pt x="444" y="755"/>
                </a:lnTo>
                <a:lnTo>
                  <a:pt x="443" y="755"/>
                </a:lnTo>
                <a:lnTo>
                  <a:pt x="442" y="756"/>
                </a:lnTo>
                <a:lnTo>
                  <a:pt x="443" y="756"/>
                </a:lnTo>
                <a:lnTo>
                  <a:pt x="443" y="757"/>
                </a:lnTo>
                <a:lnTo>
                  <a:pt x="443" y="758"/>
                </a:lnTo>
                <a:lnTo>
                  <a:pt x="443" y="759"/>
                </a:lnTo>
                <a:lnTo>
                  <a:pt x="441" y="761"/>
                </a:lnTo>
                <a:lnTo>
                  <a:pt x="440" y="761"/>
                </a:lnTo>
                <a:lnTo>
                  <a:pt x="440" y="760"/>
                </a:lnTo>
                <a:lnTo>
                  <a:pt x="438" y="760"/>
                </a:lnTo>
                <a:lnTo>
                  <a:pt x="437" y="760"/>
                </a:lnTo>
                <a:lnTo>
                  <a:pt x="438" y="760"/>
                </a:lnTo>
                <a:lnTo>
                  <a:pt x="437" y="762"/>
                </a:lnTo>
                <a:lnTo>
                  <a:pt x="437" y="764"/>
                </a:lnTo>
                <a:lnTo>
                  <a:pt x="437" y="765"/>
                </a:lnTo>
                <a:lnTo>
                  <a:pt x="436" y="766"/>
                </a:lnTo>
                <a:lnTo>
                  <a:pt x="436" y="768"/>
                </a:lnTo>
                <a:lnTo>
                  <a:pt x="434" y="769"/>
                </a:lnTo>
                <a:lnTo>
                  <a:pt x="434" y="770"/>
                </a:lnTo>
                <a:lnTo>
                  <a:pt x="432" y="772"/>
                </a:lnTo>
                <a:lnTo>
                  <a:pt x="432" y="773"/>
                </a:lnTo>
                <a:lnTo>
                  <a:pt x="431" y="775"/>
                </a:lnTo>
                <a:lnTo>
                  <a:pt x="431" y="776"/>
                </a:lnTo>
                <a:lnTo>
                  <a:pt x="430" y="777"/>
                </a:lnTo>
                <a:lnTo>
                  <a:pt x="428" y="777"/>
                </a:lnTo>
                <a:lnTo>
                  <a:pt x="424" y="777"/>
                </a:lnTo>
                <a:lnTo>
                  <a:pt x="424" y="778"/>
                </a:lnTo>
                <a:lnTo>
                  <a:pt x="423" y="780"/>
                </a:lnTo>
                <a:lnTo>
                  <a:pt x="421" y="780"/>
                </a:lnTo>
                <a:lnTo>
                  <a:pt x="418" y="781"/>
                </a:lnTo>
                <a:lnTo>
                  <a:pt x="418" y="782"/>
                </a:lnTo>
                <a:lnTo>
                  <a:pt x="418" y="783"/>
                </a:lnTo>
                <a:lnTo>
                  <a:pt x="418" y="784"/>
                </a:lnTo>
                <a:lnTo>
                  <a:pt x="419" y="785"/>
                </a:lnTo>
                <a:lnTo>
                  <a:pt x="420" y="785"/>
                </a:lnTo>
                <a:lnTo>
                  <a:pt x="421" y="785"/>
                </a:lnTo>
                <a:lnTo>
                  <a:pt x="421" y="784"/>
                </a:lnTo>
                <a:lnTo>
                  <a:pt x="422" y="784"/>
                </a:lnTo>
                <a:lnTo>
                  <a:pt x="426" y="789"/>
                </a:lnTo>
                <a:lnTo>
                  <a:pt x="426" y="790"/>
                </a:lnTo>
                <a:lnTo>
                  <a:pt x="424" y="792"/>
                </a:lnTo>
                <a:lnTo>
                  <a:pt x="422" y="794"/>
                </a:lnTo>
                <a:lnTo>
                  <a:pt x="421" y="796"/>
                </a:lnTo>
                <a:lnTo>
                  <a:pt x="421" y="797"/>
                </a:lnTo>
                <a:lnTo>
                  <a:pt x="421" y="798"/>
                </a:lnTo>
                <a:lnTo>
                  <a:pt x="421" y="799"/>
                </a:lnTo>
                <a:lnTo>
                  <a:pt x="422" y="800"/>
                </a:lnTo>
                <a:lnTo>
                  <a:pt x="423" y="802"/>
                </a:lnTo>
                <a:lnTo>
                  <a:pt x="423" y="803"/>
                </a:lnTo>
                <a:lnTo>
                  <a:pt x="420" y="804"/>
                </a:lnTo>
                <a:lnTo>
                  <a:pt x="419" y="803"/>
                </a:lnTo>
                <a:lnTo>
                  <a:pt x="410" y="802"/>
                </a:lnTo>
                <a:lnTo>
                  <a:pt x="408" y="802"/>
                </a:lnTo>
                <a:lnTo>
                  <a:pt x="406" y="802"/>
                </a:lnTo>
                <a:lnTo>
                  <a:pt x="406" y="800"/>
                </a:lnTo>
                <a:lnTo>
                  <a:pt x="405" y="800"/>
                </a:lnTo>
                <a:lnTo>
                  <a:pt x="401" y="799"/>
                </a:lnTo>
                <a:lnTo>
                  <a:pt x="400" y="799"/>
                </a:lnTo>
                <a:lnTo>
                  <a:pt x="399" y="799"/>
                </a:lnTo>
                <a:lnTo>
                  <a:pt x="398" y="799"/>
                </a:lnTo>
                <a:lnTo>
                  <a:pt x="397" y="799"/>
                </a:lnTo>
                <a:lnTo>
                  <a:pt x="397" y="800"/>
                </a:lnTo>
                <a:lnTo>
                  <a:pt x="396" y="800"/>
                </a:lnTo>
                <a:lnTo>
                  <a:pt x="397" y="801"/>
                </a:lnTo>
                <a:lnTo>
                  <a:pt x="399" y="802"/>
                </a:lnTo>
                <a:lnTo>
                  <a:pt x="399" y="803"/>
                </a:lnTo>
                <a:lnTo>
                  <a:pt x="398" y="805"/>
                </a:lnTo>
                <a:lnTo>
                  <a:pt x="398" y="807"/>
                </a:lnTo>
                <a:lnTo>
                  <a:pt x="397" y="808"/>
                </a:lnTo>
                <a:lnTo>
                  <a:pt x="396" y="808"/>
                </a:lnTo>
                <a:lnTo>
                  <a:pt x="394" y="808"/>
                </a:lnTo>
                <a:lnTo>
                  <a:pt x="394" y="809"/>
                </a:lnTo>
                <a:lnTo>
                  <a:pt x="393" y="809"/>
                </a:lnTo>
                <a:lnTo>
                  <a:pt x="393" y="810"/>
                </a:lnTo>
                <a:lnTo>
                  <a:pt x="394" y="810"/>
                </a:lnTo>
                <a:lnTo>
                  <a:pt x="396" y="810"/>
                </a:lnTo>
                <a:lnTo>
                  <a:pt x="399" y="812"/>
                </a:lnTo>
                <a:lnTo>
                  <a:pt x="399" y="813"/>
                </a:lnTo>
                <a:lnTo>
                  <a:pt x="398" y="813"/>
                </a:lnTo>
                <a:lnTo>
                  <a:pt x="397" y="813"/>
                </a:lnTo>
                <a:lnTo>
                  <a:pt x="395" y="813"/>
                </a:lnTo>
                <a:lnTo>
                  <a:pt x="397" y="814"/>
                </a:lnTo>
                <a:lnTo>
                  <a:pt x="398" y="815"/>
                </a:lnTo>
                <a:lnTo>
                  <a:pt x="399" y="816"/>
                </a:lnTo>
                <a:lnTo>
                  <a:pt x="402" y="816"/>
                </a:lnTo>
                <a:lnTo>
                  <a:pt x="404" y="815"/>
                </a:lnTo>
                <a:lnTo>
                  <a:pt x="406" y="815"/>
                </a:lnTo>
                <a:lnTo>
                  <a:pt x="407" y="815"/>
                </a:lnTo>
                <a:lnTo>
                  <a:pt x="408" y="814"/>
                </a:lnTo>
                <a:lnTo>
                  <a:pt x="409" y="814"/>
                </a:lnTo>
                <a:lnTo>
                  <a:pt x="413" y="813"/>
                </a:lnTo>
                <a:lnTo>
                  <a:pt x="414" y="812"/>
                </a:lnTo>
                <a:lnTo>
                  <a:pt x="415" y="811"/>
                </a:lnTo>
                <a:lnTo>
                  <a:pt x="419" y="809"/>
                </a:lnTo>
                <a:lnTo>
                  <a:pt x="423" y="809"/>
                </a:lnTo>
                <a:lnTo>
                  <a:pt x="425" y="809"/>
                </a:lnTo>
                <a:lnTo>
                  <a:pt x="428" y="809"/>
                </a:lnTo>
                <a:lnTo>
                  <a:pt x="429" y="810"/>
                </a:lnTo>
                <a:lnTo>
                  <a:pt x="429" y="812"/>
                </a:lnTo>
                <a:lnTo>
                  <a:pt x="429" y="813"/>
                </a:lnTo>
                <a:lnTo>
                  <a:pt x="428" y="813"/>
                </a:lnTo>
                <a:lnTo>
                  <a:pt x="427" y="814"/>
                </a:lnTo>
                <a:lnTo>
                  <a:pt x="426" y="814"/>
                </a:lnTo>
                <a:lnTo>
                  <a:pt x="426" y="815"/>
                </a:lnTo>
                <a:lnTo>
                  <a:pt x="427" y="817"/>
                </a:lnTo>
                <a:lnTo>
                  <a:pt x="427" y="818"/>
                </a:lnTo>
                <a:lnTo>
                  <a:pt x="428" y="818"/>
                </a:lnTo>
                <a:lnTo>
                  <a:pt x="428" y="819"/>
                </a:lnTo>
                <a:lnTo>
                  <a:pt x="427" y="819"/>
                </a:lnTo>
                <a:lnTo>
                  <a:pt x="427" y="820"/>
                </a:lnTo>
                <a:lnTo>
                  <a:pt x="426" y="820"/>
                </a:lnTo>
                <a:lnTo>
                  <a:pt x="426" y="821"/>
                </a:lnTo>
                <a:lnTo>
                  <a:pt x="425" y="821"/>
                </a:lnTo>
                <a:lnTo>
                  <a:pt x="425" y="822"/>
                </a:lnTo>
                <a:lnTo>
                  <a:pt x="425" y="823"/>
                </a:lnTo>
                <a:lnTo>
                  <a:pt x="426" y="822"/>
                </a:lnTo>
                <a:lnTo>
                  <a:pt x="427" y="822"/>
                </a:lnTo>
                <a:lnTo>
                  <a:pt x="427" y="821"/>
                </a:lnTo>
                <a:lnTo>
                  <a:pt x="428" y="820"/>
                </a:lnTo>
                <a:lnTo>
                  <a:pt x="432" y="819"/>
                </a:lnTo>
                <a:lnTo>
                  <a:pt x="433" y="819"/>
                </a:lnTo>
                <a:lnTo>
                  <a:pt x="434" y="818"/>
                </a:lnTo>
                <a:lnTo>
                  <a:pt x="435" y="818"/>
                </a:lnTo>
                <a:lnTo>
                  <a:pt x="436" y="819"/>
                </a:lnTo>
                <a:lnTo>
                  <a:pt x="437" y="820"/>
                </a:lnTo>
                <a:lnTo>
                  <a:pt x="438" y="821"/>
                </a:lnTo>
                <a:lnTo>
                  <a:pt x="439" y="823"/>
                </a:lnTo>
                <a:lnTo>
                  <a:pt x="440" y="824"/>
                </a:lnTo>
                <a:lnTo>
                  <a:pt x="440" y="825"/>
                </a:lnTo>
                <a:lnTo>
                  <a:pt x="440" y="827"/>
                </a:lnTo>
                <a:lnTo>
                  <a:pt x="442" y="827"/>
                </a:lnTo>
                <a:lnTo>
                  <a:pt x="444" y="828"/>
                </a:lnTo>
                <a:lnTo>
                  <a:pt x="442" y="830"/>
                </a:lnTo>
                <a:lnTo>
                  <a:pt x="443" y="831"/>
                </a:lnTo>
                <a:lnTo>
                  <a:pt x="443" y="832"/>
                </a:lnTo>
                <a:lnTo>
                  <a:pt x="444" y="833"/>
                </a:lnTo>
                <a:lnTo>
                  <a:pt x="445" y="834"/>
                </a:lnTo>
                <a:lnTo>
                  <a:pt x="446" y="835"/>
                </a:lnTo>
                <a:lnTo>
                  <a:pt x="445" y="837"/>
                </a:lnTo>
                <a:lnTo>
                  <a:pt x="444" y="836"/>
                </a:lnTo>
                <a:lnTo>
                  <a:pt x="443" y="836"/>
                </a:lnTo>
                <a:lnTo>
                  <a:pt x="442" y="836"/>
                </a:lnTo>
                <a:lnTo>
                  <a:pt x="440" y="837"/>
                </a:lnTo>
                <a:lnTo>
                  <a:pt x="439" y="838"/>
                </a:lnTo>
                <a:lnTo>
                  <a:pt x="439" y="839"/>
                </a:lnTo>
                <a:lnTo>
                  <a:pt x="438" y="840"/>
                </a:lnTo>
                <a:lnTo>
                  <a:pt x="437" y="840"/>
                </a:lnTo>
                <a:lnTo>
                  <a:pt x="436" y="839"/>
                </a:lnTo>
                <a:lnTo>
                  <a:pt x="435" y="840"/>
                </a:lnTo>
                <a:lnTo>
                  <a:pt x="434" y="840"/>
                </a:lnTo>
                <a:lnTo>
                  <a:pt x="433" y="841"/>
                </a:lnTo>
                <a:lnTo>
                  <a:pt x="432" y="841"/>
                </a:lnTo>
                <a:lnTo>
                  <a:pt x="432" y="843"/>
                </a:lnTo>
                <a:lnTo>
                  <a:pt x="432" y="844"/>
                </a:lnTo>
                <a:lnTo>
                  <a:pt x="431" y="844"/>
                </a:lnTo>
                <a:lnTo>
                  <a:pt x="430" y="844"/>
                </a:lnTo>
                <a:lnTo>
                  <a:pt x="429" y="845"/>
                </a:lnTo>
                <a:lnTo>
                  <a:pt x="429" y="847"/>
                </a:lnTo>
                <a:lnTo>
                  <a:pt x="428" y="849"/>
                </a:lnTo>
                <a:lnTo>
                  <a:pt x="428" y="848"/>
                </a:lnTo>
                <a:lnTo>
                  <a:pt x="427" y="848"/>
                </a:lnTo>
                <a:lnTo>
                  <a:pt x="426" y="849"/>
                </a:lnTo>
                <a:lnTo>
                  <a:pt x="426" y="850"/>
                </a:lnTo>
                <a:lnTo>
                  <a:pt x="426" y="851"/>
                </a:lnTo>
                <a:lnTo>
                  <a:pt x="424" y="851"/>
                </a:lnTo>
                <a:lnTo>
                  <a:pt x="423" y="852"/>
                </a:lnTo>
                <a:lnTo>
                  <a:pt x="422" y="853"/>
                </a:lnTo>
                <a:lnTo>
                  <a:pt x="421" y="854"/>
                </a:lnTo>
                <a:lnTo>
                  <a:pt x="422" y="855"/>
                </a:lnTo>
                <a:lnTo>
                  <a:pt x="420" y="856"/>
                </a:lnTo>
                <a:lnTo>
                  <a:pt x="419" y="857"/>
                </a:lnTo>
                <a:lnTo>
                  <a:pt x="419" y="858"/>
                </a:lnTo>
                <a:lnTo>
                  <a:pt x="419" y="859"/>
                </a:lnTo>
                <a:lnTo>
                  <a:pt x="419" y="861"/>
                </a:lnTo>
                <a:lnTo>
                  <a:pt x="417" y="863"/>
                </a:lnTo>
                <a:lnTo>
                  <a:pt x="416" y="862"/>
                </a:lnTo>
                <a:lnTo>
                  <a:pt x="416" y="861"/>
                </a:lnTo>
                <a:lnTo>
                  <a:pt x="417" y="861"/>
                </a:lnTo>
                <a:lnTo>
                  <a:pt x="417" y="860"/>
                </a:lnTo>
                <a:lnTo>
                  <a:pt x="416" y="858"/>
                </a:lnTo>
                <a:lnTo>
                  <a:pt x="417" y="857"/>
                </a:lnTo>
                <a:lnTo>
                  <a:pt x="418" y="855"/>
                </a:lnTo>
                <a:lnTo>
                  <a:pt x="416" y="856"/>
                </a:lnTo>
                <a:lnTo>
                  <a:pt x="416" y="857"/>
                </a:lnTo>
                <a:lnTo>
                  <a:pt x="415" y="857"/>
                </a:lnTo>
                <a:lnTo>
                  <a:pt x="415" y="856"/>
                </a:lnTo>
                <a:lnTo>
                  <a:pt x="415" y="855"/>
                </a:lnTo>
                <a:lnTo>
                  <a:pt x="414" y="855"/>
                </a:lnTo>
                <a:lnTo>
                  <a:pt x="413" y="854"/>
                </a:lnTo>
                <a:lnTo>
                  <a:pt x="414" y="853"/>
                </a:lnTo>
                <a:lnTo>
                  <a:pt x="413" y="853"/>
                </a:lnTo>
                <a:lnTo>
                  <a:pt x="412" y="853"/>
                </a:lnTo>
                <a:lnTo>
                  <a:pt x="412" y="856"/>
                </a:lnTo>
                <a:lnTo>
                  <a:pt x="413" y="857"/>
                </a:lnTo>
                <a:lnTo>
                  <a:pt x="415" y="858"/>
                </a:lnTo>
                <a:lnTo>
                  <a:pt x="415" y="859"/>
                </a:lnTo>
                <a:lnTo>
                  <a:pt x="415" y="860"/>
                </a:lnTo>
                <a:lnTo>
                  <a:pt x="413" y="859"/>
                </a:lnTo>
                <a:lnTo>
                  <a:pt x="413" y="858"/>
                </a:lnTo>
                <a:lnTo>
                  <a:pt x="412" y="857"/>
                </a:lnTo>
                <a:lnTo>
                  <a:pt x="411" y="857"/>
                </a:lnTo>
                <a:lnTo>
                  <a:pt x="412" y="858"/>
                </a:lnTo>
                <a:lnTo>
                  <a:pt x="412" y="859"/>
                </a:lnTo>
                <a:lnTo>
                  <a:pt x="411" y="859"/>
                </a:lnTo>
                <a:lnTo>
                  <a:pt x="410" y="858"/>
                </a:lnTo>
                <a:lnTo>
                  <a:pt x="410" y="859"/>
                </a:lnTo>
                <a:lnTo>
                  <a:pt x="412" y="861"/>
                </a:lnTo>
                <a:lnTo>
                  <a:pt x="414" y="861"/>
                </a:lnTo>
                <a:lnTo>
                  <a:pt x="415" y="861"/>
                </a:lnTo>
                <a:lnTo>
                  <a:pt x="414" y="862"/>
                </a:lnTo>
                <a:lnTo>
                  <a:pt x="413" y="862"/>
                </a:lnTo>
                <a:lnTo>
                  <a:pt x="413" y="863"/>
                </a:lnTo>
                <a:lnTo>
                  <a:pt x="413" y="864"/>
                </a:lnTo>
                <a:lnTo>
                  <a:pt x="413" y="865"/>
                </a:lnTo>
                <a:lnTo>
                  <a:pt x="411" y="867"/>
                </a:lnTo>
                <a:lnTo>
                  <a:pt x="411" y="868"/>
                </a:lnTo>
                <a:lnTo>
                  <a:pt x="410" y="871"/>
                </a:lnTo>
                <a:lnTo>
                  <a:pt x="409" y="870"/>
                </a:lnTo>
                <a:lnTo>
                  <a:pt x="408" y="871"/>
                </a:lnTo>
                <a:lnTo>
                  <a:pt x="407" y="872"/>
                </a:lnTo>
                <a:lnTo>
                  <a:pt x="406" y="875"/>
                </a:lnTo>
                <a:lnTo>
                  <a:pt x="406" y="877"/>
                </a:lnTo>
                <a:lnTo>
                  <a:pt x="406" y="878"/>
                </a:lnTo>
                <a:lnTo>
                  <a:pt x="406" y="881"/>
                </a:lnTo>
                <a:lnTo>
                  <a:pt x="406" y="885"/>
                </a:lnTo>
                <a:lnTo>
                  <a:pt x="407" y="886"/>
                </a:lnTo>
                <a:lnTo>
                  <a:pt x="407" y="887"/>
                </a:lnTo>
                <a:lnTo>
                  <a:pt x="408" y="888"/>
                </a:lnTo>
                <a:lnTo>
                  <a:pt x="407" y="890"/>
                </a:lnTo>
                <a:lnTo>
                  <a:pt x="406" y="890"/>
                </a:lnTo>
                <a:lnTo>
                  <a:pt x="405" y="890"/>
                </a:lnTo>
                <a:lnTo>
                  <a:pt x="404" y="890"/>
                </a:lnTo>
                <a:lnTo>
                  <a:pt x="403" y="890"/>
                </a:lnTo>
                <a:lnTo>
                  <a:pt x="403" y="889"/>
                </a:lnTo>
                <a:lnTo>
                  <a:pt x="400" y="890"/>
                </a:lnTo>
                <a:lnTo>
                  <a:pt x="398" y="890"/>
                </a:lnTo>
                <a:lnTo>
                  <a:pt x="397" y="891"/>
                </a:lnTo>
                <a:lnTo>
                  <a:pt x="396" y="893"/>
                </a:lnTo>
                <a:lnTo>
                  <a:pt x="395" y="894"/>
                </a:lnTo>
                <a:lnTo>
                  <a:pt x="394" y="896"/>
                </a:lnTo>
                <a:lnTo>
                  <a:pt x="394" y="897"/>
                </a:lnTo>
                <a:lnTo>
                  <a:pt x="394" y="898"/>
                </a:lnTo>
                <a:lnTo>
                  <a:pt x="394" y="897"/>
                </a:lnTo>
                <a:lnTo>
                  <a:pt x="393" y="897"/>
                </a:lnTo>
                <a:lnTo>
                  <a:pt x="392" y="897"/>
                </a:lnTo>
                <a:lnTo>
                  <a:pt x="391" y="898"/>
                </a:lnTo>
                <a:lnTo>
                  <a:pt x="391" y="899"/>
                </a:lnTo>
                <a:lnTo>
                  <a:pt x="390" y="900"/>
                </a:lnTo>
                <a:lnTo>
                  <a:pt x="390" y="901"/>
                </a:lnTo>
                <a:lnTo>
                  <a:pt x="390" y="902"/>
                </a:lnTo>
                <a:lnTo>
                  <a:pt x="390" y="904"/>
                </a:lnTo>
                <a:lnTo>
                  <a:pt x="390" y="905"/>
                </a:lnTo>
                <a:lnTo>
                  <a:pt x="391" y="905"/>
                </a:lnTo>
                <a:lnTo>
                  <a:pt x="391" y="906"/>
                </a:lnTo>
                <a:lnTo>
                  <a:pt x="390" y="906"/>
                </a:lnTo>
                <a:lnTo>
                  <a:pt x="389" y="906"/>
                </a:lnTo>
                <a:lnTo>
                  <a:pt x="389" y="905"/>
                </a:lnTo>
                <a:lnTo>
                  <a:pt x="388" y="905"/>
                </a:lnTo>
                <a:lnTo>
                  <a:pt x="387" y="906"/>
                </a:lnTo>
                <a:lnTo>
                  <a:pt x="387" y="907"/>
                </a:lnTo>
                <a:lnTo>
                  <a:pt x="386" y="907"/>
                </a:lnTo>
                <a:lnTo>
                  <a:pt x="386" y="909"/>
                </a:lnTo>
                <a:lnTo>
                  <a:pt x="386" y="910"/>
                </a:lnTo>
                <a:lnTo>
                  <a:pt x="386" y="912"/>
                </a:lnTo>
                <a:lnTo>
                  <a:pt x="385" y="913"/>
                </a:lnTo>
                <a:lnTo>
                  <a:pt x="386" y="914"/>
                </a:lnTo>
                <a:lnTo>
                  <a:pt x="386" y="915"/>
                </a:lnTo>
                <a:lnTo>
                  <a:pt x="385" y="916"/>
                </a:lnTo>
                <a:lnTo>
                  <a:pt x="384" y="916"/>
                </a:lnTo>
                <a:lnTo>
                  <a:pt x="383" y="917"/>
                </a:lnTo>
                <a:lnTo>
                  <a:pt x="383" y="918"/>
                </a:lnTo>
                <a:lnTo>
                  <a:pt x="382" y="918"/>
                </a:lnTo>
                <a:lnTo>
                  <a:pt x="381" y="918"/>
                </a:lnTo>
                <a:lnTo>
                  <a:pt x="380" y="917"/>
                </a:lnTo>
                <a:lnTo>
                  <a:pt x="381" y="917"/>
                </a:lnTo>
                <a:lnTo>
                  <a:pt x="381" y="916"/>
                </a:lnTo>
                <a:lnTo>
                  <a:pt x="379" y="913"/>
                </a:lnTo>
                <a:lnTo>
                  <a:pt x="379" y="912"/>
                </a:lnTo>
                <a:lnTo>
                  <a:pt x="380" y="911"/>
                </a:lnTo>
                <a:lnTo>
                  <a:pt x="381" y="910"/>
                </a:lnTo>
                <a:lnTo>
                  <a:pt x="383" y="908"/>
                </a:lnTo>
                <a:lnTo>
                  <a:pt x="383" y="907"/>
                </a:lnTo>
                <a:lnTo>
                  <a:pt x="384" y="906"/>
                </a:lnTo>
                <a:lnTo>
                  <a:pt x="384" y="905"/>
                </a:lnTo>
                <a:lnTo>
                  <a:pt x="385" y="904"/>
                </a:lnTo>
                <a:lnTo>
                  <a:pt x="384" y="904"/>
                </a:lnTo>
                <a:lnTo>
                  <a:pt x="384" y="903"/>
                </a:lnTo>
                <a:lnTo>
                  <a:pt x="384" y="902"/>
                </a:lnTo>
                <a:lnTo>
                  <a:pt x="385" y="901"/>
                </a:lnTo>
                <a:lnTo>
                  <a:pt x="386" y="901"/>
                </a:lnTo>
                <a:lnTo>
                  <a:pt x="386" y="900"/>
                </a:lnTo>
                <a:lnTo>
                  <a:pt x="387" y="901"/>
                </a:lnTo>
                <a:lnTo>
                  <a:pt x="387" y="900"/>
                </a:lnTo>
                <a:lnTo>
                  <a:pt x="388" y="900"/>
                </a:lnTo>
                <a:lnTo>
                  <a:pt x="388" y="898"/>
                </a:lnTo>
                <a:lnTo>
                  <a:pt x="388" y="897"/>
                </a:lnTo>
                <a:lnTo>
                  <a:pt x="387" y="897"/>
                </a:lnTo>
                <a:lnTo>
                  <a:pt x="387" y="898"/>
                </a:lnTo>
                <a:lnTo>
                  <a:pt x="387" y="899"/>
                </a:lnTo>
                <a:lnTo>
                  <a:pt x="386" y="900"/>
                </a:lnTo>
                <a:lnTo>
                  <a:pt x="385" y="900"/>
                </a:lnTo>
                <a:lnTo>
                  <a:pt x="386" y="899"/>
                </a:lnTo>
                <a:lnTo>
                  <a:pt x="386" y="898"/>
                </a:lnTo>
                <a:lnTo>
                  <a:pt x="385" y="898"/>
                </a:lnTo>
                <a:lnTo>
                  <a:pt x="385" y="899"/>
                </a:lnTo>
                <a:lnTo>
                  <a:pt x="384" y="900"/>
                </a:lnTo>
                <a:lnTo>
                  <a:pt x="384" y="899"/>
                </a:lnTo>
                <a:lnTo>
                  <a:pt x="384" y="898"/>
                </a:lnTo>
                <a:lnTo>
                  <a:pt x="384" y="897"/>
                </a:lnTo>
                <a:lnTo>
                  <a:pt x="383" y="897"/>
                </a:lnTo>
                <a:lnTo>
                  <a:pt x="381" y="895"/>
                </a:lnTo>
                <a:lnTo>
                  <a:pt x="381" y="894"/>
                </a:lnTo>
                <a:lnTo>
                  <a:pt x="382" y="892"/>
                </a:lnTo>
                <a:lnTo>
                  <a:pt x="383" y="891"/>
                </a:lnTo>
                <a:lnTo>
                  <a:pt x="382" y="892"/>
                </a:lnTo>
                <a:lnTo>
                  <a:pt x="381" y="893"/>
                </a:lnTo>
                <a:lnTo>
                  <a:pt x="381" y="894"/>
                </a:lnTo>
                <a:lnTo>
                  <a:pt x="381" y="896"/>
                </a:lnTo>
                <a:lnTo>
                  <a:pt x="379" y="897"/>
                </a:lnTo>
                <a:lnTo>
                  <a:pt x="378" y="896"/>
                </a:lnTo>
                <a:lnTo>
                  <a:pt x="376" y="895"/>
                </a:lnTo>
                <a:lnTo>
                  <a:pt x="374" y="894"/>
                </a:lnTo>
                <a:lnTo>
                  <a:pt x="373" y="894"/>
                </a:lnTo>
                <a:lnTo>
                  <a:pt x="373" y="893"/>
                </a:lnTo>
                <a:lnTo>
                  <a:pt x="372" y="892"/>
                </a:lnTo>
                <a:lnTo>
                  <a:pt x="372" y="891"/>
                </a:lnTo>
                <a:lnTo>
                  <a:pt x="371" y="891"/>
                </a:lnTo>
                <a:lnTo>
                  <a:pt x="370" y="892"/>
                </a:lnTo>
                <a:lnTo>
                  <a:pt x="371" y="891"/>
                </a:lnTo>
                <a:lnTo>
                  <a:pt x="371" y="892"/>
                </a:lnTo>
                <a:lnTo>
                  <a:pt x="372" y="893"/>
                </a:lnTo>
                <a:lnTo>
                  <a:pt x="372" y="894"/>
                </a:lnTo>
                <a:lnTo>
                  <a:pt x="373" y="894"/>
                </a:lnTo>
                <a:lnTo>
                  <a:pt x="373" y="895"/>
                </a:lnTo>
                <a:lnTo>
                  <a:pt x="372" y="897"/>
                </a:lnTo>
                <a:lnTo>
                  <a:pt x="371" y="900"/>
                </a:lnTo>
                <a:lnTo>
                  <a:pt x="370" y="901"/>
                </a:lnTo>
                <a:lnTo>
                  <a:pt x="370" y="902"/>
                </a:lnTo>
                <a:lnTo>
                  <a:pt x="370" y="903"/>
                </a:lnTo>
                <a:lnTo>
                  <a:pt x="370" y="904"/>
                </a:lnTo>
                <a:lnTo>
                  <a:pt x="370" y="905"/>
                </a:lnTo>
                <a:lnTo>
                  <a:pt x="371" y="906"/>
                </a:lnTo>
                <a:lnTo>
                  <a:pt x="372" y="907"/>
                </a:lnTo>
                <a:lnTo>
                  <a:pt x="373" y="908"/>
                </a:lnTo>
                <a:lnTo>
                  <a:pt x="373" y="909"/>
                </a:lnTo>
                <a:lnTo>
                  <a:pt x="374" y="909"/>
                </a:lnTo>
                <a:lnTo>
                  <a:pt x="374" y="910"/>
                </a:lnTo>
                <a:lnTo>
                  <a:pt x="373" y="910"/>
                </a:lnTo>
                <a:lnTo>
                  <a:pt x="371" y="912"/>
                </a:lnTo>
                <a:lnTo>
                  <a:pt x="370" y="912"/>
                </a:lnTo>
                <a:lnTo>
                  <a:pt x="370" y="913"/>
                </a:lnTo>
                <a:lnTo>
                  <a:pt x="369" y="913"/>
                </a:lnTo>
                <a:lnTo>
                  <a:pt x="368" y="914"/>
                </a:lnTo>
                <a:lnTo>
                  <a:pt x="367" y="915"/>
                </a:lnTo>
                <a:lnTo>
                  <a:pt x="366" y="917"/>
                </a:lnTo>
                <a:lnTo>
                  <a:pt x="365" y="917"/>
                </a:lnTo>
                <a:lnTo>
                  <a:pt x="365" y="918"/>
                </a:lnTo>
                <a:lnTo>
                  <a:pt x="364" y="919"/>
                </a:lnTo>
                <a:lnTo>
                  <a:pt x="363" y="921"/>
                </a:lnTo>
                <a:lnTo>
                  <a:pt x="362" y="923"/>
                </a:lnTo>
                <a:lnTo>
                  <a:pt x="362" y="925"/>
                </a:lnTo>
                <a:lnTo>
                  <a:pt x="361" y="927"/>
                </a:lnTo>
                <a:lnTo>
                  <a:pt x="361" y="929"/>
                </a:lnTo>
                <a:lnTo>
                  <a:pt x="361" y="931"/>
                </a:lnTo>
                <a:lnTo>
                  <a:pt x="361" y="934"/>
                </a:lnTo>
                <a:lnTo>
                  <a:pt x="361" y="935"/>
                </a:lnTo>
                <a:lnTo>
                  <a:pt x="361" y="937"/>
                </a:lnTo>
                <a:lnTo>
                  <a:pt x="362" y="938"/>
                </a:lnTo>
                <a:lnTo>
                  <a:pt x="362" y="939"/>
                </a:lnTo>
                <a:lnTo>
                  <a:pt x="363" y="940"/>
                </a:lnTo>
                <a:lnTo>
                  <a:pt x="363" y="941"/>
                </a:lnTo>
                <a:lnTo>
                  <a:pt x="364" y="942"/>
                </a:lnTo>
                <a:lnTo>
                  <a:pt x="365" y="943"/>
                </a:lnTo>
                <a:lnTo>
                  <a:pt x="366" y="943"/>
                </a:lnTo>
                <a:lnTo>
                  <a:pt x="365" y="944"/>
                </a:lnTo>
                <a:lnTo>
                  <a:pt x="364" y="945"/>
                </a:lnTo>
                <a:lnTo>
                  <a:pt x="364" y="946"/>
                </a:lnTo>
                <a:lnTo>
                  <a:pt x="363" y="947"/>
                </a:lnTo>
                <a:lnTo>
                  <a:pt x="363" y="948"/>
                </a:lnTo>
                <a:lnTo>
                  <a:pt x="363" y="949"/>
                </a:lnTo>
                <a:lnTo>
                  <a:pt x="363" y="950"/>
                </a:lnTo>
                <a:lnTo>
                  <a:pt x="362" y="950"/>
                </a:lnTo>
                <a:lnTo>
                  <a:pt x="362" y="949"/>
                </a:lnTo>
                <a:lnTo>
                  <a:pt x="361" y="950"/>
                </a:lnTo>
                <a:lnTo>
                  <a:pt x="361" y="951"/>
                </a:lnTo>
                <a:lnTo>
                  <a:pt x="361" y="952"/>
                </a:lnTo>
                <a:lnTo>
                  <a:pt x="360" y="954"/>
                </a:lnTo>
                <a:lnTo>
                  <a:pt x="359" y="954"/>
                </a:lnTo>
                <a:lnTo>
                  <a:pt x="358" y="955"/>
                </a:lnTo>
                <a:lnTo>
                  <a:pt x="358" y="956"/>
                </a:lnTo>
                <a:lnTo>
                  <a:pt x="358" y="958"/>
                </a:lnTo>
                <a:lnTo>
                  <a:pt x="358" y="959"/>
                </a:lnTo>
                <a:lnTo>
                  <a:pt x="358" y="960"/>
                </a:lnTo>
                <a:lnTo>
                  <a:pt x="357" y="960"/>
                </a:lnTo>
                <a:lnTo>
                  <a:pt x="357" y="959"/>
                </a:lnTo>
                <a:lnTo>
                  <a:pt x="356" y="958"/>
                </a:lnTo>
                <a:lnTo>
                  <a:pt x="356" y="957"/>
                </a:lnTo>
                <a:lnTo>
                  <a:pt x="357" y="956"/>
                </a:lnTo>
                <a:lnTo>
                  <a:pt x="356" y="955"/>
                </a:lnTo>
                <a:lnTo>
                  <a:pt x="358" y="955"/>
                </a:lnTo>
                <a:lnTo>
                  <a:pt x="358" y="954"/>
                </a:lnTo>
                <a:lnTo>
                  <a:pt x="358" y="952"/>
                </a:lnTo>
                <a:lnTo>
                  <a:pt x="356" y="950"/>
                </a:lnTo>
                <a:lnTo>
                  <a:pt x="356" y="949"/>
                </a:lnTo>
                <a:lnTo>
                  <a:pt x="357" y="948"/>
                </a:lnTo>
                <a:lnTo>
                  <a:pt x="357" y="947"/>
                </a:lnTo>
                <a:lnTo>
                  <a:pt x="357" y="946"/>
                </a:lnTo>
                <a:lnTo>
                  <a:pt x="358" y="945"/>
                </a:lnTo>
                <a:lnTo>
                  <a:pt x="358" y="944"/>
                </a:lnTo>
                <a:lnTo>
                  <a:pt x="359" y="944"/>
                </a:lnTo>
                <a:lnTo>
                  <a:pt x="360" y="943"/>
                </a:lnTo>
                <a:lnTo>
                  <a:pt x="360" y="940"/>
                </a:lnTo>
                <a:lnTo>
                  <a:pt x="360" y="938"/>
                </a:lnTo>
                <a:lnTo>
                  <a:pt x="359" y="936"/>
                </a:lnTo>
                <a:lnTo>
                  <a:pt x="358" y="936"/>
                </a:lnTo>
                <a:lnTo>
                  <a:pt x="358" y="935"/>
                </a:lnTo>
                <a:lnTo>
                  <a:pt x="358" y="934"/>
                </a:lnTo>
                <a:lnTo>
                  <a:pt x="358" y="933"/>
                </a:lnTo>
                <a:lnTo>
                  <a:pt x="357" y="933"/>
                </a:lnTo>
                <a:lnTo>
                  <a:pt x="356" y="932"/>
                </a:lnTo>
                <a:lnTo>
                  <a:pt x="356" y="931"/>
                </a:lnTo>
                <a:lnTo>
                  <a:pt x="357" y="931"/>
                </a:lnTo>
                <a:lnTo>
                  <a:pt x="357" y="930"/>
                </a:lnTo>
                <a:lnTo>
                  <a:pt x="356" y="930"/>
                </a:lnTo>
                <a:lnTo>
                  <a:pt x="356" y="929"/>
                </a:lnTo>
                <a:lnTo>
                  <a:pt x="355" y="928"/>
                </a:lnTo>
                <a:lnTo>
                  <a:pt x="354" y="927"/>
                </a:lnTo>
                <a:lnTo>
                  <a:pt x="353" y="927"/>
                </a:lnTo>
                <a:lnTo>
                  <a:pt x="352" y="927"/>
                </a:lnTo>
                <a:lnTo>
                  <a:pt x="350" y="927"/>
                </a:lnTo>
                <a:lnTo>
                  <a:pt x="349" y="927"/>
                </a:lnTo>
                <a:lnTo>
                  <a:pt x="349" y="926"/>
                </a:lnTo>
                <a:lnTo>
                  <a:pt x="350" y="926"/>
                </a:lnTo>
                <a:lnTo>
                  <a:pt x="350" y="925"/>
                </a:lnTo>
                <a:lnTo>
                  <a:pt x="350" y="924"/>
                </a:lnTo>
                <a:lnTo>
                  <a:pt x="349" y="923"/>
                </a:lnTo>
                <a:lnTo>
                  <a:pt x="349" y="924"/>
                </a:lnTo>
                <a:lnTo>
                  <a:pt x="349" y="925"/>
                </a:lnTo>
                <a:lnTo>
                  <a:pt x="348" y="925"/>
                </a:lnTo>
                <a:lnTo>
                  <a:pt x="346" y="924"/>
                </a:lnTo>
                <a:lnTo>
                  <a:pt x="345" y="924"/>
                </a:lnTo>
                <a:lnTo>
                  <a:pt x="345" y="923"/>
                </a:lnTo>
                <a:lnTo>
                  <a:pt x="344" y="923"/>
                </a:lnTo>
                <a:lnTo>
                  <a:pt x="342" y="923"/>
                </a:lnTo>
                <a:lnTo>
                  <a:pt x="340" y="922"/>
                </a:lnTo>
                <a:lnTo>
                  <a:pt x="339" y="921"/>
                </a:lnTo>
                <a:lnTo>
                  <a:pt x="338" y="921"/>
                </a:lnTo>
                <a:lnTo>
                  <a:pt x="337" y="921"/>
                </a:lnTo>
                <a:lnTo>
                  <a:pt x="335" y="921"/>
                </a:lnTo>
                <a:lnTo>
                  <a:pt x="335" y="922"/>
                </a:lnTo>
                <a:lnTo>
                  <a:pt x="334" y="921"/>
                </a:lnTo>
                <a:lnTo>
                  <a:pt x="333" y="922"/>
                </a:lnTo>
                <a:lnTo>
                  <a:pt x="331" y="922"/>
                </a:lnTo>
                <a:lnTo>
                  <a:pt x="330" y="922"/>
                </a:lnTo>
                <a:lnTo>
                  <a:pt x="329" y="922"/>
                </a:lnTo>
                <a:lnTo>
                  <a:pt x="329" y="921"/>
                </a:lnTo>
                <a:lnTo>
                  <a:pt x="328" y="921"/>
                </a:lnTo>
                <a:lnTo>
                  <a:pt x="327" y="921"/>
                </a:lnTo>
                <a:lnTo>
                  <a:pt x="327" y="920"/>
                </a:lnTo>
                <a:lnTo>
                  <a:pt x="326" y="920"/>
                </a:lnTo>
                <a:lnTo>
                  <a:pt x="326" y="919"/>
                </a:lnTo>
                <a:lnTo>
                  <a:pt x="325" y="919"/>
                </a:lnTo>
                <a:lnTo>
                  <a:pt x="324" y="918"/>
                </a:lnTo>
                <a:lnTo>
                  <a:pt x="323" y="918"/>
                </a:lnTo>
                <a:lnTo>
                  <a:pt x="322" y="918"/>
                </a:lnTo>
                <a:lnTo>
                  <a:pt x="321" y="918"/>
                </a:lnTo>
                <a:lnTo>
                  <a:pt x="321" y="919"/>
                </a:lnTo>
                <a:lnTo>
                  <a:pt x="320" y="919"/>
                </a:lnTo>
                <a:lnTo>
                  <a:pt x="319" y="919"/>
                </a:lnTo>
                <a:lnTo>
                  <a:pt x="318" y="919"/>
                </a:lnTo>
                <a:lnTo>
                  <a:pt x="317" y="920"/>
                </a:lnTo>
                <a:lnTo>
                  <a:pt x="317" y="921"/>
                </a:lnTo>
                <a:lnTo>
                  <a:pt x="318" y="921"/>
                </a:lnTo>
                <a:lnTo>
                  <a:pt x="319" y="920"/>
                </a:lnTo>
                <a:lnTo>
                  <a:pt x="319" y="921"/>
                </a:lnTo>
                <a:lnTo>
                  <a:pt x="320" y="921"/>
                </a:lnTo>
                <a:lnTo>
                  <a:pt x="320" y="922"/>
                </a:lnTo>
                <a:lnTo>
                  <a:pt x="320" y="923"/>
                </a:lnTo>
                <a:lnTo>
                  <a:pt x="321" y="923"/>
                </a:lnTo>
                <a:lnTo>
                  <a:pt x="322" y="924"/>
                </a:lnTo>
                <a:lnTo>
                  <a:pt x="323" y="924"/>
                </a:lnTo>
                <a:lnTo>
                  <a:pt x="324" y="924"/>
                </a:lnTo>
                <a:lnTo>
                  <a:pt x="325" y="924"/>
                </a:lnTo>
                <a:lnTo>
                  <a:pt x="327" y="924"/>
                </a:lnTo>
                <a:lnTo>
                  <a:pt x="328" y="924"/>
                </a:lnTo>
                <a:lnTo>
                  <a:pt x="329" y="924"/>
                </a:lnTo>
                <a:lnTo>
                  <a:pt x="330" y="923"/>
                </a:lnTo>
                <a:lnTo>
                  <a:pt x="331" y="923"/>
                </a:lnTo>
                <a:lnTo>
                  <a:pt x="332" y="924"/>
                </a:lnTo>
                <a:lnTo>
                  <a:pt x="333" y="924"/>
                </a:lnTo>
                <a:lnTo>
                  <a:pt x="334" y="925"/>
                </a:lnTo>
                <a:lnTo>
                  <a:pt x="335" y="926"/>
                </a:lnTo>
                <a:lnTo>
                  <a:pt x="335" y="927"/>
                </a:lnTo>
                <a:lnTo>
                  <a:pt x="335" y="928"/>
                </a:lnTo>
                <a:lnTo>
                  <a:pt x="335" y="929"/>
                </a:lnTo>
                <a:lnTo>
                  <a:pt x="336" y="930"/>
                </a:lnTo>
                <a:lnTo>
                  <a:pt x="337" y="931"/>
                </a:lnTo>
                <a:lnTo>
                  <a:pt x="338" y="932"/>
                </a:lnTo>
                <a:lnTo>
                  <a:pt x="338" y="933"/>
                </a:lnTo>
                <a:lnTo>
                  <a:pt x="337" y="935"/>
                </a:lnTo>
                <a:lnTo>
                  <a:pt x="336" y="936"/>
                </a:lnTo>
                <a:lnTo>
                  <a:pt x="336" y="937"/>
                </a:lnTo>
                <a:lnTo>
                  <a:pt x="336" y="938"/>
                </a:lnTo>
                <a:lnTo>
                  <a:pt x="336" y="939"/>
                </a:lnTo>
                <a:lnTo>
                  <a:pt x="337" y="939"/>
                </a:lnTo>
                <a:lnTo>
                  <a:pt x="338" y="939"/>
                </a:lnTo>
                <a:lnTo>
                  <a:pt x="338" y="940"/>
                </a:lnTo>
                <a:lnTo>
                  <a:pt x="337" y="940"/>
                </a:lnTo>
                <a:lnTo>
                  <a:pt x="336" y="940"/>
                </a:lnTo>
                <a:lnTo>
                  <a:pt x="335" y="940"/>
                </a:lnTo>
                <a:lnTo>
                  <a:pt x="335" y="941"/>
                </a:lnTo>
                <a:lnTo>
                  <a:pt x="334" y="942"/>
                </a:lnTo>
                <a:lnTo>
                  <a:pt x="333" y="942"/>
                </a:lnTo>
                <a:lnTo>
                  <a:pt x="333" y="943"/>
                </a:lnTo>
                <a:lnTo>
                  <a:pt x="333" y="944"/>
                </a:lnTo>
                <a:lnTo>
                  <a:pt x="334" y="945"/>
                </a:lnTo>
                <a:lnTo>
                  <a:pt x="334" y="946"/>
                </a:lnTo>
                <a:lnTo>
                  <a:pt x="334" y="947"/>
                </a:lnTo>
                <a:lnTo>
                  <a:pt x="333" y="948"/>
                </a:lnTo>
                <a:lnTo>
                  <a:pt x="332" y="948"/>
                </a:lnTo>
                <a:lnTo>
                  <a:pt x="331" y="949"/>
                </a:lnTo>
                <a:lnTo>
                  <a:pt x="330" y="951"/>
                </a:lnTo>
                <a:lnTo>
                  <a:pt x="329" y="954"/>
                </a:lnTo>
                <a:lnTo>
                  <a:pt x="329" y="955"/>
                </a:lnTo>
                <a:lnTo>
                  <a:pt x="328" y="955"/>
                </a:lnTo>
                <a:lnTo>
                  <a:pt x="327" y="955"/>
                </a:lnTo>
                <a:lnTo>
                  <a:pt x="326" y="954"/>
                </a:lnTo>
                <a:lnTo>
                  <a:pt x="324" y="952"/>
                </a:lnTo>
                <a:lnTo>
                  <a:pt x="323" y="952"/>
                </a:lnTo>
                <a:lnTo>
                  <a:pt x="322" y="952"/>
                </a:lnTo>
                <a:lnTo>
                  <a:pt x="322" y="953"/>
                </a:lnTo>
                <a:lnTo>
                  <a:pt x="323" y="953"/>
                </a:lnTo>
                <a:lnTo>
                  <a:pt x="324" y="954"/>
                </a:lnTo>
                <a:lnTo>
                  <a:pt x="325" y="954"/>
                </a:lnTo>
                <a:lnTo>
                  <a:pt x="326" y="954"/>
                </a:lnTo>
                <a:lnTo>
                  <a:pt x="326" y="955"/>
                </a:lnTo>
                <a:lnTo>
                  <a:pt x="327" y="956"/>
                </a:lnTo>
                <a:lnTo>
                  <a:pt x="327" y="957"/>
                </a:lnTo>
                <a:lnTo>
                  <a:pt x="328" y="958"/>
                </a:lnTo>
                <a:lnTo>
                  <a:pt x="329" y="959"/>
                </a:lnTo>
                <a:lnTo>
                  <a:pt x="330" y="959"/>
                </a:lnTo>
                <a:lnTo>
                  <a:pt x="330" y="958"/>
                </a:lnTo>
                <a:lnTo>
                  <a:pt x="331" y="958"/>
                </a:lnTo>
                <a:lnTo>
                  <a:pt x="332" y="957"/>
                </a:lnTo>
                <a:lnTo>
                  <a:pt x="332" y="958"/>
                </a:lnTo>
                <a:lnTo>
                  <a:pt x="333" y="958"/>
                </a:lnTo>
                <a:lnTo>
                  <a:pt x="335" y="957"/>
                </a:lnTo>
                <a:lnTo>
                  <a:pt x="335" y="956"/>
                </a:lnTo>
                <a:lnTo>
                  <a:pt x="334" y="956"/>
                </a:lnTo>
                <a:lnTo>
                  <a:pt x="335" y="955"/>
                </a:lnTo>
                <a:lnTo>
                  <a:pt x="336" y="956"/>
                </a:lnTo>
                <a:lnTo>
                  <a:pt x="337" y="956"/>
                </a:lnTo>
                <a:lnTo>
                  <a:pt x="337" y="955"/>
                </a:lnTo>
                <a:lnTo>
                  <a:pt x="337" y="954"/>
                </a:lnTo>
                <a:lnTo>
                  <a:pt x="338" y="953"/>
                </a:lnTo>
                <a:lnTo>
                  <a:pt x="340" y="953"/>
                </a:lnTo>
                <a:lnTo>
                  <a:pt x="340" y="954"/>
                </a:lnTo>
                <a:lnTo>
                  <a:pt x="340" y="955"/>
                </a:lnTo>
                <a:lnTo>
                  <a:pt x="341" y="955"/>
                </a:lnTo>
                <a:lnTo>
                  <a:pt x="342" y="955"/>
                </a:lnTo>
                <a:lnTo>
                  <a:pt x="343" y="955"/>
                </a:lnTo>
                <a:lnTo>
                  <a:pt x="344" y="956"/>
                </a:lnTo>
                <a:lnTo>
                  <a:pt x="345" y="956"/>
                </a:lnTo>
                <a:lnTo>
                  <a:pt x="346" y="956"/>
                </a:lnTo>
                <a:lnTo>
                  <a:pt x="347" y="957"/>
                </a:lnTo>
                <a:lnTo>
                  <a:pt x="347" y="958"/>
                </a:lnTo>
                <a:lnTo>
                  <a:pt x="346" y="958"/>
                </a:lnTo>
                <a:lnTo>
                  <a:pt x="345" y="958"/>
                </a:lnTo>
                <a:lnTo>
                  <a:pt x="345" y="959"/>
                </a:lnTo>
                <a:lnTo>
                  <a:pt x="345" y="960"/>
                </a:lnTo>
                <a:lnTo>
                  <a:pt x="344" y="961"/>
                </a:lnTo>
                <a:lnTo>
                  <a:pt x="344" y="962"/>
                </a:lnTo>
                <a:lnTo>
                  <a:pt x="343" y="962"/>
                </a:lnTo>
                <a:lnTo>
                  <a:pt x="342" y="961"/>
                </a:lnTo>
                <a:lnTo>
                  <a:pt x="341" y="960"/>
                </a:lnTo>
                <a:lnTo>
                  <a:pt x="340" y="960"/>
                </a:lnTo>
                <a:lnTo>
                  <a:pt x="339" y="961"/>
                </a:lnTo>
                <a:lnTo>
                  <a:pt x="338" y="962"/>
                </a:lnTo>
                <a:lnTo>
                  <a:pt x="338" y="963"/>
                </a:lnTo>
                <a:lnTo>
                  <a:pt x="338" y="964"/>
                </a:lnTo>
                <a:lnTo>
                  <a:pt x="338" y="965"/>
                </a:lnTo>
                <a:lnTo>
                  <a:pt x="337" y="965"/>
                </a:lnTo>
                <a:lnTo>
                  <a:pt x="337" y="966"/>
                </a:lnTo>
                <a:lnTo>
                  <a:pt x="337" y="967"/>
                </a:lnTo>
                <a:lnTo>
                  <a:pt x="337" y="968"/>
                </a:lnTo>
                <a:lnTo>
                  <a:pt x="337" y="969"/>
                </a:lnTo>
                <a:lnTo>
                  <a:pt x="337" y="970"/>
                </a:lnTo>
                <a:lnTo>
                  <a:pt x="337" y="971"/>
                </a:lnTo>
                <a:lnTo>
                  <a:pt x="337" y="972"/>
                </a:lnTo>
                <a:lnTo>
                  <a:pt x="338" y="972"/>
                </a:lnTo>
                <a:lnTo>
                  <a:pt x="339" y="972"/>
                </a:lnTo>
                <a:lnTo>
                  <a:pt x="341" y="973"/>
                </a:lnTo>
                <a:lnTo>
                  <a:pt x="341" y="974"/>
                </a:lnTo>
                <a:lnTo>
                  <a:pt x="340" y="975"/>
                </a:lnTo>
                <a:lnTo>
                  <a:pt x="339" y="975"/>
                </a:lnTo>
                <a:lnTo>
                  <a:pt x="338" y="975"/>
                </a:lnTo>
                <a:lnTo>
                  <a:pt x="337" y="975"/>
                </a:lnTo>
                <a:lnTo>
                  <a:pt x="336" y="976"/>
                </a:lnTo>
                <a:lnTo>
                  <a:pt x="335" y="976"/>
                </a:lnTo>
                <a:lnTo>
                  <a:pt x="335" y="975"/>
                </a:lnTo>
                <a:lnTo>
                  <a:pt x="334" y="974"/>
                </a:lnTo>
                <a:lnTo>
                  <a:pt x="333" y="975"/>
                </a:lnTo>
                <a:lnTo>
                  <a:pt x="332" y="974"/>
                </a:lnTo>
                <a:lnTo>
                  <a:pt x="331" y="974"/>
                </a:lnTo>
                <a:lnTo>
                  <a:pt x="329" y="976"/>
                </a:lnTo>
                <a:lnTo>
                  <a:pt x="329" y="977"/>
                </a:lnTo>
                <a:lnTo>
                  <a:pt x="328" y="978"/>
                </a:lnTo>
                <a:lnTo>
                  <a:pt x="328" y="979"/>
                </a:lnTo>
                <a:lnTo>
                  <a:pt x="328" y="980"/>
                </a:lnTo>
                <a:lnTo>
                  <a:pt x="328" y="982"/>
                </a:lnTo>
                <a:lnTo>
                  <a:pt x="328" y="984"/>
                </a:lnTo>
                <a:lnTo>
                  <a:pt x="328" y="985"/>
                </a:lnTo>
                <a:lnTo>
                  <a:pt x="328" y="986"/>
                </a:lnTo>
                <a:lnTo>
                  <a:pt x="329" y="988"/>
                </a:lnTo>
                <a:lnTo>
                  <a:pt x="330" y="988"/>
                </a:lnTo>
                <a:lnTo>
                  <a:pt x="330" y="989"/>
                </a:lnTo>
                <a:lnTo>
                  <a:pt x="331" y="989"/>
                </a:lnTo>
                <a:lnTo>
                  <a:pt x="331" y="988"/>
                </a:lnTo>
                <a:lnTo>
                  <a:pt x="332" y="988"/>
                </a:lnTo>
                <a:lnTo>
                  <a:pt x="333" y="989"/>
                </a:lnTo>
                <a:lnTo>
                  <a:pt x="333" y="988"/>
                </a:lnTo>
                <a:lnTo>
                  <a:pt x="334" y="988"/>
                </a:lnTo>
                <a:lnTo>
                  <a:pt x="334" y="989"/>
                </a:lnTo>
                <a:lnTo>
                  <a:pt x="334" y="990"/>
                </a:lnTo>
                <a:lnTo>
                  <a:pt x="333" y="990"/>
                </a:lnTo>
                <a:lnTo>
                  <a:pt x="333" y="991"/>
                </a:lnTo>
                <a:lnTo>
                  <a:pt x="332" y="991"/>
                </a:lnTo>
                <a:lnTo>
                  <a:pt x="331" y="991"/>
                </a:lnTo>
                <a:lnTo>
                  <a:pt x="331" y="990"/>
                </a:lnTo>
                <a:lnTo>
                  <a:pt x="331" y="989"/>
                </a:lnTo>
                <a:lnTo>
                  <a:pt x="330" y="990"/>
                </a:lnTo>
                <a:lnTo>
                  <a:pt x="328" y="991"/>
                </a:lnTo>
                <a:lnTo>
                  <a:pt x="327" y="991"/>
                </a:lnTo>
                <a:lnTo>
                  <a:pt x="326" y="991"/>
                </a:lnTo>
                <a:lnTo>
                  <a:pt x="325" y="992"/>
                </a:lnTo>
                <a:lnTo>
                  <a:pt x="324" y="992"/>
                </a:lnTo>
                <a:lnTo>
                  <a:pt x="323" y="993"/>
                </a:lnTo>
                <a:lnTo>
                  <a:pt x="321" y="995"/>
                </a:lnTo>
                <a:lnTo>
                  <a:pt x="320" y="995"/>
                </a:lnTo>
                <a:lnTo>
                  <a:pt x="321" y="995"/>
                </a:lnTo>
                <a:lnTo>
                  <a:pt x="321" y="994"/>
                </a:lnTo>
                <a:lnTo>
                  <a:pt x="320" y="993"/>
                </a:lnTo>
                <a:lnTo>
                  <a:pt x="319" y="993"/>
                </a:lnTo>
                <a:lnTo>
                  <a:pt x="319" y="992"/>
                </a:lnTo>
                <a:lnTo>
                  <a:pt x="318" y="992"/>
                </a:lnTo>
                <a:lnTo>
                  <a:pt x="317" y="993"/>
                </a:lnTo>
                <a:lnTo>
                  <a:pt x="316" y="993"/>
                </a:lnTo>
                <a:lnTo>
                  <a:pt x="314" y="994"/>
                </a:lnTo>
                <a:lnTo>
                  <a:pt x="313" y="995"/>
                </a:lnTo>
                <a:lnTo>
                  <a:pt x="312" y="995"/>
                </a:lnTo>
                <a:lnTo>
                  <a:pt x="311" y="995"/>
                </a:lnTo>
                <a:lnTo>
                  <a:pt x="310" y="994"/>
                </a:lnTo>
                <a:lnTo>
                  <a:pt x="311" y="993"/>
                </a:lnTo>
                <a:lnTo>
                  <a:pt x="312" y="993"/>
                </a:lnTo>
                <a:lnTo>
                  <a:pt x="312" y="992"/>
                </a:lnTo>
                <a:lnTo>
                  <a:pt x="313" y="991"/>
                </a:lnTo>
                <a:lnTo>
                  <a:pt x="314" y="990"/>
                </a:lnTo>
                <a:lnTo>
                  <a:pt x="314" y="989"/>
                </a:lnTo>
                <a:lnTo>
                  <a:pt x="315" y="988"/>
                </a:lnTo>
                <a:lnTo>
                  <a:pt x="316" y="987"/>
                </a:lnTo>
                <a:lnTo>
                  <a:pt x="317" y="987"/>
                </a:lnTo>
                <a:lnTo>
                  <a:pt x="318" y="985"/>
                </a:lnTo>
                <a:lnTo>
                  <a:pt x="320" y="982"/>
                </a:lnTo>
                <a:lnTo>
                  <a:pt x="320" y="981"/>
                </a:lnTo>
                <a:lnTo>
                  <a:pt x="319" y="980"/>
                </a:lnTo>
                <a:lnTo>
                  <a:pt x="317" y="974"/>
                </a:lnTo>
                <a:lnTo>
                  <a:pt x="316" y="974"/>
                </a:lnTo>
                <a:lnTo>
                  <a:pt x="315" y="974"/>
                </a:lnTo>
                <a:lnTo>
                  <a:pt x="314" y="974"/>
                </a:lnTo>
                <a:lnTo>
                  <a:pt x="313" y="973"/>
                </a:lnTo>
                <a:lnTo>
                  <a:pt x="313" y="972"/>
                </a:lnTo>
                <a:lnTo>
                  <a:pt x="312" y="972"/>
                </a:lnTo>
                <a:lnTo>
                  <a:pt x="312" y="971"/>
                </a:lnTo>
                <a:lnTo>
                  <a:pt x="312" y="970"/>
                </a:lnTo>
                <a:lnTo>
                  <a:pt x="313" y="969"/>
                </a:lnTo>
                <a:lnTo>
                  <a:pt x="314" y="969"/>
                </a:lnTo>
                <a:lnTo>
                  <a:pt x="314" y="968"/>
                </a:lnTo>
                <a:lnTo>
                  <a:pt x="315" y="967"/>
                </a:lnTo>
                <a:lnTo>
                  <a:pt x="315" y="966"/>
                </a:lnTo>
                <a:lnTo>
                  <a:pt x="315" y="965"/>
                </a:lnTo>
                <a:lnTo>
                  <a:pt x="315" y="964"/>
                </a:lnTo>
                <a:lnTo>
                  <a:pt x="314" y="963"/>
                </a:lnTo>
                <a:lnTo>
                  <a:pt x="313" y="962"/>
                </a:lnTo>
                <a:lnTo>
                  <a:pt x="312" y="960"/>
                </a:lnTo>
                <a:lnTo>
                  <a:pt x="312" y="959"/>
                </a:lnTo>
                <a:lnTo>
                  <a:pt x="313" y="958"/>
                </a:lnTo>
                <a:lnTo>
                  <a:pt x="315" y="956"/>
                </a:lnTo>
                <a:lnTo>
                  <a:pt x="316" y="955"/>
                </a:lnTo>
                <a:lnTo>
                  <a:pt x="315" y="955"/>
                </a:lnTo>
                <a:lnTo>
                  <a:pt x="316" y="954"/>
                </a:lnTo>
                <a:lnTo>
                  <a:pt x="316" y="953"/>
                </a:lnTo>
                <a:lnTo>
                  <a:pt x="317" y="952"/>
                </a:lnTo>
                <a:lnTo>
                  <a:pt x="318" y="951"/>
                </a:lnTo>
                <a:lnTo>
                  <a:pt x="319" y="951"/>
                </a:lnTo>
                <a:lnTo>
                  <a:pt x="320" y="951"/>
                </a:lnTo>
                <a:lnTo>
                  <a:pt x="320" y="952"/>
                </a:lnTo>
                <a:lnTo>
                  <a:pt x="321" y="953"/>
                </a:lnTo>
                <a:lnTo>
                  <a:pt x="322" y="953"/>
                </a:lnTo>
                <a:lnTo>
                  <a:pt x="322" y="952"/>
                </a:lnTo>
                <a:lnTo>
                  <a:pt x="321" y="951"/>
                </a:lnTo>
                <a:lnTo>
                  <a:pt x="320" y="950"/>
                </a:lnTo>
                <a:lnTo>
                  <a:pt x="318" y="950"/>
                </a:lnTo>
                <a:lnTo>
                  <a:pt x="318" y="951"/>
                </a:lnTo>
                <a:lnTo>
                  <a:pt x="317" y="951"/>
                </a:lnTo>
                <a:lnTo>
                  <a:pt x="317" y="952"/>
                </a:lnTo>
                <a:lnTo>
                  <a:pt x="315" y="953"/>
                </a:lnTo>
                <a:lnTo>
                  <a:pt x="314" y="954"/>
                </a:lnTo>
                <a:lnTo>
                  <a:pt x="314" y="955"/>
                </a:lnTo>
                <a:lnTo>
                  <a:pt x="312" y="957"/>
                </a:lnTo>
                <a:lnTo>
                  <a:pt x="312" y="958"/>
                </a:lnTo>
                <a:lnTo>
                  <a:pt x="311" y="958"/>
                </a:lnTo>
                <a:lnTo>
                  <a:pt x="310" y="958"/>
                </a:lnTo>
                <a:lnTo>
                  <a:pt x="309" y="959"/>
                </a:lnTo>
                <a:lnTo>
                  <a:pt x="308" y="959"/>
                </a:lnTo>
                <a:lnTo>
                  <a:pt x="307" y="959"/>
                </a:lnTo>
                <a:lnTo>
                  <a:pt x="306" y="958"/>
                </a:lnTo>
                <a:lnTo>
                  <a:pt x="305" y="958"/>
                </a:lnTo>
                <a:lnTo>
                  <a:pt x="305" y="959"/>
                </a:lnTo>
                <a:lnTo>
                  <a:pt x="306" y="960"/>
                </a:lnTo>
                <a:lnTo>
                  <a:pt x="305" y="961"/>
                </a:lnTo>
                <a:lnTo>
                  <a:pt x="304" y="961"/>
                </a:lnTo>
                <a:lnTo>
                  <a:pt x="301" y="962"/>
                </a:lnTo>
                <a:lnTo>
                  <a:pt x="299" y="963"/>
                </a:lnTo>
                <a:lnTo>
                  <a:pt x="299" y="964"/>
                </a:lnTo>
                <a:lnTo>
                  <a:pt x="299" y="965"/>
                </a:lnTo>
                <a:lnTo>
                  <a:pt x="299" y="966"/>
                </a:lnTo>
                <a:lnTo>
                  <a:pt x="298" y="968"/>
                </a:lnTo>
                <a:lnTo>
                  <a:pt x="299" y="969"/>
                </a:lnTo>
                <a:lnTo>
                  <a:pt x="300" y="971"/>
                </a:lnTo>
                <a:lnTo>
                  <a:pt x="300" y="972"/>
                </a:lnTo>
                <a:lnTo>
                  <a:pt x="300" y="973"/>
                </a:lnTo>
                <a:lnTo>
                  <a:pt x="300" y="974"/>
                </a:lnTo>
                <a:lnTo>
                  <a:pt x="301" y="974"/>
                </a:lnTo>
                <a:lnTo>
                  <a:pt x="300" y="975"/>
                </a:lnTo>
                <a:lnTo>
                  <a:pt x="299" y="975"/>
                </a:lnTo>
                <a:lnTo>
                  <a:pt x="299" y="976"/>
                </a:lnTo>
                <a:lnTo>
                  <a:pt x="299" y="977"/>
                </a:lnTo>
                <a:lnTo>
                  <a:pt x="299" y="978"/>
                </a:lnTo>
                <a:lnTo>
                  <a:pt x="299" y="980"/>
                </a:lnTo>
                <a:lnTo>
                  <a:pt x="300" y="980"/>
                </a:lnTo>
                <a:lnTo>
                  <a:pt x="300" y="981"/>
                </a:lnTo>
                <a:lnTo>
                  <a:pt x="300" y="982"/>
                </a:lnTo>
                <a:lnTo>
                  <a:pt x="301" y="982"/>
                </a:lnTo>
                <a:lnTo>
                  <a:pt x="301" y="983"/>
                </a:lnTo>
                <a:lnTo>
                  <a:pt x="302" y="983"/>
                </a:lnTo>
                <a:lnTo>
                  <a:pt x="302" y="985"/>
                </a:lnTo>
                <a:lnTo>
                  <a:pt x="301" y="986"/>
                </a:lnTo>
                <a:lnTo>
                  <a:pt x="300" y="986"/>
                </a:lnTo>
                <a:lnTo>
                  <a:pt x="299" y="986"/>
                </a:lnTo>
                <a:lnTo>
                  <a:pt x="298" y="986"/>
                </a:lnTo>
                <a:lnTo>
                  <a:pt x="297" y="988"/>
                </a:lnTo>
                <a:lnTo>
                  <a:pt x="298" y="988"/>
                </a:lnTo>
                <a:lnTo>
                  <a:pt x="298" y="989"/>
                </a:lnTo>
                <a:lnTo>
                  <a:pt x="297" y="990"/>
                </a:lnTo>
                <a:lnTo>
                  <a:pt x="296" y="990"/>
                </a:lnTo>
                <a:lnTo>
                  <a:pt x="294" y="991"/>
                </a:lnTo>
                <a:lnTo>
                  <a:pt x="293" y="991"/>
                </a:lnTo>
                <a:lnTo>
                  <a:pt x="293" y="990"/>
                </a:lnTo>
                <a:lnTo>
                  <a:pt x="294" y="990"/>
                </a:lnTo>
                <a:lnTo>
                  <a:pt x="294" y="989"/>
                </a:lnTo>
                <a:lnTo>
                  <a:pt x="294" y="988"/>
                </a:lnTo>
                <a:lnTo>
                  <a:pt x="293" y="988"/>
                </a:lnTo>
                <a:lnTo>
                  <a:pt x="293" y="986"/>
                </a:lnTo>
                <a:lnTo>
                  <a:pt x="293" y="985"/>
                </a:lnTo>
                <a:lnTo>
                  <a:pt x="294" y="984"/>
                </a:lnTo>
                <a:lnTo>
                  <a:pt x="294" y="983"/>
                </a:lnTo>
                <a:lnTo>
                  <a:pt x="294" y="981"/>
                </a:lnTo>
                <a:lnTo>
                  <a:pt x="294" y="980"/>
                </a:lnTo>
                <a:lnTo>
                  <a:pt x="295" y="979"/>
                </a:lnTo>
                <a:lnTo>
                  <a:pt x="295" y="977"/>
                </a:lnTo>
                <a:lnTo>
                  <a:pt x="294" y="975"/>
                </a:lnTo>
                <a:lnTo>
                  <a:pt x="293" y="975"/>
                </a:lnTo>
                <a:lnTo>
                  <a:pt x="292" y="974"/>
                </a:lnTo>
                <a:lnTo>
                  <a:pt x="291" y="974"/>
                </a:lnTo>
                <a:lnTo>
                  <a:pt x="292" y="974"/>
                </a:lnTo>
                <a:lnTo>
                  <a:pt x="293" y="975"/>
                </a:lnTo>
                <a:lnTo>
                  <a:pt x="294" y="976"/>
                </a:lnTo>
                <a:lnTo>
                  <a:pt x="294" y="977"/>
                </a:lnTo>
                <a:lnTo>
                  <a:pt x="293" y="977"/>
                </a:lnTo>
                <a:lnTo>
                  <a:pt x="293" y="976"/>
                </a:lnTo>
                <a:lnTo>
                  <a:pt x="292" y="976"/>
                </a:lnTo>
                <a:lnTo>
                  <a:pt x="292" y="977"/>
                </a:lnTo>
                <a:lnTo>
                  <a:pt x="292" y="979"/>
                </a:lnTo>
                <a:lnTo>
                  <a:pt x="293" y="979"/>
                </a:lnTo>
                <a:lnTo>
                  <a:pt x="292" y="980"/>
                </a:lnTo>
                <a:lnTo>
                  <a:pt x="291" y="979"/>
                </a:lnTo>
                <a:lnTo>
                  <a:pt x="291" y="978"/>
                </a:lnTo>
                <a:lnTo>
                  <a:pt x="291" y="977"/>
                </a:lnTo>
                <a:lnTo>
                  <a:pt x="290" y="977"/>
                </a:lnTo>
                <a:lnTo>
                  <a:pt x="288" y="976"/>
                </a:lnTo>
                <a:lnTo>
                  <a:pt x="288" y="977"/>
                </a:lnTo>
                <a:lnTo>
                  <a:pt x="289" y="978"/>
                </a:lnTo>
                <a:lnTo>
                  <a:pt x="290" y="978"/>
                </a:lnTo>
                <a:lnTo>
                  <a:pt x="290" y="979"/>
                </a:lnTo>
                <a:lnTo>
                  <a:pt x="290" y="980"/>
                </a:lnTo>
                <a:lnTo>
                  <a:pt x="289" y="980"/>
                </a:lnTo>
                <a:lnTo>
                  <a:pt x="289" y="981"/>
                </a:lnTo>
                <a:lnTo>
                  <a:pt x="290" y="981"/>
                </a:lnTo>
                <a:lnTo>
                  <a:pt x="291" y="982"/>
                </a:lnTo>
                <a:lnTo>
                  <a:pt x="292" y="984"/>
                </a:lnTo>
                <a:lnTo>
                  <a:pt x="292" y="985"/>
                </a:lnTo>
                <a:lnTo>
                  <a:pt x="292" y="987"/>
                </a:lnTo>
                <a:lnTo>
                  <a:pt x="291" y="987"/>
                </a:lnTo>
                <a:lnTo>
                  <a:pt x="290" y="987"/>
                </a:lnTo>
                <a:lnTo>
                  <a:pt x="289" y="988"/>
                </a:lnTo>
                <a:lnTo>
                  <a:pt x="287" y="988"/>
                </a:lnTo>
                <a:lnTo>
                  <a:pt x="286" y="989"/>
                </a:lnTo>
                <a:lnTo>
                  <a:pt x="285" y="989"/>
                </a:lnTo>
                <a:lnTo>
                  <a:pt x="285" y="988"/>
                </a:lnTo>
                <a:lnTo>
                  <a:pt x="284" y="987"/>
                </a:lnTo>
                <a:lnTo>
                  <a:pt x="282" y="985"/>
                </a:lnTo>
                <a:lnTo>
                  <a:pt x="280" y="985"/>
                </a:lnTo>
                <a:lnTo>
                  <a:pt x="279" y="985"/>
                </a:lnTo>
                <a:lnTo>
                  <a:pt x="278" y="985"/>
                </a:lnTo>
                <a:lnTo>
                  <a:pt x="276" y="983"/>
                </a:lnTo>
                <a:lnTo>
                  <a:pt x="275" y="983"/>
                </a:lnTo>
                <a:lnTo>
                  <a:pt x="273" y="984"/>
                </a:lnTo>
                <a:lnTo>
                  <a:pt x="272" y="985"/>
                </a:lnTo>
                <a:lnTo>
                  <a:pt x="271" y="984"/>
                </a:lnTo>
                <a:lnTo>
                  <a:pt x="271" y="983"/>
                </a:lnTo>
                <a:lnTo>
                  <a:pt x="267" y="982"/>
                </a:lnTo>
                <a:lnTo>
                  <a:pt x="266" y="982"/>
                </a:lnTo>
                <a:lnTo>
                  <a:pt x="265" y="981"/>
                </a:lnTo>
                <a:lnTo>
                  <a:pt x="265" y="982"/>
                </a:lnTo>
                <a:lnTo>
                  <a:pt x="263" y="980"/>
                </a:lnTo>
                <a:lnTo>
                  <a:pt x="264" y="980"/>
                </a:lnTo>
                <a:lnTo>
                  <a:pt x="262" y="979"/>
                </a:lnTo>
                <a:lnTo>
                  <a:pt x="261" y="979"/>
                </a:lnTo>
                <a:lnTo>
                  <a:pt x="260" y="978"/>
                </a:lnTo>
                <a:lnTo>
                  <a:pt x="259" y="978"/>
                </a:lnTo>
                <a:lnTo>
                  <a:pt x="257" y="975"/>
                </a:lnTo>
                <a:lnTo>
                  <a:pt x="256" y="973"/>
                </a:lnTo>
                <a:lnTo>
                  <a:pt x="257" y="973"/>
                </a:lnTo>
                <a:lnTo>
                  <a:pt x="257" y="972"/>
                </a:lnTo>
                <a:lnTo>
                  <a:pt x="256" y="970"/>
                </a:lnTo>
                <a:lnTo>
                  <a:pt x="256" y="968"/>
                </a:lnTo>
                <a:lnTo>
                  <a:pt x="255" y="966"/>
                </a:lnTo>
                <a:lnTo>
                  <a:pt x="254" y="964"/>
                </a:lnTo>
                <a:lnTo>
                  <a:pt x="253" y="962"/>
                </a:lnTo>
                <a:lnTo>
                  <a:pt x="252" y="959"/>
                </a:lnTo>
                <a:lnTo>
                  <a:pt x="251" y="958"/>
                </a:lnTo>
                <a:lnTo>
                  <a:pt x="251" y="957"/>
                </a:lnTo>
                <a:lnTo>
                  <a:pt x="251" y="956"/>
                </a:lnTo>
                <a:lnTo>
                  <a:pt x="250" y="956"/>
                </a:lnTo>
                <a:lnTo>
                  <a:pt x="249" y="955"/>
                </a:lnTo>
                <a:lnTo>
                  <a:pt x="249" y="954"/>
                </a:lnTo>
                <a:lnTo>
                  <a:pt x="250" y="953"/>
                </a:lnTo>
                <a:lnTo>
                  <a:pt x="250" y="952"/>
                </a:lnTo>
                <a:lnTo>
                  <a:pt x="250" y="951"/>
                </a:lnTo>
                <a:lnTo>
                  <a:pt x="250" y="950"/>
                </a:lnTo>
                <a:lnTo>
                  <a:pt x="250" y="951"/>
                </a:lnTo>
                <a:lnTo>
                  <a:pt x="249" y="951"/>
                </a:lnTo>
                <a:lnTo>
                  <a:pt x="249" y="950"/>
                </a:lnTo>
                <a:lnTo>
                  <a:pt x="248" y="948"/>
                </a:lnTo>
                <a:lnTo>
                  <a:pt x="245" y="945"/>
                </a:lnTo>
                <a:lnTo>
                  <a:pt x="244" y="944"/>
                </a:lnTo>
                <a:lnTo>
                  <a:pt x="242" y="944"/>
                </a:lnTo>
                <a:lnTo>
                  <a:pt x="241" y="944"/>
                </a:lnTo>
                <a:lnTo>
                  <a:pt x="240" y="945"/>
                </a:lnTo>
                <a:lnTo>
                  <a:pt x="239" y="946"/>
                </a:lnTo>
                <a:lnTo>
                  <a:pt x="237" y="945"/>
                </a:lnTo>
                <a:lnTo>
                  <a:pt x="236" y="945"/>
                </a:lnTo>
                <a:lnTo>
                  <a:pt x="236" y="944"/>
                </a:lnTo>
                <a:lnTo>
                  <a:pt x="236" y="943"/>
                </a:lnTo>
                <a:lnTo>
                  <a:pt x="237" y="943"/>
                </a:lnTo>
                <a:lnTo>
                  <a:pt x="238" y="943"/>
                </a:lnTo>
                <a:lnTo>
                  <a:pt x="239" y="943"/>
                </a:lnTo>
                <a:lnTo>
                  <a:pt x="239" y="941"/>
                </a:lnTo>
                <a:lnTo>
                  <a:pt x="238" y="940"/>
                </a:lnTo>
                <a:lnTo>
                  <a:pt x="238" y="939"/>
                </a:lnTo>
                <a:lnTo>
                  <a:pt x="238" y="938"/>
                </a:lnTo>
                <a:lnTo>
                  <a:pt x="236" y="937"/>
                </a:lnTo>
                <a:lnTo>
                  <a:pt x="235" y="936"/>
                </a:lnTo>
                <a:lnTo>
                  <a:pt x="235" y="935"/>
                </a:lnTo>
                <a:lnTo>
                  <a:pt x="235" y="934"/>
                </a:lnTo>
                <a:lnTo>
                  <a:pt x="234" y="934"/>
                </a:lnTo>
                <a:lnTo>
                  <a:pt x="234" y="933"/>
                </a:lnTo>
                <a:lnTo>
                  <a:pt x="235" y="933"/>
                </a:lnTo>
                <a:lnTo>
                  <a:pt x="236" y="932"/>
                </a:lnTo>
                <a:lnTo>
                  <a:pt x="237" y="931"/>
                </a:lnTo>
                <a:lnTo>
                  <a:pt x="237" y="930"/>
                </a:lnTo>
                <a:lnTo>
                  <a:pt x="238" y="929"/>
                </a:lnTo>
                <a:lnTo>
                  <a:pt x="238" y="927"/>
                </a:lnTo>
                <a:lnTo>
                  <a:pt x="238" y="926"/>
                </a:lnTo>
                <a:lnTo>
                  <a:pt x="237" y="925"/>
                </a:lnTo>
                <a:lnTo>
                  <a:pt x="237" y="924"/>
                </a:lnTo>
                <a:lnTo>
                  <a:pt x="236" y="923"/>
                </a:lnTo>
                <a:lnTo>
                  <a:pt x="235" y="922"/>
                </a:lnTo>
                <a:lnTo>
                  <a:pt x="235" y="921"/>
                </a:lnTo>
                <a:lnTo>
                  <a:pt x="236" y="919"/>
                </a:lnTo>
                <a:lnTo>
                  <a:pt x="236" y="918"/>
                </a:lnTo>
                <a:lnTo>
                  <a:pt x="237" y="918"/>
                </a:lnTo>
                <a:lnTo>
                  <a:pt x="237" y="917"/>
                </a:lnTo>
                <a:lnTo>
                  <a:pt x="236" y="916"/>
                </a:lnTo>
                <a:lnTo>
                  <a:pt x="235" y="916"/>
                </a:lnTo>
                <a:lnTo>
                  <a:pt x="233" y="915"/>
                </a:lnTo>
                <a:lnTo>
                  <a:pt x="232" y="915"/>
                </a:lnTo>
                <a:lnTo>
                  <a:pt x="232" y="916"/>
                </a:lnTo>
                <a:lnTo>
                  <a:pt x="232" y="917"/>
                </a:lnTo>
                <a:lnTo>
                  <a:pt x="231" y="917"/>
                </a:lnTo>
                <a:lnTo>
                  <a:pt x="231" y="916"/>
                </a:lnTo>
                <a:lnTo>
                  <a:pt x="231" y="914"/>
                </a:lnTo>
                <a:lnTo>
                  <a:pt x="232" y="914"/>
                </a:lnTo>
                <a:lnTo>
                  <a:pt x="231" y="913"/>
                </a:lnTo>
                <a:lnTo>
                  <a:pt x="230" y="913"/>
                </a:lnTo>
                <a:lnTo>
                  <a:pt x="230" y="912"/>
                </a:lnTo>
                <a:lnTo>
                  <a:pt x="229" y="912"/>
                </a:lnTo>
                <a:lnTo>
                  <a:pt x="229" y="911"/>
                </a:lnTo>
                <a:lnTo>
                  <a:pt x="229" y="910"/>
                </a:lnTo>
                <a:lnTo>
                  <a:pt x="230" y="910"/>
                </a:lnTo>
                <a:lnTo>
                  <a:pt x="230" y="909"/>
                </a:lnTo>
                <a:lnTo>
                  <a:pt x="230" y="907"/>
                </a:lnTo>
                <a:lnTo>
                  <a:pt x="229" y="906"/>
                </a:lnTo>
                <a:lnTo>
                  <a:pt x="228" y="907"/>
                </a:lnTo>
                <a:lnTo>
                  <a:pt x="227" y="907"/>
                </a:lnTo>
                <a:lnTo>
                  <a:pt x="227" y="906"/>
                </a:lnTo>
                <a:lnTo>
                  <a:pt x="226" y="905"/>
                </a:lnTo>
                <a:lnTo>
                  <a:pt x="225" y="904"/>
                </a:lnTo>
                <a:lnTo>
                  <a:pt x="225" y="903"/>
                </a:lnTo>
                <a:lnTo>
                  <a:pt x="225" y="902"/>
                </a:lnTo>
                <a:lnTo>
                  <a:pt x="225" y="900"/>
                </a:lnTo>
                <a:lnTo>
                  <a:pt x="225" y="899"/>
                </a:lnTo>
                <a:lnTo>
                  <a:pt x="224" y="898"/>
                </a:lnTo>
                <a:lnTo>
                  <a:pt x="224" y="897"/>
                </a:lnTo>
                <a:lnTo>
                  <a:pt x="224" y="896"/>
                </a:lnTo>
                <a:lnTo>
                  <a:pt x="225" y="895"/>
                </a:lnTo>
                <a:lnTo>
                  <a:pt x="225" y="894"/>
                </a:lnTo>
                <a:lnTo>
                  <a:pt x="225" y="893"/>
                </a:lnTo>
                <a:lnTo>
                  <a:pt x="225" y="892"/>
                </a:lnTo>
                <a:lnTo>
                  <a:pt x="226" y="891"/>
                </a:lnTo>
                <a:lnTo>
                  <a:pt x="226" y="890"/>
                </a:lnTo>
                <a:lnTo>
                  <a:pt x="227" y="890"/>
                </a:lnTo>
                <a:lnTo>
                  <a:pt x="227" y="889"/>
                </a:lnTo>
                <a:lnTo>
                  <a:pt x="227" y="888"/>
                </a:lnTo>
                <a:lnTo>
                  <a:pt x="228" y="888"/>
                </a:lnTo>
                <a:lnTo>
                  <a:pt x="229" y="888"/>
                </a:lnTo>
                <a:lnTo>
                  <a:pt x="229" y="887"/>
                </a:lnTo>
                <a:lnTo>
                  <a:pt x="229" y="886"/>
                </a:lnTo>
                <a:lnTo>
                  <a:pt x="230" y="886"/>
                </a:lnTo>
                <a:lnTo>
                  <a:pt x="231" y="886"/>
                </a:lnTo>
                <a:lnTo>
                  <a:pt x="231" y="885"/>
                </a:lnTo>
                <a:lnTo>
                  <a:pt x="232" y="884"/>
                </a:lnTo>
                <a:lnTo>
                  <a:pt x="232" y="883"/>
                </a:lnTo>
                <a:lnTo>
                  <a:pt x="233" y="883"/>
                </a:lnTo>
                <a:lnTo>
                  <a:pt x="233" y="882"/>
                </a:lnTo>
                <a:lnTo>
                  <a:pt x="234" y="882"/>
                </a:lnTo>
                <a:lnTo>
                  <a:pt x="235" y="881"/>
                </a:lnTo>
                <a:lnTo>
                  <a:pt x="235" y="880"/>
                </a:lnTo>
                <a:lnTo>
                  <a:pt x="235" y="879"/>
                </a:lnTo>
                <a:lnTo>
                  <a:pt x="234" y="879"/>
                </a:lnTo>
                <a:lnTo>
                  <a:pt x="234" y="878"/>
                </a:lnTo>
                <a:lnTo>
                  <a:pt x="233" y="878"/>
                </a:lnTo>
                <a:lnTo>
                  <a:pt x="232" y="877"/>
                </a:lnTo>
                <a:lnTo>
                  <a:pt x="231" y="876"/>
                </a:lnTo>
                <a:lnTo>
                  <a:pt x="231" y="877"/>
                </a:lnTo>
                <a:lnTo>
                  <a:pt x="230" y="877"/>
                </a:lnTo>
                <a:lnTo>
                  <a:pt x="229" y="876"/>
                </a:lnTo>
                <a:lnTo>
                  <a:pt x="229" y="875"/>
                </a:lnTo>
                <a:lnTo>
                  <a:pt x="228" y="875"/>
                </a:lnTo>
                <a:lnTo>
                  <a:pt x="228" y="874"/>
                </a:lnTo>
                <a:lnTo>
                  <a:pt x="227" y="874"/>
                </a:lnTo>
                <a:lnTo>
                  <a:pt x="226" y="873"/>
                </a:lnTo>
                <a:lnTo>
                  <a:pt x="226" y="874"/>
                </a:lnTo>
                <a:lnTo>
                  <a:pt x="225" y="874"/>
                </a:lnTo>
                <a:lnTo>
                  <a:pt x="223" y="874"/>
                </a:lnTo>
                <a:lnTo>
                  <a:pt x="222" y="874"/>
                </a:lnTo>
                <a:lnTo>
                  <a:pt x="222" y="873"/>
                </a:lnTo>
                <a:lnTo>
                  <a:pt x="222" y="872"/>
                </a:lnTo>
                <a:lnTo>
                  <a:pt x="222" y="871"/>
                </a:lnTo>
                <a:lnTo>
                  <a:pt x="223" y="871"/>
                </a:lnTo>
                <a:lnTo>
                  <a:pt x="223" y="870"/>
                </a:lnTo>
                <a:lnTo>
                  <a:pt x="223" y="869"/>
                </a:lnTo>
                <a:lnTo>
                  <a:pt x="222" y="868"/>
                </a:lnTo>
                <a:lnTo>
                  <a:pt x="222" y="867"/>
                </a:lnTo>
                <a:lnTo>
                  <a:pt x="222" y="866"/>
                </a:lnTo>
                <a:lnTo>
                  <a:pt x="222" y="864"/>
                </a:lnTo>
                <a:lnTo>
                  <a:pt x="222" y="863"/>
                </a:lnTo>
                <a:lnTo>
                  <a:pt x="222" y="860"/>
                </a:lnTo>
                <a:lnTo>
                  <a:pt x="221" y="860"/>
                </a:lnTo>
                <a:lnTo>
                  <a:pt x="219" y="860"/>
                </a:lnTo>
                <a:lnTo>
                  <a:pt x="218" y="861"/>
                </a:lnTo>
                <a:lnTo>
                  <a:pt x="217" y="861"/>
                </a:lnTo>
                <a:lnTo>
                  <a:pt x="217" y="860"/>
                </a:lnTo>
                <a:lnTo>
                  <a:pt x="217" y="859"/>
                </a:lnTo>
                <a:lnTo>
                  <a:pt x="217" y="858"/>
                </a:lnTo>
                <a:lnTo>
                  <a:pt x="216" y="858"/>
                </a:lnTo>
                <a:lnTo>
                  <a:pt x="217" y="857"/>
                </a:lnTo>
                <a:lnTo>
                  <a:pt x="216" y="857"/>
                </a:lnTo>
                <a:lnTo>
                  <a:pt x="216" y="856"/>
                </a:lnTo>
                <a:lnTo>
                  <a:pt x="216" y="855"/>
                </a:lnTo>
                <a:lnTo>
                  <a:pt x="217" y="854"/>
                </a:lnTo>
                <a:lnTo>
                  <a:pt x="217" y="853"/>
                </a:lnTo>
                <a:lnTo>
                  <a:pt x="216" y="852"/>
                </a:lnTo>
                <a:lnTo>
                  <a:pt x="215" y="851"/>
                </a:lnTo>
                <a:lnTo>
                  <a:pt x="215" y="850"/>
                </a:lnTo>
                <a:lnTo>
                  <a:pt x="214" y="849"/>
                </a:lnTo>
                <a:lnTo>
                  <a:pt x="213" y="848"/>
                </a:lnTo>
                <a:lnTo>
                  <a:pt x="212" y="848"/>
                </a:lnTo>
                <a:lnTo>
                  <a:pt x="212" y="847"/>
                </a:lnTo>
                <a:lnTo>
                  <a:pt x="213" y="848"/>
                </a:lnTo>
                <a:lnTo>
                  <a:pt x="213" y="847"/>
                </a:lnTo>
                <a:lnTo>
                  <a:pt x="212" y="846"/>
                </a:lnTo>
                <a:lnTo>
                  <a:pt x="212" y="845"/>
                </a:lnTo>
                <a:lnTo>
                  <a:pt x="213" y="844"/>
                </a:lnTo>
                <a:lnTo>
                  <a:pt x="213" y="843"/>
                </a:lnTo>
                <a:lnTo>
                  <a:pt x="212" y="842"/>
                </a:lnTo>
                <a:lnTo>
                  <a:pt x="211" y="841"/>
                </a:lnTo>
                <a:lnTo>
                  <a:pt x="210" y="840"/>
                </a:lnTo>
                <a:lnTo>
                  <a:pt x="209" y="840"/>
                </a:lnTo>
                <a:lnTo>
                  <a:pt x="209" y="839"/>
                </a:lnTo>
                <a:lnTo>
                  <a:pt x="207" y="840"/>
                </a:lnTo>
                <a:lnTo>
                  <a:pt x="206" y="839"/>
                </a:lnTo>
                <a:lnTo>
                  <a:pt x="206" y="838"/>
                </a:lnTo>
                <a:lnTo>
                  <a:pt x="206" y="837"/>
                </a:lnTo>
                <a:lnTo>
                  <a:pt x="205" y="837"/>
                </a:lnTo>
                <a:lnTo>
                  <a:pt x="204" y="836"/>
                </a:lnTo>
                <a:lnTo>
                  <a:pt x="204" y="835"/>
                </a:lnTo>
                <a:lnTo>
                  <a:pt x="203" y="834"/>
                </a:lnTo>
                <a:lnTo>
                  <a:pt x="202" y="834"/>
                </a:lnTo>
                <a:lnTo>
                  <a:pt x="201" y="833"/>
                </a:lnTo>
                <a:lnTo>
                  <a:pt x="199" y="831"/>
                </a:lnTo>
                <a:lnTo>
                  <a:pt x="199" y="830"/>
                </a:lnTo>
                <a:lnTo>
                  <a:pt x="199" y="829"/>
                </a:lnTo>
                <a:lnTo>
                  <a:pt x="200" y="828"/>
                </a:lnTo>
                <a:lnTo>
                  <a:pt x="201" y="828"/>
                </a:lnTo>
                <a:lnTo>
                  <a:pt x="202" y="828"/>
                </a:lnTo>
                <a:lnTo>
                  <a:pt x="203" y="827"/>
                </a:lnTo>
                <a:lnTo>
                  <a:pt x="203" y="826"/>
                </a:lnTo>
                <a:lnTo>
                  <a:pt x="202" y="825"/>
                </a:lnTo>
                <a:lnTo>
                  <a:pt x="201" y="824"/>
                </a:lnTo>
                <a:lnTo>
                  <a:pt x="200" y="823"/>
                </a:lnTo>
                <a:lnTo>
                  <a:pt x="199" y="822"/>
                </a:lnTo>
                <a:lnTo>
                  <a:pt x="198" y="821"/>
                </a:lnTo>
                <a:lnTo>
                  <a:pt x="197" y="820"/>
                </a:lnTo>
                <a:lnTo>
                  <a:pt x="196" y="820"/>
                </a:lnTo>
                <a:lnTo>
                  <a:pt x="196" y="821"/>
                </a:lnTo>
                <a:lnTo>
                  <a:pt x="195" y="821"/>
                </a:lnTo>
                <a:lnTo>
                  <a:pt x="195" y="822"/>
                </a:lnTo>
                <a:lnTo>
                  <a:pt x="194" y="823"/>
                </a:lnTo>
                <a:lnTo>
                  <a:pt x="193" y="823"/>
                </a:lnTo>
                <a:lnTo>
                  <a:pt x="194" y="822"/>
                </a:lnTo>
                <a:lnTo>
                  <a:pt x="194" y="821"/>
                </a:lnTo>
                <a:lnTo>
                  <a:pt x="193" y="821"/>
                </a:lnTo>
                <a:lnTo>
                  <a:pt x="192" y="821"/>
                </a:lnTo>
                <a:lnTo>
                  <a:pt x="191" y="820"/>
                </a:lnTo>
                <a:lnTo>
                  <a:pt x="189" y="818"/>
                </a:lnTo>
                <a:lnTo>
                  <a:pt x="188" y="818"/>
                </a:lnTo>
                <a:lnTo>
                  <a:pt x="187" y="817"/>
                </a:lnTo>
                <a:lnTo>
                  <a:pt x="187" y="816"/>
                </a:lnTo>
                <a:lnTo>
                  <a:pt x="186" y="815"/>
                </a:lnTo>
                <a:lnTo>
                  <a:pt x="186" y="814"/>
                </a:lnTo>
                <a:lnTo>
                  <a:pt x="185" y="813"/>
                </a:lnTo>
                <a:lnTo>
                  <a:pt x="184" y="813"/>
                </a:lnTo>
                <a:lnTo>
                  <a:pt x="183" y="812"/>
                </a:lnTo>
                <a:lnTo>
                  <a:pt x="182" y="812"/>
                </a:lnTo>
                <a:lnTo>
                  <a:pt x="182" y="811"/>
                </a:lnTo>
                <a:lnTo>
                  <a:pt x="181" y="810"/>
                </a:lnTo>
                <a:lnTo>
                  <a:pt x="181" y="809"/>
                </a:lnTo>
                <a:lnTo>
                  <a:pt x="182" y="808"/>
                </a:lnTo>
                <a:lnTo>
                  <a:pt x="183" y="808"/>
                </a:lnTo>
                <a:lnTo>
                  <a:pt x="183" y="807"/>
                </a:lnTo>
                <a:lnTo>
                  <a:pt x="182" y="805"/>
                </a:lnTo>
                <a:lnTo>
                  <a:pt x="181" y="805"/>
                </a:lnTo>
                <a:lnTo>
                  <a:pt x="181" y="804"/>
                </a:lnTo>
                <a:lnTo>
                  <a:pt x="182" y="804"/>
                </a:lnTo>
                <a:lnTo>
                  <a:pt x="182" y="803"/>
                </a:lnTo>
                <a:lnTo>
                  <a:pt x="183" y="802"/>
                </a:lnTo>
                <a:lnTo>
                  <a:pt x="184" y="801"/>
                </a:lnTo>
                <a:lnTo>
                  <a:pt x="185" y="800"/>
                </a:lnTo>
                <a:lnTo>
                  <a:pt x="185" y="799"/>
                </a:lnTo>
                <a:lnTo>
                  <a:pt x="185" y="797"/>
                </a:lnTo>
                <a:lnTo>
                  <a:pt x="186" y="796"/>
                </a:lnTo>
                <a:lnTo>
                  <a:pt x="187" y="795"/>
                </a:lnTo>
                <a:lnTo>
                  <a:pt x="187" y="793"/>
                </a:lnTo>
                <a:lnTo>
                  <a:pt x="187" y="792"/>
                </a:lnTo>
                <a:lnTo>
                  <a:pt x="188" y="791"/>
                </a:lnTo>
                <a:lnTo>
                  <a:pt x="189" y="790"/>
                </a:lnTo>
                <a:lnTo>
                  <a:pt x="189" y="789"/>
                </a:lnTo>
                <a:lnTo>
                  <a:pt x="190" y="788"/>
                </a:lnTo>
                <a:lnTo>
                  <a:pt x="189" y="788"/>
                </a:lnTo>
                <a:lnTo>
                  <a:pt x="189" y="786"/>
                </a:lnTo>
                <a:lnTo>
                  <a:pt x="188" y="786"/>
                </a:lnTo>
                <a:lnTo>
                  <a:pt x="188" y="785"/>
                </a:lnTo>
                <a:lnTo>
                  <a:pt x="187" y="784"/>
                </a:lnTo>
                <a:lnTo>
                  <a:pt x="185" y="784"/>
                </a:lnTo>
                <a:lnTo>
                  <a:pt x="184" y="784"/>
                </a:lnTo>
                <a:lnTo>
                  <a:pt x="183" y="784"/>
                </a:lnTo>
                <a:lnTo>
                  <a:pt x="182" y="785"/>
                </a:lnTo>
                <a:lnTo>
                  <a:pt x="181" y="786"/>
                </a:lnTo>
                <a:lnTo>
                  <a:pt x="181" y="787"/>
                </a:lnTo>
                <a:lnTo>
                  <a:pt x="179" y="788"/>
                </a:lnTo>
                <a:lnTo>
                  <a:pt x="179" y="789"/>
                </a:lnTo>
                <a:lnTo>
                  <a:pt x="178" y="789"/>
                </a:lnTo>
                <a:lnTo>
                  <a:pt x="176" y="788"/>
                </a:lnTo>
                <a:lnTo>
                  <a:pt x="176" y="787"/>
                </a:lnTo>
                <a:lnTo>
                  <a:pt x="175" y="787"/>
                </a:lnTo>
                <a:lnTo>
                  <a:pt x="174" y="788"/>
                </a:lnTo>
                <a:lnTo>
                  <a:pt x="172" y="788"/>
                </a:lnTo>
                <a:lnTo>
                  <a:pt x="171" y="788"/>
                </a:lnTo>
                <a:lnTo>
                  <a:pt x="170" y="789"/>
                </a:lnTo>
                <a:lnTo>
                  <a:pt x="169" y="789"/>
                </a:lnTo>
                <a:lnTo>
                  <a:pt x="169" y="790"/>
                </a:lnTo>
                <a:lnTo>
                  <a:pt x="167" y="790"/>
                </a:lnTo>
                <a:lnTo>
                  <a:pt x="166" y="790"/>
                </a:lnTo>
                <a:lnTo>
                  <a:pt x="165" y="790"/>
                </a:lnTo>
                <a:lnTo>
                  <a:pt x="164" y="790"/>
                </a:lnTo>
                <a:lnTo>
                  <a:pt x="163" y="790"/>
                </a:lnTo>
                <a:lnTo>
                  <a:pt x="163" y="791"/>
                </a:lnTo>
                <a:lnTo>
                  <a:pt x="162" y="791"/>
                </a:lnTo>
                <a:lnTo>
                  <a:pt x="160" y="791"/>
                </a:lnTo>
                <a:lnTo>
                  <a:pt x="160" y="792"/>
                </a:lnTo>
                <a:lnTo>
                  <a:pt x="159" y="793"/>
                </a:lnTo>
                <a:lnTo>
                  <a:pt x="158" y="793"/>
                </a:lnTo>
                <a:lnTo>
                  <a:pt x="157" y="793"/>
                </a:lnTo>
                <a:lnTo>
                  <a:pt x="156" y="794"/>
                </a:lnTo>
                <a:lnTo>
                  <a:pt x="156" y="795"/>
                </a:lnTo>
                <a:lnTo>
                  <a:pt x="155" y="795"/>
                </a:lnTo>
                <a:lnTo>
                  <a:pt x="154" y="795"/>
                </a:lnTo>
                <a:lnTo>
                  <a:pt x="154" y="794"/>
                </a:lnTo>
                <a:lnTo>
                  <a:pt x="153" y="794"/>
                </a:lnTo>
                <a:lnTo>
                  <a:pt x="152" y="794"/>
                </a:lnTo>
                <a:lnTo>
                  <a:pt x="151" y="794"/>
                </a:lnTo>
                <a:lnTo>
                  <a:pt x="151" y="793"/>
                </a:lnTo>
                <a:lnTo>
                  <a:pt x="150" y="793"/>
                </a:lnTo>
                <a:lnTo>
                  <a:pt x="149" y="793"/>
                </a:lnTo>
                <a:lnTo>
                  <a:pt x="149" y="794"/>
                </a:lnTo>
                <a:lnTo>
                  <a:pt x="149" y="795"/>
                </a:lnTo>
                <a:lnTo>
                  <a:pt x="149" y="796"/>
                </a:lnTo>
                <a:lnTo>
                  <a:pt x="148" y="797"/>
                </a:lnTo>
                <a:lnTo>
                  <a:pt x="147" y="797"/>
                </a:lnTo>
                <a:lnTo>
                  <a:pt x="146" y="798"/>
                </a:lnTo>
                <a:lnTo>
                  <a:pt x="145" y="799"/>
                </a:lnTo>
                <a:lnTo>
                  <a:pt x="145" y="800"/>
                </a:lnTo>
                <a:lnTo>
                  <a:pt x="144" y="800"/>
                </a:lnTo>
                <a:lnTo>
                  <a:pt x="144" y="801"/>
                </a:lnTo>
                <a:lnTo>
                  <a:pt x="143" y="802"/>
                </a:lnTo>
                <a:lnTo>
                  <a:pt x="142" y="803"/>
                </a:lnTo>
                <a:lnTo>
                  <a:pt x="142" y="804"/>
                </a:lnTo>
                <a:lnTo>
                  <a:pt x="142" y="803"/>
                </a:lnTo>
                <a:lnTo>
                  <a:pt x="142" y="802"/>
                </a:lnTo>
                <a:lnTo>
                  <a:pt x="141" y="802"/>
                </a:lnTo>
                <a:lnTo>
                  <a:pt x="141" y="803"/>
                </a:lnTo>
                <a:lnTo>
                  <a:pt x="139" y="804"/>
                </a:lnTo>
                <a:lnTo>
                  <a:pt x="138" y="804"/>
                </a:lnTo>
                <a:lnTo>
                  <a:pt x="138" y="805"/>
                </a:lnTo>
                <a:lnTo>
                  <a:pt x="137" y="804"/>
                </a:lnTo>
                <a:lnTo>
                  <a:pt x="136" y="803"/>
                </a:lnTo>
                <a:lnTo>
                  <a:pt x="135" y="803"/>
                </a:lnTo>
                <a:lnTo>
                  <a:pt x="134" y="803"/>
                </a:lnTo>
                <a:lnTo>
                  <a:pt x="133" y="802"/>
                </a:lnTo>
                <a:lnTo>
                  <a:pt x="134" y="801"/>
                </a:lnTo>
                <a:lnTo>
                  <a:pt x="134" y="800"/>
                </a:lnTo>
                <a:lnTo>
                  <a:pt x="134" y="799"/>
                </a:lnTo>
                <a:lnTo>
                  <a:pt x="134" y="798"/>
                </a:lnTo>
                <a:lnTo>
                  <a:pt x="134" y="797"/>
                </a:lnTo>
                <a:lnTo>
                  <a:pt x="135" y="796"/>
                </a:lnTo>
                <a:lnTo>
                  <a:pt x="135" y="795"/>
                </a:lnTo>
                <a:lnTo>
                  <a:pt x="134" y="795"/>
                </a:lnTo>
                <a:lnTo>
                  <a:pt x="134" y="794"/>
                </a:lnTo>
                <a:lnTo>
                  <a:pt x="133" y="794"/>
                </a:lnTo>
                <a:lnTo>
                  <a:pt x="133" y="793"/>
                </a:lnTo>
                <a:lnTo>
                  <a:pt x="132" y="792"/>
                </a:lnTo>
                <a:lnTo>
                  <a:pt x="131" y="792"/>
                </a:lnTo>
                <a:lnTo>
                  <a:pt x="131" y="791"/>
                </a:lnTo>
                <a:lnTo>
                  <a:pt x="131" y="790"/>
                </a:lnTo>
                <a:lnTo>
                  <a:pt x="131" y="789"/>
                </a:lnTo>
                <a:lnTo>
                  <a:pt x="131" y="788"/>
                </a:lnTo>
                <a:lnTo>
                  <a:pt x="131" y="786"/>
                </a:lnTo>
                <a:lnTo>
                  <a:pt x="130" y="785"/>
                </a:lnTo>
                <a:lnTo>
                  <a:pt x="129" y="785"/>
                </a:lnTo>
                <a:lnTo>
                  <a:pt x="128" y="783"/>
                </a:lnTo>
                <a:lnTo>
                  <a:pt x="127" y="782"/>
                </a:lnTo>
                <a:lnTo>
                  <a:pt x="126" y="783"/>
                </a:lnTo>
                <a:lnTo>
                  <a:pt x="124" y="783"/>
                </a:lnTo>
                <a:lnTo>
                  <a:pt x="123" y="783"/>
                </a:lnTo>
                <a:lnTo>
                  <a:pt x="122" y="784"/>
                </a:lnTo>
                <a:lnTo>
                  <a:pt x="121" y="784"/>
                </a:lnTo>
                <a:lnTo>
                  <a:pt x="120" y="784"/>
                </a:lnTo>
                <a:lnTo>
                  <a:pt x="119" y="783"/>
                </a:lnTo>
                <a:lnTo>
                  <a:pt x="119" y="782"/>
                </a:lnTo>
                <a:lnTo>
                  <a:pt x="119" y="781"/>
                </a:lnTo>
                <a:lnTo>
                  <a:pt x="118" y="780"/>
                </a:lnTo>
                <a:lnTo>
                  <a:pt x="117" y="780"/>
                </a:lnTo>
                <a:lnTo>
                  <a:pt x="117" y="781"/>
                </a:lnTo>
                <a:lnTo>
                  <a:pt x="116" y="780"/>
                </a:lnTo>
                <a:lnTo>
                  <a:pt x="116" y="779"/>
                </a:lnTo>
                <a:lnTo>
                  <a:pt x="115" y="779"/>
                </a:lnTo>
                <a:lnTo>
                  <a:pt x="114" y="779"/>
                </a:lnTo>
                <a:lnTo>
                  <a:pt x="113" y="778"/>
                </a:lnTo>
                <a:lnTo>
                  <a:pt x="114" y="777"/>
                </a:lnTo>
                <a:lnTo>
                  <a:pt x="114" y="775"/>
                </a:lnTo>
                <a:lnTo>
                  <a:pt x="114" y="774"/>
                </a:lnTo>
                <a:lnTo>
                  <a:pt x="113" y="773"/>
                </a:lnTo>
                <a:lnTo>
                  <a:pt x="111" y="772"/>
                </a:lnTo>
                <a:lnTo>
                  <a:pt x="110" y="771"/>
                </a:lnTo>
                <a:lnTo>
                  <a:pt x="110" y="770"/>
                </a:lnTo>
                <a:lnTo>
                  <a:pt x="110" y="769"/>
                </a:lnTo>
                <a:lnTo>
                  <a:pt x="109" y="769"/>
                </a:lnTo>
                <a:lnTo>
                  <a:pt x="108" y="770"/>
                </a:lnTo>
                <a:lnTo>
                  <a:pt x="107" y="770"/>
                </a:lnTo>
                <a:lnTo>
                  <a:pt x="106" y="770"/>
                </a:lnTo>
                <a:lnTo>
                  <a:pt x="106" y="769"/>
                </a:lnTo>
                <a:lnTo>
                  <a:pt x="107" y="769"/>
                </a:lnTo>
                <a:lnTo>
                  <a:pt x="106" y="768"/>
                </a:lnTo>
                <a:lnTo>
                  <a:pt x="105" y="768"/>
                </a:lnTo>
                <a:lnTo>
                  <a:pt x="105" y="767"/>
                </a:lnTo>
                <a:lnTo>
                  <a:pt x="105" y="765"/>
                </a:lnTo>
                <a:lnTo>
                  <a:pt x="105" y="764"/>
                </a:lnTo>
                <a:lnTo>
                  <a:pt x="106" y="763"/>
                </a:lnTo>
                <a:lnTo>
                  <a:pt x="107" y="763"/>
                </a:lnTo>
                <a:lnTo>
                  <a:pt x="107" y="762"/>
                </a:lnTo>
                <a:lnTo>
                  <a:pt x="108" y="762"/>
                </a:lnTo>
                <a:lnTo>
                  <a:pt x="109" y="762"/>
                </a:lnTo>
                <a:lnTo>
                  <a:pt x="110" y="761"/>
                </a:lnTo>
                <a:lnTo>
                  <a:pt x="111" y="760"/>
                </a:lnTo>
                <a:lnTo>
                  <a:pt x="112" y="760"/>
                </a:lnTo>
                <a:lnTo>
                  <a:pt x="112" y="759"/>
                </a:lnTo>
                <a:lnTo>
                  <a:pt x="111" y="758"/>
                </a:lnTo>
                <a:lnTo>
                  <a:pt x="110" y="757"/>
                </a:lnTo>
                <a:lnTo>
                  <a:pt x="108" y="757"/>
                </a:lnTo>
                <a:lnTo>
                  <a:pt x="107" y="756"/>
                </a:lnTo>
                <a:lnTo>
                  <a:pt x="106" y="754"/>
                </a:lnTo>
                <a:lnTo>
                  <a:pt x="106" y="753"/>
                </a:lnTo>
                <a:lnTo>
                  <a:pt x="107" y="753"/>
                </a:lnTo>
                <a:lnTo>
                  <a:pt x="107" y="752"/>
                </a:lnTo>
                <a:lnTo>
                  <a:pt x="106" y="752"/>
                </a:lnTo>
                <a:lnTo>
                  <a:pt x="104" y="753"/>
                </a:lnTo>
                <a:lnTo>
                  <a:pt x="103" y="753"/>
                </a:lnTo>
                <a:lnTo>
                  <a:pt x="103" y="754"/>
                </a:lnTo>
                <a:lnTo>
                  <a:pt x="104" y="754"/>
                </a:lnTo>
                <a:lnTo>
                  <a:pt x="103" y="755"/>
                </a:lnTo>
                <a:lnTo>
                  <a:pt x="102" y="755"/>
                </a:lnTo>
                <a:lnTo>
                  <a:pt x="102" y="754"/>
                </a:lnTo>
                <a:lnTo>
                  <a:pt x="101" y="754"/>
                </a:lnTo>
                <a:lnTo>
                  <a:pt x="101" y="755"/>
                </a:lnTo>
                <a:lnTo>
                  <a:pt x="101" y="756"/>
                </a:lnTo>
                <a:lnTo>
                  <a:pt x="100" y="757"/>
                </a:lnTo>
                <a:lnTo>
                  <a:pt x="99" y="757"/>
                </a:lnTo>
                <a:lnTo>
                  <a:pt x="99" y="758"/>
                </a:lnTo>
                <a:lnTo>
                  <a:pt x="99" y="760"/>
                </a:lnTo>
                <a:lnTo>
                  <a:pt x="100" y="760"/>
                </a:lnTo>
                <a:lnTo>
                  <a:pt x="100" y="762"/>
                </a:lnTo>
                <a:lnTo>
                  <a:pt x="100" y="763"/>
                </a:lnTo>
                <a:lnTo>
                  <a:pt x="99" y="763"/>
                </a:lnTo>
                <a:lnTo>
                  <a:pt x="97" y="765"/>
                </a:lnTo>
                <a:lnTo>
                  <a:pt x="96" y="765"/>
                </a:lnTo>
                <a:lnTo>
                  <a:pt x="95" y="766"/>
                </a:lnTo>
                <a:lnTo>
                  <a:pt x="94" y="766"/>
                </a:lnTo>
                <a:lnTo>
                  <a:pt x="93" y="768"/>
                </a:lnTo>
                <a:lnTo>
                  <a:pt x="92" y="769"/>
                </a:lnTo>
                <a:lnTo>
                  <a:pt x="91" y="770"/>
                </a:lnTo>
                <a:lnTo>
                  <a:pt x="90" y="770"/>
                </a:lnTo>
                <a:lnTo>
                  <a:pt x="88" y="770"/>
                </a:lnTo>
                <a:lnTo>
                  <a:pt x="86" y="771"/>
                </a:lnTo>
                <a:lnTo>
                  <a:pt x="85" y="771"/>
                </a:lnTo>
                <a:lnTo>
                  <a:pt x="84" y="771"/>
                </a:lnTo>
                <a:lnTo>
                  <a:pt x="83" y="772"/>
                </a:lnTo>
                <a:lnTo>
                  <a:pt x="82" y="772"/>
                </a:lnTo>
                <a:lnTo>
                  <a:pt x="82" y="773"/>
                </a:lnTo>
                <a:lnTo>
                  <a:pt x="81" y="772"/>
                </a:lnTo>
                <a:lnTo>
                  <a:pt x="80" y="772"/>
                </a:lnTo>
                <a:lnTo>
                  <a:pt x="79" y="771"/>
                </a:lnTo>
                <a:lnTo>
                  <a:pt x="79" y="772"/>
                </a:lnTo>
                <a:lnTo>
                  <a:pt x="78" y="771"/>
                </a:lnTo>
                <a:lnTo>
                  <a:pt x="79" y="771"/>
                </a:lnTo>
                <a:lnTo>
                  <a:pt x="80" y="769"/>
                </a:lnTo>
                <a:lnTo>
                  <a:pt x="80" y="768"/>
                </a:lnTo>
                <a:lnTo>
                  <a:pt x="81" y="767"/>
                </a:lnTo>
                <a:lnTo>
                  <a:pt x="81" y="766"/>
                </a:lnTo>
                <a:lnTo>
                  <a:pt x="81" y="765"/>
                </a:lnTo>
                <a:lnTo>
                  <a:pt x="79" y="765"/>
                </a:lnTo>
                <a:lnTo>
                  <a:pt x="78" y="766"/>
                </a:lnTo>
                <a:lnTo>
                  <a:pt x="77" y="766"/>
                </a:lnTo>
                <a:lnTo>
                  <a:pt x="76" y="766"/>
                </a:lnTo>
                <a:lnTo>
                  <a:pt x="75" y="764"/>
                </a:lnTo>
                <a:lnTo>
                  <a:pt x="75" y="763"/>
                </a:lnTo>
                <a:lnTo>
                  <a:pt x="75" y="762"/>
                </a:lnTo>
                <a:lnTo>
                  <a:pt x="74" y="761"/>
                </a:lnTo>
                <a:lnTo>
                  <a:pt x="72" y="761"/>
                </a:lnTo>
                <a:lnTo>
                  <a:pt x="71" y="760"/>
                </a:lnTo>
                <a:lnTo>
                  <a:pt x="71" y="759"/>
                </a:lnTo>
                <a:lnTo>
                  <a:pt x="70" y="758"/>
                </a:lnTo>
                <a:lnTo>
                  <a:pt x="69" y="758"/>
                </a:lnTo>
                <a:lnTo>
                  <a:pt x="69" y="756"/>
                </a:lnTo>
                <a:lnTo>
                  <a:pt x="69" y="757"/>
                </a:lnTo>
                <a:lnTo>
                  <a:pt x="68" y="757"/>
                </a:lnTo>
                <a:lnTo>
                  <a:pt x="67" y="757"/>
                </a:lnTo>
                <a:lnTo>
                  <a:pt x="67" y="758"/>
                </a:lnTo>
                <a:lnTo>
                  <a:pt x="67" y="759"/>
                </a:lnTo>
                <a:lnTo>
                  <a:pt x="66" y="759"/>
                </a:lnTo>
                <a:lnTo>
                  <a:pt x="65" y="760"/>
                </a:lnTo>
                <a:lnTo>
                  <a:pt x="65" y="761"/>
                </a:lnTo>
                <a:lnTo>
                  <a:pt x="64" y="762"/>
                </a:lnTo>
                <a:lnTo>
                  <a:pt x="63" y="763"/>
                </a:lnTo>
                <a:lnTo>
                  <a:pt x="63" y="764"/>
                </a:lnTo>
                <a:lnTo>
                  <a:pt x="62" y="764"/>
                </a:lnTo>
                <a:lnTo>
                  <a:pt x="61" y="764"/>
                </a:lnTo>
                <a:lnTo>
                  <a:pt x="61" y="765"/>
                </a:lnTo>
                <a:lnTo>
                  <a:pt x="61" y="764"/>
                </a:lnTo>
                <a:lnTo>
                  <a:pt x="59" y="764"/>
                </a:lnTo>
                <a:lnTo>
                  <a:pt x="58" y="764"/>
                </a:lnTo>
                <a:lnTo>
                  <a:pt x="57" y="764"/>
                </a:lnTo>
                <a:lnTo>
                  <a:pt x="55" y="764"/>
                </a:lnTo>
                <a:lnTo>
                  <a:pt x="54" y="764"/>
                </a:lnTo>
                <a:lnTo>
                  <a:pt x="53" y="764"/>
                </a:lnTo>
                <a:lnTo>
                  <a:pt x="52" y="764"/>
                </a:lnTo>
                <a:lnTo>
                  <a:pt x="52" y="765"/>
                </a:lnTo>
                <a:lnTo>
                  <a:pt x="52" y="767"/>
                </a:lnTo>
                <a:lnTo>
                  <a:pt x="51" y="767"/>
                </a:lnTo>
                <a:lnTo>
                  <a:pt x="50" y="766"/>
                </a:lnTo>
                <a:lnTo>
                  <a:pt x="51" y="765"/>
                </a:lnTo>
                <a:lnTo>
                  <a:pt x="50" y="764"/>
                </a:lnTo>
                <a:lnTo>
                  <a:pt x="48" y="764"/>
                </a:lnTo>
                <a:lnTo>
                  <a:pt x="47" y="765"/>
                </a:lnTo>
                <a:lnTo>
                  <a:pt x="46" y="763"/>
                </a:lnTo>
                <a:lnTo>
                  <a:pt x="45" y="763"/>
                </a:lnTo>
                <a:lnTo>
                  <a:pt x="44" y="763"/>
                </a:lnTo>
                <a:lnTo>
                  <a:pt x="43" y="762"/>
                </a:lnTo>
                <a:lnTo>
                  <a:pt x="43" y="761"/>
                </a:lnTo>
                <a:lnTo>
                  <a:pt x="43" y="760"/>
                </a:lnTo>
                <a:lnTo>
                  <a:pt x="42" y="760"/>
                </a:lnTo>
                <a:lnTo>
                  <a:pt x="42" y="759"/>
                </a:lnTo>
                <a:lnTo>
                  <a:pt x="41" y="758"/>
                </a:lnTo>
                <a:lnTo>
                  <a:pt x="40" y="758"/>
                </a:lnTo>
                <a:lnTo>
                  <a:pt x="40" y="757"/>
                </a:lnTo>
                <a:lnTo>
                  <a:pt x="39" y="757"/>
                </a:lnTo>
                <a:lnTo>
                  <a:pt x="38" y="756"/>
                </a:lnTo>
                <a:lnTo>
                  <a:pt x="38" y="755"/>
                </a:lnTo>
                <a:lnTo>
                  <a:pt x="37" y="755"/>
                </a:lnTo>
                <a:lnTo>
                  <a:pt x="36" y="755"/>
                </a:lnTo>
                <a:lnTo>
                  <a:pt x="35" y="756"/>
                </a:lnTo>
                <a:lnTo>
                  <a:pt x="34" y="757"/>
                </a:lnTo>
                <a:lnTo>
                  <a:pt x="33" y="757"/>
                </a:lnTo>
                <a:lnTo>
                  <a:pt x="33" y="756"/>
                </a:lnTo>
                <a:lnTo>
                  <a:pt x="32" y="756"/>
                </a:lnTo>
                <a:lnTo>
                  <a:pt x="31" y="756"/>
                </a:lnTo>
                <a:lnTo>
                  <a:pt x="30" y="756"/>
                </a:lnTo>
                <a:lnTo>
                  <a:pt x="29" y="753"/>
                </a:lnTo>
                <a:lnTo>
                  <a:pt x="28" y="753"/>
                </a:lnTo>
                <a:lnTo>
                  <a:pt x="28" y="754"/>
                </a:lnTo>
                <a:lnTo>
                  <a:pt x="27" y="754"/>
                </a:lnTo>
                <a:lnTo>
                  <a:pt x="24" y="754"/>
                </a:lnTo>
                <a:lnTo>
                  <a:pt x="22" y="753"/>
                </a:lnTo>
                <a:lnTo>
                  <a:pt x="20" y="753"/>
                </a:lnTo>
                <a:lnTo>
                  <a:pt x="19" y="754"/>
                </a:lnTo>
                <a:lnTo>
                  <a:pt x="19" y="753"/>
                </a:lnTo>
                <a:lnTo>
                  <a:pt x="18" y="753"/>
                </a:lnTo>
                <a:lnTo>
                  <a:pt x="16" y="753"/>
                </a:lnTo>
                <a:lnTo>
                  <a:pt x="15" y="752"/>
                </a:lnTo>
                <a:lnTo>
                  <a:pt x="15" y="751"/>
                </a:lnTo>
                <a:lnTo>
                  <a:pt x="14" y="751"/>
                </a:lnTo>
                <a:lnTo>
                  <a:pt x="13" y="751"/>
                </a:lnTo>
                <a:lnTo>
                  <a:pt x="12" y="750"/>
                </a:lnTo>
                <a:lnTo>
                  <a:pt x="12" y="749"/>
                </a:lnTo>
                <a:lnTo>
                  <a:pt x="11" y="748"/>
                </a:lnTo>
                <a:lnTo>
                  <a:pt x="10" y="748"/>
                </a:lnTo>
                <a:lnTo>
                  <a:pt x="9" y="748"/>
                </a:lnTo>
                <a:lnTo>
                  <a:pt x="8" y="747"/>
                </a:lnTo>
                <a:lnTo>
                  <a:pt x="8" y="745"/>
                </a:lnTo>
                <a:lnTo>
                  <a:pt x="8" y="744"/>
                </a:lnTo>
                <a:lnTo>
                  <a:pt x="9" y="744"/>
                </a:lnTo>
                <a:lnTo>
                  <a:pt x="10" y="743"/>
                </a:lnTo>
                <a:lnTo>
                  <a:pt x="11" y="743"/>
                </a:lnTo>
                <a:lnTo>
                  <a:pt x="12" y="744"/>
                </a:lnTo>
                <a:lnTo>
                  <a:pt x="12" y="745"/>
                </a:lnTo>
                <a:lnTo>
                  <a:pt x="13" y="746"/>
                </a:lnTo>
                <a:lnTo>
                  <a:pt x="14" y="746"/>
                </a:lnTo>
                <a:lnTo>
                  <a:pt x="15" y="745"/>
                </a:lnTo>
                <a:lnTo>
                  <a:pt x="16" y="746"/>
                </a:lnTo>
                <a:lnTo>
                  <a:pt x="17" y="746"/>
                </a:lnTo>
                <a:lnTo>
                  <a:pt x="18" y="745"/>
                </a:lnTo>
                <a:lnTo>
                  <a:pt x="17" y="744"/>
                </a:lnTo>
                <a:lnTo>
                  <a:pt x="16" y="743"/>
                </a:lnTo>
                <a:lnTo>
                  <a:pt x="16" y="742"/>
                </a:lnTo>
                <a:lnTo>
                  <a:pt x="15" y="741"/>
                </a:lnTo>
                <a:lnTo>
                  <a:pt x="14" y="741"/>
                </a:lnTo>
                <a:lnTo>
                  <a:pt x="13" y="741"/>
                </a:lnTo>
                <a:lnTo>
                  <a:pt x="13" y="740"/>
                </a:lnTo>
                <a:lnTo>
                  <a:pt x="14" y="740"/>
                </a:lnTo>
                <a:lnTo>
                  <a:pt x="13" y="740"/>
                </a:lnTo>
                <a:lnTo>
                  <a:pt x="13" y="739"/>
                </a:lnTo>
                <a:lnTo>
                  <a:pt x="12" y="739"/>
                </a:lnTo>
                <a:lnTo>
                  <a:pt x="11" y="739"/>
                </a:lnTo>
                <a:lnTo>
                  <a:pt x="10" y="739"/>
                </a:lnTo>
                <a:lnTo>
                  <a:pt x="9" y="738"/>
                </a:lnTo>
                <a:lnTo>
                  <a:pt x="8" y="738"/>
                </a:lnTo>
                <a:lnTo>
                  <a:pt x="8" y="736"/>
                </a:lnTo>
                <a:lnTo>
                  <a:pt x="8" y="734"/>
                </a:lnTo>
                <a:lnTo>
                  <a:pt x="8" y="733"/>
                </a:lnTo>
                <a:lnTo>
                  <a:pt x="9" y="733"/>
                </a:lnTo>
                <a:lnTo>
                  <a:pt x="10" y="733"/>
                </a:lnTo>
                <a:lnTo>
                  <a:pt x="11" y="732"/>
                </a:lnTo>
                <a:lnTo>
                  <a:pt x="11" y="731"/>
                </a:lnTo>
                <a:lnTo>
                  <a:pt x="12" y="731"/>
                </a:lnTo>
                <a:lnTo>
                  <a:pt x="12" y="730"/>
                </a:lnTo>
                <a:lnTo>
                  <a:pt x="13" y="729"/>
                </a:lnTo>
                <a:lnTo>
                  <a:pt x="14" y="729"/>
                </a:lnTo>
                <a:lnTo>
                  <a:pt x="15" y="729"/>
                </a:lnTo>
                <a:lnTo>
                  <a:pt x="15" y="730"/>
                </a:lnTo>
                <a:lnTo>
                  <a:pt x="16" y="730"/>
                </a:lnTo>
                <a:lnTo>
                  <a:pt x="16" y="729"/>
                </a:lnTo>
                <a:lnTo>
                  <a:pt x="16" y="728"/>
                </a:lnTo>
                <a:lnTo>
                  <a:pt x="17" y="728"/>
                </a:lnTo>
                <a:lnTo>
                  <a:pt x="17" y="727"/>
                </a:lnTo>
                <a:lnTo>
                  <a:pt x="16" y="726"/>
                </a:lnTo>
                <a:lnTo>
                  <a:pt x="15" y="726"/>
                </a:lnTo>
                <a:lnTo>
                  <a:pt x="15" y="725"/>
                </a:lnTo>
                <a:lnTo>
                  <a:pt x="14" y="725"/>
                </a:lnTo>
                <a:lnTo>
                  <a:pt x="14" y="724"/>
                </a:lnTo>
                <a:lnTo>
                  <a:pt x="14" y="723"/>
                </a:lnTo>
                <a:lnTo>
                  <a:pt x="14" y="722"/>
                </a:lnTo>
                <a:lnTo>
                  <a:pt x="14" y="721"/>
                </a:lnTo>
                <a:lnTo>
                  <a:pt x="13" y="721"/>
                </a:lnTo>
                <a:lnTo>
                  <a:pt x="12" y="720"/>
                </a:lnTo>
                <a:lnTo>
                  <a:pt x="11" y="720"/>
                </a:lnTo>
                <a:lnTo>
                  <a:pt x="10" y="720"/>
                </a:lnTo>
                <a:lnTo>
                  <a:pt x="9" y="720"/>
                </a:lnTo>
                <a:lnTo>
                  <a:pt x="8" y="720"/>
                </a:lnTo>
                <a:lnTo>
                  <a:pt x="7" y="719"/>
                </a:lnTo>
                <a:lnTo>
                  <a:pt x="7" y="718"/>
                </a:lnTo>
                <a:lnTo>
                  <a:pt x="8" y="717"/>
                </a:lnTo>
                <a:lnTo>
                  <a:pt x="7" y="716"/>
                </a:lnTo>
                <a:lnTo>
                  <a:pt x="6" y="716"/>
                </a:lnTo>
                <a:lnTo>
                  <a:pt x="6" y="715"/>
                </a:lnTo>
                <a:lnTo>
                  <a:pt x="5" y="714"/>
                </a:lnTo>
                <a:lnTo>
                  <a:pt x="5" y="713"/>
                </a:lnTo>
                <a:lnTo>
                  <a:pt x="6" y="713"/>
                </a:lnTo>
                <a:lnTo>
                  <a:pt x="7" y="713"/>
                </a:lnTo>
                <a:lnTo>
                  <a:pt x="8" y="712"/>
                </a:lnTo>
                <a:lnTo>
                  <a:pt x="8" y="711"/>
                </a:lnTo>
                <a:lnTo>
                  <a:pt x="7" y="710"/>
                </a:lnTo>
                <a:lnTo>
                  <a:pt x="7" y="709"/>
                </a:lnTo>
                <a:lnTo>
                  <a:pt x="5" y="707"/>
                </a:lnTo>
                <a:lnTo>
                  <a:pt x="4" y="708"/>
                </a:lnTo>
                <a:lnTo>
                  <a:pt x="3" y="708"/>
                </a:lnTo>
                <a:lnTo>
                  <a:pt x="2" y="708"/>
                </a:lnTo>
                <a:lnTo>
                  <a:pt x="2" y="707"/>
                </a:lnTo>
                <a:lnTo>
                  <a:pt x="1" y="708"/>
                </a:lnTo>
                <a:lnTo>
                  <a:pt x="1" y="707"/>
                </a:lnTo>
                <a:lnTo>
                  <a:pt x="0" y="706"/>
                </a:lnTo>
                <a:lnTo>
                  <a:pt x="0" y="705"/>
                </a:lnTo>
                <a:lnTo>
                  <a:pt x="1" y="705"/>
                </a:lnTo>
                <a:lnTo>
                  <a:pt x="2" y="705"/>
                </a:lnTo>
                <a:lnTo>
                  <a:pt x="2" y="704"/>
                </a:lnTo>
                <a:lnTo>
                  <a:pt x="1" y="704"/>
                </a:lnTo>
                <a:lnTo>
                  <a:pt x="0" y="703"/>
                </a:lnTo>
                <a:lnTo>
                  <a:pt x="1" y="703"/>
                </a:lnTo>
                <a:lnTo>
                  <a:pt x="1" y="701"/>
                </a:lnTo>
                <a:lnTo>
                  <a:pt x="1" y="700"/>
                </a:lnTo>
                <a:lnTo>
                  <a:pt x="0" y="699"/>
                </a:lnTo>
                <a:lnTo>
                  <a:pt x="0" y="698"/>
                </a:lnTo>
                <a:lnTo>
                  <a:pt x="0" y="697"/>
                </a:lnTo>
                <a:lnTo>
                  <a:pt x="0" y="696"/>
                </a:lnTo>
                <a:lnTo>
                  <a:pt x="1" y="695"/>
                </a:lnTo>
                <a:lnTo>
                  <a:pt x="2" y="694"/>
                </a:lnTo>
                <a:lnTo>
                  <a:pt x="2" y="693"/>
                </a:lnTo>
                <a:lnTo>
                  <a:pt x="2" y="694"/>
                </a:lnTo>
                <a:lnTo>
                  <a:pt x="3" y="694"/>
                </a:lnTo>
                <a:lnTo>
                  <a:pt x="4" y="695"/>
                </a:lnTo>
                <a:lnTo>
                  <a:pt x="5" y="695"/>
                </a:lnTo>
                <a:lnTo>
                  <a:pt x="6" y="694"/>
                </a:lnTo>
                <a:lnTo>
                  <a:pt x="8" y="692"/>
                </a:lnTo>
                <a:lnTo>
                  <a:pt x="8" y="691"/>
                </a:lnTo>
                <a:lnTo>
                  <a:pt x="9" y="690"/>
                </a:lnTo>
                <a:lnTo>
                  <a:pt x="10" y="690"/>
                </a:lnTo>
                <a:lnTo>
                  <a:pt x="11" y="691"/>
                </a:lnTo>
                <a:lnTo>
                  <a:pt x="12" y="690"/>
                </a:lnTo>
                <a:lnTo>
                  <a:pt x="13" y="690"/>
                </a:lnTo>
                <a:lnTo>
                  <a:pt x="13" y="689"/>
                </a:lnTo>
                <a:lnTo>
                  <a:pt x="14" y="688"/>
                </a:lnTo>
                <a:lnTo>
                  <a:pt x="14" y="687"/>
                </a:lnTo>
                <a:lnTo>
                  <a:pt x="14" y="686"/>
                </a:lnTo>
                <a:lnTo>
                  <a:pt x="15" y="685"/>
                </a:lnTo>
                <a:lnTo>
                  <a:pt x="16" y="682"/>
                </a:lnTo>
                <a:lnTo>
                  <a:pt x="16" y="680"/>
                </a:lnTo>
                <a:lnTo>
                  <a:pt x="15" y="680"/>
                </a:lnTo>
                <a:lnTo>
                  <a:pt x="15" y="679"/>
                </a:lnTo>
                <a:lnTo>
                  <a:pt x="15" y="678"/>
                </a:lnTo>
                <a:lnTo>
                  <a:pt x="16" y="677"/>
                </a:lnTo>
                <a:lnTo>
                  <a:pt x="17" y="677"/>
                </a:lnTo>
                <a:lnTo>
                  <a:pt x="18" y="678"/>
                </a:lnTo>
                <a:lnTo>
                  <a:pt x="19" y="679"/>
                </a:lnTo>
                <a:lnTo>
                  <a:pt x="19" y="678"/>
                </a:lnTo>
                <a:lnTo>
                  <a:pt x="20" y="678"/>
                </a:lnTo>
                <a:lnTo>
                  <a:pt x="20" y="677"/>
                </a:lnTo>
                <a:lnTo>
                  <a:pt x="20" y="676"/>
                </a:lnTo>
                <a:lnTo>
                  <a:pt x="21" y="676"/>
                </a:lnTo>
                <a:lnTo>
                  <a:pt x="22" y="677"/>
                </a:lnTo>
                <a:lnTo>
                  <a:pt x="23" y="676"/>
                </a:lnTo>
                <a:lnTo>
                  <a:pt x="24" y="675"/>
                </a:lnTo>
                <a:lnTo>
                  <a:pt x="25" y="673"/>
                </a:lnTo>
                <a:lnTo>
                  <a:pt x="25" y="672"/>
                </a:lnTo>
                <a:lnTo>
                  <a:pt x="26" y="670"/>
                </a:lnTo>
                <a:lnTo>
                  <a:pt x="25" y="670"/>
                </a:lnTo>
                <a:lnTo>
                  <a:pt x="24" y="670"/>
                </a:lnTo>
                <a:lnTo>
                  <a:pt x="24" y="669"/>
                </a:lnTo>
                <a:lnTo>
                  <a:pt x="25" y="669"/>
                </a:lnTo>
                <a:lnTo>
                  <a:pt x="25" y="668"/>
                </a:lnTo>
                <a:lnTo>
                  <a:pt x="24" y="667"/>
                </a:lnTo>
                <a:lnTo>
                  <a:pt x="23" y="666"/>
                </a:lnTo>
                <a:lnTo>
                  <a:pt x="21" y="666"/>
                </a:lnTo>
                <a:lnTo>
                  <a:pt x="22" y="665"/>
                </a:lnTo>
                <a:lnTo>
                  <a:pt x="23" y="665"/>
                </a:lnTo>
                <a:lnTo>
                  <a:pt x="23" y="664"/>
                </a:lnTo>
                <a:lnTo>
                  <a:pt x="23" y="663"/>
                </a:lnTo>
                <a:lnTo>
                  <a:pt x="22" y="663"/>
                </a:lnTo>
                <a:lnTo>
                  <a:pt x="22" y="662"/>
                </a:lnTo>
                <a:lnTo>
                  <a:pt x="22" y="661"/>
                </a:lnTo>
                <a:lnTo>
                  <a:pt x="22" y="660"/>
                </a:lnTo>
                <a:lnTo>
                  <a:pt x="21" y="660"/>
                </a:lnTo>
                <a:lnTo>
                  <a:pt x="23" y="658"/>
                </a:lnTo>
                <a:lnTo>
                  <a:pt x="23" y="656"/>
                </a:lnTo>
                <a:lnTo>
                  <a:pt x="24" y="656"/>
                </a:lnTo>
                <a:lnTo>
                  <a:pt x="24" y="655"/>
                </a:lnTo>
                <a:lnTo>
                  <a:pt x="23" y="654"/>
                </a:lnTo>
                <a:lnTo>
                  <a:pt x="22" y="653"/>
                </a:lnTo>
                <a:lnTo>
                  <a:pt x="22" y="652"/>
                </a:lnTo>
                <a:lnTo>
                  <a:pt x="23" y="652"/>
                </a:lnTo>
                <a:lnTo>
                  <a:pt x="24" y="651"/>
                </a:lnTo>
                <a:lnTo>
                  <a:pt x="24" y="652"/>
                </a:lnTo>
                <a:lnTo>
                  <a:pt x="25" y="652"/>
                </a:lnTo>
                <a:lnTo>
                  <a:pt x="26" y="650"/>
                </a:lnTo>
                <a:lnTo>
                  <a:pt x="26" y="649"/>
                </a:lnTo>
                <a:lnTo>
                  <a:pt x="25" y="649"/>
                </a:lnTo>
                <a:lnTo>
                  <a:pt x="25" y="648"/>
                </a:lnTo>
                <a:lnTo>
                  <a:pt x="26" y="647"/>
                </a:lnTo>
                <a:lnTo>
                  <a:pt x="25" y="646"/>
                </a:lnTo>
                <a:lnTo>
                  <a:pt x="24" y="645"/>
                </a:lnTo>
                <a:lnTo>
                  <a:pt x="23" y="644"/>
                </a:lnTo>
                <a:lnTo>
                  <a:pt x="23" y="643"/>
                </a:lnTo>
                <a:lnTo>
                  <a:pt x="23" y="640"/>
                </a:lnTo>
                <a:lnTo>
                  <a:pt x="24" y="640"/>
                </a:lnTo>
                <a:lnTo>
                  <a:pt x="24" y="639"/>
                </a:lnTo>
                <a:lnTo>
                  <a:pt x="23" y="640"/>
                </a:lnTo>
                <a:lnTo>
                  <a:pt x="22" y="640"/>
                </a:lnTo>
                <a:lnTo>
                  <a:pt x="22" y="639"/>
                </a:lnTo>
                <a:lnTo>
                  <a:pt x="22" y="638"/>
                </a:lnTo>
                <a:lnTo>
                  <a:pt x="22" y="637"/>
                </a:lnTo>
                <a:lnTo>
                  <a:pt x="21" y="637"/>
                </a:lnTo>
                <a:lnTo>
                  <a:pt x="21" y="636"/>
                </a:lnTo>
                <a:lnTo>
                  <a:pt x="22" y="635"/>
                </a:lnTo>
                <a:lnTo>
                  <a:pt x="23" y="635"/>
                </a:lnTo>
                <a:lnTo>
                  <a:pt x="23" y="634"/>
                </a:lnTo>
                <a:lnTo>
                  <a:pt x="22" y="634"/>
                </a:lnTo>
                <a:lnTo>
                  <a:pt x="22" y="633"/>
                </a:lnTo>
                <a:lnTo>
                  <a:pt x="23" y="632"/>
                </a:lnTo>
                <a:lnTo>
                  <a:pt x="24" y="632"/>
                </a:lnTo>
                <a:lnTo>
                  <a:pt x="26" y="631"/>
                </a:lnTo>
                <a:lnTo>
                  <a:pt x="26" y="630"/>
                </a:lnTo>
                <a:lnTo>
                  <a:pt x="26" y="628"/>
                </a:lnTo>
                <a:lnTo>
                  <a:pt x="26" y="627"/>
                </a:lnTo>
                <a:lnTo>
                  <a:pt x="26" y="626"/>
                </a:lnTo>
                <a:lnTo>
                  <a:pt x="26" y="625"/>
                </a:lnTo>
                <a:lnTo>
                  <a:pt x="26" y="624"/>
                </a:lnTo>
                <a:lnTo>
                  <a:pt x="27" y="624"/>
                </a:lnTo>
                <a:lnTo>
                  <a:pt x="28" y="624"/>
                </a:lnTo>
                <a:lnTo>
                  <a:pt x="29" y="624"/>
                </a:lnTo>
                <a:lnTo>
                  <a:pt x="29" y="623"/>
                </a:lnTo>
                <a:lnTo>
                  <a:pt x="30" y="621"/>
                </a:lnTo>
                <a:lnTo>
                  <a:pt x="30" y="620"/>
                </a:lnTo>
                <a:lnTo>
                  <a:pt x="29" y="619"/>
                </a:lnTo>
                <a:lnTo>
                  <a:pt x="29" y="618"/>
                </a:lnTo>
                <a:lnTo>
                  <a:pt x="28" y="618"/>
                </a:lnTo>
                <a:lnTo>
                  <a:pt x="28" y="617"/>
                </a:lnTo>
                <a:lnTo>
                  <a:pt x="28" y="616"/>
                </a:lnTo>
                <a:lnTo>
                  <a:pt x="28" y="615"/>
                </a:lnTo>
                <a:lnTo>
                  <a:pt x="27" y="614"/>
                </a:lnTo>
                <a:lnTo>
                  <a:pt x="27" y="613"/>
                </a:lnTo>
                <a:lnTo>
                  <a:pt x="26" y="613"/>
                </a:lnTo>
                <a:lnTo>
                  <a:pt x="25" y="613"/>
                </a:lnTo>
                <a:lnTo>
                  <a:pt x="25" y="612"/>
                </a:lnTo>
                <a:lnTo>
                  <a:pt x="26" y="610"/>
                </a:lnTo>
                <a:lnTo>
                  <a:pt x="25" y="609"/>
                </a:lnTo>
                <a:lnTo>
                  <a:pt x="24" y="608"/>
                </a:lnTo>
                <a:lnTo>
                  <a:pt x="25" y="608"/>
                </a:lnTo>
                <a:lnTo>
                  <a:pt x="26" y="608"/>
                </a:lnTo>
                <a:lnTo>
                  <a:pt x="27" y="607"/>
                </a:lnTo>
                <a:lnTo>
                  <a:pt x="27" y="606"/>
                </a:lnTo>
                <a:lnTo>
                  <a:pt x="27" y="605"/>
                </a:lnTo>
                <a:lnTo>
                  <a:pt x="28" y="605"/>
                </a:lnTo>
                <a:lnTo>
                  <a:pt x="29" y="606"/>
                </a:lnTo>
                <a:lnTo>
                  <a:pt x="29" y="604"/>
                </a:lnTo>
                <a:lnTo>
                  <a:pt x="29" y="603"/>
                </a:lnTo>
                <a:lnTo>
                  <a:pt x="28" y="602"/>
                </a:lnTo>
                <a:lnTo>
                  <a:pt x="27" y="602"/>
                </a:lnTo>
                <a:lnTo>
                  <a:pt x="27" y="601"/>
                </a:lnTo>
                <a:lnTo>
                  <a:pt x="27" y="600"/>
                </a:lnTo>
                <a:lnTo>
                  <a:pt x="28" y="600"/>
                </a:lnTo>
                <a:lnTo>
                  <a:pt x="27" y="599"/>
                </a:lnTo>
                <a:lnTo>
                  <a:pt x="27" y="598"/>
                </a:lnTo>
                <a:lnTo>
                  <a:pt x="28" y="598"/>
                </a:lnTo>
                <a:lnTo>
                  <a:pt x="27" y="597"/>
                </a:lnTo>
                <a:lnTo>
                  <a:pt x="26" y="597"/>
                </a:lnTo>
                <a:lnTo>
                  <a:pt x="26" y="596"/>
                </a:lnTo>
                <a:lnTo>
                  <a:pt x="27" y="595"/>
                </a:lnTo>
                <a:lnTo>
                  <a:pt x="26" y="595"/>
                </a:lnTo>
                <a:lnTo>
                  <a:pt x="26" y="594"/>
                </a:lnTo>
                <a:lnTo>
                  <a:pt x="27" y="594"/>
                </a:lnTo>
                <a:lnTo>
                  <a:pt x="28" y="595"/>
                </a:lnTo>
                <a:lnTo>
                  <a:pt x="28" y="594"/>
                </a:lnTo>
                <a:lnTo>
                  <a:pt x="28" y="593"/>
                </a:lnTo>
                <a:lnTo>
                  <a:pt x="28" y="592"/>
                </a:lnTo>
                <a:lnTo>
                  <a:pt x="28" y="591"/>
                </a:lnTo>
                <a:lnTo>
                  <a:pt x="29" y="592"/>
                </a:lnTo>
                <a:lnTo>
                  <a:pt x="30" y="593"/>
                </a:lnTo>
                <a:lnTo>
                  <a:pt x="31" y="593"/>
                </a:lnTo>
                <a:lnTo>
                  <a:pt x="32" y="592"/>
                </a:lnTo>
                <a:lnTo>
                  <a:pt x="33" y="592"/>
                </a:lnTo>
                <a:lnTo>
                  <a:pt x="34" y="592"/>
                </a:lnTo>
                <a:lnTo>
                  <a:pt x="35" y="591"/>
                </a:lnTo>
                <a:lnTo>
                  <a:pt x="35" y="590"/>
                </a:lnTo>
                <a:lnTo>
                  <a:pt x="35" y="589"/>
                </a:lnTo>
                <a:lnTo>
                  <a:pt x="35" y="587"/>
                </a:lnTo>
                <a:lnTo>
                  <a:pt x="35" y="586"/>
                </a:lnTo>
                <a:lnTo>
                  <a:pt x="36" y="585"/>
                </a:lnTo>
                <a:lnTo>
                  <a:pt x="36" y="584"/>
                </a:lnTo>
                <a:lnTo>
                  <a:pt x="36" y="583"/>
                </a:lnTo>
                <a:lnTo>
                  <a:pt x="36" y="582"/>
                </a:lnTo>
                <a:lnTo>
                  <a:pt x="37" y="581"/>
                </a:lnTo>
                <a:lnTo>
                  <a:pt x="37" y="580"/>
                </a:lnTo>
                <a:lnTo>
                  <a:pt x="38" y="579"/>
                </a:lnTo>
                <a:lnTo>
                  <a:pt x="39" y="579"/>
                </a:lnTo>
                <a:lnTo>
                  <a:pt x="41" y="579"/>
                </a:lnTo>
                <a:lnTo>
                  <a:pt x="41" y="578"/>
                </a:lnTo>
                <a:lnTo>
                  <a:pt x="43" y="577"/>
                </a:lnTo>
                <a:lnTo>
                  <a:pt x="44" y="577"/>
                </a:lnTo>
                <a:lnTo>
                  <a:pt x="45" y="578"/>
                </a:lnTo>
                <a:lnTo>
                  <a:pt x="44" y="578"/>
                </a:lnTo>
                <a:lnTo>
                  <a:pt x="44" y="579"/>
                </a:lnTo>
                <a:lnTo>
                  <a:pt x="45" y="581"/>
                </a:lnTo>
                <a:lnTo>
                  <a:pt x="46" y="581"/>
                </a:lnTo>
                <a:lnTo>
                  <a:pt x="46" y="580"/>
                </a:lnTo>
                <a:lnTo>
                  <a:pt x="47" y="580"/>
                </a:lnTo>
                <a:lnTo>
                  <a:pt x="47" y="579"/>
                </a:lnTo>
                <a:lnTo>
                  <a:pt x="47" y="578"/>
                </a:lnTo>
                <a:lnTo>
                  <a:pt x="46" y="577"/>
                </a:lnTo>
                <a:lnTo>
                  <a:pt x="46" y="576"/>
                </a:lnTo>
                <a:lnTo>
                  <a:pt x="47" y="575"/>
                </a:lnTo>
                <a:lnTo>
                  <a:pt x="47" y="574"/>
                </a:lnTo>
                <a:lnTo>
                  <a:pt x="46" y="572"/>
                </a:lnTo>
                <a:lnTo>
                  <a:pt x="45" y="573"/>
                </a:lnTo>
                <a:lnTo>
                  <a:pt x="45" y="572"/>
                </a:lnTo>
                <a:lnTo>
                  <a:pt x="44" y="572"/>
                </a:lnTo>
                <a:lnTo>
                  <a:pt x="44" y="571"/>
                </a:lnTo>
                <a:lnTo>
                  <a:pt x="43" y="571"/>
                </a:lnTo>
                <a:lnTo>
                  <a:pt x="42" y="571"/>
                </a:lnTo>
                <a:lnTo>
                  <a:pt x="42" y="570"/>
                </a:lnTo>
                <a:lnTo>
                  <a:pt x="42" y="569"/>
                </a:lnTo>
                <a:lnTo>
                  <a:pt x="42" y="568"/>
                </a:lnTo>
                <a:lnTo>
                  <a:pt x="41" y="568"/>
                </a:lnTo>
                <a:lnTo>
                  <a:pt x="40" y="567"/>
                </a:lnTo>
                <a:lnTo>
                  <a:pt x="39" y="567"/>
                </a:lnTo>
                <a:lnTo>
                  <a:pt x="38" y="567"/>
                </a:lnTo>
                <a:lnTo>
                  <a:pt x="38" y="566"/>
                </a:lnTo>
                <a:lnTo>
                  <a:pt x="38" y="565"/>
                </a:lnTo>
                <a:lnTo>
                  <a:pt x="37" y="565"/>
                </a:lnTo>
                <a:lnTo>
                  <a:pt x="37" y="566"/>
                </a:lnTo>
                <a:lnTo>
                  <a:pt x="36" y="565"/>
                </a:lnTo>
                <a:lnTo>
                  <a:pt x="37" y="564"/>
                </a:lnTo>
                <a:lnTo>
                  <a:pt x="36" y="564"/>
                </a:lnTo>
                <a:lnTo>
                  <a:pt x="36" y="562"/>
                </a:lnTo>
                <a:lnTo>
                  <a:pt x="36" y="560"/>
                </a:lnTo>
                <a:lnTo>
                  <a:pt x="36" y="559"/>
                </a:lnTo>
                <a:lnTo>
                  <a:pt x="37" y="558"/>
                </a:lnTo>
                <a:lnTo>
                  <a:pt x="38" y="557"/>
                </a:lnTo>
                <a:lnTo>
                  <a:pt x="38" y="556"/>
                </a:lnTo>
                <a:lnTo>
                  <a:pt x="39" y="555"/>
                </a:lnTo>
                <a:lnTo>
                  <a:pt x="41" y="554"/>
                </a:lnTo>
                <a:lnTo>
                  <a:pt x="42" y="554"/>
                </a:lnTo>
                <a:lnTo>
                  <a:pt x="42" y="555"/>
                </a:lnTo>
                <a:lnTo>
                  <a:pt x="43" y="555"/>
                </a:lnTo>
                <a:lnTo>
                  <a:pt x="43" y="554"/>
                </a:lnTo>
                <a:lnTo>
                  <a:pt x="43" y="553"/>
                </a:lnTo>
                <a:lnTo>
                  <a:pt x="43" y="552"/>
                </a:lnTo>
                <a:lnTo>
                  <a:pt x="43" y="551"/>
                </a:lnTo>
                <a:lnTo>
                  <a:pt x="44" y="550"/>
                </a:lnTo>
                <a:lnTo>
                  <a:pt x="45" y="549"/>
                </a:lnTo>
                <a:lnTo>
                  <a:pt x="46" y="549"/>
                </a:lnTo>
                <a:lnTo>
                  <a:pt x="47" y="549"/>
                </a:lnTo>
                <a:lnTo>
                  <a:pt x="48" y="549"/>
                </a:lnTo>
                <a:lnTo>
                  <a:pt x="49" y="549"/>
                </a:lnTo>
                <a:lnTo>
                  <a:pt x="49" y="548"/>
                </a:lnTo>
                <a:lnTo>
                  <a:pt x="50" y="548"/>
                </a:lnTo>
                <a:lnTo>
                  <a:pt x="50" y="547"/>
                </a:lnTo>
                <a:lnTo>
                  <a:pt x="50" y="548"/>
                </a:lnTo>
                <a:lnTo>
                  <a:pt x="51" y="547"/>
                </a:lnTo>
                <a:lnTo>
                  <a:pt x="52" y="547"/>
                </a:lnTo>
                <a:lnTo>
                  <a:pt x="53" y="548"/>
                </a:lnTo>
                <a:lnTo>
                  <a:pt x="54" y="549"/>
                </a:lnTo>
                <a:lnTo>
                  <a:pt x="54" y="548"/>
                </a:lnTo>
                <a:lnTo>
                  <a:pt x="55" y="548"/>
                </a:lnTo>
                <a:lnTo>
                  <a:pt x="56" y="547"/>
                </a:lnTo>
                <a:lnTo>
                  <a:pt x="57" y="548"/>
                </a:lnTo>
                <a:lnTo>
                  <a:pt x="58" y="547"/>
                </a:lnTo>
                <a:lnTo>
                  <a:pt x="58" y="546"/>
                </a:lnTo>
                <a:lnTo>
                  <a:pt x="59" y="545"/>
                </a:lnTo>
                <a:lnTo>
                  <a:pt x="60" y="545"/>
                </a:lnTo>
                <a:lnTo>
                  <a:pt x="62" y="545"/>
                </a:lnTo>
                <a:lnTo>
                  <a:pt x="62" y="544"/>
                </a:lnTo>
                <a:lnTo>
                  <a:pt x="63" y="543"/>
                </a:lnTo>
                <a:lnTo>
                  <a:pt x="64" y="543"/>
                </a:lnTo>
                <a:lnTo>
                  <a:pt x="66" y="543"/>
                </a:lnTo>
                <a:lnTo>
                  <a:pt x="66" y="542"/>
                </a:lnTo>
                <a:lnTo>
                  <a:pt x="66" y="541"/>
                </a:lnTo>
                <a:lnTo>
                  <a:pt x="67" y="539"/>
                </a:lnTo>
                <a:lnTo>
                  <a:pt x="68" y="538"/>
                </a:lnTo>
                <a:lnTo>
                  <a:pt x="69" y="537"/>
                </a:lnTo>
                <a:lnTo>
                  <a:pt x="69" y="535"/>
                </a:lnTo>
                <a:lnTo>
                  <a:pt x="70" y="535"/>
                </a:lnTo>
                <a:lnTo>
                  <a:pt x="71" y="535"/>
                </a:lnTo>
                <a:lnTo>
                  <a:pt x="71" y="534"/>
                </a:lnTo>
                <a:lnTo>
                  <a:pt x="72" y="534"/>
                </a:lnTo>
                <a:lnTo>
                  <a:pt x="73" y="533"/>
                </a:lnTo>
                <a:lnTo>
                  <a:pt x="74" y="534"/>
                </a:lnTo>
                <a:lnTo>
                  <a:pt x="76" y="534"/>
                </a:lnTo>
                <a:lnTo>
                  <a:pt x="77" y="533"/>
                </a:lnTo>
                <a:lnTo>
                  <a:pt x="77" y="532"/>
                </a:lnTo>
                <a:lnTo>
                  <a:pt x="76" y="531"/>
                </a:lnTo>
                <a:lnTo>
                  <a:pt x="76" y="530"/>
                </a:lnTo>
                <a:lnTo>
                  <a:pt x="75" y="528"/>
                </a:lnTo>
                <a:lnTo>
                  <a:pt x="74" y="527"/>
                </a:lnTo>
                <a:lnTo>
                  <a:pt x="74" y="526"/>
                </a:lnTo>
                <a:lnTo>
                  <a:pt x="74" y="525"/>
                </a:lnTo>
                <a:lnTo>
                  <a:pt x="75" y="525"/>
                </a:lnTo>
                <a:lnTo>
                  <a:pt x="75" y="524"/>
                </a:lnTo>
                <a:lnTo>
                  <a:pt x="76" y="524"/>
                </a:lnTo>
                <a:lnTo>
                  <a:pt x="77" y="522"/>
                </a:lnTo>
                <a:lnTo>
                  <a:pt x="78" y="520"/>
                </a:lnTo>
                <a:lnTo>
                  <a:pt x="78" y="518"/>
                </a:lnTo>
                <a:lnTo>
                  <a:pt x="79" y="518"/>
                </a:lnTo>
                <a:lnTo>
                  <a:pt x="80" y="518"/>
                </a:lnTo>
                <a:lnTo>
                  <a:pt x="80" y="517"/>
                </a:lnTo>
                <a:lnTo>
                  <a:pt x="79" y="516"/>
                </a:lnTo>
                <a:lnTo>
                  <a:pt x="80" y="516"/>
                </a:lnTo>
                <a:lnTo>
                  <a:pt x="80" y="517"/>
                </a:lnTo>
                <a:lnTo>
                  <a:pt x="81" y="517"/>
                </a:lnTo>
                <a:lnTo>
                  <a:pt x="81" y="516"/>
                </a:lnTo>
                <a:lnTo>
                  <a:pt x="81" y="515"/>
                </a:lnTo>
                <a:lnTo>
                  <a:pt x="81" y="514"/>
                </a:lnTo>
                <a:lnTo>
                  <a:pt x="82" y="514"/>
                </a:lnTo>
                <a:lnTo>
                  <a:pt x="82" y="513"/>
                </a:lnTo>
                <a:lnTo>
                  <a:pt x="81" y="513"/>
                </a:lnTo>
                <a:lnTo>
                  <a:pt x="82" y="513"/>
                </a:lnTo>
                <a:lnTo>
                  <a:pt x="83" y="513"/>
                </a:lnTo>
                <a:lnTo>
                  <a:pt x="84" y="512"/>
                </a:lnTo>
                <a:lnTo>
                  <a:pt x="84" y="510"/>
                </a:lnTo>
                <a:lnTo>
                  <a:pt x="85" y="508"/>
                </a:lnTo>
                <a:lnTo>
                  <a:pt x="85" y="509"/>
                </a:lnTo>
                <a:lnTo>
                  <a:pt x="86" y="509"/>
                </a:lnTo>
                <a:lnTo>
                  <a:pt x="86" y="508"/>
                </a:lnTo>
                <a:lnTo>
                  <a:pt x="87" y="508"/>
                </a:lnTo>
                <a:lnTo>
                  <a:pt x="87" y="507"/>
                </a:lnTo>
                <a:lnTo>
                  <a:pt x="88" y="507"/>
                </a:lnTo>
                <a:lnTo>
                  <a:pt x="89" y="506"/>
                </a:lnTo>
                <a:lnTo>
                  <a:pt x="90" y="504"/>
                </a:lnTo>
                <a:lnTo>
                  <a:pt x="91" y="503"/>
                </a:lnTo>
                <a:lnTo>
                  <a:pt x="92" y="502"/>
                </a:lnTo>
                <a:lnTo>
                  <a:pt x="92" y="501"/>
                </a:lnTo>
                <a:lnTo>
                  <a:pt x="93" y="501"/>
                </a:lnTo>
                <a:lnTo>
                  <a:pt x="93" y="500"/>
                </a:lnTo>
                <a:lnTo>
                  <a:pt x="94" y="500"/>
                </a:lnTo>
                <a:lnTo>
                  <a:pt x="95" y="499"/>
                </a:lnTo>
                <a:lnTo>
                  <a:pt x="95" y="497"/>
                </a:lnTo>
                <a:lnTo>
                  <a:pt x="95" y="495"/>
                </a:lnTo>
                <a:lnTo>
                  <a:pt x="94" y="495"/>
                </a:lnTo>
                <a:lnTo>
                  <a:pt x="93" y="494"/>
                </a:lnTo>
                <a:lnTo>
                  <a:pt x="93" y="493"/>
                </a:lnTo>
                <a:lnTo>
                  <a:pt x="93" y="492"/>
                </a:lnTo>
                <a:lnTo>
                  <a:pt x="92" y="491"/>
                </a:lnTo>
                <a:lnTo>
                  <a:pt x="93" y="490"/>
                </a:lnTo>
                <a:lnTo>
                  <a:pt x="93" y="489"/>
                </a:lnTo>
                <a:lnTo>
                  <a:pt x="92" y="489"/>
                </a:lnTo>
                <a:lnTo>
                  <a:pt x="92" y="488"/>
                </a:lnTo>
                <a:lnTo>
                  <a:pt x="91" y="488"/>
                </a:lnTo>
                <a:lnTo>
                  <a:pt x="91" y="487"/>
                </a:lnTo>
                <a:lnTo>
                  <a:pt x="90" y="487"/>
                </a:lnTo>
                <a:lnTo>
                  <a:pt x="89" y="487"/>
                </a:lnTo>
                <a:lnTo>
                  <a:pt x="88" y="488"/>
                </a:lnTo>
                <a:lnTo>
                  <a:pt x="86" y="489"/>
                </a:lnTo>
                <a:lnTo>
                  <a:pt x="86" y="490"/>
                </a:lnTo>
                <a:lnTo>
                  <a:pt x="85" y="490"/>
                </a:lnTo>
                <a:lnTo>
                  <a:pt x="85" y="491"/>
                </a:lnTo>
                <a:lnTo>
                  <a:pt x="84" y="491"/>
                </a:lnTo>
                <a:lnTo>
                  <a:pt x="83" y="491"/>
                </a:lnTo>
                <a:lnTo>
                  <a:pt x="81" y="491"/>
                </a:lnTo>
                <a:lnTo>
                  <a:pt x="82" y="490"/>
                </a:lnTo>
                <a:lnTo>
                  <a:pt x="81" y="489"/>
                </a:lnTo>
                <a:lnTo>
                  <a:pt x="81" y="490"/>
                </a:lnTo>
                <a:lnTo>
                  <a:pt x="81" y="491"/>
                </a:lnTo>
                <a:lnTo>
                  <a:pt x="80" y="491"/>
                </a:lnTo>
                <a:lnTo>
                  <a:pt x="79" y="491"/>
                </a:lnTo>
                <a:lnTo>
                  <a:pt x="79" y="490"/>
                </a:lnTo>
                <a:lnTo>
                  <a:pt x="78" y="490"/>
                </a:lnTo>
                <a:lnTo>
                  <a:pt x="77" y="490"/>
                </a:lnTo>
                <a:lnTo>
                  <a:pt x="76" y="490"/>
                </a:lnTo>
                <a:lnTo>
                  <a:pt x="76" y="489"/>
                </a:lnTo>
                <a:lnTo>
                  <a:pt x="76" y="488"/>
                </a:lnTo>
                <a:lnTo>
                  <a:pt x="77" y="487"/>
                </a:lnTo>
                <a:lnTo>
                  <a:pt x="77" y="486"/>
                </a:lnTo>
                <a:lnTo>
                  <a:pt x="77" y="485"/>
                </a:lnTo>
                <a:lnTo>
                  <a:pt x="78" y="485"/>
                </a:lnTo>
                <a:lnTo>
                  <a:pt x="77" y="484"/>
                </a:lnTo>
                <a:lnTo>
                  <a:pt x="76" y="484"/>
                </a:lnTo>
                <a:lnTo>
                  <a:pt x="75" y="484"/>
                </a:lnTo>
                <a:lnTo>
                  <a:pt x="75" y="483"/>
                </a:lnTo>
                <a:lnTo>
                  <a:pt x="76" y="483"/>
                </a:lnTo>
                <a:lnTo>
                  <a:pt x="76" y="482"/>
                </a:lnTo>
                <a:lnTo>
                  <a:pt x="76" y="481"/>
                </a:lnTo>
                <a:lnTo>
                  <a:pt x="75" y="481"/>
                </a:lnTo>
                <a:lnTo>
                  <a:pt x="75" y="482"/>
                </a:lnTo>
                <a:lnTo>
                  <a:pt x="76" y="482"/>
                </a:lnTo>
                <a:lnTo>
                  <a:pt x="75" y="482"/>
                </a:lnTo>
                <a:lnTo>
                  <a:pt x="73" y="482"/>
                </a:lnTo>
                <a:lnTo>
                  <a:pt x="74" y="482"/>
                </a:lnTo>
                <a:lnTo>
                  <a:pt x="74" y="481"/>
                </a:lnTo>
                <a:lnTo>
                  <a:pt x="75" y="481"/>
                </a:lnTo>
                <a:lnTo>
                  <a:pt x="75" y="482"/>
                </a:lnTo>
                <a:lnTo>
                  <a:pt x="75" y="481"/>
                </a:lnTo>
                <a:lnTo>
                  <a:pt x="75" y="479"/>
                </a:lnTo>
                <a:lnTo>
                  <a:pt x="74" y="477"/>
                </a:lnTo>
                <a:lnTo>
                  <a:pt x="74" y="476"/>
                </a:lnTo>
                <a:lnTo>
                  <a:pt x="74" y="475"/>
                </a:lnTo>
                <a:lnTo>
                  <a:pt x="75" y="474"/>
                </a:lnTo>
                <a:lnTo>
                  <a:pt x="75" y="473"/>
                </a:lnTo>
                <a:lnTo>
                  <a:pt x="75" y="472"/>
                </a:lnTo>
                <a:lnTo>
                  <a:pt x="74" y="472"/>
                </a:lnTo>
                <a:lnTo>
                  <a:pt x="74" y="471"/>
                </a:lnTo>
                <a:lnTo>
                  <a:pt x="75" y="471"/>
                </a:lnTo>
                <a:lnTo>
                  <a:pt x="75" y="470"/>
                </a:lnTo>
                <a:lnTo>
                  <a:pt x="75" y="469"/>
                </a:lnTo>
                <a:lnTo>
                  <a:pt x="74" y="469"/>
                </a:lnTo>
                <a:lnTo>
                  <a:pt x="75" y="468"/>
                </a:lnTo>
                <a:lnTo>
                  <a:pt x="76" y="468"/>
                </a:lnTo>
                <a:lnTo>
                  <a:pt x="77" y="467"/>
                </a:lnTo>
                <a:lnTo>
                  <a:pt x="78" y="467"/>
                </a:lnTo>
                <a:lnTo>
                  <a:pt x="79" y="466"/>
                </a:lnTo>
                <a:lnTo>
                  <a:pt x="79" y="464"/>
                </a:lnTo>
                <a:lnTo>
                  <a:pt x="78" y="464"/>
                </a:lnTo>
                <a:lnTo>
                  <a:pt x="78" y="463"/>
                </a:lnTo>
                <a:lnTo>
                  <a:pt x="77" y="463"/>
                </a:lnTo>
                <a:lnTo>
                  <a:pt x="79" y="462"/>
                </a:lnTo>
                <a:lnTo>
                  <a:pt x="79" y="461"/>
                </a:lnTo>
                <a:lnTo>
                  <a:pt x="81" y="461"/>
                </a:lnTo>
                <a:lnTo>
                  <a:pt x="81" y="460"/>
                </a:lnTo>
                <a:lnTo>
                  <a:pt x="82" y="460"/>
                </a:lnTo>
                <a:lnTo>
                  <a:pt x="82" y="459"/>
                </a:lnTo>
                <a:lnTo>
                  <a:pt x="81" y="459"/>
                </a:lnTo>
                <a:lnTo>
                  <a:pt x="81" y="458"/>
                </a:lnTo>
                <a:lnTo>
                  <a:pt x="81" y="457"/>
                </a:lnTo>
                <a:lnTo>
                  <a:pt x="82" y="457"/>
                </a:lnTo>
                <a:lnTo>
                  <a:pt x="83" y="456"/>
                </a:lnTo>
                <a:lnTo>
                  <a:pt x="84" y="455"/>
                </a:lnTo>
                <a:lnTo>
                  <a:pt x="84" y="453"/>
                </a:lnTo>
                <a:lnTo>
                  <a:pt x="84" y="452"/>
                </a:lnTo>
                <a:lnTo>
                  <a:pt x="85" y="451"/>
                </a:lnTo>
                <a:lnTo>
                  <a:pt x="86" y="451"/>
                </a:lnTo>
                <a:lnTo>
                  <a:pt x="86" y="452"/>
                </a:lnTo>
                <a:lnTo>
                  <a:pt x="87" y="452"/>
                </a:lnTo>
                <a:lnTo>
                  <a:pt x="87" y="451"/>
                </a:lnTo>
                <a:lnTo>
                  <a:pt x="86" y="451"/>
                </a:lnTo>
                <a:lnTo>
                  <a:pt x="86" y="450"/>
                </a:lnTo>
                <a:lnTo>
                  <a:pt x="87" y="450"/>
                </a:lnTo>
                <a:lnTo>
                  <a:pt x="89" y="450"/>
                </a:lnTo>
                <a:lnTo>
                  <a:pt x="89" y="449"/>
                </a:lnTo>
                <a:lnTo>
                  <a:pt x="90" y="449"/>
                </a:lnTo>
                <a:lnTo>
                  <a:pt x="90" y="448"/>
                </a:lnTo>
                <a:lnTo>
                  <a:pt x="90" y="449"/>
                </a:lnTo>
                <a:lnTo>
                  <a:pt x="91" y="449"/>
                </a:lnTo>
                <a:lnTo>
                  <a:pt x="92" y="448"/>
                </a:lnTo>
                <a:lnTo>
                  <a:pt x="91" y="448"/>
                </a:lnTo>
                <a:lnTo>
                  <a:pt x="91" y="447"/>
                </a:lnTo>
                <a:lnTo>
                  <a:pt x="90" y="447"/>
                </a:lnTo>
                <a:lnTo>
                  <a:pt x="90" y="446"/>
                </a:lnTo>
                <a:lnTo>
                  <a:pt x="90" y="444"/>
                </a:lnTo>
                <a:lnTo>
                  <a:pt x="90" y="443"/>
                </a:lnTo>
                <a:lnTo>
                  <a:pt x="92" y="443"/>
                </a:lnTo>
                <a:lnTo>
                  <a:pt x="93" y="441"/>
                </a:lnTo>
                <a:lnTo>
                  <a:pt x="93" y="440"/>
                </a:lnTo>
                <a:lnTo>
                  <a:pt x="92" y="439"/>
                </a:lnTo>
                <a:lnTo>
                  <a:pt x="93" y="438"/>
                </a:lnTo>
                <a:lnTo>
                  <a:pt x="94" y="438"/>
                </a:lnTo>
                <a:lnTo>
                  <a:pt x="95" y="438"/>
                </a:lnTo>
                <a:lnTo>
                  <a:pt x="96" y="438"/>
                </a:lnTo>
                <a:lnTo>
                  <a:pt x="97" y="438"/>
                </a:lnTo>
                <a:lnTo>
                  <a:pt x="97" y="439"/>
                </a:lnTo>
                <a:lnTo>
                  <a:pt x="97" y="440"/>
                </a:lnTo>
                <a:lnTo>
                  <a:pt x="98" y="440"/>
                </a:lnTo>
                <a:lnTo>
                  <a:pt x="99" y="440"/>
                </a:lnTo>
                <a:lnTo>
                  <a:pt x="100" y="439"/>
                </a:lnTo>
                <a:lnTo>
                  <a:pt x="101" y="439"/>
                </a:lnTo>
                <a:lnTo>
                  <a:pt x="101" y="441"/>
                </a:lnTo>
                <a:lnTo>
                  <a:pt x="102" y="442"/>
                </a:lnTo>
                <a:lnTo>
                  <a:pt x="101" y="442"/>
                </a:lnTo>
                <a:lnTo>
                  <a:pt x="101" y="443"/>
                </a:lnTo>
                <a:lnTo>
                  <a:pt x="102" y="444"/>
                </a:lnTo>
                <a:lnTo>
                  <a:pt x="102" y="445"/>
                </a:lnTo>
                <a:lnTo>
                  <a:pt x="101" y="446"/>
                </a:lnTo>
                <a:lnTo>
                  <a:pt x="101" y="447"/>
                </a:lnTo>
                <a:lnTo>
                  <a:pt x="102" y="446"/>
                </a:lnTo>
                <a:lnTo>
                  <a:pt x="103" y="445"/>
                </a:lnTo>
                <a:lnTo>
                  <a:pt x="104" y="445"/>
                </a:lnTo>
                <a:lnTo>
                  <a:pt x="105" y="444"/>
                </a:lnTo>
                <a:lnTo>
                  <a:pt x="105" y="445"/>
                </a:lnTo>
                <a:lnTo>
                  <a:pt x="106" y="445"/>
                </a:lnTo>
                <a:lnTo>
                  <a:pt x="107" y="445"/>
                </a:lnTo>
                <a:lnTo>
                  <a:pt x="107" y="444"/>
                </a:lnTo>
                <a:lnTo>
                  <a:pt x="108" y="444"/>
                </a:lnTo>
                <a:lnTo>
                  <a:pt x="109" y="444"/>
                </a:lnTo>
                <a:lnTo>
                  <a:pt x="110" y="443"/>
                </a:lnTo>
                <a:lnTo>
                  <a:pt x="109" y="442"/>
                </a:lnTo>
                <a:lnTo>
                  <a:pt x="110" y="442"/>
                </a:lnTo>
                <a:lnTo>
                  <a:pt x="111" y="441"/>
                </a:lnTo>
                <a:lnTo>
                  <a:pt x="111" y="439"/>
                </a:lnTo>
                <a:lnTo>
                  <a:pt x="109" y="438"/>
                </a:lnTo>
                <a:lnTo>
                  <a:pt x="109" y="437"/>
                </a:lnTo>
                <a:lnTo>
                  <a:pt x="109" y="435"/>
                </a:lnTo>
                <a:lnTo>
                  <a:pt x="109" y="434"/>
                </a:lnTo>
                <a:lnTo>
                  <a:pt x="109" y="433"/>
                </a:lnTo>
                <a:lnTo>
                  <a:pt x="109" y="432"/>
                </a:lnTo>
                <a:lnTo>
                  <a:pt x="109" y="431"/>
                </a:lnTo>
                <a:lnTo>
                  <a:pt x="112" y="429"/>
                </a:lnTo>
                <a:lnTo>
                  <a:pt x="113" y="428"/>
                </a:lnTo>
                <a:lnTo>
                  <a:pt x="113" y="427"/>
                </a:lnTo>
                <a:lnTo>
                  <a:pt x="112" y="427"/>
                </a:lnTo>
                <a:lnTo>
                  <a:pt x="112" y="426"/>
                </a:lnTo>
                <a:lnTo>
                  <a:pt x="113" y="425"/>
                </a:lnTo>
                <a:lnTo>
                  <a:pt x="114" y="424"/>
                </a:lnTo>
                <a:lnTo>
                  <a:pt x="114" y="423"/>
                </a:lnTo>
                <a:lnTo>
                  <a:pt x="115" y="423"/>
                </a:lnTo>
                <a:lnTo>
                  <a:pt x="116" y="423"/>
                </a:lnTo>
                <a:lnTo>
                  <a:pt x="115" y="423"/>
                </a:lnTo>
                <a:lnTo>
                  <a:pt x="114" y="423"/>
                </a:lnTo>
                <a:lnTo>
                  <a:pt x="113" y="422"/>
                </a:lnTo>
                <a:lnTo>
                  <a:pt x="114" y="422"/>
                </a:lnTo>
                <a:lnTo>
                  <a:pt x="114" y="421"/>
                </a:lnTo>
                <a:lnTo>
                  <a:pt x="113" y="421"/>
                </a:lnTo>
                <a:lnTo>
                  <a:pt x="113" y="422"/>
                </a:lnTo>
                <a:lnTo>
                  <a:pt x="112" y="421"/>
                </a:lnTo>
                <a:lnTo>
                  <a:pt x="111" y="421"/>
                </a:lnTo>
                <a:lnTo>
                  <a:pt x="110" y="422"/>
                </a:lnTo>
                <a:lnTo>
                  <a:pt x="109" y="422"/>
                </a:lnTo>
                <a:lnTo>
                  <a:pt x="108" y="422"/>
                </a:lnTo>
                <a:lnTo>
                  <a:pt x="107" y="421"/>
                </a:lnTo>
                <a:lnTo>
                  <a:pt x="107" y="422"/>
                </a:lnTo>
                <a:lnTo>
                  <a:pt x="106" y="421"/>
                </a:lnTo>
                <a:lnTo>
                  <a:pt x="106" y="420"/>
                </a:lnTo>
                <a:lnTo>
                  <a:pt x="107" y="420"/>
                </a:lnTo>
                <a:lnTo>
                  <a:pt x="106" y="419"/>
                </a:lnTo>
                <a:lnTo>
                  <a:pt x="105" y="419"/>
                </a:lnTo>
                <a:lnTo>
                  <a:pt x="104" y="419"/>
                </a:lnTo>
                <a:lnTo>
                  <a:pt x="104" y="418"/>
                </a:lnTo>
                <a:lnTo>
                  <a:pt x="105" y="418"/>
                </a:lnTo>
                <a:lnTo>
                  <a:pt x="105" y="417"/>
                </a:lnTo>
                <a:lnTo>
                  <a:pt x="104" y="417"/>
                </a:lnTo>
                <a:lnTo>
                  <a:pt x="104" y="416"/>
                </a:lnTo>
                <a:lnTo>
                  <a:pt x="104" y="415"/>
                </a:lnTo>
                <a:lnTo>
                  <a:pt x="104" y="414"/>
                </a:lnTo>
                <a:lnTo>
                  <a:pt x="103" y="414"/>
                </a:lnTo>
                <a:lnTo>
                  <a:pt x="102" y="414"/>
                </a:lnTo>
                <a:lnTo>
                  <a:pt x="102" y="413"/>
                </a:lnTo>
                <a:lnTo>
                  <a:pt x="102" y="412"/>
                </a:lnTo>
                <a:lnTo>
                  <a:pt x="101" y="412"/>
                </a:lnTo>
                <a:lnTo>
                  <a:pt x="101" y="411"/>
                </a:lnTo>
                <a:lnTo>
                  <a:pt x="100" y="411"/>
                </a:lnTo>
                <a:lnTo>
                  <a:pt x="99" y="411"/>
                </a:lnTo>
                <a:lnTo>
                  <a:pt x="99" y="410"/>
                </a:lnTo>
                <a:lnTo>
                  <a:pt x="98" y="409"/>
                </a:lnTo>
                <a:lnTo>
                  <a:pt x="97" y="409"/>
                </a:lnTo>
                <a:lnTo>
                  <a:pt x="96" y="409"/>
                </a:lnTo>
                <a:lnTo>
                  <a:pt x="95" y="408"/>
                </a:lnTo>
                <a:lnTo>
                  <a:pt x="94" y="407"/>
                </a:lnTo>
                <a:lnTo>
                  <a:pt x="93" y="408"/>
                </a:lnTo>
                <a:lnTo>
                  <a:pt x="93" y="407"/>
                </a:lnTo>
                <a:lnTo>
                  <a:pt x="94" y="406"/>
                </a:lnTo>
                <a:lnTo>
                  <a:pt x="95" y="405"/>
                </a:lnTo>
                <a:lnTo>
                  <a:pt x="96" y="402"/>
                </a:lnTo>
                <a:lnTo>
                  <a:pt x="97" y="398"/>
                </a:lnTo>
                <a:lnTo>
                  <a:pt x="97" y="397"/>
                </a:lnTo>
                <a:lnTo>
                  <a:pt x="97" y="396"/>
                </a:lnTo>
                <a:lnTo>
                  <a:pt x="97" y="395"/>
                </a:lnTo>
                <a:lnTo>
                  <a:pt x="96" y="394"/>
                </a:lnTo>
                <a:lnTo>
                  <a:pt x="96" y="393"/>
                </a:lnTo>
                <a:lnTo>
                  <a:pt x="96" y="392"/>
                </a:lnTo>
                <a:lnTo>
                  <a:pt x="97" y="391"/>
                </a:lnTo>
                <a:lnTo>
                  <a:pt x="96" y="391"/>
                </a:lnTo>
                <a:lnTo>
                  <a:pt x="95" y="390"/>
                </a:lnTo>
                <a:lnTo>
                  <a:pt x="94" y="389"/>
                </a:lnTo>
                <a:lnTo>
                  <a:pt x="93" y="389"/>
                </a:lnTo>
                <a:lnTo>
                  <a:pt x="94" y="388"/>
                </a:lnTo>
                <a:lnTo>
                  <a:pt x="94" y="387"/>
                </a:lnTo>
                <a:lnTo>
                  <a:pt x="93" y="386"/>
                </a:lnTo>
                <a:lnTo>
                  <a:pt x="91" y="386"/>
                </a:lnTo>
                <a:lnTo>
                  <a:pt x="90" y="385"/>
                </a:lnTo>
                <a:lnTo>
                  <a:pt x="90" y="384"/>
                </a:lnTo>
                <a:lnTo>
                  <a:pt x="88" y="383"/>
                </a:lnTo>
                <a:lnTo>
                  <a:pt x="87" y="382"/>
                </a:lnTo>
                <a:lnTo>
                  <a:pt x="86" y="381"/>
                </a:lnTo>
                <a:lnTo>
                  <a:pt x="86" y="379"/>
                </a:lnTo>
                <a:lnTo>
                  <a:pt x="86" y="378"/>
                </a:lnTo>
                <a:lnTo>
                  <a:pt x="86" y="377"/>
                </a:lnTo>
                <a:lnTo>
                  <a:pt x="85" y="377"/>
                </a:lnTo>
                <a:lnTo>
                  <a:pt x="85" y="376"/>
                </a:lnTo>
                <a:lnTo>
                  <a:pt x="86" y="376"/>
                </a:lnTo>
                <a:lnTo>
                  <a:pt x="86" y="375"/>
                </a:lnTo>
                <a:lnTo>
                  <a:pt x="86" y="374"/>
                </a:lnTo>
                <a:lnTo>
                  <a:pt x="87" y="373"/>
                </a:lnTo>
                <a:lnTo>
                  <a:pt x="88" y="373"/>
                </a:lnTo>
                <a:lnTo>
                  <a:pt x="88" y="372"/>
                </a:lnTo>
                <a:lnTo>
                  <a:pt x="89" y="371"/>
                </a:lnTo>
                <a:lnTo>
                  <a:pt x="89" y="370"/>
                </a:lnTo>
                <a:lnTo>
                  <a:pt x="90" y="370"/>
                </a:lnTo>
                <a:lnTo>
                  <a:pt x="91" y="369"/>
                </a:lnTo>
                <a:lnTo>
                  <a:pt x="93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4"/>
                </a:lnTo>
                <a:lnTo>
                  <a:pt x="91" y="362"/>
                </a:lnTo>
                <a:lnTo>
                  <a:pt x="91" y="361"/>
                </a:lnTo>
                <a:lnTo>
                  <a:pt x="90" y="361"/>
                </a:lnTo>
                <a:lnTo>
                  <a:pt x="90" y="360"/>
                </a:lnTo>
                <a:lnTo>
                  <a:pt x="90" y="359"/>
                </a:lnTo>
                <a:lnTo>
                  <a:pt x="89" y="358"/>
                </a:lnTo>
                <a:lnTo>
                  <a:pt x="89" y="357"/>
                </a:lnTo>
                <a:lnTo>
                  <a:pt x="88" y="356"/>
                </a:lnTo>
                <a:lnTo>
                  <a:pt x="89" y="355"/>
                </a:lnTo>
                <a:lnTo>
                  <a:pt x="89" y="354"/>
                </a:lnTo>
                <a:lnTo>
                  <a:pt x="89" y="353"/>
                </a:lnTo>
                <a:lnTo>
                  <a:pt x="89" y="352"/>
                </a:lnTo>
                <a:lnTo>
                  <a:pt x="89" y="351"/>
                </a:lnTo>
                <a:lnTo>
                  <a:pt x="89" y="350"/>
                </a:lnTo>
                <a:lnTo>
                  <a:pt x="90" y="349"/>
                </a:lnTo>
                <a:lnTo>
                  <a:pt x="91" y="348"/>
                </a:lnTo>
                <a:lnTo>
                  <a:pt x="91" y="347"/>
                </a:lnTo>
                <a:lnTo>
                  <a:pt x="91" y="346"/>
                </a:lnTo>
                <a:lnTo>
                  <a:pt x="91" y="344"/>
                </a:lnTo>
                <a:lnTo>
                  <a:pt x="92" y="344"/>
                </a:lnTo>
                <a:lnTo>
                  <a:pt x="93" y="343"/>
                </a:lnTo>
                <a:lnTo>
                  <a:pt x="93" y="344"/>
                </a:lnTo>
                <a:lnTo>
                  <a:pt x="94" y="344"/>
                </a:lnTo>
                <a:lnTo>
                  <a:pt x="95" y="343"/>
                </a:lnTo>
                <a:lnTo>
                  <a:pt x="96" y="341"/>
                </a:lnTo>
                <a:lnTo>
                  <a:pt x="95" y="341"/>
                </a:lnTo>
                <a:lnTo>
                  <a:pt x="94" y="341"/>
                </a:lnTo>
                <a:lnTo>
                  <a:pt x="94" y="340"/>
                </a:lnTo>
                <a:lnTo>
                  <a:pt x="95" y="340"/>
                </a:lnTo>
                <a:lnTo>
                  <a:pt x="95" y="339"/>
                </a:lnTo>
                <a:lnTo>
                  <a:pt x="96" y="339"/>
                </a:lnTo>
                <a:lnTo>
                  <a:pt x="96" y="338"/>
                </a:lnTo>
                <a:lnTo>
                  <a:pt x="97" y="338"/>
                </a:lnTo>
                <a:lnTo>
                  <a:pt x="98" y="339"/>
                </a:lnTo>
                <a:lnTo>
                  <a:pt x="98" y="337"/>
                </a:lnTo>
                <a:lnTo>
                  <a:pt x="99" y="336"/>
                </a:lnTo>
                <a:lnTo>
                  <a:pt x="99" y="335"/>
                </a:lnTo>
                <a:lnTo>
                  <a:pt x="100" y="334"/>
                </a:lnTo>
                <a:lnTo>
                  <a:pt x="100" y="333"/>
                </a:lnTo>
                <a:lnTo>
                  <a:pt x="100" y="332"/>
                </a:lnTo>
                <a:lnTo>
                  <a:pt x="100" y="331"/>
                </a:lnTo>
                <a:lnTo>
                  <a:pt x="101" y="331"/>
                </a:lnTo>
                <a:lnTo>
                  <a:pt x="101" y="330"/>
                </a:lnTo>
                <a:lnTo>
                  <a:pt x="102" y="330"/>
                </a:lnTo>
                <a:lnTo>
                  <a:pt x="103" y="329"/>
                </a:lnTo>
                <a:lnTo>
                  <a:pt x="103" y="328"/>
                </a:lnTo>
                <a:lnTo>
                  <a:pt x="104" y="327"/>
                </a:lnTo>
                <a:lnTo>
                  <a:pt x="105" y="326"/>
                </a:lnTo>
                <a:lnTo>
                  <a:pt x="105" y="324"/>
                </a:lnTo>
                <a:lnTo>
                  <a:pt x="105" y="323"/>
                </a:lnTo>
                <a:lnTo>
                  <a:pt x="106" y="322"/>
                </a:lnTo>
                <a:lnTo>
                  <a:pt x="107" y="322"/>
                </a:lnTo>
                <a:lnTo>
                  <a:pt x="108" y="322"/>
                </a:lnTo>
                <a:lnTo>
                  <a:pt x="109" y="321"/>
                </a:lnTo>
                <a:lnTo>
                  <a:pt x="109" y="320"/>
                </a:lnTo>
                <a:lnTo>
                  <a:pt x="109" y="319"/>
                </a:lnTo>
                <a:lnTo>
                  <a:pt x="110" y="319"/>
                </a:lnTo>
                <a:lnTo>
                  <a:pt x="111" y="318"/>
                </a:lnTo>
                <a:lnTo>
                  <a:pt x="112" y="316"/>
                </a:lnTo>
                <a:lnTo>
                  <a:pt x="113" y="316"/>
                </a:lnTo>
                <a:lnTo>
                  <a:pt x="114" y="316"/>
                </a:lnTo>
                <a:lnTo>
                  <a:pt x="115" y="316"/>
                </a:lnTo>
                <a:lnTo>
                  <a:pt x="116" y="316"/>
                </a:lnTo>
                <a:lnTo>
                  <a:pt x="117" y="315"/>
                </a:lnTo>
                <a:lnTo>
                  <a:pt x="118" y="315"/>
                </a:lnTo>
                <a:lnTo>
                  <a:pt x="119" y="315"/>
                </a:lnTo>
                <a:lnTo>
                  <a:pt x="119" y="314"/>
                </a:lnTo>
                <a:lnTo>
                  <a:pt x="120" y="314"/>
                </a:lnTo>
                <a:lnTo>
                  <a:pt x="120" y="315"/>
                </a:lnTo>
                <a:lnTo>
                  <a:pt x="121" y="316"/>
                </a:lnTo>
                <a:lnTo>
                  <a:pt x="121" y="317"/>
                </a:lnTo>
                <a:lnTo>
                  <a:pt x="122" y="317"/>
                </a:lnTo>
                <a:lnTo>
                  <a:pt x="123" y="318"/>
                </a:lnTo>
                <a:lnTo>
                  <a:pt x="123" y="317"/>
                </a:lnTo>
                <a:lnTo>
                  <a:pt x="124" y="316"/>
                </a:lnTo>
                <a:lnTo>
                  <a:pt x="124" y="315"/>
                </a:lnTo>
                <a:lnTo>
                  <a:pt x="124" y="313"/>
                </a:lnTo>
                <a:lnTo>
                  <a:pt x="125" y="313"/>
                </a:lnTo>
                <a:lnTo>
                  <a:pt x="126" y="313"/>
                </a:lnTo>
                <a:lnTo>
                  <a:pt x="127" y="313"/>
                </a:lnTo>
                <a:lnTo>
                  <a:pt x="128" y="312"/>
                </a:lnTo>
                <a:lnTo>
                  <a:pt x="128" y="311"/>
                </a:lnTo>
                <a:lnTo>
                  <a:pt x="129" y="310"/>
                </a:lnTo>
                <a:lnTo>
                  <a:pt x="130" y="310"/>
                </a:lnTo>
                <a:lnTo>
                  <a:pt x="131" y="310"/>
                </a:lnTo>
                <a:lnTo>
                  <a:pt x="132" y="310"/>
                </a:lnTo>
                <a:lnTo>
                  <a:pt x="133" y="309"/>
                </a:lnTo>
                <a:lnTo>
                  <a:pt x="134" y="308"/>
                </a:lnTo>
                <a:lnTo>
                  <a:pt x="134" y="307"/>
                </a:lnTo>
                <a:lnTo>
                  <a:pt x="135" y="307"/>
                </a:lnTo>
                <a:lnTo>
                  <a:pt x="136" y="308"/>
                </a:lnTo>
                <a:lnTo>
                  <a:pt x="137" y="309"/>
                </a:lnTo>
                <a:lnTo>
                  <a:pt x="137" y="310"/>
                </a:lnTo>
                <a:lnTo>
                  <a:pt x="138" y="310"/>
                </a:lnTo>
                <a:lnTo>
                  <a:pt x="140" y="309"/>
                </a:lnTo>
                <a:lnTo>
                  <a:pt x="141" y="309"/>
                </a:lnTo>
                <a:lnTo>
                  <a:pt x="142" y="308"/>
                </a:lnTo>
                <a:lnTo>
                  <a:pt x="142" y="307"/>
                </a:lnTo>
                <a:lnTo>
                  <a:pt x="142" y="306"/>
                </a:lnTo>
                <a:lnTo>
                  <a:pt x="143" y="306"/>
                </a:lnTo>
                <a:lnTo>
                  <a:pt x="144" y="306"/>
                </a:lnTo>
                <a:lnTo>
                  <a:pt x="144" y="305"/>
                </a:lnTo>
                <a:lnTo>
                  <a:pt x="145" y="305"/>
                </a:lnTo>
                <a:lnTo>
                  <a:pt x="145" y="304"/>
                </a:lnTo>
                <a:lnTo>
                  <a:pt x="146" y="304"/>
                </a:lnTo>
                <a:lnTo>
                  <a:pt x="146" y="303"/>
                </a:lnTo>
                <a:lnTo>
                  <a:pt x="147" y="303"/>
                </a:lnTo>
                <a:lnTo>
                  <a:pt x="147" y="302"/>
                </a:lnTo>
                <a:lnTo>
                  <a:pt x="148" y="302"/>
                </a:lnTo>
                <a:lnTo>
                  <a:pt x="148" y="303"/>
                </a:lnTo>
                <a:lnTo>
                  <a:pt x="149" y="303"/>
                </a:lnTo>
                <a:lnTo>
                  <a:pt x="150" y="303"/>
                </a:lnTo>
                <a:lnTo>
                  <a:pt x="151" y="302"/>
                </a:lnTo>
                <a:lnTo>
                  <a:pt x="151" y="303"/>
                </a:lnTo>
                <a:lnTo>
                  <a:pt x="152" y="303"/>
                </a:lnTo>
                <a:lnTo>
                  <a:pt x="152" y="304"/>
                </a:lnTo>
                <a:lnTo>
                  <a:pt x="153" y="305"/>
                </a:lnTo>
                <a:lnTo>
                  <a:pt x="154" y="305"/>
                </a:lnTo>
                <a:lnTo>
                  <a:pt x="155" y="305"/>
                </a:lnTo>
                <a:lnTo>
                  <a:pt x="155" y="304"/>
                </a:lnTo>
                <a:lnTo>
                  <a:pt x="156" y="303"/>
                </a:lnTo>
                <a:lnTo>
                  <a:pt x="157" y="301"/>
                </a:lnTo>
                <a:lnTo>
                  <a:pt x="157" y="300"/>
                </a:lnTo>
                <a:lnTo>
                  <a:pt x="157" y="299"/>
                </a:lnTo>
                <a:lnTo>
                  <a:pt x="158" y="297"/>
                </a:lnTo>
                <a:lnTo>
                  <a:pt x="159" y="297"/>
                </a:lnTo>
                <a:lnTo>
                  <a:pt x="160" y="297"/>
                </a:lnTo>
                <a:lnTo>
                  <a:pt x="161" y="296"/>
                </a:lnTo>
                <a:lnTo>
                  <a:pt x="161" y="295"/>
                </a:lnTo>
                <a:lnTo>
                  <a:pt x="162" y="294"/>
                </a:lnTo>
                <a:lnTo>
                  <a:pt x="163" y="294"/>
                </a:lnTo>
                <a:lnTo>
                  <a:pt x="164" y="293"/>
                </a:lnTo>
                <a:lnTo>
                  <a:pt x="164" y="292"/>
                </a:lnTo>
                <a:lnTo>
                  <a:pt x="164" y="291"/>
                </a:lnTo>
                <a:lnTo>
                  <a:pt x="165" y="291"/>
                </a:lnTo>
                <a:lnTo>
                  <a:pt x="166" y="291"/>
                </a:lnTo>
                <a:lnTo>
                  <a:pt x="166" y="290"/>
                </a:lnTo>
                <a:lnTo>
                  <a:pt x="167" y="290"/>
                </a:lnTo>
                <a:lnTo>
                  <a:pt x="168" y="290"/>
                </a:lnTo>
                <a:lnTo>
                  <a:pt x="169" y="290"/>
                </a:lnTo>
                <a:lnTo>
                  <a:pt x="170" y="289"/>
                </a:lnTo>
                <a:lnTo>
                  <a:pt x="171" y="289"/>
                </a:lnTo>
                <a:lnTo>
                  <a:pt x="171" y="287"/>
                </a:lnTo>
                <a:lnTo>
                  <a:pt x="173" y="286"/>
                </a:lnTo>
                <a:lnTo>
                  <a:pt x="172" y="285"/>
                </a:lnTo>
                <a:lnTo>
                  <a:pt x="172" y="284"/>
                </a:lnTo>
                <a:lnTo>
                  <a:pt x="172" y="283"/>
                </a:lnTo>
                <a:lnTo>
                  <a:pt x="171" y="281"/>
                </a:lnTo>
                <a:lnTo>
                  <a:pt x="171" y="280"/>
                </a:lnTo>
                <a:lnTo>
                  <a:pt x="170" y="278"/>
                </a:lnTo>
                <a:lnTo>
                  <a:pt x="171" y="277"/>
                </a:lnTo>
                <a:lnTo>
                  <a:pt x="171" y="276"/>
                </a:lnTo>
                <a:lnTo>
                  <a:pt x="172" y="274"/>
                </a:lnTo>
                <a:lnTo>
                  <a:pt x="173" y="273"/>
                </a:lnTo>
                <a:lnTo>
                  <a:pt x="173" y="271"/>
                </a:lnTo>
                <a:lnTo>
                  <a:pt x="174" y="270"/>
                </a:lnTo>
                <a:lnTo>
                  <a:pt x="175" y="270"/>
                </a:lnTo>
                <a:lnTo>
                  <a:pt x="176" y="269"/>
                </a:lnTo>
                <a:lnTo>
                  <a:pt x="177" y="269"/>
                </a:lnTo>
                <a:lnTo>
                  <a:pt x="177" y="268"/>
                </a:lnTo>
                <a:lnTo>
                  <a:pt x="177" y="267"/>
                </a:lnTo>
                <a:lnTo>
                  <a:pt x="177" y="266"/>
                </a:lnTo>
                <a:lnTo>
                  <a:pt x="178" y="265"/>
                </a:lnTo>
                <a:lnTo>
                  <a:pt x="179" y="264"/>
                </a:lnTo>
                <a:lnTo>
                  <a:pt x="179" y="263"/>
                </a:lnTo>
                <a:lnTo>
                  <a:pt x="180" y="264"/>
                </a:lnTo>
                <a:lnTo>
                  <a:pt x="182" y="263"/>
                </a:lnTo>
                <a:lnTo>
                  <a:pt x="183" y="262"/>
                </a:lnTo>
                <a:lnTo>
                  <a:pt x="182" y="261"/>
                </a:lnTo>
                <a:lnTo>
                  <a:pt x="184" y="259"/>
                </a:lnTo>
                <a:lnTo>
                  <a:pt x="185" y="258"/>
                </a:lnTo>
                <a:lnTo>
                  <a:pt x="186" y="257"/>
                </a:lnTo>
                <a:lnTo>
                  <a:pt x="186" y="256"/>
                </a:lnTo>
                <a:lnTo>
                  <a:pt x="187" y="256"/>
                </a:lnTo>
                <a:lnTo>
                  <a:pt x="187" y="255"/>
                </a:lnTo>
                <a:lnTo>
                  <a:pt x="187" y="254"/>
                </a:lnTo>
                <a:lnTo>
                  <a:pt x="186" y="254"/>
                </a:lnTo>
                <a:lnTo>
                  <a:pt x="187" y="254"/>
                </a:lnTo>
                <a:lnTo>
                  <a:pt x="187" y="253"/>
                </a:lnTo>
                <a:lnTo>
                  <a:pt x="187" y="252"/>
                </a:lnTo>
                <a:lnTo>
                  <a:pt x="188" y="250"/>
                </a:lnTo>
                <a:lnTo>
                  <a:pt x="189" y="250"/>
                </a:lnTo>
                <a:lnTo>
                  <a:pt x="189" y="249"/>
                </a:lnTo>
                <a:lnTo>
                  <a:pt x="189" y="246"/>
                </a:lnTo>
                <a:lnTo>
                  <a:pt x="190" y="246"/>
                </a:lnTo>
                <a:lnTo>
                  <a:pt x="190" y="245"/>
                </a:lnTo>
                <a:lnTo>
                  <a:pt x="189" y="245"/>
                </a:lnTo>
                <a:lnTo>
                  <a:pt x="188" y="245"/>
                </a:lnTo>
                <a:lnTo>
                  <a:pt x="187" y="244"/>
                </a:lnTo>
                <a:lnTo>
                  <a:pt x="187" y="243"/>
                </a:lnTo>
                <a:lnTo>
                  <a:pt x="186" y="243"/>
                </a:lnTo>
                <a:lnTo>
                  <a:pt x="185" y="243"/>
                </a:lnTo>
                <a:lnTo>
                  <a:pt x="183" y="243"/>
                </a:lnTo>
                <a:lnTo>
                  <a:pt x="183" y="242"/>
                </a:lnTo>
                <a:lnTo>
                  <a:pt x="184" y="241"/>
                </a:lnTo>
                <a:lnTo>
                  <a:pt x="184" y="240"/>
                </a:lnTo>
                <a:lnTo>
                  <a:pt x="183" y="239"/>
                </a:lnTo>
                <a:lnTo>
                  <a:pt x="182" y="239"/>
                </a:lnTo>
                <a:lnTo>
                  <a:pt x="181" y="239"/>
                </a:lnTo>
                <a:lnTo>
                  <a:pt x="180" y="239"/>
                </a:lnTo>
                <a:lnTo>
                  <a:pt x="179" y="238"/>
                </a:lnTo>
                <a:lnTo>
                  <a:pt x="178" y="239"/>
                </a:lnTo>
                <a:lnTo>
                  <a:pt x="177" y="239"/>
                </a:lnTo>
                <a:lnTo>
                  <a:pt x="176" y="238"/>
                </a:lnTo>
                <a:lnTo>
                  <a:pt x="175" y="237"/>
                </a:lnTo>
                <a:lnTo>
                  <a:pt x="176" y="236"/>
                </a:lnTo>
                <a:lnTo>
                  <a:pt x="176" y="235"/>
                </a:lnTo>
                <a:lnTo>
                  <a:pt x="176" y="233"/>
                </a:lnTo>
                <a:lnTo>
                  <a:pt x="176" y="232"/>
                </a:lnTo>
                <a:lnTo>
                  <a:pt x="176" y="231"/>
                </a:lnTo>
                <a:lnTo>
                  <a:pt x="176" y="230"/>
                </a:lnTo>
                <a:lnTo>
                  <a:pt x="175" y="230"/>
                </a:lnTo>
                <a:lnTo>
                  <a:pt x="175" y="229"/>
                </a:lnTo>
                <a:lnTo>
                  <a:pt x="175" y="228"/>
                </a:lnTo>
                <a:lnTo>
                  <a:pt x="176" y="227"/>
                </a:lnTo>
                <a:lnTo>
                  <a:pt x="175" y="226"/>
                </a:lnTo>
                <a:lnTo>
                  <a:pt x="176" y="225"/>
                </a:lnTo>
                <a:lnTo>
                  <a:pt x="177" y="225"/>
                </a:lnTo>
                <a:lnTo>
                  <a:pt x="179" y="223"/>
                </a:lnTo>
                <a:lnTo>
                  <a:pt x="179" y="222"/>
                </a:lnTo>
                <a:lnTo>
                  <a:pt x="179" y="221"/>
                </a:lnTo>
                <a:lnTo>
                  <a:pt x="179" y="220"/>
                </a:lnTo>
                <a:lnTo>
                  <a:pt x="179" y="219"/>
                </a:lnTo>
                <a:lnTo>
                  <a:pt x="179" y="218"/>
                </a:lnTo>
                <a:lnTo>
                  <a:pt x="178" y="217"/>
                </a:lnTo>
                <a:lnTo>
                  <a:pt x="178" y="216"/>
                </a:lnTo>
                <a:lnTo>
                  <a:pt x="178" y="215"/>
                </a:lnTo>
                <a:lnTo>
                  <a:pt x="177" y="213"/>
                </a:lnTo>
                <a:lnTo>
                  <a:pt x="176" y="213"/>
                </a:lnTo>
                <a:lnTo>
                  <a:pt x="175" y="213"/>
                </a:lnTo>
                <a:lnTo>
                  <a:pt x="174" y="212"/>
                </a:lnTo>
                <a:lnTo>
                  <a:pt x="174" y="210"/>
                </a:lnTo>
                <a:lnTo>
                  <a:pt x="174" y="209"/>
                </a:lnTo>
                <a:lnTo>
                  <a:pt x="174" y="208"/>
                </a:lnTo>
                <a:lnTo>
                  <a:pt x="173" y="208"/>
                </a:lnTo>
                <a:lnTo>
                  <a:pt x="173" y="207"/>
                </a:lnTo>
                <a:lnTo>
                  <a:pt x="173" y="206"/>
                </a:lnTo>
                <a:lnTo>
                  <a:pt x="173" y="205"/>
                </a:lnTo>
                <a:lnTo>
                  <a:pt x="174" y="204"/>
                </a:lnTo>
                <a:lnTo>
                  <a:pt x="173" y="203"/>
                </a:lnTo>
                <a:lnTo>
                  <a:pt x="172" y="202"/>
                </a:lnTo>
                <a:lnTo>
                  <a:pt x="172" y="201"/>
                </a:lnTo>
                <a:lnTo>
                  <a:pt x="171" y="199"/>
                </a:lnTo>
                <a:lnTo>
                  <a:pt x="171" y="196"/>
                </a:lnTo>
                <a:lnTo>
                  <a:pt x="171" y="195"/>
                </a:lnTo>
                <a:lnTo>
                  <a:pt x="169" y="195"/>
                </a:lnTo>
                <a:lnTo>
                  <a:pt x="169" y="194"/>
                </a:lnTo>
                <a:lnTo>
                  <a:pt x="168" y="193"/>
                </a:lnTo>
                <a:lnTo>
                  <a:pt x="167" y="191"/>
                </a:lnTo>
                <a:lnTo>
                  <a:pt x="166" y="191"/>
                </a:lnTo>
                <a:lnTo>
                  <a:pt x="166" y="192"/>
                </a:lnTo>
                <a:lnTo>
                  <a:pt x="164" y="194"/>
                </a:lnTo>
                <a:lnTo>
                  <a:pt x="164" y="195"/>
                </a:lnTo>
                <a:lnTo>
                  <a:pt x="163" y="196"/>
                </a:lnTo>
                <a:lnTo>
                  <a:pt x="162" y="196"/>
                </a:lnTo>
                <a:lnTo>
                  <a:pt x="162" y="195"/>
                </a:lnTo>
                <a:lnTo>
                  <a:pt x="161" y="195"/>
                </a:lnTo>
                <a:lnTo>
                  <a:pt x="160" y="195"/>
                </a:lnTo>
                <a:lnTo>
                  <a:pt x="159" y="195"/>
                </a:lnTo>
                <a:lnTo>
                  <a:pt x="158" y="195"/>
                </a:lnTo>
                <a:lnTo>
                  <a:pt x="157" y="195"/>
                </a:lnTo>
                <a:lnTo>
                  <a:pt x="156" y="194"/>
                </a:lnTo>
                <a:lnTo>
                  <a:pt x="155" y="193"/>
                </a:lnTo>
                <a:lnTo>
                  <a:pt x="156" y="192"/>
                </a:lnTo>
                <a:lnTo>
                  <a:pt x="155" y="192"/>
                </a:lnTo>
                <a:lnTo>
                  <a:pt x="155" y="191"/>
                </a:lnTo>
                <a:lnTo>
                  <a:pt x="156" y="189"/>
                </a:lnTo>
                <a:lnTo>
                  <a:pt x="156" y="188"/>
                </a:lnTo>
                <a:lnTo>
                  <a:pt x="156" y="187"/>
                </a:lnTo>
                <a:lnTo>
                  <a:pt x="155" y="186"/>
                </a:lnTo>
                <a:lnTo>
                  <a:pt x="155" y="185"/>
                </a:lnTo>
                <a:lnTo>
                  <a:pt x="155" y="184"/>
                </a:lnTo>
                <a:lnTo>
                  <a:pt x="154" y="185"/>
                </a:lnTo>
                <a:lnTo>
                  <a:pt x="154" y="184"/>
                </a:lnTo>
                <a:lnTo>
                  <a:pt x="153" y="184"/>
                </a:lnTo>
                <a:lnTo>
                  <a:pt x="154" y="184"/>
                </a:lnTo>
                <a:lnTo>
                  <a:pt x="154" y="183"/>
                </a:lnTo>
                <a:lnTo>
                  <a:pt x="153" y="182"/>
                </a:lnTo>
                <a:lnTo>
                  <a:pt x="152" y="182"/>
                </a:lnTo>
                <a:lnTo>
                  <a:pt x="152" y="181"/>
                </a:lnTo>
                <a:lnTo>
                  <a:pt x="152" y="180"/>
                </a:lnTo>
                <a:lnTo>
                  <a:pt x="151" y="180"/>
                </a:lnTo>
                <a:lnTo>
                  <a:pt x="152" y="179"/>
                </a:lnTo>
                <a:lnTo>
                  <a:pt x="153" y="179"/>
                </a:lnTo>
                <a:lnTo>
                  <a:pt x="154" y="179"/>
                </a:lnTo>
                <a:lnTo>
                  <a:pt x="154" y="178"/>
                </a:lnTo>
                <a:lnTo>
                  <a:pt x="154" y="177"/>
                </a:lnTo>
                <a:lnTo>
                  <a:pt x="154" y="176"/>
                </a:lnTo>
                <a:lnTo>
                  <a:pt x="154" y="175"/>
                </a:lnTo>
                <a:lnTo>
                  <a:pt x="155" y="173"/>
                </a:lnTo>
                <a:lnTo>
                  <a:pt x="155" y="172"/>
                </a:lnTo>
                <a:lnTo>
                  <a:pt x="156" y="172"/>
                </a:lnTo>
                <a:lnTo>
                  <a:pt x="156" y="171"/>
                </a:lnTo>
                <a:lnTo>
                  <a:pt x="157" y="171"/>
                </a:lnTo>
                <a:lnTo>
                  <a:pt x="158" y="170"/>
                </a:lnTo>
                <a:lnTo>
                  <a:pt x="159" y="170"/>
                </a:lnTo>
                <a:lnTo>
                  <a:pt x="161" y="171"/>
                </a:lnTo>
                <a:lnTo>
                  <a:pt x="162" y="172"/>
                </a:lnTo>
                <a:lnTo>
                  <a:pt x="163" y="173"/>
                </a:lnTo>
                <a:lnTo>
                  <a:pt x="164" y="174"/>
                </a:lnTo>
                <a:lnTo>
                  <a:pt x="164" y="175"/>
                </a:lnTo>
                <a:lnTo>
                  <a:pt x="165" y="176"/>
                </a:lnTo>
                <a:lnTo>
                  <a:pt x="167" y="177"/>
                </a:lnTo>
                <a:lnTo>
                  <a:pt x="168" y="178"/>
                </a:lnTo>
                <a:lnTo>
                  <a:pt x="169" y="178"/>
                </a:lnTo>
                <a:lnTo>
                  <a:pt x="170" y="177"/>
                </a:lnTo>
                <a:lnTo>
                  <a:pt x="170" y="176"/>
                </a:lnTo>
                <a:lnTo>
                  <a:pt x="169" y="176"/>
                </a:lnTo>
                <a:lnTo>
                  <a:pt x="169" y="175"/>
                </a:lnTo>
                <a:lnTo>
                  <a:pt x="170" y="175"/>
                </a:lnTo>
                <a:lnTo>
                  <a:pt x="170" y="174"/>
                </a:lnTo>
                <a:lnTo>
                  <a:pt x="170" y="173"/>
                </a:lnTo>
                <a:lnTo>
                  <a:pt x="169" y="173"/>
                </a:lnTo>
                <a:lnTo>
                  <a:pt x="169" y="172"/>
                </a:lnTo>
                <a:lnTo>
                  <a:pt x="168" y="171"/>
                </a:lnTo>
                <a:lnTo>
                  <a:pt x="168" y="170"/>
                </a:lnTo>
                <a:lnTo>
                  <a:pt x="167" y="170"/>
                </a:lnTo>
                <a:lnTo>
                  <a:pt x="167" y="168"/>
                </a:lnTo>
                <a:lnTo>
                  <a:pt x="168" y="167"/>
                </a:lnTo>
                <a:lnTo>
                  <a:pt x="168" y="166"/>
                </a:lnTo>
                <a:lnTo>
                  <a:pt x="169" y="166"/>
                </a:lnTo>
                <a:lnTo>
                  <a:pt x="169" y="165"/>
                </a:lnTo>
                <a:lnTo>
                  <a:pt x="170" y="164"/>
                </a:lnTo>
                <a:lnTo>
                  <a:pt x="171" y="164"/>
                </a:lnTo>
                <a:lnTo>
                  <a:pt x="172" y="164"/>
                </a:lnTo>
                <a:lnTo>
                  <a:pt x="173" y="165"/>
                </a:lnTo>
                <a:lnTo>
                  <a:pt x="174" y="164"/>
                </a:lnTo>
                <a:lnTo>
                  <a:pt x="175" y="164"/>
                </a:lnTo>
                <a:lnTo>
                  <a:pt x="175" y="165"/>
                </a:lnTo>
                <a:lnTo>
                  <a:pt x="176" y="165"/>
                </a:lnTo>
                <a:lnTo>
                  <a:pt x="177" y="165"/>
                </a:lnTo>
                <a:lnTo>
                  <a:pt x="178" y="165"/>
                </a:lnTo>
                <a:lnTo>
                  <a:pt x="179" y="166"/>
                </a:lnTo>
                <a:lnTo>
                  <a:pt x="180" y="166"/>
                </a:lnTo>
                <a:lnTo>
                  <a:pt x="181" y="166"/>
                </a:lnTo>
                <a:lnTo>
                  <a:pt x="182" y="166"/>
                </a:lnTo>
                <a:lnTo>
                  <a:pt x="182" y="165"/>
                </a:lnTo>
                <a:lnTo>
                  <a:pt x="183" y="165"/>
                </a:lnTo>
                <a:lnTo>
                  <a:pt x="184" y="164"/>
                </a:lnTo>
                <a:lnTo>
                  <a:pt x="185" y="164"/>
                </a:lnTo>
                <a:lnTo>
                  <a:pt x="186" y="164"/>
                </a:lnTo>
                <a:lnTo>
                  <a:pt x="186" y="163"/>
                </a:lnTo>
                <a:lnTo>
                  <a:pt x="185" y="162"/>
                </a:lnTo>
                <a:lnTo>
                  <a:pt x="186" y="162"/>
                </a:lnTo>
                <a:lnTo>
                  <a:pt x="186" y="161"/>
                </a:lnTo>
                <a:lnTo>
                  <a:pt x="185" y="161"/>
                </a:lnTo>
                <a:lnTo>
                  <a:pt x="185" y="159"/>
                </a:lnTo>
                <a:lnTo>
                  <a:pt x="186" y="157"/>
                </a:lnTo>
                <a:lnTo>
                  <a:pt x="187" y="158"/>
                </a:lnTo>
                <a:lnTo>
                  <a:pt x="187" y="157"/>
                </a:lnTo>
                <a:lnTo>
                  <a:pt x="188" y="157"/>
                </a:lnTo>
                <a:lnTo>
                  <a:pt x="189" y="156"/>
                </a:lnTo>
                <a:lnTo>
                  <a:pt x="190" y="157"/>
                </a:lnTo>
                <a:lnTo>
                  <a:pt x="191" y="156"/>
                </a:lnTo>
                <a:lnTo>
                  <a:pt x="191" y="157"/>
                </a:lnTo>
                <a:lnTo>
                  <a:pt x="192" y="156"/>
                </a:lnTo>
                <a:lnTo>
                  <a:pt x="192" y="155"/>
                </a:lnTo>
                <a:lnTo>
                  <a:pt x="193" y="155"/>
                </a:lnTo>
                <a:lnTo>
                  <a:pt x="193" y="154"/>
                </a:lnTo>
                <a:lnTo>
                  <a:pt x="194" y="154"/>
                </a:lnTo>
                <a:lnTo>
                  <a:pt x="195" y="154"/>
                </a:lnTo>
                <a:lnTo>
                  <a:pt x="195" y="153"/>
                </a:lnTo>
                <a:lnTo>
                  <a:pt x="195" y="152"/>
                </a:lnTo>
                <a:lnTo>
                  <a:pt x="195" y="151"/>
                </a:lnTo>
                <a:lnTo>
                  <a:pt x="196" y="151"/>
                </a:lnTo>
                <a:lnTo>
                  <a:pt x="196" y="150"/>
                </a:lnTo>
                <a:lnTo>
                  <a:pt x="197" y="150"/>
                </a:lnTo>
                <a:lnTo>
                  <a:pt x="197" y="149"/>
                </a:lnTo>
                <a:lnTo>
                  <a:pt x="198" y="149"/>
                </a:lnTo>
                <a:lnTo>
                  <a:pt x="197" y="148"/>
                </a:lnTo>
                <a:lnTo>
                  <a:pt x="196" y="146"/>
                </a:lnTo>
                <a:lnTo>
                  <a:pt x="197" y="146"/>
                </a:lnTo>
                <a:lnTo>
                  <a:pt x="197" y="145"/>
                </a:lnTo>
                <a:lnTo>
                  <a:pt x="198" y="146"/>
                </a:lnTo>
                <a:lnTo>
                  <a:pt x="199" y="146"/>
                </a:lnTo>
                <a:lnTo>
                  <a:pt x="200" y="146"/>
                </a:lnTo>
                <a:lnTo>
                  <a:pt x="201" y="145"/>
                </a:lnTo>
                <a:lnTo>
                  <a:pt x="201" y="144"/>
                </a:lnTo>
                <a:lnTo>
                  <a:pt x="202" y="143"/>
                </a:lnTo>
                <a:lnTo>
                  <a:pt x="202" y="142"/>
                </a:lnTo>
                <a:lnTo>
                  <a:pt x="201" y="141"/>
                </a:lnTo>
                <a:lnTo>
                  <a:pt x="201" y="140"/>
                </a:lnTo>
                <a:lnTo>
                  <a:pt x="200" y="140"/>
                </a:lnTo>
                <a:lnTo>
                  <a:pt x="199" y="138"/>
                </a:lnTo>
                <a:lnTo>
                  <a:pt x="200" y="137"/>
                </a:lnTo>
                <a:lnTo>
                  <a:pt x="199" y="136"/>
                </a:lnTo>
                <a:lnTo>
                  <a:pt x="200" y="135"/>
                </a:lnTo>
                <a:lnTo>
                  <a:pt x="200" y="133"/>
                </a:lnTo>
                <a:lnTo>
                  <a:pt x="200" y="132"/>
                </a:lnTo>
                <a:lnTo>
                  <a:pt x="199" y="131"/>
                </a:lnTo>
                <a:lnTo>
                  <a:pt x="198" y="130"/>
                </a:lnTo>
                <a:lnTo>
                  <a:pt x="198" y="129"/>
                </a:lnTo>
                <a:lnTo>
                  <a:pt x="197" y="130"/>
                </a:lnTo>
                <a:lnTo>
                  <a:pt x="196" y="130"/>
                </a:lnTo>
                <a:lnTo>
                  <a:pt x="195" y="129"/>
                </a:lnTo>
                <a:lnTo>
                  <a:pt x="195" y="128"/>
                </a:lnTo>
                <a:lnTo>
                  <a:pt x="195" y="127"/>
                </a:lnTo>
                <a:lnTo>
                  <a:pt x="195" y="126"/>
                </a:lnTo>
                <a:lnTo>
                  <a:pt x="195" y="125"/>
                </a:lnTo>
                <a:lnTo>
                  <a:pt x="194" y="125"/>
                </a:lnTo>
                <a:lnTo>
                  <a:pt x="194" y="124"/>
                </a:lnTo>
                <a:lnTo>
                  <a:pt x="195" y="124"/>
                </a:lnTo>
                <a:lnTo>
                  <a:pt x="197" y="124"/>
                </a:lnTo>
                <a:lnTo>
                  <a:pt x="198" y="124"/>
                </a:lnTo>
                <a:lnTo>
                  <a:pt x="199" y="123"/>
                </a:lnTo>
                <a:lnTo>
                  <a:pt x="200" y="121"/>
                </a:lnTo>
                <a:lnTo>
                  <a:pt x="200" y="120"/>
                </a:lnTo>
                <a:lnTo>
                  <a:pt x="201" y="119"/>
                </a:lnTo>
                <a:lnTo>
                  <a:pt x="201" y="118"/>
                </a:lnTo>
                <a:lnTo>
                  <a:pt x="202" y="118"/>
                </a:lnTo>
                <a:lnTo>
                  <a:pt x="203" y="119"/>
                </a:lnTo>
                <a:lnTo>
                  <a:pt x="204" y="120"/>
                </a:lnTo>
                <a:lnTo>
                  <a:pt x="204" y="122"/>
                </a:lnTo>
                <a:lnTo>
                  <a:pt x="205" y="122"/>
                </a:lnTo>
                <a:lnTo>
                  <a:pt x="204" y="123"/>
                </a:lnTo>
                <a:lnTo>
                  <a:pt x="205" y="124"/>
                </a:lnTo>
                <a:lnTo>
                  <a:pt x="204" y="124"/>
                </a:lnTo>
                <a:lnTo>
                  <a:pt x="204" y="125"/>
                </a:lnTo>
                <a:lnTo>
                  <a:pt x="205" y="125"/>
                </a:lnTo>
                <a:lnTo>
                  <a:pt x="206" y="126"/>
                </a:lnTo>
                <a:lnTo>
                  <a:pt x="207" y="126"/>
                </a:lnTo>
                <a:lnTo>
                  <a:pt x="208" y="125"/>
                </a:lnTo>
                <a:lnTo>
                  <a:pt x="208" y="124"/>
                </a:lnTo>
                <a:lnTo>
                  <a:pt x="208" y="123"/>
                </a:lnTo>
                <a:lnTo>
                  <a:pt x="209" y="121"/>
                </a:lnTo>
                <a:lnTo>
                  <a:pt x="210" y="120"/>
                </a:lnTo>
                <a:lnTo>
                  <a:pt x="212" y="119"/>
                </a:lnTo>
                <a:lnTo>
                  <a:pt x="213" y="119"/>
                </a:lnTo>
                <a:lnTo>
                  <a:pt x="214" y="118"/>
                </a:lnTo>
                <a:lnTo>
                  <a:pt x="215" y="117"/>
                </a:lnTo>
                <a:lnTo>
                  <a:pt x="216" y="117"/>
                </a:lnTo>
                <a:lnTo>
                  <a:pt x="218" y="117"/>
                </a:lnTo>
                <a:lnTo>
                  <a:pt x="218" y="116"/>
                </a:lnTo>
                <a:lnTo>
                  <a:pt x="218" y="115"/>
                </a:lnTo>
                <a:lnTo>
                  <a:pt x="219" y="115"/>
                </a:lnTo>
                <a:lnTo>
                  <a:pt x="220" y="113"/>
                </a:lnTo>
                <a:lnTo>
                  <a:pt x="221" y="112"/>
                </a:lnTo>
                <a:lnTo>
                  <a:pt x="220" y="111"/>
                </a:lnTo>
                <a:lnTo>
                  <a:pt x="221" y="111"/>
                </a:lnTo>
                <a:lnTo>
                  <a:pt x="221" y="110"/>
                </a:lnTo>
                <a:lnTo>
                  <a:pt x="222" y="110"/>
                </a:lnTo>
                <a:lnTo>
                  <a:pt x="222" y="108"/>
                </a:lnTo>
                <a:lnTo>
                  <a:pt x="223" y="108"/>
                </a:lnTo>
                <a:lnTo>
                  <a:pt x="224" y="107"/>
                </a:lnTo>
                <a:lnTo>
                  <a:pt x="224" y="106"/>
                </a:lnTo>
                <a:lnTo>
                  <a:pt x="225" y="106"/>
                </a:lnTo>
                <a:lnTo>
                  <a:pt x="226" y="106"/>
                </a:lnTo>
                <a:lnTo>
                  <a:pt x="226" y="107"/>
                </a:lnTo>
                <a:lnTo>
                  <a:pt x="227" y="108"/>
                </a:lnTo>
                <a:lnTo>
                  <a:pt x="228" y="108"/>
                </a:lnTo>
                <a:lnTo>
                  <a:pt x="229" y="107"/>
                </a:lnTo>
                <a:lnTo>
                  <a:pt x="229" y="106"/>
                </a:lnTo>
                <a:lnTo>
                  <a:pt x="231" y="104"/>
                </a:lnTo>
                <a:lnTo>
                  <a:pt x="232" y="103"/>
                </a:lnTo>
                <a:lnTo>
                  <a:pt x="233" y="102"/>
                </a:lnTo>
                <a:lnTo>
                  <a:pt x="233" y="101"/>
                </a:lnTo>
                <a:lnTo>
                  <a:pt x="233" y="100"/>
                </a:lnTo>
                <a:lnTo>
                  <a:pt x="233" y="99"/>
                </a:lnTo>
                <a:lnTo>
                  <a:pt x="233" y="98"/>
                </a:lnTo>
                <a:lnTo>
                  <a:pt x="234" y="98"/>
                </a:lnTo>
                <a:lnTo>
                  <a:pt x="234" y="97"/>
                </a:lnTo>
                <a:lnTo>
                  <a:pt x="234" y="96"/>
                </a:lnTo>
                <a:lnTo>
                  <a:pt x="235" y="96"/>
                </a:lnTo>
                <a:lnTo>
                  <a:pt x="236" y="96"/>
                </a:lnTo>
                <a:lnTo>
                  <a:pt x="237" y="97"/>
                </a:lnTo>
                <a:lnTo>
                  <a:pt x="236" y="98"/>
                </a:lnTo>
                <a:lnTo>
                  <a:pt x="237" y="98"/>
                </a:lnTo>
                <a:lnTo>
                  <a:pt x="238" y="98"/>
                </a:lnTo>
                <a:lnTo>
                  <a:pt x="239" y="98"/>
                </a:lnTo>
                <a:lnTo>
                  <a:pt x="240" y="98"/>
                </a:lnTo>
                <a:lnTo>
                  <a:pt x="241" y="98"/>
                </a:lnTo>
                <a:lnTo>
                  <a:pt x="241" y="99"/>
                </a:lnTo>
                <a:lnTo>
                  <a:pt x="242" y="99"/>
                </a:lnTo>
                <a:lnTo>
                  <a:pt x="242" y="100"/>
                </a:lnTo>
                <a:lnTo>
                  <a:pt x="243" y="100"/>
                </a:lnTo>
                <a:lnTo>
                  <a:pt x="243" y="102"/>
                </a:lnTo>
                <a:lnTo>
                  <a:pt x="242" y="102"/>
                </a:lnTo>
                <a:lnTo>
                  <a:pt x="242" y="103"/>
                </a:lnTo>
                <a:lnTo>
                  <a:pt x="243" y="104"/>
                </a:lnTo>
                <a:lnTo>
                  <a:pt x="244" y="105"/>
                </a:lnTo>
                <a:lnTo>
                  <a:pt x="245" y="105"/>
                </a:lnTo>
                <a:lnTo>
                  <a:pt x="245" y="104"/>
                </a:lnTo>
                <a:lnTo>
                  <a:pt x="245" y="103"/>
                </a:lnTo>
                <a:lnTo>
                  <a:pt x="246" y="102"/>
                </a:lnTo>
                <a:lnTo>
                  <a:pt x="248" y="102"/>
                </a:lnTo>
                <a:lnTo>
                  <a:pt x="247" y="103"/>
                </a:lnTo>
                <a:lnTo>
                  <a:pt x="247" y="104"/>
                </a:lnTo>
                <a:lnTo>
                  <a:pt x="248" y="105"/>
                </a:lnTo>
                <a:lnTo>
                  <a:pt x="248" y="106"/>
                </a:lnTo>
                <a:lnTo>
                  <a:pt x="248" y="107"/>
                </a:lnTo>
                <a:lnTo>
                  <a:pt x="248" y="108"/>
                </a:lnTo>
                <a:lnTo>
                  <a:pt x="249" y="108"/>
                </a:lnTo>
                <a:lnTo>
                  <a:pt x="248" y="108"/>
                </a:lnTo>
                <a:lnTo>
                  <a:pt x="248" y="109"/>
                </a:lnTo>
                <a:lnTo>
                  <a:pt x="248" y="111"/>
                </a:lnTo>
                <a:lnTo>
                  <a:pt x="249" y="111"/>
                </a:lnTo>
                <a:lnTo>
                  <a:pt x="250" y="111"/>
                </a:lnTo>
                <a:lnTo>
                  <a:pt x="250" y="112"/>
                </a:lnTo>
                <a:lnTo>
                  <a:pt x="251" y="113"/>
                </a:lnTo>
                <a:lnTo>
                  <a:pt x="252" y="114"/>
                </a:lnTo>
                <a:lnTo>
                  <a:pt x="252" y="116"/>
                </a:lnTo>
                <a:lnTo>
                  <a:pt x="252" y="117"/>
                </a:lnTo>
                <a:lnTo>
                  <a:pt x="253" y="118"/>
                </a:lnTo>
                <a:lnTo>
                  <a:pt x="254" y="118"/>
                </a:lnTo>
                <a:lnTo>
                  <a:pt x="255" y="118"/>
                </a:lnTo>
                <a:lnTo>
                  <a:pt x="256" y="118"/>
                </a:lnTo>
                <a:lnTo>
                  <a:pt x="256" y="119"/>
                </a:lnTo>
                <a:lnTo>
                  <a:pt x="257" y="119"/>
                </a:lnTo>
                <a:lnTo>
                  <a:pt x="258" y="119"/>
                </a:lnTo>
                <a:lnTo>
                  <a:pt x="259" y="119"/>
                </a:lnTo>
                <a:lnTo>
                  <a:pt x="261" y="120"/>
                </a:lnTo>
                <a:lnTo>
                  <a:pt x="261" y="121"/>
                </a:lnTo>
                <a:lnTo>
                  <a:pt x="262" y="121"/>
                </a:lnTo>
                <a:lnTo>
                  <a:pt x="263" y="121"/>
                </a:lnTo>
                <a:lnTo>
                  <a:pt x="264" y="121"/>
                </a:lnTo>
                <a:lnTo>
                  <a:pt x="265" y="122"/>
                </a:lnTo>
                <a:lnTo>
                  <a:pt x="265" y="124"/>
                </a:lnTo>
                <a:lnTo>
                  <a:pt x="266" y="124"/>
                </a:lnTo>
                <a:lnTo>
                  <a:pt x="266" y="125"/>
                </a:lnTo>
                <a:lnTo>
                  <a:pt x="267" y="125"/>
                </a:lnTo>
                <a:lnTo>
                  <a:pt x="268" y="124"/>
                </a:lnTo>
                <a:lnTo>
                  <a:pt x="269" y="124"/>
                </a:lnTo>
                <a:lnTo>
                  <a:pt x="270" y="124"/>
                </a:lnTo>
                <a:lnTo>
                  <a:pt x="270" y="123"/>
                </a:lnTo>
                <a:lnTo>
                  <a:pt x="271" y="122"/>
                </a:lnTo>
                <a:lnTo>
                  <a:pt x="272" y="123"/>
                </a:lnTo>
                <a:lnTo>
                  <a:pt x="272" y="124"/>
                </a:lnTo>
                <a:lnTo>
                  <a:pt x="273" y="125"/>
                </a:lnTo>
                <a:lnTo>
                  <a:pt x="274" y="126"/>
                </a:lnTo>
                <a:lnTo>
                  <a:pt x="275" y="126"/>
                </a:lnTo>
                <a:lnTo>
                  <a:pt x="275" y="127"/>
                </a:lnTo>
                <a:lnTo>
                  <a:pt x="276" y="127"/>
                </a:lnTo>
                <a:lnTo>
                  <a:pt x="277" y="128"/>
                </a:lnTo>
                <a:lnTo>
                  <a:pt x="277" y="129"/>
                </a:lnTo>
                <a:lnTo>
                  <a:pt x="278" y="128"/>
                </a:lnTo>
                <a:lnTo>
                  <a:pt x="279" y="128"/>
                </a:lnTo>
                <a:lnTo>
                  <a:pt x="279" y="127"/>
                </a:lnTo>
                <a:lnTo>
                  <a:pt x="280" y="127"/>
                </a:lnTo>
                <a:lnTo>
                  <a:pt x="280" y="126"/>
                </a:lnTo>
                <a:lnTo>
                  <a:pt x="281" y="125"/>
                </a:lnTo>
                <a:lnTo>
                  <a:pt x="281" y="124"/>
                </a:lnTo>
                <a:lnTo>
                  <a:pt x="281" y="122"/>
                </a:lnTo>
                <a:lnTo>
                  <a:pt x="282" y="122"/>
                </a:lnTo>
                <a:lnTo>
                  <a:pt x="283" y="121"/>
                </a:lnTo>
                <a:lnTo>
                  <a:pt x="284" y="121"/>
                </a:lnTo>
                <a:lnTo>
                  <a:pt x="284" y="120"/>
                </a:lnTo>
                <a:lnTo>
                  <a:pt x="284" y="119"/>
                </a:lnTo>
                <a:lnTo>
                  <a:pt x="284" y="118"/>
                </a:lnTo>
                <a:lnTo>
                  <a:pt x="285" y="117"/>
                </a:lnTo>
                <a:lnTo>
                  <a:pt x="286" y="117"/>
                </a:lnTo>
                <a:lnTo>
                  <a:pt x="286" y="116"/>
                </a:lnTo>
                <a:lnTo>
                  <a:pt x="285" y="116"/>
                </a:lnTo>
                <a:lnTo>
                  <a:pt x="285" y="115"/>
                </a:lnTo>
                <a:lnTo>
                  <a:pt x="284" y="115"/>
                </a:lnTo>
                <a:lnTo>
                  <a:pt x="284" y="114"/>
                </a:lnTo>
                <a:lnTo>
                  <a:pt x="284" y="113"/>
                </a:lnTo>
                <a:lnTo>
                  <a:pt x="285" y="113"/>
                </a:lnTo>
                <a:lnTo>
                  <a:pt x="285" y="112"/>
                </a:lnTo>
                <a:lnTo>
                  <a:pt x="285" y="111"/>
                </a:lnTo>
                <a:lnTo>
                  <a:pt x="285" y="110"/>
                </a:lnTo>
                <a:lnTo>
                  <a:pt x="284" y="109"/>
                </a:lnTo>
                <a:lnTo>
                  <a:pt x="284" y="108"/>
                </a:lnTo>
                <a:lnTo>
                  <a:pt x="284" y="107"/>
                </a:lnTo>
                <a:lnTo>
                  <a:pt x="285" y="107"/>
                </a:lnTo>
                <a:lnTo>
                  <a:pt x="286" y="107"/>
                </a:lnTo>
                <a:lnTo>
                  <a:pt x="286" y="106"/>
                </a:lnTo>
                <a:lnTo>
                  <a:pt x="287" y="105"/>
                </a:lnTo>
                <a:lnTo>
                  <a:pt x="287" y="104"/>
                </a:lnTo>
                <a:lnTo>
                  <a:pt x="288" y="104"/>
                </a:lnTo>
                <a:lnTo>
                  <a:pt x="288" y="103"/>
                </a:lnTo>
                <a:lnTo>
                  <a:pt x="288" y="102"/>
                </a:lnTo>
                <a:lnTo>
                  <a:pt x="289" y="102"/>
                </a:lnTo>
                <a:lnTo>
                  <a:pt x="290" y="101"/>
                </a:lnTo>
                <a:lnTo>
                  <a:pt x="291" y="101"/>
                </a:lnTo>
                <a:lnTo>
                  <a:pt x="292" y="100"/>
                </a:lnTo>
                <a:lnTo>
                  <a:pt x="293" y="100"/>
                </a:lnTo>
                <a:lnTo>
                  <a:pt x="294" y="98"/>
                </a:lnTo>
                <a:lnTo>
                  <a:pt x="295" y="97"/>
                </a:lnTo>
                <a:lnTo>
                  <a:pt x="295" y="96"/>
                </a:lnTo>
                <a:lnTo>
                  <a:pt x="296" y="96"/>
                </a:lnTo>
                <a:lnTo>
                  <a:pt x="297" y="97"/>
                </a:lnTo>
                <a:lnTo>
                  <a:pt x="297" y="98"/>
                </a:lnTo>
                <a:lnTo>
                  <a:pt x="298" y="97"/>
                </a:lnTo>
                <a:lnTo>
                  <a:pt x="299" y="97"/>
                </a:lnTo>
                <a:lnTo>
                  <a:pt x="300" y="96"/>
                </a:lnTo>
                <a:lnTo>
                  <a:pt x="300" y="95"/>
                </a:lnTo>
                <a:lnTo>
                  <a:pt x="301" y="95"/>
                </a:lnTo>
                <a:lnTo>
                  <a:pt x="302" y="95"/>
                </a:lnTo>
                <a:lnTo>
                  <a:pt x="303" y="95"/>
                </a:lnTo>
                <a:lnTo>
                  <a:pt x="304" y="94"/>
                </a:lnTo>
                <a:lnTo>
                  <a:pt x="305" y="94"/>
                </a:lnTo>
                <a:lnTo>
                  <a:pt x="306" y="92"/>
                </a:lnTo>
                <a:lnTo>
                  <a:pt x="306" y="91"/>
                </a:lnTo>
                <a:lnTo>
                  <a:pt x="307" y="91"/>
                </a:lnTo>
                <a:lnTo>
                  <a:pt x="307" y="90"/>
                </a:lnTo>
                <a:lnTo>
                  <a:pt x="308" y="90"/>
                </a:lnTo>
                <a:lnTo>
                  <a:pt x="309" y="89"/>
                </a:lnTo>
                <a:lnTo>
                  <a:pt x="309" y="88"/>
                </a:lnTo>
                <a:lnTo>
                  <a:pt x="310" y="88"/>
                </a:lnTo>
                <a:lnTo>
                  <a:pt x="312" y="89"/>
                </a:lnTo>
                <a:lnTo>
                  <a:pt x="313" y="89"/>
                </a:lnTo>
                <a:lnTo>
                  <a:pt x="314" y="90"/>
                </a:lnTo>
                <a:lnTo>
                  <a:pt x="315" y="90"/>
                </a:lnTo>
                <a:lnTo>
                  <a:pt x="315" y="89"/>
                </a:lnTo>
                <a:lnTo>
                  <a:pt x="316" y="89"/>
                </a:lnTo>
                <a:lnTo>
                  <a:pt x="317" y="89"/>
                </a:lnTo>
                <a:lnTo>
                  <a:pt x="318" y="87"/>
                </a:lnTo>
                <a:lnTo>
                  <a:pt x="318" y="86"/>
                </a:lnTo>
                <a:lnTo>
                  <a:pt x="318" y="85"/>
                </a:lnTo>
                <a:lnTo>
                  <a:pt x="319" y="84"/>
                </a:lnTo>
                <a:lnTo>
                  <a:pt x="319" y="83"/>
                </a:lnTo>
                <a:lnTo>
                  <a:pt x="320" y="84"/>
                </a:lnTo>
                <a:lnTo>
                  <a:pt x="320" y="85"/>
                </a:lnTo>
                <a:lnTo>
                  <a:pt x="321" y="85"/>
                </a:lnTo>
                <a:lnTo>
                  <a:pt x="322" y="85"/>
                </a:lnTo>
                <a:lnTo>
                  <a:pt x="323" y="85"/>
                </a:lnTo>
                <a:lnTo>
                  <a:pt x="323" y="84"/>
                </a:lnTo>
                <a:lnTo>
                  <a:pt x="324" y="84"/>
                </a:lnTo>
                <a:lnTo>
                  <a:pt x="325" y="84"/>
                </a:lnTo>
                <a:lnTo>
                  <a:pt x="325" y="83"/>
                </a:lnTo>
                <a:lnTo>
                  <a:pt x="326" y="83"/>
                </a:lnTo>
                <a:lnTo>
                  <a:pt x="327" y="85"/>
                </a:lnTo>
                <a:lnTo>
                  <a:pt x="328" y="85"/>
                </a:lnTo>
                <a:lnTo>
                  <a:pt x="329" y="84"/>
                </a:lnTo>
                <a:lnTo>
                  <a:pt x="330" y="84"/>
                </a:lnTo>
                <a:lnTo>
                  <a:pt x="331" y="84"/>
                </a:lnTo>
                <a:lnTo>
                  <a:pt x="332" y="84"/>
                </a:lnTo>
                <a:lnTo>
                  <a:pt x="332" y="85"/>
                </a:lnTo>
                <a:lnTo>
                  <a:pt x="333" y="85"/>
                </a:lnTo>
                <a:lnTo>
                  <a:pt x="333" y="86"/>
                </a:lnTo>
                <a:lnTo>
                  <a:pt x="333" y="87"/>
                </a:lnTo>
                <a:lnTo>
                  <a:pt x="334" y="87"/>
                </a:lnTo>
                <a:lnTo>
                  <a:pt x="334" y="86"/>
                </a:lnTo>
                <a:lnTo>
                  <a:pt x="334" y="87"/>
                </a:lnTo>
                <a:lnTo>
                  <a:pt x="335" y="87"/>
                </a:lnTo>
                <a:lnTo>
                  <a:pt x="336" y="87"/>
                </a:lnTo>
                <a:lnTo>
                  <a:pt x="337" y="86"/>
                </a:lnTo>
                <a:lnTo>
                  <a:pt x="337" y="85"/>
                </a:lnTo>
                <a:lnTo>
                  <a:pt x="337" y="84"/>
                </a:lnTo>
                <a:lnTo>
                  <a:pt x="336" y="83"/>
                </a:lnTo>
                <a:lnTo>
                  <a:pt x="336" y="82"/>
                </a:lnTo>
                <a:lnTo>
                  <a:pt x="336" y="81"/>
                </a:lnTo>
                <a:lnTo>
                  <a:pt x="336" y="80"/>
                </a:lnTo>
                <a:lnTo>
                  <a:pt x="336" y="78"/>
                </a:lnTo>
                <a:lnTo>
                  <a:pt x="337" y="78"/>
                </a:lnTo>
                <a:lnTo>
                  <a:pt x="338" y="77"/>
                </a:lnTo>
                <a:lnTo>
                  <a:pt x="338" y="76"/>
                </a:lnTo>
                <a:lnTo>
                  <a:pt x="339" y="76"/>
                </a:lnTo>
                <a:lnTo>
                  <a:pt x="341" y="76"/>
                </a:lnTo>
                <a:lnTo>
                  <a:pt x="342" y="75"/>
                </a:lnTo>
                <a:lnTo>
                  <a:pt x="342" y="74"/>
                </a:lnTo>
                <a:lnTo>
                  <a:pt x="341" y="73"/>
                </a:lnTo>
                <a:lnTo>
                  <a:pt x="340" y="73"/>
                </a:lnTo>
                <a:lnTo>
                  <a:pt x="340" y="72"/>
                </a:lnTo>
                <a:lnTo>
                  <a:pt x="340" y="70"/>
                </a:lnTo>
                <a:lnTo>
                  <a:pt x="340" y="69"/>
                </a:lnTo>
                <a:lnTo>
                  <a:pt x="341" y="69"/>
                </a:lnTo>
                <a:lnTo>
                  <a:pt x="342" y="68"/>
                </a:lnTo>
                <a:lnTo>
                  <a:pt x="342" y="67"/>
                </a:lnTo>
                <a:lnTo>
                  <a:pt x="343" y="67"/>
                </a:lnTo>
                <a:lnTo>
                  <a:pt x="344" y="67"/>
                </a:lnTo>
                <a:lnTo>
                  <a:pt x="345" y="66"/>
                </a:lnTo>
                <a:lnTo>
                  <a:pt x="345" y="65"/>
                </a:lnTo>
                <a:lnTo>
                  <a:pt x="346" y="65"/>
                </a:lnTo>
                <a:lnTo>
                  <a:pt x="346" y="66"/>
                </a:lnTo>
                <a:lnTo>
                  <a:pt x="347" y="66"/>
                </a:lnTo>
                <a:lnTo>
                  <a:pt x="348" y="66"/>
                </a:lnTo>
                <a:lnTo>
                  <a:pt x="349" y="66"/>
                </a:lnTo>
                <a:lnTo>
                  <a:pt x="350" y="67"/>
                </a:lnTo>
                <a:lnTo>
                  <a:pt x="351" y="67"/>
                </a:lnTo>
                <a:lnTo>
                  <a:pt x="352" y="67"/>
                </a:lnTo>
                <a:lnTo>
                  <a:pt x="353" y="67"/>
                </a:lnTo>
                <a:lnTo>
                  <a:pt x="354" y="67"/>
                </a:lnTo>
                <a:lnTo>
                  <a:pt x="355" y="66"/>
                </a:lnTo>
                <a:lnTo>
                  <a:pt x="355" y="65"/>
                </a:lnTo>
                <a:lnTo>
                  <a:pt x="357" y="64"/>
                </a:lnTo>
                <a:lnTo>
                  <a:pt x="358" y="64"/>
                </a:lnTo>
                <a:lnTo>
                  <a:pt x="358" y="63"/>
                </a:lnTo>
                <a:lnTo>
                  <a:pt x="359" y="63"/>
                </a:lnTo>
                <a:lnTo>
                  <a:pt x="360" y="62"/>
                </a:lnTo>
                <a:lnTo>
                  <a:pt x="361" y="60"/>
                </a:lnTo>
                <a:lnTo>
                  <a:pt x="361" y="61"/>
                </a:lnTo>
                <a:lnTo>
                  <a:pt x="362" y="61"/>
                </a:lnTo>
                <a:lnTo>
                  <a:pt x="362" y="62"/>
                </a:lnTo>
                <a:lnTo>
                  <a:pt x="363" y="62"/>
                </a:lnTo>
                <a:lnTo>
                  <a:pt x="363" y="61"/>
                </a:lnTo>
                <a:lnTo>
                  <a:pt x="364" y="60"/>
                </a:lnTo>
                <a:lnTo>
                  <a:pt x="364" y="59"/>
                </a:lnTo>
                <a:lnTo>
                  <a:pt x="365" y="59"/>
                </a:lnTo>
                <a:lnTo>
                  <a:pt x="366" y="58"/>
                </a:lnTo>
                <a:lnTo>
                  <a:pt x="367" y="58"/>
                </a:lnTo>
                <a:lnTo>
                  <a:pt x="367" y="59"/>
                </a:lnTo>
                <a:lnTo>
                  <a:pt x="368" y="58"/>
                </a:lnTo>
                <a:lnTo>
                  <a:pt x="369" y="58"/>
                </a:lnTo>
                <a:lnTo>
                  <a:pt x="370" y="58"/>
                </a:lnTo>
                <a:lnTo>
                  <a:pt x="370" y="57"/>
                </a:lnTo>
                <a:lnTo>
                  <a:pt x="371" y="57"/>
                </a:lnTo>
                <a:lnTo>
                  <a:pt x="371" y="56"/>
                </a:lnTo>
                <a:lnTo>
                  <a:pt x="372" y="56"/>
                </a:lnTo>
                <a:lnTo>
                  <a:pt x="373" y="56"/>
                </a:lnTo>
                <a:lnTo>
                  <a:pt x="374" y="56"/>
                </a:lnTo>
                <a:lnTo>
                  <a:pt x="375" y="56"/>
                </a:lnTo>
                <a:lnTo>
                  <a:pt x="376" y="56"/>
                </a:lnTo>
                <a:lnTo>
                  <a:pt x="378" y="56"/>
                </a:lnTo>
                <a:lnTo>
                  <a:pt x="379" y="56"/>
                </a:lnTo>
                <a:lnTo>
                  <a:pt x="380" y="56"/>
                </a:lnTo>
                <a:lnTo>
                  <a:pt x="380" y="55"/>
                </a:lnTo>
                <a:lnTo>
                  <a:pt x="380" y="54"/>
                </a:lnTo>
                <a:lnTo>
                  <a:pt x="380" y="53"/>
                </a:lnTo>
                <a:lnTo>
                  <a:pt x="380" y="52"/>
                </a:lnTo>
                <a:lnTo>
                  <a:pt x="380" y="51"/>
                </a:lnTo>
                <a:lnTo>
                  <a:pt x="380" y="50"/>
                </a:lnTo>
                <a:lnTo>
                  <a:pt x="380" y="49"/>
                </a:lnTo>
                <a:lnTo>
                  <a:pt x="379" y="48"/>
                </a:lnTo>
                <a:lnTo>
                  <a:pt x="380" y="48"/>
                </a:lnTo>
                <a:lnTo>
                  <a:pt x="381" y="47"/>
                </a:lnTo>
                <a:lnTo>
                  <a:pt x="381" y="46"/>
                </a:lnTo>
                <a:lnTo>
                  <a:pt x="380" y="46"/>
                </a:lnTo>
                <a:lnTo>
                  <a:pt x="380" y="45"/>
                </a:lnTo>
                <a:lnTo>
                  <a:pt x="380" y="44"/>
                </a:lnTo>
                <a:lnTo>
                  <a:pt x="380" y="43"/>
                </a:lnTo>
                <a:lnTo>
                  <a:pt x="379" y="43"/>
                </a:lnTo>
                <a:lnTo>
                  <a:pt x="379" y="42"/>
                </a:lnTo>
                <a:lnTo>
                  <a:pt x="379" y="41"/>
                </a:lnTo>
                <a:lnTo>
                  <a:pt x="380" y="41"/>
                </a:lnTo>
                <a:lnTo>
                  <a:pt x="381" y="40"/>
                </a:lnTo>
                <a:lnTo>
                  <a:pt x="382" y="39"/>
                </a:lnTo>
                <a:lnTo>
                  <a:pt x="382" y="38"/>
                </a:lnTo>
                <a:lnTo>
                  <a:pt x="381" y="38"/>
                </a:lnTo>
                <a:lnTo>
                  <a:pt x="381" y="37"/>
                </a:lnTo>
                <a:lnTo>
                  <a:pt x="381" y="36"/>
                </a:lnTo>
                <a:lnTo>
                  <a:pt x="381" y="35"/>
                </a:lnTo>
                <a:lnTo>
                  <a:pt x="381" y="34"/>
                </a:lnTo>
                <a:lnTo>
                  <a:pt x="380" y="34"/>
                </a:lnTo>
                <a:lnTo>
                  <a:pt x="379" y="34"/>
                </a:lnTo>
                <a:lnTo>
                  <a:pt x="378" y="34"/>
                </a:lnTo>
                <a:lnTo>
                  <a:pt x="377" y="34"/>
                </a:lnTo>
                <a:lnTo>
                  <a:pt x="376" y="34"/>
                </a:lnTo>
                <a:lnTo>
                  <a:pt x="376" y="35"/>
                </a:lnTo>
                <a:lnTo>
                  <a:pt x="375" y="35"/>
                </a:lnTo>
                <a:lnTo>
                  <a:pt x="374" y="34"/>
                </a:lnTo>
                <a:lnTo>
                  <a:pt x="374" y="33"/>
                </a:lnTo>
                <a:lnTo>
                  <a:pt x="373" y="32"/>
                </a:lnTo>
                <a:lnTo>
                  <a:pt x="372" y="31"/>
                </a:lnTo>
                <a:lnTo>
                  <a:pt x="371" y="31"/>
                </a:lnTo>
                <a:lnTo>
                  <a:pt x="370" y="30"/>
                </a:lnTo>
                <a:lnTo>
                  <a:pt x="369" y="30"/>
                </a:lnTo>
                <a:lnTo>
                  <a:pt x="369" y="29"/>
                </a:lnTo>
                <a:lnTo>
                  <a:pt x="370" y="29"/>
                </a:lnTo>
                <a:lnTo>
                  <a:pt x="370" y="28"/>
                </a:lnTo>
                <a:lnTo>
                  <a:pt x="371" y="27"/>
                </a:lnTo>
                <a:lnTo>
                  <a:pt x="372" y="27"/>
                </a:lnTo>
                <a:lnTo>
                  <a:pt x="373" y="26"/>
                </a:lnTo>
                <a:lnTo>
                  <a:pt x="374" y="26"/>
                </a:lnTo>
                <a:lnTo>
                  <a:pt x="374" y="25"/>
                </a:lnTo>
                <a:lnTo>
                  <a:pt x="375" y="24"/>
                </a:lnTo>
                <a:lnTo>
                  <a:pt x="375" y="23"/>
                </a:lnTo>
                <a:lnTo>
                  <a:pt x="375" y="22"/>
                </a:lnTo>
                <a:lnTo>
                  <a:pt x="376" y="22"/>
                </a:lnTo>
                <a:lnTo>
                  <a:pt x="377" y="21"/>
                </a:lnTo>
                <a:lnTo>
                  <a:pt x="377" y="20"/>
                </a:lnTo>
                <a:lnTo>
                  <a:pt x="378" y="19"/>
                </a:lnTo>
                <a:lnTo>
                  <a:pt x="379" y="18"/>
                </a:lnTo>
                <a:lnTo>
                  <a:pt x="379" y="19"/>
                </a:lnTo>
                <a:lnTo>
                  <a:pt x="380" y="19"/>
                </a:lnTo>
                <a:lnTo>
                  <a:pt x="381" y="18"/>
                </a:lnTo>
                <a:lnTo>
                  <a:pt x="382" y="17"/>
                </a:lnTo>
                <a:lnTo>
                  <a:pt x="382" y="16"/>
                </a:lnTo>
                <a:lnTo>
                  <a:pt x="384" y="15"/>
                </a:lnTo>
                <a:lnTo>
                  <a:pt x="385" y="14"/>
                </a:lnTo>
                <a:lnTo>
                  <a:pt x="386" y="12"/>
                </a:lnTo>
                <a:lnTo>
                  <a:pt x="387" y="12"/>
                </a:lnTo>
                <a:lnTo>
                  <a:pt x="388" y="12"/>
                </a:lnTo>
                <a:lnTo>
                  <a:pt x="389" y="12"/>
                </a:lnTo>
                <a:lnTo>
                  <a:pt x="389" y="13"/>
                </a:lnTo>
                <a:lnTo>
                  <a:pt x="388" y="13"/>
                </a:lnTo>
                <a:lnTo>
                  <a:pt x="388" y="15"/>
                </a:lnTo>
                <a:lnTo>
                  <a:pt x="389" y="16"/>
                </a:lnTo>
                <a:lnTo>
                  <a:pt x="389" y="17"/>
                </a:lnTo>
                <a:lnTo>
                  <a:pt x="390" y="17"/>
                </a:lnTo>
                <a:lnTo>
                  <a:pt x="390" y="16"/>
                </a:lnTo>
                <a:lnTo>
                  <a:pt x="391" y="17"/>
                </a:lnTo>
                <a:lnTo>
                  <a:pt x="390" y="17"/>
                </a:lnTo>
                <a:lnTo>
                  <a:pt x="390" y="18"/>
                </a:lnTo>
                <a:lnTo>
                  <a:pt x="391" y="18"/>
                </a:lnTo>
                <a:lnTo>
                  <a:pt x="392" y="18"/>
                </a:lnTo>
                <a:lnTo>
                  <a:pt x="392" y="19"/>
                </a:lnTo>
                <a:lnTo>
                  <a:pt x="391" y="20"/>
                </a:lnTo>
                <a:lnTo>
                  <a:pt x="392" y="20"/>
                </a:lnTo>
                <a:lnTo>
                  <a:pt x="393" y="20"/>
                </a:lnTo>
                <a:lnTo>
                  <a:pt x="393" y="21"/>
                </a:lnTo>
                <a:lnTo>
                  <a:pt x="394" y="21"/>
                </a:lnTo>
                <a:lnTo>
                  <a:pt x="395" y="21"/>
                </a:lnTo>
                <a:lnTo>
                  <a:pt x="396" y="21"/>
                </a:lnTo>
                <a:lnTo>
                  <a:pt x="396" y="20"/>
                </a:lnTo>
                <a:lnTo>
                  <a:pt x="397" y="20"/>
                </a:lnTo>
                <a:lnTo>
                  <a:pt x="398" y="20"/>
                </a:lnTo>
                <a:lnTo>
                  <a:pt x="399" y="21"/>
                </a:lnTo>
                <a:lnTo>
                  <a:pt x="400" y="21"/>
                </a:lnTo>
                <a:lnTo>
                  <a:pt x="401" y="21"/>
                </a:lnTo>
                <a:lnTo>
                  <a:pt x="401" y="20"/>
                </a:lnTo>
                <a:lnTo>
                  <a:pt x="402" y="20"/>
                </a:lnTo>
                <a:lnTo>
                  <a:pt x="402" y="19"/>
                </a:lnTo>
                <a:lnTo>
                  <a:pt x="401" y="17"/>
                </a:lnTo>
                <a:lnTo>
                  <a:pt x="400" y="17"/>
                </a:lnTo>
                <a:lnTo>
                  <a:pt x="400" y="16"/>
                </a:lnTo>
                <a:lnTo>
                  <a:pt x="400" y="15"/>
                </a:lnTo>
                <a:lnTo>
                  <a:pt x="400" y="14"/>
                </a:lnTo>
                <a:lnTo>
                  <a:pt x="401" y="13"/>
                </a:lnTo>
                <a:lnTo>
                  <a:pt x="402" y="13"/>
                </a:lnTo>
                <a:lnTo>
                  <a:pt x="403" y="13"/>
                </a:lnTo>
                <a:lnTo>
                  <a:pt x="403" y="14"/>
                </a:lnTo>
                <a:lnTo>
                  <a:pt x="404" y="14"/>
                </a:lnTo>
                <a:lnTo>
                  <a:pt x="405" y="14"/>
                </a:lnTo>
                <a:lnTo>
                  <a:pt x="404" y="14"/>
                </a:lnTo>
                <a:lnTo>
                  <a:pt x="404" y="13"/>
                </a:lnTo>
                <a:lnTo>
                  <a:pt x="405" y="12"/>
                </a:lnTo>
                <a:lnTo>
                  <a:pt x="406" y="13"/>
                </a:lnTo>
                <a:lnTo>
                  <a:pt x="407" y="14"/>
                </a:lnTo>
                <a:lnTo>
                  <a:pt x="408" y="14"/>
                </a:lnTo>
                <a:lnTo>
                  <a:pt x="409" y="13"/>
                </a:lnTo>
                <a:lnTo>
                  <a:pt x="409" y="11"/>
                </a:lnTo>
                <a:lnTo>
                  <a:pt x="410" y="11"/>
                </a:lnTo>
                <a:lnTo>
                  <a:pt x="410" y="12"/>
                </a:lnTo>
                <a:lnTo>
                  <a:pt x="411" y="12"/>
                </a:lnTo>
                <a:lnTo>
                  <a:pt x="411" y="11"/>
                </a:lnTo>
                <a:lnTo>
                  <a:pt x="412" y="10"/>
                </a:lnTo>
                <a:lnTo>
                  <a:pt x="413" y="9"/>
                </a:lnTo>
                <a:lnTo>
                  <a:pt x="414" y="10"/>
                </a:lnTo>
                <a:lnTo>
                  <a:pt x="415" y="10"/>
                </a:lnTo>
                <a:lnTo>
                  <a:pt x="415" y="9"/>
                </a:lnTo>
                <a:lnTo>
                  <a:pt x="416" y="10"/>
                </a:lnTo>
                <a:lnTo>
                  <a:pt x="418" y="12"/>
                </a:lnTo>
                <a:lnTo>
                  <a:pt x="418" y="13"/>
                </a:lnTo>
                <a:lnTo>
                  <a:pt x="418" y="14"/>
                </a:lnTo>
                <a:lnTo>
                  <a:pt x="418" y="15"/>
                </a:lnTo>
                <a:lnTo>
                  <a:pt x="419" y="16"/>
                </a:lnTo>
                <a:lnTo>
                  <a:pt x="420" y="15"/>
                </a:lnTo>
                <a:lnTo>
                  <a:pt x="420" y="14"/>
                </a:lnTo>
                <a:lnTo>
                  <a:pt x="421" y="12"/>
                </a:lnTo>
                <a:lnTo>
                  <a:pt x="421" y="13"/>
                </a:lnTo>
                <a:lnTo>
                  <a:pt x="421" y="14"/>
                </a:lnTo>
                <a:lnTo>
                  <a:pt x="422" y="15"/>
                </a:lnTo>
                <a:lnTo>
                  <a:pt x="423" y="15"/>
                </a:lnTo>
                <a:lnTo>
                  <a:pt x="423" y="14"/>
                </a:lnTo>
                <a:lnTo>
                  <a:pt x="423" y="13"/>
                </a:lnTo>
                <a:lnTo>
                  <a:pt x="424" y="13"/>
                </a:lnTo>
                <a:lnTo>
                  <a:pt x="425" y="13"/>
                </a:lnTo>
                <a:lnTo>
                  <a:pt x="425" y="12"/>
                </a:lnTo>
                <a:lnTo>
                  <a:pt x="426" y="11"/>
                </a:lnTo>
                <a:lnTo>
                  <a:pt x="426" y="10"/>
                </a:lnTo>
                <a:lnTo>
                  <a:pt x="427" y="10"/>
                </a:lnTo>
                <a:lnTo>
                  <a:pt x="428" y="10"/>
                </a:lnTo>
                <a:lnTo>
                  <a:pt x="429" y="10"/>
                </a:lnTo>
                <a:lnTo>
                  <a:pt x="429" y="11"/>
                </a:lnTo>
                <a:lnTo>
                  <a:pt x="430" y="11"/>
                </a:lnTo>
                <a:lnTo>
                  <a:pt x="431" y="10"/>
                </a:lnTo>
                <a:lnTo>
                  <a:pt x="432" y="10"/>
                </a:lnTo>
                <a:lnTo>
                  <a:pt x="433" y="9"/>
                </a:lnTo>
                <a:lnTo>
                  <a:pt x="433" y="8"/>
                </a:lnTo>
                <a:lnTo>
                  <a:pt x="434" y="7"/>
                </a:lnTo>
                <a:lnTo>
                  <a:pt x="434" y="6"/>
                </a:lnTo>
                <a:lnTo>
                  <a:pt x="434" y="4"/>
                </a:lnTo>
                <a:lnTo>
                  <a:pt x="434" y="3"/>
                </a:lnTo>
                <a:lnTo>
                  <a:pt x="435" y="2"/>
                </a:lnTo>
                <a:lnTo>
                  <a:pt x="436" y="1"/>
                </a:lnTo>
                <a:lnTo>
                  <a:pt x="437" y="1"/>
                </a:lnTo>
                <a:lnTo>
                  <a:pt x="438" y="1"/>
                </a:lnTo>
                <a:lnTo>
                  <a:pt x="439" y="1"/>
                </a:lnTo>
                <a:lnTo>
                  <a:pt x="439" y="0"/>
                </a:lnTo>
                <a:lnTo>
                  <a:pt x="440" y="2"/>
                </a:lnTo>
                <a:lnTo>
                  <a:pt x="441" y="3"/>
                </a:lnTo>
                <a:lnTo>
                  <a:pt x="44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" name=""/>
          <p:cNvSpPr/>
          <p:nvPr/>
        </p:nvSpPr>
        <p:spPr>
          <a:xfrm>
            <a:off x="5223960" y="2372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" name=""/>
          <p:cNvSpPr/>
          <p:nvPr/>
        </p:nvSpPr>
        <p:spPr>
          <a:xfrm>
            <a:off x="5200200" y="2367360"/>
            <a:ext cx="3960" cy="6480"/>
          </a:xfrm>
          <a:custGeom>
            <a:avLst/>
            <a:gdLst/>
            <a:ahLst/>
            <a:rect l="0" t="0" r="r" b="b"/>
            <a:pathLst>
              <a:path w="11" h="18">
                <a:moveTo>
                  <a:pt x="9" y="2"/>
                </a:move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6" y="9"/>
                </a:lnTo>
                <a:lnTo>
                  <a:pt x="7" y="9"/>
                </a:lnTo>
                <a:lnTo>
                  <a:pt x="8" y="9"/>
                </a:lnTo>
                <a:lnTo>
                  <a:pt x="7" y="9"/>
                </a:lnTo>
                <a:lnTo>
                  <a:pt x="7" y="10"/>
                </a:lnTo>
                <a:lnTo>
                  <a:pt x="7" y="11"/>
                </a:lnTo>
                <a:lnTo>
                  <a:pt x="8" y="11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7" y="12"/>
                </a:lnTo>
                <a:lnTo>
                  <a:pt x="7" y="14"/>
                </a:lnTo>
                <a:lnTo>
                  <a:pt x="6" y="14"/>
                </a:lnTo>
                <a:lnTo>
                  <a:pt x="6" y="15"/>
                </a:lnTo>
                <a:lnTo>
                  <a:pt x="6" y="16"/>
                </a:lnTo>
                <a:lnTo>
                  <a:pt x="5" y="16"/>
                </a:lnTo>
                <a:lnTo>
                  <a:pt x="5" y="17"/>
                </a:lnTo>
                <a:lnTo>
                  <a:pt x="6" y="17"/>
                </a:lnTo>
                <a:lnTo>
                  <a:pt x="6" y="18"/>
                </a:lnTo>
                <a:lnTo>
                  <a:pt x="5" y="18"/>
                </a:lnTo>
                <a:lnTo>
                  <a:pt x="5" y="17"/>
                </a:lnTo>
                <a:lnTo>
                  <a:pt x="4" y="16"/>
                </a:lnTo>
                <a:lnTo>
                  <a:pt x="4" y="15"/>
                </a:lnTo>
                <a:lnTo>
                  <a:pt x="3" y="15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4"/>
                </a:lnTo>
                <a:lnTo>
                  <a:pt x="3" y="14"/>
                </a:lnTo>
                <a:lnTo>
                  <a:pt x="3" y="13"/>
                </a:lnTo>
                <a:lnTo>
                  <a:pt x="4" y="13"/>
                </a:lnTo>
                <a:lnTo>
                  <a:pt x="4" y="11"/>
                </a:lnTo>
                <a:lnTo>
                  <a:pt x="4" y="10"/>
                </a:lnTo>
                <a:lnTo>
                  <a:pt x="3" y="9"/>
                </a:lnTo>
                <a:lnTo>
                  <a:pt x="2" y="9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9" y="0"/>
                </a:lnTo>
                <a:lnTo>
                  <a:pt x="11" y="1"/>
                </a:lnTo>
                <a:lnTo>
                  <a:pt x="9" y="1"/>
                </a:lnTo>
                <a:lnTo>
                  <a:pt x="9" y="2"/>
                </a:lnTo>
                <a:lnTo>
                  <a:pt x="11" y="2"/>
                </a:lnTo>
                <a:lnTo>
                  <a:pt x="9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" name=""/>
          <p:cNvSpPr/>
          <p:nvPr/>
        </p:nvSpPr>
        <p:spPr>
          <a:xfrm>
            <a:off x="5217120" y="2363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" name=""/>
          <p:cNvSpPr/>
          <p:nvPr/>
        </p:nvSpPr>
        <p:spPr>
          <a:xfrm>
            <a:off x="5221080" y="2352960"/>
            <a:ext cx="9360" cy="7200"/>
          </a:xfrm>
          <a:custGeom>
            <a:avLst/>
            <a:gdLst/>
            <a:ahLst/>
            <a:rect l="0" t="0" r="r" b="b"/>
            <a:pathLst>
              <a:path w="26" h="20">
                <a:moveTo>
                  <a:pt x="8" y="4"/>
                </a:moveTo>
                <a:lnTo>
                  <a:pt x="8" y="3"/>
                </a:lnTo>
                <a:lnTo>
                  <a:pt x="9" y="4"/>
                </a:lnTo>
                <a:lnTo>
                  <a:pt x="11" y="7"/>
                </a:lnTo>
                <a:lnTo>
                  <a:pt x="11" y="8"/>
                </a:lnTo>
                <a:lnTo>
                  <a:pt x="12" y="9"/>
                </a:lnTo>
                <a:lnTo>
                  <a:pt x="14" y="10"/>
                </a:lnTo>
                <a:lnTo>
                  <a:pt x="16" y="11"/>
                </a:lnTo>
                <a:lnTo>
                  <a:pt x="18" y="11"/>
                </a:lnTo>
                <a:lnTo>
                  <a:pt x="20" y="11"/>
                </a:lnTo>
                <a:lnTo>
                  <a:pt x="20" y="10"/>
                </a:lnTo>
                <a:lnTo>
                  <a:pt x="20" y="9"/>
                </a:lnTo>
                <a:lnTo>
                  <a:pt x="21" y="9"/>
                </a:lnTo>
                <a:lnTo>
                  <a:pt x="21" y="10"/>
                </a:lnTo>
                <a:lnTo>
                  <a:pt x="22" y="10"/>
                </a:lnTo>
                <a:lnTo>
                  <a:pt x="22" y="11"/>
                </a:lnTo>
                <a:lnTo>
                  <a:pt x="23" y="11"/>
                </a:lnTo>
                <a:lnTo>
                  <a:pt x="23" y="10"/>
                </a:lnTo>
                <a:lnTo>
                  <a:pt x="24" y="10"/>
                </a:lnTo>
                <a:lnTo>
                  <a:pt x="24" y="9"/>
                </a:lnTo>
                <a:lnTo>
                  <a:pt x="25" y="9"/>
                </a:lnTo>
                <a:lnTo>
                  <a:pt x="26" y="9"/>
                </a:lnTo>
                <a:lnTo>
                  <a:pt x="25" y="9"/>
                </a:lnTo>
                <a:lnTo>
                  <a:pt x="25" y="10"/>
                </a:lnTo>
                <a:lnTo>
                  <a:pt x="26" y="10"/>
                </a:lnTo>
                <a:lnTo>
                  <a:pt x="26" y="11"/>
                </a:lnTo>
                <a:lnTo>
                  <a:pt x="25" y="11"/>
                </a:lnTo>
                <a:lnTo>
                  <a:pt x="24" y="11"/>
                </a:lnTo>
                <a:lnTo>
                  <a:pt x="23" y="11"/>
                </a:lnTo>
                <a:lnTo>
                  <a:pt x="22" y="11"/>
                </a:lnTo>
                <a:lnTo>
                  <a:pt x="21" y="12"/>
                </a:lnTo>
                <a:lnTo>
                  <a:pt x="20" y="14"/>
                </a:lnTo>
                <a:lnTo>
                  <a:pt x="20" y="15"/>
                </a:lnTo>
                <a:lnTo>
                  <a:pt x="21" y="15"/>
                </a:lnTo>
                <a:lnTo>
                  <a:pt x="23" y="17"/>
                </a:lnTo>
                <a:lnTo>
                  <a:pt x="23" y="18"/>
                </a:lnTo>
                <a:lnTo>
                  <a:pt x="21" y="20"/>
                </a:lnTo>
                <a:lnTo>
                  <a:pt x="20" y="20"/>
                </a:lnTo>
                <a:lnTo>
                  <a:pt x="18" y="20"/>
                </a:lnTo>
                <a:lnTo>
                  <a:pt x="16" y="18"/>
                </a:lnTo>
                <a:lnTo>
                  <a:pt x="15" y="17"/>
                </a:lnTo>
                <a:lnTo>
                  <a:pt x="15" y="16"/>
                </a:lnTo>
                <a:lnTo>
                  <a:pt x="15" y="15"/>
                </a:lnTo>
                <a:lnTo>
                  <a:pt x="9" y="14"/>
                </a:lnTo>
                <a:lnTo>
                  <a:pt x="9" y="15"/>
                </a:lnTo>
                <a:lnTo>
                  <a:pt x="9" y="14"/>
                </a:lnTo>
                <a:lnTo>
                  <a:pt x="7" y="13"/>
                </a:lnTo>
                <a:lnTo>
                  <a:pt x="6" y="13"/>
                </a:lnTo>
                <a:lnTo>
                  <a:pt x="4" y="13"/>
                </a:lnTo>
                <a:lnTo>
                  <a:pt x="3" y="13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2" y="10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1" y="8"/>
                </a:lnTo>
                <a:lnTo>
                  <a:pt x="2" y="8"/>
                </a:lnTo>
                <a:lnTo>
                  <a:pt x="3" y="7"/>
                </a:lnTo>
                <a:lnTo>
                  <a:pt x="3" y="5"/>
                </a:lnTo>
                <a:lnTo>
                  <a:pt x="4" y="5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5" y="0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5"/>
                </a:lnTo>
                <a:lnTo>
                  <a:pt x="8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" name=""/>
          <p:cNvSpPr/>
          <p:nvPr/>
        </p:nvSpPr>
        <p:spPr>
          <a:xfrm>
            <a:off x="5229360" y="2351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" name=""/>
          <p:cNvSpPr/>
          <p:nvPr/>
        </p:nvSpPr>
        <p:spPr>
          <a:xfrm>
            <a:off x="5225400" y="2351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4"/>
                </a:move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" name=""/>
          <p:cNvSpPr/>
          <p:nvPr/>
        </p:nvSpPr>
        <p:spPr>
          <a:xfrm>
            <a:off x="5214600" y="2348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" name=""/>
          <p:cNvSpPr/>
          <p:nvPr/>
        </p:nvSpPr>
        <p:spPr>
          <a:xfrm>
            <a:off x="5207400" y="2347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" name=""/>
          <p:cNvSpPr/>
          <p:nvPr/>
        </p:nvSpPr>
        <p:spPr>
          <a:xfrm>
            <a:off x="5221440" y="23461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5"/>
                </a:moveTo>
                <a:lnTo>
                  <a:pt x="3" y="5"/>
                </a:lnTo>
                <a:lnTo>
                  <a:pt x="0" y="5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5" y="0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" name=""/>
          <p:cNvSpPr/>
          <p:nvPr/>
        </p:nvSpPr>
        <p:spPr>
          <a:xfrm>
            <a:off x="5215320" y="234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" name=""/>
          <p:cNvSpPr/>
          <p:nvPr/>
        </p:nvSpPr>
        <p:spPr>
          <a:xfrm>
            <a:off x="5224680" y="2320920"/>
            <a:ext cx="3600" cy="4680"/>
          </a:xfrm>
          <a:custGeom>
            <a:avLst/>
            <a:gdLst/>
            <a:ahLst/>
            <a:rect l="0" t="0" r="r" b="b"/>
            <a:pathLst>
              <a:path w="10" h="13">
                <a:moveTo>
                  <a:pt x="4" y="12"/>
                </a:moveTo>
                <a:lnTo>
                  <a:pt x="4" y="13"/>
                </a:lnTo>
                <a:lnTo>
                  <a:pt x="3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0"/>
                </a:lnTo>
                <a:lnTo>
                  <a:pt x="1" y="11"/>
                </a:lnTo>
                <a:lnTo>
                  <a:pt x="1" y="12"/>
                </a:lnTo>
                <a:lnTo>
                  <a:pt x="2" y="12"/>
                </a:lnTo>
                <a:lnTo>
                  <a:pt x="2" y="11"/>
                </a:lnTo>
                <a:lnTo>
                  <a:pt x="3" y="10"/>
                </a:lnTo>
                <a:lnTo>
                  <a:pt x="3" y="9"/>
                </a:lnTo>
                <a:lnTo>
                  <a:pt x="4" y="7"/>
                </a:lnTo>
                <a:lnTo>
                  <a:pt x="5" y="6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10" y="1"/>
                </a:lnTo>
                <a:lnTo>
                  <a:pt x="10" y="0"/>
                </a:lnTo>
                <a:lnTo>
                  <a:pt x="10" y="1"/>
                </a:lnTo>
                <a:lnTo>
                  <a:pt x="10" y="2"/>
                </a:lnTo>
                <a:lnTo>
                  <a:pt x="8" y="4"/>
                </a:lnTo>
                <a:lnTo>
                  <a:pt x="8" y="6"/>
                </a:lnTo>
                <a:lnTo>
                  <a:pt x="8" y="7"/>
                </a:lnTo>
                <a:lnTo>
                  <a:pt x="6" y="9"/>
                </a:lnTo>
                <a:lnTo>
                  <a:pt x="5" y="11"/>
                </a:lnTo>
                <a:lnTo>
                  <a:pt x="4" y="1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" name=""/>
          <p:cNvSpPr/>
          <p:nvPr/>
        </p:nvSpPr>
        <p:spPr>
          <a:xfrm>
            <a:off x="5225400" y="232128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3" y="0"/>
                </a:moveTo>
                <a:lnTo>
                  <a:pt x="3" y="3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" name=""/>
          <p:cNvSpPr/>
          <p:nvPr/>
        </p:nvSpPr>
        <p:spPr>
          <a:xfrm>
            <a:off x="5229360" y="2320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3" y="1"/>
                </a:lnTo>
                <a:lnTo>
                  <a:pt x="1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" name=""/>
          <p:cNvSpPr/>
          <p:nvPr/>
        </p:nvSpPr>
        <p:spPr>
          <a:xfrm>
            <a:off x="5218560" y="2288520"/>
            <a:ext cx="7560" cy="6120"/>
          </a:xfrm>
          <a:custGeom>
            <a:avLst/>
            <a:gdLst/>
            <a:ahLst/>
            <a:rect l="0" t="0" r="r" b="b"/>
            <a:pathLst>
              <a:path w="21" h="17">
                <a:moveTo>
                  <a:pt x="17" y="4"/>
                </a:moveTo>
                <a:lnTo>
                  <a:pt x="19" y="7"/>
                </a:lnTo>
                <a:lnTo>
                  <a:pt x="21" y="7"/>
                </a:lnTo>
                <a:lnTo>
                  <a:pt x="21" y="10"/>
                </a:lnTo>
                <a:lnTo>
                  <a:pt x="21" y="12"/>
                </a:lnTo>
                <a:lnTo>
                  <a:pt x="20" y="13"/>
                </a:lnTo>
                <a:lnTo>
                  <a:pt x="20" y="14"/>
                </a:lnTo>
                <a:lnTo>
                  <a:pt x="17" y="14"/>
                </a:lnTo>
                <a:lnTo>
                  <a:pt x="15" y="14"/>
                </a:lnTo>
                <a:lnTo>
                  <a:pt x="11" y="15"/>
                </a:lnTo>
                <a:lnTo>
                  <a:pt x="10" y="15"/>
                </a:lnTo>
                <a:lnTo>
                  <a:pt x="8" y="16"/>
                </a:lnTo>
                <a:lnTo>
                  <a:pt x="7" y="17"/>
                </a:lnTo>
                <a:lnTo>
                  <a:pt x="6" y="17"/>
                </a:lnTo>
                <a:lnTo>
                  <a:pt x="6" y="16"/>
                </a:lnTo>
                <a:lnTo>
                  <a:pt x="4" y="15"/>
                </a:lnTo>
                <a:lnTo>
                  <a:pt x="3" y="14"/>
                </a:lnTo>
                <a:lnTo>
                  <a:pt x="2" y="13"/>
                </a:lnTo>
                <a:lnTo>
                  <a:pt x="1" y="13"/>
                </a:lnTo>
                <a:lnTo>
                  <a:pt x="0" y="13"/>
                </a:lnTo>
                <a:lnTo>
                  <a:pt x="0" y="12"/>
                </a:lnTo>
                <a:lnTo>
                  <a:pt x="2" y="6"/>
                </a:lnTo>
                <a:lnTo>
                  <a:pt x="4" y="4"/>
                </a:lnTo>
                <a:lnTo>
                  <a:pt x="5" y="3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11" y="2"/>
                </a:lnTo>
                <a:lnTo>
                  <a:pt x="16" y="2"/>
                </a:lnTo>
                <a:lnTo>
                  <a:pt x="17" y="3"/>
                </a:lnTo>
                <a:lnTo>
                  <a:pt x="18" y="3"/>
                </a:lnTo>
                <a:lnTo>
                  <a:pt x="17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" name=""/>
          <p:cNvSpPr/>
          <p:nvPr/>
        </p:nvSpPr>
        <p:spPr>
          <a:xfrm>
            <a:off x="5223960" y="2288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0"/>
                </a:moveTo>
                <a:lnTo>
                  <a:pt x="4" y="0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" name=""/>
          <p:cNvSpPr/>
          <p:nvPr/>
        </p:nvSpPr>
        <p:spPr>
          <a:xfrm>
            <a:off x="5225760" y="2286720"/>
            <a:ext cx="1800" cy="2880"/>
          </a:xfrm>
          <a:custGeom>
            <a:avLst/>
            <a:gdLst/>
            <a:ahLst/>
            <a:rect l="0" t="0" r="r" b="b"/>
            <a:pathLst>
              <a:path w="5" h="8">
                <a:moveTo>
                  <a:pt x="3" y="5"/>
                </a:moveTo>
                <a:lnTo>
                  <a:pt x="4" y="5"/>
                </a:lnTo>
                <a:lnTo>
                  <a:pt x="4" y="8"/>
                </a:lnTo>
                <a:lnTo>
                  <a:pt x="3" y="6"/>
                </a:lnTo>
                <a:lnTo>
                  <a:pt x="3" y="5"/>
                </a:lnTo>
                <a:lnTo>
                  <a:pt x="0" y="4"/>
                </a:lnTo>
                <a:lnTo>
                  <a:pt x="0" y="3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" name=""/>
          <p:cNvSpPr/>
          <p:nvPr/>
        </p:nvSpPr>
        <p:spPr>
          <a:xfrm>
            <a:off x="5221800" y="2285280"/>
            <a:ext cx="4320" cy="2880"/>
          </a:xfrm>
          <a:custGeom>
            <a:avLst/>
            <a:gdLst/>
            <a:ahLst/>
            <a:rect l="0" t="0" r="r" b="b"/>
            <a:pathLst>
              <a:path w="12" h="8">
                <a:moveTo>
                  <a:pt x="12" y="2"/>
                </a:moveTo>
                <a:lnTo>
                  <a:pt x="11" y="3"/>
                </a:lnTo>
                <a:lnTo>
                  <a:pt x="11" y="2"/>
                </a:lnTo>
                <a:lnTo>
                  <a:pt x="9" y="3"/>
                </a:lnTo>
                <a:lnTo>
                  <a:pt x="9" y="6"/>
                </a:lnTo>
                <a:lnTo>
                  <a:pt x="11" y="7"/>
                </a:lnTo>
                <a:lnTo>
                  <a:pt x="11" y="8"/>
                </a:lnTo>
                <a:lnTo>
                  <a:pt x="8" y="8"/>
                </a:lnTo>
                <a:lnTo>
                  <a:pt x="7" y="7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1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" name=""/>
          <p:cNvSpPr/>
          <p:nvPr/>
        </p:nvSpPr>
        <p:spPr>
          <a:xfrm>
            <a:off x="5229360" y="2251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" name=""/>
          <p:cNvSpPr/>
          <p:nvPr/>
        </p:nvSpPr>
        <p:spPr>
          <a:xfrm>
            <a:off x="5226840" y="2250360"/>
            <a:ext cx="4320" cy="2520"/>
          </a:xfrm>
          <a:custGeom>
            <a:avLst/>
            <a:gdLst/>
            <a:ahLst/>
            <a:rect l="0" t="0" r="r" b="b"/>
            <a:pathLst>
              <a:path w="12" h="7">
                <a:moveTo>
                  <a:pt x="7" y="5"/>
                </a:move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4"/>
                </a:lnTo>
                <a:lnTo>
                  <a:pt x="2" y="3"/>
                </a:lnTo>
                <a:lnTo>
                  <a:pt x="7" y="0"/>
                </a:lnTo>
                <a:lnTo>
                  <a:pt x="8" y="0"/>
                </a:lnTo>
                <a:lnTo>
                  <a:pt x="10" y="0"/>
                </a:lnTo>
                <a:lnTo>
                  <a:pt x="11" y="1"/>
                </a:lnTo>
                <a:lnTo>
                  <a:pt x="12" y="1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7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" name=""/>
          <p:cNvSpPr/>
          <p:nvPr/>
        </p:nvSpPr>
        <p:spPr>
          <a:xfrm>
            <a:off x="5219640" y="2247120"/>
            <a:ext cx="7200" cy="4320"/>
          </a:xfrm>
          <a:custGeom>
            <a:avLst/>
            <a:gdLst/>
            <a:ahLst/>
            <a:rect l="0" t="0" r="r" b="b"/>
            <a:pathLst>
              <a:path w="20" h="12">
                <a:moveTo>
                  <a:pt x="13" y="7"/>
                </a:moveTo>
                <a:lnTo>
                  <a:pt x="13" y="8"/>
                </a:lnTo>
                <a:lnTo>
                  <a:pt x="13" y="9"/>
                </a:lnTo>
                <a:lnTo>
                  <a:pt x="12" y="9"/>
                </a:lnTo>
                <a:lnTo>
                  <a:pt x="11" y="10"/>
                </a:lnTo>
                <a:lnTo>
                  <a:pt x="8" y="11"/>
                </a:lnTo>
                <a:lnTo>
                  <a:pt x="7" y="11"/>
                </a:lnTo>
                <a:lnTo>
                  <a:pt x="4" y="12"/>
                </a:lnTo>
                <a:lnTo>
                  <a:pt x="3" y="12"/>
                </a:lnTo>
                <a:lnTo>
                  <a:pt x="2" y="11"/>
                </a:lnTo>
                <a:lnTo>
                  <a:pt x="1" y="9"/>
                </a:lnTo>
                <a:lnTo>
                  <a:pt x="1" y="8"/>
                </a:lnTo>
                <a:lnTo>
                  <a:pt x="0" y="7"/>
                </a:lnTo>
                <a:lnTo>
                  <a:pt x="1" y="6"/>
                </a:lnTo>
                <a:lnTo>
                  <a:pt x="2" y="5"/>
                </a:lnTo>
                <a:lnTo>
                  <a:pt x="3" y="4"/>
                </a:lnTo>
                <a:lnTo>
                  <a:pt x="5" y="4"/>
                </a:lnTo>
                <a:lnTo>
                  <a:pt x="6" y="4"/>
                </a:lnTo>
                <a:lnTo>
                  <a:pt x="9" y="5"/>
                </a:lnTo>
                <a:lnTo>
                  <a:pt x="12" y="4"/>
                </a:lnTo>
                <a:lnTo>
                  <a:pt x="13" y="3"/>
                </a:lnTo>
                <a:lnTo>
                  <a:pt x="14" y="3"/>
                </a:lnTo>
                <a:lnTo>
                  <a:pt x="14" y="2"/>
                </a:lnTo>
                <a:lnTo>
                  <a:pt x="15" y="2"/>
                </a:lnTo>
                <a:lnTo>
                  <a:pt x="16" y="0"/>
                </a:lnTo>
                <a:lnTo>
                  <a:pt x="17" y="0"/>
                </a:lnTo>
                <a:lnTo>
                  <a:pt x="19" y="2"/>
                </a:lnTo>
                <a:lnTo>
                  <a:pt x="20" y="2"/>
                </a:lnTo>
                <a:lnTo>
                  <a:pt x="19" y="4"/>
                </a:lnTo>
                <a:lnTo>
                  <a:pt x="17" y="5"/>
                </a:lnTo>
                <a:lnTo>
                  <a:pt x="16" y="5"/>
                </a:lnTo>
                <a:lnTo>
                  <a:pt x="15" y="5"/>
                </a:lnTo>
                <a:lnTo>
                  <a:pt x="14" y="6"/>
                </a:lnTo>
                <a:lnTo>
                  <a:pt x="13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" name=""/>
          <p:cNvSpPr/>
          <p:nvPr/>
        </p:nvSpPr>
        <p:spPr>
          <a:xfrm>
            <a:off x="5228640" y="22460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2"/>
                </a:moveTo>
                <a:lnTo>
                  <a:pt x="2" y="2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6" y="1"/>
                </a:lnTo>
                <a:lnTo>
                  <a:pt x="7" y="2"/>
                </a:lnTo>
                <a:lnTo>
                  <a:pt x="6" y="2"/>
                </a:lnTo>
                <a:lnTo>
                  <a:pt x="6" y="4"/>
                </a:lnTo>
                <a:lnTo>
                  <a:pt x="5" y="5"/>
                </a:lnTo>
                <a:lnTo>
                  <a:pt x="3" y="5"/>
                </a:lnTo>
                <a:lnTo>
                  <a:pt x="5" y="4"/>
                </a:lnTo>
                <a:lnTo>
                  <a:pt x="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" name=""/>
          <p:cNvSpPr/>
          <p:nvPr/>
        </p:nvSpPr>
        <p:spPr>
          <a:xfrm>
            <a:off x="5227200" y="22460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0"/>
                </a:moveTo>
                <a:lnTo>
                  <a:pt x="5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" name=""/>
          <p:cNvSpPr/>
          <p:nvPr/>
        </p:nvSpPr>
        <p:spPr>
          <a:xfrm>
            <a:off x="5217480" y="224424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2" y="4"/>
                </a:move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3" y="0"/>
                </a:lnTo>
                <a:lnTo>
                  <a:pt x="4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4" y="2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" name=""/>
          <p:cNvSpPr/>
          <p:nvPr/>
        </p:nvSpPr>
        <p:spPr>
          <a:xfrm>
            <a:off x="5217840" y="22435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" name=""/>
          <p:cNvSpPr/>
          <p:nvPr/>
        </p:nvSpPr>
        <p:spPr>
          <a:xfrm>
            <a:off x="5218200" y="2242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" name=""/>
          <p:cNvSpPr/>
          <p:nvPr/>
        </p:nvSpPr>
        <p:spPr>
          <a:xfrm>
            <a:off x="5213880" y="22413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5" y="3"/>
                </a:move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" name=""/>
          <p:cNvSpPr/>
          <p:nvPr/>
        </p:nvSpPr>
        <p:spPr>
          <a:xfrm>
            <a:off x="5231160" y="2356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" name=""/>
          <p:cNvSpPr/>
          <p:nvPr/>
        </p:nvSpPr>
        <p:spPr>
          <a:xfrm>
            <a:off x="5234040" y="23533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" name=""/>
          <p:cNvSpPr/>
          <p:nvPr/>
        </p:nvSpPr>
        <p:spPr>
          <a:xfrm>
            <a:off x="5230440" y="23529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" name=""/>
          <p:cNvSpPr/>
          <p:nvPr/>
        </p:nvSpPr>
        <p:spPr>
          <a:xfrm>
            <a:off x="5229720" y="2352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" name=""/>
          <p:cNvSpPr/>
          <p:nvPr/>
        </p:nvSpPr>
        <p:spPr>
          <a:xfrm>
            <a:off x="5232960" y="2351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" name=""/>
          <p:cNvSpPr/>
          <p:nvPr/>
        </p:nvSpPr>
        <p:spPr>
          <a:xfrm>
            <a:off x="5241240" y="23472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" name=""/>
          <p:cNvSpPr/>
          <p:nvPr/>
        </p:nvSpPr>
        <p:spPr>
          <a:xfrm>
            <a:off x="5236200" y="2344680"/>
            <a:ext cx="2520" cy="3600"/>
          </a:xfrm>
          <a:custGeom>
            <a:avLst/>
            <a:gdLst/>
            <a:ahLst/>
            <a:rect l="0" t="0" r="r" b="b"/>
            <a:pathLst>
              <a:path w="7" h="10">
                <a:moveTo>
                  <a:pt x="3" y="4"/>
                </a:moveTo>
                <a:lnTo>
                  <a:pt x="3" y="5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7" y="5"/>
                </a:lnTo>
                <a:lnTo>
                  <a:pt x="7" y="6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10"/>
                </a:lnTo>
                <a:lnTo>
                  <a:pt x="2" y="8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0"/>
                </a:ln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" name=""/>
          <p:cNvSpPr/>
          <p:nvPr/>
        </p:nvSpPr>
        <p:spPr>
          <a:xfrm>
            <a:off x="5236560" y="2341800"/>
            <a:ext cx="3240" cy="2160"/>
          </a:xfrm>
          <a:custGeom>
            <a:avLst/>
            <a:gdLst/>
            <a:ahLst/>
            <a:rect l="0" t="0" r="r" b="b"/>
            <a:pathLst>
              <a:path w="9" h="6">
                <a:moveTo>
                  <a:pt x="5" y="2"/>
                </a:moveTo>
                <a:lnTo>
                  <a:pt x="6" y="2"/>
                </a:lnTo>
                <a:lnTo>
                  <a:pt x="7" y="4"/>
                </a:lnTo>
                <a:lnTo>
                  <a:pt x="7" y="2"/>
                </a:lnTo>
                <a:lnTo>
                  <a:pt x="9" y="4"/>
                </a:lnTo>
                <a:lnTo>
                  <a:pt x="7" y="5"/>
                </a:lnTo>
                <a:lnTo>
                  <a:pt x="6" y="5"/>
                </a:lnTo>
                <a:lnTo>
                  <a:pt x="5" y="6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" name=""/>
          <p:cNvSpPr/>
          <p:nvPr/>
        </p:nvSpPr>
        <p:spPr>
          <a:xfrm>
            <a:off x="5233320" y="2338920"/>
            <a:ext cx="1080" cy="2520"/>
          </a:xfrm>
          <a:custGeom>
            <a:avLst/>
            <a:gdLst/>
            <a:ahLst/>
            <a:rect l="0" t="0" r="r" b="b"/>
            <a:pathLst>
              <a:path w="3" h="7">
                <a:moveTo>
                  <a:pt x="1" y="3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3" y="7"/>
                </a:lnTo>
                <a:lnTo>
                  <a:pt x="1" y="7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" name=""/>
          <p:cNvSpPr/>
          <p:nvPr/>
        </p:nvSpPr>
        <p:spPr>
          <a:xfrm>
            <a:off x="5242680" y="2336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lnTo>
                  <a:pt x="1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" name=""/>
          <p:cNvSpPr/>
          <p:nvPr/>
        </p:nvSpPr>
        <p:spPr>
          <a:xfrm>
            <a:off x="5233320" y="2320560"/>
            <a:ext cx="14040" cy="20160"/>
          </a:xfrm>
          <a:custGeom>
            <a:avLst/>
            <a:gdLst/>
            <a:ahLst/>
            <a:rect l="0" t="0" r="r" b="b"/>
            <a:pathLst>
              <a:path w="39" h="56">
                <a:moveTo>
                  <a:pt x="15" y="10"/>
                </a:moveTo>
                <a:lnTo>
                  <a:pt x="17" y="12"/>
                </a:lnTo>
                <a:lnTo>
                  <a:pt x="18" y="12"/>
                </a:lnTo>
                <a:lnTo>
                  <a:pt x="20" y="11"/>
                </a:lnTo>
                <a:lnTo>
                  <a:pt x="20" y="10"/>
                </a:lnTo>
                <a:lnTo>
                  <a:pt x="21" y="10"/>
                </a:lnTo>
                <a:lnTo>
                  <a:pt x="22" y="10"/>
                </a:lnTo>
                <a:lnTo>
                  <a:pt x="24" y="11"/>
                </a:lnTo>
                <a:lnTo>
                  <a:pt x="28" y="12"/>
                </a:lnTo>
                <a:lnTo>
                  <a:pt x="29" y="12"/>
                </a:lnTo>
                <a:lnTo>
                  <a:pt x="29" y="13"/>
                </a:lnTo>
                <a:lnTo>
                  <a:pt x="29" y="14"/>
                </a:lnTo>
                <a:lnTo>
                  <a:pt x="28" y="14"/>
                </a:lnTo>
                <a:lnTo>
                  <a:pt x="27" y="16"/>
                </a:lnTo>
                <a:lnTo>
                  <a:pt x="27" y="17"/>
                </a:lnTo>
                <a:lnTo>
                  <a:pt x="26" y="17"/>
                </a:lnTo>
                <a:lnTo>
                  <a:pt x="28" y="18"/>
                </a:lnTo>
                <a:lnTo>
                  <a:pt x="29" y="18"/>
                </a:lnTo>
                <a:lnTo>
                  <a:pt x="31" y="20"/>
                </a:lnTo>
                <a:lnTo>
                  <a:pt x="33" y="20"/>
                </a:lnTo>
                <a:lnTo>
                  <a:pt x="35" y="20"/>
                </a:lnTo>
                <a:lnTo>
                  <a:pt x="36" y="19"/>
                </a:lnTo>
                <a:lnTo>
                  <a:pt x="37" y="19"/>
                </a:lnTo>
                <a:lnTo>
                  <a:pt x="37" y="18"/>
                </a:lnTo>
                <a:lnTo>
                  <a:pt x="38" y="18"/>
                </a:lnTo>
                <a:lnTo>
                  <a:pt x="39" y="18"/>
                </a:lnTo>
                <a:lnTo>
                  <a:pt x="37" y="22"/>
                </a:lnTo>
                <a:lnTo>
                  <a:pt x="36" y="23"/>
                </a:lnTo>
                <a:lnTo>
                  <a:pt x="35" y="24"/>
                </a:lnTo>
                <a:lnTo>
                  <a:pt x="34" y="25"/>
                </a:lnTo>
                <a:lnTo>
                  <a:pt x="34" y="23"/>
                </a:lnTo>
                <a:lnTo>
                  <a:pt x="33" y="22"/>
                </a:lnTo>
                <a:lnTo>
                  <a:pt x="31" y="22"/>
                </a:lnTo>
                <a:lnTo>
                  <a:pt x="30" y="23"/>
                </a:lnTo>
                <a:lnTo>
                  <a:pt x="29" y="23"/>
                </a:lnTo>
                <a:lnTo>
                  <a:pt x="29" y="24"/>
                </a:lnTo>
                <a:lnTo>
                  <a:pt x="28" y="25"/>
                </a:lnTo>
                <a:lnTo>
                  <a:pt x="27" y="25"/>
                </a:lnTo>
                <a:lnTo>
                  <a:pt x="26" y="25"/>
                </a:lnTo>
                <a:lnTo>
                  <a:pt x="25" y="29"/>
                </a:lnTo>
                <a:lnTo>
                  <a:pt x="25" y="30"/>
                </a:lnTo>
                <a:lnTo>
                  <a:pt x="26" y="31"/>
                </a:lnTo>
                <a:lnTo>
                  <a:pt x="26" y="33"/>
                </a:lnTo>
                <a:lnTo>
                  <a:pt x="26" y="34"/>
                </a:lnTo>
                <a:lnTo>
                  <a:pt x="26" y="35"/>
                </a:lnTo>
                <a:lnTo>
                  <a:pt x="27" y="35"/>
                </a:lnTo>
                <a:lnTo>
                  <a:pt x="28" y="35"/>
                </a:lnTo>
                <a:lnTo>
                  <a:pt x="29" y="35"/>
                </a:lnTo>
                <a:lnTo>
                  <a:pt x="30" y="35"/>
                </a:lnTo>
                <a:lnTo>
                  <a:pt x="30" y="36"/>
                </a:lnTo>
                <a:lnTo>
                  <a:pt x="30" y="37"/>
                </a:lnTo>
                <a:lnTo>
                  <a:pt x="32" y="37"/>
                </a:lnTo>
                <a:lnTo>
                  <a:pt x="33" y="36"/>
                </a:lnTo>
                <a:lnTo>
                  <a:pt x="34" y="36"/>
                </a:lnTo>
                <a:lnTo>
                  <a:pt x="35" y="36"/>
                </a:lnTo>
                <a:lnTo>
                  <a:pt x="36" y="36"/>
                </a:lnTo>
                <a:lnTo>
                  <a:pt x="37" y="38"/>
                </a:lnTo>
                <a:lnTo>
                  <a:pt x="36" y="39"/>
                </a:lnTo>
                <a:lnTo>
                  <a:pt x="36" y="40"/>
                </a:lnTo>
                <a:lnTo>
                  <a:pt x="36" y="41"/>
                </a:lnTo>
                <a:lnTo>
                  <a:pt x="35" y="42"/>
                </a:lnTo>
                <a:lnTo>
                  <a:pt x="34" y="41"/>
                </a:lnTo>
                <a:lnTo>
                  <a:pt x="34" y="40"/>
                </a:lnTo>
                <a:lnTo>
                  <a:pt x="33" y="39"/>
                </a:lnTo>
                <a:lnTo>
                  <a:pt x="32" y="39"/>
                </a:lnTo>
                <a:lnTo>
                  <a:pt x="30" y="39"/>
                </a:lnTo>
                <a:lnTo>
                  <a:pt x="29" y="40"/>
                </a:lnTo>
                <a:lnTo>
                  <a:pt x="28" y="40"/>
                </a:lnTo>
                <a:lnTo>
                  <a:pt x="28" y="41"/>
                </a:lnTo>
                <a:lnTo>
                  <a:pt x="27" y="42"/>
                </a:lnTo>
                <a:lnTo>
                  <a:pt x="25" y="43"/>
                </a:lnTo>
                <a:lnTo>
                  <a:pt x="22" y="45"/>
                </a:lnTo>
                <a:lnTo>
                  <a:pt x="21" y="45"/>
                </a:lnTo>
                <a:lnTo>
                  <a:pt x="19" y="47"/>
                </a:lnTo>
                <a:lnTo>
                  <a:pt x="18" y="47"/>
                </a:lnTo>
                <a:lnTo>
                  <a:pt x="17" y="50"/>
                </a:lnTo>
                <a:lnTo>
                  <a:pt x="17" y="51"/>
                </a:lnTo>
                <a:lnTo>
                  <a:pt x="18" y="52"/>
                </a:lnTo>
                <a:lnTo>
                  <a:pt x="20" y="53"/>
                </a:lnTo>
                <a:lnTo>
                  <a:pt x="20" y="52"/>
                </a:lnTo>
                <a:lnTo>
                  <a:pt x="21" y="51"/>
                </a:lnTo>
                <a:lnTo>
                  <a:pt x="22" y="52"/>
                </a:lnTo>
                <a:lnTo>
                  <a:pt x="24" y="53"/>
                </a:lnTo>
                <a:lnTo>
                  <a:pt x="22" y="54"/>
                </a:lnTo>
                <a:lnTo>
                  <a:pt x="22" y="55"/>
                </a:lnTo>
                <a:lnTo>
                  <a:pt x="22" y="56"/>
                </a:lnTo>
                <a:lnTo>
                  <a:pt x="21" y="56"/>
                </a:lnTo>
                <a:lnTo>
                  <a:pt x="17" y="55"/>
                </a:lnTo>
                <a:lnTo>
                  <a:pt x="17" y="54"/>
                </a:lnTo>
                <a:lnTo>
                  <a:pt x="16" y="53"/>
                </a:lnTo>
                <a:lnTo>
                  <a:pt x="15" y="52"/>
                </a:lnTo>
                <a:lnTo>
                  <a:pt x="14" y="52"/>
                </a:lnTo>
                <a:lnTo>
                  <a:pt x="11" y="52"/>
                </a:lnTo>
                <a:lnTo>
                  <a:pt x="11" y="51"/>
                </a:lnTo>
                <a:lnTo>
                  <a:pt x="10" y="51"/>
                </a:lnTo>
                <a:lnTo>
                  <a:pt x="10" y="50"/>
                </a:lnTo>
                <a:lnTo>
                  <a:pt x="9" y="50"/>
                </a:lnTo>
                <a:lnTo>
                  <a:pt x="8" y="50"/>
                </a:lnTo>
                <a:lnTo>
                  <a:pt x="8" y="49"/>
                </a:lnTo>
                <a:lnTo>
                  <a:pt x="8" y="48"/>
                </a:lnTo>
                <a:lnTo>
                  <a:pt x="9" y="47"/>
                </a:lnTo>
                <a:lnTo>
                  <a:pt x="8" y="46"/>
                </a:lnTo>
                <a:lnTo>
                  <a:pt x="7" y="46"/>
                </a:lnTo>
                <a:lnTo>
                  <a:pt x="7" y="47"/>
                </a:lnTo>
                <a:lnTo>
                  <a:pt x="6" y="48"/>
                </a:lnTo>
                <a:lnTo>
                  <a:pt x="6" y="49"/>
                </a:lnTo>
                <a:lnTo>
                  <a:pt x="5" y="48"/>
                </a:lnTo>
                <a:lnTo>
                  <a:pt x="5" y="47"/>
                </a:lnTo>
                <a:lnTo>
                  <a:pt x="4" y="47"/>
                </a:lnTo>
                <a:lnTo>
                  <a:pt x="4" y="48"/>
                </a:lnTo>
                <a:lnTo>
                  <a:pt x="4" y="47"/>
                </a:lnTo>
                <a:lnTo>
                  <a:pt x="4" y="48"/>
                </a:lnTo>
                <a:lnTo>
                  <a:pt x="3" y="47"/>
                </a:lnTo>
                <a:lnTo>
                  <a:pt x="4" y="47"/>
                </a:lnTo>
                <a:lnTo>
                  <a:pt x="4" y="46"/>
                </a:lnTo>
                <a:lnTo>
                  <a:pt x="4" y="45"/>
                </a:lnTo>
                <a:lnTo>
                  <a:pt x="4" y="44"/>
                </a:lnTo>
                <a:lnTo>
                  <a:pt x="5" y="44"/>
                </a:lnTo>
                <a:lnTo>
                  <a:pt x="5" y="43"/>
                </a:lnTo>
                <a:lnTo>
                  <a:pt x="5" y="42"/>
                </a:lnTo>
                <a:lnTo>
                  <a:pt x="5" y="41"/>
                </a:lnTo>
                <a:lnTo>
                  <a:pt x="6" y="41"/>
                </a:lnTo>
                <a:lnTo>
                  <a:pt x="5" y="41"/>
                </a:lnTo>
                <a:lnTo>
                  <a:pt x="5" y="42"/>
                </a:lnTo>
                <a:lnTo>
                  <a:pt x="4" y="42"/>
                </a:lnTo>
                <a:lnTo>
                  <a:pt x="4" y="43"/>
                </a:lnTo>
                <a:lnTo>
                  <a:pt x="4" y="44"/>
                </a:lnTo>
                <a:lnTo>
                  <a:pt x="3" y="44"/>
                </a:lnTo>
                <a:lnTo>
                  <a:pt x="3" y="45"/>
                </a:lnTo>
                <a:lnTo>
                  <a:pt x="2" y="45"/>
                </a:lnTo>
                <a:lnTo>
                  <a:pt x="2" y="44"/>
                </a:lnTo>
                <a:lnTo>
                  <a:pt x="2" y="43"/>
                </a:lnTo>
                <a:lnTo>
                  <a:pt x="1" y="42"/>
                </a:lnTo>
                <a:lnTo>
                  <a:pt x="2" y="42"/>
                </a:lnTo>
                <a:lnTo>
                  <a:pt x="2" y="40"/>
                </a:lnTo>
                <a:lnTo>
                  <a:pt x="2" y="39"/>
                </a:lnTo>
                <a:lnTo>
                  <a:pt x="2" y="38"/>
                </a:lnTo>
                <a:lnTo>
                  <a:pt x="3" y="37"/>
                </a:lnTo>
                <a:lnTo>
                  <a:pt x="4" y="36"/>
                </a:lnTo>
                <a:lnTo>
                  <a:pt x="4" y="37"/>
                </a:lnTo>
                <a:lnTo>
                  <a:pt x="5" y="36"/>
                </a:lnTo>
                <a:lnTo>
                  <a:pt x="5" y="34"/>
                </a:lnTo>
                <a:lnTo>
                  <a:pt x="6" y="34"/>
                </a:lnTo>
                <a:lnTo>
                  <a:pt x="7" y="34"/>
                </a:lnTo>
                <a:lnTo>
                  <a:pt x="8" y="35"/>
                </a:lnTo>
                <a:lnTo>
                  <a:pt x="9" y="34"/>
                </a:lnTo>
                <a:lnTo>
                  <a:pt x="10" y="33"/>
                </a:lnTo>
                <a:lnTo>
                  <a:pt x="11" y="34"/>
                </a:lnTo>
                <a:lnTo>
                  <a:pt x="12" y="34"/>
                </a:lnTo>
                <a:lnTo>
                  <a:pt x="12" y="35"/>
                </a:lnTo>
                <a:lnTo>
                  <a:pt x="13" y="35"/>
                </a:lnTo>
                <a:lnTo>
                  <a:pt x="13" y="34"/>
                </a:lnTo>
                <a:lnTo>
                  <a:pt x="13" y="33"/>
                </a:lnTo>
                <a:lnTo>
                  <a:pt x="12" y="33"/>
                </a:lnTo>
                <a:lnTo>
                  <a:pt x="9" y="33"/>
                </a:lnTo>
                <a:lnTo>
                  <a:pt x="7" y="32"/>
                </a:lnTo>
                <a:lnTo>
                  <a:pt x="7" y="31"/>
                </a:lnTo>
                <a:lnTo>
                  <a:pt x="7" y="30"/>
                </a:lnTo>
                <a:lnTo>
                  <a:pt x="7" y="25"/>
                </a:lnTo>
                <a:lnTo>
                  <a:pt x="6" y="23"/>
                </a:lnTo>
                <a:lnTo>
                  <a:pt x="5" y="21"/>
                </a:lnTo>
                <a:lnTo>
                  <a:pt x="4" y="21"/>
                </a:lnTo>
                <a:lnTo>
                  <a:pt x="3" y="21"/>
                </a:lnTo>
                <a:lnTo>
                  <a:pt x="2" y="21"/>
                </a:lnTo>
                <a:lnTo>
                  <a:pt x="1" y="20"/>
                </a:lnTo>
                <a:lnTo>
                  <a:pt x="1" y="19"/>
                </a:lnTo>
                <a:lnTo>
                  <a:pt x="0" y="17"/>
                </a:lnTo>
                <a:lnTo>
                  <a:pt x="0" y="16"/>
                </a:lnTo>
                <a:lnTo>
                  <a:pt x="0" y="17"/>
                </a:lnTo>
                <a:lnTo>
                  <a:pt x="1" y="16"/>
                </a:lnTo>
                <a:lnTo>
                  <a:pt x="2" y="13"/>
                </a:lnTo>
                <a:lnTo>
                  <a:pt x="2" y="12"/>
                </a:lnTo>
                <a:lnTo>
                  <a:pt x="4" y="11"/>
                </a:lnTo>
                <a:lnTo>
                  <a:pt x="4" y="12"/>
                </a:lnTo>
                <a:lnTo>
                  <a:pt x="5" y="12"/>
                </a:lnTo>
                <a:lnTo>
                  <a:pt x="6" y="11"/>
                </a:lnTo>
                <a:lnTo>
                  <a:pt x="6" y="10"/>
                </a:lnTo>
                <a:lnTo>
                  <a:pt x="6" y="9"/>
                </a:lnTo>
                <a:lnTo>
                  <a:pt x="8" y="5"/>
                </a:lnTo>
                <a:lnTo>
                  <a:pt x="9" y="6"/>
                </a:lnTo>
                <a:lnTo>
                  <a:pt x="9" y="8"/>
                </a:lnTo>
                <a:lnTo>
                  <a:pt x="10" y="9"/>
                </a:lnTo>
                <a:lnTo>
                  <a:pt x="11" y="9"/>
                </a:lnTo>
                <a:lnTo>
                  <a:pt x="10" y="8"/>
                </a:lnTo>
                <a:lnTo>
                  <a:pt x="10" y="6"/>
                </a:lnTo>
                <a:lnTo>
                  <a:pt x="10" y="5"/>
                </a:lnTo>
                <a:lnTo>
                  <a:pt x="11" y="4"/>
                </a:lnTo>
                <a:lnTo>
                  <a:pt x="12" y="2"/>
                </a:lnTo>
                <a:lnTo>
                  <a:pt x="13" y="2"/>
                </a:lnTo>
                <a:lnTo>
                  <a:pt x="17" y="0"/>
                </a:lnTo>
                <a:lnTo>
                  <a:pt x="16" y="3"/>
                </a:lnTo>
                <a:lnTo>
                  <a:pt x="15" y="4"/>
                </a:lnTo>
                <a:lnTo>
                  <a:pt x="14" y="5"/>
                </a:lnTo>
                <a:lnTo>
                  <a:pt x="14" y="6"/>
                </a:lnTo>
                <a:lnTo>
                  <a:pt x="15" y="1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" name=""/>
          <p:cNvSpPr/>
          <p:nvPr/>
        </p:nvSpPr>
        <p:spPr>
          <a:xfrm>
            <a:off x="5245560" y="232344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3" y="6"/>
                </a:move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5" y="6"/>
                </a:lnTo>
                <a:lnTo>
                  <a:pt x="3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" name=""/>
          <p:cNvSpPr/>
          <p:nvPr/>
        </p:nvSpPr>
        <p:spPr>
          <a:xfrm>
            <a:off x="5231160" y="2321280"/>
            <a:ext cx="4320" cy="2880"/>
          </a:xfrm>
          <a:custGeom>
            <a:avLst/>
            <a:gdLst/>
            <a:ahLst/>
            <a:rect l="0" t="0" r="r" b="b"/>
            <a:pathLst>
              <a:path w="12" h="8">
                <a:moveTo>
                  <a:pt x="11" y="7"/>
                </a:moveTo>
                <a:lnTo>
                  <a:pt x="10" y="7"/>
                </a:lnTo>
                <a:lnTo>
                  <a:pt x="10" y="6"/>
                </a:lnTo>
                <a:lnTo>
                  <a:pt x="9" y="6"/>
                </a:lnTo>
                <a:lnTo>
                  <a:pt x="8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2" y="2"/>
                </a:lnTo>
                <a:lnTo>
                  <a:pt x="3" y="4"/>
                </a:lnTo>
                <a:lnTo>
                  <a:pt x="2" y="5"/>
                </a:lnTo>
                <a:lnTo>
                  <a:pt x="3" y="5"/>
                </a:lnTo>
                <a:lnTo>
                  <a:pt x="5" y="5"/>
                </a:lnTo>
                <a:lnTo>
                  <a:pt x="6" y="4"/>
                </a:lnTo>
                <a:lnTo>
                  <a:pt x="8" y="2"/>
                </a:lnTo>
                <a:lnTo>
                  <a:pt x="9" y="2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1" y="2"/>
                </a:lnTo>
                <a:lnTo>
                  <a:pt x="11" y="4"/>
                </a:lnTo>
                <a:lnTo>
                  <a:pt x="12" y="5"/>
                </a:lnTo>
                <a:lnTo>
                  <a:pt x="12" y="6"/>
                </a:lnTo>
                <a:lnTo>
                  <a:pt x="11" y="6"/>
                </a:lnTo>
                <a:lnTo>
                  <a:pt x="11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" name=""/>
          <p:cNvSpPr/>
          <p:nvPr/>
        </p:nvSpPr>
        <p:spPr>
          <a:xfrm>
            <a:off x="5230080" y="23212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4"/>
                </a:move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" name=""/>
          <p:cNvSpPr/>
          <p:nvPr/>
        </p:nvSpPr>
        <p:spPr>
          <a:xfrm>
            <a:off x="5230440" y="2314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0"/>
                </a:move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" name=""/>
          <p:cNvSpPr/>
          <p:nvPr/>
        </p:nvSpPr>
        <p:spPr>
          <a:xfrm>
            <a:off x="5244840" y="22960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0" y="1"/>
                </a:move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1"/>
                </a:lnTo>
                <a:lnTo>
                  <a:pt x="5" y="3"/>
                </a:lnTo>
                <a:lnTo>
                  <a:pt x="3" y="4"/>
                </a:lnTo>
                <a:lnTo>
                  <a:pt x="2" y="3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" name=""/>
          <p:cNvSpPr/>
          <p:nvPr/>
        </p:nvSpPr>
        <p:spPr>
          <a:xfrm>
            <a:off x="5241960" y="228240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4" y="2"/>
                </a:moveTo>
                <a:lnTo>
                  <a:pt x="5" y="2"/>
                </a:lnTo>
                <a:lnTo>
                  <a:pt x="5" y="3"/>
                </a:lnTo>
                <a:lnTo>
                  <a:pt x="7" y="2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2"/>
                </a:lnTo>
                <a:lnTo>
                  <a:pt x="10" y="3"/>
                </a:lnTo>
                <a:lnTo>
                  <a:pt x="7" y="5"/>
                </a:lnTo>
                <a:lnTo>
                  <a:pt x="7" y="7"/>
                </a:lnTo>
                <a:lnTo>
                  <a:pt x="5" y="5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" name=""/>
          <p:cNvSpPr/>
          <p:nvPr/>
        </p:nvSpPr>
        <p:spPr>
          <a:xfrm>
            <a:off x="5245200" y="2277000"/>
            <a:ext cx="3240" cy="3600"/>
          </a:xfrm>
          <a:custGeom>
            <a:avLst/>
            <a:gdLst/>
            <a:ahLst/>
            <a:rect l="0" t="0" r="r" b="b"/>
            <a:pathLst>
              <a:path w="9" h="10">
                <a:moveTo>
                  <a:pt x="7" y="0"/>
                </a:move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6" y="3"/>
                </a:lnTo>
                <a:lnTo>
                  <a:pt x="6" y="4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1" y="5"/>
                </a:lnTo>
                <a:lnTo>
                  <a:pt x="1" y="6"/>
                </a:lnTo>
                <a:lnTo>
                  <a:pt x="1" y="8"/>
                </a:lnTo>
                <a:lnTo>
                  <a:pt x="1" y="9"/>
                </a:lnTo>
                <a:lnTo>
                  <a:pt x="3" y="10"/>
                </a:lnTo>
                <a:lnTo>
                  <a:pt x="1" y="10"/>
                </a:lnTo>
                <a:lnTo>
                  <a:pt x="0" y="10"/>
                </a:lnTo>
                <a:lnTo>
                  <a:pt x="0" y="9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3" y="3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" name=""/>
          <p:cNvSpPr/>
          <p:nvPr/>
        </p:nvSpPr>
        <p:spPr>
          <a:xfrm>
            <a:off x="5245200" y="2273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" name=""/>
          <p:cNvSpPr/>
          <p:nvPr/>
        </p:nvSpPr>
        <p:spPr>
          <a:xfrm>
            <a:off x="5237280" y="22644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2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" name=""/>
          <p:cNvSpPr/>
          <p:nvPr/>
        </p:nvSpPr>
        <p:spPr>
          <a:xfrm>
            <a:off x="5238720" y="226404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2" y="6"/>
                </a:moveTo>
                <a:lnTo>
                  <a:pt x="0" y="4"/>
                </a:lnTo>
                <a:lnTo>
                  <a:pt x="2" y="4"/>
                </a:lnTo>
                <a:lnTo>
                  <a:pt x="3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" name=""/>
          <p:cNvSpPr/>
          <p:nvPr/>
        </p:nvSpPr>
        <p:spPr>
          <a:xfrm>
            <a:off x="5245560" y="225540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6" y="7"/>
                </a:moveTo>
                <a:lnTo>
                  <a:pt x="6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3"/>
                </a:lnTo>
                <a:lnTo>
                  <a:pt x="2" y="2"/>
                </a:lnTo>
                <a:lnTo>
                  <a:pt x="3" y="1"/>
                </a:lnTo>
                <a:lnTo>
                  <a:pt x="4" y="1"/>
                </a:lnTo>
                <a:lnTo>
                  <a:pt x="5" y="2"/>
                </a:lnTo>
                <a:lnTo>
                  <a:pt x="6" y="1"/>
                </a:lnTo>
                <a:lnTo>
                  <a:pt x="6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8" y="5"/>
                </a:lnTo>
                <a:lnTo>
                  <a:pt x="8" y="6"/>
                </a:lnTo>
                <a:lnTo>
                  <a:pt x="6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" name=""/>
          <p:cNvSpPr/>
          <p:nvPr/>
        </p:nvSpPr>
        <p:spPr>
          <a:xfrm>
            <a:off x="5230080" y="22543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2"/>
                </a:move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" name=""/>
          <p:cNvSpPr/>
          <p:nvPr/>
        </p:nvSpPr>
        <p:spPr>
          <a:xfrm>
            <a:off x="5243400" y="22536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4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3" y="2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" name=""/>
          <p:cNvSpPr/>
          <p:nvPr/>
        </p:nvSpPr>
        <p:spPr>
          <a:xfrm>
            <a:off x="5236920" y="2247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" name=""/>
          <p:cNvSpPr/>
          <p:nvPr/>
        </p:nvSpPr>
        <p:spPr>
          <a:xfrm>
            <a:off x="5235480" y="224424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9" y="0"/>
                </a:moveTo>
                <a:lnTo>
                  <a:pt x="9" y="1"/>
                </a:lnTo>
                <a:lnTo>
                  <a:pt x="8" y="2"/>
                </a:lnTo>
                <a:lnTo>
                  <a:pt x="8" y="4"/>
                </a:lnTo>
                <a:lnTo>
                  <a:pt x="7" y="5"/>
                </a:lnTo>
                <a:lnTo>
                  <a:pt x="8" y="5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9" y="7"/>
                </a:lnTo>
                <a:lnTo>
                  <a:pt x="8" y="7"/>
                </a:lnTo>
                <a:lnTo>
                  <a:pt x="8" y="6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6" y="5"/>
                </a:lnTo>
                <a:lnTo>
                  <a:pt x="4" y="5"/>
                </a:lnTo>
                <a:lnTo>
                  <a:pt x="6" y="5"/>
                </a:lnTo>
                <a:lnTo>
                  <a:pt x="4" y="5"/>
                </a:lnTo>
                <a:lnTo>
                  <a:pt x="4" y="4"/>
                </a:lnTo>
                <a:lnTo>
                  <a:pt x="3" y="5"/>
                </a:lnTo>
                <a:lnTo>
                  <a:pt x="1" y="4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" name=""/>
          <p:cNvSpPr/>
          <p:nvPr/>
        </p:nvSpPr>
        <p:spPr>
          <a:xfrm>
            <a:off x="5247720" y="229608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5" y="2"/>
                </a:moveTo>
                <a:lnTo>
                  <a:pt x="5" y="4"/>
                </a:lnTo>
                <a:lnTo>
                  <a:pt x="3" y="6"/>
                </a:lnTo>
                <a:lnTo>
                  <a:pt x="0" y="7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" name=""/>
          <p:cNvSpPr/>
          <p:nvPr/>
        </p:nvSpPr>
        <p:spPr>
          <a:xfrm>
            <a:off x="5246640" y="2275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" name=""/>
          <p:cNvSpPr/>
          <p:nvPr/>
        </p:nvSpPr>
        <p:spPr>
          <a:xfrm>
            <a:off x="5275800" y="2261520"/>
            <a:ext cx="3240" cy="2160"/>
          </a:xfrm>
          <a:custGeom>
            <a:avLst/>
            <a:gdLst/>
            <a:ahLst/>
            <a:rect l="0" t="0" r="r" b="b"/>
            <a:pathLst>
              <a:path w="9" h="6">
                <a:moveTo>
                  <a:pt x="5" y="3"/>
                </a:move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8" y="3"/>
                </a:lnTo>
                <a:lnTo>
                  <a:pt x="8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6" y="4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4" y="5"/>
                </a:lnTo>
                <a:lnTo>
                  <a:pt x="4" y="4"/>
                </a:lnTo>
                <a:lnTo>
                  <a:pt x="3" y="3"/>
                </a:lnTo>
                <a:lnTo>
                  <a:pt x="3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" name=""/>
          <p:cNvSpPr/>
          <p:nvPr/>
        </p:nvSpPr>
        <p:spPr>
          <a:xfrm>
            <a:off x="5252400" y="22564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2"/>
                </a:move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" name=""/>
          <p:cNvSpPr/>
          <p:nvPr/>
        </p:nvSpPr>
        <p:spPr>
          <a:xfrm>
            <a:off x="5252400" y="22528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3"/>
                </a:moveTo>
                <a:lnTo>
                  <a:pt x="2" y="1"/>
                </a:lnTo>
                <a:lnTo>
                  <a:pt x="2" y="0"/>
                </a:lnTo>
                <a:lnTo>
                  <a:pt x="3" y="3"/>
                </a:lnTo>
                <a:lnTo>
                  <a:pt x="4" y="3"/>
                </a:lnTo>
                <a:lnTo>
                  <a:pt x="3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" name=""/>
          <p:cNvSpPr/>
          <p:nvPr/>
        </p:nvSpPr>
        <p:spPr>
          <a:xfrm>
            <a:off x="5252760" y="22518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1"/>
                </a:moveTo>
                <a:lnTo>
                  <a:pt x="3" y="0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" name=""/>
          <p:cNvSpPr/>
          <p:nvPr/>
        </p:nvSpPr>
        <p:spPr>
          <a:xfrm>
            <a:off x="5250600" y="2248560"/>
            <a:ext cx="3600" cy="4320"/>
          </a:xfrm>
          <a:custGeom>
            <a:avLst/>
            <a:gdLst/>
            <a:ahLst/>
            <a:rect l="0" t="0" r="r" b="b"/>
            <a:pathLst>
              <a:path w="10" h="12">
                <a:moveTo>
                  <a:pt x="7" y="6"/>
                </a:moveTo>
                <a:lnTo>
                  <a:pt x="6" y="7"/>
                </a:lnTo>
                <a:lnTo>
                  <a:pt x="6" y="9"/>
                </a:lnTo>
                <a:lnTo>
                  <a:pt x="7" y="9"/>
                </a:lnTo>
                <a:lnTo>
                  <a:pt x="7" y="10"/>
                </a:lnTo>
                <a:lnTo>
                  <a:pt x="6" y="10"/>
                </a:lnTo>
                <a:lnTo>
                  <a:pt x="5" y="11"/>
                </a:lnTo>
                <a:lnTo>
                  <a:pt x="5" y="12"/>
                </a:lnTo>
                <a:lnTo>
                  <a:pt x="4" y="12"/>
                </a:lnTo>
                <a:lnTo>
                  <a:pt x="2" y="11"/>
                </a:lnTo>
                <a:lnTo>
                  <a:pt x="0" y="10"/>
                </a:lnTo>
                <a:lnTo>
                  <a:pt x="0" y="9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5" y="6"/>
                </a:lnTo>
                <a:lnTo>
                  <a:pt x="5" y="5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10" y="2"/>
                </a:lnTo>
                <a:lnTo>
                  <a:pt x="10" y="3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7" y="7"/>
                </a:lnTo>
                <a:lnTo>
                  <a:pt x="7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" name=""/>
          <p:cNvSpPr/>
          <p:nvPr/>
        </p:nvSpPr>
        <p:spPr>
          <a:xfrm>
            <a:off x="5265000" y="22435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" name=""/>
          <p:cNvSpPr/>
          <p:nvPr/>
        </p:nvSpPr>
        <p:spPr>
          <a:xfrm>
            <a:off x="5262840" y="2243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" name=""/>
          <p:cNvSpPr/>
          <p:nvPr/>
        </p:nvSpPr>
        <p:spPr>
          <a:xfrm>
            <a:off x="5249520" y="22420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" name=""/>
          <p:cNvSpPr/>
          <p:nvPr/>
        </p:nvSpPr>
        <p:spPr>
          <a:xfrm>
            <a:off x="5266440" y="2240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" name=""/>
          <p:cNvSpPr/>
          <p:nvPr/>
        </p:nvSpPr>
        <p:spPr>
          <a:xfrm>
            <a:off x="5263920" y="22388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2" y="4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3" y="3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" name=""/>
          <p:cNvSpPr/>
          <p:nvPr/>
        </p:nvSpPr>
        <p:spPr>
          <a:xfrm>
            <a:off x="5249520" y="22338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3"/>
                </a:move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1" y="4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" name=""/>
          <p:cNvSpPr/>
          <p:nvPr/>
        </p:nvSpPr>
        <p:spPr>
          <a:xfrm>
            <a:off x="5247720" y="2232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" name=""/>
          <p:cNvSpPr/>
          <p:nvPr/>
        </p:nvSpPr>
        <p:spPr>
          <a:xfrm>
            <a:off x="5253480" y="2227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" name=""/>
          <p:cNvSpPr/>
          <p:nvPr/>
        </p:nvSpPr>
        <p:spPr>
          <a:xfrm>
            <a:off x="5254920" y="22233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0"/>
                </a:moveTo>
                <a:lnTo>
                  <a:pt x="4" y="3"/>
                </a:lnTo>
                <a:lnTo>
                  <a:pt x="2" y="3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5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" name=""/>
          <p:cNvSpPr/>
          <p:nvPr/>
        </p:nvSpPr>
        <p:spPr>
          <a:xfrm>
            <a:off x="5257440" y="222264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0" y="3"/>
                </a:move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" name=""/>
          <p:cNvSpPr/>
          <p:nvPr/>
        </p:nvSpPr>
        <p:spPr>
          <a:xfrm>
            <a:off x="5259600" y="2220120"/>
            <a:ext cx="5400" cy="3960"/>
          </a:xfrm>
          <a:custGeom>
            <a:avLst/>
            <a:gdLst/>
            <a:ahLst/>
            <a:rect l="0" t="0" r="r" b="b"/>
            <a:pathLst>
              <a:path w="15" h="11">
                <a:moveTo>
                  <a:pt x="6" y="1"/>
                </a:moveTo>
                <a:lnTo>
                  <a:pt x="7" y="1"/>
                </a:lnTo>
                <a:lnTo>
                  <a:pt x="8" y="1"/>
                </a:lnTo>
                <a:lnTo>
                  <a:pt x="10" y="2"/>
                </a:lnTo>
                <a:lnTo>
                  <a:pt x="11" y="4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3" y="7"/>
                </a:lnTo>
                <a:lnTo>
                  <a:pt x="14" y="7"/>
                </a:lnTo>
                <a:lnTo>
                  <a:pt x="15" y="7"/>
                </a:lnTo>
                <a:lnTo>
                  <a:pt x="15" y="8"/>
                </a:lnTo>
                <a:lnTo>
                  <a:pt x="13" y="8"/>
                </a:lnTo>
                <a:lnTo>
                  <a:pt x="13" y="7"/>
                </a:lnTo>
                <a:lnTo>
                  <a:pt x="12" y="8"/>
                </a:lnTo>
                <a:lnTo>
                  <a:pt x="11" y="9"/>
                </a:lnTo>
                <a:lnTo>
                  <a:pt x="10" y="9"/>
                </a:lnTo>
                <a:lnTo>
                  <a:pt x="8" y="10"/>
                </a:lnTo>
                <a:lnTo>
                  <a:pt x="7" y="11"/>
                </a:lnTo>
                <a:lnTo>
                  <a:pt x="7" y="10"/>
                </a:lnTo>
                <a:lnTo>
                  <a:pt x="5" y="10"/>
                </a:lnTo>
                <a:lnTo>
                  <a:pt x="4" y="10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F5F5F5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" name=""/>
          <p:cNvSpPr/>
          <p:nvPr/>
        </p:nvSpPr>
        <p:spPr>
          <a:xfrm>
            <a:off x="5259600" y="2220120"/>
            <a:ext cx="5400" cy="3960"/>
          </a:xfrm>
          <a:custGeom>
            <a:avLst/>
            <a:gdLst/>
            <a:ahLst/>
            <a:rect l="0" t="0" r="r" b="b"/>
            <a:pathLst>
              <a:path w="15" h="11">
                <a:moveTo>
                  <a:pt x="6" y="1"/>
                </a:moveTo>
                <a:lnTo>
                  <a:pt x="7" y="1"/>
                </a:lnTo>
                <a:lnTo>
                  <a:pt x="8" y="1"/>
                </a:lnTo>
                <a:lnTo>
                  <a:pt x="10" y="2"/>
                </a:lnTo>
                <a:lnTo>
                  <a:pt x="11" y="4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3" y="7"/>
                </a:lnTo>
                <a:lnTo>
                  <a:pt x="14" y="7"/>
                </a:lnTo>
                <a:lnTo>
                  <a:pt x="15" y="7"/>
                </a:lnTo>
                <a:lnTo>
                  <a:pt x="15" y="8"/>
                </a:lnTo>
                <a:lnTo>
                  <a:pt x="13" y="8"/>
                </a:lnTo>
                <a:lnTo>
                  <a:pt x="13" y="7"/>
                </a:lnTo>
                <a:lnTo>
                  <a:pt x="12" y="8"/>
                </a:lnTo>
                <a:lnTo>
                  <a:pt x="11" y="9"/>
                </a:lnTo>
                <a:lnTo>
                  <a:pt x="10" y="9"/>
                </a:lnTo>
                <a:lnTo>
                  <a:pt x="8" y="10"/>
                </a:lnTo>
                <a:lnTo>
                  <a:pt x="7" y="11"/>
                </a:lnTo>
                <a:lnTo>
                  <a:pt x="7" y="10"/>
                </a:lnTo>
                <a:lnTo>
                  <a:pt x="5" y="10"/>
                </a:lnTo>
                <a:lnTo>
                  <a:pt x="4" y="10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noFill/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" name=""/>
          <p:cNvSpPr/>
          <p:nvPr/>
        </p:nvSpPr>
        <p:spPr>
          <a:xfrm>
            <a:off x="5263200" y="2220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" name=""/>
          <p:cNvSpPr/>
          <p:nvPr/>
        </p:nvSpPr>
        <p:spPr>
          <a:xfrm>
            <a:off x="5284440" y="2214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" name=""/>
          <p:cNvSpPr/>
          <p:nvPr/>
        </p:nvSpPr>
        <p:spPr>
          <a:xfrm>
            <a:off x="5283000" y="2213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1" y="2"/>
                </a:lnTo>
                <a:lnTo>
                  <a:pt x="1" y="4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" name=""/>
          <p:cNvSpPr/>
          <p:nvPr/>
        </p:nvSpPr>
        <p:spPr>
          <a:xfrm>
            <a:off x="5263200" y="220932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0" y="3"/>
                </a:move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6" y="0"/>
                </a:lnTo>
                <a:lnTo>
                  <a:pt x="4" y="1"/>
                </a:lnTo>
                <a:lnTo>
                  <a:pt x="3" y="3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" name=""/>
          <p:cNvSpPr/>
          <p:nvPr/>
        </p:nvSpPr>
        <p:spPr>
          <a:xfrm>
            <a:off x="5261040" y="2201760"/>
            <a:ext cx="3960" cy="3960"/>
          </a:xfrm>
          <a:custGeom>
            <a:avLst/>
            <a:gdLst/>
            <a:ahLst/>
            <a:rect l="0" t="0" r="r" b="b"/>
            <a:pathLst>
              <a:path w="11" h="11">
                <a:moveTo>
                  <a:pt x="3" y="0"/>
                </a:moveTo>
                <a:lnTo>
                  <a:pt x="3" y="1"/>
                </a:lnTo>
                <a:lnTo>
                  <a:pt x="3" y="2"/>
                </a:lnTo>
                <a:lnTo>
                  <a:pt x="4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8"/>
                </a:lnTo>
                <a:lnTo>
                  <a:pt x="11" y="8"/>
                </a:lnTo>
                <a:lnTo>
                  <a:pt x="11" y="10"/>
                </a:lnTo>
                <a:lnTo>
                  <a:pt x="10" y="8"/>
                </a:lnTo>
                <a:lnTo>
                  <a:pt x="9" y="8"/>
                </a:lnTo>
                <a:lnTo>
                  <a:pt x="9" y="10"/>
                </a:lnTo>
                <a:lnTo>
                  <a:pt x="9" y="11"/>
                </a:lnTo>
                <a:lnTo>
                  <a:pt x="8" y="11"/>
                </a:lnTo>
                <a:lnTo>
                  <a:pt x="8" y="10"/>
                </a:lnTo>
                <a:lnTo>
                  <a:pt x="8" y="8"/>
                </a:lnTo>
                <a:lnTo>
                  <a:pt x="6" y="7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" name=""/>
          <p:cNvSpPr/>
          <p:nvPr/>
        </p:nvSpPr>
        <p:spPr>
          <a:xfrm>
            <a:off x="5253480" y="22003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" name=""/>
          <p:cNvSpPr/>
          <p:nvPr/>
        </p:nvSpPr>
        <p:spPr>
          <a:xfrm>
            <a:off x="4818240" y="2024280"/>
            <a:ext cx="309240" cy="425880"/>
          </a:xfrm>
          <a:custGeom>
            <a:avLst/>
            <a:gdLst/>
            <a:ahLst/>
            <a:rect l="0" t="0" r="r" b="b"/>
            <a:pathLst>
              <a:path w="859" h="1183">
                <a:moveTo>
                  <a:pt x="497" y="1"/>
                </a:moveTo>
                <a:lnTo>
                  <a:pt x="498" y="2"/>
                </a:lnTo>
                <a:lnTo>
                  <a:pt x="499" y="2"/>
                </a:lnTo>
                <a:lnTo>
                  <a:pt x="500" y="2"/>
                </a:lnTo>
                <a:lnTo>
                  <a:pt x="501" y="2"/>
                </a:lnTo>
                <a:lnTo>
                  <a:pt x="501" y="3"/>
                </a:lnTo>
                <a:lnTo>
                  <a:pt x="502" y="3"/>
                </a:lnTo>
                <a:lnTo>
                  <a:pt x="504" y="3"/>
                </a:lnTo>
                <a:lnTo>
                  <a:pt x="505" y="3"/>
                </a:lnTo>
                <a:lnTo>
                  <a:pt x="506" y="3"/>
                </a:lnTo>
                <a:lnTo>
                  <a:pt x="507" y="3"/>
                </a:lnTo>
                <a:lnTo>
                  <a:pt x="507" y="2"/>
                </a:lnTo>
                <a:lnTo>
                  <a:pt x="508" y="2"/>
                </a:lnTo>
                <a:lnTo>
                  <a:pt x="509" y="4"/>
                </a:lnTo>
                <a:lnTo>
                  <a:pt x="510" y="4"/>
                </a:lnTo>
                <a:lnTo>
                  <a:pt x="511" y="4"/>
                </a:lnTo>
                <a:lnTo>
                  <a:pt x="512" y="4"/>
                </a:lnTo>
                <a:lnTo>
                  <a:pt x="513" y="5"/>
                </a:lnTo>
                <a:lnTo>
                  <a:pt x="514" y="7"/>
                </a:lnTo>
                <a:lnTo>
                  <a:pt x="514" y="8"/>
                </a:lnTo>
                <a:lnTo>
                  <a:pt x="515" y="9"/>
                </a:lnTo>
                <a:lnTo>
                  <a:pt x="516" y="9"/>
                </a:lnTo>
                <a:lnTo>
                  <a:pt x="516" y="10"/>
                </a:lnTo>
                <a:lnTo>
                  <a:pt x="516" y="11"/>
                </a:lnTo>
                <a:lnTo>
                  <a:pt x="517" y="11"/>
                </a:lnTo>
                <a:lnTo>
                  <a:pt x="517" y="12"/>
                </a:lnTo>
                <a:lnTo>
                  <a:pt x="516" y="12"/>
                </a:lnTo>
                <a:lnTo>
                  <a:pt x="517" y="12"/>
                </a:lnTo>
                <a:lnTo>
                  <a:pt x="518" y="12"/>
                </a:lnTo>
                <a:lnTo>
                  <a:pt x="518" y="13"/>
                </a:lnTo>
                <a:lnTo>
                  <a:pt x="518" y="14"/>
                </a:lnTo>
                <a:lnTo>
                  <a:pt x="519" y="13"/>
                </a:lnTo>
                <a:lnTo>
                  <a:pt x="520" y="13"/>
                </a:lnTo>
                <a:lnTo>
                  <a:pt x="521" y="13"/>
                </a:lnTo>
                <a:lnTo>
                  <a:pt x="522" y="12"/>
                </a:lnTo>
                <a:lnTo>
                  <a:pt x="522" y="11"/>
                </a:lnTo>
                <a:lnTo>
                  <a:pt x="522" y="10"/>
                </a:lnTo>
                <a:lnTo>
                  <a:pt x="523" y="10"/>
                </a:lnTo>
                <a:lnTo>
                  <a:pt x="523" y="12"/>
                </a:lnTo>
                <a:lnTo>
                  <a:pt x="523" y="13"/>
                </a:lnTo>
                <a:lnTo>
                  <a:pt x="523" y="14"/>
                </a:lnTo>
                <a:lnTo>
                  <a:pt x="523" y="15"/>
                </a:lnTo>
                <a:lnTo>
                  <a:pt x="523" y="16"/>
                </a:lnTo>
                <a:lnTo>
                  <a:pt x="523" y="17"/>
                </a:lnTo>
                <a:lnTo>
                  <a:pt x="524" y="18"/>
                </a:lnTo>
                <a:lnTo>
                  <a:pt x="524" y="20"/>
                </a:lnTo>
                <a:lnTo>
                  <a:pt x="525" y="21"/>
                </a:lnTo>
                <a:lnTo>
                  <a:pt x="525" y="20"/>
                </a:lnTo>
                <a:lnTo>
                  <a:pt x="525" y="19"/>
                </a:lnTo>
                <a:lnTo>
                  <a:pt x="525" y="18"/>
                </a:lnTo>
                <a:lnTo>
                  <a:pt x="526" y="18"/>
                </a:lnTo>
                <a:lnTo>
                  <a:pt x="527" y="18"/>
                </a:lnTo>
                <a:lnTo>
                  <a:pt x="528" y="18"/>
                </a:lnTo>
                <a:lnTo>
                  <a:pt x="529" y="17"/>
                </a:lnTo>
                <a:lnTo>
                  <a:pt x="530" y="15"/>
                </a:lnTo>
                <a:lnTo>
                  <a:pt x="531" y="15"/>
                </a:lnTo>
                <a:lnTo>
                  <a:pt x="532" y="16"/>
                </a:lnTo>
                <a:lnTo>
                  <a:pt x="532" y="17"/>
                </a:lnTo>
                <a:lnTo>
                  <a:pt x="533" y="16"/>
                </a:lnTo>
                <a:lnTo>
                  <a:pt x="534" y="17"/>
                </a:lnTo>
                <a:lnTo>
                  <a:pt x="534" y="18"/>
                </a:lnTo>
                <a:lnTo>
                  <a:pt x="535" y="17"/>
                </a:lnTo>
                <a:lnTo>
                  <a:pt x="536" y="17"/>
                </a:lnTo>
                <a:lnTo>
                  <a:pt x="536" y="18"/>
                </a:lnTo>
                <a:lnTo>
                  <a:pt x="536" y="19"/>
                </a:lnTo>
                <a:lnTo>
                  <a:pt x="537" y="20"/>
                </a:lnTo>
                <a:lnTo>
                  <a:pt x="537" y="21"/>
                </a:lnTo>
                <a:lnTo>
                  <a:pt x="538" y="22"/>
                </a:lnTo>
                <a:lnTo>
                  <a:pt x="537" y="23"/>
                </a:lnTo>
                <a:lnTo>
                  <a:pt x="536" y="23"/>
                </a:lnTo>
                <a:lnTo>
                  <a:pt x="536" y="24"/>
                </a:lnTo>
                <a:lnTo>
                  <a:pt x="536" y="25"/>
                </a:lnTo>
                <a:lnTo>
                  <a:pt x="536" y="27"/>
                </a:lnTo>
                <a:lnTo>
                  <a:pt x="537" y="27"/>
                </a:lnTo>
                <a:lnTo>
                  <a:pt x="537" y="28"/>
                </a:lnTo>
                <a:lnTo>
                  <a:pt x="537" y="29"/>
                </a:lnTo>
                <a:lnTo>
                  <a:pt x="536" y="29"/>
                </a:lnTo>
                <a:lnTo>
                  <a:pt x="535" y="30"/>
                </a:lnTo>
                <a:lnTo>
                  <a:pt x="535" y="31"/>
                </a:lnTo>
                <a:lnTo>
                  <a:pt x="536" y="31"/>
                </a:lnTo>
                <a:lnTo>
                  <a:pt x="536" y="33"/>
                </a:lnTo>
                <a:lnTo>
                  <a:pt x="535" y="33"/>
                </a:lnTo>
                <a:lnTo>
                  <a:pt x="535" y="34"/>
                </a:lnTo>
                <a:lnTo>
                  <a:pt x="534" y="35"/>
                </a:lnTo>
                <a:lnTo>
                  <a:pt x="534" y="36"/>
                </a:lnTo>
                <a:lnTo>
                  <a:pt x="533" y="36"/>
                </a:lnTo>
                <a:lnTo>
                  <a:pt x="533" y="37"/>
                </a:lnTo>
                <a:lnTo>
                  <a:pt x="532" y="39"/>
                </a:lnTo>
                <a:lnTo>
                  <a:pt x="531" y="39"/>
                </a:lnTo>
                <a:lnTo>
                  <a:pt x="531" y="40"/>
                </a:lnTo>
                <a:lnTo>
                  <a:pt x="531" y="41"/>
                </a:lnTo>
                <a:lnTo>
                  <a:pt x="530" y="43"/>
                </a:lnTo>
                <a:lnTo>
                  <a:pt x="529" y="44"/>
                </a:lnTo>
                <a:lnTo>
                  <a:pt x="528" y="45"/>
                </a:lnTo>
                <a:lnTo>
                  <a:pt x="527" y="45"/>
                </a:lnTo>
                <a:lnTo>
                  <a:pt x="526" y="46"/>
                </a:lnTo>
                <a:lnTo>
                  <a:pt x="526" y="47"/>
                </a:lnTo>
                <a:lnTo>
                  <a:pt x="527" y="47"/>
                </a:lnTo>
                <a:lnTo>
                  <a:pt x="527" y="48"/>
                </a:lnTo>
                <a:lnTo>
                  <a:pt x="527" y="49"/>
                </a:lnTo>
                <a:lnTo>
                  <a:pt x="526" y="50"/>
                </a:lnTo>
                <a:lnTo>
                  <a:pt x="525" y="50"/>
                </a:lnTo>
                <a:lnTo>
                  <a:pt x="524" y="50"/>
                </a:lnTo>
                <a:lnTo>
                  <a:pt x="524" y="51"/>
                </a:lnTo>
                <a:lnTo>
                  <a:pt x="524" y="52"/>
                </a:lnTo>
                <a:lnTo>
                  <a:pt x="523" y="52"/>
                </a:lnTo>
                <a:lnTo>
                  <a:pt x="523" y="53"/>
                </a:lnTo>
                <a:lnTo>
                  <a:pt x="524" y="53"/>
                </a:lnTo>
                <a:lnTo>
                  <a:pt x="523" y="54"/>
                </a:lnTo>
                <a:lnTo>
                  <a:pt x="522" y="54"/>
                </a:lnTo>
                <a:lnTo>
                  <a:pt x="521" y="55"/>
                </a:lnTo>
                <a:lnTo>
                  <a:pt x="521" y="56"/>
                </a:lnTo>
                <a:lnTo>
                  <a:pt x="520" y="56"/>
                </a:lnTo>
                <a:lnTo>
                  <a:pt x="520" y="55"/>
                </a:lnTo>
                <a:lnTo>
                  <a:pt x="519" y="55"/>
                </a:lnTo>
                <a:lnTo>
                  <a:pt x="518" y="54"/>
                </a:lnTo>
                <a:lnTo>
                  <a:pt x="517" y="54"/>
                </a:lnTo>
                <a:lnTo>
                  <a:pt x="516" y="53"/>
                </a:lnTo>
                <a:lnTo>
                  <a:pt x="516" y="54"/>
                </a:lnTo>
                <a:lnTo>
                  <a:pt x="516" y="55"/>
                </a:lnTo>
                <a:lnTo>
                  <a:pt x="515" y="55"/>
                </a:lnTo>
                <a:lnTo>
                  <a:pt x="514" y="56"/>
                </a:lnTo>
                <a:lnTo>
                  <a:pt x="513" y="57"/>
                </a:lnTo>
                <a:lnTo>
                  <a:pt x="514" y="58"/>
                </a:lnTo>
                <a:lnTo>
                  <a:pt x="513" y="58"/>
                </a:lnTo>
                <a:lnTo>
                  <a:pt x="513" y="59"/>
                </a:lnTo>
                <a:lnTo>
                  <a:pt x="512" y="60"/>
                </a:lnTo>
                <a:lnTo>
                  <a:pt x="512" y="61"/>
                </a:lnTo>
                <a:lnTo>
                  <a:pt x="511" y="61"/>
                </a:lnTo>
                <a:lnTo>
                  <a:pt x="510" y="63"/>
                </a:lnTo>
                <a:lnTo>
                  <a:pt x="509" y="64"/>
                </a:lnTo>
                <a:lnTo>
                  <a:pt x="509" y="66"/>
                </a:lnTo>
                <a:lnTo>
                  <a:pt x="508" y="67"/>
                </a:lnTo>
                <a:lnTo>
                  <a:pt x="507" y="68"/>
                </a:lnTo>
                <a:lnTo>
                  <a:pt x="506" y="68"/>
                </a:lnTo>
                <a:lnTo>
                  <a:pt x="505" y="68"/>
                </a:lnTo>
                <a:lnTo>
                  <a:pt x="504" y="69"/>
                </a:lnTo>
                <a:lnTo>
                  <a:pt x="504" y="70"/>
                </a:lnTo>
                <a:lnTo>
                  <a:pt x="504" y="71"/>
                </a:lnTo>
                <a:lnTo>
                  <a:pt x="503" y="72"/>
                </a:lnTo>
                <a:lnTo>
                  <a:pt x="504" y="73"/>
                </a:lnTo>
                <a:lnTo>
                  <a:pt x="504" y="74"/>
                </a:lnTo>
                <a:lnTo>
                  <a:pt x="503" y="74"/>
                </a:lnTo>
                <a:lnTo>
                  <a:pt x="503" y="75"/>
                </a:lnTo>
                <a:lnTo>
                  <a:pt x="503" y="76"/>
                </a:lnTo>
                <a:lnTo>
                  <a:pt x="503" y="77"/>
                </a:lnTo>
                <a:lnTo>
                  <a:pt x="502" y="77"/>
                </a:lnTo>
                <a:lnTo>
                  <a:pt x="501" y="77"/>
                </a:lnTo>
                <a:lnTo>
                  <a:pt x="500" y="77"/>
                </a:lnTo>
                <a:lnTo>
                  <a:pt x="499" y="78"/>
                </a:lnTo>
                <a:lnTo>
                  <a:pt x="499" y="79"/>
                </a:lnTo>
                <a:lnTo>
                  <a:pt x="499" y="80"/>
                </a:lnTo>
                <a:lnTo>
                  <a:pt x="500" y="80"/>
                </a:lnTo>
                <a:lnTo>
                  <a:pt x="501" y="80"/>
                </a:lnTo>
                <a:lnTo>
                  <a:pt x="503" y="80"/>
                </a:lnTo>
                <a:lnTo>
                  <a:pt x="503" y="79"/>
                </a:lnTo>
                <a:lnTo>
                  <a:pt x="504" y="79"/>
                </a:lnTo>
                <a:lnTo>
                  <a:pt x="505" y="80"/>
                </a:lnTo>
                <a:lnTo>
                  <a:pt x="506" y="81"/>
                </a:lnTo>
                <a:lnTo>
                  <a:pt x="507" y="82"/>
                </a:lnTo>
                <a:lnTo>
                  <a:pt x="506" y="82"/>
                </a:lnTo>
                <a:lnTo>
                  <a:pt x="506" y="83"/>
                </a:lnTo>
                <a:lnTo>
                  <a:pt x="505" y="83"/>
                </a:lnTo>
                <a:lnTo>
                  <a:pt x="504" y="83"/>
                </a:lnTo>
                <a:lnTo>
                  <a:pt x="504" y="84"/>
                </a:lnTo>
                <a:lnTo>
                  <a:pt x="503" y="85"/>
                </a:lnTo>
                <a:lnTo>
                  <a:pt x="502" y="86"/>
                </a:lnTo>
                <a:lnTo>
                  <a:pt x="501" y="89"/>
                </a:lnTo>
                <a:lnTo>
                  <a:pt x="502" y="91"/>
                </a:lnTo>
                <a:lnTo>
                  <a:pt x="503" y="91"/>
                </a:lnTo>
                <a:lnTo>
                  <a:pt x="504" y="92"/>
                </a:lnTo>
                <a:lnTo>
                  <a:pt x="506" y="93"/>
                </a:lnTo>
                <a:lnTo>
                  <a:pt x="507" y="93"/>
                </a:lnTo>
                <a:lnTo>
                  <a:pt x="508" y="96"/>
                </a:lnTo>
                <a:lnTo>
                  <a:pt x="507" y="96"/>
                </a:lnTo>
                <a:lnTo>
                  <a:pt x="507" y="97"/>
                </a:lnTo>
                <a:lnTo>
                  <a:pt x="507" y="98"/>
                </a:lnTo>
                <a:lnTo>
                  <a:pt x="508" y="97"/>
                </a:lnTo>
                <a:lnTo>
                  <a:pt x="509" y="97"/>
                </a:lnTo>
                <a:lnTo>
                  <a:pt x="510" y="97"/>
                </a:lnTo>
                <a:lnTo>
                  <a:pt x="512" y="98"/>
                </a:lnTo>
                <a:lnTo>
                  <a:pt x="513" y="98"/>
                </a:lnTo>
                <a:lnTo>
                  <a:pt x="514" y="100"/>
                </a:lnTo>
                <a:lnTo>
                  <a:pt x="515" y="101"/>
                </a:lnTo>
                <a:lnTo>
                  <a:pt x="515" y="102"/>
                </a:lnTo>
                <a:lnTo>
                  <a:pt x="515" y="103"/>
                </a:lnTo>
                <a:lnTo>
                  <a:pt x="516" y="104"/>
                </a:lnTo>
                <a:lnTo>
                  <a:pt x="516" y="103"/>
                </a:lnTo>
                <a:lnTo>
                  <a:pt x="516" y="102"/>
                </a:lnTo>
                <a:lnTo>
                  <a:pt x="516" y="101"/>
                </a:lnTo>
                <a:lnTo>
                  <a:pt x="517" y="101"/>
                </a:lnTo>
                <a:lnTo>
                  <a:pt x="517" y="100"/>
                </a:lnTo>
                <a:lnTo>
                  <a:pt x="518" y="99"/>
                </a:lnTo>
                <a:lnTo>
                  <a:pt x="517" y="99"/>
                </a:lnTo>
                <a:lnTo>
                  <a:pt x="517" y="98"/>
                </a:lnTo>
                <a:lnTo>
                  <a:pt x="518" y="97"/>
                </a:lnTo>
                <a:lnTo>
                  <a:pt x="519" y="97"/>
                </a:lnTo>
                <a:lnTo>
                  <a:pt x="520" y="97"/>
                </a:lnTo>
                <a:lnTo>
                  <a:pt x="521" y="97"/>
                </a:lnTo>
                <a:lnTo>
                  <a:pt x="520" y="97"/>
                </a:lnTo>
                <a:lnTo>
                  <a:pt x="521" y="97"/>
                </a:lnTo>
                <a:lnTo>
                  <a:pt x="521" y="98"/>
                </a:lnTo>
                <a:lnTo>
                  <a:pt x="521" y="96"/>
                </a:lnTo>
                <a:lnTo>
                  <a:pt x="521" y="95"/>
                </a:lnTo>
                <a:lnTo>
                  <a:pt x="522" y="95"/>
                </a:lnTo>
                <a:lnTo>
                  <a:pt x="523" y="95"/>
                </a:lnTo>
                <a:lnTo>
                  <a:pt x="523" y="96"/>
                </a:lnTo>
                <a:lnTo>
                  <a:pt x="523" y="97"/>
                </a:lnTo>
                <a:lnTo>
                  <a:pt x="524" y="96"/>
                </a:lnTo>
                <a:lnTo>
                  <a:pt x="525" y="97"/>
                </a:lnTo>
                <a:lnTo>
                  <a:pt x="526" y="97"/>
                </a:lnTo>
                <a:lnTo>
                  <a:pt x="525" y="97"/>
                </a:lnTo>
                <a:lnTo>
                  <a:pt x="525" y="99"/>
                </a:lnTo>
                <a:lnTo>
                  <a:pt x="525" y="100"/>
                </a:lnTo>
                <a:lnTo>
                  <a:pt x="525" y="101"/>
                </a:lnTo>
                <a:lnTo>
                  <a:pt x="526" y="102"/>
                </a:lnTo>
                <a:lnTo>
                  <a:pt x="527" y="101"/>
                </a:lnTo>
                <a:lnTo>
                  <a:pt x="528" y="102"/>
                </a:lnTo>
                <a:lnTo>
                  <a:pt x="529" y="103"/>
                </a:lnTo>
                <a:lnTo>
                  <a:pt x="529" y="102"/>
                </a:lnTo>
                <a:lnTo>
                  <a:pt x="530" y="102"/>
                </a:lnTo>
                <a:lnTo>
                  <a:pt x="531" y="101"/>
                </a:lnTo>
                <a:lnTo>
                  <a:pt x="532" y="102"/>
                </a:lnTo>
                <a:lnTo>
                  <a:pt x="532" y="101"/>
                </a:lnTo>
                <a:lnTo>
                  <a:pt x="534" y="101"/>
                </a:lnTo>
                <a:lnTo>
                  <a:pt x="535" y="100"/>
                </a:lnTo>
                <a:lnTo>
                  <a:pt x="537" y="99"/>
                </a:lnTo>
                <a:lnTo>
                  <a:pt x="537" y="98"/>
                </a:lnTo>
                <a:lnTo>
                  <a:pt x="537" y="97"/>
                </a:lnTo>
                <a:lnTo>
                  <a:pt x="538" y="96"/>
                </a:lnTo>
                <a:lnTo>
                  <a:pt x="538" y="95"/>
                </a:lnTo>
                <a:lnTo>
                  <a:pt x="539" y="94"/>
                </a:lnTo>
                <a:lnTo>
                  <a:pt x="540" y="93"/>
                </a:lnTo>
                <a:lnTo>
                  <a:pt x="541" y="91"/>
                </a:lnTo>
                <a:lnTo>
                  <a:pt x="541" y="90"/>
                </a:lnTo>
                <a:lnTo>
                  <a:pt x="542" y="90"/>
                </a:lnTo>
                <a:lnTo>
                  <a:pt x="543" y="89"/>
                </a:lnTo>
                <a:lnTo>
                  <a:pt x="544" y="88"/>
                </a:lnTo>
                <a:lnTo>
                  <a:pt x="546" y="88"/>
                </a:lnTo>
                <a:lnTo>
                  <a:pt x="546" y="87"/>
                </a:lnTo>
                <a:lnTo>
                  <a:pt x="546" y="86"/>
                </a:lnTo>
                <a:lnTo>
                  <a:pt x="547" y="85"/>
                </a:lnTo>
                <a:lnTo>
                  <a:pt x="548" y="85"/>
                </a:lnTo>
                <a:lnTo>
                  <a:pt x="549" y="84"/>
                </a:lnTo>
                <a:lnTo>
                  <a:pt x="549" y="83"/>
                </a:lnTo>
                <a:lnTo>
                  <a:pt x="549" y="82"/>
                </a:lnTo>
                <a:lnTo>
                  <a:pt x="550" y="82"/>
                </a:lnTo>
                <a:lnTo>
                  <a:pt x="551" y="83"/>
                </a:lnTo>
                <a:lnTo>
                  <a:pt x="552" y="82"/>
                </a:lnTo>
                <a:lnTo>
                  <a:pt x="552" y="81"/>
                </a:lnTo>
                <a:lnTo>
                  <a:pt x="553" y="81"/>
                </a:lnTo>
                <a:lnTo>
                  <a:pt x="554" y="81"/>
                </a:lnTo>
                <a:lnTo>
                  <a:pt x="555" y="81"/>
                </a:lnTo>
                <a:lnTo>
                  <a:pt x="556" y="80"/>
                </a:lnTo>
                <a:lnTo>
                  <a:pt x="556" y="81"/>
                </a:lnTo>
                <a:lnTo>
                  <a:pt x="557" y="81"/>
                </a:lnTo>
                <a:lnTo>
                  <a:pt x="558" y="80"/>
                </a:lnTo>
                <a:lnTo>
                  <a:pt x="557" y="80"/>
                </a:lnTo>
                <a:lnTo>
                  <a:pt x="557" y="78"/>
                </a:lnTo>
                <a:lnTo>
                  <a:pt x="558" y="78"/>
                </a:lnTo>
                <a:lnTo>
                  <a:pt x="558" y="77"/>
                </a:lnTo>
                <a:lnTo>
                  <a:pt x="559" y="76"/>
                </a:lnTo>
                <a:lnTo>
                  <a:pt x="559" y="75"/>
                </a:lnTo>
                <a:lnTo>
                  <a:pt x="559" y="74"/>
                </a:lnTo>
                <a:lnTo>
                  <a:pt x="560" y="73"/>
                </a:lnTo>
                <a:lnTo>
                  <a:pt x="561" y="73"/>
                </a:lnTo>
                <a:lnTo>
                  <a:pt x="562" y="73"/>
                </a:lnTo>
                <a:lnTo>
                  <a:pt x="563" y="72"/>
                </a:lnTo>
                <a:lnTo>
                  <a:pt x="564" y="72"/>
                </a:lnTo>
                <a:lnTo>
                  <a:pt x="565" y="72"/>
                </a:lnTo>
                <a:lnTo>
                  <a:pt x="566" y="73"/>
                </a:lnTo>
                <a:lnTo>
                  <a:pt x="567" y="73"/>
                </a:lnTo>
                <a:lnTo>
                  <a:pt x="568" y="73"/>
                </a:lnTo>
                <a:lnTo>
                  <a:pt x="568" y="72"/>
                </a:lnTo>
                <a:lnTo>
                  <a:pt x="569" y="72"/>
                </a:lnTo>
                <a:lnTo>
                  <a:pt x="570" y="71"/>
                </a:lnTo>
                <a:lnTo>
                  <a:pt x="571" y="71"/>
                </a:lnTo>
                <a:lnTo>
                  <a:pt x="572" y="71"/>
                </a:lnTo>
                <a:lnTo>
                  <a:pt x="573" y="70"/>
                </a:lnTo>
                <a:lnTo>
                  <a:pt x="573" y="69"/>
                </a:lnTo>
                <a:lnTo>
                  <a:pt x="574" y="69"/>
                </a:lnTo>
                <a:lnTo>
                  <a:pt x="575" y="68"/>
                </a:lnTo>
                <a:lnTo>
                  <a:pt x="576" y="69"/>
                </a:lnTo>
                <a:lnTo>
                  <a:pt x="576" y="68"/>
                </a:lnTo>
                <a:lnTo>
                  <a:pt x="576" y="67"/>
                </a:lnTo>
                <a:lnTo>
                  <a:pt x="577" y="67"/>
                </a:lnTo>
                <a:lnTo>
                  <a:pt x="578" y="67"/>
                </a:lnTo>
                <a:lnTo>
                  <a:pt x="579" y="67"/>
                </a:lnTo>
                <a:lnTo>
                  <a:pt x="580" y="66"/>
                </a:lnTo>
                <a:lnTo>
                  <a:pt x="580" y="65"/>
                </a:lnTo>
                <a:lnTo>
                  <a:pt x="580" y="64"/>
                </a:lnTo>
                <a:lnTo>
                  <a:pt x="581" y="64"/>
                </a:lnTo>
                <a:lnTo>
                  <a:pt x="581" y="62"/>
                </a:lnTo>
                <a:lnTo>
                  <a:pt x="580" y="60"/>
                </a:lnTo>
                <a:lnTo>
                  <a:pt x="579" y="60"/>
                </a:lnTo>
                <a:lnTo>
                  <a:pt x="578" y="60"/>
                </a:lnTo>
                <a:lnTo>
                  <a:pt x="578" y="59"/>
                </a:lnTo>
                <a:lnTo>
                  <a:pt x="577" y="58"/>
                </a:lnTo>
                <a:lnTo>
                  <a:pt x="577" y="57"/>
                </a:lnTo>
                <a:lnTo>
                  <a:pt x="578" y="57"/>
                </a:lnTo>
                <a:lnTo>
                  <a:pt x="579" y="57"/>
                </a:lnTo>
                <a:lnTo>
                  <a:pt x="579" y="56"/>
                </a:lnTo>
                <a:lnTo>
                  <a:pt x="579" y="55"/>
                </a:lnTo>
                <a:lnTo>
                  <a:pt x="579" y="54"/>
                </a:lnTo>
                <a:lnTo>
                  <a:pt x="580" y="54"/>
                </a:lnTo>
                <a:lnTo>
                  <a:pt x="581" y="53"/>
                </a:lnTo>
                <a:lnTo>
                  <a:pt x="582" y="53"/>
                </a:lnTo>
                <a:lnTo>
                  <a:pt x="582" y="51"/>
                </a:lnTo>
                <a:lnTo>
                  <a:pt x="582" y="50"/>
                </a:lnTo>
                <a:lnTo>
                  <a:pt x="582" y="49"/>
                </a:lnTo>
                <a:lnTo>
                  <a:pt x="581" y="49"/>
                </a:lnTo>
                <a:lnTo>
                  <a:pt x="580" y="49"/>
                </a:lnTo>
                <a:lnTo>
                  <a:pt x="580" y="48"/>
                </a:lnTo>
                <a:lnTo>
                  <a:pt x="579" y="47"/>
                </a:lnTo>
                <a:lnTo>
                  <a:pt x="577" y="48"/>
                </a:lnTo>
                <a:lnTo>
                  <a:pt x="576" y="47"/>
                </a:lnTo>
                <a:lnTo>
                  <a:pt x="576" y="46"/>
                </a:lnTo>
                <a:lnTo>
                  <a:pt x="575" y="46"/>
                </a:lnTo>
                <a:lnTo>
                  <a:pt x="575" y="45"/>
                </a:lnTo>
                <a:lnTo>
                  <a:pt x="574" y="44"/>
                </a:lnTo>
                <a:lnTo>
                  <a:pt x="574" y="45"/>
                </a:lnTo>
                <a:lnTo>
                  <a:pt x="573" y="45"/>
                </a:lnTo>
                <a:lnTo>
                  <a:pt x="573" y="44"/>
                </a:lnTo>
                <a:lnTo>
                  <a:pt x="572" y="44"/>
                </a:lnTo>
                <a:lnTo>
                  <a:pt x="571" y="44"/>
                </a:lnTo>
                <a:lnTo>
                  <a:pt x="570" y="44"/>
                </a:lnTo>
                <a:lnTo>
                  <a:pt x="570" y="43"/>
                </a:lnTo>
                <a:lnTo>
                  <a:pt x="570" y="42"/>
                </a:lnTo>
                <a:lnTo>
                  <a:pt x="570" y="41"/>
                </a:lnTo>
                <a:lnTo>
                  <a:pt x="571" y="40"/>
                </a:lnTo>
                <a:lnTo>
                  <a:pt x="572" y="41"/>
                </a:lnTo>
                <a:lnTo>
                  <a:pt x="573" y="40"/>
                </a:lnTo>
                <a:lnTo>
                  <a:pt x="574" y="38"/>
                </a:lnTo>
                <a:lnTo>
                  <a:pt x="574" y="37"/>
                </a:lnTo>
                <a:lnTo>
                  <a:pt x="575" y="36"/>
                </a:lnTo>
                <a:lnTo>
                  <a:pt x="576" y="36"/>
                </a:lnTo>
                <a:lnTo>
                  <a:pt x="576" y="35"/>
                </a:lnTo>
                <a:lnTo>
                  <a:pt x="577" y="35"/>
                </a:lnTo>
                <a:lnTo>
                  <a:pt x="578" y="35"/>
                </a:lnTo>
                <a:lnTo>
                  <a:pt x="579" y="34"/>
                </a:lnTo>
                <a:lnTo>
                  <a:pt x="579" y="33"/>
                </a:lnTo>
                <a:lnTo>
                  <a:pt x="579" y="32"/>
                </a:lnTo>
                <a:lnTo>
                  <a:pt x="579" y="31"/>
                </a:lnTo>
                <a:lnTo>
                  <a:pt x="579" y="30"/>
                </a:lnTo>
                <a:lnTo>
                  <a:pt x="578" y="30"/>
                </a:lnTo>
                <a:lnTo>
                  <a:pt x="578" y="29"/>
                </a:lnTo>
                <a:lnTo>
                  <a:pt x="577" y="28"/>
                </a:lnTo>
                <a:lnTo>
                  <a:pt x="578" y="27"/>
                </a:lnTo>
                <a:lnTo>
                  <a:pt x="578" y="26"/>
                </a:lnTo>
                <a:lnTo>
                  <a:pt x="579" y="25"/>
                </a:lnTo>
                <a:lnTo>
                  <a:pt x="580" y="24"/>
                </a:lnTo>
                <a:lnTo>
                  <a:pt x="581" y="23"/>
                </a:lnTo>
                <a:lnTo>
                  <a:pt x="581" y="22"/>
                </a:lnTo>
                <a:lnTo>
                  <a:pt x="582" y="22"/>
                </a:lnTo>
                <a:lnTo>
                  <a:pt x="583" y="21"/>
                </a:lnTo>
                <a:lnTo>
                  <a:pt x="584" y="22"/>
                </a:lnTo>
                <a:lnTo>
                  <a:pt x="585" y="22"/>
                </a:lnTo>
                <a:lnTo>
                  <a:pt x="586" y="21"/>
                </a:lnTo>
                <a:lnTo>
                  <a:pt x="587" y="21"/>
                </a:lnTo>
                <a:lnTo>
                  <a:pt x="587" y="20"/>
                </a:lnTo>
                <a:lnTo>
                  <a:pt x="588" y="20"/>
                </a:lnTo>
                <a:lnTo>
                  <a:pt x="589" y="20"/>
                </a:lnTo>
                <a:lnTo>
                  <a:pt x="590" y="20"/>
                </a:lnTo>
                <a:lnTo>
                  <a:pt x="591" y="18"/>
                </a:lnTo>
                <a:lnTo>
                  <a:pt x="593" y="19"/>
                </a:lnTo>
                <a:lnTo>
                  <a:pt x="593" y="20"/>
                </a:lnTo>
                <a:lnTo>
                  <a:pt x="594" y="20"/>
                </a:lnTo>
                <a:lnTo>
                  <a:pt x="594" y="21"/>
                </a:lnTo>
                <a:lnTo>
                  <a:pt x="595" y="21"/>
                </a:lnTo>
                <a:lnTo>
                  <a:pt x="596" y="21"/>
                </a:lnTo>
                <a:lnTo>
                  <a:pt x="598" y="21"/>
                </a:lnTo>
                <a:lnTo>
                  <a:pt x="599" y="21"/>
                </a:lnTo>
                <a:lnTo>
                  <a:pt x="599" y="22"/>
                </a:lnTo>
                <a:lnTo>
                  <a:pt x="600" y="22"/>
                </a:lnTo>
                <a:lnTo>
                  <a:pt x="600" y="23"/>
                </a:lnTo>
                <a:lnTo>
                  <a:pt x="601" y="24"/>
                </a:lnTo>
                <a:lnTo>
                  <a:pt x="601" y="25"/>
                </a:lnTo>
                <a:lnTo>
                  <a:pt x="602" y="25"/>
                </a:lnTo>
                <a:lnTo>
                  <a:pt x="602" y="26"/>
                </a:lnTo>
                <a:lnTo>
                  <a:pt x="602" y="27"/>
                </a:lnTo>
                <a:lnTo>
                  <a:pt x="602" y="28"/>
                </a:lnTo>
                <a:lnTo>
                  <a:pt x="601" y="29"/>
                </a:lnTo>
                <a:lnTo>
                  <a:pt x="601" y="30"/>
                </a:lnTo>
                <a:lnTo>
                  <a:pt x="601" y="32"/>
                </a:lnTo>
                <a:lnTo>
                  <a:pt x="600" y="33"/>
                </a:lnTo>
                <a:lnTo>
                  <a:pt x="599" y="34"/>
                </a:lnTo>
                <a:lnTo>
                  <a:pt x="600" y="35"/>
                </a:lnTo>
                <a:lnTo>
                  <a:pt x="600" y="36"/>
                </a:lnTo>
                <a:lnTo>
                  <a:pt x="601" y="37"/>
                </a:lnTo>
                <a:lnTo>
                  <a:pt x="602" y="37"/>
                </a:lnTo>
                <a:lnTo>
                  <a:pt x="603" y="37"/>
                </a:lnTo>
                <a:lnTo>
                  <a:pt x="604" y="37"/>
                </a:lnTo>
                <a:lnTo>
                  <a:pt x="605" y="37"/>
                </a:lnTo>
                <a:lnTo>
                  <a:pt x="605" y="38"/>
                </a:lnTo>
                <a:lnTo>
                  <a:pt x="605" y="39"/>
                </a:lnTo>
                <a:lnTo>
                  <a:pt x="606" y="39"/>
                </a:lnTo>
                <a:lnTo>
                  <a:pt x="607" y="39"/>
                </a:lnTo>
                <a:lnTo>
                  <a:pt x="608" y="39"/>
                </a:lnTo>
                <a:lnTo>
                  <a:pt x="608" y="38"/>
                </a:lnTo>
                <a:lnTo>
                  <a:pt x="609" y="38"/>
                </a:lnTo>
                <a:lnTo>
                  <a:pt x="608" y="37"/>
                </a:lnTo>
                <a:lnTo>
                  <a:pt x="607" y="36"/>
                </a:lnTo>
                <a:lnTo>
                  <a:pt x="608" y="36"/>
                </a:lnTo>
                <a:lnTo>
                  <a:pt x="609" y="36"/>
                </a:lnTo>
                <a:lnTo>
                  <a:pt x="610" y="35"/>
                </a:lnTo>
                <a:lnTo>
                  <a:pt x="611" y="35"/>
                </a:lnTo>
                <a:lnTo>
                  <a:pt x="612" y="35"/>
                </a:lnTo>
                <a:lnTo>
                  <a:pt x="613" y="35"/>
                </a:lnTo>
                <a:lnTo>
                  <a:pt x="613" y="34"/>
                </a:lnTo>
                <a:lnTo>
                  <a:pt x="613" y="33"/>
                </a:lnTo>
                <a:lnTo>
                  <a:pt x="614" y="32"/>
                </a:lnTo>
                <a:lnTo>
                  <a:pt x="615" y="31"/>
                </a:lnTo>
                <a:lnTo>
                  <a:pt x="616" y="31"/>
                </a:lnTo>
                <a:lnTo>
                  <a:pt x="616" y="32"/>
                </a:lnTo>
                <a:lnTo>
                  <a:pt x="617" y="33"/>
                </a:lnTo>
                <a:lnTo>
                  <a:pt x="617" y="34"/>
                </a:lnTo>
                <a:lnTo>
                  <a:pt x="617" y="35"/>
                </a:lnTo>
                <a:lnTo>
                  <a:pt x="618" y="36"/>
                </a:lnTo>
                <a:lnTo>
                  <a:pt x="618" y="37"/>
                </a:lnTo>
                <a:lnTo>
                  <a:pt x="619" y="38"/>
                </a:lnTo>
                <a:lnTo>
                  <a:pt x="620" y="39"/>
                </a:lnTo>
                <a:lnTo>
                  <a:pt x="621" y="39"/>
                </a:lnTo>
                <a:lnTo>
                  <a:pt x="622" y="39"/>
                </a:lnTo>
                <a:lnTo>
                  <a:pt x="623" y="38"/>
                </a:lnTo>
                <a:lnTo>
                  <a:pt x="623" y="37"/>
                </a:lnTo>
                <a:lnTo>
                  <a:pt x="624" y="37"/>
                </a:lnTo>
                <a:lnTo>
                  <a:pt x="624" y="36"/>
                </a:lnTo>
                <a:lnTo>
                  <a:pt x="624" y="35"/>
                </a:lnTo>
                <a:lnTo>
                  <a:pt x="624" y="33"/>
                </a:lnTo>
                <a:lnTo>
                  <a:pt x="625" y="31"/>
                </a:lnTo>
                <a:lnTo>
                  <a:pt x="628" y="31"/>
                </a:lnTo>
                <a:lnTo>
                  <a:pt x="629" y="30"/>
                </a:lnTo>
                <a:lnTo>
                  <a:pt x="630" y="30"/>
                </a:lnTo>
                <a:lnTo>
                  <a:pt x="631" y="31"/>
                </a:lnTo>
                <a:lnTo>
                  <a:pt x="632" y="32"/>
                </a:lnTo>
                <a:lnTo>
                  <a:pt x="631" y="33"/>
                </a:lnTo>
                <a:lnTo>
                  <a:pt x="631" y="34"/>
                </a:lnTo>
                <a:lnTo>
                  <a:pt x="631" y="35"/>
                </a:lnTo>
                <a:lnTo>
                  <a:pt x="630" y="36"/>
                </a:lnTo>
                <a:lnTo>
                  <a:pt x="630" y="37"/>
                </a:lnTo>
                <a:lnTo>
                  <a:pt x="630" y="38"/>
                </a:lnTo>
                <a:lnTo>
                  <a:pt x="630" y="39"/>
                </a:lnTo>
                <a:lnTo>
                  <a:pt x="630" y="40"/>
                </a:lnTo>
                <a:lnTo>
                  <a:pt x="629" y="41"/>
                </a:lnTo>
                <a:lnTo>
                  <a:pt x="630" y="41"/>
                </a:lnTo>
                <a:lnTo>
                  <a:pt x="630" y="42"/>
                </a:lnTo>
                <a:lnTo>
                  <a:pt x="630" y="43"/>
                </a:lnTo>
                <a:lnTo>
                  <a:pt x="631" y="43"/>
                </a:lnTo>
                <a:lnTo>
                  <a:pt x="632" y="44"/>
                </a:lnTo>
                <a:lnTo>
                  <a:pt x="632" y="45"/>
                </a:lnTo>
                <a:lnTo>
                  <a:pt x="632" y="46"/>
                </a:lnTo>
                <a:lnTo>
                  <a:pt x="633" y="46"/>
                </a:lnTo>
                <a:lnTo>
                  <a:pt x="633" y="47"/>
                </a:lnTo>
                <a:lnTo>
                  <a:pt x="634" y="48"/>
                </a:lnTo>
                <a:lnTo>
                  <a:pt x="635" y="49"/>
                </a:lnTo>
                <a:lnTo>
                  <a:pt x="635" y="48"/>
                </a:lnTo>
                <a:lnTo>
                  <a:pt x="636" y="48"/>
                </a:lnTo>
                <a:lnTo>
                  <a:pt x="637" y="48"/>
                </a:lnTo>
                <a:lnTo>
                  <a:pt x="637" y="49"/>
                </a:lnTo>
                <a:lnTo>
                  <a:pt x="637" y="50"/>
                </a:lnTo>
                <a:lnTo>
                  <a:pt x="636" y="50"/>
                </a:lnTo>
                <a:lnTo>
                  <a:pt x="637" y="51"/>
                </a:lnTo>
                <a:lnTo>
                  <a:pt x="639" y="53"/>
                </a:lnTo>
                <a:lnTo>
                  <a:pt x="640" y="53"/>
                </a:lnTo>
                <a:lnTo>
                  <a:pt x="639" y="54"/>
                </a:lnTo>
                <a:lnTo>
                  <a:pt x="639" y="55"/>
                </a:lnTo>
                <a:lnTo>
                  <a:pt x="638" y="55"/>
                </a:lnTo>
                <a:lnTo>
                  <a:pt x="639" y="56"/>
                </a:lnTo>
                <a:lnTo>
                  <a:pt x="640" y="56"/>
                </a:lnTo>
                <a:lnTo>
                  <a:pt x="640" y="57"/>
                </a:lnTo>
                <a:lnTo>
                  <a:pt x="640" y="58"/>
                </a:lnTo>
                <a:lnTo>
                  <a:pt x="639" y="59"/>
                </a:lnTo>
                <a:lnTo>
                  <a:pt x="639" y="60"/>
                </a:lnTo>
                <a:lnTo>
                  <a:pt x="639" y="61"/>
                </a:lnTo>
                <a:lnTo>
                  <a:pt x="639" y="62"/>
                </a:lnTo>
                <a:lnTo>
                  <a:pt x="640" y="62"/>
                </a:lnTo>
                <a:lnTo>
                  <a:pt x="640" y="63"/>
                </a:lnTo>
                <a:lnTo>
                  <a:pt x="641" y="63"/>
                </a:lnTo>
                <a:lnTo>
                  <a:pt x="640" y="64"/>
                </a:lnTo>
                <a:lnTo>
                  <a:pt x="641" y="65"/>
                </a:lnTo>
                <a:lnTo>
                  <a:pt x="642" y="64"/>
                </a:lnTo>
                <a:lnTo>
                  <a:pt x="643" y="63"/>
                </a:lnTo>
                <a:lnTo>
                  <a:pt x="644" y="64"/>
                </a:lnTo>
                <a:lnTo>
                  <a:pt x="644" y="65"/>
                </a:lnTo>
                <a:lnTo>
                  <a:pt x="644" y="66"/>
                </a:lnTo>
                <a:lnTo>
                  <a:pt x="644" y="67"/>
                </a:lnTo>
                <a:lnTo>
                  <a:pt x="645" y="67"/>
                </a:lnTo>
                <a:lnTo>
                  <a:pt x="646" y="67"/>
                </a:lnTo>
                <a:lnTo>
                  <a:pt x="646" y="66"/>
                </a:lnTo>
                <a:lnTo>
                  <a:pt x="646" y="67"/>
                </a:lnTo>
                <a:lnTo>
                  <a:pt x="647" y="68"/>
                </a:lnTo>
                <a:lnTo>
                  <a:pt x="647" y="67"/>
                </a:lnTo>
                <a:lnTo>
                  <a:pt x="648" y="67"/>
                </a:lnTo>
                <a:lnTo>
                  <a:pt x="649" y="67"/>
                </a:lnTo>
                <a:lnTo>
                  <a:pt x="649" y="66"/>
                </a:lnTo>
                <a:lnTo>
                  <a:pt x="650" y="65"/>
                </a:lnTo>
                <a:lnTo>
                  <a:pt x="651" y="65"/>
                </a:lnTo>
                <a:lnTo>
                  <a:pt x="651" y="66"/>
                </a:lnTo>
                <a:lnTo>
                  <a:pt x="652" y="67"/>
                </a:lnTo>
                <a:lnTo>
                  <a:pt x="653" y="67"/>
                </a:lnTo>
                <a:lnTo>
                  <a:pt x="654" y="68"/>
                </a:lnTo>
                <a:lnTo>
                  <a:pt x="654" y="69"/>
                </a:lnTo>
                <a:lnTo>
                  <a:pt x="654" y="70"/>
                </a:lnTo>
                <a:lnTo>
                  <a:pt x="653" y="70"/>
                </a:lnTo>
                <a:lnTo>
                  <a:pt x="653" y="73"/>
                </a:lnTo>
                <a:lnTo>
                  <a:pt x="654" y="74"/>
                </a:lnTo>
                <a:lnTo>
                  <a:pt x="654" y="75"/>
                </a:lnTo>
                <a:lnTo>
                  <a:pt x="655" y="76"/>
                </a:lnTo>
                <a:lnTo>
                  <a:pt x="655" y="77"/>
                </a:lnTo>
                <a:lnTo>
                  <a:pt x="655" y="78"/>
                </a:lnTo>
                <a:lnTo>
                  <a:pt x="657" y="79"/>
                </a:lnTo>
                <a:lnTo>
                  <a:pt x="657" y="80"/>
                </a:lnTo>
                <a:lnTo>
                  <a:pt x="658" y="81"/>
                </a:lnTo>
                <a:lnTo>
                  <a:pt x="658" y="80"/>
                </a:lnTo>
                <a:lnTo>
                  <a:pt x="660" y="80"/>
                </a:lnTo>
                <a:lnTo>
                  <a:pt x="662" y="80"/>
                </a:lnTo>
                <a:lnTo>
                  <a:pt x="663" y="80"/>
                </a:lnTo>
                <a:lnTo>
                  <a:pt x="665" y="79"/>
                </a:lnTo>
                <a:lnTo>
                  <a:pt x="666" y="80"/>
                </a:lnTo>
                <a:lnTo>
                  <a:pt x="666" y="81"/>
                </a:lnTo>
                <a:lnTo>
                  <a:pt x="667" y="81"/>
                </a:lnTo>
                <a:lnTo>
                  <a:pt x="668" y="81"/>
                </a:lnTo>
                <a:lnTo>
                  <a:pt x="668" y="80"/>
                </a:lnTo>
                <a:lnTo>
                  <a:pt x="669" y="80"/>
                </a:lnTo>
                <a:lnTo>
                  <a:pt x="669" y="79"/>
                </a:lnTo>
                <a:lnTo>
                  <a:pt x="670" y="79"/>
                </a:lnTo>
                <a:lnTo>
                  <a:pt x="672" y="77"/>
                </a:lnTo>
                <a:lnTo>
                  <a:pt x="672" y="76"/>
                </a:lnTo>
                <a:lnTo>
                  <a:pt x="673" y="75"/>
                </a:lnTo>
                <a:lnTo>
                  <a:pt x="674" y="75"/>
                </a:lnTo>
                <a:lnTo>
                  <a:pt x="674" y="74"/>
                </a:lnTo>
                <a:lnTo>
                  <a:pt x="676" y="73"/>
                </a:lnTo>
                <a:lnTo>
                  <a:pt x="676" y="74"/>
                </a:lnTo>
                <a:lnTo>
                  <a:pt x="677" y="74"/>
                </a:lnTo>
                <a:lnTo>
                  <a:pt x="679" y="74"/>
                </a:lnTo>
                <a:lnTo>
                  <a:pt x="679" y="76"/>
                </a:lnTo>
                <a:lnTo>
                  <a:pt x="679" y="77"/>
                </a:lnTo>
                <a:lnTo>
                  <a:pt x="680" y="77"/>
                </a:lnTo>
                <a:lnTo>
                  <a:pt x="681" y="77"/>
                </a:lnTo>
                <a:lnTo>
                  <a:pt x="682" y="77"/>
                </a:lnTo>
                <a:lnTo>
                  <a:pt x="683" y="79"/>
                </a:lnTo>
                <a:lnTo>
                  <a:pt x="683" y="81"/>
                </a:lnTo>
                <a:lnTo>
                  <a:pt x="683" y="82"/>
                </a:lnTo>
                <a:lnTo>
                  <a:pt x="683" y="83"/>
                </a:lnTo>
                <a:lnTo>
                  <a:pt x="684" y="84"/>
                </a:lnTo>
                <a:lnTo>
                  <a:pt x="684" y="85"/>
                </a:lnTo>
                <a:lnTo>
                  <a:pt x="686" y="85"/>
                </a:lnTo>
                <a:lnTo>
                  <a:pt x="687" y="84"/>
                </a:lnTo>
                <a:lnTo>
                  <a:pt x="688" y="85"/>
                </a:lnTo>
                <a:lnTo>
                  <a:pt x="688" y="84"/>
                </a:lnTo>
                <a:lnTo>
                  <a:pt x="688" y="83"/>
                </a:lnTo>
                <a:lnTo>
                  <a:pt x="689" y="83"/>
                </a:lnTo>
                <a:lnTo>
                  <a:pt x="691" y="84"/>
                </a:lnTo>
                <a:lnTo>
                  <a:pt x="691" y="85"/>
                </a:lnTo>
                <a:lnTo>
                  <a:pt x="692" y="85"/>
                </a:lnTo>
                <a:lnTo>
                  <a:pt x="693" y="85"/>
                </a:lnTo>
                <a:lnTo>
                  <a:pt x="694" y="84"/>
                </a:lnTo>
                <a:lnTo>
                  <a:pt x="694" y="83"/>
                </a:lnTo>
                <a:lnTo>
                  <a:pt x="695" y="83"/>
                </a:lnTo>
                <a:lnTo>
                  <a:pt x="695" y="82"/>
                </a:lnTo>
                <a:lnTo>
                  <a:pt x="696" y="82"/>
                </a:lnTo>
                <a:lnTo>
                  <a:pt x="696" y="83"/>
                </a:lnTo>
                <a:lnTo>
                  <a:pt x="698" y="83"/>
                </a:lnTo>
                <a:lnTo>
                  <a:pt x="698" y="82"/>
                </a:lnTo>
                <a:lnTo>
                  <a:pt x="698" y="81"/>
                </a:lnTo>
                <a:lnTo>
                  <a:pt x="698" y="80"/>
                </a:lnTo>
                <a:lnTo>
                  <a:pt x="699" y="79"/>
                </a:lnTo>
                <a:lnTo>
                  <a:pt x="699" y="80"/>
                </a:lnTo>
                <a:lnTo>
                  <a:pt x="700" y="80"/>
                </a:lnTo>
                <a:lnTo>
                  <a:pt x="699" y="82"/>
                </a:lnTo>
                <a:lnTo>
                  <a:pt x="701" y="82"/>
                </a:lnTo>
                <a:lnTo>
                  <a:pt x="702" y="81"/>
                </a:lnTo>
                <a:lnTo>
                  <a:pt x="702" y="80"/>
                </a:lnTo>
                <a:lnTo>
                  <a:pt x="704" y="79"/>
                </a:lnTo>
                <a:lnTo>
                  <a:pt x="705" y="78"/>
                </a:lnTo>
                <a:lnTo>
                  <a:pt x="706" y="78"/>
                </a:lnTo>
                <a:lnTo>
                  <a:pt x="707" y="78"/>
                </a:lnTo>
                <a:lnTo>
                  <a:pt x="707" y="79"/>
                </a:lnTo>
                <a:lnTo>
                  <a:pt x="708" y="79"/>
                </a:lnTo>
                <a:lnTo>
                  <a:pt x="709" y="79"/>
                </a:lnTo>
                <a:lnTo>
                  <a:pt x="709" y="80"/>
                </a:lnTo>
                <a:lnTo>
                  <a:pt x="710" y="80"/>
                </a:lnTo>
                <a:lnTo>
                  <a:pt x="711" y="80"/>
                </a:lnTo>
                <a:lnTo>
                  <a:pt x="712" y="80"/>
                </a:lnTo>
                <a:lnTo>
                  <a:pt x="714" y="79"/>
                </a:lnTo>
                <a:lnTo>
                  <a:pt x="715" y="79"/>
                </a:lnTo>
                <a:lnTo>
                  <a:pt x="715" y="80"/>
                </a:lnTo>
                <a:lnTo>
                  <a:pt x="715" y="81"/>
                </a:lnTo>
                <a:lnTo>
                  <a:pt x="716" y="81"/>
                </a:lnTo>
                <a:lnTo>
                  <a:pt x="717" y="81"/>
                </a:lnTo>
                <a:lnTo>
                  <a:pt x="717" y="80"/>
                </a:lnTo>
                <a:lnTo>
                  <a:pt x="718" y="81"/>
                </a:lnTo>
                <a:lnTo>
                  <a:pt x="718" y="82"/>
                </a:lnTo>
                <a:lnTo>
                  <a:pt x="717" y="82"/>
                </a:lnTo>
                <a:lnTo>
                  <a:pt x="718" y="83"/>
                </a:lnTo>
                <a:lnTo>
                  <a:pt x="719" y="83"/>
                </a:lnTo>
                <a:lnTo>
                  <a:pt x="719" y="82"/>
                </a:lnTo>
                <a:lnTo>
                  <a:pt x="721" y="82"/>
                </a:lnTo>
                <a:lnTo>
                  <a:pt x="722" y="81"/>
                </a:lnTo>
                <a:lnTo>
                  <a:pt x="723" y="81"/>
                </a:lnTo>
                <a:lnTo>
                  <a:pt x="724" y="80"/>
                </a:lnTo>
                <a:lnTo>
                  <a:pt x="724" y="79"/>
                </a:lnTo>
                <a:lnTo>
                  <a:pt x="725" y="79"/>
                </a:lnTo>
                <a:lnTo>
                  <a:pt x="727" y="79"/>
                </a:lnTo>
                <a:lnTo>
                  <a:pt x="729" y="80"/>
                </a:lnTo>
                <a:lnTo>
                  <a:pt x="729" y="79"/>
                </a:lnTo>
                <a:lnTo>
                  <a:pt x="730" y="78"/>
                </a:lnTo>
                <a:lnTo>
                  <a:pt x="730" y="77"/>
                </a:lnTo>
                <a:lnTo>
                  <a:pt x="731" y="76"/>
                </a:lnTo>
                <a:lnTo>
                  <a:pt x="734" y="76"/>
                </a:lnTo>
                <a:lnTo>
                  <a:pt x="735" y="76"/>
                </a:lnTo>
                <a:lnTo>
                  <a:pt x="735" y="77"/>
                </a:lnTo>
                <a:lnTo>
                  <a:pt x="736" y="77"/>
                </a:lnTo>
                <a:lnTo>
                  <a:pt x="737" y="76"/>
                </a:lnTo>
                <a:lnTo>
                  <a:pt x="737" y="75"/>
                </a:lnTo>
                <a:lnTo>
                  <a:pt x="738" y="74"/>
                </a:lnTo>
                <a:lnTo>
                  <a:pt x="738" y="73"/>
                </a:lnTo>
                <a:lnTo>
                  <a:pt x="739" y="74"/>
                </a:lnTo>
                <a:lnTo>
                  <a:pt x="740" y="73"/>
                </a:lnTo>
                <a:lnTo>
                  <a:pt x="741" y="73"/>
                </a:lnTo>
                <a:lnTo>
                  <a:pt x="743" y="73"/>
                </a:lnTo>
                <a:lnTo>
                  <a:pt x="744" y="74"/>
                </a:lnTo>
                <a:lnTo>
                  <a:pt x="745" y="75"/>
                </a:lnTo>
                <a:lnTo>
                  <a:pt x="746" y="75"/>
                </a:lnTo>
                <a:lnTo>
                  <a:pt x="746" y="76"/>
                </a:lnTo>
                <a:lnTo>
                  <a:pt x="747" y="76"/>
                </a:lnTo>
                <a:lnTo>
                  <a:pt x="747" y="77"/>
                </a:lnTo>
                <a:lnTo>
                  <a:pt x="747" y="78"/>
                </a:lnTo>
                <a:lnTo>
                  <a:pt x="749" y="80"/>
                </a:lnTo>
                <a:lnTo>
                  <a:pt x="751" y="80"/>
                </a:lnTo>
                <a:lnTo>
                  <a:pt x="752" y="79"/>
                </a:lnTo>
                <a:lnTo>
                  <a:pt x="753" y="79"/>
                </a:lnTo>
                <a:lnTo>
                  <a:pt x="754" y="79"/>
                </a:lnTo>
                <a:lnTo>
                  <a:pt x="754" y="80"/>
                </a:lnTo>
                <a:lnTo>
                  <a:pt x="755" y="80"/>
                </a:lnTo>
                <a:lnTo>
                  <a:pt x="756" y="79"/>
                </a:lnTo>
                <a:lnTo>
                  <a:pt x="757" y="79"/>
                </a:lnTo>
                <a:lnTo>
                  <a:pt x="758" y="80"/>
                </a:lnTo>
                <a:lnTo>
                  <a:pt x="758" y="81"/>
                </a:lnTo>
                <a:lnTo>
                  <a:pt x="758" y="82"/>
                </a:lnTo>
                <a:lnTo>
                  <a:pt x="759" y="82"/>
                </a:lnTo>
                <a:lnTo>
                  <a:pt x="760" y="82"/>
                </a:lnTo>
                <a:lnTo>
                  <a:pt x="761" y="83"/>
                </a:lnTo>
                <a:lnTo>
                  <a:pt x="762" y="84"/>
                </a:lnTo>
                <a:lnTo>
                  <a:pt x="762" y="83"/>
                </a:lnTo>
                <a:lnTo>
                  <a:pt x="764" y="85"/>
                </a:lnTo>
                <a:lnTo>
                  <a:pt x="764" y="86"/>
                </a:lnTo>
                <a:lnTo>
                  <a:pt x="765" y="87"/>
                </a:lnTo>
                <a:lnTo>
                  <a:pt x="765" y="88"/>
                </a:lnTo>
                <a:lnTo>
                  <a:pt x="764" y="89"/>
                </a:lnTo>
                <a:lnTo>
                  <a:pt x="764" y="90"/>
                </a:lnTo>
                <a:lnTo>
                  <a:pt x="763" y="90"/>
                </a:lnTo>
                <a:lnTo>
                  <a:pt x="763" y="91"/>
                </a:lnTo>
                <a:lnTo>
                  <a:pt x="763" y="92"/>
                </a:lnTo>
                <a:lnTo>
                  <a:pt x="763" y="93"/>
                </a:lnTo>
                <a:lnTo>
                  <a:pt x="764" y="93"/>
                </a:lnTo>
                <a:lnTo>
                  <a:pt x="765" y="93"/>
                </a:lnTo>
                <a:lnTo>
                  <a:pt x="765" y="94"/>
                </a:lnTo>
                <a:lnTo>
                  <a:pt x="765" y="95"/>
                </a:lnTo>
                <a:lnTo>
                  <a:pt x="765" y="96"/>
                </a:lnTo>
                <a:lnTo>
                  <a:pt x="766" y="97"/>
                </a:lnTo>
                <a:lnTo>
                  <a:pt x="766" y="98"/>
                </a:lnTo>
                <a:lnTo>
                  <a:pt x="765" y="98"/>
                </a:lnTo>
                <a:lnTo>
                  <a:pt x="764" y="98"/>
                </a:lnTo>
                <a:lnTo>
                  <a:pt x="765" y="99"/>
                </a:lnTo>
                <a:lnTo>
                  <a:pt x="765" y="100"/>
                </a:lnTo>
                <a:lnTo>
                  <a:pt x="767" y="102"/>
                </a:lnTo>
                <a:lnTo>
                  <a:pt x="767" y="103"/>
                </a:lnTo>
                <a:lnTo>
                  <a:pt x="769" y="103"/>
                </a:lnTo>
                <a:lnTo>
                  <a:pt x="770" y="103"/>
                </a:lnTo>
                <a:lnTo>
                  <a:pt x="771" y="104"/>
                </a:lnTo>
                <a:lnTo>
                  <a:pt x="772" y="104"/>
                </a:lnTo>
                <a:lnTo>
                  <a:pt x="774" y="104"/>
                </a:lnTo>
                <a:lnTo>
                  <a:pt x="775" y="104"/>
                </a:lnTo>
                <a:lnTo>
                  <a:pt x="776" y="104"/>
                </a:lnTo>
                <a:lnTo>
                  <a:pt x="777" y="104"/>
                </a:lnTo>
                <a:lnTo>
                  <a:pt x="778" y="105"/>
                </a:lnTo>
                <a:lnTo>
                  <a:pt x="778" y="106"/>
                </a:lnTo>
                <a:lnTo>
                  <a:pt x="777" y="106"/>
                </a:lnTo>
                <a:lnTo>
                  <a:pt x="777" y="107"/>
                </a:lnTo>
                <a:lnTo>
                  <a:pt x="778" y="107"/>
                </a:lnTo>
                <a:lnTo>
                  <a:pt x="779" y="108"/>
                </a:lnTo>
                <a:lnTo>
                  <a:pt x="780" y="108"/>
                </a:lnTo>
                <a:lnTo>
                  <a:pt x="780" y="109"/>
                </a:lnTo>
                <a:lnTo>
                  <a:pt x="781" y="109"/>
                </a:lnTo>
                <a:lnTo>
                  <a:pt x="781" y="110"/>
                </a:lnTo>
                <a:lnTo>
                  <a:pt x="781" y="111"/>
                </a:lnTo>
                <a:lnTo>
                  <a:pt x="780" y="111"/>
                </a:lnTo>
                <a:lnTo>
                  <a:pt x="781" y="112"/>
                </a:lnTo>
                <a:lnTo>
                  <a:pt x="781" y="113"/>
                </a:lnTo>
                <a:lnTo>
                  <a:pt x="782" y="113"/>
                </a:lnTo>
                <a:lnTo>
                  <a:pt x="782" y="114"/>
                </a:lnTo>
                <a:lnTo>
                  <a:pt x="782" y="115"/>
                </a:lnTo>
                <a:lnTo>
                  <a:pt x="782" y="116"/>
                </a:lnTo>
                <a:lnTo>
                  <a:pt x="780" y="117"/>
                </a:lnTo>
                <a:lnTo>
                  <a:pt x="779" y="117"/>
                </a:lnTo>
                <a:lnTo>
                  <a:pt x="778" y="119"/>
                </a:lnTo>
                <a:lnTo>
                  <a:pt x="778" y="120"/>
                </a:lnTo>
                <a:lnTo>
                  <a:pt x="777" y="121"/>
                </a:lnTo>
                <a:lnTo>
                  <a:pt x="777" y="122"/>
                </a:lnTo>
                <a:lnTo>
                  <a:pt x="776" y="123"/>
                </a:lnTo>
                <a:lnTo>
                  <a:pt x="775" y="123"/>
                </a:lnTo>
                <a:lnTo>
                  <a:pt x="775" y="124"/>
                </a:lnTo>
                <a:lnTo>
                  <a:pt x="776" y="124"/>
                </a:lnTo>
                <a:lnTo>
                  <a:pt x="777" y="124"/>
                </a:lnTo>
                <a:lnTo>
                  <a:pt x="778" y="126"/>
                </a:lnTo>
                <a:lnTo>
                  <a:pt x="777" y="127"/>
                </a:lnTo>
                <a:lnTo>
                  <a:pt x="776" y="128"/>
                </a:lnTo>
                <a:lnTo>
                  <a:pt x="777" y="129"/>
                </a:lnTo>
                <a:lnTo>
                  <a:pt x="777" y="130"/>
                </a:lnTo>
                <a:lnTo>
                  <a:pt x="775" y="130"/>
                </a:lnTo>
                <a:lnTo>
                  <a:pt x="774" y="129"/>
                </a:lnTo>
                <a:lnTo>
                  <a:pt x="772" y="129"/>
                </a:lnTo>
                <a:lnTo>
                  <a:pt x="771" y="129"/>
                </a:lnTo>
                <a:lnTo>
                  <a:pt x="770" y="130"/>
                </a:lnTo>
                <a:lnTo>
                  <a:pt x="769" y="130"/>
                </a:lnTo>
                <a:lnTo>
                  <a:pt x="767" y="129"/>
                </a:lnTo>
                <a:lnTo>
                  <a:pt x="766" y="129"/>
                </a:lnTo>
                <a:lnTo>
                  <a:pt x="765" y="129"/>
                </a:lnTo>
                <a:lnTo>
                  <a:pt x="765" y="130"/>
                </a:lnTo>
                <a:lnTo>
                  <a:pt x="764" y="130"/>
                </a:lnTo>
                <a:lnTo>
                  <a:pt x="764" y="131"/>
                </a:lnTo>
                <a:lnTo>
                  <a:pt x="763" y="131"/>
                </a:lnTo>
                <a:lnTo>
                  <a:pt x="761" y="130"/>
                </a:lnTo>
                <a:lnTo>
                  <a:pt x="760" y="130"/>
                </a:lnTo>
                <a:lnTo>
                  <a:pt x="759" y="130"/>
                </a:lnTo>
                <a:lnTo>
                  <a:pt x="758" y="130"/>
                </a:lnTo>
                <a:lnTo>
                  <a:pt x="758" y="131"/>
                </a:lnTo>
                <a:lnTo>
                  <a:pt x="759" y="131"/>
                </a:lnTo>
                <a:lnTo>
                  <a:pt x="760" y="131"/>
                </a:lnTo>
                <a:lnTo>
                  <a:pt x="760" y="133"/>
                </a:lnTo>
                <a:lnTo>
                  <a:pt x="760" y="135"/>
                </a:lnTo>
                <a:lnTo>
                  <a:pt x="761" y="136"/>
                </a:lnTo>
                <a:lnTo>
                  <a:pt x="760" y="137"/>
                </a:lnTo>
                <a:lnTo>
                  <a:pt x="760" y="138"/>
                </a:lnTo>
                <a:lnTo>
                  <a:pt x="760" y="139"/>
                </a:lnTo>
                <a:lnTo>
                  <a:pt x="761" y="139"/>
                </a:lnTo>
                <a:lnTo>
                  <a:pt x="762" y="140"/>
                </a:lnTo>
                <a:lnTo>
                  <a:pt x="762" y="141"/>
                </a:lnTo>
                <a:lnTo>
                  <a:pt x="761" y="142"/>
                </a:lnTo>
                <a:lnTo>
                  <a:pt x="761" y="143"/>
                </a:lnTo>
                <a:lnTo>
                  <a:pt x="762" y="144"/>
                </a:lnTo>
                <a:lnTo>
                  <a:pt x="762" y="145"/>
                </a:lnTo>
                <a:lnTo>
                  <a:pt x="761" y="145"/>
                </a:lnTo>
                <a:lnTo>
                  <a:pt x="758" y="146"/>
                </a:lnTo>
                <a:lnTo>
                  <a:pt x="757" y="146"/>
                </a:lnTo>
                <a:lnTo>
                  <a:pt x="756" y="146"/>
                </a:lnTo>
                <a:lnTo>
                  <a:pt x="755" y="147"/>
                </a:lnTo>
                <a:lnTo>
                  <a:pt x="755" y="149"/>
                </a:lnTo>
                <a:lnTo>
                  <a:pt x="755" y="150"/>
                </a:lnTo>
                <a:lnTo>
                  <a:pt x="755" y="151"/>
                </a:lnTo>
                <a:lnTo>
                  <a:pt x="754" y="153"/>
                </a:lnTo>
                <a:lnTo>
                  <a:pt x="755" y="154"/>
                </a:lnTo>
                <a:lnTo>
                  <a:pt x="755" y="155"/>
                </a:lnTo>
                <a:lnTo>
                  <a:pt x="754" y="155"/>
                </a:lnTo>
                <a:lnTo>
                  <a:pt x="754" y="156"/>
                </a:lnTo>
                <a:lnTo>
                  <a:pt x="755" y="157"/>
                </a:lnTo>
                <a:lnTo>
                  <a:pt x="756" y="157"/>
                </a:lnTo>
                <a:lnTo>
                  <a:pt x="757" y="158"/>
                </a:lnTo>
                <a:lnTo>
                  <a:pt x="757" y="159"/>
                </a:lnTo>
                <a:lnTo>
                  <a:pt x="757" y="160"/>
                </a:lnTo>
                <a:lnTo>
                  <a:pt x="757" y="161"/>
                </a:lnTo>
                <a:lnTo>
                  <a:pt x="757" y="162"/>
                </a:lnTo>
                <a:lnTo>
                  <a:pt x="757" y="163"/>
                </a:lnTo>
                <a:lnTo>
                  <a:pt x="757" y="164"/>
                </a:lnTo>
                <a:lnTo>
                  <a:pt x="757" y="165"/>
                </a:lnTo>
                <a:lnTo>
                  <a:pt x="758" y="165"/>
                </a:lnTo>
                <a:lnTo>
                  <a:pt x="760" y="166"/>
                </a:lnTo>
                <a:lnTo>
                  <a:pt x="760" y="167"/>
                </a:lnTo>
                <a:lnTo>
                  <a:pt x="759" y="167"/>
                </a:lnTo>
                <a:lnTo>
                  <a:pt x="758" y="167"/>
                </a:lnTo>
                <a:lnTo>
                  <a:pt x="758" y="168"/>
                </a:lnTo>
                <a:lnTo>
                  <a:pt x="757" y="169"/>
                </a:lnTo>
                <a:lnTo>
                  <a:pt x="757" y="170"/>
                </a:lnTo>
                <a:lnTo>
                  <a:pt x="758" y="171"/>
                </a:lnTo>
                <a:lnTo>
                  <a:pt x="758" y="172"/>
                </a:lnTo>
                <a:lnTo>
                  <a:pt x="759" y="172"/>
                </a:lnTo>
                <a:lnTo>
                  <a:pt x="760" y="172"/>
                </a:lnTo>
                <a:lnTo>
                  <a:pt x="762" y="173"/>
                </a:lnTo>
                <a:lnTo>
                  <a:pt x="763" y="173"/>
                </a:lnTo>
                <a:lnTo>
                  <a:pt x="764" y="173"/>
                </a:lnTo>
                <a:lnTo>
                  <a:pt x="765" y="174"/>
                </a:lnTo>
                <a:lnTo>
                  <a:pt x="765" y="175"/>
                </a:lnTo>
                <a:lnTo>
                  <a:pt x="765" y="176"/>
                </a:lnTo>
                <a:lnTo>
                  <a:pt x="765" y="177"/>
                </a:lnTo>
                <a:lnTo>
                  <a:pt x="764" y="178"/>
                </a:lnTo>
                <a:lnTo>
                  <a:pt x="764" y="179"/>
                </a:lnTo>
                <a:lnTo>
                  <a:pt x="764" y="180"/>
                </a:lnTo>
                <a:lnTo>
                  <a:pt x="765" y="180"/>
                </a:lnTo>
                <a:lnTo>
                  <a:pt x="765" y="181"/>
                </a:lnTo>
                <a:lnTo>
                  <a:pt x="765" y="182"/>
                </a:lnTo>
                <a:lnTo>
                  <a:pt x="766" y="182"/>
                </a:lnTo>
                <a:lnTo>
                  <a:pt x="767" y="181"/>
                </a:lnTo>
                <a:lnTo>
                  <a:pt x="767" y="182"/>
                </a:lnTo>
                <a:lnTo>
                  <a:pt x="768" y="183"/>
                </a:lnTo>
                <a:lnTo>
                  <a:pt x="768" y="182"/>
                </a:lnTo>
                <a:lnTo>
                  <a:pt x="768" y="183"/>
                </a:lnTo>
                <a:lnTo>
                  <a:pt x="769" y="183"/>
                </a:lnTo>
                <a:lnTo>
                  <a:pt x="769" y="184"/>
                </a:lnTo>
                <a:lnTo>
                  <a:pt x="769" y="186"/>
                </a:lnTo>
                <a:lnTo>
                  <a:pt x="769" y="187"/>
                </a:lnTo>
                <a:lnTo>
                  <a:pt x="770" y="188"/>
                </a:lnTo>
                <a:lnTo>
                  <a:pt x="771" y="189"/>
                </a:lnTo>
                <a:lnTo>
                  <a:pt x="771" y="188"/>
                </a:lnTo>
                <a:lnTo>
                  <a:pt x="771" y="187"/>
                </a:lnTo>
                <a:lnTo>
                  <a:pt x="772" y="186"/>
                </a:lnTo>
                <a:lnTo>
                  <a:pt x="774" y="187"/>
                </a:lnTo>
                <a:lnTo>
                  <a:pt x="774" y="188"/>
                </a:lnTo>
                <a:lnTo>
                  <a:pt x="772" y="189"/>
                </a:lnTo>
                <a:lnTo>
                  <a:pt x="772" y="190"/>
                </a:lnTo>
                <a:lnTo>
                  <a:pt x="771" y="191"/>
                </a:lnTo>
                <a:lnTo>
                  <a:pt x="772" y="191"/>
                </a:lnTo>
                <a:lnTo>
                  <a:pt x="774" y="190"/>
                </a:lnTo>
                <a:lnTo>
                  <a:pt x="774" y="189"/>
                </a:lnTo>
                <a:lnTo>
                  <a:pt x="774" y="188"/>
                </a:lnTo>
                <a:lnTo>
                  <a:pt x="774" y="186"/>
                </a:lnTo>
                <a:lnTo>
                  <a:pt x="775" y="186"/>
                </a:lnTo>
                <a:lnTo>
                  <a:pt x="776" y="186"/>
                </a:lnTo>
                <a:lnTo>
                  <a:pt x="776" y="185"/>
                </a:lnTo>
                <a:lnTo>
                  <a:pt x="777" y="185"/>
                </a:lnTo>
                <a:lnTo>
                  <a:pt x="778" y="186"/>
                </a:lnTo>
                <a:lnTo>
                  <a:pt x="777" y="188"/>
                </a:lnTo>
                <a:lnTo>
                  <a:pt x="777" y="189"/>
                </a:lnTo>
                <a:lnTo>
                  <a:pt x="778" y="191"/>
                </a:lnTo>
                <a:lnTo>
                  <a:pt x="780" y="192"/>
                </a:lnTo>
                <a:lnTo>
                  <a:pt x="781" y="192"/>
                </a:lnTo>
                <a:lnTo>
                  <a:pt x="781" y="191"/>
                </a:lnTo>
                <a:lnTo>
                  <a:pt x="782" y="190"/>
                </a:lnTo>
                <a:lnTo>
                  <a:pt x="782" y="191"/>
                </a:lnTo>
                <a:lnTo>
                  <a:pt x="783" y="190"/>
                </a:lnTo>
                <a:lnTo>
                  <a:pt x="784" y="190"/>
                </a:lnTo>
                <a:lnTo>
                  <a:pt x="786" y="191"/>
                </a:lnTo>
                <a:lnTo>
                  <a:pt x="787" y="191"/>
                </a:lnTo>
                <a:lnTo>
                  <a:pt x="788" y="191"/>
                </a:lnTo>
                <a:lnTo>
                  <a:pt x="789" y="193"/>
                </a:lnTo>
                <a:lnTo>
                  <a:pt x="790" y="193"/>
                </a:lnTo>
                <a:lnTo>
                  <a:pt x="791" y="195"/>
                </a:lnTo>
                <a:lnTo>
                  <a:pt x="791" y="196"/>
                </a:lnTo>
                <a:lnTo>
                  <a:pt x="792" y="196"/>
                </a:lnTo>
                <a:lnTo>
                  <a:pt x="792" y="195"/>
                </a:lnTo>
                <a:lnTo>
                  <a:pt x="793" y="195"/>
                </a:lnTo>
                <a:lnTo>
                  <a:pt x="793" y="196"/>
                </a:lnTo>
                <a:lnTo>
                  <a:pt x="794" y="197"/>
                </a:lnTo>
                <a:lnTo>
                  <a:pt x="794" y="196"/>
                </a:lnTo>
                <a:lnTo>
                  <a:pt x="795" y="196"/>
                </a:lnTo>
                <a:lnTo>
                  <a:pt x="796" y="197"/>
                </a:lnTo>
                <a:lnTo>
                  <a:pt x="796" y="199"/>
                </a:lnTo>
                <a:lnTo>
                  <a:pt x="795" y="200"/>
                </a:lnTo>
                <a:lnTo>
                  <a:pt x="794" y="200"/>
                </a:lnTo>
                <a:lnTo>
                  <a:pt x="794" y="201"/>
                </a:lnTo>
                <a:lnTo>
                  <a:pt x="793" y="202"/>
                </a:lnTo>
                <a:lnTo>
                  <a:pt x="793" y="203"/>
                </a:lnTo>
                <a:lnTo>
                  <a:pt x="792" y="203"/>
                </a:lnTo>
                <a:lnTo>
                  <a:pt x="791" y="204"/>
                </a:lnTo>
                <a:lnTo>
                  <a:pt x="791" y="205"/>
                </a:lnTo>
                <a:lnTo>
                  <a:pt x="791" y="206"/>
                </a:lnTo>
                <a:lnTo>
                  <a:pt x="792" y="206"/>
                </a:lnTo>
                <a:lnTo>
                  <a:pt x="793" y="206"/>
                </a:lnTo>
                <a:lnTo>
                  <a:pt x="793" y="205"/>
                </a:lnTo>
                <a:lnTo>
                  <a:pt x="794" y="205"/>
                </a:lnTo>
                <a:lnTo>
                  <a:pt x="795" y="204"/>
                </a:lnTo>
                <a:lnTo>
                  <a:pt x="796" y="204"/>
                </a:lnTo>
                <a:lnTo>
                  <a:pt x="797" y="204"/>
                </a:lnTo>
                <a:lnTo>
                  <a:pt x="798" y="203"/>
                </a:lnTo>
                <a:lnTo>
                  <a:pt x="798" y="202"/>
                </a:lnTo>
                <a:lnTo>
                  <a:pt x="799" y="202"/>
                </a:lnTo>
                <a:lnTo>
                  <a:pt x="800" y="201"/>
                </a:lnTo>
                <a:lnTo>
                  <a:pt x="801" y="201"/>
                </a:lnTo>
                <a:lnTo>
                  <a:pt x="802" y="201"/>
                </a:lnTo>
                <a:lnTo>
                  <a:pt x="803" y="201"/>
                </a:lnTo>
                <a:lnTo>
                  <a:pt x="804" y="201"/>
                </a:lnTo>
                <a:lnTo>
                  <a:pt x="805" y="201"/>
                </a:lnTo>
                <a:lnTo>
                  <a:pt x="805" y="204"/>
                </a:lnTo>
                <a:lnTo>
                  <a:pt x="806" y="205"/>
                </a:lnTo>
                <a:lnTo>
                  <a:pt x="806" y="206"/>
                </a:lnTo>
                <a:lnTo>
                  <a:pt x="807" y="206"/>
                </a:lnTo>
                <a:lnTo>
                  <a:pt x="807" y="207"/>
                </a:lnTo>
                <a:lnTo>
                  <a:pt x="807" y="208"/>
                </a:lnTo>
                <a:lnTo>
                  <a:pt x="808" y="209"/>
                </a:lnTo>
                <a:lnTo>
                  <a:pt x="809" y="210"/>
                </a:lnTo>
                <a:lnTo>
                  <a:pt x="809" y="211"/>
                </a:lnTo>
                <a:lnTo>
                  <a:pt x="809" y="212"/>
                </a:lnTo>
                <a:lnTo>
                  <a:pt x="810" y="212"/>
                </a:lnTo>
                <a:lnTo>
                  <a:pt x="811" y="213"/>
                </a:lnTo>
                <a:lnTo>
                  <a:pt x="811" y="215"/>
                </a:lnTo>
                <a:lnTo>
                  <a:pt x="812" y="215"/>
                </a:lnTo>
                <a:lnTo>
                  <a:pt x="812" y="216"/>
                </a:lnTo>
                <a:lnTo>
                  <a:pt x="813" y="216"/>
                </a:lnTo>
                <a:lnTo>
                  <a:pt x="812" y="217"/>
                </a:lnTo>
                <a:lnTo>
                  <a:pt x="811" y="218"/>
                </a:lnTo>
                <a:lnTo>
                  <a:pt x="813" y="220"/>
                </a:lnTo>
                <a:lnTo>
                  <a:pt x="814" y="220"/>
                </a:lnTo>
                <a:lnTo>
                  <a:pt x="816" y="220"/>
                </a:lnTo>
                <a:lnTo>
                  <a:pt x="817" y="220"/>
                </a:lnTo>
                <a:lnTo>
                  <a:pt x="818" y="221"/>
                </a:lnTo>
                <a:lnTo>
                  <a:pt x="819" y="221"/>
                </a:lnTo>
                <a:lnTo>
                  <a:pt x="820" y="221"/>
                </a:lnTo>
                <a:lnTo>
                  <a:pt x="821" y="221"/>
                </a:lnTo>
                <a:lnTo>
                  <a:pt x="822" y="221"/>
                </a:lnTo>
                <a:lnTo>
                  <a:pt x="822" y="220"/>
                </a:lnTo>
                <a:lnTo>
                  <a:pt x="823" y="220"/>
                </a:lnTo>
                <a:lnTo>
                  <a:pt x="824" y="220"/>
                </a:lnTo>
                <a:lnTo>
                  <a:pt x="824" y="221"/>
                </a:lnTo>
                <a:lnTo>
                  <a:pt x="825" y="221"/>
                </a:lnTo>
                <a:lnTo>
                  <a:pt x="826" y="222"/>
                </a:lnTo>
                <a:lnTo>
                  <a:pt x="825" y="222"/>
                </a:lnTo>
                <a:lnTo>
                  <a:pt x="825" y="223"/>
                </a:lnTo>
                <a:lnTo>
                  <a:pt x="826" y="224"/>
                </a:lnTo>
                <a:lnTo>
                  <a:pt x="827" y="224"/>
                </a:lnTo>
                <a:lnTo>
                  <a:pt x="828" y="225"/>
                </a:lnTo>
                <a:lnTo>
                  <a:pt x="827" y="226"/>
                </a:lnTo>
                <a:lnTo>
                  <a:pt x="828" y="228"/>
                </a:lnTo>
                <a:lnTo>
                  <a:pt x="829" y="229"/>
                </a:lnTo>
                <a:lnTo>
                  <a:pt x="829" y="230"/>
                </a:lnTo>
                <a:lnTo>
                  <a:pt x="829" y="231"/>
                </a:lnTo>
                <a:lnTo>
                  <a:pt x="830" y="232"/>
                </a:lnTo>
                <a:lnTo>
                  <a:pt x="831" y="232"/>
                </a:lnTo>
                <a:lnTo>
                  <a:pt x="831" y="233"/>
                </a:lnTo>
                <a:lnTo>
                  <a:pt x="830" y="233"/>
                </a:lnTo>
                <a:lnTo>
                  <a:pt x="830" y="234"/>
                </a:lnTo>
                <a:lnTo>
                  <a:pt x="831" y="235"/>
                </a:lnTo>
                <a:lnTo>
                  <a:pt x="832" y="235"/>
                </a:lnTo>
                <a:lnTo>
                  <a:pt x="832" y="236"/>
                </a:lnTo>
                <a:lnTo>
                  <a:pt x="831" y="236"/>
                </a:lnTo>
                <a:lnTo>
                  <a:pt x="831" y="237"/>
                </a:lnTo>
                <a:lnTo>
                  <a:pt x="832" y="237"/>
                </a:lnTo>
                <a:lnTo>
                  <a:pt x="833" y="238"/>
                </a:lnTo>
                <a:lnTo>
                  <a:pt x="832" y="238"/>
                </a:lnTo>
                <a:lnTo>
                  <a:pt x="832" y="237"/>
                </a:lnTo>
                <a:lnTo>
                  <a:pt x="832" y="238"/>
                </a:lnTo>
                <a:lnTo>
                  <a:pt x="832" y="239"/>
                </a:lnTo>
                <a:lnTo>
                  <a:pt x="833" y="239"/>
                </a:lnTo>
                <a:lnTo>
                  <a:pt x="833" y="240"/>
                </a:lnTo>
                <a:lnTo>
                  <a:pt x="832" y="240"/>
                </a:lnTo>
                <a:lnTo>
                  <a:pt x="832" y="241"/>
                </a:lnTo>
                <a:lnTo>
                  <a:pt x="831" y="242"/>
                </a:lnTo>
                <a:lnTo>
                  <a:pt x="832" y="243"/>
                </a:lnTo>
                <a:lnTo>
                  <a:pt x="832" y="242"/>
                </a:lnTo>
                <a:lnTo>
                  <a:pt x="834" y="242"/>
                </a:lnTo>
                <a:lnTo>
                  <a:pt x="835" y="243"/>
                </a:lnTo>
                <a:lnTo>
                  <a:pt x="836" y="243"/>
                </a:lnTo>
                <a:lnTo>
                  <a:pt x="836" y="244"/>
                </a:lnTo>
                <a:lnTo>
                  <a:pt x="836" y="245"/>
                </a:lnTo>
                <a:lnTo>
                  <a:pt x="838" y="246"/>
                </a:lnTo>
                <a:lnTo>
                  <a:pt x="839" y="246"/>
                </a:lnTo>
                <a:lnTo>
                  <a:pt x="840" y="247"/>
                </a:lnTo>
                <a:lnTo>
                  <a:pt x="839" y="247"/>
                </a:lnTo>
                <a:lnTo>
                  <a:pt x="839" y="248"/>
                </a:lnTo>
                <a:lnTo>
                  <a:pt x="840" y="249"/>
                </a:lnTo>
                <a:lnTo>
                  <a:pt x="840" y="250"/>
                </a:lnTo>
                <a:lnTo>
                  <a:pt x="840" y="251"/>
                </a:lnTo>
                <a:lnTo>
                  <a:pt x="839" y="252"/>
                </a:lnTo>
                <a:lnTo>
                  <a:pt x="840" y="252"/>
                </a:lnTo>
                <a:lnTo>
                  <a:pt x="839" y="253"/>
                </a:lnTo>
                <a:lnTo>
                  <a:pt x="839" y="254"/>
                </a:lnTo>
                <a:lnTo>
                  <a:pt x="840" y="256"/>
                </a:lnTo>
                <a:lnTo>
                  <a:pt x="841" y="256"/>
                </a:lnTo>
                <a:lnTo>
                  <a:pt x="841" y="257"/>
                </a:lnTo>
                <a:lnTo>
                  <a:pt x="841" y="259"/>
                </a:lnTo>
                <a:lnTo>
                  <a:pt x="840" y="260"/>
                </a:lnTo>
                <a:lnTo>
                  <a:pt x="839" y="261"/>
                </a:lnTo>
                <a:lnTo>
                  <a:pt x="839" y="260"/>
                </a:lnTo>
                <a:lnTo>
                  <a:pt x="838" y="261"/>
                </a:lnTo>
                <a:lnTo>
                  <a:pt x="838" y="263"/>
                </a:lnTo>
                <a:lnTo>
                  <a:pt x="838" y="264"/>
                </a:lnTo>
                <a:lnTo>
                  <a:pt x="839" y="264"/>
                </a:lnTo>
                <a:lnTo>
                  <a:pt x="840" y="264"/>
                </a:lnTo>
                <a:lnTo>
                  <a:pt x="841" y="265"/>
                </a:lnTo>
                <a:lnTo>
                  <a:pt x="840" y="266"/>
                </a:lnTo>
                <a:lnTo>
                  <a:pt x="839" y="266"/>
                </a:lnTo>
                <a:lnTo>
                  <a:pt x="839" y="267"/>
                </a:lnTo>
                <a:lnTo>
                  <a:pt x="840" y="267"/>
                </a:lnTo>
                <a:lnTo>
                  <a:pt x="840" y="268"/>
                </a:lnTo>
                <a:lnTo>
                  <a:pt x="839" y="268"/>
                </a:lnTo>
                <a:lnTo>
                  <a:pt x="839" y="269"/>
                </a:lnTo>
                <a:lnTo>
                  <a:pt x="839" y="270"/>
                </a:lnTo>
                <a:lnTo>
                  <a:pt x="840" y="271"/>
                </a:lnTo>
                <a:lnTo>
                  <a:pt x="839" y="271"/>
                </a:lnTo>
                <a:lnTo>
                  <a:pt x="839" y="272"/>
                </a:lnTo>
                <a:lnTo>
                  <a:pt x="840" y="272"/>
                </a:lnTo>
                <a:lnTo>
                  <a:pt x="841" y="273"/>
                </a:lnTo>
                <a:lnTo>
                  <a:pt x="842" y="273"/>
                </a:lnTo>
                <a:lnTo>
                  <a:pt x="841" y="274"/>
                </a:lnTo>
                <a:lnTo>
                  <a:pt x="841" y="275"/>
                </a:lnTo>
                <a:lnTo>
                  <a:pt x="842" y="275"/>
                </a:lnTo>
                <a:lnTo>
                  <a:pt x="843" y="276"/>
                </a:lnTo>
                <a:lnTo>
                  <a:pt x="842" y="275"/>
                </a:lnTo>
                <a:lnTo>
                  <a:pt x="843" y="277"/>
                </a:lnTo>
                <a:lnTo>
                  <a:pt x="842" y="277"/>
                </a:lnTo>
                <a:lnTo>
                  <a:pt x="842" y="278"/>
                </a:lnTo>
                <a:lnTo>
                  <a:pt x="843" y="278"/>
                </a:lnTo>
                <a:lnTo>
                  <a:pt x="844" y="279"/>
                </a:lnTo>
                <a:lnTo>
                  <a:pt x="845" y="278"/>
                </a:lnTo>
                <a:lnTo>
                  <a:pt x="846" y="279"/>
                </a:lnTo>
                <a:lnTo>
                  <a:pt x="846" y="280"/>
                </a:lnTo>
                <a:lnTo>
                  <a:pt x="846" y="281"/>
                </a:lnTo>
                <a:lnTo>
                  <a:pt x="845" y="282"/>
                </a:lnTo>
                <a:lnTo>
                  <a:pt x="844" y="282"/>
                </a:lnTo>
                <a:lnTo>
                  <a:pt x="843" y="283"/>
                </a:lnTo>
                <a:lnTo>
                  <a:pt x="842" y="283"/>
                </a:lnTo>
                <a:lnTo>
                  <a:pt x="842" y="282"/>
                </a:lnTo>
                <a:lnTo>
                  <a:pt x="842" y="283"/>
                </a:lnTo>
                <a:lnTo>
                  <a:pt x="841" y="283"/>
                </a:lnTo>
                <a:lnTo>
                  <a:pt x="842" y="284"/>
                </a:lnTo>
                <a:lnTo>
                  <a:pt x="844" y="284"/>
                </a:lnTo>
                <a:lnTo>
                  <a:pt x="846" y="284"/>
                </a:lnTo>
                <a:lnTo>
                  <a:pt x="845" y="284"/>
                </a:lnTo>
                <a:lnTo>
                  <a:pt x="846" y="284"/>
                </a:lnTo>
                <a:lnTo>
                  <a:pt x="847" y="285"/>
                </a:lnTo>
                <a:lnTo>
                  <a:pt x="848" y="286"/>
                </a:lnTo>
                <a:lnTo>
                  <a:pt x="848" y="287"/>
                </a:lnTo>
                <a:lnTo>
                  <a:pt x="849" y="287"/>
                </a:lnTo>
                <a:lnTo>
                  <a:pt x="850" y="286"/>
                </a:lnTo>
                <a:lnTo>
                  <a:pt x="851" y="286"/>
                </a:lnTo>
                <a:lnTo>
                  <a:pt x="852" y="285"/>
                </a:lnTo>
                <a:lnTo>
                  <a:pt x="853" y="287"/>
                </a:lnTo>
                <a:lnTo>
                  <a:pt x="854" y="287"/>
                </a:lnTo>
                <a:lnTo>
                  <a:pt x="854" y="288"/>
                </a:lnTo>
                <a:lnTo>
                  <a:pt x="853" y="288"/>
                </a:lnTo>
                <a:lnTo>
                  <a:pt x="852" y="289"/>
                </a:lnTo>
                <a:lnTo>
                  <a:pt x="852" y="290"/>
                </a:lnTo>
                <a:lnTo>
                  <a:pt x="852" y="291"/>
                </a:lnTo>
                <a:lnTo>
                  <a:pt x="852" y="292"/>
                </a:lnTo>
                <a:lnTo>
                  <a:pt x="852" y="291"/>
                </a:lnTo>
                <a:lnTo>
                  <a:pt x="851" y="291"/>
                </a:lnTo>
                <a:lnTo>
                  <a:pt x="852" y="292"/>
                </a:lnTo>
                <a:lnTo>
                  <a:pt x="852" y="294"/>
                </a:lnTo>
                <a:lnTo>
                  <a:pt x="851" y="294"/>
                </a:lnTo>
                <a:lnTo>
                  <a:pt x="851" y="295"/>
                </a:lnTo>
                <a:lnTo>
                  <a:pt x="851" y="296"/>
                </a:lnTo>
                <a:lnTo>
                  <a:pt x="851" y="297"/>
                </a:lnTo>
                <a:lnTo>
                  <a:pt x="851" y="298"/>
                </a:lnTo>
                <a:lnTo>
                  <a:pt x="850" y="298"/>
                </a:lnTo>
                <a:lnTo>
                  <a:pt x="850" y="299"/>
                </a:lnTo>
                <a:lnTo>
                  <a:pt x="851" y="299"/>
                </a:lnTo>
                <a:lnTo>
                  <a:pt x="850" y="298"/>
                </a:lnTo>
                <a:lnTo>
                  <a:pt x="851" y="299"/>
                </a:lnTo>
                <a:lnTo>
                  <a:pt x="850" y="300"/>
                </a:lnTo>
                <a:lnTo>
                  <a:pt x="849" y="300"/>
                </a:lnTo>
                <a:lnTo>
                  <a:pt x="848" y="300"/>
                </a:lnTo>
                <a:lnTo>
                  <a:pt x="848" y="301"/>
                </a:lnTo>
                <a:lnTo>
                  <a:pt x="848" y="302"/>
                </a:lnTo>
                <a:lnTo>
                  <a:pt x="847" y="303"/>
                </a:lnTo>
                <a:lnTo>
                  <a:pt x="848" y="303"/>
                </a:lnTo>
                <a:lnTo>
                  <a:pt x="849" y="303"/>
                </a:lnTo>
                <a:lnTo>
                  <a:pt x="849" y="304"/>
                </a:lnTo>
                <a:lnTo>
                  <a:pt x="849" y="305"/>
                </a:lnTo>
                <a:lnTo>
                  <a:pt x="850" y="305"/>
                </a:lnTo>
                <a:lnTo>
                  <a:pt x="851" y="305"/>
                </a:lnTo>
                <a:lnTo>
                  <a:pt x="852" y="306"/>
                </a:lnTo>
                <a:lnTo>
                  <a:pt x="853" y="308"/>
                </a:lnTo>
                <a:lnTo>
                  <a:pt x="854" y="309"/>
                </a:lnTo>
                <a:lnTo>
                  <a:pt x="854" y="310"/>
                </a:lnTo>
                <a:lnTo>
                  <a:pt x="854" y="311"/>
                </a:lnTo>
                <a:lnTo>
                  <a:pt x="855" y="311"/>
                </a:lnTo>
                <a:lnTo>
                  <a:pt x="855" y="312"/>
                </a:lnTo>
                <a:lnTo>
                  <a:pt x="855" y="313"/>
                </a:lnTo>
                <a:lnTo>
                  <a:pt x="855" y="314"/>
                </a:lnTo>
                <a:lnTo>
                  <a:pt x="856" y="314"/>
                </a:lnTo>
                <a:lnTo>
                  <a:pt x="856" y="315"/>
                </a:lnTo>
                <a:lnTo>
                  <a:pt x="856" y="316"/>
                </a:lnTo>
                <a:lnTo>
                  <a:pt x="857" y="316"/>
                </a:lnTo>
                <a:lnTo>
                  <a:pt x="857" y="315"/>
                </a:lnTo>
                <a:lnTo>
                  <a:pt x="857" y="316"/>
                </a:lnTo>
                <a:lnTo>
                  <a:pt x="856" y="317"/>
                </a:lnTo>
                <a:lnTo>
                  <a:pt x="857" y="317"/>
                </a:lnTo>
                <a:lnTo>
                  <a:pt x="858" y="317"/>
                </a:lnTo>
                <a:lnTo>
                  <a:pt x="858" y="316"/>
                </a:lnTo>
                <a:lnTo>
                  <a:pt x="858" y="315"/>
                </a:lnTo>
                <a:lnTo>
                  <a:pt x="857" y="315"/>
                </a:lnTo>
                <a:lnTo>
                  <a:pt x="858" y="315"/>
                </a:lnTo>
                <a:lnTo>
                  <a:pt x="859" y="316"/>
                </a:lnTo>
                <a:lnTo>
                  <a:pt x="859" y="317"/>
                </a:lnTo>
                <a:lnTo>
                  <a:pt x="858" y="318"/>
                </a:lnTo>
                <a:lnTo>
                  <a:pt x="857" y="318"/>
                </a:lnTo>
                <a:lnTo>
                  <a:pt x="857" y="319"/>
                </a:lnTo>
                <a:lnTo>
                  <a:pt x="856" y="319"/>
                </a:lnTo>
                <a:lnTo>
                  <a:pt x="857" y="319"/>
                </a:lnTo>
                <a:lnTo>
                  <a:pt x="857" y="320"/>
                </a:lnTo>
                <a:lnTo>
                  <a:pt x="856" y="320"/>
                </a:lnTo>
                <a:lnTo>
                  <a:pt x="856" y="321"/>
                </a:lnTo>
                <a:lnTo>
                  <a:pt x="854" y="323"/>
                </a:lnTo>
                <a:lnTo>
                  <a:pt x="853" y="324"/>
                </a:lnTo>
                <a:lnTo>
                  <a:pt x="851" y="326"/>
                </a:lnTo>
                <a:lnTo>
                  <a:pt x="851" y="325"/>
                </a:lnTo>
                <a:lnTo>
                  <a:pt x="850" y="325"/>
                </a:lnTo>
                <a:lnTo>
                  <a:pt x="849" y="325"/>
                </a:lnTo>
                <a:lnTo>
                  <a:pt x="848" y="325"/>
                </a:lnTo>
                <a:lnTo>
                  <a:pt x="847" y="327"/>
                </a:lnTo>
                <a:lnTo>
                  <a:pt x="846" y="328"/>
                </a:lnTo>
                <a:lnTo>
                  <a:pt x="844" y="329"/>
                </a:lnTo>
                <a:lnTo>
                  <a:pt x="844" y="330"/>
                </a:lnTo>
                <a:lnTo>
                  <a:pt x="843" y="331"/>
                </a:lnTo>
                <a:lnTo>
                  <a:pt x="842" y="332"/>
                </a:lnTo>
                <a:lnTo>
                  <a:pt x="841" y="332"/>
                </a:lnTo>
                <a:lnTo>
                  <a:pt x="841" y="331"/>
                </a:lnTo>
                <a:lnTo>
                  <a:pt x="840" y="332"/>
                </a:lnTo>
                <a:lnTo>
                  <a:pt x="839" y="333"/>
                </a:lnTo>
                <a:lnTo>
                  <a:pt x="839" y="334"/>
                </a:lnTo>
                <a:lnTo>
                  <a:pt x="838" y="335"/>
                </a:lnTo>
                <a:lnTo>
                  <a:pt x="837" y="335"/>
                </a:lnTo>
                <a:lnTo>
                  <a:pt x="837" y="336"/>
                </a:lnTo>
                <a:lnTo>
                  <a:pt x="837" y="337"/>
                </a:lnTo>
                <a:lnTo>
                  <a:pt x="836" y="338"/>
                </a:lnTo>
                <a:lnTo>
                  <a:pt x="836" y="339"/>
                </a:lnTo>
                <a:lnTo>
                  <a:pt x="835" y="339"/>
                </a:lnTo>
                <a:lnTo>
                  <a:pt x="834" y="340"/>
                </a:lnTo>
                <a:lnTo>
                  <a:pt x="833" y="340"/>
                </a:lnTo>
                <a:lnTo>
                  <a:pt x="832" y="341"/>
                </a:lnTo>
                <a:lnTo>
                  <a:pt x="832" y="342"/>
                </a:lnTo>
                <a:lnTo>
                  <a:pt x="831" y="342"/>
                </a:lnTo>
                <a:lnTo>
                  <a:pt x="831" y="343"/>
                </a:lnTo>
                <a:lnTo>
                  <a:pt x="832" y="343"/>
                </a:lnTo>
                <a:lnTo>
                  <a:pt x="833" y="344"/>
                </a:lnTo>
                <a:lnTo>
                  <a:pt x="834" y="344"/>
                </a:lnTo>
                <a:lnTo>
                  <a:pt x="835" y="345"/>
                </a:lnTo>
                <a:lnTo>
                  <a:pt x="836" y="346"/>
                </a:lnTo>
                <a:lnTo>
                  <a:pt x="836" y="347"/>
                </a:lnTo>
                <a:lnTo>
                  <a:pt x="837" y="348"/>
                </a:lnTo>
                <a:lnTo>
                  <a:pt x="838" y="348"/>
                </a:lnTo>
                <a:lnTo>
                  <a:pt x="838" y="347"/>
                </a:lnTo>
                <a:lnTo>
                  <a:pt x="839" y="347"/>
                </a:lnTo>
                <a:lnTo>
                  <a:pt x="840" y="347"/>
                </a:lnTo>
                <a:lnTo>
                  <a:pt x="841" y="347"/>
                </a:lnTo>
                <a:lnTo>
                  <a:pt x="842" y="347"/>
                </a:lnTo>
                <a:lnTo>
                  <a:pt x="843" y="347"/>
                </a:lnTo>
                <a:lnTo>
                  <a:pt x="843" y="348"/>
                </a:lnTo>
                <a:lnTo>
                  <a:pt x="843" y="349"/>
                </a:lnTo>
                <a:lnTo>
                  <a:pt x="843" y="350"/>
                </a:lnTo>
                <a:lnTo>
                  <a:pt x="843" y="351"/>
                </a:lnTo>
                <a:lnTo>
                  <a:pt x="844" y="351"/>
                </a:lnTo>
                <a:lnTo>
                  <a:pt x="844" y="352"/>
                </a:lnTo>
                <a:lnTo>
                  <a:pt x="843" y="353"/>
                </a:lnTo>
                <a:lnTo>
                  <a:pt x="842" y="354"/>
                </a:lnTo>
                <a:lnTo>
                  <a:pt x="841" y="354"/>
                </a:lnTo>
                <a:lnTo>
                  <a:pt x="841" y="355"/>
                </a:lnTo>
                <a:lnTo>
                  <a:pt x="841" y="356"/>
                </a:lnTo>
                <a:lnTo>
                  <a:pt x="842" y="356"/>
                </a:lnTo>
                <a:lnTo>
                  <a:pt x="842" y="357"/>
                </a:lnTo>
                <a:lnTo>
                  <a:pt x="842" y="358"/>
                </a:lnTo>
                <a:lnTo>
                  <a:pt x="842" y="359"/>
                </a:lnTo>
                <a:lnTo>
                  <a:pt x="843" y="359"/>
                </a:lnTo>
                <a:lnTo>
                  <a:pt x="843" y="360"/>
                </a:lnTo>
                <a:lnTo>
                  <a:pt x="842" y="361"/>
                </a:lnTo>
                <a:lnTo>
                  <a:pt x="841" y="361"/>
                </a:lnTo>
                <a:lnTo>
                  <a:pt x="842" y="362"/>
                </a:lnTo>
                <a:lnTo>
                  <a:pt x="842" y="363"/>
                </a:lnTo>
                <a:lnTo>
                  <a:pt x="842" y="364"/>
                </a:lnTo>
                <a:lnTo>
                  <a:pt x="842" y="365"/>
                </a:lnTo>
                <a:lnTo>
                  <a:pt x="842" y="366"/>
                </a:lnTo>
                <a:lnTo>
                  <a:pt x="842" y="367"/>
                </a:lnTo>
                <a:lnTo>
                  <a:pt x="842" y="368"/>
                </a:lnTo>
                <a:lnTo>
                  <a:pt x="842" y="369"/>
                </a:lnTo>
                <a:lnTo>
                  <a:pt x="841" y="369"/>
                </a:lnTo>
                <a:lnTo>
                  <a:pt x="840" y="369"/>
                </a:lnTo>
                <a:lnTo>
                  <a:pt x="838" y="369"/>
                </a:lnTo>
                <a:lnTo>
                  <a:pt x="837" y="369"/>
                </a:lnTo>
                <a:lnTo>
                  <a:pt x="836" y="369"/>
                </a:lnTo>
                <a:lnTo>
                  <a:pt x="835" y="369"/>
                </a:lnTo>
                <a:lnTo>
                  <a:pt x="834" y="369"/>
                </a:lnTo>
                <a:lnTo>
                  <a:pt x="833" y="369"/>
                </a:lnTo>
                <a:lnTo>
                  <a:pt x="833" y="370"/>
                </a:lnTo>
                <a:lnTo>
                  <a:pt x="832" y="370"/>
                </a:lnTo>
                <a:lnTo>
                  <a:pt x="832" y="371"/>
                </a:lnTo>
                <a:lnTo>
                  <a:pt x="831" y="371"/>
                </a:lnTo>
                <a:lnTo>
                  <a:pt x="830" y="371"/>
                </a:lnTo>
                <a:lnTo>
                  <a:pt x="829" y="372"/>
                </a:lnTo>
                <a:lnTo>
                  <a:pt x="829" y="371"/>
                </a:lnTo>
                <a:lnTo>
                  <a:pt x="828" y="371"/>
                </a:lnTo>
                <a:lnTo>
                  <a:pt x="827" y="372"/>
                </a:lnTo>
                <a:lnTo>
                  <a:pt x="826" y="372"/>
                </a:lnTo>
                <a:lnTo>
                  <a:pt x="826" y="373"/>
                </a:lnTo>
                <a:lnTo>
                  <a:pt x="825" y="374"/>
                </a:lnTo>
                <a:lnTo>
                  <a:pt x="825" y="375"/>
                </a:lnTo>
                <a:lnTo>
                  <a:pt x="824" y="375"/>
                </a:lnTo>
                <a:lnTo>
                  <a:pt x="824" y="374"/>
                </a:lnTo>
                <a:lnTo>
                  <a:pt x="823" y="374"/>
                </a:lnTo>
                <a:lnTo>
                  <a:pt x="823" y="373"/>
                </a:lnTo>
                <a:lnTo>
                  <a:pt x="822" y="375"/>
                </a:lnTo>
                <a:lnTo>
                  <a:pt x="821" y="376"/>
                </a:lnTo>
                <a:lnTo>
                  <a:pt x="820" y="376"/>
                </a:lnTo>
                <a:lnTo>
                  <a:pt x="820" y="377"/>
                </a:lnTo>
                <a:lnTo>
                  <a:pt x="819" y="377"/>
                </a:lnTo>
                <a:lnTo>
                  <a:pt x="817" y="378"/>
                </a:lnTo>
                <a:lnTo>
                  <a:pt x="817" y="379"/>
                </a:lnTo>
                <a:lnTo>
                  <a:pt x="816" y="380"/>
                </a:lnTo>
                <a:lnTo>
                  <a:pt x="815" y="380"/>
                </a:lnTo>
                <a:lnTo>
                  <a:pt x="814" y="380"/>
                </a:lnTo>
                <a:lnTo>
                  <a:pt x="813" y="380"/>
                </a:lnTo>
                <a:lnTo>
                  <a:pt x="812" y="380"/>
                </a:lnTo>
                <a:lnTo>
                  <a:pt x="811" y="379"/>
                </a:lnTo>
                <a:lnTo>
                  <a:pt x="810" y="379"/>
                </a:lnTo>
                <a:lnTo>
                  <a:pt x="809" y="379"/>
                </a:lnTo>
                <a:lnTo>
                  <a:pt x="808" y="379"/>
                </a:lnTo>
                <a:lnTo>
                  <a:pt x="808" y="378"/>
                </a:lnTo>
                <a:lnTo>
                  <a:pt x="807" y="378"/>
                </a:lnTo>
                <a:lnTo>
                  <a:pt x="807" y="379"/>
                </a:lnTo>
                <a:lnTo>
                  <a:pt x="806" y="380"/>
                </a:lnTo>
                <a:lnTo>
                  <a:pt x="805" y="380"/>
                </a:lnTo>
                <a:lnTo>
                  <a:pt x="804" y="380"/>
                </a:lnTo>
                <a:lnTo>
                  <a:pt x="804" y="381"/>
                </a:lnTo>
                <a:lnTo>
                  <a:pt x="803" y="382"/>
                </a:lnTo>
                <a:lnTo>
                  <a:pt x="802" y="382"/>
                </a:lnTo>
                <a:lnTo>
                  <a:pt x="802" y="383"/>
                </a:lnTo>
                <a:lnTo>
                  <a:pt x="802" y="385"/>
                </a:lnTo>
                <a:lnTo>
                  <a:pt x="802" y="386"/>
                </a:lnTo>
                <a:lnTo>
                  <a:pt x="803" y="386"/>
                </a:lnTo>
                <a:lnTo>
                  <a:pt x="804" y="387"/>
                </a:lnTo>
                <a:lnTo>
                  <a:pt x="804" y="388"/>
                </a:lnTo>
                <a:lnTo>
                  <a:pt x="803" y="389"/>
                </a:lnTo>
                <a:lnTo>
                  <a:pt x="801" y="389"/>
                </a:lnTo>
                <a:lnTo>
                  <a:pt x="800" y="389"/>
                </a:lnTo>
                <a:lnTo>
                  <a:pt x="800" y="390"/>
                </a:lnTo>
                <a:lnTo>
                  <a:pt x="799" y="391"/>
                </a:lnTo>
                <a:lnTo>
                  <a:pt x="798" y="391"/>
                </a:lnTo>
                <a:lnTo>
                  <a:pt x="798" y="393"/>
                </a:lnTo>
                <a:lnTo>
                  <a:pt x="798" y="394"/>
                </a:lnTo>
                <a:lnTo>
                  <a:pt x="798" y="395"/>
                </a:lnTo>
                <a:lnTo>
                  <a:pt x="798" y="396"/>
                </a:lnTo>
                <a:lnTo>
                  <a:pt x="799" y="397"/>
                </a:lnTo>
                <a:lnTo>
                  <a:pt x="799" y="398"/>
                </a:lnTo>
                <a:lnTo>
                  <a:pt x="799" y="399"/>
                </a:lnTo>
                <a:lnTo>
                  <a:pt x="798" y="400"/>
                </a:lnTo>
                <a:lnTo>
                  <a:pt x="797" y="400"/>
                </a:lnTo>
                <a:lnTo>
                  <a:pt x="796" y="400"/>
                </a:lnTo>
                <a:lnTo>
                  <a:pt x="796" y="399"/>
                </a:lnTo>
                <a:lnTo>
                  <a:pt x="796" y="400"/>
                </a:lnTo>
                <a:lnTo>
                  <a:pt x="795" y="400"/>
                </a:lnTo>
                <a:lnTo>
                  <a:pt x="795" y="399"/>
                </a:lnTo>
                <a:lnTo>
                  <a:pt x="795" y="398"/>
                </a:lnTo>
                <a:lnTo>
                  <a:pt x="794" y="398"/>
                </a:lnTo>
                <a:lnTo>
                  <a:pt x="794" y="397"/>
                </a:lnTo>
                <a:lnTo>
                  <a:pt x="793" y="397"/>
                </a:lnTo>
                <a:lnTo>
                  <a:pt x="792" y="397"/>
                </a:lnTo>
                <a:lnTo>
                  <a:pt x="791" y="397"/>
                </a:lnTo>
                <a:lnTo>
                  <a:pt x="790" y="398"/>
                </a:lnTo>
                <a:lnTo>
                  <a:pt x="789" y="398"/>
                </a:lnTo>
                <a:lnTo>
                  <a:pt x="788" y="396"/>
                </a:lnTo>
                <a:lnTo>
                  <a:pt x="787" y="396"/>
                </a:lnTo>
                <a:lnTo>
                  <a:pt x="787" y="397"/>
                </a:lnTo>
                <a:lnTo>
                  <a:pt x="786" y="397"/>
                </a:lnTo>
                <a:lnTo>
                  <a:pt x="785" y="397"/>
                </a:lnTo>
                <a:lnTo>
                  <a:pt x="785" y="398"/>
                </a:lnTo>
                <a:lnTo>
                  <a:pt x="784" y="398"/>
                </a:lnTo>
                <a:lnTo>
                  <a:pt x="783" y="398"/>
                </a:lnTo>
                <a:lnTo>
                  <a:pt x="782" y="398"/>
                </a:lnTo>
                <a:lnTo>
                  <a:pt x="782" y="397"/>
                </a:lnTo>
                <a:lnTo>
                  <a:pt x="781" y="396"/>
                </a:lnTo>
                <a:lnTo>
                  <a:pt x="781" y="397"/>
                </a:lnTo>
                <a:lnTo>
                  <a:pt x="780" y="398"/>
                </a:lnTo>
                <a:lnTo>
                  <a:pt x="780" y="399"/>
                </a:lnTo>
                <a:lnTo>
                  <a:pt x="780" y="400"/>
                </a:lnTo>
                <a:lnTo>
                  <a:pt x="779" y="402"/>
                </a:lnTo>
                <a:lnTo>
                  <a:pt x="778" y="402"/>
                </a:lnTo>
                <a:lnTo>
                  <a:pt x="777" y="402"/>
                </a:lnTo>
                <a:lnTo>
                  <a:pt x="777" y="403"/>
                </a:lnTo>
                <a:lnTo>
                  <a:pt x="776" y="403"/>
                </a:lnTo>
                <a:lnTo>
                  <a:pt x="775" y="402"/>
                </a:lnTo>
                <a:lnTo>
                  <a:pt x="774" y="402"/>
                </a:lnTo>
                <a:lnTo>
                  <a:pt x="771" y="401"/>
                </a:lnTo>
                <a:lnTo>
                  <a:pt x="770" y="401"/>
                </a:lnTo>
                <a:lnTo>
                  <a:pt x="770" y="402"/>
                </a:lnTo>
                <a:lnTo>
                  <a:pt x="769" y="403"/>
                </a:lnTo>
                <a:lnTo>
                  <a:pt x="768" y="403"/>
                </a:lnTo>
                <a:lnTo>
                  <a:pt x="768" y="404"/>
                </a:lnTo>
                <a:lnTo>
                  <a:pt x="767" y="404"/>
                </a:lnTo>
                <a:lnTo>
                  <a:pt x="767" y="405"/>
                </a:lnTo>
                <a:lnTo>
                  <a:pt x="766" y="407"/>
                </a:lnTo>
                <a:lnTo>
                  <a:pt x="765" y="407"/>
                </a:lnTo>
                <a:lnTo>
                  <a:pt x="764" y="408"/>
                </a:lnTo>
                <a:lnTo>
                  <a:pt x="763" y="408"/>
                </a:lnTo>
                <a:lnTo>
                  <a:pt x="762" y="408"/>
                </a:lnTo>
                <a:lnTo>
                  <a:pt x="761" y="408"/>
                </a:lnTo>
                <a:lnTo>
                  <a:pt x="761" y="409"/>
                </a:lnTo>
                <a:lnTo>
                  <a:pt x="760" y="410"/>
                </a:lnTo>
                <a:lnTo>
                  <a:pt x="759" y="410"/>
                </a:lnTo>
                <a:lnTo>
                  <a:pt x="758" y="411"/>
                </a:lnTo>
                <a:lnTo>
                  <a:pt x="758" y="410"/>
                </a:lnTo>
                <a:lnTo>
                  <a:pt x="757" y="409"/>
                </a:lnTo>
                <a:lnTo>
                  <a:pt x="756" y="409"/>
                </a:lnTo>
                <a:lnTo>
                  <a:pt x="756" y="410"/>
                </a:lnTo>
                <a:lnTo>
                  <a:pt x="755" y="411"/>
                </a:lnTo>
                <a:lnTo>
                  <a:pt x="754" y="413"/>
                </a:lnTo>
                <a:lnTo>
                  <a:pt x="753" y="413"/>
                </a:lnTo>
                <a:lnTo>
                  <a:pt x="752" y="414"/>
                </a:lnTo>
                <a:lnTo>
                  <a:pt x="751" y="414"/>
                </a:lnTo>
                <a:lnTo>
                  <a:pt x="750" y="415"/>
                </a:lnTo>
                <a:lnTo>
                  <a:pt x="749" y="415"/>
                </a:lnTo>
                <a:lnTo>
                  <a:pt x="749" y="416"/>
                </a:lnTo>
                <a:lnTo>
                  <a:pt x="749" y="417"/>
                </a:lnTo>
                <a:lnTo>
                  <a:pt x="748" y="417"/>
                </a:lnTo>
                <a:lnTo>
                  <a:pt x="748" y="418"/>
                </a:lnTo>
                <a:lnTo>
                  <a:pt x="747" y="419"/>
                </a:lnTo>
                <a:lnTo>
                  <a:pt x="747" y="420"/>
                </a:lnTo>
                <a:lnTo>
                  <a:pt x="746" y="420"/>
                </a:lnTo>
                <a:lnTo>
                  <a:pt x="745" y="420"/>
                </a:lnTo>
                <a:lnTo>
                  <a:pt x="745" y="421"/>
                </a:lnTo>
                <a:lnTo>
                  <a:pt x="745" y="422"/>
                </a:lnTo>
                <a:lnTo>
                  <a:pt x="746" y="423"/>
                </a:lnTo>
                <a:lnTo>
                  <a:pt x="746" y="424"/>
                </a:lnTo>
                <a:lnTo>
                  <a:pt x="746" y="425"/>
                </a:lnTo>
                <a:lnTo>
                  <a:pt x="746" y="426"/>
                </a:lnTo>
                <a:lnTo>
                  <a:pt x="745" y="426"/>
                </a:lnTo>
                <a:lnTo>
                  <a:pt x="745" y="427"/>
                </a:lnTo>
                <a:lnTo>
                  <a:pt x="745" y="428"/>
                </a:lnTo>
                <a:lnTo>
                  <a:pt x="746" y="428"/>
                </a:lnTo>
                <a:lnTo>
                  <a:pt x="746" y="429"/>
                </a:lnTo>
                <a:lnTo>
                  <a:pt x="747" y="429"/>
                </a:lnTo>
                <a:lnTo>
                  <a:pt x="747" y="430"/>
                </a:lnTo>
                <a:lnTo>
                  <a:pt x="746" y="430"/>
                </a:lnTo>
                <a:lnTo>
                  <a:pt x="745" y="431"/>
                </a:lnTo>
                <a:lnTo>
                  <a:pt x="745" y="432"/>
                </a:lnTo>
                <a:lnTo>
                  <a:pt x="745" y="433"/>
                </a:lnTo>
                <a:lnTo>
                  <a:pt x="745" y="434"/>
                </a:lnTo>
                <a:lnTo>
                  <a:pt x="744" y="434"/>
                </a:lnTo>
                <a:lnTo>
                  <a:pt x="743" y="435"/>
                </a:lnTo>
                <a:lnTo>
                  <a:pt x="742" y="435"/>
                </a:lnTo>
                <a:lnTo>
                  <a:pt x="742" y="437"/>
                </a:lnTo>
                <a:lnTo>
                  <a:pt x="742" y="438"/>
                </a:lnTo>
                <a:lnTo>
                  <a:pt x="741" y="439"/>
                </a:lnTo>
                <a:lnTo>
                  <a:pt x="741" y="440"/>
                </a:lnTo>
                <a:lnTo>
                  <a:pt x="740" y="440"/>
                </a:lnTo>
                <a:lnTo>
                  <a:pt x="740" y="441"/>
                </a:lnTo>
                <a:lnTo>
                  <a:pt x="739" y="441"/>
                </a:lnTo>
                <a:lnTo>
                  <a:pt x="738" y="442"/>
                </a:lnTo>
                <a:lnTo>
                  <a:pt x="738" y="441"/>
                </a:lnTo>
                <a:lnTo>
                  <a:pt x="737" y="440"/>
                </a:lnTo>
                <a:lnTo>
                  <a:pt x="736" y="440"/>
                </a:lnTo>
                <a:lnTo>
                  <a:pt x="736" y="439"/>
                </a:lnTo>
                <a:lnTo>
                  <a:pt x="735" y="439"/>
                </a:lnTo>
                <a:lnTo>
                  <a:pt x="734" y="438"/>
                </a:lnTo>
                <a:lnTo>
                  <a:pt x="733" y="437"/>
                </a:lnTo>
                <a:lnTo>
                  <a:pt x="733" y="436"/>
                </a:lnTo>
                <a:lnTo>
                  <a:pt x="732" y="435"/>
                </a:lnTo>
                <a:lnTo>
                  <a:pt x="731" y="436"/>
                </a:lnTo>
                <a:lnTo>
                  <a:pt x="731" y="437"/>
                </a:lnTo>
                <a:lnTo>
                  <a:pt x="730" y="437"/>
                </a:lnTo>
                <a:lnTo>
                  <a:pt x="729" y="437"/>
                </a:lnTo>
                <a:lnTo>
                  <a:pt x="728" y="438"/>
                </a:lnTo>
                <a:lnTo>
                  <a:pt x="727" y="438"/>
                </a:lnTo>
                <a:lnTo>
                  <a:pt x="727" y="437"/>
                </a:lnTo>
                <a:lnTo>
                  <a:pt x="726" y="437"/>
                </a:lnTo>
                <a:lnTo>
                  <a:pt x="726" y="435"/>
                </a:lnTo>
                <a:lnTo>
                  <a:pt x="725" y="434"/>
                </a:lnTo>
                <a:lnTo>
                  <a:pt x="724" y="434"/>
                </a:lnTo>
                <a:lnTo>
                  <a:pt x="723" y="434"/>
                </a:lnTo>
                <a:lnTo>
                  <a:pt x="722" y="434"/>
                </a:lnTo>
                <a:lnTo>
                  <a:pt x="722" y="433"/>
                </a:lnTo>
                <a:lnTo>
                  <a:pt x="720" y="432"/>
                </a:lnTo>
                <a:lnTo>
                  <a:pt x="719" y="432"/>
                </a:lnTo>
                <a:lnTo>
                  <a:pt x="718" y="432"/>
                </a:lnTo>
                <a:lnTo>
                  <a:pt x="717" y="432"/>
                </a:lnTo>
                <a:lnTo>
                  <a:pt x="717" y="431"/>
                </a:lnTo>
                <a:lnTo>
                  <a:pt x="716" y="431"/>
                </a:lnTo>
                <a:lnTo>
                  <a:pt x="715" y="431"/>
                </a:lnTo>
                <a:lnTo>
                  <a:pt x="714" y="431"/>
                </a:lnTo>
                <a:lnTo>
                  <a:pt x="713" y="430"/>
                </a:lnTo>
                <a:lnTo>
                  <a:pt x="713" y="429"/>
                </a:lnTo>
                <a:lnTo>
                  <a:pt x="713" y="427"/>
                </a:lnTo>
                <a:lnTo>
                  <a:pt x="712" y="426"/>
                </a:lnTo>
                <a:lnTo>
                  <a:pt x="711" y="425"/>
                </a:lnTo>
                <a:lnTo>
                  <a:pt x="711" y="424"/>
                </a:lnTo>
                <a:lnTo>
                  <a:pt x="710" y="424"/>
                </a:lnTo>
                <a:lnTo>
                  <a:pt x="709" y="424"/>
                </a:lnTo>
                <a:lnTo>
                  <a:pt x="709" y="422"/>
                </a:lnTo>
                <a:lnTo>
                  <a:pt x="709" y="421"/>
                </a:lnTo>
                <a:lnTo>
                  <a:pt x="710" y="421"/>
                </a:lnTo>
                <a:lnTo>
                  <a:pt x="709" y="421"/>
                </a:lnTo>
                <a:lnTo>
                  <a:pt x="709" y="420"/>
                </a:lnTo>
                <a:lnTo>
                  <a:pt x="709" y="419"/>
                </a:lnTo>
                <a:lnTo>
                  <a:pt x="709" y="418"/>
                </a:lnTo>
                <a:lnTo>
                  <a:pt x="708" y="417"/>
                </a:lnTo>
                <a:lnTo>
                  <a:pt x="708" y="416"/>
                </a:lnTo>
                <a:lnTo>
                  <a:pt x="709" y="415"/>
                </a:lnTo>
                <a:lnTo>
                  <a:pt x="707" y="415"/>
                </a:lnTo>
                <a:lnTo>
                  <a:pt x="706" y="416"/>
                </a:lnTo>
                <a:lnTo>
                  <a:pt x="706" y="417"/>
                </a:lnTo>
                <a:lnTo>
                  <a:pt x="706" y="418"/>
                </a:lnTo>
                <a:lnTo>
                  <a:pt x="705" y="418"/>
                </a:lnTo>
                <a:lnTo>
                  <a:pt x="704" y="417"/>
                </a:lnTo>
                <a:lnTo>
                  <a:pt x="703" y="416"/>
                </a:lnTo>
                <a:lnTo>
                  <a:pt x="703" y="415"/>
                </a:lnTo>
                <a:lnTo>
                  <a:pt x="704" y="415"/>
                </a:lnTo>
                <a:lnTo>
                  <a:pt x="704" y="413"/>
                </a:lnTo>
                <a:lnTo>
                  <a:pt x="703" y="413"/>
                </a:lnTo>
                <a:lnTo>
                  <a:pt x="703" y="412"/>
                </a:lnTo>
                <a:lnTo>
                  <a:pt x="702" y="412"/>
                </a:lnTo>
                <a:lnTo>
                  <a:pt x="702" y="411"/>
                </a:lnTo>
                <a:lnTo>
                  <a:pt x="701" y="411"/>
                </a:lnTo>
                <a:lnTo>
                  <a:pt x="700" y="411"/>
                </a:lnTo>
                <a:lnTo>
                  <a:pt x="699" y="411"/>
                </a:lnTo>
                <a:lnTo>
                  <a:pt x="698" y="411"/>
                </a:lnTo>
                <a:lnTo>
                  <a:pt x="697" y="411"/>
                </a:lnTo>
                <a:lnTo>
                  <a:pt x="698" y="410"/>
                </a:lnTo>
                <a:lnTo>
                  <a:pt x="697" y="409"/>
                </a:lnTo>
                <a:lnTo>
                  <a:pt x="696" y="409"/>
                </a:lnTo>
                <a:lnTo>
                  <a:pt x="695" y="409"/>
                </a:lnTo>
                <a:lnTo>
                  <a:pt x="695" y="410"/>
                </a:lnTo>
                <a:lnTo>
                  <a:pt x="695" y="411"/>
                </a:lnTo>
                <a:lnTo>
                  <a:pt x="694" y="411"/>
                </a:lnTo>
                <a:lnTo>
                  <a:pt x="694" y="412"/>
                </a:lnTo>
                <a:lnTo>
                  <a:pt x="694" y="413"/>
                </a:lnTo>
                <a:lnTo>
                  <a:pt x="694" y="414"/>
                </a:lnTo>
                <a:lnTo>
                  <a:pt x="694" y="415"/>
                </a:lnTo>
                <a:lnTo>
                  <a:pt x="693" y="416"/>
                </a:lnTo>
                <a:lnTo>
                  <a:pt x="692" y="417"/>
                </a:lnTo>
                <a:lnTo>
                  <a:pt x="690" y="419"/>
                </a:lnTo>
                <a:lnTo>
                  <a:pt x="690" y="420"/>
                </a:lnTo>
                <a:lnTo>
                  <a:pt x="689" y="421"/>
                </a:lnTo>
                <a:lnTo>
                  <a:pt x="688" y="421"/>
                </a:lnTo>
                <a:lnTo>
                  <a:pt x="687" y="420"/>
                </a:lnTo>
                <a:lnTo>
                  <a:pt x="687" y="419"/>
                </a:lnTo>
                <a:lnTo>
                  <a:pt x="686" y="419"/>
                </a:lnTo>
                <a:lnTo>
                  <a:pt x="685" y="419"/>
                </a:lnTo>
                <a:lnTo>
                  <a:pt x="685" y="420"/>
                </a:lnTo>
                <a:lnTo>
                  <a:pt x="684" y="421"/>
                </a:lnTo>
                <a:lnTo>
                  <a:pt x="683" y="421"/>
                </a:lnTo>
                <a:lnTo>
                  <a:pt x="683" y="423"/>
                </a:lnTo>
                <a:lnTo>
                  <a:pt x="682" y="423"/>
                </a:lnTo>
                <a:lnTo>
                  <a:pt x="682" y="424"/>
                </a:lnTo>
                <a:lnTo>
                  <a:pt x="681" y="424"/>
                </a:lnTo>
                <a:lnTo>
                  <a:pt x="682" y="425"/>
                </a:lnTo>
                <a:lnTo>
                  <a:pt x="681" y="426"/>
                </a:lnTo>
                <a:lnTo>
                  <a:pt x="680" y="428"/>
                </a:lnTo>
                <a:lnTo>
                  <a:pt x="679" y="428"/>
                </a:lnTo>
                <a:lnTo>
                  <a:pt x="679" y="429"/>
                </a:lnTo>
                <a:lnTo>
                  <a:pt x="679" y="430"/>
                </a:lnTo>
                <a:lnTo>
                  <a:pt x="677" y="430"/>
                </a:lnTo>
                <a:lnTo>
                  <a:pt x="676" y="430"/>
                </a:lnTo>
                <a:lnTo>
                  <a:pt x="675" y="431"/>
                </a:lnTo>
                <a:lnTo>
                  <a:pt x="674" y="432"/>
                </a:lnTo>
                <a:lnTo>
                  <a:pt x="673" y="432"/>
                </a:lnTo>
                <a:lnTo>
                  <a:pt x="671" y="433"/>
                </a:lnTo>
                <a:lnTo>
                  <a:pt x="670" y="434"/>
                </a:lnTo>
                <a:lnTo>
                  <a:pt x="669" y="436"/>
                </a:lnTo>
                <a:lnTo>
                  <a:pt x="669" y="437"/>
                </a:lnTo>
                <a:lnTo>
                  <a:pt x="669" y="438"/>
                </a:lnTo>
                <a:lnTo>
                  <a:pt x="668" y="439"/>
                </a:lnTo>
                <a:lnTo>
                  <a:pt x="667" y="439"/>
                </a:lnTo>
                <a:lnTo>
                  <a:pt x="666" y="438"/>
                </a:lnTo>
                <a:lnTo>
                  <a:pt x="665" y="438"/>
                </a:lnTo>
                <a:lnTo>
                  <a:pt x="665" y="437"/>
                </a:lnTo>
                <a:lnTo>
                  <a:pt x="666" y="437"/>
                </a:lnTo>
                <a:lnTo>
                  <a:pt x="665" y="436"/>
                </a:lnTo>
                <a:lnTo>
                  <a:pt x="666" y="435"/>
                </a:lnTo>
                <a:lnTo>
                  <a:pt x="665" y="435"/>
                </a:lnTo>
                <a:lnTo>
                  <a:pt x="665" y="433"/>
                </a:lnTo>
                <a:lnTo>
                  <a:pt x="664" y="432"/>
                </a:lnTo>
                <a:lnTo>
                  <a:pt x="663" y="431"/>
                </a:lnTo>
                <a:lnTo>
                  <a:pt x="662" y="431"/>
                </a:lnTo>
                <a:lnTo>
                  <a:pt x="662" y="432"/>
                </a:lnTo>
                <a:lnTo>
                  <a:pt x="661" y="433"/>
                </a:lnTo>
                <a:lnTo>
                  <a:pt x="661" y="434"/>
                </a:lnTo>
                <a:lnTo>
                  <a:pt x="660" y="436"/>
                </a:lnTo>
                <a:lnTo>
                  <a:pt x="659" y="437"/>
                </a:lnTo>
                <a:lnTo>
                  <a:pt x="658" y="437"/>
                </a:lnTo>
                <a:lnTo>
                  <a:pt x="656" y="437"/>
                </a:lnTo>
                <a:lnTo>
                  <a:pt x="655" y="437"/>
                </a:lnTo>
                <a:lnTo>
                  <a:pt x="655" y="438"/>
                </a:lnTo>
                <a:lnTo>
                  <a:pt x="656" y="438"/>
                </a:lnTo>
                <a:lnTo>
                  <a:pt x="656" y="439"/>
                </a:lnTo>
                <a:lnTo>
                  <a:pt x="656" y="440"/>
                </a:lnTo>
                <a:lnTo>
                  <a:pt x="656" y="441"/>
                </a:lnTo>
                <a:lnTo>
                  <a:pt x="656" y="442"/>
                </a:lnTo>
                <a:lnTo>
                  <a:pt x="657" y="443"/>
                </a:lnTo>
                <a:lnTo>
                  <a:pt x="658" y="443"/>
                </a:lnTo>
                <a:lnTo>
                  <a:pt x="659" y="442"/>
                </a:lnTo>
                <a:lnTo>
                  <a:pt x="659" y="443"/>
                </a:lnTo>
                <a:lnTo>
                  <a:pt x="660" y="444"/>
                </a:lnTo>
                <a:lnTo>
                  <a:pt x="661" y="445"/>
                </a:lnTo>
                <a:lnTo>
                  <a:pt x="661" y="446"/>
                </a:lnTo>
                <a:lnTo>
                  <a:pt x="661" y="448"/>
                </a:lnTo>
                <a:lnTo>
                  <a:pt x="660" y="449"/>
                </a:lnTo>
                <a:lnTo>
                  <a:pt x="661" y="450"/>
                </a:lnTo>
                <a:lnTo>
                  <a:pt x="660" y="451"/>
                </a:lnTo>
                <a:lnTo>
                  <a:pt x="661" y="453"/>
                </a:lnTo>
                <a:lnTo>
                  <a:pt x="662" y="453"/>
                </a:lnTo>
                <a:lnTo>
                  <a:pt x="662" y="454"/>
                </a:lnTo>
                <a:lnTo>
                  <a:pt x="663" y="455"/>
                </a:lnTo>
                <a:lnTo>
                  <a:pt x="663" y="456"/>
                </a:lnTo>
                <a:lnTo>
                  <a:pt x="662" y="457"/>
                </a:lnTo>
                <a:lnTo>
                  <a:pt x="662" y="458"/>
                </a:lnTo>
                <a:lnTo>
                  <a:pt x="661" y="459"/>
                </a:lnTo>
                <a:lnTo>
                  <a:pt x="660" y="459"/>
                </a:lnTo>
                <a:lnTo>
                  <a:pt x="659" y="459"/>
                </a:lnTo>
                <a:lnTo>
                  <a:pt x="658" y="458"/>
                </a:lnTo>
                <a:lnTo>
                  <a:pt x="658" y="459"/>
                </a:lnTo>
                <a:lnTo>
                  <a:pt x="657" y="459"/>
                </a:lnTo>
                <a:lnTo>
                  <a:pt x="658" y="461"/>
                </a:lnTo>
                <a:lnTo>
                  <a:pt x="659" y="462"/>
                </a:lnTo>
                <a:lnTo>
                  <a:pt x="658" y="462"/>
                </a:lnTo>
                <a:lnTo>
                  <a:pt x="658" y="463"/>
                </a:lnTo>
                <a:lnTo>
                  <a:pt x="657" y="463"/>
                </a:lnTo>
                <a:lnTo>
                  <a:pt x="657" y="464"/>
                </a:lnTo>
                <a:lnTo>
                  <a:pt x="656" y="464"/>
                </a:lnTo>
                <a:lnTo>
                  <a:pt x="656" y="465"/>
                </a:lnTo>
                <a:lnTo>
                  <a:pt x="656" y="466"/>
                </a:lnTo>
                <a:lnTo>
                  <a:pt x="656" y="467"/>
                </a:lnTo>
                <a:lnTo>
                  <a:pt x="655" y="467"/>
                </a:lnTo>
                <a:lnTo>
                  <a:pt x="654" y="467"/>
                </a:lnTo>
                <a:lnTo>
                  <a:pt x="654" y="468"/>
                </a:lnTo>
                <a:lnTo>
                  <a:pt x="653" y="468"/>
                </a:lnTo>
                <a:lnTo>
                  <a:pt x="653" y="469"/>
                </a:lnTo>
                <a:lnTo>
                  <a:pt x="652" y="470"/>
                </a:lnTo>
                <a:lnTo>
                  <a:pt x="652" y="469"/>
                </a:lnTo>
                <a:lnTo>
                  <a:pt x="651" y="470"/>
                </a:lnTo>
                <a:lnTo>
                  <a:pt x="650" y="469"/>
                </a:lnTo>
                <a:lnTo>
                  <a:pt x="649" y="470"/>
                </a:lnTo>
                <a:lnTo>
                  <a:pt x="648" y="470"/>
                </a:lnTo>
                <a:lnTo>
                  <a:pt x="648" y="471"/>
                </a:lnTo>
                <a:lnTo>
                  <a:pt x="647" y="470"/>
                </a:lnTo>
                <a:lnTo>
                  <a:pt x="646" y="472"/>
                </a:lnTo>
                <a:lnTo>
                  <a:pt x="646" y="474"/>
                </a:lnTo>
                <a:lnTo>
                  <a:pt x="647" y="474"/>
                </a:lnTo>
                <a:lnTo>
                  <a:pt x="647" y="475"/>
                </a:lnTo>
                <a:lnTo>
                  <a:pt x="646" y="475"/>
                </a:lnTo>
                <a:lnTo>
                  <a:pt x="647" y="476"/>
                </a:lnTo>
                <a:lnTo>
                  <a:pt x="647" y="477"/>
                </a:lnTo>
                <a:lnTo>
                  <a:pt x="646" y="477"/>
                </a:lnTo>
                <a:lnTo>
                  <a:pt x="645" y="477"/>
                </a:lnTo>
                <a:lnTo>
                  <a:pt x="644" y="478"/>
                </a:lnTo>
                <a:lnTo>
                  <a:pt x="643" y="478"/>
                </a:lnTo>
                <a:lnTo>
                  <a:pt x="643" y="479"/>
                </a:lnTo>
                <a:lnTo>
                  <a:pt x="642" y="479"/>
                </a:lnTo>
                <a:lnTo>
                  <a:pt x="641" y="479"/>
                </a:lnTo>
                <a:lnTo>
                  <a:pt x="640" y="479"/>
                </a:lnTo>
                <a:lnTo>
                  <a:pt x="639" y="478"/>
                </a:lnTo>
                <a:lnTo>
                  <a:pt x="638" y="478"/>
                </a:lnTo>
                <a:lnTo>
                  <a:pt x="637" y="478"/>
                </a:lnTo>
                <a:lnTo>
                  <a:pt x="636" y="478"/>
                </a:lnTo>
                <a:lnTo>
                  <a:pt x="636" y="477"/>
                </a:lnTo>
                <a:lnTo>
                  <a:pt x="635" y="477"/>
                </a:lnTo>
                <a:lnTo>
                  <a:pt x="634" y="478"/>
                </a:lnTo>
                <a:lnTo>
                  <a:pt x="633" y="477"/>
                </a:lnTo>
                <a:lnTo>
                  <a:pt x="632" y="477"/>
                </a:lnTo>
                <a:lnTo>
                  <a:pt x="631" y="477"/>
                </a:lnTo>
                <a:lnTo>
                  <a:pt x="630" y="478"/>
                </a:lnTo>
                <a:lnTo>
                  <a:pt x="630" y="479"/>
                </a:lnTo>
                <a:lnTo>
                  <a:pt x="629" y="479"/>
                </a:lnTo>
                <a:lnTo>
                  <a:pt x="629" y="480"/>
                </a:lnTo>
                <a:lnTo>
                  <a:pt x="628" y="481"/>
                </a:lnTo>
                <a:lnTo>
                  <a:pt x="628" y="483"/>
                </a:lnTo>
                <a:lnTo>
                  <a:pt x="629" y="483"/>
                </a:lnTo>
                <a:lnTo>
                  <a:pt x="629" y="484"/>
                </a:lnTo>
                <a:lnTo>
                  <a:pt x="630" y="485"/>
                </a:lnTo>
                <a:lnTo>
                  <a:pt x="630" y="486"/>
                </a:lnTo>
                <a:lnTo>
                  <a:pt x="631" y="486"/>
                </a:lnTo>
                <a:lnTo>
                  <a:pt x="631" y="487"/>
                </a:lnTo>
                <a:lnTo>
                  <a:pt x="631" y="488"/>
                </a:lnTo>
                <a:lnTo>
                  <a:pt x="630" y="488"/>
                </a:lnTo>
                <a:lnTo>
                  <a:pt x="630" y="489"/>
                </a:lnTo>
                <a:lnTo>
                  <a:pt x="631" y="489"/>
                </a:lnTo>
                <a:lnTo>
                  <a:pt x="631" y="490"/>
                </a:lnTo>
                <a:lnTo>
                  <a:pt x="630" y="491"/>
                </a:lnTo>
                <a:lnTo>
                  <a:pt x="629" y="491"/>
                </a:lnTo>
                <a:lnTo>
                  <a:pt x="628" y="490"/>
                </a:lnTo>
                <a:lnTo>
                  <a:pt x="626" y="489"/>
                </a:lnTo>
                <a:lnTo>
                  <a:pt x="625" y="488"/>
                </a:lnTo>
                <a:lnTo>
                  <a:pt x="625" y="487"/>
                </a:lnTo>
                <a:lnTo>
                  <a:pt x="624" y="486"/>
                </a:lnTo>
                <a:lnTo>
                  <a:pt x="623" y="485"/>
                </a:lnTo>
                <a:lnTo>
                  <a:pt x="622" y="484"/>
                </a:lnTo>
                <a:lnTo>
                  <a:pt x="620" y="483"/>
                </a:lnTo>
                <a:lnTo>
                  <a:pt x="619" y="483"/>
                </a:lnTo>
                <a:lnTo>
                  <a:pt x="618" y="484"/>
                </a:lnTo>
                <a:lnTo>
                  <a:pt x="617" y="484"/>
                </a:lnTo>
                <a:lnTo>
                  <a:pt x="617" y="485"/>
                </a:lnTo>
                <a:lnTo>
                  <a:pt x="616" y="485"/>
                </a:lnTo>
                <a:lnTo>
                  <a:pt x="616" y="486"/>
                </a:lnTo>
                <a:lnTo>
                  <a:pt x="615" y="488"/>
                </a:lnTo>
                <a:lnTo>
                  <a:pt x="615" y="489"/>
                </a:lnTo>
                <a:lnTo>
                  <a:pt x="615" y="490"/>
                </a:lnTo>
                <a:lnTo>
                  <a:pt x="615" y="491"/>
                </a:lnTo>
                <a:lnTo>
                  <a:pt x="615" y="492"/>
                </a:lnTo>
                <a:lnTo>
                  <a:pt x="614" y="492"/>
                </a:lnTo>
                <a:lnTo>
                  <a:pt x="613" y="492"/>
                </a:lnTo>
                <a:lnTo>
                  <a:pt x="612" y="493"/>
                </a:lnTo>
                <a:lnTo>
                  <a:pt x="613" y="493"/>
                </a:lnTo>
                <a:lnTo>
                  <a:pt x="613" y="494"/>
                </a:lnTo>
                <a:lnTo>
                  <a:pt x="613" y="495"/>
                </a:lnTo>
                <a:lnTo>
                  <a:pt x="614" y="495"/>
                </a:lnTo>
                <a:lnTo>
                  <a:pt x="615" y="496"/>
                </a:lnTo>
                <a:lnTo>
                  <a:pt x="615" y="497"/>
                </a:lnTo>
                <a:lnTo>
                  <a:pt x="614" y="497"/>
                </a:lnTo>
                <a:lnTo>
                  <a:pt x="615" y="497"/>
                </a:lnTo>
                <a:lnTo>
                  <a:pt x="615" y="498"/>
                </a:lnTo>
                <a:lnTo>
                  <a:pt x="616" y="497"/>
                </a:lnTo>
                <a:lnTo>
                  <a:pt x="616" y="498"/>
                </a:lnTo>
                <a:lnTo>
                  <a:pt x="616" y="499"/>
                </a:lnTo>
                <a:lnTo>
                  <a:pt x="617" y="500"/>
                </a:lnTo>
                <a:lnTo>
                  <a:pt x="617" y="501"/>
                </a:lnTo>
                <a:lnTo>
                  <a:pt x="617" y="502"/>
                </a:lnTo>
                <a:lnTo>
                  <a:pt x="616" y="504"/>
                </a:lnTo>
                <a:lnTo>
                  <a:pt x="616" y="505"/>
                </a:lnTo>
                <a:lnTo>
                  <a:pt x="617" y="505"/>
                </a:lnTo>
                <a:lnTo>
                  <a:pt x="616" y="506"/>
                </a:lnTo>
                <a:lnTo>
                  <a:pt x="617" y="507"/>
                </a:lnTo>
                <a:lnTo>
                  <a:pt x="618" y="508"/>
                </a:lnTo>
                <a:lnTo>
                  <a:pt x="619" y="508"/>
                </a:lnTo>
                <a:lnTo>
                  <a:pt x="620" y="508"/>
                </a:lnTo>
                <a:lnTo>
                  <a:pt x="621" y="508"/>
                </a:lnTo>
                <a:lnTo>
                  <a:pt x="622" y="508"/>
                </a:lnTo>
                <a:lnTo>
                  <a:pt x="623" y="508"/>
                </a:lnTo>
                <a:lnTo>
                  <a:pt x="623" y="509"/>
                </a:lnTo>
                <a:lnTo>
                  <a:pt x="624" y="509"/>
                </a:lnTo>
                <a:lnTo>
                  <a:pt x="625" y="508"/>
                </a:lnTo>
                <a:lnTo>
                  <a:pt x="625" y="507"/>
                </a:lnTo>
                <a:lnTo>
                  <a:pt x="627" y="505"/>
                </a:lnTo>
                <a:lnTo>
                  <a:pt x="627" y="504"/>
                </a:lnTo>
                <a:lnTo>
                  <a:pt x="628" y="504"/>
                </a:lnTo>
                <a:lnTo>
                  <a:pt x="629" y="506"/>
                </a:lnTo>
                <a:lnTo>
                  <a:pt x="630" y="507"/>
                </a:lnTo>
                <a:lnTo>
                  <a:pt x="630" y="508"/>
                </a:lnTo>
                <a:lnTo>
                  <a:pt x="632" y="508"/>
                </a:lnTo>
                <a:lnTo>
                  <a:pt x="632" y="509"/>
                </a:lnTo>
                <a:lnTo>
                  <a:pt x="632" y="512"/>
                </a:lnTo>
                <a:lnTo>
                  <a:pt x="633" y="514"/>
                </a:lnTo>
                <a:lnTo>
                  <a:pt x="633" y="515"/>
                </a:lnTo>
                <a:lnTo>
                  <a:pt x="634" y="516"/>
                </a:lnTo>
                <a:lnTo>
                  <a:pt x="635" y="517"/>
                </a:lnTo>
                <a:lnTo>
                  <a:pt x="634" y="518"/>
                </a:lnTo>
                <a:lnTo>
                  <a:pt x="634" y="519"/>
                </a:lnTo>
                <a:lnTo>
                  <a:pt x="634" y="520"/>
                </a:lnTo>
                <a:lnTo>
                  <a:pt x="634" y="521"/>
                </a:lnTo>
                <a:lnTo>
                  <a:pt x="635" y="521"/>
                </a:lnTo>
                <a:lnTo>
                  <a:pt x="635" y="522"/>
                </a:lnTo>
                <a:lnTo>
                  <a:pt x="635" y="523"/>
                </a:lnTo>
                <a:lnTo>
                  <a:pt x="635" y="525"/>
                </a:lnTo>
                <a:lnTo>
                  <a:pt x="636" y="526"/>
                </a:lnTo>
                <a:lnTo>
                  <a:pt x="637" y="526"/>
                </a:lnTo>
                <a:lnTo>
                  <a:pt x="638" y="526"/>
                </a:lnTo>
                <a:lnTo>
                  <a:pt x="639" y="528"/>
                </a:lnTo>
                <a:lnTo>
                  <a:pt x="639" y="529"/>
                </a:lnTo>
                <a:lnTo>
                  <a:pt x="639" y="530"/>
                </a:lnTo>
                <a:lnTo>
                  <a:pt x="640" y="531"/>
                </a:lnTo>
                <a:lnTo>
                  <a:pt x="640" y="532"/>
                </a:lnTo>
                <a:lnTo>
                  <a:pt x="640" y="533"/>
                </a:lnTo>
                <a:lnTo>
                  <a:pt x="640" y="534"/>
                </a:lnTo>
                <a:lnTo>
                  <a:pt x="640" y="535"/>
                </a:lnTo>
                <a:lnTo>
                  <a:pt x="640" y="536"/>
                </a:lnTo>
                <a:lnTo>
                  <a:pt x="638" y="538"/>
                </a:lnTo>
                <a:lnTo>
                  <a:pt x="637" y="538"/>
                </a:lnTo>
                <a:lnTo>
                  <a:pt x="636" y="539"/>
                </a:lnTo>
                <a:lnTo>
                  <a:pt x="637" y="540"/>
                </a:lnTo>
                <a:lnTo>
                  <a:pt x="636" y="541"/>
                </a:lnTo>
                <a:lnTo>
                  <a:pt x="636" y="542"/>
                </a:lnTo>
                <a:lnTo>
                  <a:pt x="636" y="543"/>
                </a:lnTo>
                <a:lnTo>
                  <a:pt x="637" y="543"/>
                </a:lnTo>
                <a:lnTo>
                  <a:pt x="637" y="544"/>
                </a:lnTo>
                <a:lnTo>
                  <a:pt x="637" y="545"/>
                </a:lnTo>
                <a:lnTo>
                  <a:pt x="637" y="546"/>
                </a:lnTo>
                <a:lnTo>
                  <a:pt x="637" y="548"/>
                </a:lnTo>
                <a:lnTo>
                  <a:pt x="637" y="549"/>
                </a:lnTo>
                <a:lnTo>
                  <a:pt x="636" y="550"/>
                </a:lnTo>
                <a:lnTo>
                  <a:pt x="637" y="551"/>
                </a:lnTo>
                <a:lnTo>
                  <a:pt x="638" y="552"/>
                </a:lnTo>
                <a:lnTo>
                  <a:pt x="639" y="552"/>
                </a:lnTo>
                <a:lnTo>
                  <a:pt x="640" y="551"/>
                </a:lnTo>
                <a:lnTo>
                  <a:pt x="641" y="552"/>
                </a:lnTo>
                <a:lnTo>
                  <a:pt x="642" y="552"/>
                </a:lnTo>
                <a:lnTo>
                  <a:pt x="643" y="552"/>
                </a:lnTo>
                <a:lnTo>
                  <a:pt x="644" y="552"/>
                </a:lnTo>
                <a:lnTo>
                  <a:pt x="645" y="553"/>
                </a:lnTo>
                <a:lnTo>
                  <a:pt x="645" y="554"/>
                </a:lnTo>
                <a:lnTo>
                  <a:pt x="644" y="555"/>
                </a:lnTo>
                <a:lnTo>
                  <a:pt x="644" y="556"/>
                </a:lnTo>
                <a:lnTo>
                  <a:pt x="646" y="556"/>
                </a:lnTo>
                <a:lnTo>
                  <a:pt x="647" y="556"/>
                </a:lnTo>
                <a:lnTo>
                  <a:pt x="648" y="556"/>
                </a:lnTo>
                <a:lnTo>
                  <a:pt x="648" y="557"/>
                </a:lnTo>
                <a:lnTo>
                  <a:pt x="649" y="558"/>
                </a:lnTo>
                <a:lnTo>
                  <a:pt x="650" y="558"/>
                </a:lnTo>
                <a:lnTo>
                  <a:pt x="651" y="558"/>
                </a:lnTo>
                <a:lnTo>
                  <a:pt x="651" y="559"/>
                </a:lnTo>
                <a:lnTo>
                  <a:pt x="650" y="559"/>
                </a:lnTo>
                <a:lnTo>
                  <a:pt x="650" y="562"/>
                </a:lnTo>
                <a:lnTo>
                  <a:pt x="650" y="563"/>
                </a:lnTo>
                <a:lnTo>
                  <a:pt x="649" y="563"/>
                </a:lnTo>
                <a:lnTo>
                  <a:pt x="648" y="565"/>
                </a:lnTo>
                <a:lnTo>
                  <a:pt x="648" y="566"/>
                </a:lnTo>
                <a:lnTo>
                  <a:pt x="648" y="567"/>
                </a:lnTo>
                <a:lnTo>
                  <a:pt x="647" y="567"/>
                </a:lnTo>
                <a:lnTo>
                  <a:pt x="648" y="567"/>
                </a:lnTo>
                <a:lnTo>
                  <a:pt x="648" y="568"/>
                </a:lnTo>
                <a:lnTo>
                  <a:pt x="648" y="569"/>
                </a:lnTo>
                <a:lnTo>
                  <a:pt x="647" y="569"/>
                </a:lnTo>
                <a:lnTo>
                  <a:pt x="647" y="570"/>
                </a:lnTo>
                <a:lnTo>
                  <a:pt x="646" y="571"/>
                </a:lnTo>
                <a:lnTo>
                  <a:pt x="645" y="572"/>
                </a:lnTo>
                <a:lnTo>
                  <a:pt x="643" y="574"/>
                </a:lnTo>
                <a:lnTo>
                  <a:pt x="644" y="575"/>
                </a:lnTo>
                <a:lnTo>
                  <a:pt x="643" y="576"/>
                </a:lnTo>
                <a:lnTo>
                  <a:pt x="641" y="577"/>
                </a:lnTo>
                <a:lnTo>
                  <a:pt x="640" y="576"/>
                </a:lnTo>
                <a:lnTo>
                  <a:pt x="640" y="577"/>
                </a:lnTo>
                <a:lnTo>
                  <a:pt x="639" y="578"/>
                </a:lnTo>
                <a:lnTo>
                  <a:pt x="638" y="579"/>
                </a:lnTo>
                <a:lnTo>
                  <a:pt x="638" y="580"/>
                </a:lnTo>
                <a:lnTo>
                  <a:pt x="638" y="581"/>
                </a:lnTo>
                <a:lnTo>
                  <a:pt x="638" y="582"/>
                </a:lnTo>
                <a:lnTo>
                  <a:pt x="637" y="582"/>
                </a:lnTo>
                <a:lnTo>
                  <a:pt x="636" y="583"/>
                </a:lnTo>
                <a:lnTo>
                  <a:pt x="635" y="583"/>
                </a:lnTo>
                <a:lnTo>
                  <a:pt x="634" y="584"/>
                </a:lnTo>
                <a:lnTo>
                  <a:pt x="634" y="586"/>
                </a:lnTo>
                <a:lnTo>
                  <a:pt x="633" y="587"/>
                </a:lnTo>
                <a:lnTo>
                  <a:pt x="632" y="589"/>
                </a:lnTo>
                <a:lnTo>
                  <a:pt x="632" y="590"/>
                </a:lnTo>
                <a:lnTo>
                  <a:pt x="631" y="591"/>
                </a:lnTo>
                <a:lnTo>
                  <a:pt x="632" y="593"/>
                </a:lnTo>
                <a:lnTo>
                  <a:pt x="632" y="594"/>
                </a:lnTo>
                <a:lnTo>
                  <a:pt x="633" y="596"/>
                </a:lnTo>
                <a:lnTo>
                  <a:pt x="633" y="597"/>
                </a:lnTo>
                <a:lnTo>
                  <a:pt x="633" y="598"/>
                </a:lnTo>
                <a:lnTo>
                  <a:pt x="634" y="599"/>
                </a:lnTo>
                <a:lnTo>
                  <a:pt x="632" y="600"/>
                </a:lnTo>
                <a:lnTo>
                  <a:pt x="632" y="602"/>
                </a:lnTo>
                <a:lnTo>
                  <a:pt x="631" y="602"/>
                </a:lnTo>
                <a:lnTo>
                  <a:pt x="630" y="603"/>
                </a:lnTo>
                <a:lnTo>
                  <a:pt x="629" y="603"/>
                </a:lnTo>
                <a:lnTo>
                  <a:pt x="628" y="603"/>
                </a:lnTo>
                <a:lnTo>
                  <a:pt x="627" y="603"/>
                </a:lnTo>
                <a:lnTo>
                  <a:pt x="627" y="604"/>
                </a:lnTo>
                <a:lnTo>
                  <a:pt x="626" y="604"/>
                </a:lnTo>
                <a:lnTo>
                  <a:pt x="625" y="604"/>
                </a:lnTo>
                <a:lnTo>
                  <a:pt x="625" y="605"/>
                </a:lnTo>
                <a:lnTo>
                  <a:pt x="625" y="606"/>
                </a:lnTo>
                <a:lnTo>
                  <a:pt x="624" y="607"/>
                </a:lnTo>
                <a:lnTo>
                  <a:pt x="623" y="607"/>
                </a:lnTo>
                <a:lnTo>
                  <a:pt x="622" y="608"/>
                </a:lnTo>
                <a:lnTo>
                  <a:pt x="622" y="609"/>
                </a:lnTo>
                <a:lnTo>
                  <a:pt x="621" y="610"/>
                </a:lnTo>
                <a:lnTo>
                  <a:pt x="620" y="610"/>
                </a:lnTo>
                <a:lnTo>
                  <a:pt x="619" y="610"/>
                </a:lnTo>
                <a:lnTo>
                  <a:pt x="618" y="612"/>
                </a:lnTo>
                <a:lnTo>
                  <a:pt x="618" y="613"/>
                </a:lnTo>
                <a:lnTo>
                  <a:pt x="618" y="614"/>
                </a:lnTo>
                <a:lnTo>
                  <a:pt x="617" y="616"/>
                </a:lnTo>
                <a:lnTo>
                  <a:pt x="616" y="617"/>
                </a:lnTo>
                <a:lnTo>
                  <a:pt x="616" y="618"/>
                </a:lnTo>
                <a:lnTo>
                  <a:pt x="615" y="618"/>
                </a:lnTo>
                <a:lnTo>
                  <a:pt x="614" y="618"/>
                </a:lnTo>
                <a:lnTo>
                  <a:pt x="613" y="617"/>
                </a:lnTo>
                <a:lnTo>
                  <a:pt x="613" y="616"/>
                </a:lnTo>
                <a:lnTo>
                  <a:pt x="612" y="616"/>
                </a:lnTo>
                <a:lnTo>
                  <a:pt x="612" y="615"/>
                </a:lnTo>
                <a:lnTo>
                  <a:pt x="611" y="616"/>
                </a:lnTo>
                <a:lnTo>
                  <a:pt x="610" y="616"/>
                </a:lnTo>
                <a:lnTo>
                  <a:pt x="609" y="616"/>
                </a:lnTo>
                <a:lnTo>
                  <a:pt x="609" y="615"/>
                </a:lnTo>
                <a:lnTo>
                  <a:pt x="608" y="615"/>
                </a:lnTo>
                <a:lnTo>
                  <a:pt x="608" y="616"/>
                </a:lnTo>
                <a:lnTo>
                  <a:pt x="607" y="616"/>
                </a:lnTo>
                <a:lnTo>
                  <a:pt x="607" y="617"/>
                </a:lnTo>
                <a:lnTo>
                  <a:pt x="606" y="617"/>
                </a:lnTo>
                <a:lnTo>
                  <a:pt x="606" y="618"/>
                </a:lnTo>
                <a:lnTo>
                  <a:pt x="605" y="618"/>
                </a:lnTo>
                <a:lnTo>
                  <a:pt x="605" y="619"/>
                </a:lnTo>
                <a:lnTo>
                  <a:pt x="604" y="619"/>
                </a:lnTo>
                <a:lnTo>
                  <a:pt x="603" y="619"/>
                </a:lnTo>
                <a:lnTo>
                  <a:pt x="603" y="620"/>
                </a:lnTo>
                <a:lnTo>
                  <a:pt x="603" y="621"/>
                </a:lnTo>
                <a:lnTo>
                  <a:pt x="602" y="622"/>
                </a:lnTo>
                <a:lnTo>
                  <a:pt x="601" y="622"/>
                </a:lnTo>
                <a:lnTo>
                  <a:pt x="599" y="623"/>
                </a:lnTo>
                <a:lnTo>
                  <a:pt x="598" y="623"/>
                </a:lnTo>
                <a:lnTo>
                  <a:pt x="598" y="622"/>
                </a:lnTo>
                <a:lnTo>
                  <a:pt x="597" y="621"/>
                </a:lnTo>
                <a:lnTo>
                  <a:pt x="596" y="620"/>
                </a:lnTo>
                <a:lnTo>
                  <a:pt x="595" y="620"/>
                </a:lnTo>
                <a:lnTo>
                  <a:pt x="595" y="621"/>
                </a:lnTo>
                <a:lnTo>
                  <a:pt x="594" y="622"/>
                </a:lnTo>
                <a:lnTo>
                  <a:pt x="593" y="623"/>
                </a:lnTo>
                <a:lnTo>
                  <a:pt x="592" y="623"/>
                </a:lnTo>
                <a:lnTo>
                  <a:pt x="591" y="623"/>
                </a:lnTo>
                <a:lnTo>
                  <a:pt x="590" y="623"/>
                </a:lnTo>
                <a:lnTo>
                  <a:pt x="589" y="624"/>
                </a:lnTo>
                <a:lnTo>
                  <a:pt x="589" y="625"/>
                </a:lnTo>
                <a:lnTo>
                  <a:pt x="588" y="626"/>
                </a:lnTo>
                <a:lnTo>
                  <a:pt x="587" y="626"/>
                </a:lnTo>
                <a:lnTo>
                  <a:pt x="586" y="626"/>
                </a:lnTo>
                <a:lnTo>
                  <a:pt x="585" y="626"/>
                </a:lnTo>
                <a:lnTo>
                  <a:pt x="585" y="628"/>
                </a:lnTo>
                <a:lnTo>
                  <a:pt x="585" y="629"/>
                </a:lnTo>
                <a:lnTo>
                  <a:pt x="584" y="630"/>
                </a:lnTo>
                <a:lnTo>
                  <a:pt x="584" y="631"/>
                </a:lnTo>
                <a:lnTo>
                  <a:pt x="583" y="630"/>
                </a:lnTo>
                <a:lnTo>
                  <a:pt x="582" y="630"/>
                </a:lnTo>
                <a:lnTo>
                  <a:pt x="582" y="629"/>
                </a:lnTo>
                <a:lnTo>
                  <a:pt x="581" y="628"/>
                </a:lnTo>
                <a:lnTo>
                  <a:pt x="581" y="627"/>
                </a:lnTo>
                <a:lnTo>
                  <a:pt x="580" y="627"/>
                </a:lnTo>
                <a:lnTo>
                  <a:pt x="580" y="628"/>
                </a:lnTo>
                <a:lnTo>
                  <a:pt x="579" y="628"/>
                </a:lnTo>
                <a:lnTo>
                  <a:pt x="578" y="628"/>
                </a:lnTo>
                <a:lnTo>
                  <a:pt x="577" y="629"/>
                </a:lnTo>
                <a:lnTo>
                  <a:pt x="576" y="629"/>
                </a:lnTo>
                <a:lnTo>
                  <a:pt x="575" y="629"/>
                </a:lnTo>
                <a:lnTo>
                  <a:pt x="574" y="629"/>
                </a:lnTo>
                <a:lnTo>
                  <a:pt x="573" y="629"/>
                </a:lnTo>
                <a:lnTo>
                  <a:pt x="572" y="631"/>
                </a:lnTo>
                <a:lnTo>
                  <a:pt x="571" y="632"/>
                </a:lnTo>
                <a:lnTo>
                  <a:pt x="570" y="632"/>
                </a:lnTo>
                <a:lnTo>
                  <a:pt x="570" y="633"/>
                </a:lnTo>
                <a:lnTo>
                  <a:pt x="570" y="634"/>
                </a:lnTo>
                <a:lnTo>
                  <a:pt x="569" y="635"/>
                </a:lnTo>
                <a:lnTo>
                  <a:pt x="568" y="635"/>
                </a:lnTo>
                <a:lnTo>
                  <a:pt x="567" y="635"/>
                </a:lnTo>
                <a:lnTo>
                  <a:pt x="566" y="636"/>
                </a:lnTo>
                <a:lnTo>
                  <a:pt x="566" y="637"/>
                </a:lnTo>
                <a:lnTo>
                  <a:pt x="566" y="639"/>
                </a:lnTo>
                <a:lnTo>
                  <a:pt x="565" y="640"/>
                </a:lnTo>
                <a:lnTo>
                  <a:pt x="564" y="641"/>
                </a:lnTo>
                <a:lnTo>
                  <a:pt x="564" y="642"/>
                </a:lnTo>
                <a:lnTo>
                  <a:pt x="563" y="643"/>
                </a:lnTo>
                <a:lnTo>
                  <a:pt x="562" y="643"/>
                </a:lnTo>
                <a:lnTo>
                  <a:pt x="562" y="644"/>
                </a:lnTo>
                <a:lnTo>
                  <a:pt x="561" y="644"/>
                </a:lnTo>
                <a:lnTo>
                  <a:pt x="561" y="645"/>
                </a:lnTo>
                <a:lnTo>
                  <a:pt x="561" y="646"/>
                </a:lnTo>
                <a:lnTo>
                  <a:pt x="561" y="647"/>
                </a:lnTo>
                <a:lnTo>
                  <a:pt x="560" y="648"/>
                </a:lnTo>
                <a:lnTo>
                  <a:pt x="560" y="649"/>
                </a:lnTo>
                <a:lnTo>
                  <a:pt x="559" y="650"/>
                </a:lnTo>
                <a:lnTo>
                  <a:pt x="559" y="652"/>
                </a:lnTo>
                <a:lnTo>
                  <a:pt x="558" y="651"/>
                </a:lnTo>
                <a:lnTo>
                  <a:pt x="557" y="651"/>
                </a:lnTo>
                <a:lnTo>
                  <a:pt x="557" y="652"/>
                </a:lnTo>
                <a:lnTo>
                  <a:pt x="556" y="652"/>
                </a:lnTo>
                <a:lnTo>
                  <a:pt x="556" y="653"/>
                </a:lnTo>
                <a:lnTo>
                  <a:pt x="555" y="653"/>
                </a:lnTo>
                <a:lnTo>
                  <a:pt x="555" y="654"/>
                </a:lnTo>
                <a:lnTo>
                  <a:pt x="556" y="654"/>
                </a:lnTo>
                <a:lnTo>
                  <a:pt x="557" y="654"/>
                </a:lnTo>
                <a:lnTo>
                  <a:pt x="556" y="656"/>
                </a:lnTo>
                <a:lnTo>
                  <a:pt x="555" y="657"/>
                </a:lnTo>
                <a:lnTo>
                  <a:pt x="554" y="657"/>
                </a:lnTo>
                <a:lnTo>
                  <a:pt x="554" y="656"/>
                </a:lnTo>
                <a:lnTo>
                  <a:pt x="553" y="657"/>
                </a:lnTo>
                <a:lnTo>
                  <a:pt x="552" y="657"/>
                </a:lnTo>
                <a:lnTo>
                  <a:pt x="552" y="659"/>
                </a:lnTo>
                <a:lnTo>
                  <a:pt x="552" y="660"/>
                </a:lnTo>
                <a:lnTo>
                  <a:pt x="552" y="661"/>
                </a:lnTo>
                <a:lnTo>
                  <a:pt x="551" y="662"/>
                </a:lnTo>
                <a:lnTo>
                  <a:pt x="550" y="663"/>
                </a:lnTo>
                <a:lnTo>
                  <a:pt x="550" y="664"/>
                </a:lnTo>
                <a:lnTo>
                  <a:pt x="550" y="665"/>
                </a:lnTo>
                <a:lnTo>
                  <a:pt x="550" y="666"/>
                </a:lnTo>
                <a:lnTo>
                  <a:pt x="550" y="667"/>
                </a:lnTo>
                <a:lnTo>
                  <a:pt x="550" y="668"/>
                </a:lnTo>
                <a:lnTo>
                  <a:pt x="549" y="669"/>
                </a:lnTo>
                <a:lnTo>
                  <a:pt x="550" y="670"/>
                </a:lnTo>
                <a:lnTo>
                  <a:pt x="550" y="671"/>
                </a:lnTo>
                <a:lnTo>
                  <a:pt x="551" y="672"/>
                </a:lnTo>
                <a:lnTo>
                  <a:pt x="551" y="673"/>
                </a:lnTo>
                <a:lnTo>
                  <a:pt x="551" y="674"/>
                </a:lnTo>
                <a:lnTo>
                  <a:pt x="552" y="674"/>
                </a:lnTo>
                <a:lnTo>
                  <a:pt x="552" y="675"/>
                </a:lnTo>
                <a:lnTo>
                  <a:pt x="553" y="677"/>
                </a:lnTo>
                <a:lnTo>
                  <a:pt x="554" y="678"/>
                </a:lnTo>
                <a:lnTo>
                  <a:pt x="554" y="679"/>
                </a:lnTo>
                <a:lnTo>
                  <a:pt x="554" y="680"/>
                </a:lnTo>
                <a:lnTo>
                  <a:pt x="552" y="682"/>
                </a:lnTo>
                <a:lnTo>
                  <a:pt x="551" y="683"/>
                </a:lnTo>
                <a:lnTo>
                  <a:pt x="550" y="683"/>
                </a:lnTo>
                <a:lnTo>
                  <a:pt x="550" y="684"/>
                </a:lnTo>
                <a:lnTo>
                  <a:pt x="549" y="685"/>
                </a:lnTo>
                <a:lnTo>
                  <a:pt x="549" y="686"/>
                </a:lnTo>
                <a:lnTo>
                  <a:pt x="548" y="686"/>
                </a:lnTo>
                <a:lnTo>
                  <a:pt x="547" y="687"/>
                </a:lnTo>
                <a:lnTo>
                  <a:pt x="547" y="688"/>
                </a:lnTo>
                <a:lnTo>
                  <a:pt x="547" y="689"/>
                </a:lnTo>
                <a:lnTo>
                  <a:pt x="546" y="689"/>
                </a:lnTo>
                <a:lnTo>
                  <a:pt x="546" y="690"/>
                </a:lnTo>
                <a:lnTo>
                  <a:pt x="547" y="690"/>
                </a:lnTo>
                <a:lnTo>
                  <a:pt x="547" y="691"/>
                </a:lnTo>
                <a:lnTo>
                  <a:pt x="547" y="692"/>
                </a:lnTo>
                <a:lnTo>
                  <a:pt x="547" y="694"/>
                </a:lnTo>
                <a:lnTo>
                  <a:pt x="548" y="695"/>
                </a:lnTo>
                <a:lnTo>
                  <a:pt x="549" y="696"/>
                </a:lnTo>
                <a:lnTo>
                  <a:pt x="551" y="697"/>
                </a:lnTo>
                <a:lnTo>
                  <a:pt x="551" y="698"/>
                </a:lnTo>
                <a:lnTo>
                  <a:pt x="552" y="699"/>
                </a:lnTo>
                <a:lnTo>
                  <a:pt x="554" y="699"/>
                </a:lnTo>
                <a:lnTo>
                  <a:pt x="555" y="700"/>
                </a:lnTo>
                <a:lnTo>
                  <a:pt x="555" y="701"/>
                </a:lnTo>
                <a:lnTo>
                  <a:pt x="554" y="702"/>
                </a:lnTo>
                <a:lnTo>
                  <a:pt x="555" y="702"/>
                </a:lnTo>
                <a:lnTo>
                  <a:pt x="556" y="703"/>
                </a:lnTo>
                <a:lnTo>
                  <a:pt x="557" y="704"/>
                </a:lnTo>
                <a:lnTo>
                  <a:pt x="558" y="704"/>
                </a:lnTo>
                <a:lnTo>
                  <a:pt x="557" y="705"/>
                </a:lnTo>
                <a:lnTo>
                  <a:pt x="557" y="706"/>
                </a:lnTo>
                <a:lnTo>
                  <a:pt x="557" y="707"/>
                </a:lnTo>
                <a:lnTo>
                  <a:pt x="558" y="708"/>
                </a:lnTo>
                <a:lnTo>
                  <a:pt x="558" y="709"/>
                </a:lnTo>
                <a:lnTo>
                  <a:pt x="558" y="710"/>
                </a:lnTo>
                <a:lnTo>
                  <a:pt x="558" y="711"/>
                </a:lnTo>
                <a:lnTo>
                  <a:pt x="557" y="715"/>
                </a:lnTo>
                <a:lnTo>
                  <a:pt x="556" y="718"/>
                </a:lnTo>
                <a:lnTo>
                  <a:pt x="555" y="719"/>
                </a:lnTo>
                <a:lnTo>
                  <a:pt x="554" y="720"/>
                </a:lnTo>
                <a:lnTo>
                  <a:pt x="554" y="721"/>
                </a:lnTo>
                <a:lnTo>
                  <a:pt x="555" y="720"/>
                </a:lnTo>
                <a:lnTo>
                  <a:pt x="556" y="721"/>
                </a:lnTo>
                <a:lnTo>
                  <a:pt x="557" y="722"/>
                </a:lnTo>
                <a:lnTo>
                  <a:pt x="558" y="722"/>
                </a:lnTo>
                <a:lnTo>
                  <a:pt x="559" y="722"/>
                </a:lnTo>
                <a:lnTo>
                  <a:pt x="560" y="723"/>
                </a:lnTo>
                <a:lnTo>
                  <a:pt x="560" y="724"/>
                </a:lnTo>
                <a:lnTo>
                  <a:pt x="561" y="724"/>
                </a:lnTo>
                <a:lnTo>
                  <a:pt x="562" y="724"/>
                </a:lnTo>
                <a:lnTo>
                  <a:pt x="562" y="725"/>
                </a:lnTo>
                <a:lnTo>
                  <a:pt x="563" y="725"/>
                </a:lnTo>
                <a:lnTo>
                  <a:pt x="563" y="726"/>
                </a:lnTo>
                <a:lnTo>
                  <a:pt x="563" y="727"/>
                </a:lnTo>
                <a:lnTo>
                  <a:pt x="564" y="727"/>
                </a:lnTo>
                <a:lnTo>
                  <a:pt x="565" y="727"/>
                </a:lnTo>
                <a:lnTo>
                  <a:pt x="565" y="728"/>
                </a:lnTo>
                <a:lnTo>
                  <a:pt x="565" y="729"/>
                </a:lnTo>
                <a:lnTo>
                  <a:pt x="565" y="730"/>
                </a:lnTo>
                <a:lnTo>
                  <a:pt x="566" y="730"/>
                </a:lnTo>
                <a:lnTo>
                  <a:pt x="566" y="731"/>
                </a:lnTo>
                <a:lnTo>
                  <a:pt x="565" y="731"/>
                </a:lnTo>
                <a:lnTo>
                  <a:pt x="565" y="732"/>
                </a:lnTo>
                <a:lnTo>
                  <a:pt x="566" y="732"/>
                </a:lnTo>
                <a:lnTo>
                  <a:pt x="567" y="732"/>
                </a:lnTo>
                <a:lnTo>
                  <a:pt x="568" y="733"/>
                </a:lnTo>
                <a:lnTo>
                  <a:pt x="567" y="733"/>
                </a:lnTo>
                <a:lnTo>
                  <a:pt x="567" y="734"/>
                </a:lnTo>
                <a:lnTo>
                  <a:pt x="568" y="735"/>
                </a:lnTo>
                <a:lnTo>
                  <a:pt x="568" y="734"/>
                </a:lnTo>
                <a:lnTo>
                  <a:pt x="569" y="735"/>
                </a:lnTo>
                <a:lnTo>
                  <a:pt x="570" y="735"/>
                </a:lnTo>
                <a:lnTo>
                  <a:pt x="571" y="735"/>
                </a:lnTo>
                <a:lnTo>
                  <a:pt x="572" y="734"/>
                </a:lnTo>
                <a:lnTo>
                  <a:pt x="573" y="734"/>
                </a:lnTo>
                <a:lnTo>
                  <a:pt x="574" y="735"/>
                </a:lnTo>
                <a:lnTo>
                  <a:pt x="574" y="734"/>
                </a:lnTo>
                <a:lnTo>
                  <a:pt x="575" y="734"/>
                </a:lnTo>
                <a:lnTo>
                  <a:pt x="575" y="735"/>
                </a:lnTo>
                <a:lnTo>
                  <a:pt x="574" y="735"/>
                </a:lnTo>
                <a:lnTo>
                  <a:pt x="575" y="736"/>
                </a:lnTo>
                <a:lnTo>
                  <a:pt x="576" y="736"/>
                </a:lnTo>
                <a:lnTo>
                  <a:pt x="577" y="736"/>
                </a:lnTo>
                <a:lnTo>
                  <a:pt x="576" y="736"/>
                </a:lnTo>
                <a:lnTo>
                  <a:pt x="575" y="736"/>
                </a:lnTo>
                <a:lnTo>
                  <a:pt x="575" y="737"/>
                </a:lnTo>
                <a:lnTo>
                  <a:pt x="574" y="738"/>
                </a:lnTo>
                <a:lnTo>
                  <a:pt x="573" y="739"/>
                </a:lnTo>
                <a:lnTo>
                  <a:pt x="573" y="740"/>
                </a:lnTo>
                <a:lnTo>
                  <a:pt x="574" y="740"/>
                </a:lnTo>
                <a:lnTo>
                  <a:pt x="574" y="741"/>
                </a:lnTo>
                <a:lnTo>
                  <a:pt x="573" y="742"/>
                </a:lnTo>
                <a:lnTo>
                  <a:pt x="570" y="744"/>
                </a:lnTo>
                <a:lnTo>
                  <a:pt x="570" y="745"/>
                </a:lnTo>
                <a:lnTo>
                  <a:pt x="570" y="746"/>
                </a:lnTo>
                <a:lnTo>
                  <a:pt x="570" y="747"/>
                </a:lnTo>
                <a:lnTo>
                  <a:pt x="570" y="748"/>
                </a:lnTo>
                <a:lnTo>
                  <a:pt x="570" y="750"/>
                </a:lnTo>
                <a:lnTo>
                  <a:pt x="570" y="751"/>
                </a:lnTo>
                <a:lnTo>
                  <a:pt x="572" y="752"/>
                </a:lnTo>
                <a:lnTo>
                  <a:pt x="572" y="754"/>
                </a:lnTo>
                <a:lnTo>
                  <a:pt x="571" y="755"/>
                </a:lnTo>
                <a:lnTo>
                  <a:pt x="570" y="755"/>
                </a:lnTo>
                <a:lnTo>
                  <a:pt x="571" y="756"/>
                </a:lnTo>
                <a:lnTo>
                  <a:pt x="570" y="757"/>
                </a:lnTo>
                <a:lnTo>
                  <a:pt x="569" y="757"/>
                </a:lnTo>
                <a:lnTo>
                  <a:pt x="568" y="757"/>
                </a:lnTo>
                <a:lnTo>
                  <a:pt x="568" y="758"/>
                </a:lnTo>
                <a:lnTo>
                  <a:pt x="567" y="758"/>
                </a:lnTo>
                <a:lnTo>
                  <a:pt x="566" y="758"/>
                </a:lnTo>
                <a:lnTo>
                  <a:pt x="566" y="757"/>
                </a:lnTo>
                <a:lnTo>
                  <a:pt x="565" y="758"/>
                </a:lnTo>
                <a:lnTo>
                  <a:pt x="564" y="758"/>
                </a:lnTo>
                <a:lnTo>
                  <a:pt x="563" y="759"/>
                </a:lnTo>
                <a:lnTo>
                  <a:pt x="562" y="760"/>
                </a:lnTo>
                <a:lnTo>
                  <a:pt x="562" y="759"/>
                </a:lnTo>
                <a:lnTo>
                  <a:pt x="563" y="758"/>
                </a:lnTo>
                <a:lnTo>
                  <a:pt x="563" y="757"/>
                </a:lnTo>
                <a:lnTo>
                  <a:pt x="562" y="756"/>
                </a:lnTo>
                <a:lnTo>
                  <a:pt x="562" y="755"/>
                </a:lnTo>
                <a:lnTo>
                  <a:pt x="563" y="755"/>
                </a:lnTo>
                <a:lnTo>
                  <a:pt x="562" y="754"/>
                </a:lnTo>
                <a:lnTo>
                  <a:pt x="562" y="752"/>
                </a:lnTo>
                <a:lnTo>
                  <a:pt x="561" y="752"/>
                </a:lnTo>
                <a:lnTo>
                  <a:pt x="560" y="753"/>
                </a:lnTo>
                <a:lnTo>
                  <a:pt x="559" y="753"/>
                </a:lnTo>
                <a:lnTo>
                  <a:pt x="558" y="753"/>
                </a:lnTo>
                <a:lnTo>
                  <a:pt x="558" y="752"/>
                </a:lnTo>
                <a:lnTo>
                  <a:pt x="558" y="751"/>
                </a:lnTo>
                <a:lnTo>
                  <a:pt x="557" y="751"/>
                </a:lnTo>
                <a:lnTo>
                  <a:pt x="556" y="751"/>
                </a:lnTo>
                <a:lnTo>
                  <a:pt x="555" y="751"/>
                </a:lnTo>
                <a:lnTo>
                  <a:pt x="554" y="751"/>
                </a:lnTo>
                <a:lnTo>
                  <a:pt x="553" y="752"/>
                </a:lnTo>
                <a:lnTo>
                  <a:pt x="554" y="753"/>
                </a:lnTo>
                <a:lnTo>
                  <a:pt x="554" y="754"/>
                </a:lnTo>
                <a:lnTo>
                  <a:pt x="553" y="756"/>
                </a:lnTo>
                <a:lnTo>
                  <a:pt x="551" y="756"/>
                </a:lnTo>
                <a:lnTo>
                  <a:pt x="551" y="757"/>
                </a:lnTo>
                <a:lnTo>
                  <a:pt x="551" y="759"/>
                </a:lnTo>
                <a:lnTo>
                  <a:pt x="551" y="760"/>
                </a:lnTo>
                <a:lnTo>
                  <a:pt x="552" y="760"/>
                </a:lnTo>
                <a:lnTo>
                  <a:pt x="552" y="761"/>
                </a:lnTo>
                <a:lnTo>
                  <a:pt x="553" y="761"/>
                </a:lnTo>
                <a:lnTo>
                  <a:pt x="552" y="762"/>
                </a:lnTo>
                <a:lnTo>
                  <a:pt x="551" y="762"/>
                </a:lnTo>
                <a:lnTo>
                  <a:pt x="551" y="761"/>
                </a:lnTo>
                <a:lnTo>
                  <a:pt x="551" y="762"/>
                </a:lnTo>
                <a:lnTo>
                  <a:pt x="550" y="762"/>
                </a:lnTo>
                <a:lnTo>
                  <a:pt x="550" y="763"/>
                </a:lnTo>
                <a:lnTo>
                  <a:pt x="548" y="763"/>
                </a:lnTo>
                <a:lnTo>
                  <a:pt x="547" y="763"/>
                </a:lnTo>
                <a:lnTo>
                  <a:pt x="547" y="764"/>
                </a:lnTo>
                <a:lnTo>
                  <a:pt x="548" y="764"/>
                </a:lnTo>
                <a:lnTo>
                  <a:pt x="548" y="765"/>
                </a:lnTo>
                <a:lnTo>
                  <a:pt x="547" y="765"/>
                </a:lnTo>
                <a:lnTo>
                  <a:pt x="547" y="764"/>
                </a:lnTo>
                <a:lnTo>
                  <a:pt x="546" y="764"/>
                </a:lnTo>
                <a:lnTo>
                  <a:pt x="545" y="765"/>
                </a:lnTo>
                <a:lnTo>
                  <a:pt x="545" y="766"/>
                </a:lnTo>
                <a:lnTo>
                  <a:pt x="545" y="768"/>
                </a:lnTo>
                <a:lnTo>
                  <a:pt x="544" y="769"/>
                </a:lnTo>
                <a:lnTo>
                  <a:pt x="543" y="770"/>
                </a:lnTo>
                <a:lnTo>
                  <a:pt x="542" y="770"/>
                </a:lnTo>
                <a:lnTo>
                  <a:pt x="542" y="771"/>
                </a:lnTo>
                <a:lnTo>
                  <a:pt x="542" y="772"/>
                </a:lnTo>
                <a:lnTo>
                  <a:pt x="543" y="772"/>
                </a:lnTo>
                <a:lnTo>
                  <a:pt x="543" y="773"/>
                </a:lnTo>
                <a:lnTo>
                  <a:pt x="542" y="773"/>
                </a:lnTo>
                <a:lnTo>
                  <a:pt x="542" y="774"/>
                </a:lnTo>
                <a:lnTo>
                  <a:pt x="540" y="774"/>
                </a:lnTo>
                <a:lnTo>
                  <a:pt x="540" y="775"/>
                </a:lnTo>
                <a:lnTo>
                  <a:pt x="538" y="776"/>
                </a:lnTo>
                <a:lnTo>
                  <a:pt x="539" y="776"/>
                </a:lnTo>
                <a:lnTo>
                  <a:pt x="539" y="777"/>
                </a:lnTo>
                <a:lnTo>
                  <a:pt x="540" y="777"/>
                </a:lnTo>
                <a:lnTo>
                  <a:pt x="540" y="779"/>
                </a:lnTo>
                <a:lnTo>
                  <a:pt x="539" y="780"/>
                </a:lnTo>
                <a:lnTo>
                  <a:pt x="538" y="780"/>
                </a:lnTo>
                <a:lnTo>
                  <a:pt x="537" y="781"/>
                </a:lnTo>
                <a:lnTo>
                  <a:pt x="536" y="781"/>
                </a:lnTo>
                <a:lnTo>
                  <a:pt x="535" y="782"/>
                </a:lnTo>
                <a:lnTo>
                  <a:pt x="536" y="782"/>
                </a:lnTo>
                <a:lnTo>
                  <a:pt x="536" y="783"/>
                </a:lnTo>
                <a:lnTo>
                  <a:pt x="536" y="784"/>
                </a:lnTo>
                <a:lnTo>
                  <a:pt x="535" y="784"/>
                </a:lnTo>
                <a:lnTo>
                  <a:pt x="535" y="785"/>
                </a:lnTo>
                <a:lnTo>
                  <a:pt x="536" y="785"/>
                </a:lnTo>
                <a:lnTo>
                  <a:pt x="536" y="786"/>
                </a:lnTo>
                <a:lnTo>
                  <a:pt x="536" y="787"/>
                </a:lnTo>
                <a:lnTo>
                  <a:pt x="535" y="788"/>
                </a:lnTo>
                <a:lnTo>
                  <a:pt x="535" y="789"/>
                </a:lnTo>
                <a:lnTo>
                  <a:pt x="535" y="790"/>
                </a:lnTo>
                <a:lnTo>
                  <a:pt x="536" y="792"/>
                </a:lnTo>
                <a:lnTo>
                  <a:pt x="536" y="794"/>
                </a:lnTo>
                <a:lnTo>
                  <a:pt x="536" y="795"/>
                </a:lnTo>
                <a:lnTo>
                  <a:pt x="536" y="794"/>
                </a:lnTo>
                <a:lnTo>
                  <a:pt x="535" y="794"/>
                </a:lnTo>
                <a:lnTo>
                  <a:pt x="535" y="795"/>
                </a:lnTo>
                <a:lnTo>
                  <a:pt x="534" y="795"/>
                </a:lnTo>
                <a:lnTo>
                  <a:pt x="536" y="795"/>
                </a:lnTo>
                <a:lnTo>
                  <a:pt x="537" y="795"/>
                </a:lnTo>
                <a:lnTo>
                  <a:pt x="536" y="795"/>
                </a:lnTo>
                <a:lnTo>
                  <a:pt x="536" y="794"/>
                </a:lnTo>
                <a:lnTo>
                  <a:pt x="537" y="794"/>
                </a:lnTo>
                <a:lnTo>
                  <a:pt x="537" y="795"/>
                </a:lnTo>
                <a:lnTo>
                  <a:pt x="537" y="796"/>
                </a:lnTo>
                <a:lnTo>
                  <a:pt x="536" y="796"/>
                </a:lnTo>
                <a:lnTo>
                  <a:pt x="536" y="797"/>
                </a:lnTo>
                <a:lnTo>
                  <a:pt x="537" y="797"/>
                </a:lnTo>
                <a:lnTo>
                  <a:pt x="538" y="797"/>
                </a:lnTo>
                <a:lnTo>
                  <a:pt x="539" y="798"/>
                </a:lnTo>
                <a:lnTo>
                  <a:pt x="538" y="798"/>
                </a:lnTo>
                <a:lnTo>
                  <a:pt x="538" y="799"/>
                </a:lnTo>
                <a:lnTo>
                  <a:pt x="538" y="800"/>
                </a:lnTo>
                <a:lnTo>
                  <a:pt x="537" y="801"/>
                </a:lnTo>
                <a:lnTo>
                  <a:pt x="537" y="802"/>
                </a:lnTo>
                <a:lnTo>
                  <a:pt x="537" y="803"/>
                </a:lnTo>
                <a:lnTo>
                  <a:pt x="538" y="803"/>
                </a:lnTo>
                <a:lnTo>
                  <a:pt x="539" y="803"/>
                </a:lnTo>
                <a:lnTo>
                  <a:pt x="540" y="803"/>
                </a:lnTo>
                <a:lnTo>
                  <a:pt x="540" y="804"/>
                </a:lnTo>
                <a:lnTo>
                  <a:pt x="541" y="804"/>
                </a:lnTo>
                <a:lnTo>
                  <a:pt x="542" y="804"/>
                </a:lnTo>
                <a:lnTo>
                  <a:pt x="542" y="803"/>
                </a:lnTo>
                <a:lnTo>
                  <a:pt x="542" y="802"/>
                </a:lnTo>
                <a:lnTo>
                  <a:pt x="543" y="803"/>
                </a:lnTo>
                <a:lnTo>
                  <a:pt x="542" y="804"/>
                </a:lnTo>
                <a:lnTo>
                  <a:pt x="544" y="804"/>
                </a:lnTo>
                <a:lnTo>
                  <a:pt x="545" y="804"/>
                </a:lnTo>
                <a:lnTo>
                  <a:pt x="546" y="804"/>
                </a:lnTo>
                <a:lnTo>
                  <a:pt x="546" y="803"/>
                </a:lnTo>
                <a:lnTo>
                  <a:pt x="547" y="803"/>
                </a:lnTo>
                <a:lnTo>
                  <a:pt x="547" y="802"/>
                </a:lnTo>
                <a:lnTo>
                  <a:pt x="549" y="801"/>
                </a:lnTo>
                <a:lnTo>
                  <a:pt x="550" y="800"/>
                </a:lnTo>
                <a:lnTo>
                  <a:pt x="551" y="800"/>
                </a:lnTo>
                <a:lnTo>
                  <a:pt x="552" y="800"/>
                </a:lnTo>
                <a:lnTo>
                  <a:pt x="552" y="801"/>
                </a:lnTo>
                <a:lnTo>
                  <a:pt x="553" y="801"/>
                </a:lnTo>
                <a:lnTo>
                  <a:pt x="553" y="802"/>
                </a:lnTo>
                <a:lnTo>
                  <a:pt x="554" y="802"/>
                </a:lnTo>
                <a:lnTo>
                  <a:pt x="554" y="803"/>
                </a:lnTo>
                <a:lnTo>
                  <a:pt x="553" y="804"/>
                </a:lnTo>
                <a:lnTo>
                  <a:pt x="554" y="805"/>
                </a:lnTo>
                <a:lnTo>
                  <a:pt x="554" y="806"/>
                </a:lnTo>
                <a:lnTo>
                  <a:pt x="554" y="807"/>
                </a:lnTo>
                <a:lnTo>
                  <a:pt x="555" y="808"/>
                </a:lnTo>
                <a:lnTo>
                  <a:pt x="556" y="808"/>
                </a:lnTo>
                <a:lnTo>
                  <a:pt x="556" y="810"/>
                </a:lnTo>
                <a:lnTo>
                  <a:pt x="556" y="812"/>
                </a:lnTo>
                <a:lnTo>
                  <a:pt x="555" y="813"/>
                </a:lnTo>
                <a:lnTo>
                  <a:pt x="554" y="813"/>
                </a:lnTo>
                <a:lnTo>
                  <a:pt x="554" y="814"/>
                </a:lnTo>
                <a:lnTo>
                  <a:pt x="553" y="814"/>
                </a:lnTo>
                <a:lnTo>
                  <a:pt x="553" y="815"/>
                </a:lnTo>
                <a:lnTo>
                  <a:pt x="552" y="816"/>
                </a:lnTo>
                <a:lnTo>
                  <a:pt x="551" y="817"/>
                </a:lnTo>
                <a:lnTo>
                  <a:pt x="550" y="819"/>
                </a:lnTo>
                <a:lnTo>
                  <a:pt x="549" y="820"/>
                </a:lnTo>
                <a:lnTo>
                  <a:pt x="548" y="820"/>
                </a:lnTo>
                <a:lnTo>
                  <a:pt x="548" y="821"/>
                </a:lnTo>
                <a:lnTo>
                  <a:pt x="547" y="821"/>
                </a:lnTo>
                <a:lnTo>
                  <a:pt x="547" y="822"/>
                </a:lnTo>
                <a:lnTo>
                  <a:pt x="546" y="822"/>
                </a:lnTo>
                <a:lnTo>
                  <a:pt x="546" y="821"/>
                </a:lnTo>
                <a:lnTo>
                  <a:pt x="545" y="823"/>
                </a:lnTo>
                <a:lnTo>
                  <a:pt x="545" y="825"/>
                </a:lnTo>
                <a:lnTo>
                  <a:pt x="544" y="826"/>
                </a:lnTo>
                <a:lnTo>
                  <a:pt x="543" y="826"/>
                </a:lnTo>
                <a:lnTo>
                  <a:pt x="542" y="826"/>
                </a:lnTo>
                <a:lnTo>
                  <a:pt x="543" y="826"/>
                </a:lnTo>
                <a:lnTo>
                  <a:pt x="543" y="827"/>
                </a:lnTo>
                <a:lnTo>
                  <a:pt x="542" y="827"/>
                </a:lnTo>
                <a:lnTo>
                  <a:pt x="542" y="828"/>
                </a:lnTo>
                <a:lnTo>
                  <a:pt x="542" y="829"/>
                </a:lnTo>
                <a:lnTo>
                  <a:pt x="542" y="830"/>
                </a:lnTo>
                <a:lnTo>
                  <a:pt x="541" y="830"/>
                </a:lnTo>
                <a:lnTo>
                  <a:pt x="541" y="829"/>
                </a:lnTo>
                <a:lnTo>
                  <a:pt x="540" y="829"/>
                </a:lnTo>
                <a:lnTo>
                  <a:pt x="541" y="830"/>
                </a:lnTo>
                <a:lnTo>
                  <a:pt x="541" y="831"/>
                </a:lnTo>
                <a:lnTo>
                  <a:pt x="540" y="831"/>
                </a:lnTo>
                <a:lnTo>
                  <a:pt x="539" y="831"/>
                </a:lnTo>
                <a:lnTo>
                  <a:pt x="539" y="832"/>
                </a:lnTo>
                <a:lnTo>
                  <a:pt x="538" y="834"/>
                </a:lnTo>
                <a:lnTo>
                  <a:pt x="537" y="836"/>
                </a:lnTo>
                <a:lnTo>
                  <a:pt x="536" y="836"/>
                </a:lnTo>
                <a:lnTo>
                  <a:pt x="536" y="837"/>
                </a:lnTo>
                <a:lnTo>
                  <a:pt x="535" y="837"/>
                </a:lnTo>
                <a:lnTo>
                  <a:pt x="535" y="838"/>
                </a:lnTo>
                <a:lnTo>
                  <a:pt x="535" y="839"/>
                </a:lnTo>
                <a:lnTo>
                  <a:pt x="536" y="840"/>
                </a:lnTo>
                <a:lnTo>
                  <a:pt x="537" y="842"/>
                </a:lnTo>
                <a:lnTo>
                  <a:pt x="537" y="843"/>
                </a:lnTo>
                <a:lnTo>
                  <a:pt x="538" y="844"/>
                </a:lnTo>
                <a:lnTo>
                  <a:pt x="538" y="845"/>
                </a:lnTo>
                <a:lnTo>
                  <a:pt x="537" y="846"/>
                </a:lnTo>
                <a:lnTo>
                  <a:pt x="535" y="846"/>
                </a:lnTo>
                <a:lnTo>
                  <a:pt x="534" y="845"/>
                </a:lnTo>
                <a:lnTo>
                  <a:pt x="533" y="846"/>
                </a:lnTo>
                <a:lnTo>
                  <a:pt x="532" y="846"/>
                </a:lnTo>
                <a:lnTo>
                  <a:pt x="532" y="847"/>
                </a:lnTo>
                <a:lnTo>
                  <a:pt x="531" y="847"/>
                </a:lnTo>
                <a:lnTo>
                  <a:pt x="530" y="847"/>
                </a:lnTo>
                <a:lnTo>
                  <a:pt x="530" y="849"/>
                </a:lnTo>
                <a:lnTo>
                  <a:pt x="529" y="850"/>
                </a:lnTo>
                <a:lnTo>
                  <a:pt x="528" y="851"/>
                </a:lnTo>
                <a:lnTo>
                  <a:pt x="527" y="853"/>
                </a:lnTo>
                <a:lnTo>
                  <a:pt x="527" y="854"/>
                </a:lnTo>
                <a:lnTo>
                  <a:pt x="527" y="855"/>
                </a:lnTo>
                <a:lnTo>
                  <a:pt x="525" y="855"/>
                </a:lnTo>
                <a:lnTo>
                  <a:pt x="524" y="855"/>
                </a:lnTo>
                <a:lnTo>
                  <a:pt x="523" y="856"/>
                </a:lnTo>
                <a:lnTo>
                  <a:pt x="523" y="857"/>
                </a:lnTo>
                <a:lnTo>
                  <a:pt x="521" y="857"/>
                </a:lnTo>
                <a:lnTo>
                  <a:pt x="520" y="857"/>
                </a:lnTo>
                <a:lnTo>
                  <a:pt x="519" y="858"/>
                </a:lnTo>
                <a:lnTo>
                  <a:pt x="519" y="859"/>
                </a:lnTo>
                <a:lnTo>
                  <a:pt x="518" y="860"/>
                </a:lnTo>
                <a:lnTo>
                  <a:pt x="517" y="859"/>
                </a:lnTo>
                <a:lnTo>
                  <a:pt x="516" y="860"/>
                </a:lnTo>
                <a:lnTo>
                  <a:pt x="515" y="860"/>
                </a:lnTo>
                <a:lnTo>
                  <a:pt x="515" y="861"/>
                </a:lnTo>
                <a:lnTo>
                  <a:pt x="514" y="860"/>
                </a:lnTo>
                <a:lnTo>
                  <a:pt x="513" y="859"/>
                </a:lnTo>
                <a:lnTo>
                  <a:pt x="512" y="859"/>
                </a:lnTo>
                <a:lnTo>
                  <a:pt x="511" y="860"/>
                </a:lnTo>
                <a:lnTo>
                  <a:pt x="511" y="859"/>
                </a:lnTo>
                <a:lnTo>
                  <a:pt x="511" y="860"/>
                </a:lnTo>
                <a:lnTo>
                  <a:pt x="510" y="860"/>
                </a:lnTo>
                <a:lnTo>
                  <a:pt x="510" y="861"/>
                </a:lnTo>
                <a:lnTo>
                  <a:pt x="509" y="861"/>
                </a:lnTo>
                <a:lnTo>
                  <a:pt x="508" y="861"/>
                </a:lnTo>
                <a:lnTo>
                  <a:pt x="507" y="861"/>
                </a:lnTo>
                <a:lnTo>
                  <a:pt x="506" y="861"/>
                </a:lnTo>
                <a:lnTo>
                  <a:pt x="505" y="862"/>
                </a:lnTo>
                <a:lnTo>
                  <a:pt x="504" y="863"/>
                </a:lnTo>
                <a:lnTo>
                  <a:pt x="504" y="864"/>
                </a:lnTo>
                <a:lnTo>
                  <a:pt x="504" y="865"/>
                </a:lnTo>
                <a:lnTo>
                  <a:pt x="504" y="866"/>
                </a:lnTo>
                <a:lnTo>
                  <a:pt x="504" y="867"/>
                </a:lnTo>
                <a:lnTo>
                  <a:pt x="503" y="867"/>
                </a:lnTo>
                <a:lnTo>
                  <a:pt x="503" y="866"/>
                </a:lnTo>
                <a:lnTo>
                  <a:pt x="502" y="866"/>
                </a:lnTo>
                <a:lnTo>
                  <a:pt x="500" y="867"/>
                </a:lnTo>
                <a:lnTo>
                  <a:pt x="499" y="868"/>
                </a:lnTo>
                <a:lnTo>
                  <a:pt x="499" y="869"/>
                </a:lnTo>
                <a:lnTo>
                  <a:pt x="498" y="870"/>
                </a:lnTo>
                <a:lnTo>
                  <a:pt x="497" y="871"/>
                </a:lnTo>
                <a:lnTo>
                  <a:pt x="497" y="872"/>
                </a:lnTo>
                <a:lnTo>
                  <a:pt x="497" y="874"/>
                </a:lnTo>
                <a:lnTo>
                  <a:pt x="497" y="876"/>
                </a:lnTo>
                <a:lnTo>
                  <a:pt x="498" y="876"/>
                </a:lnTo>
                <a:lnTo>
                  <a:pt x="497" y="877"/>
                </a:lnTo>
                <a:lnTo>
                  <a:pt x="498" y="879"/>
                </a:lnTo>
                <a:lnTo>
                  <a:pt x="498" y="877"/>
                </a:lnTo>
                <a:lnTo>
                  <a:pt x="499" y="877"/>
                </a:lnTo>
                <a:lnTo>
                  <a:pt x="499" y="879"/>
                </a:lnTo>
                <a:lnTo>
                  <a:pt x="499" y="880"/>
                </a:lnTo>
                <a:lnTo>
                  <a:pt x="500" y="880"/>
                </a:lnTo>
                <a:lnTo>
                  <a:pt x="501" y="880"/>
                </a:lnTo>
                <a:lnTo>
                  <a:pt x="502" y="881"/>
                </a:lnTo>
                <a:lnTo>
                  <a:pt x="503" y="881"/>
                </a:lnTo>
                <a:lnTo>
                  <a:pt x="503" y="882"/>
                </a:lnTo>
                <a:lnTo>
                  <a:pt x="503" y="883"/>
                </a:lnTo>
                <a:lnTo>
                  <a:pt x="503" y="884"/>
                </a:lnTo>
                <a:lnTo>
                  <a:pt x="504" y="884"/>
                </a:lnTo>
                <a:lnTo>
                  <a:pt x="505" y="884"/>
                </a:lnTo>
                <a:lnTo>
                  <a:pt x="505" y="885"/>
                </a:lnTo>
                <a:lnTo>
                  <a:pt x="506" y="885"/>
                </a:lnTo>
                <a:lnTo>
                  <a:pt x="506" y="886"/>
                </a:lnTo>
                <a:lnTo>
                  <a:pt x="507" y="885"/>
                </a:lnTo>
                <a:lnTo>
                  <a:pt x="508" y="887"/>
                </a:lnTo>
                <a:lnTo>
                  <a:pt x="508" y="888"/>
                </a:lnTo>
                <a:lnTo>
                  <a:pt x="507" y="889"/>
                </a:lnTo>
                <a:lnTo>
                  <a:pt x="507" y="890"/>
                </a:lnTo>
                <a:lnTo>
                  <a:pt x="508" y="891"/>
                </a:lnTo>
                <a:lnTo>
                  <a:pt x="508" y="892"/>
                </a:lnTo>
                <a:lnTo>
                  <a:pt x="508" y="893"/>
                </a:lnTo>
                <a:lnTo>
                  <a:pt x="507" y="893"/>
                </a:lnTo>
                <a:lnTo>
                  <a:pt x="507" y="894"/>
                </a:lnTo>
                <a:lnTo>
                  <a:pt x="506" y="894"/>
                </a:lnTo>
                <a:lnTo>
                  <a:pt x="505" y="892"/>
                </a:lnTo>
                <a:lnTo>
                  <a:pt x="505" y="891"/>
                </a:lnTo>
                <a:lnTo>
                  <a:pt x="506" y="891"/>
                </a:lnTo>
                <a:lnTo>
                  <a:pt x="505" y="890"/>
                </a:lnTo>
                <a:lnTo>
                  <a:pt x="504" y="890"/>
                </a:lnTo>
                <a:lnTo>
                  <a:pt x="502" y="891"/>
                </a:lnTo>
                <a:lnTo>
                  <a:pt x="502" y="892"/>
                </a:lnTo>
                <a:lnTo>
                  <a:pt x="500" y="892"/>
                </a:lnTo>
                <a:lnTo>
                  <a:pt x="499" y="892"/>
                </a:lnTo>
                <a:lnTo>
                  <a:pt x="498" y="893"/>
                </a:lnTo>
                <a:lnTo>
                  <a:pt x="498" y="894"/>
                </a:lnTo>
                <a:lnTo>
                  <a:pt x="497" y="895"/>
                </a:lnTo>
                <a:lnTo>
                  <a:pt x="497" y="896"/>
                </a:lnTo>
                <a:lnTo>
                  <a:pt x="497" y="897"/>
                </a:lnTo>
                <a:lnTo>
                  <a:pt x="497" y="898"/>
                </a:lnTo>
                <a:lnTo>
                  <a:pt x="496" y="899"/>
                </a:lnTo>
                <a:lnTo>
                  <a:pt x="496" y="900"/>
                </a:lnTo>
                <a:lnTo>
                  <a:pt x="496" y="902"/>
                </a:lnTo>
                <a:lnTo>
                  <a:pt x="496" y="903"/>
                </a:lnTo>
                <a:lnTo>
                  <a:pt x="496" y="904"/>
                </a:lnTo>
                <a:lnTo>
                  <a:pt x="495" y="905"/>
                </a:lnTo>
                <a:lnTo>
                  <a:pt x="494" y="905"/>
                </a:lnTo>
                <a:lnTo>
                  <a:pt x="493" y="905"/>
                </a:lnTo>
                <a:lnTo>
                  <a:pt x="492" y="906"/>
                </a:lnTo>
                <a:lnTo>
                  <a:pt x="491" y="906"/>
                </a:lnTo>
                <a:lnTo>
                  <a:pt x="490" y="905"/>
                </a:lnTo>
                <a:lnTo>
                  <a:pt x="489" y="904"/>
                </a:lnTo>
                <a:lnTo>
                  <a:pt x="489" y="905"/>
                </a:lnTo>
                <a:lnTo>
                  <a:pt x="489" y="906"/>
                </a:lnTo>
                <a:lnTo>
                  <a:pt x="489" y="907"/>
                </a:lnTo>
                <a:lnTo>
                  <a:pt x="489" y="908"/>
                </a:lnTo>
                <a:lnTo>
                  <a:pt x="488" y="907"/>
                </a:lnTo>
                <a:lnTo>
                  <a:pt x="487" y="907"/>
                </a:lnTo>
                <a:lnTo>
                  <a:pt x="487" y="908"/>
                </a:lnTo>
                <a:lnTo>
                  <a:pt x="488" y="908"/>
                </a:lnTo>
                <a:lnTo>
                  <a:pt x="487" y="909"/>
                </a:lnTo>
                <a:lnTo>
                  <a:pt x="487" y="910"/>
                </a:lnTo>
                <a:lnTo>
                  <a:pt x="488" y="910"/>
                </a:lnTo>
                <a:lnTo>
                  <a:pt x="489" y="911"/>
                </a:lnTo>
                <a:lnTo>
                  <a:pt x="488" y="911"/>
                </a:lnTo>
                <a:lnTo>
                  <a:pt x="488" y="912"/>
                </a:lnTo>
                <a:lnTo>
                  <a:pt x="489" y="913"/>
                </a:lnTo>
                <a:lnTo>
                  <a:pt x="488" y="913"/>
                </a:lnTo>
                <a:lnTo>
                  <a:pt x="488" y="914"/>
                </a:lnTo>
                <a:lnTo>
                  <a:pt x="488" y="915"/>
                </a:lnTo>
                <a:lnTo>
                  <a:pt x="489" y="915"/>
                </a:lnTo>
                <a:lnTo>
                  <a:pt x="490" y="916"/>
                </a:lnTo>
                <a:lnTo>
                  <a:pt x="490" y="917"/>
                </a:lnTo>
                <a:lnTo>
                  <a:pt x="490" y="919"/>
                </a:lnTo>
                <a:lnTo>
                  <a:pt x="489" y="918"/>
                </a:lnTo>
                <a:lnTo>
                  <a:pt x="488" y="918"/>
                </a:lnTo>
                <a:lnTo>
                  <a:pt x="488" y="919"/>
                </a:lnTo>
                <a:lnTo>
                  <a:pt x="488" y="920"/>
                </a:lnTo>
                <a:lnTo>
                  <a:pt x="487" y="921"/>
                </a:lnTo>
                <a:lnTo>
                  <a:pt x="486" y="921"/>
                </a:lnTo>
                <a:lnTo>
                  <a:pt x="485" y="921"/>
                </a:lnTo>
                <a:lnTo>
                  <a:pt x="486" y="922"/>
                </a:lnTo>
                <a:lnTo>
                  <a:pt x="487" y="923"/>
                </a:lnTo>
                <a:lnTo>
                  <a:pt x="486" y="925"/>
                </a:lnTo>
                <a:lnTo>
                  <a:pt x="486" y="926"/>
                </a:lnTo>
                <a:lnTo>
                  <a:pt x="487" y="926"/>
                </a:lnTo>
                <a:lnTo>
                  <a:pt x="488" y="926"/>
                </a:lnTo>
                <a:lnTo>
                  <a:pt x="488" y="927"/>
                </a:lnTo>
                <a:lnTo>
                  <a:pt x="489" y="928"/>
                </a:lnTo>
                <a:lnTo>
                  <a:pt x="489" y="929"/>
                </a:lnTo>
                <a:lnTo>
                  <a:pt x="489" y="930"/>
                </a:lnTo>
                <a:lnTo>
                  <a:pt x="489" y="931"/>
                </a:lnTo>
                <a:lnTo>
                  <a:pt x="490" y="931"/>
                </a:lnTo>
                <a:lnTo>
                  <a:pt x="490" y="932"/>
                </a:lnTo>
                <a:lnTo>
                  <a:pt x="491" y="933"/>
                </a:lnTo>
                <a:lnTo>
                  <a:pt x="491" y="934"/>
                </a:lnTo>
                <a:lnTo>
                  <a:pt x="490" y="936"/>
                </a:lnTo>
                <a:lnTo>
                  <a:pt x="490" y="937"/>
                </a:lnTo>
                <a:lnTo>
                  <a:pt x="489" y="937"/>
                </a:lnTo>
                <a:lnTo>
                  <a:pt x="488" y="937"/>
                </a:lnTo>
                <a:lnTo>
                  <a:pt x="487" y="937"/>
                </a:lnTo>
                <a:lnTo>
                  <a:pt x="487" y="938"/>
                </a:lnTo>
                <a:lnTo>
                  <a:pt x="487" y="939"/>
                </a:lnTo>
                <a:lnTo>
                  <a:pt x="487" y="940"/>
                </a:lnTo>
                <a:lnTo>
                  <a:pt x="487" y="941"/>
                </a:lnTo>
                <a:lnTo>
                  <a:pt x="487" y="943"/>
                </a:lnTo>
                <a:lnTo>
                  <a:pt x="487" y="944"/>
                </a:lnTo>
                <a:lnTo>
                  <a:pt x="485" y="945"/>
                </a:lnTo>
                <a:lnTo>
                  <a:pt x="484" y="945"/>
                </a:lnTo>
                <a:lnTo>
                  <a:pt x="483" y="946"/>
                </a:lnTo>
                <a:lnTo>
                  <a:pt x="483" y="947"/>
                </a:lnTo>
                <a:lnTo>
                  <a:pt x="484" y="947"/>
                </a:lnTo>
                <a:lnTo>
                  <a:pt x="484" y="948"/>
                </a:lnTo>
                <a:lnTo>
                  <a:pt x="483" y="948"/>
                </a:lnTo>
                <a:lnTo>
                  <a:pt x="482" y="949"/>
                </a:lnTo>
                <a:lnTo>
                  <a:pt x="482" y="950"/>
                </a:lnTo>
                <a:lnTo>
                  <a:pt x="483" y="950"/>
                </a:lnTo>
                <a:lnTo>
                  <a:pt x="483" y="951"/>
                </a:lnTo>
                <a:lnTo>
                  <a:pt x="483" y="952"/>
                </a:lnTo>
                <a:lnTo>
                  <a:pt x="483" y="953"/>
                </a:lnTo>
                <a:lnTo>
                  <a:pt x="484" y="953"/>
                </a:lnTo>
                <a:lnTo>
                  <a:pt x="485" y="952"/>
                </a:lnTo>
                <a:lnTo>
                  <a:pt x="485" y="953"/>
                </a:lnTo>
                <a:lnTo>
                  <a:pt x="484" y="953"/>
                </a:lnTo>
                <a:lnTo>
                  <a:pt x="484" y="956"/>
                </a:lnTo>
                <a:lnTo>
                  <a:pt x="484" y="957"/>
                </a:lnTo>
                <a:lnTo>
                  <a:pt x="485" y="958"/>
                </a:lnTo>
                <a:lnTo>
                  <a:pt x="486" y="959"/>
                </a:lnTo>
                <a:lnTo>
                  <a:pt x="487" y="960"/>
                </a:lnTo>
                <a:lnTo>
                  <a:pt x="486" y="961"/>
                </a:lnTo>
                <a:lnTo>
                  <a:pt x="486" y="962"/>
                </a:lnTo>
                <a:lnTo>
                  <a:pt x="487" y="962"/>
                </a:lnTo>
                <a:lnTo>
                  <a:pt x="487" y="963"/>
                </a:lnTo>
                <a:lnTo>
                  <a:pt x="486" y="965"/>
                </a:lnTo>
                <a:lnTo>
                  <a:pt x="485" y="965"/>
                </a:lnTo>
                <a:lnTo>
                  <a:pt x="485" y="964"/>
                </a:lnTo>
                <a:lnTo>
                  <a:pt x="484" y="965"/>
                </a:lnTo>
                <a:lnTo>
                  <a:pt x="483" y="965"/>
                </a:lnTo>
                <a:lnTo>
                  <a:pt x="483" y="966"/>
                </a:lnTo>
                <a:lnTo>
                  <a:pt x="484" y="967"/>
                </a:lnTo>
                <a:lnTo>
                  <a:pt x="485" y="968"/>
                </a:lnTo>
                <a:lnTo>
                  <a:pt x="485" y="969"/>
                </a:lnTo>
                <a:lnTo>
                  <a:pt x="484" y="969"/>
                </a:lnTo>
                <a:lnTo>
                  <a:pt x="484" y="971"/>
                </a:lnTo>
                <a:lnTo>
                  <a:pt x="482" y="973"/>
                </a:lnTo>
                <a:lnTo>
                  <a:pt x="483" y="973"/>
                </a:lnTo>
                <a:lnTo>
                  <a:pt x="483" y="974"/>
                </a:lnTo>
                <a:lnTo>
                  <a:pt x="483" y="975"/>
                </a:lnTo>
                <a:lnTo>
                  <a:pt x="483" y="976"/>
                </a:lnTo>
                <a:lnTo>
                  <a:pt x="484" y="976"/>
                </a:lnTo>
                <a:lnTo>
                  <a:pt x="484" y="977"/>
                </a:lnTo>
                <a:lnTo>
                  <a:pt x="484" y="978"/>
                </a:lnTo>
                <a:lnTo>
                  <a:pt x="483" y="978"/>
                </a:lnTo>
                <a:lnTo>
                  <a:pt x="482" y="979"/>
                </a:lnTo>
                <a:lnTo>
                  <a:pt x="484" y="979"/>
                </a:lnTo>
                <a:lnTo>
                  <a:pt x="485" y="980"/>
                </a:lnTo>
                <a:lnTo>
                  <a:pt x="486" y="981"/>
                </a:lnTo>
                <a:lnTo>
                  <a:pt x="486" y="982"/>
                </a:lnTo>
                <a:lnTo>
                  <a:pt x="485" y="982"/>
                </a:lnTo>
                <a:lnTo>
                  <a:pt x="485" y="983"/>
                </a:lnTo>
                <a:lnTo>
                  <a:pt x="486" y="983"/>
                </a:lnTo>
                <a:lnTo>
                  <a:pt x="487" y="983"/>
                </a:lnTo>
                <a:lnTo>
                  <a:pt x="486" y="985"/>
                </a:lnTo>
                <a:lnTo>
                  <a:pt x="486" y="986"/>
                </a:lnTo>
                <a:lnTo>
                  <a:pt x="485" y="988"/>
                </a:lnTo>
                <a:lnTo>
                  <a:pt x="484" y="989"/>
                </a:lnTo>
                <a:lnTo>
                  <a:pt x="483" y="990"/>
                </a:lnTo>
                <a:lnTo>
                  <a:pt x="482" y="989"/>
                </a:lnTo>
                <a:lnTo>
                  <a:pt x="481" y="989"/>
                </a:lnTo>
                <a:lnTo>
                  <a:pt x="481" y="990"/>
                </a:lnTo>
                <a:lnTo>
                  <a:pt x="481" y="991"/>
                </a:lnTo>
                <a:lnTo>
                  <a:pt x="480" y="991"/>
                </a:lnTo>
                <a:lnTo>
                  <a:pt x="480" y="992"/>
                </a:lnTo>
                <a:lnTo>
                  <a:pt x="479" y="991"/>
                </a:lnTo>
                <a:lnTo>
                  <a:pt x="478" y="990"/>
                </a:lnTo>
                <a:lnTo>
                  <a:pt x="477" y="990"/>
                </a:lnTo>
                <a:lnTo>
                  <a:pt x="476" y="991"/>
                </a:lnTo>
                <a:lnTo>
                  <a:pt x="476" y="992"/>
                </a:lnTo>
                <a:lnTo>
                  <a:pt x="476" y="993"/>
                </a:lnTo>
                <a:lnTo>
                  <a:pt x="477" y="993"/>
                </a:lnTo>
                <a:lnTo>
                  <a:pt x="477" y="995"/>
                </a:lnTo>
                <a:lnTo>
                  <a:pt x="476" y="998"/>
                </a:lnTo>
                <a:lnTo>
                  <a:pt x="475" y="999"/>
                </a:lnTo>
                <a:lnTo>
                  <a:pt x="475" y="1000"/>
                </a:lnTo>
                <a:lnTo>
                  <a:pt x="475" y="1001"/>
                </a:lnTo>
                <a:lnTo>
                  <a:pt x="474" y="1002"/>
                </a:lnTo>
                <a:lnTo>
                  <a:pt x="474" y="1003"/>
                </a:lnTo>
                <a:lnTo>
                  <a:pt x="473" y="1003"/>
                </a:lnTo>
                <a:lnTo>
                  <a:pt x="472" y="1004"/>
                </a:lnTo>
                <a:lnTo>
                  <a:pt x="471" y="1003"/>
                </a:lnTo>
                <a:lnTo>
                  <a:pt x="470" y="1003"/>
                </a:lnTo>
                <a:lnTo>
                  <a:pt x="469" y="1004"/>
                </a:lnTo>
                <a:lnTo>
                  <a:pt x="469" y="1005"/>
                </a:lnTo>
                <a:lnTo>
                  <a:pt x="467" y="1007"/>
                </a:lnTo>
                <a:lnTo>
                  <a:pt x="466" y="1008"/>
                </a:lnTo>
                <a:lnTo>
                  <a:pt x="465" y="1008"/>
                </a:lnTo>
                <a:lnTo>
                  <a:pt x="464" y="1007"/>
                </a:lnTo>
                <a:lnTo>
                  <a:pt x="463" y="1007"/>
                </a:lnTo>
                <a:lnTo>
                  <a:pt x="463" y="1006"/>
                </a:lnTo>
                <a:lnTo>
                  <a:pt x="463" y="1007"/>
                </a:lnTo>
                <a:lnTo>
                  <a:pt x="462" y="1008"/>
                </a:lnTo>
                <a:lnTo>
                  <a:pt x="461" y="1009"/>
                </a:lnTo>
                <a:lnTo>
                  <a:pt x="461" y="1010"/>
                </a:lnTo>
                <a:lnTo>
                  <a:pt x="461" y="1011"/>
                </a:lnTo>
                <a:lnTo>
                  <a:pt x="461" y="1012"/>
                </a:lnTo>
                <a:lnTo>
                  <a:pt x="462" y="1013"/>
                </a:lnTo>
                <a:lnTo>
                  <a:pt x="462" y="1014"/>
                </a:lnTo>
                <a:lnTo>
                  <a:pt x="462" y="1016"/>
                </a:lnTo>
                <a:lnTo>
                  <a:pt x="461" y="1016"/>
                </a:lnTo>
                <a:lnTo>
                  <a:pt x="462" y="1017"/>
                </a:lnTo>
                <a:lnTo>
                  <a:pt x="463" y="1017"/>
                </a:lnTo>
                <a:lnTo>
                  <a:pt x="463" y="1018"/>
                </a:lnTo>
                <a:lnTo>
                  <a:pt x="462" y="1018"/>
                </a:lnTo>
                <a:lnTo>
                  <a:pt x="461" y="1018"/>
                </a:lnTo>
                <a:lnTo>
                  <a:pt x="461" y="1019"/>
                </a:lnTo>
                <a:lnTo>
                  <a:pt x="462" y="1020"/>
                </a:lnTo>
                <a:lnTo>
                  <a:pt x="462" y="1021"/>
                </a:lnTo>
                <a:lnTo>
                  <a:pt x="463" y="1020"/>
                </a:lnTo>
                <a:lnTo>
                  <a:pt x="463" y="1021"/>
                </a:lnTo>
                <a:lnTo>
                  <a:pt x="464" y="1021"/>
                </a:lnTo>
                <a:lnTo>
                  <a:pt x="465" y="1021"/>
                </a:lnTo>
                <a:lnTo>
                  <a:pt x="466" y="1020"/>
                </a:lnTo>
                <a:lnTo>
                  <a:pt x="468" y="1022"/>
                </a:lnTo>
                <a:lnTo>
                  <a:pt x="468" y="1023"/>
                </a:lnTo>
                <a:lnTo>
                  <a:pt x="469" y="1024"/>
                </a:lnTo>
                <a:lnTo>
                  <a:pt x="469" y="1025"/>
                </a:lnTo>
                <a:lnTo>
                  <a:pt x="468" y="1026"/>
                </a:lnTo>
                <a:lnTo>
                  <a:pt x="467" y="1026"/>
                </a:lnTo>
                <a:lnTo>
                  <a:pt x="466" y="1026"/>
                </a:lnTo>
                <a:lnTo>
                  <a:pt x="466" y="1027"/>
                </a:lnTo>
                <a:lnTo>
                  <a:pt x="467" y="1028"/>
                </a:lnTo>
                <a:lnTo>
                  <a:pt x="467" y="1029"/>
                </a:lnTo>
                <a:lnTo>
                  <a:pt x="468" y="1029"/>
                </a:lnTo>
                <a:lnTo>
                  <a:pt x="469" y="1030"/>
                </a:lnTo>
                <a:lnTo>
                  <a:pt x="468" y="1031"/>
                </a:lnTo>
                <a:lnTo>
                  <a:pt x="468" y="1032"/>
                </a:lnTo>
                <a:lnTo>
                  <a:pt x="469" y="1033"/>
                </a:lnTo>
                <a:lnTo>
                  <a:pt x="470" y="1033"/>
                </a:lnTo>
                <a:lnTo>
                  <a:pt x="471" y="1033"/>
                </a:lnTo>
                <a:lnTo>
                  <a:pt x="472" y="1033"/>
                </a:lnTo>
                <a:lnTo>
                  <a:pt x="473" y="1033"/>
                </a:lnTo>
                <a:lnTo>
                  <a:pt x="474" y="1034"/>
                </a:lnTo>
                <a:lnTo>
                  <a:pt x="475" y="1034"/>
                </a:lnTo>
                <a:lnTo>
                  <a:pt x="475" y="1035"/>
                </a:lnTo>
                <a:lnTo>
                  <a:pt x="475" y="1036"/>
                </a:lnTo>
                <a:lnTo>
                  <a:pt x="475" y="1037"/>
                </a:lnTo>
                <a:lnTo>
                  <a:pt x="475" y="1038"/>
                </a:lnTo>
                <a:lnTo>
                  <a:pt x="476" y="1038"/>
                </a:lnTo>
                <a:lnTo>
                  <a:pt x="476" y="1039"/>
                </a:lnTo>
                <a:lnTo>
                  <a:pt x="477" y="1039"/>
                </a:lnTo>
                <a:lnTo>
                  <a:pt x="478" y="1040"/>
                </a:lnTo>
                <a:lnTo>
                  <a:pt x="478" y="1041"/>
                </a:lnTo>
                <a:lnTo>
                  <a:pt x="477" y="1041"/>
                </a:lnTo>
                <a:lnTo>
                  <a:pt x="477" y="1042"/>
                </a:lnTo>
                <a:lnTo>
                  <a:pt x="477" y="1043"/>
                </a:lnTo>
                <a:lnTo>
                  <a:pt x="476" y="1043"/>
                </a:lnTo>
                <a:lnTo>
                  <a:pt x="476" y="1042"/>
                </a:lnTo>
                <a:lnTo>
                  <a:pt x="475" y="1042"/>
                </a:lnTo>
                <a:lnTo>
                  <a:pt x="474" y="1042"/>
                </a:lnTo>
                <a:lnTo>
                  <a:pt x="473" y="1043"/>
                </a:lnTo>
                <a:lnTo>
                  <a:pt x="473" y="1044"/>
                </a:lnTo>
                <a:lnTo>
                  <a:pt x="472" y="1044"/>
                </a:lnTo>
                <a:lnTo>
                  <a:pt x="472" y="1045"/>
                </a:lnTo>
                <a:lnTo>
                  <a:pt x="471" y="1046"/>
                </a:lnTo>
                <a:lnTo>
                  <a:pt x="470" y="1046"/>
                </a:lnTo>
                <a:lnTo>
                  <a:pt x="469" y="1046"/>
                </a:lnTo>
                <a:lnTo>
                  <a:pt x="469" y="1047"/>
                </a:lnTo>
                <a:lnTo>
                  <a:pt x="469" y="1049"/>
                </a:lnTo>
                <a:lnTo>
                  <a:pt x="469" y="1051"/>
                </a:lnTo>
                <a:lnTo>
                  <a:pt x="470" y="1051"/>
                </a:lnTo>
                <a:lnTo>
                  <a:pt x="471" y="1052"/>
                </a:lnTo>
                <a:lnTo>
                  <a:pt x="472" y="1052"/>
                </a:lnTo>
                <a:lnTo>
                  <a:pt x="473" y="1052"/>
                </a:lnTo>
                <a:lnTo>
                  <a:pt x="474" y="1052"/>
                </a:lnTo>
                <a:lnTo>
                  <a:pt x="474" y="1053"/>
                </a:lnTo>
                <a:lnTo>
                  <a:pt x="475" y="1053"/>
                </a:lnTo>
                <a:lnTo>
                  <a:pt x="474" y="1053"/>
                </a:lnTo>
                <a:lnTo>
                  <a:pt x="474" y="1054"/>
                </a:lnTo>
                <a:lnTo>
                  <a:pt x="475" y="1054"/>
                </a:lnTo>
                <a:lnTo>
                  <a:pt x="476" y="1054"/>
                </a:lnTo>
                <a:lnTo>
                  <a:pt x="477" y="1055"/>
                </a:lnTo>
                <a:lnTo>
                  <a:pt x="477" y="1056"/>
                </a:lnTo>
                <a:lnTo>
                  <a:pt x="478" y="1057"/>
                </a:lnTo>
                <a:lnTo>
                  <a:pt x="479" y="1058"/>
                </a:lnTo>
                <a:lnTo>
                  <a:pt x="478" y="1059"/>
                </a:lnTo>
                <a:lnTo>
                  <a:pt x="477" y="1059"/>
                </a:lnTo>
                <a:lnTo>
                  <a:pt x="476" y="1058"/>
                </a:lnTo>
                <a:lnTo>
                  <a:pt x="475" y="1059"/>
                </a:lnTo>
                <a:lnTo>
                  <a:pt x="474" y="1059"/>
                </a:lnTo>
                <a:lnTo>
                  <a:pt x="473" y="1058"/>
                </a:lnTo>
                <a:lnTo>
                  <a:pt x="473" y="1057"/>
                </a:lnTo>
                <a:lnTo>
                  <a:pt x="472" y="1056"/>
                </a:lnTo>
                <a:lnTo>
                  <a:pt x="471" y="1056"/>
                </a:lnTo>
                <a:lnTo>
                  <a:pt x="470" y="1057"/>
                </a:lnTo>
                <a:lnTo>
                  <a:pt x="469" y="1057"/>
                </a:lnTo>
                <a:lnTo>
                  <a:pt x="469" y="1058"/>
                </a:lnTo>
                <a:lnTo>
                  <a:pt x="469" y="1060"/>
                </a:lnTo>
                <a:lnTo>
                  <a:pt x="470" y="1061"/>
                </a:lnTo>
                <a:lnTo>
                  <a:pt x="471" y="1061"/>
                </a:lnTo>
                <a:lnTo>
                  <a:pt x="472" y="1061"/>
                </a:lnTo>
                <a:lnTo>
                  <a:pt x="473" y="1062"/>
                </a:lnTo>
                <a:lnTo>
                  <a:pt x="473" y="1063"/>
                </a:lnTo>
                <a:lnTo>
                  <a:pt x="474" y="1064"/>
                </a:lnTo>
                <a:lnTo>
                  <a:pt x="473" y="1064"/>
                </a:lnTo>
                <a:lnTo>
                  <a:pt x="473" y="1065"/>
                </a:lnTo>
                <a:lnTo>
                  <a:pt x="473" y="1064"/>
                </a:lnTo>
                <a:lnTo>
                  <a:pt x="472" y="1064"/>
                </a:lnTo>
                <a:lnTo>
                  <a:pt x="471" y="1065"/>
                </a:lnTo>
                <a:lnTo>
                  <a:pt x="472" y="1066"/>
                </a:lnTo>
                <a:lnTo>
                  <a:pt x="473" y="1067"/>
                </a:lnTo>
                <a:lnTo>
                  <a:pt x="473" y="1068"/>
                </a:lnTo>
                <a:lnTo>
                  <a:pt x="473" y="1069"/>
                </a:lnTo>
                <a:lnTo>
                  <a:pt x="473" y="1070"/>
                </a:lnTo>
                <a:lnTo>
                  <a:pt x="473" y="1072"/>
                </a:lnTo>
                <a:lnTo>
                  <a:pt x="474" y="1072"/>
                </a:lnTo>
                <a:lnTo>
                  <a:pt x="474" y="1073"/>
                </a:lnTo>
                <a:lnTo>
                  <a:pt x="475" y="1073"/>
                </a:lnTo>
                <a:lnTo>
                  <a:pt x="476" y="1073"/>
                </a:lnTo>
                <a:lnTo>
                  <a:pt x="477" y="1073"/>
                </a:lnTo>
                <a:lnTo>
                  <a:pt x="478" y="1074"/>
                </a:lnTo>
                <a:lnTo>
                  <a:pt x="478" y="1075"/>
                </a:lnTo>
                <a:lnTo>
                  <a:pt x="477" y="1075"/>
                </a:lnTo>
                <a:lnTo>
                  <a:pt x="476" y="1076"/>
                </a:lnTo>
                <a:lnTo>
                  <a:pt x="476" y="1077"/>
                </a:lnTo>
                <a:lnTo>
                  <a:pt x="475" y="1077"/>
                </a:lnTo>
                <a:lnTo>
                  <a:pt x="475" y="1078"/>
                </a:lnTo>
                <a:lnTo>
                  <a:pt x="473" y="1078"/>
                </a:lnTo>
                <a:lnTo>
                  <a:pt x="472" y="1078"/>
                </a:lnTo>
                <a:lnTo>
                  <a:pt x="471" y="1078"/>
                </a:lnTo>
                <a:lnTo>
                  <a:pt x="471" y="1079"/>
                </a:lnTo>
                <a:lnTo>
                  <a:pt x="470" y="1079"/>
                </a:lnTo>
                <a:lnTo>
                  <a:pt x="469" y="1079"/>
                </a:lnTo>
                <a:lnTo>
                  <a:pt x="469" y="1078"/>
                </a:lnTo>
                <a:lnTo>
                  <a:pt x="469" y="1077"/>
                </a:lnTo>
                <a:lnTo>
                  <a:pt x="470" y="1077"/>
                </a:lnTo>
                <a:lnTo>
                  <a:pt x="470" y="1076"/>
                </a:lnTo>
                <a:lnTo>
                  <a:pt x="469" y="1076"/>
                </a:lnTo>
                <a:lnTo>
                  <a:pt x="469" y="1075"/>
                </a:lnTo>
                <a:lnTo>
                  <a:pt x="470" y="1075"/>
                </a:lnTo>
                <a:lnTo>
                  <a:pt x="470" y="1074"/>
                </a:lnTo>
                <a:lnTo>
                  <a:pt x="469" y="1073"/>
                </a:lnTo>
                <a:lnTo>
                  <a:pt x="469" y="1074"/>
                </a:lnTo>
                <a:lnTo>
                  <a:pt x="468" y="1074"/>
                </a:lnTo>
                <a:lnTo>
                  <a:pt x="467" y="1073"/>
                </a:lnTo>
                <a:lnTo>
                  <a:pt x="467" y="1072"/>
                </a:lnTo>
                <a:lnTo>
                  <a:pt x="466" y="1072"/>
                </a:lnTo>
                <a:lnTo>
                  <a:pt x="464" y="1071"/>
                </a:lnTo>
                <a:lnTo>
                  <a:pt x="463" y="1071"/>
                </a:lnTo>
                <a:lnTo>
                  <a:pt x="462" y="1071"/>
                </a:lnTo>
                <a:lnTo>
                  <a:pt x="461" y="1071"/>
                </a:lnTo>
                <a:lnTo>
                  <a:pt x="461" y="1072"/>
                </a:lnTo>
                <a:lnTo>
                  <a:pt x="460" y="1073"/>
                </a:lnTo>
                <a:lnTo>
                  <a:pt x="460" y="1074"/>
                </a:lnTo>
                <a:lnTo>
                  <a:pt x="459" y="1075"/>
                </a:lnTo>
                <a:lnTo>
                  <a:pt x="459" y="1076"/>
                </a:lnTo>
                <a:lnTo>
                  <a:pt x="459" y="1077"/>
                </a:lnTo>
                <a:lnTo>
                  <a:pt x="459" y="1078"/>
                </a:lnTo>
                <a:lnTo>
                  <a:pt x="459" y="1079"/>
                </a:lnTo>
                <a:lnTo>
                  <a:pt x="460" y="1080"/>
                </a:lnTo>
                <a:lnTo>
                  <a:pt x="460" y="1081"/>
                </a:lnTo>
                <a:lnTo>
                  <a:pt x="460" y="1082"/>
                </a:lnTo>
                <a:lnTo>
                  <a:pt x="459" y="1082"/>
                </a:lnTo>
                <a:lnTo>
                  <a:pt x="458" y="1082"/>
                </a:lnTo>
                <a:lnTo>
                  <a:pt x="457" y="1081"/>
                </a:lnTo>
                <a:lnTo>
                  <a:pt x="456" y="1081"/>
                </a:lnTo>
                <a:lnTo>
                  <a:pt x="455" y="1081"/>
                </a:lnTo>
                <a:lnTo>
                  <a:pt x="455" y="1082"/>
                </a:lnTo>
                <a:lnTo>
                  <a:pt x="456" y="1082"/>
                </a:lnTo>
                <a:lnTo>
                  <a:pt x="457" y="1082"/>
                </a:lnTo>
                <a:lnTo>
                  <a:pt x="456" y="1083"/>
                </a:lnTo>
                <a:lnTo>
                  <a:pt x="456" y="1084"/>
                </a:lnTo>
                <a:lnTo>
                  <a:pt x="456" y="1085"/>
                </a:lnTo>
                <a:lnTo>
                  <a:pt x="457" y="1085"/>
                </a:lnTo>
                <a:lnTo>
                  <a:pt x="457" y="1086"/>
                </a:lnTo>
                <a:lnTo>
                  <a:pt x="457" y="1087"/>
                </a:lnTo>
                <a:lnTo>
                  <a:pt x="456" y="1087"/>
                </a:lnTo>
                <a:lnTo>
                  <a:pt x="455" y="1086"/>
                </a:lnTo>
                <a:lnTo>
                  <a:pt x="455" y="1088"/>
                </a:lnTo>
                <a:lnTo>
                  <a:pt x="455" y="1090"/>
                </a:lnTo>
                <a:lnTo>
                  <a:pt x="454" y="1091"/>
                </a:lnTo>
                <a:lnTo>
                  <a:pt x="454" y="1092"/>
                </a:lnTo>
                <a:lnTo>
                  <a:pt x="455" y="1093"/>
                </a:lnTo>
                <a:lnTo>
                  <a:pt x="455" y="1094"/>
                </a:lnTo>
                <a:lnTo>
                  <a:pt x="454" y="1095"/>
                </a:lnTo>
                <a:lnTo>
                  <a:pt x="453" y="1095"/>
                </a:lnTo>
                <a:lnTo>
                  <a:pt x="453" y="1096"/>
                </a:lnTo>
                <a:lnTo>
                  <a:pt x="454" y="1096"/>
                </a:lnTo>
                <a:lnTo>
                  <a:pt x="454" y="1097"/>
                </a:lnTo>
                <a:lnTo>
                  <a:pt x="455" y="1097"/>
                </a:lnTo>
                <a:lnTo>
                  <a:pt x="455" y="1098"/>
                </a:lnTo>
                <a:lnTo>
                  <a:pt x="456" y="1099"/>
                </a:lnTo>
                <a:lnTo>
                  <a:pt x="456" y="1100"/>
                </a:lnTo>
                <a:lnTo>
                  <a:pt x="455" y="1100"/>
                </a:lnTo>
                <a:lnTo>
                  <a:pt x="455" y="1101"/>
                </a:lnTo>
                <a:lnTo>
                  <a:pt x="454" y="1101"/>
                </a:lnTo>
                <a:lnTo>
                  <a:pt x="454" y="1102"/>
                </a:lnTo>
                <a:lnTo>
                  <a:pt x="454" y="1103"/>
                </a:lnTo>
                <a:lnTo>
                  <a:pt x="454" y="1104"/>
                </a:lnTo>
                <a:lnTo>
                  <a:pt x="453" y="1104"/>
                </a:lnTo>
                <a:lnTo>
                  <a:pt x="453" y="1106"/>
                </a:lnTo>
                <a:lnTo>
                  <a:pt x="453" y="1107"/>
                </a:lnTo>
                <a:lnTo>
                  <a:pt x="454" y="1108"/>
                </a:lnTo>
                <a:lnTo>
                  <a:pt x="456" y="1109"/>
                </a:lnTo>
                <a:lnTo>
                  <a:pt x="456" y="1110"/>
                </a:lnTo>
                <a:lnTo>
                  <a:pt x="456" y="1112"/>
                </a:lnTo>
                <a:lnTo>
                  <a:pt x="457" y="1112"/>
                </a:lnTo>
                <a:lnTo>
                  <a:pt x="458" y="1113"/>
                </a:lnTo>
                <a:lnTo>
                  <a:pt x="459" y="1114"/>
                </a:lnTo>
                <a:lnTo>
                  <a:pt x="461" y="1114"/>
                </a:lnTo>
                <a:lnTo>
                  <a:pt x="461" y="1113"/>
                </a:lnTo>
                <a:lnTo>
                  <a:pt x="462" y="1113"/>
                </a:lnTo>
                <a:lnTo>
                  <a:pt x="462" y="1112"/>
                </a:lnTo>
                <a:lnTo>
                  <a:pt x="463" y="1113"/>
                </a:lnTo>
                <a:lnTo>
                  <a:pt x="463" y="1114"/>
                </a:lnTo>
                <a:lnTo>
                  <a:pt x="463" y="1115"/>
                </a:lnTo>
                <a:lnTo>
                  <a:pt x="463" y="1116"/>
                </a:lnTo>
                <a:lnTo>
                  <a:pt x="462" y="1117"/>
                </a:lnTo>
                <a:lnTo>
                  <a:pt x="462" y="1118"/>
                </a:lnTo>
                <a:lnTo>
                  <a:pt x="462" y="1119"/>
                </a:lnTo>
                <a:lnTo>
                  <a:pt x="460" y="1119"/>
                </a:lnTo>
                <a:lnTo>
                  <a:pt x="459" y="1118"/>
                </a:lnTo>
                <a:lnTo>
                  <a:pt x="458" y="1118"/>
                </a:lnTo>
                <a:lnTo>
                  <a:pt x="458" y="1119"/>
                </a:lnTo>
                <a:lnTo>
                  <a:pt x="457" y="1120"/>
                </a:lnTo>
                <a:lnTo>
                  <a:pt x="456" y="1120"/>
                </a:lnTo>
                <a:lnTo>
                  <a:pt x="455" y="1121"/>
                </a:lnTo>
                <a:lnTo>
                  <a:pt x="456" y="1121"/>
                </a:lnTo>
                <a:lnTo>
                  <a:pt x="459" y="1121"/>
                </a:lnTo>
                <a:lnTo>
                  <a:pt x="460" y="1122"/>
                </a:lnTo>
                <a:lnTo>
                  <a:pt x="460" y="1123"/>
                </a:lnTo>
                <a:lnTo>
                  <a:pt x="461" y="1124"/>
                </a:lnTo>
                <a:lnTo>
                  <a:pt x="461" y="1125"/>
                </a:lnTo>
                <a:lnTo>
                  <a:pt x="461" y="1126"/>
                </a:lnTo>
                <a:lnTo>
                  <a:pt x="461" y="1127"/>
                </a:lnTo>
                <a:lnTo>
                  <a:pt x="461" y="1128"/>
                </a:lnTo>
                <a:lnTo>
                  <a:pt x="463" y="1128"/>
                </a:lnTo>
                <a:lnTo>
                  <a:pt x="463" y="1129"/>
                </a:lnTo>
                <a:lnTo>
                  <a:pt x="464" y="1130"/>
                </a:lnTo>
                <a:lnTo>
                  <a:pt x="464" y="1129"/>
                </a:lnTo>
                <a:lnTo>
                  <a:pt x="465" y="1129"/>
                </a:lnTo>
                <a:lnTo>
                  <a:pt x="465" y="1130"/>
                </a:lnTo>
                <a:lnTo>
                  <a:pt x="466" y="1131"/>
                </a:lnTo>
                <a:lnTo>
                  <a:pt x="467" y="1131"/>
                </a:lnTo>
                <a:lnTo>
                  <a:pt x="467" y="1132"/>
                </a:lnTo>
                <a:lnTo>
                  <a:pt x="468" y="1134"/>
                </a:lnTo>
                <a:lnTo>
                  <a:pt x="469" y="1134"/>
                </a:lnTo>
                <a:lnTo>
                  <a:pt x="470" y="1134"/>
                </a:lnTo>
                <a:lnTo>
                  <a:pt x="471" y="1134"/>
                </a:lnTo>
                <a:lnTo>
                  <a:pt x="471" y="1135"/>
                </a:lnTo>
                <a:lnTo>
                  <a:pt x="472" y="1136"/>
                </a:lnTo>
                <a:lnTo>
                  <a:pt x="472" y="1137"/>
                </a:lnTo>
                <a:lnTo>
                  <a:pt x="472" y="1138"/>
                </a:lnTo>
                <a:lnTo>
                  <a:pt x="473" y="1138"/>
                </a:lnTo>
                <a:lnTo>
                  <a:pt x="474" y="1138"/>
                </a:lnTo>
                <a:lnTo>
                  <a:pt x="475" y="1140"/>
                </a:lnTo>
                <a:lnTo>
                  <a:pt x="473" y="1141"/>
                </a:lnTo>
                <a:lnTo>
                  <a:pt x="472" y="1140"/>
                </a:lnTo>
                <a:lnTo>
                  <a:pt x="471" y="1141"/>
                </a:lnTo>
                <a:lnTo>
                  <a:pt x="469" y="1141"/>
                </a:lnTo>
                <a:lnTo>
                  <a:pt x="468" y="1140"/>
                </a:lnTo>
                <a:lnTo>
                  <a:pt x="467" y="1140"/>
                </a:lnTo>
                <a:lnTo>
                  <a:pt x="466" y="1141"/>
                </a:lnTo>
                <a:lnTo>
                  <a:pt x="467" y="1141"/>
                </a:lnTo>
                <a:lnTo>
                  <a:pt x="466" y="1142"/>
                </a:lnTo>
                <a:lnTo>
                  <a:pt x="465" y="1141"/>
                </a:lnTo>
                <a:lnTo>
                  <a:pt x="464" y="1141"/>
                </a:lnTo>
                <a:lnTo>
                  <a:pt x="463" y="1140"/>
                </a:lnTo>
                <a:lnTo>
                  <a:pt x="461" y="1141"/>
                </a:lnTo>
                <a:lnTo>
                  <a:pt x="461" y="1142"/>
                </a:lnTo>
                <a:lnTo>
                  <a:pt x="460" y="1142"/>
                </a:lnTo>
                <a:lnTo>
                  <a:pt x="459" y="1142"/>
                </a:lnTo>
                <a:lnTo>
                  <a:pt x="459" y="1143"/>
                </a:lnTo>
                <a:lnTo>
                  <a:pt x="457" y="1145"/>
                </a:lnTo>
                <a:lnTo>
                  <a:pt x="457" y="1146"/>
                </a:lnTo>
                <a:lnTo>
                  <a:pt x="455" y="1147"/>
                </a:lnTo>
                <a:lnTo>
                  <a:pt x="454" y="1147"/>
                </a:lnTo>
                <a:lnTo>
                  <a:pt x="453" y="1147"/>
                </a:lnTo>
                <a:lnTo>
                  <a:pt x="450" y="1148"/>
                </a:lnTo>
                <a:lnTo>
                  <a:pt x="449" y="1148"/>
                </a:lnTo>
                <a:lnTo>
                  <a:pt x="449" y="1147"/>
                </a:lnTo>
                <a:lnTo>
                  <a:pt x="448" y="1147"/>
                </a:lnTo>
                <a:lnTo>
                  <a:pt x="447" y="1147"/>
                </a:lnTo>
                <a:lnTo>
                  <a:pt x="446" y="1147"/>
                </a:lnTo>
                <a:lnTo>
                  <a:pt x="445" y="1147"/>
                </a:lnTo>
                <a:lnTo>
                  <a:pt x="444" y="1147"/>
                </a:lnTo>
                <a:lnTo>
                  <a:pt x="444" y="1146"/>
                </a:lnTo>
                <a:lnTo>
                  <a:pt x="443" y="1146"/>
                </a:lnTo>
                <a:lnTo>
                  <a:pt x="443" y="1145"/>
                </a:lnTo>
                <a:lnTo>
                  <a:pt x="442" y="1144"/>
                </a:lnTo>
                <a:lnTo>
                  <a:pt x="442" y="1143"/>
                </a:lnTo>
                <a:lnTo>
                  <a:pt x="443" y="1142"/>
                </a:lnTo>
                <a:lnTo>
                  <a:pt x="444" y="1142"/>
                </a:lnTo>
                <a:lnTo>
                  <a:pt x="444" y="1141"/>
                </a:lnTo>
                <a:lnTo>
                  <a:pt x="443" y="1140"/>
                </a:lnTo>
                <a:lnTo>
                  <a:pt x="443" y="1139"/>
                </a:lnTo>
                <a:lnTo>
                  <a:pt x="442" y="1138"/>
                </a:lnTo>
                <a:lnTo>
                  <a:pt x="441" y="1136"/>
                </a:lnTo>
                <a:lnTo>
                  <a:pt x="440" y="1135"/>
                </a:lnTo>
                <a:lnTo>
                  <a:pt x="439" y="1135"/>
                </a:lnTo>
                <a:lnTo>
                  <a:pt x="438" y="1135"/>
                </a:lnTo>
                <a:lnTo>
                  <a:pt x="437" y="1135"/>
                </a:lnTo>
                <a:lnTo>
                  <a:pt x="437" y="1134"/>
                </a:lnTo>
                <a:lnTo>
                  <a:pt x="435" y="1134"/>
                </a:lnTo>
                <a:lnTo>
                  <a:pt x="434" y="1134"/>
                </a:lnTo>
                <a:lnTo>
                  <a:pt x="433" y="1135"/>
                </a:lnTo>
                <a:lnTo>
                  <a:pt x="432" y="1134"/>
                </a:lnTo>
                <a:lnTo>
                  <a:pt x="432" y="1133"/>
                </a:lnTo>
                <a:lnTo>
                  <a:pt x="431" y="1133"/>
                </a:lnTo>
                <a:lnTo>
                  <a:pt x="430" y="1133"/>
                </a:lnTo>
                <a:lnTo>
                  <a:pt x="429" y="1132"/>
                </a:lnTo>
                <a:lnTo>
                  <a:pt x="428" y="1132"/>
                </a:lnTo>
                <a:lnTo>
                  <a:pt x="427" y="1133"/>
                </a:lnTo>
                <a:lnTo>
                  <a:pt x="427" y="1134"/>
                </a:lnTo>
                <a:lnTo>
                  <a:pt x="427" y="1135"/>
                </a:lnTo>
                <a:lnTo>
                  <a:pt x="426" y="1135"/>
                </a:lnTo>
                <a:lnTo>
                  <a:pt x="425" y="1135"/>
                </a:lnTo>
                <a:lnTo>
                  <a:pt x="424" y="1134"/>
                </a:lnTo>
                <a:lnTo>
                  <a:pt x="424" y="1135"/>
                </a:lnTo>
                <a:lnTo>
                  <a:pt x="423" y="1135"/>
                </a:lnTo>
                <a:lnTo>
                  <a:pt x="424" y="1135"/>
                </a:lnTo>
                <a:lnTo>
                  <a:pt x="423" y="1135"/>
                </a:lnTo>
                <a:lnTo>
                  <a:pt x="423" y="1136"/>
                </a:lnTo>
                <a:lnTo>
                  <a:pt x="422" y="1135"/>
                </a:lnTo>
                <a:lnTo>
                  <a:pt x="421" y="1134"/>
                </a:lnTo>
                <a:lnTo>
                  <a:pt x="421" y="1133"/>
                </a:lnTo>
                <a:lnTo>
                  <a:pt x="421" y="1132"/>
                </a:lnTo>
                <a:lnTo>
                  <a:pt x="420" y="1131"/>
                </a:lnTo>
                <a:lnTo>
                  <a:pt x="419" y="1131"/>
                </a:lnTo>
                <a:lnTo>
                  <a:pt x="419" y="1130"/>
                </a:lnTo>
                <a:lnTo>
                  <a:pt x="419" y="1129"/>
                </a:lnTo>
                <a:lnTo>
                  <a:pt x="418" y="1129"/>
                </a:lnTo>
                <a:lnTo>
                  <a:pt x="418" y="1128"/>
                </a:lnTo>
                <a:lnTo>
                  <a:pt x="418" y="1127"/>
                </a:lnTo>
                <a:lnTo>
                  <a:pt x="418" y="1126"/>
                </a:lnTo>
                <a:lnTo>
                  <a:pt x="418" y="1125"/>
                </a:lnTo>
                <a:lnTo>
                  <a:pt x="417" y="1124"/>
                </a:lnTo>
                <a:lnTo>
                  <a:pt x="417" y="1122"/>
                </a:lnTo>
                <a:lnTo>
                  <a:pt x="416" y="1122"/>
                </a:lnTo>
                <a:lnTo>
                  <a:pt x="415" y="1121"/>
                </a:lnTo>
                <a:lnTo>
                  <a:pt x="414" y="1121"/>
                </a:lnTo>
                <a:lnTo>
                  <a:pt x="414" y="1120"/>
                </a:lnTo>
                <a:lnTo>
                  <a:pt x="414" y="1121"/>
                </a:lnTo>
                <a:lnTo>
                  <a:pt x="413" y="1121"/>
                </a:lnTo>
                <a:lnTo>
                  <a:pt x="412" y="1120"/>
                </a:lnTo>
                <a:lnTo>
                  <a:pt x="411" y="1120"/>
                </a:lnTo>
                <a:lnTo>
                  <a:pt x="410" y="1119"/>
                </a:lnTo>
                <a:lnTo>
                  <a:pt x="410" y="1118"/>
                </a:lnTo>
                <a:lnTo>
                  <a:pt x="411" y="1118"/>
                </a:lnTo>
                <a:lnTo>
                  <a:pt x="411" y="1117"/>
                </a:lnTo>
                <a:lnTo>
                  <a:pt x="411" y="1116"/>
                </a:lnTo>
                <a:lnTo>
                  <a:pt x="410" y="1116"/>
                </a:lnTo>
                <a:lnTo>
                  <a:pt x="409" y="1116"/>
                </a:lnTo>
                <a:lnTo>
                  <a:pt x="407" y="1116"/>
                </a:lnTo>
                <a:lnTo>
                  <a:pt x="407" y="1115"/>
                </a:lnTo>
                <a:lnTo>
                  <a:pt x="407" y="1114"/>
                </a:lnTo>
                <a:lnTo>
                  <a:pt x="406" y="1113"/>
                </a:lnTo>
                <a:lnTo>
                  <a:pt x="405" y="1113"/>
                </a:lnTo>
                <a:lnTo>
                  <a:pt x="405" y="1112"/>
                </a:lnTo>
                <a:lnTo>
                  <a:pt x="405" y="1111"/>
                </a:lnTo>
                <a:lnTo>
                  <a:pt x="404" y="1110"/>
                </a:lnTo>
                <a:lnTo>
                  <a:pt x="403" y="1110"/>
                </a:lnTo>
                <a:lnTo>
                  <a:pt x="402" y="1110"/>
                </a:lnTo>
                <a:lnTo>
                  <a:pt x="402" y="1109"/>
                </a:lnTo>
                <a:lnTo>
                  <a:pt x="401" y="1108"/>
                </a:lnTo>
                <a:lnTo>
                  <a:pt x="400" y="1107"/>
                </a:lnTo>
                <a:lnTo>
                  <a:pt x="399" y="1107"/>
                </a:lnTo>
                <a:lnTo>
                  <a:pt x="398" y="1107"/>
                </a:lnTo>
                <a:lnTo>
                  <a:pt x="397" y="1108"/>
                </a:lnTo>
                <a:lnTo>
                  <a:pt x="396" y="1107"/>
                </a:lnTo>
                <a:lnTo>
                  <a:pt x="395" y="1107"/>
                </a:lnTo>
                <a:lnTo>
                  <a:pt x="394" y="1106"/>
                </a:lnTo>
                <a:lnTo>
                  <a:pt x="393" y="1105"/>
                </a:lnTo>
                <a:lnTo>
                  <a:pt x="392" y="1105"/>
                </a:lnTo>
                <a:lnTo>
                  <a:pt x="392" y="1104"/>
                </a:lnTo>
                <a:lnTo>
                  <a:pt x="391" y="1104"/>
                </a:lnTo>
                <a:lnTo>
                  <a:pt x="390" y="1104"/>
                </a:lnTo>
                <a:lnTo>
                  <a:pt x="389" y="1103"/>
                </a:lnTo>
                <a:lnTo>
                  <a:pt x="388" y="1102"/>
                </a:lnTo>
                <a:lnTo>
                  <a:pt x="387" y="1102"/>
                </a:lnTo>
                <a:lnTo>
                  <a:pt x="386" y="1103"/>
                </a:lnTo>
                <a:lnTo>
                  <a:pt x="385" y="1105"/>
                </a:lnTo>
                <a:lnTo>
                  <a:pt x="385" y="1106"/>
                </a:lnTo>
                <a:lnTo>
                  <a:pt x="384" y="1107"/>
                </a:lnTo>
                <a:lnTo>
                  <a:pt x="382" y="1108"/>
                </a:lnTo>
                <a:lnTo>
                  <a:pt x="382" y="1107"/>
                </a:lnTo>
                <a:lnTo>
                  <a:pt x="381" y="1107"/>
                </a:lnTo>
                <a:lnTo>
                  <a:pt x="380" y="1108"/>
                </a:lnTo>
                <a:lnTo>
                  <a:pt x="380" y="1110"/>
                </a:lnTo>
                <a:lnTo>
                  <a:pt x="380" y="1111"/>
                </a:lnTo>
                <a:lnTo>
                  <a:pt x="380" y="1112"/>
                </a:lnTo>
                <a:lnTo>
                  <a:pt x="380" y="1113"/>
                </a:lnTo>
                <a:lnTo>
                  <a:pt x="380" y="1114"/>
                </a:lnTo>
                <a:lnTo>
                  <a:pt x="380" y="1115"/>
                </a:lnTo>
                <a:lnTo>
                  <a:pt x="379" y="1115"/>
                </a:lnTo>
                <a:lnTo>
                  <a:pt x="378" y="1115"/>
                </a:lnTo>
                <a:lnTo>
                  <a:pt x="378" y="1114"/>
                </a:lnTo>
                <a:lnTo>
                  <a:pt x="377" y="1114"/>
                </a:lnTo>
                <a:lnTo>
                  <a:pt x="376" y="1113"/>
                </a:lnTo>
                <a:lnTo>
                  <a:pt x="375" y="1113"/>
                </a:lnTo>
                <a:lnTo>
                  <a:pt x="374" y="1113"/>
                </a:lnTo>
                <a:lnTo>
                  <a:pt x="373" y="1113"/>
                </a:lnTo>
                <a:lnTo>
                  <a:pt x="372" y="1113"/>
                </a:lnTo>
                <a:lnTo>
                  <a:pt x="371" y="1113"/>
                </a:lnTo>
                <a:lnTo>
                  <a:pt x="370" y="1112"/>
                </a:lnTo>
                <a:lnTo>
                  <a:pt x="370" y="1111"/>
                </a:lnTo>
                <a:lnTo>
                  <a:pt x="367" y="1112"/>
                </a:lnTo>
                <a:lnTo>
                  <a:pt x="366" y="1113"/>
                </a:lnTo>
                <a:lnTo>
                  <a:pt x="365" y="1113"/>
                </a:lnTo>
                <a:lnTo>
                  <a:pt x="364" y="1113"/>
                </a:lnTo>
                <a:lnTo>
                  <a:pt x="363" y="1113"/>
                </a:lnTo>
                <a:lnTo>
                  <a:pt x="363" y="1114"/>
                </a:lnTo>
                <a:lnTo>
                  <a:pt x="363" y="1115"/>
                </a:lnTo>
                <a:lnTo>
                  <a:pt x="362" y="1116"/>
                </a:lnTo>
                <a:lnTo>
                  <a:pt x="362" y="1117"/>
                </a:lnTo>
                <a:lnTo>
                  <a:pt x="362" y="1118"/>
                </a:lnTo>
                <a:lnTo>
                  <a:pt x="361" y="1118"/>
                </a:lnTo>
                <a:lnTo>
                  <a:pt x="361" y="1119"/>
                </a:lnTo>
                <a:lnTo>
                  <a:pt x="359" y="1118"/>
                </a:lnTo>
                <a:lnTo>
                  <a:pt x="358" y="1118"/>
                </a:lnTo>
                <a:lnTo>
                  <a:pt x="357" y="1119"/>
                </a:lnTo>
                <a:lnTo>
                  <a:pt x="357" y="1120"/>
                </a:lnTo>
                <a:lnTo>
                  <a:pt x="356" y="1119"/>
                </a:lnTo>
                <a:lnTo>
                  <a:pt x="355" y="1119"/>
                </a:lnTo>
                <a:lnTo>
                  <a:pt x="354" y="1120"/>
                </a:lnTo>
                <a:lnTo>
                  <a:pt x="352" y="1121"/>
                </a:lnTo>
                <a:lnTo>
                  <a:pt x="351" y="1122"/>
                </a:lnTo>
                <a:lnTo>
                  <a:pt x="350" y="1123"/>
                </a:lnTo>
                <a:lnTo>
                  <a:pt x="349" y="1124"/>
                </a:lnTo>
                <a:lnTo>
                  <a:pt x="348" y="1124"/>
                </a:lnTo>
                <a:lnTo>
                  <a:pt x="348" y="1125"/>
                </a:lnTo>
                <a:lnTo>
                  <a:pt x="348" y="1126"/>
                </a:lnTo>
                <a:lnTo>
                  <a:pt x="349" y="1127"/>
                </a:lnTo>
                <a:lnTo>
                  <a:pt x="349" y="1126"/>
                </a:lnTo>
                <a:lnTo>
                  <a:pt x="350" y="1126"/>
                </a:lnTo>
                <a:lnTo>
                  <a:pt x="350" y="1127"/>
                </a:lnTo>
                <a:lnTo>
                  <a:pt x="347" y="1127"/>
                </a:lnTo>
                <a:lnTo>
                  <a:pt x="346" y="1127"/>
                </a:lnTo>
                <a:lnTo>
                  <a:pt x="345" y="1127"/>
                </a:lnTo>
                <a:lnTo>
                  <a:pt x="345" y="1128"/>
                </a:lnTo>
                <a:lnTo>
                  <a:pt x="344" y="1128"/>
                </a:lnTo>
                <a:lnTo>
                  <a:pt x="343" y="1128"/>
                </a:lnTo>
                <a:lnTo>
                  <a:pt x="343" y="1129"/>
                </a:lnTo>
                <a:lnTo>
                  <a:pt x="342" y="1129"/>
                </a:lnTo>
                <a:lnTo>
                  <a:pt x="341" y="1128"/>
                </a:lnTo>
                <a:lnTo>
                  <a:pt x="341" y="1129"/>
                </a:lnTo>
                <a:lnTo>
                  <a:pt x="340" y="1130"/>
                </a:lnTo>
                <a:lnTo>
                  <a:pt x="339" y="1130"/>
                </a:lnTo>
                <a:lnTo>
                  <a:pt x="339" y="1131"/>
                </a:lnTo>
                <a:lnTo>
                  <a:pt x="338" y="1131"/>
                </a:lnTo>
                <a:lnTo>
                  <a:pt x="337" y="1132"/>
                </a:lnTo>
                <a:lnTo>
                  <a:pt x="337" y="1133"/>
                </a:lnTo>
                <a:lnTo>
                  <a:pt x="338" y="1133"/>
                </a:lnTo>
                <a:lnTo>
                  <a:pt x="338" y="1132"/>
                </a:lnTo>
                <a:lnTo>
                  <a:pt x="338" y="1133"/>
                </a:lnTo>
                <a:lnTo>
                  <a:pt x="337" y="1134"/>
                </a:lnTo>
                <a:lnTo>
                  <a:pt x="336" y="1134"/>
                </a:lnTo>
                <a:lnTo>
                  <a:pt x="336" y="1133"/>
                </a:lnTo>
                <a:lnTo>
                  <a:pt x="335" y="1133"/>
                </a:lnTo>
                <a:lnTo>
                  <a:pt x="334" y="1134"/>
                </a:lnTo>
                <a:lnTo>
                  <a:pt x="334" y="1133"/>
                </a:lnTo>
                <a:lnTo>
                  <a:pt x="333" y="1132"/>
                </a:lnTo>
                <a:lnTo>
                  <a:pt x="332" y="1132"/>
                </a:lnTo>
                <a:lnTo>
                  <a:pt x="330" y="1130"/>
                </a:lnTo>
                <a:lnTo>
                  <a:pt x="330" y="1129"/>
                </a:lnTo>
                <a:lnTo>
                  <a:pt x="327" y="1127"/>
                </a:lnTo>
                <a:lnTo>
                  <a:pt x="326" y="1127"/>
                </a:lnTo>
                <a:lnTo>
                  <a:pt x="325" y="1127"/>
                </a:lnTo>
                <a:lnTo>
                  <a:pt x="325" y="1128"/>
                </a:lnTo>
                <a:lnTo>
                  <a:pt x="324" y="1127"/>
                </a:lnTo>
                <a:lnTo>
                  <a:pt x="324" y="1126"/>
                </a:lnTo>
                <a:lnTo>
                  <a:pt x="323" y="1126"/>
                </a:lnTo>
                <a:lnTo>
                  <a:pt x="323" y="1127"/>
                </a:lnTo>
                <a:lnTo>
                  <a:pt x="323" y="1128"/>
                </a:lnTo>
                <a:lnTo>
                  <a:pt x="323" y="1129"/>
                </a:lnTo>
                <a:lnTo>
                  <a:pt x="322" y="1129"/>
                </a:lnTo>
                <a:lnTo>
                  <a:pt x="322" y="1130"/>
                </a:lnTo>
                <a:lnTo>
                  <a:pt x="323" y="1130"/>
                </a:lnTo>
                <a:lnTo>
                  <a:pt x="322" y="1130"/>
                </a:lnTo>
                <a:lnTo>
                  <a:pt x="322" y="1131"/>
                </a:lnTo>
                <a:lnTo>
                  <a:pt x="322" y="1132"/>
                </a:lnTo>
                <a:lnTo>
                  <a:pt x="321" y="1132"/>
                </a:lnTo>
                <a:lnTo>
                  <a:pt x="319" y="1133"/>
                </a:lnTo>
                <a:lnTo>
                  <a:pt x="319" y="1134"/>
                </a:lnTo>
                <a:lnTo>
                  <a:pt x="320" y="1134"/>
                </a:lnTo>
                <a:lnTo>
                  <a:pt x="319" y="1135"/>
                </a:lnTo>
                <a:lnTo>
                  <a:pt x="318" y="1135"/>
                </a:lnTo>
                <a:lnTo>
                  <a:pt x="318" y="1134"/>
                </a:lnTo>
                <a:lnTo>
                  <a:pt x="317" y="1134"/>
                </a:lnTo>
                <a:lnTo>
                  <a:pt x="316" y="1134"/>
                </a:lnTo>
                <a:lnTo>
                  <a:pt x="315" y="1133"/>
                </a:lnTo>
                <a:lnTo>
                  <a:pt x="314" y="1134"/>
                </a:lnTo>
                <a:lnTo>
                  <a:pt x="312" y="1135"/>
                </a:lnTo>
                <a:lnTo>
                  <a:pt x="311" y="1135"/>
                </a:lnTo>
                <a:lnTo>
                  <a:pt x="308" y="1137"/>
                </a:lnTo>
                <a:lnTo>
                  <a:pt x="307" y="1137"/>
                </a:lnTo>
                <a:lnTo>
                  <a:pt x="307" y="1138"/>
                </a:lnTo>
                <a:lnTo>
                  <a:pt x="307" y="1139"/>
                </a:lnTo>
                <a:lnTo>
                  <a:pt x="306" y="1140"/>
                </a:lnTo>
                <a:lnTo>
                  <a:pt x="304" y="1140"/>
                </a:lnTo>
                <a:lnTo>
                  <a:pt x="303" y="1139"/>
                </a:lnTo>
                <a:lnTo>
                  <a:pt x="303" y="1137"/>
                </a:lnTo>
                <a:lnTo>
                  <a:pt x="302" y="1137"/>
                </a:lnTo>
                <a:lnTo>
                  <a:pt x="299" y="1137"/>
                </a:lnTo>
                <a:lnTo>
                  <a:pt x="298" y="1138"/>
                </a:lnTo>
                <a:lnTo>
                  <a:pt x="298" y="1139"/>
                </a:lnTo>
                <a:lnTo>
                  <a:pt x="298" y="1140"/>
                </a:lnTo>
                <a:lnTo>
                  <a:pt x="298" y="1141"/>
                </a:lnTo>
                <a:lnTo>
                  <a:pt x="298" y="1142"/>
                </a:lnTo>
                <a:lnTo>
                  <a:pt x="297" y="1142"/>
                </a:lnTo>
                <a:lnTo>
                  <a:pt x="297" y="1143"/>
                </a:lnTo>
                <a:lnTo>
                  <a:pt x="297" y="1144"/>
                </a:lnTo>
                <a:lnTo>
                  <a:pt x="298" y="1145"/>
                </a:lnTo>
                <a:lnTo>
                  <a:pt x="297" y="1145"/>
                </a:lnTo>
                <a:lnTo>
                  <a:pt x="297" y="1146"/>
                </a:lnTo>
                <a:lnTo>
                  <a:pt x="297" y="1147"/>
                </a:lnTo>
                <a:lnTo>
                  <a:pt x="297" y="1148"/>
                </a:lnTo>
                <a:lnTo>
                  <a:pt x="298" y="1149"/>
                </a:lnTo>
                <a:lnTo>
                  <a:pt x="297" y="1150"/>
                </a:lnTo>
                <a:lnTo>
                  <a:pt x="297" y="1151"/>
                </a:lnTo>
                <a:lnTo>
                  <a:pt x="297" y="1152"/>
                </a:lnTo>
                <a:lnTo>
                  <a:pt x="296" y="1154"/>
                </a:lnTo>
                <a:lnTo>
                  <a:pt x="297" y="1155"/>
                </a:lnTo>
                <a:lnTo>
                  <a:pt x="296" y="1155"/>
                </a:lnTo>
                <a:lnTo>
                  <a:pt x="295" y="1155"/>
                </a:lnTo>
                <a:lnTo>
                  <a:pt x="295" y="1156"/>
                </a:lnTo>
                <a:lnTo>
                  <a:pt x="295" y="1157"/>
                </a:lnTo>
                <a:lnTo>
                  <a:pt x="295" y="1158"/>
                </a:lnTo>
                <a:lnTo>
                  <a:pt x="294" y="1158"/>
                </a:lnTo>
                <a:lnTo>
                  <a:pt x="293" y="1159"/>
                </a:lnTo>
                <a:lnTo>
                  <a:pt x="292" y="1159"/>
                </a:lnTo>
                <a:lnTo>
                  <a:pt x="292" y="1160"/>
                </a:lnTo>
                <a:lnTo>
                  <a:pt x="292" y="1159"/>
                </a:lnTo>
                <a:lnTo>
                  <a:pt x="291" y="1159"/>
                </a:lnTo>
                <a:lnTo>
                  <a:pt x="291" y="1158"/>
                </a:lnTo>
                <a:lnTo>
                  <a:pt x="290" y="1157"/>
                </a:lnTo>
                <a:lnTo>
                  <a:pt x="290" y="1156"/>
                </a:lnTo>
                <a:lnTo>
                  <a:pt x="289" y="1156"/>
                </a:lnTo>
                <a:lnTo>
                  <a:pt x="289" y="1155"/>
                </a:lnTo>
                <a:lnTo>
                  <a:pt x="290" y="1154"/>
                </a:lnTo>
                <a:lnTo>
                  <a:pt x="290" y="1153"/>
                </a:lnTo>
                <a:lnTo>
                  <a:pt x="290" y="1152"/>
                </a:lnTo>
                <a:lnTo>
                  <a:pt x="289" y="1152"/>
                </a:lnTo>
                <a:lnTo>
                  <a:pt x="288" y="1152"/>
                </a:lnTo>
                <a:lnTo>
                  <a:pt x="287" y="1152"/>
                </a:lnTo>
                <a:lnTo>
                  <a:pt x="285" y="1152"/>
                </a:lnTo>
                <a:lnTo>
                  <a:pt x="284" y="1153"/>
                </a:lnTo>
                <a:lnTo>
                  <a:pt x="284" y="1154"/>
                </a:lnTo>
                <a:lnTo>
                  <a:pt x="284" y="1155"/>
                </a:lnTo>
                <a:lnTo>
                  <a:pt x="283" y="1155"/>
                </a:lnTo>
                <a:lnTo>
                  <a:pt x="282" y="1154"/>
                </a:lnTo>
                <a:lnTo>
                  <a:pt x="282" y="1153"/>
                </a:lnTo>
                <a:lnTo>
                  <a:pt x="281" y="1153"/>
                </a:lnTo>
                <a:lnTo>
                  <a:pt x="280" y="1153"/>
                </a:lnTo>
                <a:lnTo>
                  <a:pt x="280" y="1152"/>
                </a:lnTo>
                <a:lnTo>
                  <a:pt x="279" y="1152"/>
                </a:lnTo>
                <a:lnTo>
                  <a:pt x="279" y="1153"/>
                </a:lnTo>
                <a:lnTo>
                  <a:pt x="277" y="1153"/>
                </a:lnTo>
                <a:lnTo>
                  <a:pt x="277" y="1152"/>
                </a:lnTo>
                <a:lnTo>
                  <a:pt x="277" y="1151"/>
                </a:lnTo>
                <a:lnTo>
                  <a:pt x="275" y="1151"/>
                </a:lnTo>
                <a:lnTo>
                  <a:pt x="275" y="1152"/>
                </a:lnTo>
                <a:lnTo>
                  <a:pt x="274" y="1152"/>
                </a:lnTo>
                <a:lnTo>
                  <a:pt x="273" y="1152"/>
                </a:lnTo>
                <a:lnTo>
                  <a:pt x="272" y="1152"/>
                </a:lnTo>
                <a:lnTo>
                  <a:pt x="271" y="1151"/>
                </a:lnTo>
                <a:lnTo>
                  <a:pt x="270" y="1151"/>
                </a:lnTo>
                <a:lnTo>
                  <a:pt x="269" y="1150"/>
                </a:lnTo>
                <a:lnTo>
                  <a:pt x="269" y="1151"/>
                </a:lnTo>
                <a:lnTo>
                  <a:pt x="268" y="1152"/>
                </a:lnTo>
                <a:lnTo>
                  <a:pt x="267" y="1152"/>
                </a:lnTo>
                <a:lnTo>
                  <a:pt x="266" y="1152"/>
                </a:lnTo>
                <a:lnTo>
                  <a:pt x="265" y="1153"/>
                </a:lnTo>
                <a:lnTo>
                  <a:pt x="266" y="1153"/>
                </a:lnTo>
                <a:lnTo>
                  <a:pt x="266" y="1154"/>
                </a:lnTo>
                <a:lnTo>
                  <a:pt x="266" y="1155"/>
                </a:lnTo>
                <a:lnTo>
                  <a:pt x="266" y="1156"/>
                </a:lnTo>
                <a:lnTo>
                  <a:pt x="267" y="1157"/>
                </a:lnTo>
                <a:lnTo>
                  <a:pt x="267" y="1158"/>
                </a:lnTo>
                <a:lnTo>
                  <a:pt x="267" y="1159"/>
                </a:lnTo>
                <a:lnTo>
                  <a:pt x="267" y="1160"/>
                </a:lnTo>
                <a:lnTo>
                  <a:pt x="268" y="1160"/>
                </a:lnTo>
                <a:lnTo>
                  <a:pt x="268" y="1161"/>
                </a:lnTo>
                <a:lnTo>
                  <a:pt x="268" y="1162"/>
                </a:lnTo>
                <a:lnTo>
                  <a:pt x="267" y="1163"/>
                </a:lnTo>
                <a:lnTo>
                  <a:pt x="266" y="1164"/>
                </a:lnTo>
                <a:lnTo>
                  <a:pt x="265" y="1164"/>
                </a:lnTo>
                <a:lnTo>
                  <a:pt x="264" y="1164"/>
                </a:lnTo>
                <a:lnTo>
                  <a:pt x="264" y="1165"/>
                </a:lnTo>
                <a:lnTo>
                  <a:pt x="264" y="1166"/>
                </a:lnTo>
                <a:lnTo>
                  <a:pt x="264" y="1167"/>
                </a:lnTo>
                <a:lnTo>
                  <a:pt x="263" y="1167"/>
                </a:lnTo>
                <a:lnTo>
                  <a:pt x="263" y="1168"/>
                </a:lnTo>
                <a:lnTo>
                  <a:pt x="263" y="1169"/>
                </a:lnTo>
                <a:lnTo>
                  <a:pt x="262" y="1169"/>
                </a:lnTo>
                <a:lnTo>
                  <a:pt x="262" y="1168"/>
                </a:lnTo>
                <a:lnTo>
                  <a:pt x="261" y="1168"/>
                </a:lnTo>
                <a:lnTo>
                  <a:pt x="261" y="1167"/>
                </a:lnTo>
                <a:lnTo>
                  <a:pt x="260" y="1167"/>
                </a:lnTo>
                <a:lnTo>
                  <a:pt x="260" y="1168"/>
                </a:lnTo>
                <a:lnTo>
                  <a:pt x="259" y="1168"/>
                </a:lnTo>
                <a:lnTo>
                  <a:pt x="258" y="1167"/>
                </a:lnTo>
                <a:lnTo>
                  <a:pt x="258" y="1166"/>
                </a:lnTo>
                <a:lnTo>
                  <a:pt x="258" y="1165"/>
                </a:lnTo>
                <a:lnTo>
                  <a:pt x="257" y="1165"/>
                </a:lnTo>
                <a:lnTo>
                  <a:pt x="256" y="1163"/>
                </a:lnTo>
                <a:lnTo>
                  <a:pt x="256" y="1162"/>
                </a:lnTo>
                <a:lnTo>
                  <a:pt x="255" y="1162"/>
                </a:lnTo>
                <a:lnTo>
                  <a:pt x="255" y="1161"/>
                </a:lnTo>
                <a:lnTo>
                  <a:pt x="255" y="1160"/>
                </a:lnTo>
                <a:lnTo>
                  <a:pt x="254" y="1160"/>
                </a:lnTo>
                <a:lnTo>
                  <a:pt x="255" y="1159"/>
                </a:lnTo>
                <a:lnTo>
                  <a:pt x="254" y="1159"/>
                </a:lnTo>
                <a:lnTo>
                  <a:pt x="253" y="1159"/>
                </a:lnTo>
                <a:lnTo>
                  <a:pt x="253" y="1160"/>
                </a:lnTo>
                <a:lnTo>
                  <a:pt x="251" y="1160"/>
                </a:lnTo>
                <a:lnTo>
                  <a:pt x="251" y="1161"/>
                </a:lnTo>
                <a:lnTo>
                  <a:pt x="250" y="1161"/>
                </a:lnTo>
                <a:lnTo>
                  <a:pt x="250" y="1162"/>
                </a:lnTo>
                <a:lnTo>
                  <a:pt x="249" y="1162"/>
                </a:lnTo>
                <a:lnTo>
                  <a:pt x="248" y="1162"/>
                </a:lnTo>
                <a:lnTo>
                  <a:pt x="248" y="1161"/>
                </a:lnTo>
                <a:lnTo>
                  <a:pt x="247" y="1161"/>
                </a:lnTo>
                <a:lnTo>
                  <a:pt x="246" y="1162"/>
                </a:lnTo>
                <a:lnTo>
                  <a:pt x="244" y="1163"/>
                </a:lnTo>
                <a:lnTo>
                  <a:pt x="244" y="1164"/>
                </a:lnTo>
                <a:lnTo>
                  <a:pt x="243" y="1166"/>
                </a:lnTo>
                <a:lnTo>
                  <a:pt x="242" y="1166"/>
                </a:lnTo>
                <a:lnTo>
                  <a:pt x="242" y="1167"/>
                </a:lnTo>
                <a:lnTo>
                  <a:pt x="242" y="1169"/>
                </a:lnTo>
                <a:lnTo>
                  <a:pt x="241" y="1170"/>
                </a:lnTo>
                <a:lnTo>
                  <a:pt x="240" y="1169"/>
                </a:lnTo>
                <a:lnTo>
                  <a:pt x="239" y="1169"/>
                </a:lnTo>
                <a:lnTo>
                  <a:pt x="238" y="1169"/>
                </a:lnTo>
                <a:lnTo>
                  <a:pt x="237" y="1169"/>
                </a:lnTo>
                <a:lnTo>
                  <a:pt x="236" y="1169"/>
                </a:lnTo>
                <a:lnTo>
                  <a:pt x="236" y="1170"/>
                </a:lnTo>
                <a:lnTo>
                  <a:pt x="234" y="1169"/>
                </a:lnTo>
                <a:lnTo>
                  <a:pt x="233" y="1169"/>
                </a:lnTo>
                <a:lnTo>
                  <a:pt x="231" y="1167"/>
                </a:lnTo>
                <a:lnTo>
                  <a:pt x="231" y="1166"/>
                </a:lnTo>
                <a:lnTo>
                  <a:pt x="230" y="1166"/>
                </a:lnTo>
                <a:lnTo>
                  <a:pt x="229" y="1166"/>
                </a:lnTo>
                <a:lnTo>
                  <a:pt x="229" y="1167"/>
                </a:lnTo>
                <a:lnTo>
                  <a:pt x="228" y="1168"/>
                </a:lnTo>
                <a:lnTo>
                  <a:pt x="228" y="1169"/>
                </a:lnTo>
                <a:lnTo>
                  <a:pt x="226" y="1170"/>
                </a:lnTo>
                <a:lnTo>
                  <a:pt x="225" y="1170"/>
                </a:lnTo>
                <a:lnTo>
                  <a:pt x="225" y="1171"/>
                </a:lnTo>
                <a:lnTo>
                  <a:pt x="225" y="1172"/>
                </a:lnTo>
                <a:lnTo>
                  <a:pt x="224" y="1172"/>
                </a:lnTo>
                <a:lnTo>
                  <a:pt x="223" y="1172"/>
                </a:lnTo>
                <a:lnTo>
                  <a:pt x="222" y="1173"/>
                </a:lnTo>
                <a:lnTo>
                  <a:pt x="221" y="1173"/>
                </a:lnTo>
                <a:lnTo>
                  <a:pt x="220" y="1173"/>
                </a:lnTo>
                <a:lnTo>
                  <a:pt x="220" y="1174"/>
                </a:lnTo>
                <a:lnTo>
                  <a:pt x="220" y="1175"/>
                </a:lnTo>
                <a:lnTo>
                  <a:pt x="219" y="1176"/>
                </a:lnTo>
                <a:lnTo>
                  <a:pt x="219" y="1177"/>
                </a:lnTo>
                <a:lnTo>
                  <a:pt x="218" y="1178"/>
                </a:lnTo>
                <a:lnTo>
                  <a:pt x="217" y="1178"/>
                </a:lnTo>
                <a:lnTo>
                  <a:pt x="217" y="1179"/>
                </a:lnTo>
                <a:lnTo>
                  <a:pt x="216" y="1180"/>
                </a:lnTo>
                <a:lnTo>
                  <a:pt x="215" y="1180"/>
                </a:lnTo>
                <a:lnTo>
                  <a:pt x="214" y="1180"/>
                </a:lnTo>
                <a:lnTo>
                  <a:pt x="213" y="1181"/>
                </a:lnTo>
                <a:lnTo>
                  <a:pt x="213" y="1182"/>
                </a:lnTo>
                <a:lnTo>
                  <a:pt x="213" y="1183"/>
                </a:lnTo>
                <a:lnTo>
                  <a:pt x="212" y="1183"/>
                </a:lnTo>
                <a:lnTo>
                  <a:pt x="211" y="1182"/>
                </a:lnTo>
                <a:lnTo>
                  <a:pt x="211" y="1181"/>
                </a:lnTo>
                <a:lnTo>
                  <a:pt x="210" y="1181"/>
                </a:lnTo>
                <a:lnTo>
                  <a:pt x="209" y="1181"/>
                </a:lnTo>
                <a:lnTo>
                  <a:pt x="208" y="1180"/>
                </a:lnTo>
                <a:lnTo>
                  <a:pt x="207" y="1181"/>
                </a:lnTo>
                <a:lnTo>
                  <a:pt x="207" y="1180"/>
                </a:lnTo>
                <a:lnTo>
                  <a:pt x="207" y="1179"/>
                </a:lnTo>
                <a:lnTo>
                  <a:pt x="207" y="1178"/>
                </a:lnTo>
                <a:lnTo>
                  <a:pt x="207" y="1177"/>
                </a:lnTo>
                <a:lnTo>
                  <a:pt x="207" y="1175"/>
                </a:lnTo>
                <a:lnTo>
                  <a:pt x="206" y="1175"/>
                </a:lnTo>
                <a:lnTo>
                  <a:pt x="205" y="1174"/>
                </a:lnTo>
                <a:lnTo>
                  <a:pt x="204" y="1174"/>
                </a:lnTo>
                <a:lnTo>
                  <a:pt x="204" y="1173"/>
                </a:lnTo>
                <a:lnTo>
                  <a:pt x="204" y="1172"/>
                </a:lnTo>
                <a:lnTo>
                  <a:pt x="204" y="1171"/>
                </a:lnTo>
                <a:lnTo>
                  <a:pt x="203" y="1171"/>
                </a:lnTo>
                <a:lnTo>
                  <a:pt x="203" y="1170"/>
                </a:lnTo>
                <a:lnTo>
                  <a:pt x="204" y="1169"/>
                </a:lnTo>
                <a:lnTo>
                  <a:pt x="204" y="1168"/>
                </a:lnTo>
                <a:lnTo>
                  <a:pt x="203" y="1168"/>
                </a:lnTo>
                <a:lnTo>
                  <a:pt x="202" y="1168"/>
                </a:lnTo>
                <a:lnTo>
                  <a:pt x="201" y="1168"/>
                </a:lnTo>
                <a:lnTo>
                  <a:pt x="201" y="1167"/>
                </a:lnTo>
                <a:lnTo>
                  <a:pt x="201" y="1166"/>
                </a:lnTo>
                <a:lnTo>
                  <a:pt x="200" y="1165"/>
                </a:lnTo>
                <a:lnTo>
                  <a:pt x="199" y="1166"/>
                </a:lnTo>
                <a:lnTo>
                  <a:pt x="199" y="1165"/>
                </a:lnTo>
                <a:lnTo>
                  <a:pt x="198" y="1165"/>
                </a:lnTo>
                <a:lnTo>
                  <a:pt x="198" y="1164"/>
                </a:lnTo>
                <a:lnTo>
                  <a:pt x="197" y="1164"/>
                </a:lnTo>
                <a:lnTo>
                  <a:pt x="197" y="1165"/>
                </a:lnTo>
                <a:lnTo>
                  <a:pt x="196" y="1165"/>
                </a:lnTo>
                <a:lnTo>
                  <a:pt x="196" y="1164"/>
                </a:lnTo>
                <a:lnTo>
                  <a:pt x="197" y="1163"/>
                </a:lnTo>
                <a:lnTo>
                  <a:pt x="195" y="1164"/>
                </a:lnTo>
                <a:lnTo>
                  <a:pt x="195" y="1165"/>
                </a:lnTo>
                <a:lnTo>
                  <a:pt x="196" y="1165"/>
                </a:lnTo>
                <a:lnTo>
                  <a:pt x="196" y="1166"/>
                </a:lnTo>
                <a:lnTo>
                  <a:pt x="195" y="1167"/>
                </a:lnTo>
                <a:lnTo>
                  <a:pt x="195" y="1166"/>
                </a:lnTo>
                <a:lnTo>
                  <a:pt x="195" y="1165"/>
                </a:lnTo>
                <a:lnTo>
                  <a:pt x="194" y="1165"/>
                </a:lnTo>
                <a:lnTo>
                  <a:pt x="194" y="1164"/>
                </a:lnTo>
                <a:lnTo>
                  <a:pt x="193" y="1165"/>
                </a:lnTo>
                <a:lnTo>
                  <a:pt x="193" y="1166"/>
                </a:lnTo>
                <a:lnTo>
                  <a:pt x="192" y="1166"/>
                </a:lnTo>
                <a:lnTo>
                  <a:pt x="191" y="1166"/>
                </a:lnTo>
                <a:lnTo>
                  <a:pt x="190" y="1166"/>
                </a:lnTo>
                <a:lnTo>
                  <a:pt x="188" y="1167"/>
                </a:lnTo>
                <a:lnTo>
                  <a:pt x="187" y="1167"/>
                </a:lnTo>
                <a:lnTo>
                  <a:pt x="186" y="1166"/>
                </a:lnTo>
                <a:lnTo>
                  <a:pt x="187" y="1165"/>
                </a:lnTo>
                <a:lnTo>
                  <a:pt x="186" y="1164"/>
                </a:lnTo>
                <a:lnTo>
                  <a:pt x="185" y="1163"/>
                </a:lnTo>
                <a:lnTo>
                  <a:pt x="184" y="1163"/>
                </a:lnTo>
                <a:lnTo>
                  <a:pt x="184" y="1162"/>
                </a:lnTo>
                <a:lnTo>
                  <a:pt x="184" y="1161"/>
                </a:lnTo>
                <a:lnTo>
                  <a:pt x="184" y="1160"/>
                </a:lnTo>
                <a:lnTo>
                  <a:pt x="184" y="1158"/>
                </a:lnTo>
                <a:lnTo>
                  <a:pt x="182" y="1158"/>
                </a:lnTo>
                <a:lnTo>
                  <a:pt x="182" y="1157"/>
                </a:lnTo>
                <a:lnTo>
                  <a:pt x="182" y="1156"/>
                </a:lnTo>
                <a:lnTo>
                  <a:pt x="181" y="1156"/>
                </a:lnTo>
                <a:lnTo>
                  <a:pt x="180" y="1156"/>
                </a:lnTo>
                <a:lnTo>
                  <a:pt x="179" y="1156"/>
                </a:lnTo>
                <a:lnTo>
                  <a:pt x="178" y="1156"/>
                </a:lnTo>
                <a:lnTo>
                  <a:pt x="178" y="1155"/>
                </a:lnTo>
                <a:lnTo>
                  <a:pt x="178" y="1154"/>
                </a:lnTo>
                <a:lnTo>
                  <a:pt x="177" y="1154"/>
                </a:lnTo>
                <a:lnTo>
                  <a:pt x="175" y="1153"/>
                </a:lnTo>
                <a:lnTo>
                  <a:pt x="175" y="1154"/>
                </a:lnTo>
                <a:lnTo>
                  <a:pt x="174" y="1154"/>
                </a:lnTo>
                <a:lnTo>
                  <a:pt x="172" y="1155"/>
                </a:lnTo>
                <a:lnTo>
                  <a:pt x="171" y="1155"/>
                </a:lnTo>
                <a:lnTo>
                  <a:pt x="170" y="1154"/>
                </a:lnTo>
                <a:lnTo>
                  <a:pt x="169" y="1154"/>
                </a:lnTo>
                <a:lnTo>
                  <a:pt x="168" y="1154"/>
                </a:lnTo>
                <a:lnTo>
                  <a:pt x="168" y="1153"/>
                </a:lnTo>
                <a:lnTo>
                  <a:pt x="167" y="1153"/>
                </a:lnTo>
                <a:lnTo>
                  <a:pt x="166" y="1153"/>
                </a:lnTo>
                <a:lnTo>
                  <a:pt x="165" y="1153"/>
                </a:lnTo>
                <a:lnTo>
                  <a:pt x="164" y="1153"/>
                </a:lnTo>
                <a:lnTo>
                  <a:pt x="164" y="1154"/>
                </a:lnTo>
                <a:lnTo>
                  <a:pt x="164" y="1155"/>
                </a:lnTo>
                <a:lnTo>
                  <a:pt x="162" y="1155"/>
                </a:lnTo>
                <a:lnTo>
                  <a:pt x="162" y="1154"/>
                </a:lnTo>
                <a:lnTo>
                  <a:pt x="161" y="1153"/>
                </a:lnTo>
                <a:lnTo>
                  <a:pt x="162" y="1152"/>
                </a:lnTo>
                <a:lnTo>
                  <a:pt x="163" y="1152"/>
                </a:lnTo>
                <a:lnTo>
                  <a:pt x="163" y="1153"/>
                </a:lnTo>
                <a:lnTo>
                  <a:pt x="163" y="1154"/>
                </a:lnTo>
                <a:lnTo>
                  <a:pt x="164" y="1153"/>
                </a:lnTo>
                <a:lnTo>
                  <a:pt x="164" y="1152"/>
                </a:lnTo>
                <a:lnTo>
                  <a:pt x="163" y="1152"/>
                </a:lnTo>
                <a:lnTo>
                  <a:pt x="163" y="1151"/>
                </a:lnTo>
                <a:lnTo>
                  <a:pt x="163" y="1150"/>
                </a:lnTo>
                <a:lnTo>
                  <a:pt x="162" y="1150"/>
                </a:lnTo>
                <a:lnTo>
                  <a:pt x="162" y="1149"/>
                </a:lnTo>
                <a:lnTo>
                  <a:pt x="161" y="1148"/>
                </a:lnTo>
                <a:lnTo>
                  <a:pt x="160" y="1148"/>
                </a:lnTo>
                <a:lnTo>
                  <a:pt x="160" y="1147"/>
                </a:lnTo>
                <a:lnTo>
                  <a:pt x="160" y="1146"/>
                </a:lnTo>
                <a:lnTo>
                  <a:pt x="161" y="1145"/>
                </a:lnTo>
                <a:lnTo>
                  <a:pt x="161" y="1146"/>
                </a:lnTo>
                <a:lnTo>
                  <a:pt x="162" y="1146"/>
                </a:lnTo>
                <a:lnTo>
                  <a:pt x="163" y="1145"/>
                </a:lnTo>
                <a:lnTo>
                  <a:pt x="165" y="1145"/>
                </a:lnTo>
                <a:lnTo>
                  <a:pt x="166" y="1146"/>
                </a:lnTo>
                <a:lnTo>
                  <a:pt x="167" y="1146"/>
                </a:lnTo>
                <a:lnTo>
                  <a:pt x="168" y="1145"/>
                </a:lnTo>
                <a:lnTo>
                  <a:pt x="169" y="1145"/>
                </a:lnTo>
                <a:lnTo>
                  <a:pt x="171" y="1143"/>
                </a:lnTo>
                <a:lnTo>
                  <a:pt x="172" y="1143"/>
                </a:lnTo>
                <a:lnTo>
                  <a:pt x="173" y="1143"/>
                </a:lnTo>
                <a:lnTo>
                  <a:pt x="174" y="1143"/>
                </a:lnTo>
                <a:lnTo>
                  <a:pt x="176" y="1143"/>
                </a:lnTo>
                <a:lnTo>
                  <a:pt x="177" y="1143"/>
                </a:lnTo>
                <a:lnTo>
                  <a:pt x="177" y="1142"/>
                </a:lnTo>
                <a:lnTo>
                  <a:pt x="178" y="1142"/>
                </a:lnTo>
                <a:lnTo>
                  <a:pt x="179" y="1142"/>
                </a:lnTo>
                <a:lnTo>
                  <a:pt x="180" y="1141"/>
                </a:lnTo>
                <a:lnTo>
                  <a:pt x="180" y="1140"/>
                </a:lnTo>
                <a:lnTo>
                  <a:pt x="179" y="1140"/>
                </a:lnTo>
                <a:lnTo>
                  <a:pt x="179" y="1139"/>
                </a:lnTo>
                <a:lnTo>
                  <a:pt x="180" y="1137"/>
                </a:lnTo>
                <a:lnTo>
                  <a:pt x="181" y="1136"/>
                </a:lnTo>
                <a:lnTo>
                  <a:pt x="182" y="1136"/>
                </a:lnTo>
                <a:lnTo>
                  <a:pt x="183" y="1136"/>
                </a:lnTo>
                <a:lnTo>
                  <a:pt x="184" y="1135"/>
                </a:lnTo>
                <a:lnTo>
                  <a:pt x="185" y="1135"/>
                </a:lnTo>
                <a:lnTo>
                  <a:pt x="186" y="1134"/>
                </a:lnTo>
                <a:lnTo>
                  <a:pt x="186" y="1133"/>
                </a:lnTo>
                <a:lnTo>
                  <a:pt x="187" y="1133"/>
                </a:lnTo>
                <a:lnTo>
                  <a:pt x="189" y="1132"/>
                </a:lnTo>
                <a:lnTo>
                  <a:pt x="190" y="1131"/>
                </a:lnTo>
                <a:lnTo>
                  <a:pt x="190" y="1130"/>
                </a:lnTo>
                <a:lnTo>
                  <a:pt x="190" y="1129"/>
                </a:lnTo>
                <a:lnTo>
                  <a:pt x="191" y="1129"/>
                </a:lnTo>
                <a:lnTo>
                  <a:pt x="191" y="1128"/>
                </a:lnTo>
                <a:lnTo>
                  <a:pt x="191" y="1127"/>
                </a:lnTo>
                <a:lnTo>
                  <a:pt x="190" y="1127"/>
                </a:lnTo>
                <a:lnTo>
                  <a:pt x="189" y="1126"/>
                </a:lnTo>
                <a:lnTo>
                  <a:pt x="188" y="1125"/>
                </a:lnTo>
                <a:lnTo>
                  <a:pt x="188" y="1124"/>
                </a:lnTo>
                <a:lnTo>
                  <a:pt x="189" y="1123"/>
                </a:lnTo>
                <a:lnTo>
                  <a:pt x="190" y="1123"/>
                </a:lnTo>
                <a:lnTo>
                  <a:pt x="191" y="1121"/>
                </a:lnTo>
                <a:lnTo>
                  <a:pt x="190" y="1120"/>
                </a:lnTo>
                <a:lnTo>
                  <a:pt x="190" y="1119"/>
                </a:lnTo>
                <a:lnTo>
                  <a:pt x="191" y="1118"/>
                </a:lnTo>
                <a:lnTo>
                  <a:pt x="191" y="1117"/>
                </a:lnTo>
                <a:lnTo>
                  <a:pt x="192" y="1117"/>
                </a:lnTo>
                <a:lnTo>
                  <a:pt x="192" y="1116"/>
                </a:lnTo>
                <a:lnTo>
                  <a:pt x="192" y="1115"/>
                </a:lnTo>
                <a:lnTo>
                  <a:pt x="192" y="1113"/>
                </a:lnTo>
                <a:lnTo>
                  <a:pt x="193" y="1113"/>
                </a:lnTo>
                <a:lnTo>
                  <a:pt x="193" y="1112"/>
                </a:lnTo>
                <a:lnTo>
                  <a:pt x="193" y="1111"/>
                </a:lnTo>
                <a:lnTo>
                  <a:pt x="194" y="1110"/>
                </a:lnTo>
                <a:lnTo>
                  <a:pt x="195" y="1110"/>
                </a:lnTo>
                <a:lnTo>
                  <a:pt x="195" y="1109"/>
                </a:lnTo>
                <a:lnTo>
                  <a:pt x="195" y="1108"/>
                </a:lnTo>
                <a:lnTo>
                  <a:pt x="196" y="1108"/>
                </a:lnTo>
                <a:lnTo>
                  <a:pt x="197" y="1107"/>
                </a:lnTo>
                <a:lnTo>
                  <a:pt x="198" y="1107"/>
                </a:lnTo>
                <a:lnTo>
                  <a:pt x="198" y="1106"/>
                </a:lnTo>
                <a:lnTo>
                  <a:pt x="199" y="1105"/>
                </a:lnTo>
                <a:lnTo>
                  <a:pt x="200" y="1104"/>
                </a:lnTo>
                <a:lnTo>
                  <a:pt x="200" y="1100"/>
                </a:lnTo>
                <a:lnTo>
                  <a:pt x="199" y="1099"/>
                </a:lnTo>
                <a:lnTo>
                  <a:pt x="198" y="1098"/>
                </a:lnTo>
                <a:lnTo>
                  <a:pt x="197" y="1098"/>
                </a:lnTo>
                <a:lnTo>
                  <a:pt x="197" y="1097"/>
                </a:lnTo>
                <a:lnTo>
                  <a:pt x="196" y="1097"/>
                </a:lnTo>
                <a:lnTo>
                  <a:pt x="197" y="1097"/>
                </a:lnTo>
                <a:lnTo>
                  <a:pt x="197" y="1096"/>
                </a:lnTo>
                <a:lnTo>
                  <a:pt x="198" y="1096"/>
                </a:lnTo>
                <a:lnTo>
                  <a:pt x="199" y="1094"/>
                </a:lnTo>
                <a:lnTo>
                  <a:pt x="198" y="1093"/>
                </a:lnTo>
                <a:lnTo>
                  <a:pt x="197" y="1093"/>
                </a:lnTo>
                <a:lnTo>
                  <a:pt x="197" y="1092"/>
                </a:lnTo>
                <a:lnTo>
                  <a:pt x="198" y="1091"/>
                </a:lnTo>
                <a:lnTo>
                  <a:pt x="197" y="1090"/>
                </a:lnTo>
                <a:lnTo>
                  <a:pt x="197" y="1089"/>
                </a:lnTo>
                <a:lnTo>
                  <a:pt x="198" y="1089"/>
                </a:lnTo>
                <a:lnTo>
                  <a:pt x="199" y="1088"/>
                </a:lnTo>
                <a:lnTo>
                  <a:pt x="200" y="1088"/>
                </a:lnTo>
                <a:lnTo>
                  <a:pt x="201" y="1088"/>
                </a:lnTo>
                <a:lnTo>
                  <a:pt x="202" y="1088"/>
                </a:lnTo>
                <a:lnTo>
                  <a:pt x="202" y="1087"/>
                </a:lnTo>
                <a:lnTo>
                  <a:pt x="202" y="1086"/>
                </a:lnTo>
                <a:lnTo>
                  <a:pt x="202" y="1087"/>
                </a:lnTo>
                <a:lnTo>
                  <a:pt x="201" y="1087"/>
                </a:lnTo>
                <a:lnTo>
                  <a:pt x="201" y="1085"/>
                </a:lnTo>
                <a:lnTo>
                  <a:pt x="202" y="1084"/>
                </a:lnTo>
                <a:lnTo>
                  <a:pt x="203" y="1084"/>
                </a:lnTo>
                <a:lnTo>
                  <a:pt x="204" y="1084"/>
                </a:lnTo>
                <a:lnTo>
                  <a:pt x="205" y="1084"/>
                </a:lnTo>
                <a:lnTo>
                  <a:pt x="206" y="1084"/>
                </a:lnTo>
                <a:lnTo>
                  <a:pt x="207" y="1083"/>
                </a:lnTo>
                <a:lnTo>
                  <a:pt x="208" y="1082"/>
                </a:lnTo>
                <a:lnTo>
                  <a:pt x="208" y="1081"/>
                </a:lnTo>
                <a:lnTo>
                  <a:pt x="207" y="1079"/>
                </a:lnTo>
                <a:lnTo>
                  <a:pt x="208" y="1079"/>
                </a:lnTo>
                <a:lnTo>
                  <a:pt x="209" y="1078"/>
                </a:lnTo>
                <a:lnTo>
                  <a:pt x="210" y="1078"/>
                </a:lnTo>
                <a:lnTo>
                  <a:pt x="211" y="1077"/>
                </a:lnTo>
                <a:lnTo>
                  <a:pt x="212" y="1076"/>
                </a:lnTo>
                <a:lnTo>
                  <a:pt x="212" y="1077"/>
                </a:lnTo>
                <a:lnTo>
                  <a:pt x="213" y="1077"/>
                </a:lnTo>
                <a:lnTo>
                  <a:pt x="215" y="1077"/>
                </a:lnTo>
                <a:lnTo>
                  <a:pt x="217" y="1077"/>
                </a:lnTo>
                <a:lnTo>
                  <a:pt x="218" y="1076"/>
                </a:lnTo>
                <a:lnTo>
                  <a:pt x="218" y="1075"/>
                </a:lnTo>
                <a:lnTo>
                  <a:pt x="217" y="1075"/>
                </a:lnTo>
                <a:lnTo>
                  <a:pt x="217" y="1074"/>
                </a:lnTo>
                <a:lnTo>
                  <a:pt x="218" y="1073"/>
                </a:lnTo>
                <a:lnTo>
                  <a:pt x="217" y="1072"/>
                </a:lnTo>
                <a:lnTo>
                  <a:pt x="218" y="1072"/>
                </a:lnTo>
                <a:lnTo>
                  <a:pt x="219" y="1072"/>
                </a:lnTo>
                <a:lnTo>
                  <a:pt x="220" y="1073"/>
                </a:lnTo>
                <a:lnTo>
                  <a:pt x="221" y="1072"/>
                </a:lnTo>
                <a:lnTo>
                  <a:pt x="222" y="1072"/>
                </a:lnTo>
                <a:lnTo>
                  <a:pt x="222" y="1071"/>
                </a:lnTo>
                <a:lnTo>
                  <a:pt x="222" y="1069"/>
                </a:lnTo>
                <a:lnTo>
                  <a:pt x="222" y="1068"/>
                </a:lnTo>
                <a:lnTo>
                  <a:pt x="222" y="1067"/>
                </a:lnTo>
                <a:lnTo>
                  <a:pt x="222" y="1066"/>
                </a:lnTo>
                <a:lnTo>
                  <a:pt x="223" y="1066"/>
                </a:lnTo>
                <a:lnTo>
                  <a:pt x="224" y="1064"/>
                </a:lnTo>
                <a:lnTo>
                  <a:pt x="224" y="1063"/>
                </a:lnTo>
                <a:lnTo>
                  <a:pt x="224" y="1062"/>
                </a:lnTo>
                <a:lnTo>
                  <a:pt x="225" y="1060"/>
                </a:lnTo>
                <a:lnTo>
                  <a:pt x="226" y="1060"/>
                </a:lnTo>
                <a:lnTo>
                  <a:pt x="227" y="1060"/>
                </a:lnTo>
                <a:lnTo>
                  <a:pt x="228" y="1060"/>
                </a:lnTo>
                <a:lnTo>
                  <a:pt x="230" y="1060"/>
                </a:lnTo>
                <a:lnTo>
                  <a:pt x="231" y="1060"/>
                </a:lnTo>
                <a:lnTo>
                  <a:pt x="232" y="1060"/>
                </a:lnTo>
                <a:lnTo>
                  <a:pt x="233" y="1059"/>
                </a:lnTo>
                <a:lnTo>
                  <a:pt x="233" y="1058"/>
                </a:lnTo>
                <a:lnTo>
                  <a:pt x="233" y="1059"/>
                </a:lnTo>
                <a:lnTo>
                  <a:pt x="234" y="1059"/>
                </a:lnTo>
                <a:lnTo>
                  <a:pt x="234" y="1060"/>
                </a:lnTo>
                <a:lnTo>
                  <a:pt x="236" y="1060"/>
                </a:lnTo>
                <a:lnTo>
                  <a:pt x="239" y="1060"/>
                </a:lnTo>
                <a:lnTo>
                  <a:pt x="240" y="1060"/>
                </a:lnTo>
                <a:lnTo>
                  <a:pt x="240" y="1061"/>
                </a:lnTo>
                <a:lnTo>
                  <a:pt x="240" y="1060"/>
                </a:lnTo>
                <a:lnTo>
                  <a:pt x="240" y="1059"/>
                </a:lnTo>
                <a:lnTo>
                  <a:pt x="241" y="1059"/>
                </a:lnTo>
                <a:lnTo>
                  <a:pt x="242" y="1059"/>
                </a:lnTo>
                <a:lnTo>
                  <a:pt x="243" y="1059"/>
                </a:lnTo>
                <a:lnTo>
                  <a:pt x="243" y="1058"/>
                </a:lnTo>
                <a:lnTo>
                  <a:pt x="243" y="1057"/>
                </a:lnTo>
                <a:lnTo>
                  <a:pt x="244" y="1057"/>
                </a:lnTo>
                <a:lnTo>
                  <a:pt x="244" y="1056"/>
                </a:lnTo>
                <a:lnTo>
                  <a:pt x="244" y="1055"/>
                </a:lnTo>
                <a:lnTo>
                  <a:pt x="244" y="1054"/>
                </a:lnTo>
                <a:lnTo>
                  <a:pt x="244" y="1053"/>
                </a:lnTo>
                <a:lnTo>
                  <a:pt x="245" y="1053"/>
                </a:lnTo>
                <a:lnTo>
                  <a:pt x="245" y="1054"/>
                </a:lnTo>
                <a:lnTo>
                  <a:pt x="245" y="1055"/>
                </a:lnTo>
                <a:lnTo>
                  <a:pt x="246" y="1055"/>
                </a:lnTo>
                <a:lnTo>
                  <a:pt x="246" y="1054"/>
                </a:lnTo>
                <a:lnTo>
                  <a:pt x="245" y="1054"/>
                </a:lnTo>
                <a:lnTo>
                  <a:pt x="245" y="1053"/>
                </a:lnTo>
                <a:lnTo>
                  <a:pt x="246" y="1053"/>
                </a:lnTo>
                <a:lnTo>
                  <a:pt x="246" y="1052"/>
                </a:lnTo>
                <a:lnTo>
                  <a:pt x="247" y="1052"/>
                </a:lnTo>
                <a:lnTo>
                  <a:pt x="248" y="1052"/>
                </a:lnTo>
                <a:lnTo>
                  <a:pt x="248" y="1053"/>
                </a:lnTo>
                <a:lnTo>
                  <a:pt x="249" y="1053"/>
                </a:lnTo>
                <a:lnTo>
                  <a:pt x="250" y="1053"/>
                </a:lnTo>
                <a:lnTo>
                  <a:pt x="250" y="1052"/>
                </a:lnTo>
                <a:lnTo>
                  <a:pt x="251" y="1052"/>
                </a:lnTo>
                <a:lnTo>
                  <a:pt x="252" y="1052"/>
                </a:lnTo>
                <a:lnTo>
                  <a:pt x="253" y="1051"/>
                </a:lnTo>
                <a:lnTo>
                  <a:pt x="253" y="1050"/>
                </a:lnTo>
                <a:lnTo>
                  <a:pt x="254" y="1050"/>
                </a:lnTo>
                <a:lnTo>
                  <a:pt x="255" y="1050"/>
                </a:lnTo>
                <a:lnTo>
                  <a:pt x="256" y="1049"/>
                </a:lnTo>
                <a:lnTo>
                  <a:pt x="256" y="1048"/>
                </a:lnTo>
                <a:lnTo>
                  <a:pt x="257" y="1048"/>
                </a:lnTo>
                <a:lnTo>
                  <a:pt x="257" y="1047"/>
                </a:lnTo>
                <a:lnTo>
                  <a:pt x="257" y="1046"/>
                </a:lnTo>
                <a:lnTo>
                  <a:pt x="256" y="1045"/>
                </a:lnTo>
                <a:lnTo>
                  <a:pt x="255" y="1045"/>
                </a:lnTo>
                <a:lnTo>
                  <a:pt x="255" y="1044"/>
                </a:lnTo>
                <a:lnTo>
                  <a:pt x="255" y="1043"/>
                </a:lnTo>
                <a:lnTo>
                  <a:pt x="256" y="1043"/>
                </a:lnTo>
                <a:lnTo>
                  <a:pt x="256" y="1042"/>
                </a:lnTo>
                <a:lnTo>
                  <a:pt x="255" y="1042"/>
                </a:lnTo>
                <a:lnTo>
                  <a:pt x="254" y="1042"/>
                </a:lnTo>
                <a:lnTo>
                  <a:pt x="254" y="1041"/>
                </a:lnTo>
                <a:lnTo>
                  <a:pt x="253" y="1041"/>
                </a:lnTo>
                <a:lnTo>
                  <a:pt x="253" y="1040"/>
                </a:lnTo>
                <a:lnTo>
                  <a:pt x="252" y="1040"/>
                </a:lnTo>
                <a:lnTo>
                  <a:pt x="252" y="1041"/>
                </a:lnTo>
                <a:lnTo>
                  <a:pt x="251" y="1041"/>
                </a:lnTo>
                <a:lnTo>
                  <a:pt x="250" y="1041"/>
                </a:lnTo>
                <a:lnTo>
                  <a:pt x="249" y="1040"/>
                </a:lnTo>
                <a:lnTo>
                  <a:pt x="248" y="1040"/>
                </a:lnTo>
                <a:lnTo>
                  <a:pt x="246" y="1039"/>
                </a:lnTo>
                <a:lnTo>
                  <a:pt x="247" y="1038"/>
                </a:lnTo>
                <a:lnTo>
                  <a:pt x="247" y="1036"/>
                </a:lnTo>
                <a:lnTo>
                  <a:pt x="246" y="1036"/>
                </a:lnTo>
                <a:lnTo>
                  <a:pt x="245" y="1036"/>
                </a:lnTo>
                <a:lnTo>
                  <a:pt x="245" y="1035"/>
                </a:lnTo>
                <a:lnTo>
                  <a:pt x="244" y="1035"/>
                </a:lnTo>
                <a:lnTo>
                  <a:pt x="245" y="1035"/>
                </a:lnTo>
                <a:lnTo>
                  <a:pt x="245" y="1034"/>
                </a:lnTo>
                <a:lnTo>
                  <a:pt x="246" y="1034"/>
                </a:lnTo>
                <a:lnTo>
                  <a:pt x="247" y="1034"/>
                </a:lnTo>
                <a:lnTo>
                  <a:pt x="248" y="1034"/>
                </a:lnTo>
                <a:lnTo>
                  <a:pt x="248" y="1033"/>
                </a:lnTo>
                <a:lnTo>
                  <a:pt x="247" y="1031"/>
                </a:lnTo>
                <a:lnTo>
                  <a:pt x="248" y="1031"/>
                </a:lnTo>
                <a:lnTo>
                  <a:pt x="248" y="1030"/>
                </a:lnTo>
                <a:lnTo>
                  <a:pt x="248" y="1029"/>
                </a:lnTo>
                <a:lnTo>
                  <a:pt x="249" y="1029"/>
                </a:lnTo>
                <a:lnTo>
                  <a:pt x="250" y="1029"/>
                </a:lnTo>
                <a:lnTo>
                  <a:pt x="251" y="1028"/>
                </a:lnTo>
                <a:lnTo>
                  <a:pt x="252" y="1027"/>
                </a:lnTo>
                <a:lnTo>
                  <a:pt x="252" y="1026"/>
                </a:lnTo>
                <a:lnTo>
                  <a:pt x="253" y="1026"/>
                </a:lnTo>
                <a:lnTo>
                  <a:pt x="253" y="1027"/>
                </a:lnTo>
                <a:lnTo>
                  <a:pt x="254" y="1027"/>
                </a:lnTo>
                <a:lnTo>
                  <a:pt x="254" y="1028"/>
                </a:lnTo>
                <a:lnTo>
                  <a:pt x="256" y="1027"/>
                </a:lnTo>
                <a:lnTo>
                  <a:pt x="257" y="1026"/>
                </a:lnTo>
                <a:lnTo>
                  <a:pt x="257" y="1025"/>
                </a:lnTo>
                <a:lnTo>
                  <a:pt x="256" y="1025"/>
                </a:lnTo>
                <a:lnTo>
                  <a:pt x="256" y="1026"/>
                </a:lnTo>
                <a:lnTo>
                  <a:pt x="255" y="1026"/>
                </a:lnTo>
                <a:lnTo>
                  <a:pt x="254" y="1025"/>
                </a:lnTo>
                <a:lnTo>
                  <a:pt x="255" y="1024"/>
                </a:lnTo>
                <a:lnTo>
                  <a:pt x="256" y="1024"/>
                </a:lnTo>
                <a:lnTo>
                  <a:pt x="257" y="1024"/>
                </a:lnTo>
                <a:lnTo>
                  <a:pt x="256" y="1024"/>
                </a:lnTo>
                <a:lnTo>
                  <a:pt x="255" y="1023"/>
                </a:lnTo>
                <a:lnTo>
                  <a:pt x="255" y="1022"/>
                </a:lnTo>
                <a:lnTo>
                  <a:pt x="255" y="1021"/>
                </a:lnTo>
                <a:lnTo>
                  <a:pt x="256" y="1021"/>
                </a:lnTo>
                <a:lnTo>
                  <a:pt x="255" y="1018"/>
                </a:lnTo>
                <a:lnTo>
                  <a:pt x="255" y="1017"/>
                </a:lnTo>
                <a:lnTo>
                  <a:pt x="253" y="1016"/>
                </a:lnTo>
                <a:lnTo>
                  <a:pt x="252" y="1016"/>
                </a:lnTo>
                <a:lnTo>
                  <a:pt x="251" y="1016"/>
                </a:lnTo>
                <a:lnTo>
                  <a:pt x="251" y="1015"/>
                </a:lnTo>
                <a:lnTo>
                  <a:pt x="251" y="1014"/>
                </a:lnTo>
                <a:lnTo>
                  <a:pt x="251" y="1013"/>
                </a:lnTo>
                <a:lnTo>
                  <a:pt x="250" y="1012"/>
                </a:lnTo>
                <a:lnTo>
                  <a:pt x="249" y="1012"/>
                </a:lnTo>
                <a:lnTo>
                  <a:pt x="248" y="1012"/>
                </a:lnTo>
                <a:lnTo>
                  <a:pt x="248" y="1011"/>
                </a:lnTo>
                <a:lnTo>
                  <a:pt x="249" y="1011"/>
                </a:lnTo>
                <a:lnTo>
                  <a:pt x="249" y="1010"/>
                </a:lnTo>
                <a:lnTo>
                  <a:pt x="247" y="1010"/>
                </a:lnTo>
                <a:lnTo>
                  <a:pt x="246" y="1010"/>
                </a:lnTo>
                <a:lnTo>
                  <a:pt x="247" y="1010"/>
                </a:lnTo>
                <a:lnTo>
                  <a:pt x="246" y="1009"/>
                </a:lnTo>
                <a:lnTo>
                  <a:pt x="244" y="1008"/>
                </a:lnTo>
                <a:lnTo>
                  <a:pt x="244" y="1009"/>
                </a:lnTo>
                <a:lnTo>
                  <a:pt x="244" y="1010"/>
                </a:lnTo>
                <a:lnTo>
                  <a:pt x="243" y="1010"/>
                </a:lnTo>
                <a:lnTo>
                  <a:pt x="243" y="1011"/>
                </a:lnTo>
                <a:lnTo>
                  <a:pt x="242" y="1011"/>
                </a:lnTo>
                <a:lnTo>
                  <a:pt x="241" y="1010"/>
                </a:lnTo>
                <a:lnTo>
                  <a:pt x="240" y="1009"/>
                </a:lnTo>
                <a:lnTo>
                  <a:pt x="240" y="1008"/>
                </a:lnTo>
                <a:lnTo>
                  <a:pt x="238" y="1008"/>
                </a:lnTo>
                <a:lnTo>
                  <a:pt x="237" y="1008"/>
                </a:lnTo>
                <a:lnTo>
                  <a:pt x="235" y="1009"/>
                </a:lnTo>
                <a:lnTo>
                  <a:pt x="234" y="1009"/>
                </a:lnTo>
                <a:lnTo>
                  <a:pt x="233" y="1008"/>
                </a:lnTo>
                <a:lnTo>
                  <a:pt x="232" y="1008"/>
                </a:lnTo>
                <a:lnTo>
                  <a:pt x="232" y="1007"/>
                </a:lnTo>
                <a:lnTo>
                  <a:pt x="231" y="1006"/>
                </a:lnTo>
                <a:lnTo>
                  <a:pt x="230" y="1005"/>
                </a:lnTo>
                <a:lnTo>
                  <a:pt x="229" y="1004"/>
                </a:lnTo>
                <a:lnTo>
                  <a:pt x="229" y="1003"/>
                </a:lnTo>
                <a:lnTo>
                  <a:pt x="227" y="1003"/>
                </a:lnTo>
                <a:lnTo>
                  <a:pt x="226" y="1003"/>
                </a:lnTo>
                <a:lnTo>
                  <a:pt x="227" y="1001"/>
                </a:lnTo>
                <a:lnTo>
                  <a:pt x="227" y="1000"/>
                </a:lnTo>
                <a:lnTo>
                  <a:pt x="226" y="1001"/>
                </a:lnTo>
                <a:lnTo>
                  <a:pt x="226" y="1000"/>
                </a:lnTo>
                <a:lnTo>
                  <a:pt x="226" y="999"/>
                </a:lnTo>
                <a:lnTo>
                  <a:pt x="227" y="999"/>
                </a:lnTo>
                <a:lnTo>
                  <a:pt x="227" y="997"/>
                </a:lnTo>
                <a:lnTo>
                  <a:pt x="226" y="997"/>
                </a:lnTo>
                <a:lnTo>
                  <a:pt x="225" y="997"/>
                </a:lnTo>
                <a:lnTo>
                  <a:pt x="225" y="996"/>
                </a:lnTo>
                <a:lnTo>
                  <a:pt x="224" y="995"/>
                </a:lnTo>
                <a:lnTo>
                  <a:pt x="223" y="995"/>
                </a:lnTo>
                <a:lnTo>
                  <a:pt x="222" y="995"/>
                </a:lnTo>
                <a:lnTo>
                  <a:pt x="222" y="996"/>
                </a:lnTo>
                <a:lnTo>
                  <a:pt x="222" y="997"/>
                </a:lnTo>
                <a:lnTo>
                  <a:pt x="223" y="997"/>
                </a:lnTo>
                <a:lnTo>
                  <a:pt x="223" y="998"/>
                </a:lnTo>
                <a:lnTo>
                  <a:pt x="222" y="999"/>
                </a:lnTo>
                <a:lnTo>
                  <a:pt x="221" y="998"/>
                </a:lnTo>
                <a:lnTo>
                  <a:pt x="221" y="996"/>
                </a:lnTo>
                <a:lnTo>
                  <a:pt x="222" y="995"/>
                </a:lnTo>
                <a:lnTo>
                  <a:pt x="222" y="994"/>
                </a:lnTo>
                <a:lnTo>
                  <a:pt x="221" y="994"/>
                </a:lnTo>
                <a:lnTo>
                  <a:pt x="222" y="995"/>
                </a:lnTo>
                <a:lnTo>
                  <a:pt x="221" y="995"/>
                </a:lnTo>
                <a:lnTo>
                  <a:pt x="220" y="995"/>
                </a:lnTo>
                <a:lnTo>
                  <a:pt x="220" y="994"/>
                </a:lnTo>
                <a:lnTo>
                  <a:pt x="219" y="994"/>
                </a:lnTo>
                <a:lnTo>
                  <a:pt x="218" y="994"/>
                </a:lnTo>
                <a:lnTo>
                  <a:pt x="217" y="993"/>
                </a:lnTo>
                <a:lnTo>
                  <a:pt x="215" y="993"/>
                </a:lnTo>
                <a:lnTo>
                  <a:pt x="215" y="992"/>
                </a:lnTo>
                <a:lnTo>
                  <a:pt x="214" y="992"/>
                </a:lnTo>
                <a:lnTo>
                  <a:pt x="213" y="993"/>
                </a:lnTo>
                <a:lnTo>
                  <a:pt x="212" y="993"/>
                </a:lnTo>
                <a:lnTo>
                  <a:pt x="211" y="995"/>
                </a:lnTo>
                <a:lnTo>
                  <a:pt x="210" y="996"/>
                </a:lnTo>
                <a:lnTo>
                  <a:pt x="209" y="996"/>
                </a:lnTo>
                <a:lnTo>
                  <a:pt x="209" y="997"/>
                </a:lnTo>
                <a:lnTo>
                  <a:pt x="209" y="998"/>
                </a:lnTo>
                <a:lnTo>
                  <a:pt x="210" y="998"/>
                </a:lnTo>
                <a:lnTo>
                  <a:pt x="210" y="999"/>
                </a:lnTo>
                <a:lnTo>
                  <a:pt x="209" y="1000"/>
                </a:lnTo>
                <a:lnTo>
                  <a:pt x="208" y="1000"/>
                </a:lnTo>
                <a:lnTo>
                  <a:pt x="207" y="1001"/>
                </a:lnTo>
                <a:lnTo>
                  <a:pt x="206" y="1001"/>
                </a:lnTo>
                <a:lnTo>
                  <a:pt x="205" y="1001"/>
                </a:lnTo>
                <a:lnTo>
                  <a:pt x="205" y="1002"/>
                </a:lnTo>
                <a:lnTo>
                  <a:pt x="204" y="1003"/>
                </a:lnTo>
                <a:lnTo>
                  <a:pt x="204" y="1002"/>
                </a:lnTo>
                <a:lnTo>
                  <a:pt x="203" y="1002"/>
                </a:lnTo>
                <a:lnTo>
                  <a:pt x="202" y="1001"/>
                </a:lnTo>
                <a:lnTo>
                  <a:pt x="201" y="1001"/>
                </a:lnTo>
                <a:lnTo>
                  <a:pt x="201" y="1000"/>
                </a:lnTo>
                <a:lnTo>
                  <a:pt x="200" y="1000"/>
                </a:lnTo>
                <a:lnTo>
                  <a:pt x="198" y="1000"/>
                </a:lnTo>
                <a:lnTo>
                  <a:pt x="197" y="1002"/>
                </a:lnTo>
                <a:lnTo>
                  <a:pt x="197" y="1003"/>
                </a:lnTo>
                <a:lnTo>
                  <a:pt x="196" y="1005"/>
                </a:lnTo>
                <a:lnTo>
                  <a:pt x="196" y="1006"/>
                </a:lnTo>
                <a:lnTo>
                  <a:pt x="196" y="1008"/>
                </a:lnTo>
                <a:lnTo>
                  <a:pt x="196" y="1009"/>
                </a:lnTo>
                <a:lnTo>
                  <a:pt x="195" y="1010"/>
                </a:lnTo>
                <a:lnTo>
                  <a:pt x="195" y="1011"/>
                </a:lnTo>
                <a:lnTo>
                  <a:pt x="193" y="1011"/>
                </a:lnTo>
                <a:lnTo>
                  <a:pt x="192" y="1011"/>
                </a:lnTo>
                <a:lnTo>
                  <a:pt x="191" y="1011"/>
                </a:lnTo>
                <a:lnTo>
                  <a:pt x="191" y="1012"/>
                </a:lnTo>
                <a:lnTo>
                  <a:pt x="190" y="1013"/>
                </a:lnTo>
                <a:lnTo>
                  <a:pt x="189" y="1013"/>
                </a:lnTo>
                <a:lnTo>
                  <a:pt x="188" y="1014"/>
                </a:lnTo>
                <a:lnTo>
                  <a:pt x="188" y="1015"/>
                </a:lnTo>
                <a:lnTo>
                  <a:pt x="187" y="1015"/>
                </a:lnTo>
                <a:lnTo>
                  <a:pt x="187" y="1016"/>
                </a:lnTo>
                <a:lnTo>
                  <a:pt x="187" y="1015"/>
                </a:lnTo>
                <a:lnTo>
                  <a:pt x="186" y="1015"/>
                </a:lnTo>
                <a:lnTo>
                  <a:pt x="186" y="1014"/>
                </a:lnTo>
                <a:lnTo>
                  <a:pt x="185" y="1014"/>
                </a:lnTo>
                <a:lnTo>
                  <a:pt x="185" y="1013"/>
                </a:lnTo>
                <a:lnTo>
                  <a:pt x="184" y="1013"/>
                </a:lnTo>
                <a:lnTo>
                  <a:pt x="182" y="1014"/>
                </a:lnTo>
                <a:lnTo>
                  <a:pt x="180" y="1013"/>
                </a:lnTo>
                <a:lnTo>
                  <a:pt x="179" y="1013"/>
                </a:lnTo>
                <a:lnTo>
                  <a:pt x="179" y="1012"/>
                </a:lnTo>
                <a:lnTo>
                  <a:pt x="178" y="1012"/>
                </a:lnTo>
                <a:lnTo>
                  <a:pt x="177" y="1013"/>
                </a:lnTo>
                <a:lnTo>
                  <a:pt x="176" y="1013"/>
                </a:lnTo>
                <a:lnTo>
                  <a:pt x="176" y="1012"/>
                </a:lnTo>
                <a:lnTo>
                  <a:pt x="175" y="1012"/>
                </a:lnTo>
                <a:lnTo>
                  <a:pt x="174" y="1013"/>
                </a:lnTo>
                <a:lnTo>
                  <a:pt x="173" y="1013"/>
                </a:lnTo>
                <a:lnTo>
                  <a:pt x="173" y="1014"/>
                </a:lnTo>
                <a:lnTo>
                  <a:pt x="173" y="1015"/>
                </a:lnTo>
                <a:lnTo>
                  <a:pt x="173" y="1016"/>
                </a:lnTo>
                <a:lnTo>
                  <a:pt x="173" y="1017"/>
                </a:lnTo>
                <a:lnTo>
                  <a:pt x="174" y="1017"/>
                </a:lnTo>
                <a:lnTo>
                  <a:pt x="175" y="1017"/>
                </a:lnTo>
                <a:lnTo>
                  <a:pt x="175" y="1019"/>
                </a:lnTo>
                <a:lnTo>
                  <a:pt x="174" y="1019"/>
                </a:lnTo>
                <a:lnTo>
                  <a:pt x="173" y="1019"/>
                </a:lnTo>
                <a:lnTo>
                  <a:pt x="172" y="1020"/>
                </a:lnTo>
                <a:lnTo>
                  <a:pt x="172" y="1021"/>
                </a:lnTo>
                <a:lnTo>
                  <a:pt x="173" y="1022"/>
                </a:lnTo>
                <a:lnTo>
                  <a:pt x="172" y="1022"/>
                </a:lnTo>
                <a:lnTo>
                  <a:pt x="171" y="1023"/>
                </a:lnTo>
                <a:lnTo>
                  <a:pt x="171" y="1022"/>
                </a:lnTo>
                <a:lnTo>
                  <a:pt x="171" y="1021"/>
                </a:lnTo>
                <a:lnTo>
                  <a:pt x="170" y="1020"/>
                </a:lnTo>
                <a:lnTo>
                  <a:pt x="169" y="1020"/>
                </a:lnTo>
                <a:lnTo>
                  <a:pt x="168" y="1020"/>
                </a:lnTo>
                <a:lnTo>
                  <a:pt x="167" y="1020"/>
                </a:lnTo>
                <a:lnTo>
                  <a:pt x="167" y="1021"/>
                </a:lnTo>
                <a:lnTo>
                  <a:pt x="167" y="1022"/>
                </a:lnTo>
                <a:lnTo>
                  <a:pt x="166" y="1023"/>
                </a:lnTo>
                <a:lnTo>
                  <a:pt x="164" y="1022"/>
                </a:lnTo>
                <a:lnTo>
                  <a:pt x="163" y="1022"/>
                </a:lnTo>
                <a:lnTo>
                  <a:pt x="162" y="1021"/>
                </a:lnTo>
                <a:lnTo>
                  <a:pt x="161" y="1021"/>
                </a:lnTo>
                <a:lnTo>
                  <a:pt x="160" y="1021"/>
                </a:lnTo>
                <a:lnTo>
                  <a:pt x="160" y="1022"/>
                </a:lnTo>
                <a:lnTo>
                  <a:pt x="159" y="1022"/>
                </a:lnTo>
                <a:lnTo>
                  <a:pt x="158" y="1022"/>
                </a:lnTo>
                <a:lnTo>
                  <a:pt x="157" y="1021"/>
                </a:lnTo>
                <a:lnTo>
                  <a:pt x="155" y="1022"/>
                </a:lnTo>
                <a:lnTo>
                  <a:pt x="155" y="1021"/>
                </a:lnTo>
                <a:lnTo>
                  <a:pt x="155" y="1019"/>
                </a:lnTo>
                <a:lnTo>
                  <a:pt x="154" y="1019"/>
                </a:lnTo>
                <a:lnTo>
                  <a:pt x="153" y="1018"/>
                </a:lnTo>
                <a:lnTo>
                  <a:pt x="152" y="1018"/>
                </a:lnTo>
                <a:lnTo>
                  <a:pt x="152" y="1019"/>
                </a:lnTo>
                <a:lnTo>
                  <a:pt x="151" y="1020"/>
                </a:lnTo>
                <a:lnTo>
                  <a:pt x="150" y="1021"/>
                </a:lnTo>
                <a:lnTo>
                  <a:pt x="149" y="1021"/>
                </a:lnTo>
                <a:lnTo>
                  <a:pt x="148" y="1020"/>
                </a:lnTo>
                <a:lnTo>
                  <a:pt x="148" y="1019"/>
                </a:lnTo>
                <a:lnTo>
                  <a:pt x="146" y="1020"/>
                </a:lnTo>
                <a:lnTo>
                  <a:pt x="144" y="1021"/>
                </a:lnTo>
                <a:lnTo>
                  <a:pt x="143" y="1020"/>
                </a:lnTo>
                <a:lnTo>
                  <a:pt x="141" y="1022"/>
                </a:lnTo>
                <a:lnTo>
                  <a:pt x="141" y="1023"/>
                </a:lnTo>
                <a:lnTo>
                  <a:pt x="140" y="1023"/>
                </a:lnTo>
                <a:lnTo>
                  <a:pt x="139" y="1023"/>
                </a:lnTo>
                <a:lnTo>
                  <a:pt x="138" y="1023"/>
                </a:lnTo>
                <a:lnTo>
                  <a:pt x="138" y="1024"/>
                </a:lnTo>
                <a:lnTo>
                  <a:pt x="137" y="1024"/>
                </a:lnTo>
                <a:lnTo>
                  <a:pt x="136" y="1025"/>
                </a:lnTo>
                <a:lnTo>
                  <a:pt x="134" y="1028"/>
                </a:lnTo>
                <a:lnTo>
                  <a:pt x="133" y="1029"/>
                </a:lnTo>
                <a:lnTo>
                  <a:pt x="132" y="1028"/>
                </a:lnTo>
                <a:lnTo>
                  <a:pt x="131" y="1028"/>
                </a:lnTo>
                <a:lnTo>
                  <a:pt x="131" y="1029"/>
                </a:lnTo>
                <a:lnTo>
                  <a:pt x="130" y="1029"/>
                </a:lnTo>
                <a:lnTo>
                  <a:pt x="129" y="1028"/>
                </a:lnTo>
                <a:lnTo>
                  <a:pt x="128" y="1029"/>
                </a:lnTo>
                <a:lnTo>
                  <a:pt x="127" y="1030"/>
                </a:lnTo>
                <a:lnTo>
                  <a:pt x="127" y="1031"/>
                </a:lnTo>
                <a:lnTo>
                  <a:pt x="126" y="1032"/>
                </a:lnTo>
                <a:lnTo>
                  <a:pt x="126" y="1034"/>
                </a:lnTo>
                <a:lnTo>
                  <a:pt x="126" y="1035"/>
                </a:lnTo>
                <a:lnTo>
                  <a:pt x="124" y="1035"/>
                </a:lnTo>
                <a:lnTo>
                  <a:pt x="124" y="1034"/>
                </a:lnTo>
                <a:lnTo>
                  <a:pt x="123" y="1034"/>
                </a:lnTo>
                <a:lnTo>
                  <a:pt x="123" y="1033"/>
                </a:lnTo>
                <a:lnTo>
                  <a:pt x="124" y="1032"/>
                </a:lnTo>
                <a:lnTo>
                  <a:pt x="123" y="1031"/>
                </a:lnTo>
                <a:lnTo>
                  <a:pt x="122" y="1031"/>
                </a:lnTo>
                <a:lnTo>
                  <a:pt x="121" y="1030"/>
                </a:lnTo>
                <a:lnTo>
                  <a:pt x="121" y="1029"/>
                </a:lnTo>
                <a:lnTo>
                  <a:pt x="122" y="1028"/>
                </a:lnTo>
                <a:lnTo>
                  <a:pt x="122" y="1027"/>
                </a:lnTo>
                <a:lnTo>
                  <a:pt x="122" y="1025"/>
                </a:lnTo>
                <a:lnTo>
                  <a:pt x="122" y="1024"/>
                </a:lnTo>
                <a:lnTo>
                  <a:pt x="123" y="1023"/>
                </a:lnTo>
                <a:lnTo>
                  <a:pt x="124" y="1023"/>
                </a:lnTo>
                <a:lnTo>
                  <a:pt x="126" y="1023"/>
                </a:lnTo>
                <a:lnTo>
                  <a:pt x="127" y="1022"/>
                </a:lnTo>
                <a:lnTo>
                  <a:pt x="126" y="1021"/>
                </a:lnTo>
                <a:lnTo>
                  <a:pt x="125" y="1021"/>
                </a:lnTo>
                <a:lnTo>
                  <a:pt x="124" y="1020"/>
                </a:lnTo>
                <a:lnTo>
                  <a:pt x="124" y="1021"/>
                </a:lnTo>
                <a:lnTo>
                  <a:pt x="123" y="1020"/>
                </a:lnTo>
                <a:lnTo>
                  <a:pt x="122" y="1019"/>
                </a:lnTo>
                <a:lnTo>
                  <a:pt x="122" y="1018"/>
                </a:lnTo>
                <a:lnTo>
                  <a:pt x="123" y="1017"/>
                </a:lnTo>
                <a:lnTo>
                  <a:pt x="124" y="1016"/>
                </a:lnTo>
                <a:lnTo>
                  <a:pt x="124" y="1015"/>
                </a:lnTo>
                <a:lnTo>
                  <a:pt x="124" y="1014"/>
                </a:lnTo>
                <a:lnTo>
                  <a:pt x="124" y="1013"/>
                </a:lnTo>
                <a:lnTo>
                  <a:pt x="123" y="1012"/>
                </a:lnTo>
                <a:lnTo>
                  <a:pt x="124" y="1011"/>
                </a:lnTo>
                <a:lnTo>
                  <a:pt x="123" y="1011"/>
                </a:lnTo>
                <a:lnTo>
                  <a:pt x="122" y="1010"/>
                </a:lnTo>
                <a:lnTo>
                  <a:pt x="121" y="1010"/>
                </a:lnTo>
                <a:lnTo>
                  <a:pt x="121" y="1009"/>
                </a:lnTo>
                <a:lnTo>
                  <a:pt x="122" y="1008"/>
                </a:lnTo>
                <a:lnTo>
                  <a:pt x="123" y="1008"/>
                </a:lnTo>
                <a:lnTo>
                  <a:pt x="123" y="1007"/>
                </a:lnTo>
                <a:lnTo>
                  <a:pt x="124" y="1006"/>
                </a:lnTo>
                <a:lnTo>
                  <a:pt x="122" y="1006"/>
                </a:lnTo>
                <a:lnTo>
                  <a:pt x="121" y="1007"/>
                </a:lnTo>
                <a:lnTo>
                  <a:pt x="120" y="1007"/>
                </a:lnTo>
                <a:lnTo>
                  <a:pt x="120" y="1008"/>
                </a:lnTo>
                <a:lnTo>
                  <a:pt x="119" y="1008"/>
                </a:lnTo>
                <a:lnTo>
                  <a:pt x="118" y="1007"/>
                </a:lnTo>
                <a:lnTo>
                  <a:pt x="118" y="1006"/>
                </a:lnTo>
                <a:lnTo>
                  <a:pt x="117" y="1005"/>
                </a:lnTo>
                <a:lnTo>
                  <a:pt x="116" y="1005"/>
                </a:lnTo>
                <a:lnTo>
                  <a:pt x="113" y="1005"/>
                </a:lnTo>
                <a:lnTo>
                  <a:pt x="113" y="1004"/>
                </a:lnTo>
                <a:lnTo>
                  <a:pt x="112" y="1004"/>
                </a:lnTo>
                <a:lnTo>
                  <a:pt x="112" y="1002"/>
                </a:lnTo>
                <a:lnTo>
                  <a:pt x="112" y="1001"/>
                </a:lnTo>
                <a:lnTo>
                  <a:pt x="113" y="1001"/>
                </a:lnTo>
                <a:lnTo>
                  <a:pt x="115" y="999"/>
                </a:lnTo>
                <a:lnTo>
                  <a:pt x="115" y="998"/>
                </a:lnTo>
                <a:lnTo>
                  <a:pt x="116" y="998"/>
                </a:lnTo>
                <a:lnTo>
                  <a:pt x="116" y="997"/>
                </a:lnTo>
                <a:lnTo>
                  <a:pt x="116" y="996"/>
                </a:lnTo>
                <a:lnTo>
                  <a:pt x="115" y="996"/>
                </a:lnTo>
                <a:lnTo>
                  <a:pt x="114" y="996"/>
                </a:lnTo>
                <a:lnTo>
                  <a:pt x="113" y="996"/>
                </a:lnTo>
                <a:lnTo>
                  <a:pt x="112" y="996"/>
                </a:lnTo>
                <a:lnTo>
                  <a:pt x="111" y="995"/>
                </a:lnTo>
                <a:lnTo>
                  <a:pt x="107" y="995"/>
                </a:lnTo>
                <a:lnTo>
                  <a:pt x="107" y="996"/>
                </a:lnTo>
                <a:lnTo>
                  <a:pt x="106" y="996"/>
                </a:lnTo>
                <a:lnTo>
                  <a:pt x="105" y="997"/>
                </a:lnTo>
                <a:lnTo>
                  <a:pt x="104" y="997"/>
                </a:lnTo>
                <a:lnTo>
                  <a:pt x="103" y="996"/>
                </a:lnTo>
                <a:lnTo>
                  <a:pt x="103" y="994"/>
                </a:lnTo>
                <a:lnTo>
                  <a:pt x="103" y="993"/>
                </a:lnTo>
                <a:lnTo>
                  <a:pt x="105" y="991"/>
                </a:lnTo>
                <a:lnTo>
                  <a:pt x="106" y="991"/>
                </a:lnTo>
                <a:lnTo>
                  <a:pt x="106" y="989"/>
                </a:lnTo>
                <a:lnTo>
                  <a:pt x="106" y="988"/>
                </a:lnTo>
                <a:lnTo>
                  <a:pt x="105" y="988"/>
                </a:lnTo>
                <a:lnTo>
                  <a:pt x="105" y="985"/>
                </a:lnTo>
                <a:lnTo>
                  <a:pt x="105" y="984"/>
                </a:lnTo>
                <a:lnTo>
                  <a:pt x="106" y="983"/>
                </a:lnTo>
                <a:lnTo>
                  <a:pt x="106" y="982"/>
                </a:lnTo>
                <a:lnTo>
                  <a:pt x="106" y="980"/>
                </a:lnTo>
                <a:lnTo>
                  <a:pt x="106" y="979"/>
                </a:lnTo>
                <a:lnTo>
                  <a:pt x="107" y="979"/>
                </a:lnTo>
                <a:lnTo>
                  <a:pt x="108" y="979"/>
                </a:lnTo>
                <a:lnTo>
                  <a:pt x="110" y="979"/>
                </a:lnTo>
                <a:lnTo>
                  <a:pt x="111" y="979"/>
                </a:lnTo>
                <a:lnTo>
                  <a:pt x="110" y="978"/>
                </a:lnTo>
                <a:lnTo>
                  <a:pt x="110" y="973"/>
                </a:lnTo>
                <a:lnTo>
                  <a:pt x="111" y="973"/>
                </a:lnTo>
                <a:lnTo>
                  <a:pt x="111" y="972"/>
                </a:lnTo>
                <a:lnTo>
                  <a:pt x="110" y="971"/>
                </a:lnTo>
                <a:lnTo>
                  <a:pt x="109" y="971"/>
                </a:lnTo>
                <a:lnTo>
                  <a:pt x="108" y="970"/>
                </a:lnTo>
                <a:lnTo>
                  <a:pt x="108" y="969"/>
                </a:lnTo>
                <a:lnTo>
                  <a:pt x="108" y="968"/>
                </a:lnTo>
                <a:lnTo>
                  <a:pt x="109" y="966"/>
                </a:lnTo>
                <a:lnTo>
                  <a:pt x="109" y="965"/>
                </a:lnTo>
                <a:lnTo>
                  <a:pt x="108" y="964"/>
                </a:lnTo>
                <a:lnTo>
                  <a:pt x="106" y="963"/>
                </a:lnTo>
                <a:lnTo>
                  <a:pt x="104" y="963"/>
                </a:lnTo>
                <a:lnTo>
                  <a:pt x="102" y="961"/>
                </a:lnTo>
                <a:lnTo>
                  <a:pt x="102" y="959"/>
                </a:lnTo>
                <a:lnTo>
                  <a:pt x="102" y="958"/>
                </a:lnTo>
                <a:lnTo>
                  <a:pt x="100" y="955"/>
                </a:lnTo>
                <a:lnTo>
                  <a:pt x="99" y="953"/>
                </a:lnTo>
                <a:lnTo>
                  <a:pt x="98" y="951"/>
                </a:lnTo>
                <a:lnTo>
                  <a:pt x="97" y="949"/>
                </a:lnTo>
                <a:lnTo>
                  <a:pt x="97" y="948"/>
                </a:lnTo>
                <a:lnTo>
                  <a:pt x="96" y="947"/>
                </a:lnTo>
                <a:lnTo>
                  <a:pt x="95" y="946"/>
                </a:lnTo>
                <a:lnTo>
                  <a:pt x="95" y="944"/>
                </a:lnTo>
                <a:lnTo>
                  <a:pt x="95" y="942"/>
                </a:lnTo>
                <a:lnTo>
                  <a:pt x="94" y="941"/>
                </a:lnTo>
                <a:lnTo>
                  <a:pt x="94" y="940"/>
                </a:lnTo>
                <a:lnTo>
                  <a:pt x="94" y="939"/>
                </a:lnTo>
                <a:lnTo>
                  <a:pt x="94" y="937"/>
                </a:lnTo>
                <a:lnTo>
                  <a:pt x="95" y="937"/>
                </a:lnTo>
                <a:lnTo>
                  <a:pt x="96" y="935"/>
                </a:lnTo>
                <a:lnTo>
                  <a:pt x="99" y="932"/>
                </a:lnTo>
                <a:lnTo>
                  <a:pt x="100" y="930"/>
                </a:lnTo>
                <a:lnTo>
                  <a:pt x="101" y="928"/>
                </a:lnTo>
                <a:lnTo>
                  <a:pt x="101" y="927"/>
                </a:lnTo>
                <a:lnTo>
                  <a:pt x="101" y="926"/>
                </a:lnTo>
                <a:lnTo>
                  <a:pt x="101" y="924"/>
                </a:lnTo>
                <a:lnTo>
                  <a:pt x="102" y="923"/>
                </a:lnTo>
                <a:lnTo>
                  <a:pt x="102" y="921"/>
                </a:lnTo>
                <a:lnTo>
                  <a:pt x="102" y="919"/>
                </a:lnTo>
                <a:lnTo>
                  <a:pt x="102" y="918"/>
                </a:lnTo>
                <a:lnTo>
                  <a:pt x="102" y="917"/>
                </a:lnTo>
                <a:lnTo>
                  <a:pt x="104" y="913"/>
                </a:lnTo>
                <a:lnTo>
                  <a:pt x="105" y="913"/>
                </a:lnTo>
                <a:lnTo>
                  <a:pt x="105" y="912"/>
                </a:lnTo>
                <a:lnTo>
                  <a:pt x="107" y="910"/>
                </a:lnTo>
                <a:lnTo>
                  <a:pt x="108" y="910"/>
                </a:lnTo>
                <a:lnTo>
                  <a:pt x="108" y="909"/>
                </a:lnTo>
                <a:lnTo>
                  <a:pt x="109" y="909"/>
                </a:lnTo>
                <a:lnTo>
                  <a:pt x="109" y="907"/>
                </a:lnTo>
                <a:lnTo>
                  <a:pt x="109" y="906"/>
                </a:lnTo>
                <a:lnTo>
                  <a:pt x="110" y="905"/>
                </a:lnTo>
                <a:lnTo>
                  <a:pt x="111" y="905"/>
                </a:lnTo>
                <a:lnTo>
                  <a:pt x="111" y="904"/>
                </a:lnTo>
                <a:lnTo>
                  <a:pt x="110" y="902"/>
                </a:lnTo>
                <a:lnTo>
                  <a:pt x="110" y="901"/>
                </a:lnTo>
                <a:lnTo>
                  <a:pt x="111" y="901"/>
                </a:lnTo>
                <a:lnTo>
                  <a:pt x="111" y="900"/>
                </a:lnTo>
                <a:lnTo>
                  <a:pt x="110" y="900"/>
                </a:lnTo>
                <a:lnTo>
                  <a:pt x="110" y="899"/>
                </a:lnTo>
                <a:lnTo>
                  <a:pt x="110" y="898"/>
                </a:lnTo>
                <a:lnTo>
                  <a:pt x="110" y="897"/>
                </a:lnTo>
                <a:lnTo>
                  <a:pt x="111" y="896"/>
                </a:lnTo>
                <a:lnTo>
                  <a:pt x="111" y="894"/>
                </a:lnTo>
                <a:lnTo>
                  <a:pt x="110" y="894"/>
                </a:lnTo>
                <a:lnTo>
                  <a:pt x="110" y="893"/>
                </a:lnTo>
                <a:lnTo>
                  <a:pt x="109" y="892"/>
                </a:lnTo>
                <a:lnTo>
                  <a:pt x="109" y="891"/>
                </a:lnTo>
                <a:lnTo>
                  <a:pt x="109" y="890"/>
                </a:lnTo>
                <a:lnTo>
                  <a:pt x="108" y="889"/>
                </a:lnTo>
                <a:lnTo>
                  <a:pt x="109" y="888"/>
                </a:lnTo>
                <a:lnTo>
                  <a:pt x="109" y="887"/>
                </a:lnTo>
                <a:lnTo>
                  <a:pt x="110" y="886"/>
                </a:lnTo>
                <a:lnTo>
                  <a:pt x="110" y="885"/>
                </a:lnTo>
                <a:lnTo>
                  <a:pt x="110" y="884"/>
                </a:lnTo>
                <a:lnTo>
                  <a:pt x="109" y="884"/>
                </a:lnTo>
                <a:lnTo>
                  <a:pt x="108" y="884"/>
                </a:lnTo>
                <a:lnTo>
                  <a:pt x="107" y="883"/>
                </a:lnTo>
                <a:lnTo>
                  <a:pt x="106" y="882"/>
                </a:lnTo>
                <a:lnTo>
                  <a:pt x="106" y="881"/>
                </a:lnTo>
                <a:lnTo>
                  <a:pt x="106" y="880"/>
                </a:lnTo>
                <a:lnTo>
                  <a:pt x="106" y="879"/>
                </a:lnTo>
                <a:lnTo>
                  <a:pt x="107" y="879"/>
                </a:lnTo>
                <a:lnTo>
                  <a:pt x="107" y="877"/>
                </a:lnTo>
                <a:lnTo>
                  <a:pt x="107" y="876"/>
                </a:lnTo>
                <a:lnTo>
                  <a:pt x="108" y="876"/>
                </a:lnTo>
                <a:lnTo>
                  <a:pt x="108" y="875"/>
                </a:lnTo>
                <a:lnTo>
                  <a:pt x="109" y="875"/>
                </a:lnTo>
                <a:lnTo>
                  <a:pt x="110" y="873"/>
                </a:lnTo>
                <a:lnTo>
                  <a:pt x="110" y="872"/>
                </a:lnTo>
                <a:lnTo>
                  <a:pt x="110" y="871"/>
                </a:lnTo>
                <a:lnTo>
                  <a:pt x="110" y="870"/>
                </a:lnTo>
                <a:lnTo>
                  <a:pt x="110" y="869"/>
                </a:lnTo>
                <a:lnTo>
                  <a:pt x="110" y="868"/>
                </a:lnTo>
                <a:lnTo>
                  <a:pt x="111" y="867"/>
                </a:lnTo>
                <a:lnTo>
                  <a:pt x="111" y="865"/>
                </a:lnTo>
                <a:lnTo>
                  <a:pt x="112" y="865"/>
                </a:lnTo>
                <a:lnTo>
                  <a:pt x="113" y="865"/>
                </a:lnTo>
                <a:lnTo>
                  <a:pt x="114" y="865"/>
                </a:lnTo>
                <a:lnTo>
                  <a:pt x="115" y="865"/>
                </a:lnTo>
                <a:lnTo>
                  <a:pt x="115" y="864"/>
                </a:lnTo>
                <a:lnTo>
                  <a:pt x="116" y="864"/>
                </a:lnTo>
                <a:lnTo>
                  <a:pt x="117" y="865"/>
                </a:lnTo>
                <a:lnTo>
                  <a:pt x="118" y="867"/>
                </a:lnTo>
                <a:lnTo>
                  <a:pt x="119" y="867"/>
                </a:lnTo>
                <a:lnTo>
                  <a:pt x="120" y="866"/>
                </a:lnTo>
                <a:lnTo>
                  <a:pt x="122" y="866"/>
                </a:lnTo>
                <a:lnTo>
                  <a:pt x="124" y="864"/>
                </a:lnTo>
                <a:lnTo>
                  <a:pt x="125" y="862"/>
                </a:lnTo>
                <a:lnTo>
                  <a:pt x="124" y="862"/>
                </a:lnTo>
                <a:lnTo>
                  <a:pt x="124" y="861"/>
                </a:lnTo>
                <a:lnTo>
                  <a:pt x="123" y="861"/>
                </a:lnTo>
                <a:lnTo>
                  <a:pt x="122" y="861"/>
                </a:lnTo>
                <a:lnTo>
                  <a:pt x="122" y="860"/>
                </a:lnTo>
                <a:lnTo>
                  <a:pt x="124" y="859"/>
                </a:lnTo>
                <a:lnTo>
                  <a:pt x="126" y="858"/>
                </a:lnTo>
                <a:lnTo>
                  <a:pt x="128" y="857"/>
                </a:lnTo>
                <a:lnTo>
                  <a:pt x="129" y="856"/>
                </a:lnTo>
                <a:lnTo>
                  <a:pt x="130" y="856"/>
                </a:lnTo>
                <a:lnTo>
                  <a:pt x="132" y="855"/>
                </a:lnTo>
                <a:lnTo>
                  <a:pt x="133" y="854"/>
                </a:lnTo>
                <a:lnTo>
                  <a:pt x="134" y="854"/>
                </a:lnTo>
                <a:lnTo>
                  <a:pt x="135" y="854"/>
                </a:lnTo>
                <a:lnTo>
                  <a:pt x="137" y="854"/>
                </a:lnTo>
                <a:lnTo>
                  <a:pt x="139" y="852"/>
                </a:lnTo>
                <a:lnTo>
                  <a:pt x="139" y="851"/>
                </a:lnTo>
                <a:lnTo>
                  <a:pt x="140" y="851"/>
                </a:lnTo>
                <a:lnTo>
                  <a:pt x="141" y="851"/>
                </a:lnTo>
                <a:lnTo>
                  <a:pt x="142" y="849"/>
                </a:lnTo>
                <a:lnTo>
                  <a:pt x="142" y="848"/>
                </a:lnTo>
                <a:lnTo>
                  <a:pt x="143" y="848"/>
                </a:lnTo>
                <a:lnTo>
                  <a:pt x="144" y="847"/>
                </a:lnTo>
                <a:lnTo>
                  <a:pt x="145" y="847"/>
                </a:lnTo>
                <a:lnTo>
                  <a:pt x="145" y="846"/>
                </a:lnTo>
                <a:lnTo>
                  <a:pt x="144" y="846"/>
                </a:lnTo>
                <a:lnTo>
                  <a:pt x="144" y="845"/>
                </a:lnTo>
                <a:lnTo>
                  <a:pt x="143" y="846"/>
                </a:lnTo>
                <a:lnTo>
                  <a:pt x="142" y="845"/>
                </a:lnTo>
                <a:lnTo>
                  <a:pt x="141" y="844"/>
                </a:lnTo>
                <a:lnTo>
                  <a:pt x="142" y="843"/>
                </a:lnTo>
                <a:lnTo>
                  <a:pt x="143" y="841"/>
                </a:lnTo>
                <a:lnTo>
                  <a:pt x="143" y="840"/>
                </a:lnTo>
                <a:lnTo>
                  <a:pt x="142" y="840"/>
                </a:lnTo>
                <a:lnTo>
                  <a:pt x="141" y="840"/>
                </a:lnTo>
                <a:lnTo>
                  <a:pt x="141" y="839"/>
                </a:lnTo>
                <a:lnTo>
                  <a:pt x="141" y="838"/>
                </a:lnTo>
                <a:lnTo>
                  <a:pt x="140" y="837"/>
                </a:lnTo>
                <a:lnTo>
                  <a:pt x="139" y="837"/>
                </a:lnTo>
                <a:lnTo>
                  <a:pt x="138" y="838"/>
                </a:lnTo>
                <a:lnTo>
                  <a:pt x="136" y="838"/>
                </a:lnTo>
                <a:lnTo>
                  <a:pt x="135" y="839"/>
                </a:lnTo>
                <a:lnTo>
                  <a:pt x="134" y="838"/>
                </a:lnTo>
                <a:lnTo>
                  <a:pt x="134" y="837"/>
                </a:lnTo>
                <a:lnTo>
                  <a:pt x="134" y="836"/>
                </a:lnTo>
                <a:lnTo>
                  <a:pt x="133" y="836"/>
                </a:lnTo>
                <a:lnTo>
                  <a:pt x="131" y="836"/>
                </a:lnTo>
                <a:lnTo>
                  <a:pt x="129" y="837"/>
                </a:lnTo>
                <a:lnTo>
                  <a:pt x="129" y="838"/>
                </a:lnTo>
                <a:lnTo>
                  <a:pt x="128" y="838"/>
                </a:lnTo>
                <a:lnTo>
                  <a:pt x="127" y="838"/>
                </a:lnTo>
                <a:lnTo>
                  <a:pt x="126" y="838"/>
                </a:lnTo>
                <a:lnTo>
                  <a:pt x="126" y="839"/>
                </a:lnTo>
                <a:lnTo>
                  <a:pt x="124" y="840"/>
                </a:lnTo>
                <a:lnTo>
                  <a:pt x="123" y="840"/>
                </a:lnTo>
                <a:lnTo>
                  <a:pt x="122" y="840"/>
                </a:lnTo>
                <a:lnTo>
                  <a:pt x="122" y="841"/>
                </a:lnTo>
                <a:lnTo>
                  <a:pt x="121" y="841"/>
                </a:lnTo>
                <a:lnTo>
                  <a:pt x="120" y="842"/>
                </a:lnTo>
                <a:lnTo>
                  <a:pt x="119" y="842"/>
                </a:lnTo>
                <a:lnTo>
                  <a:pt x="119" y="843"/>
                </a:lnTo>
                <a:lnTo>
                  <a:pt x="119" y="844"/>
                </a:lnTo>
                <a:lnTo>
                  <a:pt x="118" y="844"/>
                </a:lnTo>
                <a:lnTo>
                  <a:pt x="118" y="845"/>
                </a:lnTo>
                <a:lnTo>
                  <a:pt x="118" y="846"/>
                </a:lnTo>
                <a:lnTo>
                  <a:pt x="117" y="846"/>
                </a:lnTo>
                <a:lnTo>
                  <a:pt x="115" y="846"/>
                </a:lnTo>
                <a:lnTo>
                  <a:pt x="114" y="846"/>
                </a:lnTo>
                <a:lnTo>
                  <a:pt x="113" y="846"/>
                </a:lnTo>
                <a:lnTo>
                  <a:pt x="113" y="847"/>
                </a:lnTo>
                <a:lnTo>
                  <a:pt x="112" y="848"/>
                </a:lnTo>
                <a:lnTo>
                  <a:pt x="111" y="846"/>
                </a:lnTo>
                <a:lnTo>
                  <a:pt x="111" y="845"/>
                </a:lnTo>
                <a:lnTo>
                  <a:pt x="111" y="844"/>
                </a:lnTo>
                <a:lnTo>
                  <a:pt x="110" y="844"/>
                </a:lnTo>
                <a:lnTo>
                  <a:pt x="109" y="844"/>
                </a:lnTo>
                <a:lnTo>
                  <a:pt x="108" y="843"/>
                </a:lnTo>
                <a:lnTo>
                  <a:pt x="107" y="843"/>
                </a:lnTo>
                <a:lnTo>
                  <a:pt x="107" y="844"/>
                </a:lnTo>
                <a:lnTo>
                  <a:pt x="106" y="844"/>
                </a:lnTo>
                <a:lnTo>
                  <a:pt x="106" y="845"/>
                </a:lnTo>
                <a:lnTo>
                  <a:pt x="104" y="844"/>
                </a:lnTo>
                <a:lnTo>
                  <a:pt x="103" y="844"/>
                </a:lnTo>
                <a:lnTo>
                  <a:pt x="102" y="845"/>
                </a:lnTo>
                <a:lnTo>
                  <a:pt x="102" y="846"/>
                </a:lnTo>
                <a:lnTo>
                  <a:pt x="100" y="848"/>
                </a:lnTo>
                <a:lnTo>
                  <a:pt x="98" y="848"/>
                </a:lnTo>
                <a:lnTo>
                  <a:pt x="98" y="849"/>
                </a:lnTo>
                <a:lnTo>
                  <a:pt x="97" y="850"/>
                </a:lnTo>
                <a:lnTo>
                  <a:pt x="95" y="852"/>
                </a:lnTo>
                <a:lnTo>
                  <a:pt x="94" y="851"/>
                </a:lnTo>
                <a:lnTo>
                  <a:pt x="93" y="851"/>
                </a:lnTo>
                <a:lnTo>
                  <a:pt x="92" y="850"/>
                </a:lnTo>
                <a:lnTo>
                  <a:pt x="91" y="849"/>
                </a:lnTo>
                <a:lnTo>
                  <a:pt x="93" y="848"/>
                </a:lnTo>
                <a:lnTo>
                  <a:pt x="93" y="847"/>
                </a:lnTo>
                <a:lnTo>
                  <a:pt x="93" y="846"/>
                </a:lnTo>
                <a:lnTo>
                  <a:pt x="92" y="846"/>
                </a:lnTo>
                <a:lnTo>
                  <a:pt x="92" y="845"/>
                </a:lnTo>
                <a:lnTo>
                  <a:pt x="91" y="845"/>
                </a:lnTo>
                <a:lnTo>
                  <a:pt x="91" y="844"/>
                </a:lnTo>
                <a:lnTo>
                  <a:pt x="92" y="843"/>
                </a:lnTo>
                <a:lnTo>
                  <a:pt x="93" y="843"/>
                </a:lnTo>
                <a:lnTo>
                  <a:pt x="94" y="842"/>
                </a:lnTo>
                <a:lnTo>
                  <a:pt x="95" y="841"/>
                </a:lnTo>
                <a:lnTo>
                  <a:pt x="95" y="840"/>
                </a:lnTo>
                <a:lnTo>
                  <a:pt x="96" y="840"/>
                </a:lnTo>
                <a:lnTo>
                  <a:pt x="96" y="835"/>
                </a:lnTo>
                <a:lnTo>
                  <a:pt x="96" y="834"/>
                </a:lnTo>
                <a:lnTo>
                  <a:pt x="97" y="832"/>
                </a:lnTo>
                <a:lnTo>
                  <a:pt x="98" y="832"/>
                </a:lnTo>
                <a:lnTo>
                  <a:pt x="100" y="831"/>
                </a:lnTo>
                <a:lnTo>
                  <a:pt x="101" y="830"/>
                </a:lnTo>
                <a:lnTo>
                  <a:pt x="101" y="829"/>
                </a:lnTo>
                <a:lnTo>
                  <a:pt x="102" y="829"/>
                </a:lnTo>
                <a:lnTo>
                  <a:pt x="103" y="828"/>
                </a:lnTo>
                <a:lnTo>
                  <a:pt x="105" y="827"/>
                </a:lnTo>
                <a:lnTo>
                  <a:pt x="104" y="827"/>
                </a:lnTo>
                <a:lnTo>
                  <a:pt x="103" y="826"/>
                </a:lnTo>
                <a:lnTo>
                  <a:pt x="103" y="824"/>
                </a:lnTo>
                <a:lnTo>
                  <a:pt x="103" y="823"/>
                </a:lnTo>
                <a:lnTo>
                  <a:pt x="103" y="822"/>
                </a:lnTo>
                <a:lnTo>
                  <a:pt x="104" y="821"/>
                </a:lnTo>
                <a:lnTo>
                  <a:pt x="105" y="820"/>
                </a:lnTo>
                <a:lnTo>
                  <a:pt x="105" y="819"/>
                </a:lnTo>
                <a:lnTo>
                  <a:pt x="106" y="818"/>
                </a:lnTo>
                <a:lnTo>
                  <a:pt x="105" y="817"/>
                </a:lnTo>
                <a:lnTo>
                  <a:pt x="105" y="816"/>
                </a:lnTo>
                <a:lnTo>
                  <a:pt x="105" y="815"/>
                </a:lnTo>
                <a:lnTo>
                  <a:pt x="105" y="814"/>
                </a:lnTo>
                <a:lnTo>
                  <a:pt x="106" y="814"/>
                </a:lnTo>
                <a:lnTo>
                  <a:pt x="106" y="813"/>
                </a:lnTo>
                <a:lnTo>
                  <a:pt x="107" y="813"/>
                </a:lnTo>
                <a:lnTo>
                  <a:pt x="107" y="812"/>
                </a:lnTo>
                <a:lnTo>
                  <a:pt x="106" y="812"/>
                </a:lnTo>
                <a:lnTo>
                  <a:pt x="106" y="811"/>
                </a:lnTo>
                <a:lnTo>
                  <a:pt x="105" y="810"/>
                </a:lnTo>
                <a:lnTo>
                  <a:pt x="105" y="809"/>
                </a:lnTo>
                <a:lnTo>
                  <a:pt x="105" y="808"/>
                </a:lnTo>
                <a:lnTo>
                  <a:pt x="105" y="807"/>
                </a:lnTo>
                <a:lnTo>
                  <a:pt x="104" y="807"/>
                </a:lnTo>
                <a:lnTo>
                  <a:pt x="103" y="806"/>
                </a:lnTo>
                <a:lnTo>
                  <a:pt x="103" y="805"/>
                </a:lnTo>
                <a:lnTo>
                  <a:pt x="104" y="805"/>
                </a:lnTo>
                <a:lnTo>
                  <a:pt x="105" y="803"/>
                </a:lnTo>
                <a:lnTo>
                  <a:pt x="105" y="802"/>
                </a:lnTo>
                <a:lnTo>
                  <a:pt x="106" y="801"/>
                </a:lnTo>
                <a:lnTo>
                  <a:pt x="107" y="801"/>
                </a:lnTo>
                <a:lnTo>
                  <a:pt x="107" y="800"/>
                </a:lnTo>
                <a:lnTo>
                  <a:pt x="108" y="799"/>
                </a:lnTo>
                <a:lnTo>
                  <a:pt x="108" y="798"/>
                </a:lnTo>
                <a:lnTo>
                  <a:pt x="109" y="797"/>
                </a:lnTo>
                <a:lnTo>
                  <a:pt x="110" y="797"/>
                </a:lnTo>
                <a:lnTo>
                  <a:pt x="110" y="798"/>
                </a:lnTo>
                <a:lnTo>
                  <a:pt x="111" y="798"/>
                </a:lnTo>
                <a:lnTo>
                  <a:pt x="112" y="798"/>
                </a:lnTo>
                <a:lnTo>
                  <a:pt x="113" y="797"/>
                </a:lnTo>
                <a:lnTo>
                  <a:pt x="113" y="796"/>
                </a:lnTo>
                <a:lnTo>
                  <a:pt x="113" y="795"/>
                </a:lnTo>
                <a:lnTo>
                  <a:pt x="112" y="795"/>
                </a:lnTo>
                <a:lnTo>
                  <a:pt x="112" y="794"/>
                </a:lnTo>
                <a:lnTo>
                  <a:pt x="112" y="793"/>
                </a:lnTo>
                <a:lnTo>
                  <a:pt x="112" y="792"/>
                </a:lnTo>
                <a:lnTo>
                  <a:pt x="112" y="791"/>
                </a:lnTo>
                <a:lnTo>
                  <a:pt x="112" y="790"/>
                </a:lnTo>
                <a:lnTo>
                  <a:pt x="113" y="789"/>
                </a:lnTo>
                <a:lnTo>
                  <a:pt x="113" y="787"/>
                </a:lnTo>
                <a:lnTo>
                  <a:pt x="113" y="786"/>
                </a:lnTo>
                <a:lnTo>
                  <a:pt x="114" y="786"/>
                </a:lnTo>
                <a:lnTo>
                  <a:pt x="114" y="785"/>
                </a:lnTo>
                <a:lnTo>
                  <a:pt x="114" y="784"/>
                </a:lnTo>
                <a:lnTo>
                  <a:pt x="114" y="783"/>
                </a:lnTo>
                <a:lnTo>
                  <a:pt x="113" y="783"/>
                </a:lnTo>
                <a:lnTo>
                  <a:pt x="110" y="783"/>
                </a:lnTo>
                <a:lnTo>
                  <a:pt x="109" y="783"/>
                </a:lnTo>
                <a:lnTo>
                  <a:pt x="109" y="782"/>
                </a:lnTo>
                <a:lnTo>
                  <a:pt x="108" y="782"/>
                </a:lnTo>
                <a:lnTo>
                  <a:pt x="108" y="781"/>
                </a:lnTo>
                <a:lnTo>
                  <a:pt x="109" y="781"/>
                </a:lnTo>
                <a:lnTo>
                  <a:pt x="109" y="780"/>
                </a:lnTo>
                <a:lnTo>
                  <a:pt x="110" y="780"/>
                </a:lnTo>
                <a:lnTo>
                  <a:pt x="110" y="778"/>
                </a:lnTo>
                <a:lnTo>
                  <a:pt x="110" y="777"/>
                </a:lnTo>
                <a:lnTo>
                  <a:pt x="110" y="776"/>
                </a:lnTo>
                <a:lnTo>
                  <a:pt x="110" y="775"/>
                </a:lnTo>
                <a:lnTo>
                  <a:pt x="111" y="772"/>
                </a:lnTo>
                <a:lnTo>
                  <a:pt x="111" y="771"/>
                </a:lnTo>
                <a:lnTo>
                  <a:pt x="112" y="771"/>
                </a:lnTo>
                <a:lnTo>
                  <a:pt x="112" y="770"/>
                </a:lnTo>
                <a:lnTo>
                  <a:pt x="112" y="769"/>
                </a:lnTo>
                <a:lnTo>
                  <a:pt x="112" y="768"/>
                </a:lnTo>
                <a:lnTo>
                  <a:pt x="113" y="766"/>
                </a:lnTo>
                <a:lnTo>
                  <a:pt x="114" y="764"/>
                </a:lnTo>
                <a:lnTo>
                  <a:pt x="113" y="763"/>
                </a:lnTo>
                <a:lnTo>
                  <a:pt x="111" y="763"/>
                </a:lnTo>
                <a:lnTo>
                  <a:pt x="109" y="763"/>
                </a:lnTo>
                <a:lnTo>
                  <a:pt x="108" y="764"/>
                </a:lnTo>
                <a:lnTo>
                  <a:pt x="106" y="763"/>
                </a:lnTo>
                <a:lnTo>
                  <a:pt x="105" y="763"/>
                </a:lnTo>
                <a:lnTo>
                  <a:pt x="104" y="763"/>
                </a:lnTo>
                <a:lnTo>
                  <a:pt x="103" y="763"/>
                </a:lnTo>
                <a:lnTo>
                  <a:pt x="102" y="763"/>
                </a:lnTo>
                <a:lnTo>
                  <a:pt x="101" y="763"/>
                </a:lnTo>
                <a:lnTo>
                  <a:pt x="101" y="762"/>
                </a:lnTo>
                <a:lnTo>
                  <a:pt x="99" y="762"/>
                </a:lnTo>
                <a:lnTo>
                  <a:pt x="98" y="762"/>
                </a:lnTo>
                <a:lnTo>
                  <a:pt x="97" y="762"/>
                </a:lnTo>
                <a:lnTo>
                  <a:pt x="96" y="762"/>
                </a:lnTo>
                <a:lnTo>
                  <a:pt x="96" y="760"/>
                </a:lnTo>
                <a:lnTo>
                  <a:pt x="97" y="760"/>
                </a:lnTo>
                <a:lnTo>
                  <a:pt x="97" y="759"/>
                </a:lnTo>
                <a:lnTo>
                  <a:pt x="96" y="759"/>
                </a:lnTo>
                <a:lnTo>
                  <a:pt x="95" y="759"/>
                </a:lnTo>
                <a:lnTo>
                  <a:pt x="94" y="758"/>
                </a:lnTo>
                <a:lnTo>
                  <a:pt x="94" y="757"/>
                </a:lnTo>
                <a:lnTo>
                  <a:pt x="92" y="757"/>
                </a:lnTo>
                <a:lnTo>
                  <a:pt x="91" y="757"/>
                </a:lnTo>
                <a:lnTo>
                  <a:pt x="89" y="757"/>
                </a:lnTo>
                <a:lnTo>
                  <a:pt x="88" y="757"/>
                </a:lnTo>
                <a:lnTo>
                  <a:pt x="87" y="757"/>
                </a:lnTo>
                <a:lnTo>
                  <a:pt x="86" y="757"/>
                </a:lnTo>
                <a:lnTo>
                  <a:pt x="85" y="757"/>
                </a:lnTo>
                <a:lnTo>
                  <a:pt x="83" y="758"/>
                </a:lnTo>
                <a:lnTo>
                  <a:pt x="81" y="758"/>
                </a:lnTo>
                <a:lnTo>
                  <a:pt x="78" y="758"/>
                </a:lnTo>
                <a:lnTo>
                  <a:pt x="76" y="758"/>
                </a:lnTo>
                <a:lnTo>
                  <a:pt x="75" y="758"/>
                </a:lnTo>
                <a:lnTo>
                  <a:pt x="75" y="757"/>
                </a:lnTo>
                <a:lnTo>
                  <a:pt x="75" y="756"/>
                </a:lnTo>
                <a:lnTo>
                  <a:pt x="74" y="755"/>
                </a:lnTo>
                <a:lnTo>
                  <a:pt x="73" y="755"/>
                </a:lnTo>
                <a:lnTo>
                  <a:pt x="72" y="754"/>
                </a:lnTo>
                <a:lnTo>
                  <a:pt x="71" y="753"/>
                </a:lnTo>
                <a:lnTo>
                  <a:pt x="71" y="750"/>
                </a:lnTo>
                <a:lnTo>
                  <a:pt x="70" y="750"/>
                </a:lnTo>
                <a:lnTo>
                  <a:pt x="69" y="750"/>
                </a:lnTo>
                <a:lnTo>
                  <a:pt x="69" y="751"/>
                </a:lnTo>
                <a:lnTo>
                  <a:pt x="68" y="751"/>
                </a:lnTo>
                <a:lnTo>
                  <a:pt x="67" y="750"/>
                </a:lnTo>
                <a:lnTo>
                  <a:pt x="67" y="749"/>
                </a:lnTo>
                <a:lnTo>
                  <a:pt x="67" y="748"/>
                </a:lnTo>
                <a:lnTo>
                  <a:pt x="67" y="747"/>
                </a:lnTo>
                <a:lnTo>
                  <a:pt x="67" y="744"/>
                </a:lnTo>
                <a:lnTo>
                  <a:pt x="67" y="743"/>
                </a:lnTo>
                <a:lnTo>
                  <a:pt x="66" y="741"/>
                </a:lnTo>
                <a:lnTo>
                  <a:pt x="66" y="740"/>
                </a:lnTo>
                <a:lnTo>
                  <a:pt x="65" y="740"/>
                </a:lnTo>
                <a:lnTo>
                  <a:pt x="65" y="739"/>
                </a:lnTo>
                <a:lnTo>
                  <a:pt x="65" y="738"/>
                </a:lnTo>
                <a:lnTo>
                  <a:pt x="64" y="736"/>
                </a:lnTo>
                <a:lnTo>
                  <a:pt x="64" y="732"/>
                </a:lnTo>
                <a:lnTo>
                  <a:pt x="64" y="731"/>
                </a:lnTo>
                <a:lnTo>
                  <a:pt x="63" y="728"/>
                </a:lnTo>
                <a:lnTo>
                  <a:pt x="63" y="726"/>
                </a:lnTo>
                <a:lnTo>
                  <a:pt x="62" y="726"/>
                </a:lnTo>
                <a:lnTo>
                  <a:pt x="62" y="725"/>
                </a:lnTo>
                <a:lnTo>
                  <a:pt x="62" y="724"/>
                </a:lnTo>
                <a:lnTo>
                  <a:pt x="61" y="724"/>
                </a:lnTo>
                <a:lnTo>
                  <a:pt x="60" y="722"/>
                </a:lnTo>
                <a:lnTo>
                  <a:pt x="60" y="721"/>
                </a:lnTo>
                <a:lnTo>
                  <a:pt x="60" y="720"/>
                </a:lnTo>
                <a:lnTo>
                  <a:pt x="61" y="718"/>
                </a:lnTo>
                <a:lnTo>
                  <a:pt x="62" y="718"/>
                </a:lnTo>
                <a:lnTo>
                  <a:pt x="63" y="717"/>
                </a:lnTo>
                <a:lnTo>
                  <a:pt x="63" y="716"/>
                </a:lnTo>
                <a:lnTo>
                  <a:pt x="63" y="715"/>
                </a:lnTo>
                <a:lnTo>
                  <a:pt x="63" y="714"/>
                </a:lnTo>
                <a:lnTo>
                  <a:pt x="66" y="709"/>
                </a:lnTo>
                <a:lnTo>
                  <a:pt x="67" y="709"/>
                </a:lnTo>
                <a:lnTo>
                  <a:pt x="69" y="708"/>
                </a:lnTo>
                <a:lnTo>
                  <a:pt x="69" y="707"/>
                </a:lnTo>
                <a:lnTo>
                  <a:pt x="68" y="703"/>
                </a:lnTo>
                <a:lnTo>
                  <a:pt x="68" y="701"/>
                </a:lnTo>
                <a:lnTo>
                  <a:pt x="68" y="700"/>
                </a:lnTo>
                <a:lnTo>
                  <a:pt x="69" y="700"/>
                </a:lnTo>
                <a:lnTo>
                  <a:pt x="69" y="699"/>
                </a:lnTo>
                <a:lnTo>
                  <a:pt x="70" y="697"/>
                </a:lnTo>
                <a:lnTo>
                  <a:pt x="69" y="695"/>
                </a:lnTo>
                <a:lnTo>
                  <a:pt x="70" y="695"/>
                </a:lnTo>
                <a:lnTo>
                  <a:pt x="70" y="693"/>
                </a:lnTo>
                <a:lnTo>
                  <a:pt x="71" y="693"/>
                </a:lnTo>
                <a:lnTo>
                  <a:pt x="72" y="692"/>
                </a:lnTo>
                <a:lnTo>
                  <a:pt x="73" y="691"/>
                </a:lnTo>
                <a:lnTo>
                  <a:pt x="74" y="690"/>
                </a:lnTo>
                <a:lnTo>
                  <a:pt x="73" y="690"/>
                </a:lnTo>
                <a:lnTo>
                  <a:pt x="73" y="689"/>
                </a:lnTo>
                <a:lnTo>
                  <a:pt x="72" y="688"/>
                </a:lnTo>
                <a:lnTo>
                  <a:pt x="71" y="688"/>
                </a:lnTo>
                <a:lnTo>
                  <a:pt x="70" y="688"/>
                </a:lnTo>
                <a:lnTo>
                  <a:pt x="67" y="688"/>
                </a:lnTo>
                <a:lnTo>
                  <a:pt x="67" y="687"/>
                </a:lnTo>
                <a:lnTo>
                  <a:pt x="66" y="686"/>
                </a:lnTo>
                <a:lnTo>
                  <a:pt x="66" y="685"/>
                </a:lnTo>
                <a:lnTo>
                  <a:pt x="65" y="684"/>
                </a:lnTo>
                <a:lnTo>
                  <a:pt x="63" y="682"/>
                </a:lnTo>
                <a:lnTo>
                  <a:pt x="62" y="682"/>
                </a:lnTo>
                <a:lnTo>
                  <a:pt x="62" y="681"/>
                </a:lnTo>
                <a:lnTo>
                  <a:pt x="61" y="680"/>
                </a:lnTo>
                <a:lnTo>
                  <a:pt x="61" y="679"/>
                </a:lnTo>
                <a:lnTo>
                  <a:pt x="60" y="677"/>
                </a:lnTo>
                <a:lnTo>
                  <a:pt x="59" y="677"/>
                </a:lnTo>
                <a:lnTo>
                  <a:pt x="57" y="676"/>
                </a:lnTo>
                <a:lnTo>
                  <a:pt x="57" y="675"/>
                </a:lnTo>
                <a:lnTo>
                  <a:pt x="56" y="675"/>
                </a:lnTo>
                <a:lnTo>
                  <a:pt x="53" y="672"/>
                </a:lnTo>
                <a:lnTo>
                  <a:pt x="51" y="672"/>
                </a:lnTo>
                <a:lnTo>
                  <a:pt x="51" y="670"/>
                </a:lnTo>
                <a:lnTo>
                  <a:pt x="51" y="669"/>
                </a:lnTo>
                <a:lnTo>
                  <a:pt x="51" y="668"/>
                </a:lnTo>
                <a:lnTo>
                  <a:pt x="50" y="665"/>
                </a:lnTo>
                <a:lnTo>
                  <a:pt x="49" y="664"/>
                </a:lnTo>
                <a:lnTo>
                  <a:pt x="49" y="663"/>
                </a:lnTo>
                <a:lnTo>
                  <a:pt x="49" y="662"/>
                </a:lnTo>
                <a:lnTo>
                  <a:pt x="49" y="661"/>
                </a:lnTo>
                <a:lnTo>
                  <a:pt x="48" y="661"/>
                </a:lnTo>
                <a:lnTo>
                  <a:pt x="48" y="662"/>
                </a:lnTo>
                <a:lnTo>
                  <a:pt x="47" y="662"/>
                </a:lnTo>
                <a:lnTo>
                  <a:pt x="46" y="663"/>
                </a:lnTo>
                <a:lnTo>
                  <a:pt x="45" y="664"/>
                </a:lnTo>
                <a:lnTo>
                  <a:pt x="43" y="663"/>
                </a:lnTo>
                <a:lnTo>
                  <a:pt x="43" y="662"/>
                </a:lnTo>
                <a:lnTo>
                  <a:pt x="43" y="661"/>
                </a:lnTo>
                <a:lnTo>
                  <a:pt x="43" y="658"/>
                </a:lnTo>
                <a:lnTo>
                  <a:pt x="42" y="658"/>
                </a:lnTo>
                <a:lnTo>
                  <a:pt x="43" y="657"/>
                </a:lnTo>
                <a:lnTo>
                  <a:pt x="43" y="655"/>
                </a:lnTo>
                <a:lnTo>
                  <a:pt x="44" y="653"/>
                </a:lnTo>
                <a:lnTo>
                  <a:pt x="45" y="652"/>
                </a:lnTo>
                <a:lnTo>
                  <a:pt x="46" y="651"/>
                </a:lnTo>
                <a:lnTo>
                  <a:pt x="46" y="650"/>
                </a:lnTo>
                <a:lnTo>
                  <a:pt x="46" y="649"/>
                </a:lnTo>
                <a:lnTo>
                  <a:pt x="47" y="648"/>
                </a:lnTo>
                <a:lnTo>
                  <a:pt x="48" y="648"/>
                </a:lnTo>
                <a:lnTo>
                  <a:pt x="49" y="646"/>
                </a:lnTo>
                <a:lnTo>
                  <a:pt x="50" y="641"/>
                </a:lnTo>
                <a:lnTo>
                  <a:pt x="51" y="637"/>
                </a:lnTo>
                <a:lnTo>
                  <a:pt x="52" y="637"/>
                </a:lnTo>
                <a:lnTo>
                  <a:pt x="52" y="636"/>
                </a:lnTo>
                <a:lnTo>
                  <a:pt x="53" y="634"/>
                </a:lnTo>
                <a:lnTo>
                  <a:pt x="54" y="633"/>
                </a:lnTo>
                <a:lnTo>
                  <a:pt x="53" y="633"/>
                </a:lnTo>
                <a:lnTo>
                  <a:pt x="53" y="632"/>
                </a:lnTo>
                <a:lnTo>
                  <a:pt x="54" y="631"/>
                </a:lnTo>
                <a:lnTo>
                  <a:pt x="56" y="624"/>
                </a:lnTo>
                <a:lnTo>
                  <a:pt x="57" y="623"/>
                </a:lnTo>
                <a:lnTo>
                  <a:pt x="57" y="621"/>
                </a:lnTo>
                <a:lnTo>
                  <a:pt x="57" y="620"/>
                </a:lnTo>
                <a:lnTo>
                  <a:pt x="56" y="620"/>
                </a:lnTo>
                <a:lnTo>
                  <a:pt x="54" y="621"/>
                </a:lnTo>
                <a:lnTo>
                  <a:pt x="53" y="617"/>
                </a:lnTo>
                <a:lnTo>
                  <a:pt x="53" y="616"/>
                </a:lnTo>
                <a:lnTo>
                  <a:pt x="55" y="614"/>
                </a:lnTo>
                <a:lnTo>
                  <a:pt x="55" y="613"/>
                </a:lnTo>
                <a:lnTo>
                  <a:pt x="55" y="612"/>
                </a:lnTo>
                <a:lnTo>
                  <a:pt x="56" y="612"/>
                </a:lnTo>
                <a:lnTo>
                  <a:pt x="56" y="611"/>
                </a:lnTo>
                <a:lnTo>
                  <a:pt x="56" y="610"/>
                </a:lnTo>
                <a:lnTo>
                  <a:pt x="56" y="608"/>
                </a:lnTo>
                <a:lnTo>
                  <a:pt x="56" y="607"/>
                </a:lnTo>
                <a:lnTo>
                  <a:pt x="56" y="606"/>
                </a:lnTo>
                <a:lnTo>
                  <a:pt x="56" y="605"/>
                </a:lnTo>
                <a:lnTo>
                  <a:pt x="56" y="603"/>
                </a:lnTo>
                <a:lnTo>
                  <a:pt x="55" y="603"/>
                </a:lnTo>
                <a:lnTo>
                  <a:pt x="55" y="604"/>
                </a:lnTo>
                <a:lnTo>
                  <a:pt x="53" y="606"/>
                </a:lnTo>
                <a:lnTo>
                  <a:pt x="52" y="606"/>
                </a:lnTo>
                <a:lnTo>
                  <a:pt x="52" y="605"/>
                </a:lnTo>
                <a:lnTo>
                  <a:pt x="51" y="605"/>
                </a:lnTo>
                <a:lnTo>
                  <a:pt x="50" y="604"/>
                </a:lnTo>
                <a:lnTo>
                  <a:pt x="49" y="604"/>
                </a:lnTo>
                <a:lnTo>
                  <a:pt x="48" y="605"/>
                </a:lnTo>
                <a:lnTo>
                  <a:pt x="48" y="606"/>
                </a:lnTo>
                <a:lnTo>
                  <a:pt x="48" y="608"/>
                </a:lnTo>
                <a:lnTo>
                  <a:pt x="47" y="608"/>
                </a:lnTo>
                <a:lnTo>
                  <a:pt x="46" y="607"/>
                </a:lnTo>
                <a:lnTo>
                  <a:pt x="45" y="607"/>
                </a:lnTo>
                <a:lnTo>
                  <a:pt x="45" y="606"/>
                </a:lnTo>
                <a:lnTo>
                  <a:pt x="43" y="607"/>
                </a:lnTo>
                <a:lnTo>
                  <a:pt x="41" y="607"/>
                </a:lnTo>
                <a:lnTo>
                  <a:pt x="41" y="608"/>
                </a:lnTo>
                <a:lnTo>
                  <a:pt x="37" y="609"/>
                </a:lnTo>
                <a:lnTo>
                  <a:pt x="35" y="610"/>
                </a:lnTo>
                <a:lnTo>
                  <a:pt x="35" y="609"/>
                </a:lnTo>
                <a:lnTo>
                  <a:pt x="34" y="609"/>
                </a:lnTo>
                <a:lnTo>
                  <a:pt x="34" y="610"/>
                </a:lnTo>
                <a:lnTo>
                  <a:pt x="33" y="610"/>
                </a:lnTo>
                <a:lnTo>
                  <a:pt x="33" y="611"/>
                </a:lnTo>
                <a:lnTo>
                  <a:pt x="32" y="612"/>
                </a:lnTo>
                <a:lnTo>
                  <a:pt x="32" y="613"/>
                </a:lnTo>
                <a:lnTo>
                  <a:pt x="31" y="613"/>
                </a:lnTo>
                <a:lnTo>
                  <a:pt x="30" y="612"/>
                </a:lnTo>
                <a:lnTo>
                  <a:pt x="29" y="612"/>
                </a:lnTo>
                <a:lnTo>
                  <a:pt x="29" y="611"/>
                </a:lnTo>
                <a:lnTo>
                  <a:pt x="28" y="611"/>
                </a:lnTo>
                <a:lnTo>
                  <a:pt x="28" y="612"/>
                </a:lnTo>
                <a:lnTo>
                  <a:pt x="28" y="613"/>
                </a:lnTo>
                <a:lnTo>
                  <a:pt x="27" y="615"/>
                </a:lnTo>
                <a:lnTo>
                  <a:pt x="26" y="615"/>
                </a:lnTo>
                <a:lnTo>
                  <a:pt x="21" y="617"/>
                </a:lnTo>
                <a:lnTo>
                  <a:pt x="20" y="615"/>
                </a:lnTo>
                <a:lnTo>
                  <a:pt x="19" y="614"/>
                </a:lnTo>
                <a:lnTo>
                  <a:pt x="18" y="613"/>
                </a:lnTo>
                <a:lnTo>
                  <a:pt x="16" y="612"/>
                </a:lnTo>
                <a:lnTo>
                  <a:pt x="15" y="612"/>
                </a:lnTo>
                <a:lnTo>
                  <a:pt x="13" y="612"/>
                </a:lnTo>
                <a:lnTo>
                  <a:pt x="12" y="613"/>
                </a:lnTo>
                <a:lnTo>
                  <a:pt x="11" y="613"/>
                </a:lnTo>
                <a:lnTo>
                  <a:pt x="9" y="612"/>
                </a:lnTo>
                <a:lnTo>
                  <a:pt x="8" y="611"/>
                </a:lnTo>
                <a:lnTo>
                  <a:pt x="8" y="610"/>
                </a:lnTo>
                <a:lnTo>
                  <a:pt x="8" y="608"/>
                </a:lnTo>
                <a:lnTo>
                  <a:pt x="7" y="608"/>
                </a:lnTo>
                <a:lnTo>
                  <a:pt x="7" y="607"/>
                </a:lnTo>
                <a:lnTo>
                  <a:pt x="6" y="606"/>
                </a:lnTo>
                <a:lnTo>
                  <a:pt x="7" y="605"/>
                </a:lnTo>
                <a:lnTo>
                  <a:pt x="8" y="605"/>
                </a:lnTo>
                <a:lnTo>
                  <a:pt x="9" y="604"/>
                </a:lnTo>
                <a:lnTo>
                  <a:pt x="10" y="603"/>
                </a:lnTo>
                <a:lnTo>
                  <a:pt x="11" y="602"/>
                </a:lnTo>
                <a:lnTo>
                  <a:pt x="12" y="602"/>
                </a:lnTo>
                <a:lnTo>
                  <a:pt x="12" y="601"/>
                </a:lnTo>
                <a:lnTo>
                  <a:pt x="11" y="601"/>
                </a:lnTo>
                <a:lnTo>
                  <a:pt x="11" y="599"/>
                </a:lnTo>
                <a:lnTo>
                  <a:pt x="10" y="599"/>
                </a:lnTo>
                <a:lnTo>
                  <a:pt x="9" y="599"/>
                </a:lnTo>
                <a:lnTo>
                  <a:pt x="8" y="599"/>
                </a:lnTo>
                <a:lnTo>
                  <a:pt x="6" y="599"/>
                </a:lnTo>
                <a:lnTo>
                  <a:pt x="5" y="597"/>
                </a:lnTo>
                <a:lnTo>
                  <a:pt x="5" y="596"/>
                </a:lnTo>
                <a:lnTo>
                  <a:pt x="6" y="596"/>
                </a:lnTo>
                <a:lnTo>
                  <a:pt x="6" y="595"/>
                </a:lnTo>
                <a:lnTo>
                  <a:pt x="5" y="592"/>
                </a:lnTo>
                <a:lnTo>
                  <a:pt x="5" y="591"/>
                </a:lnTo>
                <a:lnTo>
                  <a:pt x="4" y="590"/>
                </a:lnTo>
                <a:lnTo>
                  <a:pt x="5" y="589"/>
                </a:lnTo>
                <a:lnTo>
                  <a:pt x="7" y="587"/>
                </a:lnTo>
                <a:lnTo>
                  <a:pt x="8" y="587"/>
                </a:lnTo>
                <a:lnTo>
                  <a:pt x="9" y="582"/>
                </a:lnTo>
                <a:lnTo>
                  <a:pt x="10" y="580"/>
                </a:lnTo>
                <a:lnTo>
                  <a:pt x="8" y="577"/>
                </a:lnTo>
                <a:lnTo>
                  <a:pt x="7" y="578"/>
                </a:lnTo>
                <a:lnTo>
                  <a:pt x="7" y="579"/>
                </a:lnTo>
                <a:lnTo>
                  <a:pt x="7" y="580"/>
                </a:lnTo>
                <a:lnTo>
                  <a:pt x="6" y="580"/>
                </a:lnTo>
                <a:lnTo>
                  <a:pt x="4" y="579"/>
                </a:lnTo>
                <a:lnTo>
                  <a:pt x="3" y="579"/>
                </a:lnTo>
                <a:lnTo>
                  <a:pt x="2" y="578"/>
                </a:lnTo>
                <a:lnTo>
                  <a:pt x="1" y="577"/>
                </a:lnTo>
                <a:lnTo>
                  <a:pt x="0" y="576"/>
                </a:lnTo>
                <a:lnTo>
                  <a:pt x="0" y="575"/>
                </a:lnTo>
                <a:lnTo>
                  <a:pt x="1" y="575"/>
                </a:lnTo>
                <a:lnTo>
                  <a:pt x="0" y="574"/>
                </a:lnTo>
                <a:lnTo>
                  <a:pt x="0" y="573"/>
                </a:lnTo>
                <a:lnTo>
                  <a:pt x="1" y="572"/>
                </a:lnTo>
                <a:lnTo>
                  <a:pt x="1" y="571"/>
                </a:lnTo>
                <a:lnTo>
                  <a:pt x="2" y="571"/>
                </a:lnTo>
                <a:lnTo>
                  <a:pt x="3" y="568"/>
                </a:lnTo>
                <a:lnTo>
                  <a:pt x="3" y="567"/>
                </a:lnTo>
                <a:lnTo>
                  <a:pt x="3" y="566"/>
                </a:lnTo>
                <a:lnTo>
                  <a:pt x="4" y="565"/>
                </a:lnTo>
                <a:lnTo>
                  <a:pt x="4" y="564"/>
                </a:lnTo>
                <a:lnTo>
                  <a:pt x="4" y="563"/>
                </a:lnTo>
                <a:lnTo>
                  <a:pt x="4" y="560"/>
                </a:lnTo>
                <a:lnTo>
                  <a:pt x="4" y="558"/>
                </a:lnTo>
                <a:lnTo>
                  <a:pt x="4" y="557"/>
                </a:lnTo>
                <a:lnTo>
                  <a:pt x="3" y="557"/>
                </a:lnTo>
                <a:lnTo>
                  <a:pt x="3" y="556"/>
                </a:lnTo>
                <a:lnTo>
                  <a:pt x="3" y="555"/>
                </a:lnTo>
                <a:lnTo>
                  <a:pt x="4" y="555"/>
                </a:lnTo>
                <a:lnTo>
                  <a:pt x="5" y="554"/>
                </a:lnTo>
                <a:lnTo>
                  <a:pt x="6" y="554"/>
                </a:lnTo>
                <a:lnTo>
                  <a:pt x="8" y="552"/>
                </a:lnTo>
                <a:lnTo>
                  <a:pt x="10" y="550"/>
                </a:lnTo>
                <a:lnTo>
                  <a:pt x="11" y="549"/>
                </a:lnTo>
                <a:lnTo>
                  <a:pt x="12" y="548"/>
                </a:lnTo>
                <a:lnTo>
                  <a:pt x="13" y="543"/>
                </a:lnTo>
                <a:lnTo>
                  <a:pt x="14" y="542"/>
                </a:lnTo>
                <a:lnTo>
                  <a:pt x="15" y="540"/>
                </a:lnTo>
                <a:lnTo>
                  <a:pt x="17" y="537"/>
                </a:lnTo>
                <a:lnTo>
                  <a:pt x="18" y="536"/>
                </a:lnTo>
                <a:lnTo>
                  <a:pt x="19" y="536"/>
                </a:lnTo>
                <a:lnTo>
                  <a:pt x="19" y="534"/>
                </a:lnTo>
                <a:lnTo>
                  <a:pt x="18" y="532"/>
                </a:lnTo>
                <a:lnTo>
                  <a:pt x="20" y="529"/>
                </a:lnTo>
                <a:lnTo>
                  <a:pt x="22" y="526"/>
                </a:lnTo>
                <a:lnTo>
                  <a:pt x="23" y="526"/>
                </a:lnTo>
                <a:lnTo>
                  <a:pt x="24" y="524"/>
                </a:lnTo>
                <a:lnTo>
                  <a:pt x="25" y="523"/>
                </a:lnTo>
                <a:lnTo>
                  <a:pt x="26" y="523"/>
                </a:lnTo>
                <a:lnTo>
                  <a:pt x="28" y="519"/>
                </a:lnTo>
                <a:lnTo>
                  <a:pt x="29" y="518"/>
                </a:lnTo>
                <a:lnTo>
                  <a:pt x="29" y="515"/>
                </a:lnTo>
                <a:lnTo>
                  <a:pt x="27" y="511"/>
                </a:lnTo>
                <a:lnTo>
                  <a:pt x="27" y="509"/>
                </a:lnTo>
                <a:lnTo>
                  <a:pt x="27" y="507"/>
                </a:lnTo>
                <a:lnTo>
                  <a:pt x="25" y="505"/>
                </a:lnTo>
                <a:lnTo>
                  <a:pt x="24" y="505"/>
                </a:lnTo>
                <a:lnTo>
                  <a:pt x="21" y="505"/>
                </a:lnTo>
                <a:lnTo>
                  <a:pt x="21" y="504"/>
                </a:lnTo>
                <a:lnTo>
                  <a:pt x="21" y="503"/>
                </a:lnTo>
                <a:lnTo>
                  <a:pt x="21" y="502"/>
                </a:lnTo>
                <a:lnTo>
                  <a:pt x="21" y="501"/>
                </a:lnTo>
                <a:lnTo>
                  <a:pt x="22" y="498"/>
                </a:lnTo>
                <a:lnTo>
                  <a:pt x="23" y="495"/>
                </a:lnTo>
                <a:lnTo>
                  <a:pt x="23" y="494"/>
                </a:lnTo>
                <a:lnTo>
                  <a:pt x="24" y="492"/>
                </a:lnTo>
                <a:lnTo>
                  <a:pt x="24" y="491"/>
                </a:lnTo>
                <a:lnTo>
                  <a:pt x="27" y="488"/>
                </a:lnTo>
                <a:lnTo>
                  <a:pt x="28" y="487"/>
                </a:lnTo>
                <a:lnTo>
                  <a:pt x="31" y="487"/>
                </a:lnTo>
                <a:lnTo>
                  <a:pt x="31" y="486"/>
                </a:lnTo>
                <a:lnTo>
                  <a:pt x="31" y="485"/>
                </a:lnTo>
                <a:lnTo>
                  <a:pt x="32" y="483"/>
                </a:lnTo>
                <a:lnTo>
                  <a:pt x="33" y="482"/>
                </a:lnTo>
                <a:lnTo>
                  <a:pt x="35" y="481"/>
                </a:lnTo>
                <a:lnTo>
                  <a:pt x="36" y="481"/>
                </a:lnTo>
                <a:lnTo>
                  <a:pt x="36" y="482"/>
                </a:lnTo>
                <a:lnTo>
                  <a:pt x="37" y="482"/>
                </a:lnTo>
                <a:lnTo>
                  <a:pt x="40" y="483"/>
                </a:lnTo>
                <a:lnTo>
                  <a:pt x="41" y="483"/>
                </a:lnTo>
                <a:lnTo>
                  <a:pt x="41" y="482"/>
                </a:lnTo>
                <a:lnTo>
                  <a:pt x="41" y="481"/>
                </a:lnTo>
                <a:lnTo>
                  <a:pt x="41" y="480"/>
                </a:lnTo>
                <a:lnTo>
                  <a:pt x="41" y="479"/>
                </a:lnTo>
                <a:lnTo>
                  <a:pt x="42" y="477"/>
                </a:lnTo>
                <a:lnTo>
                  <a:pt x="42" y="476"/>
                </a:lnTo>
                <a:lnTo>
                  <a:pt x="43" y="475"/>
                </a:lnTo>
                <a:lnTo>
                  <a:pt x="43" y="474"/>
                </a:lnTo>
                <a:lnTo>
                  <a:pt x="43" y="475"/>
                </a:lnTo>
                <a:lnTo>
                  <a:pt x="44" y="475"/>
                </a:lnTo>
                <a:lnTo>
                  <a:pt x="45" y="476"/>
                </a:lnTo>
                <a:lnTo>
                  <a:pt x="45" y="477"/>
                </a:lnTo>
                <a:lnTo>
                  <a:pt x="46" y="478"/>
                </a:lnTo>
                <a:lnTo>
                  <a:pt x="46" y="477"/>
                </a:lnTo>
                <a:lnTo>
                  <a:pt x="47" y="477"/>
                </a:lnTo>
                <a:lnTo>
                  <a:pt x="48" y="478"/>
                </a:lnTo>
                <a:lnTo>
                  <a:pt x="49" y="478"/>
                </a:lnTo>
                <a:lnTo>
                  <a:pt x="50" y="478"/>
                </a:lnTo>
                <a:lnTo>
                  <a:pt x="52" y="477"/>
                </a:lnTo>
                <a:lnTo>
                  <a:pt x="52" y="476"/>
                </a:lnTo>
                <a:lnTo>
                  <a:pt x="52" y="475"/>
                </a:lnTo>
                <a:lnTo>
                  <a:pt x="53" y="475"/>
                </a:lnTo>
                <a:lnTo>
                  <a:pt x="54" y="474"/>
                </a:lnTo>
                <a:lnTo>
                  <a:pt x="55" y="474"/>
                </a:lnTo>
                <a:lnTo>
                  <a:pt x="55" y="473"/>
                </a:lnTo>
                <a:lnTo>
                  <a:pt x="55" y="472"/>
                </a:lnTo>
                <a:lnTo>
                  <a:pt x="55" y="471"/>
                </a:lnTo>
                <a:lnTo>
                  <a:pt x="56" y="471"/>
                </a:lnTo>
                <a:lnTo>
                  <a:pt x="56" y="472"/>
                </a:lnTo>
                <a:lnTo>
                  <a:pt x="56" y="473"/>
                </a:lnTo>
                <a:lnTo>
                  <a:pt x="57" y="473"/>
                </a:lnTo>
                <a:lnTo>
                  <a:pt x="57" y="472"/>
                </a:lnTo>
                <a:lnTo>
                  <a:pt x="58" y="472"/>
                </a:lnTo>
                <a:lnTo>
                  <a:pt x="59" y="472"/>
                </a:lnTo>
                <a:lnTo>
                  <a:pt x="60" y="472"/>
                </a:lnTo>
                <a:lnTo>
                  <a:pt x="60" y="471"/>
                </a:lnTo>
                <a:lnTo>
                  <a:pt x="61" y="470"/>
                </a:lnTo>
                <a:lnTo>
                  <a:pt x="60" y="470"/>
                </a:lnTo>
                <a:lnTo>
                  <a:pt x="59" y="469"/>
                </a:lnTo>
                <a:lnTo>
                  <a:pt x="59" y="467"/>
                </a:lnTo>
                <a:lnTo>
                  <a:pt x="60" y="467"/>
                </a:lnTo>
                <a:lnTo>
                  <a:pt x="61" y="466"/>
                </a:lnTo>
                <a:lnTo>
                  <a:pt x="62" y="466"/>
                </a:lnTo>
                <a:lnTo>
                  <a:pt x="63" y="466"/>
                </a:lnTo>
                <a:lnTo>
                  <a:pt x="64" y="466"/>
                </a:lnTo>
                <a:lnTo>
                  <a:pt x="65" y="466"/>
                </a:lnTo>
                <a:lnTo>
                  <a:pt x="66" y="466"/>
                </a:lnTo>
                <a:lnTo>
                  <a:pt x="67" y="466"/>
                </a:lnTo>
                <a:lnTo>
                  <a:pt x="68" y="466"/>
                </a:lnTo>
                <a:lnTo>
                  <a:pt x="69" y="466"/>
                </a:lnTo>
                <a:lnTo>
                  <a:pt x="70" y="466"/>
                </a:lnTo>
                <a:lnTo>
                  <a:pt x="70" y="467"/>
                </a:lnTo>
                <a:lnTo>
                  <a:pt x="71" y="467"/>
                </a:lnTo>
                <a:lnTo>
                  <a:pt x="72" y="467"/>
                </a:lnTo>
                <a:lnTo>
                  <a:pt x="71" y="467"/>
                </a:lnTo>
                <a:lnTo>
                  <a:pt x="72" y="467"/>
                </a:lnTo>
                <a:lnTo>
                  <a:pt x="72" y="466"/>
                </a:lnTo>
                <a:lnTo>
                  <a:pt x="71" y="466"/>
                </a:lnTo>
                <a:lnTo>
                  <a:pt x="72" y="465"/>
                </a:lnTo>
                <a:lnTo>
                  <a:pt x="71" y="465"/>
                </a:lnTo>
                <a:lnTo>
                  <a:pt x="72" y="465"/>
                </a:lnTo>
                <a:lnTo>
                  <a:pt x="72" y="464"/>
                </a:lnTo>
                <a:lnTo>
                  <a:pt x="72" y="463"/>
                </a:lnTo>
                <a:lnTo>
                  <a:pt x="73" y="463"/>
                </a:lnTo>
                <a:lnTo>
                  <a:pt x="74" y="463"/>
                </a:lnTo>
                <a:lnTo>
                  <a:pt x="74" y="462"/>
                </a:lnTo>
                <a:lnTo>
                  <a:pt x="75" y="461"/>
                </a:lnTo>
                <a:lnTo>
                  <a:pt x="74" y="461"/>
                </a:lnTo>
                <a:lnTo>
                  <a:pt x="74" y="460"/>
                </a:lnTo>
                <a:lnTo>
                  <a:pt x="74" y="459"/>
                </a:lnTo>
                <a:lnTo>
                  <a:pt x="73" y="459"/>
                </a:lnTo>
                <a:lnTo>
                  <a:pt x="73" y="458"/>
                </a:lnTo>
                <a:lnTo>
                  <a:pt x="72" y="457"/>
                </a:lnTo>
                <a:lnTo>
                  <a:pt x="71" y="457"/>
                </a:lnTo>
                <a:lnTo>
                  <a:pt x="70" y="457"/>
                </a:lnTo>
                <a:lnTo>
                  <a:pt x="69" y="456"/>
                </a:lnTo>
                <a:lnTo>
                  <a:pt x="70" y="456"/>
                </a:lnTo>
                <a:lnTo>
                  <a:pt x="71" y="456"/>
                </a:lnTo>
                <a:lnTo>
                  <a:pt x="70" y="455"/>
                </a:lnTo>
                <a:lnTo>
                  <a:pt x="70" y="454"/>
                </a:lnTo>
                <a:lnTo>
                  <a:pt x="69" y="454"/>
                </a:lnTo>
                <a:lnTo>
                  <a:pt x="69" y="453"/>
                </a:lnTo>
                <a:lnTo>
                  <a:pt x="68" y="453"/>
                </a:lnTo>
                <a:lnTo>
                  <a:pt x="68" y="452"/>
                </a:lnTo>
                <a:lnTo>
                  <a:pt x="68" y="451"/>
                </a:lnTo>
                <a:lnTo>
                  <a:pt x="68" y="450"/>
                </a:lnTo>
                <a:lnTo>
                  <a:pt x="68" y="449"/>
                </a:lnTo>
                <a:lnTo>
                  <a:pt x="67" y="448"/>
                </a:lnTo>
                <a:lnTo>
                  <a:pt x="66" y="449"/>
                </a:lnTo>
                <a:lnTo>
                  <a:pt x="66" y="448"/>
                </a:lnTo>
                <a:lnTo>
                  <a:pt x="66" y="447"/>
                </a:lnTo>
                <a:lnTo>
                  <a:pt x="66" y="446"/>
                </a:lnTo>
                <a:lnTo>
                  <a:pt x="66" y="445"/>
                </a:lnTo>
                <a:lnTo>
                  <a:pt x="66" y="444"/>
                </a:lnTo>
                <a:lnTo>
                  <a:pt x="65" y="444"/>
                </a:lnTo>
                <a:lnTo>
                  <a:pt x="64" y="444"/>
                </a:lnTo>
                <a:lnTo>
                  <a:pt x="64" y="443"/>
                </a:lnTo>
                <a:lnTo>
                  <a:pt x="63" y="442"/>
                </a:lnTo>
                <a:lnTo>
                  <a:pt x="63" y="441"/>
                </a:lnTo>
                <a:lnTo>
                  <a:pt x="63" y="440"/>
                </a:lnTo>
                <a:lnTo>
                  <a:pt x="64" y="440"/>
                </a:lnTo>
                <a:lnTo>
                  <a:pt x="65" y="440"/>
                </a:lnTo>
                <a:lnTo>
                  <a:pt x="66" y="439"/>
                </a:lnTo>
                <a:lnTo>
                  <a:pt x="67" y="438"/>
                </a:lnTo>
                <a:lnTo>
                  <a:pt x="68" y="438"/>
                </a:lnTo>
                <a:lnTo>
                  <a:pt x="69" y="438"/>
                </a:lnTo>
                <a:lnTo>
                  <a:pt x="70" y="438"/>
                </a:lnTo>
                <a:lnTo>
                  <a:pt x="71" y="438"/>
                </a:lnTo>
                <a:lnTo>
                  <a:pt x="72" y="438"/>
                </a:lnTo>
                <a:lnTo>
                  <a:pt x="72" y="437"/>
                </a:lnTo>
                <a:lnTo>
                  <a:pt x="73" y="437"/>
                </a:lnTo>
                <a:lnTo>
                  <a:pt x="74" y="438"/>
                </a:lnTo>
                <a:lnTo>
                  <a:pt x="75" y="438"/>
                </a:lnTo>
                <a:lnTo>
                  <a:pt x="76" y="438"/>
                </a:lnTo>
                <a:lnTo>
                  <a:pt x="77" y="437"/>
                </a:lnTo>
                <a:lnTo>
                  <a:pt x="78" y="437"/>
                </a:lnTo>
                <a:lnTo>
                  <a:pt x="78" y="436"/>
                </a:lnTo>
                <a:lnTo>
                  <a:pt x="79" y="436"/>
                </a:lnTo>
                <a:lnTo>
                  <a:pt x="80" y="436"/>
                </a:lnTo>
                <a:lnTo>
                  <a:pt x="80" y="435"/>
                </a:lnTo>
                <a:lnTo>
                  <a:pt x="81" y="435"/>
                </a:lnTo>
                <a:lnTo>
                  <a:pt x="82" y="435"/>
                </a:lnTo>
                <a:lnTo>
                  <a:pt x="83" y="435"/>
                </a:lnTo>
                <a:lnTo>
                  <a:pt x="83" y="434"/>
                </a:lnTo>
                <a:lnTo>
                  <a:pt x="83" y="433"/>
                </a:lnTo>
                <a:lnTo>
                  <a:pt x="83" y="432"/>
                </a:lnTo>
                <a:lnTo>
                  <a:pt x="82" y="431"/>
                </a:lnTo>
                <a:lnTo>
                  <a:pt x="83" y="430"/>
                </a:lnTo>
                <a:lnTo>
                  <a:pt x="84" y="429"/>
                </a:lnTo>
                <a:lnTo>
                  <a:pt x="84" y="428"/>
                </a:lnTo>
                <a:lnTo>
                  <a:pt x="85" y="428"/>
                </a:lnTo>
                <a:lnTo>
                  <a:pt x="86" y="427"/>
                </a:lnTo>
                <a:lnTo>
                  <a:pt x="86" y="426"/>
                </a:lnTo>
                <a:lnTo>
                  <a:pt x="86" y="425"/>
                </a:lnTo>
                <a:lnTo>
                  <a:pt x="87" y="424"/>
                </a:lnTo>
                <a:lnTo>
                  <a:pt x="88" y="423"/>
                </a:lnTo>
                <a:lnTo>
                  <a:pt x="89" y="422"/>
                </a:lnTo>
                <a:lnTo>
                  <a:pt x="88" y="422"/>
                </a:lnTo>
                <a:lnTo>
                  <a:pt x="88" y="421"/>
                </a:lnTo>
                <a:lnTo>
                  <a:pt x="89" y="421"/>
                </a:lnTo>
                <a:lnTo>
                  <a:pt x="89" y="420"/>
                </a:lnTo>
                <a:lnTo>
                  <a:pt x="90" y="420"/>
                </a:lnTo>
                <a:lnTo>
                  <a:pt x="90" y="421"/>
                </a:lnTo>
                <a:lnTo>
                  <a:pt x="91" y="420"/>
                </a:lnTo>
                <a:lnTo>
                  <a:pt x="93" y="419"/>
                </a:lnTo>
                <a:lnTo>
                  <a:pt x="94" y="420"/>
                </a:lnTo>
                <a:lnTo>
                  <a:pt x="95" y="420"/>
                </a:lnTo>
                <a:lnTo>
                  <a:pt x="95" y="419"/>
                </a:lnTo>
                <a:lnTo>
                  <a:pt x="95" y="418"/>
                </a:lnTo>
                <a:lnTo>
                  <a:pt x="95" y="417"/>
                </a:lnTo>
                <a:lnTo>
                  <a:pt x="95" y="416"/>
                </a:lnTo>
                <a:lnTo>
                  <a:pt x="96" y="416"/>
                </a:lnTo>
                <a:lnTo>
                  <a:pt x="97" y="416"/>
                </a:lnTo>
                <a:lnTo>
                  <a:pt x="98" y="415"/>
                </a:lnTo>
                <a:lnTo>
                  <a:pt x="97" y="413"/>
                </a:lnTo>
                <a:lnTo>
                  <a:pt x="97" y="412"/>
                </a:lnTo>
                <a:lnTo>
                  <a:pt x="97" y="411"/>
                </a:lnTo>
                <a:lnTo>
                  <a:pt x="98" y="411"/>
                </a:lnTo>
                <a:lnTo>
                  <a:pt x="99" y="412"/>
                </a:lnTo>
                <a:lnTo>
                  <a:pt x="100" y="412"/>
                </a:lnTo>
                <a:lnTo>
                  <a:pt x="100" y="411"/>
                </a:lnTo>
                <a:lnTo>
                  <a:pt x="100" y="410"/>
                </a:lnTo>
                <a:lnTo>
                  <a:pt x="101" y="410"/>
                </a:lnTo>
                <a:lnTo>
                  <a:pt x="102" y="409"/>
                </a:lnTo>
                <a:lnTo>
                  <a:pt x="102" y="408"/>
                </a:lnTo>
                <a:lnTo>
                  <a:pt x="103" y="406"/>
                </a:lnTo>
                <a:lnTo>
                  <a:pt x="104" y="406"/>
                </a:lnTo>
                <a:lnTo>
                  <a:pt x="105" y="406"/>
                </a:lnTo>
                <a:lnTo>
                  <a:pt x="105" y="405"/>
                </a:lnTo>
                <a:lnTo>
                  <a:pt x="106" y="405"/>
                </a:lnTo>
                <a:lnTo>
                  <a:pt x="107" y="404"/>
                </a:lnTo>
                <a:lnTo>
                  <a:pt x="107" y="403"/>
                </a:lnTo>
                <a:lnTo>
                  <a:pt x="106" y="403"/>
                </a:lnTo>
                <a:lnTo>
                  <a:pt x="106" y="401"/>
                </a:lnTo>
                <a:lnTo>
                  <a:pt x="105" y="401"/>
                </a:lnTo>
                <a:lnTo>
                  <a:pt x="105" y="402"/>
                </a:lnTo>
                <a:lnTo>
                  <a:pt x="105" y="401"/>
                </a:lnTo>
                <a:lnTo>
                  <a:pt x="105" y="400"/>
                </a:lnTo>
                <a:lnTo>
                  <a:pt x="104" y="400"/>
                </a:lnTo>
                <a:lnTo>
                  <a:pt x="104" y="399"/>
                </a:lnTo>
                <a:lnTo>
                  <a:pt x="105" y="400"/>
                </a:lnTo>
                <a:lnTo>
                  <a:pt x="105" y="399"/>
                </a:lnTo>
                <a:lnTo>
                  <a:pt x="106" y="399"/>
                </a:lnTo>
                <a:lnTo>
                  <a:pt x="107" y="398"/>
                </a:lnTo>
                <a:lnTo>
                  <a:pt x="107" y="397"/>
                </a:lnTo>
                <a:lnTo>
                  <a:pt x="106" y="396"/>
                </a:lnTo>
                <a:lnTo>
                  <a:pt x="105" y="395"/>
                </a:lnTo>
                <a:lnTo>
                  <a:pt x="105" y="394"/>
                </a:lnTo>
                <a:lnTo>
                  <a:pt x="106" y="394"/>
                </a:lnTo>
                <a:lnTo>
                  <a:pt x="106" y="393"/>
                </a:lnTo>
                <a:lnTo>
                  <a:pt x="106" y="392"/>
                </a:lnTo>
                <a:lnTo>
                  <a:pt x="106" y="391"/>
                </a:lnTo>
                <a:lnTo>
                  <a:pt x="105" y="390"/>
                </a:lnTo>
                <a:lnTo>
                  <a:pt x="105" y="389"/>
                </a:lnTo>
                <a:lnTo>
                  <a:pt x="103" y="389"/>
                </a:lnTo>
                <a:lnTo>
                  <a:pt x="102" y="389"/>
                </a:lnTo>
                <a:lnTo>
                  <a:pt x="101" y="389"/>
                </a:lnTo>
                <a:lnTo>
                  <a:pt x="100" y="389"/>
                </a:lnTo>
                <a:lnTo>
                  <a:pt x="99" y="388"/>
                </a:lnTo>
                <a:lnTo>
                  <a:pt x="98" y="388"/>
                </a:lnTo>
                <a:lnTo>
                  <a:pt x="97" y="387"/>
                </a:lnTo>
                <a:lnTo>
                  <a:pt x="96" y="385"/>
                </a:lnTo>
                <a:lnTo>
                  <a:pt x="94" y="383"/>
                </a:lnTo>
                <a:lnTo>
                  <a:pt x="93" y="382"/>
                </a:lnTo>
                <a:lnTo>
                  <a:pt x="92" y="382"/>
                </a:lnTo>
                <a:lnTo>
                  <a:pt x="92" y="381"/>
                </a:lnTo>
                <a:lnTo>
                  <a:pt x="93" y="381"/>
                </a:lnTo>
                <a:lnTo>
                  <a:pt x="93" y="380"/>
                </a:lnTo>
                <a:lnTo>
                  <a:pt x="93" y="379"/>
                </a:lnTo>
                <a:lnTo>
                  <a:pt x="94" y="379"/>
                </a:lnTo>
                <a:lnTo>
                  <a:pt x="94" y="378"/>
                </a:lnTo>
                <a:lnTo>
                  <a:pt x="95" y="377"/>
                </a:lnTo>
                <a:lnTo>
                  <a:pt x="96" y="376"/>
                </a:lnTo>
                <a:lnTo>
                  <a:pt x="97" y="375"/>
                </a:lnTo>
                <a:lnTo>
                  <a:pt x="98" y="374"/>
                </a:lnTo>
                <a:lnTo>
                  <a:pt x="97" y="371"/>
                </a:lnTo>
                <a:lnTo>
                  <a:pt x="96" y="371"/>
                </a:lnTo>
                <a:lnTo>
                  <a:pt x="95" y="371"/>
                </a:lnTo>
                <a:lnTo>
                  <a:pt x="95" y="370"/>
                </a:lnTo>
                <a:lnTo>
                  <a:pt x="94" y="370"/>
                </a:lnTo>
                <a:lnTo>
                  <a:pt x="93" y="369"/>
                </a:lnTo>
                <a:lnTo>
                  <a:pt x="92" y="369"/>
                </a:lnTo>
                <a:lnTo>
                  <a:pt x="91" y="369"/>
                </a:lnTo>
                <a:lnTo>
                  <a:pt x="90" y="369"/>
                </a:lnTo>
                <a:lnTo>
                  <a:pt x="89" y="370"/>
                </a:lnTo>
                <a:lnTo>
                  <a:pt x="87" y="369"/>
                </a:lnTo>
                <a:lnTo>
                  <a:pt x="86" y="368"/>
                </a:lnTo>
                <a:lnTo>
                  <a:pt x="84" y="366"/>
                </a:lnTo>
                <a:lnTo>
                  <a:pt x="83" y="365"/>
                </a:lnTo>
                <a:lnTo>
                  <a:pt x="82" y="364"/>
                </a:lnTo>
                <a:lnTo>
                  <a:pt x="82" y="362"/>
                </a:lnTo>
                <a:lnTo>
                  <a:pt x="81" y="362"/>
                </a:lnTo>
                <a:lnTo>
                  <a:pt x="80" y="362"/>
                </a:lnTo>
                <a:lnTo>
                  <a:pt x="80" y="363"/>
                </a:lnTo>
                <a:lnTo>
                  <a:pt x="79" y="363"/>
                </a:lnTo>
                <a:lnTo>
                  <a:pt x="79" y="362"/>
                </a:lnTo>
                <a:lnTo>
                  <a:pt x="78" y="362"/>
                </a:lnTo>
                <a:lnTo>
                  <a:pt x="77" y="362"/>
                </a:lnTo>
                <a:lnTo>
                  <a:pt x="75" y="362"/>
                </a:lnTo>
                <a:lnTo>
                  <a:pt x="74" y="361"/>
                </a:lnTo>
                <a:lnTo>
                  <a:pt x="72" y="359"/>
                </a:lnTo>
                <a:lnTo>
                  <a:pt x="72" y="358"/>
                </a:lnTo>
                <a:lnTo>
                  <a:pt x="73" y="358"/>
                </a:lnTo>
                <a:lnTo>
                  <a:pt x="74" y="357"/>
                </a:lnTo>
                <a:lnTo>
                  <a:pt x="74" y="356"/>
                </a:lnTo>
                <a:lnTo>
                  <a:pt x="74" y="355"/>
                </a:lnTo>
                <a:lnTo>
                  <a:pt x="75" y="354"/>
                </a:lnTo>
                <a:lnTo>
                  <a:pt x="75" y="353"/>
                </a:lnTo>
                <a:lnTo>
                  <a:pt x="76" y="352"/>
                </a:lnTo>
                <a:lnTo>
                  <a:pt x="78" y="352"/>
                </a:lnTo>
                <a:lnTo>
                  <a:pt x="78" y="351"/>
                </a:lnTo>
                <a:lnTo>
                  <a:pt x="78" y="350"/>
                </a:lnTo>
                <a:lnTo>
                  <a:pt x="79" y="349"/>
                </a:lnTo>
                <a:lnTo>
                  <a:pt x="79" y="348"/>
                </a:lnTo>
                <a:lnTo>
                  <a:pt x="80" y="347"/>
                </a:lnTo>
                <a:lnTo>
                  <a:pt x="79" y="346"/>
                </a:lnTo>
                <a:lnTo>
                  <a:pt x="78" y="346"/>
                </a:lnTo>
                <a:lnTo>
                  <a:pt x="78" y="345"/>
                </a:lnTo>
                <a:lnTo>
                  <a:pt x="77" y="345"/>
                </a:lnTo>
                <a:lnTo>
                  <a:pt x="77" y="344"/>
                </a:lnTo>
                <a:lnTo>
                  <a:pt x="78" y="343"/>
                </a:lnTo>
                <a:lnTo>
                  <a:pt x="79" y="342"/>
                </a:lnTo>
                <a:lnTo>
                  <a:pt x="79" y="341"/>
                </a:lnTo>
                <a:lnTo>
                  <a:pt x="79" y="340"/>
                </a:lnTo>
                <a:lnTo>
                  <a:pt x="78" y="339"/>
                </a:lnTo>
                <a:lnTo>
                  <a:pt x="79" y="338"/>
                </a:lnTo>
                <a:lnTo>
                  <a:pt x="79" y="337"/>
                </a:lnTo>
                <a:lnTo>
                  <a:pt x="78" y="337"/>
                </a:lnTo>
                <a:lnTo>
                  <a:pt x="78" y="336"/>
                </a:lnTo>
                <a:lnTo>
                  <a:pt x="78" y="335"/>
                </a:lnTo>
                <a:lnTo>
                  <a:pt x="78" y="334"/>
                </a:lnTo>
                <a:lnTo>
                  <a:pt x="77" y="333"/>
                </a:lnTo>
                <a:lnTo>
                  <a:pt x="76" y="332"/>
                </a:lnTo>
                <a:lnTo>
                  <a:pt x="77" y="331"/>
                </a:lnTo>
                <a:lnTo>
                  <a:pt x="76" y="330"/>
                </a:lnTo>
                <a:lnTo>
                  <a:pt x="77" y="329"/>
                </a:lnTo>
                <a:lnTo>
                  <a:pt x="78" y="328"/>
                </a:lnTo>
                <a:lnTo>
                  <a:pt x="79" y="328"/>
                </a:lnTo>
                <a:lnTo>
                  <a:pt x="79" y="326"/>
                </a:lnTo>
                <a:lnTo>
                  <a:pt x="79" y="325"/>
                </a:lnTo>
                <a:lnTo>
                  <a:pt x="80" y="325"/>
                </a:lnTo>
                <a:lnTo>
                  <a:pt x="80" y="324"/>
                </a:lnTo>
                <a:lnTo>
                  <a:pt x="80" y="323"/>
                </a:lnTo>
                <a:lnTo>
                  <a:pt x="80" y="322"/>
                </a:lnTo>
                <a:lnTo>
                  <a:pt x="80" y="321"/>
                </a:lnTo>
                <a:lnTo>
                  <a:pt x="80" y="320"/>
                </a:lnTo>
                <a:lnTo>
                  <a:pt x="80" y="319"/>
                </a:lnTo>
                <a:lnTo>
                  <a:pt x="80" y="318"/>
                </a:lnTo>
                <a:lnTo>
                  <a:pt x="81" y="316"/>
                </a:lnTo>
                <a:lnTo>
                  <a:pt x="81" y="315"/>
                </a:lnTo>
                <a:lnTo>
                  <a:pt x="80" y="314"/>
                </a:lnTo>
                <a:lnTo>
                  <a:pt x="79" y="313"/>
                </a:lnTo>
                <a:lnTo>
                  <a:pt x="78" y="313"/>
                </a:lnTo>
                <a:lnTo>
                  <a:pt x="77" y="312"/>
                </a:lnTo>
                <a:lnTo>
                  <a:pt x="78" y="310"/>
                </a:lnTo>
                <a:lnTo>
                  <a:pt x="78" y="309"/>
                </a:lnTo>
                <a:lnTo>
                  <a:pt x="79" y="309"/>
                </a:lnTo>
                <a:lnTo>
                  <a:pt x="79" y="308"/>
                </a:lnTo>
                <a:lnTo>
                  <a:pt x="79" y="307"/>
                </a:lnTo>
                <a:lnTo>
                  <a:pt x="79" y="306"/>
                </a:lnTo>
                <a:lnTo>
                  <a:pt x="79" y="304"/>
                </a:lnTo>
                <a:lnTo>
                  <a:pt x="79" y="302"/>
                </a:lnTo>
                <a:lnTo>
                  <a:pt x="79" y="301"/>
                </a:lnTo>
                <a:lnTo>
                  <a:pt x="78" y="300"/>
                </a:lnTo>
                <a:lnTo>
                  <a:pt x="78" y="301"/>
                </a:lnTo>
                <a:lnTo>
                  <a:pt x="78" y="302"/>
                </a:lnTo>
                <a:lnTo>
                  <a:pt x="77" y="302"/>
                </a:lnTo>
                <a:lnTo>
                  <a:pt x="76" y="303"/>
                </a:lnTo>
                <a:lnTo>
                  <a:pt x="76" y="302"/>
                </a:lnTo>
                <a:lnTo>
                  <a:pt x="75" y="302"/>
                </a:lnTo>
                <a:lnTo>
                  <a:pt x="74" y="301"/>
                </a:lnTo>
                <a:lnTo>
                  <a:pt x="74" y="300"/>
                </a:lnTo>
                <a:lnTo>
                  <a:pt x="73" y="299"/>
                </a:lnTo>
                <a:lnTo>
                  <a:pt x="73" y="300"/>
                </a:lnTo>
                <a:lnTo>
                  <a:pt x="72" y="300"/>
                </a:lnTo>
                <a:lnTo>
                  <a:pt x="72" y="301"/>
                </a:lnTo>
                <a:lnTo>
                  <a:pt x="71" y="301"/>
                </a:lnTo>
                <a:lnTo>
                  <a:pt x="70" y="301"/>
                </a:lnTo>
                <a:lnTo>
                  <a:pt x="69" y="302"/>
                </a:lnTo>
                <a:lnTo>
                  <a:pt x="67" y="302"/>
                </a:lnTo>
                <a:lnTo>
                  <a:pt x="66" y="302"/>
                </a:lnTo>
                <a:lnTo>
                  <a:pt x="65" y="302"/>
                </a:lnTo>
                <a:lnTo>
                  <a:pt x="64" y="301"/>
                </a:lnTo>
                <a:lnTo>
                  <a:pt x="64" y="300"/>
                </a:lnTo>
                <a:lnTo>
                  <a:pt x="64" y="299"/>
                </a:lnTo>
                <a:lnTo>
                  <a:pt x="63" y="300"/>
                </a:lnTo>
                <a:lnTo>
                  <a:pt x="62" y="300"/>
                </a:lnTo>
                <a:lnTo>
                  <a:pt x="62" y="299"/>
                </a:lnTo>
                <a:lnTo>
                  <a:pt x="63" y="298"/>
                </a:lnTo>
                <a:lnTo>
                  <a:pt x="62" y="297"/>
                </a:lnTo>
                <a:lnTo>
                  <a:pt x="62" y="296"/>
                </a:lnTo>
                <a:lnTo>
                  <a:pt x="61" y="295"/>
                </a:lnTo>
                <a:lnTo>
                  <a:pt x="61" y="294"/>
                </a:lnTo>
                <a:lnTo>
                  <a:pt x="62" y="293"/>
                </a:lnTo>
                <a:lnTo>
                  <a:pt x="63" y="292"/>
                </a:lnTo>
                <a:lnTo>
                  <a:pt x="63" y="291"/>
                </a:lnTo>
                <a:lnTo>
                  <a:pt x="61" y="289"/>
                </a:lnTo>
                <a:lnTo>
                  <a:pt x="60" y="288"/>
                </a:lnTo>
                <a:lnTo>
                  <a:pt x="59" y="288"/>
                </a:lnTo>
                <a:lnTo>
                  <a:pt x="59" y="287"/>
                </a:lnTo>
                <a:lnTo>
                  <a:pt x="59" y="288"/>
                </a:lnTo>
                <a:lnTo>
                  <a:pt x="58" y="288"/>
                </a:lnTo>
                <a:lnTo>
                  <a:pt x="58" y="289"/>
                </a:lnTo>
                <a:lnTo>
                  <a:pt x="57" y="289"/>
                </a:lnTo>
                <a:lnTo>
                  <a:pt x="57" y="290"/>
                </a:lnTo>
                <a:lnTo>
                  <a:pt x="56" y="290"/>
                </a:lnTo>
                <a:lnTo>
                  <a:pt x="56" y="291"/>
                </a:lnTo>
                <a:lnTo>
                  <a:pt x="56" y="292"/>
                </a:lnTo>
                <a:lnTo>
                  <a:pt x="56" y="291"/>
                </a:lnTo>
                <a:lnTo>
                  <a:pt x="55" y="290"/>
                </a:lnTo>
                <a:lnTo>
                  <a:pt x="55" y="288"/>
                </a:lnTo>
                <a:lnTo>
                  <a:pt x="54" y="287"/>
                </a:lnTo>
                <a:lnTo>
                  <a:pt x="53" y="286"/>
                </a:lnTo>
                <a:lnTo>
                  <a:pt x="52" y="286"/>
                </a:lnTo>
                <a:lnTo>
                  <a:pt x="51" y="286"/>
                </a:lnTo>
                <a:lnTo>
                  <a:pt x="51" y="285"/>
                </a:lnTo>
                <a:lnTo>
                  <a:pt x="51" y="284"/>
                </a:lnTo>
                <a:lnTo>
                  <a:pt x="51" y="283"/>
                </a:lnTo>
                <a:lnTo>
                  <a:pt x="51" y="282"/>
                </a:lnTo>
                <a:lnTo>
                  <a:pt x="51" y="281"/>
                </a:lnTo>
                <a:lnTo>
                  <a:pt x="52" y="280"/>
                </a:lnTo>
                <a:lnTo>
                  <a:pt x="51" y="279"/>
                </a:lnTo>
                <a:lnTo>
                  <a:pt x="51" y="278"/>
                </a:lnTo>
                <a:lnTo>
                  <a:pt x="50" y="278"/>
                </a:lnTo>
                <a:lnTo>
                  <a:pt x="50" y="279"/>
                </a:lnTo>
                <a:lnTo>
                  <a:pt x="49" y="279"/>
                </a:lnTo>
                <a:lnTo>
                  <a:pt x="48" y="279"/>
                </a:lnTo>
                <a:lnTo>
                  <a:pt x="48" y="280"/>
                </a:lnTo>
                <a:lnTo>
                  <a:pt x="47" y="280"/>
                </a:lnTo>
                <a:lnTo>
                  <a:pt x="47" y="281"/>
                </a:lnTo>
                <a:lnTo>
                  <a:pt x="46" y="281"/>
                </a:lnTo>
                <a:lnTo>
                  <a:pt x="46" y="282"/>
                </a:lnTo>
                <a:lnTo>
                  <a:pt x="45" y="283"/>
                </a:lnTo>
                <a:lnTo>
                  <a:pt x="45" y="282"/>
                </a:lnTo>
                <a:lnTo>
                  <a:pt x="45" y="281"/>
                </a:lnTo>
                <a:lnTo>
                  <a:pt x="44" y="281"/>
                </a:lnTo>
                <a:lnTo>
                  <a:pt x="44" y="282"/>
                </a:lnTo>
                <a:lnTo>
                  <a:pt x="43" y="282"/>
                </a:lnTo>
                <a:lnTo>
                  <a:pt x="43" y="281"/>
                </a:lnTo>
                <a:lnTo>
                  <a:pt x="43" y="280"/>
                </a:lnTo>
                <a:lnTo>
                  <a:pt x="43" y="279"/>
                </a:lnTo>
                <a:lnTo>
                  <a:pt x="43" y="278"/>
                </a:lnTo>
                <a:lnTo>
                  <a:pt x="42" y="278"/>
                </a:lnTo>
                <a:lnTo>
                  <a:pt x="42" y="277"/>
                </a:lnTo>
                <a:lnTo>
                  <a:pt x="42" y="276"/>
                </a:lnTo>
                <a:lnTo>
                  <a:pt x="42" y="275"/>
                </a:lnTo>
                <a:lnTo>
                  <a:pt x="41" y="275"/>
                </a:lnTo>
                <a:lnTo>
                  <a:pt x="41" y="274"/>
                </a:lnTo>
                <a:lnTo>
                  <a:pt x="41" y="273"/>
                </a:lnTo>
                <a:lnTo>
                  <a:pt x="41" y="272"/>
                </a:lnTo>
                <a:lnTo>
                  <a:pt x="42" y="272"/>
                </a:lnTo>
                <a:lnTo>
                  <a:pt x="42" y="270"/>
                </a:lnTo>
                <a:lnTo>
                  <a:pt x="41" y="270"/>
                </a:lnTo>
                <a:lnTo>
                  <a:pt x="41" y="269"/>
                </a:lnTo>
                <a:lnTo>
                  <a:pt x="40" y="269"/>
                </a:lnTo>
                <a:lnTo>
                  <a:pt x="41" y="269"/>
                </a:lnTo>
                <a:lnTo>
                  <a:pt x="41" y="268"/>
                </a:lnTo>
                <a:lnTo>
                  <a:pt x="40" y="267"/>
                </a:lnTo>
                <a:lnTo>
                  <a:pt x="39" y="267"/>
                </a:lnTo>
                <a:lnTo>
                  <a:pt x="39" y="266"/>
                </a:lnTo>
                <a:lnTo>
                  <a:pt x="39" y="265"/>
                </a:lnTo>
                <a:lnTo>
                  <a:pt x="39" y="264"/>
                </a:lnTo>
                <a:lnTo>
                  <a:pt x="39" y="263"/>
                </a:lnTo>
                <a:lnTo>
                  <a:pt x="39" y="262"/>
                </a:lnTo>
                <a:lnTo>
                  <a:pt x="39" y="261"/>
                </a:lnTo>
                <a:lnTo>
                  <a:pt x="38" y="261"/>
                </a:lnTo>
                <a:lnTo>
                  <a:pt x="38" y="260"/>
                </a:lnTo>
                <a:lnTo>
                  <a:pt x="38" y="259"/>
                </a:lnTo>
                <a:lnTo>
                  <a:pt x="38" y="258"/>
                </a:lnTo>
                <a:lnTo>
                  <a:pt x="38" y="257"/>
                </a:lnTo>
                <a:lnTo>
                  <a:pt x="39" y="257"/>
                </a:lnTo>
                <a:lnTo>
                  <a:pt x="39" y="256"/>
                </a:lnTo>
                <a:lnTo>
                  <a:pt x="39" y="255"/>
                </a:lnTo>
                <a:lnTo>
                  <a:pt x="38" y="255"/>
                </a:lnTo>
                <a:lnTo>
                  <a:pt x="38" y="254"/>
                </a:lnTo>
                <a:lnTo>
                  <a:pt x="39" y="254"/>
                </a:lnTo>
                <a:lnTo>
                  <a:pt x="39" y="252"/>
                </a:lnTo>
                <a:lnTo>
                  <a:pt x="39" y="251"/>
                </a:lnTo>
                <a:lnTo>
                  <a:pt x="39" y="250"/>
                </a:lnTo>
                <a:lnTo>
                  <a:pt x="39" y="249"/>
                </a:lnTo>
                <a:lnTo>
                  <a:pt x="40" y="250"/>
                </a:lnTo>
                <a:lnTo>
                  <a:pt x="41" y="250"/>
                </a:lnTo>
                <a:lnTo>
                  <a:pt x="42" y="250"/>
                </a:lnTo>
                <a:lnTo>
                  <a:pt x="42" y="249"/>
                </a:lnTo>
                <a:lnTo>
                  <a:pt x="42" y="248"/>
                </a:lnTo>
                <a:lnTo>
                  <a:pt x="43" y="248"/>
                </a:lnTo>
                <a:lnTo>
                  <a:pt x="43" y="247"/>
                </a:lnTo>
                <a:lnTo>
                  <a:pt x="43" y="246"/>
                </a:lnTo>
                <a:lnTo>
                  <a:pt x="44" y="246"/>
                </a:lnTo>
                <a:lnTo>
                  <a:pt x="44" y="245"/>
                </a:lnTo>
                <a:lnTo>
                  <a:pt x="44" y="244"/>
                </a:lnTo>
                <a:lnTo>
                  <a:pt x="45" y="244"/>
                </a:lnTo>
                <a:lnTo>
                  <a:pt x="45" y="243"/>
                </a:lnTo>
                <a:lnTo>
                  <a:pt x="46" y="243"/>
                </a:lnTo>
                <a:lnTo>
                  <a:pt x="47" y="242"/>
                </a:lnTo>
                <a:lnTo>
                  <a:pt x="47" y="241"/>
                </a:lnTo>
                <a:lnTo>
                  <a:pt x="48" y="240"/>
                </a:lnTo>
                <a:lnTo>
                  <a:pt x="49" y="240"/>
                </a:lnTo>
                <a:lnTo>
                  <a:pt x="50" y="239"/>
                </a:lnTo>
                <a:lnTo>
                  <a:pt x="50" y="238"/>
                </a:lnTo>
                <a:lnTo>
                  <a:pt x="52" y="236"/>
                </a:lnTo>
                <a:lnTo>
                  <a:pt x="53" y="236"/>
                </a:lnTo>
                <a:lnTo>
                  <a:pt x="53" y="235"/>
                </a:lnTo>
                <a:lnTo>
                  <a:pt x="53" y="234"/>
                </a:lnTo>
                <a:lnTo>
                  <a:pt x="52" y="234"/>
                </a:lnTo>
                <a:lnTo>
                  <a:pt x="53" y="234"/>
                </a:lnTo>
                <a:lnTo>
                  <a:pt x="53" y="233"/>
                </a:lnTo>
                <a:lnTo>
                  <a:pt x="54" y="233"/>
                </a:lnTo>
                <a:lnTo>
                  <a:pt x="55" y="232"/>
                </a:lnTo>
                <a:lnTo>
                  <a:pt x="56" y="231"/>
                </a:lnTo>
                <a:lnTo>
                  <a:pt x="57" y="229"/>
                </a:lnTo>
                <a:lnTo>
                  <a:pt x="57" y="228"/>
                </a:lnTo>
                <a:lnTo>
                  <a:pt x="58" y="227"/>
                </a:lnTo>
                <a:lnTo>
                  <a:pt x="58" y="226"/>
                </a:lnTo>
                <a:lnTo>
                  <a:pt x="59" y="226"/>
                </a:lnTo>
                <a:lnTo>
                  <a:pt x="60" y="225"/>
                </a:lnTo>
                <a:lnTo>
                  <a:pt x="61" y="224"/>
                </a:lnTo>
                <a:lnTo>
                  <a:pt x="61" y="225"/>
                </a:lnTo>
                <a:lnTo>
                  <a:pt x="62" y="225"/>
                </a:lnTo>
                <a:lnTo>
                  <a:pt x="63" y="224"/>
                </a:lnTo>
                <a:lnTo>
                  <a:pt x="64" y="224"/>
                </a:lnTo>
                <a:lnTo>
                  <a:pt x="65" y="224"/>
                </a:lnTo>
                <a:lnTo>
                  <a:pt x="66" y="224"/>
                </a:lnTo>
                <a:lnTo>
                  <a:pt x="67" y="224"/>
                </a:lnTo>
                <a:lnTo>
                  <a:pt x="67" y="223"/>
                </a:lnTo>
                <a:lnTo>
                  <a:pt x="69" y="224"/>
                </a:lnTo>
                <a:lnTo>
                  <a:pt x="70" y="224"/>
                </a:lnTo>
                <a:lnTo>
                  <a:pt x="71" y="223"/>
                </a:lnTo>
                <a:lnTo>
                  <a:pt x="72" y="223"/>
                </a:lnTo>
                <a:lnTo>
                  <a:pt x="73" y="223"/>
                </a:lnTo>
                <a:lnTo>
                  <a:pt x="73" y="222"/>
                </a:lnTo>
                <a:lnTo>
                  <a:pt x="74" y="222"/>
                </a:lnTo>
                <a:lnTo>
                  <a:pt x="75" y="222"/>
                </a:lnTo>
                <a:lnTo>
                  <a:pt x="75" y="223"/>
                </a:lnTo>
                <a:lnTo>
                  <a:pt x="76" y="223"/>
                </a:lnTo>
                <a:lnTo>
                  <a:pt x="78" y="221"/>
                </a:lnTo>
                <a:lnTo>
                  <a:pt x="79" y="220"/>
                </a:lnTo>
                <a:lnTo>
                  <a:pt x="80" y="220"/>
                </a:lnTo>
                <a:lnTo>
                  <a:pt x="81" y="219"/>
                </a:lnTo>
                <a:lnTo>
                  <a:pt x="82" y="219"/>
                </a:lnTo>
                <a:lnTo>
                  <a:pt x="83" y="219"/>
                </a:lnTo>
                <a:lnTo>
                  <a:pt x="82" y="218"/>
                </a:lnTo>
                <a:lnTo>
                  <a:pt x="83" y="218"/>
                </a:lnTo>
                <a:lnTo>
                  <a:pt x="84" y="217"/>
                </a:lnTo>
                <a:lnTo>
                  <a:pt x="85" y="217"/>
                </a:lnTo>
                <a:lnTo>
                  <a:pt x="85" y="218"/>
                </a:lnTo>
                <a:lnTo>
                  <a:pt x="87" y="218"/>
                </a:lnTo>
                <a:lnTo>
                  <a:pt x="88" y="218"/>
                </a:lnTo>
                <a:lnTo>
                  <a:pt x="88" y="217"/>
                </a:lnTo>
                <a:lnTo>
                  <a:pt x="89" y="217"/>
                </a:lnTo>
                <a:lnTo>
                  <a:pt x="89" y="215"/>
                </a:lnTo>
                <a:lnTo>
                  <a:pt x="89" y="214"/>
                </a:lnTo>
                <a:lnTo>
                  <a:pt x="88" y="212"/>
                </a:lnTo>
                <a:lnTo>
                  <a:pt x="87" y="212"/>
                </a:lnTo>
                <a:lnTo>
                  <a:pt x="87" y="211"/>
                </a:lnTo>
                <a:lnTo>
                  <a:pt x="87" y="210"/>
                </a:lnTo>
                <a:lnTo>
                  <a:pt x="88" y="210"/>
                </a:lnTo>
                <a:lnTo>
                  <a:pt x="89" y="210"/>
                </a:lnTo>
                <a:lnTo>
                  <a:pt x="89" y="209"/>
                </a:lnTo>
                <a:lnTo>
                  <a:pt x="88" y="208"/>
                </a:lnTo>
                <a:lnTo>
                  <a:pt x="88" y="207"/>
                </a:lnTo>
                <a:lnTo>
                  <a:pt x="89" y="206"/>
                </a:lnTo>
                <a:lnTo>
                  <a:pt x="89" y="205"/>
                </a:lnTo>
                <a:lnTo>
                  <a:pt x="89" y="204"/>
                </a:lnTo>
                <a:lnTo>
                  <a:pt x="88" y="204"/>
                </a:lnTo>
                <a:lnTo>
                  <a:pt x="87" y="203"/>
                </a:lnTo>
                <a:lnTo>
                  <a:pt x="87" y="202"/>
                </a:lnTo>
                <a:lnTo>
                  <a:pt x="88" y="201"/>
                </a:lnTo>
                <a:lnTo>
                  <a:pt x="88" y="200"/>
                </a:lnTo>
                <a:lnTo>
                  <a:pt x="88" y="199"/>
                </a:lnTo>
                <a:lnTo>
                  <a:pt x="88" y="197"/>
                </a:lnTo>
                <a:lnTo>
                  <a:pt x="88" y="196"/>
                </a:lnTo>
                <a:lnTo>
                  <a:pt x="88" y="195"/>
                </a:lnTo>
                <a:lnTo>
                  <a:pt x="87" y="195"/>
                </a:lnTo>
                <a:lnTo>
                  <a:pt x="89" y="193"/>
                </a:lnTo>
                <a:lnTo>
                  <a:pt x="90" y="192"/>
                </a:lnTo>
                <a:lnTo>
                  <a:pt x="91" y="192"/>
                </a:lnTo>
                <a:lnTo>
                  <a:pt x="91" y="193"/>
                </a:lnTo>
                <a:lnTo>
                  <a:pt x="92" y="192"/>
                </a:lnTo>
                <a:lnTo>
                  <a:pt x="93" y="191"/>
                </a:lnTo>
                <a:lnTo>
                  <a:pt x="94" y="191"/>
                </a:lnTo>
                <a:lnTo>
                  <a:pt x="95" y="190"/>
                </a:lnTo>
                <a:lnTo>
                  <a:pt x="96" y="189"/>
                </a:lnTo>
                <a:lnTo>
                  <a:pt x="97" y="190"/>
                </a:lnTo>
                <a:lnTo>
                  <a:pt x="98" y="190"/>
                </a:lnTo>
                <a:lnTo>
                  <a:pt x="99" y="191"/>
                </a:lnTo>
                <a:lnTo>
                  <a:pt x="100" y="192"/>
                </a:lnTo>
                <a:lnTo>
                  <a:pt x="100" y="193"/>
                </a:lnTo>
                <a:lnTo>
                  <a:pt x="101" y="195"/>
                </a:lnTo>
                <a:lnTo>
                  <a:pt x="101" y="196"/>
                </a:lnTo>
                <a:lnTo>
                  <a:pt x="102" y="196"/>
                </a:lnTo>
                <a:lnTo>
                  <a:pt x="103" y="197"/>
                </a:lnTo>
                <a:lnTo>
                  <a:pt x="104" y="197"/>
                </a:lnTo>
                <a:lnTo>
                  <a:pt x="104" y="198"/>
                </a:lnTo>
                <a:lnTo>
                  <a:pt x="105" y="198"/>
                </a:lnTo>
                <a:lnTo>
                  <a:pt x="105" y="197"/>
                </a:lnTo>
                <a:lnTo>
                  <a:pt x="106" y="197"/>
                </a:lnTo>
                <a:lnTo>
                  <a:pt x="107" y="197"/>
                </a:lnTo>
                <a:lnTo>
                  <a:pt x="108" y="197"/>
                </a:lnTo>
                <a:lnTo>
                  <a:pt x="109" y="197"/>
                </a:lnTo>
                <a:lnTo>
                  <a:pt x="110" y="196"/>
                </a:lnTo>
                <a:lnTo>
                  <a:pt x="111" y="195"/>
                </a:lnTo>
                <a:lnTo>
                  <a:pt x="111" y="194"/>
                </a:lnTo>
                <a:lnTo>
                  <a:pt x="112" y="194"/>
                </a:lnTo>
                <a:lnTo>
                  <a:pt x="113" y="193"/>
                </a:lnTo>
                <a:lnTo>
                  <a:pt x="113" y="194"/>
                </a:lnTo>
                <a:lnTo>
                  <a:pt x="114" y="194"/>
                </a:lnTo>
                <a:lnTo>
                  <a:pt x="115" y="193"/>
                </a:lnTo>
                <a:lnTo>
                  <a:pt x="116" y="194"/>
                </a:lnTo>
                <a:lnTo>
                  <a:pt x="117" y="193"/>
                </a:lnTo>
                <a:lnTo>
                  <a:pt x="118" y="193"/>
                </a:lnTo>
                <a:lnTo>
                  <a:pt x="119" y="192"/>
                </a:lnTo>
                <a:lnTo>
                  <a:pt x="120" y="192"/>
                </a:lnTo>
                <a:lnTo>
                  <a:pt x="120" y="191"/>
                </a:lnTo>
                <a:lnTo>
                  <a:pt x="120" y="190"/>
                </a:lnTo>
                <a:lnTo>
                  <a:pt x="121" y="191"/>
                </a:lnTo>
                <a:lnTo>
                  <a:pt x="122" y="192"/>
                </a:lnTo>
                <a:lnTo>
                  <a:pt x="121" y="192"/>
                </a:lnTo>
                <a:lnTo>
                  <a:pt x="120" y="192"/>
                </a:lnTo>
                <a:lnTo>
                  <a:pt x="120" y="193"/>
                </a:lnTo>
                <a:lnTo>
                  <a:pt x="122" y="193"/>
                </a:lnTo>
                <a:lnTo>
                  <a:pt x="123" y="193"/>
                </a:lnTo>
                <a:lnTo>
                  <a:pt x="122" y="194"/>
                </a:lnTo>
                <a:lnTo>
                  <a:pt x="123" y="195"/>
                </a:lnTo>
                <a:lnTo>
                  <a:pt x="124" y="196"/>
                </a:lnTo>
                <a:lnTo>
                  <a:pt x="125" y="196"/>
                </a:lnTo>
                <a:lnTo>
                  <a:pt x="125" y="195"/>
                </a:lnTo>
                <a:lnTo>
                  <a:pt x="127" y="194"/>
                </a:lnTo>
                <a:lnTo>
                  <a:pt x="128" y="194"/>
                </a:lnTo>
                <a:lnTo>
                  <a:pt x="129" y="194"/>
                </a:lnTo>
                <a:lnTo>
                  <a:pt x="130" y="194"/>
                </a:lnTo>
                <a:lnTo>
                  <a:pt x="131" y="194"/>
                </a:lnTo>
                <a:lnTo>
                  <a:pt x="131" y="195"/>
                </a:lnTo>
                <a:lnTo>
                  <a:pt x="133" y="195"/>
                </a:lnTo>
                <a:lnTo>
                  <a:pt x="135" y="193"/>
                </a:lnTo>
                <a:lnTo>
                  <a:pt x="136" y="193"/>
                </a:lnTo>
                <a:lnTo>
                  <a:pt x="137" y="193"/>
                </a:lnTo>
                <a:lnTo>
                  <a:pt x="138" y="193"/>
                </a:lnTo>
                <a:lnTo>
                  <a:pt x="139" y="192"/>
                </a:lnTo>
                <a:lnTo>
                  <a:pt x="139" y="191"/>
                </a:lnTo>
                <a:lnTo>
                  <a:pt x="140" y="190"/>
                </a:lnTo>
                <a:lnTo>
                  <a:pt x="140" y="189"/>
                </a:lnTo>
                <a:lnTo>
                  <a:pt x="141" y="190"/>
                </a:lnTo>
                <a:lnTo>
                  <a:pt x="142" y="190"/>
                </a:lnTo>
                <a:lnTo>
                  <a:pt x="143" y="189"/>
                </a:lnTo>
                <a:lnTo>
                  <a:pt x="144" y="188"/>
                </a:lnTo>
                <a:lnTo>
                  <a:pt x="145" y="188"/>
                </a:lnTo>
                <a:lnTo>
                  <a:pt x="146" y="187"/>
                </a:lnTo>
                <a:lnTo>
                  <a:pt x="147" y="186"/>
                </a:lnTo>
                <a:lnTo>
                  <a:pt x="148" y="186"/>
                </a:lnTo>
                <a:lnTo>
                  <a:pt x="149" y="185"/>
                </a:lnTo>
                <a:lnTo>
                  <a:pt x="149" y="184"/>
                </a:lnTo>
                <a:lnTo>
                  <a:pt x="149" y="183"/>
                </a:lnTo>
                <a:lnTo>
                  <a:pt x="150" y="182"/>
                </a:lnTo>
                <a:lnTo>
                  <a:pt x="151" y="181"/>
                </a:lnTo>
                <a:lnTo>
                  <a:pt x="152" y="181"/>
                </a:lnTo>
                <a:lnTo>
                  <a:pt x="153" y="181"/>
                </a:lnTo>
                <a:lnTo>
                  <a:pt x="154" y="181"/>
                </a:lnTo>
                <a:lnTo>
                  <a:pt x="155" y="181"/>
                </a:lnTo>
                <a:lnTo>
                  <a:pt x="156" y="180"/>
                </a:lnTo>
                <a:lnTo>
                  <a:pt x="156" y="179"/>
                </a:lnTo>
                <a:lnTo>
                  <a:pt x="157" y="179"/>
                </a:lnTo>
                <a:lnTo>
                  <a:pt x="157" y="178"/>
                </a:lnTo>
                <a:lnTo>
                  <a:pt x="158" y="178"/>
                </a:lnTo>
                <a:lnTo>
                  <a:pt x="158" y="179"/>
                </a:lnTo>
                <a:lnTo>
                  <a:pt x="159" y="178"/>
                </a:lnTo>
                <a:lnTo>
                  <a:pt x="160" y="178"/>
                </a:lnTo>
                <a:lnTo>
                  <a:pt x="161" y="178"/>
                </a:lnTo>
                <a:lnTo>
                  <a:pt x="161" y="179"/>
                </a:lnTo>
                <a:lnTo>
                  <a:pt x="162" y="179"/>
                </a:lnTo>
                <a:lnTo>
                  <a:pt x="164" y="178"/>
                </a:lnTo>
                <a:lnTo>
                  <a:pt x="165" y="178"/>
                </a:lnTo>
                <a:lnTo>
                  <a:pt x="165" y="177"/>
                </a:lnTo>
                <a:lnTo>
                  <a:pt x="166" y="177"/>
                </a:lnTo>
                <a:lnTo>
                  <a:pt x="167" y="177"/>
                </a:lnTo>
                <a:lnTo>
                  <a:pt x="170" y="176"/>
                </a:lnTo>
                <a:lnTo>
                  <a:pt x="171" y="176"/>
                </a:lnTo>
                <a:lnTo>
                  <a:pt x="171" y="177"/>
                </a:lnTo>
                <a:lnTo>
                  <a:pt x="172" y="178"/>
                </a:lnTo>
                <a:lnTo>
                  <a:pt x="172" y="179"/>
                </a:lnTo>
                <a:lnTo>
                  <a:pt x="172" y="181"/>
                </a:lnTo>
                <a:lnTo>
                  <a:pt x="172" y="182"/>
                </a:lnTo>
                <a:lnTo>
                  <a:pt x="173" y="182"/>
                </a:lnTo>
                <a:lnTo>
                  <a:pt x="174" y="182"/>
                </a:lnTo>
                <a:lnTo>
                  <a:pt x="175" y="182"/>
                </a:lnTo>
                <a:lnTo>
                  <a:pt x="176" y="182"/>
                </a:lnTo>
                <a:lnTo>
                  <a:pt x="176" y="181"/>
                </a:lnTo>
                <a:lnTo>
                  <a:pt x="176" y="180"/>
                </a:lnTo>
                <a:lnTo>
                  <a:pt x="177" y="180"/>
                </a:lnTo>
                <a:lnTo>
                  <a:pt x="178" y="179"/>
                </a:lnTo>
                <a:lnTo>
                  <a:pt x="179" y="178"/>
                </a:lnTo>
                <a:lnTo>
                  <a:pt x="181" y="178"/>
                </a:lnTo>
                <a:lnTo>
                  <a:pt x="183" y="178"/>
                </a:lnTo>
                <a:lnTo>
                  <a:pt x="183" y="179"/>
                </a:lnTo>
                <a:lnTo>
                  <a:pt x="183" y="178"/>
                </a:lnTo>
                <a:lnTo>
                  <a:pt x="185" y="177"/>
                </a:lnTo>
                <a:lnTo>
                  <a:pt x="186" y="176"/>
                </a:lnTo>
                <a:lnTo>
                  <a:pt x="187" y="175"/>
                </a:lnTo>
                <a:lnTo>
                  <a:pt x="188" y="175"/>
                </a:lnTo>
                <a:lnTo>
                  <a:pt x="190" y="174"/>
                </a:lnTo>
                <a:lnTo>
                  <a:pt x="190" y="173"/>
                </a:lnTo>
                <a:lnTo>
                  <a:pt x="191" y="173"/>
                </a:lnTo>
                <a:lnTo>
                  <a:pt x="192" y="173"/>
                </a:lnTo>
                <a:lnTo>
                  <a:pt x="193" y="172"/>
                </a:lnTo>
                <a:lnTo>
                  <a:pt x="194" y="172"/>
                </a:lnTo>
                <a:lnTo>
                  <a:pt x="195" y="172"/>
                </a:lnTo>
                <a:lnTo>
                  <a:pt x="196" y="173"/>
                </a:lnTo>
                <a:lnTo>
                  <a:pt x="195" y="174"/>
                </a:lnTo>
                <a:lnTo>
                  <a:pt x="196" y="174"/>
                </a:lnTo>
                <a:lnTo>
                  <a:pt x="197" y="174"/>
                </a:lnTo>
                <a:lnTo>
                  <a:pt x="197" y="173"/>
                </a:lnTo>
                <a:lnTo>
                  <a:pt x="198" y="173"/>
                </a:lnTo>
                <a:lnTo>
                  <a:pt x="199" y="173"/>
                </a:lnTo>
                <a:lnTo>
                  <a:pt x="199" y="172"/>
                </a:lnTo>
                <a:lnTo>
                  <a:pt x="200" y="171"/>
                </a:lnTo>
                <a:lnTo>
                  <a:pt x="200" y="170"/>
                </a:lnTo>
                <a:lnTo>
                  <a:pt x="200" y="169"/>
                </a:lnTo>
                <a:lnTo>
                  <a:pt x="201" y="168"/>
                </a:lnTo>
                <a:lnTo>
                  <a:pt x="202" y="168"/>
                </a:lnTo>
                <a:lnTo>
                  <a:pt x="203" y="169"/>
                </a:lnTo>
                <a:lnTo>
                  <a:pt x="204" y="169"/>
                </a:lnTo>
                <a:lnTo>
                  <a:pt x="204" y="168"/>
                </a:lnTo>
                <a:lnTo>
                  <a:pt x="204" y="167"/>
                </a:lnTo>
                <a:lnTo>
                  <a:pt x="204" y="165"/>
                </a:lnTo>
                <a:lnTo>
                  <a:pt x="204" y="164"/>
                </a:lnTo>
                <a:lnTo>
                  <a:pt x="203" y="162"/>
                </a:lnTo>
                <a:lnTo>
                  <a:pt x="204" y="162"/>
                </a:lnTo>
                <a:lnTo>
                  <a:pt x="205" y="161"/>
                </a:lnTo>
                <a:lnTo>
                  <a:pt x="205" y="160"/>
                </a:lnTo>
                <a:lnTo>
                  <a:pt x="205" y="159"/>
                </a:lnTo>
                <a:lnTo>
                  <a:pt x="205" y="158"/>
                </a:lnTo>
                <a:lnTo>
                  <a:pt x="206" y="158"/>
                </a:lnTo>
                <a:lnTo>
                  <a:pt x="204" y="158"/>
                </a:lnTo>
                <a:lnTo>
                  <a:pt x="204" y="157"/>
                </a:lnTo>
                <a:lnTo>
                  <a:pt x="204" y="156"/>
                </a:lnTo>
                <a:lnTo>
                  <a:pt x="204" y="155"/>
                </a:lnTo>
                <a:lnTo>
                  <a:pt x="205" y="155"/>
                </a:lnTo>
                <a:lnTo>
                  <a:pt x="205" y="154"/>
                </a:lnTo>
                <a:lnTo>
                  <a:pt x="204" y="154"/>
                </a:lnTo>
                <a:lnTo>
                  <a:pt x="202" y="154"/>
                </a:lnTo>
                <a:lnTo>
                  <a:pt x="201" y="155"/>
                </a:lnTo>
                <a:lnTo>
                  <a:pt x="201" y="156"/>
                </a:lnTo>
                <a:lnTo>
                  <a:pt x="200" y="156"/>
                </a:lnTo>
                <a:lnTo>
                  <a:pt x="200" y="157"/>
                </a:lnTo>
                <a:lnTo>
                  <a:pt x="199" y="158"/>
                </a:lnTo>
                <a:lnTo>
                  <a:pt x="201" y="158"/>
                </a:lnTo>
                <a:lnTo>
                  <a:pt x="201" y="159"/>
                </a:lnTo>
                <a:lnTo>
                  <a:pt x="202" y="159"/>
                </a:lnTo>
                <a:lnTo>
                  <a:pt x="202" y="160"/>
                </a:lnTo>
                <a:lnTo>
                  <a:pt x="201" y="160"/>
                </a:lnTo>
                <a:lnTo>
                  <a:pt x="201" y="161"/>
                </a:lnTo>
                <a:lnTo>
                  <a:pt x="201" y="162"/>
                </a:lnTo>
                <a:lnTo>
                  <a:pt x="200" y="162"/>
                </a:lnTo>
                <a:lnTo>
                  <a:pt x="199" y="162"/>
                </a:lnTo>
                <a:lnTo>
                  <a:pt x="199" y="163"/>
                </a:lnTo>
                <a:lnTo>
                  <a:pt x="198" y="163"/>
                </a:lnTo>
                <a:lnTo>
                  <a:pt x="197" y="164"/>
                </a:lnTo>
                <a:lnTo>
                  <a:pt x="196" y="165"/>
                </a:lnTo>
                <a:lnTo>
                  <a:pt x="196" y="164"/>
                </a:lnTo>
                <a:lnTo>
                  <a:pt x="195" y="163"/>
                </a:lnTo>
                <a:lnTo>
                  <a:pt x="195" y="162"/>
                </a:lnTo>
                <a:lnTo>
                  <a:pt x="195" y="161"/>
                </a:lnTo>
                <a:lnTo>
                  <a:pt x="194" y="160"/>
                </a:lnTo>
                <a:lnTo>
                  <a:pt x="194" y="159"/>
                </a:lnTo>
                <a:lnTo>
                  <a:pt x="194" y="158"/>
                </a:lnTo>
                <a:lnTo>
                  <a:pt x="193" y="159"/>
                </a:lnTo>
                <a:lnTo>
                  <a:pt x="192" y="159"/>
                </a:lnTo>
                <a:lnTo>
                  <a:pt x="191" y="159"/>
                </a:lnTo>
                <a:lnTo>
                  <a:pt x="191" y="158"/>
                </a:lnTo>
                <a:lnTo>
                  <a:pt x="191" y="157"/>
                </a:lnTo>
                <a:lnTo>
                  <a:pt x="192" y="156"/>
                </a:lnTo>
                <a:lnTo>
                  <a:pt x="193" y="156"/>
                </a:lnTo>
                <a:lnTo>
                  <a:pt x="193" y="155"/>
                </a:lnTo>
                <a:lnTo>
                  <a:pt x="193" y="154"/>
                </a:lnTo>
                <a:lnTo>
                  <a:pt x="194" y="154"/>
                </a:lnTo>
                <a:lnTo>
                  <a:pt x="195" y="154"/>
                </a:lnTo>
                <a:lnTo>
                  <a:pt x="195" y="153"/>
                </a:lnTo>
                <a:lnTo>
                  <a:pt x="194" y="152"/>
                </a:lnTo>
                <a:lnTo>
                  <a:pt x="195" y="152"/>
                </a:lnTo>
                <a:lnTo>
                  <a:pt x="196" y="152"/>
                </a:lnTo>
                <a:lnTo>
                  <a:pt x="196" y="150"/>
                </a:lnTo>
                <a:lnTo>
                  <a:pt x="196" y="149"/>
                </a:lnTo>
                <a:lnTo>
                  <a:pt x="196" y="148"/>
                </a:lnTo>
                <a:lnTo>
                  <a:pt x="196" y="147"/>
                </a:lnTo>
                <a:lnTo>
                  <a:pt x="196" y="146"/>
                </a:lnTo>
                <a:lnTo>
                  <a:pt x="197" y="145"/>
                </a:lnTo>
                <a:lnTo>
                  <a:pt x="197" y="146"/>
                </a:lnTo>
                <a:lnTo>
                  <a:pt x="198" y="147"/>
                </a:lnTo>
                <a:lnTo>
                  <a:pt x="198" y="148"/>
                </a:lnTo>
                <a:lnTo>
                  <a:pt x="197" y="150"/>
                </a:lnTo>
                <a:lnTo>
                  <a:pt x="200" y="150"/>
                </a:lnTo>
                <a:lnTo>
                  <a:pt x="200" y="149"/>
                </a:lnTo>
                <a:lnTo>
                  <a:pt x="200" y="148"/>
                </a:lnTo>
                <a:lnTo>
                  <a:pt x="201" y="147"/>
                </a:lnTo>
                <a:lnTo>
                  <a:pt x="202" y="147"/>
                </a:lnTo>
                <a:lnTo>
                  <a:pt x="202" y="148"/>
                </a:lnTo>
                <a:lnTo>
                  <a:pt x="202" y="149"/>
                </a:lnTo>
                <a:lnTo>
                  <a:pt x="201" y="150"/>
                </a:lnTo>
                <a:lnTo>
                  <a:pt x="201" y="151"/>
                </a:lnTo>
                <a:lnTo>
                  <a:pt x="202" y="152"/>
                </a:lnTo>
                <a:lnTo>
                  <a:pt x="202" y="151"/>
                </a:lnTo>
                <a:lnTo>
                  <a:pt x="203" y="151"/>
                </a:lnTo>
                <a:lnTo>
                  <a:pt x="204" y="152"/>
                </a:lnTo>
                <a:lnTo>
                  <a:pt x="205" y="152"/>
                </a:lnTo>
                <a:lnTo>
                  <a:pt x="206" y="152"/>
                </a:lnTo>
                <a:lnTo>
                  <a:pt x="206" y="151"/>
                </a:lnTo>
                <a:lnTo>
                  <a:pt x="207" y="151"/>
                </a:lnTo>
                <a:lnTo>
                  <a:pt x="208" y="150"/>
                </a:lnTo>
                <a:lnTo>
                  <a:pt x="208" y="149"/>
                </a:lnTo>
                <a:lnTo>
                  <a:pt x="208" y="148"/>
                </a:lnTo>
                <a:lnTo>
                  <a:pt x="209" y="148"/>
                </a:lnTo>
                <a:lnTo>
                  <a:pt x="210" y="147"/>
                </a:lnTo>
                <a:lnTo>
                  <a:pt x="210" y="146"/>
                </a:lnTo>
                <a:lnTo>
                  <a:pt x="208" y="146"/>
                </a:lnTo>
                <a:lnTo>
                  <a:pt x="208" y="145"/>
                </a:lnTo>
                <a:lnTo>
                  <a:pt x="207" y="145"/>
                </a:lnTo>
                <a:lnTo>
                  <a:pt x="207" y="146"/>
                </a:lnTo>
                <a:lnTo>
                  <a:pt x="206" y="146"/>
                </a:lnTo>
                <a:lnTo>
                  <a:pt x="205" y="145"/>
                </a:lnTo>
                <a:lnTo>
                  <a:pt x="205" y="144"/>
                </a:lnTo>
                <a:lnTo>
                  <a:pt x="205" y="142"/>
                </a:lnTo>
                <a:lnTo>
                  <a:pt x="206" y="142"/>
                </a:lnTo>
                <a:lnTo>
                  <a:pt x="206" y="141"/>
                </a:lnTo>
                <a:lnTo>
                  <a:pt x="206" y="140"/>
                </a:lnTo>
                <a:lnTo>
                  <a:pt x="207" y="140"/>
                </a:lnTo>
                <a:lnTo>
                  <a:pt x="209" y="140"/>
                </a:lnTo>
                <a:lnTo>
                  <a:pt x="209" y="139"/>
                </a:lnTo>
                <a:lnTo>
                  <a:pt x="210" y="138"/>
                </a:lnTo>
                <a:lnTo>
                  <a:pt x="210" y="137"/>
                </a:lnTo>
                <a:lnTo>
                  <a:pt x="211" y="138"/>
                </a:lnTo>
                <a:lnTo>
                  <a:pt x="212" y="138"/>
                </a:lnTo>
                <a:lnTo>
                  <a:pt x="212" y="137"/>
                </a:lnTo>
                <a:lnTo>
                  <a:pt x="213" y="137"/>
                </a:lnTo>
                <a:lnTo>
                  <a:pt x="213" y="136"/>
                </a:lnTo>
                <a:lnTo>
                  <a:pt x="213" y="135"/>
                </a:lnTo>
                <a:lnTo>
                  <a:pt x="214" y="135"/>
                </a:lnTo>
                <a:lnTo>
                  <a:pt x="214" y="136"/>
                </a:lnTo>
                <a:lnTo>
                  <a:pt x="215" y="136"/>
                </a:lnTo>
                <a:lnTo>
                  <a:pt x="216" y="136"/>
                </a:lnTo>
                <a:lnTo>
                  <a:pt x="216" y="137"/>
                </a:lnTo>
                <a:lnTo>
                  <a:pt x="216" y="138"/>
                </a:lnTo>
                <a:lnTo>
                  <a:pt x="217" y="138"/>
                </a:lnTo>
                <a:lnTo>
                  <a:pt x="218" y="138"/>
                </a:lnTo>
                <a:lnTo>
                  <a:pt x="219" y="139"/>
                </a:lnTo>
                <a:lnTo>
                  <a:pt x="219" y="140"/>
                </a:lnTo>
                <a:lnTo>
                  <a:pt x="220" y="140"/>
                </a:lnTo>
                <a:lnTo>
                  <a:pt x="220" y="139"/>
                </a:lnTo>
                <a:lnTo>
                  <a:pt x="221" y="139"/>
                </a:lnTo>
                <a:lnTo>
                  <a:pt x="222" y="138"/>
                </a:lnTo>
                <a:lnTo>
                  <a:pt x="223" y="138"/>
                </a:lnTo>
                <a:lnTo>
                  <a:pt x="223" y="139"/>
                </a:lnTo>
                <a:lnTo>
                  <a:pt x="224" y="139"/>
                </a:lnTo>
                <a:lnTo>
                  <a:pt x="224" y="138"/>
                </a:lnTo>
                <a:lnTo>
                  <a:pt x="226" y="137"/>
                </a:lnTo>
                <a:lnTo>
                  <a:pt x="227" y="137"/>
                </a:lnTo>
                <a:lnTo>
                  <a:pt x="228" y="137"/>
                </a:lnTo>
                <a:lnTo>
                  <a:pt x="228" y="136"/>
                </a:lnTo>
                <a:lnTo>
                  <a:pt x="229" y="136"/>
                </a:lnTo>
                <a:lnTo>
                  <a:pt x="231" y="137"/>
                </a:lnTo>
                <a:lnTo>
                  <a:pt x="231" y="138"/>
                </a:lnTo>
                <a:lnTo>
                  <a:pt x="231" y="139"/>
                </a:lnTo>
                <a:lnTo>
                  <a:pt x="231" y="140"/>
                </a:lnTo>
                <a:lnTo>
                  <a:pt x="231" y="141"/>
                </a:lnTo>
                <a:lnTo>
                  <a:pt x="230" y="141"/>
                </a:lnTo>
                <a:lnTo>
                  <a:pt x="230" y="142"/>
                </a:lnTo>
                <a:lnTo>
                  <a:pt x="229" y="143"/>
                </a:lnTo>
                <a:lnTo>
                  <a:pt x="230" y="144"/>
                </a:lnTo>
                <a:lnTo>
                  <a:pt x="230" y="145"/>
                </a:lnTo>
                <a:lnTo>
                  <a:pt x="231" y="145"/>
                </a:lnTo>
                <a:lnTo>
                  <a:pt x="231" y="144"/>
                </a:lnTo>
                <a:lnTo>
                  <a:pt x="232" y="144"/>
                </a:lnTo>
                <a:lnTo>
                  <a:pt x="233" y="145"/>
                </a:lnTo>
                <a:lnTo>
                  <a:pt x="235" y="145"/>
                </a:lnTo>
                <a:lnTo>
                  <a:pt x="237" y="146"/>
                </a:lnTo>
                <a:lnTo>
                  <a:pt x="238" y="145"/>
                </a:lnTo>
                <a:lnTo>
                  <a:pt x="239" y="145"/>
                </a:lnTo>
                <a:lnTo>
                  <a:pt x="240" y="146"/>
                </a:lnTo>
                <a:lnTo>
                  <a:pt x="242" y="146"/>
                </a:lnTo>
                <a:lnTo>
                  <a:pt x="243" y="145"/>
                </a:lnTo>
                <a:lnTo>
                  <a:pt x="242" y="144"/>
                </a:lnTo>
                <a:lnTo>
                  <a:pt x="242" y="143"/>
                </a:lnTo>
                <a:lnTo>
                  <a:pt x="241" y="142"/>
                </a:lnTo>
                <a:lnTo>
                  <a:pt x="241" y="141"/>
                </a:lnTo>
                <a:lnTo>
                  <a:pt x="240" y="141"/>
                </a:lnTo>
                <a:lnTo>
                  <a:pt x="240" y="140"/>
                </a:lnTo>
                <a:lnTo>
                  <a:pt x="241" y="140"/>
                </a:lnTo>
                <a:lnTo>
                  <a:pt x="241" y="139"/>
                </a:lnTo>
                <a:lnTo>
                  <a:pt x="240" y="138"/>
                </a:lnTo>
                <a:lnTo>
                  <a:pt x="241" y="137"/>
                </a:lnTo>
                <a:lnTo>
                  <a:pt x="241" y="136"/>
                </a:lnTo>
                <a:lnTo>
                  <a:pt x="240" y="136"/>
                </a:lnTo>
                <a:lnTo>
                  <a:pt x="240" y="135"/>
                </a:lnTo>
                <a:lnTo>
                  <a:pt x="241" y="135"/>
                </a:lnTo>
                <a:lnTo>
                  <a:pt x="241" y="134"/>
                </a:lnTo>
                <a:lnTo>
                  <a:pt x="241" y="133"/>
                </a:lnTo>
                <a:lnTo>
                  <a:pt x="240" y="132"/>
                </a:lnTo>
                <a:lnTo>
                  <a:pt x="241" y="130"/>
                </a:lnTo>
                <a:lnTo>
                  <a:pt x="242" y="129"/>
                </a:lnTo>
                <a:lnTo>
                  <a:pt x="244" y="129"/>
                </a:lnTo>
                <a:lnTo>
                  <a:pt x="244" y="128"/>
                </a:lnTo>
                <a:lnTo>
                  <a:pt x="244" y="127"/>
                </a:lnTo>
                <a:lnTo>
                  <a:pt x="243" y="127"/>
                </a:lnTo>
                <a:lnTo>
                  <a:pt x="241" y="126"/>
                </a:lnTo>
                <a:lnTo>
                  <a:pt x="240" y="126"/>
                </a:lnTo>
                <a:lnTo>
                  <a:pt x="240" y="127"/>
                </a:lnTo>
                <a:lnTo>
                  <a:pt x="239" y="127"/>
                </a:lnTo>
                <a:lnTo>
                  <a:pt x="238" y="128"/>
                </a:lnTo>
                <a:lnTo>
                  <a:pt x="237" y="129"/>
                </a:lnTo>
                <a:lnTo>
                  <a:pt x="236" y="129"/>
                </a:lnTo>
                <a:lnTo>
                  <a:pt x="235" y="129"/>
                </a:lnTo>
                <a:lnTo>
                  <a:pt x="235" y="128"/>
                </a:lnTo>
                <a:lnTo>
                  <a:pt x="234" y="129"/>
                </a:lnTo>
                <a:lnTo>
                  <a:pt x="233" y="128"/>
                </a:lnTo>
                <a:lnTo>
                  <a:pt x="234" y="128"/>
                </a:lnTo>
                <a:lnTo>
                  <a:pt x="235" y="127"/>
                </a:lnTo>
                <a:lnTo>
                  <a:pt x="235" y="126"/>
                </a:lnTo>
                <a:lnTo>
                  <a:pt x="235" y="125"/>
                </a:lnTo>
                <a:lnTo>
                  <a:pt x="236" y="125"/>
                </a:lnTo>
                <a:lnTo>
                  <a:pt x="236" y="124"/>
                </a:lnTo>
                <a:lnTo>
                  <a:pt x="236" y="123"/>
                </a:lnTo>
                <a:lnTo>
                  <a:pt x="235" y="123"/>
                </a:lnTo>
                <a:lnTo>
                  <a:pt x="235" y="122"/>
                </a:lnTo>
                <a:lnTo>
                  <a:pt x="236" y="122"/>
                </a:lnTo>
                <a:lnTo>
                  <a:pt x="235" y="121"/>
                </a:lnTo>
                <a:lnTo>
                  <a:pt x="235" y="120"/>
                </a:lnTo>
                <a:lnTo>
                  <a:pt x="236" y="120"/>
                </a:lnTo>
                <a:lnTo>
                  <a:pt x="237" y="119"/>
                </a:lnTo>
                <a:lnTo>
                  <a:pt x="238" y="119"/>
                </a:lnTo>
                <a:lnTo>
                  <a:pt x="237" y="119"/>
                </a:lnTo>
                <a:lnTo>
                  <a:pt x="237" y="118"/>
                </a:lnTo>
                <a:lnTo>
                  <a:pt x="237" y="117"/>
                </a:lnTo>
                <a:lnTo>
                  <a:pt x="236" y="116"/>
                </a:lnTo>
                <a:lnTo>
                  <a:pt x="235" y="117"/>
                </a:lnTo>
                <a:lnTo>
                  <a:pt x="234" y="117"/>
                </a:lnTo>
                <a:lnTo>
                  <a:pt x="233" y="117"/>
                </a:lnTo>
                <a:lnTo>
                  <a:pt x="232" y="116"/>
                </a:lnTo>
                <a:lnTo>
                  <a:pt x="231" y="116"/>
                </a:lnTo>
                <a:lnTo>
                  <a:pt x="231" y="115"/>
                </a:lnTo>
                <a:lnTo>
                  <a:pt x="230" y="115"/>
                </a:lnTo>
                <a:lnTo>
                  <a:pt x="230" y="114"/>
                </a:lnTo>
                <a:lnTo>
                  <a:pt x="231" y="114"/>
                </a:lnTo>
                <a:lnTo>
                  <a:pt x="231" y="113"/>
                </a:lnTo>
                <a:lnTo>
                  <a:pt x="231" y="112"/>
                </a:lnTo>
                <a:lnTo>
                  <a:pt x="231" y="111"/>
                </a:lnTo>
                <a:lnTo>
                  <a:pt x="232" y="111"/>
                </a:lnTo>
                <a:lnTo>
                  <a:pt x="233" y="111"/>
                </a:lnTo>
                <a:lnTo>
                  <a:pt x="234" y="111"/>
                </a:lnTo>
                <a:lnTo>
                  <a:pt x="235" y="111"/>
                </a:lnTo>
                <a:lnTo>
                  <a:pt x="235" y="112"/>
                </a:lnTo>
                <a:lnTo>
                  <a:pt x="237" y="114"/>
                </a:lnTo>
                <a:lnTo>
                  <a:pt x="238" y="115"/>
                </a:lnTo>
                <a:lnTo>
                  <a:pt x="239" y="115"/>
                </a:lnTo>
                <a:lnTo>
                  <a:pt x="240" y="115"/>
                </a:lnTo>
                <a:lnTo>
                  <a:pt x="242" y="115"/>
                </a:lnTo>
                <a:lnTo>
                  <a:pt x="243" y="115"/>
                </a:lnTo>
                <a:lnTo>
                  <a:pt x="247" y="115"/>
                </a:lnTo>
                <a:lnTo>
                  <a:pt x="248" y="115"/>
                </a:lnTo>
                <a:lnTo>
                  <a:pt x="249" y="115"/>
                </a:lnTo>
                <a:lnTo>
                  <a:pt x="250" y="115"/>
                </a:lnTo>
                <a:lnTo>
                  <a:pt x="251" y="115"/>
                </a:lnTo>
                <a:lnTo>
                  <a:pt x="252" y="115"/>
                </a:lnTo>
                <a:lnTo>
                  <a:pt x="253" y="115"/>
                </a:lnTo>
                <a:lnTo>
                  <a:pt x="253" y="114"/>
                </a:lnTo>
                <a:lnTo>
                  <a:pt x="254" y="114"/>
                </a:lnTo>
                <a:lnTo>
                  <a:pt x="255" y="114"/>
                </a:lnTo>
                <a:lnTo>
                  <a:pt x="255" y="113"/>
                </a:lnTo>
                <a:lnTo>
                  <a:pt x="256" y="113"/>
                </a:lnTo>
                <a:lnTo>
                  <a:pt x="257" y="113"/>
                </a:lnTo>
                <a:lnTo>
                  <a:pt x="258" y="113"/>
                </a:lnTo>
                <a:lnTo>
                  <a:pt x="259" y="113"/>
                </a:lnTo>
                <a:lnTo>
                  <a:pt x="260" y="114"/>
                </a:lnTo>
                <a:lnTo>
                  <a:pt x="260" y="115"/>
                </a:lnTo>
                <a:lnTo>
                  <a:pt x="258" y="116"/>
                </a:lnTo>
                <a:lnTo>
                  <a:pt x="257" y="116"/>
                </a:lnTo>
                <a:lnTo>
                  <a:pt x="257" y="117"/>
                </a:lnTo>
                <a:lnTo>
                  <a:pt x="257" y="118"/>
                </a:lnTo>
                <a:lnTo>
                  <a:pt x="258" y="117"/>
                </a:lnTo>
                <a:lnTo>
                  <a:pt x="259" y="119"/>
                </a:lnTo>
                <a:lnTo>
                  <a:pt x="260" y="120"/>
                </a:lnTo>
                <a:lnTo>
                  <a:pt x="261" y="120"/>
                </a:lnTo>
                <a:lnTo>
                  <a:pt x="262" y="120"/>
                </a:lnTo>
                <a:lnTo>
                  <a:pt x="262" y="121"/>
                </a:lnTo>
                <a:lnTo>
                  <a:pt x="263" y="120"/>
                </a:lnTo>
                <a:lnTo>
                  <a:pt x="263" y="119"/>
                </a:lnTo>
                <a:lnTo>
                  <a:pt x="264" y="119"/>
                </a:lnTo>
                <a:lnTo>
                  <a:pt x="264" y="118"/>
                </a:lnTo>
                <a:lnTo>
                  <a:pt x="265" y="117"/>
                </a:lnTo>
                <a:lnTo>
                  <a:pt x="265" y="116"/>
                </a:lnTo>
                <a:lnTo>
                  <a:pt x="266" y="116"/>
                </a:lnTo>
                <a:lnTo>
                  <a:pt x="267" y="117"/>
                </a:lnTo>
                <a:lnTo>
                  <a:pt x="268" y="116"/>
                </a:lnTo>
                <a:lnTo>
                  <a:pt x="269" y="116"/>
                </a:lnTo>
                <a:lnTo>
                  <a:pt x="269" y="115"/>
                </a:lnTo>
                <a:lnTo>
                  <a:pt x="269" y="114"/>
                </a:lnTo>
                <a:lnTo>
                  <a:pt x="270" y="114"/>
                </a:lnTo>
                <a:lnTo>
                  <a:pt x="271" y="113"/>
                </a:lnTo>
                <a:lnTo>
                  <a:pt x="272" y="113"/>
                </a:lnTo>
                <a:lnTo>
                  <a:pt x="272" y="114"/>
                </a:lnTo>
                <a:lnTo>
                  <a:pt x="272" y="113"/>
                </a:lnTo>
                <a:lnTo>
                  <a:pt x="273" y="113"/>
                </a:lnTo>
                <a:lnTo>
                  <a:pt x="274" y="113"/>
                </a:lnTo>
                <a:lnTo>
                  <a:pt x="275" y="113"/>
                </a:lnTo>
                <a:lnTo>
                  <a:pt x="275" y="114"/>
                </a:lnTo>
                <a:lnTo>
                  <a:pt x="275" y="113"/>
                </a:lnTo>
                <a:lnTo>
                  <a:pt x="275" y="112"/>
                </a:lnTo>
                <a:lnTo>
                  <a:pt x="277" y="110"/>
                </a:lnTo>
                <a:lnTo>
                  <a:pt x="278" y="109"/>
                </a:lnTo>
                <a:lnTo>
                  <a:pt x="280" y="107"/>
                </a:lnTo>
                <a:lnTo>
                  <a:pt x="281" y="107"/>
                </a:lnTo>
                <a:lnTo>
                  <a:pt x="281" y="106"/>
                </a:lnTo>
                <a:lnTo>
                  <a:pt x="282" y="106"/>
                </a:lnTo>
                <a:lnTo>
                  <a:pt x="283" y="106"/>
                </a:lnTo>
                <a:lnTo>
                  <a:pt x="284" y="106"/>
                </a:lnTo>
                <a:lnTo>
                  <a:pt x="284" y="104"/>
                </a:lnTo>
                <a:lnTo>
                  <a:pt x="284" y="102"/>
                </a:lnTo>
                <a:lnTo>
                  <a:pt x="285" y="101"/>
                </a:lnTo>
                <a:lnTo>
                  <a:pt x="285" y="100"/>
                </a:lnTo>
                <a:lnTo>
                  <a:pt x="285" y="99"/>
                </a:lnTo>
                <a:lnTo>
                  <a:pt x="286" y="99"/>
                </a:lnTo>
                <a:lnTo>
                  <a:pt x="287" y="99"/>
                </a:lnTo>
                <a:lnTo>
                  <a:pt x="287" y="98"/>
                </a:lnTo>
                <a:lnTo>
                  <a:pt x="287" y="97"/>
                </a:lnTo>
                <a:lnTo>
                  <a:pt x="288" y="96"/>
                </a:lnTo>
                <a:lnTo>
                  <a:pt x="289" y="96"/>
                </a:lnTo>
                <a:lnTo>
                  <a:pt x="290" y="96"/>
                </a:lnTo>
                <a:lnTo>
                  <a:pt x="290" y="95"/>
                </a:lnTo>
                <a:lnTo>
                  <a:pt x="290" y="94"/>
                </a:lnTo>
                <a:lnTo>
                  <a:pt x="291" y="94"/>
                </a:lnTo>
                <a:lnTo>
                  <a:pt x="292" y="94"/>
                </a:lnTo>
                <a:lnTo>
                  <a:pt x="292" y="93"/>
                </a:lnTo>
                <a:lnTo>
                  <a:pt x="293" y="92"/>
                </a:lnTo>
                <a:lnTo>
                  <a:pt x="293" y="91"/>
                </a:lnTo>
                <a:lnTo>
                  <a:pt x="293" y="90"/>
                </a:lnTo>
                <a:lnTo>
                  <a:pt x="293" y="89"/>
                </a:lnTo>
                <a:lnTo>
                  <a:pt x="292" y="88"/>
                </a:lnTo>
                <a:lnTo>
                  <a:pt x="291" y="88"/>
                </a:lnTo>
                <a:lnTo>
                  <a:pt x="291" y="89"/>
                </a:lnTo>
                <a:lnTo>
                  <a:pt x="291" y="90"/>
                </a:lnTo>
                <a:lnTo>
                  <a:pt x="291" y="88"/>
                </a:lnTo>
                <a:lnTo>
                  <a:pt x="290" y="88"/>
                </a:lnTo>
                <a:lnTo>
                  <a:pt x="290" y="87"/>
                </a:lnTo>
                <a:lnTo>
                  <a:pt x="291" y="86"/>
                </a:lnTo>
                <a:lnTo>
                  <a:pt x="292" y="86"/>
                </a:lnTo>
                <a:lnTo>
                  <a:pt x="292" y="85"/>
                </a:lnTo>
                <a:lnTo>
                  <a:pt x="292" y="84"/>
                </a:lnTo>
                <a:lnTo>
                  <a:pt x="291" y="83"/>
                </a:lnTo>
                <a:lnTo>
                  <a:pt x="291" y="82"/>
                </a:lnTo>
                <a:lnTo>
                  <a:pt x="292" y="82"/>
                </a:lnTo>
                <a:lnTo>
                  <a:pt x="292" y="81"/>
                </a:lnTo>
                <a:lnTo>
                  <a:pt x="292" y="80"/>
                </a:lnTo>
                <a:lnTo>
                  <a:pt x="291" y="79"/>
                </a:lnTo>
                <a:lnTo>
                  <a:pt x="290" y="79"/>
                </a:lnTo>
                <a:lnTo>
                  <a:pt x="291" y="78"/>
                </a:lnTo>
                <a:lnTo>
                  <a:pt x="292" y="78"/>
                </a:lnTo>
                <a:lnTo>
                  <a:pt x="293" y="76"/>
                </a:lnTo>
                <a:lnTo>
                  <a:pt x="294" y="76"/>
                </a:lnTo>
                <a:lnTo>
                  <a:pt x="297" y="75"/>
                </a:lnTo>
                <a:lnTo>
                  <a:pt x="297" y="74"/>
                </a:lnTo>
                <a:lnTo>
                  <a:pt x="297" y="73"/>
                </a:lnTo>
                <a:lnTo>
                  <a:pt x="297" y="71"/>
                </a:lnTo>
                <a:lnTo>
                  <a:pt x="298" y="71"/>
                </a:lnTo>
                <a:lnTo>
                  <a:pt x="300" y="71"/>
                </a:lnTo>
                <a:lnTo>
                  <a:pt x="304" y="71"/>
                </a:lnTo>
                <a:lnTo>
                  <a:pt x="308" y="71"/>
                </a:lnTo>
                <a:lnTo>
                  <a:pt x="311" y="70"/>
                </a:lnTo>
                <a:lnTo>
                  <a:pt x="312" y="70"/>
                </a:lnTo>
                <a:lnTo>
                  <a:pt x="313" y="70"/>
                </a:lnTo>
                <a:lnTo>
                  <a:pt x="316" y="70"/>
                </a:lnTo>
                <a:lnTo>
                  <a:pt x="317" y="70"/>
                </a:lnTo>
                <a:lnTo>
                  <a:pt x="318" y="70"/>
                </a:lnTo>
                <a:lnTo>
                  <a:pt x="319" y="70"/>
                </a:lnTo>
                <a:lnTo>
                  <a:pt x="322" y="68"/>
                </a:lnTo>
                <a:lnTo>
                  <a:pt x="325" y="67"/>
                </a:lnTo>
                <a:lnTo>
                  <a:pt x="326" y="67"/>
                </a:lnTo>
                <a:lnTo>
                  <a:pt x="328" y="67"/>
                </a:lnTo>
                <a:lnTo>
                  <a:pt x="330" y="68"/>
                </a:lnTo>
                <a:lnTo>
                  <a:pt x="332" y="69"/>
                </a:lnTo>
                <a:lnTo>
                  <a:pt x="338" y="72"/>
                </a:lnTo>
                <a:lnTo>
                  <a:pt x="339" y="74"/>
                </a:lnTo>
                <a:lnTo>
                  <a:pt x="341" y="74"/>
                </a:lnTo>
                <a:lnTo>
                  <a:pt x="342" y="75"/>
                </a:lnTo>
                <a:lnTo>
                  <a:pt x="344" y="76"/>
                </a:lnTo>
                <a:lnTo>
                  <a:pt x="346" y="78"/>
                </a:lnTo>
                <a:lnTo>
                  <a:pt x="348" y="79"/>
                </a:lnTo>
                <a:lnTo>
                  <a:pt x="349" y="80"/>
                </a:lnTo>
                <a:lnTo>
                  <a:pt x="351" y="80"/>
                </a:lnTo>
                <a:lnTo>
                  <a:pt x="354" y="83"/>
                </a:lnTo>
                <a:lnTo>
                  <a:pt x="355" y="83"/>
                </a:lnTo>
                <a:lnTo>
                  <a:pt x="357" y="84"/>
                </a:lnTo>
                <a:lnTo>
                  <a:pt x="364" y="86"/>
                </a:lnTo>
                <a:lnTo>
                  <a:pt x="366" y="86"/>
                </a:lnTo>
                <a:lnTo>
                  <a:pt x="368" y="87"/>
                </a:lnTo>
                <a:lnTo>
                  <a:pt x="372" y="87"/>
                </a:lnTo>
                <a:lnTo>
                  <a:pt x="373" y="88"/>
                </a:lnTo>
                <a:lnTo>
                  <a:pt x="374" y="87"/>
                </a:lnTo>
                <a:lnTo>
                  <a:pt x="375" y="87"/>
                </a:lnTo>
                <a:lnTo>
                  <a:pt x="377" y="87"/>
                </a:lnTo>
                <a:lnTo>
                  <a:pt x="379" y="86"/>
                </a:lnTo>
                <a:lnTo>
                  <a:pt x="380" y="85"/>
                </a:lnTo>
                <a:lnTo>
                  <a:pt x="385" y="82"/>
                </a:lnTo>
                <a:lnTo>
                  <a:pt x="386" y="82"/>
                </a:lnTo>
                <a:lnTo>
                  <a:pt x="388" y="80"/>
                </a:lnTo>
                <a:lnTo>
                  <a:pt x="389" y="80"/>
                </a:lnTo>
                <a:lnTo>
                  <a:pt x="390" y="80"/>
                </a:lnTo>
                <a:lnTo>
                  <a:pt x="390" y="79"/>
                </a:lnTo>
                <a:lnTo>
                  <a:pt x="391" y="79"/>
                </a:lnTo>
                <a:lnTo>
                  <a:pt x="392" y="79"/>
                </a:lnTo>
                <a:lnTo>
                  <a:pt x="393" y="78"/>
                </a:lnTo>
                <a:lnTo>
                  <a:pt x="393" y="77"/>
                </a:lnTo>
                <a:lnTo>
                  <a:pt x="394" y="77"/>
                </a:lnTo>
                <a:lnTo>
                  <a:pt x="394" y="76"/>
                </a:lnTo>
                <a:lnTo>
                  <a:pt x="395" y="75"/>
                </a:lnTo>
                <a:lnTo>
                  <a:pt x="395" y="74"/>
                </a:lnTo>
                <a:lnTo>
                  <a:pt x="396" y="73"/>
                </a:lnTo>
                <a:lnTo>
                  <a:pt x="396" y="72"/>
                </a:lnTo>
                <a:lnTo>
                  <a:pt x="397" y="71"/>
                </a:lnTo>
                <a:lnTo>
                  <a:pt x="398" y="70"/>
                </a:lnTo>
                <a:lnTo>
                  <a:pt x="402" y="65"/>
                </a:lnTo>
                <a:lnTo>
                  <a:pt x="403" y="64"/>
                </a:lnTo>
                <a:lnTo>
                  <a:pt x="404" y="64"/>
                </a:lnTo>
                <a:lnTo>
                  <a:pt x="405" y="63"/>
                </a:lnTo>
                <a:lnTo>
                  <a:pt x="407" y="62"/>
                </a:lnTo>
                <a:lnTo>
                  <a:pt x="408" y="62"/>
                </a:lnTo>
                <a:lnTo>
                  <a:pt x="408" y="61"/>
                </a:lnTo>
                <a:lnTo>
                  <a:pt x="409" y="61"/>
                </a:lnTo>
                <a:lnTo>
                  <a:pt x="410" y="61"/>
                </a:lnTo>
                <a:lnTo>
                  <a:pt x="411" y="61"/>
                </a:lnTo>
                <a:lnTo>
                  <a:pt x="412" y="61"/>
                </a:lnTo>
                <a:lnTo>
                  <a:pt x="412" y="60"/>
                </a:lnTo>
                <a:lnTo>
                  <a:pt x="413" y="60"/>
                </a:lnTo>
                <a:lnTo>
                  <a:pt x="414" y="60"/>
                </a:lnTo>
                <a:lnTo>
                  <a:pt x="416" y="60"/>
                </a:lnTo>
                <a:lnTo>
                  <a:pt x="418" y="60"/>
                </a:lnTo>
                <a:lnTo>
                  <a:pt x="420" y="60"/>
                </a:lnTo>
                <a:lnTo>
                  <a:pt x="421" y="60"/>
                </a:lnTo>
                <a:lnTo>
                  <a:pt x="421" y="61"/>
                </a:lnTo>
                <a:lnTo>
                  <a:pt x="422" y="61"/>
                </a:lnTo>
                <a:lnTo>
                  <a:pt x="423" y="62"/>
                </a:lnTo>
                <a:lnTo>
                  <a:pt x="424" y="62"/>
                </a:lnTo>
                <a:lnTo>
                  <a:pt x="424" y="63"/>
                </a:lnTo>
                <a:lnTo>
                  <a:pt x="425" y="64"/>
                </a:lnTo>
                <a:lnTo>
                  <a:pt x="426" y="65"/>
                </a:lnTo>
                <a:lnTo>
                  <a:pt x="426" y="66"/>
                </a:lnTo>
                <a:lnTo>
                  <a:pt x="426" y="67"/>
                </a:lnTo>
                <a:lnTo>
                  <a:pt x="427" y="67"/>
                </a:lnTo>
                <a:lnTo>
                  <a:pt x="428" y="68"/>
                </a:lnTo>
                <a:lnTo>
                  <a:pt x="429" y="68"/>
                </a:lnTo>
                <a:lnTo>
                  <a:pt x="429" y="69"/>
                </a:lnTo>
                <a:lnTo>
                  <a:pt x="430" y="69"/>
                </a:lnTo>
                <a:lnTo>
                  <a:pt x="432" y="67"/>
                </a:lnTo>
                <a:lnTo>
                  <a:pt x="433" y="66"/>
                </a:lnTo>
                <a:lnTo>
                  <a:pt x="434" y="65"/>
                </a:lnTo>
                <a:lnTo>
                  <a:pt x="435" y="64"/>
                </a:lnTo>
                <a:lnTo>
                  <a:pt x="436" y="63"/>
                </a:lnTo>
                <a:lnTo>
                  <a:pt x="437" y="62"/>
                </a:lnTo>
                <a:lnTo>
                  <a:pt x="438" y="61"/>
                </a:lnTo>
                <a:lnTo>
                  <a:pt x="438" y="60"/>
                </a:lnTo>
                <a:lnTo>
                  <a:pt x="439" y="60"/>
                </a:lnTo>
                <a:lnTo>
                  <a:pt x="440" y="59"/>
                </a:lnTo>
                <a:lnTo>
                  <a:pt x="440" y="58"/>
                </a:lnTo>
                <a:lnTo>
                  <a:pt x="441" y="57"/>
                </a:lnTo>
                <a:lnTo>
                  <a:pt x="442" y="56"/>
                </a:lnTo>
                <a:lnTo>
                  <a:pt x="443" y="56"/>
                </a:lnTo>
                <a:lnTo>
                  <a:pt x="443" y="55"/>
                </a:lnTo>
                <a:lnTo>
                  <a:pt x="444" y="55"/>
                </a:lnTo>
                <a:lnTo>
                  <a:pt x="445" y="54"/>
                </a:lnTo>
                <a:lnTo>
                  <a:pt x="446" y="54"/>
                </a:lnTo>
                <a:lnTo>
                  <a:pt x="446" y="53"/>
                </a:lnTo>
                <a:lnTo>
                  <a:pt x="447" y="53"/>
                </a:lnTo>
                <a:lnTo>
                  <a:pt x="448" y="52"/>
                </a:lnTo>
                <a:lnTo>
                  <a:pt x="449" y="52"/>
                </a:lnTo>
                <a:lnTo>
                  <a:pt x="451" y="51"/>
                </a:lnTo>
                <a:lnTo>
                  <a:pt x="451" y="50"/>
                </a:lnTo>
                <a:lnTo>
                  <a:pt x="453" y="49"/>
                </a:lnTo>
                <a:lnTo>
                  <a:pt x="454" y="48"/>
                </a:lnTo>
                <a:lnTo>
                  <a:pt x="455" y="48"/>
                </a:lnTo>
                <a:lnTo>
                  <a:pt x="455" y="47"/>
                </a:lnTo>
                <a:lnTo>
                  <a:pt x="456" y="47"/>
                </a:lnTo>
                <a:lnTo>
                  <a:pt x="457" y="47"/>
                </a:lnTo>
                <a:lnTo>
                  <a:pt x="457" y="46"/>
                </a:lnTo>
                <a:lnTo>
                  <a:pt x="460" y="43"/>
                </a:lnTo>
                <a:lnTo>
                  <a:pt x="461" y="43"/>
                </a:lnTo>
                <a:lnTo>
                  <a:pt x="461" y="42"/>
                </a:lnTo>
                <a:lnTo>
                  <a:pt x="462" y="42"/>
                </a:lnTo>
                <a:lnTo>
                  <a:pt x="462" y="41"/>
                </a:lnTo>
                <a:lnTo>
                  <a:pt x="463" y="40"/>
                </a:lnTo>
                <a:lnTo>
                  <a:pt x="464" y="40"/>
                </a:lnTo>
                <a:lnTo>
                  <a:pt x="465" y="40"/>
                </a:lnTo>
                <a:lnTo>
                  <a:pt x="466" y="39"/>
                </a:lnTo>
                <a:lnTo>
                  <a:pt x="472" y="39"/>
                </a:lnTo>
                <a:lnTo>
                  <a:pt x="473" y="39"/>
                </a:lnTo>
                <a:lnTo>
                  <a:pt x="474" y="39"/>
                </a:lnTo>
                <a:lnTo>
                  <a:pt x="475" y="39"/>
                </a:lnTo>
                <a:lnTo>
                  <a:pt x="476" y="37"/>
                </a:lnTo>
                <a:lnTo>
                  <a:pt x="477" y="36"/>
                </a:lnTo>
                <a:lnTo>
                  <a:pt x="478" y="34"/>
                </a:lnTo>
                <a:lnTo>
                  <a:pt x="478" y="33"/>
                </a:lnTo>
                <a:lnTo>
                  <a:pt x="478" y="32"/>
                </a:lnTo>
                <a:lnTo>
                  <a:pt x="478" y="31"/>
                </a:lnTo>
                <a:lnTo>
                  <a:pt x="478" y="30"/>
                </a:lnTo>
                <a:lnTo>
                  <a:pt x="479" y="27"/>
                </a:lnTo>
                <a:lnTo>
                  <a:pt x="478" y="20"/>
                </a:lnTo>
                <a:lnTo>
                  <a:pt x="478" y="15"/>
                </a:lnTo>
                <a:lnTo>
                  <a:pt x="478" y="11"/>
                </a:lnTo>
                <a:lnTo>
                  <a:pt x="479" y="11"/>
                </a:lnTo>
                <a:lnTo>
                  <a:pt x="480" y="8"/>
                </a:lnTo>
                <a:lnTo>
                  <a:pt x="481" y="5"/>
                </a:lnTo>
                <a:lnTo>
                  <a:pt x="482" y="4"/>
                </a:lnTo>
                <a:lnTo>
                  <a:pt x="483" y="3"/>
                </a:lnTo>
                <a:lnTo>
                  <a:pt x="484" y="2"/>
                </a:lnTo>
                <a:lnTo>
                  <a:pt x="486" y="1"/>
                </a:lnTo>
                <a:lnTo>
                  <a:pt x="488" y="1"/>
                </a:lnTo>
                <a:lnTo>
                  <a:pt x="489" y="0"/>
                </a:lnTo>
                <a:lnTo>
                  <a:pt x="491" y="0"/>
                </a:lnTo>
                <a:lnTo>
                  <a:pt x="492" y="0"/>
                </a:lnTo>
                <a:lnTo>
                  <a:pt x="493" y="0"/>
                </a:lnTo>
                <a:lnTo>
                  <a:pt x="494" y="0"/>
                </a:lnTo>
                <a:lnTo>
                  <a:pt x="495" y="0"/>
                </a:lnTo>
                <a:lnTo>
                  <a:pt x="496" y="1"/>
                </a:lnTo>
                <a:lnTo>
                  <a:pt x="497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" name=""/>
          <p:cNvSpPr/>
          <p:nvPr/>
        </p:nvSpPr>
        <p:spPr>
          <a:xfrm>
            <a:off x="5137200" y="15868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3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2" y="5"/>
                </a:lnTo>
                <a:lnTo>
                  <a:pt x="0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" name=""/>
          <p:cNvSpPr/>
          <p:nvPr/>
        </p:nvSpPr>
        <p:spPr>
          <a:xfrm>
            <a:off x="5149440" y="1573560"/>
            <a:ext cx="2160" cy="3960"/>
          </a:xfrm>
          <a:custGeom>
            <a:avLst/>
            <a:gdLst/>
            <a:ahLst/>
            <a:rect l="0" t="0" r="r" b="b"/>
            <a:pathLst>
              <a:path w="6" h="11">
                <a:moveTo>
                  <a:pt x="1" y="11"/>
                </a:moveTo>
                <a:lnTo>
                  <a:pt x="1" y="10"/>
                </a:lnTo>
                <a:lnTo>
                  <a:pt x="0" y="10"/>
                </a:lnTo>
                <a:lnTo>
                  <a:pt x="0" y="9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5" y="5"/>
                </a:lnTo>
                <a:lnTo>
                  <a:pt x="6" y="6"/>
                </a:lnTo>
                <a:lnTo>
                  <a:pt x="6" y="9"/>
                </a:lnTo>
                <a:lnTo>
                  <a:pt x="2" y="11"/>
                </a:lnTo>
                <a:lnTo>
                  <a:pt x="1" y="1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" name=""/>
          <p:cNvSpPr/>
          <p:nvPr/>
        </p:nvSpPr>
        <p:spPr>
          <a:xfrm>
            <a:off x="5156280" y="1560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" name=""/>
          <p:cNvSpPr/>
          <p:nvPr/>
        </p:nvSpPr>
        <p:spPr>
          <a:xfrm>
            <a:off x="4843080" y="1408680"/>
            <a:ext cx="433080" cy="291240"/>
          </a:xfrm>
          <a:custGeom>
            <a:avLst/>
            <a:gdLst/>
            <a:ahLst/>
            <a:rect l="0" t="0" r="r" b="b"/>
            <a:pathLst>
              <a:path w="1203" h="809">
                <a:moveTo>
                  <a:pt x="412" y="1"/>
                </a:moveTo>
                <a:lnTo>
                  <a:pt x="412" y="2"/>
                </a:lnTo>
                <a:lnTo>
                  <a:pt x="413" y="1"/>
                </a:lnTo>
                <a:lnTo>
                  <a:pt x="414" y="1"/>
                </a:lnTo>
                <a:lnTo>
                  <a:pt x="415" y="1"/>
                </a:lnTo>
                <a:lnTo>
                  <a:pt x="416" y="2"/>
                </a:lnTo>
                <a:lnTo>
                  <a:pt x="416" y="3"/>
                </a:lnTo>
                <a:lnTo>
                  <a:pt x="416" y="4"/>
                </a:lnTo>
                <a:lnTo>
                  <a:pt x="417" y="4"/>
                </a:lnTo>
                <a:lnTo>
                  <a:pt x="419" y="4"/>
                </a:lnTo>
                <a:lnTo>
                  <a:pt x="419" y="3"/>
                </a:lnTo>
                <a:lnTo>
                  <a:pt x="421" y="4"/>
                </a:lnTo>
                <a:lnTo>
                  <a:pt x="422" y="4"/>
                </a:lnTo>
                <a:lnTo>
                  <a:pt x="424" y="4"/>
                </a:lnTo>
                <a:lnTo>
                  <a:pt x="425" y="5"/>
                </a:lnTo>
                <a:lnTo>
                  <a:pt x="427" y="6"/>
                </a:lnTo>
                <a:lnTo>
                  <a:pt x="428" y="6"/>
                </a:lnTo>
                <a:lnTo>
                  <a:pt x="428" y="7"/>
                </a:lnTo>
                <a:lnTo>
                  <a:pt x="430" y="8"/>
                </a:lnTo>
                <a:lnTo>
                  <a:pt x="430" y="10"/>
                </a:lnTo>
                <a:lnTo>
                  <a:pt x="431" y="10"/>
                </a:lnTo>
                <a:lnTo>
                  <a:pt x="432" y="11"/>
                </a:lnTo>
                <a:lnTo>
                  <a:pt x="433" y="11"/>
                </a:lnTo>
                <a:lnTo>
                  <a:pt x="432" y="13"/>
                </a:lnTo>
                <a:lnTo>
                  <a:pt x="435" y="14"/>
                </a:lnTo>
                <a:lnTo>
                  <a:pt x="436" y="13"/>
                </a:lnTo>
                <a:lnTo>
                  <a:pt x="436" y="12"/>
                </a:lnTo>
                <a:lnTo>
                  <a:pt x="437" y="11"/>
                </a:lnTo>
                <a:lnTo>
                  <a:pt x="438" y="12"/>
                </a:lnTo>
                <a:lnTo>
                  <a:pt x="440" y="12"/>
                </a:lnTo>
                <a:lnTo>
                  <a:pt x="444" y="14"/>
                </a:lnTo>
                <a:lnTo>
                  <a:pt x="444" y="15"/>
                </a:lnTo>
                <a:lnTo>
                  <a:pt x="445" y="15"/>
                </a:lnTo>
                <a:lnTo>
                  <a:pt x="446" y="15"/>
                </a:lnTo>
                <a:lnTo>
                  <a:pt x="447" y="16"/>
                </a:lnTo>
                <a:lnTo>
                  <a:pt x="447" y="17"/>
                </a:lnTo>
                <a:lnTo>
                  <a:pt x="448" y="17"/>
                </a:lnTo>
                <a:lnTo>
                  <a:pt x="450" y="18"/>
                </a:lnTo>
                <a:lnTo>
                  <a:pt x="451" y="18"/>
                </a:lnTo>
                <a:lnTo>
                  <a:pt x="450" y="19"/>
                </a:lnTo>
                <a:lnTo>
                  <a:pt x="450" y="20"/>
                </a:lnTo>
                <a:lnTo>
                  <a:pt x="449" y="23"/>
                </a:lnTo>
                <a:lnTo>
                  <a:pt x="450" y="23"/>
                </a:lnTo>
                <a:lnTo>
                  <a:pt x="454" y="21"/>
                </a:lnTo>
                <a:lnTo>
                  <a:pt x="455" y="21"/>
                </a:lnTo>
                <a:lnTo>
                  <a:pt x="458" y="20"/>
                </a:lnTo>
                <a:lnTo>
                  <a:pt x="459" y="20"/>
                </a:lnTo>
                <a:lnTo>
                  <a:pt x="460" y="20"/>
                </a:lnTo>
                <a:lnTo>
                  <a:pt x="462" y="21"/>
                </a:lnTo>
                <a:lnTo>
                  <a:pt x="463" y="21"/>
                </a:lnTo>
                <a:lnTo>
                  <a:pt x="464" y="21"/>
                </a:lnTo>
                <a:lnTo>
                  <a:pt x="465" y="21"/>
                </a:lnTo>
                <a:lnTo>
                  <a:pt x="466" y="21"/>
                </a:lnTo>
                <a:lnTo>
                  <a:pt x="466" y="20"/>
                </a:lnTo>
                <a:lnTo>
                  <a:pt x="469" y="20"/>
                </a:lnTo>
                <a:lnTo>
                  <a:pt x="470" y="21"/>
                </a:lnTo>
                <a:lnTo>
                  <a:pt x="471" y="21"/>
                </a:lnTo>
                <a:lnTo>
                  <a:pt x="473" y="21"/>
                </a:lnTo>
                <a:lnTo>
                  <a:pt x="474" y="20"/>
                </a:lnTo>
                <a:lnTo>
                  <a:pt x="475" y="21"/>
                </a:lnTo>
                <a:lnTo>
                  <a:pt x="476" y="21"/>
                </a:lnTo>
                <a:lnTo>
                  <a:pt x="476" y="22"/>
                </a:lnTo>
                <a:lnTo>
                  <a:pt x="477" y="22"/>
                </a:lnTo>
                <a:lnTo>
                  <a:pt x="477" y="21"/>
                </a:lnTo>
                <a:lnTo>
                  <a:pt x="478" y="21"/>
                </a:lnTo>
                <a:lnTo>
                  <a:pt x="479" y="21"/>
                </a:lnTo>
                <a:lnTo>
                  <a:pt x="479" y="23"/>
                </a:lnTo>
                <a:lnTo>
                  <a:pt x="480" y="23"/>
                </a:lnTo>
                <a:lnTo>
                  <a:pt x="482" y="22"/>
                </a:lnTo>
                <a:lnTo>
                  <a:pt x="482" y="21"/>
                </a:lnTo>
                <a:lnTo>
                  <a:pt x="483" y="21"/>
                </a:lnTo>
                <a:lnTo>
                  <a:pt x="484" y="21"/>
                </a:lnTo>
                <a:lnTo>
                  <a:pt x="485" y="22"/>
                </a:lnTo>
                <a:lnTo>
                  <a:pt x="486" y="21"/>
                </a:lnTo>
                <a:lnTo>
                  <a:pt x="486" y="22"/>
                </a:lnTo>
                <a:lnTo>
                  <a:pt x="486" y="23"/>
                </a:lnTo>
                <a:lnTo>
                  <a:pt x="487" y="23"/>
                </a:lnTo>
                <a:lnTo>
                  <a:pt x="487" y="24"/>
                </a:lnTo>
                <a:lnTo>
                  <a:pt x="488" y="23"/>
                </a:lnTo>
                <a:lnTo>
                  <a:pt x="487" y="22"/>
                </a:lnTo>
                <a:lnTo>
                  <a:pt x="487" y="21"/>
                </a:lnTo>
                <a:lnTo>
                  <a:pt x="488" y="21"/>
                </a:lnTo>
                <a:lnTo>
                  <a:pt x="489" y="21"/>
                </a:lnTo>
                <a:lnTo>
                  <a:pt x="490" y="22"/>
                </a:lnTo>
                <a:lnTo>
                  <a:pt x="491" y="22"/>
                </a:lnTo>
                <a:lnTo>
                  <a:pt x="491" y="23"/>
                </a:lnTo>
                <a:lnTo>
                  <a:pt x="490" y="23"/>
                </a:lnTo>
                <a:lnTo>
                  <a:pt x="489" y="23"/>
                </a:lnTo>
                <a:lnTo>
                  <a:pt x="489" y="24"/>
                </a:lnTo>
                <a:lnTo>
                  <a:pt x="490" y="24"/>
                </a:lnTo>
                <a:lnTo>
                  <a:pt x="492" y="24"/>
                </a:lnTo>
                <a:lnTo>
                  <a:pt x="493" y="23"/>
                </a:lnTo>
                <a:lnTo>
                  <a:pt x="493" y="24"/>
                </a:lnTo>
                <a:lnTo>
                  <a:pt x="494" y="25"/>
                </a:lnTo>
                <a:lnTo>
                  <a:pt x="494" y="28"/>
                </a:lnTo>
                <a:lnTo>
                  <a:pt x="495" y="29"/>
                </a:lnTo>
                <a:lnTo>
                  <a:pt x="495" y="27"/>
                </a:lnTo>
                <a:lnTo>
                  <a:pt x="494" y="26"/>
                </a:lnTo>
                <a:lnTo>
                  <a:pt x="494" y="24"/>
                </a:lnTo>
                <a:lnTo>
                  <a:pt x="496" y="23"/>
                </a:lnTo>
                <a:lnTo>
                  <a:pt x="501" y="23"/>
                </a:lnTo>
                <a:lnTo>
                  <a:pt x="505" y="22"/>
                </a:lnTo>
                <a:lnTo>
                  <a:pt x="506" y="22"/>
                </a:lnTo>
                <a:lnTo>
                  <a:pt x="506" y="23"/>
                </a:lnTo>
                <a:lnTo>
                  <a:pt x="505" y="23"/>
                </a:lnTo>
                <a:lnTo>
                  <a:pt x="505" y="25"/>
                </a:lnTo>
                <a:lnTo>
                  <a:pt x="504" y="27"/>
                </a:lnTo>
                <a:lnTo>
                  <a:pt x="504" y="28"/>
                </a:lnTo>
                <a:lnTo>
                  <a:pt x="504" y="29"/>
                </a:lnTo>
                <a:lnTo>
                  <a:pt x="505" y="29"/>
                </a:lnTo>
                <a:lnTo>
                  <a:pt x="505" y="27"/>
                </a:lnTo>
                <a:lnTo>
                  <a:pt x="506" y="27"/>
                </a:lnTo>
                <a:lnTo>
                  <a:pt x="506" y="26"/>
                </a:lnTo>
                <a:lnTo>
                  <a:pt x="506" y="25"/>
                </a:lnTo>
                <a:lnTo>
                  <a:pt x="506" y="23"/>
                </a:lnTo>
                <a:lnTo>
                  <a:pt x="509" y="23"/>
                </a:lnTo>
                <a:lnTo>
                  <a:pt x="510" y="23"/>
                </a:lnTo>
                <a:lnTo>
                  <a:pt x="511" y="23"/>
                </a:lnTo>
                <a:lnTo>
                  <a:pt x="512" y="23"/>
                </a:lnTo>
                <a:lnTo>
                  <a:pt x="513" y="23"/>
                </a:lnTo>
                <a:lnTo>
                  <a:pt x="514" y="23"/>
                </a:lnTo>
                <a:lnTo>
                  <a:pt x="517" y="23"/>
                </a:lnTo>
                <a:lnTo>
                  <a:pt x="519" y="23"/>
                </a:lnTo>
                <a:lnTo>
                  <a:pt x="519" y="24"/>
                </a:lnTo>
                <a:lnTo>
                  <a:pt x="520" y="24"/>
                </a:lnTo>
                <a:lnTo>
                  <a:pt x="520" y="27"/>
                </a:lnTo>
                <a:lnTo>
                  <a:pt x="521" y="27"/>
                </a:lnTo>
                <a:lnTo>
                  <a:pt x="521" y="28"/>
                </a:lnTo>
                <a:lnTo>
                  <a:pt x="521" y="30"/>
                </a:lnTo>
                <a:lnTo>
                  <a:pt x="521" y="32"/>
                </a:lnTo>
                <a:lnTo>
                  <a:pt x="523" y="32"/>
                </a:lnTo>
                <a:lnTo>
                  <a:pt x="524" y="32"/>
                </a:lnTo>
                <a:lnTo>
                  <a:pt x="525" y="34"/>
                </a:lnTo>
                <a:lnTo>
                  <a:pt x="526" y="34"/>
                </a:lnTo>
                <a:lnTo>
                  <a:pt x="526" y="33"/>
                </a:lnTo>
                <a:lnTo>
                  <a:pt x="526" y="32"/>
                </a:lnTo>
                <a:lnTo>
                  <a:pt x="527" y="32"/>
                </a:lnTo>
                <a:lnTo>
                  <a:pt x="529" y="31"/>
                </a:lnTo>
                <a:lnTo>
                  <a:pt x="530" y="31"/>
                </a:lnTo>
                <a:lnTo>
                  <a:pt x="530" y="32"/>
                </a:lnTo>
                <a:lnTo>
                  <a:pt x="531" y="32"/>
                </a:lnTo>
                <a:lnTo>
                  <a:pt x="533" y="31"/>
                </a:lnTo>
                <a:lnTo>
                  <a:pt x="536" y="31"/>
                </a:lnTo>
                <a:lnTo>
                  <a:pt x="537" y="32"/>
                </a:lnTo>
                <a:lnTo>
                  <a:pt x="538" y="31"/>
                </a:lnTo>
                <a:lnTo>
                  <a:pt x="538" y="30"/>
                </a:lnTo>
                <a:lnTo>
                  <a:pt x="537" y="30"/>
                </a:lnTo>
                <a:lnTo>
                  <a:pt x="536" y="30"/>
                </a:lnTo>
                <a:lnTo>
                  <a:pt x="535" y="28"/>
                </a:lnTo>
                <a:lnTo>
                  <a:pt x="535" y="26"/>
                </a:lnTo>
                <a:lnTo>
                  <a:pt x="535" y="24"/>
                </a:lnTo>
                <a:lnTo>
                  <a:pt x="537" y="22"/>
                </a:lnTo>
                <a:lnTo>
                  <a:pt x="538" y="23"/>
                </a:lnTo>
                <a:lnTo>
                  <a:pt x="540" y="23"/>
                </a:lnTo>
                <a:lnTo>
                  <a:pt x="540" y="22"/>
                </a:lnTo>
                <a:lnTo>
                  <a:pt x="540" y="21"/>
                </a:lnTo>
                <a:lnTo>
                  <a:pt x="541" y="21"/>
                </a:lnTo>
                <a:lnTo>
                  <a:pt x="542" y="21"/>
                </a:lnTo>
                <a:lnTo>
                  <a:pt x="542" y="20"/>
                </a:lnTo>
                <a:lnTo>
                  <a:pt x="542" y="19"/>
                </a:lnTo>
                <a:lnTo>
                  <a:pt x="541" y="18"/>
                </a:lnTo>
                <a:lnTo>
                  <a:pt x="540" y="18"/>
                </a:lnTo>
                <a:lnTo>
                  <a:pt x="540" y="17"/>
                </a:lnTo>
                <a:lnTo>
                  <a:pt x="539" y="17"/>
                </a:lnTo>
                <a:lnTo>
                  <a:pt x="539" y="16"/>
                </a:lnTo>
                <a:lnTo>
                  <a:pt x="540" y="16"/>
                </a:lnTo>
                <a:lnTo>
                  <a:pt x="542" y="15"/>
                </a:lnTo>
                <a:lnTo>
                  <a:pt x="543" y="15"/>
                </a:lnTo>
                <a:lnTo>
                  <a:pt x="544" y="15"/>
                </a:lnTo>
                <a:lnTo>
                  <a:pt x="545" y="14"/>
                </a:lnTo>
                <a:lnTo>
                  <a:pt x="545" y="15"/>
                </a:lnTo>
                <a:lnTo>
                  <a:pt x="545" y="16"/>
                </a:lnTo>
                <a:lnTo>
                  <a:pt x="545" y="17"/>
                </a:lnTo>
                <a:lnTo>
                  <a:pt x="545" y="18"/>
                </a:lnTo>
                <a:lnTo>
                  <a:pt x="546" y="18"/>
                </a:lnTo>
                <a:lnTo>
                  <a:pt x="546" y="17"/>
                </a:lnTo>
                <a:lnTo>
                  <a:pt x="547" y="17"/>
                </a:lnTo>
                <a:lnTo>
                  <a:pt x="548" y="17"/>
                </a:lnTo>
                <a:lnTo>
                  <a:pt x="548" y="16"/>
                </a:lnTo>
                <a:lnTo>
                  <a:pt x="549" y="16"/>
                </a:lnTo>
                <a:lnTo>
                  <a:pt x="550" y="16"/>
                </a:lnTo>
                <a:lnTo>
                  <a:pt x="549" y="17"/>
                </a:lnTo>
                <a:lnTo>
                  <a:pt x="549" y="18"/>
                </a:lnTo>
                <a:lnTo>
                  <a:pt x="550" y="18"/>
                </a:lnTo>
                <a:lnTo>
                  <a:pt x="551" y="18"/>
                </a:lnTo>
                <a:lnTo>
                  <a:pt x="551" y="17"/>
                </a:lnTo>
                <a:lnTo>
                  <a:pt x="552" y="18"/>
                </a:lnTo>
                <a:lnTo>
                  <a:pt x="552" y="19"/>
                </a:lnTo>
                <a:lnTo>
                  <a:pt x="553" y="19"/>
                </a:lnTo>
                <a:lnTo>
                  <a:pt x="554" y="19"/>
                </a:lnTo>
                <a:lnTo>
                  <a:pt x="555" y="20"/>
                </a:lnTo>
                <a:lnTo>
                  <a:pt x="555" y="21"/>
                </a:lnTo>
                <a:lnTo>
                  <a:pt x="555" y="22"/>
                </a:lnTo>
                <a:lnTo>
                  <a:pt x="556" y="22"/>
                </a:lnTo>
                <a:lnTo>
                  <a:pt x="556" y="21"/>
                </a:lnTo>
                <a:lnTo>
                  <a:pt x="557" y="21"/>
                </a:lnTo>
                <a:lnTo>
                  <a:pt x="558" y="21"/>
                </a:lnTo>
                <a:lnTo>
                  <a:pt x="559" y="21"/>
                </a:lnTo>
                <a:lnTo>
                  <a:pt x="560" y="20"/>
                </a:lnTo>
                <a:lnTo>
                  <a:pt x="561" y="20"/>
                </a:lnTo>
                <a:lnTo>
                  <a:pt x="562" y="20"/>
                </a:lnTo>
                <a:lnTo>
                  <a:pt x="565" y="20"/>
                </a:lnTo>
                <a:lnTo>
                  <a:pt x="567" y="19"/>
                </a:lnTo>
                <a:lnTo>
                  <a:pt x="567" y="17"/>
                </a:lnTo>
                <a:lnTo>
                  <a:pt x="567" y="14"/>
                </a:lnTo>
                <a:lnTo>
                  <a:pt x="567" y="13"/>
                </a:lnTo>
                <a:lnTo>
                  <a:pt x="566" y="13"/>
                </a:lnTo>
                <a:lnTo>
                  <a:pt x="565" y="13"/>
                </a:lnTo>
                <a:lnTo>
                  <a:pt x="565" y="12"/>
                </a:lnTo>
                <a:lnTo>
                  <a:pt x="565" y="11"/>
                </a:lnTo>
                <a:lnTo>
                  <a:pt x="566" y="11"/>
                </a:lnTo>
                <a:lnTo>
                  <a:pt x="566" y="10"/>
                </a:lnTo>
                <a:lnTo>
                  <a:pt x="565" y="6"/>
                </a:lnTo>
                <a:lnTo>
                  <a:pt x="565" y="5"/>
                </a:lnTo>
                <a:lnTo>
                  <a:pt x="568" y="5"/>
                </a:lnTo>
                <a:lnTo>
                  <a:pt x="572" y="5"/>
                </a:lnTo>
                <a:lnTo>
                  <a:pt x="572" y="6"/>
                </a:lnTo>
                <a:lnTo>
                  <a:pt x="572" y="10"/>
                </a:lnTo>
                <a:lnTo>
                  <a:pt x="574" y="10"/>
                </a:lnTo>
                <a:lnTo>
                  <a:pt x="577" y="9"/>
                </a:lnTo>
                <a:lnTo>
                  <a:pt x="578" y="8"/>
                </a:lnTo>
                <a:lnTo>
                  <a:pt x="579" y="6"/>
                </a:lnTo>
                <a:lnTo>
                  <a:pt x="579" y="7"/>
                </a:lnTo>
                <a:lnTo>
                  <a:pt x="589" y="12"/>
                </a:lnTo>
                <a:lnTo>
                  <a:pt x="590" y="14"/>
                </a:lnTo>
                <a:lnTo>
                  <a:pt x="587" y="16"/>
                </a:lnTo>
                <a:lnTo>
                  <a:pt x="587" y="17"/>
                </a:lnTo>
                <a:lnTo>
                  <a:pt x="589" y="16"/>
                </a:lnTo>
                <a:lnTo>
                  <a:pt x="590" y="16"/>
                </a:lnTo>
                <a:lnTo>
                  <a:pt x="592" y="15"/>
                </a:lnTo>
                <a:lnTo>
                  <a:pt x="592" y="16"/>
                </a:lnTo>
                <a:lnTo>
                  <a:pt x="592" y="17"/>
                </a:lnTo>
                <a:lnTo>
                  <a:pt x="592" y="18"/>
                </a:lnTo>
                <a:lnTo>
                  <a:pt x="592" y="19"/>
                </a:lnTo>
                <a:lnTo>
                  <a:pt x="593" y="19"/>
                </a:lnTo>
                <a:lnTo>
                  <a:pt x="593" y="20"/>
                </a:lnTo>
                <a:lnTo>
                  <a:pt x="593" y="21"/>
                </a:lnTo>
                <a:lnTo>
                  <a:pt x="594" y="21"/>
                </a:lnTo>
                <a:lnTo>
                  <a:pt x="594" y="22"/>
                </a:lnTo>
                <a:lnTo>
                  <a:pt x="594" y="23"/>
                </a:lnTo>
                <a:lnTo>
                  <a:pt x="595" y="23"/>
                </a:lnTo>
                <a:lnTo>
                  <a:pt x="595" y="24"/>
                </a:lnTo>
                <a:lnTo>
                  <a:pt x="596" y="25"/>
                </a:lnTo>
                <a:lnTo>
                  <a:pt x="596" y="26"/>
                </a:lnTo>
                <a:lnTo>
                  <a:pt x="596" y="27"/>
                </a:lnTo>
                <a:lnTo>
                  <a:pt x="595" y="27"/>
                </a:lnTo>
                <a:lnTo>
                  <a:pt x="595" y="28"/>
                </a:lnTo>
                <a:lnTo>
                  <a:pt x="595" y="29"/>
                </a:lnTo>
                <a:lnTo>
                  <a:pt x="595" y="30"/>
                </a:lnTo>
                <a:lnTo>
                  <a:pt x="595" y="31"/>
                </a:lnTo>
                <a:lnTo>
                  <a:pt x="596" y="32"/>
                </a:lnTo>
                <a:lnTo>
                  <a:pt x="597" y="33"/>
                </a:lnTo>
                <a:lnTo>
                  <a:pt x="599" y="35"/>
                </a:lnTo>
                <a:lnTo>
                  <a:pt x="599" y="36"/>
                </a:lnTo>
                <a:lnTo>
                  <a:pt x="602" y="41"/>
                </a:lnTo>
                <a:lnTo>
                  <a:pt x="603" y="41"/>
                </a:lnTo>
                <a:lnTo>
                  <a:pt x="607" y="41"/>
                </a:lnTo>
                <a:lnTo>
                  <a:pt x="609" y="42"/>
                </a:lnTo>
                <a:lnTo>
                  <a:pt x="612" y="44"/>
                </a:lnTo>
                <a:lnTo>
                  <a:pt x="613" y="45"/>
                </a:lnTo>
                <a:lnTo>
                  <a:pt x="614" y="45"/>
                </a:lnTo>
                <a:lnTo>
                  <a:pt x="615" y="46"/>
                </a:lnTo>
                <a:lnTo>
                  <a:pt x="617" y="47"/>
                </a:lnTo>
                <a:lnTo>
                  <a:pt x="617" y="48"/>
                </a:lnTo>
                <a:lnTo>
                  <a:pt x="618" y="53"/>
                </a:lnTo>
                <a:lnTo>
                  <a:pt x="620" y="59"/>
                </a:lnTo>
                <a:lnTo>
                  <a:pt x="620" y="60"/>
                </a:lnTo>
                <a:lnTo>
                  <a:pt x="619" y="60"/>
                </a:lnTo>
                <a:lnTo>
                  <a:pt x="619" y="61"/>
                </a:lnTo>
                <a:lnTo>
                  <a:pt x="618" y="63"/>
                </a:lnTo>
                <a:lnTo>
                  <a:pt x="617" y="63"/>
                </a:lnTo>
                <a:lnTo>
                  <a:pt x="616" y="63"/>
                </a:lnTo>
                <a:lnTo>
                  <a:pt x="616" y="64"/>
                </a:lnTo>
                <a:lnTo>
                  <a:pt x="616" y="65"/>
                </a:lnTo>
                <a:lnTo>
                  <a:pt x="616" y="67"/>
                </a:lnTo>
                <a:lnTo>
                  <a:pt x="617" y="68"/>
                </a:lnTo>
                <a:lnTo>
                  <a:pt x="618" y="68"/>
                </a:lnTo>
                <a:lnTo>
                  <a:pt x="619" y="67"/>
                </a:lnTo>
                <a:lnTo>
                  <a:pt x="620" y="68"/>
                </a:lnTo>
                <a:lnTo>
                  <a:pt x="621" y="69"/>
                </a:lnTo>
                <a:lnTo>
                  <a:pt x="621" y="70"/>
                </a:lnTo>
                <a:lnTo>
                  <a:pt x="620" y="72"/>
                </a:lnTo>
                <a:lnTo>
                  <a:pt x="619" y="73"/>
                </a:lnTo>
                <a:lnTo>
                  <a:pt x="619" y="75"/>
                </a:lnTo>
                <a:lnTo>
                  <a:pt x="620" y="75"/>
                </a:lnTo>
                <a:lnTo>
                  <a:pt x="621" y="74"/>
                </a:lnTo>
                <a:lnTo>
                  <a:pt x="621" y="73"/>
                </a:lnTo>
                <a:lnTo>
                  <a:pt x="626" y="74"/>
                </a:lnTo>
                <a:lnTo>
                  <a:pt x="626" y="73"/>
                </a:lnTo>
                <a:lnTo>
                  <a:pt x="627" y="72"/>
                </a:lnTo>
                <a:lnTo>
                  <a:pt x="631" y="72"/>
                </a:lnTo>
                <a:lnTo>
                  <a:pt x="631" y="74"/>
                </a:lnTo>
                <a:lnTo>
                  <a:pt x="632" y="75"/>
                </a:lnTo>
                <a:lnTo>
                  <a:pt x="633" y="75"/>
                </a:lnTo>
                <a:lnTo>
                  <a:pt x="634" y="74"/>
                </a:lnTo>
                <a:lnTo>
                  <a:pt x="634" y="73"/>
                </a:lnTo>
                <a:lnTo>
                  <a:pt x="635" y="72"/>
                </a:lnTo>
                <a:lnTo>
                  <a:pt x="635" y="71"/>
                </a:lnTo>
                <a:lnTo>
                  <a:pt x="636" y="70"/>
                </a:lnTo>
                <a:lnTo>
                  <a:pt x="636" y="69"/>
                </a:lnTo>
                <a:lnTo>
                  <a:pt x="637" y="69"/>
                </a:lnTo>
                <a:lnTo>
                  <a:pt x="637" y="68"/>
                </a:lnTo>
                <a:lnTo>
                  <a:pt x="638" y="68"/>
                </a:lnTo>
                <a:lnTo>
                  <a:pt x="639" y="68"/>
                </a:lnTo>
                <a:lnTo>
                  <a:pt x="639" y="69"/>
                </a:lnTo>
                <a:lnTo>
                  <a:pt x="640" y="70"/>
                </a:lnTo>
                <a:lnTo>
                  <a:pt x="640" y="71"/>
                </a:lnTo>
                <a:lnTo>
                  <a:pt x="641" y="71"/>
                </a:lnTo>
                <a:lnTo>
                  <a:pt x="641" y="72"/>
                </a:lnTo>
                <a:lnTo>
                  <a:pt x="642" y="72"/>
                </a:lnTo>
                <a:lnTo>
                  <a:pt x="644" y="71"/>
                </a:lnTo>
                <a:lnTo>
                  <a:pt x="644" y="70"/>
                </a:lnTo>
                <a:lnTo>
                  <a:pt x="645" y="69"/>
                </a:lnTo>
                <a:lnTo>
                  <a:pt x="645" y="68"/>
                </a:lnTo>
                <a:lnTo>
                  <a:pt x="644" y="68"/>
                </a:lnTo>
                <a:lnTo>
                  <a:pt x="645" y="68"/>
                </a:lnTo>
                <a:lnTo>
                  <a:pt x="647" y="67"/>
                </a:lnTo>
                <a:lnTo>
                  <a:pt x="648" y="68"/>
                </a:lnTo>
                <a:lnTo>
                  <a:pt x="649" y="67"/>
                </a:lnTo>
                <a:lnTo>
                  <a:pt x="650" y="67"/>
                </a:lnTo>
                <a:lnTo>
                  <a:pt x="649" y="65"/>
                </a:lnTo>
                <a:lnTo>
                  <a:pt x="650" y="65"/>
                </a:lnTo>
                <a:lnTo>
                  <a:pt x="651" y="65"/>
                </a:lnTo>
                <a:lnTo>
                  <a:pt x="651" y="66"/>
                </a:lnTo>
                <a:lnTo>
                  <a:pt x="653" y="67"/>
                </a:lnTo>
                <a:lnTo>
                  <a:pt x="652" y="68"/>
                </a:lnTo>
                <a:lnTo>
                  <a:pt x="653" y="69"/>
                </a:lnTo>
                <a:lnTo>
                  <a:pt x="654" y="69"/>
                </a:lnTo>
                <a:lnTo>
                  <a:pt x="654" y="70"/>
                </a:lnTo>
                <a:lnTo>
                  <a:pt x="654" y="71"/>
                </a:lnTo>
                <a:lnTo>
                  <a:pt x="653" y="71"/>
                </a:lnTo>
                <a:lnTo>
                  <a:pt x="651" y="72"/>
                </a:lnTo>
                <a:lnTo>
                  <a:pt x="650" y="72"/>
                </a:lnTo>
                <a:lnTo>
                  <a:pt x="648" y="73"/>
                </a:lnTo>
                <a:lnTo>
                  <a:pt x="648" y="74"/>
                </a:lnTo>
                <a:lnTo>
                  <a:pt x="647" y="75"/>
                </a:lnTo>
                <a:lnTo>
                  <a:pt x="646" y="76"/>
                </a:lnTo>
                <a:lnTo>
                  <a:pt x="645" y="77"/>
                </a:lnTo>
                <a:lnTo>
                  <a:pt x="644" y="77"/>
                </a:lnTo>
                <a:lnTo>
                  <a:pt x="643" y="76"/>
                </a:lnTo>
                <a:lnTo>
                  <a:pt x="642" y="76"/>
                </a:lnTo>
                <a:lnTo>
                  <a:pt x="640" y="76"/>
                </a:lnTo>
                <a:lnTo>
                  <a:pt x="639" y="76"/>
                </a:lnTo>
                <a:lnTo>
                  <a:pt x="638" y="76"/>
                </a:lnTo>
                <a:lnTo>
                  <a:pt x="637" y="76"/>
                </a:lnTo>
                <a:lnTo>
                  <a:pt x="637" y="77"/>
                </a:lnTo>
                <a:lnTo>
                  <a:pt x="636" y="78"/>
                </a:lnTo>
                <a:lnTo>
                  <a:pt x="636" y="79"/>
                </a:lnTo>
                <a:lnTo>
                  <a:pt x="638" y="80"/>
                </a:lnTo>
                <a:lnTo>
                  <a:pt x="640" y="81"/>
                </a:lnTo>
                <a:lnTo>
                  <a:pt x="640" y="82"/>
                </a:lnTo>
                <a:lnTo>
                  <a:pt x="642" y="83"/>
                </a:lnTo>
                <a:lnTo>
                  <a:pt x="642" y="84"/>
                </a:lnTo>
                <a:lnTo>
                  <a:pt x="644" y="84"/>
                </a:lnTo>
                <a:lnTo>
                  <a:pt x="644" y="85"/>
                </a:lnTo>
                <a:lnTo>
                  <a:pt x="647" y="86"/>
                </a:lnTo>
                <a:lnTo>
                  <a:pt x="650" y="89"/>
                </a:lnTo>
                <a:lnTo>
                  <a:pt x="652" y="90"/>
                </a:lnTo>
                <a:lnTo>
                  <a:pt x="653" y="91"/>
                </a:lnTo>
                <a:lnTo>
                  <a:pt x="653" y="92"/>
                </a:lnTo>
                <a:lnTo>
                  <a:pt x="652" y="92"/>
                </a:lnTo>
                <a:lnTo>
                  <a:pt x="644" y="86"/>
                </a:lnTo>
                <a:lnTo>
                  <a:pt x="639" y="83"/>
                </a:lnTo>
                <a:lnTo>
                  <a:pt x="643" y="86"/>
                </a:lnTo>
                <a:lnTo>
                  <a:pt x="648" y="91"/>
                </a:lnTo>
                <a:lnTo>
                  <a:pt x="651" y="96"/>
                </a:lnTo>
                <a:lnTo>
                  <a:pt x="650" y="96"/>
                </a:lnTo>
                <a:lnTo>
                  <a:pt x="649" y="95"/>
                </a:lnTo>
                <a:lnTo>
                  <a:pt x="647" y="91"/>
                </a:lnTo>
                <a:lnTo>
                  <a:pt x="646" y="90"/>
                </a:lnTo>
                <a:lnTo>
                  <a:pt x="644" y="89"/>
                </a:lnTo>
                <a:lnTo>
                  <a:pt x="640" y="87"/>
                </a:lnTo>
                <a:lnTo>
                  <a:pt x="637" y="86"/>
                </a:lnTo>
                <a:lnTo>
                  <a:pt x="637" y="85"/>
                </a:lnTo>
                <a:lnTo>
                  <a:pt x="636" y="85"/>
                </a:lnTo>
                <a:lnTo>
                  <a:pt x="634" y="86"/>
                </a:lnTo>
                <a:lnTo>
                  <a:pt x="633" y="86"/>
                </a:lnTo>
                <a:lnTo>
                  <a:pt x="632" y="86"/>
                </a:lnTo>
                <a:lnTo>
                  <a:pt x="630" y="87"/>
                </a:lnTo>
                <a:lnTo>
                  <a:pt x="628" y="87"/>
                </a:lnTo>
                <a:lnTo>
                  <a:pt x="628" y="86"/>
                </a:lnTo>
                <a:lnTo>
                  <a:pt x="627" y="86"/>
                </a:lnTo>
                <a:lnTo>
                  <a:pt x="626" y="87"/>
                </a:lnTo>
                <a:lnTo>
                  <a:pt x="625" y="88"/>
                </a:lnTo>
                <a:lnTo>
                  <a:pt x="625" y="89"/>
                </a:lnTo>
                <a:lnTo>
                  <a:pt x="623" y="89"/>
                </a:lnTo>
                <a:lnTo>
                  <a:pt x="621" y="88"/>
                </a:lnTo>
                <a:lnTo>
                  <a:pt x="618" y="86"/>
                </a:lnTo>
                <a:lnTo>
                  <a:pt x="617" y="86"/>
                </a:lnTo>
                <a:lnTo>
                  <a:pt x="616" y="86"/>
                </a:lnTo>
                <a:lnTo>
                  <a:pt x="615" y="87"/>
                </a:lnTo>
                <a:lnTo>
                  <a:pt x="613" y="87"/>
                </a:lnTo>
                <a:lnTo>
                  <a:pt x="612" y="88"/>
                </a:lnTo>
                <a:lnTo>
                  <a:pt x="613" y="88"/>
                </a:lnTo>
                <a:lnTo>
                  <a:pt x="613" y="90"/>
                </a:lnTo>
                <a:lnTo>
                  <a:pt x="614" y="91"/>
                </a:lnTo>
                <a:lnTo>
                  <a:pt x="614" y="92"/>
                </a:lnTo>
                <a:lnTo>
                  <a:pt x="615" y="93"/>
                </a:lnTo>
                <a:lnTo>
                  <a:pt x="614" y="93"/>
                </a:lnTo>
                <a:lnTo>
                  <a:pt x="614" y="94"/>
                </a:lnTo>
                <a:lnTo>
                  <a:pt x="615" y="95"/>
                </a:lnTo>
                <a:lnTo>
                  <a:pt x="614" y="98"/>
                </a:lnTo>
                <a:lnTo>
                  <a:pt x="613" y="98"/>
                </a:lnTo>
                <a:lnTo>
                  <a:pt x="613" y="99"/>
                </a:lnTo>
                <a:lnTo>
                  <a:pt x="613" y="100"/>
                </a:lnTo>
                <a:lnTo>
                  <a:pt x="612" y="102"/>
                </a:lnTo>
                <a:lnTo>
                  <a:pt x="611" y="102"/>
                </a:lnTo>
                <a:lnTo>
                  <a:pt x="611" y="103"/>
                </a:lnTo>
                <a:lnTo>
                  <a:pt x="610" y="103"/>
                </a:lnTo>
                <a:lnTo>
                  <a:pt x="610" y="104"/>
                </a:lnTo>
                <a:lnTo>
                  <a:pt x="608" y="107"/>
                </a:lnTo>
                <a:lnTo>
                  <a:pt x="607" y="108"/>
                </a:lnTo>
                <a:lnTo>
                  <a:pt x="606" y="110"/>
                </a:lnTo>
                <a:lnTo>
                  <a:pt x="606" y="111"/>
                </a:lnTo>
                <a:lnTo>
                  <a:pt x="605" y="111"/>
                </a:lnTo>
                <a:lnTo>
                  <a:pt x="605" y="115"/>
                </a:lnTo>
                <a:lnTo>
                  <a:pt x="604" y="115"/>
                </a:lnTo>
                <a:lnTo>
                  <a:pt x="605" y="115"/>
                </a:lnTo>
                <a:lnTo>
                  <a:pt x="605" y="116"/>
                </a:lnTo>
                <a:lnTo>
                  <a:pt x="604" y="116"/>
                </a:lnTo>
                <a:lnTo>
                  <a:pt x="604" y="118"/>
                </a:lnTo>
                <a:lnTo>
                  <a:pt x="604" y="119"/>
                </a:lnTo>
                <a:lnTo>
                  <a:pt x="603" y="124"/>
                </a:lnTo>
                <a:lnTo>
                  <a:pt x="602" y="124"/>
                </a:lnTo>
                <a:lnTo>
                  <a:pt x="602" y="125"/>
                </a:lnTo>
                <a:lnTo>
                  <a:pt x="602" y="127"/>
                </a:lnTo>
                <a:lnTo>
                  <a:pt x="601" y="128"/>
                </a:lnTo>
                <a:lnTo>
                  <a:pt x="601" y="129"/>
                </a:lnTo>
                <a:lnTo>
                  <a:pt x="600" y="130"/>
                </a:lnTo>
                <a:lnTo>
                  <a:pt x="599" y="130"/>
                </a:lnTo>
                <a:lnTo>
                  <a:pt x="599" y="131"/>
                </a:lnTo>
                <a:lnTo>
                  <a:pt x="598" y="131"/>
                </a:lnTo>
                <a:lnTo>
                  <a:pt x="596" y="131"/>
                </a:lnTo>
                <a:lnTo>
                  <a:pt x="597" y="132"/>
                </a:lnTo>
                <a:lnTo>
                  <a:pt x="598" y="131"/>
                </a:lnTo>
                <a:lnTo>
                  <a:pt x="599" y="131"/>
                </a:lnTo>
                <a:lnTo>
                  <a:pt x="599" y="132"/>
                </a:lnTo>
                <a:lnTo>
                  <a:pt x="600" y="133"/>
                </a:lnTo>
                <a:lnTo>
                  <a:pt x="600" y="134"/>
                </a:lnTo>
                <a:lnTo>
                  <a:pt x="602" y="137"/>
                </a:lnTo>
                <a:lnTo>
                  <a:pt x="603" y="139"/>
                </a:lnTo>
                <a:lnTo>
                  <a:pt x="604" y="139"/>
                </a:lnTo>
                <a:lnTo>
                  <a:pt x="604" y="140"/>
                </a:lnTo>
                <a:lnTo>
                  <a:pt x="604" y="145"/>
                </a:lnTo>
                <a:lnTo>
                  <a:pt x="604" y="146"/>
                </a:lnTo>
                <a:lnTo>
                  <a:pt x="604" y="148"/>
                </a:lnTo>
                <a:lnTo>
                  <a:pt x="603" y="149"/>
                </a:lnTo>
                <a:lnTo>
                  <a:pt x="603" y="150"/>
                </a:lnTo>
                <a:lnTo>
                  <a:pt x="603" y="152"/>
                </a:lnTo>
                <a:lnTo>
                  <a:pt x="604" y="154"/>
                </a:lnTo>
                <a:lnTo>
                  <a:pt x="606" y="158"/>
                </a:lnTo>
                <a:lnTo>
                  <a:pt x="605" y="160"/>
                </a:lnTo>
                <a:lnTo>
                  <a:pt x="607" y="161"/>
                </a:lnTo>
                <a:lnTo>
                  <a:pt x="608" y="161"/>
                </a:lnTo>
                <a:lnTo>
                  <a:pt x="609" y="165"/>
                </a:lnTo>
                <a:lnTo>
                  <a:pt x="608" y="165"/>
                </a:lnTo>
                <a:lnTo>
                  <a:pt x="607" y="165"/>
                </a:lnTo>
                <a:lnTo>
                  <a:pt x="605" y="166"/>
                </a:lnTo>
                <a:lnTo>
                  <a:pt x="604" y="165"/>
                </a:lnTo>
                <a:lnTo>
                  <a:pt x="602" y="164"/>
                </a:lnTo>
                <a:lnTo>
                  <a:pt x="601" y="163"/>
                </a:lnTo>
                <a:lnTo>
                  <a:pt x="600" y="163"/>
                </a:lnTo>
                <a:lnTo>
                  <a:pt x="600" y="164"/>
                </a:lnTo>
                <a:lnTo>
                  <a:pt x="600" y="166"/>
                </a:lnTo>
                <a:lnTo>
                  <a:pt x="600" y="165"/>
                </a:lnTo>
                <a:lnTo>
                  <a:pt x="601" y="165"/>
                </a:lnTo>
                <a:lnTo>
                  <a:pt x="602" y="165"/>
                </a:lnTo>
                <a:lnTo>
                  <a:pt x="602" y="168"/>
                </a:lnTo>
                <a:lnTo>
                  <a:pt x="600" y="169"/>
                </a:lnTo>
                <a:lnTo>
                  <a:pt x="599" y="169"/>
                </a:lnTo>
                <a:lnTo>
                  <a:pt x="600" y="170"/>
                </a:lnTo>
                <a:lnTo>
                  <a:pt x="600" y="172"/>
                </a:lnTo>
                <a:lnTo>
                  <a:pt x="599" y="172"/>
                </a:lnTo>
                <a:lnTo>
                  <a:pt x="600" y="173"/>
                </a:lnTo>
                <a:lnTo>
                  <a:pt x="600" y="172"/>
                </a:lnTo>
                <a:lnTo>
                  <a:pt x="601" y="172"/>
                </a:lnTo>
                <a:lnTo>
                  <a:pt x="601" y="171"/>
                </a:lnTo>
                <a:lnTo>
                  <a:pt x="602" y="170"/>
                </a:lnTo>
                <a:lnTo>
                  <a:pt x="603" y="169"/>
                </a:lnTo>
                <a:lnTo>
                  <a:pt x="605" y="168"/>
                </a:lnTo>
                <a:lnTo>
                  <a:pt x="606" y="168"/>
                </a:lnTo>
                <a:lnTo>
                  <a:pt x="607" y="169"/>
                </a:lnTo>
                <a:lnTo>
                  <a:pt x="608" y="168"/>
                </a:lnTo>
                <a:lnTo>
                  <a:pt x="610" y="168"/>
                </a:lnTo>
                <a:lnTo>
                  <a:pt x="611" y="169"/>
                </a:lnTo>
                <a:lnTo>
                  <a:pt x="612" y="171"/>
                </a:lnTo>
                <a:lnTo>
                  <a:pt x="612" y="172"/>
                </a:lnTo>
                <a:lnTo>
                  <a:pt x="613" y="174"/>
                </a:lnTo>
                <a:lnTo>
                  <a:pt x="614" y="175"/>
                </a:lnTo>
                <a:lnTo>
                  <a:pt x="615" y="175"/>
                </a:lnTo>
                <a:lnTo>
                  <a:pt x="615" y="176"/>
                </a:lnTo>
                <a:lnTo>
                  <a:pt x="616" y="177"/>
                </a:lnTo>
                <a:lnTo>
                  <a:pt x="616" y="180"/>
                </a:lnTo>
                <a:lnTo>
                  <a:pt x="615" y="180"/>
                </a:lnTo>
                <a:lnTo>
                  <a:pt x="615" y="181"/>
                </a:lnTo>
                <a:lnTo>
                  <a:pt x="616" y="181"/>
                </a:lnTo>
                <a:lnTo>
                  <a:pt x="617" y="181"/>
                </a:lnTo>
                <a:lnTo>
                  <a:pt x="618" y="181"/>
                </a:lnTo>
                <a:lnTo>
                  <a:pt x="619" y="180"/>
                </a:lnTo>
                <a:lnTo>
                  <a:pt x="620" y="181"/>
                </a:lnTo>
                <a:lnTo>
                  <a:pt x="621" y="182"/>
                </a:lnTo>
                <a:lnTo>
                  <a:pt x="626" y="181"/>
                </a:lnTo>
                <a:lnTo>
                  <a:pt x="628" y="182"/>
                </a:lnTo>
                <a:lnTo>
                  <a:pt x="628" y="183"/>
                </a:lnTo>
                <a:lnTo>
                  <a:pt x="628" y="185"/>
                </a:lnTo>
                <a:lnTo>
                  <a:pt x="629" y="185"/>
                </a:lnTo>
                <a:lnTo>
                  <a:pt x="630" y="185"/>
                </a:lnTo>
                <a:lnTo>
                  <a:pt x="631" y="186"/>
                </a:lnTo>
                <a:lnTo>
                  <a:pt x="631" y="187"/>
                </a:lnTo>
                <a:lnTo>
                  <a:pt x="632" y="187"/>
                </a:lnTo>
                <a:lnTo>
                  <a:pt x="633" y="187"/>
                </a:lnTo>
                <a:lnTo>
                  <a:pt x="633" y="188"/>
                </a:lnTo>
                <a:lnTo>
                  <a:pt x="635" y="188"/>
                </a:lnTo>
                <a:lnTo>
                  <a:pt x="638" y="191"/>
                </a:lnTo>
                <a:lnTo>
                  <a:pt x="639" y="191"/>
                </a:lnTo>
                <a:lnTo>
                  <a:pt x="639" y="192"/>
                </a:lnTo>
                <a:lnTo>
                  <a:pt x="640" y="191"/>
                </a:lnTo>
                <a:lnTo>
                  <a:pt x="642" y="189"/>
                </a:lnTo>
                <a:lnTo>
                  <a:pt x="642" y="190"/>
                </a:lnTo>
                <a:lnTo>
                  <a:pt x="643" y="191"/>
                </a:lnTo>
                <a:lnTo>
                  <a:pt x="644" y="192"/>
                </a:lnTo>
                <a:lnTo>
                  <a:pt x="644" y="188"/>
                </a:lnTo>
                <a:lnTo>
                  <a:pt x="644" y="187"/>
                </a:lnTo>
                <a:lnTo>
                  <a:pt x="644" y="186"/>
                </a:lnTo>
                <a:lnTo>
                  <a:pt x="646" y="187"/>
                </a:lnTo>
                <a:lnTo>
                  <a:pt x="647" y="187"/>
                </a:lnTo>
                <a:lnTo>
                  <a:pt x="648" y="187"/>
                </a:lnTo>
                <a:lnTo>
                  <a:pt x="652" y="187"/>
                </a:lnTo>
                <a:lnTo>
                  <a:pt x="653" y="194"/>
                </a:lnTo>
                <a:lnTo>
                  <a:pt x="656" y="193"/>
                </a:lnTo>
                <a:lnTo>
                  <a:pt x="656" y="192"/>
                </a:lnTo>
                <a:lnTo>
                  <a:pt x="655" y="190"/>
                </a:lnTo>
                <a:lnTo>
                  <a:pt x="655" y="188"/>
                </a:lnTo>
                <a:lnTo>
                  <a:pt x="656" y="187"/>
                </a:lnTo>
                <a:lnTo>
                  <a:pt x="659" y="187"/>
                </a:lnTo>
                <a:lnTo>
                  <a:pt x="662" y="190"/>
                </a:lnTo>
                <a:lnTo>
                  <a:pt x="664" y="190"/>
                </a:lnTo>
                <a:lnTo>
                  <a:pt x="667" y="188"/>
                </a:lnTo>
                <a:lnTo>
                  <a:pt x="668" y="189"/>
                </a:lnTo>
                <a:lnTo>
                  <a:pt x="669" y="191"/>
                </a:lnTo>
                <a:lnTo>
                  <a:pt x="669" y="193"/>
                </a:lnTo>
                <a:lnTo>
                  <a:pt x="669" y="197"/>
                </a:lnTo>
                <a:lnTo>
                  <a:pt x="671" y="198"/>
                </a:lnTo>
                <a:lnTo>
                  <a:pt x="671" y="200"/>
                </a:lnTo>
                <a:lnTo>
                  <a:pt x="667" y="213"/>
                </a:lnTo>
                <a:lnTo>
                  <a:pt x="668" y="213"/>
                </a:lnTo>
                <a:lnTo>
                  <a:pt x="668" y="212"/>
                </a:lnTo>
                <a:lnTo>
                  <a:pt x="669" y="212"/>
                </a:lnTo>
                <a:lnTo>
                  <a:pt x="670" y="211"/>
                </a:lnTo>
                <a:lnTo>
                  <a:pt x="671" y="211"/>
                </a:lnTo>
                <a:lnTo>
                  <a:pt x="672" y="212"/>
                </a:lnTo>
                <a:lnTo>
                  <a:pt x="672" y="211"/>
                </a:lnTo>
                <a:lnTo>
                  <a:pt x="673" y="211"/>
                </a:lnTo>
                <a:lnTo>
                  <a:pt x="673" y="210"/>
                </a:lnTo>
                <a:lnTo>
                  <a:pt x="674" y="209"/>
                </a:lnTo>
                <a:lnTo>
                  <a:pt x="675" y="209"/>
                </a:lnTo>
                <a:lnTo>
                  <a:pt x="676" y="209"/>
                </a:lnTo>
                <a:lnTo>
                  <a:pt x="677" y="210"/>
                </a:lnTo>
                <a:lnTo>
                  <a:pt x="677" y="211"/>
                </a:lnTo>
                <a:lnTo>
                  <a:pt x="678" y="213"/>
                </a:lnTo>
                <a:lnTo>
                  <a:pt x="679" y="216"/>
                </a:lnTo>
                <a:lnTo>
                  <a:pt x="680" y="216"/>
                </a:lnTo>
                <a:lnTo>
                  <a:pt x="680" y="215"/>
                </a:lnTo>
                <a:lnTo>
                  <a:pt x="680" y="214"/>
                </a:lnTo>
                <a:lnTo>
                  <a:pt x="681" y="214"/>
                </a:lnTo>
                <a:lnTo>
                  <a:pt x="681" y="213"/>
                </a:lnTo>
                <a:lnTo>
                  <a:pt x="681" y="212"/>
                </a:lnTo>
                <a:lnTo>
                  <a:pt x="680" y="212"/>
                </a:lnTo>
                <a:lnTo>
                  <a:pt x="680" y="210"/>
                </a:lnTo>
                <a:lnTo>
                  <a:pt x="681" y="209"/>
                </a:lnTo>
                <a:lnTo>
                  <a:pt x="682" y="209"/>
                </a:lnTo>
                <a:lnTo>
                  <a:pt x="683" y="208"/>
                </a:lnTo>
                <a:lnTo>
                  <a:pt x="684" y="208"/>
                </a:lnTo>
                <a:lnTo>
                  <a:pt x="684" y="207"/>
                </a:lnTo>
                <a:lnTo>
                  <a:pt x="684" y="206"/>
                </a:lnTo>
                <a:lnTo>
                  <a:pt x="685" y="205"/>
                </a:lnTo>
                <a:lnTo>
                  <a:pt x="686" y="205"/>
                </a:lnTo>
                <a:lnTo>
                  <a:pt x="686" y="204"/>
                </a:lnTo>
                <a:lnTo>
                  <a:pt x="687" y="204"/>
                </a:lnTo>
                <a:lnTo>
                  <a:pt x="689" y="203"/>
                </a:lnTo>
                <a:lnTo>
                  <a:pt x="694" y="203"/>
                </a:lnTo>
                <a:lnTo>
                  <a:pt x="699" y="203"/>
                </a:lnTo>
                <a:lnTo>
                  <a:pt x="700" y="203"/>
                </a:lnTo>
                <a:lnTo>
                  <a:pt x="700" y="205"/>
                </a:lnTo>
                <a:lnTo>
                  <a:pt x="700" y="206"/>
                </a:lnTo>
                <a:lnTo>
                  <a:pt x="701" y="206"/>
                </a:lnTo>
                <a:lnTo>
                  <a:pt x="701" y="207"/>
                </a:lnTo>
                <a:lnTo>
                  <a:pt x="702" y="208"/>
                </a:lnTo>
                <a:lnTo>
                  <a:pt x="703" y="208"/>
                </a:lnTo>
                <a:lnTo>
                  <a:pt x="703" y="207"/>
                </a:lnTo>
                <a:lnTo>
                  <a:pt x="703" y="206"/>
                </a:lnTo>
                <a:lnTo>
                  <a:pt x="704" y="206"/>
                </a:lnTo>
                <a:lnTo>
                  <a:pt x="704" y="205"/>
                </a:lnTo>
                <a:lnTo>
                  <a:pt x="704" y="202"/>
                </a:lnTo>
                <a:lnTo>
                  <a:pt x="705" y="202"/>
                </a:lnTo>
                <a:lnTo>
                  <a:pt x="705" y="200"/>
                </a:lnTo>
                <a:lnTo>
                  <a:pt x="713" y="199"/>
                </a:lnTo>
                <a:lnTo>
                  <a:pt x="714" y="202"/>
                </a:lnTo>
                <a:lnTo>
                  <a:pt x="714" y="203"/>
                </a:lnTo>
                <a:lnTo>
                  <a:pt x="714" y="205"/>
                </a:lnTo>
                <a:lnTo>
                  <a:pt x="714" y="207"/>
                </a:lnTo>
                <a:lnTo>
                  <a:pt x="714" y="208"/>
                </a:lnTo>
                <a:lnTo>
                  <a:pt x="714" y="209"/>
                </a:lnTo>
                <a:lnTo>
                  <a:pt x="714" y="210"/>
                </a:lnTo>
                <a:lnTo>
                  <a:pt x="714" y="211"/>
                </a:lnTo>
                <a:lnTo>
                  <a:pt x="714" y="212"/>
                </a:lnTo>
                <a:lnTo>
                  <a:pt x="714" y="213"/>
                </a:lnTo>
                <a:lnTo>
                  <a:pt x="715" y="214"/>
                </a:lnTo>
                <a:lnTo>
                  <a:pt x="716" y="214"/>
                </a:lnTo>
                <a:lnTo>
                  <a:pt x="717" y="214"/>
                </a:lnTo>
                <a:lnTo>
                  <a:pt x="717" y="213"/>
                </a:lnTo>
                <a:lnTo>
                  <a:pt x="717" y="212"/>
                </a:lnTo>
                <a:lnTo>
                  <a:pt x="716" y="212"/>
                </a:lnTo>
                <a:lnTo>
                  <a:pt x="716" y="211"/>
                </a:lnTo>
                <a:lnTo>
                  <a:pt x="716" y="210"/>
                </a:lnTo>
                <a:lnTo>
                  <a:pt x="716" y="209"/>
                </a:lnTo>
                <a:lnTo>
                  <a:pt x="716" y="208"/>
                </a:lnTo>
                <a:lnTo>
                  <a:pt x="716" y="207"/>
                </a:lnTo>
                <a:lnTo>
                  <a:pt x="717" y="207"/>
                </a:lnTo>
                <a:lnTo>
                  <a:pt x="717" y="206"/>
                </a:lnTo>
                <a:lnTo>
                  <a:pt x="718" y="205"/>
                </a:lnTo>
                <a:lnTo>
                  <a:pt x="718" y="204"/>
                </a:lnTo>
                <a:lnTo>
                  <a:pt x="719" y="204"/>
                </a:lnTo>
                <a:lnTo>
                  <a:pt x="718" y="203"/>
                </a:lnTo>
                <a:lnTo>
                  <a:pt x="718" y="202"/>
                </a:lnTo>
                <a:lnTo>
                  <a:pt x="719" y="202"/>
                </a:lnTo>
                <a:lnTo>
                  <a:pt x="719" y="201"/>
                </a:lnTo>
                <a:lnTo>
                  <a:pt x="720" y="201"/>
                </a:lnTo>
                <a:lnTo>
                  <a:pt x="720" y="200"/>
                </a:lnTo>
                <a:lnTo>
                  <a:pt x="721" y="200"/>
                </a:lnTo>
                <a:lnTo>
                  <a:pt x="720" y="200"/>
                </a:lnTo>
                <a:lnTo>
                  <a:pt x="719" y="198"/>
                </a:lnTo>
                <a:lnTo>
                  <a:pt x="722" y="196"/>
                </a:lnTo>
                <a:lnTo>
                  <a:pt x="724" y="195"/>
                </a:lnTo>
                <a:lnTo>
                  <a:pt x="724" y="194"/>
                </a:lnTo>
                <a:lnTo>
                  <a:pt x="725" y="196"/>
                </a:lnTo>
                <a:lnTo>
                  <a:pt x="732" y="193"/>
                </a:lnTo>
                <a:lnTo>
                  <a:pt x="732" y="195"/>
                </a:lnTo>
                <a:lnTo>
                  <a:pt x="733" y="197"/>
                </a:lnTo>
                <a:lnTo>
                  <a:pt x="733" y="198"/>
                </a:lnTo>
                <a:lnTo>
                  <a:pt x="738" y="196"/>
                </a:lnTo>
                <a:lnTo>
                  <a:pt x="737" y="194"/>
                </a:lnTo>
                <a:lnTo>
                  <a:pt x="737" y="193"/>
                </a:lnTo>
                <a:lnTo>
                  <a:pt x="740" y="192"/>
                </a:lnTo>
                <a:lnTo>
                  <a:pt x="740" y="194"/>
                </a:lnTo>
                <a:lnTo>
                  <a:pt x="741" y="196"/>
                </a:lnTo>
                <a:lnTo>
                  <a:pt x="742" y="195"/>
                </a:lnTo>
                <a:lnTo>
                  <a:pt x="743" y="195"/>
                </a:lnTo>
                <a:lnTo>
                  <a:pt x="745" y="194"/>
                </a:lnTo>
                <a:lnTo>
                  <a:pt x="744" y="191"/>
                </a:lnTo>
                <a:lnTo>
                  <a:pt x="745" y="190"/>
                </a:lnTo>
                <a:lnTo>
                  <a:pt x="745" y="189"/>
                </a:lnTo>
                <a:lnTo>
                  <a:pt x="748" y="187"/>
                </a:lnTo>
                <a:lnTo>
                  <a:pt x="748" y="186"/>
                </a:lnTo>
                <a:lnTo>
                  <a:pt x="748" y="185"/>
                </a:lnTo>
                <a:lnTo>
                  <a:pt x="748" y="184"/>
                </a:lnTo>
                <a:lnTo>
                  <a:pt x="749" y="182"/>
                </a:lnTo>
                <a:lnTo>
                  <a:pt x="752" y="180"/>
                </a:lnTo>
                <a:lnTo>
                  <a:pt x="753" y="180"/>
                </a:lnTo>
                <a:lnTo>
                  <a:pt x="753" y="179"/>
                </a:lnTo>
                <a:lnTo>
                  <a:pt x="754" y="179"/>
                </a:lnTo>
                <a:lnTo>
                  <a:pt x="756" y="176"/>
                </a:lnTo>
                <a:lnTo>
                  <a:pt x="757" y="176"/>
                </a:lnTo>
                <a:lnTo>
                  <a:pt x="757" y="175"/>
                </a:lnTo>
                <a:lnTo>
                  <a:pt x="755" y="174"/>
                </a:lnTo>
                <a:lnTo>
                  <a:pt x="754" y="174"/>
                </a:lnTo>
                <a:lnTo>
                  <a:pt x="755" y="174"/>
                </a:lnTo>
                <a:lnTo>
                  <a:pt x="757" y="174"/>
                </a:lnTo>
                <a:lnTo>
                  <a:pt x="758" y="172"/>
                </a:lnTo>
                <a:lnTo>
                  <a:pt x="759" y="172"/>
                </a:lnTo>
                <a:lnTo>
                  <a:pt x="759" y="171"/>
                </a:lnTo>
                <a:lnTo>
                  <a:pt x="761" y="170"/>
                </a:lnTo>
                <a:lnTo>
                  <a:pt x="761" y="169"/>
                </a:lnTo>
                <a:lnTo>
                  <a:pt x="761" y="168"/>
                </a:lnTo>
                <a:lnTo>
                  <a:pt x="762" y="168"/>
                </a:lnTo>
                <a:lnTo>
                  <a:pt x="763" y="166"/>
                </a:lnTo>
                <a:lnTo>
                  <a:pt x="763" y="164"/>
                </a:lnTo>
                <a:lnTo>
                  <a:pt x="761" y="164"/>
                </a:lnTo>
                <a:lnTo>
                  <a:pt x="761" y="163"/>
                </a:lnTo>
                <a:lnTo>
                  <a:pt x="764" y="163"/>
                </a:lnTo>
                <a:lnTo>
                  <a:pt x="764" y="162"/>
                </a:lnTo>
                <a:lnTo>
                  <a:pt x="764" y="161"/>
                </a:lnTo>
                <a:lnTo>
                  <a:pt x="764" y="159"/>
                </a:lnTo>
                <a:lnTo>
                  <a:pt x="762" y="159"/>
                </a:lnTo>
                <a:lnTo>
                  <a:pt x="761" y="158"/>
                </a:lnTo>
                <a:lnTo>
                  <a:pt x="761" y="157"/>
                </a:lnTo>
                <a:lnTo>
                  <a:pt x="761" y="156"/>
                </a:lnTo>
                <a:lnTo>
                  <a:pt x="761" y="155"/>
                </a:lnTo>
                <a:lnTo>
                  <a:pt x="762" y="155"/>
                </a:lnTo>
                <a:lnTo>
                  <a:pt x="762" y="156"/>
                </a:lnTo>
                <a:lnTo>
                  <a:pt x="763" y="156"/>
                </a:lnTo>
                <a:lnTo>
                  <a:pt x="764" y="156"/>
                </a:lnTo>
                <a:lnTo>
                  <a:pt x="764" y="155"/>
                </a:lnTo>
                <a:lnTo>
                  <a:pt x="763" y="155"/>
                </a:lnTo>
                <a:lnTo>
                  <a:pt x="764" y="155"/>
                </a:lnTo>
                <a:lnTo>
                  <a:pt x="764" y="154"/>
                </a:lnTo>
                <a:lnTo>
                  <a:pt x="763" y="153"/>
                </a:lnTo>
                <a:lnTo>
                  <a:pt x="762" y="153"/>
                </a:lnTo>
                <a:lnTo>
                  <a:pt x="761" y="153"/>
                </a:lnTo>
                <a:lnTo>
                  <a:pt x="760" y="152"/>
                </a:lnTo>
                <a:lnTo>
                  <a:pt x="759" y="150"/>
                </a:lnTo>
                <a:lnTo>
                  <a:pt x="759" y="149"/>
                </a:lnTo>
                <a:lnTo>
                  <a:pt x="759" y="148"/>
                </a:lnTo>
                <a:lnTo>
                  <a:pt x="758" y="148"/>
                </a:lnTo>
                <a:lnTo>
                  <a:pt x="757" y="149"/>
                </a:lnTo>
                <a:lnTo>
                  <a:pt x="757" y="151"/>
                </a:lnTo>
                <a:lnTo>
                  <a:pt x="756" y="151"/>
                </a:lnTo>
                <a:lnTo>
                  <a:pt x="755" y="150"/>
                </a:lnTo>
                <a:lnTo>
                  <a:pt x="754" y="149"/>
                </a:lnTo>
                <a:lnTo>
                  <a:pt x="754" y="148"/>
                </a:lnTo>
                <a:lnTo>
                  <a:pt x="752" y="147"/>
                </a:lnTo>
                <a:lnTo>
                  <a:pt x="751" y="147"/>
                </a:lnTo>
                <a:lnTo>
                  <a:pt x="752" y="146"/>
                </a:lnTo>
                <a:lnTo>
                  <a:pt x="752" y="145"/>
                </a:lnTo>
                <a:lnTo>
                  <a:pt x="752" y="142"/>
                </a:lnTo>
                <a:lnTo>
                  <a:pt x="751" y="142"/>
                </a:lnTo>
                <a:lnTo>
                  <a:pt x="751" y="141"/>
                </a:lnTo>
                <a:lnTo>
                  <a:pt x="752" y="141"/>
                </a:lnTo>
                <a:lnTo>
                  <a:pt x="753" y="140"/>
                </a:lnTo>
                <a:lnTo>
                  <a:pt x="755" y="139"/>
                </a:lnTo>
                <a:lnTo>
                  <a:pt x="756" y="139"/>
                </a:lnTo>
                <a:lnTo>
                  <a:pt x="762" y="138"/>
                </a:lnTo>
                <a:lnTo>
                  <a:pt x="764" y="137"/>
                </a:lnTo>
                <a:lnTo>
                  <a:pt x="765" y="136"/>
                </a:lnTo>
                <a:lnTo>
                  <a:pt x="766" y="136"/>
                </a:lnTo>
                <a:lnTo>
                  <a:pt x="767" y="135"/>
                </a:lnTo>
                <a:lnTo>
                  <a:pt x="767" y="134"/>
                </a:lnTo>
                <a:lnTo>
                  <a:pt x="767" y="133"/>
                </a:lnTo>
                <a:lnTo>
                  <a:pt x="766" y="133"/>
                </a:lnTo>
                <a:lnTo>
                  <a:pt x="766" y="131"/>
                </a:lnTo>
                <a:lnTo>
                  <a:pt x="766" y="130"/>
                </a:lnTo>
                <a:lnTo>
                  <a:pt x="768" y="130"/>
                </a:lnTo>
                <a:lnTo>
                  <a:pt x="768" y="129"/>
                </a:lnTo>
                <a:lnTo>
                  <a:pt x="767" y="129"/>
                </a:lnTo>
                <a:lnTo>
                  <a:pt x="768" y="128"/>
                </a:lnTo>
                <a:lnTo>
                  <a:pt x="769" y="128"/>
                </a:lnTo>
                <a:lnTo>
                  <a:pt x="771" y="128"/>
                </a:lnTo>
                <a:lnTo>
                  <a:pt x="771" y="129"/>
                </a:lnTo>
                <a:lnTo>
                  <a:pt x="774" y="128"/>
                </a:lnTo>
                <a:lnTo>
                  <a:pt x="775" y="127"/>
                </a:lnTo>
                <a:lnTo>
                  <a:pt x="776" y="127"/>
                </a:lnTo>
                <a:lnTo>
                  <a:pt x="777" y="126"/>
                </a:lnTo>
                <a:lnTo>
                  <a:pt x="777" y="125"/>
                </a:lnTo>
                <a:lnTo>
                  <a:pt x="777" y="124"/>
                </a:lnTo>
                <a:lnTo>
                  <a:pt x="776" y="124"/>
                </a:lnTo>
                <a:lnTo>
                  <a:pt x="777" y="124"/>
                </a:lnTo>
                <a:lnTo>
                  <a:pt x="778" y="124"/>
                </a:lnTo>
                <a:lnTo>
                  <a:pt x="781" y="123"/>
                </a:lnTo>
                <a:lnTo>
                  <a:pt x="783" y="122"/>
                </a:lnTo>
                <a:lnTo>
                  <a:pt x="784" y="122"/>
                </a:lnTo>
                <a:lnTo>
                  <a:pt x="785" y="122"/>
                </a:lnTo>
                <a:lnTo>
                  <a:pt x="787" y="121"/>
                </a:lnTo>
                <a:lnTo>
                  <a:pt x="788" y="120"/>
                </a:lnTo>
                <a:lnTo>
                  <a:pt x="788" y="119"/>
                </a:lnTo>
                <a:lnTo>
                  <a:pt x="788" y="118"/>
                </a:lnTo>
                <a:lnTo>
                  <a:pt x="788" y="117"/>
                </a:lnTo>
                <a:lnTo>
                  <a:pt x="789" y="117"/>
                </a:lnTo>
                <a:lnTo>
                  <a:pt x="790" y="117"/>
                </a:lnTo>
                <a:lnTo>
                  <a:pt x="791" y="116"/>
                </a:lnTo>
                <a:lnTo>
                  <a:pt x="793" y="115"/>
                </a:lnTo>
                <a:lnTo>
                  <a:pt x="794" y="114"/>
                </a:lnTo>
                <a:lnTo>
                  <a:pt x="795" y="113"/>
                </a:lnTo>
                <a:lnTo>
                  <a:pt x="796" y="113"/>
                </a:lnTo>
                <a:lnTo>
                  <a:pt x="797" y="112"/>
                </a:lnTo>
                <a:lnTo>
                  <a:pt x="798" y="111"/>
                </a:lnTo>
                <a:lnTo>
                  <a:pt x="799" y="111"/>
                </a:lnTo>
                <a:lnTo>
                  <a:pt x="800" y="109"/>
                </a:lnTo>
                <a:lnTo>
                  <a:pt x="803" y="105"/>
                </a:lnTo>
                <a:lnTo>
                  <a:pt x="806" y="101"/>
                </a:lnTo>
                <a:lnTo>
                  <a:pt x="807" y="100"/>
                </a:lnTo>
                <a:lnTo>
                  <a:pt x="807" y="99"/>
                </a:lnTo>
                <a:lnTo>
                  <a:pt x="807" y="98"/>
                </a:lnTo>
                <a:lnTo>
                  <a:pt x="808" y="97"/>
                </a:lnTo>
                <a:lnTo>
                  <a:pt x="808" y="96"/>
                </a:lnTo>
                <a:lnTo>
                  <a:pt x="809" y="95"/>
                </a:lnTo>
                <a:lnTo>
                  <a:pt x="810" y="94"/>
                </a:lnTo>
                <a:lnTo>
                  <a:pt x="809" y="93"/>
                </a:lnTo>
                <a:lnTo>
                  <a:pt x="808" y="92"/>
                </a:lnTo>
                <a:lnTo>
                  <a:pt x="803" y="87"/>
                </a:lnTo>
                <a:lnTo>
                  <a:pt x="804" y="85"/>
                </a:lnTo>
                <a:lnTo>
                  <a:pt x="806" y="83"/>
                </a:lnTo>
                <a:lnTo>
                  <a:pt x="807" y="81"/>
                </a:lnTo>
                <a:lnTo>
                  <a:pt x="808" y="80"/>
                </a:lnTo>
                <a:lnTo>
                  <a:pt x="817" y="79"/>
                </a:lnTo>
                <a:lnTo>
                  <a:pt x="818" y="78"/>
                </a:lnTo>
                <a:lnTo>
                  <a:pt x="818" y="76"/>
                </a:lnTo>
                <a:lnTo>
                  <a:pt x="818" y="75"/>
                </a:lnTo>
                <a:lnTo>
                  <a:pt x="818" y="74"/>
                </a:lnTo>
                <a:lnTo>
                  <a:pt x="819" y="73"/>
                </a:lnTo>
                <a:lnTo>
                  <a:pt x="819" y="72"/>
                </a:lnTo>
                <a:lnTo>
                  <a:pt x="818" y="71"/>
                </a:lnTo>
                <a:lnTo>
                  <a:pt x="817" y="70"/>
                </a:lnTo>
                <a:lnTo>
                  <a:pt x="816" y="70"/>
                </a:lnTo>
                <a:lnTo>
                  <a:pt x="815" y="71"/>
                </a:lnTo>
                <a:lnTo>
                  <a:pt x="816" y="74"/>
                </a:lnTo>
                <a:lnTo>
                  <a:pt x="814" y="74"/>
                </a:lnTo>
                <a:lnTo>
                  <a:pt x="812" y="73"/>
                </a:lnTo>
                <a:lnTo>
                  <a:pt x="813" y="72"/>
                </a:lnTo>
                <a:lnTo>
                  <a:pt x="813" y="71"/>
                </a:lnTo>
                <a:lnTo>
                  <a:pt x="814" y="70"/>
                </a:lnTo>
                <a:lnTo>
                  <a:pt x="815" y="69"/>
                </a:lnTo>
                <a:lnTo>
                  <a:pt x="815" y="68"/>
                </a:lnTo>
                <a:lnTo>
                  <a:pt x="813" y="68"/>
                </a:lnTo>
                <a:lnTo>
                  <a:pt x="812" y="69"/>
                </a:lnTo>
                <a:lnTo>
                  <a:pt x="812" y="70"/>
                </a:lnTo>
                <a:lnTo>
                  <a:pt x="810" y="70"/>
                </a:lnTo>
                <a:lnTo>
                  <a:pt x="810" y="69"/>
                </a:lnTo>
                <a:lnTo>
                  <a:pt x="809" y="69"/>
                </a:lnTo>
                <a:lnTo>
                  <a:pt x="808" y="69"/>
                </a:lnTo>
                <a:lnTo>
                  <a:pt x="807" y="69"/>
                </a:lnTo>
                <a:lnTo>
                  <a:pt x="807" y="70"/>
                </a:lnTo>
                <a:lnTo>
                  <a:pt x="806" y="71"/>
                </a:lnTo>
                <a:lnTo>
                  <a:pt x="803" y="70"/>
                </a:lnTo>
                <a:lnTo>
                  <a:pt x="802" y="70"/>
                </a:lnTo>
                <a:lnTo>
                  <a:pt x="801" y="69"/>
                </a:lnTo>
                <a:lnTo>
                  <a:pt x="801" y="68"/>
                </a:lnTo>
                <a:lnTo>
                  <a:pt x="802" y="67"/>
                </a:lnTo>
                <a:lnTo>
                  <a:pt x="803" y="67"/>
                </a:lnTo>
                <a:lnTo>
                  <a:pt x="804" y="67"/>
                </a:lnTo>
                <a:lnTo>
                  <a:pt x="806" y="67"/>
                </a:lnTo>
                <a:lnTo>
                  <a:pt x="806" y="66"/>
                </a:lnTo>
                <a:lnTo>
                  <a:pt x="808" y="66"/>
                </a:lnTo>
                <a:lnTo>
                  <a:pt x="812" y="66"/>
                </a:lnTo>
                <a:lnTo>
                  <a:pt x="813" y="65"/>
                </a:lnTo>
                <a:lnTo>
                  <a:pt x="814" y="65"/>
                </a:lnTo>
                <a:lnTo>
                  <a:pt x="815" y="65"/>
                </a:lnTo>
                <a:lnTo>
                  <a:pt x="817" y="65"/>
                </a:lnTo>
                <a:lnTo>
                  <a:pt x="817" y="64"/>
                </a:lnTo>
                <a:lnTo>
                  <a:pt x="820" y="64"/>
                </a:lnTo>
                <a:lnTo>
                  <a:pt x="821" y="63"/>
                </a:lnTo>
                <a:lnTo>
                  <a:pt x="822" y="63"/>
                </a:lnTo>
                <a:lnTo>
                  <a:pt x="823" y="63"/>
                </a:lnTo>
                <a:lnTo>
                  <a:pt x="824" y="62"/>
                </a:lnTo>
                <a:lnTo>
                  <a:pt x="824" y="61"/>
                </a:lnTo>
                <a:lnTo>
                  <a:pt x="825" y="61"/>
                </a:lnTo>
                <a:lnTo>
                  <a:pt x="826" y="60"/>
                </a:lnTo>
                <a:lnTo>
                  <a:pt x="828" y="59"/>
                </a:lnTo>
                <a:lnTo>
                  <a:pt x="828" y="58"/>
                </a:lnTo>
                <a:lnTo>
                  <a:pt x="829" y="57"/>
                </a:lnTo>
                <a:lnTo>
                  <a:pt x="830" y="57"/>
                </a:lnTo>
                <a:lnTo>
                  <a:pt x="831" y="56"/>
                </a:lnTo>
                <a:lnTo>
                  <a:pt x="832" y="55"/>
                </a:lnTo>
                <a:lnTo>
                  <a:pt x="832" y="54"/>
                </a:lnTo>
                <a:lnTo>
                  <a:pt x="833" y="53"/>
                </a:lnTo>
                <a:lnTo>
                  <a:pt x="833" y="52"/>
                </a:lnTo>
                <a:lnTo>
                  <a:pt x="835" y="50"/>
                </a:lnTo>
                <a:lnTo>
                  <a:pt x="835" y="49"/>
                </a:lnTo>
                <a:lnTo>
                  <a:pt x="837" y="49"/>
                </a:lnTo>
                <a:lnTo>
                  <a:pt x="838" y="48"/>
                </a:lnTo>
                <a:lnTo>
                  <a:pt x="839" y="48"/>
                </a:lnTo>
                <a:lnTo>
                  <a:pt x="840" y="49"/>
                </a:lnTo>
                <a:lnTo>
                  <a:pt x="841" y="49"/>
                </a:lnTo>
                <a:lnTo>
                  <a:pt x="842" y="48"/>
                </a:lnTo>
                <a:lnTo>
                  <a:pt x="843" y="48"/>
                </a:lnTo>
                <a:lnTo>
                  <a:pt x="846" y="47"/>
                </a:lnTo>
                <a:lnTo>
                  <a:pt x="847" y="47"/>
                </a:lnTo>
                <a:lnTo>
                  <a:pt x="848" y="47"/>
                </a:lnTo>
                <a:lnTo>
                  <a:pt x="849" y="46"/>
                </a:lnTo>
                <a:lnTo>
                  <a:pt x="850" y="46"/>
                </a:lnTo>
                <a:lnTo>
                  <a:pt x="851" y="46"/>
                </a:lnTo>
                <a:lnTo>
                  <a:pt x="852" y="45"/>
                </a:lnTo>
                <a:lnTo>
                  <a:pt x="854" y="45"/>
                </a:lnTo>
                <a:lnTo>
                  <a:pt x="855" y="44"/>
                </a:lnTo>
                <a:lnTo>
                  <a:pt x="856" y="43"/>
                </a:lnTo>
                <a:lnTo>
                  <a:pt x="857" y="43"/>
                </a:lnTo>
                <a:lnTo>
                  <a:pt x="858" y="42"/>
                </a:lnTo>
                <a:lnTo>
                  <a:pt x="859" y="41"/>
                </a:lnTo>
                <a:lnTo>
                  <a:pt x="859" y="40"/>
                </a:lnTo>
                <a:lnTo>
                  <a:pt x="860" y="39"/>
                </a:lnTo>
                <a:lnTo>
                  <a:pt x="861" y="38"/>
                </a:lnTo>
                <a:lnTo>
                  <a:pt x="862" y="38"/>
                </a:lnTo>
                <a:lnTo>
                  <a:pt x="863" y="39"/>
                </a:lnTo>
                <a:lnTo>
                  <a:pt x="865" y="38"/>
                </a:lnTo>
                <a:lnTo>
                  <a:pt x="866" y="37"/>
                </a:lnTo>
                <a:lnTo>
                  <a:pt x="866" y="36"/>
                </a:lnTo>
                <a:lnTo>
                  <a:pt x="867" y="35"/>
                </a:lnTo>
                <a:lnTo>
                  <a:pt x="868" y="36"/>
                </a:lnTo>
                <a:lnTo>
                  <a:pt x="869" y="35"/>
                </a:lnTo>
                <a:lnTo>
                  <a:pt x="870" y="34"/>
                </a:lnTo>
                <a:lnTo>
                  <a:pt x="870" y="33"/>
                </a:lnTo>
                <a:lnTo>
                  <a:pt x="871" y="32"/>
                </a:lnTo>
                <a:lnTo>
                  <a:pt x="872" y="32"/>
                </a:lnTo>
                <a:lnTo>
                  <a:pt x="874" y="29"/>
                </a:lnTo>
                <a:lnTo>
                  <a:pt x="875" y="27"/>
                </a:lnTo>
                <a:lnTo>
                  <a:pt x="877" y="26"/>
                </a:lnTo>
                <a:lnTo>
                  <a:pt x="878" y="26"/>
                </a:lnTo>
                <a:lnTo>
                  <a:pt x="879" y="25"/>
                </a:lnTo>
                <a:lnTo>
                  <a:pt x="880" y="25"/>
                </a:lnTo>
                <a:lnTo>
                  <a:pt x="880" y="26"/>
                </a:lnTo>
                <a:lnTo>
                  <a:pt x="881" y="26"/>
                </a:lnTo>
                <a:lnTo>
                  <a:pt x="882" y="26"/>
                </a:lnTo>
                <a:lnTo>
                  <a:pt x="883" y="26"/>
                </a:lnTo>
                <a:lnTo>
                  <a:pt x="884" y="25"/>
                </a:lnTo>
                <a:lnTo>
                  <a:pt x="885" y="25"/>
                </a:lnTo>
                <a:lnTo>
                  <a:pt x="886" y="25"/>
                </a:lnTo>
                <a:lnTo>
                  <a:pt x="887" y="26"/>
                </a:lnTo>
                <a:lnTo>
                  <a:pt x="889" y="26"/>
                </a:lnTo>
                <a:lnTo>
                  <a:pt x="890" y="27"/>
                </a:lnTo>
                <a:lnTo>
                  <a:pt x="892" y="27"/>
                </a:lnTo>
                <a:lnTo>
                  <a:pt x="893" y="26"/>
                </a:lnTo>
                <a:lnTo>
                  <a:pt x="894" y="26"/>
                </a:lnTo>
                <a:lnTo>
                  <a:pt x="895" y="25"/>
                </a:lnTo>
                <a:lnTo>
                  <a:pt x="896" y="24"/>
                </a:lnTo>
                <a:lnTo>
                  <a:pt x="896" y="23"/>
                </a:lnTo>
                <a:lnTo>
                  <a:pt x="898" y="22"/>
                </a:lnTo>
                <a:lnTo>
                  <a:pt x="900" y="22"/>
                </a:lnTo>
                <a:lnTo>
                  <a:pt x="901" y="22"/>
                </a:lnTo>
                <a:lnTo>
                  <a:pt x="902" y="22"/>
                </a:lnTo>
                <a:lnTo>
                  <a:pt x="904" y="22"/>
                </a:lnTo>
                <a:lnTo>
                  <a:pt x="905" y="22"/>
                </a:lnTo>
                <a:lnTo>
                  <a:pt x="906" y="22"/>
                </a:lnTo>
                <a:lnTo>
                  <a:pt x="906" y="23"/>
                </a:lnTo>
                <a:lnTo>
                  <a:pt x="907" y="23"/>
                </a:lnTo>
                <a:lnTo>
                  <a:pt x="908" y="23"/>
                </a:lnTo>
                <a:lnTo>
                  <a:pt x="909" y="23"/>
                </a:lnTo>
                <a:lnTo>
                  <a:pt x="910" y="23"/>
                </a:lnTo>
                <a:lnTo>
                  <a:pt x="911" y="24"/>
                </a:lnTo>
                <a:lnTo>
                  <a:pt x="911" y="25"/>
                </a:lnTo>
                <a:lnTo>
                  <a:pt x="911" y="26"/>
                </a:lnTo>
                <a:lnTo>
                  <a:pt x="910" y="26"/>
                </a:lnTo>
                <a:lnTo>
                  <a:pt x="910" y="27"/>
                </a:lnTo>
                <a:lnTo>
                  <a:pt x="909" y="28"/>
                </a:lnTo>
                <a:lnTo>
                  <a:pt x="910" y="29"/>
                </a:lnTo>
                <a:lnTo>
                  <a:pt x="910" y="30"/>
                </a:lnTo>
                <a:lnTo>
                  <a:pt x="910" y="31"/>
                </a:lnTo>
                <a:lnTo>
                  <a:pt x="911" y="31"/>
                </a:lnTo>
                <a:lnTo>
                  <a:pt x="912" y="32"/>
                </a:lnTo>
                <a:lnTo>
                  <a:pt x="913" y="32"/>
                </a:lnTo>
                <a:lnTo>
                  <a:pt x="915" y="33"/>
                </a:lnTo>
                <a:lnTo>
                  <a:pt x="916" y="34"/>
                </a:lnTo>
                <a:lnTo>
                  <a:pt x="917" y="34"/>
                </a:lnTo>
                <a:lnTo>
                  <a:pt x="918" y="35"/>
                </a:lnTo>
                <a:lnTo>
                  <a:pt x="920" y="35"/>
                </a:lnTo>
                <a:lnTo>
                  <a:pt x="921" y="35"/>
                </a:lnTo>
                <a:lnTo>
                  <a:pt x="922" y="35"/>
                </a:lnTo>
                <a:lnTo>
                  <a:pt x="922" y="36"/>
                </a:lnTo>
                <a:lnTo>
                  <a:pt x="922" y="37"/>
                </a:lnTo>
                <a:lnTo>
                  <a:pt x="923" y="37"/>
                </a:lnTo>
                <a:lnTo>
                  <a:pt x="924" y="39"/>
                </a:lnTo>
                <a:lnTo>
                  <a:pt x="924" y="40"/>
                </a:lnTo>
                <a:lnTo>
                  <a:pt x="925" y="41"/>
                </a:lnTo>
                <a:lnTo>
                  <a:pt x="926" y="41"/>
                </a:lnTo>
                <a:lnTo>
                  <a:pt x="927" y="42"/>
                </a:lnTo>
                <a:lnTo>
                  <a:pt x="928" y="42"/>
                </a:lnTo>
                <a:lnTo>
                  <a:pt x="930" y="42"/>
                </a:lnTo>
                <a:lnTo>
                  <a:pt x="932" y="42"/>
                </a:lnTo>
                <a:lnTo>
                  <a:pt x="932" y="43"/>
                </a:lnTo>
                <a:lnTo>
                  <a:pt x="933" y="42"/>
                </a:lnTo>
                <a:lnTo>
                  <a:pt x="933" y="41"/>
                </a:lnTo>
                <a:lnTo>
                  <a:pt x="935" y="40"/>
                </a:lnTo>
                <a:lnTo>
                  <a:pt x="936" y="41"/>
                </a:lnTo>
                <a:lnTo>
                  <a:pt x="937" y="41"/>
                </a:lnTo>
                <a:lnTo>
                  <a:pt x="939" y="40"/>
                </a:lnTo>
                <a:lnTo>
                  <a:pt x="940" y="40"/>
                </a:lnTo>
                <a:lnTo>
                  <a:pt x="941" y="40"/>
                </a:lnTo>
                <a:lnTo>
                  <a:pt x="942" y="39"/>
                </a:lnTo>
                <a:lnTo>
                  <a:pt x="943" y="39"/>
                </a:lnTo>
                <a:lnTo>
                  <a:pt x="944" y="39"/>
                </a:lnTo>
                <a:lnTo>
                  <a:pt x="945" y="39"/>
                </a:lnTo>
                <a:lnTo>
                  <a:pt x="945" y="40"/>
                </a:lnTo>
                <a:lnTo>
                  <a:pt x="946" y="40"/>
                </a:lnTo>
                <a:lnTo>
                  <a:pt x="946" y="41"/>
                </a:lnTo>
                <a:lnTo>
                  <a:pt x="947" y="41"/>
                </a:lnTo>
                <a:lnTo>
                  <a:pt x="947" y="42"/>
                </a:lnTo>
                <a:lnTo>
                  <a:pt x="946" y="42"/>
                </a:lnTo>
                <a:lnTo>
                  <a:pt x="946" y="43"/>
                </a:lnTo>
                <a:lnTo>
                  <a:pt x="946" y="44"/>
                </a:lnTo>
                <a:lnTo>
                  <a:pt x="946" y="45"/>
                </a:lnTo>
                <a:lnTo>
                  <a:pt x="946" y="46"/>
                </a:lnTo>
                <a:lnTo>
                  <a:pt x="945" y="46"/>
                </a:lnTo>
                <a:lnTo>
                  <a:pt x="945" y="47"/>
                </a:lnTo>
                <a:lnTo>
                  <a:pt x="944" y="48"/>
                </a:lnTo>
                <a:lnTo>
                  <a:pt x="944" y="49"/>
                </a:lnTo>
                <a:lnTo>
                  <a:pt x="945" y="50"/>
                </a:lnTo>
                <a:lnTo>
                  <a:pt x="946" y="51"/>
                </a:lnTo>
                <a:lnTo>
                  <a:pt x="947" y="51"/>
                </a:lnTo>
                <a:lnTo>
                  <a:pt x="947" y="50"/>
                </a:lnTo>
                <a:lnTo>
                  <a:pt x="948" y="50"/>
                </a:lnTo>
                <a:lnTo>
                  <a:pt x="948" y="51"/>
                </a:lnTo>
                <a:lnTo>
                  <a:pt x="949" y="51"/>
                </a:lnTo>
                <a:lnTo>
                  <a:pt x="950" y="52"/>
                </a:lnTo>
                <a:lnTo>
                  <a:pt x="949" y="53"/>
                </a:lnTo>
                <a:lnTo>
                  <a:pt x="949" y="54"/>
                </a:lnTo>
                <a:lnTo>
                  <a:pt x="948" y="54"/>
                </a:lnTo>
                <a:lnTo>
                  <a:pt x="948" y="55"/>
                </a:lnTo>
                <a:lnTo>
                  <a:pt x="948" y="56"/>
                </a:lnTo>
                <a:lnTo>
                  <a:pt x="948" y="57"/>
                </a:lnTo>
                <a:lnTo>
                  <a:pt x="948" y="58"/>
                </a:lnTo>
                <a:lnTo>
                  <a:pt x="949" y="58"/>
                </a:lnTo>
                <a:lnTo>
                  <a:pt x="948" y="58"/>
                </a:lnTo>
                <a:lnTo>
                  <a:pt x="947" y="59"/>
                </a:lnTo>
                <a:lnTo>
                  <a:pt x="947" y="60"/>
                </a:lnTo>
                <a:lnTo>
                  <a:pt x="948" y="60"/>
                </a:lnTo>
                <a:lnTo>
                  <a:pt x="948" y="61"/>
                </a:lnTo>
                <a:lnTo>
                  <a:pt x="950" y="62"/>
                </a:lnTo>
                <a:lnTo>
                  <a:pt x="951" y="63"/>
                </a:lnTo>
                <a:lnTo>
                  <a:pt x="953" y="64"/>
                </a:lnTo>
                <a:lnTo>
                  <a:pt x="954" y="64"/>
                </a:lnTo>
                <a:lnTo>
                  <a:pt x="955" y="64"/>
                </a:lnTo>
                <a:lnTo>
                  <a:pt x="956" y="64"/>
                </a:lnTo>
                <a:lnTo>
                  <a:pt x="957" y="65"/>
                </a:lnTo>
                <a:lnTo>
                  <a:pt x="959" y="65"/>
                </a:lnTo>
                <a:lnTo>
                  <a:pt x="962" y="65"/>
                </a:lnTo>
                <a:lnTo>
                  <a:pt x="965" y="65"/>
                </a:lnTo>
                <a:lnTo>
                  <a:pt x="966" y="65"/>
                </a:lnTo>
                <a:lnTo>
                  <a:pt x="967" y="65"/>
                </a:lnTo>
                <a:lnTo>
                  <a:pt x="969" y="64"/>
                </a:lnTo>
                <a:lnTo>
                  <a:pt x="971" y="64"/>
                </a:lnTo>
                <a:lnTo>
                  <a:pt x="971" y="63"/>
                </a:lnTo>
                <a:lnTo>
                  <a:pt x="972" y="63"/>
                </a:lnTo>
                <a:lnTo>
                  <a:pt x="974" y="63"/>
                </a:lnTo>
                <a:lnTo>
                  <a:pt x="975" y="63"/>
                </a:lnTo>
                <a:lnTo>
                  <a:pt x="977" y="62"/>
                </a:lnTo>
                <a:lnTo>
                  <a:pt x="978" y="61"/>
                </a:lnTo>
                <a:lnTo>
                  <a:pt x="979" y="61"/>
                </a:lnTo>
                <a:lnTo>
                  <a:pt x="980" y="60"/>
                </a:lnTo>
                <a:lnTo>
                  <a:pt x="981" y="60"/>
                </a:lnTo>
                <a:lnTo>
                  <a:pt x="982" y="59"/>
                </a:lnTo>
                <a:lnTo>
                  <a:pt x="983" y="57"/>
                </a:lnTo>
                <a:lnTo>
                  <a:pt x="984" y="56"/>
                </a:lnTo>
                <a:lnTo>
                  <a:pt x="984" y="55"/>
                </a:lnTo>
                <a:lnTo>
                  <a:pt x="984" y="54"/>
                </a:lnTo>
                <a:lnTo>
                  <a:pt x="983" y="53"/>
                </a:lnTo>
                <a:lnTo>
                  <a:pt x="983" y="52"/>
                </a:lnTo>
                <a:lnTo>
                  <a:pt x="981" y="52"/>
                </a:lnTo>
                <a:lnTo>
                  <a:pt x="980" y="51"/>
                </a:lnTo>
                <a:lnTo>
                  <a:pt x="980" y="50"/>
                </a:lnTo>
                <a:lnTo>
                  <a:pt x="981" y="51"/>
                </a:lnTo>
                <a:lnTo>
                  <a:pt x="985" y="52"/>
                </a:lnTo>
                <a:lnTo>
                  <a:pt x="986" y="51"/>
                </a:lnTo>
                <a:lnTo>
                  <a:pt x="987" y="52"/>
                </a:lnTo>
                <a:lnTo>
                  <a:pt x="988" y="52"/>
                </a:lnTo>
                <a:lnTo>
                  <a:pt x="987" y="52"/>
                </a:lnTo>
                <a:lnTo>
                  <a:pt x="988" y="52"/>
                </a:lnTo>
                <a:lnTo>
                  <a:pt x="988" y="53"/>
                </a:lnTo>
                <a:lnTo>
                  <a:pt x="989" y="54"/>
                </a:lnTo>
                <a:lnTo>
                  <a:pt x="990" y="54"/>
                </a:lnTo>
                <a:lnTo>
                  <a:pt x="991" y="54"/>
                </a:lnTo>
                <a:lnTo>
                  <a:pt x="992" y="54"/>
                </a:lnTo>
                <a:lnTo>
                  <a:pt x="993" y="55"/>
                </a:lnTo>
                <a:lnTo>
                  <a:pt x="994" y="55"/>
                </a:lnTo>
                <a:lnTo>
                  <a:pt x="995" y="55"/>
                </a:lnTo>
                <a:lnTo>
                  <a:pt x="995" y="56"/>
                </a:lnTo>
                <a:lnTo>
                  <a:pt x="994" y="56"/>
                </a:lnTo>
                <a:lnTo>
                  <a:pt x="993" y="56"/>
                </a:lnTo>
                <a:lnTo>
                  <a:pt x="992" y="56"/>
                </a:lnTo>
                <a:lnTo>
                  <a:pt x="991" y="56"/>
                </a:lnTo>
                <a:lnTo>
                  <a:pt x="988" y="56"/>
                </a:lnTo>
                <a:lnTo>
                  <a:pt x="986" y="56"/>
                </a:lnTo>
                <a:lnTo>
                  <a:pt x="986" y="57"/>
                </a:lnTo>
                <a:lnTo>
                  <a:pt x="986" y="58"/>
                </a:lnTo>
                <a:lnTo>
                  <a:pt x="987" y="59"/>
                </a:lnTo>
                <a:lnTo>
                  <a:pt x="987" y="60"/>
                </a:lnTo>
                <a:lnTo>
                  <a:pt x="989" y="60"/>
                </a:lnTo>
                <a:lnTo>
                  <a:pt x="990" y="61"/>
                </a:lnTo>
                <a:lnTo>
                  <a:pt x="987" y="62"/>
                </a:lnTo>
                <a:lnTo>
                  <a:pt x="987" y="65"/>
                </a:lnTo>
                <a:lnTo>
                  <a:pt x="988" y="65"/>
                </a:lnTo>
                <a:lnTo>
                  <a:pt x="989" y="65"/>
                </a:lnTo>
                <a:lnTo>
                  <a:pt x="989" y="67"/>
                </a:lnTo>
                <a:lnTo>
                  <a:pt x="991" y="67"/>
                </a:lnTo>
                <a:lnTo>
                  <a:pt x="992" y="67"/>
                </a:lnTo>
                <a:lnTo>
                  <a:pt x="993" y="67"/>
                </a:lnTo>
                <a:lnTo>
                  <a:pt x="993" y="68"/>
                </a:lnTo>
                <a:lnTo>
                  <a:pt x="995" y="68"/>
                </a:lnTo>
                <a:lnTo>
                  <a:pt x="996" y="68"/>
                </a:lnTo>
                <a:lnTo>
                  <a:pt x="997" y="68"/>
                </a:lnTo>
                <a:lnTo>
                  <a:pt x="998" y="69"/>
                </a:lnTo>
                <a:lnTo>
                  <a:pt x="998" y="70"/>
                </a:lnTo>
                <a:lnTo>
                  <a:pt x="999" y="70"/>
                </a:lnTo>
                <a:lnTo>
                  <a:pt x="1000" y="70"/>
                </a:lnTo>
                <a:lnTo>
                  <a:pt x="1000" y="71"/>
                </a:lnTo>
                <a:lnTo>
                  <a:pt x="1000" y="73"/>
                </a:lnTo>
                <a:lnTo>
                  <a:pt x="1000" y="75"/>
                </a:lnTo>
                <a:lnTo>
                  <a:pt x="1002" y="77"/>
                </a:lnTo>
                <a:lnTo>
                  <a:pt x="1003" y="78"/>
                </a:lnTo>
                <a:lnTo>
                  <a:pt x="1003" y="79"/>
                </a:lnTo>
                <a:lnTo>
                  <a:pt x="1004" y="79"/>
                </a:lnTo>
                <a:lnTo>
                  <a:pt x="1005" y="80"/>
                </a:lnTo>
                <a:lnTo>
                  <a:pt x="1006" y="81"/>
                </a:lnTo>
                <a:lnTo>
                  <a:pt x="1007" y="81"/>
                </a:lnTo>
                <a:lnTo>
                  <a:pt x="1008" y="81"/>
                </a:lnTo>
                <a:lnTo>
                  <a:pt x="1009" y="82"/>
                </a:lnTo>
                <a:lnTo>
                  <a:pt x="1010" y="82"/>
                </a:lnTo>
                <a:lnTo>
                  <a:pt x="1011" y="82"/>
                </a:lnTo>
                <a:lnTo>
                  <a:pt x="1012" y="83"/>
                </a:lnTo>
                <a:lnTo>
                  <a:pt x="1012" y="82"/>
                </a:lnTo>
                <a:lnTo>
                  <a:pt x="1013" y="82"/>
                </a:lnTo>
                <a:lnTo>
                  <a:pt x="1014" y="82"/>
                </a:lnTo>
                <a:lnTo>
                  <a:pt x="1015" y="81"/>
                </a:lnTo>
                <a:lnTo>
                  <a:pt x="1015" y="82"/>
                </a:lnTo>
                <a:lnTo>
                  <a:pt x="1015" y="83"/>
                </a:lnTo>
                <a:lnTo>
                  <a:pt x="1016" y="83"/>
                </a:lnTo>
                <a:lnTo>
                  <a:pt x="1017" y="83"/>
                </a:lnTo>
                <a:lnTo>
                  <a:pt x="1018" y="83"/>
                </a:lnTo>
                <a:lnTo>
                  <a:pt x="1019" y="84"/>
                </a:lnTo>
                <a:lnTo>
                  <a:pt x="1020" y="84"/>
                </a:lnTo>
                <a:lnTo>
                  <a:pt x="1021" y="84"/>
                </a:lnTo>
                <a:lnTo>
                  <a:pt x="1022" y="84"/>
                </a:lnTo>
                <a:lnTo>
                  <a:pt x="1023" y="83"/>
                </a:lnTo>
                <a:lnTo>
                  <a:pt x="1026" y="82"/>
                </a:lnTo>
                <a:lnTo>
                  <a:pt x="1027" y="83"/>
                </a:lnTo>
                <a:lnTo>
                  <a:pt x="1027" y="84"/>
                </a:lnTo>
                <a:lnTo>
                  <a:pt x="1028" y="84"/>
                </a:lnTo>
                <a:lnTo>
                  <a:pt x="1029" y="83"/>
                </a:lnTo>
                <a:lnTo>
                  <a:pt x="1029" y="82"/>
                </a:lnTo>
                <a:lnTo>
                  <a:pt x="1028" y="82"/>
                </a:lnTo>
                <a:lnTo>
                  <a:pt x="1028" y="81"/>
                </a:lnTo>
                <a:lnTo>
                  <a:pt x="1032" y="78"/>
                </a:lnTo>
                <a:lnTo>
                  <a:pt x="1032" y="80"/>
                </a:lnTo>
                <a:lnTo>
                  <a:pt x="1033" y="80"/>
                </a:lnTo>
                <a:lnTo>
                  <a:pt x="1034" y="80"/>
                </a:lnTo>
                <a:lnTo>
                  <a:pt x="1035" y="80"/>
                </a:lnTo>
                <a:lnTo>
                  <a:pt x="1034" y="78"/>
                </a:lnTo>
                <a:lnTo>
                  <a:pt x="1033" y="76"/>
                </a:lnTo>
                <a:lnTo>
                  <a:pt x="1034" y="76"/>
                </a:lnTo>
                <a:lnTo>
                  <a:pt x="1035" y="76"/>
                </a:lnTo>
                <a:lnTo>
                  <a:pt x="1035" y="77"/>
                </a:lnTo>
                <a:lnTo>
                  <a:pt x="1036" y="77"/>
                </a:lnTo>
                <a:lnTo>
                  <a:pt x="1040" y="77"/>
                </a:lnTo>
                <a:lnTo>
                  <a:pt x="1041" y="77"/>
                </a:lnTo>
                <a:lnTo>
                  <a:pt x="1043" y="77"/>
                </a:lnTo>
                <a:lnTo>
                  <a:pt x="1045" y="76"/>
                </a:lnTo>
                <a:lnTo>
                  <a:pt x="1046" y="76"/>
                </a:lnTo>
                <a:lnTo>
                  <a:pt x="1047" y="76"/>
                </a:lnTo>
                <a:lnTo>
                  <a:pt x="1048" y="76"/>
                </a:lnTo>
                <a:lnTo>
                  <a:pt x="1049" y="76"/>
                </a:lnTo>
                <a:lnTo>
                  <a:pt x="1050" y="76"/>
                </a:lnTo>
                <a:lnTo>
                  <a:pt x="1050" y="77"/>
                </a:lnTo>
                <a:lnTo>
                  <a:pt x="1051" y="78"/>
                </a:lnTo>
                <a:lnTo>
                  <a:pt x="1051" y="79"/>
                </a:lnTo>
                <a:lnTo>
                  <a:pt x="1052" y="79"/>
                </a:lnTo>
                <a:lnTo>
                  <a:pt x="1053" y="81"/>
                </a:lnTo>
                <a:lnTo>
                  <a:pt x="1054" y="82"/>
                </a:lnTo>
                <a:lnTo>
                  <a:pt x="1054" y="81"/>
                </a:lnTo>
                <a:lnTo>
                  <a:pt x="1053" y="80"/>
                </a:lnTo>
                <a:lnTo>
                  <a:pt x="1053" y="79"/>
                </a:lnTo>
                <a:lnTo>
                  <a:pt x="1052" y="79"/>
                </a:lnTo>
                <a:lnTo>
                  <a:pt x="1051" y="78"/>
                </a:lnTo>
                <a:lnTo>
                  <a:pt x="1051" y="77"/>
                </a:lnTo>
                <a:lnTo>
                  <a:pt x="1051" y="76"/>
                </a:lnTo>
                <a:lnTo>
                  <a:pt x="1052" y="75"/>
                </a:lnTo>
                <a:lnTo>
                  <a:pt x="1053" y="75"/>
                </a:lnTo>
                <a:lnTo>
                  <a:pt x="1058" y="74"/>
                </a:lnTo>
                <a:lnTo>
                  <a:pt x="1061" y="73"/>
                </a:lnTo>
                <a:lnTo>
                  <a:pt x="1063" y="72"/>
                </a:lnTo>
                <a:lnTo>
                  <a:pt x="1066" y="72"/>
                </a:lnTo>
                <a:lnTo>
                  <a:pt x="1069" y="71"/>
                </a:lnTo>
                <a:lnTo>
                  <a:pt x="1070" y="70"/>
                </a:lnTo>
                <a:lnTo>
                  <a:pt x="1073" y="69"/>
                </a:lnTo>
                <a:lnTo>
                  <a:pt x="1074" y="69"/>
                </a:lnTo>
                <a:lnTo>
                  <a:pt x="1075" y="69"/>
                </a:lnTo>
                <a:lnTo>
                  <a:pt x="1076" y="68"/>
                </a:lnTo>
                <a:lnTo>
                  <a:pt x="1077" y="68"/>
                </a:lnTo>
                <a:lnTo>
                  <a:pt x="1078" y="67"/>
                </a:lnTo>
                <a:lnTo>
                  <a:pt x="1079" y="67"/>
                </a:lnTo>
                <a:lnTo>
                  <a:pt x="1081" y="66"/>
                </a:lnTo>
                <a:lnTo>
                  <a:pt x="1082" y="65"/>
                </a:lnTo>
                <a:lnTo>
                  <a:pt x="1082" y="66"/>
                </a:lnTo>
                <a:lnTo>
                  <a:pt x="1082" y="67"/>
                </a:lnTo>
                <a:lnTo>
                  <a:pt x="1082" y="68"/>
                </a:lnTo>
                <a:lnTo>
                  <a:pt x="1082" y="69"/>
                </a:lnTo>
                <a:lnTo>
                  <a:pt x="1083" y="70"/>
                </a:lnTo>
                <a:lnTo>
                  <a:pt x="1084" y="71"/>
                </a:lnTo>
                <a:lnTo>
                  <a:pt x="1083" y="72"/>
                </a:lnTo>
                <a:lnTo>
                  <a:pt x="1084" y="72"/>
                </a:lnTo>
                <a:lnTo>
                  <a:pt x="1086" y="72"/>
                </a:lnTo>
                <a:lnTo>
                  <a:pt x="1085" y="71"/>
                </a:lnTo>
                <a:lnTo>
                  <a:pt x="1083" y="70"/>
                </a:lnTo>
                <a:lnTo>
                  <a:pt x="1083" y="69"/>
                </a:lnTo>
                <a:lnTo>
                  <a:pt x="1083" y="68"/>
                </a:lnTo>
                <a:lnTo>
                  <a:pt x="1084" y="68"/>
                </a:lnTo>
                <a:lnTo>
                  <a:pt x="1083" y="66"/>
                </a:lnTo>
                <a:lnTo>
                  <a:pt x="1083" y="65"/>
                </a:lnTo>
                <a:lnTo>
                  <a:pt x="1083" y="64"/>
                </a:lnTo>
                <a:lnTo>
                  <a:pt x="1085" y="63"/>
                </a:lnTo>
                <a:lnTo>
                  <a:pt x="1087" y="62"/>
                </a:lnTo>
                <a:lnTo>
                  <a:pt x="1087" y="61"/>
                </a:lnTo>
                <a:lnTo>
                  <a:pt x="1088" y="60"/>
                </a:lnTo>
                <a:lnTo>
                  <a:pt x="1088" y="59"/>
                </a:lnTo>
                <a:lnTo>
                  <a:pt x="1089" y="59"/>
                </a:lnTo>
                <a:lnTo>
                  <a:pt x="1089" y="58"/>
                </a:lnTo>
                <a:lnTo>
                  <a:pt x="1090" y="57"/>
                </a:lnTo>
                <a:lnTo>
                  <a:pt x="1090" y="56"/>
                </a:lnTo>
                <a:lnTo>
                  <a:pt x="1090" y="55"/>
                </a:lnTo>
                <a:lnTo>
                  <a:pt x="1090" y="54"/>
                </a:lnTo>
                <a:lnTo>
                  <a:pt x="1089" y="54"/>
                </a:lnTo>
                <a:lnTo>
                  <a:pt x="1088" y="54"/>
                </a:lnTo>
                <a:lnTo>
                  <a:pt x="1089" y="54"/>
                </a:lnTo>
                <a:lnTo>
                  <a:pt x="1090" y="54"/>
                </a:lnTo>
                <a:lnTo>
                  <a:pt x="1091" y="54"/>
                </a:lnTo>
                <a:lnTo>
                  <a:pt x="1092" y="53"/>
                </a:lnTo>
                <a:lnTo>
                  <a:pt x="1093" y="53"/>
                </a:lnTo>
                <a:lnTo>
                  <a:pt x="1094" y="52"/>
                </a:lnTo>
                <a:lnTo>
                  <a:pt x="1094" y="51"/>
                </a:lnTo>
                <a:lnTo>
                  <a:pt x="1093" y="51"/>
                </a:lnTo>
                <a:lnTo>
                  <a:pt x="1094" y="51"/>
                </a:lnTo>
                <a:lnTo>
                  <a:pt x="1094" y="50"/>
                </a:lnTo>
                <a:lnTo>
                  <a:pt x="1095" y="50"/>
                </a:lnTo>
                <a:lnTo>
                  <a:pt x="1096" y="50"/>
                </a:lnTo>
                <a:lnTo>
                  <a:pt x="1096" y="51"/>
                </a:lnTo>
                <a:lnTo>
                  <a:pt x="1097" y="51"/>
                </a:lnTo>
                <a:lnTo>
                  <a:pt x="1098" y="50"/>
                </a:lnTo>
                <a:lnTo>
                  <a:pt x="1098" y="49"/>
                </a:lnTo>
                <a:lnTo>
                  <a:pt x="1097" y="48"/>
                </a:lnTo>
                <a:lnTo>
                  <a:pt x="1097" y="46"/>
                </a:lnTo>
                <a:lnTo>
                  <a:pt x="1096" y="45"/>
                </a:lnTo>
                <a:lnTo>
                  <a:pt x="1098" y="46"/>
                </a:lnTo>
                <a:lnTo>
                  <a:pt x="1098" y="47"/>
                </a:lnTo>
                <a:lnTo>
                  <a:pt x="1099" y="48"/>
                </a:lnTo>
                <a:lnTo>
                  <a:pt x="1100" y="49"/>
                </a:lnTo>
                <a:lnTo>
                  <a:pt x="1101" y="49"/>
                </a:lnTo>
                <a:lnTo>
                  <a:pt x="1102" y="49"/>
                </a:lnTo>
                <a:lnTo>
                  <a:pt x="1102" y="48"/>
                </a:lnTo>
                <a:lnTo>
                  <a:pt x="1103" y="48"/>
                </a:lnTo>
                <a:lnTo>
                  <a:pt x="1105" y="47"/>
                </a:lnTo>
                <a:lnTo>
                  <a:pt x="1105" y="46"/>
                </a:lnTo>
                <a:lnTo>
                  <a:pt x="1105" y="45"/>
                </a:lnTo>
                <a:lnTo>
                  <a:pt x="1104" y="45"/>
                </a:lnTo>
                <a:lnTo>
                  <a:pt x="1104" y="44"/>
                </a:lnTo>
                <a:lnTo>
                  <a:pt x="1104" y="43"/>
                </a:lnTo>
                <a:lnTo>
                  <a:pt x="1105" y="44"/>
                </a:lnTo>
                <a:lnTo>
                  <a:pt x="1106" y="44"/>
                </a:lnTo>
                <a:lnTo>
                  <a:pt x="1106" y="45"/>
                </a:lnTo>
                <a:lnTo>
                  <a:pt x="1107" y="45"/>
                </a:lnTo>
                <a:lnTo>
                  <a:pt x="1108" y="44"/>
                </a:lnTo>
                <a:lnTo>
                  <a:pt x="1109" y="44"/>
                </a:lnTo>
                <a:lnTo>
                  <a:pt x="1108" y="45"/>
                </a:lnTo>
                <a:lnTo>
                  <a:pt x="1108" y="46"/>
                </a:lnTo>
                <a:lnTo>
                  <a:pt x="1107" y="46"/>
                </a:lnTo>
                <a:lnTo>
                  <a:pt x="1108" y="47"/>
                </a:lnTo>
                <a:lnTo>
                  <a:pt x="1109" y="47"/>
                </a:lnTo>
                <a:lnTo>
                  <a:pt x="1110" y="47"/>
                </a:lnTo>
                <a:lnTo>
                  <a:pt x="1111" y="48"/>
                </a:lnTo>
                <a:lnTo>
                  <a:pt x="1111" y="49"/>
                </a:lnTo>
                <a:lnTo>
                  <a:pt x="1110" y="49"/>
                </a:lnTo>
                <a:lnTo>
                  <a:pt x="1111" y="50"/>
                </a:lnTo>
                <a:lnTo>
                  <a:pt x="1112" y="50"/>
                </a:lnTo>
                <a:lnTo>
                  <a:pt x="1112" y="51"/>
                </a:lnTo>
                <a:lnTo>
                  <a:pt x="1111" y="52"/>
                </a:lnTo>
                <a:lnTo>
                  <a:pt x="1110" y="52"/>
                </a:lnTo>
                <a:lnTo>
                  <a:pt x="1109" y="53"/>
                </a:lnTo>
                <a:lnTo>
                  <a:pt x="1108" y="53"/>
                </a:lnTo>
                <a:lnTo>
                  <a:pt x="1106" y="54"/>
                </a:lnTo>
                <a:lnTo>
                  <a:pt x="1106" y="55"/>
                </a:lnTo>
                <a:lnTo>
                  <a:pt x="1107" y="56"/>
                </a:lnTo>
                <a:lnTo>
                  <a:pt x="1108" y="57"/>
                </a:lnTo>
                <a:lnTo>
                  <a:pt x="1108" y="58"/>
                </a:lnTo>
                <a:lnTo>
                  <a:pt x="1110" y="58"/>
                </a:lnTo>
                <a:lnTo>
                  <a:pt x="1110" y="60"/>
                </a:lnTo>
                <a:lnTo>
                  <a:pt x="1110" y="61"/>
                </a:lnTo>
                <a:lnTo>
                  <a:pt x="1111" y="63"/>
                </a:lnTo>
                <a:lnTo>
                  <a:pt x="1111" y="64"/>
                </a:lnTo>
                <a:lnTo>
                  <a:pt x="1113" y="65"/>
                </a:lnTo>
                <a:lnTo>
                  <a:pt x="1114" y="65"/>
                </a:lnTo>
                <a:lnTo>
                  <a:pt x="1114" y="66"/>
                </a:lnTo>
                <a:lnTo>
                  <a:pt x="1115" y="67"/>
                </a:lnTo>
                <a:lnTo>
                  <a:pt x="1115" y="68"/>
                </a:lnTo>
                <a:lnTo>
                  <a:pt x="1114" y="68"/>
                </a:lnTo>
                <a:lnTo>
                  <a:pt x="1115" y="68"/>
                </a:lnTo>
                <a:lnTo>
                  <a:pt x="1115" y="69"/>
                </a:lnTo>
                <a:lnTo>
                  <a:pt x="1117" y="70"/>
                </a:lnTo>
                <a:lnTo>
                  <a:pt x="1119" y="70"/>
                </a:lnTo>
                <a:lnTo>
                  <a:pt x="1119" y="69"/>
                </a:lnTo>
                <a:lnTo>
                  <a:pt x="1120" y="69"/>
                </a:lnTo>
                <a:lnTo>
                  <a:pt x="1120" y="68"/>
                </a:lnTo>
                <a:lnTo>
                  <a:pt x="1120" y="67"/>
                </a:lnTo>
                <a:lnTo>
                  <a:pt x="1120" y="66"/>
                </a:lnTo>
                <a:lnTo>
                  <a:pt x="1119" y="64"/>
                </a:lnTo>
                <a:lnTo>
                  <a:pt x="1121" y="65"/>
                </a:lnTo>
                <a:lnTo>
                  <a:pt x="1124" y="63"/>
                </a:lnTo>
                <a:lnTo>
                  <a:pt x="1125" y="62"/>
                </a:lnTo>
                <a:lnTo>
                  <a:pt x="1126" y="61"/>
                </a:lnTo>
                <a:lnTo>
                  <a:pt x="1128" y="61"/>
                </a:lnTo>
                <a:lnTo>
                  <a:pt x="1129" y="61"/>
                </a:lnTo>
                <a:lnTo>
                  <a:pt x="1130" y="62"/>
                </a:lnTo>
                <a:lnTo>
                  <a:pt x="1131" y="62"/>
                </a:lnTo>
                <a:lnTo>
                  <a:pt x="1131" y="61"/>
                </a:lnTo>
                <a:lnTo>
                  <a:pt x="1132" y="61"/>
                </a:lnTo>
                <a:lnTo>
                  <a:pt x="1132" y="62"/>
                </a:lnTo>
                <a:lnTo>
                  <a:pt x="1133" y="63"/>
                </a:lnTo>
                <a:lnTo>
                  <a:pt x="1134" y="63"/>
                </a:lnTo>
                <a:lnTo>
                  <a:pt x="1133" y="64"/>
                </a:lnTo>
                <a:lnTo>
                  <a:pt x="1132" y="64"/>
                </a:lnTo>
                <a:lnTo>
                  <a:pt x="1133" y="67"/>
                </a:lnTo>
                <a:lnTo>
                  <a:pt x="1134" y="68"/>
                </a:lnTo>
                <a:lnTo>
                  <a:pt x="1135" y="68"/>
                </a:lnTo>
                <a:lnTo>
                  <a:pt x="1138" y="69"/>
                </a:lnTo>
                <a:lnTo>
                  <a:pt x="1139" y="69"/>
                </a:lnTo>
                <a:lnTo>
                  <a:pt x="1140" y="69"/>
                </a:lnTo>
                <a:lnTo>
                  <a:pt x="1141" y="69"/>
                </a:lnTo>
                <a:lnTo>
                  <a:pt x="1142" y="69"/>
                </a:lnTo>
                <a:lnTo>
                  <a:pt x="1143" y="69"/>
                </a:lnTo>
                <a:lnTo>
                  <a:pt x="1144" y="69"/>
                </a:lnTo>
                <a:lnTo>
                  <a:pt x="1146" y="68"/>
                </a:lnTo>
                <a:lnTo>
                  <a:pt x="1147" y="68"/>
                </a:lnTo>
                <a:lnTo>
                  <a:pt x="1148" y="68"/>
                </a:lnTo>
                <a:lnTo>
                  <a:pt x="1149" y="67"/>
                </a:lnTo>
                <a:lnTo>
                  <a:pt x="1150" y="67"/>
                </a:lnTo>
                <a:lnTo>
                  <a:pt x="1151" y="67"/>
                </a:lnTo>
                <a:lnTo>
                  <a:pt x="1152" y="68"/>
                </a:lnTo>
                <a:lnTo>
                  <a:pt x="1153" y="68"/>
                </a:lnTo>
                <a:lnTo>
                  <a:pt x="1154" y="67"/>
                </a:lnTo>
                <a:lnTo>
                  <a:pt x="1155" y="67"/>
                </a:lnTo>
                <a:lnTo>
                  <a:pt x="1156" y="67"/>
                </a:lnTo>
                <a:lnTo>
                  <a:pt x="1157" y="67"/>
                </a:lnTo>
                <a:lnTo>
                  <a:pt x="1158" y="66"/>
                </a:lnTo>
                <a:lnTo>
                  <a:pt x="1161" y="65"/>
                </a:lnTo>
                <a:lnTo>
                  <a:pt x="1162" y="65"/>
                </a:lnTo>
                <a:lnTo>
                  <a:pt x="1162" y="64"/>
                </a:lnTo>
                <a:lnTo>
                  <a:pt x="1164" y="63"/>
                </a:lnTo>
                <a:lnTo>
                  <a:pt x="1165" y="61"/>
                </a:lnTo>
                <a:lnTo>
                  <a:pt x="1166" y="61"/>
                </a:lnTo>
                <a:lnTo>
                  <a:pt x="1166" y="62"/>
                </a:lnTo>
                <a:lnTo>
                  <a:pt x="1166" y="63"/>
                </a:lnTo>
                <a:lnTo>
                  <a:pt x="1167" y="64"/>
                </a:lnTo>
                <a:lnTo>
                  <a:pt x="1168" y="65"/>
                </a:lnTo>
                <a:lnTo>
                  <a:pt x="1167" y="65"/>
                </a:lnTo>
                <a:lnTo>
                  <a:pt x="1166" y="66"/>
                </a:lnTo>
                <a:lnTo>
                  <a:pt x="1166" y="68"/>
                </a:lnTo>
                <a:lnTo>
                  <a:pt x="1167" y="67"/>
                </a:lnTo>
                <a:lnTo>
                  <a:pt x="1168" y="69"/>
                </a:lnTo>
                <a:lnTo>
                  <a:pt x="1167" y="70"/>
                </a:lnTo>
                <a:lnTo>
                  <a:pt x="1168" y="70"/>
                </a:lnTo>
                <a:lnTo>
                  <a:pt x="1170" y="71"/>
                </a:lnTo>
                <a:lnTo>
                  <a:pt x="1170" y="67"/>
                </a:lnTo>
                <a:lnTo>
                  <a:pt x="1169" y="67"/>
                </a:lnTo>
                <a:lnTo>
                  <a:pt x="1168" y="66"/>
                </a:lnTo>
                <a:lnTo>
                  <a:pt x="1169" y="66"/>
                </a:lnTo>
                <a:lnTo>
                  <a:pt x="1170" y="66"/>
                </a:lnTo>
                <a:lnTo>
                  <a:pt x="1170" y="65"/>
                </a:lnTo>
                <a:lnTo>
                  <a:pt x="1171" y="65"/>
                </a:lnTo>
                <a:lnTo>
                  <a:pt x="1172" y="65"/>
                </a:lnTo>
                <a:lnTo>
                  <a:pt x="1177" y="65"/>
                </a:lnTo>
                <a:lnTo>
                  <a:pt x="1178" y="65"/>
                </a:lnTo>
                <a:lnTo>
                  <a:pt x="1179" y="65"/>
                </a:lnTo>
                <a:lnTo>
                  <a:pt x="1180" y="65"/>
                </a:lnTo>
                <a:lnTo>
                  <a:pt x="1183" y="64"/>
                </a:lnTo>
                <a:lnTo>
                  <a:pt x="1183" y="63"/>
                </a:lnTo>
                <a:lnTo>
                  <a:pt x="1183" y="62"/>
                </a:lnTo>
                <a:lnTo>
                  <a:pt x="1184" y="61"/>
                </a:lnTo>
                <a:lnTo>
                  <a:pt x="1185" y="60"/>
                </a:lnTo>
                <a:lnTo>
                  <a:pt x="1186" y="60"/>
                </a:lnTo>
                <a:lnTo>
                  <a:pt x="1186" y="59"/>
                </a:lnTo>
                <a:lnTo>
                  <a:pt x="1187" y="59"/>
                </a:lnTo>
                <a:lnTo>
                  <a:pt x="1189" y="59"/>
                </a:lnTo>
                <a:lnTo>
                  <a:pt x="1189" y="58"/>
                </a:lnTo>
                <a:lnTo>
                  <a:pt x="1190" y="57"/>
                </a:lnTo>
                <a:lnTo>
                  <a:pt x="1190" y="58"/>
                </a:lnTo>
                <a:lnTo>
                  <a:pt x="1191" y="58"/>
                </a:lnTo>
                <a:lnTo>
                  <a:pt x="1191" y="59"/>
                </a:lnTo>
                <a:lnTo>
                  <a:pt x="1191" y="60"/>
                </a:lnTo>
                <a:lnTo>
                  <a:pt x="1192" y="60"/>
                </a:lnTo>
                <a:lnTo>
                  <a:pt x="1192" y="59"/>
                </a:lnTo>
                <a:lnTo>
                  <a:pt x="1193" y="59"/>
                </a:lnTo>
                <a:lnTo>
                  <a:pt x="1192" y="58"/>
                </a:lnTo>
                <a:lnTo>
                  <a:pt x="1192" y="57"/>
                </a:lnTo>
                <a:lnTo>
                  <a:pt x="1193" y="57"/>
                </a:lnTo>
                <a:lnTo>
                  <a:pt x="1193" y="58"/>
                </a:lnTo>
                <a:lnTo>
                  <a:pt x="1194" y="58"/>
                </a:lnTo>
                <a:lnTo>
                  <a:pt x="1194" y="59"/>
                </a:lnTo>
                <a:lnTo>
                  <a:pt x="1194" y="60"/>
                </a:lnTo>
                <a:lnTo>
                  <a:pt x="1195" y="60"/>
                </a:lnTo>
                <a:lnTo>
                  <a:pt x="1196" y="60"/>
                </a:lnTo>
                <a:lnTo>
                  <a:pt x="1196" y="59"/>
                </a:lnTo>
                <a:lnTo>
                  <a:pt x="1197" y="58"/>
                </a:lnTo>
                <a:lnTo>
                  <a:pt x="1196" y="57"/>
                </a:lnTo>
                <a:lnTo>
                  <a:pt x="1195" y="57"/>
                </a:lnTo>
                <a:lnTo>
                  <a:pt x="1196" y="57"/>
                </a:lnTo>
                <a:lnTo>
                  <a:pt x="1197" y="57"/>
                </a:lnTo>
                <a:lnTo>
                  <a:pt x="1198" y="58"/>
                </a:lnTo>
                <a:lnTo>
                  <a:pt x="1199" y="58"/>
                </a:lnTo>
                <a:lnTo>
                  <a:pt x="1201" y="59"/>
                </a:lnTo>
                <a:lnTo>
                  <a:pt x="1200" y="59"/>
                </a:lnTo>
                <a:lnTo>
                  <a:pt x="1200" y="60"/>
                </a:lnTo>
                <a:lnTo>
                  <a:pt x="1201" y="60"/>
                </a:lnTo>
                <a:lnTo>
                  <a:pt x="1201" y="61"/>
                </a:lnTo>
                <a:lnTo>
                  <a:pt x="1202" y="61"/>
                </a:lnTo>
                <a:lnTo>
                  <a:pt x="1203" y="61"/>
                </a:lnTo>
                <a:lnTo>
                  <a:pt x="1202" y="61"/>
                </a:lnTo>
                <a:lnTo>
                  <a:pt x="1202" y="62"/>
                </a:lnTo>
                <a:lnTo>
                  <a:pt x="1201" y="63"/>
                </a:lnTo>
                <a:lnTo>
                  <a:pt x="1200" y="63"/>
                </a:lnTo>
                <a:lnTo>
                  <a:pt x="1200" y="64"/>
                </a:lnTo>
                <a:lnTo>
                  <a:pt x="1200" y="65"/>
                </a:lnTo>
                <a:lnTo>
                  <a:pt x="1200" y="66"/>
                </a:lnTo>
                <a:lnTo>
                  <a:pt x="1199" y="66"/>
                </a:lnTo>
                <a:lnTo>
                  <a:pt x="1199" y="65"/>
                </a:lnTo>
                <a:lnTo>
                  <a:pt x="1198" y="64"/>
                </a:lnTo>
                <a:lnTo>
                  <a:pt x="1197" y="64"/>
                </a:lnTo>
                <a:lnTo>
                  <a:pt x="1196" y="64"/>
                </a:lnTo>
                <a:lnTo>
                  <a:pt x="1195" y="63"/>
                </a:lnTo>
                <a:lnTo>
                  <a:pt x="1194" y="63"/>
                </a:lnTo>
                <a:lnTo>
                  <a:pt x="1194" y="64"/>
                </a:lnTo>
                <a:lnTo>
                  <a:pt x="1193" y="64"/>
                </a:lnTo>
                <a:lnTo>
                  <a:pt x="1191" y="65"/>
                </a:lnTo>
                <a:lnTo>
                  <a:pt x="1190" y="67"/>
                </a:lnTo>
                <a:lnTo>
                  <a:pt x="1188" y="68"/>
                </a:lnTo>
                <a:lnTo>
                  <a:pt x="1187" y="69"/>
                </a:lnTo>
                <a:lnTo>
                  <a:pt x="1186" y="71"/>
                </a:lnTo>
                <a:lnTo>
                  <a:pt x="1185" y="72"/>
                </a:lnTo>
                <a:lnTo>
                  <a:pt x="1185" y="74"/>
                </a:lnTo>
                <a:lnTo>
                  <a:pt x="1185" y="75"/>
                </a:lnTo>
                <a:lnTo>
                  <a:pt x="1185" y="76"/>
                </a:lnTo>
                <a:lnTo>
                  <a:pt x="1185" y="77"/>
                </a:lnTo>
                <a:lnTo>
                  <a:pt x="1186" y="77"/>
                </a:lnTo>
                <a:lnTo>
                  <a:pt x="1186" y="78"/>
                </a:lnTo>
                <a:lnTo>
                  <a:pt x="1187" y="78"/>
                </a:lnTo>
                <a:lnTo>
                  <a:pt x="1186" y="80"/>
                </a:lnTo>
                <a:lnTo>
                  <a:pt x="1186" y="81"/>
                </a:lnTo>
                <a:lnTo>
                  <a:pt x="1186" y="82"/>
                </a:lnTo>
                <a:lnTo>
                  <a:pt x="1185" y="83"/>
                </a:lnTo>
                <a:lnTo>
                  <a:pt x="1184" y="83"/>
                </a:lnTo>
                <a:lnTo>
                  <a:pt x="1184" y="82"/>
                </a:lnTo>
                <a:lnTo>
                  <a:pt x="1183" y="81"/>
                </a:lnTo>
                <a:lnTo>
                  <a:pt x="1182" y="81"/>
                </a:lnTo>
                <a:lnTo>
                  <a:pt x="1182" y="82"/>
                </a:lnTo>
                <a:lnTo>
                  <a:pt x="1182" y="83"/>
                </a:lnTo>
                <a:lnTo>
                  <a:pt x="1183" y="83"/>
                </a:lnTo>
                <a:lnTo>
                  <a:pt x="1184" y="84"/>
                </a:lnTo>
                <a:lnTo>
                  <a:pt x="1184" y="85"/>
                </a:lnTo>
                <a:lnTo>
                  <a:pt x="1184" y="86"/>
                </a:lnTo>
                <a:lnTo>
                  <a:pt x="1183" y="87"/>
                </a:lnTo>
                <a:lnTo>
                  <a:pt x="1184" y="88"/>
                </a:lnTo>
                <a:lnTo>
                  <a:pt x="1185" y="88"/>
                </a:lnTo>
                <a:lnTo>
                  <a:pt x="1185" y="89"/>
                </a:lnTo>
                <a:lnTo>
                  <a:pt x="1184" y="88"/>
                </a:lnTo>
                <a:lnTo>
                  <a:pt x="1183" y="88"/>
                </a:lnTo>
                <a:lnTo>
                  <a:pt x="1182" y="88"/>
                </a:lnTo>
                <a:lnTo>
                  <a:pt x="1182" y="89"/>
                </a:lnTo>
                <a:lnTo>
                  <a:pt x="1182" y="90"/>
                </a:lnTo>
                <a:lnTo>
                  <a:pt x="1183" y="90"/>
                </a:lnTo>
                <a:lnTo>
                  <a:pt x="1184" y="90"/>
                </a:lnTo>
                <a:lnTo>
                  <a:pt x="1185" y="90"/>
                </a:lnTo>
                <a:lnTo>
                  <a:pt x="1185" y="91"/>
                </a:lnTo>
                <a:lnTo>
                  <a:pt x="1185" y="92"/>
                </a:lnTo>
                <a:lnTo>
                  <a:pt x="1184" y="93"/>
                </a:lnTo>
                <a:lnTo>
                  <a:pt x="1184" y="94"/>
                </a:lnTo>
                <a:lnTo>
                  <a:pt x="1185" y="94"/>
                </a:lnTo>
                <a:lnTo>
                  <a:pt x="1186" y="94"/>
                </a:lnTo>
                <a:lnTo>
                  <a:pt x="1187" y="93"/>
                </a:lnTo>
                <a:lnTo>
                  <a:pt x="1188" y="94"/>
                </a:lnTo>
                <a:lnTo>
                  <a:pt x="1189" y="95"/>
                </a:lnTo>
                <a:lnTo>
                  <a:pt x="1190" y="96"/>
                </a:lnTo>
                <a:lnTo>
                  <a:pt x="1190" y="98"/>
                </a:lnTo>
                <a:lnTo>
                  <a:pt x="1190" y="99"/>
                </a:lnTo>
                <a:lnTo>
                  <a:pt x="1190" y="100"/>
                </a:lnTo>
                <a:lnTo>
                  <a:pt x="1191" y="100"/>
                </a:lnTo>
                <a:lnTo>
                  <a:pt x="1192" y="101"/>
                </a:lnTo>
                <a:lnTo>
                  <a:pt x="1193" y="102"/>
                </a:lnTo>
                <a:lnTo>
                  <a:pt x="1194" y="102"/>
                </a:lnTo>
                <a:lnTo>
                  <a:pt x="1195" y="102"/>
                </a:lnTo>
                <a:lnTo>
                  <a:pt x="1196" y="103"/>
                </a:lnTo>
                <a:lnTo>
                  <a:pt x="1196" y="104"/>
                </a:lnTo>
                <a:lnTo>
                  <a:pt x="1195" y="104"/>
                </a:lnTo>
                <a:lnTo>
                  <a:pt x="1194" y="105"/>
                </a:lnTo>
                <a:lnTo>
                  <a:pt x="1193" y="106"/>
                </a:lnTo>
                <a:lnTo>
                  <a:pt x="1192" y="106"/>
                </a:lnTo>
                <a:lnTo>
                  <a:pt x="1191" y="107"/>
                </a:lnTo>
                <a:lnTo>
                  <a:pt x="1190" y="107"/>
                </a:lnTo>
                <a:lnTo>
                  <a:pt x="1187" y="109"/>
                </a:lnTo>
                <a:lnTo>
                  <a:pt x="1187" y="110"/>
                </a:lnTo>
                <a:lnTo>
                  <a:pt x="1187" y="111"/>
                </a:lnTo>
                <a:lnTo>
                  <a:pt x="1188" y="112"/>
                </a:lnTo>
                <a:lnTo>
                  <a:pt x="1189" y="112"/>
                </a:lnTo>
                <a:lnTo>
                  <a:pt x="1190" y="112"/>
                </a:lnTo>
                <a:lnTo>
                  <a:pt x="1191" y="113"/>
                </a:lnTo>
                <a:lnTo>
                  <a:pt x="1191" y="114"/>
                </a:lnTo>
                <a:lnTo>
                  <a:pt x="1191" y="115"/>
                </a:lnTo>
                <a:lnTo>
                  <a:pt x="1191" y="116"/>
                </a:lnTo>
                <a:lnTo>
                  <a:pt x="1189" y="116"/>
                </a:lnTo>
                <a:lnTo>
                  <a:pt x="1187" y="116"/>
                </a:lnTo>
                <a:lnTo>
                  <a:pt x="1187" y="115"/>
                </a:lnTo>
                <a:lnTo>
                  <a:pt x="1186" y="115"/>
                </a:lnTo>
                <a:lnTo>
                  <a:pt x="1184" y="115"/>
                </a:lnTo>
                <a:lnTo>
                  <a:pt x="1183" y="115"/>
                </a:lnTo>
                <a:lnTo>
                  <a:pt x="1182" y="115"/>
                </a:lnTo>
                <a:lnTo>
                  <a:pt x="1181" y="116"/>
                </a:lnTo>
                <a:lnTo>
                  <a:pt x="1180" y="116"/>
                </a:lnTo>
                <a:lnTo>
                  <a:pt x="1179" y="116"/>
                </a:lnTo>
                <a:lnTo>
                  <a:pt x="1178" y="116"/>
                </a:lnTo>
                <a:lnTo>
                  <a:pt x="1177" y="117"/>
                </a:lnTo>
                <a:lnTo>
                  <a:pt x="1177" y="118"/>
                </a:lnTo>
                <a:lnTo>
                  <a:pt x="1176" y="118"/>
                </a:lnTo>
                <a:lnTo>
                  <a:pt x="1176" y="119"/>
                </a:lnTo>
                <a:lnTo>
                  <a:pt x="1176" y="121"/>
                </a:lnTo>
                <a:lnTo>
                  <a:pt x="1175" y="123"/>
                </a:lnTo>
                <a:lnTo>
                  <a:pt x="1175" y="126"/>
                </a:lnTo>
                <a:lnTo>
                  <a:pt x="1174" y="126"/>
                </a:lnTo>
                <a:lnTo>
                  <a:pt x="1173" y="125"/>
                </a:lnTo>
                <a:lnTo>
                  <a:pt x="1172" y="126"/>
                </a:lnTo>
                <a:lnTo>
                  <a:pt x="1172" y="127"/>
                </a:lnTo>
                <a:lnTo>
                  <a:pt x="1173" y="128"/>
                </a:lnTo>
                <a:lnTo>
                  <a:pt x="1174" y="128"/>
                </a:lnTo>
                <a:lnTo>
                  <a:pt x="1174" y="129"/>
                </a:lnTo>
                <a:lnTo>
                  <a:pt x="1175" y="129"/>
                </a:lnTo>
                <a:lnTo>
                  <a:pt x="1175" y="130"/>
                </a:lnTo>
                <a:lnTo>
                  <a:pt x="1175" y="131"/>
                </a:lnTo>
                <a:lnTo>
                  <a:pt x="1176" y="133"/>
                </a:lnTo>
                <a:lnTo>
                  <a:pt x="1176" y="134"/>
                </a:lnTo>
                <a:lnTo>
                  <a:pt x="1177" y="137"/>
                </a:lnTo>
                <a:lnTo>
                  <a:pt x="1176" y="137"/>
                </a:lnTo>
                <a:lnTo>
                  <a:pt x="1175" y="137"/>
                </a:lnTo>
                <a:lnTo>
                  <a:pt x="1173" y="138"/>
                </a:lnTo>
                <a:lnTo>
                  <a:pt x="1172" y="139"/>
                </a:lnTo>
                <a:lnTo>
                  <a:pt x="1171" y="142"/>
                </a:lnTo>
                <a:lnTo>
                  <a:pt x="1173" y="144"/>
                </a:lnTo>
                <a:lnTo>
                  <a:pt x="1174" y="146"/>
                </a:lnTo>
                <a:lnTo>
                  <a:pt x="1174" y="145"/>
                </a:lnTo>
                <a:lnTo>
                  <a:pt x="1175" y="145"/>
                </a:lnTo>
                <a:lnTo>
                  <a:pt x="1175" y="144"/>
                </a:lnTo>
                <a:lnTo>
                  <a:pt x="1175" y="143"/>
                </a:lnTo>
                <a:lnTo>
                  <a:pt x="1176" y="143"/>
                </a:lnTo>
                <a:lnTo>
                  <a:pt x="1178" y="142"/>
                </a:lnTo>
                <a:lnTo>
                  <a:pt x="1179" y="142"/>
                </a:lnTo>
                <a:lnTo>
                  <a:pt x="1180" y="143"/>
                </a:lnTo>
                <a:lnTo>
                  <a:pt x="1181" y="144"/>
                </a:lnTo>
                <a:lnTo>
                  <a:pt x="1182" y="144"/>
                </a:lnTo>
                <a:lnTo>
                  <a:pt x="1183" y="144"/>
                </a:lnTo>
                <a:lnTo>
                  <a:pt x="1183" y="143"/>
                </a:lnTo>
                <a:lnTo>
                  <a:pt x="1185" y="142"/>
                </a:lnTo>
                <a:lnTo>
                  <a:pt x="1186" y="142"/>
                </a:lnTo>
                <a:lnTo>
                  <a:pt x="1188" y="141"/>
                </a:lnTo>
                <a:lnTo>
                  <a:pt x="1192" y="138"/>
                </a:lnTo>
                <a:lnTo>
                  <a:pt x="1193" y="138"/>
                </a:lnTo>
                <a:lnTo>
                  <a:pt x="1194" y="137"/>
                </a:lnTo>
                <a:lnTo>
                  <a:pt x="1195" y="138"/>
                </a:lnTo>
                <a:lnTo>
                  <a:pt x="1194" y="138"/>
                </a:lnTo>
                <a:lnTo>
                  <a:pt x="1194" y="139"/>
                </a:lnTo>
                <a:lnTo>
                  <a:pt x="1193" y="139"/>
                </a:lnTo>
                <a:lnTo>
                  <a:pt x="1191" y="139"/>
                </a:lnTo>
                <a:lnTo>
                  <a:pt x="1191" y="140"/>
                </a:lnTo>
                <a:lnTo>
                  <a:pt x="1190" y="140"/>
                </a:lnTo>
                <a:lnTo>
                  <a:pt x="1190" y="142"/>
                </a:lnTo>
                <a:lnTo>
                  <a:pt x="1189" y="143"/>
                </a:lnTo>
                <a:lnTo>
                  <a:pt x="1189" y="146"/>
                </a:lnTo>
                <a:lnTo>
                  <a:pt x="1190" y="148"/>
                </a:lnTo>
                <a:lnTo>
                  <a:pt x="1190" y="149"/>
                </a:lnTo>
                <a:lnTo>
                  <a:pt x="1191" y="150"/>
                </a:lnTo>
                <a:lnTo>
                  <a:pt x="1192" y="151"/>
                </a:lnTo>
                <a:lnTo>
                  <a:pt x="1191" y="152"/>
                </a:lnTo>
                <a:lnTo>
                  <a:pt x="1191" y="153"/>
                </a:lnTo>
                <a:lnTo>
                  <a:pt x="1191" y="154"/>
                </a:lnTo>
                <a:lnTo>
                  <a:pt x="1190" y="154"/>
                </a:lnTo>
                <a:lnTo>
                  <a:pt x="1190" y="155"/>
                </a:lnTo>
                <a:lnTo>
                  <a:pt x="1190" y="156"/>
                </a:lnTo>
                <a:lnTo>
                  <a:pt x="1190" y="158"/>
                </a:lnTo>
                <a:lnTo>
                  <a:pt x="1190" y="159"/>
                </a:lnTo>
                <a:lnTo>
                  <a:pt x="1190" y="160"/>
                </a:lnTo>
                <a:lnTo>
                  <a:pt x="1191" y="161"/>
                </a:lnTo>
                <a:lnTo>
                  <a:pt x="1191" y="162"/>
                </a:lnTo>
                <a:lnTo>
                  <a:pt x="1192" y="164"/>
                </a:lnTo>
                <a:lnTo>
                  <a:pt x="1192" y="165"/>
                </a:lnTo>
                <a:lnTo>
                  <a:pt x="1191" y="166"/>
                </a:lnTo>
                <a:lnTo>
                  <a:pt x="1191" y="167"/>
                </a:lnTo>
                <a:lnTo>
                  <a:pt x="1190" y="168"/>
                </a:lnTo>
                <a:lnTo>
                  <a:pt x="1189" y="168"/>
                </a:lnTo>
                <a:lnTo>
                  <a:pt x="1188" y="169"/>
                </a:lnTo>
                <a:lnTo>
                  <a:pt x="1187" y="170"/>
                </a:lnTo>
                <a:lnTo>
                  <a:pt x="1186" y="169"/>
                </a:lnTo>
                <a:lnTo>
                  <a:pt x="1187" y="169"/>
                </a:lnTo>
                <a:lnTo>
                  <a:pt x="1187" y="168"/>
                </a:lnTo>
                <a:lnTo>
                  <a:pt x="1188" y="167"/>
                </a:lnTo>
                <a:lnTo>
                  <a:pt x="1188" y="166"/>
                </a:lnTo>
                <a:lnTo>
                  <a:pt x="1188" y="165"/>
                </a:lnTo>
                <a:lnTo>
                  <a:pt x="1188" y="164"/>
                </a:lnTo>
                <a:lnTo>
                  <a:pt x="1188" y="163"/>
                </a:lnTo>
                <a:lnTo>
                  <a:pt x="1188" y="162"/>
                </a:lnTo>
                <a:lnTo>
                  <a:pt x="1187" y="162"/>
                </a:lnTo>
                <a:lnTo>
                  <a:pt x="1186" y="162"/>
                </a:lnTo>
                <a:lnTo>
                  <a:pt x="1186" y="163"/>
                </a:lnTo>
                <a:lnTo>
                  <a:pt x="1186" y="162"/>
                </a:lnTo>
                <a:lnTo>
                  <a:pt x="1185" y="162"/>
                </a:lnTo>
                <a:lnTo>
                  <a:pt x="1184" y="162"/>
                </a:lnTo>
                <a:lnTo>
                  <a:pt x="1183" y="164"/>
                </a:lnTo>
                <a:lnTo>
                  <a:pt x="1183" y="165"/>
                </a:lnTo>
                <a:lnTo>
                  <a:pt x="1182" y="164"/>
                </a:lnTo>
                <a:lnTo>
                  <a:pt x="1181" y="164"/>
                </a:lnTo>
                <a:lnTo>
                  <a:pt x="1180" y="164"/>
                </a:lnTo>
                <a:lnTo>
                  <a:pt x="1180" y="165"/>
                </a:lnTo>
                <a:lnTo>
                  <a:pt x="1179" y="165"/>
                </a:lnTo>
                <a:lnTo>
                  <a:pt x="1177" y="165"/>
                </a:lnTo>
                <a:lnTo>
                  <a:pt x="1176" y="165"/>
                </a:lnTo>
                <a:lnTo>
                  <a:pt x="1175" y="166"/>
                </a:lnTo>
                <a:lnTo>
                  <a:pt x="1174" y="167"/>
                </a:lnTo>
                <a:lnTo>
                  <a:pt x="1174" y="168"/>
                </a:lnTo>
                <a:lnTo>
                  <a:pt x="1174" y="170"/>
                </a:lnTo>
                <a:lnTo>
                  <a:pt x="1175" y="171"/>
                </a:lnTo>
                <a:lnTo>
                  <a:pt x="1176" y="172"/>
                </a:lnTo>
                <a:lnTo>
                  <a:pt x="1177" y="173"/>
                </a:lnTo>
                <a:lnTo>
                  <a:pt x="1177" y="174"/>
                </a:lnTo>
                <a:lnTo>
                  <a:pt x="1178" y="173"/>
                </a:lnTo>
                <a:lnTo>
                  <a:pt x="1178" y="171"/>
                </a:lnTo>
                <a:lnTo>
                  <a:pt x="1179" y="171"/>
                </a:lnTo>
                <a:lnTo>
                  <a:pt x="1179" y="174"/>
                </a:lnTo>
                <a:lnTo>
                  <a:pt x="1180" y="175"/>
                </a:lnTo>
                <a:lnTo>
                  <a:pt x="1179" y="175"/>
                </a:lnTo>
                <a:lnTo>
                  <a:pt x="1178" y="175"/>
                </a:lnTo>
                <a:lnTo>
                  <a:pt x="1178" y="176"/>
                </a:lnTo>
                <a:lnTo>
                  <a:pt x="1177" y="177"/>
                </a:lnTo>
                <a:lnTo>
                  <a:pt x="1177" y="178"/>
                </a:lnTo>
                <a:lnTo>
                  <a:pt x="1176" y="178"/>
                </a:lnTo>
                <a:lnTo>
                  <a:pt x="1175" y="178"/>
                </a:lnTo>
                <a:lnTo>
                  <a:pt x="1174" y="179"/>
                </a:lnTo>
                <a:lnTo>
                  <a:pt x="1173" y="178"/>
                </a:lnTo>
                <a:lnTo>
                  <a:pt x="1172" y="178"/>
                </a:lnTo>
                <a:lnTo>
                  <a:pt x="1170" y="179"/>
                </a:lnTo>
                <a:lnTo>
                  <a:pt x="1169" y="179"/>
                </a:lnTo>
                <a:lnTo>
                  <a:pt x="1169" y="180"/>
                </a:lnTo>
                <a:lnTo>
                  <a:pt x="1169" y="181"/>
                </a:lnTo>
                <a:lnTo>
                  <a:pt x="1169" y="182"/>
                </a:lnTo>
                <a:lnTo>
                  <a:pt x="1170" y="182"/>
                </a:lnTo>
                <a:lnTo>
                  <a:pt x="1170" y="183"/>
                </a:lnTo>
                <a:lnTo>
                  <a:pt x="1169" y="183"/>
                </a:lnTo>
                <a:lnTo>
                  <a:pt x="1169" y="184"/>
                </a:lnTo>
                <a:lnTo>
                  <a:pt x="1168" y="185"/>
                </a:lnTo>
                <a:lnTo>
                  <a:pt x="1167" y="185"/>
                </a:lnTo>
                <a:lnTo>
                  <a:pt x="1166" y="185"/>
                </a:lnTo>
                <a:lnTo>
                  <a:pt x="1166" y="186"/>
                </a:lnTo>
                <a:lnTo>
                  <a:pt x="1166" y="187"/>
                </a:lnTo>
                <a:lnTo>
                  <a:pt x="1165" y="187"/>
                </a:lnTo>
                <a:lnTo>
                  <a:pt x="1164" y="187"/>
                </a:lnTo>
                <a:lnTo>
                  <a:pt x="1165" y="186"/>
                </a:lnTo>
                <a:lnTo>
                  <a:pt x="1164" y="186"/>
                </a:lnTo>
                <a:lnTo>
                  <a:pt x="1163" y="186"/>
                </a:lnTo>
                <a:lnTo>
                  <a:pt x="1162" y="186"/>
                </a:lnTo>
                <a:lnTo>
                  <a:pt x="1162" y="187"/>
                </a:lnTo>
                <a:lnTo>
                  <a:pt x="1161" y="187"/>
                </a:lnTo>
                <a:lnTo>
                  <a:pt x="1160" y="187"/>
                </a:lnTo>
                <a:lnTo>
                  <a:pt x="1159" y="187"/>
                </a:lnTo>
                <a:lnTo>
                  <a:pt x="1158" y="187"/>
                </a:lnTo>
                <a:lnTo>
                  <a:pt x="1157" y="187"/>
                </a:lnTo>
                <a:lnTo>
                  <a:pt x="1156" y="187"/>
                </a:lnTo>
                <a:lnTo>
                  <a:pt x="1154" y="187"/>
                </a:lnTo>
                <a:lnTo>
                  <a:pt x="1153" y="186"/>
                </a:lnTo>
                <a:lnTo>
                  <a:pt x="1153" y="187"/>
                </a:lnTo>
                <a:lnTo>
                  <a:pt x="1152" y="187"/>
                </a:lnTo>
                <a:lnTo>
                  <a:pt x="1151" y="187"/>
                </a:lnTo>
                <a:lnTo>
                  <a:pt x="1148" y="187"/>
                </a:lnTo>
                <a:lnTo>
                  <a:pt x="1147" y="186"/>
                </a:lnTo>
                <a:lnTo>
                  <a:pt x="1146" y="186"/>
                </a:lnTo>
                <a:lnTo>
                  <a:pt x="1145" y="186"/>
                </a:lnTo>
                <a:lnTo>
                  <a:pt x="1144" y="187"/>
                </a:lnTo>
                <a:lnTo>
                  <a:pt x="1143" y="187"/>
                </a:lnTo>
                <a:lnTo>
                  <a:pt x="1143" y="188"/>
                </a:lnTo>
                <a:lnTo>
                  <a:pt x="1142" y="188"/>
                </a:lnTo>
                <a:lnTo>
                  <a:pt x="1141" y="188"/>
                </a:lnTo>
                <a:lnTo>
                  <a:pt x="1140" y="188"/>
                </a:lnTo>
                <a:lnTo>
                  <a:pt x="1139" y="188"/>
                </a:lnTo>
                <a:lnTo>
                  <a:pt x="1140" y="188"/>
                </a:lnTo>
                <a:lnTo>
                  <a:pt x="1140" y="186"/>
                </a:lnTo>
                <a:lnTo>
                  <a:pt x="1140" y="185"/>
                </a:lnTo>
                <a:lnTo>
                  <a:pt x="1141" y="185"/>
                </a:lnTo>
                <a:lnTo>
                  <a:pt x="1140" y="183"/>
                </a:lnTo>
                <a:lnTo>
                  <a:pt x="1139" y="182"/>
                </a:lnTo>
                <a:lnTo>
                  <a:pt x="1138" y="181"/>
                </a:lnTo>
                <a:lnTo>
                  <a:pt x="1138" y="180"/>
                </a:lnTo>
                <a:lnTo>
                  <a:pt x="1139" y="179"/>
                </a:lnTo>
                <a:lnTo>
                  <a:pt x="1139" y="178"/>
                </a:lnTo>
                <a:lnTo>
                  <a:pt x="1140" y="177"/>
                </a:lnTo>
                <a:lnTo>
                  <a:pt x="1139" y="176"/>
                </a:lnTo>
                <a:lnTo>
                  <a:pt x="1140" y="176"/>
                </a:lnTo>
                <a:lnTo>
                  <a:pt x="1140" y="175"/>
                </a:lnTo>
                <a:lnTo>
                  <a:pt x="1143" y="175"/>
                </a:lnTo>
                <a:lnTo>
                  <a:pt x="1144" y="175"/>
                </a:lnTo>
                <a:lnTo>
                  <a:pt x="1145" y="175"/>
                </a:lnTo>
                <a:lnTo>
                  <a:pt x="1146" y="175"/>
                </a:lnTo>
                <a:lnTo>
                  <a:pt x="1147" y="175"/>
                </a:lnTo>
                <a:lnTo>
                  <a:pt x="1148" y="175"/>
                </a:lnTo>
                <a:lnTo>
                  <a:pt x="1149" y="174"/>
                </a:lnTo>
                <a:lnTo>
                  <a:pt x="1148" y="174"/>
                </a:lnTo>
                <a:lnTo>
                  <a:pt x="1147" y="174"/>
                </a:lnTo>
                <a:lnTo>
                  <a:pt x="1144" y="174"/>
                </a:lnTo>
                <a:lnTo>
                  <a:pt x="1142" y="175"/>
                </a:lnTo>
                <a:lnTo>
                  <a:pt x="1141" y="175"/>
                </a:lnTo>
                <a:lnTo>
                  <a:pt x="1140" y="175"/>
                </a:lnTo>
                <a:lnTo>
                  <a:pt x="1138" y="173"/>
                </a:lnTo>
                <a:lnTo>
                  <a:pt x="1138" y="174"/>
                </a:lnTo>
                <a:lnTo>
                  <a:pt x="1138" y="175"/>
                </a:lnTo>
                <a:lnTo>
                  <a:pt x="1137" y="176"/>
                </a:lnTo>
                <a:lnTo>
                  <a:pt x="1136" y="175"/>
                </a:lnTo>
                <a:lnTo>
                  <a:pt x="1135" y="175"/>
                </a:lnTo>
                <a:lnTo>
                  <a:pt x="1133" y="174"/>
                </a:lnTo>
                <a:lnTo>
                  <a:pt x="1133" y="173"/>
                </a:lnTo>
                <a:lnTo>
                  <a:pt x="1133" y="171"/>
                </a:lnTo>
                <a:lnTo>
                  <a:pt x="1133" y="170"/>
                </a:lnTo>
                <a:lnTo>
                  <a:pt x="1132" y="170"/>
                </a:lnTo>
                <a:lnTo>
                  <a:pt x="1132" y="171"/>
                </a:lnTo>
                <a:lnTo>
                  <a:pt x="1131" y="171"/>
                </a:lnTo>
                <a:lnTo>
                  <a:pt x="1130" y="171"/>
                </a:lnTo>
                <a:lnTo>
                  <a:pt x="1131" y="169"/>
                </a:lnTo>
                <a:lnTo>
                  <a:pt x="1131" y="168"/>
                </a:lnTo>
                <a:lnTo>
                  <a:pt x="1131" y="167"/>
                </a:lnTo>
                <a:lnTo>
                  <a:pt x="1132" y="167"/>
                </a:lnTo>
                <a:lnTo>
                  <a:pt x="1132" y="165"/>
                </a:lnTo>
                <a:lnTo>
                  <a:pt x="1133" y="165"/>
                </a:lnTo>
                <a:lnTo>
                  <a:pt x="1133" y="164"/>
                </a:lnTo>
                <a:lnTo>
                  <a:pt x="1133" y="163"/>
                </a:lnTo>
                <a:lnTo>
                  <a:pt x="1133" y="161"/>
                </a:lnTo>
                <a:lnTo>
                  <a:pt x="1133" y="159"/>
                </a:lnTo>
                <a:lnTo>
                  <a:pt x="1133" y="158"/>
                </a:lnTo>
                <a:lnTo>
                  <a:pt x="1133" y="156"/>
                </a:lnTo>
                <a:lnTo>
                  <a:pt x="1134" y="156"/>
                </a:lnTo>
                <a:lnTo>
                  <a:pt x="1135" y="156"/>
                </a:lnTo>
                <a:lnTo>
                  <a:pt x="1136" y="156"/>
                </a:lnTo>
                <a:lnTo>
                  <a:pt x="1137" y="155"/>
                </a:lnTo>
                <a:lnTo>
                  <a:pt x="1137" y="153"/>
                </a:lnTo>
                <a:lnTo>
                  <a:pt x="1137" y="152"/>
                </a:lnTo>
                <a:lnTo>
                  <a:pt x="1138" y="151"/>
                </a:lnTo>
                <a:lnTo>
                  <a:pt x="1138" y="150"/>
                </a:lnTo>
                <a:lnTo>
                  <a:pt x="1139" y="149"/>
                </a:lnTo>
                <a:lnTo>
                  <a:pt x="1140" y="149"/>
                </a:lnTo>
                <a:lnTo>
                  <a:pt x="1140" y="148"/>
                </a:lnTo>
                <a:lnTo>
                  <a:pt x="1139" y="149"/>
                </a:lnTo>
                <a:lnTo>
                  <a:pt x="1138" y="149"/>
                </a:lnTo>
                <a:lnTo>
                  <a:pt x="1138" y="150"/>
                </a:lnTo>
                <a:lnTo>
                  <a:pt x="1137" y="151"/>
                </a:lnTo>
                <a:lnTo>
                  <a:pt x="1137" y="150"/>
                </a:lnTo>
                <a:lnTo>
                  <a:pt x="1136" y="149"/>
                </a:lnTo>
                <a:lnTo>
                  <a:pt x="1136" y="148"/>
                </a:lnTo>
                <a:lnTo>
                  <a:pt x="1135" y="147"/>
                </a:lnTo>
                <a:lnTo>
                  <a:pt x="1134" y="147"/>
                </a:lnTo>
                <a:lnTo>
                  <a:pt x="1134" y="146"/>
                </a:lnTo>
                <a:lnTo>
                  <a:pt x="1134" y="147"/>
                </a:lnTo>
                <a:lnTo>
                  <a:pt x="1133" y="147"/>
                </a:lnTo>
                <a:lnTo>
                  <a:pt x="1134" y="147"/>
                </a:lnTo>
                <a:lnTo>
                  <a:pt x="1135" y="148"/>
                </a:lnTo>
                <a:lnTo>
                  <a:pt x="1136" y="150"/>
                </a:lnTo>
                <a:lnTo>
                  <a:pt x="1136" y="151"/>
                </a:lnTo>
                <a:lnTo>
                  <a:pt x="1135" y="152"/>
                </a:lnTo>
                <a:lnTo>
                  <a:pt x="1135" y="153"/>
                </a:lnTo>
                <a:lnTo>
                  <a:pt x="1135" y="154"/>
                </a:lnTo>
                <a:lnTo>
                  <a:pt x="1134" y="154"/>
                </a:lnTo>
                <a:lnTo>
                  <a:pt x="1133" y="154"/>
                </a:lnTo>
                <a:lnTo>
                  <a:pt x="1133" y="155"/>
                </a:lnTo>
                <a:lnTo>
                  <a:pt x="1131" y="156"/>
                </a:lnTo>
                <a:lnTo>
                  <a:pt x="1130" y="157"/>
                </a:lnTo>
                <a:lnTo>
                  <a:pt x="1129" y="157"/>
                </a:lnTo>
                <a:lnTo>
                  <a:pt x="1129" y="158"/>
                </a:lnTo>
                <a:lnTo>
                  <a:pt x="1130" y="158"/>
                </a:lnTo>
                <a:lnTo>
                  <a:pt x="1130" y="160"/>
                </a:lnTo>
                <a:lnTo>
                  <a:pt x="1130" y="161"/>
                </a:lnTo>
                <a:lnTo>
                  <a:pt x="1130" y="162"/>
                </a:lnTo>
                <a:lnTo>
                  <a:pt x="1130" y="164"/>
                </a:lnTo>
                <a:lnTo>
                  <a:pt x="1130" y="168"/>
                </a:lnTo>
                <a:lnTo>
                  <a:pt x="1130" y="169"/>
                </a:lnTo>
                <a:lnTo>
                  <a:pt x="1129" y="169"/>
                </a:lnTo>
                <a:lnTo>
                  <a:pt x="1128" y="169"/>
                </a:lnTo>
                <a:lnTo>
                  <a:pt x="1128" y="168"/>
                </a:lnTo>
                <a:lnTo>
                  <a:pt x="1127" y="168"/>
                </a:lnTo>
                <a:lnTo>
                  <a:pt x="1126" y="168"/>
                </a:lnTo>
                <a:lnTo>
                  <a:pt x="1125" y="168"/>
                </a:lnTo>
                <a:lnTo>
                  <a:pt x="1124" y="168"/>
                </a:lnTo>
                <a:lnTo>
                  <a:pt x="1123" y="169"/>
                </a:lnTo>
                <a:lnTo>
                  <a:pt x="1122" y="169"/>
                </a:lnTo>
                <a:lnTo>
                  <a:pt x="1121" y="173"/>
                </a:lnTo>
                <a:lnTo>
                  <a:pt x="1121" y="174"/>
                </a:lnTo>
                <a:lnTo>
                  <a:pt x="1122" y="174"/>
                </a:lnTo>
                <a:lnTo>
                  <a:pt x="1122" y="175"/>
                </a:lnTo>
                <a:lnTo>
                  <a:pt x="1122" y="176"/>
                </a:lnTo>
                <a:lnTo>
                  <a:pt x="1121" y="176"/>
                </a:lnTo>
                <a:lnTo>
                  <a:pt x="1119" y="177"/>
                </a:lnTo>
                <a:lnTo>
                  <a:pt x="1117" y="178"/>
                </a:lnTo>
                <a:lnTo>
                  <a:pt x="1117" y="179"/>
                </a:lnTo>
                <a:lnTo>
                  <a:pt x="1116" y="179"/>
                </a:lnTo>
                <a:lnTo>
                  <a:pt x="1115" y="180"/>
                </a:lnTo>
                <a:lnTo>
                  <a:pt x="1115" y="181"/>
                </a:lnTo>
                <a:lnTo>
                  <a:pt x="1114" y="181"/>
                </a:lnTo>
                <a:lnTo>
                  <a:pt x="1113" y="180"/>
                </a:lnTo>
                <a:lnTo>
                  <a:pt x="1113" y="178"/>
                </a:lnTo>
                <a:lnTo>
                  <a:pt x="1113" y="177"/>
                </a:lnTo>
                <a:lnTo>
                  <a:pt x="1113" y="178"/>
                </a:lnTo>
                <a:lnTo>
                  <a:pt x="1113" y="177"/>
                </a:lnTo>
                <a:lnTo>
                  <a:pt x="1112" y="174"/>
                </a:lnTo>
                <a:lnTo>
                  <a:pt x="1111" y="172"/>
                </a:lnTo>
                <a:lnTo>
                  <a:pt x="1110" y="172"/>
                </a:lnTo>
                <a:lnTo>
                  <a:pt x="1109" y="171"/>
                </a:lnTo>
                <a:lnTo>
                  <a:pt x="1110" y="171"/>
                </a:lnTo>
                <a:lnTo>
                  <a:pt x="1110" y="170"/>
                </a:lnTo>
                <a:lnTo>
                  <a:pt x="1109" y="168"/>
                </a:lnTo>
                <a:lnTo>
                  <a:pt x="1108" y="168"/>
                </a:lnTo>
                <a:lnTo>
                  <a:pt x="1107" y="168"/>
                </a:lnTo>
                <a:lnTo>
                  <a:pt x="1106" y="167"/>
                </a:lnTo>
                <a:lnTo>
                  <a:pt x="1106" y="166"/>
                </a:lnTo>
                <a:lnTo>
                  <a:pt x="1106" y="165"/>
                </a:lnTo>
                <a:lnTo>
                  <a:pt x="1106" y="164"/>
                </a:lnTo>
                <a:lnTo>
                  <a:pt x="1106" y="165"/>
                </a:lnTo>
                <a:lnTo>
                  <a:pt x="1105" y="166"/>
                </a:lnTo>
                <a:lnTo>
                  <a:pt x="1105" y="167"/>
                </a:lnTo>
                <a:lnTo>
                  <a:pt x="1106" y="168"/>
                </a:lnTo>
                <a:lnTo>
                  <a:pt x="1107" y="169"/>
                </a:lnTo>
                <a:lnTo>
                  <a:pt x="1103" y="170"/>
                </a:lnTo>
                <a:lnTo>
                  <a:pt x="1102" y="169"/>
                </a:lnTo>
                <a:lnTo>
                  <a:pt x="1101" y="168"/>
                </a:lnTo>
                <a:lnTo>
                  <a:pt x="1100" y="168"/>
                </a:lnTo>
                <a:lnTo>
                  <a:pt x="1099" y="168"/>
                </a:lnTo>
                <a:lnTo>
                  <a:pt x="1098" y="168"/>
                </a:lnTo>
                <a:lnTo>
                  <a:pt x="1098" y="167"/>
                </a:lnTo>
                <a:lnTo>
                  <a:pt x="1097" y="166"/>
                </a:lnTo>
                <a:lnTo>
                  <a:pt x="1097" y="167"/>
                </a:lnTo>
                <a:lnTo>
                  <a:pt x="1098" y="168"/>
                </a:lnTo>
                <a:lnTo>
                  <a:pt x="1099" y="168"/>
                </a:lnTo>
                <a:lnTo>
                  <a:pt x="1101" y="169"/>
                </a:lnTo>
                <a:lnTo>
                  <a:pt x="1102" y="170"/>
                </a:lnTo>
                <a:lnTo>
                  <a:pt x="1102" y="171"/>
                </a:lnTo>
                <a:lnTo>
                  <a:pt x="1101" y="171"/>
                </a:lnTo>
                <a:lnTo>
                  <a:pt x="1100" y="171"/>
                </a:lnTo>
                <a:lnTo>
                  <a:pt x="1101" y="171"/>
                </a:lnTo>
                <a:lnTo>
                  <a:pt x="1102" y="172"/>
                </a:lnTo>
                <a:lnTo>
                  <a:pt x="1102" y="173"/>
                </a:lnTo>
                <a:lnTo>
                  <a:pt x="1102" y="174"/>
                </a:lnTo>
                <a:lnTo>
                  <a:pt x="1101" y="174"/>
                </a:lnTo>
                <a:lnTo>
                  <a:pt x="1100" y="175"/>
                </a:lnTo>
                <a:lnTo>
                  <a:pt x="1098" y="176"/>
                </a:lnTo>
                <a:lnTo>
                  <a:pt x="1096" y="177"/>
                </a:lnTo>
                <a:lnTo>
                  <a:pt x="1095" y="178"/>
                </a:lnTo>
                <a:lnTo>
                  <a:pt x="1094" y="178"/>
                </a:lnTo>
                <a:lnTo>
                  <a:pt x="1093" y="179"/>
                </a:lnTo>
                <a:lnTo>
                  <a:pt x="1092" y="180"/>
                </a:lnTo>
                <a:lnTo>
                  <a:pt x="1091" y="180"/>
                </a:lnTo>
                <a:lnTo>
                  <a:pt x="1090" y="181"/>
                </a:lnTo>
                <a:lnTo>
                  <a:pt x="1089" y="181"/>
                </a:lnTo>
                <a:lnTo>
                  <a:pt x="1088" y="182"/>
                </a:lnTo>
                <a:lnTo>
                  <a:pt x="1087" y="182"/>
                </a:lnTo>
                <a:lnTo>
                  <a:pt x="1086" y="183"/>
                </a:lnTo>
                <a:lnTo>
                  <a:pt x="1085" y="185"/>
                </a:lnTo>
                <a:lnTo>
                  <a:pt x="1084" y="185"/>
                </a:lnTo>
                <a:lnTo>
                  <a:pt x="1083" y="185"/>
                </a:lnTo>
                <a:lnTo>
                  <a:pt x="1082" y="186"/>
                </a:lnTo>
                <a:lnTo>
                  <a:pt x="1081" y="187"/>
                </a:lnTo>
                <a:lnTo>
                  <a:pt x="1080" y="187"/>
                </a:lnTo>
                <a:lnTo>
                  <a:pt x="1079" y="188"/>
                </a:lnTo>
                <a:lnTo>
                  <a:pt x="1078" y="188"/>
                </a:lnTo>
                <a:lnTo>
                  <a:pt x="1078" y="189"/>
                </a:lnTo>
                <a:lnTo>
                  <a:pt x="1077" y="189"/>
                </a:lnTo>
                <a:lnTo>
                  <a:pt x="1076" y="190"/>
                </a:lnTo>
                <a:lnTo>
                  <a:pt x="1074" y="191"/>
                </a:lnTo>
                <a:lnTo>
                  <a:pt x="1072" y="192"/>
                </a:lnTo>
                <a:lnTo>
                  <a:pt x="1072" y="193"/>
                </a:lnTo>
                <a:lnTo>
                  <a:pt x="1071" y="193"/>
                </a:lnTo>
                <a:lnTo>
                  <a:pt x="1071" y="196"/>
                </a:lnTo>
                <a:lnTo>
                  <a:pt x="1071" y="197"/>
                </a:lnTo>
                <a:lnTo>
                  <a:pt x="1070" y="197"/>
                </a:lnTo>
                <a:lnTo>
                  <a:pt x="1070" y="198"/>
                </a:lnTo>
                <a:lnTo>
                  <a:pt x="1071" y="199"/>
                </a:lnTo>
                <a:lnTo>
                  <a:pt x="1071" y="200"/>
                </a:lnTo>
                <a:lnTo>
                  <a:pt x="1071" y="201"/>
                </a:lnTo>
                <a:lnTo>
                  <a:pt x="1069" y="202"/>
                </a:lnTo>
                <a:lnTo>
                  <a:pt x="1068" y="203"/>
                </a:lnTo>
                <a:lnTo>
                  <a:pt x="1068" y="204"/>
                </a:lnTo>
                <a:lnTo>
                  <a:pt x="1067" y="205"/>
                </a:lnTo>
                <a:lnTo>
                  <a:pt x="1067" y="204"/>
                </a:lnTo>
                <a:lnTo>
                  <a:pt x="1066" y="204"/>
                </a:lnTo>
                <a:lnTo>
                  <a:pt x="1065" y="204"/>
                </a:lnTo>
                <a:lnTo>
                  <a:pt x="1065" y="205"/>
                </a:lnTo>
                <a:lnTo>
                  <a:pt x="1064" y="206"/>
                </a:lnTo>
                <a:lnTo>
                  <a:pt x="1063" y="206"/>
                </a:lnTo>
                <a:lnTo>
                  <a:pt x="1061" y="206"/>
                </a:lnTo>
                <a:lnTo>
                  <a:pt x="1060" y="207"/>
                </a:lnTo>
                <a:lnTo>
                  <a:pt x="1059" y="207"/>
                </a:lnTo>
                <a:lnTo>
                  <a:pt x="1058" y="208"/>
                </a:lnTo>
                <a:lnTo>
                  <a:pt x="1057" y="208"/>
                </a:lnTo>
                <a:lnTo>
                  <a:pt x="1055" y="210"/>
                </a:lnTo>
                <a:lnTo>
                  <a:pt x="1054" y="211"/>
                </a:lnTo>
                <a:lnTo>
                  <a:pt x="1054" y="212"/>
                </a:lnTo>
                <a:lnTo>
                  <a:pt x="1053" y="212"/>
                </a:lnTo>
                <a:lnTo>
                  <a:pt x="1053" y="211"/>
                </a:lnTo>
                <a:lnTo>
                  <a:pt x="1052" y="209"/>
                </a:lnTo>
                <a:lnTo>
                  <a:pt x="1053" y="209"/>
                </a:lnTo>
                <a:lnTo>
                  <a:pt x="1053" y="208"/>
                </a:lnTo>
                <a:lnTo>
                  <a:pt x="1054" y="208"/>
                </a:lnTo>
                <a:lnTo>
                  <a:pt x="1055" y="208"/>
                </a:lnTo>
                <a:lnTo>
                  <a:pt x="1056" y="207"/>
                </a:lnTo>
                <a:lnTo>
                  <a:pt x="1056" y="206"/>
                </a:lnTo>
                <a:lnTo>
                  <a:pt x="1055" y="207"/>
                </a:lnTo>
                <a:lnTo>
                  <a:pt x="1054" y="207"/>
                </a:lnTo>
                <a:lnTo>
                  <a:pt x="1052" y="208"/>
                </a:lnTo>
                <a:lnTo>
                  <a:pt x="1052" y="210"/>
                </a:lnTo>
                <a:lnTo>
                  <a:pt x="1052" y="211"/>
                </a:lnTo>
                <a:lnTo>
                  <a:pt x="1052" y="213"/>
                </a:lnTo>
                <a:lnTo>
                  <a:pt x="1053" y="213"/>
                </a:lnTo>
                <a:lnTo>
                  <a:pt x="1053" y="214"/>
                </a:lnTo>
                <a:lnTo>
                  <a:pt x="1053" y="215"/>
                </a:lnTo>
                <a:lnTo>
                  <a:pt x="1053" y="216"/>
                </a:lnTo>
                <a:lnTo>
                  <a:pt x="1053" y="217"/>
                </a:lnTo>
                <a:lnTo>
                  <a:pt x="1054" y="217"/>
                </a:lnTo>
                <a:lnTo>
                  <a:pt x="1054" y="218"/>
                </a:lnTo>
                <a:lnTo>
                  <a:pt x="1054" y="219"/>
                </a:lnTo>
                <a:lnTo>
                  <a:pt x="1054" y="220"/>
                </a:lnTo>
                <a:lnTo>
                  <a:pt x="1054" y="221"/>
                </a:lnTo>
                <a:lnTo>
                  <a:pt x="1055" y="221"/>
                </a:lnTo>
                <a:lnTo>
                  <a:pt x="1056" y="221"/>
                </a:lnTo>
                <a:lnTo>
                  <a:pt x="1056" y="222"/>
                </a:lnTo>
                <a:lnTo>
                  <a:pt x="1056" y="223"/>
                </a:lnTo>
                <a:lnTo>
                  <a:pt x="1057" y="224"/>
                </a:lnTo>
                <a:lnTo>
                  <a:pt x="1057" y="225"/>
                </a:lnTo>
                <a:lnTo>
                  <a:pt x="1058" y="225"/>
                </a:lnTo>
                <a:lnTo>
                  <a:pt x="1058" y="226"/>
                </a:lnTo>
                <a:lnTo>
                  <a:pt x="1056" y="226"/>
                </a:lnTo>
                <a:lnTo>
                  <a:pt x="1055" y="227"/>
                </a:lnTo>
                <a:lnTo>
                  <a:pt x="1055" y="226"/>
                </a:lnTo>
                <a:lnTo>
                  <a:pt x="1053" y="226"/>
                </a:lnTo>
                <a:lnTo>
                  <a:pt x="1051" y="225"/>
                </a:lnTo>
                <a:lnTo>
                  <a:pt x="1050" y="222"/>
                </a:lnTo>
                <a:lnTo>
                  <a:pt x="1050" y="221"/>
                </a:lnTo>
                <a:lnTo>
                  <a:pt x="1049" y="221"/>
                </a:lnTo>
                <a:lnTo>
                  <a:pt x="1048" y="221"/>
                </a:lnTo>
                <a:lnTo>
                  <a:pt x="1048" y="222"/>
                </a:lnTo>
                <a:lnTo>
                  <a:pt x="1048" y="223"/>
                </a:lnTo>
                <a:lnTo>
                  <a:pt x="1047" y="223"/>
                </a:lnTo>
                <a:lnTo>
                  <a:pt x="1047" y="222"/>
                </a:lnTo>
                <a:lnTo>
                  <a:pt x="1046" y="221"/>
                </a:lnTo>
                <a:lnTo>
                  <a:pt x="1044" y="222"/>
                </a:lnTo>
                <a:lnTo>
                  <a:pt x="1043" y="222"/>
                </a:lnTo>
                <a:lnTo>
                  <a:pt x="1042" y="222"/>
                </a:lnTo>
                <a:lnTo>
                  <a:pt x="1042" y="223"/>
                </a:lnTo>
                <a:lnTo>
                  <a:pt x="1043" y="223"/>
                </a:lnTo>
                <a:lnTo>
                  <a:pt x="1044" y="224"/>
                </a:lnTo>
                <a:lnTo>
                  <a:pt x="1045" y="224"/>
                </a:lnTo>
                <a:lnTo>
                  <a:pt x="1046" y="226"/>
                </a:lnTo>
                <a:lnTo>
                  <a:pt x="1046" y="227"/>
                </a:lnTo>
                <a:lnTo>
                  <a:pt x="1046" y="228"/>
                </a:lnTo>
                <a:lnTo>
                  <a:pt x="1044" y="229"/>
                </a:lnTo>
                <a:lnTo>
                  <a:pt x="1043" y="229"/>
                </a:lnTo>
                <a:lnTo>
                  <a:pt x="1042" y="229"/>
                </a:lnTo>
                <a:lnTo>
                  <a:pt x="1042" y="228"/>
                </a:lnTo>
                <a:lnTo>
                  <a:pt x="1042" y="225"/>
                </a:lnTo>
                <a:lnTo>
                  <a:pt x="1041" y="225"/>
                </a:lnTo>
                <a:lnTo>
                  <a:pt x="1040" y="225"/>
                </a:lnTo>
                <a:lnTo>
                  <a:pt x="1039" y="225"/>
                </a:lnTo>
                <a:lnTo>
                  <a:pt x="1038" y="225"/>
                </a:lnTo>
                <a:lnTo>
                  <a:pt x="1038" y="224"/>
                </a:lnTo>
                <a:lnTo>
                  <a:pt x="1037" y="224"/>
                </a:lnTo>
                <a:lnTo>
                  <a:pt x="1036" y="224"/>
                </a:lnTo>
                <a:lnTo>
                  <a:pt x="1035" y="224"/>
                </a:lnTo>
                <a:lnTo>
                  <a:pt x="1035" y="223"/>
                </a:lnTo>
                <a:lnTo>
                  <a:pt x="1035" y="222"/>
                </a:lnTo>
                <a:lnTo>
                  <a:pt x="1034" y="222"/>
                </a:lnTo>
                <a:lnTo>
                  <a:pt x="1033" y="222"/>
                </a:lnTo>
                <a:lnTo>
                  <a:pt x="1032" y="223"/>
                </a:lnTo>
                <a:lnTo>
                  <a:pt x="1031" y="222"/>
                </a:lnTo>
                <a:lnTo>
                  <a:pt x="1031" y="221"/>
                </a:lnTo>
                <a:lnTo>
                  <a:pt x="1032" y="219"/>
                </a:lnTo>
                <a:lnTo>
                  <a:pt x="1033" y="219"/>
                </a:lnTo>
                <a:lnTo>
                  <a:pt x="1034" y="218"/>
                </a:lnTo>
                <a:lnTo>
                  <a:pt x="1035" y="218"/>
                </a:lnTo>
                <a:lnTo>
                  <a:pt x="1035" y="217"/>
                </a:lnTo>
                <a:lnTo>
                  <a:pt x="1036" y="216"/>
                </a:lnTo>
                <a:lnTo>
                  <a:pt x="1037" y="216"/>
                </a:lnTo>
                <a:lnTo>
                  <a:pt x="1037" y="215"/>
                </a:lnTo>
                <a:lnTo>
                  <a:pt x="1038" y="215"/>
                </a:lnTo>
                <a:lnTo>
                  <a:pt x="1039" y="215"/>
                </a:lnTo>
                <a:lnTo>
                  <a:pt x="1041" y="215"/>
                </a:lnTo>
                <a:lnTo>
                  <a:pt x="1041" y="214"/>
                </a:lnTo>
                <a:lnTo>
                  <a:pt x="1040" y="213"/>
                </a:lnTo>
                <a:lnTo>
                  <a:pt x="1041" y="212"/>
                </a:lnTo>
                <a:lnTo>
                  <a:pt x="1042" y="211"/>
                </a:lnTo>
                <a:lnTo>
                  <a:pt x="1043" y="211"/>
                </a:lnTo>
                <a:lnTo>
                  <a:pt x="1043" y="210"/>
                </a:lnTo>
                <a:lnTo>
                  <a:pt x="1044" y="209"/>
                </a:lnTo>
                <a:lnTo>
                  <a:pt x="1044" y="207"/>
                </a:lnTo>
                <a:lnTo>
                  <a:pt x="1043" y="206"/>
                </a:lnTo>
                <a:lnTo>
                  <a:pt x="1045" y="204"/>
                </a:lnTo>
                <a:lnTo>
                  <a:pt x="1046" y="204"/>
                </a:lnTo>
                <a:lnTo>
                  <a:pt x="1047" y="203"/>
                </a:lnTo>
                <a:lnTo>
                  <a:pt x="1047" y="204"/>
                </a:lnTo>
                <a:lnTo>
                  <a:pt x="1048" y="205"/>
                </a:lnTo>
                <a:lnTo>
                  <a:pt x="1049" y="204"/>
                </a:lnTo>
                <a:lnTo>
                  <a:pt x="1050" y="203"/>
                </a:lnTo>
                <a:lnTo>
                  <a:pt x="1049" y="204"/>
                </a:lnTo>
                <a:lnTo>
                  <a:pt x="1048" y="204"/>
                </a:lnTo>
                <a:lnTo>
                  <a:pt x="1047" y="203"/>
                </a:lnTo>
                <a:lnTo>
                  <a:pt x="1046" y="203"/>
                </a:lnTo>
                <a:lnTo>
                  <a:pt x="1045" y="204"/>
                </a:lnTo>
                <a:lnTo>
                  <a:pt x="1043" y="205"/>
                </a:lnTo>
                <a:lnTo>
                  <a:pt x="1041" y="207"/>
                </a:lnTo>
                <a:lnTo>
                  <a:pt x="1041" y="208"/>
                </a:lnTo>
                <a:lnTo>
                  <a:pt x="1040" y="209"/>
                </a:lnTo>
                <a:lnTo>
                  <a:pt x="1039" y="209"/>
                </a:lnTo>
                <a:lnTo>
                  <a:pt x="1038" y="210"/>
                </a:lnTo>
                <a:lnTo>
                  <a:pt x="1037" y="210"/>
                </a:lnTo>
                <a:lnTo>
                  <a:pt x="1037" y="211"/>
                </a:lnTo>
                <a:lnTo>
                  <a:pt x="1036" y="212"/>
                </a:lnTo>
                <a:lnTo>
                  <a:pt x="1035" y="214"/>
                </a:lnTo>
                <a:lnTo>
                  <a:pt x="1034" y="215"/>
                </a:lnTo>
                <a:lnTo>
                  <a:pt x="1033" y="215"/>
                </a:lnTo>
                <a:lnTo>
                  <a:pt x="1032" y="217"/>
                </a:lnTo>
                <a:lnTo>
                  <a:pt x="1031" y="218"/>
                </a:lnTo>
                <a:lnTo>
                  <a:pt x="1031" y="217"/>
                </a:lnTo>
                <a:lnTo>
                  <a:pt x="1031" y="216"/>
                </a:lnTo>
                <a:lnTo>
                  <a:pt x="1031" y="215"/>
                </a:lnTo>
                <a:lnTo>
                  <a:pt x="1030" y="213"/>
                </a:lnTo>
                <a:lnTo>
                  <a:pt x="1030" y="212"/>
                </a:lnTo>
                <a:lnTo>
                  <a:pt x="1029" y="212"/>
                </a:lnTo>
                <a:lnTo>
                  <a:pt x="1028" y="212"/>
                </a:lnTo>
                <a:lnTo>
                  <a:pt x="1028" y="213"/>
                </a:lnTo>
                <a:lnTo>
                  <a:pt x="1027" y="213"/>
                </a:lnTo>
                <a:lnTo>
                  <a:pt x="1028" y="214"/>
                </a:lnTo>
                <a:lnTo>
                  <a:pt x="1029" y="216"/>
                </a:lnTo>
                <a:lnTo>
                  <a:pt x="1029" y="217"/>
                </a:lnTo>
                <a:lnTo>
                  <a:pt x="1029" y="218"/>
                </a:lnTo>
                <a:lnTo>
                  <a:pt x="1028" y="220"/>
                </a:lnTo>
                <a:lnTo>
                  <a:pt x="1029" y="221"/>
                </a:lnTo>
                <a:lnTo>
                  <a:pt x="1029" y="222"/>
                </a:lnTo>
                <a:lnTo>
                  <a:pt x="1030" y="223"/>
                </a:lnTo>
                <a:lnTo>
                  <a:pt x="1029" y="223"/>
                </a:lnTo>
                <a:lnTo>
                  <a:pt x="1028" y="224"/>
                </a:lnTo>
                <a:lnTo>
                  <a:pt x="1027" y="225"/>
                </a:lnTo>
                <a:lnTo>
                  <a:pt x="1027" y="226"/>
                </a:lnTo>
                <a:lnTo>
                  <a:pt x="1027" y="227"/>
                </a:lnTo>
                <a:lnTo>
                  <a:pt x="1026" y="227"/>
                </a:lnTo>
                <a:lnTo>
                  <a:pt x="1025" y="227"/>
                </a:lnTo>
                <a:lnTo>
                  <a:pt x="1024" y="227"/>
                </a:lnTo>
                <a:lnTo>
                  <a:pt x="1024" y="228"/>
                </a:lnTo>
                <a:lnTo>
                  <a:pt x="1023" y="228"/>
                </a:lnTo>
                <a:lnTo>
                  <a:pt x="1022" y="227"/>
                </a:lnTo>
                <a:lnTo>
                  <a:pt x="1021" y="227"/>
                </a:lnTo>
                <a:lnTo>
                  <a:pt x="1020" y="227"/>
                </a:lnTo>
                <a:lnTo>
                  <a:pt x="1019" y="227"/>
                </a:lnTo>
                <a:lnTo>
                  <a:pt x="1019" y="228"/>
                </a:lnTo>
                <a:lnTo>
                  <a:pt x="1018" y="228"/>
                </a:lnTo>
                <a:lnTo>
                  <a:pt x="1017" y="230"/>
                </a:lnTo>
                <a:lnTo>
                  <a:pt x="1016" y="232"/>
                </a:lnTo>
                <a:lnTo>
                  <a:pt x="1016" y="233"/>
                </a:lnTo>
                <a:lnTo>
                  <a:pt x="1016" y="234"/>
                </a:lnTo>
                <a:lnTo>
                  <a:pt x="1016" y="235"/>
                </a:lnTo>
                <a:lnTo>
                  <a:pt x="1016" y="236"/>
                </a:lnTo>
                <a:lnTo>
                  <a:pt x="1017" y="236"/>
                </a:lnTo>
                <a:lnTo>
                  <a:pt x="1018" y="236"/>
                </a:lnTo>
                <a:lnTo>
                  <a:pt x="1020" y="237"/>
                </a:lnTo>
                <a:lnTo>
                  <a:pt x="1020" y="238"/>
                </a:lnTo>
                <a:lnTo>
                  <a:pt x="1019" y="238"/>
                </a:lnTo>
                <a:lnTo>
                  <a:pt x="1019" y="239"/>
                </a:lnTo>
                <a:lnTo>
                  <a:pt x="1017" y="240"/>
                </a:lnTo>
                <a:lnTo>
                  <a:pt x="1016" y="240"/>
                </a:lnTo>
                <a:lnTo>
                  <a:pt x="1016" y="239"/>
                </a:lnTo>
                <a:lnTo>
                  <a:pt x="1015" y="238"/>
                </a:lnTo>
                <a:lnTo>
                  <a:pt x="1016" y="238"/>
                </a:lnTo>
                <a:lnTo>
                  <a:pt x="1015" y="237"/>
                </a:lnTo>
                <a:lnTo>
                  <a:pt x="1014" y="237"/>
                </a:lnTo>
                <a:lnTo>
                  <a:pt x="1012" y="237"/>
                </a:lnTo>
                <a:lnTo>
                  <a:pt x="1010" y="237"/>
                </a:lnTo>
                <a:lnTo>
                  <a:pt x="1009" y="238"/>
                </a:lnTo>
                <a:lnTo>
                  <a:pt x="1008" y="238"/>
                </a:lnTo>
                <a:lnTo>
                  <a:pt x="1006" y="240"/>
                </a:lnTo>
                <a:lnTo>
                  <a:pt x="1005" y="239"/>
                </a:lnTo>
                <a:lnTo>
                  <a:pt x="1004" y="240"/>
                </a:lnTo>
                <a:lnTo>
                  <a:pt x="1001" y="241"/>
                </a:lnTo>
                <a:lnTo>
                  <a:pt x="1000" y="242"/>
                </a:lnTo>
                <a:lnTo>
                  <a:pt x="999" y="243"/>
                </a:lnTo>
                <a:lnTo>
                  <a:pt x="997" y="245"/>
                </a:lnTo>
                <a:lnTo>
                  <a:pt x="996" y="245"/>
                </a:lnTo>
                <a:lnTo>
                  <a:pt x="997" y="250"/>
                </a:lnTo>
                <a:lnTo>
                  <a:pt x="996" y="250"/>
                </a:lnTo>
                <a:lnTo>
                  <a:pt x="995" y="249"/>
                </a:lnTo>
                <a:lnTo>
                  <a:pt x="995" y="248"/>
                </a:lnTo>
                <a:lnTo>
                  <a:pt x="995" y="247"/>
                </a:lnTo>
                <a:lnTo>
                  <a:pt x="995" y="246"/>
                </a:lnTo>
                <a:lnTo>
                  <a:pt x="995" y="245"/>
                </a:lnTo>
                <a:lnTo>
                  <a:pt x="994" y="245"/>
                </a:lnTo>
                <a:lnTo>
                  <a:pt x="993" y="245"/>
                </a:lnTo>
                <a:lnTo>
                  <a:pt x="992" y="246"/>
                </a:lnTo>
                <a:lnTo>
                  <a:pt x="990" y="246"/>
                </a:lnTo>
                <a:lnTo>
                  <a:pt x="989" y="247"/>
                </a:lnTo>
                <a:lnTo>
                  <a:pt x="988" y="248"/>
                </a:lnTo>
                <a:lnTo>
                  <a:pt x="987" y="249"/>
                </a:lnTo>
                <a:lnTo>
                  <a:pt x="986" y="250"/>
                </a:lnTo>
                <a:lnTo>
                  <a:pt x="985" y="251"/>
                </a:lnTo>
                <a:lnTo>
                  <a:pt x="984" y="251"/>
                </a:lnTo>
                <a:lnTo>
                  <a:pt x="983" y="252"/>
                </a:lnTo>
                <a:lnTo>
                  <a:pt x="982" y="253"/>
                </a:lnTo>
                <a:lnTo>
                  <a:pt x="981" y="254"/>
                </a:lnTo>
                <a:lnTo>
                  <a:pt x="979" y="256"/>
                </a:lnTo>
                <a:lnTo>
                  <a:pt x="977" y="258"/>
                </a:lnTo>
                <a:lnTo>
                  <a:pt x="976" y="259"/>
                </a:lnTo>
                <a:lnTo>
                  <a:pt x="976" y="260"/>
                </a:lnTo>
                <a:lnTo>
                  <a:pt x="976" y="261"/>
                </a:lnTo>
                <a:lnTo>
                  <a:pt x="975" y="262"/>
                </a:lnTo>
                <a:lnTo>
                  <a:pt x="974" y="262"/>
                </a:lnTo>
                <a:lnTo>
                  <a:pt x="974" y="263"/>
                </a:lnTo>
                <a:lnTo>
                  <a:pt x="973" y="263"/>
                </a:lnTo>
                <a:lnTo>
                  <a:pt x="973" y="264"/>
                </a:lnTo>
                <a:lnTo>
                  <a:pt x="972" y="264"/>
                </a:lnTo>
                <a:lnTo>
                  <a:pt x="971" y="265"/>
                </a:lnTo>
                <a:lnTo>
                  <a:pt x="970" y="266"/>
                </a:lnTo>
                <a:lnTo>
                  <a:pt x="969" y="266"/>
                </a:lnTo>
                <a:lnTo>
                  <a:pt x="968" y="266"/>
                </a:lnTo>
                <a:lnTo>
                  <a:pt x="968" y="263"/>
                </a:lnTo>
                <a:lnTo>
                  <a:pt x="968" y="262"/>
                </a:lnTo>
                <a:lnTo>
                  <a:pt x="967" y="262"/>
                </a:lnTo>
                <a:lnTo>
                  <a:pt x="967" y="264"/>
                </a:lnTo>
                <a:lnTo>
                  <a:pt x="966" y="266"/>
                </a:lnTo>
                <a:lnTo>
                  <a:pt x="966" y="267"/>
                </a:lnTo>
                <a:lnTo>
                  <a:pt x="967" y="269"/>
                </a:lnTo>
                <a:lnTo>
                  <a:pt x="967" y="270"/>
                </a:lnTo>
                <a:lnTo>
                  <a:pt x="967" y="271"/>
                </a:lnTo>
                <a:lnTo>
                  <a:pt x="967" y="272"/>
                </a:lnTo>
                <a:lnTo>
                  <a:pt x="966" y="272"/>
                </a:lnTo>
                <a:lnTo>
                  <a:pt x="965" y="272"/>
                </a:lnTo>
                <a:lnTo>
                  <a:pt x="964" y="274"/>
                </a:lnTo>
                <a:lnTo>
                  <a:pt x="963" y="275"/>
                </a:lnTo>
                <a:lnTo>
                  <a:pt x="963" y="274"/>
                </a:lnTo>
                <a:lnTo>
                  <a:pt x="962" y="274"/>
                </a:lnTo>
                <a:lnTo>
                  <a:pt x="960" y="274"/>
                </a:lnTo>
                <a:lnTo>
                  <a:pt x="960" y="275"/>
                </a:lnTo>
                <a:lnTo>
                  <a:pt x="958" y="276"/>
                </a:lnTo>
                <a:lnTo>
                  <a:pt x="957" y="276"/>
                </a:lnTo>
                <a:lnTo>
                  <a:pt x="956" y="276"/>
                </a:lnTo>
                <a:lnTo>
                  <a:pt x="955" y="276"/>
                </a:lnTo>
                <a:lnTo>
                  <a:pt x="954" y="274"/>
                </a:lnTo>
                <a:lnTo>
                  <a:pt x="954" y="275"/>
                </a:lnTo>
                <a:lnTo>
                  <a:pt x="953" y="277"/>
                </a:lnTo>
                <a:lnTo>
                  <a:pt x="953" y="276"/>
                </a:lnTo>
                <a:lnTo>
                  <a:pt x="952" y="275"/>
                </a:lnTo>
                <a:lnTo>
                  <a:pt x="951" y="275"/>
                </a:lnTo>
                <a:lnTo>
                  <a:pt x="949" y="274"/>
                </a:lnTo>
                <a:lnTo>
                  <a:pt x="949" y="273"/>
                </a:lnTo>
                <a:lnTo>
                  <a:pt x="949" y="272"/>
                </a:lnTo>
                <a:lnTo>
                  <a:pt x="949" y="270"/>
                </a:lnTo>
                <a:lnTo>
                  <a:pt x="949" y="269"/>
                </a:lnTo>
                <a:lnTo>
                  <a:pt x="950" y="267"/>
                </a:lnTo>
                <a:lnTo>
                  <a:pt x="951" y="266"/>
                </a:lnTo>
                <a:lnTo>
                  <a:pt x="950" y="266"/>
                </a:lnTo>
                <a:lnTo>
                  <a:pt x="949" y="268"/>
                </a:lnTo>
                <a:lnTo>
                  <a:pt x="948" y="268"/>
                </a:lnTo>
                <a:lnTo>
                  <a:pt x="948" y="269"/>
                </a:lnTo>
                <a:lnTo>
                  <a:pt x="947" y="269"/>
                </a:lnTo>
                <a:lnTo>
                  <a:pt x="946" y="267"/>
                </a:lnTo>
                <a:lnTo>
                  <a:pt x="945" y="268"/>
                </a:lnTo>
                <a:lnTo>
                  <a:pt x="943" y="268"/>
                </a:lnTo>
                <a:lnTo>
                  <a:pt x="943" y="267"/>
                </a:lnTo>
                <a:lnTo>
                  <a:pt x="943" y="266"/>
                </a:lnTo>
                <a:lnTo>
                  <a:pt x="943" y="265"/>
                </a:lnTo>
                <a:lnTo>
                  <a:pt x="943" y="264"/>
                </a:lnTo>
                <a:lnTo>
                  <a:pt x="942" y="263"/>
                </a:lnTo>
                <a:lnTo>
                  <a:pt x="942" y="261"/>
                </a:lnTo>
                <a:lnTo>
                  <a:pt x="941" y="262"/>
                </a:lnTo>
                <a:lnTo>
                  <a:pt x="942" y="263"/>
                </a:lnTo>
                <a:lnTo>
                  <a:pt x="942" y="264"/>
                </a:lnTo>
                <a:lnTo>
                  <a:pt x="942" y="265"/>
                </a:lnTo>
                <a:lnTo>
                  <a:pt x="942" y="266"/>
                </a:lnTo>
                <a:lnTo>
                  <a:pt x="942" y="267"/>
                </a:lnTo>
                <a:lnTo>
                  <a:pt x="942" y="269"/>
                </a:lnTo>
                <a:lnTo>
                  <a:pt x="941" y="268"/>
                </a:lnTo>
                <a:lnTo>
                  <a:pt x="940" y="267"/>
                </a:lnTo>
                <a:lnTo>
                  <a:pt x="939" y="266"/>
                </a:lnTo>
                <a:lnTo>
                  <a:pt x="939" y="265"/>
                </a:lnTo>
                <a:lnTo>
                  <a:pt x="938" y="263"/>
                </a:lnTo>
                <a:lnTo>
                  <a:pt x="936" y="264"/>
                </a:lnTo>
                <a:lnTo>
                  <a:pt x="938" y="267"/>
                </a:lnTo>
                <a:lnTo>
                  <a:pt x="939" y="268"/>
                </a:lnTo>
                <a:lnTo>
                  <a:pt x="938" y="268"/>
                </a:lnTo>
                <a:lnTo>
                  <a:pt x="937" y="269"/>
                </a:lnTo>
                <a:lnTo>
                  <a:pt x="936" y="269"/>
                </a:lnTo>
                <a:lnTo>
                  <a:pt x="935" y="270"/>
                </a:lnTo>
                <a:lnTo>
                  <a:pt x="934" y="271"/>
                </a:lnTo>
                <a:lnTo>
                  <a:pt x="935" y="271"/>
                </a:lnTo>
                <a:lnTo>
                  <a:pt x="934" y="272"/>
                </a:lnTo>
                <a:lnTo>
                  <a:pt x="933" y="273"/>
                </a:lnTo>
                <a:lnTo>
                  <a:pt x="932" y="273"/>
                </a:lnTo>
                <a:lnTo>
                  <a:pt x="931" y="274"/>
                </a:lnTo>
                <a:lnTo>
                  <a:pt x="930" y="274"/>
                </a:lnTo>
                <a:lnTo>
                  <a:pt x="929" y="274"/>
                </a:lnTo>
                <a:lnTo>
                  <a:pt x="928" y="274"/>
                </a:lnTo>
                <a:lnTo>
                  <a:pt x="928" y="273"/>
                </a:lnTo>
                <a:lnTo>
                  <a:pt x="927" y="272"/>
                </a:lnTo>
                <a:lnTo>
                  <a:pt x="927" y="271"/>
                </a:lnTo>
                <a:lnTo>
                  <a:pt x="926" y="271"/>
                </a:lnTo>
                <a:lnTo>
                  <a:pt x="925" y="270"/>
                </a:lnTo>
                <a:lnTo>
                  <a:pt x="924" y="271"/>
                </a:lnTo>
                <a:lnTo>
                  <a:pt x="925" y="271"/>
                </a:lnTo>
                <a:lnTo>
                  <a:pt x="926" y="271"/>
                </a:lnTo>
                <a:lnTo>
                  <a:pt x="927" y="272"/>
                </a:lnTo>
                <a:lnTo>
                  <a:pt x="927" y="273"/>
                </a:lnTo>
                <a:lnTo>
                  <a:pt x="927" y="274"/>
                </a:lnTo>
                <a:lnTo>
                  <a:pt x="929" y="275"/>
                </a:lnTo>
                <a:lnTo>
                  <a:pt x="930" y="275"/>
                </a:lnTo>
                <a:lnTo>
                  <a:pt x="930" y="276"/>
                </a:lnTo>
                <a:lnTo>
                  <a:pt x="930" y="277"/>
                </a:lnTo>
                <a:lnTo>
                  <a:pt x="929" y="277"/>
                </a:lnTo>
                <a:lnTo>
                  <a:pt x="929" y="278"/>
                </a:lnTo>
                <a:lnTo>
                  <a:pt x="927" y="278"/>
                </a:lnTo>
                <a:lnTo>
                  <a:pt x="927" y="279"/>
                </a:lnTo>
                <a:lnTo>
                  <a:pt x="926" y="279"/>
                </a:lnTo>
                <a:lnTo>
                  <a:pt x="924" y="279"/>
                </a:lnTo>
                <a:lnTo>
                  <a:pt x="925" y="279"/>
                </a:lnTo>
                <a:lnTo>
                  <a:pt x="926" y="279"/>
                </a:lnTo>
                <a:lnTo>
                  <a:pt x="929" y="279"/>
                </a:lnTo>
                <a:lnTo>
                  <a:pt x="931" y="277"/>
                </a:lnTo>
                <a:lnTo>
                  <a:pt x="931" y="276"/>
                </a:lnTo>
                <a:lnTo>
                  <a:pt x="932" y="276"/>
                </a:lnTo>
                <a:lnTo>
                  <a:pt x="934" y="274"/>
                </a:lnTo>
                <a:lnTo>
                  <a:pt x="935" y="272"/>
                </a:lnTo>
                <a:lnTo>
                  <a:pt x="936" y="272"/>
                </a:lnTo>
                <a:lnTo>
                  <a:pt x="937" y="272"/>
                </a:lnTo>
                <a:lnTo>
                  <a:pt x="938" y="273"/>
                </a:lnTo>
                <a:lnTo>
                  <a:pt x="938" y="274"/>
                </a:lnTo>
                <a:lnTo>
                  <a:pt x="939" y="274"/>
                </a:lnTo>
                <a:lnTo>
                  <a:pt x="940" y="274"/>
                </a:lnTo>
                <a:lnTo>
                  <a:pt x="941" y="274"/>
                </a:lnTo>
                <a:lnTo>
                  <a:pt x="941" y="275"/>
                </a:lnTo>
                <a:lnTo>
                  <a:pt x="942" y="275"/>
                </a:lnTo>
                <a:lnTo>
                  <a:pt x="942" y="276"/>
                </a:lnTo>
                <a:lnTo>
                  <a:pt x="944" y="280"/>
                </a:lnTo>
                <a:lnTo>
                  <a:pt x="945" y="279"/>
                </a:lnTo>
                <a:lnTo>
                  <a:pt x="945" y="280"/>
                </a:lnTo>
                <a:lnTo>
                  <a:pt x="946" y="281"/>
                </a:lnTo>
                <a:lnTo>
                  <a:pt x="948" y="279"/>
                </a:lnTo>
                <a:lnTo>
                  <a:pt x="949" y="279"/>
                </a:lnTo>
                <a:lnTo>
                  <a:pt x="949" y="280"/>
                </a:lnTo>
                <a:lnTo>
                  <a:pt x="954" y="280"/>
                </a:lnTo>
                <a:lnTo>
                  <a:pt x="955" y="280"/>
                </a:lnTo>
                <a:lnTo>
                  <a:pt x="957" y="281"/>
                </a:lnTo>
                <a:lnTo>
                  <a:pt x="958" y="282"/>
                </a:lnTo>
                <a:lnTo>
                  <a:pt x="958" y="283"/>
                </a:lnTo>
                <a:lnTo>
                  <a:pt x="958" y="284"/>
                </a:lnTo>
                <a:lnTo>
                  <a:pt x="958" y="285"/>
                </a:lnTo>
                <a:lnTo>
                  <a:pt x="957" y="286"/>
                </a:lnTo>
                <a:lnTo>
                  <a:pt x="957" y="287"/>
                </a:lnTo>
                <a:lnTo>
                  <a:pt x="956" y="288"/>
                </a:lnTo>
                <a:lnTo>
                  <a:pt x="956" y="290"/>
                </a:lnTo>
                <a:lnTo>
                  <a:pt x="955" y="290"/>
                </a:lnTo>
                <a:lnTo>
                  <a:pt x="956" y="291"/>
                </a:lnTo>
                <a:lnTo>
                  <a:pt x="956" y="292"/>
                </a:lnTo>
                <a:lnTo>
                  <a:pt x="956" y="293"/>
                </a:lnTo>
                <a:lnTo>
                  <a:pt x="955" y="293"/>
                </a:lnTo>
                <a:lnTo>
                  <a:pt x="955" y="294"/>
                </a:lnTo>
                <a:lnTo>
                  <a:pt x="955" y="295"/>
                </a:lnTo>
                <a:lnTo>
                  <a:pt x="956" y="296"/>
                </a:lnTo>
                <a:lnTo>
                  <a:pt x="957" y="297"/>
                </a:lnTo>
                <a:lnTo>
                  <a:pt x="957" y="296"/>
                </a:lnTo>
                <a:lnTo>
                  <a:pt x="958" y="297"/>
                </a:lnTo>
                <a:lnTo>
                  <a:pt x="958" y="298"/>
                </a:lnTo>
                <a:lnTo>
                  <a:pt x="958" y="299"/>
                </a:lnTo>
                <a:lnTo>
                  <a:pt x="958" y="298"/>
                </a:lnTo>
                <a:lnTo>
                  <a:pt x="957" y="299"/>
                </a:lnTo>
                <a:lnTo>
                  <a:pt x="956" y="300"/>
                </a:lnTo>
                <a:lnTo>
                  <a:pt x="956" y="301"/>
                </a:lnTo>
                <a:lnTo>
                  <a:pt x="956" y="302"/>
                </a:lnTo>
                <a:lnTo>
                  <a:pt x="956" y="303"/>
                </a:lnTo>
                <a:lnTo>
                  <a:pt x="955" y="303"/>
                </a:lnTo>
                <a:lnTo>
                  <a:pt x="954" y="302"/>
                </a:lnTo>
                <a:lnTo>
                  <a:pt x="953" y="302"/>
                </a:lnTo>
                <a:lnTo>
                  <a:pt x="951" y="302"/>
                </a:lnTo>
                <a:lnTo>
                  <a:pt x="950" y="302"/>
                </a:lnTo>
                <a:lnTo>
                  <a:pt x="950" y="303"/>
                </a:lnTo>
                <a:lnTo>
                  <a:pt x="950" y="306"/>
                </a:lnTo>
                <a:lnTo>
                  <a:pt x="951" y="306"/>
                </a:lnTo>
                <a:lnTo>
                  <a:pt x="951" y="307"/>
                </a:lnTo>
                <a:lnTo>
                  <a:pt x="952" y="308"/>
                </a:lnTo>
                <a:lnTo>
                  <a:pt x="952" y="309"/>
                </a:lnTo>
                <a:lnTo>
                  <a:pt x="952" y="311"/>
                </a:lnTo>
                <a:lnTo>
                  <a:pt x="951" y="311"/>
                </a:lnTo>
                <a:lnTo>
                  <a:pt x="950" y="312"/>
                </a:lnTo>
                <a:lnTo>
                  <a:pt x="950" y="313"/>
                </a:lnTo>
                <a:lnTo>
                  <a:pt x="949" y="314"/>
                </a:lnTo>
                <a:lnTo>
                  <a:pt x="949" y="315"/>
                </a:lnTo>
                <a:lnTo>
                  <a:pt x="948" y="317"/>
                </a:lnTo>
                <a:lnTo>
                  <a:pt x="949" y="318"/>
                </a:lnTo>
                <a:lnTo>
                  <a:pt x="950" y="318"/>
                </a:lnTo>
                <a:lnTo>
                  <a:pt x="950" y="320"/>
                </a:lnTo>
                <a:lnTo>
                  <a:pt x="949" y="320"/>
                </a:lnTo>
                <a:lnTo>
                  <a:pt x="948" y="320"/>
                </a:lnTo>
                <a:lnTo>
                  <a:pt x="948" y="321"/>
                </a:lnTo>
                <a:lnTo>
                  <a:pt x="948" y="320"/>
                </a:lnTo>
                <a:lnTo>
                  <a:pt x="947" y="319"/>
                </a:lnTo>
                <a:lnTo>
                  <a:pt x="946" y="319"/>
                </a:lnTo>
                <a:lnTo>
                  <a:pt x="946" y="320"/>
                </a:lnTo>
                <a:lnTo>
                  <a:pt x="945" y="320"/>
                </a:lnTo>
                <a:lnTo>
                  <a:pt x="944" y="319"/>
                </a:lnTo>
                <a:lnTo>
                  <a:pt x="944" y="318"/>
                </a:lnTo>
                <a:lnTo>
                  <a:pt x="944" y="316"/>
                </a:lnTo>
                <a:lnTo>
                  <a:pt x="943" y="316"/>
                </a:lnTo>
                <a:lnTo>
                  <a:pt x="943" y="315"/>
                </a:lnTo>
                <a:lnTo>
                  <a:pt x="944" y="314"/>
                </a:lnTo>
                <a:lnTo>
                  <a:pt x="944" y="313"/>
                </a:lnTo>
                <a:lnTo>
                  <a:pt x="944" y="312"/>
                </a:lnTo>
                <a:lnTo>
                  <a:pt x="944" y="311"/>
                </a:lnTo>
                <a:lnTo>
                  <a:pt x="943" y="310"/>
                </a:lnTo>
                <a:lnTo>
                  <a:pt x="942" y="309"/>
                </a:lnTo>
                <a:lnTo>
                  <a:pt x="941" y="309"/>
                </a:lnTo>
                <a:lnTo>
                  <a:pt x="940" y="309"/>
                </a:lnTo>
                <a:lnTo>
                  <a:pt x="940" y="308"/>
                </a:lnTo>
                <a:lnTo>
                  <a:pt x="940" y="306"/>
                </a:lnTo>
                <a:lnTo>
                  <a:pt x="940" y="305"/>
                </a:lnTo>
                <a:lnTo>
                  <a:pt x="939" y="303"/>
                </a:lnTo>
                <a:lnTo>
                  <a:pt x="939" y="302"/>
                </a:lnTo>
                <a:lnTo>
                  <a:pt x="938" y="302"/>
                </a:lnTo>
                <a:lnTo>
                  <a:pt x="937" y="302"/>
                </a:lnTo>
                <a:lnTo>
                  <a:pt x="936" y="302"/>
                </a:lnTo>
                <a:lnTo>
                  <a:pt x="935" y="302"/>
                </a:lnTo>
                <a:lnTo>
                  <a:pt x="935" y="303"/>
                </a:lnTo>
                <a:lnTo>
                  <a:pt x="932" y="304"/>
                </a:lnTo>
                <a:lnTo>
                  <a:pt x="926" y="305"/>
                </a:lnTo>
                <a:lnTo>
                  <a:pt x="924" y="306"/>
                </a:lnTo>
                <a:lnTo>
                  <a:pt x="924" y="307"/>
                </a:lnTo>
                <a:lnTo>
                  <a:pt x="925" y="307"/>
                </a:lnTo>
                <a:lnTo>
                  <a:pt x="926" y="307"/>
                </a:lnTo>
                <a:lnTo>
                  <a:pt x="925" y="308"/>
                </a:lnTo>
                <a:lnTo>
                  <a:pt x="926" y="309"/>
                </a:lnTo>
                <a:lnTo>
                  <a:pt x="926" y="310"/>
                </a:lnTo>
                <a:lnTo>
                  <a:pt x="926" y="311"/>
                </a:lnTo>
                <a:lnTo>
                  <a:pt x="925" y="311"/>
                </a:lnTo>
                <a:lnTo>
                  <a:pt x="923" y="311"/>
                </a:lnTo>
                <a:lnTo>
                  <a:pt x="922" y="311"/>
                </a:lnTo>
                <a:lnTo>
                  <a:pt x="922" y="312"/>
                </a:lnTo>
                <a:lnTo>
                  <a:pt x="921" y="312"/>
                </a:lnTo>
                <a:lnTo>
                  <a:pt x="920" y="314"/>
                </a:lnTo>
                <a:lnTo>
                  <a:pt x="921" y="314"/>
                </a:lnTo>
                <a:lnTo>
                  <a:pt x="922" y="315"/>
                </a:lnTo>
                <a:lnTo>
                  <a:pt x="922" y="316"/>
                </a:lnTo>
                <a:lnTo>
                  <a:pt x="921" y="316"/>
                </a:lnTo>
                <a:lnTo>
                  <a:pt x="920" y="316"/>
                </a:lnTo>
                <a:lnTo>
                  <a:pt x="920" y="315"/>
                </a:lnTo>
                <a:lnTo>
                  <a:pt x="919" y="316"/>
                </a:lnTo>
                <a:lnTo>
                  <a:pt x="919" y="318"/>
                </a:lnTo>
                <a:lnTo>
                  <a:pt x="919" y="319"/>
                </a:lnTo>
                <a:lnTo>
                  <a:pt x="918" y="321"/>
                </a:lnTo>
                <a:lnTo>
                  <a:pt x="918" y="323"/>
                </a:lnTo>
                <a:lnTo>
                  <a:pt x="918" y="324"/>
                </a:lnTo>
                <a:lnTo>
                  <a:pt x="918" y="325"/>
                </a:lnTo>
                <a:lnTo>
                  <a:pt x="918" y="326"/>
                </a:lnTo>
                <a:lnTo>
                  <a:pt x="919" y="326"/>
                </a:lnTo>
                <a:lnTo>
                  <a:pt x="920" y="327"/>
                </a:lnTo>
                <a:lnTo>
                  <a:pt x="921" y="327"/>
                </a:lnTo>
                <a:lnTo>
                  <a:pt x="922" y="327"/>
                </a:lnTo>
                <a:lnTo>
                  <a:pt x="923" y="327"/>
                </a:lnTo>
                <a:lnTo>
                  <a:pt x="924" y="328"/>
                </a:lnTo>
                <a:lnTo>
                  <a:pt x="925" y="330"/>
                </a:lnTo>
                <a:lnTo>
                  <a:pt x="926" y="330"/>
                </a:lnTo>
                <a:lnTo>
                  <a:pt x="926" y="331"/>
                </a:lnTo>
                <a:lnTo>
                  <a:pt x="926" y="332"/>
                </a:lnTo>
                <a:lnTo>
                  <a:pt x="927" y="332"/>
                </a:lnTo>
                <a:lnTo>
                  <a:pt x="926" y="332"/>
                </a:lnTo>
                <a:lnTo>
                  <a:pt x="926" y="333"/>
                </a:lnTo>
                <a:lnTo>
                  <a:pt x="925" y="333"/>
                </a:lnTo>
                <a:lnTo>
                  <a:pt x="924" y="333"/>
                </a:lnTo>
                <a:lnTo>
                  <a:pt x="923" y="333"/>
                </a:lnTo>
                <a:lnTo>
                  <a:pt x="922" y="333"/>
                </a:lnTo>
                <a:lnTo>
                  <a:pt x="921" y="333"/>
                </a:lnTo>
                <a:lnTo>
                  <a:pt x="920" y="334"/>
                </a:lnTo>
                <a:lnTo>
                  <a:pt x="919" y="334"/>
                </a:lnTo>
                <a:lnTo>
                  <a:pt x="918" y="333"/>
                </a:lnTo>
                <a:lnTo>
                  <a:pt x="917" y="333"/>
                </a:lnTo>
                <a:lnTo>
                  <a:pt x="916" y="333"/>
                </a:lnTo>
                <a:lnTo>
                  <a:pt x="915" y="333"/>
                </a:lnTo>
                <a:lnTo>
                  <a:pt x="915" y="332"/>
                </a:lnTo>
                <a:lnTo>
                  <a:pt x="915" y="333"/>
                </a:lnTo>
                <a:lnTo>
                  <a:pt x="914" y="334"/>
                </a:lnTo>
                <a:lnTo>
                  <a:pt x="913" y="334"/>
                </a:lnTo>
                <a:lnTo>
                  <a:pt x="914" y="334"/>
                </a:lnTo>
                <a:lnTo>
                  <a:pt x="914" y="336"/>
                </a:lnTo>
                <a:lnTo>
                  <a:pt x="913" y="336"/>
                </a:lnTo>
                <a:lnTo>
                  <a:pt x="913" y="337"/>
                </a:lnTo>
                <a:lnTo>
                  <a:pt x="914" y="337"/>
                </a:lnTo>
                <a:lnTo>
                  <a:pt x="915" y="337"/>
                </a:lnTo>
                <a:lnTo>
                  <a:pt x="915" y="338"/>
                </a:lnTo>
                <a:lnTo>
                  <a:pt x="915" y="339"/>
                </a:lnTo>
                <a:lnTo>
                  <a:pt x="916" y="339"/>
                </a:lnTo>
                <a:lnTo>
                  <a:pt x="916" y="340"/>
                </a:lnTo>
                <a:lnTo>
                  <a:pt x="916" y="341"/>
                </a:lnTo>
                <a:lnTo>
                  <a:pt x="915" y="342"/>
                </a:lnTo>
                <a:lnTo>
                  <a:pt x="914" y="343"/>
                </a:lnTo>
                <a:lnTo>
                  <a:pt x="914" y="345"/>
                </a:lnTo>
                <a:lnTo>
                  <a:pt x="915" y="347"/>
                </a:lnTo>
                <a:lnTo>
                  <a:pt x="916" y="347"/>
                </a:lnTo>
                <a:lnTo>
                  <a:pt x="918" y="346"/>
                </a:lnTo>
                <a:lnTo>
                  <a:pt x="918" y="345"/>
                </a:lnTo>
                <a:lnTo>
                  <a:pt x="919" y="344"/>
                </a:lnTo>
                <a:lnTo>
                  <a:pt x="920" y="345"/>
                </a:lnTo>
                <a:lnTo>
                  <a:pt x="920" y="348"/>
                </a:lnTo>
                <a:lnTo>
                  <a:pt x="919" y="349"/>
                </a:lnTo>
                <a:lnTo>
                  <a:pt x="920" y="350"/>
                </a:lnTo>
                <a:lnTo>
                  <a:pt x="921" y="350"/>
                </a:lnTo>
                <a:lnTo>
                  <a:pt x="921" y="351"/>
                </a:lnTo>
                <a:lnTo>
                  <a:pt x="920" y="351"/>
                </a:lnTo>
                <a:lnTo>
                  <a:pt x="920" y="352"/>
                </a:lnTo>
                <a:lnTo>
                  <a:pt x="919" y="352"/>
                </a:lnTo>
                <a:lnTo>
                  <a:pt x="919" y="353"/>
                </a:lnTo>
                <a:lnTo>
                  <a:pt x="919" y="354"/>
                </a:lnTo>
                <a:lnTo>
                  <a:pt x="920" y="354"/>
                </a:lnTo>
                <a:lnTo>
                  <a:pt x="921" y="355"/>
                </a:lnTo>
                <a:lnTo>
                  <a:pt x="922" y="356"/>
                </a:lnTo>
                <a:lnTo>
                  <a:pt x="922" y="357"/>
                </a:lnTo>
                <a:lnTo>
                  <a:pt x="922" y="358"/>
                </a:lnTo>
                <a:lnTo>
                  <a:pt x="923" y="358"/>
                </a:lnTo>
                <a:lnTo>
                  <a:pt x="923" y="359"/>
                </a:lnTo>
                <a:lnTo>
                  <a:pt x="923" y="360"/>
                </a:lnTo>
                <a:lnTo>
                  <a:pt x="924" y="361"/>
                </a:lnTo>
                <a:lnTo>
                  <a:pt x="923" y="361"/>
                </a:lnTo>
                <a:lnTo>
                  <a:pt x="923" y="363"/>
                </a:lnTo>
                <a:lnTo>
                  <a:pt x="923" y="364"/>
                </a:lnTo>
                <a:lnTo>
                  <a:pt x="924" y="364"/>
                </a:lnTo>
                <a:lnTo>
                  <a:pt x="924" y="365"/>
                </a:lnTo>
                <a:lnTo>
                  <a:pt x="924" y="366"/>
                </a:lnTo>
                <a:lnTo>
                  <a:pt x="925" y="369"/>
                </a:lnTo>
                <a:lnTo>
                  <a:pt x="925" y="370"/>
                </a:lnTo>
                <a:lnTo>
                  <a:pt x="926" y="370"/>
                </a:lnTo>
                <a:lnTo>
                  <a:pt x="927" y="370"/>
                </a:lnTo>
                <a:lnTo>
                  <a:pt x="927" y="371"/>
                </a:lnTo>
                <a:lnTo>
                  <a:pt x="927" y="372"/>
                </a:lnTo>
                <a:lnTo>
                  <a:pt x="927" y="373"/>
                </a:lnTo>
                <a:lnTo>
                  <a:pt x="928" y="373"/>
                </a:lnTo>
                <a:lnTo>
                  <a:pt x="929" y="373"/>
                </a:lnTo>
                <a:lnTo>
                  <a:pt x="930" y="373"/>
                </a:lnTo>
                <a:lnTo>
                  <a:pt x="930" y="374"/>
                </a:lnTo>
                <a:lnTo>
                  <a:pt x="929" y="374"/>
                </a:lnTo>
                <a:lnTo>
                  <a:pt x="928" y="375"/>
                </a:lnTo>
                <a:lnTo>
                  <a:pt x="927" y="375"/>
                </a:lnTo>
                <a:lnTo>
                  <a:pt x="926" y="375"/>
                </a:lnTo>
                <a:lnTo>
                  <a:pt x="925" y="375"/>
                </a:lnTo>
                <a:lnTo>
                  <a:pt x="924" y="375"/>
                </a:lnTo>
                <a:lnTo>
                  <a:pt x="923" y="374"/>
                </a:lnTo>
                <a:lnTo>
                  <a:pt x="922" y="374"/>
                </a:lnTo>
                <a:lnTo>
                  <a:pt x="921" y="375"/>
                </a:lnTo>
                <a:lnTo>
                  <a:pt x="921" y="376"/>
                </a:lnTo>
                <a:lnTo>
                  <a:pt x="920" y="376"/>
                </a:lnTo>
                <a:lnTo>
                  <a:pt x="920" y="377"/>
                </a:lnTo>
                <a:lnTo>
                  <a:pt x="919" y="378"/>
                </a:lnTo>
                <a:lnTo>
                  <a:pt x="918" y="378"/>
                </a:lnTo>
                <a:lnTo>
                  <a:pt x="917" y="378"/>
                </a:lnTo>
                <a:lnTo>
                  <a:pt x="916" y="378"/>
                </a:lnTo>
                <a:lnTo>
                  <a:pt x="915" y="378"/>
                </a:lnTo>
                <a:lnTo>
                  <a:pt x="914" y="378"/>
                </a:lnTo>
                <a:lnTo>
                  <a:pt x="913" y="379"/>
                </a:lnTo>
                <a:lnTo>
                  <a:pt x="912" y="380"/>
                </a:lnTo>
                <a:lnTo>
                  <a:pt x="912" y="381"/>
                </a:lnTo>
                <a:lnTo>
                  <a:pt x="913" y="381"/>
                </a:lnTo>
                <a:lnTo>
                  <a:pt x="913" y="382"/>
                </a:lnTo>
                <a:lnTo>
                  <a:pt x="912" y="382"/>
                </a:lnTo>
                <a:lnTo>
                  <a:pt x="912" y="383"/>
                </a:lnTo>
                <a:lnTo>
                  <a:pt x="911" y="383"/>
                </a:lnTo>
                <a:lnTo>
                  <a:pt x="910" y="384"/>
                </a:lnTo>
                <a:lnTo>
                  <a:pt x="910" y="383"/>
                </a:lnTo>
                <a:lnTo>
                  <a:pt x="910" y="382"/>
                </a:lnTo>
                <a:lnTo>
                  <a:pt x="910" y="381"/>
                </a:lnTo>
                <a:lnTo>
                  <a:pt x="909" y="380"/>
                </a:lnTo>
                <a:lnTo>
                  <a:pt x="907" y="381"/>
                </a:lnTo>
                <a:lnTo>
                  <a:pt x="907" y="382"/>
                </a:lnTo>
                <a:lnTo>
                  <a:pt x="906" y="382"/>
                </a:lnTo>
                <a:lnTo>
                  <a:pt x="906" y="383"/>
                </a:lnTo>
                <a:lnTo>
                  <a:pt x="905" y="382"/>
                </a:lnTo>
                <a:lnTo>
                  <a:pt x="904" y="382"/>
                </a:lnTo>
                <a:lnTo>
                  <a:pt x="903" y="382"/>
                </a:lnTo>
                <a:lnTo>
                  <a:pt x="902" y="383"/>
                </a:lnTo>
                <a:lnTo>
                  <a:pt x="902" y="384"/>
                </a:lnTo>
                <a:lnTo>
                  <a:pt x="903" y="384"/>
                </a:lnTo>
                <a:lnTo>
                  <a:pt x="904" y="385"/>
                </a:lnTo>
                <a:lnTo>
                  <a:pt x="904" y="386"/>
                </a:lnTo>
                <a:lnTo>
                  <a:pt x="902" y="386"/>
                </a:lnTo>
                <a:lnTo>
                  <a:pt x="901" y="386"/>
                </a:lnTo>
                <a:lnTo>
                  <a:pt x="900" y="386"/>
                </a:lnTo>
                <a:lnTo>
                  <a:pt x="899" y="386"/>
                </a:lnTo>
                <a:lnTo>
                  <a:pt x="899" y="387"/>
                </a:lnTo>
                <a:lnTo>
                  <a:pt x="896" y="388"/>
                </a:lnTo>
                <a:lnTo>
                  <a:pt x="895" y="388"/>
                </a:lnTo>
                <a:lnTo>
                  <a:pt x="894" y="388"/>
                </a:lnTo>
                <a:lnTo>
                  <a:pt x="893" y="387"/>
                </a:lnTo>
                <a:lnTo>
                  <a:pt x="892" y="388"/>
                </a:lnTo>
                <a:lnTo>
                  <a:pt x="891" y="389"/>
                </a:lnTo>
                <a:lnTo>
                  <a:pt x="890" y="389"/>
                </a:lnTo>
                <a:lnTo>
                  <a:pt x="890" y="391"/>
                </a:lnTo>
                <a:lnTo>
                  <a:pt x="889" y="391"/>
                </a:lnTo>
                <a:lnTo>
                  <a:pt x="889" y="392"/>
                </a:lnTo>
                <a:lnTo>
                  <a:pt x="888" y="395"/>
                </a:lnTo>
                <a:lnTo>
                  <a:pt x="887" y="395"/>
                </a:lnTo>
                <a:lnTo>
                  <a:pt x="886" y="396"/>
                </a:lnTo>
                <a:lnTo>
                  <a:pt x="886" y="397"/>
                </a:lnTo>
                <a:lnTo>
                  <a:pt x="885" y="397"/>
                </a:lnTo>
                <a:lnTo>
                  <a:pt x="884" y="397"/>
                </a:lnTo>
                <a:lnTo>
                  <a:pt x="883" y="398"/>
                </a:lnTo>
                <a:lnTo>
                  <a:pt x="882" y="398"/>
                </a:lnTo>
                <a:lnTo>
                  <a:pt x="881" y="399"/>
                </a:lnTo>
                <a:lnTo>
                  <a:pt x="880" y="399"/>
                </a:lnTo>
                <a:lnTo>
                  <a:pt x="881" y="398"/>
                </a:lnTo>
                <a:lnTo>
                  <a:pt x="880" y="398"/>
                </a:lnTo>
                <a:lnTo>
                  <a:pt x="880" y="397"/>
                </a:lnTo>
                <a:lnTo>
                  <a:pt x="879" y="397"/>
                </a:lnTo>
                <a:lnTo>
                  <a:pt x="876" y="399"/>
                </a:lnTo>
                <a:lnTo>
                  <a:pt x="875" y="400"/>
                </a:lnTo>
                <a:lnTo>
                  <a:pt x="874" y="400"/>
                </a:lnTo>
                <a:lnTo>
                  <a:pt x="873" y="400"/>
                </a:lnTo>
                <a:lnTo>
                  <a:pt x="872" y="399"/>
                </a:lnTo>
                <a:lnTo>
                  <a:pt x="871" y="399"/>
                </a:lnTo>
                <a:lnTo>
                  <a:pt x="870" y="400"/>
                </a:lnTo>
                <a:lnTo>
                  <a:pt x="870" y="399"/>
                </a:lnTo>
                <a:lnTo>
                  <a:pt x="869" y="399"/>
                </a:lnTo>
                <a:lnTo>
                  <a:pt x="868" y="398"/>
                </a:lnTo>
                <a:lnTo>
                  <a:pt x="868" y="399"/>
                </a:lnTo>
                <a:lnTo>
                  <a:pt x="867" y="399"/>
                </a:lnTo>
                <a:lnTo>
                  <a:pt x="867" y="400"/>
                </a:lnTo>
                <a:lnTo>
                  <a:pt x="867" y="401"/>
                </a:lnTo>
                <a:lnTo>
                  <a:pt x="864" y="401"/>
                </a:lnTo>
                <a:lnTo>
                  <a:pt x="864" y="400"/>
                </a:lnTo>
                <a:lnTo>
                  <a:pt x="864" y="399"/>
                </a:lnTo>
                <a:lnTo>
                  <a:pt x="865" y="397"/>
                </a:lnTo>
                <a:lnTo>
                  <a:pt x="866" y="397"/>
                </a:lnTo>
                <a:lnTo>
                  <a:pt x="866" y="396"/>
                </a:lnTo>
                <a:lnTo>
                  <a:pt x="867" y="395"/>
                </a:lnTo>
                <a:lnTo>
                  <a:pt x="867" y="394"/>
                </a:lnTo>
                <a:lnTo>
                  <a:pt x="866" y="394"/>
                </a:lnTo>
                <a:lnTo>
                  <a:pt x="867" y="393"/>
                </a:lnTo>
                <a:lnTo>
                  <a:pt x="868" y="393"/>
                </a:lnTo>
                <a:lnTo>
                  <a:pt x="869" y="393"/>
                </a:lnTo>
                <a:lnTo>
                  <a:pt x="869" y="392"/>
                </a:lnTo>
                <a:lnTo>
                  <a:pt x="869" y="391"/>
                </a:lnTo>
                <a:lnTo>
                  <a:pt x="868" y="390"/>
                </a:lnTo>
                <a:lnTo>
                  <a:pt x="868" y="391"/>
                </a:lnTo>
                <a:lnTo>
                  <a:pt x="867" y="391"/>
                </a:lnTo>
                <a:lnTo>
                  <a:pt x="867" y="392"/>
                </a:lnTo>
                <a:lnTo>
                  <a:pt x="866" y="393"/>
                </a:lnTo>
                <a:lnTo>
                  <a:pt x="866" y="391"/>
                </a:lnTo>
                <a:lnTo>
                  <a:pt x="867" y="391"/>
                </a:lnTo>
                <a:lnTo>
                  <a:pt x="867" y="390"/>
                </a:lnTo>
                <a:lnTo>
                  <a:pt x="866" y="389"/>
                </a:lnTo>
                <a:lnTo>
                  <a:pt x="867" y="388"/>
                </a:lnTo>
                <a:lnTo>
                  <a:pt x="868" y="388"/>
                </a:lnTo>
                <a:lnTo>
                  <a:pt x="868" y="387"/>
                </a:lnTo>
                <a:lnTo>
                  <a:pt x="868" y="385"/>
                </a:lnTo>
                <a:lnTo>
                  <a:pt x="869" y="385"/>
                </a:lnTo>
                <a:lnTo>
                  <a:pt x="869" y="384"/>
                </a:lnTo>
                <a:lnTo>
                  <a:pt x="869" y="383"/>
                </a:lnTo>
                <a:lnTo>
                  <a:pt x="869" y="382"/>
                </a:lnTo>
                <a:lnTo>
                  <a:pt x="869" y="380"/>
                </a:lnTo>
                <a:lnTo>
                  <a:pt x="870" y="378"/>
                </a:lnTo>
                <a:lnTo>
                  <a:pt x="871" y="378"/>
                </a:lnTo>
                <a:lnTo>
                  <a:pt x="874" y="379"/>
                </a:lnTo>
                <a:lnTo>
                  <a:pt x="873" y="378"/>
                </a:lnTo>
                <a:lnTo>
                  <a:pt x="872" y="378"/>
                </a:lnTo>
                <a:lnTo>
                  <a:pt x="872" y="377"/>
                </a:lnTo>
                <a:lnTo>
                  <a:pt x="872" y="376"/>
                </a:lnTo>
                <a:lnTo>
                  <a:pt x="871" y="376"/>
                </a:lnTo>
                <a:lnTo>
                  <a:pt x="871" y="374"/>
                </a:lnTo>
                <a:lnTo>
                  <a:pt x="873" y="374"/>
                </a:lnTo>
                <a:lnTo>
                  <a:pt x="873" y="373"/>
                </a:lnTo>
                <a:lnTo>
                  <a:pt x="872" y="370"/>
                </a:lnTo>
                <a:lnTo>
                  <a:pt x="870" y="369"/>
                </a:lnTo>
                <a:lnTo>
                  <a:pt x="869" y="368"/>
                </a:lnTo>
                <a:lnTo>
                  <a:pt x="867" y="367"/>
                </a:lnTo>
                <a:lnTo>
                  <a:pt x="867" y="366"/>
                </a:lnTo>
                <a:lnTo>
                  <a:pt x="866" y="366"/>
                </a:lnTo>
                <a:lnTo>
                  <a:pt x="866" y="365"/>
                </a:lnTo>
                <a:lnTo>
                  <a:pt x="867" y="365"/>
                </a:lnTo>
                <a:lnTo>
                  <a:pt x="865" y="365"/>
                </a:lnTo>
                <a:lnTo>
                  <a:pt x="865" y="364"/>
                </a:lnTo>
                <a:lnTo>
                  <a:pt x="864" y="364"/>
                </a:lnTo>
                <a:lnTo>
                  <a:pt x="863" y="362"/>
                </a:lnTo>
                <a:lnTo>
                  <a:pt x="863" y="361"/>
                </a:lnTo>
                <a:lnTo>
                  <a:pt x="862" y="361"/>
                </a:lnTo>
                <a:lnTo>
                  <a:pt x="862" y="360"/>
                </a:lnTo>
                <a:lnTo>
                  <a:pt x="863" y="359"/>
                </a:lnTo>
                <a:lnTo>
                  <a:pt x="862" y="358"/>
                </a:lnTo>
                <a:lnTo>
                  <a:pt x="861" y="358"/>
                </a:lnTo>
                <a:lnTo>
                  <a:pt x="861" y="359"/>
                </a:lnTo>
                <a:lnTo>
                  <a:pt x="860" y="359"/>
                </a:lnTo>
                <a:lnTo>
                  <a:pt x="859" y="360"/>
                </a:lnTo>
                <a:lnTo>
                  <a:pt x="859" y="361"/>
                </a:lnTo>
                <a:lnTo>
                  <a:pt x="859" y="362"/>
                </a:lnTo>
                <a:lnTo>
                  <a:pt x="860" y="362"/>
                </a:lnTo>
                <a:lnTo>
                  <a:pt x="860" y="363"/>
                </a:lnTo>
                <a:lnTo>
                  <a:pt x="859" y="364"/>
                </a:lnTo>
                <a:lnTo>
                  <a:pt x="859" y="365"/>
                </a:lnTo>
                <a:lnTo>
                  <a:pt x="859" y="366"/>
                </a:lnTo>
                <a:lnTo>
                  <a:pt x="858" y="366"/>
                </a:lnTo>
                <a:lnTo>
                  <a:pt x="858" y="367"/>
                </a:lnTo>
                <a:lnTo>
                  <a:pt x="859" y="369"/>
                </a:lnTo>
                <a:lnTo>
                  <a:pt x="860" y="371"/>
                </a:lnTo>
                <a:lnTo>
                  <a:pt x="860" y="370"/>
                </a:lnTo>
                <a:lnTo>
                  <a:pt x="861" y="370"/>
                </a:lnTo>
                <a:lnTo>
                  <a:pt x="862" y="371"/>
                </a:lnTo>
                <a:lnTo>
                  <a:pt x="863" y="371"/>
                </a:lnTo>
                <a:lnTo>
                  <a:pt x="863" y="372"/>
                </a:lnTo>
                <a:lnTo>
                  <a:pt x="862" y="373"/>
                </a:lnTo>
                <a:lnTo>
                  <a:pt x="861" y="373"/>
                </a:lnTo>
                <a:lnTo>
                  <a:pt x="859" y="374"/>
                </a:lnTo>
                <a:lnTo>
                  <a:pt x="858" y="374"/>
                </a:lnTo>
                <a:lnTo>
                  <a:pt x="857" y="374"/>
                </a:lnTo>
                <a:lnTo>
                  <a:pt x="857" y="375"/>
                </a:lnTo>
                <a:lnTo>
                  <a:pt x="856" y="375"/>
                </a:lnTo>
                <a:lnTo>
                  <a:pt x="855" y="375"/>
                </a:lnTo>
                <a:lnTo>
                  <a:pt x="855" y="374"/>
                </a:lnTo>
                <a:lnTo>
                  <a:pt x="855" y="373"/>
                </a:lnTo>
                <a:lnTo>
                  <a:pt x="856" y="373"/>
                </a:lnTo>
                <a:lnTo>
                  <a:pt x="856" y="372"/>
                </a:lnTo>
                <a:lnTo>
                  <a:pt x="855" y="372"/>
                </a:lnTo>
                <a:lnTo>
                  <a:pt x="854" y="371"/>
                </a:lnTo>
                <a:lnTo>
                  <a:pt x="852" y="371"/>
                </a:lnTo>
                <a:lnTo>
                  <a:pt x="851" y="372"/>
                </a:lnTo>
                <a:lnTo>
                  <a:pt x="851" y="373"/>
                </a:lnTo>
                <a:lnTo>
                  <a:pt x="850" y="374"/>
                </a:lnTo>
                <a:lnTo>
                  <a:pt x="849" y="374"/>
                </a:lnTo>
                <a:lnTo>
                  <a:pt x="849" y="373"/>
                </a:lnTo>
                <a:lnTo>
                  <a:pt x="849" y="372"/>
                </a:lnTo>
                <a:lnTo>
                  <a:pt x="848" y="370"/>
                </a:lnTo>
                <a:lnTo>
                  <a:pt x="848" y="369"/>
                </a:lnTo>
                <a:lnTo>
                  <a:pt x="848" y="368"/>
                </a:lnTo>
                <a:lnTo>
                  <a:pt x="846" y="369"/>
                </a:lnTo>
                <a:lnTo>
                  <a:pt x="845" y="370"/>
                </a:lnTo>
                <a:lnTo>
                  <a:pt x="843" y="371"/>
                </a:lnTo>
                <a:lnTo>
                  <a:pt x="843" y="372"/>
                </a:lnTo>
                <a:lnTo>
                  <a:pt x="841" y="373"/>
                </a:lnTo>
                <a:lnTo>
                  <a:pt x="840" y="374"/>
                </a:lnTo>
                <a:lnTo>
                  <a:pt x="840" y="375"/>
                </a:lnTo>
                <a:lnTo>
                  <a:pt x="839" y="376"/>
                </a:lnTo>
                <a:lnTo>
                  <a:pt x="838" y="377"/>
                </a:lnTo>
                <a:lnTo>
                  <a:pt x="836" y="378"/>
                </a:lnTo>
                <a:lnTo>
                  <a:pt x="836" y="379"/>
                </a:lnTo>
                <a:lnTo>
                  <a:pt x="835" y="378"/>
                </a:lnTo>
                <a:lnTo>
                  <a:pt x="833" y="378"/>
                </a:lnTo>
                <a:lnTo>
                  <a:pt x="832" y="378"/>
                </a:lnTo>
                <a:lnTo>
                  <a:pt x="832" y="377"/>
                </a:lnTo>
                <a:lnTo>
                  <a:pt x="833" y="376"/>
                </a:lnTo>
                <a:lnTo>
                  <a:pt x="834" y="376"/>
                </a:lnTo>
                <a:lnTo>
                  <a:pt x="833" y="376"/>
                </a:lnTo>
                <a:lnTo>
                  <a:pt x="832" y="376"/>
                </a:lnTo>
                <a:lnTo>
                  <a:pt x="832" y="377"/>
                </a:lnTo>
                <a:lnTo>
                  <a:pt x="832" y="378"/>
                </a:lnTo>
                <a:lnTo>
                  <a:pt x="834" y="379"/>
                </a:lnTo>
                <a:lnTo>
                  <a:pt x="835" y="379"/>
                </a:lnTo>
                <a:lnTo>
                  <a:pt x="835" y="380"/>
                </a:lnTo>
                <a:lnTo>
                  <a:pt x="834" y="381"/>
                </a:lnTo>
                <a:lnTo>
                  <a:pt x="834" y="382"/>
                </a:lnTo>
                <a:lnTo>
                  <a:pt x="835" y="383"/>
                </a:lnTo>
                <a:lnTo>
                  <a:pt x="835" y="384"/>
                </a:lnTo>
                <a:lnTo>
                  <a:pt x="836" y="384"/>
                </a:lnTo>
                <a:lnTo>
                  <a:pt x="836" y="385"/>
                </a:lnTo>
                <a:lnTo>
                  <a:pt x="836" y="386"/>
                </a:lnTo>
                <a:lnTo>
                  <a:pt x="836" y="387"/>
                </a:lnTo>
                <a:lnTo>
                  <a:pt x="834" y="388"/>
                </a:lnTo>
                <a:lnTo>
                  <a:pt x="833" y="389"/>
                </a:lnTo>
                <a:lnTo>
                  <a:pt x="832" y="390"/>
                </a:lnTo>
                <a:lnTo>
                  <a:pt x="830" y="390"/>
                </a:lnTo>
                <a:lnTo>
                  <a:pt x="829" y="390"/>
                </a:lnTo>
                <a:lnTo>
                  <a:pt x="829" y="389"/>
                </a:lnTo>
                <a:lnTo>
                  <a:pt x="828" y="390"/>
                </a:lnTo>
                <a:lnTo>
                  <a:pt x="829" y="391"/>
                </a:lnTo>
                <a:lnTo>
                  <a:pt x="830" y="391"/>
                </a:lnTo>
                <a:lnTo>
                  <a:pt x="832" y="391"/>
                </a:lnTo>
                <a:lnTo>
                  <a:pt x="833" y="391"/>
                </a:lnTo>
                <a:lnTo>
                  <a:pt x="833" y="392"/>
                </a:lnTo>
                <a:lnTo>
                  <a:pt x="834" y="393"/>
                </a:lnTo>
                <a:lnTo>
                  <a:pt x="834" y="394"/>
                </a:lnTo>
                <a:lnTo>
                  <a:pt x="834" y="395"/>
                </a:lnTo>
                <a:lnTo>
                  <a:pt x="833" y="396"/>
                </a:lnTo>
                <a:lnTo>
                  <a:pt x="834" y="396"/>
                </a:lnTo>
                <a:lnTo>
                  <a:pt x="835" y="396"/>
                </a:lnTo>
                <a:lnTo>
                  <a:pt x="836" y="396"/>
                </a:lnTo>
                <a:lnTo>
                  <a:pt x="837" y="396"/>
                </a:lnTo>
                <a:lnTo>
                  <a:pt x="838" y="397"/>
                </a:lnTo>
                <a:lnTo>
                  <a:pt x="839" y="397"/>
                </a:lnTo>
                <a:lnTo>
                  <a:pt x="840" y="397"/>
                </a:lnTo>
                <a:lnTo>
                  <a:pt x="841" y="397"/>
                </a:lnTo>
                <a:lnTo>
                  <a:pt x="841" y="398"/>
                </a:lnTo>
                <a:lnTo>
                  <a:pt x="842" y="399"/>
                </a:lnTo>
                <a:lnTo>
                  <a:pt x="843" y="398"/>
                </a:lnTo>
                <a:lnTo>
                  <a:pt x="844" y="399"/>
                </a:lnTo>
                <a:lnTo>
                  <a:pt x="844" y="401"/>
                </a:lnTo>
                <a:lnTo>
                  <a:pt x="845" y="401"/>
                </a:lnTo>
                <a:lnTo>
                  <a:pt x="846" y="402"/>
                </a:lnTo>
                <a:lnTo>
                  <a:pt x="847" y="402"/>
                </a:lnTo>
                <a:lnTo>
                  <a:pt x="848" y="402"/>
                </a:lnTo>
                <a:lnTo>
                  <a:pt x="849" y="402"/>
                </a:lnTo>
                <a:lnTo>
                  <a:pt x="851" y="401"/>
                </a:lnTo>
                <a:lnTo>
                  <a:pt x="852" y="401"/>
                </a:lnTo>
                <a:lnTo>
                  <a:pt x="854" y="401"/>
                </a:lnTo>
                <a:lnTo>
                  <a:pt x="856" y="401"/>
                </a:lnTo>
                <a:lnTo>
                  <a:pt x="856" y="402"/>
                </a:lnTo>
                <a:lnTo>
                  <a:pt x="856" y="403"/>
                </a:lnTo>
                <a:lnTo>
                  <a:pt x="855" y="404"/>
                </a:lnTo>
                <a:lnTo>
                  <a:pt x="854" y="404"/>
                </a:lnTo>
                <a:lnTo>
                  <a:pt x="854" y="405"/>
                </a:lnTo>
                <a:lnTo>
                  <a:pt x="854" y="406"/>
                </a:lnTo>
                <a:lnTo>
                  <a:pt x="855" y="406"/>
                </a:lnTo>
                <a:lnTo>
                  <a:pt x="855" y="407"/>
                </a:lnTo>
                <a:lnTo>
                  <a:pt x="853" y="410"/>
                </a:lnTo>
                <a:lnTo>
                  <a:pt x="853" y="411"/>
                </a:lnTo>
                <a:lnTo>
                  <a:pt x="851" y="414"/>
                </a:lnTo>
                <a:lnTo>
                  <a:pt x="850" y="413"/>
                </a:lnTo>
                <a:lnTo>
                  <a:pt x="850" y="414"/>
                </a:lnTo>
                <a:lnTo>
                  <a:pt x="850" y="415"/>
                </a:lnTo>
                <a:lnTo>
                  <a:pt x="851" y="415"/>
                </a:lnTo>
                <a:lnTo>
                  <a:pt x="852" y="415"/>
                </a:lnTo>
                <a:lnTo>
                  <a:pt x="853" y="415"/>
                </a:lnTo>
                <a:lnTo>
                  <a:pt x="854" y="414"/>
                </a:lnTo>
                <a:lnTo>
                  <a:pt x="857" y="410"/>
                </a:lnTo>
                <a:lnTo>
                  <a:pt x="858" y="411"/>
                </a:lnTo>
                <a:lnTo>
                  <a:pt x="859" y="411"/>
                </a:lnTo>
                <a:lnTo>
                  <a:pt x="859" y="410"/>
                </a:lnTo>
                <a:lnTo>
                  <a:pt x="860" y="411"/>
                </a:lnTo>
                <a:lnTo>
                  <a:pt x="859" y="412"/>
                </a:lnTo>
                <a:lnTo>
                  <a:pt x="859" y="413"/>
                </a:lnTo>
                <a:lnTo>
                  <a:pt x="858" y="413"/>
                </a:lnTo>
                <a:lnTo>
                  <a:pt x="859" y="413"/>
                </a:lnTo>
                <a:lnTo>
                  <a:pt x="859" y="416"/>
                </a:lnTo>
                <a:lnTo>
                  <a:pt x="859" y="417"/>
                </a:lnTo>
                <a:lnTo>
                  <a:pt x="859" y="418"/>
                </a:lnTo>
                <a:lnTo>
                  <a:pt x="859" y="419"/>
                </a:lnTo>
                <a:lnTo>
                  <a:pt x="860" y="419"/>
                </a:lnTo>
                <a:lnTo>
                  <a:pt x="860" y="418"/>
                </a:lnTo>
                <a:lnTo>
                  <a:pt x="861" y="417"/>
                </a:lnTo>
                <a:lnTo>
                  <a:pt x="862" y="415"/>
                </a:lnTo>
                <a:lnTo>
                  <a:pt x="861" y="414"/>
                </a:lnTo>
                <a:lnTo>
                  <a:pt x="861" y="413"/>
                </a:lnTo>
                <a:lnTo>
                  <a:pt x="862" y="413"/>
                </a:lnTo>
                <a:lnTo>
                  <a:pt x="862" y="414"/>
                </a:lnTo>
                <a:lnTo>
                  <a:pt x="863" y="413"/>
                </a:lnTo>
                <a:lnTo>
                  <a:pt x="864" y="414"/>
                </a:lnTo>
                <a:lnTo>
                  <a:pt x="864" y="415"/>
                </a:lnTo>
                <a:lnTo>
                  <a:pt x="864" y="414"/>
                </a:lnTo>
                <a:lnTo>
                  <a:pt x="865" y="414"/>
                </a:lnTo>
                <a:lnTo>
                  <a:pt x="864" y="413"/>
                </a:lnTo>
                <a:lnTo>
                  <a:pt x="864" y="412"/>
                </a:lnTo>
                <a:lnTo>
                  <a:pt x="863" y="411"/>
                </a:lnTo>
                <a:lnTo>
                  <a:pt x="864" y="411"/>
                </a:lnTo>
                <a:lnTo>
                  <a:pt x="864" y="410"/>
                </a:lnTo>
                <a:lnTo>
                  <a:pt x="864" y="409"/>
                </a:lnTo>
                <a:lnTo>
                  <a:pt x="865" y="409"/>
                </a:lnTo>
                <a:lnTo>
                  <a:pt x="866" y="409"/>
                </a:lnTo>
                <a:lnTo>
                  <a:pt x="868" y="409"/>
                </a:lnTo>
                <a:lnTo>
                  <a:pt x="869" y="410"/>
                </a:lnTo>
                <a:lnTo>
                  <a:pt x="869" y="411"/>
                </a:lnTo>
                <a:lnTo>
                  <a:pt x="868" y="411"/>
                </a:lnTo>
                <a:lnTo>
                  <a:pt x="868" y="412"/>
                </a:lnTo>
                <a:lnTo>
                  <a:pt x="868" y="414"/>
                </a:lnTo>
                <a:lnTo>
                  <a:pt x="868" y="415"/>
                </a:lnTo>
                <a:lnTo>
                  <a:pt x="868" y="416"/>
                </a:lnTo>
                <a:lnTo>
                  <a:pt x="868" y="417"/>
                </a:lnTo>
                <a:lnTo>
                  <a:pt x="867" y="418"/>
                </a:lnTo>
                <a:lnTo>
                  <a:pt x="865" y="419"/>
                </a:lnTo>
                <a:lnTo>
                  <a:pt x="864" y="419"/>
                </a:lnTo>
                <a:lnTo>
                  <a:pt x="863" y="419"/>
                </a:lnTo>
                <a:lnTo>
                  <a:pt x="862" y="419"/>
                </a:lnTo>
                <a:lnTo>
                  <a:pt x="861" y="419"/>
                </a:lnTo>
                <a:lnTo>
                  <a:pt x="861" y="420"/>
                </a:lnTo>
                <a:lnTo>
                  <a:pt x="860" y="421"/>
                </a:lnTo>
                <a:lnTo>
                  <a:pt x="859" y="424"/>
                </a:lnTo>
                <a:lnTo>
                  <a:pt x="858" y="424"/>
                </a:lnTo>
                <a:lnTo>
                  <a:pt x="858" y="425"/>
                </a:lnTo>
                <a:lnTo>
                  <a:pt x="857" y="427"/>
                </a:lnTo>
                <a:lnTo>
                  <a:pt x="856" y="427"/>
                </a:lnTo>
                <a:lnTo>
                  <a:pt x="855" y="430"/>
                </a:lnTo>
                <a:lnTo>
                  <a:pt x="854" y="431"/>
                </a:lnTo>
                <a:lnTo>
                  <a:pt x="854" y="432"/>
                </a:lnTo>
                <a:lnTo>
                  <a:pt x="853" y="433"/>
                </a:lnTo>
                <a:lnTo>
                  <a:pt x="853" y="435"/>
                </a:lnTo>
                <a:lnTo>
                  <a:pt x="852" y="436"/>
                </a:lnTo>
                <a:lnTo>
                  <a:pt x="851" y="437"/>
                </a:lnTo>
                <a:lnTo>
                  <a:pt x="850" y="437"/>
                </a:lnTo>
                <a:lnTo>
                  <a:pt x="850" y="435"/>
                </a:lnTo>
                <a:lnTo>
                  <a:pt x="850" y="433"/>
                </a:lnTo>
                <a:lnTo>
                  <a:pt x="851" y="433"/>
                </a:lnTo>
                <a:lnTo>
                  <a:pt x="851" y="432"/>
                </a:lnTo>
                <a:lnTo>
                  <a:pt x="852" y="431"/>
                </a:lnTo>
                <a:lnTo>
                  <a:pt x="852" y="429"/>
                </a:lnTo>
                <a:lnTo>
                  <a:pt x="853" y="428"/>
                </a:lnTo>
                <a:lnTo>
                  <a:pt x="855" y="427"/>
                </a:lnTo>
                <a:lnTo>
                  <a:pt x="855" y="426"/>
                </a:lnTo>
                <a:lnTo>
                  <a:pt x="855" y="425"/>
                </a:lnTo>
                <a:lnTo>
                  <a:pt x="854" y="425"/>
                </a:lnTo>
                <a:lnTo>
                  <a:pt x="852" y="425"/>
                </a:lnTo>
                <a:lnTo>
                  <a:pt x="851" y="426"/>
                </a:lnTo>
                <a:lnTo>
                  <a:pt x="849" y="428"/>
                </a:lnTo>
                <a:lnTo>
                  <a:pt x="849" y="429"/>
                </a:lnTo>
                <a:lnTo>
                  <a:pt x="849" y="430"/>
                </a:lnTo>
                <a:lnTo>
                  <a:pt x="848" y="430"/>
                </a:lnTo>
                <a:lnTo>
                  <a:pt x="848" y="431"/>
                </a:lnTo>
                <a:lnTo>
                  <a:pt x="848" y="432"/>
                </a:lnTo>
                <a:lnTo>
                  <a:pt x="847" y="433"/>
                </a:lnTo>
                <a:lnTo>
                  <a:pt x="847" y="434"/>
                </a:lnTo>
                <a:lnTo>
                  <a:pt x="846" y="434"/>
                </a:lnTo>
                <a:lnTo>
                  <a:pt x="845" y="434"/>
                </a:lnTo>
                <a:lnTo>
                  <a:pt x="845" y="433"/>
                </a:lnTo>
                <a:lnTo>
                  <a:pt x="844" y="432"/>
                </a:lnTo>
                <a:lnTo>
                  <a:pt x="843" y="432"/>
                </a:lnTo>
                <a:lnTo>
                  <a:pt x="844" y="434"/>
                </a:lnTo>
                <a:lnTo>
                  <a:pt x="843" y="434"/>
                </a:lnTo>
                <a:lnTo>
                  <a:pt x="842" y="434"/>
                </a:lnTo>
                <a:lnTo>
                  <a:pt x="841" y="434"/>
                </a:lnTo>
                <a:lnTo>
                  <a:pt x="840" y="435"/>
                </a:lnTo>
                <a:lnTo>
                  <a:pt x="839" y="436"/>
                </a:lnTo>
                <a:lnTo>
                  <a:pt x="838" y="437"/>
                </a:lnTo>
                <a:lnTo>
                  <a:pt x="838" y="438"/>
                </a:lnTo>
                <a:lnTo>
                  <a:pt x="837" y="440"/>
                </a:lnTo>
                <a:lnTo>
                  <a:pt x="836" y="440"/>
                </a:lnTo>
                <a:lnTo>
                  <a:pt x="835" y="440"/>
                </a:lnTo>
                <a:lnTo>
                  <a:pt x="834" y="440"/>
                </a:lnTo>
                <a:lnTo>
                  <a:pt x="834" y="441"/>
                </a:lnTo>
                <a:lnTo>
                  <a:pt x="833" y="442"/>
                </a:lnTo>
                <a:lnTo>
                  <a:pt x="833" y="443"/>
                </a:lnTo>
                <a:lnTo>
                  <a:pt x="833" y="444"/>
                </a:lnTo>
                <a:lnTo>
                  <a:pt x="832" y="445"/>
                </a:lnTo>
                <a:lnTo>
                  <a:pt x="832" y="446"/>
                </a:lnTo>
                <a:lnTo>
                  <a:pt x="832" y="447"/>
                </a:lnTo>
                <a:lnTo>
                  <a:pt x="831" y="448"/>
                </a:lnTo>
                <a:lnTo>
                  <a:pt x="831" y="449"/>
                </a:lnTo>
                <a:lnTo>
                  <a:pt x="830" y="452"/>
                </a:lnTo>
                <a:lnTo>
                  <a:pt x="830" y="454"/>
                </a:lnTo>
                <a:lnTo>
                  <a:pt x="830" y="455"/>
                </a:lnTo>
                <a:lnTo>
                  <a:pt x="829" y="456"/>
                </a:lnTo>
                <a:lnTo>
                  <a:pt x="829" y="457"/>
                </a:lnTo>
                <a:lnTo>
                  <a:pt x="830" y="458"/>
                </a:lnTo>
                <a:lnTo>
                  <a:pt x="831" y="459"/>
                </a:lnTo>
                <a:lnTo>
                  <a:pt x="831" y="460"/>
                </a:lnTo>
                <a:lnTo>
                  <a:pt x="832" y="461"/>
                </a:lnTo>
                <a:lnTo>
                  <a:pt x="833" y="463"/>
                </a:lnTo>
                <a:lnTo>
                  <a:pt x="832" y="463"/>
                </a:lnTo>
                <a:lnTo>
                  <a:pt x="832" y="464"/>
                </a:lnTo>
                <a:lnTo>
                  <a:pt x="832" y="465"/>
                </a:lnTo>
                <a:lnTo>
                  <a:pt x="832" y="466"/>
                </a:lnTo>
                <a:lnTo>
                  <a:pt x="831" y="469"/>
                </a:lnTo>
                <a:lnTo>
                  <a:pt x="830" y="470"/>
                </a:lnTo>
                <a:lnTo>
                  <a:pt x="830" y="472"/>
                </a:lnTo>
                <a:lnTo>
                  <a:pt x="831" y="473"/>
                </a:lnTo>
                <a:lnTo>
                  <a:pt x="830" y="473"/>
                </a:lnTo>
                <a:lnTo>
                  <a:pt x="829" y="473"/>
                </a:lnTo>
                <a:lnTo>
                  <a:pt x="829" y="474"/>
                </a:lnTo>
                <a:lnTo>
                  <a:pt x="830" y="474"/>
                </a:lnTo>
                <a:lnTo>
                  <a:pt x="830" y="476"/>
                </a:lnTo>
                <a:lnTo>
                  <a:pt x="829" y="476"/>
                </a:lnTo>
                <a:lnTo>
                  <a:pt x="828" y="476"/>
                </a:lnTo>
                <a:lnTo>
                  <a:pt x="827" y="476"/>
                </a:lnTo>
                <a:lnTo>
                  <a:pt x="826" y="476"/>
                </a:lnTo>
                <a:lnTo>
                  <a:pt x="826" y="475"/>
                </a:lnTo>
                <a:lnTo>
                  <a:pt x="825" y="474"/>
                </a:lnTo>
                <a:lnTo>
                  <a:pt x="824" y="473"/>
                </a:lnTo>
                <a:lnTo>
                  <a:pt x="823" y="473"/>
                </a:lnTo>
                <a:lnTo>
                  <a:pt x="822" y="473"/>
                </a:lnTo>
                <a:lnTo>
                  <a:pt x="822" y="472"/>
                </a:lnTo>
                <a:lnTo>
                  <a:pt x="822" y="470"/>
                </a:lnTo>
                <a:lnTo>
                  <a:pt x="820" y="469"/>
                </a:lnTo>
                <a:lnTo>
                  <a:pt x="818" y="469"/>
                </a:lnTo>
                <a:lnTo>
                  <a:pt x="817" y="468"/>
                </a:lnTo>
                <a:lnTo>
                  <a:pt x="816" y="468"/>
                </a:lnTo>
                <a:lnTo>
                  <a:pt x="815" y="469"/>
                </a:lnTo>
                <a:lnTo>
                  <a:pt x="814" y="469"/>
                </a:lnTo>
                <a:lnTo>
                  <a:pt x="814" y="470"/>
                </a:lnTo>
                <a:lnTo>
                  <a:pt x="813" y="471"/>
                </a:lnTo>
                <a:lnTo>
                  <a:pt x="813" y="472"/>
                </a:lnTo>
                <a:lnTo>
                  <a:pt x="813" y="473"/>
                </a:lnTo>
                <a:lnTo>
                  <a:pt x="813" y="474"/>
                </a:lnTo>
                <a:lnTo>
                  <a:pt x="813" y="475"/>
                </a:lnTo>
                <a:lnTo>
                  <a:pt x="815" y="476"/>
                </a:lnTo>
                <a:lnTo>
                  <a:pt x="816" y="477"/>
                </a:lnTo>
                <a:lnTo>
                  <a:pt x="817" y="477"/>
                </a:lnTo>
                <a:lnTo>
                  <a:pt x="819" y="477"/>
                </a:lnTo>
                <a:lnTo>
                  <a:pt x="820" y="477"/>
                </a:lnTo>
                <a:lnTo>
                  <a:pt x="820" y="479"/>
                </a:lnTo>
                <a:lnTo>
                  <a:pt x="819" y="479"/>
                </a:lnTo>
                <a:lnTo>
                  <a:pt x="819" y="481"/>
                </a:lnTo>
                <a:lnTo>
                  <a:pt x="818" y="481"/>
                </a:lnTo>
                <a:lnTo>
                  <a:pt x="817" y="481"/>
                </a:lnTo>
                <a:lnTo>
                  <a:pt x="816" y="482"/>
                </a:lnTo>
                <a:lnTo>
                  <a:pt x="816" y="483"/>
                </a:lnTo>
                <a:lnTo>
                  <a:pt x="815" y="483"/>
                </a:lnTo>
                <a:lnTo>
                  <a:pt x="815" y="484"/>
                </a:lnTo>
                <a:lnTo>
                  <a:pt x="815" y="485"/>
                </a:lnTo>
                <a:lnTo>
                  <a:pt x="814" y="486"/>
                </a:lnTo>
                <a:lnTo>
                  <a:pt x="814" y="488"/>
                </a:lnTo>
                <a:lnTo>
                  <a:pt x="814" y="489"/>
                </a:lnTo>
                <a:lnTo>
                  <a:pt x="814" y="490"/>
                </a:lnTo>
                <a:lnTo>
                  <a:pt x="814" y="491"/>
                </a:lnTo>
                <a:lnTo>
                  <a:pt x="815" y="491"/>
                </a:lnTo>
                <a:lnTo>
                  <a:pt x="815" y="492"/>
                </a:lnTo>
                <a:lnTo>
                  <a:pt x="816" y="492"/>
                </a:lnTo>
                <a:lnTo>
                  <a:pt x="818" y="493"/>
                </a:lnTo>
                <a:lnTo>
                  <a:pt x="817" y="496"/>
                </a:lnTo>
                <a:lnTo>
                  <a:pt x="816" y="496"/>
                </a:lnTo>
                <a:lnTo>
                  <a:pt x="815" y="496"/>
                </a:lnTo>
                <a:lnTo>
                  <a:pt x="814" y="496"/>
                </a:lnTo>
                <a:lnTo>
                  <a:pt x="813" y="497"/>
                </a:lnTo>
                <a:lnTo>
                  <a:pt x="813" y="498"/>
                </a:lnTo>
                <a:lnTo>
                  <a:pt x="813" y="499"/>
                </a:lnTo>
                <a:lnTo>
                  <a:pt x="812" y="499"/>
                </a:lnTo>
                <a:lnTo>
                  <a:pt x="811" y="500"/>
                </a:lnTo>
                <a:lnTo>
                  <a:pt x="811" y="501"/>
                </a:lnTo>
                <a:lnTo>
                  <a:pt x="811" y="502"/>
                </a:lnTo>
                <a:lnTo>
                  <a:pt x="810" y="502"/>
                </a:lnTo>
                <a:lnTo>
                  <a:pt x="809" y="501"/>
                </a:lnTo>
                <a:lnTo>
                  <a:pt x="809" y="500"/>
                </a:lnTo>
                <a:lnTo>
                  <a:pt x="808" y="500"/>
                </a:lnTo>
                <a:lnTo>
                  <a:pt x="807" y="500"/>
                </a:lnTo>
                <a:lnTo>
                  <a:pt x="808" y="499"/>
                </a:lnTo>
                <a:lnTo>
                  <a:pt x="808" y="498"/>
                </a:lnTo>
                <a:lnTo>
                  <a:pt x="806" y="498"/>
                </a:lnTo>
                <a:lnTo>
                  <a:pt x="805" y="499"/>
                </a:lnTo>
                <a:lnTo>
                  <a:pt x="804" y="500"/>
                </a:lnTo>
                <a:lnTo>
                  <a:pt x="804" y="501"/>
                </a:lnTo>
                <a:lnTo>
                  <a:pt x="804" y="500"/>
                </a:lnTo>
                <a:lnTo>
                  <a:pt x="804" y="499"/>
                </a:lnTo>
                <a:lnTo>
                  <a:pt x="804" y="498"/>
                </a:lnTo>
                <a:lnTo>
                  <a:pt x="803" y="498"/>
                </a:lnTo>
                <a:lnTo>
                  <a:pt x="803" y="497"/>
                </a:lnTo>
                <a:lnTo>
                  <a:pt x="803" y="496"/>
                </a:lnTo>
                <a:lnTo>
                  <a:pt x="801" y="495"/>
                </a:lnTo>
                <a:lnTo>
                  <a:pt x="800" y="496"/>
                </a:lnTo>
                <a:lnTo>
                  <a:pt x="800" y="497"/>
                </a:lnTo>
                <a:lnTo>
                  <a:pt x="801" y="497"/>
                </a:lnTo>
                <a:lnTo>
                  <a:pt x="800" y="497"/>
                </a:lnTo>
                <a:lnTo>
                  <a:pt x="799" y="497"/>
                </a:lnTo>
                <a:lnTo>
                  <a:pt x="798" y="499"/>
                </a:lnTo>
                <a:lnTo>
                  <a:pt x="798" y="500"/>
                </a:lnTo>
                <a:lnTo>
                  <a:pt x="797" y="500"/>
                </a:lnTo>
                <a:lnTo>
                  <a:pt x="797" y="501"/>
                </a:lnTo>
                <a:lnTo>
                  <a:pt x="798" y="501"/>
                </a:lnTo>
                <a:lnTo>
                  <a:pt x="798" y="502"/>
                </a:lnTo>
                <a:lnTo>
                  <a:pt x="797" y="502"/>
                </a:lnTo>
                <a:lnTo>
                  <a:pt x="796" y="502"/>
                </a:lnTo>
                <a:lnTo>
                  <a:pt x="796" y="503"/>
                </a:lnTo>
                <a:lnTo>
                  <a:pt x="796" y="504"/>
                </a:lnTo>
                <a:lnTo>
                  <a:pt x="797" y="504"/>
                </a:lnTo>
                <a:lnTo>
                  <a:pt x="799" y="503"/>
                </a:lnTo>
                <a:lnTo>
                  <a:pt x="799" y="504"/>
                </a:lnTo>
                <a:lnTo>
                  <a:pt x="797" y="506"/>
                </a:lnTo>
                <a:lnTo>
                  <a:pt x="798" y="507"/>
                </a:lnTo>
                <a:lnTo>
                  <a:pt x="798" y="508"/>
                </a:lnTo>
                <a:lnTo>
                  <a:pt x="799" y="510"/>
                </a:lnTo>
                <a:lnTo>
                  <a:pt x="798" y="511"/>
                </a:lnTo>
                <a:lnTo>
                  <a:pt x="797" y="509"/>
                </a:lnTo>
                <a:lnTo>
                  <a:pt x="795" y="511"/>
                </a:lnTo>
                <a:lnTo>
                  <a:pt x="795" y="510"/>
                </a:lnTo>
                <a:lnTo>
                  <a:pt x="795" y="511"/>
                </a:lnTo>
                <a:lnTo>
                  <a:pt x="793" y="511"/>
                </a:lnTo>
                <a:lnTo>
                  <a:pt x="793" y="510"/>
                </a:lnTo>
                <a:lnTo>
                  <a:pt x="793" y="509"/>
                </a:lnTo>
                <a:lnTo>
                  <a:pt x="792" y="510"/>
                </a:lnTo>
                <a:lnTo>
                  <a:pt x="791" y="503"/>
                </a:lnTo>
                <a:lnTo>
                  <a:pt x="790" y="502"/>
                </a:lnTo>
                <a:lnTo>
                  <a:pt x="789" y="500"/>
                </a:lnTo>
                <a:lnTo>
                  <a:pt x="788" y="499"/>
                </a:lnTo>
                <a:lnTo>
                  <a:pt x="788" y="501"/>
                </a:lnTo>
                <a:lnTo>
                  <a:pt x="789" y="502"/>
                </a:lnTo>
                <a:lnTo>
                  <a:pt x="789" y="503"/>
                </a:lnTo>
                <a:lnTo>
                  <a:pt x="788" y="503"/>
                </a:lnTo>
                <a:lnTo>
                  <a:pt x="787" y="503"/>
                </a:lnTo>
                <a:lnTo>
                  <a:pt x="785" y="505"/>
                </a:lnTo>
                <a:lnTo>
                  <a:pt x="784" y="506"/>
                </a:lnTo>
                <a:lnTo>
                  <a:pt x="782" y="507"/>
                </a:lnTo>
                <a:lnTo>
                  <a:pt x="781" y="508"/>
                </a:lnTo>
                <a:lnTo>
                  <a:pt x="781" y="509"/>
                </a:lnTo>
                <a:lnTo>
                  <a:pt x="780" y="510"/>
                </a:lnTo>
                <a:lnTo>
                  <a:pt x="779" y="511"/>
                </a:lnTo>
                <a:lnTo>
                  <a:pt x="778" y="511"/>
                </a:lnTo>
                <a:lnTo>
                  <a:pt x="778" y="510"/>
                </a:lnTo>
                <a:lnTo>
                  <a:pt x="777" y="510"/>
                </a:lnTo>
                <a:lnTo>
                  <a:pt x="776" y="510"/>
                </a:lnTo>
                <a:lnTo>
                  <a:pt x="775" y="509"/>
                </a:lnTo>
                <a:lnTo>
                  <a:pt x="774" y="507"/>
                </a:lnTo>
                <a:lnTo>
                  <a:pt x="774" y="508"/>
                </a:lnTo>
                <a:lnTo>
                  <a:pt x="774" y="509"/>
                </a:lnTo>
                <a:lnTo>
                  <a:pt x="775" y="509"/>
                </a:lnTo>
                <a:lnTo>
                  <a:pt x="776" y="511"/>
                </a:lnTo>
                <a:lnTo>
                  <a:pt x="777" y="512"/>
                </a:lnTo>
                <a:lnTo>
                  <a:pt x="776" y="512"/>
                </a:lnTo>
                <a:lnTo>
                  <a:pt x="776" y="511"/>
                </a:lnTo>
                <a:lnTo>
                  <a:pt x="775" y="511"/>
                </a:lnTo>
                <a:lnTo>
                  <a:pt x="774" y="511"/>
                </a:lnTo>
                <a:lnTo>
                  <a:pt x="774" y="512"/>
                </a:lnTo>
                <a:lnTo>
                  <a:pt x="776" y="512"/>
                </a:lnTo>
                <a:lnTo>
                  <a:pt x="777" y="513"/>
                </a:lnTo>
                <a:lnTo>
                  <a:pt x="778" y="514"/>
                </a:lnTo>
                <a:lnTo>
                  <a:pt x="778" y="515"/>
                </a:lnTo>
                <a:lnTo>
                  <a:pt x="777" y="516"/>
                </a:lnTo>
                <a:lnTo>
                  <a:pt x="776" y="516"/>
                </a:lnTo>
                <a:lnTo>
                  <a:pt x="775" y="516"/>
                </a:lnTo>
                <a:lnTo>
                  <a:pt x="775" y="517"/>
                </a:lnTo>
                <a:lnTo>
                  <a:pt x="773" y="517"/>
                </a:lnTo>
                <a:lnTo>
                  <a:pt x="774" y="517"/>
                </a:lnTo>
                <a:lnTo>
                  <a:pt x="773" y="517"/>
                </a:lnTo>
                <a:lnTo>
                  <a:pt x="773" y="518"/>
                </a:lnTo>
                <a:lnTo>
                  <a:pt x="773" y="519"/>
                </a:lnTo>
                <a:lnTo>
                  <a:pt x="776" y="518"/>
                </a:lnTo>
                <a:lnTo>
                  <a:pt x="776" y="519"/>
                </a:lnTo>
                <a:lnTo>
                  <a:pt x="775" y="519"/>
                </a:lnTo>
                <a:lnTo>
                  <a:pt x="775" y="520"/>
                </a:lnTo>
                <a:lnTo>
                  <a:pt x="774" y="523"/>
                </a:lnTo>
                <a:lnTo>
                  <a:pt x="774" y="524"/>
                </a:lnTo>
                <a:lnTo>
                  <a:pt x="773" y="527"/>
                </a:lnTo>
                <a:lnTo>
                  <a:pt x="773" y="528"/>
                </a:lnTo>
                <a:lnTo>
                  <a:pt x="773" y="529"/>
                </a:lnTo>
                <a:lnTo>
                  <a:pt x="774" y="529"/>
                </a:lnTo>
                <a:lnTo>
                  <a:pt x="774" y="530"/>
                </a:lnTo>
                <a:lnTo>
                  <a:pt x="774" y="531"/>
                </a:lnTo>
                <a:lnTo>
                  <a:pt x="773" y="531"/>
                </a:lnTo>
                <a:lnTo>
                  <a:pt x="772" y="533"/>
                </a:lnTo>
                <a:lnTo>
                  <a:pt x="772" y="535"/>
                </a:lnTo>
                <a:lnTo>
                  <a:pt x="772" y="537"/>
                </a:lnTo>
                <a:lnTo>
                  <a:pt x="772" y="538"/>
                </a:lnTo>
                <a:lnTo>
                  <a:pt x="771" y="539"/>
                </a:lnTo>
                <a:lnTo>
                  <a:pt x="771" y="540"/>
                </a:lnTo>
                <a:lnTo>
                  <a:pt x="770" y="541"/>
                </a:lnTo>
                <a:lnTo>
                  <a:pt x="769" y="542"/>
                </a:lnTo>
                <a:lnTo>
                  <a:pt x="768" y="542"/>
                </a:lnTo>
                <a:lnTo>
                  <a:pt x="768" y="544"/>
                </a:lnTo>
                <a:lnTo>
                  <a:pt x="768" y="545"/>
                </a:lnTo>
                <a:lnTo>
                  <a:pt x="768" y="546"/>
                </a:lnTo>
                <a:lnTo>
                  <a:pt x="768" y="548"/>
                </a:lnTo>
                <a:lnTo>
                  <a:pt x="767" y="549"/>
                </a:lnTo>
                <a:lnTo>
                  <a:pt x="767" y="550"/>
                </a:lnTo>
                <a:lnTo>
                  <a:pt x="767" y="551"/>
                </a:lnTo>
                <a:lnTo>
                  <a:pt x="767" y="552"/>
                </a:lnTo>
                <a:lnTo>
                  <a:pt x="767" y="553"/>
                </a:lnTo>
                <a:lnTo>
                  <a:pt x="766" y="553"/>
                </a:lnTo>
                <a:lnTo>
                  <a:pt x="766" y="554"/>
                </a:lnTo>
                <a:lnTo>
                  <a:pt x="767" y="554"/>
                </a:lnTo>
                <a:lnTo>
                  <a:pt x="767" y="556"/>
                </a:lnTo>
                <a:lnTo>
                  <a:pt x="768" y="559"/>
                </a:lnTo>
                <a:lnTo>
                  <a:pt x="767" y="561"/>
                </a:lnTo>
                <a:lnTo>
                  <a:pt x="767" y="562"/>
                </a:lnTo>
                <a:lnTo>
                  <a:pt x="767" y="564"/>
                </a:lnTo>
                <a:lnTo>
                  <a:pt x="766" y="564"/>
                </a:lnTo>
                <a:lnTo>
                  <a:pt x="766" y="562"/>
                </a:lnTo>
                <a:lnTo>
                  <a:pt x="766" y="560"/>
                </a:lnTo>
                <a:lnTo>
                  <a:pt x="767" y="559"/>
                </a:lnTo>
                <a:lnTo>
                  <a:pt x="766" y="559"/>
                </a:lnTo>
                <a:lnTo>
                  <a:pt x="764" y="559"/>
                </a:lnTo>
                <a:lnTo>
                  <a:pt x="764" y="560"/>
                </a:lnTo>
                <a:lnTo>
                  <a:pt x="764" y="561"/>
                </a:lnTo>
                <a:lnTo>
                  <a:pt x="764" y="565"/>
                </a:lnTo>
                <a:lnTo>
                  <a:pt x="764" y="566"/>
                </a:lnTo>
                <a:lnTo>
                  <a:pt x="765" y="568"/>
                </a:lnTo>
                <a:lnTo>
                  <a:pt x="764" y="568"/>
                </a:lnTo>
                <a:lnTo>
                  <a:pt x="765" y="574"/>
                </a:lnTo>
                <a:lnTo>
                  <a:pt x="763" y="574"/>
                </a:lnTo>
                <a:lnTo>
                  <a:pt x="762" y="568"/>
                </a:lnTo>
                <a:lnTo>
                  <a:pt x="759" y="568"/>
                </a:lnTo>
                <a:lnTo>
                  <a:pt x="758" y="568"/>
                </a:lnTo>
                <a:lnTo>
                  <a:pt x="757" y="569"/>
                </a:lnTo>
                <a:lnTo>
                  <a:pt x="755" y="571"/>
                </a:lnTo>
                <a:lnTo>
                  <a:pt x="755" y="570"/>
                </a:lnTo>
                <a:lnTo>
                  <a:pt x="754" y="571"/>
                </a:lnTo>
                <a:lnTo>
                  <a:pt x="756" y="572"/>
                </a:lnTo>
                <a:lnTo>
                  <a:pt x="756" y="574"/>
                </a:lnTo>
                <a:lnTo>
                  <a:pt x="755" y="574"/>
                </a:lnTo>
                <a:lnTo>
                  <a:pt x="753" y="573"/>
                </a:lnTo>
                <a:lnTo>
                  <a:pt x="753" y="574"/>
                </a:lnTo>
                <a:lnTo>
                  <a:pt x="752" y="576"/>
                </a:lnTo>
                <a:lnTo>
                  <a:pt x="752" y="577"/>
                </a:lnTo>
                <a:lnTo>
                  <a:pt x="752" y="578"/>
                </a:lnTo>
                <a:lnTo>
                  <a:pt x="751" y="577"/>
                </a:lnTo>
                <a:lnTo>
                  <a:pt x="751" y="576"/>
                </a:lnTo>
                <a:lnTo>
                  <a:pt x="750" y="576"/>
                </a:lnTo>
                <a:lnTo>
                  <a:pt x="750" y="577"/>
                </a:lnTo>
                <a:lnTo>
                  <a:pt x="751" y="577"/>
                </a:lnTo>
                <a:lnTo>
                  <a:pt x="751" y="578"/>
                </a:lnTo>
                <a:lnTo>
                  <a:pt x="751" y="579"/>
                </a:lnTo>
                <a:lnTo>
                  <a:pt x="750" y="581"/>
                </a:lnTo>
                <a:lnTo>
                  <a:pt x="749" y="580"/>
                </a:lnTo>
                <a:lnTo>
                  <a:pt x="748" y="581"/>
                </a:lnTo>
                <a:lnTo>
                  <a:pt x="747" y="583"/>
                </a:lnTo>
                <a:lnTo>
                  <a:pt x="747" y="584"/>
                </a:lnTo>
                <a:lnTo>
                  <a:pt x="746" y="584"/>
                </a:lnTo>
                <a:lnTo>
                  <a:pt x="746" y="585"/>
                </a:lnTo>
                <a:lnTo>
                  <a:pt x="746" y="586"/>
                </a:lnTo>
                <a:lnTo>
                  <a:pt x="747" y="586"/>
                </a:lnTo>
                <a:lnTo>
                  <a:pt x="747" y="587"/>
                </a:lnTo>
                <a:lnTo>
                  <a:pt x="746" y="588"/>
                </a:lnTo>
                <a:lnTo>
                  <a:pt x="746" y="589"/>
                </a:lnTo>
                <a:lnTo>
                  <a:pt x="746" y="591"/>
                </a:lnTo>
                <a:lnTo>
                  <a:pt x="746" y="594"/>
                </a:lnTo>
                <a:lnTo>
                  <a:pt x="746" y="595"/>
                </a:lnTo>
                <a:lnTo>
                  <a:pt x="746" y="596"/>
                </a:lnTo>
                <a:lnTo>
                  <a:pt x="745" y="598"/>
                </a:lnTo>
                <a:lnTo>
                  <a:pt x="745" y="599"/>
                </a:lnTo>
                <a:lnTo>
                  <a:pt x="745" y="602"/>
                </a:lnTo>
                <a:lnTo>
                  <a:pt x="745" y="603"/>
                </a:lnTo>
                <a:lnTo>
                  <a:pt x="745" y="607"/>
                </a:lnTo>
                <a:lnTo>
                  <a:pt x="745" y="608"/>
                </a:lnTo>
                <a:lnTo>
                  <a:pt x="745" y="609"/>
                </a:lnTo>
                <a:lnTo>
                  <a:pt x="745" y="610"/>
                </a:lnTo>
                <a:lnTo>
                  <a:pt x="745" y="612"/>
                </a:lnTo>
                <a:lnTo>
                  <a:pt x="745" y="613"/>
                </a:lnTo>
                <a:lnTo>
                  <a:pt x="745" y="614"/>
                </a:lnTo>
                <a:lnTo>
                  <a:pt x="747" y="614"/>
                </a:lnTo>
                <a:lnTo>
                  <a:pt x="748" y="614"/>
                </a:lnTo>
                <a:lnTo>
                  <a:pt x="748" y="615"/>
                </a:lnTo>
                <a:lnTo>
                  <a:pt x="748" y="617"/>
                </a:lnTo>
                <a:lnTo>
                  <a:pt x="747" y="618"/>
                </a:lnTo>
                <a:lnTo>
                  <a:pt x="746" y="618"/>
                </a:lnTo>
                <a:lnTo>
                  <a:pt x="746" y="617"/>
                </a:lnTo>
                <a:lnTo>
                  <a:pt x="746" y="618"/>
                </a:lnTo>
                <a:lnTo>
                  <a:pt x="745" y="618"/>
                </a:lnTo>
                <a:lnTo>
                  <a:pt x="745" y="619"/>
                </a:lnTo>
                <a:lnTo>
                  <a:pt x="746" y="619"/>
                </a:lnTo>
                <a:lnTo>
                  <a:pt x="747" y="619"/>
                </a:lnTo>
                <a:lnTo>
                  <a:pt x="747" y="620"/>
                </a:lnTo>
                <a:lnTo>
                  <a:pt x="748" y="620"/>
                </a:lnTo>
                <a:lnTo>
                  <a:pt x="749" y="621"/>
                </a:lnTo>
                <a:lnTo>
                  <a:pt x="747" y="621"/>
                </a:lnTo>
                <a:lnTo>
                  <a:pt x="747" y="622"/>
                </a:lnTo>
                <a:lnTo>
                  <a:pt x="746" y="622"/>
                </a:lnTo>
                <a:lnTo>
                  <a:pt x="746" y="621"/>
                </a:lnTo>
                <a:lnTo>
                  <a:pt x="745" y="621"/>
                </a:lnTo>
                <a:lnTo>
                  <a:pt x="744" y="622"/>
                </a:lnTo>
                <a:lnTo>
                  <a:pt x="744" y="623"/>
                </a:lnTo>
                <a:lnTo>
                  <a:pt x="745" y="624"/>
                </a:lnTo>
                <a:lnTo>
                  <a:pt x="743" y="625"/>
                </a:lnTo>
                <a:lnTo>
                  <a:pt x="742" y="623"/>
                </a:lnTo>
                <a:lnTo>
                  <a:pt x="744" y="622"/>
                </a:lnTo>
                <a:lnTo>
                  <a:pt x="744" y="621"/>
                </a:lnTo>
                <a:lnTo>
                  <a:pt x="743" y="621"/>
                </a:lnTo>
                <a:lnTo>
                  <a:pt x="743" y="622"/>
                </a:lnTo>
                <a:lnTo>
                  <a:pt x="742" y="623"/>
                </a:lnTo>
                <a:lnTo>
                  <a:pt x="741" y="623"/>
                </a:lnTo>
                <a:lnTo>
                  <a:pt x="740" y="623"/>
                </a:lnTo>
                <a:lnTo>
                  <a:pt x="739" y="623"/>
                </a:lnTo>
                <a:lnTo>
                  <a:pt x="739" y="624"/>
                </a:lnTo>
                <a:lnTo>
                  <a:pt x="738" y="624"/>
                </a:lnTo>
                <a:lnTo>
                  <a:pt x="737" y="624"/>
                </a:lnTo>
                <a:lnTo>
                  <a:pt x="735" y="626"/>
                </a:lnTo>
                <a:lnTo>
                  <a:pt x="734" y="626"/>
                </a:lnTo>
                <a:lnTo>
                  <a:pt x="734" y="625"/>
                </a:lnTo>
                <a:lnTo>
                  <a:pt x="734" y="624"/>
                </a:lnTo>
                <a:lnTo>
                  <a:pt x="733" y="624"/>
                </a:lnTo>
                <a:lnTo>
                  <a:pt x="733" y="623"/>
                </a:lnTo>
                <a:lnTo>
                  <a:pt x="732" y="622"/>
                </a:lnTo>
                <a:lnTo>
                  <a:pt x="731" y="621"/>
                </a:lnTo>
                <a:lnTo>
                  <a:pt x="731" y="620"/>
                </a:lnTo>
                <a:lnTo>
                  <a:pt x="731" y="619"/>
                </a:lnTo>
                <a:lnTo>
                  <a:pt x="730" y="619"/>
                </a:lnTo>
                <a:lnTo>
                  <a:pt x="729" y="619"/>
                </a:lnTo>
                <a:lnTo>
                  <a:pt x="728" y="619"/>
                </a:lnTo>
                <a:lnTo>
                  <a:pt x="727" y="619"/>
                </a:lnTo>
                <a:lnTo>
                  <a:pt x="725" y="618"/>
                </a:lnTo>
                <a:lnTo>
                  <a:pt x="724" y="618"/>
                </a:lnTo>
                <a:lnTo>
                  <a:pt x="723" y="618"/>
                </a:lnTo>
                <a:lnTo>
                  <a:pt x="722" y="618"/>
                </a:lnTo>
                <a:lnTo>
                  <a:pt x="721" y="620"/>
                </a:lnTo>
                <a:lnTo>
                  <a:pt x="720" y="622"/>
                </a:lnTo>
                <a:lnTo>
                  <a:pt x="718" y="622"/>
                </a:lnTo>
                <a:lnTo>
                  <a:pt x="716" y="622"/>
                </a:lnTo>
                <a:lnTo>
                  <a:pt x="714" y="622"/>
                </a:lnTo>
                <a:lnTo>
                  <a:pt x="712" y="623"/>
                </a:lnTo>
                <a:lnTo>
                  <a:pt x="711" y="623"/>
                </a:lnTo>
                <a:lnTo>
                  <a:pt x="711" y="624"/>
                </a:lnTo>
                <a:lnTo>
                  <a:pt x="711" y="625"/>
                </a:lnTo>
                <a:lnTo>
                  <a:pt x="710" y="625"/>
                </a:lnTo>
                <a:lnTo>
                  <a:pt x="709" y="625"/>
                </a:lnTo>
                <a:lnTo>
                  <a:pt x="708" y="626"/>
                </a:lnTo>
                <a:lnTo>
                  <a:pt x="706" y="626"/>
                </a:lnTo>
                <a:lnTo>
                  <a:pt x="706" y="627"/>
                </a:lnTo>
                <a:lnTo>
                  <a:pt x="706" y="628"/>
                </a:lnTo>
                <a:lnTo>
                  <a:pt x="707" y="628"/>
                </a:lnTo>
                <a:lnTo>
                  <a:pt x="707" y="629"/>
                </a:lnTo>
                <a:lnTo>
                  <a:pt x="706" y="630"/>
                </a:lnTo>
                <a:lnTo>
                  <a:pt x="705" y="631"/>
                </a:lnTo>
                <a:lnTo>
                  <a:pt x="705" y="632"/>
                </a:lnTo>
                <a:lnTo>
                  <a:pt x="705" y="633"/>
                </a:lnTo>
                <a:lnTo>
                  <a:pt x="706" y="634"/>
                </a:lnTo>
                <a:lnTo>
                  <a:pt x="706" y="635"/>
                </a:lnTo>
                <a:lnTo>
                  <a:pt x="704" y="636"/>
                </a:lnTo>
                <a:lnTo>
                  <a:pt x="702" y="636"/>
                </a:lnTo>
                <a:lnTo>
                  <a:pt x="701" y="635"/>
                </a:lnTo>
                <a:lnTo>
                  <a:pt x="698" y="636"/>
                </a:lnTo>
                <a:lnTo>
                  <a:pt x="697" y="636"/>
                </a:lnTo>
                <a:lnTo>
                  <a:pt x="696" y="637"/>
                </a:lnTo>
                <a:lnTo>
                  <a:pt x="693" y="638"/>
                </a:lnTo>
                <a:lnTo>
                  <a:pt x="692" y="638"/>
                </a:lnTo>
                <a:lnTo>
                  <a:pt x="691" y="638"/>
                </a:lnTo>
                <a:lnTo>
                  <a:pt x="690" y="637"/>
                </a:lnTo>
                <a:lnTo>
                  <a:pt x="687" y="638"/>
                </a:lnTo>
                <a:lnTo>
                  <a:pt x="684" y="640"/>
                </a:lnTo>
                <a:lnTo>
                  <a:pt x="682" y="640"/>
                </a:lnTo>
                <a:lnTo>
                  <a:pt x="679" y="641"/>
                </a:lnTo>
                <a:lnTo>
                  <a:pt x="678" y="641"/>
                </a:lnTo>
                <a:lnTo>
                  <a:pt x="676" y="642"/>
                </a:lnTo>
                <a:lnTo>
                  <a:pt x="673" y="640"/>
                </a:lnTo>
                <a:lnTo>
                  <a:pt x="671" y="641"/>
                </a:lnTo>
                <a:lnTo>
                  <a:pt x="670" y="642"/>
                </a:lnTo>
                <a:lnTo>
                  <a:pt x="668" y="645"/>
                </a:lnTo>
                <a:lnTo>
                  <a:pt x="667" y="645"/>
                </a:lnTo>
                <a:lnTo>
                  <a:pt x="666" y="645"/>
                </a:lnTo>
                <a:lnTo>
                  <a:pt x="665" y="646"/>
                </a:lnTo>
                <a:lnTo>
                  <a:pt x="663" y="648"/>
                </a:lnTo>
                <a:lnTo>
                  <a:pt x="664" y="648"/>
                </a:lnTo>
                <a:lnTo>
                  <a:pt x="665" y="651"/>
                </a:lnTo>
                <a:lnTo>
                  <a:pt x="666" y="652"/>
                </a:lnTo>
                <a:lnTo>
                  <a:pt x="666" y="653"/>
                </a:lnTo>
                <a:lnTo>
                  <a:pt x="665" y="654"/>
                </a:lnTo>
                <a:lnTo>
                  <a:pt x="665" y="656"/>
                </a:lnTo>
                <a:lnTo>
                  <a:pt x="665" y="658"/>
                </a:lnTo>
                <a:lnTo>
                  <a:pt x="665" y="660"/>
                </a:lnTo>
                <a:lnTo>
                  <a:pt x="665" y="661"/>
                </a:lnTo>
                <a:lnTo>
                  <a:pt x="666" y="662"/>
                </a:lnTo>
                <a:lnTo>
                  <a:pt x="666" y="664"/>
                </a:lnTo>
                <a:lnTo>
                  <a:pt x="665" y="665"/>
                </a:lnTo>
                <a:lnTo>
                  <a:pt x="666" y="666"/>
                </a:lnTo>
                <a:lnTo>
                  <a:pt x="666" y="667"/>
                </a:lnTo>
                <a:lnTo>
                  <a:pt x="667" y="667"/>
                </a:lnTo>
                <a:lnTo>
                  <a:pt x="666" y="667"/>
                </a:lnTo>
                <a:lnTo>
                  <a:pt x="666" y="668"/>
                </a:lnTo>
                <a:lnTo>
                  <a:pt x="665" y="668"/>
                </a:lnTo>
                <a:lnTo>
                  <a:pt x="665" y="667"/>
                </a:lnTo>
                <a:lnTo>
                  <a:pt x="664" y="667"/>
                </a:lnTo>
                <a:lnTo>
                  <a:pt x="663" y="669"/>
                </a:lnTo>
                <a:lnTo>
                  <a:pt x="662" y="670"/>
                </a:lnTo>
                <a:lnTo>
                  <a:pt x="661" y="672"/>
                </a:lnTo>
                <a:lnTo>
                  <a:pt x="660" y="674"/>
                </a:lnTo>
                <a:lnTo>
                  <a:pt x="660" y="675"/>
                </a:lnTo>
                <a:lnTo>
                  <a:pt x="660" y="676"/>
                </a:lnTo>
                <a:lnTo>
                  <a:pt x="660" y="677"/>
                </a:lnTo>
                <a:lnTo>
                  <a:pt x="659" y="677"/>
                </a:lnTo>
                <a:lnTo>
                  <a:pt x="658" y="678"/>
                </a:lnTo>
                <a:lnTo>
                  <a:pt x="658" y="680"/>
                </a:lnTo>
                <a:lnTo>
                  <a:pt x="659" y="681"/>
                </a:lnTo>
                <a:lnTo>
                  <a:pt x="660" y="684"/>
                </a:lnTo>
                <a:lnTo>
                  <a:pt x="660" y="685"/>
                </a:lnTo>
                <a:lnTo>
                  <a:pt x="659" y="685"/>
                </a:lnTo>
                <a:lnTo>
                  <a:pt x="658" y="686"/>
                </a:lnTo>
                <a:lnTo>
                  <a:pt x="656" y="684"/>
                </a:lnTo>
                <a:lnTo>
                  <a:pt x="656" y="685"/>
                </a:lnTo>
                <a:lnTo>
                  <a:pt x="657" y="685"/>
                </a:lnTo>
                <a:lnTo>
                  <a:pt x="657" y="686"/>
                </a:lnTo>
                <a:lnTo>
                  <a:pt x="655" y="686"/>
                </a:lnTo>
                <a:lnTo>
                  <a:pt x="654" y="686"/>
                </a:lnTo>
                <a:lnTo>
                  <a:pt x="653" y="685"/>
                </a:lnTo>
                <a:lnTo>
                  <a:pt x="653" y="686"/>
                </a:lnTo>
                <a:lnTo>
                  <a:pt x="653" y="687"/>
                </a:lnTo>
                <a:lnTo>
                  <a:pt x="653" y="688"/>
                </a:lnTo>
                <a:lnTo>
                  <a:pt x="654" y="689"/>
                </a:lnTo>
                <a:lnTo>
                  <a:pt x="656" y="688"/>
                </a:lnTo>
                <a:lnTo>
                  <a:pt x="657" y="689"/>
                </a:lnTo>
                <a:lnTo>
                  <a:pt x="657" y="690"/>
                </a:lnTo>
                <a:lnTo>
                  <a:pt x="656" y="691"/>
                </a:lnTo>
                <a:lnTo>
                  <a:pt x="655" y="694"/>
                </a:lnTo>
                <a:lnTo>
                  <a:pt x="656" y="695"/>
                </a:lnTo>
                <a:lnTo>
                  <a:pt x="656" y="696"/>
                </a:lnTo>
                <a:lnTo>
                  <a:pt x="655" y="697"/>
                </a:lnTo>
                <a:lnTo>
                  <a:pt x="653" y="698"/>
                </a:lnTo>
                <a:lnTo>
                  <a:pt x="652" y="698"/>
                </a:lnTo>
                <a:lnTo>
                  <a:pt x="651" y="698"/>
                </a:lnTo>
                <a:lnTo>
                  <a:pt x="650" y="698"/>
                </a:lnTo>
                <a:lnTo>
                  <a:pt x="649" y="699"/>
                </a:lnTo>
                <a:lnTo>
                  <a:pt x="649" y="700"/>
                </a:lnTo>
                <a:lnTo>
                  <a:pt x="650" y="700"/>
                </a:lnTo>
                <a:lnTo>
                  <a:pt x="651" y="700"/>
                </a:lnTo>
                <a:lnTo>
                  <a:pt x="651" y="703"/>
                </a:lnTo>
                <a:lnTo>
                  <a:pt x="650" y="703"/>
                </a:lnTo>
                <a:lnTo>
                  <a:pt x="649" y="703"/>
                </a:lnTo>
                <a:lnTo>
                  <a:pt x="648" y="703"/>
                </a:lnTo>
                <a:lnTo>
                  <a:pt x="647" y="704"/>
                </a:lnTo>
                <a:lnTo>
                  <a:pt x="647" y="707"/>
                </a:lnTo>
                <a:lnTo>
                  <a:pt x="647" y="708"/>
                </a:lnTo>
                <a:lnTo>
                  <a:pt x="648" y="708"/>
                </a:lnTo>
                <a:lnTo>
                  <a:pt x="649" y="708"/>
                </a:lnTo>
                <a:lnTo>
                  <a:pt x="650" y="708"/>
                </a:lnTo>
                <a:lnTo>
                  <a:pt x="651" y="709"/>
                </a:lnTo>
                <a:lnTo>
                  <a:pt x="651" y="710"/>
                </a:lnTo>
                <a:lnTo>
                  <a:pt x="652" y="710"/>
                </a:lnTo>
                <a:lnTo>
                  <a:pt x="653" y="710"/>
                </a:lnTo>
                <a:lnTo>
                  <a:pt x="655" y="708"/>
                </a:lnTo>
                <a:lnTo>
                  <a:pt x="655" y="707"/>
                </a:lnTo>
                <a:lnTo>
                  <a:pt x="656" y="708"/>
                </a:lnTo>
                <a:lnTo>
                  <a:pt x="657" y="709"/>
                </a:lnTo>
                <a:lnTo>
                  <a:pt x="658" y="709"/>
                </a:lnTo>
                <a:lnTo>
                  <a:pt x="658" y="710"/>
                </a:lnTo>
                <a:lnTo>
                  <a:pt x="658" y="712"/>
                </a:lnTo>
                <a:lnTo>
                  <a:pt x="658" y="713"/>
                </a:lnTo>
                <a:lnTo>
                  <a:pt x="657" y="715"/>
                </a:lnTo>
                <a:lnTo>
                  <a:pt x="655" y="717"/>
                </a:lnTo>
                <a:lnTo>
                  <a:pt x="654" y="717"/>
                </a:lnTo>
                <a:lnTo>
                  <a:pt x="653" y="718"/>
                </a:lnTo>
                <a:lnTo>
                  <a:pt x="652" y="718"/>
                </a:lnTo>
                <a:lnTo>
                  <a:pt x="651" y="718"/>
                </a:lnTo>
                <a:lnTo>
                  <a:pt x="649" y="719"/>
                </a:lnTo>
                <a:lnTo>
                  <a:pt x="648" y="719"/>
                </a:lnTo>
                <a:lnTo>
                  <a:pt x="648" y="720"/>
                </a:lnTo>
                <a:lnTo>
                  <a:pt x="647" y="721"/>
                </a:lnTo>
                <a:lnTo>
                  <a:pt x="645" y="723"/>
                </a:lnTo>
                <a:lnTo>
                  <a:pt x="644" y="723"/>
                </a:lnTo>
                <a:lnTo>
                  <a:pt x="643" y="721"/>
                </a:lnTo>
                <a:lnTo>
                  <a:pt x="642" y="719"/>
                </a:lnTo>
                <a:lnTo>
                  <a:pt x="638" y="720"/>
                </a:lnTo>
                <a:lnTo>
                  <a:pt x="637" y="721"/>
                </a:lnTo>
                <a:lnTo>
                  <a:pt x="637" y="722"/>
                </a:lnTo>
                <a:lnTo>
                  <a:pt x="636" y="723"/>
                </a:lnTo>
                <a:lnTo>
                  <a:pt x="636" y="722"/>
                </a:lnTo>
                <a:lnTo>
                  <a:pt x="634" y="721"/>
                </a:lnTo>
                <a:lnTo>
                  <a:pt x="633" y="721"/>
                </a:lnTo>
                <a:lnTo>
                  <a:pt x="632" y="722"/>
                </a:lnTo>
                <a:lnTo>
                  <a:pt x="631" y="722"/>
                </a:lnTo>
                <a:lnTo>
                  <a:pt x="631" y="720"/>
                </a:lnTo>
                <a:lnTo>
                  <a:pt x="631" y="719"/>
                </a:lnTo>
                <a:lnTo>
                  <a:pt x="631" y="718"/>
                </a:lnTo>
                <a:lnTo>
                  <a:pt x="630" y="717"/>
                </a:lnTo>
                <a:lnTo>
                  <a:pt x="629" y="716"/>
                </a:lnTo>
                <a:lnTo>
                  <a:pt x="629" y="717"/>
                </a:lnTo>
                <a:lnTo>
                  <a:pt x="625" y="718"/>
                </a:lnTo>
                <a:lnTo>
                  <a:pt x="623" y="719"/>
                </a:lnTo>
                <a:lnTo>
                  <a:pt x="622" y="718"/>
                </a:lnTo>
                <a:lnTo>
                  <a:pt x="621" y="718"/>
                </a:lnTo>
                <a:lnTo>
                  <a:pt x="618" y="719"/>
                </a:lnTo>
                <a:lnTo>
                  <a:pt x="618" y="720"/>
                </a:lnTo>
                <a:lnTo>
                  <a:pt x="618" y="721"/>
                </a:lnTo>
                <a:lnTo>
                  <a:pt x="618" y="722"/>
                </a:lnTo>
                <a:lnTo>
                  <a:pt x="619" y="723"/>
                </a:lnTo>
                <a:lnTo>
                  <a:pt x="619" y="724"/>
                </a:lnTo>
                <a:lnTo>
                  <a:pt x="619" y="725"/>
                </a:lnTo>
                <a:lnTo>
                  <a:pt x="617" y="724"/>
                </a:lnTo>
                <a:lnTo>
                  <a:pt x="616" y="724"/>
                </a:lnTo>
                <a:lnTo>
                  <a:pt x="615" y="724"/>
                </a:lnTo>
                <a:lnTo>
                  <a:pt x="615" y="725"/>
                </a:lnTo>
                <a:lnTo>
                  <a:pt x="615" y="727"/>
                </a:lnTo>
                <a:lnTo>
                  <a:pt x="615" y="728"/>
                </a:lnTo>
                <a:lnTo>
                  <a:pt x="615" y="729"/>
                </a:lnTo>
                <a:lnTo>
                  <a:pt x="614" y="730"/>
                </a:lnTo>
                <a:lnTo>
                  <a:pt x="613" y="730"/>
                </a:lnTo>
                <a:lnTo>
                  <a:pt x="612" y="730"/>
                </a:lnTo>
                <a:lnTo>
                  <a:pt x="610" y="728"/>
                </a:lnTo>
                <a:lnTo>
                  <a:pt x="609" y="728"/>
                </a:lnTo>
                <a:lnTo>
                  <a:pt x="609" y="729"/>
                </a:lnTo>
                <a:lnTo>
                  <a:pt x="609" y="730"/>
                </a:lnTo>
                <a:lnTo>
                  <a:pt x="608" y="732"/>
                </a:lnTo>
                <a:lnTo>
                  <a:pt x="609" y="732"/>
                </a:lnTo>
                <a:lnTo>
                  <a:pt x="609" y="733"/>
                </a:lnTo>
                <a:lnTo>
                  <a:pt x="609" y="734"/>
                </a:lnTo>
                <a:lnTo>
                  <a:pt x="610" y="734"/>
                </a:lnTo>
                <a:lnTo>
                  <a:pt x="610" y="735"/>
                </a:lnTo>
                <a:lnTo>
                  <a:pt x="611" y="735"/>
                </a:lnTo>
                <a:lnTo>
                  <a:pt x="612" y="736"/>
                </a:lnTo>
                <a:lnTo>
                  <a:pt x="612" y="737"/>
                </a:lnTo>
                <a:lnTo>
                  <a:pt x="612" y="739"/>
                </a:lnTo>
                <a:lnTo>
                  <a:pt x="611" y="739"/>
                </a:lnTo>
                <a:lnTo>
                  <a:pt x="608" y="740"/>
                </a:lnTo>
                <a:lnTo>
                  <a:pt x="607" y="739"/>
                </a:lnTo>
                <a:lnTo>
                  <a:pt x="606" y="739"/>
                </a:lnTo>
                <a:lnTo>
                  <a:pt x="605" y="739"/>
                </a:lnTo>
                <a:lnTo>
                  <a:pt x="605" y="741"/>
                </a:lnTo>
                <a:lnTo>
                  <a:pt x="605" y="742"/>
                </a:lnTo>
                <a:lnTo>
                  <a:pt x="604" y="742"/>
                </a:lnTo>
                <a:lnTo>
                  <a:pt x="604" y="743"/>
                </a:lnTo>
                <a:lnTo>
                  <a:pt x="604" y="744"/>
                </a:lnTo>
                <a:lnTo>
                  <a:pt x="604" y="745"/>
                </a:lnTo>
                <a:lnTo>
                  <a:pt x="605" y="747"/>
                </a:lnTo>
                <a:lnTo>
                  <a:pt x="605" y="748"/>
                </a:lnTo>
                <a:lnTo>
                  <a:pt x="605" y="749"/>
                </a:lnTo>
                <a:lnTo>
                  <a:pt x="605" y="750"/>
                </a:lnTo>
                <a:lnTo>
                  <a:pt x="605" y="752"/>
                </a:lnTo>
                <a:lnTo>
                  <a:pt x="607" y="754"/>
                </a:lnTo>
                <a:lnTo>
                  <a:pt x="608" y="759"/>
                </a:lnTo>
                <a:lnTo>
                  <a:pt x="609" y="760"/>
                </a:lnTo>
                <a:lnTo>
                  <a:pt x="609" y="761"/>
                </a:lnTo>
                <a:lnTo>
                  <a:pt x="609" y="762"/>
                </a:lnTo>
                <a:lnTo>
                  <a:pt x="609" y="763"/>
                </a:lnTo>
                <a:lnTo>
                  <a:pt x="609" y="764"/>
                </a:lnTo>
                <a:lnTo>
                  <a:pt x="608" y="767"/>
                </a:lnTo>
                <a:lnTo>
                  <a:pt x="607" y="769"/>
                </a:lnTo>
                <a:lnTo>
                  <a:pt x="606" y="771"/>
                </a:lnTo>
                <a:lnTo>
                  <a:pt x="606" y="772"/>
                </a:lnTo>
                <a:lnTo>
                  <a:pt x="606" y="775"/>
                </a:lnTo>
                <a:lnTo>
                  <a:pt x="607" y="777"/>
                </a:lnTo>
                <a:lnTo>
                  <a:pt x="607" y="778"/>
                </a:lnTo>
                <a:lnTo>
                  <a:pt x="606" y="779"/>
                </a:lnTo>
                <a:lnTo>
                  <a:pt x="606" y="780"/>
                </a:lnTo>
                <a:lnTo>
                  <a:pt x="605" y="780"/>
                </a:lnTo>
                <a:lnTo>
                  <a:pt x="605" y="781"/>
                </a:lnTo>
                <a:lnTo>
                  <a:pt x="603" y="781"/>
                </a:lnTo>
                <a:lnTo>
                  <a:pt x="602" y="781"/>
                </a:lnTo>
                <a:lnTo>
                  <a:pt x="602" y="782"/>
                </a:lnTo>
                <a:lnTo>
                  <a:pt x="602" y="783"/>
                </a:lnTo>
                <a:lnTo>
                  <a:pt x="601" y="784"/>
                </a:lnTo>
                <a:lnTo>
                  <a:pt x="600" y="784"/>
                </a:lnTo>
                <a:lnTo>
                  <a:pt x="599" y="784"/>
                </a:lnTo>
                <a:lnTo>
                  <a:pt x="598" y="784"/>
                </a:lnTo>
                <a:lnTo>
                  <a:pt x="597" y="784"/>
                </a:lnTo>
                <a:lnTo>
                  <a:pt x="596" y="783"/>
                </a:lnTo>
                <a:lnTo>
                  <a:pt x="593" y="783"/>
                </a:lnTo>
                <a:lnTo>
                  <a:pt x="592" y="784"/>
                </a:lnTo>
                <a:lnTo>
                  <a:pt x="592" y="783"/>
                </a:lnTo>
                <a:lnTo>
                  <a:pt x="588" y="783"/>
                </a:lnTo>
                <a:lnTo>
                  <a:pt x="587" y="785"/>
                </a:lnTo>
                <a:lnTo>
                  <a:pt x="587" y="786"/>
                </a:lnTo>
                <a:lnTo>
                  <a:pt x="587" y="787"/>
                </a:lnTo>
                <a:lnTo>
                  <a:pt x="584" y="788"/>
                </a:lnTo>
                <a:lnTo>
                  <a:pt x="582" y="788"/>
                </a:lnTo>
                <a:lnTo>
                  <a:pt x="581" y="788"/>
                </a:lnTo>
                <a:lnTo>
                  <a:pt x="580" y="789"/>
                </a:lnTo>
                <a:lnTo>
                  <a:pt x="579" y="789"/>
                </a:lnTo>
                <a:lnTo>
                  <a:pt x="579" y="790"/>
                </a:lnTo>
                <a:lnTo>
                  <a:pt x="578" y="790"/>
                </a:lnTo>
                <a:lnTo>
                  <a:pt x="577" y="790"/>
                </a:lnTo>
                <a:lnTo>
                  <a:pt x="577" y="789"/>
                </a:lnTo>
                <a:lnTo>
                  <a:pt x="576" y="789"/>
                </a:lnTo>
                <a:lnTo>
                  <a:pt x="576" y="791"/>
                </a:lnTo>
                <a:lnTo>
                  <a:pt x="576" y="793"/>
                </a:lnTo>
                <a:lnTo>
                  <a:pt x="576" y="794"/>
                </a:lnTo>
                <a:lnTo>
                  <a:pt x="576" y="795"/>
                </a:lnTo>
                <a:lnTo>
                  <a:pt x="575" y="795"/>
                </a:lnTo>
                <a:lnTo>
                  <a:pt x="574" y="795"/>
                </a:lnTo>
                <a:lnTo>
                  <a:pt x="572" y="795"/>
                </a:lnTo>
                <a:lnTo>
                  <a:pt x="571" y="794"/>
                </a:lnTo>
                <a:lnTo>
                  <a:pt x="571" y="793"/>
                </a:lnTo>
                <a:lnTo>
                  <a:pt x="570" y="794"/>
                </a:lnTo>
                <a:lnTo>
                  <a:pt x="570" y="795"/>
                </a:lnTo>
                <a:lnTo>
                  <a:pt x="569" y="795"/>
                </a:lnTo>
                <a:lnTo>
                  <a:pt x="568" y="795"/>
                </a:lnTo>
                <a:lnTo>
                  <a:pt x="568" y="793"/>
                </a:lnTo>
                <a:lnTo>
                  <a:pt x="569" y="792"/>
                </a:lnTo>
                <a:lnTo>
                  <a:pt x="569" y="791"/>
                </a:lnTo>
                <a:lnTo>
                  <a:pt x="568" y="789"/>
                </a:lnTo>
                <a:lnTo>
                  <a:pt x="568" y="788"/>
                </a:lnTo>
                <a:lnTo>
                  <a:pt x="568" y="787"/>
                </a:lnTo>
                <a:lnTo>
                  <a:pt x="569" y="784"/>
                </a:lnTo>
                <a:lnTo>
                  <a:pt x="569" y="782"/>
                </a:lnTo>
                <a:lnTo>
                  <a:pt x="568" y="781"/>
                </a:lnTo>
                <a:lnTo>
                  <a:pt x="568" y="780"/>
                </a:lnTo>
                <a:lnTo>
                  <a:pt x="567" y="780"/>
                </a:lnTo>
                <a:lnTo>
                  <a:pt x="567" y="779"/>
                </a:lnTo>
                <a:lnTo>
                  <a:pt x="566" y="779"/>
                </a:lnTo>
                <a:lnTo>
                  <a:pt x="564" y="778"/>
                </a:lnTo>
                <a:lnTo>
                  <a:pt x="562" y="777"/>
                </a:lnTo>
                <a:lnTo>
                  <a:pt x="561" y="776"/>
                </a:lnTo>
                <a:lnTo>
                  <a:pt x="561" y="777"/>
                </a:lnTo>
                <a:lnTo>
                  <a:pt x="561" y="776"/>
                </a:lnTo>
                <a:lnTo>
                  <a:pt x="560" y="775"/>
                </a:lnTo>
                <a:lnTo>
                  <a:pt x="559" y="775"/>
                </a:lnTo>
                <a:lnTo>
                  <a:pt x="558" y="775"/>
                </a:lnTo>
                <a:lnTo>
                  <a:pt x="559" y="774"/>
                </a:lnTo>
                <a:lnTo>
                  <a:pt x="559" y="773"/>
                </a:lnTo>
                <a:lnTo>
                  <a:pt x="560" y="771"/>
                </a:lnTo>
                <a:lnTo>
                  <a:pt x="562" y="771"/>
                </a:lnTo>
                <a:lnTo>
                  <a:pt x="564" y="771"/>
                </a:lnTo>
                <a:lnTo>
                  <a:pt x="564" y="770"/>
                </a:lnTo>
                <a:lnTo>
                  <a:pt x="564" y="769"/>
                </a:lnTo>
                <a:lnTo>
                  <a:pt x="565" y="768"/>
                </a:lnTo>
                <a:lnTo>
                  <a:pt x="564" y="767"/>
                </a:lnTo>
                <a:lnTo>
                  <a:pt x="564" y="766"/>
                </a:lnTo>
                <a:lnTo>
                  <a:pt x="564" y="765"/>
                </a:lnTo>
                <a:lnTo>
                  <a:pt x="565" y="763"/>
                </a:lnTo>
                <a:lnTo>
                  <a:pt x="566" y="763"/>
                </a:lnTo>
                <a:lnTo>
                  <a:pt x="567" y="763"/>
                </a:lnTo>
                <a:lnTo>
                  <a:pt x="567" y="762"/>
                </a:lnTo>
                <a:lnTo>
                  <a:pt x="567" y="761"/>
                </a:lnTo>
                <a:lnTo>
                  <a:pt x="564" y="761"/>
                </a:lnTo>
                <a:lnTo>
                  <a:pt x="563" y="760"/>
                </a:lnTo>
                <a:lnTo>
                  <a:pt x="562" y="760"/>
                </a:lnTo>
                <a:lnTo>
                  <a:pt x="562" y="761"/>
                </a:lnTo>
                <a:lnTo>
                  <a:pt x="561" y="761"/>
                </a:lnTo>
                <a:lnTo>
                  <a:pt x="559" y="761"/>
                </a:lnTo>
                <a:lnTo>
                  <a:pt x="558" y="760"/>
                </a:lnTo>
                <a:lnTo>
                  <a:pt x="557" y="760"/>
                </a:lnTo>
                <a:lnTo>
                  <a:pt x="556" y="760"/>
                </a:lnTo>
                <a:lnTo>
                  <a:pt x="555" y="760"/>
                </a:lnTo>
                <a:lnTo>
                  <a:pt x="554" y="760"/>
                </a:lnTo>
                <a:lnTo>
                  <a:pt x="553" y="759"/>
                </a:lnTo>
                <a:lnTo>
                  <a:pt x="552" y="759"/>
                </a:lnTo>
                <a:lnTo>
                  <a:pt x="548" y="758"/>
                </a:lnTo>
                <a:lnTo>
                  <a:pt x="548" y="757"/>
                </a:lnTo>
                <a:lnTo>
                  <a:pt x="549" y="756"/>
                </a:lnTo>
                <a:lnTo>
                  <a:pt x="549" y="755"/>
                </a:lnTo>
                <a:lnTo>
                  <a:pt x="550" y="755"/>
                </a:lnTo>
                <a:lnTo>
                  <a:pt x="550" y="754"/>
                </a:lnTo>
                <a:lnTo>
                  <a:pt x="551" y="753"/>
                </a:lnTo>
                <a:lnTo>
                  <a:pt x="552" y="752"/>
                </a:lnTo>
                <a:lnTo>
                  <a:pt x="553" y="749"/>
                </a:lnTo>
                <a:lnTo>
                  <a:pt x="553" y="748"/>
                </a:lnTo>
                <a:lnTo>
                  <a:pt x="552" y="747"/>
                </a:lnTo>
                <a:lnTo>
                  <a:pt x="551" y="746"/>
                </a:lnTo>
                <a:lnTo>
                  <a:pt x="550" y="746"/>
                </a:lnTo>
                <a:lnTo>
                  <a:pt x="549" y="745"/>
                </a:lnTo>
                <a:lnTo>
                  <a:pt x="549" y="744"/>
                </a:lnTo>
                <a:lnTo>
                  <a:pt x="550" y="742"/>
                </a:lnTo>
                <a:lnTo>
                  <a:pt x="549" y="740"/>
                </a:lnTo>
                <a:lnTo>
                  <a:pt x="547" y="741"/>
                </a:lnTo>
                <a:lnTo>
                  <a:pt x="546" y="741"/>
                </a:lnTo>
                <a:lnTo>
                  <a:pt x="545" y="740"/>
                </a:lnTo>
                <a:lnTo>
                  <a:pt x="544" y="741"/>
                </a:lnTo>
                <a:lnTo>
                  <a:pt x="543" y="741"/>
                </a:lnTo>
                <a:lnTo>
                  <a:pt x="542" y="741"/>
                </a:lnTo>
                <a:lnTo>
                  <a:pt x="542" y="742"/>
                </a:lnTo>
                <a:lnTo>
                  <a:pt x="541" y="742"/>
                </a:lnTo>
                <a:lnTo>
                  <a:pt x="540" y="742"/>
                </a:lnTo>
                <a:lnTo>
                  <a:pt x="537" y="741"/>
                </a:lnTo>
                <a:lnTo>
                  <a:pt x="536" y="742"/>
                </a:lnTo>
                <a:lnTo>
                  <a:pt x="536" y="743"/>
                </a:lnTo>
                <a:lnTo>
                  <a:pt x="536" y="744"/>
                </a:lnTo>
                <a:lnTo>
                  <a:pt x="534" y="744"/>
                </a:lnTo>
                <a:lnTo>
                  <a:pt x="531" y="742"/>
                </a:lnTo>
                <a:lnTo>
                  <a:pt x="531" y="740"/>
                </a:lnTo>
                <a:lnTo>
                  <a:pt x="529" y="740"/>
                </a:lnTo>
                <a:lnTo>
                  <a:pt x="527" y="739"/>
                </a:lnTo>
                <a:lnTo>
                  <a:pt x="526" y="739"/>
                </a:lnTo>
                <a:lnTo>
                  <a:pt x="526" y="738"/>
                </a:lnTo>
                <a:lnTo>
                  <a:pt x="526" y="739"/>
                </a:lnTo>
                <a:lnTo>
                  <a:pt x="524" y="739"/>
                </a:lnTo>
                <a:lnTo>
                  <a:pt x="524" y="740"/>
                </a:lnTo>
                <a:lnTo>
                  <a:pt x="523" y="742"/>
                </a:lnTo>
                <a:lnTo>
                  <a:pt x="522" y="744"/>
                </a:lnTo>
                <a:lnTo>
                  <a:pt x="521" y="744"/>
                </a:lnTo>
                <a:lnTo>
                  <a:pt x="520" y="743"/>
                </a:lnTo>
                <a:lnTo>
                  <a:pt x="519" y="741"/>
                </a:lnTo>
                <a:lnTo>
                  <a:pt x="518" y="741"/>
                </a:lnTo>
                <a:lnTo>
                  <a:pt x="517" y="742"/>
                </a:lnTo>
                <a:lnTo>
                  <a:pt x="517" y="743"/>
                </a:lnTo>
                <a:lnTo>
                  <a:pt x="517" y="746"/>
                </a:lnTo>
                <a:lnTo>
                  <a:pt x="517" y="747"/>
                </a:lnTo>
                <a:lnTo>
                  <a:pt x="515" y="747"/>
                </a:lnTo>
                <a:lnTo>
                  <a:pt x="514" y="747"/>
                </a:lnTo>
                <a:lnTo>
                  <a:pt x="514" y="746"/>
                </a:lnTo>
                <a:lnTo>
                  <a:pt x="513" y="746"/>
                </a:lnTo>
                <a:lnTo>
                  <a:pt x="512" y="746"/>
                </a:lnTo>
                <a:lnTo>
                  <a:pt x="511" y="746"/>
                </a:lnTo>
                <a:lnTo>
                  <a:pt x="511" y="747"/>
                </a:lnTo>
                <a:lnTo>
                  <a:pt x="509" y="748"/>
                </a:lnTo>
                <a:lnTo>
                  <a:pt x="508" y="747"/>
                </a:lnTo>
                <a:lnTo>
                  <a:pt x="507" y="747"/>
                </a:lnTo>
                <a:lnTo>
                  <a:pt x="506" y="747"/>
                </a:lnTo>
                <a:lnTo>
                  <a:pt x="504" y="747"/>
                </a:lnTo>
                <a:lnTo>
                  <a:pt x="502" y="749"/>
                </a:lnTo>
                <a:lnTo>
                  <a:pt x="501" y="749"/>
                </a:lnTo>
                <a:lnTo>
                  <a:pt x="501" y="748"/>
                </a:lnTo>
                <a:lnTo>
                  <a:pt x="500" y="747"/>
                </a:lnTo>
                <a:lnTo>
                  <a:pt x="499" y="747"/>
                </a:lnTo>
                <a:lnTo>
                  <a:pt x="499" y="748"/>
                </a:lnTo>
                <a:lnTo>
                  <a:pt x="499" y="749"/>
                </a:lnTo>
                <a:lnTo>
                  <a:pt x="500" y="751"/>
                </a:lnTo>
                <a:lnTo>
                  <a:pt x="501" y="753"/>
                </a:lnTo>
                <a:lnTo>
                  <a:pt x="501" y="755"/>
                </a:lnTo>
                <a:lnTo>
                  <a:pt x="501" y="757"/>
                </a:lnTo>
                <a:lnTo>
                  <a:pt x="501" y="759"/>
                </a:lnTo>
                <a:lnTo>
                  <a:pt x="501" y="760"/>
                </a:lnTo>
                <a:lnTo>
                  <a:pt x="501" y="761"/>
                </a:lnTo>
                <a:lnTo>
                  <a:pt x="500" y="761"/>
                </a:lnTo>
                <a:lnTo>
                  <a:pt x="500" y="762"/>
                </a:lnTo>
                <a:lnTo>
                  <a:pt x="501" y="762"/>
                </a:lnTo>
                <a:lnTo>
                  <a:pt x="501" y="763"/>
                </a:lnTo>
                <a:lnTo>
                  <a:pt x="501" y="764"/>
                </a:lnTo>
                <a:lnTo>
                  <a:pt x="501" y="765"/>
                </a:lnTo>
                <a:lnTo>
                  <a:pt x="502" y="765"/>
                </a:lnTo>
                <a:lnTo>
                  <a:pt x="502" y="766"/>
                </a:lnTo>
                <a:lnTo>
                  <a:pt x="502" y="767"/>
                </a:lnTo>
                <a:lnTo>
                  <a:pt x="502" y="768"/>
                </a:lnTo>
                <a:lnTo>
                  <a:pt x="502" y="769"/>
                </a:lnTo>
                <a:lnTo>
                  <a:pt x="502" y="771"/>
                </a:lnTo>
                <a:lnTo>
                  <a:pt x="503" y="773"/>
                </a:lnTo>
                <a:lnTo>
                  <a:pt x="503" y="774"/>
                </a:lnTo>
                <a:lnTo>
                  <a:pt x="502" y="774"/>
                </a:lnTo>
                <a:lnTo>
                  <a:pt x="499" y="774"/>
                </a:lnTo>
                <a:lnTo>
                  <a:pt x="496" y="773"/>
                </a:lnTo>
                <a:lnTo>
                  <a:pt x="490" y="772"/>
                </a:lnTo>
                <a:lnTo>
                  <a:pt x="489" y="772"/>
                </a:lnTo>
                <a:lnTo>
                  <a:pt x="488" y="772"/>
                </a:lnTo>
                <a:lnTo>
                  <a:pt x="487" y="771"/>
                </a:lnTo>
                <a:lnTo>
                  <a:pt x="484" y="772"/>
                </a:lnTo>
                <a:lnTo>
                  <a:pt x="484" y="774"/>
                </a:lnTo>
                <a:lnTo>
                  <a:pt x="484" y="775"/>
                </a:lnTo>
                <a:lnTo>
                  <a:pt x="484" y="776"/>
                </a:lnTo>
                <a:lnTo>
                  <a:pt x="483" y="778"/>
                </a:lnTo>
                <a:lnTo>
                  <a:pt x="483" y="779"/>
                </a:lnTo>
                <a:lnTo>
                  <a:pt x="482" y="779"/>
                </a:lnTo>
                <a:lnTo>
                  <a:pt x="482" y="780"/>
                </a:lnTo>
                <a:lnTo>
                  <a:pt x="481" y="780"/>
                </a:lnTo>
                <a:lnTo>
                  <a:pt x="481" y="781"/>
                </a:lnTo>
                <a:lnTo>
                  <a:pt x="480" y="782"/>
                </a:lnTo>
                <a:lnTo>
                  <a:pt x="479" y="783"/>
                </a:lnTo>
                <a:lnTo>
                  <a:pt x="478" y="783"/>
                </a:lnTo>
                <a:lnTo>
                  <a:pt x="477" y="784"/>
                </a:lnTo>
                <a:lnTo>
                  <a:pt x="476" y="785"/>
                </a:lnTo>
                <a:lnTo>
                  <a:pt x="475" y="785"/>
                </a:lnTo>
                <a:lnTo>
                  <a:pt x="474" y="784"/>
                </a:lnTo>
                <a:lnTo>
                  <a:pt x="472" y="787"/>
                </a:lnTo>
                <a:lnTo>
                  <a:pt x="472" y="788"/>
                </a:lnTo>
                <a:lnTo>
                  <a:pt x="471" y="790"/>
                </a:lnTo>
                <a:lnTo>
                  <a:pt x="471" y="791"/>
                </a:lnTo>
                <a:lnTo>
                  <a:pt x="467" y="791"/>
                </a:lnTo>
                <a:lnTo>
                  <a:pt x="466" y="790"/>
                </a:lnTo>
                <a:lnTo>
                  <a:pt x="465" y="790"/>
                </a:lnTo>
                <a:lnTo>
                  <a:pt x="464" y="789"/>
                </a:lnTo>
                <a:lnTo>
                  <a:pt x="463" y="789"/>
                </a:lnTo>
                <a:lnTo>
                  <a:pt x="463" y="790"/>
                </a:lnTo>
                <a:lnTo>
                  <a:pt x="462" y="791"/>
                </a:lnTo>
                <a:lnTo>
                  <a:pt x="460" y="791"/>
                </a:lnTo>
                <a:lnTo>
                  <a:pt x="459" y="791"/>
                </a:lnTo>
                <a:lnTo>
                  <a:pt x="458" y="790"/>
                </a:lnTo>
                <a:lnTo>
                  <a:pt x="456" y="791"/>
                </a:lnTo>
                <a:lnTo>
                  <a:pt x="455" y="792"/>
                </a:lnTo>
                <a:lnTo>
                  <a:pt x="454" y="792"/>
                </a:lnTo>
                <a:lnTo>
                  <a:pt x="453" y="791"/>
                </a:lnTo>
                <a:lnTo>
                  <a:pt x="453" y="790"/>
                </a:lnTo>
                <a:lnTo>
                  <a:pt x="453" y="789"/>
                </a:lnTo>
                <a:lnTo>
                  <a:pt x="451" y="788"/>
                </a:lnTo>
                <a:lnTo>
                  <a:pt x="450" y="788"/>
                </a:lnTo>
                <a:lnTo>
                  <a:pt x="449" y="788"/>
                </a:lnTo>
                <a:lnTo>
                  <a:pt x="449" y="787"/>
                </a:lnTo>
                <a:lnTo>
                  <a:pt x="448" y="787"/>
                </a:lnTo>
                <a:lnTo>
                  <a:pt x="448" y="786"/>
                </a:lnTo>
                <a:lnTo>
                  <a:pt x="448" y="785"/>
                </a:lnTo>
                <a:lnTo>
                  <a:pt x="445" y="782"/>
                </a:lnTo>
                <a:lnTo>
                  <a:pt x="445" y="781"/>
                </a:lnTo>
                <a:lnTo>
                  <a:pt x="444" y="781"/>
                </a:lnTo>
                <a:lnTo>
                  <a:pt x="443" y="782"/>
                </a:lnTo>
                <a:lnTo>
                  <a:pt x="443" y="783"/>
                </a:lnTo>
                <a:lnTo>
                  <a:pt x="442" y="783"/>
                </a:lnTo>
                <a:lnTo>
                  <a:pt x="442" y="782"/>
                </a:lnTo>
                <a:lnTo>
                  <a:pt x="442" y="780"/>
                </a:lnTo>
                <a:lnTo>
                  <a:pt x="442" y="779"/>
                </a:lnTo>
                <a:lnTo>
                  <a:pt x="441" y="778"/>
                </a:lnTo>
                <a:lnTo>
                  <a:pt x="439" y="778"/>
                </a:lnTo>
                <a:lnTo>
                  <a:pt x="439" y="779"/>
                </a:lnTo>
                <a:lnTo>
                  <a:pt x="438" y="777"/>
                </a:lnTo>
                <a:lnTo>
                  <a:pt x="438" y="776"/>
                </a:lnTo>
                <a:lnTo>
                  <a:pt x="437" y="775"/>
                </a:lnTo>
                <a:lnTo>
                  <a:pt x="437" y="774"/>
                </a:lnTo>
                <a:lnTo>
                  <a:pt x="437" y="773"/>
                </a:lnTo>
                <a:lnTo>
                  <a:pt x="435" y="772"/>
                </a:lnTo>
                <a:lnTo>
                  <a:pt x="434" y="771"/>
                </a:lnTo>
                <a:lnTo>
                  <a:pt x="432" y="770"/>
                </a:lnTo>
                <a:lnTo>
                  <a:pt x="431" y="771"/>
                </a:lnTo>
                <a:lnTo>
                  <a:pt x="429" y="771"/>
                </a:lnTo>
                <a:lnTo>
                  <a:pt x="428" y="771"/>
                </a:lnTo>
                <a:lnTo>
                  <a:pt x="427" y="771"/>
                </a:lnTo>
                <a:lnTo>
                  <a:pt x="427" y="772"/>
                </a:lnTo>
                <a:lnTo>
                  <a:pt x="427" y="773"/>
                </a:lnTo>
                <a:lnTo>
                  <a:pt x="426" y="773"/>
                </a:lnTo>
                <a:lnTo>
                  <a:pt x="425" y="773"/>
                </a:lnTo>
                <a:lnTo>
                  <a:pt x="424" y="774"/>
                </a:lnTo>
                <a:lnTo>
                  <a:pt x="423" y="774"/>
                </a:lnTo>
                <a:lnTo>
                  <a:pt x="423" y="775"/>
                </a:lnTo>
                <a:lnTo>
                  <a:pt x="424" y="775"/>
                </a:lnTo>
                <a:lnTo>
                  <a:pt x="424" y="774"/>
                </a:lnTo>
                <a:lnTo>
                  <a:pt x="425" y="774"/>
                </a:lnTo>
                <a:lnTo>
                  <a:pt x="425" y="775"/>
                </a:lnTo>
                <a:lnTo>
                  <a:pt x="425" y="776"/>
                </a:lnTo>
                <a:lnTo>
                  <a:pt x="424" y="776"/>
                </a:lnTo>
                <a:lnTo>
                  <a:pt x="423" y="776"/>
                </a:lnTo>
                <a:lnTo>
                  <a:pt x="422" y="777"/>
                </a:lnTo>
                <a:lnTo>
                  <a:pt x="423" y="778"/>
                </a:lnTo>
                <a:lnTo>
                  <a:pt x="422" y="778"/>
                </a:lnTo>
                <a:lnTo>
                  <a:pt x="421" y="777"/>
                </a:lnTo>
                <a:lnTo>
                  <a:pt x="421" y="776"/>
                </a:lnTo>
                <a:lnTo>
                  <a:pt x="421" y="774"/>
                </a:lnTo>
                <a:lnTo>
                  <a:pt x="420" y="774"/>
                </a:lnTo>
                <a:lnTo>
                  <a:pt x="420" y="775"/>
                </a:lnTo>
                <a:lnTo>
                  <a:pt x="420" y="776"/>
                </a:lnTo>
                <a:lnTo>
                  <a:pt x="419" y="776"/>
                </a:lnTo>
                <a:lnTo>
                  <a:pt x="418" y="776"/>
                </a:lnTo>
                <a:lnTo>
                  <a:pt x="417" y="777"/>
                </a:lnTo>
                <a:lnTo>
                  <a:pt x="416" y="778"/>
                </a:lnTo>
                <a:lnTo>
                  <a:pt x="416" y="779"/>
                </a:lnTo>
                <a:lnTo>
                  <a:pt x="417" y="779"/>
                </a:lnTo>
                <a:lnTo>
                  <a:pt x="418" y="778"/>
                </a:lnTo>
                <a:lnTo>
                  <a:pt x="419" y="778"/>
                </a:lnTo>
                <a:lnTo>
                  <a:pt x="420" y="779"/>
                </a:lnTo>
                <a:lnTo>
                  <a:pt x="421" y="779"/>
                </a:lnTo>
                <a:lnTo>
                  <a:pt x="421" y="780"/>
                </a:lnTo>
                <a:lnTo>
                  <a:pt x="421" y="781"/>
                </a:lnTo>
                <a:lnTo>
                  <a:pt x="420" y="782"/>
                </a:lnTo>
                <a:lnTo>
                  <a:pt x="419" y="782"/>
                </a:lnTo>
                <a:lnTo>
                  <a:pt x="419" y="783"/>
                </a:lnTo>
                <a:lnTo>
                  <a:pt x="418" y="783"/>
                </a:lnTo>
                <a:lnTo>
                  <a:pt x="417" y="783"/>
                </a:lnTo>
                <a:lnTo>
                  <a:pt x="416" y="783"/>
                </a:lnTo>
                <a:lnTo>
                  <a:pt x="416" y="784"/>
                </a:lnTo>
                <a:lnTo>
                  <a:pt x="417" y="785"/>
                </a:lnTo>
                <a:lnTo>
                  <a:pt x="417" y="786"/>
                </a:lnTo>
                <a:lnTo>
                  <a:pt x="417" y="787"/>
                </a:lnTo>
                <a:lnTo>
                  <a:pt x="417" y="788"/>
                </a:lnTo>
                <a:lnTo>
                  <a:pt x="417" y="789"/>
                </a:lnTo>
                <a:lnTo>
                  <a:pt x="418" y="789"/>
                </a:lnTo>
                <a:lnTo>
                  <a:pt x="417" y="789"/>
                </a:lnTo>
                <a:lnTo>
                  <a:pt x="416" y="790"/>
                </a:lnTo>
                <a:lnTo>
                  <a:pt x="415" y="790"/>
                </a:lnTo>
                <a:lnTo>
                  <a:pt x="415" y="791"/>
                </a:lnTo>
                <a:lnTo>
                  <a:pt x="416" y="792"/>
                </a:lnTo>
                <a:lnTo>
                  <a:pt x="416" y="793"/>
                </a:lnTo>
                <a:lnTo>
                  <a:pt x="417" y="793"/>
                </a:lnTo>
                <a:lnTo>
                  <a:pt x="417" y="794"/>
                </a:lnTo>
                <a:lnTo>
                  <a:pt x="417" y="795"/>
                </a:lnTo>
                <a:lnTo>
                  <a:pt x="416" y="796"/>
                </a:lnTo>
                <a:lnTo>
                  <a:pt x="416" y="797"/>
                </a:lnTo>
                <a:lnTo>
                  <a:pt x="416" y="799"/>
                </a:lnTo>
                <a:lnTo>
                  <a:pt x="416" y="800"/>
                </a:lnTo>
                <a:lnTo>
                  <a:pt x="415" y="800"/>
                </a:lnTo>
                <a:lnTo>
                  <a:pt x="414" y="802"/>
                </a:lnTo>
                <a:lnTo>
                  <a:pt x="413" y="802"/>
                </a:lnTo>
                <a:lnTo>
                  <a:pt x="413" y="801"/>
                </a:lnTo>
                <a:lnTo>
                  <a:pt x="413" y="800"/>
                </a:lnTo>
                <a:lnTo>
                  <a:pt x="412" y="800"/>
                </a:lnTo>
                <a:lnTo>
                  <a:pt x="411" y="800"/>
                </a:lnTo>
                <a:lnTo>
                  <a:pt x="410" y="801"/>
                </a:lnTo>
                <a:lnTo>
                  <a:pt x="409" y="804"/>
                </a:lnTo>
                <a:lnTo>
                  <a:pt x="409" y="805"/>
                </a:lnTo>
                <a:lnTo>
                  <a:pt x="408" y="805"/>
                </a:lnTo>
                <a:lnTo>
                  <a:pt x="407" y="805"/>
                </a:lnTo>
                <a:lnTo>
                  <a:pt x="405" y="805"/>
                </a:lnTo>
                <a:lnTo>
                  <a:pt x="404" y="805"/>
                </a:lnTo>
                <a:lnTo>
                  <a:pt x="403" y="805"/>
                </a:lnTo>
                <a:lnTo>
                  <a:pt x="402" y="805"/>
                </a:lnTo>
                <a:lnTo>
                  <a:pt x="402" y="806"/>
                </a:lnTo>
                <a:lnTo>
                  <a:pt x="401" y="805"/>
                </a:lnTo>
                <a:lnTo>
                  <a:pt x="401" y="804"/>
                </a:lnTo>
                <a:lnTo>
                  <a:pt x="400" y="802"/>
                </a:lnTo>
                <a:lnTo>
                  <a:pt x="400" y="801"/>
                </a:lnTo>
                <a:lnTo>
                  <a:pt x="400" y="800"/>
                </a:lnTo>
                <a:lnTo>
                  <a:pt x="399" y="799"/>
                </a:lnTo>
                <a:lnTo>
                  <a:pt x="399" y="798"/>
                </a:lnTo>
                <a:lnTo>
                  <a:pt x="399" y="797"/>
                </a:lnTo>
                <a:lnTo>
                  <a:pt x="399" y="796"/>
                </a:lnTo>
                <a:lnTo>
                  <a:pt x="398" y="795"/>
                </a:lnTo>
                <a:lnTo>
                  <a:pt x="397" y="794"/>
                </a:lnTo>
                <a:lnTo>
                  <a:pt x="396" y="792"/>
                </a:lnTo>
                <a:lnTo>
                  <a:pt x="396" y="791"/>
                </a:lnTo>
                <a:lnTo>
                  <a:pt x="395" y="789"/>
                </a:lnTo>
                <a:lnTo>
                  <a:pt x="395" y="788"/>
                </a:lnTo>
                <a:lnTo>
                  <a:pt x="395" y="787"/>
                </a:lnTo>
                <a:lnTo>
                  <a:pt x="395" y="786"/>
                </a:lnTo>
                <a:lnTo>
                  <a:pt x="395" y="784"/>
                </a:lnTo>
                <a:lnTo>
                  <a:pt x="395" y="783"/>
                </a:lnTo>
                <a:lnTo>
                  <a:pt x="396" y="782"/>
                </a:lnTo>
                <a:lnTo>
                  <a:pt x="396" y="781"/>
                </a:lnTo>
                <a:lnTo>
                  <a:pt x="396" y="780"/>
                </a:lnTo>
                <a:lnTo>
                  <a:pt x="396" y="779"/>
                </a:lnTo>
                <a:lnTo>
                  <a:pt x="395" y="779"/>
                </a:lnTo>
                <a:lnTo>
                  <a:pt x="395" y="778"/>
                </a:lnTo>
                <a:lnTo>
                  <a:pt x="394" y="778"/>
                </a:lnTo>
                <a:lnTo>
                  <a:pt x="393" y="776"/>
                </a:lnTo>
                <a:lnTo>
                  <a:pt x="392" y="775"/>
                </a:lnTo>
                <a:lnTo>
                  <a:pt x="391" y="773"/>
                </a:lnTo>
                <a:lnTo>
                  <a:pt x="391" y="772"/>
                </a:lnTo>
                <a:lnTo>
                  <a:pt x="390" y="772"/>
                </a:lnTo>
                <a:lnTo>
                  <a:pt x="390" y="771"/>
                </a:lnTo>
                <a:lnTo>
                  <a:pt x="389" y="770"/>
                </a:lnTo>
                <a:lnTo>
                  <a:pt x="389" y="769"/>
                </a:lnTo>
                <a:lnTo>
                  <a:pt x="389" y="768"/>
                </a:lnTo>
                <a:lnTo>
                  <a:pt x="388" y="767"/>
                </a:lnTo>
                <a:lnTo>
                  <a:pt x="388" y="766"/>
                </a:lnTo>
                <a:lnTo>
                  <a:pt x="386" y="764"/>
                </a:lnTo>
                <a:lnTo>
                  <a:pt x="386" y="763"/>
                </a:lnTo>
                <a:lnTo>
                  <a:pt x="383" y="764"/>
                </a:lnTo>
                <a:lnTo>
                  <a:pt x="383" y="765"/>
                </a:lnTo>
                <a:lnTo>
                  <a:pt x="381" y="765"/>
                </a:lnTo>
                <a:lnTo>
                  <a:pt x="380" y="765"/>
                </a:lnTo>
                <a:lnTo>
                  <a:pt x="380" y="764"/>
                </a:lnTo>
                <a:lnTo>
                  <a:pt x="381" y="763"/>
                </a:lnTo>
                <a:lnTo>
                  <a:pt x="382" y="762"/>
                </a:lnTo>
                <a:lnTo>
                  <a:pt x="383" y="761"/>
                </a:lnTo>
                <a:lnTo>
                  <a:pt x="382" y="761"/>
                </a:lnTo>
                <a:lnTo>
                  <a:pt x="381" y="761"/>
                </a:lnTo>
                <a:lnTo>
                  <a:pt x="380" y="762"/>
                </a:lnTo>
                <a:lnTo>
                  <a:pt x="379" y="762"/>
                </a:lnTo>
                <a:lnTo>
                  <a:pt x="378" y="762"/>
                </a:lnTo>
                <a:lnTo>
                  <a:pt x="378" y="761"/>
                </a:lnTo>
                <a:lnTo>
                  <a:pt x="377" y="761"/>
                </a:lnTo>
                <a:lnTo>
                  <a:pt x="379" y="760"/>
                </a:lnTo>
                <a:lnTo>
                  <a:pt x="380" y="760"/>
                </a:lnTo>
                <a:lnTo>
                  <a:pt x="382" y="759"/>
                </a:lnTo>
                <a:lnTo>
                  <a:pt x="383" y="759"/>
                </a:lnTo>
                <a:lnTo>
                  <a:pt x="382" y="757"/>
                </a:lnTo>
                <a:lnTo>
                  <a:pt x="382" y="756"/>
                </a:lnTo>
                <a:lnTo>
                  <a:pt x="381" y="757"/>
                </a:lnTo>
                <a:lnTo>
                  <a:pt x="380" y="757"/>
                </a:lnTo>
                <a:lnTo>
                  <a:pt x="379" y="757"/>
                </a:lnTo>
                <a:lnTo>
                  <a:pt x="379" y="756"/>
                </a:lnTo>
                <a:lnTo>
                  <a:pt x="379" y="755"/>
                </a:lnTo>
                <a:lnTo>
                  <a:pt x="379" y="754"/>
                </a:lnTo>
                <a:lnTo>
                  <a:pt x="380" y="754"/>
                </a:lnTo>
                <a:lnTo>
                  <a:pt x="380" y="753"/>
                </a:lnTo>
                <a:lnTo>
                  <a:pt x="379" y="751"/>
                </a:lnTo>
                <a:lnTo>
                  <a:pt x="378" y="751"/>
                </a:lnTo>
                <a:lnTo>
                  <a:pt x="377" y="749"/>
                </a:lnTo>
                <a:lnTo>
                  <a:pt x="376" y="749"/>
                </a:lnTo>
                <a:lnTo>
                  <a:pt x="375" y="747"/>
                </a:lnTo>
                <a:lnTo>
                  <a:pt x="374" y="747"/>
                </a:lnTo>
                <a:lnTo>
                  <a:pt x="374" y="746"/>
                </a:lnTo>
                <a:lnTo>
                  <a:pt x="373" y="746"/>
                </a:lnTo>
                <a:lnTo>
                  <a:pt x="371" y="744"/>
                </a:lnTo>
                <a:lnTo>
                  <a:pt x="371" y="743"/>
                </a:lnTo>
                <a:lnTo>
                  <a:pt x="370" y="743"/>
                </a:lnTo>
                <a:lnTo>
                  <a:pt x="370" y="742"/>
                </a:lnTo>
                <a:lnTo>
                  <a:pt x="370" y="741"/>
                </a:lnTo>
                <a:lnTo>
                  <a:pt x="369" y="741"/>
                </a:lnTo>
                <a:lnTo>
                  <a:pt x="369" y="740"/>
                </a:lnTo>
                <a:lnTo>
                  <a:pt x="368" y="740"/>
                </a:lnTo>
                <a:lnTo>
                  <a:pt x="367" y="740"/>
                </a:lnTo>
                <a:lnTo>
                  <a:pt x="366" y="741"/>
                </a:lnTo>
                <a:lnTo>
                  <a:pt x="365" y="741"/>
                </a:lnTo>
                <a:lnTo>
                  <a:pt x="362" y="742"/>
                </a:lnTo>
                <a:lnTo>
                  <a:pt x="362" y="741"/>
                </a:lnTo>
                <a:lnTo>
                  <a:pt x="362" y="739"/>
                </a:lnTo>
                <a:lnTo>
                  <a:pt x="361" y="739"/>
                </a:lnTo>
                <a:lnTo>
                  <a:pt x="360" y="738"/>
                </a:lnTo>
                <a:lnTo>
                  <a:pt x="357" y="736"/>
                </a:lnTo>
                <a:lnTo>
                  <a:pt x="356" y="736"/>
                </a:lnTo>
                <a:lnTo>
                  <a:pt x="356" y="734"/>
                </a:lnTo>
                <a:lnTo>
                  <a:pt x="356" y="733"/>
                </a:lnTo>
                <a:lnTo>
                  <a:pt x="357" y="733"/>
                </a:lnTo>
                <a:lnTo>
                  <a:pt x="360" y="732"/>
                </a:lnTo>
                <a:lnTo>
                  <a:pt x="361" y="732"/>
                </a:lnTo>
                <a:lnTo>
                  <a:pt x="361" y="733"/>
                </a:lnTo>
                <a:lnTo>
                  <a:pt x="362" y="733"/>
                </a:lnTo>
                <a:lnTo>
                  <a:pt x="361" y="732"/>
                </a:lnTo>
                <a:lnTo>
                  <a:pt x="360" y="729"/>
                </a:lnTo>
                <a:lnTo>
                  <a:pt x="358" y="726"/>
                </a:lnTo>
                <a:lnTo>
                  <a:pt x="357" y="725"/>
                </a:lnTo>
                <a:lnTo>
                  <a:pt x="356" y="725"/>
                </a:lnTo>
                <a:lnTo>
                  <a:pt x="354" y="726"/>
                </a:lnTo>
                <a:lnTo>
                  <a:pt x="352" y="726"/>
                </a:lnTo>
                <a:lnTo>
                  <a:pt x="351" y="726"/>
                </a:lnTo>
                <a:lnTo>
                  <a:pt x="351" y="725"/>
                </a:lnTo>
                <a:lnTo>
                  <a:pt x="351" y="724"/>
                </a:lnTo>
                <a:lnTo>
                  <a:pt x="352" y="722"/>
                </a:lnTo>
                <a:lnTo>
                  <a:pt x="353" y="722"/>
                </a:lnTo>
                <a:lnTo>
                  <a:pt x="354" y="722"/>
                </a:lnTo>
                <a:lnTo>
                  <a:pt x="356" y="721"/>
                </a:lnTo>
                <a:lnTo>
                  <a:pt x="357" y="721"/>
                </a:lnTo>
                <a:lnTo>
                  <a:pt x="357" y="720"/>
                </a:lnTo>
                <a:lnTo>
                  <a:pt x="356" y="720"/>
                </a:lnTo>
                <a:lnTo>
                  <a:pt x="355" y="721"/>
                </a:lnTo>
                <a:lnTo>
                  <a:pt x="354" y="721"/>
                </a:lnTo>
                <a:lnTo>
                  <a:pt x="353" y="720"/>
                </a:lnTo>
                <a:lnTo>
                  <a:pt x="352" y="719"/>
                </a:lnTo>
                <a:lnTo>
                  <a:pt x="351" y="719"/>
                </a:lnTo>
                <a:lnTo>
                  <a:pt x="350" y="720"/>
                </a:lnTo>
                <a:lnTo>
                  <a:pt x="349" y="720"/>
                </a:lnTo>
                <a:lnTo>
                  <a:pt x="349" y="719"/>
                </a:lnTo>
                <a:lnTo>
                  <a:pt x="349" y="718"/>
                </a:lnTo>
                <a:lnTo>
                  <a:pt x="349" y="717"/>
                </a:lnTo>
                <a:lnTo>
                  <a:pt x="349" y="715"/>
                </a:lnTo>
                <a:lnTo>
                  <a:pt x="350" y="715"/>
                </a:lnTo>
                <a:lnTo>
                  <a:pt x="349" y="714"/>
                </a:lnTo>
                <a:lnTo>
                  <a:pt x="346" y="713"/>
                </a:lnTo>
                <a:lnTo>
                  <a:pt x="346" y="714"/>
                </a:lnTo>
                <a:lnTo>
                  <a:pt x="346" y="715"/>
                </a:lnTo>
                <a:lnTo>
                  <a:pt x="345" y="715"/>
                </a:lnTo>
                <a:lnTo>
                  <a:pt x="344" y="715"/>
                </a:lnTo>
                <a:lnTo>
                  <a:pt x="344" y="714"/>
                </a:lnTo>
                <a:lnTo>
                  <a:pt x="344" y="713"/>
                </a:lnTo>
                <a:lnTo>
                  <a:pt x="345" y="713"/>
                </a:lnTo>
                <a:lnTo>
                  <a:pt x="345" y="712"/>
                </a:lnTo>
                <a:lnTo>
                  <a:pt x="343" y="711"/>
                </a:lnTo>
                <a:lnTo>
                  <a:pt x="336" y="707"/>
                </a:lnTo>
                <a:lnTo>
                  <a:pt x="335" y="707"/>
                </a:lnTo>
                <a:lnTo>
                  <a:pt x="335" y="706"/>
                </a:lnTo>
                <a:lnTo>
                  <a:pt x="334" y="706"/>
                </a:lnTo>
                <a:lnTo>
                  <a:pt x="333" y="706"/>
                </a:lnTo>
                <a:lnTo>
                  <a:pt x="334" y="709"/>
                </a:lnTo>
                <a:lnTo>
                  <a:pt x="335" y="709"/>
                </a:lnTo>
                <a:lnTo>
                  <a:pt x="335" y="708"/>
                </a:lnTo>
                <a:lnTo>
                  <a:pt x="336" y="708"/>
                </a:lnTo>
                <a:lnTo>
                  <a:pt x="337" y="708"/>
                </a:lnTo>
                <a:lnTo>
                  <a:pt x="338" y="709"/>
                </a:lnTo>
                <a:lnTo>
                  <a:pt x="338" y="711"/>
                </a:lnTo>
                <a:lnTo>
                  <a:pt x="337" y="711"/>
                </a:lnTo>
                <a:lnTo>
                  <a:pt x="336" y="711"/>
                </a:lnTo>
                <a:lnTo>
                  <a:pt x="334" y="711"/>
                </a:lnTo>
                <a:lnTo>
                  <a:pt x="333" y="710"/>
                </a:lnTo>
                <a:lnTo>
                  <a:pt x="334" y="710"/>
                </a:lnTo>
                <a:lnTo>
                  <a:pt x="334" y="709"/>
                </a:lnTo>
                <a:lnTo>
                  <a:pt x="333" y="706"/>
                </a:lnTo>
                <a:lnTo>
                  <a:pt x="333" y="705"/>
                </a:lnTo>
                <a:lnTo>
                  <a:pt x="329" y="703"/>
                </a:lnTo>
                <a:lnTo>
                  <a:pt x="328" y="703"/>
                </a:lnTo>
                <a:lnTo>
                  <a:pt x="328" y="704"/>
                </a:lnTo>
                <a:lnTo>
                  <a:pt x="329" y="709"/>
                </a:lnTo>
                <a:lnTo>
                  <a:pt x="329" y="710"/>
                </a:lnTo>
                <a:lnTo>
                  <a:pt x="330" y="710"/>
                </a:lnTo>
                <a:lnTo>
                  <a:pt x="330" y="711"/>
                </a:lnTo>
                <a:lnTo>
                  <a:pt x="328" y="711"/>
                </a:lnTo>
                <a:lnTo>
                  <a:pt x="328" y="710"/>
                </a:lnTo>
                <a:lnTo>
                  <a:pt x="328" y="709"/>
                </a:lnTo>
                <a:lnTo>
                  <a:pt x="328" y="705"/>
                </a:lnTo>
                <a:lnTo>
                  <a:pt x="327" y="703"/>
                </a:lnTo>
                <a:lnTo>
                  <a:pt x="327" y="702"/>
                </a:lnTo>
                <a:lnTo>
                  <a:pt x="325" y="702"/>
                </a:lnTo>
                <a:lnTo>
                  <a:pt x="325" y="703"/>
                </a:lnTo>
                <a:lnTo>
                  <a:pt x="324" y="704"/>
                </a:lnTo>
                <a:lnTo>
                  <a:pt x="325" y="707"/>
                </a:lnTo>
                <a:lnTo>
                  <a:pt x="325" y="708"/>
                </a:lnTo>
                <a:lnTo>
                  <a:pt x="326" y="709"/>
                </a:lnTo>
                <a:lnTo>
                  <a:pt x="326" y="710"/>
                </a:lnTo>
                <a:lnTo>
                  <a:pt x="326" y="712"/>
                </a:lnTo>
                <a:lnTo>
                  <a:pt x="325" y="714"/>
                </a:lnTo>
                <a:lnTo>
                  <a:pt x="324" y="714"/>
                </a:lnTo>
                <a:lnTo>
                  <a:pt x="323" y="714"/>
                </a:lnTo>
                <a:lnTo>
                  <a:pt x="322" y="715"/>
                </a:lnTo>
                <a:lnTo>
                  <a:pt x="322" y="716"/>
                </a:lnTo>
                <a:lnTo>
                  <a:pt x="321" y="716"/>
                </a:lnTo>
                <a:lnTo>
                  <a:pt x="321" y="715"/>
                </a:lnTo>
                <a:lnTo>
                  <a:pt x="321" y="714"/>
                </a:lnTo>
                <a:lnTo>
                  <a:pt x="320" y="714"/>
                </a:lnTo>
                <a:lnTo>
                  <a:pt x="319" y="714"/>
                </a:lnTo>
                <a:lnTo>
                  <a:pt x="318" y="713"/>
                </a:lnTo>
                <a:lnTo>
                  <a:pt x="317" y="713"/>
                </a:lnTo>
                <a:lnTo>
                  <a:pt x="316" y="713"/>
                </a:lnTo>
                <a:lnTo>
                  <a:pt x="315" y="713"/>
                </a:lnTo>
                <a:lnTo>
                  <a:pt x="314" y="713"/>
                </a:lnTo>
                <a:lnTo>
                  <a:pt x="314" y="712"/>
                </a:lnTo>
                <a:lnTo>
                  <a:pt x="313" y="712"/>
                </a:lnTo>
                <a:lnTo>
                  <a:pt x="313" y="711"/>
                </a:lnTo>
                <a:lnTo>
                  <a:pt x="312" y="711"/>
                </a:lnTo>
                <a:lnTo>
                  <a:pt x="310" y="711"/>
                </a:lnTo>
                <a:lnTo>
                  <a:pt x="309" y="711"/>
                </a:lnTo>
                <a:lnTo>
                  <a:pt x="308" y="711"/>
                </a:lnTo>
                <a:lnTo>
                  <a:pt x="308" y="712"/>
                </a:lnTo>
                <a:lnTo>
                  <a:pt x="306" y="713"/>
                </a:lnTo>
                <a:lnTo>
                  <a:pt x="305" y="713"/>
                </a:lnTo>
                <a:lnTo>
                  <a:pt x="305" y="714"/>
                </a:lnTo>
                <a:lnTo>
                  <a:pt x="304" y="714"/>
                </a:lnTo>
                <a:lnTo>
                  <a:pt x="303" y="714"/>
                </a:lnTo>
                <a:lnTo>
                  <a:pt x="303" y="713"/>
                </a:lnTo>
                <a:lnTo>
                  <a:pt x="302" y="713"/>
                </a:lnTo>
                <a:lnTo>
                  <a:pt x="301" y="712"/>
                </a:lnTo>
                <a:lnTo>
                  <a:pt x="300" y="712"/>
                </a:lnTo>
                <a:lnTo>
                  <a:pt x="299" y="712"/>
                </a:lnTo>
                <a:lnTo>
                  <a:pt x="298" y="713"/>
                </a:lnTo>
                <a:lnTo>
                  <a:pt x="299" y="713"/>
                </a:lnTo>
                <a:lnTo>
                  <a:pt x="298" y="714"/>
                </a:lnTo>
                <a:lnTo>
                  <a:pt x="298" y="715"/>
                </a:lnTo>
                <a:lnTo>
                  <a:pt x="297" y="716"/>
                </a:lnTo>
                <a:lnTo>
                  <a:pt x="295" y="717"/>
                </a:lnTo>
                <a:lnTo>
                  <a:pt x="294" y="717"/>
                </a:lnTo>
                <a:lnTo>
                  <a:pt x="292" y="718"/>
                </a:lnTo>
                <a:lnTo>
                  <a:pt x="291" y="719"/>
                </a:lnTo>
                <a:lnTo>
                  <a:pt x="289" y="720"/>
                </a:lnTo>
                <a:lnTo>
                  <a:pt x="288" y="720"/>
                </a:lnTo>
                <a:lnTo>
                  <a:pt x="287" y="720"/>
                </a:lnTo>
                <a:lnTo>
                  <a:pt x="286" y="720"/>
                </a:lnTo>
                <a:lnTo>
                  <a:pt x="286" y="721"/>
                </a:lnTo>
                <a:lnTo>
                  <a:pt x="284" y="721"/>
                </a:lnTo>
                <a:lnTo>
                  <a:pt x="283" y="721"/>
                </a:lnTo>
                <a:lnTo>
                  <a:pt x="282" y="721"/>
                </a:lnTo>
                <a:lnTo>
                  <a:pt x="280" y="721"/>
                </a:lnTo>
                <a:lnTo>
                  <a:pt x="280" y="722"/>
                </a:lnTo>
                <a:lnTo>
                  <a:pt x="277" y="723"/>
                </a:lnTo>
                <a:lnTo>
                  <a:pt x="276" y="724"/>
                </a:lnTo>
                <a:lnTo>
                  <a:pt x="275" y="723"/>
                </a:lnTo>
                <a:lnTo>
                  <a:pt x="273" y="723"/>
                </a:lnTo>
                <a:lnTo>
                  <a:pt x="272" y="723"/>
                </a:lnTo>
                <a:lnTo>
                  <a:pt x="272" y="724"/>
                </a:lnTo>
                <a:lnTo>
                  <a:pt x="272" y="725"/>
                </a:lnTo>
                <a:lnTo>
                  <a:pt x="271" y="725"/>
                </a:lnTo>
                <a:lnTo>
                  <a:pt x="271" y="726"/>
                </a:lnTo>
                <a:lnTo>
                  <a:pt x="270" y="727"/>
                </a:lnTo>
                <a:lnTo>
                  <a:pt x="269" y="727"/>
                </a:lnTo>
                <a:lnTo>
                  <a:pt x="269" y="728"/>
                </a:lnTo>
                <a:lnTo>
                  <a:pt x="269" y="729"/>
                </a:lnTo>
                <a:lnTo>
                  <a:pt x="268" y="729"/>
                </a:lnTo>
                <a:lnTo>
                  <a:pt x="268" y="731"/>
                </a:lnTo>
                <a:lnTo>
                  <a:pt x="267" y="731"/>
                </a:lnTo>
                <a:lnTo>
                  <a:pt x="267" y="732"/>
                </a:lnTo>
                <a:lnTo>
                  <a:pt x="266" y="733"/>
                </a:lnTo>
                <a:lnTo>
                  <a:pt x="266" y="734"/>
                </a:lnTo>
                <a:lnTo>
                  <a:pt x="266" y="735"/>
                </a:lnTo>
                <a:lnTo>
                  <a:pt x="267" y="735"/>
                </a:lnTo>
                <a:lnTo>
                  <a:pt x="267" y="736"/>
                </a:lnTo>
                <a:lnTo>
                  <a:pt x="266" y="738"/>
                </a:lnTo>
                <a:lnTo>
                  <a:pt x="266" y="739"/>
                </a:lnTo>
                <a:lnTo>
                  <a:pt x="266" y="740"/>
                </a:lnTo>
                <a:lnTo>
                  <a:pt x="267" y="740"/>
                </a:lnTo>
                <a:lnTo>
                  <a:pt x="267" y="741"/>
                </a:lnTo>
                <a:lnTo>
                  <a:pt x="267" y="742"/>
                </a:lnTo>
                <a:lnTo>
                  <a:pt x="266" y="742"/>
                </a:lnTo>
                <a:lnTo>
                  <a:pt x="266" y="743"/>
                </a:lnTo>
                <a:lnTo>
                  <a:pt x="266" y="744"/>
                </a:lnTo>
                <a:lnTo>
                  <a:pt x="266" y="746"/>
                </a:lnTo>
                <a:lnTo>
                  <a:pt x="267" y="748"/>
                </a:lnTo>
                <a:lnTo>
                  <a:pt x="267" y="751"/>
                </a:lnTo>
                <a:lnTo>
                  <a:pt x="266" y="752"/>
                </a:lnTo>
                <a:lnTo>
                  <a:pt x="266" y="755"/>
                </a:lnTo>
                <a:lnTo>
                  <a:pt x="263" y="756"/>
                </a:lnTo>
                <a:lnTo>
                  <a:pt x="262" y="756"/>
                </a:lnTo>
                <a:lnTo>
                  <a:pt x="261" y="756"/>
                </a:lnTo>
                <a:lnTo>
                  <a:pt x="261" y="757"/>
                </a:lnTo>
                <a:lnTo>
                  <a:pt x="261" y="758"/>
                </a:lnTo>
                <a:lnTo>
                  <a:pt x="261" y="759"/>
                </a:lnTo>
                <a:lnTo>
                  <a:pt x="262" y="760"/>
                </a:lnTo>
                <a:lnTo>
                  <a:pt x="262" y="761"/>
                </a:lnTo>
                <a:lnTo>
                  <a:pt x="261" y="762"/>
                </a:lnTo>
                <a:lnTo>
                  <a:pt x="261" y="763"/>
                </a:lnTo>
                <a:lnTo>
                  <a:pt x="262" y="764"/>
                </a:lnTo>
                <a:lnTo>
                  <a:pt x="263" y="763"/>
                </a:lnTo>
                <a:lnTo>
                  <a:pt x="264" y="763"/>
                </a:lnTo>
                <a:lnTo>
                  <a:pt x="264" y="762"/>
                </a:lnTo>
                <a:lnTo>
                  <a:pt x="264" y="763"/>
                </a:lnTo>
                <a:lnTo>
                  <a:pt x="265" y="763"/>
                </a:lnTo>
                <a:lnTo>
                  <a:pt x="267" y="765"/>
                </a:lnTo>
                <a:lnTo>
                  <a:pt x="267" y="766"/>
                </a:lnTo>
                <a:lnTo>
                  <a:pt x="266" y="767"/>
                </a:lnTo>
                <a:lnTo>
                  <a:pt x="265" y="770"/>
                </a:lnTo>
                <a:lnTo>
                  <a:pt x="265" y="771"/>
                </a:lnTo>
                <a:lnTo>
                  <a:pt x="266" y="772"/>
                </a:lnTo>
                <a:lnTo>
                  <a:pt x="266" y="773"/>
                </a:lnTo>
                <a:lnTo>
                  <a:pt x="266" y="774"/>
                </a:lnTo>
                <a:lnTo>
                  <a:pt x="266" y="775"/>
                </a:lnTo>
                <a:lnTo>
                  <a:pt x="265" y="776"/>
                </a:lnTo>
                <a:lnTo>
                  <a:pt x="264" y="776"/>
                </a:lnTo>
                <a:lnTo>
                  <a:pt x="264" y="778"/>
                </a:lnTo>
                <a:lnTo>
                  <a:pt x="265" y="779"/>
                </a:lnTo>
                <a:lnTo>
                  <a:pt x="265" y="780"/>
                </a:lnTo>
                <a:lnTo>
                  <a:pt x="264" y="781"/>
                </a:lnTo>
                <a:lnTo>
                  <a:pt x="262" y="783"/>
                </a:lnTo>
                <a:lnTo>
                  <a:pt x="261" y="783"/>
                </a:lnTo>
                <a:lnTo>
                  <a:pt x="260" y="783"/>
                </a:lnTo>
                <a:lnTo>
                  <a:pt x="259" y="783"/>
                </a:lnTo>
                <a:lnTo>
                  <a:pt x="259" y="786"/>
                </a:lnTo>
                <a:lnTo>
                  <a:pt x="258" y="788"/>
                </a:lnTo>
                <a:lnTo>
                  <a:pt x="257" y="788"/>
                </a:lnTo>
                <a:lnTo>
                  <a:pt x="257" y="789"/>
                </a:lnTo>
                <a:lnTo>
                  <a:pt x="256" y="789"/>
                </a:lnTo>
                <a:lnTo>
                  <a:pt x="255" y="788"/>
                </a:lnTo>
                <a:lnTo>
                  <a:pt x="254" y="788"/>
                </a:lnTo>
                <a:lnTo>
                  <a:pt x="253" y="787"/>
                </a:lnTo>
                <a:lnTo>
                  <a:pt x="250" y="788"/>
                </a:lnTo>
                <a:lnTo>
                  <a:pt x="251" y="789"/>
                </a:lnTo>
                <a:lnTo>
                  <a:pt x="251" y="790"/>
                </a:lnTo>
                <a:lnTo>
                  <a:pt x="251" y="792"/>
                </a:lnTo>
                <a:lnTo>
                  <a:pt x="250" y="793"/>
                </a:lnTo>
                <a:lnTo>
                  <a:pt x="249" y="793"/>
                </a:lnTo>
                <a:lnTo>
                  <a:pt x="248" y="795"/>
                </a:lnTo>
                <a:lnTo>
                  <a:pt x="248" y="796"/>
                </a:lnTo>
                <a:lnTo>
                  <a:pt x="247" y="797"/>
                </a:lnTo>
                <a:lnTo>
                  <a:pt x="247" y="799"/>
                </a:lnTo>
                <a:lnTo>
                  <a:pt x="246" y="799"/>
                </a:lnTo>
                <a:lnTo>
                  <a:pt x="245" y="799"/>
                </a:lnTo>
                <a:lnTo>
                  <a:pt x="244" y="799"/>
                </a:lnTo>
                <a:lnTo>
                  <a:pt x="243" y="799"/>
                </a:lnTo>
                <a:lnTo>
                  <a:pt x="243" y="798"/>
                </a:lnTo>
                <a:lnTo>
                  <a:pt x="243" y="797"/>
                </a:lnTo>
                <a:lnTo>
                  <a:pt x="242" y="796"/>
                </a:lnTo>
                <a:lnTo>
                  <a:pt x="241" y="795"/>
                </a:lnTo>
                <a:lnTo>
                  <a:pt x="240" y="795"/>
                </a:lnTo>
                <a:lnTo>
                  <a:pt x="239" y="795"/>
                </a:lnTo>
                <a:lnTo>
                  <a:pt x="238" y="795"/>
                </a:lnTo>
                <a:lnTo>
                  <a:pt x="237" y="795"/>
                </a:lnTo>
                <a:lnTo>
                  <a:pt x="238" y="796"/>
                </a:lnTo>
                <a:lnTo>
                  <a:pt x="236" y="797"/>
                </a:lnTo>
                <a:lnTo>
                  <a:pt x="233" y="798"/>
                </a:lnTo>
                <a:lnTo>
                  <a:pt x="231" y="799"/>
                </a:lnTo>
                <a:lnTo>
                  <a:pt x="231" y="800"/>
                </a:lnTo>
                <a:lnTo>
                  <a:pt x="230" y="800"/>
                </a:lnTo>
                <a:lnTo>
                  <a:pt x="229" y="800"/>
                </a:lnTo>
                <a:lnTo>
                  <a:pt x="228" y="799"/>
                </a:lnTo>
                <a:lnTo>
                  <a:pt x="227" y="798"/>
                </a:lnTo>
                <a:lnTo>
                  <a:pt x="227" y="796"/>
                </a:lnTo>
                <a:lnTo>
                  <a:pt x="226" y="796"/>
                </a:lnTo>
                <a:lnTo>
                  <a:pt x="223" y="794"/>
                </a:lnTo>
                <a:lnTo>
                  <a:pt x="222" y="793"/>
                </a:lnTo>
                <a:lnTo>
                  <a:pt x="221" y="793"/>
                </a:lnTo>
                <a:lnTo>
                  <a:pt x="220" y="793"/>
                </a:lnTo>
                <a:lnTo>
                  <a:pt x="219" y="793"/>
                </a:lnTo>
                <a:lnTo>
                  <a:pt x="218" y="793"/>
                </a:lnTo>
                <a:lnTo>
                  <a:pt x="216" y="793"/>
                </a:lnTo>
                <a:lnTo>
                  <a:pt x="214" y="793"/>
                </a:lnTo>
                <a:lnTo>
                  <a:pt x="214" y="794"/>
                </a:lnTo>
                <a:lnTo>
                  <a:pt x="213" y="794"/>
                </a:lnTo>
                <a:lnTo>
                  <a:pt x="212" y="794"/>
                </a:lnTo>
                <a:lnTo>
                  <a:pt x="207" y="792"/>
                </a:lnTo>
                <a:lnTo>
                  <a:pt x="206" y="792"/>
                </a:lnTo>
                <a:lnTo>
                  <a:pt x="206" y="791"/>
                </a:lnTo>
                <a:lnTo>
                  <a:pt x="204" y="791"/>
                </a:lnTo>
                <a:lnTo>
                  <a:pt x="203" y="791"/>
                </a:lnTo>
                <a:lnTo>
                  <a:pt x="203" y="792"/>
                </a:lnTo>
                <a:lnTo>
                  <a:pt x="202" y="792"/>
                </a:lnTo>
                <a:lnTo>
                  <a:pt x="202" y="793"/>
                </a:lnTo>
                <a:lnTo>
                  <a:pt x="202" y="794"/>
                </a:lnTo>
                <a:lnTo>
                  <a:pt x="202" y="795"/>
                </a:lnTo>
                <a:lnTo>
                  <a:pt x="202" y="796"/>
                </a:lnTo>
                <a:lnTo>
                  <a:pt x="202" y="797"/>
                </a:lnTo>
                <a:lnTo>
                  <a:pt x="202" y="798"/>
                </a:lnTo>
                <a:lnTo>
                  <a:pt x="201" y="798"/>
                </a:lnTo>
                <a:lnTo>
                  <a:pt x="199" y="799"/>
                </a:lnTo>
                <a:lnTo>
                  <a:pt x="196" y="799"/>
                </a:lnTo>
                <a:lnTo>
                  <a:pt x="194" y="800"/>
                </a:lnTo>
                <a:lnTo>
                  <a:pt x="193" y="800"/>
                </a:lnTo>
                <a:lnTo>
                  <a:pt x="188" y="802"/>
                </a:lnTo>
                <a:lnTo>
                  <a:pt x="185" y="803"/>
                </a:lnTo>
                <a:lnTo>
                  <a:pt x="180" y="804"/>
                </a:lnTo>
                <a:lnTo>
                  <a:pt x="179" y="805"/>
                </a:lnTo>
                <a:lnTo>
                  <a:pt x="177" y="806"/>
                </a:lnTo>
                <a:lnTo>
                  <a:pt x="176" y="805"/>
                </a:lnTo>
                <a:lnTo>
                  <a:pt x="175" y="805"/>
                </a:lnTo>
                <a:lnTo>
                  <a:pt x="175" y="804"/>
                </a:lnTo>
                <a:lnTo>
                  <a:pt x="173" y="804"/>
                </a:lnTo>
                <a:lnTo>
                  <a:pt x="172" y="803"/>
                </a:lnTo>
                <a:lnTo>
                  <a:pt x="172" y="802"/>
                </a:lnTo>
                <a:lnTo>
                  <a:pt x="171" y="802"/>
                </a:lnTo>
                <a:lnTo>
                  <a:pt x="170" y="802"/>
                </a:lnTo>
                <a:lnTo>
                  <a:pt x="168" y="802"/>
                </a:lnTo>
                <a:lnTo>
                  <a:pt x="168" y="801"/>
                </a:lnTo>
                <a:lnTo>
                  <a:pt x="167" y="801"/>
                </a:lnTo>
                <a:lnTo>
                  <a:pt x="166" y="801"/>
                </a:lnTo>
                <a:lnTo>
                  <a:pt x="164" y="801"/>
                </a:lnTo>
                <a:lnTo>
                  <a:pt x="162" y="801"/>
                </a:lnTo>
                <a:lnTo>
                  <a:pt x="161" y="801"/>
                </a:lnTo>
                <a:lnTo>
                  <a:pt x="160" y="801"/>
                </a:lnTo>
                <a:lnTo>
                  <a:pt x="159" y="801"/>
                </a:lnTo>
                <a:lnTo>
                  <a:pt x="158" y="801"/>
                </a:lnTo>
                <a:lnTo>
                  <a:pt x="158" y="800"/>
                </a:lnTo>
                <a:lnTo>
                  <a:pt x="157" y="800"/>
                </a:lnTo>
                <a:lnTo>
                  <a:pt x="157" y="799"/>
                </a:lnTo>
                <a:lnTo>
                  <a:pt x="156" y="799"/>
                </a:lnTo>
                <a:lnTo>
                  <a:pt x="155" y="799"/>
                </a:lnTo>
                <a:lnTo>
                  <a:pt x="155" y="800"/>
                </a:lnTo>
                <a:lnTo>
                  <a:pt x="155" y="801"/>
                </a:lnTo>
                <a:lnTo>
                  <a:pt x="155" y="803"/>
                </a:lnTo>
                <a:lnTo>
                  <a:pt x="155" y="804"/>
                </a:lnTo>
                <a:lnTo>
                  <a:pt x="155" y="805"/>
                </a:lnTo>
                <a:lnTo>
                  <a:pt x="155" y="806"/>
                </a:lnTo>
                <a:lnTo>
                  <a:pt x="155" y="807"/>
                </a:lnTo>
                <a:lnTo>
                  <a:pt x="154" y="808"/>
                </a:lnTo>
                <a:lnTo>
                  <a:pt x="154" y="809"/>
                </a:lnTo>
                <a:lnTo>
                  <a:pt x="151" y="809"/>
                </a:lnTo>
                <a:lnTo>
                  <a:pt x="149" y="808"/>
                </a:lnTo>
                <a:lnTo>
                  <a:pt x="149" y="807"/>
                </a:lnTo>
                <a:lnTo>
                  <a:pt x="148" y="807"/>
                </a:lnTo>
                <a:lnTo>
                  <a:pt x="147" y="807"/>
                </a:lnTo>
                <a:lnTo>
                  <a:pt x="146" y="807"/>
                </a:lnTo>
                <a:lnTo>
                  <a:pt x="146" y="806"/>
                </a:lnTo>
                <a:lnTo>
                  <a:pt x="144" y="806"/>
                </a:lnTo>
                <a:lnTo>
                  <a:pt x="143" y="806"/>
                </a:lnTo>
                <a:lnTo>
                  <a:pt x="142" y="806"/>
                </a:lnTo>
                <a:lnTo>
                  <a:pt x="141" y="806"/>
                </a:lnTo>
                <a:lnTo>
                  <a:pt x="141" y="807"/>
                </a:lnTo>
                <a:lnTo>
                  <a:pt x="140" y="807"/>
                </a:lnTo>
                <a:lnTo>
                  <a:pt x="138" y="807"/>
                </a:lnTo>
                <a:lnTo>
                  <a:pt x="137" y="807"/>
                </a:lnTo>
                <a:lnTo>
                  <a:pt x="136" y="807"/>
                </a:lnTo>
                <a:lnTo>
                  <a:pt x="135" y="807"/>
                </a:lnTo>
                <a:lnTo>
                  <a:pt x="133" y="807"/>
                </a:lnTo>
                <a:lnTo>
                  <a:pt x="133" y="808"/>
                </a:lnTo>
                <a:lnTo>
                  <a:pt x="131" y="808"/>
                </a:lnTo>
                <a:lnTo>
                  <a:pt x="131" y="807"/>
                </a:lnTo>
                <a:lnTo>
                  <a:pt x="129" y="807"/>
                </a:lnTo>
                <a:lnTo>
                  <a:pt x="128" y="807"/>
                </a:lnTo>
                <a:lnTo>
                  <a:pt x="127" y="807"/>
                </a:lnTo>
                <a:lnTo>
                  <a:pt x="127" y="806"/>
                </a:lnTo>
                <a:lnTo>
                  <a:pt x="125" y="806"/>
                </a:lnTo>
                <a:lnTo>
                  <a:pt x="125" y="805"/>
                </a:lnTo>
                <a:lnTo>
                  <a:pt x="124" y="805"/>
                </a:lnTo>
                <a:lnTo>
                  <a:pt x="123" y="804"/>
                </a:lnTo>
                <a:lnTo>
                  <a:pt x="122" y="803"/>
                </a:lnTo>
                <a:lnTo>
                  <a:pt x="121" y="802"/>
                </a:lnTo>
                <a:lnTo>
                  <a:pt x="121" y="801"/>
                </a:lnTo>
                <a:lnTo>
                  <a:pt x="120" y="801"/>
                </a:lnTo>
                <a:lnTo>
                  <a:pt x="120" y="800"/>
                </a:lnTo>
                <a:lnTo>
                  <a:pt x="119" y="799"/>
                </a:lnTo>
                <a:lnTo>
                  <a:pt x="119" y="798"/>
                </a:lnTo>
                <a:lnTo>
                  <a:pt x="119" y="797"/>
                </a:lnTo>
                <a:lnTo>
                  <a:pt x="118" y="797"/>
                </a:lnTo>
                <a:lnTo>
                  <a:pt x="118" y="796"/>
                </a:lnTo>
                <a:lnTo>
                  <a:pt x="117" y="796"/>
                </a:lnTo>
                <a:lnTo>
                  <a:pt x="116" y="796"/>
                </a:lnTo>
                <a:lnTo>
                  <a:pt x="115" y="797"/>
                </a:lnTo>
                <a:lnTo>
                  <a:pt x="115" y="795"/>
                </a:lnTo>
                <a:lnTo>
                  <a:pt x="115" y="794"/>
                </a:lnTo>
                <a:lnTo>
                  <a:pt x="114" y="791"/>
                </a:lnTo>
                <a:lnTo>
                  <a:pt x="113" y="791"/>
                </a:lnTo>
                <a:lnTo>
                  <a:pt x="113" y="792"/>
                </a:lnTo>
                <a:lnTo>
                  <a:pt x="114" y="792"/>
                </a:lnTo>
                <a:lnTo>
                  <a:pt x="113" y="792"/>
                </a:lnTo>
                <a:lnTo>
                  <a:pt x="112" y="791"/>
                </a:lnTo>
                <a:lnTo>
                  <a:pt x="112" y="790"/>
                </a:lnTo>
                <a:lnTo>
                  <a:pt x="112" y="789"/>
                </a:lnTo>
                <a:lnTo>
                  <a:pt x="112" y="788"/>
                </a:lnTo>
                <a:lnTo>
                  <a:pt x="112" y="785"/>
                </a:lnTo>
                <a:lnTo>
                  <a:pt x="111" y="781"/>
                </a:lnTo>
                <a:lnTo>
                  <a:pt x="110" y="780"/>
                </a:lnTo>
                <a:lnTo>
                  <a:pt x="110" y="779"/>
                </a:lnTo>
                <a:lnTo>
                  <a:pt x="108" y="779"/>
                </a:lnTo>
                <a:lnTo>
                  <a:pt x="108" y="778"/>
                </a:lnTo>
                <a:lnTo>
                  <a:pt x="107" y="777"/>
                </a:lnTo>
                <a:lnTo>
                  <a:pt x="109" y="776"/>
                </a:lnTo>
                <a:lnTo>
                  <a:pt x="110" y="776"/>
                </a:lnTo>
                <a:lnTo>
                  <a:pt x="111" y="774"/>
                </a:lnTo>
                <a:lnTo>
                  <a:pt x="111" y="773"/>
                </a:lnTo>
                <a:lnTo>
                  <a:pt x="110" y="772"/>
                </a:lnTo>
                <a:lnTo>
                  <a:pt x="109" y="769"/>
                </a:lnTo>
                <a:lnTo>
                  <a:pt x="107" y="767"/>
                </a:lnTo>
                <a:lnTo>
                  <a:pt x="107" y="766"/>
                </a:lnTo>
                <a:lnTo>
                  <a:pt x="106" y="765"/>
                </a:lnTo>
                <a:lnTo>
                  <a:pt x="106" y="763"/>
                </a:lnTo>
                <a:lnTo>
                  <a:pt x="106" y="762"/>
                </a:lnTo>
                <a:lnTo>
                  <a:pt x="105" y="762"/>
                </a:lnTo>
                <a:lnTo>
                  <a:pt x="104" y="761"/>
                </a:lnTo>
                <a:lnTo>
                  <a:pt x="103" y="760"/>
                </a:lnTo>
                <a:lnTo>
                  <a:pt x="102" y="759"/>
                </a:lnTo>
                <a:lnTo>
                  <a:pt x="100" y="757"/>
                </a:lnTo>
                <a:lnTo>
                  <a:pt x="98" y="758"/>
                </a:lnTo>
                <a:lnTo>
                  <a:pt x="97" y="758"/>
                </a:lnTo>
                <a:lnTo>
                  <a:pt x="96" y="757"/>
                </a:lnTo>
                <a:lnTo>
                  <a:pt x="93" y="757"/>
                </a:lnTo>
                <a:lnTo>
                  <a:pt x="93" y="756"/>
                </a:lnTo>
                <a:lnTo>
                  <a:pt x="90" y="754"/>
                </a:lnTo>
                <a:lnTo>
                  <a:pt x="88" y="754"/>
                </a:lnTo>
                <a:lnTo>
                  <a:pt x="88" y="753"/>
                </a:lnTo>
                <a:lnTo>
                  <a:pt x="87" y="752"/>
                </a:lnTo>
                <a:lnTo>
                  <a:pt x="86" y="752"/>
                </a:lnTo>
                <a:lnTo>
                  <a:pt x="84" y="752"/>
                </a:lnTo>
                <a:lnTo>
                  <a:pt x="83" y="752"/>
                </a:lnTo>
                <a:lnTo>
                  <a:pt x="83" y="755"/>
                </a:lnTo>
                <a:lnTo>
                  <a:pt x="83" y="756"/>
                </a:lnTo>
                <a:lnTo>
                  <a:pt x="82" y="757"/>
                </a:lnTo>
                <a:lnTo>
                  <a:pt x="81" y="757"/>
                </a:lnTo>
                <a:lnTo>
                  <a:pt x="81" y="756"/>
                </a:lnTo>
                <a:lnTo>
                  <a:pt x="82" y="756"/>
                </a:lnTo>
                <a:lnTo>
                  <a:pt x="82" y="755"/>
                </a:lnTo>
                <a:lnTo>
                  <a:pt x="81" y="754"/>
                </a:lnTo>
                <a:lnTo>
                  <a:pt x="79" y="754"/>
                </a:lnTo>
                <a:lnTo>
                  <a:pt x="78" y="754"/>
                </a:lnTo>
                <a:lnTo>
                  <a:pt x="77" y="757"/>
                </a:lnTo>
                <a:lnTo>
                  <a:pt x="78" y="758"/>
                </a:lnTo>
                <a:lnTo>
                  <a:pt x="77" y="758"/>
                </a:lnTo>
                <a:lnTo>
                  <a:pt x="75" y="757"/>
                </a:lnTo>
                <a:lnTo>
                  <a:pt x="74" y="756"/>
                </a:lnTo>
                <a:lnTo>
                  <a:pt x="74" y="754"/>
                </a:lnTo>
                <a:lnTo>
                  <a:pt x="74" y="752"/>
                </a:lnTo>
                <a:lnTo>
                  <a:pt x="73" y="752"/>
                </a:lnTo>
                <a:lnTo>
                  <a:pt x="73" y="751"/>
                </a:lnTo>
                <a:lnTo>
                  <a:pt x="72" y="749"/>
                </a:lnTo>
                <a:lnTo>
                  <a:pt x="72" y="748"/>
                </a:lnTo>
                <a:lnTo>
                  <a:pt x="72" y="747"/>
                </a:lnTo>
                <a:lnTo>
                  <a:pt x="73" y="747"/>
                </a:lnTo>
                <a:lnTo>
                  <a:pt x="74" y="747"/>
                </a:lnTo>
                <a:lnTo>
                  <a:pt x="76" y="745"/>
                </a:lnTo>
                <a:lnTo>
                  <a:pt x="76" y="744"/>
                </a:lnTo>
                <a:lnTo>
                  <a:pt x="75" y="743"/>
                </a:lnTo>
                <a:lnTo>
                  <a:pt x="72" y="742"/>
                </a:lnTo>
                <a:lnTo>
                  <a:pt x="71" y="742"/>
                </a:lnTo>
                <a:lnTo>
                  <a:pt x="69" y="743"/>
                </a:lnTo>
                <a:lnTo>
                  <a:pt x="69" y="744"/>
                </a:lnTo>
                <a:lnTo>
                  <a:pt x="69" y="745"/>
                </a:lnTo>
                <a:lnTo>
                  <a:pt x="68" y="745"/>
                </a:lnTo>
                <a:lnTo>
                  <a:pt x="67" y="745"/>
                </a:lnTo>
                <a:lnTo>
                  <a:pt x="64" y="743"/>
                </a:lnTo>
                <a:lnTo>
                  <a:pt x="65" y="741"/>
                </a:lnTo>
                <a:lnTo>
                  <a:pt x="65" y="740"/>
                </a:lnTo>
                <a:lnTo>
                  <a:pt x="66" y="740"/>
                </a:lnTo>
                <a:lnTo>
                  <a:pt x="66" y="741"/>
                </a:lnTo>
                <a:lnTo>
                  <a:pt x="66" y="740"/>
                </a:lnTo>
                <a:lnTo>
                  <a:pt x="67" y="737"/>
                </a:lnTo>
                <a:lnTo>
                  <a:pt x="68" y="737"/>
                </a:lnTo>
                <a:lnTo>
                  <a:pt x="69" y="737"/>
                </a:lnTo>
                <a:lnTo>
                  <a:pt x="69" y="736"/>
                </a:lnTo>
                <a:lnTo>
                  <a:pt x="69" y="735"/>
                </a:lnTo>
                <a:lnTo>
                  <a:pt x="67" y="734"/>
                </a:lnTo>
                <a:lnTo>
                  <a:pt x="66" y="734"/>
                </a:lnTo>
                <a:lnTo>
                  <a:pt x="66" y="735"/>
                </a:lnTo>
                <a:lnTo>
                  <a:pt x="65" y="735"/>
                </a:lnTo>
                <a:lnTo>
                  <a:pt x="64" y="735"/>
                </a:lnTo>
                <a:lnTo>
                  <a:pt x="63" y="734"/>
                </a:lnTo>
                <a:lnTo>
                  <a:pt x="61" y="734"/>
                </a:lnTo>
                <a:lnTo>
                  <a:pt x="59" y="735"/>
                </a:lnTo>
                <a:lnTo>
                  <a:pt x="58" y="734"/>
                </a:lnTo>
                <a:lnTo>
                  <a:pt x="57" y="733"/>
                </a:lnTo>
                <a:lnTo>
                  <a:pt x="57" y="732"/>
                </a:lnTo>
                <a:lnTo>
                  <a:pt x="55" y="731"/>
                </a:lnTo>
                <a:lnTo>
                  <a:pt x="53" y="730"/>
                </a:lnTo>
                <a:lnTo>
                  <a:pt x="53" y="728"/>
                </a:lnTo>
                <a:lnTo>
                  <a:pt x="53" y="727"/>
                </a:lnTo>
                <a:lnTo>
                  <a:pt x="52" y="725"/>
                </a:lnTo>
                <a:lnTo>
                  <a:pt x="51" y="726"/>
                </a:lnTo>
                <a:lnTo>
                  <a:pt x="50" y="726"/>
                </a:lnTo>
                <a:lnTo>
                  <a:pt x="50" y="727"/>
                </a:lnTo>
                <a:lnTo>
                  <a:pt x="48" y="728"/>
                </a:lnTo>
                <a:lnTo>
                  <a:pt x="48" y="727"/>
                </a:lnTo>
                <a:lnTo>
                  <a:pt x="47" y="727"/>
                </a:lnTo>
                <a:lnTo>
                  <a:pt x="47" y="728"/>
                </a:lnTo>
                <a:lnTo>
                  <a:pt x="46" y="728"/>
                </a:lnTo>
                <a:lnTo>
                  <a:pt x="44" y="728"/>
                </a:lnTo>
                <a:lnTo>
                  <a:pt x="43" y="729"/>
                </a:lnTo>
                <a:lnTo>
                  <a:pt x="42" y="729"/>
                </a:lnTo>
                <a:lnTo>
                  <a:pt x="41" y="729"/>
                </a:lnTo>
                <a:lnTo>
                  <a:pt x="40" y="731"/>
                </a:lnTo>
                <a:lnTo>
                  <a:pt x="39" y="732"/>
                </a:lnTo>
                <a:lnTo>
                  <a:pt x="38" y="732"/>
                </a:lnTo>
                <a:lnTo>
                  <a:pt x="37" y="733"/>
                </a:lnTo>
                <a:lnTo>
                  <a:pt x="38" y="734"/>
                </a:lnTo>
                <a:lnTo>
                  <a:pt x="38" y="735"/>
                </a:lnTo>
                <a:lnTo>
                  <a:pt x="37" y="735"/>
                </a:lnTo>
                <a:lnTo>
                  <a:pt x="36" y="734"/>
                </a:lnTo>
                <a:lnTo>
                  <a:pt x="34" y="733"/>
                </a:lnTo>
                <a:lnTo>
                  <a:pt x="33" y="731"/>
                </a:lnTo>
                <a:lnTo>
                  <a:pt x="31" y="731"/>
                </a:lnTo>
                <a:lnTo>
                  <a:pt x="30" y="731"/>
                </a:lnTo>
                <a:lnTo>
                  <a:pt x="28" y="731"/>
                </a:lnTo>
                <a:lnTo>
                  <a:pt x="27" y="731"/>
                </a:lnTo>
                <a:lnTo>
                  <a:pt x="27" y="730"/>
                </a:lnTo>
                <a:lnTo>
                  <a:pt x="25" y="730"/>
                </a:lnTo>
                <a:lnTo>
                  <a:pt x="25" y="731"/>
                </a:lnTo>
                <a:lnTo>
                  <a:pt x="24" y="731"/>
                </a:lnTo>
                <a:lnTo>
                  <a:pt x="22" y="732"/>
                </a:lnTo>
                <a:lnTo>
                  <a:pt x="21" y="734"/>
                </a:lnTo>
                <a:lnTo>
                  <a:pt x="20" y="736"/>
                </a:lnTo>
                <a:lnTo>
                  <a:pt x="19" y="736"/>
                </a:lnTo>
                <a:lnTo>
                  <a:pt x="17" y="735"/>
                </a:lnTo>
                <a:lnTo>
                  <a:pt x="16" y="734"/>
                </a:lnTo>
                <a:lnTo>
                  <a:pt x="16" y="733"/>
                </a:lnTo>
                <a:lnTo>
                  <a:pt x="17" y="733"/>
                </a:lnTo>
                <a:lnTo>
                  <a:pt x="13" y="732"/>
                </a:lnTo>
                <a:lnTo>
                  <a:pt x="12" y="731"/>
                </a:lnTo>
                <a:lnTo>
                  <a:pt x="12" y="730"/>
                </a:lnTo>
                <a:lnTo>
                  <a:pt x="12" y="728"/>
                </a:lnTo>
                <a:lnTo>
                  <a:pt x="12" y="727"/>
                </a:lnTo>
                <a:lnTo>
                  <a:pt x="12" y="726"/>
                </a:lnTo>
                <a:lnTo>
                  <a:pt x="11" y="726"/>
                </a:lnTo>
                <a:lnTo>
                  <a:pt x="10" y="726"/>
                </a:lnTo>
                <a:lnTo>
                  <a:pt x="9" y="726"/>
                </a:lnTo>
                <a:lnTo>
                  <a:pt x="9" y="729"/>
                </a:lnTo>
                <a:lnTo>
                  <a:pt x="9" y="730"/>
                </a:lnTo>
                <a:lnTo>
                  <a:pt x="8" y="731"/>
                </a:lnTo>
                <a:lnTo>
                  <a:pt x="7" y="731"/>
                </a:lnTo>
                <a:lnTo>
                  <a:pt x="3" y="729"/>
                </a:lnTo>
                <a:lnTo>
                  <a:pt x="3" y="730"/>
                </a:lnTo>
                <a:lnTo>
                  <a:pt x="1" y="730"/>
                </a:lnTo>
                <a:lnTo>
                  <a:pt x="2" y="729"/>
                </a:lnTo>
                <a:lnTo>
                  <a:pt x="3" y="729"/>
                </a:lnTo>
                <a:lnTo>
                  <a:pt x="4" y="728"/>
                </a:lnTo>
                <a:lnTo>
                  <a:pt x="5" y="728"/>
                </a:lnTo>
                <a:lnTo>
                  <a:pt x="5" y="727"/>
                </a:lnTo>
                <a:lnTo>
                  <a:pt x="6" y="727"/>
                </a:lnTo>
                <a:lnTo>
                  <a:pt x="6" y="726"/>
                </a:lnTo>
                <a:lnTo>
                  <a:pt x="6" y="725"/>
                </a:lnTo>
                <a:lnTo>
                  <a:pt x="7" y="725"/>
                </a:lnTo>
                <a:lnTo>
                  <a:pt x="7" y="723"/>
                </a:lnTo>
                <a:lnTo>
                  <a:pt x="6" y="723"/>
                </a:lnTo>
                <a:lnTo>
                  <a:pt x="5" y="723"/>
                </a:lnTo>
                <a:lnTo>
                  <a:pt x="4" y="723"/>
                </a:lnTo>
                <a:lnTo>
                  <a:pt x="3" y="723"/>
                </a:lnTo>
                <a:lnTo>
                  <a:pt x="2" y="722"/>
                </a:lnTo>
                <a:lnTo>
                  <a:pt x="1" y="722"/>
                </a:lnTo>
                <a:lnTo>
                  <a:pt x="1" y="721"/>
                </a:lnTo>
                <a:lnTo>
                  <a:pt x="0" y="720"/>
                </a:lnTo>
                <a:lnTo>
                  <a:pt x="0" y="718"/>
                </a:lnTo>
                <a:lnTo>
                  <a:pt x="0" y="717"/>
                </a:lnTo>
                <a:lnTo>
                  <a:pt x="0" y="716"/>
                </a:lnTo>
                <a:lnTo>
                  <a:pt x="1" y="716"/>
                </a:lnTo>
                <a:lnTo>
                  <a:pt x="2" y="715"/>
                </a:lnTo>
                <a:lnTo>
                  <a:pt x="3" y="715"/>
                </a:lnTo>
                <a:lnTo>
                  <a:pt x="5" y="714"/>
                </a:lnTo>
                <a:lnTo>
                  <a:pt x="7" y="714"/>
                </a:lnTo>
                <a:lnTo>
                  <a:pt x="8" y="713"/>
                </a:lnTo>
                <a:lnTo>
                  <a:pt x="9" y="713"/>
                </a:lnTo>
                <a:lnTo>
                  <a:pt x="10" y="713"/>
                </a:lnTo>
                <a:lnTo>
                  <a:pt x="10" y="712"/>
                </a:lnTo>
                <a:lnTo>
                  <a:pt x="10" y="711"/>
                </a:lnTo>
                <a:lnTo>
                  <a:pt x="10" y="710"/>
                </a:lnTo>
                <a:lnTo>
                  <a:pt x="10" y="709"/>
                </a:lnTo>
                <a:lnTo>
                  <a:pt x="10" y="708"/>
                </a:lnTo>
                <a:lnTo>
                  <a:pt x="10" y="707"/>
                </a:lnTo>
                <a:lnTo>
                  <a:pt x="8" y="705"/>
                </a:lnTo>
                <a:lnTo>
                  <a:pt x="7" y="704"/>
                </a:lnTo>
                <a:lnTo>
                  <a:pt x="6" y="703"/>
                </a:lnTo>
                <a:lnTo>
                  <a:pt x="5" y="702"/>
                </a:lnTo>
                <a:lnTo>
                  <a:pt x="3" y="699"/>
                </a:lnTo>
                <a:lnTo>
                  <a:pt x="3" y="698"/>
                </a:lnTo>
                <a:lnTo>
                  <a:pt x="3" y="697"/>
                </a:lnTo>
                <a:lnTo>
                  <a:pt x="3" y="696"/>
                </a:lnTo>
                <a:lnTo>
                  <a:pt x="4" y="695"/>
                </a:lnTo>
                <a:lnTo>
                  <a:pt x="4" y="694"/>
                </a:lnTo>
                <a:lnTo>
                  <a:pt x="5" y="694"/>
                </a:lnTo>
                <a:lnTo>
                  <a:pt x="5" y="693"/>
                </a:lnTo>
                <a:lnTo>
                  <a:pt x="6" y="693"/>
                </a:lnTo>
                <a:lnTo>
                  <a:pt x="6" y="692"/>
                </a:lnTo>
                <a:lnTo>
                  <a:pt x="7" y="692"/>
                </a:lnTo>
                <a:lnTo>
                  <a:pt x="8" y="691"/>
                </a:lnTo>
                <a:lnTo>
                  <a:pt x="9" y="691"/>
                </a:lnTo>
                <a:lnTo>
                  <a:pt x="10" y="691"/>
                </a:lnTo>
                <a:lnTo>
                  <a:pt x="11" y="690"/>
                </a:lnTo>
                <a:lnTo>
                  <a:pt x="12" y="690"/>
                </a:lnTo>
                <a:lnTo>
                  <a:pt x="13" y="690"/>
                </a:lnTo>
                <a:lnTo>
                  <a:pt x="15" y="690"/>
                </a:lnTo>
                <a:lnTo>
                  <a:pt x="16" y="690"/>
                </a:lnTo>
                <a:lnTo>
                  <a:pt x="16" y="689"/>
                </a:lnTo>
                <a:lnTo>
                  <a:pt x="16" y="687"/>
                </a:lnTo>
                <a:lnTo>
                  <a:pt x="16" y="686"/>
                </a:lnTo>
                <a:lnTo>
                  <a:pt x="16" y="684"/>
                </a:lnTo>
                <a:lnTo>
                  <a:pt x="15" y="683"/>
                </a:lnTo>
                <a:lnTo>
                  <a:pt x="15" y="682"/>
                </a:lnTo>
                <a:lnTo>
                  <a:pt x="15" y="681"/>
                </a:lnTo>
                <a:lnTo>
                  <a:pt x="15" y="680"/>
                </a:lnTo>
                <a:lnTo>
                  <a:pt x="15" y="679"/>
                </a:lnTo>
                <a:lnTo>
                  <a:pt x="15" y="678"/>
                </a:lnTo>
                <a:lnTo>
                  <a:pt x="16" y="677"/>
                </a:lnTo>
                <a:lnTo>
                  <a:pt x="18" y="677"/>
                </a:lnTo>
                <a:lnTo>
                  <a:pt x="20" y="674"/>
                </a:lnTo>
                <a:lnTo>
                  <a:pt x="21" y="673"/>
                </a:lnTo>
                <a:lnTo>
                  <a:pt x="21" y="672"/>
                </a:lnTo>
                <a:lnTo>
                  <a:pt x="21" y="670"/>
                </a:lnTo>
                <a:lnTo>
                  <a:pt x="22" y="670"/>
                </a:lnTo>
                <a:lnTo>
                  <a:pt x="22" y="669"/>
                </a:lnTo>
                <a:lnTo>
                  <a:pt x="23" y="667"/>
                </a:lnTo>
                <a:lnTo>
                  <a:pt x="23" y="666"/>
                </a:lnTo>
                <a:lnTo>
                  <a:pt x="24" y="665"/>
                </a:lnTo>
                <a:lnTo>
                  <a:pt x="26" y="663"/>
                </a:lnTo>
                <a:lnTo>
                  <a:pt x="26" y="662"/>
                </a:lnTo>
                <a:lnTo>
                  <a:pt x="26" y="661"/>
                </a:lnTo>
                <a:lnTo>
                  <a:pt x="27" y="661"/>
                </a:lnTo>
                <a:lnTo>
                  <a:pt x="27" y="662"/>
                </a:lnTo>
                <a:lnTo>
                  <a:pt x="28" y="662"/>
                </a:lnTo>
                <a:lnTo>
                  <a:pt x="29" y="662"/>
                </a:lnTo>
                <a:lnTo>
                  <a:pt x="28" y="661"/>
                </a:lnTo>
                <a:lnTo>
                  <a:pt x="28" y="660"/>
                </a:lnTo>
                <a:lnTo>
                  <a:pt x="28" y="659"/>
                </a:lnTo>
                <a:lnTo>
                  <a:pt x="27" y="658"/>
                </a:lnTo>
                <a:lnTo>
                  <a:pt x="27" y="657"/>
                </a:lnTo>
                <a:lnTo>
                  <a:pt x="27" y="656"/>
                </a:lnTo>
                <a:lnTo>
                  <a:pt x="27" y="654"/>
                </a:lnTo>
                <a:lnTo>
                  <a:pt x="27" y="653"/>
                </a:lnTo>
                <a:lnTo>
                  <a:pt x="27" y="652"/>
                </a:lnTo>
                <a:lnTo>
                  <a:pt x="28" y="651"/>
                </a:lnTo>
                <a:lnTo>
                  <a:pt x="29" y="651"/>
                </a:lnTo>
                <a:lnTo>
                  <a:pt x="30" y="651"/>
                </a:lnTo>
                <a:lnTo>
                  <a:pt x="31" y="650"/>
                </a:lnTo>
                <a:lnTo>
                  <a:pt x="33" y="650"/>
                </a:lnTo>
                <a:lnTo>
                  <a:pt x="34" y="650"/>
                </a:lnTo>
                <a:lnTo>
                  <a:pt x="35" y="650"/>
                </a:lnTo>
                <a:lnTo>
                  <a:pt x="36" y="650"/>
                </a:lnTo>
                <a:lnTo>
                  <a:pt x="36" y="649"/>
                </a:lnTo>
                <a:lnTo>
                  <a:pt x="37" y="647"/>
                </a:lnTo>
                <a:lnTo>
                  <a:pt x="37" y="644"/>
                </a:lnTo>
                <a:lnTo>
                  <a:pt x="36" y="643"/>
                </a:lnTo>
                <a:lnTo>
                  <a:pt x="37" y="642"/>
                </a:lnTo>
                <a:lnTo>
                  <a:pt x="38" y="642"/>
                </a:lnTo>
                <a:lnTo>
                  <a:pt x="39" y="643"/>
                </a:lnTo>
                <a:lnTo>
                  <a:pt x="40" y="644"/>
                </a:lnTo>
                <a:lnTo>
                  <a:pt x="42" y="644"/>
                </a:lnTo>
                <a:lnTo>
                  <a:pt x="43" y="644"/>
                </a:lnTo>
                <a:lnTo>
                  <a:pt x="43" y="642"/>
                </a:lnTo>
                <a:lnTo>
                  <a:pt x="43" y="641"/>
                </a:lnTo>
                <a:lnTo>
                  <a:pt x="43" y="640"/>
                </a:lnTo>
                <a:lnTo>
                  <a:pt x="45" y="639"/>
                </a:lnTo>
                <a:lnTo>
                  <a:pt x="46" y="638"/>
                </a:lnTo>
                <a:lnTo>
                  <a:pt x="47" y="638"/>
                </a:lnTo>
                <a:lnTo>
                  <a:pt x="49" y="638"/>
                </a:lnTo>
                <a:lnTo>
                  <a:pt x="50" y="638"/>
                </a:lnTo>
                <a:lnTo>
                  <a:pt x="51" y="638"/>
                </a:lnTo>
                <a:lnTo>
                  <a:pt x="51" y="639"/>
                </a:lnTo>
                <a:lnTo>
                  <a:pt x="52" y="639"/>
                </a:lnTo>
                <a:lnTo>
                  <a:pt x="53" y="639"/>
                </a:lnTo>
                <a:lnTo>
                  <a:pt x="54" y="639"/>
                </a:lnTo>
                <a:lnTo>
                  <a:pt x="55" y="640"/>
                </a:lnTo>
                <a:lnTo>
                  <a:pt x="55" y="639"/>
                </a:lnTo>
                <a:lnTo>
                  <a:pt x="56" y="638"/>
                </a:lnTo>
                <a:lnTo>
                  <a:pt x="57" y="638"/>
                </a:lnTo>
                <a:lnTo>
                  <a:pt x="58" y="638"/>
                </a:lnTo>
                <a:lnTo>
                  <a:pt x="59" y="638"/>
                </a:lnTo>
                <a:lnTo>
                  <a:pt x="60" y="638"/>
                </a:lnTo>
                <a:lnTo>
                  <a:pt x="62" y="637"/>
                </a:lnTo>
                <a:lnTo>
                  <a:pt x="63" y="635"/>
                </a:lnTo>
                <a:lnTo>
                  <a:pt x="64" y="634"/>
                </a:lnTo>
                <a:lnTo>
                  <a:pt x="65" y="633"/>
                </a:lnTo>
                <a:lnTo>
                  <a:pt x="66" y="632"/>
                </a:lnTo>
                <a:lnTo>
                  <a:pt x="66" y="631"/>
                </a:lnTo>
                <a:lnTo>
                  <a:pt x="66" y="630"/>
                </a:lnTo>
                <a:lnTo>
                  <a:pt x="67" y="629"/>
                </a:lnTo>
                <a:lnTo>
                  <a:pt x="68" y="629"/>
                </a:lnTo>
                <a:lnTo>
                  <a:pt x="69" y="628"/>
                </a:lnTo>
                <a:lnTo>
                  <a:pt x="71" y="627"/>
                </a:lnTo>
                <a:lnTo>
                  <a:pt x="72" y="626"/>
                </a:lnTo>
                <a:lnTo>
                  <a:pt x="73" y="625"/>
                </a:lnTo>
                <a:lnTo>
                  <a:pt x="74" y="625"/>
                </a:lnTo>
                <a:lnTo>
                  <a:pt x="75" y="624"/>
                </a:lnTo>
                <a:lnTo>
                  <a:pt x="75" y="623"/>
                </a:lnTo>
                <a:lnTo>
                  <a:pt x="76" y="623"/>
                </a:lnTo>
                <a:lnTo>
                  <a:pt x="76" y="622"/>
                </a:lnTo>
                <a:lnTo>
                  <a:pt x="77" y="622"/>
                </a:lnTo>
                <a:lnTo>
                  <a:pt x="79" y="621"/>
                </a:lnTo>
                <a:lnTo>
                  <a:pt x="79" y="620"/>
                </a:lnTo>
                <a:lnTo>
                  <a:pt x="80" y="620"/>
                </a:lnTo>
                <a:lnTo>
                  <a:pt x="80" y="619"/>
                </a:lnTo>
                <a:lnTo>
                  <a:pt x="79" y="619"/>
                </a:lnTo>
                <a:lnTo>
                  <a:pt x="78" y="617"/>
                </a:lnTo>
                <a:lnTo>
                  <a:pt x="78" y="614"/>
                </a:lnTo>
                <a:lnTo>
                  <a:pt x="77" y="614"/>
                </a:lnTo>
                <a:lnTo>
                  <a:pt x="77" y="613"/>
                </a:lnTo>
                <a:lnTo>
                  <a:pt x="78" y="611"/>
                </a:lnTo>
                <a:lnTo>
                  <a:pt x="78" y="610"/>
                </a:lnTo>
                <a:lnTo>
                  <a:pt x="76" y="610"/>
                </a:lnTo>
                <a:lnTo>
                  <a:pt x="76" y="609"/>
                </a:lnTo>
                <a:lnTo>
                  <a:pt x="77" y="609"/>
                </a:lnTo>
                <a:lnTo>
                  <a:pt x="78" y="609"/>
                </a:lnTo>
                <a:lnTo>
                  <a:pt x="78" y="608"/>
                </a:lnTo>
                <a:lnTo>
                  <a:pt x="80" y="606"/>
                </a:lnTo>
                <a:lnTo>
                  <a:pt x="82" y="605"/>
                </a:lnTo>
                <a:lnTo>
                  <a:pt x="83" y="603"/>
                </a:lnTo>
                <a:lnTo>
                  <a:pt x="83" y="602"/>
                </a:lnTo>
                <a:lnTo>
                  <a:pt x="83" y="601"/>
                </a:lnTo>
                <a:lnTo>
                  <a:pt x="84" y="600"/>
                </a:lnTo>
                <a:lnTo>
                  <a:pt x="84" y="599"/>
                </a:lnTo>
                <a:lnTo>
                  <a:pt x="85" y="599"/>
                </a:lnTo>
                <a:lnTo>
                  <a:pt x="85" y="598"/>
                </a:lnTo>
                <a:lnTo>
                  <a:pt x="85" y="595"/>
                </a:lnTo>
                <a:lnTo>
                  <a:pt x="86" y="593"/>
                </a:lnTo>
                <a:lnTo>
                  <a:pt x="87" y="592"/>
                </a:lnTo>
                <a:lnTo>
                  <a:pt x="87" y="591"/>
                </a:lnTo>
                <a:lnTo>
                  <a:pt x="88" y="587"/>
                </a:lnTo>
                <a:lnTo>
                  <a:pt x="89" y="587"/>
                </a:lnTo>
                <a:lnTo>
                  <a:pt x="90" y="587"/>
                </a:lnTo>
                <a:lnTo>
                  <a:pt x="91" y="587"/>
                </a:lnTo>
                <a:lnTo>
                  <a:pt x="90" y="587"/>
                </a:lnTo>
                <a:lnTo>
                  <a:pt x="88" y="587"/>
                </a:lnTo>
                <a:lnTo>
                  <a:pt x="87" y="586"/>
                </a:lnTo>
                <a:lnTo>
                  <a:pt x="88" y="586"/>
                </a:lnTo>
                <a:lnTo>
                  <a:pt x="90" y="586"/>
                </a:lnTo>
                <a:lnTo>
                  <a:pt x="91" y="586"/>
                </a:lnTo>
                <a:lnTo>
                  <a:pt x="91" y="585"/>
                </a:lnTo>
                <a:lnTo>
                  <a:pt x="92" y="585"/>
                </a:lnTo>
                <a:lnTo>
                  <a:pt x="93" y="585"/>
                </a:lnTo>
                <a:lnTo>
                  <a:pt x="93" y="584"/>
                </a:lnTo>
                <a:lnTo>
                  <a:pt x="93" y="583"/>
                </a:lnTo>
                <a:lnTo>
                  <a:pt x="93" y="582"/>
                </a:lnTo>
                <a:lnTo>
                  <a:pt x="94" y="582"/>
                </a:lnTo>
                <a:lnTo>
                  <a:pt x="95" y="577"/>
                </a:lnTo>
                <a:lnTo>
                  <a:pt x="95" y="576"/>
                </a:lnTo>
                <a:lnTo>
                  <a:pt x="97" y="574"/>
                </a:lnTo>
                <a:lnTo>
                  <a:pt x="98" y="573"/>
                </a:lnTo>
                <a:lnTo>
                  <a:pt x="99" y="572"/>
                </a:lnTo>
                <a:lnTo>
                  <a:pt x="99" y="571"/>
                </a:lnTo>
                <a:lnTo>
                  <a:pt x="100" y="570"/>
                </a:lnTo>
                <a:lnTo>
                  <a:pt x="102" y="569"/>
                </a:lnTo>
                <a:lnTo>
                  <a:pt x="105" y="569"/>
                </a:lnTo>
                <a:lnTo>
                  <a:pt x="106" y="569"/>
                </a:lnTo>
                <a:lnTo>
                  <a:pt x="108" y="567"/>
                </a:lnTo>
                <a:lnTo>
                  <a:pt x="111" y="568"/>
                </a:lnTo>
                <a:lnTo>
                  <a:pt x="112" y="568"/>
                </a:lnTo>
                <a:lnTo>
                  <a:pt x="112" y="567"/>
                </a:lnTo>
                <a:lnTo>
                  <a:pt x="112" y="566"/>
                </a:lnTo>
                <a:lnTo>
                  <a:pt x="113" y="566"/>
                </a:lnTo>
                <a:lnTo>
                  <a:pt x="114" y="566"/>
                </a:lnTo>
                <a:lnTo>
                  <a:pt x="117" y="566"/>
                </a:lnTo>
                <a:lnTo>
                  <a:pt x="120" y="564"/>
                </a:lnTo>
                <a:lnTo>
                  <a:pt x="122" y="563"/>
                </a:lnTo>
                <a:lnTo>
                  <a:pt x="123" y="563"/>
                </a:lnTo>
                <a:lnTo>
                  <a:pt x="124" y="562"/>
                </a:lnTo>
                <a:lnTo>
                  <a:pt x="125" y="562"/>
                </a:lnTo>
                <a:lnTo>
                  <a:pt x="126" y="562"/>
                </a:lnTo>
                <a:lnTo>
                  <a:pt x="128" y="561"/>
                </a:lnTo>
                <a:lnTo>
                  <a:pt x="129" y="558"/>
                </a:lnTo>
                <a:lnTo>
                  <a:pt x="129" y="556"/>
                </a:lnTo>
                <a:lnTo>
                  <a:pt x="128" y="555"/>
                </a:lnTo>
                <a:lnTo>
                  <a:pt x="128" y="554"/>
                </a:lnTo>
                <a:lnTo>
                  <a:pt x="129" y="553"/>
                </a:lnTo>
                <a:lnTo>
                  <a:pt x="129" y="550"/>
                </a:lnTo>
                <a:lnTo>
                  <a:pt x="130" y="551"/>
                </a:lnTo>
                <a:lnTo>
                  <a:pt x="131" y="551"/>
                </a:lnTo>
                <a:lnTo>
                  <a:pt x="132" y="548"/>
                </a:lnTo>
                <a:lnTo>
                  <a:pt x="133" y="545"/>
                </a:lnTo>
                <a:lnTo>
                  <a:pt x="134" y="544"/>
                </a:lnTo>
                <a:lnTo>
                  <a:pt x="136" y="544"/>
                </a:lnTo>
                <a:lnTo>
                  <a:pt x="137" y="543"/>
                </a:lnTo>
                <a:lnTo>
                  <a:pt x="138" y="541"/>
                </a:lnTo>
                <a:lnTo>
                  <a:pt x="138" y="540"/>
                </a:lnTo>
                <a:lnTo>
                  <a:pt x="139" y="539"/>
                </a:lnTo>
                <a:lnTo>
                  <a:pt x="145" y="540"/>
                </a:lnTo>
                <a:lnTo>
                  <a:pt x="145" y="541"/>
                </a:lnTo>
                <a:lnTo>
                  <a:pt x="146" y="541"/>
                </a:lnTo>
                <a:lnTo>
                  <a:pt x="146" y="540"/>
                </a:lnTo>
                <a:lnTo>
                  <a:pt x="147" y="540"/>
                </a:lnTo>
                <a:lnTo>
                  <a:pt x="147" y="539"/>
                </a:lnTo>
                <a:lnTo>
                  <a:pt x="149" y="539"/>
                </a:lnTo>
                <a:lnTo>
                  <a:pt x="150" y="539"/>
                </a:lnTo>
                <a:lnTo>
                  <a:pt x="150" y="538"/>
                </a:lnTo>
                <a:lnTo>
                  <a:pt x="150" y="537"/>
                </a:lnTo>
                <a:lnTo>
                  <a:pt x="151" y="537"/>
                </a:lnTo>
                <a:lnTo>
                  <a:pt x="153" y="537"/>
                </a:lnTo>
                <a:lnTo>
                  <a:pt x="154" y="537"/>
                </a:lnTo>
                <a:lnTo>
                  <a:pt x="153" y="536"/>
                </a:lnTo>
                <a:lnTo>
                  <a:pt x="154" y="535"/>
                </a:lnTo>
                <a:lnTo>
                  <a:pt x="154" y="534"/>
                </a:lnTo>
                <a:lnTo>
                  <a:pt x="155" y="533"/>
                </a:lnTo>
                <a:lnTo>
                  <a:pt x="155" y="535"/>
                </a:lnTo>
                <a:lnTo>
                  <a:pt x="155" y="537"/>
                </a:lnTo>
                <a:lnTo>
                  <a:pt x="155" y="536"/>
                </a:lnTo>
                <a:lnTo>
                  <a:pt x="155" y="534"/>
                </a:lnTo>
                <a:lnTo>
                  <a:pt x="156" y="532"/>
                </a:lnTo>
                <a:lnTo>
                  <a:pt x="156" y="529"/>
                </a:lnTo>
                <a:lnTo>
                  <a:pt x="157" y="528"/>
                </a:lnTo>
                <a:lnTo>
                  <a:pt x="156" y="525"/>
                </a:lnTo>
                <a:lnTo>
                  <a:pt x="155" y="525"/>
                </a:lnTo>
                <a:lnTo>
                  <a:pt x="154" y="525"/>
                </a:lnTo>
                <a:lnTo>
                  <a:pt x="153" y="524"/>
                </a:lnTo>
                <a:lnTo>
                  <a:pt x="154" y="524"/>
                </a:lnTo>
                <a:lnTo>
                  <a:pt x="154" y="523"/>
                </a:lnTo>
                <a:lnTo>
                  <a:pt x="155" y="522"/>
                </a:lnTo>
                <a:lnTo>
                  <a:pt x="156" y="522"/>
                </a:lnTo>
                <a:lnTo>
                  <a:pt x="157" y="522"/>
                </a:lnTo>
                <a:lnTo>
                  <a:pt x="158" y="522"/>
                </a:lnTo>
                <a:lnTo>
                  <a:pt x="158" y="521"/>
                </a:lnTo>
                <a:lnTo>
                  <a:pt x="159" y="521"/>
                </a:lnTo>
                <a:lnTo>
                  <a:pt x="159" y="520"/>
                </a:lnTo>
                <a:lnTo>
                  <a:pt x="159" y="519"/>
                </a:lnTo>
                <a:lnTo>
                  <a:pt x="159" y="518"/>
                </a:lnTo>
                <a:lnTo>
                  <a:pt x="159" y="517"/>
                </a:lnTo>
                <a:lnTo>
                  <a:pt x="159" y="515"/>
                </a:lnTo>
                <a:lnTo>
                  <a:pt x="159" y="514"/>
                </a:lnTo>
                <a:lnTo>
                  <a:pt x="160" y="513"/>
                </a:lnTo>
                <a:lnTo>
                  <a:pt x="163" y="512"/>
                </a:lnTo>
                <a:lnTo>
                  <a:pt x="164" y="512"/>
                </a:lnTo>
                <a:lnTo>
                  <a:pt x="165" y="512"/>
                </a:lnTo>
                <a:lnTo>
                  <a:pt x="167" y="511"/>
                </a:lnTo>
                <a:lnTo>
                  <a:pt x="169" y="510"/>
                </a:lnTo>
                <a:lnTo>
                  <a:pt x="173" y="510"/>
                </a:lnTo>
                <a:lnTo>
                  <a:pt x="174" y="510"/>
                </a:lnTo>
                <a:lnTo>
                  <a:pt x="176" y="510"/>
                </a:lnTo>
                <a:lnTo>
                  <a:pt x="177" y="511"/>
                </a:lnTo>
                <a:lnTo>
                  <a:pt x="179" y="511"/>
                </a:lnTo>
                <a:lnTo>
                  <a:pt x="180" y="510"/>
                </a:lnTo>
                <a:lnTo>
                  <a:pt x="181" y="510"/>
                </a:lnTo>
                <a:lnTo>
                  <a:pt x="181" y="509"/>
                </a:lnTo>
                <a:lnTo>
                  <a:pt x="181" y="507"/>
                </a:lnTo>
                <a:lnTo>
                  <a:pt x="181" y="503"/>
                </a:lnTo>
                <a:lnTo>
                  <a:pt x="181" y="502"/>
                </a:lnTo>
                <a:lnTo>
                  <a:pt x="181" y="500"/>
                </a:lnTo>
                <a:lnTo>
                  <a:pt x="181" y="499"/>
                </a:lnTo>
                <a:lnTo>
                  <a:pt x="182" y="497"/>
                </a:lnTo>
                <a:lnTo>
                  <a:pt x="184" y="497"/>
                </a:lnTo>
                <a:lnTo>
                  <a:pt x="184" y="496"/>
                </a:lnTo>
                <a:lnTo>
                  <a:pt x="184" y="494"/>
                </a:lnTo>
                <a:lnTo>
                  <a:pt x="184" y="493"/>
                </a:lnTo>
                <a:lnTo>
                  <a:pt x="184" y="492"/>
                </a:lnTo>
                <a:lnTo>
                  <a:pt x="183" y="491"/>
                </a:lnTo>
                <a:lnTo>
                  <a:pt x="184" y="491"/>
                </a:lnTo>
                <a:lnTo>
                  <a:pt x="185" y="491"/>
                </a:lnTo>
                <a:lnTo>
                  <a:pt x="186" y="491"/>
                </a:lnTo>
                <a:lnTo>
                  <a:pt x="184" y="491"/>
                </a:lnTo>
                <a:lnTo>
                  <a:pt x="184" y="490"/>
                </a:lnTo>
                <a:lnTo>
                  <a:pt x="185" y="489"/>
                </a:lnTo>
                <a:lnTo>
                  <a:pt x="185" y="488"/>
                </a:lnTo>
                <a:lnTo>
                  <a:pt x="185" y="486"/>
                </a:lnTo>
                <a:lnTo>
                  <a:pt x="185" y="485"/>
                </a:lnTo>
                <a:lnTo>
                  <a:pt x="185" y="484"/>
                </a:lnTo>
                <a:lnTo>
                  <a:pt x="186" y="483"/>
                </a:lnTo>
                <a:lnTo>
                  <a:pt x="186" y="481"/>
                </a:lnTo>
                <a:lnTo>
                  <a:pt x="186" y="480"/>
                </a:lnTo>
                <a:lnTo>
                  <a:pt x="186" y="479"/>
                </a:lnTo>
                <a:lnTo>
                  <a:pt x="185" y="479"/>
                </a:lnTo>
                <a:lnTo>
                  <a:pt x="184" y="480"/>
                </a:lnTo>
                <a:lnTo>
                  <a:pt x="183" y="480"/>
                </a:lnTo>
                <a:lnTo>
                  <a:pt x="182" y="480"/>
                </a:lnTo>
                <a:lnTo>
                  <a:pt x="181" y="481"/>
                </a:lnTo>
                <a:lnTo>
                  <a:pt x="180" y="481"/>
                </a:lnTo>
                <a:lnTo>
                  <a:pt x="179" y="481"/>
                </a:lnTo>
                <a:lnTo>
                  <a:pt x="179" y="482"/>
                </a:lnTo>
                <a:lnTo>
                  <a:pt x="177" y="486"/>
                </a:lnTo>
                <a:lnTo>
                  <a:pt x="176" y="486"/>
                </a:lnTo>
                <a:lnTo>
                  <a:pt x="176" y="487"/>
                </a:lnTo>
                <a:lnTo>
                  <a:pt x="176" y="488"/>
                </a:lnTo>
                <a:lnTo>
                  <a:pt x="175" y="488"/>
                </a:lnTo>
                <a:lnTo>
                  <a:pt x="175" y="489"/>
                </a:lnTo>
                <a:lnTo>
                  <a:pt x="174" y="490"/>
                </a:lnTo>
                <a:lnTo>
                  <a:pt x="173" y="491"/>
                </a:lnTo>
                <a:lnTo>
                  <a:pt x="173" y="492"/>
                </a:lnTo>
                <a:lnTo>
                  <a:pt x="172" y="492"/>
                </a:lnTo>
                <a:lnTo>
                  <a:pt x="171" y="493"/>
                </a:lnTo>
                <a:lnTo>
                  <a:pt x="170" y="494"/>
                </a:lnTo>
                <a:lnTo>
                  <a:pt x="170" y="495"/>
                </a:lnTo>
                <a:lnTo>
                  <a:pt x="169" y="495"/>
                </a:lnTo>
                <a:lnTo>
                  <a:pt x="168" y="495"/>
                </a:lnTo>
                <a:lnTo>
                  <a:pt x="167" y="495"/>
                </a:lnTo>
                <a:lnTo>
                  <a:pt x="165" y="496"/>
                </a:lnTo>
                <a:lnTo>
                  <a:pt x="164" y="497"/>
                </a:lnTo>
                <a:lnTo>
                  <a:pt x="162" y="498"/>
                </a:lnTo>
                <a:lnTo>
                  <a:pt x="161" y="498"/>
                </a:lnTo>
                <a:lnTo>
                  <a:pt x="161" y="499"/>
                </a:lnTo>
                <a:lnTo>
                  <a:pt x="159" y="500"/>
                </a:lnTo>
                <a:lnTo>
                  <a:pt x="159" y="501"/>
                </a:lnTo>
                <a:lnTo>
                  <a:pt x="158" y="501"/>
                </a:lnTo>
                <a:lnTo>
                  <a:pt x="157" y="501"/>
                </a:lnTo>
                <a:lnTo>
                  <a:pt x="156" y="500"/>
                </a:lnTo>
                <a:lnTo>
                  <a:pt x="155" y="500"/>
                </a:lnTo>
                <a:lnTo>
                  <a:pt x="154" y="500"/>
                </a:lnTo>
                <a:lnTo>
                  <a:pt x="154" y="501"/>
                </a:lnTo>
                <a:lnTo>
                  <a:pt x="153" y="501"/>
                </a:lnTo>
                <a:lnTo>
                  <a:pt x="153" y="502"/>
                </a:lnTo>
                <a:lnTo>
                  <a:pt x="151" y="503"/>
                </a:lnTo>
                <a:lnTo>
                  <a:pt x="150" y="503"/>
                </a:lnTo>
                <a:lnTo>
                  <a:pt x="150" y="504"/>
                </a:lnTo>
                <a:lnTo>
                  <a:pt x="151" y="505"/>
                </a:lnTo>
                <a:lnTo>
                  <a:pt x="150" y="505"/>
                </a:lnTo>
                <a:lnTo>
                  <a:pt x="150" y="506"/>
                </a:lnTo>
                <a:lnTo>
                  <a:pt x="149" y="506"/>
                </a:lnTo>
                <a:lnTo>
                  <a:pt x="148" y="506"/>
                </a:lnTo>
                <a:lnTo>
                  <a:pt x="147" y="506"/>
                </a:lnTo>
                <a:lnTo>
                  <a:pt x="147" y="505"/>
                </a:lnTo>
                <a:lnTo>
                  <a:pt x="146" y="504"/>
                </a:lnTo>
                <a:lnTo>
                  <a:pt x="145" y="504"/>
                </a:lnTo>
                <a:lnTo>
                  <a:pt x="145" y="505"/>
                </a:lnTo>
                <a:lnTo>
                  <a:pt x="144" y="505"/>
                </a:lnTo>
                <a:lnTo>
                  <a:pt x="143" y="505"/>
                </a:lnTo>
                <a:lnTo>
                  <a:pt x="142" y="505"/>
                </a:lnTo>
                <a:lnTo>
                  <a:pt x="140" y="506"/>
                </a:lnTo>
                <a:lnTo>
                  <a:pt x="139" y="506"/>
                </a:lnTo>
                <a:lnTo>
                  <a:pt x="139" y="507"/>
                </a:lnTo>
                <a:lnTo>
                  <a:pt x="137" y="509"/>
                </a:lnTo>
                <a:lnTo>
                  <a:pt x="137" y="510"/>
                </a:lnTo>
                <a:lnTo>
                  <a:pt x="137" y="511"/>
                </a:lnTo>
                <a:lnTo>
                  <a:pt x="136" y="513"/>
                </a:lnTo>
                <a:lnTo>
                  <a:pt x="136" y="514"/>
                </a:lnTo>
                <a:lnTo>
                  <a:pt x="135" y="514"/>
                </a:lnTo>
                <a:lnTo>
                  <a:pt x="131" y="516"/>
                </a:lnTo>
                <a:lnTo>
                  <a:pt x="129" y="515"/>
                </a:lnTo>
                <a:lnTo>
                  <a:pt x="127" y="515"/>
                </a:lnTo>
                <a:lnTo>
                  <a:pt x="126" y="515"/>
                </a:lnTo>
                <a:lnTo>
                  <a:pt x="124" y="516"/>
                </a:lnTo>
                <a:lnTo>
                  <a:pt x="124" y="517"/>
                </a:lnTo>
                <a:lnTo>
                  <a:pt x="123" y="517"/>
                </a:lnTo>
                <a:lnTo>
                  <a:pt x="123" y="518"/>
                </a:lnTo>
                <a:lnTo>
                  <a:pt x="123" y="519"/>
                </a:lnTo>
                <a:lnTo>
                  <a:pt x="123" y="521"/>
                </a:lnTo>
                <a:lnTo>
                  <a:pt x="122" y="522"/>
                </a:lnTo>
                <a:lnTo>
                  <a:pt x="121" y="523"/>
                </a:lnTo>
                <a:lnTo>
                  <a:pt x="120" y="523"/>
                </a:lnTo>
                <a:lnTo>
                  <a:pt x="119" y="523"/>
                </a:lnTo>
                <a:lnTo>
                  <a:pt x="118" y="524"/>
                </a:lnTo>
                <a:lnTo>
                  <a:pt x="118" y="525"/>
                </a:lnTo>
                <a:lnTo>
                  <a:pt x="117" y="525"/>
                </a:lnTo>
                <a:lnTo>
                  <a:pt x="117" y="527"/>
                </a:lnTo>
                <a:lnTo>
                  <a:pt x="117" y="528"/>
                </a:lnTo>
                <a:lnTo>
                  <a:pt x="116" y="528"/>
                </a:lnTo>
                <a:lnTo>
                  <a:pt x="113" y="527"/>
                </a:lnTo>
                <a:lnTo>
                  <a:pt x="112" y="527"/>
                </a:lnTo>
                <a:lnTo>
                  <a:pt x="110" y="527"/>
                </a:lnTo>
                <a:lnTo>
                  <a:pt x="109" y="528"/>
                </a:lnTo>
                <a:lnTo>
                  <a:pt x="108" y="528"/>
                </a:lnTo>
                <a:lnTo>
                  <a:pt x="107" y="528"/>
                </a:lnTo>
                <a:lnTo>
                  <a:pt x="107" y="529"/>
                </a:lnTo>
                <a:lnTo>
                  <a:pt x="106" y="529"/>
                </a:lnTo>
                <a:lnTo>
                  <a:pt x="105" y="531"/>
                </a:lnTo>
                <a:lnTo>
                  <a:pt x="104" y="531"/>
                </a:lnTo>
                <a:lnTo>
                  <a:pt x="104" y="532"/>
                </a:lnTo>
                <a:lnTo>
                  <a:pt x="103" y="533"/>
                </a:lnTo>
                <a:lnTo>
                  <a:pt x="101" y="535"/>
                </a:lnTo>
                <a:lnTo>
                  <a:pt x="100" y="535"/>
                </a:lnTo>
                <a:lnTo>
                  <a:pt x="98" y="536"/>
                </a:lnTo>
                <a:lnTo>
                  <a:pt x="97" y="536"/>
                </a:lnTo>
                <a:lnTo>
                  <a:pt x="96" y="536"/>
                </a:lnTo>
                <a:lnTo>
                  <a:pt x="95" y="536"/>
                </a:lnTo>
                <a:lnTo>
                  <a:pt x="94" y="537"/>
                </a:lnTo>
                <a:lnTo>
                  <a:pt x="93" y="538"/>
                </a:lnTo>
                <a:lnTo>
                  <a:pt x="92" y="538"/>
                </a:lnTo>
                <a:lnTo>
                  <a:pt x="91" y="540"/>
                </a:lnTo>
                <a:lnTo>
                  <a:pt x="90" y="541"/>
                </a:lnTo>
                <a:lnTo>
                  <a:pt x="89" y="541"/>
                </a:lnTo>
                <a:lnTo>
                  <a:pt x="88" y="542"/>
                </a:lnTo>
                <a:lnTo>
                  <a:pt x="87" y="543"/>
                </a:lnTo>
                <a:lnTo>
                  <a:pt x="86" y="543"/>
                </a:lnTo>
                <a:lnTo>
                  <a:pt x="86" y="544"/>
                </a:lnTo>
                <a:lnTo>
                  <a:pt x="83" y="548"/>
                </a:lnTo>
                <a:lnTo>
                  <a:pt x="81" y="553"/>
                </a:lnTo>
                <a:lnTo>
                  <a:pt x="80" y="554"/>
                </a:lnTo>
                <a:lnTo>
                  <a:pt x="80" y="555"/>
                </a:lnTo>
                <a:lnTo>
                  <a:pt x="80" y="556"/>
                </a:lnTo>
                <a:lnTo>
                  <a:pt x="79" y="556"/>
                </a:lnTo>
                <a:lnTo>
                  <a:pt x="78" y="556"/>
                </a:lnTo>
                <a:lnTo>
                  <a:pt x="78" y="557"/>
                </a:lnTo>
                <a:lnTo>
                  <a:pt x="77" y="558"/>
                </a:lnTo>
                <a:lnTo>
                  <a:pt x="75" y="559"/>
                </a:lnTo>
                <a:lnTo>
                  <a:pt x="75" y="560"/>
                </a:lnTo>
                <a:lnTo>
                  <a:pt x="74" y="560"/>
                </a:lnTo>
                <a:lnTo>
                  <a:pt x="74" y="561"/>
                </a:lnTo>
                <a:lnTo>
                  <a:pt x="74" y="562"/>
                </a:lnTo>
                <a:lnTo>
                  <a:pt x="73" y="562"/>
                </a:lnTo>
                <a:lnTo>
                  <a:pt x="72" y="561"/>
                </a:lnTo>
                <a:lnTo>
                  <a:pt x="72" y="560"/>
                </a:lnTo>
                <a:lnTo>
                  <a:pt x="71" y="560"/>
                </a:lnTo>
                <a:lnTo>
                  <a:pt x="69" y="559"/>
                </a:lnTo>
                <a:lnTo>
                  <a:pt x="69" y="557"/>
                </a:lnTo>
                <a:lnTo>
                  <a:pt x="69" y="556"/>
                </a:lnTo>
                <a:lnTo>
                  <a:pt x="68" y="556"/>
                </a:lnTo>
                <a:lnTo>
                  <a:pt x="68" y="554"/>
                </a:lnTo>
                <a:lnTo>
                  <a:pt x="69" y="554"/>
                </a:lnTo>
                <a:lnTo>
                  <a:pt x="69" y="553"/>
                </a:lnTo>
                <a:lnTo>
                  <a:pt x="70" y="553"/>
                </a:lnTo>
                <a:lnTo>
                  <a:pt x="70" y="552"/>
                </a:lnTo>
                <a:lnTo>
                  <a:pt x="69" y="550"/>
                </a:lnTo>
                <a:lnTo>
                  <a:pt x="70" y="549"/>
                </a:lnTo>
                <a:lnTo>
                  <a:pt x="70" y="548"/>
                </a:lnTo>
                <a:lnTo>
                  <a:pt x="70" y="547"/>
                </a:lnTo>
                <a:lnTo>
                  <a:pt x="70" y="546"/>
                </a:lnTo>
                <a:lnTo>
                  <a:pt x="70" y="545"/>
                </a:lnTo>
                <a:lnTo>
                  <a:pt x="69" y="545"/>
                </a:lnTo>
                <a:lnTo>
                  <a:pt x="68" y="545"/>
                </a:lnTo>
                <a:lnTo>
                  <a:pt x="68" y="543"/>
                </a:lnTo>
                <a:lnTo>
                  <a:pt x="69" y="543"/>
                </a:lnTo>
                <a:lnTo>
                  <a:pt x="70" y="543"/>
                </a:lnTo>
                <a:lnTo>
                  <a:pt x="71" y="543"/>
                </a:lnTo>
                <a:lnTo>
                  <a:pt x="71" y="541"/>
                </a:lnTo>
                <a:lnTo>
                  <a:pt x="72" y="537"/>
                </a:lnTo>
                <a:lnTo>
                  <a:pt x="71" y="531"/>
                </a:lnTo>
                <a:lnTo>
                  <a:pt x="71" y="530"/>
                </a:lnTo>
                <a:lnTo>
                  <a:pt x="69" y="529"/>
                </a:lnTo>
                <a:lnTo>
                  <a:pt x="69" y="528"/>
                </a:lnTo>
                <a:lnTo>
                  <a:pt x="69" y="527"/>
                </a:lnTo>
                <a:lnTo>
                  <a:pt x="70" y="525"/>
                </a:lnTo>
                <a:lnTo>
                  <a:pt x="70" y="524"/>
                </a:lnTo>
                <a:lnTo>
                  <a:pt x="69" y="524"/>
                </a:lnTo>
                <a:lnTo>
                  <a:pt x="69" y="522"/>
                </a:lnTo>
                <a:lnTo>
                  <a:pt x="69" y="520"/>
                </a:lnTo>
                <a:lnTo>
                  <a:pt x="70" y="520"/>
                </a:lnTo>
                <a:lnTo>
                  <a:pt x="72" y="520"/>
                </a:lnTo>
                <a:lnTo>
                  <a:pt x="73" y="520"/>
                </a:lnTo>
                <a:lnTo>
                  <a:pt x="74" y="520"/>
                </a:lnTo>
                <a:lnTo>
                  <a:pt x="74" y="519"/>
                </a:lnTo>
                <a:lnTo>
                  <a:pt x="75" y="517"/>
                </a:lnTo>
                <a:lnTo>
                  <a:pt x="75" y="516"/>
                </a:lnTo>
                <a:lnTo>
                  <a:pt x="76" y="516"/>
                </a:lnTo>
                <a:lnTo>
                  <a:pt x="77" y="516"/>
                </a:lnTo>
                <a:lnTo>
                  <a:pt x="77" y="515"/>
                </a:lnTo>
                <a:lnTo>
                  <a:pt x="77" y="514"/>
                </a:lnTo>
                <a:lnTo>
                  <a:pt x="78" y="513"/>
                </a:lnTo>
                <a:lnTo>
                  <a:pt x="79" y="512"/>
                </a:lnTo>
                <a:lnTo>
                  <a:pt x="80" y="513"/>
                </a:lnTo>
                <a:lnTo>
                  <a:pt x="81" y="513"/>
                </a:lnTo>
                <a:lnTo>
                  <a:pt x="81" y="512"/>
                </a:lnTo>
                <a:lnTo>
                  <a:pt x="82" y="512"/>
                </a:lnTo>
                <a:lnTo>
                  <a:pt x="83" y="512"/>
                </a:lnTo>
                <a:lnTo>
                  <a:pt x="83" y="511"/>
                </a:lnTo>
                <a:lnTo>
                  <a:pt x="82" y="509"/>
                </a:lnTo>
                <a:lnTo>
                  <a:pt x="82" y="508"/>
                </a:lnTo>
                <a:lnTo>
                  <a:pt x="83" y="507"/>
                </a:lnTo>
                <a:lnTo>
                  <a:pt x="82" y="506"/>
                </a:lnTo>
                <a:lnTo>
                  <a:pt x="82" y="505"/>
                </a:lnTo>
                <a:lnTo>
                  <a:pt x="82" y="504"/>
                </a:lnTo>
                <a:lnTo>
                  <a:pt x="82" y="502"/>
                </a:lnTo>
                <a:lnTo>
                  <a:pt x="82" y="501"/>
                </a:lnTo>
                <a:lnTo>
                  <a:pt x="82" y="500"/>
                </a:lnTo>
                <a:lnTo>
                  <a:pt x="83" y="499"/>
                </a:lnTo>
                <a:lnTo>
                  <a:pt x="83" y="498"/>
                </a:lnTo>
                <a:lnTo>
                  <a:pt x="83" y="497"/>
                </a:lnTo>
                <a:lnTo>
                  <a:pt x="84" y="496"/>
                </a:lnTo>
                <a:lnTo>
                  <a:pt x="85" y="494"/>
                </a:lnTo>
                <a:lnTo>
                  <a:pt x="85" y="493"/>
                </a:lnTo>
                <a:lnTo>
                  <a:pt x="85" y="492"/>
                </a:lnTo>
                <a:lnTo>
                  <a:pt x="85" y="491"/>
                </a:lnTo>
                <a:lnTo>
                  <a:pt x="86" y="490"/>
                </a:lnTo>
                <a:lnTo>
                  <a:pt x="86" y="489"/>
                </a:lnTo>
                <a:lnTo>
                  <a:pt x="86" y="488"/>
                </a:lnTo>
                <a:lnTo>
                  <a:pt x="87" y="486"/>
                </a:lnTo>
                <a:lnTo>
                  <a:pt x="86" y="486"/>
                </a:lnTo>
                <a:lnTo>
                  <a:pt x="86" y="485"/>
                </a:lnTo>
                <a:lnTo>
                  <a:pt x="86" y="484"/>
                </a:lnTo>
                <a:lnTo>
                  <a:pt x="85" y="483"/>
                </a:lnTo>
                <a:lnTo>
                  <a:pt x="85" y="482"/>
                </a:lnTo>
                <a:lnTo>
                  <a:pt x="86" y="482"/>
                </a:lnTo>
                <a:lnTo>
                  <a:pt x="86" y="481"/>
                </a:lnTo>
                <a:lnTo>
                  <a:pt x="85" y="481"/>
                </a:lnTo>
                <a:lnTo>
                  <a:pt x="85" y="480"/>
                </a:lnTo>
                <a:lnTo>
                  <a:pt x="84" y="479"/>
                </a:lnTo>
                <a:lnTo>
                  <a:pt x="84" y="478"/>
                </a:lnTo>
                <a:lnTo>
                  <a:pt x="85" y="478"/>
                </a:lnTo>
                <a:lnTo>
                  <a:pt x="85" y="477"/>
                </a:lnTo>
                <a:lnTo>
                  <a:pt x="84" y="477"/>
                </a:lnTo>
                <a:lnTo>
                  <a:pt x="84" y="476"/>
                </a:lnTo>
                <a:lnTo>
                  <a:pt x="84" y="474"/>
                </a:lnTo>
                <a:lnTo>
                  <a:pt x="83" y="474"/>
                </a:lnTo>
                <a:lnTo>
                  <a:pt x="83" y="473"/>
                </a:lnTo>
                <a:lnTo>
                  <a:pt x="83" y="472"/>
                </a:lnTo>
                <a:lnTo>
                  <a:pt x="84" y="472"/>
                </a:lnTo>
                <a:lnTo>
                  <a:pt x="84" y="471"/>
                </a:lnTo>
                <a:lnTo>
                  <a:pt x="83" y="470"/>
                </a:lnTo>
                <a:lnTo>
                  <a:pt x="82" y="469"/>
                </a:lnTo>
                <a:lnTo>
                  <a:pt x="82" y="468"/>
                </a:lnTo>
                <a:lnTo>
                  <a:pt x="83" y="468"/>
                </a:lnTo>
                <a:lnTo>
                  <a:pt x="83" y="467"/>
                </a:lnTo>
                <a:lnTo>
                  <a:pt x="83" y="465"/>
                </a:lnTo>
                <a:lnTo>
                  <a:pt x="83" y="464"/>
                </a:lnTo>
                <a:lnTo>
                  <a:pt x="82" y="463"/>
                </a:lnTo>
                <a:lnTo>
                  <a:pt x="82" y="462"/>
                </a:lnTo>
                <a:lnTo>
                  <a:pt x="81" y="462"/>
                </a:lnTo>
                <a:lnTo>
                  <a:pt x="80" y="462"/>
                </a:lnTo>
                <a:lnTo>
                  <a:pt x="80" y="460"/>
                </a:lnTo>
                <a:lnTo>
                  <a:pt x="81" y="460"/>
                </a:lnTo>
                <a:lnTo>
                  <a:pt x="80" y="458"/>
                </a:lnTo>
                <a:lnTo>
                  <a:pt x="79" y="457"/>
                </a:lnTo>
                <a:lnTo>
                  <a:pt x="78" y="457"/>
                </a:lnTo>
                <a:lnTo>
                  <a:pt x="77" y="457"/>
                </a:lnTo>
                <a:lnTo>
                  <a:pt x="75" y="457"/>
                </a:lnTo>
                <a:lnTo>
                  <a:pt x="74" y="457"/>
                </a:lnTo>
                <a:lnTo>
                  <a:pt x="74" y="456"/>
                </a:lnTo>
                <a:lnTo>
                  <a:pt x="74" y="455"/>
                </a:lnTo>
                <a:lnTo>
                  <a:pt x="73" y="455"/>
                </a:lnTo>
                <a:lnTo>
                  <a:pt x="72" y="455"/>
                </a:lnTo>
                <a:lnTo>
                  <a:pt x="72" y="454"/>
                </a:lnTo>
                <a:lnTo>
                  <a:pt x="72" y="453"/>
                </a:lnTo>
                <a:lnTo>
                  <a:pt x="72" y="452"/>
                </a:lnTo>
                <a:lnTo>
                  <a:pt x="72" y="451"/>
                </a:lnTo>
                <a:lnTo>
                  <a:pt x="72" y="450"/>
                </a:lnTo>
                <a:lnTo>
                  <a:pt x="72" y="449"/>
                </a:lnTo>
                <a:lnTo>
                  <a:pt x="72" y="448"/>
                </a:lnTo>
                <a:lnTo>
                  <a:pt x="71" y="447"/>
                </a:lnTo>
                <a:lnTo>
                  <a:pt x="70" y="447"/>
                </a:lnTo>
                <a:lnTo>
                  <a:pt x="69" y="447"/>
                </a:lnTo>
                <a:lnTo>
                  <a:pt x="69" y="448"/>
                </a:lnTo>
                <a:lnTo>
                  <a:pt x="68" y="448"/>
                </a:lnTo>
                <a:lnTo>
                  <a:pt x="68" y="449"/>
                </a:lnTo>
                <a:lnTo>
                  <a:pt x="67" y="449"/>
                </a:lnTo>
                <a:lnTo>
                  <a:pt x="66" y="449"/>
                </a:lnTo>
                <a:lnTo>
                  <a:pt x="65" y="448"/>
                </a:lnTo>
                <a:lnTo>
                  <a:pt x="64" y="451"/>
                </a:lnTo>
                <a:lnTo>
                  <a:pt x="63" y="452"/>
                </a:lnTo>
                <a:lnTo>
                  <a:pt x="62" y="452"/>
                </a:lnTo>
                <a:lnTo>
                  <a:pt x="61" y="451"/>
                </a:lnTo>
                <a:lnTo>
                  <a:pt x="61" y="450"/>
                </a:lnTo>
                <a:lnTo>
                  <a:pt x="61" y="449"/>
                </a:lnTo>
                <a:lnTo>
                  <a:pt x="62" y="449"/>
                </a:lnTo>
                <a:lnTo>
                  <a:pt x="63" y="448"/>
                </a:lnTo>
                <a:lnTo>
                  <a:pt x="63" y="447"/>
                </a:lnTo>
                <a:lnTo>
                  <a:pt x="63" y="444"/>
                </a:lnTo>
                <a:lnTo>
                  <a:pt x="63" y="443"/>
                </a:lnTo>
                <a:lnTo>
                  <a:pt x="62" y="443"/>
                </a:lnTo>
                <a:lnTo>
                  <a:pt x="61" y="443"/>
                </a:lnTo>
                <a:lnTo>
                  <a:pt x="60" y="443"/>
                </a:lnTo>
                <a:lnTo>
                  <a:pt x="59" y="443"/>
                </a:lnTo>
                <a:lnTo>
                  <a:pt x="59" y="442"/>
                </a:lnTo>
                <a:lnTo>
                  <a:pt x="59" y="440"/>
                </a:lnTo>
                <a:lnTo>
                  <a:pt x="58" y="440"/>
                </a:lnTo>
                <a:lnTo>
                  <a:pt x="58" y="439"/>
                </a:lnTo>
                <a:lnTo>
                  <a:pt x="57" y="438"/>
                </a:lnTo>
                <a:lnTo>
                  <a:pt x="57" y="437"/>
                </a:lnTo>
                <a:lnTo>
                  <a:pt x="57" y="438"/>
                </a:lnTo>
                <a:lnTo>
                  <a:pt x="57" y="436"/>
                </a:lnTo>
                <a:lnTo>
                  <a:pt x="58" y="435"/>
                </a:lnTo>
                <a:lnTo>
                  <a:pt x="58" y="434"/>
                </a:lnTo>
                <a:lnTo>
                  <a:pt x="57" y="433"/>
                </a:lnTo>
                <a:lnTo>
                  <a:pt x="57" y="434"/>
                </a:lnTo>
                <a:lnTo>
                  <a:pt x="56" y="434"/>
                </a:lnTo>
                <a:lnTo>
                  <a:pt x="55" y="434"/>
                </a:lnTo>
                <a:lnTo>
                  <a:pt x="55" y="433"/>
                </a:lnTo>
                <a:lnTo>
                  <a:pt x="54" y="432"/>
                </a:lnTo>
                <a:lnTo>
                  <a:pt x="53" y="432"/>
                </a:lnTo>
                <a:lnTo>
                  <a:pt x="52" y="432"/>
                </a:lnTo>
                <a:lnTo>
                  <a:pt x="51" y="431"/>
                </a:lnTo>
                <a:lnTo>
                  <a:pt x="50" y="431"/>
                </a:lnTo>
                <a:lnTo>
                  <a:pt x="50" y="430"/>
                </a:lnTo>
                <a:lnTo>
                  <a:pt x="51" y="429"/>
                </a:lnTo>
                <a:lnTo>
                  <a:pt x="51" y="428"/>
                </a:lnTo>
                <a:lnTo>
                  <a:pt x="52" y="427"/>
                </a:lnTo>
                <a:lnTo>
                  <a:pt x="53" y="427"/>
                </a:lnTo>
                <a:lnTo>
                  <a:pt x="53" y="426"/>
                </a:lnTo>
                <a:lnTo>
                  <a:pt x="52" y="423"/>
                </a:lnTo>
                <a:lnTo>
                  <a:pt x="52" y="422"/>
                </a:lnTo>
                <a:lnTo>
                  <a:pt x="50" y="421"/>
                </a:lnTo>
                <a:lnTo>
                  <a:pt x="50" y="420"/>
                </a:lnTo>
                <a:lnTo>
                  <a:pt x="49" y="420"/>
                </a:lnTo>
                <a:lnTo>
                  <a:pt x="48" y="421"/>
                </a:lnTo>
                <a:lnTo>
                  <a:pt x="48" y="422"/>
                </a:lnTo>
                <a:lnTo>
                  <a:pt x="48" y="421"/>
                </a:lnTo>
                <a:lnTo>
                  <a:pt x="48" y="420"/>
                </a:lnTo>
                <a:lnTo>
                  <a:pt x="47" y="420"/>
                </a:lnTo>
                <a:lnTo>
                  <a:pt x="47" y="419"/>
                </a:lnTo>
                <a:lnTo>
                  <a:pt x="48" y="419"/>
                </a:lnTo>
                <a:lnTo>
                  <a:pt x="48" y="418"/>
                </a:lnTo>
                <a:lnTo>
                  <a:pt x="47" y="418"/>
                </a:lnTo>
                <a:lnTo>
                  <a:pt x="46" y="418"/>
                </a:lnTo>
                <a:lnTo>
                  <a:pt x="46" y="417"/>
                </a:lnTo>
                <a:lnTo>
                  <a:pt x="46" y="416"/>
                </a:lnTo>
                <a:lnTo>
                  <a:pt x="46" y="415"/>
                </a:lnTo>
                <a:lnTo>
                  <a:pt x="46" y="414"/>
                </a:lnTo>
                <a:lnTo>
                  <a:pt x="47" y="413"/>
                </a:lnTo>
                <a:lnTo>
                  <a:pt x="48" y="412"/>
                </a:lnTo>
                <a:lnTo>
                  <a:pt x="48" y="411"/>
                </a:lnTo>
                <a:lnTo>
                  <a:pt x="49" y="408"/>
                </a:lnTo>
                <a:lnTo>
                  <a:pt x="49" y="407"/>
                </a:lnTo>
                <a:lnTo>
                  <a:pt x="49" y="406"/>
                </a:lnTo>
                <a:lnTo>
                  <a:pt x="50" y="405"/>
                </a:lnTo>
                <a:lnTo>
                  <a:pt x="51" y="404"/>
                </a:lnTo>
                <a:lnTo>
                  <a:pt x="52" y="403"/>
                </a:lnTo>
                <a:lnTo>
                  <a:pt x="52" y="402"/>
                </a:lnTo>
                <a:lnTo>
                  <a:pt x="52" y="401"/>
                </a:lnTo>
                <a:lnTo>
                  <a:pt x="52" y="399"/>
                </a:lnTo>
                <a:lnTo>
                  <a:pt x="52" y="397"/>
                </a:lnTo>
                <a:lnTo>
                  <a:pt x="52" y="396"/>
                </a:lnTo>
                <a:lnTo>
                  <a:pt x="52" y="395"/>
                </a:lnTo>
                <a:lnTo>
                  <a:pt x="53" y="393"/>
                </a:lnTo>
                <a:lnTo>
                  <a:pt x="53" y="392"/>
                </a:lnTo>
                <a:lnTo>
                  <a:pt x="53" y="391"/>
                </a:lnTo>
                <a:lnTo>
                  <a:pt x="53" y="390"/>
                </a:lnTo>
                <a:lnTo>
                  <a:pt x="53" y="389"/>
                </a:lnTo>
                <a:lnTo>
                  <a:pt x="53" y="388"/>
                </a:lnTo>
                <a:lnTo>
                  <a:pt x="54" y="388"/>
                </a:lnTo>
                <a:lnTo>
                  <a:pt x="54" y="387"/>
                </a:lnTo>
                <a:lnTo>
                  <a:pt x="54" y="386"/>
                </a:lnTo>
                <a:lnTo>
                  <a:pt x="54" y="385"/>
                </a:lnTo>
                <a:lnTo>
                  <a:pt x="55" y="385"/>
                </a:lnTo>
                <a:lnTo>
                  <a:pt x="56" y="387"/>
                </a:lnTo>
                <a:lnTo>
                  <a:pt x="57" y="385"/>
                </a:lnTo>
                <a:lnTo>
                  <a:pt x="58" y="384"/>
                </a:lnTo>
                <a:lnTo>
                  <a:pt x="59" y="382"/>
                </a:lnTo>
                <a:lnTo>
                  <a:pt x="59" y="381"/>
                </a:lnTo>
                <a:lnTo>
                  <a:pt x="59" y="380"/>
                </a:lnTo>
                <a:lnTo>
                  <a:pt x="59" y="379"/>
                </a:lnTo>
                <a:lnTo>
                  <a:pt x="60" y="378"/>
                </a:lnTo>
                <a:lnTo>
                  <a:pt x="61" y="378"/>
                </a:lnTo>
                <a:lnTo>
                  <a:pt x="62" y="378"/>
                </a:lnTo>
                <a:lnTo>
                  <a:pt x="62" y="377"/>
                </a:lnTo>
                <a:lnTo>
                  <a:pt x="62" y="376"/>
                </a:lnTo>
                <a:lnTo>
                  <a:pt x="62" y="375"/>
                </a:lnTo>
                <a:lnTo>
                  <a:pt x="63" y="374"/>
                </a:lnTo>
                <a:lnTo>
                  <a:pt x="64" y="374"/>
                </a:lnTo>
                <a:lnTo>
                  <a:pt x="64" y="373"/>
                </a:lnTo>
                <a:lnTo>
                  <a:pt x="64" y="372"/>
                </a:lnTo>
                <a:lnTo>
                  <a:pt x="65" y="372"/>
                </a:lnTo>
                <a:lnTo>
                  <a:pt x="67" y="371"/>
                </a:lnTo>
                <a:lnTo>
                  <a:pt x="68" y="371"/>
                </a:lnTo>
                <a:lnTo>
                  <a:pt x="68" y="370"/>
                </a:lnTo>
                <a:lnTo>
                  <a:pt x="68" y="369"/>
                </a:lnTo>
                <a:lnTo>
                  <a:pt x="68" y="367"/>
                </a:lnTo>
                <a:lnTo>
                  <a:pt x="68" y="366"/>
                </a:lnTo>
                <a:lnTo>
                  <a:pt x="69" y="365"/>
                </a:lnTo>
                <a:lnTo>
                  <a:pt x="69" y="364"/>
                </a:lnTo>
                <a:lnTo>
                  <a:pt x="69" y="363"/>
                </a:lnTo>
                <a:lnTo>
                  <a:pt x="70" y="363"/>
                </a:lnTo>
                <a:lnTo>
                  <a:pt x="70" y="361"/>
                </a:lnTo>
                <a:lnTo>
                  <a:pt x="71" y="360"/>
                </a:lnTo>
                <a:lnTo>
                  <a:pt x="71" y="359"/>
                </a:lnTo>
                <a:lnTo>
                  <a:pt x="72" y="358"/>
                </a:lnTo>
                <a:lnTo>
                  <a:pt x="71" y="358"/>
                </a:lnTo>
                <a:lnTo>
                  <a:pt x="71" y="356"/>
                </a:lnTo>
                <a:lnTo>
                  <a:pt x="72" y="356"/>
                </a:lnTo>
                <a:lnTo>
                  <a:pt x="73" y="356"/>
                </a:lnTo>
                <a:lnTo>
                  <a:pt x="74" y="355"/>
                </a:lnTo>
                <a:lnTo>
                  <a:pt x="77" y="354"/>
                </a:lnTo>
                <a:lnTo>
                  <a:pt x="79" y="355"/>
                </a:lnTo>
                <a:lnTo>
                  <a:pt x="79" y="354"/>
                </a:lnTo>
                <a:lnTo>
                  <a:pt x="79" y="353"/>
                </a:lnTo>
                <a:lnTo>
                  <a:pt x="80" y="353"/>
                </a:lnTo>
                <a:lnTo>
                  <a:pt x="81" y="352"/>
                </a:lnTo>
                <a:lnTo>
                  <a:pt x="83" y="352"/>
                </a:lnTo>
                <a:lnTo>
                  <a:pt x="84" y="352"/>
                </a:lnTo>
                <a:lnTo>
                  <a:pt x="86" y="352"/>
                </a:lnTo>
                <a:lnTo>
                  <a:pt x="87" y="351"/>
                </a:lnTo>
                <a:lnTo>
                  <a:pt x="88" y="350"/>
                </a:lnTo>
                <a:lnTo>
                  <a:pt x="89" y="349"/>
                </a:lnTo>
                <a:lnTo>
                  <a:pt x="90" y="349"/>
                </a:lnTo>
                <a:lnTo>
                  <a:pt x="93" y="347"/>
                </a:lnTo>
                <a:lnTo>
                  <a:pt x="94" y="347"/>
                </a:lnTo>
                <a:lnTo>
                  <a:pt x="95" y="345"/>
                </a:lnTo>
                <a:lnTo>
                  <a:pt x="97" y="345"/>
                </a:lnTo>
                <a:lnTo>
                  <a:pt x="97" y="344"/>
                </a:lnTo>
                <a:lnTo>
                  <a:pt x="99" y="343"/>
                </a:lnTo>
                <a:lnTo>
                  <a:pt x="100" y="342"/>
                </a:lnTo>
                <a:lnTo>
                  <a:pt x="101" y="342"/>
                </a:lnTo>
                <a:lnTo>
                  <a:pt x="101" y="343"/>
                </a:lnTo>
                <a:lnTo>
                  <a:pt x="103" y="342"/>
                </a:lnTo>
                <a:lnTo>
                  <a:pt x="103" y="341"/>
                </a:lnTo>
                <a:lnTo>
                  <a:pt x="104" y="341"/>
                </a:lnTo>
                <a:lnTo>
                  <a:pt x="104" y="340"/>
                </a:lnTo>
                <a:lnTo>
                  <a:pt x="104" y="339"/>
                </a:lnTo>
                <a:lnTo>
                  <a:pt x="104" y="338"/>
                </a:lnTo>
                <a:lnTo>
                  <a:pt x="104" y="337"/>
                </a:lnTo>
                <a:lnTo>
                  <a:pt x="103" y="337"/>
                </a:lnTo>
                <a:lnTo>
                  <a:pt x="103" y="336"/>
                </a:lnTo>
                <a:lnTo>
                  <a:pt x="103" y="335"/>
                </a:lnTo>
                <a:lnTo>
                  <a:pt x="104" y="335"/>
                </a:lnTo>
                <a:lnTo>
                  <a:pt x="104" y="334"/>
                </a:lnTo>
                <a:lnTo>
                  <a:pt x="105" y="332"/>
                </a:lnTo>
                <a:lnTo>
                  <a:pt x="105" y="331"/>
                </a:lnTo>
                <a:lnTo>
                  <a:pt x="104" y="330"/>
                </a:lnTo>
                <a:lnTo>
                  <a:pt x="105" y="330"/>
                </a:lnTo>
                <a:lnTo>
                  <a:pt x="105" y="329"/>
                </a:lnTo>
                <a:lnTo>
                  <a:pt x="105" y="328"/>
                </a:lnTo>
                <a:lnTo>
                  <a:pt x="106" y="328"/>
                </a:lnTo>
                <a:lnTo>
                  <a:pt x="106" y="327"/>
                </a:lnTo>
                <a:lnTo>
                  <a:pt x="106" y="326"/>
                </a:lnTo>
                <a:lnTo>
                  <a:pt x="107" y="326"/>
                </a:lnTo>
                <a:lnTo>
                  <a:pt x="107" y="325"/>
                </a:lnTo>
                <a:lnTo>
                  <a:pt x="108" y="325"/>
                </a:lnTo>
                <a:lnTo>
                  <a:pt x="108" y="324"/>
                </a:lnTo>
                <a:lnTo>
                  <a:pt x="109" y="324"/>
                </a:lnTo>
                <a:lnTo>
                  <a:pt x="110" y="323"/>
                </a:lnTo>
                <a:lnTo>
                  <a:pt x="110" y="322"/>
                </a:lnTo>
                <a:lnTo>
                  <a:pt x="111" y="322"/>
                </a:lnTo>
                <a:lnTo>
                  <a:pt x="112" y="322"/>
                </a:lnTo>
                <a:lnTo>
                  <a:pt x="112" y="321"/>
                </a:lnTo>
                <a:lnTo>
                  <a:pt x="112" y="322"/>
                </a:lnTo>
                <a:lnTo>
                  <a:pt x="113" y="322"/>
                </a:lnTo>
                <a:lnTo>
                  <a:pt x="113" y="321"/>
                </a:lnTo>
                <a:lnTo>
                  <a:pt x="114" y="321"/>
                </a:lnTo>
                <a:lnTo>
                  <a:pt x="114" y="319"/>
                </a:lnTo>
                <a:lnTo>
                  <a:pt x="114" y="318"/>
                </a:lnTo>
                <a:lnTo>
                  <a:pt x="113" y="318"/>
                </a:lnTo>
                <a:lnTo>
                  <a:pt x="113" y="317"/>
                </a:lnTo>
                <a:lnTo>
                  <a:pt x="114" y="316"/>
                </a:lnTo>
                <a:lnTo>
                  <a:pt x="113" y="316"/>
                </a:lnTo>
                <a:lnTo>
                  <a:pt x="113" y="315"/>
                </a:lnTo>
                <a:lnTo>
                  <a:pt x="113" y="314"/>
                </a:lnTo>
                <a:lnTo>
                  <a:pt x="114" y="314"/>
                </a:lnTo>
                <a:lnTo>
                  <a:pt x="114" y="315"/>
                </a:lnTo>
                <a:lnTo>
                  <a:pt x="115" y="315"/>
                </a:lnTo>
                <a:lnTo>
                  <a:pt x="115" y="313"/>
                </a:lnTo>
                <a:lnTo>
                  <a:pt x="116" y="313"/>
                </a:lnTo>
                <a:lnTo>
                  <a:pt x="116" y="312"/>
                </a:lnTo>
                <a:lnTo>
                  <a:pt x="117" y="311"/>
                </a:lnTo>
                <a:lnTo>
                  <a:pt x="118" y="308"/>
                </a:lnTo>
                <a:lnTo>
                  <a:pt x="117" y="307"/>
                </a:lnTo>
                <a:lnTo>
                  <a:pt x="117" y="306"/>
                </a:lnTo>
                <a:lnTo>
                  <a:pt x="116" y="308"/>
                </a:lnTo>
                <a:lnTo>
                  <a:pt x="116" y="307"/>
                </a:lnTo>
                <a:lnTo>
                  <a:pt x="115" y="306"/>
                </a:lnTo>
                <a:lnTo>
                  <a:pt x="116" y="306"/>
                </a:lnTo>
                <a:lnTo>
                  <a:pt x="116" y="305"/>
                </a:lnTo>
                <a:lnTo>
                  <a:pt x="115" y="305"/>
                </a:lnTo>
                <a:lnTo>
                  <a:pt x="114" y="304"/>
                </a:lnTo>
                <a:lnTo>
                  <a:pt x="114" y="303"/>
                </a:lnTo>
                <a:lnTo>
                  <a:pt x="115" y="301"/>
                </a:lnTo>
                <a:lnTo>
                  <a:pt x="116" y="300"/>
                </a:lnTo>
                <a:lnTo>
                  <a:pt x="117" y="300"/>
                </a:lnTo>
                <a:lnTo>
                  <a:pt x="119" y="299"/>
                </a:lnTo>
                <a:lnTo>
                  <a:pt x="119" y="298"/>
                </a:lnTo>
                <a:lnTo>
                  <a:pt x="118" y="298"/>
                </a:lnTo>
                <a:lnTo>
                  <a:pt x="118" y="297"/>
                </a:lnTo>
                <a:lnTo>
                  <a:pt x="119" y="297"/>
                </a:lnTo>
                <a:lnTo>
                  <a:pt x="119" y="296"/>
                </a:lnTo>
                <a:lnTo>
                  <a:pt x="119" y="295"/>
                </a:lnTo>
                <a:lnTo>
                  <a:pt x="120" y="295"/>
                </a:lnTo>
                <a:lnTo>
                  <a:pt x="120" y="294"/>
                </a:lnTo>
                <a:lnTo>
                  <a:pt x="121" y="294"/>
                </a:lnTo>
                <a:lnTo>
                  <a:pt x="121" y="293"/>
                </a:lnTo>
                <a:lnTo>
                  <a:pt x="121" y="291"/>
                </a:lnTo>
                <a:lnTo>
                  <a:pt x="123" y="290"/>
                </a:lnTo>
                <a:lnTo>
                  <a:pt x="124" y="289"/>
                </a:lnTo>
                <a:lnTo>
                  <a:pt x="124" y="288"/>
                </a:lnTo>
                <a:lnTo>
                  <a:pt x="125" y="288"/>
                </a:lnTo>
                <a:lnTo>
                  <a:pt x="126" y="285"/>
                </a:lnTo>
                <a:lnTo>
                  <a:pt x="127" y="284"/>
                </a:lnTo>
                <a:lnTo>
                  <a:pt x="127" y="283"/>
                </a:lnTo>
                <a:lnTo>
                  <a:pt x="127" y="282"/>
                </a:lnTo>
                <a:lnTo>
                  <a:pt x="127" y="281"/>
                </a:lnTo>
                <a:lnTo>
                  <a:pt x="127" y="279"/>
                </a:lnTo>
                <a:lnTo>
                  <a:pt x="128" y="279"/>
                </a:lnTo>
                <a:lnTo>
                  <a:pt x="128" y="278"/>
                </a:lnTo>
                <a:lnTo>
                  <a:pt x="128" y="277"/>
                </a:lnTo>
                <a:lnTo>
                  <a:pt x="128" y="276"/>
                </a:lnTo>
                <a:lnTo>
                  <a:pt x="128" y="274"/>
                </a:lnTo>
                <a:lnTo>
                  <a:pt x="128" y="273"/>
                </a:lnTo>
                <a:lnTo>
                  <a:pt x="127" y="272"/>
                </a:lnTo>
                <a:lnTo>
                  <a:pt x="127" y="271"/>
                </a:lnTo>
                <a:lnTo>
                  <a:pt x="127" y="269"/>
                </a:lnTo>
                <a:lnTo>
                  <a:pt x="127" y="268"/>
                </a:lnTo>
                <a:lnTo>
                  <a:pt x="127" y="267"/>
                </a:lnTo>
                <a:lnTo>
                  <a:pt x="128" y="267"/>
                </a:lnTo>
                <a:lnTo>
                  <a:pt x="129" y="266"/>
                </a:lnTo>
                <a:lnTo>
                  <a:pt x="130" y="265"/>
                </a:lnTo>
                <a:lnTo>
                  <a:pt x="131" y="264"/>
                </a:lnTo>
                <a:lnTo>
                  <a:pt x="131" y="263"/>
                </a:lnTo>
                <a:lnTo>
                  <a:pt x="131" y="262"/>
                </a:lnTo>
                <a:lnTo>
                  <a:pt x="130" y="261"/>
                </a:lnTo>
                <a:lnTo>
                  <a:pt x="130" y="260"/>
                </a:lnTo>
                <a:lnTo>
                  <a:pt x="130" y="259"/>
                </a:lnTo>
                <a:lnTo>
                  <a:pt x="130" y="258"/>
                </a:lnTo>
                <a:lnTo>
                  <a:pt x="130" y="257"/>
                </a:lnTo>
                <a:lnTo>
                  <a:pt x="131" y="256"/>
                </a:lnTo>
                <a:lnTo>
                  <a:pt x="132" y="255"/>
                </a:lnTo>
                <a:lnTo>
                  <a:pt x="133" y="254"/>
                </a:lnTo>
                <a:lnTo>
                  <a:pt x="133" y="253"/>
                </a:lnTo>
                <a:lnTo>
                  <a:pt x="135" y="252"/>
                </a:lnTo>
                <a:lnTo>
                  <a:pt x="136" y="252"/>
                </a:lnTo>
                <a:lnTo>
                  <a:pt x="137" y="251"/>
                </a:lnTo>
                <a:lnTo>
                  <a:pt x="138" y="250"/>
                </a:lnTo>
                <a:lnTo>
                  <a:pt x="138" y="249"/>
                </a:lnTo>
                <a:lnTo>
                  <a:pt x="139" y="249"/>
                </a:lnTo>
                <a:lnTo>
                  <a:pt x="139" y="248"/>
                </a:lnTo>
                <a:lnTo>
                  <a:pt x="139" y="247"/>
                </a:lnTo>
                <a:lnTo>
                  <a:pt x="138" y="247"/>
                </a:lnTo>
                <a:lnTo>
                  <a:pt x="139" y="246"/>
                </a:lnTo>
                <a:lnTo>
                  <a:pt x="139" y="245"/>
                </a:lnTo>
                <a:lnTo>
                  <a:pt x="139" y="244"/>
                </a:lnTo>
                <a:lnTo>
                  <a:pt x="139" y="243"/>
                </a:lnTo>
                <a:lnTo>
                  <a:pt x="139" y="241"/>
                </a:lnTo>
                <a:lnTo>
                  <a:pt x="139" y="240"/>
                </a:lnTo>
                <a:lnTo>
                  <a:pt x="138" y="239"/>
                </a:lnTo>
                <a:lnTo>
                  <a:pt x="138" y="238"/>
                </a:lnTo>
                <a:lnTo>
                  <a:pt x="138" y="237"/>
                </a:lnTo>
                <a:lnTo>
                  <a:pt x="139" y="236"/>
                </a:lnTo>
                <a:lnTo>
                  <a:pt x="139" y="235"/>
                </a:lnTo>
                <a:lnTo>
                  <a:pt x="139" y="234"/>
                </a:lnTo>
                <a:lnTo>
                  <a:pt x="140" y="233"/>
                </a:lnTo>
                <a:lnTo>
                  <a:pt x="140" y="232"/>
                </a:lnTo>
                <a:lnTo>
                  <a:pt x="140" y="231"/>
                </a:lnTo>
                <a:lnTo>
                  <a:pt x="139" y="231"/>
                </a:lnTo>
                <a:lnTo>
                  <a:pt x="139" y="230"/>
                </a:lnTo>
                <a:lnTo>
                  <a:pt x="138" y="229"/>
                </a:lnTo>
                <a:lnTo>
                  <a:pt x="138" y="228"/>
                </a:lnTo>
                <a:lnTo>
                  <a:pt x="139" y="227"/>
                </a:lnTo>
                <a:lnTo>
                  <a:pt x="140" y="227"/>
                </a:lnTo>
                <a:lnTo>
                  <a:pt x="141" y="227"/>
                </a:lnTo>
                <a:lnTo>
                  <a:pt x="143" y="227"/>
                </a:lnTo>
                <a:lnTo>
                  <a:pt x="143" y="226"/>
                </a:lnTo>
                <a:lnTo>
                  <a:pt x="144" y="225"/>
                </a:lnTo>
                <a:lnTo>
                  <a:pt x="145" y="224"/>
                </a:lnTo>
                <a:lnTo>
                  <a:pt x="146" y="224"/>
                </a:lnTo>
                <a:lnTo>
                  <a:pt x="147" y="223"/>
                </a:lnTo>
                <a:lnTo>
                  <a:pt x="149" y="223"/>
                </a:lnTo>
                <a:lnTo>
                  <a:pt x="150" y="223"/>
                </a:lnTo>
                <a:lnTo>
                  <a:pt x="150" y="222"/>
                </a:lnTo>
                <a:lnTo>
                  <a:pt x="150" y="221"/>
                </a:lnTo>
                <a:lnTo>
                  <a:pt x="151" y="221"/>
                </a:lnTo>
                <a:lnTo>
                  <a:pt x="152" y="221"/>
                </a:lnTo>
                <a:lnTo>
                  <a:pt x="152" y="220"/>
                </a:lnTo>
                <a:lnTo>
                  <a:pt x="153" y="220"/>
                </a:lnTo>
                <a:lnTo>
                  <a:pt x="154" y="219"/>
                </a:lnTo>
                <a:lnTo>
                  <a:pt x="157" y="220"/>
                </a:lnTo>
                <a:lnTo>
                  <a:pt x="158" y="220"/>
                </a:lnTo>
                <a:lnTo>
                  <a:pt x="159" y="219"/>
                </a:lnTo>
                <a:lnTo>
                  <a:pt x="159" y="218"/>
                </a:lnTo>
                <a:lnTo>
                  <a:pt x="161" y="218"/>
                </a:lnTo>
                <a:lnTo>
                  <a:pt x="163" y="217"/>
                </a:lnTo>
                <a:lnTo>
                  <a:pt x="164" y="217"/>
                </a:lnTo>
                <a:lnTo>
                  <a:pt x="166" y="216"/>
                </a:lnTo>
                <a:lnTo>
                  <a:pt x="167" y="215"/>
                </a:lnTo>
                <a:lnTo>
                  <a:pt x="168" y="216"/>
                </a:lnTo>
                <a:lnTo>
                  <a:pt x="170" y="217"/>
                </a:lnTo>
                <a:lnTo>
                  <a:pt x="170" y="218"/>
                </a:lnTo>
                <a:lnTo>
                  <a:pt x="171" y="219"/>
                </a:lnTo>
                <a:lnTo>
                  <a:pt x="172" y="219"/>
                </a:lnTo>
                <a:lnTo>
                  <a:pt x="175" y="219"/>
                </a:lnTo>
                <a:lnTo>
                  <a:pt x="176" y="219"/>
                </a:lnTo>
                <a:lnTo>
                  <a:pt x="178" y="219"/>
                </a:lnTo>
                <a:lnTo>
                  <a:pt x="179" y="219"/>
                </a:lnTo>
                <a:lnTo>
                  <a:pt x="179" y="218"/>
                </a:lnTo>
                <a:lnTo>
                  <a:pt x="180" y="217"/>
                </a:lnTo>
                <a:lnTo>
                  <a:pt x="180" y="216"/>
                </a:lnTo>
                <a:lnTo>
                  <a:pt x="181" y="216"/>
                </a:lnTo>
                <a:lnTo>
                  <a:pt x="181" y="215"/>
                </a:lnTo>
                <a:lnTo>
                  <a:pt x="181" y="214"/>
                </a:lnTo>
                <a:lnTo>
                  <a:pt x="182" y="214"/>
                </a:lnTo>
                <a:lnTo>
                  <a:pt x="182" y="213"/>
                </a:lnTo>
                <a:lnTo>
                  <a:pt x="182" y="212"/>
                </a:lnTo>
                <a:lnTo>
                  <a:pt x="184" y="212"/>
                </a:lnTo>
                <a:lnTo>
                  <a:pt x="184" y="211"/>
                </a:lnTo>
                <a:lnTo>
                  <a:pt x="184" y="210"/>
                </a:lnTo>
                <a:lnTo>
                  <a:pt x="185" y="210"/>
                </a:lnTo>
                <a:lnTo>
                  <a:pt x="185" y="209"/>
                </a:lnTo>
                <a:lnTo>
                  <a:pt x="183" y="208"/>
                </a:lnTo>
                <a:lnTo>
                  <a:pt x="183" y="207"/>
                </a:lnTo>
                <a:lnTo>
                  <a:pt x="183" y="206"/>
                </a:lnTo>
                <a:lnTo>
                  <a:pt x="184" y="206"/>
                </a:lnTo>
                <a:lnTo>
                  <a:pt x="183" y="206"/>
                </a:lnTo>
                <a:lnTo>
                  <a:pt x="182" y="206"/>
                </a:lnTo>
                <a:lnTo>
                  <a:pt x="182" y="207"/>
                </a:lnTo>
                <a:lnTo>
                  <a:pt x="182" y="206"/>
                </a:lnTo>
                <a:lnTo>
                  <a:pt x="181" y="206"/>
                </a:lnTo>
                <a:lnTo>
                  <a:pt x="182" y="206"/>
                </a:lnTo>
                <a:lnTo>
                  <a:pt x="182" y="205"/>
                </a:lnTo>
                <a:lnTo>
                  <a:pt x="183" y="205"/>
                </a:lnTo>
                <a:lnTo>
                  <a:pt x="183" y="204"/>
                </a:lnTo>
                <a:lnTo>
                  <a:pt x="182" y="204"/>
                </a:lnTo>
                <a:lnTo>
                  <a:pt x="181" y="205"/>
                </a:lnTo>
                <a:lnTo>
                  <a:pt x="180" y="205"/>
                </a:lnTo>
                <a:lnTo>
                  <a:pt x="179" y="206"/>
                </a:lnTo>
                <a:lnTo>
                  <a:pt x="177" y="206"/>
                </a:lnTo>
                <a:lnTo>
                  <a:pt x="176" y="206"/>
                </a:lnTo>
                <a:lnTo>
                  <a:pt x="176" y="205"/>
                </a:lnTo>
                <a:lnTo>
                  <a:pt x="176" y="204"/>
                </a:lnTo>
                <a:lnTo>
                  <a:pt x="176" y="203"/>
                </a:lnTo>
                <a:lnTo>
                  <a:pt x="176" y="202"/>
                </a:lnTo>
                <a:lnTo>
                  <a:pt x="177" y="201"/>
                </a:lnTo>
                <a:lnTo>
                  <a:pt x="178" y="201"/>
                </a:lnTo>
                <a:lnTo>
                  <a:pt x="178" y="199"/>
                </a:lnTo>
                <a:lnTo>
                  <a:pt x="176" y="199"/>
                </a:lnTo>
                <a:lnTo>
                  <a:pt x="175" y="199"/>
                </a:lnTo>
                <a:lnTo>
                  <a:pt x="175" y="198"/>
                </a:lnTo>
                <a:lnTo>
                  <a:pt x="175" y="197"/>
                </a:lnTo>
                <a:lnTo>
                  <a:pt x="175" y="196"/>
                </a:lnTo>
                <a:lnTo>
                  <a:pt x="174" y="196"/>
                </a:lnTo>
                <a:lnTo>
                  <a:pt x="174" y="195"/>
                </a:lnTo>
                <a:lnTo>
                  <a:pt x="175" y="195"/>
                </a:lnTo>
                <a:lnTo>
                  <a:pt x="176" y="194"/>
                </a:lnTo>
                <a:lnTo>
                  <a:pt x="176" y="193"/>
                </a:lnTo>
                <a:lnTo>
                  <a:pt x="176" y="192"/>
                </a:lnTo>
                <a:lnTo>
                  <a:pt x="177" y="192"/>
                </a:lnTo>
                <a:lnTo>
                  <a:pt x="178" y="193"/>
                </a:lnTo>
                <a:lnTo>
                  <a:pt x="179" y="193"/>
                </a:lnTo>
                <a:lnTo>
                  <a:pt x="180" y="194"/>
                </a:lnTo>
                <a:lnTo>
                  <a:pt x="181" y="194"/>
                </a:lnTo>
                <a:lnTo>
                  <a:pt x="180" y="194"/>
                </a:lnTo>
                <a:lnTo>
                  <a:pt x="180" y="195"/>
                </a:lnTo>
                <a:lnTo>
                  <a:pt x="182" y="197"/>
                </a:lnTo>
                <a:lnTo>
                  <a:pt x="183" y="197"/>
                </a:lnTo>
                <a:lnTo>
                  <a:pt x="183" y="196"/>
                </a:lnTo>
                <a:lnTo>
                  <a:pt x="183" y="195"/>
                </a:lnTo>
                <a:lnTo>
                  <a:pt x="182" y="195"/>
                </a:lnTo>
                <a:lnTo>
                  <a:pt x="182" y="194"/>
                </a:lnTo>
                <a:lnTo>
                  <a:pt x="183" y="193"/>
                </a:lnTo>
                <a:lnTo>
                  <a:pt x="184" y="193"/>
                </a:lnTo>
                <a:lnTo>
                  <a:pt x="184" y="192"/>
                </a:lnTo>
                <a:lnTo>
                  <a:pt x="183" y="192"/>
                </a:lnTo>
                <a:lnTo>
                  <a:pt x="183" y="191"/>
                </a:lnTo>
                <a:lnTo>
                  <a:pt x="184" y="191"/>
                </a:lnTo>
                <a:lnTo>
                  <a:pt x="184" y="190"/>
                </a:lnTo>
                <a:lnTo>
                  <a:pt x="185" y="190"/>
                </a:lnTo>
                <a:lnTo>
                  <a:pt x="184" y="190"/>
                </a:lnTo>
                <a:lnTo>
                  <a:pt x="183" y="190"/>
                </a:lnTo>
                <a:lnTo>
                  <a:pt x="183" y="189"/>
                </a:lnTo>
                <a:lnTo>
                  <a:pt x="184" y="188"/>
                </a:lnTo>
                <a:lnTo>
                  <a:pt x="184" y="187"/>
                </a:lnTo>
                <a:lnTo>
                  <a:pt x="182" y="187"/>
                </a:lnTo>
                <a:lnTo>
                  <a:pt x="182" y="186"/>
                </a:lnTo>
                <a:lnTo>
                  <a:pt x="182" y="185"/>
                </a:lnTo>
                <a:lnTo>
                  <a:pt x="181" y="185"/>
                </a:lnTo>
                <a:lnTo>
                  <a:pt x="182" y="184"/>
                </a:lnTo>
                <a:lnTo>
                  <a:pt x="183" y="184"/>
                </a:lnTo>
                <a:lnTo>
                  <a:pt x="183" y="185"/>
                </a:lnTo>
                <a:lnTo>
                  <a:pt x="184" y="185"/>
                </a:lnTo>
                <a:lnTo>
                  <a:pt x="184" y="184"/>
                </a:lnTo>
                <a:lnTo>
                  <a:pt x="183" y="184"/>
                </a:lnTo>
                <a:lnTo>
                  <a:pt x="183" y="183"/>
                </a:lnTo>
                <a:lnTo>
                  <a:pt x="183" y="182"/>
                </a:lnTo>
                <a:lnTo>
                  <a:pt x="183" y="180"/>
                </a:lnTo>
                <a:lnTo>
                  <a:pt x="183" y="179"/>
                </a:lnTo>
                <a:lnTo>
                  <a:pt x="183" y="178"/>
                </a:lnTo>
                <a:lnTo>
                  <a:pt x="183" y="177"/>
                </a:lnTo>
                <a:lnTo>
                  <a:pt x="184" y="177"/>
                </a:lnTo>
                <a:lnTo>
                  <a:pt x="184" y="176"/>
                </a:lnTo>
                <a:lnTo>
                  <a:pt x="184" y="175"/>
                </a:lnTo>
                <a:lnTo>
                  <a:pt x="185" y="175"/>
                </a:lnTo>
                <a:lnTo>
                  <a:pt x="185" y="176"/>
                </a:lnTo>
                <a:lnTo>
                  <a:pt x="186" y="175"/>
                </a:lnTo>
                <a:lnTo>
                  <a:pt x="187" y="174"/>
                </a:lnTo>
                <a:lnTo>
                  <a:pt x="188" y="174"/>
                </a:lnTo>
                <a:lnTo>
                  <a:pt x="189" y="174"/>
                </a:lnTo>
                <a:lnTo>
                  <a:pt x="189" y="173"/>
                </a:lnTo>
                <a:lnTo>
                  <a:pt x="187" y="173"/>
                </a:lnTo>
                <a:lnTo>
                  <a:pt x="187" y="172"/>
                </a:lnTo>
                <a:lnTo>
                  <a:pt x="188" y="172"/>
                </a:lnTo>
                <a:lnTo>
                  <a:pt x="189" y="172"/>
                </a:lnTo>
                <a:lnTo>
                  <a:pt x="189" y="173"/>
                </a:lnTo>
                <a:lnTo>
                  <a:pt x="190" y="173"/>
                </a:lnTo>
                <a:lnTo>
                  <a:pt x="191" y="174"/>
                </a:lnTo>
                <a:lnTo>
                  <a:pt x="191" y="175"/>
                </a:lnTo>
                <a:lnTo>
                  <a:pt x="192" y="175"/>
                </a:lnTo>
                <a:lnTo>
                  <a:pt x="193" y="175"/>
                </a:lnTo>
                <a:lnTo>
                  <a:pt x="194" y="174"/>
                </a:lnTo>
                <a:lnTo>
                  <a:pt x="195" y="174"/>
                </a:lnTo>
                <a:lnTo>
                  <a:pt x="197" y="175"/>
                </a:lnTo>
                <a:lnTo>
                  <a:pt x="196" y="175"/>
                </a:lnTo>
                <a:lnTo>
                  <a:pt x="196" y="176"/>
                </a:lnTo>
                <a:lnTo>
                  <a:pt x="197" y="178"/>
                </a:lnTo>
                <a:lnTo>
                  <a:pt x="197" y="179"/>
                </a:lnTo>
                <a:lnTo>
                  <a:pt x="196" y="179"/>
                </a:lnTo>
                <a:lnTo>
                  <a:pt x="196" y="180"/>
                </a:lnTo>
                <a:lnTo>
                  <a:pt x="195" y="181"/>
                </a:lnTo>
                <a:lnTo>
                  <a:pt x="196" y="182"/>
                </a:lnTo>
                <a:lnTo>
                  <a:pt x="197" y="183"/>
                </a:lnTo>
                <a:lnTo>
                  <a:pt x="198" y="183"/>
                </a:lnTo>
                <a:lnTo>
                  <a:pt x="199" y="183"/>
                </a:lnTo>
                <a:lnTo>
                  <a:pt x="199" y="184"/>
                </a:lnTo>
                <a:lnTo>
                  <a:pt x="199" y="185"/>
                </a:lnTo>
                <a:lnTo>
                  <a:pt x="200" y="185"/>
                </a:lnTo>
                <a:lnTo>
                  <a:pt x="201" y="185"/>
                </a:lnTo>
                <a:lnTo>
                  <a:pt x="202" y="185"/>
                </a:lnTo>
                <a:lnTo>
                  <a:pt x="202" y="186"/>
                </a:lnTo>
                <a:lnTo>
                  <a:pt x="203" y="186"/>
                </a:lnTo>
                <a:lnTo>
                  <a:pt x="203" y="187"/>
                </a:lnTo>
                <a:lnTo>
                  <a:pt x="203" y="188"/>
                </a:lnTo>
                <a:lnTo>
                  <a:pt x="205" y="191"/>
                </a:lnTo>
                <a:lnTo>
                  <a:pt x="206" y="191"/>
                </a:lnTo>
                <a:lnTo>
                  <a:pt x="207" y="191"/>
                </a:lnTo>
                <a:lnTo>
                  <a:pt x="208" y="192"/>
                </a:lnTo>
                <a:lnTo>
                  <a:pt x="208" y="191"/>
                </a:lnTo>
                <a:lnTo>
                  <a:pt x="209" y="186"/>
                </a:lnTo>
                <a:lnTo>
                  <a:pt x="209" y="185"/>
                </a:lnTo>
                <a:lnTo>
                  <a:pt x="210" y="184"/>
                </a:lnTo>
                <a:lnTo>
                  <a:pt x="210" y="183"/>
                </a:lnTo>
                <a:lnTo>
                  <a:pt x="211" y="183"/>
                </a:lnTo>
                <a:lnTo>
                  <a:pt x="211" y="182"/>
                </a:lnTo>
                <a:lnTo>
                  <a:pt x="214" y="181"/>
                </a:lnTo>
                <a:lnTo>
                  <a:pt x="215" y="181"/>
                </a:lnTo>
                <a:lnTo>
                  <a:pt x="215" y="180"/>
                </a:lnTo>
                <a:lnTo>
                  <a:pt x="215" y="179"/>
                </a:lnTo>
                <a:lnTo>
                  <a:pt x="216" y="178"/>
                </a:lnTo>
                <a:lnTo>
                  <a:pt x="217" y="177"/>
                </a:lnTo>
                <a:lnTo>
                  <a:pt x="217" y="176"/>
                </a:lnTo>
                <a:lnTo>
                  <a:pt x="218" y="176"/>
                </a:lnTo>
                <a:lnTo>
                  <a:pt x="218" y="175"/>
                </a:lnTo>
                <a:lnTo>
                  <a:pt x="219" y="173"/>
                </a:lnTo>
                <a:lnTo>
                  <a:pt x="220" y="172"/>
                </a:lnTo>
                <a:lnTo>
                  <a:pt x="221" y="171"/>
                </a:lnTo>
                <a:lnTo>
                  <a:pt x="222" y="171"/>
                </a:lnTo>
                <a:lnTo>
                  <a:pt x="222" y="170"/>
                </a:lnTo>
                <a:lnTo>
                  <a:pt x="222" y="168"/>
                </a:lnTo>
                <a:lnTo>
                  <a:pt x="224" y="166"/>
                </a:lnTo>
                <a:lnTo>
                  <a:pt x="225" y="165"/>
                </a:lnTo>
                <a:lnTo>
                  <a:pt x="226" y="163"/>
                </a:lnTo>
                <a:lnTo>
                  <a:pt x="226" y="162"/>
                </a:lnTo>
                <a:lnTo>
                  <a:pt x="227" y="161"/>
                </a:lnTo>
                <a:lnTo>
                  <a:pt x="229" y="159"/>
                </a:lnTo>
                <a:lnTo>
                  <a:pt x="230" y="159"/>
                </a:lnTo>
                <a:lnTo>
                  <a:pt x="231" y="158"/>
                </a:lnTo>
                <a:lnTo>
                  <a:pt x="231" y="157"/>
                </a:lnTo>
                <a:lnTo>
                  <a:pt x="232" y="155"/>
                </a:lnTo>
                <a:lnTo>
                  <a:pt x="233" y="154"/>
                </a:lnTo>
                <a:lnTo>
                  <a:pt x="233" y="153"/>
                </a:lnTo>
                <a:lnTo>
                  <a:pt x="234" y="153"/>
                </a:lnTo>
                <a:lnTo>
                  <a:pt x="234" y="152"/>
                </a:lnTo>
                <a:lnTo>
                  <a:pt x="235" y="150"/>
                </a:lnTo>
                <a:lnTo>
                  <a:pt x="236" y="148"/>
                </a:lnTo>
                <a:lnTo>
                  <a:pt x="235" y="148"/>
                </a:lnTo>
                <a:lnTo>
                  <a:pt x="235" y="147"/>
                </a:lnTo>
                <a:lnTo>
                  <a:pt x="235" y="146"/>
                </a:lnTo>
                <a:lnTo>
                  <a:pt x="235" y="145"/>
                </a:lnTo>
                <a:lnTo>
                  <a:pt x="236" y="145"/>
                </a:lnTo>
                <a:lnTo>
                  <a:pt x="236" y="146"/>
                </a:lnTo>
                <a:lnTo>
                  <a:pt x="237" y="146"/>
                </a:lnTo>
                <a:lnTo>
                  <a:pt x="238" y="145"/>
                </a:lnTo>
                <a:lnTo>
                  <a:pt x="239" y="144"/>
                </a:lnTo>
                <a:lnTo>
                  <a:pt x="239" y="143"/>
                </a:lnTo>
                <a:lnTo>
                  <a:pt x="239" y="141"/>
                </a:lnTo>
                <a:lnTo>
                  <a:pt x="239" y="137"/>
                </a:lnTo>
                <a:lnTo>
                  <a:pt x="240" y="137"/>
                </a:lnTo>
                <a:lnTo>
                  <a:pt x="240" y="136"/>
                </a:lnTo>
                <a:lnTo>
                  <a:pt x="240" y="135"/>
                </a:lnTo>
                <a:lnTo>
                  <a:pt x="241" y="135"/>
                </a:lnTo>
                <a:lnTo>
                  <a:pt x="242" y="134"/>
                </a:lnTo>
                <a:lnTo>
                  <a:pt x="242" y="135"/>
                </a:lnTo>
                <a:lnTo>
                  <a:pt x="243" y="134"/>
                </a:lnTo>
                <a:lnTo>
                  <a:pt x="243" y="133"/>
                </a:lnTo>
                <a:lnTo>
                  <a:pt x="243" y="132"/>
                </a:lnTo>
                <a:lnTo>
                  <a:pt x="244" y="132"/>
                </a:lnTo>
                <a:lnTo>
                  <a:pt x="244" y="133"/>
                </a:lnTo>
                <a:lnTo>
                  <a:pt x="245" y="133"/>
                </a:lnTo>
                <a:lnTo>
                  <a:pt x="247" y="131"/>
                </a:lnTo>
                <a:lnTo>
                  <a:pt x="246" y="130"/>
                </a:lnTo>
                <a:lnTo>
                  <a:pt x="246" y="129"/>
                </a:lnTo>
                <a:lnTo>
                  <a:pt x="245" y="128"/>
                </a:lnTo>
                <a:lnTo>
                  <a:pt x="245" y="127"/>
                </a:lnTo>
                <a:lnTo>
                  <a:pt x="246" y="126"/>
                </a:lnTo>
                <a:lnTo>
                  <a:pt x="247" y="126"/>
                </a:lnTo>
                <a:lnTo>
                  <a:pt x="247" y="127"/>
                </a:lnTo>
                <a:lnTo>
                  <a:pt x="248" y="127"/>
                </a:lnTo>
                <a:lnTo>
                  <a:pt x="248" y="128"/>
                </a:lnTo>
                <a:lnTo>
                  <a:pt x="249" y="128"/>
                </a:lnTo>
                <a:lnTo>
                  <a:pt x="250" y="127"/>
                </a:lnTo>
                <a:lnTo>
                  <a:pt x="250" y="126"/>
                </a:lnTo>
                <a:lnTo>
                  <a:pt x="251" y="125"/>
                </a:lnTo>
                <a:lnTo>
                  <a:pt x="251" y="121"/>
                </a:lnTo>
                <a:lnTo>
                  <a:pt x="251" y="120"/>
                </a:lnTo>
                <a:lnTo>
                  <a:pt x="251" y="118"/>
                </a:lnTo>
                <a:lnTo>
                  <a:pt x="252" y="116"/>
                </a:lnTo>
                <a:lnTo>
                  <a:pt x="253" y="115"/>
                </a:lnTo>
                <a:lnTo>
                  <a:pt x="254" y="114"/>
                </a:lnTo>
                <a:lnTo>
                  <a:pt x="255" y="113"/>
                </a:lnTo>
                <a:lnTo>
                  <a:pt x="254" y="113"/>
                </a:lnTo>
                <a:lnTo>
                  <a:pt x="255" y="110"/>
                </a:lnTo>
                <a:lnTo>
                  <a:pt x="254" y="110"/>
                </a:lnTo>
                <a:lnTo>
                  <a:pt x="255" y="108"/>
                </a:lnTo>
                <a:lnTo>
                  <a:pt x="256" y="108"/>
                </a:lnTo>
                <a:lnTo>
                  <a:pt x="257" y="108"/>
                </a:lnTo>
                <a:lnTo>
                  <a:pt x="258" y="108"/>
                </a:lnTo>
                <a:lnTo>
                  <a:pt x="258" y="109"/>
                </a:lnTo>
                <a:lnTo>
                  <a:pt x="259" y="109"/>
                </a:lnTo>
                <a:lnTo>
                  <a:pt x="259" y="108"/>
                </a:lnTo>
                <a:lnTo>
                  <a:pt x="260" y="109"/>
                </a:lnTo>
                <a:lnTo>
                  <a:pt x="261" y="109"/>
                </a:lnTo>
                <a:lnTo>
                  <a:pt x="262" y="110"/>
                </a:lnTo>
                <a:lnTo>
                  <a:pt x="263" y="110"/>
                </a:lnTo>
                <a:lnTo>
                  <a:pt x="264" y="110"/>
                </a:lnTo>
                <a:lnTo>
                  <a:pt x="269" y="107"/>
                </a:lnTo>
                <a:lnTo>
                  <a:pt x="270" y="107"/>
                </a:lnTo>
                <a:lnTo>
                  <a:pt x="271" y="107"/>
                </a:lnTo>
                <a:lnTo>
                  <a:pt x="273" y="106"/>
                </a:lnTo>
                <a:lnTo>
                  <a:pt x="275" y="106"/>
                </a:lnTo>
                <a:lnTo>
                  <a:pt x="279" y="107"/>
                </a:lnTo>
                <a:lnTo>
                  <a:pt x="280" y="107"/>
                </a:lnTo>
                <a:lnTo>
                  <a:pt x="281" y="107"/>
                </a:lnTo>
                <a:lnTo>
                  <a:pt x="282" y="107"/>
                </a:lnTo>
                <a:lnTo>
                  <a:pt x="283" y="106"/>
                </a:lnTo>
                <a:lnTo>
                  <a:pt x="284" y="106"/>
                </a:lnTo>
                <a:lnTo>
                  <a:pt x="286" y="106"/>
                </a:lnTo>
                <a:lnTo>
                  <a:pt x="288" y="107"/>
                </a:lnTo>
                <a:lnTo>
                  <a:pt x="289" y="107"/>
                </a:lnTo>
                <a:lnTo>
                  <a:pt x="292" y="107"/>
                </a:lnTo>
                <a:lnTo>
                  <a:pt x="293" y="107"/>
                </a:lnTo>
                <a:lnTo>
                  <a:pt x="294" y="106"/>
                </a:lnTo>
                <a:lnTo>
                  <a:pt x="295" y="105"/>
                </a:lnTo>
                <a:lnTo>
                  <a:pt x="296" y="104"/>
                </a:lnTo>
                <a:lnTo>
                  <a:pt x="296" y="105"/>
                </a:lnTo>
                <a:lnTo>
                  <a:pt x="297" y="104"/>
                </a:lnTo>
                <a:lnTo>
                  <a:pt x="298" y="103"/>
                </a:lnTo>
                <a:lnTo>
                  <a:pt x="299" y="103"/>
                </a:lnTo>
                <a:lnTo>
                  <a:pt x="300" y="103"/>
                </a:lnTo>
                <a:lnTo>
                  <a:pt x="301" y="102"/>
                </a:lnTo>
                <a:lnTo>
                  <a:pt x="302" y="102"/>
                </a:lnTo>
                <a:lnTo>
                  <a:pt x="304" y="102"/>
                </a:lnTo>
                <a:lnTo>
                  <a:pt x="305" y="102"/>
                </a:lnTo>
                <a:lnTo>
                  <a:pt x="309" y="103"/>
                </a:lnTo>
                <a:lnTo>
                  <a:pt x="312" y="103"/>
                </a:lnTo>
                <a:lnTo>
                  <a:pt x="313" y="103"/>
                </a:lnTo>
                <a:lnTo>
                  <a:pt x="314" y="103"/>
                </a:lnTo>
                <a:lnTo>
                  <a:pt x="315" y="102"/>
                </a:lnTo>
                <a:lnTo>
                  <a:pt x="315" y="101"/>
                </a:lnTo>
                <a:lnTo>
                  <a:pt x="316" y="101"/>
                </a:lnTo>
                <a:lnTo>
                  <a:pt x="316" y="100"/>
                </a:lnTo>
                <a:lnTo>
                  <a:pt x="317" y="100"/>
                </a:lnTo>
                <a:lnTo>
                  <a:pt x="318" y="101"/>
                </a:lnTo>
                <a:lnTo>
                  <a:pt x="319" y="101"/>
                </a:lnTo>
                <a:lnTo>
                  <a:pt x="320" y="101"/>
                </a:lnTo>
                <a:lnTo>
                  <a:pt x="324" y="101"/>
                </a:lnTo>
                <a:lnTo>
                  <a:pt x="326" y="101"/>
                </a:lnTo>
                <a:lnTo>
                  <a:pt x="328" y="101"/>
                </a:lnTo>
                <a:lnTo>
                  <a:pt x="329" y="101"/>
                </a:lnTo>
                <a:lnTo>
                  <a:pt x="330" y="101"/>
                </a:lnTo>
                <a:lnTo>
                  <a:pt x="331" y="101"/>
                </a:lnTo>
                <a:lnTo>
                  <a:pt x="332" y="100"/>
                </a:lnTo>
                <a:lnTo>
                  <a:pt x="333" y="99"/>
                </a:lnTo>
                <a:lnTo>
                  <a:pt x="335" y="98"/>
                </a:lnTo>
                <a:lnTo>
                  <a:pt x="336" y="97"/>
                </a:lnTo>
                <a:lnTo>
                  <a:pt x="336" y="96"/>
                </a:lnTo>
                <a:lnTo>
                  <a:pt x="337" y="96"/>
                </a:lnTo>
                <a:lnTo>
                  <a:pt x="338" y="95"/>
                </a:lnTo>
                <a:lnTo>
                  <a:pt x="341" y="95"/>
                </a:lnTo>
                <a:lnTo>
                  <a:pt x="342" y="95"/>
                </a:lnTo>
                <a:lnTo>
                  <a:pt x="343" y="95"/>
                </a:lnTo>
                <a:lnTo>
                  <a:pt x="344" y="96"/>
                </a:lnTo>
                <a:lnTo>
                  <a:pt x="345" y="96"/>
                </a:lnTo>
                <a:lnTo>
                  <a:pt x="346" y="96"/>
                </a:lnTo>
                <a:lnTo>
                  <a:pt x="347" y="96"/>
                </a:lnTo>
                <a:lnTo>
                  <a:pt x="348" y="96"/>
                </a:lnTo>
                <a:lnTo>
                  <a:pt x="349" y="96"/>
                </a:lnTo>
                <a:lnTo>
                  <a:pt x="350" y="97"/>
                </a:lnTo>
                <a:lnTo>
                  <a:pt x="351" y="97"/>
                </a:lnTo>
                <a:lnTo>
                  <a:pt x="352" y="97"/>
                </a:lnTo>
                <a:lnTo>
                  <a:pt x="353" y="97"/>
                </a:lnTo>
                <a:lnTo>
                  <a:pt x="354" y="97"/>
                </a:lnTo>
                <a:lnTo>
                  <a:pt x="354" y="96"/>
                </a:lnTo>
                <a:lnTo>
                  <a:pt x="356" y="95"/>
                </a:lnTo>
                <a:lnTo>
                  <a:pt x="357" y="94"/>
                </a:lnTo>
                <a:lnTo>
                  <a:pt x="361" y="86"/>
                </a:lnTo>
                <a:lnTo>
                  <a:pt x="362" y="85"/>
                </a:lnTo>
                <a:lnTo>
                  <a:pt x="362" y="84"/>
                </a:lnTo>
                <a:lnTo>
                  <a:pt x="363" y="81"/>
                </a:lnTo>
                <a:lnTo>
                  <a:pt x="364" y="78"/>
                </a:lnTo>
                <a:lnTo>
                  <a:pt x="365" y="77"/>
                </a:lnTo>
                <a:lnTo>
                  <a:pt x="366" y="77"/>
                </a:lnTo>
                <a:lnTo>
                  <a:pt x="366" y="76"/>
                </a:lnTo>
                <a:lnTo>
                  <a:pt x="367" y="75"/>
                </a:lnTo>
                <a:lnTo>
                  <a:pt x="367" y="73"/>
                </a:lnTo>
                <a:lnTo>
                  <a:pt x="367" y="72"/>
                </a:lnTo>
                <a:lnTo>
                  <a:pt x="368" y="70"/>
                </a:lnTo>
                <a:lnTo>
                  <a:pt x="368" y="64"/>
                </a:lnTo>
                <a:lnTo>
                  <a:pt x="369" y="62"/>
                </a:lnTo>
                <a:lnTo>
                  <a:pt x="370" y="60"/>
                </a:lnTo>
                <a:lnTo>
                  <a:pt x="370" y="59"/>
                </a:lnTo>
                <a:lnTo>
                  <a:pt x="370" y="58"/>
                </a:lnTo>
                <a:lnTo>
                  <a:pt x="370" y="57"/>
                </a:lnTo>
                <a:lnTo>
                  <a:pt x="370" y="56"/>
                </a:lnTo>
                <a:lnTo>
                  <a:pt x="371" y="55"/>
                </a:lnTo>
                <a:lnTo>
                  <a:pt x="372" y="54"/>
                </a:lnTo>
                <a:lnTo>
                  <a:pt x="372" y="53"/>
                </a:lnTo>
                <a:lnTo>
                  <a:pt x="371" y="53"/>
                </a:lnTo>
                <a:lnTo>
                  <a:pt x="371" y="52"/>
                </a:lnTo>
                <a:lnTo>
                  <a:pt x="371" y="50"/>
                </a:lnTo>
                <a:lnTo>
                  <a:pt x="372" y="50"/>
                </a:lnTo>
                <a:lnTo>
                  <a:pt x="372" y="49"/>
                </a:lnTo>
                <a:lnTo>
                  <a:pt x="373" y="49"/>
                </a:lnTo>
                <a:lnTo>
                  <a:pt x="373" y="48"/>
                </a:lnTo>
                <a:lnTo>
                  <a:pt x="374" y="48"/>
                </a:lnTo>
                <a:lnTo>
                  <a:pt x="374" y="47"/>
                </a:lnTo>
                <a:lnTo>
                  <a:pt x="375" y="47"/>
                </a:lnTo>
                <a:lnTo>
                  <a:pt x="377" y="46"/>
                </a:lnTo>
                <a:lnTo>
                  <a:pt x="378" y="46"/>
                </a:lnTo>
                <a:lnTo>
                  <a:pt x="379" y="46"/>
                </a:lnTo>
                <a:lnTo>
                  <a:pt x="380" y="46"/>
                </a:lnTo>
                <a:lnTo>
                  <a:pt x="381" y="47"/>
                </a:lnTo>
                <a:lnTo>
                  <a:pt x="383" y="46"/>
                </a:lnTo>
                <a:lnTo>
                  <a:pt x="384" y="45"/>
                </a:lnTo>
                <a:lnTo>
                  <a:pt x="385" y="45"/>
                </a:lnTo>
                <a:lnTo>
                  <a:pt x="386" y="45"/>
                </a:lnTo>
                <a:lnTo>
                  <a:pt x="387" y="45"/>
                </a:lnTo>
                <a:lnTo>
                  <a:pt x="388" y="45"/>
                </a:lnTo>
                <a:lnTo>
                  <a:pt x="388" y="44"/>
                </a:lnTo>
                <a:lnTo>
                  <a:pt x="389" y="44"/>
                </a:lnTo>
                <a:lnTo>
                  <a:pt x="390" y="43"/>
                </a:lnTo>
                <a:lnTo>
                  <a:pt x="392" y="43"/>
                </a:lnTo>
                <a:lnTo>
                  <a:pt x="393" y="44"/>
                </a:lnTo>
                <a:lnTo>
                  <a:pt x="394" y="43"/>
                </a:lnTo>
                <a:lnTo>
                  <a:pt x="395" y="41"/>
                </a:lnTo>
                <a:lnTo>
                  <a:pt x="396" y="40"/>
                </a:lnTo>
                <a:lnTo>
                  <a:pt x="397" y="39"/>
                </a:lnTo>
                <a:lnTo>
                  <a:pt x="397" y="38"/>
                </a:lnTo>
                <a:lnTo>
                  <a:pt x="397" y="36"/>
                </a:lnTo>
                <a:lnTo>
                  <a:pt x="398" y="35"/>
                </a:lnTo>
                <a:lnTo>
                  <a:pt x="398" y="33"/>
                </a:lnTo>
                <a:lnTo>
                  <a:pt x="399" y="32"/>
                </a:lnTo>
                <a:lnTo>
                  <a:pt x="400" y="32"/>
                </a:lnTo>
                <a:lnTo>
                  <a:pt x="401" y="31"/>
                </a:lnTo>
                <a:lnTo>
                  <a:pt x="402" y="30"/>
                </a:lnTo>
                <a:lnTo>
                  <a:pt x="403" y="30"/>
                </a:lnTo>
                <a:lnTo>
                  <a:pt x="403" y="29"/>
                </a:lnTo>
                <a:lnTo>
                  <a:pt x="402" y="28"/>
                </a:lnTo>
                <a:lnTo>
                  <a:pt x="402" y="27"/>
                </a:lnTo>
                <a:lnTo>
                  <a:pt x="401" y="25"/>
                </a:lnTo>
                <a:lnTo>
                  <a:pt x="401" y="24"/>
                </a:lnTo>
                <a:lnTo>
                  <a:pt x="402" y="23"/>
                </a:lnTo>
                <a:lnTo>
                  <a:pt x="403" y="23"/>
                </a:lnTo>
                <a:lnTo>
                  <a:pt x="405" y="22"/>
                </a:lnTo>
                <a:lnTo>
                  <a:pt x="405" y="23"/>
                </a:lnTo>
                <a:lnTo>
                  <a:pt x="406" y="21"/>
                </a:lnTo>
                <a:lnTo>
                  <a:pt x="405" y="21"/>
                </a:lnTo>
                <a:lnTo>
                  <a:pt x="405" y="20"/>
                </a:lnTo>
                <a:lnTo>
                  <a:pt x="404" y="20"/>
                </a:lnTo>
                <a:lnTo>
                  <a:pt x="405" y="18"/>
                </a:lnTo>
                <a:lnTo>
                  <a:pt x="405" y="17"/>
                </a:lnTo>
                <a:lnTo>
                  <a:pt x="404" y="16"/>
                </a:lnTo>
                <a:lnTo>
                  <a:pt x="404" y="15"/>
                </a:lnTo>
                <a:lnTo>
                  <a:pt x="404" y="14"/>
                </a:lnTo>
                <a:lnTo>
                  <a:pt x="405" y="14"/>
                </a:lnTo>
                <a:lnTo>
                  <a:pt x="406" y="12"/>
                </a:lnTo>
                <a:lnTo>
                  <a:pt x="405" y="11"/>
                </a:lnTo>
                <a:lnTo>
                  <a:pt x="405" y="10"/>
                </a:lnTo>
                <a:lnTo>
                  <a:pt x="406" y="10"/>
                </a:lnTo>
                <a:lnTo>
                  <a:pt x="406" y="9"/>
                </a:lnTo>
                <a:lnTo>
                  <a:pt x="407" y="9"/>
                </a:lnTo>
                <a:lnTo>
                  <a:pt x="407" y="7"/>
                </a:lnTo>
                <a:lnTo>
                  <a:pt x="406" y="6"/>
                </a:lnTo>
                <a:lnTo>
                  <a:pt x="403" y="3"/>
                </a:lnTo>
                <a:lnTo>
                  <a:pt x="403" y="2"/>
                </a:lnTo>
                <a:lnTo>
                  <a:pt x="404" y="0"/>
                </a:lnTo>
                <a:lnTo>
                  <a:pt x="405" y="0"/>
                </a:lnTo>
                <a:lnTo>
                  <a:pt x="407" y="2"/>
                </a:lnTo>
                <a:lnTo>
                  <a:pt x="408" y="2"/>
                </a:lnTo>
                <a:lnTo>
                  <a:pt x="409" y="2"/>
                </a:lnTo>
                <a:lnTo>
                  <a:pt x="410" y="2"/>
                </a:lnTo>
                <a:lnTo>
                  <a:pt x="411" y="2"/>
                </a:lnTo>
                <a:lnTo>
                  <a:pt x="412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" name=""/>
          <p:cNvSpPr/>
          <p:nvPr/>
        </p:nvSpPr>
        <p:spPr>
          <a:xfrm>
            <a:off x="5112360" y="1463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" name=""/>
          <p:cNvSpPr/>
          <p:nvPr/>
        </p:nvSpPr>
        <p:spPr>
          <a:xfrm>
            <a:off x="5073120" y="14338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" name=""/>
          <p:cNvSpPr/>
          <p:nvPr/>
        </p:nvSpPr>
        <p:spPr>
          <a:xfrm>
            <a:off x="5074560" y="1431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" name=""/>
          <p:cNvSpPr/>
          <p:nvPr/>
        </p:nvSpPr>
        <p:spPr>
          <a:xfrm>
            <a:off x="5142240" y="1423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4" y="4"/>
                </a:lnTo>
                <a:lnTo>
                  <a:pt x="2" y="4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" name=""/>
          <p:cNvSpPr/>
          <p:nvPr/>
        </p:nvSpPr>
        <p:spPr>
          <a:xfrm>
            <a:off x="5153400" y="140904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4" y="6"/>
                </a:moveTo>
                <a:lnTo>
                  <a:pt x="2" y="6"/>
                </a:lnTo>
                <a:lnTo>
                  <a:pt x="1" y="6"/>
                </a:lnTo>
                <a:lnTo>
                  <a:pt x="2" y="5"/>
                </a:lnTo>
                <a:lnTo>
                  <a:pt x="2" y="3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" name=""/>
          <p:cNvSpPr/>
          <p:nvPr/>
        </p:nvSpPr>
        <p:spPr>
          <a:xfrm>
            <a:off x="5153760" y="1405800"/>
            <a:ext cx="6120" cy="7200"/>
          </a:xfrm>
          <a:custGeom>
            <a:avLst/>
            <a:gdLst/>
            <a:ahLst/>
            <a:rect l="0" t="0" r="r" b="b"/>
            <a:pathLst>
              <a:path w="17" h="20">
                <a:moveTo>
                  <a:pt x="9" y="7"/>
                </a:moveTo>
                <a:lnTo>
                  <a:pt x="9" y="8"/>
                </a:lnTo>
                <a:lnTo>
                  <a:pt x="10" y="8"/>
                </a:lnTo>
                <a:lnTo>
                  <a:pt x="11" y="8"/>
                </a:lnTo>
                <a:lnTo>
                  <a:pt x="12" y="8"/>
                </a:lnTo>
                <a:lnTo>
                  <a:pt x="13" y="11"/>
                </a:lnTo>
                <a:lnTo>
                  <a:pt x="15" y="13"/>
                </a:lnTo>
                <a:lnTo>
                  <a:pt x="16" y="14"/>
                </a:lnTo>
                <a:lnTo>
                  <a:pt x="15" y="14"/>
                </a:lnTo>
                <a:lnTo>
                  <a:pt x="15" y="15"/>
                </a:lnTo>
                <a:lnTo>
                  <a:pt x="15" y="16"/>
                </a:lnTo>
                <a:lnTo>
                  <a:pt x="15" y="17"/>
                </a:lnTo>
                <a:lnTo>
                  <a:pt x="16" y="17"/>
                </a:lnTo>
                <a:lnTo>
                  <a:pt x="16" y="18"/>
                </a:lnTo>
                <a:lnTo>
                  <a:pt x="17" y="20"/>
                </a:lnTo>
                <a:lnTo>
                  <a:pt x="16" y="20"/>
                </a:lnTo>
                <a:lnTo>
                  <a:pt x="15" y="20"/>
                </a:lnTo>
                <a:lnTo>
                  <a:pt x="14" y="20"/>
                </a:lnTo>
                <a:lnTo>
                  <a:pt x="13" y="18"/>
                </a:lnTo>
                <a:lnTo>
                  <a:pt x="13" y="17"/>
                </a:lnTo>
                <a:lnTo>
                  <a:pt x="12" y="17"/>
                </a:lnTo>
                <a:lnTo>
                  <a:pt x="11" y="17"/>
                </a:lnTo>
                <a:lnTo>
                  <a:pt x="10" y="17"/>
                </a:lnTo>
                <a:lnTo>
                  <a:pt x="9" y="17"/>
                </a:lnTo>
                <a:lnTo>
                  <a:pt x="9" y="16"/>
                </a:lnTo>
                <a:lnTo>
                  <a:pt x="10" y="16"/>
                </a:lnTo>
                <a:lnTo>
                  <a:pt x="10" y="15"/>
                </a:lnTo>
                <a:lnTo>
                  <a:pt x="11" y="15"/>
                </a:lnTo>
                <a:lnTo>
                  <a:pt x="11" y="14"/>
                </a:lnTo>
                <a:lnTo>
                  <a:pt x="10" y="13"/>
                </a:lnTo>
                <a:lnTo>
                  <a:pt x="9" y="12"/>
                </a:lnTo>
                <a:lnTo>
                  <a:pt x="9" y="11"/>
                </a:lnTo>
                <a:lnTo>
                  <a:pt x="9" y="10"/>
                </a:lnTo>
                <a:lnTo>
                  <a:pt x="9" y="9"/>
                </a:lnTo>
                <a:lnTo>
                  <a:pt x="10" y="9"/>
                </a:lnTo>
                <a:lnTo>
                  <a:pt x="9" y="8"/>
                </a:lnTo>
                <a:lnTo>
                  <a:pt x="9" y="7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2"/>
                </a:lnTo>
                <a:lnTo>
                  <a:pt x="8" y="3"/>
                </a:lnTo>
                <a:lnTo>
                  <a:pt x="9" y="4"/>
                </a:lnTo>
                <a:lnTo>
                  <a:pt x="10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" name=""/>
          <p:cNvSpPr/>
          <p:nvPr/>
        </p:nvSpPr>
        <p:spPr>
          <a:xfrm>
            <a:off x="5149080" y="140760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4" y="0"/>
                </a:move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6" y="8"/>
                </a:lnTo>
                <a:lnTo>
                  <a:pt x="4" y="8"/>
                </a:lnTo>
                <a:lnTo>
                  <a:pt x="2" y="6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" name=""/>
          <p:cNvSpPr/>
          <p:nvPr/>
        </p:nvSpPr>
        <p:spPr>
          <a:xfrm>
            <a:off x="5151600" y="1407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" name=""/>
          <p:cNvSpPr/>
          <p:nvPr/>
        </p:nvSpPr>
        <p:spPr>
          <a:xfrm>
            <a:off x="5149440" y="1395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" name=""/>
          <p:cNvSpPr/>
          <p:nvPr/>
        </p:nvSpPr>
        <p:spPr>
          <a:xfrm>
            <a:off x="5154840" y="1390320"/>
            <a:ext cx="2880" cy="3600"/>
          </a:xfrm>
          <a:custGeom>
            <a:avLst/>
            <a:gdLst/>
            <a:ahLst/>
            <a:rect l="0" t="0" r="r" b="b"/>
            <a:pathLst>
              <a:path w="8" h="10">
                <a:moveTo>
                  <a:pt x="4" y="5"/>
                </a:moveTo>
                <a:lnTo>
                  <a:pt x="5" y="5"/>
                </a:lnTo>
                <a:lnTo>
                  <a:pt x="6" y="7"/>
                </a:lnTo>
                <a:lnTo>
                  <a:pt x="8" y="8"/>
                </a:lnTo>
                <a:lnTo>
                  <a:pt x="8" y="9"/>
                </a:lnTo>
                <a:lnTo>
                  <a:pt x="6" y="9"/>
                </a:lnTo>
                <a:lnTo>
                  <a:pt x="5" y="9"/>
                </a:lnTo>
                <a:lnTo>
                  <a:pt x="4" y="9"/>
                </a:lnTo>
                <a:lnTo>
                  <a:pt x="3" y="9"/>
                </a:lnTo>
                <a:lnTo>
                  <a:pt x="2" y="9"/>
                </a:lnTo>
                <a:lnTo>
                  <a:pt x="1" y="10"/>
                </a:lnTo>
                <a:lnTo>
                  <a:pt x="0" y="9"/>
                </a:lnTo>
                <a:lnTo>
                  <a:pt x="0" y="7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1"/>
                </a:lnTo>
                <a:lnTo>
                  <a:pt x="1" y="2"/>
                </a:lnTo>
                <a:lnTo>
                  <a:pt x="2" y="3"/>
                </a:lnTo>
                <a:lnTo>
                  <a:pt x="2" y="4"/>
                </a:lnTo>
                <a:lnTo>
                  <a:pt x="1" y="5"/>
                </a:lnTo>
                <a:lnTo>
                  <a:pt x="2" y="5"/>
                </a:lnTo>
                <a:lnTo>
                  <a:pt x="2" y="7"/>
                </a:lnTo>
                <a:lnTo>
                  <a:pt x="3" y="7"/>
                </a:lnTo>
                <a:lnTo>
                  <a:pt x="3" y="5"/>
                </a:lnTo>
                <a:lnTo>
                  <a:pt x="4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" name=""/>
          <p:cNvSpPr/>
          <p:nvPr/>
        </p:nvSpPr>
        <p:spPr>
          <a:xfrm>
            <a:off x="5156640" y="138096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6" y="5"/>
                </a:moveTo>
                <a:lnTo>
                  <a:pt x="4" y="5"/>
                </a:lnTo>
                <a:lnTo>
                  <a:pt x="3" y="6"/>
                </a:lnTo>
                <a:lnTo>
                  <a:pt x="3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7" y="3"/>
                </a:lnTo>
                <a:lnTo>
                  <a:pt x="6" y="3"/>
                </a:lnTo>
                <a:lnTo>
                  <a:pt x="6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" name=""/>
          <p:cNvSpPr/>
          <p:nvPr/>
        </p:nvSpPr>
        <p:spPr>
          <a:xfrm>
            <a:off x="5166720" y="1557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" name=""/>
          <p:cNvSpPr/>
          <p:nvPr/>
        </p:nvSpPr>
        <p:spPr>
          <a:xfrm>
            <a:off x="5169960" y="15469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0" y="4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" name=""/>
          <p:cNvSpPr/>
          <p:nvPr/>
        </p:nvSpPr>
        <p:spPr>
          <a:xfrm>
            <a:off x="5179320" y="15350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3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4" y="5"/>
                </a:lnTo>
                <a:lnTo>
                  <a:pt x="2" y="5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" name=""/>
          <p:cNvSpPr/>
          <p:nvPr/>
        </p:nvSpPr>
        <p:spPr>
          <a:xfrm>
            <a:off x="5186160" y="151992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" name=""/>
          <p:cNvSpPr/>
          <p:nvPr/>
        </p:nvSpPr>
        <p:spPr>
          <a:xfrm>
            <a:off x="5187600" y="15192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5" y="2"/>
                </a:move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5" y="2"/>
                </a:lnTo>
                <a:lnTo>
                  <a:pt x="6" y="2"/>
                </a:lnTo>
                <a:lnTo>
                  <a:pt x="5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" name=""/>
          <p:cNvSpPr/>
          <p:nvPr/>
        </p:nvSpPr>
        <p:spPr>
          <a:xfrm>
            <a:off x="5222160" y="14904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4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" name=""/>
          <p:cNvSpPr/>
          <p:nvPr/>
        </p:nvSpPr>
        <p:spPr>
          <a:xfrm>
            <a:off x="5258160" y="1482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" name=""/>
          <p:cNvSpPr/>
          <p:nvPr/>
        </p:nvSpPr>
        <p:spPr>
          <a:xfrm>
            <a:off x="5211000" y="1434600"/>
            <a:ext cx="3960" cy="3960"/>
          </a:xfrm>
          <a:custGeom>
            <a:avLst/>
            <a:gdLst/>
            <a:ahLst/>
            <a:rect l="0" t="0" r="r" b="b"/>
            <a:pathLst>
              <a:path w="11" h="11">
                <a:moveTo>
                  <a:pt x="4" y="8"/>
                </a:moveTo>
                <a:lnTo>
                  <a:pt x="3" y="9"/>
                </a:lnTo>
                <a:lnTo>
                  <a:pt x="1" y="11"/>
                </a:lnTo>
                <a:lnTo>
                  <a:pt x="0" y="11"/>
                </a:lnTo>
                <a:lnTo>
                  <a:pt x="0" y="9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3" y="6"/>
                </a:lnTo>
                <a:lnTo>
                  <a:pt x="4" y="5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11" y="0"/>
                </a:lnTo>
                <a:lnTo>
                  <a:pt x="11" y="1"/>
                </a:lnTo>
                <a:lnTo>
                  <a:pt x="9" y="2"/>
                </a:lnTo>
                <a:lnTo>
                  <a:pt x="9" y="3"/>
                </a:lnTo>
                <a:lnTo>
                  <a:pt x="7" y="5"/>
                </a:lnTo>
                <a:lnTo>
                  <a:pt x="6" y="6"/>
                </a:lnTo>
                <a:lnTo>
                  <a:pt x="6" y="7"/>
                </a:lnTo>
                <a:lnTo>
                  <a:pt x="4" y="8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" name=""/>
          <p:cNvSpPr/>
          <p:nvPr/>
        </p:nvSpPr>
        <p:spPr>
          <a:xfrm>
            <a:off x="5205600" y="142992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3"/>
                </a:moveTo>
                <a:lnTo>
                  <a:pt x="2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" name=""/>
          <p:cNvSpPr/>
          <p:nvPr/>
        </p:nvSpPr>
        <p:spPr>
          <a:xfrm>
            <a:off x="5243760" y="142740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3" y="1"/>
                </a:move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4"/>
                </a:lnTo>
                <a:lnTo>
                  <a:pt x="7" y="4"/>
                </a:lnTo>
                <a:lnTo>
                  <a:pt x="4" y="4"/>
                </a:lnTo>
                <a:lnTo>
                  <a:pt x="3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" name=""/>
          <p:cNvSpPr/>
          <p:nvPr/>
        </p:nvSpPr>
        <p:spPr>
          <a:xfrm>
            <a:off x="5167080" y="1400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3"/>
                </a:moveTo>
                <a:lnTo>
                  <a:pt x="0" y="1"/>
                </a:lnTo>
                <a:lnTo>
                  <a:pt x="0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" name=""/>
          <p:cNvSpPr/>
          <p:nvPr/>
        </p:nvSpPr>
        <p:spPr>
          <a:xfrm>
            <a:off x="5158440" y="13780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3"/>
                </a:move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" name=""/>
          <p:cNvSpPr/>
          <p:nvPr/>
        </p:nvSpPr>
        <p:spPr>
          <a:xfrm>
            <a:off x="5161320" y="1375920"/>
            <a:ext cx="1800" cy="2880"/>
          </a:xfrm>
          <a:custGeom>
            <a:avLst/>
            <a:gdLst/>
            <a:ahLst/>
            <a:rect l="0" t="0" r="r" b="b"/>
            <a:pathLst>
              <a:path w="5" h="8">
                <a:moveTo>
                  <a:pt x="3" y="3"/>
                </a:move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4" y="6"/>
                </a:lnTo>
                <a:lnTo>
                  <a:pt x="5" y="6"/>
                </a:lnTo>
                <a:lnTo>
                  <a:pt x="5" y="8"/>
                </a:lnTo>
                <a:lnTo>
                  <a:pt x="4" y="8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" name=""/>
          <p:cNvSpPr/>
          <p:nvPr/>
        </p:nvSpPr>
        <p:spPr>
          <a:xfrm>
            <a:off x="5160960" y="137412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7" y="3"/>
                </a:moveTo>
                <a:lnTo>
                  <a:pt x="6" y="4"/>
                </a:lnTo>
                <a:lnTo>
                  <a:pt x="5" y="3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" name=""/>
          <p:cNvSpPr/>
          <p:nvPr/>
        </p:nvSpPr>
        <p:spPr>
          <a:xfrm>
            <a:off x="4581720" y="1575360"/>
            <a:ext cx="379800" cy="362160"/>
          </a:xfrm>
          <a:custGeom>
            <a:avLst/>
            <a:gdLst/>
            <a:ahLst/>
            <a:rect l="0" t="0" r="r" b="b"/>
            <a:pathLst>
              <a:path w="1055" h="1006">
                <a:moveTo>
                  <a:pt x="529" y="2"/>
                </a:moveTo>
                <a:lnTo>
                  <a:pt x="530" y="3"/>
                </a:lnTo>
                <a:lnTo>
                  <a:pt x="531" y="4"/>
                </a:lnTo>
                <a:lnTo>
                  <a:pt x="533" y="5"/>
                </a:lnTo>
                <a:lnTo>
                  <a:pt x="534" y="5"/>
                </a:lnTo>
                <a:lnTo>
                  <a:pt x="536" y="5"/>
                </a:lnTo>
                <a:lnTo>
                  <a:pt x="537" y="6"/>
                </a:lnTo>
                <a:lnTo>
                  <a:pt x="538" y="7"/>
                </a:lnTo>
                <a:lnTo>
                  <a:pt x="539" y="8"/>
                </a:lnTo>
                <a:lnTo>
                  <a:pt x="540" y="8"/>
                </a:lnTo>
                <a:lnTo>
                  <a:pt x="541" y="7"/>
                </a:lnTo>
                <a:lnTo>
                  <a:pt x="542" y="7"/>
                </a:lnTo>
                <a:lnTo>
                  <a:pt x="544" y="7"/>
                </a:lnTo>
                <a:lnTo>
                  <a:pt x="545" y="7"/>
                </a:lnTo>
                <a:lnTo>
                  <a:pt x="546" y="8"/>
                </a:lnTo>
                <a:lnTo>
                  <a:pt x="547" y="8"/>
                </a:lnTo>
                <a:lnTo>
                  <a:pt x="547" y="7"/>
                </a:lnTo>
                <a:lnTo>
                  <a:pt x="546" y="7"/>
                </a:lnTo>
                <a:lnTo>
                  <a:pt x="545" y="6"/>
                </a:lnTo>
                <a:lnTo>
                  <a:pt x="545" y="4"/>
                </a:lnTo>
                <a:lnTo>
                  <a:pt x="545" y="3"/>
                </a:lnTo>
                <a:lnTo>
                  <a:pt x="546" y="3"/>
                </a:lnTo>
                <a:lnTo>
                  <a:pt x="547" y="3"/>
                </a:lnTo>
                <a:lnTo>
                  <a:pt x="548" y="3"/>
                </a:lnTo>
                <a:lnTo>
                  <a:pt x="550" y="2"/>
                </a:lnTo>
                <a:lnTo>
                  <a:pt x="551" y="3"/>
                </a:lnTo>
                <a:lnTo>
                  <a:pt x="552" y="4"/>
                </a:lnTo>
                <a:lnTo>
                  <a:pt x="555" y="9"/>
                </a:lnTo>
                <a:lnTo>
                  <a:pt x="555" y="10"/>
                </a:lnTo>
                <a:lnTo>
                  <a:pt x="556" y="10"/>
                </a:lnTo>
                <a:lnTo>
                  <a:pt x="558" y="9"/>
                </a:lnTo>
                <a:lnTo>
                  <a:pt x="559" y="8"/>
                </a:lnTo>
                <a:lnTo>
                  <a:pt x="559" y="6"/>
                </a:lnTo>
                <a:lnTo>
                  <a:pt x="559" y="5"/>
                </a:lnTo>
                <a:lnTo>
                  <a:pt x="560" y="5"/>
                </a:lnTo>
                <a:lnTo>
                  <a:pt x="561" y="5"/>
                </a:lnTo>
                <a:lnTo>
                  <a:pt x="562" y="5"/>
                </a:lnTo>
                <a:lnTo>
                  <a:pt x="562" y="4"/>
                </a:lnTo>
                <a:lnTo>
                  <a:pt x="562" y="3"/>
                </a:lnTo>
                <a:lnTo>
                  <a:pt x="561" y="3"/>
                </a:lnTo>
                <a:lnTo>
                  <a:pt x="560" y="2"/>
                </a:lnTo>
                <a:lnTo>
                  <a:pt x="560" y="1"/>
                </a:lnTo>
                <a:lnTo>
                  <a:pt x="561" y="0"/>
                </a:lnTo>
                <a:lnTo>
                  <a:pt x="562" y="0"/>
                </a:lnTo>
                <a:lnTo>
                  <a:pt x="562" y="1"/>
                </a:lnTo>
                <a:lnTo>
                  <a:pt x="563" y="1"/>
                </a:lnTo>
                <a:lnTo>
                  <a:pt x="565" y="5"/>
                </a:lnTo>
                <a:lnTo>
                  <a:pt x="566" y="6"/>
                </a:lnTo>
                <a:lnTo>
                  <a:pt x="566" y="7"/>
                </a:lnTo>
                <a:lnTo>
                  <a:pt x="566" y="8"/>
                </a:lnTo>
                <a:lnTo>
                  <a:pt x="567" y="8"/>
                </a:lnTo>
                <a:lnTo>
                  <a:pt x="567" y="9"/>
                </a:lnTo>
                <a:lnTo>
                  <a:pt x="568" y="9"/>
                </a:lnTo>
                <a:lnTo>
                  <a:pt x="569" y="9"/>
                </a:lnTo>
                <a:lnTo>
                  <a:pt x="570" y="5"/>
                </a:lnTo>
                <a:lnTo>
                  <a:pt x="570" y="4"/>
                </a:lnTo>
                <a:lnTo>
                  <a:pt x="568" y="3"/>
                </a:lnTo>
                <a:lnTo>
                  <a:pt x="567" y="3"/>
                </a:lnTo>
                <a:lnTo>
                  <a:pt x="566" y="3"/>
                </a:lnTo>
                <a:lnTo>
                  <a:pt x="565" y="3"/>
                </a:lnTo>
                <a:lnTo>
                  <a:pt x="565" y="2"/>
                </a:lnTo>
                <a:lnTo>
                  <a:pt x="565" y="1"/>
                </a:lnTo>
                <a:lnTo>
                  <a:pt x="565" y="0"/>
                </a:lnTo>
                <a:lnTo>
                  <a:pt x="566" y="0"/>
                </a:lnTo>
                <a:lnTo>
                  <a:pt x="567" y="0"/>
                </a:lnTo>
                <a:lnTo>
                  <a:pt x="569" y="1"/>
                </a:lnTo>
                <a:lnTo>
                  <a:pt x="569" y="2"/>
                </a:lnTo>
                <a:lnTo>
                  <a:pt x="570" y="3"/>
                </a:lnTo>
                <a:lnTo>
                  <a:pt x="571" y="3"/>
                </a:lnTo>
                <a:lnTo>
                  <a:pt x="571" y="2"/>
                </a:lnTo>
                <a:lnTo>
                  <a:pt x="571" y="1"/>
                </a:lnTo>
                <a:lnTo>
                  <a:pt x="572" y="0"/>
                </a:lnTo>
                <a:lnTo>
                  <a:pt x="573" y="0"/>
                </a:lnTo>
                <a:lnTo>
                  <a:pt x="574" y="0"/>
                </a:lnTo>
                <a:lnTo>
                  <a:pt x="574" y="1"/>
                </a:lnTo>
                <a:lnTo>
                  <a:pt x="574" y="2"/>
                </a:lnTo>
                <a:lnTo>
                  <a:pt x="574" y="3"/>
                </a:lnTo>
                <a:lnTo>
                  <a:pt x="574" y="4"/>
                </a:lnTo>
                <a:lnTo>
                  <a:pt x="574" y="5"/>
                </a:lnTo>
                <a:lnTo>
                  <a:pt x="573" y="5"/>
                </a:lnTo>
                <a:lnTo>
                  <a:pt x="573" y="6"/>
                </a:lnTo>
                <a:lnTo>
                  <a:pt x="574" y="6"/>
                </a:lnTo>
                <a:lnTo>
                  <a:pt x="576" y="6"/>
                </a:lnTo>
                <a:lnTo>
                  <a:pt x="577" y="6"/>
                </a:lnTo>
                <a:lnTo>
                  <a:pt x="578" y="5"/>
                </a:lnTo>
                <a:lnTo>
                  <a:pt x="579" y="5"/>
                </a:lnTo>
                <a:lnTo>
                  <a:pt x="579" y="6"/>
                </a:lnTo>
                <a:lnTo>
                  <a:pt x="579" y="7"/>
                </a:lnTo>
                <a:lnTo>
                  <a:pt x="579" y="8"/>
                </a:lnTo>
                <a:lnTo>
                  <a:pt x="578" y="8"/>
                </a:lnTo>
                <a:lnTo>
                  <a:pt x="578" y="9"/>
                </a:lnTo>
                <a:lnTo>
                  <a:pt x="577" y="9"/>
                </a:lnTo>
                <a:lnTo>
                  <a:pt x="577" y="10"/>
                </a:lnTo>
                <a:lnTo>
                  <a:pt x="576" y="10"/>
                </a:lnTo>
                <a:lnTo>
                  <a:pt x="577" y="12"/>
                </a:lnTo>
                <a:lnTo>
                  <a:pt x="578" y="12"/>
                </a:lnTo>
                <a:lnTo>
                  <a:pt x="579" y="14"/>
                </a:lnTo>
                <a:lnTo>
                  <a:pt x="580" y="15"/>
                </a:lnTo>
                <a:lnTo>
                  <a:pt x="580" y="16"/>
                </a:lnTo>
                <a:lnTo>
                  <a:pt x="583" y="16"/>
                </a:lnTo>
                <a:lnTo>
                  <a:pt x="583" y="17"/>
                </a:lnTo>
                <a:lnTo>
                  <a:pt x="584" y="17"/>
                </a:lnTo>
                <a:lnTo>
                  <a:pt x="585" y="16"/>
                </a:lnTo>
                <a:lnTo>
                  <a:pt x="585" y="15"/>
                </a:lnTo>
                <a:lnTo>
                  <a:pt x="586" y="15"/>
                </a:lnTo>
                <a:lnTo>
                  <a:pt x="587" y="15"/>
                </a:lnTo>
                <a:lnTo>
                  <a:pt x="588" y="16"/>
                </a:lnTo>
                <a:lnTo>
                  <a:pt x="589" y="16"/>
                </a:lnTo>
                <a:lnTo>
                  <a:pt x="589" y="15"/>
                </a:lnTo>
                <a:lnTo>
                  <a:pt x="590" y="15"/>
                </a:lnTo>
                <a:lnTo>
                  <a:pt x="590" y="16"/>
                </a:lnTo>
                <a:lnTo>
                  <a:pt x="591" y="15"/>
                </a:lnTo>
                <a:lnTo>
                  <a:pt x="591" y="14"/>
                </a:lnTo>
                <a:lnTo>
                  <a:pt x="592" y="14"/>
                </a:lnTo>
                <a:lnTo>
                  <a:pt x="593" y="14"/>
                </a:lnTo>
                <a:lnTo>
                  <a:pt x="594" y="15"/>
                </a:lnTo>
                <a:lnTo>
                  <a:pt x="595" y="16"/>
                </a:lnTo>
                <a:lnTo>
                  <a:pt x="596" y="16"/>
                </a:lnTo>
                <a:lnTo>
                  <a:pt x="597" y="16"/>
                </a:lnTo>
                <a:lnTo>
                  <a:pt x="597" y="15"/>
                </a:lnTo>
                <a:lnTo>
                  <a:pt x="598" y="16"/>
                </a:lnTo>
                <a:lnTo>
                  <a:pt x="599" y="17"/>
                </a:lnTo>
                <a:lnTo>
                  <a:pt x="599" y="19"/>
                </a:lnTo>
                <a:lnTo>
                  <a:pt x="599" y="20"/>
                </a:lnTo>
                <a:lnTo>
                  <a:pt x="598" y="20"/>
                </a:lnTo>
                <a:lnTo>
                  <a:pt x="598" y="21"/>
                </a:lnTo>
                <a:lnTo>
                  <a:pt x="600" y="21"/>
                </a:lnTo>
                <a:lnTo>
                  <a:pt x="601" y="20"/>
                </a:lnTo>
                <a:lnTo>
                  <a:pt x="602" y="20"/>
                </a:lnTo>
                <a:lnTo>
                  <a:pt x="603" y="20"/>
                </a:lnTo>
                <a:lnTo>
                  <a:pt x="604" y="20"/>
                </a:lnTo>
                <a:lnTo>
                  <a:pt x="604" y="19"/>
                </a:lnTo>
                <a:lnTo>
                  <a:pt x="604" y="18"/>
                </a:lnTo>
                <a:lnTo>
                  <a:pt x="604" y="17"/>
                </a:lnTo>
                <a:lnTo>
                  <a:pt x="604" y="15"/>
                </a:lnTo>
                <a:lnTo>
                  <a:pt x="604" y="14"/>
                </a:lnTo>
                <a:lnTo>
                  <a:pt x="605" y="14"/>
                </a:lnTo>
                <a:lnTo>
                  <a:pt x="606" y="14"/>
                </a:lnTo>
                <a:lnTo>
                  <a:pt x="606" y="15"/>
                </a:lnTo>
                <a:lnTo>
                  <a:pt x="607" y="15"/>
                </a:lnTo>
                <a:lnTo>
                  <a:pt x="607" y="16"/>
                </a:lnTo>
                <a:lnTo>
                  <a:pt x="608" y="16"/>
                </a:lnTo>
                <a:lnTo>
                  <a:pt x="609" y="18"/>
                </a:lnTo>
                <a:lnTo>
                  <a:pt x="610" y="18"/>
                </a:lnTo>
                <a:lnTo>
                  <a:pt x="611" y="17"/>
                </a:lnTo>
                <a:lnTo>
                  <a:pt x="612" y="16"/>
                </a:lnTo>
                <a:lnTo>
                  <a:pt x="613" y="16"/>
                </a:lnTo>
                <a:lnTo>
                  <a:pt x="614" y="16"/>
                </a:lnTo>
                <a:lnTo>
                  <a:pt x="615" y="17"/>
                </a:lnTo>
                <a:lnTo>
                  <a:pt x="616" y="17"/>
                </a:lnTo>
                <a:lnTo>
                  <a:pt x="618" y="18"/>
                </a:lnTo>
                <a:lnTo>
                  <a:pt x="619" y="18"/>
                </a:lnTo>
                <a:lnTo>
                  <a:pt x="620" y="18"/>
                </a:lnTo>
                <a:lnTo>
                  <a:pt x="621" y="18"/>
                </a:lnTo>
                <a:lnTo>
                  <a:pt x="621" y="17"/>
                </a:lnTo>
                <a:lnTo>
                  <a:pt x="622" y="17"/>
                </a:lnTo>
                <a:lnTo>
                  <a:pt x="623" y="17"/>
                </a:lnTo>
                <a:lnTo>
                  <a:pt x="623" y="18"/>
                </a:lnTo>
                <a:lnTo>
                  <a:pt x="624" y="18"/>
                </a:lnTo>
                <a:lnTo>
                  <a:pt x="624" y="17"/>
                </a:lnTo>
                <a:lnTo>
                  <a:pt x="624" y="16"/>
                </a:lnTo>
                <a:lnTo>
                  <a:pt x="625" y="16"/>
                </a:lnTo>
                <a:lnTo>
                  <a:pt x="626" y="16"/>
                </a:lnTo>
                <a:lnTo>
                  <a:pt x="627" y="16"/>
                </a:lnTo>
                <a:lnTo>
                  <a:pt x="627" y="17"/>
                </a:lnTo>
                <a:lnTo>
                  <a:pt x="627" y="18"/>
                </a:lnTo>
                <a:lnTo>
                  <a:pt x="628" y="18"/>
                </a:lnTo>
                <a:lnTo>
                  <a:pt x="628" y="19"/>
                </a:lnTo>
                <a:lnTo>
                  <a:pt x="629" y="21"/>
                </a:lnTo>
                <a:lnTo>
                  <a:pt x="630" y="21"/>
                </a:lnTo>
                <a:lnTo>
                  <a:pt x="631" y="21"/>
                </a:lnTo>
                <a:lnTo>
                  <a:pt x="631" y="22"/>
                </a:lnTo>
                <a:lnTo>
                  <a:pt x="632" y="22"/>
                </a:lnTo>
                <a:lnTo>
                  <a:pt x="633" y="22"/>
                </a:lnTo>
                <a:lnTo>
                  <a:pt x="635" y="22"/>
                </a:lnTo>
                <a:lnTo>
                  <a:pt x="636" y="22"/>
                </a:lnTo>
                <a:lnTo>
                  <a:pt x="636" y="21"/>
                </a:lnTo>
                <a:lnTo>
                  <a:pt x="636" y="20"/>
                </a:lnTo>
                <a:lnTo>
                  <a:pt x="637" y="20"/>
                </a:lnTo>
                <a:lnTo>
                  <a:pt x="637" y="21"/>
                </a:lnTo>
                <a:lnTo>
                  <a:pt x="638" y="22"/>
                </a:lnTo>
                <a:lnTo>
                  <a:pt x="638" y="25"/>
                </a:lnTo>
                <a:lnTo>
                  <a:pt x="639" y="25"/>
                </a:lnTo>
                <a:lnTo>
                  <a:pt x="640" y="25"/>
                </a:lnTo>
                <a:lnTo>
                  <a:pt x="641" y="26"/>
                </a:lnTo>
                <a:lnTo>
                  <a:pt x="642" y="26"/>
                </a:lnTo>
                <a:lnTo>
                  <a:pt x="643" y="25"/>
                </a:lnTo>
                <a:lnTo>
                  <a:pt x="644" y="24"/>
                </a:lnTo>
                <a:lnTo>
                  <a:pt x="645" y="24"/>
                </a:lnTo>
                <a:lnTo>
                  <a:pt x="646" y="24"/>
                </a:lnTo>
                <a:lnTo>
                  <a:pt x="646" y="26"/>
                </a:lnTo>
                <a:lnTo>
                  <a:pt x="647" y="27"/>
                </a:lnTo>
                <a:lnTo>
                  <a:pt x="648" y="27"/>
                </a:lnTo>
                <a:lnTo>
                  <a:pt x="648" y="28"/>
                </a:lnTo>
                <a:lnTo>
                  <a:pt x="648" y="29"/>
                </a:lnTo>
                <a:lnTo>
                  <a:pt x="649" y="29"/>
                </a:lnTo>
                <a:lnTo>
                  <a:pt x="650" y="30"/>
                </a:lnTo>
                <a:lnTo>
                  <a:pt x="650" y="29"/>
                </a:lnTo>
                <a:lnTo>
                  <a:pt x="651" y="29"/>
                </a:lnTo>
                <a:lnTo>
                  <a:pt x="651" y="30"/>
                </a:lnTo>
                <a:lnTo>
                  <a:pt x="652" y="30"/>
                </a:lnTo>
                <a:lnTo>
                  <a:pt x="653" y="30"/>
                </a:lnTo>
                <a:lnTo>
                  <a:pt x="655" y="30"/>
                </a:lnTo>
                <a:lnTo>
                  <a:pt x="655" y="31"/>
                </a:lnTo>
                <a:lnTo>
                  <a:pt x="655" y="32"/>
                </a:lnTo>
                <a:lnTo>
                  <a:pt x="656" y="31"/>
                </a:lnTo>
                <a:lnTo>
                  <a:pt x="657" y="30"/>
                </a:lnTo>
                <a:lnTo>
                  <a:pt x="658" y="30"/>
                </a:lnTo>
                <a:lnTo>
                  <a:pt x="659" y="30"/>
                </a:lnTo>
                <a:lnTo>
                  <a:pt x="659" y="31"/>
                </a:lnTo>
                <a:lnTo>
                  <a:pt x="658" y="31"/>
                </a:lnTo>
                <a:lnTo>
                  <a:pt x="658" y="32"/>
                </a:lnTo>
                <a:lnTo>
                  <a:pt x="660" y="32"/>
                </a:lnTo>
                <a:lnTo>
                  <a:pt x="660" y="33"/>
                </a:lnTo>
                <a:lnTo>
                  <a:pt x="661" y="33"/>
                </a:lnTo>
                <a:lnTo>
                  <a:pt x="663" y="34"/>
                </a:lnTo>
                <a:lnTo>
                  <a:pt x="665" y="34"/>
                </a:lnTo>
                <a:lnTo>
                  <a:pt x="665" y="35"/>
                </a:lnTo>
                <a:lnTo>
                  <a:pt x="666" y="35"/>
                </a:lnTo>
                <a:lnTo>
                  <a:pt x="667" y="35"/>
                </a:lnTo>
                <a:lnTo>
                  <a:pt x="668" y="36"/>
                </a:lnTo>
                <a:lnTo>
                  <a:pt x="668" y="37"/>
                </a:lnTo>
                <a:lnTo>
                  <a:pt x="669" y="37"/>
                </a:lnTo>
                <a:lnTo>
                  <a:pt x="669" y="38"/>
                </a:lnTo>
                <a:lnTo>
                  <a:pt x="668" y="38"/>
                </a:lnTo>
                <a:lnTo>
                  <a:pt x="668" y="39"/>
                </a:lnTo>
                <a:lnTo>
                  <a:pt x="668" y="38"/>
                </a:lnTo>
                <a:lnTo>
                  <a:pt x="668" y="40"/>
                </a:lnTo>
                <a:lnTo>
                  <a:pt x="667" y="40"/>
                </a:lnTo>
                <a:lnTo>
                  <a:pt x="667" y="41"/>
                </a:lnTo>
                <a:lnTo>
                  <a:pt x="668" y="41"/>
                </a:lnTo>
                <a:lnTo>
                  <a:pt x="669" y="41"/>
                </a:lnTo>
                <a:lnTo>
                  <a:pt x="669" y="40"/>
                </a:lnTo>
                <a:lnTo>
                  <a:pt x="670" y="39"/>
                </a:lnTo>
                <a:lnTo>
                  <a:pt x="671" y="39"/>
                </a:lnTo>
                <a:lnTo>
                  <a:pt x="672" y="39"/>
                </a:lnTo>
                <a:lnTo>
                  <a:pt x="671" y="38"/>
                </a:lnTo>
                <a:lnTo>
                  <a:pt x="672" y="38"/>
                </a:lnTo>
                <a:lnTo>
                  <a:pt x="673" y="38"/>
                </a:lnTo>
                <a:lnTo>
                  <a:pt x="673" y="39"/>
                </a:lnTo>
                <a:lnTo>
                  <a:pt x="674" y="39"/>
                </a:lnTo>
                <a:lnTo>
                  <a:pt x="675" y="39"/>
                </a:lnTo>
                <a:lnTo>
                  <a:pt x="675" y="38"/>
                </a:lnTo>
                <a:lnTo>
                  <a:pt x="676" y="37"/>
                </a:lnTo>
                <a:lnTo>
                  <a:pt x="676" y="36"/>
                </a:lnTo>
                <a:lnTo>
                  <a:pt x="677" y="36"/>
                </a:lnTo>
                <a:lnTo>
                  <a:pt x="678" y="35"/>
                </a:lnTo>
                <a:lnTo>
                  <a:pt x="679" y="35"/>
                </a:lnTo>
                <a:lnTo>
                  <a:pt x="680" y="35"/>
                </a:lnTo>
                <a:lnTo>
                  <a:pt x="683" y="35"/>
                </a:lnTo>
                <a:lnTo>
                  <a:pt x="685" y="35"/>
                </a:lnTo>
                <a:lnTo>
                  <a:pt x="685" y="33"/>
                </a:lnTo>
                <a:lnTo>
                  <a:pt x="686" y="33"/>
                </a:lnTo>
                <a:lnTo>
                  <a:pt x="688" y="33"/>
                </a:lnTo>
                <a:lnTo>
                  <a:pt x="688" y="34"/>
                </a:lnTo>
                <a:lnTo>
                  <a:pt x="690" y="34"/>
                </a:lnTo>
                <a:lnTo>
                  <a:pt x="690" y="33"/>
                </a:lnTo>
                <a:lnTo>
                  <a:pt x="690" y="32"/>
                </a:lnTo>
                <a:lnTo>
                  <a:pt x="691" y="32"/>
                </a:lnTo>
                <a:lnTo>
                  <a:pt x="691" y="31"/>
                </a:lnTo>
                <a:lnTo>
                  <a:pt x="691" y="30"/>
                </a:lnTo>
                <a:lnTo>
                  <a:pt x="693" y="30"/>
                </a:lnTo>
                <a:lnTo>
                  <a:pt x="693" y="31"/>
                </a:lnTo>
                <a:lnTo>
                  <a:pt x="694" y="31"/>
                </a:lnTo>
                <a:lnTo>
                  <a:pt x="694" y="32"/>
                </a:lnTo>
                <a:lnTo>
                  <a:pt x="695" y="32"/>
                </a:lnTo>
                <a:lnTo>
                  <a:pt x="694" y="33"/>
                </a:lnTo>
                <a:lnTo>
                  <a:pt x="695" y="34"/>
                </a:lnTo>
                <a:lnTo>
                  <a:pt x="696" y="34"/>
                </a:lnTo>
                <a:lnTo>
                  <a:pt x="697" y="35"/>
                </a:lnTo>
                <a:lnTo>
                  <a:pt x="697" y="36"/>
                </a:lnTo>
                <a:lnTo>
                  <a:pt x="698" y="36"/>
                </a:lnTo>
                <a:lnTo>
                  <a:pt x="698" y="35"/>
                </a:lnTo>
                <a:lnTo>
                  <a:pt x="699" y="35"/>
                </a:lnTo>
                <a:lnTo>
                  <a:pt x="699" y="34"/>
                </a:lnTo>
                <a:lnTo>
                  <a:pt x="700" y="34"/>
                </a:lnTo>
                <a:lnTo>
                  <a:pt x="703" y="34"/>
                </a:lnTo>
                <a:lnTo>
                  <a:pt x="703" y="35"/>
                </a:lnTo>
                <a:lnTo>
                  <a:pt x="704" y="35"/>
                </a:lnTo>
                <a:lnTo>
                  <a:pt x="705" y="35"/>
                </a:lnTo>
                <a:lnTo>
                  <a:pt x="706" y="35"/>
                </a:lnTo>
                <a:lnTo>
                  <a:pt x="707" y="36"/>
                </a:lnTo>
                <a:lnTo>
                  <a:pt x="708" y="35"/>
                </a:lnTo>
                <a:lnTo>
                  <a:pt x="708" y="34"/>
                </a:lnTo>
                <a:lnTo>
                  <a:pt x="709" y="34"/>
                </a:lnTo>
                <a:lnTo>
                  <a:pt x="710" y="34"/>
                </a:lnTo>
                <a:lnTo>
                  <a:pt x="711" y="34"/>
                </a:lnTo>
                <a:lnTo>
                  <a:pt x="712" y="34"/>
                </a:lnTo>
                <a:lnTo>
                  <a:pt x="712" y="32"/>
                </a:lnTo>
                <a:lnTo>
                  <a:pt x="712" y="31"/>
                </a:lnTo>
                <a:lnTo>
                  <a:pt x="713" y="31"/>
                </a:lnTo>
                <a:lnTo>
                  <a:pt x="713" y="30"/>
                </a:lnTo>
                <a:lnTo>
                  <a:pt x="715" y="30"/>
                </a:lnTo>
                <a:lnTo>
                  <a:pt x="715" y="31"/>
                </a:lnTo>
                <a:lnTo>
                  <a:pt x="716" y="31"/>
                </a:lnTo>
                <a:lnTo>
                  <a:pt x="716" y="30"/>
                </a:lnTo>
                <a:lnTo>
                  <a:pt x="717" y="30"/>
                </a:lnTo>
                <a:lnTo>
                  <a:pt x="718" y="30"/>
                </a:lnTo>
                <a:lnTo>
                  <a:pt x="717" y="31"/>
                </a:lnTo>
                <a:lnTo>
                  <a:pt x="718" y="31"/>
                </a:lnTo>
                <a:lnTo>
                  <a:pt x="720" y="31"/>
                </a:lnTo>
                <a:lnTo>
                  <a:pt x="721" y="31"/>
                </a:lnTo>
                <a:lnTo>
                  <a:pt x="720" y="32"/>
                </a:lnTo>
                <a:lnTo>
                  <a:pt x="720" y="33"/>
                </a:lnTo>
                <a:lnTo>
                  <a:pt x="720" y="35"/>
                </a:lnTo>
                <a:lnTo>
                  <a:pt x="720" y="36"/>
                </a:lnTo>
                <a:lnTo>
                  <a:pt x="721" y="36"/>
                </a:lnTo>
                <a:lnTo>
                  <a:pt x="721" y="37"/>
                </a:lnTo>
                <a:lnTo>
                  <a:pt x="722" y="38"/>
                </a:lnTo>
                <a:lnTo>
                  <a:pt x="723" y="38"/>
                </a:lnTo>
                <a:lnTo>
                  <a:pt x="724" y="39"/>
                </a:lnTo>
                <a:lnTo>
                  <a:pt x="724" y="40"/>
                </a:lnTo>
                <a:lnTo>
                  <a:pt x="724" y="41"/>
                </a:lnTo>
                <a:lnTo>
                  <a:pt x="723" y="44"/>
                </a:lnTo>
                <a:lnTo>
                  <a:pt x="723" y="45"/>
                </a:lnTo>
                <a:lnTo>
                  <a:pt x="723" y="46"/>
                </a:lnTo>
                <a:lnTo>
                  <a:pt x="722" y="46"/>
                </a:lnTo>
                <a:lnTo>
                  <a:pt x="722" y="47"/>
                </a:lnTo>
                <a:lnTo>
                  <a:pt x="723" y="47"/>
                </a:lnTo>
                <a:lnTo>
                  <a:pt x="723" y="48"/>
                </a:lnTo>
                <a:lnTo>
                  <a:pt x="723" y="49"/>
                </a:lnTo>
                <a:lnTo>
                  <a:pt x="724" y="49"/>
                </a:lnTo>
                <a:lnTo>
                  <a:pt x="724" y="48"/>
                </a:lnTo>
                <a:lnTo>
                  <a:pt x="725" y="47"/>
                </a:lnTo>
                <a:lnTo>
                  <a:pt x="726" y="47"/>
                </a:lnTo>
                <a:lnTo>
                  <a:pt x="727" y="46"/>
                </a:lnTo>
                <a:lnTo>
                  <a:pt x="728" y="46"/>
                </a:lnTo>
                <a:lnTo>
                  <a:pt x="729" y="45"/>
                </a:lnTo>
                <a:lnTo>
                  <a:pt x="731" y="44"/>
                </a:lnTo>
                <a:lnTo>
                  <a:pt x="731" y="45"/>
                </a:lnTo>
                <a:lnTo>
                  <a:pt x="732" y="45"/>
                </a:lnTo>
                <a:lnTo>
                  <a:pt x="733" y="45"/>
                </a:lnTo>
                <a:lnTo>
                  <a:pt x="734" y="45"/>
                </a:lnTo>
                <a:lnTo>
                  <a:pt x="735" y="45"/>
                </a:lnTo>
                <a:lnTo>
                  <a:pt x="735" y="46"/>
                </a:lnTo>
                <a:lnTo>
                  <a:pt x="735" y="45"/>
                </a:lnTo>
                <a:lnTo>
                  <a:pt x="736" y="45"/>
                </a:lnTo>
                <a:lnTo>
                  <a:pt x="737" y="44"/>
                </a:lnTo>
                <a:lnTo>
                  <a:pt x="737" y="43"/>
                </a:lnTo>
                <a:lnTo>
                  <a:pt x="737" y="42"/>
                </a:lnTo>
                <a:lnTo>
                  <a:pt x="737" y="41"/>
                </a:lnTo>
                <a:lnTo>
                  <a:pt x="740" y="37"/>
                </a:lnTo>
                <a:lnTo>
                  <a:pt x="741" y="37"/>
                </a:lnTo>
                <a:lnTo>
                  <a:pt x="742" y="37"/>
                </a:lnTo>
                <a:lnTo>
                  <a:pt x="742" y="36"/>
                </a:lnTo>
                <a:lnTo>
                  <a:pt x="742" y="35"/>
                </a:lnTo>
                <a:lnTo>
                  <a:pt x="743" y="34"/>
                </a:lnTo>
                <a:lnTo>
                  <a:pt x="743" y="32"/>
                </a:lnTo>
                <a:lnTo>
                  <a:pt x="742" y="31"/>
                </a:lnTo>
                <a:lnTo>
                  <a:pt x="742" y="30"/>
                </a:lnTo>
                <a:lnTo>
                  <a:pt x="743" y="28"/>
                </a:lnTo>
                <a:lnTo>
                  <a:pt x="743" y="27"/>
                </a:lnTo>
                <a:lnTo>
                  <a:pt x="742" y="26"/>
                </a:lnTo>
                <a:lnTo>
                  <a:pt x="741" y="25"/>
                </a:lnTo>
                <a:lnTo>
                  <a:pt x="742" y="24"/>
                </a:lnTo>
                <a:lnTo>
                  <a:pt x="743" y="24"/>
                </a:lnTo>
                <a:lnTo>
                  <a:pt x="744" y="23"/>
                </a:lnTo>
                <a:lnTo>
                  <a:pt x="744" y="22"/>
                </a:lnTo>
                <a:lnTo>
                  <a:pt x="743" y="22"/>
                </a:lnTo>
                <a:lnTo>
                  <a:pt x="743" y="20"/>
                </a:lnTo>
                <a:lnTo>
                  <a:pt x="745" y="20"/>
                </a:lnTo>
                <a:lnTo>
                  <a:pt x="746" y="20"/>
                </a:lnTo>
                <a:lnTo>
                  <a:pt x="746" y="21"/>
                </a:lnTo>
                <a:lnTo>
                  <a:pt x="747" y="21"/>
                </a:lnTo>
                <a:lnTo>
                  <a:pt x="748" y="21"/>
                </a:lnTo>
                <a:lnTo>
                  <a:pt x="749" y="21"/>
                </a:lnTo>
                <a:lnTo>
                  <a:pt x="750" y="21"/>
                </a:lnTo>
                <a:lnTo>
                  <a:pt x="751" y="21"/>
                </a:lnTo>
                <a:lnTo>
                  <a:pt x="751" y="20"/>
                </a:lnTo>
                <a:lnTo>
                  <a:pt x="750" y="20"/>
                </a:lnTo>
                <a:lnTo>
                  <a:pt x="750" y="19"/>
                </a:lnTo>
                <a:lnTo>
                  <a:pt x="749" y="19"/>
                </a:lnTo>
                <a:lnTo>
                  <a:pt x="750" y="16"/>
                </a:lnTo>
                <a:lnTo>
                  <a:pt x="751" y="16"/>
                </a:lnTo>
                <a:lnTo>
                  <a:pt x="751" y="15"/>
                </a:lnTo>
                <a:lnTo>
                  <a:pt x="751" y="14"/>
                </a:lnTo>
                <a:lnTo>
                  <a:pt x="752" y="14"/>
                </a:lnTo>
                <a:lnTo>
                  <a:pt x="753" y="14"/>
                </a:lnTo>
                <a:lnTo>
                  <a:pt x="753" y="13"/>
                </a:lnTo>
                <a:lnTo>
                  <a:pt x="754" y="13"/>
                </a:lnTo>
                <a:lnTo>
                  <a:pt x="756" y="13"/>
                </a:lnTo>
                <a:lnTo>
                  <a:pt x="757" y="13"/>
                </a:lnTo>
                <a:lnTo>
                  <a:pt x="757" y="12"/>
                </a:lnTo>
                <a:lnTo>
                  <a:pt x="758" y="13"/>
                </a:lnTo>
                <a:lnTo>
                  <a:pt x="758" y="14"/>
                </a:lnTo>
                <a:lnTo>
                  <a:pt x="759" y="15"/>
                </a:lnTo>
                <a:lnTo>
                  <a:pt x="760" y="15"/>
                </a:lnTo>
                <a:lnTo>
                  <a:pt x="760" y="16"/>
                </a:lnTo>
                <a:lnTo>
                  <a:pt x="761" y="16"/>
                </a:lnTo>
                <a:lnTo>
                  <a:pt x="763" y="16"/>
                </a:lnTo>
                <a:lnTo>
                  <a:pt x="763" y="15"/>
                </a:lnTo>
                <a:lnTo>
                  <a:pt x="764" y="15"/>
                </a:lnTo>
                <a:lnTo>
                  <a:pt x="765" y="14"/>
                </a:lnTo>
                <a:lnTo>
                  <a:pt x="765" y="13"/>
                </a:lnTo>
                <a:lnTo>
                  <a:pt x="765" y="12"/>
                </a:lnTo>
                <a:lnTo>
                  <a:pt x="765" y="11"/>
                </a:lnTo>
                <a:lnTo>
                  <a:pt x="766" y="11"/>
                </a:lnTo>
                <a:lnTo>
                  <a:pt x="766" y="12"/>
                </a:lnTo>
                <a:lnTo>
                  <a:pt x="766" y="13"/>
                </a:lnTo>
                <a:lnTo>
                  <a:pt x="767" y="13"/>
                </a:lnTo>
                <a:lnTo>
                  <a:pt x="768" y="13"/>
                </a:lnTo>
                <a:lnTo>
                  <a:pt x="769" y="13"/>
                </a:lnTo>
                <a:lnTo>
                  <a:pt x="769" y="14"/>
                </a:lnTo>
                <a:lnTo>
                  <a:pt x="770" y="14"/>
                </a:lnTo>
                <a:lnTo>
                  <a:pt x="770" y="13"/>
                </a:lnTo>
                <a:lnTo>
                  <a:pt x="771" y="13"/>
                </a:lnTo>
                <a:lnTo>
                  <a:pt x="772" y="14"/>
                </a:lnTo>
                <a:lnTo>
                  <a:pt x="774" y="15"/>
                </a:lnTo>
                <a:lnTo>
                  <a:pt x="774" y="17"/>
                </a:lnTo>
                <a:lnTo>
                  <a:pt x="775" y="17"/>
                </a:lnTo>
                <a:lnTo>
                  <a:pt x="776" y="18"/>
                </a:lnTo>
                <a:lnTo>
                  <a:pt x="776" y="19"/>
                </a:lnTo>
                <a:lnTo>
                  <a:pt x="776" y="21"/>
                </a:lnTo>
                <a:lnTo>
                  <a:pt x="777" y="22"/>
                </a:lnTo>
                <a:lnTo>
                  <a:pt x="778" y="22"/>
                </a:lnTo>
                <a:lnTo>
                  <a:pt x="778" y="23"/>
                </a:lnTo>
                <a:lnTo>
                  <a:pt x="779" y="24"/>
                </a:lnTo>
                <a:lnTo>
                  <a:pt x="779" y="25"/>
                </a:lnTo>
                <a:lnTo>
                  <a:pt x="780" y="26"/>
                </a:lnTo>
                <a:lnTo>
                  <a:pt x="781" y="26"/>
                </a:lnTo>
                <a:lnTo>
                  <a:pt x="782" y="26"/>
                </a:lnTo>
                <a:lnTo>
                  <a:pt x="783" y="26"/>
                </a:lnTo>
                <a:lnTo>
                  <a:pt x="784" y="26"/>
                </a:lnTo>
                <a:lnTo>
                  <a:pt x="784" y="28"/>
                </a:lnTo>
                <a:lnTo>
                  <a:pt x="784" y="29"/>
                </a:lnTo>
                <a:lnTo>
                  <a:pt x="784" y="30"/>
                </a:lnTo>
                <a:lnTo>
                  <a:pt x="783" y="30"/>
                </a:lnTo>
                <a:lnTo>
                  <a:pt x="783" y="32"/>
                </a:lnTo>
                <a:lnTo>
                  <a:pt x="783" y="33"/>
                </a:lnTo>
                <a:lnTo>
                  <a:pt x="784" y="33"/>
                </a:lnTo>
                <a:lnTo>
                  <a:pt x="785" y="33"/>
                </a:lnTo>
                <a:lnTo>
                  <a:pt x="785" y="34"/>
                </a:lnTo>
                <a:lnTo>
                  <a:pt x="786" y="35"/>
                </a:lnTo>
                <a:lnTo>
                  <a:pt x="787" y="35"/>
                </a:lnTo>
                <a:lnTo>
                  <a:pt x="788" y="35"/>
                </a:lnTo>
                <a:lnTo>
                  <a:pt x="789" y="35"/>
                </a:lnTo>
                <a:lnTo>
                  <a:pt x="789" y="34"/>
                </a:lnTo>
                <a:lnTo>
                  <a:pt x="790" y="34"/>
                </a:lnTo>
                <a:lnTo>
                  <a:pt x="791" y="35"/>
                </a:lnTo>
                <a:lnTo>
                  <a:pt x="791" y="34"/>
                </a:lnTo>
                <a:lnTo>
                  <a:pt x="794" y="33"/>
                </a:lnTo>
                <a:lnTo>
                  <a:pt x="795" y="32"/>
                </a:lnTo>
                <a:lnTo>
                  <a:pt x="795" y="31"/>
                </a:lnTo>
                <a:lnTo>
                  <a:pt x="795" y="29"/>
                </a:lnTo>
                <a:lnTo>
                  <a:pt x="796" y="29"/>
                </a:lnTo>
                <a:lnTo>
                  <a:pt x="796" y="28"/>
                </a:lnTo>
                <a:lnTo>
                  <a:pt x="795" y="28"/>
                </a:lnTo>
                <a:lnTo>
                  <a:pt x="795" y="27"/>
                </a:lnTo>
                <a:lnTo>
                  <a:pt x="795" y="26"/>
                </a:lnTo>
                <a:lnTo>
                  <a:pt x="795" y="25"/>
                </a:lnTo>
                <a:lnTo>
                  <a:pt x="796" y="25"/>
                </a:lnTo>
                <a:lnTo>
                  <a:pt x="797" y="25"/>
                </a:lnTo>
                <a:lnTo>
                  <a:pt x="798" y="25"/>
                </a:lnTo>
                <a:lnTo>
                  <a:pt x="799" y="23"/>
                </a:lnTo>
                <a:lnTo>
                  <a:pt x="799" y="22"/>
                </a:lnTo>
                <a:lnTo>
                  <a:pt x="799" y="21"/>
                </a:lnTo>
                <a:lnTo>
                  <a:pt x="799" y="20"/>
                </a:lnTo>
                <a:lnTo>
                  <a:pt x="799" y="19"/>
                </a:lnTo>
                <a:lnTo>
                  <a:pt x="800" y="19"/>
                </a:lnTo>
                <a:lnTo>
                  <a:pt x="800" y="20"/>
                </a:lnTo>
                <a:lnTo>
                  <a:pt x="800" y="21"/>
                </a:lnTo>
                <a:lnTo>
                  <a:pt x="800" y="22"/>
                </a:lnTo>
                <a:lnTo>
                  <a:pt x="801" y="23"/>
                </a:lnTo>
                <a:lnTo>
                  <a:pt x="802" y="23"/>
                </a:lnTo>
                <a:lnTo>
                  <a:pt x="803" y="23"/>
                </a:lnTo>
                <a:lnTo>
                  <a:pt x="804" y="22"/>
                </a:lnTo>
                <a:lnTo>
                  <a:pt x="804" y="21"/>
                </a:lnTo>
                <a:lnTo>
                  <a:pt x="805" y="20"/>
                </a:lnTo>
                <a:lnTo>
                  <a:pt x="807" y="20"/>
                </a:lnTo>
                <a:lnTo>
                  <a:pt x="807" y="21"/>
                </a:lnTo>
                <a:lnTo>
                  <a:pt x="807" y="20"/>
                </a:lnTo>
                <a:lnTo>
                  <a:pt x="807" y="19"/>
                </a:lnTo>
                <a:lnTo>
                  <a:pt x="808" y="18"/>
                </a:lnTo>
                <a:lnTo>
                  <a:pt x="807" y="18"/>
                </a:lnTo>
                <a:lnTo>
                  <a:pt x="807" y="17"/>
                </a:lnTo>
                <a:lnTo>
                  <a:pt x="807" y="16"/>
                </a:lnTo>
                <a:lnTo>
                  <a:pt x="807" y="15"/>
                </a:lnTo>
                <a:lnTo>
                  <a:pt x="807" y="14"/>
                </a:lnTo>
                <a:lnTo>
                  <a:pt x="808" y="15"/>
                </a:lnTo>
                <a:lnTo>
                  <a:pt x="809" y="16"/>
                </a:lnTo>
                <a:lnTo>
                  <a:pt x="810" y="16"/>
                </a:lnTo>
                <a:lnTo>
                  <a:pt x="810" y="17"/>
                </a:lnTo>
                <a:lnTo>
                  <a:pt x="810" y="18"/>
                </a:lnTo>
                <a:lnTo>
                  <a:pt x="810" y="19"/>
                </a:lnTo>
                <a:lnTo>
                  <a:pt x="811" y="19"/>
                </a:lnTo>
                <a:lnTo>
                  <a:pt x="812" y="19"/>
                </a:lnTo>
                <a:lnTo>
                  <a:pt x="812" y="20"/>
                </a:lnTo>
                <a:lnTo>
                  <a:pt x="813" y="21"/>
                </a:lnTo>
                <a:lnTo>
                  <a:pt x="813" y="22"/>
                </a:lnTo>
                <a:lnTo>
                  <a:pt x="813" y="23"/>
                </a:lnTo>
                <a:lnTo>
                  <a:pt x="814" y="23"/>
                </a:lnTo>
                <a:lnTo>
                  <a:pt x="813" y="25"/>
                </a:lnTo>
                <a:lnTo>
                  <a:pt x="813" y="26"/>
                </a:lnTo>
                <a:lnTo>
                  <a:pt x="813" y="27"/>
                </a:lnTo>
                <a:lnTo>
                  <a:pt x="812" y="28"/>
                </a:lnTo>
                <a:lnTo>
                  <a:pt x="812" y="29"/>
                </a:lnTo>
                <a:lnTo>
                  <a:pt x="812" y="30"/>
                </a:lnTo>
                <a:lnTo>
                  <a:pt x="812" y="31"/>
                </a:lnTo>
                <a:lnTo>
                  <a:pt x="811" y="33"/>
                </a:lnTo>
                <a:lnTo>
                  <a:pt x="810" y="34"/>
                </a:lnTo>
                <a:lnTo>
                  <a:pt x="810" y="35"/>
                </a:lnTo>
                <a:lnTo>
                  <a:pt x="810" y="36"/>
                </a:lnTo>
                <a:lnTo>
                  <a:pt x="809" y="37"/>
                </a:lnTo>
                <a:lnTo>
                  <a:pt x="809" y="38"/>
                </a:lnTo>
                <a:lnTo>
                  <a:pt x="809" y="39"/>
                </a:lnTo>
                <a:lnTo>
                  <a:pt x="809" y="41"/>
                </a:lnTo>
                <a:lnTo>
                  <a:pt x="809" y="42"/>
                </a:lnTo>
                <a:lnTo>
                  <a:pt x="809" y="43"/>
                </a:lnTo>
                <a:lnTo>
                  <a:pt x="810" y="44"/>
                </a:lnTo>
                <a:lnTo>
                  <a:pt x="809" y="45"/>
                </a:lnTo>
                <a:lnTo>
                  <a:pt x="809" y="46"/>
                </a:lnTo>
                <a:lnTo>
                  <a:pt x="810" y="48"/>
                </a:lnTo>
                <a:lnTo>
                  <a:pt x="810" y="49"/>
                </a:lnTo>
                <a:lnTo>
                  <a:pt x="809" y="49"/>
                </a:lnTo>
                <a:lnTo>
                  <a:pt x="808" y="49"/>
                </a:lnTo>
                <a:lnTo>
                  <a:pt x="808" y="50"/>
                </a:lnTo>
                <a:lnTo>
                  <a:pt x="807" y="50"/>
                </a:lnTo>
                <a:lnTo>
                  <a:pt x="806" y="49"/>
                </a:lnTo>
                <a:lnTo>
                  <a:pt x="805" y="50"/>
                </a:lnTo>
                <a:lnTo>
                  <a:pt x="804" y="51"/>
                </a:lnTo>
                <a:lnTo>
                  <a:pt x="804" y="52"/>
                </a:lnTo>
                <a:lnTo>
                  <a:pt x="804" y="53"/>
                </a:lnTo>
                <a:lnTo>
                  <a:pt x="803" y="53"/>
                </a:lnTo>
                <a:lnTo>
                  <a:pt x="802" y="53"/>
                </a:lnTo>
                <a:lnTo>
                  <a:pt x="802" y="54"/>
                </a:lnTo>
                <a:lnTo>
                  <a:pt x="801" y="56"/>
                </a:lnTo>
                <a:lnTo>
                  <a:pt x="801" y="57"/>
                </a:lnTo>
                <a:lnTo>
                  <a:pt x="800" y="57"/>
                </a:lnTo>
                <a:lnTo>
                  <a:pt x="799" y="57"/>
                </a:lnTo>
                <a:lnTo>
                  <a:pt x="797" y="57"/>
                </a:lnTo>
                <a:lnTo>
                  <a:pt x="796" y="57"/>
                </a:lnTo>
                <a:lnTo>
                  <a:pt x="796" y="59"/>
                </a:lnTo>
                <a:lnTo>
                  <a:pt x="796" y="61"/>
                </a:lnTo>
                <a:lnTo>
                  <a:pt x="797" y="61"/>
                </a:lnTo>
                <a:lnTo>
                  <a:pt x="797" y="62"/>
                </a:lnTo>
                <a:lnTo>
                  <a:pt x="796" y="63"/>
                </a:lnTo>
                <a:lnTo>
                  <a:pt x="796" y="64"/>
                </a:lnTo>
                <a:lnTo>
                  <a:pt x="796" y="65"/>
                </a:lnTo>
                <a:lnTo>
                  <a:pt x="798" y="66"/>
                </a:lnTo>
                <a:lnTo>
                  <a:pt x="798" y="67"/>
                </a:lnTo>
                <a:lnTo>
                  <a:pt x="799" y="73"/>
                </a:lnTo>
                <a:lnTo>
                  <a:pt x="798" y="77"/>
                </a:lnTo>
                <a:lnTo>
                  <a:pt x="798" y="79"/>
                </a:lnTo>
                <a:lnTo>
                  <a:pt x="797" y="79"/>
                </a:lnTo>
                <a:lnTo>
                  <a:pt x="796" y="79"/>
                </a:lnTo>
                <a:lnTo>
                  <a:pt x="795" y="79"/>
                </a:lnTo>
                <a:lnTo>
                  <a:pt x="795" y="81"/>
                </a:lnTo>
                <a:lnTo>
                  <a:pt x="796" y="81"/>
                </a:lnTo>
                <a:lnTo>
                  <a:pt x="797" y="81"/>
                </a:lnTo>
                <a:lnTo>
                  <a:pt x="797" y="82"/>
                </a:lnTo>
                <a:lnTo>
                  <a:pt x="797" y="83"/>
                </a:lnTo>
                <a:lnTo>
                  <a:pt x="797" y="84"/>
                </a:lnTo>
                <a:lnTo>
                  <a:pt x="797" y="85"/>
                </a:lnTo>
                <a:lnTo>
                  <a:pt x="796" y="86"/>
                </a:lnTo>
                <a:lnTo>
                  <a:pt x="797" y="88"/>
                </a:lnTo>
                <a:lnTo>
                  <a:pt x="797" y="89"/>
                </a:lnTo>
                <a:lnTo>
                  <a:pt x="796" y="89"/>
                </a:lnTo>
                <a:lnTo>
                  <a:pt x="796" y="90"/>
                </a:lnTo>
                <a:lnTo>
                  <a:pt x="795" y="90"/>
                </a:lnTo>
                <a:lnTo>
                  <a:pt x="795" y="92"/>
                </a:lnTo>
                <a:lnTo>
                  <a:pt x="796" y="92"/>
                </a:lnTo>
                <a:lnTo>
                  <a:pt x="796" y="93"/>
                </a:lnTo>
                <a:lnTo>
                  <a:pt x="796" y="95"/>
                </a:lnTo>
                <a:lnTo>
                  <a:pt x="798" y="96"/>
                </a:lnTo>
                <a:lnTo>
                  <a:pt x="799" y="96"/>
                </a:lnTo>
                <a:lnTo>
                  <a:pt x="799" y="97"/>
                </a:lnTo>
                <a:lnTo>
                  <a:pt x="800" y="98"/>
                </a:lnTo>
                <a:lnTo>
                  <a:pt x="801" y="98"/>
                </a:lnTo>
                <a:lnTo>
                  <a:pt x="801" y="97"/>
                </a:lnTo>
                <a:lnTo>
                  <a:pt x="801" y="96"/>
                </a:lnTo>
                <a:lnTo>
                  <a:pt x="802" y="96"/>
                </a:lnTo>
                <a:lnTo>
                  <a:pt x="802" y="95"/>
                </a:lnTo>
                <a:lnTo>
                  <a:pt x="804" y="94"/>
                </a:lnTo>
                <a:lnTo>
                  <a:pt x="805" y="93"/>
                </a:lnTo>
                <a:lnTo>
                  <a:pt x="805" y="92"/>
                </a:lnTo>
                <a:lnTo>
                  <a:pt x="806" y="92"/>
                </a:lnTo>
                <a:lnTo>
                  <a:pt x="807" y="92"/>
                </a:lnTo>
                <a:lnTo>
                  <a:pt x="807" y="91"/>
                </a:lnTo>
                <a:lnTo>
                  <a:pt x="807" y="90"/>
                </a:lnTo>
                <a:lnTo>
                  <a:pt x="808" y="89"/>
                </a:lnTo>
                <a:lnTo>
                  <a:pt x="810" y="84"/>
                </a:lnTo>
                <a:lnTo>
                  <a:pt x="813" y="80"/>
                </a:lnTo>
                <a:lnTo>
                  <a:pt x="813" y="79"/>
                </a:lnTo>
                <a:lnTo>
                  <a:pt x="814" y="79"/>
                </a:lnTo>
                <a:lnTo>
                  <a:pt x="815" y="78"/>
                </a:lnTo>
                <a:lnTo>
                  <a:pt x="816" y="77"/>
                </a:lnTo>
                <a:lnTo>
                  <a:pt x="817" y="77"/>
                </a:lnTo>
                <a:lnTo>
                  <a:pt x="818" y="76"/>
                </a:lnTo>
                <a:lnTo>
                  <a:pt x="819" y="74"/>
                </a:lnTo>
                <a:lnTo>
                  <a:pt x="820" y="74"/>
                </a:lnTo>
                <a:lnTo>
                  <a:pt x="821" y="73"/>
                </a:lnTo>
                <a:lnTo>
                  <a:pt x="822" y="72"/>
                </a:lnTo>
                <a:lnTo>
                  <a:pt x="823" y="72"/>
                </a:lnTo>
                <a:lnTo>
                  <a:pt x="824" y="72"/>
                </a:lnTo>
                <a:lnTo>
                  <a:pt x="825" y="72"/>
                </a:lnTo>
                <a:lnTo>
                  <a:pt x="827" y="71"/>
                </a:lnTo>
                <a:lnTo>
                  <a:pt x="828" y="71"/>
                </a:lnTo>
                <a:lnTo>
                  <a:pt x="830" y="69"/>
                </a:lnTo>
                <a:lnTo>
                  <a:pt x="831" y="68"/>
                </a:lnTo>
                <a:lnTo>
                  <a:pt x="831" y="67"/>
                </a:lnTo>
                <a:lnTo>
                  <a:pt x="832" y="67"/>
                </a:lnTo>
                <a:lnTo>
                  <a:pt x="833" y="65"/>
                </a:lnTo>
                <a:lnTo>
                  <a:pt x="834" y="65"/>
                </a:lnTo>
                <a:lnTo>
                  <a:pt x="834" y="64"/>
                </a:lnTo>
                <a:lnTo>
                  <a:pt x="835" y="64"/>
                </a:lnTo>
                <a:lnTo>
                  <a:pt x="836" y="64"/>
                </a:lnTo>
                <a:lnTo>
                  <a:pt x="837" y="63"/>
                </a:lnTo>
                <a:lnTo>
                  <a:pt x="839" y="63"/>
                </a:lnTo>
                <a:lnTo>
                  <a:pt x="840" y="63"/>
                </a:lnTo>
                <a:lnTo>
                  <a:pt x="843" y="64"/>
                </a:lnTo>
                <a:lnTo>
                  <a:pt x="844" y="64"/>
                </a:lnTo>
                <a:lnTo>
                  <a:pt x="844" y="63"/>
                </a:lnTo>
                <a:lnTo>
                  <a:pt x="844" y="62"/>
                </a:lnTo>
                <a:lnTo>
                  <a:pt x="845" y="62"/>
                </a:lnTo>
                <a:lnTo>
                  <a:pt x="845" y="61"/>
                </a:lnTo>
                <a:lnTo>
                  <a:pt x="846" y="60"/>
                </a:lnTo>
                <a:lnTo>
                  <a:pt x="847" y="60"/>
                </a:lnTo>
                <a:lnTo>
                  <a:pt x="848" y="60"/>
                </a:lnTo>
                <a:lnTo>
                  <a:pt x="849" y="59"/>
                </a:lnTo>
                <a:lnTo>
                  <a:pt x="850" y="58"/>
                </a:lnTo>
                <a:lnTo>
                  <a:pt x="850" y="56"/>
                </a:lnTo>
                <a:lnTo>
                  <a:pt x="850" y="55"/>
                </a:lnTo>
                <a:lnTo>
                  <a:pt x="850" y="54"/>
                </a:lnTo>
                <a:lnTo>
                  <a:pt x="851" y="54"/>
                </a:lnTo>
                <a:lnTo>
                  <a:pt x="851" y="53"/>
                </a:lnTo>
                <a:lnTo>
                  <a:pt x="853" y="52"/>
                </a:lnTo>
                <a:lnTo>
                  <a:pt x="854" y="52"/>
                </a:lnTo>
                <a:lnTo>
                  <a:pt x="856" y="52"/>
                </a:lnTo>
                <a:lnTo>
                  <a:pt x="858" y="53"/>
                </a:lnTo>
                <a:lnTo>
                  <a:pt x="862" y="51"/>
                </a:lnTo>
                <a:lnTo>
                  <a:pt x="863" y="51"/>
                </a:lnTo>
                <a:lnTo>
                  <a:pt x="863" y="50"/>
                </a:lnTo>
                <a:lnTo>
                  <a:pt x="864" y="48"/>
                </a:lnTo>
                <a:lnTo>
                  <a:pt x="864" y="47"/>
                </a:lnTo>
                <a:lnTo>
                  <a:pt x="864" y="46"/>
                </a:lnTo>
                <a:lnTo>
                  <a:pt x="866" y="44"/>
                </a:lnTo>
                <a:lnTo>
                  <a:pt x="866" y="43"/>
                </a:lnTo>
                <a:lnTo>
                  <a:pt x="867" y="43"/>
                </a:lnTo>
                <a:lnTo>
                  <a:pt x="869" y="42"/>
                </a:lnTo>
                <a:lnTo>
                  <a:pt x="870" y="42"/>
                </a:lnTo>
                <a:lnTo>
                  <a:pt x="871" y="42"/>
                </a:lnTo>
                <a:lnTo>
                  <a:pt x="872" y="42"/>
                </a:lnTo>
                <a:lnTo>
                  <a:pt x="872" y="41"/>
                </a:lnTo>
                <a:lnTo>
                  <a:pt x="873" y="41"/>
                </a:lnTo>
                <a:lnTo>
                  <a:pt x="874" y="42"/>
                </a:lnTo>
                <a:lnTo>
                  <a:pt x="874" y="43"/>
                </a:lnTo>
                <a:lnTo>
                  <a:pt x="875" y="43"/>
                </a:lnTo>
                <a:lnTo>
                  <a:pt x="876" y="43"/>
                </a:lnTo>
                <a:lnTo>
                  <a:pt x="877" y="43"/>
                </a:lnTo>
                <a:lnTo>
                  <a:pt x="877" y="42"/>
                </a:lnTo>
                <a:lnTo>
                  <a:pt x="878" y="42"/>
                </a:lnTo>
                <a:lnTo>
                  <a:pt x="877" y="41"/>
                </a:lnTo>
                <a:lnTo>
                  <a:pt x="877" y="40"/>
                </a:lnTo>
                <a:lnTo>
                  <a:pt x="878" y="40"/>
                </a:lnTo>
                <a:lnTo>
                  <a:pt x="880" y="39"/>
                </a:lnTo>
                <a:lnTo>
                  <a:pt x="880" y="38"/>
                </a:lnTo>
                <a:lnTo>
                  <a:pt x="881" y="38"/>
                </a:lnTo>
                <a:lnTo>
                  <a:pt x="881" y="37"/>
                </a:lnTo>
                <a:lnTo>
                  <a:pt x="882" y="37"/>
                </a:lnTo>
                <a:lnTo>
                  <a:pt x="883" y="37"/>
                </a:lnTo>
                <a:lnTo>
                  <a:pt x="884" y="38"/>
                </a:lnTo>
                <a:lnTo>
                  <a:pt x="885" y="38"/>
                </a:lnTo>
                <a:lnTo>
                  <a:pt x="886" y="38"/>
                </a:lnTo>
                <a:lnTo>
                  <a:pt x="886" y="37"/>
                </a:lnTo>
                <a:lnTo>
                  <a:pt x="888" y="36"/>
                </a:lnTo>
                <a:lnTo>
                  <a:pt x="888" y="35"/>
                </a:lnTo>
                <a:lnTo>
                  <a:pt x="889" y="35"/>
                </a:lnTo>
                <a:lnTo>
                  <a:pt x="891" y="34"/>
                </a:lnTo>
                <a:lnTo>
                  <a:pt x="892" y="33"/>
                </a:lnTo>
                <a:lnTo>
                  <a:pt x="894" y="32"/>
                </a:lnTo>
                <a:lnTo>
                  <a:pt x="895" y="32"/>
                </a:lnTo>
                <a:lnTo>
                  <a:pt x="896" y="32"/>
                </a:lnTo>
                <a:lnTo>
                  <a:pt x="897" y="32"/>
                </a:lnTo>
                <a:lnTo>
                  <a:pt x="897" y="31"/>
                </a:lnTo>
                <a:lnTo>
                  <a:pt x="898" y="30"/>
                </a:lnTo>
                <a:lnTo>
                  <a:pt x="899" y="29"/>
                </a:lnTo>
                <a:lnTo>
                  <a:pt x="900" y="29"/>
                </a:lnTo>
                <a:lnTo>
                  <a:pt x="900" y="28"/>
                </a:lnTo>
                <a:lnTo>
                  <a:pt x="901" y="27"/>
                </a:lnTo>
                <a:lnTo>
                  <a:pt x="902" y="26"/>
                </a:lnTo>
                <a:lnTo>
                  <a:pt x="902" y="25"/>
                </a:lnTo>
                <a:lnTo>
                  <a:pt x="903" y="25"/>
                </a:lnTo>
                <a:lnTo>
                  <a:pt x="903" y="24"/>
                </a:lnTo>
                <a:lnTo>
                  <a:pt x="903" y="23"/>
                </a:lnTo>
                <a:lnTo>
                  <a:pt x="904" y="23"/>
                </a:lnTo>
                <a:lnTo>
                  <a:pt x="906" y="19"/>
                </a:lnTo>
                <a:lnTo>
                  <a:pt x="906" y="18"/>
                </a:lnTo>
                <a:lnTo>
                  <a:pt x="907" y="18"/>
                </a:lnTo>
                <a:lnTo>
                  <a:pt x="908" y="18"/>
                </a:lnTo>
                <a:lnTo>
                  <a:pt x="909" y="17"/>
                </a:lnTo>
                <a:lnTo>
                  <a:pt x="910" y="17"/>
                </a:lnTo>
                <a:lnTo>
                  <a:pt x="911" y="17"/>
                </a:lnTo>
                <a:lnTo>
                  <a:pt x="912" y="16"/>
                </a:lnTo>
                <a:lnTo>
                  <a:pt x="913" y="16"/>
                </a:lnTo>
                <a:lnTo>
                  <a:pt x="913" y="17"/>
                </a:lnTo>
                <a:lnTo>
                  <a:pt x="913" y="18"/>
                </a:lnTo>
                <a:lnTo>
                  <a:pt x="913" y="20"/>
                </a:lnTo>
                <a:lnTo>
                  <a:pt x="912" y="21"/>
                </a:lnTo>
                <a:lnTo>
                  <a:pt x="912" y="22"/>
                </a:lnTo>
                <a:lnTo>
                  <a:pt x="912" y="23"/>
                </a:lnTo>
                <a:lnTo>
                  <a:pt x="912" y="25"/>
                </a:lnTo>
                <a:lnTo>
                  <a:pt x="912" y="26"/>
                </a:lnTo>
                <a:lnTo>
                  <a:pt x="911" y="27"/>
                </a:lnTo>
                <a:lnTo>
                  <a:pt x="911" y="28"/>
                </a:lnTo>
                <a:lnTo>
                  <a:pt x="913" y="28"/>
                </a:lnTo>
                <a:lnTo>
                  <a:pt x="912" y="28"/>
                </a:lnTo>
                <a:lnTo>
                  <a:pt x="911" y="28"/>
                </a:lnTo>
                <a:lnTo>
                  <a:pt x="910" y="28"/>
                </a:lnTo>
                <a:lnTo>
                  <a:pt x="911" y="29"/>
                </a:lnTo>
                <a:lnTo>
                  <a:pt x="911" y="30"/>
                </a:lnTo>
                <a:lnTo>
                  <a:pt x="911" y="31"/>
                </a:lnTo>
                <a:lnTo>
                  <a:pt x="911" y="33"/>
                </a:lnTo>
                <a:lnTo>
                  <a:pt x="911" y="34"/>
                </a:lnTo>
                <a:lnTo>
                  <a:pt x="909" y="34"/>
                </a:lnTo>
                <a:lnTo>
                  <a:pt x="908" y="36"/>
                </a:lnTo>
                <a:lnTo>
                  <a:pt x="908" y="37"/>
                </a:lnTo>
                <a:lnTo>
                  <a:pt x="908" y="39"/>
                </a:lnTo>
                <a:lnTo>
                  <a:pt x="908" y="40"/>
                </a:lnTo>
                <a:lnTo>
                  <a:pt x="908" y="44"/>
                </a:lnTo>
                <a:lnTo>
                  <a:pt x="908" y="46"/>
                </a:lnTo>
                <a:lnTo>
                  <a:pt x="908" y="47"/>
                </a:lnTo>
                <a:lnTo>
                  <a:pt x="907" y="47"/>
                </a:lnTo>
                <a:lnTo>
                  <a:pt x="906" y="48"/>
                </a:lnTo>
                <a:lnTo>
                  <a:pt x="904" y="48"/>
                </a:lnTo>
                <a:lnTo>
                  <a:pt x="903" y="47"/>
                </a:lnTo>
                <a:lnTo>
                  <a:pt x="901" y="47"/>
                </a:lnTo>
                <a:lnTo>
                  <a:pt x="900" y="47"/>
                </a:lnTo>
                <a:lnTo>
                  <a:pt x="896" y="47"/>
                </a:lnTo>
                <a:lnTo>
                  <a:pt x="894" y="48"/>
                </a:lnTo>
                <a:lnTo>
                  <a:pt x="892" y="49"/>
                </a:lnTo>
                <a:lnTo>
                  <a:pt x="891" y="49"/>
                </a:lnTo>
                <a:lnTo>
                  <a:pt x="890" y="49"/>
                </a:lnTo>
                <a:lnTo>
                  <a:pt x="887" y="50"/>
                </a:lnTo>
                <a:lnTo>
                  <a:pt x="886" y="51"/>
                </a:lnTo>
                <a:lnTo>
                  <a:pt x="886" y="52"/>
                </a:lnTo>
                <a:lnTo>
                  <a:pt x="886" y="54"/>
                </a:lnTo>
                <a:lnTo>
                  <a:pt x="886" y="55"/>
                </a:lnTo>
                <a:lnTo>
                  <a:pt x="886" y="56"/>
                </a:lnTo>
                <a:lnTo>
                  <a:pt x="886" y="57"/>
                </a:lnTo>
                <a:lnTo>
                  <a:pt x="886" y="58"/>
                </a:lnTo>
                <a:lnTo>
                  <a:pt x="885" y="58"/>
                </a:lnTo>
                <a:lnTo>
                  <a:pt x="885" y="59"/>
                </a:lnTo>
                <a:lnTo>
                  <a:pt x="884" y="59"/>
                </a:lnTo>
                <a:lnTo>
                  <a:pt x="883" y="59"/>
                </a:lnTo>
                <a:lnTo>
                  <a:pt x="882" y="59"/>
                </a:lnTo>
                <a:lnTo>
                  <a:pt x="881" y="60"/>
                </a:lnTo>
                <a:lnTo>
                  <a:pt x="881" y="61"/>
                </a:lnTo>
                <a:lnTo>
                  <a:pt x="880" y="61"/>
                </a:lnTo>
                <a:lnTo>
                  <a:pt x="881" y="62"/>
                </a:lnTo>
                <a:lnTo>
                  <a:pt x="882" y="62"/>
                </a:lnTo>
                <a:lnTo>
                  <a:pt x="883" y="62"/>
                </a:lnTo>
                <a:lnTo>
                  <a:pt x="884" y="64"/>
                </a:lnTo>
                <a:lnTo>
                  <a:pt x="883" y="65"/>
                </a:lnTo>
                <a:lnTo>
                  <a:pt x="883" y="68"/>
                </a:lnTo>
                <a:lnTo>
                  <a:pt x="882" y="70"/>
                </a:lnTo>
                <a:lnTo>
                  <a:pt x="882" y="72"/>
                </a:lnTo>
                <a:lnTo>
                  <a:pt x="882" y="73"/>
                </a:lnTo>
                <a:lnTo>
                  <a:pt x="882" y="71"/>
                </a:lnTo>
                <a:lnTo>
                  <a:pt x="882" y="69"/>
                </a:lnTo>
                <a:lnTo>
                  <a:pt x="881" y="70"/>
                </a:lnTo>
                <a:lnTo>
                  <a:pt x="881" y="71"/>
                </a:lnTo>
                <a:lnTo>
                  <a:pt x="880" y="72"/>
                </a:lnTo>
                <a:lnTo>
                  <a:pt x="881" y="73"/>
                </a:lnTo>
                <a:lnTo>
                  <a:pt x="880" y="73"/>
                </a:lnTo>
                <a:lnTo>
                  <a:pt x="878" y="73"/>
                </a:lnTo>
                <a:lnTo>
                  <a:pt x="877" y="73"/>
                </a:lnTo>
                <a:lnTo>
                  <a:pt x="877" y="74"/>
                </a:lnTo>
                <a:lnTo>
                  <a:pt x="877" y="75"/>
                </a:lnTo>
                <a:lnTo>
                  <a:pt x="876" y="75"/>
                </a:lnTo>
                <a:lnTo>
                  <a:pt x="874" y="75"/>
                </a:lnTo>
                <a:lnTo>
                  <a:pt x="874" y="76"/>
                </a:lnTo>
                <a:lnTo>
                  <a:pt x="873" y="76"/>
                </a:lnTo>
                <a:lnTo>
                  <a:pt x="873" y="77"/>
                </a:lnTo>
                <a:lnTo>
                  <a:pt x="872" y="77"/>
                </a:lnTo>
                <a:lnTo>
                  <a:pt x="872" y="76"/>
                </a:lnTo>
                <a:lnTo>
                  <a:pt x="866" y="75"/>
                </a:lnTo>
                <a:lnTo>
                  <a:pt x="865" y="76"/>
                </a:lnTo>
                <a:lnTo>
                  <a:pt x="865" y="77"/>
                </a:lnTo>
                <a:lnTo>
                  <a:pt x="864" y="79"/>
                </a:lnTo>
                <a:lnTo>
                  <a:pt x="863" y="80"/>
                </a:lnTo>
                <a:lnTo>
                  <a:pt x="861" y="80"/>
                </a:lnTo>
                <a:lnTo>
                  <a:pt x="860" y="81"/>
                </a:lnTo>
                <a:lnTo>
                  <a:pt x="859" y="84"/>
                </a:lnTo>
                <a:lnTo>
                  <a:pt x="858" y="87"/>
                </a:lnTo>
                <a:lnTo>
                  <a:pt x="857" y="87"/>
                </a:lnTo>
                <a:lnTo>
                  <a:pt x="856" y="86"/>
                </a:lnTo>
                <a:lnTo>
                  <a:pt x="856" y="89"/>
                </a:lnTo>
                <a:lnTo>
                  <a:pt x="855" y="90"/>
                </a:lnTo>
                <a:lnTo>
                  <a:pt x="855" y="91"/>
                </a:lnTo>
                <a:lnTo>
                  <a:pt x="856" y="92"/>
                </a:lnTo>
                <a:lnTo>
                  <a:pt x="856" y="94"/>
                </a:lnTo>
                <a:lnTo>
                  <a:pt x="855" y="97"/>
                </a:lnTo>
                <a:lnTo>
                  <a:pt x="853" y="98"/>
                </a:lnTo>
                <a:lnTo>
                  <a:pt x="852" y="98"/>
                </a:lnTo>
                <a:lnTo>
                  <a:pt x="851" y="98"/>
                </a:lnTo>
                <a:lnTo>
                  <a:pt x="850" y="99"/>
                </a:lnTo>
                <a:lnTo>
                  <a:pt x="849" y="99"/>
                </a:lnTo>
                <a:lnTo>
                  <a:pt x="847" y="100"/>
                </a:lnTo>
                <a:lnTo>
                  <a:pt x="844" y="102"/>
                </a:lnTo>
                <a:lnTo>
                  <a:pt x="841" y="102"/>
                </a:lnTo>
                <a:lnTo>
                  <a:pt x="840" y="102"/>
                </a:lnTo>
                <a:lnTo>
                  <a:pt x="839" y="102"/>
                </a:lnTo>
                <a:lnTo>
                  <a:pt x="839" y="103"/>
                </a:lnTo>
                <a:lnTo>
                  <a:pt x="839" y="104"/>
                </a:lnTo>
                <a:lnTo>
                  <a:pt x="838" y="104"/>
                </a:lnTo>
                <a:lnTo>
                  <a:pt x="835" y="103"/>
                </a:lnTo>
                <a:lnTo>
                  <a:pt x="833" y="105"/>
                </a:lnTo>
                <a:lnTo>
                  <a:pt x="832" y="105"/>
                </a:lnTo>
                <a:lnTo>
                  <a:pt x="829" y="105"/>
                </a:lnTo>
                <a:lnTo>
                  <a:pt x="827" y="106"/>
                </a:lnTo>
                <a:lnTo>
                  <a:pt x="826" y="107"/>
                </a:lnTo>
                <a:lnTo>
                  <a:pt x="826" y="108"/>
                </a:lnTo>
                <a:lnTo>
                  <a:pt x="825" y="109"/>
                </a:lnTo>
                <a:lnTo>
                  <a:pt x="824" y="110"/>
                </a:lnTo>
                <a:lnTo>
                  <a:pt x="822" y="112"/>
                </a:lnTo>
                <a:lnTo>
                  <a:pt x="822" y="113"/>
                </a:lnTo>
                <a:lnTo>
                  <a:pt x="821" y="118"/>
                </a:lnTo>
                <a:lnTo>
                  <a:pt x="820" y="118"/>
                </a:lnTo>
                <a:lnTo>
                  <a:pt x="820" y="119"/>
                </a:lnTo>
                <a:lnTo>
                  <a:pt x="820" y="120"/>
                </a:lnTo>
                <a:lnTo>
                  <a:pt x="820" y="121"/>
                </a:lnTo>
                <a:lnTo>
                  <a:pt x="819" y="121"/>
                </a:lnTo>
                <a:lnTo>
                  <a:pt x="818" y="121"/>
                </a:lnTo>
                <a:lnTo>
                  <a:pt x="818" y="122"/>
                </a:lnTo>
                <a:lnTo>
                  <a:pt x="817" y="122"/>
                </a:lnTo>
                <a:lnTo>
                  <a:pt x="815" y="122"/>
                </a:lnTo>
                <a:lnTo>
                  <a:pt x="814" y="122"/>
                </a:lnTo>
                <a:lnTo>
                  <a:pt x="815" y="123"/>
                </a:lnTo>
                <a:lnTo>
                  <a:pt x="817" y="123"/>
                </a:lnTo>
                <a:lnTo>
                  <a:pt x="818" y="123"/>
                </a:lnTo>
                <a:lnTo>
                  <a:pt x="817" y="123"/>
                </a:lnTo>
                <a:lnTo>
                  <a:pt x="816" y="123"/>
                </a:lnTo>
                <a:lnTo>
                  <a:pt x="815" y="123"/>
                </a:lnTo>
                <a:lnTo>
                  <a:pt x="814" y="127"/>
                </a:lnTo>
                <a:lnTo>
                  <a:pt x="814" y="128"/>
                </a:lnTo>
                <a:lnTo>
                  <a:pt x="813" y="129"/>
                </a:lnTo>
                <a:lnTo>
                  <a:pt x="812" y="131"/>
                </a:lnTo>
                <a:lnTo>
                  <a:pt x="812" y="134"/>
                </a:lnTo>
                <a:lnTo>
                  <a:pt x="812" y="135"/>
                </a:lnTo>
                <a:lnTo>
                  <a:pt x="811" y="135"/>
                </a:lnTo>
                <a:lnTo>
                  <a:pt x="811" y="136"/>
                </a:lnTo>
                <a:lnTo>
                  <a:pt x="810" y="137"/>
                </a:lnTo>
                <a:lnTo>
                  <a:pt x="810" y="138"/>
                </a:lnTo>
                <a:lnTo>
                  <a:pt x="810" y="139"/>
                </a:lnTo>
                <a:lnTo>
                  <a:pt x="809" y="141"/>
                </a:lnTo>
                <a:lnTo>
                  <a:pt x="807" y="142"/>
                </a:lnTo>
                <a:lnTo>
                  <a:pt x="805" y="144"/>
                </a:lnTo>
                <a:lnTo>
                  <a:pt x="805" y="145"/>
                </a:lnTo>
                <a:lnTo>
                  <a:pt x="804" y="145"/>
                </a:lnTo>
                <a:lnTo>
                  <a:pt x="803" y="145"/>
                </a:lnTo>
                <a:lnTo>
                  <a:pt x="803" y="146"/>
                </a:lnTo>
                <a:lnTo>
                  <a:pt x="805" y="146"/>
                </a:lnTo>
                <a:lnTo>
                  <a:pt x="805" y="148"/>
                </a:lnTo>
                <a:lnTo>
                  <a:pt x="804" y="150"/>
                </a:lnTo>
                <a:lnTo>
                  <a:pt x="804" y="151"/>
                </a:lnTo>
                <a:lnTo>
                  <a:pt x="805" y="151"/>
                </a:lnTo>
                <a:lnTo>
                  <a:pt x="805" y="154"/>
                </a:lnTo>
                <a:lnTo>
                  <a:pt x="806" y="156"/>
                </a:lnTo>
                <a:lnTo>
                  <a:pt x="807" y="156"/>
                </a:lnTo>
                <a:lnTo>
                  <a:pt x="807" y="157"/>
                </a:lnTo>
                <a:lnTo>
                  <a:pt x="806" y="157"/>
                </a:lnTo>
                <a:lnTo>
                  <a:pt x="806" y="158"/>
                </a:lnTo>
                <a:lnTo>
                  <a:pt x="804" y="159"/>
                </a:lnTo>
                <a:lnTo>
                  <a:pt x="803" y="159"/>
                </a:lnTo>
                <a:lnTo>
                  <a:pt x="803" y="160"/>
                </a:lnTo>
                <a:lnTo>
                  <a:pt x="802" y="160"/>
                </a:lnTo>
                <a:lnTo>
                  <a:pt x="802" y="161"/>
                </a:lnTo>
                <a:lnTo>
                  <a:pt x="801" y="162"/>
                </a:lnTo>
                <a:lnTo>
                  <a:pt x="800" y="162"/>
                </a:lnTo>
                <a:lnTo>
                  <a:pt x="799" y="163"/>
                </a:lnTo>
                <a:lnTo>
                  <a:pt x="798" y="164"/>
                </a:lnTo>
                <a:lnTo>
                  <a:pt x="796" y="165"/>
                </a:lnTo>
                <a:lnTo>
                  <a:pt x="795" y="166"/>
                </a:lnTo>
                <a:lnTo>
                  <a:pt x="794" y="166"/>
                </a:lnTo>
                <a:lnTo>
                  <a:pt x="793" y="167"/>
                </a:lnTo>
                <a:lnTo>
                  <a:pt x="793" y="168"/>
                </a:lnTo>
                <a:lnTo>
                  <a:pt x="793" y="169"/>
                </a:lnTo>
                <a:lnTo>
                  <a:pt x="792" y="170"/>
                </a:lnTo>
                <a:lnTo>
                  <a:pt x="791" y="171"/>
                </a:lnTo>
                <a:lnTo>
                  <a:pt x="790" y="172"/>
                </a:lnTo>
                <a:lnTo>
                  <a:pt x="789" y="174"/>
                </a:lnTo>
                <a:lnTo>
                  <a:pt x="787" y="175"/>
                </a:lnTo>
                <a:lnTo>
                  <a:pt x="786" y="175"/>
                </a:lnTo>
                <a:lnTo>
                  <a:pt x="785" y="175"/>
                </a:lnTo>
                <a:lnTo>
                  <a:pt x="784" y="175"/>
                </a:lnTo>
                <a:lnTo>
                  <a:pt x="783" y="175"/>
                </a:lnTo>
                <a:lnTo>
                  <a:pt x="782" y="176"/>
                </a:lnTo>
                <a:lnTo>
                  <a:pt x="782" y="177"/>
                </a:lnTo>
                <a:lnTo>
                  <a:pt x="781" y="176"/>
                </a:lnTo>
                <a:lnTo>
                  <a:pt x="780" y="176"/>
                </a:lnTo>
                <a:lnTo>
                  <a:pt x="779" y="176"/>
                </a:lnTo>
                <a:lnTo>
                  <a:pt x="778" y="176"/>
                </a:lnTo>
                <a:lnTo>
                  <a:pt x="778" y="175"/>
                </a:lnTo>
                <a:lnTo>
                  <a:pt x="777" y="175"/>
                </a:lnTo>
                <a:lnTo>
                  <a:pt x="776" y="175"/>
                </a:lnTo>
                <a:lnTo>
                  <a:pt x="774" y="175"/>
                </a:lnTo>
                <a:lnTo>
                  <a:pt x="773" y="175"/>
                </a:lnTo>
                <a:lnTo>
                  <a:pt x="772" y="176"/>
                </a:lnTo>
                <a:lnTo>
                  <a:pt x="770" y="177"/>
                </a:lnTo>
                <a:lnTo>
                  <a:pt x="770" y="178"/>
                </a:lnTo>
                <a:lnTo>
                  <a:pt x="770" y="179"/>
                </a:lnTo>
                <a:lnTo>
                  <a:pt x="770" y="181"/>
                </a:lnTo>
                <a:lnTo>
                  <a:pt x="769" y="181"/>
                </a:lnTo>
                <a:lnTo>
                  <a:pt x="767" y="181"/>
                </a:lnTo>
                <a:lnTo>
                  <a:pt x="766" y="180"/>
                </a:lnTo>
                <a:lnTo>
                  <a:pt x="765" y="179"/>
                </a:lnTo>
                <a:lnTo>
                  <a:pt x="764" y="179"/>
                </a:lnTo>
                <a:lnTo>
                  <a:pt x="763" y="180"/>
                </a:lnTo>
                <a:lnTo>
                  <a:pt x="764" y="181"/>
                </a:lnTo>
                <a:lnTo>
                  <a:pt x="764" y="184"/>
                </a:lnTo>
                <a:lnTo>
                  <a:pt x="763" y="186"/>
                </a:lnTo>
                <a:lnTo>
                  <a:pt x="763" y="187"/>
                </a:lnTo>
                <a:lnTo>
                  <a:pt x="762" y="187"/>
                </a:lnTo>
                <a:lnTo>
                  <a:pt x="761" y="187"/>
                </a:lnTo>
                <a:lnTo>
                  <a:pt x="760" y="187"/>
                </a:lnTo>
                <a:lnTo>
                  <a:pt x="758" y="187"/>
                </a:lnTo>
                <a:lnTo>
                  <a:pt x="757" y="188"/>
                </a:lnTo>
                <a:lnTo>
                  <a:pt x="756" y="188"/>
                </a:lnTo>
                <a:lnTo>
                  <a:pt x="755" y="188"/>
                </a:lnTo>
                <a:lnTo>
                  <a:pt x="754" y="189"/>
                </a:lnTo>
                <a:lnTo>
                  <a:pt x="754" y="190"/>
                </a:lnTo>
                <a:lnTo>
                  <a:pt x="754" y="191"/>
                </a:lnTo>
                <a:lnTo>
                  <a:pt x="754" y="193"/>
                </a:lnTo>
                <a:lnTo>
                  <a:pt x="754" y="194"/>
                </a:lnTo>
                <a:lnTo>
                  <a:pt x="754" y="195"/>
                </a:lnTo>
                <a:lnTo>
                  <a:pt x="755" y="196"/>
                </a:lnTo>
                <a:lnTo>
                  <a:pt x="755" y="197"/>
                </a:lnTo>
                <a:lnTo>
                  <a:pt x="755" y="198"/>
                </a:lnTo>
                <a:lnTo>
                  <a:pt x="756" y="199"/>
                </a:lnTo>
                <a:lnTo>
                  <a:pt x="755" y="199"/>
                </a:lnTo>
                <a:lnTo>
                  <a:pt x="754" y="199"/>
                </a:lnTo>
                <a:lnTo>
                  <a:pt x="754" y="198"/>
                </a:lnTo>
                <a:lnTo>
                  <a:pt x="753" y="198"/>
                </a:lnTo>
                <a:lnTo>
                  <a:pt x="753" y="199"/>
                </a:lnTo>
                <a:lnTo>
                  <a:pt x="753" y="200"/>
                </a:lnTo>
                <a:lnTo>
                  <a:pt x="751" y="202"/>
                </a:lnTo>
                <a:lnTo>
                  <a:pt x="750" y="203"/>
                </a:lnTo>
                <a:lnTo>
                  <a:pt x="750" y="204"/>
                </a:lnTo>
                <a:lnTo>
                  <a:pt x="749" y="206"/>
                </a:lnTo>
                <a:lnTo>
                  <a:pt x="749" y="207"/>
                </a:lnTo>
                <a:lnTo>
                  <a:pt x="748" y="207"/>
                </a:lnTo>
                <a:lnTo>
                  <a:pt x="748" y="209"/>
                </a:lnTo>
                <a:lnTo>
                  <a:pt x="748" y="210"/>
                </a:lnTo>
                <a:lnTo>
                  <a:pt x="747" y="211"/>
                </a:lnTo>
                <a:lnTo>
                  <a:pt x="745" y="214"/>
                </a:lnTo>
                <a:lnTo>
                  <a:pt x="743" y="214"/>
                </a:lnTo>
                <a:lnTo>
                  <a:pt x="742" y="215"/>
                </a:lnTo>
                <a:lnTo>
                  <a:pt x="742" y="216"/>
                </a:lnTo>
                <a:lnTo>
                  <a:pt x="742" y="217"/>
                </a:lnTo>
                <a:lnTo>
                  <a:pt x="742" y="218"/>
                </a:lnTo>
                <a:lnTo>
                  <a:pt x="742" y="219"/>
                </a:lnTo>
                <a:lnTo>
                  <a:pt x="742" y="220"/>
                </a:lnTo>
                <a:lnTo>
                  <a:pt x="743" y="221"/>
                </a:lnTo>
                <a:lnTo>
                  <a:pt x="743" y="223"/>
                </a:lnTo>
                <a:lnTo>
                  <a:pt x="743" y="224"/>
                </a:lnTo>
                <a:lnTo>
                  <a:pt x="743" y="226"/>
                </a:lnTo>
                <a:lnTo>
                  <a:pt x="743" y="227"/>
                </a:lnTo>
                <a:lnTo>
                  <a:pt x="742" y="227"/>
                </a:lnTo>
                <a:lnTo>
                  <a:pt x="740" y="227"/>
                </a:lnTo>
                <a:lnTo>
                  <a:pt x="739" y="227"/>
                </a:lnTo>
                <a:lnTo>
                  <a:pt x="738" y="227"/>
                </a:lnTo>
                <a:lnTo>
                  <a:pt x="737" y="228"/>
                </a:lnTo>
                <a:lnTo>
                  <a:pt x="736" y="228"/>
                </a:lnTo>
                <a:lnTo>
                  <a:pt x="735" y="228"/>
                </a:lnTo>
                <a:lnTo>
                  <a:pt x="734" y="229"/>
                </a:lnTo>
                <a:lnTo>
                  <a:pt x="733" y="229"/>
                </a:lnTo>
                <a:lnTo>
                  <a:pt x="733" y="230"/>
                </a:lnTo>
                <a:lnTo>
                  <a:pt x="732" y="230"/>
                </a:lnTo>
                <a:lnTo>
                  <a:pt x="732" y="231"/>
                </a:lnTo>
                <a:lnTo>
                  <a:pt x="731" y="231"/>
                </a:lnTo>
                <a:lnTo>
                  <a:pt x="731" y="232"/>
                </a:lnTo>
                <a:lnTo>
                  <a:pt x="730" y="233"/>
                </a:lnTo>
                <a:lnTo>
                  <a:pt x="730" y="234"/>
                </a:lnTo>
                <a:lnTo>
                  <a:pt x="730" y="235"/>
                </a:lnTo>
                <a:lnTo>
                  <a:pt x="730" y="236"/>
                </a:lnTo>
                <a:lnTo>
                  <a:pt x="732" y="239"/>
                </a:lnTo>
                <a:lnTo>
                  <a:pt x="733" y="240"/>
                </a:lnTo>
                <a:lnTo>
                  <a:pt x="734" y="241"/>
                </a:lnTo>
                <a:lnTo>
                  <a:pt x="735" y="242"/>
                </a:lnTo>
                <a:lnTo>
                  <a:pt x="737" y="244"/>
                </a:lnTo>
                <a:lnTo>
                  <a:pt x="737" y="245"/>
                </a:lnTo>
                <a:lnTo>
                  <a:pt x="737" y="246"/>
                </a:lnTo>
                <a:lnTo>
                  <a:pt x="737" y="247"/>
                </a:lnTo>
                <a:lnTo>
                  <a:pt x="737" y="248"/>
                </a:lnTo>
                <a:lnTo>
                  <a:pt x="737" y="249"/>
                </a:lnTo>
                <a:lnTo>
                  <a:pt x="737" y="250"/>
                </a:lnTo>
                <a:lnTo>
                  <a:pt x="736" y="250"/>
                </a:lnTo>
                <a:lnTo>
                  <a:pt x="735" y="250"/>
                </a:lnTo>
                <a:lnTo>
                  <a:pt x="734" y="251"/>
                </a:lnTo>
                <a:lnTo>
                  <a:pt x="732" y="251"/>
                </a:lnTo>
                <a:lnTo>
                  <a:pt x="730" y="252"/>
                </a:lnTo>
                <a:lnTo>
                  <a:pt x="729" y="252"/>
                </a:lnTo>
                <a:lnTo>
                  <a:pt x="728" y="253"/>
                </a:lnTo>
                <a:lnTo>
                  <a:pt x="727" y="253"/>
                </a:lnTo>
                <a:lnTo>
                  <a:pt x="727" y="254"/>
                </a:lnTo>
                <a:lnTo>
                  <a:pt x="727" y="255"/>
                </a:lnTo>
                <a:lnTo>
                  <a:pt x="727" y="257"/>
                </a:lnTo>
                <a:lnTo>
                  <a:pt x="728" y="258"/>
                </a:lnTo>
                <a:lnTo>
                  <a:pt x="728" y="259"/>
                </a:lnTo>
                <a:lnTo>
                  <a:pt x="729" y="259"/>
                </a:lnTo>
                <a:lnTo>
                  <a:pt x="730" y="260"/>
                </a:lnTo>
                <a:lnTo>
                  <a:pt x="731" y="260"/>
                </a:lnTo>
                <a:lnTo>
                  <a:pt x="732" y="260"/>
                </a:lnTo>
                <a:lnTo>
                  <a:pt x="733" y="260"/>
                </a:lnTo>
                <a:lnTo>
                  <a:pt x="734" y="260"/>
                </a:lnTo>
                <a:lnTo>
                  <a:pt x="734" y="262"/>
                </a:lnTo>
                <a:lnTo>
                  <a:pt x="733" y="262"/>
                </a:lnTo>
                <a:lnTo>
                  <a:pt x="733" y="263"/>
                </a:lnTo>
                <a:lnTo>
                  <a:pt x="733" y="264"/>
                </a:lnTo>
                <a:lnTo>
                  <a:pt x="732" y="264"/>
                </a:lnTo>
                <a:lnTo>
                  <a:pt x="732" y="265"/>
                </a:lnTo>
                <a:lnTo>
                  <a:pt x="731" y="265"/>
                </a:lnTo>
                <a:lnTo>
                  <a:pt x="730" y="266"/>
                </a:lnTo>
                <a:lnTo>
                  <a:pt x="729" y="266"/>
                </a:lnTo>
                <a:lnTo>
                  <a:pt x="728" y="267"/>
                </a:lnTo>
                <a:lnTo>
                  <a:pt x="730" y="267"/>
                </a:lnTo>
                <a:lnTo>
                  <a:pt x="730" y="266"/>
                </a:lnTo>
                <a:lnTo>
                  <a:pt x="734" y="268"/>
                </a:lnTo>
                <a:lnTo>
                  <a:pt x="735" y="268"/>
                </a:lnTo>
                <a:lnTo>
                  <a:pt x="736" y="267"/>
                </a:lnTo>
                <a:lnTo>
                  <a:pt x="736" y="266"/>
                </a:lnTo>
                <a:lnTo>
                  <a:pt x="736" y="263"/>
                </a:lnTo>
                <a:lnTo>
                  <a:pt x="737" y="263"/>
                </a:lnTo>
                <a:lnTo>
                  <a:pt x="738" y="263"/>
                </a:lnTo>
                <a:lnTo>
                  <a:pt x="739" y="263"/>
                </a:lnTo>
                <a:lnTo>
                  <a:pt x="739" y="264"/>
                </a:lnTo>
                <a:lnTo>
                  <a:pt x="739" y="265"/>
                </a:lnTo>
                <a:lnTo>
                  <a:pt x="739" y="267"/>
                </a:lnTo>
                <a:lnTo>
                  <a:pt x="739" y="268"/>
                </a:lnTo>
                <a:lnTo>
                  <a:pt x="740" y="269"/>
                </a:lnTo>
                <a:lnTo>
                  <a:pt x="744" y="270"/>
                </a:lnTo>
                <a:lnTo>
                  <a:pt x="743" y="270"/>
                </a:lnTo>
                <a:lnTo>
                  <a:pt x="743" y="271"/>
                </a:lnTo>
                <a:lnTo>
                  <a:pt x="744" y="272"/>
                </a:lnTo>
                <a:lnTo>
                  <a:pt x="746" y="273"/>
                </a:lnTo>
                <a:lnTo>
                  <a:pt x="747" y="273"/>
                </a:lnTo>
                <a:lnTo>
                  <a:pt x="748" y="271"/>
                </a:lnTo>
                <a:lnTo>
                  <a:pt x="749" y="269"/>
                </a:lnTo>
                <a:lnTo>
                  <a:pt x="751" y="268"/>
                </a:lnTo>
                <a:lnTo>
                  <a:pt x="752" y="268"/>
                </a:lnTo>
                <a:lnTo>
                  <a:pt x="752" y="267"/>
                </a:lnTo>
                <a:lnTo>
                  <a:pt x="754" y="267"/>
                </a:lnTo>
                <a:lnTo>
                  <a:pt x="754" y="268"/>
                </a:lnTo>
                <a:lnTo>
                  <a:pt x="755" y="268"/>
                </a:lnTo>
                <a:lnTo>
                  <a:pt x="757" y="268"/>
                </a:lnTo>
                <a:lnTo>
                  <a:pt x="758" y="268"/>
                </a:lnTo>
                <a:lnTo>
                  <a:pt x="760" y="268"/>
                </a:lnTo>
                <a:lnTo>
                  <a:pt x="761" y="270"/>
                </a:lnTo>
                <a:lnTo>
                  <a:pt x="763" y="271"/>
                </a:lnTo>
                <a:lnTo>
                  <a:pt x="764" y="272"/>
                </a:lnTo>
                <a:lnTo>
                  <a:pt x="765" y="272"/>
                </a:lnTo>
                <a:lnTo>
                  <a:pt x="765" y="271"/>
                </a:lnTo>
                <a:lnTo>
                  <a:pt x="764" y="270"/>
                </a:lnTo>
                <a:lnTo>
                  <a:pt x="765" y="269"/>
                </a:lnTo>
                <a:lnTo>
                  <a:pt x="766" y="269"/>
                </a:lnTo>
                <a:lnTo>
                  <a:pt x="767" y="268"/>
                </a:lnTo>
                <a:lnTo>
                  <a:pt x="768" y="266"/>
                </a:lnTo>
                <a:lnTo>
                  <a:pt x="769" y="266"/>
                </a:lnTo>
                <a:lnTo>
                  <a:pt x="770" y="266"/>
                </a:lnTo>
                <a:lnTo>
                  <a:pt x="771" y="265"/>
                </a:lnTo>
                <a:lnTo>
                  <a:pt x="773" y="265"/>
                </a:lnTo>
                <a:lnTo>
                  <a:pt x="774" y="265"/>
                </a:lnTo>
                <a:lnTo>
                  <a:pt x="774" y="264"/>
                </a:lnTo>
                <a:lnTo>
                  <a:pt x="775" y="264"/>
                </a:lnTo>
                <a:lnTo>
                  <a:pt x="775" y="265"/>
                </a:lnTo>
                <a:lnTo>
                  <a:pt x="777" y="264"/>
                </a:lnTo>
                <a:lnTo>
                  <a:pt x="777" y="263"/>
                </a:lnTo>
                <a:lnTo>
                  <a:pt x="778" y="263"/>
                </a:lnTo>
                <a:lnTo>
                  <a:pt x="779" y="262"/>
                </a:lnTo>
                <a:lnTo>
                  <a:pt x="780" y="264"/>
                </a:lnTo>
                <a:lnTo>
                  <a:pt x="780" y="265"/>
                </a:lnTo>
                <a:lnTo>
                  <a:pt x="780" y="267"/>
                </a:lnTo>
                <a:lnTo>
                  <a:pt x="782" y="268"/>
                </a:lnTo>
                <a:lnTo>
                  <a:pt x="784" y="269"/>
                </a:lnTo>
                <a:lnTo>
                  <a:pt x="784" y="270"/>
                </a:lnTo>
                <a:lnTo>
                  <a:pt x="785" y="271"/>
                </a:lnTo>
                <a:lnTo>
                  <a:pt x="786" y="272"/>
                </a:lnTo>
                <a:lnTo>
                  <a:pt x="788" y="271"/>
                </a:lnTo>
                <a:lnTo>
                  <a:pt x="790" y="271"/>
                </a:lnTo>
                <a:lnTo>
                  <a:pt x="791" y="272"/>
                </a:lnTo>
                <a:lnTo>
                  <a:pt x="792" y="272"/>
                </a:lnTo>
                <a:lnTo>
                  <a:pt x="793" y="272"/>
                </a:lnTo>
                <a:lnTo>
                  <a:pt x="793" y="271"/>
                </a:lnTo>
                <a:lnTo>
                  <a:pt x="794" y="271"/>
                </a:lnTo>
                <a:lnTo>
                  <a:pt x="796" y="272"/>
                </a:lnTo>
                <a:lnTo>
                  <a:pt x="796" y="273"/>
                </a:lnTo>
                <a:lnTo>
                  <a:pt x="796" y="274"/>
                </a:lnTo>
                <a:lnTo>
                  <a:pt x="795" y="274"/>
                </a:lnTo>
                <a:lnTo>
                  <a:pt x="794" y="274"/>
                </a:lnTo>
                <a:lnTo>
                  <a:pt x="793" y="277"/>
                </a:lnTo>
                <a:lnTo>
                  <a:pt x="793" y="278"/>
                </a:lnTo>
                <a:lnTo>
                  <a:pt x="793" y="277"/>
                </a:lnTo>
                <a:lnTo>
                  <a:pt x="792" y="277"/>
                </a:lnTo>
                <a:lnTo>
                  <a:pt x="792" y="278"/>
                </a:lnTo>
                <a:lnTo>
                  <a:pt x="791" y="280"/>
                </a:lnTo>
                <a:lnTo>
                  <a:pt x="794" y="282"/>
                </a:lnTo>
                <a:lnTo>
                  <a:pt x="795" y="282"/>
                </a:lnTo>
                <a:lnTo>
                  <a:pt x="796" y="282"/>
                </a:lnTo>
                <a:lnTo>
                  <a:pt x="796" y="281"/>
                </a:lnTo>
                <a:lnTo>
                  <a:pt x="796" y="280"/>
                </a:lnTo>
                <a:lnTo>
                  <a:pt x="798" y="279"/>
                </a:lnTo>
                <a:lnTo>
                  <a:pt x="799" y="279"/>
                </a:lnTo>
                <a:lnTo>
                  <a:pt x="802" y="280"/>
                </a:lnTo>
                <a:lnTo>
                  <a:pt x="803" y="281"/>
                </a:lnTo>
                <a:lnTo>
                  <a:pt x="803" y="282"/>
                </a:lnTo>
                <a:lnTo>
                  <a:pt x="801" y="284"/>
                </a:lnTo>
                <a:lnTo>
                  <a:pt x="800" y="284"/>
                </a:lnTo>
                <a:lnTo>
                  <a:pt x="799" y="284"/>
                </a:lnTo>
                <a:lnTo>
                  <a:pt x="799" y="285"/>
                </a:lnTo>
                <a:lnTo>
                  <a:pt x="799" y="286"/>
                </a:lnTo>
                <a:lnTo>
                  <a:pt x="800" y="288"/>
                </a:lnTo>
                <a:lnTo>
                  <a:pt x="800" y="289"/>
                </a:lnTo>
                <a:lnTo>
                  <a:pt x="801" y="289"/>
                </a:lnTo>
                <a:lnTo>
                  <a:pt x="801" y="291"/>
                </a:lnTo>
                <a:lnTo>
                  <a:pt x="801" y="293"/>
                </a:lnTo>
                <a:lnTo>
                  <a:pt x="802" y="294"/>
                </a:lnTo>
                <a:lnTo>
                  <a:pt x="804" y="295"/>
                </a:lnTo>
                <a:lnTo>
                  <a:pt x="805" y="295"/>
                </a:lnTo>
                <a:lnTo>
                  <a:pt x="804" y="294"/>
                </a:lnTo>
                <a:lnTo>
                  <a:pt x="805" y="291"/>
                </a:lnTo>
                <a:lnTo>
                  <a:pt x="806" y="291"/>
                </a:lnTo>
                <a:lnTo>
                  <a:pt x="808" y="291"/>
                </a:lnTo>
                <a:lnTo>
                  <a:pt x="809" y="292"/>
                </a:lnTo>
                <a:lnTo>
                  <a:pt x="809" y="293"/>
                </a:lnTo>
                <a:lnTo>
                  <a:pt x="808" y="293"/>
                </a:lnTo>
                <a:lnTo>
                  <a:pt x="808" y="294"/>
                </a:lnTo>
                <a:lnTo>
                  <a:pt x="809" y="294"/>
                </a:lnTo>
                <a:lnTo>
                  <a:pt x="810" y="293"/>
                </a:lnTo>
                <a:lnTo>
                  <a:pt x="810" y="292"/>
                </a:lnTo>
                <a:lnTo>
                  <a:pt x="810" y="289"/>
                </a:lnTo>
                <a:lnTo>
                  <a:pt x="811" y="289"/>
                </a:lnTo>
                <a:lnTo>
                  <a:pt x="813" y="289"/>
                </a:lnTo>
                <a:lnTo>
                  <a:pt x="814" y="289"/>
                </a:lnTo>
                <a:lnTo>
                  <a:pt x="815" y="290"/>
                </a:lnTo>
                <a:lnTo>
                  <a:pt x="815" y="291"/>
                </a:lnTo>
                <a:lnTo>
                  <a:pt x="817" y="291"/>
                </a:lnTo>
                <a:lnTo>
                  <a:pt x="820" y="293"/>
                </a:lnTo>
                <a:lnTo>
                  <a:pt x="820" y="294"/>
                </a:lnTo>
                <a:lnTo>
                  <a:pt x="823" y="294"/>
                </a:lnTo>
                <a:lnTo>
                  <a:pt x="824" y="295"/>
                </a:lnTo>
                <a:lnTo>
                  <a:pt x="825" y="295"/>
                </a:lnTo>
                <a:lnTo>
                  <a:pt x="827" y="294"/>
                </a:lnTo>
                <a:lnTo>
                  <a:pt x="829" y="296"/>
                </a:lnTo>
                <a:lnTo>
                  <a:pt x="830" y="297"/>
                </a:lnTo>
                <a:lnTo>
                  <a:pt x="831" y="298"/>
                </a:lnTo>
                <a:lnTo>
                  <a:pt x="832" y="299"/>
                </a:lnTo>
                <a:lnTo>
                  <a:pt x="833" y="299"/>
                </a:lnTo>
                <a:lnTo>
                  <a:pt x="833" y="300"/>
                </a:lnTo>
                <a:lnTo>
                  <a:pt x="833" y="302"/>
                </a:lnTo>
                <a:lnTo>
                  <a:pt x="834" y="303"/>
                </a:lnTo>
                <a:lnTo>
                  <a:pt x="834" y="304"/>
                </a:lnTo>
                <a:lnTo>
                  <a:pt x="836" y="306"/>
                </a:lnTo>
                <a:lnTo>
                  <a:pt x="837" y="309"/>
                </a:lnTo>
                <a:lnTo>
                  <a:pt x="838" y="310"/>
                </a:lnTo>
                <a:lnTo>
                  <a:pt x="838" y="311"/>
                </a:lnTo>
                <a:lnTo>
                  <a:pt x="837" y="313"/>
                </a:lnTo>
                <a:lnTo>
                  <a:pt x="836" y="313"/>
                </a:lnTo>
                <a:lnTo>
                  <a:pt x="834" y="314"/>
                </a:lnTo>
                <a:lnTo>
                  <a:pt x="835" y="315"/>
                </a:lnTo>
                <a:lnTo>
                  <a:pt x="835" y="316"/>
                </a:lnTo>
                <a:lnTo>
                  <a:pt x="837" y="316"/>
                </a:lnTo>
                <a:lnTo>
                  <a:pt x="837" y="317"/>
                </a:lnTo>
                <a:lnTo>
                  <a:pt x="838" y="318"/>
                </a:lnTo>
                <a:lnTo>
                  <a:pt x="839" y="322"/>
                </a:lnTo>
                <a:lnTo>
                  <a:pt x="839" y="325"/>
                </a:lnTo>
                <a:lnTo>
                  <a:pt x="839" y="326"/>
                </a:lnTo>
                <a:lnTo>
                  <a:pt x="839" y="327"/>
                </a:lnTo>
                <a:lnTo>
                  <a:pt x="839" y="328"/>
                </a:lnTo>
                <a:lnTo>
                  <a:pt x="840" y="329"/>
                </a:lnTo>
                <a:lnTo>
                  <a:pt x="841" y="329"/>
                </a:lnTo>
                <a:lnTo>
                  <a:pt x="840" y="329"/>
                </a:lnTo>
                <a:lnTo>
                  <a:pt x="840" y="328"/>
                </a:lnTo>
                <a:lnTo>
                  <a:pt x="841" y="328"/>
                </a:lnTo>
                <a:lnTo>
                  <a:pt x="842" y="331"/>
                </a:lnTo>
                <a:lnTo>
                  <a:pt x="842" y="332"/>
                </a:lnTo>
                <a:lnTo>
                  <a:pt x="842" y="334"/>
                </a:lnTo>
                <a:lnTo>
                  <a:pt x="843" y="333"/>
                </a:lnTo>
                <a:lnTo>
                  <a:pt x="844" y="333"/>
                </a:lnTo>
                <a:lnTo>
                  <a:pt x="845" y="333"/>
                </a:lnTo>
                <a:lnTo>
                  <a:pt x="845" y="334"/>
                </a:lnTo>
                <a:lnTo>
                  <a:pt x="846" y="334"/>
                </a:lnTo>
                <a:lnTo>
                  <a:pt x="846" y="335"/>
                </a:lnTo>
                <a:lnTo>
                  <a:pt x="846" y="336"/>
                </a:lnTo>
                <a:lnTo>
                  <a:pt x="847" y="337"/>
                </a:lnTo>
                <a:lnTo>
                  <a:pt x="847" y="338"/>
                </a:lnTo>
                <a:lnTo>
                  <a:pt x="848" y="338"/>
                </a:lnTo>
                <a:lnTo>
                  <a:pt x="848" y="339"/>
                </a:lnTo>
                <a:lnTo>
                  <a:pt x="849" y="340"/>
                </a:lnTo>
                <a:lnTo>
                  <a:pt x="850" y="341"/>
                </a:lnTo>
                <a:lnTo>
                  <a:pt x="851" y="342"/>
                </a:lnTo>
                <a:lnTo>
                  <a:pt x="852" y="342"/>
                </a:lnTo>
                <a:lnTo>
                  <a:pt x="852" y="343"/>
                </a:lnTo>
                <a:lnTo>
                  <a:pt x="854" y="343"/>
                </a:lnTo>
                <a:lnTo>
                  <a:pt x="854" y="344"/>
                </a:lnTo>
                <a:lnTo>
                  <a:pt x="855" y="344"/>
                </a:lnTo>
                <a:lnTo>
                  <a:pt x="856" y="344"/>
                </a:lnTo>
                <a:lnTo>
                  <a:pt x="858" y="344"/>
                </a:lnTo>
                <a:lnTo>
                  <a:pt x="858" y="345"/>
                </a:lnTo>
                <a:lnTo>
                  <a:pt x="860" y="345"/>
                </a:lnTo>
                <a:lnTo>
                  <a:pt x="860" y="344"/>
                </a:lnTo>
                <a:lnTo>
                  <a:pt x="862" y="344"/>
                </a:lnTo>
                <a:lnTo>
                  <a:pt x="863" y="344"/>
                </a:lnTo>
                <a:lnTo>
                  <a:pt x="864" y="344"/>
                </a:lnTo>
                <a:lnTo>
                  <a:pt x="865" y="344"/>
                </a:lnTo>
                <a:lnTo>
                  <a:pt x="867" y="344"/>
                </a:lnTo>
                <a:lnTo>
                  <a:pt x="868" y="344"/>
                </a:lnTo>
                <a:lnTo>
                  <a:pt x="868" y="343"/>
                </a:lnTo>
                <a:lnTo>
                  <a:pt x="869" y="343"/>
                </a:lnTo>
                <a:lnTo>
                  <a:pt x="870" y="343"/>
                </a:lnTo>
                <a:lnTo>
                  <a:pt x="871" y="343"/>
                </a:lnTo>
                <a:lnTo>
                  <a:pt x="873" y="343"/>
                </a:lnTo>
                <a:lnTo>
                  <a:pt x="873" y="344"/>
                </a:lnTo>
                <a:lnTo>
                  <a:pt x="874" y="344"/>
                </a:lnTo>
                <a:lnTo>
                  <a:pt x="875" y="344"/>
                </a:lnTo>
                <a:lnTo>
                  <a:pt x="876" y="344"/>
                </a:lnTo>
                <a:lnTo>
                  <a:pt x="876" y="345"/>
                </a:lnTo>
                <a:lnTo>
                  <a:pt x="878" y="346"/>
                </a:lnTo>
                <a:lnTo>
                  <a:pt x="881" y="346"/>
                </a:lnTo>
                <a:lnTo>
                  <a:pt x="881" y="345"/>
                </a:lnTo>
                <a:lnTo>
                  <a:pt x="882" y="344"/>
                </a:lnTo>
                <a:lnTo>
                  <a:pt x="882" y="343"/>
                </a:lnTo>
                <a:lnTo>
                  <a:pt x="882" y="342"/>
                </a:lnTo>
                <a:lnTo>
                  <a:pt x="882" y="341"/>
                </a:lnTo>
                <a:lnTo>
                  <a:pt x="882" y="340"/>
                </a:lnTo>
                <a:lnTo>
                  <a:pt x="882" y="338"/>
                </a:lnTo>
                <a:lnTo>
                  <a:pt x="882" y="337"/>
                </a:lnTo>
                <a:lnTo>
                  <a:pt x="882" y="336"/>
                </a:lnTo>
                <a:lnTo>
                  <a:pt x="883" y="336"/>
                </a:lnTo>
                <a:lnTo>
                  <a:pt x="884" y="336"/>
                </a:lnTo>
                <a:lnTo>
                  <a:pt x="884" y="337"/>
                </a:lnTo>
                <a:lnTo>
                  <a:pt x="885" y="337"/>
                </a:lnTo>
                <a:lnTo>
                  <a:pt x="885" y="338"/>
                </a:lnTo>
                <a:lnTo>
                  <a:pt x="886" y="338"/>
                </a:lnTo>
                <a:lnTo>
                  <a:pt x="887" y="338"/>
                </a:lnTo>
                <a:lnTo>
                  <a:pt x="888" y="338"/>
                </a:lnTo>
                <a:lnTo>
                  <a:pt x="889" y="338"/>
                </a:lnTo>
                <a:lnTo>
                  <a:pt x="891" y="338"/>
                </a:lnTo>
                <a:lnTo>
                  <a:pt x="893" y="338"/>
                </a:lnTo>
                <a:lnTo>
                  <a:pt x="894" y="338"/>
                </a:lnTo>
                <a:lnTo>
                  <a:pt x="895" y="338"/>
                </a:lnTo>
                <a:lnTo>
                  <a:pt x="895" y="339"/>
                </a:lnTo>
                <a:lnTo>
                  <a:pt x="897" y="339"/>
                </a:lnTo>
                <a:lnTo>
                  <a:pt x="898" y="339"/>
                </a:lnTo>
                <a:lnTo>
                  <a:pt x="899" y="339"/>
                </a:lnTo>
                <a:lnTo>
                  <a:pt x="899" y="340"/>
                </a:lnTo>
                <a:lnTo>
                  <a:pt x="900" y="341"/>
                </a:lnTo>
                <a:lnTo>
                  <a:pt x="902" y="341"/>
                </a:lnTo>
                <a:lnTo>
                  <a:pt x="902" y="342"/>
                </a:lnTo>
                <a:lnTo>
                  <a:pt x="903" y="342"/>
                </a:lnTo>
                <a:lnTo>
                  <a:pt x="904" y="343"/>
                </a:lnTo>
                <a:lnTo>
                  <a:pt x="906" y="342"/>
                </a:lnTo>
                <a:lnTo>
                  <a:pt x="907" y="341"/>
                </a:lnTo>
                <a:lnTo>
                  <a:pt x="912" y="340"/>
                </a:lnTo>
                <a:lnTo>
                  <a:pt x="915" y="339"/>
                </a:lnTo>
                <a:lnTo>
                  <a:pt x="920" y="337"/>
                </a:lnTo>
                <a:lnTo>
                  <a:pt x="921" y="337"/>
                </a:lnTo>
                <a:lnTo>
                  <a:pt x="923" y="336"/>
                </a:lnTo>
                <a:lnTo>
                  <a:pt x="926" y="336"/>
                </a:lnTo>
                <a:lnTo>
                  <a:pt x="928" y="335"/>
                </a:lnTo>
                <a:lnTo>
                  <a:pt x="929" y="335"/>
                </a:lnTo>
                <a:lnTo>
                  <a:pt x="929" y="334"/>
                </a:lnTo>
                <a:lnTo>
                  <a:pt x="929" y="333"/>
                </a:lnTo>
                <a:lnTo>
                  <a:pt x="929" y="332"/>
                </a:lnTo>
                <a:lnTo>
                  <a:pt x="929" y="331"/>
                </a:lnTo>
                <a:lnTo>
                  <a:pt x="929" y="330"/>
                </a:lnTo>
                <a:lnTo>
                  <a:pt x="929" y="329"/>
                </a:lnTo>
                <a:lnTo>
                  <a:pt x="930" y="329"/>
                </a:lnTo>
                <a:lnTo>
                  <a:pt x="930" y="328"/>
                </a:lnTo>
                <a:lnTo>
                  <a:pt x="931" y="328"/>
                </a:lnTo>
                <a:lnTo>
                  <a:pt x="933" y="328"/>
                </a:lnTo>
                <a:lnTo>
                  <a:pt x="933" y="329"/>
                </a:lnTo>
                <a:lnTo>
                  <a:pt x="934" y="329"/>
                </a:lnTo>
                <a:lnTo>
                  <a:pt x="939" y="331"/>
                </a:lnTo>
                <a:lnTo>
                  <a:pt x="940" y="331"/>
                </a:lnTo>
                <a:lnTo>
                  <a:pt x="941" y="331"/>
                </a:lnTo>
                <a:lnTo>
                  <a:pt x="941" y="330"/>
                </a:lnTo>
                <a:lnTo>
                  <a:pt x="943" y="330"/>
                </a:lnTo>
                <a:lnTo>
                  <a:pt x="945" y="330"/>
                </a:lnTo>
                <a:lnTo>
                  <a:pt x="946" y="330"/>
                </a:lnTo>
                <a:lnTo>
                  <a:pt x="947" y="330"/>
                </a:lnTo>
                <a:lnTo>
                  <a:pt x="948" y="330"/>
                </a:lnTo>
                <a:lnTo>
                  <a:pt x="949" y="330"/>
                </a:lnTo>
                <a:lnTo>
                  <a:pt x="950" y="331"/>
                </a:lnTo>
                <a:lnTo>
                  <a:pt x="953" y="333"/>
                </a:lnTo>
                <a:lnTo>
                  <a:pt x="954" y="333"/>
                </a:lnTo>
                <a:lnTo>
                  <a:pt x="954" y="335"/>
                </a:lnTo>
                <a:lnTo>
                  <a:pt x="955" y="336"/>
                </a:lnTo>
                <a:lnTo>
                  <a:pt x="956" y="337"/>
                </a:lnTo>
                <a:lnTo>
                  <a:pt x="957" y="337"/>
                </a:lnTo>
                <a:lnTo>
                  <a:pt x="958" y="337"/>
                </a:lnTo>
                <a:lnTo>
                  <a:pt x="958" y="336"/>
                </a:lnTo>
                <a:lnTo>
                  <a:pt x="960" y="335"/>
                </a:lnTo>
                <a:lnTo>
                  <a:pt x="963" y="334"/>
                </a:lnTo>
                <a:lnTo>
                  <a:pt x="965" y="333"/>
                </a:lnTo>
                <a:lnTo>
                  <a:pt x="965" y="334"/>
                </a:lnTo>
                <a:lnTo>
                  <a:pt x="966" y="334"/>
                </a:lnTo>
                <a:lnTo>
                  <a:pt x="966" y="335"/>
                </a:lnTo>
                <a:lnTo>
                  <a:pt x="965" y="338"/>
                </a:lnTo>
                <a:lnTo>
                  <a:pt x="965" y="340"/>
                </a:lnTo>
                <a:lnTo>
                  <a:pt x="965" y="342"/>
                </a:lnTo>
                <a:lnTo>
                  <a:pt x="966" y="343"/>
                </a:lnTo>
                <a:lnTo>
                  <a:pt x="968" y="345"/>
                </a:lnTo>
                <a:lnTo>
                  <a:pt x="968" y="346"/>
                </a:lnTo>
                <a:lnTo>
                  <a:pt x="967" y="347"/>
                </a:lnTo>
                <a:lnTo>
                  <a:pt x="966" y="347"/>
                </a:lnTo>
                <a:lnTo>
                  <a:pt x="964" y="350"/>
                </a:lnTo>
                <a:lnTo>
                  <a:pt x="964" y="351"/>
                </a:lnTo>
                <a:lnTo>
                  <a:pt x="964" y="353"/>
                </a:lnTo>
                <a:lnTo>
                  <a:pt x="963" y="354"/>
                </a:lnTo>
                <a:lnTo>
                  <a:pt x="962" y="354"/>
                </a:lnTo>
                <a:lnTo>
                  <a:pt x="962" y="355"/>
                </a:lnTo>
                <a:lnTo>
                  <a:pt x="962" y="356"/>
                </a:lnTo>
                <a:lnTo>
                  <a:pt x="962" y="357"/>
                </a:lnTo>
                <a:lnTo>
                  <a:pt x="961" y="357"/>
                </a:lnTo>
                <a:lnTo>
                  <a:pt x="961" y="359"/>
                </a:lnTo>
                <a:lnTo>
                  <a:pt x="962" y="359"/>
                </a:lnTo>
                <a:lnTo>
                  <a:pt x="963" y="359"/>
                </a:lnTo>
                <a:lnTo>
                  <a:pt x="963" y="360"/>
                </a:lnTo>
                <a:lnTo>
                  <a:pt x="964" y="360"/>
                </a:lnTo>
                <a:lnTo>
                  <a:pt x="965" y="360"/>
                </a:lnTo>
                <a:lnTo>
                  <a:pt x="966" y="362"/>
                </a:lnTo>
                <a:lnTo>
                  <a:pt x="966" y="363"/>
                </a:lnTo>
                <a:lnTo>
                  <a:pt x="965" y="363"/>
                </a:lnTo>
                <a:lnTo>
                  <a:pt x="965" y="364"/>
                </a:lnTo>
                <a:lnTo>
                  <a:pt x="966" y="364"/>
                </a:lnTo>
                <a:lnTo>
                  <a:pt x="968" y="364"/>
                </a:lnTo>
                <a:lnTo>
                  <a:pt x="969" y="365"/>
                </a:lnTo>
                <a:lnTo>
                  <a:pt x="969" y="366"/>
                </a:lnTo>
                <a:lnTo>
                  <a:pt x="970" y="366"/>
                </a:lnTo>
                <a:lnTo>
                  <a:pt x="970" y="365"/>
                </a:lnTo>
                <a:lnTo>
                  <a:pt x="972" y="367"/>
                </a:lnTo>
                <a:lnTo>
                  <a:pt x="972" y="368"/>
                </a:lnTo>
                <a:lnTo>
                  <a:pt x="971" y="368"/>
                </a:lnTo>
                <a:lnTo>
                  <a:pt x="971" y="370"/>
                </a:lnTo>
                <a:lnTo>
                  <a:pt x="971" y="371"/>
                </a:lnTo>
                <a:lnTo>
                  <a:pt x="971" y="372"/>
                </a:lnTo>
                <a:lnTo>
                  <a:pt x="972" y="373"/>
                </a:lnTo>
                <a:lnTo>
                  <a:pt x="975" y="373"/>
                </a:lnTo>
                <a:lnTo>
                  <a:pt x="977" y="373"/>
                </a:lnTo>
                <a:lnTo>
                  <a:pt x="978" y="372"/>
                </a:lnTo>
                <a:lnTo>
                  <a:pt x="979" y="372"/>
                </a:lnTo>
                <a:lnTo>
                  <a:pt x="982" y="373"/>
                </a:lnTo>
                <a:lnTo>
                  <a:pt x="982" y="374"/>
                </a:lnTo>
                <a:lnTo>
                  <a:pt x="982" y="375"/>
                </a:lnTo>
                <a:lnTo>
                  <a:pt x="983" y="375"/>
                </a:lnTo>
                <a:lnTo>
                  <a:pt x="984" y="376"/>
                </a:lnTo>
                <a:lnTo>
                  <a:pt x="984" y="375"/>
                </a:lnTo>
                <a:lnTo>
                  <a:pt x="986" y="375"/>
                </a:lnTo>
                <a:lnTo>
                  <a:pt x="986" y="376"/>
                </a:lnTo>
                <a:lnTo>
                  <a:pt x="987" y="376"/>
                </a:lnTo>
                <a:lnTo>
                  <a:pt x="986" y="376"/>
                </a:lnTo>
                <a:lnTo>
                  <a:pt x="986" y="377"/>
                </a:lnTo>
                <a:lnTo>
                  <a:pt x="987" y="378"/>
                </a:lnTo>
                <a:lnTo>
                  <a:pt x="988" y="380"/>
                </a:lnTo>
                <a:lnTo>
                  <a:pt x="989" y="380"/>
                </a:lnTo>
                <a:lnTo>
                  <a:pt x="989" y="379"/>
                </a:lnTo>
                <a:lnTo>
                  <a:pt x="990" y="379"/>
                </a:lnTo>
                <a:lnTo>
                  <a:pt x="991" y="379"/>
                </a:lnTo>
                <a:lnTo>
                  <a:pt x="992" y="380"/>
                </a:lnTo>
                <a:lnTo>
                  <a:pt x="993" y="381"/>
                </a:lnTo>
                <a:lnTo>
                  <a:pt x="995" y="381"/>
                </a:lnTo>
                <a:lnTo>
                  <a:pt x="996" y="381"/>
                </a:lnTo>
                <a:lnTo>
                  <a:pt x="997" y="382"/>
                </a:lnTo>
                <a:lnTo>
                  <a:pt x="998" y="383"/>
                </a:lnTo>
                <a:lnTo>
                  <a:pt x="999" y="384"/>
                </a:lnTo>
                <a:lnTo>
                  <a:pt x="1000" y="386"/>
                </a:lnTo>
                <a:lnTo>
                  <a:pt x="1001" y="387"/>
                </a:lnTo>
                <a:lnTo>
                  <a:pt x="1000" y="388"/>
                </a:lnTo>
                <a:lnTo>
                  <a:pt x="999" y="390"/>
                </a:lnTo>
                <a:lnTo>
                  <a:pt x="999" y="391"/>
                </a:lnTo>
                <a:lnTo>
                  <a:pt x="999" y="392"/>
                </a:lnTo>
                <a:lnTo>
                  <a:pt x="1001" y="392"/>
                </a:lnTo>
                <a:lnTo>
                  <a:pt x="1002" y="391"/>
                </a:lnTo>
                <a:lnTo>
                  <a:pt x="1003" y="391"/>
                </a:lnTo>
                <a:lnTo>
                  <a:pt x="1004" y="390"/>
                </a:lnTo>
                <a:lnTo>
                  <a:pt x="1006" y="390"/>
                </a:lnTo>
                <a:lnTo>
                  <a:pt x="1007" y="391"/>
                </a:lnTo>
                <a:lnTo>
                  <a:pt x="1008" y="391"/>
                </a:lnTo>
                <a:lnTo>
                  <a:pt x="1009" y="391"/>
                </a:lnTo>
                <a:lnTo>
                  <a:pt x="1011" y="391"/>
                </a:lnTo>
                <a:lnTo>
                  <a:pt x="1010" y="390"/>
                </a:lnTo>
                <a:lnTo>
                  <a:pt x="1010" y="389"/>
                </a:lnTo>
                <a:lnTo>
                  <a:pt x="1011" y="388"/>
                </a:lnTo>
                <a:lnTo>
                  <a:pt x="1011" y="387"/>
                </a:lnTo>
                <a:lnTo>
                  <a:pt x="1012" y="387"/>
                </a:lnTo>
                <a:lnTo>
                  <a:pt x="1014" y="387"/>
                </a:lnTo>
                <a:lnTo>
                  <a:pt x="1013" y="387"/>
                </a:lnTo>
                <a:lnTo>
                  <a:pt x="1013" y="388"/>
                </a:lnTo>
                <a:lnTo>
                  <a:pt x="1014" y="390"/>
                </a:lnTo>
                <a:lnTo>
                  <a:pt x="1017" y="390"/>
                </a:lnTo>
                <a:lnTo>
                  <a:pt x="1018" y="390"/>
                </a:lnTo>
                <a:lnTo>
                  <a:pt x="1018" y="389"/>
                </a:lnTo>
                <a:lnTo>
                  <a:pt x="1021" y="385"/>
                </a:lnTo>
                <a:lnTo>
                  <a:pt x="1021" y="384"/>
                </a:lnTo>
                <a:lnTo>
                  <a:pt x="1023" y="384"/>
                </a:lnTo>
                <a:lnTo>
                  <a:pt x="1024" y="384"/>
                </a:lnTo>
                <a:lnTo>
                  <a:pt x="1025" y="384"/>
                </a:lnTo>
                <a:lnTo>
                  <a:pt x="1025" y="385"/>
                </a:lnTo>
                <a:lnTo>
                  <a:pt x="1026" y="385"/>
                </a:lnTo>
                <a:lnTo>
                  <a:pt x="1028" y="384"/>
                </a:lnTo>
                <a:lnTo>
                  <a:pt x="1030" y="384"/>
                </a:lnTo>
                <a:lnTo>
                  <a:pt x="1031" y="385"/>
                </a:lnTo>
                <a:lnTo>
                  <a:pt x="1032" y="385"/>
                </a:lnTo>
                <a:lnTo>
                  <a:pt x="1033" y="386"/>
                </a:lnTo>
                <a:lnTo>
                  <a:pt x="1036" y="387"/>
                </a:lnTo>
                <a:lnTo>
                  <a:pt x="1035" y="387"/>
                </a:lnTo>
                <a:lnTo>
                  <a:pt x="1035" y="389"/>
                </a:lnTo>
                <a:lnTo>
                  <a:pt x="1035" y="390"/>
                </a:lnTo>
                <a:lnTo>
                  <a:pt x="1034" y="391"/>
                </a:lnTo>
                <a:lnTo>
                  <a:pt x="1034" y="392"/>
                </a:lnTo>
                <a:lnTo>
                  <a:pt x="1033" y="392"/>
                </a:lnTo>
                <a:lnTo>
                  <a:pt x="1033" y="393"/>
                </a:lnTo>
                <a:lnTo>
                  <a:pt x="1032" y="393"/>
                </a:lnTo>
                <a:lnTo>
                  <a:pt x="1032" y="394"/>
                </a:lnTo>
                <a:lnTo>
                  <a:pt x="1031" y="394"/>
                </a:lnTo>
                <a:lnTo>
                  <a:pt x="1030" y="394"/>
                </a:lnTo>
                <a:lnTo>
                  <a:pt x="1030" y="395"/>
                </a:lnTo>
                <a:lnTo>
                  <a:pt x="1030" y="396"/>
                </a:lnTo>
                <a:lnTo>
                  <a:pt x="1031" y="397"/>
                </a:lnTo>
                <a:lnTo>
                  <a:pt x="1030" y="398"/>
                </a:lnTo>
                <a:lnTo>
                  <a:pt x="1030" y="399"/>
                </a:lnTo>
                <a:lnTo>
                  <a:pt x="1031" y="402"/>
                </a:lnTo>
                <a:lnTo>
                  <a:pt x="1031" y="404"/>
                </a:lnTo>
                <a:lnTo>
                  <a:pt x="1032" y="405"/>
                </a:lnTo>
                <a:lnTo>
                  <a:pt x="1033" y="405"/>
                </a:lnTo>
                <a:lnTo>
                  <a:pt x="1033" y="406"/>
                </a:lnTo>
                <a:lnTo>
                  <a:pt x="1033" y="405"/>
                </a:lnTo>
                <a:lnTo>
                  <a:pt x="1034" y="405"/>
                </a:lnTo>
                <a:lnTo>
                  <a:pt x="1034" y="406"/>
                </a:lnTo>
                <a:lnTo>
                  <a:pt x="1034" y="407"/>
                </a:lnTo>
                <a:lnTo>
                  <a:pt x="1035" y="408"/>
                </a:lnTo>
                <a:lnTo>
                  <a:pt x="1035" y="409"/>
                </a:lnTo>
                <a:lnTo>
                  <a:pt x="1034" y="409"/>
                </a:lnTo>
                <a:lnTo>
                  <a:pt x="1033" y="410"/>
                </a:lnTo>
                <a:lnTo>
                  <a:pt x="1033" y="409"/>
                </a:lnTo>
                <a:lnTo>
                  <a:pt x="1032" y="411"/>
                </a:lnTo>
                <a:lnTo>
                  <a:pt x="1031" y="415"/>
                </a:lnTo>
                <a:lnTo>
                  <a:pt x="1031" y="420"/>
                </a:lnTo>
                <a:lnTo>
                  <a:pt x="1033" y="422"/>
                </a:lnTo>
                <a:lnTo>
                  <a:pt x="1032" y="423"/>
                </a:lnTo>
                <a:lnTo>
                  <a:pt x="1032" y="424"/>
                </a:lnTo>
                <a:lnTo>
                  <a:pt x="1033" y="424"/>
                </a:lnTo>
                <a:lnTo>
                  <a:pt x="1034" y="424"/>
                </a:lnTo>
                <a:lnTo>
                  <a:pt x="1035" y="424"/>
                </a:lnTo>
                <a:lnTo>
                  <a:pt x="1037" y="426"/>
                </a:lnTo>
                <a:lnTo>
                  <a:pt x="1037" y="427"/>
                </a:lnTo>
                <a:lnTo>
                  <a:pt x="1038" y="428"/>
                </a:lnTo>
                <a:lnTo>
                  <a:pt x="1038" y="429"/>
                </a:lnTo>
                <a:lnTo>
                  <a:pt x="1039" y="430"/>
                </a:lnTo>
                <a:lnTo>
                  <a:pt x="1040" y="431"/>
                </a:lnTo>
                <a:lnTo>
                  <a:pt x="1040" y="432"/>
                </a:lnTo>
                <a:lnTo>
                  <a:pt x="1041" y="432"/>
                </a:lnTo>
                <a:lnTo>
                  <a:pt x="1041" y="433"/>
                </a:lnTo>
                <a:lnTo>
                  <a:pt x="1041" y="434"/>
                </a:lnTo>
                <a:lnTo>
                  <a:pt x="1042" y="434"/>
                </a:lnTo>
                <a:lnTo>
                  <a:pt x="1043" y="435"/>
                </a:lnTo>
                <a:lnTo>
                  <a:pt x="1044" y="437"/>
                </a:lnTo>
                <a:lnTo>
                  <a:pt x="1045" y="438"/>
                </a:lnTo>
                <a:lnTo>
                  <a:pt x="1045" y="440"/>
                </a:lnTo>
                <a:lnTo>
                  <a:pt x="1045" y="441"/>
                </a:lnTo>
                <a:lnTo>
                  <a:pt x="1046" y="441"/>
                </a:lnTo>
                <a:lnTo>
                  <a:pt x="1046" y="442"/>
                </a:lnTo>
                <a:lnTo>
                  <a:pt x="1046" y="443"/>
                </a:lnTo>
                <a:lnTo>
                  <a:pt x="1047" y="444"/>
                </a:lnTo>
                <a:lnTo>
                  <a:pt x="1048" y="444"/>
                </a:lnTo>
                <a:lnTo>
                  <a:pt x="1049" y="446"/>
                </a:lnTo>
                <a:lnTo>
                  <a:pt x="1051" y="447"/>
                </a:lnTo>
                <a:lnTo>
                  <a:pt x="1052" y="447"/>
                </a:lnTo>
                <a:lnTo>
                  <a:pt x="1053" y="447"/>
                </a:lnTo>
                <a:lnTo>
                  <a:pt x="1053" y="448"/>
                </a:lnTo>
                <a:lnTo>
                  <a:pt x="1054" y="448"/>
                </a:lnTo>
                <a:lnTo>
                  <a:pt x="1054" y="449"/>
                </a:lnTo>
                <a:lnTo>
                  <a:pt x="1054" y="450"/>
                </a:lnTo>
                <a:lnTo>
                  <a:pt x="1054" y="451"/>
                </a:lnTo>
                <a:lnTo>
                  <a:pt x="1054" y="452"/>
                </a:lnTo>
                <a:lnTo>
                  <a:pt x="1053" y="452"/>
                </a:lnTo>
                <a:lnTo>
                  <a:pt x="1053" y="454"/>
                </a:lnTo>
                <a:lnTo>
                  <a:pt x="1054" y="456"/>
                </a:lnTo>
                <a:lnTo>
                  <a:pt x="1053" y="457"/>
                </a:lnTo>
                <a:lnTo>
                  <a:pt x="1053" y="460"/>
                </a:lnTo>
                <a:lnTo>
                  <a:pt x="1054" y="461"/>
                </a:lnTo>
                <a:lnTo>
                  <a:pt x="1054" y="462"/>
                </a:lnTo>
                <a:lnTo>
                  <a:pt x="1055" y="462"/>
                </a:lnTo>
                <a:lnTo>
                  <a:pt x="1055" y="463"/>
                </a:lnTo>
                <a:lnTo>
                  <a:pt x="1055" y="466"/>
                </a:lnTo>
                <a:lnTo>
                  <a:pt x="1054" y="466"/>
                </a:lnTo>
                <a:lnTo>
                  <a:pt x="1050" y="466"/>
                </a:lnTo>
                <a:lnTo>
                  <a:pt x="1049" y="466"/>
                </a:lnTo>
                <a:lnTo>
                  <a:pt x="1049" y="465"/>
                </a:lnTo>
                <a:lnTo>
                  <a:pt x="1048" y="465"/>
                </a:lnTo>
                <a:lnTo>
                  <a:pt x="1048" y="464"/>
                </a:lnTo>
                <a:lnTo>
                  <a:pt x="1047" y="464"/>
                </a:lnTo>
                <a:lnTo>
                  <a:pt x="1046" y="464"/>
                </a:lnTo>
                <a:lnTo>
                  <a:pt x="1045" y="464"/>
                </a:lnTo>
                <a:lnTo>
                  <a:pt x="1044" y="464"/>
                </a:lnTo>
                <a:lnTo>
                  <a:pt x="1044" y="463"/>
                </a:lnTo>
                <a:lnTo>
                  <a:pt x="1043" y="462"/>
                </a:lnTo>
                <a:lnTo>
                  <a:pt x="1041" y="463"/>
                </a:lnTo>
                <a:lnTo>
                  <a:pt x="1040" y="465"/>
                </a:lnTo>
                <a:lnTo>
                  <a:pt x="1040" y="466"/>
                </a:lnTo>
                <a:lnTo>
                  <a:pt x="1040" y="467"/>
                </a:lnTo>
                <a:lnTo>
                  <a:pt x="1041" y="467"/>
                </a:lnTo>
                <a:lnTo>
                  <a:pt x="1041" y="469"/>
                </a:lnTo>
                <a:lnTo>
                  <a:pt x="1038" y="470"/>
                </a:lnTo>
                <a:lnTo>
                  <a:pt x="1037" y="470"/>
                </a:lnTo>
                <a:lnTo>
                  <a:pt x="1037" y="469"/>
                </a:lnTo>
                <a:lnTo>
                  <a:pt x="1036" y="469"/>
                </a:lnTo>
                <a:lnTo>
                  <a:pt x="1035" y="469"/>
                </a:lnTo>
                <a:lnTo>
                  <a:pt x="1035" y="471"/>
                </a:lnTo>
                <a:lnTo>
                  <a:pt x="1035" y="472"/>
                </a:lnTo>
                <a:lnTo>
                  <a:pt x="1034" y="472"/>
                </a:lnTo>
                <a:lnTo>
                  <a:pt x="1032" y="473"/>
                </a:lnTo>
                <a:lnTo>
                  <a:pt x="1030" y="473"/>
                </a:lnTo>
                <a:lnTo>
                  <a:pt x="1030" y="472"/>
                </a:lnTo>
                <a:lnTo>
                  <a:pt x="1029" y="472"/>
                </a:lnTo>
                <a:lnTo>
                  <a:pt x="1027" y="474"/>
                </a:lnTo>
                <a:lnTo>
                  <a:pt x="1026" y="474"/>
                </a:lnTo>
                <a:lnTo>
                  <a:pt x="1025" y="475"/>
                </a:lnTo>
                <a:lnTo>
                  <a:pt x="1025" y="476"/>
                </a:lnTo>
                <a:lnTo>
                  <a:pt x="1025" y="477"/>
                </a:lnTo>
                <a:lnTo>
                  <a:pt x="1023" y="478"/>
                </a:lnTo>
                <a:lnTo>
                  <a:pt x="1022" y="478"/>
                </a:lnTo>
                <a:lnTo>
                  <a:pt x="1021" y="479"/>
                </a:lnTo>
                <a:lnTo>
                  <a:pt x="1021" y="485"/>
                </a:lnTo>
                <a:lnTo>
                  <a:pt x="1022" y="485"/>
                </a:lnTo>
                <a:lnTo>
                  <a:pt x="1022" y="487"/>
                </a:lnTo>
                <a:lnTo>
                  <a:pt x="1023" y="488"/>
                </a:lnTo>
                <a:lnTo>
                  <a:pt x="1022" y="488"/>
                </a:lnTo>
                <a:lnTo>
                  <a:pt x="1022" y="489"/>
                </a:lnTo>
                <a:lnTo>
                  <a:pt x="1021" y="488"/>
                </a:lnTo>
                <a:lnTo>
                  <a:pt x="1021" y="489"/>
                </a:lnTo>
                <a:lnTo>
                  <a:pt x="1020" y="489"/>
                </a:lnTo>
                <a:lnTo>
                  <a:pt x="1020" y="488"/>
                </a:lnTo>
                <a:lnTo>
                  <a:pt x="1019" y="488"/>
                </a:lnTo>
                <a:lnTo>
                  <a:pt x="1019" y="487"/>
                </a:lnTo>
                <a:lnTo>
                  <a:pt x="1018" y="487"/>
                </a:lnTo>
                <a:lnTo>
                  <a:pt x="1017" y="487"/>
                </a:lnTo>
                <a:lnTo>
                  <a:pt x="1017" y="488"/>
                </a:lnTo>
                <a:lnTo>
                  <a:pt x="1017" y="489"/>
                </a:lnTo>
                <a:lnTo>
                  <a:pt x="1016" y="490"/>
                </a:lnTo>
                <a:lnTo>
                  <a:pt x="1016" y="492"/>
                </a:lnTo>
                <a:lnTo>
                  <a:pt x="1015" y="492"/>
                </a:lnTo>
                <a:lnTo>
                  <a:pt x="1014" y="492"/>
                </a:lnTo>
                <a:lnTo>
                  <a:pt x="1014" y="493"/>
                </a:lnTo>
                <a:lnTo>
                  <a:pt x="1011" y="494"/>
                </a:lnTo>
                <a:lnTo>
                  <a:pt x="1010" y="494"/>
                </a:lnTo>
                <a:lnTo>
                  <a:pt x="1009" y="494"/>
                </a:lnTo>
                <a:lnTo>
                  <a:pt x="1008" y="494"/>
                </a:lnTo>
                <a:lnTo>
                  <a:pt x="1008" y="493"/>
                </a:lnTo>
                <a:lnTo>
                  <a:pt x="1007" y="493"/>
                </a:lnTo>
                <a:lnTo>
                  <a:pt x="1006" y="493"/>
                </a:lnTo>
                <a:lnTo>
                  <a:pt x="1006" y="494"/>
                </a:lnTo>
                <a:lnTo>
                  <a:pt x="1005" y="495"/>
                </a:lnTo>
                <a:lnTo>
                  <a:pt x="1005" y="496"/>
                </a:lnTo>
                <a:lnTo>
                  <a:pt x="1004" y="497"/>
                </a:lnTo>
                <a:lnTo>
                  <a:pt x="1003" y="497"/>
                </a:lnTo>
                <a:lnTo>
                  <a:pt x="1002" y="500"/>
                </a:lnTo>
                <a:lnTo>
                  <a:pt x="1000" y="500"/>
                </a:lnTo>
                <a:lnTo>
                  <a:pt x="998" y="500"/>
                </a:lnTo>
                <a:lnTo>
                  <a:pt x="997" y="500"/>
                </a:lnTo>
                <a:lnTo>
                  <a:pt x="996" y="501"/>
                </a:lnTo>
                <a:lnTo>
                  <a:pt x="996" y="504"/>
                </a:lnTo>
                <a:lnTo>
                  <a:pt x="995" y="506"/>
                </a:lnTo>
                <a:lnTo>
                  <a:pt x="994" y="506"/>
                </a:lnTo>
                <a:lnTo>
                  <a:pt x="992" y="505"/>
                </a:lnTo>
                <a:lnTo>
                  <a:pt x="992" y="504"/>
                </a:lnTo>
                <a:lnTo>
                  <a:pt x="991" y="503"/>
                </a:lnTo>
                <a:lnTo>
                  <a:pt x="990" y="503"/>
                </a:lnTo>
                <a:lnTo>
                  <a:pt x="988" y="504"/>
                </a:lnTo>
                <a:lnTo>
                  <a:pt x="988" y="505"/>
                </a:lnTo>
                <a:lnTo>
                  <a:pt x="989" y="505"/>
                </a:lnTo>
                <a:lnTo>
                  <a:pt x="989" y="506"/>
                </a:lnTo>
                <a:lnTo>
                  <a:pt x="990" y="506"/>
                </a:lnTo>
                <a:lnTo>
                  <a:pt x="989" y="507"/>
                </a:lnTo>
                <a:lnTo>
                  <a:pt x="989" y="508"/>
                </a:lnTo>
                <a:lnTo>
                  <a:pt x="986" y="509"/>
                </a:lnTo>
                <a:lnTo>
                  <a:pt x="986" y="508"/>
                </a:lnTo>
                <a:lnTo>
                  <a:pt x="986" y="507"/>
                </a:lnTo>
                <a:lnTo>
                  <a:pt x="985" y="507"/>
                </a:lnTo>
                <a:lnTo>
                  <a:pt x="984" y="508"/>
                </a:lnTo>
                <a:lnTo>
                  <a:pt x="984" y="509"/>
                </a:lnTo>
                <a:lnTo>
                  <a:pt x="984" y="511"/>
                </a:lnTo>
                <a:lnTo>
                  <a:pt x="983" y="511"/>
                </a:lnTo>
                <a:lnTo>
                  <a:pt x="982" y="512"/>
                </a:lnTo>
                <a:lnTo>
                  <a:pt x="978" y="512"/>
                </a:lnTo>
                <a:lnTo>
                  <a:pt x="978" y="510"/>
                </a:lnTo>
                <a:lnTo>
                  <a:pt x="976" y="508"/>
                </a:lnTo>
                <a:lnTo>
                  <a:pt x="975" y="506"/>
                </a:lnTo>
                <a:lnTo>
                  <a:pt x="973" y="504"/>
                </a:lnTo>
                <a:lnTo>
                  <a:pt x="973" y="503"/>
                </a:lnTo>
                <a:lnTo>
                  <a:pt x="972" y="503"/>
                </a:lnTo>
                <a:lnTo>
                  <a:pt x="971" y="503"/>
                </a:lnTo>
                <a:lnTo>
                  <a:pt x="970" y="503"/>
                </a:lnTo>
                <a:lnTo>
                  <a:pt x="969" y="502"/>
                </a:lnTo>
                <a:lnTo>
                  <a:pt x="968" y="502"/>
                </a:lnTo>
                <a:lnTo>
                  <a:pt x="968" y="501"/>
                </a:lnTo>
                <a:lnTo>
                  <a:pt x="967" y="500"/>
                </a:lnTo>
                <a:lnTo>
                  <a:pt x="967" y="499"/>
                </a:lnTo>
                <a:lnTo>
                  <a:pt x="967" y="498"/>
                </a:lnTo>
                <a:lnTo>
                  <a:pt x="966" y="498"/>
                </a:lnTo>
                <a:lnTo>
                  <a:pt x="964" y="498"/>
                </a:lnTo>
                <a:lnTo>
                  <a:pt x="963" y="498"/>
                </a:lnTo>
                <a:lnTo>
                  <a:pt x="962" y="498"/>
                </a:lnTo>
                <a:lnTo>
                  <a:pt x="962" y="497"/>
                </a:lnTo>
                <a:lnTo>
                  <a:pt x="961" y="495"/>
                </a:lnTo>
                <a:lnTo>
                  <a:pt x="960" y="494"/>
                </a:lnTo>
                <a:lnTo>
                  <a:pt x="960" y="493"/>
                </a:lnTo>
                <a:lnTo>
                  <a:pt x="960" y="492"/>
                </a:lnTo>
                <a:lnTo>
                  <a:pt x="960" y="491"/>
                </a:lnTo>
                <a:lnTo>
                  <a:pt x="959" y="490"/>
                </a:lnTo>
                <a:lnTo>
                  <a:pt x="958" y="490"/>
                </a:lnTo>
                <a:lnTo>
                  <a:pt x="958" y="491"/>
                </a:lnTo>
                <a:lnTo>
                  <a:pt x="957" y="491"/>
                </a:lnTo>
                <a:lnTo>
                  <a:pt x="957" y="489"/>
                </a:lnTo>
                <a:lnTo>
                  <a:pt x="957" y="488"/>
                </a:lnTo>
                <a:lnTo>
                  <a:pt x="957" y="489"/>
                </a:lnTo>
                <a:lnTo>
                  <a:pt x="958" y="489"/>
                </a:lnTo>
                <a:lnTo>
                  <a:pt x="959" y="489"/>
                </a:lnTo>
                <a:lnTo>
                  <a:pt x="959" y="490"/>
                </a:lnTo>
                <a:lnTo>
                  <a:pt x="960" y="490"/>
                </a:lnTo>
                <a:lnTo>
                  <a:pt x="960" y="485"/>
                </a:lnTo>
                <a:lnTo>
                  <a:pt x="959" y="485"/>
                </a:lnTo>
                <a:lnTo>
                  <a:pt x="958" y="484"/>
                </a:lnTo>
                <a:lnTo>
                  <a:pt x="957" y="482"/>
                </a:lnTo>
                <a:lnTo>
                  <a:pt x="956" y="480"/>
                </a:lnTo>
                <a:lnTo>
                  <a:pt x="955" y="479"/>
                </a:lnTo>
                <a:lnTo>
                  <a:pt x="953" y="479"/>
                </a:lnTo>
                <a:lnTo>
                  <a:pt x="952" y="478"/>
                </a:lnTo>
                <a:lnTo>
                  <a:pt x="950" y="478"/>
                </a:lnTo>
                <a:lnTo>
                  <a:pt x="950" y="476"/>
                </a:lnTo>
                <a:lnTo>
                  <a:pt x="950" y="475"/>
                </a:lnTo>
                <a:lnTo>
                  <a:pt x="949" y="475"/>
                </a:lnTo>
                <a:lnTo>
                  <a:pt x="948" y="475"/>
                </a:lnTo>
                <a:lnTo>
                  <a:pt x="947" y="476"/>
                </a:lnTo>
                <a:lnTo>
                  <a:pt x="945" y="475"/>
                </a:lnTo>
                <a:lnTo>
                  <a:pt x="944" y="473"/>
                </a:lnTo>
                <a:lnTo>
                  <a:pt x="944" y="469"/>
                </a:lnTo>
                <a:lnTo>
                  <a:pt x="946" y="468"/>
                </a:lnTo>
                <a:lnTo>
                  <a:pt x="946" y="466"/>
                </a:lnTo>
                <a:lnTo>
                  <a:pt x="947" y="463"/>
                </a:lnTo>
                <a:lnTo>
                  <a:pt x="946" y="461"/>
                </a:lnTo>
                <a:lnTo>
                  <a:pt x="944" y="459"/>
                </a:lnTo>
                <a:lnTo>
                  <a:pt x="944" y="458"/>
                </a:lnTo>
                <a:lnTo>
                  <a:pt x="943" y="457"/>
                </a:lnTo>
                <a:lnTo>
                  <a:pt x="942" y="456"/>
                </a:lnTo>
                <a:lnTo>
                  <a:pt x="940" y="455"/>
                </a:lnTo>
                <a:lnTo>
                  <a:pt x="938" y="454"/>
                </a:lnTo>
                <a:lnTo>
                  <a:pt x="938" y="455"/>
                </a:lnTo>
                <a:lnTo>
                  <a:pt x="937" y="455"/>
                </a:lnTo>
                <a:lnTo>
                  <a:pt x="936" y="455"/>
                </a:lnTo>
                <a:lnTo>
                  <a:pt x="935" y="455"/>
                </a:lnTo>
                <a:lnTo>
                  <a:pt x="933" y="454"/>
                </a:lnTo>
                <a:lnTo>
                  <a:pt x="932" y="455"/>
                </a:lnTo>
                <a:lnTo>
                  <a:pt x="931" y="456"/>
                </a:lnTo>
                <a:lnTo>
                  <a:pt x="930" y="456"/>
                </a:lnTo>
                <a:lnTo>
                  <a:pt x="929" y="456"/>
                </a:lnTo>
                <a:lnTo>
                  <a:pt x="927" y="454"/>
                </a:lnTo>
                <a:lnTo>
                  <a:pt x="927" y="453"/>
                </a:lnTo>
                <a:lnTo>
                  <a:pt x="927" y="452"/>
                </a:lnTo>
                <a:lnTo>
                  <a:pt x="928" y="452"/>
                </a:lnTo>
                <a:lnTo>
                  <a:pt x="928" y="451"/>
                </a:lnTo>
                <a:lnTo>
                  <a:pt x="925" y="451"/>
                </a:lnTo>
                <a:lnTo>
                  <a:pt x="924" y="451"/>
                </a:lnTo>
                <a:lnTo>
                  <a:pt x="924" y="452"/>
                </a:lnTo>
                <a:lnTo>
                  <a:pt x="924" y="453"/>
                </a:lnTo>
                <a:lnTo>
                  <a:pt x="924" y="454"/>
                </a:lnTo>
                <a:lnTo>
                  <a:pt x="925" y="456"/>
                </a:lnTo>
                <a:lnTo>
                  <a:pt x="922" y="457"/>
                </a:lnTo>
                <a:lnTo>
                  <a:pt x="921" y="457"/>
                </a:lnTo>
                <a:lnTo>
                  <a:pt x="920" y="456"/>
                </a:lnTo>
                <a:lnTo>
                  <a:pt x="921" y="456"/>
                </a:lnTo>
                <a:lnTo>
                  <a:pt x="921" y="454"/>
                </a:lnTo>
                <a:lnTo>
                  <a:pt x="920" y="452"/>
                </a:lnTo>
                <a:lnTo>
                  <a:pt x="920" y="451"/>
                </a:lnTo>
                <a:lnTo>
                  <a:pt x="919" y="451"/>
                </a:lnTo>
                <a:lnTo>
                  <a:pt x="918" y="451"/>
                </a:lnTo>
                <a:lnTo>
                  <a:pt x="916" y="449"/>
                </a:lnTo>
                <a:lnTo>
                  <a:pt x="913" y="447"/>
                </a:lnTo>
                <a:lnTo>
                  <a:pt x="914" y="447"/>
                </a:lnTo>
                <a:lnTo>
                  <a:pt x="914" y="446"/>
                </a:lnTo>
                <a:lnTo>
                  <a:pt x="914" y="445"/>
                </a:lnTo>
                <a:lnTo>
                  <a:pt x="913" y="445"/>
                </a:lnTo>
                <a:lnTo>
                  <a:pt x="912" y="444"/>
                </a:lnTo>
                <a:lnTo>
                  <a:pt x="912" y="445"/>
                </a:lnTo>
                <a:lnTo>
                  <a:pt x="910" y="445"/>
                </a:lnTo>
                <a:lnTo>
                  <a:pt x="909" y="445"/>
                </a:lnTo>
                <a:lnTo>
                  <a:pt x="908" y="444"/>
                </a:lnTo>
                <a:lnTo>
                  <a:pt x="907" y="446"/>
                </a:lnTo>
                <a:lnTo>
                  <a:pt x="906" y="446"/>
                </a:lnTo>
                <a:lnTo>
                  <a:pt x="904" y="447"/>
                </a:lnTo>
                <a:lnTo>
                  <a:pt x="904" y="446"/>
                </a:lnTo>
                <a:lnTo>
                  <a:pt x="904" y="445"/>
                </a:lnTo>
                <a:lnTo>
                  <a:pt x="902" y="445"/>
                </a:lnTo>
                <a:lnTo>
                  <a:pt x="901" y="444"/>
                </a:lnTo>
                <a:lnTo>
                  <a:pt x="900" y="443"/>
                </a:lnTo>
                <a:lnTo>
                  <a:pt x="899" y="443"/>
                </a:lnTo>
                <a:lnTo>
                  <a:pt x="899" y="444"/>
                </a:lnTo>
                <a:lnTo>
                  <a:pt x="897" y="445"/>
                </a:lnTo>
                <a:lnTo>
                  <a:pt x="896" y="447"/>
                </a:lnTo>
                <a:lnTo>
                  <a:pt x="895" y="447"/>
                </a:lnTo>
                <a:lnTo>
                  <a:pt x="894" y="446"/>
                </a:lnTo>
                <a:lnTo>
                  <a:pt x="892" y="446"/>
                </a:lnTo>
                <a:lnTo>
                  <a:pt x="892" y="447"/>
                </a:lnTo>
                <a:lnTo>
                  <a:pt x="891" y="447"/>
                </a:lnTo>
                <a:lnTo>
                  <a:pt x="890" y="448"/>
                </a:lnTo>
                <a:lnTo>
                  <a:pt x="889" y="449"/>
                </a:lnTo>
                <a:lnTo>
                  <a:pt x="888" y="448"/>
                </a:lnTo>
                <a:lnTo>
                  <a:pt x="887" y="448"/>
                </a:lnTo>
                <a:lnTo>
                  <a:pt x="886" y="448"/>
                </a:lnTo>
                <a:lnTo>
                  <a:pt x="887" y="449"/>
                </a:lnTo>
                <a:lnTo>
                  <a:pt x="887" y="454"/>
                </a:lnTo>
                <a:lnTo>
                  <a:pt x="886" y="454"/>
                </a:lnTo>
                <a:lnTo>
                  <a:pt x="885" y="455"/>
                </a:lnTo>
                <a:lnTo>
                  <a:pt x="884" y="455"/>
                </a:lnTo>
                <a:lnTo>
                  <a:pt x="884" y="454"/>
                </a:lnTo>
                <a:lnTo>
                  <a:pt x="880" y="454"/>
                </a:lnTo>
                <a:lnTo>
                  <a:pt x="879" y="455"/>
                </a:lnTo>
                <a:lnTo>
                  <a:pt x="879" y="456"/>
                </a:lnTo>
                <a:lnTo>
                  <a:pt x="879" y="457"/>
                </a:lnTo>
                <a:lnTo>
                  <a:pt x="879" y="458"/>
                </a:lnTo>
                <a:lnTo>
                  <a:pt x="880" y="459"/>
                </a:lnTo>
                <a:lnTo>
                  <a:pt x="879" y="459"/>
                </a:lnTo>
                <a:lnTo>
                  <a:pt x="878" y="459"/>
                </a:lnTo>
                <a:lnTo>
                  <a:pt x="877" y="459"/>
                </a:lnTo>
                <a:lnTo>
                  <a:pt x="876" y="463"/>
                </a:lnTo>
                <a:lnTo>
                  <a:pt x="876" y="464"/>
                </a:lnTo>
                <a:lnTo>
                  <a:pt x="877" y="464"/>
                </a:lnTo>
                <a:lnTo>
                  <a:pt x="877" y="465"/>
                </a:lnTo>
                <a:lnTo>
                  <a:pt x="878" y="465"/>
                </a:lnTo>
                <a:lnTo>
                  <a:pt x="878" y="466"/>
                </a:lnTo>
                <a:lnTo>
                  <a:pt x="877" y="467"/>
                </a:lnTo>
                <a:lnTo>
                  <a:pt x="876" y="467"/>
                </a:lnTo>
                <a:lnTo>
                  <a:pt x="876" y="468"/>
                </a:lnTo>
                <a:lnTo>
                  <a:pt x="876" y="470"/>
                </a:lnTo>
                <a:lnTo>
                  <a:pt x="876" y="472"/>
                </a:lnTo>
                <a:lnTo>
                  <a:pt x="876" y="473"/>
                </a:lnTo>
                <a:lnTo>
                  <a:pt x="875" y="473"/>
                </a:lnTo>
                <a:lnTo>
                  <a:pt x="875" y="477"/>
                </a:lnTo>
                <a:lnTo>
                  <a:pt x="874" y="477"/>
                </a:lnTo>
                <a:lnTo>
                  <a:pt x="874" y="478"/>
                </a:lnTo>
                <a:lnTo>
                  <a:pt x="874" y="479"/>
                </a:lnTo>
                <a:lnTo>
                  <a:pt x="874" y="480"/>
                </a:lnTo>
                <a:lnTo>
                  <a:pt x="875" y="481"/>
                </a:lnTo>
                <a:lnTo>
                  <a:pt x="874" y="482"/>
                </a:lnTo>
                <a:lnTo>
                  <a:pt x="874" y="484"/>
                </a:lnTo>
                <a:lnTo>
                  <a:pt x="873" y="485"/>
                </a:lnTo>
                <a:lnTo>
                  <a:pt x="872" y="485"/>
                </a:lnTo>
                <a:lnTo>
                  <a:pt x="872" y="487"/>
                </a:lnTo>
                <a:lnTo>
                  <a:pt x="873" y="488"/>
                </a:lnTo>
                <a:lnTo>
                  <a:pt x="874" y="488"/>
                </a:lnTo>
                <a:lnTo>
                  <a:pt x="875" y="488"/>
                </a:lnTo>
                <a:lnTo>
                  <a:pt x="875" y="489"/>
                </a:lnTo>
                <a:lnTo>
                  <a:pt x="876" y="489"/>
                </a:lnTo>
                <a:lnTo>
                  <a:pt x="877" y="488"/>
                </a:lnTo>
                <a:lnTo>
                  <a:pt x="878" y="487"/>
                </a:lnTo>
                <a:lnTo>
                  <a:pt x="879" y="488"/>
                </a:lnTo>
                <a:lnTo>
                  <a:pt x="880" y="488"/>
                </a:lnTo>
                <a:lnTo>
                  <a:pt x="880" y="489"/>
                </a:lnTo>
                <a:lnTo>
                  <a:pt x="881" y="489"/>
                </a:lnTo>
                <a:lnTo>
                  <a:pt x="883" y="489"/>
                </a:lnTo>
                <a:lnTo>
                  <a:pt x="885" y="488"/>
                </a:lnTo>
                <a:lnTo>
                  <a:pt x="885" y="487"/>
                </a:lnTo>
                <a:lnTo>
                  <a:pt x="886" y="487"/>
                </a:lnTo>
                <a:lnTo>
                  <a:pt x="887" y="488"/>
                </a:lnTo>
                <a:lnTo>
                  <a:pt x="888" y="489"/>
                </a:lnTo>
                <a:lnTo>
                  <a:pt x="888" y="492"/>
                </a:lnTo>
                <a:lnTo>
                  <a:pt x="888" y="493"/>
                </a:lnTo>
                <a:lnTo>
                  <a:pt x="889" y="493"/>
                </a:lnTo>
                <a:lnTo>
                  <a:pt x="888" y="494"/>
                </a:lnTo>
                <a:lnTo>
                  <a:pt x="887" y="494"/>
                </a:lnTo>
                <a:lnTo>
                  <a:pt x="887" y="495"/>
                </a:lnTo>
                <a:lnTo>
                  <a:pt x="886" y="498"/>
                </a:lnTo>
                <a:lnTo>
                  <a:pt x="885" y="498"/>
                </a:lnTo>
                <a:lnTo>
                  <a:pt x="886" y="499"/>
                </a:lnTo>
                <a:lnTo>
                  <a:pt x="887" y="500"/>
                </a:lnTo>
                <a:lnTo>
                  <a:pt x="886" y="506"/>
                </a:lnTo>
                <a:lnTo>
                  <a:pt x="886" y="508"/>
                </a:lnTo>
                <a:lnTo>
                  <a:pt x="885" y="507"/>
                </a:lnTo>
                <a:lnTo>
                  <a:pt x="883" y="507"/>
                </a:lnTo>
                <a:lnTo>
                  <a:pt x="883" y="506"/>
                </a:lnTo>
                <a:lnTo>
                  <a:pt x="882" y="506"/>
                </a:lnTo>
                <a:lnTo>
                  <a:pt x="881" y="506"/>
                </a:lnTo>
                <a:lnTo>
                  <a:pt x="880" y="505"/>
                </a:lnTo>
                <a:lnTo>
                  <a:pt x="879" y="506"/>
                </a:lnTo>
                <a:lnTo>
                  <a:pt x="878" y="508"/>
                </a:lnTo>
                <a:lnTo>
                  <a:pt x="878" y="509"/>
                </a:lnTo>
                <a:lnTo>
                  <a:pt x="878" y="510"/>
                </a:lnTo>
                <a:lnTo>
                  <a:pt x="879" y="510"/>
                </a:lnTo>
                <a:lnTo>
                  <a:pt x="880" y="512"/>
                </a:lnTo>
                <a:lnTo>
                  <a:pt x="881" y="513"/>
                </a:lnTo>
                <a:lnTo>
                  <a:pt x="882" y="514"/>
                </a:lnTo>
                <a:lnTo>
                  <a:pt x="883" y="515"/>
                </a:lnTo>
                <a:lnTo>
                  <a:pt x="884" y="517"/>
                </a:lnTo>
                <a:lnTo>
                  <a:pt x="885" y="518"/>
                </a:lnTo>
                <a:lnTo>
                  <a:pt x="885" y="519"/>
                </a:lnTo>
                <a:lnTo>
                  <a:pt x="886" y="520"/>
                </a:lnTo>
                <a:lnTo>
                  <a:pt x="886" y="521"/>
                </a:lnTo>
                <a:lnTo>
                  <a:pt x="885" y="521"/>
                </a:lnTo>
                <a:lnTo>
                  <a:pt x="885" y="523"/>
                </a:lnTo>
                <a:lnTo>
                  <a:pt x="886" y="524"/>
                </a:lnTo>
                <a:lnTo>
                  <a:pt x="887" y="526"/>
                </a:lnTo>
                <a:lnTo>
                  <a:pt x="886" y="526"/>
                </a:lnTo>
                <a:lnTo>
                  <a:pt x="885" y="529"/>
                </a:lnTo>
                <a:lnTo>
                  <a:pt x="886" y="529"/>
                </a:lnTo>
                <a:lnTo>
                  <a:pt x="887" y="529"/>
                </a:lnTo>
                <a:lnTo>
                  <a:pt x="886" y="531"/>
                </a:lnTo>
                <a:lnTo>
                  <a:pt x="887" y="532"/>
                </a:lnTo>
                <a:lnTo>
                  <a:pt x="886" y="532"/>
                </a:lnTo>
                <a:lnTo>
                  <a:pt x="887" y="532"/>
                </a:lnTo>
                <a:lnTo>
                  <a:pt x="888" y="534"/>
                </a:lnTo>
                <a:lnTo>
                  <a:pt x="888" y="535"/>
                </a:lnTo>
                <a:lnTo>
                  <a:pt x="889" y="536"/>
                </a:lnTo>
                <a:lnTo>
                  <a:pt x="889" y="537"/>
                </a:lnTo>
                <a:lnTo>
                  <a:pt x="890" y="537"/>
                </a:lnTo>
                <a:lnTo>
                  <a:pt x="891" y="538"/>
                </a:lnTo>
                <a:lnTo>
                  <a:pt x="891" y="539"/>
                </a:lnTo>
                <a:lnTo>
                  <a:pt x="893" y="542"/>
                </a:lnTo>
                <a:lnTo>
                  <a:pt x="893" y="543"/>
                </a:lnTo>
                <a:lnTo>
                  <a:pt x="894" y="545"/>
                </a:lnTo>
                <a:lnTo>
                  <a:pt x="895" y="546"/>
                </a:lnTo>
                <a:lnTo>
                  <a:pt x="895" y="547"/>
                </a:lnTo>
                <a:lnTo>
                  <a:pt x="894" y="547"/>
                </a:lnTo>
                <a:lnTo>
                  <a:pt x="892" y="547"/>
                </a:lnTo>
                <a:lnTo>
                  <a:pt x="892" y="548"/>
                </a:lnTo>
                <a:lnTo>
                  <a:pt x="891" y="549"/>
                </a:lnTo>
                <a:lnTo>
                  <a:pt x="889" y="549"/>
                </a:lnTo>
                <a:lnTo>
                  <a:pt x="888" y="549"/>
                </a:lnTo>
                <a:lnTo>
                  <a:pt x="887" y="549"/>
                </a:lnTo>
                <a:lnTo>
                  <a:pt x="882" y="550"/>
                </a:lnTo>
                <a:lnTo>
                  <a:pt x="882" y="551"/>
                </a:lnTo>
                <a:lnTo>
                  <a:pt x="882" y="552"/>
                </a:lnTo>
                <a:lnTo>
                  <a:pt x="881" y="553"/>
                </a:lnTo>
                <a:lnTo>
                  <a:pt x="880" y="552"/>
                </a:lnTo>
                <a:lnTo>
                  <a:pt x="879" y="552"/>
                </a:lnTo>
                <a:lnTo>
                  <a:pt x="877" y="552"/>
                </a:lnTo>
                <a:lnTo>
                  <a:pt x="877" y="553"/>
                </a:lnTo>
                <a:lnTo>
                  <a:pt x="874" y="555"/>
                </a:lnTo>
                <a:lnTo>
                  <a:pt x="872" y="555"/>
                </a:lnTo>
                <a:lnTo>
                  <a:pt x="872" y="554"/>
                </a:lnTo>
                <a:lnTo>
                  <a:pt x="872" y="553"/>
                </a:lnTo>
                <a:lnTo>
                  <a:pt x="870" y="554"/>
                </a:lnTo>
                <a:lnTo>
                  <a:pt x="868" y="555"/>
                </a:lnTo>
                <a:lnTo>
                  <a:pt x="867" y="555"/>
                </a:lnTo>
                <a:lnTo>
                  <a:pt x="866" y="555"/>
                </a:lnTo>
                <a:lnTo>
                  <a:pt x="866" y="554"/>
                </a:lnTo>
                <a:lnTo>
                  <a:pt x="865" y="553"/>
                </a:lnTo>
                <a:lnTo>
                  <a:pt x="864" y="553"/>
                </a:lnTo>
                <a:lnTo>
                  <a:pt x="863" y="554"/>
                </a:lnTo>
                <a:lnTo>
                  <a:pt x="864" y="554"/>
                </a:lnTo>
                <a:lnTo>
                  <a:pt x="862" y="555"/>
                </a:lnTo>
                <a:lnTo>
                  <a:pt x="858" y="557"/>
                </a:lnTo>
                <a:lnTo>
                  <a:pt x="857" y="558"/>
                </a:lnTo>
                <a:lnTo>
                  <a:pt x="857" y="561"/>
                </a:lnTo>
                <a:lnTo>
                  <a:pt x="857" y="563"/>
                </a:lnTo>
                <a:lnTo>
                  <a:pt x="857" y="564"/>
                </a:lnTo>
                <a:lnTo>
                  <a:pt x="857" y="565"/>
                </a:lnTo>
                <a:lnTo>
                  <a:pt x="857" y="566"/>
                </a:lnTo>
                <a:lnTo>
                  <a:pt x="857" y="567"/>
                </a:lnTo>
                <a:lnTo>
                  <a:pt x="856" y="568"/>
                </a:lnTo>
                <a:lnTo>
                  <a:pt x="856" y="567"/>
                </a:lnTo>
                <a:lnTo>
                  <a:pt x="854" y="566"/>
                </a:lnTo>
                <a:lnTo>
                  <a:pt x="852" y="565"/>
                </a:lnTo>
                <a:lnTo>
                  <a:pt x="850" y="564"/>
                </a:lnTo>
                <a:lnTo>
                  <a:pt x="850" y="565"/>
                </a:lnTo>
                <a:lnTo>
                  <a:pt x="850" y="567"/>
                </a:lnTo>
                <a:lnTo>
                  <a:pt x="847" y="569"/>
                </a:lnTo>
                <a:lnTo>
                  <a:pt x="849" y="572"/>
                </a:lnTo>
                <a:lnTo>
                  <a:pt x="849" y="574"/>
                </a:lnTo>
                <a:lnTo>
                  <a:pt x="849" y="575"/>
                </a:lnTo>
                <a:lnTo>
                  <a:pt x="848" y="576"/>
                </a:lnTo>
                <a:lnTo>
                  <a:pt x="848" y="577"/>
                </a:lnTo>
                <a:lnTo>
                  <a:pt x="848" y="578"/>
                </a:lnTo>
                <a:lnTo>
                  <a:pt x="849" y="578"/>
                </a:lnTo>
                <a:lnTo>
                  <a:pt x="849" y="579"/>
                </a:lnTo>
                <a:lnTo>
                  <a:pt x="849" y="580"/>
                </a:lnTo>
                <a:lnTo>
                  <a:pt x="849" y="581"/>
                </a:lnTo>
                <a:lnTo>
                  <a:pt x="848" y="581"/>
                </a:lnTo>
                <a:lnTo>
                  <a:pt x="847" y="580"/>
                </a:lnTo>
                <a:lnTo>
                  <a:pt x="846" y="580"/>
                </a:lnTo>
                <a:lnTo>
                  <a:pt x="845" y="579"/>
                </a:lnTo>
                <a:lnTo>
                  <a:pt x="844" y="581"/>
                </a:lnTo>
                <a:lnTo>
                  <a:pt x="844" y="585"/>
                </a:lnTo>
                <a:lnTo>
                  <a:pt x="844" y="586"/>
                </a:lnTo>
                <a:lnTo>
                  <a:pt x="845" y="588"/>
                </a:lnTo>
                <a:lnTo>
                  <a:pt x="846" y="588"/>
                </a:lnTo>
                <a:lnTo>
                  <a:pt x="846" y="589"/>
                </a:lnTo>
                <a:lnTo>
                  <a:pt x="847" y="589"/>
                </a:lnTo>
                <a:lnTo>
                  <a:pt x="847" y="590"/>
                </a:lnTo>
                <a:lnTo>
                  <a:pt x="847" y="591"/>
                </a:lnTo>
                <a:lnTo>
                  <a:pt x="846" y="592"/>
                </a:lnTo>
                <a:lnTo>
                  <a:pt x="845" y="592"/>
                </a:lnTo>
                <a:lnTo>
                  <a:pt x="844" y="593"/>
                </a:lnTo>
                <a:lnTo>
                  <a:pt x="845" y="596"/>
                </a:lnTo>
                <a:lnTo>
                  <a:pt x="846" y="597"/>
                </a:lnTo>
                <a:lnTo>
                  <a:pt x="846" y="598"/>
                </a:lnTo>
                <a:lnTo>
                  <a:pt x="847" y="598"/>
                </a:lnTo>
                <a:lnTo>
                  <a:pt x="848" y="597"/>
                </a:lnTo>
                <a:lnTo>
                  <a:pt x="848" y="596"/>
                </a:lnTo>
                <a:lnTo>
                  <a:pt x="850" y="596"/>
                </a:lnTo>
                <a:lnTo>
                  <a:pt x="850" y="597"/>
                </a:lnTo>
                <a:lnTo>
                  <a:pt x="850" y="598"/>
                </a:lnTo>
                <a:lnTo>
                  <a:pt x="851" y="599"/>
                </a:lnTo>
                <a:lnTo>
                  <a:pt x="851" y="600"/>
                </a:lnTo>
                <a:lnTo>
                  <a:pt x="852" y="601"/>
                </a:lnTo>
                <a:lnTo>
                  <a:pt x="852" y="602"/>
                </a:lnTo>
                <a:lnTo>
                  <a:pt x="853" y="602"/>
                </a:lnTo>
                <a:lnTo>
                  <a:pt x="854" y="602"/>
                </a:lnTo>
                <a:lnTo>
                  <a:pt x="855" y="603"/>
                </a:lnTo>
                <a:lnTo>
                  <a:pt x="855" y="604"/>
                </a:lnTo>
                <a:lnTo>
                  <a:pt x="854" y="605"/>
                </a:lnTo>
                <a:lnTo>
                  <a:pt x="854" y="607"/>
                </a:lnTo>
                <a:lnTo>
                  <a:pt x="854" y="609"/>
                </a:lnTo>
                <a:lnTo>
                  <a:pt x="854" y="610"/>
                </a:lnTo>
                <a:lnTo>
                  <a:pt x="854" y="611"/>
                </a:lnTo>
                <a:lnTo>
                  <a:pt x="853" y="611"/>
                </a:lnTo>
                <a:lnTo>
                  <a:pt x="852" y="610"/>
                </a:lnTo>
                <a:lnTo>
                  <a:pt x="851" y="610"/>
                </a:lnTo>
                <a:lnTo>
                  <a:pt x="851" y="611"/>
                </a:lnTo>
                <a:lnTo>
                  <a:pt x="850" y="611"/>
                </a:lnTo>
                <a:lnTo>
                  <a:pt x="850" y="613"/>
                </a:lnTo>
                <a:lnTo>
                  <a:pt x="850" y="614"/>
                </a:lnTo>
                <a:lnTo>
                  <a:pt x="851" y="615"/>
                </a:lnTo>
                <a:lnTo>
                  <a:pt x="851" y="616"/>
                </a:lnTo>
                <a:lnTo>
                  <a:pt x="851" y="617"/>
                </a:lnTo>
                <a:lnTo>
                  <a:pt x="852" y="617"/>
                </a:lnTo>
                <a:lnTo>
                  <a:pt x="852" y="618"/>
                </a:lnTo>
                <a:lnTo>
                  <a:pt x="852" y="619"/>
                </a:lnTo>
                <a:lnTo>
                  <a:pt x="851" y="619"/>
                </a:lnTo>
                <a:lnTo>
                  <a:pt x="851" y="620"/>
                </a:lnTo>
                <a:lnTo>
                  <a:pt x="850" y="622"/>
                </a:lnTo>
                <a:lnTo>
                  <a:pt x="850" y="623"/>
                </a:lnTo>
                <a:lnTo>
                  <a:pt x="851" y="624"/>
                </a:lnTo>
                <a:lnTo>
                  <a:pt x="851" y="625"/>
                </a:lnTo>
                <a:lnTo>
                  <a:pt x="850" y="626"/>
                </a:lnTo>
                <a:lnTo>
                  <a:pt x="849" y="626"/>
                </a:lnTo>
                <a:lnTo>
                  <a:pt x="848" y="627"/>
                </a:lnTo>
                <a:lnTo>
                  <a:pt x="848" y="628"/>
                </a:lnTo>
                <a:lnTo>
                  <a:pt x="850" y="628"/>
                </a:lnTo>
                <a:lnTo>
                  <a:pt x="851" y="628"/>
                </a:lnTo>
                <a:lnTo>
                  <a:pt x="850" y="629"/>
                </a:lnTo>
                <a:lnTo>
                  <a:pt x="848" y="631"/>
                </a:lnTo>
                <a:lnTo>
                  <a:pt x="847" y="631"/>
                </a:lnTo>
                <a:lnTo>
                  <a:pt x="846" y="631"/>
                </a:lnTo>
                <a:lnTo>
                  <a:pt x="845" y="632"/>
                </a:lnTo>
                <a:lnTo>
                  <a:pt x="845" y="633"/>
                </a:lnTo>
                <a:lnTo>
                  <a:pt x="845" y="634"/>
                </a:lnTo>
                <a:lnTo>
                  <a:pt x="846" y="635"/>
                </a:lnTo>
                <a:lnTo>
                  <a:pt x="847" y="638"/>
                </a:lnTo>
                <a:lnTo>
                  <a:pt x="847" y="640"/>
                </a:lnTo>
                <a:lnTo>
                  <a:pt x="848" y="642"/>
                </a:lnTo>
                <a:lnTo>
                  <a:pt x="848" y="643"/>
                </a:lnTo>
                <a:lnTo>
                  <a:pt x="848" y="644"/>
                </a:lnTo>
                <a:lnTo>
                  <a:pt x="847" y="644"/>
                </a:lnTo>
                <a:lnTo>
                  <a:pt x="846" y="644"/>
                </a:lnTo>
                <a:lnTo>
                  <a:pt x="846" y="645"/>
                </a:lnTo>
                <a:lnTo>
                  <a:pt x="846" y="646"/>
                </a:lnTo>
                <a:lnTo>
                  <a:pt x="845" y="646"/>
                </a:lnTo>
                <a:lnTo>
                  <a:pt x="844" y="645"/>
                </a:lnTo>
                <a:lnTo>
                  <a:pt x="842" y="646"/>
                </a:lnTo>
                <a:lnTo>
                  <a:pt x="841" y="646"/>
                </a:lnTo>
                <a:lnTo>
                  <a:pt x="839" y="646"/>
                </a:lnTo>
                <a:lnTo>
                  <a:pt x="838" y="646"/>
                </a:lnTo>
                <a:lnTo>
                  <a:pt x="838" y="647"/>
                </a:lnTo>
                <a:lnTo>
                  <a:pt x="838" y="648"/>
                </a:lnTo>
                <a:lnTo>
                  <a:pt x="837" y="649"/>
                </a:lnTo>
                <a:lnTo>
                  <a:pt x="832" y="651"/>
                </a:lnTo>
                <a:lnTo>
                  <a:pt x="832" y="650"/>
                </a:lnTo>
                <a:lnTo>
                  <a:pt x="831" y="650"/>
                </a:lnTo>
                <a:lnTo>
                  <a:pt x="830" y="651"/>
                </a:lnTo>
                <a:lnTo>
                  <a:pt x="829" y="651"/>
                </a:lnTo>
                <a:lnTo>
                  <a:pt x="827" y="652"/>
                </a:lnTo>
                <a:lnTo>
                  <a:pt x="827" y="653"/>
                </a:lnTo>
                <a:lnTo>
                  <a:pt x="826" y="655"/>
                </a:lnTo>
                <a:lnTo>
                  <a:pt x="826" y="656"/>
                </a:lnTo>
                <a:lnTo>
                  <a:pt x="827" y="656"/>
                </a:lnTo>
                <a:lnTo>
                  <a:pt x="826" y="658"/>
                </a:lnTo>
                <a:lnTo>
                  <a:pt x="825" y="659"/>
                </a:lnTo>
                <a:lnTo>
                  <a:pt x="824" y="659"/>
                </a:lnTo>
                <a:lnTo>
                  <a:pt x="823" y="659"/>
                </a:lnTo>
                <a:lnTo>
                  <a:pt x="822" y="659"/>
                </a:lnTo>
                <a:lnTo>
                  <a:pt x="819" y="660"/>
                </a:lnTo>
                <a:lnTo>
                  <a:pt x="819" y="661"/>
                </a:lnTo>
                <a:lnTo>
                  <a:pt x="814" y="660"/>
                </a:lnTo>
                <a:lnTo>
                  <a:pt x="814" y="659"/>
                </a:lnTo>
                <a:lnTo>
                  <a:pt x="813" y="659"/>
                </a:lnTo>
                <a:lnTo>
                  <a:pt x="811" y="659"/>
                </a:lnTo>
                <a:lnTo>
                  <a:pt x="810" y="659"/>
                </a:lnTo>
                <a:lnTo>
                  <a:pt x="809" y="660"/>
                </a:lnTo>
                <a:lnTo>
                  <a:pt x="809" y="661"/>
                </a:lnTo>
                <a:lnTo>
                  <a:pt x="807" y="660"/>
                </a:lnTo>
                <a:lnTo>
                  <a:pt x="807" y="659"/>
                </a:lnTo>
                <a:lnTo>
                  <a:pt x="807" y="658"/>
                </a:lnTo>
                <a:lnTo>
                  <a:pt x="806" y="658"/>
                </a:lnTo>
                <a:lnTo>
                  <a:pt x="806" y="659"/>
                </a:lnTo>
                <a:lnTo>
                  <a:pt x="805" y="660"/>
                </a:lnTo>
                <a:lnTo>
                  <a:pt x="803" y="660"/>
                </a:lnTo>
                <a:lnTo>
                  <a:pt x="802" y="660"/>
                </a:lnTo>
                <a:lnTo>
                  <a:pt x="801" y="659"/>
                </a:lnTo>
                <a:lnTo>
                  <a:pt x="800" y="658"/>
                </a:lnTo>
                <a:lnTo>
                  <a:pt x="797" y="658"/>
                </a:lnTo>
                <a:lnTo>
                  <a:pt x="796" y="657"/>
                </a:lnTo>
                <a:lnTo>
                  <a:pt x="796" y="656"/>
                </a:lnTo>
                <a:lnTo>
                  <a:pt x="796" y="655"/>
                </a:lnTo>
                <a:lnTo>
                  <a:pt x="795" y="654"/>
                </a:lnTo>
                <a:lnTo>
                  <a:pt x="795" y="653"/>
                </a:lnTo>
                <a:lnTo>
                  <a:pt x="793" y="653"/>
                </a:lnTo>
                <a:lnTo>
                  <a:pt x="792" y="652"/>
                </a:lnTo>
                <a:lnTo>
                  <a:pt x="792" y="651"/>
                </a:lnTo>
                <a:lnTo>
                  <a:pt x="792" y="650"/>
                </a:lnTo>
                <a:lnTo>
                  <a:pt x="793" y="650"/>
                </a:lnTo>
                <a:lnTo>
                  <a:pt x="794" y="649"/>
                </a:lnTo>
                <a:lnTo>
                  <a:pt x="794" y="648"/>
                </a:lnTo>
                <a:lnTo>
                  <a:pt x="793" y="648"/>
                </a:lnTo>
                <a:lnTo>
                  <a:pt x="791" y="648"/>
                </a:lnTo>
                <a:lnTo>
                  <a:pt x="790" y="648"/>
                </a:lnTo>
                <a:lnTo>
                  <a:pt x="786" y="648"/>
                </a:lnTo>
                <a:lnTo>
                  <a:pt x="786" y="650"/>
                </a:lnTo>
                <a:lnTo>
                  <a:pt x="785" y="651"/>
                </a:lnTo>
                <a:lnTo>
                  <a:pt x="784" y="651"/>
                </a:lnTo>
                <a:lnTo>
                  <a:pt x="782" y="652"/>
                </a:lnTo>
                <a:lnTo>
                  <a:pt x="781" y="653"/>
                </a:lnTo>
                <a:lnTo>
                  <a:pt x="781" y="654"/>
                </a:lnTo>
                <a:lnTo>
                  <a:pt x="782" y="655"/>
                </a:lnTo>
                <a:lnTo>
                  <a:pt x="782" y="656"/>
                </a:lnTo>
                <a:lnTo>
                  <a:pt x="782" y="658"/>
                </a:lnTo>
                <a:lnTo>
                  <a:pt x="781" y="658"/>
                </a:lnTo>
                <a:lnTo>
                  <a:pt x="781" y="659"/>
                </a:lnTo>
                <a:lnTo>
                  <a:pt x="781" y="660"/>
                </a:lnTo>
                <a:lnTo>
                  <a:pt x="781" y="663"/>
                </a:lnTo>
                <a:lnTo>
                  <a:pt x="784" y="662"/>
                </a:lnTo>
                <a:lnTo>
                  <a:pt x="784" y="663"/>
                </a:lnTo>
                <a:lnTo>
                  <a:pt x="784" y="664"/>
                </a:lnTo>
                <a:lnTo>
                  <a:pt x="785" y="664"/>
                </a:lnTo>
                <a:lnTo>
                  <a:pt x="785" y="666"/>
                </a:lnTo>
                <a:lnTo>
                  <a:pt x="786" y="669"/>
                </a:lnTo>
                <a:lnTo>
                  <a:pt x="786" y="670"/>
                </a:lnTo>
                <a:lnTo>
                  <a:pt x="786" y="671"/>
                </a:lnTo>
                <a:lnTo>
                  <a:pt x="786" y="672"/>
                </a:lnTo>
                <a:lnTo>
                  <a:pt x="787" y="672"/>
                </a:lnTo>
                <a:lnTo>
                  <a:pt x="788" y="673"/>
                </a:lnTo>
                <a:lnTo>
                  <a:pt x="788" y="674"/>
                </a:lnTo>
                <a:lnTo>
                  <a:pt x="788" y="675"/>
                </a:lnTo>
                <a:lnTo>
                  <a:pt x="787" y="676"/>
                </a:lnTo>
                <a:lnTo>
                  <a:pt x="786" y="676"/>
                </a:lnTo>
                <a:lnTo>
                  <a:pt x="785" y="676"/>
                </a:lnTo>
                <a:lnTo>
                  <a:pt x="784" y="676"/>
                </a:lnTo>
                <a:lnTo>
                  <a:pt x="783" y="676"/>
                </a:lnTo>
                <a:lnTo>
                  <a:pt x="782" y="676"/>
                </a:lnTo>
                <a:lnTo>
                  <a:pt x="782" y="677"/>
                </a:lnTo>
                <a:lnTo>
                  <a:pt x="783" y="678"/>
                </a:lnTo>
                <a:lnTo>
                  <a:pt x="784" y="679"/>
                </a:lnTo>
                <a:lnTo>
                  <a:pt x="784" y="680"/>
                </a:lnTo>
                <a:lnTo>
                  <a:pt x="783" y="681"/>
                </a:lnTo>
                <a:lnTo>
                  <a:pt x="781" y="682"/>
                </a:lnTo>
                <a:lnTo>
                  <a:pt x="781" y="683"/>
                </a:lnTo>
                <a:lnTo>
                  <a:pt x="781" y="685"/>
                </a:lnTo>
                <a:lnTo>
                  <a:pt x="782" y="686"/>
                </a:lnTo>
                <a:lnTo>
                  <a:pt x="783" y="686"/>
                </a:lnTo>
                <a:lnTo>
                  <a:pt x="784" y="686"/>
                </a:lnTo>
                <a:lnTo>
                  <a:pt x="785" y="686"/>
                </a:lnTo>
                <a:lnTo>
                  <a:pt x="787" y="686"/>
                </a:lnTo>
                <a:lnTo>
                  <a:pt x="790" y="689"/>
                </a:lnTo>
                <a:lnTo>
                  <a:pt x="790" y="690"/>
                </a:lnTo>
                <a:lnTo>
                  <a:pt x="791" y="691"/>
                </a:lnTo>
                <a:lnTo>
                  <a:pt x="791" y="692"/>
                </a:lnTo>
                <a:lnTo>
                  <a:pt x="792" y="693"/>
                </a:lnTo>
                <a:lnTo>
                  <a:pt x="793" y="693"/>
                </a:lnTo>
                <a:lnTo>
                  <a:pt x="794" y="693"/>
                </a:lnTo>
                <a:lnTo>
                  <a:pt x="796" y="691"/>
                </a:lnTo>
                <a:lnTo>
                  <a:pt x="798" y="691"/>
                </a:lnTo>
                <a:lnTo>
                  <a:pt x="802" y="691"/>
                </a:lnTo>
                <a:lnTo>
                  <a:pt x="804" y="691"/>
                </a:lnTo>
                <a:lnTo>
                  <a:pt x="805" y="692"/>
                </a:lnTo>
                <a:lnTo>
                  <a:pt x="807" y="692"/>
                </a:lnTo>
                <a:lnTo>
                  <a:pt x="807" y="691"/>
                </a:lnTo>
                <a:lnTo>
                  <a:pt x="808" y="690"/>
                </a:lnTo>
                <a:lnTo>
                  <a:pt x="808" y="691"/>
                </a:lnTo>
                <a:lnTo>
                  <a:pt x="809" y="691"/>
                </a:lnTo>
                <a:lnTo>
                  <a:pt x="809" y="692"/>
                </a:lnTo>
                <a:lnTo>
                  <a:pt x="808" y="694"/>
                </a:lnTo>
                <a:lnTo>
                  <a:pt x="808" y="695"/>
                </a:lnTo>
                <a:lnTo>
                  <a:pt x="806" y="695"/>
                </a:lnTo>
                <a:lnTo>
                  <a:pt x="806" y="696"/>
                </a:lnTo>
                <a:lnTo>
                  <a:pt x="806" y="697"/>
                </a:lnTo>
                <a:lnTo>
                  <a:pt x="807" y="697"/>
                </a:lnTo>
                <a:lnTo>
                  <a:pt x="808" y="698"/>
                </a:lnTo>
                <a:lnTo>
                  <a:pt x="809" y="697"/>
                </a:lnTo>
                <a:lnTo>
                  <a:pt x="812" y="697"/>
                </a:lnTo>
                <a:lnTo>
                  <a:pt x="815" y="697"/>
                </a:lnTo>
                <a:lnTo>
                  <a:pt x="816" y="697"/>
                </a:lnTo>
                <a:lnTo>
                  <a:pt x="817" y="697"/>
                </a:lnTo>
                <a:lnTo>
                  <a:pt x="818" y="697"/>
                </a:lnTo>
                <a:lnTo>
                  <a:pt x="818" y="698"/>
                </a:lnTo>
                <a:lnTo>
                  <a:pt x="819" y="698"/>
                </a:lnTo>
                <a:lnTo>
                  <a:pt x="821" y="698"/>
                </a:lnTo>
                <a:lnTo>
                  <a:pt x="821" y="697"/>
                </a:lnTo>
                <a:lnTo>
                  <a:pt x="822" y="697"/>
                </a:lnTo>
                <a:lnTo>
                  <a:pt x="825" y="697"/>
                </a:lnTo>
                <a:lnTo>
                  <a:pt x="826" y="698"/>
                </a:lnTo>
                <a:lnTo>
                  <a:pt x="827" y="699"/>
                </a:lnTo>
                <a:lnTo>
                  <a:pt x="827" y="700"/>
                </a:lnTo>
                <a:lnTo>
                  <a:pt x="828" y="700"/>
                </a:lnTo>
                <a:lnTo>
                  <a:pt x="828" y="701"/>
                </a:lnTo>
                <a:lnTo>
                  <a:pt x="829" y="701"/>
                </a:lnTo>
                <a:lnTo>
                  <a:pt x="829" y="702"/>
                </a:lnTo>
                <a:lnTo>
                  <a:pt x="829" y="703"/>
                </a:lnTo>
                <a:lnTo>
                  <a:pt x="830" y="704"/>
                </a:lnTo>
                <a:lnTo>
                  <a:pt x="831" y="704"/>
                </a:lnTo>
                <a:lnTo>
                  <a:pt x="831" y="705"/>
                </a:lnTo>
                <a:lnTo>
                  <a:pt x="832" y="705"/>
                </a:lnTo>
                <a:lnTo>
                  <a:pt x="833" y="705"/>
                </a:lnTo>
                <a:lnTo>
                  <a:pt x="835" y="704"/>
                </a:lnTo>
                <a:lnTo>
                  <a:pt x="836" y="705"/>
                </a:lnTo>
                <a:lnTo>
                  <a:pt x="837" y="705"/>
                </a:lnTo>
                <a:lnTo>
                  <a:pt x="838" y="707"/>
                </a:lnTo>
                <a:lnTo>
                  <a:pt x="837" y="708"/>
                </a:lnTo>
                <a:lnTo>
                  <a:pt x="836" y="708"/>
                </a:lnTo>
                <a:lnTo>
                  <a:pt x="835" y="708"/>
                </a:lnTo>
                <a:lnTo>
                  <a:pt x="835" y="709"/>
                </a:lnTo>
                <a:lnTo>
                  <a:pt x="835" y="710"/>
                </a:lnTo>
                <a:lnTo>
                  <a:pt x="836" y="710"/>
                </a:lnTo>
                <a:lnTo>
                  <a:pt x="837" y="710"/>
                </a:lnTo>
                <a:lnTo>
                  <a:pt x="837" y="711"/>
                </a:lnTo>
                <a:lnTo>
                  <a:pt x="836" y="713"/>
                </a:lnTo>
                <a:lnTo>
                  <a:pt x="836" y="715"/>
                </a:lnTo>
                <a:lnTo>
                  <a:pt x="837" y="716"/>
                </a:lnTo>
                <a:lnTo>
                  <a:pt x="838" y="716"/>
                </a:lnTo>
                <a:lnTo>
                  <a:pt x="839" y="716"/>
                </a:lnTo>
                <a:lnTo>
                  <a:pt x="840" y="717"/>
                </a:lnTo>
                <a:lnTo>
                  <a:pt x="840" y="718"/>
                </a:lnTo>
                <a:lnTo>
                  <a:pt x="840" y="719"/>
                </a:lnTo>
                <a:lnTo>
                  <a:pt x="838" y="720"/>
                </a:lnTo>
                <a:lnTo>
                  <a:pt x="837" y="719"/>
                </a:lnTo>
                <a:lnTo>
                  <a:pt x="837" y="718"/>
                </a:lnTo>
                <a:lnTo>
                  <a:pt x="836" y="718"/>
                </a:lnTo>
                <a:lnTo>
                  <a:pt x="835" y="719"/>
                </a:lnTo>
                <a:lnTo>
                  <a:pt x="835" y="721"/>
                </a:lnTo>
                <a:lnTo>
                  <a:pt x="836" y="721"/>
                </a:lnTo>
                <a:lnTo>
                  <a:pt x="837" y="722"/>
                </a:lnTo>
                <a:lnTo>
                  <a:pt x="837" y="723"/>
                </a:lnTo>
                <a:lnTo>
                  <a:pt x="837" y="726"/>
                </a:lnTo>
                <a:lnTo>
                  <a:pt x="836" y="728"/>
                </a:lnTo>
                <a:lnTo>
                  <a:pt x="835" y="729"/>
                </a:lnTo>
                <a:lnTo>
                  <a:pt x="836" y="730"/>
                </a:lnTo>
                <a:lnTo>
                  <a:pt x="836" y="731"/>
                </a:lnTo>
                <a:lnTo>
                  <a:pt x="836" y="732"/>
                </a:lnTo>
                <a:lnTo>
                  <a:pt x="837" y="732"/>
                </a:lnTo>
                <a:lnTo>
                  <a:pt x="837" y="738"/>
                </a:lnTo>
                <a:lnTo>
                  <a:pt x="837" y="740"/>
                </a:lnTo>
                <a:lnTo>
                  <a:pt x="837" y="741"/>
                </a:lnTo>
                <a:lnTo>
                  <a:pt x="837" y="742"/>
                </a:lnTo>
                <a:lnTo>
                  <a:pt x="838" y="741"/>
                </a:lnTo>
                <a:lnTo>
                  <a:pt x="838" y="742"/>
                </a:lnTo>
                <a:lnTo>
                  <a:pt x="838" y="743"/>
                </a:lnTo>
                <a:lnTo>
                  <a:pt x="838" y="744"/>
                </a:lnTo>
                <a:lnTo>
                  <a:pt x="837" y="744"/>
                </a:lnTo>
                <a:lnTo>
                  <a:pt x="837" y="745"/>
                </a:lnTo>
                <a:lnTo>
                  <a:pt x="838" y="745"/>
                </a:lnTo>
                <a:lnTo>
                  <a:pt x="839" y="745"/>
                </a:lnTo>
                <a:lnTo>
                  <a:pt x="839" y="744"/>
                </a:lnTo>
                <a:lnTo>
                  <a:pt x="840" y="743"/>
                </a:lnTo>
                <a:lnTo>
                  <a:pt x="841" y="743"/>
                </a:lnTo>
                <a:lnTo>
                  <a:pt x="842" y="743"/>
                </a:lnTo>
                <a:lnTo>
                  <a:pt x="842" y="744"/>
                </a:lnTo>
                <a:lnTo>
                  <a:pt x="842" y="745"/>
                </a:lnTo>
                <a:lnTo>
                  <a:pt x="842" y="746"/>
                </a:lnTo>
                <a:lnTo>
                  <a:pt x="842" y="747"/>
                </a:lnTo>
                <a:lnTo>
                  <a:pt x="841" y="748"/>
                </a:lnTo>
                <a:lnTo>
                  <a:pt x="840" y="749"/>
                </a:lnTo>
                <a:lnTo>
                  <a:pt x="841" y="751"/>
                </a:lnTo>
                <a:lnTo>
                  <a:pt x="841" y="750"/>
                </a:lnTo>
                <a:lnTo>
                  <a:pt x="842" y="750"/>
                </a:lnTo>
                <a:lnTo>
                  <a:pt x="842" y="751"/>
                </a:lnTo>
                <a:lnTo>
                  <a:pt x="842" y="752"/>
                </a:lnTo>
                <a:lnTo>
                  <a:pt x="842" y="753"/>
                </a:lnTo>
                <a:lnTo>
                  <a:pt x="843" y="754"/>
                </a:lnTo>
                <a:lnTo>
                  <a:pt x="842" y="756"/>
                </a:lnTo>
                <a:lnTo>
                  <a:pt x="841" y="757"/>
                </a:lnTo>
                <a:lnTo>
                  <a:pt x="842" y="757"/>
                </a:lnTo>
                <a:lnTo>
                  <a:pt x="842" y="758"/>
                </a:lnTo>
                <a:lnTo>
                  <a:pt x="842" y="759"/>
                </a:lnTo>
                <a:lnTo>
                  <a:pt x="843" y="759"/>
                </a:lnTo>
                <a:lnTo>
                  <a:pt x="844" y="759"/>
                </a:lnTo>
                <a:lnTo>
                  <a:pt x="845" y="759"/>
                </a:lnTo>
                <a:lnTo>
                  <a:pt x="845" y="760"/>
                </a:lnTo>
                <a:lnTo>
                  <a:pt x="846" y="759"/>
                </a:lnTo>
                <a:lnTo>
                  <a:pt x="847" y="759"/>
                </a:lnTo>
                <a:lnTo>
                  <a:pt x="848" y="759"/>
                </a:lnTo>
                <a:lnTo>
                  <a:pt x="849" y="759"/>
                </a:lnTo>
                <a:lnTo>
                  <a:pt x="850" y="758"/>
                </a:lnTo>
                <a:lnTo>
                  <a:pt x="851" y="758"/>
                </a:lnTo>
                <a:lnTo>
                  <a:pt x="851" y="757"/>
                </a:lnTo>
                <a:lnTo>
                  <a:pt x="852" y="757"/>
                </a:lnTo>
                <a:lnTo>
                  <a:pt x="852" y="758"/>
                </a:lnTo>
                <a:lnTo>
                  <a:pt x="853" y="758"/>
                </a:lnTo>
                <a:lnTo>
                  <a:pt x="853" y="759"/>
                </a:lnTo>
                <a:lnTo>
                  <a:pt x="852" y="759"/>
                </a:lnTo>
                <a:lnTo>
                  <a:pt x="853" y="760"/>
                </a:lnTo>
                <a:lnTo>
                  <a:pt x="853" y="761"/>
                </a:lnTo>
                <a:lnTo>
                  <a:pt x="854" y="761"/>
                </a:lnTo>
                <a:lnTo>
                  <a:pt x="856" y="759"/>
                </a:lnTo>
                <a:lnTo>
                  <a:pt x="856" y="758"/>
                </a:lnTo>
                <a:lnTo>
                  <a:pt x="859" y="758"/>
                </a:lnTo>
                <a:lnTo>
                  <a:pt x="860" y="758"/>
                </a:lnTo>
                <a:lnTo>
                  <a:pt x="860" y="759"/>
                </a:lnTo>
                <a:lnTo>
                  <a:pt x="860" y="762"/>
                </a:lnTo>
                <a:lnTo>
                  <a:pt x="859" y="763"/>
                </a:lnTo>
                <a:lnTo>
                  <a:pt x="860" y="764"/>
                </a:lnTo>
                <a:lnTo>
                  <a:pt x="861" y="765"/>
                </a:lnTo>
                <a:lnTo>
                  <a:pt x="862" y="765"/>
                </a:lnTo>
                <a:lnTo>
                  <a:pt x="864" y="765"/>
                </a:lnTo>
                <a:lnTo>
                  <a:pt x="864" y="764"/>
                </a:lnTo>
                <a:lnTo>
                  <a:pt x="865" y="763"/>
                </a:lnTo>
                <a:lnTo>
                  <a:pt x="866" y="763"/>
                </a:lnTo>
                <a:lnTo>
                  <a:pt x="867" y="762"/>
                </a:lnTo>
                <a:lnTo>
                  <a:pt x="874" y="760"/>
                </a:lnTo>
                <a:lnTo>
                  <a:pt x="875" y="760"/>
                </a:lnTo>
                <a:lnTo>
                  <a:pt x="876" y="760"/>
                </a:lnTo>
                <a:lnTo>
                  <a:pt x="876" y="759"/>
                </a:lnTo>
                <a:lnTo>
                  <a:pt x="877" y="759"/>
                </a:lnTo>
                <a:lnTo>
                  <a:pt x="877" y="758"/>
                </a:lnTo>
                <a:lnTo>
                  <a:pt x="878" y="758"/>
                </a:lnTo>
                <a:lnTo>
                  <a:pt x="878" y="759"/>
                </a:lnTo>
                <a:lnTo>
                  <a:pt x="879" y="761"/>
                </a:lnTo>
                <a:lnTo>
                  <a:pt x="879" y="762"/>
                </a:lnTo>
                <a:lnTo>
                  <a:pt x="881" y="763"/>
                </a:lnTo>
                <a:lnTo>
                  <a:pt x="882" y="763"/>
                </a:lnTo>
                <a:lnTo>
                  <a:pt x="884" y="764"/>
                </a:lnTo>
                <a:lnTo>
                  <a:pt x="885" y="764"/>
                </a:lnTo>
                <a:lnTo>
                  <a:pt x="885" y="765"/>
                </a:lnTo>
                <a:lnTo>
                  <a:pt x="885" y="766"/>
                </a:lnTo>
                <a:lnTo>
                  <a:pt x="884" y="766"/>
                </a:lnTo>
                <a:lnTo>
                  <a:pt x="884" y="767"/>
                </a:lnTo>
                <a:lnTo>
                  <a:pt x="885" y="768"/>
                </a:lnTo>
                <a:lnTo>
                  <a:pt x="886" y="768"/>
                </a:lnTo>
                <a:lnTo>
                  <a:pt x="887" y="768"/>
                </a:lnTo>
                <a:lnTo>
                  <a:pt x="889" y="769"/>
                </a:lnTo>
                <a:lnTo>
                  <a:pt x="890" y="769"/>
                </a:lnTo>
                <a:lnTo>
                  <a:pt x="891" y="769"/>
                </a:lnTo>
                <a:lnTo>
                  <a:pt x="891" y="770"/>
                </a:lnTo>
                <a:lnTo>
                  <a:pt x="891" y="771"/>
                </a:lnTo>
                <a:lnTo>
                  <a:pt x="892" y="771"/>
                </a:lnTo>
                <a:lnTo>
                  <a:pt x="892" y="770"/>
                </a:lnTo>
                <a:lnTo>
                  <a:pt x="893" y="770"/>
                </a:lnTo>
                <a:lnTo>
                  <a:pt x="893" y="771"/>
                </a:lnTo>
                <a:lnTo>
                  <a:pt x="893" y="773"/>
                </a:lnTo>
                <a:lnTo>
                  <a:pt x="893" y="774"/>
                </a:lnTo>
                <a:lnTo>
                  <a:pt x="894" y="774"/>
                </a:lnTo>
                <a:lnTo>
                  <a:pt x="895" y="774"/>
                </a:lnTo>
                <a:lnTo>
                  <a:pt x="896" y="776"/>
                </a:lnTo>
                <a:lnTo>
                  <a:pt x="896" y="777"/>
                </a:lnTo>
                <a:lnTo>
                  <a:pt x="897" y="778"/>
                </a:lnTo>
                <a:lnTo>
                  <a:pt x="898" y="780"/>
                </a:lnTo>
                <a:lnTo>
                  <a:pt x="898" y="782"/>
                </a:lnTo>
                <a:lnTo>
                  <a:pt x="899" y="782"/>
                </a:lnTo>
                <a:lnTo>
                  <a:pt x="900" y="782"/>
                </a:lnTo>
                <a:lnTo>
                  <a:pt x="900" y="783"/>
                </a:lnTo>
                <a:lnTo>
                  <a:pt x="900" y="784"/>
                </a:lnTo>
                <a:lnTo>
                  <a:pt x="901" y="784"/>
                </a:lnTo>
                <a:lnTo>
                  <a:pt x="901" y="785"/>
                </a:lnTo>
                <a:lnTo>
                  <a:pt x="902" y="785"/>
                </a:lnTo>
                <a:lnTo>
                  <a:pt x="902" y="784"/>
                </a:lnTo>
                <a:lnTo>
                  <a:pt x="903" y="784"/>
                </a:lnTo>
                <a:lnTo>
                  <a:pt x="903" y="785"/>
                </a:lnTo>
                <a:lnTo>
                  <a:pt x="904" y="785"/>
                </a:lnTo>
                <a:lnTo>
                  <a:pt x="904" y="786"/>
                </a:lnTo>
                <a:lnTo>
                  <a:pt x="905" y="787"/>
                </a:lnTo>
                <a:lnTo>
                  <a:pt x="905" y="788"/>
                </a:lnTo>
                <a:lnTo>
                  <a:pt x="906" y="787"/>
                </a:lnTo>
                <a:lnTo>
                  <a:pt x="907" y="787"/>
                </a:lnTo>
                <a:lnTo>
                  <a:pt x="908" y="787"/>
                </a:lnTo>
                <a:lnTo>
                  <a:pt x="908" y="788"/>
                </a:lnTo>
                <a:lnTo>
                  <a:pt x="909" y="788"/>
                </a:lnTo>
                <a:lnTo>
                  <a:pt x="909" y="789"/>
                </a:lnTo>
                <a:lnTo>
                  <a:pt x="908" y="789"/>
                </a:lnTo>
                <a:lnTo>
                  <a:pt x="908" y="790"/>
                </a:lnTo>
                <a:lnTo>
                  <a:pt x="907" y="790"/>
                </a:lnTo>
                <a:lnTo>
                  <a:pt x="906" y="790"/>
                </a:lnTo>
                <a:lnTo>
                  <a:pt x="906" y="791"/>
                </a:lnTo>
                <a:lnTo>
                  <a:pt x="907" y="791"/>
                </a:lnTo>
                <a:lnTo>
                  <a:pt x="908" y="791"/>
                </a:lnTo>
                <a:lnTo>
                  <a:pt x="909" y="791"/>
                </a:lnTo>
                <a:lnTo>
                  <a:pt x="909" y="790"/>
                </a:lnTo>
                <a:lnTo>
                  <a:pt x="910" y="789"/>
                </a:lnTo>
                <a:lnTo>
                  <a:pt x="911" y="788"/>
                </a:lnTo>
                <a:lnTo>
                  <a:pt x="912" y="787"/>
                </a:lnTo>
                <a:lnTo>
                  <a:pt x="913" y="787"/>
                </a:lnTo>
                <a:lnTo>
                  <a:pt x="913" y="786"/>
                </a:lnTo>
                <a:lnTo>
                  <a:pt x="914" y="786"/>
                </a:lnTo>
                <a:lnTo>
                  <a:pt x="915" y="786"/>
                </a:lnTo>
                <a:lnTo>
                  <a:pt x="915" y="787"/>
                </a:lnTo>
                <a:lnTo>
                  <a:pt x="916" y="787"/>
                </a:lnTo>
                <a:lnTo>
                  <a:pt x="917" y="788"/>
                </a:lnTo>
                <a:lnTo>
                  <a:pt x="918" y="789"/>
                </a:lnTo>
                <a:lnTo>
                  <a:pt x="918" y="790"/>
                </a:lnTo>
                <a:lnTo>
                  <a:pt x="919" y="790"/>
                </a:lnTo>
                <a:lnTo>
                  <a:pt x="921" y="788"/>
                </a:lnTo>
                <a:lnTo>
                  <a:pt x="921" y="787"/>
                </a:lnTo>
                <a:lnTo>
                  <a:pt x="922" y="787"/>
                </a:lnTo>
                <a:lnTo>
                  <a:pt x="922" y="786"/>
                </a:lnTo>
                <a:lnTo>
                  <a:pt x="922" y="785"/>
                </a:lnTo>
                <a:lnTo>
                  <a:pt x="923" y="786"/>
                </a:lnTo>
                <a:lnTo>
                  <a:pt x="923" y="788"/>
                </a:lnTo>
                <a:lnTo>
                  <a:pt x="924" y="788"/>
                </a:lnTo>
                <a:lnTo>
                  <a:pt x="924" y="789"/>
                </a:lnTo>
                <a:lnTo>
                  <a:pt x="925" y="789"/>
                </a:lnTo>
                <a:lnTo>
                  <a:pt x="925" y="788"/>
                </a:lnTo>
                <a:lnTo>
                  <a:pt x="926" y="788"/>
                </a:lnTo>
                <a:lnTo>
                  <a:pt x="926" y="787"/>
                </a:lnTo>
                <a:lnTo>
                  <a:pt x="927" y="782"/>
                </a:lnTo>
                <a:lnTo>
                  <a:pt x="927" y="781"/>
                </a:lnTo>
                <a:lnTo>
                  <a:pt x="927" y="780"/>
                </a:lnTo>
                <a:lnTo>
                  <a:pt x="927" y="779"/>
                </a:lnTo>
                <a:lnTo>
                  <a:pt x="926" y="778"/>
                </a:lnTo>
                <a:lnTo>
                  <a:pt x="926" y="777"/>
                </a:lnTo>
                <a:lnTo>
                  <a:pt x="925" y="777"/>
                </a:lnTo>
                <a:lnTo>
                  <a:pt x="925" y="776"/>
                </a:lnTo>
                <a:lnTo>
                  <a:pt x="926" y="776"/>
                </a:lnTo>
                <a:lnTo>
                  <a:pt x="927" y="776"/>
                </a:lnTo>
                <a:lnTo>
                  <a:pt x="928" y="776"/>
                </a:lnTo>
                <a:lnTo>
                  <a:pt x="929" y="776"/>
                </a:lnTo>
                <a:lnTo>
                  <a:pt x="930" y="775"/>
                </a:lnTo>
                <a:lnTo>
                  <a:pt x="929" y="774"/>
                </a:lnTo>
                <a:lnTo>
                  <a:pt x="928" y="773"/>
                </a:lnTo>
                <a:lnTo>
                  <a:pt x="928" y="772"/>
                </a:lnTo>
                <a:lnTo>
                  <a:pt x="928" y="771"/>
                </a:lnTo>
                <a:lnTo>
                  <a:pt x="929" y="770"/>
                </a:lnTo>
                <a:lnTo>
                  <a:pt x="930" y="770"/>
                </a:lnTo>
                <a:lnTo>
                  <a:pt x="931" y="771"/>
                </a:lnTo>
                <a:lnTo>
                  <a:pt x="932" y="771"/>
                </a:lnTo>
                <a:lnTo>
                  <a:pt x="933" y="772"/>
                </a:lnTo>
                <a:lnTo>
                  <a:pt x="934" y="772"/>
                </a:lnTo>
                <a:lnTo>
                  <a:pt x="935" y="772"/>
                </a:lnTo>
                <a:lnTo>
                  <a:pt x="936" y="773"/>
                </a:lnTo>
                <a:lnTo>
                  <a:pt x="937" y="773"/>
                </a:lnTo>
                <a:lnTo>
                  <a:pt x="938" y="772"/>
                </a:lnTo>
                <a:lnTo>
                  <a:pt x="939" y="772"/>
                </a:lnTo>
                <a:lnTo>
                  <a:pt x="940" y="771"/>
                </a:lnTo>
                <a:lnTo>
                  <a:pt x="940" y="770"/>
                </a:lnTo>
                <a:lnTo>
                  <a:pt x="940" y="769"/>
                </a:lnTo>
                <a:lnTo>
                  <a:pt x="940" y="768"/>
                </a:lnTo>
                <a:lnTo>
                  <a:pt x="940" y="767"/>
                </a:lnTo>
                <a:lnTo>
                  <a:pt x="941" y="767"/>
                </a:lnTo>
                <a:lnTo>
                  <a:pt x="942" y="768"/>
                </a:lnTo>
                <a:lnTo>
                  <a:pt x="943" y="768"/>
                </a:lnTo>
                <a:lnTo>
                  <a:pt x="943" y="769"/>
                </a:lnTo>
                <a:lnTo>
                  <a:pt x="943" y="770"/>
                </a:lnTo>
                <a:lnTo>
                  <a:pt x="944" y="770"/>
                </a:lnTo>
                <a:lnTo>
                  <a:pt x="944" y="771"/>
                </a:lnTo>
                <a:lnTo>
                  <a:pt x="944" y="772"/>
                </a:lnTo>
                <a:lnTo>
                  <a:pt x="944" y="773"/>
                </a:lnTo>
                <a:lnTo>
                  <a:pt x="944" y="774"/>
                </a:lnTo>
                <a:lnTo>
                  <a:pt x="943" y="774"/>
                </a:lnTo>
                <a:lnTo>
                  <a:pt x="944" y="774"/>
                </a:lnTo>
                <a:lnTo>
                  <a:pt x="946" y="772"/>
                </a:lnTo>
                <a:lnTo>
                  <a:pt x="947" y="771"/>
                </a:lnTo>
                <a:lnTo>
                  <a:pt x="947" y="770"/>
                </a:lnTo>
                <a:lnTo>
                  <a:pt x="949" y="768"/>
                </a:lnTo>
                <a:lnTo>
                  <a:pt x="949" y="767"/>
                </a:lnTo>
                <a:lnTo>
                  <a:pt x="950" y="767"/>
                </a:lnTo>
                <a:lnTo>
                  <a:pt x="950" y="766"/>
                </a:lnTo>
                <a:lnTo>
                  <a:pt x="951" y="766"/>
                </a:lnTo>
                <a:lnTo>
                  <a:pt x="952" y="766"/>
                </a:lnTo>
                <a:lnTo>
                  <a:pt x="953" y="766"/>
                </a:lnTo>
                <a:lnTo>
                  <a:pt x="952" y="765"/>
                </a:lnTo>
                <a:lnTo>
                  <a:pt x="952" y="763"/>
                </a:lnTo>
                <a:lnTo>
                  <a:pt x="952" y="762"/>
                </a:lnTo>
                <a:lnTo>
                  <a:pt x="952" y="761"/>
                </a:lnTo>
                <a:lnTo>
                  <a:pt x="952" y="760"/>
                </a:lnTo>
                <a:lnTo>
                  <a:pt x="953" y="760"/>
                </a:lnTo>
                <a:lnTo>
                  <a:pt x="953" y="759"/>
                </a:lnTo>
                <a:lnTo>
                  <a:pt x="954" y="759"/>
                </a:lnTo>
                <a:lnTo>
                  <a:pt x="955" y="759"/>
                </a:lnTo>
                <a:lnTo>
                  <a:pt x="956" y="757"/>
                </a:lnTo>
                <a:lnTo>
                  <a:pt x="958" y="754"/>
                </a:lnTo>
                <a:lnTo>
                  <a:pt x="958" y="753"/>
                </a:lnTo>
                <a:lnTo>
                  <a:pt x="959" y="752"/>
                </a:lnTo>
                <a:lnTo>
                  <a:pt x="959" y="751"/>
                </a:lnTo>
                <a:lnTo>
                  <a:pt x="959" y="750"/>
                </a:lnTo>
                <a:lnTo>
                  <a:pt x="960" y="750"/>
                </a:lnTo>
                <a:lnTo>
                  <a:pt x="960" y="749"/>
                </a:lnTo>
                <a:lnTo>
                  <a:pt x="961" y="749"/>
                </a:lnTo>
                <a:lnTo>
                  <a:pt x="963" y="749"/>
                </a:lnTo>
                <a:lnTo>
                  <a:pt x="964" y="750"/>
                </a:lnTo>
                <a:lnTo>
                  <a:pt x="965" y="750"/>
                </a:lnTo>
                <a:lnTo>
                  <a:pt x="965" y="751"/>
                </a:lnTo>
                <a:lnTo>
                  <a:pt x="966" y="751"/>
                </a:lnTo>
                <a:lnTo>
                  <a:pt x="965" y="751"/>
                </a:lnTo>
                <a:lnTo>
                  <a:pt x="964" y="751"/>
                </a:lnTo>
                <a:lnTo>
                  <a:pt x="963" y="751"/>
                </a:lnTo>
                <a:lnTo>
                  <a:pt x="963" y="752"/>
                </a:lnTo>
                <a:lnTo>
                  <a:pt x="962" y="752"/>
                </a:lnTo>
                <a:lnTo>
                  <a:pt x="962" y="753"/>
                </a:lnTo>
                <a:lnTo>
                  <a:pt x="960" y="755"/>
                </a:lnTo>
                <a:lnTo>
                  <a:pt x="959" y="755"/>
                </a:lnTo>
                <a:lnTo>
                  <a:pt x="959" y="756"/>
                </a:lnTo>
                <a:lnTo>
                  <a:pt x="958" y="757"/>
                </a:lnTo>
                <a:lnTo>
                  <a:pt x="958" y="758"/>
                </a:lnTo>
                <a:lnTo>
                  <a:pt x="958" y="759"/>
                </a:lnTo>
                <a:lnTo>
                  <a:pt x="958" y="760"/>
                </a:lnTo>
                <a:lnTo>
                  <a:pt x="957" y="761"/>
                </a:lnTo>
                <a:lnTo>
                  <a:pt x="956" y="761"/>
                </a:lnTo>
                <a:lnTo>
                  <a:pt x="956" y="762"/>
                </a:lnTo>
                <a:lnTo>
                  <a:pt x="955" y="763"/>
                </a:lnTo>
                <a:lnTo>
                  <a:pt x="954" y="763"/>
                </a:lnTo>
                <a:lnTo>
                  <a:pt x="954" y="764"/>
                </a:lnTo>
                <a:lnTo>
                  <a:pt x="953" y="765"/>
                </a:lnTo>
                <a:lnTo>
                  <a:pt x="953" y="766"/>
                </a:lnTo>
                <a:lnTo>
                  <a:pt x="954" y="766"/>
                </a:lnTo>
                <a:lnTo>
                  <a:pt x="954" y="765"/>
                </a:lnTo>
                <a:lnTo>
                  <a:pt x="955" y="765"/>
                </a:lnTo>
                <a:lnTo>
                  <a:pt x="956" y="765"/>
                </a:lnTo>
                <a:lnTo>
                  <a:pt x="957" y="765"/>
                </a:lnTo>
                <a:lnTo>
                  <a:pt x="958" y="765"/>
                </a:lnTo>
                <a:lnTo>
                  <a:pt x="958" y="766"/>
                </a:lnTo>
                <a:lnTo>
                  <a:pt x="959" y="766"/>
                </a:lnTo>
                <a:lnTo>
                  <a:pt x="959" y="767"/>
                </a:lnTo>
                <a:lnTo>
                  <a:pt x="960" y="767"/>
                </a:lnTo>
                <a:lnTo>
                  <a:pt x="960" y="768"/>
                </a:lnTo>
                <a:lnTo>
                  <a:pt x="960" y="769"/>
                </a:lnTo>
                <a:lnTo>
                  <a:pt x="960" y="770"/>
                </a:lnTo>
                <a:lnTo>
                  <a:pt x="960" y="771"/>
                </a:lnTo>
                <a:lnTo>
                  <a:pt x="959" y="771"/>
                </a:lnTo>
                <a:lnTo>
                  <a:pt x="959" y="772"/>
                </a:lnTo>
                <a:lnTo>
                  <a:pt x="958" y="773"/>
                </a:lnTo>
                <a:lnTo>
                  <a:pt x="958" y="774"/>
                </a:lnTo>
                <a:lnTo>
                  <a:pt x="959" y="774"/>
                </a:lnTo>
                <a:lnTo>
                  <a:pt x="960" y="774"/>
                </a:lnTo>
                <a:lnTo>
                  <a:pt x="961" y="775"/>
                </a:lnTo>
                <a:lnTo>
                  <a:pt x="961" y="776"/>
                </a:lnTo>
                <a:lnTo>
                  <a:pt x="961" y="777"/>
                </a:lnTo>
                <a:lnTo>
                  <a:pt x="961" y="780"/>
                </a:lnTo>
                <a:lnTo>
                  <a:pt x="963" y="784"/>
                </a:lnTo>
                <a:lnTo>
                  <a:pt x="965" y="787"/>
                </a:lnTo>
                <a:lnTo>
                  <a:pt x="965" y="788"/>
                </a:lnTo>
                <a:lnTo>
                  <a:pt x="965" y="789"/>
                </a:lnTo>
                <a:lnTo>
                  <a:pt x="965" y="792"/>
                </a:lnTo>
                <a:lnTo>
                  <a:pt x="965" y="793"/>
                </a:lnTo>
                <a:lnTo>
                  <a:pt x="966" y="793"/>
                </a:lnTo>
                <a:lnTo>
                  <a:pt x="966" y="794"/>
                </a:lnTo>
                <a:lnTo>
                  <a:pt x="966" y="795"/>
                </a:lnTo>
                <a:lnTo>
                  <a:pt x="966" y="797"/>
                </a:lnTo>
                <a:lnTo>
                  <a:pt x="966" y="798"/>
                </a:lnTo>
                <a:lnTo>
                  <a:pt x="967" y="798"/>
                </a:lnTo>
                <a:lnTo>
                  <a:pt x="968" y="801"/>
                </a:lnTo>
                <a:lnTo>
                  <a:pt x="968" y="802"/>
                </a:lnTo>
                <a:lnTo>
                  <a:pt x="969" y="806"/>
                </a:lnTo>
                <a:lnTo>
                  <a:pt x="969" y="807"/>
                </a:lnTo>
                <a:lnTo>
                  <a:pt x="970" y="809"/>
                </a:lnTo>
                <a:lnTo>
                  <a:pt x="970" y="810"/>
                </a:lnTo>
                <a:lnTo>
                  <a:pt x="971" y="811"/>
                </a:lnTo>
                <a:lnTo>
                  <a:pt x="972" y="812"/>
                </a:lnTo>
                <a:lnTo>
                  <a:pt x="972" y="813"/>
                </a:lnTo>
                <a:lnTo>
                  <a:pt x="972" y="814"/>
                </a:lnTo>
                <a:lnTo>
                  <a:pt x="971" y="815"/>
                </a:lnTo>
                <a:lnTo>
                  <a:pt x="971" y="816"/>
                </a:lnTo>
                <a:lnTo>
                  <a:pt x="971" y="817"/>
                </a:lnTo>
                <a:lnTo>
                  <a:pt x="971" y="819"/>
                </a:lnTo>
                <a:lnTo>
                  <a:pt x="971" y="820"/>
                </a:lnTo>
                <a:lnTo>
                  <a:pt x="971" y="821"/>
                </a:lnTo>
                <a:lnTo>
                  <a:pt x="972" y="822"/>
                </a:lnTo>
                <a:lnTo>
                  <a:pt x="973" y="825"/>
                </a:lnTo>
                <a:lnTo>
                  <a:pt x="973" y="826"/>
                </a:lnTo>
                <a:lnTo>
                  <a:pt x="974" y="829"/>
                </a:lnTo>
                <a:lnTo>
                  <a:pt x="975" y="829"/>
                </a:lnTo>
                <a:lnTo>
                  <a:pt x="976" y="830"/>
                </a:lnTo>
                <a:lnTo>
                  <a:pt x="976" y="831"/>
                </a:lnTo>
                <a:lnTo>
                  <a:pt x="977" y="833"/>
                </a:lnTo>
                <a:lnTo>
                  <a:pt x="977" y="834"/>
                </a:lnTo>
                <a:lnTo>
                  <a:pt x="977" y="836"/>
                </a:lnTo>
                <a:lnTo>
                  <a:pt x="977" y="837"/>
                </a:lnTo>
                <a:lnTo>
                  <a:pt x="978" y="839"/>
                </a:lnTo>
                <a:lnTo>
                  <a:pt x="977" y="840"/>
                </a:lnTo>
                <a:lnTo>
                  <a:pt x="977" y="841"/>
                </a:lnTo>
                <a:lnTo>
                  <a:pt x="977" y="842"/>
                </a:lnTo>
                <a:lnTo>
                  <a:pt x="977" y="844"/>
                </a:lnTo>
                <a:lnTo>
                  <a:pt x="977" y="845"/>
                </a:lnTo>
                <a:lnTo>
                  <a:pt x="976" y="845"/>
                </a:lnTo>
                <a:lnTo>
                  <a:pt x="976" y="846"/>
                </a:lnTo>
                <a:lnTo>
                  <a:pt x="976" y="847"/>
                </a:lnTo>
                <a:lnTo>
                  <a:pt x="978" y="850"/>
                </a:lnTo>
                <a:lnTo>
                  <a:pt x="978" y="851"/>
                </a:lnTo>
                <a:lnTo>
                  <a:pt x="979" y="851"/>
                </a:lnTo>
                <a:lnTo>
                  <a:pt x="980" y="851"/>
                </a:lnTo>
                <a:lnTo>
                  <a:pt x="980" y="852"/>
                </a:lnTo>
                <a:lnTo>
                  <a:pt x="980" y="853"/>
                </a:lnTo>
                <a:lnTo>
                  <a:pt x="979" y="854"/>
                </a:lnTo>
                <a:lnTo>
                  <a:pt x="978" y="856"/>
                </a:lnTo>
                <a:lnTo>
                  <a:pt x="977" y="856"/>
                </a:lnTo>
                <a:lnTo>
                  <a:pt x="977" y="857"/>
                </a:lnTo>
                <a:lnTo>
                  <a:pt x="977" y="859"/>
                </a:lnTo>
                <a:lnTo>
                  <a:pt x="978" y="860"/>
                </a:lnTo>
                <a:lnTo>
                  <a:pt x="977" y="861"/>
                </a:lnTo>
                <a:lnTo>
                  <a:pt x="977" y="862"/>
                </a:lnTo>
                <a:lnTo>
                  <a:pt x="978" y="863"/>
                </a:lnTo>
                <a:lnTo>
                  <a:pt x="978" y="864"/>
                </a:lnTo>
                <a:lnTo>
                  <a:pt x="979" y="866"/>
                </a:lnTo>
                <a:lnTo>
                  <a:pt x="979" y="867"/>
                </a:lnTo>
                <a:lnTo>
                  <a:pt x="980" y="868"/>
                </a:lnTo>
                <a:lnTo>
                  <a:pt x="980" y="869"/>
                </a:lnTo>
                <a:lnTo>
                  <a:pt x="979" y="868"/>
                </a:lnTo>
                <a:lnTo>
                  <a:pt x="978" y="868"/>
                </a:lnTo>
                <a:lnTo>
                  <a:pt x="978" y="869"/>
                </a:lnTo>
                <a:lnTo>
                  <a:pt x="978" y="870"/>
                </a:lnTo>
                <a:lnTo>
                  <a:pt x="979" y="871"/>
                </a:lnTo>
                <a:lnTo>
                  <a:pt x="978" y="872"/>
                </a:lnTo>
                <a:lnTo>
                  <a:pt x="978" y="873"/>
                </a:lnTo>
                <a:lnTo>
                  <a:pt x="978" y="874"/>
                </a:lnTo>
                <a:lnTo>
                  <a:pt x="978" y="875"/>
                </a:lnTo>
                <a:lnTo>
                  <a:pt x="977" y="875"/>
                </a:lnTo>
                <a:lnTo>
                  <a:pt x="978" y="876"/>
                </a:lnTo>
                <a:lnTo>
                  <a:pt x="977" y="876"/>
                </a:lnTo>
                <a:lnTo>
                  <a:pt x="977" y="877"/>
                </a:lnTo>
                <a:lnTo>
                  <a:pt x="977" y="878"/>
                </a:lnTo>
                <a:lnTo>
                  <a:pt x="977" y="879"/>
                </a:lnTo>
                <a:lnTo>
                  <a:pt x="977" y="880"/>
                </a:lnTo>
                <a:lnTo>
                  <a:pt x="978" y="880"/>
                </a:lnTo>
                <a:lnTo>
                  <a:pt x="978" y="881"/>
                </a:lnTo>
                <a:lnTo>
                  <a:pt x="979" y="881"/>
                </a:lnTo>
                <a:lnTo>
                  <a:pt x="979" y="882"/>
                </a:lnTo>
                <a:lnTo>
                  <a:pt x="978" y="882"/>
                </a:lnTo>
                <a:lnTo>
                  <a:pt x="979" y="882"/>
                </a:lnTo>
                <a:lnTo>
                  <a:pt x="979" y="883"/>
                </a:lnTo>
                <a:lnTo>
                  <a:pt x="979" y="884"/>
                </a:lnTo>
                <a:lnTo>
                  <a:pt x="980" y="884"/>
                </a:lnTo>
                <a:lnTo>
                  <a:pt x="980" y="885"/>
                </a:lnTo>
                <a:lnTo>
                  <a:pt x="980" y="886"/>
                </a:lnTo>
                <a:lnTo>
                  <a:pt x="979" y="886"/>
                </a:lnTo>
                <a:lnTo>
                  <a:pt x="979" y="887"/>
                </a:lnTo>
                <a:lnTo>
                  <a:pt x="979" y="888"/>
                </a:lnTo>
                <a:lnTo>
                  <a:pt x="979" y="889"/>
                </a:lnTo>
                <a:lnTo>
                  <a:pt x="978" y="889"/>
                </a:lnTo>
                <a:lnTo>
                  <a:pt x="978" y="890"/>
                </a:lnTo>
                <a:lnTo>
                  <a:pt x="978" y="891"/>
                </a:lnTo>
                <a:lnTo>
                  <a:pt x="978" y="892"/>
                </a:lnTo>
                <a:lnTo>
                  <a:pt x="978" y="893"/>
                </a:lnTo>
                <a:lnTo>
                  <a:pt x="977" y="892"/>
                </a:lnTo>
                <a:lnTo>
                  <a:pt x="977" y="893"/>
                </a:lnTo>
                <a:lnTo>
                  <a:pt x="976" y="893"/>
                </a:lnTo>
                <a:lnTo>
                  <a:pt x="977" y="893"/>
                </a:lnTo>
                <a:lnTo>
                  <a:pt x="976" y="894"/>
                </a:lnTo>
                <a:lnTo>
                  <a:pt x="976" y="895"/>
                </a:lnTo>
                <a:lnTo>
                  <a:pt x="976" y="896"/>
                </a:lnTo>
                <a:lnTo>
                  <a:pt x="977" y="897"/>
                </a:lnTo>
                <a:lnTo>
                  <a:pt x="977" y="898"/>
                </a:lnTo>
                <a:lnTo>
                  <a:pt x="977" y="899"/>
                </a:lnTo>
                <a:lnTo>
                  <a:pt x="977" y="902"/>
                </a:lnTo>
                <a:lnTo>
                  <a:pt x="977" y="903"/>
                </a:lnTo>
                <a:lnTo>
                  <a:pt x="978" y="903"/>
                </a:lnTo>
                <a:lnTo>
                  <a:pt x="979" y="904"/>
                </a:lnTo>
                <a:lnTo>
                  <a:pt x="980" y="904"/>
                </a:lnTo>
                <a:lnTo>
                  <a:pt x="981" y="905"/>
                </a:lnTo>
                <a:lnTo>
                  <a:pt x="981" y="906"/>
                </a:lnTo>
                <a:lnTo>
                  <a:pt x="981" y="909"/>
                </a:lnTo>
                <a:lnTo>
                  <a:pt x="981" y="910"/>
                </a:lnTo>
                <a:lnTo>
                  <a:pt x="981" y="911"/>
                </a:lnTo>
                <a:lnTo>
                  <a:pt x="980" y="911"/>
                </a:lnTo>
                <a:lnTo>
                  <a:pt x="979" y="911"/>
                </a:lnTo>
                <a:lnTo>
                  <a:pt x="978" y="912"/>
                </a:lnTo>
                <a:lnTo>
                  <a:pt x="977" y="913"/>
                </a:lnTo>
                <a:lnTo>
                  <a:pt x="977" y="914"/>
                </a:lnTo>
                <a:lnTo>
                  <a:pt x="976" y="915"/>
                </a:lnTo>
                <a:lnTo>
                  <a:pt x="975" y="915"/>
                </a:lnTo>
                <a:lnTo>
                  <a:pt x="974" y="915"/>
                </a:lnTo>
                <a:lnTo>
                  <a:pt x="973" y="915"/>
                </a:lnTo>
                <a:lnTo>
                  <a:pt x="972" y="915"/>
                </a:lnTo>
                <a:lnTo>
                  <a:pt x="972" y="916"/>
                </a:lnTo>
                <a:lnTo>
                  <a:pt x="972" y="915"/>
                </a:lnTo>
                <a:lnTo>
                  <a:pt x="971" y="915"/>
                </a:lnTo>
                <a:lnTo>
                  <a:pt x="971" y="914"/>
                </a:lnTo>
                <a:lnTo>
                  <a:pt x="971" y="913"/>
                </a:lnTo>
                <a:lnTo>
                  <a:pt x="970" y="913"/>
                </a:lnTo>
                <a:lnTo>
                  <a:pt x="970" y="914"/>
                </a:lnTo>
                <a:lnTo>
                  <a:pt x="969" y="915"/>
                </a:lnTo>
                <a:lnTo>
                  <a:pt x="969" y="916"/>
                </a:lnTo>
                <a:lnTo>
                  <a:pt x="968" y="916"/>
                </a:lnTo>
                <a:lnTo>
                  <a:pt x="968" y="915"/>
                </a:lnTo>
                <a:lnTo>
                  <a:pt x="967" y="915"/>
                </a:lnTo>
                <a:lnTo>
                  <a:pt x="967" y="916"/>
                </a:lnTo>
                <a:lnTo>
                  <a:pt x="967" y="917"/>
                </a:lnTo>
                <a:lnTo>
                  <a:pt x="966" y="917"/>
                </a:lnTo>
                <a:lnTo>
                  <a:pt x="966" y="918"/>
                </a:lnTo>
                <a:lnTo>
                  <a:pt x="965" y="918"/>
                </a:lnTo>
                <a:lnTo>
                  <a:pt x="964" y="918"/>
                </a:lnTo>
                <a:lnTo>
                  <a:pt x="963" y="918"/>
                </a:lnTo>
                <a:lnTo>
                  <a:pt x="963" y="917"/>
                </a:lnTo>
                <a:lnTo>
                  <a:pt x="964" y="917"/>
                </a:lnTo>
                <a:lnTo>
                  <a:pt x="964" y="916"/>
                </a:lnTo>
                <a:lnTo>
                  <a:pt x="963" y="916"/>
                </a:lnTo>
                <a:lnTo>
                  <a:pt x="963" y="917"/>
                </a:lnTo>
                <a:lnTo>
                  <a:pt x="962" y="917"/>
                </a:lnTo>
                <a:lnTo>
                  <a:pt x="961" y="917"/>
                </a:lnTo>
                <a:lnTo>
                  <a:pt x="960" y="916"/>
                </a:lnTo>
                <a:lnTo>
                  <a:pt x="960" y="915"/>
                </a:lnTo>
                <a:lnTo>
                  <a:pt x="959" y="915"/>
                </a:lnTo>
                <a:lnTo>
                  <a:pt x="958" y="915"/>
                </a:lnTo>
                <a:lnTo>
                  <a:pt x="957" y="915"/>
                </a:lnTo>
                <a:lnTo>
                  <a:pt x="957" y="914"/>
                </a:lnTo>
                <a:lnTo>
                  <a:pt x="956" y="914"/>
                </a:lnTo>
                <a:lnTo>
                  <a:pt x="956" y="915"/>
                </a:lnTo>
                <a:lnTo>
                  <a:pt x="955" y="916"/>
                </a:lnTo>
                <a:lnTo>
                  <a:pt x="953" y="916"/>
                </a:lnTo>
                <a:lnTo>
                  <a:pt x="952" y="916"/>
                </a:lnTo>
                <a:lnTo>
                  <a:pt x="952" y="917"/>
                </a:lnTo>
                <a:lnTo>
                  <a:pt x="951" y="918"/>
                </a:lnTo>
                <a:lnTo>
                  <a:pt x="950" y="919"/>
                </a:lnTo>
                <a:lnTo>
                  <a:pt x="951" y="919"/>
                </a:lnTo>
                <a:lnTo>
                  <a:pt x="952" y="919"/>
                </a:lnTo>
                <a:lnTo>
                  <a:pt x="952" y="920"/>
                </a:lnTo>
                <a:lnTo>
                  <a:pt x="951" y="920"/>
                </a:lnTo>
                <a:lnTo>
                  <a:pt x="950" y="920"/>
                </a:lnTo>
                <a:lnTo>
                  <a:pt x="949" y="920"/>
                </a:lnTo>
                <a:lnTo>
                  <a:pt x="948" y="920"/>
                </a:lnTo>
                <a:lnTo>
                  <a:pt x="948" y="919"/>
                </a:lnTo>
                <a:lnTo>
                  <a:pt x="947" y="919"/>
                </a:lnTo>
                <a:lnTo>
                  <a:pt x="946" y="919"/>
                </a:lnTo>
                <a:lnTo>
                  <a:pt x="946" y="920"/>
                </a:lnTo>
                <a:lnTo>
                  <a:pt x="945" y="920"/>
                </a:lnTo>
                <a:lnTo>
                  <a:pt x="945" y="919"/>
                </a:lnTo>
                <a:lnTo>
                  <a:pt x="944" y="919"/>
                </a:lnTo>
                <a:lnTo>
                  <a:pt x="944" y="918"/>
                </a:lnTo>
                <a:lnTo>
                  <a:pt x="942" y="918"/>
                </a:lnTo>
                <a:lnTo>
                  <a:pt x="941" y="918"/>
                </a:lnTo>
                <a:lnTo>
                  <a:pt x="941" y="919"/>
                </a:lnTo>
                <a:lnTo>
                  <a:pt x="940" y="919"/>
                </a:lnTo>
                <a:lnTo>
                  <a:pt x="940" y="920"/>
                </a:lnTo>
                <a:lnTo>
                  <a:pt x="940" y="921"/>
                </a:lnTo>
                <a:lnTo>
                  <a:pt x="939" y="922"/>
                </a:lnTo>
                <a:lnTo>
                  <a:pt x="938" y="922"/>
                </a:lnTo>
                <a:lnTo>
                  <a:pt x="937" y="922"/>
                </a:lnTo>
                <a:lnTo>
                  <a:pt x="936" y="923"/>
                </a:lnTo>
                <a:lnTo>
                  <a:pt x="935" y="923"/>
                </a:lnTo>
                <a:lnTo>
                  <a:pt x="934" y="924"/>
                </a:lnTo>
                <a:lnTo>
                  <a:pt x="934" y="925"/>
                </a:lnTo>
                <a:lnTo>
                  <a:pt x="933" y="926"/>
                </a:lnTo>
                <a:lnTo>
                  <a:pt x="933" y="927"/>
                </a:lnTo>
                <a:lnTo>
                  <a:pt x="932" y="927"/>
                </a:lnTo>
                <a:lnTo>
                  <a:pt x="932" y="928"/>
                </a:lnTo>
                <a:lnTo>
                  <a:pt x="931" y="928"/>
                </a:lnTo>
                <a:lnTo>
                  <a:pt x="930" y="928"/>
                </a:lnTo>
                <a:lnTo>
                  <a:pt x="930" y="929"/>
                </a:lnTo>
                <a:lnTo>
                  <a:pt x="929" y="929"/>
                </a:lnTo>
                <a:lnTo>
                  <a:pt x="929" y="930"/>
                </a:lnTo>
                <a:lnTo>
                  <a:pt x="928" y="930"/>
                </a:lnTo>
                <a:lnTo>
                  <a:pt x="928" y="931"/>
                </a:lnTo>
                <a:lnTo>
                  <a:pt x="927" y="931"/>
                </a:lnTo>
                <a:lnTo>
                  <a:pt x="927" y="932"/>
                </a:lnTo>
                <a:lnTo>
                  <a:pt x="927" y="933"/>
                </a:lnTo>
                <a:lnTo>
                  <a:pt x="926" y="934"/>
                </a:lnTo>
                <a:lnTo>
                  <a:pt x="925" y="934"/>
                </a:lnTo>
                <a:lnTo>
                  <a:pt x="924" y="934"/>
                </a:lnTo>
                <a:lnTo>
                  <a:pt x="924" y="935"/>
                </a:lnTo>
                <a:lnTo>
                  <a:pt x="922" y="936"/>
                </a:lnTo>
                <a:lnTo>
                  <a:pt x="922" y="937"/>
                </a:lnTo>
                <a:lnTo>
                  <a:pt x="921" y="937"/>
                </a:lnTo>
                <a:lnTo>
                  <a:pt x="920" y="937"/>
                </a:lnTo>
                <a:lnTo>
                  <a:pt x="919" y="937"/>
                </a:lnTo>
                <a:lnTo>
                  <a:pt x="918" y="937"/>
                </a:lnTo>
                <a:lnTo>
                  <a:pt x="917" y="937"/>
                </a:lnTo>
                <a:lnTo>
                  <a:pt x="917" y="938"/>
                </a:lnTo>
                <a:lnTo>
                  <a:pt x="916" y="939"/>
                </a:lnTo>
                <a:lnTo>
                  <a:pt x="916" y="940"/>
                </a:lnTo>
                <a:lnTo>
                  <a:pt x="915" y="941"/>
                </a:lnTo>
                <a:lnTo>
                  <a:pt x="914" y="942"/>
                </a:lnTo>
                <a:lnTo>
                  <a:pt x="913" y="942"/>
                </a:lnTo>
                <a:lnTo>
                  <a:pt x="913" y="943"/>
                </a:lnTo>
                <a:lnTo>
                  <a:pt x="912" y="943"/>
                </a:lnTo>
                <a:lnTo>
                  <a:pt x="912" y="944"/>
                </a:lnTo>
                <a:lnTo>
                  <a:pt x="912" y="945"/>
                </a:lnTo>
                <a:lnTo>
                  <a:pt x="911" y="946"/>
                </a:lnTo>
                <a:lnTo>
                  <a:pt x="911" y="947"/>
                </a:lnTo>
                <a:lnTo>
                  <a:pt x="911" y="948"/>
                </a:lnTo>
                <a:lnTo>
                  <a:pt x="911" y="949"/>
                </a:lnTo>
                <a:lnTo>
                  <a:pt x="910" y="949"/>
                </a:lnTo>
                <a:lnTo>
                  <a:pt x="910" y="950"/>
                </a:lnTo>
                <a:lnTo>
                  <a:pt x="911" y="950"/>
                </a:lnTo>
                <a:lnTo>
                  <a:pt x="911" y="951"/>
                </a:lnTo>
                <a:lnTo>
                  <a:pt x="911" y="952"/>
                </a:lnTo>
                <a:lnTo>
                  <a:pt x="912" y="952"/>
                </a:lnTo>
                <a:lnTo>
                  <a:pt x="912" y="953"/>
                </a:lnTo>
                <a:lnTo>
                  <a:pt x="913" y="953"/>
                </a:lnTo>
                <a:lnTo>
                  <a:pt x="913" y="954"/>
                </a:lnTo>
                <a:lnTo>
                  <a:pt x="913" y="955"/>
                </a:lnTo>
                <a:lnTo>
                  <a:pt x="912" y="956"/>
                </a:lnTo>
                <a:lnTo>
                  <a:pt x="912" y="957"/>
                </a:lnTo>
                <a:lnTo>
                  <a:pt x="911" y="957"/>
                </a:lnTo>
                <a:lnTo>
                  <a:pt x="910" y="958"/>
                </a:lnTo>
                <a:lnTo>
                  <a:pt x="909" y="958"/>
                </a:lnTo>
                <a:lnTo>
                  <a:pt x="909" y="959"/>
                </a:lnTo>
                <a:lnTo>
                  <a:pt x="908" y="959"/>
                </a:lnTo>
                <a:lnTo>
                  <a:pt x="908" y="960"/>
                </a:lnTo>
                <a:lnTo>
                  <a:pt x="907" y="960"/>
                </a:lnTo>
                <a:lnTo>
                  <a:pt x="906" y="960"/>
                </a:lnTo>
                <a:lnTo>
                  <a:pt x="906" y="961"/>
                </a:lnTo>
                <a:lnTo>
                  <a:pt x="905" y="961"/>
                </a:lnTo>
                <a:lnTo>
                  <a:pt x="904" y="962"/>
                </a:lnTo>
                <a:lnTo>
                  <a:pt x="905" y="962"/>
                </a:lnTo>
                <a:lnTo>
                  <a:pt x="905" y="963"/>
                </a:lnTo>
                <a:lnTo>
                  <a:pt x="905" y="964"/>
                </a:lnTo>
                <a:lnTo>
                  <a:pt x="904" y="964"/>
                </a:lnTo>
                <a:lnTo>
                  <a:pt x="904" y="965"/>
                </a:lnTo>
                <a:lnTo>
                  <a:pt x="904" y="966"/>
                </a:lnTo>
                <a:lnTo>
                  <a:pt x="903" y="966"/>
                </a:lnTo>
                <a:lnTo>
                  <a:pt x="904" y="967"/>
                </a:lnTo>
                <a:lnTo>
                  <a:pt x="904" y="968"/>
                </a:lnTo>
                <a:lnTo>
                  <a:pt x="904" y="969"/>
                </a:lnTo>
                <a:lnTo>
                  <a:pt x="904" y="970"/>
                </a:lnTo>
                <a:lnTo>
                  <a:pt x="904" y="971"/>
                </a:lnTo>
                <a:lnTo>
                  <a:pt x="903" y="971"/>
                </a:lnTo>
                <a:lnTo>
                  <a:pt x="903" y="972"/>
                </a:lnTo>
                <a:lnTo>
                  <a:pt x="903" y="973"/>
                </a:lnTo>
                <a:lnTo>
                  <a:pt x="903" y="974"/>
                </a:lnTo>
                <a:lnTo>
                  <a:pt x="902" y="974"/>
                </a:lnTo>
                <a:lnTo>
                  <a:pt x="903" y="974"/>
                </a:lnTo>
                <a:lnTo>
                  <a:pt x="902" y="974"/>
                </a:lnTo>
                <a:lnTo>
                  <a:pt x="902" y="975"/>
                </a:lnTo>
                <a:lnTo>
                  <a:pt x="901" y="976"/>
                </a:lnTo>
                <a:lnTo>
                  <a:pt x="900" y="977"/>
                </a:lnTo>
                <a:lnTo>
                  <a:pt x="899" y="977"/>
                </a:lnTo>
                <a:lnTo>
                  <a:pt x="899" y="978"/>
                </a:lnTo>
                <a:lnTo>
                  <a:pt x="898" y="979"/>
                </a:lnTo>
                <a:lnTo>
                  <a:pt x="897" y="980"/>
                </a:lnTo>
                <a:lnTo>
                  <a:pt x="896" y="981"/>
                </a:lnTo>
                <a:lnTo>
                  <a:pt x="895" y="981"/>
                </a:lnTo>
                <a:lnTo>
                  <a:pt x="895" y="982"/>
                </a:lnTo>
                <a:lnTo>
                  <a:pt x="895" y="983"/>
                </a:lnTo>
                <a:lnTo>
                  <a:pt x="896" y="983"/>
                </a:lnTo>
                <a:lnTo>
                  <a:pt x="896" y="984"/>
                </a:lnTo>
                <a:lnTo>
                  <a:pt x="896" y="985"/>
                </a:lnTo>
                <a:lnTo>
                  <a:pt x="897" y="986"/>
                </a:lnTo>
                <a:lnTo>
                  <a:pt x="897" y="987"/>
                </a:lnTo>
                <a:lnTo>
                  <a:pt x="898" y="988"/>
                </a:lnTo>
                <a:lnTo>
                  <a:pt x="898" y="989"/>
                </a:lnTo>
                <a:lnTo>
                  <a:pt x="898" y="990"/>
                </a:lnTo>
                <a:lnTo>
                  <a:pt x="899" y="990"/>
                </a:lnTo>
                <a:lnTo>
                  <a:pt x="899" y="991"/>
                </a:lnTo>
                <a:lnTo>
                  <a:pt x="899" y="992"/>
                </a:lnTo>
                <a:lnTo>
                  <a:pt x="899" y="993"/>
                </a:lnTo>
                <a:lnTo>
                  <a:pt x="899" y="994"/>
                </a:lnTo>
                <a:lnTo>
                  <a:pt x="899" y="995"/>
                </a:lnTo>
                <a:lnTo>
                  <a:pt x="899" y="996"/>
                </a:lnTo>
                <a:lnTo>
                  <a:pt x="899" y="998"/>
                </a:lnTo>
                <a:lnTo>
                  <a:pt x="898" y="998"/>
                </a:lnTo>
                <a:lnTo>
                  <a:pt x="898" y="999"/>
                </a:lnTo>
                <a:lnTo>
                  <a:pt x="897" y="1000"/>
                </a:lnTo>
                <a:lnTo>
                  <a:pt x="898" y="1000"/>
                </a:lnTo>
                <a:lnTo>
                  <a:pt x="897" y="1001"/>
                </a:lnTo>
                <a:lnTo>
                  <a:pt x="895" y="1001"/>
                </a:lnTo>
                <a:lnTo>
                  <a:pt x="894" y="1002"/>
                </a:lnTo>
                <a:lnTo>
                  <a:pt x="893" y="1002"/>
                </a:lnTo>
                <a:lnTo>
                  <a:pt x="892" y="1001"/>
                </a:lnTo>
                <a:lnTo>
                  <a:pt x="891" y="1001"/>
                </a:lnTo>
                <a:lnTo>
                  <a:pt x="890" y="1003"/>
                </a:lnTo>
                <a:lnTo>
                  <a:pt x="890" y="1004"/>
                </a:lnTo>
                <a:lnTo>
                  <a:pt x="889" y="1004"/>
                </a:lnTo>
                <a:lnTo>
                  <a:pt x="889" y="1005"/>
                </a:lnTo>
                <a:lnTo>
                  <a:pt x="888" y="1006"/>
                </a:lnTo>
                <a:lnTo>
                  <a:pt x="887" y="1006"/>
                </a:lnTo>
                <a:lnTo>
                  <a:pt x="886" y="1006"/>
                </a:lnTo>
                <a:lnTo>
                  <a:pt x="885" y="1005"/>
                </a:lnTo>
                <a:lnTo>
                  <a:pt x="885" y="1004"/>
                </a:lnTo>
                <a:lnTo>
                  <a:pt x="884" y="1003"/>
                </a:lnTo>
                <a:lnTo>
                  <a:pt x="884" y="1004"/>
                </a:lnTo>
                <a:lnTo>
                  <a:pt x="883" y="1003"/>
                </a:lnTo>
                <a:lnTo>
                  <a:pt x="882" y="1003"/>
                </a:lnTo>
                <a:lnTo>
                  <a:pt x="881" y="1004"/>
                </a:lnTo>
                <a:lnTo>
                  <a:pt x="880" y="1004"/>
                </a:lnTo>
                <a:lnTo>
                  <a:pt x="879" y="1005"/>
                </a:lnTo>
                <a:lnTo>
                  <a:pt x="879" y="1006"/>
                </a:lnTo>
                <a:lnTo>
                  <a:pt x="878" y="1006"/>
                </a:lnTo>
                <a:lnTo>
                  <a:pt x="878" y="1005"/>
                </a:lnTo>
                <a:lnTo>
                  <a:pt x="877" y="1005"/>
                </a:lnTo>
                <a:lnTo>
                  <a:pt x="877" y="1004"/>
                </a:lnTo>
                <a:lnTo>
                  <a:pt x="877" y="1003"/>
                </a:lnTo>
                <a:lnTo>
                  <a:pt x="878" y="1003"/>
                </a:lnTo>
                <a:lnTo>
                  <a:pt x="878" y="1001"/>
                </a:lnTo>
                <a:lnTo>
                  <a:pt x="877" y="1000"/>
                </a:lnTo>
                <a:lnTo>
                  <a:pt x="876" y="999"/>
                </a:lnTo>
                <a:lnTo>
                  <a:pt x="874" y="999"/>
                </a:lnTo>
                <a:lnTo>
                  <a:pt x="874" y="998"/>
                </a:lnTo>
                <a:lnTo>
                  <a:pt x="873" y="998"/>
                </a:lnTo>
                <a:lnTo>
                  <a:pt x="872" y="998"/>
                </a:lnTo>
                <a:lnTo>
                  <a:pt x="872" y="999"/>
                </a:lnTo>
                <a:lnTo>
                  <a:pt x="871" y="999"/>
                </a:lnTo>
                <a:lnTo>
                  <a:pt x="870" y="999"/>
                </a:lnTo>
                <a:lnTo>
                  <a:pt x="870" y="998"/>
                </a:lnTo>
                <a:lnTo>
                  <a:pt x="870" y="997"/>
                </a:lnTo>
                <a:lnTo>
                  <a:pt x="869" y="997"/>
                </a:lnTo>
                <a:lnTo>
                  <a:pt x="869" y="996"/>
                </a:lnTo>
                <a:lnTo>
                  <a:pt x="869" y="995"/>
                </a:lnTo>
                <a:lnTo>
                  <a:pt x="868" y="995"/>
                </a:lnTo>
                <a:lnTo>
                  <a:pt x="868" y="994"/>
                </a:lnTo>
                <a:lnTo>
                  <a:pt x="869" y="993"/>
                </a:lnTo>
                <a:lnTo>
                  <a:pt x="869" y="992"/>
                </a:lnTo>
                <a:lnTo>
                  <a:pt x="869" y="991"/>
                </a:lnTo>
                <a:lnTo>
                  <a:pt x="869" y="989"/>
                </a:lnTo>
                <a:lnTo>
                  <a:pt x="869" y="988"/>
                </a:lnTo>
                <a:lnTo>
                  <a:pt x="869" y="987"/>
                </a:lnTo>
                <a:lnTo>
                  <a:pt x="868" y="987"/>
                </a:lnTo>
                <a:lnTo>
                  <a:pt x="868" y="986"/>
                </a:lnTo>
                <a:lnTo>
                  <a:pt x="868" y="985"/>
                </a:lnTo>
                <a:lnTo>
                  <a:pt x="869" y="984"/>
                </a:lnTo>
                <a:lnTo>
                  <a:pt x="869" y="982"/>
                </a:lnTo>
                <a:lnTo>
                  <a:pt x="868" y="981"/>
                </a:lnTo>
                <a:lnTo>
                  <a:pt x="868" y="980"/>
                </a:lnTo>
                <a:lnTo>
                  <a:pt x="869" y="979"/>
                </a:lnTo>
                <a:lnTo>
                  <a:pt x="870" y="977"/>
                </a:lnTo>
                <a:lnTo>
                  <a:pt x="870" y="976"/>
                </a:lnTo>
                <a:lnTo>
                  <a:pt x="870" y="975"/>
                </a:lnTo>
                <a:lnTo>
                  <a:pt x="870" y="974"/>
                </a:lnTo>
                <a:lnTo>
                  <a:pt x="870" y="973"/>
                </a:lnTo>
                <a:lnTo>
                  <a:pt x="871" y="972"/>
                </a:lnTo>
                <a:lnTo>
                  <a:pt x="870" y="971"/>
                </a:lnTo>
                <a:lnTo>
                  <a:pt x="870" y="972"/>
                </a:lnTo>
                <a:lnTo>
                  <a:pt x="869" y="972"/>
                </a:lnTo>
                <a:lnTo>
                  <a:pt x="868" y="972"/>
                </a:lnTo>
                <a:lnTo>
                  <a:pt x="867" y="973"/>
                </a:lnTo>
                <a:lnTo>
                  <a:pt x="866" y="972"/>
                </a:lnTo>
                <a:lnTo>
                  <a:pt x="866" y="971"/>
                </a:lnTo>
                <a:lnTo>
                  <a:pt x="866" y="970"/>
                </a:lnTo>
                <a:lnTo>
                  <a:pt x="865" y="971"/>
                </a:lnTo>
                <a:lnTo>
                  <a:pt x="864" y="971"/>
                </a:lnTo>
                <a:lnTo>
                  <a:pt x="863" y="971"/>
                </a:lnTo>
                <a:lnTo>
                  <a:pt x="863" y="970"/>
                </a:lnTo>
                <a:lnTo>
                  <a:pt x="863" y="969"/>
                </a:lnTo>
                <a:lnTo>
                  <a:pt x="862" y="969"/>
                </a:lnTo>
                <a:lnTo>
                  <a:pt x="861" y="968"/>
                </a:lnTo>
                <a:lnTo>
                  <a:pt x="860" y="968"/>
                </a:lnTo>
                <a:lnTo>
                  <a:pt x="860" y="967"/>
                </a:lnTo>
                <a:lnTo>
                  <a:pt x="860" y="966"/>
                </a:lnTo>
                <a:lnTo>
                  <a:pt x="860" y="965"/>
                </a:lnTo>
                <a:lnTo>
                  <a:pt x="860" y="964"/>
                </a:lnTo>
                <a:lnTo>
                  <a:pt x="859" y="963"/>
                </a:lnTo>
                <a:lnTo>
                  <a:pt x="858" y="963"/>
                </a:lnTo>
                <a:lnTo>
                  <a:pt x="857" y="963"/>
                </a:lnTo>
                <a:lnTo>
                  <a:pt x="856" y="963"/>
                </a:lnTo>
                <a:lnTo>
                  <a:pt x="855" y="963"/>
                </a:lnTo>
                <a:lnTo>
                  <a:pt x="853" y="964"/>
                </a:lnTo>
                <a:lnTo>
                  <a:pt x="851" y="965"/>
                </a:lnTo>
                <a:lnTo>
                  <a:pt x="851" y="966"/>
                </a:lnTo>
                <a:lnTo>
                  <a:pt x="851" y="967"/>
                </a:lnTo>
                <a:lnTo>
                  <a:pt x="852" y="968"/>
                </a:lnTo>
                <a:lnTo>
                  <a:pt x="851" y="969"/>
                </a:lnTo>
                <a:lnTo>
                  <a:pt x="851" y="970"/>
                </a:lnTo>
                <a:lnTo>
                  <a:pt x="850" y="970"/>
                </a:lnTo>
                <a:lnTo>
                  <a:pt x="849" y="971"/>
                </a:lnTo>
                <a:lnTo>
                  <a:pt x="848" y="972"/>
                </a:lnTo>
                <a:lnTo>
                  <a:pt x="848" y="973"/>
                </a:lnTo>
                <a:lnTo>
                  <a:pt x="848" y="974"/>
                </a:lnTo>
                <a:lnTo>
                  <a:pt x="848" y="975"/>
                </a:lnTo>
                <a:lnTo>
                  <a:pt x="849" y="975"/>
                </a:lnTo>
                <a:lnTo>
                  <a:pt x="849" y="976"/>
                </a:lnTo>
                <a:lnTo>
                  <a:pt x="848" y="976"/>
                </a:lnTo>
                <a:lnTo>
                  <a:pt x="848" y="977"/>
                </a:lnTo>
                <a:lnTo>
                  <a:pt x="849" y="978"/>
                </a:lnTo>
                <a:lnTo>
                  <a:pt x="850" y="978"/>
                </a:lnTo>
                <a:lnTo>
                  <a:pt x="850" y="979"/>
                </a:lnTo>
                <a:lnTo>
                  <a:pt x="849" y="981"/>
                </a:lnTo>
                <a:lnTo>
                  <a:pt x="848" y="982"/>
                </a:lnTo>
                <a:lnTo>
                  <a:pt x="847" y="982"/>
                </a:lnTo>
                <a:lnTo>
                  <a:pt x="847" y="983"/>
                </a:lnTo>
                <a:lnTo>
                  <a:pt x="848" y="983"/>
                </a:lnTo>
                <a:lnTo>
                  <a:pt x="848" y="984"/>
                </a:lnTo>
                <a:lnTo>
                  <a:pt x="847" y="984"/>
                </a:lnTo>
                <a:lnTo>
                  <a:pt x="845" y="984"/>
                </a:lnTo>
                <a:lnTo>
                  <a:pt x="844" y="984"/>
                </a:lnTo>
                <a:lnTo>
                  <a:pt x="842" y="984"/>
                </a:lnTo>
                <a:lnTo>
                  <a:pt x="840" y="983"/>
                </a:lnTo>
                <a:lnTo>
                  <a:pt x="839" y="983"/>
                </a:lnTo>
                <a:lnTo>
                  <a:pt x="838" y="984"/>
                </a:lnTo>
                <a:lnTo>
                  <a:pt x="838" y="983"/>
                </a:lnTo>
                <a:lnTo>
                  <a:pt x="837" y="983"/>
                </a:lnTo>
                <a:lnTo>
                  <a:pt x="836" y="982"/>
                </a:lnTo>
                <a:lnTo>
                  <a:pt x="836" y="981"/>
                </a:lnTo>
                <a:lnTo>
                  <a:pt x="835" y="981"/>
                </a:lnTo>
                <a:lnTo>
                  <a:pt x="835" y="982"/>
                </a:lnTo>
                <a:lnTo>
                  <a:pt x="834" y="982"/>
                </a:lnTo>
                <a:lnTo>
                  <a:pt x="834" y="983"/>
                </a:lnTo>
                <a:lnTo>
                  <a:pt x="834" y="984"/>
                </a:lnTo>
                <a:lnTo>
                  <a:pt x="834" y="985"/>
                </a:lnTo>
                <a:lnTo>
                  <a:pt x="833" y="985"/>
                </a:lnTo>
                <a:lnTo>
                  <a:pt x="833" y="986"/>
                </a:lnTo>
                <a:lnTo>
                  <a:pt x="833" y="987"/>
                </a:lnTo>
                <a:lnTo>
                  <a:pt x="832" y="987"/>
                </a:lnTo>
                <a:lnTo>
                  <a:pt x="832" y="988"/>
                </a:lnTo>
                <a:lnTo>
                  <a:pt x="833" y="988"/>
                </a:lnTo>
                <a:lnTo>
                  <a:pt x="833" y="989"/>
                </a:lnTo>
                <a:lnTo>
                  <a:pt x="833" y="990"/>
                </a:lnTo>
                <a:lnTo>
                  <a:pt x="832" y="990"/>
                </a:lnTo>
                <a:lnTo>
                  <a:pt x="832" y="991"/>
                </a:lnTo>
                <a:lnTo>
                  <a:pt x="832" y="992"/>
                </a:lnTo>
                <a:lnTo>
                  <a:pt x="832" y="993"/>
                </a:lnTo>
                <a:lnTo>
                  <a:pt x="831" y="994"/>
                </a:lnTo>
                <a:lnTo>
                  <a:pt x="831" y="993"/>
                </a:lnTo>
                <a:lnTo>
                  <a:pt x="830" y="992"/>
                </a:lnTo>
                <a:lnTo>
                  <a:pt x="829" y="992"/>
                </a:lnTo>
                <a:lnTo>
                  <a:pt x="828" y="991"/>
                </a:lnTo>
                <a:lnTo>
                  <a:pt x="828" y="990"/>
                </a:lnTo>
                <a:lnTo>
                  <a:pt x="828" y="989"/>
                </a:lnTo>
                <a:lnTo>
                  <a:pt x="827" y="988"/>
                </a:lnTo>
                <a:lnTo>
                  <a:pt x="826" y="988"/>
                </a:lnTo>
                <a:lnTo>
                  <a:pt x="825" y="989"/>
                </a:lnTo>
                <a:lnTo>
                  <a:pt x="825" y="990"/>
                </a:lnTo>
                <a:lnTo>
                  <a:pt x="824" y="990"/>
                </a:lnTo>
                <a:lnTo>
                  <a:pt x="824" y="991"/>
                </a:lnTo>
                <a:lnTo>
                  <a:pt x="823" y="992"/>
                </a:lnTo>
                <a:lnTo>
                  <a:pt x="822" y="993"/>
                </a:lnTo>
                <a:lnTo>
                  <a:pt x="822" y="994"/>
                </a:lnTo>
                <a:lnTo>
                  <a:pt x="822" y="995"/>
                </a:lnTo>
                <a:lnTo>
                  <a:pt x="821" y="994"/>
                </a:lnTo>
                <a:lnTo>
                  <a:pt x="820" y="994"/>
                </a:lnTo>
                <a:lnTo>
                  <a:pt x="819" y="993"/>
                </a:lnTo>
                <a:lnTo>
                  <a:pt x="819" y="992"/>
                </a:lnTo>
                <a:lnTo>
                  <a:pt x="818" y="993"/>
                </a:lnTo>
                <a:lnTo>
                  <a:pt x="817" y="993"/>
                </a:lnTo>
                <a:lnTo>
                  <a:pt x="816" y="994"/>
                </a:lnTo>
                <a:lnTo>
                  <a:pt x="815" y="994"/>
                </a:lnTo>
                <a:lnTo>
                  <a:pt x="814" y="995"/>
                </a:lnTo>
                <a:lnTo>
                  <a:pt x="813" y="995"/>
                </a:lnTo>
                <a:lnTo>
                  <a:pt x="813" y="996"/>
                </a:lnTo>
                <a:lnTo>
                  <a:pt x="812" y="996"/>
                </a:lnTo>
                <a:lnTo>
                  <a:pt x="811" y="996"/>
                </a:lnTo>
                <a:lnTo>
                  <a:pt x="811" y="995"/>
                </a:lnTo>
                <a:lnTo>
                  <a:pt x="811" y="994"/>
                </a:lnTo>
                <a:lnTo>
                  <a:pt x="810" y="994"/>
                </a:lnTo>
                <a:lnTo>
                  <a:pt x="809" y="994"/>
                </a:lnTo>
                <a:lnTo>
                  <a:pt x="808" y="994"/>
                </a:lnTo>
                <a:lnTo>
                  <a:pt x="808" y="995"/>
                </a:lnTo>
                <a:lnTo>
                  <a:pt x="807" y="995"/>
                </a:lnTo>
                <a:lnTo>
                  <a:pt x="806" y="995"/>
                </a:lnTo>
                <a:lnTo>
                  <a:pt x="806" y="996"/>
                </a:lnTo>
                <a:lnTo>
                  <a:pt x="806" y="997"/>
                </a:lnTo>
                <a:lnTo>
                  <a:pt x="805" y="998"/>
                </a:lnTo>
                <a:lnTo>
                  <a:pt x="804" y="999"/>
                </a:lnTo>
                <a:lnTo>
                  <a:pt x="803" y="999"/>
                </a:lnTo>
                <a:lnTo>
                  <a:pt x="803" y="998"/>
                </a:lnTo>
                <a:lnTo>
                  <a:pt x="802" y="997"/>
                </a:lnTo>
                <a:lnTo>
                  <a:pt x="802" y="996"/>
                </a:lnTo>
                <a:lnTo>
                  <a:pt x="801" y="996"/>
                </a:lnTo>
                <a:lnTo>
                  <a:pt x="800" y="995"/>
                </a:lnTo>
                <a:lnTo>
                  <a:pt x="799" y="995"/>
                </a:lnTo>
                <a:lnTo>
                  <a:pt x="798" y="995"/>
                </a:lnTo>
                <a:lnTo>
                  <a:pt x="797" y="995"/>
                </a:lnTo>
                <a:lnTo>
                  <a:pt x="796" y="995"/>
                </a:lnTo>
                <a:lnTo>
                  <a:pt x="795" y="995"/>
                </a:lnTo>
                <a:lnTo>
                  <a:pt x="794" y="994"/>
                </a:lnTo>
                <a:lnTo>
                  <a:pt x="794" y="993"/>
                </a:lnTo>
                <a:lnTo>
                  <a:pt x="795" y="992"/>
                </a:lnTo>
                <a:lnTo>
                  <a:pt x="794" y="992"/>
                </a:lnTo>
                <a:lnTo>
                  <a:pt x="794" y="991"/>
                </a:lnTo>
                <a:lnTo>
                  <a:pt x="793" y="991"/>
                </a:lnTo>
                <a:lnTo>
                  <a:pt x="793" y="990"/>
                </a:lnTo>
                <a:lnTo>
                  <a:pt x="793" y="989"/>
                </a:lnTo>
                <a:lnTo>
                  <a:pt x="792" y="989"/>
                </a:lnTo>
                <a:lnTo>
                  <a:pt x="792" y="988"/>
                </a:lnTo>
                <a:lnTo>
                  <a:pt x="794" y="987"/>
                </a:lnTo>
                <a:lnTo>
                  <a:pt x="795" y="987"/>
                </a:lnTo>
                <a:lnTo>
                  <a:pt x="794" y="986"/>
                </a:lnTo>
                <a:lnTo>
                  <a:pt x="793" y="986"/>
                </a:lnTo>
                <a:lnTo>
                  <a:pt x="794" y="986"/>
                </a:lnTo>
                <a:lnTo>
                  <a:pt x="793" y="987"/>
                </a:lnTo>
                <a:lnTo>
                  <a:pt x="792" y="987"/>
                </a:lnTo>
                <a:lnTo>
                  <a:pt x="791" y="987"/>
                </a:lnTo>
                <a:lnTo>
                  <a:pt x="789" y="986"/>
                </a:lnTo>
                <a:lnTo>
                  <a:pt x="788" y="986"/>
                </a:lnTo>
                <a:lnTo>
                  <a:pt x="788" y="987"/>
                </a:lnTo>
                <a:lnTo>
                  <a:pt x="789" y="987"/>
                </a:lnTo>
                <a:lnTo>
                  <a:pt x="788" y="987"/>
                </a:lnTo>
                <a:lnTo>
                  <a:pt x="787" y="986"/>
                </a:lnTo>
                <a:lnTo>
                  <a:pt x="786" y="986"/>
                </a:lnTo>
                <a:lnTo>
                  <a:pt x="786" y="987"/>
                </a:lnTo>
                <a:lnTo>
                  <a:pt x="785" y="987"/>
                </a:lnTo>
                <a:lnTo>
                  <a:pt x="784" y="988"/>
                </a:lnTo>
                <a:lnTo>
                  <a:pt x="783" y="989"/>
                </a:lnTo>
                <a:lnTo>
                  <a:pt x="783" y="988"/>
                </a:lnTo>
                <a:lnTo>
                  <a:pt x="783" y="986"/>
                </a:lnTo>
                <a:lnTo>
                  <a:pt x="782" y="986"/>
                </a:lnTo>
                <a:lnTo>
                  <a:pt x="781" y="987"/>
                </a:lnTo>
                <a:lnTo>
                  <a:pt x="780" y="987"/>
                </a:lnTo>
                <a:lnTo>
                  <a:pt x="779" y="987"/>
                </a:lnTo>
                <a:lnTo>
                  <a:pt x="779" y="988"/>
                </a:lnTo>
                <a:lnTo>
                  <a:pt x="779" y="987"/>
                </a:lnTo>
                <a:lnTo>
                  <a:pt x="779" y="986"/>
                </a:lnTo>
                <a:lnTo>
                  <a:pt x="779" y="985"/>
                </a:lnTo>
                <a:lnTo>
                  <a:pt x="779" y="984"/>
                </a:lnTo>
                <a:lnTo>
                  <a:pt x="779" y="983"/>
                </a:lnTo>
                <a:lnTo>
                  <a:pt x="778" y="983"/>
                </a:lnTo>
                <a:lnTo>
                  <a:pt x="778" y="984"/>
                </a:lnTo>
                <a:lnTo>
                  <a:pt x="777" y="983"/>
                </a:lnTo>
                <a:lnTo>
                  <a:pt x="776" y="984"/>
                </a:lnTo>
                <a:lnTo>
                  <a:pt x="775" y="984"/>
                </a:lnTo>
                <a:lnTo>
                  <a:pt x="774" y="983"/>
                </a:lnTo>
                <a:lnTo>
                  <a:pt x="773" y="982"/>
                </a:lnTo>
                <a:lnTo>
                  <a:pt x="772" y="981"/>
                </a:lnTo>
                <a:lnTo>
                  <a:pt x="772" y="980"/>
                </a:lnTo>
                <a:lnTo>
                  <a:pt x="772" y="981"/>
                </a:lnTo>
                <a:lnTo>
                  <a:pt x="771" y="981"/>
                </a:lnTo>
                <a:lnTo>
                  <a:pt x="771" y="980"/>
                </a:lnTo>
                <a:lnTo>
                  <a:pt x="771" y="979"/>
                </a:lnTo>
                <a:lnTo>
                  <a:pt x="771" y="978"/>
                </a:lnTo>
                <a:lnTo>
                  <a:pt x="770" y="978"/>
                </a:lnTo>
                <a:lnTo>
                  <a:pt x="769" y="978"/>
                </a:lnTo>
                <a:lnTo>
                  <a:pt x="769" y="977"/>
                </a:lnTo>
                <a:lnTo>
                  <a:pt x="768" y="977"/>
                </a:lnTo>
                <a:lnTo>
                  <a:pt x="767" y="977"/>
                </a:lnTo>
                <a:lnTo>
                  <a:pt x="767" y="976"/>
                </a:lnTo>
                <a:lnTo>
                  <a:pt x="766" y="976"/>
                </a:lnTo>
                <a:lnTo>
                  <a:pt x="765" y="976"/>
                </a:lnTo>
                <a:lnTo>
                  <a:pt x="765" y="977"/>
                </a:lnTo>
                <a:lnTo>
                  <a:pt x="764" y="976"/>
                </a:lnTo>
                <a:lnTo>
                  <a:pt x="764" y="977"/>
                </a:lnTo>
                <a:lnTo>
                  <a:pt x="763" y="978"/>
                </a:lnTo>
                <a:lnTo>
                  <a:pt x="762" y="978"/>
                </a:lnTo>
                <a:lnTo>
                  <a:pt x="761" y="978"/>
                </a:lnTo>
                <a:lnTo>
                  <a:pt x="761" y="979"/>
                </a:lnTo>
                <a:lnTo>
                  <a:pt x="760" y="982"/>
                </a:lnTo>
                <a:lnTo>
                  <a:pt x="759" y="982"/>
                </a:lnTo>
                <a:lnTo>
                  <a:pt x="757" y="982"/>
                </a:lnTo>
                <a:lnTo>
                  <a:pt x="757" y="983"/>
                </a:lnTo>
                <a:lnTo>
                  <a:pt x="756" y="983"/>
                </a:lnTo>
                <a:lnTo>
                  <a:pt x="755" y="982"/>
                </a:lnTo>
                <a:lnTo>
                  <a:pt x="755" y="981"/>
                </a:lnTo>
                <a:lnTo>
                  <a:pt x="754" y="981"/>
                </a:lnTo>
                <a:lnTo>
                  <a:pt x="754" y="980"/>
                </a:lnTo>
                <a:lnTo>
                  <a:pt x="754" y="979"/>
                </a:lnTo>
                <a:lnTo>
                  <a:pt x="753" y="978"/>
                </a:lnTo>
                <a:lnTo>
                  <a:pt x="753" y="977"/>
                </a:lnTo>
                <a:lnTo>
                  <a:pt x="753" y="976"/>
                </a:lnTo>
                <a:lnTo>
                  <a:pt x="753" y="974"/>
                </a:lnTo>
                <a:lnTo>
                  <a:pt x="752" y="973"/>
                </a:lnTo>
                <a:lnTo>
                  <a:pt x="752" y="972"/>
                </a:lnTo>
                <a:lnTo>
                  <a:pt x="752" y="971"/>
                </a:lnTo>
                <a:lnTo>
                  <a:pt x="752" y="970"/>
                </a:lnTo>
                <a:lnTo>
                  <a:pt x="752" y="969"/>
                </a:lnTo>
                <a:lnTo>
                  <a:pt x="752" y="967"/>
                </a:lnTo>
                <a:lnTo>
                  <a:pt x="752" y="966"/>
                </a:lnTo>
                <a:lnTo>
                  <a:pt x="751" y="966"/>
                </a:lnTo>
                <a:lnTo>
                  <a:pt x="751" y="965"/>
                </a:lnTo>
                <a:lnTo>
                  <a:pt x="752" y="965"/>
                </a:lnTo>
                <a:lnTo>
                  <a:pt x="752" y="964"/>
                </a:lnTo>
                <a:lnTo>
                  <a:pt x="752" y="963"/>
                </a:lnTo>
                <a:lnTo>
                  <a:pt x="753" y="963"/>
                </a:lnTo>
                <a:lnTo>
                  <a:pt x="753" y="962"/>
                </a:lnTo>
                <a:lnTo>
                  <a:pt x="755" y="962"/>
                </a:lnTo>
                <a:lnTo>
                  <a:pt x="755" y="961"/>
                </a:lnTo>
                <a:lnTo>
                  <a:pt x="754" y="961"/>
                </a:lnTo>
                <a:lnTo>
                  <a:pt x="755" y="960"/>
                </a:lnTo>
                <a:lnTo>
                  <a:pt x="755" y="959"/>
                </a:lnTo>
                <a:lnTo>
                  <a:pt x="755" y="957"/>
                </a:lnTo>
                <a:lnTo>
                  <a:pt x="755" y="955"/>
                </a:lnTo>
                <a:lnTo>
                  <a:pt x="756" y="955"/>
                </a:lnTo>
                <a:lnTo>
                  <a:pt x="757" y="955"/>
                </a:lnTo>
                <a:lnTo>
                  <a:pt x="757" y="954"/>
                </a:lnTo>
                <a:lnTo>
                  <a:pt x="757" y="953"/>
                </a:lnTo>
                <a:lnTo>
                  <a:pt x="757" y="952"/>
                </a:lnTo>
                <a:lnTo>
                  <a:pt x="756" y="952"/>
                </a:lnTo>
                <a:lnTo>
                  <a:pt x="755" y="952"/>
                </a:lnTo>
                <a:lnTo>
                  <a:pt x="755" y="951"/>
                </a:lnTo>
                <a:lnTo>
                  <a:pt x="756" y="950"/>
                </a:lnTo>
                <a:lnTo>
                  <a:pt x="755" y="950"/>
                </a:lnTo>
                <a:lnTo>
                  <a:pt x="755" y="949"/>
                </a:lnTo>
                <a:lnTo>
                  <a:pt x="755" y="948"/>
                </a:lnTo>
                <a:lnTo>
                  <a:pt x="756" y="947"/>
                </a:lnTo>
                <a:lnTo>
                  <a:pt x="756" y="946"/>
                </a:lnTo>
                <a:lnTo>
                  <a:pt x="755" y="946"/>
                </a:lnTo>
                <a:lnTo>
                  <a:pt x="755" y="945"/>
                </a:lnTo>
                <a:lnTo>
                  <a:pt x="755" y="943"/>
                </a:lnTo>
                <a:lnTo>
                  <a:pt x="756" y="942"/>
                </a:lnTo>
                <a:lnTo>
                  <a:pt x="755" y="941"/>
                </a:lnTo>
                <a:lnTo>
                  <a:pt x="755" y="940"/>
                </a:lnTo>
                <a:lnTo>
                  <a:pt x="754" y="940"/>
                </a:lnTo>
                <a:lnTo>
                  <a:pt x="753" y="940"/>
                </a:lnTo>
                <a:lnTo>
                  <a:pt x="752" y="940"/>
                </a:lnTo>
                <a:lnTo>
                  <a:pt x="751" y="940"/>
                </a:lnTo>
                <a:lnTo>
                  <a:pt x="750" y="940"/>
                </a:lnTo>
                <a:lnTo>
                  <a:pt x="749" y="940"/>
                </a:lnTo>
                <a:lnTo>
                  <a:pt x="749" y="941"/>
                </a:lnTo>
                <a:lnTo>
                  <a:pt x="750" y="941"/>
                </a:lnTo>
                <a:lnTo>
                  <a:pt x="749" y="942"/>
                </a:lnTo>
                <a:lnTo>
                  <a:pt x="748" y="943"/>
                </a:lnTo>
                <a:lnTo>
                  <a:pt x="749" y="944"/>
                </a:lnTo>
                <a:lnTo>
                  <a:pt x="748" y="945"/>
                </a:lnTo>
                <a:lnTo>
                  <a:pt x="748" y="946"/>
                </a:lnTo>
                <a:lnTo>
                  <a:pt x="747" y="946"/>
                </a:lnTo>
                <a:lnTo>
                  <a:pt x="746" y="946"/>
                </a:lnTo>
                <a:lnTo>
                  <a:pt x="746" y="945"/>
                </a:lnTo>
                <a:lnTo>
                  <a:pt x="746" y="944"/>
                </a:lnTo>
                <a:lnTo>
                  <a:pt x="745" y="943"/>
                </a:lnTo>
                <a:lnTo>
                  <a:pt x="744" y="942"/>
                </a:lnTo>
                <a:lnTo>
                  <a:pt x="744" y="941"/>
                </a:lnTo>
                <a:lnTo>
                  <a:pt x="744" y="940"/>
                </a:lnTo>
                <a:lnTo>
                  <a:pt x="743" y="940"/>
                </a:lnTo>
                <a:lnTo>
                  <a:pt x="742" y="941"/>
                </a:lnTo>
                <a:lnTo>
                  <a:pt x="742" y="942"/>
                </a:lnTo>
                <a:lnTo>
                  <a:pt x="741" y="942"/>
                </a:lnTo>
                <a:lnTo>
                  <a:pt x="741" y="943"/>
                </a:lnTo>
                <a:lnTo>
                  <a:pt x="740" y="944"/>
                </a:lnTo>
                <a:lnTo>
                  <a:pt x="740" y="945"/>
                </a:lnTo>
                <a:lnTo>
                  <a:pt x="741" y="945"/>
                </a:lnTo>
                <a:lnTo>
                  <a:pt x="741" y="944"/>
                </a:lnTo>
                <a:lnTo>
                  <a:pt x="742" y="944"/>
                </a:lnTo>
                <a:lnTo>
                  <a:pt x="743" y="945"/>
                </a:lnTo>
                <a:lnTo>
                  <a:pt x="743" y="946"/>
                </a:lnTo>
                <a:lnTo>
                  <a:pt x="742" y="946"/>
                </a:lnTo>
                <a:lnTo>
                  <a:pt x="741" y="947"/>
                </a:lnTo>
                <a:lnTo>
                  <a:pt x="740" y="947"/>
                </a:lnTo>
                <a:lnTo>
                  <a:pt x="740" y="946"/>
                </a:lnTo>
                <a:lnTo>
                  <a:pt x="739" y="946"/>
                </a:lnTo>
                <a:lnTo>
                  <a:pt x="738" y="947"/>
                </a:lnTo>
                <a:lnTo>
                  <a:pt x="736" y="947"/>
                </a:lnTo>
                <a:lnTo>
                  <a:pt x="735" y="947"/>
                </a:lnTo>
                <a:lnTo>
                  <a:pt x="735" y="948"/>
                </a:lnTo>
                <a:lnTo>
                  <a:pt x="734" y="949"/>
                </a:lnTo>
                <a:lnTo>
                  <a:pt x="734" y="948"/>
                </a:lnTo>
                <a:lnTo>
                  <a:pt x="733" y="948"/>
                </a:lnTo>
                <a:lnTo>
                  <a:pt x="733" y="947"/>
                </a:lnTo>
                <a:lnTo>
                  <a:pt x="733" y="948"/>
                </a:lnTo>
                <a:lnTo>
                  <a:pt x="733" y="949"/>
                </a:lnTo>
                <a:lnTo>
                  <a:pt x="733" y="950"/>
                </a:lnTo>
                <a:lnTo>
                  <a:pt x="732" y="950"/>
                </a:lnTo>
                <a:lnTo>
                  <a:pt x="730" y="949"/>
                </a:lnTo>
                <a:lnTo>
                  <a:pt x="729" y="948"/>
                </a:lnTo>
                <a:lnTo>
                  <a:pt x="729" y="949"/>
                </a:lnTo>
                <a:lnTo>
                  <a:pt x="727" y="949"/>
                </a:lnTo>
                <a:lnTo>
                  <a:pt x="728" y="949"/>
                </a:lnTo>
                <a:lnTo>
                  <a:pt x="727" y="948"/>
                </a:lnTo>
                <a:lnTo>
                  <a:pt x="727" y="947"/>
                </a:lnTo>
                <a:lnTo>
                  <a:pt x="725" y="946"/>
                </a:lnTo>
                <a:lnTo>
                  <a:pt x="724" y="946"/>
                </a:lnTo>
                <a:lnTo>
                  <a:pt x="723" y="946"/>
                </a:lnTo>
                <a:lnTo>
                  <a:pt x="723" y="947"/>
                </a:lnTo>
                <a:lnTo>
                  <a:pt x="722" y="948"/>
                </a:lnTo>
                <a:lnTo>
                  <a:pt x="721" y="948"/>
                </a:lnTo>
                <a:lnTo>
                  <a:pt x="720" y="947"/>
                </a:lnTo>
                <a:lnTo>
                  <a:pt x="719" y="947"/>
                </a:lnTo>
                <a:lnTo>
                  <a:pt x="718" y="947"/>
                </a:lnTo>
                <a:lnTo>
                  <a:pt x="716" y="946"/>
                </a:lnTo>
                <a:lnTo>
                  <a:pt x="715" y="946"/>
                </a:lnTo>
                <a:lnTo>
                  <a:pt x="714" y="946"/>
                </a:lnTo>
                <a:lnTo>
                  <a:pt x="713" y="946"/>
                </a:lnTo>
                <a:lnTo>
                  <a:pt x="712" y="946"/>
                </a:lnTo>
                <a:lnTo>
                  <a:pt x="711" y="946"/>
                </a:lnTo>
                <a:lnTo>
                  <a:pt x="710" y="946"/>
                </a:lnTo>
                <a:lnTo>
                  <a:pt x="709" y="947"/>
                </a:lnTo>
                <a:lnTo>
                  <a:pt x="708" y="947"/>
                </a:lnTo>
                <a:lnTo>
                  <a:pt x="708" y="946"/>
                </a:lnTo>
                <a:lnTo>
                  <a:pt x="707" y="947"/>
                </a:lnTo>
                <a:lnTo>
                  <a:pt x="707" y="948"/>
                </a:lnTo>
                <a:lnTo>
                  <a:pt x="706" y="948"/>
                </a:lnTo>
                <a:lnTo>
                  <a:pt x="706" y="947"/>
                </a:lnTo>
                <a:lnTo>
                  <a:pt x="706" y="946"/>
                </a:lnTo>
                <a:lnTo>
                  <a:pt x="705" y="945"/>
                </a:lnTo>
                <a:lnTo>
                  <a:pt x="704" y="945"/>
                </a:lnTo>
                <a:lnTo>
                  <a:pt x="703" y="945"/>
                </a:lnTo>
                <a:lnTo>
                  <a:pt x="703" y="944"/>
                </a:lnTo>
                <a:lnTo>
                  <a:pt x="702" y="943"/>
                </a:lnTo>
                <a:lnTo>
                  <a:pt x="702" y="942"/>
                </a:lnTo>
                <a:lnTo>
                  <a:pt x="701" y="941"/>
                </a:lnTo>
                <a:lnTo>
                  <a:pt x="700" y="940"/>
                </a:lnTo>
                <a:lnTo>
                  <a:pt x="699" y="940"/>
                </a:lnTo>
                <a:lnTo>
                  <a:pt x="699" y="939"/>
                </a:lnTo>
                <a:lnTo>
                  <a:pt x="699" y="938"/>
                </a:lnTo>
                <a:lnTo>
                  <a:pt x="698" y="938"/>
                </a:lnTo>
                <a:lnTo>
                  <a:pt x="698" y="937"/>
                </a:lnTo>
                <a:lnTo>
                  <a:pt x="697" y="937"/>
                </a:lnTo>
                <a:lnTo>
                  <a:pt x="697" y="936"/>
                </a:lnTo>
                <a:lnTo>
                  <a:pt x="696" y="935"/>
                </a:lnTo>
                <a:lnTo>
                  <a:pt x="695" y="933"/>
                </a:lnTo>
                <a:lnTo>
                  <a:pt x="694" y="932"/>
                </a:lnTo>
                <a:lnTo>
                  <a:pt x="694" y="931"/>
                </a:lnTo>
                <a:lnTo>
                  <a:pt x="694" y="930"/>
                </a:lnTo>
                <a:lnTo>
                  <a:pt x="693" y="930"/>
                </a:lnTo>
                <a:lnTo>
                  <a:pt x="693" y="931"/>
                </a:lnTo>
                <a:lnTo>
                  <a:pt x="692" y="932"/>
                </a:lnTo>
                <a:lnTo>
                  <a:pt x="691" y="932"/>
                </a:lnTo>
                <a:lnTo>
                  <a:pt x="691" y="931"/>
                </a:lnTo>
                <a:lnTo>
                  <a:pt x="690" y="931"/>
                </a:lnTo>
                <a:lnTo>
                  <a:pt x="690" y="930"/>
                </a:lnTo>
                <a:lnTo>
                  <a:pt x="689" y="930"/>
                </a:lnTo>
                <a:lnTo>
                  <a:pt x="688" y="930"/>
                </a:lnTo>
                <a:lnTo>
                  <a:pt x="687" y="929"/>
                </a:lnTo>
                <a:lnTo>
                  <a:pt x="686" y="928"/>
                </a:lnTo>
                <a:lnTo>
                  <a:pt x="685" y="928"/>
                </a:lnTo>
                <a:lnTo>
                  <a:pt x="684" y="928"/>
                </a:lnTo>
                <a:lnTo>
                  <a:pt x="683" y="928"/>
                </a:lnTo>
                <a:lnTo>
                  <a:pt x="682" y="928"/>
                </a:lnTo>
                <a:lnTo>
                  <a:pt x="682" y="929"/>
                </a:lnTo>
                <a:lnTo>
                  <a:pt x="681" y="930"/>
                </a:lnTo>
                <a:lnTo>
                  <a:pt x="681" y="931"/>
                </a:lnTo>
                <a:lnTo>
                  <a:pt x="680" y="932"/>
                </a:lnTo>
                <a:lnTo>
                  <a:pt x="678" y="932"/>
                </a:lnTo>
                <a:lnTo>
                  <a:pt x="678" y="931"/>
                </a:lnTo>
                <a:lnTo>
                  <a:pt x="677" y="931"/>
                </a:lnTo>
                <a:lnTo>
                  <a:pt x="676" y="931"/>
                </a:lnTo>
                <a:lnTo>
                  <a:pt x="676" y="932"/>
                </a:lnTo>
                <a:lnTo>
                  <a:pt x="676" y="933"/>
                </a:lnTo>
                <a:lnTo>
                  <a:pt x="676" y="934"/>
                </a:lnTo>
                <a:lnTo>
                  <a:pt x="676" y="935"/>
                </a:lnTo>
                <a:lnTo>
                  <a:pt x="675" y="935"/>
                </a:lnTo>
                <a:lnTo>
                  <a:pt x="675" y="936"/>
                </a:lnTo>
                <a:lnTo>
                  <a:pt x="675" y="937"/>
                </a:lnTo>
                <a:lnTo>
                  <a:pt x="675" y="938"/>
                </a:lnTo>
                <a:lnTo>
                  <a:pt x="675" y="939"/>
                </a:lnTo>
                <a:lnTo>
                  <a:pt x="674" y="939"/>
                </a:lnTo>
                <a:lnTo>
                  <a:pt x="672" y="939"/>
                </a:lnTo>
                <a:lnTo>
                  <a:pt x="671" y="940"/>
                </a:lnTo>
                <a:lnTo>
                  <a:pt x="671" y="941"/>
                </a:lnTo>
                <a:lnTo>
                  <a:pt x="671" y="942"/>
                </a:lnTo>
                <a:lnTo>
                  <a:pt x="671" y="943"/>
                </a:lnTo>
                <a:lnTo>
                  <a:pt x="670" y="944"/>
                </a:lnTo>
                <a:lnTo>
                  <a:pt x="670" y="945"/>
                </a:lnTo>
                <a:lnTo>
                  <a:pt x="669" y="945"/>
                </a:lnTo>
                <a:lnTo>
                  <a:pt x="668" y="945"/>
                </a:lnTo>
                <a:lnTo>
                  <a:pt x="667" y="945"/>
                </a:lnTo>
                <a:lnTo>
                  <a:pt x="666" y="945"/>
                </a:lnTo>
                <a:lnTo>
                  <a:pt x="666" y="946"/>
                </a:lnTo>
                <a:lnTo>
                  <a:pt x="665" y="946"/>
                </a:lnTo>
                <a:lnTo>
                  <a:pt x="665" y="947"/>
                </a:lnTo>
                <a:lnTo>
                  <a:pt x="664" y="947"/>
                </a:lnTo>
                <a:lnTo>
                  <a:pt x="663" y="947"/>
                </a:lnTo>
                <a:lnTo>
                  <a:pt x="662" y="947"/>
                </a:lnTo>
                <a:lnTo>
                  <a:pt x="661" y="947"/>
                </a:lnTo>
                <a:lnTo>
                  <a:pt x="661" y="948"/>
                </a:lnTo>
                <a:lnTo>
                  <a:pt x="660" y="947"/>
                </a:lnTo>
                <a:lnTo>
                  <a:pt x="659" y="947"/>
                </a:lnTo>
                <a:lnTo>
                  <a:pt x="659" y="948"/>
                </a:lnTo>
                <a:lnTo>
                  <a:pt x="658" y="948"/>
                </a:lnTo>
                <a:lnTo>
                  <a:pt x="658" y="947"/>
                </a:lnTo>
                <a:lnTo>
                  <a:pt x="658" y="948"/>
                </a:lnTo>
                <a:lnTo>
                  <a:pt x="657" y="948"/>
                </a:lnTo>
                <a:lnTo>
                  <a:pt x="656" y="949"/>
                </a:lnTo>
                <a:lnTo>
                  <a:pt x="656" y="950"/>
                </a:lnTo>
                <a:lnTo>
                  <a:pt x="655" y="950"/>
                </a:lnTo>
                <a:lnTo>
                  <a:pt x="655" y="951"/>
                </a:lnTo>
                <a:lnTo>
                  <a:pt x="654" y="952"/>
                </a:lnTo>
                <a:lnTo>
                  <a:pt x="654" y="953"/>
                </a:lnTo>
                <a:lnTo>
                  <a:pt x="653" y="953"/>
                </a:lnTo>
                <a:lnTo>
                  <a:pt x="653" y="952"/>
                </a:lnTo>
                <a:lnTo>
                  <a:pt x="652" y="952"/>
                </a:lnTo>
                <a:lnTo>
                  <a:pt x="651" y="951"/>
                </a:lnTo>
                <a:lnTo>
                  <a:pt x="650" y="950"/>
                </a:lnTo>
                <a:lnTo>
                  <a:pt x="650" y="949"/>
                </a:lnTo>
                <a:lnTo>
                  <a:pt x="650" y="948"/>
                </a:lnTo>
                <a:lnTo>
                  <a:pt x="649" y="947"/>
                </a:lnTo>
                <a:lnTo>
                  <a:pt x="650" y="946"/>
                </a:lnTo>
                <a:lnTo>
                  <a:pt x="648" y="946"/>
                </a:lnTo>
                <a:lnTo>
                  <a:pt x="648" y="945"/>
                </a:lnTo>
                <a:lnTo>
                  <a:pt x="647" y="945"/>
                </a:lnTo>
                <a:lnTo>
                  <a:pt x="647" y="944"/>
                </a:lnTo>
                <a:lnTo>
                  <a:pt x="646" y="944"/>
                </a:lnTo>
                <a:lnTo>
                  <a:pt x="646" y="942"/>
                </a:lnTo>
                <a:lnTo>
                  <a:pt x="646" y="941"/>
                </a:lnTo>
                <a:lnTo>
                  <a:pt x="646" y="940"/>
                </a:lnTo>
                <a:lnTo>
                  <a:pt x="646" y="939"/>
                </a:lnTo>
                <a:lnTo>
                  <a:pt x="645" y="939"/>
                </a:lnTo>
                <a:lnTo>
                  <a:pt x="645" y="938"/>
                </a:lnTo>
                <a:lnTo>
                  <a:pt x="645" y="936"/>
                </a:lnTo>
                <a:lnTo>
                  <a:pt x="646" y="936"/>
                </a:lnTo>
                <a:lnTo>
                  <a:pt x="646" y="935"/>
                </a:lnTo>
                <a:lnTo>
                  <a:pt x="646" y="932"/>
                </a:lnTo>
                <a:lnTo>
                  <a:pt x="646" y="931"/>
                </a:lnTo>
                <a:lnTo>
                  <a:pt x="645" y="931"/>
                </a:lnTo>
                <a:lnTo>
                  <a:pt x="644" y="930"/>
                </a:lnTo>
                <a:lnTo>
                  <a:pt x="642" y="929"/>
                </a:lnTo>
                <a:lnTo>
                  <a:pt x="642" y="927"/>
                </a:lnTo>
                <a:lnTo>
                  <a:pt x="641" y="926"/>
                </a:lnTo>
                <a:lnTo>
                  <a:pt x="639" y="927"/>
                </a:lnTo>
                <a:lnTo>
                  <a:pt x="637" y="929"/>
                </a:lnTo>
                <a:lnTo>
                  <a:pt x="637" y="930"/>
                </a:lnTo>
                <a:lnTo>
                  <a:pt x="637" y="931"/>
                </a:lnTo>
                <a:lnTo>
                  <a:pt x="636" y="933"/>
                </a:lnTo>
                <a:lnTo>
                  <a:pt x="636" y="934"/>
                </a:lnTo>
                <a:lnTo>
                  <a:pt x="635" y="934"/>
                </a:lnTo>
                <a:lnTo>
                  <a:pt x="634" y="934"/>
                </a:lnTo>
                <a:lnTo>
                  <a:pt x="633" y="934"/>
                </a:lnTo>
                <a:lnTo>
                  <a:pt x="633" y="935"/>
                </a:lnTo>
                <a:lnTo>
                  <a:pt x="632" y="935"/>
                </a:lnTo>
                <a:lnTo>
                  <a:pt x="631" y="935"/>
                </a:lnTo>
                <a:lnTo>
                  <a:pt x="630" y="935"/>
                </a:lnTo>
                <a:lnTo>
                  <a:pt x="630" y="936"/>
                </a:lnTo>
                <a:lnTo>
                  <a:pt x="629" y="936"/>
                </a:lnTo>
                <a:lnTo>
                  <a:pt x="629" y="935"/>
                </a:lnTo>
                <a:lnTo>
                  <a:pt x="626" y="934"/>
                </a:lnTo>
                <a:lnTo>
                  <a:pt x="626" y="933"/>
                </a:lnTo>
                <a:lnTo>
                  <a:pt x="625" y="933"/>
                </a:lnTo>
                <a:lnTo>
                  <a:pt x="625" y="932"/>
                </a:lnTo>
                <a:lnTo>
                  <a:pt x="626" y="931"/>
                </a:lnTo>
                <a:lnTo>
                  <a:pt x="626" y="930"/>
                </a:lnTo>
                <a:lnTo>
                  <a:pt x="625" y="930"/>
                </a:lnTo>
                <a:lnTo>
                  <a:pt x="624" y="929"/>
                </a:lnTo>
                <a:lnTo>
                  <a:pt x="624" y="928"/>
                </a:lnTo>
                <a:lnTo>
                  <a:pt x="624" y="927"/>
                </a:lnTo>
                <a:lnTo>
                  <a:pt x="624" y="926"/>
                </a:lnTo>
                <a:lnTo>
                  <a:pt x="624" y="925"/>
                </a:lnTo>
                <a:lnTo>
                  <a:pt x="624" y="924"/>
                </a:lnTo>
                <a:lnTo>
                  <a:pt x="624" y="923"/>
                </a:lnTo>
                <a:lnTo>
                  <a:pt x="625" y="922"/>
                </a:lnTo>
                <a:lnTo>
                  <a:pt x="624" y="921"/>
                </a:lnTo>
                <a:lnTo>
                  <a:pt x="623" y="920"/>
                </a:lnTo>
                <a:lnTo>
                  <a:pt x="622" y="920"/>
                </a:lnTo>
                <a:lnTo>
                  <a:pt x="621" y="919"/>
                </a:lnTo>
                <a:lnTo>
                  <a:pt x="620" y="919"/>
                </a:lnTo>
                <a:lnTo>
                  <a:pt x="619" y="918"/>
                </a:lnTo>
                <a:lnTo>
                  <a:pt x="619" y="915"/>
                </a:lnTo>
                <a:lnTo>
                  <a:pt x="619" y="914"/>
                </a:lnTo>
                <a:lnTo>
                  <a:pt x="619" y="913"/>
                </a:lnTo>
                <a:lnTo>
                  <a:pt x="619" y="912"/>
                </a:lnTo>
                <a:lnTo>
                  <a:pt x="620" y="912"/>
                </a:lnTo>
                <a:lnTo>
                  <a:pt x="620" y="911"/>
                </a:lnTo>
                <a:lnTo>
                  <a:pt x="619" y="911"/>
                </a:lnTo>
                <a:lnTo>
                  <a:pt x="618" y="910"/>
                </a:lnTo>
                <a:lnTo>
                  <a:pt x="618" y="909"/>
                </a:lnTo>
                <a:lnTo>
                  <a:pt x="617" y="909"/>
                </a:lnTo>
                <a:lnTo>
                  <a:pt x="616" y="909"/>
                </a:lnTo>
                <a:lnTo>
                  <a:pt x="615" y="909"/>
                </a:lnTo>
                <a:lnTo>
                  <a:pt x="614" y="909"/>
                </a:lnTo>
                <a:lnTo>
                  <a:pt x="613" y="908"/>
                </a:lnTo>
                <a:lnTo>
                  <a:pt x="612" y="908"/>
                </a:lnTo>
                <a:lnTo>
                  <a:pt x="612" y="909"/>
                </a:lnTo>
                <a:lnTo>
                  <a:pt x="612" y="908"/>
                </a:lnTo>
                <a:lnTo>
                  <a:pt x="611" y="908"/>
                </a:lnTo>
                <a:lnTo>
                  <a:pt x="610" y="907"/>
                </a:lnTo>
                <a:lnTo>
                  <a:pt x="609" y="906"/>
                </a:lnTo>
                <a:lnTo>
                  <a:pt x="609" y="905"/>
                </a:lnTo>
                <a:lnTo>
                  <a:pt x="609" y="904"/>
                </a:lnTo>
                <a:lnTo>
                  <a:pt x="610" y="904"/>
                </a:lnTo>
                <a:lnTo>
                  <a:pt x="610" y="903"/>
                </a:lnTo>
                <a:lnTo>
                  <a:pt x="611" y="902"/>
                </a:lnTo>
                <a:lnTo>
                  <a:pt x="611" y="901"/>
                </a:lnTo>
                <a:lnTo>
                  <a:pt x="611" y="900"/>
                </a:lnTo>
                <a:lnTo>
                  <a:pt x="612" y="901"/>
                </a:lnTo>
                <a:lnTo>
                  <a:pt x="612" y="900"/>
                </a:lnTo>
                <a:lnTo>
                  <a:pt x="614" y="898"/>
                </a:lnTo>
                <a:lnTo>
                  <a:pt x="614" y="897"/>
                </a:lnTo>
                <a:lnTo>
                  <a:pt x="615" y="897"/>
                </a:lnTo>
                <a:lnTo>
                  <a:pt x="614" y="896"/>
                </a:lnTo>
                <a:lnTo>
                  <a:pt x="613" y="895"/>
                </a:lnTo>
                <a:lnTo>
                  <a:pt x="612" y="894"/>
                </a:lnTo>
                <a:lnTo>
                  <a:pt x="610" y="894"/>
                </a:lnTo>
                <a:lnTo>
                  <a:pt x="610" y="893"/>
                </a:lnTo>
                <a:lnTo>
                  <a:pt x="609" y="893"/>
                </a:lnTo>
                <a:lnTo>
                  <a:pt x="607" y="891"/>
                </a:lnTo>
                <a:lnTo>
                  <a:pt x="606" y="890"/>
                </a:lnTo>
                <a:lnTo>
                  <a:pt x="606" y="889"/>
                </a:lnTo>
                <a:lnTo>
                  <a:pt x="605" y="889"/>
                </a:lnTo>
                <a:lnTo>
                  <a:pt x="604" y="888"/>
                </a:lnTo>
                <a:lnTo>
                  <a:pt x="603" y="888"/>
                </a:lnTo>
                <a:lnTo>
                  <a:pt x="602" y="887"/>
                </a:lnTo>
                <a:lnTo>
                  <a:pt x="603" y="885"/>
                </a:lnTo>
                <a:lnTo>
                  <a:pt x="603" y="884"/>
                </a:lnTo>
                <a:lnTo>
                  <a:pt x="602" y="883"/>
                </a:lnTo>
                <a:lnTo>
                  <a:pt x="602" y="881"/>
                </a:lnTo>
                <a:lnTo>
                  <a:pt x="601" y="880"/>
                </a:lnTo>
                <a:lnTo>
                  <a:pt x="601" y="879"/>
                </a:lnTo>
                <a:lnTo>
                  <a:pt x="602" y="879"/>
                </a:lnTo>
                <a:lnTo>
                  <a:pt x="603" y="880"/>
                </a:lnTo>
                <a:lnTo>
                  <a:pt x="604" y="880"/>
                </a:lnTo>
                <a:lnTo>
                  <a:pt x="604" y="881"/>
                </a:lnTo>
                <a:lnTo>
                  <a:pt x="605" y="882"/>
                </a:lnTo>
                <a:lnTo>
                  <a:pt x="605" y="881"/>
                </a:lnTo>
                <a:lnTo>
                  <a:pt x="607" y="879"/>
                </a:lnTo>
                <a:lnTo>
                  <a:pt x="608" y="877"/>
                </a:lnTo>
                <a:lnTo>
                  <a:pt x="608" y="874"/>
                </a:lnTo>
                <a:lnTo>
                  <a:pt x="608" y="873"/>
                </a:lnTo>
                <a:lnTo>
                  <a:pt x="607" y="872"/>
                </a:lnTo>
                <a:lnTo>
                  <a:pt x="608" y="870"/>
                </a:lnTo>
                <a:lnTo>
                  <a:pt x="608" y="869"/>
                </a:lnTo>
                <a:lnTo>
                  <a:pt x="609" y="867"/>
                </a:lnTo>
                <a:lnTo>
                  <a:pt x="610" y="866"/>
                </a:lnTo>
                <a:lnTo>
                  <a:pt x="610" y="865"/>
                </a:lnTo>
                <a:lnTo>
                  <a:pt x="610" y="864"/>
                </a:lnTo>
                <a:lnTo>
                  <a:pt x="609" y="862"/>
                </a:lnTo>
                <a:lnTo>
                  <a:pt x="609" y="861"/>
                </a:lnTo>
                <a:lnTo>
                  <a:pt x="608" y="862"/>
                </a:lnTo>
                <a:lnTo>
                  <a:pt x="607" y="862"/>
                </a:lnTo>
                <a:lnTo>
                  <a:pt x="605" y="860"/>
                </a:lnTo>
                <a:lnTo>
                  <a:pt x="604" y="860"/>
                </a:lnTo>
                <a:lnTo>
                  <a:pt x="604" y="858"/>
                </a:lnTo>
                <a:lnTo>
                  <a:pt x="604" y="857"/>
                </a:lnTo>
                <a:lnTo>
                  <a:pt x="604" y="856"/>
                </a:lnTo>
                <a:lnTo>
                  <a:pt x="603" y="856"/>
                </a:lnTo>
                <a:lnTo>
                  <a:pt x="603" y="855"/>
                </a:lnTo>
                <a:lnTo>
                  <a:pt x="602" y="855"/>
                </a:lnTo>
                <a:lnTo>
                  <a:pt x="602" y="854"/>
                </a:lnTo>
                <a:lnTo>
                  <a:pt x="601" y="852"/>
                </a:lnTo>
                <a:lnTo>
                  <a:pt x="601" y="851"/>
                </a:lnTo>
                <a:lnTo>
                  <a:pt x="602" y="851"/>
                </a:lnTo>
                <a:lnTo>
                  <a:pt x="603" y="851"/>
                </a:lnTo>
                <a:lnTo>
                  <a:pt x="603" y="850"/>
                </a:lnTo>
                <a:lnTo>
                  <a:pt x="603" y="849"/>
                </a:lnTo>
                <a:lnTo>
                  <a:pt x="603" y="848"/>
                </a:lnTo>
                <a:lnTo>
                  <a:pt x="602" y="848"/>
                </a:lnTo>
                <a:lnTo>
                  <a:pt x="602" y="847"/>
                </a:lnTo>
                <a:lnTo>
                  <a:pt x="602" y="846"/>
                </a:lnTo>
                <a:lnTo>
                  <a:pt x="602" y="844"/>
                </a:lnTo>
                <a:lnTo>
                  <a:pt x="603" y="844"/>
                </a:lnTo>
                <a:lnTo>
                  <a:pt x="605" y="843"/>
                </a:lnTo>
                <a:lnTo>
                  <a:pt x="606" y="842"/>
                </a:lnTo>
                <a:lnTo>
                  <a:pt x="606" y="841"/>
                </a:lnTo>
                <a:lnTo>
                  <a:pt x="606" y="840"/>
                </a:lnTo>
                <a:lnTo>
                  <a:pt x="605" y="840"/>
                </a:lnTo>
                <a:lnTo>
                  <a:pt x="605" y="839"/>
                </a:lnTo>
                <a:lnTo>
                  <a:pt x="605" y="838"/>
                </a:lnTo>
                <a:lnTo>
                  <a:pt x="604" y="838"/>
                </a:lnTo>
                <a:lnTo>
                  <a:pt x="603" y="837"/>
                </a:lnTo>
                <a:lnTo>
                  <a:pt x="602" y="836"/>
                </a:lnTo>
                <a:lnTo>
                  <a:pt x="602" y="833"/>
                </a:lnTo>
                <a:lnTo>
                  <a:pt x="603" y="832"/>
                </a:lnTo>
                <a:lnTo>
                  <a:pt x="604" y="832"/>
                </a:lnTo>
                <a:lnTo>
                  <a:pt x="605" y="831"/>
                </a:lnTo>
                <a:lnTo>
                  <a:pt x="605" y="830"/>
                </a:lnTo>
                <a:lnTo>
                  <a:pt x="605" y="829"/>
                </a:lnTo>
                <a:lnTo>
                  <a:pt x="605" y="828"/>
                </a:lnTo>
                <a:lnTo>
                  <a:pt x="604" y="828"/>
                </a:lnTo>
                <a:lnTo>
                  <a:pt x="603" y="828"/>
                </a:lnTo>
                <a:lnTo>
                  <a:pt x="603" y="829"/>
                </a:lnTo>
                <a:lnTo>
                  <a:pt x="603" y="830"/>
                </a:lnTo>
                <a:lnTo>
                  <a:pt x="602" y="830"/>
                </a:lnTo>
                <a:lnTo>
                  <a:pt x="601" y="830"/>
                </a:lnTo>
                <a:lnTo>
                  <a:pt x="601" y="829"/>
                </a:lnTo>
                <a:lnTo>
                  <a:pt x="600" y="829"/>
                </a:lnTo>
                <a:lnTo>
                  <a:pt x="600" y="827"/>
                </a:lnTo>
                <a:lnTo>
                  <a:pt x="601" y="827"/>
                </a:lnTo>
                <a:lnTo>
                  <a:pt x="601" y="826"/>
                </a:lnTo>
                <a:lnTo>
                  <a:pt x="601" y="825"/>
                </a:lnTo>
                <a:lnTo>
                  <a:pt x="601" y="824"/>
                </a:lnTo>
                <a:lnTo>
                  <a:pt x="600" y="824"/>
                </a:lnTo>
                <a:lnTo>
                  <a:pt x="599" y="824"/>
                </a:lnTo>
                <a:lnTo>
                  <a:pt x="598" y="823"/>
                </a:lnTo>
                <a:lnTo>
                  <a:pt x="599" y="822"/>
                </a:lnTo>
                <a:lnTo>
                  <a:pt x="598" y="821"/>
                </a:lnTo>
                <a:lnTo>
                  <a:pt x="598" y="820"/>
                </a:lnTo>
                <a:lnTo>
                  <a:pt x="596" y="819"/>
                </a:lnTo>
                <a:lnTo>
                  <a:pt x="595" y="819"/>
                </a:lnTo>
                <a:lnTo>
                  <a:pt x="594" y="820"/>
                </a:lnTo>
                <a:lnTo>
                  <a:pt x="593" y="821"/>
                </a:lnTo>
                <a:lnTo>
                  <a:pt x="593" y="820"/>
                </a:lnTo>
                <a:lnTo>
                  <a:pt x="593" y="819"/>
                </a:lnTo>
                <a:lnTo>
                  <a:pt x="592" y="819"/>
                </a:lnTo>
                <a:lnTo>
                  <a:pt x="592" y="818"/>
                </a:lnTo>
                <a:lnTo>
                  <a:pt x="590" y="819"/>
                </a:lnTo>
                <a:lnTo>
                  <a:pt x="589" y="819"/>
                </a:lnTo>
                <a:lnTo>
                  <a:pt x="588" y="819"/>
                </a:lnTo>
                <a:lnTo>
                  <a:pt x="587" y="820"/>
                </a:lnTo>
                <a:lnTo>
                  <a:pt x="586" y="819"/>
                </a:lnTo>
                <a:lnTo>
                  <a:pt x="586" y="820"/>
                </a:lnTo>
                <a:lnTo>
                  <a:pt x="585" y="821"/>
                </a:lnTo>
                <a:lnTo>
                  <a:pt x="584" y="821"/>
                </a:lnTo>
                <a:lnTo>
                  <a:pt x="583" y="823"/>
                </a:lnTo>
                <a:lnTo>
                  <a:pt x="582" y="826"/>
                </a:lnTo>
                <a:lnTo>
                  <a:pt x="581" y="827"/>
                </a:lnTo>
                <a:lnTo>
                  <a:pt x="580" y="829"/>
                </a:lnTo>
                <a:lnTo>
                  <a:pt x="580" y="830"/>
                </a:lnTo>
                <a:lnTo>
                  <a:pt x="580" y="831"/>
                </a:lnTo>
                <a:lnTo>
                  <a:pt x="580" y="832"/>
                </a:lnTo>
                <a:lnTo>
                  <a:pt x="579" y="833"/>
                </a:lnTo>
                <a:lnTo>
                  <a:pt x="578" y="833"/>
                </a:lnTo>
                <a:lnTo>
                  <a:pt x="577" y="832"/>
                </a:lnTo>
                <a:lnTo>
                  <a:pt x="576" y="831"/>
                </a:lnTo>
                <a:lnTo>
                  <a:pt x="575" y="831"/>
                </a:lnTo>
                <a:lnTo>
                  <a:pt x="575" y="832"/>
                </a:lnTo>
                <a:lnTo>
                  <a:pt x="574" y="832"/>
                </a:lnTo>
                <a:lnTo>
                  <a:pt x="575" y="833"/>
                </a:lnTo>
                <a:lnTo>
                  <a:pt x="576" y="833"/>
                </a:lnTo>
                <a:lnTo>
                  <a:pt x="577" y="833"/>
                </a:lnTo>
                <a:lnTo>
                  <a:pt x="577" y="834"/>
                </a:lnTo>
                <a:lnTo>
                  <a:pt x="575" y="834"/>
                </a:lnTo>
                <a:lnTo>
                  <a:pt x="575" y="835"/>
                </a:lnTo>
                <a:lnTo>
                  <a:pt x="574" y="835"/>
                </a:lnTo>
                <a:lnTo>
                  <a:pt x="574" y="836"/>
                </a:lnTo>
                <a:lnTo>
                  <a:pt x="573" y="837"/>
                </a:lnTo>
                <a:lnTo>
                  <a:pt x="572" y="837"/>
                </a:lnTo>
                <a:lnTo>
                  <a:pt x="571" y="837"/>
                </a:lnTo>
                <a:lnTo>
                  <a:pt x="570" y="837"/>
                </a:lnTo>
                <a:lnTo>
                  <a:pt x="569" y="839"/>
                </a:lnTo>
                <a:lnTo>
                  <a:pt x="569" y="840"/>
                </a:lnTo>
                <a:lnTo>
                  <a:pt x="570" y="841"/>
                </a:lnTo>
                <a:lnTo>
                  <a:pt x="570" y="843"/>
                </a:lnTo>
                <a:lnTo>
                  <a:pt x="570" y="844"/>
                </a:lnTo>
                <a:lnTo>
                  <a:pt x="571" y="844"/>
                </a:lnTo>
                <a:lnTo>
                  <a:pt x="573" y="845"/>
                </a:lnTo>
                <a:lnTo>
                  <a:pt x="572" y="845"/>
                </a:lnTo>
                <a:lnTo>
                  <a:pt x="571" y="845"/>
                </a:lnTo>
                <a:lnTo>
                  <a:pt x="569" y="845"/>
                </a:lnTo>
                <a:lnTo>
                  <a:pt x="568" y="844"/>
                </a:lnTo>
                <a:lnTo>
                  <a:pt x="568" y="843"/>
                </a:lnTo>
                <a:lnTo>
                  <a:pt x="568" y="842"/>
                </a:lnTo>
                <a:lnTo>
                  <a:pt x="568" y="840"/>
                </a:lnTo>
                <a:lnTo>
                  <a:pt x="566" y="840"/>
                </a:lnTo>
                <a:lnTo>
                  <a:pt x="565" y="840"/>
                </a:lnTo>
                <a:lnTo>
                  <a:pt x="564" y="840"/>
                </a:lnTo>
                <a:lnTo>
                  <a:pt x="564" y="841"/>
                </a:lnTo>
                <a:lnTo>
                  <a:pt x="563" y="841"/>
                </a:lnTo>
                <a:lnTo>
                  <a:pt x="562" y="843"/>
                </a:lnTo>
                <a:lnTo>
                  <a:pt x="561" y="843"/>
                </a:lnTo>
                <a:lnTo>
                  <a:pt x="559" y="845"/>
                </a:lnTo>
                <a:lnTo>
                  <a:pt x="558" y="845"/>
                </a:lnTo>
                <a:lnTo>
                  <a:pt x="558" y="846"/>
                </a:lnTo>
                <a:lnTo>
                  <a:pt x="556" y="847"/>
                </a:lnTo>
                <a:lnTo>
                  <a:pt x="555" y="847"/>
                </a:lnTo>
                <a:lnTo>
                  <a:pt x="554" y="847"/>
                </a:lnTo>
                <a:lnTo>
                  <a:pt x="554" y="848"/>
                </a:lnTo>
                <a:lnTo>
                  <a:pt x="554" y="849"/>
                </a:lnTo>
                <a:lnTo>
                  <a:pt x="553" y="849"/>
                </a:lnTo>
                <a:lnTo>
                  <a:pt x="551" y="851"/>
                </a:lnTo>
                <a:lnTo>
                  <a:pt x="550" y="852"/>
                </a:lnTo>
                <a:lnTo>
                  <a:pt x="548" y="854"/>
                </a:lnTo>
                <a:lnTo>
                  <a:pt x="547" y="854"/>
                </a:lnTo>
                <a:lnTo>
                  <a:pt x="546" y="853"/>
                </a:lnTo>
                <a:lnTo>
                  <a:pt x="546" y="852"/>
                </a:lnTo>
                <a:lnTo>
                  <a:pt x="545" y="852"/>
                </a:lnTo>
                <a:lnTo>
                  <a:pt x="544" y="852"/>
                </a:lnTo>
                <a:lnTo>
                  <a:pt x="543" y="852"/>
                </a:lnTo>
                <a:lnTo>
                  <a:pt x="542" y="851"/>
                </a:lnTo>
                <a:lnTo>
                  <a:pt x="543" y="851"/>
                </a:lnTo>
                <a:lnTo>
                  <a:pt x="543" y="850"/>
                </a:lnTo>
                <a:lnTo>
                  <a:pt x="542" y="850"/>
                </a:lnTo>
                <a:lnTo>
                  <a:pt x="542" y="849"/>
                </a:lnTo>
                <a:lnTo>
                  <a:pt x="541" y="849"/>
                </a:lnTo>
                <a:lnTo>
                  <a:pt x="540" y="849"/>
                </a:lnTo>
                <a:lnTo>
                  <a:pt x="539" y="849"/>
                </a:lnTo>
                <a:lnTo>
                  <a:pt x="538" y="848"/>
                </a:lnTo>
                <a:lnTo>
                  <a:pt x="538" y="849"/>
                </a:lnTo>
                <a:lnTo>
                  <a:pt x="537" y="849"/>
                </a:lnTo>
                <a:lnTo>
                  <a:pt x="536" y="849"/>
                </a:lnTo>
                <a:lnTo>
                  <a:pt x="536" y="850"/>
                </a:lnTo>
                <a:lnTo>
                  <a:pt x="535" y="849"/>
                </a:lnTo>
                <a:lnTo>
                  <a:pt x="534" y="849"/>
                </a:lnTo>
                <a:lnTo>
                  <a:pt x="534" y="848"/>
                </a:lnTo>
                <a:lnTo>
                  <a:pt x="533" y="848"/>
                </a:lnTo>
                <a:lnTo>
                  <a:pt x="532" y="846"/>
                </a:lnTo>
                <a:lnTo>
                  <a:pt x="532" y="845"/>
                </a:lnTo>
                <a:lnTo>
                  <a:pt x="531" y="845"/>
                </a:lnTo>
                <a:lnTo>
                  <a:pt x="530" y="845"/>
                </a:lnTo>
                <a:lnTo>
                  <a:pt x="529" y="845"/>
                </a:lnTo>
                <a:lnTo>
                  <a:pt x="529" y="843"/>
                </a:lnTo>
                <a:lnTo>
                  <a:pt x="530" y="842"/>
                </a:lnTo>
                <a:lnTo>
                  <a:pt x="531" y="841"/>
                </a:lnTo>
                <a:lnTo>
                  <a:pt x="531" y="840"/>
                </a:lnTo>
                <a:lnTo>
                  <a:pt x="530" y="840"/>
                </a:lnTo>
                <a:lnTo>
                  <a:pt x="529" y="839"/>
                </a:lnTo>
                <a:lnTo>
                  <a:pt x="528" y="839"/>
                </a:lnTo>
                <a:lnTo>
                  <a:pt x="527" y="839"/>
                </a:lnTo>
                <a:lnTo>
                  <a:pt x="525" y="838"/>
                </a:lnTo>
                <a:lnTo>
                  <a:pt x="524" y="837"/>
                </a:lnTo>
                <a:lnTo>
                  <a:pt x="524" y="836"/>
                </a:lnTo>
                <a:lnTo>
                  <a:pt x="524" y="835"/>
                </a:lnTo>
                <a:lnTo>
                  <a:pt x="523" y="834"/>
                </a:lnTo>
                <a:lnTo>
                  <a:pt x="522" y="834"/>
                </a:lnTo>
                <a:lnTo>
                  <a:pt x="521" y="833"/>
                </a:lnTo>
                <a:lnTo>
                  <a:pt x="520" y="833"/>
                </a:lnTo>
                <a:lnTo>
                  <a:pt x="520" y="832"/>
                </a:lnTo>
                <a:lnTo>
                  <a:pt x="519" y="832"/>
                </a:lnTo>
                <a:lnTo>
                  <a:pt x="519" y="831"/>
                </a:lnTo>
                <a:lnTo>
                  <a:pt x="517" y="831"/>
                </a:lnTo>
                <a:lnTo>
                  <a:pt x="516" y="830"/>
                </a:lnTo>
                <a:lnTo>
                  <a:pt x="514" y="828"/>
                </a:lnTo>
                <a:lnTo>
                  <a:pt x="513" y="828"/>
                </a:lnTo>
                <a:lnTo>
                  <a:pt x="512" y="826"/>
                </a:lnTo>
                <a:lnTo>
                  <a:pt x="512" y="825"/>
                </a:lnTo>
                <a:lnTo>
                  <a:pt x="511" y="824"/>
                </a:lnTo>
                <a:lnTo>
                  <a:pt x="510" y="824"/>
                </a:lnTo>
                <a:lnTo>
                  <a:pt x="509" y="823"/>
                </a:lnTo>
                <a:lnTo>
                  <a:pt x="508" y="823"/>
                </a:lnTo>
                <a:lnTo>
                  <a:pt x="507" y="823"/>
                </a:lnTo>
                <a:lnTo>
                  <a:pt x="505" y="825"/>
                </a:lnTo>
                <a:lnTo>
                  <a:pt x="505" y="826"/>
                </a:lnTo>
                <a:lnTo>
                  <a:pt x="503" y="826"/>
                </a:lnTo>
                <a:lnTo>
                  <a:pt x="502" y="826"/>
                </a:lnTo>
                <a:lnTo>
                  <a:pt x="501" y="826"/>
                </a:lnTo>
                <a:lnTo>
                  <a:pt x="501" y="827"/>
                </a:lnTo>
                <a:lnTo>
                  <a:pt x="501" y="828"/>
                </a:lnTo>
                <a:lnTo>
                  <a:pt x="500" y="828"/>
                </a:lnTo>
                <a:lnTo>
                  <a:pt x="500" y="829"/>
                </a:lnTo>
                <a:lnTo>
                  <a:pt x="501" y="830"/>
                </a:lnTo>
                <a:lnTo>
                  <a:pt x="500" y="831"/>
                </a:lnTo>
                <a:lnTo>
                  <a:pt x="500" y="832"/>
                </a:lnTo>
                <a:lnTo>
                  <a:pt x="500" y="834"/>
                </a:lnTo>
                <a:lnTo>
                  <a:pt x="500" y="835"/>
                </a:lnTo>
                <a:lnTo>
                  <a:pt x="499" y="835"/>
                </a:lnTo>
                <a:lnTo>
                  <a:pt x="498" y="835"/>
                </a:lnTo>
                <a:lnTo>
                  <a:pt x="495" y="836"/>
                </a:lnTo>
                <a:lnTo>
                  <a:pt x="494" y="836"/>
                </a:lnTo>
                <a:lnTo>
                  <a:pt x="493" y="835"/>
                </a:lnTo>
                <a:lnTo>
                  <a:pt x="493" y="834"/>
                </a:lnTo>
                <a:lnTo>
                  <a:pt x="493" y="833"/>
                </a:lnTo>
                <a:lnTo>
                  <a:pt x="492" y="832"/>
                </a:lnTo>
                <a:lnTo>
                  <a:pt x="490" y="832"/>
                </a:lnTo>
                <a:lnTo>
                  <a:pt x="489" y="832"/>
                </a:lnTo>
                <a:lnTo>
                  <a:pt x="488" y="832"/>
                </a:lnTo>
                <a:lnTo>
                  <a:pt x="488" y="833"/>
                </a:lnTo>
                <a:lnTo>
                  <a:pt x="487" y="833"/>
                </a:lnTo>
                <a:lnTo>
                  <a:pt x="485" y="832"/>
                </a:lnTo>
                <a:lnTo>
                  <a:pt x="483" y="831"/>
                </a:lnTo>
                <a:lnTo>
                  <a:pt x="483" y="830"/>
                </a:lnTo>
                <a:lnTo>
                  <a:pt x="481" y="828"/>
                </a:lnTo>
                <a:lnTo>
                  <a:pt x="480" y="828"/>
                </a:lnTo>
                <a:lnTo>
                  <a:pt x="479" y="828"/>
                </a:lnTo>
                <a:lnTo>
                  <a:pt x="478" y="827"/>
                </a:lnTo>
                <a:lnTo>
                  <a:pt x="477" y="828"/>
                </a:lnTo>
                <a:lnTo>
                  <a:pt x="476" y="829"/>
                </a:lnTo>
                <a:lnTo>
                  <a:pt x="475" y="829"/>
                </a:lnTo>
                <a:lnTo>
                  <a:pt x="474" y="829"/>
                </a:lnTo>
                <a:lnTo>
                  <a:pt x="473" y="829"/>
                </a:lnTo>
                <a:lnTo>
                  <a:pt x="473" y="830"/>
                </a:lnTo>
                <a:lnTo>
                  <a:pt x="472" y="831"/>
                </a:lnTo>
                <a:lnTo>
                  <a:pt x="472" y="832"/>
                </a:lnTo>
                <a:lnTo>
                  <a:pt x="472" y="833"/>
                </a:lnTo>
                <a:lnTo>
                  <a:pt x="473" y="833"/>
                </a:lnTo>
                <a:lnTo>
                  <a:pt x="473" y="834"/>
                </a:lnTo>
                <a:lnTo>
                  <a:pt x="473" y="835"/>
                </a:lnTo>
                <a:lnTo>
                  <a:pt x="473" y="837"/>
                </a:lnTo>
                <a:lnTo>
                  <a:pt x="473" y="839"/>
                </a:lnTo>
                <a:lnTo>
                  <a:pt x="472" y="839"/>
                </a:lnTo>
                <a:lnTo>
                  <a:pt x="472" y="840"/>
                </a:lnTo>
                <a:lnTo>
                  <a:pt x="471" y="840"/>
                </a:lnTo>
                <a:lnTo>
                  <a:pt x="470" y="839"/>
                </a:lnTo>
                <a:lnTo>
                  <a:pt x="469" y="839"/>
                </a:lnTo>
                <a:lnTo>
                  <a:pt x="468" y="839"/>
                </a:lnTo>
                <a:lnTo>
                  <a:pt x="468" y="838"/>
                </a:lnTo>
                <a:lnTo>
                  <a:pt x="468" y="837"/>
                </a:lnTo>
                <a:lnTo>
                  <a:pt x="468" y="836"/>
                </a:lnTo>
                <a:lnTo>
                  <a:pt x="468" y="835"/>
                </a:lnTo>
                <a:lnTo>
                  <a:pt x="466" y="835"/>
                </a:lnTo>
                <a:lnTo>
                  <a:pt x="466" y="836"/>
                </a:lnTo>
                <a:lnTo>
                  <a:pt x="466" y="837"/>
                </a:lnTo>
                <a:lnTo>
                  <a:pt x="465" y="837"/>
                </a:lnTo>
                <a:lnTo>
                  <a:pt x="464" y="837"/>
                </a:lnTo>
                <a:lnTo>
                  <a:pt x="463" y="837"/>
                </a:lnTo>
                <a:lnTo>
                  <a:pt x="462" y="837"/>
                </a:lnTo>
                <a:lnTo>
                  <a:pt x="461" y="836"/>
                </a:lnTo>
                <a:lnTo>
                  <a:pt x="459" y="836"/>
                </a:lnTo>
                <a:lnTo>
                  <a:pt x="458" y="835"/>
                </a:lnTo>
                <a:lnTo>
                  <a:pt x="457" y="835"/>
                </a:lnTo>
                <a:lnTo>
                  <a:pt x="455" y="836"/>
                </a:lnTo>
                <a:lnTo>
                  <a:pt x="455" y="837"/>
                </a:lnTo>
                <a:lnTo>
                  <a:pt x="455" y="838"/>
                </a:lnTo>
                <a:lnTo>
                  <a:pt x="456" y="838"/>
                </a:lnTo>
                <a:lnTo>
                  <a:pt x="456" y="839"/>
                </a:lnTo>
                <a:lnTo>
                  <a:pt x="455" y="839"/>
                </a:lnTo>
                <a:lnTo>
                  <a:pt x="454" y="839"/>
                </a:lnTo>
                <a:lnTo>
                  <a:pt x="453" y="839"/>
                </a:lnTo>
                <a:lnTo>
                  <a:pt x="453" y="838"/>
                </a:lnTo>
                <a:lnTo>
                  <a:pt x="453" y="836"/>
                </a:lnTo>
                <a:lnTo>
                  <a:pt x="452" y="836"/>
                </a:lnTo>
                <a:lnTo>
                  <a:pt x="452" y="835"/>
                </a:lnTo>
                <a:lnTo>
                  <a:pt x="451" y="835"/>
                </a:lnTo>
                <a:lnTo>
                  <a:pt x="451" y="836"/>
                </a:lnTo>
                <a:lnTo>
                  <a:pt x="450" y="836"/>
                </a:lnTo>
                <a:lnTo>
                  <a:pt x="450" y="837"/>
                </a:lnTo>
                <a:lnTo>
                  <a:pt x="449" y="838"/>
                </a:lnTo>
                <a:lnTo>
                  <a:pt x="448" y="838"/>
                </a:lnTo>
                <a:lnTo>
                  <a:pt x="447" y="839"/>
                </a:lnTo>
                <a:lnTo>
                  <a:pt x="447" y="840"/>
                </a:lnTo>
                <a:lnTo>
                  <a:pt x="446" y="840"/>
                </a:lnTo>
                <a:lnTo>
                  <a:pt x="445" y="841"/>
                </a:lnTo>
                <a:lnTo>
                  <a:pt x="443" y="842"/>
                </a:lnTo>
                <a:lnTo>
                  <a:pt x="442" y="841"/>
                </a:lnTo>
                <a:lnTo>
                  <a:pt x="442" y="842"/>
                </a:lnTo>
                <a:lnTo>
                  <a:pt x="441" y="842"/>
                </a:lnTo>
                <a:lnTo>
                  <a:pt x="440" y="843"/>
                </a:lnTo>
                <a:lnTo>
                  <a:pt x="440" y="844"/>
                </a:lnTo>
                <a:lnTo>
                  <a:pt x="439" y="845"/>
                </a:lnTo>
                <a:lnTo>
                  <a:pt x="437" y="845"/>
                </a:lnTo>
                <a:lnTo>
                  <a:pt x="437" y="844"/>
                </a:lnTo>
                <a:lnTo>
                  <a:pt x="435" y="844"/>
                </a:lnTo>
                <a:lnTo>
                  <a:pt x="435" y="845"/>
                </a:lnTo>
                <a:lnTo>
                  <a:pt x="434" y="846"/>
                </a:lnTo>
                <a:lnTo>
                  <a:pt x="434" y="847"/>
                </a:lnTo>
                <a:lnTo>
                  <a:pt x="435" y="847"/>
                </a:lnTo>
                <a:lnTo>
                  <a:pt x="434" y="847"/>
                </a:lnTo>
                <a:lnTo>
                  <a:pt x="433" y="848"/>
                </a:lnTo>
                <a:lnTo>
                  <a:pt x="432" y="848"/>
                </a:lnTo>
                <a:lnTo>
                  <a:pt x="431" y="848"/>
                </a:lnTo>
                <a:lnTo>
                  <a:pt x="429" y="847"/>
                </a:lnTo>
                <a:lnTo>
                  <a:pt x="428" y="847"/>
                </a:lnTo>
                <a:lnTo>
                  <a:pt x="428" y="846"/>
                </a:lnTo>
                <a:lnTo>
                  <a:pt x="428" y="845"/>
                </a:lnTo>
                <a:lnTo>
                  <a:pt x="429" y="845"/>
                </a:lnTo>
                <a:lnTo>
                  <a:pt x="428" y="844"/>
                </a:lnTo>
                <a:lnTo>
                  <a:pt x="428" y="843"/>
                </a:lnTo>
                <a:lnTo>
                  <a:pt x="427" y="843"/>
                </a:lnTo>
                <a:lnTo>
                  <a:pt x="427" y="844"/>
                </a:lnTo>
                <a:lnTo>
                  <a:pt x="426" y="844"/>
                </a:lnTo>
                <a:lnTo>
                  <a:pt x="425" y="844"/>
                </a:lnTo>
                <a:lnTo>
                  <a:pt x="425" y="845"/>
                </a:lnTo>
                <a:lnTo>
                  <a:pt x="425" y="846"/>
                </a:lnTo>
                <a:lnTo>
                  <a:pt x="424" y="846"/>
                </a:lnTo>
                <a:lnTo>
                  <a:pt x="424" y="847"/>
                </a:lnTo>
                <a:lnTo>
                  <a:pt x="423" y="846"/>
                </a:lnTo>
                <a:lnTo>
                  <a:pt x="422" y="846"/>
                </a:lnTo>
                <a:lnTo>
                  <a:pt x="421" y="846"/>
                </a:lnTo>
                <a:lnTo>
                  <a:pt x="420" y="846"/>
                </a:lnTo>
                <a:lnTo>
                  <a:pt x="419" y="845"/>
                </a:lnTo>
                <a:lnTo>
                  <a:pt x="418" y="844"/>
                </a:lnTo>
                <a:lnTo>
                  <a:pt x="417" y="844"/>
                </a:lnTo>
                <a:lnTo>
                  <a:pt x="416" y="845"/>
                </a:lnTo>
                <a:lnTo>
                  <a:pt x="416" y="844"/>
                </a:lnTo>
                <a:lnTo>
                  <a:pt x="416" y="843"/>
                </a:lnTo>
                <a:lnTo>
                  <a:pt x="415" y="843"/>
                </a:lnTo>
                <a:lnTo>
                  <a:pt x="414" y="843"/>
                </a:lnTo>
                <a:lnTo>
                  <a:pt x="412" y="843"/>
                </a:lnTo>
                <a:lnTo>
                  <a:pt x="412" y="844"/>
                </a:lnTo>
                <a:lnTo>
                  <a:pt x="411" y="844"/>
                </a:lnTo>
                <a:lnTo>
                  <a:pt x="410" y="844"/>
                </a:lnTo>
                <a:lnTo>
                  <a:pt x="409" y="843"/>
                </a:lnTo>
                <a:lnTo>
                  <a:pt x="408" y="842"/>
                </a:lnTo>
                <a:lnTo>
                  <a:pt x="407" y="842"/>
                </a:lnTo>
                <a:lnTo>
                  <a:pt x="406" y="841"/>
                </a:lnTo>
                <a:lnTo>
                  <a:pt x="404" y="841"/>
                </a:lnTo>
                <a:lnTo>
                  <a:pt x="403" y="842"/>
                </a:lnTo>
                <a:lnTo>
                  <a:pt x="402" y="842"/>
                </a:lnTo>
                <a:lnTo>
                  <a:pt x="401" y="842"/>
                </a:lnTo>
                <a:lnTo>
                  <a:pt x="400" y="840"/>
                </a:lnTo>
                <a:lnTo>
                  <a:pt x="399" y="839"/>
                </a:lnTo>
                <a:lnTo>
                  <a:pt x="398" y="839"/>
                </a:lnTo>
                <a:lnTo>
                  <a:pt x="397" y="839"/>
                </a:lnTo>
                <a:lnTo>
                  <a:pt x="396" y="838"/>
                </a:lnTo>
                <a:lnTo>
                  <a:pt x="395" y="838"/>
                </a:lnTo>
                <a:lnTo>
                  <a:pt x="395" y="839"/>
                </a:lnTo>
                <a:lnTo>
                  <a:pt x="395" y="840"/>
                </a:lnTo>
                <a:lnTo>
                  <a:pt x="395" y="841"/>
                </a:lnTo>
                <a:lnTo>
                  <a:pt x="395" y="842"/>
                </a:lnTo>
                <a:lnTo>
                  <a:pt x="394" y="842"/>
                </a:lnTo>
                <a:lnTo>
                  <a:pt x="394" y="843"/>
                </a:lnTo>
                <a:lnTo>
                  <a:pt x="393" y="844"/>
                </a:lnTo>
                <a:lnTo>
                  <a:pt x="392" y="843"/>
                </a:lnTo>
                <a:lnTo>
                  <a:pt x="391" y="843"/>
                </a:lnTo>
                <a:lnTo>
                  <a:pt x="390" y="843"/>
                </a:lnTo>
                <a:lnTo>
                  <a:pt x="389" y="843"/>
                </a:lnTo>
                <a:lnTo>
                  <a:pt x="388" y="844"/>
                </a:lnTo>
                <a:lnTo>
                  <a:pt x="387" y="844"/>
                </a:lnTo>
                <a:lnTo>
                  <a:pt x="387" y="845"/>
                </a:lnTo>
                <a:lnTo>
                  <a:pt x="386" y="845"/>
                </a:lnTo>
                <a:lnTo>
                  <a:pt x="385" y="844"/>
                </a:lnTo>
                <a:lnTo>
                  <a:pt x="384" y="844"/>
                </a:lnTo>
                <a:lnTo>
                  <a:pt x="384" y="845"/>
                </a:lnTo>
                <a:lnTo>
                  <a:pt x="383" y="846"/>
                </a:lnTo>
                <a:lnTo>
                  <a:pt x="382" y="846"/>
                </a:lnTo>
                <a:lnTo>
                  <a:pt x="381" y="846"/>
                </a:lnTo>
                <a:lnTo>
                  <a:pt x="381" y="847"/>
                </a:lnTo>
                <a:lnTo>
                  <a:pt x="379" y="849"/>
                </a:lnTo>
                <a:lnTo>
                  <a:pt x="379" y="850"/>
                </a:lnTo>
                <a:lnTo>
                  <a:pt x="379" y="851"/>
                </a:lnTo>
                <a:lnTo>
                  <a:pt x="380" y="851"/>
                </a:lnTo>
                <a:lnTo>
                  <a:pt x="380" y="852"/>
                </a:lnTo>
                <a:lnTo>
                  <a:pt x="379" y="852"/>
                </a:lnTo>
                <a:lnTo>
                  <a:pt x="378" y="852"/>
                </a:lnTo>
                <a:lnTo>
                  <a:pt x="378" y="851"/>
                </a:lnTo>
                <a:lnTo>
                  <a:pt x="377" y="851"/>
                </a:lnTo>
                <a:lnTo>
                  <a:pt x="377" y="850"/>
                </a:lnTo>
                <a:lnTo>
                  <a:pt x="375" y="850"/>
                </a:lnTo>
                <a:lnTo>
                  <a:pt x="374" y="850"/>
                </a:lnTo>
                <a:lnTo>
                  <a:pt x="374" y="849"/>
                </a:lnTo>
                <a:lnTo>
                  <a:pt x="373" y="848"/>
                </a:lnTo>
                <a:lnTo>
                  <a:pt x="371" y="847"/>
                </a:lnTo>
                <a:lnTo>
                  <a:pt x="370" y="847"/>
                </a:lnTo>
                <a:lnTo>
                  <a:pt x="370" y="848"/>
                </a:lnTo>
                <a:lnTo>
                  <a:pt x="369" y="848"/>
                </a:lnTo>
                <a:lnTo>
                  <a:pt x="367" y="848"/>
                </a:lnTo>
                <a:lnTo>
                  <a:pt x="366" y="848"/>
                </a:lnTo>
                <a:lnTo>
                  <a:pt x="365" y="848"/>
                </a:lnTo>
                <a:lnTo>
                  <a:pt x="364" y="848"/>
                </a:lnTo>
                <a:lnTo>
                  <a:pt x="364" y="849"/>
                </a:lnTo>
                <a:lnTo>
                  <a:pt x="363" y="850"/>
                </a:lnTo>
                <a:lnTo>
                  <a:pt x="363" y="851"/>
                </a:lnTo>
                <a:lnTo>
                  <a:pt x="363" y="852"/>
                </a:lnTo>
                <a:lnTo>
                  <a:pt x="362" y="852"/>
                </a:lnTo>
                <a:lnTo>
                  <a:pt x="361" y="852"/>
                </a:lnTo>
                <a:lnTo>
                  <a:pt x="360" y="853"/>
                </a:lnTo>
                <a:lnTo>
                  <a:pt x="360" y="854"/>
                </a:lnTo>
                <a:lnTo>
                  <a:pt x="359" y="855"/>
                </a:lnTo>
                <a:lnTo>
                  <a:pt x="359" y="857"/>
                </a:lnTo>
                <a:lnTo>
                  <a:pt x="357" y="857"/>
                </a:lnTo>
                <a:lnTo>
                  <a:pt x="356" y="857"/>
                </a:lnTo>
                <a:lnTo>
                  <a:pt x="356" y="856"/>
                </a:lnTo>
                <a:lnTo>
                  <a:pt x="355" y="856"/>
                </a:lnTo>
                <a:lnTo>
                  <a:pt x="354" y="855"/>
                </a:lnTo>
                <a:lnTo>
                  <a:pt x="353" y="853"/>
                </a:lnTo>
                <a:lnTo>
                  <a:pt x="352" y="853"/>
                </a:lnTo>
                <a:lnTo>
                  <a:pt x="351" y="853"/>
                </a:lnTo>
                <a:lnTo>
                  <a:pt x="351" y="852"/>
                </a:lnTo>
                <a:lnTo>
                  <a:pt x="348" y="851"/>
                </a:lnTo>
                <a:lnTo>
                  <a:pt x="347" y="851"/>
                </a:lnTo>
                <a:lnTo>
                  <a:pt x="346" y="851"/>
                </a:lnTo>
                <a:lnTo>
                  <a:pt x="346" y="850"/>
                </a:lnTo>
                <a:lnTo>
                  <a:pt x="346" y="849"/>
                </a:lnTo>
                <a:lnTo>
                  <a:pt x="345" y="849"/>
                </a:lnTo>
                <a:lnTo>
                  <a:pt x="344" y="849"/>
                </a:lnTo>
                <a:lnTo>
                  <a:pt x="343" y="849"/>
                </a:lnTo>
                <a:lnTo>
                  <a:pt x="342" y="847"/>
                </a:lnTo>
                <a:lnTo>
                  <a:pt x="341" y="846"/>
                </a:lnTo>
                <a:lnTo>
                  <a:pt x="342" y="846"/>
                </a:lnTo>
                <a:lnTo>
                  <a:pt x="342" y="845"/>
                </a:lnTo>
                <a:lnTo>
                  <a:pt x="341" y="845"/>
                </a:lnTo>
                <a:lnTo>
                  <a:pt x="341" y="846"/>
                </a:lnTo>
                <a:lnTo>
                  <a:pt x="340" y="846"/>
                </a:lnTo>
                <a:lnTo>
                  <a:pt x="339" y="845"/>
                </a:lnTo>
                <a:lnTo>
                  <a:pt x="338" y="845"/>
                </a:lnTo>
                <a:lnTo>
                  <a:pt x="338" y="846"/>
                </a:lnTo>
                <a:lnTo>
                  <a:pt x="338" y="847"/>
                </a:lnTo>
                <a:lnTo>
                  <a:pt x="337" y="847"/>
                </a:lnTo>
                <a:lnTo>
                  <a:pt x="337" y="846"/>
                </a:lnTo>
                <a:lnTo>
                  <a:pt x="337" y="845"/>
                </a:lnTo>
                <a:lnTo>
                  <a:pt x="336" y="845"/>
                </a:lnTo>
                <a:lnTo>
                  <a:pt x="335" y="845"/>
                </a:lnTo>
                <a:lnTo>
                  <a:pt x="335" y="846"/>
                </a:lnTo>
                <a:lnTo>
                  <a:pt x="334" y="846"/>
                </a:lnTo>
                <a:lnTo>
                  <a:pt x="333" y="846"/>
                </a:lnTo>
                <a:lnTo>
                  <a:pt x="332" y="847"/>
                </a:lnTo>
                <a:lnTo>
                  <a:pt x="332" y="846"/>
                </a:lnTo>
                <a:lnTo>
                  <a:pt x="333" y="845"/>
                </a:lnTo>
                <a:lnTo>
                  <a:pt x="333" y="844"/>
                </a:lnTo>
                <a:lnTo>
                  <a:pt x="332" y="842"/>
                </a:lnTo>
                <a:lnTo>
                  <a:pt x="331" y="842"/>
                </a:lnTo>
                <a:lnTo>
                  <a:pt x="330" y="841"/>
                </a:lnTo>
                <a:lnTo>
                  <a:pt x="328" y="841"/>
                </a:lnTo>
                <a:lnTo>
                  <a:pt x="327" y="842"/>
                </a:lnTo>
                <a:lnTo>
                  <a:pt x="327" y="843"/>
                </a:lnTo>
                <a:lnTo>
                  <a:pt x="328" y="843"/>
                </a:lnTo>
                <a:lnTo>
                  <a:pt x="328" y="844"/>
                </a:lnTo>
                <a:lnTo>
                  <a:pt x="329" y="844"/>
                </a:lnTo>
                <a:lnTo>
                  <a:pt x="329" y="843"/>
                </a:lnTo>
                <a:lnTo>
                  <a:pt x="330" y="843"/>
                </a:lnTo>
                <a:lnTo>
                  <a:pt x="330" y="844"/>
                </a:lnTo>
                <a:lnTo>
                  <a:pt x="330" y="845"/>
                </a:lnTo>
                <a:lnTo>
                  <a:pt x="330" y="846"/>
                </a:lnTo>
                <a:lnTo>
                  <a:pt x="329" y="846"/>
                </a:lnTo>
                <a:lnTo>
                  <a:pt x="328" y="846"/>
                </a:lnTo>
                <a:lnTo>
                  <a:pt x="328" y="847"/>
                </a:lnTo>
                <a:lnTo>
                  <a:pt x="329" y="847"/>
                </a:lnTo>
                <a:lnTo>
                  <a:pt x="330" y="847"/>
                </a:lnTo>
                <a:lnTo>
                  <a:pt x="330" y="846"/>
                </a:lnTo>
                <a:lnTo>
                  <a:pt x="331" y="847"/>
                </a:lnTo>
                <a:lnTo>
                  <a:pt x="330" y="848"/>
                </a:lnTo>
                <a:lnTo>
                  <a:pt x="330" y="849"/>
                </a:lnTo>
                <a:lnTo>
                  <a:pt x="329" y="849"/>
                </a:lnTo>
                <a:lnTo>
                  <a:pt x="327" y="847"/>
                </a:lnTo>
                <a:lnTo>
                  <a:pt x="326" y="846"/>
                </a:lnTo>
                <a:lnTo>
                  <a:pt x="326" y="845"/>
                </a:lnTo>
                <a:lnTo>
                  <a:pt x="325" y="844"/>
                </a:lnTo>
                <a:lnTo>
                  <a:pt x="325" y="843"/>
                </a:lnTo>
                <a:lnTo>
                  <a:pt x="324" y="843"/>
                </a:lnTo>
                <a:lnTo>
                  <a:pt x="324" y="844"/>
                </a:lnTo>
                <a:lnTo>
                  <a:pt x="324" y="845"/>
                </a:lnTo>
                <a:lnTo>
                  <a:pt x="323" y="845"/>
                </a:lnTo>
                <a:lnTo>
                  <a:pt x="323" y="844"/>
                </a:lnTo>
                <a:lnTo>
                  <a:pt x="322" y="844"/>
                </a:lnTo>
                <a:lnTo>
                  <a:pt x="321" y="843"/>
                </a:lnTo>
                <a:lnTo>
                  <a:pt x="320" y="842"/>
                </a:lnTo>
                <a:lnTo>
                  <a:pt x="320" y="841"/>
                </a:lnTo>
                <a:lnTo>
                  <a:pt x="318" y="841"/>
                </a:lnTo>
                <a:lnTo>
                  <a:pt x="316" y="841"/>
                </a:lnTo>
                <a:lnTo>
                  <a:pt x="316" y="840"/>
                </a:lnTo>
                <a:lnTo>
                  <a:pt x="316" y="839"/>
                </a:lnTo>
                <a:lnTo>
                  <a:pt x="316" y="838"/>
                </a:lnTo>
                <a:lnTo>
                  <a:pt x="315" y="837"/>
                </a:lnTo>
                <a:lnTo>
                  <a:pt x="314" y="837"/>
                </a:lnTo>
                <a:lnTo>
                  <a:pt x="313" y="837"/>
                </a:lnTo>
                <a:lnTo>
                  <a:pt x="313" y="836"/>
                </a:lnTo>
                <a:lnTo>
                  <a:pt x="313" y="835"/>
                </a:lnTo>
                <a:lnTo>
                  <a:pt x="313" y="834"/>
                </a:lnTo>
                <a:lnTo>
                  <a:pt x="314" y="833"/>
                </a:lnTo>
                <a:lnTo>
                  <a:pt x="313" y="831"/>
                </a:lnTo>
                <a:lnTo>
                  <a:pt x="312" y="830"/>
                </a:lnTo>
                <a:lnTo>
                  <a:pt x="310" y="830"/>
                </a:lnTo>
                <a:lnTo>
                  <a:pt x="308" y="830"/>
                </a:lnTo>
                <a:lnTo>
                  <a:pt x="308" y="831"/>
                </a:lnTo>
                <a:lnTo>
                  <a:pt x="308" y="832"/>
                </a:lnTo>
                <a:lnTo>
                  <a:pt x="307" y="833"/>
                </a:lnTo>
                <a:lnTo>
                  <a:pt x="306" y="834"/>
                </a:lnTo>
                <a:lnTo>
                  <a:pt x="306" y="835"/>
                </a:lnTo>
                <a:lnTo>
                  <a:pt x="304" y="835"/>
                </a:lnTo>
                <a:lnTo>
                  <a:pt x="303" y="835"/>
                </a:lnTo>
                <a:lnTo>
                  <a:pt x="303" y="834"/>
                </a:lnTo>
                <a:lnTo>
                  <a:pt x="303" y="833"/>
                </a:lnTo>
                <a:lnTo>
                  <a:pt x="302" y="833"/>
                </a:lnTo>
                <a:lnTo>
                  <a:pt x="301" y="833"/>
                </a:lnTo>
                <a:lnTo>
                  <a:pt x="301" y="834"/>
                </a:lnTo>
                <a:lnTo>
                  <a:pt x="300" y="834"/>
                </a:lnTo>
                <a:lnTo>
                  <a:pt x="300" y="833"/>
                </a:lnTo>
                <a:lnTo>
                  <a:pt x="300" y="832"/>
                </a:lnTo>
                <a:lnTo>
                  <a:pt x="300" y="831"/>
                </a:lnTo>
                <a:lnTo>
                  <a:pt x="299" y="831"/>
                </a:lnTo>
                <a:lnTo>
                  <a:pt x="298" y="831"/>
                </a:lnTo>
                <a:lnTo>
                  <a:pt x="297" y="831"/>
                </a:lnTo>
                <a:lnTo>
                  <a:pt x="297" y="830"/>
                </a:lnTo>
                <a:lnTo>
                  <a:pt x="296" y="827"/>
                </a:lnTo>
                <a:lnTo>
                  <a:pt x="296" y="826"/>
                </a:lnTo>
                <a:lnTo>
                  <a:pt x="295" y="825"/>
                </a:lnTo>
                <a:lnTo>
                  <a:pt x="294" y="823"/>
                </a:lnTo>
                <a:lnTo>
                  <a:pt x="293" y="822"/>
                </a:lnTo>
                <a:lnTo>
                  <a:pt x="292" y="822"/>
                </a:lnTo>
                <a:lnTo>
                  <a:pt x="291" y="822"/>
                </a:lnTo>
                <a:lnTo>
                  <a:pt x="290" y="822"/>
                </a:lnTo>
                <a:lnTo>
                  <a:pt x="289" y="824"/>
                </a:lnTo>
                <a:lnTo>
                  <a:pt x="287" y="825"/>
                </a:lnTo>
                <a:lnTo>
                  <a:pt x="286" y="825"/>
                </a:lnTo>
                <a:lnTo>
                  <a:pt x="285" y="826"/>
                </a:lnTo>
                <a:lnTo>
                  <a:pt x="283" y="826"/>
                </a:lnTo>
                <a:lnTo>
                  <a:pt x="281" y="826"/>
                </a:lnTo>
                <a:lnTo>
                  <a:pt x="280" y="825"/>
                </a:lnTo>
                <a:lnTo>
                  <a:pt x="279" y="825"/>
                </a:lnTo>
                <a:lnTo>
                  <a:pt x="278" y="824"/>
                </a:lnTo>
                <a:lnTo>
                  <a:pt x="278" y="823"/>
                </a:lnTo>
                <a:lnTo>
                  <a:pt x="277" y="822"/>
                </a:lnTo>
                <a:lnTo>
                  <a:pt x="277" y="821"/>
                </a:lnTo>
                <a:lnTo>
                  <a:pt x="278" y="821"/>
                </a:lnTo>
                <a:lnTo>
                  <a:pt x="278" y="820"/>
                </a:lnTo>
                <a:lnTo>
                  <a:pt x="277" y="820"/>
                </a:lnTo>
                <a:lnTo>
                  <a:pt x="277" y="821"/>
                </a:lnTo>
                <a:lnTo>
                  <a:pt x="274" y="821"/>
                </a:lnTo>
                <a:lnTo>
                  <a:pt x="272" y="821"/>
                </a:lnTo>
                <a:lnTo>
                  <a:pt x="271" y="820"/>
                </a:lnTo>
                <a:lnTo>
                  <a:pt x="270" y="819"/>
                </a:lnTo>
                <a:lnTo>
                  <a:pt x="269" y="820"/>
                </a:lnTo>
                <a:lnTo>
                  <a:pt x="268" y="820"/>
                </a:lnTo>
                <a:lnTo>
                  <a:pt x="268" y="819"/>
                </a:lnTo>
                <a:lnTo>
                  <a:pt x="267" y="819"/>
                </a:lnTo>
                <a:lnTo>
                  <a:pt x="266" y="818"/>
                </a:lnTo>
                <a:lnTo>
                  <a:pt x="265" y="818"/>
                </a:lnTo>
                <a:lnTo>
                  <a:pt x="264" y="818"/>
                </a:lnTo>
                <a:lnTo>
                  <a:pt x="264" y="817"/>
                </a:lnTo>
                <a:lnTo>
                  <a:pt x="264" y="816"/>
                </a:lnTo>
                <a:lnTo>
                  <a:pt x="263" y="815"/>
                </a:lnTo>
                <a:lnTo>
                  <a:pt x="262" y="815"/>
                </a:lnTo>
                <a:lnTo>
                  <a:pt x="260" y="815"/>
                </a:lnTo>
                <a:lnTo>
                  <a:pt x="259" y="814"/>
                </a:lnTo>
                <a:lnTo>
                  <a:pt x="257" y="813"/>
                </a:lnTo>
                <a:lnTo>
                  <a:pt x="257" y="812"/>
                </a:lnTo>
                <a:lnTo>
                  <a:pt x="256" y="811"/>
                </a:lnTo>
                <a:lnTo>
                  <a:pt x="256" y="810"/>
                </a:lnTo>
                <a:lnTo>
                  <a:pt x="255" y="810"/>
                </a:lnTo>
                <a:lnTo>
                  <a:pt x="255" y="809"/>
                </a:lnTo>
                <a:lnTo>
                  <a:pt x="254" y="809"/>
                </a:lnTo>
                <a:lnTo>
                  <a:pt x="253" y="808"/>
                </a:lnTo>
                <a:lnTo>
                  <a:pt x="252" y="806"/>
                </a:lnTo>
                <a:lnTo>
                  <a:pt x="251" y="806"/>
                </a:lnTo>
                <a:lnTo>
                  <a:pt x="249" y="806"/>
                </a:lnTo>
                <a:lnTo>
                  <a:pt x="248" y="806"/>
                </a:lnTo>
                <a:lnTo>
                  <a:pt x="248" y="807"/>
                </a:lnTo>
                <a:lnTo>
                  <a:pt x="246" y="806"/>
                </a:lnTo>
                <a:lnTo>
                  <a:pt x="245" y="806"/>
                </a:lnTo>
                <a:lnTo>
                  <a:pt x="243" y="806"/>
                </a:lnTo>
                <a:lnTo>
                  <a:pt x="242" y="805"/>
                </a:lnTo>
                <a:lnTo>
                  <a:pt x="241" y="805"/>
                </a:lnTo>
                <a:lnTo>
                  <a:pt x="241" y="807"/>
                </a:lnTo>
                <a:lnTo>
                  <a:pt x="241" y="808"/>
                </a:lnTo>
                <a:lnTo>
                  <a:pt x="240" y="808"/>
                </a:lnTo>
                <a:lnTo>
                  <a:pt x="239" y="807"/>
                </a:lnTo>
                <a:lnTo>
                  <a:pt x="238" y="806"/>
                </a:lnTo>
                <a:lnTo>
                  <a:pt x="238" y="805"/>
                </a:lnTo>
                <a:lnTo>
                  <a:pt x="239" y="804"/>
                </a:lnTo>
                <a:lnTo>
                  <a:pt x="239" y="803"/>
                </a:lnTo>
                <a:lnTo>
                  <a:pt x="236" y="803"/>
                </a:lnTo>
                <a:lnTo>
                  <a:pt x="235" y="803"/>
                </a:lnTo>
                <a:lnTo>
                  <a:pt x="235" y="804"/>
                </a:lnTo>
                <a:lnTo>
                  <a:pt x="234" y="804"/>
                </a:lnTo>
                <a:lnTo>
                  <a:pt x="234" y="806"/>
                </a:lnTo>
                <a:lnTo>
                  <a:pt x="233" y="807"/>
                </a:lnTo>
                <a:lnTo>
                  <a:pt x="232" y="809"/>
                </a:lnTo>
                <a:lnTo>
                  <a:pt x="232" y="810"/>
                </a:lnTo>
                <a:lnTo>
                  <a:pt x="231" y="810"/>
                </a:lnTo>
                <a:lnTo>
                  <a:pt x="230" y="809"/>
                </a:lnTo>
                <a:lnTo>
                  <a:pt x="229" y="809"/>
                </a:lnTo>
                <a:lnTo>
                  <a:pt x="229" y="810"/>
                </a:lnTo>
                <a:lnTo>
                  <a:pt x="229" y="811"/>
                </a:lnTo>
                <a:lnTo>
                  <a:pt x="229" y="812"/>
                </a:lnTo>
                <a:lnTo>
                  <a:pt x="228" y="812"/>
                </a:lnTo>
                <a:lnTo>
                  <a:pt x="228" y="811"/>
                </a:lnTo>
                <a:lnTo>
                  <a:pt x="227" y="811"/>
                </a:lnTo>
                <a:lnTo>
                  <a:pt x="226" y="811"/>
                </a:lnTo>
                <a:lnTo>
                  <a:pt x="226" y="810"/>
                </a:lnTo>
                <a:lnTo>
                  <a:pt x="225" y="810"/>
                </a:lnTo>
                <a:lnTo>
                  <a:pt x="225" y="809"/>
                </a:lnTo>
                <a:lnTo>
                  <a:pt x="224" y="808"/>
                </a:lnTo>
                <a:lnTo>
                  <a:pt x="223" y="807"/>
                </a:lnTo>
                <a:lnTo>
                  <a:pt x="222" y="807"/>
                </a:lnTo>
                <a:lnTo>
                  <a:pt x="221" y="807"/>
                </a:lnTo>
                <a:lnTo>
                  <a:pt x="220" y="806"/>
                </a:lnTo>
                <a:lnTo>
                  <a:pt x="220" y="805"/>
                </a:lnTo>
                <a:lnTo>
                  <a:pt x="221" y="805"/>
                </a:lnTo>
                <a:lnTo>
                  <a:pt x="221" y="804"/>
                </a:lnTo>
                <a:lnTo>
                  <a:pt x="220" y="803"/>
                </a:lnTo>
                <a:lnTo>
                  <a:pt x="219" y="802"/>
                </a:lnTo>
                <a:lnTo>
                  <a:pt x="219" y="801"/>
                </a:lnTo>
                <a:lnTo>
                  <a:pt x="220" y="801"/>
                </a:lnTo>
                <a:lnTo>
                  <a:pt x="220" y="800"/>
                </a:lnTo>
                <a:lnTo>
                  <a:pt x="219" y="800"/>
                </a:lnTo>
                <a:lnTo>
                  <a:pt x="218" y="797"/>
                </a:lnTo>
                <a:lnTo>
                  <a:pt x="218" y="796"/>
                </a:lnTo>
                <a:lnTo>
                  <a:pt x="217" y="796"/>
                </a:lnTo>
                <a:lnTo>
                  <a:pt x="217" y="795"/>
                </a:lnTo>
                <a:lnTo>
                  <a:pt x="216" y="795"/>
                </a:lnTo>
                <a:lnTo>
                  <a:pt x="215" y="794"/>
                </a:lnTo>
                <a:lnTo>
                  <a:pt x="214" y="794"/>
                </a:lnTo>
                <a:lnTo>
                  <a:pt x="214" y="793"/>
                </a:lnTo>
                <a:lnTo>
                  <a:pt x="213" y="793"/>
                </a:lnTo>
                <a:lnTo>
                  <a:pt x="213" y="792"/>
                </a:lnTo>
                <a:lnTo>
                  <a:pt x="212" y="792"/>
                </a:lnTo>
                <a:lnTo>
                  <a:pt x="212" y="791"/>
                </a:lnTo>
                <a:lnTo>
                  <a:pt x="211" y="791"/>
                </a:lnTo>
                <a:lnTo>
                  <a:pt x="210" y="791"/>
                </a:lnTo>
                <a:lnTo>
                  <a:pt x="210" y="790"/>
                </a:lnTo>
                <a:lnTo>
                  <a:pt x="209" y="789"/>
                </a:lnTo>
                <a:lnTo>
                  <a:pt x="209" y="788"/>
                </a:lnTo>
                <a:lnTo>
                  <a:pt x="209" y="786"/>
                </a:lnTo>
                <a:lnTo>
                  <a:pt x="208" y="786"/>
                </a:lnTo>
                <a:lnTo>
                  <a:pt x="207" y="785"/>
                </a:lnTo>
                <a:lnTo>
                  <a:pt x="206" y="785"/>
                </a:lnTo>
                <a:lnTo>
                  <a:pt x="205" y="785"/>
                </a:lnTo>
                <a:lnTo>
                  <a:pt x="203" y="785"/>
                </a:lnTo>
                <a:lnTo>
                  <a:pt x="202" y="785"/>
                </a:lnTo>
                <a:lnTo>
                  <a:pt x="201" y="784"/>
                </a:lnTo>
                <a:lnTo>
                  <a:pt x="201" y="783"/>
                </a:lnTo>
                <a:lnTo>
                  <a:pt x="202" y="783"/>
                </a:lnTo>
                <a:lnTo>
                  <a:pt x="203" y="784"/>
                </a:lnTo>
                <a:lnTo>
                  <a:pt x="204" y="785"/>
                </a:lnTo>
                <a:lnTo>
                  <a:pt x="206" y="784"/>
                </a:lnTo>
                <a:lnTo>
                  <a:pt x="207" y="783"/>
                </a:lnTo>
                <a:lnTo>
                  <a:pt x="208" y="782"/>
                </a:lnTo>
                <a:lnTo>
                  <a:pt x="208" y="781"/>
                </a:lnTo>
                <a:lnTo>
                  <a:pt x="208" y="779"/>
                </a:lnTo>
                <a:lnTo>
                  <a:pt x="208" y="778"/>
                </a:lnTo>
                <a:lnTo>
                  <a:pt x="209" y="778"/>
                </a:lnTo>
                <a:lnTo>
                  <a:pt x="208" y="777"/>
                </a:lnTo>
                <a:lnTo>
                  <a:pt x="207" y="775"/>
                </a:lnTo>
                <a:lnTo>
                  <a:pt x="206" y="774"/>
                </a:lnTo>
                <a:lnTo>
                  <a:pt x="206" y="775"/>
                </a:lnTo>
                <a:lnTo>
                  <a:pt x="206" y="776"/>
                </a:lnTo>
                <a:lnTo>
                  <a:pt x="206" y="777"/>
                </a:lnTo>
                <a:lnTo>
                  <a:pt x="206" y="778"/>
                </a:lnTo>
                <a:lnTo>
                  <a:pt x="205" y="778"/>
                </a:lnTo>
                <a:lnTo>
                  <a:pt x="205" y="777"/>
                </a:lnTo>
                <a:lnTo>
                  <a:pt x="204" y="777"/>
                </a:lnTo>
                <a:lnTo>
                  <a:pt x="204" y="779"/>
                </a:lnTo>
                <a:lnTo>
                  <a:pt x="203" y="780"/>
                </a:lnTo>
                <a:lnTo>
                  <a:pt x="201" y="780"/>
                </a:lnTo>
                <a:lnTo>
                  <a:pt x="200" y="780"/>
                </a:lnTo>
                <a:lnTo>
                  <a:pt x="199" y="780"/>
                </a:lnTo>
                <a:lnTo>
                  <a:pt x="199" y="779"/>
                </a:lnTo>
                <a:lnTo>
                  <a:pt x="198" y="779"/>
                </a:lnTo>
                <a:lnTo>
                  <a:pt x="198" y="778"/>
                </a:lnTo>
                <a:lnTo>
                  <a:pt x="198" y="777"/>
                </a:lnTo>
                <a:lnTo>
                  <a:pt x="196" y="775"/>
                </a:lnTo>
                <a:lnTo>
                  <a:pt x="196" y="774"/>
                </a:lnTo>
                <a:lnTo>
                  <a:pt x="196" y="772"/>
                </a:lnTo>
                <a:lnTo>
                  <a:pt x="195" y="772"/>
                </a:lnTo>
                <a:lnTo>
                  <a:pt x="195" y="771"/>
                </a:lnTo>
                <a:lnTo>
                  <a:pt x="194" y="771"/>
                </a:lnTo>
                <a:lnTo>
                  <a:pt x="194" y="770"/>
                </a:lnTo>
                <a:lnTo>
                  <a:pt x="194" y="769"/>
                </a:lnTo>
                <a:lnTo>
                  <a:pt x="193" y="767"/>
                </a:lnTo>
                <a:lnTo>
                  <a:pt x="192" y="766"/>
                </a:lnTo>
                <a:lnTo>
                  <a:pt x="191" y="766"/>
                </a:lnTo>
                <a:lnTo>
                  <a:pt x="190" y="765"/>
                </a:lnTo>
                <a:lnTo>
                  <a:pt x="190" y="764"/>
                </a:lnTo>
                <a:lnTo>
                  <a:pt x="189" y="763"/>
                </a:lnTo>
                <a:lnTo>
                  <a:pt x="188" y="763"/>
                </a:lnTo>
                <a:lnTo>
                  <a:pt x="187" y="763"/>
                </a:lnTo>
                <a:lnTo>
                  <a:pt x="186" y="763"/>
                </a:lnTo>
                <a:lnTo>
                  <a:pt x="185" y="763"/>
                </a:lnTo>
                <a:lnTo>
                  <a:pt x="183" y="763"/>
                </a:lnTo>
                <a:lnTo>
                  <a:pt x="183" y="764"/>
                </a:lnTo>
                <a:lnTo>
                  <a:pt x="182" y="763"/>
                </a:lnTo>
                <a:lnTo>
                  <a:pt x="182" y="762"/>
                </a:lnTo>
                <a:lnTo>
                  <a:pt x="181" y="761"/>
                </a:lnTo>
                <a:lnTo>
                  <a:pt x="179" y="760"/>
                </a:lnTo>
                <a:lnTo>
                  <a:pt x="178" y="760"/>
                </a:lnTo>
                <a:lnTo>
                  <a:pt x="177" y="760"/>
                </a:lnTo>
                <a:lnTo>
                  <a:pt x="176" y="760"/>
                </a:lnTo>
                <a:lnTo>
                  <a:pt x="175" y="756"/>
                </a:lnTo>
                <a:lnTo>
                  <a:pt x="176" y="756"/>
                </a:lnTo>
                <a:lnTo>
                  <a:pt x="176" y="755"/>
                </a:lnTo>
                <a:lnTo>
                  <a:pt x="176" y="754"/>
                </a:lnTo>
                <a:lnTo>
                  <a:pt x="177" y="752"/>
                </a:lnTo>
                <a:lnTo>
                  <a:pt x="174" y="751"/>
                </a:lnTo>
                <a:lnTo>
                  <a:pt x="173" y="751"/>
                </a:lnTo>
                <a:lnTo>
                  <a:pt x="172" y="751"/>
                </a:lnTo>
                <a:lnTo>
                  <a:pt x="172" y="752"/>
                </a:lnTo>
                <a:lnTo>
                  <a:pt x="172" y="753"/>
                </a:lnTo>
                <a:lnTo>
                  <a:pt x="172" y="754"/>
                </a:lnTo>
                <a:lnTo>
                  <a:pt x="171" y="755"/>
                </a:lnTo>
                <a:lnTo>
                  <a:pt x="169" y="755"/>
                </a:lnTo>
                <a:lnTo>
                  <a:pt x="168" y="755"/>
                </a:lnTo>
                <a:lnTo>
                  <a:pt x="168" y="753"/>
                </a:lnTo>
                <a:lnTo>
                  <a:pt x="168" y="752"/>
                </a:lnTo>
                <a:lnTo>
                  <a:pt x="169" y="751"/>
                </a:lnTo>
                <a:lnTo>
                  <a:pt x="169" y="750"/>
                </a:lnTo>
                <a:lnTo>
                  <a:pt x="168" y="749"/>
                </a:lnTo>
                <a:lnTo>
                  <a:pt x="168" y="748"/>
                </a:lnTo>
                <a:lnTo>
                  <a:pt x="168" y="747"/>
                </a:lnTo>
                <a:lnTo>
                  <a:pt x="168" y="746"/>
                </a:lnTo>
                <a:lnTo>
                  <a:pt x="167" y="744"/>
                </a:lnTo>
                <a:lnTo>
                  <a:pt x="168" y="742"/>
                </a:lnTo>
                <a:lnTo>
                  <a:pt x="168" y="741"/>
                </a:lnTo>
                <a:lnTo>
                  <a:pt x="168" y="740"/>
                </a:lnTo>
                <a:lnTo>
                  <a:pt x="169" y="740"/>
                </a:lnTo>
                <a:lnTo>
                  <a:pt x="171" y="739"/>
                </a:lnTo>
                <a:lnTo>
                  <a:pt x="172" y="738"/>
                </a:lnTo>
                <a:lnTo>
                  <a:pt x="172" y="736"/>
                </a:lnTo>
                <a:lnTo>
                  <a:pt x="172" y="735"/>
                </a:lnTo>
                <a:lnTo>
                  <a:pt x="171" y="735"/>
                </a:lnTo>
                <a:lnTo>
                  <a:pt x="171" y="734"/>
                </a:lnTo>
                <a:lnTo>
                  <a:pt x="172" y="734"/>
                </a:lnTo>
                <a:lnTo>
                  <a:pt x="172" y="733"/>
                </a:lnTo>
                <a:lnTo>
                  <a:pt x="172" y="732"/>
                </a:lnTo>
                <a:lnTo>
                  <a:pt x="171" y="732"/>
                </a:lnTo>
                <a:lnTo>
                  <a:pt x="170" y="732"/>
                </a:lnTo>
                <a:lnTo>
                  <a:pt x="169" y="730"/>
                </a:lnTo>
                <a:lnTo>
                  <a:pt x="169" y="729"/>
                </a:lnTo>
                <a:lnTo>
                  <a:pt x="169" y="728"/>
                </a:lnTo>
                <a:lnTo>
                  <a:pt x="168" y="728"/>
                </a:lnTo>
                <a:lnTo>
                  <a:pt x="167" y="728"/>
                </a:lnTo>
                <a:lnTo>
                  <a:pt x="167" y="727"/>
                </a:lnTo>
                <a:lnTo>
                  <a:pt x="167" y="726"/>
                </a:lnTo>
                <a:lnTo>
                  <a:pt x="167" y="725"/>
                </a:lnTo>
                <a:lnTo>
                  <a:pt x="167" y="724"/>
                </a:lnTo>
                <a:lnTo>
                  <a:pt x="165" y="723"/>
                </a:lnTo>
                <a:lnTo>
                  <a:pt x="163" y="722"/>
                </a:lnTo>
                <a:lnTo>
                  <a:pt x="162" y="722"/>
                </a:lnTo>
                <a:lnTo>
                  <a:pt x="160" y="722"/>
                </a:lnTo>
                <a:lnTo>
                  <a:pt x="159" y="722"/>
                </a:lnTo>
                <a:lnTo>
                  <a:pt x="157" y="723"/>
                </a:lnTo>
                <a:lnTo>
                  <a:pt x="156" y="723"/>
                </a:lnTo>
                <a:lnTo>
                  <a:pt x="156" y="722"/>
                </a:lnTo>
                <a:lnTo>
                  <a:pt x="154" y="721"/>
                </a:lnTo>
                <a:lnTo>
                  <a:pt x="153" y="721"/>
                </a:lnTo>
                <a:lnTo>
                  <a:pt x="153" y="722"/>
                </a:lnTo>
                <a:lnTo>
                  <a:pt x="152" y="724"/>
                </a:lnTo>
                <a:lnTo>
                  <a:pt x="151" y="724"/>
                </a:lnTo>
                <a:lnTo>
                  <a:pt x="151" y="723"/>
                </a:lnTo>
                <a:lnTo>
                  <a:pt x="150" y="723"/>
                </a:lnTo>
                <a:lnTo>
                  <a:pt x="150" y="722"/>
                </a:lnTo>
                <a:lnTo>
                  <a:pt x="150" y="721"/>
                </a:lnTo>
                <a:lnTo>
                  <a:pt x="153" y="719"/>
                </a:lnTo>
                <a:lnTo>
                  <a:pt x="154" y="718"/>
                </a:lnTo>
                <a:lnTo>
                  <a:pt x="155" y="718"/>
                </a:lnTo>
                <a:lnTo>
                  <a:pt x="156" y="718"/>
                </a:lnTo>
                <a:lnTo>
                  <a:pt x="157" y="717"/>
                </a:lnTo>
                <a:lnTo>
                  <a:pt x="158" y="717"/>
                </a:lnTo>
                <a:lnTo>
                  <a:pt x="158" y="716"/>
                </a:lnTo>
                <a:lnTo>
                  <a:pt x="158" y="715"/>
                </a:lnTo>
                <a:lnTo>
                  <a:pt x="157" y="715"/>
                </a:lnTo>
                <a:lnTo>
                  <a:pt x="157" y="714"/>
                </a:lnTo>
                <a:lnTo>
                  <a:pt x="157" y="712"/>
                </a:lnTo>
                <a:lnTo>
                  <a:pt x="156" y="712"/>
                </a:lnTo>
                <a:lnTo>
                  <a:pt x="156" y="711"/>
                </a:lnTo>
                <a:lnTo>
                  <a:pt x="156" y="712"/>
                </a:lnTo>
                <a:lnTo>
                  <a:pt x="155" y="712"/>
                </a:lnTo>
                <a:lnTo>
                  <a:pt x="154" y="712"/>
                </a:lnTo>
                <a:lnTo>
                  <a:pt x="154" y="711"/>
                </a:lnTo>
                <a:lnTo>
                  <a:pt x="154" y="709"/>
                </a:lnTo>
                <a:lnTo>
                  <a:pt x="154" y="708"/>
                </a:lnTo>
                <a:lnTo>
                  <a:pt x="154" y="707"/>
                </a:lnTo>
                <a:lnTo>
                  <a:pt x="153" y="707"/>
                </a:lnTo>
                <a:lnTo>
                  <a:pt x="152" y="706"/>
                </a:lnTo>
                <a:lnTo>
                  <a:pt x="151" y="705"/>
                </a:lnTo>
                <a:lnTo>
                  <a:pt x="150" y="706"/>
                </a:lnTo>
                <a:lnTo>
                  <a:pt x="149" y="706"/>
                </a:lnTo>
                <a:lnTo>
                  <a:pt x="148" y="706"/>
                </a:lnTo>
                <a:lnTo>
                  <a:pt x="148" y="705"/>
                </a:lnTo>
                <a:lnTo>
                  <a:pt x="148" y="704"/>
                </a:lnTo>
                <a:lnTo>
                  <a:pt x="147" y="704"/>
                </a:lnTo>
                <a:lnTo>
                  <a:pt x="147" y="703"/>
                </a:lnTo>
                <a:lnTo>
                  <a:pt x="146" y="703"/>
                </a:lnTo>
                <a:lnTo>
                  <a:pt x="145" y="701"/>
                </a:lnTo>
                <a:lnTo>
                  <a:pt x="145" y="699"/>
                </a:lnTo>
                <a:lnTo>
                  <a:pt x="145" y="698"/>
                </a:lnTo>
                <a:lnTo>
                  <a:pt x="144" y="699"/>
                </a:lnTo>
                <a:lnTo>
                  <a:pt x="143" y="699"/>
                </a:lnTo>
                <a:lnTo>
                  <a:pt x="142" y="698"/>
                </a:lnTo>
                <a:lnTo>
                  <a:pt x="141" y="697"/>
                </a:lnTo>
                <a:lnTo>
                  <a:pt x="141" y="696"/>
                </a:lnTo>
                <a:lnTo>
                  <a:pt x="140" y="696"/>
                </a:lnTo>
                <a:lnTo>
                  <a:pt x="139" y="696"/>
                </a:lnTo>
                <a:lnTo>
                  <a:pt x="138" y="696"/>
                </a:lnTo>
                <a:lnTo>
                  <a:pt x="139" y="695"/>
                </a:lnTo>
                <a:lnTo>
                  <a:pt x="139" y="694"/>
                </a:lnTo>
                <a:lnTo>
                  <a:pt x="138" y="694"/>
                </a:lnTo>
                <a:lnTo>
                  <a:pt x="137" y="694"/>
                </a:lnTo>
                <a:lnTo>
                  <a:pt x="137" y="695"/>
                </a:lnTo>
                <a:lnTo>
                  <a:pt x="136" y="695"/>
                </a:lnTo>
                <a:lnTo>
                  <a:pt x="135" y="695"/>
                </a:lnTo>
                <a:lnTo>
                  <a:pt x="135" y="696"/>
                </a:lnTo>
                <a:lnTo>
                  <a:pt x="134" y="697"/>
                </a:lnTo>
                <a:lnTo>
                  <a:pt x="134" y="698"/>
                </a:lnTo>
                <a:lnTo>
                  <a:pt x="133" y="700"/>
                </a:lnTo>
                <a:lnTo>
                  <a:pt x="132" y="700"/>
                </a:lnTo>
                <a:lnTo>
                  <a:pt x="131" y="700"/>
                </a:lnTo>
                <a:lnTo>
                  <a:pt x="130" y="701"/>
                </a:lnTo>
                <a:lnTo>
                  <a:pt x="130" y="700"/>
                </a:lnTo>
                <a:lnTo>
                  <a:pt x="131" y="698"/>
                </a:lnTo>
                <a:lnTo>
                  <a:pt x="132" y="697"/>
                </a:lnTo>
                <a:lnTo>
                  <a:pt x="133" y="696"/>
                </a:lnTo>
                <a:lnTo>
                  <a:pt x="133" y="695"/>
                </a:lnTo>
                <a:lnTo>
                  <a:pt x="133" y="694"/>
                </a:lnTo>
                <a:lnTo>
                  <a:pt x="134" y="694"/>
                </a:lnTo>
                <a:lnTo>
                  <a:pt x="133" y="692"/>
                </a:lnTo>
                <a:lnTo>
                  <a:pt x="131" y="691"/>
                </a:lnTo>
                <a:lnTo>
                  <a:pt x="130" y="690"/>
                </a:lnTo>
                <a:lnTo>
                  <a:pt x="128" y="689"/>
                </a:lnTo>
                <a:lnTo>
                  <a:pt x="127" y="689"/>
                </a:lnTo>
                <a:lnTo>
                  <a:pt x="125" y="687"/>
                </a:lnTo>
                <a:lnTo>
                  <a:pt x="125" y="686"/>
                </a:lnTo>
                <a:lnTo>
                  <a:pt x="125" y="685"/>
                </a:lnTo>
                <a:lnTo>
                  <a:pt x="124" y="685"/>
                </a:lnTo>
                <a:lnTo>
                  <a:pt x="123" y="684"/>
                </a:lnTo>
                <a:lnTo>
                  <a:pt x="122" y="684"/>
                </a:lnTo>
                <a:lnTo>
                  <a:pt x="121" y="684"/>
                </a:lnTo>
                <a:lnTo>
                  <a:pt x="121" y="682"/>
                </a:lnTo>
                <a:lnTo>
                  <a:pt x="122" y="682"/>
                </a:lnTo>
                <a:lnTo>
                  <a:pt x="122" y="681"/>
                </a:lnTo>
                <a:lnTo>
                  <a:pt x="121" y="681"/>
                </a:lnTo>
                <a:lnTo>
                  <a:pt x="121" y="680"/>
                </a:lnTo>
                <a:lnTo>
                  <a:pt x="120" y="679"/>
                </a:lnTo>
                <a:lnTo>
                  <a:pt x="119" y="678"/>
                </a:lnTo>
                <a:lnTo>
                  <a:pt x="119" y="677"/>
                </a:lnTo>
                <a:lnTo>
                  <a:pt x="120" y="676"/>
                </a:lnTo>
                <a:lnTo>
                  <a:pt x="121" y="673"/>
                </a:lnTo>
                <a:lnTo>
                  <a:pt x="121" y="672"/>
                </a:lnTo>
                <a:lnTo>
                  <a:pt x="121" y="671"/>
                </a:lnTo>
                <a:lnTo>
                  <a:pt x="121" y="670"/>
                </a:lnTo>
                <a:lnTo>
                  <a:pt x="123" y="670"/>
                </a:lnTo>
                <a:lnTo>
                  <a:pt x="123" y="669"/>
                </a:lnTo>
                <a:lnTo>
                  <a:pt x="122" y="669"/>
                </a:lnTo>
                <a:lnTo>
                  <a:pt x="122" y="668"/>
                </a:lnTo>
                <a:lnTo>
                  <a:pt x="123" y="666"/>
                </a:lnTo>
                <a:lnTo>
                  <a:pt x="123" y="665"/>
                </a:lnTo>
                <a:lnTo>
                  <a:pt x="125" y="665"/>
                </a:lnTo>
                <a:lnTo>
                  <a:pt x="126" y="665"/>
                </a:lnTo>
                <a:lnTo>
                  <a:pt x="126" y="664"/>
                </a:lnTo>
                <a:lnTo>
                  <a:pt x="127" y="664"/>
                </a:lnTo>
                <a:lnTo>
                  <a:pt x="127" y="663"/>
                </a:lnTo>
                <a:lnTo>
                  <a:pt x="126" y="661"/>
                </a:lnTo>
                <a:lnTo>
                  <a:pt x="126" y="660"/>
                </a:lnTo>
                <a:lnTo>
                  <a:pt x="125" y="660"/>
                </a:lnTo>
                <a:lnTo>
                  <a:pt x="125" y="659"/>
                </a:lnTo>
                <a:lnTo>
                  <a:pt x="126" y="658"/>
                </a:lnTo>
                <a:lnTo>
                  <a:pt x="127" y="657"/>
                </a:lnTo>
                <a:lnTo>
                  <a:pt x="127" y="656"/>
                </a:lnTo>
                <a:lnTo>
                  <a:pt x="126" y="656"/>
                </a:lnTo>
                <a:lnTo>
                  <a:pt x="126" y="655"/>
                </a:lnTo>
                <a:lnTo>
                  <a:pt x="125" y="654"/>
                </a:lnTo>
                <a:lnTo>
                  <a:pt x="125" y="653"/>
                </a:lnTo>
                <a:lnTo>
                  <a:pt x="124" y="652"/>
                </a:lnTo>
                <a:lnTo>
                  <a:pt x="123" y="652"/>
                </a:lnTo>
                <a:lnTo>
                  <a:pt x="123" y="651"/>
                </a:lnTo>
                <a:lnTo>
                  <a:pt x="123" y="650"/>
                </a:lnTo>
                <a:lnTo>
                  <a:pt x="122" y="649"/>
                </a:lnTo>
                <a:lnTo>
                  <a:pt x="122" y="648"/>
                </a:lnTo>
                <a:lnTo>
                  <a:pt x="122" y="647"/>
                </a:lnTo>
                <a:lnTo>
                  <a:pt x="122" y="646"/>
                </a:lnTo>
                <a:lnTo>
                  <a:pt x="122" y="645"/>
                </a:lnTo>
                <a:lnTo>
                  <a:pt x="121" y="645"/>
                </a:lnTo>
                <a:lnTo>
                  <a:pt x="120" y="644"/>
                </a:lnTo>
                <a:lnTo>
                  <a:pt x="120" y="643"/>
                </a:lnTo>
                <a:lnTo>
                  <a:pt x="119" y="643"/>
                </a:lnTo>
                <a:lnTo>
                  <a:pt x="119" y="642"/>
                </a:lnTo>
                <a:lnTo>
                  <a:pt x="120" y="642"/>
                </a:lnTo>
                <a:lnTo>
                  <a:pt x="121" y="642"/>
                </a:lnTo>
                <a:lnTo>
                  <a:pt x="122" y="642"/>
                </a:lnTo>
                <a:lnTo>
                  <a:pt x="123" y="641"/>
                </a:lnTo>
                <a:lnTo>
                  <a:pt x="123" y="640"/>
                </a:lnTo>
                <a:lnTo>
                  <a:pt x="123" y="639"/>
                </a:lnTo>
                <a:lnTo>
                  <a:pt x="124" y="638"/>
                </a:lnTo>
                <a:lnTo>
                  <a:pt x="124" y="637"/>
                </a:lnTo>
                <a:lnTo>
                  <a:pt x="124" y="636"/>
                </a:lnTo>
                <a:lnTo>
                  <a:pt x="123" y="636"/>
                </a:lnTo>
                <a:lnTo>
                  <a:pt x="123" y="635"/>
                </a:lnTo>
                <a:lnTo>
                  <a:pt x="124" y="634"/>
                </a:lnTo>
                <a:lnTo>
                  <a:pt x="124" y="633"/>
                </a:lnTo>
                <a:lnTo>
                  <a:pt x="125" y="632"/>
                </a:lnTo>
                <a:lnTo>
                  <a:pt x="124" y="629"/>
                </a:lnTo>
                <a:lnTo>
                  <a:pt x="123" y="628"/>
                </a:lnTo>
                <a:lnTo>
                  <a:pt x="123" y="627"/>
                </a:lnTo>
                <a:lnTo>
                  <a:pt x="122" y="626"/>
                </a:lnTo>
                <a:lnTo>
                  <a:pt x="122" y="625"/>
                </a:lnTo>
                <a:lnTo>
                  <a:pt x="121" y="624"/>
                </a:lnTo>
                <a:lnTo>
                  <a:pt x="120" y="624"/>
                </a:lnTo>
                <a:lnTo>
                  <a:pt x="120" y="623"/>
                </a:lnTo>
                <a:lnTo>
                  <a:pt x="119" y="623"/>
                </a:lnTo>
                <a:lnTo>
                  <a:pt x="119" y="622"/>
                </a:lnTo>
                <a:lnTo>
                  <a:pt x="119" y="620"/>
                </a:lnTo>
                <a:lnTo>
                  <a:pt x="119" y="619"/>
                </a:lnTo>
                <a:lnTo>
                  <a:pt x="120" y="618"/>
                </a:lnTo>
                <a:lnTo>
                  <a:pt x="120" y="617"/>
                </a:lnTo>
                <a:lnTo>
                  <a:pt x="120" y="616"/>
                </a:lnTo>
                <a:lnTo>
                  <a:pt x="119" y="615"/>
                </a:lnTo>
                <a:lnTo>
                  <a:pt x="119" y="614"/>
                </a:lnTo>
                <a:lnTo>
                  <a:pt x="119" y="613"/>
                </a:lnTo>
                <a:lnTo>
                  <a:pt x="117" y="612"/>
                </a:lnTo>
                <a:lnTo>
                  <a:pt x="117" y="611"/>
                </a:lnTo>
                <a:lnTo>
                  <a:pt x="116" y="611"/>
                </a:lnTo>
                <a:lnTo>
                  <a:pt x="115" y="610"/>
                </a:lnTo>
                <a:lnTo>
                  <a:pt x="114" y="609"/>
                </a:lnTo>
                <a:lnTo>
                  <a:pt x="114" y="608"/>
                </a:lnTo>
                <a:lnTo>
                  <a:pt x="113" y="608"/>
                </a:lnTo>
                <a:lnTo>
                  <a:pt x="112" y="607"/>
                </a:lnTo>
                <a:lnTo>
                  <a:pt x="111" y="607"/>
                </a:lnTo>
                <a:lnTo>
                  <a:pt x="110" y="607"/>
                </a:lnTo>
                <a:lnTo>
                  <a:pt x="109" y="608"/>
                </a:lnTo>
                <a:lnTo>
                  <a:pt x="109" y="607"/>
                </a:lnTo>
                <a:lnTo>
                  <a:pt x="108" y="607"/>
                </a:lnTo>
                <a:lnTo>
                  <a:pt x="108" y="606"/>
                </a:lnTo>
                <a:lnTo>
                  <a:pt x="108" y="605"/>
                </a:lnTo>
                <a:lnTo>
                  <a:pt x="107" y="605"/>
                </a:lnTo>
                <a:lnTo>
                  <a:pt x="105" y="604"/>
                </a:lnTo>
                <a:lnTo>
                  <a:pt x="103" y="604"/>
                </a:lnTo>
                <a:lnTo>
                  <a:pt x="102" y="604"/>
                </a:lnTo>
                <a:lnTo>
                  <a:pt x="101" y="604"/>
                </a:lnTo>
                <a:lnTo>
                  <a:pt x="100" y="603"/>
                </a:lnTo>
                <a:lnTo>
                  <a:pt x="99" y="603"/>
                </a:lnTo>
                <a:lnTo>
                  <a:pt x="98" y="603"/>
                </a:lnTo>
                <a:lnTo>
                  <a:pt x="97" y="603"/>
                </a:lnTo>
                <a:lnTo>
                  <a:pt x="94" y="599"/>
                </a:lnTo>
                <a:lnTo>
                  <a:pt x="94" y="598"/>
                </a:lnTo>
                <a:lnTo>
                  <a:pt x="93" y="598"/>
                </a:lnTo>
                <a:lnTo>
                  <a:pt x="92" y="598"/>
                </a:lnTo>
                <a:lnTo>
                  <a:pt x="91" y="597"/>
                </a:lnTo>
                <a:lnTo>
                  <a:pt x="90" y="597"/>
                </a:lnTo>
                <a:lnTo>
                  <a:pt x="89" y="595"/>
                </a:lnTo>
                <a:lnTo>
                  <a:pt x="88" y="594"/>
                </a:lnTo>
                <a:lnTo>
                  <a:pt x="87" y="593"/>
                </a:lnTo>
                <a:lnTo>
                  <a:pt x="87" y="592"/>
                </a:lnTo>
                <a:lnTo>
                  <a:pt x="87" y="591"/>
                </a:lnTo>
                <a:lnTo>
                  <a:pt x="88" y="589"/>
                </a:lnTo>
                <a:lnTo>
                  <a:pt x="88" y="587"/>
                </a:lnTo>
                <a:lnTo>
                  <a:pt x="88" y="586"/>
                </a:lnTo>
                <a:lnTo>
                  <a:pt x="87" y="585"/>
                </a:lnTo>
                <a:lnTo>
                  <a:pt x="87" y="584"/>
                </a:lnTo>
                <a:lnTo>
                  <a:pt x="86" y="584"/>
                </a:lnTo>
                <a:lnTo>
                  <a:pt x="86" y="583"/>
                </a:lnTo>
                <a:lnTo>
                  <a:pt x="86" y="582"/>
                </a:lnTo>
                <a:lnTo>
                  <a:pt x="85" y="582"/>
                </a:lnTo>
                <a:lnTo>
                  <a:pt x="85" y="580"/>
                </a:lnTo>
                <a:lnTo>
                  <a:pt x="85" y="579"/>
                </a:lnTo>
                <a:lnTo>
                  <a:pt x="84" y="578"/>
                </a:lnTo>
                <a:lnTo>
                  <a:pt x="83" y="576"/>
                </a:lnTo>
                <a:lnTo>
                  <a:pt x="82" y="575"/>
                </a:lnTo>
                <a:lnTo>
                  <a:pt x="81" y="574"/>
                </a:lnTo>
                <a:lnTo>
                  <a:pt x="80" y="574"/>
                </a:lnTo>
                <a:lnTo>
                  <a:pt x="79" y="573"/>
                </a:lnTo>
                <a:lnTo>
                  <a:pt x="79" y="571"/>
                </a:lnTo>
                <a:lnTo>
                  <a:pt x="79" y="570"/>
                </a:lnTo>
                <a:lnTo>
                  <a:pt x="78" y="570"/>
                </a:lnTo>
                <a:lnTo>
                  <a:pt x="77" y="570"/>
                </a:lnTo>
                <a:lnTo>
                  <a:pt x="77" y="571"/>
                </a:lnTo>
                <a:lnTo>
                  <a:pt x="76" y="571"/>
                </a:lnTo>
                <a:lnTo>
                  <a:pt x="74" y="571"/>
                </a:lnTo>
                <a:lnTo>
                  <a:pt x="72" y="570"/>
                </a:lnTo>
                <a:lnTo>
                  <a:pt x="71" y="570"/>
                </a:lnTo>
                <a:lnTo>
                  <a:pt x="71" y="569"/>
                </a:lnTo>
                <a:lnTo>
                  <a:pt x="70" y="569"/>
                </a:lnTo>
                <a:lnTo>
                  <a:pt x="70" y="568"/>
                </a:lnTo>
                <a:lnTo>
                  <a:pt x="69" y="568"/>
                </a:lnTo>
                <a:lnTo>
                  <a:pt x="69" y="567"/>
                </a:lnTo>
                <a:lnTo>
                  <a:pt x="69" y="566"/>
                </a:lnTo>
                <a:lnTo>
                  <a:pt x="68" y="565"/>
                </a:lnTo>
                <a:lnTo>
                  <a:pt x="67" y="563"/>
                </a:lnTo>
                <a:lnTo>
                  <a:pt x="66" y="563"/>
                </a:lnTo>
                <a:lnTo>
                  <a:pt x="65" y="563"/>
                </a:lnTo>
                <a:lnTo>
                  <a:pt x="64" y="563"/>
                </a:lnTo>
                <a:lnTo>
                  <a:pt x="63" y="562"/>
                </a:lnTo>
                <a:lnTo>
                  <a:pt x="62" y="562"/>
                </a:lnTo>
                <a:lnTo>
                  <a:pt x="60" y="561"/>
                </a:lnTo>
                <a:lnTo>
                  <a:pt x="60" y="560"/>
                </a:lnTo>
                <a:lnTo>
                  <a:pt x="59" y="560"/>
                </a:lnTo>
                <a:lnTo>
                  <a:pt x="58" y="560"/>
                </a:lnTo>
                <a:lnTo>
                  <a:pt x="57" y="560"/>
                </a:lnTo>
                <a:lnTo>
                  <a:pt x="55" y="561"/>
                </a:lnTo>
                <a:lnTo>
                  <a:pt x="53" y="561"/>
                </a:lnTo>
                <a:lnTo>
                  <a:pt x="52" y="561"/>
                </a:lnTo>
                <a:lnTo>
                  <a:pt x="51" y="561"/>
                </a:lnTo>
                <a:lnTo>
                  <a:pt x="50" y="560"/>
                </a:lnTo>
                <a:lnTo>
                  <a:pt x="50" y="559"/>
                </a:lnTo>
                <a:lnTo>
                  <a:pt x="50" y="557"/>
                </a:lnTo>
                <a:lnTo>
                  <a:pt x="49" y="557"/>
                </a:lnTo>
                <a:lnTo>
                  <a:pt x="48" y="557"/>
                </a:lnTo>
                <a:lnTo>
                  <a:pt x="48" y="556"/>
                </a:lnTo>
                <a:lnTo>
                  <a:pt x="47" y="555"/>
                </a:lnTo>
                <a:lnTo>
                  <a:pt x="46" y="554"/>
                </a:lnTo>
                <a:lnTo>
                  <a:pt x="45" y="553"/>
                </a:lnTo>
                <a:lnTo>
                  <a:pt x="46" y="553"/>
                </a:lnTo>
                <a:lnTo>
                  <a:pt x="46" y="551"/>
                </a:lnTo>
                <a:lnTo>
                  <a:pt x="47" y="550"/>
                </a:lnTo>
                <a:lnTo>
                  <a:pt x="48" y="550"/>
                </a:lnTo>
                <a:lnTo>
                  <a:pt x="49" y="549"/>
                </a:lnTo>
                <a:lnTo>
                  <a:pt x="50" y="549"/>
                </a:lnTo>
                <a:lnTo>
                  <a:pt x="52" y="549"/>
                </a:lnTo>
                <a:lnTo>
                  <a:pt x="52" y="548"/>
                </a:lnTo>
                <a:lnTo>
                  <a:pt x="51" y="547"/>
                </a:lnTo>
                <a:lnTo>
                  <a:pt x="51" y="546"/>
                </a:lnTo>
                <a:lnTo>
                  <a:pt x="51" y="545"/>
                </a:lnTo>
                <a:lnTo>
                  <a:pt x="52" y="545"/>
                </a:lnTo>
                <a:lnTo>
                  <a:pt x="53" y="545"/>
                </a:lnTo>
                <a:lnTo>
                  <a:pt x="54" y="543"/>
                </a:lnTo>
                <a:lnTo>
                  <a:pt x="55" y="541"/>
                </a:lnTo>
                <a:lnTo>
                  <a:pt x="56" y="541"/>
                </a:lnTo>
                <a:lnTo>
                  <a:pt x="57" y="541"/>
                </a:lnTo>
                <a:lnTo>
                  <a:pt x="57" y="542"/>
                </a:lnTo>
                <a:lnTo>
                  <a:pt x="58" y="542"/>
                </a:lnTo>
                <a:lnTo>
                  <a:pt x="59" y="541"/>
                </a:lnTo>
                <a:lnTo>
                  <a:pt x="60" y="540"/>
                </a:lnTo>
                <a:lnTo>
                  <a:pt x="59" y="539"/>
                </a:lnTo>
                <a:lnTo>
                  <a:pt x="59" y="538"/>
                </a:lnTo>
                <a:lnTo>
                  <a:pt x="59" y="537"/>
                </a:lnTo>
                <a:lnTo>
                  <a:pt x="58" y="536"/>
                </a:lnTo>
                <a:lnTo>
                  <a:pt x="57" y="536"/>
                </a:lnTo>
                <a:lnTo>
                  <a:pt x="56" y="535"/>
                </a:lnTo>
                <a:lnTo>
                  <a:pt x="55" y="534"/>
                </a:lnTo>
                <a:lnTo>
                  <a:pt x="55" y="532"/>
                </a:lnTo>
                <a:lnTo>
                  <a:pt x="55" y="531"/>
                </a:lnTo>
                <a:lnTo>
                  <a:pt x="54" y="530"/>
                </a:lnTo>
                <a:lnTo>
                  <a:pt x="54" y="529"/>
                </a:lnTo>
                <a:lnTo>
                  <a:pt x="52" y="528"/>
                </a:lnTo>
                <a:lnTo>
                  <a:pt x="52" y="527"/>
                </a:lnTo>
                <a:lnTo>
                  <a:pt x="52" y="526"/>
                </a:lnTo>
                <a:lnTo>
                  <a:pt x="51" y="526"/>
                </a:lnTo>
                <a:lnTo>
                  <a:pt x="50" y="526"/>
                </a:lnTo>
                <a:lnTo>
                  <a:pt x="50" y="525"/>
                </a:lnTo>
                <a:lnTo>
                  <a:pt x="51" y="525"/>
                </a:lnTo>
                <a:lnTo>
                  <a:pt x="51" y="524"/>
                </a:lnTo>
                <a:lnTo>
                  <a:pt x="50" y="523"/>
                </a:lnTo>
                <a:lnTo>
                  <a:pt x="50" y="522"/>
                </a:lnTo>
                <a:lnTo>
                  <a:pt x="49" y="522"/>
                </a:lnTo>
                <a:lnTo>
                  <a:pt x="48" y="522"/>
                </a:lnTo>
                <a:lnTo>
                  <a:pt x="48" y="523"/>
                </a:lnTo>
                <a:lnTo>
                  <a:pt x="49" y="523"/>
                </a:lnTo>
                <a:lnTo>
                  <a:pt x="49" y="524"/>
                </a:lnTo>
                <a:lnTo>
                  <a:pt x="48" y="524"/>
                </a:lnTo>
                <a:lnTo>
                  <a:pt x="48" y="525"/>
                </a:lnTo>
                <a:lnTo>
                  <a:pt x="47" y="525"/>
                </a:lnTo>
                <a:lnTo>
                  <a:pt x="46" y="525"/>
                </a:lnTo>
                <a:lnTo>
                  <a:pt x="44" y="525"/>
                </a:lnTo>
                <a:lnTo>
                  <a:pt x="43" y="525"/>
                </a:lnTo>
                <a:lnTo>
                  <a:pt x="44" y="525"/>
                </a:lnTo>
                <a:lnTo>
                  <a:pt x="44" y="524"/>
                </a:lnTo>
                <a:lnTo>
                  <a:pt x="44" y="523"/>
                </a:lnTo>
                <a:lnTo>
                  <a:pt x="44" y="522"/>
                </a:lnTo>
                <a:lnTo>
                  <a:pt x="44" y="520"/>
                </a:lnTo>
                <a:lnTo>
                  <a:pt x="44" y="519"/>
                </a:lnTo>
                <a:lnTo>
                  <a:pt x="44" y="518"/>
                </a:lnTo>
                <a:lnTo>
                  <a:pt x="44" y="517"/>
                </a:lnTo>
                <a:lnTo>
                  <a:pt x="44" y="516"/>
                </a:lnTo>
                <a:lnTo>
                  <a:pt x="44" y="513"/>
                </a:lnTo>
                <a:lnTo>
                  <a:pt x="44" y="512"/>
                </a:lnTo>
                <a:lnTo>
                  <a:pt x="44" y="511"/>
                </a:lnTo>
                <a:lnTo>
                  <a:pt x="44" y="510"/>
                </a:lnTo>
                <a:lnTo>
                  <a:pt x="43" y="510"/>
                </a:lnTo>
                <a:lnTo>
                  <a:pt x="43" y="509"/>
                </a:lnTo>
                <a:lnTo>
                  <a:pt x="44" y="508"/>
                </a:lnTo>
                <a:lnTo>
                  <a:pt x="45" y="508"/>
                </a:lnTo>
                <a:lnTo>
                  <a:pt x="46" y="508"/>
                </a:lnTo>
                <a:lnTo>
                  <a:pt x="46" y="507"/>
                </a:lnTo>
                <a:lnTo>
                  <a:pt x="47" y="506"/>
                </a:lnTo>
                <a:lnTo>
                  <a:pt x="48" y="504"/>
                </a:lnTo>
                <a:lnTo>
                  <a:pt x="49" y="503"/>
                </a:lnTo>
                <a:lnTo>
                  <a:pt x="49" y="502"/>
                </a:lnTo>
                <a:lnTo>
                  <a:pt x="49" y="500"/>
                </a:lnTo>
                <a:lnTo>
                  <a:pt x="50" y="500"/>
                </a:lnTo>
                <a:lnTo>
                  <a:pt x="51" y="498"/>
                </a:lnTo>
                <a:lnTo>
                  <a:pt x="51" y="497"/>
                </a:lnTo>
                <a:lnTo>
                  <a:pt x="51" y="496"/>
                </a:lnTo>
                <a:lnTo>
                  <a:pt x="50" y="495"/>
                </a:lnTo>
                <a:lnTo>
                  <a:pt x="50" y="494"/>
                </a:lnTo>
                <a:lnTo>
                  <a:pt x="48" y="493"/>
                </a:lnTo>
                <a:lnTo>
                  <a:pt x="47" y="493"/>
                </a:lnTo>
                <a:lnTo>
                  <a:pt x="45" y="493"/>
                </a:lnTo>
                <a:lnTo>
                  <a:pt x="43" y="493"/>
                </a:lnTo>
                <a:lnTo>
                  <a:pt x="42" y="493"/>
                </a:lnTo>
                <a:lnTo>
                  <a:pt x="42" y="492"/>
                </a:lnTo>
                <a:lnTo>
                  <a:pt x="42" y="491"/>
                </a:lnTo>
                <a:lnTo>
                  <a:pt x="43" y="491"/>
                </a:lnTo>
                <a:lnTo>
                  <a:pt x="42" y="491"/>
                </a:lnTo>
                <a:lnTo>
                  <a:pt x="41" y="490"/>
                </a:lnTo>
                <a:lnTo>
                  <a:pt x="40" y="490"/>
                </a:lnTo>
                <a:lnTo>
                  <a:pt x="39" y="490"/>
                </a:lnTo>
                <a:lnTo>
                  <a:pt x="39" y="491"/>
                </a:lnTo>
                <a:lnTo>
                  <a:pt x="37" y="490"/>
                </a:lnTo>
                <a:lnTo>
                  <a:pt x="36" y="489"/>
                </a:lnTo>
                <a:lnTo>
                  <a:pt x="36" y="488"/>
                </a:lnTo>
                <a:lnTo>
                  <a:pt x="36" y="487"/>
                </a:lnTo>
                <a:lnTo>
                  <a:pt x="35" y="486"/>
                </a:lnTo>
                <a:lnTo>
                  <a:pt x="34" y="485"/>
                </a:lnTo>
                <a:lnTo>
                  <a:pt x="33" y="485"/>
                </a:lnTo>
                <a:lnTo>
                  <a:pt x="31" y="485"/>
                </a:lnTo>
                <a:lnTo>
                  <a:pt x="30" y="485"/>
                </a:lnTo>
                <a:lnTo>
                  <a:pt x="29" y="486"/>
                </a:lnTo>
                <a:lnTo>
                  <a:pt x="28" y="486"/>
                </a:lnTo>
                <a:lnTo>
                  <a:pt x="28" y="485"/>
                </a:lnTo>
                <a:lnTo>
                  <a:pt x="27" y="485"/>
                </a:lnTo>
                <a:lnTo>
                  <a:pt x="27" y="484"/>
                </a:lnTo>
                <a:lnTo>
                  <a:pt x="26" y="483"/>
                </a:lnTo>
                <a:lnTo>
                  <a:pt x="25" y="483"/>
                </a:lnTo>
                <a:lnTo>
                  <a:pt x="24" y="482"/>
                </a:lnTo>
                <a:lnTo>
                  <a:pt x="22" y="482"/>
                </a:lnTo>
                <a:lnTo>
                  <a:pt x="21" y="482"/>
                </a:lnTo>
                <a:lnTo>
                  <a:pt x="19" y="481"/>
                </a:lnTo>
                <a:lnTo>
                  <a:pt x="18" y="481"/>
                </a:lnTo>
                <a:lnTo>
                  <a:pt x="17" y="481"/>
                </a:lnTo>
                <a:lnTo>
                  <a:pt x="16" y="481"/>
                </a:lnTo>
                <a:lnTo>
                  <a:pt x="16" y="479"/>
                </a:lnTo>
                <a:lnTo>
                  <a:pt x="17" y="479"/>
                </a:lnTo>
                <a:lnTo>
                  <a:pt x="17" y="478"/>
                </a:lnTo>
                <a:lnTo>
                  <a:pt x="15" y="475"/>
                </a:lnTo>
                <a:lnTo>
                  <a:pt x="15" y="474"/>
                </a:lnTo>
                <a:lnTo>
                  <a:pt x="14" y="474"/>
                </a:lnTo>
                <a:lnTo>
                  <a:pt x="14" y="472"/>
                </a:lnTo>
                <a:lnTo>
                  <a:pt x="14" y="471"/>
                </a:lnTo>
                <a:lnTo>
                  <a:pt x="15" y="471"/>
                </a:lnTo>
                <a:lnTo>
                  <a:pt x="16" y="471"/>
                </a:lnTo>
                <a:lnTo>
                  <a:pt x="18" y="471"/>
                </a:lnTo>
                <a:lnTo>
                  <a:pt x="19" y="470"/>
                </a:lnTo>
                <a:lnTo>
                  <a:pt x="19" y="469"/>
                </a:lnTo>
                <a:lnTo>
                  <a:pt x="20" y="468"/>
                </a:lnTo>
                <a:lnTo>
                  <a:pt x="21" y="466"/>
                </a:lnTo>
                <a:lnTo>
                  <a:pt x="21" y="465"/>
                </a:lnTo>
                <a:lnTo>
                  <a:pt x="22" y="464"/>
                </a:lnTo>
                <a:lnTo>
                  <a:pt x="22" y="465"/>
                </a:lnTo>
                <a:lnTo>
                  <a:pt x="24" y="465"/>
                </a:lnTo>
                <a:lnTo>
                  <a:pt x="25" y="464"/>
                </a:lnTo>
                <a:lnTo>
                  <a:pt x="26" y="464"/>
                </a:lnTo>
                <a:lnTo>
                  <a:pt x="27" y="462"/>
                </a:lnTo>
                <a:lnTo>
                  <a:pt x="27" y="460"/>
                </a:lnTo>
                <a:lnTo>
                  <a:pt x="26" y="458"/>
                </a:lnTo>
                <a:lnTo>
                  <a:pt x="25" y="458"/>
                </a:lnTo>
                <a:lnTo>
                  <a:pt x="24" y="458"/>
                </a:lnTo>
                <a:lnTo>
                  <a:pt x="24" y="457"/>
                </a:lnTo>
                <a:lnTo>
                  <a:pt x="23" y="457"/>
                </a:lnTo>
                <a:lnTo>
                  <a:pt x="23" y="456"/>
                </a:lnTo>
                <a:lnTo>
                  <a:pt x="23" y="455"/>
                </a:lnTo>
                <a:lnTo>
                  <a:pt x="23" y="454"/>
                </a:lnTo>
                <a:lnTo>
                  <a:pt x="22" y="453"/>
                </a:lnTo>
                <a:lnTo>
                  <a:pt x="22" y="452"/>
                </a:lnTo>
                <a:lnTo>
                  <a:pt x="21" y="451"/>
                </a:lnTo>
                <a:lnTo>
                  <a:pt x="21" y="450"/>
                </a:lnTo>
                <a:lnTo>
                  <a:pt x="21" y="449"/>
                </a:lnTo>
                <a:lnTo>
                  <a:pt x="21" y="448"/>
                </a:lnTo>
                <a:lnTo>
                  <a:pt x="21" y="447"/>
                </a:lnTo>
                <a:lnTo>
                  <a:pt x="21" y="446"/>
                </a:lnTo>
                <a:lnTo>
                  <a:pt x="19" y="446"/>
                </a:lnTo>
                <a:lnTo>
                  <a:pt x="19" y="447"/>
                </a:lnTo>
                <a:lnTo>
                  <a:pt x="18" y="448"/>
                </a:lnTo>
                <a:lnTo>
                  <a:pt x="17" y="448"/>
                </a:lnTo>
                <a:lnTo>
                  <a:pt x="16" y="448"/>
                </a:lnTo>
                <a:lnTo>
                  <a:pt x="15" y="447"/>
                </a:lnTo>
                <a:lnTo>
                  <a:pt x="14" y="447"/>
                </a:lnTo>
                <a:lnTo>
                  <a:pt x="13" y="447"/>
                </a:lnTo>
                <a:lnTo>
                  <a:pt x="13" y="446"/>
                </a:lnTo>
                <a:lnTo>
                  <a:pt x="12" y="446"/>
                </a:lnTo>
                <a:lnTo>
                  <a:pt x="12" y="445"/>
                </a:lnTo>
                <a:lnTo>
                  <a:pt x="11" y="445"/>
                </a:lnTo>
                <a:lnTo>
                  <a:pt x="10" y="444"/>
                </a:lnTo>
                <a:lnTo>
                  <a:pt x="9" y="444"/>
                </a:lnTo>
                <a:lnTo>
                  <a:pt x="9" y="443"/>
                </a:lnTo>
                <a:lnTo>
                  <a:pt x="10" y="443"/>
                </a:lnTo>
                <a:lnTo>
                  <a:pt x="9" y="442"/>
                </a:lnTo>
                <a:lnTo>
                  <a:pt x="8" y="441"/>
                </a:lnTo>
                <a:lnTo>
                  <a:pt x="8" y="440"/>
                </a:lnTo>
                <a:lnTo>
                  <a:pt x="8" y="439"/>
                </a:lnTo>
                <a:lnTo>
                  <a:pt x="7" y="438"/>
                </a:lnTo>
                <a:lnTo>
                  <a:pt x="7" y="437"/>
                </a:lnTo>
                <a:lnTo>
                  <a:pt x="7" y="436"/>
                </a:lnTo>
                <a:lnTo>
                  <a:pt x="7" y="435"/>
                </a:lnTo>
                <a:lnTo>
                  <a:pt x="6" y="435"/>
                </a:lnTo>
                <a:lnTo>
                  <a:pt x="5" y="434"/>
                </a:lnTo>
                <a:lnTo>
                  <a:pt x="4" y="433"/>
                </a:lnTo>
                <a:lnTo>
                  <a:pt x="4" y="432"/>
                </a:lnTo>
                <a:lnTo>
                  <a:pt x="4" y="431"/>
                </a:lnTo>
                <a:lnTo>
                  <a:pt x="3" y="429"/>
                </a:lnTo>
                <a:lnTo>
                  <a:pt x="3" y="430"/>
                </a:lnTo>
                <a:lnTo>
                  <a:pt x="2" y="429"/>
                </a:lnTo>
                <a:lnTo>
                  <a:pt x="1" y="426"/>
                </a:lnTo>
                <a:lnTo>
                  <a:pt x="1" y="425"/>
                </a:lnTo>
                <a:lnTo>
                  <a:pt x="1" y="424"/>
                </a:lnTo>
                <a:lnTo>
                  <a:pt x="0" y="422"/>
                </a:lnTo>
                <a:lnTo>
                  <a:pt x="1" y="421"/>
                </a:lnTo>
                <a:lnTo>
                  <a:pt x="1" y="420"/>
                </a:lnTo>
                <a:lnTo>
                  <a:pt x="2" y="420"/>
                </a:lnTo>
                <a:lnTo>
                  <a:pt x="2" y="419"/>
                </a:lnTo>
                <a:lnTo>
                  <a:pt x="3" y="418"/>
                </a:lnTo>
                <a:lnTo>
                  <a:pt x="3" y="417"/>
                </a:lnTo>
                <a:lnTo>
                  <a:pt x="4" y="417"/>
                </a:lnTo>
                <a:lnTo>
                  <a:pt x="5" y="417"/>
                </a:lnTo>
                <a:lnTo>
                  <a:pt x="6" y="417"/>
                </a:lnTo>
                <a:lnTo>
                  <a:pt x="7" y="417"/>
                </a:lnTo>
                <a:lnTo>
                  <a:pt x="7" y="416"/>
                </a:lnTo>
                <a:lnTo>
                  <a:pt x="7" y="415"/>
                </a:lnTo>
                <a:lnTo>
                  <a:pt x="6" y="415"/>
                </a:lnTo>
                <a:lnTo>
                  <a:pt x="5" y="415"/>
                </a:lnTo>
                <a:lnTo>
                  <a:pt x="4" y="415"/>
                </a:lnTo>
                <a:lnTo>
                  <a:pt x="3" y="415"/>
                </a:lnTo>
                <a:lnTo>
                  <a:pt x="1" y="415"/>
                </a:lnTo>
                <a:lnTo>
                  <a:pt x="1" y="414"/>
                </a:lnTo>
                <a:lnTo>
                  <a:pt x="1" y="413"/>
                </a:lnTo>
                <a:lnTo>
                  <a:pt x="2" y="412"/>
                </a:lnTo>
                <a:lnTo>
                  <a:pt x="1" y="410"/>
                </a:lnTo>
                <a:lnTo>
                  <a:pt x="2" y="409"/>
                </a:lnTo>
                <a:lnTo>
                  <a:pt x="2" y="408"/>
                </a:lnTo>
                <a:lnTo>
                  <a:pt x="3" y="408"/>
                </a:lnTo>
                <a:lnTo>
                  <a:pt x="3" y="407"/>
                </a:lnTo>
                <a:lnTo>
                  <a:pt x="4" y="407"/>
                </a:lnTo>
                <a:lnTo>
                  <a:pt x="4" y="408"/>
                </a:lnTo>
                <a:lnTo>
                  <a:pt x="5" y="408"/>
                </a:lnTo>
                <a:lnTo>
                  <a:pt x="6" y="409"/>
                </a:lnTo>
                <a:lnTo>
                  <a:pt x="7" y="409"/>
                </a:lnTo>
                <a:lnTo>
                  <a:pt x="10" y="409"/>
                </a:lnTo>
                <a:lnTo>
                  <a:pt x="11" y="409"/>
                </a:lnTo>
                <a:lnTo>
                  <a:pt x="11" y="408"/>
                </a:lnTo>
                <a:lnTo>
                  <a:pt x="12" y="408"/>
                </a:lnTo>
                <a:lnTo>
                  <a:pt x="13" y="408"/>
                </a:lnTo>
                <a:lnTo>
                  <a:pt x="13" y="407"/>
                </a:lnTo>
                <a:lnTo>
                  <a:pt x="14" y="407"/>
                </a:lnTo>
                <a:lnTo>
                  <a:pt x="14" y="406"/>
                </a:lnTo>
                <a:lnTo>
                  <a:pt x="15" y="406"/>
                </a:lnTo>
                <a:lnTo>
                  <a:pt x="15" y="405"/>
                </a:lnTo>
                <a:lnTo>
                  <a:pt x="16" y="404"/>
                </a:lnTo>
                <a:lnTo>
                  <a:pt x="17" y="403"/>
                </a:lnTo>
                <a:lnTo>
                  <a:pt x="18" y="403"/>
                </a:lnTo>
                <a:lnTo>
                  <a:pt x="19" y="403"/>
                </a:lnTo>
                <a:lnTo>
                  <a:pt x="19" y="404"/>
                </a:lnTo>
                <a:lnTo>
                  <a:pt x="20" y="404"/>
                </a:lnTo>
                <a:lnTo>
                  <a:pt x="21" y="404"/>
                </a:lnTo>
                <a:lnTo>
                  <a:pt x="21" y="405"/>
                </a:lnTo>
                <a:lnTo>
                  <a:pt x="22" y="405"/>
                </a:lnTo>
                <a:lnTo>
                  <a:pt x="22" y="406"/>
                </a:lnTo>
                <a:lnTo>
                  <a:pt x="23" y="406"/>
                </a:lnTo>
                <a:lnTo>
                  <a:pt x="24" y="406"/>
                </a:lnTo>
                <a:lnTo>
                  <a:pt x="24" y="407"/>
                </a:lnTo>
                <a:lnTo>
                  <a:pt x="25" y="407"/>
                </a:lnTo>
                <a:lnTo>
                  <a:pt x="25" y="408"/>
                </a:lnTo>
                <a:lnTo>
                  <a:pt x="26" y="408"/>
                </a:lnTo>
                <a:lnTo>
                  <a:pt x="27" y="408"/>
                </a:lnTo>
                <a:lnTo>
                  <a:pt x="27" y="409"/>
                </a:lnTo>
                <a:lnTo>
                  <a:pt x="28" y="409"/>
                </a:lnTo>
                <a:lnTo>
                  <a:pt x="29" y="409"/>
                </a:lnTo>
                <a:lnTo>
                  <a:pt x="29" y="410"/>
                </a:lnTo>
                <a:lnTo>
                  <a:pt x="30" y="410"/>
                </a:lnTo>
                <a:lnTo>
                  <a:pt x="30" y="409"/>
                </a:lnTo>
                <a:lnTo>
                  <a:pt x="31" y="409"/>
                </a:lnTo>
                <a:lnTo>
                  <a:pt x="32" y="409"/>
                </a:lnTo>
                <a:lnTo>
                  <a:pt x="32" y="408"/>
                </a:lnTo>
                <a:lnTo>
                  <a:pt x="33" y="408"/>
                </a:lnTo>
                <a:lnTo>
                  <a:pt x="34" y="408"/>
                </a:lnTo>
                <a:lnTo>
                  <a:pt x="35" y="408"/>
                </a:lnTo>
                <a:lnTo>
                  <a:pt x="35" y="407"/>
                </a:lnTo>
                <a:lnTo>
                  <a:pt x="36" y="407"/>
                </a:lnTo>
                <a:lnTo>
                  <a:pt x="37" y="407"/>
                </a:lnTo>
                <a:lnTo>
                  <a:pt x="37" y="406"/>
                </a:lnTo>
                <a:lnTo>
                  <a:pt x="38" y="406"/>
                </a:lnTo>
                <a:lnTo>
                  <a:pt x="38" y="405"/>
                </a:lnTo>
                <a:lnTo>
                  <a:pt x="39" y="405"/>
                </a:lnTo>
                <a:lnTo>
                  <a:pt x="39" y="404"/>
                </a:lnTo>
                <a:lnTo>
                  <a:pt x="40" y="404"/>
                </a:lnTo>
                <a:lnTo>
                  <a:pt x="40" y="403"/>
                </a:lnTo>
                <a:lnTo>
                  <a:pt x="41" y="403"/>
                </a:lnTo>
                <a:lnTo>
                  <a:pt x="42" y="403"/>
                </a:lnTo>
                <a:lnTo>
                  <a:pt x="42" y="404"/>
                </a:lnTo>
                <a:lnTo>
                  <a:pt x="43" y="404"/>
                </a:lnTo>
                <a:lnTo>
                  <a:pt x="44" y="404"/>
                </a:lnTo>
                <a:lnTo>
                  <a:pt x="44" y="405"/>
                </a:lnTo>
                <a:lnTo>
                  <a:pt x="45" y="405"/>
                </a:lnTo>
                <a:lnTo>
                  <a:pt x="46" y="405"/>
                </a:lnTo>
                <a:lnTo>
                  <a:pt x="47" y="405"/>
                </a:lnTo>
                <a:lnTo>
                  <a:pt x="47" y="406"/>
                </a:lnTo>
                <a:lnTo>
                  <a:pt x="48" y="406"/>
                </a:lnTo>
                <a:lnTo>
                  <a:pt x="48" y="407"/>
                </a:lnTo>
                <a:lnTo>
                  <a:pt x="49" y="407"/>
                </a:lnTo>
                <a:lnTo>
                  <a:pt x="50" y="407"/>
                </a:lnTo>
                <a:lnTo>
                  <a:pt x="51" y="407"/>
                </a:lnTo>
                <a:lnTo>
                  <a:pt x="52" y="407"/>
                </a:lnTo>
                <a:lnTo>
                  <a:pt x="52" y="406"/>
                </a:lnTo>
                <a:lnTo>
                  <a:pt x="53" y="406"/>
                </a:lnTo>
                <a:lnTo>
                  <a:pt x="53" y="405"/>
                </a:lnTo>
                <a:lnTo>
                  <a:pt x="53" y="404"/>
                </a:lnTo>
                <a:lnTo>
                  <a:pt x="54" y="403"/>
                </a:lnTo>
                <a:lnTo>
                  <a:pt x="54" y="402"/>
                </a:lnTo>
                <a:lnTo>
                  <a:pt x="55" y="402"/>
                </a:lnTo>
                <a:lnTo>
                  <a:pt x="55" y="403"/>
                </a:lnTo>
                <a:lnTo>
                  <a:pt x="56" y="403"/>
                </a:lnTo>
                <a:lnTo>
                  <a:pt x="56" y="404"/>
                </a:lnTo>
                <a:lnTo>
                  <a:pt x="57" y="404"/>
                </a:lnTo>
                <a:lnTo>
                  <a:pt x="57" y="403"/>
                </a:lnTo>
                <a:lnTo>
                  <a:pt x="58" y="403"/>
                </a:lnTo>
                <a:lnTo>
                  <a:pt x="58" y="402"/>
                </a:lnTo>
                <a:lnTo>
                  <a:pt x="58" y="401"/>
                </a:lnTo>
                <a:lnTo>
                  <a:pt x="58" y="400"/>
                </a:lnTo>
                <a:lnTo>
                  <a:pt x="58" y="399"/>
                </a:lnTo>
                <a:lnTo>
                  <a:pt x="59" y="399"/>
                </a:lnTo>
                <a:lnTo>
                  <a:pt x="59" y="398"/>
                </a:lnTo>
                <a:lnTo>
                  <a:pt x="60" y="398"/>
                </a:lnTo>
                <a:lnTo>
                  <a:pt x="60" y="397"/>
                </a:lnTo>
                <a:lnTo>
                  <a:pt x="61" y="397"/>
                </a:lnTo>
                <a:lnTo>
                  <a:pt x="62" y="396"/>
                </a:lnTo>
                <a:lnTo>
                  <a:pt x="62" y="395"/>
                </a:lnTo>
                <a:lnTo>
                  <a:pt x="63" y="394"/>
                </a:lnTo>
                <a:lnTo>
                  <a:pt x="63" y="393"/>
                </a:lnTo>
                <a:lnTo>
                  <a:pt x="64" y="393"/>
                </a:lnTo>
                <a:lnTo>
                  <a:pt x="69" y="393"/>
                </a:lnTo>
                <a:lnTo>
                  <a:pt x="70" y="393"/>
                </a:lnTo>
                <a:lnTo>
                  <a:pt x="71" y="394"/>
                </a:lnTo>
                <a:lnTo>
                  <a:pt x="72" y="394"/>
                </a:lnTo>
                <a:lnTo>
                  <a:pt x="73" y="396"/>
                </a:lnTo>
                <a:lnTo>
                  <a:pt x="74" y="397"/>
                </a:lnTo>
                <a:lnTo>
                  <a:pt x="74" y="399"/>
                </a:lnTo>
                <a:lnTo>
                  <a:pt x="75" y="400"/>
                </a:lnTo>
                <a:lnTo>
                  <a:pt x="76" y="400"/>
                </a:lnTo>
                <a:lnTo>
                  <a:pt x="77" y="400"/>
                </a:lnTo>
                <a:lnTo>
                  <a:pt x="78" y="399"/>
                </a:lnTo>
                <a:lnTo>
                  <a:pt x="79" y="398"/>
                </a:lnTo>
                <a:lnTo>
                  <a:pt x="79" y="396"/>
                </a:lnTo>
                <a:lnTo>
                  <a:pt x="80" y="395"/>
                </a:lnTo>
                <a:lnTo>
                  <a:pt x="82" y="395"/>
                </a:lnTo>
                <a:lnTo>
                  <a:pt x="83" y="395"/>
                </a:lnTo>
                <a:lnTo>
                  <a:pt x="85" y="394"/>
                </a:lnTo>
                <a:lnTo>
                  <a:pt x="87" y="392"/>
                </a:lnTo>
                <a:lnTo>
                  <a:pt x="88" y="390"/>
                </a:lnTo>
                <a:lnTo>
                  <a:pt x="88" y="389"/>
                </a:lnTo>
                <a:lnTo>
                  <a:pt x="89" y="386"/>
                </a:lnTo>
                <a:lnTo>
                  <a:pt x="89" y="385"/>
                </a:lnTo>
                <a:lnTo>
                  <a:pt x="89" y="384"/>
                </a:lnTo>
                <a:lnTo>
                  <a:pt x="89" y="383"/>
                </a:lnTo>
                <a:lnTo>
                  <a:pt x="89" y="381"/>
                </a:lnTo>
                <a:lnTo>
                  <a:pt x="90" y="380"/>
                </a:lnTo>
                <a:lnTo>
                  <a:pt x="90" y="379"/>
                </a:lnTo>
                <a:lnTo>
                  <a:pt x="91" y="378"/>
                </a:lnTo>
                <a:lnTo>
                  <a:pt x="91" y="377"/>
                </a:lnTo>
                <a:lnTo>
                  <a:pt x="90" y="377"/>
                </a:lnTo>
                <a:lnTo>
                  <a:pt x="90" y="376"/>
                </a:lnTo>
                <a:lnTo>
                  <a:pt x="91" y="376"/>
                </a:lnTo>
                <a:lnTo>
                  <a:pt x="91" y="375"/>
                </a:lnTo>
                <a:lnTo>
                  <a:pt x="92" y="375"/>
                </a:lnTo>
                <a:lnTo>
                  <a:pt x="93" y="375"/>
                </a:lnTo>
                <a:lnTo>
                  <a:pt x="94" y="376"/>
                </a:lnTo>
                <a:lnTo>
                  <a:pt x="95" y="376"/>
                </a:lnTo>
                <a:lnTo>
                  <a:pt x="97" y="377"/>
                </a:lnTo>
                <a:lnTo>
                  <a:pt x="97" y="378"/>
                </a:lnTo>
                <a:lnTo>
                  <a:pt x="98" y="379"/>
                </a:lnTo>
                <a:lnTo>
                  <a:pt x="98" y="380"/>
                </a:lnTo>
                <a:lnTo>
                  <a:pt x="98" y="381"/>
                </a:lnTo>
                <a:lnTo>
                  <a:pt x="99" y="381"/>
                </a:lnTo>
                <a:lnTo>
                  <a:pt x="100" y="380"/>
                </a:lnTo>
                <a:lnTo>
                  <a:pt x="101" y="379"/>
                </a:lnTo>
                <a:lnTo>
                  <a:pt x="102" y="378"/>
                </a:lnTo>
                <a:lnTo>
                  <a:pt x="104" y="377"/>
                </a:lnTo>
                <a:lnTo>
                  <a:pt x="105" y="376"/>
                </a:lnTo>
                <a:lnTo>
                  <a:pt x="106" y="374"/>
                </a:lnTo>
                <a:lnTo>
                  <a:pt x="108" y="373"/>
                </a:lnTo>
                <a:lnTo>
                  <a:pt x="109" y="372"/>
                </a:lnTo>
                <a:lnTo>
                  <a:pt x="111" y="371"/>
                </a:lnTo>
                <a:lnTo>
                  <a:pt x="112" y="371"/>
                </a:lnTo>
                <a:lnTo>
                  <a:pt x="113" y="370"/>
                </a:lnTo>
                <a:lnTo>
                  <a:pt x="114" y="370"/>
                </a:lnTo>
                <a:lnTo>
                  <a:pt x="114" y="369"/>
                </a:lnTo>
                <a:lnTo>
                  <a:pt x="115" y="369"/>
                </a:lnTo>
                <a:lnTo>
                  <a:pt x="116" y="369"/>
                </a:lnTo>
                <a:lnTo>
                  <a:pt x="117" y="369"/>
                </a:lnTo>
                <a:lnTo>
                  <a:pt x="119" y="369"/>
                </a:lnTo>
                <a:lnTo>
                  <a:pt x="120" y="369"/>
                </a:lnTo>
                <a:lnTo>
                  <a:pt x="120" y="368"/>
                </a:lnTo>
                <a:lnTo>
                  <a:pt x="121" y="368"/>
                </a:lnTo>
                <a:lnTo>
                  <a:pt x="122" y="368"/>
                </a:lnTo>
                <a:lnTo>
                  <a:pt x="123" y="368"/>
                </a:lnTo>
                <a:lnTo>
                  <a:pt x="123" y="367"/>
                </a:lnTo>
                <a:lnTo>
                  <a:pt x="124" y="367"/>
                </a:lnTo>
                <a:lnTo>
                  <a:pt x="124" y="365"/>
                </a:lnTo>
                <a:lnTo>
                  <a:pt x="125" y="365"/>
                </a:lnTo>
                <a:lnTo>
                  <a:pt x="125" y="364"/>
                </a:lnTo>
                <a:lnTo>
                  <a:pt x="125" y="363"/>
                </a:lnTo>
                <a:lnTo>
                  <a:pt x="125" y="362"/>
                </a:lnTo>
                <a:lnTo>
                  <a:pt x="125" y="361"/>
                </a:lnTo>
                <a:lnTo>
                  <a:pt x="125" y="360"/>
                </a:lnTo>
                <a:lnTo>
                  <a:pt x="127" y="357"/>
                </a:lnTo>
                <a:lnTo>
                  <a:pt x="127" y="356"/>
                </a:lnTo>
                <a:lnTo>
                  <a:pt x="128" y="356"/>
                </a:lnTo>
                <a:lnTo>
                  <a:pt x="129" y="355"/>
                </a:lnTo>
                <a:lnTo>
                  <a:pt x="130" y="355"/>
                </a:lnTo>
                <a:lnTo>
                  <a:pt x="130" y="356"/>
                </a:lnTo>
                <a:lnTo>
                  <a:pt x="131" y="356"/>
                </a:lnTo>
                <a:lnTo>
                  <a:pt x="131" y="357"/>
                </a:lnTo>
                <a:lnTo>
                  <a:pt x="132" y="358"/>
                </a:lnTo>
                <a:lnTo>
                  <a:pt x="133" y="358"/>
                </a:lnTo>
                <a:lnTo>
                  <a:pt x="134" y="358"/>
                </a:lnTo>
                <a:lnTo>
                  <a:pt x="135" y="358"/>
                </a:lnTo>
                <a:lnTo>
                  <a:pt x="136" y="358"/>
                </a:lnTo>
                <a:lnTo>
                  <a:pt x="137" y="358"/>
                </a:lnTo>
                <a:lnTo>
                  <a:pt x="138" y="358"/>
                </a:lnTo>
                <a:lnTo>
                  <a:pt x="138" y="359"/>
                </a:lnTo>
                <a:lnTo>
                  <a:pt x="139" y="359"/>
                </a:lnTo>
                <a:lnTo>
                  <a:pt x="139" y="360"/>
                </a:lnTo>
                <a:lnTo>
                  <a:pt x="140" y="360"/>
                </a:lnTo>
                <a:lnTo>
                  <a:pt x="141" y="360"/>
                </a:lnTo>
                <a:lnTo>
                  <a:pt x="142" y="360"/>
                </a:lnTo>
                <a:lnTo>
                  <a:pt x="142" y="359"/>
                </a:lnTo>
                <a:lnTo>
                  <a:pt x="143" y="359"/>
                </a:lnTo>
                <a:lnTo>
                  <a:pt x="143" y="358"/>
                </a:lnTo>
                <a:lnTo>
                  <a:pt x="143" y="357"/>
                </a:lnTo>
                <a:lnTo>
                  <a:pt x="143" y="356"/>
                </a:lnTo>
                <a:lnTo>
                  <a:pt x="144" y="355"/>
                </a:lnTo>
                <a:lnTo>
                  <a:pt x="144" y="354"/>
                </a:lnTo>
                <a:lnTo>
                  <a:pt x="144" y="353"/>
                </a:lnTo>
                <a:lnTo>
                  <a:pt x="145" y="353"/>
                </a:lnTo>
                <a:lnTo>
                  <a:pt x="146" y="353"/>
                </a:lnTo>
                <a:lnTo>
                  <a:pt x="147" y="354"/>
                </a:lnTo>
                <a:lnTo>
                  <a:pt x="148" y="355"/>
                </a:lnTo>
                <a:lnTo>
                  <a:pt x="149" y="355"/>
                </a:lnTo>
                <a:lnTo>
                  <a:pt x="150" y="356"/>
                </a:lnTo>
                <a:lnTo>
                  <a:pt x="151" y="356"/>
                </a:lnTo>
                <a:lnTo>
                  <a:pt x="151" y="355"/>
                </a:lnTo>
                <a:lnTo>
                  <a:pt x="153" y="354"/>
                </a:lnTo>
                <a:lnTo>
                  <a:pt x="155" y="353"/>
                </a:lnTo>
                <a:lnTo>
                  <a:pt x="156" y="353"/>
                </a:lnTo>
                <a:lnTo>
                  <a:pt x="156" y="352"/>
                </a:lnTo>
                <a:lnTo>
                  <a:pt x="157" y="351"/>
                </a:lnTo>
                <a:lnTo>
                  <a:pt x="158" y="350"/>
                </a:lnTo>
                <a:lnTo>
                  <a:pt x="159" y="350"/>
                </a:lnTo>
                <a:lnTo>
                  <a:pt x="160" y="350"/>
                </a:lnTo>
                <a:lnTo>
                  <a:pt x="160" y="351"/>
                </a:lnTo>
                <a:lnTo>
                  <a:pt x="161" y="352"/>
                </a:lnTo>
                <a:lnTo>
                  <a:pt x="162" y="352"/>
                </a:lnTo>
                <a:lnTo>
                  <a:pt x="163" y="352"/>
                </a:lnTo>
                <a:lnTo>
                  <a:pt x="164" y="352"/>
                </a:lnTo>
                <a:lnTo>
                  <a:pt x="166" y="353"/>
                </a:lnTo>
                <a:lnTo>
                  <a:pt x="167" y="353"/>
                </a:lnTo>
                <a:lnTo>
                  <a:pt x="168" y="353"/>
                </a:lnTo>
                <a:lnTo>
                  <a:pt x="169" y="353"/>
                </a:lnTo>
                <a:lnTo>
                  <a:pt x="169" y="352"/>
                </a:lnTo>
                <a:lnTo>
                  <a:pt x="170" y="352"/>
                </a:lnTo>
                <a:lnTo>
                  <a:pt x="170" y="351"/>
                </a:lnTo>
                <a:lnTo>
                  <a:pt x="171" y="350"/>
                </a:lnTo>
                <a:lnTo>
                  <a:pt x="172" y="350"/>
                </a:lnTo>
                <a:lnTo>
                  <a:pt x="173" y="350"/>
                </a:lnTo>
                <a:lnTo>
                  <a:pt x="174" y="350"/>
                </a:lnTo>
                <a:lnTo>
                  <a:pt x="174" y="349"/>
                </a:lnTo>
                <a:lnTo>
                  <a:pt x="174" y="348"/>
                </a:lnTo>
                <a:lnTo>
                  <a:pt x="175" y="348"/>
                </a:lnTo>
                <a:lnTo>
                  <a:pt x="177" y="348"/>
                </a:lnTo>
                <a:lnTo>
                  <a:pt x="178" y="349"/>
                </a:lnTo>
                <a:lnTo>
                  <a:pt x="179" y="350"/>
                </a:lnTo>
                <a:lnTo>
                  <a:pt x="181" y="350"/>
                </a:lnTo>
                <a:lnTo>
                  <a:pt x="182" y="350"/>
                </a:lnTo>
                <a:lnTo>
                  <a:pt x="184" y="349"/>
                </a:lnTo>
                <a:lnTo>
                  <a:pt x="185" y="349"/>
                </a:lnTo>
                <a:lnTo>
                  <a:pt x="186" y="348"/>
                </a:lnTo>
                <a:lnTo>
                  <a:pt x="186" y="347"/>
                </a:lnTo>
                <a:lnTo>
                  <a:pt x="188" y="345"/>
                </a:lnTo>
                <a:lnTo>
                  <a:pt x="189" y="345"/>
                </a:lnTo>
                <a:lnTo>
                  <a:pt x="189" y="344"/>
                </a:lnTo>
                <a:lnTo>
                  <a:pt x="192" y="343"/>
                </a:lnTo>
                <a:lnTo>
                  <a:pt x="193" y="343"/>
                </a:lnTo>
                <a:lnTo>
                  <a:pt x="194" y="344"/>
                </a:lnTo>
                <a:lnTo>
                  <a:pt x="194" y="345"/>
                </a:lnTo>
                <a:lnTo>
                  <a:pt x="195" y="345"/>
                </a:lnTo>
                <a:lnTo>
                  <a:pt x="196" y="345"/>
                </a:lnTo>
                <a:lnTo>
                  <a:pt x="198" y="343"/>
                </a:lnTo>
                <a:lnTo>
                  <a:pt x="199" y="342"/>
                </a:lnTo>
                <a:lnTo>
                  <a:pt x="199" y="341"/>
                </a:lnTo>
                <a:lnTo>
                  <a:pt x="199" y="337"/>
                </a:lnTo>
                <a:lnTo>
                  <a:pt x="199" y="336"/>
                </a:lnTo>
                <a:lnTo>
                  <a:pt x="200" y="336"/>
                </a:lnTo>
                <a:lnTo>
                  <a:pt x="201" y="335"/>
                </a:lnTo>
                <a:lnTo>
                  <a:pt x="203" y="335"/>
                </a:lnTo>
                <a:lnTo>
                  <a:pt x="203" y="334"/>
                </a:lnTo>
                <a:lnTo>
                  <a:pt x="204" y="332"/>
                </a:lnTo>
                <a:lnTo>
                  <a:pt x="204" y="331"/>
                </a:lnTo>
                <a:lnTo>
                  <a:pt x="204" y="329"/>
                </a:lnTo>
                <a:lnTo>
                  <a:pt x="205" y="328"/>
                </a:lnTo>
                <a:lnTo>
                  <a:pt x="205" y="327"/>
                </a:lnTo>
                <a:lnTo>
                  <a:pt x="206" y="327"/>
                </a:lnTo>
                <a:lnTo>
                  <a:pt x="206" y="326"/>
                </a:lnTo>
                <a:lnTo>
                  <a:pt x="207" y="326"/>
                </a:lnTo>
                <a:lnTo>
                  <a:pt x="207" y="325"/>
                </a:lnTo>
                <a:lnTo>
                  <a:pt x="208" y="325"/>
                </a:lnTo>
                <a:lnTo>
                  <a:pt x="208" y="324"/>
                </a:lnTo>
                <a:lnTo>
                  <a:pt x="210" y="324"/>
                </a:lnTo>
                <a:lnTo>
                  <a:pt x="211" y="324"/>
                </a:lnTo>
                <a:lnTo>
                  <a:pt x="212" y="323"/>
                </a:lnTo>
                <a:lnTo>
                  <a:pt x="213" y="322"/>
                </a:lnTo>
                <a:lnTo>
                  <a:pt x="213" y="321"/>
                </a:lnTo>
                <a:lnTo>
                  <a:pt x="212" y="318"/>
                </a:lnTo>
                <a:lnTo>
                  <a:pt x="212" y="317"/>
                </a:lnTo>
                <a:lnTo>
                  <a:pt x="211" y="317"/>
                </a:lnTo>
                <a:lnTo>
                  <a:pt x="211" y="316"/>
                </a:lnTo>
                <a:lnTo>
                  <a:pt x="210" y="316"/>
                </a:lnTo>
                <a:lnTo>
                  <a:pt x="210" y="315"/>
                </a:lnTo>
                <a:lnTo>
                  <a:pt x="210" y="314"/>
                </a:lnTo>
                <a:lnTo>
                  <a:pt x="211" y="314"/>
                </a:lnTo>
                <a:lnTo>
                  <a:pt x="212" y="314"/>
                </a:lnTo>
                <a:lnTo>
                  <a:pt x="213" y="314"/>
                </a:lnTo>
                <a:lnTo>
                  <a:pt x="214" y="313"/>
                </a:lnTo>
                <a:lnTo>
                  <a:pt x="214" y="312"/>
                </a:lnTo>
                <a:lnTo>
                  <a:pt x="215" y="312"/>
                </a:lnTo>
                <a:lnTo>
                  <a:pt x="218" y="311"/>
                </a:lnTo>
                <a:lnTo>
                  <a:pt x="219" y="310"/>
                </a:lnTo>
                <a:lnTo>
                  <a:pt x="220" y="310"/>
                </a:lnTo>
                <a:lnTo>
                  <a:pt x="221" y="310"/>
                </a:lnTo>
                <a:lnTo>
                  <a:pt x="222" y="310"/>
                </a:lnTo>
                <a:lnTo>
                  <a:pt x="222" y="309"/>
                </a:lnTo>
                <a:lnTo>
                  <a:pt x="222" y="308"/>
                </a:lnTo>
                <a:lnTo>
                  <a:pt x="223" y="307"/>
                </a:lnTo>
                <a:lnTo>
                  <a:pt x="224" y="307"/>
                </a:lnTo>
                <a:lnTo>
                  <a:pt x="225" y="307"/>
                </a:lnTo>
                <a:lnTo>
                  <a:pt x="226" y="307"/>
                </a:lnTo>
                <a:lnTo>
                  <a:pt x="227" y="307"/>
                </a:lnTo>
                <a:lnTo>
                  <a:pt x="227" y="306"/>
                </a:lnTo>
                <a:lnTo>
                  <a:pt x="228" y="306"/>
                </a:lnTo>
                <a:lnTo>
                  <a:pt x="228" y="305"/>
                </a:lnTo>
                <a:lnTo>
                  <a:pt x="228" y="304"/>
                </a:lnTo>
                <a:lnTo>
                  <a:pt x="229" y="304"/>
                </a:lnTo>
                <a:lnTo>
                  <a:pt x="229" y="305"/>
                </a:lnTo>
                <a:lnTo>
                  <a:pt x="230" y="305"/>
                </a:lnTo>
                <a:lnTo>
                  <a:pt x="231" y="305"/>
                </a:lnTo>
                <a:lnTo>
                  <a:pt x="231" y="304"/>
                </a:lnTo>
                <a:lnTo>
                  <a:pt x="232" y="304"/>
                </a:lnTo>
                <a:lnTo>
                  <a:pt x="233" y="303"/>
                </a:lnTo>
                <a:lnTo>
                  <a:pt x="233" y="302"/>
                </a:lnTo>
                <a:lnTo>
                  <a:pt x="233" y="301"/>
                </a:lnTo>
                <a:lnTo>
                  <a:pt x="233" y="300"/>
                </a:lnTo>
                <a:lnTo>
                  <a:pt x="233" y="299"/>
                </a:lnTo>
                <a:lnTo>
                  <a:pt x="233" y="298"/>
                </a:lnTo>
                <a:lnTo>
                  <a:pt x="233" y="297"/>
                </a:lnTo>
                <a:lnTo>
                  <a:pt x="233" y="296"/>
                </a:lnTo>
                <a:lnTo>
                  <a:pt x="234" y="296"/>
                </a:lnTo>
                <a:lnTo>
                  <a:pt x="236" y="295"/>
                </a:lnTo>
                <a:lnTo>
                  <a:pt x="237" y="295"/>
                </a:lnTo>
                <a:lnTo>
                  <a:pt x="238" y="295"/>
                </a:lnTo>
                <a:lnTo>
                  <a:pt x="239" y="295"/>
                </a:lnTo>
                <a:lnTo>
                  <a:pt x="240" y="294"/>
                </a:lnTo>
                <a:lnTo>
                  <a:pt x="241" y="294"/>
                </a:lnTo>
                <a:lnTo>
                  <a:pt x="242" y="294"/>
                </a:lnTo>
                <a:lnTo>
                  <a:pt x="243" y="294"/>
                </a:lnTo>
                <a:lnTo>
                  <a:pt x="244" y="295"/>
                </a:lnTo>
                <a:lnTo>
                  <a:pt x="245" y="295"/>
                </a:lnTo>
                <a:lnTo>
                  <a:pt x="246" y="294"/>
                </a:lnTo>
                <a:lnTo>
                  <a:pt x="246" y="293"/>
                </a:lnTo>
                <a:lnTo>
                  <a:pt x="247" y="292"/>
                </a:lnTo>
                <a:lnTo>
                  <a:pt x="248" y="293"/>
                </a:lnTo>
                <a:lnTo>
                  <a:pt x="249" y="294"/>
                </a:lnTo>
                <a:lnTo>
                  <a:pt x="250" y="294"/>
                </a:lnTo>
                <a:lnTo>
                  <a:pt x="251" y="293"/>
                </a:lnTo>
                <a:lnTo>
                  <a:pt x="252" y="292"/>
                </a:lnTo>
                <a:lnTo>
                  <a:pt x="256" y="292"/>
                </a:lnTo>
                <a:lnTo>
                  <a:pt x="257" y="292"/>
                </a:lnTo>
                <a:lnTo>
                  <a:pt x="258" y="292"/>
                </a:lnTo>
                <a:lnTo>
                  <a:pt x="258" y="293"/>
                </a:lnTo>
                <a:lnTo>
                  <a:pt x="259" y="293"/>
                </a:lnTo>
                <a:lnTo>
                  <a:pt x="259" y="294"/>
                </a:lnTo>
                <a:lnTo>
                  <a:pt x="260" y="294"/>
                </a:lnTo>
                <a:lnTo>
                  <a:pt x="261" y="294"/>
                </a:lnTo>
                <a:lnTo>
                  <a:pt x="262" y="294"/>
                </a:lnTo>
                <a:lnTo>
                  <a:pt x="263" y="294"/>
                </a:lnTo>
                <a:lnTo>
                  <a:pt x="264" y="294"/>
                </a:lnTo>
                <a:lnTo>
                  <a:pt x="266" y="294"/>
                </a:lnTo>
                <a:lnTo>
                  <a:pt x="267" y="294"/>
                </a:lnTo>
                <a:lnTo>
                  <a:pt x="267" y="295"/>
                </a:lnTo>
                <a:lnTo>
                  <a:pt x="268" y="295"/>
                </a:lnTo>
                <a:lnTo>
                  <a:pt x="268" y="296"/>
                </a:lnTo>
                <a:lnTo>
                  <a:pt x="269" y="296"/>
                </a:lnTo>
                <a:lnTo>
                  <a:pt x="270" y="297"/>
                </a:lnTo>
                <a:lnTo>
                  <a:pt x="270" y="298"/>
                </a:lnTo>
                <a:lnTo>
                  <a:pt x="271" y="298"/>
                </a:lnTo>
                <a:lnTo>
                  <a:pt x="273" y="298"/>
                </a:lnTo>
                <a:lnTo>
                  <a:pt x="274" y="296"/>
                </a:lnTo>
                <a:lnTo>
                  <a:pt x="274" y="295"/>
                </a:lnTo>
                <a:lnTo>
                  <a:pt x="274" y="293"/>
                </a:lnTo>
                <a:lnTo>
                  <a:pt x="274" y="291"/>
                </a:lnTo>
                <a:lnTo>
                  <a:pt x="273" y="290"/>
                </a:lnTo>
                <a:lnTo>
                  <a:pt x="273" y="289"/>
                </a:lnTo>
                <a:lnTo>
                  <a:pt x="272" y="289"/>
                </a:lnTo>
                <a:lnTo>
                  <a:pt x="272" y="288"/>
                </a:lnTo>
                <a:lnTo>
                  <a:pt x="273" y="286"/>
                </a:lnTo>
                <a:lnTo>
                  <a:pt x="273" y="285"/>
                </a:lnTo>
                <a:lnTo>
                  <a:pt x="273" y="284"/>
                </a:lnTo>
                <a:lnTo>
                  <a:pt x="273" y="283"/>
                </a:lnTo>
                <a:lnTo>
                  <a:pt x="273" y="281"/>
                </a:lnTo>
                <a:lnTo>
                  <a:pt x="273" y="280"/>
                </a:lnTo>
                <a:lnTo>
                  <a:pt x="273" y="279"/>
                </a:lnTo>
                <a:lnTo>
                  <a:pt x="273" y="277"/>
                </a:lnTo>
                <a:lnTo>
                  <a:pt x="273" y="276"/>
                </a:lnTo>
                <a:lnTo>
                  <a:pt x="273" y="275"/>
                </a:lnTo>
                <a:lnTo>
                  <a:pt x="272" y="273"/>
                </a:lnTo>
                <a:lnTo>
                  <a:pt x="272" y="272"/>
                </a:lnTo>
                <a:lnTo>
                  <a:pt x="271" y="271"/>
                </a:lnTo>
                <a:lnTo>
                  <a:pt x="269" y="269"/>
                </a:lnTo>
                <a:lnTo>
                  <a:pt x="269" y="267"/>
                </a:lnTo>
                <a:lnTo>
                  <a:pt x="268" y="267"/>
                </a:lnTo>
                <a:lnTo>
                  <a:pt x="269" y="267"/>
                </a:lnTo>
                <a:lnTo>
                  <a:pt x="269" y="266"/>
                </a:lnTo>
                <a:lnTo>
                  <a:pt x="271" y="264"/>
                </a:lnTo>
                <a:lnTo>
                  <a:pt x="272" y="264"/>
                </a:lnTo>
                <a:lnTo>
                  <a:pt x="272" y="263"/>
                </a:lnTo>
                <a:lnTo>
                  <a:pt x="273" y="262"/>
                </a:lnTo>
                <a:lnTo>
                  <a:pt x="274" y="262"/>
                </a:lnTo>
                <a:lnTo>
                  <a:pt x="275" y="262"/>
                </a:lnTo>
                <a:lnTo>
                  <a:pt x="275" y="261"/>
                </a:lnTo>
                <a:lnTo>
                  <a:pt x="274" y="258"/>
                </a:lnTo>
                <a:lnTo>
                  <a:pt x="274" y="257"/>
                </a:lnTo>
                <a:lnTo>
                  <a:pt x="273" y="255"/>
                </a:lnTo>
                <a:lnTo>
                  <a:pt x="272" y="254"/>
                </a:lnTo>
                <a:lnTo>
                  <a:pt x="271" y="253"/>
                </a:lnTo>
                <a:lnTo>
                  <a:pt x="269" y="251"/>
                </a:lnTo>
                <a:lnTo>
                  <a:pt x="269" y="250"/>
                </a:lnTo>
                <a:lnTo>
                  <a:pt x="270" y="250"/>
                </a:lnTo>
                <a:lnTo>
                  <a:pt x="270" y="249"/>
                </a:lnTo>
                <a:lnTo>
                  <a:pt x="271" y="250"/>
                </a:lnTo>
                <a:lnTo>
                  <a:pt x="273" y="250"/>
                </a:lnTo>
                <a:lnTo>
                  <a:pt x="275" y="249"/>
                </a:lnTo>
                <a:lnTo>
                  <a:pt x="277" y="250"/>
                </a:lnTo>
                <a:lnTo>
                  <a:pt x="279" y="250"/>
                </a:lnTo>
                <a:lnTo>
                  <a:pt x="279" y="251"/>
                </a:lnTo>
                <a:lnTo>
                  <a:pt x="279" y="252"/>
                </a:lnTo>
                <a:lnTo>
                  <a:pt x="280" y="252"/>
                </a:lnTo>
                <a:lnTo>
                  <a:pt x="281" y="252"/>
                </a:lnTo>
                <a:lnTo>
                  <a:pt x="282" y="251"/>
                </a:lnTo>
                <a:lnTo>
                  <a:pt x="282" y="250"/>
                </a:lnTo>
                <a:lnTo>
                  <a:pt x="283" y="250"/>
                </a:lnTo>
                <a:lnTo>
                  <a:pt x="285" y="251"/>
                </a:lnTo>
                <a:lnTo>
                  <a:pt x="286" y="251"/>
                </a:lnTo>
                <a:lnTo>
                  <a:pt x="287" y="251"/>
                </a:lnTo>
                <a:lnTo>
                  <a:pt x="288" y="251"/>
                </a:lnTo>
                <a:lnTo>
                  <a:pt x="290" y="252"/>
                </a:lnTo>
                <a:lnTo>
                  <a:pt x="293" y="253"/>
                </a:lnTo>
                <a:lnTo>
                  <a:pt x="294" y="253"/>
                </a:lnTo>
                <a:lnTo>
                  <a:pt x="295" y="254"/>
                </a:lnTo>
                <a:lnTo>
                  <a:pt x="296" y="254"/>
                </a:lnTo>
                <a:lnTo>
                  <a:pt x="296" y="255"/>
                </a:lnTo>
                <a:lnTo>
                  <a:pt x="296" y="256"/>
                </a:lnTo>
                <a:lnTo>
                  <a:pt x="297" y="256"/>
                </a:lnTo>
                <a:lnTo>
                  <a:pt x="298" y="256"/>
                </a:lnTo>
                <a:lnTo>
                  <a:pt x="301" y="257"/>
                </a:lnTo>
                <a:lnTo>
                  <a:pt x="301" y="256"/>
                </a:lnTo>
                <a:lnTo>
                  <a:pt x="302" y="256"/>
                </a:lnTo>
                <a:lnTo>
                  <a:pt x="303" y="255"/>
                </a:lnTo>
                <a:lnTo>
                  <a:pt x="303" y="254"/>
                </a:lnTo>
                <a:lnTo>
                  <a:pt x="304" y="254"/>
                </a:lnTo>
                <a:lnTo>
                  <a:pt x="305" y="253"/>
                </a:lnTo>
                <a:lnTo>
                  <a:pt x="306" y="253"/>
                </a:lnTo>
                <a:lnTo>
                  <a:pt x="307" y="253"/>
                </a:lnTo>
                <a:lnTo>
                  <a:pt x="308" y="253"/>
                </a:lnTo>
                <a:lnTo>
                  <a:pt x="309" y="253"/>
                </a:lnTo>
                <a:lnTo>
                  <a:pt x="310" y="252"/>
                </a:lnTo>
                <a:lnTo>
                  <a:pt x="310" y="253"/>
                </a:lnTo>
                <a:lnTo>
                  <a:pt x="311" y="253"/>
                </a:lnTo>
                <a:lnTo>
                  <a:pt x="310" y="255"/>
                </a:lnTo>
                <a:lnTo>
                  <a:pt x="310" y="256"/>
                </a:lnTo>
                <a:lnTo>
                  <a:pt x="309" y="257"/>
                </a:lnTo>
                <a:lnTo>
                  <a:pt x="309" y="258"/>
                </a:lnTo>
                <a:lnTo>
                  <a:pt x="308" y="259"/>
                </a:lnTo>
                <a:lnTo>
                  <a:pt x="309" y="260"/>
                </a:lnTo>
                <a:lnTo>
                  <a:pt x="309" y="259"/>
                </a:lnTo>
                <a:lnTo>
                  <a:pt x="310" y="259"/>
                </a:lnTo>
                <a:lnTo>
                  <a:pt x="311" y="259"/>
                </a:lnTo>
                <a:lnTo>
                  <a:pt x="316" y="259"/>
                </a:lnTo>
                <a:lnTo>
                  <a:pt x="318" y="258"/>
                </a:lnTo>
                <a:lnTo>
                  <a:pt x="319" y="258"/>
                </a:lnTo>
                <a:lnTo>
                  <a:pt x="320" y="258"/>
                </a:lnTo>
                <a:lnTo>
                  <a:pt x="321" y="258"/>
                </a:lnTo>
                <a:lnTo>
                  <a:pt x="324" y="256"/>
                </a:lnTo>
                <a:lnTo>
                  <a:pt x="325" y="255"/>
                </a:lnTo>
                <a:lnTo>
                  <a:pt x="325" y="254"/>
                </a:lnTo>
                <a:lnTo>
                  <a:pt x="326" y="253"/>
                </a:lnTo>
                <a:lnTo>
                  <a:pt x="327" y="253"/>
                </a:lnTo>
                <a:lnTo>
                  <a:pt x="328" y="253"/>
                </a:lnTo>
                <a:lnTo>
                  <a:pt x="329" y="254"/>
                </a:lnTo>
                <a:lnTo>
                  <a:pt x="330" y="254"/>
                </a:lnTo>
                <a:lnTo>
                  <a:pt x="332" y="254"/>
                </a:lnTo>
                <a:lnTo>
                  <a:pt x="335" y="254"/>
                </a:lnTo>
                <a:lnTo>
                  <a:pt x="335" y="255"/>
                </a:lnTo>
                <a:lnTo>
                  <a:pt x="338" y="255"/>
                </a:lnTo>
                <a:lnTo>
                  <a:pt x="339" y="255"/>
                </a:lnTo>
                <a:lnTo>
                  <a:pt x="340" y="256"/>
                </a:lnTo>
                <a:lnTo>
                  <a:pt x="340" y="255"/>
                </a:lnTo>
                <a:lnTo>
                  <a:pt x="341" y="255"/>
                </a:lnTo>
                <a:lnTo>
                  <a:pt x="341" y="254"/>
                </a:lnTo>
                <a:lnTo>
                  <a:pt x="342" y="254"/>
                </a:lnTo>
                <a:lnTo>
                  <a:pt x="342" y="255"/>
                </a:lnTo>
                <a:lnTo>
                  <a:pt x="343" y="255"/>
                </a:lnTo>
                <a:lnTo>
                  <a:pt x="344" y="256"/>
                </a:lnTo>
                <a:lnTo>
                  <a:pt x="346" y="257"/>
                </a:lnTo>
                <a:lnTo>
                  <a:pt x="347" y="256"/>
                </a:lnTo>
                <a:lnTo>
                  <a:pt x="348" y="256"/>
                </a:lnTo>
                <a:lnTo>
                  <a:pt x="349" y="256"/>
                </a:lnTo>
                <a:lnTo>
                  <a:pt x="349" y="255"/>
                </a:lnTo>
                <a:lnTo>
                  <a:pt x="351" y="256"/>
                </a:lnTo>
                <a:lnTo>
                  <a:pt x="352" y="257"/>
                </a:lnTo>
                <a:lnTo>
                  <a:pt x="353" y="258"/>
                </a:lnTo>
                <a:lnTo>
                  <a:pt x="355" y="258"/>
                </a:lnTo>
                <a:lnTo>
                  <a:pt x="355" y="257"/>
                </a:lnTo>
                <a:lnTo>
                  <a:pt x="354" y="257"/>
                </a:lnTo>
                <a:lnTo>
                  <a:pt x="355" y="256"/>
                </a:lnTo>
                <a:lnTo>
                  <a:pt x="355" y="255"/>
                </a:lnTo>
                <a:lnTo>
                  <a:pt x="356" y="255"/>
                </a:lnTo>
                <a:lnTo>
                  <a:pt x="358" y="255"/>
                </a:lnTo>
                <a:lnTo>
                  <a:pt x="359" y="255"/>
                </a:lnTo>
                <a:lnTo>
                  <a:pt x="361" y="255"/>
                </a:lnTo>
                <a:lnTo>
                  <a:pt x="362" y="255"/>
                </a:lnTo>
                <a:lnTo>
                  <a:pt x="363" y="255"/>
                </a:lnTo>
                <a:lnTo>
                  <a:pt x="364" y="254"/>
                </a:lnTo>
                <a:lnTo>
                  <a:pt x="364" y="253"/>
                </a:lnTo>
                <a:lnTo>
                  <a:pt x="365" y="253"/>
                </a:lnTo>
                <a:lnTo>
                  <a:pt x="366" y="253"/>
                </a:lnTo>
                <a:lnTo>
                  <a:pt x="366" y="252"/>
                </a:lnTo>
                <a:lnTo>
                  <a:pt x="366" y="251"/>
                </a:lnTo>
                <a:lnTo>
                  <a:pt x="366" y="250"/>
                </a:lnTo>
                <a:lnTo>
                  <a:pt x="365" y="250"/>
                </a:lnTo>
                <a:lnTo>
                  <a:pt x="364" y="250"/>
                </a:lnTo>
                <a:lnTo>
                  <a:pt x="363" y="250"/>
                </a:lnTo>
                <a:lnTo>
                  <a:pt x="362" y="249"/>
                </a:lnTo>
                <a:lnTo>
                  <a:pt x="362" y="248"/>
                </a:lnTo>
                <a:lnTo>
                  <a:pt x="363" y="248"/>
                </a:lnTo>
                <a:lnTo>
                  <a:pt x="363" y="247"/>
                </a:lnTo>
                <a:lnTo>
                  <a:pt x="364" y="246"/>
                </a:lnTo>
                <a:lnTo>
                  <a:pt x="364" y="245"/>
                </a:lnTo>
                <a:lnTo>
                  <a:pt x="363" y="245"/>
                </a:lnTo>
                <a:lnTo>
                  <a:pt x="363" y="244"/>
                </a:lnTo>
                <a:lnTo>
                  <a:pt x="364" y="244"/>
                </a:lnTo>
                <a:lnTo>
                  <a:pt x="365" y="245"/>
                </a:lnTo>
                <a:lnTo>
                  <a:pt x="366" y="247"/>
                </a:lnTo>
                <a:lnTo>
                  <a:pt x="367" y="247"/>
                </a:lnTo>
                <a:lnTo>
                  <a:pt x="367" y="246"/>
                </a:lnTo>
                <a:lnTo>
                  <a:pt x="367" y="247"/>
                </a:lnTo>
                <a:lnTo>
                  <a:pt x="368" y="247"/>
                </a:lnTo>
                <a:lnTo>
                  <a:pt x="368" y="248"/>
                </a:lnTo>
                <a:lnTo>
                  <a:pt x="369" y="249"/>
                </a:lnTo>
                <a:lnTo>
                  <a:pt x="369" y="250"/>
                </a:lnTo>
                <a:lnTo>
                  <a:pt x="370" y="250"/>
                </a:lnTo>
                <a:lnTo>
                  <a:pt x="370" y="251"/>
                </a:lnTo>
                <a:lnTo>
                  <a:pt x="372" y="251"/>
                </a:lnTo>
                <a:lnTo>
                  <a:pt x="373" y="251"/>
                </a:lnTo>
                <a:lnTo>
                  <a:pt x="373" y="252"/>
                </a:lnTo>
                <a:lnTo>
                  <a:pt x="374" y="252"/>
                </a:lnTo>
                <a:lnTo>
                  <a:pt x="374" y="253"/>
                </a:lnTo>
                <a:lnTo>
                  <a:pt x="376" y="254"/>
                </a:lnTo>
                <a:lnTo>
                  <a:pt x="377" y="255"/>
                </a:lnTo>
                <a:lnTo>
                  <a:pt x="377" y="254"/>
                </a:lnTo>
                <a:lnTo>
                  <a:pt x="378" y="255"/>
                </a:lnTo>
                <a:lnTo>
                  <a:pt x="377" y="255"/>
                </a:lnTo>
                <a:lnTo>
                  <a:pt x="377" y="256"/>
                </a:lnTo>
                <a:lnTo>
                  <a:pt x="377" y="257"/>
                </a:lnTo>
                <a:lnTo>
                  <a:pt x="377" y="258"/>
                </a:lnTo>
                <a:lnTo>
                  <a:pt x="378" y="260"/>
                </a:lnTo>
                <a:lnTo>
                  <a:pt x="378" y="261"/>
                </a:lnTo>
                <a:lnTo>
                  <a:pt x="379" y="261"/>
                </a:lnTo>
                <a:lnTo>
                  <a:pt x="379" y="259"/>
                </a:lnTo>
                <a:lnTo>
                  <a:pt x="379" y="258"/>
                </a:lnTo>
                <a:lnTo>
                  <a:pt x="379" y="257"/>
                </a:lnTo>
                <a:lnTo>
                  <a:pt x="380" y="256"/>
                </a:lnTo>
                <a:lnTo>
                  <a:pt x="381" y="256"/>
                </a:lnTo>
                <a:lnTo>
                  <a:pt x="382" y="255"/>
                </a:lnTo>
                <a:lnTo>
                  <a:pt x="382" y="256"/>
                </a:lnTo>
                <a:lnTo>
                  <a:pt x="383" y="256"/>
                </a:lnTo>
                <a:lnTo>
                  <a:pt x="383" y="257"/>
                </a:lnTo>
                <a:lnTo>
                  <a:pt x="384" y="257"/>
                </a:lnTo>
                <a:lnTo>
                  <a:pt x="385" y="257"/>
                </a:lnTo>
                <a:lnTo>
                  <a:pt x="386" y="257"/>
                </a:lnTo>
                <a:lnTo>
                  <a:pt x="387" y="256"/>
                </a:lnTo>
                <a:lnTo>
                  <a:pt x="387" y="255"/>
                </a:lnTo>
                <a:lnTo>
                  <a:pt x="387" y="254"/>
                </a:lnTo>
                <a:lnTo>
                  <a:pt x="389" y="253"/>
                </a:lnTo>
                <a:lnTo>
                  <a:pt x="389" y="252"/>
                </a:lnTo>
                <a:lnTo>
                  <a:pt x="389" y="251"/>
                </a:lnTo>
                <a:lnTo>
                  <a:pt x="389" y="250"/>
                </a:lnTo>
                <a:lnTo>
                  <a:pt x="388" y="249"/>
                </a:lnTo>
                <a:lnTo>
                  <a:pt x="389" y="249"/>
                </a:lnTo>
                <a:lnTo>
                  <a:pt x="389" y="248"/>
                </a:lnTo>
                <a:lnTo>
                  <a:pt x="390" y="248"/>
                </a:lnTo>
                <a:lnTo>
                  <a:pt x="391" y="248"/>
                </a:lnTo>
                <a:lnTo>
                  <a:pt x="391" y="249"/>
                </a:lnTo>
                <a:lnTo>
                  <a:pt x="392" y="249"/>
                </a:lnTo>
                <a:lnTo>
                  <a:pt x="393" y="249"/>
                </a:lnTo>
                <a:lnTo>
                  <a:pt x="394" y="249"/>
                </a:lnTo>
                <a:lnTo>
                  <a:pt x="395" y="248"/>
                </a:lnTo>
                <a:lnTo>
                  <a:pt x="395" y="247"/>
                </a:lnTo>
                <a:lnTo>
                  <a:pt x="395" y="245"/>
                </a:lnTo>
                <a:lnTo>
                  <a:pt x="396" y="245"/>
                </a:lnTo>
                <a:lnTo>
                  <a:pt x="397" y="245"/>
                </a:lnTo>
                <a:lnTo>
                  <a:pt x="398" y="245"/>
                </a:lnTo>
                <a:lnTo>
                  <a:pt x="400" y="245"/>
                </a:lnTo>
                <a:lnTo>
                  <a:pt x="401" y="245"/>
                </a:lnTo>
                <a:lnTo>
                  <a:pt x="401" y="246"/>
                </a:lnTo>
                <a:lnTo>
                  <a:pt x="402" y="246"/>
                </a:lnTo>
                <a:lnTo>
                  <a:pt x="403" y="247"/>
                </a:lnTo>
                <a:lnTo>
                  <a:pt x="406" y="248"/>
                </a:lnTo>
                <a:lnTo>
                  <a:pt x="410" y="246"/>
                </a:lnTo>
                <a:lnTo>
                  <a:pt x="412" y="246"/>
                </a:lnTo>
                <a:lnTo>
                  <a:pt x="412" y="245"/>
                </a:lnTo>
                <a:lnTo>
                  <a:pt x="413" y="245"/>
                </a:lnTo>
                <a:lnTo>
                  <a:pt x="413" y="244"/>
                </a:lnTo>
                <a:lnTo>
                  <a:pt x="414" y="242"/>
                </a:lnTo>
                <a:lnTo>
                  <a:pt x="414" y="241"/>
                </a:lnTo>
                <a:lnTo>
                  <a:pt x="414" y="240"/>
                </a:lnTo>
                <a:lnTo>
                  <a:pt x="414" y="239"/>
                </a:lnTo>
                <a:lnTo>
                  <a:pt x="414" y="238"/>
                </a:lnTo>
                <a:lnTo>
                  <a:pt x="413" y="238"/>
                </a:lnTo>
                <a:lnTo>
                  <a:pt x="414" y="238"/>
                </a:lnTo>
                <a:lnTo>
                  <a:pt x="415" y="237"/>
                </a:lnTo>
                <a:lnTo>
                  <a:pt x="416" y="237"/>
                </a:lnTo>
                <a:lnTo>
                  <a:pt x="417" y="237"/>
                </a:lnTo>
                <a:lnTo>
                  <a:pt x="418" y="236"/>
                </a:lnTo>
                <a:lnTo>
                  <a:pt x="419" y="235"/>
                </a:lnTo>
                <a:lnTo>
                  <a:pt x="420" y="235"/>
                </a:lnTo>
                <a:lnTo>
                  <a:pt x="420" y="236"/>
                </a:lnTo>
                <a:lnTo>
                  <a:pt x="422" y="237"/>
                </a:lnTo>
                <a:lnTo>
                  <a:pt x="422" y="236"/>
                </a:lnTo>
                <a:lnTo>
                  <a:pt x="423" y="236"/>
                </a:lnTo>
                <a:lnTo>
                  <a:pt x="423" y="235"/>
                </a:lnTo>
                <a:lnTo>
                  <a:pt x="423" y="234"/>
                </a:lnTo>
                <a:lnTo>
                  <a:pt x="422" y="232"/>
                </a:lnTo>
                <a:lnTo>
                  <a:pt x="421" y="231"/>
                </a:lnTo>
                <a:lnTo>
                  <a:pt x="421" y="230"/>
                </a:lnTo>
                <a:lnTo>
                  <a:pt x="421" y="229"/>
                </a:lnTo>
                <a:lnTo>
                  <a:pt x="421" y="227"/>
                </a:lnTo>
                <a:lnTo>
                  <a:pt x="421" y="226"/>
                </a:lnTo>
                <a:lnTo>
                  <a:pt x="421" y="225"/>
                </a:lnTo>
                <a:lnTo>
                  <a:pt x="422" y="223"/>
                </a:lnTo>
                <a:lnTo>
                  <a:pt x="421" y="223"/>
                </a:lnTo>
                <a:lnTo>
                  <a:pt x="421" y="222"/>
                </a:lnTo>
                <a:lnTo>
                  <a:pt x="422" y="221"/>
                </a:lnTo>
                <a:lnTo>
                  <a:pt x="423" y="221"/>
                </a:lnTo>
                <a:lnTo>
                  <a:pt x="424" y="221"/>
                </a:lnTo>
                <a:lnTo>
                  <a:pt x="425" y="221"/>
                </a:lnTo>
                <a:lnTo>
                  <a:pt x="426" y="221"/>
                </a:lnTo>
                <a:lnTo>
                  <a:pt x="426" y="222"/>
                </a:lnTo>
                <a:lnTo>
                  <a:pt x="427" y="222"/>
                </a:lnTo>
                <a:lnTo>
                  <a:pt x="428" y="221"/>
                </a:lnTo>
                <a:lnTo>
                  <a:pt x="429" y="221"/>
                </a:lnTo>
                <a:lnTo>
                  <a:pt x="430" y="221"/>
                </a:lnTo>
                <a:lnTo>
                  <a:pt x="432" y="222"/>
                </a:lnTo>
                <a:lnTo>
                  <a:pt x="433" y="222"/>
                </a:lnTo>
                <a:lnTo>
                  <a:pt x="434" y="223"/>
                </a:lnTo>
                <a:lnTo>
                  <a:pt x="435" y="222"/>
                </a:lnTo>
                <a:lnTo>
                  <a:pt x="438" y="224"/>
                </a:lnTo>
                <a:lnTo>
                  <a:pt x="439" y="224"/>
                </a:lnTo>
                <a:lnTo>
                  <a:pt x="439" y="225"/>
                </a:lnTo>
                <a:lnTo>
                  <a:pt x="440" y="225"/>
                </a:lnTo>
                <a:lnTo>
                  <a:pt x="441" y="225"/>
                </a:lnTo>
                <a:lnTo>
                  <a:pt x="441" y="224"/>
                </a:lnTo>
                <a:lnTo>
                  <a:pt x="442" y="224"/>
                </a:lnTo>
                <a:lnTo>
                  <a:pt x="443" y="225"/>
                </a:lnTo>
                <a:lnTo>
                  <a:pt x="444" y="225"/>
                </a:lnTo>
                <a:lnTo>
                  <a:pt x="445" y="225"/>
                </a:lnTo>
                <a:lnTo>
                  <a:pt x="445" y="226"/>
                </a:lnTo>
                <a:lnTo>
                  <a:pt x="445" y="225"/>
                </a:lnTo>
                <a:lnTo>
                  <a:pt x="447" y="225"/>
                </a:lnTo>
                <a:lnTo>
                  <a:pt x="447" y="224"/>
                </a:lnTo>
                <a:lnTo>
                  <a:pt x="447" y="223"/>
                </a:lnTo>
                <a:lnTo>
                  <a:pt x="447" y="222"/>
                </a:lnTo>
                <a:lnTo>
                  <a:pt x="448" y="221"/>
                </a:lnTo>
                <a:lnTo>
                  <a:pt x="449" y="221"/>
                </a:lnTo>
                <a:lnTo>
                  <a:pt x="448" y="220"/>
                </a:lnTo>
                <a:lnTo>
                  <a:pt x="448" y="218"/>
                </a:lnTo>
                <a:lnTo>
                  <a:pt x="448" y="217"/>
                </a:lnTo>
                <a:lnTo>
                  <a:pt x="449" y="216"/>
                </a:lnTo>
                <a:lnTo>
                  <a:pt x="450" y="214"/>
                </a:lnTo>
                <a:lnTo>
                  <a:pt x="451" y="213"/>
                </a:lnTo>
                <a:lnTo>
                  <a:pt x="452" y="211"/>
                </a:lnTo>
                <a:lnTo>
                  <a:pt x="452" y="210"/>
                </a:lnTo>
                <a:lnTo>
                  <a:pt x="451" y="210"/>
                </a:lnTo>
                <a:lnTo>
                  <a:pt x="451" y="209"/>
                </a:lnTo>
                <a:lnTo>
                  <a:pt x="450" y="209"/>
                </a:lnTo>
                <a:lnTo>
                  <a:pt x="450" y="208"/>
                </a:lnTo>
                <a:lnTo>
                  <a:pt x="452" y="208"/>
                </a:lnTo>
                <a:lnTo>
                  <a:pt x="453" y="208"/>
                </a:lnTo>
                <a:lnTo>
                  <a:pt x="453" y="209"/>
                </a:lnTo>
                <a:lnTo>
                  <a:pt x="454" y="208"/>
                </a:lnTo>
                <a:lnTo>
                  <a:pt x="454" y="207"/>
                </a:lnTo>
                <a:lnTo>
                  <a:pt x="453" y="207"/>
                </a:lnTo>
                <a:lnTo>
                  <a:pt x="453" y="206"/>
                </a:lnTo>
                <a:lnTo>
                  <a:pt x="453" y="205"/>
                </a:lnTo>
                <a:lnTo>
                  <a:pt x="454" y="204"/>
                </a:lnTo>
                <a:lnTo>
                  <a:pt x="454" y="203"/>
                </a:lnTo>
                <a:lnTo>
                  <a:pt x="453" y="203"/>
                </a:lnTo>
                <a:lnTo>
                  <a:pt x="453" y="202"/>
                </a:lnTo>
                <a:lnTo>
                  <a:pt x="454" y="201"/>
                </a:lnTo>
                <a:lnTo>
                  <a:pt x="454" y="200"/>
                </a:lnTo>
                <a:lnTo>
                  <a:pt x="455" y="200"/>
                </a:lnTo>
                <a:lnTo>
                  <a:pt x="456" y="200"/>
                </a:lnTo>
                <a:lnTo>
                  <a:pt x="457" y="200"/>
                </a:lnTo>
                <a:lnTo>
                  <a:pt x="458" y="200"/>
                </a:lnTo>
                <a:lnTo>
                  <a:pt x="458" y="199"/>
                </a:lnTo>
                <a:lnTo>
                  <a:pt x="459" y="199"/>
                </a:lnTo>
                <a:lnTo>
                  <a:pt x="460" y="199"/>
                </a:lnTo>
                <a:lnTo>
                  <a:pt x="461" y="199"/>
                </a:lnTo>
                <a:lnTo>
                  <a:pt x="462" y="198"/>
                </a:lnTo>
                <a:lnTo>
                  <a:pt x="462" y="199"/>
                </a:lnTo>
                <a:lnTo>
                  <a:pt x="462" y="200"/>
                </a:lnTo>
                <a:lnTo>
                  <a:pt x="463" y="200"/>
                </a:lnTo>
                <a:lnTo>
                  <a:pt x="464" y="201"/>
                </a:lnTo>
                <a:lnTo>
                  <a:pt x="465" y="201"/>
                </a:lnTo>
                <a:lnTo>
                  <a:pt x="466" y="202"/>
                </a:lnTo>
                <a:lnTo>
                  <a:pt x="468" y="202"/>
                </a:lnTo>
                <a:lnTo>
                  <a:pt x="470" y="202"/>
                </a:lnTo>
                <a:lnTo>
                  <a:pt x="470" y="203"/>
                </a:lnTo>
                <a:lnTo>
                  <a:pt x="471" y="203"/>
                </a:lnTo>
                <a:lnTo>
                  <a:pt x="472" y="204"/>
                </a:lnTo>
                <a:lnTo>
                  <a:pt x="473" y="204"/>
                </a:lnTo>
                <a:lnTo>
                  <a:pt x="473" y="203"/>
                </a:lnTo>
                <a:lnTo>
                  <a:pt x="472" y="202"/>
                </a:lnTo>
                <a:lnTo>
                  <a:pt x="471" y="201"/>
                </a:lnTo>
                <a:lnTo>
                  <a:pt x="471" y="199"/>
                </a:lnTo>
                <a:lnTo>
                  <a:pt x="472" y="198"/>
                </a:lnTo>
                <a:lnTo>
                  <a:pt x="473" y="198"/>
                </a:lnTo>
                <a:lnTo>
                  <a:pt x="472" y="197"/>
                </a:lnTo>
                <a:lnTo>
                  <a:pt x="472" y="196"/>
                </a:lnTo>
                <a:lnTo>
                  <a:pt x="473" y="196"/>
                </a:lnTo>
                <a:lnTo>
                  <a:pt x="473" y="197"/>
                </a:lnTo>
                <a:lnTo>
                  <a:pt x="474" y="197"/>
                </a:lnTo>
                <a:lnTo>
                  <a:pt x="474" y="198"/>
                </a:lnTo>
                <a:lnTo>
                  <a:pt x="476" y="197"/>
                </a:lnTo>
                <a:lnTo>
                  <a:pt x="475" y="196"/>
                </a:lnTo>
                <a:lnTo>
                  <a:pt x="474" y="196"/>
                </a:lnTo>
                <a:lnTo>
                  <a:pt x="473" y="195"/>
                </a:lnTo>
                <a:lnTo>
                  <a:pt x="472" y="195"/>
                </a:lnTo>
                <a:lnTo>
                  <a:pt x="470" y="195"/>
                </a:lnTo>
                <a:lnTo>
                  <a:pt x="470" y="194"/>
                </a:lnTo>
                <a:lnTo>
                  <a:pt x="471" y="194"/>
                </a:lnTo>
                <a:lnTo>
                  <a:pt x="472" y="192"/>
                </a:lnTo>
                <a:lnTo>
                  <a:pt x="473" y="192"/>
                </a:lnTo>
                <a:lnTo>
                  <a:pt x="474" y="192"/>
                </a:lnTo>
                <a:lnTo>
                  <a:pt x="474" y="193"/>
                </a:lnTo>
                <a:lnTo>
                  <a:pt x="475" y="193"/>
                </a:lnTo>
                <a:lnTo>
                  <a:pt x="475" y="194"/>
                </a:lnTo>
                <a:lnTo>
                  <a:pt x="476" y="194"/>
                </a:lnTo>
                <a:lnTo>
                  <a:pt x="477" y="194"/>
                </a:lnTo>
                <a:lnTo>
                  <a:pt x="479" y="194"/>
                </a:lnTo>
                <a:lnTo>
                  <a:pt x="480" y="194"/>
                </a:lnTo>
                <a:lnTo>
                  <a:pt x="479" y="193"/>
                </a:lnTo>
                <a:lnTo>
                  <a:pt x="481" y="192"/>
                </a:lnTo>
                <a:lnTo>
                  <a:pt x="483" y="191"/>
                </a:lnTo>
                <a:lnTo>
                  <a:pt x="484" y="189"/>
                </a:lnTo>
                <a:lnTo>
                  <a:pt x="484" y="188"/>
                </a:lnTo>
                <a:lnTo>
                  <a:pt x="484" y="187"/>
                </a:lnTo>
                <a:lnTo>
                  <a:pt x="484" y="186"/>
                </a:lnTo>
                <a:lnTo>
                  <a:pt x="485" y="186"/>
                </a:lnTo>
                <a:lnTo>
                  <a:pt x="486" y="186"/>
                </a:lnTo>
                <a:lnTo>
                  <a:pt x="487" y="185"/>
                </a:lnTo>
                <a:lnTo>
                  <a:pt x="487" y="184"/>
                </a:lnTo>
                <a:lnTo>
                  <a:pt x="488" y="184"/>
                </a:lnTo>
                <a:lnTo>
                  <a:pt x="488" y="185"/>
                </a:lnTo>
                <a:lnTo>
                  <a:pt x="488" y="186"/>
                </a:lnTo>
                <a:lnTo>
                  <a:pt x="489" y="186"/>
                </a:lnTo>
                <a:lnTo>
                  <a:pt x="490" y="186"/>
                </a:lnTo>
                <a:lnTo>
                  <a:pt x="491" y="186"/>
                </a:lnTo>
                <a:lnTo>
                  <a:pt x="491" y="185"/>
                </a:lnTo>
                <a:lnTo>
                  <a:pt x="493" y="184"/>
                </a:lnTo>
                <a:lnTo>
                  <a:pt x="494" y="184"/>
                </a:lnTo>
                <a:lnTo>
                  <a:pt x="495" y="184"/>
                </a:lnTo>
                <a:lnTo>
                  <a:pt x="496" y="183"/>
                </a:lnTo>
                <a:lnTo>
                  <a:pt x="497" y="183"/>
                </a:lnTo>
                <a:lnTo>
                  <a:pt x="498" y="183"/>
                </a:lnTo>
                <a:lnTo>
                  <a:pt x="498" y="184"/>
                </a:lnTo>
                <a:lnTo>
                  <a:pt x="499" y="184"/>
                </a:lnTo>
                <a:lnTo>
                  <a:pt x="499" y="183"/>
                </a:lnTo>
                <a:lnTo>
                  <a:pt x="499" y="182"/>
                </a:lnTo>
                <a:lnTo>
                  <a:pt x="499" y="181"/>
                </a:lnTo>
                <a:lnTo>
                  <a:pt x="500" y="181"/>
                </a:lnTo>
                <a:lnTo>
                  <a:pt x="501" y="181"/>
                </a:lnTo>
                <a:lnTo>
                  <a:pt x="502" y="182"/>
                </a:lnTo>
                <a:lnTo>
                  <a:pt x="503" y="182"/>
                </a:lnTo>
                <a:lnTo>
                  <a:pt x="504" y="182"/>
                </a:lnTo>
                <a:lnTo>
                  <a:pt x="504" y="180"/>
                </a:lnTo>
                <a:lnTo>
                  <a:pt x="503" y="180"/>
                </a:lnTo>
                <a:lnTo>
                  <a:pt x="502" y="178"/>
                </a:lnTo>
                <a:lnTo>
                  <a:pt x="502" y="177"/>
                </a:lnTo>
                <a:lnTo>
                  <a:pt x="502" y="176"/>
                </a:lnTo>
                <a:lnTo>
                  <a:pt x="502" y="175"/>
                </a:lnTo>
                <a:lnTo>
                  <a:pt x="503" y="175"/>
                </a:lnTo>
                <a:lnTo>
                  <a:pt x="503" y="174"/>
                </a:lnTo>
                <a:lnTo>
                  <a:pt x="504" y="174"/>
                </a:lnTo>
                <a:lnTo>
                  <a:pt x="504" y="173"/>
                </a:lnTo>
                <a:lnTo>
                  <a:pt x="503" y="173"/>
                </a:lnTo>
                <a:lnTo>
                  <a:pt x="503" y="171"/>
                </a:lnTo>
                <a:lnTo>
                  <a:pt x="503" y="170"/>
                </a:lnTo>
                <a:lnTo>
                  <a:pt x="504" y="170"/>
                </a:lnTo>
                <a:lnTo>
                  <a:pt x="504" y="169"/>
                </a:lnTo>
                <a:lnTo>
                  <a:pt x="505" y="169"/>
                </a:lnTo>
                <a:lnTo>
                  <a:pt x="505" y="168"/>
                </a:lnTo>
                <a:lnTo>
                  <a:pt x="505" y="167"/>
                </a:lnTo>
                <a:lnTo>
                  <a:pt x="506" y="166"/>
                </a:lnTo>
                <a:lnTo>
                  <a:pt x="507" y="166"/>
                </a:lnTo>
                <a:lnTo>
                  <a:pt x="508" y="165"/>
                </a:lnTo>
                <a:lnTo>
                  <a:pt x="509" y="165"/>
                </a:lnTo>
                <a:lnTo>
                  <a:pt x="509" y="164"/>
                </a:lnTo>
                <a:lnTo>
                  <a:pt x="508" y="164"/>
                </a:lnTo>
                <a:lnTo>
                  <a:pt x="508" y="163"/>
                </a:lnTo>
                <a:lnTo>
                  <a:pt x="509" y="161"/>
                </a:lnTo>
                <a:lnTo>
                  <a:pt x="509" y="160"/>
                </a:lnTo>
                <a:lnTo>
                  <a:pt x="510" y="160"/>
                </a:lnTo>
                <a:lnTo>
                  <a:pt x="510" y="158"/>
                </a:lnTo>
                <a:lnTo>
                  <a:pt x="509" y="157"/>
                </a:lnTo>
                <a:lnTo>
                  <a:pt x="510" y="156"/>
                </a:lnTo>
                <a:lnTo>
                  <a:pt x="509" y="156"/>
                </a:lnTo>
                <a:lnTo>
                  <a:pt x="509" y="155"/>
                </a:lnTo>
                <a:lnTo>
                  <a:pt x="509" y="154"/>
                </a:lnTo>
                <a:lnTo>
                  <a:pt x="509" y="153"/>
                </a:lnTo>
                <a:lnTo>
                  <a:pt x="510" y="153"/>
                </a:lnTo>
                <a:lnTo>
                  <a:pt x="510" y="154"/>
                </a:lnTo>
                <a:lnTo>
                  <a:pt x="511" y="155"/>
                </a:lnTo>
                <a:lnTo>
                  <a:pt x="513" y="156"/>
                </a:lnTo>
                <a:lnTo>
                  <a:pt x="513" y="157"/>
                </a:lnTo>
                <a:lnTo>
                  <a:pt x="514" y="157"/>
                </a:lnTo>
                <a:lnTo>
                  <a:pt x="516" y="157"/>
                </a:lnTo>
                <a:lnTo>
                  <a:pt x="517" y="157"/>
                </a:lnTo>
                <a:lnTo>
                  <a:pt x="518" y="157"/>
                </a:lnTo>
                <a:lnTo>
                  <a:pt x="518" y="156"/>
                </a:lnTo>
                <a:lnTo>
                  <a:pt x="519" y="156"/>
                </a:lnTo>
                <a:lnTo>
                  <a:pt x="520" y="156"/>
                </a:lnTo>
                <a:lnTo>
                  <a:pt x="521" y="156"/>
                </a:lnTo>
                <a:lnTo>
                  <a:pt x="521" y="155"/>
                </a:lnTo>
                <a:lnTo>
                  <a:pt x="521" y="154"/>
                </a:lnTo>
                <a:lnTo>
                  <a:pt x="521" y="153"/>
                </a:lnTo>
                <a:lnTo>
                  <a:pt x="521" y="152"/>
                </a:lnTo>
                <a:lnTo>
                  <a:pt x="521" y="151"/>
                </a:lnTo>
                <a:lnTo>
                  <a:pt x="520" y="151"/>
                </a:lnTo>
                <a:lnTo>
                  <a:pt x="520" y="150"/>
                </a:lnTo>
                <a:lnTo>
                  <a:pt x="520" y="149"/>
                </a:lnTo>
                <a:lnTo>
                  <a:pt x="521" y="148"/>
                </a:lnTo>
                <a:lnTo>
                  <a:pt x="520" y="146"/>
                </a:lnTo>
                <a:lnTo>
                  <a:pt x="519" y="144"/>
                </a:lnTo>
                <a:lnTo>
                  <a:pt x="518" y="144"/>
                </a:lnTo>
                <a:lnTo>
                  <a:pt x="515" y="143"/>
                </a:lnTo>
                <a:lnTo>
                  <a:pt x="516" y="143"/>
                </a:lnTo>
                <a:lnTo>
                  <a:pt x="516" y="142"/>
                </a:lnTo>
                <a:lnTo>
                  <a:pt x="516" y="140"/>
                </a:lnTo>
                <a:lnTo>
                  <a:pt x="516" y="139"/>
                </a:lnTo>
                <a:lnTo>
                  <a:pt x="516" y="138"/>
                </a:lnTo>
                <a:lnTo>
                  <a:pt x="517" y="138"/>
                </a:lnTo>
                <a:lnTo>
                  <a:pt x="516" y="137"/>
                </a:lnTo>
                <a:lnTo>
                  <a:pt x="516" y="136"/>
                </a:lnTo>
                <a:lnTo>
                  <a:pt x="515" y="136"/>
                </a:lnTo>
                <a:lnTo>
                  <a:pt x="514" y="135"/>
                </a:lnTo>
                <a:lnTo>
                  <a:pt x="514" y="134"/>
                </a:lnTo>
                <a:lnTo>
                  <a:pt x="514" y="133"/>
                </a:lnTo>
                <a:lnTo>
                  <a:pt x="513" y="132"/>
                </a:lnTo>
                <a:lnTo>
                  <a:pt x="513" y="131"/>
                </a:lnTo>
                <a:lnTo>
                  <a:pt x="515" y="130"/>
                </a:lnTo>
                <a:lnTo>
                  <a:pt x="516" y="129"/>
                </a:lnTo>
                <a:lnTo>
                  <a:pt x="516" y="127"/>
                </a:lnTo>
                <a:lnTo>
                  <a:pt x="515" y="126"/>
                </a:lnTo>
                <a:lnTo>
                  <a:pt x="514" y="125"/>
                </a:lnTo>
                <a:lnTo>
                  <a:pt x="512" y="124"/>
                </a:lnTo>
                <a:lnTo>
                  <a:pt x="511" y="123"/>
                </a:lnTo>
                <a:lnTo>
                  <a:pt x="512" y="123"/>
                </a:lnTo>
                <a:lnTo>
                  <a:pt x="513" y="122"/>
                </a:lnTo>
                <a:lnTo>
                  <a:pt x="514" y="122"/>
                </a:lnTo>
                <a:lnTo>
                  <a:pt x="515" y="122"/>
                </a:lnTo>
                <a:lnTo>
                  <a:pt x="515" y="121"/>
                </a:lnTo>
                <a:lnTo>
                  <a:pt x="514" y="120"/>
                </a:lnTo>
                <a:lnTo>
                  <a:pt x="512" y="120"/>
                </a:lnTo>
                <a:lnTo>
                  <a:pt x="512" y="119"/>
                </a:lnTo>
                <a:lnTo>
                  <a:pt x="512" y="118"/>
                </a:lnTo>
                <a:lnTo>
                  <a:pt x="511" y="118"/>
                </a:lnTo>
                <a:lnTo>
                  <a:pt x="511" y="117"/>
                </a:lnTo>
                <a:lnTo>
                  <a:pt x="511" y="116"/>
                </a:lnTo>
                <a:lnTo>
                  <a:pt x="512" y="116"/>
                </a:lnTo>
                <a:lnTo>
                  <a:pt x="514" y="116"/>
                </a:lnTo>
                <a:lnTo>
                  <a:pt x="515" y="116"/>
                </a:lnTo>
                <a:lnTo>
                  <a:pt x="517" y="114"/>
                </a:lnTo>
                <a:lnTo>
                  <a:pt x="517" y="113"/>
                </a:lnTo>
                <a:lnTo>
                  <a:pt x="518" y="113"/>
                </a:lnTo>
                <a:lnTo>
                  <a:pt x="519" y="113"/>
                </a:lnTo>
                <a:lnTo>
                  <a:pt x="519" y="114"/>
                </a:lnTo>
                <a:lnTo>
                  <a:pt x="520" y="115"/>
                </a:lnTo>
                <a:lnTo>
                  <a:pt x="521" y="116"/>
                </a:lnTo>
                <a:lnTo>
                  <a:pt x="521" y="115"/>
                </a:lnTo>
                <a:lnTo>
                  <a:pt x="522" y="115"/>
                </a:lnTo>
                <a:lnTo>
                  <a:pt x="524" y="113"/>
                </a:lnTo>
                <a:lnTo>
                  <a:pt x="524" y="112"/>
                </a:lnTo>
                <a:lnTo>
                  <a:pt x="523" y="112"/>
                </a:lnTo>
                <a:lnTo>
                  <a:pt x="523" y="110"/>
                </a:lnTo>
                <a:lnTo>
                  <a:pt x="523" y="109"/>
                </a:lnTo>
                <a:lnTo>
                  <a:pt x="522" y="109"/>
                </a:lnTo>
                <a:lnTo>
                  <a:pt x="521" y="109"/>
                </a:lnTo>
                <a:lnTo>
                  <a:pt x="520" y="109"/>
                </a:lnTo>
                <a:lnTo>
                  <a:pt x="519" y="108"/>
                </a:lnTo>
                <a:lnTo>
                  <a:pt x="519" y="107"/>
                </a:lnTo>
                <a:lnTo>
                  <a:pt x="519" y="105"/>
                </a:lnTo>
                <a:lnTo>
                  <a:pt x="520" y="104"/>
                </a:lnTo>
                <a:lnTo>
                  <a:pt x="520" y="103"/>
                </a:lnTo>
                <a:lnTo>
                  <a:pt x="520" y="101"/>
                </a:lnTo>
                <a:lnTo>
                  <a:pt x="520" y="100"/>
                </a:lnTo>
                <a:lnTo>
                  <a:pt x="520" y="99"/>
                </a:lnTo>
                <a:lnTo>
                  <a:pt x="520" y="98"/>
                </a:lnTo>
                <a:lnTo>
                  <a:pt x="521" y="98"/>
                </a:lnTo>
                <a:lnTo>
                  <a:pt x="520" y="96"/>
                </a:lnTo>
                <a:lnTo>
                  <a:pt x="519" y="96"/>
                </a:lnTo>
                <a:lnTo>
                  <a:pt x="519" y="95"/>
                </a:lnTo>
                <a:lnTo>
                  <a:pt x="519" y="94"/>
                </a:lnTo>
                <a:lnTo>
                  <a:pt x="520" y="94"/>
                </a:lnTo>
                <a:lnTo>
                  <a:pt x="520" y="93"/>
                </a:lnTo>
                <a:lnTo>
                  <a:pt x="521" y="93"/>
                </a:lnTo>
                <a:lnTo>
                  <a:pt x="521" y="92"/>
                </a:lnTo>
                <a:lnTo>
                  <a:pt x="521" y="91"/>
                </a:lnTo>
                <a:lnTo>
                  <a:pt x="521" y="90"/>
                </a:lnTo>
                <a:lnTo>
                  <a:pt x="520" y="90"/>
                </a:lnTo>
                <a:lnTo>
                  <a:pt x="520" y="88"/>
                </a:lnTo>
                <a:lnTo>
                  <a:pt x="520" y="87"/>
                </a:lnTo>
                <a:lnTo>
                  <a:pt x="519" y="86"/>
                </a:lnTo>
                <a:lnTo>
                  <a:pt x="519" y="85"/>
                </a:lnTo>
                <a:lnTo>
                  <a:pt x="518" y="85"/>
                </a:lnTo>
                <a:lnTo>
                  <a:pt x="518" y="84"/>
                </a:lnTo>
                <a:lnTo>
                  <a:pt x="517" y="84"/>
                </a:lnTo>
                <a:lnTo>
                  <a:pt x="516" y="83"/>
                </a:lnTo>
                <a:lnTo>
                  <a:pt x="516" y="82"/>
                </a:lnTo>
                <a:lnTo>
                  <a:pt x="517" y="82"/>
                </a:lnTo>
                <a:lnTo>
                  <a:pt x="518" y="82"/>
                </a:lnTo>
                <a:lnTo>
                  <a:pt x="518" y="81"/>
                </a:lnTo>
                <a:lnTo>
                  <a:pt x="518" y="80"/>
                </a:lnTo>
                <a:lnTo>
                  <a:pt x="519" y="80"/>
                </a:lnTo>
                <a:lnTo>
                  <a:pt x="520" y="80"/>
                </a:lnTo>
                <a:lnTo>
                  <a:pt x="521" y="81"/>
                </a:lnTo>
                <a:lnTo>
                  <a:pt x="522" y="82"/>
                </a:lnTo>
                <a:lnTo>
                  <a:pt x="524" y="81"/>
                </a:lnTo>
                <a:lnTo>
                  <a:pt x="525" y="81"/>
                </a:lnTo>
                <a:lnTo>
                  <a:pt x="527" y="80"/>
                </a:lnTo>
                <a:lnTo>
                  <a:pt x="527" y="79"/>
                </a:lnTo>
                <a:lnTo>
                  <a:pt x="527" y="78"/>
                </a:lnTo>
                <a:lnTo>
                  <a:pt x="526" y="77"/>
                </a:lnTo>
                <a:lnTo>
                  <a:pt x="527" y="74"/>
                </a:lnTo>
                <a:lnTo>
                  <a:pt x="527" y="73"/>
                </a:lnTo>
                <a:lnTo>
                  <a:pt x="526" y="73"/>
                </a:lnTo>
                <a:lnTo>
                  <a:pt x="523" y="73"/>
                </a:lnTo>
                <a:lnTo>
                  <a:pt x="521" y="73"/>
                </a:lnTo>
                <a:lnTo>
                  <a:pt x="520" y="73"/>
                </a:lnTo>
                <a:lnTo>
                  <a:pt x="520" y="72"/>
                </a:lnTo>
                <a:lnTo>
                  <a:pt x="519" y="70"/>
                </a:lnTo>
                <a:lnTo>
                  <a:pt x="520" y="69"/>
                </a:lnTo>
                <a:lnTo>
                  <a:pt x="521" y="68"/>
                </a:lnTo>
                <a:lnTo>
                  <a:pt x="522" y="68"/>
                </a:lnTo>
                <a:lnTo>
                  <a:pt x="523" y="67"/>
                </a:lnTo>
                <a:lnTo>
                  <a:pt x="524" y="66"/>
                </a:lnTo>
                <a:lnTo>
                  <a:pt x="524" y="65"/>
                </a:lnTo>
                <a:lnTo>
                  <a:pt x="523" y="63"/>
                </a:lnTo>
                <a:lnTo>
                  <a:pt x="523" y="62"/>
                </a:lnTo>
                <a:lnTo>
                  <a:pt x="522" y="59"/>
                </a:lnTo>
                <a:lnTo>
                  <a:pt x="520" y="55"/>
                </a:lnTo>
                <a:lnTo>
                  <a:pt x="520" y="53"/>
                </a:lnTo>
                <a:lnTo>
                  <a:pt x="521" y="53"/>
                </a:lnTo>
                <a:lnTo>
                  <a:pt x="523" y="53"/>
                </a:lnTo>
                <a:lnTo>
                  <a:pt x="525" y="52"/>
                </a:lnTo>
                <a:lnTo>
                  <a:pt x="526" y="51"/>
                </a:lnTo>
                <a:lnTo>
                  <a:pt x="527" y="51"/>
                </a:lnTo>
                <a:lnTo>
                  <a:pt x="527" y="50"/>
                </a:lnTo>
                <a:lnTo>
                  <a:pt x="525" y="48"/>
                </a:lnTo>
                <a:lnTo>
                  <a:pt x="525" y="47"/>
                </a:lnTo>
                <a:lnTo>
                  <a:pt x="523" y="46"/>
                </a:lnTo>
                <a:lnTo>
                  <a:pt x="520" y="45"/>
                </a:lnTo>
                <a:lnTo>
                  <a:pt x="519" y="45"/>
                </a:lnTo>
                <a:lnTo>
                  <a:pt x="518" y="45"/>
                </a:lnTo>
                <a:lnTo>
                  <a:pt x="517" y="45"/>
                </a:lnTo>
                <a:lnTo>
                  <a:pt x="517" y="44"/>
                </a:lnTo>
                <a:lnTo>
                  <a:pt x="516" y="43"/>
                </a:lnTo>
                <a:lnTo>
                  <a:pt x="518" y="42"/>
                </a:lnTo>
                <a:lnTo>
                  <a:pt x="519" y="42"/>
                </a:lnTo>
                <a:lnTo>
                  <a:pt x="522" y="41"/>
                </a:lnTo>
                <a:lnTo>
                  <a:pt x="523" y="40"/>
                </a:lnTo>
                <a:lnTo>
                  <a:pt x="523" y="39"/>
                </a:lnTo>
                <a:lnTo>
                  <a:pt x="522" y="39"/>
                </a:lnTo>
                <a:lnTo>
                  <a:pt x="521" y="38"/>
                </a:lnTo>
                <a:lnTo>
                  <a:pt x="521" y="37"/>
                </a:lnTo>
                <a:lnTo>
                  <a:pt x="522" y="37"/>
                </a:lnTo>
                <a:lnTo>
                  <a:pt x="523" y="37"/>
                </a:lnTo>
                <a:lnTo>
                  <a:pt x="524" y="37"/>
                </a:lnTo>
                <a:lnTo>
                  <a:pt x="524" y="36"/>
                </a:lnTo>
                <a:lnTo>
                  <a:pt x="523" y="34"/>
                </a:lnTo>
                <a:lnTo>
                  <a:pt x="522" y="34"/>
                </a:lnTo>
                <a:lnTo>
                  <a:pt x="522" y="31"/>
                </a:lnTo>
                <a:lnTo>
                  <a:pt x="522" y="27"/>
                </a:lnTo>
                <a:lnTo>
                  <a:pt x="522" y="26"/>
                </a:lnTo>
                <a:lnTo>
                  <a:pt x="522" y="25"/>
                </a:lnTo>
                <a:lnTo>
                  <a:pt x="522" y="24"/>
                </a:lnTo>
                <a:lnTo>
                  <a:pt x="524" y="24"/>
                </a:lnTo>
                <a:lnTo>
                  <a:pt x="524" y="21"/>
                </a:lnTo>
                <a:lnTo>
                  <a:pt x="522" y="17"/>
                </a:lnTo>
                <a:lnTo>
                  <a:pt x="522" y="16"/>
                </a:lnTo>
                <a:lnTo>
                  <a:pt x="523" y="16"/>
                </a:lnTo>
                <a:lnTo>
                  <a:pt x="523" y="15"/>
                </a:lnTo>
                <a:lnTo>
                  <a:pt x="524" y="15"/>
                </a:lnTo>
                <a:lnTo>
                  <a:pt x="525" y="15"/>
                </a:lnTo>
                <a:lnTo>
                  <a:pt x="526" y="15"/>
                </a:lnTo>
                <a:lnTo>
                  <a:pt x="526" y="14"/>
                </a:lnTo>
                <a:lnTo>
                  <a:pt x="527" y="11"/>
                </a:lnTo>
                <a:lnTo>
                  <a:pt x="528" y="11"/>
                </a:lnTo>
                <a:lnTo>
                  <a:pt x="528" y="10"/>
                </a:lnTo>
                <a:lnTo>
                  <a:pt x="527" y="10"/>
                </a:lnTo>
                <a:lnTo>
                  <a:pt x="525" y="8"/>
                </a:lnTo>
                <a:lnTo>
                  <a:pt x="527" y="4"/>
                </a:lnTo>
                <a:lnTo>
                  <a:pt x="527" y="3"/>
                </a:lnTo>
                <a:lnTo>
                  <a:pt x="527" y="2"/>
                </a:lnTo>
                <a:lnTo>
                  <a:pt x="528" y="2"/>
                </a:lnTo>
                <a:lnTo>
                  <a:pt x="529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" name=""/>
          <p:cNvSpPr/>
          <p:nvPr/>
        </p:nvSpPr>
        <p:spPr>
          <a:xfrm>
            <a:off x="4474800" y="1819440"/>
            <a:ext cx="490320" cy="313920"/>
          </a:xfrm>
          <a:custGeom>
            <a:avLst/>
            <a:gdLst/>
            <a:ahLst/>
            <a:rect l="0" t="0" r="r" b="b"/>
            <a:pathLst>
              <a:path w="1362" h="872">
                <a:moveTo>
                  <a:pt x="190" y="10"/>
                </a:moveTo>
                <a:lnTo>
                  <a:pt x="191" y="10"/>
                </a:lnTo>
                <a:lnTo>
                  <a:pt x="191" y="11"/>
                </a:lnTo>
                <a:lnTo>
                  <a:pt x="192" y="12"/>
                </a:lnTo>
                <a:lnTo>
                  <a:pt x="192" y="13"/>
                </a:lnTo>
                <a:lnTo>
                  <a:pt x="192" y="14"/>
                </a:lnTo>
                <a:lnTo>
                  <a:pt x="193" y="14"/>
                </a:lnTo>
                <a:lnTo>
                  <a:pt x="193" y="15"/>
                </a:lnTo>
                <a:lnTo>
                  <a:pt x="194" y="15"/>
                </a:lnTo>
                <a:lnTo>
                  <a:pt x="194" y="14"/>
                </a:lnTo>
                <a:lnTo>
                  <a:pt x="194" y="13"/>
                </a:lnTo>
                <a:lnTo>
                  <a:pt x="195" y="13"/>
                </a:lnTo>
                <a:lnTo>
                  <a:pt x="198" y="13"/>
                </a:lnTo>
                <a:lnTo>
                  <a:pt x="199" y="13"/>
                </a:lnTo>
                <a:lnTo>
                  <a:pt x="199" y="12"/>
                </a:lnTo>
                <a:lnTo>
                  <a:pt x="200" y="12"/>
                </a:lnTo>
                <a:lnTo>
                  <a:pt x="200" y="13"/>
                </a:lnTo>
                <a:lnTo>
                  <a:pt x="201" y="14"/>
                </a:lnTo>
                <a:lnTo>
                  <a:pt x="202" y="14"/>
                </a:lnTo>
                <a:lnTo>
                  <a:pt x="202" y="15"/>
                </a:lnTo>
                <a:lnTo>
                  <a:pt x="201" y="15"/>
                </a:lnTo>
                <a:lnTo>
                  <a:pt x="201" y="16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5" y="16"/>
                </a:lnTo>
                <a:lnTo>
                  <a:pt x="206" y="16"/>
                </a:lnTo>
                <a:lnTo>
                  <a:pt x="206" y="17"/>
                </a:lnTo>
                <a:lnTo>
                  <a:pt x="207" y="17"/>
                </a:lnTo>
                <a:lnTo>
                  <a:pt x="211" y="17"/>
                </a:lnTo>
                <a:lnTo>
                  <a:pt x="211" y="16"/>
                </a:lnTo>
                <a:lnTo>
                  <a:pt x="212" y="16"/>
                </a:lnTo>
                <a:lnTo>
                  <a:pt x="213" y="16"/>
                </a:lnTo>
                <a:lnTo>
                  <a:pt x="214" y="16"/>
                </a:lnTo>
                <a:lnTo>
                  <a:pt x="215" y="16"/>
                </a:lnTo>
                <a:lnTo>
                  <a:pt x="216" y="17"/>
                </a:lnTo>
                <a:lnTo>
                  <a:pt x="218" y="17"/>
                </a:lnTo>
                <a:lnTo>
                  <a:pt x="218" y="16"/>
                </a:lnTo>
                <a:lnTo>
                  <a:pt x="219" y="16"/>
                </a:lnTo>
                <a:lnTo>
                  <a:pt x="220" y="16"/>
                </a:lnTo>
                <a:lnTo>
                  <a:pt x="220" y="15"/>
                </a:lnTo>
                <a:lnTo>
                  <a:pt x="221" y="15"/>
                </a:lnTo>
                <a:lnTo>
                  <a:pt x="222" y="15"/>
                </a:lnTo>
                <a:lnTo>
                  <a:pt x="223" y="14"/>
                </a:lnTo>
                <a:lnTo>
                  <a:pt x="224" y="14"/>
                </a:lnTo>
                <a:lnTo>
                  <a:pt x="225" y="14"/>
                </a:lnTo>
                <a:lnTo>
                  <a:pt x="226" y="14"/>
                </a:lnTo>
                <a:lnTo>
                  <a:pt x="227" y="13"/>
                </a:lnTo>
                <a:lnTo>
                  <a:pt x="228" y="13"/>
                </a:lnTo>
                <a:lnTo>
                  <a:pt x="229" y="13"/>
                </a:lnTo>
                <a:lnTo>
                  <a:pt x="231" y="14"/>
                </a:lnTo>
                <a:lnTo>
                  <a:pt x="232" y="15"/>
                </a:lnTo>
                <a:lnTo>
                  <a:pt x="233" y="15"/>
                </a:lnTo>
                <a:lnTo>
                  <a:pt x="234" y="15"/>
                </a:lnTo>
                <a:lnTo>
                  <a:pt x="235" y="15"/>
                </a:lnTo>
                <a:lnTo>
                  <a:pt x="235" y="16"/>
                </a:lnTo>
                <a:lnTo>
                  <a:pt x="236" y="16"/>
                </a:lnTo>
                <a:lnTo>
                  <a:pt x="237" y="16"/>
                </a:lnTo>
                <a:lnTo>
                  <a:pt x="238" y="17"/>
                </a:lnTo>
                <a:lnTo>
                  <a:pt x="239" y="17"/>
                </a:lnTo>
                <a:lnTo>
                  <a:pt x="240" y="17"/>
                </a:lnTo>
                <a:lnTo>
                  <a:pt x="242" y="18"/>
                </a:lnTo>
                <a:lnTo>
                  <a:pt x="243" y="19"/>
                </a:lnTo>
                <a:lnTo>
                  <a:pt x="245" y="20"/>
                </a:lnTo>
                <a:lnTo>
                  <a:pt x="246" y="20"/>
                </a:lnTo>
                <a:lnTo>
                  <a:pt x="247" y="21"/>
                </a:lnTo>
                <a:lnTo>
                  <a:pt x="248" y="22"/>
                </a:lnTo>
                <a:lnTo>
                  <a:pt x="249" y="22"/>
                </a:lnTo>
                <a:lnTo>
                  <a:pt x="250" y="22"/>
                </a:lnTo>
                <a:lnTo>
                  <a:pt x="250" y="21"/>
                </a:lnTo>
                <a:lnTo>
                  <a:pt x="251" y="21"/>
                </a:lnTo>
                <a:lnTo>
                  <a:pt x="253" y="20"/>
                </a:lnTo>
                <a:lnTo>
                  <a:pt x="254" y="20"/>
                </a:lnTo>
                <a:lnTo>
                  <a:pt x="256" y="21"/>
                </a:lnTo>
                <a:lnTo>
                  <a:pt x="256" y="22"/>
                </a:lnTo>
                <a:lnTo>
                  <a:pt x="257" y="22"/>
                </a:lnTo>
                <a:lnTo>
                  <a:pt x="257" y="23"/>
                </a:lnTo>
                <a:lnTo>
                  <a:pt x="258" y="23"/>
                </a:lnTo>
                <a:lnTo>
                  <a:pt x="258" y="22"/>
                </a:lnTo>
                <a:lnTo>
                  <a:pt x="259" y="22"/>
                </a:lnTo>
                <a:lnTo>
                  <a:pt x="260" y="22"/>
                </a:lnTo>
                <a:lnTo>
                  <a:pt x="260" y="23"/>
                </a:lnTo>
                <a:lnTo>
                  <a:pt x="261" y="23"/>
                </a:lnTo>
                <a:lnTo>
                  <a:pt x="262" y="22"/>
                </a:lnTo>
                <a:lnTo>
                  <a:pt x="263" y="22"/>
                </a:lnTo>
                <a:lnTo>
                  <a:pt x="263" y="21"/>
                </a:lnTo>
                <a:lnTo>
                  <a:pt x="263" y="20"/>
                </a:lnTo>
                <a:lnTo>
                  <a:pt x="264" y="20"/>
                </a:lnTo>
                <a:lnTo>
                  <a:pt x="265" y="20"/>
                </a:lnTo>
                <a:lnTo>
                  <a:pt x="265" y="21"/>
                </a:lnTo>
                <a:lnTo>
                  <a:pt x="266" y="21"/>
                </a:lnTo>
                <a:lnTo>
                  <a:pt x="267" y="20"/>
                </a:lnTo>
                <a:lnTo>
                  <a:pt x="268" y="20"/>
                </a:lnTo>
                <a:lnTo>
                  <a:pt x="268" y="19"/>
                </a:lnTo>
                <a:lnTo>
                  <a:pt x="269" y="20"/>
                </a:lnTo>
                <a:lnTo>
                  <a:pt x="270" y="20"/>
                </a:lnTo>
                <a:lnTo>
                  <a:pt x="271" y="20"/>
                </a:lnTo>
                <a:lnTo>
                  <a:pt x="273" y="20"/>
                </a:lnTo>
                <a:lnTo>
                  <a:pt x="274" y="20"/>
                </a:lnTo>
                <a:lnTo>
                  <a:pt x="275" y="19"/>
                </a:lnTo>
                <a:lnTo>
                  <a:pt x="276" y="19"/>
                </a:lnTo>
                <a:lnTo>
                  <a:pt x="277" y="19"/>
                </a:lnTo>
                <a:lnTo>
                  <a:pt x="278" y="18"/>
                </a:lnTo>
                <a:lnTo>
                  <a:pt x="279" y="18"/>
                </a:lnTo>
                <a:lnTo>
                  <a:pt x="280" y="19"/>
                </a:lnTo>
                <a:lnTo>
                  <a:pt x="281" y="19"/>
                </a:lnTo>
                <a:lnTo>
                  <a:pt x="281" y="20"/>
                </a:lnTo>
                <a:lnTo>
                  <a:pt x="280" y="20"/>
                </a:lnTo>
                <a:lnTo>
                  <a:pt x="281" y="22"/>
                </a:lnTo>
                <a:lnTo>
                  <a:pt x="282" y="22"/>
                </a:lnTo>
                <a:lnTo>
                  <a:pt x="283" y="23"/>
                </a:lnTo>
                <a:lnTo>
                  <a:pt x="284" y="23"/>
                </a:lnTo>
                <a:lnTo>
                  <a:pt x="285" y="23"/>
                </a:lnTo>
                <a:lnTo>
                  <a:pt x="285" y="24"/>
                </a:lnTo>
                <a:lnTo>
                  <a:pt x="286" y="24"/>
                </a:lnTo>
                <a:lnTo>
                  <a:pt x="286" y="25"/>
                </a:lnTo>
                <a:lnTo>
                  <a:pt x="287" y="26"/>
                </a:lnTo>
                <a:lnTo>
                  <a:pt x="287" y="27"/>
                </a:lnTo>
                <a:lnTo>
                  <a:pt x="288" y="27"/>
                </a:lnTo>
                <a:lnTo>
                  <a:pt x="288" y="28"/>
                </a:lnTo>
                <a:lnTo>
                  <a:pt x="290" y="28"/>
                </a:lnTo>
                <a:lnTo>
                  <a:pt x="291" y="28"/>
                </a:lnTo>
                <a:lnTo>
                  <a:pt x="292" y="27"/>
                </a:lnTo>
                <a:lnTo>
                  <a:pt x="293" y="27"/>
                </a:lnTo>
                <a:lnTo>
                  <a:pt x="294" y="27"/>
                </a:lnTo>
                <a:lnTo>
                  <a:pt x="295" y="28"/>
                </a:lnTo>
                <a:lnTo>
                  <a:pt x="295" y="27"/>
                </a:lnTo>
                <a:lnTo>
                  <a:pt x="296" y="27"/>
                </a:lnTo>
                <a:lnTo>
                  <a:pt x="297" y="26"/>
                </a:lnTo>
                <a:lnTo>
                  <a:pt x="300" y="25"/>
                </a:lnTo>
                <a:lnTo>
                  <a:pt x="301" y="25"/>
                </a:lnTo>
                <a:lnTo>
                  <a:pt x="303" y="25"/>
                </a:lnTo>
                <a:lnTo>
                  <a:pt x="304" y="25"/>
                </a:lnTo>
                <a:lnTo>
                  <a:pt x="304" y="26"/>
                </a:lnTo>
                <a:lnTo>
                  <a:pt x="305" y="26"/>
                </a:lnTo>
                <a:lnTo>
                  <a:pt x="307" y="26"/>
                </a:lnTo>
                <a:lnTo>
                  <a:pt x="307" y="27"/>
                </a:lnTo>
                <a:lnTo>
                  <a:pt x="308" y="27"/>
                </a:lnTo>
                <a:lnTo>
                  <a:pt x="309" y="27"/>
                </a:lnTo>
                <a:lnTo>
                  <a:pt x="309" y="26"/>
                </a:lnTo>
                <a:lnTo>
                  <a:pt x="309" y="25"/>
                </a:lnTo>
                <a:lnTo>
                  <a:pt x="309" y="24"/>
                </a:lnTo>
                <a:lnTo>
                  <a:pt x="310" y="24"/>
                </a:lnTo>
                <a:lnTo>
                  <a:pt x="311" y="24"/>
                </a:lnTo>
                <a:lnTo>
                  <a:pt x="312" y="24"/>
                </a:lnTo>
                <a:lnTo>
                  <a:pt x="313" y="23"/>
                </a:lnTo>
                <a:lnTo>
                  <a:pt x="313" y="22"/>
                </a:lnTo>
                <a:lnTo>
                  <a:pt x="314" y="22"/>
                </a:lnTo>
                <a:lnTo>
                  <a:pt x="315" y="22"/>
                </a:lnTo>
                <a:lnTo>
                  <a:pt x="315" y="23"/>
                </a:lnTo>
                <a:lnTo>
                  <a:pt x="315" y="22"/>
                </a:lnTo>
                <a:lnTo>
                  <a:pt x="314" y="22"/>
                </a:lnTo>
                <a:lnTo>
                  <a:pt x="314" y="23"/>
                </a:lnTo>
                <a:lnTo>
                  <a:pt x="315" y="23"/>
                </a:lnTo>
                <a:lnTo>
                  <a:pt x="316" y="23"/>
                </a:lnTo>
                <a:lnTo>
                  <a:pt x="317" y="23"/>
                </a:lnTo>
                <a:lnTo>
                  <a:pt x="318" y="23"/>
                </a:lnTo>
                <a:lnTo>
                  <a:pt x="319" y="23"/>
                </a:lnTo>
                <a:lnTo>
                  <a:pt x="320" y="23"/>
                </a:lnTo>
                <a:lnTo>
                  <a:pt x="321" y="24"/>
                </a:lnTo>
                <a:lnTo>
                  <a:pt x="323" y="24"/>
                </a:lnTo>
                <a:lnTo>
                  <a:pt x="324" y="24"/>
                </a:lnTo>
                <a:lnTo>
                  <a:pt x="325" y="24"/>
                </a:lnTo>
                <a:lnTo>
                  <a:pt x="325" y="23"/>
                </a:lnTo>
                <a:lnTo>
                  <a:pt x="326" y="22"/>
                </a:lnTo>
                <a:lnTo>
                  <a:pt x="327" y="22"/>
                </a:lnTo>
                <a:lnTo>
                  <a:pt x="328" y="22"/>
                </a:lnTo>
                <a:lnTo>
                  <a:pt x="329" y="23"/>
                </a:lnTo>
                <a:lnTo>
                  <a:pt x="331" y="23"/>
                </a:lnTo>
                <a:lnTo>
                  <a:pt x="331" y="22"/>
                </a:lnTo>
                <a:lnTo>
                  <a:pt x="331" y="21"/>
                </a:lnTo>
                <a:lnTo>
                  <a:pt x="332" y="19"/>
                </a:lnTo>
                <a:lnTo>
                  <a:pt x="333" y="19"/>
                </a:lnTo>
                <a:lnTo>
                  <a:pt x="334" y="18"/>
                </a:lnTo>
                <a:lnTo>
                  <a:pt x="334" y="17"/>
                </a:lnTo>
                <a:lnTo>
                  <a:pt x="335" y="17"/>
                </a:lnTo>
                <a:lnTo>
                  <a:pt x="335" y="16"/>
                </a:lnTo>
                <a:lnTo>
                  <a:pt x="334" y="16"/>
                </a:lnTo>
                <a:lnTo>
                  <a:pt x="335" y="16"/>
                </a:lnTo>
                <a:lnTo>
                  <a:pt x="335" y="15"/>
                </a:lnTo>
                <a:lnTo>
                  <a:pt x="336" y="14"/>
                </a:lnTo>
                <a:lnTo>
                  <a:pt x="337" y="12"/>
                </a:lnTo>
                <a:lnTo>
                  <a:pt x="337" y="11"/>
                </a:lnTo>
                <a:lnTo>
                  <a:pt x="338" y="10"/>
                </a:lnTo>
                <a:lnTo>
                  <a:pt x="339" y="11"/>
                </a:lnTo>
                <a:lnTo>
                  <a:pt x="338" y="11"/>
                </a:lnTo>
                <a:lnTo>
                  <a:pt x="339" y="12"/>
                </a:lnTo>
                <a:lnTo>
                  <a:pt x="340" y="12"/>
                </a:lnTo>
                <a:lnTo>
                  <a:pt x="341" y="11"/>
                </a:lnTo>
                <a:lnTo>
                  <a:pt x="342" y="9"/>
                </a:lnTo>
                <a:lnTo>
                  <a:pt x="342" y="8"/>
                </a:lnTo>
                <a:lnTo>
                  <a:pt x="341" y="8"/>
                </a:lnTo>
                <a:lnTo>
                  <a:pt x="341" y="7"/>
                </a:lnTo>
                <a:lnTo>
                  <a:pt x="341" y="5"/>
                </a:lnTo>
                <a:lnTo>
                  <a:pt x="343" y="6"/>
                </a:lnTo>
                <a:lnTo>
                  <a:pt x="346" y="6"/>
                </a:lnTo>
                <a:lnTo>
                  <a:pt x="346" y="7"/>
                </a:lnTo>
                <a:lnTo>
                  <a:pt x="347" y="8"/>
                </a:lnTo>
                <a:lnTo>
                  <a:pt x="347" y="7"/>
                </a:lnTo>
                <a:lnTo>
                  <a:pt x="348" y="7"/>
                </a:lnTo>
                <a:lnTo>
                  <a:pt x="349" y="8"/>
                </a:lnTo>
                <a:lnTo>
                  <a:pt x="350" y="9"/>
                </a:lnTo>
                <a:lnTo>
                  <a:pt x="350" y="10"/>
                </a:lnTo>
                <a:lnTo>
                  <a:pt x="350" y="11"/>
                </a:lnTo>
                <a:lnTo>
                  <a:pt x="350" y="12"/>
                </a:lnTo>
                <a:lnTo>
                  <a:pt x="350" y="13"/>
                </a:lnTo>
                <a:lnTo>
                  <a:pt x="351" y="13"/>
                </a:lnTo>
                <a:lnTo>
                  <a:pt x="351" y="14"/>
                </a:lnTo>
                <a:lnTo>
                  <a:pt x="352" y="15"/>
                </a:lnTo>
                <a:lnTo>
                  <a:pt x="352" y="16"/>
                </a:lnTo>
                <a:lnTo>
                  <a:pt x="352" y="17"/>
                </a:lnTo>
                <a:lnTo>
                  <a:pt x="352" y="20"/>
                </a:lnTo>
                <a:lnTo>
                  <a:pt x="352" y="21"/>
                </a:lnTo>
                <a:lnTo>
                  <a:pt x="353" y="21"/>
                </a:lnTo>
                <a:lnTo>
                  <a:pt x="353" y="22"/>
                </a:lnTo>
                <a:lnTo>
                  <a:pt x="353" y="23"/>
                </a:lnTo>
                <a:lnTo>
                  <a:pt x="353" y="25"/>
                </a:lnTo>
                <a:lnTo>
                  <a:pt x="352" y="25"/>
                </a:lnTo>
                <a:lnTo>
                  <a:pt x="352" y="26"/>
                </a:lnTo>
                <a:lnTo>
                  <a:pt x="353" y="27"/>
                </a:lnTo>
                <a:lnTo>
                  <a:pt x="355" y="27"/>
                </a:lnTo>
                <a:lnTo>
                  <a:pt x="356" y="27"/>
                </a:lnTo>
                <a:lnTo>
                  <a:pt x="357" y="28"/>
                </a:lnTo>
                <a:lnTo>
                  <a:pt x="358" y="28"/>
                </a:lnTo>
                <a:lnTo>
                  <a:pt x="360" y="27"/>
                </a:lnTo>
                <a:lnTo>
                  <a:pt x="361" y="26"/>
                </a:lnTo>
                <a:lnTo>
                  <a:pt x="361" y="25"/>
                </a:lnTo>
                <a:lnTo>
                  <a:pt x="360" y="25"/>
                </a:lnTo>
                <a:lnTo>
                  <a:pt x="360" y="24"/>
                </a:lnTo>
                <a:lnTo>
                  <a:pt x="361" y="24"/>
                </a:lnTo>
                <a:lnTo>
                  <a:pt x="362" y="24"/>
                </a:lnTo>
                <a:lnTo>
                  <a:pt x="362" y="26"/>
                </a:lnTo>
                <a:lnTo>
                  <a:pt x="363" y="26"/>
                </a:lnTo>
                <a:lnTo>
                  <a:pt x="364" y="28"/>
                </a:lnTo>
                <a:lnTo>
                  <a:pt x="365" y="29"/>
                </a:lnTo>
                <a:lnTo>
                  <a:pt x="367" y="30"/>
                </a:lnTo>
                <a:lnTo>
                  <a:pt x="367" y="31"/>
                </a:lnTo>
                <a:lnTo>
                  <a:pt x="367" y="32"/>
                </a:lnTo>
                <a:lnTo>
                  <a:pt x="369" y="34"/>
                </a:lnTo>
                <a:lnTo>
                  <a:pt x="371" y="36"/>
                </a:lnTo>
                <a:lnTo>
                  <a:pt x="372" y="37"/>
                </a:lnTo>
                <a:lnTo>
                  <a:pt x="374" y="36"/>
                </a:lnTo>
                <a:lnTo>
                  <a:pt x="375" y="35"/>
                </a:lnTo>
                <a:lnTo>
                  <a:pt x="375" y="34"/>
                </a:lnTo>
                <a:lnTo>
                  <a:pt x="374" y="32"/>
                </a:lnTo>
                <a:lnTo>
                  <a:pt x="374" y="31"/>
                </a:lnTo>
                <a:lnTo>
                  <a:pt x="374" y="29"/>
                </a:lnTo>
                <a:lnTo>
                  <a:pt x="375" y="29"/>
                </a:lnTo>
                <a:lnTo>
                  <a:pt x="376" y="29"/>
                </a:lnTo>
                <a:lnTo>
                  <a:pt x="377" y="29"/>
                </a:lnTo>
                <a:lnTo>
                  <a:pt x="377" y="27"/>
                </a:lnTo>
                <a:lnTo>
                  <a:pt x="378" y="27"/>
                </a:lnTo>
                <a:lnTo>
                  <a:pt x="379" y="26"/>
                </a:lnTo>
                <a:lnTo>
                  <a:pt x="380" y="26"/>
                </a:lnTo>
                <a:lnTo>
                  <a:pt x="380" y="25"/>
                </a:lnTo>
                <a:lnTo>
                  <a:pt x="381" y="25"/>
                </a:lnTo>
                <a:lnTo>
                  <a:pt x="382" y="25"/>
                </a:lnTo>
                <a:lnTo>
                  <a:pt x="383" y="25"/>
                </a:lnTo>
                <a:lnTo>
                  <a:pt x="384" y="26"/>
                </a:lnTo>
                <a:lnTo>
                  <a:pt x="386" y="25"/>
                </a:lnTo>
                <a:lnTo>
                  <a:pt x="386" y="24"/>
                </a:lnTo>
                <a:lnTo>
                  <a:pt x="387" y="24"/>
                </a:lnTo>
                <a:lnTo>
                  <a:pt x="388" y="23"/>
                </a:lnTo>
                <a:lnTo>
                  <a:pt x="388" y="22"/>
                </a:lnTo>
                <a:lnTo>
                  <a:pt x="388" y="23"/>
                </a:lnTo>
                <a:lnTo>
                  <a:pt x="388" y="24"/>
                </a:lnTo>
                <a:lnTo>
                  <a:pt x="389" y="24"/>
                </a:lnTo>
                <a:lnTo>
                  <a:pt x="390" y="24"/>
                </a:lnTo>
                <a:lnTo>
                  <a:pt x="391" y="24"/>
                </a:lnTo>
                <a:lnTo>
                  <a:pt x="391" y="23"/>
                </a:lnTo>
                <a:lnTo>
                  <a:pt x="391" y="22"/>
                </a:lnTo>
                <a:lnTo>
                  <a:pt x="390" y="21"/>
                </a:lnTo>
                <a:lnTo>
                  <a:pt x="389" y="21"/>
                </a:lnTo>
                <a:lnTo>
                  <a:pt x="389" y="20"/>
                </a:lnTo>
                <a:lnTo>
                  <a:pt x="389" y="19"/>
                </a:lnTo>
                <a:lnTo>
                  <a:pt x="390" y="17"/>
                </a:lnTo>
                <a:lnTo>
                  <a:pt x="390" y="16"/>
                </a:lnTo>
                <a:lnTo>
                  <a:pt x="391" y="14"/>
                </a:lnTo>
                <a:lnTo>
                  <a:pt x="392" y="13"/>
                </a:lnTo>
                <a:lnTo>
                  <a:pt x="393" y="13"/>
                </a:lnTo>
                <a:lnTo>
                  <a:pt x="394" y="13"/>
                </a:lnTo>
                <a:lnTo>
                  <a:pt x="395" y="13"/>
                </a:lnTo>
                <a:lnTo>
                  <a:pt x="396" y="12"/>
                </a:lnTo>
                <a:lnTo>
                  <a:pt x="396" y="11"/>
                </a:lnTo>
                <a:lnTo>
                  <a:pt x="397" y="11"/>
                </a:lnTo>
                <a:lnTo>
                  <a:pt x="399" y="11"/>
                </a:lnTo>
                <a:lnTo>
                  <a:pt x="400" y="12"/>
                </a:lnTo>
                <a:lnTo>
                  <a:pt x="401" y="12"/>
                </a:lnTo>
                <a:lnTo>
                  <a:pt x="401" y="11"/>
                </a:lnTo>
                <a:lnTo>
                  <a:pt x="402" y="11"/>
                </a:lnTo>
                <a:lnTo>
                  <a:pt x="403" y="11"/>
                </a:lnTo>
                <a:lnTo>
                  <a:pt x="403" y="12"/>
                </a:lnTo>
                <a:lnTo>
                  <a:pt x="403" y="13"/>
                </a:lnTo>
                <a:lnTo>
                  <a:pt x="404" y="13"/>
                </a:lnTo>
                <a:lnTo>
                  <a:pt x="404" y="12"/>
                </a:lnTo>
                <a:lnTo>
                  <a:pt x="404" y="11"/>
                </a:lnTo>
                <a:lnTo>
                  <a:pt x="405" y="11"/>
                </a:lnTo>
                <a:lnTo>
                  <a:pt x="406" y="11"/>
                </a:lnTo>
                <a:lnTo>
                  <a:pt x="405" y="12"/>
                </a:lnTo>
                <a:lnTo>
                  <a:pt x="405" y="13"/>
                </a:lnTo>
                <a:lnTo>
                  <a:pt x="406" y="13"/>
                </a:lnTo>
                <a:lnTo>
                  <a:pt x="407" y="12"/>
                </a:lnTo>
                <a:lnTo>
                  <a:pt x="407" y="11"/>
                </a:lnTo>
                <a:lnTo>
                  <a:pt x="408" y="10"/>
                </a:lnTo>
                <a:lnTo>
                  <a:pt x="409" y="9"/>
                </a:lnTo>
                <a:lnTo>
                  <a:pt x="410" y="7"/>
                </a:lnTo>
                <a:lnTo>
                  <a:pt x="410" y="6"/>
                </a:lnTo>
                <a:lnTo>
                  <a:pt x="410" y="5"/>
                </a:lnTo>
                <a:lnTo>
                  <a:pt x="411" y="5"/>
                </a:lnTo>
                <a:lnTo>
                  <a:pt x="412" y="4"/>
                </a:lnTo>
                <a:lnTo>
                  <a:pt x="412" y="3"/>
                </a:lnTo>
                <a:lnTo>
                  <a:pt x="413" y="3"/>
                </a:lnTo>
                <a:lnTo>
                  <a:pt x="413" y="2"/>
                </a:lnTo>
                <a:lnTo>
                  <a:pt x="414" y="1"/>
                </a:lnTo>
                <a:lnTo>
                  <a:pt x="414" y="0"/>
                </a:lnTo>
                <a:lnTo>
                  <a:pt x="415" y="1"/>
                </a:lnTo>
                <a:lnTo>
                  <a:pt x="416" y="1"/>
                </a:lnTo>
                <a:lnTo>
                  <a:pt x="417" y="1"/>
                </a:lnTo>
                <a:lnTo>
                  <a:pt x="418" y="2"/>
                </a:lnTo>
                <a:lnTo>
                  <a:pt x="419" y="2"/>
                </a:lnTo>
                <a:lnTo>
                  <a:pt x="419" y="3"/>
                </a:lnTo>
                <a:lnTo>
                  <a:pt x="418" y="3"/>
                </a:lnTo>
                <a:lnTo>
                  <a:pt x="418" y="5"/>
                </a:lnTo>
                <a:lnTo>
                  <a:pt x="419" y="5"/>
                </a:lnTo>
                <a:lnTo>
                  <a:pt x="420" y="5"/>
                </a:lnTo>
                <a:lnTo>
                  <a:pt x="421" y="6"/>
                </a:lnTo>
                <a:lnTo>
                  <a:pt x="422" y="6"/>
                </a:lnTo>
                <a:lnTo>
                  <a:pt x="422" y="7"/>
                </a:lnTo>
                <a:lnTo>
                  <a:pt x="422" y="8"/>
                </a:lnTo>
                <a:lnTo>
                  <a:pt x="424" y="10"/>
                </a:lnTo>
                <a:lnTo>
                  <a:pt x="425" y="10"/>
                </a:lnTo>
                <a:lnTo>
                  <a:pt x="427" y="11"/>
                </a:lnTo>
                <a:lnTo>
                  <a:pt x="428" y="12"/>
                </a:lnTo>
                <a:lnTo>
                  <a:pt x="430" y="13"/>
                </a:lnTo>
                <a:lnTo>
                  <a:pt x="431" y="15"/>
                </a:lnTo>
                <a:lnTo>
                  <a:pt x="430" y="15"/>
                </a:lnTo>
                <a:lnTo>
                  <a:pt x="430" y="16"/>
                </a:lnTo>
                <a:lnTo>
                  <a:pt x="430" y="17"/>
                </a:lnTo>
                <a:lnTo>
                  <a:pt x="429" y="18"/>
                </a:lnTo>
                <a:lnTo>
                  <a:pt x="428" y="19"/>
                </a:lnTo>
                <a:lnTo>
                  <a:pt x="427" y="21"/>
                </a:lnTo>
                <a:lnTo>
                  <a:pt x="427" y="22"/>
                </a:lnTo>
                <a:lnTo>
                  <a:pt x="428" y="21"/>
                </a:lnTo>
                <a:lnTo>
                  <a:pt x="429" y="21"/>
                </a:lnTo>
                <a:lnTo>
                  <a:pt x="430" y="21"/>
                </a:lnTo>
                <a:lnTo>
                  <a:pt x="431" y="19"/>
                </a:lnTo>
                <a:lnTo>
                  <a:pt x="431" y="18"/>
                </a:lnTo>
                <a:lnTo>
                  <a:pt x="432" y="17"/>
                </a:lnTo>
                <a:lnTo>
                  <a:pt x="432" y="16"/>
                </a:lnTo>
                <a:lnTo>
                  <a:pt x="433" y="16"/>
                </a:lnTo>
                <a:lnTo>
                  <a:pt x="434" y="16"/>
                </a:lnTo>
                <a:lnTo>
                  <a:pt x="434" y="15"/>
                </a:lnTo>
                <a:lnTo>
                  <a:pt x="435" y="15"/>
                </a:lnTo>
                <a:lnTo>
                  <a:pt x="436" y="15"/>
                </a:lnTo>
                <a:lnTo>
                  <a:pt x="436" y="16"/>
                </a:lnTo>
                <a:lnTo>
                  <a:pt x="435" y="17"/>
                </a:lnTo>
                <a:lnTo>
                  <a:pt x="436" y="17"/>
                </a:lnTo>
                <a:lnTo>
                  <a:pt x="437" y="17"/>
                </a:lnTo>
                <a:lnTo>
                  <a:pt x="438" y="17"/>
                </a:lnTo>
                <a:lnTo>
                  <a:pt x="438" y="18"/>
                </a:lnTo>
                <a:lnTo>
                  <a:pt x="439" y="19"/>
                </a:lnTo>
                <a:lnTo>
                  <a:pt x="440" y="20"/>
                </a:lnTo>
                <a:lnTo>
                  <a:pt x="441" y="20"/>
                </a:lnTo>
                <a:lnTo>
                  <a:pt x="442" y="19"/>
                </a:lnTo>
                <a:lnTo>
                  <a:pt x="442" y="20"/>
                </a:lnTo>
                <a:lnTo>
                  <a:pt x="442" y="22"/>
                </a:lnTo>
                <a:lnTo>
                  <a:pt x="443" y="24"/>
                </a:lnTo>
                <a:lnTo>
                  <a:pt x="444" y="24"/>
                </a:lnTo>
                <a:lnTo>
                  <a:pt x="444" y="25"/>
                </a:lnTo>
                <a:lnTo>
                  <a:pt x="445" y="25"/>
                </a:lnTo>
                <a:lnTo>
                  <a:pt x="445" y="26"/>
                </a:lnTo>
                <a:lnTo>
                  <a:pt x="445" y="27"/>
                </a:lnTo>
                <a:lnTo>
                  <a:pt x="446" y="27"/>
                </a:lnTo>
                <a:lnTo>
                  <a:pt x="447" y="27"/>
                </a:lnTo>
                <a:lnTo>
                  <a:pt x="448" y="26"/>
                </a:lnTo>
                <a:lnTo>
                  <a:pt x="449" y="27"/>
                </a:lnTo>
                <a:lnTo>
                  <a:pt x="450" y="28"/>
                </a:lnTo>
                <a:lnTo>
                  <a:pt x="451" y="28"/>
                </a:lnTo>
                <a:lnTo>
                  <a:pt x="451" y="29"/>
                </a:lnTo>
                <a:lnTo>
                  <a:pt x="451" y="30"/>
                </a:lnTo>
                <a:lnTo>
                  <a:pt x="451" y="32"/>
                </a:lnTo>
                <a:lnTo>
                  <a:pt x="451" y="33"/>
                </a:lnTo>
                <a:lnTo>
                  <a:pt x="452" y="33"/>
                </a:lnTo>
                <a:lnTo>
                  <a:pt x="453" y="33"/>
                </a:lnTo>
                <a:lnTo>
                  <a:pt x="453" y="32"/>
                </a:lnTo>
                <a:lnTo>
                  <a:pt x="453" y="33"/>
                </a:lnTo>
                <a:lnTo>
                  <a:pt x="454" y="33"/>
                </a:lnTo>
                <a:lnTo>
                  <a:pt x="454" y="35"/>
                </a:lnTo>
                <a:lnTo>
                  <a:pt x="454" y="36"/>
                </a:lnTo>
                <a:lnTo>
                  <a:pt x="455" y="36"/>
                </a:lnTo>
                <a:lnTo>
                  <a:pt x="455" y="37"/>
                </a:lnTo>
                <a:lnTo>
                  <a:pt x="455" y="38"/>
                </a:lnTo>
                <a:lnTo>
                  <a:pt x="454" y="38"/>
                </a:lnTo>
                <a:lnTo>
                  <a:pt x="453" y="39"/>
                </a:lnTo>
                <a:lnTo>
                  <a:pt x="452" y="39"/>
                </a:lnTo>
                <a:lnTo>
                  <a:pt x="451" y="39"/>
                </a:lnTo>
                <a:lnTo>
                  <a:pt x="450" y="40"/>
                </a:lnTo>
                <a:lnTo>
                  <a:pt x="447" y="42"/>
                </a:lnTo>
                <a:lnTo>
                  <a:pt x="447" y="43"/>
                </a:lnTo>
                <a:lnTo>
                  <a:pt x="447" y="44"/>
                </a:lnTo>
                <a:lnTo>
                  <a:pt x="448" y="44"/>
                </a:lnTo>
                <a:lnTo>
                  <a:pt x="448" y="45"/>
                </a:lnTo>
                <a:lnTo>
                  <a:pt x="449" y="45"/>
                </a:lnTo>
                <a:lnTo>
                  <a:pt x="450" y="43"/>
                </a:lnTo>
                <a:lnTo>
                  <a:pt x="450" y="42"/>
                </a:lnTo>
                <a:lnTo>
                  <a:pt x="451" y="42"/>
                </a:lnTo>
                <a:lnTo>
                  <a:pt x="453" y="43"/>
                </a:lnTo>
                <a:lnTo>
                  <a:pt x="453" y="44"/>
                </a:lnTo>
                <a:lnTo>
                  <a:pt x="454" y="44"/>
                </a:lnTo>
                <a:lnTo>
                  <a:pt x="456" y="43"/>
                </a:lnTo>
                <a:lnTo>
                  <a:pt x="457" y="43"/>
                </a:lnTo>
                <a:lnTo>
                  <a:pt x="459" y="43"/>
                </a:lnTo>
                <a:lnTo>
                  <a:pt x="460" y="43"/>
                </a:lnTo>
                <a:lnTo>
                  <a:pt x="462" y="44"/>
                </a:lnTo>
                <a:lnTo>
                  <a:pt x="464" y="45"/>
                </a:lnTo>
                <a:lnTo>
                  <a:pt x="464" y="46"/>
                </a:lnTo>
                <a:lnTo>
                  <a:pt x="464" y="47"/>
                </a:lnTo>
                <a:lnTo>
                  <a:pt x="464" y="48"/>
                </a:lnTo>
                <a:lnTo>
                  <a:pt x="464" y="49"/>
                </a:lnTo>
                <a:lnTo>
                  <a:pt x="465" y="49"/>
                </a:lnTo>
                <a:lnTo>
                  <a:pt x="466" y="49"/>
                </a:lnTo>
                <a:lnTo>
                  <a:pt x="466" y="50"/>
                </a:lnTo>
                <a:lnTo>
                  <a:pt x="466" y="51"/>
                </a:lnTo>
                <a:lnTo>
                  <a:pt x="467" y="53"/>
                </a:lnTo>
                <a:lnTo>
                  <a:pt x="468" y="53"/>
                </a:lnTo>
                <a:lnTo>
                  <a:pt x="469" y="53"/>
                </a:lnTo>
                <a:lnTo>
                  <a:pt x="469" y="54"/>
                </a:lnTo>
                <a:lnTo>
                  <a:pt x="469" y="55"/>
                </a:lnTo>
                <a:lnTo>
                  <a:pt x="468" y="55"/>
                </a:lnTo>
                <a:lnTo>
                  <a:pt x="468" y="56"/>
                </a:lnTo>
                <a:lnTo>
                  <a:pt x="469" y="56"/>
                </a:lnTo>
                <a:lnTo>
                  <a:pt x="469" y="57"/>
                </a:lnTo>
                <a:lnTo>
                  <a:pt x="469" y="59"/>
                </a:lnTo>
                <a:lnTo>
                  <a:pt x="468" y="60"/>
                </a:lnTo>
                <a:lnTo>
                  <a:pt x="466" y="61"/>
                </a:lnTo>
                <a:lnTo>
                  <a:pt x="465" y="61"/>
                </a:lnTo>
                <a:lnTo>
                  <a:pt x="465" y="62"/>
                </a:lnTo>
                <a:lnTo>
                  <a:pt x="465" y="63"/>
                </a:lnTo>
                <a:lnTo>
                  <a:pt x="464" y="65"/>
                </a:lnTo>
                <a:lnTo>
                  <a:pt x="465" y="67"/>
                </a:lnTo>
                <a:lnTo>
                  <a:pt x="465" y="68"/>
                </a:lnTo>
                <a:lnTo>
                  <a:pt x="465" y="69"/>
                </a:lnTo>
                <a:lnTo>
                  <a:pt x="465" y="70"/>
                </a:lnTo>
                <a:lnTo>
                  <a:pt x="466" y="71"/>
                </a:lnTo>
                <a:lnTo>
                  <a:pt x="466" y="72"/>
                </a:lnTo>
                <a:lnTo>
                  <a:pt x="465" y="73"/>
                </a:lnTo>
                <a:lnTo>
                  <a:pt x="465" y="74"/>
                </a:lnTo>
                <a:lnTo>
                  <a:pt x="465" y="76"/>
                </a:lnTo>
                <a:lnTo>
                  <a:pt x="466" y="76"/>
                </a:lnTo>
                <a:lnTo>
                  <a:pt x="468" y="76"/>
                </a:lnTo>
                <a:lnTo>
                  <a:pt x="469" y="75"/>
                </a:lnTo>
                <a:lnTo>
                  <a:pt x="469" y="74"/>
                </a:lnTo>
                <a:lnTo>
                  <a:pt x="469" y="73"/>
                </a:lnTo>
                <a:lnTo>
                  <a:pt x="469" y="72"/>
                </a:lnTo>
                <a:lnTo>
                  <a:pt x="470" y="72"/>
                </a:lnTo>
                <a:lnTo>
                  <a:pt x="471" y="72"/>
                </a:lnTo>
                <a:lnTo>
                  <a:pt x="474" y="73"/>
                </a:lnTo>
                <a:lnTo>
                  <a:pt x="473" y="75"/>
                </a:lnTo>
                <a:lnTo>
                  <a:pt x="473" y="76"/>
                </a:lnTo>
                <a:lnTo>
                  <a:pt x="473" y="77"/>
                </a:lnTo>
                <a:lnTo>
                  <a:pt x="472" y="77"/>
                </a:lnTo>
                <a:lnTo>
                  <a:pt x="473" y="81"/>
                </a:lnTo>
                <a:lnTo>
                  <a:pt x="474" y="81"/>
                </a:lnTo>
                <a:lnTo>
                  <a:pt x="475" y="81"/>
                </a:lnTo>
                <a:lnTo>
                  <a:pt x="476" y="81"/>
                </a:lnTo>
                <a:lnTo>
                  <a:pt x="478" y="82"/>
                </a:lnTo>
                <a:lnTo>
                  <a:pt x="479" y="83"/>
                </a:lnTo>
                <a:lnTo>
                  <a:pt x="479" y="84"/>
                </a:lnTo>
                <a:lnTo>
                  <a:pt x="480" y="85"/>
                </a:lnTo>
                <a:lnTo>
                  <a:pt x="480" y="84"/>
                </a:lnTo>
                <a:lnTo>
                  <a:pt x="482" y="84"/>
                </a:lnTo>
                <a:lnTo>
                  <a:pt x="483" y="84"/>
                </a:lnTo>
                <a:lnTo>
                  <a:pt x="484" y="84"/>
                </a:lnTo>
                <a:lnTo>
                  <a:pt x="485" y="84"/>
                </a:lnTo>
                <a:lnTo>
                  <a:pt x="486" y="84"/>
                </a:lnTo>
                <a:lnTo>
                  <a:pt x="487" y="85"/>
                </a:lnTo>
                <a:lnTo>
                  <a:pt x="487" y="86"/>
                </a:lnTo>
                <a:lnTo>
                  <a:pt x="488" y="87"/>
                </a:lnTo>
                <a:lnTo>
                  <a:pt x="489" y="87"/>
                </a:lnTo>
                <a:lnTo>
                  <a:pt x="491" y="88"/>
                </a:lnTo>
                <a:lnTo>
                  <a:pt x="492" y="90"/>
                </a:lnTo>
                <a:lnTo>
                  <a:pt x="492" y="91"/>
                </a:lnTo>
                <a:lnTo>
                  <a:pt x="492" y="92"/>
                </a:lnTo>
                <a:lnTo>
                  <a:pt x="493" y="92"/>
                </a:lnTo>
                <a:lnTo>
                  <a:pt x="493" y="93"/>
                </a:lnTo>
                <a:lnTo>
                  <a:pt x="494" y="93"/>
                </a:lnTo>
                <a:lnTo>
                  <a:pt x="494" y="95"/>
                </a:lnTo>
                <a:lnTo>
                  <a:pt x="494" y="96"/>
                </a:lnTo>
                <a:lnTo>
                  <a:pt x="496" y="98"/>
                </a:lnTo>
                <a:lnTo>
                  <a:pt x="496" y="99"/>
                </a:lnTo>
                <a:lnTo>
                  <a:pt x="496" y="100"/>
                </a:lnTo>
                <a:lnTo>
                  <a:pt x="497" y="100"/>
                </a:lnTo>
                <a:lnTo>
                  <a:pt x="497" y="101"/>
                </a:lnTo>
                <a:lnTo>
                  <a:pt x="498" y="101"/>
                </a:lnTo>
                <a:lnTo>
                  <a:pt x="499" y="101"/>
                </a:lnTo>
                <a:lnTo>
                  <a:pt x="501" y="101"/>
                </a:lnTo>
                <a:lnTo>
                  <a:pt x="502" y="100"/>
                </a:lnTo>
                <a:lnTo>
                  <a:pt x="502" y="98"/>
                </a:lnTo>
                <a:lnTo>
                  <a:pt x="503" y="98"/>
                </a:lnTo>
                <a:lnTo>
                  <a:pt x="503" y="99"/>
                </a:lnTo>
                <a:lnTo>
                  <a:pt x="504" y="99"/>
                </a:lnTo>
                <a:lnTo>
                  <a:pt x="504" y="98"/>
                </a:lnTo>
                <a:lnTo>
                  <a:pt x="504" y="97"/>
                </a:lnTo>
                <a:lnTo>
                  <a:pt x="504" y="96"/>
                </a:lnTo>
                <a:lnTo>
                  <a:pt x="504" y="95"/>
                </a:lnTo>
                <a:lnTo>
                  <a:pt x="505" y="96"/>
                </a:lnTo>
                <a:lnTo>
                  <a:pt x="506" y="98"/>
                </a:lnTo>
                <a:lnTo>
                  <a:pt x="507" y="99"/>
                </a:lnTo>
                <a:lnTo>
                  <a:pt x="506" y="99"/>
                </a:lnTo>
                <a:lnTo>
                  <a:pt x="506" y="100"/>
                </a:lnTo>
                <a:lnTo>
                  <a:pt x="506" y="102"/>
                </a:lnTo>
                <a:lnTo>
                  <a:pt x="506" y="103"/>
                </a:lnTo>
                <a:lnTo>
                  <a:pt x="505" y="104"/>
                </a:lnTo>
                <a:lnTo>
                  <a:pt x="504" y="105"/>
                </a:lnTo>
                <a:lnTo>
                  <a:pt x="502" y="106"/>
                </a:lnTo>
                <a:lnTo>
                  <a:pt x="501" y="105"/>
                </a:lnTo>
                <a:lnTo>
                  <a:pt x="500" y="104"/>
                </a:lnTo>
                <a:lnTo>
                  <a:pt x="499" y="104"/>
                </a:lnTo>
                <a:lnTo>
                  <a:pt x="499" y="105"/>
                </a:lnTo>
                <a:lnTo>
                  <a:pt x="500" y="106"/>
                </a:lnTo>
                <a:lnTo>
                  <a:pt x="501" y="106"/>
                </a:lnTo>
                <a:lnTo>
                  <a:pt x="503" y="106"/>
                </a:lnTo>
                <a:lnTo>
                  <a:pt x="504" y="106"/>
                </a:lnTo>
                <a:lnTo>
                  <a:pt x="505" y="106"/>
                </a:lnTo>
                <a:lnTo>
                  <a:pt x="506" y="107"/>
                </a:lnTo>
                <a:lnTo>
                  <a:pt x="507" y="107"/>
                </a:lnTo>
                <a:lnTo>
                  <a:pt x="507" y="109"/>
                </a:lnTo>
                <a:lnTo>
                  <a:pt x="507" y="110"/>
                </a:lnTo>
                <a:lnTo>
                  <a:pt x="508" y="111"/>
                </a:lnTo>
                <a:lnTo>
                  <a:pt x="508" y="112"/>
                </a:lnTo>
                <a:lnTo>
                  <a:pt x="509" y="112"/>
                </a:lnTo>
                <a:lnTo>
                  <a:pt x="510" y="112"/>
                </a:lnTo>
                <a:lnTo>
                  <a:pt x="510" y="113"/>
                </a:lnTo>
                <a:lnTo>
                  <a:pt x="511" y="113"/>
                </a:lnTo>
                <a:lnTo>
                  <a:pt x="511" y="114"/>
                </a:lnTo>
                <a:lnTo>
                  <a:pt x="512" y="114"/>
                </a:lnTo>
                <a:lnTo>
                  <a:pt x="512" y="115"/>
                </a:lnTo>
                <a:lnTo>
                  <a:pt x="513" y="115"/>
                </a:lnTo>
                <a:lnTo>
                  <a:pt x="514" y="116"/>
                </a:lnTo>
                <a:lnTo>
                  <a:pt x="515" y="116"/>
                </a:lnTo>
                <a:lnTo>
                  <a:pt x="515" y="117"/>
                </a:lnTo>
                <a:lnTo>
                  <a:pt x="516" y="117"/>
                </a:lnTo>
                <a:lnTo>
                  <a:pt x="516" y="118"/>
                </a:lnTo>
                <a:lnTo>
                  <a:pt x="517" y="121"/>
                </a:lnTo>
                <a:lnTo>
                  <a:pt x="518" y="121"/>
                </a:lnTo>
                <a:lnTo>
                  <a:pt x="518" y="122"/>
                </a:lnTo>
                <a:lnTo>
                  <a:pt x="517" y="122"/>
                </a:lnTo>
                <a:lnTo>
                  <a:pt x="517" y="123"/>
                </a:lnTo>
                <a:lnTo>
                  <a:pt x="518" y="124"/>
                </a:lnTo>
                <a:lnTo>
                  <a:pt x="519" y="125"/>
                </a:lnTo>
                <a:lnTo>
                  <a:pt x="519" y="126"/>
                </a:lnTo>
                <a:lnTo>
                  <a:pt x="518" y="126"/>
                </a:lnTo>
                <a:lnTo>
                  <a:pt x="518" y="127"/>
                </a:lnTo>
                <a:lnTo>
                  <a:pt x="519" y="128"/>
                </a:lnTo>
                <a:lnTo>
                  <a:pt x="520" y="128"/>
                </a:lnTo>
                <a:lnTo>
                  <a:pt x="521" y="128"/>
                </a:lnTo>
                <a:lnTo>
                  <a:pt x="522" y="129"/>
                </a:lnTo>
                <a:lnTo>
                  <a:pt x="523" y="130"/>
                </a:lnTo>
                <a:lnTo>
                  <a:pt x="523" y="131"/>
                </a:lnTo>
                <a:lnTo>
                  <a:pt x="524" y="131"/>
                </a:lnTo>
                <a:lnTo>
                  <a:pt x="524" y="132"/>
                </a:lnTo>
                <a:lnTo>
                  <a:pt x="525" y="132"/>
                </a:lnTo>
                <a:lnTo>
                  <a:pt x="526" y="132"/>
                </a:lnTo>
                <a:lnTo>
                  <a:pt x="526" y="133"/>
                </a:lnTo>
                <a:lnTo>
                  <a:pt x="527" y="133"/>
                </a:lnTo>
                <a:lnTo>
                  <a:pt x="527" y="132"/>
                </a:lnTo>
                <a:lnTo>
                  <a:pt x="527" y="131"/>
                </a:lnTo>
                <a:lnTo>
                  <a:pt x="527" y="130"/>
                </a:lnTo>
                <a:lnTo>
                  <a:pt x="528" y="130"/>
                </a:lnTo>
                <a:lnTo>
                  <a:pt x="529" y="131"/>
                </a:lnTo>
                <a:lnTo>
                  <a:pt x="530" y="131"/>
                </a:lnTo>
                <a:lnTo>
                  <a:pt x="530" y="130"/>
                </a:lnTo>
                <a:lnTo>
                  <a:pt x="531" y="128"/>
                </a:lnTo>
                <a:lnTo>
                  <a:pt x="532" y="127"/>
                </a:lnTo>
                <a:lnTo>
                  <a:pt x="532" y="125"/>
                </a:lnTo>
                <a:lnTo>
                  <a:pt x="533" y="125"/>
                </a:lnTo>
                <a:lnTo>
                  <a:pt x="533" y="124"/>
                </a:lnTo>
                <a:lnTo>
                  <a:pt x="534" y="124"/>
                </a:lnTo>
                <a:lnTo>
                  <a:pt x="537" y="124"/>
                </a:lnTo>
                <a:lnTo>
                  <a:pt x="537" y="125"/>
                </a:lnTo>
                <a:lnTo>
                  <a:pt x="536" y="126"/>
                </a:lnTo>
                <a:lnTo>
                  <a:pt x="536" y="127"/>
                </a:lnTo>
                <a:lnTo>
                  <a:pt x="537" y="128"/>
                </a:lnTo>
                <a:lnTo>
                  <a:pt x="538" y="129"/>
                </a:lnTo>
                <a:lnTo>
                  <a:pt x="539" y="129"/>
                </a:lnTo>
                <a:lnTo>
                  <a:pt x="539" y="128"/>
                </a:lnTo>
                <a:lnTo>
                  <a:pt x="539" y="126"/>
                </a:lnTo>
                <a:lnTo>
                  <a:pt x="540" y="126"/>
                </a:lnTo>
                <a:lnTo>
                  <a:pt x="541" y="127"/>
                </a:lnTo>
                <a:lnTo>
                  <a:pt x="543" y="127"/>
                </a:lnTo>
                <a:lnTo>
                  <a:pt x="544" y="127"/>
                </a:lnTo>
                <a:lnTo>
                  <a:pt x="546" y="128"/>
                </a:lnTo>
                <a:lnTo>
                  <a:pt x="546" y="127"/>
                </a:lnTo>
                <a:lnTo>
                  <a:pt x="547" y="127"/>
                </a:lnTo>
                <a:lnTo>
                  <a:pt x="549" y="127"/>
                </a:lnTo>
                <a:lnTo>
                  <a:pt x="550" y="127"/>
                </a:lnTo>
                <a:lnTo>
                  <a:pt x="551" y="129"/>
                </a:lnTo>
                <a:lnTo>
                  <a:pt x="552" y="130"/>
                </a:lnTo>
                <a:lnTo>
                  <a:pt x="553" y="130"/>
                </a:lnTo>
                <a:lnTo>
                  <a:pt x="553" y="131"/>
                </a:lnTo>
                <a:lnTo>
                  <a:pt x="554" y="131"/>
                </a:lnTo>
                <a:lnTo>
                  <a:pt x="554" y="132"/>
                </a:lnTo>
                <a:lnTo>
                  <a:pt x="555" y="133"/>
                </a:lnTo>
                <a:lnTo>
                  <a:pt x="555" y="134"/>
                </a:lnTo>
                <a:lnTo>
                  <a:pt x="557" y="135"/>
                </a:lnTo>
                <a:lnTo>
                  <a:pt x="558" y="136"/>
                </a:lnTo>
                <a:lnTo>
                  <a:pt x="560" y="136"/>
                </a:lnTo>
                <a:lnTo>
                  <a:pt x="561" y="136"/>
                </a:lnTo>
                <a:lnTo>
                  <a:pt x="562" y="137"/>
                </a:lnTo>
                <a:lnTo>
                  <a:pt x="562" y="138"/>
                </a:lnTo>
                <a:lnTo>
                  <a:pt x="562" y="139"/>
                </a:lnTo>
                <a:lnTo>
                  <a:pt x="563" y="139"/>
                </a:lnTo>
                <a:lnTo>
                  <a:pt x="564" y="139"/>
                </a:lnTo>
                <a:lnTo>
                  <a:pt x="565" y="140"/>
                </a:lnTo>
                <a:lnTo>
                  <a:pt x="566" y="140"/>
                </a:lnTo>
                <a:lnTo>
                  <a:pt x="566" y="141"/>
                </a:lnTo>
                <a:lnTo>
                  <a:pt x="567" y="141"/>
                </a:lnTo>
                <a:lnTo>
                  <a:pt x="568" y="140"/>
                </a:lnTo>
                <a:lnTo>
                  <a:pt x="569" y="141"/>
                </a:lnTo>
                <a:lnTo>
                  <a:pt x="570" y="142"/>
                </a:lnTo>
                <a:lnTo>
                  <a:pt x="572" y="142"/>
                </a:lnTo>
                <a:lnTo>
                  <a:pt x="575" y="142"/>
                </a:lnTo>
                <a:lnTo>
                  <a:pt x="575" y="141"/>
                </a:lnTo>
                <a:lnTo>
                  <a:pt x="576" y="141"/>
                </a:lnTo>
                <a:lnTo>
                  <a:pt x="576" y="142"/>
                </a:lnTo>
                <a:lnTo>
                  <a:pt x="575" y="142"/>
                </a:lnTo>
                <a:lnTo>
                  <a:pt x="575" y="143"/>
                </a:lnTo>
                <a:lnTo>
                  <a:pt x="576" y="144"/>
                </a:lnTo>
                <a:lnTo>
                  <a:pt x="576" y="145"/>
                </a:lnTo>
                <a:lnTo>
                  <a:pt x="577" y="146"/>
                </a:lnTo>
                <a:lnTo>
                  <a:pt x="578" y="146"/>
                </a:lnTo>
                <a:lnTo>
                  <a:pt x="579" y="147"/>
                </a:lnTo>
                <a:lnTo>
                  <a:pt x="581" y="147"/>
                </a:lnTo>
                <a:lnTo>
                  <a:pt x="583" y="147"/>
                </a:lnTo>
                <a:lnTo>
                  <a:pt x="584" y="146"/>
                </a:lnTo>
                <a:lnTo>
                  <a:pt x="585" y="146"/>
                </a:lnTo>
                <a:lnTo>
                  <a:pt x="587" y="145"/>
                </a:lnTo>
                <a:lnTo>
                  <a:pt x="588" y="143"/>
                </a:lnTo>
                <a:lnTo>
                  <a:pt x="589" y="143"/>
                </a:lnTo>
                <a:lnTo>
                  <a:pt x="590" y="143"/>
                </a:lnTo>
                <a:lnTo>
                  <a:pt x="591" y="143"/>
                </a:lnTo>
                <a:lnTo>
                  <a:pt x="592" y="144"/>
                </a:lnTo>
                <a:lnTo>
                  <a:pt x="593" y="146"/>
                </a:lnTo>
                <a:lnTo>
                  <a:pt x="594" y="147"/>
                </a:lnTo>
                <a:lnTo>
                  <a:pt x="594" y="148"/>
                </a:lnTo>
                <a:lnTo>
                  <a:pt x="595" y="151"/>
                </a:lnTo>
                <a:lnTo>
                  <a:pt x="595" y="152"/>
                </a:lnTo>
                <a:lnTo>
                  <a:pt x="596" y="152"/>
                </a:lnTo>
                <a:lnTo>
                  <a:pt x="597" y="152"/>
                </a:lnTo>
                <a:lnTo>
                  <a:pt x="598" y="152"/>
                </a:lnTo>
                <a:lnTo>
                  <a:pt x="598" y="153"/>
                </a:lnTo>
                <a:lnTo>
                  <a:pt x="598" y="154"/>
                </a:lnTo>
                <a:lnTo>
                  <a:pt x="598" y="155"/>
                </a:lnTo>
                <a:lnTo>
                  <a:pt x="599" y="155"/>
                </a:lnTo>
                <a:lnTo>
                  <a:pt x="599" y="154"/>
                </a:lnTo>
                <a:lnTo>
                  <a:pt x="600" y="154"/>
                </a:lnTo>
                <a:lnTo>
                  <a:pt x="601" y="154"/>
                </a:lnTo>
                <a:lnTo>
                  <a:pt x="601" y="155"/>
                </a:lnTo>
                <a:lnTo>
                  <a:pt x="601" y="156"/>
                </a:lnTo>
                <a:lnTo>
                  <a:pt x="602" y="156"/>
                </a:lnTo>
                <a:lnTo>
                  <a:pt x="604" y="156"/>
                </a:lnTo>
                <a:lnTo>
                  <a:pt x="604" y="155"/>
                </a:lnTo>
                <a:lnTo>
                  <a:pt x="605" y="154"/>
                </a:lnTo>
                <a:lnTo>
                  <a:pt x="606" y="153"/>
                </a:lnTo>
                <a:lnTo>
                  <a:pt x="606" y="152"/>
                </a:lnTo>
                <a:lnTo>
                  <a:pt x="606" y="151"/>
                </a:lnTo>
                <a:lnTo>
                  <a:pt x="608" y="151"/>
                </a:lnTo>
                <a:lnTo>
                  <a:pt x="610" y="151"/>
                </a:lnTo>
                <a:lnTo>
                  <a:pt x="611" y="152"/>
                </a:lnTo>
                <a:lnTo>
                  <a:pt x="612" y="154"/>
                </a:lnTo>
                <a:lnTo>
                  <a:pt x="611" y="155"/>
                </a:lnTo>
                <a:lnTo>
                  <a:pt x="611" y="156"/>
                </a:lnTo>
                <a:lnTo>
                  <a:pt x="611" y="157"/>
                </a:lnTo>
                <a:lnTo>
                  <a:pt x="611" y="158"/>
                </a:lnTo>
                <a:lnTo>
                  <a:pt x="612" y="158"/>
                </a:lnTo>
                <a:lnTo>
                  <a:pt x="613" y="158"/>
                </a:lnTo>
                <a:lnTo>
                  <a:pt x="614" y="159"/>
                </a:lnTo>
                <a:lnTo>
                  <a:pt x="614" y="160"/>
                </a:lnTo>
                <a:lnTo>
                  <a:pt x="614" y="161"/>
                </a:lnTo>
                <a:lnTo>
                  <a:pt x="614" y="162"/>
                </a:lnTo>
                <a:lnTo>
                  <a:pt x="616" y="162"/>
                </a:lnTo>
                <a:lnTo>
                  <a:pt x="618" y="162"/>
                </a:lnTo>
                <a:lnTo>
                  <a:pt x="618" y="163"/>
                </a:lnTo>
                <a:lnTo>
                  <a:pt x="619" y="164"/>
                </a:lnTo>
                <a:lnTo>
                  <a:pt x="620" y="165"/>
                </a:lnTo>
                <a:lnTo>
                  <a:pt x="621" y="165"/>
                </a:lnTo>
                <a:lnTo>
                  <a:pt x="621" y="166"/>
                </a:lnTo>
                <a:lnTo>
                  <a:pt x="622" y="166"/>
                </a:lnTo>
                <a:lnTo>
                  <a:pt x="622" y="165"/>
                </a:lnTo>
                <a:lnTo>
                  <a:pt x="622" y="164"/>
                </a:lnTo>
                <a:lnTo>
                  <a:pt x="623" y="164"/>
                </a:lnTo>
                <a:lnTo>
                  <a:pt x="623" y="165"/>
                </a:lnTo>
                <a:lnTo>
                  <a:pt x="624" y="166"/>
                </a:lnTo>
                <a:lnTo>
                  <a:pt x="624" y="167"/>
                </a:lnTo>
                <a:lnTo>
                  <a:pt x="625" y="168"/>
                </a:lnTo>
                <a:lnTo>
                  <a:pt x="627" y="170"/>
                </a:lnTo>
                <a:lnTo>
                  <a:pt x="628" y="170"/>
                </a:lnTo>
                <a:lnTo>
                  <a:pt x="628" y="169"/>
                </a:lnTo>
                <a:lnTo>
                  <a:pt x="629" y="168"/>
                </a:lnTo>
                <a:lnTo>
                  <a:pt x="628" y="167"/>
                </a:lnTo>
                <a:lnTo>
                  <a:pt x="628" y="168"/>
                </a:lnTo>
                <a:lnTo>
                  <a:pt x="627" y="168"/>
                </a:lnTo>
                <a:lnTo>
                  <a:pt x="626" y="168"/>
                </a:lnTo>
                <a:lnTo>
                  <a:pt x="626" y="167"/>
                </a:lnTo>
                <a:lnTo>
                  <a:pt x="627" y="167"/>
                </a:lnTo>
                <a:lnTo>
                  <a:pt x="628" y="167"/>
                </a:lnTo>
                <a:lnTo>
                  <a:pt x="628" y="166"/>
                </a:lnTo>
                <a:lnTo>
                  <a:pt x="628" y="165"/>
                </a:lnTo>
                <a:lnTo>
                  <a:pt x="628" y="164"/>
                </a:lnTo>
                <a:lnTo>
                  <a:pt x="627" y="164"/>
                </a:lnTo>
                <a:lnTo>
                  <a:pt x="627" y="165"/>
                </a:lnTo>
                <a:lnTo>
                  <a:pt x="626" y="165"/>
                </a:lnTo>
                <a:lnTo>
                  <a:pt x="626" y="164"/>
                </a:lnTo>
                <a:lnTo>
                  <a:pt x="625" y="164"/>
                </a:lnTo>
                <a:lnTo>
                  <a:pt x="625" y="163"/>
                </a:lnTo>
                <a:lnTo>
                  <a:pt x="626" y="162"/>
                </a:lnTo>
                <a:lnTo>
                  <a:pt x="628" y="162"/>
                </a:lnTo>
                <a:lnTo>
                  <a:pt x="629" y="163"/>
                </a:lnTo>
                <a:lnTo>
                  <a:pt x="630" y="163"/>
                </a:lnTo>
                <a:lnTo>
                  <a:pt x="631" y="165"/>
                </a:lnTo>
                <a:lnTo>
                  <a:pt x="631" y="166"/>
                </a:lnTo>
                <a:lnTo>
                  <a:pt x="630" y="167"/>
                </a:lnTo>
                <a:lnTo>
                  <a:pt x="630" y="168"/>
                </a:lnTo>
                <a:lnTo>
                  <a:pt x="631" y="167"/>
                </a:lnTo>
                <a:lnTo>
                  <a:pt x="632" y="167"/>
                </a:lnTo>
                <a:lnTo>
                  <a:pt x="633" y="167"/>
                </a:lnTo>
                <a:lnTo>
                  <a:pt x="633" y="166"/>
                </a:lnTo>
                <a:lnTo>
                  <a:pt x="634" y="166"/>
                </a:lnTo>
                <a:lnTo>
                  <a:pt x="635" y="166"/>
                </a:lnTo>
                <a:lnTo>
                  <a:pt x="635" y="167"/>
                </a:lnTo>
                <a:lnTo>
                  <a:pt x="635" y="168"/>
                </a:lnTo>
                <a:lnTo>
                  <a:pt x="636" y="168"/>
                </a:lnTo>
                <a:lnTo>
                  <a:pt x="636" y="167"/>
                </a:lnTo>
                <a:lnTo>
                  <a:pt x="636" y="166"/>
                </a:lnTo>
                <a:lnTo>
                  <a:pt x="637" y="166"/>
                </a:lnTo>
                <a:lnTo>
                  <a:pt x="638" y="167"/>
                </a:lnTo>
                <a:lnTo>
                  <a:pt x="639" y="167"/>
                </a:lnTo>
                <a:lnTo>
                  <a:pt x="639" y="166"/>
                </a:lnTo>
                <a:lnTo>
                  <a:pt x="640" y="166"/>
                </a:lnTo>
                <a:lnTo>
                  <a:pt x="640" y="167"/>
                </a:lnTo>
                <a:lnTo>
                  <a:pt x="639" y="167"/>
                </a:lnTo>
                <a:lnTo>
                  <a:pt x="640" y="168"/>
                </a:lnTo>
                <a:lnTo>
                  <a:pt x="641" y="170"/>
                </a:lnTo>
                <a:lnTo>
                  <a:pt x="642" y="170"/>
                </a:lnTo>
                <a:lnTo>
                  <a:pt x="643" y="170"/>
                </a:lnTo>
                <a:lnTo>
                  <a:pt x="644" y="170"/>
                </a:lnTo>
                <a:lnTo>
                  <a:pt x="644" y="171"/>
                </a:lnTo>
                <a:lnTo>
                  <a:pt x="644" y="172"/>
                </a:lnTo>
                <a:lnTo>
                  <a:pt x="645" y="172"/>
                </a:lnTo>
                <a:lnTo>
                  <a:pt x="646" y="172"/>
                </a:lnTo>
                <a:lnTo>
                  <a:pt x="649" y="173"/>
                </a:lnTo>
                <a:lnTo>
                  <a:pt x="649" y="174"/>
                </a:lnTo>
                <a:lnTo>
                  <a:pt x="650" y="174"/>
                </a:lnTo>
                <a:lnTo>
                  <a:pt x="651" y="174"/>
                </a:lnTo>
                <a:lnTo>
                  <a:pt x="652" y="176"/>
                </a:lnTo>
                <a:lnTo>
                  <a:pt x="653" y="177"/>
                </a:lnTo>
                <a:lnTo>
                  <a:pt x="654" y="177"/>
                </a:lnTo>
                <a:lnTo>
                  <a:pt x="654" y="178"/>
                </a:lnTo>
                <a:lnTo>
                  <a:pt x="655" y="178"/>
                </a:lnTo>
                <a:lnTo>
                  <a:pt x="657" y="178"/>
                </a:lnTo>
                <a:lnTo>
                  <a:pt x="657" y="176"/>
                </a:lnTo>
                <a:lnTo>
                  <a:pt x="658" y="175"/>
                </a:lnTo>
                <a:lnTo>
                  <a:pt x="658" y="174"/>
                </a:lnTo>
                <a:lnTo>
                  <a:pt x="659" y="173"/>
                </a:lnTo>
                <a:lnTo>
                  <a:pt x="660" y="173"/>
                </a:lnTo>
                <a:lnTo>
                  <a:pt x="661" y="173"/>
                </a:lnTo>
                <a:lnTo>
                  <a:pt x="661" y="172"/>
                </a:lnTo>
                <a:lnTo>
                  <a:pt x="661" y="171"/>
                </a:lnTo>
                <a:lnTo>
                  <a:pt x="662" y="170"/>
                </a:lnTo>
                <a:lnTo>
                  <a:pt x="662" y="169"/>
                </a:lnTo>
                <a:lnTo>
                  <a:pt x="663" y="169"/>
                </a:lnTo>
                <a:lnTo>
                  <a:pt x="664" y="169"/>
                </a:lnTo>
                <a:lnTo>
                  <a:pt x="665" y="169"/>
                </a:lnTo>
                <a:lnTo>
                  <a:pt x="667" y="169"/>
                </a:lnTo>
                <a:lnTo>
                  <a:pt x="668" y="169"/>
                </a:lnTo>
                <a:lnTo>
                  <a:pt x="668" y="168"/>
                </a:lnTo>
                <a:lnTo>
                  <a:pt x="669" y="168"/>
                </a:lnTo>
                <a:lnTo>
                  <a:pt x="671" y="169"/>
                </a:lnTo>
                <a:lnTo>
                  <a:pt x="672" y="170"/>
                </a:lnTo>
                <a:lnTo>
                  <a:pt x="672" y="171"/>
                </a:lnTo>
                <a:lnTo>
                  <a:pt x="673" y="171"/>
                </a:lnTo>
                <a:lnTo>
                  <a:pt x="675" y="171"/>
                </a:lnTo>
                <a:lnTo>
                  <a:pt x="675" y="172"/>
                </a:lnTo>
                <a:lnTo>
                  <a:pt x="676" y="172"/>
                </a:lnTo>
                <a:lnTo>
                  <a:pt x="676" y="173"/>
                </a:lnTo>
                <a:lnTo>
                  <a:pt x="677" y="173"/>
                </a:lnTo>
                <a:lnTo>
                  <a:pt x="678" y="173"/>
                </a:lnTo>
                <a:lnTo>
                  <a:pt x="678" y="172"/>
                </a:lnTo>
                <a:lnTo>
                  <a:pt x="677" y="172"/>
                </a:lnTo>
                <a:lnTo>
                  <a:pt x="677" y="171"/>
                </a:lnTo>
                <a:lnTo>
                  <a:pt x="677" y="170"/>
                </a:lnTo>
                <a:lnTo>
                  <a:pt x="679" y="168"/>
                </a:lnTo>
                <a:lnTo>
                  <a:pt x="679" y="167"/>
                </a:lnTo>
                <a:lnTo>
                  <a:pt x="680" y="167"/>
                </a:lnTo>
                <a:lnTo>
                  <a:pt x="681" y="167"/>
                </a:lnTo>
                <a:lnTo>
                  <a:pt x="682" y="166"/>
                </a:lnTo>
                <a:lnTo>
                  <a:pt x="682" y="165"/>
                </a:lnTo>
                <a:lnTo>
                  <a:pt x="683" y="165"/>
                </a:lnTo>
                <a:lnTo>
                  <a:pt x="684" y="166"/>
                </a:lnTo>
                <a:lnTo>
                  <a:pt x="685" y="166"/>
                </a:lnTo>
                <a:lnTo>
                  <a:pt x="685" y="165"/>
                </a:lnTo>
                <a:lnTo>
                  <a:pt x="686" y="165"/>
                </a:lnTo>
                <a:lnTo>
                  <a:pt x="687" y="164"/>
                </a:lnTo>
                <a:lnTo>
                  <a:pt x="688" y="164"/>
                </a:lnTo>
                <a:lnTo>
                  <a:pt x="689" y="164"/>
                </a:lnTo>
                <a:lnTo>
                  <a:pt x="690" y="164"/>
                </a:lnTo>
                <a:lnTo>
                  <a:pt x="691" y="165"/>
                </a:lnTo>
                <a:lnTo>
                  <a:pt x="692" y="164"/>
                </a:lnTo>
                <a:lnTo>
                  <a:pt x="692" y="163"/>
                </a:lnTo>
                <a:lnTo>
                  <a:pt x="693" y="163"/>
                </a:lnTo>
                <a:lnTo>
                  <a:pt x="693" y="162"/>
                </a:lnTo>
                <a:lnTo>
                  <a:pt x="693" y="161"/>
                </a:lnTo>
                <a:lnTo>
                  <a:pt x="693" y="160"/>
                </a:lnTo>
                <a:lnTo>
                  <a:pt x="693" y="159"/>
                </a:lnTo>
                <a:lnTo>
                  <a:pt x="694" y="159"/>
                </a:lnTo>
                <a:lnTo>
                  <a:pt x="695" y="160"/>
                </a:lnTo>
                <a:lnTo>
                  <a:pt x="696" y="160"/>
                </a:lnTo>
                <a:lnTo>
                  <a:pt x="697" y="160"/>
                </a:lnTo>
                <a:lnTo>
                  <a:pt x="698" y="161"/>
                </a:lnTo>
                <a:lnTo>
                  <a:pt x="699" y="163"/>
                </a:lnTo>
                <a:lnTo>
                  <a:pt x="700" y="163"/>
                </a:lnTo>
                <a:lnTo>
                  <a:pt x="701" y="163"/>
                </a:lnTo>
                <a:lnTo>
                  <a:pt x="702" y="162"/>
                </a:lnTo>
                <a:lnTo>
                  <a:pt x="704" y="162"/>
                </a:lnTo>
                <a:lnTo>
                  <a:pt x="705" y="163"/>
                </a:lnTo>
                <a:lnTo>
                  <a:pt x="706" y="163"/>
                </a:lnTo>
                <a:lnTo>
                  <a:pt x="707" y="164"/>
                </a:lnTo>
                <a:lnTo>
                  <a:pt x="708" y="165"/>
                </a:lnTo>
                <a:lnTo>
                  <a:pt x="709" y="165"/>
                </a:lnTo>
                <a:lnTo>
                  <a:pt x="710" y="165"/>
                </a:lnTo>
                <a:lnTo>
                  <a:pt x="710" y="164"/>
                </a:lnTo>
                <a:lnTo>
                  <a:pt x="712" y="164"/>
                </a:lnTo>
                <a:lnTo>
                  <a:pt x="713" y="164"/>
                </a:lnTo>
                <a:lnTo>
                  <a:pt x="714" y="164"/>
                </a:lnTo>
                <a:lnTo>
                  <a:pt x="714" y="165"/>
                </a:lnTo>
                <a:lnTo>
                  <a:pt x="714" y="166"/>
                </a:lnTo>
                <a:lnTo>
                  <a:pt x="715" y="165"/>
                </a:lnTo>
                <a:lnTo>
                  <a:pt x="716" y="165"/>
                </a:lnTo>
                <a:lnTo>
                  <a:pt x="717" y="166"/>
                </a:lnTo>
                <a:lnTo>
                  <a:pt x="718" y="167"/>
                </a:lnTo>
                <a:lnTo>
                  <a:pt x="719" y="167"/>
                </a:lnTo>
                <a:lnTo>
                  <a:pt x="720" y="167"/>
                </a:lnTo>
                <a:lnTo>
                  <a:pt x="721" y="167"/>
                </a:lnTo>
                <a:lnTo>
                  <a:pt x="722" y="168"/>
                </a:lnTo>
                <a:lnTo>
                  <a:pt x="722" y="167"/>
                </a:lnTo>
                <a:lnTo>
                  <a:pt x="723" y="167"/>
                </a:lnTo>
                <a:lnTo>
                  <a:pt x="723" y="166"/>
                </a:lnTo>
                <a:lnTo>
                  <a:pt x="723" y="165"/>
                </a:lnTo>
                <a:lnTo>
                  <a:pt x="724" y="165"/>
                </a:lnTo>
                <a:lnTo>
                  <a:pt x="725" y="165"/>
                </a:lnTo>
                <a:lnTo>
                  <a:pt x="725" y="164"/>
                </a:lnTo>
                <a:lnTo>
                  <a:pt x="726" y="164"/>
                </a:lnTo>
                <a:lnTo>
                  <a:pt x="726" y="165"/>
                </a:lnTo>
                <a:lnTo>
                  <a:pt x="727" y="166"/>
                </a:lnTo>
                <a:lnTo>
                  <a:pt x="726" y="166"/>
                </a:lnTo>
                <a:lnTo>
                  <a:pt x="726" y="167"/>
                </a:lnTo>
                <a:lnTo>
                  <a:pt x="726" y="168"/>
                </a:lnTo>
                <a:lnTo>
                  <a:pt x="727" y="168"/>
                </a:lnTo>
                <a:lnTo>
                  <a:pt x="729" y="169"/>
                </a:lnTo>
                <a:lnTo>
                  <a:pt x="730" y="169"/>
                </a:lnTo>
                <a:lnTo>
                  <a:pt x="731" y="169"/>
                </a:lnTo>
                <a:lnTo>
                  <a:pt x="732" y="168"/>
                </a:lnTo>
                <a:lnTo>
                  <a:pt x="733" y="168"/>
                </a:lnTo>
                <a:lnTo>
                  <a:pt x="732" y="168"/>
                </a:lnTo>
                <a:lnTo>
                  <a:pt x="732" y="167"/>
                </a:lnTo>
                <a:lnTo>
                  <a:pt x="733" y="166"/>
                </a:lnTo>
                <a:lnTo>
                  <a:pt x="733" y="165"/>
                </a:lnTo>
                <a:lnTo>
                  <a:pt x="734" y="165"/>
                </a:lnTo>
                <a:lnTo>
                  <a:pt x="734" y="166"/>
                </a:lnTo>
                <a:lnTo>
                  <a:pt x="736" y="166"/>
                </a:lnTo>
                <a:lnTo>
                  <a:pt x="737" y="165"/>
                </a:lnTo>
                <a:lnTo>
                  <a:pt x="737" y="164"/>
                </a:lnTo>
                <a:lnTo>
                  <a:pt x="738" y="163"/>
                </a:lnTo>
                <a:lnTo>
                  <a:pt x="739" y="163"/>
                </a:lnTo>
                <a:lnTo>
                  <a:pt x="739" y="162"/>
                </a:lnTo>
                <a:lnTo>
                  <a:pt x="740" y="163"/>
                </a:lnTo>
                <a:lnTo>
                  <a:pt x="742" y="162"/>
                </a:lnTo>
                <a:lnTo>
                  <a:pt x="743" y="161"/>
                </a:lnTo>
                <a:lnTo>
                  <a:pt x="744" y="161"/>
                </a:lnTo>
                <a:lnTo>
                  <a:pt x="744" y="160"/>
                </a:lnTo>
                <a:lnTo>
                  <a:pt x="745" y="159"/>
                </a:lnTo>
                <a:lnTo>
                  <a:pt x="746" y="159"/>
                </a:lnTo>
                <a:lnTo>
                  <a:pt x="747" y="158"/>
                </a:lnTo>
                <a:lnTo>
                  <a:pt x="747" y="157"/>
                </a:lnTo>
                <a:lnTo>
                  <a:pt x="748" y="157"/>
                </a:lnTo>
                <a:lnTo>
                  <a:pt x="748" y="156"/>
                </a:lnTo>
                <a:lnTo>
                  <a:pt x="749" y="156"/>
                </a:lnTo>
                <a:lnTo>
                  <a:pt x="749" y="157"/>
                </a:lnTo>
                <a:lnTo>
                  <a:pt x="750" y="157"/>
                </a:lnTo>
                <a:lnTo>
                  <a:pt x="750" y="159"/>
                </a:lnTo>
                <a:lnTo>
                  <a:pt x="750" y="160"/>
                </a:lnTo>
                <a:lnTo>
                  <a:pt x="751" y="160"/>
                </a:lnTo>
                <a:lnTo>
                  <a:pt x="752" y="160"/>
                </a:lnTo>
                <a:lnTo>
                  <a:pt x="753" y="160"/>
                </a:lnTo>
                <a:lnTo>
                  <a:pt x="753" y="159"/>
                </a:lnTo>
                <a:lnTo>
                  <a:pt x="752" y="159"/>
                </a:lnTo>
                <a:lnTo>
                  <a:pt x="752" y="158"/>
                </a:lnTo>
                <a:lnTo>
                  <a:pt x="752" y="157"/>
                </a:lnTo>
                <a:lnTo>
                  <a:pt x="754" y="156"/>
                </a:lnTo>
                <a:lnTo>
                  <a:pt x="755" y="156"/>
                </a:lnTo>
                <a:lnTo>
                  <a:pt x="756" y="157"/>
                </a:lnTo>
                <a:lnTo>
                  <a:pt x="758" y="157"/>
                </a:lnTo>
                <a:lnTo>
                  <a:pt x="759" y="158"/>
                </a:lnTo>
                <a:lnTo>
                  <a:pt x="760" y="158"/>
                </a:lnTo>
                <a:lnTo>
                  <a:pt x="761" y="158"/>
                </a:lnTo>
                <a:lnTo>
                  <a:pt x="762" y="158"/>
                </a:lnTo>
                <a:lnTo>
                  <a:pt x="763" y="158"/>
                </a:lnTo>
                <a:lnTo>
                  <a:pt x="763" y="157"/>
                </a:lnTo>
                <a:lnTo>
                  <a:pt x="763" y="156"/>
                </a:lnTo>
                <a:lnTo>
                  <a:pt x="765" y="156"/>
                </a:lnTo>
                <a:lnTo>
                  <a:pt x="765" y="157"/>
                </a:lnTo>
                <a:lnTo>
                  <a:pt x="765" y="158"/>
                </a:lnTo>
                <a:lnTo>
                  <a:pt x="765" y="159"/>
                </a:lnTo>
                <a:lnTo>
                  <a:pt x="765" y="160"/>
                </a:lnTo>
                <a:lnTo>
                  <a:pt x="766" y="160"/>
                </a:lnTo>
                <a:lnTo>
                  <a:pt x="767" y="160"/>
                </a:lnTo>
                <a:lnTo>
                  <a:pt x="768" y="161"/>
                </a:lnTo>
                <a:lnTo>
                  <a:pt x="769" y="161"/>
                </a:lnTo>
                <a:lnTo>
                  <a:pt x="769" y="160"/>
                </a:lnTo>
                <a:lnTo>
                  <a:pt x="770" y="160"/>
                </a:lnTo>
                <a:lnTo>
                  <a:pt x="770" y="158"/>
                </a:lnTo>
                <a:lnTo>
                  <a:pt x="770" y="156"/>
                </a:lnTo>
                <a:lnTo>
                  <a:pt x="770" y="155"/>
                </a:lnTo>
                <a:lnTo>
                  <a:pt x="770" y="154"/>
                </a:lnTo>
                <a:lnTo>
                  <a:pt x="769" y="154"/>
                </a:lnTo>
                <a:lnTo>
                  <a:pt x="769" y="153"/>
                </a:lnTo>
                <a:lnTo>
                  <a:pt x="769" y="152"/>
                </a:lnTo>
                <a:lnTo>
                  <a:pt x="770" y="151"/>
                </a:lnTo>
                <a:lnTo>
                  <a:pt x="770" y="150"/>
                </a:lnTo>
                <a:lnTo>
                  <a:pt x="771" y="150"/>
                </a:lnTo>
                <a:lnTo>
                  <a:pt x="772" y="150"/>
                </a:lnTo>
                <a:lnTo>
                  <a:pt x="773" y="150"/>
                </a:lnTo>
                <a:lnTo>
                  <a:pt x="774" y="149"/>
                </a:lnTo>
                <a:lnTo>
                  <a:pt x="775" y="148"/>
                </a:lnTo>
                <a:lnTo>
                  <a:pt x="776" y="149"/>
                </a:lnTo>
                <a:lnTo>
                  <a:pt x="777" y="149"/>
                </a:lnTo>
                <a:lnTo>
                  <a:pt x="778" y="149"/>
                </a:lnTo>
                <a:lnTo>
                  <a:pt x="780" y="151"/>
                </a:lnTo>
                <a:lnTo>
                  <a:pt x="780" y="152"/>
                </a:lnTo>
                <a:lnTo>
                  <a:pt x="782" y="153"/>
                </a:lnTo>
                <a:lnTo>
                  <a:pt x="784" y="154"/>
                </a:lnTo>
                <a:lnTo>
                  <a:pt x="785" y="154"/>
                </a:lnTo>
                <a:lnTo>
                  <a:pt x="785" y="153"/>
                </a:lnTo>
                <a:lnTo>
                  <a:pt x="786" y="153"/>
                </a:lnTo>
                <a:lnTo>
                  <a:pt x="787" y="153"/>
                </a:lnTo>
                <a:lnTo>
                  <a:pt x="789" y="153"/>
                </a:lnTo>
                <a:lnTo>
                  <a:pt x="790" y="154"/>
                </a:lnTo>
                <a:lnTo>
                  <a:pt x="790" y="155"/>
                </a:lnTo>
                <a:lnTo>
                  <a:pt x="790" y="156"/>
                </a:lnTo>
                <a:lnTo>
                  <a:pt x="791" y="157"/>
                </a:lnTo>
                <a:lnTo>
                  <a:pt x="792" y="157"/>
                </a:lnTo>
                <a:lnTo>
                  <a:pt x="795" y="156"/>
                </a:lnTo>
                <a:lnTo>
                  <a:pt x="796" y="156"/>
                </a:lnTo>
                <a:lnTo>
                  <a:pt x="797" y="156"/>
                </a:lnTo>
                <a:lnTo>
                  <a:pt x="797" y="155"/>
                </a:lnTo>
                <a:lnTo>
                  <a:pt x="797" y="153"/>
                </a:lnTo>
                <a:lnTo>
                  <a:pt x="797" y="152"/>
                </a:lnTo>
                <a:lnTo>
                  <a:pt x="798" y="151"/>
                </a:lnTo>
                <a:lnTo>
                  <a:pt x="797" y="150"/>
                </a:lnTo>
                <a:lnTo>
                  <a:pt x="797" y="149"/>
                </a:lnTo>
                <a:lnTo>
                  <a:pt x="798" y="149"/>
                </a:lnTo>
                <a:lnTo>
                  <a:pt x="798" y="148"/>
                </a:lnTo>
                <a:lnTo>
                  <a:pt x="798" y="147"/>
                </a:lnTo>
                <a:lnTo>
                  <a:pt x="799" y="147"/>
                </a:lnTo>
                <a:lnTo>
                  <a:pt x="800" y="147"/>
                </a:lnTo>
                <a:lnTo>
                  <a:pt x="802" y="147"/>
                </a:lnTo>
                <a:lnTo>
                  <a:pt x="802" y="146"/>
                </a:lnTo>
                <a:lnTo>
                  <a:pt x="804" y="144"/>
                </a:lnTo>
                <a:lnTo>
                  <a:pt x="805" y="144"/>
                </a:lnTo>
                <a:lnTo>
                  <a:pt x="806" y="144"/>
                </a:lnTo>
                <a:lnTo>
                  <a:pt x="807" y="145"/>
                </a:lnTo>
                <a:lnTo>
                  <a:pt x="808" y="145"/>
                </a:lnTo>
                <a:lnTo>
                  <a:pt x="809" y="146"/>
                </a:lnTo>
                <a:lnTo>
                  <a:pt x="809" y="147"/>
                </a:lnTo>
                <a:lnTo>
                  <a:pt x="810" y="149"/>
                </a:lnTo>
                <a:lnTo>
                  <a:pt x="811" y="149"/>
                </a:lnTo>
                <a:lnTo>
                  <a:pt x="813" y="151"/>
                </a:lnTo>
                <a:lnTo>
                  <a:pt x="814" y="152"/>
                </a:lnTo>
                <a:lnTo>
                  <a:pt x="816" y="152"/>
                </a:lnTo>
                <a:lnTo>
                  <a:pt x="816" y="153"/>
                </a:lnTo>
                <a:lnTo>
                  <a:pt x="817" y="153"/>
                </a:lnTo>
                <a:lnTo>
                  <a:pt x="817" y="154"/>
                </a:lnTo>
                <a:lnTo>
                  <a:pt x="818" y="154"/>
                </a:lnTo>
                <a:lnTo>
                  <a:pt x="819" y="155"/>
                </a:lnTo>
                <a:lnTo>
                  <a:pt x="820" y="155"/>
                </a:lnTo>
                <a:lnTo>
                  <a:pt x="821" y="156"/>
                </a:lnTo>
                <a:lnTo>
                  <a:pt x="821" y="157"/>
                </a:lnTo>
                <a:lnTo>
                  <a:pt x="821" y="158"/>
                </a:lnTo>
                <a:lnTo>
                  <a:pt x="822" y="159"/>
                </a:lnTo>
                <a:lnTo>
                  <a:pt x="824" y="160"/>
                </a:lnTo>
                <a:lnTo>
                  <a:pt x="825" y="160"/>
                </a:lnTo>
                <a:lnTo>
                  <a:pt x="826" y="160"/>
                </a:lnTo>
                <a:lnTo>
                  <a:pt x="827" y="161"/>
                </a:lnTo>
                <a:lnTo>
                  <a:pt x="828" y="161"/>
                </a:lnTo>
                <a:lnTo>
                  <a:pt x="828" y="162"/>
                </a:lnTo>
                <a:lnTo>
                  <a:pt x="827" y="163"/>
                </a:lnTo>
                <a:lnTo>
                  <a:pt x="826" y="164"/>
                </a:lnTo>
                <a:lnTo>
                  <a:pt x="826" y="166"/>
                </a:lnTo>
                <a:lnTo>
                  <a:pt x="827" y="166"/>
                </a:lnTo>
                <a:lnTo>
                  <a:pt x="828" y="166"/>
                </a:lnTo>
                <a:lnTo>
                  <a:pt x="829" y="166"/>
                </a:lnTo>
                <a:lnTo>
                  <a:pt x="829" y="167"/>
                </a:lnTo>
                <a:lnTo>
                  <a:pt x="830" y="169"/>
                </a:lnTo>
                <a:lnTo>
                  <a:pt x="831" y="169"/>
                </a:lnTo>
                <a:lnTo>
                  <a:pt x="831" y="170"/>
                </a:lnTo>
                <a:lnTo>
                  <a:pt x="832" y="170"/>
                </a:lnTo>
                <a:lnTo>
                  <a:pt x="833" y="171"/>
                </a:lnTo>
                <a:lnTo>
                  <a:pt x="833" y="170"/>
                </a:lnTo>
                <a:lnTo>
                  <a:pt x="834" y="170"/>
                </a:lnTo>
                <a:lnTo>
                  <a:pt x="835" y="170"/>
                </a:lnTo>
                <a:lnTo>
                  <a:pt x="835" y="169"/>
                </a:lnTo>
                <a:lnTo>
                  <a:pt x="836" y="170"/>
                </a:lnTo>
                <a:lnTo>
                  <a:pt x="837" y="170"/>
                </a:lnTo>
                <a:lnTo>
                  <a:pt x="838" y="170"/>
                </a:lnTo>
                <a:lnTo>
                  <a:pt x="839" y="170"/>
                </a:lnTo>
                <a:lnTo>
                  <a:pt x="839" y="171"/>
                </a:lnTo>
                <a:lnTo>
                  <a:pt x="840" y="171"/>
                </a:lnTo>
                <a:lnTo>
                  <a:pt x="840" y="172"/>
                </a:lnTo>
                <a:lnTo>
                  <a:pt x="839" y="172"/>
                </a:lnTo>
                <a:lnTo>
                  <a:pt x="840" y="173"/>
                </a:lnTo>
                <a:lnTo>
                  <a:pt x="841" y="173"/>
                </a:lnTo>
                <a:lnTo>
                  <a:pt x="842" y="173"/>
                </a:lnTo>
                <a:lnTo>
                  <a:pt x="843" y="173"/>
                </a:lnTo>
                <a:lnTo>
                  <a:pt x="843" y="174"/>
                </a:lnTo>
                <a:lnTo>
                  <a:pt x="844" y="175"/>
                </a:lnTo>
                <a:lnTo>
                  <a:pt x="845" y="175"/>
                </a:lnTo>
                <a:lnTo>
                  <a:pt x="847" y="173"/>
                </a:lnTo>
                <a:lnTo>
                  <a:pt x="848" y="172"/>
                </a:lnTo>
                <a:lnTo>
                  <a:pt x="850" y="170"/>
                </a:lnTo>
                <a:lnTo>
                  <a:pt x="851" y="170"/>
                </a:lnTo>
                <a:lnTo>
                  <a:pt x="851" y="169"/>
                </a:lnTo>
                <a:lnTo>
                  <a:pt x="851" y="168"/>
                </a:lnTo>
                <a:lnTo>
                  <a:pt x="852" y="168"/>
                </a:lnTo>
                <a:lnTo>
                  <a:pt x="853" y="168"/>
                </a:lnTo>
                <a:lnTo>
                  <a:pt x="855" y="167"/>
                </a:lnTo>
                <a:lnTo>
                  <a:pt x="855" y="166"/>
                </a:lnTo>
                <a:lnTo>
                  <a:pt x="856" y="166"/>
                </a:lnTo>
                <a:lnTo>
                  <a:pt x="858" y="164"/>
                </a:lnTo>
                <a:lnTo>
                  <a:pt x="859" y="164"/>
                </a:lnTo>
                <a:lnTo>
                  <a:pt x="860" y="162"/>
                </a:lnTo>
                <a:lnTo>
                  <a:pt x="861" y="162"/>
                </a:lnTo>
                <a:lnTo>
                  <a:pt x="861" y="161"/>
                </a:lnTo>
                <a:lnTo>
                  <a:pt x="862" y="161"/>
                </a:lnTo>
                <a:lnTo>
                  <a:pt x="863" y="161"/>
                </a:lnTo>
                <a:lnTo>
                  <a:pt x="865" y="161"/>
                </a:lnTo>
                <a:lnTo>
                  <a:pt x="865" y="163"/>
                </a:lnTo>
                <a:lnTo>
                  <a:pt x="865" y="164"/>
                </a:lnTo>
                <a:lnTo>
                  <a:pt x="865" y="165"/>
                </a:lnTo>
                <a:lnTo>
                  <a:pt x="866" y="166"/>
                </a:lnTo>
                <a:lnTo>
                  <a:pt x="868" y="166"/>
                </a:lnTo>
                <a:lnTo>
                  <a:pt x="869" y="166"/>
                </a:lnTo>
                <a:lnTo>
                  <a:pt x="870" y="166"/>
                </a:lnTo>
                <a:lnTo>
                  <a:pt x="868" y="165"/>
                </a:lnTo>
                <a:lnTo>
                  <a:pt x="867" y="165"/>
                </a:lnTo>
                <a:lnTo>
                  <a:pt x="867" y="164"/>
                </a:lnTo>
                <a:lnTo>
                  <a:pt x="867" y="162"/>
                </a:lnTo>
                <a:lnTo>
                  <a:pt x="866" y="161"/>
                </a:lnTo>
                <a:lnTo>
                  <a:pt x="866" y="160"/>
                </a:lnTo>
                <a:lnTo>
                  <a:pt x="867" y="158"/>
                </a:lnTo>
                <a:lnTo>
                  <a:pt x="868" y="158"/>
                </a:lnTo>
                <a:lnTo>
                  <a:pt x="869" y="158"/>
                </a:lnTo>
                <a:lnTo>
                  <a:pt x="870" y="158"/>
                </a:lnTo>
                <a:lnTo>
                  <a:pt x="871" y="157"/>
                </a:lnTo>
                <a:lnTo>
                  <a:pt x="871" y="156"/>
                </a:lnTo>
                <a:lnTo>
                  <a:pt x="872" y="156"/>
                </a:lnTo>
                <a:lnTo>
                  <a:pt x="872" y="155"/>
                </a:lnTo>
                <a:lnTo>
                  <a:pt x="874" y="155"/>
                </a:lnTo>
                <a:lnTo>
                  <a:pt x="874" y="154"/>
                </a:lnTo>
                <a:lnTo>
                  <a:pt x="873" y="154"/>
                </a:lnTo>
                <a:lnTo>
                  <a:pt x="872" y="154"/>
                </a:lnTo>
                <a:lnTo>
                  <a:pt x="871" y="153"/>
                </a:lnTo>
                <a:lnTo>
                  <a:pt x="872" y="153"/>
                </a:lnTo>
                <a:lnTo>
                  <a:pt x="872" y="152"/>
                </a:lnTo>
                <a:lnTo>
                  <a:pt x="873" y="152"/>
                </a:lnTo>
                <a:lnTo>
                  <a:pt x="874" y="153"/>
                </a:lnTo>
                <a:lnTo>
                  <a:pt x="875" y="154"/>
                </a:lnTo>
                <a:lnTo>
                  <a:pt x="876" y="154"/>
                </a:lnTo>
                <a:lnTo>
                  <a:pt x="877" y="153"/>
                </a:lnTo>
                <a:lnTo>
                  <a:pt x="877" y="152"/>
                </a:lnTo>
                <a:lnTo>
                  <a:pt x="877" y="151"/>
                </a:lnTo>
                <a:lnTo>
                  <a:pt x="877" y="150"/>
                </a:lnTo>
                <a:lnTo>
                  <a:pt x="878" y="148"/>
                </a:lnTo>
                <a:lnTo>
                  <a:pt x="879" y="147"/>
                </a:lnTo>
                <a:lnTo>
                  <a:pt x="880" y="144"/>
                </a:lnTo>
                <a:lnTo>
                  <a:pt x="881" y="142"/>
                </a:lnTo>
                <a:lnTo>
                  <a:pt x="882" y="142"/>
                </a:lnTo>
                <a:lnTo>
                  <a:pt x="883" y="141"/>
                </a:lnTo>
                <a:lnTo>
                  <a:pt x="883" y="140"/>
                </a:lnTo>
                <a:lnTo>
                  <a:pt x="884" y="141"/>
                </a:lnTo>
                <a:lnTo>
                  <a:pt x="885" y="140"/>
                </a:lnTo>
                <a:lnTo>
                  <a:pt x="886" y="140"/>
                </a:lnTo>
                <a:lnTo>
                  <a:pt x="887" y="140"/>
                </a:lnTo>
                <a:lnTo>
                  <a:pt x="889" y="139"/>
                </a:lnTo>
                <a:lnTo>
                  <a:pt x="889" y="140"/>
                </a:lnTo>
                <a:lnTo>
                  <a:pt x="890" y="140"/>
                </a:lnTo>
                <a:lnTo>
                  <a:pt x="890" y="141"/>
                </a:lnTo>
                <a:lnTo>
                  <a:pt x="890" y="142"/>
                </a:lnTo>
                <a:lnTo>
                  <a:pt x="891" y="141"/>
                </a:lnTo>
                <a:lnTo>
                  <a:pt x="892" y="140"/>
                </a:lnTo>
                <a:lnTo>
                  <a:pt x="893" y="140"/>
                </a:lnTo>
                <a:lnTo>
                  <a:pt x="895" y="141"/>
                </a:lnTo>
                <a:lnTo>
                  <a:pt x="895" y="142"/>
                </a:lnTo>
                <a:lnTo>
                  <a:pt x="896" y="143"/>
                </a:lnTo>
                <a:lnTo>
                  <a:pt x="895" y="144"/>
                </a:lnTo>
                <a:lnTo>
                  <a:pt x="896" y="145"/>
                </a:lnTo>
                <a:lnTo>
                  <a:pt x="897" y="145"/>
                </a:lnTo>
                <a:lnTo>
                  <a:pt x="898" y="145"/>
                </a:lnTo>
                <a:lnTo>
                  <a:pt x="898" y="146"/>
                </a:lnTo>
                <a:lnTo>
                  <a:pt x="898" y="147"/>
                </a:lnTo>
                <a:lnTo>
                  <a:pt x="898" y="148"/>
                </a:lnTo>
                <a:lnTo>
                  <a:pt x="897" y="148"/>
                </a:lnTo>
                <a:lnTo>
                  <a:pt x="897" y="150"/>
                </a:lnTo>
                <a:lnTo>
                  <a:pt x="898" y="150"/>
                </a:lnTo>
                <a:lnTo>
                  <a:pt x="898" y="151"/>
                </a:lnTo>
                <a:lnTo>
                  <a:pt x="899" y="151"/>
                </a:lnTo>
                <a:lnTo>
                  <a:pt x="900" y="151"/>
                </a:lnTo>
                <a:lnTo>
                  <a:pt x="900" y="150"/>
                </a:lnTo>
                <a:lnTo>
                  <a:pt x="900" y="149"/>
                </a:lnTo>
                <a:lnTo>
                  <a:pt x="901" y="149"/>
                </a:lnTo>
                <a:lnTo>
                  <a:pt x="902" y="149"/>
                </a:lnTo>
                <a:lnTo>
                  <a:pt x="902" y="150"/>
                </a:lnTo>
                <a:lnTo>
                  <a:pt x="902" y="151"/>
                </a:lnTo>
                <a:lnTo>
                  <a:pt x="902" y="152"/>
                </a:lnTo>
                <a:lnTo>
                  <a:pt x="901" y="153"/>
                </a:lnTo>
                <a:lnTo>
                  <a:pt x="900" y="153"/>
                </a:lnTo>
                <a:lnTo>
                  <a:pt x="899" y="154"/>
                </a:lnTo>
                <a:lnTo>
                  <a:pt x="899" y="157"/>
                </a:lnTo>
                <a:lnTo>
                  <a:pt x="900" y="158"/>
                </a:lnTo>
                <a:lnTo>
                  <a:pt x="901" y="159"/>
                </a:lnTo>
                <a:lnTo>
                  <a:pt x="902" y="159"/>
                </a:lnTo>
                <a:lnTo>
                  <a:pt x="902" y="160"/>
                </a:lnTo>
                <a:lnTo>
                  <a:pt x="902" y="161"/>
                </a:lnTo>
                <a:lnTo>
                  <a:pt x="903" y="161"/>
                </a:lnTo>
                <a:lnTo>
                  <a:pt x="903" y="162"/>
                </a:lnTo>
                <a:lnTo>
                  <a:pt x="903" y="163"/>
                </a:lnTo>
                <a:lnTo>
                  <a:pt x="902" y="164"/>
                </a:lnTo>
                <a:lnTo>
                  <a:pt x="900" y="165"/>
                </a:lnTo>
                <a:lnTo>
                  <a:pt x="899" y="165"/>
                </a:lnTo>
                <a:lnTo>
                  <a:pt x="899" y="167"/>
                </a:lnTo>
                <a:lnTo>
                  <a:pt x="899" y="168"/>
                </a:lnTo>
                <a:lnTo>
                  <a:pt x="899" y="169"/>
                </a:lnTo>
                <a:lnTo>
                  <a:pt x="900" y="169"/>
                </a:lnTo>
                <a:lnTo>
                  <a:pt x="900" y="170"/>
                </a:lnTo>
                <a:lnTo>
                  <a:pt x="900" y="171"/>
                </a:lnTo>
                <a:lnTo>
                  <a:pt x="900" y="172"/>
                </a:lnTo>
                <a:lnTo>
                  <a:pt x="899" y="172"/>
                </a:lnTo>
                <a:lnTo>
                  <a:pt x="898" y="172"/>
                </a:lnTo>
                <a:lnTo>
                  <a:pt x="898" y="173"/>
                </a:lnTo>
                <a:lnTo>
                  <a:pt x="899" y="175"/>
                </a:lnTo>
                <a:lnTo>
                  <a:pt x="899" y="176"/>
                </a:lnTo>
                <a:lnTo>
                  <a:pt x="900" y="176"/>
                </a:lnTo>
                <a:lnTo>
                  <a:pt x="900" y="177"/>
                </a:lnTo>
                <a:lnTo>
                  <a:pt x="901" y="177"/>
                </a:lnTo>
                <a:lnTo>
                  <a:pt x="901" y="178"/>
                </a:lnTo>
                <a:lnTo>
                  <a:pt x="901" y="179"/>
                </a:lnTo>
                <a:lnTo>
                  <a:pt x="901" y="181"/>
                </a:lnTo>
                <a:lnTo>
                  <a:pt x="902" y="181"/>
                </a:lnTo>
                <a:lnTo>
                  <a:pt x="904" y="183"/>
                </a:lnTo>
                <a:lnTo>
                  <a:pt x="905" y="183"/>
                </a:lnTo>
                <a:lnTo>
                  <a:pt x="906" y="182"/>
                </a:lnTo>
                <a:lnTo>
                  <a:pt x="906" y="183"/>
                </a:lnTo>
                <a:lnTo>
                  <a:pt x="907" y="185"/>
                </a:lnTo>
                <a:lnTo>
                  <a:pt x="907" y="186"/>
                </a:lnTo>
                <a:lnTo>
                  <a:pt x="907" y="187"/>
                </a:lnTo>
                <a:lnTo>
                  <a:pt x="906" y="188"/>
                </a:lnTo>
                <a:lnTo>
                  <a:pt x="905" y="190"/>
                </a:lnTo>
                <a:lnTo>
                  <a:pt x="905" y="191"/>
                </a:lnTo>
                <a:lnTo>
                  <a:pt x="904" y="193"/>
                </a:lnTo>
                <a:lnTo>
                  <a:pt x="905" y="194"/>
                </a:lnTo>
                <a:lnTo>
                  <a:pt x="905" y="195"/>
                </a:lnTo>
                <a:lnTo>
                  <a:pt x="905" y="198"/>
                </a:lnTo>
                <a:lnTo>
                  <a:pt x="904" y="200"/>
                </a:lnTo>
                <a:lnTo>
                  <a:pt x="902" y="202"/>
                </a:lnTo>
                <a:lnTo>
                  <a:pt x="902" y="203"/>
                </a:lnTo>
                <a:lnTo>
                  <a:pt x="901" y="202"/>
                </a:lnTo>
                <a:lnTo>
                  <a:pt x="901" y="201"/>
                </a:lnTo>
                <a:lnTo>
                  <a:pt x="900" y="201"/>
                </a:lnTo>
                <a:lnTo>
                  <a:pt x="899" y="200"/>
                </a:lnTo>
                <a:lnTo>
                  <a:pt x="898" y="200"/>
                </a:lnTo>
                <a:lnTo>
                  <a:pt x="898" y="201"/>
                </a:lnTo>
                <a:lnTo>
                  <a:pt x="899" y="202"/>
                </a:lnTo>
                <a:lnTo>
                  <a:pt x="899" y="204"/>
                </a:lnTo>
                <a:lnTo>
                  <a:pt x="900" y="205"/>
                </a:lnTo>
                <a:lnTo>
                  <a:pt x="900" y="206"/>
                </a:lnTo>
                <a:lnTo>
                  <a:pt x="899" y="208"/>
                </a:lnTo>
                <a:lnTo>
                  <a:pt x="900" y="209"/>
                </a:lnTo>
                <a:lnTo>
                  <a:pt x="901" y="209"/>
                </a:lnTo>
                <a:lnTo>
                  <a:pt x="902" y="210"/>
                </a:lnTo>
                <a:lnTo>
                  <a:pt x="903" y="210"/>
                </a:lnTo>
                <a:lnTo>
                  <a:pt x="903" y="211"/>
                </a:lnTo>
                <a:lnTo>
                  <a:pt x="904" y="212"/>
                </a:lnTo>
                <a:lnTo>
                  <a:pt x="906" y="214"/>
                </a:lnTo>
                <a:lnTo>
                  <a:pt x="907" y="214"/>
                </a:lnTo>
                <a:lnTo>
                  <a:pt x="907" y="215"/>
                </a:lnTo>
                <a:lnTo>
                  <a:pt x="909" y="215"/>
                </a:lnTo>
                <a:lnTo>
                  <a:pt x="910" y="216"/>
                </a:lnTo>
                <a:lnTo>
                  <a:pt x="911" y="217"/>
                </a:lnTo>
                <a:lnTo>
                  <a:pt x="912" y="218"/>
                </a:lnTo>
                <a:lnTo>
                  <a:pt x="911" y="218"/>
                </a:lnTo>
                <a:lnTo>
                  <a:pt x="911" y="219"/>
                </a:lnTo>
                <a:lnTo>
                  <a:pt x="909" y="221"/>
                </a:lnTo>
                <a:lnTo>
                  <a:pt x="909" y="222"/>
                </a:lnTo>
                <a:lnTo>
                  <a:pt x="908" y="221"/>
                </a:lnTo>
                <a:lnTo>
                  <a:pt x="908" y="222"/>
                </a:lnTo>
                <a:lnTo>
                  <a:pt x="908" y="223"/>
                </a:lnTo>
                <a:lnTo>
                  <a:pt x="907" y="224"/>
                </a:lnTo>
                <a:lnTo>
                  <a:pt x="907" y="225"/>
                </a:lnTo>
                <a:lnTo>
                  <a:pt x="906" y="225"/>
                </a:lnTo>
                <a:lnTo>
                  <a:pt x="906" y="226"/>
                </a:lnTo>
                <a:lnTo>
                  <a:pt x="906" y="227"/>
                </a:lnTo>
                <a:lnTo>
                  <a:pt x="907" y="228"/>
                </a:lnTo>
                <a:lnTo>
                  <a:pt x="908" y="229"/>
                </a:lnTo>
                <a:lnTo>
                  <a:pt x="909" y="229"/>
                </a:lnTo>
                <a:lnTo>
                  <a:pt x="909" y="230"/>
                </a:lnTo>
                <a:lnTo>
                  <a:pt x="909" y="229"/>
                </a:lnTo>
                <a:lnTo>
                  <a:pt x="910" y="229"/>
                </a:lnTo>
                <a:lnTo>
                  <a:pt x="911" y="230"/>
                </a:lnTo>
                <a:lnTo>
                  <a:pt x="912" y="230"/>
                </a:lnTo>
                <a:lnTo>
                  <a:pt x="913" y="230"/>
                </a:lnTo>
                <a:lnTo>
                  <a:pt x="914" y="230"/>
                </a:lnTo>
                <a:lnTo>
                  <a:pt x="915" y="230"/>
                </a:lnTo>
                <a:lnTo>
                  <a:pt x="915" y="231"/>
                </a:lnTo>
                <a:lnTo>
                  <a:pt x="916" y="232"/>
                </a:lnTo>
                <a:lnTo>
                  <a:pt x="917" y="232"/>
                </a:lnTo>
                <a:lnTo>
                  <a:pt x="917" y="233"/>
                </a:lnTo>
                <a:lnTo>
                  <a:pt x="916" y="233"/>
                </a:lnTo>
                <a:lnTo>
                  <a:pt x="916" y="234"/>
                </a:lnTo>
                <a:lnTo>
                  <a:pt x="916" y="235"/>
                </a:lnTo>
                <a:lnTo>
                  <a:pt x="916" y="236"/>
                </a:lnTo>
                <a:lnTo>
                  <a:pt x="916" y="239"/>
                </a:lnTo>
                <a:lnTo>
                  <a:pt x="917" y="240"/>
                </a:lnTo>
                <a:lnTo>
                  <a:pt x="918" y="240"/>
                </a:lnTo>
                <a:lnTo>
                  <a:pt x="919" y="241"/>
                </a:lnTo>
                <a:lnTo>
                  <a:pt x="920" y="241"/>
                </a:lnTo>
                <a:lnTo>
                  <a:pt x="921" y="242"/>
                </a:lnTo>
                <a:lnTo>
                  <a:pt x="922" y="243"/>
                </a:lnTo>
                <a:lnTo>
                  <a:pt x="921" y="244"/>
                </a:lnTo>
                <a:lnTo>
                  <a:pt x="921" y="245"/>
                </a:lnTo>
                <a:lnTo>
                  <a:pt x="921" y="246"/>
                </a:lnTo>
                <a:lnTo>
                  <a:pt x="921" y="247"/>
                </a:lnTo>
                <a:lnTo>
                  <a:pt x="921" y="248"/>
                </a:lnTo>
                <a:lnTo>
                  <a:pt x="921" y="249"/>
                </a:lnTo>
                <a:lnTo>
                  <a:pt x="921" y="250"/>
                </a:lnTo>
                <a:lnTo>
                  <a:pt x="922" y="251"/>
                </a:lnTo>
                <a:lnTo>
                  <a:pt x="923" y="251"/>
                </a:lnTo>
                <a:lnTo>
                  <a:pt x="923" y="252"/>
                </a:lnTo>
                <a:lnTo>
                  <a:pt x="922" y="253"/>
                </a:lnTo>
                <a:lnTo>
                  <a:pt x="922" y="254"/>
                </a:lnTo>
                <a:lnTo>
                  <a:pt x="923" y="254"/>
                </a:lnTo>
                <a:lnTo>
                  <a:pt x="923" y="255"/>
                </a:lnTo>
                <a:lnTo>
                  <a:pt x="926" y="256"/>
                </a:lnTo>
                <a:lnTo>
                  <a:pt x="926" y="257"/>
                </a:lnTo>
                <a:lnTo>
                  <a:pt x="927" y="257"/>
                </a:lnTo>
                <a:lnTo>
                  <a:pt x="927" y="256"/>
                </a:lnTo>
                <a:lnTo>
                  <a:pt x="928" y="256"/>
                </a:lnTo>
                <a:lnTo>
                  <a:pt x="929" y="256"/>
                </a:lnTo>
                <a:lnTo>
                  <a:pt x="930" y="256"/>
                </a:lnTo>
                <a:lnTo>
                  <a:pt x="930" y="255"/>
                </a:lnTo>
                <a:lnTo>
                  <a:pt x="931" y="255"/>
                </a:lnTo>
                <a:lnTo>
                  <a:pt x="932" y="255"/>
                </a:lnTo>
                <a:lnTo>
                  <a:pt x="933" y="255"/>
                </a:lnTo>
                <a:lnTo>
                  <a:pt x="933" y="254"/>
                </a:lnTo>
                <a:lnTo>
                  <a:pt x="934" y="252"/>
                </a:lnTo>
                <a:lnTo>
                  <a:pt x="934" y="251"/>
                </a:lnTo>
                <a:lnTo>
                  <a:pt x="934" y="250"/>
                </a:lnTo>
                <a:lnTo>
                  <a:pt x="936" y="248"/>
                </a:lnTo>
                <a:lnTo>
                  <a:pt x="938" y="247"/>
                </a:lnTo>
                <a:lnTo>
                  <a:pt x="939" y="248"/>
                </a:lnTo>
                <a:lnTo>
                  <a:pt x="939" y="250"/>
                </a:lnTo>
                <a:lnTo>
                  <a:pt x="941" y="251"/>
                </a:lnTo>
                <a:lnTo>
                  <a:pt x="942" y="252"/>
                </a:lnTo>
                <a:lnTo>
                  <a:pt x="943" y="252"/>
                </a:lnTo>
                <a:lnTo>
                  <a:pt x="943" y="253"/>
                </a:lnTo>
                <a:lnTo>
                  <a:pt x="943" y="256"/>
                </a:lnTo>
                <a:lnTo>
                  <a:pt x="943" y="257"/>
                </a:lnTo>
                <a:lnTo>
                  <a:pt x="942" y="257"/>
                </a:lnTo>
                <a:lnTo>
                  <a:pt x="942" y="259"/>
                </a:lnTo>
                <a:lnTo>
                  <a:pt x="942" y="260"/>
                </a:lnTo>
                <a:lnTo>
                  <a:pt x="943" y="260"/>
                </a:lnTo>
                <a:lnTo>
                  <a:pt x="943" y="261"/>
                </a:lnTo>
                <a:lnTo>
                  <a:pt x="943" y="262"/>
                </a:lnTo>
                <a:lnTo>
                  <a:pt x="943" y="263"/>
                </a:lnTo>
                <a:lnTo>
                  <a:pt x="943" y="265"/>
                </a:lnTo>
                <a:lnTo>
                  <a:pt x="944" y="265"/>
                </a:lnTo>
                <a:lnTo>
                  <a:pt x="944" y="266"/>
                </a:lnTo>
                <a:lnTo>
                  <a:pt x="945" y="266"/>
                </a:lnTo>
                <a:lnTo>
                  <a:pt x="945" y="267"/>
                </a:lnTo>
                <a:lnTo>
                  <a:pt x="947" y="267"/>
                </a:lnTo>
                <a:lnTo>
                  <a:pt x="946" y="268"/>
                </a:lnTo>
                <a:lnTo>
                  <a:pt x="947" y="269"/>
                </a:lnTo>
                <a:lnTo>
                  <a:pt x="947" y="270"/>
                </a:lnTo>
                <a:lnTo>
                  <a:pt x="947" y="271"/>
                </a:lnTo>
                <a:lnTo>
                  <a:pt x="948" y="272"/>
                </a:lnTo>
                <a:lnTo>
                  <a:pt x="949" y="273"/>
                </a:lnTo>
                <a:lnTo>
                  <a:pt x="950" y="273"/>
                </a:lnTo>
                <a:lnTo>
                  <a:pt x="950" y="274"/>
                </a:lnTo>
                <a:lnTo>
                  <a:pt x="951" y="274"/>
                </a:lnTo>
                <a:lnTo>
                  <a:pt x="951" y="273"/>
                </a:lnTo>
                <a:lnTo>
                  <a:pt x="952" y="272"/>
                </a:lnTo>
                <a:lnTo>
                  <a:pt x="952" y="271"/>
                </a:lnTo>
                <a:lnTo>
                  <a:pt x="953" y="271"/>
                </a:lnTo>
                <a:lnTo>
                  <a:pt x="953" y="270"/>
                </a:lnTo>
                <a:lnTo>
                  <a:pt x="954" y="269"/>
                </a:lnTo>
                <a:lnTo>
                  <a:pt x="955" y="269"/>
                </a:lnTo>
                <a:lnTo>
                  <a:pt x="955" y="268"/>
                </a:lnTo>
                <a:lnTo>
                  <a:pt x="955" y="269"/>
                </a:lnTo>
                <a:lnTo>
                  <a:pt x="956" y="269"/>
                </a:lnTo>
                <a:lnTo>
                  <a:pt x="956" y="268"/>
                </a:lnTo>
                <a:lnTo>
                  <a:pt x="957" y="268"/>
                </a:lnTo>
                <a:lnTo>
                  <a:pt x="958" y="269"/>
                </a:lnTo>
                <a:lnTo>
                  <a:pt x="958" y="268"/>
                </a:lnTo>
                <a:lnTo>
                  <a:pt x="959" y="268"/>
                </a:lnTo>
                <a:lnTo>
                  <a:pt x="960" y="268"/>
                </a:lnTo>
                <a:lnTo>
                  <a:pt x="961" y="268"/>
                </a:lnTo>
                <a:lnTo>
                  <a:pt x="962" y="268"/>
                </a:lnTo>
                <a:lnTo>
                  <a:pt x="962" y="267"/>
                </a:lnTo>
                <a:lnTo>
                  <a:pt x="963" y="267"/>
                </a:lnTo>
                <a:lnTo>
                  <a:pt x="963" y="266"/>
                </a:lnTo>
                <a:lnTo>
                  <a:pt x="964" y="266"/>
                </a:lnTo>
                <a:lnTo>
                  <a:pt x="965" y="266"/>
                </a:lnTo>
                <a:lnTo>
                  <a:pt x="966" y="266"/>
                </a:lnTo>
                <a:lnTo>
                  <a:pt x="967" y="266"/>
                </a:lnTo>
                <a:lnTo>
                  <a:pt x="967" y="265"/>
                </a:lnTo>
                <a:lnTo>
                  <a:pt x="968" y="264"/>
                </a:lnTo>
                <a:lnTo>
                  <a:pt x="968" y="263"/>
                </a:lnTo>
                <a:lnTo>
                  <a:pt x="968" y="262"/>
                </a:lnTo>
                <a:lnTo>
                  <a:pt x="968" y="261"/>
                </a:lnTo>
                <a:lnTo>
                  <a:pt x="969" y="260"/>
                </a:lnTo>
                <a:lnTo>
                  <a:pt x="971" y="260"/>
                </a:lnTo>
                <a:lnTo>
                  <a:pt x="972" y="260"/>
                </a:lnTo>
                <a:lnTo>
                  <a:pt x="972" y="259"/>
                </a:lnTo>
                <a:lnTo>
                  <a:pt x="972" y="258"/>
                </a:lnTo>
                <a:lnTo>
                  <a:pt x="972" y="257"/>
                </a:lnTo>
                <a:lnTo>
                  <a:pt x="972" y="256"/>
                </a:lnTo>
                <a:lnTo>
                  <a:pt x="973" y="256"/>
                </a:lnTo>
                <a:lnTo>
                  <a:pt x="973" y="255"/>
                </a:lnTo>
                <a:lnTo>
                  <a:pt x="973" y="254"/>
                </a:lnTo>
                <a:lnTo>
                  <a:pt x="973" y="253"/>
                </a:lnTo>
                <a:lnTo>
                  <a:pt x="973" y="252"/>
                </a:lnTo>
                <a:lnTo>
                  <a:pt x="974" y="252"/>
                </a:lnTo>
                <a:lnTo>
                  <a:pt x="975" y="252"/>
                </a:lnTo>
                <a:lnTo>
                  <a:pt x="975" y="253"/>
                </a:lnTo>
                <a:lnTo>
                  <a:pt x="977" y="253"/>
                </a:lnTo>
                <a:lnTo>
                  <a:pt x="978" y="252"/>
                </a:lnTo>
                <a:lnTo>
                  <a:pt x="978" y="251"/>
                </a:lnTo>
                <a:lnTo>
                  <a:pt x="979" y="250"/>
                </a:lnTo>
                <a:lnTo>
                  <a:pt x="979" y="249"/>
                </a:lnTo>
                <a:lnTo>
                  <a:pt x="980" y="249"/>
                </a:lnTo>
                <a:lnTo>
                  <a:pt x="981" y="249"/>
                </a:lnTo>
                <a:lnTo>
                  <a:pt x="982" y="249"/>
                </a:lnTo>
                <a:lnTo>
                  <a:pt x="983" y="249"/>
                </a:lnTo>
                <a:lnTo>
                  <a:pt x="984" y="250"/>
                </a:lnTo>
                <a:lnTo>
                  <a:pt x="985" y="251"/>
                </a:lnTo>
                <a:lnTo>
                  <a:pt x="986" y="251"/>
                </a:lnTo>
                <a:lnTo>
                  <a:pt x="987" y="251"/>
                </a:lnTo>
                <a:lnTo>
                  <a:pt x="987" y="252"/>
                </a:lnTo>
                <a:lnTo>
                  <a:pt x="988" y="252"/>
                </a:lnTo>
                <a:lnTo>
                  <a:pt x="988" y="253"/>
                </a:lnTo>
                <a:lnTo>
                  <a:pt x="989" y="253"/>
                </a:lnTo>
                <a:lnTo>
                  <a:pt x="990" y="252"/>
                </a:lnTo>
                <a:lnTo>
                  <a:pt x="990" y="251"/>
                </a:lnTo>
                <a:lnTo>
                  <a:pt x="991" y="251"/>
                </a:lnTo>
                <a:lnTo>
                  <a:pt x="991" y="252"/>
                </a:lnTo>
                <a:lnTo>
                  <a:pt x="991" y="253"/>
                </a:lnTo>
                <a:lnTo>
                  <a:pt x="992" y="254"/>
                </a:lnTo>
                <a:lnTo>
                  <a:pt x="993" y="256"/>
                </a:lnTo>
                <a:lnTo>
                  <a:pt x="994" y="257"/>
                </a:lnTo>
                <a:lnTo>
                  <a:pt x="994" y="258"/>
                </a:lnTo>
                <a:lnTo>
                  <a:pt x="995" y="258"/>
                </a:lnTo>
                <a:lnTo>
                  <a:pt x="995" y="259"/>
                </a:lnTo>
                <a:lnTo>
                  <a:pt x="996" y="259"/>
                </a:lnTo>
                <a:lnTo>
                  <a:pt x="996" y="260"/>
                </a:lnTo>
                <a:lnTo>
                  <a:pt x="996" y="261"/>
                </a:lnTo>
                <a:lnTo>
                  <a:pt x="997" y="261"/>
                </a:lnTo>
                <a:lnTo>
                  <a:pt x="998" y="262"/>
                </a:lnTo>
                <a:lnTo>
                  <a:pt x="999" y="263"/>
                </a:lnTo>
                <a:lnTo>
                  <a:pt x="999" y="264"/>
                </a:lnTo>
                <a:lnTo>
                  <a:pt x="1000" y="265"/>
                </a:lnTo>
                <a:lnTo>
                  <a:pt x="1000" y="266"/>
                </a:lnTo>
                <a:lnTo>
                  <a:pt x="1001" y="266"/>
                </a:lnTo>
                <a:lnTo>
                  <a:pt x="1002" y="266"/>
                </a:lnTo>
                <a:lnTo>
                  <a:pt x="1003" y="267"/>
                </a:lnTo>
                <a:lnTo>
                  <a:pt x="1003" y="268"/>
                </a:lnTo>
                <a:lnTo>
                  <a:pt x="1003" y="269"/>
                </a:lnTo>
                <a:lnTo>
                  <a:pt x="1004" y="269"/>
                </a:lnTo>
                <a:lnTo>
                  <a:pt x="1004" y="268"/>
                </a:lnTo>
                <a:lnTo>
                  <a:pt x="1005" y="267"/>
                </a:lnTo>
                <a:lnTo>
                  <a:pt x="1005" y="268"/>
                </a:lnTo>
                <a:lnTo>
                  <a:pt x="1006" y="268"/>
                </a:lnTo>
                <a:lnTo>
                  <a:pt x="1007" y="267"/>
                </a:lnTo>
                <a:lnTo>
                  <a:pt x="1008" y="267"/>
                </a:lnTo>
                <a:lnTo>
                  <a:pt x="1009" y="267"/>
                </a:lnTo>
                <a:lnTo>
                  <a:pt x="1010" y="267"/>
                </a:lnTo>
                <a:lnTo>
                  <a:pt x="1011" y="267"/>
                </a:lnTo>
                <a:lnTo>
                  <a:pt x="1012" y="267"/>
                </a:lnTo>
                <a:lnTo>
                  <a:pt x="1013" y="267"/>
                </a:lnTo>
                <a:lnTo>
                  <a:pt x="1015" y="268"/>
                </a:lnTo>
                <a:lnTo>
                  <a:pt x="1016" y="268"/>
                </a:lnTo>
                <a:lnTo>
                  <a:pt x="1017" y="268"/>
                </a:lnTo>
                <a:lnTo>
                  <a:pt x="1018" y="269"/>
                </a:lnTo>
                <a:lnTo>
                  <a:pt x="1019" y="269"/>
                </a:lnTo>
                <a:lnTo>
                  <a:pt x="1020" y="268"/>
                </a:lnTo>
                <a:lnTo>
                  <a:pt x="1020" y="267"/>
                </a:lnTo>
                <a:lnTo>
                  <a:pt x="1021" y="267"/>
                </a:lnTo>
                <a:lnTo>
                  <a:pt x="1022" y="267"/>
                </a:lnTo>
                <a:lnTo>
                  <a:pt x="1024" y="268"/>
                </a:lnTo>
                <a:lnTo>
                  <a:pt x="1024" y="269"/>
                </a:lnTo>
                <a:lnTo>
                  <a:pt x="1025" y="270"/>
                </a:lnTo>
                <a:lnTo>
                  <a:pt x="1024" y="270"/>
                </a:lnTo>
                <a:lnTo>
                  <a:pt x="1026" y="270"/>
                </a:lnTo>
                <a:lnTo>
                  <a:pt x="1026" y="269"/>
                </a:lnTo>
                <a:lnTo>
                  <a:pt x="1027" y="270"/>
                </a:lnTo>
                <a:lnTo>
                  <a:pt x="1029" y="271"/>
                </a:lnTo>
                <a:lnTo>
                  <a:pt x="1030" y="271"/>
                </a:lnTo>
                <a:lnTo>
                  <a:pt x="1030" y="270"/>
                </a:lnTo>
                <a:lnTo>
                  <a:pt x="1030" y="269"/>
                </a:lnTo>
                <a:lnTo>
                  <a:pt x="1030" y="268"/>
                </a:lnTo>
                <a:lnTo>
                  <a:pt x="1030" y="269"/>
                </a:lnTo>
                <a:lnTo>
                  <a:pt x="1031" y="269"/>
                </a:lnTo>
                <a:lnTo>
                  <a:pt x="1031" y="270"/>
                </a:lnTo>
                <a:lnTo>
                  <a:pt x="1032" y="269"/>
                </a:lnTo>
                <a:lnTo>
                  <a:pt x="1032" y="268"/>
                </a:lnTo>
                <a:lnTo>
                  <a:pt x="1033" y="268"/>
                </a:lnTo>
                <a:lnTo>
                  <a:pt x="1035" y="268"/>
                </a:lnTo>
                <a:lnTo>
                  <a:pt x="1036" y="267"/>
                </a:lnTo>
                <a:lnTo>
                  <a:pt x="1037" y="267"/>
                </a:lnTo>
                <a:lnTo>
                  <a:pt x="1037" y="268"/>
                </a:lnTo>
                <a:lnTo>
                  <a:pt x="1038" y="268"/>
                </a:lnTo>
                <a:lnTo>
                  <a:pt x="1039" y="267"/>
                </a:lnTo>
                <a:lnTo>
                  <a:pt x="1040" y="267"/>
                </a:lnTo>
                <a:lnTo>
                  <a:pt x="1040" y="266"/>
                </a:lnTo>
                <a:lnTo>
                  <a:pt x="1039" y="265"/>
                </a:lnTo>
                <a:lnTo>
                  <a:pt x="1038" y="265"/>
                </a:lnTo>
                <a:lnTo>
                  <a:pt x="1038" y="266"/>
                </a:lnTo>
                <a:lnTo>
                  <a:pt x="1037" y="266"/>
                </a:lnTo>
                <a:lnTo>
                  <a:pt x="1037" y="265"/>
                </a:lnTo>
                <a:lnTo>
                  <a:pt x="1038" y="264"/>
                </a:lnTo>
                <a:lnTo>
                  <a:pt x="1038" y="263"/>
                </a:lnTo>
                <a:lnTo>
                  <a:pt x="1039" y="263"/>
                </a:lnTo>
                <a:lnTo>
                  <a:pt x="1039" y="262"/>
                </a:lnTo>
                <a:lnTo>
                  <a:pt x="1040" y="261"/>
                </a:lnTo>
                <a:lnTo>
                  <a:pt x="1041" y="261"/>
                </a:lnTo>
                <a:lnTo>
                  <a:pt x="1041" y="262"/>
                </a:lnTo>
                <a:lnTo>
                  <a:pt x="1041" y="263"/>
                </a:lnTo>
                <a:lnTo>
                  <a:pt x="1042" y="264"/>
                </a:lnTo>
                <a:lnTo>
                  <a:pt x="1043" y="265"/>
                </a:lnTo>
                <a:lnTo>
                  <a:pt x="1043" y="266"/>
                </a:lnTo>
                <a:lnTo>
                  <a:pt x="1043" y="267"/>
                </a:lnTo>
                <a:lnTo>
                  <a:pt x="1044" y="267"/>
                </a:lnTo>
                <a:lnTo>
                  <a:pt x="1045" y="267"/>
                </a:lnTo>
                <a:lnTo>
                  <a:pt x="1045" y="266"/>
                </a:lnTo>
                <a:lnTo>
                  <a:pt x="1046" y="265"/>
                </a:lnTo>
                <a:lnTo>
                  <a:pt x="1045" y="264"/>
                </a:lnTo>
                <a:lnTo>
                  <a:pt x="1046" y="263"/>
                </a:lnTo>
                <a:lnTo>
                  <a:pt x="1047" y="262"/>
                </a:lnTo>
                <a:lnTo>
                  <a:pt x="1046" y="262"/>
                </a:lnTo>
                <a:lnTo>
                  <a:pt x="1046" y="261"/>
                </a:lnTo>
                <a:lnTo>
                  <a:pt x="1047" y="261"/>
                </a:lnTo>
                <a:lnTo>
                  <a:pt x="1048" y="261"/>
                </a:lnTo>
                <a:lnTo>
                  <a:pt x="1049" y="261"/>
                </a:lnTo>
                <a:lnTo>
                  <a:pt x="1050" y="261"/>
                </a:lnTo>
                <a:lnTo>
                  <a:pt x="1051" y="261"/>
                </a:lnTo>
                <a:lnTo>
                  <a:pt x="1052" y="261"/>
                </a:lnTo>
                <a:lnTo>
                  <a:pt x="1052" y="262"/>
                </a:lnTo>
                <a:lnTo>
                  <a:pt x="1053" y="263"/>
                </a:lnTo>
                <a:lnTo>
                  <a:pt x="1052" y="264"/>
                </a:lnTo>
                <a:lnTo>
                  <a:pt x="1052" y="266"/>
                </a:lnTo>
                <a:lnTo>
                  <a:pt x="1052" y="267"/>
                </a:lnTo>
                <a:lnTo>
                  <a:pt x="1053" y="267"/>
                </a:lnTo>
                <a:lnTo>
                  <a:pt x="1053" y="268"/>
                </a:lnTo>
                <a:lnTo>
                  <a:pt x="1052" y="269"/>
                </a:lnTo>
                <a:lnTo>
                  <a:pt x="1052" y="270"/>
                </a:lnTo>
                <a:lnTo>
                  <a:pt x="1052" y="271"/>
                </a:lnTo>
                <a:lnTo>
                  <a:pt x="1053" y="271"/>
                </a:lnTo>
                <a:lnTo>
                  <a:pt x="1052" y="272"/>
                </a:lnTo>
                <a:lnTo>
                  <a:pt x="1052" y="273"/>
                </a:lnTo>
                <a:lnTo>
                  <a:pt x="1053" y="273"/>
                </a:lnTo>
                <a:lnTo>
                  <a:pt x="1054" y="273"/>
                </a:lnTo>
                <a:lnTo>
                  <a:pt x="1054" y="274"/>
                </a:lnTo>
                <a:lnTo>
                  <a:pt x="1054" y="275"/>
                </a:lnTo>
                <a:lnTo>
                  <a:pt x="1054" y="276"/>
                </a:lnTo>
                <a:lnTo>
                  <a:pt x="1053" y="276"/>
                </a:lnTo>
                <a:lnTo>
                  <a:pt x="1052" y="276"/>
                </a:lnTo>
                <a:lnTo>
                  <a:pt x="1052" y="278"/>
                </a:lnTo>
                <a:lnTo>
                  <a:pt x="1052" y="280"/>
                </a:lnTo>
                <a:lnTo>
                  <a:pt x="1052" y="281"/>
                </a:lnTo>
                <a:lnTo>
                  <a:pt x="1051" y="282"/>
                </a:lnTo>
                <a:lnTo>
                  <a:pt x="1052" y="282"/>
                </a:lnTo>
                <a:lnTo>
                  <a:pt x="1052" y="283"/>
                </a:lnTo>
                <a:lnTo>
                  <a:pt x="1050" y="283"/>
                </a:lnTo>
                <a:lnTo>
                  <a:pt x="1050" y="284"/>
                </a:lnTo>
                <a:lnTo>
                  <a:pt x="1049" y="284"/>
                </a:lnTo>
                <a:lnTo>
                  <a:pt x="1049" y="285"/>
                </a:lnTo>
                <a:lnTo>
                  <a:pt x="1049" y="286"/>
                </a:lnTo>
                <a:lnTo>
                  <a:pt x="1048" y="286"/>
                </a:lnTo>
                <a:lnTo>
                  <a:pt x="1048" y="287"/>
                </a:lnTo>
                <a:lnTo>
                  <a:pt x="1049" y="287"/>
                </a:lnTo>
                <a:lnTo>
                  <a:pt x="1049" y="288"/>
                </a:lnTo>
                <a:lnTo>
                  <a:pt x="1049" y="290"/>
                </a:lnTo>
                <a:lnTo>
                  <a:pt x="1049" y="291"/>
                </a:lnTo>
                <a:lnTo>
                  <a:pt x="1049" y="292"/>
                </a:lnTo>
                <a:lnTo>
                  <a:pt x="1049" y="293"/>
                </a:lnTo>
                <a:lnTo>
                  <a:pt x="1049" y="294"/>
                </a:lnTo>
                <a:lnTo>
                  <a:pt x="1050" y="295"/>
                </a:lnTo>
                <a:lnTo>
                  <a:pt x="1050" y="297"/>
                </a:lnTo>
                <a:lnTo>
                  <a:pt x="1050" y="298"/>
                </a:lnTo>
                <a:lnTo>
                  <a:pt x="1050" y="299"/>
                </a:lnTo>
                <a:lnTo>
                  <a:pt x="1051" y="300"/>
                </a:lnTo>
                <a:lnTo>
                  <a:pt x="1051" y="301"/>
                </a:lnTo>
                <a:lnTo>
                  <a:pt x="1051" y="302"/>
                </a:lnTo>
                <a:lnTo>
                  <a:pt x="1052" y="302"/>
                </a:lnTo>
                <a:lnTo>
                  <a:pt x="1052" y="303"/>
                </a:lnTo>
                <a:lnTo>
                  <a:pt x="1053" y="304"/>
                </a:lnTo>
                <a:lnTo>
                  <a:pt x="1054" y="304"/>
                </a:lnTo>
                <a:lnTo>
                  <a:pt x="1054" y="303"/>
                </a:lnTo>
                <a:lnTo>
                  <a:pt x="1056" y="303"/>
                </a:lnTo>
                <a:lnTo>
                  <a:pt x="1057" y="303"/>
                </a:lnTo>
                <a:lnTo>
                  <a:pt x="1058" y="300"/>
                </a:lnTo>
                <a:lnTo>
                  <a:pt x="1058" y="299"/>
                </a:lnTo>
                <a:lnTo>
                  <a:pt x="1059" y="299"/>
                </a:lnTo>
                <a:lnTo>
                  <a:pt x="1060" y="299"/>
                </a:lnTo>
                <a:lnTo>
                  <a:pt x="1061" y="298"/>
                </a:lnTo>
                <a:lnTo>
                  <a:pt x="1061" y="297"/>
                </a:lnTo>
                <a:lnTo>
                  <a:pt x="1062" y="298"/>
                </a:lnTo>
                <a:lnTo>
                  <a:pt x="1062" y="297"/>
                </a:lnTo>
                <a:lnTo>
                  <a:pt x="1063" y="297"/>
                </a:lnTo>
                <a:lnTo>
                  <a:pt x="1064" y="297"/>
                </a:lnTo>
                <a:lnTo>
                  <a:pt x="1064" y="298"/>
                </a:lnTo>
                <a:lnTo>
                  <a:pt x="1065" y="298"/>
                </a:lnTo>
                <a:lnTo>
                  <a:pt x="1066" y="298"/>
                </a:lnTo>
                <a:lnTo>
                  <a:pt x="1066" y="299"/>
                </a:lnTo>
                <a:lnTo>
                  <a:pt x="1067" y="299"/>
                </a:lnTo>
                <a:lnTo>
                  <a:pt x="1068" y="299"/>
                </a:lnTo>
                <a:lnTo>
                  <a:pt x="1068" y="300"/>
                </a:lnTo>
                <a:lnTo>
                  <a:pt x="1068" y="301"/>
                </a:lnTo>
                <a:lnTo>
                  <a:pt x="1068" y="302"/>
                </a:lnTo>
                <a:lnTo>
                  <a:pt x="1069" y="302"/>
                </a:lnTo>
                <a:lnTo>
                  <a:pt x="1069" y="301"/>
                </a:lnTo>
                <a:lnTo>
                  <a:pt x="1069" y="302"/>
                </a:lnTo>
                <a:lnTo>
                  <a:pt x="1070" y="303"/>
                </a:lnTo>
                <a:lnTo>
                  <a:pt x="1071" y="304"/>
                </a:lnTo>
                <a:lnTo>
                  <a:pt x="1072" y="305"/>
                </a:lnTo>
                <a:lnTo>
                  <a:pt x="1073" y="305"/>
                </a:lnTo>
                <a:lnTo>
                  <a:pt x="1074" y="304"/>
                </a:lnTo>
                <a:lnTo>
                  <a:pt x="1075" y="305"/>
                </a:lnTo>
                <a:lnTo>
                  <a:pt x="1075" y="304"/>
                </a:lnTo>
                <a:lnTo>
                  <a:pt x="1076" y="304"/>
                </a:lnTo>
                <a:lnTo>
                  <a:pt x="1076" y="305"/>
                </a:lnTo>
                <a:lnTo>
                  <a:pt x="1076" y="306"/>
                </a:lnTo>
                <a:lnTo>
                  <a:pt x="1076" y="307"/>
                </a:lnTo>
                <a:lnTo>
                  <a:pt x="1076" y="308"/>
                </a:lnTo>
                <a:lnTo>
                  <a:pt x="1076" y="309"/>
                </a:lnTo>
                <a:lnTo>
                  <a:pt x="1076" y="308"/>
                </a:lnTo>
                <a:lnTo>
                  <a:pt x="1077" y="308"/>
                </a:lnTo>
                <a:lnTo>
                  <a:pt x="1078" y="308"/>
                </a:lnTo>
                <a:lnTo>
                  <a:pt x="1079" y="307"/>
                </a:lnTo>
                <a:lnTo>
                  <a:pt x="1080" y="307"/>
                </a:lnTo>
                <a:lnTo>
                  <a:pt x="1080" y="309"/>
                </a:lnTo>
                <a:lnTo>
                  <a:pt x="1080" y="310"/>
                </a:lnTo>
                <a:lnTo>
                  <a:pt x="1081" y="309"/>
                </a:lnTo>
                <a:lnTo>
                  <a:pt x="1082" y="308"/>
                </a:lnTo>
                <a:lnTo>
                  <a:pt x="1083" y="308"/>
                </a:lnTo>
                <a:lnTo>
                  <a:pt x="1083" y="307"/>
                </a:lnTo>
                <a:lnTo>
                  <a:pt x="1084" y="307"/>
                </a:lnTo>
                <a:lnTo>
                  <a:pt x="1085" y="308"/>
                </a:lnTo>
                <a:lnTo>
                  <a:pt x="1086" y="308"/>
                </a:lnTo>
                <a:lnTo>
                  <a:pt x="1085" y="308"/>
                </a:lnTo>
                <a:lnTo>
                  <a:pt x="1085" y="307"/>
                </a:lnTo>
                <a:lnTo>
                  <a:pt x="1086" y="307"/>
                </a:lnTo>
                <a:lnTo>
                  <a:pt x="1088" y="308"/>
                </a:lnTo>
                <a:lnTo>
                  <a:pt x="1089" y="308"/>
                </a:lnTo>
                <a:lnTo>
                  <a:pt x="1090" y="308"/>
                </a:lnTo>
                <a:lnTo>
                  <a:pt x="1091" y="307"/>
                </a:lnTo>
                <a:lnTo>
                  <a:pt x="1090" y="307"/>
                </a:lnTo>
                <a:lnTo>
                  <a:pt x="1091" y="307"/>
                </a:lnTo>
                <a:lnTo>
                  <a:pt x="1092" y="308"/>
                </a:lnTo>
                <a:lnTo>
                  <a:pt x="1091" y="308"/>
                </a:lnTo>
                <a:lnTo>
                  <a:pt x="1089" y="309"/>
                </a:lnTo>
                <a:lnTo>
                  <a:pt x="1089" y="310"/>
                </a:lnTo>
                <a:lnTo>
                  <a:pt x="1090" y="310"/>
                </a:lnTo>
                <a:lnTo>
                  <a:pt x="1090" y="311"/>
                </a:lnTo>
                <a:lnTo>
                  <a:pt x="1090" y="312"/>
                </a:lnTo>
                <a:lnTo>
                  <a:pt x="1091" y="312"/>
                </a:lnTo>
                <a:lnTo>
                  <a:pt x="1091" y="313"/>
                </a:lnTo>
                <a:lnTo>
                  <a:pt x="1092" y="313"/>
                </a:lnTo>
                <a:lnTo>
                  <a:pt x="1091" y="314"/>
                </a:lnTo>
                <a:lnTo>
                  <a:pt x="1091" y="315"/>
                </a:lnTo>
                <a:lnTo>
                  <a:pt x="1092" y="316"/>
                </a:lnTo>
                <a:lnTo>
                  <a:pt x="1093" y="316"/>
                </a:lnTo>
                <a:lnTo>
                  <a:pt x="1094" y="316"/>
                </a:lnTo>
                <a:lnTo>
                  <a:pt x="1095" y="316"/>
                </a:lnTo>
                <a:lnTo>
                  <a:pt x="1096" y="316"/>
                </a:lnTo>
                <a:lnTo>
                  <a:pt x="1097" y="316"/>
                </a:lnTo>
                <a:lnTo>
                  <a:pt x="1098" y="317"/>
                </a:lnTo>
                <a:lnTo>
                  <a:pt x="1099" y="317"/>
                </a:lnTo>
                <a:lnTo>
                  <a:pt x="1099" y="318"/>
                </a:lnTo>
                <a:lnTo>
                  <a:pt x="1100" y="319"/>
                </a:lnTo>
                <a:lnTo>
                  <a:pt x="1100" y="320"/>
                </a:lnTo>
                <a:lnTo>
                  <a:pt x="1101" y="320"/>
                </a:lnTo>
                <a:lnTo>
                  <a:pt x="1102" y="319"/>
                </a:lnTo>
                <a:lnTo>
                  <a:pt x="1103" y="318"/>
                </a:lnTo>
                <a:lnTo>
                  <a:pt x="1103" y="317"/>
                </a:lnTo>
                <a:lnTo>
                  <a:pt x="1103" y="316"/>
                </a:lnTo>
                <a:lnTo>
                  <a:pt x="1104" y="316"/>
                </a:lnTo>
                <a:lnTo>
                  <a:pt x="1105" y="316"/>
                </a:lnTo>
                <a:lnTo>
                  <a:pt x="1105" y="315"/>
                </a:lnTo>
                <a:lnTo>
                  <a:pt x="1106" y="315"/>
                </a:lnTo>
                <a:lnTo>
                  <a:pt x="1107" y="315"/>
                </a:lnTo>
                <a:lnTo>
                  <a:pt x="1108" y="315"/>
                </a:lnTo>
                <a:lnTo>
                  <a:pt x="1108" y="316"/>
                </a:lnTo>
                <a:lnTo>
                  <a:pt x="1108" y="317"/>
                </a:lnTo>
                <a:lnTo>
                  <a:pt x="1109" y="317"/>
                </a:lnTo>
                <a:lnTo>
                  <a:pt x="1110" y="317"/>
                </a:lnTo>
                <a:lnTo>
                  <a:pt x="1110" y="316"/>
                </a:lnTo>
                <a:lnTo>
                  <a:pt x="1111" y="316"/>
                </a:lnTo>
                <a:lnTo>
                  <a:pt x="1112" y="315"/>
                </a:lnTo>
                <a:lnTo>
                  <a:pt x="1113" y="315"/>
                </a:lnTo>
                <a:lnTo>
                  <a:pt x="1114" y="314"/>
                </a:lnTo>
                <a:lnTo>
                  <a:pt x="1115" y="314"/>
                </a:lnTo>
                <a:lnTo>
                  <a:pt x="1116" y="313"/>
                </a:lnTo>
                <a:lnTo>
                  <a:pt x="1116" y="314"/>
                </a:lnTo>
                <a:lnTo>
                  <a:pt x="1117" y="315"/>
                </a:lnTo>
                <a:lnTo>
                  <a:pt x="1118" y="315"/>
                </a:lnTo>
                <a:lnTo>
                  <a:pt x="1119" y="316"/>
                </a:lnTo>
                <a:lnTo>
                  <a:pt x="1119" y="315"/>
                </a:lnTo>
                <a:lnTo>
                  <a:pt x="1119" y="314"/>
                </a:lnTo>
                <a:lnTo>
                  <a:pt x="1120" y="313"/>
                </a:lnTo>
                <a:lnTo>
                  <a:pt x="1121" y="312"/>
                </a:lnTo>
                <a:lnTo>
                  <a:pt x="1121" y="311"/>
                </a:lnTo>
                <a:lnTo>
                  <a:pt x="1122" y="311"/>
                </a:lnTo>
                <a:lnTo>
                  <a:pt x="1122" y="310"/>
                </a:lnTo>
                <a:lnTo>
                  <a:pt x="1123" y="309"/>
                </a:lnTo>
                <a:lnTo>
                  <a:pt x="1124" y="309"/>
                </a:lnTo>
                <a:lnTo>
                  <a:pt x="1125" y="310"/>
                </a:lnTo>
                <a:lnTo>
                  <a:pt x="1125" y="311"/>
                </a:lnTo>
                <a:lnTo>
                  <a:pt x="1125" y="312"/>
                </a:lnTo>
                <a:lnTo>
                  <a:pt x="1126" y="313"/>
                </a:lnTo>
                <a:lnTo>
                  <a:pt x="1127" y="313"/>
                </a:lnTo>
                <a:lnTo>
                  <a:pt x="1128" y="314"/>
                </a:lnTo>
                <a:lnTo>
                  <a:pt x="1128" y="315"/>
                </a:lnTo>
                <a:lnTo>
                  <a:pt x="1129" y="314"/>
                </a:lnTo>
                <a:lnTo>
                  <a:pt x="1129" y="313"/>
                </a:lnTo>
                <a:lnTo>
                  <a:pt x="1129" y="312"/>
                </a:lnTo>
                <a:lnTo>
                  <a:pt x="1129" y="311"/>
                </a:lnTo>
                <a:lnTo>
                  <a:pt x="1130" y="311"/>
                </a:lnTo>
                <a:lnTo>
                  <a:pt x="1130" y="310"/>
                </a:lnTo>
                <a:lnTo>
                  <a:pt x="1130" y="309"/>
                </a:lnTo>
                <a:lnTo>
                  <a:pt x="1129" y="309"/>
                </a:lnTo>
                <a:lnTo>
                  <a:pt x="1129" y="308"/>
                </a:lnTo>
                <a:lnTo>
                  <a:pt x="1130" y="308"/>
                </a:lnTo>
                <a:lnTo>
                  <a:pt x="1130" y="307"/>
                </a:lnTo>
                <a:lnTo>
                  <a:pt x="1130" y="306"/>
                </a:lnTo>
                <a:lnTo>
                  <a:pt x="1131" y="306"/>
                </a:lnTo>
                <a:lnTo>
                  <a:pt x="1131" y="305"/>
                </a:lnTo>
                <a:lnTo>
                  <a:pt x="1131" y="304"/>
                </a:lnTo>
                <a:lnTo>
                  <a:pt x="1131" y="303"/>
                </a:lnTo>
                <a:lnTo>
                  <a:pt x="1132" y="303"/>
                </a:lnTo>
                <a:lnTo>
                  <a:pt x="1132" y="302"/>
                </a:lnTo>
                <a:lnTo>
                  <a:pt x="1133" y="302"/>
                </a:lnTo>
                <a:lnTo>
                  <a:pt x="1133" y="303"/>
                </a:lnTo>
                <a:lnTo>
                  <a:pt x="1134" y="304"/>
                </a:lnTo>
                <a:lnTo>
                  <a:pt x="1135" y="304"/>
                </a:lnTo>
                <a:lnTo>
                  <a:pt x="1135" y="305"/>
                </a:lnTo>
                <a:lnTo>
                  <a:pt x="1136" y="304"/>
                </a:lnTo>
                <a:lnTo>
                  <a:pt x="1137" y="304"/>
                </a:lnTo>
                <a:lnTo>
                  <a:pt x="1139" y="305"/>
                </a:lnTo>
                <a:lnTo>
                  <a:pt x="1141" y="305"/>
                </a:lnTo>
                <a:lnTo>
                  <a:pt x="1142" y="305"/>
                </a:lnTo>
                <a:lnTo>
                  <a:pt x="1144" y="305"/>
                </a:lnTo>
                <a:lnTo>
                  <a:pt x="1145" y="305"/>
                </a:lnTo>
                <a:lnTo>
                  <a:pt x="1145" y="304"/>
                </a:lnTo>
                <a:lnTo>
                  <a:pt x="1144" y="304"/>
                </a:lnTo>
                <a:lnTo>
                  <a:pt x="1144" y="303"/>
                </a:lnTo>
                <a:lnTo>
                  <a:pt x="1145" y="303"/>
                </a:lnTo>
                <a:lnTo>
                  <a:pt x="1146" y="302"/>
                </a:lnTo>
                <a:lnTo>
                  <a:pt x="1147" y="300"/>
                </a:lnTo>
                <a:lnTo>
                  <a:pt x="1147" y="299"/>
                </a:lnTo>
                <a:lnTo>
                  <a:pt x="1146" y="299"/>
                </a:lnTo>
                <a:lnTo>
                  <a:pt x="1145" y="298"/>
                </a:lnTo>
                <a:lnTo>
                  <a:pt x="1145" y="297"/>
                </a:lnTo>
                <a:lnTo>
                  <a:pt x="1146" y="297"/>
                </a:lnTo>
                <a:lnTo>
                  <a:pt x="1146" y="296"/>
                </a:lnTo>
                <a:lnTo>
                  <a:pt x="1145" y="296"/>
                </a:lnTo>
                <a:lnTo>
                  <a:pt x="1145" y="295"/>
                </a:lnTo>
                <a:lnTo>
                  <a:pt x="1145" y="294"/>
                </a:lnTo>
                <a:lnTo>
                  <a:pt x="1145" y="293"/>
                </a:lnTo>
                <a:lnTo>
                  <a:pt x="1146" y="292"/>
                </a:lnTo>
                <a:lnTo>
                  <a:pt x="1147" y="291"/>
                </a:lnTo>
                <a:lnTo>
                  <a:pt x="1148" y="291"/>
                </a:lnTo>
                <a:lnTo>
                  <a:pt x="1148" y="290"/>
                </a:lnTo>
                <a:lnTo>
                  <a:pt x="1149" y="289"/>
                </a:lnTo>
                <a:lnTo>
                  <a:pt x="1148" y="288"/>
                </a:lnTo>
                <a:lnTo>
                  <a:pt x="1148" y="287"/>
                </a:lnTo>
                <a:lnTo>
                  <a:pt x="1148" y="286"/>
                </a:lnTo>
                <a:lnTo>
                  <a:pt x="1150" y="285"/>
                </a:lnTo>
                <a:lnTo>
                  <a:pt x="1152" y="284"/>
                </a:lnTo>
                <a:lnTo>
                  <a:pt x="1153" y="284"/>
                </a:lnTo>
                <a:lnTo>
                  <a:pt x="1154" y="284"/>
                </a:lnTo>
                <a:lnTo>
                  <a:pt x="1155" y="284"/>
                </a:lnTo>
                <a:lnTo>
                  <a:pt x="1156" y="284"/>
                </a:lnTo>
                <a:lnTo>
                  <a:pt x="1157" y="285"/>
                </a:lnTo>
                <a:lnTo>
                  <a:pt x="1157" y="286"/>
                </a:lnTo>
                <a:lnTo>
                  <a:pt x="1157" y="287"/>
                </a:lnTo>
                <a:lnTo>
                  <a:pt x="1157" y="288"/>
                </a:lnTo>
                <a:lnTo>
                  <a:pt x="1157" y="289"/>
                </a:lnTo>
                <a:lnTo>
                  <a:pt x="1158" y="289"/>
                </a:lnTo>
                <a:lnTo>
                  <a:pt x="1159" y="290"/>
                </a:lnTo>
                <a:lnTo>
                  <a:pt x="1160" y="290"/>
                </a:lnTo>
                <a:lnTo>
                  <a:pt x="1160" y="291"/>
                </a:lnTo>
                <a:lnTo>
                  <a:pt x="1160" y="292"/>
                </a:lnTo>
                <a:lnTo>
                  <a:pt x="1161" y="292"/>
                </a:lnTo>
                <a:lnTo>
                  <a:pt x="1162" y="292"/>
                </a:lnTo>
                <a:lnTo>
                  <a:pt x="1163" y="291"/>
                </a:lnTo>
                <a:lnTo>
                  <a:pt x="1163" y="292"/>
                </a:lnTo>
                <a:lnTo>
                  <a:pt x="1163" y="293"/>
                </a:lnTo>
                <a:lnTo>
                  <a:pt x="1164" y="294"/>
                </a:lnTo>
                <a:lnTo>
                  <a:pt x="1165" y="293"/>
                </a:lnTo>
                <a:lnTo>
                  <a:pt x="1166" y="293"/>
                </a:lnTo>
                <a:lnTo>
                  <a:pt x="1167" y="293"/>
                </a:lnTo>
                <a:lnTo>
                  <a:pt x="1167" y="292"/>
                </a:lnTo>
                <a:lnTo>
                  <a:pt x="1168" y="293"/>
                </a:lnTo>
                <a:lnTo>
                  <a:pt x="1167" y="294"/>
                </a:lnTo>
                <a:lnTo>
                  <a:pt x="1167" y="295"/>
                </a:lnTo>
                <a:lnTo>
                  <a:pt x="1167" y="296"/>
                </a:lnTo>
                <a:lnTo>
                  <a:pt x="1167" y="297"/>
                </a:lnTo>
                <a:lnTo>
                  <a:pt x="1167" y="298"/>
                </a:lnTo>
                <a:lnTo>
                  <a:pt x="1166" y="300"/>
                </a:lnTo>
                <a:lnTo>
                  <a:pt x="1165" y="301"/>
                </a:lnTo>
                <a:lnTo>
                  <a:pt x="1165" y="302"/>
                </a:lnTo>
                <a:lnTo>
                  <a:pt x="1166" y="303"/>
                </a:lnTo>
                <a:lnTo>
                  <a:pt x="1166" y="305"/>
                </a:lnTo>
                <a:lnTo>
                  <a:pt x="1165" y="306"/>
                </a:lnTo>
                <a:lnTo>
                  <a:pt x="1165" y="307"/>
                </a:lnTo>
                <a:lnTo>
                  <a:pt x="1165" y="308"/>
                </a:lnTo>
                <a:lnTo>
                  <a:pt x="1166" y="308"/>
                </a:lnTo>
                <a:lnTo>
                  <a:pt x="1166" y="309"/>
                </a:lnTo>
                <a:lnTo>
                  <a:pt x="1166" y="310"/>
                </a:lnTo>
                <a:lnTo>
                  <a:pt x="1166" y="312"/>
                </a:lnTo>
                <a:lnTo>
                  <a:pt x="1166" y="313"/>
                </a:lnTo>
                <a:lnTo>
                  <a:pt x="1166" y="314"/>
                </a:lnTo>
                <a:lnTo>
                  <a:pt x="1165" y="315"/>
                </a:lnTo>
                <a:lnTo>
                  <a:pt x="1165" y="316"/>
                </a:lnTo>
                <a:lnTo>
                  <a:pt x="1166" y="316"/>
                </a:lnTo>
                <a:lnTo>
                  <a:pt x="1166" y="317"/>
                </a:lnTo>
                <a:lnTo>
                  <a:pt x="1166" y="318"/>
                </a:lnTo>
                <a:lnTo>
                  <a:pt x="1167" y="318"/>
                </a:lnTo>
                <a:lnTo>
                  <a:pt x="1167" y="319"/>
                </a:lnTo>
                <a:lnTo>
                  <a:pt x="1167" y="320"/>
                </a:lnTo>
                <a:lnTo>
                  <a:pt x="1168" y="320"/>
                </a:lnTo>
                <a:lnTo>
                  <a:pt x="1169" y="320"/>
                </a:lnTo>
                <a:lnTo>
                  <a:pt x="1169" y="319"/>
                </a:lnTo>
                <a:lnTo>
                  <a:pt x="1170" y="319"/>
                </a:lnTo>
                <a:lnTo>
                  <a:pt x="1171" y="319"/>
                </a:lnTo>
                <a:lnTo>
                  <a:pt x="1171" y="320"/>
                </a:lnTo>
                <a:lnTo>
                  <a:pt x="1173" y="320"/>
                </a:lnTo>
                <a:lnTo>
                  <a:pt x="1174" y="321"/>
                </a:lnTo>
                <a:lnTo>
                  <a:pt x="1175" y="322"/>
                </a:lnTo>
                <a:lnTo>
                  <a:pt x="1175" y="324"/>
                </a:lnTo>
                <a:lnTo>
                  <a:pt x="1174" y="324"/>
                </a:lnTo>
                <a:lnTo>
                  <a:pt x="1174" y="325"/>
                </a:lnTo>
                <a:lnTo>
                  <a:pt x="1174" y="326"/>
                </a:lnTo>
                <a:lnTo>
                  <a:pt x="1175" y="326"/>
                </a:lnTo>
                <a:lnTo>
                  <a:pt x="1175" y="327"/>
                </a:lnTo>
                <a:lnTo>
                  <a:pt x="1176" y="327"/>
                </a:lnTo>
                <a:lnTo>
                  <a:pt x="1176" y="326"/>
                </a:lnTo>
                <a:lnTo>
                  <a:pt x="1177" y="325"/>
                </a:lnTo>
                <a:lnTo>
                  <a:pt x="1178" y="325"/>
                </a:lnTo>
                <a:lnTo>
                  <a:pt x="1179" y="324"/>
                </a:lnTo>
                <a:lnTo>
                  <a:pt x="1180" y="324"/>
                </a:lnTo>
                <a:lnTo>
                  <a:pt x="1181" y="325"/>
                </a:lnTo>
                <a:lnTo>
                  <a:pt x="1181" y="324"/>
                </a:lnTo>
                <a:lnTo>
                  <a:pt x="1182" y="325"/>
                </a:lnTo>
                <a:lnTo>
                  <a:pt x="1182" y="326"/>
                </a:lnTo>
                <a:lnTo>
                  <a:pt x="1183" y="327"/>
                </a:lnTo>
                <a:lnTo>
                  <a:pt x="1184" y="327"/>
                </a:lnTo>
                <a:lnTo>
                  <a:pt x="1185" y="327"/>
                </a:lnTo>
                <a:lnTo>
                  <a:pt x="1186" y="326"/>
                </a:lnTo>
                <a:lnTo>
                  <a:pt x="1186" y="325"/>
                </a:lnTo>
                <a:lnTo>
                  <a:pt x="1187" y="325"/>
                </a:lnTo>
                <a:lnTo>
                  <a:pt x="1187" y="324"/>
                </a:lnTo>
                <a:lnTo>
                  <a:pt x="1188" y="322"/>
                </a:lnTo>
                <a:lnTo>
                  <a:pt x="1189" y="322"/>
                </a:lnTo>
                <a:lnTo>
                  <a:pt x="1190" y="323"/>
                </a:lnTo>
                <a:lnTo>
                  <a:pt x="1191" y="323"/>
                </a:lnTo>
                <a:lnTo>
                  <a:pt x="1192" y="322"/>
                </a:lnTo>
                <a:lnTo>
                  <a:pt x="1194" y="322"/>
                </a:lnTo>
                <a:lnTo>
                  <a:pt x="1195" y="321"/>
                </a:lnTo>
                <a:lnTo>
                  <a:pt x="1195" y="322"/>
                </a:lnTo>
                <a:lnTo>
                  <a:pt x="1196" y="322"/>
                </a:lnTo>
                <a:lnTo>
                  <a:pt x="1196" y="323"/>
                </a:lnTo>
                <a:lnTo>
                  <a:pt x="1197" y="323"/>
                </a:lnTo>
                <a:lnTo>
                  <a:pt x="1198" y="324"/>
                </a:lnTo>
                <a:lnTo>
                  <a:pt x="1198" y="325"/>
                </a:lnTo>
                <a:lnTo>
                  <a:pt x="1197" y="326"/>
                </a:lnTo>
                <a:lnTo>
                  <a:pt x="1197" y="327"/>
                </a:lnTo>
                <a:lnTo>
                  <a:pt x="1197" y="328"/>
                </a:lnTo>
                <a:lnTo>
                  <a:pt x="1196" y="328"/>
                </a:lnTo>
                <a:lnTo>
                  <a:pt x="1195" y="328"/>
                </a:lnTo>
                <a:lnTo>
                  <a:pt x="1196" y="329"/>
                </a:lnTo>
                <a:lnTo>
                  <a:pt x="1197" y="329"/>
                </a:lnTo>
                <a:lnTo>
                  <a:pt x="1197" y="330"/>
                </a:lnTo>
                <a:lnTo>
                  <a:pt x="1197" y="332"/>
                </a:lnTo>
                <a:lnTo>
                  <a:pt x="1196" y="332"/>
                </a:lnTo>
                <a:lnTo>
                  <a:pt x="1195" y="332"/>
                </a:lnTo>
                <a:lnTo>
                  <a:pt x="1195" y="333"/>
                </a:lnTo>
                <a:lnTo>
                  <a:pt x="1196" y="333"/>
                </a:lnTo>
                <a:lnTo>
                  <a:pt x="1198" y="334"/>
                </a:lnTo>
                <a:lnTo>
                  <a:pt x="1199" y="334"/>
                </a:lnTo>
                <a:lnTo>
                  <a:pt x="1200" y="333"/>
                </a:lnTo>
                <a:lnTo>
                  <a:pt x="1200" y="334"/>
                </a:lnTo>
                <a:lnTo>
                  <a:pt x="1201" y="334"/>
                </a:lnTo>
                <a:lnTo>
                  <a:pt x="1201" y="335"/>
                </a:lnTo>
                <a:lnTo>
                  <a:pt x="1202" y="335"/>
                </a:lnTo>
                <a:lnTo>
                  <a:pt x="1202" y="334"/>
                </a:lnTo>
                <a:lnTo>
                  <a:pt x="1203" y="334"/>
                </a:lnTo>
                <a:lnTo>
                  <a:pt x="1203" y="333"/>
                </a:lnTo>
                <a:lnTo>
                  <a:pt x="1203" y="332"/>
                </a:lnTo>
                <a:lnTo>
                  <a:pt x="1204" y="332"/>
                </a:lnTo>
                <a:lnTo>
                  <a:pt x="1205" y="332"/>
                </a:lnTo>
                <a:lnTo>
                  <a:pt x="1206" y="331"/>
                </a:lnTo>
                <a:lnTo>
                  <a:pt x="1206" y="332"/>
                </a:lnTo>
                <a:lnTo>
                  <a:pt x="1207" y="332"/>
                </a:lnTo>
                <a:lnTo>
                  <a:pt x="1208" y="332"/>
                </a:lnTo>
                <a:lnTo>
                  <a:pt x="1208" y="333"/>
                </a:lnTo>
                <a:lnTo>
                  <a:pt x="1208" y="334"/>
                </a:lnTo>
                <a:lnTo>
                  <a:pt x="1209" y="336"/>
                </a:lnTo>
                <a:lnTo>
                  <a:pt x="1208" y="336"/>
                </a:lnTo>
                <a:lnTo>
                  <a:pt x="1209" y="337"/>
                </a:lnTo>
                <a:lnTo>
                  <a:pt x="1209" y="338"/>
                </a:lnTo>
                <a:lnTo>
                  <a:pt x="1210" y="339"/>
                </a:lnTo>
                <a:lnTo>
                  <a:pt x="1211" y="339"/>
                </a:lnTo>
                <a:lnTo>
                  <a:pt x="1211" y="338"/>
                </a:lnTo>
                <a:lnTo>
                  <a:pt x="1211" y="337"/>
                </a:lnTo>
                <a:lnTo>
                  <a:pt x="1212" y="337"/>
                </a:lnTo>
                <a:lnTo>
                  <a:pt x="1212" y="339"/>
                </a:lnTo>
                <a:lnTo>
                  <a:pt x="1212" y="340"/>
                </a:lnTo>
                <a:lnTo>
                  <a:pt x="1211" y="340"/>
                </a:lnTo>
                <a:lnTo>
                  <a:pt x="1212" y="342"/>
                </a:lnTo>
                <a:lnTo>
                  <a:pt x="1212" y="343"/>
                </a:lnTo>
                <a:lnTo>
                  <a:pt x="1211" y="343"/>
                </a:lnTo>
                <a:lnTo>
                  <a:pt x="1211" y="344"/>
                </a:lnTo>
                <a:lnTo>
                  <a:pt x="1211" y="345"/>
                </a:lnTo>
                <a:lnTo>
                  <a:pt x="1212" y="345"/>
                </a:lnTo>
                <a:lnTo>
                  <a:pt x="1213" y="346"/>
                </a:lnTo>
                <a:lnTo>
                  <a:pt x="1214" y="347"/>
                </a:lnTo>
                <a:lnTo>
                  <a:pt x="1214" y="348"/>
                </a:lnTo>
                <a:lnTo>
                  <a:pt x="1215" y="349"/>
                </a:lnTo>
                <a:lnTo>
                  <a:pt x="1216" y="348"/>
                </a:lnTo>
                <a:lnTo>
                  <a:pt x="1217" y="347"/>
                </a:lnTo>
                <a:lnTo>
                  <a:pt x="1219" y="348"/>
                </a:lnTo>
                <a:lnTo>
                  <a:pt x="1220" y="349"/>
                </a:lnTo>
                <a:lnTo>
                  <a:pt x="1220" y="348"/>
                </a:lnTo>
                <a:lnTo>
                  <a:pt x="1221" y="347"/>
                </a:lnTo>
                <a:lnTo>
                  <a:pt x="1222" y="347"/>
                </a:lnTo>
                <a:lnTo>
                  <a:pt x="1223" y="348"/>
                </a:lnTo>
                <a:lnTo>
                  <a:pt x="1223" y="349"/>
                </a:lnTo>
                <a:lnTo>
                  <a:pt x="1224" y="349"/>
                </a:lnTo>
                <a:lnTo>
                  <a:pt x="1224" y="350"/>
                </a:lnTo>
                <a:lnTo>
                  <a:pt x="1225" y="351"/>
                </a:lnTo>
                <a:lnTo>
                  <a:pt x="1225" y="352"/>
                </a:lnTo>
                <a:lnTo>
                  <a:pt x="1226" y="352"/>
                </a:lnTo>
                <a:lnTo>
                  <a:pt x="1227" y="353"/>
                </a:lnTo>
                <a:lnTo>
                  <a:pt x="1227" y="354"/>
                </a:lnTo>
                <a:lnTo>
                  <a:pt x="1227" y="355"/>
                </a:lnTo>
                <a:lnTo>
                  <a:pt x="1227" y="356"/>
                </a:lnTo>
                <a:lnTo>
                  <a:pt x="1227" y="357"/>
                </a:lnTo>
                <a:lnTo>
                  <a:pt x="1227" y="359"/>
                </a:lnTo>
                <a:lnTo>
                  <a:pt x="1226" y="360"/>
                </a:lnTo>
                <a:lnTo>
                  <a:pt x="1227" y="361"/>
                </a:lnTo>
                <a:lnTo>
                  <a:pt x="1228" y="362"/>
                </a:lnTo>
                <a:lnTo>
                  <a:pt x="1229" y="362"/>
                </a:lnTo>
                <a:lnTo>
                  <a:pt x="1229" y="363"/>
                </a:lnTo>
                <a:lnTo>
                  <a:pt x="1229" y="364"/>
                </a:lnTo>
                <a:lnTo>
                  <a:pt x="1231" y="365"/>
                </a:lnTo>
                <a:lnTo>
                  <a:pt x="1231" y="366"/>
                </a:lnTo>
                <a:lnTo>
                  <a:pt x="1231" y="367"/>
                </a:lnTo>
                <a:lnTo>
                  <a:pt x="1231" y="368"/>
                </a:lnTo>
                <a:lnTo>
                  <a:pt x="1232" y="368"/>
                </a:lnTo>
                <a:lnTo>
                  <a:pt x="1233" y="369"/>
                </a:lnTo>
                <a:lnTo>
                  <a:pt x="1235" y="370"/>
                </a:lnTo>
                <a:lnTo>
                  <a:pt x="1236" y="370"/>
                </a:lnTo>
                <a:lnTo>
                  <a:pt x="1236" y="371"/>
                </a:lnTo>
                <a:lnTo>
                  <a:pt x="1237" y="371"/>
                </a:lnTo>
                <a:lnTo>
                  <a:pt x="1238" y="371"/>
                </a:lnTo>
                <a:lnTo>
                  <a:pt x="1238" y="370"/>
                </a:lnTo>
                <a:lnTo>
                  <a:pt x="1238" y="369"/>
                </a:lnTo>
                <a:lnTo>
                  <a:pt x="1238" y="368"/>
                </a:lnTo>
                <a:lnTo>
                  <a:pt x="1238" y="367"/>
                </a:lnTo>
                <a:lnTo>
                  <a:pt x="1239" y="368"/>
                </a:lnTo>
                <a:lnTo>
                  <a:pt x="1239" y="367"/>
                </a:lnTo>
                <a:lnTo>
                  <a:pt x="1239" y="366"/>
                </a:lnTo>
                <a:lnTo>
                  <a:pt x="1239" y="365"/>
                </a:lnTo>
                <a:lnTo>
                  <a:pt x="1240" y="364"/>
                </a:lnTo>
                <a:lnTo>
                  <a:pt x="1241" y="363"/>
                </a:lnTo>
                <a:lnTo>
                  <a:pt x="1242" y="362"/>
                </a:lnTo>
                <a:lnTo>
                  <a:pt x="1243" y="362"/>
                </a:lnTo>
                <a:lnTo>
                  <a:pt x="1244" y="362"/>
                </a:lnTo>
                <a:lnTo>
                  <a:pt x="1244" y="360"/>
                </a:lnTo>
                <a:lnTo>
                  <a:pt x="1245" y="359"/>
                </a:lnTo>
                <a:lnTo>
                  <a:pt x="1245" y="358"/>
                </a:lnTo>
                <a:lnTo>
                  <a:pt x="1245" y="356"/>
                </a:lnTo>
                <a:lnTo>
                  <a:pt x="1245" y="355"/>
                </a:lnTo>
                <a:lnTo>
                  <a:pt x="1245" y="354"/>
                </a:lnTo>
                <a:lnTo>
                  <a:pt x="1246" y="354"/>
                </a:lnTo>
                <a:lnTo>
                  <a:pt x="1247" y="355"/>
                </a:lnTo>
                <a:lnTo>
                  <a:pt x="1248" y="355"/>
                </a:lnTo>
                <a:lnTo>
                  <a:pt x="1248" y="356"/>
                </a:lnTo>
                <a:lnTo>
                  <a:pt x="1249" y="356"/>
                </a:lnTo>
                <a:lnTo>
                  <a:pt x="1250" y="356"/>
                </a:lnTo>
                <a:lnTo>
                  <a:pt x="1251" y="356"/>
                </a:lnTo>
                <a:lnTo>
                  <a:pt x="1252" y="357"/>
                </a:lnTo>
                <a:lnTo>
                  <a:pt x="1253" y="357"/>
                </a:lnTo>
                <a:lnTo>
                  <a:pt x="1254" y="357"/>
                </a:lnTo>
                <a:lnTo>
                  <a:pt x="1255" y="357"/>
                </a:lnTo>
                <a:lnTo>
                  <a:pt x="1256" y="357"/>
                </a:lnTo>
                <a:lnTo>
                  <a:pt x="1257" y="357"/>
                </a:lnTo>
                <a:lnTo>
                  <a:pt x="1257" y="358"/>
                </a:lnTo>
                <a:lnTo>
                  <a:pt x="1257" y="359"/>
                </a:lnTo>
                <a:lnTo>
                  <a:pt x="1257" y="360"/>
                </a:lnTo>
                <a:lnTo>
                  <a:pt x="1258" y="361"/>
                </a:lnTo>
                <a:lnTo>
                  <a:pt x="1259" y="361"/>
                </a:lnTo>
                <a:lnTo>
                  <a:pt x="1260" y="361"/>
                </a:lnTo>
                <a:lnTo>
                  <a:pt x="1261" y="362"/>
                </a:lnTo>
                <a:lnTo>
                  <a:pt x="1261" y="363"/>
                </a:lnTo>
                <a:lnTo>
                  <a:pt x="1262" y="364"/>
                </a:lnTo>
                <a:lnTo>
                  <a:pt x="1262" y="365"/>
                </a:lnTo>
                <a:lnTo>
                  <a:pt x="1262" y="366"/>
                </a:lnTo>
                <a:lnTo>
                  <a:pt x="1263" y="366"/>
                </a:lnTo>
                <a:lnTo>
                  <a:pt x="1264" y="366"/>
                </a:lnTo>
                <a:lnTo>
                  <a:pt x="1265" y="367"/>
                </a:lnTo>
                <a:lnTo>
                  <a:pt x="1265" y="368"/>
                </a:lnTo>
                <a:lnTo>
                  <a:pt x="1266" y="368"/>
                </a:lnTo>
                <a:lnTo>
                  <a:pt x="1266" y="369"/>
                </a:lnTo>
                <a:lnTo>
                  <a:pt x="1267" y="369"/>
                </a:lnTo>
                <a:lnTo>
                  <a:pt x="1267" y="370"/>
                </a:lnTo>
                <a:lnTo>
                  <a:pt x="1268" y="371"/>
                </a:lnTo>
                <a:lnTo>
                  <a:pt x="1268" y="372"/>
                </a:lnTo>
                <a:lnTo>
                  <a:pt x="1269" y="373"/>
                </a:lnTo>
                <a:lnTo>
                  <a:pt x="1269" y="374"/>
                </a:lnTo>
                <a:lnTo>
                  <a:pt x="1269" y="375"/>
                </a:lnTo>
                <a:lnTo>
                  <a:pt x="1270" y="376"/>
                </a:lnTo>
                <a:lnTo>
                  <a:pt x="1271" y="375"/>
                </a:lnTo>
                <a:lnTo>
                  <a:pt x="1272" y="374"/>
                </a:lnTo>
                <a:lnTo>
                  <a:pt x="1272" y="373"/>
                </a:lnTo>
                <a:lnTo>
                  <a:pt x="1272" y="372"/>
                </a:lnTo>
                <a:lnTo>
                  <a:pt x="1272" y="371"/>
                </a:lnTo>
                <a:lnTo>
                  <a:pt x="1273" y="371"/>
                </a:lnTo>
                <a:lnTo>
                  <a:pt x="1274" y="371"/>
                </a:lnTo>
                <a:lnTo>
                  <a:pt x="1275" y="371"/>
                </a:lnTo>
                <a:lnTo>
                  <a:pt x="1276" y="370"/>
                </a:lnTo>
                <a:lnTo>
                  <a:pt x="1277" y="371"/>
                </a:lnTo>
                <a:lnTo>
                  <a:pt x="1279" y="371"/>
                </a:lnTo>
                <a:lnTo>
                  <a:pt x="1281" y="370"/>
                </a:lnTo>
                <a:lnTo>
                  <a:pt x="1282" y="369"/>
                </a:lnTo>
                <a:lnTo>
                  <a:pt x="1282" y="368"/>
                </a:lnTo>
                <a:lnTo>
                  <a:pt x="1283" y="367"/>
                </a:lnTo>
                <a:lnTo>
                  <a:pt x="1283" y="366"/>
                </a:lnTo>
                <a:lnTo>
                  <a:pt x="1284" y="366"/>
                </a:lnTo>
                <a:lnTo>
                  <a:pt x="1286" y="365"/>
                </a:lnTo>
                <a:lnTo>
                  <a:pt x="1287" y="365"/>
                </a:lnTo>
                <a:lnTo>
                  <a:pt x="1288" y="366"/>
                </a:lnTo>
                <a:lnTo>
                  <a:pt x="1288" y="367"/>
                </a:lnTo>
                <a:lnTo>
                  <a:pt x="1289" y="368"/>
                </a:lnTo>
                <a:lnTo>
                  <a:pt x="1289" y="369"/>
                </a:lnTo>
                <a:lnTo>
                  <a:pt x="1290" y="369"/>
                </a:lnTo>
                <a:lnTo>
                  <a:pt x="1290" y="370"/>
                </a:lnTo>
                <a:lnTo>
                  <a:pt x="1289" y="370"/>
                </a:lnTo>
                <a:lnTo>
                  <a:pt x="1289" y="371"/>
                </a:lnTo>
                <a:lnTo>
                  <a:pt x="1290" y="371"/>
                </a:lnTo>
                <a:lnTo>
                  <a:pt x="1290" y="372"/>
                </a:lnTo>
                <a:lnTo>
                  <a:pt x="1290" y="374"/>
                </a:lnTo>
                <a:lnTo>
                  <a:pt x="1291" y="375"/>
                </a:lnTo>
                <a:lnTo>
                  <a:pt x="1291" y="376"/>
                </a:lnTo>
                <a:lnTo>
                  <a:pt x="1292" y="376"/>
                </a:lnTo>
                <a:lnTo>
                  <a:pt x="1293" y="376"/>
                </a:lnTo>
                <a:lnTo>
                  <a:pt x="1294" y="376"/>
                </a:lnTo>
                <a:lnTo>
                  <a:pt x="1295" y="377"/>
                </a:lnTo>
                <a:lnTo>
                  <a:pt x="1296" y="377"/>
                </a:lnTo>
                <a:lnTo>
                  <a:pt x="1296" y="378"/>
                </a:lnTo>
                <a:lnTo>
                  <a:pt x="1297" y="379"/>
                </a:lnTo>
                <a:lnTo>
                  <a:pt x="1299" y="380"/>
                </a:lnTo>
                <a:lnTo>
                  <a:pt x="1300" y="380"/>
                </a:lnTo>
                <a:lnTo>
                  <a:pt x="1300" y="381"/>
                </a:lnTo>
                <a:lnTo>
                  <a:pt x="1300" y="382"/>
                </a:lnTo>
                <a:lnTo>
                  <a:pt x="1300" y="383"/>
                </a:lnTo>
                <a:lnTo>
                  <a:pt x="1300" y="385"/>
                </a:lnTo>
                <a:lnTo>
                  <a:pt x="1300" y="386"/>
                </a:lnTo>
                <a:lnTo>
                  <a:pt x="1301" y="386"/>
                </a:lnTo>
                <a:lnTo>
                  <a:pt x="1301" y="385"/>
                </a:lnTo>
                <a:lnTo>
                  <a:pt x="1302" y="385"/>
                </a:lnTo>
                <a:lnTo>
                  <a:pt x="1303" y="385"/>
                </a:lnTo>
                <a:lnTo>
                  <a:pt x="1304" y="386"/>
                </a:lnTo>
                <a:lnTo>
                  <a:pt x="1305" y="386"/>
                </a:lnTo>
                <a:lnTo>
                  <a:pt x="1305" y="385"/>
                </a:lnTo>
                <a:lnTo>
                  <a:pt x="1306" y="385"/>
                </a:lnTo>
                <a:lnTo>
                  <a:pt x="1307" y="384"/>
                </a:lnTo>
                <a:lnTo>
                  <a:pt x="1308" y="385"/>
                </a:lnTo>
                <a:lnTo>
                  <a:pt x="1308" y="386"/>
                </a:lnTo>
                <a:lnTo>
                  <a:pt x="1308" y="385"/>
                </a:lnTo>
                <a:lnTo>
                  <a:pt x="1309" y="385"/>
                </a:lnTo>
                <a:lnTo>
                  <a:pt x="1309" y="386"/>
                </a:lnTo>
                <a:lnTo>
                  <a:pt x="1310" y="386"/>
                </a:lnTo>
                <a:lnTo>
                  <a:pt x="1311" y="386"/>
                </a:lnTo>
                <a:lnTo>
                  <a:pt x="1312" y="387"/>
                </a:lnTo>
                <a:lnTo>
                  <a:pt x="1312" y="388"/>
                </a:lnTo>
                <a:lnTo>
                  <a:pt x="1312" y="389"/>
                </a:lnTo>
                <a:lnTo>
                  <a:pt x="1313" y="390"/>
                </a:lnTo>
                <a:lnTo>
                  <a:pt x="1314" y="390"/>
                </a:lnTo>
                <a:lnTo>
                  <a:pt x="1315" y="390"/>
                </a:lnTo>
                <a:lnTo>
                  <a:pt x="1316" y="391"/>
                </a:lnTo>
                <a:lnTo>
                  <a:pt x="1317" y="390"/>
                </a:lnTo>
                <a:lnTo>
                  <a:pt x="1317" y="389"/>
                </a:lnTo>
                <a:lnTo>
                  <a:pt x="1318" y="389"/>
                </a:lnTo>
                <a:lnTo>
                  <a:pt x="1319" y="389"/>
                </a:lnTo>
                <a:lnTo>
                  <a:pt x="1320" y="389"/>
                </a:lnTo>
                <a:lnTo>
                  <a:pt x="1321" y="389"/>
                </a:lnTo>
                <a:lnTo>
                  <a:pt x="1321" y="390"/>
                </a:lnTo>
                <a:lnTo>
                  <a:pt x="1321" y="392"/>
                </a:lnTo>
                <a:lnTo>
                  <a:pt x="1322" y="394"/>
                </a:lnTo>
                <a:lnTo>
                  <a:pt x="1323" y="395"/>
                </a:lnTo>
                <a:lnTo>
                  <a:pt x="1323" y="396"/>
                </a:lnTo>
                <a:lnTo>
                  <a:pt x="1323" y="397"/>
                </a:lnTo>
                <a:lnTo>
                  <a:pt x="1323" y="398"/>
                </a:lnTo>
                <a:lnTo>
                  <a:pt x="1324" y="398"/>
                </a:lnTo>
                <a:lnTo>
                  <a:pt x="1324" y="399"/>
                </a:lnTo>
                <a:lnTo>
                  <a:pt x="1324" y="400"/>
                </a:lnTo>
                <a:lnTo>
                  <a:pt x="1325" y="400"/>
                </a:lnTo>
                <a:lnTo>
                  <a:pt x="1324" y="401"/>
                </a:lnTo>
                <a:lnTo>
                  <a:pt x="1324" y="400"/>
                </a:lnTo>
                <a:lnTo>
                  <a:pt x="1323" y="400"/>
                </a:lnTo>
                <a:lnTo>
                  <a:pt x="1322" y="400"/>
                </a:lnTo>
                <a:lnTo>
                  <a:pt x="1322" y="401"/>
                </a:lnTo>
                <a:lnTo>
                  <a:pt x="1321" y="401"/>
                </a:lnTo>
                <a:lnTo>
                  <a:pt x="1320" y="400"/>
                </a:lnTo>
                <a:lnTo>
                  <a:pt x="1319" y="401"/>
                </a:lnTo>
                <a:lnTo>
                  <a:pt x="1318" y="402"/>
                </a:lnTo>
                <a:lnTo>
                  <a:pt x="1317" y="402"/>
                </a:lnTo>
                <a:lnTo>
                  <a:pt x="1316" y="402"/>
                </a:lnTo>
                <a:lnTo>
                  <a:pt x="1316" y="403"/>
                </a:lnTo>
                <a:lnTo>
                  <a:pt x="1315" y="403"/>
                </a:lnTo>
                <a:lnTo>
                  <a:pt x="1314" y="403"/>
                </a:lnTo>
                <a:lnTo>
                  <a:pt x="1313" y="404"/>
                </a:lnTo>
                <a:lnTo>
                  <a:pt x="1312" y="404"/>
                </a:lnTo>
                <a:lnTo>
                  <a:pt x="1312" y="405"/>
                </a:lnTo>
                <a:lnTo>
                  <a:pt x="1311" y="406"/>
                </a:lnTo>
                <a:lnTo>
                  <a:pt x="1310" y="407"/>
                </a:lnTo>
                <a:lnTo>
                  <a:pt x="1309" y="407"/>
                </a:lnTo>
                <a:lnTo>
                  <a:pt x="1308" y="408"/>
                </a:lnTo>
                <a:lnTo>
                  <a:pt x="1307" y="408"/>
                </a:lnTo>
                <a:lnTo>
                  <a:pt x="1308" y="409"/>
                </a:lnTo>
                <a:lnTo>
                  <a:pt x="1307" y="410"/>
                </a:lnTo>
                <a:lnTo>
                  <a:pt x="1305" y="411"/>
                </a:lnTo>
                <a:lnTo>
                  <a:pt x="1305" y="412"/>
                </a:lnTo>
                <a:lnTo>
                  <a:pt x="1305" y="413"/>
                </a:lnTo>
                <a:lnTo>
                  <a:pt x="1304" y="413"/>
                </a:lnTo>
                <a:lnTo>
                  <a:pt x="1304" y="414"/>
                </a:lnTo>
                <a:lnTo>
                  <a:pt x="1303" y="414"/>
                </a:lnTo>
                <a:lnTo>
                  <a:pt x="1302" y="414"/>
                </a:lnTo>
                <a:lnTo>
                  <a:pt x="1302" y="415"/>
                </a:lnTo>
                <a:lnTo>
                  <a:pt x="1302" y="416"/>
                </a:lnTo>
                <a:lnTo>
                  <a:pt x="1302" y="417"/>
                </a:lnTo>
                <a:lnTo>
                  <a:pt x="1301" y="418"/>
                </a:lnTo>
                <a:lnTo>
                  <a:pt x="1300" y="418"/>
                </a:lnTo>
                <a:lnTo>
                  <a:pt x="1299" y="418"/>
                </a:lnTo>
                <a:lnTo>
                  <a:pt x="1299" y="417"/>
                </a:lnTo>
                <a:lnTo>
                  <a:pt x="1298" y="418"/>
                </a:lnTo>
                <a:lnTo>
                  <a:pt x="1297" y="418"/>
                </a:lnTo>
                <a:lnTo>
                  <a:pt x="1298" y="418"/>
                </a:lnTo>
                <a:lnTo>
                  <a:pt x="1298" y="419"/>
                </a:lnTo>
                <a:lnTo>
                  <a:pt x="1296" y="419"/>
                </a:lnTo>
                <a:lnTo>
                  <a:pt x="1295" y="419"/>
                </a:lnTo>
                <a:lnTo>
                  <a:pt x="1294" y="420"/>
                </a:lnTo>
                <a:lnTo>
                  <a:pt x="1294" y="421"/>
                </a:lnTo>
                <a:lnTo>
                  <a:pt x="1293" y="421"/>
                </a:lnTo>
                <a:lnTo>
                  <a:pt x="1293" y="422"/>
                </a:lnTo>
                <a:lnTo>
                  <a:pt x="1292" y="422"/>
                </a:lnTo>
                <a:lnTo>
                  <a:pt x="1291" y="422"/>
                </a:lnTo>
                <a:lnTo>
                  <a:pt x="1291" y="423"/>
                </a:lnTo>
                <a:lnTo>
                  <a:pt x="1291" y="424"/>
                </a:lnTo>
                <a:lnTo>
                  <a:pt x="1291" y="425"/>
                </a:lnTo>
                <a:lnTo>
                  <a:pt x="1291" y="426"/>
                </a:lnTo>
                <a:lnTo>
                  <a:pt x="1290" y="426"/>
                </a:lnTo>
                <a:lnTo>
                  <a:pt x="1289" y="427"/>
                </a:lnTo>
                <a:lnTo>
                  <a:pt x="1288" y="428"/>
                </a:lnTo>
                <a:lnTo>
                  <a:pt x="1288" y="430"/>
                </a:lnTo>
                <a:lnTo>
                  <a:pt x="1289" y="432"/>
                </a:lnTo>
                <a:lnTo>
                  <a:pt x="1292" y="433"/>
                </a:lnTo>
                <a:lnTo>
                  <a:pt x="1292" y="434"/>
                </a:lnTo>
                <a:lnTo>
                  <a:pt x="1291" y="434"/>
                </a:lnTo>
                <a:lnTo>
                  <a:pt x="1291" y="435"/>
                </a:lnTo>
                <a:lnTo>
                  <a:pt x="1292" y="436"/>
                </a:lnTo>
                <a:lnTo>
                  <a:pt x="1292" y="437"/>
                </a:lnTo>
                <a:lnTo>
                  <a:pt x="1291" y="437"/>
                </a:lnTo>
                <a:lnTo>
                  <a:pt x="1291" y="438"/>
                </a:lnTo>
                <a:lnTo>
                  <a:pt x="1291" y="439"/>
                </a:lnTo>
                <a:lnTo>
                  <a:pt x="1291" y="440"/>
                </a:lnTo>
                <a:lnTo>
                  <a:pt x="1293" y="440"/>
                </a:lnTo>
                <a:lnTo>
                  <a:pt x="1294" y="440"/>
                </a:lnTo>
                <a:lnTo>
                  <a:pt x="1294" y="442"/>
                </a:lnTo>
                <a:lnTo>
                  <a:pt x="1293" y="442"/>
                </a:lnTo>
                <a:lnTo>
                  <a:pt x="1292" y="443"/>
                </a:lnTo>
                <a:lnTo>
                  <a:pt x="1291" y="443"/>
                </a:lnTo>
                <a:lnTo>
                  <a:pt x="1291" y="444"/>
                </a:lnTo>
                <a:lnTo>
                  <a:pt x="1291" y="445"/>
                </a:lnTo>
                <a:lnTo>
                  <a:pt x="1291" y="446"/>
                </a:lnTo>
                <a:lnTo>
                  <a:pt x="1290" y="446"/>
                </a:lnTo>
                <a:lnTo>
                  <a:pt x="1289" y="446"/>
                </a:lnTo>
                <a:lnTo>
                  <a:pt x="1288" y="446"/>
                </a:lnTo>
                <a:lnTo>
                  <a:pt x="1287" y="447"/>
                </a:lnTo>
                <a:lnTo>
                  <a:pt x="1286" y="447"/>
                </a:lnTo>
                <a:lnTo>
                  <a:pt x="1285" y="447"/>
                </a:lnTo>
                <a:lnTo>
                  <a:pt x="1283" y="446"/>
                </a:lnTo>
                <a:lnTo>
                  <a:pt x="1281" y="446"/>
                </a:lnTo>
                <a:lnTo>
                  <a:pt x="1280" y="447"/>
                </a:lnTo>
                <a:lnTo>
                  <a:pt x="1278" y="449"/>
                </a:lnTo>
                <a:lnTo>
                  <a:pt x="1279" y="449"/>
                </a:lnTo>
                <a:lnTo>
                  <a:pt x="1279" y="450"/>
                </a:lnTo>
                <a:lnTo>
                  <a:pt x="1279" y="453"/>
                </a:lnTo>
                <a:lnTo>
                  <a:pt x="1278" y="454"/>
                </a:lnTo>
                <a:lnTo>
                  <a:pt x="1277" y="455"/>
                </a:lnTo>
                <a:lnTo>
                  <a:pt x="1278" y="455"/>
                </a:lnTo>
                <a:lnTo>
                  <a:pt x="1278" y="456"/>
                </a:lnTo>
                <a:lnTo>
                  <a:pt x="1277" y="457"/>
                </a:lnTo>
                <a:lnTo>
                  <a:pt x="1277" y="459"/>
                </a:lnTo>
                <a:lnTo>
                  <a:pt x="1278" y="460"/>
                </a:lnTo>
                <a:lnTo>
                  <a:pt x="1277" y="461"/>
                </a:lnTo>
                <a:lnTo>
                  <a:pt x="1277" y="462"/>
                </a:lnTo>
                <a:lnTo>
                  <a:pt x="1278" y="463"/>
                </a:lnTo>
                <a:lnTo>
                  <a:pt x="1279" y="463"/>
                </a:lnTo>
                <a:lnTo>
                  <a:pt x="1279" y="464"/>
                </a:lnTo>
                <a:lnTo>
                  <a:pt x="1280" y="465"/>
                </a:lnTo>
                <a:lnTo>
                  <a:pt x="1281" y="465"/>
                </a:lnTo>
                <a:lnTo>
                  <a:pt x="1281" y="466"/>
                </a:lnTo>
                <a:lnTo>
                  <a:pt x="1282" y="466"/>
                </a:lnTo>
                <a:lnTo>
                  <a:pt x="1284" y="466"/>
                </a:lnTo>
                <a:lnTo>
                  <a:pt x="1284" y="467"/>
                </a:lnTo>
                <a:lnTo>
                  <a:pt x="1284" y="468"/>
                </a:lnTo>
                <a:lnTo>
                  <a:pt x="1285" y="470"/>
                </a:lnTo>
                <a:lnTo>
                  <a:pt x="1286" y="470"/>
                </a:lnTo>
                <a:lnTo>
                  <a:pt x="1287" y="470"/>
                </a:lnTo>
                <a:lnTo>
                  <a:pt x="1287" y="471"/>
                </a:lnTo>
                <a:lnTo>
                  <a:pt x="1287" y="473"/>
                </a:lnTo>
                <a:lnTo>
                  <a:pt x="1288" y="474"/>
                </a:lnTo>
                <a:lnTo>
                  <a:pt x="1287" y="474"/>
                </a:lnTo>
                <a:lnTo>
                  <a:pt x="1287" y="475"/>
                </a:lnTo>
                <a:lnTo>
                  <a:pt x="1286" y="475"/>
                </a:lnTo>
                <a:lnTo>
                  <a:pt x="1287" y="477"/>
                </a:lnTo>
                <a:lnTo>
                  <a:pt x="1288" y="478"/>
                </a:lnTo>
                <a:lnTo>
                  <a:pt x="1289" y="479"/>
                </a:lnTo>
                <a:lnTo>
                  <a:pt x="1290" y="479"/>
                </a:lnTo>
                <a:lnTo>
                  <a:pt x="1290" y="478"/>
                </a:lnTo>
                <a:lnTo>
                  <a:pt x="1290" y="477"/>
                </a:lnTo>
                <a:lnTo>
                  <a:pt x="1291" y="477"/>
                </a:lnTo>
                <a:lnTo>
                  <a:pt x="1292" y="478"/>
                </a:lnTo>
                <a:lnTo>
                  <a:pt x="1293" y="478"/>
                </a:lnTo>
                <a:lnTo>
                  <a:pt x="1294" y="477"/>
                </a:lnTo>
                <a:lnTo>
                  <a:pt x="1294" y="478"/>
                </a:lnTo>
                <a:lnTo>
                  <a:pt x="1295" y="479"/>
                </a:lnTo>
                <a:lnTo>
                  <a:pt x="1295" y="480"/>
                </a:lnTo>
                <a:lnTo>
                  <a:pt x="1296" y="480"/>
                </a:lnTo>
                <a:lnTo>
                  <a:pt x="1297" y="480"/>
                </a:lnTo>
                <a:lnTo>
                  <a:pt x="1299" y="481"/>
                </a:lnTo>
                <a:lnTo>
                  <a:pt x="1300" y="482"/>
                </a:lnTo>
                <a:lnTo>
                  <a:pt x="1299" y="483"/>
                </a:lnTo>
                <a:lnTo>
                  <a:pt x="1299" y="484"/>
                </a:lnTo>
                <a:lnTo>
                  <a:pt x="1300" y="484"/>
                </a:lnTo>
                <a:lnTo>
                  <a:pt x="1301" y="486"/>
                </a:lnTo>
                <a:lnTo>
                  <a:pt x="1301" y="487"/>
                </a:lnTo>
                <a:lnTo>
                  <a:pt x="1301" y="488"/>
                </a:lnTo>
                <a:lnTo>
                  <a:pt x="1302" y="488"/>
                </a:lnTo>
                <a:lnTo>
                  <a:pt x="1302" y="489"/>
                </a:lnTo>
                <a:lnTo>
                  <a:pt x="1303" y="489"/>
                </a:lnTo>
                <a:lnTo>
                  <a:pt x="1304" y="490"/>
                </a:lnTo>
                <a:lnTo>
                  <a:pt x="1305" y="490"/>
                </a:lnTo>
                <a:lnTo>
                  <a:pt x="1305" y="492"/>
                </a:lnTo>
                <a:lnTo>
                  <a:pt x="1306" y="493"/>
                </a:lnTo>
                <a:lnTo>
                  <a:pt x="1307" y="493"/>
                </a:lnTo>
                <a:lnTo>
                  <a:pt x="1308" y="493"/>
                </a:lnTo>
                <a:lnTo>
                  <a:pt x="1309" y="493"/>
                </a:lnTo>
                <a:lnTo>
                  <a:pt x="1308" y="495"/>
                </a:lnTo>
                <a:lnTo>
                  <a:pt x="1307" y="496"/>
                </a:lnTo>
                <a:lnTo>
                  <a:pt x="1306" y="497"/>
                </a:lnTo>
                <a:lnTo>
                  <a:pt x="1306" y="498"/>
                </a:lnTo>
                <a:lnTo>
                  <a:pt x="1306" y="499"/>
                </a:lnTo>
                <a:lnTo>
                  <a:pt x="1306" y="500"/>
                </a:lnTo>
                <a:lnTo>
                  <a:pt x="1305" y="501"/>
                </a:lnTo>
                <a:lnTo>
                  <a:pt x="1305" y="502"/>
                </a:lnTo>
                <a:lnTo>
                  <a:pt x="1305" y="503"/>
                </a:lnTo>
                <a:lnTo>
                  <a:pt x="1306" y="503"/>
                </a:lnTo>
                <a:lnTo>
                  <a:pt x="1306" y="504"/>
                </a:lnTo>
                <a:lnTo>
                  <a:pt x="1306" y="505"/>
                </a:lnTo>
                <a:lnTo>
                  <a:pt x="1305" y="505"/>
                </a:lnTo>
                <a:lnTo>
                  <a:pt x="1305" y="506"/>
                </a:lnTo>
                <a:lnTo>
                  <a:pt x="1305" y="507"/>
                </a:lnTo>
                <a:lnTo>
                  <a:pt x="1305" y="508"/>
                </a:lnTo>
                <a:lnTo>
                  <a:pt x="1307" y="508"/>
                </a:lnTo>
                <a:lnTo>
                  <a:pt x="1308" y="508"/>
                </a:lnTo>
                <a:lnTo>
                  <a:pt x="1309" y="508"/>
                </a:lnTo>
                <a:lnTo>
                  <a:pt x="1309" y="509"/>
                </a:lnTo>
                <a:lnTo>
                  <a:pt x="1310" y="509"/>
                </a:lnTo>
                <a:lnTo>
                  <a:pt x="1310" y="510"/>
                </a:lnTo>
                <a:lnTo>
                  <a:pt x="1310" y="511"/>
                </a:lnTo>
                <a:lnTo>
                  <a:pt x="1310" y="512"/>
                </a:lnTo>
                <a:lnTo>
                  <a:pt x="1311" y="512"/>
                </a:lnTo>
                <a:lnTo>
                  <a:pt x="1311" y="511"/>
                </a:lnTo>
                <a:lnTo>
                  <a:pt x="1315" y="511"/>
                </a:lnTo>
                <a:lnTo>
                  <a:pt x="1315" y="512"/>
                </a:lnTo>
                <a:lnTo>
                  <a:pt x="1315" y="513"/>
                </a:lnTo>
                <a:lnTo>
                  <a:pt x="1314" y="513"/>
                </a:lnTo>
                <a:lnTo>
                  <a:pt x="1313" y="514"/>
                </a:lnTo>
                <a:lnTo>
                  <a:pt x="1313" y="513"/>
                </a:lnTo>
                <a:lnTo>
                  <a:pt x="1312" y="513"/>
                </a:lnTo>
                <a:lnTo>
                  <a:pt x="1311" y="513"/>
                </a:lnTo>
                <a:lnTo>
                  <a:pt x="1311" y="514"/>
                </a:lnTo>
                <a:lnTo>
                  <a:pt x="1310" y="516"/>
                </a:lnTo>
                <a:lnTo>
                  <a:pt x="1309" y="518"/>
                </a:lnTo>
                <a:lnTo>
                  <a:pt x="1308" y="518"/>
                </a:lnTo>
                <a:lnTo>
                  <a:pt x="1307" y="518"/>
                </a:lnTo>
                <a:lnTo>
                  <a:pt x="1307" y="519"/>
                </a:lnTo>
                <a:lnTo>
                  <a:pt x="1307" y="520"/>
                </a:lnTo>
                <a:lnTo>
                  <a:pt x="1306" y="520"/>
                </a:lnTo>
                <a:lnTo>
                  <a:pt x="1305" y="521"/>
                </a:lnTo>
                <a:lnTo>
                  <a:pt x="1305" y="522"/>
                </a:lnTo>
                <a:lnTo>
                  <a:pt x="1305" y="523"/>
                </a:lnTo>
                <a:lnTo>
                  <a:pt x="1306" y="524"/>
                </a:lnTo>
                <a:lnTo>
                  <a:pt x="1307" y="525"/>
                </a:lnTo>
                <a:lnTo>
                  <a:pt x="1307" y="526"/>
                </a:lnTo>
                <a:lnTo>
                  <a:pt x="1307" y="527"/>
                </a:lnTo>
                <a:lnTo>
                  <a:pt x="1307" y="528"/>
                </a:lnTo>
                <a:lnTo>
                  <a:pt x="1308" y="528"/>
                </a:lnTo>
                <a:lnTo>
                  <a:pt x="1308" y="527"/>
                </a:lnTo>
                <a:lnTo>
                  <a:pt x="1309" y="528"/>
                </a:lnTo>
                <a:lnTo>
                  <a:pt x="1309" y="529"/>
                </a:lnTo>
                <a:lnTo>
                  <a:pt x="1309" y="530"/>
                </a:lnTo>
                <a:lnTo>
                  <a:pt x="1310" y="530"/>
                </a:lnTo>
                <a:lnTo>
                  <a:pt x="1311" y="530"/>
                </a:lnTo>
                <a:lnTo>
                  <a:pt x="1312" y="533"/>
                </a:lnTo>
                <a:lnTo>
                  <a:pt x="1311" y="533"/>
                </a:lnTo>
                <a:lnTo>
                  <a:pt x="1311" y="534"/>
                </a:lnTo>
                <a:lnTo>
                  <a:pt x="1310" y="534"/>
                </a:lnTo>
                <a:lnTo>
                  <a:pt x="1311" y="534"/>
                </a:lnTo>
                <a:lnTo>
                  <a:pt x="1311" y="535"/>
                </a:lnTo>
                <a:lnTo>
                  <a:pt x="1311" y="536"/>
                </a:lnTo>
                <a:lnTo>
                  <a:pt x="1310" y="536"/>
                </a:lnTo>
                <a:lnTo>
                  <a:pt x="1311" y="537"/>
                </a:lnTo>
                <a:lnTo>
                  <a:pt x="1313" y="537"/>
                </a:lnTo>
                <a:lnTo>
                  <a:pt x="1313" y="538"/>
                </a:lnTo>
                <a:lnTo>
                  <a:pt x="1314" y="538"/>
                </a:lnTo>
                <a:lnTo>
                  <a:pt x="1315" y="537"/>
                </a:lnTo>
                <a:lnTo>
                  <a:pt x="1315" y="538"/>
                </a:lnTo>
                <a:lnTo>
                  <a:pt x="1316" y="537"/>
                </a:lnTo>
                <a:lnTo>
                  <a:pt x="1316" y="536"/>
                </a:lnTo>
                <a:lnTo>
                  <a:pt x="1317" y="536"/>
                </a:lnTo>
                <a:lnTo>
                  <a:pt x="1318" y="536"/>
                </a:lnTo>
                <a:lnTo>
                  <a:pt x="1319" y="536"/>
                </a:lnTo>
                <a:lnTo>
                  <a:pt x="1319" y="537"/>
                </a:lnTo>
                <a:lnTo>
                  <a:pt x="1320" y="537"/>
                </a:lnTo>
                <a:lnTo>
                  <a:pt x="1321" y="537"/>
                </a:lnTo>
                <a:lnTo>
                  <a:pt x="1322" y="537"/>
                </a:lnTo>
                <a:lnTo>
                  <a:pt x="1323" y="537"/>
                </a:lnTo>
                <a:lnTo>
                  <a:pt x="1323" y="538"/>
                </a:lnTo>
                <a:lnTo>
                  <a:pt x="1325" y="539"/>
                </a:lnTo>
                <a:lnTo>
                  <a:pt x="1326" y="539"/>
                </a:lnTo>
                <a:lnTo>
                  <a:pt x="1325" y="540"/>
                </a:lnTo>
                <a:lnTo>
                  <a:pt x="1325" y="541"/>
                </a:lnTo>
                <a:lnTo>
                  <a:pt x="1325" y="542"/>
                </a:lnTo>
                <a:lnTo>
                  <a:pt x="1326" y="542"/>
                </a:lnTo>
                <a:lnTo>
                  <a:pt x="1326" y="543"/>
                </a:lnTo>
                <a:lnTo>
                  <a:pt x="1326" y="544"/>
                </a:lnTo>
                <a:lnTo>
                  <a:pt x="1325" y="544"/>
                </a:lnTo>
                <a:lnTo>
                  <a:pt x="1326" y="545"/>
                </a:lnTo>
                <a:lnTo>
                  <a:pt x="1327" y="545"/>
                </a:lnTo>
                <a:lnTo>
                  <a:pt x="1328" y="545"/>
                </a:lnTo>
                <a:lnTo>
                  <a:pt x="1328" y="546"/>
                </a:lnTo>
                <a:lnTo>
                  <a:pt x="1329" y="545"/>
                </a:lnTo>
                <a:lnTo>
                  <a:pt x="1330" y="545"/>
                </a:lnTo>
                <a:lnTo>
                  <a:pt x="1330" y="546"/>
                </a:lnTo>
                <a:lnTo>
                  <a:pt x="1330" y="547"/>
                </a:lnTo>
                <a:lnTo>
                  <a:pt x="1331" y="547"/>
                </a:lnTo>
                <a:lnTo>
                  <a:pt x="1331" y="548"/>
                </a:lnTo>
                <a:lnTo>
                  <a:pt x="1330" y="548"/>
                </a:lnTo>
                <a:lnTo>
                  <a:pt x="1331" y="548"/>
                </a:lnTo>
                <a:lnTo>
                  <a:pt x="1332" y="548"/>
                </a:lnTo>
                <a:lnTo>
                  <a:pt x="1333" y="548"/>
                </a:lnTo>
                <a:lnTo>
                  <a:pt x="1334" y="549"/>
                </a:lnTo>
                <a:lnTo>
                  <a:pt x="1333" y="549"/>
                </a:lnTo>
                <a:lnTo>
                  <a:pt x="1334" y="550"/>
                </a:lnTo>
                <a:lnTo>
                  <a:pt x="1335" y="551"/>
                </a:lnTo>
                <a:lnTo>
                  <a:pt x="1335" y="552"/>
                </a:lnTo>
                <a:lnTo>
                  <a:pt x="1336" y="551"/>
                </a:lnTo>
                <a:lnTo>
                  <a:pt x="1335" y="551"/>
                </a:lnTo>
                <a:lnTo>
                  <a:pt x="1336" y="551"/>
                </a:lnTo>
                <a:lnTo>
                  <a:pt x="1337" y="551"/>
                </a:lnTo>
                <a:lnTo>
                  <a:pt x="1337" y="552"/>
                </a:lnTo>
                <a:lnTo>
                  <a:pt x="1338" y="553"/>
                </a:lnTo>
                <a:lnTo>
                  <a:pt x="1339" y="553"/>
                </a:lnTo>
                <a:lnTo>
                  <a:pt x="1340" y="554"/>
                </a:lnTo>
                <a:lnTo>
                  <a:pt x="1341" y="555"/>
                </a:lnTo>
                <a:lnTo>
                  <a:pt x="1340" y="555"/>
                </a:lnTo>
                <a:lnTo>
                  <a:pt x="1340" y="556"/>
                </a:lnTo>
                <a:lnTo>
                  <a:pt x="1341" y="556"/>
                </a:lnTo>
                <a:lnTo>
                  <a:pt x="1341" y="557"/>
                </a:lnTo>
                <a:lnTo>
                  <a:pt x="1340" y="558"/>
                </a:lnTo>
                <a:lnTo>
                  <a:pt x="1339" y="559"/>
                </a:lnTo>
                <a:lnTo>
                  <a:pt x="1340" y="561"/>
                </a:lnTo>
                <a:lnTo>
                  <a:pt x="1340" y="562"/>
                </a:lnTo>
                <a:lnTo>
                  <a:pt x="1341" y="563"/>
                </a:lnTo>
                <a:lnTo>
                  <a:pt x="1341" y="565"/>
                </a:lnTo>
                <a:lnTo>
                  <a:pt x="1341" y="566"/>
                </a:lnTo>
                <a:lnTo>
                  <a:pt x="1342" y="566"/>
                </a:lnTo>
                <a:lnTo>
                  <a:pt x="1342" y="567"/>
                </a:lnTo>
                <a:lnTo>
                  <a:pt x="1343" y="568"/>
                </a:lnTo>
                <a:lnTo>
                  <a:pt x="1343" y="569"/>
                </a:lnTo>
                <a:lnTo>
                  <a:pt x="1343" y="570"/>
                </a:lnTo>
                <a:lnTo>
                  <a:pt x="1344" y="569"/>
                </a:lnTo>
                <a:lnTo>
                  <a:pt x="1345" y="569"/>
                </a:lnTo>
                <a:lnTo>
                  <a:pt x="1346" y="570"/>
                </a:lnTo>
                <a:lnTo>
                  <a:pt x="1346" y="571"/>
                </a:lnTo>
                <a:lnTo>
                  <a:pt x="1346" y="572"/>
                </a:lnTo>
                <a:lnTo>
                  <a:pt x="1346" y="573"/>
                </a:lnTo>
                <a:lnTo>
                  <a:pt x="1346" y="574"/>
                </a:lnTo>
                <a:lnTo>
                  <a:pt x="1347" y="574"/>
                </a:lnTo>
                <a:lnTo>
                  <a:pt x="1347" y="575"/>
                </a:lnTo>
                <a:lnTo>
                  <a:pt x="1346" y="576"/>
                </a:lnTo>
                <a:lnTo>
                  <a:pt x="1346" y="577"/>
                </a:lnTo>
                <a:lnTo>
                  <a:pt x="1346" y="578"/>
                </a:lnTo>
                <a:lnTo>
                  <a:pt x="1347" y="579"/>
                </a:lnTo>
                <a:lnTo>
                  <a:pt x="1347" y="580"/>
                </a:lnTo>
                <a:lnTo>
                  <a:pt x="1347" y="582"/>
                </a:lnTo>
                <a:lnTo>
                  <a:pt x="1346" y="582"/>
                </a:lnTo>
                <a:lnTo>
                  <a:pt x="1346" y="583"/>
                </a:lnTo>
                <a:lnTo>
                  <a:pt x="1346" y="585"/>
                </a:lnTo>
                <a:lnTo>
                  <a:pt x="1347" y="585"/>
                </a:lnTo>
                <a:lnTo>
                  <a:pt x="1347" y="586"/>
                </a:lnTo>
                <a:lnTo>
                  <a:pt x="1348" y="587"/>
                </a:lnTo>
                <a:lnTo>
                  <a:pt x="1348" y="588"/>
                </a:lnTo>
                <a:lnTo>
                  <a:pt x="1349" y="588"/>
                </a:lnTo>
                <a:lnTo>
                  <a:pt x="1349" y="589"/>
                </a:lnTo>
                <a:lnTo>
                  <a:pt x="1349" y="590"/>
                </a:lnTo>
                <a:lnTo>
                  <a:pt x="1349" y="591"/>
                </a:lnTo>
                <a:lnTo>
                  <a:pt x="1348" y="591"/>
                </a:lnTo>
                <a:lnTo>
                  <a:pt x="1348" y="592"/>
                </a:lnTo>
                <a:lnTo>
                  <a:pt x="1348" y="593"/>
                </a:lnTo>
                <a:lnTo>
                  <a:pt x="1348" y="594"/>
                </a:lnTo>
                <a:lnTo>
                  <a:pt x="1347" y="594"/>
                </a:lnTo>
                <a:lnTo>
                  <a:pt x="1348" y="596"/>
                </a:lnTo>
                <a:lnTo>
                  <a:pt x="1348" y="598"/>
                </a:lnTo>
                <a:lnTo>
                  <a:pt x="1348" y="599"/>
                </a:lnTo>
                <a:lnTo>
                  <a:pt x="1348" y="600"/>
                </a:lnTo>
                <a:lnTo>
                  <a:pt x="1348" y="602"/>
                </a:lnTo>
                <a:lnTo>
                  <a:pt x="1348" y="603"/>
                </a:lnTo>
                <a:lnTo>
                  <a:pt x="1347" y="604"/>
                </a:lnTo>
                <a:lnTo>
                  <a:pt x="1348" y="605"/>
                </a:lnTo>
                <a:lnTo>
                  <a:pt x="1349" y="606"/>
                </a:lnTo>
                <a:lnTo>
                  <a:pt x="1359" y="618"/>
                </a:lnTo>
                <a:lnTo>
                  <a:pt x="1359" y="617"/>
                </a:lnTo>
                <a:lnTo>
                  <a:pt x="1359" y="619"/>
                </a:lnTo>
                <a:lnTo>
                  <a:pt x="1358" y="620"/>
                </a:lnTo>
                <a:lnTo>
                  <a:pt x="1359" y="620"/>
                </a:lnTo>
                <a:lnTo>
                  <a:pt x="1359" y="621"/>
                </a:lnTo>
                <a:lnTo>
                  <a:pt x="1360" y="621"/>
                </a:lnTo>
                <a:lnTo>
                  <a:pt x="1360" y="622"/>
                </a:lnTo>
                <a:lnTo>
                  <a:pt x="1361" y="623"/>
                </a:lnTo>
                <a:lnTo>
                  <a:pt x="1361" y="624"/>
                </a:lnTo>
                <a:lnTo>
                  <a:pt x="1360" y="624"/>
                </a:lnTo>
                <a:lnTo>
                  <a:pt x="1359" y="625"/>
                </a:lnTo>
                <a:lnTo>
                  <a:pt x="1360" y="626"/>
                </a:lnTo>
                <a:lnTo>
                  <a:pt x="1360" y="627"/>
                </a:lnTo>
                <a:lnTo>
                  <a:pt x="1360" y="628"/>
                </a:lnTo>
                <a:lnTo>
                  <a:pt x="1362" y="630"/>
                </a:lnTo>
                <a:lnTo>
                  <a:pt x="1362" y="631"/>
                </a:lnTo>
                <a:lnTo>
                  <a:pt x="1362" y="632"/>
                </a:lnTo>
                <a:lnTo>
                  <a:pt x="1360" y="633"/>
                </a:lnTo>
                <a:lnTo>
                  <a:pt x="1359" y="634"/>
                </a:lnTo>
                <a:lnTo>
                  <a:pt x="1358" y="634"/>
                </a:lnTo>
                <a:lnTo>
                  <a:pt x="1357" y="635"/>
                </a:lnTo>
                <a:lnTo>
                  <a:pt x="1353" y="640"/>
                </a:lnTo>
                <a:lnTo>
                  <a:pt x="1352" y="641"/>
                </a:lnTo>
                <a:lnTo>
                  <a:pt x="1351" y="642"/>
                </a:lnTo>
                <a:lnTo>
                  <a:pt x="1351" y="643"/>
                </a:lnTo>
                <a:lnTo>
                  <a:pt x="1350" y="644"/>
                </a:lnTo>
                <a:lnTo>
                  <a:pt x="1350" y="645"/>
                </a:lnTo>
                <a:lnTo>
                  <a:pt x="1349" y="646"/>
                </a:lnTo>
                <a:lnTo>
                  <a:pt x="1349" y="647"/>
                </a:lnTo>
                <a:lnTo>
                  <a:pt x="1348" y="647"/>
                </a:lnTo>
                <a:lnTo>
                  <a:pt x="1348" y="648"/>
                </a:lnTo>
                <a:lnTo>
                  <a:pt x="1347" y="649"/>
                </a:lnTo>
                <a:lnTo>
                  <a:pt x="1346" y="649"/>
                </a:lnTo>
                <a:lnTo>
                  <a:pt x="1345" y="649"/>
                </a:lnTo>
                <a:lnTo>
                  <a:pt x="1345" y="650"/>
                </a:lnTo>
                <a:lnTo>
                  <a:pt x="1344" y="650"/>
                </a:lnTo>
                <a:lnTo>
                  <a:pt x="1343" y="650"/>
                </a:lnTo>
                <a:lnTo>
                  <a:pt x="1341" y="652"/>
                </a:lnTo>
                <a:lnTo>
                  <a:pt x="1340" y="652"/>
                </a:lnTo>
                <a:lnTo>
                  <a:pt x="1335" y="655"/>
                </a:lnTo>
                <a:lnTo>
                  <a:pt x="1334" y="656"/>
                </a:lnTo>
                <a:lnTo>
                  <a:pt x="1332" y="657"/>
                </a:lnTo>
                <a:lnTo>
                  <a:pt x="1330" y="657"/>
                </a:lnTo>
                <a:lnTo>
                  <a:pt x="1329" y="657"/>
                </a:lnTo>
                <a:lnTo>
                  <a:pt x="1328" y="658"/>
                </a:lnTo>
                <a:lnTo>
                  <a:pt x="1327" y="657"/>
                </a:lnTo>
                <a:lnTo>
                  <a:pt x="1323" y="657"/>
                </a:lnTo>
                <a:lnTo>
                  <a:pt x="1321" y="656"/>
                </a:lnTo>
                <a:lnTo>
                  <a:pt x="1319" y="656"/>
                </a:lnTo>
                <a:lnTo>
                  <a:pt x="1312" y="654"/>
                </a:lnTo>
                <a:lnTo>
                  <a:pt x="1310" y="653"/>
                </a:lnTo>
                <a:lnTo>
                  <a:pt x="1309" y="653"/>
                </a:lnTo>
                <a:lnTo>
                  <a:pt x="1306" y="650"/>
                </a:lnTo>
                <a:lnTo>
                  <a:pt x="1304" y="650"/>
                </a:lnTo>
                <a:lnTo>
                  <a:pt x="1303" y="649"/>
                </a:lnTo>
                <a:lnTo>
                  <a:pt x="1301" y="648"/>
                </a:lnTo>
                <a:lnTo>
                  <a:pt x="1299" y="646"/>
                </a:lnTo>
                <a:lnTo>
                  <a:pt x="1297" y="645"/>
                </a:lnTo>
                <a:lnTo>
                  <a:pt x="1296" y="644"/>
                </a:lnTo>
                <a:lnTo>
                  <a:pt x="1294" y="644"/>
                </a:lnTo>
                <a:lnTo>
                  <a:pt x="1293" y="642"/>
                </a:lnTo>
                <a:lnTo>
                  <a:pt x="1287" y="639"/>
                </a:lnTo>
                <a:lnTo>
                  <a:pt x="1285" y="638"/>
                </a:lnTo>
                <a:lnTo>
                  <a:pt x="1283" y="637"/>
                </a:lnTo>
                <a:lnTo>
                  <a:pt x="1281" y="637"/>
                </a:lnTo>
                <a:lnTo>
                  <a:pt x="1280" y="637"/>
                </a:lnTo>
                <a:lnTo>
                  <a:pt x="1277" y="638"/>
                </a:lnTo>
                <a:lnTo>
                  <a:pt x="1274" y="640"/>
                </a:lnTo>
                <a:lnTo>
                  <a:pt x="1273" y="640"/>
                </a:lnTo>
                <a:lnTo>
                  <a:pt x="1272" y="640"/>
                </a:lnTo>
                <a:lnTo>
                  <a:pt x="1271" y="640"/>
                </a:lnTo>
                <a:lnTo>
                  <a:pt x="1268" y="640"/>
                </a:lnTo>
                <a:lnTo>
                  <a:pt x="1267" y="640"/>
                </a:lnTo>
                <a:lnTo>
                  <a:pt x="1266" y="640"/>
                </a:lnTo>
                <a:lnTo>
                  <a:pt x="1263" y="641"/>
                </a:lnTo>
                <a:lnTo>
                  <a:pt x="1259" y="641"/>
                </a:lnTo>
                <a:lnTo>
                  <a:pt x="1255" y="641"/>
                </a:lnTo>
                <a:lnTo>
                  <a:pt x="1253" y="641"/>
                </a:lnTo>
                <a:lnTo>
                  <a:pt x="1252" y="641"/>
                </a:lnTo>
                <a:lnTo>
                  <a:pt x="1252" y="643"/>
                </a:lnTo>
                <a:lnTo>
                  <a:pt x="1252" y="644"/>
                </a:lnTo>
                <a:lnTo>
                  <a:pt x="1252" y="645"/>
                </a:lnTo>
                <a:lnTo>
                  <a:pt x="1249" y="646"/>
                </a:lnTo>
                <a:lnTo>
                  <a:pt x="1248" y="646"/>
                </a:lnTo>
                <a:lnTo>
                  <a:pt x="1247" y="648"/>
                </a:lnTo>
                <a:lnTo>
                  <a:pt x="1246" y="648"/>
                </a:lnTo>
                <a:lnTo>
                  <a:pt x="1245" y="649"/>
                </a:lnTo>
                <a:lnTo>
                  <a:pt x="1246" y="649"/>
                </a:lnTo>
                <a:lnTo>
                  <a:pt x="1247" y="650"/>
                </a:lnTo>
                <a:lnTo>
                  <a:pt x="1247" y="651"/>
                </a:lnTo>
                <a:lnTo>
                  <a:pt x="1247" y="652"/>
                </a:lnTo>
                <a:lnTo>
                  <a:pt x="1246" y="652"/>
                </a:lnTo>
                <a:lnTo>
                  <a:pt x="1246" y="653"/>
                </a:lnTo>
                <a:lnTo>
                  <a:pt x="1247" y="654"/>
                </a:lnTo>
                <a:lnTo>
                  <a:pt x="1247" y="655"/>
                </a:lnTo>
                <a:lnTo>
                  <a:pt x="1247" y="656"/>
                </a:lnTo>
                <a:lnTo>
                  <a:pt x="1246" y="656"/>
                </a:lnTo>
                <a:lnTo>
                  <a:pt x="1245" y="657"/>
                </a:lnTo>
                <a:lnTo>
                  <a:pt x="1245" y="658"/>
                </a:lnTo>
                <a:lnTo>
                  <a:pt x="1246" y="658"/>
                </a:lnTo>
                <a:lnTo>
                  <a:pt x="1246" y="660"/>
                </a:lnTo>
                <a:lnTo>
                  <a:pt x="1246" y="659"/>
                </a:lnTo>
                <a:lnTo>
                  <a:pt x="1246" y="658"/>
                </a:lnTo>
                <a:lnTo>
                  <a:pt x="1247" y="658"/>
                </a:lnTo>
                <a:lnTo>
                  <a:pt x="1248" y="659"/>
                </a:lnTo>
                <a:lnTo>
                  <a:pt x="1248" y="660"/>
                </a:lnTo>
                <a:lnTo>
                  <a:pt x="1248" y="661"/>
                </a:lnTo>
                <a:lnTo>
                  <a:pt x="1248" y="662"/>
                </a:lnTo>
                <a:lnTo>
                  <a:pt x="1247" y="663"/>
                </a:lnTo>
                <a:lnTo>
                  <a:pt x="1247" y="664"/>
                </a:lnTo>
                <a:lnTo>
                  <a:pt x="1246" y="664"/>
                </a:lnTo>
                <a:lnTo>
                  <a:pt x="1245" y="664"/>
                </a:lnTo>
                <a:lnTo>
                  <a:pt x="1245" y="665"/>
                </a:lnTo>
                <a:lnTo>
                  <a:pt x="1245" y="666"/>
                </a:lnTo>
                <a:lnTo>
                  <a:pt x="1244" y="666"/>
                </a:lnTo>
                <a:lnTo>
                  <a:pt x="1243" y="666"/>
                </a:lnTo>
                <a:lnTo>
                  <a:pt x="1242" y="667"/>
                </a:lnTo>
                <a:lnTo>
                  <a:pt x="1242" y="668"/>
                </a:lnTo>
                <a:lnTo>
                  <a:pt x="1242" y="669"/>
                </a:lnTo>
                <a:lnTo>
                  <a:pt x="1241" y="669"/>
                </a:lnTo>
                <a:lnTo>
                  <a:pt x="1240" y="669"/>
                </a:lnTo>
                <a:lnTo>
                  <a:pt x="1240" y="670"/>
                </a:lnTo>
                <a:lnTo>
                  <a:pt x="1240" y="671"/>
                </a:lnTo>
                <a:lnTo>
                  <a:pt x="1239" y="672"/>
                </a:lnTo>
                <a:lnTo>
                  <a:pt x="1239" y="674"/>
                </a:lnTo>
                <a:lnTo>
                  <a:pt x="1239" y="676"/>
                </a:lnTo>
                <a:lnTo>
                  <a:pt x="1238" y="676"/>
                </a:lnTo>
                <a:lnTo>
                  <a:pt x="1237" y="676"/>
                </a:lnTo>
                <a:lnTo>
                  <a:pt x="1236" y="676"/>
                </a:lnTo>
                <a:lnTo>
                  <a:pt x="1236" y="677"/>
                </a:lnTo>
                <a:lnTo>
                  <a:pt x="1235" y="677"/>
                </a:lnTo>
                <a:lnTo>
                  <a:pt x="1233" y="679"/>
                </a:lnTo>
                <a:lnTo>
                  <a:pt x="1232" y="680"/>
                </a:lnTo>
                <a:lnTo>
                  <a:pt x="1230" y="682"/>
                </a:lnTo>
                <a:lnTo>
                  <a:pt x="1230" y="683"/>
                </a:lnTo>
                <a:lnTo>
                  <a:pt x="1230" y="684"/>
                </a:lnTo>
                <a:lnTo>
                  <a:pt x="1230" y="683"/>
                </a:lnTo>
                <a:lnTo>
                  <a:pt x="1229" y="683"/>
                </a:lnTo>
                <a:lnTo>
                  <a:pt x="1228" y="683"/>
                </a:lnTo>
                <a:lnTo>
                  <a:pt x="1227" y="683"/>
                </a:lnTo>
                <a:lnTo>
                  <a:pt x="1227" y="684"/>
                </a:lnTo>
                <a:lnTo>
                  <a:pt x="1227" y="683"/>
                </a:lnTo>
                <a:lnTo>
                  <a:pt x="1226" y="683"/>
                </a:lnTo>
                <a:lnTo>
                  <a:pt x="1225" y="684"/>
                </a:lnTo>
                <a:lnTo>
                  <a:pt x="1224" y="684"/>
                </a:lnTo>
                <a:lnTo>
                  <a:pt x="1224" y="685"/>
                </a:lnTo>
                <a:lnTo>
                  <a:pt x="1224" y="686"/>
                </a:lnTo>
                <a:lnTo>
                  <a:pt x="1223" y="686"/>
                </a:lnTo>
                <a:lnTo>
                  <a:pt x="1222" y="687"/>
                </a:lnTo>
                <a:lnTo>
                  <a:pt x="1221" y="686"/>
                </a:lnTo>
                <a:lnTo>
                  <a:pt x="1220" y="686"/>
                </a:lnTo>
                <a:lnTo>
                  <a:pt x="1220" y="687"/>
                </a:lnTo>
                <a:lnTo>
                  <a:pt x="1219" y="688"/>
                </a:lnTo>
                <a:lnTo>
                  <a:pt x="1219" y="689"/>
                </a:lnTo>
                <a:lnTo>
                  <a:pt x="1218" y="689"/>
                </a:lnTo>
                <a:lnTo>
                  <a:pt x="1218" y="690"/>
                </a:lnTo>
                <a:lnTo>
                  <a:pt x="1217" y="691"/>
                </a:lnTo>
                <a:lnTo>
                  <a:pt x="1217" y="690"/>
                </a:lnTo>
                <a:lnTo>
                  <a:pt x="1216" y="690"/>
                </a:lnTo>
                <a:lnTo>
                  <a:pt x="1215" y="690"/>
                </a:lnTo>
                <a:lnTo>
                  <a:pt x="1214" y="689"/>
                </a:lnTo>
                <a:lnTo>
                  <a:pt x="1213" y="687"/>
                </a:lnTo>
                <a:lnTo>
                  <a:pt x="1212" y="688"/>
                </a:lnTo>
                <a:lnTo>
                  <a:pt x="1212" y="687"/>
                </a:lnTo>
                <a:lnTo>
                  <a:pt x="1212" y="686"/>
                </a:lnTo>
                <a:lnTo>
                  <a:pt x="1213" y="686"/>
                </a:lnTo>
                <a:lnTo>
                  <a:pt x="1215" y="685"/>
                </a:lnTo>
                <a:lnTo>
                  <a:pt x="1215" y="684"/>
                </a:lnTo>
                <a:lnTo>
                  <a:pt x="1214" y="683"/>
                </a:lnTo>
                <a:lnTo>
                  <a:pt x="1213" y="683"/>
                </a:lnTo>
                <a:lnTo>
                  <a:pt x="1212" y="683"/>
                </a:lnTo>
                <a:lnTo>
                  <a:pt x="1211" y="683"/>
                </a:lnTo>
                <a:lnTo>
                  <a:pt x="1210" y="683"/>
                </a:lnTo>
                <a:lnTo>
                  <a:pt x="1210" y="684"/>
                </a:lnTo>
                <a:lnTo>
                  <a:pt x="1209" y="684"/>
                </a:lnTo>
                <a:lnTo>
                  <a:pt x="1208" y="684"/>
                </a:lnTo>
                <a:lnTo>
                  <a:pt x="1208" y="685"/>
                </a:lnTo>
                <a:lnTo>
                  <a:pt x="1207" y="685"/>
                </a:lnTo>
                <a:lnTo>
                  <a:pt x="1206" y="685"/>
                </a:lnTo>
                <a:lnTo>
                  <a:pt x="1205" y="685"/>
                </a:lnTo>
                <a:lnTo>
                  <a:pt x="1204" y="685"/>
                </a:lnTo>
                <a:lnTo>
                  <a:pt x="1203" y="685"/>
                </a:lnTo>
                <a:lnTo>
                  <a:pt x="1202" y="685"/>
                </a:lnTo>
                <a:lnTo>
                  <a:pt x="1198" y="685"/>
                </a:lnTo>
                <a:lnTo>
                  <a:pt x="1197" y="685"/>
                </a:lnTo>
                <a:lnTo>
                  <a:pt x="1195" y="685"/>
                </a:lnTo>
                <a:lnTo>
                  <a:pt x="1194" y="685"/>
                </a:lnTo>
                <a:lnTo>
                  <a:pt x="1193" y="685"/>
                </a:lnTo>
                <a:lnTo>
                  <a:pt x="1192" y="684"/>
                </a:lnTo>
                <a:lnTo>
                  <a:pt x="1190" y="682"/>
                </a:lnTo>
                <a:lnTo>
                  <a:pt x="1190" y="681"/>
                </a:lnTo>
                <a:lnTo>
                  <a:pt x="1189" y="681"/>
                </a:lnTo>
                <a:lnTo>
                  <a:pt x="1188" y="681"/>
                </a:lnTo>
                <a:lnTo>
                  <a:pt x="1187" y="681"/>
                </a:lnTo>
                <a:lnTo>
                  <a:pt x="1186" y="681"/>
                </a:lnTo>
                <a:lnTo>
                  <a:pt x="1186" y="682"/>
                </a:lnTo>
                <a:lnTo>
                  <a:pt x="1186" y="683"/>
                </a:lnTo>
                <a:lnTo>
                  <a:pt x="1186" y="684"/>
                </a:lnTo>
                <a:lnTo>
                  <a:pt x="1185" y="684"/>
                </a:lnTo>
                <a:lnTo>
                  <a:pt x="1185" y="685"/>
                </a:lnTo>
                <a:lnTo>
                  <a:pt x="1186" y="685"/>
                </a:lnTo>
                <a:lnTo>
                  <a:pt x="1186" y="686"/>
                </a:lnTo>
                <a:lnTo>
                  <a:pt x="1187" y="686"/>
                </a:lnTo>
                <a:lnTo>
                  <a:pt x="1188" y="687"/>
                </a:lnTo>
                <a:lnTo>
                  <a:pt x="1189" y="687"/>
                </a:lnTo>
                <a:lnTo>
                  <a:pt x="1190" y="687"/>
                </a:lnTo>
                <a:lnTo>
                  <a:pt x="1191" y="686"/>
                </a:lnTo>
                <a:lnTo>
                  <a:pt x="1192" y="687"/>
                </a:lnTo>
                <a:lnTo>
                  <a:pt x="1192" y="688"/>
                </a:lnTo>
                <a:lnTo>
                  <a:pt x="1192" y="689"/>
                </a:lnTo>
                <a:lnTo>
                  <a:pt x="1193" y="689"/>
                </a:lnTo>
                <a:lnTo>
                  <a:pt x="1192" y="689"/>
                </a:lnTo>
                <a:lnTo>
                  <a:pt x="1191" y="690"/>
                </a:lnTo>
                <a:lnTo>
                  <a:pt x="1190" y="690"/>
                </a:lnTo>
                <a:lnTo>
                  <a:pt x="1190" y="691"/>
                </a:lnTo>
                <a:lnTo>
                  <a:pt x="1191" y="692"/>
                </a:lnTo>
                <a:lnTo>
                  <a:pt x="1190" y="692"/>
                </a:lnTo>
                <a:lnTo>
                  <a:pt x="1190" y="693"/>
                </a:lnTo>
                <a:lnTo>
                  <a:pt x="1191" y="693"/>
                </a:lnTo>
                <a:lnTo>
                  <a:pt x="1191" y="694"/>
                </a:lnTo>
                <a:lnTo>
                  <a:pt x="1191" y="695"/>
                </a:lnTo>
                <a:lnTo>
                  <a:pt x="1190" y="695"/>
                </a:lnTo>
                <a:lnTo>
                  <a:pt x="1190" y="696"/>
                </a:lnTo>
                <a:lnTo>
                  <a:pt x="1190" y="697"/>
                </a:lnTo>
                <a:lnTo>
                  <a:pt x="1189" y="698"/>
                </a:lnTo>
                <a:lnTo>
                  <a:pt x="1188" y="698"/>
                </a:lnTo>
                <a:lnTo>
                  <a:pt x="1189" y="699"/>
                </a:lnTo>
                <a:lnTo>
                  <a:pt x="1190" y="698"/>
                </a:lnTo>
                <a:lnTo>
                  <a:pt x="1190" y="699"/>
                </a:lnTo>
                <a:lnTo>
                  <a:pt x="1191" y="699"/>
                </a:lnTo>
                <a:lnTo>
                  <a:pt x="1192" y="699"/>
                </a:lnTo>
                <a:lnTo>
                  <a:pt x="1193" y="698"/>
                </a:lnTo>
                <a:lnTo>
                  <a:pt x="1194" y="697"/>
                </a:lnTo>
                <a:lnTo>
                  <a:pt x="1195" y="697"/>
                </a:lnTo>
                <a:lnTo>
                  <a:pt x="1195" y="696"/>
                </a:lnTo>
                <a:lnTo>
                  <a:pt x="1196" y="696"/>
                </a:lnTo>
                <a:lnTo>
                  <a:pt x="1198" y="697"/>
                </a:lnTo>
                <a:lnTo>
                  <a:pt x="1199" y="697"/>
                </a:lnTo>
                <a:lnTo>
                  <a:pt x="1199" y="698"/>
                </a:lnTo>
                <a:lnTo>
                  <a:pt x="1199" y="699"/>
                </a:lnTo>
                <a:lnTo>
                  <a:pt x="1197" y="699"/>
                </a:lnTo>
                <a:lnTo>
                  <a:pt x="1196" y="700"/>
                </a:lnTo>
                <a:lnTo>
                  <a:pt x="1195" y="702"/>
                </a:lnTo>
                <a:lnTo>
                  <a:pt x="1196" y="703"/>
                </a:lnTo>
                <a:lnTo>
                  <a:pt x="1196" y="704"/>
                </a:lnTo>
                <a:lnTo>
                  <a:pt x="1196" y="705"/>
                </a:lnTo>
                <a:lnTo>
                  <a:pt x="1195" y="705"/>
                </a:lnTo>
                <a:lnTo>
                  <a:pt x="1195" y="706"/>
                </a:lnTo>
                <a:lnTo>
                  <a:pt x="1196" y="706"/>
                </a:lnTo>
                <a:lnTo>
                  <a:pt x="1196" y="707"/>
                </a:lnTo>
                <a:lnTo>
                  <a:pt x="1195" y="708"/>
                </a:lnTo>
                <a:lnTo>
                  <a:pt x="1196" y="709"/>
                </a:lnTo>
                <a:lnTo>
                  <a:pt x="1196" y="710"/>
                </a:lnTo>
                <a:lnTo>
                  <a:pt x="1195" y="710"/>
                </a:lnTo>
                <a:lnTo>
                  <a:pt x="1195" y="711"/>
                </a:lnTo>
                <a:lnTo>
                  <a:pt x="1196" y="711"/>
                </a:lnTo>
                <a:lnTo>
                  <a:pt x="1196" y="712"/>
                </a:lnTo>
                <a:lnTo>
                  <a:pt x="1197" y="713"/>
                </a:lnTo>
                <a:lnTo>
                  <a:pt x="1197" y="714"/>
                </a:lnTo>
                <a:lnTo>
                  <a:pt x="1198" y="715"/>
                </a:lnTo>
                <a:lnTo>
                  <a:pt x="1197" y="716"/>
                </a:lnTo>
                <a:lnTo>
                  <a:pt x="1195" y="716"/>
                </a:lnTo>
                <a:lnTo>
                  <a:pt x="1194" y="715"/>
                </a:lnTo>
                <a:lnTo>
                  <a:pt x="1193" y="715"/>
                </a:lnTo>
                <a:lnTo>
                  <a:pt x="1192" y="716"/>
                </a:lnTo>
                <a:lnTo>
                  <a:pt x="1190" y="715"/>
                </a:lnTo>
                <a:lnTo>
                  <a:pt x="1188" y="715"/>
                </a:lnTo>
                <a:lnTo>
                  <a:pt x="1187" y="714"/>
                </a:lnTo>
                <a:lnTo>
                  <a:pt x="1186" y="714"/>
                </a:lnTo>
                <a:lnTo>
                  <a:pt x="1186" y="715"/>
                </a:lnTo>
                <a:lnTo>
                  <a:pt x="1185" y="715"/>
                </a:lnTo>
                <a:lnTo>
                  <a:pt x="1185" y="714"/>
                </a:lnTo>
                <a:lnTo>
                  <a:pt x="1184" y="713"/>
                </a:lnTo>
                <a:lnTo>
                  <a:pt x="1185" y="712"/>
                </a:lnTo>
                <a:lnTo>
                  <a:pt x="1185" y="711"/>
                </a:lnTo>
                <a:lnTo>
                  <a:pt x="1186" y="711"/>
                </a:lnTo>
                <a:lnTo>
                  <a:pt x="1186" y="710"/>
                </a:lnTo>
                <a:lnTo>
                  <a:pt x="1186" y="709"/>
                </a:lnTo>
                <a:lnTo>
                  <a:pt x="1186" y="708"/>
                </a:lnTo>
                <a:lnTo>
                  <a:pt x="1186" y="707"/>
                </a:lnTo>
                <a:lnTo>
                  <a:pt x="1184" y="706"/>
                </a:lnTo>
                <a:lnTo>
                  <a:pt x="1183" y="706"/>
                </a:lnTo>
                <a:lnTo>
                  <a:pt x="1183" y="707"/>
                </a:lnTo>
                <a:lnTo>
                  <a:pt x="1182" y="707"/>
                </a:lnTo>
                <a:lnTo>
                  <a:pt x="1181" y="707"/>
                </a:lnTo>
                <a:lnTo>
                  <a:pt x="1179" y="708"/>
                </a:lnTo>
                <a:lnTo>
                  <a:pt x="1179" y="709"/>
                </a:lnTo>
                <a:lnTo>
                  <a:pt x="1178" y="709"/>
                </a:lnTo>
                <a:lnTo>
                  <a:pt x="1178" y="708"/>
                </a:lnTo>
                <a:lnTo>
                  <a:pt x="1177" y="708"/>
                </a:lnTo>
                <a:lnTo>
                  <a:pt x="1176" y="709"/>
                </a:lnTo>
                <a:lnTo>
                  <a:pt x="1175" y="709"/>
                </a:lnTo>
                <a:lnTo>
                  <a:pt x="1175" y="710"/>
                </a:lnTo>
                <a:lnTo>
                  <a:pt x="1174" y="710"/>
                </a:lnTo>
                <a:lnTo>
                  <a:pt x="1174" y="709"/>
                </a:lnTo>
                <a:lnTo>
                  <a:pt x="1173" y="708"/>
                </a:lnTo>
                <a:lnTo>
                  <a:pt x="1172" y="708"/>
                </a:lnTo>
                <a:lnTo>
                  <a:pt x="1171" y="708"/>
                </a:lnTo>
                <a:lnTo>
                  <a:pt x="1171" y="707"/>
                </a:lnTo>
                <a:lnTo>
                  <a:pt x="1171" y="706"/>
                </a:lnTo>
                <a:lnTo>
                  <a:pt x="1170" y="706"/>
                </a:lnTo>
                <a:lnTo>
                  <a:pt x="1169" y="706"/>
                </a:lnTo>
                <a:lnTo>
                  <a:pt x="1169" y="705"/>
                </a:lnTo>
                <a:lnTo>
                  <a:pt x="1168" y="705"/>
                </a:lnTo>
                <a:lnTo>
                  <a:pt x="1168" y="706"/>
                </a:lnTo>
                <a:lnTo>
                  <a:pt x="1168" y="707"/>
                </a:lnTo>
                <a:lnTo>
                  <a:pt x="1167" y="707"/>
                </a:lnTo>
                <a:lnTo>
                  <a:pt x="1167" y="708"/>
                </a:lnTo>
                <a:lnTo>
                  <a:pt x="1166" y="708"/>
                </a:lnTo>
                <a:lnTo>
                  <a:pt x="1165" y="707"/>
                </a:lnTo>
                <a:lnTo>
                  <a:pt x="1165" y="708"/>
                </a:lnTo>
                <a:lnTo>
                  <a:pt x="1164" y="709"/>
                </a:lnTo>
                <a:lnTo>
                  <a:pt x="1164" y="710"/>
                </a:lnTo>
                <a:lnTo>
                  <a:pt x="1162" y="710"/>
                </a:lnTo>
                <a:lnTo>
                  <a:pt x="1161" y="710"/>
                </a:lnTo>
                <a:lnTo>
                  <a:pt x="1161" y="711"/>
                </a:lnTo>
                <a:lnTo>
                  <a:pt x="1161" y="712"/>
                </a:lnTo>
                <a:lnTo>
                  <a:pt x="1160" y="712"/>
                </a:lnTo>
                <a:lnTo>
                  <a:pt x="1160" y="714"/>
                </a:lnTo>
                <a:lnTo>
                  <a:pt x="1160" y="715"/>
                </a:lnTo>
                <a:lnTo>
                  <a:pt x="1161" y="716"/>
                </a:lnTo>
                <a:lnTo>
                  <a:pt x="1162" y="716"/>
                </a:lnTo>
                <a:lnTo>
                  <a:pt x="1162" y="715"/>
                </a:lnTo>
                <a:lnTo>
                  <a:pt x="1163" y="715"/>
                </a:lnTo>
                <a:lnTo>
                  <a:pt x="1163" y="716"/>
                </a:lnTo>
                <a:lnTo>
                  <a:pt x="1165" y="716"/>
                </a:lnTo>
                <a:lnTo>
                  <a:pt x="1165" y="717"/>
                </a:lnTo>
                <a:lnTo>
                  <a:pt x="1164" y="718"/>
                </a:lnTo>
                <a:lnTo>
                  <a:pt x="1163" y="718"/>
                </a:lnTo>
                <a:lnTo>
                  <a:pt x="1163" y="719"/>
                </a:lnTo>
                <a:lnTo>
                  <a:pt x="1163" y="720"/>
                </a:lnTo>
                <a:lnTo>
                  <a:pt x="1162" y="721"/>
                </a:lnTo>
                <a:lnTo>
                  <a:pt x="1161" y="721"/>
                </a:lnTo>
                <a:lnTo>
                  <a:pt x="1161" y="722"/>
                </a:lnTo>
                <a:lnTo>
                  <a:pt x="1160" y="722"/>
                </a:lnTo>
                <a:lnTo>
                  <a:pt x="1159" y="722"/>
                </a:lnTo>
                <a:lnTo>
                  <a:pt x="1158" y="721"/>
                </a:lnTo>
                <a:lnTo>
                  <a:pt x="1157" y="721"/>
                </a:lnTo>
                <a:lnTo>
                  <a:pt x="1157" y="722"/>
                </a:lnTo>
                <a:lnTo>
                  <a:pt x="1156" y="721"/>
                </a:lnTo>
                <a:lnTo>
                  <a:pt x="1156" y="720"/>
                </a:lnTo>
                <a:lnTo>
                  <a:pt x="1157" y="719"/>
                </a:lnTo>
                <a:lnTo>
                  <a:pt x="1157" y="718"/>
                </a:lnTo>
                <a:lnTo>
                  <a:pt x="1157" y="717"/>
                </a:lnTo>
                <a:lnTo>
                  <a:pt x="1156" y="717"/>
                </a:lnTo>
                <a:lnTo>
                  <a:pt x="1155" y="718"/>
                </a:lnTo>
                <a:lnTo>
                  <a:pt x="1155" y="719"/>
                </a:lnTo>
                <a:lnTo>
                  <a:pt x="1155" y="720"/>
                </a:lnTo>
                <a:lnTo>
                  <a:pt x="1152" y="720"/>
                </a:lnTo>
                <a:lnTo>
                  <a:pt x="1153" y="718"/>
                </a:lnTo>
                <a:lnTo>
                  <a:pt x="1153" y="717"/>
                </a:lnTo>
                <a:lnTo>
                  <a:pt x="1152" y="716"/>
                </a:lnTo>
                <a:lnTo>
                  <a:pt x="1152" y="715"/>
                </a:lnTo>
                <a:lnTo>
                  <a:pt x="1151" y="716"/>
                </a:lnTo>
                <a:lnTo>
                  <a:pt x="1151" y="717"/>
                </a:lnTo>
                <a:lnTo>
                  <a:pt x="1151" y="718"/>
                </a:lnTo>
                <a:lnTo>
                  <a:pt x="1151" y="719"/>
                </a:lnTo>
                <a:lnTo>
                  <a:pt x="1151" y="720"/>
                </a:lnTo>
                <a:lnTo>
                  <a:pt x="1151" y="722"/>
                </a:lnTo>
                <a:lnTo>
                  <a:pt x="1150" y="722"/>
                </a:lnTo>
                <a:lnTo>
                  <a:pt x="1149" y="722"/>
                </a:lnTo>
                <a:lnTo>
                  <a:pt x="1150" y="723"/>
                </a:lnTo>
                <a:lnTo>
                  <a:pt x="1150" y="724"/>
                </a:lnTo>
                <a:lnTo>
                  <a:pt x="1149" y="724"/>
                </a:lnTo>
                <a:lnTo>
                  <a:pt x="1148" y="724"/>
                </a:lnTo>
                <a:lnTo>
                  <a:pt x="1148" y="725"/>
                </a:lnTo>
                <a:lnTo>
                  <a:pt x="1148" y="726"/>
                </a:lnTo>
                <a:lnTo>
                  <a:pt x="1147" y="726"/>
                </a:lnTo>
                <a:lnTo>
                  <a:pt x="1146" y="727"/>
                </a:lnTo>
                <a:lnTo>
                  <a:pt x="1146" y="728"/>
                </a:lnTo>
                <a:lnTo>
                  <a:pt x="1146" y="729"/>
                </a:lnTo>
                <a:lnTo>
                  <a:pt x="1147" y="729"/>
                </a:lnTo>
                <a:lnTo>
                  <a:pt x="1148" y="729"/>
                </a:lnTo>
                <a:lnTo>
                  <a:pt x="1149" y="728"/>
                </a:lnTo>
                <a:lnTo>
                  <a:pt x="1149" y="729"/>
                </a:lnTo>
                <a:lnTo>
                  <a:pt x="1149" y="730"/>
                </a:lnTo>
                <a:lnTo>
                  <a:pt x="1150" y="731"/>
                </a:lnTo>
                <a:lnTo>
                  <a:pt x="1150" y="732"/>
                </a:lnTo>
                <a:lnTo>
                  <a:pt x="1150" y="733"/>
                </a:lnTo>
                <a:lnTo>
                  <a:pt x="1151" y="734"/>
                </a:lnTo>
                <a:lnTo>
                  <a:pt x="1151" y="735"/>
                </a:lnTo>
                <a:lnTo>
                  <a:pt x="1152" y="734"/>
                </a:lnTo>
                <a:lnTo>
                  <a:pt x="1153" y="733"/>
                </a:lnTo>
                <a:lnTo>
                  <a:pt x="1154" y="733"/>
                </a:lnTo>
                <a:lnTo>
                  <a:pt x="1154" y="732"/>
                </a:lnTo>
                <a:lnTo>
                  <a:pt x="1155" y="732"/>
                </a:lnTo>
                <a:lnTo>
                  <a:pt x="1156" y="732"/>
                </a:lnTo>
                <a:lnTo>
                  <a:pt x="1156" y="731"/>
                </a:lnTo>
                <a:lnTo>
                  <a:pt x="1156" y="730"/>
                </a:lnTo>
                <a:lnTo>
                  <a:pt x="1157" y="730"/>
                </a:lnTo>
                <a:lnTo>
                  <a:pt x="1157" y="729"/>
                </a:lnTo>
                <a:lnTo>
                  <a:pt x="1156" y="729"/>
                </a:lnTo>
                <a:lnTo>
                  <a:pt x="1156" y="728"/>
                </a:lnTo>
                <a:lnTo>
                  <a:pt x="1154" y="728"/>
                </a:lnTo>
                <a:lnTo>
                  <a:pt x="1155" y="727"/>
                </a:lnTo>
                <a:lnTo>
                  <a:pt x="1155" y="726"/>
                </a:lnTo>
                <a:lnTo>
                  <a:pt x="1156" y="726"/>
                </a:lnTo>
                <a:lnTo>
                  <a:pt x="1156" y="725"/>
                </a:lnTo>
                <a:lnTo>
                  <a:pt x="1157" y="724"/>
                </a:lnTo>
                <a:lnTo>
                  <a:pt x="1159" y="724"/>
                </a:lnTo>
                <a:lnTo>
                  <a:pt x="1160" y="724"/>
                </a:lnTo>
                <a:lnTo>
                  <a:pt x="1160" y="725"/>
                </a:lnTo>
                <a:lnTo>
                  <a:pt x="1159" y="725"/>
                </a:lnTo>
                <a:lnTo>
                  <a:pt x="1159" y="726"/>
                </a:lnTo>
                <a:lnTo>
                  <a:pt x="1159" y="727"/>
                </a:lnTo>
                <a:lnTo>
                  <a:pt x="1159" y="728"/>
                </a:lnTo>
                <a:lnTo>
                  <a:pt x="1161" y="728"/>
                </a:lnTo>
                <a:lnTo>
                  <a:pt x="1160" y="728"/>
                </a:lnTo>
                <a:lnTo>
                  <a:pt x="1160" y="729"/>
                </a:lnTo>
                <a:lnTo>
                  <a:pt x="1160" y="730"/>
                </a:lnTo>
                <a:lnTo>
                  <a:pt x="1160" y="731"/>
                </a:lnTo>
                <a:lnTo>
                  <a:pt x="1159" y="732"/>
                </a:lnTo>
                <a:lnTo>
                  <a:pt x="1158" y="732"/>
                </a:lnTo>
                <a:lnTo>
                  <a:pt x="1159" y="734"/>
                </a:lnTo>
                <a:lnTo>
                  <a:pt x="1159" y="735"/>
                </a:lnTo>
                <a:lnTo>
                  <a:pt x="1159" y="737"/>
                </a:lnTo>
                <a:lnTo>
                  <a:pt x="1159" y="738"/>
                </a:lnTo>
                <a:lnTo>
                  <a:pt x="1159" y="739"/>
                </a:lnTo>
                <a:lnTo>
                  <a:pt x="1158" y="739"/>
                </a:lnTo>
                <a:lnTo>
                  <a:pt x="1157" y="738"/>
                </a:lnTo>
                <a:lnTo>
                  <a:pt x="1156" y="738"/>
                </a:lnTo>
                <a:lnTo>
                  <a:pt x="1155" y="739"/>
                </a:lnTo>
                <a:lnTo>
                  <a:pt x="1155" y="740"/>
                </a:lnTo>
                <a:lnTo>
                  <a:pt x="1155" y="741"/>
                </a:lnTo>
                <a:lnTo>
                  <a:pt x="1154" y="742"/>
                </a:lnTo>
                <a:lnTo>
                  <a:pt x="1154" y="743"/>
                </a:lnTo>
                <a:lnTo>
                  <a:pt x="1153" y="743"/>
                </a:lnTo>
                <a:lnTo>
                  <a:pt x="1152" y="743"/>
                </a:lnTo>
                <a:lnTo>
                  <a:pt x="1152" y="744"/>
                </a:lnTo>
                <a:lnTo>
                  <a:pt x="1151" y="744"/>
                </a:lnTo>
                <a:lnTo>
                  <a:pt x="1150" y="744"/>
                </a:lnTo>
                <a:lnTo>
                  <a:pt x="1151" y="743"/>
                </a:lnTo>
                <a:lnTo>
                  <a:pt x="1150" y="742"/>
                </a:lnTo>
                <a:lnTo>
                  <a:pt x="1149" y="742"/>
                </a:lnTo>
                <a:lnTo>
                  <a:pt x="1148" y="742"/>
                </a:lnTo>
                <a:lnTo>
                  <a:pt x="1147" y="743"/>
                </a:lnTo>
                <a:lnTo>
                  <a:pt x="1146" y="743"/>
                </a:lnTo>
                <a:lnTo>
                  <a:pt x="1145" y="743"/>
                </a:lnTo>
                <a:lnTo>
                  <a:pt x="1145" y="744"/>
                </a:lnTo>
                <a:lnTo>
                  <a:pt x="1143" y="745"/>
                </a:lnTo>
                <a:lnTo>
                  <a:pt x="1142" y="745"/>
                </a:lnTo>
                <a:lnTo>
                  <a:pt x="1141" y="746"/>
                </a:lnTo>
                <a:lnTo>
                  <a:pt x="1140" y="747"/>
                </a:lnTo>
                <a:lnTo>
                  <a:pt x="1138" y="748"/>
                </a:lnTo>
                <a:lnTo>
                  <a:pt x="1138" y="749"/>
                </a:lnTo>
                <a:lnTo>
                  <a:pt x="1138" y="748"/>
                </a:lnTo>
                <a:lnTo>
                  <a:pt x="1136" y="748"/>
                </a:lnTo>
                <a:lnTo>
                  <a:pt x="1134" y="748"/>
                </a:lnTo>
                <a:lnTo>
                  <a:pt x="1133" y="749"/>
                </a:lnTo>
                <a:lnTo>
                  <a:pt x="1132" y="750"/>
                </a:lnTo>
                <a:lnTo>
                  <a:pt x="1131" y="750"/>
                </a:lnTo>
                <a:lnTo>
                  <a:pt x="1131" y="751"/>
                </a:lnTo>
                <a:lnTo>
                  <a:pt x="1131" y="752"/>
                </a:lnTo>
                <a:lnTo>
                  <a:pt x="1130" y="752"/>
                </a:lnTo>
                <a:lnTo>
                  <a:pt x="1129" y="752"/>
                </a:lnTo>
                <a:lnTo>
                  <a:pt x="1128" y="752"/>
                </a:lnTo>
                <a:lnTo>
                  <a:pt x="1127" y="752"/>
                </a:lnTo>
                <a:lnTo>
                  <a:pt x="1127" y="751"/>
                </a:lnTo>
                <a:lnTo>
                  <a:pt x="1127" y="749"/>
                </a:lnTo>
                <a:lnTo>
                  <a:pt x="1127" y="748"/>
                </a:lnTo>
                <a:lnTo>
                  <a:pt x="1126" y="747"/>
                </a:lnTo>
                <a:lnTo>
                  <a:pt x="1126" y="746"/>
                </a:lnTo>
                <a:lnTo>
                  <a:pt x="1125" y="746"/>
                </a:lnTo>
                <a:lnTo>
                  <a:pt x="1122" y="747"/>
                </a:lnTo>
                <a:lnTo>
                  <a:pt x="1121" y="747"/>
                </a:lnTo>
                <a:lnTo>
                  <a:pt x="1120" y="747"/>
                </a:lnTo>
                <a:lnTo>
                  <a:pt x="1120" y="748"/>
                </a:lnTo>
                <a:lnTo>
                  <a:pt x="1119" y="748"/>
                </a:lnTo>
                <a:lnTo>
                  <a:pt x="1117" y="749"/>
                </a:lnTo>
                <a:lnTo>
                  <a:pt x="1116" y="749"/>
                </a:lnTo>
                <a:lnTo>
                  <a:pt x="1116" y="748"/>
                </a:lnTo>
                <a:lnTo>
                  <a:pt x="1115" y="748"/>
                </a:lnTo>
                <a:lnTo>
                  <a:pt x="1114" y="748"/>
                </a:lnTo>
                <a:lnTo>
                  <a:pt x="1113" y="749"/>
                </a:lnTo>
                <a:lnTo>
                  <a:pt x="1113" y="748"/>
                </a:lnTo>
                <a:lnTo>
                  <a:pt x="1112" y="748"/>
                </a:lnTo>
                <a:lnTo>
                  <a:pt x="1112" y="749"/>
                </a:lnTo>
                <a:lnTo>
                  <a:pt x="1111" y="749"/>
                </a:lnTo>
                <a:lnTo>
                  <a:pt x="1111" y="750"/>
                </a:lnTo>
                <a:lnTo>
                  <a:pt x="1110" y="751"/>
                </a:lnTo>
                <a:lnTo>
                  <a:pt x="1109" y="751"/>
                </a:lnTo>
                <a:lnTo>
                  <a:pt x="1108" y="751"/>
                </a:lnTo>
                <a:lnTo>
                  <a:pt x="1107" y="751"/>
                </a:lnTo>
                <a:lnTo>
                  <a:pt x="1106" y="751"/>
                </a:lnTo>
                <a:lnTo>
                  <a:pt x="1105" y="752"/>
                </a:lnTo>
                <a:lnTo>
                  <a:pt x="1104" y="753"/>
                </a:lnTo>
                <a:lnTo>
                  <a:pt x="1104" y="754"/>
                </a:lnTo>
                <a:lnTo>
                  <a:pt x="1104" y="755"/>
                </a:lnTo>
                <a:lnTo>
                  <a:pt x="1103" y="756"/>
                </a:lnTo>
                <a:lnTo>
                  <a:pt x="1102" y="756"/>
                </a:lnTo>
                <a:lnTo>
                  <a:pt x="1101" y="757"/>
                </a:lnTo>
                <a:lnTo>
                  <a:pt x="1100" y="758"/>
                </a:lnTo>
                <a:lnTo>
                  <a:pt x="1099" y="758"/>
                </a:lnTo>
                <a:lnTo>
                  <a:pt x="1098" y="759"/>
                </a:lnTo>
                <a:lnTo>
                  <a:pt x="1097" y="760"/>
                </a:lnTo>
                <a:lnTo>
                  <a:pt x="1096" y="760"/>
                </a:lnTo>
                <a:lnTo>
                  <a:pt x="1095" y="759"/>
                </a:lnTo>
                <a:lnTo>
                  <a:pt x="1095" y="760"/>
                </a:lnTo>
                <a:lnTo>
                  <a:pt x="1094" y="761"/>
                </a:lnTo>
                <a:lnTo>
                  <a:pt x="1094" y="762"/>
                </a:lnTo>
                <a:lnTo>
                  <a:pt x="1093" y="763"/>
                </a:lnTo>
                <a:lnTo>
                  <a:pt x="1092" y="763"/>
                </a:lnTo>
                <a:lnTo>
                  <a:pt x="1091" y="763"/>
                </a:lnTo>
                <a:lnTo>
                  <a:pt x="1090" y="763"/>
                </a:lnTo>
                <a:lnTo>
                  <a:pt x="1088" y="765"/>
                </a:lnTo>
                <a:lnTo>
                  <a:pt x="1086" y="765"/>
                </a:lnTo>
                <a:lnTo>
                  <a:pt x="1086" y="764"/>
                </a:lnTo>
                <a:lnTo>
                  <a:pt x="1085" y="764"/>
                </a:lnTo>
                <a:lnTo>
                  <a:pt x="1084" y="764"/>
                </a:lnTo>
                <a:lnTo>
                  <a:pt x="1083" y="764"/>
                </a:lnTo>
                <a:lnTo>
                  <a:pt x="1082" y="764"/>
                </a:lnTo>
                <a:lnTo>
                  <a:pt x="1080" y="765"/>
                </a:lnTo>
                <a:lnTo>
                  <a:pt x="1080" y="766"/>
                </a:lnTo>
                <a:lnTo>
                  <a:pt x="1079" y="766"/>
                </a:lnTo>
                <a:lnTo>
                  <a:pt x="1078" y="765"/>
                </a:lnTo>
                <a:lnTo>
                  <a:pt x="1077" y="764"/>
                </a:lnTo>
                <a:lnTo>
                  <a:pt x="1078" y="763"/>
                </a:lnTo>
                <a:lnTo>
                  <a:pt x="1077" y="763"/>
                </a:lnTo>
                <a:lnTo>
                  <a:pt x="1075" y="763"/>
                </a:lnTo>
                <a:lnTo>
                  <a:pt x="1075" y="762"/>
                </a:lnTo>
                <a:lnTo>
                  <a:pt x="1076" y="762"/>
                </a:lnTo>
                <a:lnTo>
                  <a:pt x="1077" y="762"/>
                </a:lnTo>
                <a:lnTo>
                  <a:pt x="1076" y="761"/>
                </a:lnTo>
                <a:lnTo>
                  <a:pt x="1075" y="760"/>
                </a:lnTo>
                <a:lnTo>
                  <a:pt x="1075" y="761"/>
                </a:lnTo>
                <a:lnTo>
                  <a:pt x="1075" y="762"/>
                </a:lnTo>
                <a:lnTo>
                  <a:pt x="1074" y="762"/>
                </a:lnTo>
                <a:lnTo>
                  <a:pt x="1073" y="763"/>
                </a:lnTo>
                <a:lnTo>
                  <a:pt x="1072" y="763"/>
                </a:lnTo>
                <a:lnTo>
                  <a:pt x="1071" y="764"/>
                </a:lnTo>
                <a:lnTo>
                  <a:pt x="1070" y="763"/>
                </a:lnTo>
                <a:lnTo>
                  <a:pt x="1069" y="764"/>
                </a:lnTo>
                <a:lnTo>
                  <a:pt x="1068" y="764"/>
                </a:lnTo>
                <a:lnTo>
                  <a:pt x="1068" y="763"/>
                </a:lnTo>
                <a:lnTo>
                  <a:pt x="1067" y="764"/>
                </a:lnTo>
                <a:lnTo>
                  <a:pt x="1066" y="764"/>
                </a:lnTo>
                <a:lnTo>
                  <a:pt x="1066" y="765"/>
                </a:lnTo>
                <a:lnTo>
                  <a:pt x="1065" y="766"/>
                </a:lnTo>
                <a:lnTo>
                  <a:pt x="1064" y="767"/>
                </a:lnTo>
                <a:lnTo>
                  <a:pt x="1063" y="767"/>
                </a:lnTo>
                <a:lnTo>
                  <a:pt x="1062" y="767"/>
                </a:lnTo>
                <a:lnTo>
                  <a:pt x="1061" y="767"/>
                </a:lnTo>
                <a:lnTo>
                  <a:pt x="1060" y="767"/>
                </a:lnTo>
                <a:lnTo>
                  <a:pt x="1060" y="768"/>
                </a:lnTo>
                <a:lnTo>
                  <a:pt x="1059" y="768"/>
                </a:lnTo>
                <a:lnTo>
                  <a:pt x="1059" y="767"/>
                </a:lnTo>
                <a:lnTo>
                  <a:pt x="1058" y="767"/>
                </a:lnTo>
                <a:lnTo>
                  <a:pt x="1057" y="766"/>
                </a:lnTo>
                <a:lnTo>
                  <a:pt x="1056" y="766"/>
                </a:lnTo>
                <a:lnTo>
                  <a:pt x="1056" y="765"/>
                </a:lnTo>
                <a:lnTo>
                  <a:pt x="1055" y="763"/>
                </a:lnTo>
                <a:lnTo>
                  <a:pt x="1055" y="762"/>
                </a:lnTo>
                <a:lnTo>
                  <a:pt x="1054" y="761"/>
                </a:lnTo>
                <a:lnTo>
                  <a:pt x="1053" y="760"/>
                </a:lnTo>
                <a:lnTo>
                  <a:pt x="1052" y="760"/>
                </a:lnTo>
                <a:lnTo>
                  <a:pt x="1051" y="759"/>
                </a:lnTo>
                <a:lnTo>
                  <a:pt x="1050" y="760"/>
                </a:lnTo>
                <a:lnTo>
                  <a:pt x="1049" y="761"/>
                </a:lnTo>
                <a:lnTo>
                  <a:pt x="1048" y="761"/>
                </a:lnTo>
                <a:lnTo>
                  <a:pt x="1047" y="762"/>
                </a:lnTo>
                <a:lnTo>
                  <a:pt x="1046" y="763"/>
                </a:lnTo>
                <a:lnTo>
                  <a:pt x="1046" y="762"/>
                </a:lnTo>
                <a:lnTo>
                  <a:pt x="1045" y="762"/>
                </a:lnTo>
                <a:lnTo>
                  <a:pt x="1044" y="763"/>
                </a:lnTo>
                <a:lnTo>
                  <a:pt x="1042" y="765"/>
                </a:lnTo>
                <a:lnTo>
                  <a:pt x="1043" y="765"/>
                </a:lnTo>
                <a:lnTo>
                  <a:pt x="1043" y="766"/>
                </a:lnTo>
                <a:lnTo>
                  <a:pt x="1043" y="767"/>
                </a:lnTo>
                <a:lnTo>
                  <a:pt x="1043" y="769"/>
                </a:lnTo>
                <a:lnTo>
                  <a:pt x="1043" y="770"/>
                </a:lnTo>
                <a:lnTo>
                  <a:pt x="1043" y="771"/>
                </a:lnTo>
                <a:lnTo>
                  <a:pt x="1042" y="772"/>
                </a:lnTo>
                <a:lnTo>
                  <a:pt x="1042" y="773"/>
                </a:lnTo>
                <a:lnTo>
                  <a:pt x="1043" y="774"/>
                </a:lnTo>
                <a:lnTo>
                  <a:pt x="1044" y="774"/>
                </a:lnTo>
                <a:lnTo>
                  <a:pt x="1044" y="775"/>
                </a:lnTo>
                <a:lnTo>
                  <a:pt x="1044" y="776"/>
                </a:lnTo>
                <a:lnTo>
                  <a:pt x="1043" y="777"/>
                </a:lnTo>
                <a:lnTo>
                  <a:pt x="1043" y="778"/>
                </a:lnTo>
                <a:lnTo>
                  <a:pt x="1044" y="779"/>
                </a:lnTo>
                <a:lnTo>
                  <a:pt x="1044" y="780"/>
                </a:lnTo>
                <a:lnTo>
                  <a:pt x="1043" y="780"/>
                </a:lnTo>
                <a:lnTo>
                  <a:pt x="1042" y="780"/>
                </a:lnTo>
                <a:lnTo>
                  <a:pt x="1042" y="781"/>
                </a:lnTo>
                <a:lnTo>
                  <a:pt x="1042" y="782"/>
                </a:lnTo>
                <a:lnTo>
                  <a:pt x="1043" y="782"/>
                </a:lnTo>
                <a:lnTo>
                  <a:pt x="1044" y="784"/>
                </a:lnTo>
                <a:lnTo>
                  <a:pt x="1044" y="785"/>
                </a:lnTo>
                <a:lnTo>
                  <a:pt x="1044" y="787"/>
                </a:lnTo>
                <a:lnTo>
                  <a:pt x="1043" y="787"/>
                </a:lnTo>
                <a:lnTo>
                  <a:pt x="1043" y="788"/>
                </a:lnTo>
                <a:lnTo>
                  <a:pt x="1042" y="788"/>
                </a:lnTo>
                <a:lnTo>
                  <a:pt x="1040" y="788"/>
                </a:lnTo>
                <a:lnTo>
                  <a:pt x="1040" y="787"/>
                </a:lnTo>
                <a:lnTo>
                  <a:pt x="1039" y="787"/>
                </a:lnTo>
                <a:lnTo>
                  <a:pt x="1038" y="788"/>
                </a:lnTo>
                <a:lnTo>
                  <a:pt x="1037" y="788"/>
                </a:lnTo>
                <a:lnTo>
                  <a:pt x="1038" y="789"/>
                </a:lnTo>
                <a:lnTo>
                  <a:pt x="1037" y="789"/>
                </a:lnTo>
                <a:lnTo>
                  <a:pt x="1036" y="789"/>
                </a:lnTo>
                <a:lnTo>
                  <a:pt x="1035" y="790"/>
                </a:lnTo>
                <a:lnTo>
                  <a:pt x="1034" y="790"/>
                </a:lnTo>
                <a:lnTo>
                  <a:pt x="1033" y="791"/>
                </a:lnTo>
                <a:lnTo>
                  <a:pt x="1031" y="793"/>
                </a:lnTo>
                <a:lnTo>
                  <a:pt x="1030" y="793"/>
                </a:lnTo>
                <a:lnTo>
                  <a:pt x="1030" y="792"/>
                </a:lnTo>
                <a:lnTo>
                  <a:pt x="1029" y="792"/>
                </a:lnTo>
                <a:lnTo>
                  <a:pt x="1028" y="792"/>
                </a:lnTo>
                <a:lnTo>
                  <a:pt x="1028" y="793"/>
                </a:lnTo>
                <a:lnTo>
                  <a:pt x="1027" y="793"/>
                </a:lnTo>
                <a:lnTo>
                  <a:pt x="1026" y="793"/>
                </a:lnTo>
                <a:lnTo>
                  <a:pt x="1025" y="794"/>
                </a:lnTo>
                <a:lnTo>
                  <a:pt x="1024" y="794"/>
                </a:lnTo>
                <a:lnTo>
                  <a:pt x="1022" y="793"/>
                </a:lnTo>
                <a:lnTo>
                  <a:pt x="1022" y="794"/>
                </a:lnTo>
                <a:lnTo>
                  <a:pt x="1021" y="794"/>
                </a:lnTo>
                <a:lnTo>
                  <a:pt x="1020" y="794"/>
                </a:lnTo>
                <a:lnTo>
                  <a:pt x="1019" y="794"/>
                </a:lnTo>
                <a:lnTo>
                  <a:pt x="1018" y="794"/>
                </a:lnTo>
                <a:lnTo>
                  <a:pt x="1017" y="795"/>
                </a:lnTo>
                <a:lnTo>
                  <a:pt x="1016" y="795"/>
                </a:lnTo>
                <a:lnTo>
                  <a:pt x="1016" y="794"/>
                </a:lnTo>
                <a:lnTo>
                  <a:pt x="1015" y="795"/>
                </a:lnTo>
                <a:lnTo>
                  <a:pt x="1014" y="796"/>
                </a:lnTo>
                <a:lnTo>
                  <a:pt x="1013" y="796"/>
                </a:lnTo>
                <a:lnTo>
                  <a:pt x="1013" y="797"/>
                </a:lnTo>
                <a:lnTo>
                  <a:pt x="1012" y="798"/>
                </a:lnTo>
                <a:lnTo>
                  <a:pt x="1012" y="799"/>
                </a:lnTo>
                <a:lnTo>
                  <a:pt x="1011" y="801"/>
                </a:lnTo>
                <a:lnTo>
                  <a:pt x="1010" y="802"/>
                </a:lnTo>
                <a:lnTo>
                  <a:pt x="1009" y="803"/>
                </a:lnTo>
                <a:lnTo>
                  <a:pt x="1008" y="803"/>
                </a:lnTo>
                <a:lnTo>
                  <a:pt x="1008" y="804"/>
                </a:lnTo>
                <a:lnTo>
                  <a:pt x="1007" y="804"/>
                </a:lnTo>
                <a:lnTo>
                  <a:pt x="1008" y="804"/>
                </a:lnTo>
                <a:lnTo>
                  <a:pt x="1008" y="805"/>
                </a:lnTo>
                <a:lnTo>
                  <a:pt x="1008" y="806"/>
                </a:lnTo>
                <a:lnTo>
                  <a:pt x="1007" y="806"/>
                </a:lnTo>
                <a:lnTo>
                  <a:pt x="1005" y="808"/>
                </a:lnTo>
                <a:lnTo>
                  <a:pt x="1005" y="809"/>
                </a:lnTo>
                <a:lnTo>
                  <a:pt x="1004" y="810"/>
                </a:lnTo>
                <a:lnTo>
                  <a:pt x="1003" y="810"/>
                </a:lnTo>
                <a:lnTo>
                  <a:pt x="1002" y="811"/>
                </a:lnTo>
                <a:lnTo>
                  <a:pt x="1002" y="812"/>
                </a:lnTo>
                <a:lnTo>
                  <a:pt x="1001" y="813"/>
                </a:lnTo>
                <a:lnTo>
                  <a:pt x="1000" y="813"/>
                </a:lnTo>
                <a:lnTo>
                  <a:pt x="1000" y="814"/>
                </a:lnTo>
                <a:lnTo>
                  <a:pt x="999" y="814"/>
                </a:lnTo>
                <a:lnTo>
                  <a:pt x="999" y="815"/>
                </a:lnTo>
                <a:lnTo>
                  <a:pt x="999" y="816"/>
                </a:lnTo>
                <a:lnTo>
                  <a:pt x="998" y="816"/>
                </a:lnTo>
                <a:lnTo>
                  <a:pt x="998" y="817"/>
                </a:lnTo>
                <a:lnTo>
                  <a:pt x="998" y="818"/>
                </a:lnTo>
                <a:lnTo>
                  <a:pt x="997" y="818"/>
                </a:lnTo>
                <a:lnTo>
                  <a:pt x="997" y="819"/>
                </a:lnTo>
                <a:lnTo>
                  <a:pt x="997" y="820"/>
                </a:lnTo>
                <a:lnTo>
                  <a:pt x="996" y="820"/>
                </a:lnTo>
                <a:lnTo>
                  <a:pt x="995" y="820"/>
                </a:lnTo>
                <a:lnTo>
                  <a:pt x="994" y="819"/>
                </a:lnTo>
                <a:lnTo>
                  <a:pt x="994" y="820"/>
                </a:lnTo>
                <a:lnTo>
                  <a:pt x="994" y="821"/>
                </a:lnTo>
                <a:lnTo>
                  <a:pt x="994" y="822"/>
                </a:lnTo>
                <a:lnTo>
                  <a:pt x="994" y="824"/>
                </a:lnTo>
                <a:lnTo>
                  <a:pt x="993" y="824"/>
                </a:lnTo>
                <a:lnTo>
                  <a:pt x="993" y="825"/>
                </a:lnTo>
                <a:lnTo>
                  <a:pt x="994" y="825"/>
                </a:lnTo>
                <a:lnTo>
                  <a:pt x="994" y="826"/>
                </a:lnTo>
                <a:lnTo>
                  <a:pt x="994" y="827"/>
                </a:lnTo>
                <a:lnTo>
                  <a:pt x="993" y="827"/>
                </a:lnTo>
                <a:lnTo>
                  <a:pt x="993" y="828"/>
                </a:lnTo>
                <a:lnTo>
                  <a:pt x="993" y="829"/>
                </a:lnTo>
                <a:lnTo>
                  <a:pt x="993" y="830"/>
                </a:lnTo>
                <a:lnTo>
                  <a:pt x="993" y="831"/>
                </a:lnTo>
                <a:lnTo>
                  <a:pt x="992" y="830"/>
                </a:lnTo>
                <a:lnTo>
                  <a:pt x="992" y="831"/>
                </a:lnTo>
                <a:lnTo>
                  <a:pt x="991" y="831"/>
                </a:lnTo>
                <a:lnTo>
                  <a:pt x="990" y="832"/>
                </a:lnTo>
                <a:lnTo>
                  <a:pt x="989" y="833"/>
                </a:lnTo>
                <a:lnTo>
                  <a:pt x="988" y="833"/>
                </a:lnTo>
                <a:lnTo>
                  <a:pt x="988" y="834"/>
                </a:lnTo>
                <a:lnTo>
                  <a:pt x="987" y="834"/>
                </a:lnTo>
                <a:lnTo>
                  <a:pt x="987" y="835"/>
                </a:lnTo>
                <a:lnTo>
                  <a:pt x="986" y="835"/>
                </a:lnTo>
                <a:lnTo>
                  <a:pt x="986" y="834"/>
                </a:lnTo>
                <a:lnTo>
                  <a:pt x="985" y="835"/>
                </a:lnTo>
                <a:lnTo>
                  <a:pt x="984" y="835"/>
                </a:lnTo>
                <a:lnTo>
                  <a:pt x="983" y="834"/>
                </a:lnTo>
                <a:lnTo>
                  <a:pt x="982" y="834"/>
                </a:lnTo>
                <a:lnTo>
                  <a:pt x="981" y="834"/>
                </a:lnTo>
                <a:lnTo>
                  <a:pt x="981" y="833"/>
                </a:lnTo>
                <a:lnTo>
                  <a:pt x="982" y="833"/>
                </a:lnTo>
                <a:lnTo>
                  <a:pt x="981" y="832"/>
                </a:lnTo>
                <a:lnTo>
                  <a:pt x="981" y="831"/>
                </a:lnTo>
                <a:lnTo>
                  <a:pt x="980" y="831"/>
                </a:lnTo>
                <a:lnTo>
                  <a:pt x="980" y="830"/>
                </a:lnTo>
                <a:lnTo>
                  <a:pt x="981" y="830"/>
                </a:lnTo>
                <a:lnTo>
                  <a:pt x="981" y="829"/>
                </a:lnTo>
                <a:lnTo>
                  <a:pt x="981" y="828"/>
                </a:lnTo>
                <a:lnTo>
                  <a:pt x="980" y="828"/>
                </a:lnTo>
                <a:lnTo>
                  <a:pt x="979" y="828"/>
                </a:lnTo>
                <a:lnTo>
                  <a:pt x="979" y="829"/>
                </a:lnTo>
                <a:lnTo>
                  <a:pt x="978" y="829"/>
                </a:lnTo>
                <a:lnTo>
                  <a:pt x="977" y="830"/>
                </a:lnTo>
                <a:lnTo>
                  <a:pt x="976" y="830"/>
                </a:lnTo>
                <a:lnTo>
                  <a:pt x="976" y="829"/>
                </a:lnTo>
                <a:lnTo>
                  <a:pt x="975" y="829"/>
                </a:lnTo>
                <a:lnTo>
                  <a:pt x="974" y="828"/>
                </a:lnTo>
                <a:lnTo>
                  <a:pt x="973" y="828"/>
                </a:lnTo>
                <a:lnTo>
                  <a:pt x="973" y="827"/>
                </a:lnTo>
                <a:lnTo>
                  <a:pt x="973" y="826"/>
                </a:lnTo>
                <a:lnTo>
                  <a:pt x="973" y="825"/>
                </a:lnTo>
                <a:lnTo>
                  <a:pt x="974" y="825"/>
                </a:lnTo>
                <a:lnTo>
                  <a:pt x="974" y="824"/>
                </a:lnTo>
                <a:lnTo>
                  <a:pt x="973" y="823"/>
                </a:lnTo>
                <a:lnTo>
                  <a:pt x="972" y="823"/>
                </a:lnTo>
                <a:lnTo>
                  <a:pt x="972" y="822"/>
                </a:lnTo>
                <a:lnTo>
                  <a:pt x="971" y="821"/>
                </a:lnTo>
                <a:lnTo>
                  <a:pt x="970" y="821"/>
                </a:lnTo>
                <a:lnTo>
                  <a:pt x="969" y="821"/>
                </a:lnTo>
                <a:lnTo>
                  <a:pt x="968" y="821"/>
                </a:lnTo>
                <a:lnTo>
                  <a:pt x="967" y="821"/>
                </a:lnTo>
                <a:lnTo>
                  <a:pt x="967" y="822"/>
                </a:lnTo>
                <a:lnTo>
                  <a:pt x="966" y="822"/>
                </a:lnTo>
                <a:lnTo>
                  <a:pt x="966" y="823"/>
                </a:lnTo>
                <a:lnTo>
                  <a:pt x="965" y="823"/>
                </a:lnTo>
                <a:lnTo>
                  <a:pt x="964" y="823"/>
                </a:lnTo>
                <a:lnTo>
                  <a:pt x="963" y="824"/>
                </a:lnTo>
                <a:lnTo>
                  <a:pt x="962" y="824"/>
                </a:lnTo>
                <a:lnTo>
                  <a:pt x="961" y="824"/>
                </a:lnTo>
                <a:lnTo>
                  <a:pt x="961" y="825"/>
                </a:lnTo>
                <a:lnTo>
                  <a:pt x="961" y="827"/>
                </a:lnTo>
                <a:lnTo>
                  <a:pt x="960" y="827"/>
                </a:lnTo>
                <a:lnTo>
                  <a:pt x="960" y="828"/>
                </a:lnTo>
                <a:lnTo>
                  <a:pt x="960" y="829"/>
                </a:lnTo>
                <a:lnTo>
                  <a:pt x="959" y="829"/>
                </a:lnTo>
                <a:lnTo>
                  <a:pt x="959" y="830"/>
                </a:lnTo>
                <a:lnTo>
                  <a:pt x="958" y="830"/>
                </a:lnTo>
                <a:lnTo>
                  <a:pt x="958" y="831"/>
                </a:lnTo>
                <a:lnTo>
                  <a:pt x="958" y="832"/>
                </a:lnTo>
                <a:lnTo>
                  <a:pt x="957" y="832"/>
                </a:lnTo>
                <a:lnTo>
                  <a:pt x="956" y="831"/>
                </a:lnTo>
                <a:lnTo>
                  <a:pt x="955" y="831"/>
                </a:lnTo>
                <a:lnTo>
                  <a:pt x="955" y="830"/>
                </a:lnTo>
                <a:lnTo>
                  <a:pt x="955" y="829"/>
                </a:lnTo>
                <a:lnTo>
                  <a:pt x="954" y="829"/>
                </a:lnTo>
                <a:lnTo>
                  <a:pt x="955" y="829"/>
                </a:lnTo>
                <a:lnTo>
                  <a:pt x="955" y="828"/>
                </a:lnTo>
                <a:lnTo>
                  <a:pt x="954" y="827"/>
                </a:lnTo>
                <a:lnTo>
                  <a:pt x="954" y="826"/>
                </a:lnTo>
                <a:lnTo>
                  <a:pt x="954" y="825"/>
                </a:lnTo>
                <a:lnTo>
                  <a:pt x="954" y="824"/>
                </a:lnTo>
                <a:lnTo>
                  <a:pt x="954" y="823"/>
                </a:lnTo>
                <a:lnTo>
                  <a:pt x="954" y="822"/>
                </a:lnTo>
                <a:lnTo>
                  <a:pt x="953" y="822"/>
                </a:lnTo>
                <a:lnTo>
                  <a:pt x="952" y="822"/>
                </a:lnTo>
                <a:lnTo>
                  <a:pt x="952" y="823"/>
                </a:lnTo>
                <a:lnTo>
                  <a:pt x="952" y="824"/>
                </a:lnTo>
                <a:lnTo>
                  <a:pt x="951" y="824"/>
                </a:lnTo>
                <a:lnTo>
                  <a:pt x="951" y="825"/>
                </a:lnTo>
                <a:lnTo>
                  <a:pt x="951" y="826"/>
                </a:lnTo>
                <a:lnTo>
                  <a:pt x="950" y="827"/>
                </a:lnTo>
                <a:lnTo>
                  <a:pt x="949" y="827"/>
                </a:lnTo>
                <a:lnTo>
                  <a:pt x="949" y="828"/>
                </a:lnTo>
                <a:lnTo>
                  <a:pt x="948" y="828"/>
                </a:lnTo>
                <a:lnTo>
                  <a:pt x="947" y="828"/>
                </a:lnTo>
                <a:lnTo>
                  <a:pt x="947" y="827"/>
                </a:lnTo>
                <a:lnTo>
                  <a:pt x="946" y="827"/>
                </a:lnTo>
                <a:lnTo>
                  <a:pt x="947" y="827"/>
                </a:lnTo>
                <a:lnTo>
                  <a:pt x="947" y="826"/>
                </a:lnTo>
                <a:lnTo>
                  <a:pt x="946" y="826"/>
                </a:lnTo>
                <a:lnTo>
                  <a:pt x="946" y="825"/>
                </a:lnTo>
                <a:lnTo>
                  <a:pt x="947" y="824"/>
                </a:lnTo>
                <a:lnTo>
                  <a:pt x="946" y="824"/>
                </a:lnTo>
                <a:lnTo>
                  <a:pt x="946" y="823"/>
                </a:lnTo>
                <a:lnTo>
                  <a:pt x="947" y="823"/>
                </a:lnTo>
                <a:lnTo>
                  <a:pt x="947" y="822"/>
                </a:lnTo>
                <a:lnTo>
                  <a:pt x="947" y="821"/>
                </a:lnTo>
                <a:lnTo>
                  <a:pt x="946" y="821"/>
                </a:lnTo>
                <a:lnTo>
                  <a:pt x="946" y="820"/>
                </a:lnTo>
                <a:lnTo>
                  <a:pt x="945" y="820"/>
                </a:lnTo>
                <a:lnTo>
                  <a:pt x="945" y="819"/>
                </a:lnTo>
                <a:lnTo>
                  <a:pt x="945" y="818"/>
                </a:lnTo>
                <a:lnTo>
                  <a:pt x="946" y="817"/>
                </a:lnTo>
                <a:lnTo>
                  <a:pt x="945" y="817"/>
                </a:lnTo>
                <a:lnTo>
                  <a:pt x="944" y="817"/>
                </a:lnTo>
                <a:lnTo>
                  <a:pt x="943" y="816"/>
                </a:lnTo>
                <a:lnTo>
                  <a:pt x="942" y="815"/>
                </a:lnTo>
                <a:lnTo>
                  <a:pt x="942" y="813"/>
                </a:lnTo>
                <a:lnTo>
                  <a:pt x="943" y="813"/>
                </a:lnTo>
                <a:lnTo>
                  <a:pt x="942" y="812"/>
                </a:lnTo>
                <a:lnTo>
                  <a:pt x="941" y="812"/>
                </a:lnTo>
                <a:lnTo>
                  <a:pt x="941" y="811"/>
                </a:lnTo>
                <a:lnTo>
                  <a:pt x="941" y="810"/>
                </a:lnTo>
                <a:lnTo>
                  <a:pt x="942" y="809"/>
                </a:lnTo>
                <a:lnTo>
                  <a:pt x="943" y="808"/>
                </a:lnTo>
                <a:lnTo>
                  <a:pt x="943" y="807"/>
                </a:lnTo>
                <a:lnTo>
                  <a:pt x="944" y="807"/>
                </a:lnTo>
                <a:lnTo>
                  <a:pt x="944" y="806"/>
                </a:lnTo>
                <a:lnTo>
                  <a:pt x="945" y="806"/>
                </a:lnTo>
                <a:lnTo>
                  <a:pt x="945" y="805"/>
                </a:lnTo>
                <a:lnTo>
                  <a:pt x="946" y="804"/>
                </a:lnTo>
                <a:lnTo>
                  <a:pt x="946" y="803"/>
                </a:lnTo>
                <a:lnTo>
                  <a:pt x="946" y="802"/>
                </a:lnTo>
                <a:lnTo>
                  <a:pt x="945" y="801"/>
                </a:lnTo>
                <a:lnTo>
                  <a:pt x="945" y="800"/>
                </a:lnTo>
                <a:lnTo>
                  <a:pt x="945" y="799"/>
                </a:lnTo>
                <a:lnTo>
                  <a:pt x="945" y="798"/>
                </a:lnTo>
                <a:lnTo>
                  <a:pt x="945" y="797"/>
                </a:lnTo>
                <a:lnTo>
                  <a:pt x="944" y="797"/>
                </a:lnTo>
                <a:lnTo>
                  <a:pt x="944" y="796"/>
                </a:lnTo>
                <a:lnTo>
                  <a:pt x="943" y="796"/>
                </a:lnTo>
                <a:lnTo>
                  <a:pt x="942" y="796"/>
                </a:lnTo>
                <a:lnTo>
                  <a:pt x="942" y="797"/>
                </a:lnTo>
                <a:lnTo>
                  <a:pt x="941" y="797"/>
                </a:lnTo>
                <a:lnTo>
                  <a:pt x="941" y="798"/>
                </a:lnTo>
                <a:lnTo>
                  <a:pt x="940" y="799"/>
                </a:lnTo>
                <a:lnTo>
                  <a:pt x="941" y="799"/>
                </a:lnTo>
                <a:lnTo>
                  <a:pt x="940" y="799"/>
                </a:lnTo>
                <a:lnTo>
                  <a:pt x="940" y="800"/>
                </a:lnTo>
                <a:lnTo>
                  <a:pt x="940" y="799"/>
                </a:lnTo>
                <a:lnTo>
                  <a:pt x="939" y="799"/>
                </a:lnTo>
                <a:lnTo>
                  <a:pt x="939" y="798"/>
                </a:lnTo>
                <a:lnTo>
                  <a:pt x="938" y="799"/>
                </a:lnTo>
                <a:lnTo>
                  <a:pt x="937" y="799"/>
                </a:lnTo>
                <a:lnTo>
                  <a:pt x="937" y="798"/>
                </a:lnTo>
                <a:lnTo>
                  <a:pt x="937" y="797"/>
                </a:lnTo>
                <a:lnTo>
                  <a:pt x="937" y="796"/>
                </a:lnTo>
                <a:lnTo>
                  <a:pt x="936" y="796"/>
                </a:lnTo>
                <a:lnTo>
                  <a:pt x="936" y="795"/>
                </a:lnTo>
                <a:lnTo>
                  <a:pt x="935" y="794"/>
                </a:lnTo>
                <a:lnTo>
                  <a:pt x="934" y="794"/>
                </a:lnTo>
                <a:lnTo>
                  <a:pt x="933" y="794"/>
                </a:lnTo>
                <a:lnTo>
                  <a:pt x="934" y="795"/>
                </a:lnTo>
                <a:lnTo>
                  <a:pt x="933" y="795"/>
                </a:lnTo>
                <a:lnTo>
                  <a:pt x="932" y="795"/>
                </a:lnTo>
                <a:lnTo>
                  <a:pt x="932" y="794"/>
                </a:lnTo>
                <a:lnTo>
                  <a:pt x="931" y="794"/>
                </a:lnTo>
                <a:lnTo>
                  <a:pt x="931" y="793"/>
                </a:lnTo>
                <a:lnTo>
                  <a:pt x="930" y="793"/>
                </a:lnTo>
                <a:lnTo>
                  <a:pt x="929" y="793"/>
                </a:lnTo>
                <a:lnTo>
                  <a:pt x="929" y="792"/>
                </a:lnTo>
                <a:lnTo>
                  <a:pt x="929" y="791"/>
                </a:lnTo>
                <a:lnTo>
                  <a:pt x="930" y="790"/>
                </a:lnTo>
                <a:lnTo>
                  <a:pt x="930" y="789"/>
                </a:lnTo>
                <a:lnTo>
                  <a:pt x="931" y="789"/>
                </a:lnTo>
                <a:lnTo>
                  <a:pt x="931" y="788"/>
                </a:lnTo>
                <a:lnTo>
                  <a:pt x="930" y="788"/>
                </a:lnTo>
                <a:lnTo>
                  <a:pt x="931" y="787"/>
                </a:lnTo>
                <a:lnTo>
                  <a:pt x="931" y="786"/>
                </a:lnTo>
                <a:lnTo>
                  <a:pt x="932" y="786"/>
                </a:lnTo>
                <a:lnTo>
                  <a:pt x="932" y="785"/>
                </a:lnTo>
                <a:lnTo>
                  <a:pt x="933" y="784"/>
                </a:lnTo>
                <a:lnTo>
                  <a:pt x="933" y="782"/>
                </a:lnTo>
                <a:lnTo>
                  <a:pt x="933" y="781"/>
                </a:lnTo>
                <a:lnTo>
                  <a:pt x="933" y="780"/>
                </a:lnTo>
                <a:lnTo>
                  <a:pt x="933" y="779"/>
                </a:lnTo>
                <a:lnTo>
                  <a:pt x="934" y="779"/>
                </a:lnTo>
                <a:lnTo>
                  <a:pt x="934" y="778"/>
                </a:lnTo>
                <a:lnTo>
                  <a:pt x="935" y="778"/>
                </a:lnTo>
                <a:lnTo>
                  <a:pt x="936" y="778"/>
                </a:lnTo>
                <a:lnTo>
                  <a:pt x="936" y="777"/>
                </a:lnTo>
                <a:lnTo>
                  <a:pt x="937" y="777"/>
                </a:lnTo>
                <a:lnTo>
                  <a:pt x="938" y="776"/>
                </a:lnTo>
                <a:lnTo>
                  <a:pt x="938" y="775"/>
                </a:lnTo>
                <a:lnTo>
                  <a:pt x="938" y="774"/>
                </a:lnTo>
                <a:lnTo>
                  <a:pt x="939" y="774"/>
                </a:lnTo>
                <a:lnTo>
                  <a:pt x="938" y="773"/>
                </a:lnTo>
                <a:lnTo>
                  <a:pt x="937" y="772"/>
                </a:lnTo>
                <a:lnTo>
                  <a:pt x="938" y="771"/>
                </a:lnTo>
                <a:lnTo>
                  <a:pt x="938" y="770"/>
                </a:lnTo>
                <a:lnTo>
                  <a:pt x="937" y="770"/>
                </a:lnTo>
                <a:lnTo>
                  <a:pt x="937" y="769"/>
                </a:lnTo>
                <a:lnTo>
                  <a:pt x="937" y="768"/>
                </a:lnTo>
                <a:lnTo>
                  <a:pt x="938" y="767"/>
                </a:lnTo>
                <a:lnTo>
                  <a:pt x="937" y="767"/>
                </a:lnTo>
                <a:lnTo>
                  <a:pt x="938" y="767"/>
                </a:lnTo>
                <a:lnTo>
                  <a:pt x="938" y="766"/>
                </a:lnTo>
                <a:lnTo>
                  <a:pt x="938" y="765"/>
                </a:lnTo>
                <a:lnTo>
                  <a:pt x="939" y="765"/>
                </a:lnTo>
                <a:lnTo>
                  <a:pt x="939" y="764"/>
                </a:lnTo>
                <a:lnTo>
                  <a:pt x="940" y="764"/>
                </a:lnTo>
                <a:lnTo>
                  <a:pt x="941" y="764"/>
                </a:lnTo>
                <a:lnTo>
                  <a:pt x="941" y="763"/>
                </a:lnTo>
                <a:lnTo>
                  <a:pt x="942" y="763"/>
                </a:lnTo>
                <a:lnTo>
                  <a:pt x="942" y="764"/>
                </a:lnTo>
                <a:lnTo>
                  <a:pt x="943" y="764"/>
                </a:lnTo>
                <a:lnTo>
                  <a:pt x="944" y="763"/>
                </a:lnTo>
                <a:lnTo>
                  <a:pt x="945" y="763"/>
                </a:lnTo>
                <a:lnTo>
                  <a:pt x="946" y="763"/>
                </a:lnTo>
                <a:lnTo>
                  <a:pt x="947" y="763"/>
                </a:lnTo>
                <a:lnTo>
                  <a:pt x="947" y="764"/>
                </a:lnTo>
                <a:lnTo>
                  <a:pt x="948" y="764"/>
                </a:lnTo>
                <a:lnTo>
                  <a:pt x="948" y="763"/>
                </a:lnTo>
                <a:lnTo>
                  <a:pt x="949" y="763"/>
                </a:lnTo>
                <a:lnTo>
                  <a:pt x="949" y="762"/>
                </a:lnTo>
                <a:lnTo>
                  <a:pt x="949" y="761"/>
                </a:lnTo>
                <a:lnTo>
                  <a:pt x="950" y="761"/>
                </a:lnTo>
                <a:lnTo>
                  <a:pt x="950" y="760"/>
                </a:lnTo>
                <a:lnTo>
                  <a:pt x="950" y="759"/>
                </a:lnTo>
                <a:lnTo>
                  <a:pt x="951" y="759"/>
                </a:lnTo>
                <a:lnTo>
                  <a:pt x="951" y="758"/>
                </a:lnTo>
                <a:lnTo>
                  <a:pt x="950" y="758"/>
                </a:lnTo>
                <a:lnTo>
                  <a:pt x="950" y="757"/>
                </a:lnTo>
                <a:lnTo>
                  <a:pt x="949" y="756"/>
                </a:lnTo>
                <a:lnTo>
                  <a:pt x="950" y="756"/>
                </a:lnTo>
                <a:lnTo>
                  <a:pt x="950" y="755"/>
                </a:lnTo>
                <a:lnTo>
                  <a:pt x="951" y="754"/>
                </a:lnTo>
                <a:lnTo>
                  <a:pt x="952" y="754"/>
                </a:lnTo>
                <a:lnTo>
                  <a:pt x="952" y="753"/>
                </a:lnTo>
                <a:lnTo>
                  <a:pt x="952" y="752"/>
                </a:lnTo>
                <a:lnTo>
                  <a:pt x="952" y="751"/>
                </a:lnTo>
                <a:lnTo>
                  <a:pt x="951" y="751"/>
                </a:lnTo>
                <a:lnTo>
                  <a:pt x="951" y="750"/>
                </a:lnTo>
                <a:lnTo>
                  <a:pt x="951" y="749"/>
                </a:lnTo>
                <a:lnTo>
                  <a:pt x="950" y="749"/>
                </a:lnTo>
                <a:lnTo>
                  <a:pt x="950" y="748"/>
                </a:lnTo>
                <a:lnTo>
                  <a:pt x="949" y="748"/>
                </a:lnTo>
                <a:lnTo>
                  <a:pt x="950" y="747"/>
                </a:lnTo>
                <a:lnTo>
                  <a:pt x="949" y="747"/>
                </a:lnTo>
                <a:lnTo>
                  <a:pt x="948" y="747"/>
                </a:lnTo>
                <a:lnTo>
                  <a:pt x="947" y="747"/>
                </a:lnTo>
                <a:lnTo>
                  <a:pt x="946" y="747"/>
                </a:lnTo>
                <a:lnTo>
                  <a:pt x="946" y="746"/>
                </a:lnTo>
                <a:lnTo>
                  <a:pt x="945" y="746"/>
                </a:lnTo>
                <a:lnTo>
                  <a:pt x="945" y="745"/>
                </a:lnTo>
                <a:lnTo>
                  <a:pt x="944" y="745"/>
                </a:lnTo>
                <a:lnTo>
                  <a:pt x="944" y="744"/>
                </a:lnTo>
                <a:lnTo>
                  <a:pt x="943" y="744"/>
                </a:lnTo>
                <a:lnTo>
                  <a:pt x="942" y="744"/>
                </a:lnTo>
                <a:lnTo>
                  <a:pt x="942" y="743"/>
                </a:lnTo>
                <a:lnTo>
                  <a:pt x="941" y="742"/>
                </a:lnTo>
                <a:lnTo>
                  <a:pt x="941" y="741"/>
                </a:lnTo>
                <a:lnTo>
                  <a:pt x="940" y="740"/>
                </a:lnTo>
                <a:lnTo>
                  <a:pt x="939" y="740"/>
                </a:lnTo>
                <a:lnTo>
                  <a:pt x="939" y="739"/>
                </a:lnTo>
                <a:lnTo>
                  <a:pt x="938" y="739"/>
                </a:lnTo>
                <a:lnTo>
                  <a:pt x="937" y="739"/>
                </a:lnTo>
                <a:lnTo>
                  <a:pt x="937" y="740"/>
                </a:lnTo>
                <a:lnTo>
                  <a:pt x="936" y="740"/>
                </a:lnTo>
                <a:lnTo>
                  <a:pt x="935" y="740"/>
                </a:lnTo>
                <a:lnTo>
                  <a:pt x="934" y="740"/>
                </a:lnTo>
                <a:lnTo>
                  <a:pt x="933" y="740"/>
                </a:lnTo>
                <a:lnTo>
                  <a:pt x="933" y="741"/>
                </a:lnTo>
                <a:lnTo>
                  <a:pt x="932" y="741"/>
                </a:lnTo>
                <a:lnTo>
                  <a:pt x="931" y="741"/>
                </a:lnTo>
                <a:lnTo>
                  <a:pt x="931" y="740"/>
                </a:lnTo>
                <a:lnTo>
                  <a:pt x="930" y="740"/>
                </a:lnTo>
                <a:lnTo>
                  <a:pt x="930" y="739"/>
                </a:lnTo>
                <a:lnTo>
                  <a:pt x="929" y="739"/>
                </a:lnTo>
                <a:lnTo>
                  <a:pt x="929" y="738"/>
                </a:lnTo>
                <a:lnTo>
                  <a:pt x="930" y="738"/>
                </a:lnTo>
                <a:lnTo>
                  <a:pt x="930" y="737"/>
                </a:lnTo>
                <a:lnTo>
                  <a:pt x="931" y="737"/>
                </a:lnTo>
                <a:lnTo>
                  <a:pt x="931" y="736"/>
                </a:lnTo>
                <a:lnTo>
                  <a:pt x="932" y="736"/>
                </a:lnTo>
                <a:lnTo>
                  <a:pt x="933" y="736"/>
                </a:lnTo>
                <a:lnTo>
                  <a:pt x="933" y="735"/>
                </a:lnTo>
                <a:lnTo>
                  <a:pt x="934" y="735"/>
                </a:lnTo>
                <a:lnTo>
                  <a:pt x="936" y="735"/>
                </a:lnTo>
                <a:lnTo>
                  <a:pt x="936" y="734"/>
                </a:lnTo>
                <a:lnTo>
                  <a:pt x="937" y="734"/>
                </a:lnTo>
                <a:lnTo>
                  <a:pt x="937" y="733"/>
                </a:lnTo>
                <a:lnTo>
                  <a:pt x="937" y="732"/>
                </a:lnTo>
                <a:lnTo>
                  <a:pt x="938" y="732"/>
                </a:lnTo>
                <a:lnTo>
                  <a:pt x="939" y="732"/>
                </a:lnTo>
                <a:lnTo>
                  <a:pt x="939" y="731"/>
                </a:lnTo>
                <a:lnTo>
                  <a:pt x="940" y="731"/>
                </a:lnTo>
                <a:lnTo>
                  <a:pt x="941" y="731"/>
                </a:lnTo>
                <a:lnTo>
                  <a:pt x="942" y="731"/>
                </a:lnTo>
                <a:lnTo>
                  <a:pt x="942" y="730"/>
                </a:lnTo>
                <a:lnTo>
                  <a:pt x="943" y="729"/>
                </a:lnTo>
                <a:lnTo>
                  <a:pt x="942" y="729"/>
                </a:lnTo>
                <a:lnTo>
                  <a:pt x="942" y="728"/>
                </a:lnTo>
                <a:lnTo>
                  <a:pt x="942" y="727"/>
                </a:lnTo>
                <a:lnTo>
                  <a:pt x="943" y="727"/>
                </a:lnTo>
                <a:lnTo>
                  <a:pt x="944" y="727"/>
                </a:lnTo>
                <a:lnTo>
                  <a:pt x="944" y="726"/>
                </a:lnTo>
                <a:lnTo>
                  <a:pt x="946" y="725"/>
                </a:lnTo>
                <a:lnTo>
                  <a:pt x="947" y="725"/>
                </a:lnTo>
                <a:lnTo>
                  <a:pt x="947" y="724"/>
                </a:lnTo>
                <a:lnTo>
                  <a:pt x="947" y="723"/>
                </a:lnTo>
                <a:lnTo>
                  <a:pt x="947" y="722"/>
                </a:lnTo>
                <a:lnTo>
                  <a:pt x="946" y="722"/>
                </a:lnTo>
                <a:lnTo>
                  <a:pt x="945" y="721"/>
                </a:lnTo>
                <a:lnTo>
                  <a:pt x="944" y="720"/>
                </a:lnTo>
                <a:lnTo>
                  <a:pt x="944" y="719"/>
                </a:lnTo>
                <a:lnTo>
                  <a:pt x="944" y="718"/>
                </a:lnTo>
                <a:lnTo>
                  <a:pt x="943" y="718"/>
                </a:lnTo>
                <a:lnTo>
                  <a:pt x="942" y="719"/>
                </a:lnTo>
                <a:lnTo>
                  <a:pt x="941" y="719"/>
                </a:lnTo>
                <a:lnTo>
                  <a:pt x="941" y="718"/>
                </a:lnTo>
                <a:lnTo>
                  <a:pt x="940" y="718"/>
                </a:lnTo>
                <a:lnTo>
                  <a:pt x="941" y="718"/>
                </a:lnTo>
                <a:lnTo>
                  <a:pt x="940" y="717"/>
                </a:lnTo>
                <a:lnTo>
                  <a:pt x="940" y="716"/>
                </a:lnTo>
                <a:lnTo>
                  <a:pt x="940" y="715"/>
                </a:lnTo>
                <a:lnTo>
                  <a:pt x="940" y="714"/>
                </a:lnTo>
                <a:lnTo>
                  <a:pt x="939" y="714"/>
                </a:lnTo>
                <a:lnTo>
                  <a:pt x="938" y="714"/>
                </a:lnTo>
                <a:lnTo>
                  <a:pt x="938" y="713"/>
                </a:lnTo>
                <a:lnTo>
                  <a:pt x="937" y="713"/>
                </a:lnTo>
                <a:lnTo>
                  <a:pt x="936" y="713"/>
                </a:lnTo>
                <a:lnTo>
                  <a:pt x="936" y="714"/>
                </a:lnTo>
                <a:lnTo>
                  <a:pt x="935" y="714"/>
                </a:lnTo>
                <a:lnTo>
                  <a:pt x="934" y="714"/>
                </a:lnTo>
                <a:lnTo>
                  <a:pt x="934" y="713"/>
                </a:lnTo>
                <a:lnTo>
                  <a:pt x="936" y="713"/>
                </a:lnTo>
                <a:lnTo>
                  <a:pt x="936" y="712"/>
                </a:lnTo>
                <a:lnTo>
                  <a:pt x="935" y="712"/>
                </a:lnTo>
                <a:lnTo>
                  <a:pt x="934" y="711"/>
                </a:lnTo>
                <a:lnTo>
                  <a:pt x="934" y="710"/>
                </a:lnTo>
                <a:lnTo>
                  <a:pt x="934" y="709"/>
                </a:lnTo>
                <a:lnTo>
                  <a:pt x="933" y="709"/>
                </a:lnTo>
                <a:lnTo>
                  <a:pt x="933" y="708"/>
                </a:lnTo>
                <a:lnTo>
                  <a:pt x="933" y="707"/>
                </a:lnTo>
                <a:lnTo>
                  <a:pt x="932" y="706"/>
                </a:lnTo>
                <a:lnTo>
                  <a:pt x="932" y="705"/>
                </a:lnTo>
                <a:lnTo>
                  <a:pt x="932" y="704"/>
                </a:lnTo>
                <a:lnTo>
                  <a:pt x="931" y="705"/>
                </a:lnTo>
                <a:lnTo>
                  <a:pt x="930" y="705"/>
                </a:lnTo>
                <a:lnTo>
                  <a:pt x="929" y="705"/>
                </a:lnTo>
                <a:lnTo>
                  <a:pt x="929" y="706"/>
                </a:lnTo>
                <a:lnTo>
                  <a:pt x="929" y="707"/>
                </a:lnTo>
                <a:lnTo>
                  <a:pt x="928" y="708"/>
                </a:lnTo>
                <a:lnTo>
                  <a:pt x="927" y="708"/>
                </a:lnTo>
                <a:lnTo>
                  <a:pt x="926" y="708"/>
                </a:lnTo>
                <a:lnTo>
                  <a:pt x="925" y="708"/>
                </a:lnTo>
                <a:lnTo>
                  <a:pt x="924" y="708"/>
                </a:lnTo>
                <a:lnTo>
                  <a:pt x="923" y="708"/>
                </a:lnTo>
                <a:lnTo>
                  <a:pt x="923" y="709"/>
                </a:lnTo>
                <a:lnTo>
                  <a:pt x="922" y="709"/>
                </a:lnTo>
                <a:lnTo>
                  <a:pt x="922" y="708"/>
                </a:lnTo>
                <a:lnTo>
                  <a:pt x="921" y="708"/>
                </a:lnTo>
                <a:lnTo>
                  <a:pt x="919" y="708"/>
                </a:lnTo>
                <a:lnTo>
                  <a:pt x="918" y="708"/>
                </a:lnTo>
                <a:lnTo>
                  <a:pt x="917" y="708"/>
                </a:lnTo>
                <a:lnTo>
                  <a:pt x="917" y="707"/>
                </a:lnTo>
                <a:lnTo>
                  <a:pt x="916" y="707"/>
                </a:lnTo>
                <a:lnTo>
                  <a:pt x="916" y="708"/>
                </a:lnTo>
                <a:lnTo>
                  <a:pt x="915" y="708"/>
                </a:lnTo>
                <a:lnTo>
                  <a:pt x="914" y="708"/>
                </a:lnTo>
                <a:lnTo>
                  <a:pt x="913" y="708"/>
                </a:lnTo>
                <a:lnTo>
                  <a:pt x="912" y="707"/>
                </a:lnTo>
                <a:lnTo>
                  <a:pt x="911" y="707"/>
                </a:lnTo>
                <a:lnTo>
                  <a:pt x="911" y="706"/>
                </a:lnTo>
                <a:lnTo>
                  <a:pt x="910" y="705"/>
                </a:lnTo>
                <a:lnTo>
                  <a:pt x="910" y="704"/>
                </a:lnTo>
                <a:lnTo>
                  <a:pt x="910" y="703"/>
                </a:lnTo>
                <a:lnTo>
                  <a:pt x="910" y="702"/>
                </a:lnTo>
                <a:lnTo>
                  <a:pt x="910" y="701"/>
                </a:lnTo>
                <a:lnTo>
                  <a:pt x="910" y="699"/>
                </a:lnTo>
                <a:lnTo>
                  <a:pt x="911" y="698"/>
                </a:lnTo>
                <a:lnTo>
                  <a:pt x="911" y="697"/>
                </a:lnTo>
                <a:lnTo>
                  <a:pt x="911" y="696"/>
                </a:lnTo>
                <a:lnTo>
                  <a:pt x="911" y="695"/>
                </a:lnTo>
                <a:lnTo>
                  <a:pt x="911" y="694"/>
                </a:lnTo>
                <a:lnTo>
                  <a:pt x="912" y="693"/>
                </a:lnTo>
                <a:lnTo>
                  <a:pt x="912" y="692"/>
                </a:lnTo>
                <a:lnTo>
                  <a:pt x="911" y="691"/>
                </a:lnTo>
                <a:lnTo>
                  <a:pt x="911" y="690"/>
                </a:lnTo>
                <a:lnTo>
                  <a:pt x="912" y="690"/>
                </a:lnTo>
                <a:lnTo>
                  <a:pt x="912" y="689"/>
                </a:lnTo>
                <a:lnTo>
                  <a:pt x="911" y="689"/>
                </a:lnTo>
                <a:lnTo>
                  <a:pt x="911" y="688"/>
                </a:lnTo>
                <a:lnTo>
                  <a:pt x="911" y="687"/>
                </a:lnTo>
                <a:lnTo>
                  <a:pt x="912" y="687"/>
                </a:lnTo>
                <a:lnTo>
                  <a:pt x="912" y="686"/>
                </a:lnTo>
                <a:lnTo>
                  <a:pt x="912" y="685"/>
                </a:lnTo>
                <a:lnTo>
                  <a:pt x="913" y="685"/>
                </a:lnTo>
                <a:lnTo>
                  <a:pt x="913" y="684"/>
                </a:lnTo>
                <a:lnTo>
                  <a:pt x="912" y="684"/>
                </a:lnTo>
                <a:lnTo>
                  <a:pt x="912" y="683"/>
                </a:lnTo>
                <a:lnTo>
                  <a:pt x="913" y="683"/>
                </a:lnTo>
                <a:lnTo>
                  <a:pt x="913" y="682"/>
                </a:lnTo>
                <a:lnTo>
                  <a:pt x="913" y="681"/>
                </a:lnTo>
                <a:lnTo>
                  <a:pt x="914" y="681"/>
                </a:lnTo>
                <a:lnTo>
                  <a:pt x="914" y="680"/>
                </a:lnTo>
                <a:lnTo>
                  <a:pt x="913" y="680"/>
                </a:lnTo>
                <a:lnTo>
                  <a:pt x="912" y="680"/>
                </a:lnTo>
                <a:lnTo>
                  <a:pt x="912" y="679"/>
                </a:lnTo>
                <a:lnTo>
                  <a:pt x="913" y="679"/>
                </a:lnTo>
                <a:lnTo>
                  <a:pt x="914" y="679"/>
                </a:lnTo>
                <a:lnTo>
                  <a:pt x="914" y="678"/>
                </a:lnTo>
                <a:lnTo>
                  <a:pt x="914" y="677"/>
                </a:lnTo>
                <a:lnTo>
                  <a:pt x="914" y="676"/>
                </a:lnTo>
                <a:lnTo>
                  <a:pt x="914" y="675"/>
                </a:lnTo>
                <a:lnTo>
                  <a:pt x="915" y="675"/>
                </a:lnTo>
                <a:lnTo>
                  <a:pt x="915" y="674"/>
                </a:lnTo>
                <a:lnTo>
                  <a:pt x="914" y="674"/>
                </a:lnTo>
                <a:lnTo>
                  <a:pt x="913" y="673"/>
                </a:lnTo>
                <a:lnTo>
                  <a:pt x="913" y="672"/>
                </a:lnTo>
                <a:lnTo>
                  <a:pt x="912" y="672"/>
                </a:lnTo>
                <a:lnTo>
                  <a:pt x="912" y="673"/>
                </a:lnTo>
                <a:lnTo>
                  <a:pt x="911" y="673"/>
                </a:lnTo>
                <a:lnTo>
                  <a:pt x="910" y="674"/>
                </a:lnTo>
                <a:lnTo>
                  <a:pt x="909" y="675"/>
                </a:lnTo>
                <a:lnTo>
                  <a:pt x="909" y="676"/>
                </a:lnTo>
                <a:lnTo>
                  <a:pt x="908" y="676"/>
                </a:lnTo>
                <a:lnTo>
                  <a:pt x="907" y="677"/>
                </a:lnTo>
                <a:lnTo>
                  <a:pt x="906" y="678"/>
                </a:lnTo>
                <a:lnTo>
                  <a:pt x="905" y="678"/>
                </a:lnTo>
                <a:lnTo>
                  <a:pt x="905" y="679"/>
                </a:lnTo>
                <a:lnTo>
                  <a:pt x="904" y="679"/>
                </a:lnTo>
                <a:lnTo>
                  <a:pt x="904" y="680"/>
                </a:lnTo>
                <a:lnTo>
                  <a:pt x="904" y="681"/>
                </a:lnTo>
                <a:lnTo>
                  <a:pt x="903" y="681"/>
                </a:lnTo>
                <a:lnTo>
                  <a:pt x="903" y="682"/>
                </a:lnTo>
                <a:lnTo>
                  <a:pt x="902" y="683"/>
                </a:lnTo>
                <a:lnTo>
                  <a:pt x="902" y="684"/>
                </a:lnTo>
                <a:lnTo>
                  <a:pt x="901" y="685"/>
                </a:lnTo>
                <a:lnTo>
                  <a:pt x="900" y="686"/>
                </a:lnTo>
                <a:lnTo>
                  <a:pt x="896" y="690"/>
                </a:lnTo>
                <a:lnTo>
                  <a:pt x="895" y="691"/>
                </a:lnTo>
                <a:lnTo>
                  <a:pt x="895" y="692"/>
                </a:lnTo>
                <a:lnTo>
                  <a:pt x="894" y="692"/>
                </a:lnTo>
                <a:lnTo>
                  <a:pt x="893" y="693"/>
                </a:lnTo>
                <a:lnTo>
                  <a:pt x="891" y="694"/>
                </a:lnTo>
                <a:lnTo>
                  <a:pt x="889" y="696"/>
                </a:lnTo>
                <a:lnTo>
                  <a:pt x="888" y="697"/>
                </a:lnTo>
                <a:lnTo>
                  <a:pt x="888" y="698"/>
                </a:lnTo>
                <a:lnTo>
                  <a:pt x="886" y="700"/>
                </a:lnTo>
                <a:lnTo>
                  <a:pt x="885" y="700"/>
                </a:lnTo>
                <a:lnTo>
                  <a:pt x="885" y="701"/>
                </a:lnTo>
                <a:lnTo>
                  <a:pt x="884" y="701"/>
                </a:lnTo>
                <a:lnTo>
                  <a:pt x="884" y="702"/>
                </a:lnTo>
                <a:lnTo>
                  <a:pt x="883" y="703"/>
                </a:lnTo>
                <a:lnTo>
                  <a:pt x="882" y="704"/>
                </a:lnTo>
                <a:lnTo>
                  <a:pt x="881" y="705"/>
                </a:lnTo>
                <a:lnTo>
                  <a:pt x="880" y="706"/>
                </a:lnTo>
                <a:lnTo>
                  <a:pt x="879" y="707"/>
                </a:lnTo>
                <a:lnTo>
                  <a:pt x="879" y="708"/>
                </a:lnTo>
                <a:lnTo>
                  <a:pt x="878" y="709"/>
                </a:lnTo>
                <a:lnTo>
                  <a:pt x="878" y="710"/>
                </a:lnTo>
                <a:lnTo>
                  <a:pt x="877" y="710"/>
                </a:lnTo>
                <a:lnTo>
                  <a:pt x="877" y="711"/>
                </a:lnTo>
                <a:lnTo>
                  <a:pt x="876" y="712"/>
                </a:lnTo>
                <a:lnTo>
                  <a:pt x="875" y="713"/>
                </a:lnTo>
                <a:lnTo>
                  <a:pt x="875" y="714"/>
                </a:lnTo>
                <a:lnTo>
                  <a:pt x="874" y="715"/>
                </a:lnTo>
                <a:lnTo>
                  <a:pt x="874" y="716"/>
                </a:lnTo>
                <a:lnTo>
                  <a:pt x="873" y="717"/>
                </a:lnTo>
                <a:lnTo>
                  <a:pt x="872" y="718"/>
                </a:lnTo>
                <a:lnTo>
                  <a:pt x="871" y="721"/>
                </a:lnTo>
                <a:lnTo>
                  <a:pt x="870" y="721"/>
                </a:lnTo>
                <a:lnTo>
                  <a:pt x="870" y="722"/>
                </a:lnTo>
                <a:lnTo>
                  <a:pt x="869" y="723"/>
                </a:lnTo>
                <a:lnTo>
                  <a:pt x="869" y="725"/>
                </a:lnTo>
                <a:lnTo>
                  <a:pt x="868" y="725"/>
                </a:lnTo>
                <a:lnTo>
                  <a:pt x="868" y="726"/>
                </a:lnTo>
                <a:lnTo>
                  <a:pt x="866" y="728"/>
                </a:lnTo>
                <a:lnTo>
                  <a:pt x="866" y="729"/>
                </a:lnTo>
                <a:lnTo>
                  <a:pt x="865" y="732"/>
                </a:lnTo>
                <a:lnTo>
                  <a:pt x="864" y="733"/>
                </a:lnTo>
                <a:lnTo>
                  <a:pt x="864" y="734"/>
                </a:lnTo>
                <a:lnTo>
                  <a:pt x="863" y="734"/>
                </a:lnTo>
                <a:lnTo>
                  <a:pt x="863" y="735"/>
                </a:lnTo>
                <a:lnTo>
                  <a:pt x="862" y="735"/>
                </a:lnTo>
                <a:lnTo>
                  <a:pt x="862" y="736"/>
                </a:lnTo>
                <a:lnTo>
                  <a:pt x="861" y="736"/>
                </a:lnTo>
                <a:lnTo>
                  <a:pt x="859" y="738"/>
                </a:lnTo>
                <a:lnTo>
                  <a:pt x="859" y="739"/>
                </a:lnTo>
                <a:lnTo>
                  <a:pt x="858" y="739"/>
                </a:lnTo>
                <a:lnTo>
                  <a:pt x="858" y="740"/>
                </a:lnTo>
                <a:lnTo>
                  <a:pt x="857" y="741"/>
                </a:lnTo>
                <a:lnTo>
                  <a:pt x="857" y="742"/>
                </a:lnTo>
                <a:lnTo>
                  <a:pt x="856" y="742"/>
                </a:lnTo>
                <a:lnTo>
                  <a:pt x="856" y="743"/>
                </a:lnTo>
                <a:lnTo>
                  <a:pt x="856" y="744"/>
                </a:lnTo>
                <a:lnTo>
                  <a:pt x="855" y="745"/>
                </a:lnTo>
                <a:lnTo>
                  <a:pt x="855" y="746"/>
                </a:lnTo>
                <a:lnTo>
                  <a:pt x="854" y="746"/>
                </a:lnTo>
                <a:lnTo>
                  <a:pt x="854" y="747"/>
                </a:lnTo>
                <a:lnTo>
                  <a:pt x="853" y="748"/>
                </a:lnTo>
                <a:lnTo>
                  <a:pt x="853" y="749"/>
                </a:lnTo>
                <a:lnTo>
                  <a:pt x="852" y="749"/>
                </a:lnTo>
                <a:lnTo>
                  <a:pt x="852" y="750"/>
                </a:lnTo>
                <a:lnTo>
                  <a:pt x="852" y="751"/>
                </a:lnTo>
                <a:lnTo>
                  <a:pt x="851" y="752"/>
                </a:lnTo>
                <a:lnTo>
                  <a:pt x="850" y="753"/>
                </a:lnTo>
                <a:lnTo>
                  <a:pt x="850" y="754"/>
                </a:lnTo>
                <a:lnTo>
                  <a:pt x="849" y="755"/>
                </a:lnTo>
                <a:lnTo>
                  <a:pt x="848" y="757"/>
                </a:lnTo>
                <a:lnTo>
                  <a:pt x="848" y="758"/>
                </a:lnTo>
                <a:lnTo>
                  <a:pt x="847" y="759"/>
                </a:lnTo>
                <a:lnTo>
                  <a:pt x="846" y="760"/>
                </a:lnTo>
                <a:lnTo>
                  <a:pt x="844" y="760"/>
                </a:lnTo>
                <a:lnTo>
                  <a:pt x="843" y="759"/>
                </a:lnTo>
                <a:lnTo>
                  <a:pt x="842" y="759"/>
                </a:lnTo>
                <a:lnTo>
                  <a:pt x="841" y="759"/>
                </a:lnTo>
                <a:lnTo>
                  <a:pt x="839" y="759"/>
                </a:lnTo>
                <a:lnTo>
                  <a:pt x="838" y="759"/>
                </a:lnTo>
                <a:lnTo>
                  <a:pt x="837" y="759"/>
                </a:lnTo>
                <a:lnTo>
                  <a:pt x="837" y="760"/>
                </a:lnTo>
                <a:lnTo>
                  <a:pt x="838" y="761"/>
                </a:lnTo>
                <a:lnTo>
                  <a:pt x="838" y="763"/>
                </a:lnTo>
                <a:lnTo>
                  <a:pt x="837" y="764"/>
                </a:lnTo>
                <a:lnTo>
                  <a:pt x="836" y="765"/>
                </a:lnTo>
                <a:lnTo>
                  <a:pt x="835" y="765"/>
                </a:lnTo>
                <a:lnTo>
                  <a:pt x="835" y="764"/>
                </a:lnTo>
                <a:lnTo>
                  <a:pt x="834" y="763"/>
                </a:lnTo>
                <a:lnTo>
                  <a:pt x="833" y="763"/>
                </a:lnTo>
                <a:lnTo>
                  <a:pt x="833" y="761"/>
                </a:lnTo>
                <a:lnTo>
                  <a:pt x="832" y="759"/>
                </a:lnTo>
                <a:lnTo>
                  <a:pt x="832" y="757"/>
                </a:lnTo>
                <a:lnTo>
                  <a:pt x="832" y="756"/>
                </a:lnTo>
                <a:lnTo>
                  <a:pt x="832" y="755"/>
                </a:lnTo>
                <a:lnTo>
                  <a:pt x="831" y="753"/>
                </a:lnTo>
                <a:lnTo>
                  <a:pt x="831" y="752"/>
                </a:lnTo>
                <a:lnTo>
                  <a:pt x="831" y="751"/>
                </a:lnTo>
                <a:lnTo>
                  <a:pt x="830" y="750"/>
                </a:lnTo>
                <a:lnTo>
                  <a:pt x="830" y="749"/>
                </a:lnTo>
                <a:lnTo>
                  <a:pt x="830" y="748"/>
                </a:lnTo>
                <a:lnTo>
                  <a:pt x="830" y="747"/>
                </a:lnTo>
                <a:lnTo>
                  <a:pt x="829" y="747"/>
                </a:lnTo>
                <a:lnTo>
                  <a:pt x="828" y="746"/>
                </a:lnTo>
                <a:lnTo>
                  <a:pt x="827" y="746"/>
                </a:lnTo>
                <a:lnTo>
                  <a:pt x="826" y="746"/>
                </a:lnTo>
                <a:lnTo>
                  <a:pt x="825" y="746"/>
                </a:lnTo>
                <a:lnTo>
                  <a:pt x="824" y="746"/>
                </a:lnTo>
                <a:lnTo>
                  <a:pt x="824" y="747"/>
                </a:lnTo>
                <a:lnTo>
                  <a:pt x="823" y="747"/>
                </a:lnTo>
                <a:lnTo>
                  <a:pt x="821" y="748"/>
                </a:lnTo>
                <a:lnTo>
                  <a:pt x="820" y="749"/>
                </a:lnTo>
                <a:lnTo>
                  <a:pt x="820" y="750"/>
                </a:lnTo>
                <a:lnTo>
                  <a:pt x="819" y="750"/>
                </a:lnTo>
                <a:lnTo>
                  <a:pt x="817" y="752"/>
                </a:lnTo>
                <a:lnTo>
                  <a:pt x="817" y="753"/>
                </a:lnTo>
                <a:lnTo>
                  <a:pt x="816" y="753"/>
                </a:lnTo>
                <a:lnTo>
                  <a:pt x="816" y="754"/>
                </a:lnTo>
                <a:lnTo>
                  <a:pt x="815" y="755"/>
                </a:lnTo>
                <a:lnTo>
                  <a:pt x="815" y="756"/>
                </a:lnTo>
                <a:lnTo>
                  <a:pt x="815" y="757"/>
                </a:lnTo>
                <a:lnTo>
                  <a:pt x="814" y="757"/>
                </a:lnTo>
                <a:lnTo>
                  <a:pt x="814" y="758"/>
                </a:lnTo>
                <a:lnTo>
                  <a:pt x="813" y="759"/>
                </a:lnTo>
                <a:lnTo>
                  <a:pt x="812" y="759"/>
                </a:lnTo>
                <a:lnTo>
                  <a:pt x="811" y="759"/>
                </a:lnTo>
                <a:lnTo>
                  <a:pt x="811" y="758"/>
                </a:lnTo>
                <a:lnTo>
                  <a:pt x="810" y="758"/>
                </a:lnTo>
                <a:lnTo>
                  <a:pt x="810" y="757"/>
                </a:lnTo>
                <a:lnTo>
                  <a:pt x="809" y="757"/>
                </a:lnTo>
                <a:lnTo>
                  <a:pt x="809" y="756"/>
                </a:lnTo>
                <a:lnTo>
                  <a:pt x="809" y="755"/>
                </a:lnTo>
                <a:lnTo>
                  <a:pt x="809" y="754"/>
                </a:lnTo>
                <a:lnTo>
                  <a:pt x="808" y="754"/>
                </a:lnTo>
                <a:lnTo>
                  <a:pt x="808" y="753"/>
                </a:lnTo>
                <a:lnTo>
                  <a:pt x="808" y="748"/>
                </a:lnTo>
                <a:lnTo>
                  <a:pt x="807" y="748"/>
                </a:lnTo>
                <a:lnTo>
                  <a:pt x="807" y="746"/>
                </a:lnTo>
                <a:lnTo>
                  <a:pt x="806" y="744"/>
                </a:lnTo>
                <a:lnTo>
                  <a:pt x="806" y="743"/>
                </a:lnTo>
                <a:lnTo>
                  <a:pt x="804" y="739"/>
                </a:lnTo>
                <a:lnTo>
                  <a:pt x="804" y="738"/>
                </a:lnTo>
                <a:lnTo>
                  <a:pt x="803" y="735"/>
                </a:lnTo>
                <a:lnTo>
                  <a:pt x="803" y="734"/>
                </a:lnTo>
                <a:lnTo>
                  <a:pt x="802" y="732"/>
                </a:lnTo>
                <a:lnTo>
                  <a:pt x="802" y="731"/>
                </a:lnTo>
                <a:lnTo>
                  <a:pt x="801" y="730"/>
                </a:lnTo>
                <a:lnTo>
                  <a:pt x="802" y="728"/>
                </a:lnTo>
                <a:lnTo>
                  <a:pt x="803" y="727"/>
                </a:lnTo>
                <a:lnTo>
                  <a:pt x="805" y="724"/>
                </a:lnTo>
                <a:lnTo>
                  <a:pt x="806" y="723"/>
                </a:lnTo>
                <a:lnTo>
                  <a:pt x="807" y="722"/>
                </a:lnTo>
                <a:lnTo>
                  <a:pt x="808" y="721"/>
                </a:lnTo>
                <a:lnTo>
                  <a:pt x="809" y="721"/>
                </a:lnTo>
                <a:lnTo>
                  <a:pt x="810" y="720"/>
                </a:lnTo>
                <a:lnTo>
                  <a:pt x="810" y="719"/>
                </a:lnTo>
                <a:lnTo>
                  <a:pt x="811" y="718"/>
                </a:lnTo>
                <a:lnTo>
                  <a:pt x="812" y="717"/>
                </a:lnTo>
                <a:lnTo>
                  <a:pt x="813" y="716"/>
                </a:lnTo>
                <a:lnTo>
                  <a:pt x="814" y="715"/>
                </a:lnTo>
                <a:lnTo>
                  <a:pt x="815" y="714"/>
                </a:lnTo>
                <a:lnTo>
                  <a:pt x="815" y="713"/>
                </a:lnTo>
                <a:lnTo>
                  <a:pt x="816" y="712"/>
                </a:lnTo>
                <a:lnTo>
                  <a:pt x="817" y="711"/>
                </a:lnTo>
                <a:lnTo>
                  <a:pt x="817" y="710"/>
                </a:lnTo>
                <a:lnTo>
                  <a:pt x="817" y="709"/>
                </a:lnTo>
                <a:lnTo>
                  <a:pt x="817" y="708"/>
                </a:lnTo>
                <a:lnTo>
                  <a:pt x="818" y="708"/>
                </a:lnTo>
                <a:lnTo>
                  <a:pt x="818" y="707"/>
                </a:lnTo>
                <a:lnTo>
                  <a:pt x="818" y="706"/>
                </a:lnTo>
                <a:lnTo>
                  <a:pt x="818" y="705"/>
                </a:lnTo>
                <a:lnTo>
                  <a:pt x="818" y="703"/>
                </a:lnTo>
                <a:lnTo>
                  <a:pt x="818" y="702"/>
                </a:lnTo>
                <a:lnTo>
                  <a:pt x="819" y="701"/>
                </a:lnTo>
                <a:lnTo>
                  <a:pt x="819" y="700"/>
                </a:lnTo>
                <a:lnTo>
                  <a:pt x="819" y="699"/>
                </a:lnTo>
                <a:lnTo>
                  <a:pt x="820" y="698"/>
                </a:lnTo>
                <a:lnTo>
                  <a:pt x="820" y="697"/>
                </a:lnTo>
                <a:lnTo>
                  <a:pt x="820" y="696"/>
                </a:lnTo>
                <a:lnTo>
                  <a:pt x="819" y="696"/>
                </a:lnTo>
                <a:lnTo>
                  <a:pt x="818" y="696"/>
                </a:lnTo>
                <a:lnTo>
                  <a:pt x="817" y="696"/>
                </a:lnTo>
                <a:lnTo>
                  <a:pt x="816" y="697"/>
                </a:lnTo>
                <a:lnTo>
                  <a:pt x="816" y="698"/>
                </a:lnTo>
                <a:lnTo>
                  <a:pt x="816" y="699"/>
                </a:lnTo>
                <a:lnTo>
                  <a:pt x="815" y="699"/>
                </a:lnTo>
                <a:lnTo>
                  <a:pt x="815" y="700"/>
                </a:lnTo>
                <a:lnTo>
                  <a:pt x="815" y="701"/>
                </a:lnTo>
                <a:lnTo>
                  <a:pt x="815" y="702"/>
                </a:lnTo>
                <a:lnTo>
                  <a:pt x="814" y="704"/>
                </a:lnTo>
                <a:lnTo>
                  <a:pt x="812" y="706"/>
                </a:lnTo>
                <a:lnTo>
                  <a:pt x="810" y="708"/>
                </a:lnTo>
                <a:lnTo>
                  <a:pt x="809" y="712"/>
                </a:lnTo>
                <a:lnTo>
                  <a:pt x="808" y="712"/>
                </a:lnTo>
                <a:lnTo>
                  <a:pt x="808" y="714"/>
                </a:lnTo>
                <a:lnTo>
                  <a:pt x="807" y="714"/>
                </a:lnTo>
                <a:lnTo>
                  <a:pt x="806" y="715"/>
                </a:lnTo>
                <a:lnTo>
                  <a:pt x="806" y="716"/>
                </a:lnTo>
                <a:lnTo>
                  <a:pt x="805" y="717"/>
                </a:lnTo>
                <a:lnTo>
                  <a:pt x="804" y="716"/>
                </a:lnTo>
                <a:lnTo>
                  <a:pt x="803" y="715"/>
                </a:lnTo>
                <a:lnTo>
                  <a:pt x="803" y="714"/>
                </a:lnTo>
                <a:lnTo>
                  <a:pt x="803" y="713"/>
                </a:lnTo>
                <a:lnTo>
                  <a:pt x="802" y="712"/>
                </a:lnTo>
                <a:lnTo>
                  <a:pt x="803" y="712"/>
                </a:lnTo>
                <a:lnTo>
                  <a:pt x="803" y="711"/>
                </a:lnTo>
                <a:lnTo>
                  <a:pt x="803" y="709"/>
                </a:lnTo>
                <a:lnTo>
                  <a:pt x="803" y="708"/>
                </a:lnTo>
                <a:lnTo>
                  <a:pt x="803" y="704"/>
                </a:lnTo>
                <a:lnTo>
                  <a:pt x="803" y="703"/>
                </a:lnTo>
                <a:lnTo>
                  <a:pt x="803" y="702"/>
                </a:lnTo>
                <a:lnTo>
                  <a:pt x="803" y="701"/>
                </a:lnTo>
                <a:lnTo>
                  <a:pt x="802" y="700"/>
                </a:lnTo>
                <a:lnTo>
                  <a:pt x="802" y="699"/>
                </a:lnTo>
                <a:lnTo>
                  <a:pt x="802" y="698"/>
                </a:lnTo>
                <a:lnTo>
                  <a:pt x="801" y="697"/>
                </a:lnTo>
                <a:lnTo>
                  <a:pt x="799" y="696"/>
                </a:lnTo>
                <a:lnTo>
                  <a:pt x="795" y="694"/>
                </a:lnTo>
                <a:lnTo>
                  <a:pt x="794" y="694"/>
                </a:lnTo>
                <a:lnTo>
                  <a:pt x="793" y="694"/>
                </a:lnTo>
                <a:lnTo>
                  <a:pt x="792" y="694"/>
                </a:lnTo>
                <a:lnTo>
                  <a:pt x="791" y="695"/>
                </a:lnTo>
                <a:lnTo>
                  <a:pt x="790" y="695"/>
                </a:lnTo>
                <a:lnTo>
                  <a:pt x="789" y="697"/>
                </a:lnTo>
                <a:lnTo>
                  <a:pt x="788" y="698"/>
                </a:lnTo>
                <a:lnTo>
                  <a:pt x="787" y="699"/>
                </a:lnTo>
                <a:lnTo>
                  <a:pt x="783" y="703"/>
                </a:lnTo>
                <a:lnTo>
                  <a:pt x="782" y="704"/>
                </a:lnTo>
                <a:lnTo>
                  <a:pt x="781" y="705"/>
                </a:lnTo>
                <a:lnTo>
                  <a:pt x="780" y="705"/>
                </a:lnTo>
                <a:lnTo>
                  <a:pt x="780" y="706"/>
                </a:lnTo>
                <a:lnTo>
                  <a:pt x="779" y="706"/>
                </a:lnTo>
                <a:lnTo>
                  <a:pt x="779" y="707"/>
                </a:lnTo>
                <a:lnTo>
                  <a:pt x="780" y="708"/>
                </a:lnTo>
                <a:lnTo>
                  <a:pt x="781" y="708"/>
                </a:lnTo>
                <a:lnTo>
                  <a:pt x="781" y="709"/>
                </a:lnTo>
                <a:lnTo>
                  <a:pt x="780" y="710"/>
                </a:lnTo>
                <a:lnTo>
                  <a:pt x="779" y="710"/>
                </a:lnTo>
                <a:lnTo>
                  <a:pt x="779" y="711"/>
                </a:lnTo>
                <a:lnTo>
                  <a:pt x="779" y="712"/>
                </a:lnTo>
                <a:lnTo>
                  <a:pt x="780" y="713"/>
                </a:lnTo>
                <a:lnTo>
                  <a:pt x="780" y="714"/>
                </a:lnTo>
                <a:lnTo>
                  <a:pt x="779" y="714"/>
                </a:lnTo>
                <a:lnTo>
                  <a:pt x="778" y="715"/>
                </a:lnTo>
                <a:lnTo>
                  <a:pt x="778" y="716"/>
                </a:lnTo>
                <a:lnTo>
                  <a:pt x="778" y="717"/>
                </a:lnTo>
                <a:lnTo>
                  <a:pt x="779" y="717"/>
                </a:lnTo>
                <a:lnTo>
                  <a:pt x="779" y="718"/>
                </a:lnTo>
                <a:lnTo>
                  <a:pt x="778" y="718"/>
                </a:lnTo>
                <a:lnTo>
                  <a:pt x="777" y="718"/>
                </a:lnTo>
                <a:lnTo>
                  <a:pt x="776" y="718"/>
                </a:lnTo>
                <a:lnTo>
                  <a:pt x="776" y="719"/>
                </a:lnTo>
                <a:lnTo>
                  <a:pt x="775" y="719"/>
                </a:lnTo>
                <a:lnTo>
                  <a:pt x="774" y="720"/>
                </a:lnTo>
                <a:lnTo>
                  <a:pt x="774" y="721"/>
                </a:lnTo>
                <a:lnTo>
                  <a:pt x="774" y="722"/>
                </a:lnTo>
                <a:lnTo>
                  <a:pt x="774" y="723"/>
                </a:lnTo>
                <a:lnTo>
                  <a:pt x="773" y="723"/>
                </a:lnTo>
                <a:lnTo>
                  <a:pt x="773" y="722"/>
                </a:lnTo>
                <a:lnTo>
                  <a:pt x="773" y="723"/>
                </a:lnTo>
                <a:lnTo>
                  <a:pt x="772" y="723"/>
                </a:lnTo>
                <a:lnTo>
                  <a:pt x="772" y="724"/>
                </a:lnTo>
                <a:lnTo>
                  <a:pt x="771" y="724"/>
                </a:lnTo>
                <a:lnTo>
                  <a:pt x="771" y="725"/>
                </a:lnTo>
                <a:lnTo>
                  <a:pt x="770" y="725"/>
                </a:lnTo>
                <a:lnTo>
                  <a:pt x="769" y="725"/>
                </a:lnTo>
                <a:lnTo>
                  <a:pt x="769" y="724"/>
                </a:lnTo>
                <a:lnTo>
                  <a:pt x="768" y="724"/>
                </a:lnTo>
                <a:lnTo>
                  <a:pt x="768" y="723"/>
                </a:lnTo>
                <a:lnTo>
                  <a:pt x="768" y="724"/>
                </a:lnTo>
                <a:lnTo>
                  <a:pt x="766" y="724"/>
                </a:lnTo>
                <a:lnTo>
                  <a:pt x="766" y="725"/>
                </a:lnTo>
                <a:lnTo>
                  <a:pt x="766" y="726"/>
                </a:lnTo>
                <a:lnTo>
                  <a:pt x="766" y="727"/>
                </a:lnTo>
                <a:lnTo>
                  <a:pt x="766" y="728"/>
                </a:lnTo>
                <a:lnTo>
                  <a:pt x="765" y="729"/>
                </a:lnTo>
                <a:lnTo>
                  <a:pt x="765" y="730"/>
                </a:lnTo>
                <a:lnTo>
                  <a:pt x="764" y="730"/>
                </a:lnTo>
                <a:lnTo>
                  <a:pt x="764" y="731"/>
                </a:lnTo>
                <a:lnTo>
                  <a:pt x="764" y="732"/>
                </a:lnTo>
                <a:lnTo>
                  <a:pt x="764" y="733"/>
                </a:lnTo>
                <a:lnTo>
                  <a:pt x="764" y="734"/>
                </a:lnTo>
                <a:lnTo>
                  <a:pt x="763" y="734"/>
                </a:lnTo>
                <a:lnTo>
                  <a:pt x="763" y="735"/>
                </a:lnTo>
                <a:lnTo>
                  <a:pt x="763" y="736"/>
                </a:lnTo>
                <a:lnTo>
                  <a:pt x="762" y="737"/>
                </a:lnTo>
                <a:lnTo>
                  <a:pt x="762" y="738"/>
                </a:lnTo>
                <a:lnTo>
                  <a:pt x="761" y="738"/>
                </a:lnTo>
                <a:lnTo>
                  <a:pt x="761" y="737"/>
                </a:lnTo>
                <a:lnTo>
                  <a:pt x="760" y="737"/>
                </a:lnTo>
                <a:lnTo>
                  <a:pt x="760" y="736"/>
                </a:lnTo>
                <a:lnTo>
                  <a:pt x="759" y="736"/>
                </a:lnTo>
                <a:lnTo>
                  <a:pt x="758" y="736"/>
                </a:lnTo>
                <a:lnTo>
                  <a:pt x="757" y="736"/>
                </a:lnTo>
                <a:lnTo>
                  <a:pt x="757" y="737"/>
                </a:lnTo>
                <a:lnTo>
                  <a:pt x="756" y="737"/>
                </a:lnTo>
                <a:lnTo>
                  <a:pt x="756" y="738"/>
                </a:lnTo>
                <a:lnTo>
                  <a:pt x="755" y="737"/>
                </a:lnTo>
                <a:lnTo>
                  <a:pt x="755" y="736"/>
                </a:lnTo>
                <a:lnTo>
                  <a:pt x="754" y="736"/>
                </a:lnTo>
                <a:lnTo>
                  <a:pt x="754" y="735"/>
                </a:lnTo>
                <a:lnTo>
                  <a:pt x="753" y="735"/>
                </a:lnTo>
                <a:lnTo>
                  <a:pt x="753" y="734"/>
                </a:lnTo>
                <a:lnTo>
                  <a:pt x="752" y="734"/>
                </a:lnTo>
                <a:lnTo>
                  <a:pt x="752" y="733"/>
                </a:lnTo>
                <a:lnTo>
                  <a:pt x="751" y="733"/>
                </a:lnTo>
                <a:lnTo>
                  <a:pt x="750" y="734"/>
                </a:lnTo>
                <a:lnTo>
                  <a:pt x="749" y="735"/>
                </a:lnTo>
                <a:lnTo>
                  <a:pt x="748" y="735"/>
                </a:lnTo>
                <a:lnTo>
                  <a:pt x="748" y="734"/>
                </a:lnTo>
                <a:lnTo>
                  <a:pt x="747" y="734"/>
                </a:lnTo>
                <a:lnTo>
                  <a:pt x="746" y="733"/>
                </a:lnTo>
                <a:lnTo>
                  <a:pt x="745" y="733"/>
                </a:lnTo>
                <a:lnTo>
                  <a:pt x="744" y="733"/>
                </a:lnTo>
                <a:lnTo>
                  <a:pt x="743" y="733"/>
                </a:lnTo>
                <a:lnTo>
                  <a:pt x="743" y="732"/>
                </a:lnTo>
                <a:lnTo>
                  <a:pt x="742" y="732"/>
                </a:lnTo>
                <a:lnTo>
                  <a:pt x="742" y="733"/>
                </a:lnTo>
                <a:lnTo>
                  <a:pt x="741" y="733"/>
                </a:lnTo>
                <a:lnTo>
                  <a:pt x="740" y="733"/>
                </a:lnTo>
                <a:lnTo>
                  <a:pt x="740" y="734"/>
                </a:lnTo>
                <a:lnTo>
                  <a:pt x="739" y="734"/>
                </a:lnTo>
                <a:lnTo>
                  <a:pt x="739" y="735"/>
                </a:lnTo>
                <a:lnTo>
                  <a:pt x="738" y="735"/>
                </a:lnTo>
                <a:lnTo>
                  <a:pt x="738" y="736"/>
                </a:lnTo>
                <a:lnTo>
                  <a:pt x="737" y="737"/>
                </a:lnTo>
                <a:lnTo>
                  <a:pt x="736" y="738"/>
                </a:lnTo>
                <a:lnTo>
                  <a:pt x="735" y="738"/>
                </a:lnTo>
                <a:lnTo>
                  <a:pt x="735" y="737"/>
                </a:lnTo>
                <a:lnTo>
                  <a:pt x="734" y="737"/>
                </a:lnTo>
                <a:lnTo>
                  <a:pt x="733" y="737"/>
                </a:lnTo>
                <a:lnTo>
                  <a:pt x="732" y="737"/>
                </a:lnTo>
                <a:lnTo>
                  <a:pt x="732" y="736"/>
                </a:lnTo>
                <a:lnTo>
                  <a:pt x="730" y="736"/>
                </a:lnTo>
                <a:lnTo>
                  <a:pt x="729" y="735"/>
                </a:lnTo>
                <a:lnTo>
                  <a:pt x="729" y="734"/>
                </a:lnTo>
                <a:lnTo>
                  <a:pt x="729" y="733"/>
                </a:lnTo>
                <a:lnTo>
                  <a:pt x="729" y="732"/>
                </a:lnTo>
                <a:lnTo>
                  <a:pt x="726" y="732"/>
                </a:lnTo>
                <a:lnTo>
                  <a:pt x="725" y="732"/>
                </a:lnTo>
                <a:lnTo>
                  <a:pt x="722" y="732"/>
                </a:lnTo>
                <a:lnTo>
                  <a:pt x="721" y="731"/>
                </a:lnTo>
                <a:lnTo>
                  <a:pt x="720" y="732"/>
                </a:lnTo>
                <a:lnTo>
                  <a:pt x="719" y="732"/>
                </a:lnTo>
                <a:lnTo>
                  <a:pt x="718" y="732"/>
                </a:lnTo>
                <a:lnTo>
                  <a:pt x="718" y="733"/>
                </a:lnTo>
                <a:lnTo>
                  <a:pt x="718" y="734"/>
                </a:lnTo>
                <a:lnTo>
                  <a:pt x="717" y="734"/>
                </a:lnTo>
                <a:lnTo>
                  <a:pt x="717" y="735"/>
                </a:lnTo>
                <a:lnTo>
                  <a:pt x="716" y="735"/>
                </a:lnTo>
                <a:lnTo>
                  <a:pt x="716" y="736"/>
                </a:lnTo>
                <a:lnTo>
                  <a:pt x="716" y="739"/>
                </a:lnTo>
                <a:lnTo>
                  <a:pt x="716" y="740"/>
                </a:lnTo>
                <a:lnTo>
                  <a:pt x="716" y="741"/>
                </a:lnTo>
                <a:lnTo>
                  <a:pt x="715" y="741"/>
                </a:lnTo>
                <a:lnTo>
                  <a:pt x="714" y="743"/>
                </a:lnTo>
                <a:lnTo>
                  <a:pt x="714" y="744"/>
                </a:lnTo>
                <a:lnTo>
                  <a:pt x="713" y="744"/>
                </a:lnTo>
                <a:lnTo>
                  <a:pt x="713" y="745"/>
                </a:lnTo>
                <a:lnTo>
                  <a:pt x="712" y="745"/>
                </a:lnTo>
                <a:lnTo>
                  <a:pt x="712" y="746"/>
                </a:lnTo>
                <a:lnTo>
                  <a:pt x="712" y="747"/>
                </a:lnTo>
                <a:lnTo>
                  <a:pt x="712" y="748"/>
                </a:lnTo>
                <a:lnTo>
                  <a:pt x="711" y="748"/>
                </a:lnTo>
                <a:lnTo>
                  <a:pt x="711" y="747"/>
                </a:lnTo>
                <a:lnTo>
                  <a:pt x="711" y="746"/>
                </a:lnTo>
                <a:lnTo>
                  <a:pt x="710" y="747"/>
                </a:lnTo>
                <a:lnTo>
                  <a:pt x="710" y="748"/>
                </a:lnTo>
                <a:lnTo>
                  <a:pt x="709" y="748"/>
                </a:lnTo>
                <a:lnTo>
                  <a:pt x="709" y="749"/>
                </a:lnTo>
                <a:lnTo>
                  <a:pt x="708" y="750"/>
                </a:lnTo>
                <a:lnTo>
                  <a:pt x="708" y="751"/>
                </a:lnTo>
                <a:lnTo>
                  <a:pt x="707" y="752"/>
                </a:lnTo>
                <a:lnTo>
                  <a:pt x="705" y="752"/>
                </a:lnTo>
                <a:lnTo>
                  <a:pt x="703" y="752"/>
                </a:lnTo>
                <a:lnTo>
                  <a:pt x="700" y="752"/>
                </a:lnTo>
                <a:lnTo>
                  <a:pt x="699" y="752"/>
                </a:lnTo>
                <a:lnTo>
                  <a:pt x="699" y="753"/>
                </a:lnTo>
                <a:lnTo>
                  <a:pt x="698" y="753"/>
                </a:lnTo>
                <a:lnTo>
                  <a:pt x="698" y="754"/>
                </a:lnTo>
                <a:lnTo>
                  <a:pt x="698" y="756"/>
                </a:lnTo>
                <a:lnTo>
                  <a:pt x="697" y="757"/>
                </a:lnTo>
                <a:lnTo>
                  <a:pt x="695" y="758"/>
                </a:lnTo>
                <a:lnTo>
                  <a:pt x="694" y="758"/>
                </a:lnTo>
                <a:lnTo>
                  <a:pt x="693" y="759"/>
                </a:lnTo>
                <a:lnTo>
                  <a:pt x="693" y="761"/>
                </a:lnTo>
                <a:lnTo>
                  <a:pt x="693" y="762"/>
                </a:lnTo>
                <a:lnTo>
                  <a:pt x="692" y="762"/>
                </a:lnTo>
                <a:lnTo>
                  <a:pt x="692" y="761"/>
                </a:lnTo>
                <a:lnTo>
                  <a:pt x="692" y="760"/>
                </a:lnTo>
                <a:lnTo>
                  <a:pt x="692" y="756"/>
                </a:lnTo>
                <a:lnTo>
                  <a:pt x="692" y="755"/>
                </a:lnTo>
                <a:lnTo>
                  <a:pt x="692" y="754"/>
                </a:lnTo>
                <a:lnTo>
                  <a:pt x="693" y="754"/>
                </a:lnTo>
                <a:lnTo>
                  <a:pt x="693" y="753"/>
                </a:lnTo>
                <a:lnTo>
                  <a:pt x="694" y="752"/>
                </a:lnTo>
                <a:lnTo>
                  <a:pt x="694" y="751"/>
                </a:lnTo>
                <a:lnTo>
                  <a:pt x="694" y="750"/>
                </a:lnTo>
                <a:lnTo>
                  <a:pt x="695" y="750"/>
                </a:lnTo>
                <a:lnTo>
                  <a:pt x="695" y="749"/>
                </a:lnTo>
                <a:lnTo>
                  <a:pt x="695" y="748"/>
                </a:lnTo>
                <a:lnTo>
                  <a:pt x="695" y="746"/>
                </a:lnTo>
                <a:lnTo>
                  <a:pt x="695" y="745"/>
                </a:lnTo>
                <a:lnTo>
                  <a:pt x="695" y="744"/>
                </a:lnTo>
                <a:lnTo>
                  <a:pt x="695" y="743"/>
                </a:lnTo>
                <a:lnTo>
                  <a:pt x="694" y="743"/>
                </a:lnTo>
                <a:lnTo>
                  <a:pt x="694" y="742"/>
                </a:lnTo>
                <a:lnTo>
                  <a:pt x="693" y="742"/>
                </a:lnTo>
                <a:lnTo>
                  <a:pt x="692" y="742"/>
                </a:lnTo>
                <a:lnTo>
                  <a:pt x="691" y="742"/>
                </a:lnTo>
                <a:lnTo>
                  <a:pt x="690" y="742"/>
                </a:lnTo>
                <a:lnTo>
                  <a:pt x="690" y="741"/>
                </a:lnTo>
                <a:lnTo>
                  <a:pt x="688" y="741"/>
                </a:lnTo>
                <a:lnTo>
                  <a:pt x="688" y="740"/>
                </a:lnTo>
                <a:lnTo>
                  <a:pt x="687" y="740"/>
                </a:lnTo>
                <a:lnTo>
                  <a:pt x="686" y="739"/>
                </a:lnTo>
                <a:lnTo>
                  <a:pt x="684" y="739"/>
                </a:lnTo>
                <a:lnTo>
                  <a:pt x="683" y="739"/>
                </a:lnTo>
                <a:lnTo>
                  <a:pt x="683" y="738"/>
                </a:lnTo>
                <a:lnTo>
                  <a:pt x="683" y="739"/>
                </a:lnTo>
                <a:lnTo>
                  <a:pt x="682" y="739"/>
                </a:lnTo>
                <a:lnTo>
                  <a:pt x="682" y="738"/>
                </a:lnTo>
                <a:lnTo>
                  <a:pt x="682" y="737"/>
                </a:lnTo>
                <a:lnTo>
                  <a:pt x="681" y="737"/>
                </a:lnTo>
                <a:lnTo>
                  <a:pt x="681" y="736"/>
                </a:lnTo>
                <a:lnTo>
                  <a:pt x="681" y="735"/>
                </a:lnTo>
                <a:lnTo>
                  <a:pt x="681" y="734"/>
                </a:lnTo>
                <a:lnTo>
                  <a:pt x="682" y="733"/>
                </a:lnTo>
                <a:lnTo>
                  <a:pt x="682" y="732"/>
                </a:lnTo>
                <a:lnTo>
                  <a:pt x="683" y="732"/>
                </a:lnTo>
                <a:lnTo>
                  <a:pt x="683" y="731"/>
                </a:lnTo>
                <a:lnTo>
                  <a:pt x="683" y="730"/>
                </a:lnTo>
                <a:lnTo>
                  <a:pt x="683" y="729"/>
                </a:lnTo>
                <a:lnTo>
                  <a:pt x="682" y="729"/>
                </a:lnTo>
                <a:lnTo>
                  <a:pt x="682" y="730"/>
                </a:lnTo>
                <a:lnTo>
                  <a:pt x="681" y="730"/>
                </a:lnTo>
                <a:lnTo>
                  <a:pt x="680" y="731"/>
                </a:lnTo>
                <a:lnTo>
                  <a:pt x="680" y="732"/>
                </a:lnTo>
                <a:lnTo>
                  <a:pt x="679" y="733"/>
                </a:lnTo>
                <a:lnTo>
                  <a:pt x="679" y="734"/>
                </a:lnTo>
                <a:lnTo>
                  <a:pt x="680" y="734"/>
                </a:lnTo>
                <a:lnTo>
                  <a:pt x="679" y="734"/>
                </a:lnTo>
                <a:lnTo>
                  <a:pt x="679" y="735"/>
                </a:lnTo>
                <a:lnTo>
                  <a:pt x="678" y="735"/>
                </a:lnTo>
                <a:lnTo>
                  <a:pt x="677" y="735"/>
                </a:lnTo>
                <a:lnTo>
                  <a:pt x="676" y="735"/>
                </a:lnTo>
                <a:lnTo>
                  <a:pt x="676" y="736"/>
                </a:lnTo>
                <a:lnTo>
                  <a:pt x="676" y="737"/>
                </a:lnTo>
                <a:lnTo>
                  <a:pt x="676" y="738"/>
                </a:lnTo>
                <a:lnTo>
                  <a:pt x="676" y="739"/>
                </a:lnTo>
                <a:lnTo>
                  <a:pt x="676" y="738"/>
                </a:lnTo>
                <a:lnTo>
                  <a:pt x="675" y="738"/>
                </a:lnTo>
                <a:lnTo>
                  <a:pt x="675" y="737"/>
                </a:lnTo>
                <a:lnTo>
                  <a:pt x="674" y="737"/>
                </a:lnTo>
                <a:lnTo>
                  <a:pt x="674" y="736"/>
                </a:lnTo>
                <a:lnTo>
                  <a:pt x="674" y="735"/>
                </a:lnTo>
                <a:lnTo>
                  <a:pt x="673" y="735"/>
                </a:lnTo>
                <a:lnTo>
                  <a:pt x="673" y="734"/>
                </a:lnTo>
                <a:lnTo>
                  <a:pt x="673" y="733"/>
                </a:lnTo>
                <a:lnTo>
                  <a:pt x="673" y="732"/>
                </a:lnTo>
                <a:lnTo>
                  <a:pt x="672" y="732"/>
                </a:lnTo>
                <a:lnTo>
                  <a:pt x="672" y="731"/>
                </a:lnTo>
                <a:lnTo>
                  <a:pt x="671" y="730"/>
                </a:lnTo>
                <a:lnTo>
                  <a:pt x="670" y="730"/>
                </a:lnTo>
                <a:lnTo>
                  <a:pt x="669" y="730"/>
                </a:lnTo>
                <a:lnTo>
                  <a:pt x="669" y="731"/>
                </a:lnTo>
                <a:lnTo>
                  <a:pt x="668" y="731"/>
                </a:lnTo>
                <a:lnTo>
                  <a:pt x="667" y="731"/>
                </a:lnTo>
                <a:lnTo>
                  <a:pt x="666" y="731"/>
                </a:lnTo>
                <a:lnTo>
                  <a:pt x="665" y="731"/>
                </a:lnTo>
                <a:lnTo>
                  <a:pt x="664" y="731"/>
                </a:lnTo>
                <a:lnTo>
                  <a:pt x="663" y="731"/>
                </a:lnTo>
                <a:lnTo>
                  <a:pt x="662" y="731"/>
                </a:lnTo>
                <a:lnTo>
                  <a:pt x="662" y="730"/>
                </a:lnTo>
                <a:lnTo>
                  <a:pt x="661" y="730"/>
                </a:lnTo>
                <a:lnTo>
                  <a:pt x="661" y="731"/>
                </a:lnTo>
                <a:lnTo>
                  <a:pt x="660" y="731"/>
                </a:lnTo>
                <a:lnTo>
                  <a:pt x="660" y="730"/>
                </a:lnTo>
                <a:lnTo>
                  <a:pt x="660" y="729"/>
                </a:lnTo>
                <a:lnTo>
                  <a:pt x="659" y="729"/>
                </a:lnTo>
                <a:lnTo>
                  <a:pt x="659" y="728"/>
                </a:lnTo>
                <a:lnTo>
                  <a:pt x="658" y="728"/>
                </a:lnTo>
                <a:lnTo>
                  <a:pt x="657" y="727"/>
                </a:lnTo>
                <a:lnTo>
                  <a:pt x="657" y="726"/>
                </a:lnTo>
                <a:lnTo>
                  <a:pt x="656" y="726"/>
                </a:lnTo>
                <a:lnTo>
                  <a:pt x="656" y="727"/>
                </a:lnTo>
                <a:lnTo>
                  <a:pt x="655" y="727"/>
                </a:lnTo>
                <a:lnTo>
                  <a:pt x="654" y="727"/>
                </a:lnTo>
                <a:lnTo>
                  <a:pt x="653" y="727"/>
                </a:lnTo>
                <a:lnTo>
                  <a:pt x="653" y="728"/>
                </a:lnTo>
                <a:lnTo>
                  <a:pt x="652" y="727"/>
                </a:lnTo>
                <a:lnTo>
                  <a:pt x="652" y="726"/>
                </a:lnTo>
                <a:lnTo>
                  <a:pt x="651" y="726"/>
                </a:lnTo>
                <a:lnTo>
                  <a:pt x="651" y="725"/>
                </a:lnTo>
                <a:lnTo>
                  <a:pt x="651" y="724"/>
                </a:lnTo>
                <a:lnTo>
                  <a:pt x="651" y="723"/>
                </a:lnTo>
                <a:lnTo>
                  <a:pt x="651" y="722"/>
                </a:lnTo>
                <a:lnTo>
                  <a:pt x="651" y="721"/>
                </a:lnTo>
                <a:lnTo>
                  <a:pt x="652" y="721"/>
                </a:lnTo>
                <a:lnTo>
                  <a:pt x="652" y="720"/>
                </a:lnTo>
                <a:lnTo>
                  <a:pt x="653" y="720"/>
                </a:lnTo>
                <a:lnTo>
                  <a:pt x="653" y="719"/>
                </a:lnTo>
                <a:lnTo>
                  <a:pt x="652" y="719"/>
                </a:lnTo>
                <a:lnTo>
                  <a:pt x="652" y="718"/>
                </a:lnTo>
                <a:lnTo>
                  <a:pt x="652" y="717"/>
                </a:lnTo>
                <a:lnTo>
                  <a:pt x="652" y="716"/>
                </a:lnTo>
                <a:lnTo>
                  <a:pt x="652" y="715"/>
                </a:lnTo>
                <a:lnTo>
                  <a:pt x="653" y="715"/>
                </a:lnTo>
                <a:lnTo>
                  <a:pt x="653" y="714"/>
                </a:lnTo>
                <a:lnTo>
                  <a:pt x="652" y="714"/>
                </a:lnTo>
                <a:lnTo>
                  <a:pt x="652" y="713"/>
                </a:lnTo>
                <a:lnTo>
                  <a:pt x="651" y="713"/>
                </a:lnTo>
                <a:lnTo>
                  <a:pt x="651" y="712"/>
                </a:lnTo>
                <a:lnTo>
                  <a:pt x="651" y="710"/>
                </a:lnTo>
                <a:lnTo>
                  <a:pt x="650" y="710"/>
                </a:lnTo>
                <a:lnTo>
                  <a:pt x="650" y="709"/>
                </a:lnTo>
                <a:lnTo>
                  <a:pt x="650" y="710"/>
                </a:lnTo>
                <a:lnTo>
                  <a:pt x="649" y="710"/>
                </a:lnTo>
                <a:lnTo>
                  <a:pt x="649" y="711"/>
                </a:lnTo>
                <a:lnTo>
                  <a:pt x="649" y="712"/>
                </a:lnTo>
                <a:lnTo>
                  <a:pt x="650" y="713"/>
                </a:lnTo>
                <a:lnTo>
                  <a:pt x="651" y="714"/>
                </a:lnTo>
                <a:lnTo>
                  <a:pt x="650" y="714"/>
                </a:lnTo>
                <a:lnTo>
                  <a:pt x="650" y="715"/>
                </a:lnTo>
                <a:lnTo>
                  <a:pt x="650" y="714"/>
                </a:lnTo>
                <a:lnTo>
                  <a:pt x="649" y="714"/>
                </a:lnTo>
                <a:lnTo>
                  <a:pt x="649" y="713"/>
                </a:lnTo>
                <a:lnTo>
                  <a:pt x="648" y="713"/>
                </a:lnTo>
                <a:lnTo>
                  <a:pt x="648" y="712"/>
                </a:lnTo>
                <a:lnTo>
                  <a:pt x="647" y="712"/>
                </a:lnTo>
                <a:lnTo>
                  <a:pt x="647" y="711"/>
                </a:lnTo>
                <a:lnTo>
                  <a:pt x="646" y="711"/>
                </a:lnTo>
                <a:lnTo>
                  <a:pt x="645" y="711"/>
                </a:lnTo>
                <a:lnTo>
                  <a:pt x="644" y="711"/>
                </a:lnTo>
                <a:lnTo>
                  <a:pt x="644" y="710"/>
                </a:lnTo>
                <a:lnTo>
                  <a:pt x="643" y="710"/>
                </a:lnTo>
                <a:lnTo>
                  <a:pt x="643" y="709"/>
                </a:lnTo>
                <a:lnTo>
                  <a:pt x="642" y="709"/>
                </a:lnTo>
                <a:lnTo>
                  <a:pt x="641" y="708"/>
                </a:lnTo>
                <a:lnTo>
                  <a:pt x="640" y="708"/>
                </a:lnTo>
                <a:lnTo>
                  <a:pt x="639" y="708"/>
                </a:lnTo>
                <a:lnTo>
                  <a:pt x="638" y="707"/>
                </a:lnTo>
                <a:lnTo>
                  <a:pt x="637" y="707"/>
                </a:lnTo>
                <a:lnTo>
                  <a:pt x="637" y="706"/>
                </a:lnTo>
                <a:lnTo>
                  <a:pt x="636" y="706"/>
                </a:lnTo>
                <a:lnTo>
                  <a:pt x="637" y="705"/>
                </a:lnTo>
                <a:lnTo>
                  <a:pt x="636" y="705"/>
                </a:lnTo>
                <a:lnTo>
                  <a:pt x="635" y="705"/>
                </a:lnTo>
                <a:lnTo>
                  <a:pt x="635" y="706"/>
                </a:lnTo>
                <a:lnTo>
                  <a:pt x="634" y="706"/>
                </a:lnTo>
                <a:lnTo>
                  <a:pt x="633" y="705"/>
                </a:lnTo>
                <a:lnTo>
                  <a:pt x="632" y="705"/>
                </a:lnTo>
                <a:lnTo>
                  <a:pt x="631" y="705"/>
                </a:lnTo>
                <a:lnTo>
                  <a:pt x="631" y="704"/>
                </a:lnTo>
                <a:lnTo>
                  <a:pt x="630" y="703"/>
                </a:lnTo>
                <a:lnTo>
                  <a:pt x="630" y="702"/>
                </a:lnTo>
                <a:lnTo>
                  <a:pt x="630" y="701"/>
                </a:lnTo>
                <a:lnTo>
                  <a:pt x="630" y="700"/>
                </a:lnTo>
                <a:lnTo>
                  <a:pt x="631" y="699"/>
                </a:lnTo>
                <a:lnTo>
                  <a:pt x="631" y="698"/>
                </a:lnTo>
                <a:lnTo>
                  <a:pt x="632" y="698"/>
                </a:lnTo>
                <a:lnTo>
                  <a:pt x="632" y="697"/>
                </a:lnTo>
                <a:lnTo>
                  <a:pt x="632" y="696"/>
                </a:lnTo>
                <a:lnTo>
                  <a:pt x="631" y="696"/>
                </a:lnTo>
                <a:lnTo>
                  <a:pt x="630" y="696"/>
                </a:lnTo>
                <a:lnTo>
                  <a:pt x="629" y="696"/>
                </a:lnTo>
                <a:lnTo>
                  <a:pt x="628" y="697"/>
                </a:lnTo>
                <a:lnTo>
                  <a:pt x="627" y="698"/>
                </a:lnTo>
                <a:lnTo>
                  <a:pt x="627" y="697"/>
                </a:lnTo>
                <a:lnTo>
                  <a:pt x="626" y="697"/>
                </a:lnTo>
                <a:lnTo>
                  <a:pt x="625" y="697"/>
                </a:lnTo>
                <a:lnTo>
                  <a:pt x="625" y="696"/>
                </a:lnTo>
                <a:lnTo>
                  <a:pt x="624" y="696"/>
                </a:lnTo>
                <a:lnTo>
                  <a:pt x="624" y="695"/>
                </a:lnTo>
                <a:lnTo>
                  <a:pt x="623" y="695"/>
                </a:lnTo>
                <a:lnTo>
                  <a:pt x="623" y="694"/>
                </a:lnTo>
                <a:lnTo>
                  <a:pt x="622" y="694"/>
                </a:lnTo>
                <a:lnTo>
                  <a:pt x="621" y="693"/>
                </a:lnTo>
                <a:lnTo>
                  <a:pt x="620" y="693"/>
                </a:lnTo>
                <a:lnTo>
                  <a:pt x="619" y="693"/>
                </a:lnTo>
                <a:lnTo>
                  <a:pt x="618" y="693"/>
                </a:lnTo>
                <a:lnTo>
                  <a:pt x="617" y="693"/>
                </a:lnTo>
                <a:lnTo>
                  <a:pt x="617" y="692"/>
                </a:lnTo>
                <a:lnTo>
                  <a:pt x="617" y="691"/>
                </a:lnTo>
                <a:lnTo>
                  <a:pt x="616" y="691"/>
                </a:lnTo>
                <a:lnTo>
                  <a:pt x="616" y="692"/>
                </a:lnTo>
                <a:lnTo>
                  <a:pt x="616" y="693"/>
                </a:lnTo>
                <a:lnTo>
                  <a:pt x="615" y="693"/>
                </a:lnTo>
                <a:lnTo>
                  <a:pt x="614" y="693"/>
                </a:lnTo>
                <a:lnTo>
                  <a:pt x="613" y="693"/>
                </a:lnTo>
                <a:lnTo>
                  <a:pt x="613" y="692"/>
                </a:lnTo>
                <a:lnTo>
                  <a:pt x="613" y="691"/>
                </a:lnTo>
                <a:lnTo>
                  <a:pt x="612" y="691"/>
                </a:lnTo>
                <a:lnTo>
                  <a:pt x="611" y="691"/>
                </a:lnTo>
                <a:lnTo>
                  <a:pt x="611" y="690"/>
                </a:lnTo>
                <a:lnTo>
                  <a:pt x="610" y="690"/>
                </a:lnTo>
                <a:lnTo>
                  <a:pt x="609" y="690"/>
                </a:lnTo>
                <a:lnTo>
                  <a:pt x="608" y="690"/>
                </a:lnTo>
                <a:lnTo>
                  <a:pt x="608" y="689"/>
                </a:lnTo>
                <a:lnTo>
                  <a:pt x="608" y="688"/>
                </a:lnTo>
                <a:lnTo>
                  <a:pt x="607" y="688"/>
                </a:lnTo>
                <a:lnTo>
                  <a:pt x="607" y="687"/>
                </a:lnTo>
                <a:lnTo>
                  <a:pt x="606" y="688"/>
                </a:lnTo>
                <a:lnTo>
                  <a:pt x="606" y="687"/>
                </a:lnTo>
                <a:lnTo>
                  <a:pt x="605" y="687"/>
                </a:lnTo>
                <a:lnTo>
                  <a:pt x="605" y="686"/>
                </a:lnTo>
                <a:lnTo>
                  <a:pt x="604" y="686"/>
                </a:lnTo>
                <a:lnTo>
                  <a:pt x="604" y="687"/>
                </a:lnTo>
                <a:lnTo>
                  <a:pt x="604" y="686"/>
                </a:lnTo>
                <a:lnTo>
                  <a:pt x="604" y="685"/>
                </a:lnTo>
                <a:lnTo>
                  <a:pt x="603" y="684"/>
                </a:lnTo>
                <a:lnTo>
                  <a:pt x="602" y="684"/>
                </a:lnTo>
                <a:lnTo>
                  <a:pt x="601" y="684"/>
                </a:lnTo>
                <a:lnTo>
                  <a:pt x="600" y="684"/>
                </a:lnTo>
                <a:lnTo>
                  <a:pt x="600" y="683"/>
                </a:lnTo>
                <a:lnTo>
                  <a:pt x="599" y="683"/>
                </a:lnTo>
                <a:lnTo>
                  <a:pt x="598" y="683"/>
                </a:lnTo>
                <a:lnTo>
                  <a:pt x="598" y="684"/>
                </a:lnTo>
                <a:lnTo>
                  <a:pt x="597" y="684"/>
                </a:lnTo>
                <a:lnTo>
                  <a:pt x="596" y="684"/>
                </a:lnTo>
                <a:lnTo>
                  <a:pt x="595" y="684"/>
                </a:lnTo>
                <a:lnTo>
                  <a:pt x="595" y="683"/>
                </a:lnTo>
                <a:lnTo>
                  <a:pt x="595" y="682"/>
                </a:lnTo>
                <a:lnTo>
                  <a:pt x="594" y="682"/>
                </a:lnTo>
                <a:lnTo>
                  <a:pt x="593" y="682"/>
                </a:lnTo>
                <a:lnTo>
                  <a:pt x="593" y="681"/>
                </a:lnTo>
                <a:lnTo>
                  <a:pt x="592" y="682"/>
                </a:lnTo>
                <a:lnTo>
                  <a:pt x="591" y="682"/>
                </a:lnTo>
                <a:lnTo>
                  <a:pt x="590" y="682"/>
                </a:lnTo>
                <a:lnTo>
                  <a:pt x="590" y="683"/>
                </a:lnTo>
                <a:lnTo>
                  <a:pt x="589" y="683"/>
                </a:lnTo>
                <a:lnTo>
                  <a:pt x="589" y="684"/>
                </a:lnTo>
                <a:lnTo>
                  <a:pt x="588" y="684"/>
                </a:lnTo>
                <a:lnTo>
                  <a:pt x="589" y="684"/>
                </a:lnTo>
                <a:lnTo>
                  <a:pt x="589" y="685"/>
                </a:lnTo>
                <a:lnTo>
                  <a:pt x="588" y="685"/>
                </a:lnTo>
                <a:lnTo>
                  <a:pt x="588" y="686"/>
                </a:lnTo>
                <a:lnTo>
                  <a:pt x="587" y="686"/>
                </a:lnTo>
                <a:lnTo>
                  <a:pt x="587" y="687"/>
                </a:lnTo>
                <a:lnTo>
                  <a:pt x="586" y="687"/>
                </a:lnTo>
                <a:lnTo>
                  <a:pt x="586" y="688"/>
                </a:lnTo>
                <a:lnTo>
                  <a:pt x="586" y="689"/>
                </a:lnTo>
                <a:lnTo>
                  <a:pt x="585" y="689"/>
                </a:lnTo>
                <a:lnTo>
                  <a:pt x="584" y="689"/>
                </a:lnTo>
                <a:lnTo>
                  <a:pt x="583" y="689"/>
                </a:lnTo>
                <a:lnTo>
                  <a:pt x="583" y="690"/>
                </a:lnTo>
                <a:lnTo>
                  <a:pt x="582" y="690"/>
                </a:lnTo>
                <a:lnTo>
                  <a:pt x="581" y="690"/>
                </a:lnTo>
                <a:lnTo>
                  <a:pt x="581" y="689"/>
                </a:lnTo>
                <a:lnTo>
                  <a:pt x="580" y="689"/>
                </a:lnTo>
                <a:lnTo>
                  <a:pt x="580" y="690"/>
                </a:lnTo>
                <a:lnTo>
                  <a:pt x="579" y="689"/>
                </a:lnTo>
                <a:lnTo>
                  <a:pt x="579" y="690"/>
                </a:lnTo>
                <a:lnTo>
                  <a:pt x="578" y="690"/>
                </a:lnTo>
                <a:lnTo>
                  <a:pt x="577" y="690"/>
                </a:lnTo>
                <a:lnTo>
                  <a:pt x="577" y="689"/>
                </a:lnTo>
                <a:lnTo>
                  <a:pt x="577" y="690"/>
                </a:lnTo>
                <a:lnTo>
                  <a:pt x="577" y="689"/>
                </a:lnTo>
                <a:lnTo>
                  <a:pt x="576" y="689"/>
                </a:lnTo>
                <a:lnTo>
                  <a:pt x="575" y="688"/>
                </a:lnTo>
                <a:lnTo>
                  <a:pt x="574" y="689"/>
                </a:lnTo>
                <a:lnTo>
                  <a:pt x="574" y="688"/>
                </a:lnTo>
                <a:lnTo>
                  <a:pt x="573" y="688"/>
                </a:lnTo>
                <a:lnTo>
                  <a:pt x="573" y="689"/>
                </a:lnTo>
                <a:lnTo>
                  <a:pt x="573" y="688"/>
                </a:lnTo>
                <a:lnTo>
                  <a:pt x="572" y="688"/>
                </a:lnTo>
                <a:lnTo>
                  <a:pt x="572" y="689"/>
                </a:lnTo>
                <a:lnTo>
                  <a:pt x="572" y="688"/>
                </a:lnTo>
                <a:lnTo>
                  <a:pt x="571" y="688"/>
                </a:lnTo>
                <a:lnTo>
                  <a:pt x="571" y="689"/>
                </a:lnTo>
                <a:lnTo>
                  <a:pt x="570" y="689"/>
                </a:lnTo>
                <a:lnTo>
                  <a:pt x="569" y="689"/>
                </a:lnTo>
                <a:lnTo>
                  <a:pt x="569" y="690"/>
                </a:lnTo>
                <a:lnTo>
                  <a:pt x="568" y="690"/>
                </a:lnTo>
                <a:lnTo>
                  <a:pt x="567" y="690"/>
                </a:lnTo>
                <a:lnTo>
                  <a:pt x="566" y="689"/>
                </a:lnTo>
                <a:lnTo>
                  <a:pt x="565" y="689"/>
                </a:lnTo>
                <a:lnTo>
                  <a:pt x="564" y="688"/>
                </a:lnTo>
                <a:lnTo>
                  <a:pt x="564" y="689"/>
                </a:lnTo>
                <a:lnTo>
                  <a:pt x="563" y="689"/>
                </a:lnTo>
                <a:lnTo>
                  <a:pt x="562" y="689"/>
                </a:lnTo>
                <a:lnTo>
                  <a:pt x="561" y="689"/>
                </a:lnTo>
                <a:lnTo>
                  <a:pt x="561" y="688"/>
                </a:lnTo>
                <a:lnTo>
                  <a:pt x="561" y="689"/>
                </a:lnTo>
                <a:lnTo>
                  <a:pt x="560" y="689"/>
                </a:lnTo>
                <a:lnTo>
                  <a:pt x="559" y="689"/>
                </a:lnTo>
                <a:lnTo>
                  <a:pt x="558" y="689"/>
                </a:lnTo>
                <a:lnTo>
                  <a:pt x="558" y="688"/>
                </a:lnTo>
                <a:lnTo>
                  <a:pt x="558" y="687"/>
                </a:lnTo>
                <a:lnTo>
                  <a:pt x="558" y="688"/>
                </a:lnTo>
                <a:lnTo>
                  <a:pt x="557" y="687"/>
                </a:lnTo>
                <a:lnTo>
                  <a:pt x="556" y="687"/>
                </a:lnTo>
                <a:lnTo>
                  <a:pt x="556" y="686"/>
                </a:lnTo>
                <a:lnTo>
                  <a:pt x="555" y="686"/>
                </a:lnTo>
                <a:lnTo>
                  <a:pt x="555" y="685"/>
                </a:lnTo>
                <a:lnTo>
                  <a:pt x="555" y="684"/>
                </a:lnTo>
                <a:lnTo>
                  <a:pt x="554" y="684"/>
                </a:lnTo>
                <a:lnTo>
                  <a:pt x="554" y="683"/>
                </a:lnTo>
                <a:lnTo>
                  <a:pt x="553" y="683"/>
                </a:lnTo>
                <a:lnTo>
                  <a:pt x="552" y="683"/>
                </a:lnTo>
                <a:lnTo>
                  <a:pt x="551" y="683"/>
                </a:lnTo>
                <a:lnTo>
                  <a:pt x="551" y="684"/>
                </a:lnTo>
                <a:lnTo>
                  <a:pt x="550" y="684"/>
                </a:lnTo>
                <a:lnTo>
                  <a:pt x="549" y="684"/>
                </a:lnTo>
                <a:lnTo>
                  <a:pt x="548" y="684"/>
                </a:lnTo>
                <a:lnTo>
                  <a:pt x="548" y="685"/>
                </a:lnTo>
                <a:lnTo>
                  <a:pt x="547" y="684"/>
                </a:lnTo>
                <a:lnTo>
                  <a:pt x="547" y="685"/>
                </a:lnTo>
                <a:lnTo>
                  <a:pt x="546" y="685"/>
                </a:lnTo>
                <a:lnTo>
                  <a:pt x="545" y="685"/>
                </a:lnTo>
                <a:lnTo>
                  <a:pt x="544" y="685"/>
                </a:lnTo>
                <a:lnTo>
                  <a:pt x="543" y="685"/>
                </a:lnTo>
                <a:lnTo>
                  <a:pt x="543" y="684"/>
                </a:lnTo>
                <a:lnTo>
                  <a:pt x="542" y="684"/>
                </a:lnTo>
                <a:lnTo>
                  <a:pt x="542" y="683"/>
                </a:lnTo>
                <a:lnTo>
                  <a:pt x="541" y="684"/>
                </a:lnTo>
                <a:lnTo>
                  <a:pt x="541" y="685"/>
                </a:lnTo>
                <a:lnTo>
                  <a:pt x="540" y="685"/>
                </a:lnTo>
                <a:lnTo>
                  <a:pt x="539" y="684"/>
                </a:lnTo>
                <a:lnTo>
                  <a:pt x="538" y="684"/>
                </a:lnTo>
                <a:lnTo>
                  <a:pt x="538" y="683"/>
                </a:lnTo>
                <a:lnTo>
                  <a:pt x="537" y="685"/>
                </a:lnTo>
                <a:lnTo>
                  <a:pt x="536" y="685"/>
                </a:lnTo>
                <a:lnTo>
                  <a:pt x="536" y="686"/>
                </a:lnTo>
                <a:lnTo>
                  <a:pt x="535" y="686"/>
                </a:lnTo>
                <a:lnTo>
                  <a:pt x="535" y="687"/>
                </a:lnTo>
                <a:lnTo>
                  <a:pt x="534" y="687"/>
                </a:lnTo>
                <a:lnTo>
                  <a:pt x="533" y="688"/>
                </a:lnTo>
                <a:lnTo>
                  <a:pt x="532" y="688"/>
                </a:lnTo>
                <a:lnTo>
                  <a:pt x="531" y="688"/>
                </a:lnTo>
                <a:lnTo>
                  <a:pt x="530" y="687"/>
                </a:lnTo>
                <a:lnTo>
                  <a:pt x="530" y="686"/>
                </a:lnTo>
                <a:lnTo>
                  <a:pt x="529" y="686"/>
                </a:lnTo>
                <a:lnTo>
                  <a:pt x="529" y="685"/>
                </a:lnTo>
                <a:lnTo>
                  <a:pt x="529" y="684"/>
                </a:lnTo>
                <a:lnTo>
                  <a:pt x="530" y="684"/>
                </a:lnTo>
                <a:lnTo>
                  <a:pt x="530" y="683"/>
                </a:lnTo>
                <a:lnTo>
                  <a:pt x="530" y="682"/>
                </a:lnTo>
                <a:lnTo>
                  <a:pt x="529" y="682"/>
                </a:lnTo>
                <a:lnTo>
                  <a:pt x="529" y="683"/>
                </a:lnTo>
                <a:lnTo>
                  <a:pt x="528" y="683"/>
                </a:lnTo>
                <a:lnTo>
                  <a:pt x="528" y="682"/>
                </a:lnTo>
                <a:lnTo>
                  <a:pt x="528" y="681"/>
                </a:lnTo>
                <a:lnTo>
                  <a:pt x="528" y="680"/>
                </a:lnTo>
                <a:lnTo>
                  <a:pt x="527" y="680"/>
                </a:lnTo>
                <a:lnTo>
                  <a:pt x="527" y="679"/>
                </a:lnTo>
                <a:lnTo>
                  <a:pt x="526" y="679"/>
                </a:lnTo>
                <a:lnTo>
                  <a:pt x="525" y="680"/>
                </a:lnTo>
                <a:lnTo>
                  <a:pt x="524" y="680"/>
                </a:lnTo>
                <a:lnTo>
                  <a:pt x="523" y="680"/>
                </a:lnTo>
                <a:lnTo>
                  <a:pt x="523" y="681"/>
                </a:lnTo>
                <a:lnTo>
                  <a:pt x="523" y="682"/>
                </a:lnTo>
                <a:lnTo>
                  <a:pt x="522" y="682"/>
                </a:lnTo>
                <a:lnTo>
                  <a:pt x="521" y="681"/>
                </a:lnTo>
                <a:lnTo>
                  <a:pt x="521" y="680"/>
                </a:lnTo>
                <a:lnTo>
                  <a:pt x="521" y="679"/>
                </a:lnTo>
                <a:lnTo>
                  <a:pt x="520" y="679"/>
                </a:lnTo>
                <a:lnTo>
                  <a:pt x="520" y="678"/>
                </a:lnTo>
                <a:lnTo>
                  <a:pt x="519" y="678"/>
                </a:lnTo>
                <a:lnTo>
                  <a:pt x="519" y="677"/>
                </a:lnTo>
                <a:lnTo>
                  <a:pt x="519" y="676"/>
                </a:lnTo>
                <a:lnTo>
                  <a:pt x="518" y="676"/>
                </a:lnTo>
                <a:lnTo>
                  <a:pt x="518" y="675"/>
                </a:lnTo>
                <a:lnTo>
                  <a:pt x="517" y="675"/>
                </a:lnTo>
                <a:lnTo>
                  <a:pt x="517" y="676"/>
                </a:lnTo>
                <a:lnTo>
                  <a:pt x="516" y="676"/>
                </a:lnTo>
                <a:lnTo>
                  <a:pt x="516" y="675"/>
                </a:lnTo>
                <a:lnTo>
                  <a:pt x="515" y="674"/>
                </a:lnTo>
                <a:lnTo>
                  <a:pt x="514" y="674"/>
                </a:lnTo>
                <a:lnTo>
                  <a:pt x="514" y="673"/>
                </a:lnTo>
                <a:lnTo>
                  <a:pt x="513" y="673"/>
                </a:lnTo>
                <a:lnTo>
                  <a:pt x="513" y="672"/>
                </a:lnTo>
                <a:lnTo>
                  <a:pt x="513" y="671"/>
                </a:lnTo>
                <a:lnTo>
                  <a:pt x="513" y="670"/>
                </a:lnTo>
                <a:lnTo>
                  <a:pt x="512" y="669"/>
                </a:lnTo>
                <a:lnTo>
                  <a:pt x="511" y="669"/>
                </a:lnTo>
                <a:lnTo>
                  <a:pt x="511" y="668"/>
                </a:lnTo>
                <a:lnTo>
                  <a:pt x="510" y="669"/>
                </a:lnTo>
                <a:lnTo>
                  <a:pt x="509" y="669"/>
                </a:lnTo>
                <a:lnTo>
                  <a:pt x="508" y="669"/>
                </a:lnTo>
                <a:lnTo>
                  <a:pt x="507" y="669"/>
                </a:lnTo>
                <a:lnTo>
                  <a:pt x="507" y="668"/>
                </a:lnTo>
                <a:lnTo>
                  <a:pt x="507" y="667"/>
                </a:lnTo>
                <a:lnTo>
                  <a:pt x="506" y="667"/>
                </a:lnTo>
                <a:lnTo>
                  <a:pt x="506" y="666"/>
                </a:lnTo>
                <a:lnTo>
                  <a:pt x="506" y="665"/>
                </a:lnTo>
                <a:lnTo>
                  <a:pt x="505" y="664"/>
                </a:lnTo>
                <a:lnTo>
                  <a:pt x="504" y="664"/>
                </a:lnTo>
                <a:lnTo>
                  <a:pt x="503" y="663"/>
                </a:lnTo>
                <a:lnTo>
                  <a:pt x="502" y="663"/>
                </a:lnTo>
                <a:lnTo>
                  <a:pt x="500" y="663"/>
                </a:lnTo>
                <a:lnTo>
                  <a:pt x="499" y="663"/>
                </a:lnTo>
                <a:lnTo>
                  <a:pt x="498" y="663"/>
                </a:lnTo>
                <a:lnTo>
                  <a:pt x="497" y="663"/>
                </a:lnTo>
                <a:lnTo>
                  <a:pt x="496" y="663"/>
                </a:lnTo>
                <a:lnTo>
                  <a:pt x="495" y="663"/>
                </a:lnTo>
                <a:lnTo>
                  <a:pt x="494" y="663"/>
                </a:lnTo>
                <a:lnTo>
                  <a:pt x="493" y="663"/>
                </a:lnTo>
                <a:lnTo>
                  <a:pt x="492" y="663"/>
                </a:lnTo>
                <a:lnTo>
                  <a:pt x="491" y="663"/>
                </a:lnTo>
                <a:lnTo>
                  <a:pt x="489" y="663"/>
                </a:lnTo>
                <a:lnTo>
                  <a:pt x="488" y="663"/>
                </a:lnTo>
                <a:lnTo>
                  <a:pt x="487" y="663"/>
                </a:lnTo>
                <a:lnTo>
                  <a:pt x="486" y="663"/>
                </a:lnTo>
                <a:lnTo>
                  <a:pt x="485" y="663"/>
                </a:lnTo>
                <a:lnTo>
                  <a:pt x="483" y="663"/>
                </a:lnTo>
                <a:lnTo>
                  <a:pt x="482" y="663"/>
                </a:lnTo>
                <a:lnTo>
                  <a:pt x="481" y="663"/>
                </a:lnTo>
                <a:lnTo>
                  <a:pt x="480" y="663"/>
                </a:lnTo>
                <a:lnTo>
                  <a:pt x="479" y="663"/>
                </a:lnTo>
                <a:lnTo>
                  <a:pt x="478" y="663"/>
                </a:lnTo>
                <a:lnTo>
                  <a:pt x="477" y="663"/>
                </a:lnTo>
                <a:lnTo>
                  <a:pt x="476" y="663"/>
                </a:lnTo>
                <a:lnTo>
                  <a:pt x="475" y="663"/>
                </a:lnTo>
                <a:lnTo>
                  <a:pt x="474" y="663"/>
                </a:lnTo>
                <a:lnTo>
                  <a:pt x="473" y="663"/>
                </a:lnTo>
                <a:lnTo>
                  <a:pt x="472" y="663"/>
                </a:lnTo>
                <a:lnTo>
                  <a:pt x="471" y="663"/>
                </a:lnTo>
                <a:lnTo>
                  <a:pt x="470" y="663"/>
                </a:lnTo>
                <a:lnTo>
                  <a:pt x="469" y="663"/>
                </a:lnTo>
                <a:lnTo>
                  <a:pt x="468" y="663"/>
                </a:lnTo>
                <a:lnTo>
                  <a:pt x="466" y="663"/>
                </a:lnTo>
                <a:lnTo>
                  <a:pt x="465" y="663"/>
                </a:lnTo>
                <a:lnTo>
                  <a:pt x="464" y="663"/>
                </a:lnTo>
                <a:lnTo>
                  <a:pt x="462" y="663"/>
                </a:lnTo>
                <a:lnTo>
                  <a:pt x="461" y="663"/>
                </a:lnTo>
                <a:lnTo>
                  <a:pt x="460" y="663"/>
                </a:lnTo>
                <a:lnTo>
                  <a:pt x="460" y="662"/>
                </a:lnTo>
                <a:lnTo>
                  <a:pt x="459" y="662"/>
                </a:lnTo>
                <a:lnTo>
                  <a:pt x="458" y="662"/>
                </a:lnTo>
                <a:lnTo>
                  <a:pt x="457" y="662"/>
                </a:lnTo>
                <a:lnTo>
                  <a:pt x="456" y="662"/>
                </a:lnTo>
                <a:lnTo>
                  <a:pt x="455" y="662"/>
                </a:lnTo>
                <a:lnTo>
                  <a:pt x="454" y="662"/>
                </a:lnTo>
                <a:lnTo>
                  <a:pt x="453" y="662"/>
                </a:lnTo>
                <a:lnTo>
                  <a:pt x="452" y="661"/>
                </a:lnTo>
                <a:lnTo>
                  <a:pt x="452" y="662"/>
                </a:lnTo>
                <a:lnTo>
                  <a:pt x="451" y="662"/>
                </a:lnTo>
                <a:lnTo>
                  <a:pt x="450" y="661"/>
                </a:lnTo>
                <a:lnTo>
                  <a:pt x="450" y="662"/>
                </a:lnTo>
                <a:lnTo>
                  <a:pt x="449" y="662"/>
                </a:lnTo>
                <a:lnTo>
                  <a:pt x="448" y="662"/>
                </a:lnTo>
                <a:lnTo>
                  <a:pt x="447" y="662"/>
                </a:lnTo>
                <a:lnTo>
                  <a:pt x="447" y="661"/>
                </a:lnTo>
                <a:lnTo>
                  <a:pt x="446" y="661"/>
                </a:lnTo>
                <a:lnTo>
                  <a:pt x="446" y="660"/>
                </a:lnTo>
                <a:lnTo>
                  <a:pt x="446" y="659"/>
                </a:lnTo>
                <a:lnTo>
                  <a:pt x="445" y="659"/>
                </a:lnTo>
                <a:lnTo>
                  <a:pt x="445" y="658"/>
                </a:lnTo>
                <a:lnTo>
                  <a:pt x="445" y="657"/>
                </a:lnTo>
                <a:lnTo>
                  <a:pt x="446" y="656"/>
                </a:lnTo>
                <a:lnTo>
                  <a:pt x="446" y="655"/>
                </a:lnTo>
                <a:lnTo>
                  <a:pt x="445" y="654"/>
                </a:lnTo>
                <a:lnTo>
                  <a:pt x="445" y="653"/>
                </a:lnTo>
                <a:lnTo>
                  <a:pt x="445" y="652"/>
                </a:lnTo>
                <a:lnTo>
                  <a:pt x="445" y="651"/>
                </a:lnTo>
                <a:lnTo>
                  <a:pt x="444" y="651"/>
                </a:lnTo>
                <a:lnTo>
                  <a:pt x="443" y="652"/>
                </a:lnTo>
                <a:lnTo>
                  <a:pt x="442" y="652"/>
                </a:lnTo>
                <a:lnTo>
                  <a:pt x="441" y="652"/>
                </a:lnTo>
                <a:lnTo>
                  <a:pt x="440" y="652"/>
                </a:lnTo>
                <a:lnTo>
                  <a:pt x="439" y="652"/>
                </a:lnTo>
                <a:lnTo>
                  <a:pt x="438" y="652"/>
                </a:lnTo>
                <a:lnTo>
                  <a:pt x="437" y="652"/>
                </a:lnTo>
                <a:lnTo>
                  <a:pt x="436" y="652"/>
                </a:lnTo>
                <a:lnTo>
                  <a:pt x="435" y="652"/>
                </a:lnTo>
                <a:lnTo>
                  <a:pt x="435" y="651"/>
                </a:lnTo>
                <a:lnTo>
                  <a:pt x="433" y="651"/>
                </a:lnTo>
                <a:lnTo>
                  <a:pt x="433" y="650"/>
                </a:lnTo>
                <a:lnTo>
                  <a:pt x="433" y="649"/>
                </a:lnTo>
                <a:lnTo>
                  <a:pt x="432" y="649"/>
                </a:lnTo>
                <a:lnTo>
                  <a:pt x="432" y="650"/>
                </a:lnTo>
                <a:lnTo>
                  <a:pt x="431" y="650"/>
                </a:lnTo>
                <a:lnTo>
                  <a:pt x="430" y="650"/>
                </a:lnTo>
                <a:lnTo>
                  <a:pt x="430" y="651"/>
                </a:lnTo>
                <a:lnTo>
                  <a:pt x="429" y="650"/>
                </a:lnTo>
                <a:lnTo>
                  <a:pt x="428" y="650"/>
                </a:lnTo>
                <a:lnTo>
                  <a:pt x="427" y="650"/>
                </a:lnTo>
                <a:lnTo>
                  <a:pt x="426" y="650"/>
                </a:lnTo>
                <a:lnTo>
                  <a:pt x="425" y="651"/>
                </a:lnTo>
                <a:lnTo>
                  <a:pt x="425" y="652"/>
                </a:lnTo>
                <a:lnTo>
                  <a:pt x="424" y="652"/>
                </a:lnTo>
                <a:lnTo>
                  <a:pt x="423" y="652"/>
                </a:lnTo>
                <a:lnTo>
                  <a:pt x="422" y="652"/>
                </a:lnTo>
                <a:lnTo>
                  <a:pt x="421" y="651"/>
                </a:lnTo>
                <a:lnTo>
                  <a:pt x="420" y="651"/>
                </a:lnTo>
                <a:lnTo>
                  <a:pt x="419" y="652"/>
                </a:lnTo>
                <a:lnTo>
                  <a:pt x="418" y="651"/>
                </a:lnTo>
                <a:lnTo>
                  <a:pt x="418" y="652"/>
                </a:lnTo>
                <a:lnTo>
                  <a:pt x="417" y="652"/>
                </a:lnTo>
                <a:lnTo>
                  <a:pt x="416" y="652"/>
                </a:lnTo>
                <a:lnTo>
                  <a:pt x="415" y="653"/>
                </a:lnTo>
                <a:lnTo>
                  <a:pt x="414" y="653"/>
                </a:lnTo>
                <a:lnTo>
                  <a:pt x="414" y="654"/>
                </a:lnTo>
                <a:lnTo>
                  <a:pt x="415" y="654"/>
                </a:lnTo>
                <a:lnTo>
                  <a:pt x="415" y="655"/>
                </a:lnTo>
                <a:lnTo>
                  <a:pt x="416" y="655"/>
                </a:lnTo>
                <a:lnTo>
                  <a:pt x="416" y="656"/>
                </a:lnTo>
                <a:lnTo>
                  <a:pt x="415" y="656"/>
                </a:lnTo>
                <a:lnTo>
                  <a:pt x="415" y="657"/>
                </a:lnTo>
                <a:lnTo>
                  <a:pt x="415" y="658"/>
                </a:lnTo>
                <a:lnTo>
                  <a:pt x="415" y="659"/>
                </a:lnTo>
                <a:lnTo>
                  <a:pt x="416" y="659"/>
                </a:lnTo>
                <a:lnTo>
                  <a:pt x="416" y="660"/>
                </a:lnTo>
                <a:lnTo>
                  <a:pt x="416" y="661"/>
                </a:lnTo>
                <a:lnTo>
                  <a:pt x="416" y="662"/>
                </a:lnTo>
                <a:lnTo>
                  <a:pt x="416" y="664"/>
                </a:lnTo>
                <a:lnTo>
                  <a:pt x="417" y="664"/>
                </a:lnTo>
                <a:lnTo>
                  <a:pt x="417" y="665"/>
                </a:lnTo>
                <a:lnTo>
                  <a:pt x="416" y="665"/>
                </a:lnTo>
                <a:lnTo>
                  <a:pt x="416" y="666"/>
                </a:lnTo>
                <a:lnTo>
                  <a:pt x="416" y="667"/>
                </a:lnTo>
                <a:lnTo>
                  <a:pt x="415" y="667"/>
                </a:lnTo>
                <a:lnTo>
                  <a:pt x="414" y="668"/>
                </a:lnTo>
                <a:lnTo>
                  <a:pt x="413" y="668"/>
                </a:lnTo>
                <a:lnTo>
                  <a:pt x="412" y="668"/>
                </a:lnTo>
                <a:lnTo>
                  <a:pt x="411" y="668"/>
                </a:lnTo>
                <a:lnTo>
                  <a:pt x="410" y="669"/>
                </a:lnTo>
                <a:lnTo>
                  <a:pt x="410" y="670"/>
                </a:lnTo>
                <a:lnTo>
                  <a:pt x="409" y="670"/>
                </a:lnTo>
                <a:lnTo>
                  <a:pt x="408" y="670"/>
                </a:lnTo>
                <a:lnTo>
                  <a:pt x="407" y="670"/>
                </a:lnTo>
                <a:lnTo>
                  <a:pt x="407" y="669"/>
                </a:lnTo>
                <a:lnTo>
                  <a:pt x="406" y="669"/>
                </a:lnTo>
                <a:lnTo>
                  <a:pt x="406" y="668"/>
                </a:lnTo>
                <a:lnTo>
                  <a:pt x="405" y="668"/>
                </a:lnTo>
                <a:lnTo>
                  <a:pt x="404" y="668"/>
                </a:lnTo>
                <a:lnTo>
                  <a:pt x="404" y="666"/>
                </a:lnTo>
                <a:lnTo>
                  <a:pt x="404" y="665"/>
                </a:lnTo>
                <a:lnTo>
                  <a:pt x="404" y="664"/>
                </a:lnTo>
                <a:lnTo>
                  <a:pt x="403" y="664"/>
                </a:lnTo>
                <a:lnTo>
                  <a:pt x="402" y="664"/>
                </a:lnTo>
                <a:lnTo>
                  <a:pt x="402" y="663"/>
                </a:lnTo>
                <a:lnTo>
                  <a:pt x="401" y="663"/>
                </a:lnTo>
                <a:lnTo>
                  <a:pt x="400" y="663"/>
                </a:lnTo>
                <a:lnTo>
                  <a:pt x="399" y="661"/>
                </a:lnTo>
                <a:lnTo>
                  <a:pt x="398" y="661"/>
                </a:lnTo>
                <a:lnTo>
                  <a:pt x="397" y="662"/>
                </a:lnTo>
                <a:lnTo>
                  <a:pt x="396" y="662"/>
                </a:lnTo>
                <a:lnTo>
                  <a:pt x="396" y="663"/>
                </a:lnTo>
                <a:lnTo>
                  <a:pt x="395" y="663"/>
                </a:lnTo>
                <a:lnTo>
                  <a:pt x="394" y="664"/>
                </a:lnTo>
                <a:lnTo>
                  <a:pt x="394" y="665"/>
                </a:lnTo>
                <a:lnTo>
                  <a:pt x="393" y="665"/>
                </a:lnTo>
                <a:lnTo>
                  <a:pt x="392" y="665"/>
                </a:lnTo>
                <a:lnTo>
                  <a:pt x="391" y="665"/>
                </a:lnTo>
                <a:lnTo>
                  <a:pt x="390" y="666"/>
                </a:lnTo>
                <a:lnTo>
                  <a:pt x="389" y="666"/>
                </a:lnTo>
                <a:lnTo>
                  <a:pt x="389" y="667"/>
                </a:lnTo>
                <a:lnTo>
                  <a:pt x="388" y="667"/>
                </a:lnTo>
                <a:lnTo>
                  <a:pt x="388" y="666"/>
                </a:lnTo>
                <a:lnTo>
                  <a:pt x="387" y="666"/>
                </a:lnTo>
                <a:lnTo>
                  <a:pt x="385" y="666"/>
                </a:lnTo>
                <a:lnTo>
                  <a:pt x="384" y="666"/>
                </a:lnTo>
                <a:lnTo>
                  <a:pt x="384" y="667"/>
                </a:lnTo>
                <a:lnTo>
                  <a:pt x="383" y="667"/>
                </a:lnTo>
                <a:lnTo>
                  <a:pt x="383" y="666"/>
                </a:lnTo>
                <a:lnTo>
                  <a:pt x="382" y="666"/>
                </a:lnTo>
                <a:lnTo>
                  <a:pt x="382" y="667"/>
                </a:lnTo>
                <a:lnTo>
                  <a:pt x="381" y="667"/>
                </a:lnTo>
                <a:lnTo>
                  <a:pt x="380" y="667"/>
                </a:lnTo>
                <a:lnTo>
                  <a:pt x="379" y="666"/>
                </a:lnTo>
                <a:lnTo>
                  <a:pt x="378" y="666"/>
                </a:lnTo>
                <a:lnTo>
                  <a:pt x="378" y="665"/>
                </a:lnTo>
                <a:lnTo>
                  <a:pt x="377" y="665"/>
                </a:lnTo>
                <a:lnTo>
                  <a:pt x="377" y="666"/>
                </a:lnTo>
                <a:lnTo>
                  <a:pt x="376" y="666"/>
                </a:lnTo>
                <a:lnTo>
                  <a:pt x="375" y="667"/>
                </a:lnTo>
                <a:lnTo>
                  <a:pt x="375" y="668"/>
                </a:lnTo>
                <a:lnTo>
                  <a:pt x="374" y="668"/>
                </a:lnTo>
                <a:lnTo>
                  <a:pt x="373" y="668"/>
                </a:lnTo>
                <a:lnTo>
                  <a:pt x="373" y="669"/>
                </a:lnTo>
                <a:lnTo>
                  <a:pt x="373" y="668"/>
                </a:lnTo>
                <a:lnTo>
                  <a:pt x="372" y="668"/>
                </a:lnTo>
                <a:lnTo>
                  <a:pt x="371" y="667"/>
                </a:lnTo>
                <a:lnTo>
                  <a:pt x="371" y="668"/>
                </a:lnTo>
                <a:lnTo>
                  <a:pt x="372" y="668"/>
                </a:lnTo>
                <a:lnTo>
                  <a:pt x="372" y="669"/>
                </a:lnTo>
                <a:lnTo>
                  <a:pt x="371" y="670"/>
                </a:lnTo>
                <a:lnTo>
                  <a:pt x="371" y="671"/>
                </a:lnTo>
                <a:lnTo>
                  <a:pt x="371" y="672"/>
                </a:lnTo>
                <a:lnTo>
                  <a:pt x="372" y="672"/>
                </a:lnTo>
                <a:lnTo>
                  <a:pt x="372" y="673"/>
                </a:lnTo>
                <a:lnTo>
                  <a:pt x="372" y="674"/>
                </a:lnTo>
                <a:lnTo>
                  <a:pt x="371" y="674"/>
                </a:lnTo>
                <a:lnTo>
                  <a:pt x="371" y="675"/>
                </a:lnTo>
                <a:lnTo>
                  <a:pt x="371" y="676"/>
                </a:lnTo>
                <a:lnTo>
                  <a:pt x="372" y="677"/>
                </a:lnTo>
                <a:lnTo>
                  <a:pt x="373" y="677"/>
                </a:lnTo>
                <a:lnTo>
                  <a:pt x="374" y="677"/>
                </a:lnTo>
                <a:lnTo>
                  <a:pt x="375" y="677"/>
                </a:lnTo>
                <a:lnTo>
                  <a:pt x="375" y="678"/>
                </a:lnTo>
                <a:lnTo>
                  <a:pt x="376" y="678"/>
                </a:lnTo>
                <a:lnTo>
                  <a:pt x="377" y="678"/>
                </a:lnTo>
                <a:lnTo>
                  <a:pt x="378" y="678"/>
                </a:lnTo>
                <a:lnTo>
                  <a:pt x="379" y="678"/>
                </a:lnTo>
                <a:lnTo>
                  <a:pt x="380" y="678"/>
                </a:lnTo>
                <a:lnTo>
                  <a:pt x="381" y="678"/>
                </a:lnTo>
                <a:lnTo>
                  <a:pt x="381" y="679"/>
                </a:lnTo>
                <a:lnTo>
                  <a:pt x="381" y="680"/>
                </a:lnTo>
                <a:lnTo>
                  <a:pt x="382" y="680"/>
                </a:lnTo>
                <a:lnTo>
                  <a:pt x="382" y="681"/>
                </a:lnTo>
                <a:lnTo>
                  <a:pt x="382" y="680"/>
                </a:lnTo>
                <a:lnTo>
                  <a:pt x="382" y="681"/>
                </a:lnTo>
                <a:lnTo>
                  <a:pt x="383" y="681"/>
                </a:lnTo>
                <a:lnTo>
                  <a:pt x="382" y="681"/>
                </a:lnTo>
                <a:lnTo>
                  <a:pt x="382" y="682"/>
                </a:lnTo>
                <a:lnTo>
                  <a:pt x="381" y="682"/>
                </a:lnTo>
                <a:lnTo>
                  <a:pt x="381" y="683"/>
                </a:lnTo>
                <a:lnTo>
                  <a:pt x="380" y="683"/>
                </a:lnTo>
                <a:lnTo>
                  <a:pt x="379" y="683"/>
                </a:lnTo>
                <a:lnTo>
                  <a:pt x="378" y="684"/>
                </a:lnTo>
                <a:lnTo>
                  <a:pt x="377" y="685"/>
                </a:lnTo>
                <a:lnTo>
                  <a:pt x="377" y="686"/>
                </a:lnTo>
                <a:lnTo>
                  <a:pt x="376" y="686"/>
                </a:lnTo>
                <a:lnTo>
                  <a:pt x="375" y="687"/>
                </a:lnTo>
                <a:lnTo>
                  <a:pt x="375" y="688"/>
                </a:lnTo>
                <a:lnTo>
                  <a:pt x="376" y="688"/>
                </a:lnTo>
                <a:lnTo>
                  <a:pt x="376" y="689"/>
                </a:lnTo>
                <a:lnTo>
                  <a:pt x="375" y="689"/>
                </a:lnTo>
                <a:lnTo>
                  <a:pt x="375" y="690"/>
                </a:lnTo>
                <a:lnTo>
                  <a:pt x="374" y="690"/>
                </a:lnTo>
                <a:lnTo>
                  <a:pt x="374" y="691"/>
                </a:lnTo>
                <a:lnTo>
                  <a:pt x="374" y="692"/>
                </a:lnTo>
                <a:lnTo>
                  <a:pt x="375" y="692"/>
                </a:lnTo>
                <a:lnTo>
                  <a:pt x="375" y="693"/>
                </a:lnTo>
                <a:lnTo>
                  <a:pt x="375" y="694"/>
                </a:lnTo>
                <a:lnTo>
                  <a:pt x="375" y="695"/>
                </a:lnTo>
                <a:lnTo>
                  <a:pt x="375" y="696"/>
                </a:lnTo>
                <a:lnTo>
                  <a:pt x="376" y="696"/>
                </a:lnTo>
                <a:lnTo>
                  <a:pt x="376" y="698"/>
                </a:lnTo>
                <a:lnTo>
                  <a:pt x="377" y="698"/>
                </a:lnTo>
                <a:lnTo>
                  <a:pt x="378" y="698"/>
                </a:lnTo>
                <a:lnTo>
                  <a:pt x="379" y="699"/>
                </a:lnTo>
                <a:lnTo>
                  <a:pt x="380" y="699"/>
                </a:lnTo>
                <a:lnTo>
                  <a:pt x="380" y="698"/>
                </a:lnTo>
                <a:lnTo>
                  <a:pt x="381" y="698"/>
                </a:lnTo>
                <a:lnTo>
                  <a:pt x="381" y="699"/>
                </a:lnTo>
                <a:lnTo>
                  <a:pt x="381" y="701"/>
                </a:lnTo>
                <a:lnTo>
                  <a:pt x="380" y="703"/>
                </a:lnTo>
                <a:lnTo>
                  <a:pt x="380" y="704"/>
                </a:lnTo>
                <a:lnTo>
                  <a:pt x="379" y="704"/>
                </a:lnTo>
                <a:lnTo>
                  <a:pt x="380" y="704"/>
                </a:lnTo>
                <a:lnTo>
                  <a:pt x="380" y="705"/>
                </a:lnTo>
                <a:lnTo>
                  <a:pt x="381" y="705"/>
                </a:lnTo>
                <a:lnTo>
                  <a:pt x="382" y="705"/>
                </a:lnTo>
                <a:lnTo>
                  <a:pt x="382" y="706"/>
                </a:lnTo>
                <a:lnTo>
                  <a:pt x="382" y="707"/>
                </a:lnTo>
                <a:lnTo>
                  <a:pt x="382" y="708"/>
                </a:lnTo>
                <a:lnTo>
                  <a:pt x="383" y="710"/>
                </a:lnTo>
                <a:lnTo>
                  <a:pt x="384" y="710"/>
                </a:lnTo>
                <a:lnTo>
                  <a:pt x="385" y="710"/>
                </a:lnTo>
                <a:lnTo>
                  <a:pt x="386" y="710"/>
                </a:lnTo>
                <a:lnTo>
                  <a:pt x="387" y="710"/>
                </a:lnTo>
                <a:lnTo>
                  <a:pt x="387" y="711"/>
                </a:lnTo>
                <a:lnTo>
                  <a:pt x="388" y="711"/>
                </a:lnTo>
                <a:lnTo>
                  <a:pt x="389" y="712"/>
                </a:lnTo>
                <a:lnTo>
                  <a:pt x="391" y="712"/>
                </a:lnTo>
                <a:lnTo>
                  <a:pt x="392" y="712"/>
                </a:lnTo>
                <a:lnTo>
                  <a:pt x="393" y="711"/>
                </a:lnTo>
                <a:lnTo>
                  <a:pt x="394" y="711"/>
                </a:lnTo>
                <a:lnTo>
                  <a:pt x="394" y="712"/>
                </a:lnTo>
                <a:lnTo>
                  <a:pt x="394" y="713"/>
                </a:lnTo>
                <a:lnTo>
                  <a:pt x="395" y="713"/>
                </a:lnTo>
                <a:lnTo>
                  <a:pt x="395" y="714"/>
                </a:lnTo>
                <a:lnTo>
                  <a:pt x="396" y="714"/>
                </a:lnTo>
                <a:lnTo>
                  <a:pt x="396" y="715"/>
                </a:lnTo>
                <a:lnTo>
                  <a:pt x="396" y="716"/>
                </a:lnTo>
                <a:lnTo>
                  <a:pt x="397" y="716"/>
                </a:lnTo>
                <a:lnTo>
                  <a:pt x="397" y="717"/>
                </a:lnTo>
                <a:lnTo>
                  <a:pt x="397" y="718"/>
                </a:lnTo>
                <a:lnTo>
                  <a:pt x="398" y="719"/>
                </a:lnTo>
                <a:lnTo>
                  <a:pt x="398" y="720"/>
                </a:lnTo>
                <a:lnTo>
                  <a:pt x="398" y="721"/>
                </a:lnTo>
                <a:lnTo>
                  <a:pt x="399" y="721"/>
                </a:lnTo>
                <a:lnTo>
                  <a:pt x="399" y="722"/>
                </a:lnTo>
                <a:lnTo>
                  <a:pt x="399" y="723"/>
                </a:lnTo>
                <a:lnTo>
                  <a:pt x="400" y="723"/>
                </a:lnTo>
                <a:lnTo>
                  <a:pt x="400" y="724"/>
                </a:lnTo>
                <a:lnTo>
                  <a:pt x="400" y="725"/>
                </a:lnTo>
                <a:lnTo>
                  <a:pt x="400" y="726"/>
                </a:lnTo>
                <a:lnTo>
                  <a:pt x="399" y="726"/>
                </a:lnTo>
                <a:lnTo>
                  <a:pt x="399" y="727"/>
                </a:lnTo>
                <a:lnTo>
                  <a:pt x="398" y="727"/>
                </a:lnTo>
                <a:lnTo>
                  <a:pt x="398" y="728"/>
                </a:lnTo>
                <a:lnTo>
                  <a:pt x="397" y="728"/>
                </a:lnTo>
                <a:lnTo>
                  <a:pt x="397" y="729"/>
                </a:lnTo>
                <a:lnTo>
                  <a:pt x="396" y="729"/>
                </a:lnTo>
                <a:lnTo>
                  <a:pt x="396" y="730"/>
                </a:lnTo>
                <a:lnTo>
                  <a:pt x="395" y="730"/>
                </a:lnTo>
                <a:lnTo>
                  <a:pt x="394" y="730"/>
                </a:lnTo>
                <a:lnTo>
                  <a:pt x="393" y="731"/>
                </a:lnTo>
                <a:lnTo>
                  <a:pt x="393" y="732"/>
                </a:lnTo>
                <a:lnTo>
                  <a:pt x="392" y="732"/>
                </a:lnTo>
                <a:lnTo>
                  <a:pt x="391" y="733"/>
                </a:lnTo>
                <a:lnTo>
                  <a:pt x="391" y="734"/>
                </a:lnTo>
                <a:lnTo>
                  <a:pt x="390" y="734"/>
                </a:lnTo>
                <a:lnTo>
                  <a:pt x="389" y="734"/>
                </a:lnTo>
                <a:lnTo>
                  <a:pt x="389" y="735"/>
                </a:lnTo>
                <a:lnTo>
                  <a:pt x="388" y="736"/>
                </a:lnTo>
                <a:lnTo>
                  <a:pt x="389" y="736"/>
                </a:lnTo>
                <a:lnTo>
                  <a:pt x="388" y="736"/>
                </a:lnTo>
                <a:lnTo>
                  <a:pt x="388" y="737"/>
                </a:lnTo>
                <a:lnTo>
                  <a:pt x="387" y="737"/>
                </a:lnTo>
                <a:lnTo>
                  <a:pt x="386" y="737"/>
                </a:lnTo>
                <a:lnTo>
                  <a:pt x="386" y="738"/>
                </a:lnTo>
                <a:lnTo>
                  <a:pt x="385" y="738"/>
                </a:lnTo>
                <a:lnTo>
                  <a:pt x="384" y="738"/>
                </a:lnTo>
                <a:lnTo>
                  <a:pt x="384" y="739"/>
                </a:lnTo>
                <a:lnTo>
                  <a:pt x="383" y="739"/>
                </a:lnTo>
                <a:lnTo>
                  <a:pt x="383" y="740"/>
                </a:lnTo>
                <a:lnTo>
                  <a:pt x="382" y="740"/>
                </a:lnTo>
                <a:lnTo>
                  <a:pt x="382" y="741"/>
                </a:lnTo>
                <a:lnTo>
                  <a:pt x="381" y="741"/>
                </a:lnTo>
                <a:lnTo>
                  <a:pt x="381" y="742"/>
                </a:lnTo>
                <a:lnTo>
                  <a:pt x="380" y="742"/>
                </a:lnTo>
                <a:lnTo>
                  <a:pt x="379" y="742"/>
                </a:lnTo>
                <a:lnTo>
                  <a:pt x="379" y="741"/>
                </a:lnTo>
                <a:lnTo>
                  <a:pt x="378" y="741"/>
                </a:lnTo>
                <a:lnTo>
                  <a:pt x="378" y="740"/>
                </a:lnTo>
                <a:lnTo>
                  <a:pt x="377" y="741"/>
                </a:lnTo>
                <a:lnTo>
                  <a:pt x="378" y="741"/>
                </a:lnTo>
                <a:lnTo>
                  <a:pt x="378" y="742"/>
                </a:lnTo>
                <a:lnTo>
                  <a:pt x="376" y="742"/>
                </a:lnTo>
                <a:lnTo>
                  <a:pt x="375" y="742"/>
                </a:lnTo>
                <a:lnTo>
                  <a:pt x="375" y="741"/>
                </a:lnTo>
                <a:lnTo>
                  <a:pt x="374" y="740"/>
                </a:lnTo>
                <a:lnTo>
                  <a:pt x="373" y="740"/>
                </a:lnTo>
                <a:lnTo>
                  <a:pt x="372" y="740"/>
                </a:lnTo>
                <a:lnTo>
                  <a:pt x="371" y="740"/>
                </a:lnTo>
                <a:lnTo>
                  <a:pt x="371" y="739"/>
                </a:lnTo>
                <a:lnTo>
                  <a:pt x="370" y="738"/>
                </a:lnTo>
                <a:lnTo>
                  <a:pt x="369" y="738"/>
                </a:lnTo>
                <a:lnTo>
                  <a:pt x="369" y="739"/>
                </a:lnTo>
                <a:lnTo>
                  <a:pt x="369" y="740"/>
                </a:lnTo>
                <a:lnTo>
                  <a:pt x="368" y="740"/>
                </a:lnTo>
                <a:lnTo>
                  <a:pt x="368" y="741"/>
                </a:lnTo>
                <a:lnTo>
                  <a:pt x="368" y="742"/>
                </a:lnTo>
                <a:lnTo>
                  <a:pt x="367" y="742"/>
                </a:lnTo>
                <a:lnTo>
                  <a:pt x="367" y="743"/>
                </a:lnTo>
                <a:lnTo>
                  <a:pt x="367" y="744"/>
                </a:lnTo>
                <a:lnTo>
                  <a:pt x="367" y="745"/>
                </a:lnTo>
                <a:lnTo>
                  <a:pt x="367" y="747"/>
                </a:lnTo>
                <a:lnTo>
                  <a:pt x="367" y="748"/>
                </a:lnTo>
                <a:lnTo>
                  <a:pt x="367" y="749"/>
                </a:lnTo>
                <a:lnTo>
                  <a:pt x="366" y="749"/>
                </a:lnTo>
                <a:lnTo>
                  <a:pt x="365" y="749"/>
                </a:lnTo>
                <a:lnTo>
                  <a:pt x="364" y="749"/>
                </a:lnTo>
                <a:lnTo>
                  <a:pt x="363" y="749"/>
                </a:lnTo>
                <a:lnTo>
                  <a:pt x="362" y="749"/>
                </a:lnTo>
                <a:lnTo>
                  <a:pt x="361" y="749"/>
                </a:lnTo>
                <a:lnTo>
                  <a:pt x="361" y="750"/>
                </a:lnTo>
                <a:lnTo>
                  <a:pt x="361" y="751"/>
                </a:lnTo>
                <a:lnTo>
                  <a:pt x="360" y="751"/>
                </a:lnTo>
                <a:lnTo>
                  <a:pt x="359" y="751"/>
                </a:lnTo>
                <a:lnTo>
                  <a:pt x="358" y="752"/>
                </a:lnTo>
                <a:lnTo>
                  <a:pt x="358" y="753"/>
                </a:lnTo>
                <a:lnTo>
                  <a:pt x="357" y="753"/>
                </a:lnTo>
                <a:lnTo>
                  <a:pt x="356" y="754"/>
                </a:lnTo>
                <a:lnTo>
                  <a:pt x="355" y="754"/>
                </a:lnTo>
                <a:lnTo>
                  <a:pt x="355" y="755"/>
                </a:lnTo>
                <a:lnTo>
                  <a:pt x="354" y="755"/>
                </a:lnTo>
                <a:lnTo>
                  <a:pt x="354" y="756"/>
                </a:lnTo>
                <a:lnTo>
                  <a:pt x="354" y="755"/>
                </a:lnTo>
                <a:lnTo>
                  <a:pt x="353" y="755"/>
                </a:lnTo>
                <a:lnTo>
                  <a:pt x="352" y="755"/>
                </a:lnTo>
                <a:lnTo>
                  <a:pt x="351" y="755"/>
                </a:lnTo>
                <a:lnTo>
                  <a:pt x="351" y="754"/>
                </a:lnTo>
                <a:lnTo>
                  <a:pt x="350" y="754"/>
                </a:lnTo>
                <a:lnTo>
                  <a:pt x="350" y="753"/>
                </a:lnTo>
                <a:lnTo>
                  <a:pt x="351" y="753"/>
                </a:lnTo>
                <a:lnTo>
                  <a:pt x="351" y="752"/>
                </a:lnTo>
                <a:lnTo>
                  <a:pt x="351" y="751"/>
                </a:lnTo>
                <a:lnTo>
                  <a:pt x="350" y="751"/>
                </a:lnTo>
                <a:lnTo>
                  <a:pt x="349" y="750"/>
                </a:lnTo>
                <a:lnTo>
                  <a:pt x="349" y="749"/>
                </a:lnTo>
                <a:lnTo>
                  <a:pt x="347" y="749"/>
                </a:lnTo>
                <a:lnTo>
                  <a:pt x="346" y="749"/>
                </a:lnTo>
                <a:lnTo>
                  <a:pt x="346" y="748"/>
                </a:lnTo>
                <a:lnTo>
                  <a:pt x="345" y="748"/>
                </a:lnTo>
                <a:lnTo>
                  <a:pt x="344" y="749"/>
                </a:lnTo>
                <a:lnTo>
                  <a:pt x="343" y="750"/>
                </a:lnTo>
                <a:lnTo>
                  <a:pt x="342" y="750"/>
                </a:lnTo>
                <a:lnTo>
                  <a:pt x="341" y="750"/>
                </a:lnTo>
                <a:lnTo>
                  <a:pt x="341" y="749"/>
                </a:lnTo>
                <a:lnTo>
                  <a:pt x="340" y="749"/>
                </a:lnTo>
                <a:lnTo>
                  <a:pt x="340" y="748"/>
                </a:lnTo>
                <a:lnTo>
                  <a:pt x="339" y="748"/>
                </a:lnTo>
                <a:lnTo>
                  <a:pt x="339" y="747"/>
                </a:lnTo>
                <a:lnTo>
                  <a:pt x="339" y="745"/>
                </a:lnTo>
                <a:lnTo>
                  <a:pt x="339" y="744"/>
                </a:lnTo>
                <a:lnTo>
                  <a:pt x="338" y="744"/>
                </a:lnTo>
                <a:lnTo>
                  <a:pt x="338" y="743"/>
                </a:lnTo>
                <a:lnTo>
                  <a:pt x="338" y="742"/>
                </a:lnTo>
                <a:lnTo>
                  <a:pt x="337" y="741"/>
                </a:lnTo>
                <a:lnTo>
                  <a:pt x="336" y="740"/>
                </a:lnTo>
                <a:lnTo>
                  <a:pt x="335" y="739"/>
                </a:lnTo>
                <a:lnTo>
                  <a:pt x="335" y="740"/>
                </a:lnTo>
                <a:lnTo>
                  <a:pt x="334" y="740"/>
                </a:lnTo>
                <a:lnTo>
                  <a:pt x="334" y="739"/>
                </a:lnTo>
                <a:lnTo>
                  <a:pt x="333" y="739"/>
                </a:lnTo>
                <a:lnTo>
                  <a:pt x="332" y="738"/>
                </a:lnTo>
                <a:lnTo>
                  <a:pt x="332" y="737"/>
                </a:lnTo>
                <a:lnTo>
                  <a:pt x="331" y="736"/>
                </a:lnTo>
                <a:lnTo>
                  <a:pt x="329" y="736"/>
                </a:lnTo>
                <a:lnTo>
                  <a:pt x="328" y="736"/>
                </a:lnTo>
                <a:lnTo>
                  <a:pt x="327" y="736"/>
                </a:lnTo>
                <a:lnTo>
                  <a:pt x="327" y="735"/>
                </a:lnTo>
                <a:lnTo>
                  <a:pt x="327" y="734"/>
                </a:lnTo>
                <a:lnTo>
                  <a:pt x="327" y="733"/>
                </a:lnTo>
                <a:lnTo>
                  <a:pt x="325" y="733"/>
                </a:lnTo>
                <a:lnTo>
                  <a:pt x="324" y="732"/>
                </a:lnTo>
                <a:lnTo>
                  <a:pt x="323" y="731"/>
                </a:lnTo>
                <a:lnTo>
                  <a:pt x="321" y="731"/>
                </a:lnTo>
                <a:lnTo>
                  <a:pt x="320" y="731"/>
                </a:lnTo>
                <a:lnTo>
                  <a:pt x="319" y="731"/>
                </a:lnTo>
                <a:lnTo>
                  <a:pt x="318" y="732"/>
                </a:lnTo>
                <a:lnTo>
                  <a:pt x="317" y="733"/>
                </a:lnTo>
                <a:lnTo>
                  <a:pt x="316" y="733"/>
                </a:lnTo>
                <a:lnTo>
                  <a:pt x="316" y="732"/>
                </a:lnTo>
                <a:lnTo>
                  <a:pt x="315" y="732"/>
                </a:lnTo>
                <a:lnTo>
                  <a:pt x="315" y="731"/>
                </a:lnTo>
                <a:lnTo>
                  <a:pt x="314" y="731"/>
                </a:lnTo>
                <a:lnTo>
                  <a:pt x="314" y="730"/>
                </a:lnTo>
                <a:lnTo>
                  <a:pt x="313" y="730"/>
                </a:lnTo>
                <a:lnTo>
                  <a:pt x="313" y="729"/>
                </a:lnTo>
                <a:lnTo>
                  <a:pt x="312" y="728"/>
                </a:lnTo>
                <a:lnTo>
                  <a:pt x="311" y="728"/>
                </a:lnTo>
                <a:lnTo>
                  <a:pt x="311" y="727"/>
                </a:lnTo>
                <a:lnTo>
                  <a:pt x="310" y="726"/>
                </a:lnTo>
                <a:lnTo>
                  <a:pt x="309" y="726"/>
                </a:lnTo>
                <a:lnTo>
                  <a:pt x="308" y="726"/>
                </a:lnTo>
                <a:lnTo>
                  <a:pt x="307" y="727"/>
                </a:lnTo>
                <a:lnTo>
                  <a:pt x="307" y="726"/>
                </a:lnTo>
                <a:lnTo>
                  <a:pt x="306" y="726"/>
                </a:lnTo>
                <a:lnTo>
                  <a:pt x="305" y="726"/>
                </a:lnTo>
                <a:lnTo>
                  <a:pt x="304" y="726"/>
                </a:lnTo>
                <a:lnTo>
                  <a:pt x="303" y="726"/>
                </a:lnTo>
                <a:lnTo>
                  <a:pt x="301" y="726"/>
                </a:lnTo>
                <a:lnTo>
                  <a:pt x="300" y="726"/>
                </a:lnTo>
                <a:lnTo>
                  <a:pt x="299" y="726"/>
                </a:lnTo>
                <a:lnTo>
                  <a:pt x="298" y="727"/>
                </a:lnTo>
                <a:lnTo>
                  <a:pt x="297" y="727"/>
                </a:lnTo>
                <a:lnTo>
                  <a:pt x="296" y="727"/>
                </a:lnTo>
                <a:lnTo>
                  <a:pt x="296" y="728"/>
                </a:lnTo>
                <a:lnTo>
                  <a:pt x="295" y="728"/>
                </a:lnTo>
                <a:lnTo>
                  <a:pt x="294" y="728"/>
                </a:lnTo>
                <a:lnTo>
                  <a:pt x="293" y="728"/>
                </a:lnTo>
                <a:lnTo>
                  <a:pt x="293" y="729"/>
                </a:lnTo>
                <a:lnTo>
                  <a:pt x="292" y="729"/>
                </a:lnTo>
                <a:lnTo>
                  <a:pt x="292" y="730"/>
                </a:lnTo>
                <a:lnTo>
                  <a:pt x="291" y="730"/>
                </a:lnTo>
                <a:lnTo>
                  <a:pt x="290" y="730"/>
                </a:lnTo>
                <a:lnTo>
                  <a:pt x="289" y="730"/>
                </a:lnTo>
                <a:lnTo>
                  <a:pt x="288" y="730"/>
                </a:lnTo>
                <a:lnTo>
                  <a:pt x="287" y="730"/>
                </a:lnTo>
                <a:lnTo>
                  <a:pt x="286" y="730"/>
                </a:lnTo>
                <a:lnTo>
                  <a:pt x="286" y="731"/>
                </a:lnTo>
                <a:lnTo>
                  <a:pt x="285" y="731"/>
                </a:lnTo>
                <a:lnTo>
                  <a:pt x="284" y="731"/>
                </a:lnTo>
                <a:lnTo>
                  <a:pt x="283" y="731"/>
                </a:lnTo>
                <a:lnTo>
                  <a:pt x="283" y="730"/>
                </a:lnTo>
                <a:lnTo>
                  <a:pt x="282" y="730"/>
                </a:lnTo>
                <a:lnTo>
                  <a:pt x="282" y="729"/>
                </a:lnTo>
                <a:lnTo>
                  <a:pt x="281" y="729"/>
                </a:lnTo>
                <a:lnTo>
                  <a:pt x="280" y="730"/>
                </a:lnTo>
                <a:lnTo>
                  <a:pt x="279" y="730"/>
                </a:lnTo>
                <a:lnTo>
                  <a:pt x="278" y="730"/>
                </a:lnTo>
                <a:lnTo>
                  <a:pt x="278" y="729"/>
                </a:lnTo>
                <a:lnTo>
                  <a:pt x="278" y="730"/>
                </a:lnTo>
                <a:lnTo>
                  <a:pt x="277" y="730"/>
                </a:lnTo>
                <a:lnTo>
                  <a:pt x="277" y="731"/>
                </a:lnTo>
                <a:lnTo>
                  <a:pt x="277" y="730"/>
                </a:lnTo>
                <a:lnTo>
                  <a:pt x="276" y="730"/>
                </a:lnTo>
                <a:lnTo>
                  <a:pt x="275" y="730"/>
                </a:lnTo>
                <a:lnTo>
                  <a:pt x="274" y="731"/>
                </a:lnTo>
                <a:lnTo>
                  <a:pt x="273" y="731"/>
                </a:lnTo>
                <a:lnTo>
                  <a:pt x="273" y="732"/>
                </a:lnTo>
                <a:lnTo>
                  <a:pt x="272" y="732"/>
                </a:lnTo>
                <a:lnTo>
                  <a:pt x="271" y="733"/>
                </a:lnTo>
                <a:lnTo>
                  <a:pt x="270" y="733"/>
                </a:lnTo>
                <a:lnTo>
                  <a:pt x="270" y="732"/>
                </a:lnTo>
                <a:lnTo>
                  <a:pt x="269" y="732"/>
                </a:lnTo>
                <a:lnTo>
                  <a:pt x="268" y="733"/>
                </a:lnTo>
                <a:lnTo>
                  <a:pt x="268" y="732"/>
                </a:lnTo>
                <a:lnTo>
                  <a:pt x="267" y="732"/>
                </a:lnTo>
                <a:lnTo>
                  <a:pt x="267" y="731"/>
                </a:lnTo>
                <a:lnTo>
                  <a:pt x="266" y="730"/>
                </a:lnTo>
                <a:lnTo>
                  <a:pt x="265" y="730"/>
                </a:lnTo>
                <a:lnTo>
                  <a:pt x="264" y="730"/>
                </a:lnTo>
                <a:lnTo>
                  <a:pt x="263" y="731"/>
                </a:lnTo>
                <a:lnTo>
                  <a:pt x="262" y="731"/>
                </a:lnTo>
                <a:lnTo>
                  <a:pt x="262" y="732"/>
                </a:lnTo>
                <a:lnTo>
                  <a:pt x="261" y="732"/>
                </a:lnTo>
                <a:lnTo>
                  <a:pt x="260" y="732"/>
                </a:lnTo>
                <a:lnTo>
                  <a:pt x="259" y="732"/>
                </a:lnTo>
                <a:lnTo>
                  <a:pt x="259" y="731"/>
                </a:lnTo>
                <a:lnTo>
                  <a:pt x="259" y="732"/>
                </a:lnTo>
                <a:lnTo>
                  <a:pt x="258" y="732"/>
                </a:lnTo>
                <a:lnTo>
                  <a:pt x="257" y="732"/>
                </a:lnTo>
                <a:lnTo>
                  <a:pt x="256" y="732"/>
                </a:lnTo>
                <a:lnTo>
                  <a:pt x="255" y="732"/>
                </a:lnTo>
                <a:lnTo>
                  <a:pt x="254" y="732"/>
                </a:lnTo>
                <a:lnTo>
                  <a:pt x="254" y="733"/>
                </a:lnTo>
                <a:lnTo>
                  <a:pt x="253" y="733"/>
                </a:lnTo>
                <a:lnTo>
                  <a:pt x="253" y="734"/>
                </a:lnTo>
                <a:lnTo>
                  <a:pt x="252" y="734"/>
                </a:lnTo>
                <a:lnTo>
                  <a:pt x="251" y="734"/>
                </a:lnTo>
                <a:lnTo>
                  <a:pt x="250" y="735"/>
                </a:lnTo>
                <a:lnTo>
                  <a:pt x="249" y="735"/>
                </a:lnTo>
                <a:lnTo>
                  <a:pt x="248" y="736"/>
                </a:lnTo>
                <a:lnTo>
                  <a:pt x="248" y="737"/>
                </a:lnTo>
                <a:lnTo>
                  <a:pt x="247" y="737"/>
                </a:lnTo>
                <a:lnTo>
                  <a:pt x="246" y="738"/>
                </a:lnTo>
                <a:lnTo>
                  <a:pt x="245" y="739"/>
                </a:lnTo>
                <a:lnTo>
                  <a:pt x="244" y="739"/>
                </a:lnTo>
                <a:lnTo>
                  <a:pt x="244" y="740"/>
                </a:lnTo>
                <a:lnTo>
                  <a:pt x="245" y="741"/>
                </a:lnTo>
                <a:lnTo>
                  <a:pt x="246" y="741"/>
                </a:lnTo>
                <a:lnTo>
                  <a:pt x="247" y="741"/>
                </a:lnTo>
                <a:lnTo>
                  <a:pt x="247" y="742"/>
                </a:lnTo>
                <a:lnTo>
                  <a:pt x="248" y="742"/>
                </a:lnTo>
                <a:lnTo>
                  <a:pt x="248" y="743"/>
                </a:lnTo>
                <a:lnTo>
                  <a:pt x="247" y="743"/>
                </a:lnTo>
                <a:lnTo>
                  <a:pt x="246" y="743"/>
                </a:lnTo>
                <a:lnTo>
                  <a:pt x="246" y="744"/>
                </a:lnTo>
                <a:lnTo>
                  <a:pt x="246" y="745"/>
                </a:lnTo>
                <a:lnTo>
                  <a:pt x="245" y="745"/>
                </a:lnTo>
                <a:lnTo>
                  <a:pt x="246" y="746"/>
                </a:lnTo>
                <a:lnTo>
                  <a:pt x="246" y="747"/>
                </a:lnTo>
                <a:lnTo>
                  <a:pt x="247" y="748"/>
                </a:lnTo>
                <a:lnTo>
                  <a:pt x="247" y="749"/>
                </a:lnTo>
                <a:lnTo>
                  <a:pt x="245" y="750"/>
                </a:lnTo>
                <a:lnTo>
                  <a:pt x="244" y="750"/>
                </a:lnTo>
                <a:lnTo>
                  <a:pt x="244" y="751"/>
                </a:lnTo>
                <a:lnTo>
                  <a:pt x="243" y="751"/>
                </a:lnTo>
                <a:lnTo>
                  <a:pt x="243" y="752"/>
                </a:lnTo>
                <a:lnTo>
                  <a:pt x="242" y="752"/>
                </a:lnTo>
                <a:lnTo>
                  <a:pt x="241" y="752"/>
                </a:lnTo>
                <a:lnTo>
                  <a:pt x="241" y="753"/>
                </a:lnTo>
                <a:lnTo>
                  <a:pt x="241" y="752"/>
                </a:lnTo>
                <a:lnTo>
                  <a:pt x="241" y="753"/>
                </a:lnTo>
                <a:lnTo>
                  <a:pt x="240" y="753"/>
                </a:lnTo>
                <a:lnTo>
                  <a:pt x="239" y="753"/>
                </a:lnTo>
                <a:lnTo>
                  <a:pt x="238" y="753"/>
                </a:lnTo>
                <a:lnTo>
                  <a:pt x="238" y="755"/>
                </a:lnTo>
                <a:lnTo>
                  <a:pt x="238" y="756"/>
                </a:lnTo>
                <a:lnTo>
                  <a:pt x="239" y="756"/>
                </a:lnTo>
                <a:lnTo>
                  <a:pt x="239" y="757"/>
                </a:lnTo>
                <a:lnTo>
                  <a:pt x="238" y="758"/>
                </a:lnTo>
                <a:lnTo>
                  <a:pt x="238" y="759"/>
                </a:lnTo>
                <a:lnTo>
                  <a:pt x="238" y="760"/>
                </a:lnTo>
                <a:lnTo>
                  <a:pt x="237" y="760"/>
                </a:lnTo>
                <a:lnTo>
                  <a:pt x="237" y="761"/>
                </a:lnTo>
                <a:lnTo>
                  <a:pt x="236" y="761"/>
                </a:lnTo>
                <a:lnTo>
                  <a:pt x="236" y="762"/>
                </a:lnTo>
                <a:lnTo>
                  <a:pt x="237" y="761"/>
                </a:lnTo>
                <a:lnTo>
                  <a:pt x="237" y="762"/>
                </a:lnTo>
                <a:lnTo>
                  <a:pt x="238" y="763"/>
                </a:lnTo>
                <a:lnTo>
                  <a:pt x="238" y="764"/>
                </a:lnTo>
                <a:lnTo>
                  <a:pt x="239" y="764"/>
                </a:lnTo>
                <a:lnTo>
                  <a:pt x="239" y="765"/>
                </a:lnTo>
                <a:lnTo>
                  <a:pt x="239" y="766"/>
                </a:lnTo>
                <a:lnTo>
                  <a:pt x="238" y="766"/>
                </a:lnTo>
                <a:lnTo>
                  <a:pt x="238" y="767"/>
                </a:lnTo>
                <a:lnTo>
                  <a:pt x="237" y="767"/>
                </a:lnTo>
                <a:lnTo>
                  <a:pt x="236" y="767"/>
                </a:lnTo>
                <a:lnTo>
                  <a:pt x="235" y="767"/>
                </a:lnTo>
                <a:lnTo>
                  <a:pt x="234" y="767"/>
                </a:lnTo>
                <a:lnTo>
                  <a:pt x="234" y="768"/>
                </a:lnTo>
                <a:lnTo>
                  <a:pt x="233" y="768"/>
                </a:lnTo>
                <a:lnTo>
                  <a:pt x="232" y="768"/>
                </a:lnTo>
                <a:lnTo>
                  <a:pt x="232" y="767"/>
                </a:lnTo>
                <a:lnTo>
                  <a:pt x="231" y="768"/>
                </a:lnTo>
                <a:lnTo>
                  <a:pt x="231" y="769"/>
                </a:lnTo>
                <a:lnTo>
                  <a:pt x="230" y="769"/>
                </a:lnTo>
                <a:lnTo>
                  <a:pt x="229" y="769"/>
                </a:lnTo>
                <a:lnTo>
                  <a:pt x="229" y="768"/>
                </a:lnTo>
                <a:lnTo>
                  <a:pt x="228" y="768"/>
                </a:lnTo>
                <a:lnTo>
                  <a:pt x="228" y="767"/>
                </a:lnTo>
                <a:lnTo>
                  <a:pt x="228" y="766"/>
                </a:lnTo>
                <a:lnTo>
                  <a:pt x="228" y="765"/>
                </a:lnTo>
                <a:lnTo>
                  <a:pt x="228" y="764"/>
                </a:lnTo>
                <a:lnTo>
                  <a:pt x="227" y="764"/>
                </a:lnTo>
                <a:lnTo>
                  <a:pt x="226" y="764"/>
                </a:lnTo>
                <a:lnTo>
                  <a:pt x="225" y="764"/>
                </a:lnTo>
                <a:lnTo>
                  <a:pt x="224" y="764"/>
                </a:lnTo>
                <a:lnTo>
                  <a:pt x="223" y="763"/>
                </a:lnTo>
                <a:lnTo>
                  <a:pt x="222" y="763"/>
                </a:lnTo>
                <a:lnTo>
                  <a:pt x="221" y="763"/>
                </a:lnTo>
                <a:lnTo>
                  <a:pt x="221" y="762"/>
                </a:lnTo>
                <a:lnTo>
                  <a:pt x="220" y="762"/>
                </a:lnTo>
                <a:lnTo>
                  <a:pt x="219" y="763"/>
                </a:lnTo>
                <a:lnTo>
                  <a:pt x="218" y="762"/>
                </a:lnTo>
                <a:lnTo>
                  <a:pt x="218" y="763"/>
                </a:lnTo>
                <a:lnTo>
                  <a:pt x="217" y="763"/>
                </a:lnTo>
                <a:lnTo>
                  <a:pt x="216" y="763"/>
                </a:lnTo>
                <a:lnTo>
                  <a:pt x="215" y="763"/>
                </a:lnTo>
                <a:lnTo>
                  <a:pt x="214" y="764"/>
                </a:lnTo>
                <a:lnTo>
                  <a:pt x="214" y="765"/>
                </a:lnTo>
                <a:lnTo>
                  <a:pt x="214" y="766"/>
                </a:lnTo>
                <a:lnTo>
                  <a:pt x="213" y="766"/>
                </a:lnTo>
                <a:lnTo>
                  <a:pt x="213" y="767"/>
                </a:lnTo>
                <a:lnTo>
                  <a:pt x="212" y="767"/>
                </a:lnTo>
                <a:lnTo>
                  <a:pt x="211" y="767"/>
                </a:lnTo>
                <a:lnTo>
                  <a:pt x="210" y="767"/>
                </a:lnTo>
                <a:lnTo>
                  <a:pt x="209" y="767"/>
                </a:lnTo>
                <a:lnTo>
                  <a:pt x="208" y="767"/>
                </a:lnTo>
                <a:lnTo>
                  <a:pt x="207" y="767"/>
                </a:lnTo>
                <a:lnTo>
                  <a:pt x="206" y="767"/>
                </a:lnTo>
                <a:lnTo>
                  <a:pt x="206" y="766"/>
                </a:lnTo>
                <a:lnTo>
                  <a:pt x="207" y="766"/>
                </a:lnTo>
                <a:lnTo>
                  <a:pt x="207" y="765"/>
                </a:lnTo>
                <a:lnTo>
                  <a:pt x="206" y="765"/>
                </a:lnTo>
                <a:lnTo>
                  <a:pt x="206" y="764"/>
                </a:lnTo>
                <a:lnTo>
                  <a:pt x="206" y="765"/>
                </a:lnTo>
                <a:lnTo>
                  <a:pt x="205" y="765"/>
                </a:lnTo>
                <a:lnTo>
                  <a:pt x="204" y="765"/>
                </a:lnTo>
                <a:lnTo>
                  <a:pt x="204" y="764"/>
                </a:lnTo>
                <a:lnTo>
                  <a:pt x="204" y="765"/>
                </a:lnTo>
                <a:lnTo>
                  <a:pt x="203" y="765"/>
                </a:lnTo>
                <a:lnTo>
                  <a:pt x="203" y="766"/>
                </a:lnTo>
                <a:lnTo>
                  <a:pt x="204" y="766"/>
                </a:lnTo>
                <a:lnTo>
                  <a:pt x="204" y="767"/>
                </a:lnTo>
                <a:lnTo>
                  <a:pt x="205" y="767"/>
                </a:lnTo>
                <a:lnTo>
                  <a:pt x="205" y="768"/>
                </a:lnTo>
                <a:lnTo>
                  <a:pt x="205" y="769"/>
                </a:lnTo>
                <a:lnTo>
                  <a:pt x="204" y="769"/>
                </a:lnTo>
                <a:lnTo>
                  <a:pt x="204" y="770"/>
                </a:lnTo>
                <a:lnTo>
                  <a:pt x="203" y="770"/>
                </a:lnTo>
                <a:lnTo>
                  <a:pt x="202" y="770"/>
                </a:lnTo>
                <a:lnTo>
                  <a:pt x="202" y="769"/>
                </a:lnTo>
                <a:lnTo>
                  <a:pt x="201" y="769"/>
                </a:lnTo>
                <a:lnTo>
                  <a:pt x="200" y="769"/>
                </a:lnTo>
                <a:lnTo>
                  <a:pt x="200" y="770"/>
                </a:lnTo>
                <a:lnTo>
                  <a:pt x="200" y="771"/>
                </a:lnTo>
                <a:lnTo>
                  <a:pt x="201" y="771"/>
                </a:lnTo>
                <a:lnTo>
                  <a:pt x="202" y="771"/>
                </a:lnTo>
                <a:lnTo>
                  <a:pt x="202" y="772"/>
                </a:lnTo>
                <a:lnTo>
                  <a:pt x="202" y="773"/>
                </a:lnTo>
                <a:lnTo>
                  <a:pt x="203" y="773"/>
                </a:lnTo>
                <a:lnTo>
                  <a:pt x="202" y="773"/>
                </a:lnTo>
                <a:lnTo>
                  <a:pt x="202" y="774"/>
                </a:lnTo>
                <a:lnTo>
                  <a:pt x="202" y="775"/>
                </a:lnTo>
                <a:lnTo>
                  <a:pt x="201" y="775"/>
                </a:lnTo>
                <a:lnTo>
                  <a:pt x="201" y="776"/>
                </a:lnTo>
                <a:lnTo>
                  <a:pt x="201" y="777"/>
                </a:lnTo>
                <a:lnTo>
                  <a:pt x="200" y="777"/>
                </a:lnTo>
                <a:lnTo>
                  <a:pt x="200" y="778"/>
                </a:lnTo>
                <a:lnTo>
                  <a:pt x="200" y="779"/>
                </a:lnTo>
                <a:lnTo>
                  <a:pt x="200" y="780"/>
                </a:lnTo>
                <a:lnTo>
                  <a:pt x="199" y="780"/>
                </a:lnTo>
                <a:lnTo>
                  <a:pt x="198" y="780"/>
                </a:lnTo>
                <a:lnTo>
                  <a:pt x="197" y="780"/>
                </a:lnTo>
                <a:lnTo>
                  <a:pt x="197" y="779"/>
                </a:lnTo>
                <a:lnTo>
                  <a:pt x="196" y="779"/>
                </a:lnTo>
                <a:lnTo>
                  <a:pt x="196" y="778"/>
                </a:lnTo>
                <a:lnTo>
                  <a:pt x="195" y="779"/>
                </a:lnTo>
                <a:lnTo>
                  <a:pt x="195" y="780"/>
                </a:lnTo>
                <a:lnTo>
                  <a:pt x="195" y="782"/>
                </a:lnTo>
                <a:lnTo>
                  <a:pt x="194" y="782"/>
                </a:lnTo>
                <a:lnTo>
                  <a:pt x="195" y="782"/>
                </a:lnTo>
                <a:lnTo>
                  <a:pt x="195" y="784"/>
                </a:lnTo>
                <a:lnTo>
                  <a:pt x="194" y="784"/>
                </a:lnTo>
                <a:lnTo>
                  <a:pt x="195" y="785"/>
                </a:lnTo>
                <a:lnTo>
                  <a:pt x="195" y="786"/>
                </a:lnTo>
                <a:lnTo>
                  <a:pt x="195" y="787"/>
                </a:lnTo>
                <a:lnTo>
                  <a:pt x="196" y="787"/>
                </a:lnTo>
                <a:lnTo>
                  <a:pt x="196" y="788"/>
                </a:lnTo>
                <a:lnTo>
                  <a:pt x="195" y="788"/>
                </a:lnTo>
                <a:lnTo>
                  <a:pt x="194" y="788"/>
                </a:lnTo>
                <a:lnTo>
                  <a:pt x="194" y="787"/>
                </a:lnTo>
                <a:lnTo>
                  <a:pt x="193" y="787"/>
                </a:lnTo>
                <a:lnTo>
                  <a:pt x="193" y="786"/>
                </a:lnTo>
                <a:lnTo>
                  <a:pt x="192" y="785"/>
                </a:lnTo>
                <a:lnTo>
                  <a:pt x="191" y="785"/>
                </a:lnTo>
                <a:lnTo>
                  <a:pt x="190" y="785"/>
                </a:lnTo>
                <a:lnTo>
                  <a:pt x="189" y="786"/>
                </a:lnTo>
                <a:lnTo>
                  <a:pt x="190" y="787"/>
                </a:lnTo>
                <a:lnTo>
                  <a:pt x="190" y="788"/>
                </a:lnTo>
                <a:lnTo>
                  <a:pt x="190" y="790"/>
                </a:lnTo>
                <a:lnTo>
                  <a:pt x="190" y="791"/>
                </a:lnTo>
                <a:lnTo>
                  <a:pt x="191" y="791"/>
                </a:lnTo>
                <a:lnTo>
                  <a:pt x="191" y="792"/>
                </a:lnTo>
                <a:lnTo>
                  <a:pt x="192" y="792"/>
                </a:lnTo>
                <a:lnTo>
                  <a:pt x="192" y="793"/>
                </a:lnTo>
                <a:lnTo>
                  <a:pt x="191" y="793"/>
                </a:lnTo>
                <a:lnTo>
                  <a:pt x="190" y="793"/>
                </a:lnTo>
                <a:lnTo>
                  <a:pt x="189" y="793"/>
                </a:lnTo>
                <a:lnTo>
                  <a:pt x="189" y="792"/>
                </a:lnTo>
                <a:lnTo>
                  <a:pt x="188" y="792"/>
                </a:lnTo>
                <a:lnTo>
                  <a:pt x="187" y="792"/>
                </a:lnTo>
                <a:lnTo>
                  <a:pt x="187" y="793"/>
                </a:lnTo>
                <a:lnTo>
                  <a:pt x="186" y="793"/>
                </a:lnTo>
                <a:lnTo>
                  <a:pt x="186" y="794"/>
                </a:lnTo>
                <a:lnTo>
                  <a:pt x="187" y="794"/>
                </a:lnTo>
                <a:lnTo>
                  <a:pt x="187" y="795"/>
                </a:lnTo>
                <a:lnTo>
                  <a:pt x="187" y="796"/>
                </a:lnTo>
                <a:lnTo>
                  <a:pt x="186" y="797"/>
                </a:lnTo>
                <a:lnTo>
                  <a:pt x="186" y="798"/>
                </a:lnTo>
                <a:lnTo>
                  <a:pt x="186" y="799"/>
                </a:lnTo>
                <a:lnTo>
                  <a:pt x="187" y="800"/>
                </a:lnTo>
                <a:lnTo>
                  <a:pt x="188" y="800"/>
                </a:lnTo>
                <a:lnTo>
                  <a:pt x="188" y="801"/>
                </a:lnTo>
                <a:lnTo>
                  <a:pt x="188" y="802"/>
                </a:lnTo>
                <a:lnTo>
                  <a:pt x="187" y="802"/>
                </a:lnTo>
                <a:lnTo>
                  <a:pt x="186" y="802"/>
                </a:lnTo>
                <a:lnTo>
                  <a:pt x="185" y="802"/>
                </a:lnTo>
                <a:lnTo>
                  <a:pt x="185" y="803"/>
                </a:lnTo>
                <a:lnTo>
                  <a:pt x="186" y="803"/>
                </a:lnTo>
                <a:lnTo>
                  <a:pt x="186" y="804"/>
                </a:lnTo>
                <a:lnTo>
                  <a:pt x="186" y="805"/>
                </a:lnTo>
                <a:lnTo>
                  <a:pt x="185" y="805"/>
                </a:lnTo>
                <a:lnTo>
                  <a:pt x="185" y="804"/>
                </a:lnTo>
                <a:lnTo>
                  <a:pt x="184" y="804"/>
                </a:lnTo>
                <a:lnTo>
                  <a:pt x="183" y="804"/>
                </a:lnTo>
                <a:lnTo>
                  <a:pt x="183" y="805"/>
                </a:lnTo>
                <a:lnTo>
                  <a:pt x="183" y="806"/>
                </a:lnTo>
                <a:lnTo>
                  <a:pt x="182" y="806"/>
                </a:lnTo>
                <a:lnTo>
                  <a:pt x="181" y="807"/>
                </a:lnTo>
                <a:lnTo>
                  <a:pt x="180" y="807"/>
                </a:lnTo>
                <a:lnTo>
                  <a:pt x="180" y="808"/>
                </a:lnTo>
                <a:lnTo>
                  <a:pt x="180" y="809"/>
                </a:lnTo>
                <a:lnTo>
                  <a:pt x="180" y="810"/>
                </a:lnTo>
                <a:lnTo>
                  <a:pt x="182" y="812"/>
                </a:lnTo>
                <a:lnTo>
                  <a:pt x="182" y="813"/>
                </a:lnTo>
                <a:lnTo>
                  <a:pt x="183" y="813"/>
                </a:lnTo>
                <a:lnTo>
                  <a:pt x="183" y="814"/>
                </a:lnTo>
                <a:lnTo>
                  <a:pt x="182" y="815"/>
                </a:lnTo>
                <a:lnTo>
                  <a:pt x="182" y="816"/>
                </a:lnTo>
                <a:lnTo>
                  <a:pt x="183" y="816"/>
                </a:lnTo>
                <a:lnTo>
                  <a:pt x="184" y="817"/>
                </a:lnTo>
                <a:lnTo>
                  <a:pt x="184" y="818"/>
                </a:lnTo>
                <a:lnTo>
                  <a:pt x="183" y="817"/>
                </a:lnTo>
                <a:lnTo>
                  <a:pt x="182" y="817"/>
                </a:lnTo>
                <a:lnTo>
                  <a:pt x="181" y="817"/>
                </a:lnTo>
                <a:lnTo>
                  <a:pt x="181" y="816"/>
                </a:lnTo>
                <a:lnTo>
                  <a:pt x="180" y="816"/>
                </a:lnTo>
                <a:lnTo>
                  <a:pt x="179" y="816"/>
                </a:lnTo>
                <a:lnTo>
                  <a:pt x="178" y="817"/>
                </a:lnTo>
                <a:lnTo>
                  <a:pt x="177" y="817"/>
                </a:lnTo>
                <a:lnTo>
                  <a:pt x="176" y="817"/>
                </a:lnTo>
                <a:lnTo>
                  <a:pt x="176" y="818"/>
                </a:lnTo>
                <a:lnTo>
                  <a:pt x="175" y="819"/>
                </a:lnTo>
                <a:lnTo>
                  <a:pt x="175" y="820"/>
                </a:lnTo>
                <a:lnTo>
                  <a:pt x="176" y="822"/>
                </a:lnTo>
                <a:lnTo>
                  <a:pt x="176" y="823"/>
                </a:lnTo>
                <a:lnTo>
                  <a:pt x="176" y="824"/>
                </a:lnTo>
                <a:lnTo>
                  <a:pt x="175" y="824"/>
                </a:lnTo>
                <a:lnTo>
                  <a:pt x="175" y="825"/>
                </a:lnTo>
                <a:lnTo>
                  <a:pt x="174" y="825"/>
                </a:lnTo>
                <a:lnTo>
                  <a:pt x="174" y="826"/>
                </a:lnTo>
                <a:lnTo>
                  <a:pt x="175" y="827"/>
                </a:lnTo>
                <a:lnTo>
                  <a:pt x="176" y="827"/>
                </a:lnTo>
                <a:lnTo>
                  <a:pt x="176" y="828"/>
                </a:lnTo>
                <a:lnTo>
                  <a:pt x="176" y="829"/>
                </a:lnTo>
                <a:lnTo>
                  <a:pt x="176" y="830"/>
                </a:lnTo>
                <a:lnTo>
                  <a:pt x="175" y="830"/>
                </a:lnTo>
                <a:lnTo>
                  <a:pt x="175" y="831"/>
                </a:lnTo>
                <a:lnTo>
                  <a:pt x="176" y="831"/>
                </a:lnTo>
                <a:lnTo>
                  <a:pt x="176" y="832"/>
                </a:lnTo>
                <a:lnTo>
                  <a:pt x="177" y="832"/>
                </a:lnTo>
                <a:lnTo>
                  <a:pt x="178" y="832"/>
                </a:lnTo>
                <a:lnTo>
                  <a:pt x="178" y="833"/>
                </a:lnTo>
                <a:lnTo>
                  <a:pt x="179" y="834"/>
                </a:lnTo>
                <a:lnTo>
                  <a:pt x="179" y="835"/>
                </a:lnTo>
                <a:lnTo>
                  <a:pt x="178" y="835"/>
                </a:lnTo>
                <a:lnTo>
                  <a:pt x="178" y="836"/>
                </a:lnTo>
                <a:lnTo>
                  <a:pt x="178" y="837"/>
                </a:lnTo>
                <a:lnTo>
                  <a:pt x="177" y="837"/>
                </a:lnTo>
                <a:lnTo>
                  <a:pt x="177" y="838"/>
                </a:lnTo>
                <a:lnTo>
                  <a:pt x="176" y="838"/>
                </a:lnTo>
                <a:lnTo>
                  <a:pt x="176" y="839"/>
                </a:lnTo>
                <a:lnTo>
                  <a:pt x="175" y="839"/>
                </a:lnTo>
                <a:lnTo>
                  <a:pt x="175" y="840"/>
                </a:lnTo>
                <a:lnTo>
                  <a:pt x="174" y="840"/>
                </a:lnTo>
                <a:lnTo>
                  <a:pt x="174" y="841"/>
                </a:lnTo>
                <a:lnTo>
                  <a:pt x="173" y="842"/>
                </a:lnTo>
                <a:lnTo>
                  <a:pt x="172" y="842"/>
                </a:lnTo>
                <a:lnTo>
                  <a:pt x="172" y="843"/>
                </a:lnTo>
                <a:lnTo>
                  <a:pt x="171" y="843"/>
                </a:lnTo>
                <a:lnTo>
                  <a:pt x="171" y="844"/>
                </a:lnTo>
                <a:lnTo>
                  <a:pt x="170" y="844"/>
                </a:lnTo>
                <a:lnTo>
                  <a:pt x="170" y="845"/>
                </a:lnTo>
                <a:lnTo>
                  <a:pt x="169" y="845"/>
                </a:lnTo>
                <a:lnTo>
                  <a:pt x="169" y="844"/>
                </a:lnTo>
                <a:lnTo>
                  <a:pt x="168" y="844"/>
                </a:lnTo>
                <a:lnTo>
                  <a:pt x="168" y="845"/>
                </a:lnTo>
                <a:lnTo>
                  <a:pt x="167" y="845"/>
                </a:lnTo>
                <a:lnTo>
                  <a:pt x="166" y="845"/>
                </a:lnTo>
                <a:lnTo>
                  <a:pt x="166" y="846"/>
                </a:lnTo>
                <a:lnTo>
                  <a:pt x="167" y="846"/>
                </a:lnTo>
                <a:lnTo>
                  <a:pt x="167" y="847"/>
                </a:lnTo>
                <a:lnTo>
                  <a:pt x="166" y="847"/>
                </a:lnTo>
                <a:lnTo>
                  <a:pt x="166" y="848"/>
                </a:lnTo>
                <a:lnTo>
                  <a:pt x="165" y="848"/>
                </a:lnTo>
                <a:lnTo>
                  <a:pt x="164" y="848"/>
                </a:lnTo>
                <a:lnTo>
                  <a:pt x="163" y="849"/>
                </a:lnTo>
                <a:lnTo>
                  <a:pt x="163" y="850"/>
                </a:lnTo>
                <a:lnTo>
                  <a:pt x="164" y="850"/>
                </a:lnTo>
                <a:lnTo>
                  <a:pt x="164" y="851"/>
                </a:lnTo>
                <a:lnTo>
                  <a:pt x="164" y="852"/>
                </a:lnTo>
                <a:lnTo>
                  <a:pt x="164" y="853"/>
                </a:lnTo>
                <a:lnTo>
                  <a:pt x="165" y="854"/>
                </a:lnTo>
                <a:lnTo>
                  <a:pt x="165" y="855"/>
                </a:lnTo>
                <a:lnTo>
                  <a:pt x="165" y="856"/>
                </a:lnTo>
                <a:lnTo>
                  <a:pt x="166" y="856"/>
                </a:lnTo>
                <a:lnTo>
                  <a:pt x="166" y="857"/>
                </a:lnTo>
                <a:lnTo>
                  <a:pt x="166" y="858"/>
                </a:lnTo>
                <a:lnTo>
                  <a:pt x="165" y="858"/>
                </a:lnTo>
                <a:lnTo>
                  <a:pt x="165" y="859"/>
                </a:lnTo>
                <a:lnTo>
                  <a:pt x="165" y="860"/>
                </a:lnTo>
                <a:lnTo>
                  <a:pt x="164" y="860"/>
                </a:lnTo>
                <a:lnTo>
                  <a:pt x="164" y="861"/>
                </a:lnTo>
                <a:lnTo>
                  <a:pt x="163" y="862"/>
                </a:lnTo>
                <a:lnTo>
                  <a:pt x="163" y="863"/>
                </a:lnTo>
                <a:lnTo>
                  <a:pt x="164" y="863"/>
                </a:lnTo>
                <a:lnTo>
                  <a:pt x="164" y="864"/>
                </a:lnTo>
                <a:lnTo>
                  <a:pt x="163" y="864"/>
                </a:lnTo>
                <a:lnTo>
                  <a:pt x="163" y="865"/>
                </a:lnTo>
                <a:lnTo>
                  <a:pt x="164" y="865"/>
                </a:lnTo>
                <a:lnTo>
                  <a:pt x="164" y="866"/>
                </a:lnTo>
                <a:lnTo>
                  <a:pt x="165" y="867"/>
                </a:lnTo>
                <a:lnTo>
                  <a:pt x="166" y="867"/>
                </a:lnTo>
                <a:lnTo>
                  <a:pt x="166" y="868"/>
                </a:lnTo>
                <a:lnTo>
                  <a:pt x="166" y="869"/>
                </a:lnTo>
                <a:lnTo>
                  <a:pt x="166" y="870"/>
                </a:lnTo>
                <a:lnTo>
                  <a:pt x="165" y="870"/>
                </a:lnTo>
                <a:lnTo>
                  <a:pt x="164" y="870"/>
                </a:lnTo>
                <a:lnTo>
                  <a:pt x="163" y="870"/>
                </a:lnTo>
                <a:lnTo>
                  <a:pt x="162" y="870"/>
                </a:lnTo>
                <a:lnTo>
                  <a:pt x="162" y="871"/>
                </a:lnTo>
                <a:lnTo>
                  <a:pt x="161" y="871"/>
                </a:lnTo>
                <a:lnTo>
                  <a:pt x="161" y="872"/>
                </a:lnTo>
                <a:lnTo>
                  <a:pt x="160" y="872"/>
                </a:lnTo>
                <a:lnTo>
                  <a:pt x="159" y="872"/>
                </a:lnTo>
                <a:lnTo>
                  <a:pt x="158" y="872"/>
                </a:lnTo>
                <a:lnTo>
                  <a:pt x="157" y="871"/>
                </a:lnTo>
                <a:lnTo>
                  <a:pt x="157" y="869"/>
                </a:lnTo>
                <a:lnTo>
                  <a:pt x="157" y="868"/>
                </a:lnTo>
                <a:lnTo>
                  <a:pt x="156" y="867"/>
                </a:lnTo>
                <a:lnTo>
                  <a:pt x="156" y="866"/>
                </a:lnTo>
                <a:lnTo>
                  <a:pt x="156" y="865"/>
                </a:lnTo>
                <a:lnTo>
                  <a:pt x="155" y="865"/>
                </a:lnTo>
                <a:lnTo>
                  <a:pt x="154" y="865"/>
                </a:lnTo>
                <a:lnTo>
                  <a:pt x="154" y="866"/>
                </a:lnTo>
                <a:lnTo>
                  <a:pt x="154" y="865"/>
                </a:lnTo>
                <a:lnTo>
                  <a:pt x="153" y="865"/>
                </a:lnTo>
                <a:lnTo>
                  <a:pt x="153" y="864"/>
                </a:lnTo>
                <a:lnTo>
                  <a:pt x="152" y="864"/>
                </a:lnTo>
                <a:lnTo>
                  <a:pt x="152" y="863"/>
                </a:lnTo>
                <a:lnTo>
                  <a:pt x="151" y="863"/>
                </a:lnTo>
                <a:lnTo>
                  <a:pt x="151" y="862"/>
                </a:lnTo>
                <a:lnTo>
                  <a:pt x="150" y="862"/>
                </a:lnTo>
                <a:lnTo>
                  <a:pt x="149" y="862"/>
                </a:lnTo>
                <a:lnTo>
                  <a:pt x="149" y="861"/>
                </a:lnTo>
                <a:lnTo>
                  <a:pt x="148" y="861"/>
                </a:lnTo>
                <a:lnTo>
                  <a:pt x="148" y="860"/>
                </a:lnTo>
                <a:lnTo>
                  <a:pt x="147" y="860"/>
                </a:lnTo>
                <a:lnTo>
                  <a:pt x="147" y="859"/>
                </a:lnTo>
                <a:lnTo>
                  <a:pt x="146" y="859"/>
                </a:lnTo>
                <a:lnTo>
                  <a:pt x="145" y="859"/>
                </a:lnTo>
                <a:lnTo>
                  <a:pt x="145" y="860"/>
                </a:lnTo>
                <a:lnTo>
                  <a:pt x="145" y="861"/>
                </a:lnTo>
                <a:lnTo>
                  <a:pt x="144" y="862"/>
                </a:lnTo>
                <a:lnTo>
                  <a:pt x="142" y="862"/>
                </a:lnTo>
                <a:lnTo>
                  <a:pt x="142" y="861"/>
                </a:lnTo>
                <a:lnTo>
                  <a:pt x="141" y="861"/>
                </a:lnTo>
                <a:lnTo>
                  <a:pt x="140" y="860"/>
                </a:lnTo>
                <a:lnTo>
                  <a:pt x="139" y="858"/>
                </a:lnTo>
                <a:lnTo>
                  <a:pt x="139" y="857"/>
                </a:lnTo>
                <a:lnTo>
                  <a:pt x="138" y="857"/>
                </a:lnTo>
                <a:lnTo>
                  <a:pt x="138" y="856"/>
                </a:lnTo>
                <a:lnTo>
                  <a:pt x="138" y="855"/>
                </a:lnTo>
                <a:lnTo>
                  <a:pt x="137" y="855"/>
                </a:lnTo>
                <a:lnTo>
                  <a:pt x="137" y="854"/>
                </a:lnTo>
                <a:lnTo>
                  <a:pt x="136" y="854"/>
                </a:lnTo>
                <a:lnTo>
                  <a:pt x="136" y="852"/>
                </a:lnTo>
                <a:lnTo>
                  <a:pt x="136" y="850"/>
                </a:lnTo>
                <a:lnTo>
                  <a:pt x="137" y="850"/>
                </a:lnTo>
                <a:lnTo>
                  <a:pt x="137" y="849"/>
                </a:lnTo>
                <a:lnTo>
                  <a:pt x="137" y="848"/>
                </a:lnTo>
                <a:lnTo>
                  <a:pt x="137" y="847"/>
                </a:lnTo>
                <a:lnTo>
                  <a:pt x="137" y="846"/>
                </a:lnTo>
                <a:lnTo>
                  <a:pt x="138" y="846"/>
                </a:lnTo>
                <a:lnTo>
                  <a:pt x="139" y="844"/>
                </a:lnTo>
                <a:lnTo>
                  <a:pt x="140" y="842"/>
                </a:lnTo>
                <a:lnTo>
                  <a:pt x="141" y="842"/>
                </a:lnTo>
                <a:lnTo>
                  <a:pt x="141" y="841"/>
                </a:lnTo>
                <a:lnTo>
                  <a:pt x="141" y="840"/>
                </a:lnTo>
                <a:lnTo>
                  <a:pt x="140" y="840"/>
                </a:lnTo>
                <a:lnTo>
                  <a:pt x="139" y="839"/>
                </a:lnTo>
                <a:lnTo>
                  <a:pt x="138" y="839"/>
                </a:lnTo>
                <a:lnTo>
                  <a:pt x="138" y="838"/>
                </a:lnTo>
                <a:lnTo>
                  <a:pt x="137" y="838"/>
                </a:lnTo>
                <a:lnTo>
                  <a:pt x="137" y="837"/>
                </a:lnTo>
                <a:lnTo>
                  <a:pt x="136" y="837"/>
                </a:lnTo>
                <a:lnTo>
                  <a:pt x="136" y="838"/>
                </a:lnTo>
                <a:lnTo>
                  <a:pt x="135" y="837"/>
                </a:lnTo>
                <a:lnTo>
                  <a:pt x="134" y="837"/>
                </a:lnTo>
                <a:lnTo>
                  <a:pt x="134" y="836"/>
                </a:lnTo>
                <a:lnTo>
                  <a:pt x="135" y="834"/>
                </a:lnTo>
                <a:lnTo>
                  <a:pt x="136" y="833"/>
                </a:lnTo>
                <a:lnTo>
                  <a:pt x="136" y="832"/>
                </a:lnTo>
                <a:lnTo>
                  <a:pt x="135" y="832"/>
                </a:lnTo>
                <a:lnTo>
                  <a:pt x="135" y="831"/>
                </a:lnTo>
                <a:lnTo>
                  <a:pt x="134" y="831"/>
                </a:lnTo>
                <a:lnTo>
                  <a:pt x="135" y="829"/>
                </a:lnTo>
                <a:lnTo>
                  <a:pt x="135" y="828"/>
                </a:lnTo>
                <a:lnTo>
                  <a:pt x="136" y="828"/>
                </a:lnTo>
                <a:lnTo>
                  <a:pt x="136" y="827"/>
                </a:lnTo>
                <a:lnTo>
                  <a:pt x="135" y="827"/>
                </a:lnTo>
                <a:lnTo>
                  <a:pt x="135" y="826"/>
                </a:lnTo>
                <a:lnTo>
                  <a:pt x="135" y="825"/>
                </a:lnTo>
                <a:lnTo>
                  <a:pt x="135" y="824"/>
                </a:lnTo>
                <a:lnTo>
                  <a:pt x="136" y="824"/>
                </a:lnTo>
                <a:lnTo>
                  <a:pt x="135" y="824"/>
                </a:lnTo>
                <a:lnTo>
                  <a:pt x="135" y="823"/>
                </a:lnTo>
                <a:lnTo>
                  <a:pt x="135" y="822"/>
                </a:lnTo>
                <a:lnTo>
                  <a:pt x="134" y="821"/>
                </a:lnTo>
                <a:lnTo>
                  <a:pt x="133" y="820"/>
                </a:lnTo>
                <a:lnTo>
                  <a:pt x="132" y="819"/>
                </a:lnTo>
                <a:lnTo>
                  <a:pt x="131" y="818"/>
                </a:lnTo>
                <a:lnTo>
                  <a:pt x="130" y="817"/>
                </a:lnTo>
                <a:lnTo>
                  <a:pt x="129" y="817"/>
                </a:lnTo>
                <a:lnTo>
                  <a:pt x="129" y="816"/>
                </a:lnTo>
                <a:lnTo>
                  <a:pt x="127" y="815"/>
                </a:lnTo>
                <a:lnTo>
                  <a:pt x="125" y="814"/>
                </a:lnTo>
                <a:lnTo>
                  <a:pt x="124" y="814"/>
                </a:lnTo>
                <a:lnTo>
                  <a:pt x="124" y="815"/>
                </a:lnTo>
                <a:lnTo>
                  <a:pt x="123" y="816"/>
                </a:lnTo>
                <a:lnTo>
                  <a:pt x="122" y="817"/>
                </a:lnTo>
                <a:lnTo>
                  <a:pt x="122" y="818"/>
                </a:lnTo>
                <a:lnTo>
                  <a:pt x="122" y="819"/>
                </a:lnTo>
                <a:lnTo>
                  <a:pt x="121" y="819"/>
                </a:lnTo>
                <a:lnTo>
                  <a:pt x="120" y="818"/>
                </a:lnTo>
                <a:lnTo>
                  <a:pt x="120" y="819"/>
                </a:lnTo>
                <a:lnTo>
                  <a:pt x="121" y="821"/>
                </a:lnTo>
                <a:lnTo>
                  <a:pt x="122" y="821"/>
                </a:lnTo>
                <a:lnTo>
                  <a:pt x="122" y="823"/>
                </a:lnTo>
                <a:lnTo>
                  <a:pt x="121" y="823"/>
                </a:lnTo>
                <a:lnTo>
                  <a:pt x="120" y="823"/>
                </a:lnTo>
                <a:lnTo>
                  <a:pt x="118" y="823"/>
                </a:lnTo>
                <a:lnTo>
                  <a:pt x="116" y="823"/>
                </a:lnTo>
                <a:lnTo>
                  <a:pt x="115" y="822"/>
                </a:lnTo>
                <a:lnTo>
                  <a:pt x="115" y="823"/>
                </a:lnTo>
                <a:lnTo>
                  <a:pt x="114" y="825"/>
                </a:lnTo>
                <a:lnTo>
                  <a:pt x="114" y="824"/>
                </a:lnTo>
                <a:lnTo>
                  <a:pt x="113" y="824"/>
                </a:lnTo>
                <a:lnTo>
                  <a:pt x="113" y="825"/>
                </a:lnTo>
                <a:lnTo>
                  <a:pt x="113" y="827"/>
                </a:lnTo>
                <a:lnTo>
                  <a:pt x="113" y="828"/>
                </a:lnTo>
                <a:lnTo>
                  <a:pt x="113" y="829"/>
                </a:lnTo>
                <a:lnTo>
                  <a:pt x="110" y="830"/>
                </a:lnTo>
                <a:lnTo>
                  <a:pt x="109" y="830"/>
                </a:lnTo>
                <a:lnTo>
                  <a:pt x="108" y="829"/>
                </a:lnTo>
                <a:lnTo>
                  <a:pt x="107" y="829"/>
                </a:lnTo>
                <a:lnTo>
                  <a:pt x="106" y="830"/>
                </a:lnTo>
                <a:lnTo>
                  <a:pt x="105" y="830"/>
                </a:lnTo>
                <a:lnTo>
                  <a:pt x="104" y="830"/>
                </a:lnTo>
                <a:lnTo>
                  <a:pt x="101" y="831"/>
                </a:lnTo>
                <a:lnTo>
                  <a:pt x="101" y="830"/>
                </a:lnTo>
                <a:lnTo>
                  <a:pt x="101" y="829"/>
                </a:lnTo>
                <a:lnTo>
                  <a:pt x="102" y="828"/>
                </a:lnTo>
                <a:lnTo>
                  <a:pt x="102" y="827"/>
                </a:lnTo>
                <a:lnTo>
                  <a:pt x="101" y="826"/>
                </a:lnTo>
                <a:lnTo>
                  <a:pt x="102" y="826"/>
                </a:lnTo>
                <a:lnTo>
                  <a:pt x="102" y="825"/>
                </a:lnTo>
                <a:lnTo>
                  <a:pt x="103" y="824"/>
                </a:lnTo>
                <a:lnTo>
                  <a:pt x="103" y="822"/>
                </a:lnTo>
                <a:lnTo>
                  <a:pt x="103" y="820"/>
                </a:lnTo>
                <a:lnTo>
                  <a:pt x="103" y="819"/>
                </a:lnTo>
                <a:lnTo>
                  <a:pt x="104" y="818"/>
                </a:lnTo>
                <a:lnTo>
                  <a:pt x="104" y="817"/>
                </a:lnTo>
                <a:lnTo>
                  <a:pt x="103" y="817"/>
                </a:lnTo>
                <a:lnTo>
                  <a:pt x="103" y="815"/>
                </a:lnTo>
                <a:lnTo>
                  <a:pt x="104" y="815"/>
                </a:lnTo>
                <a:lnTo>
                  <a:pt x="104" y="814"/>
                </a:lnTo>
                <a:lnTo>
                  <a:pt x="105" y="814"/>
                </a:lnTo>
                <a:lnTo>
                  <a:pt x="105" y="813"/>
                </a:lnTo>
                <a:lnTo>
                  <a:pt x="104" y="812"/>
                </a:lnTo>
                <a:lnTo>
                  <a:pt x="103" y="811"/>
                </a:lnTo>
                <a:lnTo>
                  <a:pt x="104" y="810"/>
                </a:lnTo>
                <a:lnTo>
                  <a:pt x="103" y="809"/>
                </a:lnTo>
                <a:lnTo>
                  <a:pt x="102" y="808"/>
                </a:lnTo>
                <a:lnTo>
                  <a:pt x="100" y="809"/>
                </a:lnTo>
                <a:lnTo>
                  <a:pt x="98" y="808"/>
                </a:lnTo>
                <a:lnTo>
                  <a:pt x="97" y="807"/>
                </a:lnTo>
                <a:lnTo>
                  <a:pt x="96" y="807"/>
                </a:lnTo>
                <a:lnTo>
                  <a:pt x="96" y="808"/>
                </a:lnTo>
                <a:lnTo>
                  <a:pt x="95" y="808"/>
                </a:lnTo>
                <a:lnTo>
                  <a:pt x="95" y="807"/>
                </a:lnTo>
                <a:lnTo>
                  <a:pt x="94" y="807"/>
                </a:lnTo>
                <a:lnTo>
                  <a:pt x="93" y="806"/>
                </a:lnTo>
                <a:lnTo>
                  <a:pt x="92" y="805"/>
                </a:lnTo>
                <a:lnTo>
                  <a:pt x="92" y="804"/>
                </a:lnTo>
                <a:lnTo>
                  <a:pt x="92" y="803"/>
                </a:lnTo>
                <a:lnTo>
                  <a:pt x="92" y="802"/>
                </a:lnTo>
                <a:lnTo>
                  <a:pt x="91" y="802"/>
                </a:lnTo>
                <a:lnTo>
                  <a:pt x="91" y="801"/>
                </a:lnTo>
                <a:lnTo>
                  <a:pt x="90" y="801"/>
                </a:lnTo>
                <a:lnTo>
                  <a:pt x="91" y="801"/>
                </a:lnTo>
                <a:lnTo>
                  <a:pt x="91" y="799"/>
                </a:lnTo>
                <a:lnTo>
                  <a:pt x="91" y="798"/>
                </a:lnTo>
                <a:lnTo>
                  <a:pt x="91" y="797"/>
                </a:lnTo>
                <a:lnTo>
                  <a:pt x="93" y="797"/>
                </a:lnTo>
                <a:lnTo>
                  <a:pt x="94" y="796"/>
                </a:lnTo>
                <a:lnTo>
                  <a:pt x="94" y="795"/>
                </a:lnTo>
                <a:lnTo>
                  <a:pt x="94" y="794"/>
                </a:lnTo>
                <a:lnTo>
                  <a:pt x="94" y="793"/>
                </a:lnTo>
                <a:lnTo>
                  <a:pt x="94" y="792"/>
                </a:lnTo>
                <a:lnTo>
                  <a:pt x="94" y="791"/>
                </a:lnTo>
                <a:lnTo>
                  <a:pt x="94" y="790"/>
                </a:lnTo>
                <a:lnTo>
                  <a:pt x="95" y="790"/>
                </a:lnTo>
                <a:lnTo>
                  <a:pt x="95" y="789"/>
                </a:lnTo>
                <a:lnTo>
                  <a:pt x="94" y="788"/>
                </a:lnTo>
                <a:lnTo>
                  <a:pt x="93" y="788"/>
                </a:lnTo>
                <a:lnTo>
                  <a:pt x="92" y="788"/>
                </a:lnTo>
                <a:lnTo>
                  <a:pt x="92" y="787"/>
                </a:lnTo>
                <a:lnTo>
                  <a:pt x="93" y="786"/>
                </a:lnTo>
                <a:lnTo>
                  <a:pt x="94" y="785"/>
                </a:lnTo>
                <a:lnTo>
                  <a:pt x="93" y="785"/>
                </a:lnTo>
                <a:lnTo>
                  <a:pt x="94" y="784"/>
                </a:lnTo>
                <a:lnTo>
                  <a:pt x="94" y="783"/>
                </a:lnTo>
                <a:lnTo>
                  <a:pt x="95" y="783"/>
                </a:lnTo>
                <a:lnTo>
                  <a:pt x="96" y="783"/>
                </a:lnTo>
                <a:lnTo>
                  <a:pt x="98" y="780"/>
                </a:lnTo>
                <a:lnTo>
                  <a:pt x="98" y="778"/>
                </a:lnTo>
                <a:lnTo>
                  <a:pt x="97" y="778"/>
                </a:lnTo>
                <a:lnTo>
                  <a:pt x="97" y="779"/>
                </a:lnTo>
                <a:lnTo>
                  <a:pt x="96" y="779"/>
                </a:lnTo>
                <a:lnTo>
                  <a:pt x="96" y="778"/>
                </a:lnTo>
                <a:lnTo>
                  <a:pt x="96" y="777"/>
                </a:lnTo>
                <a:lnTo>
                  <a:pt x="97" y="776"/>
                </a:lnTo>
                <a:lnTo>
                  <a:pt x="97" y="775"/>
                </a:lnTo>
                <a:lnTo>
                  <a:pt x="96" y="775"/>
                </a:lnTo>
                <a:lnTo>
                  <a:pt x="96" y="774"/>
                </a:lnTo>
                <a:lnTo>
                  <a:pt x="95" y="774"/>
                </a:lnTo>
                <a:lnTo>
                  <a:pt x="95" y="775"/>
                </a:lnTo>
                <a:lnTo>
                  <a:pt x="95" y="776"/>
                </a:lnTo>
                <a:lnTo>
                  <a:pt x="94" y="777"/>
                </a:lnTo>
                <a:lnTo>
                  <a:pt x="93" y="777"/>
                </a:lnTo>
                <a:lnTo>
                  <a:pt x="92" y="777"/>
                </a:lnTo>
                <a:lnTo>
                  <a:pt x="92" y="776"/>
                </a:lnTo>
                <a:lnTo>
                  <a:pt x="91" y="775"/>
                </a:lnTo>
                <a:lnTo>
                  <a:pt x="90" y="775"/>
                </a:lnTo>
                <a:lnTo>
                  <a:pt x="89" y="774"/>
                </a:lnTo>
                <a:lnTo>
                  <a:pt x="90" y="774"/>
                </a:lnTo>
                <a:lnTo>
                  <a:pt x="91" y="774"/>
                </a:lnTo>
                <a:lnTo>
                  <a:pt x="92" y="774"/>
                </a:lnTo>
                <a:lnTo>
                  <a:pt x="91" y="774"/>
                </a:lnTo>
                <a:lnTo>
                  <a:pt x="91" y="773"/>
                </a:lnTo>
                <a:lnTo>
                  <a:pt x="92" y="773"/>
                </a:lnTo>
                <a:lnTo>
                  <a:pt x="92" y="772"/>
                </a:lnTo>
                <a:lnTo>
                  <a:pt x="93" y="771"/>
                </a:lnTo>
                <a:lnTo>
                  <a:pt x="93" y="769"/>
                </a:lnTo>
                <a:lnTo>
                  <a:pt x="94" y="769"/>
                </a:lnTo>
                <a:lnTo>
                  <a:pt x="93" y="767"/>
                </a:lnTo>
                <a:lnTo>
                  <a:pt x="92" y="767"/>
                </a:lnTo>
                <a:lnTo>
                  <a:pt x="91" y="767"/>
                </a:lnTo>
                <a:lnTo>
                  <a:pt x="91" y="766"/>
                </a:lnTo>
                <a:lnTo>
                  <a:pt x="90" y="766"/>
                </a:lnTo>
                <a:lnTo>
                  <a:pt x="89" y="767"/>
                </a:lnTo>
                <a:lnTo>
                  <a:pt x="88" y="767"/>
                </a:lnTo>
                <a:lnTo>
                  <a:pt x="87" y="767"/>
                </a:lnTo>
                <a:lnTo>
                  <a:pt x="86" y="765"/>
                </a:lnTo>
                <a:lnTo>
                  <a:pt x="86" y="764"/>
                </a:lnTo>
                <a:lnTo>
                  <a:pt x="86" y="763"/>
                </a:lnTo>
                <a:lnTo>
                  <a:pt x="85" y="763"/>
                </a:lnTo>
                <a:lnTo>
                  <a:pt x="85" y="764"/>
                </a:lnTo>
                <a:lnTo>
                  <a:pt x="84" y="764"/>
                </a:lnTo>
                <a:lnTo>
                  <a:pt x="83" y="764"/>
                </a:lnTo>
                <a:lnTo>
                  <a:pt x="82" y="764"/>
                </a:lnTo>
                <a:lnTo>
                  <a:pt x="82" y="763"/>
                </a:lnTo>
                <a:lnTo>
                  <a:pt x="83" y="762"/>
                </a:lnTo>
                <a:lnTo>
                  <a:pt x="84" y="761"/>
                </a:lnTo>
                <a:lnTo>
                  <a:pt x="82" y="760"/>
                </a:lnTo>
                <a:lnTo>
                  <a:pt x="82" y="761"/>
                </a:lnTo>
                <a:lnTo>
                  <a:pt x="82" y="763"/>
                </a:lnTo>
                <a:lnTo>
                  <a:pt x="82" y="764"/>
                </a:lnTo>
                <a:lnTo>
                  <a:pt x="82" y="765"/>
                </a:lnTo>
                <a:lnTo>
                  <a:pt x="81" y="765"/>
                </a:lnTo>
                <a:lnTo>
                  <a:pt x="81" y="766"/>
                </a:lnTo>
                <a:lnTo>
                  <a:pt x="81" y="767"/>
                </a:lnTo>
                <a:lnTo>
                  <a:pt x="82" y="768"/>
                </a:lnTo>
                <a:lnTo>
                  <a:pt x="82" y="769"/>
                </a:lnTo>
                <a:lnTo>
                  <a:pt x="80" y="769"/>
                </a:lnTo>
                <a:lnTo>
                  <a:pt x="80" y="768"/>
                </a:lnTo>
                <a:lnTo>
                  <a:pt x="79" y="768"/>
                </a:lnTo>
                <a:lnTo>
                  <a:pt x="79" y="767"/>
                </a:lnTo>
                <a:lnTo>
                  <a:pt x="78" y="767"/>
                </a:lnTo>
                <a:lnTo>
                  <a:pt x="78" y="768"/>
                </a:lnTo>
                <a:lnTo>
                  <a:pt x="77" y="768"/>
                </a:lnTo>
                <a:lnTo>
                  <a:pt x="76" y="768"/>
                </a:lnTo>
                <a:lnTo>
                  <a:pt x="75" y="768"/>
                </a:lnTo>
                <a:lnTo>
                  <a:pt x="74" y="766"/>
                </a:lnTo>
                <a:lnTo>
                  <a:pt x="75" y="766"/>
                </a:lnTo>
                <a:lnTo>
                  <a:pt x="76" y="766"/>
                </a:lnTo>
                <a:lnTo>
                  <a:pt x="76" y="765"/>
                </a:lnTo>
                <a:lnTo>
                  <a:pt x="76" y="764"/>
                </a:lnTo>
                <a:lnTo>
                  <a:pt x="77" y="764"/>
                </a:lnTo>
                <a:lnTo>
                  <a:pt x="77" y="763"/>
                </a:lnTo>
                <a:lnTo>
                  <a:pt x="77" y="761"/>
                </a:lnTo>
                <a:lnTo>
                  <a:pt x="76" y="760"/>
                </a:lnTo>
                <a:lnTo>
                  <a:pt x="75" y="760"/>
                </a:lnTo>
                <a:lnTo>
                  <a:pt x="75" y="759"/>
                </a:lnTo>
                <a:lnTo>
                  <a:pt x="75" y="757"/>
                </a:lnTo>
                <a:lnTo>
                  <a:pt x="75" y="756"/>
                </a:lnTo>
                <a:lnTo>
                  <a:pt x="73" y="756"/>
                </a:lnTo>
                <a:lnTo>
                  <a:pt x="72" y="756"/>
                </a:lnTo>
                <a:lnTo>
                  <a:pt x="70" y="756"/>
                </a:lnTo>
                <a:lnTo>
                  <a:pt x="70" y="757"/>
                </a:lnTo>
                <a:lnTo>
                  <a:pt x="69" y="757"/>
                </a:lnTo>
                <a:lnTo>
                  <a:pt x="69" y="758"/>
                </a:lnTo>
                <a:lnTo>
                  <a:pt x="70" y="759"/>
                </a:lnTo>
                <a:lnTo>
                  <a:pt x="71" y="759"/>
                </a:lnTo>
                <a:lnTo>
                  <a:pt x="71" y="758"/>
                </a:lnTo>
                <a:lnTo>
                  <a:pt x="72" y="758"/>
                </a:lnTo>
                <a:lnTo>
                  <a:pt x="72" y="759"/>
                </a:lnTo>
                <a:lnTo>
                  <a:pt x="73" y="760"/>
                </a:lnTo>
                <a:lnTo>
                  <a:pt x="74" y="761"/>
                </a:lnTo>
                <a:lnTo>
                  <a:pt x="73" y="761"/>
                </a:lnTo>
                <a:lnTo>
                  <a:pt x="73" y="762"/>
                </a:lnTo>
                <a:lnTo>
                  <a:pt x="73" y="763"/>
                </a:lnTo>
                <a:lnTo>
                  <a:pt x="73" y="764"/>
                </a:lnTo>
                <a:lnTo>
                  <a:pt x="74" y="764"/>
                </a:lnTo>
                <a:lnTo>
                  <a:pt x="74" y="763"/>
                </a:lnTo>
                <a:lnTo>
                  <a:pt x="75" y="764"/>
                </a:lnTo>
                <a:lnTo>
                  <a:pt x="75" y="765"/>
                </a:lnTo>
                <a:lnTo>
                  <a:pt x="74" y="765"/>
                </a:lnTo>
                <a:lnTo>
                  <a:pt x="73" y="765"/>
                </a:lnTo>
                <a:lnTo>
                  <a:pt x="73" y="764"/>
                </a:lnTo>
                <a:lnTo>
                  <a:pt x="72" y="764"/>
                </a:lnTo>
                <a:lnTo>
                  <a:pt x="72" y="763"/>
                </a:lnTo>
                <a:lnTo>
                  <a:pt x="71" y="763"/>
                </a:lnTo>
                <a:lnTo>
                  <a:pt x="70" y="763"/>
                </a:lnTo>
                <a:lnTo>
                  <a:pt x="71" y="764"/>
                </a:lnTo>
                <a:lnTo>
                  <a:pt x="72" y="767"/>
                </a:lnTo>
                <a:lnTo>
                  <a:pt x="72" y="768"/>
                </a:lnTo>
                <a:lnTo>
                  <a:pt x="71" y="767"/>
                </a:lnTo>
                <a:lnTo>
                  <a:pt x="70" y="766"/>
                </a:lnTo>
                <a:lnTo>
                  <a:pt x="69" y="765"/>
                </a:lnTo>
                <a:lnTo>
                  <a:pt x="68" y="765"/>
                </a:lnTo>
                <a:lnTo>
                  <a:pt x="68" y="764"/>
                </a:lnTo>
                <a:lnTo>
                  <a:pt x="68" y="763"/>
                </a:lnTo>
                <a:lnTo>
                  <a:pt x="67" y="762"/>
                </a:lnTo>
                <a:lnTo>
                  <a:pt x="65" y="761"/>
                </a:lnTo>
                <a:lnTo>
                  <a:pt x="64" y="760"/>
                </a:lnTo>
                <a:lnTo>
                  <a:pt x="63" y="760"/>
                </a:lnTo>
                <a:lnTo>
                  <a:pt x="62" y="759"/>
                </a:lnTo>
                <a:lnTo>
                  <a:pt x="61" y="759"/>
                </a:lnTo>
                <a:lnTo>
                  <a:pt x="62" y="758"/>
                </a:lnTo>
                <a:lnTo>
                  <a:pt x="63" y="757"/>
                </a:lnTo>
                <a:lnTo>
                  <a:pt x="63" y="756"/>
                </a:lnTo>
                <a:lnTo>
                  <a:pt x="62" y="755"/>
                </a:lnTo>
                <a:lnTo>
                  <a:pt x="61" y="756"/>
                </a:lnTo>
                <a:lnTo>
                  <a:pt x="60" y="756"/>
                </a:lnTo>
                <a:lnTo>
                  <a:pt x="60" y="757"/>
                </a:lnTo>
                <a:lnTo>
                  <a:pt x="59" y="757"/>
                </a:lnTo>
                <a:lnTo>
                  <a:pt x="57" y="757"/>
                </a:lnTo>
                <a:lnTo>
                  <a:pt x="57" y="756"/>
                </a:lnTo>
                <a:lnTo>
                  <a:pt x="58" y="756"/>
                </a:lnTo>
                <a:lnTo>
                  <a:pt x="58" y="755"/>
                </a:lnTo>
                <a:lnTo>
                  <a:pt x="59" y="755"/>
                </a:lnTo>
                <a:lnTo>
                  <a:pt x="59" y="754"/>
                </a:lnTo>
                <a:lnTo>
                  <a:pt x="58" y="753"/>
                </a:lnTo>
                <a:lnTo>
                  <a:pt x="57" y="753"/>
                </a:lnTo>
                <a:lnTo>
                  <a:pt x="56" y="751"/>
                </a:lnTo>
                <a:lnTo>
                  <a:pt x="56" y="750"/>
                </a:lnTo>
                <a:lnTo>
                  <a:pt x="57" y="749"/>
                </a:lnTo>
                <a:lnTo>
                  <a:pt x="57" y="747"/>
                </a:lnTo>
                <a:lnTo>
                  <a:pt x="57" y="746"/>
                </a:lnTo>
                <a:lnTo>
                  <a:pt x="56" y="746"/>
                </a:lnTo>
                <a:lnTo>
                  <a:pt x="55" y="745"/>
                </a:lnTo>
                <a:lnTo>
                  <a:pt x="55" y="743"/>
                </a:lnTo>
                <a:lnTo>
                  <a:pt x="55" y="742"/>
                </a:lnTo>
                <a:lnTo>
                  <a:pt x="56" y="742"/>
                </a:lnTo>
                <a:lnTo>
                  <a:pt x="56" y="741"/>
                </a:lnTo>
                <a:lnTo>
                  <a:pt x="56" y="740"/>
                </a:lnTo>
                <a:lnTo>
                  <a:pt x="55" y="740"/>
                </a:lnTo>
                <a:lnTo>
                  <a:pt x="55" y="738"/>
                </a:lnTo>
                <a:lnTo>
                  <a:pt x="55" y="737"/>
                </a:lnTo>
                <a:lnTo>
                  <a:pt x="55" y="736"/>
                </a:lnTo>
                <a:lnTo>
                  <a:pt x="55" y="735"/>
                </a:lnTo>
                <a:lnTo>
                  <a:pt x="56" y="735"/>
                </a:lnTo>
                <a:lnTo>
                  <a:pt x="56" y="734"/>
                </a:lnTo>
                <a:lnTo>
                  <a:pt x="54" y="733"/>
                </a:lnTo>
                <a:lnTo>
                  <a:pt x="54" y="732"/>
                </a:lnTo>
                <a:lnTo>
                  <a:pt x="53" y="732"/>
                </a:lnTo>
                <a:lnTo>
                  <a:pt x="53" y="733"/>
                </a:lnTo>
                <a:lnTo>
                  <a:pt x="53" y="732"/>
                </a:lnTo>
                <a:lnTo>
                  <a:pt x="52" y="732"/>
                </a:lnTo>
                <a:lnTo>
                  <a:pt x="51" y="731"/>
                </a:lnTo>
                <a:lnTo>
                  <a:pt x="52" y="731"/>
                </a:lnTo>
                <a:lnTo>
                  <a:pt x="53" y="731"/>
                </a:lnTo>
                <a:lnTo>
                  <a:pt x="54" y="731"/>
                </a:lnTo>
                <a:lnTo>
                  <a:pt x="54" y="730"/>
                </a:lnTo>
                <a:lnTo>
                  <a:pt x="54" y="729"/>
                </a:lnTo>
                <a:lnTo>
                  <a:pt x="53" y="729"/>
                </a:lnTo>
                <a:lnTo>
                  <a:pt x="53" y="728"/>
                </a:lnTo>
                <a:lnTo>
                  <a:pt x="53" y="727"/>
                </a:lnTo>
                <a:lnTo>
                  <a:pt x="52" y="726"/>
                </a:lnTo>
                <a:lnTo>
                  <a:pt x="52" y="725"/>
                </a:lnTo>
                <a:lnTo>
                  <a:pt x="52" y="724"/>
                </a:lnTo>
                <a:lnTo>
                  <a:pt x="51" y="724"/>
                </a:lnTo>
                <a:lnTo>
                  <a:pt x="50" y="724"/>
                </a:lnTo>
                <a:lnTo>
                  <a:pt x="49" y="724"/>
                </a:lnTo>
                <a:lnTo>
                  <a:pt x="48" y="723"/>
                </a:lnTo>
                <a:lnTo>
                  <a:pt x="47" y="724"/>
                </a:lnTo>
                <a:lnTo>
                  <a:pt x="47" y="723"/>
                </a:lnTo>
                <a:lnTo>
                  <a:pt x="47" y="722"/>
                </a:lnTo>
                <a:lnTo>
                  <a:pt x="46" y="722"/>
                </a:lnTo>
                <a:lnTo>
                  <a:pt x="46" y="721"/>
                </a:lnTo>
                <a:lnTo>
                  <a:pt x="45" y="721"/>
                </a:lnTo>
                <a:lnTo>
                  <a:pt x="45" y="722"/>
                </a:lnTo>
                <a:lnTo>
                  <a:pt x="43" y="722"/>
                </a:lnTo>
                <a:lnTo>
                  <a:pt x="41" y="723"/>
                </a:lnTo>
                <a:lnTo>
                  <a:pt x="40" y="723"/>
                </a:lnTo>
                <a:lnTo>
                  <a:pt x="39" y="724"/>
                </a:lnTo>
                <a:lnTo>
                  <a:pt x="40" y="725"/>
                </a:lnTo>
                <a:lnTo>
                  <a:pt x="38" y="726"/>
                </a:lnTo>
                <a:lnTo>
                  <a:pt x="37" y="726"/>
                </a:lnTo>
                <a:lnTo>
                  <a:pt x="37" y="727"/>
                </a:lnTo>
                <a:lnTo>
                  <a:pt x="37" y="728"/>
                </a:lnTo>
                <a:lnTo>
                  <a:pt x="38" y="728"/>
                </a:lnTo>
                <a:lnTo>
                  <a:pt x="38" y="729"/>
                </a:lnTo>
                <a:lnTo>
                  <a:pt x="37" y="729"/>
                </a:lnTo>
                <a:lnTo>
                  <a:pt x="36" y="730"/>
                </a:lnTo>
                <a:lnTo>
                  <a:pt x="36" y="731"/>
                </a:lnTo>
                <a:lnTo>
                  <a:pt x="35" y="731"/>
                </a:lnTo>
                <a:lnTo>
                  <a:pt x="35" y="732"/>
                </a:lnTo>
                <a:lnTo>
                  <a:pt x="34" y="732"/>
                </a:lnTo>
                <a:lnTo>
                  <a:pt x="33" y="732"/>
                </a:lnTo>
                <a:lnTo>
                  <a:pt x="33" y="733"/>
                </a:lnTo>
                <a:lnTo>
                  <a:pt x="32" y="734"/>
                </a:lnTo>
                <a:lnTo>
                  <a:pt x="31" y="735"/>
                </a:lnTo>
                <a:lnTo>
                  <a:pt x="30" y="738"/>
                </a:lnTo>
                <a:lnTo>
                  <a:pt x="31" y="738"/>
                </a:lnTo>
                <a:lnTo>
                  <a:pt x="30" y="739"/>
                </a:lnTo>
                <a:lnTo>
                  <a:pt x="28" y="742"/>
                </a:lnTo>
                <a:lnTo>
                  <a:pt x="28" y="743"/>
                </a:lnTo>
                <a:lnTo>
                  <a:pt x="28" y="744"/>
                </a:lnTo>
                <a:lnTo>
                  <a:pt x="29" y="744"/>
                </a:lnTo>
                <a:lnTo>
                  <a:pt x="29" y="745"/>
                </a:lnTo>
                <a:lnTo>
                  <a:pt x="32" y="745"/>
                </a:lnTo>
                <a:lnTo>
                  <a:pt x="33" y="746"/>
                </a:lnTo>
                <a:lnTo>
                  <a:pt x="33" y="747"/>
                </a:lnTo>
                <a:lnTo>
                  <a:pt x="32" y="748"/>
                </a:lnTo>
                <a:lnTo>
                  <a:pt x="31" y="748"/>
                </a:lnTo>
                <a:lnTo>
                  <a:pt x="30" y="749"/>
                </a:lnTo>
                <a:lnTo>
                  <a:pt x="29" y="750"/>
                </a:lnTo>
                <a:lnTo>
                  <a:pt x="28" y="750"/>
                </a:lnTo>
                <a:lnTo>
                  <a:pt x="28" y="749"/>
                </a:lnTo>
                <a:lnTo>
                  <a:pt x="27" y="749"/>
                </a:lnTo>
                <a:lnTo>
                  <a:pt x="26" y="750"/>
                </a:lnTo>
                <a:lnTo>
                  <a:pt x="25" y="750"/>
                </a:lnTo>
                <a:lnTo>
                  <a:pt x="24" y="750"/>
                </a:lnTo>
                <a:lnTo>
                  <a:pt x="24" y="751"/>
                </a:lnTo>
                <a:lnTo>
                  <a:pt x="25" y="751"/>
                </a:lnTo>
                <a:lnTo>
                  <a:pt x="26" y="751"/>
                </a:lnTo>
                <a:lnTo>
                  <a:pt x="27" y="751"/>
                </a:lnTo>
                <a:lnTo>
                  <a:pt x="27" y="752"/>
                </a:lnTo>
                <a:lnTo>
                  <a:pt x="26" y="753"/>
                </a:lnTo>
                <a:lnTo>
                  <a:pt x="26" y="754"/>
                </a:lnTo>
                <a:lnTo>
                  <a:pt x="25" y="754"/>
                </a:lnTo>
                <a:lnTo>
                  <a:pt x="26" y="755"/>
                </a:lnTo>
                <a:lnTo>
                  <a:pt x="25" y="755"/>
                </a:lnTo>
                <a:lnTo>
                  <a:pt x="24" y="754"/>
                </a:lnTo>
                <a:lnTo>
                  <a:pt x="23" y="753"/>
                </a:lnTo>
                <a:lnTo>
                  <a:pt x="22" y="752"/>
                </a:lnTo>
                <a:lnTo>
                  <a:pt x="21" y="752"/>
                </a:lnTo>
                <a:lnTo>
                  <a:pt x="21" y="751"/>
                </a:lnTo>
                <a:lnTo>
                  <a:pt x="20" y="751"/>
                </a:lnTo>
                <a:lnTo>
                  <a:pt x="19" y="751"/>
                </a:lnTo>
                <a:lnTo>
                  <a:pt x="18" y="751"/>
                </a:lnTo>
                <a:lnTo>
                  <a:pt x="18" y="750"/>
                </a:lnTo>
                <a:lnTo>
                  <a:pt x="18" y="749"/>
                </a:lnTo>
                <a:lnTo>
                  <a:pt x="17" y="749"/>
                </a:lnTo>
                <a:lnTo>
                  <a:pt x="16" y="749"/>
                </a:lnTo>
                <a:lnTo>
                  <a:pt x="15" y="749"/>
                </a:lnTo>
                <a:lnTo>
                  <a:pt x="14" y="749"/>
                </a:lnTo>
                <a:lnTo>
                  <a:pt x="13" y="749"/>
                </a:lnTo>
                <a:lnTo>
                  <a:pt x="13" y="748"/>
                </a:lnTo>
                <a:lnTo>
                  <a:pt x="14" y="747"/>
                </a:lnTo>
                <a:lnTo>
                  <a:pt x="13" y="746"/>
                </a:lnTo>
                <a:lnTo>
                  <a:pt x="13" y="745"/>
                </a:lnTo>
                <a:lnTo>
                  <a:pt x="14" y="745"/>
                </a:lnTo>
                <a:lnTo>
                  <a:pt x="14" y="744"/>
                </a:lnTo>
                <a:lnTo>
                  <a:pt x="15" y="743"/>
                </a:lnTo>
                <a:lnTo>
                  <a:pt x="14" y="741"/>
                </a:lnTo>
                <a:lnTo>
                  <a:pt x="13" y="741"/>
                </a:lnTo>
                <a:lnTo>
                  <a:pt x="12" y="741"/>
                </a:lnTo>
                <a:lnTo>
                  <a:pt x="12" y="742"/>
                </a:lnTo>
                <a:lnTo>
                  <a:pt x="11" y="742"/>
                </a:lnTo>
                <a:lnTo>
                  <a:pt x="10" y="742"/>
                </a:lnTo>
                <a:lnTo>
                  <a:pt x="10" y="741"/>
                </a:lnTo>
                <a:lnTo>
                  <a:pt x="9" y="740"/>
                </a:lnTo>
                <a:lnTo>
                  <a:pt x="9" y="739"/>
                </a:lnTo>
                <a:lnTo>
                  <a:pt x="10" y="737"/>
                </a:lnTo>
                <a:lnTo>
                  <a:pt x="10" y="736"/>
                </a:lnTo>
                <a:lnTo>
                  <a:pt x="11" y="735"/>
                </a:lnTo>
                <a:lnTo>
                  <a:pt x="10" y="733"/>
                </a:lnTo>
                <a:lnTo>
                  <a:pt x="9" y="733"/>
                </a:lnTo>
                <a:lnTo>
                  <a:pt x="8" y="732"/>
                </a:lnTo>
                <a:lnTo>
                  <a:pt x="7" y="732"/>
                </a:lnTo>
                <a:lnTo>
                  <a:pt x="7" y="731"/>
                </a:lnTo>
                <a:lnTo>
                  <a:pt x="7" y="729"/>
                </a:lnTo>
                <a:lnTo>
                  <a:pt x="6" y="729"/>
                </a:lnTo>
                <a:lnTo>
                  <a:pt x="5" y="729"/>
                </a:lnTo>
                <a:lnTo>
                  <a:pt x="5" y="730"/>
                </a:lnTo>
                <a:lnTo>
                  <a:pt x="5" y="731"/>
                </a:lnTo>
                <a:lnTo>
                  <a:pt x="5" y="733"/>
                </a:lnTo>
                <a:lnTo>
                  <a:pt x="5" y="734"/>
                </a:lnTo>
                <a:lnTo>
                  <a:pt x="3" y="734"/>
                </a:lnTo>
                <a:lnTo>
                  <a:pt x="2" y="734"/>
                </a:lnTo>
                <a:lnTo>
                  <a:pt x="2" y="733"/>
                </a:lnTo>
                <a:lnTo>
                  <a:pt x="1" y="733"/>
                </a:lnTo>
                <a:lnTo>
                  <a:pt x="0" y="733"/>
                </a:lnTo>
                <a:lnTo>
                  <a:pt x="0" y="732"/>
                </a:lnTo>
                <a:lnTo>
                  <a:pt x="1" y="730"/>
                </a:lnTo>
                <a:lnTo>
                  <a:pt x="1" y="729"/>
                </a:lnTo>
                <a:lnTo>
                  <a:pt x="1" y="728"/>
                </a:lnTo>
                <a:lnTo>
                  <a:pt x="2" y="728"/>
                </a:lnTo>
                <a:lnTo>
                  <a:pt x="3" y="727"/>
                </a:lnTo>
                <a:lnTo>
                  <a:pt x="3" y="726"/>
                </a:lnTo>
                <a:lnTo>
                  <a:pt x="4" y="725"/>
                </a:lnTo>
                <a:lnTo>
                  <a:pt x="4" y="724"/>
                </a:lnTo>
                <a:lnTo>
                  <a:pt x="5" y="724"/>
                </a:lnTo>
                <a:lnTo>
                  <a:pt x="6" y="725"/>
                </a:lnTo>
                <a:lnTo>
                  <a:pt x="7" y="725"/>
                </a:lnTo>
                <a:lnTo>
                  <a:pt x="8" y="724"/>
                </a:lnTo>
                <a:lnTo>
                  <a:pt x="8" y="723"/>
                </a:lnTo>
                <a:lnTo>
                  <a:pt x="9" y="723"/>
                </a:lnTo>
                <a:lnTo>
                  <a:pt x="10" y="722"/>
                </a:lnTo>
                <a:lnTo>
                  <a:pt x="10" y="721"/>
                </a:lnTo>
                <a:lnTo>
                  <a:pt x="10" y="720"/>
                </a:lnTo>
                <a:lnTo>
                  <a:pt x="11" y="720"/>
                </a:lnTo>
                <a:lnTo>
                  <a:pt x="12" y="720"/>
                </a:lnTo>
                <a:lnTo>
                  <a:pt x="13" y="720"/>
                </a:lnTo>
                <a:lnTo>
                  <a:pt x="14" y="721"/>
                </a:lnTo>
                <a:lnTo>
                  <a:pt x="15" y="721"/>
                </a:lnTo>
                <a:lnTo>
                  <a:pt x="15" y="722"/>
                </a:lnTo>
                <a:lnTo>
                  <a:pt x="16" y="722"/>
                </a:lnTo>
                <a:lnTo>
                  <a:pt x="16" y="723"/>
                </a:lnTo>
                <a:lnTo>
                  <a:pt x="17" y="723"/>
                </a:lnTo>
                <a:lnTo>
                  <a:pt x="18" y="723"/>
                </a:lnTo>
                <a:lnTo>
                  <a:pt x="19" y="723"/>
                </a:lnTo>
                <a:lnTo>
                  <a:pt x="19" y="722"/>
                </a:lnTo>
                <a:lnTo>
                  <a:pt x="20" y="722"/>
                </a:lnTo>
                <a:lnTo>
                  <a:pt x="21" y="722"/>
                </a:lnTo>
                <a:lnTo>
                  <a:pt x="22" y="722"/>
                </a:lnTo>
                <a:lnTo>
                  <a:pt x="23" y="720"/>
                </a:lnTo>
                <a:lnTo>
                  <a:pt x="24" y="718"/>
                </a:lnTo>
                <a:lnTo>
                  <a:pt x="25" y="718"/>
                </a:lnTo>
                <a:lnTo>
                  <a:pt x="25" y="720"/>
                </a:lnTo>
                <a:lnTo>
                  <a:pt x="25" y="721"/>
                </a:lnTo>
                <a:lnTo>
                  <a:pt x="26" y="722"/>
                </a:lnTo>
                <a:lnTo>
                  <a:pt x="28" y="722"/>
                </a:lnTo>
                <a:lnTo>
                  <a:pt x="27" y="721"/>
                </a:lnTo>
                <a:lnTo>
                  <a:pt x="27" y="720"/>
                </a:lnTo>
                <a:lnTo>
                  <a:pt x="26" y="718"/>
                </a:lnTo>
                <a:lnTo>
                  <a:pt x="27" y="718"/>
                </a:lnTo>
                <a:lnTo>
                  <a:pt x="27" y="717"/>
                </a:lnTo>
                <a:lnTo>
                  <a:pt x="27" y="716"/>
                </a:lnTo>
                <a:lnTo>
                  <a:pt x="27" y="714"/>
                </a:lnTo>
                <a:lnTo>
                  <a:pt x="27" y="713"/>
                </a:lnTo>
                <a:lnTo>
                  <a:pt x="27" y="712"/>
                </a:lnTo>
                <a:lnTo>
                  <a:pt x="27" y="711"/>
                </a:lnTo>
                <a:lnTo>
                  <a:pt x="26" y="711"/>
                </a:lnTo>
                <a:lnTo>
                  <a:pt x="26" y="710"/>
                </a:lnTo>
                <a:lnTo>
                  <a:pt x="26" y="709"/>
                </a:lnTo>
                <a:lnTo>
                  <a:pt x="26" y="708"/>
                </a:lnTo>
                <a:lnTo>
                  <a:pt x="27" y="706"/>
                </a:lnTo>
                <a:lnTo>
                  <a:pt x="27" y="705"/>
                </a:lnTo>
                <a:lnTo>
                  <a:pt x="27" y="704"/>
                </a:lnTo>
                <a:lnTo>
                  <a:pt x="28" y="703"/>
                </a:lnTo>
                <a:lnTo>
                  <a:pt x="28" y="702"/>
                </a:lnTo>
                <a:lnTo>
                  <a:pt x="29" y="700"/>
                </a:lnTo>
                <a:lnTo>
                  <a:pt x="29" y="699"/>
                </a:lnTo>
                <a:lnTo>
                  <a:pt x="29" y="698"/>
                </a:lnTo>
                <a:lnTo>
                  <a:pt x="30" y="697"/>
                </a:lnTo>
                <a:lnTo>
                  <a:pt x="31" y="699"/>
                </a:lnTo>
                <a:lnTo>
                  <a:pt x="32" y="699"/>
                </a:lnTo>
                <a:lnTo>
                  <a:pt x="32" y="698"/>
                </a:lnTo>
                <a:lnTo>
                  <a:pt x="31" y="698"/>
                </a:lnTo>
                <a:lnTo>
                  <a:pt x="30" y="696"/>
                </a:lnTo>
                <a:lnTo>
                  <a:pt x="30" y="695"/>
                </a:lnTo>
                <a:lnTo>
                  <a:pt x="29" y="695"/>
                </a:lnTo>
                <a:lnTo>
                  <a:pt x="29" y="694"/>
                </a:lnTo>
                <a:lnTo>
                  <a:pt x="28" y="693"/>
                </a:lnTo>
                <a:lnTo>
                  <a:pt x="27" y="693"/>
                </a:lnTo>
                <a:lnTo>
                  <a:pt x="27" y="692"/>
                </a:lnTo>
                <a:lnTo>
                  <a:pt x="27" y="686"/>
                </a:lnTo>
                <a:lnTo>
                  <a:pt x="28" y="685"/>
                </a:lnTo>
                <a:lnTo>
                  <a:pt x="28" y="684"/>
                </a:lnTo>
                <a:lnTo>
                  <a:pt x="28" y="683"/>
                </a:lnTo>
                <a:lnTo>
                  <a:pt x="27" y="683"/>
                </a:lnTo>
                <a:lnTo>
                  <a:pt x="27" y="682"/>
                </a:lnTo>
                <a:lnTo>
                  <a:pt x="26" y="682"/>
                </a:lnTo>
                <a:lnTo>
                  <a:pt x="26" y="683"/>
                </a:lnTo>
                <a:lnTo>
                  <a:pt x="25" y="683"/>
                </a:lnTo>
                <a:lnTo>
                  <a:pt x="25" y="684"/>
                </a:lnTo>
                <a:lnTo>
                  <a:pt x="24" y="683"/>
                </a:lnTo>
                <a:lnTo>
                  <a:pt x="25" y="680"/>
                </a:lnTo>
                <a:lnTo>
                  <a:pt x="26" y="680"/>
                </a:lnTo>
                <a:lnTo>
                  <a:pt x="26" y="679"/>
                </a:lnTo>
                <a:lnTo>
                  <a:pt x="27" y="680"/>
                </a:lnTo>
                <a:lnTo>
                  <a:pt x="27" y="679"/>
                </a:lnTo>
                <a:lnTo>
                  <a:pt x="28" y="678"/>
                </a:lnTo>
                <a:lnTo>
                  <a:pt x="27" y="678"/>
                </a:lnTo>
                <a:lnTo>
                  <a:pt x="28" y="677"/>
                </a:lnTo>
                <a:lnTo>
                  <a:pt x="28" y="676"/>
                </a:lnTo>
                <a:lnTo>
                  <a:pt x="28" y="675"/>
                </a:lnTo>
                <a:lnTo>
                  <a:pt x="29" y="675"/>
                </a:lnTo>
                <a:lnTo>
                  <a:pt x="29" y="674"/>
                </a:lnTo>
                <a:lnTo>
                  <a:pt x="30" y="673"/>
                </a:lnTo>
                <a:lnTo>
                  <a:pt x="30" y="672"/>
                </a:lnTo>
                <a:lnTo>
                  <a:pt x="30" y="671"/>
                </a:lnTo>
                <a:lnTo>
                  <a:pt x="30" y="670"/>
                </a:lnTo>
                <a:lnTo>
                  <a:pt x="31" y="670"/>
                </a:lnTo>
                <a:lnTo>
                  <a:pt x="31" y="669"/>
                </a:lnTo>
                <a:lnTo>
                  <a:pt x="32" y="665"/>
                </a:lnTo>
                <a:lnTo>
                  <a:pt x="33" y="663"/>
                </a:lnTo>
                <a:lnTo>
                  <a:pt x="33" y="662"/>
                </a:lnTo>
                <a:lnTo>
                  <a:pt x="32" y="661"/>
                </a:lnTo>
                <a:lnTo>
                  <a:pt x="31" y="661"/>
                </a:lnTo>
                <a:lnTo>
                  <a:pt x="30" y="661"/>
                </a:lnTo>
                <a:lnTo>
                  <a:pt x="30" y="659"/>
                </a:lnTo>
                <a:lnTo>
                  <a:pt x="31" y="658"/>
                </a:lnTo>
                <a:lnTo>
                  <a:pt x="31" y="656"/>
                </a:lnTo>
                <a:lnTo>
                  <a:pt x="31" y="654"/>
                </a:lnTo>
                <a:lnTo>
                  <a:pt x="32" y="653"/>
                </a:lnTo>
                <a:lnTo>
                  <a:pt x="32" y="651"/>
                </a:lnTo>
                <a:lnTo>
                  <a:pt x="32" y="650"/>
                </a:lnTo>
                <a:lnTo>
                  <a:pt x="32" y="649"/>
                </a:lnTo>
                <a:lnTo>
                  <a:pt x="33" y="648"/>
                </a:lnTo>
                <a:lnTo>
                  <a:pt x="32" y="647"/>
                </a:lnTo>
                <a:lnTo>
                  <a:pt x="33" y="646"/>
                </a:lnTo>
                <a:lnTo>
                  <a:pt x="34" y="645"/>
                </a:lnTo>
                <a:lnTo>
                  <a:pt x="35" y="642"/>
                </a:lnTo>
                <a:lnTo>
                  <a:pt x="35" y="641"/>
                </a:lnTo>
                <a:lnTo>
                  <a:pt x="34" y="642"/>
                </a:lnTo>
                <a:lnTo>
                  <a:pt x="33" y="642"/>
                </a:lnTo>
                <a:lnTo>
                  <a:pt x="32" y="642"/>
                </a:lnTo>
                <a:lnTo>
                  <a:pt x="31" y="642"/>
                </a:lnTo>
                <a:lnTo>
                  <a:pt x="31" y="641"/>
                </a:lnTo>
                <a:lnTo>
                  <a:pt x="32" y="641"/>
                </a:lnTo>
                <a:lnTo>
                  <a:pt x="31" y="640"/>
                </a:lnTo>
                <a:lnTo>
                  <a:pt x="30" y="640"/>
                </a:lnTo>
                <a:lnTo>
                  <a:pt x="29" y="640"/>
                </a:lnTo>
                <a:lnTo>
                  <a:pt x="29" y="639"/>
                </a:lnTo>
                <a:lnTo>
                  <a:pt x="28" y="639"/>
                </a:lnTo>
                <a:lnTo>
                  <a:pt x="28" y="638"/>
                </a:lnTo>
                <a:lnTo>
                  <a:pt x="28" y="637"/>
                </a:lnTo>
                <a:lnTo>
                  <a:pt x="27" y="637"/>
                </a:lnTo>
                <a:lnTo>
                  <a:pt x="26" y="636"/>
                </a:lnTo>
                <a:lnTo>
                  <a:pt x="26" y="635"/>
                </a:lnTo>
                <a:lnTo>
                  <a:pt x="26" y="634"/>
                </a:lnTo>
                <a:lnTo>
                  <a:pt x="24" y="634"/>
                </a:lnTo>
                <a:lnTo>
                  <a:pt x="24" y="633"/>
                </a:lnTo>
                <a:lnTo>
                  <a:pt x="25" y="633"/>
                </a:lnTo>
                <a:lnTo>
                  <a:pt x="25" y="632"/>
                </a:lnTo>
                <a:lnTo>
                  <a:pt x="24" y="631"/>
                </a:lnTo>
                <a:lnTo>
                  <a:pt x="23" y="630"/>
                </a:lnTo>
                <a:lnTo>
                  <a:pt x="22" y="630"/>
                </a:lnTo>
                <a:lnTo>
                  <a:pt x="21" y="630"/>
                </a:lnTo>
                <a:lnTo>
                  <a:pt x="20" y="630"/>
                </a:lnTo>
                <a:lnTo>
                  <a:pt x="20" y="629"/>
                </a:lnTo>
                <a:lnTo>
                  <a:pt x="19" y="628"/>
                </a:lnTo>
                <a:lnTo>
                  <a:pt x="18" y="627"/>
                </a:lnTo>
                <a:lnTo>
                  <a:pt x="17" y="626"/>
                </a:lnTo>
                <a:lnTo>
                  <a:pt x="16" y="625"/>
                </a:lnTo>
                <a:lnTo>
                  <a:pt x="15" y="625"/>
                </a:lnTo>
                <a:lnTo>
                  <a:pt x="15" y="624"/>
                </a:lnTo>
                <a:lnTo>
                  <a:pt x="14" y="624"/>
                </a:lnTo>
                <a:lnTo>
                  <a:pt x="14" y="622"/>
                </a:lnTo>
                <a:lnTo>
                  <a:pt x="13" y="621"/>
                </a:lnTo>
                <a:lnTo>
                  <a:pt x="12" y="621"/>
                </a:lnTo>
                <a:lnTo>
                  <a:pt x="11" y="622"/>
                </a:lnTo>
                <a:lnTo>
                  <a:pt x="9" y="622"/>
                </a:lnTo>
                <a:lnTo>
                  <a:pt x="8" y="622"/>
                </a:lnTo>
                <a:lnTo>
                  <a:pt x="7" y="621"/>
                </a:lnTo>
                <a:lnTo>
                  <a:pt x="6" y="620"/>
                </a:lnTo>
                <a:lnTo>
                  <a:pt x="5" y="619"/>
                </a:lnTo>
                <a:lnTo>
                  <a:pt x="3" y="618"/>
                </a:lnTo>
                <a:lnTo>
                  <a:pt x="2" y="615"/>
                </a:lnTo>
                <a:lnTo>
                  <a:pt x="3" y="614"/>
                </a:lnTo>
                <a:lnTo>
                  <a:pt x="3" y="615"/>
                </a:lnTo>
                <a:lnTo>
                  <a:pt x="4" y="615"/>
                </a:lnTo>
                <a:lnTo>
                  <a:pt x="6" y="614"/>
                </a:lnTo>
                <a:lnTo>
                  <a:pt x="6" y="613"/>
                </a:lnTo>
                <a:lnTo>
                  <a:pt x="6" y="612"/>
                </a:lnTo>
                <a:lnTo>
                  <a:pt x="6" y="611"/>
                </a:lnTo>
                <a:lnTo>
                  <a:pt x="6" y="610"/>
                </a:lnTo>
                <a:lnTo>
                  <a:pt x="7" y="610"/>
                </a:lnTo>
                <a:lnTo>
                  <a:pt x="7" y="609"/>
                </a:lnTo>
                <a:lnTo>
                  <a:pt x="6" y="607"/>
                </a:lnTo>
                <a:lnTo>
                  <a:pt x="5" y="607"/>
                </a:lnTo>
                <a:lnTo>
                  <a:pt x="5" y="606"/>
                </a:lnTo>
                <a:lnTo>
                  <a:pt x="4" y="607"/>
                </a:lnTo>
                <a:lnTo>
                  <a:pt x="4" y="606"/>
                </a:lnTo>
                <a:lnTo>
                  <a:pt x="4" y="605"/>
                </a:lnTo>
                <a:lnTo>
                  <a:pt x="4" y="604"/>
                </a:lnTo>
                <a:lnTo>
                  <a:pt x="4" y="603"/>
                </a:lnTo>
                <a:lnTo>
                  <a:pt x="5" y="603"/>
                </a:lnTo>
                <a:lnTo>
                  <a:pt x="5" y="602"/>
                </a:lnTo>
                <a:lnTo>
                  <a:pt x="5" y="600"/>
                </a:lnTo>
                <a:lnTo>
                  <a:pt x="5" y="599"/>
                </a:lnTo>
                <a:lnTo>
                  <a:pt x="5" y="598"/>
                </a:lnTo>
                <a:lnTo>
                  <a:pt x="5" y="597"/>
                </a:lnTo>
                <a:lnTo>
                  <a:pt x="4" y="597"/>
                </a:lnTo>
                <a:lnTo>
                  <a:pt x="4" y="596"/>
                </a:lnTo>
                <a:lnTo>
                  <a:pt x="4" y="595"/>
                </a:lnTo>
                <a:lnTo>
                  <a:pt x="5" y="594"/>
                </a:lnTo>
                <a:lnTo>
                  <a:pt x="5" y="593"/>
                </a:lnTo>
                <a:lnTo>
                  <a:pt x="6" y="593"/>
                </a:lnTo>
                <a:lnTo>
                  <a:pt x="7" y="593"/>
                </a:lnTo>
                <a:lnTo>
                  <a:pt x="8" y="593"/>
                </a:lnTo>
                <a:lnTo>
                  <a:pt x="8" y="594"/>
                </a:lnTo>
                <a:lnTo>
                  <a:pt x="9" y="594"/>
                </a:lnTo>
                <a:lnTo>
                  <a:pt x="9" y="593"/>
                </a:lnTo>
                <a:lnTo>
                  <a:pt x="10" y="592"/>
                </a:lnTo>
                <a:lnTo>
                  <a:pt x="11" y="592"/>
                </a:lnTo>
                <a:lnTo>
                  <a:pt x="11" y="593"/>
                </a:lnTo>
                <a:lnTo>
                  <a:pt x="12" y="593"/>
                </a:lnTo>
                <a:lnTo>
                  <a:pt x="13" y="593"/>
                </a:lnTo>
                <a:lnTo>
                  <a:pt x="13" y="594"/>
                </a:lnTo>
                <a:lnTo>
                  <a:pt x="14" y="594"/>
                </a:lnTo>
                <a:lnTo>
                  <a:pt x="16" y="593"/>
                </a:lnTo>
                <a:lnTo>
                  <a:pt x="16" y="592"/>
                </a:lnTo>
                <a:lnTo>
                  <a:pt x="16" y="591"/>
                </a:lnTo>
                <a:lnTo>
                  <a:pt x="17" y="590"/>
                </a:lnTo>
                <a:lnTo>
                  <a:pt x="18" y="590"/>
                </a:lnTo>
                <a:lnTo>
                  <a:pt x="21" y="590"/>
                </a:lnTo>
                <a:lnTo>
                  <a:pt x="21" y="591"/>
                </a:lnTo>
                <a:lnTo>
                  <a:pt x="22" y="591"/>
                </a:lnTo>
                <a:lnTo>
                  <a:pt x="23" y="592"/>
                </a:lnTo>
                <a:lnTo>
                  <a:pt x="24" y="593"/>
                </a:lnTo>
                <a:lnTo>
                  <a:pt x="25" y="593"/>
                </a:lnTo>
                <a:lnTo>
                  <a:pt x="26" y="593"/>
                </a:lnTo>
                <a:lnTo>
                  <a:pt x="25" y="593"/>
                </a:lnTo>
                <a:lnTo>
                  <a:pt x="25" y="592"/>
                </a:lnTo>
                <a:lnTo>
                  <a:pt x="26" y="592"/>
                </a:lnTo>
                <a:lnTo>
                  <a:pt x="27" y="592"/>
                </a:lnTo>
                <a:lnTo>
                  <a:pt x="27" y="593"/>
                </a:lnTo>
                <a:lnTo>
                  <a:pt x="28" y="594"/>
                </a:lnTo>
                <a:lnTo>
                  <a:pt x="29" y="594"/>
                </a:lnTo>
                <a:lnTo>
                  <a:pt x="30" y="595"/>
                </a:lnTo>
                <a:lnTo>
                  <a:pt x="30" y="596"/>
                </a:lnTo>
                <a:lnTo>
                  <a:pt x="30" y="597"/>
                </a:lnTo>
                <a:lnTo>
                  <a:pt x="31" y="597"/>
                </a:lnTo>
                <a:lnTo>
                  <a:pt x="31" y="596"/>
                </a:lnTo>
                <a:lnTo>
                  <a:pt x="31" y="595"/>
                </a:lnTo>
                <a:lnTo>
                  <a:pt x="32" y="595"/>
                </a:lnTo>
                <a:lnTo>
                  <a:pt x="33" y="594"/>
                </a:lnTo>
                <a:lnTo>
                  <a:pt x="33" y="593"/>
                </a:lnTo>
                <a:lnTo>
                  <a:pt x="34" y="593"/>
                </a:lnTo>
                <a:lnTo>
                  <a:pt x="35" y="593"/>
                </a:lnTo>
                <a:lnTo>
                  <a:pt x="35" y="592"/>
                </a:lnTo>
                <a:lnTo>
                  <a:pt x="34" y="591"/>
                </a:lnTo>
                <a:lnTo>
                  <a:pt x="35" y="591"/>
                </a:lnTo>
                <a:lnTo>
                  <a:pt x="36" y="591"/>
                </a:lnTo>
                <a:lnTo>
                  <a:pt x="38" y="590"/>
                </a:lnTo>
                <a:lnTo>
                  <a:pt x="38" y="589"/>
                </a:lnTo>
                <a:lnTo>
                  <a:pt x="39" y="589"/>
                </a:lnTo>
                <a:lnTo>
                  <a:pt x="38" y="589"/>
                </a:lnTo>
                <a:lnTo>
                  <a:pt x="37" y="589"/>
                </a:lnTo>
                <a:lnTo>
                  <a:pt x="37" y="588"/>
                </a:lnTo>
                <a:lnTo>
                  <a:pt x="39" y="587"/>
                </a:lnTo>
                <a:lnTo>
                  <a:pt x="40" y="586"/>
                </a:lnTo>
                <a:lnTo>
                  <a:pt x="40" y="585"/>
                </a:lnTo>
                <a:lnTo>
                  <a:pt x="39" y="585"/>
                </a:lnTo>
                <a:lnTo>
                  <a:pt x="40" y="585"/>
                </a:lnTo>
                <a:lnTo>
                  <a:pt x="41" y="584"/>
                </a:lnTo>
                <a:lnTo>
                  <a:pt x="42" y="583"/>
                </a:lnTo>
                <a:lnTo>
                  <a:pt x="43" y="584"/>
                </a:lnTo>
                <a:lnTo>
                  <a:pt x="43" y="585"/>
                </a:lnTo>
                <a:lnTo>
                  <a:pt x="44" y="586"/>
                </a:lnTo>
                <a:lnTo>
                  <a:pt x="44" y="585"/>
                </a:lnTo>
                <a:lnTo>
                  <a:pt x="43" y="584"/>
                </a:lnTo>
                <a:lnTo>
                  <a:pt x="44" y="583"/>
                </a:lnTo>
                <a:lnTo>
                  <a:pt x="44" y="582"/>
                </a:lnTo>
                <a:lnTo>
                  <a:pt x="44" y="580"/>
                </a:lnTo>
                <a:lnTo>
                  <a:pt x="44" y="579"/>
                </a:lnTo>
                <a:lnTo>
                  <a:pt x="45" y="579"/>
                </a:lnTo>
                <a:lnTo>
                  <a:pt x="44" y="579"/>
                </a:lnTo>
                <a:lnTo>
                  <a:pt x="44" y="578"/>
                </a:lnTo>
                <a:lnTo>
                  <a:pt x="43" y="577"/>
                </a:lnTo>
                <a:lnTo>
                  <a:pt x="43" y="575"/>
                </a:lnTo>
                <a:lnTo>
                  <a:pt x="43" y="574"/>
                </a:lnTo>
                <a:lnTo>
                  <a:pt x="43" y="573"/>
                </a:lnTo>
                <a:lnTo>
                  <a:pt x="45" y="572"/>
                </a:lnTo>
                <a:lnTo>
                  <a:pt x="46" y="571"/>
                </a:lnTo>
                <a:lnTo>
                  <a:pt x="47" y="571"/>
                </a:lnTo>
                <a:lnTo>
                  <a:pt x="51" y="571"/>
                </a:lnTo>
                <a:lnTo>
                  <a:pt x="52" y="572"/>
                </a:lnTo>
                <a:lnTo>
                  <a:pt x="52" y="573"/>
                </a:lnTo>
                <a:lnTo>
                  <a:pt x="52" y="575"/>
                </a:lnTo>
                <a:lnTo>
                  <a:pt x="53" y="576"/>
                </a:lnTo>
                <a:lnTo>
                  <a:pt x="53" y="577"/>
                </a:lnTo>
                <a:lnTo>
                  <a:pt x="53" y="579"/>
                </a:lnTo>
                <a:lnTo>
                  <a:pt x="53" y="580"/>
                </a:lnTo>
                <a:lnTo>
                  <a:pt x="55" y="581"/>
                </a:lnTo>
                <a:lnTo>
                  <a:pt x="55" y="582"/>
                </a:lnTo>
                <a:lnTo>
                  <a:pt x="56" y="582"/>
                </a:lnTo>
                <a:lnTo>
                  <a:pt x="56" y="583"/>
                </a:lnTo>
                <a:lnTo>
                  <a:pt x="55" y="584"/>
                </a:lnTo>
                <a:lnTo>
                  <a:pt x="56" y="584"/>
                </a:lnTo>
                <a:lnTo>
                  <a:pt x="56" y="585"/>
                </a:lnTo>
                <a:lnTo>
                  <a:pt x="57" y="586"/>
                </a:lnTo>
                <a:lnTo>
                  <a:pt x="58" y="586"/>
                </a:lnTo>
                <a:lnTo>
                  <a:pt x="58" y="587"/>
                </a:lnTo>
                <a:lnTo>
                  <a:pt x="58" y="588"/>
                </a:lnTo>
                <a:lnTo>
                  <a:pt x="61" y="590"/>
                </a:lnTo>
                <a:lnTo>
                  <a:pt x="62" y="590"/>
                </a:lnTo>
                <a:lnTo>
                  <a:pt x="63" y="590"/>
                </a:lnTo>
                <a:lnTo>
                  <a:pt x="63" y="589"/>
                </a:lnTo>
                <a:lnTo>
                  <a:pt x="63" y="588"/>
                </a:lnTo>
                <a:lnTo>
                  <a:pt x="65" y="588"/>
                </a:lnTo>
                <a:lnTo>
                  <a:pt x="66" y="588"/>
                </a:lnTo>
                <a:lnTo>
                  <a:pt x="68" y="587"/>
                </a:lnTo>
                <a:lnTo>
                  <a:pt x="68" y="586"/>
                </a:lnTo>
                <a:lnTo>
                  <a:pt x="69" y="586"/>
                </a:lnTo>
                <a:lnTo>
                  <a:pt x="70" y="586"/>
                </a:lnTo>
                <a:lnTo>
                  <a:pt x="70" y="587"/>
                </a:lnTo>
                <a:lnTo>
                  <a:pt x="70" y="588"/>
                </a:lnTo>
                <a:lnTo>
                  <a:pt x="71" y="588"/>
                </a:lnTo>
                <a:lnTo>
                  <a:pt x="72" y="588"/>
                </a:lnTo>
                <a:lnTo>
                  <a:pt x="72" y="589"/>
                </a:lnTo>
                <a:lnTo>
                  <a:pt x="72" y="590"/>
                </a:lnTo>
                <a:lnTo>
                  <a:pt x="73" y="591"/>
                </a:lnTo>
                <a:lnTo>
                  <a:pt x="73" y="590"/>
                </a:lnTo>
                <a:lnTo>
                  <a:pt x="74" y="590"/>
                </a:lnTo>
                <a:lnTo>
                  <a:pt x="76" y="590"/>
                </a:lnTo>
                <a:lnTo>
                  <a:pt x="76" y="589"/>
                </a:lnTo>
                <a:lnTo>
                  <a:pt x="78" y="588"/>
                </a:lnTo>
                <a:lnTo>
                  <a:pt x="79" y="586"/>
                </a:lnTo>
                <a:lnTo>
                  <a:pt x="80" y="584"/>
                </a:lnTo>
                <a:lnTo>
                  <a:pt x="82" y="582"/>
                </a:lnTo>
                <a:lnTo>
                  <a:pt x="83" y="581"/>
                </a:lnTo>
                <a:lnTo>
                  <a:pt x="84" y="580"/>
                </a:lnTo>
                <a:lnTo>
                  <a:pt x="84" y="579"/>
                </a:lnTo>
                <a:lnTo>
                  <a:pt x="85" y="579"/>
                </a:lnTo>
                <a:lnTo>
                  <a:pt x="86" y="578"/>
                </a:lnTo>
                <a:lnTo>
                  <a:pt x="86" y="577"/>
                </a:lnTo>
                <a:lnTo>
                  <a:pt x="87" y="576"/>
                </a:lnTo>
                <a:lnTo>
                  <a:pt x="87" y="575"/>
                </a:lnTo>
                <a:lnTo>
                  <a:pt x="87" y="574"/>
                </a:lnTo>
                <a:lnTo>
                  <a:pt x="89" y="573"/>
                </a:lnTo>
                <a:lnTo>
                  <a:pt x="89" y="572"/>
                </a:lnTo>
                <a:lnTo>
                  <a:pt x="90" y="572"/>
                </a:lnTo>
                <a:lnTo>
                  <a:pt x="91" y="571"/>
                </a:lnTo>
                <a:lnTo>
                  <a:pt x="91" y="570"/>
                </a:lnTo>
                <a:lnTo>
                  <a:pt x="92" y="569"/>
                </a:lnTo>
                <a:lnTo>
                  <a:pt x="93" y="569"/>
                </a:lnTo>
                <a:lnTo>
                  <a:pt x="94" y="568"/>
                </a:lnTo>
                <a:lnTo>
                  <a:pt x="95" y="567"/>
                </a:lnTo>
                <a:lnTo>
                  <a:pt x="95" y="566"/>
                </a:lnTo>
                <a:lnTo>
                  <a:pt x="96" y="566"/>
                </a:lnTo>
                <a:lnTo>
                  <a:pt x="96" y="565"/>
                </a:lnTo>
                <a:lnTo>
                  <a:pt x="97" y="565"/>
                </a:lnTo>
                <a:lnTo>
                  <a:pt x="97" y="564"/>
                </a:lnTo>
                <a:lnTo>
                  <a:pt x="98" y="563"/>
                </a:lnTo>
                <a:lnTo>
                  <a:pt x="98" y="562"/>
                </a:lnTo>
                <a:lnTo>
                  <a:pt x="99" y="562"/>
                </a:lnTo>
                <a:lnTo>
                  <a:pt x="100" y="561"/>
                </a:lnTo>
                <a:lnTo>
                  <a:pt x="101" y="561"/>
                </a:lnTo>
                <a:lnTo>
                  <a:pt x="102" y="561"/>
                </a:lnTo>
                <a:lnTo>
                  <a:pt x="102" y="562"/>
                </a:lnTo>
                <a:lnTo>
                  <a:pt x="103" y="562"/>
                </a:lnTo>
                <a:lnTo>
                  <a:pt x="104" y="561"/>
                </a:lnTo>
                <a:lnTo>
                  <a:pt x="104" y="560"/>
                </a:lnTo>
                <a:lnTo>
                  <a:pt x="105" y="560"/>
                </a:lnTo>
                <a:lnTo>
                  <a:pt x="105" y="561"/>
                </a:lnTo>
                <a:lnTo>
                  <a:pt x="106" y="561"/>
                </a:lnTo>
                <a:lnTo>
                  <a:pt x="107" y="560"/>
                </a:lnTo>
                <a:lnTo>
                  <a:pt x="108" y="558"/>
                </a:lnTo>
                <a:lnTo>
                  <a:pt x="109" y="558"/>
                </a:lnTo>
                <a:lnTo>
                  <a:pt x="111" y="556"/>
                </a:lnTo>
                <a:lnTo>
                  <a:pt x="112" y="555"/>
                </a:lnTo>
                <a:lnTo>
                  <a:pt x="113" y="555"/>
                </a:lnTo>
                <a:lnTo>
                  <a:pt x="113" y="556"/>
                </a:lnTo>
                <a:lnTo>
                  <a:pt x="113" y="557"/>
                </a:lnTo>
                <a:lnTo>
                  <a:pt x="114" y="558"/>
                </a:lnTo>
                <a:lnTo>
                  <a:pt x="115" y="557"/>
                </a:lnTo>
                <a:lnTo>
                  <a:pt x="116" y="557"/>
                </a:lnTo>
                <a:lnTo>
                  <a:pt x="117" y="558"/>
                </a:lnTo>
                <a:lnTo>
                  <a:pt x="118" y="557"/>
                </a:lnTo>
                <a:lnTo>
                  <a:pt x="120" y="556"/>
                </a:lnTo>
                <a:lnTo>
                  <a:pt x="121" y="557"/>
                </a:lnTo>
                <a:lnTo>
                  <a:pt x="125" y="557"/>
                </a:lnTo>
                <a:lnTo>
                  <a:pt x="125" y="558"/>
                </a:lnTo>
                <a:lnTo>
                  <a:pt x="125" y="559"/>
                </a:lnTo>
                <a:lnTo>
                  <a:pt x="126" y="559"/>
                </a:lnTo>
                <a:lnTo>
                  <a:pt x="126" y="560"/>
                </a:lnTo>
                <a:lnTo>
                  <a:pt x="125" y="561"/>
                </a:lnTo>
                <a:lnTo>
                  <a:pt x="124" y="562"/>
                </a:lnTo>
                <a:lnTo>
                  <a:pt x="124" y="563"/>
                </a:lnTo>
                <a:lnTo>
                  <a:pt x="124" y="564"/>
                </a:lnTo>
                <a:lnTo>
                  <a:pt x="123" y="564"/>
                </a:lnTo>
                <a:lnTo>
                  <a:pt x="122" y="564"/>
                </a:lnTo>
                <a:lnTo>
                  <a:pt x="121" y="564"/>
                </a:lnTo>
                <a:lnTo>
                  <a:pt x="119" y="565"/>
                </a:lnTo>
                <a:lnTo>
                  <a:pt x="119" y="566"/>
                </a:lnTo>
                <a:lnTo>
                  <a:pt x="119" y="567"/>
                </a:lnTo>
                <a:lnTo>
                  <a:pt x="120" y="567"/>
                </a:lnTo>
                <a:lnTo>
                  <a:pt x="121" y="568"/>
                </a:lnTo>
                <a:lnTo>
                  <a:pt x="121" y="571"/>
                </a:lnTo>
                <a:lnTo>
                  <a:pt x="121" y="572"/>
                </a:lnTo>
                <a:lnTo>
                  <a:pt x="122" y="572"/>
                </a:lnTo>
                <a:lnTo>
                  <a:pt x="123" y="572"/>
                </a:lnTo>
                <a:lnTo>
                  <a:pt x="124" y="574"/>
                </a:lnTo>
                <a:lnTo>
                  <a:pt x="125" y="576"/>
                </a:lnTo>
                <a:lnTo>
                  <a:pt x="125" y="577"/>
                </a:lnTo>
                <a:lnTo>
                  <a:pt x="125" y="578"/>
                </a:lnTo>
                <a:lnTo>
                  <a:pt x="126" y="578"/>
                </a:lnTo>
                <a:lnTo>
                  <a:pt x="127" y="579"/>
                </a:lnTo>
                <a:lnTo>
                  <a:pt x="127" y="580"/>
                </a:lnTo>
                <a:lnTo>
                  <a:pt x="128" y="580"/>
                </a:lnTo>
                <a:lnTo>
                  <a:pt x="129" y="580"/>
                </a:lnTo>
                <a:lnTo>
                  <a:pt x="129" y="579"/>
                </a:lnTo>
                <a:lnTo>
                  <a:pt x="130" y="579"/>
                </a:lnTo>
                <a:lnTo>
                  <a:pt x="130" y="580"/>
                </a:lnTo>
                <a:lnTo>
                  <a:pt x="130" y="581"/>
                </a:lnTo>
                <a:lnTo>
                  <a:pt x="130" y="582"/>
                </a:lnTo>
                <a:lnTo>
                  <a:pt x="131" y="582"/>
                </a:lnTo>
                <a:lnTo>
                  <a:pt x="132" y="581"/>
                </a:lnTo>
                <a:lnTo>
                  <a:pt x="132" y="580"/>
                </a:lnTo>
                <a:lnTo>
                  <a:pt x="134" y="578"/>
                </a:lnTo>
                <a:lnTo>
                  <a:pt x="135" y="577"/>
                </a:lnTo>
                <a:lnTo>
                  <a:pt x="134" y="577"/>
                </a:lnTo>
                <a:lnTo>
                  <a:pt x="134" y="576"/>
                </a:lnTo>
                <a:lnTo>
                  <a:pt x="135" y="576"/>
                </a:lnTo>
                <a:lnTo>
                  <a:pt x="138" y="576"/>
                </a:lnTo>
                <a:lnTo>
                  <a:pt x="140" y="577"/>
                </a:lnTo>
                <a:lnTo>
                  <a:pt x="141" y="575"/>
                </a:lnTo>
                <a:lnTo>
                  <a:pt x="141" y="573"/>
                </a:lnTo>
                <a:lnTo>
                  <a:pt x="142" y="573"/>
                </a:lnTo>
                <a:lnTo>
                  <a:pt x="143" y="573"/>
                </a:lnTo>
                <a:lnTo>
                  <a:pt x="143" y="572"/>
                </a:lnTo>
                <a:lnTo>
                  <a:pt x="144" y="571"/>
                </a:lnTo>
                <a:lnTo>
                  <a:pt x="146" y="571"/>
                </a:lnTo>
                <a:lnTo>
                  <a:pt x="146" y="570"/>
                </a:lnTo>
                <a:lnTo>
                  <a:pt x="147" y="569"/>
                </a:lnTo>
                <a:lnTo>
                  <a:pt x="148" y="569"/>
                </a:lnTo>
                <a:lnTo>
                  <a:pt x="148" y="568"/>
                </a:lnTo>
                <a:lnTo>
                  <a:pt x="148" y="567"/>
                </a:lnTo>
                <a:lnTo>
                  <a:pt x="147" y="567"/>
                </a:lnTo>
                <a:lnTo>
                  <a:pt x="146" y="568"/>
                </a:lnTo>
                <a:lnTo>
                  <a:pt x="146" y="569"/>
                </a:lnTo>
                <a:lnTo>
                  <a:pt x="145" y="569"/>
                </a:lnTo>
                <a:lnTo>
                  <a:pt x="145" y="567"/>
                </a:lnTo>
                <a:lnTo>
                  <a:pt x="147" y="567"/>
                </a:lnTo>
                <a:lnTo>
                  <a:pt x="148" y="566"/>
                </a:lnTo>
                <a:lnTo>
                  <a:pt x="149" y="566"/>
                </a:lnTo>
                <a:lnTo>
                  <a:pt x="150" y="566"/>
                </a:lnTo>
                <a:lnTo>
                  <a:pt x="150" y="565"/>
                </a:lnTo>
                <a:lnTo>
                  <a:pt x="149" y="565"/>
                </a:lnTo>
                <a:lnTo>
                  <a:pt x="150" y="564"/>
                </a:lnTo>
                <a:lnTo>
                  <a:pt x="151" y="564"/>
                </a:lnTo>
                <a:lnTo>
                  <a:pt x="153" y="563"/>
                </a:lnTo>
                <a:lnTo>
                  <a:pt x="154" y="562"/>
                </a:lnTo>
                <a:lnTo>
                  <a:pt x="154" y="561"/>
                </a:lnTo>
                <a:lnTo>
                  <a:pt x="155" y="560"/>
                </a:lnTo>
                <a:lnTo>
                  <a:pt x="156" y="560"/>
                </a:lnTo>
                <a:lnTo>
                  <a:pt x="156" y="559"/>
                </a:lnTo>
                <a:lnTo>
                  <a:pt x="156" y="558"/>
                </a:lnTo>
                <a:lnTo>
                  <a:pt x="157" y="558"/>
                </a:lnTo>
                <a:lnTo>
                  <a:pt x="157" y="559"/>
                </a:lnTo>
                <a:lnTo>
                  <a:pt x="157" y="560"/>
                </a:lnTo>
                <a:lnTo>
                  <a:pt x="158" y="560"/>
                </a:lnTo>
                <a:lnTo>
                  <a:pt x="158" y="561"/>
                </a:lnTo>
                <a:lnTo>
                  <a:pt x="159" y="561"/>
                </a:lnTo>
                <a:lnTo>
                  <a:pt x="159" y="562"/>
                </a:lnTo>
                <a:lnTo>
                  <a:pt x="159" y="563"/>
                </a:lnTo>
                <a:lnTo>
                  <a:pt x="160" y="563"/>
                </a:lnTo>
                <a:lnTo>
                  <a:pt x="160" y="562"/>
                </a:lnTo>
                <a:lnTo>
                  <a:pt x="161" y="561"/>
                </a:lnTo>
                <a:lnTo>
                  <a:pt x="161" y="560"/>
                </a:lnTo>
                <a:lnTo>
                  <a:pt x="162" y="561"/>
                </a:lnTo>
                <a:lnTo>
                  <a:pt x="161" y="563"/>
                </a:lnTo>
                <a:lnTo>
                  <a:pt x="161" y="564"/>
                </a:lnTo>
                <a:lnTo>
                  <a:pt x="160" y="564"/>
                </a:lnTo>
                <a:lnTo>
                  <a:pt x="159" y="564"/>
                </a:lnTo>
                <a:lnTo>
                  <a:pt x="159" y="565"/>
                </a:lnTo>
                <a:lnTo>
                  <a:pt x="160" y="565"/>
                </a:lnTo>
                <a:lnTo>
                  <a:pt x="161" y="566"/>
                </a:lnTo>
                <a:lnTo>
                  <a:pt x="163" y="567"/>
                </a:lnTo>
                <a:lnTo>
                  <a:pt x="165" y="569"/>
                </a:lnTo>
                <a:lnTo>
                  <a:pt x="166" y="570"/>
                </a:lnTo>
                <a:lnTo>
                  <a:pt x="166" y="571"/>
                </a:lnTo>
                <a:lnTo>
                  <a:pt x="166" y="572"/>
                </a:lnTo>
                <a:lnTo>
                  <a:pt x="167" y="572"/>
                </a:lnTo>
                <a:lnTo>
                  <a:pt x="168" y="572"/>
                </a:lnTo>
                <a:lnTo>
                  <a:pt x="168" y="573"/>
                </a:lnTo>
                <a:lnTo>
                  <a:pt x="168" y="574"/>
                </a:lnTo>
                <a:lnTo>
                  <a:pt x="166" y="577"/>
                </a:lnTo>
                <a:lnTo>
                  <a:pt x="166" y="578"/>
                </a:lnTo>
                <a:lnTo>
                  <a:pt x="166" y="579"/>
                </a:lnTo>
                <a:lnTo>
                  <a:pt x="165" y="579"/>
                </a:lnTo>
                <a:lnTo>
                  <a:pt x="164" y="579"/>
                </a:lnTo>
                <a:lnTo>
                  <a:pt x="164" y="580"/>
                </a:lnTo>
                <a:lnTo>
                  <a:pt x="164" y="581"/>
                </a:lnTo>
                <a:lnTo>
                  <a:pt x="165" y="581"/>
                </a:lnTo>
                <a:lnTo>
                  <a:pt x="165" y="582"/>
                </a:lnTo>
                <a:lnTo>
                  <a:pt x="165" y="583"/>
                </a:lnTo>
                <a:lnTo>
                  <a:pt x="164" y="583"/>
                </a:lnTo>
                <a:lnTo>
                  <a:pt x="164" y="584"/>
                </a:lnTo>
                <a:lnTo>
                  <a:pt x="165" y="584"/>
                </a:lnTo>
                <a:lnTo>
                  <a:pt x="166" y="585"/>
                </a:lnTo>
                <a:lnTo>
                  <a:pt x="167" y="586"/>
                </a:lnTo>
                <a:lnTo>
                  <a:pt x="167" y="587"/>
                </a:lnTo>
                <a:lnTo>
                  <a:pt x="168" y="587"/>
                </a:lnTo>
                <a:lnTo>
                  <a:pt x="168" y="586"/>
                </a:lnTo>
                <a:lnTo>
                  <a:pt x="169" y="585"/>
                </a:lnTo>
                <a:lnTo>
                  <a:pt x="170" y="584"/>
                </a:lnTo>
                <a:lnTo>
                  <a:pt x="170" y="583"/>
                </a:lnTo>
                <a:lnTo>
                  <a:pt x="171" y="582"/>
                </a:lnTo>
                <a:lnTo>
                  <a:pt x="172" y="581"/>
                </a:lnTo>
                <a:lnTo>
                  <a:pt x="172" y="580"/>
                </a:lnTo>
                <a:lnTo>
                  <a:pt x="173" y="579"/>
                </a:lnTo>
                <a:lnTo>
                  <a:pt x="173" y="578"/>
                </a:lnTo>
                <a:lnTo>
                  <a:pt x="174" y="578"/>
                </a:lnTo>
                <a:lnTo>
                  <a:pt x="175" y="578"/>
                </a:lnTo>
                <a:lnTo>
                  <a:pt x="175" y="577"/>
                </a:lnTo>
                <a:lnTo>
                  <a:pt x="176" y="575"/>
                </a:lnTo>
                <a:lnTo>
                  <a:pt x="176" y="574"/>
                </a:lnTo>
                <a:lnTo>
                  <a:pt x="177" y="573"/>
                </a:lnTo>
                <a:lnTo>
                  <a:pt x="178" y="572"/>
                </a:lnTo>
                <a:lnTo>
                  <a:pt x="178" y="571"/>
                </a:lnTo>
                <a:lnTo>
                  <a:pt x="179" y="570"/>
                </a:lnTo>
                <a:lnTo>
                  <a:pt x="180" y="567"/>
                </a:lnTo>
                <a:lnTo>
                  <a:pt x="180" y="566"/>
                </a:lnTo>
                <a:lnTo>
                  <a:pt x="181" y="565"/>
                </a:lnTo>
                <a:lnTo>
                  <a:pt x="181" y="564"/>
                </a:lnTo>
                <a:lnTo>
                  <a:pt x="182" y="563"/>
                </a:lnTo>
                <a:lnTo>
                  <a:pt x="183" y="563"/>
                </a:lnTo>
                <a:lnTo>
                  <a:pt x="183" y="562"/>
                </a:lnTo>
                <a:lnTo>
                  <a:pt x="183" y="561"/>
                </a:lnTo>
                <a:lnTo>
                  <a:pt x="185" y="559"/>
                </a:lnTo>
                <a:lnTo>
                  <a:pt x="186" y="559"/>
                </a:lnTo>
                <a:lnTo>
                  <a:pt x="187" y="559"/>
                </a:lnTo>
                <a:lnTo>
                  <a:pt x="188" y="559"/>
                </a:lnTo>
                <a:lnTo>
                  <a:pt x="188" y="558"/>
                </a:lnTo>
                <a:lnTo>
                  <a:pt x="189" y="558"/>
                </a:lnTo>
                <a:lnTo>
                  <a:pt x="189" y="557"/>
                </a:lnTo>
                <a:lnTo>
                  <a:pt x="190" y="556"/>
                </a:lnTo>
                <a:lnTo>
                  <a:pt x="190" y="555"/>
                </a:lnTo>
                <a:lnTo>
                  <a:pt x="191" y="555"/>
                </a:lnTo>
                <a:lnTo>
                  <a:pt x="192" y="553"/>
                </a:lnTo>
                <a:lnTo>
                  <a:pt x="193" y="552"/>
                </a:lnTo>
                <a:lnTo>
                  <a:pt x="194" y="551"/>
                </a:lnTo>
                <a:lnTo>
                  <a:pt x="195" y="551"/>
                </a:lnTo>
                <a:lnTo>
                  <a:pt x="196" y="550"/>
                </a:lnTo>
                <a:lnTo>
                  <a:pt x="196" y="549"/>
                </a:lnTo>
                <a:lnTo>
                  <a:pt x="197" y="549"/>
                </a:lnTo>
                <a:lnTo>
                  <a:pt x="198" y="551"/>
                </a:lnTo>
                <a:lnTo>
                  <a:pt x="199" y="551"/>
                </a:lnTo>
                <a:lnTo>
                  <a:pt x="198" y="552"/>
                </a:lnTo>
                <a:lnTo>
                  <a:pt x="198" y="553"/>
                </a:lnTo>
                <a:lnTo>
                  <a:pt x="198" y="554"/>
                </a:lnTo>
                <a:lnTo>
                  <a:pt x="197" y="554"/>
                </a:lnTo>
                <a:lnTo>
                  <a:pt x="197" y="555"/>
                </a:lnTo>
                <a:lnTo>
                  <a:pt x="198" y="555"/>
                </a:lnTo>
                <a:lnTo>
                  <a:pt x="199" y="555"/>
                </a:lnTo>
                <a:lnTo>
                  <a:pt x="199" y="554"/>
                </a:lnTo>
                <a:lnTo>
                  <a:pt x="200" y="554"/>
                </a:lnTo>
                <a:lnTo>
                  <a:pt x="201" y="553"/>
                </a:lnTo>
                <a:lnTo>
                  <a:pt x="202" y="553"/>
                </a:lnTo>
                <a:lnTo>
                  <a:pt x="203" y="553"/>
                </a:lnTo>
                <a:lnTo>
                  <a:pt x="205" y="552"/>
                </a:lnTo>
                <a:lnTo>
                  <a:pt x="205" y="551"/>
                </a:lnTo>
                <a:lnTo>
                  <a:pt x="205" y="550"/>
                </a:lnTo>
                <a:lnTo>
                  <a:pt x="205" y="549"/>
                </a:lnTo>
                <a:lnTo>
                  <a:pt x="206" y="549"/>
                </a:lnTo>
                <a:lnTo>
                  <a:pt x="206" y="548"/>
                </a:lnTo>
                <a:lnTo>
                  <a:pt x="205" y="548"/>
                </a:lnTo>
                <a:lnTo>
                  <a:pt x="205" y="547"/>
                </a:lnTo>
                <a:lnTo>
                  <a:pt x="206" y="546"/>
                </a:lnTo>
                <a:lnTo>
                  <a:pt x="206" y="544"/>
                </a:lnTo>
                <a:lnTo>
                  <a:pt x="206" y="543"/>
                </a:lnTo>
                <a:lnTo>
                  <a:pt x="207" y="542"/>
                </a:lnTo>
                <a:lnTo>
                  <a:pt x="209" y="542"/>
                </a:lnTo>
                <a:lnTo>
                  <a:pt x="210" y="541"/>
                </a:lnTo>
                <a:lnTo>
                  <a:pt x="211" y="541"/>
                </a:lnTo>
                <a:lnTo>
                  <a:pt x="212" y="541"/>
                </a:lnTo>
                <a:lnTo>
                  <a:pt x="213" y="540"/>
                </a:lnTo>
                <a:lnTo>
                  <a:pt x="215" y="539"/>
                </a:lnTo>
                <a:lnTo>
                  <a:pt x="216" y="538"/>
                </a:lnTo>
                <a:lnTo>
                  <a:pt x="217" y="537"/>
                </a:lnTo>
                <a:lnTo>
                  <a:pt x="218" y="536"/>
                </a:lnTo>
                <a:lnTo>
                  <a:pt x="219" y="534"/>
                </a:lnTo>
                <a:lnTo>
                  <a:pt x="219" y="533"/>
                </a:lnTo>
                <a:lnTo>
                  <a:pt x="219" y="532"/>
                </a:lnTo>
                <a:lnTo>
                  <a:pt x="218" y="531"/>
                </a:lnTo>
                <a:lnTo>
                  <a:pt x="217" y="530"/>
                </a:lnTo>
                <a:lnTo>
                  <a:pt x="217" y="529"/>
                </a:lnTo>
                <a:lnTo>
                  <a:pt x="217" y="528"/>
                </a:lnTo>
                <a:lnTo>
                  <a:pt x="218" y="528"/>
                </a:lnTo>
                <a:lnTo>
                  <a:pt x="219" y="528"/>
                </a:lnTo>
                <a:lnTo>
                  <a:pt x="220" y="528"/>
                </a:lnTo>
                <a:lnTo>
                  <a:pt x="221" y="528"/>
                </a:lnTo>
                <a:lnTo>
                  <a:pt x="222" y="527"/>
                </a:lnTo>
                <a:lnTo>
                  <a:pt x="222" y="526"/>
                </a:lnTo>
                <a:lnTo>
                  <a:pt x="223" y="525"/>
                </a:lnTo>
                <a:lnTo>
                  <a:pt x="225" y="524"/>
                </a:lnTo>
                <a:lnTo>
                  <a:pt x="225" y="523"/>
                </a:lnTo>
                <a:lnTo>
                  <a:pt x="225" y="524"/>
                </a:lnTo>
                <a:lnTo>
                  <a:pt x="226" y="525"/>
                </a:lnTo>
                <a:lnTo>
                  <a:pt x="225" y="525"/>
                </a:lnTo>
                <a:lnTo>
                  <a:pt x="225" y="526"/>
                </a:lnTo>
                <a:lnTo>
                  <a:pt x="225" y="527"/>
                </a:lnTo>
                <a:lnTo>
                  <a:pt x="225" y="526"/>
                </a:lnTo>
                <a:lnTo>
                  <a:pt x="226" y="526"/>
                </a:lnTo>
                <a:lnTo>
                  <a:pt x="226" y="525"/>
                </a:lnTo>
                <a:lnTo>
                  <a:pt x="227" y="525"/>
                </a:lnTo>
                <a:lnTo>
                  <a:pt x="228" y="525"/>
                </a:lnTo>
                <a:lnTo>
                  <a:pt x="228" y="524"/>
                </a:lnTo>
                <a:lnTo>
                  <a:pt x="229" y="524"/>
                </a:lnTo>
                <a:lnTo>
                  <a:pt x="229" y="523"/>
                </a:lnTo>
                <a:lnTo>
                  <a:pt x="228" y="523"/>
                </a:lnTo>
                <a:lnTo>
                  <a:pt x="227" y="523"/>
                </a:lnTo>
                <a:lnTo>
                  <a:pt x="227" y="522"/>
                </a:lnTo>
                <a:lnTo>
                  <a:pt x="228" y="522"/>
                </a:lnTo>
                <a:lnTo>
                  <a:pt x="228" y="521"/>
                </a:lnTo>
                <a:lnTo>
                  <a:pt x="227" y="520"/>
                </a:lnTo>
                <a:lnTo>
                  <a:pt x="228" y="518"/>
                </a:lnTo>
                <a:lnTo>
                  <a:pt x="229" y="518"/>
                </a:lnTo>
                <a:lnTo>
                  <a:pt x="231" y="516"/>
                </a:lnTo>
                <a:lnTo>
                  <a:pt x="232" y="515"/>
                </a:lnTo>
                <a:lnTo>
                  <a:pt x="234" y="513"/>
                </a:lnTo>
                <a:lnTo>
                  <a:pt x="235" y="512"/>
                </a:lnTo>
                <a:lnTo>
                  <a:pt x="236" y="512"/>
                </a:lnTo>
                <a:lnTo>
                  <a:pt x="237" y="512"/>
                </a:lnTo>
                <a:lnTo>
                  <a:pt x="237" y="511"/>
                </a:lnTo>
                <a:lnTo>
                  <a:pt x="237" y="510"/>
                </a:lnTo>
                <a:lnTo>
                  <a:pt x="238" y="510"/>
                </a:lnTo>
                <a:lnTo>
                  <a:pt x="238" y="509"/>
                </a:lnTo>
                <a:lnTo>
                  <a:pt x="239" y="509"/>
                </a:lnTo>
                <a:lnTo>
                  <a:pt x="240" y="508"/>
                </a:lnTo>
                <a:lnTo>
                  <a:pt x="241" y="508"/>
                </a:lnTo>
                <a:lnTo>
                  <a:pt x="243" y="507"/>
                </a:lnTo>
                <a:lnTo>
                  <a:pt x="245" y="507"/>
                </a:lnTo>
                <a:lnTo>
                  <a:pt x="245" y="506"/>
                </a:lnTo>
                <a:lnTo>
                  <a:pt x="246" y="506"/>
                </a:lnTo>
                <a:lnTo>
                  <a:pt x="247" y="505"/>
                </a:lnTo>
                <a:lnTo>
                  <a:pt x="248" y="505"/>
                </a:lnTo>
                <a:lnTo>
                  <a:pt x="248" y="504"/>
                </a:lnTo>
                <a:lnTo>
                  <a:pt x="249" y="503"/>
                </a:lnTo>
                <a:lnTo>
                  <a:pt x="250" y="503"/>
                </a:lnTo>
                <a:lnTo>
                  <a:pt x="251" y="502"/>
                </a:lnTo>
                <a:lnTo>
                  <a:pt x="252" y="502"/>
                </a:lnTo>
                <a:lnTo>
                  <a:pt x="253" y="501"/>
                </a:lnTo>
                <a:lnTo>
                  <a:pt x="254" y="501"/>
                </a:lnTo>
                <a:lnTo>
                  <a:pt x="255" y="501"/>
                </a:lnTo>
                <a:lnTo>
                  <a:pt x="255" y="500"/>
                </a:lnTo>
                <a:lnTo>
                  <a:pt x="256" y="500"/>
                </a:lnTo>
                <a:lnTo>
                  <a:pt x="256" y="499"/>
                </a:lnTo>
                <a:lnTo>
                  <a:pt x="257" y="498"/>
                </a:lnTo>
                <a:lnTo>
                  <a:pt x="258" y="497"/>
                </a:lnTo>
                <a:lnTo>
                  <a:pt x="259" y="498"/>
                </a:lnTo>
                <a:lnTo>
                  <a:pt x="261" y="499"/>
                </a:lnTo>
                <a:lnTo>
                  <a:pt x="262" y="499"/>
                </a:lnTo>
                <a:lnTo>
                  <a:pt x="263" y="499"/>
                </a:lnTo>
                <a:lnTo>
                  <a:pt x="264" y="500"/>
                </a:lnTo>
                <a:lnTo>
                  <a:pt x="265" y="500"/>
                </a:lnTo>
                <a:lnTo>
                  <a:pt x="266" y="499"/>
                </a:lnTo>
                <a:lnTo>
                  <a:pt x="266" y="500"/>
                </a:lnTo>
                <a:lnTo>
                  <a:pt x="266" y="501"/>
                </a:lnTo>
                <a:lnTo>
                  <a:pt x="266" y="502"/>
                </a:lnTo>
                <a:lnTo>
                  <a:pt x="267" y="502"/>
                </a:lnTo>
                <a:lnTo>
                  <a:pt x="268" y="502"/>
                </a:lnTo>
                <a:lnTo>
                  <a:pt x="269" y="502"/>
                </a:lnTo>
                <a:lnTo>
                  <a:pt x="269" y="501"/>
                </a:lnTo>
                <a:lnTo>
                  <a:pt x="270" y="501"/>
                </a:lnTo>
                <a:lnTo>
                  <a:pt x="271" y="500"/>
                </a:lnTo>
                <a:lnTo>
                  <a:pt x="272" y="499"/>
                </a:lnTo>
                <a:lnTo>
                  <a:pt x="272" y="500"/>
                </a:lnTo>
                <a:lnTo>
                  <a:pt x="273" y="500"/>
                </a:lnTo>
                <a:lnTo>
                  <a:pt x="274" y="500"/>
                </a:lnTo>
                <a:lnTo>
                  <a:pt x="275" y="500"/>
                </a:lnTo>
                <a:lnTo>
                  <a:pt x="276" y="500"/>
                </a:lnTo>
                <a:lnTo>
                  <a:pt x="277" y="500"/>
                </a:lnTo>
                <a:lnTo>
                  <a:pt x="277" y="501"/>
                </a:lnTo>
                <a:lnTo>
                  <a:pt x="277" y="502"/>
                </a:lnTo>
                <a:lnTo>
                  <a:pt x="277" y="503"/>
                </a:lnTo>
                <a:lnTo>
                  <a:pt x="277" y="504"/>
                </a:lnTo>
                <a:lnTo>
                  <a:pt x="278" y="505"/>
                </a:lnTo>
                <a:lnTo>
                  <a:pt x="279" y="506"/>
                </a:lnTo>
                <a:lnTo>
                  <a:pt x="279" y="507"/>
                </a:lnTo>
                <a:lnTo>
                  <a:pt x="279" y="508"/>
                </a:lnTo>
                <a:lnTo>
                  <a:pt x="279" y="509"/>
                </a:lnTo>
                <a:lnTo>
                  <a:pt x="279" y="511"/>
                </a:lnTo>
                <a:lnTo>
                  <a:pt x="280" y="511"/>
                </a:lnTo>
                <a:lnTo>
                  <a:pt x="280" y="512"/>
                </a:lnTo>
                <a:lnTo>
                  <a:pt x="282" y="513"/>
                </a:lnTo>
                <a:lnTo>
                  <a:pt x="283" y="514"/>
                </a:lnTo>
                <a:lnTo>
                  <a:pt x="284" y="515"/>
                </a:lnTo>
                <a:lnTo>
                  <a:pt x="284" y="516"/>
                </a:lnTo>
                <a:lnTo>
                  <a:pt x="284" y="517"/>
                </a:lnTo>
                <a:lnTo>
                  <a:pt x="285" y="517"/>
                </a:lnTo>
                <a:lnTo>
                  <a:pt x="286" y="517"/>
                </a:lnTo>
                <a:lnTo>
                  <a:pt x="287" y="517"/>
                </a:lnTo>
                <a:lnTo>
                  <a:pt x="291" y="516"/>
                </a:lnTo>
                <a:lnTo>
                  <a:pt x="292" y="515"/>
                </a:lnTo>
                <a:lnTo>
                  <a:pt x="292" y="514"/>
                </a:lnTo>
                <a:lnTo>
                  <a:pt x="292" y="513"/>
                </a:lnTo>
                <a:lnTo>
                  <a:pt x="293" y="511"/>
                </a:lnTo>
                <a:lnTo>
                  <a:pt x="295" y="509"/>
                </a:lnTo>
                <a:lnTo>
                  <a:pt x="296" y="507"/>
                </a:lnTo>
                <a:lnTo>
                  <a:pt x="296" y="506"/>
                </a:lnTo>
                <a:lnTo>
                  <a:pt x="297" y="506"/>
                </a:lnTo>
                <a:lnTo>
                  <a:pt x="297" y="505"/>
                </a:lnTo>
                <a:lnTo>
                  <a:pt x="297" y="504"/>
                </a:lnTo>
                <a:lnTo>
                  <a:pt x="297" y="503"/>
                </a:lnTo>
                <a:lnTo>
                  <a:pt x="298" y="502"/>
                </a:lnTo>
                <a:lnTo>
                  <a:pt x="298" y="501"/>
                </a:lnTo>
                <a:lnTo>
                  <a:pt x="299" y="500"/>
                </a:lnTo>
                <a:lnTo>
                  <a:pt x="299" y="499"/>
                </a:lnTo>
                <a:lnTo>
                  <a:pt x="299" y="498"/>
                </a:lnTo>
                <a:lnTo>
                  <a:pt x="300" y="497"/>
                </a:lnTo>
                <a:lnTo>
                  <a:pt x="301" y="496"/>
                </a:lnTo>
                <a:lnTo>
                  <a:pt x="301" y="495"/>
                </a:lnTo>
                <a:lnTo>
                  <a:pt x="302" y="493"/>
                </a:lnTo>
                <a:lnTo>
                  <a:pt x="301" y="492"/>
                </a:lnTo>
                <a:lnTo>
                  <a:pt x="301" y="491"/>
                </a:lnTo>
                <a:lnTo>
                  <a:pt x="300" y="490"/>
                </a:lnTo>
                <a:lnTo>
                  <a:pt x="301" y="487"/>
                </a:lnTo>
                <a:lnTo>
                  <a:pt x="301" y="486"/>
                </a:lnTo>
                <a:lnTo>
                  <a:pt x="301" y="485"/>
                </a:lnTo>
                <a:lnTo>
                  <a:pt x="303" y="484"/>
                </a:lnTo>
                <a:lnTo>
                  <a:pt x="303" y="483"/>
                </a:lnTo>
                <a:lnTo>
                  <a:pt x="303" y="482"/>
                </a:lnTo>
                <a:lnTo>
                  <a:pt x="303" y="481"/>
                </a:lnTo>
                <a:lnTo>
                  <a:pt x="304" y="480"/>
                </a:lnTo>
                <a:lnTo>
                  <a:pt x="305" y="479"/>
                </a:lnTo>
                <a:lnTo>
                  <a:pt x="304" y="477"/>
                </a:lnTo>
                <a:lnTo>
                  <a:pt x="303" y="477"/>
                </a:lnTo>
                <a:lnTo>
                  <a:pt x="302" y="477"/>
                </a:lnTo>
                <a:lnTo>
                  <a:pt x="300" y="477"/>
                </a:lnTo>
                <a:lnTo>
                  <a:pt x="299" y="478"/>
                </a:lnTo>
                <a:lnTo>
                  <a:pt x="298" y="478"/>
                </a:lnTo>
                <a:lnTo>
                  <a:pt x="298" y="477"/>
                </a:lnTo>
                <a:lnTo>
                  <a:pt x="298" y="476"/>
                </a:lnTo>
                <a:lnTo>
                  <a:pt x="298" y="475"/>
                </a:lnTo>
                <a:lnTo>
                  <a:pt x="299" y="475"/>
                </a:lnTo>
                <a:lnTo>
                  <a:pt x="299" y="472"/>
                </a:lnTo>
                <a:lnTo>
                  <a:pt x="299" y="471"/>
                </a:lnTo>
                <a:lnTo>
                  <a:pt x="298" y="469"/>
                </a:lnTo>
                <a:lnTo>
                  <a:pt x="297" y="469"/>
                </a:lnTo>
                <a:lnTo>
                  <a:pt x="296" y="469"/>
                </a:lnTo>
                <a:lnTo>
                  <a:pt x="295" y="469"/>
                </a:lnTo>
                <a:lnTo>
                  <a:pt x="295" y="468"/>
                </a:lnTo>
                <a:lnTo>
                  <a:pt x="295" y="467"/>
                </a:lnTo>
                <a:lnTo>
                  <a:pt x="296" y="467"/>
                </a:lnTo>
                <a:lnTo>
                  <a:pt x="296" y="466"/>
                </a:lnTo>
                <a:lnTo>
                  <a:pt x="296" y="465"/>
                </a:lnTo>
                <a:lnTo>
                  <a:pt x="296" y="463"/>
                </a:lnTo>
                <a:lnTo>
                  <a:pt x="297" y="463"/>
                </a:lnTo>
                <a:lnTo>
                  <a:pt x="297" y="462"/>
                </a:lnTo>
                <a:lnTo>
                  <a:pt x="296" y="462"/>
                </a:lnTo>
                <a:lnTo>
                  <a:pt x="295" y="461"/>
                </a:lnTo>
                <a:lnTo>
                  <a:pt x="294" y="460"/>
                </a:lnTo>
                <a:lnTo>
                  <a:pt x="294" y="459"/>
                </a:lnTo>
                <a:lnTo>
                  <a:pt x="295" y="458"/>
                </a:lnTo>
                <a:lnTo>
                  <a:pt x="295" y="457"/>
                </a:lnTo>
                <a:lnTo>
                  <a:pt x="296" y="457"/>
                </a:lnTo>
                <a:lnTo>
                  <a:pt x="296" y="455"/>
                </a:lnTo>
                <a:lnTo>
                  <a:pt x="296" y="454"/>
                </a:lnTo>
                <a:lnTo>
                  <a:pt x="297" y="454"/>
                </a:lnTo>
                <a:lnTo>
                  <a:pt x="297" y="453"/>
                </a:lnTo>
                <a:lnTo>
                  <a:pt x="298" y="453"/>
                </a:lnTo>
                <a:lnTo>
                  <a:pt x="299" y="453"/>
                </a:lnTo>
                <a:lnTo>
                  <a:pt x="299" y="452"/>
                </a:lnTo>
                <a:lnTo>
                  <a:pt x="299" y="451"/>
                </a:lnTo>
                <a:lnTo>
                  <a:pt x="300" y="451"/>
                </a:lnTo>
                <a:lnTo>
                  <a:pt x="301" y="451"/>
                </a:lnTo>
                <a:lnTo>
                  <a:pt x="302" y="451"/>
                </a:lnTo>
                <a:lnTo>
                  <a:pt x="303" y="450"/>
                </a:lnTo>
                <a:lnTo>
                  <a:pt x="304" y="450"/>
                </a:lnTo>
                <a:lnTo>
                  <a:pt x="304" y="449"/>
                </a:lnTo>
                <a:lnTo>
                  <a:pt x="304" y="450"/>
                </a:lnTo>
                <a:lnTo>
                  <a:pt x="305" y="449"/>
                </a:lnTo>
                <a:lnTo>
                  <a:pt x="305" y="448"/>
                </a:lnTo>
                <a:lnTo>
                  <a:pt x="306" y="448"/>
                </a:lnTo>
                <a:lnTo>
                  <a:pt x="305" y="447"/>
                </a:lnTo>
                <a:lnTo>
                  <a:pt x="305" y="445"/>
                </a:lnTo>
                <a:lnTo>
                  <a:pt x="306" y="444"/>
                </a:lnTo>
                <a:lnTo>
                  <a:pt x="307" y="443"/>
                </a:lnTo>
                <a:lnTo>
                  <a:pt x="308" y="442"/>
                </a:lnTo>
                <a:lnTo>
                  <a:pt x="307" y="442"/>
                </a:lnTo>
                <a:lnTo>
                  <a:pt x="307" y="441"/>
                </a:lnTo>
                <a:lnTo>
                  <a:pt x="306" y="441"/>
                </a:lnTo>
                <a:lnTo>
                  <a:pt x="305" y="440"/>
                </a:lnTo>
                <a:lnTo>
                  <a:pt x="304" y="440"/>
                </a:lnTo>
                <a:lnTo>
                  <a:pt x="304" y="439"/>
                </a:lnTo>
                <a:lnTo>
                  <a:pt x="304" y="438"/>
                </a:lnTo>
                <a:lnTo>
                  <a:pt x="304" y="437"/>
                </a:lnTo>
                <a:lnTo>
                  <a:pt x="304" y="436"/>
                </a:lnTo>
                <a:lnTo>
                  <a:pt x="303" y="435"/>
                </a:lnTo>
                <a:lnTo>
                  <a:pt x="303" y="434"/>
                </a:lnTo>
                <a:lnTo>
                  <a:pt x="303" y="433"/>
                </a:lnTo>
                <a:lnTo>
                  <a:pt x="303" y="431"/>
                </a:lnTo>
                <a:lnTo>
                  <a:pt x="302" y="431"/>
                </a:lnTo>
                <a:lnTo>
                  <a:pt x="302" y="430"/>
                </a:lnTo>
                <a:lnTo>
                  <a:pt x="302" y="429"/>
                </a:lnTo>
                <a:lnTo>
                  <a:pt x="301" y="428"/>
                </a:lnTo>
                <a:lnTo>
                  <a:pt x="302" y="428"/>
                </a:lnTo>
                <a:lnTo>
                  <a:pt x="302" y="426"/>
                </a:lnTo>
                <a:lnTo>
                  <a:pt x="302" y="425"/>
                </a:lnTo>
                <a:lnTo>
                  <a:pt x="302" y="424"/>
                </a:lnTo>
                <a:lnTo>
                  <a:pt x="301" y="423"/>
                </a:lnTo>
                <a:lnTo>
                  <a:pt x="300" y="423"/>
                </a:lnTo>
                <a:lnTo>
                  <a:pt x="299" y="422"/>
                </a:lnTo>
                <a:lnTo>
                  <a:pt x="300" y="421"/>
                </a:lnTo>
                <a:lnTo>
                  <a:pt x="299" y="419"/>
                </a:lnTo>
                <a:lnTo>
                  <a:pt x="298" y="418"/>
                </a:lnTo>
                <a:lnTo>
                  <a:pt x="299" y="416"/>
                </a:lnTo>
                <a:lnTo>
                  <a:pt x="300" y="415"/>
                </a:lnTo>
                <a:lnTo>
                  <a:pt x="300" y="414"/>
                </a:lnTo>
                <a:lnTo>
                  <a:pt x="299" y="414"/>
                </a:lnTo>
                <a:lnTo>
                  <a:pt x="299" y="413"/>
                </a:lnTo>
                <a:lnTo>
                  <a:pt x="300" y="413"/>
                </a:lnTo>
                <a:lnTo>
                  <a:pt x="300" y="412"/>
                </a:lnTo>
                <a:lnTo>
                  <a:pt x="299" y="412"/>
                </a:lnTo>
                <a:lnTo>
                  <a:pt x="299" y="411"/>
                </a:lnTo>
                <a:lnTo>
                  <a:pt x="299" y="410"/>
                </a:lnTo>
                <a:lnTo>
                  <a:pt x="297" y="410"/>
                </a:lnTo>
                <a:lnTo>
                  <a:pt x="298" y="408"/>
                </a:lnTo>
                <a:lnTo>
                  <a:pt x="298" y="407"/>
                </a:lnTo>
                <a:lnTo>
                  <a:pt x="297" y="405"/>
                </a:lnTo>
                <a:lnTo>
                  <a:pt x="297" y="404"/>
                </a:lnTo>
                <a:lnTo>
                  <a:pt x="296" y="404"/>
                </a:lnTo>
                <a:lnTo>
                  <a:pt x="296" y="403"/>
                </a:lnTo>
                <a:lnTo>
                  <a:pt x="297" y="402"/>
                </a:lnTo>
                <a:lnTo>
                  <a:pt x="296" y="402"/>
                </a:lnTo>
                <a:lnTo>
                  <a:pt x="296" y="401"/>
                </a:lnTo>
                <a:lnTo>
                  <a:pt x="295" y="400"/>
                </a:lnTo>
                <a:lnTo>
                  <a:pt x="295" y="399"/>
                </a:lnTo>
                <a:lnTo>
                  <a:pt x="295" y="398"/>
                </a:lnTo>
                <a:lnTo>
                  <a:pt x="295" y="397"/>
                </a:lnTo>
                <a:lnTo>
                  <a:pt x="296" y="397"/>
                </a:lnTo>
                <a:lnTo>
                  <a:pt x="296" y="396"/>
                </a:lnTo>
                <a:lnTo>
                  <a:pt x="295" y="396"/>
                </a:lnTo>
                <a:lnTo>
                  <a:pt x="295" y="395"/>
                </a:lnTo>
                <a:lnTo>
                  <a:pt x="294" y="395"/>
                </a:lnTo>
                <a:lnTo>
                  <a:pt x="293" y="394"/>
                </a:lnTo>
                <a:lnTo>
                  <a:pt x="292" y="394"/>
                </a:lnTo>
                <a:lnTo>
                  <a:pt x="291" y="394"/>
                </a:lnTo>
                <a:lnTo>
                  <a:pt x="291" y="393"/>
                </a:lnTo>
                <a:lnTo>
                  <a:pt x="290" y="392"/>
                </a:lnTo>
                <a:lnTo>
                  <a:pt x="290" y="391"/>
                </a:lnTo>
                <a:lnTo>
                  <a:pt x="291" y="391"/>
                </a:lnTo>
                <a:lnTo>
                  <a:pt x="290" y="391"/>
                </a:lnTo>
                <a:lnTo>
                  <a:pt x="290" y="390"/>
                </a:lnTo>
                <a:lnTo>
                  <a:pt x="289" y="391"/>
                </a:lnTo>
                <a:lnTo>
                  <a:pt x="288" y="391"/>
                </a:lnTo>
                <a:lnTo>
                  <a:pt x="287" y="391"/>
                </a:lnTo>
                <a:lnTo>
                  <a:pt x="286" y="391"/>
                </a:lnTo>
                <a:lnTo>
                  <a:pt x="285" y="391"/>
                </a:lnTo>
                <a:lnTo>
                  <a:pt x="284" y="391"/>
                </a:lnTo>
                <a:lnTo>
                  <a:pt x="283" y="392"/>
                </a:lnTo>
                <a:lnTo>
                  <a:pt x="280" y="392"/>
                </a:lnTo>
                <a:lnTo>
                  <a:pt x="278" y="390"/>
                </a:lnTo>
                <a:lnTo>
                  <a:pt x="278" y="389"/>
                </a:lnTo>
                <a:lnTo>
                  <a:pt x="278" y="388"/>
                </a:lnTo>
                <a:lnTo>
                  <a:pt x="277" y="388"/>
                </a:lnTo>
                <a:lnTo>
                  <a:pt x="276" y="388"/>
                </a:lnTo>
                <a:lnTo>
                  <a:pt x="276" y="387"/>
                </a:lnTo>
                <a:lnTo>
                  <a:pt x="276" y="386"/>
                </a:lnTo>
                <a:lnTo>
                  <a:pt x="276" y="385"/>
                </a:lnTo>
                <a:lnTo>
                  <a:pt x="274" y="385"/>
                </a:lnTo>
                <a:lnTo>
                  <a:pt x="273" y="385"/>
                </a:lnTo>
                <a:lnTo>
                  <a:pt x="272" y="385"/>
                </a:lnTo>
                <a:lnTo>
                  <a:pt x="272" y="384"/>
                </a:lnTo>
                <a:lnTo>
                  <a:pt x="270" y="383"/>
                </a:lnTo>
                <a:lnTo>
                  <a:pt x="270" y="382"/>
                </a:lnTo>
                <a:lnTo>
                  <a:pt x="270" y="381"/>
                </a:lnTo>
                <a:lnTo>
                  <a:pt x="269" y="380"/>
                </a:lnTo>
                <a:lnTo>
                  <a:pt x="268" y="379"/>
                </a:lnTo>
                <a:lnTo>
                  <a:pt x="267" y="379"/>
                </a:lnTo>
                <a:lnTo>
                  <a:pt x="266" y="379"/>
                </a:lnTo>
                <a:lnTo>
                  <a:pt x="266" y="378"/>
                </a:lnTo>
                <a:lnTo>
                  <a:pt x="266" y="379"/>
                </a:lnTo>
                <a:lnTo>
                  <a:pt x="265" y="379"/>
                </a:lnTo>
                <a:lnTo>
                  <a:pt x="264" y="379"/>
                </a:lnTo>
                <a:lnTo>
                  <a:pt x="263" y="379"/>
                </a:lnTo>
                <a:lnTo>
                  <a:pt x="263" y="380"/>
                </a:lnTo>
                <a:lnTo>
                  <a:pt x="262" y="380"/>
                </a:lnTo>
                <a:lnTo>
                  <a:pt x="261" y="380"/>
                </a:lnTo>
                <a:lnTo>
                  <a:pt x="260" y="380"/>
                </a:lnTo>
                <a:lnTo>
                  <a:pt x="260" y="379"/>
                </a:lnTo>
                <a:lnTo>
                  <a:pt x="259" y="378"/>
                </a:lnTo>
                <a:lnTo>
                  <a:pt x="259" y="377"/>
                </a:lnTo>
                <a:lnTo>
                  <a:pt x="260" y="377"/>
                </a:lnTo>
                <a:lnTo>
                  <a:pt x="260" y="376"/>
                </a:lnTo>
                <a:lnTo>
                  <a:pt x="261" y="376"/>
                </a:lnTo>
                <a:lnTo>
                  <a:pt x="262" y="376"/>
                </a:lnTo>
                <a:lnTo>
                  <a:pt x="263" y="376"/>
                </a:lnTo>
                <a:lnTo>
                  <a:pt x="263" y="375"/>
                </a:lnTo>
                <a:lnTo>
                  <a:pt x="263" y="374"/>
                </a:lnTo>
                <a:lnTo>
                  <a:pt x="263" y="373"/>
                </a:lnTo>
                <a:lnTo>
                  <a:pt x="264" y="373"/>
                </a:lnTo>
                <a:lnTo>
                  <a:pt x="265" y="372"/>
                </a:lnTo>
                <a:lnTo>
                  <a:pt x="266" y="371"/>
                </a:lnTo>
                <a:lnTo>
                  <a:pt x="265" y="371"/>
                </a:lnTo>
                <a:lnTo>
                  <a:pt x="264" y="372"/>
                </a:lnTo>
                <a:lnTo>
                  <a:pt x="263" y="372"/>
                </a:lnTo>
                <a:lnTo>
                  <a:pt x="262" y="372"/>
                </a:lnTo>
                <a:lnTo>
                  <a:pt x="261" y="372"/>
                </a:lnTo>
                <a:lnTo>
                  <a:pt x="260" y="372"/>
                </a:lnTo>
                <a:lnTo>
                  <a:pt x="259" y="371"/>
                </a:lnTo>
                <a:lnTo>
                  <a:pt x="258" y="371"/>
                </a:lnTo>
                <a:lnTo>
                  <a:pt x="258" y="370"/>
                </a:lnTo>
                <a:lnTo>
                  <a:pt x="257" y="369"/>
                </a:lnTo>
                <a:lnTo>
                  <a:pt x="257" y="370"/>
                </a:lnTo>
                <a:lnTo>
                  <a:pt x="256" y="369"/>
                </a:lnTo>
                <a:lnTo>
                  <a:pt x="255" y="370"/>
                </a:lnTo>
                <a:lnTo>
                  <a:pt x="254" y="370"/>
                </a:lnTo>
                <a:lnTo>
                  <a:pt x="251" y="370"/>
                </a:lnTo>
                <a:lnTo>
                  <a:pt x="250" y="370"/>
                </a:lnTo>
                <a:lnTo>
                  <a:pt x="250" y="369"/>
                </a:lnTo>
                <a:lnTo>
                  <a:pt x="249" y="369"/>
                </a:lnTo>
                <a:lnTo>
                  <a:pt x="249" y="368"/>
                </a:lnTo>
                <a:lnTo>
                  <a:pt x="247" y="368"/>
                </a:lnTo>
                <a:lnTo>
                  <a:pt x="246" y="368"/>
                </a:lnTo>
                <a:lnTo>
                  <a:pt x="246" y="366"/>
                </a:lnTo>
                <a:lnTo>
                  <a:pt x="245" y="366"/>
                </a:lnTo>
                <a:lnTo>
                  <a:pt x="245" y="365"/>
                </a:lnTo>
                <a:lnTo>
                  <a:pt x="244" y="365"/>
                </a:lnTo>
                <a:lnTo>
                  <a:pt x="244" y="364"/>
                </a:lnTo>
                <a:lnTo>
                  <a:pt x="243" y="364"/>
                </a:lnTo>
                <a:lnTo>
                  <a:pt x="241" y="363"/>
                </a:lnTo>
                <a:lnTo>
                  <a:pt x="240" y="363"/>
                </a:lnTo>
                <a:lnTo>
                  <a:pt x="239" y="363"/>
                </a:lnTo>
                <a:lnTo>
                  <a:pt x="238" y="364"/>
                </a:lnTo>
                <a:lnTo>
                  <a:pt x="237" y="364"/>
                </a:lnTo>
                <a:lnTo>
                  <a:pt x="235" y="366"/>
                </a:lnTo>
                <a:lnTo>
                  <a:pt x="235" y="367"/>
                </a:lnTo>
                <a:lnTo>
                  <a:pt x="234" y="367"/>
                </a:lnTo>
                <a:lnTo>
                  <a:pt x="234" y="366"/>
                </a:lnTo>
                <a:lnTo>
                  <a:pt x="233" y="365"/>
                </a:lnTo>
                <a:lnTo>
                  <a:pt x="233" y="364"/>
                </a:lnTo>
                <a:lnTo>
                  <a:pt x="232" y="364"/>
                </a:lnTo>
                <a:lnTo>
                  <a:pt x="232" y="365"/>
                </a:lnTo>
                <a:lnTo>
                  <a:pt x="231" y="365"/>
                </a:lnTo>
                <a:lnTo>
                  <a:pt x="230" y="365"/>
                </a:lnTo>
                <a:lnTo>
                  <a:pt x="229" y="365"/>
                </a:lnTo>
                <a:lnTo>
                  <a:pt x="228" y="365"/>
                </a:lnTo>
                <a:lnTo>
                  <a:pt x="228" y="366"/>
                </a:lnTo>
                <a:lnTo>
                  <a:pt x="227" y="366"/>
                </a:lnTo>
                <a:lnTo>
                  <a:pt x="227" y="365"/>
                </a:lnTo>
                <a:lnTo>
                  <a:pt x="226" y="365"/>
                </a:lnTo>
                <a:lnTo>
                  <a:pt x="225" y="365"/>
                </a:lnTo>
                <a:lnTo>
                  <a:pt x="223" y="366"/>
                </a:lnTo>
                <a:lnTo>
                  <a:pt x="222" y="366"/>
                </a:lnTo>
                <a:lnTo>
                  <a:pt x="222" y="365"/>
                </a:lnTo>
                <a:lnTo>
                  <a:pt x="221" y="365"/>
                </a:lnTo>
                <a:lnTo>
                  <a:pt x="221" y="364"/>
                </a:lnTo>
                <a:lnTo>
                  <a:pt x="221" y="363"/>
                </a:lnTo>
                <a:lnTo>
                  <a:pt x="222" y="362"/>
                </a:lnTo>
                <a:lnTo>
                  <a:pt x="222" y="361"/>
                </a:lnTo>
                <a:lnTo>
                  <a:pt x="223" y="360"/>
                </a:lnTo>
                <a:lnTo>
                  <a:pt x="224" y="359"/>
                </a:lnTo>
                <a:lnTo>
                  <a:pt x="225" y="359"/>
                </a:lnTo>
                <a:lnTo>
                  <a:pt x="226" y="359"/>
                </a:lnTo>
                <a:lnTo>
                  <a:pt x="226" y="358"/>
                </a:lnTo>
                <a:lnTo>
                  <a:pt x="225" y="358"/>
                </a:lnTo>
                <a:lnTo>
                  <a:pt x="224" y="358"/>
                </a:lnTo>
                <a:lnTo>
                  <a:pt x="225" y="357"/>
                </a:lnTo>
                <a:lnTo>
                  <a:pt x="225" y="355"/>
                </a:lnTo>
                <a:lnTo>
                  <a:pt x="224" y="355"/>
                </a:lnTo>
                <a:lnTo>
                  <a:pt x="225" y="355"/>
                </a:lnTo>
                <a:lnTo>
                  <a:pt x="225" y="354"/>
                </a:lnTo>
                <a:lnTo>
                  <a:pt x="226" y="354"/>
                </a:lnTo>
                <a:lnTo>
                  <a:pt x="226" y="355"/>
                </a:lnTo>
                <a:lnTo>
                  <a:pt x="226" y="354"/>
                </a:lnTo>
                <a:lnTo>
                  <a:pt x="228" y="354"/>
                </a:lnTo>
                <a:lnTo>
                  <a:pt x="228" y="353"/>
                </a:lnTo>
                <a:lnTo>
                  <a:pt x="227" y="353"/>
                </a:lnTo>
                <a:lnTo>
                  <a:pt x="226" y="353"/>
                </a:lnTo>
                <a:lnTo>
                  <a:pt x="226" y="352"/>
                </a:lnTo>
                <a:lnTo>
                  <a:pt x="225" y="352"/>
                </a:lnTo>
                <a:lnTo>
                  <a:pt x="225" y="351"/>
                </a:lnTo>
                <a:lnTo>
                  <a:pt x="224" y="350"/>
                </a:lnTo>
                <a:lnTo>
                  <a:pt x="224" y="349"/>
                </a:lnTo>
                <a:lnTo>
                  <a:pt x="223" y="349"/>
                </a:lnTo>
                <a:lnTo>
                  <a:pt x="223" y="348"/>
                </a:lnTo>
                <a:lnTo>
                  <a:pt x="223" y="346"/>
                </a:lnTo>
                <a:lnTo>
                  <a:pt x="223" y="345"/>
                </a:lnTo>
                <a:lnTo>
                  <a:pt x="223" y="344"/>
                </a:lnTo>
                <a:lnTo>
                  <a:pt x="223" y="343"/>
                </a:lnTo>
                <a:lnTo>
                  <a:pt x="223" y="342"/>
                </a:lnTo>
                <a:lnTo>
                  <a:pt x="223" y="341"/>
                </a:lnTo>
                <a:lnTo>
                  <a:pt x="222" y="341"/>
                </a:lnTo>
                <a:lnTo>
                  <a:pt x="222" y="340"/>
                </a:lnTo>
                <a:lnTo>
                  <a:pt x="221" y="340"/>
                </a:lnTo>
                <a:lnTo>
                  <a:pt x="221" y="337"/>
                </a:lnTo>
                <a:lnTo>
                  <a:pt x="221" y="336"/>
                </a:lnTo>
                <a:lnTo>
                  <a:pt x="222" y="336"/>
                </a:lnTo>
                <a:lnTo>
                  <a:pt x="222" y="335"/>
                </a:lnTo>
                <a:lnTo>
                  <a:pt x="221" y="334"/>
                </a:lnTo>
                <a:lnTo>
                  <a:pt x="220" y="334"/>
                </a:lnTo>
                <a:lnTo>
                  <a:pt x="219" y="334"/>
                </a:lnTo>
                <a:lnTo>
                  <a:pt x="217" y="334"/>
                </a:lnTo>
                <a:lnTo>
                  <a:pt x="217" y="333"/>
                </a:lnTo>
                <a:lnTo>
                  <a:pt x="216" y="333"/>
                </a:lnTo>
                <a:lnTo>
                  <a:pt x="215" y="333"/>
                </a:lnTo>
                <a:lnTo>
                  <a:pt x="214" y="331"/>
                </a:lnTo>
                <a:lnTo>
                  <a:pt x="213" y="331"/>
                </a:lnTo>
                <a:lnTo>
                  <a:pt x="212" y="331"/>
                </a:lnTo>
                <a:lnTo>
                  <a:pt x="211" y="331"/>
                </a:lnTo>
                <a:lnTo>
                  <a:pt x="210" y="331"/>
                </a:lnTo>
                <a:lnTo>
                  <a:pt x="209" y="331"/>
                </a:lnTo>
                <a:lnTo>
                  <a:pt x="208" y="331"/>
                </a:lnTo>
                <a:lnTo>
                  <a:pt x="207" y="331"/>
                </a:lnTo>
                <a:lnTo>
                  <a:pt x="206" y="331"/>
                </a:lnTo>
                <a:lnTo>
                  <a:pt x="203" y="332"/>
                </a:lnTo>
                <a:lnTo>
                  <a:pt x="202" y="332"/>
                </a:lnTo>
                <a:lnTo>
                  <a:pt x="202" y="333"/>
                </a:lnTo>
                <a:lnTo>
                  <a:pt x="201" y="333"/>
                </a:lnTo>
                <a:lnTo>
                  <a:pt x="200" y="333"/>
                </a:lnTo>
                <a:lnTo>
                  <a:pt x="200" y="332"/>
                </a:lnTo>
                <a:lnTo>
                  <a:pt x="199" y="332"/>
                </a:lnTo>
                <a:lnTo>
                  <a:pt x="198" y="331"/>
                </a:lnTo>
                <a:lnTo>
                  <a:pt x="197" y="330"/>
                </a:lnTo>
                <a:lnTo>
                  <a:pt x="196" y="330"/>
                </a:lnTo>
                <a:lnTo>
                  <a:pt x="195" y="330"/>
                </a:lnTo>
                <a:lnTo>
                  <a:pt x="195" y="329"/>
                </a:lnTo>
                <a:lnTo>
                  <a:pt x="196" y="329"/>
                </a:lnTo>
                <a:lnTo>
                  <a:pt x="197" y="328"/>
                </a:lnTo>
                <a:lnTo>
                  <a:pt x="198" y="328"/>
                </a:lnTo>
                <a:lnTo>
                  <a:pt x="198" y="327"/>
                </a:lnTo>
                <a:lnTo>
                  <a:pt x="198" y="326"/>
                </a:lnTo>
                <a:lnTo>
                  <a:pt x="199" y="326"/>
                </a:lnTo>
                <a:lnTo>
                  <a:pt x="198" y="325"/>
                </a:lnTo>
                <a:lnTo>
                  <a:pt x="197" y="325"/>
                </a:lnTo>
                <a:lnTo>
                  <a:pt x="197" y="324"/>
                </a:lnTo>
                <a:lnTo>
                  <a:pt x="197" y="323"/>
                </a:lnTo>
                <a:lnTo>
                  <a:pt x="197" y="322"/>
                </a:lnTo>
                <a:lnTo>
                  <a:pt x="197" y="321"/>
                </a:lnTo>
                <a:lnTo>
                  <a:pt x="197" y="320"/>
                </a:lnTo>
                <a:lnTo>
                  <a:pt x="196" y="319"/>
                </a:lnTo>
                <a:lnTo>
                  <a:pt x="196" y="318"/>
                </a:lnTo>
                <a:lnTo>
                  <a:pt x="197" y="318"/>
                </a:lnTo>
                <a:lnTo>
                  <a:pt x="198" y="318"/>
                </a:lnTo>
                <a:lnTo>
                  <a:pt x="198" y="317"/>
                </a:lnTo>
                <a:lnTo>
                  <a:pt x="198" y="316"/>
                </a:lnTo>
                <a:lnTo>
                  <a:pt x="198" y="315"/>
                </a:lnTo>
                <a:lnTo>
                  <a:pt x="199" y="314"/>
                </a:lnTo>
                <a:lnTo>
                  <a:pt x="200" y="313"/>
                </a:lnTo>
                <a:lnTo>
                  <a:pt x="201" y="313"/>
                </a:lnTo>
                <a:lnTo>
                  <a:pt x="201" y="314"/>
                </a:lnTo>
                <a:lnTo>
                  <a:pt x="202" y="314"/>
                </a:lnTo>
                <a:lnTo>
                  <a:pt x="203" y="314"/>
                </a:lnTo>
                <a:lnTo>
                  <a:pt x="204" y="313"/>
                </a:lnTo>
                <a:lnTo>
                  <a:pt x="205" y="312"/>
                </a:lnTo>
                <a:lnTo>
                  <a:pt x="204" y="311"/>
                </a:lnTo>
                <a:lnTo>
                  <a:pt x="204" y="310"/>
                </a:lnTo>
                <a:lnTo>
                  <a:pt x="203" y="310"/>
                </a:lnTo>
                <a:lnTo>
                  <a:pt x="203" y="309"/>
                </a:lnTo>
                <a:lnTo>
                  <a:pt x="202" y="308"/>
                </a:lnTo>
                <a:lnTo>
                  <a:pt x="202" y="307"/>
                </a:lnTo>
                <a:lnTo>
                  <a:pt x="202" y="306"/>
                </a:lnTo>
                <a:lnTo>
                  <a:pt x="201" y="305"/>
                </a:lnTo>
                <a:lnTo>
                  <a:pt x="200" y="304"/>
                </a:lnTo>
                <a:lnTo>
                  <a:pt x="200" y="303"/>
                </a:lnTo>
                <a:lnTo>
                  <a:pt x="200" y="302"/>
                </a:lnTo>
                <a:lnTo>
                  <a:pt x="200" y="301"/>
                </a:lnTo>
                <a:lnTo>
                  <a:pt x="199" y="298"/>
                </a:lnTo>
                <a:lnTo>
                  <a:pt x="199" y="297"/>
                </a:lnTo>
                <a:lnTo>
                  <a:pt x="198" y="297"/>
                </a:lnTo>
                <a:lnTo>
                  <a:pt x="198" y="298"/>
                </a:lnTo>
                <a:lnTo>
                  <a:pt x="197" y="298"/>
                </a:lnTo>
                <a:lnTo>
                  <a:pt x="196" y="297"/>
                </a:lnTo>
                <a:lnTo>
                  <a:pt x="194" y="295"/>
                </a:lnTo>
                <a:lnTo>
                  <a:pt x="194" y="294"/>
                </a:lnTo>
                <a:lnTo>
                  <a:pt x="195" y="294"/>
                </a:lnTo>
                <a:lnTo>
                  <a:pt x="195" y="293"/>
                </a:lnTo>
                <a:lnTo>
                  <a:pt x="195" y="292"/>
                </a:lnTo>
                <a:lnTo>
                  <a:pt x="195" y="291"/>
                </a:lnTo>
                <a:lnTo>
                  <a:pt x="196" y="291"/>
                </a:lnTo>
                <a:lnTo>
                  <a:pt x="196" y="290"/>
                </a:lnTo>
                <a:lnTo>
                  <a:pt x="197" y="289"/>
                </a:lnTo>
                <a:lnTo>
                  <a:pt x="198" y="289"/>
                </a:lnTo>
                <a:lnTo>
                  <a:pt x="199" y="289"/>
                </a:lnTo>
                <a:lnTo>
                  <a:pt x="200" y="289"/>
                </a:lnTo>
                <a:lnTo>
                  <a:pt x="201" y="289"/>
                </a:lnTo>
                <a:lnTo>
                  <a:pt x="201" y="287"/>
                </a:lnTo>
                <a:lnTo>
                  <a:pt x="201" y="286"/>
                </a:lnTo>
                <a:lnTo>
                  <a:pt x="202" y="286"/>
                </a:lnTo>
                <a:lnTo>
                  <a:pt x="202" y="285"/>
                </a:lnTo>
                <a:lnTo>
                  <a:pt x="201" y="285"/>
                </a:lnTo>
                <a:lnTo>
                  <a:pt x="201" y="284"/>
                </a:lnTo>
                <a:lnTo>
                  <a:pt x="201" y="283"/>
                </a:lnTo>
                <a:lnTo>
                  <a:pt x="201" y="282"/>
                </a:lnTo>
                <a:lnTo>
                  <a:pt x="201" y="281"/>
                </a:lnTo>
                <a:lnTo>
                  <a:pt x="200" y="280"/>
                </a:lnTo>
                <a:lnTo>
                  <a:pt x="201" y="280"/>
                </a:lnTo>
                <a:lnTo>
                  <a:pt x="200" y="279"/>
                </a:lnTo>
                <a:lnTo>
                  <a:pt x="200" y="277"/>
                </a:lnTo>
                <a:lnTo>
                  <a:pt x="199" y="277"/>
                </a:lnTo>
                <a:lnTo>
                  <a:pt x="198" y="276"/>
                </a:lnTo>
                <a:lnTo>
                  <a:pt x="197" y="276"/>
                </a:lnTo>
                <a:lnTo>
                  <a:pt x="196" y="275"/>
                </a:lnTo>
                <a:lnTo>
                  <a:pt x="195" y="274"/>
                </a:lnTo>
                <a:lnTo>
                  <a:pt x="194" y="273"/>
                </a:lnTo>
                <a:lnTo>
                  <a:pt x="194" y="272"/>
                </a:lnTo>
                <a:lnTo>
                  <a:pt x="194" y="271"/>
                </a:lnTo>
                <a:lnTo>
                  <a:pt x="194" y="269"/>
                </a:lnTo>
                <a:lnTo>
                  <a:pt x="193" y="268"/>
                </a:lnTo>
                <a:lnTo>
                  <a:pt x="193" y="267"/>
                </a:lnTo>
                <a:lnTo>
                  <a:pt x="194" y="266"/>
                </a:lnTo>
                <a:lnTo>
                  <a:pt x="194" y="265"/>
                </a:lnTo>
                <a:lnTo>
                  <a:pt x="194" y="264"/>
                </a:lnTo>
                <a:lnTo>
                  <a:pt x="194" y="263"/>
                </a:lnTo>
                <a:lnTo>
                  <a:pt x="195" y="261"/>
                </a:lnTo>
                <a:lnTo>
                  <a:pt x="195" y="260"/>
                </a:lnTo>
                <a:lnTo>
                  <a:pt x="195" y="259"/>
                </a:lnTo>
                <a:lnTo>
                  <a:pt x="196" y="259"/>
                </a:lnTo>
                <a:lnTo>
                  <a:pt x="197" y="259"/>
                </a:lnTo>
                <a:lnTo>
                  <a:pt x="197" y="258"/>
                </a:lnTo>
                <a:lnTo>
                  <a:pt x="198" y="257"/>
                </a:lnTo>
                <a:lnTo>
                  <a:pt x="198" y="256"/>
                </a:lnTo>
                <a:lnTo>
                  <a:pt x="197" y="256"/>
                </a:lnTo>
                <a:lnTo>
                  <a:pt x="197" y="255"/>
                </a:lnTo>
                <a:lnTo>
                  <a:pt x="197" y="254"/>
                </a:lnTo>
                <a:lnTo>
                  <a:pt x="197" y="253"/>
                </a:lnTo>
                <a:lnTo>
                  <a:pt x="198" y="253"/>
                </a:lnTo>
                <a:lnTo>
                  <a:pt x="199" y="253"/>
                </a:lnTo>
                <a:lnTo>
                  <a:pt x="199" y="252"/>
                </a:lnTo>
                <a:lnTo>
                  <a:pt x="198" y="251"/>
                </a:lnTo>
                <a:lnTo>
                  <a:pt x="198" y="250"/>
                </a:lnTo>
                <a:lnTo>
                  <a:pt x="197" y="249"/>
                </a:lnTo>
                <a:lnTo>
                  <a:pt x="196" y="248"/>
                </a:lnTo>
                <a:lnTo>
                  <a:pt x="195" y="247"/>
                </a:lnTo>
                <a:lnTo>
                  <a:pt x="193" y="246"/>
                </a:lnTo>
                <a:lnTo>
                  <a:pt x="193" y="244"/>
                </a:lnTo>
                <a:lnTo>
                  <a:pt x="193" y="243"/>
                </a:lnTo>
                <a:lnTo>
                  <a:pt x="192" y="241"/>
                </a:lnTo>
                <a:lnTo>
                  <a:pt x="193" y="238"/>
                </a:lnTo>
                <a:lnTo>
                  <a:pt x="193" y="237"/>
                </a:lnTo>
                <a:lnTo>
                  <a:pt x="193" y="236"/>
                </a:lnTo>
                <a:lnTo>
                  <a:pt x="194" y="236"/>
                </a:lnTo>
                <a:lnTo>
                  <a:pt x="194" y="234"/>
                </a:lnTo>
                <a:lnTo>
                  <a:pt x="194" y="233"/>
                </a:lnTo>
                <a:lnTo>
                  <a:pt x="194" y="232"/>
                </a:lnTo>
                <a:lnTo>
                  <a:pt x="195" y="232"/>
                </a:lnTo>
                <a:lnTo>
                  <a:pt x="195" y="231"/>
                </a:lnTo>
                <a:lnTo>
                  <a:pt x="194" y="230"/>
                </a:lnTo>
                <a:lnTo>
                  <a:pt x="193" y="229"/>
                </a:lnTo>
                <a:lnTo>
                  <a:pt x="192" y="229"/>
                </a:lnTo>
                <a:lnTo>
                  <a:pt x="189" y="228"/>
                </a:lnTo>
                <a:lnTo>
                  <a:pt x="188" y="228"/>
                </a:lnTo>
                <a:lnTo>
                  <a:pt x="188" y="227"/>
                </a:lnTo>
                <a:lnTo>
                  <a:pt x="188" y="228"/>
                </a:lnTo>
                <a:lnTo>
                  <a:pt x="187" y="228"/>
                </a:lnTo>
                <a:lnTo>
                  <a:pt x="186" y="228"/>
                </a:lnTo>
                <a:lnTo>
                  <a:pt x="186" y="227"/>
                </a:lnTo>
                <a:lnTo>
                  <a:pt x="186" y="226"/>
                </a:lnTo>
                <a:lnTo>
                  <a:pt x="185" y="225"/>
                </a:lnTo>
                <a:lnTo>
                  <a:pt x="184" y="225"/>
                </a:lnTo>
                <a:lnTo>
                  <a:pt x="183" y="224"/>
                </a:lnTo>
                <a:lnTo>
                  <a:pt x="183" y="223"/>
                </a:lnTo>
                <a:lnTo>
                  <a:pt x="183" y="222"/>
                </a:lnTo>
                <a:lnTo>
                  <a:pt x="182" y="221"/>
                </a:lnTo>
                <a:lnTo>
                  <a:pt x="182" y="219"/>
                </a:lnTo>
                <a:lnTo>
                  <a:pt x="181" y="219"/>
                </a:lnTo>
                <a:lnTo>
                  <a:pt x="180" y="219"/>
                </a:lnTo>
                <a:lnTo>
                  <a:pt x="179" y="218"/>
                </a:lnTo>
                <a:lnTo>
                  <a:pt x="179" y="217"/>
                </a:lnTo>
                <a:lnTo>
                  <a:pt x="179" y="216"/>
                </a:lnTo>
                <a:lnTo>
                  <a:pt x="179" y="215"/>
                </a:lnTo>
                <a:lnTo>
                  <a:pt x="178" y="215"/>
                </a:lnTo>
                <a:lnTo>
                  <a:pt x="177" y="215"/>
                </a:lnTo>
                <a:lnTo>
                  <a:pt x="176" y="216"/>
                </a:lnTo>
                <a:lnTo>
                  <a:pt x="175" y="215"/>
                </a:lnTo>
                <a:lnTo>
                  <a:pt x="174" y="214"/>
                </a:lnTo>
                <a:lnTo>
                  <a:pt x="175" y="214"/>
                </a:lnTo>
                <a:lnTo>
                  <a:pt x="175" y="213"/>
                </a:lnTo>
                <a:lnTo>
                  <a:pt x="175" y="212"/>
                </a:lnTo>
                <a:lnTo>
                  <a:pt x="176" y="211"/>
                </a:lnTo>
                <a:lnTo>
                  <a:pt x="176" y="210"/>
                </a:lnTo>
                <a:lnTo>
                  <a:pt x="177" y="209"/>
                </a:lnTo>
                <a:lnTo>
                  <a:pt x="177" y="208"/>
                </a:lnTo>
                <a:lnTo>
                  <a:pt x="178" y="206"/>
                </a:lnTo>
                <a:lnTo>
                  <a:pt x="179" y="205"/>
                </a:lnTo>
                <a:lnTo>
                  <a:pt x="179" y="204"/>
                </a:lnTo>
                <a:lnTo>
                  <a:pt x="178" y="203"/>
                </a:lnTo>
                <a:lnTo>
                  <a:pt x="177" y="201"/>
                </a:lnTo>
                <a:lnTo>
                  <a:pt x="177" y="200"/>
                </a:lnTo>
                <a:lnTo>
                  <a:pt x="177" y="199"/>
                </a:lnTo>
                <a:lnTo>
                  <a:pt x="176" y="198"/>
                </a:lnTo>
                <a:lnTo>
                  <a:pt x="176" y="197"/>
                </a:lnTo>
                <a:lnTo>
                  <a:pt x="175" y="194"/>
                </a:lnTo>
                <a:lnTo>
                  <a:pt x="175" y="193"/>
                </a:lnTo>
                <a:lnTo>
                  <a:pt x="176" y="193"/>
                </a:lnTo>
                <a:lnTo>
                  <a:pt x="177" y="192"/>
                </a:lnTo>
                <a:lnTo>
                  <a:pt x="178" y="192"/>
                </a:lnTo>
                <a:lnTo>
                  <a:pt x="179" y="192"/>
                </a:lnTo>
                <a:lnTo>
                  <a:pt x="180" y="192"/>
                </a:lnTo>
                <a:lnTo>
                  <a:pt x="180" y="191"/>
                </a:lnTo>
                <a:lnTo>
                  <a:pt x="180" y="190"/>
                </a:lnTo>
                <a:lnTo>
                  <a:pt x="180" y="189"/>
                </a:lnTo>
                <a:lnTo>
                  <a:pt x="180" y="188"/>
                </a:lnTo>
                <a:lnTo>
                  <a:pt x="179" y="188"/>
                </a:lnTo>
                <a:lnTo>
                  <a:pt x="179" y="187"/>
                </a:lnTo>
                <a:lnTo>
                  <a:pt x="179" y="185"/>
                </a:lnTo>
                <a:lnTo>
                  <a:pt x="179" y="184"/>
                </a:lnTo>
                <a:lnTo>
                  <a:pt x="180" y="184"/>
                </a:lnTo>
                <a:lnTo>
                  <a:pt x="180" y="183"/>
                </a:lnTo>
                <a:lnTo>
                  <a:pt x="181" y="182"/>
                </a:lnTo>
                <a:lnTo>
                  <a:pt x="182" y="181"/>
                </a:lnTo>
                <a:lnTo>
                  <a:pt x="183" y="180"/>
                </a:lnTo>
                <a:lnTo>
                  <a:pt x="183" y="178"/>
                </a:lnTo>
                <a:lnTo>
                  <a:pt x="183" y="177"/>
                </a:lnTo>
                <a:lnTo>
                  <a:pt x="183" y="176"/>
                </a:lnTo>
                <a:lnTo>
                  <a:pt x="183" y="175"/>
                </a:lnTo>
                <a:lnTo>
                  <a:pt x="183" y="174"/>
                </a:lnTo>
                <a:lnTo>
                  <a:pt x="185" y="174"/>
                </a:lnTo>
                <a:lnTo>
                  <a:pt x="186" y="174"/>
                </a:lnTo>
                <a:lnTo>
                  <a:pt x="186" y="173"/>
                </a:lnTo>
                <a:lnTo>
                  <a:pt x="187" y="173"/>
                </a:lnTo>
                <a:lnTo>
                  <a:pt x="187" y="172"/>
                </a:lnTo>
                <a:lnTo>
                  <a:pt x="187" y="171"/>
                </a:lnTo>
                <a:lnTo>
                  <a:pt x="188" y="169"/>
                </a:lnTo>
                <a:lnTo>
                  <a:pt x="188" y="168"/>
                </a:lnTo>
                <a:lnTo>
                  <a:pt x="188" y="167"/>
                </a:lnTo>
                <a:lnTo>
                  <a:pt x="189" y="167"/>
                </a:lnTo>
                <a:lnTo>
                  <a:pt x="191" y="165"/>
                </a:lnTo>
                <a:lnTo>
                  <a:pt x="192" y="165"/>
                </a:lnTo>
                <a:lnTo>
                  <a:pt x="194" y="166"/>
                </a:lnTo>
                <a:lnTo>
                  <a:pt x="194" y="165"/>
                </a:lnTo>
                <a:lnTo>
                  <a:pt x="195" y="163"/>
                </a:lnTo>
                <a:lnTo>
                  <a:pt x="196" y="163"/>
                </a:lnTo>
                <a:lnTo>
                  <a:pt x="197" y="163"/>
                </a:lnTo>
                <a:lnTo>
                  <a:pt x="197" y="162"/>
                </a:lnTo>
                <a:lnTo>
                  <a:pt x="197" y="161"/>
                </a:lnTo>
                <a:lnTo>
                  <a:pt x="197" y="160"/>
                </a:lnTo>
                <a:lnTo>
                  <a:pt x="197" y="159"/>
                </a:lnTo>
                <a:lnTo>
                  <a:pt x="197" y="158"/>
                </a:lnTo>
                <a:lnTo>
                  <a:pt x="196" y="158"/>
                </a:lnTo>
                <a:lnTo>
                  <a:pt x="195" y="158"/>
                </a:lnTo>
                <a:lnTo>
                  <a:pt x="194" y="158"/>
                </a:lnTo>
                <a:lnTo>
                  <a:pt x="193" y="157"/>
                </a:lnTo>
                <a:lnTo>
                  <a:pt x="194" y="156"/>
                </a:lnTo>
                <a:lnTo>
                  <a:pt x="194" y="155"/>
                </a:lnTo>
                <a:lnTo>
                  <a:pt x="195" y="154"/>
                </a:lnTo>
                <a:lnTo>
                  <a:pt x="195" y="153"/>
                </a:lnTo>
                <a:lnTo>
                  <a:pt x="194" y="153"/>
                </a:lnTo>
                <a:lnTo>
                  <a:pt x="194" y="152"/>
                </a:lnTo>
                <a:lnTo>
                  <a:pt x="193" y="152"/>
                </a:lnTo>
                <a:lnTo>
                  <a:pt x="194" y="151"/>
                </a:lnTo>
                <a:lnTo>
                  <a:pt x="195" y="150"/>
                </a:lnTo>
                <a:lnTo>
                  <a:pt x="195" y="149"/>
                </a:lnTo>
                <a:lnTo>
                  <a:pt x="196" y="150"/>
                </a:lnTo>
                <a:lnTo>
                  <a:pt x="197" y="149"/>
                </a:lnTo>
                <a:lnTo>
                  <a:pt x="199" y="149"/>
                </a:lnTo>
                <a:lnTo>
                  <a:pt x="201" y="149"/>
                </a:lnTo>
                <a:lnTo>
                  <a:pt x="202" y="149"/>
                </a:lnTo>
                <a:lnTo>
                  <a:pt x="203" y="148"/>
                </a:lnTo>
                <a:lnTo>
                  <a:pt x="204" y="148"/>
                </a:lnTo>
                <a:lnTo>
                  <a:pt x="204" y="149"/>
                </a:lnTo>
                <a:lnTo>
                  <a:pt x="205" y="149"/>
                </a:lnTo>
                <a:lnTo>
                  <a:pt x="206" y="149"/>
                </a:lnTo>
                <a:lnTo>
                  <a:pt x="206" y="150"/>
                </a:lnTo>
                <a:lnTo>
                  <a:pt x="207" y="149"/>
                </a:lnTo>
                <a:lnTo>
                  <a:pt x="207" y="148"/>
                </a:lnTo>
                <a:lnTo>
                  <a:pt x="209" y="147"/>
                </a:lnTo>
                <a:lnTo>
                  <a:pt x="210" y="148"/>
                </a:lnTo>
                <a:lnTo>
                  <a:pt x="211" y="148"/>
                </a:lnTo>
                <a:lnTo>
                  <a:pt x="211" y="147"/>
                </a:lnTo>
                <a:lnTo>
                  <a:pt x="212" y="147"/>
                </a:lnTo>
                <a:lnTo>
                  <a:pt x="213" y="148"/>
                </a:lnTo>
                <a:lnTo>
                  <a:pt x="215" y="150"/>
                </a:lnTo>
                <a:lnTo>
                  <a:pt x="216" y="151"/>
                </a:lnTo>
                <a:lnTo>
                  <a:pt x="217" y="151"/>
                </a:lnTo>
                <a:lnTo>
                  <a:pt x="218" y="151"/>
                </a:lnTo>
                <a:lnTo>
                  <a:pt x="219" y="151"/>
                </a:lnTo>
                <a:lnTo>
                  <a:pt x="220" y="151"/>
                </a:lnTo>
                <a:lnTo>
                  <a:pt x="221" y="151"/>
                </a:lnTo>
                <a:lnTo>
                  <a:pt x="222" y="152"/>
                </a:lnTo>
                <a:lnTo>
                  <a:pt x="223" y="152"/>
                </a:lnTo>
                <a:lnTo>
                  <a:pt x="224" y="152"/>
                </a:lnTo>
                <a:lnTo>
                  <a:pt x="225" y="152"/>
                </a:lnTo>
                <a:lnTo>
                  <a:pt x="227" y="152"/>
                </a:lnTo>
                <a:lnTo>
                  <a:pt x="228" y="152"/>
                </a:lnTo>
                <a:lnTo>
                  <a:pt x="228" y="153"/>
                </a:lnTo>
                <a:lnTo>
                  <a:pt x="229" y="153"/>
                </a:lnTo>
                <a:lnTo>
                  <a:pt x="230" y="152"/>
                </a:lnTo>
                <a:lnTo>
                  <a:pt x="230" y="151"/>
                </a:lnTo>
                <a:lnTo>
                  <a:pt x="231" y="151"/>
                </a:lnTo>
                <a:lnTo>
                  <a:pt x="232" y="151"/>
                </a:lnTo>
                <a:lnTo>
                  <a:pt x="233" y="151"/>
                </a:lnTo>
                <a:lnTo>
                  <a:pt x="235" y="151"/>
                </a:lnTo>
                <a:lnTo>
                  <a:pt x="235" y="150"/>
                </a:lnTo>
                <a:lnTo>
                  <a:pt x="237" y="149"/>
                </a:lnTo>
                <a:lnTo>
                  <a:pt x="238" y="149"/>
                </a:lnTo>
                <a:lnTo>
                  <a:pt x="240" y="149"/>
                </a:lnTo>
                <a:lnTo>
                  <a:pt x="240" y="148"/>
                </a:lnTo>
                <a:lnTo>
                  <a:pt x="241" y="148"/>
                </a:lnTo>
                <a:lnTo>
                  <a:pt x="242" y="149"/>
                </a:lnTo>
                <a:lnTo>
                  <a:pt x="243" y="149"/>
                </a:lnTo>
                <a:lnTo>
                  <a:pt x="244" y="149"/>
                </a:lnTo>
                <a:lnTo>
                  <a:pt x="245" y="149"/>
                </a:lnTo>
                <a:lnTo>
                  <a:pt x="245" y="148"/>
                </a:lnTo>
                <a:lnTo>
                  <a:pt x="246" y="148"/>
                </a:lnTo>
                <a:lnTo>
                  <a:pt x="247" y="150"/>
                </a:lnTo>
                <a:lnTo>
                  <a:pt x="248" y="151"/>
                </a:lnTo>
                <a:lnTo>
                  <a:pt x="249" y="152"/>
                </a:lnTo>
                <a:lnTo>
                  <a:pt x="250" y="153"/>
                </a:lnTo>
                <a:lnTo>
                  <a:pt x="251" y="152"/>
                </a:lnTo>
                <a:lnTo>
                  <a:pt x="252" y="151"/>
                </a:lnTo>
                <a:lnTo>
                  <a:pt x="253" y="151"/>
                </a:lnTo>
                <a:lnTo>
                  <a:pt x="254" y="151"/>
                </a:lnTo>
                <a:lnTo>
                  <a:pt x="254" y="152"/>
                </a:lnTo>
                <a:lnTo>
                  <a:pt x="254" y="153"/>
                </a:lnTo>
                <a:lnTo>
                  <a:pt x="255" y="154"/>
                </a:lnTo>
                <a:lnTo>
                  <a:pt x="255" y="156"/>
                </a:lnTo>
                <a:lnTo>
                  <a:pt x="256" y="156"/>
                </a:lnTo>
                <a:lnTo>
                  <a:pt x="257" y="156"/>
                </a:lnTo>
                <a:lnTo>
                  <a:pt x="258" y="156"/>
                </a:lnTo>
                <a:lnTo>
                  <a:pt x="259" y="156"/>
                </a:lnTo>
                <a:lnTo>
                  <a:pt x="259" y="157"/>
                </a:lnTo>
                <a:lnTo>
                  <a:pt x="260" y="157"/>
                </a:lnTo>
                <a:lnTo>
                  <a:pt x="261" y="157"/>
                </a:lnTo>
                <a:lnTo>
                  <a:pt x="263" y="158"/>
                </a:lnTo>
                <a:lnTo>
                  <a:pt x="264" y="157"/>
                </a:lnTo>
                <a:lnTo>
                  <a:pt x="265" y="157"/>
                </a:lnTo>
                <a:lnTo>
                  <a:pt x="265" y="156"/>
                </a:lnTo>
                <a:lnTo>
                  <a:pt x="265" y="155"/>
                </a:lnTo>
                <a:lnTo>
                  <a:pt x="266" y="155"/>
                </a:lnTo>
                <a:lnTo>
                  <a:pt x="267" y="154"/>
                </a:lnTo>
                <a:lnTo>
                  <a:pt x="268" y="154"/>
                </a:lnTo>
                <a:lnTo>
                  <a:pt x="269" y="154"/>
                </a:lnTo>
                <a:lnTo>
                  <a:pt x="269" y="153"/>
                </a:lnTo>
                <a:lnTo>
                  <a:pt x="269" y="151"/>
                </a:lnTo>
                <a:lnTo>
                  <a:pt x="269" y="150"/>
                </a:lnTo>
                <a:lnTo>
                  <a:pt x="270" y="150"/>
                </a:lnTo>
                <a:lnTo>
                  <a:pt x="271" y="149"/>
                </a:lnTo>
                <a:lnTo>
                  <a:pt x="272" y="148"/>
                </a:lnTo>
                <a:lnTo>
                  <a:pt x="272" y="149"/>
                </a:lnTo>
                <a:lnTo>
                  <a:pt x="273" y="149"/>
                </a:lnTo>
                <a:lnTo>
                  <a:pt x="274" y="148"/>
                </a:lnTo>
                <a:lnTo>
                  <a:pt x="274" y="147"/>
                </a:lnTo>
                <a:lnTo>
                  <a:pt x="273" y="147"/>
                </a:lnTo>
                <a:lnTo>
                  <a:pt x="273" y="146"/>
                </a:lnTo>
                <a:lnTo>
                  <a:pt x="273" y="145"/>
                </a:lnTo>
                <a:lnTo>
                  <a:pt x="272" y="144"/>
                </a:lnTo>
                <a:lnTo>
                  <a:pt x="272" y="143"/>
                </a:lnTo>
                <a:lnTo>
                  <a:pt x="272" y="142"/>
                </a:lnTo>
                <a:lnTo>
                  <a:pt x="273" y="141"/>
                </a:lnTo>
                <a:lnTo>
                  <a:pt x="275" y="141"/>
                </a:lnTo>
                <a:lnTo>
                  <a:pt x="277" y="141"/>
                </a:lnTo>
                <a:lnTo>
                  <a:pt x="279" y="141"/>
                </a:lnTo>
                <a:lnTo>
                  <a:pt x="280" y="141"/>
                </a:lnTo>
                <a:lnTo>
                  <a:pt x="280" y="142"/>
                </a:lnTo>
                <a:lnTo>
                  <a:pt x="280" y="143"/>
                </a:lnTo>
                <a:lnTo>
                  <a:pt x="281" y="144"/>
                </a:lnTo>
                <a:lnTo>
                  <a:pt x="281" y="143"/>
                </a:lnTo>
                <a:lnTo>
                  <a:pt x="282" y="144"/>
                </a:lnTo>
                <a:lnTo>
                  <a:pt x="283" y="146"/>
                </a:lnTo>
                <a:lnTo>
                  <a:pt x="282" y="146"/>
                </a:lnTo>
                <a:lnTo>
                  <a:pt x="282" y="147"/>
                </a:lnTo>
                <a:lnTo>
                  <a:pt x="284" y="147"/>
                </a:lnTo>
                <a:lnTo>
                  <a:pt x="285" y="146"/>
                </a:lnTo>
                <a:lnTo>
                  <a:pt x="286" y="145"/>
                </a:lnTo>
                <a:lnTo>
                  <a:pt x="287" y="145"/>
                </a:lnTo>
                <a:lnTo>
                  <a:pt x="287" y="144"/>
                </a:lnTo>
                <a:lnTo>
                  <a:pt x="287" y="143"/>
                </a:lnTo>
                <a:lnTo>
                  <a:pt x="288" y="143"/>
                </a:lnTo>
                <a:lnTo>
                  <a:pt x="288" y="142"/>
                </a:lnTo>
                <a:lnTo>
                  <a:pt x="289" y="141"/>
                </a:lnTo>
                <a:lnTo>
                  <a:pt x="290" y="140"/>
                </a:lnTo>
                <a:lnTo>
                  <a:pt x="291" y="139"/>
                </a:lnTo>
                <a:lnTo>
                  <a:pt x="292" y="139"/>
                </a:lnTo>
                <a:lnTo>
                  <a:pt x="292" y="138"/>
                </a:lnTo>
                <a:lnTo>
                  <a:pt x="292" y="137"/>
                </a:lnTo>
                <a:lnTo>
                  <a:pt x="293" y="137"/>
                </a:lnTo>
                <a:lnTo>
                  <a:pt x="292" y="137"/>
                </a:lnTo>
                <a:lnTo>
                  <a:pt x="292" y="136"/>
                </a:lnTo>
                <a:lnTo>
                  <a:pt x="291" y="136"/>
                </a:lnTo>
                <a:lnTo>
                  <a:pt x="290" y="136"/>
                </a:lnTo>
                <a:lnTo>
                  <a:pt x="290" y="135"/>
                </a:lnTo>
                <a:lnTo>
                  <a:pt x="289" y="134"/>
                </a:lnTo>
                <a:lnTo>
                  <a:pt x="289" y="133"/>
                </a:lnTo>
                <a:lnTo>
                  <a:pt x="288" y="133"/>
                </a:lnTo>
                <a:lnTo>
                  <a:pt x="287" y="132"/>
                </a:lnTo>
                <a:lnTo>
                  <a:pt x="287" y="131"/>
                </a:lnTo>
                <a:lnTo>
                  <a:pt x="286" y="131"/>
                </a:lnTo>
                <a:lnTo>
                  <a:pt x="283" y="128"/>
                </a:lnTo>
                <a:lnTo>
                  <a:pt x="283" y="127"/>
                </a:lnTo>
                <a:lnTo>
                  <a:pt x="283" y="126"/>
                </a:lnTo>
                <a:lnTo>
                  <a:pt x="284" y="126"/>
                </a:lnTo>
                <a:lnTo>
                  <a:pt x="284" y="125"/>
                </a:lnTo>
                <a:lnTo>
                  <a:pt x="284" y="124"/>
                </a:lnTo>
                <a:lnTo>
                  <a:pt x="284" y="123"/>
                </a:lnTo>
                <a:lnTo>
                  <a:pt x="284" y="122"/>
                </a:lnTo>
                <a:lnTo>
                  <a:pt x="285" y="122"/>
                </a:lnTo>
                <a:lnTo>
                  <a:pt x="285" y="121"/>
                </a:lnTo>
                <a:lnTo>
                  <a:pt x="286" y="120"/>
                </a:lnTo>
                <a:lnTo>
                  <a:pt x="285" y="119"/>
                </a:lnTo>
                <a:lnTo>
                  <a:pt x="285" y="118"/>
                </a:lnTo>
                <a:lnTo>
                  <a:pt x="285" y="117"/>
                </a:lnTo>
                <a:lnTo>
                  <a:pt x="284" y="117"/>
                </a:lnTo>
                <a:lnTo>
                  <a:pt x="284" y="116"/>
                </a:lnTo>
                <a:lnTo>
                  <a:pt x="284" y="114"/>
                </a:lnTo>
                <a:lnTo>
                  <a:pt x="284" y="113"/>
                </a:lnTo>
                <a:lnTo>
                  <a:pt x="284" y="112"/>
                </a:lnTo>
                <a:lnTo>
                  <a:pt x="284" y="111"/>
                </a:lnTo>
                <a:lnTo>
                  <a:pt x="283" y="110"/>
                </a:lnTo>
                <a:lnTo>
                  <a:pt x="282" y="110"/>
                </a:lnTo>
                <a:lnTo>
                  <a:pt x="281" y="110"/>
                </a:lnTo>
                <a:lnTo>
                  <a:pt x="280" y="111"/>
                </a:lnTo>
                <a:lnTo>
                  <a:pt x="278" y="109"/>
                </a:lnTo>
                <a:lnTo>
                  <a:pt x="278" y="108"/>
                </a:lnTo>
                <a:lnTo>
                  <a:pt x="277" y="107"/>
                </a:lnTo>
                <a:lnTo>
                  <a:pt x="278" y="106"/>
                </a:lnTo>
                <a:lnTo>
                  <a:pt x="279" y="106"/>
                </a:lnTo>
                <a:lnTo>
                  <a:pt x="279" y="105"/>
                </a:lnTo>
                <a:lnTo>
                  <a:pt x="280" y="105"/>
                </a:lnTo>
                <a:lnTo>
                  <a:pt x="280" y="104"/>
                </a:lnTo>
                <a:lnTo>
                  <a:pt x="280" y="103"/>
                </a:lnTo>
                <a:lnTo>
                  <a:pt x="280" y="102"/>
                </a:lnTo>
                <a:lnTo>
                  <a:pt x="279" y="101"/>
                </a:lnTo>
                <a:lnTo>
                  <a:pt x="279" y="102"/>
                </a:lnTo>
                <a:lnTo>
                  <a:pt x="278" y="102"/>
                </a:lnTo>
                <a:lnTo>
                  <a:pt x="277" y="102"/>
                </a:lnTo>
                <a:lnTo>
                  <a:pt x="277" y="101"/>
                </a:lnTo>
                <a:lnTo>
                  <a:pt x="276" y="101"/>
                </a:lnTo>
                <a:lnTo>
                  <a:pt x="276" y="100"/>
                </a:lnTo>
                <a:lnTo>
                  <a:pt x="275" y="99"/>
                </a:lnTo>
                <a:lnTo>
                  <a:pt x="274" y="98"/>
                </a:lnTo>
                <a:lnTo>
                  <a:pt x="273" y="97"/>
                </a:lnTo>
                <a:lnTo>
                  <a:pt x="272" y="96"/>
                </a:lnTo>
                <a:lnTo>
                  <a:pt x="271" y="95"/>
                </a:lnTo>
                <a:lnTo>
                  <a:pt x="269" y="95"/>
                </a:lnTo>
                <a:lnTo>
                  <a:pt x="269" y="94"/>
                </a:lnTo>
                <a:lnTo>
                  <a:pt x="266" y="94"/>
                </a:lnTo>
                <a:lnTo>
                  <a:pt x="265" y="94"/>
                </a:lnTo>
                <a:lnTo>
                  <a:pt x="264" y="94"/>
                </a:lnTo>
                <a:lnTo>
                  <a:pt x="261" y="92"/>
                </a:lnTo>
                <a:lnTo>
                  <a:pt x="261" y="91"/>
                </a:lnTo>
                <a:lnTo>
                  <a:pt x="261" y="90"/>
                </a:lnTo>
                <a:lnTo>
                  <a:pt x="260" y="90"/>
                </a:lnTo>
                <a:lnTo>
                  <a:pt x="260" y="89"/>
                </a:lnTo>
                <a:lnTo>
                  <a:pt x="259" y="89"/>
                </a:lnTo>
                <a:lnTo>
                  <a:pt x="258" y="89"/>
                </a:lnTo>
                <a:lnTo>
                  <a:pt x="258" y="90"/>
                </a:lnTo>
                <a:lnTo>
                  <a:pt x="257" y="90"/>
                </a:lnTo>
                <a:lnTo>
                  <a:pt x="256" y="89"/>
                </a:lnTo>
                <a:lnTo>
                  <a:pt x="255" y="89"/>
                </a:lnTo>
                <a:lnTo>
                  <a:pt x="254" y="88"/>
                </a:lnTo>
                <a:lnTo>
                  <a:pt x="254" y="87"/>
                </a:lnTo>
                <a:lnTo>
                  <a:pt x="253" y="87"/>
                </a:lnTo>
                <a:lnTo>
                  <a:pt x="252" y="87"/>
                </a:lnTo>
                <a:lnTo>
                  <a:pt x="251" y="87"/>
                </a:lnTo>
                <a:lnTo>
                  <a:pt x="250" y="87"/>
                </a:lnTo>
                <a:lnTo>
                  <a:pt x="249" y="87"/>
                </a:lnTo>
                <a:lnTo>
                  <a:pt x="246" y="87"/>
                </a:lnTo>
                <a:lnTo>
                  <a:pt x="245" y="87"/>
                </a:lnTo>
                <a:lnTo>
                  <a:pt x="243" y="87"/>
                </a:lnTo>
                <a:lnTo>
                  <a:pt x="242" y="87"/>
                </a:lnTo>
                <a:lnTo>
                  <a:pt x="242" y="86"/>
                </a:lnTo>
                <a:lnTo>
                  <a:pt x="242" y="85"/>
                </a:lnTo>
                <a:lnTo>
                  <a:pt x="241" y="85"/>
                </a:lnTo>
                <a:lnTo>
                  <a:pt x="241" y="84"/>
                </a:lnTo>
                <a:lnTo>
                  <a:pt x="240" y="84"/>
                </a:lnTo>
                <a:lnTo>
                  <a:pt x="239" y="84"/>
                </a:lnTo>
                <a:lnTo>
                  <a:pt x="237" y="84"/>
                </a:lnTo>
                <a:lnTo>
                  <a:pt x="236" y="84"/>
                </a:lnTo>
                <a:lnTo>
                  <a:pt x="235" y="84"/>
                </a:lnTo>
                <a:lnTo>
                  <a:pt x="234" y="83"/>
                </a:lnTo>
                <a:lnTo>
                  <a:pt x="233" y="82"/>
                </a:lnTo>
                <a:lnTo>
                  <a:pt x="231" y="82"/>
                </a:lnTo>
                <a:lnTo>
                  <a:pt x="231" y="83"/>
                </a:lnTo>
                <a:lnTo>
                  <a:pt x="230" y="83"/>
                </a:lnTo>
                <a:lnTo>
                  <a:pt x="230" y="84"/>
                </a:lnTo>
                <a:lnTo>
                  <a:pt x="230" y="86"/>
                </a:lnTo>
                <a:lnTo>
                  <a:pt x="229" y="86"/>
                </a:lnTo>
                <a:lnTo>
                  <a:pt x="229" y="87"/>
                </a:lnTo>
                <a:lnTo>
                  <a:pt x="228" y="87"/>
                </a:lnTo>
                <a:lnTo>
                  <a:pt x="227" y="87"/>
                </a:lnTo>
                <a:lnTo>
                  <a:pt x="226" y="87"/>
                </a:lnTo>
                <a:lnTo>
                  <a:pt x="225" y="87"/>
                </a:lnTo>
                <a:lnTo>
                  <a:pt x="225" y="88"/>
                </a:lnTo>
                <a:lnTo>
                  <a:pt x="224" y="88"/>
                </a:lnTo>
                <a:lnTo>
                  <a:pt x="223" y="88"/>
                </a:lnTo>
                <a:lnTo>
                  <a:pt x="223" y="89"/>
                </a:lnTo>
                <a:lnTo>
                  <a:pt x="222" y="90"/>
                </a:lnTo>
                <a:lnTo>
                  <a:pt x="221" y="90"/>
                </a:lnTo>
                <a:lnTo>
                  <a:pt x="220" y="90"/>
                </a:lnTo>
                <a:lnTo>
                  <a:pt x="219" y="89"/>
                </a:lnTo>
                <a:lnTo>
                  <a:pt x="218" y="88"/>
                </a:lnTo>
                <a:lnTo>
                  <a:pt x="217" y="86"/>
                </a:lnTo>
                <a:lnTo>
                  <a:pt x="216" y="85"/>
                </a:lnTo>
                <a:lnTo>
                  <a:pt x="216" y="84"/>
                </a:lnTo>
                <a:lnTo>
                  <a:pt x="215" y="84"/>
                </a:lnTo>
                <a:lnTo>
                  <a:pt x="215" y="81"/>
                </a:lnTo>
                <a:lnTo>
                  <a:pt x="216" y="80"/>
                </a:lnTo>
                <a:lnTo>
                  <a:pt x="216" y="79"/>
                </a:lnTo>
                <a:lnTo>
                  <a:pt x="217" y="79"/>
                </a:lnTo>
                <a:lnTo>
                  <a:pt x="217" y="78"/>
                </a:lnTo>
                <a:lnTo>
                  <a:pt x="217" y="77"/>
                </a:lnTo>
                <a:lnTo>
                  <a:pt x="217" y="76"/>
                </a:lnTo>
                <a:lnTo>
                  <a:pt x="216" y="75"/>
                </a:lnTo>
                <a:lnTo>
                  <a:pt x="216" y="74"/>
                </a:lnTo>
                <a:lnTo>
                  <a:pt x="216" y="73"/>
                </a:lnTo>
                <a:lnTo>
                  <a:pt x="217" y="73"/>
                </a:lnTo>
                <a:lnTo>
                  <a:pt x="218" y="72"/>
                </a:lnTo>
                <a:lnTo>
                  <a:pt x="218" y="71"/>
                </a:lnTo>
                <a:lnTo>
                  <a:pt x="217" y="71"/>
                </a:lnTo>
                <a:lnTo>
                  <a:pt x="217" y="70"/>
                </a:lnTo>
                <a:lnTo>
                  <a:pt x="217" y="69"/>
                </a:lnTo>
                <a:lnTo>
                  <a:pt x="218" y="69"/>
                </a:lnTo>
                <a:lnTo>
                  <a:pt x="218" y="68"/>
                </a:lnTo>
                <a:lnTo>
                  <a:pt x="219" y="66"/>
                </a:lnTo>
                <a:lnTo>
                  <a:pt x="218" y="66"/>
                </a:lnTo>
                <a:lnTo>
                  <a:pt x="218" y="65"/>
                </a:lnTo>
                <a:lnTo>
                  <a:pt x="218" y="64"/>
                </a:lnTo>
                <a:lnTo>
                  <a:pt x="218" y="62"/>
                </a:lnTo>
                <a:lnTo>
                  <a:pt x="218" y="61"/>
                </a:lnTo>
                <a:lnTo>
                  <a:pt x="219" y="61"/>
                </a:lnTo>
                <a:lnTo>
                  <a:pt x="219" y="60"/>
                </a:lnTo>
                <a:lnTo>
                  <a:pt x="218" y="60"/>
                </a:lnTo>
                <a:lnTo>
                  <a:pt x="218" y="59"/>
                </a:lnTo>
                <a:lnTo>
                  <a:pt x="219" y="58"/>
                </a:lnTo>
                <a:lnTo>
                  <a:pt x="219" y="56"/>
                </a:lnTo>
                <a:lnTo>
                  <a:pt x="219" y="55"/>
                </a:lnTo>
                <a:lnTo>
                  <a:pt x="219" y="54"/>
                </a:lnTo>
                <a:lnTo>
                  <a:pt x="219" y="53"/>
                </a:lnTo>
                <a:lnTo>
                  <a:pt x="219" y="52"/>
                </a:lnTo>
                <a:lnTo>
                  <a:pt x="219" y="51"/>
                </a:lnTo>
                <a:lnTo>
                  <a:pt x="218" y="51"/>
                </a:lnTo>
                <a:lnTo>
                  <a:pt x="217" y="51"/>
                </a:lnTo>
                <a:lnTo>
                  <a:pt x="216" y="51"/>
                </a:lnTo>
                <a:lnTo>
                  <a:pt x="215" y="51"/>
                </a:lnTo>
                <a:lnTo>
                  <a:pt x="215" y="50"/>
                </a:lnTo>
                <a:lnTo>
                  <a:pt x="214" y="50"/>
                </a:lnTo>
                <a:lnTo>
                  <a:pt x="213" y="50"/>
                </a:lnTo>
                <a:lnTo>
                  <a:pt x="213" y="49"/>
                </a:lnTo>
                <a:lnTo>
                  <a:pt x="212" y="49"/>
                </a:lnTo>
                <a:lnTo>
                  <a:pt x="211" y="48"/>
                </a:lnTo>
                <a:lnTo>
                  <a:pt x="210" y="47"/>
                </a:lnTo>
                <a:lnTo>
                  <a:pt x="209" y="47"/>
                </a:lnTo>
                <a:lnTo>
                  <a:pt x="208" y="47"/>
                </a:lnTo>
                <a:lnTo>
                  <a:pt x="207" y="46"/>
                </a:lnTo>
                <a:lnTo>
                  <a:pt x="206" y="45"/>
                </a:lnTo>
                <a:lnTo>
                  <a:pt x="204" y="45"/>
                </a:lnTo>
                <a:lnTo>
                  <a:pt x="204" y="46"/>
                </a:lnTo>
                <a:lnTo>
                  <a:pt x="204" y="45"/>
                </a:lnTo>
                <a:lnTo>
                  <a:pt x="203" y="45"/>
                </a:lnTo>
                <a:lnTo>
                  <a:pt x="203" y="44"/>
                </a:lnTo>
                <a:lnTo>
                  <a:pt x="202" y="43"/>
                </a:lnTo>
                <a:lnTo>
                  <a:pt x="201" y="42"/>
                </a:lnTo>
                <a:lnTo>
                  <a:pt x="200" y="42"/>
                </a:lnTo>
                <a:lnTo>
                  <a:pt x="199" y="42"/>
                </a:lnTo>
                <a:lnTo>
                  <a:pt x="198" y="42"/>
                </a:lnTo>
                <a:lnTo>
                  <a:pt x="197" y="42"/>
                </a:lnTo>
                <a:lnTo>
                  <a:pt x="196" y="42"/>
                </a:lnTo>
                <a:lnTo>
                  <a:pt x="195" y="42"/>
                </a:lnTo>
                <a:lnTo>
                  <a:pt x="194" y="43"/>
                </a:lnTo>
                <a:lnTo>
                  <a:pt x="193" y="43"/>
                </a:lnTo>
                <a:lnTo>
                  <a:pt x="192" y="43"/>
                </a:lnTo>
                <a:lnTo>
                  <a:pt x="191" y="43"/>
                </a:lnTo>
                <a:lnTo>
                  <a:pt x="190" y="43"/>
                </a:lnTo>
                <a:lnTo>
                  <a:pt x="189" y="43"/>
                </a:lnTo>
                <a:lnTo>
                  <a:pt x="188" y="44"/>
                </a:lnTo>
                <a:lnTo>
                  <a:pt x="187" y="45"/>
                </a:lnTo>
                <a:lnTo>
                  <a:pt x="186" y="44"/>
                </a:lnTo>
                <a:lnTo>
                  <a:pt x="185" y="44"/>
                </a:lnTo>
                <a:lnTo>
                  <a:pt x="184" y="42"/>
                </a:lnTo>
                <a:lnTo>
                  <a:pt x="184" y="41"/>
                </a:lnTo>
                <a:lnTo>
                  <a:pt x="183" y="41"/>
                </a:lnTo>
                <a:lnTo>
                  <a:pt x="183" y="42"/>
                </a:lnTo>
                <a:lnTo>
                  <a:pt x="182" y="42"/>
                </a:lnTo>
                <a:lnTo>
                  <a:pt x="181" y="43"/>
                </a:lnTo>
                <a:lnTo>
                  <a:pt x="180" y="43"/>
                </a:lnTo>
                <a:lnTo>
                  <a:pt x="180" y="42"/>
                </a:lnTo>
                <a:lnTo>
                  <a:pt x="180" y="41"/>
                </a:lnTo>
                <a:lnTo>
                  <a:pt x="179" y="41"/>
                </a:lnTo>
                <a:lnTo>
                  <a:pt x="178" y="41"/>
                </a:lnTo>
                <a:lnTo>
                  <a:pt x="177" y="41"/>
                </a:lnTo>
                <a:lnTo>
                  <a:pt x="176" y="41"/>
                </a:lnTo>
                <a:lnTo>
                  <a:pt x="177" y="41"/>
                </a:lnTo>
                <a:lnTo>
                  <a:pt x="177" y="40"/>
                </a:lnTo>
                <a:lnTo>
                  <a:pt x="176" y="40"/>
                </a:lnTo>
                <a:lnTo>
                  <a:pt x="176" y="39"/>
                </a:lnTo>
                <a:lnTo>
                  <a:pt x="176" y="40"/>
                </a:lnTo>
                <a:lnTo>
                  <a:pt x="175" y="40"/>
                </a:lnTo>
                <a:lnTo>
                  <a:pt x="173" y="39"/>
                </a:lnTo>
                <a:lnTo>
                  <a:pt x="172" y="39"/>
                </a:lnTo>
                <a:lnTo>
                  <a:pt x="171" y="39"/>
                </a:lnTo>
                <a:lnTo>
                  <a:pt x="170" y="39"/>
                </a:lnTo>
                <a:lnTo>
                  <a:pt x="169" y="39"/>
                </a:lnTo>
                <a:lnTo>
                  <a:pt x="167" y="38"/>
                </a:lnTo>
                <a:lnTo>
                  <a:pt x="166" y="39"/>
                </a:lnTo>
                <a:lnTo>
                  <a:pt x="165" y="39"/>
                </a:lnTo>
                <a:lnTo>
                  <a:pt x="163" y="39"/>
                </a:lnTo>
                <a:lnTo>
                  <a:pt x="162" y="39"/>
                </a:lnTo>
                <a:lnTo>
                  <a:pt x="162" y="38"/>
                </a:lnTo>
                <a:lnTo>
                  <a:pt x="161" y="38"/>
                </a:lnTo>
                <a:lnTo>
                  <a:pt x="160" y="38"/>
                </a:lnTo>
                <a:lnTo>
                  <a:pt x="159" y="38"/>
                </a:lnTo>
                <a:lnTo>
                  <a:pt x="158" y="37"/>
                </a:lnTo>
                <a:lnTo>
                  <a:pt x="158" y="36"/>
                </a:lnTo>
                <a:lnTo>
                  <a:pt x="159" y="36"/>
                </a:lnTo>
                <a:lnTo>
                  <a:pt x="160" y="35"/>
                </a:lnTo>
                <a:lnTo>
                  <a:pt x="160" y="33"/>
                </a:lnTo>
                <a:lnTo>
                  <a:pt x="160" y="32"/>
                </a:lnTo>
                <a:lnTo>
                  <a:pt x="161" y="31"/>
                </a:lnTo>
                <a:lnTo>
                  <a:pt x="162" y="31"/>
                </a:lnTo>
                <a:lnTo>
                  <a:pt x="163" y="30"/>
                </a:lnTo>
                <a:lnTo>
                  <a:pt x="164" y="29"/>
                </a:lnTo>
                <a:lnTo>
                  <a:pt x="165" y="29"/>
                </a:lnTo>
                <a:lnTo>
                  <a:pt x="165" y="28"/>
                </a:lnTo>
                <a:lnTo>
                  <a:pt x="164" y="27"/>
                </a:lnTo>
                <a:lnTo>
                  <a:pt x="164" y="26"/>
                </a:lnTo>
                <a:lnTo>
                  <a:pt x="165" y="26"/>
                </a:lnTo>
                <a:lnTo>
                  <a:pt x="165" y="25"/>
                </a:lnTo>
                <a:lnTo>
                  <a:pt x="166" y="25"/>
                </a:lnTo>
                <a:lnTo>
                  <a:pt x="167" y="24"/>
                </a:lnTo>
                <a:lnTo>
                  <a:pt x="168" y="24"/>
                </a:lnTo>
                <a:lnTo>
                  <a:pt x="169" y="23"/>
                </a:lnTo>
                <a:lnTo>
                  <a:pt x="169" y="22"/>
                </a:lnTo>
                <a:lnTo>
                  <a:pt x="168" y="22"/>
                </a:lnTo>
                <a:lnTo>
                  <a:pt x="168" y="21"/>
                </a:lnTo>
                <a:lnTo>
                  <a:pt x="168" y="20"/>
                </a:lnTo>
                <a:lnTo>
                  <a:pt x="170" y="19"/>
                </a:lnTo>
                <a:lnTo>
                  <a:pt x="170" y="18"/>
                </a:lnTo>
                <a:lnTo>
                  <a:pt x="170" y="17"/>
                </a:lnTo>
                <a:lnTo>
                  <a:pt x="171" y="17"/>
                </a:lnTo>
                <a:lnTo>
                  <a:pt x="172" y="17"/>
                </a:lnTo>
                <a:lnTo>
                  <a:pt x="172" y="18"/>
                </a:lnTo>
                <a:lnTo>
                  <a:pt x="173" y="18"/>
                </a:lnTo>
                <a:lnTo>
                  <a:pt x="174" y="18"/>
                </a:lnTo>
                <a:lnTo>
                  <a:pt x="174" y="17"/>
                </a:lnTo>
                <a:lnTo>
                  <a:pt x="175" y="17"/>
                </a:lnTo>
                <a:lnTo>
                  <a:pt x="177" y="18"/>
                </a:lnTo>
                <a:lnTo>
                  <a:pt x="178" y="18"/>
                </a:lnTo>
                <a:lnTo>
                  <a:pt x="179" y="18"/>
                </a:lnTo>
                <a:lnTo>
                  <a:pt x="181" y="19"/>
                </a:lnTo>
                <a:lnTo>
                  <a:pt x="182" y="19"/>
                </a:lnTo>
                <a:lnTo>
                  <a:pt x="183" y="18"/>
                </a:lnTo>
                <a:lnTo>
                  <a:pt x="184" y="18"/>
                </a:lnTo>
                <a:lnTo>
                  <a:pt x="185" y="18"/>
                </a:lnTo>
                <a:lnTo>
                  <a:pt x="186" y="18"/>
                </a:lnTo>
                <a:lnTo>
                  <a:pt x="186" y="17"/>
                </a:lnTo>
                <a:lnTo>
                  <a:pt x="185" y="16"/>
                </a:lnTo>
                <a:lnTo>
                  <a:pt x="185" y="15"/>
                </a:lnTo>
                <a:lnTo>
                  <a:pt x="185" y="14"/>
                </a:lnTo>
                <a:lnTo>
                  <a:pt x="186" y="13"/>
                </a:lnTo>
                <a:lnTo>
                  <a:pt x="187" y="11"/>
                </a:lnTo>
                <a:lnTo>
                  <a:pt x="188" y="10"/>
                </a:lnTo>
                <a:lnTo>
                  <a:pt x="189" y="10"/>
                </a:lnTo>
                <a:lnTo>
                  <a:pt x="190" y="1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0" name=""/>
          <p:cNvSpPr/>
          <p:nvPr/>
        </p:nvSpPr>
        <p:spPr>
          <a:xfrm>
            <a:off x="4509360" y="2052720"/>
            <a:ext cx="361440" cy="401760"/>
          </a:xfrm>
          <a:custGeom>
            <a:avLst/>
            <a:gdLst/>
            <a:ahLst/>
            <a:rect l="0" t="0" r="r" b="b"/>
            <a:pathLst>
              <a:path w="1004" h="1116">
                <a:moveTo>
                  <a:pt x="337" y="0"/>
                </a:moveTo>
                <a:lnTo>
                  <a:pt x="337" y="1"/>
                </a:lnTo>
                <a:lnTo>
                  <a:pt x="337" y="2"/>
                </a:lnTo>
                <a:lnTo>
                  <a:pt x="339" y="2"/>
                </a:lnTo>
                <a:lnTo>
                  <a:pt x="339" y="3"/>
                </a:lnTo>
                <a:lnTo>
                  <a:pt x="340" y="3"/>
                </a:lnTo>
                <a:lnTo>
                  <a:pt x="341" y="3"/>
                </a:lnTo>
                <a:lnTo>
                  <a:pt x="342" y="3"/>
                </a:lnTo>
                <a:lnTo>
                  <a:pt x="343" y="3"/>
                </a:lnTo>
                <a:lnTo>
                  <a:pt x="344" y="3"/>
                </a:lnTo>
                <a:lnTo>
                  <a:pt x="345" y="3"/>
                </a:lnTo>
                <a:lnTo>
                  <a:pt x="346" y="3"/>
                </a:lnTo>
                <a:lnTo>
                  <a:pt x="347" y="3"/>
                </a:lnTo>
                <a:lnTo>
                  <a:pt x="348" y="2"/>
                </a:lnTo>
                <a:lnTo>
                  <a:pt x="349" y="2"/>
                </a:lnTo>
                <a:lnTo>
                  <a:pt x="349" y="3"/>
                </a:lnTo>
                <a:lnTo>
                  <a:pt x="349" y="4"/>
                </a:lnTo>
                <a:lnTo>
                  <a:pt x="349" y="5"/>
                </a:lnTo>
                <a:lnTo>
                  <a:pt x="350" y="6"/>
                </a:lnTo>
                <a:lnTo>
                  <a:pt x="350" y="7"/>
                </a:lnTo>
                <a:lnTo>
                  <a:pt x="349" y="8"/>
                </a:lnTo>
                <a:lnTo>
                  <a:pt x="349" y="9"/>
                </a:lnTo>
                <a:lnTo>
                  <a:pt x="349" y="10"/>
                </a:lnTo>
                <a:lnTo>
                  <a:pt x="350" y="10"/>
                </a:lnTo>
                <a:lnTo>
                  <a:pt x="350" y="11"/>
                </a:lnTo>
                <a:lnTo>
                  <a:pt x="350" y="12"/>
                </a:lnTo>
                <a:lnTo>
                  <a:pt x="351" y="12"/>
                </a:lnTo>
                <a:lnTo>
                  <a:pt x="351" y="13"/>
                </a:lnTo>
                <a:lnTo>
                  <a:pt x="352" y="13"/>
                </a:lnTo>
                <a:lnTo>
                  <a:pt x="353" y="13"/>
                </a:lnTo>
                <a:lnTo>
                  <a:pt x="354" y="13"/>
                </a:lnTo>
                <a:lnTo>
                  <a:pt x="354" y="12"/>
                </a:lnTo>
                <a:lnTo>
                  <a:pt x="355" y="13"/>
                </a:lnTo>
                <a:lnTo>
                  <a:pt x="356" y="13"/>
                </a:lnTo>
                <a:lnTo>
                  <a:pt x="356" y="12"/>
                </a:lnTo>
                <a:lnTo>
                  <a:pt x="357" y="13"/>
                </a:lnTo>
                <a:lnTo>
                  <a:pt x="358" y="13"/>
                </a:lnTo>
                <a:lnTo>
                  <a:pt x="359" y="13"/>
                </a:lnTo>
                <a:lnTo>
                  <a:pt x="360" y="13"/>
                </a:lnTo>
                <a:lnTo>
                  <a:pt x="361" y="13"/>
                </a:lnTo>
                <a:lnTo>
                  <a:pt x="362" y="13"/>
                </a:lnTo>
                <a:lnTo>
                  <a:pt x="363" y="13"/>
                </a:lnTo>
                <a:lnTo>
                  <a:pt x="364" y="13"/>
                </a:lnTo>
                <a:lnTo>
                  <a:pt x="364" y="14"/>
                </a:lnTo>
                <a:lnTo>
                  <a:pt x="365" y="14"/>
                </a:lnTo>
                <a:lnTo>
                  <a:pt x="366" y="14"/>
                </a:lnTo>
                <a:lnTo>
                  <a:pt x="368" y="14"/>
                </a:lnTo>
                <a:lnTo>
                  <a:pt x="369" y="14"/>
                </a:lnTo>
                <a:lnTo>
                  <a:pt x="370" y="14"/>
                </a:lnTo>
                <a:lnTo>
                  <a:pt x="372" y="14"/>
                </a:lnTo>
                <a:lnTo>
                  <a:pt x="373" y="14"/>
                </a:lnTo>
                <a:lnTo>
                  <a:pt x="374" y="14"/>
                </a:lnTo>
                <a:lnTo>
                  <a:pt x="375" y="14"/>
                </a:lnTo>
                <a:lnTo>
                  <a:pt x="376" y="14"/>
                </a:lnTo>
                <a:lnTo>
                  <a:pt x="377" y="14"/>
                </a:lnTo>
                <a:lnTo>
                  <a:pt x="378" y="14"/>
                </a:lnTo>
                <a:lnTo>
                  <a:pt x="379" y="14"/>
                </a:lnTo>
                <a:lnTo>
                  <a:pt x="380" y="14"/>
                </a:lnTo>
                <a:lnTo>
                  <a:pt x="381" y="14"/>
                </a:lnTo>
                <a:lnTo>
                  <a:pt x="382" y="14"/>
                </a:lnTo>
                <a:lnTo>
                  <a:pt x="383" y="14"/>
                </a:lnTo>
                <a:lnTo>
                  <a:pt x="384" y="14"/>
                </a:lnTo>
                <a:lnTo>
                  <a:pt x="385" y="14"/>
                </a:lnTo>
                <a:lnTo>
                  <a:pt x="386" y="14"/>
                </a:lnTo>
                <a:lnTo>
                  <a:pt x="387" y="14"/>
                </a:lnTo>
                <a:lnTo>
                  <a:pt x="389" y="14"/>
                </a:lnTo>
                <a:lnTo>
                  <a:pt x="390" y="14"/>
                </a:lnTo>
                <a:lnTo>
                  <a:pt x="391" y="14"/>
                </a:lnTo>
                <a:lnTo>
                  <a:pt x="392" y="14"/>
                </a:lnTo>
                <a:lnTo>
                  <a:pt x="393" y="14"/>
                </a:lnTo>
                <a:lnTo>
                  <a:pt x="394" y="14"/>
                </a:lnTo>
                <a:lnTo>
                  <a:pt x="395" y="14"/>
                </a:lnTo>
                <a:lnTo>
                  <a:pt x="396" y="14"/>
                </a:lnTo>
                <a:lnTo>
                  <a:pt x="397" y="14"/>
                </a:lnTo>
                <a:lnTo>
                  <a:pt x="398" y="14"/>
                </a:lnTo>
                <a:lnTo>
                  <a:pt x="399" y="14"/>
                </a:lnTo>
                <a:lnTo>
                  <a:pt x="400" y="14"/>
                </a:lnTo>
                <a:lnTo>
                  <a:pt x="401" y="14"/>
                </a:lnTo>
                <a:lnTo>
                  <a:pt x="402" y="14"/>
                </a:lnTo>
                <a:lnTo>
                  <a:pt x="403" y="14"/>
                </a:lnTo>
                <a:lnTo>
                  <a:pt x="405" y="14"/>
                </a:lnTo>
                <a:lnTo>
                  <a:pt x="406" y="14"/>
                </a:lnTo>
                <a:lnTo>
                  <a:pt x="407" y="15"/>
                </a:lnTo>
                <a:lnTo>
                  <a:pt x="408" y="15"/>
                </a:lnTo>
                <a:lnTo>
                  <a:pt x="409" y="16"/>
                </a:lnTo>
                <a:lnTo>
                  <a:pt x="409" y="17"/>
                </a:lnTo>
                <a:lnTo>
                  <a:pt x="409" y="18"/>
                </a:lnTo>
                <a:lnTo>
                  <a:pt x="410" y="18"/>
                </a:lnTo>
                <a:lnTo>
                  <a:pt x="410" y="19"/>
                </a:lnTo>
                <a:lnTo>
                  <a:pt x="410" y="20"/>
                </a:lnTo>
                <a:lnTo>
                  <a:pt x="411" y="20"/>
                </a:lnTo>
                <a:lnTo>
                  <a:pt x="412" y="20"/>
                </a:lnTo>
                <a:lnTo>
                  <a:pt x="413" y="20"/>
                </a:lnTo>
                <a:lnTo>
                  <a:pt x="414" y="19"/>
                </a:lnTo>
                <a:lnTo>
                  <a:pt x="414" y="20"/>
                </a:lnTo>
                <a:lnTo>
                  <a:pt x="415" y="20"/>
                </a:lnTo>
                <a:lnTo>
                  <a:pt x="416" y="21"/>
                </a:lnTo>
                <a:lnTo>
                  <a:pt x="416" y="22"/>
                </a:lnTo>
                <a:lnTo>
                  <a:pt x="416" y="23"/>
                </a:lnTo>
                <a:lnTo>
                  <a:pt x="416" y="24"/>
                </a:lnTo>
                <a:lnTo>
                  <a:pt x="417" y="24"/>
                </a:lnTo>
                <a:lnTo>
                  <a:pt x="417" y="25"/>
                </a:lnTo>
                <a:lnTo>
                  <a:pt x="418" y="25"/>
                </a:lnTo>
                <a:lnTo>
                  <a:pt x="419" y="26"/>
                </a:lnTo>
                <a:lnTo>
                  <a:pt x="419" y="27"/>
                </a:lnTo>
                <a:lnTo>
                  <a:pt x="420" y="27"/>
                </a:lnTo>
                <a:lnTo>
                  <a:pt x="420" y="26"/>
                </a:lnTo>
                <a:lnTo>
                  <a:pt x="421" y="26"/>
                </a:lnTo>
                <a:lnTo>
                  <a:pt x="421" y="27"/>
                </a:lnTo>
                <a:lnTo>
                  <a:pt x="422" y="27"/>
                </a:lnTo>
                <a:lnTo>
                  <a:pt x="422" y="28"/>
                </a:lnTo>
                <a:lnTo>
                  <a:pt x="422" y="29"/>
                </a:lnTo>
                <a:lnTo>
                  <a:pt x="423" y="29"/>
                </a:lnTo>
                <a:lnTo>
                  <a:pt x="423" y="30"/>
                </a:lnTo>
                <a:lnTo>
                  <a:pt x="424" y="30"/>
                </a:lnTo>
                <a:lnTo>
                  <a:pt x="424" y="31"/>
                </a:lnTo>
                <a:lnTo>
                  <a:pt x="424" y="32"/>
                </a:lnTo>
                <a:lnTo>
                  <a:pt x="425" y="33"/>
                </a:lnTo>
                <a:lnTo>
                  <a:pt x="426" y="33"/>
                </a:lnTo>
                <a:lnTo>
                  <a:pt x="426" y="32"/>
                </a:lnTo>
                <a:lnTo>
                  <a:pt x="426" y="31"/>
                </a:lnTo>
                <a:lnTo>
                  <a:pt x="427" y="31"/>
                </a:lnTo>
                <a:lnTo>
                  <a:pt x="428" y="31"/>
                </a:lnTo>
                <a:lnTo>
                  <a:pt x="429" y="30"/>
                </a:lnTo>
                <a:lnTo>
                  <a:pt x="430" y="30"/>
                </a:lnTo>
                <a:lnTo>
                  <a:pt x="430" y="31"/>
                </a:lnTo>
                <a:lnTo>
                  <a:pt x="431" y="31"/>
                </a:lnTo>
                <a:lnTo>
                  <a:pt x="431" y="32"/>
                </a:lnTo>
                <a:lnTo>
                  <a:pt x="431" y="33"/>
                </a:lnTo>
                <a:lnTo>
                  <a:pt x="431" y="34"/>
                </a:lnTo>
                <a:lnTo>
                  <a:pt x="432" y="34"/>
                </a:lnTo>
                <a:lnTo>
                  <a:pt x="432" y="33"/>
                </a:lnTo>
                <a:lnTo>
                  <a:pt x="433" y="33"/>
                </a:lnTo>
                <a:lnTo>
                  <a:pt x="433" y="34"/>
                </a:lnTo>
                <a:lnTo>
                  <a:pt x="433" y="35"/>
                </a:lnTo>
                <a:lnTo>
                  <a:pt x="432" y="35"/>
                </a:lnTo>
                <a:lnTo>
                  <a:pt x="432" y="36"/>
                </a:lnTo>
                <a:lnTo>
                  <a:pt x="432" y="37"/>
                </a:lnTo>
                <a:lnTo>
                  <a:pt x="433" y="37"/>
                </a:lnTo>
                <a:lnTo>
                  <a:pt x="433" y="38"/>
                </a:lnTo>
                <a:lnTo>
                  <a:pt x="434" y="39"/>
                </a:lnTo>
                <a:lnTo>
                  <a:pt x="435" y="39"/>
                </a:lnTo>
                <a:lnTo>
                  <a:pt x="436" y="39"/>
                </a:lnTo>
                <a:lnTo>
                  <a:pt x="437" y="38"/>
                </a:lnTo>
                <a:lnTo>
                  <a:pt x="438" y="38"/>
                </a:lnTo>
                <a:lnTo>
                  <a:pt x="438" y="37"/>
                </a:lnTo>
                <a:lnTo>
                  <a:pt x="439" y="37"/>
                </a:lnTo>
                <a:lnTo>
                  <a:pt x="439" y="36"/>
                </a:lnTo>
                <a:lnTo>
                  <a:pt x="440" y="36"/>
                </a:lnTo>
                <a:lnTo>
                  <a:pt x="441" y="34"/>
                </a:lnTo>
                <a:lnTo>
                  <a:pt x="441" y="35"/>
                </a:lnTo>
                <a:lnTo>
                  <a:pt x="442" y="35"/>
                </a:lnTo>
                <a:lnTo>
                  <a:pt x="443" y="36"/>
                </a:lnTo>
                <a:lnTo>
                  <a:pt x="444" y="36"/>
                </a:lnTo>
                <a:lnTo>
                  <a:pt x="444" y="35"/>
                </a:lnTo>
                <a:lnTo>
                  <a:pt x="445" y="34"/>
                </a:lnTo>
                <a:lnTo>
                  <a:pt x="445" y="35"/>
                </a:lnTo>
                <a:lnTo>
                  <a:pt x="446" y="35"/>
                </a:lnTo>
                <a:lnTo>
                  <a:pt x="446" y="36"/>
                </a:lnTo>
                <a:lnTo>
                  <a:pt x="447" y="36"/>
                </a:lnTo>
                <a:lnTo>
                  <a:pt x="448" y="36"/>
                </a:lnTo>
                <a:lnTo>
                  <a:pt x="449" y="36"/>
                </a:lnTo>
                <a:lnTo>
                  <a:pt x="450" y="36"/>
                </a:lnTo>
                <a:lnTo>
                  <a:pt x="450" y="35"/>
                </a:lnTo>
                <a:lnTo>
                  <a:pt x="451" y="36"/>
                </a:lnTo>
                <a:lnTo>
                  <a:pt x="451" y="35"/>
                </a:lnTo>
                <a:lnTo>
                  <a:pt x="452" y="35"/>
                </a:lnTo>
                <a:lnTo>
                  <a:pt x="453" y="35"/>
                </a:lnTo>
                <a:lnTo>
                  <a:pt x="454" y="35"/>
                </a:lnTo>
                <a:lnTo>
                  <a:pt x="454" y="34"/>
                </a:lnTo>
                <a:lnTo>
                  <a:pt x="455" y="34"/>
                </a:lnTo>
                <a:lnTo>
                  <a:pt x="456" y="34"/>
                </a:lnTo>
                <a:lnTo>
                  <a:pt x="457" y="34"/>
                </a:lnTo>
                <a:lnTo>
                  <a:pt x="457" y="35"/>
                </a:lnTo>
                <a:lnTo>
                  <a:pt x="458" y="35"/>
                </a:lnTo>
                <a:lnTo>
                  <a:pt x="458" y="36"/>
                </a:lnTo>
                <a:lnTo>
                  <a:pt x="458" y="37"/>
                </a:lnTo>
                <a:lnTo>
                  <a:pt x="459" y="37"/>
                </a:lnTo>
                <a:lnTo>
                  <a:pt x="459" y="38"/>
                </a:lnTo>
                <a:lnTo>
                  <a:pt x="460" y="38"/>
                </a:lnTo>
                <a:lnTo>
                  <a:pt x="461" y="39"/>
                </a:lnTo>
                <a:lnTo>
                  <a:pt x="461" y="38"/>
                </a:lnTo>
                <a:lnTo>
                  <a:pt x="461" y="39"/>
                </a:lnTo>
                <a:lnTo>
                  <a:pt x="461" y="40"/>
                </a:lnTo>
                <a:lnTo>
                  <a:pt x="462" y="40"/>
                </a:lnTo>
                <a:lnTo>
                  <a:pt x="463" y="40"/>
                </a:lnTo>
                <a:lnTo>
                  <a:pt x="464" y="40"/>
                </a:lnTo>
                <a:lnTo>
                  <a:pt x="464" y="39"/>
                </a:lnTo>
                <a:lnTo>
                  <a:pt x="464" y="40"/>
                </a:lnTo>
                <a:lnTo>
                  <a:pt x="465" y="40"/>
                </a:lnTo>
                <a:lnTo>
                  <a:pt x="466" y="40"/>
                </a:lnTo>
                <a:lnTo>
                  <a:pt x="467" y="40"/>
                </a:lnTo>
                <a:lnTo>
                  <a:pt x="467" y="39"/>
                </a:lnTo>
                <a:lnTo>
                  <a:pt x="468" y="40"/>
                </a:lnTo>
                <a:lnTo>
                  <a:pt x="469" y="40"/>
                </a:lnTo>
                <a:lnTo>
                  <a:pt x="470" y="41"/>
                </a:lnTo>
                <a:lnTo>
                  <a:pt x="471" y="41"/>
                </a:lnTo>
                <a:lnTo>
                  <a:pt x="472" y="41"/>
                </a:lnTo>
                <a:lnTo>
                  <a:pt x="472" y="40"/>
                </a:lnTo>
                <a:lnTo>
                  <a:pt x="473" y="40"/>
                </a:lnTo>
                <a:lnTo>
                  <a:pt x="474" y="40"/>
                </a:lnTo>
                <a:lnTo>
                  <a:pt x="474" y="39"/>
                </a:lnTo>
                <a:lnTo>
                  <a:pt x="475" y="39"/>
                </a:lnTo>
                <a:lnTo>
                  <a:pt x="475" y="40"/>
                </a:lnTo>
                <a:lnTo>
                  <a:pt x="475" y="39"/>
                </a:lnTo>
                <a:lnTo>
                  <a:pt x="476" y="39"/>
                </a:lnTo>
                <a:lnTo>
                  <a:pt x="476" y="40"/>
                </a:lnTo>
                <a:lnTo>
                  <a:pt x="476" y="39"/>
                </a:lnTo>
                <a:lnTo>
                  <a:pt x="477" y="39"/>
                </a:lnTo>
                <a:lnTo>
                  <a:pt x="477" y="40"/>
                </a:lnTo>
                <a:lnTo>
                  <a:pt x="478" y="39"/>
                </a:lnTo>
                <a:lnTo>
                  <a:pt x="479" y="40"/>
                </a:lnTo>
                <a:lnTo>
                  <a:pt x="480" y="40"/>
                </a:lnTo>
                <a:lnTo>
                  <a:pt x="480" y="41"/>
                </a:lnTo>
                <a:lnTo>
                  <a:pt x="480" y="40"/>
                </a:lnTo>
                <a:lnTo>
                  <a:pt x="480" y="41"/>
                </a:lnTo>
                <a:lnTo>
                  <a:pt x="481" y="41"/>
                </a:lnTo>
                <a:lnTo>
                  <a:pt x="482" y="41"/>
                </a:lnTo>
                <a:lnTo>
                  <a:pt x="482" y="40"/>
                </a:lnTo>
                <a:lnTo>
                  <a:pt x="483" y="41"/>
                </a:lnTo>
                <a:lnTo>
                  <a:pt x="483" y="40"/>
                </a:lnTo>
                <a:lnTo>
                  <a:pt x="484" y="40"/>
                </a:lnTo>
                <a:lnTo>
                  <a:pt x="484" y="41"/>
                </a:lnTo>
                <a:lnTo>
                  <a:pt x="485" y="41"/>
                </a:lnTo>
                <a:lnTo>
                  <a:pt x="486" y="41"/>
                </a:lnTo>
                <a:lnTo>
                  <a:pt x="486" y="40"/>
                </a:lnTo>
                <a:lnTo>
                  <a:pt x="487" y="40"/>
                </a:lnTo>
                <a:lnTo>
                  <a:pt x="488" y="40"/>
                </a:lnTo>
                <a:lnTo>
                  <a:pt x="489" y="40"/>
                </a:lnTo>
                <a:lnTo>
                  <a:pt x="489" y="39"/>
                </a:lnTo>
                <a:lnTo>
                  <a:pt x="489" y="38"/>
                </a:lnTo>
                <a:lnTo>
                  <a:pt x="490" y="38"/>
                </a:lnTo>
                <a:lnTo>
                  <a:pt x="490" y="37"/>
                </a:lnTo>
                <a:lnTo>
                  <a:pt x="491" y="37"/>
                </a:lnTo>
                <a:lnTo>
                  <a:pt x="491" y="36"/>
                </a:lnTo>
                <a:lnTo>
                  <a:pt x="492" y="36"/>
                </a:lnTo>
                <a:lnTo>
                  <a:pt x="492" y="35"/>
                </a:lnTo>
                <a:lnTo>
                  <a:pt x="491" y="35"/>
                </a:lnTo>
                <a:lnTo>
                  <a:pt x="492" y="35"/>
                </a:lnTo>
                <a:lnTo>
                  <a:pt x="492" y="34"/>
                </a:lnTo>
                <a:lnTo>
                  <a:pt x="493" y="34"/>
                </a:lnTo>
                <a:lnTo>
                  <a:pt x="493" y="33"/>
                </a:lnTo>
                <a:lnTo>
                  <a:pt x="494" y="33"/>
                </a:lnTo>
                <a:lnTo>
                  <a:pt x="495" y="33"/>
                </a:lnTo>
                <a:lnTo>
                  <a:pt x="496" y="32"/>
                </a:lnTo>
                <a:lnTo>
                  <a:pt x="496" y="33"/>
                </a:lnTo>
                <a:lnTo>
                  <a:pt x="497" y="33"/>
                </a:lnTo>
                <a:lnTo>
                  <a:pt x="498" y="33"/>
                </a:lnTo>
                <a:lnTo>
                  <a:pt x="498" y="34"/>
                </a:lnTo>
                <a:lnTo>
                  <a:pt x="498" y="35"/>
                </a:lnTo>
                <a:lnTo>
                  <a:pt x="499" y="35"/>
                </a:lnTo>
                <a:lnTo>
                  <a:pt x="500" y="35"/>
                </a:lnTo>
                <a:lnTo>
                  <a:pt x="501" y="35"/>
                </a:lnTo>
                <a:lnTo>
                  <a:pt x="501" y="34"/>
                </a:lnTo>
                <a:lnTo>
                  <a:pt x="502" y="34"/>
                </a:lnTo>
                <a:lnTo>
                  <a:pt x="503" y="34"/>
                </a:lnTo>
                <a:lnTo>
                  <a:pt x="503" y="35"/>
                </a:lnTo>
                <a:lnTo>
                  <a:pt x="504" y="35"/>
                </a:lnTo>
                <a:lnTo>
                  <a:pt x="505" y="35"/>
                </a:lnTo>
                <a:lnTo>
                  <a:pt x="506" y="35"/>
                </a:lnTo>
                <a:lnTo>
                  <a:pt x="507" y="36"/>
                </a:lnTo>
                <a:lnTo>
                  <a:pt x="507" y="37"/>
                </a:lnTo>
                <a:lnTo>
                  <a:pt x="507" y="38"/>
                </a:lnTo>
                <a:lnTo>
                  <a:pt x="507" y="37"/>
                </a:lnTo>
                <a:lnTo>
                  <a:pt x="508" y="37"/>
                </a:lnTo>
                <a:lnTo>
                  <a:pt x="508" y="38"/>
                </a:lnTo>
                <a:lnTo>
                  <a:pt x="509" y="38"/>
                </a:lnTo>
                <a:lnTo>
                  <a:pt x="509" y="39"/>
                </a:lnTo>
                <a:lnTo>
                  <a:pt x="510" y="38"/>
                </a:lnTo>
                <a:lnTo>
                  <a:pt x="510" y="39"/>
                </a:lnTo>
                <a:lnTo>
                  <a:pt x="511" y="39"/>
                </a:lnTo>
                <a:lnTo>
                  <a:pt x="511" y="40"/>
                </a:lnTo>
                <a:lnTo>
                  <a:pt x="511" y="41"/>
                </a:lnTo>
                <a:lnTo>
                  <a:pt x="512" y="41"/>
                </a:lnTo>
                <a:lnTo>
                  <a:pt x="513" y="41"/>
                </a:lnTo>
                <a:lnTo>
                  <a:pt x="514" y="41"/>
                </a:lnTo>
                <a:lnTo>
                  <a:pt x="514" y="42"/>
                </a:lnTo>
                <a:lnTo>
                  <a:pt x="515" y="42"/>
                </a:lnTo>
                <a:lnTo>
                  <a:pt x="516" y="42"/>
                </a:lnTo>
                <a:lnTo>
                  <a:pt x="516" y="43"/>
                </a:lnTo>
                <a:lnTo>
                  <a:pt x="516" y="44"/>
                </a:lnTo>
                <a:lnTo>
                  <a:pt x="517" y="44"/>
                </a:lnTo>
                <a:lnTo>
                  <a:pt x="518" y="44"/>
                </a:lnTo>
                <a:lnTo>
                  <a:pt x="519" y="44"/>
                </a:lnTo>
                <a:lnTo>
                  <a:pt x="519" y="43"/>
                </a:lnTo>
                <a:lnTo>
                  <a:pt x="519" y="42"/>
                </a:lnTo>
                <a:lnTo>
                  <a:pt x="520" y="42"/>
                </a:lnTo>
                <a:lnTo>
                  <a:pt x="520" y="43"/>
                </a:lnTo>
                <a:lnTo>
                  <a:pt x="520" y="44"/>
                </a:lnTo>
                <a:lnTo>
                  <a:pt x="521" y="44"/>
                </a:lnTo>
                <a:lnTo>
                  <a:pt x="522" y="44"/>
                </a:lnTo>
                <a:lnTo>
                  <a:pt x="523" y="44"/>
                </a:lnTo>
                <a:lnTo>
                  <a:pt x="524" y="44"/>
                </a:lnTo>
                <a:lnTo>
                  <a:pt x="525" y="45"/>
                </a:lnTo>
                <a:lnTo>
                  <a:pt x="526" y="45"/>
                </a:lnTo>
                <a:lnTo>
                  <a:pt x="526" y="46"/>
                </a:lnTo>
                <a:lnTo>
                  <a:pt x="527" y="46"/>
                </a:lnTo>
                <a:lnTo>
                  <a:pt x="527" y="47"/>
                </a:lnTo>
                <a:lnTo>
                  <a:pt x="528" y="47"/>
                </a:lnTo>
                <a:lnTo>
                  <a:pt x="528" y="48"/>
                </a:lnTo>
                <a:lnTo>
                  <a:pt x="529" y="48"/>
                </a:lnTo>
                <a:lnTo>
                  <a:pt x="530" y="48"/>
                </a:lnTo>
                <a:lnTo>
                  <a:pt x="530" y="49"/>
                </a:lnTo>
                <a:lnTo>
                  <a:pt x="531" y="48"/>
                </a:lnTo>
                <a:lnTo>
                  <a:pt x="532" y="47"/>
                </a:lnTo>
                <a:lnTo>
                  <a:pt x="533" y="47"/>
                </a:lnTo>
                <a:lnTo>
                  <a:pt x="534" y="47"/>
                </a:lnTo>
                <a:lnTo>
                  <a:pt x="535" y="47"/>
                </a:lnTo>
                <a:lnTo>
                  <a:pt x="535" y="48"/>
                </a:lnTo>
                <a:lnTo>
                  <a:pt x="535" y="49"/>
                </a:lnTo>
                <a:lnTo>
                  <a:pt x="534" y="49"/>
                </a:lnTo>
                <a:lnTo>
                  <a:pt x="534" y="50"/>
                </a:lnTo>
                <a:lnTo>
                  <a:pt x="533" y="51"/>
                </a:lnTo>
                <a:lnTo>
                  <a:pt x="533" y="52"/>
                </a:lnTo>
                <a:lnTo>
                  <a:pt x="533" y="53"/>
                </a:lnTo>
                <a:lnTo>
                  <a:pt x="533" y="54"/>
                </a:lnTo>
                <a:lnTo>
                  <a:pt x="534" y="55"/>
                </a:lnTo>
                <a:lnTo>
                  <a:pt x="534" y="56"/>
                </a:lnTo>
                <a:lnTo>
                  <a:pt x="535" y="56"/>
                </a:lnTo>
                <a:lnTo>
                  <a:pt x="536" y="56"/>
                </a:lnTo>
                <a:lnTo>
                  <a:pt x="537" y="57"/>
                </a:lnTo>
                <a:lnTo>
                  <a:pt x="538" y="57"/>
                </a:lnTo>
                <a:lnTo>
                  <a:pt x="538" y="56"/>
                </a:lnTo>
                <a:lnTo>
                  <a:pt x="539" y="56"/>
                </a:lnTo>
                <a:lnTo>
                  <a:pt x="540" y="56"/>
                </a:lnTo>
                <a:lnTo>
                  <a:pt x="539" y="57"/>
                </a:lnTo>
                <a:lnTo>
                  <a:pt x="540" y="57"/>
                </a:lnTo>
                <a:lnTo>
                  <a:pt x="540" y="58"/>
                </a:lnTo>
                <a:lnTo>
                  <a:pt x="541" y="58"/>
                </a:lnTo>
                <a:lnTo>
                  <a:pt x="542" y="59"/>
                </a:lnTo>
                <a:lnTo>
                  <a:pt x="543" y="59"/>
                </a:lnTo>
                <a:lnTo>
                  <a:pt x="544" y="59"/>
                </a:lnTo>
                <a:lnTo>
                  <a:pt x="545" y="60"/>
                </a:lnTo>
                <a:lnTo>
                  <a:pt x="546" y="60"/>
                </a:lnTo>
                <a:lnTo>
                  <a:pt x="546" y="61"/>
                </a:lnTo>
                <a:lnTo>
                  <a:pt x="547" y="61"/>
                </a:lnTo>
                <a:lnTo>
                  <a:pt x="547" y="62"/>
                </a:lnTo>
                <a:lnTo>
                  <a:pt x="548" y="62"/>
                </a:lnTo>
                <a:lnTo>
                  <a:pt x="549" y="62"/>
                </a:lnTo>
                <a:lnTo>
                  <a:pt x="550" y="62"/>
                </a:lnTo>
                <a:lnTo>
                  <a:pt x="550" y="63"/>
                </a:lnTo>
                <a:lnTo>
                  <a:pt x="551" y="63"/>
                </a:lnTo>
                <a:lnTo>
                  <a:pt x="551" y="64"/>
                </a:lnTo>
                <a:lnTo>
                  <a:pt x="552" y="64"/>
                </a:lnTo>
                <a:lnTo>
                  <a:pt x="552" y="65"/>
                </a:lnTo>
                <a:lnTo>
                  <a:pt x="553" y="65"/>
                </a:lnTo>
                <a:lnTo>
                  <a:pt x="553" y="66"/>
                </a:lnTo>
                <a:lnTo>
                  <a:pt x="553" y="65"/>
                </a:lnTo>
                <a:lnTo>
                  <a:pt x="554" y="65"/>
                </a:lnTo>
                <a:lnTo>
                  <a:pt x="553" y="64"/>
                </a:lnTo>
                <a:lnTo>
                  <a:pt x="552" y="63"/>
                </a:lnTo>
                <a:lnTo>
                  <a:pt x="552" y="62"/>
                </a:lnTo>
                <a:lnTo>
                  <a:pt x="552" y="61"/>
                </a:lnTo>
                <a:lnTo>
                  <a:pt x="553" y="61"/>
                </a:lnTo>
                <a:lnTo>
                  <a:pt x="553" y="60"/>
                </a:lnTo>
                <a:lnTo>
                  <a:pt x="553" y="61"/>
                </a:lnTo>
                <a:lnTo>
                  <a:pt x="554" y="61"/>
                </a:lnTo>
                <a:lnTo>
                  <a:pt x="554" y="63"/>
                </a:lnTo>
                <a:lnTo>
                  <a:pt x="554" y="64"/>
                </a:lnTo>
                <a:lnTo>
                  <a:pt x="555" y="64"/>
                </a:lnTo>
                <a:lnTo>
                  <a:pt x="555" y="65"/>
                </a:lnTo>
                <a:lnTo>
                  <a:pt x="556" y="65"/>
                </a:lnTo>
                <a:lnTo>
                  <a:pt x="556" y="66"/>
                </a:lnTo>
                <a:lnTo>
                  <a:pt x="555" y="66"/>
                </a:lnTo>
                <a:lnTo>
                  <a:pt x="555" y="67"/>
                </a:lnTo>
                <a:lnTo>
                  <a:pt x="555" y="68"/>
                </a:lnTo>
                <a:lnTo>
                  <a:pt x="555" y="69"/>
                </a:lnTo>
                <a:lnTo>
                  <a:pt x="555" y="70"/>
                </a:lnTo>
                <a:lnTo>
                  <a:pt x="556" y="70"/>
                </a:lnTo>
                <a:lnTo>
                  <a:pt x="556" y="71"/>
                </a:lnTo>
                <a:lnTo>
                  <a:pt x="555" y="71"/>
                </a:lnTo>
                <a:lnTo>
                  <a:pt x="555" y="72"/>
                </a:lnTo>
                <a:lnTo>
                  <a:pt x="554" y="72"/>
                </a:lnTo>
                <a:lnTo>
                  <a:pt x="554" y="73"/>
                </a:lnTo>
                <a:lnTo>
                  <a:pt x="554" y="74"/>
                </a:lnTo>
                <a:lnTo>
                  <a:pt x="554" y="75"/>
                </a:lnTo>
                <a:lnTo>
                  <a:pt x="554" y="76"/>
                </a:lnTo>
                <a:lnTo>
                  <a:pt x="554" y="77"/>
                </a:lnTo>
                <a:lnTo>
                  <a:pt x="555" y="77"/>
                </a:lnTo>
                <a:lnTo>
                  <a:pt x="555" y="78"/>
                </a:lnTo>
                <a:lnTo>
                  <a:pt x="556" y="79"/>
                </a:lnTo>
                <a:lnTo>
                  <a:pt x="556" y="78"/>
                </a:lnTo>
                <a:lnTo>
                  <a:pt x="557" y="78"/>
                </a:lnTo>
                <a:lnTo>
                  <a:pt x="558" y="78"/>
                </a:lnTo>
                <a:lnTo>
                  <a:pt x="559" y="78"/>
                </a:lnTo>
                <a:lnTo>
                  <a:pt x="559" y="77"/>
                </a:lnTo>
                <a:lnTo>
                  <a:pt x="560" y="77"/>
                </a:lnTo>
                <a:lnTo>
                  <a:pt x="560" y="78"/>
                </a:lnTo>
                <a:lnTo>
                  <a:pt x="561" y="79"/>
                </a:lnTo>
                <a:lnTo>
                  <a:pt x="562" y="79"/>
                </a:lnTo>
                <a:lnTo>
                  <a:pt x="562" y="80"/>
                </a:lnTo>
                <a:lnTo>
                  <a:pt x="563" y="80"/>
                </a:lnTo>
                <a:lnTo>
                  <a:pt x="563" y="81"/>
                </a:lnTo>
                <a:lnTo>
                  <a:pt x="563" y="82"/>
                </a:lnTo>
                <a:lnTo>
                  <a:pt x="564" y="82"/>
                </a:lnTo>
                <a:lnTo>
                  <a:pt x="564" y="81"/>
                </a:lnTo>
                <a:lnTo>
                  <a:pt x="565" y="81"/>
                </a:lnTo>
                <a:lnTo>
                  <a:pt x="565" y="82"/>
                </a:lnTo>
                <a:lnTo>
                  <a:pt x="566" y="82"/>
                </a:lnTo>
                <a:lnTo>
                  <a:pt x="567" y="82"/>
                </a:lnTo>
                <a:lnTo>
                  <a:pt x="568" y="82"/>
                </a:lnTo>
                <a:lnTo>
                  <a:pt x="569" y="82"/>
                </a:lnTo>
                <a:lnTo>
                  <a:pt x="570" y="82"/>
                </a:lnTo>
                <a:lnTo>
                  <a:pt x="571" y="82"/>
                </a:lnTo>
                <a:lnTo>
                  <a:pt x="572" y="82"/>
                </a:lnTo>
                <a:lnTo>
                  <a:pt x="572" y="81"/>
                </a:lnTo>
                <a:lnTo>
                  <a:pt x="573" y="81"/>
                </a:lnTo>
                <a:lnTo>
                  <a:pt x="574" y="81"/>
                </a:lnTo>
                <a:lnTo>
                  <a:pt x="575" y="82"/>
                </a:lnTo>
                <a:lnTo>
                  <a:pt x="575" y="83"/>
                </a:lnTo>
                <a:lnTo>
                  <a:pt x="576" y="83"/>
                </a:lnTo>
                <a:lnTo>
                  <a:pt x="576" y="84"/>
                </a:lnTo>
                <a:lnTo>
                  <a:pt x="576" y="85"/>
                </a:lnTo>
                <a:lnTo>
                  <a:pt x="576" y="86"/>
                </a:lnTo>
                <a:lnTo>
                  <a:pt x="577" y="86"/>
                </a:lnTo>
                <a:lnTo>
                  <a:pt x="577" y="87"/>
                </a:lnTo>
                <a:lnTo>
                  <a:pt x="577" y="88"/>
                </a:lnTo>
                <a:lnTo>
                  <a:pt x="578" y="88"/>
                </a:lnTo>
                <a:lnTo>
                  <a:pt x="578" y="89"/>
                </a:lnTo>
                <a:lnTo>
                  <a:pt x="579" y="89"/>
                </a:lnTo>
                <a:lnTo>
                  <a:pt x="579" y="90"/>
                </a:lnTo>
                <a:lnTo>
                  <a:pt x="579" y="89"/>
                </a:lnTo>
                <a:lnTo>
                  <a:pt x="579" y="88"/>
                </a:lnTo>
                <a:lnTo>
                  <a:pt x="579" y="87"/>
                </a:lnTo>
                <a:lnTo>
                  <a:pt x="579" y="86"/>
                </a:lnTo>
                <a:lnTo>
                  <a:pt x="580" y="86"/>
                </a:lnTo>
                <a:lnTo>
                  <a:pt x="581" y="86"/>
                </a:lnTo>
                <a:lnTo>
                  <a:pt x="582" y="86"/>
                </a:lnTo>
                <a:lnTo>
                  <a:pt x="582" y="85"/>
                </a:lnTo>
                <a:lnTo>
                  <a:pt x="583" y="85"/>
                </a:lnTo>
                <a:lnTo>
                  <a:pt x="582" y="85"/>
                </a:lnTo>
                <a:lnTo>
                  <a:pt x="582" y="84"/>
                </a:lnTo>
                <a:lnTo>
                  <a:pt x="583" y="83"/>
                </a:lnTo>
                <a:lnTo>
                  <a:pt x="583" y="82"/>
                </a:lnTo>
                <a:lnTo>
                  <a:pt x="584" y="81"/>
                </a:lnTo>
                <a:lnTo>
                  <a:pt x="585" y="81"/>
                </a:lnTo>
                <a:lnTo>
                  <a:pt x="585" y="80"/>
                </a:lnTo>
                <a:lnTo>
                  <a:pt x="586" y="80"/>
                </a:lnTo>
                <a:lnTo>
                  <a:pt x="586" y="81"/>
                </a:lnTo>
                <a:lnTo>
                  <a:pt x="586" y="82"/>
                </a:lnTo>
                <a:lnTo>
                  <a:pt x="586" y="83"/>
                </a:lnTo>
                <a:lnTo>
                  <a:pt x="585" y="83"/>
                </a:lnTo>
                <a:lnTo>
                  <a:pt x="585" y="84"/>
                </a:lnTo>
                <a:lnTo>
                  <a:pt x="584" y="85"/>
                </a:lnTo>
                <a:lnTo>
                  <a:pt x="584" y="86"/>
                </a:lnTo>
                <a:lnTo>
                  <a:pt x="584" y="87"/>
                </a:lnTo>
                <a:lnTo>
                  <a:pt x="584" y="88"/>
                </a:lnTo>
                <a:lnTo>
                  <a:pt x="585" y="88"/>
                </a:lnTo>
                <a:lnTo>
                  <a:pt x="585" y="89"/>
                </a:lnTo>
                <a:lnTo>
                  <a:pt x="585" y="90"/>
                </a:lnTo>
                <a:lnTo>
                  <a:pt x="586" y="90"/>
                </a:lnTo>
                <a:lnTo>
                  <a:pt x="586" y="89"/>
                </a:lnTo>
                <a:lnTo>
                  <a:pt x="586" y="90"/>
                </a:lnTo>
                <a:lnTo>
                  <a:pt x="587" y="90"/>
                </a:lnTo>
                <a:lnTo>
                  <a:pt x="589" y="90"/>
                </a:lnTo>
                <a:lnTo>
                  <a:pt x="590" y="91"/>
                </a:lnTo>
                <a:lnTo>
                  <a:pt x="591" y="91"/>
                </a:lnTo>
                <a:lnTo>
                  <a:pt x="591" y="92"/>
                </a:lnTo>
                <a:lnTo>
                  <a:pt x="593" y="92"/>
                </a:lnTo>
                <a:lnTo>
                  <a:pt x="593" y="93"/>
                </a:lnTo>
                <a:lnTo>
                  <a:pt x="594" y="93"/>
                </a:lnTo>
                <a:lnTo>
                  <a:pt x="595" y="93"/>
                </a:lnTo>
                <a:lnTo>
                  <a:pt x="596" y="93"/>
                </a:lnTo>
                <a:lnTo>
                  <a:pt x="597" y="93"/>
                </a:lnTo>
                <a:lnTo>
                  <a:pt x="597" y="94"/>
                </a:lnTo>
                <a:lnTo>
                  <a:pt x="598" y="94"/>
                </a:lnTo>
                <a:lnTo>
                  <a:pt x="598" y="95"/>
                </a:lnTo>
                <a:lnTo>
                  <a:pt x="598" y="96"/>
                </a:lnTo>
                <a:lnTo>
                  <a:pt x="598" y="97"/>
                </a:lnTo>
                <a:lnTo>
                  <a:pt x="598" y="99"/>
                </a:lnTo>
                <a:lnTo>
                  <a:pt x="598" y="100"/>
                </a:lnTo>
                <a:lnTo>
                  <a:pt x="598" y="101"/>
                </a:lnTo>
                <a:lnTo>
                  <a:pt x="597" y="101"/>
                </a:lnTo>
                <a:lnTo>
                  <a:pt x="597" y="102"/>
                </a:lnTo>
                <a:lnTo>
                  <a:pt x="597" y="103"/>
                </a:lnTo>
                <a:lnTo>
                  <a:pt x="596" y="104"/>
                </a:lnTo>
                <a:lnTo>
                  <a:pt x="596" y="105"/>
                </a:lnTo>
                <a:lnTo>
                  <a:pt x="595" y="105"/>
                </a:lnTo>
                <a:lnTo>
                  <a:pt x="595" y="106"/>
                </a:lnTo>
                <a:lnTo>
                  <a:pt x="595" y="107"/>
                </a:lnTo>
                <a:lnTo>
                  <a:pt x="595" y="111"/>
                </a:lnTo>
                <a:lnTo>
                  <a:pt x="595" y="112"/>
                </a:lnTo>
                <a:lnTo>
                  <a:pt x="595" y="113"/>
                </a:lnTo>
                <a:lnTo>
                  <a:pt x="596" y="113"/>
                </a:lnTo>
                <a:lnTo>
                  <a:pt x="596" y="112"/>
                </a:lnTo>
                <a:lnTo>
                  <a:pt x="596" y="110"/>
                </a:lnTo>
                <a:lnTo>
                  <a:pt x="597" y="109"/>
                </a:lnTo>
                <a:lnTo>
                  <a:pt x="598" y="109"/>
                </a:lnTo>
                <a:lnTo>
                  <a:pt x="600" y="108"/>
                </a:lnTo>
                <a:lnTo>
                  <a:pt x="601" y="107"/>
                </a:lnTo>
                <a:lnTo>
                  <a:pt x="601" y="105"/>
                </a:lnTo>
                <a:lnTo>
                  <a:pt x="601" y="104"/>
                </a:lnTo>
                <a:lnTo>
                  <a:pt x="602" y="104"/>
                </a:lnTo>
                <a:lnTo>
                  <a:pt x="602" y="103"/>
                </a:lnTo>
                <a:lnTo>
                  <a:pt x="603" y="103"/>
                </a:lnTo>
                <a:lnTo>
                  <a:pt x="606" y="103"/>
                </a:lnTo>
                <a:lnTo>
                  <a:pt x="608" y="103"/>
                </a:lnTo>
                <a:lnTo>
                  <a:pt x="610" y="103"/>
                </a:lnTo>
                <a:lnTo>
                  <a:pt x="611" y="102"/>
                </a:lnTo>
                <a:lnTo>
                  <a:pt x="611" y="101"/>
                </a:lnTo>
                <a:lnTo>
                  <a:pt x="612" y="100"/>
                </a:lnTo>
                <a:lnTo>
                  <a:pt x="612" y="99"/>
                </a:lnTo>
                <a:lnTo>
                  <a:pt x="613" y="99"/>
                </a:lnTo>
                <a:lnTo>
                  <a:pt x="613" y="98"/>
                </a:lnTo>
                <a:lnTo>
                  <a:pt x="614" y="97"/>
                </a:lnTo>
                <a:lnTo>
                  <a:pt x="614" y="98"/>
                </a:lnTo>
                <a:lnTo>
                  <a:pt x="614" y="99"/>
                </a:lnTo>
                <a:lnTo>
                  <a:pt x="615" y="99"/>
                </a:lnTo>
                <a:lnTo>
                  <a:pt x="615" y="98"/>
                </a:lnTo>
                <a:lnTo>
                  <a:pt x="615" y="97"/>
                </a:lnTo>
                <a:lnTo>
                  <a:pt x="615" y="96"/>
                </a:lnTo>
                <a:lnTo>
                  <a:pt x="616" y="96"/>
                </a:lnTo>
                <a:lnTo>
                  <a:pt x="616" y="95"/>
                </a:lnTo>
                <a:lnTo>
                  <a:pt x="617" y="95"/>
                </a:lnTo>
                <a:lnTo>
                  <a:pt x="617" y="94"/>
                </a:lnTo>
                <a:lnTo>
                  <a:pt x="618" y="92"/>
                </a:lnTo>
                <a:lnTo>
                  <a:pt x="619" y="92"/>
                </a:lnTo>
                <a:lnTo>
                  <a:pt x="619" y="91"/>
                </a:lnTo>
                <a:lnTo>
                  <a:pt x="619" y="90"/>
                </a:lnTo>
                <a:lnTo>
                  <a:pt x="619" y="87"/>
                </a:lnTo>
                <a:lnTo>
                  <a:pt x="619" y="86"/>
                </a:lnTo>
                <a:lnTo>
                  <a:pt x="620" y="86"/>
                </a:lnTo>
                <a:lnTo>
                  <a:pt x="620" y="85"/>
                </a:lnTo>
                <a:lnTo>
                  <a:pt x="621" y="85"/>
                </a:lnTo>
                <a:lnTo>
                  <a:pt x="621" y="84"/>
                </a:lnTo>
                <a:lnTo>
                  <a:pt x="621" y="83"/>
                </a:lnTo>
                <a:lnTo>
                  <a:pt x="622" y="83"/>
                </a:lnTo>
                <a:lnTo>
                  <a:pt x="623" y="83"/>
                </a:lnTo>
                <a:lnTo>
                  <a:pt x="624" y="82"/>
                </a:lnTo>
                <a:lnTo>
                  <a:pt x="625" y="83"/>
                </a:lnTo>
                <a:lnTo>
                  <a:pt x="628" y="83"/>
                </a:lnTo>
                <a:lnTo>
                  <a:pt x="629" y="83"/>
                </a:lnTo>
                <a:lnTo>
                  <a:pt x="632" y="83"/>
                </a:lnTo>
                <a:lnTo>
                  <a:pt x="632" y="84"/>
                </a:lnTo>
                <a:lnTo>
                  <a:pt x="632" y="85"/>
                </a:lnTo>
                <a:lnTo>
                  <a:pt x="632" y="86"/>
                </a:lnTo>
                <a:lnTo>
                  <a:pt x="633" y="87"/>
                </a:lnTo>
                <a:lnTo>
                  <a:pt x="635" y="87"/>
                </a:lnTo>
                <a:lnTo>
                  <a:pt x="635" y="88"/>
                </a:lnTo>
                <a:lnTo>
                  <a:pt x="636" y="88"/>
                </a:lnTo>
                <a:lnTo>
                  <a:pt x="637" y="88"/>
                </a:lnTo>
                <a:lnTo>
                  <a:pt x="638" y="88"/>
                </a:lnTo>
                <a:lnTo>
                  <a:pt x="638" y="89"/>
                </a:lnTo>
                <a:lnTo>
                  <a:pt x="639" y="89"/>
                </a:lnTo>
                <a:lnTo>
                  <a:pt x="640" y="88"/>
                </a:lnTo>
                <a:lnTo>
                  <a:pt x="641" y="87"/>
                </a:lnTo>
                <a:lnTo>
                  <a:pt x="641" y="86"/>
                </a:lnTo>
                <a:lnTo>
                  <a:pt x="642" y="86"/>
                </a:lnTo>
                <a:lnTo>
                  <a:pt x="642" y="85"/>
                </a:lnTo>
                <a:lnTo>
                  <a:pt x="643" y="85"/>
                </a:lnTo>
                <a:lnTo>
                  <a:pt x="643" y="84"/>
                </a:lnTo>
                <a:lnTo>
                  <a:pt x="644" y="84"/>
                </a:lnTo>
                <a:lnTo>
                  <a:pt x="645" y="84"/>
                </a:lnTo>
                <a:lnTo>
                  <a:pt x="645" y="83"/>
                </a:lnTo>
                <a:lnTo>
                  <a:pt x="646" y="83"/>
                </a:lnTo>
                <a:lnTo>
                  <a:pt x="646" y="84"/>
                </a:lnTo>
                <a:lnTo>
                  <a:pt x="647" y="84"/>
                </a:lnTo>
                <a:lnTo>
                  <a:pt x="648" y="84"/>
                </a:lnTo>
                <a:lnTo>
                  <a:pt x="649" y="84"/>
                </a:lnTo>
                <a:lnTo>
                  <a:pt x="650" y="85"/>
                </a:lnTo>
                <a:lnTo>
                  <a:pt x="651" y="85"/>
                </a:lnTo>
                <a:lnTo>
                  <a:pt x="651" y="86"/>
                </a:lnTo>
                <a:lnTo>
                  <a:pt x="652" y="86"/>
                </a:lnTo>
                <a:lnTo>
                  <a:pt x="653" y="85"/>
                </a:lnTo>
                <a:lnTo>
                  <a:pt x="654" y="84"/>
                </a:lnTo>
                <a:lnTo>
                  <a:pt x="655" y="84"/>
                </a:lnTo>
                <a:lnTo>
                  <a:pt x="655" y="85"/>
                </a:lnTo>
                <a:lnTo>
                  <a:pt x="656" y="85"/>
                </a:lnTo>
                <a:lnTo>
                  <a:pt x="656" y="86"/>
                </a:lnTo>
                <a:lnTo>
                  <a:pt x="657" y="86"/>
                </a:lnTo>
                <a:lnTo>
                  <a:pt x="657" y="87"/>
                </a:lnTo>
                <a:lnTo>
                  <a:pt x="658" y="87"/>
                </a:lnTo>
                <a:lnTo>
                  <a:pt x="658" y="88"/>
                </a:lnTo>
                <a:lnTo>
                  <a:pt x="659" y="89"/>
                </a:lnTo>
                <a:lnTo>
                  <a:pt x="659" y="88"/>
                </a:lnTo>
                <a:lnTo>
                  <a:pt x="660" y="88"/>
                </a:lnTo>
                <a:lnTo>
                  <a:pt x="660" y="87"/>
                </a:lnTo>
                <a:lnTo>
                  <a:pt x="661" y="87"/>
                </a:lnTo>
                <a:lnTo>
                  <a:pt x="662" y="87"/>
                </a:lnTo>
                <a:lnTo>
                  <a:pt x="663" y="87"/>
                </a:lnTo>
                <a:lnTo>
                  <a:pt x="663" y="88"/>
                </a:lnTo>
                <a:lnTo>
                  <a:pt x="664" y="88"/>
                </a:lnTo>
                <a:lnTo>
                  <a:pt x="664" y="89"/>
                </a:lnTo>
                <a:lnTo>
                  <a:pt x="665" y="89"/>
                </a:lnTo>
                <a:lnTo>
                  <a:pt x="665" y="88"/>
                </a:lnTo>
                <a:lnTo>
                  <a:pt x="666" y="87"/>
                </a:lnTo>
                <a:lnTo>
                  <a:pt x="666" y="86"/>
                </a:lnTo>
                <a:lnTo>
                  <a:pt x="666" y="85"/>
                </a:lnTo>
                <a:lnTo>
                  <a:pt x="667" y="85"/>
                </a:lnTo>
                <a:lnTo>
                  <a:pt x="667" y="84"/>
                </a:lnTo>
                <a:lnTo>
                  <a:pt x="667" y="83"/>
                </a:lnTo>
                <a:lnTo>
                  <a:pt x="667" y="82"/>
                </a:lnTo>
                <a:lnTo>
                  <a:pt x="667" y="81"/>
                </a:lnTo>
                <a:lnTo>
                  <a:pt x="668" y="81"/>
                </a:lnTo>
                <a:lnTo>
                  <a:pt x="668" y="80"/>
                </a:lnTo>
                <a:lnTo>
                  <a:pt x="669" y="79"/>
                </a:lnTo>
                <a:lnTo>
                  <a:pt x="669" y="78"/>
                </a:lnTo>
                <a:lnTo>
                  <a:pt x="669" y="77"/>
                </a:lnTo>
                <a:lnTo>
                  <a:pt x="669" y="76"/>
                </a:lnTo>
                <a:lnTo>
                  <a:pt x="669" y="75"/>
                </a:lnTo>
                <a:lnTo>
                  <a:pt x="671" y="75"/>
                </a:lnTo>
                <a:lnTo>
                  <a:pt x="671" y="74"/>
                </a:lnTo>
                <a:lnTo>
                  <a:pt x="671" y="75"/>
                </a:lnTo>
                <a:lnTo>
                  <a:pt x="672" y="75"/>
                </a:lnTo>
                <a:lnTo>
                  <a:pt x="672" y="76"/>
                </a:lnTo>
                <a:lnTo>
                  <a:pt x="673" y="76"/>
                </a:lnTo>
                <a:lnTo>
                  <a:pt x="674" y="76"/>
                </a:lnTo>
                <a:lnTo>
                  <a:pt x="674" y="75"/>
                </a:lnTo>
                <a:lnTo>
                  <a:pt x="675" y="75"/>
                </a:lnTo>
                <a:lnTo>
                  <a:pt x="675" y="74"/>
                </a:lnTo>
                <a:lnTo>
                  <a:pt x="676" y="74"/>
                </a:lnTo>
                <a:lnTo>
                  <a:pt x="676" y="73"/>
                </a:lnTo>
                <a:lnTo>
                  <a:pt x="676" y="74"/>
                </a:lnTo>
                <a:lnTo>
                  <a:pt x="677" y="74"/>
                </a:lnTo>
                <a:lnTo>
                  <a:pt x="677" y="73"/>
                </a:lnTo>
                <a:lnTo>
                  <a:pt x="677" y="72"/>
                </a:lnTo>
                <a:lnTo>
                  <a:pt x="677" y="71"/>
                </a:lnTo>
                <a:lnTo>
                  <a:pt x="678" y="70"/>
                </a:lnTo>
                <a:lnTo>
                  <a:pt x="679" y="70"/>
                </a:lnTo>
                <a:lnTo>
                  <a:pt x="679" y="69"/>
                </a:lnTo>
                <a:lnTo>
                  <a:pt x="680" y="69"/>
                </a:lnTo>
                <a:lnTo>
                  <a:pt x="681" y="69"/>
                </a:lnTo>
                <a:lnTo>
                  <a:pt x="682" y="69"/>
                </a:lnTo>
                <a:lnTo>
                  <a:pt x="682" y="68"/>
                </a:lnTo>
                <a:lnTo>
                  <a:pt x="681" y="68"/>
                </a:lnTo>
                <a:lnTo>
                  <a:pt x="681" y="67"/>
                </a:lnTo>
                <a:lnTo>
                  <a:pt x="681" y="66"/>
                </a:lnTo>
                <a:lnTo>
                  <a:pt x="682" y="65"/>
                </a:lnTo>
                <a:lnTo>
                  <a:pt x="683" y="65"/>
                </a:lnTo>
                <a:lnTo>
                  <a:pt x="683" y="64"/>
                </a:lnTo>
                <a:lnTo>
                  <a:pt x="682" y="63"/>
                </a:lnTo>
                <a:lnTo>
                  <a:pt x="682" y="62"/>
                </a:lnTo>
                <a:lnTo>
                  <a:pt x="682" y="61"/>
                </a:lnTo>
                <a:lnTo>
                  <a:pt x="683" y="61"/>
                </a:lnTo>
                <a:lnTo>
                  <a:pt x="684" y="60"/>
                </a:lnTo>
                <a:lnTo>
                  <a:pt x="684" y="59"/>
                </a:lnTo>
                <a:lnTo>
                  <a:pt x="683" y="59"/>
                </a:lnTo>
                <a:lnTo>
                  <a:pt x="682" y="58"/>
                </a:lnTo>
                <a:lnTo>
                  <a:pt x="682" y="57"/>
                </a:lnTo>
                <a:lnTo>
                  <a:pt x="683" y="57"/>
                </a:lnTo>
                <a:lnTo>
                  <a:pt x="683" y="56"/>
                </a:lnTo>
                <a:lnTo>
                  <a:pt x="684" y="56"/>
                </a:lnTo>
                <a:lnTo>
                  <a:pt x="685" y="55"/>
                </a:lnTo>
                <a:lnTo>
                  <a:pt x="686" y="54"/>
                </a:lnTo>
                <a:lnTo>
                  <a:pt x="690" y="50"/>
                </a:lnTo>
                <a:lnTo>
                  <a:pt x="691" y="49"/>
                </a:lnTo>
                <a:lnTo>
                  <a:pt x="692" y="48"/>
                </a:lnTo>
                <a:lnTo>
                  <a:pt x="693" y="46"/>
                </a:lnTo>
                <a:lnTo>
                  <a:pt x="694" y="46"/>
                </a:lnTo>
                <a:lnTo>
                  <a:pt x="695" y="45"/>
                </a:lnTo>
                <a:lnTo>
                  <a:pt x="696" y="45"/>
                </a:lnTo>
                <a:lnTo>
                  <a:pt x="697" y="45"/>
                </a:lnTo>
                <a:lnTo>
                  <a:pt x="698" y="45"/>
                </a:lnTo>
                <a:lnTo>
                  <a:pt x="702" y="47"/>
                </a:lnTo>
                <a:lnTo>
                  <a:pt x="704" y="48"/>
                </a:lnTo>
                <a:lnTo>
                  <a:pt x="705" y="49"/>
                </a:lnTo>
                <a:lnTo>
                  <a:pt x="705" y="50"/>
                </a:lnTo>
                <a:lnTo>
                  <a:pt x="705" y="51"/>
                </a:lnTo>
                <a:lnTo>
                  <a:pt x="706" y="52"/>
                </a:lnTo>
                <a:lnTo>
                  <a:pt x="706" y="53"/>
                </a:lnTo>
                <a:lnTo>
                  <a:pt x="706" y="54"/>
                </a:lnTo>
                <a:lnTo>
                  <a:pt x="706" y="55"/>
                </a:lnTo>
                <a:lnTo>
                  <a:pt x="706" y="59"/>
                </a:lnTo>
                <a:lnTo>
                  <a:pt x="706" y="60"/>
                </a:lnTo>
                <a:lnTo>
                  <a:pt x="706" y="62"/>
                </a:lnTo>
                <a:lnTo>
                  <a:pt x="706" y="63"/>
                </a:lnTo>
                <a:lnTo>
                  <a:pt x="705" y="63"/>
                </a:lnTo>
                <a:lnTo>
                  <a:pt x="706" y="64"/>
                </a:lnTo>
                <a:lnTo>
                  <a:pt x="706" y="65"/>
                </a:lnTo>
                <a:lnTo>
                  <a:pt x="706" y="66"/>
                </a:lnTo>
                <a:lnTo>
                  <a:pt x="707" y="67"/>
                </a:lnTo>
                <a:lnTo>
                  <a:pt x="708" y="68"/>
                </a:lnTo>
                <a:lnTo>
                  <a:pt x="709" y="67"/>
                </a:lnTo>
                <a:lnTo>
                  <a:pt x="709" y="66"/>
                </a:lnTo>
                <a:lnTo>
                  <a:pt x="710" y="65"/>
                </a:lnTo>
                <a:lnTo>
                  <a:pt x="711" y="65"/>
                </a:lnTo>
                <a:lnTo>
                  <a:pt x="711" y="63"/>
                </a:lnTo>
                <a:lnTo>
                  <a:pt x="712" y="63"/>
                </a:lnTo>
                <a:lnTo>
                  <a:pt x="713" y="59"/>
                </a:lnTo>
                <a:lnTo>
                  <a:pt x="715" y="57"/>
                </a:lnTo>
                <a:lnTo>
                  <a:pt x="717" y="55"/>
                </a:lnTo>
                <a:lnTo>
                  <a:pt x="718" y="53"/>
                </a:lnTo>
                <a:lnTo>
                  <a:pt x="718" y="52"/>
                </a:lnTo>
                <a:lnTo>
                  <a:pt x="718" y="51"/>
                </a:lnTo>
                <a:lnTo>
                  <a:pt x="718" y="50"/>
                </a:lnTo>
                <a:lnTo>
                  <a:pt x="719" y="50"/>
                </a:lnTo>
                <a:lnTo>
                  <a:pt x="719" y="49"/>
                </a:lnTo>
                <a:lnTo>
                  <a:pt x="719" y="48"/>
                </a:lnTo>
                <a:lnTo>
                  <a:pt x="720" y="47"/>
                </a:lnTo>
                <a:lnTo>
                  <a:pt x="721" y="47"/>
                </a:lnTo>
                <a:lnTo>
                  <a:pt x="722" y="47"/>
                </a:lnTo>
                <a:lnTo>
                  <a:pt x="723" y="47"/>
                </a:lnTo>
                <a:lnTo>
                  <a:pt x="723" y="48"/>
                </a:lnTo>
                <a:lnTo>
                  <a:pt x="723" y="49"/>
                </a:lnTo>
                <a:lnTo>
                  <a:pt x="722" y="50"/>
                </a:lnTo>
                <a:lnTo>
                  <a:pt x="722" y="51"/>
                </a:lnTo>
                <a:lnTo>
                  <a:pt x="722" y="52"/>
                </a:lnTo>
                <a:lnTo>
                  <a:pt x="721" y="53"/>
                </a:lnTo>
                <a:lnTo>
                  <a:pt x="721" y="54"/>
                </a:lnTo>
                <a:lnTo>
                  <a:pt x="721" y="56"/>
                </a:lnTo>
                <a:lnTo>
                  <a:pt x="721" y="57"/>
                </a:lnTo>
                <a:lnTo>
                  <a:pt x="721" y="58"/>
                </a:lnTo>
                <a:lnTo>
                  <a:pt x="721" y="59"/>
                </a:lnTo>
                <a:lnTo>
                  <a:pt x="720" y="59"/>
                </a:lnTo>
                <a:lnTo>
                  <a:pt x="720" y="60"/>
                </a:lnTo>
                <a:lnTo>
                  <a:pt x="720" y="61"/>
                </a:lnTo>
                <a:lnTo>
                  <a:pt x="720" y="62"/>
                </a:lnTo>
                <a:lnTo>
                  <a:pt x="719" y="63"/>
                </a:lnTo>
                <a:lnTo>
                  <a:pt x="718" y="64"/>
                </a:lnTo>
                <a:lnTo>
                  <a:pt x="718" y="65"/>
                </a:lnTo>
                <a:lnTo>
                  <a:pt x="717" y="66"/>
                </a:lnTo>
                <a:lnTo>
                  <a:pt x="716" y="67"/>
                </a:lnTo>
                <a:lnTo>
                  <a:pt x="715" y="68"/>
                </a:lnTo>
                <a:lnTo>
                  <a:pt x="714" y="69"/>
                </a:lnTo>
                <a:lnTo>
                  <a:pt x="713" y="70"/>
                </a:lnTo>
                <a:lnTo>
                  <a:pt x="713" y="71"/>
                </a:lnTo>
                <a:lnTo>
                  <a:pt x="712" y="72"/>
                </a:lnTo>
                <a:lnTo>
                  <a:pt x="711" y="72"/>
                </a:lnTo>
                <a:lnTo>
                  <a:pt x="710" y="73"/>
                </a:lnTo>
                <a:lnTo>
                  <a:pt x="709" y="74"/>
                </a:lnTo>
                <a:lnTo>
                  <a:pt x="708" y="75"/>
                </a:lnTo>
                <a:lnTo>
                  <a:pt x="706" y="78"/>
                </a:lnTo>
                <a:lnTo>
                  <a:pt x="705" y="79"/>
                </a:lnTo>
                <a:lnTo>
                  <a:pt x="704" y="81"/>
                </a:lnTo>
                <a:lnTo>
                  <a:pt x="705" y="82"/>
                </a:lnTo>
                <a:lnTo>
                  <a:pt x="705" y="83"/>
                </a:lnTo>
                <a:lnTo>
                  <a:pt x="706" y="85"/>
                </a:lnTo>
                <a:lnTo>
                  <a:pt x="706" y="86"/>
                </a:lnTo>
                <a:lnTo>
                  <a:pt x="707" y="89"/>
                </a:lnTo>
                <a:lnTo>
                  <a:pt x="707" y="90"/>
                </a:lnTo>
                <a:lnTo>
                  <a:pt x="709" y="94"/>
                </a:lnTo>
                <a:lnTo>
                  <a:pt x="709" y="95"/>
                </a:lnTo>
                <a:lnTo>
                  <a:pt x="710" y="97"/>
                </a:lnTo>
                <a:lnTo>
                  <a:pt x="710" y="99"/>
                </a:lnTo>
                <a:lnTo>
                  <a:pt x="711" y="99"/>
                </a:lnTo>
                <a:lnTo>
                  <a:pt x="711" y="104"/>
                </a:lnTo>
                <a:lnTo>
                  <a:pt x="711" y="105"/>
                </a:lnTo>
                <a:lnTo>
                  <a:pt x="712" y="105"/>
                </a:lnTo>
                <a:lnTo>
                  <a:pt x="712" y="106"/>
                </a:lnTo>
                <a:lnTo>
                  <a:pt x="712" y="107"/>
                </a:lnTo>
                <a:lnTo>
                  <a:pt x="712" y="108"/>
                </a:lnTo>
                <a:lnTo>
                  <a:pt x="713" y="108"/>
                </a:lnTo>
                <a:lnTo>
                  <a:pt x="713" y="109"/>
                </a:lnTo>
                <a:lnTo>
                  <a:pt x="714" y="109"/>
                </a:lnTo>
                <a:lnTo>
                  <a:pt x="714" y="110"/>
                </a:lnTo>
                <a:lnTo>
                  <a:pt x="715" y="110"/>
                </a:lnTo>
                <a:lnTo>
                  <a:pt x="716" y="110"/>
                </a:lnTo>
                <a:lnTo>
                  <a:pt x="717" y="109"/>
                </a:lnTo>
                <a:lnTo>
                  <a:pt x="717" y="108"/>
                </a:lnTo>
                <a:lnTo>
                  <a:pt x="718" y="108"/>
                </a:lnTo>
                <a:lnTo>
                  <a:pt x="718" y="107"/>
                </a:lnTo>
                <a:lnTo>
                  <a:pt x="718" y="106"/>
                </a:lnTo>
                <a:lnTo>
                  <a:pt x="719" y="105"/>
                </a:lnTo>
                <a:lnTo>
                  <a:pt x="719" y="104"/>
                </a:lnTo>
                <a:lnTo>
                  <a:pt x="720" y="104"/>
                </a:lnTo>
                <a:lnTo>
                  <a:pt x="720" y="103"/>
                </a:lnTo>
                <a:lnTo>
                  <a:pt x="722" y="101"/>
                </a:lnTo>
                <a:lnTo>
                  <a:pt x="723" y="101"/>
                </a:lnTo>
                <a:lnTo>
                  <a:pt x="723" y="100"/>
                </a:lnTo>
                <a:lnTo>
                  <a:pt x="724" y="99"/>
                </a:lnTo>
                <a:lnTo>
                  <a:pt x="726" y="98"/>
                </a:lnTo>
                <a:lnTo>
                  <a:pt x="727" y="98"/>
                </a:lnTo>
                <a:lnTo>
                  <a:pt x="727" y="97"/>
                </a:lnTo>
                <a:lnTo>
                  <a:pt x="728" y="97"/>
                </a:lnTo>
                <a:lnTo>
                  <a:pt x="729" y="97"/>
                </a:lnTo>
                <a:lnTo>
                  <a:pt x="730" y="97"/>
                </a:lnTo>
                <a:lnTo>
                  <a:pt x="731" y="97"/>
                </a:lnTo>
                <a:lnTo>
                  <a:pt x="732" y="98"/>
                </a:lnTo>
                <a:lnTo>
                  <a:pt x="733" y="98"/>
                </a:lnTo>
                <a:lnTo>
                  <a:pt x="733" y="99"/>
                </a:lnTo>
                <a:lnTo>
                  <a:pt x="733" y="100"/>
                </a:lnTo>
                <a:lnTo>
                  <a:pt x="733" y="101"/>
                </a:lnTo>
                <a:lnTo>
                  <a:pt x="734" y="102"/>
                </a:lnTo>
                <a:lnTo>
                  <a:pt x="734" y="103"/>
                </a:lnTo>
                <a:lnTo>
                  <a:pt x="734" y="104"/>
                </a:lnTo>
                <a:lnTo>
                  <a:pt x="735" y="106"/>
                </a:lnTo>
                <a:lnTo>
                  <a:pt x="735" y="107"/>
                </a:lnTo>
                <a:lnTo>
                  <a:pt x="735" y="108"/>
                </a:lnTo>
                <a:lnTo>
                  <a:pt x="735" y="110"/>
                </a:lnTo>
                <a:lnTo>
                  <a:pt x="736" y="112"/>
                </a:lnTo>
                <a:lnTo>
                  <a:pt x="736" y="114"/>
                </a:lnTo>
                <a:lnTo>
                  <a:pt x="737" y="114"/>
                </a:lnTo>
                <a:lnTo>
                  <a:pt x="738" y="115"/>
                </a:lnTo>
                <a:lnTo>
                  <a:pt x="738" y="116"/>
                </a:lnTo>
                <a:lnTo>
                  <a:pt x="739" y="116"/>
                </a:lnTo>
                <a:lnTo>
                  <a:pt x="740" y="115"/>
                </a:lnTo>
                <a:lnTo>
                  <a:pt x="741" y="114"/>
                </a:lnTo>
                <a:lnTo>
                  <a:pt x="741" y="112"/>
                </a:lnTo>
                <a:lnTo>
                  <a:pt x="740" y="111"/>
                </a:lnTo>
                <a:lnTo>
                  <a:pt x="740" y="110"/>
                </a:lnTo>
                <a:lnTo>
                  <a:pt x="741" y="110"/>
                </a:lnTo>
                <a:lnTo>
                  <a:pt x="742" y="110"/>
                </a:lnTo>
                <a:lnTo>
                  <a:pt x="744" y="110"/>
                </a:lnTo>
                <a:lnTo>
                  <a:pt x="745" y="110"/>
                </a:lnTo>
                <a:lnTo>
                  <a:pt x="746" y="110"/>
                </a:lnTo>
                <a:lnTo>
                  <a:pt x="747" y="111"/>
                </a:lnTo>
                <a:lnTo>
                  <a:pt x="749" y="111"/>
                </a:lnTo>
                <a:lnTo>
                  <a:pt x="750" y="110"/>
                </a:lnTo>
                <a:lnTo>
                  <a:pt x="751" y="109"/>
                </a:lnTo>
                <a:lnTo>
                  <a:pt x="751" y="108"/>
                </a:lnTo>
                <a:lnTo>
                  <a:pt x="752" y="106"/>
                </a:lnTo>
                <a:lnTo>
                  <a:pt x="753" y="105"/>
                </a:lnTo>
                <a:lnTo>
                  <a:pt x="753" y="104"/>
                </a:lnTo>
                <a:lnTo>
                  <a:pt x="754" y="103"/>
                </a:lnTo>
                <a:lnTo>
                  <a:pt x="755" y="102"/>
                </a:lnTo>
                <a:lnTo>
                  <a:pt x="755" y="101"/>
                </a:lnTo>
                <a:lnTo>
                  <a:pt x="755" y="100"/>
                </a:lnTo>
                <a:lnTo>
                  <a:pt x="756" y="100"/>
                </a:lnTo>
                <a:lnTo>
                  <a:pt x="756" y="99"/>
                </a:lnTo>
                <a:lnTo>
                  <a:pt x="757" y="98"/>
                </a:lnTo>
                <a:lnTo>
                  <a:pt x="757" y="97"/>
                </a:lnTo>
                <a:lnTo>
                  <a:pt x="758" y="97"/>
                </a:lnTo>
                <a:lnTo>
                  <a:pt x="758" y="96"/>
                </a:lnTo>
                <a:lnTo>
                  <a:pt x="759" y="95"/>
                </a:lnTo>
                <a:lnTo>
                  <a:pt x="759" y="94"/>
                </a:lnTo>
                <a:lnTo>
                  <a:pt x="759" y="93"/>
                </a:lnTo>
                <a:lnTo>
                  <a:pt x="760" y="93"/>
                </a:lnTo>
                <a:lnTo>
                  <a:pt x="760" y="92"/>
                </a:lnTo>
                <a:lnTo>
                  <a:pt x="761" y="91"/>
                </a:lnTo>
                <a:lnTo>
                  <a:pt x="761" y="90"/>
                </a:lnTo>
                <a:lnTo>
                  <a:pt x="762" y="90"/>
                </a:lnTo>
                <a:lnTo>
                  <a:pt x="762" y="89"/>
                </a:lnTo>
                <a:lnTo>
                  <a:pt x="764" y="87"/>
                </a:lnTo>
                <a:lnTo>
                  <a:pt x="765" y="87"/>
                </a:lnTo>
                <a:lnTo>
                  <a:pt x="765" y="86"/>
                </a:lnTo>
                <a:lnTo>
                  <a:pt x="766" y="86"/>
                </a:lnTo>
                <a:lnTo>
                  <a:pt x="766" y="85"/>
                </a:lnTo>
                <a:lnTo>
                  <a:pt x="767" y="85"/>
                </a:lnTo>
                <a:lnTo>
                  <a:pt x="767" y="84"/>
                </a:lnTo>
                <a:lnTo>
                  <a:pt x="768" y="83"/>
                </a:lnTo>
                <a:lnTo>
                  <a:pt x="769" y="80"/>
                </a:lnTo>
                <a:lnTo>
                  <a:pt x="769" y="79"/>
                </a:lnTo>
                <a:lnTo>
                  <a:pt x="771" y="77"/>
                </a:lnTo>
                <a:lnTo>
                  <a:pt x="771" y="76"/>
                </a:lnTo>
                <a:lnTo>
                  <a:pt x="772" y="76"/>
                </a:lnTo>
                <a:lnTo>
                  <a:pt x="772" y="74"/>
                </a:lnTo>
                <a:lnTo>
                  <a:pt x="773" y="73"/>
                </a:lnTo>
                <a:lnTo>
                  <a:pt x="773" y="72"/>
                </a:lnTo>
                <a:lnTo>
                  <a:pt x="774" y="72"/>
                </a:lnTo>
                <a:lnTo>
                  <a:pt x="775" y="69"/>
                </a:lnTo>
                <a:lnTo>
                  <a:pt x="776" y="68"/>
                </a:lnTo>
                <a:lnTo>
                  <a:pt x="777" y="67"/>
                </a:lnTo>
                <a:lnTo>
                  <a:pt x="777" y="66"/>
                </a:lnTo>
                <a:lnTo>
                  <a:pt x="778" y="65"/>
                </a:lnTo>
                <a:lnTo>
                  <a:pt x="778" y="64"/>
                </a:lnTo>
                <a:lnTo>
                  <a:pt x="779" y="63"/>
                </a:lnTo>
                <a:lnTo>
                  <a:pt x="780" y="62"/>
                </a:lnTo>
                <a:lnTo>
                  <a:pt x="780" y="61"/>
                </a:lnTo>
                <a:lnTo>
                  <a:pt x="781" y="61"/>
                </a:lnTo>
                <a:lnTo>
                  <a:pt x="781" y="60"/>
                </a:lnTo>
                <a:lnTo>
                  <a:pt x="782" y="59"/>
                </a:lnTo>
                <a:lnTo>
                  <a:pt x="782" y="58"/>
                </a:lnTo>
                <a:lnTo>
                  <a:pt x="783" y="57"/>
                </a:lnTo>
                <a:lnTo>
                  <a:pt x="784" y="56"/>
                </a:lnTo>
                <a:lnTo>
                  <a:pt x="785" y="55"/>
                </a:lnTo>
                <a:lnTo>
                  <a:pt x="786" y="54"/>
                </a:lnTo>
                <a:lnTo>
                  <a:pt x="787" y="53"/>
                </a:lnTo>
                <a:lnTo>
                  <a:pt x="787" y="52"/>
                </a:lnTo>
                <a:lnTo>
                  <a:pt x="788" y="52"/>
                </a:lnTo>
                <a:lnTo>
                  <a:pt x="788" y="51"/>
                </a:lnTo>
                <a:lnTo>
                  <a:pt x="789" y="51"/>
                </a:lnTo>
                <a:lnTo>
                  <a:pt x="791" y="49"/>
                </a:lnTo>
                <a:lnTo>
                  <a:pt x="791" y="48"/>
                </a:lnTo>
                <a:lnTo>
                  <a:pt x="792" y="47"/>
                </a:lnTo>
                <a:lnTo>
                  <a:pt x="794" y="45"/>
                </a:lnTo>
                <a:lnTo>
                  <a:pt x="796" y="44"/>
                </a:lnTo>
                <a:lnTo>
                  <a:pt x="797" y="43"/>
                </a:lnTo>
                <a:lnTo>
                  <a:pt x="798" y="43"/>
                </a:lnTo>
                <a:lnTo>
                  <a:pt x="798" y="42"/>
                </a:lnTo>
                <a:lnTo>
                  <a:pt x="799" y="41"/>
                </a:lnTo>
                <a:lnTo>
                  <a:pt x="803" y="37"/>
                </a:lnTo>
                <a:lnTo>
                  <a:pt x="804" y="36"/>
                </a:lnTo>
                <a:lnTo>
                  <a:pt x="805" y="35"/>
                </a:lnTo>
                <a:lnTo>
                  <a:pt x="805" y="34"/>
                </a:lnTo>
                <a:lnTo>
                  <a:pt x="806" y="33"/>
                </a:lnTo>
                <a:lnTo>
                  <a:pt x="806" y="32"/>
                </a:lnTo>
                <a:lnTo>
                  <a:pt x="807" y="32"/>
                </a:lnTo>
                <a:lnTo>
                  <a:pt x="807" y="31"/>
                </a:lnTo>
                <a:lnTo>
                  <a:pt x="807" y="30"/>
                </a:lnTo>
                <a:lnTo>
                  <a:pt x="808" y="30"/>
                </a:lnTo>
                <a:lnTo>
                  <a:pt x="808" y="29"/>
                </a:lnTo>
                <a:lnTo>
                  <a:pt x="809" y="29"/>
                </a:lnTo>
                <a:lnTo>
                  <a:pt x="810" y="28"/>
                </a:lnTo>
                <a:lnTo>
                  <a:pt x="811" y="27"/>
                </a:lnTo>
                <a:lnTo>
                  <a:pt x="812" y="27"/>
                </a:lnTo>
                <a:lnTo>
                  <a:pt x="812" y="26"/>
                </a:lnTo>
                <a:lnTo>
                  <a:pt x="813" y="25"/>
                </a:lnTo>
                <a:lnTo>
                  <a:pt x="814" y="24"/>
                </a:lnTo>
                <a:lnTo>
                  <a:pt x="815" y="24"/>
                </a:lnTo>
                <a:lnTo>
                  <a:pt x="815" y="23"/>
                </a:lnTo>
                <a:lnTo>
                  <a:pt x="816" y="23"/>
                </a:lnTo>
                <a:lnTo>
                  <a:pt x="816" y="24"/>
                </a:lnTo>
                <a:lnTo>
                  <a:pt x="817" y="25"/>
                </a:lnTo>
                <a:lnTo>
                  <a:pt x="818" y="25"/>
                </a:lnTo>
                <a:lnTo>
                  <a:pt x="818" y="26"/>
                </a:lnTo>
                <a:lnTo>
                  <a:pt x="817" y="26"/>
                </a:lnTo>
                <a:lnTo>
                  <a:pt x="817" y="27"/>
                </a:lnTo>
                <a:lnTo>
                  <a:pt x="817" y="28"/>
                </a:lnTo>
                <a:lnTo>
                  <a:pt x="817" y="29"/>
                </a:lnTo>
                <a:lnTo>
                  <a:pt x="817" y="30"/>
                </a:lnTo>
                <a:lnTo>
                  <a:pt x="816" y="30"/>
                </a:lnTo>
                <a:lnTo>
                  <a:pt x="815" y="30"/>
                </a:lnTo>
                <a:lnTo>
                  <a:pt x="815" y="31"/>
                </a:lnTo>
                <a:lnTo>
                  <a:pt x="816" y="31"/>
                </a:lnTo>
                <a:lnTo>
                  <a:pt x="817" y="31"/>
                </a:lnTo>
                <a:lnTo>
                  <a:pt x="817" y="32"/>
                </a:lnTo>
                <a:lnTo>
                  <a:pt x="816" y="32"/>
                </a:lnTo>
                <a:lnTo>
                  <a:pt x="816" y="33"/>
                </a:lnTo>
                <a:lnTo>
                  <a:pt x="816" y="34"/>
                </a:lnTo>
                <a:lnTo>
                  <a:pt x="815" y="34"/>
                </a:lnTo>
                <a:lnTo>
                  <a:pt x="815" y="35"/>
                </a:lnTo>
                <a:lnTo>
                  <a:pt x="816" y="35"/>
                </a:lnTo>
                <a:lnTo>
                  <a:pt x="816" y="36"/>
                </a:lnTo>
                <a:lnTo>
                  <a:pt x="815" y="36"/>
                </a:lnTo>
                <a:lnTo>
                  <a:pt x="815" y="37"/>
                </a:lnTo>
                <a:lnTo>
                  <a:pt x="815" y="38"/>
                </a:lnTo>
                <a:lnTo>
                  <a:pt x="814" y="38"/>
                </a:lnTo>
                <a:lnTo>
                  <a:pt x="814" y="39"/>
                </a:lnTo>
                <a:lnTo>
                  <a:pt x="814" y="40"/>
                </a:lnTo>
                <a:lnTo>
                  <a:pt x="815" y="40"/>
                </a:lnTo>
                <a:lnTo>
                  <a:pt x="815" y="41"/>
                </a:lnTo>
                <a:lnTo>
                  <a:pt x="814" y="41"/>
                </a:lnTo>
                <a:lnTo>
                  <a:pt x="814" y="42"/>
                </a:lnTo>
                <a:lnTo>
                  <a:pt x="815" y="43"/>
                </a:lnTo>
                <a:lnTo>
                  <a:pt x="815" y="44"/>
                </a:lnTo>
                <a:lnTo>
                  <a:pt x="814" y="45"/>
                </a:lnTo>
                <a:lnTo>
                  <a:pt x="814" y="46"/>
                </a:lnTo>
                <a:lnTo>
                  <a:pt x="814" y="47"/>
                </a:lnTo>
                <a:lnTo>
                  <a:pt x="814" y="48"/>
                </a:lnTo>
                <a:lnTo>
                  <a:pt x="814" y="49"/>
                </a:lnTo>
                <a:lnTo>
                  <a:pt x="813" y="50"/>
                </a:lnTo>
                <a:lnTo>
                  <a:pt x="813" y="52"/>
                </a:lnTo>
                <a:lnTo>
                  <a:pt x="813" y="53"/>
                </a:lnTo>
                <a:lnTo>
                  <a:pt x="813" y="54"/>
                </a:lnTo>
                <a:lnTo>
                  <a:pt x="813" y="55"/>
                </a:lnTo>
                <a:lnTo>
                  <a:pt x="813" y="56"/>
                </a:lnTo>
                <a:lnTo>
                  <a:pt x="814" y="57"/>
                </a:lnTo>
                <a:lnTo>
                  <a:pt x="814" y="58"/>
                </a:lnTo>
                <a:lnTo>
                  <a:pt x="815" y="58"/>
                </a:lnTo>
                <a:lnTo>
                  <a:pt x="816" y="59"/>
                </a:lnTo>
                <a:lnTo>
                  <a:pt x="817" y="59"/>
                </a:lnTo>
                <a:lnTo>
                  <a:pt x="818" y="59"/>
                </a:lnTo>
                <a:lnTo>
                  <a:pt x="819" y="59"/>
                </a:lnTo>
                <a:lnTo>
                  <a:pt x="819" y="58"/>
                </a:lnTo>
                <a:lnTo>
                  <a:pt x="820" y="58"/>
                </a:lnTo>
                <a:lnTo>
                  <a:pt x="820" y="59"/>
                </a:lnTo>
                <a:lnTo>
                  <a:pt x="821" y="59"/>
                </a:lnTo>
                <a:lnTo>
                  <a:pt x="822" y="59"/>
                </a:lnTo>
                <a:lnTo>
                  <a:pt x="824" y="59"/>
                </a:lnTo>
                <a:lnTo>
                  <a:pt x="825" y="59"/>
                </a:lnTo>
                <a:lnTo>
                  <a:pt x="825" y="60"/>
                </a:lnTo>
                <a:lnTo>
                  <a:pt x="826" y="60"/>
                </a:lnTo>
                <a:lnTo>
                  <a:pt x="826" y="59"/>
                </a:lnTo>
                <a:lnTo>
                  <a:pt x="827" y="59"/>
                </a:lnTo>
                <a:lnTo>
                  <a:pt x="828" y="59"/>
                </a:lnTo>
                <a:lnTo>
                  <a:pt x="829" y="59"/>
                </a:lnTo>
                <a:lnTo>
                  <a:pt x="830" y="59"/>
                </a:lnTo>
                <a:lnTo>
                  <a:pt x="831" y="59"/>
                </a:lnTo>
                <a:lnTo>
                  <a:pt x="832" y="58"/>
                </a:lnTo>
                <a:lnTo>
                  <a:pt x="832" y="57"/>
                </a:lnTo>
                <a:lnTo>
                  <a:pt x="832" y="56"/>
                </a:lnTo>
                <a:lnTo>
                  <a:pt x="833" y="56"/>
                </a:lnTo>
                <a:lnTo>
                  <a:pt x="834" y="56"/>
                </a:lnTo>
                <a:lnTo>
                  <a:pt x="835" y="55"/>
                </a:lnTo>
                <a:lnTo>
                  <a:pt x="835" y="56"/>
                </a:lnTo>
                <a:lnTo>
                  <a:pt x="835" y="57"/>
                </a:lnTo>
                <a:lnTo>
                  <a:pt x="836" y="58"/>
                </a:lnTo>
                <a:lnTo>
                  <a:pt x="836" y="59"/>
                </a:lnTo>
                <a:lnTo>
                  <a:pt x="836" y="60"/>
                </a:lnTo>
                <a:lnTo>
                  <a:pt x="837" y="60"/>
                </a:lnTo>
                <a:lnTo>
                  <a:pt x="837" y="61"/>
                </a:lnTo>
                <a:lnTo>
                  <a:pt x="837" y="62"/>
                </a:lnTo>
                <a:lnTo>
                  <a:pt x="838" y="63"/>
                </a:lnTo>
                <a:lnTo>
                  <a:pt x="839" y="63"/>
                </a:lnTo>
                <a:lnTo>
                  <a:pt x="839" y="64"/>
                </a:lnTo>
                <a:lnTo>
                  <a:pt x="837" y="64"/>
                </a:lnTo>
                <a:lnTo>
                  <a:pt x="837" y="65"/>
                </a:lnTo>
                <a:lnTo>
                  <a:pt x="838" y="65"/>
                </a:lnTo>
                <a:lnTo>
                  <a:pt x="839" y="65"/>
                </a:lnTo>
                <a:lnTo>
                  <a:pt x="839" y="64"/>
                </a:lnTo>
                <a:lnTo>
                  <a:pt x="840" y="64"/>
                </a:lnTo>
                <a:lnTo>
                  <a:pt x="841" y="64"/>
                </a:lnTo>
                <a:lnTo>
                  <a:pt x="841" y="65"/>
                </a:lnTo>
                <a:lnTo>
                  <a:pt x="842" y="65"/>
                </a:lnTo>
                <a:lnTo>
                  <a:pt x="843" y="65"/>
                </a:lnTo>
                <a:lnTo>
                  <a:pt x="843" y="66"/>
                </a:lnTo>
                <a:lnTo>
                  <a:pt x="843" y="67"/>
                </a:lnTo>
                <a:lnTo>
                  <a:pt x="843" y="68"/>
                </a:lnTo>
                <a:lnTo>
                  <a:pt x="844" y="69"/>
                </a:lnTo>
                <a:lnTo>
                  <a:pt x="843" y="69"/>
                </a:lnTo>
                <a:lnTo>
                  <a:pt x="844" y="69"/>
                </a:lnTo>
                <a:lnTo>
                  <a:pt x="844" y="70"/>
                </a:lnTo>
                <a:lnTo>
                  <a:pt x="845" y="70"/>
                </a:lnTo>
                <a:lnTo>
                  <a:pt x="846" y="69"/>
                </a:lnTo>
                <a:lnTo>
                  <a:pt x="847" y="69"/>
                </a:lnTo>
                <a:lnTo>
                  <a:pt x="847" y="70"/>
                </a:lnTo>
                <a:lnTo>
                  <a:pt x="847" y="71"/>
                </a:lnTo>
                <a:lnTo>
                  <a:pt x="848" y="72"/>
                </a:lnTo>
                <a:lnTo>
                  <a:pt x="849" y="73"/>
                </a:lnTo>
                <a:lnTo>
                  <a:pt x="850" y="73"/>
                </a:lnTo>
                <a:lnTo>
                  <a:pt x="850" y="74"/>
                </a:lnTo>
                <a:lnTo>
                  <a:pt x="850" y="75"/>
                </a:lnTo>
                <a:lnTo>
                  <a:pt x="850" y="76"/>
                </a:lnTo>
                <a:lnTo>
                  <a:pt x="849" y="76"/>
                </a:lnTo>
                <a:lnTo>
                  <a:pt x="847" y="77"/>
                </a:lnTo>
                <a:lnTo>
                  <a:pt x="847" y="78"/>
                </a:lnTo>
                <a:lnTo>
                  <a:pt x="846" y="78"/>
                </a:lnTo>
                <a:lnTo>
                  <a:pt x="845" y="78"/>
                </a:lnTo>
                <a:lnTo>
                  <a:pt x="845" y="79"/>
                </a:lnTo>
                <a:lnTo>
                  <a:pt x="845" y="80"/>
                </a:lnTo>
                <a:lnTo>
                  <a:pt x="846" y="80"/>
                </a:lnTo>
                <a:lnTo>
                  <a:pt x="845" y="81"/>
                </a:lnTo>
                <a:lnTo>
                  <a:pt x="845" y="82"/>
                </a:lnTo>
                <a:lnTo>
                  <a:pt x="844" y="82"/>
                </a:lnTo>
                <a:lnTo>
                  <a:pt x="843" y="82"/>
                </a:lnTo>
                <a:lnTo>
                  <a:pt x="842" y="82"/>
                </a:lnTo>
                <a:lnTo>
                  <a:pt x="842" y="83"/>
                </a:lnTo>
                <a:lnTo>
                  <a:pt x="841" y="83"/>
                </a:lnTo>
                <a:lnTo>
                  <a:pt x="840" y="83"/>
                </a:lnTo>
                <a:lnTo>
                  <a:pt x="840" y="84"/>
                </a:lnTo>
                <a:lnTo>
                  <a:pt x="840" y="85"/>
                </a:lnTo>
                <a:lnTo>
                  <a:pt x="839" y="85"/>
                </a:lnTo>
                <a:lnTo>
                  <a:pt x="839" y="86"/>
                </a:lnTo>
                <a:lnTo>
                  <a:pt x="837" y="86"/>
                </a:lnTo>
                <a:lnTo>
                  <a:pt x="836" y="86"/>
                </a:lnTo>
                <a:lnTo>
                  <a:pt x="836" y="87"/>
                </a:lnTo>
                <a:lnTo>
                  <a:pt x="835" y="87"/>
                </a:lnTo>
                <a:lnTo>
                  <a:pt x="834" y="87"/>
                </a:lnTo>
                <a:lnTo>
                  <a:pt x="834" y="88"/>
                </a:lnTo>
                <a:lnTo>
                  <a:pt x="833" y="88"/>
                </a:lnTo>
                <a:lnTo>
                  <a:pt x="833" y="89"/>
                </a:lnTo>
                <a:lnTo>
                  <a:pt x="832" y="89"/>
                </a:lnTo>
                <a:lnTo>
                  <a:pt x="832" y="90"/>
                </a:lnTo>
                <a:lnTo>
                  <a:pt x="833" y="90"/>
                </a:lnTo>
                <a:lnTo>
                  <a:pt x="833" y="91"/>
                </a:lnTo>
                <a:lnTo>
                  <a:pt x="834" y="91"/>
                </a:lnTo>
                <a:lnTo>
                  <a:pt x="834" y="92"/>
                </a:lnTo>
                <a:lnTo>
                  <a:pt x="835" y="92"/>
                </a:lnTo>
                <a:lnTo>
                  <a:pt x="836" y="92"/>
                </a:lnTo>
                <a:lnTo>
                  <a:pt x="836" y="91"/>
                </a:lnTo>
                <a:lnTo>
                  <a:pt x="837" y="91"/>
                </a:lnTo>
                <a:lnTo>
                  <a:pt x="838" y="91"/>
                </a:lnTo>
                <a:lnTo>
                  <a:pt x="839" y="91"/>
                </a:lnTo>
                <a:lnTo>
                  <a:pt x="840" y="91"/>
                </a:lnTo>
                <a:lnTo>
                  <a:pt x="840" y="90"/>
                </a:lnTo>
                <a:lnTo>
                  <a:pt x="841" y="90"/>
                </a:lnTo>
                <a:lnTo>
                  <a:pt x="842" y="90"/>
                </a:lnTo>
                <a:lnTo>
                  <a:pt x="842" y="91"/>
                </a:lnTo>
                <a:lnTo>
                  <a:pt x="843" y="91"/>
                </a:lnTo>
                <a:lnTo>
                  <a:pt x="844" y="92"/>
                </a:lnTo>
                <a:lnTo>
                  <a:pt x="844" y="93"/>
                </a:lnTo>
                <a:lnTo>
                  <a:pt x="845" y="94"/>
                </a:lnTo>
                <a:lnTo>
                  <a:pt x="845" y="95"/>
                </a:lnTo>
                <a:lnTo>
                  <a:pt x="846" y="95"/>
                </a:lnTo>
                <a:lnTo>
                  <a:pt x="847" y="95"/>
                </a:lnTo>
                <a:lnTo>
                  <a:pt x="847" y="96"/>
                </a:lnTo>
                <a:lnTo>
                  <a:pt x="848" y="96"/>
                </a:lnTo>
                <a:lnTo>
                  <a:pt x="848" y="97"/>
                </a:lnTo>
                <a:lnTo>
                  <a:pt x="849" y="97"/>
                </a:lnTo>
                <a:lnTo>
                  <a:pt x="849" y="98"/>
                </a:lnTo>
                <a:lnTo>
                  <a:pt x="850" y="98"/>
                </a:lnTo>
                <a:lnTo>
                  <a:pt x="851" y="98"/>
                </a:lnTo>
                <a:lnTo>
                  <a:pt x="852" y="98"/>
                </a:lnTo>
                <a:lnTo>
                  <a:pt x="853" y="98"/>
                </a:lnTo>
                <a:lnTo>
                  <a:pt x="852" y="99"/>
                </a:lnTo>
                <a:lnTo>
                  <a:pt x="853" y="99"/>
                </a:lnTo>
                <a:lnTo>
                  <a:pt x="853" y="100"/>
                </a:lnTo>
                <a:lnTo>
                  <a:pt x="854" y="100"/>
                </a:lnTo>
                <a:lnTo>
                  <a:pt x="854" y="101"/>
                </a:lnTo>
                <a:lnTo>
                  <a:pt x="854" y="102"/>
                </a:lnTo>
                <a:lnTo>
                  <a:pt x="855" y="102"/>
                </a:lnTo>
                <a:lnTo>
                  <a:pt x="855" y="103"/>
                </a:lnTo>
                <a:lnTo>
                  <a:pt x="855" y="104"/>
                </a:lnTo>
                <a:lnTo>
                  <a:pt x="855" y="105"/>
                </a:lnTo>
                <a:lnTo>
                  <a:pt x="854" y="105"/>
                </a:lnTo>
                <a:lnTo>
                  <a:pt x="853" y="106"/>
                </a:lnTo>
                <a:lnTo>
                  <a:pt x="853" y="107"/>
                </a:lnTo>
                <a:lnTo>
                  <a:pt x="852" y="107"/>
                </a:lnTo>
                <a:lnTo>
                  <a:pt x="853" y="108"/>
                </a:lnTo>
                <a:lnTo>
                  <a:pt x="853" y="109"/>
                </a:lnTo>
                <a:lnTo>
                  <a:pt x="854" y="109"/>
                </a:lnTo>
                <a:lnTo>
                  <a:pt x="854" y="110"/>
                </a:lnTo>
                <a:lnTo>
                  <a:pt x="853" y="110"/>
                </a:lnTo>
                <a:lnTo>
                  <a:pt x="853" y="111"/>
                </a:lnTo>
                <a:lnTo>
                  <a:pt x="853" y="112"/>
                </a:lnTo>
                <a:lnTo>
                  <a:pt x="852" y="112"/>
                </a:lnTo>
                <a:lnTo>
                  <a:pt x="852" y="113"/>
                </a:lnTo>
                <a:lnTo>
                  <a:pt x="852" y="114"/>
                </a:lnTo>
                <a:lnTo>
                  <a:pt x="851" y="114"/>
                </a:lnTo>
                <a:lnTo>
                  <a:pt x="851" y="115"/>
                </a:lnTo>
                <a:lnTo>
                  <a:pt x="850" y="115"/>
                </a:lnTo>
                <a:lnTo>
                  <a:pt x="850" y="114"/>
                </a:lnTo>
                <a:lnTo>
                  <a:pt x="849" y="114"/>
                </a:lnTo>
                <a:lnTo>
                  <a:pt x="848" y="114"/>
                </a:lnTo>
                <a:lnTo>
                  <a:pt x="847" y="114"/>
                </a:lnTo>
                <a:lnTo>
                  <a:pt x="846" y="115"/>
                </a:lnTo>
                <a:lnTo>
                  <a:pt x="845" y="115"/>
                </a:lnTo>
                <a:lnTo>
                  <a:pt x="845" y="114"/>
                </a:lnTo>
                <a:lnTo>
                  <a:pt x="844" y="114"/>
                </a:lnTo>
                <a:lnTo>
                  <a:pt x="844" y="115"/>
                </a:lnTo>
                <a:lnTo>
                  <a:pt x="843" y="115"/>
                </a:lnTo>
                <a:lnTo>
                  <a:pt x="842" y="115"/>
                </a:lnTo>
                <a:lnTo>
                  <a:pt x="842" y="116"/>
                </a:lnTo>
                <a:lnTo>
                  <a:pt x="841" y="116"/>
                </a:lnTo>
                <a:lnTo>
                  <a:pt x="841" y="117"/>
                </a:lnTo>
                <a:lnTo>
                  <a:pt x="841" y="118"/>
                </a:lnTo>
                <a:lnTo>
                  <a:pt x="840" y="118"/>
                </a:lnTo>
                <a:lnTo>
                  <a:pt x="841" y="118"/>
                </a:lnTo>
                <a:lnTo>
                  <a:pt x="840" y="119"/>
                </a:lnTo>
                <a:lnTo>
                  <a:pt x="840" y="120"/>
                </a:lnTo>
                <a:lnTo>
                  <a:pt x="840" y="121"/>
                </a:lnTo>
                <a:lnTo>
                  <a:pt x="841" y="121"/>
                </a:lnTo>
                <a:lnTo>
                  <a:pt x="841" y="122"/>
                </a:lnTo>
                <a:lnTo>
                  <a:pt x="840" y="123"/>
                </a:lnTo>
                <a:lnTo>
                  <a:pt x="841" y="124"/>
                </a:lnTo>
                <a:lnTo>
                  <a:pt x="842" y="125"/>
                </a:lnTo>
                <a:lnTo>
                  <a:pt x="841" y="125"/>
                </a:lnTo>
                <a:lnTo>
                  <a:pt x="841" y="126"/>
                </a:lnTo>
                <a:lnTo>
                  <a:pt x="841" y="127"/>
                </a:lnTo>
                <a:lnTo>
                  <a:pt x="840" y="128"/>
                </a:lnTo>
                <a:lnTo>
                  <a:pt x="839" y="128"/>
                </a:lnTo>
                <a:lnTo>
                  <a:pt x="839" y="129"/>
                </a:lnTo>
                <a:lnTo>
                  <a:pt x="838" y="129"/>
                </a:lnTo>
                <a:lnTo>
                  <a:pt x="837" y="129"/>
                </a:lnTo>
                <a:lnTo>
                  <a:pt x="837" y="130"/>
                </a:lnTo>
                <a:lnTo>
                  <a:pt x="836" y="130"/>
                </a:lnTo>
                <a:lnTo>
                  <a:pt x="836" y="131"/>
                </a:lnTo>
                <a:lnTo>
                  <a:pt x="836" y="132"/>
                </a:lnTo>
                <a:lnTo>
                  <a:pt x="836" y="133"/>
                </a:lnTo>
                <a:lnTo>
                  <a:pt x="836" y="135"/>
                </a:lnTo>
                <a:lnTo>
                  <a:pt x="835" y="136"/>
                </a:lnTo>
                <a:lnTo>
                  <a:pt x="835" y="137"/>
                </a:lnTo>
                <a:lnTo>
                  <a:pt x="834" y="137"/>
                </a:lnTo>
                <a:lnTo>
                  <a:pt x="834" y="138"/>
                </a:lnTo>
                <a:lnTo>
                  <a:pt x="833" y="139"/>
                </a:lnTo>
                <a:lnTo>
                  <a:pt x="834" y="139"/>
                </a:lnTo>
                <a:lnTo>
                  <a:pt x="834" y="140"/>
                </a:lnTo>
                <a:lnTo>
                  <a:pt x="833" y="140"/>
                </a:lnTo>
                <a:lnTo>
                  <a:pt x="833" y="141"/>
                </a:lnTo>
                <a:lnTo>
                  <a:pt x="832" y="142"/>
                </a:lnTo>
                <a:lnTo>
                  <a:pt x="832" y="143"/>
                </a:lnTo>
                <a:lnTo>
                  <a:pt x="832" y="144"/>
                </a:lnTo>
                <a:lnTo>
                  <a:pt x="833" y="144"/>
                </a:lnTo>
                <a:lnTo>
                  <a:pt x="834" y="144"/>
                </a:lnTo>
                <a:lnTo>
                  <a:pt x="834" y="145"/>
                </a:lnTo>
                <a:lnTo>
                  <a:pt x="835" y="145"/>
                </a:lnTo>
                <a:lnTo>
                  <a:pt x="835" y="146"/>
                </a:lnTo>
                <a:lnTo>
                  <a:pt x="836" y="146"/>
                </a:lnTo>
                <a:lnTo>
                  <a:pt x="837" y="146"/>
                </a:lnTo>
                <a:lnTo>
                  <a:pt x="836" y="145"/>
                </a:lnTo>
                <a:lnTo>
                  <a:pt x="837" y="145"/>
                </a:lnTo>
                <a:lnTo>
                  <a:pt x="838" y="145"/>
                </a:lnTo>
                <a:lnTo>
                  <a:pt x="839" y="146"/>
                </a:lnTo>
                <a:lnTo>
                  <a:pt x="839" y="147"/>
                </a:lnTo>
                <a:lnTo>
                  <a:pt x="840" y="147"/>
                </a:lnTo>
                <a:lnTo>
                  <a:pt x="840" y="148"/>
                </a:lnTo>
                <a:lnTo>
                  <a:pt x="840" y="149"/>
                </a:lnTo>
                <a:lnTo>
                  <a:pt x="840" y="150"/>
                </a:lnTo>
                <a:lnTo>
                  <a:pt x="841" y="150"/>
                </a:lnTo>
                <a:lnTo>
                  <a:pt x="842" y="149"/>
                </a:lnTo>
                <a:lnTo>
                  <a:pt x="842" y="150"/>
                </a:lnTo>
                <a:lnTo>
                  <a:pt x="843" y="150"/>
                </a:lnTo>
                <a:lnTo>
                  <a:pt x="843" y="151"/>
                </a:lnTo>
                <a:lnTo>
                  <a:pt x="843" y="150"/>
                </a:lnTo>
                <a:lnTo>
                  <a:pt x="844" y="150"/>
                </a:lnTo>
                <a:lnTo>
                  <a:pt x="843" y="150"/>
                </a:lnTo>
                <a:lnTo>
                  <a:pt x="844" y="149"/>
                </a:lnTo>
                <a:lnTo>
                  <a:pt x="844" y="148"/>
                </a:lnTo>
                <a:lnTo>
                  <a:pt x="845" y="148"/>
                </a:lnTo>
                <a:lnTo>
                  <a:pt x="845" y="147"/>
                </a:lnTo>
                <a:lnTo>
                  <a:pt x="846" y="147"/>
                </a:lnTo>
                <a:lnTo>
                  <a:pt x="847" y="147"/>
                </a:lnTo>
                <a:lnTo>
                  <a:pt x="847" y="148"/>
                </a:lnTo>
                <a:lnTo>
                  <a:pt x="848" y="148"/>
                </a:lnTo>
                <a:lnTo>
                  <a:pt x="848" y="149"/>
                </a:lnTo>
                <a:lnTo>
                  <a:pt x="848" y="150"/>
                </a:lnTo>
                <a:lnTo>
                  <a:pt x="848" y="151"/>
                </a:lnTo>
                <a:lnTo>
                  <a:pt x="848" y="152"/>
                </a:lnTo>
                <a:lnTo>
                  <a:pt x="849" y="153"/>
                </a:lnTo>
                <a:lnTo>
                  <a:pt x="849" y="154"/>
                </a:lnTo>
                <a:lnTo>
                  <a:pt x="849" y="155"/>
                </a:lnTo>
                <a:lnTo>
                  <a:pt x="848" y="156"/>
                </a:lnTo>
                <a:lnTo>
                  <a:pt x="848" y="157"/>
                </a:lnTo>
                <a:lnTo>
                  <a:pt x="847" y="157"/>
                </a:lnTo>
                <a:lnTo>
                  <a:pt x="847" y="158"/>
                </a:lnTo>
                <a:lnTo>
                  <a:pt x="846" y="158"/>
                </a:lnTo>
                <a:lnTo>
                  <a:pt x="846" y="159"/>
                </a:lnTo>
                <a:lnTo>
                  <a:pt x="845" y="160"/>
                </a:lnTo>
                <a:lnTo>
                  <a:pt x="844" y="161"/>
                </a:lnTo>
                <a:lnTo>
                  <a:pt x="844" y="162"/>
                </a:lnTo>
                <a:lnTo>
                  <a:pt x="844" y="163"/>
                </a:lnTo>
                <a:lnTo>
                  <a:pt x="845" y="163"/>
                </a:lnTo>
                <a:lnTo>
                  <a:pt x="846" y="164"/>
                </a:lnTo>
                <a:lnTo>
                  <a:pt x="845" y="164"/>
                </a:lnTo>
                <a:lnTo>
                  <a:pt x="845" y="166"/>
                </a:lnTo>
                <a:lnTo>
                  <a:pt x="846" y="167"/>
                </a:lnTo>
                <a:lnTo>
                  <a:pt x="847" y="168"/>
                </a:lnTo>
                <a:lnTo>
                  <a:pt x="848" y="168"/>
                </a:lnTo>
                <a:lnTo>
                  <a:pt x="849" y="168"/>
                </a:lnTo>
                <a:lnTo>
                  <a:pt x="848" y="169"/>
                </a:lnTo>
                <a:lnTo>
                  <a:pt x="848" y="170"/>
                </a:lnTo>
                <a:lnTo>
                  <a:pt x="848" y="171"/>
                </a:lnTo>
                <a:lnTo>
                  <a:pt x="849" y="171"/>
                </a:lnTo>
                <a:lnTo>
                  <a:pt x="849" y="172"/>
                </a:lnTo>
                <a:lnTo>
                  <a:pt x="850" y="172"/>
                </a:lnTo>
                <a:lnTo>
                  <a:pt x="850" y="173"/>
                </a:lnTo>
                <a:lnTo>
                  <a:pt x="850" y="174"/>
                </a:lnTo>
                <a:lnTo>
                  <a:pt x="849" y="174"/>
                </a:lnTo>
                <a:lnTo>
                  <a:pt x="849" y="175"/>
                </a:lnTo>
                <a:lnTo>
                  <a:pt x="850" y="175"/>
                </a:lnTo>
                <a:lnTo>
                  <a:pt x="849" y="176"/>
                </a:lnTo>
                <a:lnTo>
                  <a:pt x="849" y="177"/>
                </a:lnTo>
                <a:lnTo>
                  <a:pt x="850" y="177"/>
                </a:lnTo>
                <a:lnTo>
                  <a:pt x="850" y="178"/>
                </a:lnTo>
                <a:lnTo>
                  <a:pt x="849" y="178"/>
                </a:lnTo>
                <a:lnTo>
                  <a:pt x="850" y="178"/>
                </a:lnTo>
                <a:lnTo>
                  <a:pt x="850" y="179"/>
                </a:lnTo>
                <a:lnTo>
                  <a:pt x="851" y="179"/>
                </a:lnTo>
                <a:lnTo>
                  <a:pt x="852" y="179"/>
                </a:lnTo>
                <a:lnTo>
                  <a:pt x="852" y="178"/>
                </a:lnTo>
                <a:lnTo>
                  <a:pt x="853" y="178"/>
                </a:lnTo>
                <a:lnTo>
                  <a:pt x="854" y="177"/>
                </a:lnTo>
                <a:lnTo>
                  <a:pt x="854" y="176"/>
                </a:lnTo>
                <a:lnTo>
                  <a:pt x="854" y="175"/>
                </a:lnTo>
                <a:lnTo>
                  <a:pt x="855" y="175"/>
                </a:lnTo>
                <a:lnTo>
                  <a:pt x="855" y="174"/>
                </a:lnTo>
                <a:lnTo>
                  <a:pt x="855" y="173"/>
                </a:lnTo>
                <a:lnTo>
                  <a:pt x="856" y="173"/>
                </a:lnTo>
                <a:lnTo>
                  <a:pt x="857" y="173"/>
                </a:lnTo>
                <a:lnTo>
                  <a:pt x="857" y="174"/>
                </a:lnTo>
                <a:lnTo>
                  <a:pt x="857" y="175"/>
                </a:lnTo>
                <a:lnTo>
                  <a:pt x="857" y="176"/>
                </a:lnTo>
                <a:lnTo>
                  <a:pt x="857" y="177"/>
                </a:lnTo>
                <a:lnTo>
                  <a:pt x="857" y="178"/>
                </a:lnTo>
                <a:lnTo>
                  <a:pt x="858" y="179"/>
                </a:lnTo>
                <a:lnTo>
                  <a:pt x="858" y="180"/>
                </a:lnTo>
                <a:lnTo>
                  <a:pt x="857" y="180"/>
                </a:lnTo>
                <a:lnTo>
                  <a:pt x="858" y="180"/>
                </a:lnTo>
                <a:lnTo>
                  <a:pt x="858" y="181"/>
                </a:lnTo>
                <a:lnTo>
                  <a:pt x="858" y="182"/>
                </a:lnTo>
                <a:lnTo>
                  <a:pt x="859" y="182"/>
                </a:lnTo>
                <a:lnTo>
                  <a:pt x="860" y="183"/>
                </a:lnTo>
                <a:lnTo>
                  <a:pt x="861" y="183"/>
                </a:lnTo>
                <a:lnTo>
                  <a:pt x="861" y="182"/>
                </a:lnTo>
                <a:lnTo>
                  <a:pt x="861" y="181"/>
                </a:lnTo>
                <a:lnTo>
                  <a:pt x="862" y="181"/>
                </a:lnTo>
                <a:lnTo>
                  <a:pt x="862" y="180"/>
                </a:lnTo>
                <a:lnTo>
                  <a:pt x="863" y="180"/>
                </a:lnTo>
                <a:lnTo>
                  <a:pt x="863" y="179"/>
                </a:lnTo>
                <a:lnTo>
                  <a:pt x="863" y="178"/>
                </a:lnTo>
                <a:lnTo>
                  <a:pt x="864" y="178"/>
                </a:lnTo>
                <a:lnTo>
                  <a:pt x="864" y="176"/>
                </a:lnTo>
                <a:lnTo>
                  <a:pt x="864" y="175"/>
                </a:lnTo>
                <a:lnTo>
                  <a:pt x="865" y="175"/>
                </a:lnTo>
                <a:lnTo>
                  <a:pt x="866" y="175"/>
                </a:lnTo>
                <a:lnTo>
                  <a:pt x="867" y="174"/>
                </a:lnTo>
                <a:lnTo>
                  <a:pt x="868" y="174"/>
                </a:lnTo>
                <a:lnTo>
                  <a:pt x="869" y="174"/>
                </a:lnTo>
                <a:lnTo>
                  <a:pt x="869" y="173"/>
                </a:lnTo>
                <a:lnTo>
                  <a:pt x="870" y="173"/>
                </a:lnTo>
                <a:lnTo>
                  <a:pt x="870" y="172"/>
                </a:lnTo>
                <a:lnTo>
                  <a:pt x="871" y="172"/>
                </a:lnTo>
                <a:lnTo>
                  <a:pt x="872" y="172"/>
                </a:lnTo>
                <a:lnTo>
                  <a:pt x="873" y="172"/>
                </a:lnTo>
                <a:lnTo>
                  <a:pt x="874" y="172"/>
                </a:lnTo>
                <a:lnTo>
                  <a:pt x="875" y="173"/>
                </a:lnTo>
                <a:lnTo>
                  <a:pt x="875" y="174"/>
                </a:lnTo>
                <a:lnTo>
                  <a:pt x="876" y="174"/>
                </a:lnTo>
                <a:lnTo>
                  <a:pt x="877" y="175"/>
                </a:lnTo>
                <a:lnTo>
                  <a:pt x="877" y="176"/>
                </a:lnTo>
                <a:lnTo>
                  <a:pt x="876" y="176"/>
                </a:lnTo>
                <a:lnTo>
                  <a:pt x="876" y="177"/>
                </a:lnTo>
                <a:lnTo>
                  <a:pt x="876" y="178"/>
                </a:lnTo>
                <a:lnTo>
                  <a:pt x="876" y="179"/>
                </a:lnTo>
                <a:lnTo>
                  <a:pt x="877" y="179"/>
                </a:lnTo>
                <a:lnTo>
                  <a:pt x="878" y="180"/>
                </a:lnTo>
                <a:lnTo>
                  <a:pt x="879" y="180"/>
                </a:lnTo>
                <a:lnTo>
                  <a:pt x="879" y="181"/>
                </a:lnTo>
                <a:lnTo>
                  <a:pt x="880" y="181"/>
                </a:lnTo>
                <a:lnTo>
                  <a:pt x="881" y="180"/>
                </a:lnTo>
                <a:lnTo>
                  <a:pt x="882" y="180"/>
                </a:lnTo>
                <a:lnTo>
                  <a:pt x="882" y="179"/>
                </a:lnTo>
                <a:lnTo>
                  <a:pt x="883" y="179"/>
                </a:lnTo>
                <a:lnTo>
                  <a:pt x="884" y="179"/>
                </a:lnTo>
                <a:lnTo>
                  <a:pt x="884" y="180"/>
                </a:lnTo>
                <a:lnTo>
                  <a:pt x="884" y="181"/>
                </a:lnTo>
                <a:lnTo>
                  <a:pt x="883" y="181"/>
                </a:lnTo>
                <a:lnTo>
                  <a:pt x="883" y="182"/>
                </a:lnTo>
                <a:lnTo>
                  <a:pt x="884" y="182"/>
                </a:lnTo>
                <a:lnTo>
                  <a:pt x="884" y="183"/>
                </a:lnTo>
                <a:lnTo>
                  <a:pt x="885" y="184"/>
                </a:lnTo>
                <a:lnTo>
                  <a:pt x="884" y="184"/>
                </a:lnTo>
                <a:lnTo>
                  <a:pt x="884" y="185"/>
                </a:lnTo>
                <a:lnTo>
                  <a:pt x="885" y="185"/>
                </a:lnTo>
                <a:lnTo>
                  <a:pt x="886" y="185"/>
                </a:lnTo>
                <a:lnTo>
                  <a:pt x="887" y="186"/>
                </a:lnTo>
                <a:lnTo>
                  <a:pt x="888" y="186"/>
                </a:lnTo>
                <a:lnTo>
                  <a:pt x="889" y="185"/>
                </a:lnTo>
                <a:lnTo>
                  <a:pt x="889" y="186"/>
                </a:lnTo>
                <a:lnTo>
                  <a:pt x="890" y="186"/>
                </a:lnTo>
                <a:lnTo>
                  <a:pt x="890" y="185"/>
                </a:lnTo>
                <a:lnTo>
                  <a:pt x="891" y="185"/>
                </a:lnTo>
                <a:lnTo>
                  <a:pt x="891" y="184"/>
                </a:lnTo>
                <a:lnTo>
                  <a:pt x="892" y="184"/>
                </a:lnTo>
                <a:lnTo>
                  <a:pt x="893" y="183"/>
                </a:lnTo>
                <a:lnTo>
                  <a:pt x="894" y="182"/>
                </a:lnTo>
                <a:lnTo>
                  <a:pt x="895" y="182"/>
                </a:lnTo>
                <a:lnTo>
                  <a:pt x="895" y="181"/>
                </a:lnTo>
                <a:lnTo>
                  <a:pt x="896" y="182"/>
                </a:lnTo>
                <a:lnTo>
                  <a:pt x="897" y="182"/>
                </a:lnTo>
                <a:lnTo>
                  <a:pt x="897" y="183"/>
                </a:lnTo>
                <a:lnTo>
                  <a:pt x="897" y="184"/>
                </a:lnTo>
                <a:lnTo>
                  <a:pt x="897" y="185"/>
                </a:lnTo>
                <a:lnTo>
                  <a:pt x="897" y="186"/>
                </a:lnTo>
                <a:lnTo>
                  <a:pt x="897" y="187"/>
                </a:lnTo>
                <a:lnTo>
                  <a:pt x="897" y="188"/>
                </a:lnTo>
                <a:lnTo>
                  <a:pt x="898" y="188"/>
                </a:lnTo>
                <a:lnTo>
                  <a:pt x="899" y="189"/>
                </a:lnTo>
                <a:lnTo>
                  <a:pt x="899" y="190"/>
                </a:lnTo>
                <a:lnTo>
                  <a:pt x="898" y="190"/>
                </a:lnTo>
                <a:lnTo>
                  <a:pt x="899" y="190"/>
                </a:lnTo>
                <a:lnTo>
                  <a:pt x="899" y="191"/>
                </a:lnTo>
                <a:lnTo>
                  <a:pt x="900" y="191"/>
                </a:lnTo>
                <a:lnTo>
                  <a:pt x="900" y="193"/>
                </a:lnTo>
                <a:lnTo>
                  <a:pt x="899" y="193"/>
                </a:lnTo>
                <a:lnTo>
                  <a:pt x="899" y="194"/>
                </a:lnTo>
                <a:lnTo>
                  <a:pt x="899" y="195"/>
                </a:lnTo>
                <a:lnTo>
                  <a:pt x="899" y="196"/>
                </a:lnTo>
                <a:lnTo>
                  <a:pt x="900" y="196"/>
                </a:lnTo>
                <a:lnTo>
                  <a:pt x="900" y="197"/>
                </a:lnTo>
                <a:lnTo>
                  <a:pt x="900" y="198"/>
                </a:lnTo>
                <a:lnTo>
                  <a:pt x="900" y="199"/>
                </a:lnTo>
                <a:lnTo>
                  <a:pt x="901" y="199"/>
                </a:lnTo>
                <a:lnTo>
                  <a:pt x="901" y="200"/>
                </a:lnTo>
                <a:lnTo>
                  <a:pt x="901" y="201"/>
                </a:lnTo>
                <a:lnTo>
                  <a:pt x="901" y="202"/>
                </a:lnTo>
                <a:lnTo>
                  <a:pt x="901" y="203"/>
                </a:lnTo>
                <a:lnTo>
                  <a:pt x="902" y="203"/>
                </a:lnTo>
                <a:lnTo>
                  <a:pt x="902" y="202"/>
                </a:lnTo>
                <a:lnTo>
                  <a:pt x="903" y="202"/>
                </a:lnTo>
                <a:lnTo>
                  <a:pt x="903" y="203"/>
                </a:lnTo>
                <a:lnTo>
                  <a:pt x="903" y="204"/>
                </a:lnTo>
                <a:lnTo>
                  <a:pt x="904" y="203"/>
                </a:lnTo>
                <a:lnTo>
                  <a:pt x="904" y="202"/>
                </a:lnTo>
                <a:lnTo>
                  <a:pt x="905" y="202"/>
                </a:lnTo>
                <a:lnTo>
                  <a:pt x="905" y="201"/>
                </a:lnTo>
                <a:lnTo>
                  <a:pt x="906" y="201"/>
                </a:lnTo>
                <a:lnTo>
                  <a:pt x="906" y="200"/>
                </a:lnTo>
                <a:lnTo>
                  <a:pt x="907" y="200"/>
                </a:lnTo>
                <a:lnTo>
                  <a:pt x="908" y="200"/>
                </a:lnTo>
                <a:lnTo>
                  <a:pt x="908" y="199"/>
                </a:lnTo>
                <a:lnTo>
                  <a:pt x="909" y="199"/>
                </a:lnTo>
                <a:lnTo>
                  <a:pt x="909" y="200"/>
                </a:lnTo>
                <a:lnTo>
                  <a:pt x="910" y="201"/>
                </a:lnTo>
                <a:lnTo>
                  <a:pt x="909" y="202"/>
                </a:lnTo>
                <a:lnTo>
                  <a:pt x="909" y="203"/>
                </a:lnTo>
                <a:lnTo>
                  <a:pt x="909" y="204"/>
                </a:lnTo>
                <a:lnTo>
                  <a:pt x="909" y="205"/>
                </a:lnTo>
                <a:lnTo>
                  <a:pt x="909" y="206"/>
                </a:lnTo>
                <a:lnTo>
                  <a:pt x="909" y="207"/>
                </a:lnTo>
                <a:lnTo>
                  <a:pt x="910" y="207"/>
                </a:lnTo>
                <a:lnTo>
                  <a:pt x="911" y="207"/>
                </a:lnTo>
                <a:lnTo>
                  <a:pt x="912" y="208"/>
                </a:lnTo>
                <a:lnTo>
                  <a:pt x="913" y="209"/>
                </a:lnTo>
                <a:lnTo>
                  <a:pt x="913" y="211"/>
                </a:lnTo>
                <a:lnTo>
                  <a:pt x="914" y="212"/>
                </a:lnTo>
                <a:lnTo>
                  <a:pt x="914" y="213"/>
                </a:lnTo>
                <a:lnTo>
                  <a:pt x="914" y="212"/>
                </a:lnTo>
                <a:lnTo>
                  <a:pt x="914" y="211"/>
                </a:lnTo>
                <a:lnTo>
                  <a:pt x="915" y="211"/>
                </a:lnTo>
                <a:lnTo>
                  <a:pt x="915" y="210"/>
                </a:lnTo>
                <a:lnTo>
                  <a:pt x="916" y="210"/>
                </a:lnTo>
                <a:lnTo>
                  <a:pt x="916" y="209"/>
                </a:lnTo>
                <a:lnTo>
                  <a:pt x="917" y="209"/>
                </a:lnTo>
                <a:lnTo>
                  <a:pt x="917" y="208"/>
                </a:lnTo>
                <a:lnTo>
                  <a:pt x="917" y="209"/>
                </a:lnTo>
                <a:lnTo>
                  <a:pt x="918" y="209"/>
                </a:lnTo>
                <a:lnTo>
                  <a:pt x="919" y="210"/>
                </a:lnTo>
                <a:lnTo>
                  <a:pt x="921" y="212"/>
                </a:lnTo>
                <a:lnTo>
                  <a:pt x="921" y="213"/>
                </a:lnTo>
                <a:lnTo>
                  <a:pt x="920" y="214"/>
                </a:lnTo>
                <a:lnTo>
                  <a:pt x="919" y="215"/>
                </a:lnTo>
                <a:lnTo>
                  <a:pt x="919" y="216"/>
                </a:lnTo>
                <a:lnTo>
                  <a:pt x="920" y="217"/>
                </a:lnTo>
                <a:lnTo>
                  <a:pt x="920" y="218"/>
                </a:lnTo>
                <a:lnTo>
                  <a:pt x="921" y="219"/>
                </a:lnTo>
                <a:lnTo>
                  <a:pt x="920" y="220"/>
                </a:lnTo>
                <a:lnTo>
                  <a:pt x="920" y="221"/>
                </a:lnTo>
                <a:lnTo>
                  <a:pt x="921" y="221"/>
                </a:lnTo>
                <a:lnTo>
                  <a:pt x="922" y="220"/>
                </a:lnTo>
                <a:lnTo>
                  <a:pt x="922" y="221"/>
                </a:lnTo>
                <a:lnTo>
                  <a:pt x="922" y="222"/>
                </a:lnTo>
                <a:lnTo>
                  <a:pt x="923" y="223"/>
                </a:lnTo>
                <a:lnTo>
                  <a:pt x="924" y="223"/>
                </a:lnTo>
                <a:lnTo>
                  <a:pt x="925" y="223"/>
                </a:lnTo>
                <a:lnTo>
                  <a:pt x="927" y="223"/>
                </a:lnTo>
                <a:lnTo>
                  <a:pt x="928" y="222"/>
                </a:lnTo>
                <a:lnTo>
                  <a:pt x="929" y="222"/>
                </a:lnTo>
                <a:lnTo>
                  <a:pt x="930" y="222"/>
                </a:lnTo>
                <a:lnTo>
                  <a:pt x="930" y="221"/>
                </a:lnTo>
                <a:lnTo>
                  <a:pt x="931" y="221"/>
                </a:lnTo>
                <a:lnTo>
                  <a:pt x="931" y="220"/>
                </a:lnTo>
                <a:lnTo>
                  <a:pt x="932" y="221"/>
                </a:lnTo>
                <a:lnTo>
                  <a:pt x="932" y="222"/>
                </a:lnTo>
                <a:lnTo>
                  <a:pt x="933" y="223"/>
                </a:lnTo>
                <a:lnTo>
                  <a:pt x="934" y="223"/>
                </a:lnTo>
                <a:lnTo>
                  <a:pt x="934" y="224"/>
                </a:lnTo>
                <a:lnTo>
                  <a:pt x="935" y="223"/>
                </a:lnTo>
                <a:lnTo>
                  <a:pt x="936" y="223"/>
                </a:lnTo>
                <a:lnTo>
                  <a:pt x="936" y="222"/>
                </a:lnTo>
                <a:lnTo>
                  <a:pt x="936" y="221"/>
                </a:lnTo>
                <a:lnTo>
                  <a:pt x="937" y="222"/>
                </a:lnTo>
                <a:lnTo>
                  <a:pt x="937" y="223"/>
                </a:lnTo>
                <a:lnTo>
                  <a:pt x="937" y="225"/>
                </a:lnTo>
                <a:lnTo>
                  <a:pt x="937" y="227"/>
                </a:lnTo>
                <a:lnTo>
                  <a:pt x="937" y="228"/>
                </a:lnTo>
                <a:lnTo>
                  <a:pt x="937" y="229"/>
                </a:lnTo>
                <a:lnTo>
                  <a:pt x="937" y="230"/>
                </a:lnTo>
                <a:lnTo>
                  <a:pt x="936" y="230"/>
                </a:lnTo>
                <a:lnTo>
                  <a:pt x="936" y="231"/>
                </a:lnTo>
                <a:lnTo>
                  <a:pt x="935" y="233"/>
                </a:lnTo>
                <a:lnTo>
                  <a:pt x="936" y="234"/>
                </a:lnTo>
                <a:lnTo>
                  <a:pt x="937" y="234"/>
                </a:lnTo>
                <a:lnTo>
                  <a:pt x="938" y="235"/>
                </a:lnTo>
                <a:lnTo>
                  <a:pt x="939" y="236"/>
                </a:lnTo>
                <a:lnTo>
                  <a:pt x="939" y="237"/>
                </a:lnTo>
                <a:lnTo>
                  <a:pt x="938" y="239"/>
                </a:lnTo>
                <a:lnTo>
                  <a:pt x="938" y="240"/>
                </a:lnTo>
                <a:lnTo>
                  <a:pt x="938" y="241"/>
                </a:lnTo>
                <a:lnTo>
                  <a:pt x="938" y="242"/>
                </a:lnTo>
                <a:lnTo>
                  <a:pt x="938" y="243"/>
                </a:lnTo>
                <a:lnTo>
                  <a:pt x="938" y="244"/>
                </a:lnTo>
                <a:lnTo>
                  <a:pt x="938" y="245"/>
                </a:lnTo>
                <a:lnTo>
                  <a:pt x="938" y="246"/>
                </a:lnTo>
                <a:lnTo>
                  <a:pt x="937" y="246"/>
                </a:lnTo>
                <a:lnTo>
                  <a:pt x="937" y="247"/>
                </a:lnTo>
                <a:lnTo>
                  <a:pt x="937" y="249"/>
                </a:lnTo>
                <a:lnTo>
                  <a:pt x="936" y="249"/>
                </a:lnTo>
                <a:lnTo>
                  <a:pt x="935" y="250"/>
                </a:lnTo>
                <a:lnTo>
                  <a:pt x="934" y="251"/>
                </a:lnTo>
                <a:lnTo>
                  <a:pt x="935" y="252"/>
                </a:lnTo>
                <a:lnTo>
                  <a:pt x="934" y="253"/>
                </a:lnTo>
                <a:lnTo>
                  <a:pt x="935" y="254"/>
                </a:lnTo>
                <a:lnTo>
                  <a:pt x="936" y="255"/>
                </a:lnTo>
                <a:lnTo>
                  <a:pt x="936" y="256"/>
                </a:lnTo>
                <a:lnTo>
                  <a:pt x="936" y="257"/>
                </a:lnTo>
                <a:lnTo>
                  <a:pt x="936" y="258"/>
                </a:lnTo>
                <a:lnTo>
                  <a:pt x="937" y="258"/>
                </a:lnTo>
                <a:lnTo>
                  <a:pt x="937" y="259"/>
                </a:lnTo>
                <a:lnTo>
                  <a:pt x="936" y="260"/>
                </a:lnTo>
                <a:lnTo>
                  <a:pt x="937" y="261"/>
                </a:lnTo>
                <a:lnTo>
                  <a:pt x="937" y="262"/>
                </a:lnTo>
                <a:lnTo>
                  <a:pt x="937" y="263"/>
                </a:lnTo>
                <a:lnTo>
                  <a:pt x="936" y="264"/>
                </a:lnTo>
                <a:lnTo>
                  <a:pt x="935" y="265"/>
                </a:lnTo>
                <a:lnTo>
                  <a:pt x="935" y="266"/>
                </a:lnTo>
                <a:lnTo>
                  <a:pt x="936" y="266"/>
                </a:lnTo>
                <a:lnTo>
                  <a:pt x="936" y="267"/>
                </a:lnTo>
                <a:lnTo>
                  <a:pt x="937" y="267"/>
                </a:lnTo>
                <a:lnTo>
                  <a:pt x="938" y="268"/>
                </a:lnTo>
                <a:lnTo>
                  <a:pt x="937" y="269"/>
                </a:lnTo>
                <a:lnTo>
                  <a:pt x="937" y="270"/>
                </a:lnTo>
                <a:lnTo>
                  <a:pt x="936" y="271"/>
                </a:lnTo>
                <a:lnTo>
                  <a:pt x="936" y="272"/>
                </a:lnTo>
                <a:lnTo>
                  <a:pt x="936" y="273"/>
                </a:lnTo>
                <a:lnTo>
                  <a:pt x="934" y="273"/>
                </a:lnTo>
                <a:lnTo>
                  <a:pt x="933" y="274"/>
                </a:lnTo>
                <a:lnTo>
                  <a:pt x="933" y="275"/>
                </a:lnTo>
                <a:lnTo>
                  <a:pt x="932" y="276"/>
                </a:lnTo>
                <a:lnTo>
                  <a:pt x="932" y="277"/>
                </a:lnTo>
                <a:lnTo>
                  <a:pt x="932" y="278"/>
                </a:lnTo>
                <a:lnTo>
                  <a:pt x="931" y="279"/>
                </a:lnTo>
                <a:lnTo>
                  <a:pt x="930" y="279"/>
                </a:lnTo>
                <a:lnTo>
                  <a:pt x="930" y="280"/>
                </a:lnTo>
                <a:lnTo>
                  <a:pt x="932" y="282"/>
                </a:lnTo>
                <a:lnTo>
                  <a:pt x="933" y="283"/>
                </a:lnTo>
                <a:lnTo>
                  <a:pt x="935" y="283"/>
                </a:lnTo>
                <a:lnTo>
                  <a:pt x="936" y="283"/>
                </a:lnTo>
                <a:lnTo>
                  <a:pt x="937" y="283"/>
                </a:lnTo>
                <a:lnTo>
                  <a:pt x="937" y="284"/>
                </a:lnTo>
                <a:lnTo>
                  <a:pt x="938" y="284"/>
                </a:lnTo>
                <a:lnTo>
                  <a:pt x="938" y="283"/>
                </a:lnTo>
                <a:lnTo>
                  <a:pt x="939" y="283"/>
                </a:lnTo>
                <a:lnTo>
                  <a:pt x="940" y="283"/>
                </a:lnTo>
                <a:lnTo>
                  <a:pt x="940" y="285"/>
                </a:lnTo>
                <a:lnTo>
                  <a:pt x="941" y="286"/>
                </a:lnTo>
                <a:lnTo>
                  <a:pt x="942" y="287"/>
                </a:lnTo>
                <a:lnTo>
                  <a:pt x="944" y="289"/>
                </a:lnTo>
                <a:lnTo>
                  <a:pt x="945" y="290"/>
                </a:lnTo>
                <a:lnTo>
                  <a:pt x="947" y="291"/>
                </a:lnTo>
                <a:lnTo>
                  <a:pt x="948" y="290"/>
                </a:lnTo>
                <a:lnTo>
                  <a:pt x="949" y="290"/>
                </a:lnTo>
                <a:lnTo>
                  <a:pt x="950" y="290"/>
                </a:lnTo>
                <a:lnTo>
                  <a:pt x="951" y="290"/>
                </a:lnTo>
                <a:lnTo>
                  <a:pt x="952" y="291"/>
                </a:lnTo>
                <a:lnTo>
                  <a:pt x="953" y="291"/>
                </a:lnTo>
                <a:lnTo>
                  <a:pt x="953" y="292"/>
                </a:lnTo>
                <a:lnTo>
                  <a:pt x="954" y="292"/>
                </a:lnTo>
                <a:lnTo>
                  <a:pt x="955" y="292"/>
                </a:lnTo>
                <a:lnTo>
                  <a:pt x="956" y="295"/>
                </a:lnTo>
                <a:lnTo>
                  <a:pt x="955" y="296"/>
                </a:lnTo>
                <a:lnTo>
                  <a:pt x="954" y="297"/>
                </a:lnTo>
                <a:lnTo>
                  <a:pt x="953" y="298"/>
                </a:lnTo>
                <a:lnTo>
                  <a:pt x="952" y="299"/>
                </a:lnTo>
                <a:lnTo>
                  <a:pt x="952" y="300"/>
                </a:lnTo>
                <a:lnTo>
                  <a:pt x="951" y="300"/>
                </a:lnTo>
                <a:lnTo>
                  <a:pt x="951" y="301"/>
                </a:lnTo>
                <a:lnTo>
                  <a:pt x="951" y="302"/>
                </a:lnTo>
                <a:lnTo>
                  <a:pt x="950" y="302"/>
                </a:lnTo>
                <a:lnTo>
                  <a:pt x="950" y="303"/>
                </a:lnTo>
                <a:lnTo>
                  <a:pt x="951" y="303"/>
                </a:lnTo>
                <a:lnTo>
                  <a:pt x="952" y="304"/>
                </a:lnTo>
                <a:lnTo>
                  <a:pt x="954" y="306"/>
                </a:lnTo>
                <a:lnTo>
                  <a:pt x="955" y="308"/>
                </a:lnTo>
                <a:lnTo>
                  <a:pt x="956" y="309"/>
                </a:lnTo>
                <a:lnTo>
                  <a:pt x="957" y="309"/>
                </a:lnTo>
                <a:lnTo>
                  <a:pt x="958" y="310"/>
                </a:lnTo>
                <a:lnTo>
                  <a:pt x="959" y="310"/>
                </a:lnTo>
                <a:lnTo>
                  <a:pt x="960" y="310"/>
                </a:lnTo>
                <a:lnTo>
                  <a:pt x="961" y="310"/>
                </a:lnTo>
                <a:lnTo>
                  <a:pt x="963" y="310"/>
                </a:lnTo>
                <a:lnTo>
                  <a:pt x="963" y="311"/>
                </a:lnTo>
                <a:lnTo>
                  <a:pt x="964" y="312"/>
                </a:lnTo>
                <a:lnTo>
                  <a:pt x="964" y="313"/>
                </a:lnTo>
                <a:lnTo>
                  <a:pt x="964" y="314"/>
                </a:lnTo>
                <a:lnTo>
                  <a:pt x="964" y="315"/>
                </a:lnTo>
                <a:lnTo>
                  <a:pt x="963" y="315"/>
                </a:lnTo>
                <a:lnTo>
                  <a:pt x="963" y="316"/>
                </a:lnTo>
                <a:lnTo>
                  <a:pt x="964" y="317"/>
                </a:lnTo>
                <a:lnTo>
                  <a:pt x="965" y="318"/>
                </a:lnTo>
                <a:lnTo>
                  <a:pt x="965" y="319"/>
                </a:lnTo>
                <a:lnTo>
                  <a:pt x="964" y="320"/>
                </a:lnTo>
                <a:lnTo>
                  <a:pt x="963" y="320"/>
                </a:lnTo>
                <a:lnTo>
                  <a:pt x="963" y="321"/>
                </a:lnTo>
                <a:lnTo>
                  <a:pt x="962" y="320"/>
                </a:lnTo>
                <a:lnTo>
                  <a:pt x="962" y="321"/>
                </a:lnTo>
                <a:lnTo>
                  <a:pt x="963" y="321"/>
                </a:lnTo>
                <a:lnTo>
                  <a:pt x="963" y="322"/>
                </a:lnTo>
                <a:lnTo>
                  <a:pt x="963" y="323"/>
                </a:lnTo>
                <a:lnTo>
                  <a:pt x="963" y="322"/>
                </a:lnTo>
                <a:lnTo>
                  <a:pt x="964" y="322"/>
                </a:lnTo>
                <a:lnTo>
                  <a:pt x="964" y="324"/>
                </a:lnTo>
                <a:lnTo>
                  <a:pt x="965" y="324"/>
                </a:lnTo>
                <a:lnTo>
                  <a:pt x="965" y="325"/>
                </a:lnTo>
                <a:lnTo>
                  <a:pt x="964" y="326"/>
                </a:lnTo>
                <a:lnTo>
                  <a:pt x="963" y="326"/>
                </a:lnTo>
                <a:lnTo>
                  <a:pt x="963" y="327"/>
                </a:lnTo>
                <a:lnTo>
                  <a:pt x="962" y="327"/>
                </a:lnTo>
                <a:lnTo>
                  <a:pt x="961" y="327"/>
                </a:lnTo>
                <a:lnTo>
                  <a:pt x="960" y="329"/>
                </a:lnTo>
                <a:lnTo>
                  <a:pt x="960" y="330"/>
                </a:lnTo>
                <a:lnTo>
                  <a:pt x="959" y="331"/>
                </a:lnTo>
                <a:lnTo>
                  <a:pt x="958" y="331"/>
                </a:lnTo>
                <a:lnTo>
                  <a:pt x="958" y="332"/>
                </a:lnTo>
                <a:lnTo>
                  <a:pt x="958" y="333"/>
                </a:lnTo>
                <a:lnTo>
                  <a:pt x="957" y="333"/>
                </a:lnTo>
                <a:lnTo>
                  <a:pt x="956" y="332"/>
                </a:lnTo>
                <a:lnTo>
                  <a:pt x="955" y="332"/>
                </a:lnTo>
                <a:lnTo>
                  <a:pt x="955" y="333"/>
                </a:lnTo>
                <a:lnTo>
                  <a:pt x="955" y="334"/>
                </a:lnTo>
                <a:lnTo>
                  <a:pt x="956" y="336"/>
                </a:lnTo>
                <a:lnTo>
                  <a:pt x="955" y="337"/>
                </a:lnTo>
                <a:lnTo>
                  <a:pt x="954" y="337"/>
                </a:lnTo>
                <a:lnTo>
                  <a:pt x="953" y="337"/>
                </a:lnTo>
                <a:lnTo>
                  <a:pt x="953" y="338"/>
                </a:lnTo>
                <a:lnTo>
                  <a:pt x="953" y="339"/>
                </a:lnTo>
                <a:lnTo>
                  <a:pt x="953" y="340"/>
                </a:lnTo>
                <a:lnTo>
                  <a:pt x="953" y="341"/>
                </a:lnTo>
                <a:lnTo>
                  <a:pt x="952" y="341"/>
                </a:lnTo>
                <a:lnTo>
                  <a:pt x="951" y="340"/>
                </a:lnTo>
                <a:lnTo>
                  <a:pt x="949" y="341"/>
                </a:lnTo>
                <a:lnTo>
                  <a:pt x="948" y="342"/>
                </a:lnTo>
                <a:lnTo>
                  <a:pt x="948" y="341"/>
                </a:lnTo>
                <a:lnTo>
                  <a:pt x="947" y="341"/>
                </a:lnTo>
                <a:lnTo>
                  <a:pt x="947" y="342"/>
                </a:lnTo>
                <a:lnTo>
                  <a:pt x="946" y="342"/>
                </a:lnTo>
                <a:lnTo>
                  <a:pt x="946" y="343"/>
                </a:lnTo>
                <a:lnTo>
                  <a:pt x="947" y="343"/>
                </a:lnTo>
                <a:lnTo>
                  <a:pt x="946" y="344"/>
                </a:lnTo>
                <a:lnTo>
                  <a:pt x="945" y="345"/>
                </a:lnTo>
                <a:lnTo>
                  <a:pt x="944" y="346"/>
                </a:lnTo>
                <a:lnTo>
                  <a:pt x="944" y="347"/>
                </a:lnTo>
                <a:lnTo>
                  <a:pt x="944" y="348"/>
                </a:lnTo>
                <a:lnTo>
                  <a:pt x="943" y="349"/>
                </a:lnTo>
                <a:lnTo>
                  <a:pt x="942" y="349"/>
                </a:lnTo>
                <a:lnTo>
                  <a:pt x="942" y="350"/>
                </a:lnTo>
                <a:lnTo>
                  <a:pt x="941" y="351"/>
                </a:lnTo>
                <a:lnTo>
                  <a:pt x="940" y="352"/>
                </a:lnTo>
                <a:lnTo>
                  <a:pt x="941" y="353"/>
                </a:lnTo>
                <a:lnTo>
                  <a:pt x="941" y="354"/>
                </a:lnTo>
                <a:lnTo>
                  <a:pt x="941" y="355"/>
                </a:lnTo>
                <a:lnTo>
                  <a:pt x="941" y="356"/>
                </a:lnTo>
                <a:lnTo>
                  <a:pt x="940" y="356"/>
                </a:lnTo>
                <a:lnTo>
                  <a:pt x="939" y="356"/>
                </a:lnTo>
                <a:lnTo>
                  <a:pt x="938" y="356"/>
                </a:lnTo>
                <a:lnTo>
                  <a:pt x="938" y="357"/>
                </a:lnTo>
                <a:lnTo>
                  <a:pt x="937" y="357"/>
                </a:lnTo>
                <a:lnTo>
                  <a:pt x="936" y="357"/>
                </a:lnTo>
                <a:lnTo>
                  <a:pt x="936" y="358"/>
                </a:lnTo>
                <a:lnTo>
                  <a:pt x="935" y="358"/>
                </a:lnTo>
                <a:lnTo>
                  <a:pt x="934" y="359"/>
                </a:lnTo>
                <a:lnTo>
                  <a:pt x="933" y="359"/>
                </a:lnTo>
                <a:lnTo>
                  <a:pt x="932" y="359"/>
                </a:lnTo>
                <a:lnTo>
                  <a:pt x="931" y="358"/>
                </a:lnTo>
                <a:lnTo>
                  <a:pt x="930" y="358"/>
                </a:lnTo>
                <a:lnTo>
                  <a:pt x="930" y="359"/>
                </a:lnTo>
                <a:lnTo>
                  <a:pt x="929" y="359"/>
                </a:lnTo>
                <a:lnTo>
                  <a:pt x="928" y="359"/>
                </a:lnTo>
                <a:lnTo>
                  <a:pt x="927" y="359"/>
                </a:lnTo>
                <a:lnTo>
                  <a:pt x="926" y="359"/>
                </a:lnTo>
                <a:lnTo>
                  <a:pt x="925" y="359"/>
                </a:lnTo>
                <a:lnTo>
                  <a:pt x="924" y="360"/>
                </a:lnTo>
                <a:lnTo>
                  <a:pt x="923" y="361"/>
                </a:lnTo>
                <a:lnTo>
                  <a:pt x="922" y="361"/>
                </a:lnTo>
                <a:lnTo>
                  <a:pt x="921" y="361"/>
                </a:lnTo>
                <a:lnTo>
                  <a:pt x="921" y="362"/>
                </a:lnTo>
                <a:lnTo>
                  <a:pt x="921" y="363"/>
                </a:lnTo>
                <a:lnTo>
                  <a:pt x="922" y="364"/>
                </a:lnTo>
                <a:lnTo>
                  <a:pt x="922" y="365"/>
                </a:lnTo>
                <a:lnTo>
                  <a:pt x="923" y="365"/>
                </a:lnTo>
                <a:lnTo>
                  <a:pt x="924" y="365"/>
                </a:lnTo>
                <a:lnTo>
                  <a:pt x="924" y="366"/>
                </a:lnTo>
                <a:lnTo>
                  <a:pt x="924" y="367"/>
                </a:lnTo>
                <a:lnTo>
                  <a:pt x="924" y="368"/>
                </a:lnTo>
                <a:lnTo>
                  <a:pt x="924" y="369"/>
                </a:lnTo>
                <a:lnTo>
                  <a:pt x="924" y="370"/>
                </a:lnTo>
                <a:lnTo>
                  <a:pt x="925" y="369"/>
                </a:lnTo>
                <a:lnTo>
                  <a:pt x="926" y="370"/>
                </a:lnTo>
                <a:lnTo>
                  <a:pt x="926" y="371"/>
                </a:lnTo>
                <a:lnTo>
                  <a:pt x="926" y="372"/>
                </a:lnTo>
                <a:lnTo>
                  <a:pt x="926" y="373"/>
                </a:lnTo>
                <a:lnTo>
                  <a:pt x="926" y="374"/>
                </a:lnTo>
                <a:lnTo>
                  <a:pt x="927" y="374"/>
                </a:lnTo>
                <a:lnTo>
                  <a:pt x="927" y="375"/>
                </a:lnTo>
                <a:lnTo>
                  <a:pt x="928" y="375"/>
                </a:lnTo>
                <a:lnTo>
                  <a:pt x="928" y="376"/>
                </a:lnTo>
                <a:lnTo>
                  <a:pt x="929" y="377"/>
                </a:lnTo>
                <a:lnTo>
                  <a:pt x="928" y="377"/>
                </a:lnTo>
                <a:lnTo>
                  <a:pt x="927" y="377"/>
                </a:lnTo>
                <a:lnTo>
                  <a:pt x="928" y="378"/>
                </a:lnTo>
                <a:lnTo>
                  <a:pt x="929" y="378"/>
                </a:lnTo>
                <a:lnTo>
                  <a:pt x="930" y="378"/>
                </a:lnTo>
                <a:lnTo>
                  <a:pt x="931" y="379"/>
                </a:lnTo>
                <a:lnTo>
                  <a:pt x="931" y="380"/>
                </a:lnTo>
                <a:lnTo>
                  <a:pt x="932" y="380"/>
                </a:lnTo>
                <a:lnTo>
                  <a:pt x="932" y="381"/>
                </a:lnTo>
                <a:lnTo>
                  <a:pt x="932" y="382"/>
                </a:lnTo>
                <a:lnTo>
                  <a:pt x="933" y="382"/>
                </a:lnTo>
                <a:lnTo>
                  <a:pt x="932" y="383"/>
                </a:lnTo>
                <a:lnTo>
                  <a:pt x="932" y="384"/>
                </a:lnTo>
                <a:lnTo>
                  <a:pt x="931" y="384"/>
                </a:lnTo>
                <a:lnTo>
                  <a:pt x="930" y="384"/>
                </a:lnTo>
                <a:lnTo>
                  <a:pt x="930" y="385"/>
                </a:lnTo>
                <a:lnTo>
                  <a:pt x="930" y="386"/>
                </a:lnTo>
                <a:lnTo>
                  <a:pt x="929" y="386"/>
                </a:lnTo>
                <a:lnTo>
                  <a:pt x="930" y="386"/>
                </a:lnTo>
                <a:lnTo>
                  <a:pt x="929" y="387"/>
                </a:lnTo>
                <a:lnTo>
                  <a:pt x="930" y="387"/>
                </a:lnTo>
                <a:lnTo>
                  <a:pt x="930" y="388"/>
                </a:lnTo>
                <a:lnTo>
                  <a:pt x="929" y="388"/>
                </a:lnTo>
                <a:lnTo>
                  <a:pt x="930" y="388"/>
                </a:lnTo>
                <a:lnTo>
                  <a:pt x="929" y="388"/>
                </a:lnTo>
                <a:lnTo>
                  <a:pt x="928" y="388"/>
                </a:lnTo>
                <a:lnTo>
                  <a:pt x="928" y="387"/>
                </a:lnTo>
                <a:lnTo>
                  <a:pt x="927" y="387"/>
                </a:lnTo>
                <a:lnTo>
                  <a:pt x="926" y="387"/>
                </a:lnTo>
                <a:lnTo>
                  <a:pt x="925" y="387"/>
                </a:lnTo>
                <a:lnTo>
                  <a:pt x="924" y="387"/>
                </a:lnTo>
                <a:lnTo>
                  <a:pt x="923" y="387"/>
                </a:lnTo>
                <a:lnTo>
                  <a:pt x="922" y="387"/>
                </a:lnTo>
                <a:lnTo>
                  <a:pt x="921" y="387"/>
                </a:lnTo>
                <a:lnTo>
                  <a:pt x="920" y="387"/>
                </a:lnTo>
                <a:lnTo>
                  <a:pt x="919" y="387"/>
                </a:lnTo>
                <a:lnTo>
                  <a:pt x="918" y="388"/>
                </a:lnTo>
                <a:lnTo>
                  <a:pt x="917" y="388"/>
                </a:lnTo>
                <a:lnTo>
                  <a:pt x="917" y="390"/>
                </a:lnTo>
                <a:lnTo>
                  <a:pt x="918" y="391"/>
                </a:lnTo>
                <a:lnTo>
                  <a:pt x="919" y="391"/>
                </a:lnTo>
                <a:lnTo>
                  <a:pt x="918" y="392"/>
                </a:lnTo>
                <a:lnTo>
                  <a:pt x="918" y="393"/>
                </a:lnTo>
                <a:lnTo>
                  <a:pt x="917" y="393"/>
                </a:lnTo>
                <a:lnTo>
                  <a:pt x="916" y="393"/>
                </a:lnTo>
                <a:lnTo>
                  <a:pt x="915" y="393"/>
                </a:lnTo>
                <a:lnTo>
                  <a:pt x="915" y="394"/>
                </a:lnTo>
                <a:lnTo>
                  <a:pt x="914" y="394"/>
                </a:lnTo>
                <a:lnTo>
                  <a:pt x="914" y="393"/>
                </a:lnTo>
                <a:lnTo>
                  <a:pt x="914" y="392"/>
                </a:lnTo>
                <a:lnTo>
                  <a:pt x="913" y="392"/>
                </a:lnTo>
                <a:lnTo>
                  <a:pt x="913" y="393"/>
                </a:lnTo>
                <a:lnTo>
                  <a:pt x="913" y="394"/>
                </a:lnTo>
                <a:lnTo>
                  <a:pt x="913" y="395"/>
                </a:lnTo>
                <a:lnTo>
                  <a:pt x="912" y="395"/>
                </a:lnTo>
                <a:lnTo>
                  <a:pt x="911" y="396"/>
                </a:lnTo>
                <a:lnTo>
                  <a:pt x="910" y="396"/>
                </a:lnTo>
                <a:lnTo>
                  <a:pt x="910" y="397"/>
                </a:lnTo>
                <a:lnTo>
                  <a:pt x="910" y="398"/>
                </a:lnTo>
                <a:lnTo>
                  <a:pt x="908" y="399"/>
                </a:lnTo>
                <a:lnTo>
                  <a:pt x="907" y="399"/>
                </a:lnTo>
                <a:lnTo>
                  <a:pt x="906" y="399"/>
                </a:lnTo>
                <a:lnTo>
                  <a:pt x="905" y="398"/>
                </a:lnTo>
                <a:lnTo>
                  <a:pt x="904" y="398"/>
                </a:lnTo>
                <a:lnTo>
                  <a:pt x="904" y="399"/>
                </a:lnTo>
                <a:lnTo>
                  <a:pt x="903" y="398"/>
                </a:lnTo>
                <a:lnTo>
                  <a:pt x="903" y="397"/>
                </a:lnTo>
                <a:lnTo>
                  <a:pt x="902" y="396"/>
                </a:lnTo>
                <a:lnTo>
                  <a:pt x="901" y="396"/>
                </a:lnTo>
                <a:lnTo>
                  <a:pt x="901" y="395"/>
                </a:lnTo>
                <a:lnTo>
                  <a:pt x="901" y="396"/>
                </a:lnTo>
                <a:lnTo>
                  <a:pt x="900" y="397"/>
                </a:lnTo>
                <a:lnTo>
                  <a:pt x="900" y="398"/>
                </a:lnTo>
                <a:lnTo>
                  <a:pt x="899" y="400"/>
                </a:lnTo>
                <a:lnTo>
                  <a:pt x="899" y="401"/>
                </a:lnTo>
                <a:lnTo>
                  <a:pt x="899" y="402"/>
                </a:lnTo>
                <a:lnTo>
                  <a:pt x="899" y="403"/>
                </a:lnTo>
                <a:lnTo>
                  <a:pt x="899" y="404"/>
                </a:lnTo>
                <a:lnTo>
                  <a:pt x="898" y="404"/>
                </a:lnTo>
                <a:lnTo>
                  <a:pt x="895" y="403"/>
                </a:lnTo>
                <a:lnTo>
                  <a:pt x="894" y="403"/>
                </a:lnTo>
                <a:lnTo>
                  <a:pt x="894" y="402"/>
                </a:lnTo>
                <a:lnTo>
                  <a:pt x="893" y="402"/>
                </a:lnTo>
                <a:lnTo>
                  <a:pt x="891" y="403"/>
                </a:lnTo>
                <a:lnTo>
                  <a:pt x="890" y="404"/>
                </a:lnTo>
                <a:lnTo>
                  <a:pt x="889" y="406"/>
                </a:lnTo>
                <a:lnTo>
                  <a:pt x="889" y="407"/>
                </a:lnTo>
                <a:lnTo>
                  <a:pt x="889" y="408"/>
                </a:lnTo>
                <a:lnTo>
                  <a:pt x="886" y="408"/>
                </a:lnTo>
                <a:lnTo>
                  <a:pt x="885" y="409"/>
                </a:lnTo>
                <a:lnTo>
                  <a:pt x="882" y="412"/>
                </a:lnTo>
                <a:lnTo>
                  <a:pt x="882" y="413"/>
                </a:lnTo>
                <a:lnTo>
                  <a:pt x="881" y="415"/>
                </a:lnTo>
                <a:lnTo>
                  <a:pt x="881" y="416"/>
                </a:lnTo>
                <a:lnTo>
                  <a:pt x="880" y="419"/>
                </a:lnTo>
                <a:lnTo>
                  <a:pt x="879" y="422"/>
                </a:lnTo>
                <a:lnTo>
                  <a:pt x="879" y="423"/>
                </a:lnTo>
                <a:lnTo>
                  <a:pt x="879" y="424"/>
                </a:lnTo>
                <a:lnTo>
                  <a:pt x="879" y="426"/>
                </a:lnTo>
                <a:lnTo>
                  <a:pt x="879" y="427"/>
                </a:lnTo>
                <a:lnTo>
                  <a:pt x="882" y="427"/>
                </a:lnTo>
                <a:lnTo>
                  <a:pt x="883" y="427"/>
                </a:lnTo>
                <a:lnTo>
                  <a:pt x="885" y="429"/>
                </a:lnTo>
                <a:lnTo>
                  <a:pt x="885" y="431"/>
                </a:lnTo>
                <a:lnTo>
                  <a:pt x="885" y="433"/>
                </a:lnTo>
                <a:lnTo>
                  <a:pt x="887" y="437"/>
                </a:lnTo>
                <a:lnTo>
                  <a:pt x="887" y="440"/>
                </a:lnTo>
                <a:lnTo>
                  <a:pt x="886" y="441"/>
                </a:lnTo>
                <a:lnTo>
                  <a:pt x="884" y="445"/>
                </a:lnTo>
                <a:lnTo>
                  <a:pt x="883" y="445"/>
                </a:lnTo>
                <a:lnTo>
                  <a:pt x="882" y="446"/>
                </a:lnTo>
                <a:lnTo>
                  <a:pt x="881" y="448"/>
                </a:lnTo>
                <a:lnTo>
                  <a:pt x="880" y="448"/>
                </a:lnTo>
                <a:lnTo>
                  <a:pt x="878" y="451"/>
                </a:lnTo>
                <a:lnTo>
                  <a:pt x="876" y="454"/>
                </a:lnTo>
                <a:lnTo>
                  <a:pt x="877" y="456"/>
                </a:lnTo>
                <a:lnTo>
                  <a:pt x="877" y="458"/>
                </a:lnTo>
                <a:lnTo>
                  <a:pt x="876" y="458"/>
                </a:lnTo>
                <a:lnTo>
                  <a:pt x="875" y="459"/>
                </a:lnTo>
                <a:lnTo>
                  <a:pt x="873" y="462"/>
                </a:lnTo>
                <a:lnTo>
                  <a:pt x="872" y="464"/>
                </a:lnTo>
                <a:lnTo>
                  <a:pt x="871" y="465"/>
                </a:lnTo>
                <a:lnTo>
                  <a:pt x="870" y="470"/>
                </a:lnTo>
                <a:lnTo>
                  <a:pt x="869" y="471"/>
                </a:lnTo>
                <a:lnTo>
                  <a:pt x="868" y="472"/>
                </a:lnTo>
                <a:lnTo>
                  <a:pt x="866" y="474"/>
                </a:lnTo>
                <a:lnTo>
                  <a:pt x="864" y="476"/>
                </a:lnTo>
                <a:lnTo>
                  <a:pt x="863" y="476"/>
                </a:lnTo>
                <a:lnTo>
                  <a:pt x="862" y="477"/>
                </a:lnTo>
                <a:lnTo>
                  <a:pt x="861" y="477"/>
                </a:lnTo>
                <a:lnTo>
                  <a:pt x="861" y="478"/>
                </a:lnTo>
                <a:lnTo>
                  <a:pt x="861" y="479"/>
                </a:lnTo>
                <a:lnTo>
                  <a:pt x="862" y="479"/>
                </a:lnTo>
                <a:lnTo>
                  <a:pt x="862" y="480"/>
                </a:lnTo>
                <a:lnTo>
                  <a:pt x="862" y="482"/>
                </a:lnTo>
                <a:lnTo>
                  <a:pt x="862" y="485"/>
                </a:lnTo>
                <a:lnTo>
                  <a:pt x="862" y="486"/>
                </a:lnTo>
                <a:lnTo>
                  <a:pt x="862" y="487"/>
                </a:lnTo>
                <a:lnTo>
                  <a:pt x="861" y="488"/>
                </a:lnTo>
                <a:lnTo>
                  <a:pt x="861" y="489"/>
                </a:lnTo>
                <a:lnTo>
                  <a:pt x="861" y="490"/>
                </a:lnTo>
                <a:lnTo>
                  <a:pt x="860" y="493"/>
                </a:lnTo>
                <a:lnTo>
                  <a:pt x="859" y="493"/>
                </a:lnTo>
                <a:lnTo>
                  <a:pt x="859" y="494"/>
                </a:lnTo>
                <a:lnTo>
                  <a:pt x="858" y="495"/>
                </a:lnTo>
                <a:lnTo>
                  <a:pt x="858" y="496"/>
                </a:lnTo>
                <a:lnTo>
                  <a:pt x="859" y="497"/>
                </a:lnTo>
                <a:lnTo>
                  <a:pt x="858" y="497"/>
                </a:lnTo>
                <a:lnTo>
                  <a:pt x="858" y="498"/>
                </a:lnTo>
                <a:lnTo>
                  <a:pt x="859" y="499"/>
                </a:lnTo>
                <a:lnTo>
                  <a:pt x="860" y="500"/>
                </a:lnTo>
                <a:lnTo>
                  <a:pt x="861" y="501"/>
                </a:lnTo>
                <a:lnTo>
                  <a:pt x="862" y="501"/>
                </a:lnTo>
                <a:lnTo>
                  <a:pt x="864" y="502"/>
                </a:lnTo>
                <a:lnTo>
                  <a:pt x="865" y="502"/>
                </a:lnTo>
                <a:lnTo>
                  <a:pt x="865" y="501"/>
                </a:lnTo>
                <a:lnTo>
                  <a:pt x="865" y="500"/>
                </a:lnTo>
                <a:lnTo>
                  <a:pt x="866" y="499"/>
                </a:lnTo>
                <a:lnTo>
                  <a:pt x="868" y="502"/>
                </a:lnTo>
                <a:lnTo>
                  <a:pt x="867" y="504"/>
                </a:lnTo>
                <a:lnTo>
                  <a:pt x="866" y="509"/>
                </a:lnTo>
                <a:lnTo>
                  <a:pt x="865" y="509"/>
                </a:lnTo>
                <a:lnTo>
                  <a:pt x="863" y="511"/>
                </a:lnTo>
                <a:lnTo>
                  <a:pt x="862" y="512"/>
                </a:lnTo>
                <a:lnTo>
                  <a:pt x="863" y="513"/>
                </a:lnTo>
                <a:lnTo>
                  <a:pt x="863" y="514"/>
                </a:lnTo>
                <a:lnTo>
                  <a:pt x="864" y="517"/>
                </a:lnTo>
                <a:lnTo>
                  <a:pt x="864" y="518"/>
                </a:lnTo>
                <a:lnTo>
                  <a:pt x="863" y="518"/>
                </a:lnTo>
                <a:lnTo>
                  <a:pt x="863" y="519"/>
                </a:lnTo>
                <a:lnTo>
                  <a:pt x="864" y="521"/>
                </a:lnTo>
                <a:lnTo>
                  <a:pt x="866" y="521"/>
                </a:lnTo>
                <a:lnTo>
                  <a:pt x="867" y="521"/>
                </a:lnTo>
                <a:lnTo>
                  <a:pt x="868" y="521"/>
                </a:lnTo>
                <a:lnTo>
                  <a:pt x="869" y="521"/>
                </a:lnTo>
                <a:lnTo>
                  <a:pt x="869" y="523"/>
                </a:lnTo>
                <a:lnTo>
                  <a:pt x="870" y="523"/>
                </a:lnTo>
                <a:lnTo>
                  <a:pt x="870" y="524"/>
                </a:lnTo>
                <a:lnTo>
                  <a:pt x="869" y="524"/>
                </a:lnTo>
                <a:lnTo>
                  <a:pt x="868" y="525"/>
                </a:lnTo>
                <a:lnTo>
                  <a:pt x="867" y="526"/>
                </a:lnTo>
                <a:lnTo>
                  <a:pt x="866" y="527"/>
                </a:lnTo>
                <a:lnTo>
                  <a:pt x="865" y="527"/>
                </a:lnTo>
                <a:lnTo>
                  <a:pt x="864" y="528"/>
                </a:lnTo>
                <a:lnTo>
                  <a:pt x="865" y="529"/>
                </a:lnTo>
                <a:lnTo>
                  <a:pt x="865" y="530"/>
                </a:lnTo>
                <a:lnTo>
                  <a:pt x="866" y="530"/>
                </a:lnTo>
                <a:lnTo>
                  <a:pt x="866" y="532"/>
                </a:lnTo>
                <a:lnTo>
                  <a:pt x="866" y="533"/>
                </a:lnTo>
                <a:lnTo>
                  <a:pt x="867" y="534"/>
                </a:lnTo>
                <a:lnTo>
                  <a:pt x="869" y="535"/>
                </a:lnTo>
                <a:lnTo>
                  <a:pt x="870" y="535"/>
                </a:lnTo>
                <a:lnTo>
                  <a:pt x="871" y="534"/>
                </a:lnTo>
                <a:lnTo>
                  <a:pt x="873" y="534"/>
                </a:lnTo>
                <a:lnTo>
                  <a:pt x="874" y="534"/>
                </a:lnTo>
                <a:lnTo>
                  <a:pt x="876" y="535"/>
                </a:lnTo>
                <a:lnTo>
                  <a:pt x="877" y="536"/>
                </a:lnTo>
                <a:lnTo>
                  <a:pt x="878" y="537"/>
                </a:lnTo>
                <a:lnTo>
                  <a:pt x="879" y="539"/>
                </a:lnTo>
                <a:lnTo>
                  <a:pt x="884" y="537"/>
                </a:lnTo>
                <a:lnTo>
                  <a:pt x="885" y="537"/>
                </a:lnTo>
                <a:lnTo>
                  <a:pt x="886" y="535"/>
                </a:lnTo>
                <a:lnTo>
                  <a:pt x="886" y="534"/>
                </a:lnTo>
                <a:lnTo>
                  <a:pt x="886" y="533"/>
                </a:lnTo>
                <a:lnTo>
                  <a:pt x="887" y="533"/>
                </a:lnTo>
                <a:lnTo>
                  <a:pt x="887" y="534"/>
                </a:lnTo>
                <a:lnTo>
                  <a:pt x="888" y="534"/>
                </a:lnTo>
                <a:lnTo>
                  <a:pt x="889" y="535"/>
                </a:lnTo>
                <a:lnTo>
                  <a:pt x="890" y="535"/>
                </a:lnTo>
                <a:lnTo>
                  <a:pt x="890" y="534"/>
                </a:lnTo>
                <a:lnTo>
                  <a:pt x="891" y="533"/>
                </a:lnTo>
                <a:lnTo>
                  <a:pt x="891" y="532"/>
                </a:lnTo>
                <a:lnTo>
                  <a:pt x="892" y="532"/>
                </a:lnTo>
                <a:lnTo>
                  <a:pt x="892" y="531"/>
                </a:lnTo>
                <a:lnTo>
                  <a:pt x="893" y="531"/>
                </a:lnTo>
                <a:lnTo>
                  <a:pt x="893" y="532"/>
                </a:lnTo>
                <a:lnTo>
                  <a:pt x="895" y="531"/>
                </a:lnTo>
                <a:lnTo>
                  <a:pt x="899" y="530"/>
                </a:lnTo>
                <a:lnTo>
                  <a:pt x="899" y="529"/>
                </a:lnTo>
                <a:lnTo>
                  <a:pt x="901" y="529"/>
                </a:lnTo>
                <a:lnTo>
                  <a:pt x="903" y="528"/>
                </a:lnTo>
                <a:lnTo>
                  <a:pt x="903" y="529"/>
                </a:lnTo>
                <a:lnTo>
                  <a:pt x="904" y="529"/>
                </a:lnTo>
                <a:lnTo>
                  <a:pt x="905" y="530"/>
                </a:lnTo>
                <a:lnTo>
                  <a:pt x="906" y="530"/>
                </a:lnTo>
                <a:lnTo>
                  <a:pt x="906" y="528"/>
                </a:lnTo>
                <a:lnTo>
                  <a:pt x="906" y="527"/>
                </a:lnTo>
                <a:lnTo>
                  <a:pt x="907" y="526"/>
                </a:lnTo>
                <a:lnTo>
                  <a:pt x="908" y="526"/>
                </a:lnTo>
                <a:lnTo>
                  <a:pt x="909" y="527"/>
                </a:lnTo>
                <a:lnTo>
                  <a:pt x="910" y="527"/>
                </a:lnTo>
                <a:lnTo>
                  <a:pt x="910" y="528"/>
                </a:lnTo>
                <a:lnTo>
                  <a:pt x="911" y="528"/>
                </a:lnTo>
                <a:lnTo>
                  <a:pt x="913" y="526"/>
                </a:lnTo>
                <a:lnTo>
                  <a:pt x="913" y="525"/>
                </a:lnTo>
                <a:lnTo>
                  <a:pt x="914" y="525"/>
                </a:lnTo>
                <a:lnTo>
                  <a:pt x="914" y="527"/>
                </a:lnTo>
                <a:lnTo>
                  <a:pt x="914" y="528"/>
                </a:lnTo>
                <a:lnTo>
                  <a:pt x="914" y="529"/>
                </a:lnTo>
                <a:lnTo>
                  <a:pt x="914" y="530"/>
                </a:lnTo>
                <a:lnTo>
                  <a:pt x="914" y="532"/>
                </a:lnTo>
                <a:lnTo>
                  <a:pt x="914" y="533"/>
                </a:lnTo>
                <a:lnTo>
                  <a:pt x="914" y="534"/>
                </a:lnTo>
                <a:lnTo>
                  <a:pt x="913" y="534"/>
                </a:lnTo>
                <a:lnTo>
                  <a:pt x="913" y="535"/>
                </a:lnTo>
                <a:lnTo>
                  <a:pt x="913" y="536"/>
                </a:lnTo>
                <a:lnTo>
                  <a:pt x="911" y="538"/>
                </a:lnTo>
                <a:lnTo>
                  <a:pt x="911" y="539"/>
                </a:lnTo>
                <a:lnTo>
                  <a:pt x="912" y="543"/>
                </a:lnTo>
                <a:lnTo>
                  <a:pt x="914" y="542"/>
                </a:lnTo>
                <a:lnTo>
                  <a:pt x="915" y="542"/>
                </a:lnTo>
                <a:lnTo>
                  <a:pt x="915" y="543"/>
                </a:lnTo>
                <a:lnTo>
                  <a:pt x="915" y="545"/>
                </a:lnTo>
                <a:lnTo>
                  <a:pt x="914" y="546"/>
                </a:lnTo>
                <a:lnTo>
                  <a:pt x="912" y="553"/>
                </a:lnTo>
                <a:lnTo>
                  <a:pt x="911" y="554"/>
                </a:lnTo>
                <a:lnTo>
                  <a:pt x="911" y="555"/>
                </a:lnTo>
                <a:lnTo>
                  <a:pt x="912" y="555"/>
                </a:lnTo>
                <a:lnTo>
                  <a:pt x="911" y="556"/>
                </a:lnTo>
                <a:lnTo>
                  <a:pt x="910" y="558"/>
                </a:lnTo>
                <a:lnTo>
                  <a:pt x="910" y="559"/>
                </a:lnTo>
                <a:lnTo>
                  <a:pt x="909" y="559"/>
                </a:lnTo>
                <a:lnTo>
                  <a:pt x="908" y="563"/>
                </a:lnTo>
                <a:lnTo>
                  <a:pt x="907" y="568"/>
                </a:lnTo>
                <a:lnTo>
                  <a:pt x="906" y="570"/>
                </a:lnTo>
                <a:lnTo>
                  <a:pt x="905" y="570"/>
                </a:lnTo>
                <a:lnTo>
                  <a:pt x="904" y="571"/>
                </a:lnTo>
                <a:lnTo>
                  <a:pt x="904" y="572"/>
                </a:lnTo>
                <a:lnTo>
                  <a:pt x="904" y="573"/>
                </a:lnTo>
                <a:lnTo>
                  <a:pt x="903" y="574"/>
                </a:lnTo>
                <a:lnTo>
                  <a:pt x="902" y="575"/>
                </a:lnTo>
                <a:lnTo>
                  <a:pt x="901" y="577"/>
                </a:lnTo>
                <a:lnTo>
                  <a:pt x="901" y="579"/>
                </a:lnTo>
                <a:lnTo>
                  <a:pt x="900" y="580"/>
                </a:lnTo>
                <a:lnTo>
                  <a:pt x="901" y="580"/>
                </a:lnTo>
                <a:lnTo>
                  <a:pt x="901" y="583"/>
                </a:lnTo>
                <a:lnTo>
                  <a:pt x="901" y="584"/>
                </a:lnTo>
                <a:lnTo>
                  <a:pt x="901" y="585"/>
                </a:lnTo>
                <a:lnTo>
                  <a:pt x="903" y="586"/>
                </a:lnTo>
                <a:lnTo>
                  <a:pt x="904" y="585"/>
                </a:lnTo>
                <a:lnTo>
                  <a:pt x="905" y="584"/>
                </a:lnTo>
                <a:lnTo>
                  <a:pt x="906" y="584"/>
                </a:lnTo>
                <a:lnTo>
                  <a:pt x="906" y="583"/>
                </a:lnTo>
                <a:lnTo>
                  <a:pt x="907" y="583"/>
                </a:lnTo>
                <a:lnTo>
                  <a:pt x="907" y="584"/>
                </a:lnTo>
                <a:lnTo>
                  <a:pt x="907" y="585"/>
                </a:lnTo>
                <a:lnTo>
                  <a:pt x="907" y="586"/>
                </a:lnTo>
                <a:lnTo>
                  <a:pt x="908" y="587"/>
                </a:lnTo>
                <a:lnTo>
                  <a:pt x="909" y="590"/>
                </a:lnTo>
                <a:lnTo>
                  <a:pt x="909" y="591"/>
                </a:lnTo>
                <a:lnTo>
                  <a:pt x="909" y="592"/>
                </a:lnTo>
                <a:lnTo>
                  <a:pt x="909" y="594"/>
                </a:lnTo>
                <a:lnTo>
                  <a:pt x="911" y="594"/>
                </a:lnTo>
                <a:lnTo>
                  <a:pt x="914" y="597"/>
                </a:lnTo>
                <a:lnTo>
                  <a:pt x="915" y="597"/>
                </a:lnTo>
                <a:lnTo>
                  <a:pt x="915" y="598"/>
                </a:lnTo>
                <a:lnTo>
                  <a:pt x="917" y="599"/>
                </a:lnTo>
                <a:lnTo>
                  <a:pt x="918" y="599"/>
                </a:lnTo>
                <a:lnTo>
                  <a:pt x="919" y="601"/>
                </a:lnTo>
                <a:lnTo>
                  <a:pt x="919" y="602"/>
                </a:lnTo>
                <a:lnTo>
                  <a:pt x="920" y="603"/>
                </a:lnTo>
                <a:lnTo>
                  <a:pt x="920" y="604"/>
                </a:lnTo>
                <a:lnTo>
                  <a:pt x="921" y="604"/>
                </a:lnTo>
                <a:lnTo>
                  <a:pt x="923" y="606"/>
                </a:lnTo>
                <a:lnTo>
                  <a:pt x="924" y="607"/>
                </a:lnTo>
                <a:lnTo>
                  <a:pt x="924" y="608"/>
                </a:lnTo>
                <a:lnTo>
                  <a:pt x="925" y="609"/>
                </a:lnTo>
                <a:lnTo>
                  <a:pt x="925" y="610"/>
                </a:lnTo>
                <a:lnTo>
                  <a:pt x="928" y="610"/>
                </a:lnTo>
                <a:lnTo>
                  <a:pt x="929" y="610"/>
                </a:lnTo>
                <a:lnTo>
                  <a:pt x="930" y="610"/>
                </a:lnTo>
                <a:lnTo>
                  <a:pt x="931" y="611"/>
                </a:lnTo>
                <a:lnTo>
                  <a:pt x="931" y="612"/>
                </a:lnTo>
                <a:lnTo>
                  <a:pt x="932" y="612"/>
                </a:lnTo>
                <a:lnTo>
                  <a:pt x="931" y="613"/>
                </a:lnTo>
                <a:lnTo>
                  <a:pt x="930" y="614"/>
                </a:lnTo>
                <a:lnTo>
                  <a:pt x="929" y="615"/>
                </a:lnTo>
                <a:lnTo>
                  <a:pt x="928" y="615"/>
                </a:lnTo>
                <a:lnTo>
                  <a:pt x="928" y="617"/>
                </a:lnTo>
                <a:lnTo>
                  <a:pt x="927" y="617"/>
                </a:lnTo>
                <a:lnTo>
                  <a:pt x="928" y="619"/>
                </a:lnTo>
                <a:lnTo>
                  <a:pt x="927" y="621"/>
                </a:lnTo>
                <a:lnTo>
                  <a:pt x="927" y="622"/>
                </a:lnTo>
                <a:lnTo>
                  <a:pt x="926" y="622"/>
                </a:lnTo>
                <a:lnTo>
                  <a:pt x="926" y="623"/>
                </a:lnTo>
                <a:lnTo>
                  <a:pt x="926" y="625"/>
                </a:lnTo>
                <a:lnTo>
                  <a:pt x="927" y="629"/>
                </a:lnTo>
                <a:lnTo>
                  <a:pt x="927" y="630"/>
                </a:lnTo>
                <a:lnTo>
                  <a:pt x="925" y="631"/>
                </a:lnTo>
                <a:lnTo>
                  <a:pt x="924" y="631"/>
                </a:lnTo>
                <a:lnTo>
                  <a:pt x="921" y="636"/>
                </a:lnTo>
                <a:lnTo>
                  <a:pt x="921" y="637"/>
                </a:lnTo>
                <a:lnTo>
                  <a:pt x="921" y="638"/>
                </a:lnTo>
                <a:lnTo>
                  <a:pt x="921" y="639"/>
                </a:lnTo>
                <a:lnTo>
                  <a:pt x="920" y="640"/>
                </a:lnTo>
                <a:lnTo>
                  <a:pt x="919" y="640"/>
                </a:lnTo>
                <a:lnTo>
                  <a:pt x="918" y="642"/>
                </a:lnTo>
                <a:lnTo>
                  <a:pt x="918" y="643"/>
                </a:lnTo>
                <a:lnTo>
                  <a:pt x="918" y="644"/>
                </a:lnTo>
                <a:lnTo>
                  <a:pt x="919" y="646"/>
                </a:lnTo>
                <a:lnTo>
                  <a:pt x="920" y="646"/>
                </a:lnTo>
                <a:lnTo>
                  <a:pt x="920" y="647"/>
                </a:lnTo>
                <a:lnTo>
                  <a:pt x="920" y="648"/>
                </a:lnTo>
                <a:lnTo>
                  <a:pt x="921" y="648"/>
                </a:lnTo>
                <a:lnTo>
                  <a:pt x="921" y="650"/>
                </a:lnTo>
                <a:lnTo>
                  <a:pt x="922" y="653"/>
                </a:lnTo>
                <a:lnTo>
                  <a:pt x="922" y="654"/>
                </a:lnTo>
                <a:lnTo>
                  <a:pt x="922" y="658"/>
                </a:lnTo>
                <a:lnTo>
                  <a:pt x="923" y="660"/>
                </a:lnTo>
                <a:lnTo>
                  <a:pt x="923" y="661"/>
                </a:lnTo>
                <a:lnTo>
                  <a:pt x="923" y="662"/>
                </a:lnTo>
                <a:lnTo>
                  <a:pt x="924" y="662"/>
                </a:lnTo>
                <a:lnTo>
                  <a:pt x="924" y="663"/>
                </a:lnTo>
                <a:lnTo>
                  <a:pt x="925" y="665"/>
                </a:lnTo>
                <a:lnTo>
                  <a:pt x="925" y="666"/>
                </a:lnTo>
                <a:lnTo>
                  <a:pt x="925" y="669"/>
                </a:lnTo>
                <a:lnTo>
                  <a:pt x="925" y="670"/>
                </a:lnTo>
                <a:lnTo>
                  <a:pt x="925" y="671"/>
                </a:lnTo>
                <a:lnTo>
                  <a:pt x="925" y="672"/>
                </a:lnTo>
                <a:lnTo>
                  <a:pt x="926" y="673"/>
                </a:lnTo>
                <a:lnTo>
                  <a:pt x="927" y="673"/>
                </a:lnTo>
                <a:lnTo>
                  <a:pt x="927" y="672"/>
                </a:lnTo>
                <a:lnTo>
                  <a:pt x="928" y="672"/>
                </a:lnTo>
                <a:lnTo>
                  <a:pt x="929" y="672"/>
                </a:lnTo>
                <a:lnTo>
                  <a:pt x="929" y="675"/>
                </a:lnTo>
                <a:lnTo>
                  <a:pt x="930" y="676"/>
                </a:lnTo>
                <a:lnTo>
                  <a:pt x="931" y="677"/>
                </a:lnTo>
                <a:lnTo>
                  <a:pt x="932" y="677"/>
                </a:lnTo>
                <a:lnTo>
                  <a:pt x="933" y="678"/>
                </a:lnTo>
                <a:lnTo>
                  <a:pt x="933" y="679"/>
                </a:lnTo>
                <a:lnTo>
                  <a:pt x="933" y="680"/>
                </a:lnTo>
                <a:lnTo>
                  <a:pt x="934" y="680"/>
                </a:lnTo>
                <a:lnTo>
                  <a:pt x="936" y="680"/>
                </a:lnTo>
                <a:lnTo>
                  <a:pt x="939" y="680"/>
                </a:lnTo>
                <a:lnTo>
                  <a:pt x="941" y="680"/>
                </a:lnTo>
                <a:lnTo>
                  <a:pt x="943" y="679"/>
                </a:lnTo>
                <a:lnTo>
                  <a:pt x="944" y="679"/>
                </a:lnTo>
                <a:lnTo>
                  <a:pt x="945" y="679"/>
                </a:lnTo>
                <a:lnTo>
                  <a:pt x="946" y="679"/>
                </a:lnTo>
                <a:lnTo>
                  <a:pt x="947" y="679"/>
                </a:lnTo>
                <a:lnTo>
                  <a:pt x="949" y="679"/>
                </a:lnTo>
                <a:lnTo>
                  <a:pt x="950" y="679"/>
                </a:lnTo>
                <a:lnTo>
                  <a:pt x="952" y="679"/>
                </a:lnTo>
                <a:lnTo>
                  <a:pt x="952" y="680"/>
                </a:lnTo>
                <a:lnTo>
                  <a:pt x="953" y="681"/>
                </a:lnTo>
                <a:lnTo>
                  <a:pt x="954" y="681"/>
                </a:lnTo>
                <a:lnTo>
                  <a:pt x="955" y="681"/>
                </a:lnTo>
                <a:lnTo>
                  <a:pt x="955" y="682"/>
                </a:lnTo>
                <a:lnTo>
                  <a:pt x="954" y="682"/>
                </a:lnTo>
                <a:lnTo>
                  <a:pt x="954" y="684"/>
                </a:lnTo>
                <a:lnTo>
                  <a:pt x="955" y="684"/>
                </a:lnTo>
                <a:lnTo>
                  <a:pt x="956" y="684"/>
                </a:lnTo>
                <a:lnTo>
                  <a:pt x="957" y="684"/>
                </a:lnTo>
                <a:lnTo>
                  <a:pt x="959" y="684"/>
                </a:lnTo>
                <a:lnTo>
                  <a:pt x="959" y="685"/>
                </a:lnTo>
                <a:lnTo>
                  <a:pt x="960" y="685"/>
                </a:lnTo>
                <a:lnTo>
                  <a:pt x="961" y="685"/>
                </a:lnTo>
                <a:lnTo>
                  <a:pt x="962" y="685"/>
                </a:lnTo>
                <a:lnTo>
                  <a:pt x="963" y="685"/>
                </a:lnTo>
                <a:lnTo>
                  <a:pt x="964" y="685"/>
                </a:lnTo>
                <a:lnTo>
                  <a:pt x="966" y="686"/>
                </a:lnTo>
                <a:lnTo>
                  <a:pt x="967" y="685"/>
                </a:lnTo>
                <a:lnTo>
                  <a:pt x="969" y="685"/>
                </a:lnTo>
                <a:lnTo>
                  <a:pt x="971" y="685"/>
                </a:lnTo>
                <a:lnTo>
                  <a:pt x="972" y="686"/>
                </a:lnTo>
                <a:lnTo>
                  <a:pt x="971" y="688"/>
                </a:lnTo>
                <a:lnTo>
                  <a:pt x="970" y="690"/>
                </a:lnTo>
                <a:lnTo>
                  <a:pt x="970" y="691"/>
                </a:lnTo>
                <a:lnTo>
                  <a:pt x="970" y="692"/>
                </a:lnTo>
                <a:lnTo>
                  <a:pt x="970" y="693"/>
                </a:lnTo>
                <a:lnTo>
                  <a:pt x="969" y="693"/>
                </a:lnTo>
                <a:lnTo>
                  <a:pt x="969" y="694"/>
                </a:lnTo>
                <a:lnTo>
                  <a:pt x="968" y="697"/>
                </a:lnTo>
                <a:lnTo>
                  <a:pt x="968" y="698"/>
                </a:lnTo>
                <a:lnTo>
                  <a:pt x="968" y="699"/>
                </a:lnTo>
                <a:lnTo>
                  <a:pt x="968" y="700"/>
                </a:lnTo>
                <a:lnTo>
                  <a:pt x="968" y="702"/>
                </a:lnTo>
                <a:lnTo>
                  <a:pt x="967" y="702"/>
                </a:lnTo>
                <a:lnTo>
                  <a:pt x="967" y="703"/>
                </a:lnTo>
                <a:lnTo>
                  <a:pt x="966" y="703"/>
                </a:lnTo>
                <a:lnTo>
                  <a:pt x="966" y="704"/>
                </a:lnTo>
                <a:lnTo>
                  <a:pt x="967" y="704"/>
                </a:lnTo>
                <a:lnTo>
                  <a:pt x="967" y="705"/>
                </a:lnTo>
                <a:lnTo>
                  <a:pt x="968" y="705"/>
                </a:lnTo>
                <a:lnTo>
                  <a:pt x="971" y="705"/>
                </a:lnTo>
                <a:lnTo>
                  <a:pt x="972" y="705"/>
                </a:lnTo>
                <a:lnTo>
                  <a:pt x="972" y="706"/>
                </a:lnTo>
                <a:lnTo>
                  <a:pt x="972" y="707"/>
                </a:lnTo>
                <a:lnTo>
                  <a:pt x="972" y="708"/>
                </a:lnTo>
                <a:lnTo>
                  <a:pt x="971" y="708"/>
                </a:lnTo>
                <a:lnTo>
                  <a:pt x="971" y="709"/>
                </a:lnTo>
                <a:lnTo>
                  <a:pt x="971" y="711"/>
                </a:lnTo>
                <a:lnTo>
                  <a:pt x="970" y="712"/>
                </a:lnTo>
                <a:lnTo>
                  <a:pt x="970" y="713"/>
                </a:lnTo>
                <a:lnTo>
                  <a:pt x="970" y="714"/>
                </a:lnTo>
                <a:lnTo>
                  <a:pt x="970" y="715"/>
                </a:lnTo>
                <a:lnTo>
                  <a:pt x="970" y="716"/>
                </a:lnTo>
                <a:lnTo>
                  <a:pt x="970" y="717"/>
                </a:lnTo>
                <a:lnTo>
                  <a:pt x="971" y="717"/>
                </a:lnTo>
                <a:lnTo>
                  <a:pt x="971" y="718"/>
                </a:lnTo>
                <a:lnTo>
                  <a:pt x="971" y="719"/>
                </a:lnTo>
                <a:lnTo>
                  <a:pt x="970" y="720"/>
                </a:lnTo>
                <a:lnTo>
                  <a:pt x="969" y="720"/>
                </a:lnTo>
                <a:lnTo>
                  <a:pt x="968" y="720"/>
                </a:lnTo>
                <a:lnTo>
                  <a:pt x="968" y="719"/>
                </a:lnTo>
                <a:lnTo>
                  <a:pt x="967" y="719"/>
                </a:lnTo>
                <a:lnTo>
                  <a:pt x="966" y="720"/>
                </a:lnTo>
                <a:lnTo>
                  <a:pt x="966" y="721"/>
                </a:lnTo>
                <a:lnTo>
                  <a:pt x="965" y="722"/>
                </a:lnTo>
                <a:lnTo>
                  <a:pt x="965" y="723"/>
                </a:lnTo>
                <a:lnTo>
                  <a:pt x="964" y="723"/>
                </a:lnTo>
                <a:lnTo>
                  <a:pt x="963" y="724"/>
                </a:lnTo>
                <a:lnTo>
                  <a:pt x="963" y="725"/>
                </a:lnTo>
                <a:lnTo>
                  <a:pt x="962" y="727"/>
                </a:lnTo>
                <a:lnTo>
                  <a:pt x="961" y="727"/>
                </a:lnTo>
                <a:lnTo>
                  <a:pt x="961" y="728"/>
                </a:lnTo>
                <a:lnTo>
                  <a:pt x="962" y="729"/>
                </a:lnTo>
                <a:lnTo>
                  <a:pt x="963" y="729"/>
                </a:lnTo>
                <a:lnTo>
                  <a:pt x="963" y="730"/>
                </a:lnTo>
                <a:lnTo>
                  <a:pt x="963" y="731"/>
                </a:lnTo>
                <a:lnTo>
                  <a:pt x="963" y="732"/>
                </a:lnTo>
                <a:lnTo>
                  <a:pt x="964" y="733"/>
                </a:lnTo>
                <a:lnTo>
                  <a:pt x="964" y="734"/>
                </a:lnTo>
                <a:lnTo>
                  <a:pt x="965" y="734"/>
                </a:lnTo>
                <a:lnTo>
                  <a:pt x="965" y="735"/>
                </a:lnTo>
                <a:lnTo>
                  <a:pt x="964" y="735"/>
                </a:lnTo>
                <a:lnTo>
                  <a:pt x="964" y="736"/>
                </a:lnTo>
                <a:lnTo>
                  <a:pt x="963" y="736"/>
                </a:lnTo>
                <a:lnTo>
                  <a:pt x="963" y="737"/>
                </a:lnTo>
                <a:lnTo>
                  <a:pt x="963" y="738"/>
                </a:lnTo>
                <a:lnTo>
                  <a:pt x="963" y="739"/>
                </a:lnTo>
                <a:lnTo>
                  <a:pt x="964" y="740"/>
                </a:lnTo>
                <a:lnTo>
                  <a:pt x="963" y="741"/>
                </a:lnTo>
                <a:lnTo>
                  <a:pt x="963" y="742"/>
                </a:lnTo>
                <a:lnTo>
                  <a:pt x="962" y="743"/>
                </a:lnTo>
                <a:lnTo>
                  <a:pt x="961" y="744"/>
                </a:lnTo>
                <a:lnTo>
                  <a:pt x="961" y="745"/>
                </a:lnTo>
                <a:lnTo>
                  <a:pt x="961" y="746"/>
                </a:lnTo>
                <a:lnTo>
                  <a:pt x="961" y="748"/>
                </a:lnTo>
                <a:lnTo>
                  <a:pt x="962" y="749"/>
                </a:lnTo>
                <a:lnTo>
                  <a:pt x="963" y="749"/>
                </a:lnTo>
                <a:lnTo>
                  <a:pt x="961" y="750"/>
                </a:lnTo>
                <a:lnTo>
                  <a:pt x="960" y="751"/>
                </a:lnTo>
                <a:lnTo>
                  <a:pt x="959" y="751"/>
                </a:lnTo>
                <a:lnTo>
                  <a:pt x="959" y="752"/>
                </a:lnTo>
                <a:lnTo>
                  <a:pt x="958" y="753"/>
                </a:lnTo>
                <a:lnTo>
                  <a:pt x="956" y="754"/>
                </a:lnTo>
                <a:lnTo>
                  <a:pt x="955" y="754"/>
                </a:lnTo>
                <a:lnTo>
                  <a:pt x="954" y="756"/>
                </a:lnTo>
                <a:lnTo>
                  <a:pt x="954" y="757"/>
                </a:lnTo>
                <a:lnTo>
                  <a:pt x="954" y="762"/>
                </a:lnTo>
                <a:lnTo>
                  <a:pt x="953" y="762"/>
                </a:lnTo>
                <a:lnTo>
                  <a:pt x="953" y="763"/>
                </a:lnTo>
                <a:lnTo>
                  <a:pt x="952" y="764"/>
                </a:lnTo>
                <a:lnTo>
                  <a:pt x="951" y="765"/>
                </a:lnTo>
                <a:lnTo>
                  <a:pt x="950" y="765"/>
                </a:lnTo>
                <a:lnTo>
                  <a:pt x="949" y="766"/>
                </a:lnTo>
                <a:lnTo>
                  <a:pt x="949" y="767"/>
                </a:lnTo>
                <a:lnTo>
                  <a:pt x="950" y="767"/>
                </a:lnTo>
                <a:lnTo>
                  <a:pt x="950" y="768"/>
                </a:lnTo>
                <a:lnTo>
                  <a:pt x="951" y="768"/>
                </a:lnTo>
                <a:lnTo>
                  <a:pt x="951" y="769"/>
                </a:lnTo>
                <a:lnTo>
                  <a:pt x="951" y="770"/>
                </a:lnTo>
                <a:lnTo>
                  <a:pt x="949" y="771"/>
                </a:lnTo>
                <a:lnTo>
                  <a:pt x="950" y="772"/>
                </a:lnTo>
                <a:lnTo>
                  <a:pt x="951" y="773"/>
                </a:lnTo>
                <a:lnTo>
                  <a:pt x="952" y="773"/>
                </a:lnTo>
                <a:lnTo>
                  <a:pt x="953" y="774"/>
                </a:lnTo>
                <a:lnTo>
                  <a:pt x="955" y="772"/>
                </a:lnTo>
                <a:lnTo>
                  <a:pt x="956" y="771"/>
                </a:lnTo>
                <a:lnTo>
                  <a:pt x="956" y="770"/>
                </a:lnTo>
                <a:lnTo>
                  <a:pt x="958" y="770"/>
                </a:lnTo>
                <a:lnTo>
                  <a:pt x="960" y="768"/>
                </a:lnTo>
                <a:lnTo>
                  <a:pt x="960" y="767"/>
                </a:lnTo>
                <a:lnTo>
                  <a:pt x="961" y="766"/>
                </a:lnTo>
                <a:lnTo>
                  <a:pt x="962" y="766"/>
                </a:lnTo>
                <a:lnTo>
                  <a:pt x="964" y="767"/>
                </a:lnTo>
                <a:lnTo>
                  <a:pt x="964" y="766"/>
                </a:lnTo>
                <a:lnTo>
                  <a:pt x="965" y="766"/>
                </a:lnTo>
                <a:lnTo>
                  <a:pt x="965" y="765"/>
                </a:lnTo>
                <a:lnTo>
                  <a:pt x="966" y="765"/>
                </a:lnTo>
                <a:lnTo>
                  <a:pt x="967" y="766"/>
                </a:lnTo>
                <a:lnTo>
                  <a:pt x="968" y="766"/>
                </a:lnTo>
                <a:lnTo>
                  <a:pt x="969" y="766"/>
                </a:lnTo>
                <a:lnTo>
                  <a:pt x="969" y="767"/>
                </a:lnTo>
                <a:lnTo>
                  <a:pt x="969" y="768"/>
                </a:lnTo>
                <a:lnTo>
                  <a:pt x="970" y="770"/>
                </a:lnTo>
                <a:lnTo>
                  <a:pt x="971" y="769"/>
                </a:lnTo>
                <a:lnTo>
                  <a:pt x="971" y="768"/>
                </a:lnTo>
                <a:lnTo>
                  <a:pt x="972" y="768"/>
                </a:lnTo>
                <a:lnTo>
                  <a:pt x="973" y="768"/>
                </a:lnTo>
                <a:lnTo>
                  <a:pt x="975" y="768"/>
                </a:lnTo>
                <a:lnTo>
                  <a:pt x="976" y="768"/>
                </a:lnTo>
                <a:lnTo>
                  <a:pt x="976" y="767"/>
                </a:lnTo>
                <a:lnTo>
                  <a:pt x="976" y="766"/>
                </a:lnTo>
                <a:lnTo>
                  <a:pt x="977" y="766"/>
                </a:lnTo>
                <a:lnTo>
                  <a:pt x="977" y="765"/>
                </a:lnTo>
                <a:lnTo>
                  <a:pt x="977" y="764"/>
                </a:lnTo>
                <a:lnTo>
                  <a:pt x="978" y="764"/>
                </a:lnTo>
                <a:lnTo>
                  <a:pt x="979" y="763"/>
                </a:lnTo>
                <a:lnTo>
                  <a:pt x="980" y="763"/>
                </a:lnTo>
                <a:lnTo>
                  <a:pt x="980" y="762"/>
                </a:lnTo>
                <a:lnTo>
                  <a:pt x="981" y="762"/>
                </a:lnTo>
                <a:lnTo>
                  <a:pt x="982" y="762"/>
                </a:lnTo>
                <a:lnTo>
                  <a:pt x="984" y="761"/>
                </a:lnTo>
                <a:lnTo>
                  <a:pt x="984" y="760"/>
                </a:lnTo>
                <a:lnTo>
                  <a:pt x="985" y="760"/>
                </a:lnTo>
                <a:lnTo>
                  <a:pt x="986" y="760"/>
                </a:lnTo>
                <a:lnTo>
                  <a:pt x="987" y="760"/>
                </a:lnTo>
                <a:lnTo>
                  <a:pt x="987" y="759"/>
                </a:lnTo>
                <a:lnTo>
                  <a:pt x="989" y="758"/>
                </a:lnTo>
                <a:lnTo>
                  <a:pt x="991" y="758"/>
                </a:lnTo>
                <a:lnTo>
                  <a:pt x="992" y="758"/>
                </a:lnTo>
                <a:lnTo>
                  <a:pt x="992" y="759"/>
                </a:lnTo>
                <a:lnTo>
                  <a:pt x="992" y="760"/>
                </a:lnTo>
                <a:lnTo>
                  <a:pt x="993" y="761"/>
                </a:lnTo>
                <a:lnTo>
                  <a:pt x="994" y="760"/>
                </a:lnTo>
                <a:lnTo>
                  <a:pt x="996" y="760"/>
                </a:lnTo>
                <a:lnTo>
                  <a:pt x="997" y="759"/>
                </a:lnTo>
                <a:lnTo>
                  <a:pt x="998" y="759"/>
                </a:lnTo>
                <a:lnTo>
                  <a:pt x="999" y="760"/>
                </a:lnTo>
                <a:lnTo>
                  <a:pt x="999" y="761"/>
                </a:lnTo>
                <a:lnTo>
                  <a:pt x="999" y="762"/>
                </a:lnTo>
                <a:lnTo>
                  <a:pt x="1000" y="762"/>
                </a:lnTo>
                <a:lnTo>
                  <a:pt x="1001" y="762"/>
                </a:lnTo>
                <a:lnTo>
                  <a:pt x="1001" y="763"/>
                </a:lnTo>
                <a:lnTo>
                  <a:pt x="1000" y="765"/>
                </a:lnTo>
                <a:lnTo>
                  <a:pt x="999" y="766"/>
                </a:lnTo>
                <a:lnTo>
                  <a:pt x="1000" y="767"/>
                </a:lnTo>
                <a:lnTo>
                  <a:pt x="1001" y="768"/>
                </a:lnTo>
                <a:lnTo>
                  <a:pt x="1003" y="767"/>
                </a:lnTo>
                <a:lnTo>
                  <a:pt x="1003" y="768"/>
                </a:lnTo>
                <a:lnTo>
                  <a:pt x="1004" y="768"/>
                </a:lnTo>
                <a:lnTo>
                  <a:pt x="1004" y="769"/>
                </a:lnTo>
                <a:lnTo>
                  <a:pt x="1003" y="769"/>
                </a:lnTo>
                <a:lnTo>
                  <a:pt x="1001" y="770"/>
                </a:lnTo>
                <a:lnTo>
                  <a:pt x="1000" y="770"/>
                </a:lnTo>
                <a:lnTo>
                  <a:pt x="1000" y="771"/>
                </a:lnTo>
                <a:lnTo>
                  <a:pt x="999" y="773"/>
                </a:lnTo>
                <a:lnTo>
                  <a:pt x="998" y="773"/>
                </a:lnTo>
                <a:lnTo>
                  <a:pt x="997" y="773"/>
                </a:lnTo>
                <a:lnTo>
                  <a:pt x="997" y="774"/>
                </a:lnTo>
                <a:lnTo>
                  <a:pt x="995" y="776"/>
                </a:lnTo>
                <a:lnTo>
                  <a:pt x="993" y="776"/>
                </a:lnTo>
                <a:lnTo>
                  <a:pt x="992" y="776"/>
                </a:lnTo>
                <a:lnTo>
                  <a:pt x="991" y="776"/>
                </a:lnTo>
                <a:lnTo>
                  <a:pt x="990" y="777"/>
                </a:lnTo>
                <a:lnTo>
                  <a:pt x="988" y="778"/>
                </a:lnTo>
                <a:lnTo>
                  <a:pt x="987" y="778"/>
                </a:lnTo>
                <a:lnTo>
                  <a:pt x="986" y="779"/>
                </a:lnTo>
                <a:lnTo>
                  <a:pt x="984" y="780"/>
                </a:lnTo>
                <a:lnTo>
                  <a:pt x="982" y="781"/>
                </a:lnTo>
                <a:lnTo>
                  <a:pt x="980" y="782"/>
                </a:lnTo>
                <a:lnTo>
                  <a:pt x="980" y="783"/>
                </a:lnTo>
                <a:lnTo>
                  <a:pt x="981" y="783"/>
                </a:lnTo>
                <a:lnTo>
                  <a:pt x="982" y="783"/>
                </a:lnTo>
                <a:lnTo>
                  <a:pt x="982" y="784"/>
                </a:lnTo>
                <a:lnTo>
                  <a:pt x="983" y="784"/>
                </a:lnTo>
                <a:lnTo>
                  <a:pt x="982" y="786"/>
                </a:lnTo>
                <a:lnTo>
                  <a:pt x="980" y="788"/>
                </a:lnTo>
                <a:lnTo>
                  <a:pt x="978" y="788"/>
                </a:lnTo>
                <a:lnTo>
                  <a:pt x="977" y="789"/>
                </a:lnTo>
                <a:lnTo>
                  <a:pt x="976" y="789"/>
                </a:lnTo>
                <a:lnTo>
                  <a:pt x="975" y="787"/>
                </a:lnTo>
                <a:lnTo>
                  <a:pt x="974" y="786"/>
                </a:lnTo>
                <a:lnTo>
                  <a:pt x="973" y="786"/>
                </a:lnTo>
                <a:lnTo>
                  <a:pt x="973" y="787"/>
                </a:lnTo>
                <a:lnTo>
                  <a:pt x="972" y="787"/>
                </a:lnTo>
                <a:lnTo>
                  <a:pt x="971" y="787"/>
                </a:lnTo>
                <a:lnTo>
                  <a:pt x="970" y="787"/>
                </a:lnTo>
                <a:lnTo>
                  <a:pt x="969" y="787"/>
                </a:lnTo>
                <a:lnTo>
                  <a:pt x="969" y="789"/>
                </a:lnTo>
                <a:lnTo>
                  <a:pt x="968" y="790"/>
                </a:lnTo>
                <a:lnTo>
                  <a:pt x="968" y="791"/>
                </a:lnTo>
                <a:lnTo>
                  <a:pt x="968" y="792"/>
                </a:lnTo>
                <a:lnTo>
                  <a:pt x="968" y="793"/>
                </a:lnTo>
                <a:lnTo>
                  <a:pt x="968" y="794"/>
                </a:lnTo>
                <a:lnTo>
                  <a:pt x="968" y="795"/>
                </a:lnTo>
                <a:lnTo>
                  <a:pt x="967" y="797"/>
                </a:lnTo>
                <a:lnTo>
                  <a:pt x="966" y="797"/>
                </a:lnTo>
                <a:lnTo>
                  <a:pt x="966" y="798"/>
                </a:lnTo>
                <a:lnTo>
                  <a:pt x="965" y="798"/>
                </a:lnTo>
                <a:lnTo>
                  <a:pt x="965" y="799"/>
                </a:lnTo>
                <a:lnTo>
                  <a:pt x="965" y="800"/>
                </a:lnTo>
                <a:lnTo>
                  <a:pt x="964" y="800"/>
                </a:lnTo>
                <a:lnTo>
                  <a:pt x="964" y="801"/>
                </a:lnTo>
                <a:lnTo>
                  <a:pt x="964" y="802"/>
                </a:lnTo>
                <a:lnTo>
                  <a:pt x="964" y="803"/>
                </a:lnTo>
                <a:lnTo>
                  <a:pt x="965" y="804"/>
                </a:lnTo>
                <a:lnTo>
                  <a:pt x="966" y="805"/>
                </a:lnTo>
                <a:lnTo>
                  <a:pt x="967" y="805"/>
                </a:lnTo>
                <a:lnTo>
                  <a:pt x="968" y="805"/>
                </a:lnTo>
                <a:lnTo>
                  <a:pt x="968" y="806"/>
                </a:lnTo>
                <a:lnTo>
                  <a:pt x="968" y="807"/>
                </a:lnTo>
                <a:lnTo>
                  <a:pt x="967" y="808"/>
                </a:lnTo>
                <a:lnTo>
                  <a:pt x="967" y="809"/>
                </a:lnTo>
                <a:lnTo>
                  <a:pt x="966" y="810"/>
                </a:lnTo>
                <a:lnTo>
                  <a:pt x="967" y="811"/>
                </a:lnTo>
                <a:lnTo>
                  <a:pt x="967" y="812"/>
                </a:lnTo>
                <a:lnTo>
                  <a:pt x="967" y="813"/>
                </a:lnTo>
                <a:lnTo>
                  <a:pt x="968" y="814"/>
                </a:lnTo>
                <a:lnTo>
                  <a:pt x="968" y="815"/>
                </a:lnTo>
                <a:lnTo>
                  <a:pt x="969" y="815"/>
                </a:lnTo>
                <a:lnTo>
                  <a:pt x="969" y="817"/>
                </a:lnTo>
                <a:lnTo>
                  <a:pt x="968" y="818"/>
                </a:lnTo>
                <a:lnTo>
                  <a:pt x="968" y="819"/>
                </a:lnTo>
                <a:lnTo>
                  <a:pt x="968" y="820"/>
                </a:lnTo>
                <a:lnTo>
                  <a:pt x="968" y="821"/>
                </a:lnTo>
                <a:lnTo>
                  <a:pt x="969" y="821"/>
                </a:lnTo>
                <a:lnTo>
                  <a:pt x="969" y="822"/>
                </a:lnTo>
                <a:lnTo>
                  <a:pt x="968" y="822"/>
                </a:lnTo>
                <a:lnTo>
                  <a:pt x="968" y="823"/>
                </a:lnTo>
                <a:lnTo>
                  <a:pt x="969" y="825"/>
                </a:lnTo>
                <a:lnTo>
                  <a:pt x="969" y="826"/>
                </a:lnTo>
                <a:lnTo>
                  <a:pt x="968" y="826"/>
                </a:lnTo>
                <a:lnTo>
                  <a:pt x="967" y="827"/>
                </a:lnTo>
                <a:lnTo>
                  <a:pt x="967" y="828"/>
                </a:lnTo>
                <a:lnTo>
                  <a:pt x="967" y="830"/>
                </a:lnTo>
                <a:lnTo>
                  <a:pt x="966" y="830"/>
                </a:lnTo>
                <a:lnTo>
                  <a:pt x="966" y="831"/>
                </a:lnTo>
                <a:lnTo>
                  <a:pt x="965" y="831"/>
                </a:lnTo>
                <a:lnTo>
                  <a:pt x="963" y="833"/>
                </a:lnTo>
                <a:lnTo>
                  <a:pt x="963" y="834"/>
                </a:lnTo>
                <a:lnTo>
                  <a:pt x="962" y="834"/>
                </a:lnTo>
                <a:lnTo>
                  <a:pt x="960" y="838"/>
                </a:lnTo>
                <a:lnTo>
                  <a:pt x="960" y="839"/>
                </a:lnTo>
                <a:lnTo>
                  <a:pt x="960" y="840"/>
                </a:lnTo>
                <a:lnTo>
                  <a:pt x="960" y="842"/>
                </a:lnTo>
                <a:lnTo>
                  <a:pt x="960" y="844"/>
                </a:lnTo>
                <a:lnTo>
                  <a:pt x="959" y="845"/>
                </a:lnTo>
                <a:lnTo>
                  <a:pt x="959" y="847"/>
                </a:lnTo>
                <a:lnTo>
                  <a:pt x="959" y="848"/>
                </a:lnTo>
                <a:lnTo>
                  <a:pt x="959" y="849"/>
                </a:lnTo>
                <a:lnTo>
                  <a:pt x="958" y="851"/>
                </a:lnTo>
                <a:lnTo>
                  <a:pt x="957" y="853"/>
                </a:lnTo>
                <a:lnTo>
                  <a:pt x="954" y="856"/>
                </a:lnTo>
                <a:lnTo>
                  <a:pt x="953" y="858"/>
                </a:lnTo>
                <a:lnTo>
                  <a:pt x="952" y="858"/>
                </a:lnTo>
                <a:lnTo>
                  <a:pt x="952" y="860"/>
                </a:lnTo>
                <a:lnTo>
                  <a:pt x="952" y="861"/>
                </a:lnTo>
                <a:lnTo>
                  <a:pt x="952" y="862"/>
                </a:lnTo>
                <a:lnTo>
                  <a:pt x="953" y="863"/>
                </a:lnTo>
                <a:lnTo>
                  <a:pt x="953" y="865"/>
                </a:lnTo>
                <a:lnTo>
                  <a:pt x="953" y="867"/>
                </a:lnTo>
                <a:lnTo>
                  <a:pt x="954" y="868"/>
                </a:lnTo>
                <a:lnTo>
                  <a:pt x="955" y="869"/>
                </a:lnTo>
                <a:lnTo>
                  <a:pt x="955" y="870"/>
                </a:lnTo>
                <a:lnTo>
                  <a:pt x="956" y="872"/>
                </a:lnTo>
                <a:lnTo>
                  <a:pt x="957" y="874"/>
                </a:lnTo>
                <a:lnTo>
                  <a:pt x="958" y="876"/>
                </a:lnTo>
                <a:lnTo>
                  <a:pt x="960" y="879"/>
                </a:lnTo>
                <a:lnTo>
                  <a:pt x="960" y="880"/>
                </a:lnTo>
                <a:lnTo>
                  <a:pt x="960" y="882"/>
                </a:lnTo>
                <a:lnTo>
                  <a:pt x="962" y="884"/>
                </a:lnTo>
                <a:lnTo>
                  <a:pt x="964" y="884"/>
                </a:lnTo>
                <a:lnTo>
                  <a:pt x="966" y="885"/>
                </a:lnTo>
                <a:lnTo>
                  <a:pt x="967" y="886"/>
                </a:lnTo>
                <a:lnTo>
                  <a:pt x="967" y="887"/>
                </a:lnTo>
                <a:lnTo>
                  <a:pt x="966" y="889"/>
                </a:lnTo>
                <a:lnTo>
                  <a:pt x="966" y="890"/>
                </a:lnTo>
                <a:lnTo>
                  <a:pt x="966" y="891"/>
                </a:lnTo>
                <a:lnTo>
                  <a:pt x="967" y="892"/>
                </a:lnTo>
                <a:lnTo>
                  <a:pt x="968" y="892"/>
                </a:lnTo>
                <a:lnTo>
                  <a:pt x="969" y="893"/>
                </a:lnTo>
                <a:lnTo>
                  <a:pt x="969" y="894"/>
                </a:lnTo>
                <a:lnTo>
                  <a:pt x="968" y="894"/>
                </a:lnTo>
                <a:lnTo>
                  <a:pt x="968" y="899"/>
                </a:lnTo>
                <a:lnTo>
                  <a:pt x="969" y="900"/>
                </a:lnTo>
                <a:lnTo>
                  <a:pt x="968" y="900"/>
                </a:lnTo>
                <a:lnTo>
                  <a:pt x="966" y="900"/>
                </a:lnTo>
                <a:lnTo>
                  <a:pt x="965" y="900"/>
                </a:lnTo>
                <a:lnTo>
                  <a:pt x="964" y="900"/>
                </a:lnTo>
                <a:lnTo>
                  <a:pt x="964" y="901"/>
                </a:lnTo>
                <a:lnTo>
                  <a:pt x="964" y="903"/>
                </a:lnTo>
                <a:lnTo>
                  <a:pt x="964" y="904"/>
                </a:lnTo>
                <a:lnTo>
                  <a:pt x="963" y="905"/>
                </a:lnTo>
                <a:lnTo>
                  <a:pt x="963" y="906"/>
                </a:lnTo>
                <a:lnTo>
                  <a:pt x="963" y="909"/>
                </a:lnTo>
                <a:lnTo>
                  <a:pt x="964" y="909"/>
                </a:lnTo>
                <a:lnTo>
                  <a:pt x="964" y="910"/>
                </a:lnTo>
                <a:lnTo>
                  <a:pt x="964" y="912"/>
                </a:lnTo>
                <a:lnTo>
                  <a:pt x="963" y="912"/>
                </a:lnTo>
                <a:lnTo>
                  <a:pt x="961" y="914"/>
                </a:lnTo>
                <a:lnTo>
                  <a:pt x="961" y="915"/>
                </a:lnTo>
                <a:lnTo>
                  <a:pt x="961" y="917"/>
                </a:lnTo>
                <a:lnTo>
                  <a:pt x="962" y="918"/>
                </a:lnTo>
                <a:lnTo>
                  <a:pt x="962" y="919"/>
                </a:lnTo>
                <a:lnTo>
                  <a:pt x="961" y="919"/>
                </a:lnTo>
                <a:lnTo>
                  <a:pt x="960" y="919"/>
                </a:lnTo>
                <a:lnTo>
                  <a:pt x="957" y="918"/>
                </a:lnTo>
                <a:lnTo>
                  <a:pt x="957" y="919"/>
                </a:lnTo>
                <a:lnTo>
                  <a:pt x="956" y="919"/>
                </a:lnTo>
                <a:lnTo>
                  <a:pt x="952" y="920"/>
                </a:lnTo>
                <a:lnTo>
                  <a:pt x="952" y="921"/>
                </a:lnTo>
                <a:lnTo>
                  <a:pt x="951" y="921"/>
                </a:lnTo>
                <a:lnTo>
                  <a:pt x="951" y="923"/>
                </a:lnTo>
                <a:lnTo>
                  <a:pt x="952" y="923"/>
                </a:lnTo>
                <a:lnTo>
                  <a:pt x="952" y="924"/>
                </a:lnTo>
                <a:lnTo>
                  <a:pt x="953" y="926"/>
                </a:lnTo>
                <a:lnTo>
                  <a:pt x="951" y="932"/>
                </a:lnTo>
                <a:lnTo>
                  <a:pt x="949" y="934"/>
                </a:lnTo>
                <a:lnTo>
                  <a:pt x="948" y="934"/>
                </a:lnTo>
                <a:lnTo>
                  <a:pt x="947" y="934"/>
                </a:lnTo>
                <a:lnTo>
                  <a:pt x="945" y="935"/>
                </a:lnTo>
                <a:lnTo>
                  <a:pt x="945" y="936"/>
                </a:lnTo>
                <a:lnTo>
                  <a:pt x="944" y="936"/>
                </a:lnTo>
                <a:lnTo>
                  <a:pt x="944" y="937"/>
                </a:lnTo>
                <a:lnTo>
                  <a:pt x="944" y="938"/>
                </a:lnTo>
                <a:lnTo>
                  <a:pt x="943" y="938"/>
                </a:lnTo>
                <a:lnTo>
                  <a:pt x="943" y="939"/>
                </a:lnTo>
                <a:lnTo>
                  <a:pt x="943" y="940"/>
                </a:lnTo>
                <a:lnTo>
                  <a:pt x="942" y="943"/>
                </a:lnTo>
                <a:lnTo>
                  <a:pt x="941" y="944"/>
                </a:lnTo>
                <a:lnTo>
                  <a:pt x="938" y="944"/>
                </a:lnTo>
                <a:lnTo>
                  <a:pt x="936" y="943"/>
                </a:lnTo>
                <a:lnTo>
                  <a:pt x="935" y="943"/>
                </a:lnTo>
                <a:lnTo>
                  <a:pt x="934" y="943"/>
                </a:lnTo>
                <a:lnTo>
                  <a:pt x="933" y="943"/>
                </a:lnTo>
                <a:lnTo>
                  <a:pt x="933" y="944"/>
                </a:lnTo>
                <a:lnTo>
                  <a:pt x="932" y="944"/>
                </a:lnTo>
                <a:lnTo>
                  <a:pt x="931" y="944"/>
                </a:lnTo>
                <a:lnTo>
                  <a:pt x="930" y="944"/>
                </a:lnTo>
                <a:lnTo>
                  <a:pt x="930" y="943"/>
                </a:lnTo>
                <a:lnTo>
                  <a:pt x="931" y="942"/>
                </a:lnTo>
                <a:lnTo>
                  <a:pt x="930" y="940"/>
                </a:lnTo>
                <a:lnTo>
                  <a:pt x="929" y="938"/>
                </a:lnTo>
                <a:lnTo>
                  <a:pt x="928" y="937"/>
                </a:lnTo>
                <a:lnTo>
                  <a:pt x="927" y="938"/>
                </a:lnTo>
                <a:lnTo>
                  <a:pt x="926" y="939"/>
                </a:lnTo>
                <a:lnTo>
                  <a:pt x="924" y="939"/>
                </a:lnTo>
                <a:lnTo>
                  <a:pt x="923" y="939"/>
                </a:lnTo>
                <a:lnTo>
                  <a:pt x="920" y="939"/>
                </a:lnTo>
                <a:lnTo>
                  <a:pt x="921" y="939"/>
                </a:lnTo>
                <a:lnTo>
                  <a:pt x="921" y="940"/>
                </a:lnTo>
                <a:lnTo>
                  <a:pt x="920" y="940"/>
                </a:lnTo>
                <a:lnTo>
                  <a:pt x="918" y="940"/>
                </a:lnTo>
                <a:lnTo>
                  <a:pt x="917" y="940"/>
                </a:lnTo>
                <a:lnTo>
                  <a:pt x="917" y="941"/>
                </a:lnTo>
                <a:lnTo>
                  <a:pt x="916" y="942"/>
                </a:lnTo>
                <a:lnTo>
                  <a:pt x="917" y="942"/>
                </a:lnTo>
                <a:lnTo>
                  <a:pt x="917" y="943"/>
                </a:lnTo>
                <a:lnTo>
                  <a:pt x="916" y="945"/>
                </a:lnTo>
                <a:lnTo>
                  <a:pt x="915" y="944"/>
                </a:lnTo>
                <a:lnTo>
                  <a:pt x="914" y="944"/>
                </a:lnTo>
                <a:lnTo>
                  <a:pt x="913" y="944"/>
                </a:lnTo>
                <a:lnTo>
                  <a:pt x="912" y="945"/>
                </a:lnTo>
                <a:lnTo>
                  <a:pt x="911" y="946"/>
                </a:lnTo>
                <a:lnTo>
                  <a:pt x="910" y="947"/>
                </a:lnTo>
                <a:lnTo>
                  <a:pt x="910" y="946"/>
                </a:lnTo>
                <a:lnTo>
                  <a:pt x="909" y="946"/>
                </a:lnTo>
                <a:lnTo>
                  <a:pt x="908" y="946"/>
                </a:lnTo>
                <a:lnTo>
                  <a:pt x="907" y="946"/>
                </a:lnTo>
                <a:lnTo>
                  <a:pt x="906" y="946"/>
                </a:lnTo>
                <a:lnTo>
                  <a:pt x="906" y="947"/>
                </a:lnTo>
                <a:lnTo>
                  <a:pt x="905" y="947"/>
                </a:lnTo>
                <a:lnTo>
                  <a:pt x="904" y="947"/>
                </a:lnTo>
                <a:lnTo>
                  <a:pt x="903" y="947"/>
                </a:lnTo>
                <a:lnTo>
                  <a:pt x="903" y="948"/>
                </a:lnTo>
                <a:lnTo>
                  <a:pt x="900" y="949"/>
                </a:lnTo>
                <a:lnTo>
                  <a:pt x="900" y="950"/>
                </a:lnTo>
                <a:lnTo>
                  <a:pt x="899" y="950"/>
                </a:lnTo>
                <a:lnTo>
                  <a:pt x="898" y="950"/>
                </a:lnTo>
                <a:lnTo>
                  <a:pt x="897" y="950"/>
                </a:lnTo>
                <a:lnTo>
                  <a:pt x="897" y="949"/>
                </a:lnTo>
                <a:lnTo>
                  <a:pt x="897" y="947"/>
                </a:lnTo>
                <a:lnTo>
                  <a:pt x="898" y="946"/>
                </a:lnTo>
                <a:lnTo>
                  <a:pt x="898" y="945"/>
                </a:lnTo>
                <a:lnTo>
                  <a:pt x="897" y="944"/>
                </a:lnTo>
                <a:lnTo>
                  <a:pt x="895" y="943"/>
                </a:lnTo>
                <a:lnTo>
                  <a:pt x="893" y="943"/>
                </a:lnTo>
                <a:lnTo>
                  <a:pt x="891" y="942"/>
                </a:lnTo>
                <a:lnTo>
                  <a:pt x="890" y="942"/>
                </a:lnTo>
                <a:lnTo>
                  <a:pt x="890" y="941"/>
                </a:lnTo>
                <a:lnTo>
                  <a:pt x="890" y="940"/>
                </a:lnTo>
                <a:lnTo>
                  <a:pt x="889" y="940"/>
                </a:lnTo>
                <a:lnTo>
                  <a:pt x="888" y="940"/>
                </a:lnTo>
                <a:lnTo>
                  <a:pt x="888" y="941"/>
                </a:lnTo>
                <a:lnTo>
                  <a:pt x="887" y="942"/>
                </a:lnTo>
                <a:lnTo>
                  <a:pt x="886" y="943"/>
                </a:lnTo>
                <a:lnTo>
                  <a:pt x="885" y="942"/>
                </a:lnTo>
                <a:lnTo>
                  <a:pt x="884" y="941"/>
                </a:lnTo>
                <a:lnTo>
                  <a:pt x="885" y="941"/>
                </a:lnTo>
                <a:lnTo>
                  <a:pt x="885" y="940"/>
                </a:lnTo>
                <a:lnTo>
                  <a:pt x="884" y="940"/>
                </a:lnTo>
                <a:lnTo>
                  <a:pt x="883" y="940"/>
                </a:lnTo>
                <a:lnTo>
                  <a:pt x="879" y="939"/>
                </a:lnTo>
                <a:lnTo>
                  <a:pt x="878" y="940"/>
                </a:lnTo>
                <a:lnTo>
                  <a:pt x="877" y="941"/>
                </a:lnTo>
                <a:lnTo>
                  <a:pt x="876" y="941"/>
                </a:lnTo>
                <a:lnTo>
                  <a:pt x="875" y="941"/>
                </a:lnTo>
                <a:lnTo>
                  <a:pt x="874" y="941"/>
                </a:lnTo>
                <a:lnTo>
                  <a:pt x="874" y="942"/>
                </a:lnTo>
                <a:lnTo>
                  <a:pt x="873" y="942"/>
                </a:lnTo>
                <a:lnTo>
                  <a:pt x="873" y="943"/>
                </a:lnTo>
                <a:lnTo>
                  <a:pt x="872" y="943"/>
                </a:lnTo>
                <a:lnTo>
                  <a:pt x="871" y="942"/>
                </a:lnTo>
                <a:lnTo>
                  <a:pt x="869" y="940"/>
                </a:lnTo>
                <a:lnTo>
                  <a:pt x="868" y="940"/>
                </a:lnTo>
                <a:lnTo>
                  <a:pt x="867" y="937"/>
                </a:lnTo>
                <a:lnTo>
                  <a:pt x="868" y="937"/>
                </a:lnTo>
                <a:lnTo>
                  <a:pt x="867" y="936"/>
                </a:lnTo>
                <a:lnTo>
                  <a:pt x="866" y="936"/>
                </a:lnTo>
                <a:lnTo>
                  <a:pt x="864" y="935"/>
                </a:lnTo>
                <a:lnTo>
                  <a:pt x="863" y="935"/>
                </a:lnTo>
                <a:lnTo>
                  <a:pt x="863" y="936"/>
                </a:lnTo>
                <a:lnTo>
                  <a:pt x="862" y="936"/>
                </a:lnTo>
                <a:lnTo>
                  <a:pt x="861" y="936"/>
                </a:lnTo>
                <a:lnTo>
                  <a:pt x="861" y="935"/>
                </a:lnTo>
                <a:lnTo>
                  <a:pt x="860" y="935"/>
                </a:lnTo>
                <a:lnTo>
                  <a:pt x="859" y="935"/>
                </a:lnTo>
                <a:lnTo>
                  <a:pt x="858" y="935"/>
                </a:lnTo>
                <a:lnTo>
                  <a:pt x="857" y="934"/>
                </a:lnTo>
                <a:lnTo>
                  <a:pt x="857" y="932"/>
                </a:lnTo>
                <a:lnTo>
                  <a:pt x="856" y="930"/>
                </a:lnTo>
                <a:lnTo>
                  <a:pt x="855" y="929"/>
                </a:lnTo>
                <a:lnTo>
                  <a:pt x="855" y="928"/>
                </a:lnTo>
                <a:lnTo>
                  <a:pt x="854" y="928"/>
                </a:lnTo>
                <a:lnTo>
                  <a:pt x="854" y="929"/>
                </a:lnTo>
                <a:lnTo>
                  <a:pt x="851" y="927"/>
                </a:lnTo>
                <a:lnTo>
                  <a:pt x="849" y="926"/>
                </a:lnTo>
                <a:lnTo>
                  <a:pt x="848" y="927"/>
                </a:lnTo>
                <a:lnTo>
                  <a:pt x="847" y="928"/>
                </a:lnTo>
                <a:lnTo>
                  <a:pt x="846" y="928"/>
                </a:lnTo>
                <a:lnTo>
                  <a:pt x="846" y="926"/>
                </a:lnTo>
                <a:lnTo>
                  <a:pt x="846" y="925"/>
                </a:lnTo>
                <a:lnTo>
                  <a:pt x="846" y="923"/>
                </a:lnTo>
                <a:lnTo>
                  <a:pt x="845" y="919"/>
                </a:lnTo>
                <a:lnTo>
                  <a:pt x="843" y="917"/>
                </a:lnTo>
                <a:lnTo>
                  <a:pt x="843" y="916"/>
                </a:lnTo>
                <a:lnTo>
                  <a:pt x="842" y="916"/>
                </a:lnTo>
                <a:lnTo>
                  <a:pt x="842" y="915"/>
                </a:lnTo>
                <a:lnTo>
                  <a:pt x="844" y="914"/>
                </a:lnTo>
                <a:lnTo>
                  <a:pt x="843" y="913"/>
                </a:lnTo>
                <a:lnTo>
                  <a:pt x="841" y="914"/>
                </a:lnTo>
                <a:lnTo>
                  <a:pt x="840" y="915"/>
                </a:lnTo>
                <a:lnTo>
                  <a:pt x="841" y="916"/>
                </a:lnTo>
                <a:lnTo>
                  <a:pt x="841" y="918"/>
                </a:lnTo>
                <a:lnTo>
                  <a:pt x="840" y="918"/>
                </a:lnTo>
                <a:lnTo>
                  <a:pt x="839" y="918"/>
                </a:lnTo>
                <a:lnTo>
                  <a:pt x="839" y="917"/>
                </a:lnTo>
                <a:lnTo>
                  <a:pt x="837" y="916"/>
                </a:lnTo>
                <a:lnTo>
                  <a:pt x="836" y="916"/>
                </a:lnTo>
                <a:lnTo>
                  <a:pt x="836" y="917"/>
                </a:lnTo>
                <a:lnTo>
                  <a:pt x="837" y="917"/>
                </a:lnTo>
                <a:lnTo>
                  <a:pt x="836" y="917"/>
                </a:lnTo>
                <a:lnTo>
                  <a:pt x="836" y="918"/>
                </a:lnTo>
                <a:lnTo>
                  <a:pt x="835" y="917"/>
                </a:lnTo>
                <a:lnTo>
                  <a:pt x="834" y="917"/>
                </a:lnTo>
                <a:lnTo>
                  <a:pt x="834" y="916"/>
                </a:lnTo>
                <a:lnTo>
                  <a:pt x="833" y="915"/>
                </a:lnTo>
                <a:lnTo>
                  <a:pt x="833" y="914"/>
                </a:lnTo>
                <a:lnTo>
                  <a:pt x="832" y="914"/>
                </a:lnTo>
                <a:lnTo>
                  <a:pt x="829" y="916"/>
                </a:lnTo>
                <a:lnTo>
                  <a:pt x="827" y="918"/>
                </a:lnTo>
                <a:lnTo>
                  <a:pt x="826" y="919"/>
                </a:lnTo>
                <a:lnTo>
                  <a:pt x="826" y="920"/>
                </a:lnTo>
                <a:lnTo>
                  <a:pt x="827" y="920"/>
                </a:lnTo>
                <a:lnTo>
                  <a:pt x="826" y="921"/>
                </a:lnTo>
                <a:lnTo>
                  <a:pt x="826" y="922"/>
                </a:lnTo>
                <a:lnTo>
                  <a:pt x="825" y="922"/>
                </a:lnTo>
                <a:lnTo>
                  <a:pt x="825" y="923"/>
                </a:lnTo>
                <a:lnTo>
                  <a:pt x="824" y="923"/>
                </a:lnTo>
                <a:lnTo>
                  <a:pt x="823" y="923"/>
                </a:lnTo>
                <a:lnTo>
                  <a:pt x="822" y="924"/>
                </a:lnTo>
                <a:lnTo>
                  <a:pt x="822" y="925"/>
                </a:lnTo>
                <a:lnTo>
                  <a:pt x="821" y="925"/>
                </a:lnTo>
                <a:lnTo>
                  <a:pt x="820" y="924"/>
                </a:lnTo>
                <a:lnTo>
                  <a:pt x="819" y="923"/>
                </a:lnTo>
                <a:lnTo>
                  <a:pt x="819" y="922"/>
                </a:lnTo>
                <a:lnTo>
                  <a:pt x="819" y="921"/>
                </a:lnTo>
                <a:lnTo>
                  <a:pt x="818" y="921"/>
                </a:lnTo>
                <a:lnTo>
                  <a:pt x="817" y="921"/>
                </a:lnTo>
                <a:lnTo>
                  <a:pt x="816" y="921"/>
                </a:lnTo>
                <a:lnTo>
                  <a:pt x="815" y="921"/>
                </a:lnTo>
                <a:lnTo>
                  <a:pt x="815" y="922"/>
                </a:lnTo>
                <a:lnTo>
                  <a:pt x="814" y="925"/>
                </a:lnTo>
                <a:lnTo>
                  <a:pt x="815" y="925"/>
                </a:lnTo>
                <a:lnTo>
                  <a:pt x="816" y="924"/>
                </a:lnTo>
                <a:lnTo>
                  <a:pt x="816" y="925"/>
                </a:lnTo>
                <a:lnTo>
                  <a:pt x="816" y="926"/>
                </a:lnTo>
                <a:lnTo>
                  <a:pt x="814" y="926"/>
                </a:lnTo>
                <a:lnTo>
                  <a:pt x="813" y="926"/>
                </a:lnTo>
                <a:lnTo>
                  <a:pt x="812" y="926"/>
                </a:lnTo>
                <a:lnTo>
                  <a:pt x="812" y="927"/>
                </a:lnTo>
                <a:lnTo>
                  <a:pt x="811" y="928"/>
                </a:lnTo>
                <a:lnTo>
                  <a:pt x="810" y="930"/>
                </a:lnTo>
                <a:lnTo>
                  <a:pt x="810" y="931"/>
                </a:lnTo>
                <a:lnTo>
                  <a:pt x="811" y="932"/>
                </a:lnTo>
                <a:lnTo>
                  <a:pt x="812" y="932"/>
                </a:lnTo>
                <a:lnTo>
                  <a:pt x="812" y="933"/>
                </a:lnTo>
                <a:lnTo>
                  <a:pt x="813" y="933"/>
                </a:lnTo>
                <a:lnTo>
                  <a:pt x="813" y="934"/>
                </a:lnTo>
                <a:lnTo>
                  <a:pt x="813" y="935"/>
                </a:lnTo>
                <a:lnTo>
                  <a:pt x="813" y="937"/>
                </a:lnTo>
                <a:lnTo>
                  <a:pt x="812" y="937"/>
                </a:lnTo>
                <a:lnTo>
                  <a:pt x="811" y="937"/>
                </a:lnTo>
                <a:lnTo>
                  <a:pt x="809" y="936"/>
                </a:lnTo>
                <a:lnTo>
                  <a:pt x="808" y="936"/>
                </a:lnTo>
                <a:lnTo>
                  <a:pt x="806" y="937"/>
                </a:lnTo>
                <a:lnTo>
                  <a:pt x="806" y="938"/>
                </a:lnTo>
                <a:lnTo>
                  <a:pt x="806" y="941"/>
                </a:lnTo>
                <a:lnTo>
                  <a:pt x="805" y="942"/>
                </a:lnTo>
                <a:lnTo>
                  <a:pt x="804" y="942"/>
                </a:lnTo>
                <a:lnTo>
                  <a:pt x="804" y="943"/>
                </a:lnTo>
                <a:lnTo>
                  <a:pt x="805" y="943"/>
                </a:lnTo>
                <a:lnTo>
                  <a:pt x="805" y="944"/>
                </a:lnTo>
                <a:lnTo>
                  <a:pt x="804" y="944"/>
                </a:lnTo>
                <a:lnTo>
                  <a:pt x="803" y="944"/>
                </a:lnTo>
                <a:lnTo>
                  <a:pt x="802" y="944"/>
                </a:lnTo>
                <a:lnTo>
                  <a:pt x="800" y="945"/>
                </a:lnTo>
                <a:lnTo>
                  <a:pt x="797" y="948"/>
                </a:lnTo>
                <a:lnTo>
                  <a:pt x="796" y="948"/>
                </a:lnTo>
                <a:lnTo>
                  <a:pt x="796" y="949"/>
                </a:lnTo>
                <a:lnTo>
                  <a:pt x="795" y="952"/>
                </a:lnTo>
                <a:lnTo>
                  <a:pt x="794" y="952"/>
                </a:lnTo>
                <a:lnTo>
                  <a:pt x="791" y="952"/>
                </a:lnTo>
                <a:lnTo>
                  <a:pt x="790" y="952"/>
                </a:lnTo>
                <a:lnTo>
                  <a:pt x="789" y="952"/>
                </a:lnTo>
                <a:lnTo>
                  <a:pt x="788" y="952"/>
                </a:lnTo>
                <a:lnTo>
                  <a:pt x="788" y="951"/>
                </a:lnTo>
                <a:lnTo>
                  <a:pt x="787" y="951"/>
                </a:lnTo>
                <a:lnTo>
                  <a:pt x="785" y="952"/>
                </a:lnTo>
                <a:lnTo>
                  <a:pt x="784" y="952"/>
                </a:lnTo>
                <a:lnTo>
                  <a:pt x="784" y="953"/>
                </a:lnTo>
                <a:lnTo>
                  <a:pt x="784" y="954"/>
                </a:lnTo>
                <a:lnTo>
                  <a:pt x="784" y="955"/>
                </a:lnTo>
                <a:lnTo>
                  <a:pt x="783" y="955"/>
                </a:lnTo>
                <a:lnTo>
                  <a:pt x="782" y="955"/>
                </a:lnTo>
                <a:lnTo>
                  <a:pt x="781" y="955"/>
                </a:lnTo>
                <a:lnTo>
                  <a:pt x="778" y="958"/>
                </a:lnTo>
                <a:lnTo>
                  <a:pt x="777" y="961"/>
                </a:lnTo>
                <a:lnTo>
                  <a:pt x="777" y="962"/>
                </a:lnTo>
                <a:lnTo>
                  <a:pt x="778" y="963"/>
                </a:lnTo>
                <a:lnTo>
                  <a:pt x="778" y="964"/>
                </a:lnTo>
                <a:lnTo>
                  <a:pt x="777" y="964"/>
                </a:lnTo>
                <a:lnTo>
                  <a:pt x="775" y="963"/>
                </a:lnTo>
                <a:lnTo>
                  <a:pt x="774" y="963"/>
                </a:lnTo>
                <a:lnTo>
                  <a:pt x="773" y="962"/>
                </a:lnTo>
                <a:lnTo>
                  <a:pt x="772" y="960"/>
                </a:lnTo>
                <a:lnTo>
                  <a:pt x="772" y="959"/>
                </a:lnTo>
                <a:lnTo>
                  <a:pt x="771" y="956"/>
                </a:lnTo>
                <a:lnTo>
                  <a:pt x="771" y="955"/>
                </a:lnTo>
                <a:lnTo>
                  <a:pt x="770" y="955"/>
                </a:lnTo>
                <a:lnTo>
                  <a:pt x="768" y="957"/>
                </a:lnTo>
                <a:lnTo>
                  <a:pt x="768" y="958"/>
                </a:lnTo>
                <a:lnTo>
                  <a:pt x="767" y="958"/>
                </a:lnTo>
                <a:lnTo>
                  <a:pt x="767" y="959"/>
                </a:lnTo>
                <a:lnTo>
                  <a:pt x="764" y="957"/>
                </a:lnTo>
                <a:lnTo>
                  <a:pt x="764" y="956"/>
                </a:lnTo>
                <a:lnTo>
                  <a:pt x="763" y="957"/>
                </a:lnTo>
                <a:lnTo>
                  <a:pt x="763" y="958"/>
                </a:lnTo>
                <a:lnTo>
                  <a:pt x="764" y="959"/>
                </a:lnTo>
                <a:lnTo>
                  <a:pt x="765" y="960"/>
                </a:lnTo>
                <a:lnTo>
                  <a:pt x="764" y="962"/>
                </a:lnTo>
                <a:lnTo>
                  <a:pt x="765" y="965"/>
                </a:lnTo>
                <a:lnTo>
                  <a:pt x="766" y="967"/>
                </a:lnTo>
                <a:lnTo>
                  <a:pt x="766" y="968"/>
                </a:lnTo>
                <a:lnTo>
                  <a:pt x="767" y="969"/>
                </a:lnTo>
                <a:lnTo>
                  <a:pt x="767" y="971"/>
                </a:lnTo>
                <a:lnTo>
                  <a:pt x="767" y="973"/>
                </a:lnTo>
                <a:lnTo>
                  <a:pt x="767" y="974"/>
                </a:lnTo>
                <a:lnTo>
                  <a:pt x="768" y="974"/>
                </a:lnTo>
                <a:lnTo>
                  <a:pt x="768" y="975"/>
                </a:lnTo>
                <a:lnTo>
                  <a:pt x="769" y="975"/>
                </a:lnTo>
                <a:lnTo>
                  <a:pt x="770" y="974"/>
                </a:lnTo>
                <a:lnTo>
                  <a:pt x="772" y="975"/>
                </a:lnTo>
                <a:lnTo>
                  <a:pt x="773" y="975"/>
                </a:lnTo>
                <a:lnTo>
                  <a:pt x="774" y="975"/>
                </a:lnTo>
                <a:lnTo>
                  <a:pt x="775" y="975"/>
                </a:lnTo>
                <a:lnTo>
                  <a:pt x="778" y="974"/>
                </a:lnTo>
                <a:lnTo>
                  <a:pt x="779" y="975"/>
                </a:lnTo>
                <a:lnTo>
                  <a:pt x="780" y="975"/>
                </a:lnTo>
                <a:lnTo>
                  <a:pt x="779" y="974"/>
                </a:lnTo>
                <a:lnTo>
                  <a:pt x="779" y="973"/>
                </a:lnTo>
                <a:lnTo>
                  <a:pt x="780" y="973"/>
                </a:lnTo>
                <a:lnTo>
                  <a:pt x="782" y="973"/>
                </a:lnTo>
                <a:lnTo>
                  <a:pt x="783" y="972"/>
                </a:lnTo>
                <a:lnTo>
                  <a:pt x="785" y="972"/>
                </a:lnTo>
                <a:lnTo>
                  <a:pt x="787" y="973"/>
                </a:lnTo>
                <a:lnTo>
                  <a:pt x="791" y="973"/>
                </a:lnTo>
                <a:lnTo>
                  <a:pt x="792" y="974"/>
                </a:lnTo>
                <a:lnTo>
                  <a:pt x="791" y="974"/>
                </a:lnTo>
                <a:lnTo>
                  <a:pt x="791" y="975"/>
                </a:lnTo>
                <a:lnTo>
                  <a:pt x="792" y="975"/>
                </a:lnTo>
                <a:lnTo>
                  <a:pt x="793" y="976"/>
                </a:lnTo>
                <a:lnTo>
                  <a:pt x="794" y="976"/>
                </a:lnTo>
                <a:lnTo>
                  <a:pt x="794" y="977"/>
                </a:lnTo>
                <a:lnTo>
                  <a:pt x="795" y="978"/>
                </a:lnTo>
                <a:lnTo>
                  <a:pt x="795" y="979"/>
                </a:lnTo>
                <a:lnTo>
                  <a:pt x="796" y="980"/>
                </a:lnTo>
                <a:lnTo>
                  <a:pt x="797" y="981"/>
                </a:lnTo>
                <a:lnTo>
                  <a:pt x="797" y="980"/>
                </a:lnTo>
                <a:lnTo>
                  <a:pt x="798" y="980"/>
                </a:lnTo>
                <a:lnTo>
                  <a:pt x="799" y="980"/>
                </a:lnTo>
                <a:lnTo>
                  <a:pt x="799" y="981"/>
                </a:lnTo>
                <a:lnTo>
                  <a:pt x="799" y="982"/>
                </a:lnTo>
                <a:lnTo>
                  <a:pt x="798" y="984"/>
                </a:lnTo>
                <a:lnTo>
                  <a:pt x="797" y="984"/>
                </a:lnTo>
                <a:lnTo>
                  <a:pt x="796" y="984"/>
                </a:lnTo>
                <a:lnTo>
                  <a:pt x="795" y="984"/>
                </a:lnTo>
                <a:lnTo>
                  <a:pt x="791" y="987"/>
                </a:lnTo>
                <a:lnTo>
                  <a:pt x="790" y="988"/>
                </a:lnTo>
                <a:lnTo>
                  <a:pt x="788" y="990"/>
                </a:lnTo>
                <a:lnTo>
                  <a:pt x="788" y="991"/>
                </a:lnTo>
                <a:lnTo>
                  <a:pt x="787" y="994"/>
                </a:lnTo>
                <a:lnTo>
                  <a:pt x="787" y="995"/>
                </a:lnTo>
                <a:lnTo>
                  <a:pt x="788" y="996"/>
                </a:lnTo>
                <a:lnTo>
                  <a:pt x="790" y="998"/>
                </a:lnTo>
                <a:lnTo>
                  <a:pt x="792" y="999"/>
                </a:lnTo>
                <a:lnTo>
                  <a:pt x="796" y="1005"/>
                </a:lnTo>
                <a:lnTo>
                  <a:pt x="797" y="1005"/>
                </a:lnTo>
                <a:lnTo>
                  <a:pt x="797" y="1006"/>
                </a:lnTo>
                <a:lnTo>
                  <a:pt x="797" y="1007"/>
                </a:lnTo>
                <a:lnTo>
                  <a:pt x="795" y="1008"/>
                </a:lnTo>
                <a:lnTo>
                  <a:pt x="795" y="1009"/>
                </a:lnTo>
                <a:lnTo>
                  <a:pt x="795" y="1010"/>
                </a:lnTo>
                <a:lnTo>
                  <a:pt x="795" y="1011"/>
                </a:lnTo>
                <a:lnTo>
                  <a:pt x="795" y="1013"/>
                </a:lnTo>
                <a:lnTo>
                  <a:pt x="794" y="1013"/>
                </a:lnTo>
                <a:lnTo>
                  <a:pt x="793" y="1013"/>
                </a:lnTo>
                <a:lnTo>
                  <a:pt x="793" y="1014"/>
                </a:lnTo>
                <a:lnTo>
                  <a:pt x="791" y="1016"/>
                </a:lnTo>
                <a:lnTo>
                  <a:pt x="791" y="1018"/>
                </a:lnTo>
                <a:lnTo>
                  <a:pt x="792" y="1018"/>
                </a:lnTo>
                <a:lnTo>
                  <a:pt x="793" y="1018"/>
                </a:lnTo>
                <a:lnTo>
                  <a:pt x="793" y="1019"/>
                </a:lnTo>
                <a:lnTo>
                  <a:pt x="794" y="1019"/>
                </a:lnTo>
                <a:lnTo>
                  <a:pt x="794" y="1020"/>
                </a:lnTo>
                <a:lnTo>
                  <a:pt x="794" y="1021"/>
                </a:lnTo>
                <a:lnTo>
                  <a:pt x="794" y="1022"/>
                </a:lnTo>
                <a:lnTo>
                  <a:pt x="793" y="1023"/>
                </a:lnTo>
                <a:lnTo>
                  <a:pt x="795" y="1024"/>
                </a:lnTo>
                <a:lnTo>
                  <a:pt x="797" y="1026"/>
                </a:lnTo>
                <a:lnTo>
                  <a:pt x="798" y="1026"/>
                </a:lnTo>
                <a:lnTo>
                  <a:pt x="798" y="1030"/>
                </a:lnTo>
                <a:lnTo>
                  <a:pt x="798" y="1031"/>
                </a:lnTo>
                <a:lnTo>
                  <a:pt x="797" y="1031"/>
                </a:lnTo>
                <a:lnTo>
                  <a:pt x="797" y="1032"/>
                </a:lnTo>
                <a:lnTo>
                  <a:pt x="798" y="1033"/>
                </a:lnTo>
                <a:lnTo>
                  <a:pt x="799" y="1033"/>
                </a:lnTo>
                <a:lnTo>
                  <a:pt x="799" y="1034"/>
                </a:lnTo>
                <a:lnTo>
                  <a:pt x="798" y="1034"/>
                </a:lnTo>
                <a:lnTo>
                  <a:pt x="797" y="1035"/>
                </a:lnTo>
                <a:lnTo>
                  <a:pt x="797" y="1034"/>
                </a:lnTo>
                <a:lnTo>
                  <a:pt x="797" y="1035"/>
                </a:lnTo>
                <a:lnTo>
                  <a:pt x="796" y="1035"/>
                </a:lnTo>
                <a:lnTo>
                  <a:pt x="795" y="1036"/>
                </a:lnTo>
                <a:lnTo>
                  <a:pt x="796" y="1037"/>
                </a:lnTo>
                <a:lnTo>
                  <a:pt x="796" y="1038"/>
                </a:lnTo>
                <a:lnTo>
                  <a:pt x="795" y="1038"/>
                </a:lnTo>
                <a:lnTo>
                  <a:pt x="795" y="1039"/>
                </a:lnTo>
                <a:lnTo>
                  <a:pt x="794" y="1039"/>
                </a:lnTo>
                <a:lnTo>
                  <a:pt x="793" y="1039"/>
                </a:lnTo>
                <a:lnTo>
                  <a:pt x="791" y="1040"/>
                </a:lnTo>
                <a:lnTo>
                  <a:pt x="790" y="1040"/>
                </a:lnTo>
                <a:lnTo>
                  <a:pt x="790" y="1039"/>
                </a:lnTo>
                <a:lnTo>
                  <a:pt x="789" y="1039"/>
                </a:lnTo>
                <a:lnTo>
                  <a:pt x="788" y="1040"/>
                </a:lnTo>
                <a:lnTo>
                  <a:pt x="787" y="1041"/>
                </a:lnTo>
                <a:lnTo>
                  <a:pt x="786" y="1041"/>
                </a:lnTo>
                <a:lnTo>
                  <a:pt x="785" y="1041"/>
                </a:lnTo>
                <a:lnTo>
                  <a:pt x="785" y="1040"/>
                </a:lnTo>
                <a:lnTo>
                  <a:pt x="784" y="1040"/>
                </a:lnTo>
                <a:lnTo>
                  <a:pt x="781" y="1040"/>
                </a:lnTo>
                <a:lnTo>
                  <a:pt x="780" y="1040"/>
                </a:lnTo>
                <a:lnTo>
                  <a:pt x="780" y="1041"/>
                </a:lnTo>
                <a:lnTo>
                  <a:pt x="776" y="1042"/>
                </a:lnTo>
                <a:lnTo>
                  <a:pt x="774" y="1044"/>
                </a:lnTo>
                <a:lnTo>
                  <a:pt x="774" y="1045"/>
                </a:lnTo>
                <a:lnTo>
                  <a:pt x="774" y="1046"/>
                </a:lnTo>
                <a:lnTo>
                  <a:pt x="773" y="1046"/>
                </a:lnTo>
                <a:lnTo>
                  <a:pt x="772" y="1046"/>
                </a:lnTo>
                <a:lnTo>
                  <a:pt x="769" y="1046"/>
                </a:lnTo>
                <a:lnTo>
                  <a:pt x="767" y="1047"/>
                </a:lnTo>
                <a:lnTo>
                  <a:pt x="766" y="1047"/>
                </a:lnTo>
                <a:lnTo>
                  <a:pt x="764" y="1047"/>
                </a:lnTo>
                <a:lnTo>
                  <a:pt x="761" y="1048"/>
                </a:lnTo>
                <a:lnTo>
                  <a:pt x="759" y="1048"/>
                </a:lnTo>
                <a:lnTo>
                  <a:pt x="758" y="1047"/>
                </a:lnTo>
                <a:lnTo>
                  <a:pt x="757" y="1047"/>
                </a:lnTo>
                <a:lnTo>
                  <a:pt x="757" y="1046"/>
                </a:lnTo>
                <a:lnTo>
                  <a:pt x="758" y="1046"/>
                </a:lnTo>
                <a:lnTo>
                  <a:pt x="758" y="1045"/>
                </a:lnTo>
                <a:lnTo>
                  <a:pt x="758" y="1044"/>
                </a:lnTo>
                <a:lnTo>
                  <a:pt x="758" y="1043"/>
                </a:lnTo>
                <a:lnTo>
                  <a:pt x="757" y="1041"/>
                </a:lnTo>
                <a:lnTo>
                  <a:pt x="757" y="1038"/>
                </a:lnTo>
                <a:lnTo>
                  <a:pt x="756" y="1037"/>
                </a:lnTo>
                <a:lnTo>
                  <a:pt x="755" y="1036"/>
                </a:lnTo>
                <a:lnTo>
                  <a:pt x="752" y="1035"/>
                </a:lnTo>
                <a:lnTo>
                  <a:pt x="751" y="1035"/>
                </a:lnTo>
                <a:lnTo>
                  <a:pt x="751" y="1036"/>
                </a:lnTo>
                <a:lnTo>
                  <a:pt x="750" y="1035"/>
                </a:lnTo>
                <a:lnTo>
                  <a:pt x="749" y="1035"/>
                </a:lnTo>
                <a:lnTo>
                  <a:pt x="749" y="1031"/>
                </a:lnTo>
                <a:lnTo>
                  <a:pt x="749" y="1030"/>
                </a:lnTo>
                <a:lnTo>
                  <a:pt x="748" y="1028"/>
                </a:lnTo>
                <a:lnTo>
                  <a:pt x="748" y="1027"/>
                </a:lnTo>
                <a:lnTo>
                  <a:pt x="746" y="1026"/>
                </a:lnTo>
                <a:lnTo>
                  <a:pt x="745" y="1025"/>
                </a:lnTo>
                <a:lnTo>
                  <a:pt x="743" y="1023"/>
                </a:lnTo>
                <a:lnTo>
                  <a:pt x="743" y="1022"/>
                </a:lnTo>
                <a:lnTo>
                  <a:pt x="743" y="1019"/>
                </a:lnTo>
                <a:lnTo>
                  <a:pt x="744" y="1017"/>
                </a:lnTo>
                <a:lnTo>
                  <a:pt x="742" y="1012"/>
                </a:lnTo>
                <a:lnTo>
                  <a:pt x="741" y="1010"/>
                </a:lnTo>
                <a:lnTo>
                  <a:pt x="739" y="1010"/>
                </a:lnTo>
                <a:lnTo>
                  <a:pt x="738" y="1010"/>
                </a:lnTo>
                <a:lnTo>
                  <a:pt x="738" y="1009"/>
                </a:lnTo>
                <a:lnTo>
                  <a:pt x="738" y="1008"/>
                </a:lnTo>
                <a:lnTo>
                  <a:pt x="737" y="1007"/>
                </a:lnTo>
                <a:lnTo>
                  <a:pt x="735" y="1005"/>
                </a:lnTo>
                <a:lnTo>
                  <a:pt x="734" y="1005"/>
                </a:lnTo>
                <a:lnTo>
                  <a:pt x="731" y="1001"/>
                </a:lnTo>
                <a:lnTo>
                  <a:pt x="730" y="1001"/>
                </a:lnTo>
                <a:lnTo>
                  <a:pt x="727" y="1000"/>
                </a:lnTo>
                <a:lnTo>
                  <a:pt x="726" y="1000"/>
                </a:lnTo>
                <a:lnTo>
                  <a:pt x="725" y="1000"/>
                </a:lnTo>
                <a:lnTo>
                  <a:pt x="723" y="1001"/>
                </a:lnTo>
                <a:lnTo>
                  <a:pt x="720" y="1003"/>
                </a:lnTo>
                <a:lnTo>
                  <a:pt x="713" y="1004"/>
                </a:lnTo>
                <a:lnTo>
                  <a:pt x="711" y="1004"/>
                </a:lnTo>
                <a:lnTo>
                  <a:pt x="711" y="1003"/>
                </a:lnTo>
                <a:lnTo>
                  <a:pt x="708" y="1002"/>
                </a:lnTo>
                <a:lnTo>
                  <a:pt x="705" y="1002"/>
                </a:lnTo>
                <a:lnTo>
                  <a:pt x="702" y="1002"/>
                </a:lnTo>
                <a:lnTo>
                  <a:pt x="702" y="1003"/>
                </a:lnTo>
                <a:lnTo>
                  <a:pt x="702" y="1002"/>
                </a:lnTo>
                <a:lnTo>
                  <a:pt x="701" y="1002"/>
                </a:lnTo>
                <a:lnTo>
                  <a:pt x="701" y="1001"/>
                </a:lnTo>
                <a:lnTo>
                  <a:pt x="701" y="1000"/>
                </a:lnTo>
                <a:lnTo>
                  <a:pt x="700" y="1000"/>
                </a:lnTo>
                <a:lnTo>
                  <a:pt x="696" y="1000"/>
                </a:lnTo>
                <a:lnTo>
                  <a:pt x="695" y="1000"/>
                </a:lnTo>
                <a:lnTo>
                  <a:pt x="694" y="1000"/>
                </a:lnTo>
                <a:lnTo>
                  <a:pt x="692" y="999"/>
                </a:lnTo>
                <a:lnTo>
                  <a:pt x="692" y="997"/>
                </a:lnTo>
                <a:lnTo>
                  <a:pt x="693" y="996"/>
                </a:lnTo>
                <a:lnTo>
                  <a:pt x="693" y="995"/>
                </a:lnTo>
                <a:lnTo>
                  <a:pt x="692" y="995"/>
                </a:lnTo>
                <a:lnTo>
                  <a:pt x="691" y="994"/>
                </a:lnTo>
                <a:lnTo>
                  <a:pt x="690" y="993"/>
                </a:lnTo>
                <a:lnTo>
                  <a:pt x="688" y="995"/>
                </a:lnTo>
                <a:lnTo>
                  <a:pt x="688" y="996"/>
                </a:lnTo>
                <a:lnTo>
                  <a:pt x="688" y="997"/>
                </a:lnTo>
                <a:lnTo>
                  <a:pt x="688" y="998"/>
                </a:lnTo>
                <a:lnTo>
                  <a:pt x="687" y="1000"/>
                </a:lnTo>
                <a:lnTo>
                  <a:pt x="686" y="1002"/>
                </a:lnTo>
                <a:lnTo>
                  <a:pt x="685" y="1003"/>
                </a:lnTo>
                <a:lnTo>
                  <a:pt x="683" y="1003"/>
                </a:lnTo>
                <a:lnTo>
                  <a:pt x="681" y="1002"/>
                </a:lnTo>
                <a:lnTo>
                  <a:pt x="680" y="1001"/>
                </a:lnTo>
                <a:lnTo>
                  <a:pt x="680" y="1000"/>
                </a:lnTo>
                <a:lnTo>
                  <a:pt x="680" y="999"/>
                </a:lnTo>
                <a:lnTo>
                  <a:pt x="680" y="997"/>
                </a:lnTo>
                <a:lnTo>
                  <a:pt x="679" y="996"/>
                </a:lnTo>
                <a:lnTo>
                  <a:pt x="678" y="996"/>
                </a:lnTo>
                <a:lnTo>
                  <a:pt x="677" y="996"/>
                </a:lnTo>
                <a:lnTo>
                  <a:pt x="677" y="995"/>
                </a:lnTo>
                <a:lnTo>
                  <a:pt x="676" y="993"/>
                </a:lnTo>
                <a:lnTo>
                  <a:pt x="675" y="993"/>
                </a:lnTo>
                <a:lnTo>
                  <a:pt x="674" y="994"/>
                </a:lnTo>
                <a:lnTo>
                  <a:pt x="672" y="995"/>
                </a:lnTo>
                <a:lnTo>
                  <a:pt x="672" y="996"/>
                </a:lnTo>
                <a:lnTo>
                  <a:pt x="670" y="997"/>
                </a:lnTo>
                <a:lnTo>
                  <a:pt x="668" y="997"/>
                </a:lnTo>
                <a:lnTo>
                  <a:pt x="667" y="997"/>
                </a:lnTo>
                <a:lnTo>
                  <a:pt x="666" y="997"/>
                </a:lnTo>
                <a:lnTo>
                  <a:pt x="665" y="999"/>
                </a:lnTo>
                <a:lnTo>
                  <a:pt x="665" y="1000"/>
                </a:lnTo>
                <a:lnTo>
                  <a:pt x="665" y="1001"/>
                </a:lnTo>
                <a:lnTo>
                  <a:pt x="664" y="1001"/>
                </a:lnTo>
                <a:lnTo>
                  <a:pt x="661" y="1001"/>
                </a:lnTo>
                <a:lnTo>
                  <a:pt x="661" y="1000"/>
                </a:lnTo>
                <a:lnTo>
                  <a:pt x="660" y="1000"/>
                </a:lnTo>
                <a:lnTo>
                  <a:pt x="659" y="1000"/>
                </a:lnTo>
                <a:lnTo>
                  <a:pt x="656" y="1001"/>
                </a:lnTo>
                <a:lnTo>
                  <a:pt x="655" y="999"/>
                </a:lnTo>
                <a:lnTo>
                  <a:pt x="656" y="999"/>
                </a:lnTo>
                <a:lnTo>
                  <a:pt x="656" y="998"/>
                </a:lnTo>
                <a:lnTo>
                  <a:pt x="654" y="996"/>
                </a:lnTo>
                <a:lnTo>
                  <a:pt x="651" y="996"/>
                </a:lnTo>
                <a:lnTo>
                  <a:pt x="650" y="996"/>
                </a:lnTo>
                <a:lnTo>
                  <a:pt x="649" y="996"/>
                </a:lnTo>
                <a:lnTo>
                  <a:pt x="649" y="997"/>
                </a:lnTo>
                <a:lnTo>
                  <a:pt x="645" y="996"/>
                </a:lnTo>
                <a:lnTo>
                  <a:pt x="644" y="996"/>
                </a:lnTo>
                <a:lnTo>
                  <a:pt x="643" y="997"/>
                </a:lnTo>
                <a:lnTo>
                  <a:pt x="642" y="997"/>
                </a:lnTo>
                <a:lnTo>
                  <a:pt x="642" y="998"/>
                </a:lnTo>
                <a:lnTo>
                  <a:pt x="643" y="1001"/>
                </a:lnTo>
                <a:lnTo>
                  <a:pt x="642" y="1002"/>
                </a:lnTo>
                <a:lnTo>
                  <a:pt x="641" y="1005"/>
                </a:lnTo>
                <a:lnTo>
                  <a:pt x="641" y="1007"/>
                </a:lnTo>
                <a:lnTo>
                  <a:pt x="641" y="1009"/>
                </a:lnTo>
                <a:lnTo>
                  <a:pt x="640" y="1015"/>
                </a:lnTo>
                <a:lnTo>
                  <a:pt x="639" y="1020"/>
                </a:lnTo>
                <a:lnTo>
                  <a:pt x="638" y="1022"/>
                </a:lnTo>
                <a:lnTo>
                  <a:pt x="638" y="1023"/>
                </a:lnTo>
                <a:lnTo>
                  <a:pt x="638" y="1024"/>
                </a:lnTo>
                <a:lnTo>
                  <a:pt x="638" y="1026"/>
                </a:lnTo>
                <a:lnTo>
                  <a:pt x="638" y="1027"/>
                </a:lnTo>
                <a:lnTo>
                  <a:pt x="638" y="1029"/>
                </a:lnTo>
                <a:lnTo>
                  <a:pt x="639" y="1029"/>
                </a:lnTo>
                <a:lnTo>
                  <a:pt x="639" y="1030"/>
                </a:lnTo>
                <a:lnTo>
                  <a:pt x="638" y="1031"/>
                </a:lnTo>
                <a:lnTo>
                  <a:pt x="637" y="1033"/>
                </a:lnTo>
                <a:lnTo>
                  <a:pt x="636" y="1036"/>
                </a:lnTo>
                <a:lnTo>
                  <a:pt x="635" y="1036"/>
                </a:lnTo>
                <a:lnTo>
                  <a:pt x="634" y="1037"/>
                </a:lnTo>
                <a:lnTo>
                  <a:pt x="633" y="1037"/>
                </a:lnTo>
                <a:lnTo>
                  <a:pt x="633" y="1038"/>
                </a:lnTo>
                <a:lnTo>
                  <a:pt x="634" y="1042"/>
                </a:lnTo>
                <a:lnTo>
                  <a:pt x="634" y="1043"/>
                </a:lnTo>
                <a:lnTo>
                  <a:pt x="634" y="1044"/>
                </a:lnTo>
                <a:lnTo>
                  <a:pt x="635" y="1045"/>
                </a:lnTo>
                <a:lnTo>
                  <a:pt x="636" y="1045"/>
                </a:lnTo>
                <a:lnTo>
                  <a:pt x="637" y="1045"/>
                </a:lnTo>
                <a:lnTo>
                  <a:pt x="637" y="1046"/>
                </a:lnTo>
                <a:lnTo>
                  <a:pt x="638" y="1047"/>
                </a:lnTo>
                <a:lnTo>
                  <a:pt x="638" y="1048"/>
                </a:lnTo>
                <a:lnTo>
                  <a:pt x="639" y="1048"/>
                </a:lnTo>
                <a:lnTo>
                  <a:pt x="642" y="1049"/>
                </a:lnTo>
                <a:lnTo>
                  <a:pt x="644" y="1049"/>
                </a:lnTo>
                <a:lnTo>
                  <a:pt x="644" y="1050"/>
                </a:lnTo>
                <a:lnTo>
                  <a:pt x="644" y="1053"/>
                </a:lnTo>
                <a:lnTo>
                  <a:pt x="644" y="1054"/>
                </a:lnTo>
                <a:lnTo>
                  <a:pt x="644" y="1055"/>
                </a:lnTo>
                <a:lnTo>
                  <a:pt x="643" y="1056"/>
                </a:lnTo>
                <a:lnTo>
                  <a:pt x="643" y="1058"/>
                </a:lnTo>
                <a:lnTo>
                  <a:pt x="643" y="1061"/>
                </a:lnTo>
                <a:lnTo>
                  <a:pt x="644" y="1062"/>
                </a:lnTo>
                <a:lnTo>
                  <a:pt x="644" y="1063"/>
                </a:lnTo>
                <a:lnTo>
                  <a:pt x="644" y="1065"/>
                </a:lnTo>
                <a:lnTo>
                  <a:pt x="643" y="1065"/>
                </a:lnTo>
                <a:lnTo>
                  <a:pt x="643" y="1066"/>
                </a:lnTo>
                <a:lnTo>
                  <a:pt x="642" y="1068"/>
                </a:lnTo>
                <a:lnTo>
                  <a:pt x="641" y="1068"/>
                </a:lnTo>
                <a:lnTo>
                  <a:pt x="640" y="1068"/>
                </a:lnTo>
                <a:lnTo>
                  <a:pt x="640" y="1067"/>
                </a:lnTo>
                <a:lnTo>
                  <a:pt x="639" y="1067"/>
                </a:lnTo>
                <a:lnTo>
                  <a:pt x="637" y="1067"/>
                </a:lnTo>
                <a:lnTo>
                  <a:pt x="636" y="1068"/>
                </a:lnTo>
                <a:lnTo>
                  <a:pt x="635" y="1069"/>
                </a:lnTo>
                <a:lnTo>
                  <a:pt x="634" y="1070"/>
                </a:lnTo>
                <a:lnTo>
                  <a:pt x="633" y="1071"/>
                </a:lnTo>
                <a:lnTo>
                  <a:pt x="631" y="1072"/>
                </a:lnTo>
                <a:lnTo>
                  <a:pt x="631" y="1073"/>
                </a:lnTo>
                <a:lnTo>
                  <a:pt x="629" y="1075"/>
                </a:lnTo>
                <a:lnTo>
                  <a:pt x="629" y="1076"/>
                </a:lnTo>
                <a:lnTo>
                  <a:pt x="627" y="1076"/>
                </a:lnTo>
                <a:lnTo>
                  <a:pt x="626" y="1076"/>
                </a:lnTo>
                <a:lnTo>
                  <a:pt x="625" y="1077"/>
                </a:lnTo>
                <a:lnTo>
                  <a:pt x="625" y="1078"/>
                </a:lnTo>
                <a:lnTo>
                  <a:pt x="624" y="1078"/>
                </a:lnTo>
                <a:lnTo>
                  <a:pt x="623" y="1081"/>
                </a:lnTo>
                <a:lnTo>
                  <a:pt x="622" y="1081"/>
                </a:lnTo>
                <a:lnTo>
                  <a:pt x="621" y="1082"/>
                </a:lnTo>
                <a:lnTo>
                  <a:pt x="620" y="1083"/>
                </a:lnTo>
                <a:lnTo>
                  <a:pt x="621" y="1084"/>
                </a:lnTo>
                <a:lnTo>
                  <a:pt x="621" y="1085"/>
                </a:lnTo>
                <a:lnTo>
                  <a:pt x="621" y="1086"/>
                </a:lnTo>
                <a:lnTo>
                  <a:pt x="621" y="1088"/>
                </a:lnTo>
                <a:lnTo>
                  <a:pt x="620" y="1088"/>
                </a:lnTo>
                <a:lnTo>
                  <a:pt x="620" y="1089"/>
                </a:lnTo>
                <a:lnTo>
                  <a:pt x="619" y="1089"/>
                </a:lnTo>
                <a:lnTo>
                  <a:pt x="617" y="1088"/>
                </a:lnTo>
                <a:lnTo>
                  <a:pt x="614" y="1086"/>
                </a:lnTo>
                <a:lnTo>
                  <a:pt x="611" y="1085"/>
                </a:lnTo>
                <a:lnTo>
                  <a:pt x="610" y="1085"/>
                </a:lnTo>
                <a:lnTo>
                  <a:pt x="608" y="1084"/>
                </a:lnTo>
                <a:lnTo>
                  <a:pt x="607" y="1084"/>
                </a:lnTo>
                <a:lnTo>
                  <a:pt x="608" y="1084"/>
                </a:lnTo>
                <a:lnTo>
                  <a:pt x="607" y="1084"/>
                </a:lnTo>
                <a:lnTo>
                  <a:pt x="607" y="1083"/>
                </a:lnTo>
                <a:lnTo>
                  <a:pt x="605" y="1084"/>
                </a:lnTo>
                <a:lnTo>
                  <a:pt x="604" y="1084"/>
                </a:lnTo>
                <a:lnTo>
                  <a:pt x="604" y="1085"/>
                </a:lnTo>
                <a:lnTo>
                  <a:pt x="603" y="1086"/>
                </a:lnTo>
                <a:lnTo>
                  <a:pt x="602" y="1086"/>
                </a:lnTo>
                <a:lnTo>
                  <a:pt x="601" y="1086"/>
                </a:lnTo>
                <a:lnTo>
                  <a:pt x="600" y="1086"/>
                </a:lnTo>
                <a:lnTo>
                  <a:pt x="599" y="1085"/>
                </a:lnTo>
                <a:lnTo>
                  <a:pt x="596" y="1085"/>
                </a:lnTo>
                <a:lnTo>
                  <a:pt x="595" y="1085"/>
                </a:lnTo>
                <a:lnTo>
                  <a:pt x="594" y="1085"/>
                </a:lnTo>
                <a:lnTo>
                  <a:pt x="594" y="1086"/>
                </a:lnTo>
                <a:lnTo>
                  <a:pt x="594" y="1087"/>
                </a:lnTo>
                <a:lnTo>
                  <a:pt x="592" y="1088"/>
                </a:lnTo>
                <a:lnTo>
                  <a:pt x="591" y="1087"/>
                </a:lnTo>
                <a:lnTo>
                  <a:pt x="591" y="1086"/>
                </a:lnTo>
                <a:lnTo>
                  <a:pt x="590" y="1086"/>
                </a:lnTo>
                <a:lnTo>
                  <a:pt x="590" y="1085"/>
                </a:lnTo>
                <a:lnTo>
                  <a:pt x="590" y="1084"/>
                </a:lnTo>
                <a:lnTo>
                  <a:pt x="586" y="1084"/>
                </a:lnTo>
                <a:lnTo>
                  <a:pt x="586" y="1083"/>
                </a:lnTo>
                <a:lnTo>
                  <a:pt x="584" y="1083"/>
                </a:lnTo>
                <a:lnTo>
                  <a:pt x="584" y="1084"/>
                </a:lnTo>
                <a:lnTo>
                  <a:pt x="582" y="1084"/>
                </a:lnTo>
                <a:lnTo>
                  <a:pt x="581" y="1084"/>
                </a:lnTo>
                <a:lnTo>
                  <a:pt x="581" y="1085"/>
                </a:lnTo>
                <a:lnTo>
                  <a:pt x="580" y="1085"/>
                </a:lnTo>
                <a:lnTo>
                  <a:pt x="579" y="1085"/>
                </a:lnTo>
                <a:lnTo>
                  <a:pt x="578" y="1085"/>
                </a:lnTo>
                <a:lnTo>
                  <a:pt x="575" y="1083"/>
                </a:lnTo>
                <a:lnTo>
                  <a:pt x="575" y="1082"/>
                </a:lnTo>
                <a:lnTo>
                  <a:pt x="574" y="1082"/>
                </a:lnTo>
                <a:lnTo>
                  <a:pt x="574" y="1081"/>
                </a:lnTo>
                <a:lnTo>
                  <a:pt x="572" y="1082"/>
                </a:lnTo>
                <a:lnTo>
                  <a:pt x="571" y="1083"/>
                </a:lnTo>
                <a:lnTo>
                  <a:pt x="570" y="1084"/>
                </a:lnTo>
                <a:lnTo>
                  <a:pt x="566" y="1085"/>
                </a:lnTo>
                <a:lnTo>
                  <a:pt x="565" y="1085"/>
                </a:lnTo>
                <a:lnTo>
                  <a:pt x="564" y="1085"/>
                </a:lnTo>
                <a:lnTo>
                  <a:pt x="563" y="1084"/>
                </a:lnTo>
                <a:lnTo>
                  <a:pt x="562" y="1084"/>
                </a:lnTo>
                <a:lnTo>
                  <a:pt x="561" y="1084"/>
                </a:lnTo>
                <a:lnTo>
                  <a:pt x="560" y="1083"/>
                </a:lnTo>
                <a:lnTo>
                  <a:pt x="559" y="1083"/>
                </a:lnTo>
                <a:lnTo>
                  <a:pt x="557" y="1084"/>
                </a:lnTo>
                <a:lnTo>
                  <a:pt x="555" y="1086"/>
                </a:lnTo>
                <a:lnTo>
                  <a:pt x="554" y="1086"/>
                </a:lnTo>
                <a:lnTo>
                  <a:pt x="554" y="1087"/>
                </a:lnTo>
                <a:lnTo>
                  <a:pt x="552" y="1090"/>
                </a:lnTo>
                <a:lnTo>
                  <a:pt x="551" y="1091"/>
                </a:lnTo>
                <a:lnTo>
                  <a:pt x="551" y="1093"/>
                </a:lnTo>
                <a:lnTo>
                  <a:pt x="550" y="1094"/>
                </a:lnTo>
                <a:lnTo>
                  <a:pt x="550" y="1096"/>
                </a:lnTo>
                <a:lnTo>
                  <a:pt x="549" y="1097"/>
                </a:lnTo>
                <a:lnTo>
                  <a:pt x="548" y="1098"/>
                </a:lnTo>
                <a:lnTo>
                  <a:pt x="548" y="1100"/>
                </a:lnTo>
                <a:lnTo>
                  <a:pt x="549" y="1100"/>
                </a:lnTo>
                <a:lnTo>
                  <a:pt x="549" y="1101"/>
                </a:lnTo>
                <a:lnTo>
                  <a:pt x="550" y="1101"/>
                </a:lnTo>
                <a:lnTo>
                  <a:pt x="550" y="1102"/>
                </a:lnTo>
                <a:lnTo>
                  <a:pt x="549" y="1104"/>
                </a:lnTo>
                <a:lnTo>
                  <a:pt x="549" y="1105"/>
                </a:lnTo>
                <a:lnTo>
                  <a:pt x="548" y="1105"/>
                </a:lnTo>
                <a:lnTo>
                  <a:pt x="546" y="1105"/>
                </a:lnTo>
                <a:lnTo>
                  <a:pt x="542" y="1104"/>
                </a:lnTo>
                <a:lnTo>
                  <a:pt x="541" y="1103"/>
                </a:lnTo>
                <a:lnTo>
                  <a:pt x="540" y="1103"/>
                </a:lnTo>
                <a:lnTo>
                  <a:pt x="540" y="1104"/>
                </a:lnTo>
                <a:lnTo>
                  <a:pt x="539" y="1106"/>
                </a:lnTo>
                <a:lnTo>
                  <a:pt x="538" y="1107"/>
                </a:lnTo>
                <a:lnTo>
                  <a:pt x="538" y="1109"/>
                </a:lnTo>
                <a:lnTo>
                  <a:pt x="537" y="1113"/>
                </a:lnTo>
                <a:lnTo>
                  <a:pt x="537" y="1114"/>
                </a:lnTo>
                <a:lnTo>
                  <a:pt x="536" y="1114"/>
                </a:lnTo>
                <a:lnTo>
                  <a:pt x="536" y="1115"/>
                </a:lnTo>
                <a:lnTo>
                  <a:pt x="535" y="1115"/>
                </a:lnTo>
                <a:lnTo>
                  <a:pt x="535" y="1116"/>
                </a:lnTo>
                <a:lnTo>
                  <a:pt x="534" y="1115"/>
                </a:lnTo>
                <a:lnTo>
                  <a:pt x="533" y="1114"/>
                </a:lnTo>
                <a:lnTo>
                  <a:pt x="532" y="1114"/>
                </a:lnTo>
                <a:lnTo>
                  <a:pt x="530" y="1115"/>
                </a:lnTo>
                <a:lnTo>
                  <a:pt x="528" y="1116"/>
                </a:lnTo>
                <a:lnTo>
                  <a:pt x="527" y="1116"/>
                </a:lnTo>
                <a:lnTo>
                  <a:pt x="527" y="1115"/>
                </a:lnTo>
                <a:lnTo>
                  <a:pt x="526" y="1113"/>
                </a:lnTo>
                <a:lnTo>
                  <a:pt x="524" y="1111"/>
                </a:lnTo>
                <a:lnTo>
                  <a:pt x="523" y="1111"/>
                </a:lnTo>
                <a:lnTo>
                  <a:pt x="522" y="1111"/>
                </a:lnTo>
                <a:lnTo>
                  <a:pt x="521" y="1110"/>
                </a:lnTo>
                <a:lnTo>
                  <a:pt x="520" y="1110"/>
                </a:lnTo>
                <a:lnTo>
                  <a:pt x="518" y="1110"/>
                </a:lnTo>
                <a:lnTo>
                  <a:pt x="517" y="1110"/>
                </a:lnTo>
                <a:lnTo>
                  <a:pt x="517" y="1111"/>
                </a:lnTo>
                <a:lnTo>
                  <a:pt x="514" y="1112"/>
                </a:lnTo>
                <a:lnTo>
                  <a:pt x="513" y="1110"/>
                </a:lnTo>
                <a:lnTo>
                  <a:pt x="513" y="1109"/>
                </a:lnTo>
                <a:lnTo>
                  <a:pt x="513" y="1108"/>
                </a:lnTo>
                <a:lnTo>
                  <a:pt x="512" y="1108"/>
                </a:lnTo>
                <a:lnTo>
                  <a:pt x="511" y="1109"/>
                </a:lnTo>
                <a:lnTo>
                  <a:pt x="510" y="1108"/>
                </a:lnTo>
                <a:lnTo>
                  <a:pt x="509" y="1108"/>
                </a:lnTo>
                <a:lnTo>
                  <a:pt x="510" y="1106"/>
                </a:lnTo>
                <a:lnTo>
                  <a:pt x="511" y="1105"/>
                </a:lnTo>
                <a:lnTo>
                  <a:pt x="512" y="1104"/>
                </a:lnTo>
                <a:lnTo>
                  <a:pt x="513" y="1102"/>
                </a:lnTo>
                <a:lnTo>
                  <a:pt x="513" y="1101"/>
                </a:lnTo>
                <a:lnTo>
                  <a:pt x="513" y="1099"/>
                </a:lnTo>
                <a:lnTo>
                  <a:pt x="514" y="1099"/>
                </a:lnTo>
                <a:lnTo>
                  <a:pt x="515" y="1099"/>
                </a:lnTo>
                <a:lnTo>
                  <a:pt x="515" y="1097"/>
                </a:lnTo>
                <a:lnTo>
                  <a:pt x="515" y="1096"/>
                </a:lnTo>
                <a:lnTo>
                  <a:pt x="514" y="1096"/>
                </a:lnTo>
                <a:lnTo>
                  <a:pt x="514" y="1095"/>
                </a:lnTo>
                <a:lnTo>
                  <a:pt x="515" y="1094"/>
                </a:lnTo>
                <a:lnTo>
                  <a:pt x="517" y="1090"/>
                </a:lnTo>
                <a:lnTo>
                  <a:pt x="518" y="1089"/>
                </a:lnTo>
                <a:lnTo>
                  <a:pt x="518" y="1087"/>
                </a:lnTo>
                <a:lnTo>
                  <a:pt x="518" y="1084"/>
                </a:lnTo>
                <a:lnTo>
                  <a:pt x="518" y="1081"/>
                </a:lnTo>
                <a:lnTo>
                  <a:pt x="517" y="1080"/>
                </a:lnTo>
                <a:lnTo>
                  <a:pt x="516" y="1079"/>
                </a:lnTo>
                <a:lnTo>
                  <a:pt x="515" y="1078"/>
                </a:lnTo>
                <a:lnTo>
                  <a:pt x="513" y="1077"/>
                </a:lnTo>
                <a:lnTo>
                  <a:pt x="512" y="1074"/>
                </a:lnTo>
                <a:lnTo>
                  <a:pt x="512" y="1073"/>
                </a:lnTo>
                <a:lnTo>
                  <a:pt x="512" y="1069"/>
                </a:lnTo>
                <a:lnTo>
                  <a:pt x="513" y="1067"/>
                </a:lnTo>
                <a:lnTo>
                  <a:pt x="513" y="1066"/>
                </a:lnTo>
                <a:lnTo>
                  <a:pt x="512" y="1066"/>
                </a:lnTo>
                <a:lnTo>
                  <a:pt x="511" y="1065"/>
                </a:lnTo>
                <a:lnTo>
                  <a:pt x="511" y="1064"/>
                </a:lnTo>
                <a:lnTo>
                  <a:pt x="512" y="1061"/>
                </a:lnTo>
                <a:lnTo>
                  <a:pt x="512" y="1059"/>
                </a:lnTo>
                <a:lnTo>
                  <a:pt x="512" y="1058"/>
                </a:lnTo>
                <a:lnTo>
                  <a:pt x="513" y="1058"/>
                </a:lnTo>
                <a:lnTo>
                  <a:pt x="513" y="1057"/>
                </a:lnTo>
                <a:lnTo>
                  <a:pt x="512" y="1055"/>
                </a:lnTo>
                <a:lnTo>
                  <a:pt x="510" y="1054"/>
                </a:lnTo>
                <a:lnTo>
                  <a:pt x="509" y="1054"/>
                </a:lnTo>
                <a:lnTo>
                  <a:pt x="509" y="1053"/>
                </a:lnTo>
                <a:lnTo>
                  <a:pt x="508" y="1053"/>
                </a:lnTo>
                <a:lnTo>
                  <a:pt x="508" y="1052"/>
                </a:lnTo>
                <a:lnTo>
                  <a:pt x="508" y="1051"/>
                </a:lnTo>
                <a:lnTo>
                  <a:pt x="507" y="1051"/>
                </a:lnTo>
                <a:lnTo>
                  <a:pt x="506" y="1051"/>
                </a:lnTo>
                <a:lnTo>
                  <a:pt x="507" y="1048"/>
                </a:lnTo>
                <a:lnTo>
                  <a:pt x="508" y="1046"/>
                </a:lnTo>
                <a:lnTo>
                  <a:pt x="509" y="1045"/>
                </a:lnTo>
                <a:lnTo>
                  <a:pt x="511" y="1045"/>
                </a:lnTo>
                <a:lnTo>
                  <a:pt x="512" y="1044"/>
                </a:lnTo>
                <a:lnTo>
                  <a:pt x="512" y="1042"/>
                </a:lnTo>
                <a:lnTo>
                  <a:pt x="512" y="1039"/>
                </a:lnTo>
                <a:lnTo>
                  <a:pt x="512" y="1038"/>
                </a:lnTo>
                <a:lnTo>
                  <a:pt x="512" y="1037"/>
                </a:lnTo>
                <a:lnTo>
                  <a:pt x="510" y="1037"/>
                </a:lnTo>
                <a:lnTo>
                  <a:pt x="509" y="1038"/>
                </a:lnTo>
                <a:lnTo>
                  <a:pt x="507" y="1038"/>
                </a:lnTo>
                <a:lnTo>
                  <a:pt x="504" y="1037"/>
                </a:lnTo>
                <a:lnTo>
                  <a:pt x="503" y="1037"/>
                </a:lnTo>
                <a:lnTo>
                  <a:pt x="503" y="1036"/>
                </a:lnTo>
                <a:lnTo>
                  <a:pt x="503" y="1035"/>
                </a:lnTo>
                <a:lnTo>
                  <a:pt x="503" y="1034"/>
                </a:lnTo>
                <a:lnTo>
                  <a:pt x="503" y="1033"/>
                </a:lnTo>
                <a:lnTo>
                  <a:pt x="504" y="1032"/>
                </a:lnTo>
                <a:lnTo>
                  <a:pt x="503" y="1029"/>
                </a:lnTo>
                <a:lnTo>
                  <a:pt x="503" y="1028"/>
                </a:lnTo>
                <a:lnTo>
                  <a:pt x="503" y="1027"/>
                </a:lnTo>
                <a:lnTo>
                  <a:pt x="504" y="1023"/>
                </a:lnTo>
                <a:lnTo>
                  <a:pt x="503" y="1023"/>
                </a:lnTo>
                <a:lnTo>
                  <a:pt x="502" y="1023"/>
                </a:lnTo>
                <a:lnTo>
                  <a:pt x="500" y="1023"/>
                </a:lnTo>
                <a:lnTo>
                  <a:pt x="499" y="1022"/>
                </a:lnTo>
                <a:lnTo>
                  <a:pt x="499" y="1020"/>
                </a:lnTo>
                <a:lnTo>
                  <a:pt x="499" y="1019"/>
                </a:lnTo>
                <a:lnTo>
                  <a:pt x="497" y="1018"/>
                </a:lnTo>
                <a:lnTo>
                  <a:pt x="496" y="1018"/>
                </a:lnTo>
                <a:lnTo>
                  <a:pt x="493" y="1020"/>
                </a:lnTo>
                <a:lnTo>
                  <a:pt x="493" y="1021"/>
                </a:lnTo>
                <a:lnTo>
                  <a:pt x="494" y="1021"/>
                </a:lnTo>
                <a:lnTo>
                  <a:pt x="493" y="1022"/>
                </a:lnTo>
                <a:lnTo>
                  <a:pt x="493" y="1023"/>
                </a:lnTo>
                <a:lnTo>
                  <a:pt x="492" y="1023"/>
                </a:lnTo>
                <a:lnTo>
                  <a:pt x="491" y="1024"/>
                </a:lnTo>
                <a:lnTo>
                  <a:pt x="490" y="1025"/>
                </a:lnTo>
                <a:lnTo>
                  <a:pt x="487" y="1025"/>
                </a:lnTo>
                <a:lnTo>
                  <a:pt x="484" y="1024"/>
                </a:lnTo>
                <a:lnTo>
                  <a:pt x="483" y="1023"/>
                </a:lnTo>
                <a:lnTo>
                  <a:pt x="480" y="1022"/>
                </a:lnTo>
                <a:lnTo>
                  <a:pt x="480" y="1021"/>
                </a:lnTo>
                <a:lnTo>
                  <a:pt x="479" y="1021"/>
                </a:lnTo>
                <a:lnTo>
                  <a:pt x="477" y="1018"/>
                </a:lnTo>
                <a:lnTo>
                  <a:pt x="477" y="1017"/>
                </a:lnTo>
                <a:lnTo>
                  <a:pt x="477" y="1016"/>
                </a:lnTo>
                <a:lnTo>
                  <a:pt x="476" y="1016"/>
                </a:lnTo>
                <a:lnTo>
                  <a:pt x="475" y="1016"/>
                </a:lnTo>
                <a:lnTo>
                  <a:pt x="474" y="1016"/>
                </a:lnTo>
                <a:lnTo>
                  <a:pt x="473" y="1016"/>
                </a:lnTo>
                <a:lnTo>
                  <a:pt x="473" y="1017"/>
                </a:lnTo>
                <a:lnTo>
                  <a:pt x="472" y="1020"/>
                </a:lnTo>
                <a:lnTo>
                  <a:pt x="470" y="1020"/>
                </a:lnTo>
                <a:lnTo>
                  <a:pt x="470" y="1021"/>
                </a:lnTo>
                <a:lnTo>
                  <a:pt x="469" y="1021"/>
                </a:lnTo>
                <a:lnTo>
                  <a:pt x="467" y="1023"/>
                </a:lnTo>
                <a:lnTo>
                  <a:pt x="466" y="1023"/>
                </a:lnTo>
                <a:lnTo>
                  <a:pt x="466" y="1024"/>
                </a:lnTo>
                <a:lnTo>
                  <a:pt x="466" y="1025"/>
                </a:lnTo>
                <a:lnTo>
                  <a:pt x="466" y="1026"/>
                </a:lnTo>
                <a:lnTo>
                  <a:pt x="464" y="1029"/>
                </a:lnTo>
                <a:lnTo>
                  <a:pt x="463" y="1029"/>
                </a:lnTo>
                <a:lnTo>
                  <a:pt x="463" y="1031"/>
                </a:lnTo>
                <a:lnTo>
                  <a:pt x="463" y="1032"/>
                </a:lnTo>
                <a:lnTo>
                  <a:pt x="462" y="1032"/>
                </a:lnTo>
                <a:lnTo>
                  <a:pt x="462" y="1033"/>
                </a:lnTo>
                <a:lnTo>
                  <a:pt x="460" y="1033"/>
                </a:lnTo>
                <a:lnTo>
                  <a:pt x="457" y="1034"/>
                </a:lnTo>
                <a:lnTo>
                  <a:pt x="454" y="1036"/>
                </a:lnTo>
                <a:lnTo>
                  <a:pt x="453" y="1037"/>
                </a:lnTo>
                <a:lnTo>
                  <a:pt x="453" y="1038"/>
                </a:lnTo>
                <a:lnTo>
                  <a:pt x="452" y="1038"/>
                </a:lnTo>
                <a:lnTo>
                  <a:pt x="452" y="1039"/>
                </a:lnTo>
                <a:lnTo>
                  <a:pt x="450" y="1039"/>
                </a:lnTo>
                <a:lnTo>
                  <a:pt x="449" y="1039"/>
                </a:lnTo>
                <a:lnTo>
                  <a:pt x="447" y="1039"/>
                </a:lnTo>
                <a:lnTo>
                  <a:pt x="445" y="1040"/>
                </a:lnTo>
                <a:lnTo>
                  <a:pt x="445" y="1042"/>
                </a:lnTo>
                <a:lnTo>
                  <a:pt x="445" y="1044"/>
                </a:lnTo>
                <a:lnTo>
                  <a:pt x="446" y="1045"/>
                </a:lnTo>
                <a:lnTo>
                  <a:pt x="446" y="1046"/>
                </a:lnTo>
                <a:lnTo>
                  <a:pt x="445" y="1046"/>
                </a:lnTo>
                <a:lnTo>
                  <a:pt x="445" y="1047"/>
                </a:lnTo>
                <a:lnTo>
                  <a:pt x="446" y="1050"/>
                </a:lnTo>
                <a:lnTo>
                  <a:pt x="446" y="1051"/>
                </a:lnTo>
                <a:lnTo>
                  <a:pt x="445" y="1052"/>
                </a:lnTo>
                <a:lnTo>
                  <a:pt x="444" y="1053"/>
                </a:lnTo>
                <a:lnTo>
                  <a:pt x="444" y="1054"/>
                </a:lnTo>
                <a:lnTo>
                  <a:pt x="445" y="1054"/>
                </a:lnTo>
                <a:lnTo>
                  <a:pt x="445" y="1058"/>
                </a:lnTo>
                <a:lnTo>
                  <a:pt x="445" y="1059"/>
                </a:lnTo>
                <a:lnTo>
                  <a:pt x="445" y="1060"/>
                </a:lnTo>
                <a:lnTo>
                  <a:pt x="444" y="1060"/>
                </a:lnTo>
                <a:lnTo>
                  <a:pt x="442" y="1060"/>
                </a:lnTo>
                <a:lnTo>
                  <a:pt x="441" y="1061"/>
                </a:lnTo>
                <a:lnTo>
                  <a:pt x="440" y="1061"/>
                </a:lnTo>
                <a:lnTo>
                  <a:pt x="436" y="1063"/>
                </a:lnTo>
                <a:lnTo>
                  <a:pt x="435" y="1063"/>
                </a:lnTo>
                <a:lnTo>
                  <a:pt x="434" y="1063"/>
                </a:lnTo>
                <a:lnTo>
                  <a:pt x="433" y="1063"/>
                </a:lnTo>
                <a:lnTo>
                  <a:pt x="433" y="1062"/>
                </a:lnTo>
                <a:lnTo>
                  <a:pt x="431" y="1063"/>
                </a:lnTo>
                <a:lnTo>
                  <a:pt x="430" y="1063"/>
                </a:lnTo>
                <a:lnTo>
                  <a:pt x="430" y="1064"/>
                </a:lnTo>
                <a:lnTo>
                  <a:pt x="429" y="1064"/>
                </a:lnTo>
                <a:lnTo>
                  <a:pt x="429" y="1065"/>
                </a:lnTo>
                <a:lnTo>
                  <a:pt x="428" y="1065"/>
                </a:lnTo>
                <a:lnTo>
                  <a:pt x="427" y="1065"/>
                </a:lnTo>
                <a:lnTo>
                  <a:pt x="427" y="1064"/>
                </a:lnTo>
                <a:lnTo>
                  <a:pt x="426" y="1064"/>
                </a:lnTo>
                <a:lnTo>
                  <a:pt x="425" y="1065"/>
                </a:lnTo>
                <a:lnTo>
                  <a:pt x="424" y="1066"/>
                </a:lnTo>
                <a:lnTo>
                  <a:pt x="423" y="1067"/>
                </a:lnTo>
                <a:lnTo>
                  <a:pt x="423" y="1066"/>
                </a:lnTo>
                <a:lnTo>
                  <a:pt x="423" y="1065"/>
                </a:lnTo>
                <a:lnTo>
                  <a:pt x="424" y="1065"/>
                </a:lnTo>
                <a:lnTo>
                  <a:pt x="425" y="1063"/>
                </a:lnTo>
                <a:lnTo>
                  <a:pt x="424" y="1062"/>
                </a:lnTo>
                <a:lnTo>
                  <a:pt x="424" y="1061"/>
                </a:lnTo>
                <a:lnTo>
                  <a:pt x="424" y="1060"/>
                </a:lnTo>
                <a:lnTo>
                  <a:pt x="424" y="1059"/>
                </a:lnTo>
                <a:lnTo>
                  <a:pt x="425" y="1058"/>
                </a:lnTo>
                <a:lnTo>
                  <a:pt x="425" y="1057"/>
                </a:lnTo>
                <a:lnTo>
                  <a:pt x="424" y="1057"/>
                </a:lnTo>
                <a:lnTo>
                  <a:pt x="424" y="1056"/>
                </a:lnTo>
                <a:lnTo>
                  <a:pt x="423" y="1056"/>
                </a:lnTo>
                <a:lnTo>
                  <a:pt x="422" y="1056"/>
                </a:lnTo>
                <a:lnTo>
                  <a:pt x="421" y="1056"/>
                </a:lnTo>
                <a:lnTo>
                  <a:pt x="420" y="1054"/>
                </a:lnTo>
                <a:lnTo>
                  <a:pt x="421" y="1054"/>
                </a:lnTo>
                <a:lnTo>
                  <a:pt x="422" y="1052"/>
                </a:lnTo>
                <a:lnTo>
                  <a:pt x="421" y="1051"/>
                </a:lnTo>
                <a:lnTo>
                  <a:pt x="420" y="1051"/>
                </a:lnTo>
                <a:lnTo>
                  <a:pt x="420" y="1050"/>
                </a:lnTo>
                <a:lnTo>
                  <a:pt x="419" y="1050"/>
                </a:lnTo>
                <a:lnTo>
                  <a:pt x="419" y="1049"/>
                </a:lnTo>
                <a:lnTo>
                  <a:pt x="418" y="1049"/>
                </a:lnTo>
                <a:lnTo>
                  <a:pt x="417" y="1046"/>
                </a:lnTo>
                <a:lnTo>
                  <a:pt x="417" y="1045"/>
                </a:lnTo>
                <a:lnTo>
                  <a:pt x="417" y="1043"/>
                </a:lnTo>
                <a:lnTo>
                  <a:pt x="417" y="1042"/>
                </a:lnTo>
                <a:lnTo>
                  <a:pt x="416" y="1041"/>
                </a:lnTo>
                <a:lnTo>
                  <a:pt x="416" y="1040"/>
                </a:lnTo>
                <a:lnTo>
                  <a:pt x="417" y="1037"/>
                </a:lnTo>
                <a:lnTo>
                  <a:pt x="418" y="1035"/>
                </a:lnTo>
                <a:lnTo>
                  <a:pt x="419" y="1035"/>
                </a:lnTo>
                <a:lnTo>
                  <a:pt x="419" y="1034"/>
                </a:lnTo>
                <a:lnTo>
                  <a:pt x="418" y="1033"/>
                </a:lnTo>
                <a:lnTo>
                  <a:pt x="420" y="1031"/>
                </a:lnTo>
                <a:lnTo>
                  <a:pt x="420" y="1030"/>
                </a:lnTo>
                <a:lnTo>
                  <a:pt x="421" y="1029"/>
                </a:lnTo>
                <a:lnTo>
                  <a:pt x="421" y="1028"/>
                </a:lnTo>
                <a:lnTo>
                  <a:pt x="421" y="1027"/>
                </a:lnTo>
                <a:lnTo>
                  <a:pt x="420" y="1027"/>
                </a:lnTo>
                <a:lnTo>
                  <a:pt x="421" y="1024"/>
                </a:lnTo>
                <a:lnTo>
                  <a:pt x="422" y="1022"/>
                </a:lnTo>
                <a:lnTo>
                  <a:pt x="423" y="1019"/>
                </a:lnTo>
                <a:lnTo>
                  <a:pt x="424" y="1018"/>
                </a:lnTo>
                <a:lnTo>
                  <a:pt x="424" y="1016"/>
                </a:lnTo>
                <a:lnTo>
                  <a:pt x="424" y="1015"/>
                </a:lnTo>
                <a:lnTo>
                  <a:pt x="425" y="1014"/>
                </a:lnTo>
                <a:lnTo>
                  <a:pt x="427" y="1014"/>
                </a:lnTo>
                <a:lnTo>
                  <a:pt x="428" y="1014"/>
                </a:lnTo>
                <a:lnTo>
                  <a:pt x="429" y="1013"/>
                </a:lnTo>
                <a:lnTo>
                  <a:pt x="430" y="1013"/>
                </a:lnTo>
                <a:lnTo>
                  <a:pt x="431" y="1012"/>
                </a:lnTo>
                <a:lnTo>
                  <a:pt x="433" y="1011"/>
                </a:lnTo>
                <a:lnTo>
                  <a:pt x="434" y="1010"/>
                </a:lnTo>
                <a:lnTo>
                  <a:pt x="436" y="1009"/>
                </a:lnTo>
                <a:lnTo>
                  <a:pt x="437" y="1008"/>
                </a:lnTo>
                <a:lnTo>
                  <a:pt x="440" y="1006"/>
                </a:lnTo>
                <a:lnTo>
                  <a:pt x="442" y="1005"/>
                </a:lnTo>
                <a:lnTo>
                  <a:pt x="443" y="1004"/>
                </a:lnTo>
                <a:lnTo>
                  <a:pt x="444" y="1004"/>
                </a:lnTo>
                <a:lnTo>
                  <a:pt x="444" y="1000"/>
                </a:lnTo>
                <a:lnTo>
                  <a:pt x="444" y="999"/>
                </a:lnTo>
                <a:lnTo>
                  <a:pt x="443" y="998"/>
                </a:lnTo>
                <a:lnTo>
                  <a:pt x="443" y="997"/>
                </a:lnTo>
                <a:lnTo>
                  <a:pt x="442" y="996"/>
                </a:lnTo>
                <a:lnTo>
                  <a:pt x="442" y="995"/>
                </a:lnTo>
                <a:lnTo>
                  <a:pt x="443" y="995"/>
                </a:lnTo>
                <a:lnTo>
                  <a:pt x="443" y="994"/>
                </a:lnTo>
                <a:lnTo>
                  <a:pt x="442" y="994"/>
                </a:lnTo>
                <a:lnTo>
                  <a:pt x="442" y="993"/>
                </a:lnTo>
                <a:lnTo>
                  <a:pt x="442" y="992"/>
                </a:lnTo>
                <a:lnTo>
                  <a:pt x="441" y="991"/>
                </a:lnTo>
                <a:lnTo>
                  <a:pt x="441" y="990"/>
                </a:lnTo>
                <a:lnTo>
                  <a:pt x="442" y="990"/>
                </a:lnTo>
                <a:lnTo>
                  <a:pt x="443" y="989"/>
                </a:lnTo>
                <a:lnTo>
                  <a:pt x="443" y="988"/>
                </a:lnTo>
                <a:lnTo>
                  <a:pt x="444" y="988"/>
                </a:lnTo>
                <a:lnTo>
                  <a:pt x="445" y="988"/>
                </a:lnTo>
                <a:lnTo>
                  <a:pt x="445" y="987"/>
                </a:lnTo>
                <a:lnTo>
                  <a:pt x="446" y="987"/>
                </a:lnTo>
                <a:lnTo>
                  <a:pt x="447" y="987"/>
                </a:lnTo>
                <a:lnTo>
                  <a:pt x="449" y="984"/>
                </a:lnTo>
                <a:lnTo>
                  <a:pt x="451" y="982"/>
                </a:lnTo>
                <a:lnTo>
                  <a:pt x="451" y="980"/>
                </a:lnTo>
                <a:lnTo>
                  <a:pt x="451" y="979"/>
                </a:lnTo>
                <a:lnTo>
                  <a:pt x="452" y="978"/>
                </a:lnTo>
                <a:lnTo>
                  <a:pt x="452" y="977"/>
                </a:lnTo>
                <a:lnTo>
                  <a:pt x="454" y="974"/>
                </a:lnTo>
                <a:lnTo>
                  <a:pt x="455" y="972"/>
                </a:lnTo>
                <a:lnTo>
                  <a:pt x="456" y="972"/>
                </a:lnTo>
                <a:lnTo>
                  <a:pt x="460" y="973"/>
                </a:lnTo>
                <a:lnTo>
                  <a:pt x="462" y="972"/>
                </a:lnTo>
                <a:lnTo>
                  <a:pt x="463" y="971"/>
                </a:lnTo>
                <a:lnTo>
                  <a:pt x="464" y="970"/>
                </a:lnTo>
                <a:lnTo>
                  <a:pt x="465" y="969"/>
                </a:lnTo>
                <a:lnTo>
                  <a:pt x="468" y="966"/>
                </a:lnTo>
                <a:lnTo>
                  <a:pt x="468" y="965"/>
                </a:lnTo>
                <a:lnTo>
                  <a:pt x="469" y="962"/>
                </a:lnTo>
                <a:lnTo>
                  <a:pt x="469" y="960"/>
                </a:lnTo>
                <a:lnTo>
                  <a:pt x="470" y="960"/>
                </a:lnTo>
                <a:lnTo>
                  <a:pt x="471" y="960"/>
                </a:lnTo>
                <a:lnTo>
                  <a:pt x="473" y="958"/>
                </a:lnTo>
                <a:lnTo>
                  <a:pt x="474" y="958"/>
                </a:lnTo>
                <a:lnTo>
                  <a:pt x="474" y="957"/>
                </a:lnTo>
                <a:lnTo>
                  <a:pt x="475" y="955"/>
                </a:lnTo>
                <a:lnTo>
                  <a:pt x="476" y="954"/>
                </a:lnTo>
                <a:lnTo>
                  <a:pt x="476" y="953"/>
                </a:lnTo>
                <a:lnTo>
                  <a:pt x="475" y="952"/>
                </a:lnTo>
                <a:lnTo>
                  <a:pt x="475" y="951"/>
                </a:lnTo>
                <a:lnTo>
                  <a:pt x="476" y="950"/>
                </a:lnTo>
                <a:lnTo>
                  <a:pt x="476" y="949"/>
                </a:lnTo>
                <a:lnTo>
                  <a:pt x="477" y="947"/>
                </a:lnTo>
                <a:lnTo>
                  <a:pt x="478" y="946"/>
                </a:lnTo>
                <a:lnTo>
                  <a:pt x="478" y="945"/>
                </a:lnTo>
                <a:lnTo>
                  <a:pt x="479" y="945"/>
                </a:lnTo>
                <a:lnTo>
                  <a:pt x="479" y="944"/>
                </a:lnTo>
                <a:lnTo>
                  <a:pt x="480" y="939"/>
                </a:lnTo>
                <a:lnTo>
                  <a:pt x="480" y="938"/>
                </a:lnTo>
                <a:lnTo>
                  <a:pt x="479" y="936"/>
                </a:lnTo>
                <a:lnTo>
                  <a:pt x="479" y="935"/>
                </a:lnTo>
                <a:lnTo>
                  <a:pt x="478" y="934"/>
                </a:lnTo>
                <a:lnTo>
                  <a:pt x="478" y="933"/>
                </a:lnTo>
                <a:lnTo>
                  <a:pt x="478" y="931"/>
                </a:lnTo>
                <a:lnTo>
                  <a:pt x="479" y="930"/>
                </a:lnTo>
                <a:lnTo>
                  <a:pt x="479" y="926"/>
                </a:lnTo>
                <a:lnTo>
                  <a:pt x="480" y="925"/>
                </a:lnTo>
                <a:lnTo>
                  <a:pt x="481" y="923"/>
                </a:lnTo>
                <a:lnTo>
                  <a:pt x="481" y="922"/>
                </a:lnTo>
                <a:lnTo>
                  <a:pt x="481" y="921"/>
                </a:lnTo>
                <a:lnTo>
                  <a:pt x="481" y="920"/>
                </a:lnTo>
                <a:lnTo>
                  <a:pt x="480" y="920"/>
                </a:lnTo>
                <a:lnTo>
                  <a:pt x="479" y="919"/>
                </a:lnTo>
                <a:lnTo>
                  <a:pt x="478" y="919"/>
                </a:lnTo>
                <a:lnTo>
                  <a:pt x="477" y="917"/>
                </a:lnTo>
                <a:lnTo>
                  <a:pt x="475" y="915"/>
                </a:lnTo>
                <a:lnTo>
                  <a:pt x="475" y="914"/>
                </a:lnTo>
                <a:lnTo>
                  <a:pt x="475" y="913"/>
                </a:lnTo>
                <a:lnTo>
                  <a:pt x="475" y="911"/>
                </a:lnTo>
                <a:lnTo>
                  <a:pt x="475" y="910"/>
                </a:lnTo>
                <a:lnTo>
                  <a:pt x="475" y="909"/>
                </a:lnTo>
                <a:lnTo>
                  <a:pt x="476" y="909"/>
                </a:lnTo>
                <a:lnTo>
                  <a:pt x="476" y="908"/>
                </a:lnTo>
                <a:lnTo>
                  <a:pt x="476" y="906"/>
                </a:lnTo>
                <a:lnTo>
                  <a:pt x="476" y="905"/>
                </a:lnTo>
                <a:lnTo>
                  <a:pt x="475" y="905"/>
                </a:lnTo>
                <a:lnTo>
                  <a:pt x="474" y="905"/>
                </a:lnTo>
                <a:lnTo>
                  <a:pt x="474" y="904"/>
                </a:lnTo>
                <a:lnTo>
                  <a:pt x="474" y="902"/>
                </a:lnTo>
                <a:lnTo>
                  <a:pt x="473" y="900"/>
                </a:lnTo>
                <a:lnTo>
                  <a:pt x="474" y="899"/>
                </a:lnTo>
                <a:lnTo>
                  <a:pt x="475" y="897"/>
                </a:lnTo>
                <a:lnTo>
                  <a:pt x="477" y="896"/>
                </a:lnTo>
                <a:lnTo>
                  <a:pt x="477" y="895"/>
                </a:lnTo>
                <a:lnTo>
                  <a:pt x="477" y="896"/>
                </a:lnTo>
                <a:lnTo>
                  <a:pt x="478" y="896"/>
                </a:lnTo>
                <a:lnTo>
                  <a:pt x="479" y="897"/>
                </a:lnTo>
                <a:lnTo>
                  <a:pt x="481" y="897"/>
                </a:lnTo>
                <a:lnTo>
                  <a:pt x="482" y="896"/>
                </a:lnTo>
                <a:lnTo>
                  <a:pt x="484" y="895"/>
                </a:lnTo>
                <a:lnTo>
                  <a:pt x="487" y="894"/>
                </a:lnTo>
                <a:lnTo>
                  <a:pt x="488" y="895"/>
                </a:lnTo>
                <a:lnTo>
                  <a:pt x="490" y="893"/>
                </a:lnTo>
                <a:lnTo>
                  <a:pt x="491" y="893"/>
                </a:lnTo>
                <a:lnTo>
                  <a:pt x="491" y="892"/>
                </a:lnTo>
                <a:lnTo>
                  <a:pt x="491" y="891"/>
                </a:lnTo>
                <a:lnTo>
                  <a:pt x="490" y="890"/>
                </a:lnTo>
                <a:lnTo>
                  <a:pt x="492" y="888"/>
                </a:lnTo>
                <a:lnTo>
                  <a:pt x="494" y="888"/>
                </a:lnTo>
                <a:lnTo>
                  <a:pt x="497" y="887"/>
                </a:lnTo>
                <a:lnTo>
                  <a:pt x="498" y="887"/>
                </a:lnTo>
                <a:lnTo>
                  <a:pt x="497" y="885"/>
                </a:lnTo>
                <a:lnTo>
                  <a:pt x="497" y="884"/>
                </a:lnTo>
                <a:lnTo>
                  <a:pt x="496" y="882"/>
                </a:lnTo>
                <a:lnTo>
                  <a:pt x="496" y="881"/>
                </a:lnTo>
                <a:lnTo>
                  <a:pt x="496" y="880"/>
                </a:lnTo>
                <a:lnTo>
                  <a:pt x="497" y="880"/>
                </a:lnTo>
                <a:lnTo>
                  <a:pt x="496" y="878"/>
                </a:lnTo>
                <a:lnTo>
                  <a:pt x="496" y="877"/>
                </a:lnTo>
                <a:lnTo>
                  <a:pt x="495" y="877"/>
                </a:lnTo>
                <a:lnTo>
                  <a:pt x="495" y="878"/>
                </a:lnTo>
                <a:lnTo>
                  <a:pt x="494" y="878"/>
                </a:lnTo>
                <a:lnTo>
                  <a:pt x="494" y="877"/>
                </a:lnTo>
                <a:lnTo>
                  <a:pt x="494" y="876"/>
                </a:lnTo>
                <a:lnTo>
                  <a:pt x="493" y="875"/>
                </a:lnTo>
                <a:lnTo>
                  <a:pt x="494" y="875"/>
                </a:lnTo>
                <a:lnTo>
                  <a:pt x="494" y="874"/>
                </a:lnTo>
                <a:lnTo>
                  <a:pt x="495" y="872"/>
                </a:lnTo>
                <a:lnTo>
                  <a:pt x="497" y="871"/>
                </a:lnTo>
                <a:lnTo>
                  <a:pt x="498" y="871"/>
                </a:lnTo>
                <a:lnTo>
                  <a:pt x="499" y="871"/>
                </a:lnTo>
                <a:lnTo>
                  <a:pt x="499" y="872"/>
                </a:lnTo>
                <a:lnTo>
                  <a:pt x="499" y="871"/>
                </a:lnTo>
                <a:lnTo>
                  <a:pt x="500" y="871"/>
                </a:lnTo>
                <a:lnTo>
                  <a:pt x="500" y="870"/>
                </a:lnTo>
                <a:lnTo>
                  <a:pt x="501" y="869"/>
                </a:lnTo>
                <a:lnTo>
                  <a:pt x="503" y="869"/>
                </a:lnTo>
                <a:lnTo>
                  <a:pt x="504" y="869"/>
                </a:lnTo>
                <a:lnTo>
                  <a:pt x="505" y="869"/>
                </a:lnTo>
                <a:lnTo>
                  <a:pt x="505" y="867"/>
                </a:lnTo>
                <a:lnTo>
                  <a:pt x="505" y="866"/>
                </a:lnTo>
                <a:lnTo>
                  <a:pt x="502" y="865"/>
                </a:lnTo>
                <a:lnTo>
                  <a:pt x="501" y="865"/>
                </a:lnTo>
                <a:lnTo>
                  <a:pt x="501" y="866"/>
                </a:lnTo>
                <a:lnTo>
                  <a:pt x="500" y="866"/>
                </a:lnTo>
                <a:lnTo>
                  <a:pt x="499" y="866"/>
                </a:lnTo>
                <a:lnTo>
                  <a:pt x="499" y="865"/>
                </a:lnTo>
                <a:lnTo>
                  <a:pt x="499" y="864"/>
                </a:lnTo>
                <a:lnTo>
                  <a:pt x="499" y="863"/>
                </a:lnTo>
                <a:lnTo>
                  <a:pt x="498" y="863"/>
                </a:lnTo>
                <a:lnTo>
                  <a:pt x="497" y="864"/>
                </a:lnTo>
                <a:lnTo>
                  <a:pt x="496" y="864"/>
                </a:lnTo>
                <a:lnTo>
                  <a:pt x="495" y="863"/>
                </a:lnTo>
                <a:lnTo>
                  <a:pt x="494" y="863"/>
                </a:lnTo>
                <a:lnTo>
                  <a:pt x="493" y="863"/>
                </a:lnTo>
                <a:lnTo>
                  <a:pt x="493" y="864"/>
                </a:lnTo>
                <a:lnTo>
                  <a:pt x="492" y="865"/>
                </a:lnTo>
                <a:lnTo>
                  <a:pt x="492" y="866"/>
                </a:lnTo>
                <a:lnTo>
                  <a:pt x="491" y="866"/>
                </a:lnTo>
                <a:lnTo>
                  <a:pt x="490" y="865"/>
                </a:lnTo>
                <a:lnTo>
                  <a:pt x="489" y="864"/>
                </a:lnTo>
                <a:lnTo>
                  <a:pt x="488" y="864"/>
                </a:lnTo>
                <a:lnTo>
                  <a:pt x="486" y="864"/>
                </a:lnTo>
                <a:lnTo>
                  <a:pt x="485" y="864"/>
                </a:lnTo>
                <a:lnTo>
                  <a:pt x="484" y="862"/>
                </a:lnTo>
                <a:lnTo>
                  <a:pt x="484" y="861"/>
                </a:lnTo>
                <a:lnTo>
                  <a:pt x="484" y="860"/>
                </a:lnTo>
                <a:lnTo>
                  <a:pt x="483" y="860"/>
                </a:lnTo>
                <a:lnTo>
                  <a:pt x="482" y="861"/>
                </a:lnTo>
                <a:lnTo>
                  <a:pt x="482" y="862"/>
                </a:lnTo>
                <a:lnTo>
                  <a:pt x="482" y="863"/>
                </a:lnTo>
                <a:lnTo>
                  <a:pt x="481" y="863"/>
                </a:lnTo>
                <a:lnTo>
                  <a:pt x="479" y="863"/>
                </a:lnTo>
                <a:lnTo>
                  <a:pt x="479" y="862"/>
                </a:lnTo>
                <a:lnTo>
                  <a:pt x="478" y="861"/>
                </a:lnTo>
                <a:lnTo>
                  <a:pt x="477" y="860"/>
                </a:lnTo>
                <a:lnTo>
                  <a:pt x="475" y="861"/>
                </a:lnTo>
                <a:lnTo>
                  <a:pt x="474" y="862"/>
                </a:lnTo>
                <a:lnTo>
                  <a:pt x="474" y="864"/>
                </a:lnTo>
                <a:lnTo>
                  <a:pt x="473" y="864"/>
                </a:lnTo>
                <a:lnTo>
                  <a:pt x="471" y="864"/>
                </a:lnTo>
                <a:lnTo>
                  <a:pt x="471" y="865"/>
                </a:lnTo>
                <a:lnTo>
                  <a:pt x="470" y="867"/>
                </a:lnTo>
                <a:lnTo>
                  <a:pt x="469" y="869"/>
                </a:lnTo>
                <a:lnTo>
                  <a:pt x="468" y="870"/>
                </a:lnTo>
                <a:lnTo>
                  <a:pt x="469" y="870"/>
                </a:lnTo>
                <a:lnTo>
                  <a:pt x="469" y="871"/>
                </a:lnTo>
                <a:lnTo>
                  <a:pt x="469" y="872"/>
                </a:lnTo>
                <a:lnTo>
                  <a:pt x="468" y="872"/>
                </a:lnTo>
                <a:lnTo>
                  <a:pt x="467" y="871"/>
                </a:lnTo>
                <a:lnTo>
                  <a:pt x="465" y="870"/>
                </a:lnTo>
                <a:lnTo>
                  <a:pt x="462" y="870"/>
                </a:lnTo>
                <a:lnTo>
                  <a:pt x="461" y="870"/>
                </a:lnTo>
                <a:lnTo>
                  <a:pt x="460" y="869"/>
                </a:lnTo>
                <a:lnTo>
                  <a:pt x="461" y="869"/>
                </a:lnTo>
                <a:lnTo>
                  <a:pt x="461" y="868"/>
                </a:lnTo>
                <a:lnTo>
                  <a:pt x="460" y="866"/>
                </a:lnTo>
                <a:lnTo>
                  <a:pt x="459" y="865"/>
                </a:lnTo>
                <a:lnTo>
                  <a:pt x="459" y="864"/>
                </a:lnTo>
                <a:lnTo>
                  <a:pt x="458" y="864"/>
                </a:lnTo>
                <a:lnTo>
                  <a:pt x="457" y="864"/>
                </a:lnTo>
                <a:lnTo>
                  <a:pt x="456" y="862"/>
                </a:lnTo>
                <a:lnTo>
                  <a:pt x="456" y="861"/>
                </a:lnTo>
                <a:lnTo>
                  <a:pt x="456" y="860"/>
                </a:lnTo>
                <a:lnTo>
                  <a:pt x="454" y="858"/>
                </a:lnTo>
                <a:lnTo>
                  <a:pt x="454" y="856"/>
                </a:lnTo>
                <a:lnTo>
                  <a:pt x="454" y="855"/>
                </a:lnTo>
                <a:lnTo>
                  <a:pt x="453" y="855"/>
                </a:lnTo>
                <a:lnTo>
                  <a:pt x="452" y="855"/>
                </a:lnTo>
                <a:lnTo>
                  <a:pt x="452" y="854"/>
                </a:lnTo>
                <a:lnTo>
                  <a:pt x="452" y="853"/>
                </a:lnTo>
                <a:lnTo>
                  <a:pt x="451" y="852"/>
                </a:lnTo>
                <a:lnTo>
                  <a:pt x="450" y="852"/>
                </a:lnTo>
                <a:lnTo>
                  <a:pt x="450" y="851"/>
                </a:lnTo>
                <a:lnTo>
                  <a:pt x="450" y="849"/>
                </a:lnTo>
                <a:lnTo>
                  <a:pt x="451" y="849"/>
                </a:lnTo>
                <a:lnTo>
                  <a:pt x="451" y="848"/>
                </a:lnTo>
                <a:lnTo>
                  <a:pt x="451" y="847"/>
                </a:lnTo>
                <a:lnTo>
                  <a:pt x="452" y="847"/>
                </a:lnTo>
                <a:lnTo>
                  <a:pt x="452" y="846"/>
                </a:lnTo>
                <a:lnTo>
                  <a:pt x="452" y="842"/>
                </a:lnTo>
                <a:lnTo>
                  <a:pt x="452" y="841"/>
                </a:lnTo>
                <a:lnTo>
                  <a:pt x="453" y="840"/>
                </a:lnTo>
                <a:lnTo>
                  <a:pt x="454" y="838"/>
                </a:lnTo>
                <a:lnTo>
                  <a:pt x="454" y="836"/>
                </a:lnTo>
                <a:lnTo>
                  <a:pt x="455" y="833"/>
                </a:lnTo>
                <a:lnTo>
                  <a:pt x="456" y="832"/>
                </a:lnTo>
                <a:lnTo>
                  <a:pt x="459" y="832"/>
                </a:lnTo>
                <a:lnTo>
                  <a:pt x="460" y="832"/>
                </a:lnTo>
                <a:lnTo>
                  <a:pt x="460" y="833"/>
                </a:lnTo>
                <a:lnTo>
                  <a:pt x="461" y="833"/>
                </a:lnTo>
                <a:lnTo>
                  <a:pt x="461" y="831"/>
                </a:lnTo>
                <a:lnTo>
                  <a:pt x="462" y="831"/>
                </a:lnTo>
                <a:lnTo>
                  <a:pt x="461" y="830"/>
                </a:lnTo>
                <a:lnTo>
                  <a:pt x="460" y="829"/>
                </a:lnTo>
                <a:lnTo>
                  <a:pt x="459" y="829"/>
                </a:lnTo>
                <a:lnTo>
                  <a:pt x="458" y="828"/>
                </a:lnTo>
                <a:lnTo>
                  <a:pt x="458" y="827"/>
                </a:lnTo>
                <a:lnTo>
                  <a:pt x="458" y="826"/>
                </a:lnTo>
                <a:lnTo>
                  <a:pt x="459" y="823"/>
                </a:lnTo>
                <a:lnTo>
                  <a:pt x="459" y="822"/>
                </a:lnTo>
                <a:lnTo>
                  <a:pt x="459" y="820"/>
                </a:lnTo>
                <a:lnTo>
                  <a:pt x="460" y="820"/>
                </a:lnTo>
                <a:lnTo>
                  <a:pt x="461" y="819"/>
                </a:lnTo>
                <a:lnTo>
                  <a:pt x="462" y="818"/>
                </a:lnTo>
                <a:lnTo>
                  <a:pt x="461" y="818"/>
                </a:lnTo>
                <a:lnTo>
                  <a:pt x="460" y="817"/>
                </a:lnTo>
                <a:lnTo>
                  <a:pt x="461" y="817"/>
                </a:lnTo>
                <a:lnTo>
                  <a:pt x="461" y="816"/>
                </a:lnTo>
                <a:lnTo>
                  <a:pt x="459" y="814"/>
                </a:lnTo>
                <a:lnTo>
                  <a:pt x="458" y="813"/>
                </a:lnTo>
                <a:lnTo>
                  <a:pt x="459" y="811"/>
                </a:lnTo>
                <a:lnTo>
                  <a:pt x="459" y="810"/>
                </a:lnTo>
                <a:lnTo>
                  <a:pt x="460" y="809"/>
                </a:lnTo>
                <a:lnTo>
                  <a:pt x="461" y="808"/>
                </a:lnTo>
                <a:lnTo>
                  <a:pt x="462" y="808"/>
                </a:lnTo>
                <a:lnTo>
                  <a:pt x="461" y="805"/>
                </a:lnTo>
                <a:lnTo>
                  <a:pt x="461" y="804"/>
                </a:lnTo>
                <a:lnTo>
                  <a:pt x="460" y="804"/>
                </a:lnTo>
                <a:lnTo>
                  <a:pt x="460" y="801"/>
                </a:lnTo>
                <a:lnTo>
                  <a:pt x="461" y="799"/>
                </a:lnTo>
                <a:lnTo>
                  <a:pt x="462" y="799"/>
                </a:lnTo>
                <a:lnTo>
                  <a:pt x="462" y="798"/>
                </a:lnTo>
                <a:lnTo>
                  <a:pt x="464" y="797"/>
                </a:lnTo>
                <a:lnTo>
                  <a:pt x="463" y="797"/>
                </a:lnTo>
                <a:lnTo>
                  <a:pt x="463" y="796"/>
                </a:lnTo>
                <a:lnTo>
                  <a:pt x="463" y="795"/>
                </a:lnTo>
                <a:lnTo>
                  <a:pt x="463" y="794"/>
                </a:lnTo>
                <a:lnTo>
                  <a:pt x="464" y="794"/>
                </a:lnTo>
                <a:lnTo>
                  <a:pt x="463" y="790"/>
                </a:lnTo>
                <a:lnTo>
                  <a:pt x="463" y="789"/>
                </a:lnTo>
                <a:lnTo>
                  <a:pt x="462" y="787"/>
                </a:lnTo>
                <a:lnTo>
                  <a:pt x="461" y="787"/>
                </a:lnTo>
                <a:lnTo>
                  <a:pt x="458" y="786"/>
                </a:lnTo>
                <a:lnTo>
                  <a:pt x="458" y="787"/>
                </a:lnTo>
                <a:lnTo>
                  <a:pt x="456" y="788"/>
                </a:lnTo>
                <a:lnTo>
                  <a:pt x="456" y="789"/>
                </a:lnTo>
                <a:lnTo>
                  <a:pt x="455" y="789"/>
                </a:lnTo>
                <a:lnTo>
                  <a:pt x="453" y="789"/>
                </a:lnTo>
                <a:lnTo>
                  <a:pt x="452" y="789"/>
                </a:lnTo>
                <a:lnTo>
                  <a:pt x="452" y="788"/>
                </a:lnTo>
                <a:lnTo>
                  <a:pt x="451" y="788"/>
                </a:lnTo>
                <a:lnTo>
                  <a:pt x="450" y="789"/>
                </a:lnTo>
                <a:lnTo>
                  <a:pt x="449" y="789"/>
                </a:lnTo>
                <a:lnTo>
                  <a:pt x="447" y="786"/>
                </a:lnTo>
                <a:lnTo>
                  <a:pt x="448" y="785"/>
                </a:lnTo>
                <a:lnTo>
                  <a:pt x="447" y="783"/>
                </a:lnTo>
                <a:lnTo>
                  <a:pt x="447" y="781"/>
                </a:lnTo>
                <a:lnTo>
                  <a:pt x="445" y="781"/>
                </a:lnTo>
                <a:lnTo>
                  <a:pt x="445" y="782"/>
                </a:lnTo>
                <a:lnTo>
                  <a:pt x="444" y="782"/>
                </a:lnTo>
                <a:lnTo>
                  <a:pt x="444" y="781"/>
                </a:lnTo>
                <a:lnTo>
                  <a:pt x="443" y="781"/>
                </a:lnTo>
                <a:lnTo>
                  <a:pt x="442" y="781"/>
                </a:lnTo>
                <a:lnTo>
                  <a:pt x="441" y="780"/>
                </a:lnTo>
                <a:lnTo>
                  <a:pt x="440" y="781"/>
                </a:lnTo>
                <a:lnTo>
                  <a:pt x="436" y="781"/>
                </a:lnTo>
                <a:lnTo>
                  <a:pt x="433" y="781"/>
                </a:lnTo>
                <a:lnTo>
                  <a:pt x="431" y="781"/>
                </a:lnTo>
                <a:lnTo>
                  <a:pt x="429" y="782"/>
                </a:lnTo>
                <a:lnTo>
                  <a:pt x="428" y="782"/>
                </a:lnTo>
                <a:lnTo>
                  <a:pt x="427" y="782"/>
                </a:lnTo>
                <a:lnTo>
                  <a:pt x="426" y="781"/>
                </a:lnTo>
                <a:lnTo>
                  <a:pt x="425" y="781"/>
                </a:lnTo>
                <a:lnTo>
                  <a:pt x="424" y="780"/>
                </a:lnTo>
                <a:lnTo>
                  <a:pt x="423" y="780"/>
                </a:lnTo>
                <a:lnTo>
                  <a:pt x="423" y="779"/>
                </a:lnTo>
                <a:lnTo>
                  <a:pt x="422" y="779"/>
                </a:lnTo>
                <a:lnTo>
                  <a:pt x="421" y="778"/>
                </a:lnTo>
                <a:lnTo>
                  <a:pt x="420" y="778"/>
                </a:lnTo>
                <a:lnTo>
                  <a:pt x="420" y="779"/>
                </a:lnTo>
                <a:lnTo>
                  <a:pt x="419" y="779"/>
                </a:lnTo>
                <a:lnTo>
                  <a:pt x="417" y="779"/>
                </a:lnTo>
                <a:lnTo>
                  <a:pt x="417" y="778"/>
                </a:lnTo>
                <a:lnTo>
                  <a:pt x="417" y="777"/>
                </a:lnTo>
                <a:lnTo>
                  <a:pt x="416" y="777"/>
                </a:lnTo>
                <a:lnTo>
                  <a:pt x="414" y="776"/>
                </a:lnTo>
                <a:lnTo>
                  <a:pt x="412" y="776"/>
                </a:lnTo>
                <a:lnTo>
                  <a:pt x="412" y="777"/>
                </a:lnTo>
                <a:lnTo>
                  <a:pt x="411" y="777"/>
                </a:lnTo>
                <a:lnTo>
                  <a:pt x="411" y="776"/>
                </a:lnTo>
                <a:lnTo>
                  <a:pt x="410" y="776"/>
                </a:lnTo>
                <a:lnTo>
                  <a:pt x="409" y="776"/>
                </a:lnTo>
                <a:lnTo>
                  <a:pt x="409" y="775"/>
                </a:lnTo>
                <a:lnTo>
                  <a:pt x="410" y="774"/>
                </a:lnTo>
                <a:lnTo>
                  <a:pt x="410" y="773"/>
                </a:lnTo>
                <a:lnTo>
                  <a:pt x="410" y="772"/>
                </a:lnTo>
                <a:lnTo>
                  <a:pt x="408" y="772"/>
                </a:lnTo>
                <a:lnTo>
                  <a:pt x="407" y="771"/>
                </a:lnTo>
                <a:lnTo>
                  <a:pt x="406" y="770"/>
                </a:lnTo>
                <a:lnTo>
                  <a:pt x="406" y="769"/>
                </a:lnTo>
                <a:lnTo>
                  <a:pt x="405" y="767"/>
                </a:lnTo>
                <a:lnTo>
                  <a:pt x="404" y="767"/>
                </a:lnTo>
                <a:lnTo>
                  <a:pt x="402" y="768"/>
                </a:lnTo>
                <a:lnTo>
                  <a:pt x="401" y="768"/>
                </a:lnTo>
                <a:lnTo>
                  <a:pt x="400" y="768"/>
                </a:lnTo>
                <a:lnTo>
                  <a:pt x="399" y="770"/>
                </a:lnTo>
                <a:lnTo>
                  <a:pt x="399" y="771"/>
                </a:lnTo>
                <a:lnTo>
                  <a:pt x="400" y="773"/>
                </a:lnTo>
                <a:lnTo>
                  <a:pt x="399" y="774"/>
                </a:lnTo>
                <a:lnTo>
                  <a:pt x="399" y="776"/>
                </a:lnTo>
                <a:lnTo>
                  <a:pt x="399" y="778"/>
                </a:lnTo>
                <a:lnTo>
                  <a:pt x="400" y="778"/>
                </a:lnTo>
                <a:lnTo>
                  <a:pt x="399" y="778"/>
                </a:lnTo>
                <a:lnTo>
                  <a:pt x="399" y="779"/>
                </a:lnTo>
                <a:lnTo>
                  <a:pt x="399" y="780"/>
                </a:lnTo>
                <a:lnTo>
                  <a:pt x="398" y="780"/>
                </a:lnTo>
                <a:lnTo>
                  <a:pt x="396" y="781"/>
                </a:lnTo>
                <a:lnTo>
                  <a:pt x="398" y="783"/>
                </a:lnTo>
                <a:lnTo>
                  <a:pt x="398" y="784"/>
                </a:lnTo>
                <a:lnTo>
                  <a:pt x="399" y="787"/>
                </a:lnTo>
                <a:lnTo>
                  <a:pt x="399" y="788"/>
                </a:lnTo>
                <a:lnTo>
                  <a:pt x="398" y="789"/>
                </a:lnTo>
                <a:lnTo>
                  <a:pt x="398" y="793"/>
                </a:lnTo>
                <a:lnTo>
                  <a:pt x="397" y="793"/>
                </a:lnTo>
                <a:lnTo>
                  <a:pt x="397" y="794"/>
                </a:lnTo>
                <a:lnTo>
                  <a:pt x="397" y="795"/>
                </a:lnTo>
                <a:lnTo>
                  <a:pt x="396" y="794"/>
                </a:lnTo>
                <a:lnTo>
                  <a:pt x="396" y="793"/>
                </a:lnTo>
                <a:lnTo>
                  <a:pt x="396" y="792"/>
                </a:lnTo>
                <a:lnTo>
                  <a:pt x="395" y="790"/>
                </a:lnTo>
                <a:lnTo>
                  <a:pt x="393" y="790"/>
                </a:lnTo>
                <a:lnTo>
                  <a:pt x="389" y="791"/>
                </a:lnTo>
                <a:lnTo>
                  <a:pt x="387" y="792"/>
                </a:lnTo>
                <a:lnTo>
                  <a:pt x="386" y="792"/>
                </a:lnTo>
                <a:lnTo>
                  <a:pt x="385" y="792"/>
                </a:lnTo>
                <a:lnTo>
                  <a:pt x="384" y="792"/>
                </a:lnTo>
                <a:lnTo>
                  <a:pt x="383" y="794"/>
                </a:lnTo>
                <a:lnTo>
                  <a:pt x="382" y="795"/>
                </a:lnTo>
                <a:lnTo>
                  <a:pt x="381" y="795"/>
                </a:lnTo>
                <a:lnTo>
                  <a:pt x="380" y="795"/>
                </a:lnTo>
                <a:lnTo>
                  <a:pt x="379" y="795"/>
                </a:lnTo>
                <a:lnTo>
                  <a:pt x="378" y="795"/>
                </a:lnTo>
                <a:lnTo>
                  <a:pt x="377" y="794"/>
                </a:lnTo>
                <a:lnTo>
                  <a:pt x="376" y="795"/>
                </a:lnTo>
                <a:lnTo>
                  <a:pt x="374" y="793"/>
                </a:lnTo>
                <a:lnTo>
                  <a:pt x="373" y="793"/>
                </a:lnTo>
                <a:lnTo>
                  <a:pt x="370" y="795"/>
                </a:lnTo>
                <a:lnTo>
                  <a:pt x="369" y="794"/>
                </a:lnTo>
                <a:lnTo>
                  <a:pt x="368" y="796"/>
                </a:lnTo>
                <a:lnTo>
                  <a:pt x="368" y="797"/>
                </a:lnTo>
                <a:lnTo>
                  <a:pt x="367" y="797"/>
                </a:lnTo>
                <a:lnTo>
                  <a:pt x="364" y="795"/>
                </a:lnTo>
                <a:lnTo>
                  <a:pt x="363" y="794"/>
                </a:lnTo>
                <a:lnTo>
                  <a:pt x="363" y="793"/>
                </a:lnTo>
                <a:lnTo>
                  <a:pt x="363" y="791"/>
                </a:lnTo>
                <a:lnTo>
                  <a:pt x="364" y="791"/>
                </a:lnTo>
                <a:lnTo>
                  <a:pt x="364" y="790"/>
                </a:lnTo>
                <a:lnTo>
                  <a:pt x="364" y="789"/>
                </a:lnTo>
                <a:lnTo>
                  <a:pt x="365" y="786"/>
                </a:lnTo>
                <a:lnTo>
                  <a:pt x="364" y="785"/>
                </a:lnTo>
                <a:lnTo>
                  <a:pt x="364" y="784"/>
                </a:lnTo>
                <a:lnTo>
                  <a:pt x="363" y="783"/>
                </a:lnTo>
                <a:lnTo>
                  <a:pt x="362" y="783"/>
                </a:lnTo>
                <a:lnTo>
                  <a:pt x="361" y="785"/>
                </a:lnTo>
                <a:lnTo>
                  <a:pt x="360" y="786"/>
                </a:lnTo>
                <a:lnTo>
                  <a:pt x="361" y="787"/>
                </a:lnTo>
                <a:lnTo>
                  <a:pt x="360" y="788"/>
                </a:lnTo>
                <a:lnTo>
                  <a:pt x="358" y="788"/>
                </a:lnTo>
                <a:lnTo>
                  <a:pt x="357" y="788"/>
                </a:lnTo>
                <a:lnTo>
                  <a:pt x="356" y="788"/>
                </a:lnTo>
                <a:lnTo>
                  <a:pt x="356" y="787"/>
                </a:lnTo>
                <a:lnTo>
                  <a:pt x="356" y="786"/>
                </a:lnTo>
                <a:lnTo>
                  <a:pt x="353" y="784"/>
                </a:lnTo>
                <a:lnTo>
                  <a:pt x="352" y="784"/>
                </a:lnTo>
                <a:lnTo>
                  <a:pt x="350" y="784"/>
                </a:lnTo>
                <a:lnTo>
                  <a:pt x="349" y="784"/>
                </a:lnTo>
                <a:lnTo>
                  <a:pt x="349" y="785"/>
                </a:lnTo>
                <a:lnTo>
                  <a:pt x="348" y="785"/>
                </a:lnTo>
                <a:lnTo>
                  <a:pt x="346" y="786"/>
                </a:lnTo>
                <a:lnTo>
                  <a:pt x="345" y="786"/>
                </a:lnTo>
                <a:lnTo>
                  <a:pt x="344" y="786"/>
                </a:lnTo>
                <a:lnTo>
                  <a:pt x="342" y="784"/>
                </a:lnTo>
                <a:lnTo>
                  <a:pt x="341" y="784"/>
                </a:lnTo>
                <a:lnTo>
                  <a:pt x="340" y="784"/>
                </a:lnTo>
                <a:lnTo>
                  <a:pt x="341" y="783"/>
                </a:lnTo>
                <a:lnTo>
                  <a:pt x="341" y="782"/>
                </a:lnTo>
                <a:lnTo>
                  <a:pt x="340" y="781"/>
                </a:lnTo>
                <a:lnTo>
                  <a:pt x="339" y="781"/>
                </a:lnTo>
                <a:lnTo>
                  <a:pt x="336" y="786"/>
                </a:lnTo>
                <a:lnTo>
                  <a:pt x="335" y="789"/>
                </a:lnTo>
                <a:lnTo>
                  <a:pt x="334" y="789"/>
                </a:lnTo>
                <a:lnTo>
                  <a:pt x="331" y="791"/>
                </a:lnTo>
                <a:lnTo>
                  <a:pt x="329" y="792"/>
                </a:lnTo>
                <a:lnTo>
                  <a:pt x="328" y="793"/>
                </a:lnTo>
                <a:lnTo>
                  <a:pt x="327" y="794"/>
                </a:lnTo>
                <a:lnTo>
                  <a:pt x="328" y="796"/>
                </a:lnTo>
                <a:lnTo>
                  <a:pt x="328" y="797"/>
                </a:lnTo>
                <a:lnTo>
                  <a:pt x="329" y="799"/>
                </a:lnTo>
                <a:lnTo>
                  <a:pt x="329" y="800"/>
                </a:lnTo>
                <a:lnTo>
                  <a:pt x="329" y="803"/>
                </a:lnTo>
                <a:lnTo>
                  <a:pt x="328" y="805"/>
                </a:lnTo>
                <a:lnTo>
                  <a:pt x="327" y="806"/>
                </a:lnTo>
                <a:lnTo>
                  <a:pt x="326" y="806"/>
                </a:lnTo>
                <a:lnTo>
                  <a:pt x="326" y="807"/>
                </a:lnTo>
                <a:lnTo>
                  <a:pt x="325" y="808"/>
                </a:lnTo>
                <a:lnTo>
                  <a:pt x="325" y="809"/>
                </a:lnTo>
                <a:lnTo>
                  <a:pt x="323" y="812"/>
                </a:lnTo>
                <a:lnTo>
                  <a:pt x="322" y="813"/>
                </a:lnTo>
                <a:lnTo>
                  <a:pt x="321" y="813"/>
                </a:lnTo>
                <a:lnTo>
                  <a:pt x="321" y="815"/>
                </a:lnTo>
                <a:lnTo>
                  <a:pt x="321" y="816"/>
                </a:lnTo>
                <a:lnTo>
                  <a:pt x="320" y="816"/>
                </a:lnTo>
                <a:lnTo>
                  <a:pt x="320" y="817"/>
                </a:lnTo>
                <a:lnTo>
                  <a:pt x="319" y="817"/>
                </a:lnTo>
                <a:lnTo>
                  <a:pt x="319" y="816"/>
                </a:lnTo>
                <a:lnTo>
                  <a:pt x="318" y="816"/>
                </a:lnTo>
                <a:lnTo>
                  <a:pt x="318" y="815"/>
                </a:lnTo>
                <a:lnTo>
                  <a:pt x="318" y="814"/>
                </a:lnTo>
                <a:lnTo>
                  <a:pt x="316" y="814"/>
                </a:lnTo>
                <a:lnTo>
                  <a:pt x="315" y="815"/>
                </a:lnTo>
                <a:lnTo>
                  <a:pt x="311" y="818"/>
                </a:lnTo>
                <a:lnTo>
                  <a:pt x="309" y="820"/>
                </a:lnTo>
                <a:lnTo>
                  <a:pt x="307" y="822"/>
                </a:lnTo>
                <a:lnTo>
                  <a:pt x="306" y="823"/>
                </a:lnTo>
                <a:lnTo>
                  <a:pt x="306" y="824"/>
                </a:lnTo>
                <a:lnTo>
                  <a:pt x="305" y="826"/>
                </a:lnTo>
                <a:lnTo>
                  <a:pt x="303" y="828"/>
                </a:lnTo>
                <a:lnTo>
                  <a:pt x="302" y="828"/>
                </a:lnTo>
                <a:lnTo>
                  <a:pt x="301" y="829"/>
                </a:lnTo>
                <a:lnTo>
                  <a:pt x="300" y="830"/>
                </a:lnTo>
                <a:lnTo>
                  <a:pt x="299" y="831"/>
                </a:lnTo>
                <a:lnTo>
                  <a:pt x="298" y="832"/>
                </a:lnTo>
                <a:lnTo>
                  <a:pt x="298" y="834"/>
                </a:lnTo>
                <a:lnTo>
                  <a:pt x="298" y="835"/>
                </a:lnTo>
                <a:lnTo>
                  <a:pt x="298" y="837"/>
                </a:lnTo>
                <a:lnTo>
                  <a:pt x="297" y="837"/>
                </a:lnTo>
                <a:lnTo>
                  <a:pt x="296" y="837"/>
                </a:lnTo>
                <a:lnTo>
                  <a:pt x="295" y="839"/>
                </a:lnTo>
                <a:lnTo>
                  <a:pt x="295" y="840"/>
                </a:lnTo>
                <a:lnTo>
                  <a:pt x="296" y="842"/>
                </a:lnTo>
                <a:lnTo>
                  <a:pt x="296" y="843"/>
                </a:lnTo>
                <a:lnTo>
                  <a:pt x="295" y="845"/>
                </a:lnTo>
                <a:lnTo>
                  <a:pt x="294" y="848"/>
                </a:lnTo>
                <a:lnTo>
                  <a:pt x="293" y="850"/>
                </a:lnTo>
                <a:lnTo>
                  <a:pt x="293" y="852"/>
                </a:lnTo>
                <a:lnTo>
                  <a:pt x="292" y="854"/>
                </a:lnTo>
                <a:lnTo>
                  <a:pt x="291" y="856"/>
                </a:lnTo>
                <a:lnTo>
                  <a:pt x="290" y="858"/>
                </a:lnTo>
                <a:lnTo>
                  <a:pt x="289" y="858"/>
                </a:lnTo>
                <a:lnTo>
                  <a:pt x="287" y="859"/>
                </a:lnTo>
                <a:lnTo>
                  <a:pt x="285" y="860"/>
                </a:lnTo>
                <a:lnTo>
                  <a:pt x="284" y="860"/>
                </a:lnTo>
                <a:lnTo>
                  <a:pt x="283" y="860"/>
                </a:lnTo>
                <a:lnTo>
                  <a:pt x="282" y="860"/>
                </a:lnTo>
                <a:lnTo>
                  <a:pt x="281" y="860"/>
                </a:lnTo>
                <a:lnTo>
                  <a:pt x="280" y="860"/>
                </a:lnTo>
                <a:lnTo>
                  <a:pt x="280" y="861"/>
                </a:lnTo>
                <a:lnTo>
                  <a:pt x="279" y="861"/>
                </a:lnTo>
                <a:lnTo>
                  <a:pt x="277" y="860"/>
                </a:lnTo>
                <a:lnTo>
                  <a:pt x="276" y="859"/>
                </a:lnTo>
                <a:lnTo>
                  <a:pt x="276" y="857"/>
                </a:lnTo>
                <a:lnTo>
                  <a:pt x="277" y="856"/>
                </a:lnTo>
                <a:lnTo>
                  <a:pt x="277" y="855"/>
                </a:lnTo>
                <a:lnTo>
                  <a:pt x="275" y="853"/>
                </a:lnTo>
                <a:lnTo>
                  <a:pt x="275" y="852"/>
                </a:lnTo>
                <a:lnTo>
                  <a:pt x="276" y="850"/>
                </a:lnTo>
                <a:lnTo>
                  <a:pt x="275" y="850"/>
                </a:lnTo>
                <a:lnTo>
                  <a:pt x="275" y="849"/>
                </a:lnTo>
                <a:lnTo>
                  <a:pt x="273" y="846"/>
                </a:lnTo>
                <a:lnTo>
                  <a:pt x="270" y="845"/>
                </a:lnTo>
                <a:lnTo>
                  <a:pt x="269" y="845"/>
                </a:lnTo>
                <a:lnTo>
                  <a:pt x="269" y="844"/>
                </a:lnTo>
                <a:lnTo>
                  <a:pt x="267" y="842"/>
                </a:lnTo>
                <a:lnTo>
                  <a:pt x="265" y="840"/>
                </a:lnTo>
                <a:lnTo>
                  <a:pt x="264" y="840"/>
                </a:lnTo>
                <a:lnTo>
                  <a:pt x="264" y="841"/>
                </a:lnTo>
                <a:lnTo>
                  <a:pt x="261" y="844"/>
                </a:lnTo>
                <a:lnTo>
                  <a:pt x="261" y="845"/>
                </a:lnTo>
                <a:lnTo>
                  <a:pt x="261" y="846"/>
                </a:lnTo>
                <a:lnTo>
                  <a:pt x="260" y="848"/>
                </a:lnTo>
                <a:lnTo>
                  <a:pt x="260" y="850"/>
                </a:lnTo>
                <a:lnTo>
                  <a:pt x="259" y="851"/>
                </a:lnTo>
                <a:lnTo>
                  <a:pt x="257" y="851"/>
                </a:lnTo>
                <a:lnTo>
                  <a:pt x="256" y="850"/>
                </a:lnTo>
                <a:lnTo>
                  <a:pt x="255" y="849"/>
                </a:lnTo>
                <a:lnTo>
                  <a:pt x="255" y="848"/>
                </a:lnTo>
                <a:lnTo>
                  <a:pt x="254" y="848"/>
                </a:lnTo>
                <a:lnTo>
                  <a:pt x="253" y="847"/>
                </a:lnTo>
                <a:lnTo>
                  <a:pt x="252" y="847"/>
                </a:lnTo>
                <a:lnTo>
                  <a:pt x="251" y="848"/>
                </a:lnTo>
                <a:lnTo>
                  <a:pt x="251" y="849"/>
                </a:lnTo>
                <a:lnTo>
                  <a:pt x="250" y="850"/>
                </a:lnTo>
                <a:lnTo>
                  <a:pt x="250" y="851"/>
                </a:lnTo>
                <a:lnTo>
                  <a:pt x="249" y="851"/>
                </a:lnTo>
                <a:lnTo>
                  <a:pt x="249" y="850"/>
                </a:lnTo>
                <a:lnTo>
                  <a:pt x="248" y="850"/>
                </a:lnTo>
                <a:lnTo>
                  <a:pt x="248" y="849"/>
                </a:lnTo>
                <a:lnTo>
                  <a:pt x="248" y="848"/>
                </a:lnTo>
                <a:lnTo>
                  <a:pt x="247" y="847"/>
                </a:lnTo>
                <a:lnTo>
                  <a:pt x="245" y="846"/>
                </a:lnTo>
                <a:lnTo>
                  <a:pt x="244" y="846"/>
                </a:lnTo>
                <a:lnTo>
                  <a:pt x="243" y="846"/>
                </a:lnTo>
                <a:lnTo>
                  <a:pt x="242" y="847"/>
                </a:lnTo>
                <a:lnTo>
                  <a:pt x="242" y="845"/>
                </a:lnTo>
                <a:lnTo>
                  <a:pt x="243" y="843"/>
                </a:lnTo>
                <a:lnTo>
                  <a:pt x="243" y="841"/>
                </a:lnTo>
                <a:lnTo>
                  <a:pt x="243" y="840"/>
                </a:lnTo>
                <a:lnTo>
                  <a:pt x="243" y="839"/>
                </a:lnTo>
                <a:lnTo>
                  <a:pt x="243" y="837"/>
                </a:lnTo>
                <a:lnTo>
                  <a:pt x="244" y="836"/>
                </a:lnTo>
                <a:lnTo>
                  <a:pt x="244" y="835"/>
                </a:lnTo>
                <a:lnTo>
                  <a:pt x="244" y="834"/>
                </a:lnTo>
                <a:lnTo>
                  <a:pt x="245" y="833"/>
                </a:lnTo>
                <a:lnTo>
                  <a:pt x="245" y="832"/>
                </a:lnTo>
                <a:lnTo>
                  <a:pt x="246" y="831"/>
                </a:lnTo>
                <a:lnTo>
                  <a:pt x="246" y="830"/>
                </a:lnTo>
                <a:lnTo>
                  <a:pt x="247" y="829"/>
                </a:lnTo>
                <a:lnTo>
                  <a:pt x="247" y="828"/>
                </a:lnTo>
                <a:lnTo>
                  <a:pt x="247" y="827"/>
                </a:lnTo>
                <a:lnTo>
                  <a:pt x="246" y="825"/>
                </a:lnTo>
                <a:lnTo>
                  <a:pt x="246" y="824"/>
                </a:lnTo>
                <a:lnTo>
                  <a:pt x="245" y="824"/>
                </a:lnTo>
                <a:lnTo>
                  <a:pt x="246" y="822"/>
                </a:lnTo>
                <a:lnTo>
                  <a:pt x="246" y="821"/>
                </a:lnTo>
                <a:lnTo>
                  <a:pt x="246" y="820"/>
                </a:lnTo>
                <a:lnTo>
                  <a:pt x="243" y="820"/>
                </a:lnTo>
                <a:lnTo>
                  <a:pt x="243" y="821"/>
                </a:lnTo>
                <a:lnTo>
                  <a:pt x="242" y="821"/>
                </a:lnTo>
                <a:lnTo>
                  <a:pt x="241" y="821"/>
                </a:lnTo>
                <a:lnTo>
                  <a:pt x="240" y="821"/>
                </a:lnTo>
                <a:lnTo>
                  <a:pt x="239" y="820"/>
                </a:lnTo>
                <a:lnTo>
                  <a:pt x="238" y="820"/>
                </a:lnTo>
                <a:lnTo>
                  <a:pt x="237" y="820"/>
                </a:lnTo>
                <a:lnTo>
                  <a:pt x="237" y="821"/>
                </a:lnTo>
                <a:lnTo>
                  <a:pt x="237" y="822"/>
                </a:lnTo>
                <a:lnTo>
                  <a:pt x="234" y="822"/>
                </a:lnTo>
                <a:lnTo>
                  <a:pt x="233" y="822"/>
                </a:lnTo>
                <a:lnTo>
                  <a:pt x="233" y="821"/>
                </a:lnTo>
                <a:lnTo>
                  <a:pt x="232" y="819"/>
                </a:lnTo>
                <a:lnTo>
                  <a:pt x="231" y="818"/>
                </a:lnTo>
                <a:lnTo>
                  <a:pt x="230" y="817"/>
                </a:lnTo>
                <a:lnTo>
                  <a:pt x="229" y="818"/>
                </a:lnTo>
                <a:lnTo>
                  <a:pt x="228" y="818"/>
                </a:lnTo>
                <a:lnTo>
                  <a:pt x="228" y="819"/>
                </a:lnTo>
                <a:lnTo>
                  <a:pt x="227" y="819"/>
                </a:lnTo>
                <a:lnTo>
                  <a:pt x="226" y="818"/>
                </a:lnTo>
                <a:lnTo>
                  <a:pt x="225" y="818"/>
                </a:lnTo>
                <a:lnTo>
                  <a:pt x="225" y="817"/>
                </a:lnTo>
                <a:lnTo>
                  <a:pt x="225" y="816"/>
                </a:lnTo>
                <a:lnTo>
                  <a:pt x="224" y="816"/>
                </a:lnTo>
                <a:lnTo>
                  <a:pt x="223" y="815"/>
                </a:lnTo>
                <a:lnTo>
                  <a:pt x="222" y="815"/>
                </a:lnTo>
                <a:lnTo>
                  <a:pt x="219" y="820"/>
                </a:lnTo>
                <a:lnTo>
                  <a:pt x="217" y="822"/>
                </a:lnTo>
                <a:lnTo>
                  <a:pt x="216" y="823"/>
                </a:lnTo>
                <a:lnTo>
                  <a:pt x="215" y="823"/>
                </a:lnTo>
                <a:lnTo>
                  <a:pt x="213" y="825"/>
                </a:lnTo>
                <a:lnTo>
                  <a:pt x="212" y="829"/>
                </a:lnTo>
                <a:lnTo>
                  <a:pt x="212" y="831"/>
                </a:lnTo>
                <a:lnTo>
                  <a:pt x="211" y="834"/>
                </a:lnTo>
                <a:lnTo>
                  <a:pt x="210" y="837"/>
                </a:lnTo>
                <a:lnTo>
                  <a:pt x="209" y="842"/>
                </a:lnTo>
                <a:lnTo>
                  <a:pt x="209" y="844"/>
                </a:lnTo>
                <a:lnTo>
                  <a:pt x="210" y="844"/>
                </a:lnTo>
                <a:lnTo>
                  <a:pt x="209" y="845"/>
                </a:lnTo>
                <a:lnTo>
                  <a:pt x="209" y="846"/>
                </a:lnTo>
                <a:lnTo>
                  <a:pt x="208" y="848"/>
                </a:lnTo>
                <a:lnTo>
                  <a:pt x="207" y="850"/>
                </a:lnTo>
                <a:lnTo>
                  <a:pt x="206" y="850"/>
                </a:lnTo>
                <a:lnTo>
                  <a:pt x="206" y="851"/>
                </a:lnTo>
                <a:lnTo>
                  <a:pt x="205" y="851"/>
                </a:lnTo>
                <a:lnTo>
                  <a:pt x="202" y="851"/>
                </a:lnTo>
                <a:lnTo>
                  <a:pt x="198" y="850"/>
                </a:lnTo>
                <a:lnTo>
                  <a:pt x="197" y="849"/>
                </a:lnTo>
                <a:lnTo>
                  <a:pt x="197" y="848"/>
                </a:lnTo>
                <a:lnTo>
                  <a:pt x="196" y="848"/>
                </a:lnTo>
                <a:lnTo>
                  <a:pt x="195" y="848"/>
                </a:lnTo>
                <a:lnTo>
                  <a:pt x="194" y="850"/>
                </a:lnTo>
                <a:lnTo>
                  <a:pt x="193" y="851"/>
                </a:lnTo>
                <a:lnTo>
                  <a:pt x="193" y="852"/>
                </a:lnTo>
                <a:lnTo>
                  <a:pt x="193" y="854"/>
                </a:lnTo>
                <a:lnTo>
                  <a:pt x="192" y="854"/>
                </a:lnTo>
                <a:lnTo>
                  <a:pt x="192" y="855"/>
                </a:lnTo>
                <a:lnTo>
                  <a:pt x="191" y="859"/>
                </a:lnTo>
                <a:lnTo>
                  <a:pt x="191" y="860"/>
                </a:lnTo>
                <a:lnTo>
                  <a:pt x="192" y="860"/>
                </a:lnTo>
                <a:lnTo>
                  <a:pt x="193" y="861"/>
                </a:lnTo>
                <a:lnTo>
                  <a:pt x="196" y="862"/>
                </a:lnTo>
                <a:lnTo>
                  <a:pt x="197" y="862"/>
                </a:lnTo>
                <a:lnTo>
                  <a:pt x="196" y="863"/>
                </a:lnTo>
                <a:lnTo>
                  <a:pt x="196" y="864"/>
                </a:lnTo>
                <a:lnTo>
                  <a:pt x="196" y="866"/>
                </a:lnTo>
                <a:lnTo>
                  <a:pt x="196" y="867"/>
                </a:lnTo>
                <a:lnTo>
                  <a:pt x="197" y="870"/>
                </a:lnTo>
                <a:lnTo>
                  <a:pt x="197" y="872"/>
                </a:lnTo>
                <a:lnTo>
                  <a:pt x="199" y="873"/>
                </a:lnTo>
                <a:lnTo>
                  <a:pt x="200" y="873"/>
                </a:lnTo>
                <a:lnTo>
                  <a:pt x="200" y="874"/>
                </a:lnTo>
                <a:lnTo>
                  <a:pt x="200" y="876"/>
                </a:lnTo>
                <a:lnTo>
                  <a:pt x="199" y="876"/>
                </a:lnTo>
                <a:lnTo>
                  <a:pt x="198" y="877"/>
                </a:lnTo>
                <a:lnTo>
                  <a:pt x="198" y="879"/>
                </a:lnTo>
                <a:lnTo>
                  <a:pt x="198" y="880"/>
                </a:lnTo>
                <a:lnTo>
                  <a:pt x="197" y="880"/>
                </a:lnTo>
                <a:lnTo>
                  <a:pt x="198" y="880"/>
                </a:lnTo>
                <a:lnTo>
                  <a:pt x="198" y="881"/>
                </a:lnTo>
                <a:lnTo>
                  <a:pt x="195" y="882"/>
                </a:lnTo>
                <a:lnTo>
                  <a:pt x="192" y="884"/>
                </a:lnTo>
                <a:lnTo>
                  <a:pt x="191" y="884"/>
                </a:lnTo>
                <a:lnTo>
                  <a:pt x="190" y="884"/>
                </a:lnTo>
                <a:lnTo>
                  <a:pt x="189" y="883"/>
                </a:lnTo>
                <a:lnTo>
                  <a:pt x="188" y="883"/>
                </a:lnTo>
                <a:lnTo>
                  <a:pt x="189" y="882"/>
                </a:lnTo>
                <a:lnTo>
                  <a:pt x="189" y="880"/>
                </a:lnTo>
                <a:lnTo>
                  <a:pt x="188" y="880"/>
                </a:lnTo>
                <a:lnTo>
                  <a:pt x="185" y="880"/>
                </a:lnTo>
                <a:lnTo>
                  <a:pt x="184" y="881"/>
                </a:lnTo>
                <a:lnTo>
                  <a:pt x="183" y="881"/>
                </a:lnTo>
                <a:lnTo>
                  <a:pt x="180" y="882"/>
                </a:lnTo>
                <a:lnTo>
                  <a:pt x="179" y="882"/>
                </a:lnTo>
                <a:lnTo>
                  <a:pt x="179" y="881"/>
                </a:lnTo>
                <a:lnTo>
                  <a:pt x="178" y="881"/>
                </a:lnTo>
                <a:lnTo>
                  <a:pt x="177" y="882"/>
                </a:lnTo>
                <a:lnTo>
                  <a:pt x="176" y="883"/>
                </a:lnTo>
                <a:lnTo>
                  <a:pt x="175" y="883"/>
                </a:lnTo>
                <a:lnTo>
                  <a:pt x="174" y="883"/>
                </a:lnTo>
                <a:lnTo>
                  <a:pt x="174" y="882"/>
                </a:lnTo>
                <a:lnTo>
                  <a:pt x="173" y="882"/>
                </a:lnTo>
                <a:lnTo>
                  <a:pt x="173" y="881"/>
                </a:lnTo>
                <a:lnTo>
                  <a:pt x="172" y="880"/>
                </a:lnTo>
                <a:lnTo>
                  <a:pt x="173" y="879"/>
                </a:lnTo>
                <a:lnTo>
                  <a:pt x="174" y="878"/>
                </a:lnTo>
                <a:lnTo>
                  <a:pt x="175" y="878"/>
                </a:lnTo>
                <a:lnTo>
                  <a:pt x="175" y="877"/>
                </a:lnTo>
                <a:lnTo>
                  <a:pt x="174" y="876"/>
                </a:lnTo>
                <a:lnTo>
                  <a:pt x="173" y="876"/>
                </a:lnTo>
                <a:lnTo>
                  <a:pt x="172" y="874"/>
                </a:lnTo>
                <a:lnTo>
                  <a:pt x="173" y="872"/>
                </a:lnTo>
                <a:lnTo>
                  <a:pt x="173" y="871"/>
                </a:lnTo>
                <a:lnTo>
                  <a:pt x="174" y="870"/>
                </a:lnTo>
                <a:lnTo>
                  <a:pt x="175" y="868"/>
                </a:lnTo>
                <a:lnTo>
                  <a:pt x="175" y="867"/>
                </a:lnTo>
                <a:lnTo>
                  <a:pt x="176" y="867"/>
                </a:lnTo>
                <a:lnTo>
                  <a:pt x="177" y="868"/>
                </a:lnTo>
                <a:lnTo>
                  <a:pt x="179" y="865"/>
                </a:lnTo>
                <a:lnTo>
                  <a:pt x="179" y="864"/>
                </a:lnTo>
                <a:lnTo>
                  <a:pt x="179" y="863"/>
                </a:lnTo>
                <a:lnTo>
                  <a:pt x="181" y="861"/>
                </a:lnTo>
                <a:lnTo>
                  <a:pt x="181" y="860"/>
                </a:lnTo>
                <a:lnTo>
                  <a:pt x="180" y="858"/>
                </a:lnTo>
                <a:lnTo>
                  <a:pt x="180" y="857"/>
                </a:lnTo>
                <a:lnTo>
                  <a:pt x="179" y="857"/>
                </a:lnTo>
                <a:lnTo>
                  <a:pt x="178" y="857"/>
                </a:lnTo>
                <a:lnTo>
                  <a:pt x="177" y="856"/>
                </a:lnTo>
                <a:lnTo>
                  <a:pt x="177" y="855"/>
                </a:lnTo>
                <a:lnTo>
                  <a:pt x="175" y="857"/>
                </a:lnTo>
                <a:lnTo>
                  <a:pt x="176" y="858"/>
                </a:lnTo>
                <a:lnTo>
                  <a:pt x="176" y="859"/>
                </a:lnTo>
                <a:lnTo>
                  <a:pt x="175" y="859"/>
                </a:lnTo>
                <a:lnTo>
                  <a:pt x="173" y="857"/>
                </a:lnTo>
                <a:lnTo>
                  <a:pt x="172" y="856"/>
                </a:lnTo>
                <a:lnTo>
                  <a:pt x="172" y="855"/>
                </a:lnTo>
                <a:lnTo>
                  <a:pt x="171" y="855"/>
                </a:lnTo>
                <a:lnTo>
                  <a:pt x="170" y="855"/>
                </a:lnTo>
                <a:lnTo>
                  <a:pt x="169" y="856"/>
                </a:lnTo>
                <a:lnTo>
                  <a:pt x="167" y="856"/>
                </a:lnTo>
                <a:lnTo>
                  <a:pt x="166" y="855"/>
                </a:lnTo>
                <a:lnTo>
                  <a:pt x="166" y="854"/>
                </a:lnTo>
                <a:lnTo>
                  <a:pt x="166" y="852"/>
                </a:lnTo>
                <a:lnTo>
                  <a:pt x="166" y="851"/>
                </a:lnTo>
                <a:lnTo>
                  <a:pt x="166" y="850"/>
                </a:lnTo>
                <a:lnTo>
                  <a:pt x="166" y="849"/>
                </a:lnTo>
                <a:lnTo>
                  <a:pt x="164" y="848"/>
                </a:lnTo>
                <a:lnTo>
                  <a:pt x="162" y="848"/>
                </a:lnTo>
                <a:lnTo>
                  <a:pt x="162" y="849"/>
                </a:lnTo>
                <a:lnTo>
                  <a:pt x="161" y="849"/>
                </a:lnTo>
                <a:lnTo>
                  <a:pt x="160" y="850"/>
                </a:lnTo>
                <a:lnTo>
                  <a:pt x="159" y="850"/>
                </a:lnTo>
                <a:lnTo>
                  <a:pt x="159" y="851"/>
                </a:lnTo>
                <a:lnTo>
                  <a:pt x="157" y="854"/>
                </a:lnTo>
                <a:lnTo>
                  <a:pt x="156" y="855"/>
                </a:lnTo>
                <a:lnTo>
                  <a:pt x="155" y="855"/>
                </a:lnTo>
                <a:lnTo>
                  <a:pt x="154" y="855"/>
                </a:lnTo>
                <a:lnTo>
                  <a:pt x="154" y="856"/>
                </a:lnTo>
                <a:lnTo>
                  <a:pt x="153" y="857"/>
                </a:lnTo>
                <a:lnTo>
                  <a:pt x="152" y="857"/>
                </a:lnTo>
                <a:lnTo>
                  <a:pt x="152" y="856"/>
                </a:lnTo>
                <a:lnTo>
                  <a:pt x="151" y="856"/>
                </a:lnTo>
                <a:lnTo>
                  <a:pt x="150" y="855"/>
                </a:lnTo>
                <a:lnTo>
                  <a:pt x="149" y="854"/>
                </a:lnTo>
                <a:lnTo>
                  <a:pt x="148" y="855"/>
                </a:lnTo>
                <a:lnTo>
                  <a:pt x="147" y="855"/>
                </a:lnTo>
                <a:lnTo>
                  <a:pt x="147" y="856"/>
                </a:lnTo>
                <a:lnTo>
                  <a:pt x="147" y="857"/>
                </a:lnTo>
                <a:lnTo>
                  <a:pt x="147" y="859"/>
                </a:lnTo>
                <a:lnTo>
                  <a:pt x="146" y="861"/>
                </a:lnTo>
                <a:lnTo>
                  <a:pt x="142" y="860"/>
                </a:lnTo>
                <a:lnTo>
                  <a:pt x="141" y="859"/>
                </a:lnTo>
                <a:lnTo>
                  <a:pt x="141" y="857"/>
                </a:lnTo>
                <a:lnTo>
                  <a:pt x="140" y="857"/>
                </a:lnTo>
                <a:lnTo>
                  <a:pt x="139" y="856"/>
                </a:lnTo>
                <a:lnTo>
                  <a:pt x="138" y="856"/>
                </a:lnTo>
                <a:lnTo>
                  <a:pt x="138" y="855"/>
                </a:lnTo>
                <a:lnTo>
                  <a:pt x="138" y="854"/>
                </a:lnTo>
                <a:lnTo>
                  <a:pt x="137" y="854"/>
                </a:lnTo>
                <a:lnTo>
                  <a:pt x="135" y="854"/>
                </a:lnTo>
                <a:lnTo>
                  <a:pt x="134" y="853"/>
                </a:lnTo>
                <a:lnTo>
                  <a:pt x="134" y="852"/>
                </a:lnTo>
                <a:lnTo>
                  <a:pt x="135" y="851"/>
                </a:lnTo>
                <a:lnTo>
                  <a:pt x="134" y="851"/>
                </a:lnTo>
                <a:lnTo>
                  <a:pt x="134" y="850"/>
                </a:lnTo>
                <a:lnTo>
                  <a:pt x="133" y="850"/>
                </a:lnTo>
                <a:lnTo>
                  <a:pt x="131" y="850"/>
                </a:lnTo>
                <a:lnTo>
                  <a:pt x="129" y="849"/>
                </a:lnTo>
                <a:lnTo>
                  <a:pt x="129" y="848"/>
                </a:lnTo>
                <a:lnTo>
                  <a:pt x="129" y="847"/>
                </a:lnTo>
                <a:lnTo>
                  <a:pt x="129" y="845"/>
                </a:lnTo>
                <a:lnTo>
                  <a:pt x="128" y="842"/>
                </a:lnTo>
                <a:lnTo>
                  <a:pt x="129" y="840"/>
                </a:lnTo>
                <a:lnTo>
                  <a:pt x="130" y="841"/>
                </a:lnTo>
                <a:lnTo>
                  <a:pt x="131" y="841"/>
                </a:lnTo>
                <a:lnTo>
                  <a:pt x="133" y="841"/>
                </a:lnTo>
                <a:lnTo>
                  <a:pt x="133" y="840"/>
                </a:lnTo>
                <a:lnTo>
                  <a:pt x="135" y="840"/>
                </a:lnTo>
                <a:lnTo>
                  <a:pt x="136" y="840"/>
                </a:lnTo>
                <a:lnTo>
                  <a:pt x="137" y="840"/>
                </a:lnTo>
                <a:lnTo>
                  <a:pt x="139" y="839"/>
                </a:lnTo>
                <a:lnTo>
                  <a:pt x="140" y="837"/>
                </a:lnTo>
                <a:lnTo>
                  <a:pt x="140" y="836"/>
                </a:lnTo>
                <a:lnTo>
                  <a:pt x="140" y="833"/>
                </a:lnTo>
                <a:lnTo>
                  <a:pt x="139" y="833"/>
                </a:lnTo>
                <a:lnTo>
                  <a:pt x="139" y="832"/>
                </a:lnTo>
                <a:lnTo>
                  <a:pt x="137" y="830"/>
                </a:lnTo>
                <a:lnTo>
                  <a:pt x="137" y="829"/>
                </a:lnTo>
                <a:lnTo>
                  <a:pt x="136" y="829"/>
                </a:lnTo>
                <a:lnTo>
                  <a:pt x="135" y="830"/>
                </a:lnTo>
                <a:lnTo>
                  <a:pt x="134" y="830"/>
                </a:lnTo>
                <a:lnTo>
                  <a:pt x="133" y="830"/>
                </a:lnTo>
                <a:lnTo>
                  <a:pt x="131" y="827"/>
                </a:lnTo>
                <a:lnTo>
                  <a:pt x="131" y="826"/>
                </a:lnTo>
                <a:lnTo>
                  <a:pt x="132" y="826"/>
                </a:lnTo>
                <a:lnTo>
                  <a:pt x="132" y="825"/>
                </a:lnTo>
                <a:lnTo>
                  <a:pt x="132" y="824"/>
                </a:lnTo>
                <a:lnTo>
                  <a:pt x="131" y="823"/>
                </a:lnTo>
                <a:lnTo>
                  <a:pt x="130" y="823"/>
                </a:lnTo>
                <a:lnTo>
                  <a:pt x="130" y="822"/>
                </a:lnTo>
                <a:lnTo>
                  <a:pt x="129" y="821"/>
                </a:lnTo>
                <a:lnTo>
                  <a:pt x="130" y="820"/>
                </a:lnTo>
                <a:lnTo>
                  <a:pt x="131" y="820"/>
                </a:lnTo>
                <a:lnTo>
                  <a:pt x="132" y="819"/>
                </a:lnTo>
                <a:lnTo>
                  <a:pt x="131" y="818"/>
                </a:lnTo>
                <a:lnTo>
                  <a:pt x="130" y="817"/>
                </a:lnTo>
                <a:lnTo>
                  <a:pt x="130" y="818"/>
                </a:lnTo>
                <a:lnTo>
                  <a:pt x="129" y="818"/>
                </a:lnTo>
                <a:lnTo>
                  <a:pt x="128" y="818"/>
                </a:lnTo>
                <a:lnTo>
                  <a:pt x="128" y="817"/>
                </a:lnTo>
                <a:lnTo>
                  <a:pt x="128" y="816"/>
                </a:lnTo>
                <a:lnTo>
                  <a:pt x="128" y="814"/>
                </a:lnTo>
                <a:lnTo>
                  <a:pt x="127" y="812"/>
                </a:lnTo>
                <a:lnTo>
                  <a:pt x="126" y="812"/>
                </a:lnTo>
                <a:lnTo>
                  <a:pt x="125" y="811"/>
                </a:lnTo>
                <a:lnTo>
                  <a:pt x="125" y="810"/>
                </a:lnTo>
                <a:lnTo>
                  <a:pt x="126" y="809"/>
                </a:lnTo>
                <a:lnTo>
                  <a:pt x="127" y="808"/>
                </a:lnTo>
                <a:lnTo>
                  <a:pt x="127" y="807"/>
                </a:lnTo>
                <a:lnTo>
                  <a:pt x="128" y="805"/>
                </a:lnTo>
                <a:lnTo>
                  <a:pt x="128" y="804"/>
                </a:lnTo>
                <a:lnTo>
                  <a:pt x="128" y="803"/>
                </a:lnTo>
                <a:lnTo>
                  <a:pt x="129" y="802"/>
                </a:lnTo>
                <a:lnTo>
                  <a:pt x="130" y="800"/>
                </a:lnTo>
                <a:lnTo>
                  <a:pt x="131" y="800"/>
                </a:lnTo>
                <a:lnTo>
                  <a:pt x="131" y="799"/>
                </a:lnTo>
                <a:lnTo>
                  <a:pt x="131" y="800"/>
                </a:lnTo>
                <a:lnTo>
                  <a:pt x="131" y="799"/>
                </a:lnTo>
                <a:lnTo>
                  <a:pt x="132" y="799"/>
                </a:lnTo>
                <a:lnTo>
                  <a:pt x="131" y="799"/>
                </a:lnTo>
                <a:lnTo>
                  <a:pt x="131" y="798"/>
                </a:lnTo>
                <a:lnTo>
                  <a:pt x="131" y="797"/>
                </a:lnTo>
                <a:lnTo>
                  <a:pt x="130" y="796"/>
                </a:lnTo>
                <a:lnTo>
                  <a:pt x="129" y="796"/>
                </a:lnTo>
                <a:lnTo>
                  <a:pt x="127" y="797"/>
                </a:lnTo>
                <a:lnTo>
                  <a:pt x="126" y="798"/>
                </a:lnTo>
                <a:lnTo>
                  <a:pt x="126" y="799"/>
                </a:lnTo>
                <a:lnTo>
                  <a:pt x="126" y="800"/>
                </a:lnTo>
                <a:lnTo>
                  <a:pt x="125" y="801"/>
                </a:lnTo>
                <a:lnTo>
                  <a:pt x="124" y="802"/>
                </a:lnTo>
                <a:lnTo>
                  <a:pt x="123" y="802"/>
                </a:lnTo>
                <a:lnTo>
                  <a:pt x="121" y="802"/>
                </a:lnTo>
                <a:lnTo>
                  <a:pt x="115" y="803"/>
                </a:lnTo>
                <a:lnTo>
                  <a:pt x="113" y="804"/>
                </a:lnTo>
                <a:lnTo>
                  <a:pt x="111" y="805"/>
                </a:lnTo>
                <a:lnTo>
                  <a:pt x="110" y="807"/>
                </a:lnTo>
                <a:lnTo>
                  <a:pt x="109" y="807"/>
                </a:lnTo>
                <a:lnTo>
                  <a:pt x="107" y="808"/>
                </a:lnTo>
                <a:lnTo>
                  <a:pt x="107" y="807"/>
                </a:lnTo>
                <a:lnTo>
                  <a:pt x="107" y="806"/>
                </a:lnTo>
                <a:lnTo>
                  <a:pt x="106" y="805"/>
                </a:lnTo>
                <a:lnTo>
                  <a:pt x="104" y="802"/>
                </a:lnTo>
                <a:lnTo>
                  <a:pt x="103" y="802"/>
                </a:lnTo>
                <a:lnTo>
                  <a:pt x="101" y="802"/>
                </a:lnTo>
                <a:lnTo>
                  <a:pt x="100" y="802"/>
                </a:lnTo>
                <a:lnTo>
                  <a:pt x="99" y="801"/>
                </a:lnTo>
                <a:lnTo>
                  <a:pt x="98" y="801"/>
                </a:lnTo>
                <a:lnTo>
                  <a:pt x="98" y="802"/>
                </a:lnTo>
                <a:lnTo>
                  <a:pt x="97" y="802"/>
                </a:lnTo>
                <a:lnTo>
                  <a:pt x="96" y="801"/>
                </a:lnTo>
                <a:lnTo>
                  <a:pt x="96" y="800"/>
                </a:lnTo>
                <a:lnTo>
                  <a:pt x="96" y="799"/>
                </a:lnTo>
                <a:lnTo>
                  <a:pt x="96" y="798"/>
                </a:lnTo>
                <a:lnTo>
                  <a:pt x="95" y="796"/>
                </a:lnTo>
                <a:lnTo>
                  <a:pt x="94" y="795"/>
                </a:lnTo>
                <a:lnTo>
                  <a:pt x="94" y="794"/>
                </a:lnTo>
                <a:lnTo>
                  <a:pt x="95" y="792"/>
                </a:lnTo>
                <a:lnTo>
                  <a:pt x="96" y="791"/>
                </a:lnTo>
                <a:lnTo>
                  <a:pt x="97" y="791"/>
                </a:lnTo>
                <a:lnTo>
                  <a:pt x="98" y="791"/>
                </a:lnTo>
                <a:lnTo>
                  <a:pt x="99" y="790"/>
                </a:lnTo>
                <a:lnTo>
                  <a:pt x="98" y="787"/>
                </a:lnTo>
                <a:lnTo>
                  <a:pt x="98" y="785"/>
                </a:lnTo>
                <a:lnTo>
                  <a:pt x="99" y="782"/>
                </a:lnTo>
                <a:lnTo>
                  <a:pt x="101" y="782"/>
                </a:lnTo>
                <a:lnTo>
                  <a:pt x="101" y="780"/>
                </a:lnTo>
                <a:lnTo>
                  <a:pt x="101" y="779"/>
                </a:lnTo>
                <a:lnTo>
                  <a:pt x="101" y="778"/>
                </a:lnTo>
                <a:lnTo>
                  <a:pt x="102" y="777"/>
                </a:lnTo>
                <a:lnTo>
                  <a:pt x="102" y="776"/>
                </a:lnTo>
                <a:lnTo>
                  <a:pt x="103" y="775"/>
                </a:lnTo>
                <a:lnTo>
                  <a:pt x="103" y="774"/>
                </a:lnTo>
                <a:lnTo>
                  <a:pt x="103" y="773"/>
                </a:lnTo>
                <a:lnTo>
                  <a:pt x="104" y="773"/>
                </a:lnTo>
                <a:lnTo>
                  <a:pt x="105" y="772"/>
                </a:lnTo>
                <a:lnTo>
                  <a:pt x="106" y="772"/>
                </a:lnTo>
                <a:lnTo>
                  <a:pt x="106" y="771"/>
                </a:lnTo>
                <a:lnTo>
                  <a:pt x="107" y="770"/>
                </a:lnTo>
                <a:lnTo>
                  <a:pt x="109" y="770"/>
                </a:lnTo>
                <a:lnTo>
                  <a:pt x="112" y="768"/>
                </a:lnTo>
                <a:lnTo>
                  <a:pt x="112" y="767"/>
                </a:lnTo>
                <a:lnTo>
                  <a:pt x="113" y="767"/>
                </a:lnTo>
                <a:lnTo>
                  <a:pt x="113" y="766"/>
                </a:lnTo>
                <a:lnTo>
                  <a:pt x="112" y="765"/>
                </a:lnTo>
                <a:lnTo>
                  <a:pt x="111" y="765"/>
                </a:lnTo>
                <a:lnTo>
                  <a:pt x="111" y="766"/>
                </a:lnTo>
                <a:lnTo>
                  <a:pt x="110" y="766"/>
                </a:lnTo>
                <a:lnTo>
                  <a:pt x="110" y="765"/>
                </a:lnTo>
                <a:lnTo>
                  <a:pt x="109" y="764"/>
                </a:lnTo>
                <a:lnTo>
                  <a:pt x="109" y="763"/>
                </a:lnTo>
                <a:lnTo>
                  <a:pt x="110" y="763"/>
                </a:lnTo>
                <a:lnTo>
                  <a:pt x="111" y="761"/>
                </a:lnTo>
                <a:lnTo>
                  <a:pt x="113" y="760"/>
                </a:lnTo>
                <a:lnTo>
                  <a:pt x="114" y="759"/>
                </a:lnTo>
                <a:lnTo>
                  <a:pt x="113" y="757"/>
                </a:lnTo>
                <a:lnTo>
                  <a:pt x="112" y="757"/>
                </a:lnTo>
                <a:lnTo>
                  <a:pt x="112" y="756"/>
                </a:lnTo>
                <a:lnTo>
                  <a:pt x="112" y="755"/>
                </a:lnTo>
                <a:lnTo>
                  <a:pt x="112" y="754"/>
                </a:lnTo>
                <a:lnTo>
                  <a:pt x="114" y="753"/>
                </a:lnTo>
                <a:lnTo>
                  <a:pt x="115" y="753"/>
                </a:lnTo>
                <a:lnTo>
                  <a:pt x="116" y="752"/>
                </a:lnTo>
                <a:lnTo>
                  <a:pt x="117" y="751"/>
                </a:lnTo>
                <a:lnTo>
                  <a:pt x="117" y="750"/>
                </a:lnTo>
                <a:lnTo>
                  <a:pt x="118" y="750"/>
                </a:lnTo>
                <a:lnTo>
                  <a:pt x="117" y="750"/>
                </a:lnTo>
                <a:lnTo>
                  <a:pt x="116" y="748"/>
                </a:lnTo>
                <a:lnTo>
                  <a:pt x="115" y="748"/>
                </a:lnTo>
                <a:lnTo>
                  <a:pt x="115" y="747"/>
                </a:lnTo>
                <a:lnTo>
                  <a:pt x="115" y="746"/>
                </a:lnTo>
                <a:lnTo>
                  <a:pt x="115" y="744"/>
                </a:lnTo>
                <a:lnTo>
                  <a:pt x="114" y="744"/>
                </a:lnTo>
                <a:lnTo>
                  <a:pt x="113" y="744"/>
                </a:lnTo>
                <a:lnTo>
                  <a:pt x="113" y="741"/>
                </a:lnTo>
                <a:lnTo>
                  <a:pt x="113" y="738"/>
                </a:lnTo>
                <a:lnTo>
                  <a:pt x="112" y="736"/>
                </a:lnTo>
                <a:lnTo>
                  <a:pt x="110" y="734"/>
                </a:lnTo>
                <a:lnTo>
                  <a:pt x="110" y="733"/>
                </a:lnTo>
                <a:lnTo>
                  <a:pt x="111" y="733"/>
                </a:lnTo>
                <a:lnTo>
                  <a:pt x="111" y="732"/>
                </a:lnTo>
                <a:lnTo>
                  <a:pt x="109" y="731"/>
                </a:lnTo>
                <a:lnTo>
                  <a:pt x="107" y="730"/>
                </a:lnTo>
                <a:lnTo>
                  <a:pt x="107" y="729"/>
                </a:lnTo>
                <a:lnTo>
                  <a:pt x="105" y="728"/>
                </a:lnTo>
                <a:lnTo>
                  <a:pt x="104" y="729"/>
                </a:lnTo>
                <a:lnTo>
                  <a:pt x="103" y="729"/>
                </a:lnTo>
                <a:lnTo>
                  <a:pt x="102" y="729"/>
                </a:lnTo>
                <a:lnTo>
                  <a:pt x="102" y="728"/>
                </a:lnTo>
                <a:lnTo>
                  <a:pt x="101" y="727"/>
                </a:lnTo>
                <a:lnTo>
                  <a:pt x="99" y="727"/>
                </a:lnTo>
                <a:lnTo>
                  <a:pt x="97" y="726"/>
                </a:lnTo>
                <a:lnTo>
                  <a:pt x="96" y="726"/>
                </a:lnTo>
                <a:lnTo>
                  <a:pt x="96" y="724"/>
                </a:lnTo>
                <a:lnTo>
                  <a:pt x="96" y="723"/>
                </a:lnTo>
                <a:lnTo>
                  <a:pt x="96" y="722"/>
                </a:lnTo>
                <a:lnTo>
                  <a:pt x="95" y="722"/>
                </a:lnTo>
                <a:lnTo>
                  <a:pt x="95" y="721"/>
                </a:lnTo>
                <a:lnTo>
                  <a:pt x="94" y="720"/>
                </a:lnTo>
                <a:lnTo>
                  <a:pt x="94" y="719"/>
                </a:lnTo>
                <a:lnTo>
                  <a:pt x="94" y="718"/>
                </a:lnTo>
                <a:lnTo>
                  <a:pt x="97" y="718"/>
                </a:lnTo>
                <a:lnTo>
                  <a:pt x="97" y="717"/>
                </a:lnTo>
                <a:lnTo>
                  <a:pt x="98" y="716"/>
                </a:lnTo>
                <a:lnTo>
                  <a:pt x="99" y="717"/>
                </a:lnTo>
                <a:lnTo>
                  <a:pt x="101" y="717"/>
                </a:lnTo>
                <a:lnTo>
                  <a:pt x="103" y="718"/>
                </a:lnTo>
                <a:lnTo>
                  <a:pt x="104" y="718"/>
                </a:lnTo>
                <a:lnTo>
                  <a:pt x="107" y="717"/>
                </a:lnTo>
                <a:lnTo>
                  <a:pt x="109" y="717"/>
                </a:lnTo>
                <a:lnTo>
                  <a:pt x="112" y="715"/>
                </a:lnTo>
                <a:lnTo>
                  <a:pt x="112" y="714"/>
                </a:lnTo>
                <a:lnTo>
                  <a:pt x="111" y="713"/>
                </a:lnTo>
                <a:lnTo>
                  <a:pt x="110" y="712"/>
                </a:lnTo>
                <a:lnTo>
                  <a:pt x="111" y="712"/>
                </a:lnTo>
                <a:lnTo>
                  <a:pt x="114" y="712"/>
                </a:lnTo>
                <a:lnTo>
                  <a:pt x="115" y="713"/>
                </a:lnTo>
                <a:lnTo>
                  <a:pt x="116" y="714"/>
                </a:lnTo>
                <a:lnTo>
                  <a:pt x="117" y="713"/>
                </a:lnTo>
                <a:lnTo>
                  <a:pt x="117" y="712"/>
                </a:lnTo>
                <a:lnTo>
                  <a:pt x="117" y="711"/>
                </a:lnTo>
                <a:lnTo>
                  <a:pt x="116" y="710"/>
                </a:lnTo>
                <a:lnTo>
                  <a:pt x="115" y="710"/>
                </a:lnTo>
                <a:lnTo>
                  <a:pt x="115" y="709"/>
                </a:lnTo>
                <a:lnTo>
                  <a:pt x="119" y="708"/>
                </a:lnTo>
                <a:lnTo>
                  <a:pt x="120" y="707"/>
                </a:lnTo>
                <a:lnTo>
                  <a:pt x="121" y="705"/>
                </a:lnTo>
                <a:lnTo>
                  <a:pt x="123" y="705"/>
                </a:lnTo>
                <a:lnTo>
                  <a:pt x="125" y="705"/>
                </a:lnTo>
                <a:lnTo>
                  <a:pt x="125" y="704"/>
                </a:lnTo>
                <a:lnTo>
                  <a:pt x="125" y="703"/>
                </a:lnTo>
                <a:lnTo>
                  <a:pt x="126" y="703"/>
                </a:lnTo>
                <a:lnTo>
                  <a:pt x="128" y="703"/>
                </a:lnTo>
                <a:lnTo>
                  <a:pt x="128" y="704"/>
                </a:lnTo>
                <a:lnTo>
                  <a:pt x="129" y="705"/>
                </a:lnTo>
                <a:lnTo>
                  <a:pt x="130" y="705"/>
                </a:lnTo>
                <a:lnTo>
                  <a:pt x="130" y="704"/>
                </a:lnTo>
                <a:lnTo>
                  <a:pt x="130" y="703"/>
                </a:lnTo>
                <a:lnTo>
                  <a:pt x="131" y="703"/>
                </a:lnTo>
                <a:lnTo>
                  <a:pt x="133" y="703"/>
                </a:lnTo>
                <a:lnTo>
                  <a:pt x="133" y="704"/>
                </a:lnTo>
                <a:lnTo>
                  <a:pt x="132" y="705"/>
                </a:lnTo>
                <a:lnTo>
                  <a:pt x="133" y="707"/>
                </a:lnTo>
                <a:lnTo>
                  <a:pt x="134" y="707"/>
                </a:lnTo>
                <a:lnTo>
                  <a:pt x="136" y="707"/>
                </a:lnTo>
                <a:lnTo>
                  <a:pt x="136" y="706"/>
                </a:lnTo>
                <a:lnTo>
                  <a:pt x="136" y="705"/>
                </a:lnTo>
                <a:lnTo>
                  <a:pt x="135" y="705"/>
                </a:lnTo>
                <a:lnTo>
                  <a:pt x="135" y="701"/>
                </a:lnTo>
                <a:lnTo>
                  <a:pt x="136" y="700"/>
                </a:lnTo>
                <a:lnTo>
                  <a:pt x="134" y="697"/>
                </a:lnTo>
                <a:lnTo>
                  <a:pt x="131" y="695"/>
                </a:lnTo>
                <a:lnTo>
                  <a:pt x="131" y="694"/>
                </a:lnTo>
                <a:lnTo>
                  <a:pt x="131" y="691"/>
                </a:lnTo>
                <a:lnTo>
                  <a:pt x="131" y="690"/>
                </a:lnTo>
                <a:lnTo>
                  <a:pt x="132" y="689"/>
                </a:lnTo>
                <a:lnTo>
                  <a:pt x="133" y="688"/>
                </a:lnTo>
                <a:lnTo>
                  <a:pt x="133" y="687"/>
                </a:lnTo>
                <a:lnTo>
                  <a:pt x="134" y="686"/>
                </a:lnTo>
                <a:lnTo>
                  <a:pt x="134" y="685"/>
                </a:lnTo>
                <a:lnTo>
                  <a:pt x="133" y="684"/>
                </a:lnTo>
                <a:lnTo>
                  <a:pt x="133" y="682"/>
                </a:lnTo>
                <a:lnTo>
                  <a:pt x="134" y="681"/>
                </a:lnTo>
                <a:lnTo>
                  <a:pt x="133" y="680"/>
                </a:lnTo>
                <a:lnTo>
                  <a:pt x="132" y="680"/>
                </a:lnTo>
                <a:lnTo>
                  <a:pt x="131" y="679"/>
                </a:lnTo>
                <a:lnTo>
                  <a:pt x="130" y="680"/>
                </a:lnTo>
                <a:lnTo>
                  <a:pt x="129" y="679"/>
                </a:lnTo>
                <a:lnTo>
                  <a:pt x="128" y="678"/>
                </a:lnTo>
                <a:lnTo>
                  <a:pt x="129" y="678"/>
                </a:lnTo>
                <a:lnTo>
                  <a:pt x="129" y="677"/>
                </a:lnTo>
                <a:lnTo>
                  <a:pt x="128" y="677"/>
                </a:lnTo>
                <a:lnTo>
                  <a:pt x="127" y="677"/>
                </a:lnTo>
                <a:lnTo>
                  <a:pt x="127" y="676"/>
                </a:lnTo>
                <a:lnTo>
                  <a:pt x="126" y="676"/>
                </a:lnTo>
                <a:lnTo>
                  <a:pt x="126" y="677"/>
                </a:lnTo>
                <a:lnTo>
                  <a:pt x="125" y="678"/>
                </a:lnTo>
                <a:lnTo>
                  <a:pt x="125" y="679"/>
                </a:lnTo>
                <a:lnTo>
                  <a:pt x="124" y="680"/>
                </a:lnTo>
                <a:lnTo>
                  <a:pt x="124" y="681"/>
                </a:lnTo>
                <a:lnTo>
                  <a:pt x="123" y="681"/>
                </a:lnTo>
                <a:lnTo>
                  <a:pt x="123" y="682"/>
                </a:lnTo>
                <a:lnTo>
                  <a:pt x="123" y="683"/>
                </a:lnTo>
                <a:lnTo>
                  <a:pt x="121" y="685"/>
                </a:lnTo>
                <a:lnTo>
                  <a:pt x="120" y="685"/>
                </a:lnTo>
                <a:lnTo>
                  <a:pt x="119" y="685"/>
                </a:lnTo>
                <a:lnTo>
                  <a:pt x="119" y="684"/>
                </a:lnTo>
                <a:lnTo>
                  <a:pt x="119" y="680"/>
                </a:lnTo>
                <a:lnTo>
                  <a:pt x="119" y="679"/>
                </a:lnTo>
                <a:lnTo>
                  <a:pt x="120" y="678"/>
                </a:lnTo>
                <a:lnTo>
                  <a:pt x="123" y="676"/>
                </a:lnTo>
                <a:lnTo>
                  <a:pt x="125" y="675"/>
                </a:lnTo>
                <a:lnTo>
                  <a:pt x="128" y="674"/>
                </a:lnTo>
                <a:lnTo>
                  <a:pt x="128" y="673"/>
                </a:lnTo>
                <a:lnTo>
                  <a:pt x="129" y="673"/>
                </a:lnTo>
                <a:lnTo>
                  <a:pt x="129" y="672"/>
                </a:lnTo>
                <a:lnTo>
                  <a:pt x="131" y="670"/>
                </a:lnTo>
                <a:lnTo>
                  <a:pt x="132" y="670"/>
                </a:lnTo>
                <a:lnTo>
                  <a:pt x="132" y="669"/>
                </a:lnTo>
                <a:lnTo>
                  <a:pt x="133" y="669"/>
                </a:lnTo>
                <a:lnTo>
                  <a:pt x="133" y="670"/>
                </a:lnTo>
                <a:lnTo>
                  <a:pt x="134" y="670"/>
                </a:lnTo>
                <a:lnTo>
                  <a:pt x="134" y="671"/>
                </a:lnTo>
                <a:lnTo>
                  <a:pt x="137" y="671"/>
                </a:lnTo>
                <a:lnTo>
                  <a:pt x="137" y="670"/>
                </a:lnTo>
                <a:lnTo>
                  <a:pt x="137" y="669"/>
                </a:lnTo>
                <a:lnTo>
                  <a:pt x="136" y="669"/>
                </a:lnTo>
                <a:lnTo>
                  <a:pt x="136" y="668"/>
                </a:lnTo>
                <a:lnTo>
                  <a:pt x="137" y="667"/>
                </a:lnTo>
                <a:lnTo>
                  <a:pt x="138" y="667"/>
                </a:lnTo>
                <a:lnTo>
                  <a:pt x="139" y="667"/>
                </a:lnTo>
                <a:lnTo>
                  <a:pt x="140" y="667"/>
                </a:lnTo>
                <a:lnTo>
                  <a:pt x="140" y="666"/>
                </a:lnTo>
                <a:lnTo>
                  <a:pt x="141" y="665"/>
                </a:lnTo>
                <a:lnTo>
                  <a:pt x="141" y="664"/>
                </a:lnTo>
                <a:lnTo>
                  <a:pt x="140" y="664"/>
                </a:lnTo>
                <a:lnTo>
                  <a:pt x="139" y="663"/>
                </a:lnTo>
                <a:lnTo>
                  <a:pt x="139" y="662"/>
                </a:lnTo>
                <a:lnTo>
                  <a:pt x="138" y="660"/>
                </a:lnTo>
                <a:lnTo>
                  <a:pt x="136" y="660"/>
                </a:lnTo>
                <a:lnTo>
                  <a:pt x="135" y="660"/>
                </a:lnTo>
                <a:lnTo>
                  <a:pt x="135" y="658"/>
                </a:lnTo>
                <a:lnTo>
                  <a:pt x="135" y="657"/>
                </a:lnTo>
                <a:lnTo>
                  <a:pt x="136" y="657"/>
                </a:lnTo>
                <a:lnTo>
                  <a:pt x="137" y="656"/>
                </a:lnTo>
                <a:lnTo>
                  <a:pt x="137" y="655"/>
                </a:lnTo>
                <a:lnTo>
                  <a:pt x="137" y="653"/>
                </a:lnTo>
                <a:lnTo>
                  <a:pt x="137" y="652"/>
                </a:lnTo>
                <a:lnTo>
                  <a:pt x="135" y="651"/>
                </a:lnTo>
                <a:lnTo>
                  <a:pt x="134" y="650"/>
                </a:lnTo>
                <a:lnTo>
                  <a:pt x="133" y="650"/>
                </a:lnTo>
                <a:lnTo>
                  <a:pt x="132" y="646"/>
                </a:lnTo>
                <a:lnTo>
                  <a:pt x="132" y="643"/>
                </a:lnTo>
                <a:lnTo>
                  <a:pt x="133" y="642"/>
                </a:lnTo>
                <a:lnTo>
                  <a:pt x="133" y="641"/>
                </a:lnTo>
                <a:lnTo>
                  <a:pt x="129" y="639"/>
                </a:lnTo>
                <a:lnTo>
                  <a:pt x="127" y="639"/>
                </a:lnTo>
                <a:lnTo>
                  <a:pt x="127" y="640"/>
                </a:lnTo>
                <a:lnTo>
                  <a:pt x="127" y="641"/>
                </a:lnTo>
                <a:lnTo>
                  <a:pt x="126" y="641"/>
                </a:lnTo>
                <a:lnTo>
                  <a:pt x="126" y="642"/>
                </a:lnTo>
                <a:lnTo>
                  <a:pt x="127" y="642"/>
                </a:lnTo>
                <a:lnTo>
                  <a:pt x="128" y="643"/>
                </a:lnTo>
                <a:lnTo>
                  <a:pt x="127" y="644"/>
                </a:lnTo>
                <a:lnTo>
                  <a:pt x="127" y="645"/>
                </a:lnTo>
                <a:lnTo>
                  <a:pt x="126" y="645"/>
                </a:lnTo>
                <a:lnTo>
                  <a:pt x="126" y="644"/>
                </a:lnTo>
                <a:lnTo>
                  <a:pt x="124" y="643"/>
                </a:lnTo>
                <a:lnTo>
                  <a:pt x="123" y="643"/>
                </a:lnTo>
                <a:lnTo>
                  <a:pt x="122" y="643"/>
                </a:lnTo>
                <a:lnTo>
                  <a:pt x="121" y="643"/>
                </a:lnTo>
                <a:lnTo>
                  <a:pt x="121" y="642"/>
                </a:lnTo>
                <a:lnTo>
                  <a:pt x="121" y="641"/>
                </a:lnTo>
                <a:lnTo>
                  <a:pt x="123" y="641"/>
                </a:lnTo>
                <a:lnTo>
                  <a:pt x="124" y="641"/>
                </a:lnTo>
                <a:lnTo>
                  <a:pt x="125" y="642"/>
                </a:lnTo>
                <a:lnTo>
                  <a:pt x="125" y="641"/>
                </a:lnTo>
                <a:lnTo>
                  <a:pt x="126" y="641"/>
                </a:lnTo>
                <a:lnTo>
                  <a:pt x="125" y="639"/>
                </a:lnTo>
                <a:lnTo>
                  <a:pt x="123" y="639"/>
                </a:lnTo>
                <a:lnTo>
                  <a:pt x="122" y="640"/>
                </a:lnTo>
                <a:lnTo>
                  <a:pt x="121" y="639"/>
                </a:lnTo>
                <a:lnTo>
                  <a:pt x="121" y="638"/>
                </a:lnTo>
                <a:lnTo>
                  <a:pt x="121" y="636"/>
                </a:lnTo>
                <a:lnTo>
                  <a:pt x="122" y="633"/>
                </a:lnTo>
                <a:lnTo>
                  <a:pt x="123" y="632"/>
                </a:lnTo>
                <a:lnTo>
                  <a:pt x="124" y="629"/>
                </a:lnTo>
                <a:lnTo>
                  <a:pt x="123" y="629"/>
                </a:lnTo>
                <a:lnTo>
                  <a:pt x="123" y="628"/>
                </a:lnTo>
                <a:lnTo>
                  <a:pt x="122" y="628"/>
                </a:lnTo>
                <a:lnTo>
                  <a:pt x="121" y="629"/>
                </a:lnTo>
                <a:lnTo>
                  <a:pt x="121" y="630"/>
                </a:lnTo>
                <a:lnTo>
                  <a:pt x="119" y="630"/>
                </a:lnTo>
                <a:lnTo>
                  <a:pt x="117" y="631"/>
                </a:lnTo>
                <a:lnTo>
                  <a:pt x="116" y="631"/>
                </a:lnTo>
                <a:lnTo>
                  <a:pt x="113" y="626"/>
                </a:lnTo>
                <a:lnTo>
                  <a:pt x="113" y="625"/>
                </a:lnTo>
                <a:lnTo>
                  <a:pt x="112" y="625"/>
                </a:lnTo>
                <a:lnTo>
                  <a:pt x="111" y="625"/>
                </a:lnTo>
                <a:lnTo>
                  <a:pt x="110" y="625"/>
                </a:lnTo>
                <a:lnTo>
                  <a:pt x="110" y="624"/>
                </a:lnTo>
                <a:lnTo>
                  <a:pt x="109" y="624"/>
                </a:lnTo>
                <a:lnTo>
                  <a:pt x="109" y="625"/>
                </a:lnTo>
                <a:lnTo>
                  <a:pt x="109" y="626"/>
                </a:lnTo>
                <a:lnTo>
                  <a:pt x="109" y="627"/>
                </a:lnTo>
                <a:lnTo>
                  <a:pt x="107" y="627"/>
                </a:lnTo>
                <a:lnTo>
                  <a:pt x="107" y="626"/>
                </a:lnTo>
                <a:lnTo>
                  <a:pt x="106" y="625"/>
                </a:lnTo>
                <a:lnTo>
                  <a:pt x="105" y="625"/>
                </a:lnTo>
                <a:lnTo>
                  <a:pt x="105" y="626"/>
                </a:lnTo>
                <a:lnTo>
                  <a:pt x="106" y="626"/>
                </a:lnTo>
                <a:lnTo>
                  <a:pt x="105" y="626"/>
                </a:lnTo>
                <a:lnTo>
                  <a:pt x="105" y="627"/>
                </a:lnTo>
                <a:lnTo>
                  <a:pt x="104" y="627"/>
                </a:lnTo>
                <a:lnTo>
                  <a:pt x="104" y="626"/>
                </a:lnTo>
                <a:lnTo>
                  <a:pt x="103" y="626"/>
                </a:lnTo>
                <a:lnTo>
                  <a:pt x="103" y="625"/>
                </a:lnTo>
                <a:lnTo>
                  <a:pt x="102" y="625"/>
                </a:lnTo>
                <a:lnTo>
                  <a:pt x="98" y="626"/>
                </a:lnTo>
                <a:lnTo>
                  <a:pt x="98" y="627"/>
                </a:lnTo>
                <a:lnTo>
                  <a:pt x="98" y="628"/>
                </a:lnTo>
                <a:lnTo>
                  <a:pt x="98" y="629"/>
                </a:lnTo>
                <a:lnTo>
                  <a:pt x="97" y="629"/>
                </a:lnTo>
                <a:lnTo>
                  <a:pt x="96" y="629"/>
                </a:lnTo>
                <a:lnTo>
                  <a:pt x="95" y="629"/>
                </a:lnTo>
                <a:lnTo>
                  <a:pt x="94" y="629"/>
                </a:lnTo>
                <a:lnTo>
                  <a:pt x="93" y="629"/>
                </a:lnTo>
                <a:lnTo>
                  <a:pt x="91" y="630"/>
                </a:lnTo>
                <a:lnTo>
                  <a:pt x="90" y="630"/>
                </a:lnTo>
                <a:lnTo>
                  <a:pt x="88" y="630"/>
                </a:lnTo>
                <a:lnTo>
                  <a:pt x="88" y="631"/>
                </a:lnTo>
                <a:lnTo>
                  <a:pt x="87" y="631"/>
                </a:lnTo>
                <a:lnTo>
                  <a:pt x="85" y="632"/>
                </a:lnTo>
                <a:lnTo>
                  <a:pt x="85" y="631"/>
                </a:lnTo>
                <a:lnTo>
                  <a:pt x="84" y="630"/>
                </a:lnTo>
                <a:lnTo>
                  <a:pt x="84" y="629"/>
                </a:lnTo>
                <a:lnTo>
                  <a:pt x="84" y="627"/>
                </a:lnTo>
                <a:lnTo>
                  <a:pt x="83" y="626"/>
                </a:lnTo>
                <a:lnTo>
                  <a:pt x="81" y="627"/>
                </a:lnTo>
                <a:lnTo>
                  <a:pt x="81" y="630"/>
                </a:lnTo>
                <a:lnTo>
                  <a:pt x="80" y="630"/>
                </a:lnTo>
                <a:lnTo>
                  <a:pt x="79" y="631"/>
                </a:lnTo>
                <a:lnTo>
                  <a:pt x="78" y="632"/>
                </a:lnTo>
                <a:lnTo>
                  <a:pt x="78" y="633"/>
                </a:lnTo>
                <a:lnTo>
                  <a:pt x="76" y="635"/>
                </a:lnTo>
                <a:lnTo>
                  <a:pt x="76" y="637"/>
                </a:lnTo>
                <a:lnTo>
                  <a:pt x="75" y="639"/>
                </a:lnTo>
                <a:lnTo>
                  <a:pt x="74" y="640"/>
                </a:lnTo>
                <a:lnTo>
                  <a:pt x="72" y="641"/>
                </a:lnTo>
                <a:lnTo>
                  <a:pt x="71" y="641"/>
                </a:lnTo>
                <a:lnTo>
                  <a:pt x="70" y="641"/>
                </a:lnTo>
                <a:lnTo>
                  <a:pt x="69" y="642"/>
                </a:lnTo>
                <a:lnTo>
                  <a:pt x="68" y="644"/>
                </a:lnTo>
                <a:lnTo>
                  <a:pt x="68" y="645"/>
                </a:lnTo>
                <a:lnTo>
                  <a:pt x="67" y="644"/>
                </a:lnTo>
                <a:lnTo>
                  <a:pt x="66" y="644"/>
                </a:lnTo>
                <a:lnTo>
                  <a:pt x="64" y="644"/>
                </a:lnTo>
                <a:lnTo>
                  <a:pt x="62" y="644"/>
                </a:lnTo>
                <a:lnTo>
                  <a:pt x="62" y="645"/>
                </a:lnTo>
                <a:lnTo>
                  <a:pt x="61" y="645"/>
                </a:lnTo>
                <a:lnTo>
                  <a:pt x="57" y="645"/>
                </a:lnTo>
                <a:lnTo>
                  <a:pt x="57" y="644"/>
                </a:lnTo>
                <a:lnTo>
                  <a:pt x="58" y="640"/>
                </a:lnTo>
                <a:lnTo>
                  <a:pt x="59" y="638"/>
                </a:lnTo>
                <a:lnTo>
                  <a:pt x="59" y="637"/>
                </a:lnTo>
                <a:lnTo>
                  <a:pt x="60" y="637"/>
                </a:lnTo>
                <a:lnTo>
                  <a:pt x="61" y="636"/>
                </a:lnTo>
                <a:lnTo>
                  <a:pt x="62" y="636"/>
                </a:lnTo>
                <a:lnTo>
                  <a:pt x="62" y="635"/>
                </a:lnTo>
                <a:lnTo>
                  <a:pt x="62" y="634"/>
                </a:lnTo>
                <a:lnTo>
                  <a:pt x="62" y="633"/>
                </a:lnTo>
                <a:lnTo>
                  <a:pt x="61" y="633"/>
                </a:lnTo>
                <a:lnTo>
                  <a:pt x="60" y="633"/>
                </a:lnTo>
                <a:lnTo>
                  <a:pt x="58" y="633"/>
                </a:lnTo>
                <a:lnTo>
                  <a:pt x="55" y="635"/>
                </a:lnTo>
                <a:lnTo>
                  <a:pt x="54" y="635"/>
                </a:lnTo>
                <a:lnTo>
                  <a:pt x="52" y="635"/>
                </a:lnTo>
                <a:lnTo>
                  <a:pt x="49" y="637"/>
                </a:lnTo>
                <a:lnTo>
                  <a:pt x="48" y="638"/>
                </a:lnTo>
                <a:lnTo>
                  <a:pt x="47" y="639"/>
                </a:lnTo>
                <a:lnTo>
                  <a:pt x="46" y="639"/>
                </a:lnTo>
                <a:lnTo>
                  <a:pt x="45" y="639"/>
                </a:lnTo>
                <a:lnTo>
                  <a:pt x="44" y="639"/>
                </a:lnTo>
                <a:lnTo>
                  <a:pt x="44" y="638"/>
                </a:lnTo>
                <a:lnTo>
                  <a:pt x="42" y="638"/>
                </a:lnTo>
                <a:lnTo>
                  <a:pt x="41" y="641"/>
                </a:lnTo>
                <a:lnTo>
                  <a:pt x="40" y="643"/>
                </a:lnTo>
                <a:lnTo>
                  <a:pt x="39" y="644"/>
                </a:lnTo>
                <a:lnTo>
                  <a:pt x="38" y="644"/>
                </a:lnTo>
                <a:lnTo>
                  <a:pt x="37" y="644"/>
                </a:lnTo>
                <a:lnTo>
                  <a:pt x="36" y="645"/>
                </a:lnTo>
                <a:lnTo>
                  <a:pt x="35" y="646"/>
                </a:lnTo>
                <a:lnTo>
                  <a:pt x="34" y="647"/>
                </a:lnTo>
                <a:lnTo>
                  <a:pt x="32" y="649"/>
                </a:lnTo>
                <a:lnTo>
                  <a:pt x="31" y="650"/>
                </a:lnTo>
                <a:lnTo>
                  <a:pt x="30" y="649"/>
                </a:lnTo>
                <a:lnTo>
                  <a:pt x="28" y="650"/>
                </a:lnTo>
                <a:lnTo>
                  <a:pt x="28" y="651"/>
                </a:lnTo>
                <a:lnTo>
                  <a:pt x="28" y="652"/>
                </a:lnTo>
                <a:lnTo>
                  <a:pt x="30" y="652"/>
                </a:lnTo>
                <a:lnTo>
                  <a:pt x="30" y="656"/>
                </a:lnTo>
                <a:lnTo>
                  <a:pt x="29" y="657"/>
                </a:lnTo>
                <a:lnTo>
                  <a:pt x="25" y="658"/>
                </a:lnTo>
                <a:lnTo>
                  <a:pt x="24" y="658"/>
                </a:lnTo>
                <a:lnTo>
                  <a:pt x="24" y="657"/>
                </a:lnTo>
                <a:lnTo>
                  <a:pt x="24" y="655"/>
                </a:lnTo>
                <a:lnTo>
                  <a:pt x="24" y="654"/>
                </a:lnTo>
                <a:lnTo>
                  <a:pt x="23" y="655"/>
                </a:lnTo>
                <a:lnTo>
                  <a:pt x="24" y="655"/>
                </a:lnTo>
                <a:lnTo>
                  <a:pt x="24" y="656"/>
                </a:lnTo>
                <a:lnTo>
                  <a:pt x="22" y="657"/>
                </a:lnTo>
                <a:lnTo>
                  <a:pt x="21" y="656"/>
                </a:lnTo>
                <a:lnTo>
                  <a:pt x="21" y="657"/>
                </a:lnTo>
                <a:lnTo>
                  <a:pt x="20" y="657"/>
                </a:lnTo>
                <a:lnTo>
                  <a:pt x="19" y="659"/>
                </a:lnTo>
                <a:lnTo>
                  <a:pt x="18" y="660"/>
                </a:lnTo>
                <a:lnTo>
                  <a:pt x="16" y="661"/>
                </a:lnTo>
                <a:lnTo>
                  <a:pt x="15" y="660"/>
                </a:lnTo>
                <a:lnTo>
                  <a:pt x="16" y="659"/>
                </a:lnTo>
                <a:lnTo>
                  <a:pt x="17" y="658"/>
                </a:lnTo>
                <a:lnTo>
                  <a:pt x="16" y="657"/>
                </a:lnTo>
                <a:lnTo>
                  <a:pt x="16" y="656"/>
                </a:lnTo>
                <a:lnTo>
                  <a:pt x="16" y="655"/>
                </a:lnTo>
                <a:lnTo>
                  <a:pt x="15" y="654"/>
                </a:lnTo>
                <a:lnTo>
                  <a:pt x="13" y="654"/>
                </a:lnTo>
                <a:lnTo>
                  <a:pt x="11" y="653"/>
                </a:lnTo>
                <a:lnTo>
                  <a:pt x="11" y="652"/>
                </a:lnTo>
                <a:lnTo>
                  <a:pt x="10" y="650"/>
                </a:lnTo>
                <a:lnTo>
                  <a:pt x="11" y="650"/>
                </a:lnTo>
                <a:lnTo>
                  <a:pt x="10" y="649"/>
                </a:lnTo>
                <a:lnTo>
                  <a:pt x="10" y="648"/>
                </a:lnTo>
                <a:lnTo>
                  <a:pt x="9" y="648"/>
                </a:lnTo>
                <a:lnTo>
                  <a:pt x="8" y="649"/>
                </a:lnTo>
                <a:lnTo>
                  <a:pt x="7" y="648"/>
                </a:lnTo>
                <a:lnTo>
                  <a:pt x="5" y="647"/>
                </a:lnTo>
                <a:lnTo>
                  <a:pt x="4" y="645"/>
                </a:lnTo>
                <a:lnTo>
                  <a:pt x="3" y="645"/>
                </a:lnTo>
                <a:lnTo>
                  <a:pt x="2" y="645"/>
                </a:lnTo>
                <a:lnTo>
                  <a:pt x="2" y="644"/>
                </a:lnTo>
                <a:lnTo>
                  <a:pt x="2" y="645"/>
                </a:lnTo>
                <a:lnTo>
                  <a:pt x="2" y="644"/>
                </a:lnTo>
                <a:lnTo>
                  <a:pt x="0" y="644"/>
                </a:lnTo>
                <a:lnTo>
                  <a:pt x="0" y="643"/>
                </a:lnTo>
                <a:lnTo>
                  <a:pt x="1" y="643"/>
                </a:lnTo>
                <a:lnTo>
                  <a:pt x="4" y="641"/>
                </a:lnTo>
                <a:lnTo>
                  <a:pt x="5" y="642"/>
                </a:lnTo>
                <a:lnTo>
                  <a:pt x="6" y="642"/>
                </a:lnTo>
                <a:lnTo>
                  <a:pt x="7" y="642"/>
                </a:lnTo>
                <a:lnTo>
                  <a:pt x="8" y="642"/>
                </a:lnTo>
                <a:lnTo>
                  <a:pt x="10" y="640"/>
                </a:lnTo>
                <a:lnTo>
                  <a:pt x="12" y="639"/>
                </a:lnTo>
                <a:lnTo>
                  <a:pt x="12" y="638"/>
                </a:lnTo>
                <a:lnTo>
                  <a:pt x="13" y="637"/>
                </a:lnTo>
                <a:lnTo>
                  <a:pt x="14" y="637"/>
                </a:lnTo>
                <a:lnTo>
                  <a:pt x="15" y="637"/>
                </a:lnTo>
                <a:lnTo>
                  <a:pt x="16" y="638"/>
                </a:lnTo>
                <a:lnTo>
                  <a:pt x="16" y="639"/>
                </a:lnTo>
                <a:lnTo>
                  <a:pt x="17" y="638"/>
                </a:lnTo>
                <a:lnTo>
                  <a:pt x="18" y="636"/>
                </a:lnTo>
                <a:lnTo>
                  <a:pt x="18" y="635"/>
                </a:lnTo>
                <a:lnTo>
                  <a:pt x="19" y="634"/>
                </a:lnTo>
                <a:lnTo>
                  <a:pt x="20" y="633"/>
                </a:lnTo>
                <a:lnTo>
                  <a:pt x="21" y="633"/>
                </a:lnTo>
                <a:lnTo>
                  <a:pt x="21" y="632"/>
                </a:lnTo>
                <a:lnTo>
                  <a:pt x="22" y="628"/>
                </a:lnTo>
                <a:lnTo>
                  <a:pt x="23" y="628"/>
                </a:lnTo>
                <a:lnTo>
                  <a:pt x="24" y="627"/>
                </a:lnTo>
                <a:lnTo>
                  <a:pt x="24" y="623"/>
                </a:lnTo>
                <a:lnTo>
                  <a:pt x="23" y="621"/>
                </a:lnTo>
                <a:lnTo>
                  <a:pt x="23" y="619"/>
                </a:lnTo>
                <a:lnTo>
                  <a:pt x="22" y="619"/>
                </a:lnTo>
                <a:lnTo>
                  <a:pt x="20" y="618"/>
                </a:lnTo>
                <a:lnTo>
                  <a:pt x="20" y="617"/>
                </a:lnTo>
                <a:lnTo>
                  <a:pt x="24" y="615"/>
                </a:lnTo>
                <a:lnTo>
                  <a:pt x="25" y="615"/>
                </a:lnTo>
                <a:lnTo>
                  <a:pt x="27" y="614"/>
                </a:lnTo>
                <a:lnTo>
                  <a:pt x="28" y="613"/>
                </a:lnTo>
                <a:lnTo>
                  <a:pt x="28" y="612"/>
                </a:lnTo>
                <a:lnTo>
                  <a:pt x="30" y="612"/>
                </a:lnTo>
                <a:lnTo>
                  <a:pt x="30" y="611"/>
                </a:lnTo>
                <a:lnTo>
                  <a:pt x="31" y="611"/>
                </a:lnTo>
                <a:lnTo>
                  <a:pt x="31" y="610"/>
                </a:lnTo>
                <a:lnTo>
                  <a:pt x="31" y="609"/>
                </a:lnTo>
                <a:lnTo>
                  <a:pt x="32" y="609"/>
                </a:lnTo>
                <a:lnTo>
                  <a:pt x="32" y="608"/>
                </a:lnTo>
                <a:lnTo>
                  <a:pt x="33" y="608"/>
                </a:lnTo>
                <a:lnTo>
                  <a:pt x="34" y="606"/>
                </a:lnTo>
                <a:lnTo>
                  <a:pt x="34" y="605"/>
                </a:lnTo>
                <a:lnTo>
                  <a:pt x="34" y="604"/>
                </a:lnTo>
                <a:lnTo>
                  <a:pt x="35" y="604"/>
                </a:lnTo>
                <a:lnTo>
                  <a:pt x="36" y="605"/>
                </a:lnTo>
                <a:lnTo>
                  <a:pt x="38" y="604"/>
                </a:lnTo>
                <a:lnTo>
                  <a:pt x="41" y="602"/>
                </a:lnTo>
                <a:lnTo>
                  <a:pt x="42" y="602"/>
                </a:lnTo>
                <a:lnTo>
                  <a:pt x="43" y="602"/>
                </a:lnTo>
                <a:lnTo>
                  <a:pt x="44" y="603"/>
                </a:lnTo>
                <a:lnTo>
                  <a:pt x="44" y="602"/>
                </a:lnTo>
                <a:lnTo>
                  <a:pt x="45" y="600"/>
                </a:lnTo>
                <a:lnTo>
                  <a:pt x="45" y="599"/>
                </a:lnTo>
                <a:lnTo>
                  <a:pt x="46" y="598"/>
                </a:lnTo>
                <a:lnTo>
                  <a:pt x="46" y="596"/>
                </a:lnTo>
                <a:lnTo>
                  <a:pt x="46" y="595"/>
                </a:lnTo>
                <a:lnTo>
                  <a:pt x="45" y="595"/>
                </a:lnTo>
                <a:lnTo>
                  <a:pt x="45" y="592"/>
                </a:lnTo>
                <a:lnTo>
                  <a:pt x="44" y="591"/>
                </a:lnTo>
                <a:lnTo>
                  <a:pt x="45" y="590"/>
                </a:lnTo>
                <a:lnTo>
                  <a:pt x="46" y="591"/>
                </a:lnTo>
                <a:lnTo>
                  <a:pt x="47" y="592"/>
                </a:lnTo>
                <a:lnTo>
                  <a:pt x="48" y="593"/>
                </a:lnTo>
                <a:lnTo>
                  <a:pt x="49" y="593"/>
                </a:lnTo>
                <a:lnTo>
                  <a:pt x="49" y="592"/>
                </a:lnTo>
                <a:lnTo>
                  <a:pt x="49" y="591"/>
                </a:lnTo>
                <a:lnTo>
                  <a:pt x="50" y="591"/>
                </a:lnTo>
                <a:lnTo>
                  <a:pt x="50" y="590"/>
                </a:lnTo>
                <a:lnTo>
                  <a:pt x="51" y="590"/>
                </a:lnTo>
                <a:lnTo>
                  <a:pt x="51" y="591"/>
                </a:lnTo>
                <a:lnTo>
                  <a:pt x="52" y="591"/>
                </a:lnTo>
                <a:lnTo>
                  <a:pt x="53" y="590"/>
                </a:lnTo>
                <a:lnTo>
                  <a:pt x="54" y="590"/>
                </a:lnTo>
                <a:lnTo>
                  <a:pt x="55" y="590"/>
                </a:lnTo>
                <a:lnTo>
                  <a:pt x="54" y="588"/>
                </a:lnTo>
                <a:lnTo>
                  <a:pt x="54" y="587"/>
                </a:lnTo>
                <a:lnTo>
                  <a:pt x="54" y="586"/>
                </a:lnTo>
                <a:lnTo>
                  <a:pt x="55" y="586"/>
                </a:lnTo>
                <a:lnTo>
                  <a:pt x="56" y="586"/>
                </a:lnTo>
                <a:lnTo>
                  <a:pt x="56" y="587"/>
                </a:lnTo>
                <a:lnTo>
                  <a:pt x="57" y="587"/>
                </a:lnTo>
                <a:lnTo>
                  <a:pt x="57" y="584"/>
                </a:lnTo>
                <a:lnTo>
                  <a:pt x="56" y="584"/>
                </a:lnTo>
                <a:lnTo>
                  <a:pt x="56" y="583"/>
                </a:lnTo>
                <a:lnTo>
                  <a:pt x="56" y="582"/>
                </a:lnTo>
                <a:lnTo>
                  <a:pt x="57" y="581"/>
                </a:lnTo>
                <a:lnTo>
                  <a:pt x="57" y="579"/>
                </a:lnTo>
                <a:lnTo>
                  <a:pt x="57" y="578"/>
                </a:lnTo>
                <a:lnTo>
                  <a:pt x="56" y="577"/>
                </a:lnTo>
                <a:lnTo>
                  <a:pt x="57" y="577"/>
                </a:lnTo>
                <a:lnTo>
                  <a:pt x="57" y="576"/>
                </a:lnTo>
                <a:lnTo>
                  <a:pt x="58" y="576"/>
                </a:lnTo>
                <a:lnTo>
                  <a:pt x="60" y="574"/>
                </a:lnTo>
                <a:lnTo>
                  <a:pt x="61" y="572"/>
                </a:lnTo>
                <a:lnTo>
                  <a:pt x="61" y="571"/>
                </a:lnTo>
                <a:lnTo>
                  <a:pt x="60" y="571"/>
                </a:lnTo>
                <a:lnTo>
                  <a:pt x="60" y="570"/>
                </a:lnTo>
                <a:lnTo>
                  <a:pt x="60" y="571"/>
                </a:lnTo>
                <a:lnTo>
                  <a:pt x="59" y="571"/>
                </a:lnTo>
                <a:lnTo>
                  <a:pt x="58" y="572"/>
                </a:lnTo>
                <a:lnTo>
                  <a:pt x="58" y="573"/>
                </a:lnTo>
                <a:lnTo>
                  <a:pt x="58" y="574"/>
                </a:lnTo>
                <a:lnTo>
                  <a:pt x="57" y="574"/>
                </a:lnTo>
                <a:lnTo>
                  <a:pt x="56" y="574"/>
                </a:lnTo>
                <a:lnTo>
                  <a:pt x="55" y="574"/>
                </a:lnTo>
                <a:lnTo>
                  <a:pt x="55" y="573"/>
                </a:lnTo>
                <a:lnTo>
                  <a:pt x="55" y="572"/>
                </a:lnTo>
                <a:lnTo>
                  <a:pt x="56" y="572"/>
                </a:lnTo>
                <a:lnTo>
                  <a:pt x="57" y="571"/>
                </a:lnTo>
                <a:lnTo>
                  <a:pt x="59" y="570"/>
                </a:lnTo>
                <a:lnTo>
                  <a:pt x="59" y="569"/>
                </a:lnTo>
                <a:lnTo>
                  <a:pt x="60" y="567"/>
                </a:lnTo>
                <a:lnTo>
                  <a:pt x="61" y="567"/>
                </a:lnTo>
                <a:lnTo>
                  <a:pt x="61" y="566"/>
                </a:lnTo>
                <a:lnTo>
                  <a:pt x="62" y="566"/>
                </a:lnTo>
                <a:lnTo>
                  <a:pt x="62" y="567"/>
                </a:lnTo>
                <a:lnTo>
                  <a:pt x="63" y="568"/>
                </a:lnTo>
                <a:lnTo>
                  <a:pt x="64" y="569"/>
                </a:lnTo>
                <a:lnTo>
                  <a:pt x="64" y="570"/>
                </a:lnTo>
                <a:lnTo>
                  <a:pt x="64" y="571"/>
                </a:lnTo>
                <a:lnTo>
                  <a:pt x="64" y="572"/>
                </a:lnTo>
                <a:lnTo>
                  <a:pt x="63" y="572"/>
                </a:lnTo>
                <a:lnTo>
                  <a:pt x="63" y="573"/>
                </a:lnTo>
                <a:lnTo>
                  <a:pt x="63" y="574"/>
                </a:lnTo>
                <a:lnTo>
                  <a:pt x="64" y="574"/>
                </a:lnTo>
                <a:lnTo>
                  <a:pt x="64" y="573"/>
                </a:lnTo>
                <a:lnTo>
                  <a:pt x="65" y="573"/>
                </a:lnTo>
                <a:lnTo>
                  <a:pt x="65" y="572"/>
                </a:lnTo>
                <a:lnTo>
                  <a:pt x="67" y="570"/>
                </a:lnTo>
                <a:lnTo>
                  <a:pt x="68" y="570"/>
                </a:lnTo>
                <a:lnTo>
                  <a:pt x="68" y="569"/>
                </a:lnTo>
                <a:lnTo>
                  <a:pt x="69" y="569"/>
                </a:lnTo>
                <a:lnTo>
                  <a:pt x="71" y="567"/>
                </a:lnTo>
                <a:lnTo>
                  <a:pt x="72" y="566"/>
                </a:lnTo>
                <a:lnTo>
                  <a:pt x="72" y="565"/>
                </a:lnTo>
                <a:lnTo>
                  <a:pt x="73" y="565"/>
                </a:lnTo>
                <a:lnTo>
                  <a:pt x="73" y="564"/>
                </a:lnTo>
                <a:lnTo>
                  <a:pt x="75" y="565"/>
                </a:lnTo>
                <a:lnTo>
                  <a:pt x="76" y="569"/>
                </a:lnTo>
                <a:lnTo>
                  <a:pt x="80" y="569"/>
                </a:lnTo>
                <a:lnTo>
                  <a:pt x="80" y="570"/>
                </a:lnTo>
                <a:lnTo>
                  <a:pt x="80" y="571"/>
                </a:lnTo>
                <a:lnTo>
                  <a:pt x="80" y="572"/>
                </a:lnTo>
                <a:lnTo>
                  <a:pt x="81" y="572"/>
                </a:lnTo>
                <a:lnTo>
                  <a:pt x="81" y="571"/>
                </a:lnTo>
                <a:lnTo>
                  <a:pt x="82" y="571"/>
                </a:lnTo>
                <a:lnTo>
                  <a:pt x="82" y="570"/>
                </a:lnTo>
                <a:lnTo>
                  <a:pt x="84" y="570"/>
                </a:lnTo>
                <a:lnTo>
                  <a:pt x="86" y="571"/>
                </a:lnTo>
                <a:lnTo>
                  <a:pt x="88" y="571"/>
                </a:lnTo>
                <a:lnTo>
                  <a:pt x="89" y="571"/>
                </a:lnTo>
                <a:lnTo>
                  <a:pt x="89" y="570"/>
                </a:lnTo>
                <a:lnTo>
                  <a:pt x="90" y="567"/>
                </a:lnTo>
                <a:lnTo>
                  <a:pt x="90" y="566"/>
                </a:lnTo>
                <a:lnTo>
                  <a:pt x="91" y="566"/>
                </a:lnTo>
                <a:lnTo>
                  <a:pt x="90" y="564"/>
                </a:lnTo>
                <a:lnTo>
                  <a:pt x="89" y="562"/>
                </a:lnTo>
                <a:lnTo>
                  <a:pt x="88" y="560"/>
                </a:lnTo>
                <a:lnTo>
                  <a:pt x="89" y="559"/>
                </a:lnTo>
                <a:lnTo>
                  <a:pt x="90" y="559"/>
                </a:lnTo>
                <a:lnTo>
                  <a:pt x="91" y="559"/>
                </a:lnTo>
                <a:lnTo>
                  <a:pt x="92" y="558"/>
                </a:lnTo>
                <a:lnTo>
                  <a:pt x="92" y="557"/>
                </a:lnTo>
                <a:lnTo>
                  <a:pt x="93" y="556"/>
                </a:lnTo>
                <a:lnTo>
                  <a:pt x="94" y="556"/>
                </a:lnTo>
                <a:lnTo>
                  <a:pt x="96" y="555"/>
                </a:lnTo>
                <a:lnTo>
                  <a:pt x="96" y="554"/>
                </a:lnTo>
                <a:lnTo>
                  <a:pt x="97" y="552"/>
                </a:lnTo>
                <a:lnTo>
                  <a:pt x="98" y="551"/>
                </a:lnTo>
                <a:lnTo>
                  <a:pt x="99" y="551"/>
                </a:lnTo>
                <a:lnTo>
                  <a:pt x="101" y="549"/>
                </a:lnTo>
                <a:lnTo>
                  <a:pt x="101" y="548"/>
                </a:lnTo>
                <a:lnTo>
                  <a:pt x="102" y="547"/>
                </a:lnTo>
                <a:lnTo>
                  <a:pt x="103" y="547"/>
                </a:lnTo>
                <a:lnTo>
                  <a:pt x="104" y="547"/>
                </a:lnTo>
                <a:lnTo>
                  <a:pt x="106" y="544"/>
                </a:lnTo>
                <a:lnTo>
                  <a:pt x="109" y="543"/>
                </a:lnTo>
                <a:lnTo>
                  <a:pt x="109" y="542"/>
                </a:lnTo>
                <a:lnTo>
                  <a:pt x="109" y="543"/>
                </a:lnTo>
                <a:lnTo>
                  <a:pt x="110" y="543"/>
                </a:lnTo>
                <a:lnTo>
                  <a:pt x="110" y="544"/>
                </a:lnTo>
                <a:lnTo>
                  <a:pt x="111" y="544"/>
                </a:lnTo>
                <a:lnTo>
                  <a:pt x="112" y="544"/>
                </a:lnTo>
                <a:lnTo>
                  <a:pt x="112" y="543"/>
                </a:lnTo>
                <a:lnTo>
                  <a:pt x="113" y="543"/>
                </a:lnTo>
                <a:lnTo>
                  <a:pt x="112" y="542"/>
                </a:lnTo>
                <a:lnTo>
                  <a:pt x="114" y="541"/>
                </a:lnTo>
                <a:lnTo>
                  <a:pt x="116" y="541"/>
                </a:lnTo>
                <a:lnTo>
                  <a:pt x="117" y="541"/>
                </a:lnTo>
                <a:lnTo>
                  <a:pt x="117" y="540"/>
                </a:lnTo>
                <a:lnTo>
                  <a:pt x="116" y="539"/>
                </a:lnTo>
                <a:lnTo>
                  <a:pt x="115" y="536"/>
                </a:lnTo>
                <a:lnTo>
                  <a:pt x="116" y="533"/>
                </a:lnTo>
                <a:lnTo>
                  <a:pt x="117" y="533"/>
                </a:lnTo>
                <a:lnTo>
                  <a:pt x="117" y="532"/>
                </a:lnTo>
                <a:lnTo>
                  <a:pt x="118" y="532"/>
                </a:lnTo>
                <a:lnTo>
                  <a:pt x="118" y="529"/>
                </a:lnTo>
                <a:lnTo>
                  <a:pt x="119" y="525"/>
                </a:lnTo>
                <a:lnTo>
                  <a:pt x="119" y="524"/>
                </a:lnTo>
                <a:lnTo>
                  <a:pt x="118" y="524"/>
                </a:lnTo>
                <a:lnTo>
                  <a:pt x="117" y="524"/>
                </a:lnTo>
                <a:lnTo>
                  <a:pt x="117" y="523"/>
                </a:lnTo>
                <a:lnTo>
                  <a:pt x="116" y="521"/>
                </a:lnTo>
                <a:lnTo>
                  <a:pt x="116" y="520"/>
                </a:lnTo>
                <a:lnTo>
                  <a:pt x="116" y="519"/>
                </a:lnTo>
                <a:lnTo>
                  <a:pt x="116" y="518"/>
                </a:lnTo>
                <a:lnTo>
                  <a:pt x="117" y="517"/>
                </a:lnTo>
                <a:lnTo>
                  <a:pt x="117" y="516"/>
                </a:lnTo>
                <a:lnTo>
                  <a:pt x="115" y="514"/>
                </a:lnTo>
                <a:lnTo>
                  <a:pt x="114" y="514"/>
                </a:lnTo>
                <a:lnTo>
                  <a:pt x="113" y="513"/>
                </a:lnTo>
                <a:lnTo>
                  <a:pt x="112" y="513"/>
                </a:lnTo>
                <a:lnTo>
                  <a:pt x="111" y="513"/>
                </a:lnTo>
                <a:lnTo>
                  <a:pt x="110" y="512"/>
                </a:lnTo>
                <a:lnTo>
                  <a:pt x="108" y="510"/>
                </a:lnTo>
                <a:lnTo>
                  <a:pt x="108" y="509"/>
                </a:lnTo>
                <a:lnTo>
                  <a:pt x="107" y="508"/>
                </a:lnTo>
                <a:lnTo>
                  <a:pt x="106" y="508"/>
                </a:lnTo>
                <a:lnTo>
                  <a:pt x="105" y="508"/>
                </a:lnTo>
                <a:lnTo>
                  <a:pt x="105" y="509"/>
                </a:lnTo>
                <a:lnTo>
                  <a:pt x="103" y="509"/>
                </a:lnTo>
                <a:lnTo>
                  <a:pt x="101" y="508"/>
                </a:lnTo>
                <a:lnTo>
                  <a:pt x="99" y="508"/>
                </a:lnTo>
                <a:lnTo>
                  <a:pt x="98" y="508"/>
                </a:lnTo>
                <a:lnTo>
                  <a:pt x="99" y="507"/>
                </a:lnTo>
                <a:lnTo>
                  <a:pt x="100" y="506"/>
                </a:lnTo>
                <a:lnTo>
                  <a:pt x="100" y="505"/>
                </a:lnTo>
                <a:lnTo>
                  <a:pt x="98" y="503"/>
                </a:lnTo>
                <a:lnTo>
                  <a:pt x="98" y="502"/>
                </a:lnTo>
                <a:lnTo>
                  <a:pt x="95" y="499"/>
                </a:lnTo>
                <a:lnTo>
                  <a:pt x="95" y="498"/>
                </a:lnTo>
                <a:lnTo>
                  <a:pt x="94" y="498"/>
                </a:lnTo>
                <a:lnTo>
                  <a:pt x="94" y="499"/>
                </a:lnTo>
                <a:lnTo>
                  <a:pt x="93" y="499"/>
                </a:lnTo>
                <a:lnTo>
                  <a:pt x="93" y="498"/>
                </a:lnTo>
                <a:lnTo>
                  <a:pt x="92" y="497"/>
                </a:lnTo>
                <a:lnTo>
                  <a:pt x="92" y="495"/>
                </a:lnTo>
                <a:lnTo>
                  <a:pt x="93" y="494"/>
                </a:lnTo>
                <a:lnTo>
                  <a:pt x="92" y="493"/>
                </a:lnTo>
                <a:lnTo>
                  <a:pt x="93" y="493"/>
                </a:lnTo>
                <a:lnTo>
                  <a:pt x="93" y="491"/>
                </a:lnTo>
                <a:lnTo>
                  <a:pt x="94" y="491"/>
                </a:lnTo>
                <a:lnTo>
                  <a:pt x="94" y="490"/>
                </a:lnTo>
                <a:lnTo>
                  <a:pt x="93" y="490"/>
                </a:lnTo>
                <a:lnTo>
                  <a:pt x="93" y="489"/>
                </a:lnTo>
                <a:lnTo>
                  <a:pt x="93" y="488"/>
                </a:lnTo>
                <a:lnTo>
                  <a:pt x="93" y="487"/>
                </a:lnTo>
                <a:lnTo>
                  <a:pt x="93" y="486"/>
                </a:lnTo>
                <a:lnTo>
                  <a:pt x="94" y="485"/>
                </a:lnTo>
                <a:lnTo>
                  <a:pt x="94" y="484"/>
                </a:lnTo>
                <a:lnTo>
                  <a:pt x="93" y="484"/>
                </a:lnTo>
                <a:lnTo>
                  <a:pt x="92" y="483"/>
                </a:lnTo>
                <a:lnTo>
                  <a:pt x="91" y="482"/>
                </a:lnTo>
                <a:lnTo>
                  <a:pt x="89" y="481"/>
                </a:lnTo>
                <a:lnTo>
                  <a:pt x="90" y="480"/>
                </a:lnTo>
                <a:lnTo>
                  <a:pt x="91" y="480"/>
                </a:lnTo>
                <a:lnTo>
                  <a:pt x="92" y="480"/>
                </a:lnTo>
                <a:lnTo>
                  <a:pt x="92" y="479"/>
                </a:lnTo>
                <a:lnTo>
                  <a:pt x="91" y="479"/>
                </a:lnTo>
                <a:lnTo>
                  <a:pt x="89" y="478"/>
                </a:lnTo>
                <a:lnTo>
                  <a:pt x="88" y="478"/>
                </a:lnTo>
                <a:lnTo>
                  <a:pt x="88" y="477"/>
                </a:lnTo>
                <a:lnTo>
                  <a:pt x="88" y="475"/>
                </a:lnTo>
                <a:lnTo>
                  <a:pt x="88" y="473"/>
                </a:lnTo>
                <a:lnTo>
                  <a:pt x="87" y="470"/>
                </a:lnTo>
                <a:lnTo>
                  <a:pt x="88" y="469"/>
                </a:lnTo>
                <a:lnTo>
                  <a:pt x="87" y="465"/>
                </a:lnTo>
                <a:lnTo>
                  <a:pt x="85" y="461"/>
                </a:lnTo>
                <a:lnTo>
                  <a:pt x="85" y="459"/>
                </a:lnTo>
                <a:lnTo>
                  <a:pt x="86" y="459"/>
                </a:lnTo>
                <a:lnTo>
                  <a:pt x="87" y="459"/>
                </a:lnTo>
                <a:lnTo>
                  <a:pt x="88" y="458"/>
                </a:lnTo>
                <a:lnTo>
                  <a:pt x="88" y="456"/>
                </a:lnTo>
                <a:lnTo>
                  <a:pt x="88" y="455"/>
                </a:lnTo>
                <a:lnTo>
                  <a:pt x="88" y="454"/>
                </a:lnTo>
                <a:lnTo>
                  <a:pt x="88" y="453"/>
                </a:lnTo>
                <a:lnTo>
                  <a:pt x="89" y="453"/>
                </a:lnTo>
                <a:lnTo>
                  <a:pt x="90" y="453"/>
                </a:lnTo>
                <a:lnTo>
                  <a:pt x="91" y="451"/>
                </a:lnTo>
                <a:lnTo>
                  <a:pt x="92" y="451"/>
                </a:lnTo>
                <a:lnTo>
                  <a:pt x="92" y="450"/>
                </a:lnTo>
                <a:lnTo>
                  <a:pt x="92" y="451"/>
                </a:lnTo>
                <a:lnTo>
                  <a:pt x="93" y="451"/>
                </a:lnTo>
                <a:lnTo>
                  <a:pt x="94" y="451"/>
                </a:lnTo>
                <a:lnTo>
                  <a:pt x="95" y="450"/>
                </a:lnTo>
                <a:lnTo>
                  <a:pt x="96" y="449"/>
                </a:lnTo>
                <a:lnTo>
                  <a:pt x="96" y="448"/>
                </a:lnTo>
                <a:lnTo>
                  <a:pt x="98" y="446"/>
                </a:lnTo>
                <a:lnTo>
                  <a:pt x="98" y="445"/>
                </a:lnTo>
                <a:lnTo>
                  <a:pt x="98" y="444"/>
                </a:lnTo>
                <a:lnTo>
                  <a:pt x="97" y="444"/>
                </a:lnTo>
                <a:lnTo>
                  <a:pt x="97" y="443"/>
                </a:lnTo>
                <a:lnTo>
                  <a:pt x="96" y="442"/>
                </a:lnTo>
                <a:lnTo>
                  <a:pt x="95" y="442"/>
                </a:lnTo>
                <a:lnTo>
                  <a:pt x="94" y="441"/>
                </a:lnTo>
                <a:lnTo>
                  <a:pt x="93" y="441"/>
                </a:lnTo>
                <a:lnTo>
                  <a:pt x="92" y="440"/>
                </a:lnTo>
                <a:lnTo>
                  <a:pt x="92" y="439"/>
                </a:lnTo>
                <a:lnTo>
                  <a:pt x="90" y="439"/>
                </a:lnTo>
                <a:lnTo>
                  <a:pt x="90" y="440"/>
                </a:lnTo>
                <a:lnTo>
                  <a:pt x="89" y="440"/>
                </a:lnTo>
                <a:lnTo>
                  <a:pt x="89" y="441"/>
                </a:lnTo>
                <a:lnTo>
                  <a:pt x="89" y="442"/>
                </a:lnTo>
                <a:lnTo>
                  <a:pt x="88" y="444"/>
                </a:lnTo>
                <a:lnTo>
                  <a:pt x="87" y="444"/>
                </a:lnTo>
                <a:lnTo>
                  <a:pt x="86" y="444"/>
                </a:lnTo>
                <a:lnTo>
                  <a:pt x="85" y="444"/>
                </a:lnTo>
                <a:lnTo>
                  <a:pt x="85" y="446"/>
                </a:lnTo>
                <a:lnTo>
                  <a:pt x="84" y="446"/>
                </a:lnTo>
                <a:lnTo>
                  <a:pt x="83" y="446"/>
                </a:lnTo>
                <a:lnTo>
                  <a:pt x="83" y="445"/>
                </a:lnTo>
                <a:lnTo>
                  <a:pt x="84" y="445"/>
                </a:lnTo>
                <a:lnTo>
                  <a:pt x="84" y="442"/>
                </a:lnTo>
                <a:lnTo>
                  <a:pt x="84" y="441"/>
                </a:lnTo>
                <a:lnTo>
                  <a:pt x="84" y="439"/>
                </a:lnTo>
                <a:lnTo>
                  <a:pt x="84" y="438"/>
                </a:lnTo>
                <a:lnTo>
                  <a:pt x="84" y="437"/>
                </a:lnTo>
                <a:lnTo>
                  <a:pt x="84" y="436"/>
                </a:lnTo>
                <a:lnTo>
                  <a:pt x="85" y="436"/>
                </a:lnTo>
                <a:lnTo>
                  <a:pt x="86" y="435"/>
                </a:lnTo>
                <a:lnTo>
                  <a:pt x="86" y="434"/>
                </a:lnTo>
                <a:lnTo>
                  <a:pt x="86" y="433"/>
                </a:lnTo>
                <a:lnTo>
                  <a:pt x="85" y="433"/>
                </a:lnTo>
                <a:lnTo>
                  <a:pt x="86" y="431"/>
                </a:lnTo>
                <a:lnTo>
                  <a:pt x="88" y="429"/>
                </a:lnTo>
                <a:lnTo>
                  <a:pt x="88" y="428"/>
                </a:lnTo>
                <a:lnTo>
                  <a:pt x="88" y="426"/>
                </a:lnTo>
                <a:lnTo>
                  <a:pt x="89" y="424"/>
                </a:lnTo>
                <a:lnTo>
                  <a:pt x="90" y="423"/>
                </a:lnTo>
                <a:lnTo>
                  <a:pt x="90" y="422"/>
                </a:lnTo>
                <a:lnTo>
                  <a:pt x="90" y="421"/>
                </a:lnTo>
                <a:lnTo>
                  <a:pt x="89" y="419"/>
                </a:lnTo>
                <a:lnTo>
                  <a:pt x="89" y="418"/>
                </a:lnTo>
                <a:lnTo>
                  <a:pt x="90" y="418"/>
                </a:lnTo>
                <a:lnTo>
                  <a:pt x="91" y="418"/>
                </a:lnTo>
                <a:lnTo>
                  <a:pt x="91" y="417"/>
                </a:lnTo>
                <a:lnTo>
                  <a:pt x="90" y="414"/>
                </a:lnTo>
                <a:lnTo>
                  <a:pt x="90" y="413"/>
                </a:lnTo>
                <a:lnTo>
                  <a:pt x="90" y="412"/>
                </a:lnTo>
                <a:lnTo>
                  <a:pt x="90" y="411"/>
                </a:lnTo>
                <a:lnTo>
                  <a:pt x="91" y="408"/>
                </a:lnTo>
                <a:lnTo>
                  <a:pt x="92" y="407"/>
                </a:lnTo>
                <a:lnTo>
                  <a:pt x="93" y="406"/>
                </a:lnTo>
                <a:lnTo>
                  <a:pt x="93" y="405"/>
                </a:lnTo>
                <a:lnTo>
                  <a:pt x="93" y="404"/>
                </a:lnTo>
                <a:lnTo>
                  <a:pt x="93" y="403"/>
                </a:lnTo>
                <a:lnTo>
                  <a:pt x="94" y="403"/>
                </a:lnTo>
                <a:lnTo>
                  <a:pt x="94" y="402"/>
                </a:lnTo>
                <a:lnTo>
                  <a:pt x="95" y="400"/>
                </a:lnTo>
                <a:lnTo>
                  <a:pt x="95" y="399"/>
                </a:lnTo>
                <a:lnTo>
                  <a:pt x="94" y="399"/>
                </a:lnTo>
                <a:lnTo>
                  <a:pt x="94" y="398"/>
                </a:lnTo>
                <a:lnTo>
                  <a:pt x="96" y="398"/>
                </a:lnTo>
                <a:lnTo>
                  <a:pt x="96" y="397"/>
                </a:lnTo>
                <a:lnTo>
                  <a:pt x="97" y="396"/>
                </a:lnTo>
                <a:lnTo>
                  <a:pt x="98" y="396"/>
                </a:lnTo>
                <a:lnTo>
                  <a:pt x="99" y="396"/>
                </a:lnTo>
                <a:lnTo>
                  <a:pt x="99" y="395"/>
                </a:lnTo>
                <a:lnTo>
                  <a:pt x="98" y="395"/>
                </a:lnTo>
                <a:lnTo>
                  <a:pt x="96" y="395"/>
                </a:lnTo>
                <a:lnTo>
                  <a:pt x="96" y="394"/>
                </a:lnTo>
                <a:lnTo>
                  <a:pt x="95" y="394"/>
                </a:lnTo>
                <a:lnTo>
                  <a:pt x="94" y="394"/>
                </a:lnTo>
                <a:lnTo>
                  <a:pt x="93" y="395"/>
                </a:lnTo>
                <a:lnTo>
                  <a:pt x="93" y="396"/>
                </a:lnTo>
                <a:lnTo>
                  <a:pt x="92" y="396"/>
                </a:lnTo>
                <a:lnTo>
                  <a:pt x="92" y="397"/>
                </a:lnTo>
                <a:lnTo>
                  <a:pt x="91" y="397"/>
                </a:lnTo>
                <a:lnTo>
                  <a:pt x="91" y="395"/>
                </a:lnTo>
                <a:lnTo>
                  <a:pt x="92" y="395"/>
                </a:lnTo>
                <a:lnTo>
                  <a:pt x="92" y="394"/>
                </a:lnTo>
                <a:lnTo>
                  <a:pt x="93" y="393"/>
                </a:lnTo>
                <a:lnTo>
                  <a:pt x="93" y="392"/>
                </a:lnTo>
                <a:lnTo>
                  <a:pt x="92" y="392"/>
                </a:lnTo>
                <a:lnTo>
                  <a:pt x="91" y="392"/>
                </a:lnTo>
                <a:lnTo>
                  <a:pt x="90" y="392"/>
                </a:lnTo>
                <a:lnTo>
                  <a:pt x="90" y="391"/>
                </a:lnTo>
                <a:lnTo>
                  <a:pt x="89" y="391"/>
                </a:lnTo>
                <a:lnTo>
                  <a:pt x="88" y="391"/>
                </a:lnTo>
                <a:lnTo>
                  <a:pt x="87" y="391"/>
                </a:lnTo>
                <a:lnTo>
                  <a:pt x="87" y="392"/>
                </a:lnTo>
                <a:lnTo>
                  <a:pt x="87" y="393"/>
                </a:lnTo>
                <a:lnTo>
                  <a:pt x="86" y="393"/>
                </a:lnTo>
                <a:lnTo>
                  <a:pt x="85" y="394"/>
                </a:lnTo>
                <a:lnTo>
                  <a:pt x="83" y="395"/>
                </a:lnTo>
                <a:lnTo>
                  <a:pt x="81" y="394"/>
                </a:lnTo>
                <a:lnTo>
                  <a:pt x="81" y="393"/>
                </a:lnTo>
                <a:lnTo>
                  <a:pt x="82" y="392"/>
                </a:lnTo>
                <a:lnTo>
                  <a:pt x="81" y="391"/>
                </a:lnTo>
                <a:lnTo>
                  <a:pt x="80" y="391"/>
                </a:lnTo>
                <a:lnTo>
                  <a:pt x="80" y="390"/>
                </a:lnTo>
                <a:lnTo>
                  <a:pt x="79" y="390"/>
                </a:lnTo>
                <a:lnTo>
                  <a:pt x="79" y="389"/>
                </a:lnTo>
                <a:lnTo>
                  <a:pt x="80" y="389"/>
                </a:lnTo>
                <a:lnTo>
                  <a:pt x="79" y="389"/>
                </a:lnTo>
                <a:lnTo>
                  <a:pt x="78" y="388"/>
                </a:lnTo>
                <a:lnTo>
                  <a:pt x="77" y="388"/>
                </a:lnTo>
                <a:lnTo>
                  <a:pt x="77" y="387"/>
                </a:lnTo>
                <a:lnTo>
                  <a:pt x="76" y="385"/>
                </a:lnTo>
                <a:lnTo>
                  <a:pt x="76" y="382"/>
                </a:lnTo>
                <a:lnTo>
                  <a:pt x="76" y="381"/>
                </a:lnTo>
                <a:lnTo>
                  <a:pt x="76" y="380"/>
                </a:lnTo>
                <a:lnTo>
                  <a:pt x="77" y="380"/>
                </a:lnTo>
                <a:lnTo>
                  <a:pt x="78" y="378"/>
                </a:lnTo>
                <a:lnTo>
                  <a:pt x="79" y="376"/>
                </a:lnTo>
                <a:lnTo>
                  <a:pt x="79" y="375"/>
                </a:lnTo>
                <a:lnTo>
                  <a:pt x="78" y="374"/>
                </a:lnTo>
                <a:lnTo>
                  <a:pt x="77" y="374"/>
                </a:lnTo>
                <a:lnTo>
                  <a:pt x="76" y="374"/>
                </a:lnTo>
                <a:lnTo>
                  <a:pt x="77" y="374"/>
                </a:lnTo>
                <a:lnTo>
                  <a:pt x="77" y="373"/>
                </a:lnTo>
                <a:lnTo>
                  <a:pt x="76" y="373"/>
                </a:lnTo>
                <a:lnTo>
                  <a:pt x="75" y="373"/>
                </a:lnTo>
                <a:lnTo>
                  <a:pt x="75" y="372"/>
                </a:lnTo>
                <a:lnTo>
                  <a:pt x="74" y="371"/>
                </a:lnTo>
                <a:lnTo>
                  <a:pt x="74" y="370"/>
                </a:lnTo>
                <a:lnTo>
                  <a:pt x="74" y="369"/>
                </a:lnTo>
                <a:lnTo>
                  <a:pt x="74" y="368"/>
                </a:lnTo>
                <a:lnTo>
                  <a:pt x="73" y="363"/>
                </a:lnTo>
                <a:lnTo>
                  <a:pt x="73" y="360"/>
                </a:lnTo>
                <a:lnTo>
                  <a:pt x="73" y="359"/>
                </a:lnTo>
                <a:lnTo>
                  <a:pt x="73" y="358"/>
                </a:lnTo>
                <a:lnTo>
                  <a:pt x="73" y="357"/>
                </a:lnTo>
                <a:lnTo>
                  <a:pt x="73" y="356"/>
                </a:lnTo>
                <a:lnTo>
                  <a:pt x="74" y="353"/>
                </a:lnTo>
                <a:lnTo>
                  <a:pt x="74" y="352"/>
                </a:lnTo>
                <a:lnTo>
                  <a:pt x="75" y="352"/>
                </a:lnTo>
                <a:lnTo>
                  <a:pt x="75" y="351"/>
                </a:lnTo>
                <a:lnTo>
                  <a:pt x="75" y="350"/>
                </a:lnTo>
                <a:lnTo>
                  <a:pt x="75" y="348"/>
                </a:lnTo>
                <a:lnTo>
                  <a:pt x="75" y="347"/>
                </a:lnTo>
                <a:lnTo>
                  <a:pt x="75" y="346"/>
                </a:lnTo>
                <a:lnTo>
                  <a:pt x="76" y="345"/>
                </a:lnTo>
                <a:lnTo>
                  <a:pt x="76" y="344"/>
                </a:lnTo>
                <a:lnTo>
                  <a:pt x="75" y="344"/>
                </a:lnTo>
                <a:lnTo>
                  <a:pt x="75" y="342"/>
                </a:lnTo>
                <a:lnTo>
                  <a:pt x="75" y="341"/>
                </a:lnTo>
                <a:lnTo>
                  <a:pt x="76" y="340"/>
                </a:lnTo>
                <a:lnTo>
                  <a:pt x="77" y="339"/>
                </a:lnTo>
                <a:lnTo>
                  <a:pt x="78" y="339"/>
                </a:lnTo>
                <a:lnTo>
                  <a:pt x="78" y="338"/>
                </a:lnTo>
                <a:lnTo>
                  <a:pt x="78" y="337"/>
                </a:lnTo>
                <a:lnTo>
                  <a:pt x="78" y="335"/>
                </a:lnTo>
                <a:lnTo>
                  <a:pt x="79" y="334"/>
                </a:lnTo>
                <a:lnTo>
                  <a:pt x="79" y="333"/>
                </a:lnTo>
                <a:lnTo>
                  <a:pt x="80" y="332"/>
                </a:lnTo>
                <a:lnTo>
                  <a:pt x="81" y="332"/>
                </a:lnTo>
                <a:lnTo>
                  <a:pt x="82" y="332"/>
                </a:lnTo>
                <a:lnTo>
                  <a:pt x="83" y="332"/>
                </a:lnTo>
                <a:lnTo>
                  <a:pt x="83" y="331"/>
                </a:lnTo>
                <a:lnTo>
                  <a:pt x="82" y="331"/>
                </a:lnTo>
                <a:lnTo>
                  <a:pt x="82" y="330"/>
                </a:lnTo>
                <a:lnTo>
                  <a:pt x="81" y="330"/>
                </a:lnTo>
                <a:lnTo>
                  <a:pt x="81" y="329"/>
                </a:lnTo>
                <a:lnTo>
                  <a:pt x="80" y="328"/>
                </a:lnTo>
                <a:lnTo>
                  <a:pt x="80" y="327"/>
                </a:lnTo>
                <a:lnTo>
                  <a:pt x="80" y="326"/>
                </a:lnTo>
                <a:lnTo>
                  <a:pt x="80" y="325"/>
                </a:lnTo>
                <a:lnTo>
                  <a:pt x="80" y="324"/>
                </a:lnTo>
                <a:lnTo>
                  <a:pt x="79" y="323"/>
                </a:lnTo>
                <a:lnTo>
                  <a:pt x="77" y="322"/>
                </a:lnTo>
                <a:lnTo>
                  <a:pt x="76" y="323"/>
                </a:lnTo>
                <a:lnTo>
                  <a:pt x="75" y="325"/>
                </a:lnTo>
                <a:lnTo>
                  <a:pt x="75" y="326"/>
                </a:lnTo>
                <a:lnTo>
                  <a:pt x="74" y="326"/>
                </a:lnTo>
                <a:lnTo>
                  <a:pt x="73" y="326"/>
                </a:lnTo>
                <a:lnTo>
                  <a:pt x="71" y="327"/>
                </a:lnTo>
                <a:lnTo>
                  <a:pt x="70" y="327"/>
                </a:lnTo>
                <a:lnTo>
                  <a:pt x="68" y="325"/>
                </a:lnTo>
                <a:lnTo>
                  <a:pt x="68" y="324"/>
                </a:lnTo>
                <a:lnTo>
                  <a:pt x="67" y="324"/>
                </a:lnTo>
                <a:lnTo>
                  <a:pt x="66" y="325"/>
                </a:lnTo>
                <a:lnTo>
                  <a:pt x="65" y="326"/>
                </a:lnTo>
                <a:lnTo>
                  <a:pt x="62" y="328"/>
                </a:lnTo>
                <a:lnTo>
                  <a:pt x="61" y="329"/>
                </a:lnTo>
                <a:lnTo>
                  <a:pt x="61" y="328"/>
                </a:lnTo>
                <a:lnTo>
                  <a:pt x="60" y="328"/>
                </a:lnTo>
                <a:lnTo>
                  <a:pt x="59" y="327"/>
                </a:lnTo>
                <a:lnTo>
                  <a:pt x="58" y="327"/>
                </a:lnTo>
                <a:lnTo>
                  <a:pt x="58" y="326"/>
                </a:lnTo>
                <a:lnTo>
                  <a:pt x="57" y="325"/>
                </a:lnTo>
                <a:lnTo>
                  <a:pt x="58" y="324"/>
                </a:lnTo>
                <a:lnTo>
                  <a:pt x="59" y="323"/>
                </a:lnTo>
                <a:lnTo>
                  <a:pt x="59" y="322"/>
                </a:lnTo>
                <a:lnTo>
                  <a:pt x="60" y="322"/>
                </a:lnTo>
                <a:lnTo>
                  <a:pt x="60" y="321"/>
                </a:lnTo>
                <a:lnTo>
                  <a:pt x="61" y="321"/>
                </a:lnTo>
                <a:lnTo>
                  <a:pt x="62" y="320"/>
                </a:lnTo>
                <a:lnTo>
                  <a:pt x="63" y="319"/>
                </a:lnTo>
                <a:lnTo>
                  <a:pt x="64" y="319"/>
                </a:lnTo>
                <a:lnTo>
                  <a:pt x="65" y="318"/>
                </a:lnTo>
                <a:lnTo>
                  <a:pt x="66" y="318"/>
                </a:lnTo>
                <a:lnTo>
                  <a:pt x="67" y="318"/>
                </a:lnTo>
                <a:lnTo>
                  <a:pt x="68" y="317"/>
                </a:lnTo>
                <a:lnTo>
                  <a:pt x="69" y="317"/>
                </a:lnTo>
                <a:lnTo>
                  <a:pt x="69" y="316"/>
                </a:lnTo>
                <a:lnTo>
                  <a:pt x="70" y="316"/>
                </a:lnTo>
                <a:lnTo>
                  <a:pt x="71" y="315"/>
                </a:lnTo>
                <a:lnTo>
                  <a:pt x="72" y="315"/>
                </a:lnTo>
                <a:lnTo>
                  <a:pt x="73" y="314"/>
                </a:lnTo>
                <a:lnTo>
                  <a:pt x="73" y="313"/>
                </a:lnTo>
                <a:lnTo>
                  <a:pt x="72" y="312"/>
                </a:lnTo>
                <a:lnTo>
                  <a:pt x="70" y="312"/>
                </a:lnTo>
                <a:lnTo>
                  <a:pt x="70" y="311"/>
                </a:lnTo>
                <a:lnTo>
                  <a:pt x="70" y="310"/>
                </a:lnTo>
                <a:lnTo>
                  <a:pt x="70" y="309"/>
                </a:lnTo>
                <a:lnTo>
                  <a:pt x="71" y="308"/>
                </a:lnTo>
                <a:lnTo>
                  <a:pt x="72" y="308"/>
                </a:lnTo>
                <a:lnTo>
                  <a:pt x="73" y="308"/>
                </a:lnTo>
                <a:lnTo>
                  <a:pt x="73" y="307"/>
                </a:lnTo>
                <a:lnTo>
                  <a:pt x="74" y="307"/>
                </a:lnTo>
                <a:lnTo>
                  <a:pt x="74" y="306"/>
                </a:lnTo>
                <a:lnTo>
                  <a:pt x="76" y="305"/>
                </a:lnTo>
                <a:lnTo>
                  <a:pt x="76" y="304"/>
                </a:lnTo>
                <a:lnTo>
                  <a:pt x="77" y="304"/>
                </a:lnTo>
                <a:lnTo>
                  <a:pt x="77" y="303"/>
                </a:lnTo>
                <a:lnTo>
                  <a:pt x="76" y="303"/>
                </a:lnTo>
                <a:lnTo>
                  <a:pt x="76" y="302"/>
                </a:lnTo>
                <a:lnTo>
                  <a:pt x="76" y="301"/>
                </a:lnTo>
                <a:lnTo>
                  <a:pt x="77" y="301"/>
                </a:lnTo>
                <a:lnTo>
                  <a:pt x="78" y="300"/>
                </a:lnTo>
                <a:lnTo>
                  <a:pt x="78" y="299"/>
                </a:lnTo>
                <a:lnTo>
                  <a:pt x="77" y="298"/>
                </a:lnTo>
                <a:lnTo>
                  <a:pt x="76" y="297"/>
                </a:lnTo>
                <a:lnTo>
                  <a:pt x="75" y="297"/>
                </a:lnTo>
                <a:lnTo>
                  <a:pt x="74" y="297"/>
                </a:lnTo>
                <a:lnTo>
                  <a:pt x="73" y="297"/>
                </a:lnTo>
                <a:lnTo>
                  <a:pt x="73" y="296"/>
                </a:lnTo>
                <a:lnTo>
                  <a:pt x="72" y="295"/>
                </a:lnTo>
                <a:lnTo>
                  <a:pt x="72" y="296"/>
                </a:lnTo>
                <a:lnTo>
                  <a:pt x="71" y="295"/>
                </a:lnTo>
                <a:lnTo>
                  <a:pt x="70" y="294"/>
                </a:lnTo>
                <a:lnTo>
                  <a:pt x="69" y="294"/>
                </a:lnTo>
                <a:lnTo>
                  <a:pt x="70" y="294"/>
                </a:lnTo>
                <a:lnTo>
                  <a:pt x="70" y="293"/>
                </a:lnTo>
                <a:lnTo>
                  <a:pt x="71" y="293"/>
                </a:lnTo>
                <a:lnTo>
                  <a:pt x="70" y="293"/>
                </a:lnTo>
                <a:lnTo>
                  <a:pt x="70" y="292"/>
                </a:lnTo>
                <a:lnTo>
                  <a:pt x="69" y="293"/>
                </a:lnTo>
                <a:lnTo>
                  <a:pt x="67" y="292"/>
                </a:lnTo>
                <a:lnTo>
                  <a:pt x="66" y="290"/>
                </a:lnTo>
                <a:lnTo>
                  <a:pt x="67" y="289"/>
                </a:lnTo>
                <a:lnTo>
                  <a:pt x="67" y="288"/>
                </a:lnTo>
                <a:lnTo>
                  <a:pt x="68" y="288"/>
                </a:lnTo>
                <a:lnTo>
                  <a:pt x="68" y="287"/>
                </a:lnTo>
                <a:lnTo>
                  <a:pt x="68" y="286"/>
                </a:lnTo>
                <a:lnTo>
                  <a:pt x="67" y="285"/>
                </a:lnTo>
                <a:lnTo>
                  <a:pt x="67" y="284"/>
                </a:lnTo>
                <a:lnTo>
                  <a:pt x="66" y="282"/>
                </a:lnTo>
                <a:lnTo>
                  <a:pt x="66" y="281"/>
                </a:lnTo>
                <a:lnTo>
                  <a:pt x="67" y="281"/>
                </a:lnTo>
                <a:lnTo>
                  <a:pt x="66" y="280"/>
                </a:lnTo>
                <a:lnTo>
                  <a:pt x="66" y="279"/>
                </a:lnTo>
                <a:lnTo>
                  <a:pt x="66" y="277"/>
                </a:lnTo>
                <a:lnTo>
                  <a:pt x="66" y="276"/>
                </a:lnTo>
                <a:lnTo>
                  <a:pt x="67" y="276"/>
                </a:lnTo>
                <a:lnTo>
                  <a:pt x="66" y="276"/>
                </a:lnTo>
                <a:lnTo>
                  <a:pt x="66" y="275"/>
                </a:lnTo>
                <a:lnTo>
                  <a:pt x="65" y="274"/>
                </a:lnTo>
                <a:lnTo>
                  <a:pt x="65" y="271"/>
                </a:lnTo>
                <a:lnTo>
                  <a:pt x="65" y="269"/>
                </a:lnTo>
                <a:lnTo>
                  <a:pt x="66" y="269"/>
                </a:lnTo>
                <a:lnTo>
                  <a:pt x="67" y="268"/>
                </a:lnTo>
                <a:lnTo>
                  <a:pt x="67" y="267"/>
                </a:lnTo>
                <a:lnTo>
                  <a:pt x="67" y="266"/>
                </a:lnTo>
                <a:lnTo>
                  <a:pt x="68" y="266"/>
                </a:lnTo>
                <a:lnTo>
                  <a:pt x="68" y="265"/>
                </a:lnTo>
                <a:lnTo>
                  <a:pt x="68" y="262"/>
                </a:lnTo>
                <a:lnTo>
                  <a:pt x="68" y="261"/>
                </a:lnTo>
                <a:lnTo>
                  <a:pt x="68" y="260"/>
                </a:lnTo>
                <a:lnTo>
                  <a:pt x="69" y="255"/>
                </a:lnTo>
                <a:lnTo>
                  <a:pt x="69" y="254"/>
                </a:lnTo>
                <a:lnTo>
                  <a:pt x="70" y="253"/>
                </a:lnTo>
                <a:lnTo>
                  <a:pt x="71" y="252"/>
                </a:lnTo>
                <a:lnTo>
                  <a:pt x="72" y="252"/>
                </a:lnTo>
                <a:lnTo>
                  <a:pt x="73" y="252"/>
                </a:lnTo>
                <a:lnTo>
                  <a:pt x="73" y="251"/>
                </a:lnTo>
                <a:lnTo>
                  <a:pt x="74" y="251"/>
                </a:lnTo>
                <a:lnTo>
                  <a:pt x="74" y="250"/>
                </a:lnTo>
                <a:lnTo>
                  <a:pt x="74" y="249"/>
                </a:lnTo>
                <a:lnTo>
                  <a:pt x="74" y="248"/>
                </a:lnTo>
                <a:lnTo>
                  <a:pt x="74" y="247"/>
                </a:lnTo>
                <a:lnTo>
                  <a:pt x="74" y="246"/>
                </a:lnTo>
                <a:lnTo>
                  <a:pt x="74" y="243"/>
                </a:lnTo>
                <a:lnTo>
                  <a:pt x="75" y="242"/>
                </a:lnTo>
                <a:lnTo>
                  <a:pt x="76" y="242"/>
                </a:lnTo>
                <a:lnTo>
                  <a:pt x="77" y="240"/>
                </a:lnTo>
                <a:lnTo>
                  <a:pt x="77" y="239"/>
                </a:lnTo>
                <a:lnTo>
                  <a:pt x="77" y="238"/>
                </a:lnTo>
                <a:lnTo>
                  <a:pt x="78" y="238"/>
                </a:lnTo>
                <a:lnTo>
                  <a:pt x="79" y="237"/>
                </a:lnTo>
                <a:lnTo>
                  <a:pt x="79" y="236"/>
                </a:lnTo>
                <a:lnTo>
                  <a:pt x="78" y="236"/>
                </a:lnTo>
                <a:lnTo>
                  <a:pt x="78" y="235"/>
                </a:lnTo>
                <a:lnTo>
                  <a:pt x="77" y="235"/>
                </a:lnTo>
                <a:lnTo>
                  <a:pt x="77" y="234"/>
                </a:lnTo>
                <a:lnTo>
                  <a:pt x="76" y="232"/>
                </a:lnTo>
                <a:lnTo>
                  <a:pt x="75" y="231"/>
                </a:lnTo>
                <a:lnTo>
                  <a:pt x="74" y="232"/>
                </a:lnTo>
                <a:lnTo>
                  <a:pt x="73" y="232"/>
                </a:lnTo>
                <a:lnTo>
                  <a:pt x="71" y="231"/>
                </a:lnTo>
                <a:lnTo>
                  <a:pt x="70" y="230"/>
                </a:lnTo>
                <a:lnTo>
                  <a:pt x="69" y="230"/>
                </a:lnTo>
                <a:lnTo>
                  <a:pt x="68" y="230"/>
                </a:lnTo>
                <a:lnTo>
                  <a:pt x="68" y="229"/>
                </a:lnTo>
                <a:lnTo>
                  <a:pt x="67" y="229"/>
                </a:lnTo>
                <a:lnTo>
                  <a:pt x="67" y="228"/>
                </a:lnTo>
                <a:lnTo>
                  <a:pt x="66" y="228"/>
                </a:lnTo>
                <a:lnTo>
                  <a:pt x="66" y="229"/>
                </a:lnTo>
                <a:lnTo>
                  <a:pt x="65" y="229"/>
                </a:lnTo>
                <a:lnTo>
                  <a:pt x="64" y="229"/>
                </a:lnTo>
                <a:lnTo>
                  <a:pt x="63" y="229"/>
                </a:lnTo>
                <a:lnTo>
                  <a:pt x="63" y="228"/>
                </a:lnTo>
                <a:lnTo>
                  <a:pt x="63" y="227"/>
                </a:lnTo>
                <a:lnTo>
                  <a:pt x="62" y="226"/>
                </a:lnTo>
                <a:lnTo>
                  <a:pt x="62" y="225"/>
                </a:lnTo>
                <a:lnTo>
                  <a:pt x="61" y="223"/>
                </a:lnTo>
                <a:lnTo>
                  <a:pt x="62" y="223"/>
                </a:lnTo>
                <a:lnTo>
                  <a:pt x="63" y="223"/>
                </a:lnTo>
                <a:lnTo>
                  <a:pt x="64" y="223"/>
                </a:lnTo>
                <a:lnTo>
                  <a:pt x="65" y="223"/>
                </a:lnTo>
                <a:lnTo>
                  <a:pt x="65" y="222"/>
                </a:lnTo>
                <a:lnTo>
                  <a:pt x="66" y="222"/>
                </a:lnTo>
                <a:lnTo>
                  <a:pt x="66" y="221"/>
                </a:lnTo>
                <a:lnTo>
                  <a:pt x="67" y="221"/>
                </a:lnTo>
                <a:lnTo>
                  <a:pt x="68" y="221"/>
                </a:lnTo>
                <a:lnTo>
                  <a:pt x="69" y="221"/>
                </a:lnTo>
                <a:lnTo>
                  <a:pt x="70" y="221"/>
                </a:lnTo>
                <a:lnTo>
                  <a:pt x="70" y="220"/>
                </a:lnTo>
                <a:lnTo>
                  <a:pt x="70" y="219"/>
                </a:lnTo>
                <a:lnTo>
                  <a:pt x="70" y="218"/>
                </a:lnTo>
                <a:lnTo>
                  <a:pt x="69" y="218"/>
                </a:lnTo>
                <a:lnTo>
                  <a:pt x="68" y="217"/>
                </a:lnTo>
                <a:lnTo>
                  <a:pt x="68" y="216"/>
                </a:lnTo>
                <a:lnTo>
                  <a:pt x="67" y="216"/>
                </a:lnTo>
                <a:lnTo>
                  <a:pt x="67" y="215"/>
                </a:lnTo>
                <a:lnTo>
                  <a:pt x="68" y="215"/>
                </a:lnTo>
                <a:lnTo>
                  <a:pt x="68" y="214"/>
                </a:lnTo>
                <a:lnTo>
                  <a:pt x="67" y="214"/>
                </a:lnTo>
                <a:lnTo>
                  <a:pt x="67" y="213"/>
                </a:lnTo>
                <a:lnTo>
                  <a:pt x="68" y="212"/>
                </a:lnTo>
                <a:lnTo>
                  <a:pt x="68" y="211"/>
                </a:lnTo>
                <a:lnTo>
                  <a:pt x="69" y="211"/>
                </a:lnTo>
                <a:lnTo>
                  <a:pt x="69" y="210"/>
                </a:lnTo>
                <a:lnTo>
                  <a:pt x="69" y="209"/>
                </a:lnTo>
                <a:lnTo>
                  <a:pt x="70" y="209"/>
                </a:lnTo>
                <a:lnTo>
                  <a:pt x="70" y="208"/>
                </a:lnTo>
                <a:lnTo>
                  <a:pt x="70" y="207"/>
                </a:lnTo>
                <a:lnTo>
                  <a:pt x="69" y="207"/>
                </a:lnTo>
                <a:lnTo>
                  <a:pt x="69" y="206"/>
                </a:lnTo>
                <a:lnTo>
                  <a:pt x="69" y="205"/>
                </a:lnTo>
                <a:lnTo>
                  <a:pt x="68" y="204"/>
                </a:lnTo>
                <a:lnTo>
                  <a:pt x="68" y="203"/>
                </a:lnTo>
                <a:lnTo>
                  <a:pt x="68" y="202"/>
                </a:lnTo>
                <a:lnTo>
                  <a:pt x="68" y="201"/>
                </a:lnTo>
                <a:lnTo>
                  <a:pt x="67" y="201"/>
                </a:lnTo>
                <a:lnTo>
                  <a:pt x="67" y="200"/>
                </a:lnTo>
                <a:lnTo>
                  <a:pt x="68" y="199"/>
                </a:lnTo>
                <a:lnTo>
                  <a:pt x="69" y="199"/>
                </a:lnTo>
                <a:lnTo>
                  <a:pt x="70" y="199"/>
                </a:lnTo>
                <a:lnTo>
                  <a:pt x="70" y="198"/>
                </a:lnTo>
                <a:lnTo>
                  <a:pt x="71" y="198"/>
                </a:lnTo>
                <a:lnTo>
                  <a:pt x="71" y="197"/>
                </a:lnTo>
                <a:lnTo>
                  <a:pt x="70" y="197"/>
                </a:lnTo>
                <a:lnTo>
                  <a:pt x="70" y="196"/>
                </a:lnTo>
                <a:lnTo>
                  <a:pt x="71" y="196"/>
                </a:lnTo>
                <a:lnTo>
                  <a:pt x="72" y="196"/>
                </a:lnTo>
                <a:lnTo>
                  <a:pt x="72" y="195"/>
                </a:lnTo>
                <a:lnTo>
                  <a:pt x="73" y="195"/>
                </a:lnTo>
                <a:lnTo>
                  <a:pt x="73" y="196"/>
                </a:lnTo>
                <a:lnTo>
                  <a:pt x="74" y="196"/>
                </a:lnTo>
                <a:lnTo>
                  <a:pt x="74" y="195"/>
                </a:lnTo>
                <a:lnTo>
                  <a:pt x="75" y="195"/>
                </a:lnTo>
                <a:lnTo>
                  <a:pt x="75" y="194"/>
                </a:lnTo>
                <a:lnTo>
                  <a:pt x="76" y="194"/>
                </a:lnTo>
                <a:lnTo>
                  <a:pt x="76" y="193"/>
                </a:lnTo>
                <a:lnTo>
                  <a:pt x="77" y="193"/>
                </a:lnTo>
                <a:lnTo>
                  <a:pt x="78" y="192"/>
                </a:lnTo>
                <a:lnTo>
                  <a:pt x="78" y="191"/>
                </a:lnTo>
                <a:lnTo>
                  <a:pt x="79" y="191"/>
                </a:lnTo>
                <a:lnTo>
                  <a:pt x="79" y="190"/>
                </a:lnTo>
                <a:lnTo>
                  <a:pt x="80" y="190"/>
                </a:lnTo>
                <a:lnTo>
                  <a:pt x="80" y="189"/>
                </a:lnTo>
                <a:lnTo>
                  <a:pt x="81" y="189"/>
                </a:lnTo>
                <a:lnTo>
                  <a:pt x="81" y="188"/>
                </a:lnTo>
                <a:lnTo>
                  <a:pt x="82" y="188"/>
                </a:lnTo>
                <a:lnTo>
                  <a:pt x="82" y="187"/>
                </a:lnTo>
                <a:lnTo>
                  <a:pt x="82" y="186"/>
                </a:lnTo>
                <a:lnTo>
                  <a:pt x="83" y="186"/>
                </a:lnTo>
                <a:lnTo>
                  <a:pt x="83" y="185"/>
                </a:lnTo>
                <a:lnTo>
                  <a:pt x="82" y="184"/>
                </a:lnTo>
                <a:lnTo>
                  <a:pt x="82" y="183"/>
                </a:lnTo>
                <a:lnTo>
                  <a:pt x="81" y="183"/>
                </a:lnTo>
                <a:lnTo>
                  <a:pt x="80" y="183"/>
                </a:lnTo>
                <a:lnTo>
                  <a:pt x="80" y="182"/>
                </a:lnTo>
                <a:lnTo>
                  <a:pt x="79" y="182"/>
                </a:lnTo>
                <a:lnTo>
                  <a:pt x="79" y="181"/>
                </a:lnTo>
                <a:lnTo>
                  <a:pt x="80" y="181"/>
                </a:lnTo>
                <a:lnTo>
                  <a:pt x="80" y="180"/>
                </a:lnTo>
                <a:lnTo>
                  <a:pt x="80" y="179"/>
                </a:lnTo>
                <a:lnTo>
                  <a:pt x="80" y="178"/>
                </a:lnTo>
                <a:lnTo>
                  <a:pt x="79" y="178"/>
                </a:lnTo>
                <a:lnTo>
                  <a:pt x="78" y="177"/>
                </a:lnTo>
                <a:lnTo>
                  <a:pt x="78" y="176"/>
                </a:lnTo>
                <a:lnTo>
                  <a:pt x="79" y="176"/>
                </a:lnTo>
                <a:lnTo>
                  <a:pt x="79" y="175"/>
                </a:lnTo>
                <a:lnTo>
                  <a:pt x="80" y="175"/>
                </a:lnTo>
                <a:lnTo>
                  <a:pt x="80" y="174"/>
                </a:lnTo>
                <a:lnTo>
                  <a:pt x="80" y="173"/>
                </a:lnTo>
                <a:lnTo>
                  <a:pt x="79" y="171"/>
                </a:lnTo>
                <a:lnTo>
                  <a:pt x="79" y="170"/>
                </a:lnTo>
                <a:lnTo>
                  <a:pt x="80" y="169"/>
                </a:lnTo>
                <a:lnTo>
                  <a:pt x="80" y="168"/>
                </a:lnTo>
                <a:lnTo>
                  <a:pt x="81" y="168"/>
                </a:lnTo>
                <a:lnTo>
                  <a:pt x="82" y="168"/>
                </a:lnTo>
                <a:lnTo>
                  <a:pt x="83" y="167"/>
                </a:lnTo>
                <a:lnTo>
                  <a:pt x="84" y="167"/>
                </a:lnTo>
                <a:lnTo>
                  <a:pt x="85" y="167"/>
                </a:lnTo>
                <a:lnTo>
                  <a:pt x="85" y="168"/>
                </a:lnTo>
                <a:lnTo>
                  <a:pt x="86" y="168"/>
                </a:lnTo>
                <a:lnTo>
                  <a:pt x="87" y="168"/>
                </a:lnTo>
                <a:lnTo>
                  <a:pt x="88" y="169"/>
                </a:lnTo>
                <a:lnTo>
                  <a:pt x="88" y="168"/>
                </a:lnTo>
                <a:lnTo>
                  <a:pt x="87" y="167"/>
                </a:lnTo>
                <a:lnTo>
                  <a:pt x="86" y="167"/>
                </a:lnTo>
                <a:lnTo>
                  <a:pt x="86" y="166"/>
                </a:lnTo>
                <a:lnTo>
                  <a:pt x="87" y="165"/>
                </a:lnTo>
                <a:lnTo>
                  <a:pt x="87" y="164"/>
                </a:lnTo>
                <a:lnTo>
                  <a:pt x="86" y="164"/>
                </a:lnTo>
                <a:lnTo>
                  <a:pt x="86" y="163"/>
                </a:lnTo>
                <a:lnTo>
                  <a:pt x="84" y="161"/>
                </a:lnTo>
                <a:lnTo>
                  <a:pt x="84" y="160"/>
                </a:lnTo>
                <a:lnTo>
                  <a:pt x="84" y="159"/>
                </a:lnTo>
                <a:lnTo>
                  <a:pt x="84" y="158"/>
                </a:lnTo>
                <a:lnTo>
                  <a:pt x="85" y="158"/>
                </a:lnTo>
                <a:lnTo>
                  <a:pt x="86" y="157"/>
                </a:lnTo>
                <a:lnTo>
                  <a:pt x="87" y="157"/>
                </a:lnTo>
                <a:lnTo>
                  <a:pt x="87" y="156"/>
                </a:lnTo>
                <a:lnTo>
                  <a:pt x="87" y="155"/>
                </a:lnTo>
                <a:lnTo>
                  <a:pt x="88" y="155"/>
                </a:lnTo>
                <a:lnTo>
                  <a:pt x="89" y="155"/>
                </a:lnTo>
                <a:lnTo>
                  <a:pt x="89" y="156"/>
                </a:lnTo>
                <a:lnTo>
                  <a:pt x="90" y="156"/>
                </a:lnTo>
                <a:lnTo>
                  <a:pt x="90" y="155"/>
                </a:lnTo>
                <a:lnTo>
                  <a:pt x="90" y="154"/>
                </a:lnTo>
                <a:lnTo>
                  <a:pt x="89" y="154"/>
                </a:lnTo>
                <a:lnTo>
                  <a:pt x="89" y="153"/>
                </a:lnTo>
                <a:lnTo>
                  <a:pt x="90" y="153"/>
                </a:lnTo>
                <a:lnTo>
                  <a:pt x="91" y="153"/>
                </a:lnTo>
                <a:lnTo>
                  <a:pt x="92" y="153"/>
                </a:lnTo>
                <a:lnTo>
                  <a:pt x="92" y="152"/>
                </a:lnTo>
                <a:lnTo>
                  <a:pt x="92" y="151"/>
                </a:lnTo>
                <a:lnTo>
                  <a:pt x="91" y="151"/>
                </a:lnTo>
                <a:lnTo>
                  <a:pt x="90" y="150"/>
                </a:lnTo>
                <a:lnTo>
                  <a:pt x="90" y="149"/>
                </a:lnTo>
                <a:lnTo>
                  <a:pt x="90" y="148"/>
                </a:lnTo>
                <a:lnTo>
                  <a:pt x="91" y="147"/>
                </a:lnTo>
                <a:lnTo>
                  <a:pt x="91" y="146"/>
                </a:lnTo>
                <a:lnTo>
                  <a:pt x="91" y="145"/>
                </a:lnTo>
                <a:lnTo>
                  <a:pt x="90" y="145"/>
                </a:lnTo>
                <a:lnTo>
                  <a:pt x="90" y="144"/>
                </a:lnTo>
                <a:lnTo>
                  <a:pt x="91" y="144"/>
                </a:lnTo>
                <a:lnTo>
                  <a:pt x="91" y="143"/>
                </a:lnTo>
                <a:lnTo>
                  <a:pt x="92" y="143"/>
                </a:lnTo>
                <a:lnTo>
                  <a:pt x="93" y="143"/>
                </a:lnTo>
                <a:lnTo>
                  <a:pt x="93" y="144"/>
                </a:lnTo>
                <a:lnTo>
                  <a:pt x="94" y="144"/>
                </a:lnTo>
                <a:lnTo>
                  <a:pt x="95" y="144"/>
                </a:lnTo>
                <a:lnTo>
                  <a:pt x="96" y="144"/>
                </a:lnTo>
                <a:lnTo>
                  <a:pt x="96" y="143"/>
                </a:lnTo>
                <a:lnTo>
                  <a:pt x="95" y="143"/>
                </a:lnTo>
                <a:lnTo>
                  <a:pt x="95" y="142"/>
                </a:lnTo>
                <a:lnTo>
                  <a:pt x="94" y="142"/>
                </a:lnTo>
                <a:lnTo>
                  <a:pt x="94" y="141"/>
                </a:lnTo>
                <a:lnTo>
                  <a:pt x="94" y="139"/>
                </a:lnTo>
                <a:lnTo>
                  <a:pt x="94" y="138"/>
                </a:lnTo>
                <a:lnTo>
                  <a:pt x="93" y="137"/>
                </a:lnTo>
                <a:lnTo>
                  <a:pt x="94" y="136"/>
                </a:lnTo>
                <a:lnTo>
                  <a:pt x="95" y="136"/>
                </a:lnTo>
                <a:lnTo>
                  <a:pt x="96" y="136"/>
                </a:lnTo>
                <a:lnTo>
                  <a:pt x="97" y="137"/>
                </a:lnTo>
                <a:lnTo>
                  <a:pt x="97" y="138"/>
                </a:lnTo>
                <a:lnTo>
                  <a:pt x="98" y="138"/>
                </a:lnTo>
                <a:lnTo>
                  <a:pt x="98" y="139"/>
                </a:lnTo>
                <a:lnTo>
                  <a:pt x="99" y="139"/>
                </a:lnTo>
                <a:lnTo>
                  <a:pt x="100" y="139"/>
                </a:lnTo>
                <a:lnTo>
                  <a:pt x="100" y="138"/>
                </a:lnTo>
                <a:lnTo>
                  <a:pt x="99" y="138"/>
                </a:lnTo>
                <a:lnTo>
                  <a:pt x="99" y="137"/>
                </a:lnTo>
                <a:lnTo>
                  <a:pt x="99" y="136"/>
                </a:lnTo>
                <a:lnTo>
                  <a:pt x="98" y="135"/>
                </a:lnTo>
                <a:lnTo>
                  <a:pt x="99" y="135"/>
                </a:lnTo>
                <a:lnTo>
                  <a:pt x="99" y="133"/>
                </a:lnTo>
                <a:lnTo>
                  <a:pt x="98" y="133"/>
                </a:lnTo>
                <a:lnTo>
                  <a:pt x="99" y="133"/>
                </a:lnTo>
                <a:lnTo>
                  <a:pt x="99" y="131"/>
                </a:lnTo>
                <a:lnTo>
                  <a:pt x="99" y="130"/>
                </a:lnTo>
                <a:lnTo>
                  <a:pt x="100" y="129"/>
                </a:lnTo>
                <a:lnTo>
                  <a:pt x="100" y="130"/>
                </a:lnTo>
                <a:lnTo>
                  <a:pt x="101" y="130"/>
                </a:lnTo>
                <a:lnTo>
                  <a:pt x="101" y="131"/>
                </a:lnTo>
                <a:lnTo>
                  <a:pt x="102" y="131"/>
                </a:lnTo>
                <a:lnTo>
                  <a:pt x="103" y="131"/>
                </a:lnTo>
                <a:lnTo>
                  <a:pt x="104" y="131"/>
                </a:lnTo>
                <a:lnTo>
                  <a:pt x="104" y="130"/>
                </a:lnTo>
                <a:lnTo>
                  <a:pt x="104" y="129"/>
                </a:lnTo>
                <a:lnTo>
                  <a:pt x="104" y="128"/>
                </a:lnTo>
                <a:lnTo>
                  <a:pt x="105" y="128"/>
                </a:lnTo>
                <a:lnTo>
                  <a:pt x="105" y="127"/>
                </a:lnTo>
                <a:lnTo>
                  <a:pt x="105" y="126"/>
                </a:lnTo>
                <a:lnTo>
                  <a:pt x="106" y="126"/>
                </a:lnTo>
                <a:lnTo>
                  <a:pt x="106" y="125"/>
                </a:lnTo>
                <a:lnTo>
                  <a:pt x="106" y="124"/>
                </a:lnTo>
                <a:lnTo>
                  <a:pt x="107" y="124"/>
                </a:lnTo>
                <a:lnTo>
                  <a:pt x="106" y="124"/>
                </a:lnTo>
                <a:lnTo>
                  <a:pt x="106" y="123"/>
                </a:lnTo>
                <a:lnTo>
                  <a:pt x="106" y="122"/>
                </a:lnTo>
                <a:lnTo>
                  <a:pt x="105" y="122"/>
                </a:lnTo>
                <a:lnTo>
                  <a:pt x="104" y="122"/>
                </a:lnTo>
                <a:lnTo>
                  <a:pt x="104" y="121"/>
                </a:lnTo>
                <a:lnTo>
                  <a:pt x="104" y="120"/>
                </a:lnTo>
                <a:lnTo>
                  <a:pt x="105" y="120"/>
                </a:lnTo>
                <a:lnTo>
                  <a:pt x="106" y="120"/>
                </a:lnTo>
                <a:lnTo>
                  <a:pt x="106" y="121"/>
                </a:lnTo>
                <a:lnTo>
                  <a:pt x="107" y="121"/>
                </a:lnTo>
                <a:lnTo>
                  <a:pt x="108" y="121"/>
                </a:lnTo>
                <a:lnTo>
                  <a:pt x="108" y="120"/>
                </a:lnTo>
                <a:lnTo>
                  <a:pt x="109" y="120"/>
                </a:lnTo>
                <a:lnTo>
                  <a:pt x="109" y="119"/>
                </a:lnTo>
                <a:lnTo>
                  <a:pt x="109" y="118"/>
                </a:lnTo>
                <a:lnTo>
                  <a:pt x="108" y="118"/>
                </a:lnTo>
                <a:lnTo>
                  <a:pt x="108" y="117"/>
                </a:lnTo>
                <a:lnTo>
                  <a:pt x="107" y="117"/>
                </a:lnTo>
                <a:lnTo>
                  <a:pt x="107" y="116"/>
                </a:lnTo>
                <a:lnTo>
                  <a:pt x="108" y="116"/>
                </a:lnTo>
                <a:lnTo>
                  <a:pt x="108" y="115"/>
                </a:lnTo>
                <a:lnTo>
                  <a:pt x="108" y="116"/>
                </a:lnTo>
                <a:lnTo>
                  <a:pt x="109" y="116"/>
                </a:lnTo>
                <a:lnTo>
                  <a:pt x="110" y="116"/>
                </a:lnTo>
                <a:lnTo>
                  <a:pt x="110" y="115"/>
                </a:lnTo>
                <a:lnTo>
                  <a:pt x="110" y="116"/>
                </a:lnTo>
                <a:lnTo>
                  <a:pt x="111" y="116"/>
                </a:lnTo>
                <a:lnTo>
                  <a:pt x="111" y="117"/>
                </a:lnTo>
                <a:lnTo>
                  <a:pt x="110" y="117"/>
                </a:lnTo>
                <a:lnTo>
                  <a:pt x="110" y="118"/>
                </a:lnTo>
                <a:lnTo>
                  <a:pt x="111" y="118"/>
                </a:lnTo>
                <a:lnTo>
                  <a:pt x="112" y="118"/>
                </a:lnTo>
                <a:lnTo>
                  <a:pt x="113" y="118"/>
                </a:lnTo>
                <a:lnTo>
                  <a:pt x="114" y="118"/>
                </a:lnTo>
                <a:lnTo>
                  <a:pt x="115" y="118"/>
                </a:lnTo>
                <a:lnTo>
                  <a:pt x="116" y="118"/>
                </a:lnTo>
                <a:lnTo>
                  <a:pt x="117" y="118"/>
                </a:lnTo>
                <a:lnTo>
                  <a:pt x="117" y="117"/>
                </a:lnTo>
                <a:lnTo>
                  <a:pt x="118" y="117"/>
                </a:lnTo>
                <a:lnTo>
                  <a:pt x="118" y="116"/>
                </a:lnTo>
                <a:lnTo>
                  <a:pt x="118" y="115"/>
                </a:lnTo>
                <a:lnTo>
                  <a:pt x="119" y="114"/>
                </a:lnTo>
                <a:lnTo>
                  <a:pt x="120" y="114"/>
                </a:lnTo>
                <a:lnTo>
                  <a:pt x="121" y="114"/>
                </a:lnTo>
                <a:lnTo>
                  <a:pt x="122" y="114"/>
                </a:lnTo>
                <a:lnTo>
                  <a:pt x="122" y="113"/>
                </a:lnTo>
                <a:lnTo>
                  <a:pt x="123" y="114"/>
                </a:lnTo>
                <a:lnTo>
                  <a:pt x="124" y="113"/>
                </a:lnTo>
                <a:lnTo>
                  <a:pt x="125" y="113"/>
                </a:lnTo>
                <a:lnTo>
                  <a:pt x="125" y="114"/>
                </a:lnTo>
                <a:lnTo>
                  <a:pt x="126" y="114"/>
                </a:lnTo>
                <a:lnTo>
                  <a:pt x="127" y="114"/>
                </a:lnTo>
                <a:lnTo>
                  <a:pt x="128" y="115"/>
                </a:lnTo>
                <a:lnTo>
                  <a:pt x="129" y="115"/>
                </a:lnTo>
                <a:lnTo>
                  <a:pt x="130" y="115"/>
                </a:lnTo>
                <a:lnTo>
                  <a:pt x="131" y="115"/>
                </a:lnTo>
                <a:lnTo>
                  <a:pt x="132" y="115"/>
                </a:lnTo>
                <a:lnTo>
                  <a:pt x="132" y="116"/>
                </a:lnTo>
                <a:lnTo>
                  <a:pt x="132" y="117"/>
                </a:lnTo>
                <a:lnTo>
                  <a:pt x="132" y="118"/>
                </a:lnTo>
                <a:lnTo>
                  <a:pt x="132" y="119"/>
                </a:lnTo>
                <a:lnTo>
                  <a:pt x="133" y="119"/>
                </a:lnTo>
                <a:lnTo>
                  <a:pt x="133" y="120"/>
                </a:lnTo>
                <a:lnTo>
                  <a:pt x="134" y="120"/>
                </a:lnTo>
                <a:lnTo>
                  <a:pt x="135" y="120"/>
                </a:lnTo>
                <a:lnTo>
                  <a:pt x="135" y="119"/>
                </a:lnTo>
                <a:lnTo>
                  <a:pt x="136" y="118"/>
                </a:lnTo>
                <a:lnTo>
                  <a:pt x="136" y="119"/>
                </a:lnTo>
                <a:lnTo>
                  <a:pt x="137" y="119"/>
                </a:lnTo>
                <a:lnTo>
                  <a:pt x="138" y="119"/>
                </a:lnTo>
                <a:lnTo>
                  <a:pt x="138" y="118"/>
                </a:lnTo>
                <a:lnTo>
                  <a:pt x="139" y="118"/>
                </a:lnTo>
                <a:lnTo>
                  <a:pt x="140" y="118"/>
                </a:lnTo>
                <a:lnTo>
                  <a:pt x="141" y="118"/>
                </a:lnTo>
                <a:lnTo>
                  <a:pt x="142" y="118"/>
                </a:lnTo>
                <a:lnTo>
                  <a:pt x="142" y="117"/>
                </a:lnTo>
                <a:lnTo>
                  <a:pt x="143" y="117"/>
                </a:lnTo>
                <a:lnTo>
                  <a:pt x="143" y="116"/>
                </a:lnTo>
                <a:lnTo>
                  <a:pt x="143" y="115"/>
                </a:lnTo>
                <a:lnTo>
                  <a:pt x="142" y="115"/>
                </a:lnTo>
                <a:lnTo>
                  <a:pt x="142" y="114"/>
                </a:lnTo>
                <a:lnTo>
                  <a:pt x="141" y="113"/>
                </a:lnTo>
                <a:lnTo>
                  <a:pt x="141" y="112"/>
                </a:lnTo>
                <a:lnTo>
                  <a:pt x="140" y="113"/>
                </a:lnTo>
                <a:lnTo>
                  <a:pt x="140" y="112"/>
                </a:lnTo>
                <a:lnTo>
                  <a:pt x="141" y="112"/>
                </a:lnTo>
                <a:lnTo>
                  <a:pt x="141" y="111"/>
                </a:lnTo>
                <a:lnTo>
                  <a:pt x="142" y="111"/>
                </a:lnTo>
                <a:lnTo>
                  <a:pt x="142" y="110"/>
                </a:lnTo>
                <a:lnTo>
                  <a:pt x="142" y="109"/>
                </a:lnTo>
                <a:lnTo>
                  <a:pt x="143" y="108"/>
                </a:lnTo>
                <a:lnTo>
                  <a:pt x="143" y="107"/>
                </a:lnTo>
                <a:lnTo>
                  <a:pt x="142" y="107"/>
                </a:lnTo>
                <a:lnTo>
                  <a:pt x="142" y="106"/>
                </a:lnTo>
                <a:lnTo>
                  <a:pt x="142" y="104"/>
                </a:lnTo>
                <a:lnTo>
                  <a:pt x="143" y="104"/>
                </a:lnTo>
                <a:lnTo>
                  <a:pt x="144" y="104"/>
                </a:lnTo>
                <a:lnTo>
                  <a:pt x="145" y="104"/>
                </a:lnTo>
                <a:lnTo>
                  <a:pt x="145" y="103"/>
                </a:lnTo>
                <a:lnTo>
                  <a:pt x="145" y="104"/>
                </a:lnTo>
                <a:lnTo>
                  <a:pt x="145" y="103"/>
                </a:lnTo>
                <a:lnTo>
                  <a:pt x="146" y="103"/>
                </a:lnTo>
                <a:lnTo>
                  <a:pt x="147" y="103"/>
                </a:lnTo>
                <a:lnTo>
                  <a:pt x="147" y="102"/>
                </a:lnTo>
                <a:lnTo>
                  <a:pt x="148" y="102"/>
                </a:lnTo>
                <a:lnTo>
                  <a:pt x="148" y="101"/>
                </a:lnTo>
                <a:lnTo>
                  <a:pt x="149" y="101"/>
                </a:lnTo>
                <a:lnTo>
                  <a:pt x="151" y="100"/>
                </a:lnTo>
                <a:lnTo>
                  <a:pt x="151" y="99"/>
                </a:lnTo>
                <a:lnTo>
                  <a:pt x="150" y="98"/>
                </a:lnTo>
                <a:lnTo>
                  <a:pt x="150" y="97"/>
                </a:lnTo>
                <a:lnTo>
                  <a:pt x="149" y="96"/>
                </a:lnTo>
                <a:lnTo>
                  <a:pt x="150" y="96"/>
                </a:lnTo>
                <a:lnTo>
                  <a:pt x="150" y="95"/>
                </a:lnTo>
                <a:lnTo>
                  <a:pt x="150" y="94"/>
                </a:lnTo>
                <a:lnTo>
                  <a:pt x="151" y="94"/>
                </a:lnTo>
                <a:lnTo>
                  <a:pt x="152" y="94"/>
                </a:lnTo>
                <a:lnTo>
                  <a:pt x="152" y="93"/>
                </a:lnTo>
                <a:lnTo>
                  <a:pt x="151" y="93"/>
                </a:lnTo>
                <a:lnTo>
                  <a:pt x="151" y="92"/>
                </a:lnTo>
                <a:lnTo>
                  <a:pt x="150" y="92"/>
                </a:lnTo>
                <a:lnTo>
                  <a:pt x="149" y="92"/>
                </a:lnTo>
                <a:lnTo>
                  <a:pt x="148" y="91"/>
                </a:lnTo>
                <a:lnTo>
                  <a:pt x="148" y="90"/>
                </a:lnTo>
                <a:lnTo>
                  <a:pt x="149" y="90"/>
                </a:lnTo>
                <a:lnTo>
                  <a:pt x="150" y="89"/>
                </a:lnTo>
                <a:lnTo>
                  <a:pt x="151" y="88"/>
                </a:lnTo>
                <a:lnTo>
                  <a:pt x="152" y="88"/>
                </a:lnTo>
                <a:lnTo>
                  <a:pt x="152" y="87"/>
                </a:lnTo>
                <a:lnTo>
                  <a:pt x="153" y="86"/>
                </a:lnTo>
                <a:lnTo>
                  <a:pt x="154" y="86"/>
                </a:lnTo>
                <a:lnTo>
                  <a:pt x="155" y="85"/>
                </a:lnTo>
                <a:lnTo>
                  <a:pt x="156" y="85"/>
                </a:lnTo>
                <a:lnTo>
                  <a:pt x="157" y="85"/>
                </a:lnTo>
                <a:lnTo>
                  <a:pt x="157" y="84"/>
                </a:lnTo>
                <a:lnTo>
                  <a:pt x="158" y="84"/>
                </a:lnTo>
                <a:lnTo>
                  <a:pt x="158" y="83"/>
                </a:lnTo>
                <a:lnTo>
                  <a:pt x="159" y="83"/>
                </a:lnTo>
                <a:lnTo>
                  <a:pt x="160" y="83"/>
                </a:lnTo>
                <a:lnTo>
                  <a:pt x="161" y="83"/>
                </a:lnTo>
                <a:lnTo>
                  <a:pt x="162" y="83"/>
                </a:lnTo>
                <a:lnTo>
                  <a:pt x="163" y="83"/>
                </a:lnTo>
                <a:lnTo>
                  <a:pt x="163" y="82"/>
                </a:lnTo>
                <a:lnTo>
                  <a:pt x="163" y="83"/>
                </a:lnTo>
                <a:lnTo>
                  <a:pt x="164" y="83"/>
                </a:lnTo>
                <a:lnTo>
                  <a:pt x="165" y="83"/>
                </a:lnTo>
                <a:lnTo>
                  <a:pt x="166" y="83"/>
                </a:lnTo>
                <a:lnTo>
                  <a:pt x="166" y="82"/>
                </a:lnTo>
                <a:lnTo>
                  <a:pt x="167" y="82"/>
                </a:lnTo>
                <a:lnTo>
                  <a:pt x="168" y="81"/>
                </a:lnTo>
                <a:lnTo>
                  <a:pt x="169" y="81"/>
                </a:lnTo>
                <a:lnTo>
                  <a:pt x="170" y="81"/>
                </a:lnTo>
                <a:lnTo>
                  <a:pt x="171" y="82"/>
                </a:lnTo>
                <a:lnTo>
                  <a:pt x="171" y="83"/>
                </a:lnTo>
                <a:lnTo>
                  <a:pt x="172" y="83"/>
                </a:lnTo>
                <a:lnTo>
                  <a:pt x="172" y="84"/>
                </a:lnTo>
                <a:lnTo>
                  <a:pt x="173" y="83"/>
                </a:lnTo>
                <a:lnTo>
                  <a:pt x="174" y="83"/>
                </a:lnTo>
                <a:lnTo>
                  <a:pt x="174" y="84"/>
                </a:lnTo>
                <a:lnTo>
                  <a:pt x="175" y="84"/>
                </a:lnTo>
                <a:lnTo>
                  <a:pt x="176" y="83"/>
                </a:lnTo>
                <a:lnTo>
                  <a:pt x="177" y="83"/>
                </a:lnTo>
                <a:lnTo>
                  <a:pt x="177" y="82"/>
                </a:lnTo>
                <a:lnTo>
                  <a:pt x="178" y="82"/>
                </a:lnTo>
                <a:lnTo>
                  <a:pt x="179" y="81"/>
                </a:lnTo>
                <a:lnTo>
                  <a:pt x="180" y="81"/>
                </a:lnTo>
                <a:lnTo>
                  <a:pt x="181" y="81"/>
                </a:lnTo>
                <a:lnTo>
                  <a:pt x="181" y="82"/>
                </a:lnTo>
                <a:lnTo>
                  <a:pt x="181" y="81"/>
                </a:lnTo>
                <a:lnTo>
                  <a:pt x="182" y="81"/>
                </a:lnTo>
                <a:lnTo>
                  <a:pt x="182" y="80"/>
                </a:lnTo>
                <a:lnTo>
                  <a:pt x="182" y="81"/>
                </a:lnTo>
                <a:lnTo>
                  <a:pt x="183" y="81"/>
                </a:lnTo>
                <a:lnTo>
                  <a:pt x="184" y="81"/>
                </a:lnTo>
                <a:lnTo>
                  <a:pt x="185" y="80"/>
                </a:lnTo>
                <a:lnTo>
                  <a:pt x="186" y="80"/>
                </a:lnTo>
                <a:lnTo>
                  <a:pt x="186" y="81"/>
                </a:lnTo>
                <a:lnTo>
                  <a:pt x="187" y="81"/>
                </a:lnTo>
                <a:lnTo>
                  <a:pt x="187" y="82"/>
                </a:lnTo>
                <a:lnTo>
                  <a:pt x="188" y="82"/>
                </a:lnTo>
                <a:lnTo>
                  <a:pt x="189" y="82"/>
                </a:lnTo>
                <a:lnTo>
                  <a:pt x="190" y="82"/>
                </a:lnTo>
                <a:lnTo>
                  <a:pt x="190" y="81"/>
                </a:lnTo>
                <a:lnTo>
                  <a:pt x="191" y="81"/>
                </a:lnTo>
                <a:lnTo>
                  <a:pt x="192" y="81"/>
                </a:lnTo>
                <a:lnTo>
                  <a:pt x="193" y="81"/>
                </a:lnTo>
                <a:lnTo>
                  <a:pt x="194" y="81"/>
                </a:lnTo>
                <a:lnTo>
                  <a:pt x="195" y="81"/>
                </a:lnTo>
                <a:lnTo>
                  <a:pt x="196" y="81"/>
                </a:lnTo>
                <a:lnTo>
                  <a:pt x="196" y="80"/>
                </a:lnTo>
                <a:lnTo>
                  <a:pt x="197" y="80"/>
                </a:lnTo>
                <a:lnTo>
                  <a:pt x="197" y="79"/>
                </a:lnTo>
                <a:lnTo>
                  <a:pt x="198" y="79"/>
                </a:lnTo>
                <a:lnTo>
                  <a:pt x="199" y="79"/>
                </a:lnTo>
                <a:lnTo>
                  <a:pt x="200" y="79"/>
                </a:lnTo>
                <a:lnTo>
                  <a:pt x="200" y="78"/>
                </a:lnTo>
                <a:lnTo>
                  <a:pt x="201" y="78"/>
                </a:lnTo>
                <a:lnTo>
                  <a:pt x="202" y="78"/>
                </a:lnTo>
                <a:lnTo>
                  <a:pt x="203" y="77"/>
                </a:lnTo>
                <a:lnTo>
                  <a:pt x="204" y="77"/>
                </a:lnTo>
                <a:lnTo>
                  <a:pt x="205" y="77"/>
                </a:lnTo>
                <a:lnTo>
                  <a:pt x="207" y="77"/>
                </a:lnTo>
                <a:lnTo>
                  <a:pt x="208" y="77"/>
                </a:lnTo>
                <a:lnTo>
                  <a:pt x="209" y="77"/>
                </a:lnTo>
                <a:lnTo>
                  <a:pt x="210" y="77"/>
                </a:lnTo>
                <a:lnTo>
                  <a:pt x="211" y="77"/>
                </a:lnTo>
                <a:lnTo>
                  <a:pt x="211" y="78"/>
                </a:lnTo>
                <a:lnTo>
                  <a:pt x="212" y="77"/>
                </a:lnTo>
                <a:lnTo>
                  <a:pt x="213" y="77"/>
                </a:lnTo>
                <a:lnTo>
                  <a:pt x="214" y="77"/>
                </a:lnTo>
                <a:lnTo>
                  <a:pt x="215" y="78"/>
                </a:lnTo>
                <a:lnTo>
                  <a:pt x="215" y="79"/>
                </a:lnTo>
                <a:lnTo>
                  <a:pt x="216" y="79"/>
                </a:lnTo>
                <a:lnTo>
                  <a:pt x="217" y="80"/>
                </a:lnTo>
                <a:lnTo>
                  <a:pt x="217" y="81"/>
                </a:lnTo>
                <a:lnTo>
                  <a:pt x="218" y="81"/>
                </a:lnTo>
                <a:lnTo>
                  <a:pt x="218" y="82"/>
                </a:lnTo>
                <a:lnTo>
                  <a:pt x="219" y="82"/>
                </a:lnTo>
                <a:lnTo>
                  <a:pt x="219" y="83"/>
                </a:lnTo>
                <a:lnTo>
                  <a:pt x="220" y="83"/>
                </a:lnTo>
                <a:lnTo>
                  <a:pt x="220" y="84"/>
                </a:lnTo>
                <a:lnTo>
                  <a:pt x="221" y="84"/>
                </a:lnTo>
                <a:lnTo>
                  <a:pt x="222" y="83"/>
                </a:lnTo>
                <a:lnTo>
                  <a:pt x="223" y="82"/>
                </a:lnTo>
                <a:lnTo>
                  <a:pt x="224" y="82"/>
                </a:lnTo>
                <a:lnTo>
                  <a:pt x="225" y="82"/>
                </a:lnTo>
                <a:lnTo>
                  <a:pt x="227" y="82"/>
                </a:lnTo>
                <a:lnTo>
                  <a:pt x="228" y="83"/>
                </a:lnTo>
                <a:lnTo>
                  <a:pt x="229" y="84"/>
                </a:lnTo>
                <a:lnTo>
                  <a:pt x="231" y="84"/>
                </a:lnTo>
                <a:lnTo>
                  <a:pt x="231" y="85"/>
                </a:lnTo>
                <a:lnTo>
                  <a:pt x="231" y="86"/>
                </a:lnTo>
                <a:lnTo>
                  <a:pt x="231" y="87"/>
                </a:lnTo>
                <a:lnTo>
                  <a:pt x="232" y="87"/>
                </a:lnTo>
                <a:lnTo>
                  <a:pt x="233" y="87"/>
                </a:lnTo>
                <a:lnTo>
                  <a:pt x="235" y="87"/>
                </a:lnTo>
                <a:lnTo>
                  <a:pt x="236" y="88"/>
                </a:lnTo>
                <a:lnTo>
                  <a:pt x="236" y="89"/>
                </a:lnTo>
                <a:lnTo>
                  <a:pt x="237" y="90"/>
                </a:lnTo>
                <a:lnTo>
                  <a:pt x="238" y="90"/>
                </a:lnTo>
                <a:lnTo>
                  <a:pt x="238" y="91"/>
                </a:lnTo>
                <a:lnTo>
                  <a:pt x="239" y="91"/>
                </a:lnTo>
                <a:lnTo>
                  <a:pt x="239" y="90"/>
                </a:lnTo>
                <a:lnTo>
                  <a:pt x="240" y="91"/>
                </a:lnTo>
                <a:lnTo>
                  <a:pt x="241" y="92"/>
                </a:lnTo>
                <a:lnTo>
                  <a:pt x="242" y="93"/>
                </a:lnTo>
                <a:lnTo>
                  <a:pt x="242" y="94"/>
                </a:lnTo>
                <a:lnTo>
                  <a:pt x="242" y="95"/>
                </a:lnTo>
                <a:lnTo>
                  <a:pt x="243" y="95"/>
                </a:lnTo>
                <a:lnTo>
                  <a:pt x="243" y="96"/>
                </a:lnTo>
                <a:lnTo>
                  <a:pt x="243" y="98"/>
                </a:lnTo>
                <a:lnTo>
                  <a:pt x="243" y="99"/>
                </a:lnTo>
                <a:lnTo>
                  <a:pt x="244" y="99"/>
                </a:lnTo>
                <a:lnTo>
                  <a:pt x="244" y="100"/>
                </a:lnTo>
                <a:lnTo>
                  <a:pt x="245" y="100"/>
                </a:lnTo>
                <a:lnTo>
                  <a:pt x="245" y="101"/>
                </a:lnTo>
                <a:lnTo>
                  <a:pt x="246" y="101"/>
                </a:lnTo>
                <a:lnTo>
                  <a:pt x="247" y="101"/>
                </a:lnTo>
                <a:lnTo>
                  <a:pt x="248" y="100"/>
                </a:lnTo>
                <a:lnTo>
                  <a:pt x="249" y="99"/>
                </a:lnTo>
                <a:lnTo>
                  <a:pt x="250" y="99"/>
                </a:lnTo>
                <a:lnTo>
                  <a:pt x="250" y="100"/>
                </a:lnTo>
                <a:lnTo>
                  <a:pt x="251" y="100"/>
                </a:lnTo>
                <a:lnTo>
                  <a:pt x="253" y="100"/>
                </a:lnTo>
                <a:lnTo>
                  <a:pt x="253" y="101"/>
                </a:lnTo>
                <a:lnTo>
                  <a:pt x="254" y="102"/>
                </a:lnTo>
                <a:lnTo>
                  <a:pt x="255" y="102"/>
                </a:lnTo>
                <a:lnTo>
                  <a:pt x="255" y="103"/>
                </a:lnTo>
                <a:lnTo>
                  <a:pt x="255" y="104"/>
                </a:lnTo>
                <a:lnTo>
                  <a:pt x="254" y="104"/>
                </a:lnTo>
                <a:lnTo>
                  <a:pt x="254" y="105"/>
                </a:lnTo>
                <a:lnTo>
                  <a:pt x="255" y="105"/>
                </a:lnTo>
                <a:lnTo>
                  <a:pt x="255" y="106"/>
                </a:lnTo>
                <a:lnTo>
                  <a:pt x="256" y="106"/>
                </a:lnTo>
                <a:lnTo>
                  <a:pt x="257" y="106"/>
                </a:lnTo>
                <a:lnTo>
                  <a:pt x="258" y="106"/>
                </a:lnTo>
                <a:lnTo>
                  <a:pt x="258" y="107"/>
                </a:lnTo>
                <a:lnTo>
                  <a:pt x="258" y="106"/>
                </a:lnTo>
                <a:lnTo>
                  <a:pt x="259" y="106"/>
                </a:lnTo>
                <a:lnTo>
                  <a:pt x="259" y="105"/>
                </a:lnTo>
                <a:lnTo>
                  <a:pt x="260" y="105"/>
                </a:lnTo>
                <a:lnTo>
                  <a:pt x="261" y="104"/>
                </a:lnTo>
                <a:lnTo>
                  <a:pt x="262" y="104"/>
                </a:lnTo>
                <a:lnTo>
                  <a:pt x="262" y="103"/>
                </a:lnTo>
                <a:lnTo>
                  <a:pt x="263" y="102"/>
                </a:lnTo>
                <a:lnTo>
                  <a:pt x="264" y="102"/>
                </a:lnTo>
                <a:lnTo>
                  <a:pt x="265" y="102"/>
                </a:lnTo>
                <a:lnTo>
                  <a:pt x="265" y="101"/>
                </a:lnTo>
                <a:lnTo>
                  <a:pt x="265" y="100"/>
                </a:lnTo>
                <a:lnTo>
                  <a:pt x="266" y="100"/>
                </a:lnTo>
                <a:lnTo>
                  <a:pt x="267" y="100"/>
                </a:lnTo>
                <a:lnTo>
                  <a:pt x="268" y="100"/>
                </a:lnTo>
                <a:lnTo>
                  <a:pt x="269" y="100"/>
                </a:lnTo>
                <a:lnTo>
                  <a:pt x="270" y="100"/>
                </a:lnTo>
                <a:lnTo>
                  <a:pt x="271" y="100"/>
                </a:lnTo>
                <a:lnTo>
                  <a:pt x="271" y="99"/>
                </a:lnTo>
                <a:lnTo>
                  <a:pt x="271" y="98"/>
                </a:lnTo>
                <a:lnTo>
                  <a:pt x="271" y="96"/>
                </a:lnTo>
                <a:lnTo>
                  <a:pt x="271" y="95"/>
                </a:lnTo>
                <a:lnTo>
                  <a:pt x="271" y="94"/>
                </a:lnTo>
                <a:lnTo>
                  <a:pt x="271" y="93"/>
                </a:lnTo>
                <a:lnTo>
                  <a:pt x="272" y="93"/>
                </a:lnTo>
                <a:lnTo>
                  <a:pt x="272" y="92"/>
                </a:lnTo>
                <a:lnTo>
                  <a:pt x="272" y="91"/>
                </a:lnTo>
                <a:lnTo>
                  <a:pt x="273" y="91"/>
                </a:lnTo>
                <a:lnTo>
                  <a:pt x="273" y="90"/>
                </a:lnTo>
                <a:lnTo>
                  <a:pt x="273" y="89"/>
                </a:lnTo>
                <a:lnTo>
                  <a:pt x="274" y="89"/>
                </a:lnTo>
                <a:lnTo>
                  <a:pt x="275" y="90"/>
                </a:lnTo>
                <a:lnTo>
                  <a:pt x="275" y="91"/>
                </a:lnTo>
                <a:lnTo>
                  <a:pt x="276" y="91"/>
                </a:lnTo>
                <a:lnTo>
                  <a:pt x="277" y="91"/>
                </a:lnTo>
                <a:lnTo>
                  <a:pt x="278" y="91"/>
                </a:lnTo>
                <a:lnTo>
                  <a:pt x="279" y="92"/>
                </a:lnTo>
                <a:lnTo>
                  <a:pt x="279" y="93"/>
                </a:lnTo>
                <a:lnTo>
                  <a:pt x="280" y="93"/>
                </a:lnTo>
                <a:lnTo>
                  <a:pt x="282" y="93"/>
                </a:lnTo>
                <a:lnTo>
                  <a:pt x="282" y="92"/>
                </a:lnTo>
                <a:lnTo>
                  <a:pt x="281" y="92"/>
                </a:lnTo>
                <a:lnTo>
                  <a:pt x="282" y="91"/>
                </a:lnTo>
                <a:lnTo>
                  <a:pt x="282" y="92"/>
                </a:lnTo>
                <a:lnTo>
                  <a:pt x="283" y="92"/>
                </a:lnTo>
                <a:lnTo>
                  <a:pt x="283" y="93"/>
                </a:lnTo>
                <a:lnTo>
                  <a:pt x="284" y="93"/>
                </a:lnTo>
                <a:lnTo>
                  <a:pt x="285" y="93"/>
                </a:lnTo>
                <a:lnTo>
                  <a:pt x="285" y="92"/>
                </a:lnTo>
                <a:lnTo>
                  <a:pt x="286" y="92"/>
                </a:lnTo>
                <a:lnTo>
                  <a:pt x="286" y="91"/>
                </a:lnTo>
                <a:lnTo>
                  <a:pt x="287" y="91"/>
                </a:lnTo>
                <a:lnTo>
                  <a:pt x="287" y="90"/>
                </a:lnTo>
                <a:lnTo>
                  <a:pt x="288" y="90"/>
                </a:lnTo>
                <a:lnTo>
                  <a:pt x="288" y="89"/>
                </a:lnTo>
                <a:lnTo>
                  <a:pt x="289" y="89"/>
                </a:lnTo>
                <a:lnTo>
                  <a:pt x="290" y="89"/>
                </a:lnTo>
                <a:lnTo>
                  <a:pt x="290" y="88"/>
                </a:lnTo>
                <a:lnTo>
                  <a:pt x="291" y="88"/>
                </a:lnTo>
                <a:lnTo>
                  <a:pt x="292" y="88"/>
                </a:lnTo>
                <a:lnTo>
                  <a:pt x="292" y="87"/>
                </a:lnTo>
                <a:lnTo>
                  <a:pt x="293" y="87"/>
                </a:lnTo>
                <a:lnTo>
                  <a:pt x="292" y="87"/>
                </a:lnTo>
                <a:lnTo>
                  <a:pt x="293" y="86"/>
                </a:lnTo>
                <a:lnTo>
                  <a:pt x="293" y="85"/>
                </a:lnTo>
                <a:lnTo>
                  <a:pt x="294" y="85"/>
                </a:lnTo>
                <a:lnTo>
                  <a:pt x="295" y="85"/>
                </a:lnTo>
                <a:lnTo>
                  <a:pt x="295" y="84"/>
                </a:lnTo>
                <a:lnTo>
                  <a:pt x="296" y="83"/>
                </a:lnTo>
                <a:lnTo>
                  <a:pt x="297" y="83"/>
                </a:lnTo>
                <a:lnTo>
                  <a:pt x="297" y="82"/>
                </a:lnTo>
                <a:lnTo>
                  <a:pt x="298" y="81"/>
                </a:lnTo>
                <a:lnTo>
                  <a:pt x="299" y="81"/>
                </a:lnTo>
                <a:lnTo>
                  <a:pt x="300" y="81"/>
                </a:lnTo>
                <a:lnTo>
                  <a:pt x="300" y="80"/>
                </a:lnTo>
                <a:lnTo>
                  <a:pt x="301" y="80"/>
                </a:lnTo>
                <a:lnTo>
                  <a:pt x="301" y="79"/>
                </a:lnTo>
                <a:lnTo>
                  <a:pt x="302" y="79"/>
                </a:lnTo>
                <a:lnTo>
                  <a:pt x="302" y="78"/>
                </a:lnTo>
                <a:lnTo>
                  <a:pt x="303" y="78"/>
                </a:lnTo>
                <a:lnTo>
                  <a:pt x="303" y="77"/>
                </a:lnTo>
                <a:lnTo>
                  <a:pt x="304" y="77"/>
                </a:lnTo>
                <a:lnTo>
                  <a:pt x="304" y="76"/>
                </a:lnTo>
                <a:lnTo>
                  <a:pt x="304" y="75"/>
                </a:lnTo>
                <a:lnTo>
                  <a:pt x="304" y="74"/>
                </a:lnTo>
                <a:lnTo>
                  <a:pt x="303" y="74"/>
                </a:lnTo>
                <a:lnTo>
                  <a:pt x="303" y="73"/>
                </a:lnTo>
                <a:lnTo>
                  <a:pt x="303" y="72"/>
                </a:lnTo>
                <a:lnTo>
                  <a:pt x="302" y="72"/>
                </a:lnTo>
                <a:lnTo>
                  <a:pt x="302" y="71"/>
                </a:lnTo>
                <a:lnTo>
                  <a:pt x="302" y="70"/>
                </a:lnTo>
                <a:lnTo>
                  <a:pt x="301" y="69"/>
                </a:lnTo>
                <a:lnTo>
                  <a:pt x="301" y="68"/>
                </a:lnTo>
                <a:lnTo>
                  <a:pt x="301" y="67"/>
                </a:lnTo>
                <a:lnTo>
                  <a:pt x="300" y="67"/>
                </a:lnTo>
                <a:lnTo>
                  <a:pt x="300" y="66"/>
                </a:lnTo>
                <a:lnTo>
                  <a:pt x="300" y="65"/>
                </a:lnTo>
                <a:lnTo>
                  <a:pt x="299" y="65"/>
                </a:lnTo>
                <a:lnTo>
                  <a:pt x="299" y="64"/>
                </a:lnTo>
                <a:lnTo>
                  <a:pt x="298" y="64"/>
                </a:lnTo>
                <a:lnTo>
                  <a:pt x="298" y="63"/>
                </a:lnTo>
                <a:lnTo>
                  <a:pt x="298" y="62"/>
                </a:lnTo>
                <a:lnTo>
                  <a:pt x="297" y="62"/>
                </a:lnTo>
                <a:lnTo>
                  <a:pt x="296" y="63"/>
                </a:lnTo>
                <a:lnTo>
                  <a:pt x="295" y="63"/>
                </a:lnTo>
                <a:lnTo>
                  <a:pt x="293" y="63"/>
                </a:lnTo>
                <a:lnTo>
                  <a:pt x="292" y="62"/>
                </a:lnTo>
                <a:lnTo>
                  <a:pt x="291" y="62"/>
                </a:lnTo>
                <a:lnTo>
                  <a:pt x="291" y="61"/>
                </a:lnTo>
                <a:lnTo>
                  <a:pt x="290" y="61"/>
                </a:lnTo>
                <a:lnTo>
                  <a:pt x="289" y="61"/>
                </a:lnTo>
                <a:lnTo>
                  <a:pt x="288" y="61"/>
                </a:lnTo>
                <a:lnTo>
                  <a:pt x="287" y="61"/>
                </a:lnTo>
                <a:lnTo>
                  <a:pt x="286" y="59"/>
                </a:lnTo>
                <a:lnTo>
                  <a:pt x="286" y="58"/>
                </a:lnTo>
                <a:lnTo>
                  <a:pt x="286" y="57"/>
                </a:lnTo>
                <a:lnTo>
                  <a:pt x="286" y="56"/>
                </a:lnTo>
                <a:lnTo>
                  <a:pt x="285" y="56"/>
                </a:lnTo>
                <a:lnTo>
                  <a:pt x="284" y="56"/>
                </a:lnTo>
                <a:lnTo>
                  <a:pt x="284" y="55"/>
                </a:lnTo>
                <a:lnTo>
                  <a:pt x="283" y="55"/>
                </a:lnTo>
                <a:lnTo>
                  <a:pt x="284" y="55"/>
                </a:lnTo>
                <a:lnTo>
                  <a:pt x="284" y="54"/>
                </a:lnTo>
                <a:lnTo>
                  <a:pt x="285" y="52"/>
                </a:lnTo>
                <a:lnTo>
                  <a:pt x="285" y="50"/>
                </a:lnTo>
                <a:lnTo>
                  <a:pt x="285" y="49"/>
                </a:lnTo>
                <a:lnTo>
                  <a:pt x="284" y="49"/>
                </a:lnTo>
                <a:lnTo>
                  <a:pt x="284" y="50"/>
                </a:lnTo>
                <a:lnTo>
                  <a:pt x="283" y="50"/>
                </a:lnTo>
                <a:lnTo>
                  <a:pt x="282" y="49"/>
                </a:lnTo>
                <a:lnTo>
                  <a:pt x="281" y="49"/>
                </a:lnTo>
                <a:lnTo>
                  <a:pt x="280" y="49"/>
                </a:lnTo>
                <a:lnTo>
                  <a:pt x="280" y="47"/>
                </a:lnTo>
                <a:lnTo>
                  <a:pt x="279" y="47"/>
                </a:lnTo>
                <a:lnTo>
                  <a:pt x="279" y="46"/>
                </a:lnTo>
                <a:lnTo>
                  <a:pt x="279" y="45"/>
                </a:lnTo>
                <a:lnTo>
                  <a:pt x="279" y="44"/>
                </a:lnTo>
                <a:lnTo>
                  <a:pt x="279" y="43"/>
                </a:lnTo>
                <a:lnTo>
                  <a:pt x="278" y="43"/>
                </a:lnTo>
                <a:lnTo>
                  <a:pt x="278" y="42"/>
                </a:lnTo>
                <a:lnTo>
                  <a:pt x="278" y="41"/>
                </a:lnTo>
                <a:lnTo>
                  <a:pt x="279" y="41"/>
                </a:lnTo>
                <a:lnTo>
                  <a:pt x="279" y="40"/>
                </a:lnTo>
                <a:lnTo>
                  <a:pt x="280" y="40"/>
                </a:lnTo>
                <a:lnTo>
                  <a:pt x="280" y="39"/>
                </a:lnTo>
                <a:lnTo>
                  <a:pt x="279" y="39"/>
                </a:lnTo>
                <a:lnTo>
                  <a:pt x="279" y="38"/>
                </a:lnTo>
                <a:lnTo>
                  <a:pt x="280" y="37"/>
                </a:lnTo>
                <a:lnTo>
                  <a:pt x="281" y="37"/>
                </a:lnTo>
                <a:lnTo>
                  <a:pt x="281" y="36"/>
                </a:lnTo>
                <a:lnTo>
                  <a:pt x="282" y="35"/>
                </a:lnTo>
                <a:lnTo>
                  <a:pt x="283" y="34"/>
                </a:lnTo>
                <a:lnTo>
                  <a:pt x="284" y="34"/>
                </a:lnTo>
                <a:lnTo>
                  <a:pt x="285" y="34"/>
                </a:lnTo>
                <a:lnTo>
                  <a:pt x="285" y="33"/>
                </a:lnTo>
                <a:lnTo>
                  <a:pt x="286" y="33"/>
                </a:lnTo>
                <a:lnTo>
                  <a:pt x="286" y="32"/>
                </a:lnTo>
                <a:lnTo>
                  <a:pt x="287" y="32"/>
                </a:lnTo>
                <a:lnTo>
                  <a:pt x="286" y="32"/>
                </a:lnTo>
                <a:lnTo>
                  <a:pt x="286" y="31"/>
                </a:lnTo>
                <a:lnTo>
                  <a:pt x="286" y="32"/>
                </a:lnTo>
                <a:lnTo>
                  <a:pt x="286" y="31"/>
                </a:lnTo>
                <a:lnTo>
                  <a:pt x="285" y="31"/>
                </a:lnTo>
                <a:lnTo>
                  <a:pt x="285" y="30"/>
                </a:lnTo>
                <a:lnTo>
                  <a:pt x="285" y="29"/>
                </a:lnTo>
                <a:lnTo>
                  <a:pt x="284" y="29"/>
                </a:lnTo>
                <a:lnTo>
                  <a:pt x="283" y="29"/>
                </a:lnTo>
                <a:lnTo>
                  <a:pt x="282" y="29"/>
                </a:lnTo>
                <a:lnTo>
                  <a:pt x="281" y="29"/>
                </a:lnTo>
                <a:lnTo>
                  <a:pt x="280" y="29"/>
                </a:lnTo>
                <a:lnTo>
                  <a:pt x="279" y="29"/>
                </a:lnTo>
                <a:lnTo>
                  <a:pt x="279" y="28"/>
                </a:lnTo>
                <a:lnTo>
                  <a:pt x="278" y="28"/>
                </a:lnTo>
                <a:lnTo>
                  <a:pt x="277" y="28"/>
                </a:lnTo>
                <a:lnTo>
                  <a:pt x="276" y="28"/>
                </a:lnTo>
                <a:lnTo>
                  <a:pt x="275" y="27"/>
                </a:lnTo>
                <a:lnTo>
                  <a:pt x="275" y="26"/>
                </a:lnTo>
                <a:lnTo>
                  <a:pt x="275" y="25"/>
                </a:lnTo>
                <a:lnTo>
                  <a:pt x="276" y="25"/>
                </a:lnTo>
                <a:lnTo>
                  <a:pt x="276" y="24"/>
                </a:lnTo>
                <a:lnTo>
                  <a:pt x="276" y="23"/>
                </a:lnTo>
                <a:lnTo>
                  <a:pt x="275" y="23"/>
                </a:lnTo>
                <a:lnTo>
                  <a:pt x="275" y="22"/>
                </a:lnTo>
                <a:lnTo>
                  <a:pt x="275" y="21"/>
                </a:lnTo>
                <a:lnTo>
                  <a:pt x="276" y="20"/>
                </a:lnTo>
                <a:lnTo>
                  <a:pt x="276" y="19"/>
                </a:lnTo>
                <a:lnTo>
                  <a:pt x="275" y="19"/>
                </a:lnTo>
                <a:lnTo>
                  <a:pt x="275" y="18"/>
                </a:lnTo>
                <a:lnTo>
                  <a:pt x="276" y="19"/>
                </a:lnTo>
                <a:lnTo>
                  <a:pt x="277" y="19"/>
                </a:lnTo>
                <a:lnTo>
                  <a:pt x="277" y="20"/>
                </a:lnTo>
                <a:lnTo>
                  <a:pt x="277" y="19"/>
                </a:lnTo>
                <a:lnTo>
                  <a:pt x="278" y="19"/>
                </a:lnTo>
                <a:lnTo>
                  <a:pt x="279" y="19"/>
                </a:lnTo>
                <a:lnTo>
                  <a:pt x="279" y="18"/>
                </a:lnTo>
                <a:lnTo>
                  <a:pt x="280" y="17"/>
                </a:lnTo>
                <a:lnTo>
                  <a:pt x="281" y="17"/>
                </a:lnTo>
                <a:lnTo>
                  <a:pt x="281" y="16"/>
                </a:lnTo>
                <a:lnTo>
                  <a:pt x="282" y="16"/>
                </a:lnTo>
                <a:lnTo>
                  <a:pt x="282" y="17"/>
                </a:lnTo>
                <a:lnTo>
                  <a:pt x="283" y="17"/>
                </a:lnTo>
                <a:lnTo>
                  <a:pt x="284" y="18"/>
                </a:lnTo>
                <a:lnTo>
                  <a:pt x="285" y="18"/>
                </a:lnTo>
                <a:lnTo>
                  <a:pt x="286" y="18"/>
                </a:lnTo>
                <a:lnTo>
                  <a:pt x="286" y="17"/>
                </a:lnTo>
                <a:lnTo>
                  <a:pt x="287" y="17"/>
                </a:lnTo>
                <a:lnTo>
                  <a:pt x="287" y="18"/>
                </a:lnTo>
                <a:lnTo>
                  <a:pt x="288" y="18"/>
                </a:lnTo>
                <a:lnTo>
                  <a:pt x="288" y="17"/>
                </a:lnTo>
                <a:lnTo>
                  <a:pt x="289" y="17"/>
                </a:lnTo>
                <a:lnTo>
                  <a:pt x="291" y="17"/>
                </a:lnTo>
                <a:lnTo>
                  <a:pt x="292" y="17"/>
                </a:lnTo>
                <a:lnTo>
                  <a:pt x="292" y="18"/>
                </a:lnTo>
                <a:lnTo>
                  <a:pt x="293" y="18"/>
                </a:lnTo>
                <a:lnTo>
                  <a:pt x="293" y="17"/>
                </a:lnTo>
                <a:lnTo>
                  <a:pt x="294" y="17"/>
                </a:lnTo>
                <a:lnTo>
                  <a:pt x="295" y="16"/>
                </a:lnTo>
                <a:lnTo>
                  <a:pt x="296" y="16"/>
                </a:lnTo>
                <a:lnTo>
                  <a:pt x="297" y="16"/>
                </a:lnTo>
                <a:lnTo>
                  <a:pt x="298" y="16"/>
                </a:lnTo>
                <a:lnTo>
                  <a:pt x="298" y="15"/>
                </a:lnTo>
                <a:lnTo>
                  <a:pt x="299" y="14"/>
                </a:lnTo>
                <a:lnTo>
                  <a:pt x="300" y="14"/>
                </a:lnTo>
                <a:lnTo>
                  <a:pt x="300" y="13"/>
                </a:lnTo>
                <a:lnTo>
                  <a:pt x="301" y="13"/>
                </a:lnTo>
                <a:lnTo>
                  <a:pt x="302" y="12"/>
                </a:lnTo>
                <a:lnTo>
                  <a:pt x="303" y="12"/>
                </a:lnTo>
                <a:lnTo>
                  <a:pt x="304" y="14"/>
                </a:lnTo>
                <a:lnTo>
                  <a:pt x="305" y="14"/>
                </a:lnTo>
                <a:lnTo>
                  <a:pt x="306" y="14"/>
                </a:lnTo>
                <a:lnTo>
                  <a:pt x="306" y="15"/>
                </a:lnTo>
                <a:lnTo>
                  <a:pt x="307" y="15"/>
                </a:lnTo>
                <a:lnTo>
                  <a:pt x="308" y="15"/>
                </a:lnTo>
                <a:lnTo>
                  <a:pt x="308" y="16"/>
                </a:lnTo>
                <a:lnTo>
                  <a:pt x="308" y="17"/>
                </a:lnTo>
                <a:lnTo>
                  <a:pt x="308" y="19"/>
                </a:lnTo>
                <a:lnTo>
                  <a:pt x="309" y="19"/>
                </a:lnTo>
                <a:lnTo>
                  <a:pt x="310" y="19"/>
                </a:lnTo>
                <a:lnTo>
                  <a:pt x="310" y="20"/>
                </a:lnTo>
                <a:lnTo>
                  <a:pt x="311" y="20"/>
                </a:lnTo>
                <a:lnTo>
                  <a:pt x="311" y="21"/>
                </a:lnTo>
                <a:lnTo>
                  <a:pt x="312" y="21"/>
                </a:lnTo>
                <a:lnTo>
                  <a:pt x="313" y="21"/>
                </a:lnTo>
                <a:lnTo>
                  <a:pt x="314" y="21"/>
                </a:lnTo>
                <a:lnTo>
                  <a:pt x="314" y="20"/>
                </a:lnTo>
                <a:lnTo>
                  <a:pt x="315" y="19"/>
                </a:lnTo>
                <a:lnTo>
                  <a:pt x="316" y="19"/>
                </a:lnTo>
                <a:lnTo>
                  <a:pt x="317" y="19"/>
                </a:lnTo>
                <a:lnTo>
                  <a:pt x="318" y="19"/>
                </a:lnTo>
                <a:lnTo>
                  <a:pt x="319" y="18"/>
                </a:lnTo>
                <a:lnTo>
                  <a:pt x="320" y="18"/>
                </a:lnTo>
                <a:lnTo>
                  <a:pt x="320" y="17"/>
                </a:lnTo>
                <a:lnTo>
                  <a:pt x="320" y="16"/>
                </a:lnTo>
                <a:lnTo>
                  <a:pt x="321" y="16"/>
                </a:lnTo>
                <a:lnTo>
                  <a:pt x="321" y="15"/>
                </a:lnTo>
                <a:lnTo>
                  <a:pt x="320" y="15"/>
                </a:lnTo>
                <a:lnTo>
                  <a:pt x="320" y="13"/>
                </a:lnTo>
                <a:lnTo>
                  <a:pt x="320" y="12"/>
                </a:lnTo>
                <a:lnTo>
                  <a:pt x="320" y="11"/>
                </a:lnTo>
                <a:lnTo>
                  <a:pt x="320" y="10"/>
                </a:lnTo>
                <a:lnTo>
                  <a:pt x="319" y="10"/>
                </a:lnTo>
                <a:lnTo>
                  <a:pt x="319" y="9"/>
                </a:lnTo>
                <a:lnTo>
                  <a:pt x="319" y="8"/>
                </a:lnTo>
                <a:lnTo>
                  <a:pt x="319" y="7"/>
                </a:lnTo>
                <a:lnTo>
                  <a:pt x="320" y="7"/>
                </a:lnTo>
                <a:lnTo>
                  <a:pt x="320" y="6"/>
                </a:lnTo>
                <a:lnTo>
                  <a:pt x="319" y="6"/>
                </a:lnTo>
                <a:lnTo>
                  <a:pt x="319" y="5"/>
                </a:lnTo>
                <a:lnTo>
                  <a:pt x="318" y="5"/>
                </a:lnTo>
                <a:lnTo>
                  <a:pt x="318" y="4"/>
                </a:lnTo>
                <a:lnTo>
                  <a:pt x="319" y="4"/>
                </a:lnTo>
                <a:lnTo>
                  <a:pt x="320" y="3"/>
                </a:lnTo>
                <a:lnTo>
                  <a:pt x="321" y="3"/>
                </a:lnTo>
                <a:lnTo>
                  <a:pt x="322" y="3"/>
                </a:lnTo>
                <a:lnTo>
                  <a:pt x="322" y="2"/>
                </a:lnTo>
                <a:lnTo>
                  <a:pt x="323" y="3"/>
                </a:lnTo>
                <a:lnTo>
                  <a:pt x="324" y="2"/>
                </a:lnTo>
                <a:lnTo>
                  <a:pt x="325" y="2"/>
                </a:lnTo>
                <a:lnTo>
                  <a:pt x="326" y="3"/>
                </a:lnTo>
                <a:lnTo>
                  <a:pt x="327" y="3"/>
                </a:lnTo>
                <a:lnTo>
                  <a:pt x="328" y="3"/>
                </a:lnTo>
                <a:lnTo>
                  <a:pt x="329" y="3"/>
                </a:lnTo>
                <a:lnTo>
                  <a:pt x="329" y="2"/>
                </a:lnTo>
                <a:lnTo>
                  <a:pt x="330" y="1"/>
                </a:lnTo>
                <a:lnTo>
                  <a:pt x="331" y="1"/>
                </a:lnTo>
                <a:lnTo>
                  <a:pt x="332" y="1"/>
                </a:lnTo>
                <a:lnTo>
                  <a:pt x="333" y="1"/>
                </a:lnTo>
                <a:lnTo>
                  <a:pt x="334" y="2"/>
                </a:lnTo>
                <a:lnTo>
                  <a:pt x="334" y="1"/>
                </a:lnTo>
                <a:lnTo>
                  <a:pt x="335" y="1"/>
                </a:lnTo>
                <a:lnTo>
                  <a:pt x="336" y="1"/>
                </a:lnTo>
                <a:lnTo>
                  <a:pt x="336" y="0"/>
                </a:lnTo>
                <a:lnTo>
                  <a:pt x="337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1" name=""/>
          <p:cNvSpPr/>
          <p:nvPr/>
        </p:nvSpPr>
        <p:spPr>
          <a:xfrm>
            <a:off x="4652280" y="276732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7" y="5"/>
                </a:moveTo>
                <a:lnTo>
                  <a:pt x="6" y="5"/>
                </a:lnTo>
                <a:lnTo>
                  <a:pt x="5" y="7"/>
                </a:lnTo>
                <a:lnTo>
                  <a:pt x="2" y="10"/>
                </a:lnTo>
                <a:lnTo>
                  <a:pt x="2" y="11"/>
                </a:lnTo>
                <a:lnTo>
                  <a:pt x="0" y="11"/>
                </a:lnTo>
                <a:lnTo>
                  <a:pt x="0" y="10"/>
                </a:lnTo>
                <a:lnTo>
                  <a:pt x="2" y="6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2" name=""/>
          <p:cNvSpPr/>
          <p:nvPr/>
        </p:nvSpPr>
        <p:spPr>
          <a:xfrm>
            <a:off x="4650840" y="2755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3"/>
                </a:move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3" name=""/>
          <p:cNvSpPr/>
          <p:nvPr/>
        </p:nvSpPr>
        <p:spPr>
          <a:xfrm>
            <a:off x="4640760" y="27511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3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4" name=""/>
          <p:cNvSpPr/>
          <p:nvPr/>
        </p:nvSpPr>
        <p:spPr>
          <a:xfrm>
            <a:off x="4636080" y="274608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1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5" name=""/>
          <p:cNvSpPr/>
          <p:nvPr/>
        </p:nvSpPr>
        <p:spPr>
          <a:xfrm>
            <a:off x="4640040" y="274428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6" y="1"/>
                </a:move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4"/>
                </a:lnTo>
                <a:lnTo>
                  <a:pt x="7" y="5"/>
                </a:lnTo>
                <a:lnTo>
                  <a:pt x="6" y="7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4" y="7"/>
                </a:lnTo>
                <a:lnTo>
                  <a:pt x="3" y="7"/>
                </a:lnTo>
                <a:lnTo>
                  <a:pt x="1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6" name=""/>
          <p:cNvSpPr/>
          <p:nvPr/>
        </p:nvSpPr>
        <p:spPr>
          <a:xfrm>
            <a:off x="4593240" y="2740320"/>
            <a:ext cx="1440" cy="2880"/>
          </a:xfrm>
          <a:custGeom>
            <a:avLst/>
            <a:gdLst/>
            <a:ahLst/>
            <a:rect l="0" t="0" r="r" b="b"/>
            <a:pathLst>
              <a:path w="4" h="8">
                <a:moveTo>
                  <a:pt x="3" y="2"/>
                </a:moveTo>
                <a:lnTo>
                  <a:pt x="1" y="3"/>
                </a:lnTo>
                <a:lnTo>
                  <a:pt x="1" y="4"/>
                </a:lnTo>
                <a:lnTo>
                  <a:pt x="3" y="6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7" name=""/>
          <p:cNvSpPr/>
          <p:nvPr/>
        </p:nvSpPr>
        <p:spPr>
          <a:xfrm>
            <a:off x="4649400" y="2726280"/>
            <a:ext cx="6480" cy="6480"/>
          </a:xfrm>
          <a:custGeom>
            <a:avLst/>
            <a:gdLst/>
            <a:ahLst/>
            <a:rect l="0" t="0" r="r" b="b"/>
            <a:pathLst>
              <a:path w="18" h="18">
                <a:moveTo>
                  <a:pt x="10" y="0"/>
                </a:moveTo>
                <a:lnTo>
                  <a:pt x="11" y="0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3" y="1"/>
                </a:lnTo>
                <a:lnTo>
                  <a:pt x="14" y="1"/>
                </a:lnTo>
                <a:lnTo>
                  <a:pt x="13" y="1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4"/>
                </a:lnTo>
                <a:lnTo>
                  <a:pt x="18" y="4"/>
                </a:lnTo>
                <a:lnTo>
                  <a:pt x="18" y="2"/>
                </a:lnTo>
                <a:lnTo>
                  <a:pt x="18" y="4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7" y="7"/>
                </a:lnTo>
                <a:lnTo>
                  <a:pt x="17" y="8"/>
                </a:lnTo>
                <a:lnTo>
                  <a:pt x="16" y="8"/>
                </a:lnTo>
                <a:lnTo>
                  <a:pt x="16" y="9"/>
                </a:lnTo>
                <a:lnTo>
                  <a:pt x="15" y="9"/>
                </a:lnTo>
                <a:lnTo>
                  <a:pt x="16" y="9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5" y="12"/>
                </a:lnTo>
                <a:lnTo>
                  <a:pt x="15" y="13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5"/>
                </a:lnTo>
                <a:lnTo>
                  <a:pt x="13" y="16"/>
                </a:lnTo>
                <a:lnTo>
                  <a:pt x="13" y="17"/>
                </a:lnTo>
                <a:lnTo>
                  <a:pt x="12" y="17"/>
                </a:lnTo>
                <a:lnTo>
                  <a:pt x="11" y="17"/>
                </a:lnTo>
                <a:lnTo>
                  <a:pt x="10" y="17"/>
                </a:lnTo>
                <a:lnTo>
                  <a:pt x="10" y="18"/>
                </a:lnTo>
                <a:lnTo>
                  <a:pt x="9" y="18"/>
                </a:lnTo>
                <a:lnTo>
                  <a:pt x="8" y="18"/>
                </a:lnTo>
                <a:lnTo>
                  <a:pt x="9" y="18"/>
                </a:lnTo>
                <a:lnTo>
                  <a:pt x="9" y="17"/>
                </a:lnTo>
                <a:lnTo>
                  <a:pt x="8" y="17"/>
                </a:lnTo>
                <a:lnTo>
                  <a:pt x="7" y="17"/>
                </a:lnTo>
                <a:lnTo>
                  <a:pt x="6" y="17"/>
                </a:lnTo>
                <a:lnTo>
                  <a:pt x="7" y="17"/>
                </a:lnTo>
                <a:lnTo>
                  <a:pt x="6" y="17"/>
                </a:lnTo>
                <a:lnTo>
                  <a:pt x="4" y="17"/>
                </a:lnTo>
                <a:lnTo>
                  <a:pt x="3" y="17"/>
                </a:lnTo>
                <a:lnTo>
                  <a:pt x="3" y="16"/>
                </a:lnTo>
                <a:lnTo>
                  <a:pt x="2" y="16"/>
                </a:lnTo>
                <a:lnTo>
                  <a:pt x="3" y="16"/>
                </a:lnTo>
                <a:lnTo>
                  <a:pt x="3" y="15"/>
                </a:lnTo>
                <a:lnTo>
                  <a:pt x="3" y="14"/>
                </a:lnTo>
                <a:lnTo>
                  <a:pt x="3" y="15"/>
                </a:lnTo>
                <a:lnTo>
                  <a:pt x="3" y="16"/>
                </a:lnTo>
                <a:lnTo>
                  <a:pt x="3" y="15"/>
                </a:lnTo>
                <a:lnTo>
                  <a:pt x="3" y="14"/>
                </a:lnTo>
                <a:lnTo>
                  <a:pt x="4" y="14"/>
                </a:lnTo>
                <a:lnTo>
                  <a:pt x="3" y="14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4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7" y="2"/>
                </a:lnTo>
                <a:lnTo>
                  <a:pt x="8" y="2"/>
                </a:lnTo>
                <a:lnTo>
                  <a:pt x="8" y="4"/>
                </a:lnTo>
                <a:lnTo>
                  <a:pt x="9" y="4"/>
                </a:lnTo>
                <a:lnTo>
                  <a:pt x="9" y="2"/>
                </a:lnTo>
                <a:lnTo>
                  <a:pt x="8" y="2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" name=""/>
          <p:cNvSpPr/>
          <p:nvPr/>
        </p:nvSpPr>
        <p:spPr>
          <a:xfrm>
            <a:off x="4644720" y="2728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5" y="4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" name=""/>
          <p:cNvSpPr/>
          <p:nvPr/>
        </p:nvSpPr>
        <p:spPr>
          <a:xfrm>
            <a:off x="4624920" y="272520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10" y="5"/>
                </a:moveTo>
                <a:lnTo>
                  <a:pt x="10" y="6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3" y="8"/>
                </a:lnTo>
                <a:lnTo>
                  <a:pt x="2" y="8"/>
                </a:lnTo>
                <a:lnTo>
                  <a:pt x="2" y="10"/>
                </a:lnTo>
                <a:lnTo>
                  <a:pt x="1" y="10"/>
                </a:lnTo>
                <a:lnTo>
                  <a:pt x="0" y="10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6" y="3"/>
                </a:lnTo>
                <a:lnTo>
                  <a:pt x="7" y="3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" name=""/>
          <p:cNvSpPr/>
          <p:nvPr/>
        </p:nvSpPr>
        <p:spPr>
          <a:xfrm>
            <a:off x="4628520" y="2716560"/>
            <a:ext cx="20880" cy="12240"/>
          </a:xfrm>
          <a:custGeom>
            <a:avLst/>
            <a:gdLst/>
            <a:ahLst/>
            <a:rect l="0" t="0" r="r" b="b"/>
            <a:pathLst>
              <a:path w="58" h="34">
                <a:moveTo>
                  <a:pt x="31" y="7"/>
                </a:moveTo>
                <a:lnTo>
                  <a:pt x="32" y="7"/>
                </a:lnTo>
                <a:lnTo>
                  <a:pt x="33" y="7"/>
                </a:lnTo>
                <a:lnTo>
                  <a:pt x="33" y="8"/>
                </a:lnTo>
                <a:lnTo>
                  <a:pt x="34" y="8"/>
                </a:lnTo>
                <a:lnTo>
                  <a:pt x="35" y="8"/>
                </a:lnTo>
                <a:lnTo>
                  <a:pt x="36" y="7"/>
                </a:lnTo>
                <a:lnTo>
                  <a:pt x="37" y="7"/>
                </a:lnTo>
                <a:lnTo>
                  <a:pt x="38" y="7"/>
                </a:lnTo>
                <a:lnTo>
                  <a:pt x="39" y="7"/>
                </a:lnTo>
                <a:lnTo>
                  <a:pt x="40" y="7"/>
                </a:lnTo>
                <a:lnTo>
                  <a:pt x="41" y="7"/>
                </a:lnTo>
                <a:lnTo>
                  <a:pt x="44" y="6"/>
                </a:lnTo>
                <a:lnTo>
                  <a:pt x="43" y="5"/>
                </a:lnTo>
                <a:lnTo>
                  <a:pt x="45" y="4"/>
                </a:lnTo>
                <a:lnTo>
                  <a:pt x="47" y="3"/>
                </a:lnTo>
                <a:lnTo>
                  <a:pt x="49" y="2"/>
                </a:lnTo>
                <a:lnTo>
                  <a:pt x="50" y="2"/>
                </a:lnTo>
                <a:lnTo>
                  <a:pt x="52" y="2"/>
                </a:lnTo>
                <a:lnTo>
                  <a:pt x="53" y="2"/>
                </a:lnTo>
                <a:lnTo>
                  <a:pt x="53" y="3"/>
                </a:lnTo>
                <a:lnTo>
                  <a:pt x="54" y="3"/>
                </a:lnTo>
                <a:lnTo>
                  <a:pt x="54" y="4"/>
                </a:lnTo>
                <a:lnTo>
                  <a:pt x="55" y="4"/>
                </a:lnTo>
                <a:lnTo>
                  <a:pt x="56" y="4"/>
                </a:lnTo>
                <a:lnTo>
                  <a:pt x="57" y="4"/>
                </a:lnTo>
                <a:lnTo>
                  <a:pt x="58" y="5"/>
                </a:lnTo>
                <a:lnTo>
                  <a:pt x="58" y="6"/>
                </a:lnTo>
                <a:lnTo>
                  <a:pt x="58" y="7"/>
                </a:lnTo>
                <a:lnTo>
                  <a:pt x="58" y="8"/>
                </a:lnTo>
                <a:lnTo>
                  <a:pt x="57" y="10"/>
                </a:lnTo>
                <a:lnTo>
                  <a:pt x="57" y="11"/>
                </a:lnTo>
                <a:lnTo>
                  <a:pt x="57" y="12"/>
                </a:lnTo>
                <a:lnTo>
                  <a:pt x="57" y="13"/>
                </a:lnTo>
                <a:lnTo>
                  <a:pt x="56" y="14"/>
                </a:lnTo>
                <a:lnTo>
                  <a:pt x="56" y="15"/>
                </a:lnTo>
                <a:lnTo>
                  <a:pt x="55" y="17"/>
                </a:lnTo>
                <a:lnTo>
                  <a:pt x="55" y="19"/>
                </a:lnTo>
                <a:lnTo>
                  <a:pt x="54" y="19"/>
                </a:lnTo>
                <a:lnTo>
                  <a:pt x="54" y="20"/>
                </a:lnTo>
                <a:lnTo>
                  <a:pt x="54" y="21"/>
                </a:lnTo>
                <a:lnTo>
                  <a:pt x="54" y="23"/>
                </a:lnTo>
                <a:lnTo>
                  <a:pt x="54" y="25"/>
                </a:lnTo>
                <a:lnTo>
                  <a:pt x="54" y="27"/>
                </a:lnTo>
                <a:lnTo>
                  <a:pt x="54" y="28"/>
                </a:lnTo>
                <a:lnTo>
                  <a:pt x="55" y="28"/>
                </a:lnTo>
                <a:lnTo>
                  <a:pt x="55" y="29"/>
                </a:lnTo>
                <a:lnTo>
                  <a:pt x="55" y="30"/>
                </a:lnTo>
                <a:lnTo>
                  <a:pt x="55" y="31"/>
                </a:lnTo>
                <a:lnTo>
                  <a:pt x="55" y="32"/>
                </a:lnTo>
                <a:lnTo>
                  <a:pt x="55" y="33"/>
                </a:lnTo>
                <a:lnTo>
                  <a:pt x="54" y="33"/>
                </a:lnTo>
                <a:lnTo>
                  <a:pt x="54" y="34"/>
                </a:lnTo>
                <a:lnTo>
                  <a:pt x="53" y="34"/>
                </a:lnTo>
                <a:lnTo>
                  <a:pt x="52" y="34"/>
                </a:lnTo>
                <a:lnTo>
                  <a:pt x="50" y="34"/>
                </a:lnTo>
                <a:lnTo>
                  <a:pt x="49" y="33"/>
                </a:lnTo>
                <a:lnTo>
                  <a:pt x="49" y="32"/>
                </a:lnTo>
                <a:lnTo>
                  <a:pt x="49" y="31"/>
                </a:lnTo>
                <a:lnTo>
                  <a:pt x="48" y="30"/>
                </a:lnTo>
                <a:lnTo>
                  <a:pt x="49" y="29"/>
                </a:lnTo>
                <a:lnTo>
                  <a:pt x="49" y="28"/>
                </a:lnTo>
                <a:lnTo>
                  <a:pt x="49" y="27"/>
                </a:lnTo>
                <a:lnTo>
                  <a:pt x="48" y="27"/>
                </a:lnTo>
                <a:lnTo>
                  <a:pt x="47" y="27"/>
                </a:lnTo>
                <a:lnTo>
                  <a:pt x="46" y="27"/>
                </a:lnTo>
                <a:lnTo>
                  <a:pt x="46" y="26"/>
                </a:lnTo>
                <a:lnTo>
                  <a:pt x="45" y="25"/>
                </a:lnTo>
                <a:lnTo>
                  <a:pt x="45" y="24"/>
                </a:lnTo>
                <a:lnTo>
                  <a:pt x="43" y="21"/>
                </a:lnTo>
                <a:lnTo>
                  <a:pt x="42" y="20"/>
                </a:lnTo>
                <a:lnTo>
                  <a:pt x="42" y="19"/>
                </a:lnTo>
                <a:lnTo>
                  <a:pt x="41" y="19"/>
                </a:lnTo>
                <a:lnTo>
                  <a:pt x="40" y="19"/>
                </a:lnTo>
                <a:lnTo>
                  <a:pt x="39" y="19"/>
                </a:lnTo>
                <a:lnTo>
                  <a:pt x="37" y="19"/>
                </a:lnTo>
                <a:lnTo>
                  <a:pt x="36" y="19"/>
                </a:lnTo>
                <a:lnTo>
                  <a:pt x="35" y="19"/>
                </a:lnTo>
                <a:lnTo>
                  <a:pt x="34" y="19"/>
                </a:lnTo>
                <a:lnTo>
                  <a:pt x="33" y="19"/>
                </a:lnTo>
                <a:lnTo>
                  <a:pt x="32" y="19"/>
                </a:lnTo>
                <a:lnTo>
                  <a:pt x="32" y="18"/>
                </a:lnTo>
                <a:lnTo>
                  <a:pt x="31" y="18"/>
                </a:lnTo>
                <a:lnTo>
                  <a:pt x="30" y="18"/>
                </a:lnTo>
                <a:lnTo>
                  <a:pt x="29" y="18"/>
                </a:lnTo>
                <a:lnTo>
                  <a:pt x="29" y="19"/>
                </a:lnTo>
                <a:lnTo>
                  <a:pt x="28" y="19"/>
                </a:lnTo>
                <a:lnTo>
                  <a:pt x="26" y="20"/>
                </a:lnTo>
                <a:lnTo>
                  <a:pt x="25" y="20"/>
                </a:lnTo>
                <a:lnTo>
                  <a:pt x="24" y="20"/>
                </a:lnTo>
                <a:lnTo>
                  <a:pt x="23" y="20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1"/>
                </a:lnTo>
                <a:lnTo>
                  <a:pt x="16" y="21"/>
                </a:lnTo>
                <a:lnTo>
                  <a:pt x="15" y="23"/>
                </a:lnTo>
                <a:lnTo>
                  <a:pt x="14" y="24"/>
                </a:lnTo>
                <a:lnTo>
                  <a:pt x="14" y="25"/>
                </a:lnTo>
                <a:lnTo>
                  <a:pt x="13" y="25"/>
                </a:lnTo>
                <a:lnTo>
                  <a:pt x="12" y="25"/>
                </a:lnTo>
                <a:lnTo>
                  <a:pt x="11" y="26"/>
                </a:lnTo>
                <a:lnTo>
                  <a:pt x="10" y="27"/>
                </a:lnTo>
                <a:lnTo>
                  <a:pt x="9" y="27"/>
                </a:lnTo>
                <a:lnTo>
                  <a:pt x="7" y="28"/>
                </a:lnTo>
                <a:lnTo>
                  <a:pt x="6" y="28"/>
                </a:lnTo>
                <a:lnTo>
                  <a:pt x="5" y="28"/>
                </a:lnTo>
                <a:lnTo>
                  <a:pt x="4" y="28"/>
                </a:lnTo>
                <a:lnTo>
                  <a:pt x="3" y="29"/>
                </a:lnTo>
                <a:lnTo>
                  <a:pt x="1" y="29"/>
                </a:lnTo>
                <a:lnTo>
                  <a:pt x="1" y="30"/>
                </a:lnTo>
                <a:lnTo>
                  <a:pt x="0" y="30"/>
                </a:lnTo>
                <a:lnTo>
                  <a:pt x="0" y="29"/>
                </a:lnTo>
                <a:lnTo>
                  <a:pt x="0" y="28"/>
                </a:lnTo>
                <a:lnTo>
                  <a:pt x="1" y="28"/>
                </a:lnTo>
                <a:lnTo>
                  <a:pt x="2" y="28"/>
                </a:lnTo>
                <a:lnTo>
                  <a:pt x="2" y="27"/>
                </a:lnTo>
                <a:lnTo>
                  <a:pt x="1" y="27"/>
                </a:lnTo>
                <a:lnTo>
                  <a:pt x="1" y="28"/>
                </a:lnTo>
                <a:lnTo>
                  <a:pt x="1" y="27"/>
                </a:lnTo>
                <a:lnTo>
                  <a:pt x="1" y="26"/>
                </a:lnTo>
                <a:lnTo>
                  <a:pt x="2" y="25"/>
                </a:lnTo>
                <a:lnTo>
                  <a:pt x="3" y="23"/>
                </a:lnTo>
                <a:lnTo>
                  <a:pt x="4" y="21"/>
                </a:lnTo>
                <a:lnTo>
                  <a:pt x="5" y="20"/>
                </a:lnTo>
                <a:lnTo>
                  <a:pt x="5" y="18"/>
                </a:lnTo>
                <a:lnTo>
                  <a:pt x="5" y="17"/>
                </a:lnTo>
                <a:lnTo>
                  <a:pt x="6" y="16"/>
                </a:lnTo>
                <a:lnTo>
                  <a:pt x="8" y="14"/>
                </a:lnTo>
                <a:lnTo>
                  <a:pt x="8" y="13"/>
                </a:lnTo>
                <a:lnTo>
                  <a:pt x="9" y="13"/>
                </a:lnTo>
                <a:lnTo>
                  <a:pt x="10" y="14"/>
                </a:lnTo>
                <a:lnTo>
                  <a:pt x="11" y="14"/>
                </a:lnTo>
                <a:lnTo>
                  <a:pt x="12" y="14"/>
                </a:lnTo>
                <a:lnTo>
                  <a:pt x="13" y="14"/>
                </a:lnTo>
                <a:lnTo>
                  <a:pt x="14" y="14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2" y="12"/>
                </a:lnTo>
                <a:lnTo>
                  <a:pt x="11" y="11"/>
                </a:lnTo>
                <a:lnTo>
                  <a:pt x="12" y="11"/>
                </a:lnTo>
                <a:lnTo>
                  <a:pt x="11" y="10"/>
                </a:lnTo>
                <a:lnTo>
                  <a:pt x="11" y="9"/>
                </a:lnTo>
                <a:lnTo>
                  <a:pt x="12" y="9"/>
                </a:lnTo>
                <a:lnTo>
                  <a:pt x="13" y="9"/>
                </a:lnTo>
                <a:lnTo>
                  <a:pt x="12" y="7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3" y="5"/>
                </a:lnTo>
                <a:lnTo>
                  <a:pt x="14" y="5"/>
                </a:lnTo>
                <a:lnTo>
                  <a:pt x="15" y="5"/>
                </a:lnTo>
                <a:lnTo>
                  <a:pt x="15" y="4"/>
                </a:lnTo>
                <a:lnTo>
                  <a:pt x="16" y="4"/>
                </a:lnTo>
                <a:lnTo>
                  <a:pt x="17" y="5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1" y="4"/>
                </a:lnTo>
                <a:lnTo>
                  <a:pt x="21" y="5"/>
                </a:lnTo>
                <a:lnTo>
                  <a:pt x="21" y="4"/>
                </a:lnTo>
                <a:lnTo>
                  <a:pt x="21" y="3"/>
                </a:lnTo>
                <a:lnTo>
                  <a:pt x="22" y="3"/>
                </a:lnTo>
                <a:lnTo>
                  <a:pt x="23" y="2"/>
                </a:lnTo>
                <a:lnTo>
                  <a:pt x="25" y="1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8" y="1"/>
                </a:lnTo>
                <a:lnTo>
                  <a:pt x="29" y="1"/>
                </a:lnTo>
                <a:lnTo>
                  <a:pt x="29" y="2"/>
                </a:lnTo>
                <a:lnTo>
                  <a:pt x="30" y="2"/>
                </a:lnTo>
                <a:lnTo>
                  <a:pt x="30" y="4"/>
                </a:lnTo>
                <a:lnTo>
                  <a:pt x="31" y="6"/>
                </a:lnTo>
                <a:lnTo>
                  <a:pt x="31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" name=""/>
          <p:cNvSpPr/>
          <p:nvPr/>
        </p:nvSpPr>
        <p:spPr>
          <a:xfrm>
            <a:off x="4640040" y="27176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2"/>
                </a:moveTo>
                <a:lnTo>
                  <a:pt x="2" y="0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" name=""/>
          <p:cNvSpPr/>
          <p:nvPr/>
        </p:nvSpPr>
        <p:spPr>
          <a:xfrm>
            <a:off x="4637880" y="27151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6" y="5"/>
                </a:moveTo>
                <a:lnTo>
                  <a:pt x="5" y="5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7" y="5"/>
                </a:lnTo>
                <a:lnTo>
                  <a:pt x="6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" name=""/>
          <p:cNvSpPr/>
          <p:nvPr/>
        </p:nvSpPr>
        <p:spPr>
          <a:xfrm>
            <a:off x="4639320" y="27111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4"/>
                </a:move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1" y="1"/>
                </a:lnTo>
                <a:lnTo>
                  <a:pt x="4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5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" name=""/>
          <p:cNvSpPr/>
          <p:nvPr/>
        </p:nvSpPr>
        <p:spPr>
          <a:xfrm>
            <a:off x="4640040" y="2707200"/>
            <a:ext cx="13680" cy="9360"/>
          </a:xfrm>
          <a:custGeom>
            <a:avLst/>
            <a:gdLst/>
            <a:ahLst/>
            <a:rect l="0" t="0" r="r" b="b"/>
            <a:pathLst>
              <a:path w="38" h="26">
                <a:moveTo>
                  <a:pt x="16" y="6"/>
                </a:moveTo>
                <a:lnTo>
                  <a:pt x="15" y="6"/>
                </a:lnTo>
                <a:lnTo>
                  <a:pt x="14" y="7"/>
                </a:lnTo>
                <a:lnTo>
                  <a:pt x="15" y="8"/>
                </a:lnTo>
                <a:lnTo>
                  <a:pt x="16" y="7"/>
                </a:lnTo>
                <a:lnTo>
                  <a:pt x="17" y="7"/>
                </a:lnTo>
                <a:lnTo>
                  <a:pt x="19" y="6"/>
                </a:lnTo>
                <a:lnTo>
                  <a:pt x="19" y="5"/>
                </a:lnTo>
                <a:lnTo>
                  <a:pt x="20" y="5"/>
                </a:lnTo>
                <a:lnTo>
                  <a:pt x="21" y="5"/>
                </a:lnTo>
                <a:lnTo>
                  <a:pt x="21" y="4"/>
                </a:lnTo>
                <a:lnTo>
                  <a:pt x="23" y="4"/>
                </a:lnTo>
                <a:lnTo>
                  <a:pt x="24" y="4"/>
                </a:lnTo>
                <a:lnTo>
                  <a:pt x="25" y="3"/>
                </a:lnTo>
                <a:lnTo>
                  <a:pt x="26" y="3"/>
                </a:lnTo>
                <a:lnTo>
                  <a:pt x="30" y="2"/>
                </a:lnTo>
                <a:lnTo>
                  <a:pt x="30" y="3"/>
                </a:lnTo>
                <a:lnTo>
                  <a:pt x="30" y="4"/>
                </a:lnTo>
                <a:lnTo>
                  <a:pt x="31" y="4"/>
                </a:lnTo>
                <a:lnTo>
                  <a:pt x="32" y="4"/>
                </a:lnTo>
                <a:lnTo>
                  <a:pt x="33" y="3"/>
                </a:lnTo>
                <a:lnTo>
                  <a:pt x="34" y="3"/>
                </a:lnTo>
                <a:lnTo>
                  <a:pt x="35" y="3"/>
                </a:lnTo>
                <a:lnTo>
                  <a:pt x="36" y="2"/>
                </a:lnTo>
                <a:lnTo>
                  <a:pt x="36" y="1"/>
                </a:lnTo>
                <a:lnTo>
                  <a:pt x="37" y="1"/>
                </a:lnTo>
                <a:lnTo>
                  <a:pt x="37" y="0"/>
                </a:lnTo>
                <a:lnTo>
                  <a:pt x="38" y="0"/>
                </a:lnTo>
                <a:lnTo>
                  <a:pt x="38" y="1"/>
                </a:lnTo>
                <a:lnTo>
                  <a:pt x="37" y="1"/>
                </a:lnTo>
                <a:lnTo>
                  <a:pt x="38" y="2"/>
                </a:lnTo>
                <a:lnTo>
                  <a:pt x="38" y="3"/>
                </a:lnTo>
                <a:lnTo>
                  <a:pt x="38" y="4"/>
                </a:lnTo>
                <a:lnTo>
                  <a:pt x="37" y="4"/>
                </a:lnTo>
                <a:lnTo>
                  <a:pt x="37" y="6"/>
                </a:lnTo>
                <a:lnTo>
                  <a:pt x="36" y="6"/>
                </a:lnTo>
                <a:lnTo>
                  <a:pt x="34" y="10"/>
                </a:lnTo>
                <a:lnTo>
                  <a:pt x="34" y="11"/>
                </a:lnTo>
                <a:lnTo>
                  <a:pt x="33" y="12"/>
                </a:lnTo>
                <a:lnTo>
                  <a:pt x="33" y="13"/>
                </a:lnTo>
                <a:lnTo>
                  <a:pt x="33" y="14"/>
                </a:lnTo>
                <a:lnTo>
                  <a:pt x="33" y="15"/>
                </a:lnTo>
                <a:lnTo>
                  <a:pt x="32" y="19"/>
                </a:lnTo>
                <a:lnTo>
                  <a:pt x="31" y="21"/>
                </a:lnTo>
                <a:lnTo>
                  <a:pt x="30" y="23"/>
                </a:lnTo>
                <a:lnTo>
                  <a:pt x="30" y="24"/>
                </a:lnTo>
                <a:lnTo>
                  <a:pt x="29" y="25"/>
                </a:lnTo>
                <a:lnTo>
                  <a:pt x="28" y="25"/>
                </a:lnTo>
                <a:lnTo>
                  <a:pt x="27" y="25"/>
                </a:lnTo>
                <a:lnTo>
                  <a:pt x="25" y="26"/>
                </a:lnTo>
                <a:lnTo>
                  <a:pt x="23" y="26"/>
                </a:lnTo>
                <a:lnTo>
                  <a:pt x="22" y="26"/>
                </a:lnTo>
                <a:lnTo>
                  <a:pt x="21" y="25"/>
                </a:lnTo>
                <a:lnTo>
                  <a:pt x="21" y="24"/>
                </a:lnTo>
                <a:lnTo>
                  <a:pt x="22" y="24"/>
                </a:lnTo>
                <a:lnTo>
                  <a:pt x="22" y="22"/>
                </a:lnTo>
                <a:lnTo>
                  <a:pt x="21" y="20"/>
                </a:lnTo>
                <a:lnTo>
                  <a:pt x="20" y="21"/>
                </a:lnTo>
                <a:lnTo>
                  <a:pt x="19" y="21"/>
                </a:lnTo>
                <a:lnTo>
                  <a:pt x="19" y="19"/>
                </a:lnTo>
                <a:lnTo>
                  <a:pt x="17" y="19"/>
                </a:lnTo>
                <a:lnTo>
                  <a:pt x="17" y="17"/>
                </a:lnTo>
                <a:lnTo>
                  <a:pt x="17" y="16"/>
                </a:lnTo>
                <a:lnTo>
                  <a:pt x="17" y="15"/>
                </a:lnTo>
                <a:lnTo>
                  <a:pt x="17" y="14"/>
                </a:lnTo>
                <a:lnTo>
                  <a:pt x="16" y="14"/>
                </a:lnTo>
                <a:lnTo>
                  <a:pt x="17" y="14"/>
                </a:lnTo>
                <a:lnTo>
                  <a:pt x="17" y="13"/>
                </a:lnTo>
                <a:lnTo>
                  <a:pt x="17" y="12"/>
                </a:lnTo>
                <a:lnTo>
                  <a:pt x="17" y="11"/>
                </a:lnTo>
                <a:lnTo>
                  <a:pt x="17" y="12"/>
                </a:lnTo>
                <a:lnTo>
                  <a:pt x="16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4"/>
                </a:lnTo>
                <a:lnTo>
                  <a:pt x="15" y="15"/>
                </a:lnTo>
                <a:lnTo>
                  <a:pt x="14" y="14"/>
                </a:lnTo>
                <a:lnTo>
                  <a:pt x="13" y="13"/>
                </a:lnTo>
                <a:lnTo>
                  <a:pt x="12" y="13"/>
                </a:lnTo>
                <a:lnTo>
                  <a:pt x="12" y="14"/>
                </a:lnTo>
                <a:lnTo>
                  <a:pt x="12" y="15"/>
                </a:lnTo>
                <a:lnTo>
                  <a:pt x="11" y="15"/>
                </a:lnTo>
                <a:lnTo>
                  <a:pt x="10" y="15"/>
                </a:lnTo>
                <a:lnTo>
                  <a:pt x="8" y="13"/>
                </a:lnTo>
                <a:lnTo>
                  <a:pt x="7" y="13"/>
                </a:lnTo>
                <a:lnTo>
                  <a:pt x="6" y="13"/>
                </a:lnTo>
                <a:lnTo>
                  <a:pt x="5" y="12"/>
                </a:lnTo>
                <a:lnTo>
                  <a:pt x="4" y="11"/>
                </a:lnTo>
                <a:lnTo>
                  <a:pt x="5" y="11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0" y="10"/>
                </a:lnTo>
                <a:lnTo>
                  <a:pt x="0" y="9"/>
                </a:lnTo>
                <a:lnTo>
                  <a:pt x="1" y="10"/>
                </a:lnTo>
                <a:lnTo>
                  <a:pt x="1" y="9"/>
                </a:lnTo>
                <a:lnTo>
                  <a:pt x="0" y="8"/>
                </a:lnTo>
                <a:lnTo>
                  <a:pt x="3" y="7"/>
                </a:lnTo>
                <a:lnTo>
                  <a:pt x="4" y="7"/>
                </a:lnTo>
                <a:lnTo>
                  <a:pt x="5" y="7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7" y="3"/>
                </a:lnTo>
                <a:lnTo>
                  <a:pt x="9" y="3"/>
                </a:lnTo>
                <a:lnTo>
                  <a:pt x="9" y="4"/>
                </a:lnTo>
                <a:lnTo>
                  <a:pt x="10" y="4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1"/>
                </a:lnTo>
                <a:lnTo>
                  <a:pt x="15" y="3"/>
                </a:lnTo>
                <a:lnTo>
                  <a:pt x="16" y="4"/>
                </a:lnTo>
                <a:lnTo>
                  <a:pt x="16" y="5"/>
                </a:lnTo>
                <a:lnTo>
                  <a:pt x="16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" name=""/>
          <p:cNvSpPr/>
          <p:nvPr/>
        </p:nvSpPr>
        <p:spPr>
          <a:xfrm>
            <a:off x="4645080" y="27075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" name=""/>
          <p:cNvSpPr/>
          <p:nvPr/>
        </p:nvSpPr>
        <p:spPr>
          <a:xfrm>
            <a:off x="4645080" y="27075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noFill/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" name=""/>
          <p:cNvSpPr/>
          <p:nvPr/>
        </p:nvSpPr>
        <p:spPr>
          <a:xfrm>
            <a:off x="4691160" y="2692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1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" name=""/>
          <p:cNvSpPr/>
          <p:nvPr/>
        </p:nvSpPr>
        <p:spPr>
          <a:xfrm>
            <a:off x="4680720" y="26845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" name=""/>
          <p:cNvSpPr/>
          <p:nvPr/>
        </p:nvSpPr>
        <p:spPr>
          <a:xfrm>
            <a:off x="4759200" y="26748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2"/>
                </a:move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" name=""/>
          <p:cNvSpPr/>
          <p:nvPr/>
        </p:nvSpPr>
        <p:spPr>
          <a:xfrm>
            <a:off x="4734000" y="2668680"/>
            <a:ext cx="14760" cy="8640"/>
          </a:xfrm>
          <a:custGeom>
            <a:avLst/>
            <a:gdLst/>
            <a:ahLst/>
            <a:rect l="0" t="0" r="r" b="b"/>
            <a:pathLst>
              <a:path w="41" h="24">
                <a:moveTo>
                  <a:pt x="26" y="3"/>
                </a:moveTo>
                <a:lnTo>
                  <a:pt x="27" y="3"/>
                </a:lnTo>
                <a:lnTo>
                  <a:pt x="28" y="4"/>
                </a:lnTo>
                <a:lnTo>
                  <a:pt x="28" y="3"/>
                </a:lnTo>
                <a:lnTo>
                  <a:pt x="28" y="2"/>
                </a:lnTo>
                <a:lnTo>
                  <a:pt x="28" y="1"/>
                </a:lnTo>
                <a:lnTo>
                  <a:pt x="29" y="1"/>
                </a:lnTo>
                <a:lnTo>
                  <a:pt x="29" y="2"/>
                </a:lnTo>
                <a:lnTo>
                  <a:pt x="30" y="2"/>
                </a:lnTo>
                <a:lnTo>
                  <a:pt x="30" y="3"/>
                </a:lnTo>
                <a:lnTo>
                  <a:pt x="30" y="4"/>
                </a:lnTo>
                <a:lnTo>
                  <a:pt x="31" y="4"/>
                </a:lnTo>
                <a:lnTo>
                  <a:pt x="32" y="4"/>
                </a:lnTo>
                <a:lnTo>
                  <a:pt x="32" y="3"/>
                </a:lnTo>
                <a:lnTo>
                  <a:pt x="32" y="2"/>
                </a:lnTo>
                <a:lnTo>
                  <a:pt x="33" y="1"/>
                </a:lnTo>
                <a:lnTo>
                  <a:pt x="34" y="1"/>
                </a:lnTo>
                <a:lnTo>
                  <a:pt x="35" y="1"/>
                </a:lnTo>
                <a:lnTo>
                  <a:pt x="37" y="2"/>
                </a:lnTo>
                <a:lnTo>
                  <a:pt x="38" y="3"/>
                </a:lnTo>
                <a:lnTo>
                  <a:pt x="39" y="3"/>
                </a:lnTo>
                <a:lnTo>
                  <a:pt x="40" y="3"/>
                </a:lnTo>
                <a:lnTo>
                  <a:pt x="41" y="6"/>
                </a:lnTo>
                <a:lnTo>
                  <a:pt x="40" y="6"/>
                </a:lnTo>
                <a:lnTo>
                  <a:pt x="40" y="7"/>
                </a:lnTo>
                <a:lnTo>
                  <a:pt x="39" y="7"/>
                </a:lnTo>
                <a:lnTo>
                  <a:pt x="39" y="9"/>
                </a:lnTo>
                <a:lnTo>
                  <a:pt x="38" y="9"/>
                </a:lnTo>
                <a:lnTo>
                  <a:pt x="37" y="9"/>
                </a:lnTo>
                <a:lnTo>
                  <a:pt x="37" y="8"/>
                </a:lnTo>
                <a:lnTo>
                  <a:pt x="36" y="8"/>
                </a:lnTo>
                <a:lnTo>
                  <a:pt x="36" y="9"/>
                </a:lnTo>
                <a:lnTo>
                  <a:pt x="35" y="9"/>
                </a:lnTo>
                <a:lnTo>
                  <a:pt x="34" y="10"/>
                </a:lnTo>
                <a:lnTo>
                  <a:pt x="32" y="11"/>
                </a:lnTo>
                <a:lnTo>
                  <a:pt x="31" y="12"/>
                </a:lnTo>
                <a:lnTo>
                  <a:pt x="30" y="12"/>
                </a:lnTo>
                <a:lnTo>
                  <a:pt x="29" y="13"/>
                </a:lnTo>
                <a:lnTo>
                  <a:pt x="29" y="12"/>
                </a:lnTo>
                <a:lnTo>
                  <a:pt x="28" y="12"/>
                </a:lnTo>
                <a:lnTo>
                  <a:pt x="27" y="12"/>
                </a:lnTo>
                <a:lnTo>
                  <a:pt x="27" y="13"/>
                </a:lnTo>
                <a:lnTo>
                  <a:pt x="26" y="12"/>
                </a:lnTo>
                <a:lnTo>
                  <a:pt x="27" y="12"/>
                </a:lnTo>
                <a:lnTo>
                  <a:pt x="26" y="11"/>
                </a:lnTo>
                <a:lnTo>
                  <a:pt x="25" y="11"/>
                </a:lnTo>
                <a:lnTo>
                  <a:pt x="25" y="12"/>
                </a:lnTo>
                <a:lnTo>
                  <a:pt x="24" y="12"/>
                </a:lnTo>
                <a:lnTo>
                  <a:pt x="23" y="12"/>
                </a:lnTo>
                <a:lnTo>
                  <a:pt x="23" y="13"/>
                </a:lnTo>
                <a:lnTo>
                  <a:pt x="23" y="12"/>
                </a:lnTo>
                <a:lnTo>
                  <a:pt x="22" y="12"/>
                </a:lnTo>
                <a:lnTo>
                  <a:pt x="22" y="13"/>
                </a:lnTo>
                <a:lnTo>
                  <a:pt x="21" y="13"/>
                </a:lnTo>
                <a:lnTo>
                  <a:pt x="19" y="14"/>
                </a:lnTo>
                <a:lnTo>
                  <a:pt x="18" y="15"/>
                </a:lnTo>
                <a:lnTo>
                  <a:pt x="18" y="16"/>
                </a:lnTo>
                <a:lnTo>
                  <a:pt x="17" y="17"/>
                </a:lnTo>
                <a:lnTo>
                  <a:pt x="16" y="17"/>
                </a:lnTo>
                <a:lnTo>
                  <a:pt x="15" y="19"/>
                </a:lnTo>
                <a:lnTo>
                  <a:pt x="12" y="20"/>
                </a:lnTo>
                <a:lnTo>
                  <a:pt x="11" y="21"/>
                </a:lnTo>
                <a:lnTo>
                  <a:pt x="10" y="22"/>
                </a:lnTo>
                <a:lnTo>
                  <a:pt x="10" y="23"/>
                </a:lnTo>
                <a:lnTo>
                  <a:pt x="9" y="22"/>
                </a:lnTo>
                <a:lnTo>
                  <a:pt x="9" y="21"/>
                </a:lnTo>
                <a:lnTo>
                  <a:pt x="8" y="21"/>
                </a:lnTo>
                <a:lnTo>
                  <a:pt x="7" y="21"/>
                </a:lnTo>
                <a:lnTo>
                  <a:pt x="6" y="21"/>
                </a:lnTo>
                <a:lnTo>
                  <a:pt x="5" y="22"/>
                </a:lnTo>
                <a:lnTo>
                  <a:pt x="4" y="23"/>
                </a:lnTo>
                <a:lnTo>
                  <a:pt x="3" y="23"/>
                </a:lnTo>
                <a:lnTo>
                  <a:pt x="2" y="23"/>
                </a:lnTo>
                <a:lnTo>
                  <a:pt x="1" y="24"/>
                </a:lnTo>
                <a:lnTo>
                  <a:pt x="0" y="24"/>
                </a:lnTo>
                <a:lnTo>
                  <a:pt x="0" y="23"/>
                </a:lnTo>
                <a:lnTo>
                  <a:pt x="0" y="22"/>
                </a:lnTo>
                <a:lnTo>
                  <a:pt x="0" y="21"/>
                </a:lnTo>
                <a:lnTo>
                  <a:pt x="1" y="21"/>
                </a:lnTo>
                <a:lnTo>
                  <a:pt x="1" y="22"/>
                </a:lnTo>
                <a:lnTo>
                  <a:pt x="2" y="21"/>
                </a:lnTo>
                <a:lnTo>
                  <a:pt x="2" y="20"/>
                </a:lnTo>
                <a:lnTo>
                  <a:pt x="3" y="20"/>
                </a:lnTo>
                <a:lnTo>
                  <a:pt x="4" y="20"/>
                </a:lnTo>
                <a:lnTo>
                  <a:pt x="4" y="19"/>
                </a:lnTo>
                <a:lnTo>
                  <a:pt x="4" y="18"/>
                </a:lnTo>
                <a:lnTo>
                  <a:pt x="2" y="18"/>
                </a:lnTo>
                <a:lnTo>
                  <a:pt x="3" y="17"/>
                </a:lnTo>
                <a:lnTo>
                  <a:pt x="3" y="16"/>
                </a:lnTo>
                <a:lnTo>
                  <a:pt x="4" y="16"/>
                </a:lnTo>
                <a:lnTo>
                  <a:pt x="5" y="15"/>
                </a:lnTo>
                <a:lnTo>
                  <a:pt x="6" y="15"/>
                </a:lnTo>
                <a:lnTo>
                  <a:pt x="7" y="14"/>
                </a:lnTo>
                <a:lnTo>
                  <a:pt x="8" y="13"/>
                </a:lnTo>
                <a:lnTo>
                  <a:pt x="8" y="11"/>
                </a:lnTo>
                <a:lnTo>
                  <a:pt x="8" y="10"/>
                </a:lnTo>
                <a:lnTo>
                  <a:pt x="8" y="9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5" y="4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11" y="6"/>
                </a:lnTo>
                <a:lnTo>
                  <a:pt x="12" y="6"/>
                </a:lnTo>
                <a:lnTo>
                  <a:pt x="14" y="6"/>
                </a:lnTo>
                <a:lnTo>
                  <a:pt x="14" y="4"/>
                </a:lnTo>
                <a:lnTo>
                  <a:pt x="15" y="4"/>
                </a:lnTo>
                <a:lnTo>
                  <a:pt x="16" y="6"/>
                </a:lnTo>
                <a:lnTo>
                  <a:pt x="17" y="4"/>
                </a:lnTo>
                <a:lnTo>
                  <a:pt x="18" y="3"/>
                </a:lnTo>
                <a:lnTo>
                  <a:pt x="17" y="2"/>
                </a:lnTo>
                <a:lnTo>
                  <a:pt x="18" y="1"/>
                </a:lnTo>
                <a:lnTo>
                  <a:pt x="18" y="2"/>
                </a:lnTo>
                <a:lnTo>
                  <a:pt x="19" y="2"/>
                </a:lnTo>
                <a:lnTo>
                  <a:pt x="20" y="1"/>
                </a:lnTo>
                <a:lnTo>
                  <a:pt x="21" y="0"/>
                </a:lnTo>
                <a:lnTo>
                  <a:pt x="22" y="0"/>
                </a:lnTo>
                <a:lnTo>
                  <a:pt x="23" y="0"/>
                </a:lnTo>
                <a:lnTo>
                  <a:pt x="23" y="1"/>
                </a:lnTo>
                <a:lnTo>
                  <a:pt x="23" y="2"/>
                </a:lnTo>
                <a:lnTo>
                  <a:pt x="23" y="3"/>
                </a:lnTo>
                <a:lnTo>
                  <a:pt x="25" y="4"/>
                </a:lnTo>
                <a:lnTo>
                  <a:pt x="26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" name=""/>
          <p:cNvSpPr/>
          <p:nvPr/>
        </p:nvSpPr>
        <p:spPr>
          <a:xfrm>
            <a:off x="4756320" y="26712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2" y="3"/>
                </a:lnTo>
                <a:lnTo>
                  <a:pt x="0" y="3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" name=""/>
          <p:cNvSpPr/>
          <p:nvPr/>
        </p:nvSpPr>
        <p:spPr>
          <a:xfrm>
            <a:off x="4754520" y="26690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" name=""/>
          <p:cNvSpPr/>
          <p:nvPr/>
        </p:nvSpPr>
        <p:spPr>
          <a:xfrm>
            <a:off x="4731840" y="26665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3"/>
                </a:move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3"/>
                </a:ln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" name=""/>
          <p:cNvSpPr/>
          <p:nvPr/>
        </p:nvSpPr>
        <p:spPr>
          <a:xfrm>
            <a:off x="4734000" y="26665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2" y="0"/>
                </a:moveTo>
                <a:lnTo>
                  <a:pt x="3" y="2"/>
                </a:lnTo>
                <a:lnTo>
                  <a:pt x="5" y="5"/>
                </a:lnTo>
                <a:lnTo>
                  <a:pt x="3" y="6"/>
                </a:lnTo>
                <a:lnTo>
                  <a:pt x="2" y="2"/>
                </a:ln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" name=""/>
          <p:cNvSpPr/>
          <p:nvPr/>
        </p:nvSpPr>
        <p:spPr>
          <a:xfrm>
            <a:off x="4733280" y="26643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" name=""/>
          <p:cNvSpPr/>
          <p:nvPr/>
        </p:nvSpPr>
        <p:spPr>
          <a:xfrm>
            <a:off x="4733280" y="2663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" name=""/>
          <p:cNvSpPr/>
          <p:nvPr/>
        </p:nvSpPr>
        <p:spPr>
          <a:xfrm>
            <a:off x="4801680" y="267012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0" y="4"/>
                </a:moveTo>
                <a:lnTo>
                  <a:pt x="1" y="3"/>
                </a:lnTo>
                <a:lnTo>
                  <a:pt x="2" y="3"/>
                </a:lnTo>
                <a:lnTo>
                  <a:pt x="3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" name=""/>
          <p:cNvSpPr/>
          <p:nvPr/>
        </p:nvSpPr>
        <p:spPr>
          <a:xfrm>
            <a:off x="4786920" y="26701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" name=""/>
          <p:cNvSpPr/>
          <p:nvPr/>
        </p:nvSpPr>
        <p:spPr>
          <a:xfrm>
            <a:off x="4791960" y="26690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2"/>
                </a:moveTo>
                <a:lnTo>
                  <a:pt x="3" y="0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" name=""/>
          <p:cNvSpPr/>
          <p:nvPr/>
        </p:nvSpPr>
        <p:spPr>
          <a:xfrm>
            <a:off x="4792680" y="2668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" name=""/>
          <p:cNvSpPr/>
          <p:nvPr/>
        </p:nvSpPr>
        <p:spPr>
          <a:xfrm>
            <a:off x="4806360" y="266724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9" y="2"/>
                </a:move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" name=""/>
          <p:cNvSpPr/>
          <p:nvPr/>
        </p:nvSpPr>
        <p:spPr>
          <a:xfrm>
            <a:off x="4782960" y="2661480"/>
            <a:ext cx="9720" cy="10080"/>
          </a:xfrm>
          <a:custGeom>
            <a:avLst/>
            <a:gdLst/>
            <a:ahLst/>
            <a:rect l="0" t="0" r="r" b="b"/>
            <a:pathLst>
              <a:path w="27" h="28">
                <a:moveTo>
                  <a:pt x="26" y="0"/>
                </a:moveTo>
                <a:lnTo>
                  <a:pt x="26" y="1"/>
                </a:lnTo>
                <a:lnTo>
                  <a:pt x="27" y="2"/>
                </a:lnTo>
                <a:lnTo>
                  <a:pt x="27" y="3"/>
                </a:lnTo>
                <a:lnTo>
                  <a:pt x="27" y="5"/>
                </a:lnTo>
                <a:lnTo>
                  <a:pt x="26" y="6"/>
                </a:lnTo>
                <a:lnTo>
                  <a:pt x="26" y="5"/>
                </a:lnTo>
                <a:lnTo>
                  <a:pt x="25" y="6"/>
                </a:lnTo>
                <a:lnTo>
                  <a:pt x="24" y="7"/>
                </a:lnTo>
                <a:lnTo>
                  <a:pt x="22" y="8"/>
                </a:lnTo>
                <a:lnTo>
                  <a:pt x="22" y="9"/>
                </a:lnTo>
                <a:lnTo>
                  <a:pt x="22" y="10"/>
                </a:lnTo>
                <a:lnTo>
                  <a:pt x="22" y="11"/>
                </a:lnTo>
                <a:lnTo>
                  <a:pt x="22" y="12"/>
                </a:lnTo>
                <a:lnTo>
                  <a:pt x="22" y="13"/>
                </a:lnTo>
                <a:lnTo>
                  <a:pt x="22" y="12"/>
                </a:lnTo>
                <a:lnTo>
                  <a:pt x="23" y="12"/>
                </a:lnTo>
                <a:lnTo>
                  <a:pt x="23" y="13"/>
                </a:lnTo>
                <a:lnTo>
                  <a:pt x="23" y="14"/>
                </a:lnTo>
                <a:lnTo>
                  <a:pt x="24" y="14"/>
                </a:lnTo>
                <a:lnTo>
                  <a:pt x="25" y="14"/>
                </a:lnTo>
                <a:lnTo>
                  <a:pt x="26" y="14"/>
                </a:lnTo>
                <a:lnTo>
                  <a:pt x="27" y="14"/>
                </a:lnTo>
                <a:lnTo>
                  <a:pt x="27" y="15"/>
                </a:lnTo>
                <a:lnTo>
                  <a:pt x="26" y="16"/>
                </a:lnTo>
                <a:lnTo>
                  <a:pt x="25" y="16"/>
                </a:lnTo>
                <a:lnTo>
                  <a:pt x="23" y="16"/>
                </a:lnTo>
                <a:lnTo>
                  <a:pt x="22" y="16"/>
                </a:lnTo>
                <a:lnTo>
                  <a:pt x="21" y="16"/>
                </a:lnTo>
                <a:lnTo>
                  <a:pt x="21" y="17"/>
                </a:lnTo>
                <a:lnTo>
                  <a:pt x="21" y="18"/>
                </a:lnTo>
                <a:lnTo>
                  <a:pt x="22" y="18"/>
                </a:lnTo>
                <a:lnTo>
                  <a:pt x="20" y="20"/>
                </a:lnTo>
                <a:lnTo>
                  <a:pt x="19" y="20"/>
                </a:lnTo>
                <a:lnTo>
                  <a:pt x="19" y="21"/>
                </a:lnTo>
                <a:lnTo>
                  <a:pt x="19" y="22"/>
                </a:lnTo>
                <a:lnTo>
                  <a:pt x="19" y="23"/>
                </a:lnTo>
                <a:lnTo>
                  <a:pt x="19" y="22"/>
                </a:lnTo>
                <a:lnTo>
                  <a:pt x="18" y="22"/>
                </a:lnTo>
                <a:lnTo>
                  <a:pt x="18" y="21"/>
                </a:lnTo>
                <a:lnTo>
                  <a:pt x="17" y="21"/>
                </a:lnTo>
                <a:lnTo>
                  <a:pt x="16" y="22"/>
                </a:lnTo>
                <a:lnTo>
                  <a:pt x="17" y="23"/>
                </a:lnTo>
                <a:lnTo>
                  <a:pt x="16" y="23"/>
                </a:lnTo>
                <a:lnTo>
                  <a:pt x="15" y="23"/>
                </a:lnTo>
                <a:lnTo>
                  <a:pt x="15" y="22"/>
                </a:lnTo>
                <a:lnTo>
                  <a:pt x="15" y="21"/>
                </a:lnTo>
                <a:lnTo>
                  <a:pt x="14" y="21"/>
                </a:lnTo>
                <a:lnTo>
                  <a:pt x="12" y="21"/>
                </a:lnTo>
                <a:lnTo>
                  <a:pt x="12" y="22"/>
                </a:lnTo>
                <a:lnTo>
                  <a:pt x="11" y="22"/>
                </a:lnTo>
                <a:lnTo>
                  <a:pt x="11" y="21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7" y="21"/>
                </a:lnTo>
                <a:lnTo>
                  <a:pt x="7" y="22"/>
                </a:lnTo>
                <a:lnTo>
                  <a:pt x="5" y="23"/>
                </a:lnTo>
                <a:lnTo>
                  <a:pt x="4" y="23"/>
                </a:lnTo>
                <a:lnTo>
                  <a:pt x="4" y="24"/>
                </a:lnTo>
                <a:lnTo>
                  <a:pt x="3" y="24"/>
                </a:lnTo>
                <a:lnTo>
                  <a:pt x="3" y="25"/>
                </a:lnTo>
                <a:lnTo>
                  <a:pt x="4" y="25"/>
                </a:lnTo>
                <a:lnTo>
                  <a:pt x="4" y="26"/>
                </a:lnTo>
                <a:lnTo>
                  <a:pt x="5" y="26"/>
                </a:lnTo>
                <a:lnTo>
                  <a:pt x="6" y="26"/>
                </a:lnTo>
                <a:lnTo>
                  <a:pt x="7" y="26"/>
                </a:lnTo>
                <a:lnTo>
                  <a:pt x="7" y="27"/>
                </a:lnTo>
                <a:lnTo>
                  <a:pt x="6" y="27"/>
                </a:lnTo>
                <a:lnTo>
                  <a:pt x="5" y="27"/>
                </a:lnTo>
                <a:lnTo>
                  <a:pt x="5" y="28"/>
                </a:lnTo>
                <a:lnTo>
                  <a:pt x="4" y="27"/>
                </a:lnTo>
                <a:lnTo>
                  <a:pt x="4" y="26"/>
                </a:lnTo>
                <a:lnTo>
                  <a:pt x="2" y="27"/>
                </a:lnTo>
                <a:lnTo>
                  <a:pt x="2" y="28"/>
                </a:lnTo>
                <a:lnTo>
                  <a:pt x="1" y="28"/>
                </a:ln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6"/>
                </a:lnTo>
                <a:lnTo>
                  <a:pt x="2" y="26"/>
                </a:lnTo>
                <a:lnTo>
                  <a:pt x="2" y="25"/>
                </a:lnTo>
                <a:lnTo>
                  <a:pt x="1" y="25"/>
                </a:lnTo>
                <a:lnTo>
                  <a:pt x="1" y="24"/>
                </a:lnTo>
                <a:lnTo>
                  <a:pt x="2" y="24"/>
                </a:lnTo>
                <a:lnTo>
                  <a:pt x="3" y="23"/>
                </a:lnTo>
                <a:lnTo>
                  <a:pt x="2" y="23"/>
                </a:lnTo>
                <a:lnTo>
                  <a:pt x="1" y="22"/>
                </a:lnTo>
                <a:lnTo>
                  <a:pt x="2" y="22"/>
                </a:lnTo>
                <a:lnTo>
                  <a:pt x="2" y="21"/>
                </a:lnTo>
                <a:lnTo>
                  <a:pt x="2" y="20"/>
                </a:lnTo>
                <a:lnTo>
                  <a:pt x="2" y="18"/>
                </a:lnTo>
                <a:lnTo>
                  <a:pt x="3" y="17"/>
                </a:lnTo>
                <a:lnTo>
                  <a:pt x="4" y="17"/>
                </a:lnTo>
                <a:lnTo>
                  <a:pt x="3" y="17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6" y="17"/>
                </a:lnTo>
                <a:lnTo>
                  <a:pt x="7" y="17"/>
                </a:lnTo>
                <a:lnTo>
                  <a:pt x="7" y="16"/>
                </a:lnTo>
                <a:lnTo>
                  <a:pt x="7" y="15"/>
                </a:lnTo>
                <a:lnTo>
                  <a:pt x="8" y="15"/>
                </a:lnTo>
                <a:lnTo>
                  <a:pt x="9" y="15"/>
                </a:lnTo>
                <a:lnTo>
                  <a:pt x="9" y="13"/>
                </a:lnTo>
                <a:lnTo>
                  <a:pt x="8" y="13"/>
                </a:lnTo>
                <a:lnTo>
                  <a:pt x="7" y="12"/>
                </a:lnTo>
                <a:lnTo>
                  <a:pt x="6" y="12"/>
                </a:lnTo>
                <a:lnTo>
                  <a:pt x="6" y="11"/>
                </a:lnTo>
                <a:lnTo>
                  <a:pt x="7" y="10"/>
                </a:lnTo>
                <a:lnTo>
                  <a:pt x="7" y="11"/>
                </a:lnTo>
                <a:lnTo>
                  <a:pt x="8" y="11"/>
                </a:lnTo>
                <a:lnTo>
                  <a:pt x="8" y="10"/>
                </a:lnTo>
                <a:lnTo>
                  <a:pt x="8" y="9"/>
                </a:lnTo>
                <a:lnTo>
                  <a:pt x="9" y="9"/>
                </a:lnTo>
                <a:lnTo>
                  <a:pt x="9" y="10"/>
                </a:lnTo>
                <a:lnTo>
                  <a:pt x="10" y="9"/>
                </a:lnTo>
                <a:lnTo>
                  <a:pt x="11" y="9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2" y="5"/>
                </a:lnTo>
                <a:lnTo>
                  <a:pt x="16" y="3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9" y="2"/>
                </a:lnTo>
                <a:lnTo>
                  <a:pt x="19" y="3"/>
                </a:lnTo>
                <a:lnTo>
                  <a:pt x="20" y="3"/>
                </a:lnTo>
                <a:lnTo>
                  <a:pt x="20" y="2"/>
                </a:lnTo>
                <a:lnTo>
                  <a:pt x="20" y="1"/>
                </a:lnTo>
                <a:lnTo>
                  <a:pt x="21" y="1"/>
                </a:lnTo>
                <a:lnTo>
                  <a:pt x="22" y="1"/>
                </a:lnTo>
                <a:lnTo>
                  <a:pt x="22" y="0"/>
                </a:lnTo>
                <a:lnTo>
                  <a:pt x="23" y="0"/>
                </a:lnTo>
                <a:lnTo>
                  <a:pt x="24" y="0"/>
                </a:lnTo>
                <a:lnTo>
                  <a:pt x="24" y="1"/>
                </a:lnTo>
                <a:lnTo>
                  <a:pt x="25" y="1"/>
                </a:lnTo>
                <a:lnTo>
                  <a:pt x="26" y="1"/>
                </a:lnTo>
                <a:lnTo>
                  <a:pt x="26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" name=""/>
          <p:cNvSpPr/>
          <p:nvPr/>
        </p:nvSpPr>
        <p:spPr>
          <a:xfrm>
            <a:off x="4776480" y="266436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6" y="7"/>
                </a:moveTo>
                <a:lnTo>
                  <a:pt x="4" y="8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0" y="7"/>
                </a:lnTo>
                <a:lnTo>
                  <a:pt x="1" y="7"/>
                </a:lnTo>
                <a:lnTo>
                  <a:pt x="0" y="6"/>
                </a:lnTo>
                <a:lnTo>
                  <a:pt x="1" y="6"/>
                </a:lnTo>
                <a:lnTo>
                  <a:pt x="2" y="5"/>
                </a:lnTo>
                <a:lnTo>
                  <a:pt x="3" y="4"/>
                </a:lnTo>
                <a:lnTo>
                  <a:pt x="3" y="2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7" y="4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4" y="7"/>
                </a:lnTo>
                <a:lnTo>
                  <a:pt x="6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" name=""/>
          <p:cNvSpPr/>
          <p:nvPr/>
        </p:nvSpPr>
        <p:spPr>
          <a:xfrm>
            <a:off x="4795200" y="2655720"/>
            <a:ext cx="11520" cy="15840"/>
          </a:xfrm>
          <a:custGeom>
            <a:avLst/>
            <a:gdLst/>
            <a:ahLst/>
            <a:rect l="0" t="0" r="r" b="b"/>
            <a:pathLst>
              <a:path w="32" h="44">
                <a:moveTo>
                  <a:pt x="32" y="1"/>
                </a:moveTo>
                <a:lnTo>
                  <a:pt x="31" y="2"/>
                </a:lnTo>
                <a:lnTo>
                  <a:pt x="32" y="3"/>
                </a:lnTo>
                <a:lnTo>
                  <a:pt x="32" y="5"/>
                </a:lnTo>
                <a:lnTo>
                  <a:pt x="31" y="5"/>
                </a:lnTo>
                <a:lnTo>
                  <a:pt x="30" y="7"/>
                </a:lnTo>
                <a:lnTo>
                  <a:pt x="29" y="7"/>
                </a:lnTo>
                <a:lnTo>
                  <a:pt x="28" y="7"/>
                </a:lnTo>
                <a:lnTo>
                  <a:pt x="28" y="8"/>
                </a:lnTo>
                <a:lnTo>
                  <a:pt x="27" y="8"/>
                </a:lnTo>
                <a:lnTo>
                  <a:pt x="23" y="8"/>
                </a:lnTo>
                <a:lnTo>
                  <a:pt x="23" y="7"/>
                </a:lnTo>
                <a:lnTo>
                  <a:pt x="22" y="7"/>
                </a:lnTo>
                <a:lnTo>
                  <a:pt x="23" y="7"/>
                </a:lnTo>
                <a:lnTo>
                  <a:pt x="23" y="8"/>
                </a:lnTo>
                <a:lnTo>
                  <a:pt x="22" y="9"/>
                </a:lnTo>
                <a:lnTo>
                  <a:pt x="22" y="10"/>
                </a:lnTo>
                <a:lnTo>
                  <a:pt x="21" y="10"/>
                </a:lnTo>
                <a:lnTo>
                  <a:pt x="21" y="12"/>
                </a:lnTo>
                <a:lnTo>
                  <a:pt x="20" y="13"/>
                </a:lnTo>
                <a:lnTo>
                  <a:pt x="21" y="13"/>
                </a:lnTo>
                <a:lnTo>
                  <a:pt x="21" y="14"/>
                </a:lnTo>
                <a:lnTo>
                  <a:pt x="20" y="14"/>
                </a:lnTo>
                <a:lnTo>
                  <a:pt x="19" y="15"/>
                </a:lnTo>
                <a:lnTo>
                  <a:pt x="19" y="16"/>
                </a:lnTo>
                <a:lnTo>
                  <a:pt x="18" y="18"/>
                </a:lnTo>
                <a:lnTo>
                  <a:pt x="18" y="19"/>
                </a:lnTo>
                <a:lnTo>
                  <a:pt x="18" y="20"/>
                </a:lnTo>
                <a:lnTo>
                  <a:pt x="19" y="21"/>
                </a:lnTo>
                <a:lnTo>
                  <a:pt x="20" y="21"/>
                </a:lnTo>
                <a:lnTo>
                  <a:pt x="20" y="22"/>
                </a:lnTo>
                <a:lnTo>
                  <a:pt x="20" y="23"/>
                </a:lnTo>
                <a:lnTo>
                  <a:pt x="21" y="23"/>
                </a:lnTo>
                <a:lnTo>
                  <a:pt x="21" y="24"/>
                </a:lnTo>
                <a:lnTo>
                  <a:pt x="22" y="24"/>
                </a:lnTo>
                <a:lnTo>
                  <a:pt x="22" y="25"/>
                </a:lnTo>
                <a:lnTo>
                  <a:pt x="21" y="26"/>
                </a:lnTo>
                <a:lnTo>
                  <a:pt x="20" y="28"/>
                </a:lnTo>
                <a:lnTo>
                  <a:pt x="19" y="28"/>
                </a:lnTo>
                <a:lnTo>
                  <a:pt x="18" y="29"/>
                </a:lnTo>
                <a:lnTo>
                  <a:pt x="18" y="30"/>
                </a:lnTo>
                <a:lnTo>
                  <a:pt x="18" y="31"/>
                </a:lnTo>
                <a:lnTo>
                  <a:pt x="17" y="32"/>
                </a:lnTo>
                <a:lnTo>
                  <a:pt x="17" y="33"/>
                </a:lnTo>
                <a:lnTo>
                  <a:pt x="18" y="34"/>
                </a:lnTo>
                <a:lnTo>
                  <a:pt x="18" y="35"/>
                </a:lnTo>
                <a:lnTo>
                  <a:pt x="19" y="35"/>
                </a:lnTo>
                <a:lnTo>
                  <a:pt x="19" y="36"/>
                </a:lnTo>
                <a:lnTo>
                  <a:pt x="19" y="37"/>
                </a:lnTo>
                <a:lnTo>
                  <a:pt x="20" y="37"/>
                </a:lnTo>
                <a:lnTo>
                  <a:pt x="21" y="37"/>
                </a:lnTo>
                <a:lnTo>
                  <a:pt x="21" y="38"/>
                </a:lnTo>
                <a:lnTo>
                  <a:pt x="22" y="38"/>
                </a:lnTo>
                <a:lnTo>
                  <a:pt x="22" y="39"/>
                </a:lnTo>
                <a:lnTo>
                  <a:pt x="21" y="39"/>
                </a:lnTo>
                <a:lnTo>
                  <a:pt x="21" y="40"/>
                </a:lnTo>
                <a:lnTo>
                  <a:pt x="20" y="42"/>
                </a:lnTo>
                <a:lnTo>
                  <a:pt x="18" y="42"/>
                </a:lnTo>
                <a:lnTo>
                  <a:pt x="18" y="43"/>
                </a:lnTo>
                <a:lnTo>
                  <a:pt x="17" y="43"/>
                </a:lnTo>
                <a:lnTo>
                  <a:pt x="16" y="43"/>
                </a:lnTo>
                <a:lnTo>
                  <a:pt x="16" y="44"/>
                </a:lnTo>
                <a:lnTo>
                  <a:pt x="15" y="44"/>
                </a:lnTo>
                <a:lnTo>
                  <a:pt x="14" y="44"/>
                </a:lnTo>
                <a:lnTo>
                  <a:pt x="13" y="43"/>
                </a:lnTo>
                <a:lnTo>
                  <a:pt x="12" y="44"/>
                </a:lnTo>
                <a:lnTo>
                  <a:pt x="12" y="43"/>
                </a:lnTo>
                <a:lnTo>
                  <a:pt x="14" y="42"/>
                </a:lnTo>
                <a:lnTo>
                  <a:pt x="14" y="40"/>
                </a:lnTo>
                <a:lnTo>
                  <a:pt x="15" y="39"/>
                </a:lnTo>
                <a:lnTo>
                  <a:pt x="14" y="39"/>
                </a:lnTo>
                <a:lnTo>
                  <a:pt x="14" y="38"/>
                </a:lnTo>
                <a:lnTo>
                  <a:pt x="13" y="39"/>
                </a:lnTo>
                <a:lnTo>
                  <a:pt x="12" y="39"/>
                </a:lnTo>
                <a:lnTo>
                  <a:pt x="12" y="40"/>
                </a:lnTo>
                <a:lnTo>
                  <a:pt x="11" y="40"/>
                </a:lnTo>
                <a:lnTo>
                  <a:pt x="10" y="40"/>
                </a:lnTo>
                <a:lnTo>
                  <a:pt x="10" y="39"/>
                </a:lnTo>
                <a:lnTo>
                  <a:pt x="10" y="38"/>
                </a:lnTo>
                <a:lnTo>
                  <a:pt x="11" y="38"/>
                </a:lnTo>
                <a:lnTo>
                  <a:pt x="11" y="37"/>
                </a:lnTo>
                <a:lnTo>
                  <a:pt x="11" y="36"/>
                </a:lnTo>
                <a:lnTo>
                  <a:pt x="11" y="35"/>
                </a:lnTo>
                <a:lnTo>
                  <a:pt x="12" y="35"/>
                </a:lnTo>
                <a:lnTo>
                  <a:pt x="13" y="35"/>
                </a:lnTo>
                <a:lnTo>
                  <a:pt x="12" y="34"/>
                </a:lnTo>
                <a:lnTo>
                  <a:pt x="12" y="35"/>
                </a:lnTo>
                <a:lnTo>
                  <a:pt x="11" y="35"/>
                </a:lnTo>
                <a:lnTo>
                  <a:pt x="11" y="34"/>
                </a:lnTo>
                <a:lnTo>
                  <a:pt x="11" y="33"/>
                </a:lnTo>
                <a:lnTo>
                  <a:pt x="10" y="33"/>
                </a:lnTo>
                <a:lnTo>
                  <a:pt x="10" y="34"/>
                </a:lnTo>
                <a:lnTo>
                  <a:pt x="10" y="35"/>
                </a:lnTo>
                <a:lnTo>
                  <a:pt x="9" y="35"/>
                </a:lnTo>
                <a:lnTo>
                  <a:pt x="9" y="36"/>
                </a:lnTo>
                <a:lnTo>
                  <a:pt x="8" y="36"/>
                </a:lnTo>
                <a:lnTo>
                  <a:pt x="7" y="36"/>
                </a:lnTo>
                <a:lnTo>
                  <a:pt x="7" y="37"/>
                </a:lnTo>
                <a:lnTo>
                  <a:pt x="6" y="37"/>
                </a:lnTo>
                <a:lnTo>
                  <a:pt x="6" y="36"/>
                </a:lnTo>
                <a:lnTo>
                  <a:pt x="6" y="35"/>
                </a:lnTo>
                <a:lnTo>
                  <a:pt x="6" y="34"/>
                </a:lnTo>
                <a:lnTo>
                  <a:pt x="7" y="33"/>
                </a:lnTo>
                <a:lnTo>
                  <a:pt x="7" y="32"/>
                </a:lnTo>
                <a:lnTo>
                  <a:pt x="7" y="31"/>
                </a:lnTo>
                <a:lnTo>
                  <a:pt x="8" y="31"/>
                </a:lnTo>
                <a:lnTo>
                  <a:pt x="9" y="31"/>
                </a:lnTo>
                <a:lnTo>
                  <a:pt x="9" y="30"/>
                </a:lnTo>
                <a:lnTo>
                  <a:pt x="9" y="29"/>
                </a:lnTo>
                <a:lnTo>
                  <a:pt x="9" y="28"/>
                </a:lnTo>
                <a:lnTo>
                  <a:pt x="9" y="27"/>
                </a:lnTo>
                <a:lnTo>
                  <a:pt x="10" y="27"/>
                </a:lnTo>
                <a:lnTo>
                  <a:pt x="11" y="27"/>
                </a:lnTo>
                <a:lnTo>
                  <a:pt x="12" y="27"/>
                </a:lnTo>
                <a:lnTo>
                  <a:pt x="12" y="28"/>
                </a:lnTo>
                <a:lnTo>
                  <a:pt x="13" y="28"/>
                </a:lnTo>
                <a:lnTo>
                  <a:pt x="14" y="27"/>
                </a:lnTo>
                <a:lnTo>
                  <a:pt x="14" y="28"/>
                </a:lnTo>
                <a:lnTo>
                  <a:pt x="14" y="27"/>
                </a:lnTo>
                <a:lnTo>
                  <a:pt x="15" y="27"/>
                </a:lnTo>
                <a:lnTo>
                  <a:pt x="15" y="26"/>
                </a:lnTo>
                <a:lnTo>
                  <a:pt x="15" y="25"/>
                </a:lnTo>
                <a:lnTo>
                  <a:pt x="14" y="25"/>
                </a:lnTo>
                <a:lnTo>
                  <a:pt x="14" y="24"/>
                </a:lnTo>
                <a:lnTo>
                  <a:pt x="15" y="24"/>
                </a:lnTo>
                <a:lnTo>
                  <a:pt x="16" y="24"/>
                </a:lnTo>
                <a:lnTo>
                  <a:pt x="16" y="23"/>
                </a:lnTo>
                <a:lnTo>
                  <a:pt x="15" y="22"/>
                </a:lnTo>
                <a:lnTo>
                  <a:pt x="15" y="21"/>
                </a:lnTo>
                <a:lnTo>
                  <a:pt x="16" y="22"/>
                </a:lnTo>
                <a:lnTo>
                  <a:pt x="16" y="20"/>
                </a:lnTo>
                <a:lnTo>
                  <a:pt x="15" y="20"/>
                </a:lnTo>
                <a:lnTo>
                  <a:pt x="14" y="20"/>
                </a:lnTo>
                <a:lnTo>
                  <a:pt x="14" y="21"/>
                </a:lnTo>
                <a:lnTo>
                  <a:pt x="12" y="20"/>
                </a:lnTo>
                <a:lnTo>
                  <a:pt x="11" y="20"/>
                </a:lnTo>
                <a:lnTo>
                  <a:pt x="10" y="20"/>
                </a:lnTo>
                <a:lnTo>
                  <a:pt x="9" y="20"/>
                </a:lnTo>
                <a:lnTo>
                  <a:pt x="8" y="22"/>
                </a:lnTo>
                <a:lnTo>
                  <a:pt x="8" y="23"/>
                </a:lnTo>
                <a:lnTo>
                  <a:pt x="7" y="23"/>
                </a:lnTo>
                <a:lnTo>
                  <a:pt x="6" y="24"/>
                </a:lnTo>
                <a:lnTo>
                  <a:pt x="5" y="24"/>
                </a:lnTo>
                <a:lnTo>
                  <a:pt x="5" y="23"/>
                </a:lnTo>
                <a:lnTo>
                  <a:pt x="4" y="22"/>
                </a:lnTo>
                <a:lnTo>
                  <a:pt x="3" y="22"/>
                </a:lnTo>
                <a:lnTo>
                  <a:pt x="2" y="23"/>
                </a:lnTo>
                <a:lnTo>
                  <a:pt x="1" y="23"/>
                </a:lnTo>
                <a:lnTo>
                  <a:pt x="1" y="22"/>
                </a:lnTo>
                <a:lnTo>
                  <a:pt x="2" y="22"/>
                </a:lnTo>
                <a:lnTo>
                  <a:pt x="1" y="22"/>
                </a:lnTo>
                <a:lnTo>
                  <a:pt x="0" y="22"/>
                </a:lnTo>
                <a:lnTo>
                  <a:pt x="0" y="21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2" y="18"/>
                </a:lnTo>
                <a:lnTo>
                  <a:pt x="1" y="18"/>
                </a:lnTo>
                <a:lnTo>
                  <a:pt x="0" y="18"/>
                </a:lnTo>
                <a:lnTo>
                  <a:pt x="1" y="17"/>
                </a:lnTo>
                <a:lnTo>
                  <a:pt x="2" y="16"/>
                </a:lnTo>
                <a:lnTo>
                  <a:pt x="3" y="16"/>
                </a:lnTo>
                <a:lnTo>
                  <a:pt x="3" y="15"/>
                </a:lnTo>
                <a:lnTo>
                  <a:pt x="3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7" y="12"/>
                </a:lnTo>
                <a:lnTo>
                  <a:pt x="8" y="12"/>
                </a:lnTo>
                <a:lnTo>
                  <a:pt x="7" y="12"/>
                </a:lnTo>
                <a:lnTo>
                  <a:pt x="7" y="11"/>
                </a:lnTo>
                <a:lnTo>
                  <a:pt x="8" y="11"/>
                </a:lnTo>
                <a:lnTo>
                  <a:pt x="9" y="11"/>
                </a:lnTo>
                <a:lnTo>
                  <a:pt x="10" y="12"/>
                </a:lnTo>
                <a:lnTo>
                  <a:pt x="10" y="13"/>
                </a:lnTo>
                <a:lnTo>
                  <a:pt x="10" y="14"/>
                </a:lnTo>
                <a:lnTo>
                  <a:pt x="11" y="14"/>
                </a:lnTo>
                <a:lnTo>
                  <a:pt x="11" y="13"/>
                </a:lnTo>
                <a:lnTo>
                  <a:pt x="12" y="12"/>
                </a:lnTo>
                <a:lnTo>
                  <a:pt x="12" y="11"/>
                </a:lnTo>
                <a:lnTo>
                  <a:pt x="12" y="10"/>
                </a:lnTo>
                <a:lnTo>
                  <a:pt x="13" y="10"/>
                </a:lnTo>
                <a:lnTo>
                  <a:pt x="14" y="9"/>
                </a:lnTo>
                <a:lnTo>
                  <a:pt x="14" y="8"/>
                </a:lnTo>
                <a:lnTo>
                  <a:pt x="13" y="8"/>
                </a:lnTo>
                <a:lnTo>
                  <a:pt x="13" y="7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3" y="5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3" y="5"/>
                </a:lnTo>
                <a:lnTo>
                  <a:pt x="14" y="5"/>
                </a:lnTo>
                <a:lnTo>
                  <a:pt x="15" y="5"/>
                </a:lnTo>
                <a:lnTo>
                  <a:pt x="17" y="5"/>
                </a:lnTo>
                <a:lnTo>
                  <a:pt x="17" y="4"/>
                </a:lnTo>
                <a:lnTo>
                  <a:pt x="17" y="3"/>
                </a:lnTo>
                <a:lnTo>
                  <a:pt x="18" y="3"/>
                </a:lnTo>
                <a:lnTo>
                  <a:pt x="19" y="3"/>
                </a:lnTo>
                <a:lnTo>
                  <a:pt x="20" y="3"/>
                </a:lnTo>
                <a:lnTo>
                  <a:pt x="20" y="2"/>
                </a:lnTo>
                <a:lnTo>
                  <a:pt x="21" y="2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5" y="0"/>
                </a:lnTo>
                <a:lnTo>
                  <a:pt x="27" y="1"/>
                </a:lnTo>
                <a:lnTo>
                  <a:pt x="28" y="1"/>
                </a:lnTo>
                <a:lnTo>
                  <a:pt x="30" y="1"/>
                </a:lnTo>
                <a:lnTo>
                  <a:pt x="32" y="1"/>
                </a:lnTo>
                <a:close/>
              </a:path>
            </a:pathLst>
          </a:custGeom>
          <a:solidFill>
            <a:srgbClr val="F5F5F5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" name=""/>
          <p:cNvSpPr/>
          <p:nvPr/>
        </p:nvSpPr>
        <p:spPr>
          <a:xfrm>
            <a:off x="4795200" y="2655720"/>
            <a:ext cx="11520" cy="15840"/>
          </a:xfrm>
          <a:custGeom>
            <a:avLst/>
            <a:gdLst/>
            <a:ahLst/>
            <a:rect l="0" t="0" r="r" b="b"/>
            <a:pathLst>
              <a:path w="32" h="44">
                <a:moveTo>
                  <a:pt x="32" y="1"/>
                </a:moveTo>
                <a:lnTo>
                  <a:pt x="31" y="2"/>
                </a:lnTo>
                <a:lnTo>
                  <a:pt x="32" y="3"/>
                </a:lnTo>
                <a:lnTo>
                  <a:pt x="32" y="5"/>
                </a:lnTo>
                <a:lnTo>
                  <a:pt x="31" y="5"/>
                </a:lnTo>
                <a:lnTo>
                  <a:pt x="30" y="7"/>
                </a:lnTo>
                <a:lnTo>
                  <a:pt x="29" y="7"/>
                </a:lnTo>
                <a:lnTo>
                  <a:pt x="28" y="7"/>
                </a:lnTo>
                <a:lnTo>
                  <a:pt x="28" y="8"/>
                </a:lnTo>
                <a:lnTo>
                  <a:pt x="27" y="8"/>
                </a:lnTo>
                <a:lnTo>
                  <a:pt x="23" y="8"/>
                </a:lnTo>
                <a:lnTo>
                  <a:pt x="23" y="7"/>
                </a:lnTo>
                <a:lnTo>
                  <a:pt x="22" y="7"/>
                </a:lnTo>
                <a:lnTo>
                  <a:pt x="23" y="7"/>
                </a:lnTo>
                <a:lnTo>
                  <a:pt x="23" y="8"/>
                </a:lnTo>
                <a:lnTo>
                  <a:pt x="22" y="9"/>
                </a:lnTo>
                <a:lnTo>
                  <a:pt x="22" y="10"/>
                </a:lnTo>
                <a:lnTo>
                  <a:pt x="21" y="10"/>
                </a:lnTo>
                <a:lnTo>
                  <a:pt x="21" y="12"/>
                </a:lnTo>
                <a:lnTo>
                  <a:pt x="20" y="13"/>
                </a:lnTo>
                <a:lnTo>
                  <a:pt x="21" y="13"/>
                </a:lnTo>
                <a:lnTo>
                  <a:pt x="21" y="14"/>
                </a:lnTo>
                <a:lnTo>
                  <a:pt x="20" y="14"/>
                </a:lnTo>
                <a:lnTo>
                  <a:pt x="19" y="15"/>
                </a:lnTo>
                <a:lnTo>
                  <a:pt x="19" y="16"/>
                </a:lnTo>
                <a:lnTo>
                  <a:pt x="18" y="18"/>
                </a:lnTo>
                <a:lnTo>
                  <a:pt x="18" y="19"/>
                </a:lnTo>
                <a:lnTo>
                  <a:pt x="18" y="20"/>
                </a:lnTo>
                <a:lnTo>
                  <a:pt x="19" y="21"/>
                </a:lnTo>
                <a:lnTo>
                  <a:pt x="20" y="21"/>
                </a:lnTo>
                <a:lnTo>
                  <a:pt x="20" y="22"/>
                </a:lnTo>
                <a:lnTo>
                  <a:pt x="20" y="23"/>
                </a:lnTo>
                <a:lnTo>
                  <a:pt x="21" y="23"/>
                </a:lnTo>
                <a:lnTo>
                  <a:pt x="21" y="24"/>
                </a:lnTo>
                <a:lnTo>
                  <a:pt x="22" y="24"/>
                </a:lnTo>
                <a:lnTo>
                  <a:pt x="22" y="25"/>
                </a:lnTo>
                <a:lnTo>
                  <a:pt x="21" y="26"/>
                </a:lnTo>
                <a:lnTo>
                  <a:pt x="20" y="28"/>
                </a:lnTo>
                <a:lnTo>
                  <a:pt x="19" y="28"/>
                </a:lnTo>
                <a:lnTo>
                  <a:pt x="18" y="29"/>
                </a:lnTo>
                <a:lnTo>
                  <a:pt x="18" y="30"/>
                </a:lnTo>
                <a:lnTo>
                  <a:pt x="18" y="31"/>
                </a:lnTo>
                <a:lnTo>
                  <a:pt x="17" y="32"/>
                </a:lnTo>
                <a:lnTo>
                  <a:pt x="17" y="33"/>
                </a:lnTo>
                <a:lnTo>
                  <a:pt x="18" y="34"/>
                </a:lnTo>
                <a:lnTo>
                  <a:pt x="18" y="35"/>
                </a:lnTo>
                <a:lnTo>
                  <a:pt x="19" y="35"/>
                </a:lnTo>
                <a:lnTo>
                  <a:pt x="19" y="36"/>
                </a:lnTo>
                <a:lnTo>
                  <a:pt x="19" y="37"/>
                </a:lnTo>
                <a:lnTo>
                  <a:pt x="20" y="37"/>
                </a:lnTo>
                <a:lnTo>
                  <a:pt x="21" y="37"/>
                </a:lnTo>
                <a:lnTo>
                  <a:pt x="21" y="38"/>
                </a:lnTo>
                <a:lnTo>
                  <a:pt x="22" y="38"/>
                </a:lnTo>
                <a:lnTo>
                  <a:pt x="22" y="39"/>
                </a:lnTo>
                <a:lnTo>
                  <a:pt x="21" y="39"/>
                </a:lnTo>
                <a:lnTo>
                  <a:pt x="21" y="40"/>
                </a:lnTo>
                <a:lnTo>
                  <a:pt x="20" y="42"/>
                </a:lnTo>
                <a:lnTo>
                  <a:pt x="18" y="42"/>
                </a:lnTo>
                <a:lnTo>
                  <a:pt x="18" y="43"/>
                </a:lnTo>
                <a:lnTo>
                  <a:pt x="17" y="43"/>
                </a:lnTo>
                <a:lnTo>
                  <a:pt x="16" y="43"/>
                </a:lnTo>
                <a:lnTo>
                  <a:pt x="16" y="44"/>
                </a:lnTo>
                <a:lnTo>
                  <a:pt x="15" y="44"/>
                </a:lnTo>
                <a:lnTo>
                  <a:pt x="14" y="44"/>
                </a:lnTo>
                <a:lnTo>
                  <a:pt x="13" y="43"/>
                </a:lnTo>
                <a:lnTo>
                  <a:pt x="12" y="44"/>
                </a:lnTo>
                <a:lnTo>
                  <a:pt x="12" y="43"/>
                </a:lnTo>
                <a:lnTo>
                  <a:pt x="14" y="42"/>
                </a:lnTo>
                <a:lnTo>
                  <a:pt x="14" y="40"/>
                </a:lnTo>
                <a:lnTo>
                  <a:pt x="15" y="39"/>
                </a:lnTo>
                <a:lnTo>
                  <a:pt x="14" y="39"/>
                </a:lnTo>
                <a:lnTo>
                  <a:pt x="14" y="38"/>
                </a:lnTo>
                <a:lnTo>
                  <a:pt x="13" y="39"/>
                </a:lnTo>
                <a:lnTo>
                  <a:pt x="12" y="39"/>
                </a:lnTo>
                <a:lnTo>
                  <a:pt x="12" y="40"/>
                </a:lnTo>
                <a:lnTo>
                  <a:pt x="11" y="40"/>
                </a:lnTo>
                <a:lnTo>
                  <a:pt x="10" y="40"/>
                </a:lnTo>
                <a:lnTo>
                  <a:pt x="10" y="39"/>
                </a:lnTo>
                <a:lnTo>
                  <a:pt x="10" y="38"/>
                </a:lnTo>
                <a:lnTo>
                  <a:pt x="11" y="38"/>
                </a:lnTo>
                <a:lnTo>
                  <a:pt x="11" y="37"/>
                </a:lnTo>
                <a:lnTo>
                  <a:pt x="11" y="36"/>
                </a:lnTo>
                <a:lnTo>
                  <a:pt x="11" y="35"/>
                </a:lnTo>
                <a:lnTo>
                  <a:pt x="12" y="35"/>
                </a:lnTo>
                <a:lnTo>
                  <a:pt x="13" y="35"/>
                </a:lnTo>
                <a:lnTo>
                  <a:pt x="12" y="34"/>
                </a:lnTo>
                <a:lnTo>
                  <a:pt x="12" y="35"/>
                </a:lnTo>
                <a:lnTo>
                  <a:pt x="11" y="35"/>
                </a:lnTo>
                <a:lnTo>
                  <a:pt x="11" y="34"/>
                </a:lnTo>
                <a:lnTo>
                  <a:pt x="11" y="33"/>
                </a:lnTo>
                <a:lnTo>
                  <a:pt x="10" y="33"/>
                </a:lnTo>
                <a:lnTo>
                  <a:pt x="10" y="34"/>
                </a:lnTo>
                <a:lnTo>
                  <a:pt x="10" y="35"/>
                </a:lnTo>
                <a:lnTo>
                  <a:pt x="9" y="35"/>
                </a:lnTo>
                <a:lnTo>
                  <a:pt x="9" y="36"/>
                </a:lnTo>
                <a:lnTo>
                  <a:pt x="8" y="36"/>
                </a:lnTo>
                <a:lnTo>
                  <a:pt x="7" y="36"/>
                </a:lnTo>
                <a:lnTo>
                  <a:pt x="7" y="37"/>
                </a:lnTo>
                <a:lnTo>
                  <a:pt x="6" y="37"/>
                </a:lnTo>
                <a:lnTo>
                  <a:pt x="6" y="36"/>
                </a:lnTo>
                <a:lnTo>
                  <a:pt x="6" y="35"/>
                </a:lnTo>
                <a:lnTo>
                  <a:pt x="6" y="34"/>
                </a:lnTo>
                <a:lnTo>
                  <a:pt x="7" y="33"/>
                </a:lnTo>
                <a:lnTo>
                  <a:pt x="7" y="32"/>
                </a:lnTo>
                <a:lnTo>
                  <a:pt x="7" y="31"/>
                </a:lnTo>
                <a:lnTo>
                  <a:pt x="8" y="31"/>
                </a:lnTo>
                <a:lnTo>
                  <a:pt x="9" y="31"/>
                </a:lnTo>
                <a:lnTo>
                  <a:pt x="9" y="30"/>
                </a:lnTo>
                <a:lnTo>
                  <a:pt x="9" y="29"/>
                </a:lnTo>
                <a:lnTo>
                  <a:pt x="9" y="28"/>
                </a:lnTo>
                <a:lnTo>
                  <a:pt x="9" y="27"/>
                </a:lnTo>
                <a:lnTo>
                  <a:pt x="10" y="27"/>
                </a:lnTo>
                <a:lnTo>
                  <a:pt x="11" y="27"/>
                </a:lnTo>
                <a:lnTo>
                  <a:pt x="12" y="27"/>
                </a:lnTo>
                <a:lnTo>
                  <a:pt x="12" y="28"/>
                </a:lnTo>
                <a:lnTo>
                  <a:pt x="13" y="28"/>
                </a:lnTo>
                <a:lnTo>
                  <a:pt x="14" y="27"/>
                </a:lnTo>
                <a:lnTo>
                  <a:pt x="14" y="28"/>
                </a:lnTo>
                <a:lnTo>
                  <a:pt x="14" y="27"/>
                </a:lnTo>
                <a:lnTo>
                  <a:pt x="15" y="27"/>
                </a:lnTo>
                <a:lnTo>
                  <a:pt x="15" y="26"/>
                </a:lnTo>
                <a:lnTo>
                  <a:pt x="15" y="25"/>
                </a:lnTo>
                <a:lnTo>
                  <a:pt x="14" y="25"/>
                </a:lnTo>
                <a:lnTo>
                  <a:pt x="14" y="24"/>
                </a:lnTo>
                <a:lnTo>
                  <a:pt x="15" y="24"/>
                </a:lnTo>
                <a:lnTo>
                  <a:pt x="16" y="24"/>
                </a:lnTo>
                <a:lnTo>
                  <a:pt x="16" y="23"/>
                </a:lnTo>
                <a:lnTo>
                  <a:pt x="15" y="22"/>
                </a:lnTo>
                <a:lnTo>
                  <a:pt x="15" y="21"/>
                </a:lnTo>
                <a:lnTo>
                  <a:pt x="16" y="22"/>
                </a:lnTo>
                <a:lnTo>
                  <a:pt x="16" y="20"/>
                </a:lnTo>
                <a:lnTo>
                  <a:pt x="15" y="20"/>
                </a:lnTo>
                <a:lnTo>
                  <a:pt x="14" y="20"/>
                </a:lnTo>
                <a:lnTo>
                  <a:pt x="14" y="21"/>
                </a:lnTo>
                <a:lnTo>
                  <a:pt x="12" y="20"/>
                </a:lnTo>
                <a:lnTo>
                  <a:pt x="11" y="20"/>
                </a:lnTo>
                <a:lnTo>
                  <a:pt x="10" y="20"/>
                </a:lnTo>
                <a:lnTo>
                  <a:pt x="9" y="20"/>
                </a:lnTo>
                <a:lnTo>
                  <a:pt x="8" y="22"/>
                </a:lnTo>
                <a:lnTo>
                  <a:pt x="8" y="23"/>
                </a:lnTo>
                <a:lnTo>
                  <a:pt x="7" y="23"/>
                </a:lnTo>
                <a:lnTo>
                  <a:pt x="6" y="24"/>
                </a:lnTo>
                <a:lnTo>
                  <a:pt x="5" y="24"/>
                </a:lnTo>
                <a:lnTo>
                  <a:pt x="5" y="23"/>
                </a:lnTo>
                <a:lnTo>
                  <a:pt x="4" y="22"/>
                </a:lnTo>
                <a:lnTo>
                  <a:pt x="3" y="22"/>
                </a:lnTo>
                <a:lnTo>
                  <a:pt x="2" y="23"/>
                </a:lnTo>
                <a:lnTo>
                  <a:pt x="1" y="23"/>
                </a:lnTo>
                <a:lnTo>
                  <a:pt x="1" y="22"/>
                </a:lnTo>
                <a:lnTo>
                  <a:pt x="2" y="22"/>
                </a:lnTo>
                <a:lnTo>
                  <a:pt x="1" y="22"/>
                </a:lnTo>
                <a:lnTo>
                  <a:pt x="0" y="22"/>
                </a:lnTo>
                <a:lnTo>
                  <a:pt x="0" y="21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2" y="18"/>
                </a:lnTo>
                <a:lnTo>
                  <a:pt x="1" y="18"/>
                </a:lnTo>
                <a:lnTo>
                  <a:pt x="0" y="18"/>
                </a:lnTo>
                <a:lnTo>
                  <a:pt x="1" y="17"/>
                </a:lnTo>
                <a:lnTo>
                  <a:pt x="2" y="16"/>
                </a:lnTo>
                <a:lnTo>
                  <a:pt x="3" y="16"/>
                </a:lnTo>
                <a:lnTo>
                  <a:pt x="3" y="15"/>
                </a:lnTo>
                <a:lnTo>
                  <a:pt x="3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7" y="12"/>
                </a:lnTo>
                <a:lnTo>
                  <a:pt x="8" y="12"/>
                </a:lnTo>
                <a:lnTo>
                  <a:pt x="7" y="12"/>
                </a:lnTo>
                <a:lnTo>
                  <a:pt x="7" y="11"/>
                </a:lnTo>
                <a:lnTo>
                  <a:pt x="8" y="11"/>
                </a:lnTo>
                <a:lnTo>
                  <a:pt x="9" y="11"/>
                </a:lnTo>
                <a:lnTo>
                  <a:pt x="10" y="12"/>
                </a:lnTo>
                <a:lnTo>
                  <a:pt x="10" y="13"/>
                </a:lnTo>
                <a:lnTo>
                  <a:pt x="10" y="14"/>
                </a:lnTo>
                <a:lnTo>
                  <a:pt x="11" y="14"/>
                </a:lnTo>
                <a:lnTo>
                  <a:pt x="11" y="13"/>
                </a:lnTo>
                <a:lnTo>
                  <a:pt x="12" y="12"/>
                </a:lnTo>
                <a:lnTo>
                  <a:pt x="12" y="11"/>
                </a:lnTo>
                <a:lnTo>
                  <a:pt x="12" y="10"/>
                </a:lnTo>
                <a:lnTo>
                  <a:pt x="13" y="10"/>
                </a:lnTo>
                <a:lnTo>
                  <a:pt x="14" y="9"/>
                </a:lnTo>
                <a:lnTo>
                  <a:pt x="14" y="8"/>
                </a:lnTo>
                <a:lnTo>
                  <a:pt x="13" y="8"/>
                </a:lnTo>
                <a:lnTo>
                  <a:pt x="13" y="7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3" y="5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3" y="5"/>
                </a:lnTo>
                <a:lnTo>
                  <a:pt x="14" y="5"/>
                </a:lnTo>
                <a:lnTo>
                  <a:pt x="15" y="5"/>
                </a:lnTo>
                <a:lnTo>
                  <a:pt x="17" y="5"/>
                </a:lnTo>
                <a:lnTo>
                  <a:pt x="17" y="4"/>
                </a:lnTo>
                <a:lnTo>
                  <a:pt x="17" y="3"/>
                </a:lnTo>
                <a:lnTo>
                  <a:pt x="18" y="3"/>
                </a:lnTo>
                <a:lnTo>
                  <a:pt x="19" y="3"/>
                </a:lnTo>
                <a:lnTo>
                  <a:pt x="20" y="3"/>
                </a:lnTo>
                <a:lnTo>
                  <a:pt x="20" y="2"/>
                </a:lnTo>
                <a:lnTo>
                  <a:pt x="21" y="2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5" y="0"/>
                </a:lnTo>
                <a:lnTo>
                  <a:pt x="27" y="1"/>
                </a:lnTo>
                <a:lnTo>
                  <a:pt x="28" y="1"/>
                </a:lnTo>
                <a:lnTo>
                  <a:pt x="30" y="1"/>
                </a:lnTo>
                <a:lnTo>
                  <a:pt x="32" y="1"/>
                </a:lnTo>
                <a:close/>
              </a:path>
            </a:pathLst>
          </a:custGeom>
          <a:noFill/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" name=""/>
          <p:cNvSpPr/>
          <p:nvPr/>
        </p:nvSpPr>
        <p:spPr>
          <a:xfrm>
            <a:off x="4793040" y="2661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3"/>
                </a:move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" name=""/>
          <p:cNvSpPr/>
          <p:nvPr/>
        </p:nvSpPr>
        <p:spPr>
          <a:xfrm>
            <a:off x="4815000" y="2647080"/>
            <a:ext cx="2880" cy="3240"/>
          </a:xfrm>
          <a:custGeom>
            <a:avLst/>
            <a:gdLst/>
            <a:ahLst/>
            <a:rect l="0" t="0" r="r" b="b"/>
            <a:pathLst>
              <a:path w="8" h="9">
                <a:moveTo>
                  <a:pt x="5" y="7"/>
                </a:moveTo>
                <a:lnTo>
                  <a:pt x="5" y="6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7" y="0"/>
                </a:lnTo>
                <a:lnTo>
                  <a:pt x="8" y="1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7" y="7"/>
                </a:lnTo>
                <a:lnTo>
                  <a:pt x="5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" name=""/>
          <p:cNvSpPr/>
          <p:nvPr/>
        </p:nvSpPr>
        <p:spPr>
          <a:xfrm>
            <a:off x="4823640" y="2647080"/>
            <a:ext cx="5040" cy="3240"/>
          </a:xfrm>
          <a:custGeom>
            <a:avLst/>
            <a:gdLst/>
            <a:ahLst/>
            <a:rect l="0" t="0" r="r" b="b"/>
            <a:pathLst>
              <a:path w="14" h="9">
                <a:moveTo>
                  <a:pt x="8" y="2"/>
                </a:moveTo>
                <a:lnTo>
                  <a:pt x="9" y="2"/>
                </a:lnTo>
                <a:lnTo>
                  <a:pt x="10" y="1"/>
                </a:lnTo>
                <a:lnTo>
                  <a:pt x="11" y="0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3" y="2"/>
                </a:lnTo>
                <a:lnTo>
                  <a:pt x="11" y="4"/>
                </a:lnTo>
                <a:lnTo>
                  <a:pt x="10" y="4"/>
                </a:lnTo>
                <a:lnTo>
                  <a:pt x="10" y="5"/>
                </a:lnTo>
                <a:lnTo>
                  <a:pt x="9" y="6"/>
                </a:lnTo>
                <a:lnTo>
                  <a:pt x="9" y="5"/>
                </a:lnTo>
                <a:lnTo>
                  <a:pt x="8" y="5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2" y="8"/>
                </a:lnTo>
                <a:lnTo>
                  <a:pt x="2" y="9"/>
                </a:lnTo>
                <a:lnTo>
                  <a:pt x="1" y="8"/>
                </a:lnTo>
                <a:lnTo>
                  <a:pt x="0" y="6"/>
                </a:lnTo>
                <a:lnTo>
                  <a:pt x="0" y="5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6" y="0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" name=""/>
          <p:cNvSpPr/>
          <p:nvPr/>
        </p:nvSpPr>
        <p:spPr>
          <a:xfrm>
            <a:off x="4822560" y="2642400"/>
            <a:ext cx="2520" cy="3600"/>
          </a:xfrm>
          <a:custGeom>
            <a:avLst/>
            <a:gdLst/>
            <a:ahLst/>
            <a:rect l="0" t="0" r="r" b="b"/>
            <a:pathLst>
              <a:path w="7" h="10">
                <a:moveTo>
                  <a:pt x="1" y="6"/>
                </a:moveTo>
                <a:lnTo>
                  <a:pt x="3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  <a:lnTo>
                  <a:pt x="7" y="3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7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9"/>
                </a:lnTo>
                <a:lnTo>
                  <a:pt x="1" y="7"/>
                </a:lnTo>
                <a:lnTo>
                  <a:pt x="1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" name=""/>
          <p:cNvSpPr/>
          <p:nvPr/>
        </p:nvSpPr>
        <p:spPr>
          <a:xfrm>
            <a:off x="4770720" y="26416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" name=""/>
          <p:cNvSpPr/>
          <p:nvPr/>
        </p:nvSpPr>
        <p:spPr>
          <a:xfrm>
            <a:off x="4825080" y="26409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3"/>
                </a:move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4" y="5"/>
                </a:lnTo>
                <a:lnTo>
                  <a:pt x="2" y="5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" name=""/>
          <p:cNvSpPr/>
          <p:nvPr/>
        </p:nvSpPr>
        <p:spPr>
          <a:xfrm>
            <a:off x="4772160" y="26380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" name=""/>
          <p:cNvSpPr/>
          <p:nvPr/>
        </p:nvSpPr>
        <p:spPr>
          <a:xfrm>
            <a:off x="4858920" y="26319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4"/>
                </a:move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3"/>
                </a:lnTo>
                <a:lnTo>
                  <a:pt x="1" y="5"/>
                </a:lnTo>
                <a:lnTo>
                  <a:pt x="1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" name=""/>
          <p:cNvSpPr/>
          <p:nvPr/>
        </p:nvSpPr>
        <p:spPr>
          <a:xfrm>
            <a:off x="4843440" y="26308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3"/>
                </a:lnTo>
                <a:lnTo>
                  <a:pt x="3" y="1"/>
                </a:lnTo>
                <a:lnTo>
                  <a:pt x="3" y="0"/>
                </a:ln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" name=""/>
          <p:cNvSpPr/>
          <p:nvPr/>
        </p:nvSpPr>
        <p:spPr>
          <a:xfrm>
            <a:off x="4846320" y="26305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0"/>
                </a:moveTo>
                <a:lnTo>
                  <a:pt x="2" y="1"/>
                </a:lnTo>
                <a:lnTo>
                  <a:pt x="5" y="4"/>
                </a:lnTo>
                <a:lnTo>
                  <a:pt x="3" y="4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" name=""/>
          <p:cNvSpPr/>
          <p:nvPr/>
        </p:nvSpPr>
        <p:spPr>
          <a:xfrm>
            <a:off x="4842720" y="26305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1"/>
                </a:move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" name=""/>
          <p:cNvSpPr/>
          <p:nvPr/>
        </p:nvSpPr>
        <p:spPr>
          <a:xfrm>
            <a:off x="4853160" y="2617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" name=""/>
          <p:cNvSpPr/>
          <p:nvPr/>
        </p:nvSpPr>
        <p:spPr>
          <a:xfrm>
            <a:off x="4852080" y="26146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" name=""/>
          <p:cNvSpPr/>
          <p:nvPr/>
        </p:nvSpPr>
        <p:spPr>
          <a:xfrm>
            <a:off x="4853160" y="2603160"/>
            <a:ext cx="3600" cy="4320"/>
          </a:xfrm>
          <a:custGeom>
            <a:avLst/>
            <a:gdLst/>
            <a:ahLst/>
            <a:rect l="0" t="0" r="r" b="b"/>
            <a:pathLst>
              <a:path w="10" h="12">
                <a:moveTo>
                  <a:pt x="10" y="3"/>
                </a:moveTo>
                <a:lnTo>
                  <a:pt x="10" y="4"/>
                </a:lnTo>
                <a:lnTo>
                  <a:pt x="10" y="5"/>
                </a:lnTo>
                <a:lnTo>
                  <a:pt x="10" y="6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0"/>
                </a:lnTo>
                <a:lnTo>
                  <a:pt x="7" y="11"/>
                </a:lnTo>
                <a:lnTo>
                  <a:pt x="7" y="10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2" y="12"/>
                </a:lnTo>
                <a:lnTo>
                  <a:pt x="1" y="12"/>
                </a:lnTo>
                <a:lnTo>
                  <a:pt x="0" y="9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5"/>
                </a:lnTo>
                <a:lnTo>
                  <a:pt x="3" y="5"/>
                </a:lnTo>
                <a:lnTo>
                  <a:pt x="4" y="4"/>
                </a:lnTo>
                <a:lnTo>
                  <a:pt x="5" y="4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10" y="3"/>
                </a:lnTo>
                <a:lnTo>
                  <a:pt x="10" y="1"/>
                </a:lnTo>
                <a:lnTo>
                  <a:pt x="1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" name=""/>
          <p:cNvSpPr/>
          <p:nvPr/>
        </p:nvSpPr>
        <p:spPr>
          <a:xfrm>
            <a:off x="4853520" y="25923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3"/>
                </a:moveTo>
                <a:lnTo>
                  <a:pt x="4" y="0"/>
                </a:lnTo>
                <a:lnTo>
                  <a:pt x="6" y="3"/>
                </a:lnTo>
                <a:lnTo>
                  <a:pt x="2" y="7"/>
                </a:lnTo>
                <a:lnTo>
                  <a:pt x="0" y="6"/>
                </a:lnTo>
                <a:lnTo>
                  <a:pt x="0" y="5"/>
                </a:lnTo>
                <a:lnTo>
                  <a:pt x="2" y="3"/>
                </a:lnTo>
                <a:lnTo>
                  <a:pt x="3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" name=""/>
          <p:cNvSpPr/>
          <p:nvPr/>
        </p:nvSpPr>
        <p:spPr>
          <a:xfrm>
            <a:off x="4849200" y="2582640"/>
            <a:ext cx="9360" cy="11160"/>
          </a:xfrm>
          <a:custGeom>
            <a:avLst/>
            <a:gdLst/>
            <a:ahLst/>
            <a:rect l="0" t="0" r="r" b="b"/>
            <a:pathLst>
              <a:path w="26" h="31">
                <a:moveTo>
                  <a:pt x="13" y="5"/>
                </a:moveTo>
                <a:lnTo>
                  <a:pt x="14" y="6"/>
                </a:lnTo>
                <a:lnTo>
                  <a:pt x="15" y="6"/>
                </a:lnTo>
                <a:lnTo>
                  <a:pt x="16" y="8"/>
                </a:lnTo>
                <a:lnTo>
                  <a:pt x="17" y="8"/>
                </a:lnTo>
                <a:lnTo>
                  <a:pt x="18" y="10"/>
                </a:lnTo>
                <a:lnTo>
                  <a:pt x="19" y="12"/>
                </a:lnTo>
                <a:lnTo>
                  <a:pt x="19" y="13"/>
                </a:lnTo>
                <a:lnTo>
                  <a:pt x="20" y="13"/>
                </a:lnTo>
                <a:lnTo>
                  <a:pt x="18" y="14"/>
                </a:lnTo>
                <a:lnTo>
                  <a:pt x="19" y="14"/>
                </a:lnTo>
                <a:lnTo>
                  <a:pt x="20" y="14"/>
                </a:lnTo>
                <a:lnTo>
                  <a:pt x="21" y="16"/>
                </a:lnTo>
                <a:lnTo>
                  <a:pt x="23" y="20"/>
                </a:lnTo>
                <a:lnTo>
                  <a:pt x="24" y="23"/>
                </a:lnTo>
                <a:lnTo>
                  <a:pt x="24" y="24"/>
                </a:lnTo>
                <a:lnTo>
                  <a:pt x="24" y="25"/>
                </a:lnTo>
                <a:lnTo>
                  <a:pt x="25" y="28"/>
                </a:lnTo>
                <a:lnTo>
                  <a:pt x="25" y="29"/>
                </a:lnTo>
                <a:lnTo>
                  <a:pt x="25" y="30"/>
                </a:lnTo>
                <a:lnTo>
                  <a:pt x="26" y="31"/>
                </a:lnTo>
                <a:lnTo>
                  <a:pt x="25" y="31"/>
                </a:lnTo>
                <a:lnTo>
                  <a:pt x="24" y="30"/>
                </a:lnTo>
                <a:lnTo>
                  <a:pt x="23" y="28"/>
                </a:lnTo>
                <a:lnTo>
                  <a:pt x="21" y="25"/>
                </a:lnTo>
                <a:lnTo>
                  <a:pt x="20" y="24"/>
                </a:lnTo>
                <a:lnTo>
                  <a:pt x="20" y="23"/>
                </a:lnTo>
                <a:lnTo>
                  <a:pt x="18" y="19"/>
                </a:lnTo>
                <a:lnTo>
                  <a:pt x="18" y="18"/>
                </a:lnTo>
                <a:lnTo>
                  <a:pt x="17" y="16"/>
                </a:lnTo>
                <a:lnTo>
                  <a:pt x="18" y="15"/>
                </a:lnTo>
                <a:lnTo>
                  <a:pt x="17" y="16"/>
                </a:lnTo>
                <a:lnTo>
                  <a:pt x="14" y="14"/>
                </a:lnTo>
                <a:lnTo>
                  <a:pt x="12" y="12"/>
                </a:lnTo>
                <a:lnTo>
                  <a:pt x="11" y="11"/>
                </a:lnTo>
                <a:lnTo>
                  <a:pt x="10" y="10"/>
                </a:lnTo>
                <a:lnTo>
                  <a:pt x="9" y="9"/>
                </a:lnTo>
                <a:lnTo>
                  <a:pt x="7" y="8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2" y="6"/>
                </a:ln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7" y="3"/>
                </a:lnTo>
                <a:lnTo>
                  <a:pt x="8" y="1"/>
                </a:lnTo>
                <a:lnTo>
                  <a:pt x="10" y="0"/>
                </a:lnTo>
                <a:lnTo>
                  <a:pt x="12" y="2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3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" name=""/>
          <p:cNvSpPr/>
          <p:nvPr/>
        </p:nvSpPr>
        <p:spPr>
          <a:xfrm>
            <a:off x="4587840" y="2381040"/>
            <a:ext cx="499320" cy="400320"/>
          </a:xfrm>
          <a:custGeom>
            <a:avLst/>
            <a:gdLst/>
            <a:ahLst/>
            <a:rect l="0" t="0" r="r" b="b"/>
            <a:pathLst>
              <a:path w="1387" h="1112">
                <a:moveTo>
                  <a:pt x="629" y="12"/>
                </a:moveTo>
                <a:lnTo>
                  <a:pt x="629" y="13"/>
                </a:lnTo>
                <a:lnTo>
                  <a:pt x="629" y="15"/>
                </a:lnTo>
                <a:lnTo>
                  <a:pt x="630" y="15"/>
                </a:lnTo>
                <a:lnTo>
                  <a:pt x="631" y="14"/>
                </a:lnTo>
                <a:lnTo>
                  <a:pt x="632" y="13"/>
                </a:lnTo>
                <a:lnTo>
                  <a:pt x="634" y="14"/>
                </a:lnTo>
                <a:lnTo>
                  <a:pt x="637" y="16"/>
                </a:lnTo>
                <a:lnTo>
                  <a:pt x="637" y="15"/>
                </a:lnTo>
                <a:lnTo>
                  <a:pt x="638" y="15"/>
                </a:lnTo>
                <a:lnTo>
                  <a:pt x="638" y="16"/>
                </a:lnTo>
                <a:lnTo>
                  <a:pt x="639" y="17"/>
                </a:lnTo>
                <a:lnTo>
                  <a:pt x="640" y="19"/>
                </a:lnTo>
                <a:lnTo>
                  <a:pt x="640" y="21"/>
                </a:lnTo>
                <a:lnTo>
                  <a:pt x="641" y="22"/>
                </a:lnTo>
                <a:lnTo>
                  <a:pt x="642" y="22"/>
                </a:lnTo>
                <a:lnTo>
                  <a:pt x="643" y="22"/>
                </a:lnTo>
                <a:lnTo>
                  <a:pt x="644" y="22"/>
                </a:lnTo>
                <a:lnTo>
                  <a:pt x="644" y="23"/>
                </a:lnTo>
                <a:lnTo>
                  <a:pt x="645" y="23"/>
                </a:lnTo>
                <a:lnTo>
                  <a:pt x="646" y="23"/>
                </a:lnTo>
                <a:lnTo>
                  <a:pt x="646" y="22"/>
                </a:lnTo>
                <a:lnTo>
                  <a:pt x="647" y="22"/>
                </a:lnTo>
                <a:lnTo>
                  <a:pt x="649" y="23"/>
                </a:lnTo>
                <a:lnTo>
                  <a:pt x="650" y="23"/>
                </a:lnTo>
                <a:lnTo>
                  <a:pt x="651" y="24"/>
                </a:lnTo>
                <a:lnTo>
                  <a:pt x="650" y="24"/>
                </a:lnTo>
                <a:lnTo>
                  <a:pt x="651" y="27"/>
                </a:lnTo>
                <a:lnTo>
                  <a:pt x="652" y="27"/>
                </a:lnTo>
                <a:lnTo>
                  <a:pt x="654" y="29"/>
                </a:lnTo>
                <a:lnTo>
                  <a:pt x="655" y="30"/>
                </a:lnTo>
                <a:lnTo>
                  <a:pt x="656" y="30"/>
                </a:lnTo>
                <a:lnTo>
                  <a:pt x="656" y="29"/>
                </a:lnTo>
                <a:lnTo>
                  <a:pt x="657" y="29"/>
                </a:lnTo>
                <a:lnTo>
                  <a:pt x="657" y="28"/>
                </a:lnTo>
                <a:lnTo>
                  <a:pt x="658" y="28"/>
                </a:lnTo>
                <a:lnTo>
                  <a:pt x="659" y="28"/>
                </a:lnTo>
                <a:lnTo>
                  <a:pt x="660" y="28"/>
                </a:lnTo>
                <a:lnTo>
                  <a:pt x="661" y="27"/>
                </a:lnTo>
                <a:lnTo>
                  <a:pt x="662" y="26"/>
                </a:lnTo>
                <a:lnTo>
                  <a:pt x="666" y="27"/>
                </a:lnTo>
                <a:lnTo>
                  <a:pt x="667" y="27"/>
                </a:lnTo>
                <a:lnTo>
                  <a:pt x="668" y="27"/>
                </a:lnTo>
                <a:lnTo>
                  <a:pt x="668" y="28"/>
                </a:lnTo>
                <a:lnTo>
                  <a:pt x="667" y="28"/>
                </a:lnTo>
                <a:lnTo>
                  <a:pt x="668" y="29"/>
                </a:lnTo>
                <a:lnTo>
                  <a:pt x="669" y="30"/>
                </a:lnTo>
                <a:lnTo>
                  <a:pt x="670" y="29"/>
                </a:lnTo>
                <a:lnTo>
                  <a:pt x="671" y="28"/>
                </a:lnTo>
                <a:lnTo>
                  <a:pt x="671" y="27"/>
                </a:lnTo>
                <a:lnTo>
                  <a:pt x="672" y="27"/>
                </a:lnTo>
                <a:lnTo>
                  <a:pt x="673" y="27"/>
                </a:lnTo>
                <a:lnTo>
                  <a:pt x="673" y="28"/>
                </a:lnTo>
                <a:lnTo>
                  <a:pt x="673" y="29"/>
                </a:lnTo>
                <a:lnTo>
                  <a:pt x="674" y="29"/>
                </a:lnTo>
                <a:lnTo>
                  <a:pt x="676" y="30"/>
                </a:lnTo>
                <a:lnTo>
                  <a:pt x="678" y="30"/>
                </a:lnTo>
                <a:lnTo>
                  <a:pt x="680" y="31"/>
                </a:lnTo>
                <a:lnTo>
                  <a:pt x="681" y="32"/>
                </a:lnTo>
                <a:lnTo>
                  <a:pt x="681" y="33"/>
                </a:lnTo>
                <a:lnTo>
                  <a:pt x="680" y="34"/>
                </a:lnTo>
                <a:lnTo>
                  <a:pt x="680" y="36"/>
                </a:lnTo>
                <a:lnTo>
                  <a:pt x="680" y="37"/>
                </a:lnTo>
                <a:lnTo>
                  <a:pt x="681" y="37"/>
                </a:lnTo>
                <a:lnTo>
                  <a:pt x="682" y="37"/>
                </a:lnTo>
                <a:lnTo>
                  <a:pt x="683" y="37"/>
                </a:lnTo>
                <a:lnTo>
                  <a:pt x="683" y="36"/>
                </a:lnTo>
                <a:lnTo>
                  <a:pt x="686" y="35"/>
                </a:lnTo>
                <a:lnTo>
                  <a:pt x="686" y="34"/>
                </a:lnTo>
                <a:lnTo>
                  <a:pt x="687" y="34"/>
                </a:lnTo>
                <a:lnTo>
                  <a:pt x="688" y="34"/>
                </a:lnTo>
                <a:lnTo>
                  <a:pt x="689" y="34"/>
                </a:lnTo>
                <a:lnTo>
                  <a:pt x="689" y="33"/>
                </a:lnTo>
                <a:lnTo>
                  <a:pt x="690" y="33"/>
                </a:lnTo>
                <a:lnTo>
                  <a:pt x="691" y="33"/>
                </a:lnTo>
                <a:lnTo>
                  <a:pt x="692" y="33"/>
                </a:lnTo>
                <a:lnTo>
                  <a:pt x="693" y="33"/>
                </a:lnTo>
                <a:lnTo>
                  <a:pt x="693" y="34"/>
                </a:lnTo>
                <a:lnTo>
                  <a:pt x="694" y="33"/>
                </a:lnTo>
                <a:lnTo>
                  <a:pt x="695" y="32"/>
                </a:lnTo>
                <a:lnTo>
                  <a:pt x="696" y="31"/>
                </a:lnTo>
                <a:lnTo>
                  <a:pt x="697" y="31"/>
                </a:lnTo>
                <a:lnTo>
                  <a:pt x="698" y="31"/>
                </a:lnTo>
                <a:lnTo>
                  <a:pt x="699" y="32"/>
                </a:lnTo>
                <a:lnTo>
                  <a:pt x="700" y="30"/>
                </a:lnTo>
                <a:lnTo>
                  <a:pt x="700" y="29"/>
                </a:lnTo>
                <a:lnTo>
                  <a:pt x="699" y="29"/>
                </a:lnTo>
                <a:lnTo>
                  <a:pt x="700" y="28"/>
                </a:lnTo>
                <a:lnTo>
                  <a:pt x="700" y="27"/>
                </a:lnTo>
                <a:lnTo>
                  <a:pt x="701" y="27"/>
                </a:lnTo>
                <a:lnTo>
                  <a:pt x="703" y="27"/>
                </a:lnTo>
                <a:lnTo>
                  <a:pt x="704" y="27"/>
                </a:lnTo>
                <a:lnTo>
                  <a:pt x="704" y="26"/>
                </a:lnTo>
                <a:lnTo>
                  <a:pt x="703" y="26"/>
                </a:lnTo>
                <a:lnTo>
                  <a:pt x="706" y="26"/>
                </a:lnTo>
                <a:lnTo>
                  <a:pt x="707" y="26"/>
                </a:lnTo>
                <a:lnTo>
                  <a:pt x="709" y="26"/>
                </a:lnTo>
                <a:lnTo>
                  <a:pt x="710" y="25"/>
                </a:lnTo>
                <a:lnTo>
                  <a:pt x="711" y="24"/>
                </a:lnTo>
                <a:lnTo>
                  <a:pt x="712" y="25"/>
                </a:lnTo>
                <a:lnTo>
                  <a:pt x="713" y="27"/>
                </a:lnTo>
                <a:lnTo>
                  <a:pt x="714" y="29"/>
                </a:lnTo>
                <a:lnTo>
                  <a:pt x="713" y="30"/>
                </a:lnTo>
                <a:lnTo>
                  <a:pt x="713" y="31"/>
                </a:lnTo>
                <a:lnTo>
                  <a:pt x="714" y="31"/>
                </a:lnTo>
                <a:lnTo>
                  <a:pt x="715" y="31"/>
                </a:lnTo>
                <a:lnTo>
                  <a:pt x="716" y="31"/>
                </a:lnTo>
                <a:lnTo>
                  <a:pt x="716" y="30"/>
                </a:lnTo>
                <a:lnTo>
                  <a:pt x="717" y="30"/>
                </a:lnTo>
                <a:lnTo>
                  <a:pt x="718" y="30"/>
                </a:lnTo>
                <a:lnTo>
                  <a:pt x="719" y="30"/>
                </a:lnTo>
                <a:lnTo>
                  <a:pt x="721" y="31"/>
                </a:lnTo>
                <a:lnTo>
                  <a:pt x="724" y="31"/>
                </a:lnTo>
                <a:lnTo>
                  <a:pt x="725" y="30"/>
                </a:lnTo>
                <a:lnTo>
                  <a:pt x="726" y="27"/>
                </a:lnTo>
                <a:lnTo>
                  <a:pt x="726" y="26"/>
                </a:lnTo>
                <a:lnTo>
                  <a:pt x="726" y="25"/>
                </a:lnTo>
                <a:lnTo>
                  <a:pt x="727" y="25"/>
                </a:lnTo>
                <a:lnTo>
                  <a:pt x="727" y="24"/>
                </a:lnTo>
                <a:lnTo>
                  <a:pt x="727" y="23"/>
                </a:lnTo>
                <a:lnTo>
                  <a:pt x="728" y="23"/>
                </a:lnTo>
                <a:lnTo>
                  <a:pt x="728" y="22"/>
                </a:lnTo>
                <a:lnTo>
                  <a:pt x="730" y="21"/>
                </a:lnTo>
                <a:lnTo>
                  <a:pt x="731" y="21"/>
                </a:lnTo>
                <a:lnTo>
                  <a:pt x="732" y="21"/>
                </a:lnTo>
                <a:lnTo>
                  <a:pt x="734" y="19"/>
                </a:lnTo>
                <a:lnTo>
                  <a:pt x="736" y="13"/>
                </a:lnTo>
                <a:lnTo>
                  <a:pt x="735" y="11"/>
                </a:lnTo>
                <a:lnTo>
                  <a:pt x="735" y="10"/>
                </a:lnTo>
                <a:lnTo>
                  <a:pt x="734" y="10"/>
                </a:lnTo>
                <a:lnTo>
                  <a:pt x="734" y="8"/>
                </a:lnTo>
                <a:lnTo>
                  <a:pt x="735" y="8"/>
                </a:lnTo>
                <a:lnTo>
                  <a:pt x="735" y="7"/>
                </a:lnTo>
                <a:lnTo>
                  <a:pt x="739" y="6"/>
                </a:lnTo>
                <a:lnTo>
                  <a:pt x="740" y="6"/>
                </a:lnTo>
                <a:lnTo>
                  <a:pt x="740" y="5"/>
                </a:lnTo>
                <a:lnTo>
                  <a:pt x="743" y="6"/>
                </a:lnTo>
                <a:lnTo>
                  <a:pt x="744" y="6"/>
                </a:lnTo>
                <a:lnTo>
                  <a:pt x="745" y="6"/>
                </a:lnTo>
                <a:lnTo>
                  <a:pt x="745" y="5"/>
                </a:lnTo>
                <a:lnTo>
                  <a:pt x="746" y="5"/>
                </a:lnTo>
                <a:lnTo>
                  <a:pt x="747" y="4"/>
                </a:lnTo>
                <a:lnTo>
                  <a:pt x="748" y="4"/>
                </a:lnTo>
                <a:lnTo>
                  <a:pt x="748" y="3"/>
                </a:lnTo>
                <a:lnTo>
                  <a:pt x="752" y="3"/>
                </a:lnTo>
                <a:lnTo>
                  <a:pt x="753" y="4"/>
                </a:lnTo>
                <a:lnTo>
                  <a:pt x="754" y="4"/>
                </a:lnTo>
                <a:lnTo>
                  <a:pt x="755" y="4"/>
                </a:lnTo>
                <a:lnTo>
                  <a:pt x="756" y="4"/>
                </a:lnTo>
                <a:lnTo>
                  <a:pt x="757" y="4"/>
                </a:lnTo>
                <a:lnTo>
                  <a:pt x="757" y="5"/>
                </a:lnTo>
                <a:lnTo>
                  <a:pt x="757" y="6"/>
                </a:lnTo>
                <a:lnTo>
                  <a:pt x="756" y="6"/>
                </a:lnTo>
                <a:lnTo>
                  <a:pt x="756" y="7"/>
                </a:lnTo>
                <a:lnTo>
                  <a:pt x="754" y="9"/>
                </a:lnTo>
                <a:lnTo>
                  <a:pt x="753" y="9"/>
                </a:lnTo>
                <a:lnTo>
                  <a:pt x="753" y="10"/>
                </a:lnTo>
                <a:lnTo>
                  <a:pt x="753" y="12"/>
                </a:lnTo>
                <a:lnTo>
                  <a:pt x="754" y="12"/>
                </a:lnTo>
                <a:lnTo>
                  <a:pt x="754" y="13"/>
                </a:lnTo>
                <a:lnTo>
                  <a:pt x="757" y="13"/>
                </a:lnTo>
                <a:lnTo>
                  <a:pt x="758" y="13"/>
                </a:lnTo>
                <a:lnTo>
                  <a:pt x="759" y="14"/>
                </a:lnTo>
                <a:lnTo>
                  <a:pt x="759" y="15"/>
                </a:lnTo>
                <a:lnTo>
                  <a:pt x="760" y="16"/>
                </a:lnTo>
                <a:lnTo>
                  <a:pt x="761" y="16"/>
                </a:lnTo>
                <a:lnTo>
                  <a:pt x="761" y="15"/>
                </a:lnTo>
                <a:lnTo>
                  <a:pt x="762" y="15"/>
                </a:lnTo>
                <a:lnTo>
                  <a:pt x="763" y="14"/>
                </a:lnTo>
                <a:lnTo>
                  <a:pt x="765" y="14"/>
                </a:lnTo>
                <a:lnTo>
                  <a:pt x="764" y="15"/>
                </a:lnTo>
                <a:lnTo>
                  <a:pt x="764" y="16"/>
                </a:lnTo>
                <a:lnTo>
                  <a:pt x="763" y="16"/>
                </a:lnTo>
                <a:lnTo>
                  <a:pt x="762" y="17"/>
                </a:lnTo>
                <a:lnTo>
                  <a:pt x="762" y="18"/>
                </a:lnTo>
                <a:lnTo>
                  <a:pt x="763" y="18"/>
                </a:lnTo>
                <a:lnTo>
                  <a:pt x="764" y="19"/>
                </a:lnTo>
                <a:lnTo>
                  <a:pt x="765" y="19"/>
                </a:lnTo>
                <a:lnTo>
                  <a:pt x="764" y="20"/>
                </a:lnTo>
                <a:lnTo>
                  <a:pt x="765" y="21"/>
                </a:lnTo>
                <a:lnTo>
                  <a:pt x="765" y="22"/>
                </a:lnTo>
                <a:lnTo>
                  <a:pt x="765" y="23"/>
                </a:lnTo>
                <a:lnTo>
                  <a:pt x="765" y="24"/>
                </a:lnTo>
                <a:lnTo>
                  <a:pt x="764" y="25"/>
                </a:lnTo>
                <a:lnTo>
                  <a:pt x="763" y="26"/>
                </a:lnTo>
                <a:lnTo>
                  <a:pt x="763" y="27"/>
                </a:lnTo>
                <a:lnTo>
                  <a:pt x="764" y="28"/>
                </a:lnTo>
                <a:lnTo>
                  <a:pt x="765" y="29"/>
                </a:lnTo>
                <a:lnTo>
                  <a:pt x="765" y="28"/>
                </a:lnTo>
                <a:lnTo>
                  <a:pt x="766" y="29"/>
                </a:lnTo>
                <a:lnTo>
                  <a:pt x="767" y="29"/>
                </a:lnTo>
                <a:lnTo>
                  <a:pt x="768" y="30"/>
                </a:lnTo>
                <a:lnTo>
                  <a:pt x="767" y="31"/>
                </a:lnTo>
                <a:lnTo>
                  <a:pt x="765" y="31"/>
                </a:lnTo>
                <a:lnTo>
                  <a:pt x="764" y="31"/>
                </a:lnTo>
                <a:lnTo>
                  <a:pt x="763" y="32"/>
                </a:lnTo>
                <a:lnTo>
                  <a:pt x="763" y="33"/>
                </a:lnTo>
                <a:lnTo>
                  <a:pt x="763" y="35"/>
                </a:lnTo>
                <a:lnTo>
                  <a:pt x="763" y="36"/>
                </a:lnTo>
                <a:lnTo>
                  <a:pt x="762" y="37"/>
                </a:lnTo>
                <a:lnTo>
                  <a:pt x="762" y="38"/>
                </a:lnTo>
                <a:lnTo>
                  <a:pt x="763" y="39"/>
                </a:lnTo>
                <a:lnTo>
                  <a:pt x="764" y="39"/>
                </a:lnTo>
                <a:lnTo>
                  <a:pt x="765" y="40"/>
                </a:lnTo>
                <a:lnTo>
                  <a:pt x="764" y="41"/>
                </a:lnTo>
                <a:lnTo>
                  <a:pt x="764" y="42"/>
                </a:lnTo>
                <a:lnTo>
                  <a:pt x="765" y="42"/>
                </a:lnTo>
                <a:lnTo>
                  <a:pt x="765" y="43"/>
                </a:lnTo>
                <a:lnTo>
                  <a:pt x="767" y="43"/>
                </a:lnTo>
                <a:lnTo>
                  <a:pt x="767" y="42"/>
                </a:lnTo>
                <a:lnTo>
                  <a:pt x="767" y="40"/>
                </a:lnTo>
                <a:lnTo>
                  <a:pt x="768" y="39"/>
                </a:lnTo>
                <a:lnTo>
                  <a:pt x="768" y="38"/>
                </a:lnTo>
                <a:lnTo>
                  <a:pt x="769" y="37"/>
                </a:lnTo>
                <a:lnTo>
                  <a:pt x="770" y="36"/>
                </a:lnTo>
                <a:lnTo>
                  <a:pt x="771" y="37"/>
                </a:lnTo>
                <a:lnTo>
                  <a:pt x="772" y="37"/>
                </a:lnTo>
                <a:lnTo>
                  <a:pt x="772" y="36"/>
                </a:lnTo>
                <a:lnTo>
                  <a:pt x="773" y="36"/>
                </a:lnTo>
                <a:lnTo>
                  <a:pt x="774" y="37"/>
                </a:lnTo>
                <a:lnTo>
                  <a:pt x="775" y="36"/>
                </a:lnTo>
                <a:lnTo>
                  <a:pt x="777" y="33"/>
                </a:lnTo>
                <a:lnTo>
                  <a:pt x="778" y="32"/>
                </a:lnTo>
                <a:lnTo>
                  <a:pt x="779" y="32"/>
                </a:lnTo>
                <a:lnTo>
                  <a:pt x="779" y="31"/>
                </a:lnTo>
                <a:lnTo>
                  <a:pt x="780" y="31"/>
                </a:lnTo>
                <a:lnTo>
                  <a:pt x="781" y="31"/>
                </a:lnTo>
                <a:lnTo>
                  <a:pt x="782" y="31"/>
                </a:lnTo>
                <a:lnTo>
                  <a:pt x="782" y="30"/>
                </a:lnTo>
                <a:lnTo>
                  <a:pt x="784" y="28"/>
                </a:lnTo>
                <a:lnTo>
                  <a:pt x="785" y="29"/>
                </a:lnTo>
                <a:lnTo>
                  <a:pt x="787" y="28"/>
                </a:lnTo>
                <a:lnTo>
                  <a:pt x="789" y="27"/>
                </a:lnTo>
                <a:lnTo>
                  <a:pt x="789" y="28"/>
                </a:lnTo>
                <a:lnTo>
                  <a:pt x="790" y="29"/>
                </a:lnTo>
                <a:lnTo>
                  <a:pt x="791" y="29"/>
                </a:lnTo>
                <a:lnTo>
                  <a:pt x="792" y="28"/>
                </a:lnTo>
                <a:lnTo>
                  <a:pt x="793" y="27"/>
                </a:lnTo>
                <a:lnTo>
                  <a:pt x="793" y="26"/>
                </a:lnTo>
                <a:lnTo>
                  <a:pt x="794" y="26"/>
                </a:lnTo>
                <a:lnTo>
                  <a:pt x="795" y="27"/>
                </a:lnTo>
                <a:lnTo>
                  <a:pt x="796" y="27"/>
                </a:lnTo>
                <a:lnTo>
                  <a:pt x="796" y="29"/>
                </a:lnTo>
                <a:lnTo>
                  <a:pt x="796" y="30"/>
                </a:lnTo>
                <a:lnTo>
                  <a:pt x="798" y="29"/>
                </a:lnTo>
                <a:lnTo>
                  <a:pt x="799" y="30"/>
                </a:lnTo>
                <a:lnTo>
                  <a:pt x="800" y="30"/>
                </a:lnTo>
                <a:lnTo>
                  <a:pt x="801" y="30"/>
                </a:lnTo>
                <a:lnTo>
                  <a:pt x="801" y="29"/>
                </a:lnTo>
                <a:lnTo>
                  <a:pt x="802" y="29"/>
                </a:lnTo>
                <a:lnTo>
                  <a:pt x="803" y="29"/>
                </a:lnTo>
                <a:lnTo>
                  <a:pt x="804" y="30"/>
                </a:lnTo>
                <a:lnTo>
                  <a:pt x="805" y="30"/>
                </a:lnTo>
                <a:lnTo>
                  <a:pt x="807" y="31"/>
                </a:lnTo>
                <a:lnTo>
                  <a:pt x="808" y="30"/>
                </a:lnTo>
                <a:lnTo>
                  <a:pt x="808" y="29"/>
                </a:lnTo>
                <a:lnTo>
                  <a:pt x="808" y="28"/>
                </a:lnTo>
                <a:lnTo>
                  <a:pt x="809" y="28"/>
                </a:lnTo>
                <a:lnTo>
                  <a:pt x="810" y="28"/>
                </a:lnTo>
                <a:lnTo>
                  <a:pt x="811" y="28"/>
                </a:lnTo>
                <a:lnTo>
                  <a:pt x="812" y="29"/>
                </a:lnTo>
                <a:lnTo>
                  <a:pt x="812" y="30"/>
                </a:lnTo>
                <a:lnTo>
                  <a:pt x="812" y="31"/>
                </a:lnTo>
                <a:lnTo>
                  <a:pt x="813" y="30"/>
                </a:lnTo>
                <a:lnTo>
                  <a:pt x="814" y="30"/>
                </a:lnTo>
                <a:lnTo>
                  <a:pt x="813" y="29"/>
                </a:lnTo>
                <a:lnTo>
                  <a:pt x="813" y="28"/>
                </a:lnTo>
                <a:lnTo>
                  <a:pt x="814" y="27"/>
                </a:lnTo>
                <a:lnTo>
                  <a:pt x="815" y="27"/>
                </a:lnTo>
                <a:lnTo>
                  <a:pt x="816" y="27"/>
                </a:lnTo>
                <a:lnTo>
                  <a:pt x="816" y="25"/>
                </a:lnTo>
                <a:lnTo>
                  <a:pt x="815" y="25"/>
                </a:lnTo>
                <a:lnTo>
                  <a:pt x="814" y="25"/>
                </a:lnTo>
                <a:lnTo>
                  <a:pt x="814" y="24"/>
                </a:lnTo>
                <a:lnTo>
                  <a:pt x="814" y="23"/>
                </a:lnTo>
                <a:lnTo>
                  <a:pt x="814" y="22"/>
                </a:lnTo>
                <a:lnTo>
                  <a:pt x="814" y="21"/>
                </a:lnTo>
                <a:lnTo>
                  <a:pt x="815" y="21"/>
                </a:lnTo>
                <a:lnTo>
                  <a:pt x="816" y="20"/>
                </a:lnTo>
                <a:lnTo>
                  <a:pt x="817" y="20"/>
                </a:lnTo>
                <a:lnTo>
                  <a:pt x="817" y="21"/>
                </a:lnTo>
                <a:lnTo>
                  <a:pt x="818" y="21"/>
                </a:lnTo>
                <a:lnTo>
                  <a:pt x="819" y="20"/>
                </a:lnTo>
                <a:lnTo>
                  <a:pt x="820" y="20"/>
                </a:lnTo>
                <a:lnTo>
                  <a:pt x="820" y="21"/>
                </a:lnTo>
                <a:lnTo>
                  <a:pt x="821" y="21"/>
                </a:lnTo>
                <a:lnTo>
                  <a:pt x="823" y="22"/>
                </a:lnTo>
                <a:lnTo>
                  <a:pt x="825" y="21"/>
                </a:lnTo>
                <a:lnTo>
                  <a:pt x="826" y="21"/>
                </a:lnTo>
                <a:lnTo>
                  <a:pt x="826" y="22"/>
                </a:lnTo>
                <a:lnTo>
                  <a:pt x="827" y="22"/>
                </a:lnTo>
                <a:lnTo>
                  <a:pt x="827" y="23"/>
                </a:lnTo>
                <a:lnTo>
                  <a:pt x="828" y="23"/>
                </a:lnTo>
                <a:lnTo>
                  <a:pt x="828" y="24"/>
                </a:lnTo>
                <a:lnTo>
                  <a:pt x="828" y="23"/>
                </a:lnTo>
                <a:lnTo>
                  <a:pt x="829" y="23"/>
                </a:lnTo>
                <a:lnTo>
                  <a:pt x="829" y="22"/>
                </a:lnTo>
                <a:lnTo>
                  <a:pt x="830" y="21"/>
                </a:lnTo>
                <a:lnTo>
                  <a:pt x="831" y="21"/>
                </a:lnTo>
                <a:lnTo>
                  <a:pt x="832" y="20"/>
                </a:lnTo>
                <a:lnTo>
                  <a:pt x="832" y="19"/>
                </a:lnTo>
                <a:lnTo>
                  <a:pt x="833" y="19"/>
                </a:lnTo>
                <a:lnTo>
                  <a:pt x="834" y="19"/>
                </a:lnTo>
                <a:lnTo>
                  <a:pt x="836" y="19"/>
                </a:lnTo>
                <a:lnTo>
                  <a:pt x="836" y="18"/>
                </a:lnTo>
                <a:lnTo>
                  <a:pt x="837" y="17"/>
                </a:lnTo>
                <a:lnTo>
                  <a:pt x="837" y="16"/>
                </a:lnTo>
                <a:lnTo>
                  <a:pt x="837" y="14"/>
                </a:lnTo>
                <a:lnTo>
                  <a:pt x="837" y="13"/>
                </a:lnTo>
                <a:lnTo>
                  <a:pt x="838" y="11"/>
                </a:lnTo>
                <a:lnTo>
                  <a:pt x="838" y="10"/>
                </a:lnTo>
                <a:lnTo>
                  <a:pt x="839" y="8"/>
                </a:lnTo>
                <a:lnTo>
                  <a:pt x="841" y="8"/>
                </a:lnTo>
                <a:lnTo>
                  <a:pt x="842" y="8"/>
                </a:lnTo>
                <a:lnTo>
                  <a:pt x="842" y="9"/>
                </a:lnTo>
                <a:lnTo>
                  <a:pt x="843" y="9"/>
                </a:lnTo>
                <a:lnTo>
                  <a:pt x="844" y="10"/>
                </a:lnTo>
                <a:lnTo>
                  <a:pt x="845" y="10"/>
                </a:lnTo>
                <a:lnTo>
                  <a:pt x="845" y="11"/>
                </a:lnTo>
                <a:lnTo>
                  <a:pt x="846" y="10"/>
                </a:lnTo>
                <a:lnTo>
                  <a:pt x="846" y="9"/>
                </a:lnTo>
                <a:lnTo>
                  <a:pt x="847" y="9"/>
                </a:lnTo>
                <a:lnTo>
                  <a:pt x="848" y="9"/>
                </a:lnTo>
                <a:lnTo>
                  <a:pt x="849" y="8"/>
                </a:lnTo>
                <a:lnTo>
                  <a:pt x="850" y="8"/>
                </a:lnTo>
                <a:lnTo>
                  <a:pt x="851" y="7"/>
                </a:lnTo>
                <a:lnTo>
                  <a:pt x="851" y="6"/>
                </a:lnTo>
                <a:lnTo>
                  <a:pt x="850" y="6"/>
                </a:lnTo>
                <a:lnTo>
                  <a:pt x="850" y="5"/>
                </a:lnTo>
                <a:lnTo>
                  <a:pt x="850" y="4"/>
                </a:lnTo>
                <a:lnTo>
                  <a:pt x="851" y="4"/>
                </a:lnTo>
                <a:lnTo>
                  <a:pt x="852" y="3"/>
                </a:lnTo>
                <a:lnTo>
                  <a:pt x="853" y="1"/>
                </a:lnTo>
                <a:lnTo>
                  <a:pt x="854" y="1"/>
                </a:lnTo>
                <a:lnTo>
                  <a:pt x="855" y="0"/>
                </a:lnTo>
                <a:lnTo>
                  <a:pt x="856" y="0"/>
                </a:lnTo>
                <a:lnTo>
                  <a:pt x="856" y="1"/>
                </a:lnTo>
                <a:lnTo>
                  <a:pt x="858" y="1"/>
                </a:lnTo>
                <a:lnTo>
                  <a:pt x="859" y="2"/>
                </a:lnTo>
                <a:lnTo>
                  <a:pt x="860" y="2"/>
                </a:lnTo>
                <a:lnTo>
                  <a:pt x="861" y="2"/>
                </a:lnTo>
                <a:lnTo>
                  <a:pt x="861" y="3"/>
                </a:lnTo>
                <a:lnTo>
                  <a:pt x="862" y="3"/>
                </a:lnTo>
                <a:lnTo>
                  <a:pt x="863" y="3"/>
                </a:lnTo>
                <a:lnTo>
                  <a:pt x="862" y="2"/>
                </a:lnTo>
                <a:lnTo>
                  <a:pt x="863" y="2"/>
                </a:lnTo>
                <a:lnTo>
                  <a:pt x="863" y="3"/>
                </a:lnTo>
                <a:lnTo>
                  <a:pt x="862" y="4"/>
                </a:lnTo>
                <a:lnTo>
                  <a:pt x="862" y="6"/>
                </a:lnTo>
                <a:lnTo>
                  <a:pt x="863" y="7"/>
                </a:lnTo>
                <a:lnTo>
                  <a:pt x="864" y="6"/>
                </a:lnTo>
                <a:lnTo>
                  <a:pt x="864" y="5"/>
                </a:lnTo>
                <a:lnTo>
                  <a:pt x="863" y="5"/>
                </a:lnTo>
                <a:lnTo>
                  <a:pt x="863" y="4"/>
                </a:lnTo>
                <a:lnTo>
                  <a:pt x="863" y="3"/>
                </a:lnTo>
                <a:lnTo>
                  <a:pt x="864" y="3"/>
                </a:lnTo>
                <a:lnTo>
                  <a:pt x="865" y="3"/>
                </a:lnTo>
                <a:lnTo>
                  <a:pt x="866" y="4"/>
                </a:lnTo>
                <a:lnTo>
                  <a:pt x="866" y="5"/>
                </a:lnTo>
                <a:lnTo>
                  <a:pt x="867" y="5"/>
                </a:lnTo>
                <a:lnTo>
                  <a:pt x="868" y="5"/>
                </a:lnTo>
                <a:lnTo>
                  <a:pt x="868" y="7"/>
                </a:lnTo>
                <a:lnTo>
                  <a:pt x="867" y="7"/>
                </a:lnTo>
                <a:lnTo>
                  <a:pt x="867" y="8"/>
                </a:lnTo>
                <a:lnTo>
                  <a:pt x="867" y="9"/>
                </a:lnTo>
                <a:lnTo>
                  <a:pt x="868" y="8"/>
                </a:lnTo>
                <a:lnTo>
                  <a:pt x="868" y="9"/>
                </a:lnTo>
                <a:lnTo>
                  <a:pt x="867" y="11"/>
                </a:lnTo>
                <a:lnTo>
                  <a:pt x="868" y="11"/>
                </a:lnTo>
                <a:lnTo>
                  <a:pt x="870" y="11"/>
                </a:lnTo>
                <a:lnTo>
                  <a:pt x="870" y="12"/>
                </a:lnTo>
                <a:lnTo>
                  <a:pt x="871" y="13"/>
                </a:lnTo>
                <a:lnTo>
                  <a:pt x="872" y="14"/>
                </a:lnTo>
                <a:lnTo>
                  <a:pt x="873" y="15"/>
                </a:lnTo>
                <a:lnTo>
                  <a:pt x="873" y="16"/>
                </a:lnTo>
                <a:lnTo>
                  <a:pt x="874" y="16"/>
                </a:lnTo>
                <a:lnTo>
                  <a:pt x="875" y="17"/>
                </a:lnTo>
                <a:lnTo>
                  <a:pt x="876" y="17"/>
                </a:lnTo>
                <a:lnTo>
                  <a:pt x="878" y="16"/>
                </a:lnTo>
                <a:lnTo>
                  <a:pt x="879" y="16"/>
                </a:lnTo>
                <a:lnTo>
                  <a:pt x="881" y="16"/>
                </a:lnTo>
                <a:lnTo>
                  <a:pt x="881" y="17"/>
                </a:lnTo>
                <a:lnTo>
                  <a:pt x="882" y="18"/>
                </a:lnTo>
                <a:lnTo>
                  <a:pt x="883" y="19"/>
                </a:lnTo>
                <a:lnTo>
                  <a:pt x="884" y="19"/>
                </a:lnTo>
                <a:lnTo>
                  <a:pt x="884" y="18"/>
                </a:lnTo>
                <a:lnTo>
                  <a:pt x="885" y="18"/>
                </a:lnTo>
                <a:lnTo>
                  <a:pt x="885" y="17"/>
                </a:lnTo>
                <a:lnTo>
                  <a:pt x="885" y="16"/>
                </a:lnTo>
                <a:lnTo>
                  <a:pt x="887" y="17"/>
                </a:lnTo>
                <a:lnTo>
                  <a:pt x="888" y="18"/>
                </a:lnTo>
                <a:lnTo>
                  <a:pt x="887" y="18"/>
                </a:lnTo>
                <a:lnTo>
                  <a:pt x="888" y="18"/>
                </a:lnTo>
                <a:lnTo>
                  <a:pt x="890" y="18"/>
                </a:lnTo>
                <a:lnTo>
                  <a:pt x="890" y="19"/>
                </a:lnTo>
                <a:lnTo>
                  <a:pt x="889" y="19"/>
                </a:lnTo>
                <a:lnTo>
                  <a:pt x="889" y="20"/>
                </a:lnTo>
                <a:lnTo>
                  <a:pt x="890" y="20"/>
                </a:lnTo>
                <a:lnTo>
                  <a:pt x="891" y="20"/>
                </a:lnTo>
                <a:lnTo>
                  <a:pt x="892" y="21"/>
                </a:lnTo>
                <a:lnTo>
                  <a:pt x="892" y="22"/>
                </a:lnTo>
                <a:lnTo>
                  <a:pt x="892" y="23"/>
                </a:lnTo>
                <a:lnTo>
                  <a:pt x="892" y="24"/>
                </a:lnTo>
                <a:lnTo>
                  <a:pt x="893" y="24"/>
                </a:lnTo>
                <a:lnTo>
                  <a:pt x="894" y="24"/>
                </a:lnTo>
                <a:lnTo>
                  <a:pt x="896" y="25"/>
                </a:lnTo>
                <a:lnTo>
                  <a:pt x="896" y="26"/>
                </a:lnTo>
                <a:lnTo>
                  <a:pt x="897" y="29"/>
                </a:lnTo>
                <a:lnTo>
                  <a:pt x="896" y="29"/>
                </a:lnTo>
                <a:lnTo>
                  <a:pt x="896" y="30"/>
                </a:lnTo>
                <a:lnTo>
                  <a:pt x="896" y="31"/>
                </a:lnTo>
                <a:lnTo>
                  <a:pt x="897" y="32"/>
                </a:lnTo>
                <a:lnTo>
                  <a:pt x="898" y="32"/>
                </a:lnTo>
                <a:lnTo>
                  <a:pt x="897" y="32"/>
                </a:lnTo>
                <a:lnTo>
                  <a:pt x="896" y="32"/>
                </a:lnTo>
                <a:lnTo>
                  <a:pt x="895" y="33"/>
                </a:lnTo>
                <a:lnTo>
                  <a:pt x="896" y="34"/>
                </a:lnTo>
                <a:lnTo>
                  <a:pt x="897" y="34"/>
                </a:lnTo>
                <a:lnTo>
                  <a:pt x="897" y="33"/>
                </a:lnTo>
                <a:lnTo>
                  <a:pt x="898" y="33"/>
                </a:lnTo>
                <a:lnTo>
                  <a:pt x="898" y="34"/>
                </a:lnTo>
                <a:lnTo>
                  <a:pt x="897" y="35"/>
                </a:lnTo>
                <a:lnTo>
                  <a:pt x="895" y="36"/>
                </a:lnTo>
                <a:lnTo>
                  <a:pt x="895" y="35"/>
                </a:lnTo>
                <a:lnTo>
                  <a:pt x="894" y="35"/>
                </a:lnTo>
                <a:lnTo>
                  <a:pt x="894" y="34"/>
                </a:lnTo>
                <a:lnTo>
                  <a:pt x="893" y="34"/>
                </a:lnTo>
                <a:lnTo>
                  <a:pt x="893" y="35"/>
                </a:lnTo>
                <a:lnTo>
                  <a:pt x="892" y="36"/>
                </a:lnTo>
                <a:lnTo>
                  <a:pt x="891" y="37"/>
                </a:lnTo>
                <a:lnTo>
                  <a:pt x="890" y="37"/>
                </a:lnTo>
                <a:lnTo>
                  <a:pt x="889" y="37"/>
                </a:lnTo>
                <a:lnTo>
                  <a:pt x="889" y="38"/>
                </a:lnTo>
                <a:lnTo>
                  <a:pt x="889" y="39"/>
                </a:lnTo>
                <a:lnTo>
                  <a:pt x="888" y="39"/>
                </a:lnTo>
                <a:lnTo>
                  <a:pt x="889" y="41"/>
                </a:lnTo>
                <a:lnTo>
                  <a:pt x="889" y="42"/>
                </a:lnTo>
                <a:lnTo>
                  <a:pt x="888" y="42"/>
                </a:lnTo>
                <a:lnTo>
                  <a:pt x="887" y="42"/>
                </a:lnTo>
                <a:lnTo>
                  <a:pt x="886" y="42"/>
                </a:lnTo>
                <a:lnTo>
                  <a:pt x="886" y="43"/>
                </a:lnTo>
                <a:lnTo>
                  <a:pt x="885" y="43"/>
                </a:lnTo>
                <a:lnTo>
                  <a:pt x="886" y="43"/>
                </a:lnTo>
                <a:lnTo>
                  <a:pt x="886" y="44"/>
                </a:lnTo>
                <a:lnTo>
                  <a:pt x="887" y="44"/>
                </a:lnTo>
                <a:lnTo>
                  <a:pt x="888" y="44"/>
                </a:lnTo>
                <a:lnTo>
                  <a:pt x="888" y="46"/>
                </a:lnTo>
                <a:lnTo>
                  <a:pt x="887" y="47"/>
                </a:lnTo>
                <a:lnTo>
                  <a:pt x="889" y="48"/>
                </a:lnTo>
                <a:lnTo>
                  <a:pt x="890" y="48"/>
                </a:lnTo>
                <a:lnTo>
                  <a:pt x="891" y="49"/>
                </a:lnTo>
                <a:lnTo>
                  <a:pt x="892" y="49"/>
                </a:lnTo>
                <a:lnTo>
                  <a:pt x="893" y="49"/>
                </a:lnTo>
                <a:lnTo>
                  <a:pt x="893" y="48"/>
                </a:lnTo>
                <a:lnTo>
                  <a:pt x="894" y="48"/>
                </a:lnTo>
                <a:lnTo>
                  <a:pt x="894" y="49"/>
                </a:lnTo>
                <a:lnTo>
                  <a:pt x="895" y="49"/>
                </a:lnTo>
                <a:lnTo>
                  <a:pt x="895" y="50"/>
                </a:lnTo>
                <a:lnTo>
                  <a:pt x="896" y="50"/>
                </a:lnTo>
                <a:lnTo>
                  <a:pt x="897" y="50"/>
                </a:lnTo>
                <a:lnTo>
                  <a:pt x="897" y="51"/>
                </a:lnTo>
                <a:lnTo>
                  <a:pt x="896" y="51"/>
                </a:lnTo>
                <a:lnTo>
                  <a:pt x="896" y="52"/>
                </a:lnTo>
                <a:lnTo>
                  <a:pt x="896" y="53"/>
                </a:lnTo>
                <a:lnTo>
                  <a:pt x="897" y="53"/>
                </a:lnTo>
                <a:lnTo>
                  <a:pt x="898" y="54"/>
                </a:lnTo>
                <a:lnTo>
                  <a:pt x="898" y="55"/>
                </a:lnTo>
                <a:lnTo>
                  <a:pt x="898" y="56"/>
                </a:lnTo>
                <a:lnTo>
                  <a:pt x="897" y="56"/>
                </a:lnTo>
                <a:lnTo>
                  <a:pt x="897" y="57"/>
                </a:lnTo>
                <a:lnTo>
                  <a:pt x="896" y="58"/>
                </a:lnTo>
                <a:lnTo>
                  <a:pt x="895" y="58"/>
                </a:lnTo>
                <a:lnTo>
                  <a:pt x="894" y="58"/>
                </a:lnTo>
                <a:lnTo>
                  <a:pt x="894" y="59"/>
                </a:lnTo>
                <a:lnTo>
                  <a:pt x="893" y="60"/>
                </a:lnTo>
                <a:lnTo>
                  <a:pt x="892" y="60"/>
                </a:lnTo>
                <a:lnTo>
                  <a:pt x="891" y="60"/>
                </a:lnTo>
                <a:lnTo>
                  <a:pt x="891" y="61"/>
                </a:lnTo>
                <a:lnTo>
                  <a:pt x="890" y="61"/>
                </a:lnTo>
                <a:lnTo>
                  <a:pt x="889" y="61"/>
                </a:lnTo>
                <a:lnTo>
                  <a:pt x="889" y="60"/>
                </a:lnTo>
                <a:lnTo>
                  <a:pt x="888" y="60"/>
                </a:lnTo>
                <a:lnTo>
                  <a:pt x="887" y="60"/>
                </a:lnTo>
                <a:lnTo>
                  <a:pt x="887" y="61"/>
                </a:lnTo>
                <a:lnTo>
                  <a:pt x="886" y="61"/>
                </a:lnTo>
                <a:lnTo>
                  <a:pt x="886" y="62"/>
                </a:lnTo>
                <a:lnTo>
                  <a:pt x="887" y="62"/>
                </a:lnTo>
                <a:lnTo>
                  <a:pt x="887" y="63"/>
                </a:lnTo>
                <a:lnTo>
                  <a:pt x="886" y="63"/>
                </a:lnTo>
                <a:lnTo>
                  <a:pt x="886" y="62"/>
                </a:lnTo>
                <a:lnTo>
                  <a:pt x="886" y="61"/>
                </a:lnTo>
                <a:lnTo>
                  <a:pt x="885" y="61"/>
                </a:lnTo>
                <a:lnTo>
                  <a:pt x="885" y="62"/>
                </a:lnTo>
                <a:lnTo>
                  <a:pt x="885" y="63"/>
                </a:lnTo>
                <a:lnTo>
                  <a:pt x="885" y="64"/>
                </a:lnTo>
                <a:lnTo>
                  <a:pt x="885" y="65"/>
                </a:lnTo>
                <a:lnTo>
                  <a:pt x="884" y="65"/>
                </a:lnTo>
                <a:lnTo>
                  <a:pt x="884" y="66"/>
                </a:lnTo>
                <a:lnTo>
                  <a:pt x="884" y="67"/>
                </a:lnTo>
                <a:lnTo>
                  <a:pt x="883" y="67"/>
                </a:lnTo>
                <a:lnTo>
                  <a:pt x="882" y="67"/>
                </a:lnTo>
                <a:lnTo>
                  <a:pt x="881" y="67"/>
                </a:lnTo>
                <a:lnTo>
                  <a:pt x="881" y="68"/>
                </a:lnTo>
                <a:lnTo>
                  <a:pt x="881" y="69"/>
                </a:lnTo>
                <a:lnTo>
                  <a:pt x="881" y="68"/>
                </a:lnTo>
                <a:lnTo>
                  <a:pt x="880" y="68"/>
                </a:lnTo>
                <a:lnTo>
                  <a:pt x="877" y="68"/>
                </a:lnTo>
                <a:lnTo>
                  <a:pt x="875" y="68"/>
                </a:lnTo>
                <a:lnTo>
                  <a:pt x="875" y="67"/>
                </a:lnTo>
                <a:lnTo>
                  <a:pt x="874" y="67"/>
                </a:lnTo>
                <a:lnTo>
                  <a:pt x="874" y="66"/>
                </a:lnTo>
                <a:lnTo>
                  <a:pt x="874" y="67"/>
                </a:lnTo>
                <a:lnTo>
                  <a:pt x="873" y="68"/>
                </a:lnTo>
                <a:lnTo>
                  <a:pt x="872" y="68"/>
                </a:lnTo>
                <a:lnTo>
                  <a:pt x="871" y="68"/>
                </a:lnTo>
                <a:lnTo>
                  <a:pt x="869" y="68"/>
                </a:lnTo>
                <a:lnTo>
                  <a:pt x="868" y="68"/>
                </a:lnTo>
                <a:lnTo>
                  <a:pt x="867" y="68"/>
                </a:lnTo>
                <a:lnTo>
                  <a:pt x="866" y="68"/>
                </a:lnTo>
                <a:lnTo>
                  <a:pt x="865" y="70"/>
                </a:lnTo>
                <a:lnTo>
                  <a:pt x="865" y="71"/>
                </a:lnTo>
                <a:lnTo>
                  <a:pt x="865" y="72"/>
                </a:lnTo>
                <a:lnTo>
                  <a:pt x="864" y="74"/>
                </a:lnTo>
                <a:lnTo>
                  <a:pt x="863" y="74"/>
                </a:lnTo>
                <a:lnTo>
                  <a:pt x="863" y="75"/>
                </a:lnTo>
                <a:lnTo>
                  <a:pt x="863" y="76"/>
                </a:lnTo>
                <a:lnTo>
                  <a:pt x="863" y="77"/>
                </a:lnTo>
                <a:lnTo>
                  <a:pt x="863" y="79"/>
                </a:lnTo>
                <a:lnTo>
                  <a:pt x="863" y="80"/>
                </a:lnTo>
                <a:lnTo>
                  <a:pt x="862" y="80"/>
                </a:lnTo>
                <a:lnTo>
                  <a:pt x="861" y="81"/>
                </a:lnTo>
                <a:lnTo>
                  <a:pt x="860" y="80"/>
                </a:lnTo>
                <a:lnTo>
                  <a:pt x="859" y="80"/>
                </a:lnTo>
                <a:lnTo>
                  <a:pt x="858" y="80"/>
                </a:lnTo>
                <a:lnTo>
                  <a:pt x="859" y="81"/>
                </a:lnTo>
                <a:lnTo>
                  <a:pt x="858" y="82"/>
                </a:lnTo>
                <a:lnTo>
                  <a:pt x="858" y="83"/>
                </a:lnTo>
                <a:lnTo>
                  <a:pt x="859" y="83"/>
                </a:lnTo>
                <a:lnTo>
                  <a:pt x="859" y="84"/>
                </a:lnTo>
                <a:lnTo>
                  <a:pt x="858" y="85"/>
                </a:lnTo>
                <a:lnTo>
                  <a:pt x="856" y="85"/>
                </a:lnTo>
                <a:lnTo>
                  <a:pt x="854" y="85"/>
                </a:lnTo>
                <a:lnTo>
                  <a:pt x="853" y="85"/>
                </a:lnTo>
                <a:lnTo>
                  <a:pt x="853" y="84"/>
                </a:lnTo>
                <a:lnTo>
                  <a:pt x="852" y="85"/>
                </a:lnTo>
                <a:lnTo>
                  <a:pt x="851" y="86"/>
                </a:lnTo>
                <a:lnTo>
                  <a:pt x="850" y="86"/>
                </a:lnTo>
                <a:lnTo>
                  <a:pt x="849" y="87"/>
                </a:lnTo>
                <a:lnTo>
                  <a:pt x="848" y="87"/>
                </a:lnTo>
                <a:lnTo>
                  <a:pt x="849" y="89"/>
                </a:lnTo>
                <a:lnTo>
                  <a:pt x="849" y="90"/>
                </a:lnTo>
                <a:lnTo>
                  <a:pt x="848" y="91"/>
                </a:lnTo>
                <a:lnTo>
                  <a:pt x="847" y="92"/>
                </a:lnTo>
                <a:lnTo>
                  <a:pt x="846" y="92"/>
                </a:lnTo>
                <a:lnTo>
                  <a:pt x="845" y="92"/>
                </a:lnTo>
                <a:lnTo>
                  <a:pt x="844" y="92"/>
                </a:lnTo>
                <a:lnTo>
                  <a:pt x="843" y="92"/>
                </a:lnTo>
                <a:lnTo>
                  <a:pt x="842" y="93"/>
                </a:lnTo>
                <a:lnTo>
                  <a:pt x="842" y="95"/>
                </a:lnTo>
                <a:lnTo>
                  <a:pt x="843" y="95"/>
                </a:lnTo>
                <a:lnTo>
                  <a:pt x="843" y="94"/>
                </a:lnTo>
                <a:lnTo>
                  <a:pt x="843" y="95"/>
                </a:lnTo>
                <a:lnTo>
                  <a:pt x="843" y="96"/>
                </a:lnTo>
                <a:lnTo>
                  <a:pt x="842" y="96"/>
                </a:lnTo>
                <a:lnTo>
                  <a:pt x="841" y="96"/>
                </a:lnTo>
                <a:lnTo>
                  <a:pt x="840" y="96"/>
                </a:lnTo>
                <a:lnTo>
                  <a:pt x="839" y="97"/>
                </a:lnTo>
                <a:lnTo>
                  <a:pt x="838" y="97"/>
                </a:lnTo>
                <a:lnTo>
                  <a:pt x="838" y="98"/>
                </a:lnTo>
                <a:lnTo>
                  <a:pt x="839" y="99"/>
                </a:lnTo>
                <a:lnTo>
                  <a:pt x="838" y="100"/>
                </a:lnTo>
                <a:lnTo>
                  <a:pt x="838" y="101"/>
                </a:lnTo>
                <a:lnTo>
                  <a:pt x="839" y="101"/>
                </a:lnTo>
                <a:lnTo>
                  <a:pt x="840" y="102"/>
                </a:lnTo>
                <a:lnTo>
                  <a:pt x="839" y="104"/>
                </a:lnTo>
                <a:lnTo>
                  <a:pt x="838" y="104"/>
                </a:lnTo>
                <a:lnTo>
                  <a:pt x="838" y="105"/>
                </a:lnTo>
                <a:lnTo>
                  <a:pt x="837" y="105"/>
                </a:lnTo>
                <a:lnTo>
                  <a:pt x="838" y="105"/>
                </a:lnTo>
                <a:lnTo>
                  <a:pt x="838" y="106"/>
                </a:lnTo>
                <a:lnTo>
                  <a:pt x="839" y="106"/>
                </a:lnTo>
                <a:lnTo>
                  <a:pt x="840" y="107"/>
                </a:lnTo>
                <a:lnTo>
                  <a:pt x="841" y="108"/>
                </a:lnTo>
                <a:lnTo>
                  <a:pt x="841" y="112"/>
                </a:lnTo>
                <a:lnTo>
                  <a:pt x="840" y="113"/>
                </a:lnTo>
                <a:lnTo>
                  <a:pt x="839" y="114"/>
                </a:lnTo>
                <a:lnTo>
                  <a:pt x="839" y="115"/>
                </a:lnTo>
                <a:lnTo>
                  <a:pt x="838" y="115"/>
                </a:lnTo>
                <a:lnTo>
                  <a:pt x="837" y="116"/>
                </a:lnTo>
                <a:lnTo>
                  <a:pt x="836" y="116"/>
                </a:lnTo>
                <a:lnTo>
                  <a:pt x="836" y="117"/>
                </a:lnTo>
                <a:lnTo>
                  <a:pt x="836" y="118"/>
                </a:lnTo>
                <a:lnTo>
                  <a:pt x="835" y="118"/>
                </a:lnTo>
                <a:lnTo>
                  <a:pt x="834" y="119"/>
                </a:lnTo>
                <a:lnTo>
                  <a:pt x="834" y="120"/>
                </a:lnTo>
                <a:lnTo>
                  <a:pt x="834" y="121"/>
                </a:lnTo>
                <a:lnTo>
                  <a:pt x="833" y="121"/>
                </a:lnTo>
                <a:lnTo>
                  <a:pt x="833" y="123"/>
                </a:lnTo>
                <a:lnTo>
                  <a:pt x="833" y="124"/>
                </a:lnTo>
                <a:lnTo>
                  <a:pt x="833" y="125"/>
                </a:lnTo>
                <a:lnTo>
                  <a:pt x="832" y="125"/>
                </a:lnTo>
                <a:lnTo>
                  <a:pt x="832" y="126"/>
                </a:lnTo>
                <a:lnTo>
                  <a:pt x="831" y="127"/>
                </a:lnTo>
                <a:lnTo>
                  <a:pt x="831" y="128"/>
                </a:lnTo>
                <a:lnTo>
                  <a:pt x="832" y="129"/>
                </a:lnTo>
                <a:lnTo>
                  <a:pt x="831" y="131"/>
                </a:lnTo>
                <a:lnTo>
                  <a:pt x="830" y="131"/>
                </a:lnTo>
                <a:lnTo>
                  <a:pt x="829" y="132"/>
                </a:lnTo>
                <a:lnTo>
                  <a:pt x="829" y="133"/>
                </a:lnTo>
                <a:lnTo>
                  <a:pt x="830" y="134"/>
                </a:lnTo>
                <a:lnTo>
                  <a:pt x="831" y="135"/>
                </a:lnTo>
                <a:lnTo>
                  <a:pt x="832" y="135"/>
                </a:lnTo>
                <a:lnTo>
                  <a:pt x="832" y="136"/>
                </a:lnTo>
                <a:lnTo>
                  <a:pt x="832" y="137"/>
                </a:lnTo>
                <a:lnTo>
                  <a:pt x="831" y="137"/>
                </a:lnTo>
                <a:lnTo>
                  <a:pt x="831" y="138"/>
                </a:lnTo>
                <a:lnTo>
                  <a:pt x="831" y="139"/>
                </a:lnTo>
                <a:lnTo>
                  <a:pt x="830" y="140"/>
                </a:lnTo>
                <a:lnTo>
                  <a:pt x="828" y="141"/>
                </a:lnTo>
                <a:lnTo>
                  <a:pt x="827" y="141"/>
                </a:lnTo>
                <a:lnTo>
                  <a:pt x="827" y="142"/>
                </a:lnTo>
                <a:lnTo>
                  <a:pt x="826" y="143"/>
                </a:lnTo>
                <a:lnTo>
                  <a:pt x="825" y="143"/>
                </a:lnTo>
                <a:lnTo>
                  <a:pt x="824" y="144"/>
                </a:lnTo>
                <a:lnTo>
                  <a:pt x="823" y="144"/>
                </a:lnTo>
                <a:lnTo>
                  <a:pt x="822" y="144"/>
                </a:lnTo>
                <a:lnTo>
                  <a:pt x="821" y="145"/>
                </a:lnTo>
                <a:lnTo>
                  <a:pt x="820" y="147"/>
                </a:lnTo>
                <a:lnTo>
                  <a:pt x="820" y="148"/>
                </a:lnTo>
                <a:lnTo>
                  <a:pt x="821" y="148"/>
                </a:lnTo>
                <a:lnTo>
                  <a:pt x="821" y="149"/>
                </a:lnTo>
                <a:lnTo>
                  <a:pt x="820" y="150"/>
                </a:lnTo>
                <a:lnTo>
                  <a:pt x="819" y="150"/>
                </a:lnTo>
                <a:lnTo>
                  <a:pt x="818" y="150"/>
                </a:lnTo>
                <a:lnTo>
                  <a:pt x="818" y="151"/>
                </a:lnTo>
                <a:lnTo>
                  <a:pt x="817" y="151"/>
                </a:lnTo>
                <a:lnTo>
                  <a:pt x="815" y="151"/>
                </a:lnTo>
                <a:lnTo>
                  <a:pt x="814" y="151"/>
                </a:lnTo>
                <a:lnTo>
                  <a:pt x="813" y="151"/>
                </a:lnTo>
                <a:lnTo>
                  <a:pt x="812" y="151"/>
                </a:lnTo>
                <a:lnTo>
                  <a:pt x="810" y="153"/>
                </a:lnTo>
                <a:lnTo>
                  <a:pt x="809" y="153"/>
                </a:lnTo>
                <a:lnTo>
                  <a:pt x="808" y="154"/>
                </a:lnTo>
                <a:lnTo>
                  <a:pt x="807" y="154"/>
                </a:lnTo>
                <a:lnTo>
                  <a:pt x="806" y="153"/>
                </a:lnTo>
                <a:lnTo>
                  <a:pt x="804" y="153"/>
                </a:lnTo>
                <a:lnTo>
                  <a:pt x="803" y="154"/>
                </a:lnTo>
                <a:lnTo>
                  <a:pt x="802" y="154"/>
                </a:lnTo>
                <a:lnTo>
                  <a:pt x="802" y="153"/>
                </a:lnTo>
                <a:lnTo>
                  <a:pt x="801" y="154"/>
                </a:lnTo>
                <a:lnTo>
                  <a:pt x="801" y="155"/>
                </a:lnTo>
                <a:lnTo>
                  <a:pt x="801" y="156"/>
                </a:lnTo>
                <a:lnTo>
                  <a:pt x="802" y="156"/>
                </a:lnTo>
                <a:lnTo>
                  <a:pt x="803" y="157"/>
                </a:lnTo>
                <a:lnTo>
                  <a:pt x="803" y="158"/>
                </a:lnTo>
                <a:lnTo>
                  <a:pt x="804" y="158"/>
                </a:lnTo>
                <a:lnTo>
                  <a:pt x="804" y="159"/>
                </a:lnTo>
                <a:lnTo>
                  <a:pt x="804" y="160"/>
                </a:lnTo>
                <a:lnTo>
                  <a:pt x="805" y="160"/>
                </a:lnTo>
                <a:lnTo>
                  <a:pt x="805" y="161"/>
                </a:lnTo>
                <a:lnTo>
                  <a:pt x="804" y="162"/>
                </a:lnTo>
                <a:lnTo>
                  <a:pt x="804" y="161"/>
                </a:lnTo>
                <a:lnTo>
                  <a:pt x="804" y="160"/>
                </a:lnTo>
                <a:lnTo>
                  <a:pt x="803" y="160"/>
                </a:lnTo>
                <a:lnTo>
                  <a:pt x="802" y="161"/>
                </a:lnTo>
                <a:lnTo>
                  <a:pt x="803" y="162"/>
                </a:lnTo>
                <a:lnTo>
                  <a:pt x="803" y="163"/>
                </a:lnTo>
                <a:lnTo>
                  <a:pt x="805" y="163"/>
                </a:lnTo>
                <a:lnTo>
                  <a:pt x="805" y="162"/>
                </a:lnTo>
                <a:lnTo>
                  <a:pt x="805" y="161"/>
                </a:lnTo>
                <a:lnTo>
                  <a:pt x="806" y="161"/>
                </a:lnTo>
                <a:lnTo>
                  <a:pt x="807" y="161"/>
                </a:lnTo>
                <a:lnTo>
                  <a:pt x="808" y="161"/>
                </a:lnTo>
                <a:lnTo>
                  <a:pt x="809" y="161"/>
                </a:lnTo>
                <a:lnTo>
                  <a:pt x="809" y="162"/>
                </a:lnTo>
                <a:lnTo>
                  <a:pt x="810" y="162"/>
                </a:lnTo>
                <a:lnTo>
                  <a:pt x="811" y="162"/>
                </a:lnTo>
                <a:lnTo>
                  <a:pt x="812" y="163"/>
                </a:lnTo>
                <a:lnTo>
                  <a:pt x="813" y="163"/>
                </a:lnTo>
                <a:lnTo>
                  <a:pt x="815" y="162"/>
                </a:lnTo>
                <a:lnTo>
                  <a:pt x="816" y="162"/>
                </a:lnTo>
                <a:lnTo>
                  <a:pt x="816" y="161"/>
                </a:lnTo>
                <a:lnTo>
                  <a:pt x="818" y="162"/>
                </a:lnTo>
                <a:lnTo>
                  <a:pt x="819" y="162"/>
                </a:lnTo>
                <a:lnTo>
                  <a:pt x="819" y="163"/>
                </a:lnTo>
                <a:lnTo>
                  <a:pt x="819" y="164"/>
                </a:lnTo>
                <a:lnTo>
                  <a:pt x="820" y="164"/>
                </a:lnTo>
                <a:lnTo>
                  <a:pt x="821" y="164"/>
                </a:lnTo>
                <a:lnTo>
                  <a:pt x="822" y="164"/>
                </a:lnTo>
                <a:lnTo>
                  <a:pt x="823" y="164"/>
                </a:lnTo>
                <a:lnTo>
                  <a:pt x="823" y="165"/>
                </a:lnTo>
                <a:lnTo>
                  <a:pt x="823" y="166"/>
                </a:lnTo>
                <a:lnTo>
                  <a:pt x="825" y="166"/>
                </a:lnTo>
                <a:lnTo>
                  <a:pt x="825" y="168"/>
                </a:lnTo>
                <a:lnTo>
                  <a:pt x="825" y="169"/>
                </a:lnTo>
                <a:lnTo>
                  <a:pt x="825" y="170"/>
                </a:lnTo>
                <a:lnTo>
                  <a:pt x="825" y="171"/>
                </a:lnTo>
                <a:lnTo>
                  <a:pt x="826" y="171"/>
                </a:lnTo>
                <a:lnTo>
                  <a:pt x="827" y="172"/>
                </a:lnTo>
                <a:lnTo>
                  <a:pt x="828" y="173"/>
                </a:lnTo>
                <a:lnTo>
                  <a:pt x="827" y="174"/>
                </a:lnTo>
                <a:lnTo>
                  <a:pt x="828" y="175"/>
                </a:lnTo>
                <a:lnTo>
                  <a:pt x="829" y="175"/>
                </a:lnTo>
                <a:lnTo>
                  <a:pt x="831" y="174"/>
                </a:lnTo>
                <a:lnTo>
                  <a:pt x="832" y="174"/>
                </a:lnTo>
                <a:lnTo>
                  <a:pt x="833" y="174"/>
                </a:lnTo>
                <a:lnTo>
                  <a:pt x="834" y="174"/>
                </a:lnTo>
                <a:lnTo>
                  <a:pt x="834" y="173"/>
                </a:lnTo>
                <a:lnTo>
                  <a:pt x="835" y="172"/>
                </a:lnTo>
                <a:lnTo>
                  <a:pt x="835" y="173"/>
                </a:lnTo>
                <a:lnTo>
                  <a:pt x="836" y="173"/>
                </a:lnTo>
                <a:lnTo>
                  <a:pt x="836" y="174"/>
                </a:lnTo>
                <a:lnTo>
                  <a:pt x="836" y="175"/>
                </a:lnTo>
                <a:lnTo>
                  <a:pt x="837" y="174"/>
                </a:lnTo>
                <a:lnTo>
                  <a:pt x="837" y="173"/>
                </a:lnTo>
                <a:lnTo>
                  <a:pt x="836" y="173"/>
                </a:lnTo>
                <a:lnTo>
                  <a:pt x="836" y="172"/>
                </a:lnTo>
                <a:lnTo>
                  <a:pt x="838" y="171"/>
                </a:lnTo>
                <a:lnTo>
                  <a:pt x="837" y="172"/>
                </a:lnTo>
                <a:lnTo>
                  <a:pt x="837" y="173"/>
                </a:lnTo>
                <a:lnTo>
                  <a:pt x="838" y="173"/>
                </a:lnTo>
                <a:lnTo>
                  <a:pt x="838" y="172"/>
                </a:lnTo>
                <a:lnTo>
                  <a:pt x="839" y="172"/>
                </a:lnTo>
                <a:lnTo>
                  <a:pt x="839" y="173"/>
                </a:lnTo>
                <a:lnTo>
                  <a:pt x="840" y="173"/>
                </a:lnTo>
                <a:lnTo>
                  <a:pt x="840" y="174"/>
                </a:lnTo>
                <a:lnTo>
                  <a:pt x="841" y="173"/>
                </a:lnTo>
                <a:lnTo>
                  <a:pt x="842" y="174"/>
                </a:lnTo>
                <a:lnTo>
                  <a:pt x="842" y="175"/>
                </a:lnTo>
                <a:lnTo>
                  <a:pt x="842" y="176"/>
                </a:lnTo>
                <a:lnTo>
                  <a:pt x="843" y="176"/>
                </a:lnTo>
                <a:lnTo>
                  <a:pt x="844" y="176"/>
                </a:lnTo>
                <a:lnTo>
                  <a:pt x="845" y="176"/>
                </a:lnTo>
                <a:lnTo>
                  <a:pt x="845" y="177"/>
                </a:lnTo>
                <a:lnTo>
                  <a:pt x="844" y="178"/>
                </a:lnTo>
                <a:lnTo>
                  <a:pt x="844" y="179"/>
                </a:lnTo>
                <a:lnTo>
                  <a:pt x="845" y="179"/>
                </a:lnTo>
                <a:lnTo>
                  <a:pt x="845" y="180"/>
                </a:lnTo>
                <a:lnTo>
                  <a:pt x="845" y="181"/>
                </a:lnTo>
                <a:lnTo>
                  <a:pt x="845" y="182"/>
                </a:lnTo>
                <a:lnTo>
                  <a:pt x="846" y="182"/>
                </a:lnTo>
                <a:lnTo>
                  <a:pt x="847" y="183"/>
                </a:lnTo>
                <a:lnTo>
                  <a:pt x="848" y="183"/>
                </a:lnTo>
                <a:lnTo>
                  <a:pt x="848" y="185"/>
                </a:lnTo>
                <a:lnTo>
                  <a:pt x="848" y="186"/>
                </a:lnTo>
                <a:lnTo>
                  <a:pt x="848" y="187"/>
                </a:lnTo>
                <a:lnTo>
                  <a:pt x="848" y="188"/>
                </a:lnTo>
                <a:lnTo>
                  <a:pt x="848" y="189"/>
                </a:lnTo>
                <a:lnTo>
                  <a:pt x="849" y="188"/>
                </a:lnTo>
                <a:lnTo>
                  <a:pt x="850" y="189"/>
                </a:lnTo>
                <a:lnTo>
                  <a:pt x="851" y="189"/>
                </a:lnTo>
                <a:lnTo>
                  <a:pt x="852" y="189"/>
                </a:lnTo>
                <a:lnTo>
                  <a:pt x="852" y="190"/>
                </a:lnTo>
                <a:lnTo>
                  <a:pt x="853" y="191"/>
                </a:lnTo>
                <a:lnTo>
                  <a:pt x="854" y="191"/>
                </a:lnTo>
                <a:lnTo>
                  <a:pt x="854" y="190"/>
                </a:lnTo>
                <a:lnTo>
                  <a:pt x="854" y="189"/>
                </a:lnTo>
                <a:lnTo>
                  <a:pt x="855" y="188"/>
                </a:lnTo>
                <a:lnTo>
                  <a:pt x="856" y="188"/>
                </a:lnTo>
                <a:lnTo>
                  <a:pt x="857" y="188"/>
                </a:lnTo>
                <a:lnTo>
                  <a:pt x="858" y="187"/>
                </a:lnTo>
                <a:lnTo>
                  <a:pt x="858" y="186"/>
                </a:lnTo>
                <a:lnTo>
                  <a:pt x="859" y="186"/>
                </a:lnTo>
                <a:lnTo>
                  <a:pt x="860" y="185"/>
                </a:lnTo>
                <a:lnTo>
                  <a:pt x="860" y="184"/>
                </a:lnTo>
                <a:lnTo>
                  <a:pt x="861" y="183"/>
                </a:lnTo>
                <a:lnTo>
                  <a:pt x="861" y="182"/>
                </a:lnTo>
                <a:lnTo>
                  <a:pt x="861" y="181"/>
                </a:lnTo>
                <a:lnTo>
                  <a:pt x="862" y="181"/>
                </a:lnTo>
                <a:lnTo>
                  <a:pt x="863" y="181"/>
                </a:lnTo>
                <a:lnTo>
                  <a:pt x="864" y="180"/>
                </a:lnTo>
                <a:lnTo>
                  <a:pt x="865" y="180"/>
                </a:lnTo>
                <a:lnTo>
                  <a:pt x="866" y="180"/>
                </a:lnTo>
                <a:lnTo>
                  <a:pt x="866" y="179"/>
                </a:lnTo>
                <a:lnTo>
                  <a:pt x="866" y="178"/>
                </a:lnTo>
                <a:lnTo>
                  <a:pt x="867" y="178"/>
                </a:lnTo>
                <a:lnTo>
                  <a:pt x="869" y="177"/>
                </a:lnTo>
                <a:lnTo>
                  <a:pt x="869" y="176"/>
                </a:lnTo>
                <a:lnTo>
                  <a:pt x="870" y="175"/>
                </a:lnTo>
                <a:lnTo>
                  <a:pt x="870" y="174"/>
                </a:lnTo>
                <a:lnTo>
                  <a:pt x="871" y="174"/>
                </a:lnTo>
                <a:lnTo>
                  <a:pt x="872" y="174"/>
                </a:lnTo>
                <a:lnTo>
                  <a:pt x="872" y="175"/>
                </a:lnTo>
                <a:lnTo>
                  <a:pt x="874" y="177"/>
                </a:lnTo>
                <a:lnTo>
                  <a:pt x="875" y="177"/>
                </a:lnTo>
                <a:lnTo>
                  <a:pt x="877" y="178"/>
                </a:lnTo>
                <a:lnTo>
                  <a:pt x="877" y="177"/>
                </a:lnTo>
                <a:lnTo>
                  <a:pt x="878" y="177"/>
                </a:lnTo>
                <a:lnTo>
                  <a:pt x="879" y="177"/>
                </a:lnTo>
                <a:lnTo>
                  <a:pt x="880" y="177"/>
                </a:lnTo>
                <a:lnTo>
                  <a:pt x="881" y="177"/>
                </a:lnTo>
                <a:lnTo>
                  <a:pt x="882" y="178"/>
                </a:lnTo>
                <a:lnTo>
                  <a:pt x="883" y="177"/>
                </a:lnTo>
                <a:lnTo>
                  <a:pt x="883" y="175"/>
                </a:lnTo>
                <a:lnTo>
                  <a:pt x="883" y="174"/>
                </a:lnTo>
                <a:lnTo>
                  <a:pt x="884" y="174"/>
                </a:lnTo>
                <a:lnTo>
                  <a:pt x="885" y="172"/>
                </a:lnTo>
                <a:lnTo>
                  <a:pt x="885" y="171"/>
                </a:lnTo>
                <a:lnTo>
                  <a:pt x="887" y="170"/>
                </a:lnTo>
                <a:lnTo>
                  <a:pt x="888" y="169"/>
                </a:lnTo>
                <a:lnTo>
                  <a:pt x="889" y="169"/>
                </a:lnTo>
                <a:lnTo>
                  <a:pt x="889" y="170"/>
                </a:lnTo>
                <a:lnTo>
                  <a:pt x="890" y="170"/>
                </a:lnTo>
                <a:lnTo>
                  <a:pt x="891" y="170"/>
                </a:lnTo>
                <a:lnTo>
                  <a:pt x="891" y="169"/>
                </a:lnTo>
                <a:lnTo>
                  <a:pt x="892" y="169"/>
                </a:lnTo>
                <a:lnTo>
                  <a:pt x="892" y="168"/>
                </a:lnTo>
                <a:lnTo>
                  <a:pt x="894" y="168"/>
                </a:lnTo>
                <a:lnTo>
                  <a:pt x="894" y="167"/>
                </a:lnTo>
                <a:lnTo>
                  <a:pt x="895" y="167"/>
                </a:lnTo>
                <a:lnTo>
                  <a:pt x="896" y="167"/>
                </a:lnTo>
                <a:lnTo>
                  <a:pt x="895" y="168"/>
                </a:lnTo>
                <a:lnTo>
                  <a:pt x="896" y="168"/>
                </a:lnTo>
                <a:lnTo>
                  <a:pt x="896" y="169"/>
                </a:lnTo>
                <a:lnTo>
                  <a:pt x="896" y="170"/>
                </a:lnTo>
                <a:lnTo>
                  <a:pt x="897" y="170"/>
                </a:lnTo>
                <a:lnTo>
                  <a:pt x="897" y="171"/>
                </a:lnTo>
                <a:lnTo>
                  <a:pt x="898" y="173"/>
                </a:lnTo>
                <a:lnTo>
                  <a:pt x="899" y="173"/>
                </a:lnTo>
                <a:lnTo>
                  <a:pt x="899" y="174"/>
                </a:lnTo>
                <a:lnTo>
                  <a:pt x="899" y="175"/>
                </a:lnTo>
                <a:lnTo>
                  <a:pt x="900" y="176"/>
                </a:lnTo>
                <a:lnTo>
                  <a:pt x="901" y="176"/>
                </a:lnTo>
                <a:lnTo>
                  <a:pt x="901" y="175"/>
                </a:lnTo>
                <a:lnTo>
                  <a:pt x="902" y="175"/>
                </a:lnTo>
                <a:lnTo>
                  <a:pt x="902" y="176"/>
                </a:lnTo>
                <a:lnTo>
                  <a:pt x="903" y="176"/>
                </a:lnTo>
                <a:lnTo>
                  <a:pt x="903" y="177"/>
                </a:lnTo>
                <a:lnTo>
                  <a:pt x="904" y="177"/>
                </a:lnTo>
                <a:lnTo>
                  <a:pt x="904" y="176"/>
                </a:lnTo>
                <a:lnTo>
                  <a:pt x="904" y="175"/>
                </a:lnTo>
                <a:lnTo>
                  <a:pt x="905" y="175"/>
                </a:lnTo>
                <a:lnTo>
                  <a:pt x="905" y="174"/>
                </a:lnTo>
                <a:lnTo>
                  <a:pt x="905" y="173"/>
                </a:lnTo>
                <a:lnTo>
                  <a:pt x="905" y="172"/>
                </a:lnTo>
                <a:lnTo>
                  <a:pt x="906" y="172"/>
                </a:lnTo>
                <a:lnTo>
                  <a:pt x="907" y="172"/>
                </a:lnTo>
                <a:lnTo>
                  <a:pt x="908" y="171"/>
                </a:lnTo>
                <a:lnTo>
                  <a:pt x="909" y="170"/>
                </a:lnTo>
                <a:lnTo>
                  <a:pt x="909" y="169"/>
                </a:lnTo>
                <a:lnTo>
                  <a:pt x="909" y="168"/>
                </a:lnTo>
                <a:lnTo>
                  <a:pt x="908" y="168"/>
                </a:lnTo>
                <a:lnTo>
                  <a:pt x="908" y="167"/>
                </a:lnTo>
                <a:lnTo>
                  <a:pt x="908" y="166"/>
                </a:lnTo>
                <a:lnTo>
                  <a:pt x="908" y="165"/>
                </a:lnTo>
                <a:lnTo>
                  <a:pt x="907" y="164"/>
                </a:lnTo>
                <a:lnTo>
                  <a:pt x="907" y="163"/>
                </a:lnTo>
                <a:lnTo>
                  <a:pt x="907" y="162"/>
                </a:lnTo>
                <a:lnTo>
                  <a:pt x="907" y="161"/>
                </a:lnTo>
                <a:lnTo>
                  <a:pt x="906" y="161"/>
                </a:lnTo>
                <a:lnTo>
                  <a:pt x="907" y="160"/>
                </a:lnTo>
                <a:lnTo>
                  <a:pt x="908" y="160"/>
                </a:lnTo>
                <a:lnTo>
                  <a:pt x="909" y="160"/>
                </a:lnTo>
                <a:lnTo>
                  <a:pt x="910" y="159"/>
                </a:lnTo>
                <a:lnTo>
                  <a:pt x="910" y="158"/>
                </a:lnTo>
                <a:lnTo>
                  <a:pt x="911" y="159"/>
                </a:lnTo>
                <a:lnTo>
                  <a:pt x="912" y="159"/>
                </a:lnTo>
                <a:lnTo>
                  <a:pt x="913" y="160"/>
                </a:lnTo>
                <a:lnTo>
                  <a:pt x="914" y="160"/>
                </a:lnTo>
                <a:lnTo>
                  <a:pt x="915" y="160"/>
                </a:lnTo>
                <a:lnTo>
                  <a:pt x="916" y="160"/>
                </a:lnTo>
                <a:lnTo>
                  <a:pt x="916" y="159"/>
                </a:lnTo>
                <a:lnTo>
                  <a:pt x="918" y="159"/>
                </a:lnTo>
                <a:lnTo>
                  <a:pt x="918" y="160"/>
                </a:lnTo>
                <a:lnTo>
                  <a:pt x="918" y="161"/>
                </a:lnTo>
                <a:lnTo>
                  <a:pt x="920" y="161"/>
                </a:lnTo>
                <a:lnTo>
                  <a:pt x="920" y="160"/>
                </a:lnTo>
                <a:lnTo>
                  <a:pt x="921" y="160"/>
                </a:lnTo>
                <a:lnTo>
                  <a:pt x="921" y="161"/>
                </a:lnTo>
                <a:lnTo>
                  <a:pt x="922" y="161"/>
                </a:lnTo>
                <a:lnTo>
                  <a:pt x="923" y="161"/>
                </a:lnTo>
                <a:lnTo>
                  <a:pt x="923" y="162"/>
                </a:lnTo>
                <a:lnTo>
                  <a:pt x="924" y="163"/>
                </a:lnTo>
                <a:lnTo>
                  <a:pt x="925" y="163"/>
                </a:lnTo>
                <a:lnTo>
                  <a:pt x="925" y="162"/>
                </a:lnTo>
                <a:lnTo>
                  <a:pt x="925" y="161"/>
                </a:lnTo>
                <a:lnTo>
                  <a:pt x="926" y="160"/>
                </a:lnTo>
                <a:lnTo>
                  <a:pt x="928" y="160"/>
                </a:lnTo>
                <a:lnTo>
                  <a:pt x="929" y="160"/>
                </a:lnTo>
                <a:lnTo>
                  <a:pt x="930" y="160"/>
                </a:lnTo>
                <a:lnTo>
                  <a:pt x="931" y="160"/>
                </a:lnTo>
                <a:lnTo>
                  <a:pt x="931" y="161"/>
                </a:lnTo>
                <a:lnTo>
                  <a:pt x="931" y="162"/>
                </a:lnTo>
                <a:lnTo>
                  <a:pt x="930" y="163"/>
                </a:lnTo>
                <a:lnTo>
                  <a:pt x="930" y="164"/>
                </a:lnTo>
                <a:lnTo>
                  <a:pt x="931" y="164"/>
                </a:lnTo>
                <a:lnTo>
                  <a:pt x="931" y="165"/>
                </a:lnTo>
                <a:lnTo>
                  <a:pt x="932" y="166"/>
                </a:lnTo>
                <a:lnTo>
                  <a:pt x="932" y="167"/>
                </a:lnTo>
                <a:lnTo>
                  <a:pt x="933" y="167"/>
                </a:lnTo>
                <a:lnTo>
                  <a:pt x="933" y="168"/>
                </a:lnTo>
                <a:lnTo>
                  <a:pt x="933" y="167"/>
                </a:lnTo>
                <a:lnTo>
                  <a:pt x="934" y="167"/>
                </a:lnTo>
                <a:lnTo>
                  <a:pt x="935" y="166"/>
                </a:lnTo>
                <a:lnTo>
                  <a:pt x="936" y="166"/>
                </a:lnTo>
                <a:lnTo>
                  <a:pt x="936" y="165"/>
                </a:lnTo>
                <a:lnTo>
                  <a:pt x="936" y="164"/>
                </a:lnTo>
                <a:lnTo>
                  <a:pt x="936" y="163"/>
                </a:lnTo>
                <a:lnTo>
                  <a:pt x="937" y="163"/>
                </a:lnTo>
                <a:lnTo>
                  <a:pt x="938" y="163"/>
                </a:lnTo>
                <a:lnTo>
                  <a:pt x="937" y="162"/>
                </a:lnTo>
                <a:lnTo>
                  <a:pt x="938" y="160"/>
                </a:lnTo>
                <a:lnTo>
                  <a:pt x="938" y="159"/>
                </a:lnTo>
                <a:lnTo>
                  <a:pt x="938" y="158"/>
                </a:lnTo>
                <a:lnTo>
                  <a:pt x="939" y="157"/>
                </a:lnTo>
                <a:lnTo>
                  <a:pt x="938" y="156"/>
                </a:lnTo>
                <a:lnTo>
                  <a:pt x="938" y="155"/>
                </a:lnTo>
                <a:lnTo>
                  <a:pt x="938" y="154"/>
                </a:lnTo>
                <a:lnTo>
                  <a:pt x="938" y="153"/>
                </a:lnTo>
                <a:lnTo>
                  <a:pt x="939" y="153"/>
                </a:lnTo>
                <a:lnTo>
                  <a:pt x="938" y="152"/>
                </a:lnTo>
                <a:lnTo>
                  <a:pt x="938" y="151"/>
                </a:lnTo>
                <a:lnTo>
                  <a:pt x="938" y="150"/>
                </a:lnTo>
                <a:lnTo>
                  <a:pt x="939" y="150"/>
                </a:lnTo>
                <a:lnTo>
                  <a:pt x="939" y="149"/>
                </a:lnTo>
                <a:lnTo>
                  <a:pt x="939" y="148"/>
                </a:lnTo>
                <a:lnTo>
                  <a:pt x="939" y="147"/>
                </a:lnTo>
                <a:lnTo>
                  <a:pt x="939" y="146"/>
                </a:lnTo>
                <a:lnTo>
                  <a:pt x="940" y="145"/>
                </a:lnTo>
                <a:lnTo>
                  <a:pt x="943" y="145"/>
                </a:lnTo>
                <a:lnTo>
                  <a:pt x="944" y="145"/>
                </a:lnTo>
                <a:lnTo>
                  <a:pt x="944" y="147"/>
                </a:lnTo>
                <a:lnTo>
                  <a:pt x="945" y="148"/>
                </a:lnTo>
                <a:lnTo>
                  <a:pt x="947" y="148"/>
                </a:lnTo>
                <a:lnTo>
                  <a:pt x="948" y="147"/>
                </a:lnTo>
                <a:lnTo>
                  <a:pt x="948" y="146"/>
                </a:lnTo>
                <a:lnTo>
                  <a:pt x="948" y="145"/>
                </a:lnTo>
                <a:lnTo>
                  <a:pt x="949" y="145"/>
                </a:lnTo>
                <a:lnTo>
                  <a:pt x="952" y="143"/>
                </a:lnTo>
                <a:lnTo>
                  <a:pt x="953" y="143"/>
                </a:lnTo>
                <a:lnTo>
                  <a:pt x="955" y="142"/>
                </a:lnTo>
                <a:lnTo>
                  <a:pt x="956" y="141"/>
                </a:lnTo>
                <a:lnTo>
                  <a:pt x="957" y="142"/>
                </a:lnTo>
                <a:lnTo>
                  <a:pt x="958" y="142"/>
                </a:lnTo>
                <a:lnTo>
                  <a:pt x="959" y="142"/>
                </a:lnTo>
                <a:lnTo>
                  <a:pt x="959" y="143"/>
                </a:lnTo>
                <a:lnTo>
                  <a:pt x="960" y="143"/>
                </a:lnTo>
                <a:lnTo>
                  <a:pt x="961" y="142"/>
                </a:lnTo>
                <a:lnTo>
                  <a:pt x="960" y="142"/>
                </a:lnTo>
                <a:lnTo>
                  <a:pt x="960" y="141"/>
                </a:lnTo>
                <a:lnTo>
                  <a:pt x="962" y="140"/>
                </a:lnTo>
                <a:lnTo>
                  <a:pt x="963" y="140"/>
                </a:lnTo>
                <a:lnTo>
                  <a:pt x="963" y="139"/>
                </a:lnTo>
                <a:lnTo>
                  <a:pt x="963" y="138"/>
                </a:lnTo>
                <a:lnTo>
                  <a:pt x="964" y="138"/>
                </a:lnTo>
                <a:lnTo>
                  <a:pt x="963" y="138"/>
                </a:lnTo>
                <a:lnTo>
                  <a:pt x="963" y="137"/>
                </a:lnTo>
                <a:lnTo>
                  <a:pt x="964" y="137"/>
                </a:lnTo>
                <a:lnTo>
                  <a:pt x="964" y="136"/>
                </a:lnTo>
                <a:lnTo>
                  <a:pt x="964" y="135"/>
                </a:lnTo>
                <a:lnTo>
                  <a:pt x="964" y="134"/>
                </a:lnTo>
                <a:lnTo>
                  <a:pt x="965" y="134"/>
                </a:lnTo>
                <a:lnTo>
                  <a:pt x="965" y="135"/>
                </a:lnTo>
                <a:lnTo>
                  <a:pt x="966" y="136"/>
                </a:lnTo>
                <a:lnTo>
                  <a:pt x="966" y="135"/>
                </a:lnTo>
                <a:lnTo>
                  <a:pt x="967" y="135"/>
                </a:lnTo>
                <a:lnTo>
                  <a:pt x="968" y="135"/>
                </a:lnTo>
                <a:lnTo>
                  <a:pt x="971" y="137"/>
                </a:lnTo>
                <a:lnTo>
                  <a:pt x="971" y="138"/>
                </a:lnTo>
                <a:lnTo>
                  <a:pt x="973" y="140"/>
                </a:lnTo>
                <a:lnTo>
                  <a:pt x="974" y="140"/>
                </a:lnTo>
                <a:lnTo>
                  <a:pt x="975" y="141"/>
                </a:lnTo>
                <a:lnTo>
                  <a:pt x="975" y="142"/>
                </a:lnTo>
                <a:lnTo>
                  <a:pt x="976" y="141"/>
                </a:lnTo>
                <a:lnTo>
                  <a:pt x="977" y="141"/>
                </a:lnTo>
                <a:lnTo>
                  <a:pt x="977" y="142"/>
                </a:lnTo>
                <a:lnTo>
                  <a:pt x="978" y="142"/>
                </a:lnTo>
                <a:lnTo>
                  <a:pt x="979" y="141"/>
                </a:lnTo>
                <a:lnTo>
                  <a:pt x="979" y="140"/>
                </a:lnTo>
                <a:lnTo>
                  <a:pt x="979" y="141"/>
                </a:lnTo>
                <a:lnTo>
                  <a:pt x="978" y="141"/>
                </a:lnTo>
                <a:lnTo>
                  <a:pt x="978" y="140"/>
                </a:lnTo>
                <a:lnTo>
                  <a:pt x="979" y="139"/>
                </a:lnTo>
                <a:lnTo>
                  <a:pt x="980" y="139"/>
                </a:lnTo>
                <a:lnTo>
                  <a:pt x="980" y="138"/>
                </a:lnTo>
                <a:lnTo>
                  <a:pt x="981" y="138"/>
                </a:lnTo>
                <a:lnTo>
                  <a:pt x="982" y="137"/>
                </a:lnTo>
                <a:lnTo>
                  <a:pt x="982" y="136"/>
                </a:lnTo>
                <a:lnTo>
                  <a:pt x="983" y="137"/>
                </a:lnTo>
                <a:lnTo>
                  <a:pt x="984" y="137"/>
                </a:lnTo>
                <a:lnTo>
                  <a:pt x="984" y="136"/>
                </a:lnTo>
                <a:lnTo>
                  <a:pt x="985" y="136"/>
                </a:lnTo>
                <a:lnTo>
                  <a:pt x="986" y="136"/>
                </a:lnTo>
                <a:lnTo>
                  <a:pt x="986" y="135"/>
                </a:lnTo>
                <a:lnTo>
                  <a:pt x="987" y="135"/>
                </a:lnTo>
                <a:lnTo>
                  <a:pt x="988" y="135"/>
                </a:lnTo>
                <a:lnTo>
                  <a:pt x="991" y="135"/>
                </a:lnTo>
                <a:lnTo>
                  <a:pt x="991" y="134"/>
                </a:lnTo>
                <a:lnTo>
                  <a:pt x="990" y="134"/>
                </a:lnTo>
                <a:lnTo>
                  <a:pt x="990" y="135"/>
                </a:lnTo>
                <a:lnTo>
                  <a:pt x="989" y="134"/>
                </a:lnTo>
                <a:lnTo>
                  <a:pt x="989" y="133"/>
                </a:lnTo>
                <a:lnTo>
                  <a:pt x="989" y="132"/>
                </a:lnTo>
                <a:lnTo>
                  <a:pt x="990" y="132"/>
                </a:lnTo>
                <a:lnTo>
                  <a:pt x="991" y="131"/>
                </a:lnTo>
                <a:lnTo>
                  <a:pt x="992" y="130"/>
                </a:lnTo>
                <a:lnTo>
                  <a:pt x="993" y="129"/>
                </a:lnTo>
                <a:lnTo>
                  <a:pt x="995" y="128"/>
                </a:lnTo>
                <a:lnTo>
                  <a:pt x="996" y="127"/>
                </a:lnTo>
                <a:lnTo>
                  <a:pt x="997" y="127"/>
                </a:lnTo>
                <a:lnTo>
                  <a:pt x="998" y="128"/>
                </a:lnTo>
                <a:lnTo>
                  <a:pt x="998" y="127"/>
                </a:lnTo>
                <a:lnTo>
                  <a:pt x="999" y="126"/>
                </a:lnTo>
                <a:lnTo>
                  <a:pt x="1000" y="126"/>
                </a:lnTo>
                <a:lnTo>
                  <a:pt x="1002" y="127"/>
                </a:lnTo>
                <a:lnTo>
                  <a:pt x="1002" y="126"/>
                </a:lnTo>
                <a:lnTo>
                  <a:pt x="1003" y="126"/>
                </a:lnTo>
                <a:lnTo>
                  <a:pt x="1003" y="125"/>
                </a:lnTo>
                <a:lnTo>
                  <a:pt x="1003" y="124"/>
                </a:lnTo>
                <a:lnTo>
                  <a:pt x="1004" y="123"/>
                </a:lnTo>
                <a:lnTo>
                  <a:pt x="1004" y="122"/>
                </a:lnTo>
                <a:lnTo>
                  <a:pt x="1004" y="121"/>
                </a:lnTo>
                <a:lnTo>
                  <a:pt x="1005" y="121"/>
                </a:lnTo>
                <a:lnTo>
                  <a:pt x="1006" y="121"/>
                </a:lnTo>
                <a:lnTo>
                  <a:pt x="1007" y="121"/>
                </a:lnTo>
                <a:lnTo>
                  <a:pt x="1008" y="120"/>
                </a:lnTo>
                <a:lnTo>
                  <a:pt x="1011" y="119"/>
                </a:lnTo>
                <a:lnTo>
                  <a:pt x="1011" y="120"/>
                </a:lnTo>
                <a:lnTo>
                  <a:pt x="1012" y="121"/>
                </a:lnTo>
                <a:lnTo>
                  <a:pt x="1013" y="121"/>
                </a:lnTo>
                <a:lnTo>
                  <a:pt x="1014" y="121"/>
                </a:lnTo>
                <a:lnTo>
                  <a:pt x="1015" y="121"/>
                </a:lnTo>
                <a:lnTo>
                  <a:pt x="1016" y="121"/>
                </a:lnTo>
                <a:lnTo>
                  <a:pt x="1017" y="121"/>
                </a:lnTo>
                <a:lnTo>
                  <a:pt x="1018" y="122"/>
                </a:lnTo>
                <a:lnTo>
                  <a:pt x="1019" y="122"/>
                </a:lnTo>
                <a:lnTo>
                  <a:pt x="1019" y="123"/>
                </a:lnTo>
                <a:lnTo>
                  <a:pt x="1020" y="123"/>
                </a:lnTo>
                <a:lnTo>
                  <a:pt x="1021" y="123"/>
                </a:lnTo>
                <a:lnTo>
                  <a:pt x="1021" y="122"/>
                </a:lnTo>
                <a:lnTo>
                  <a:pt x="1021" y="121"/>
                </a:lnTo>
                <a:lnTo>
                  <a:pt x="1021" y="120"/>
                </a:lnTo>
                <a:lnTo>
                  <a:pt x="1021" y="119"/>
                </a:lnTo>
                <a:lnTo>
                  <a:pt x="1021" y="118"/>
                </a:lnTo>
                <a:lnTo>
                  <a:pt x="1021" y="116"/>
                </a:lnTo>
                <a:lnTo>
                  <a:pt x="1022" y="115"/>
                </a:lnTo>
                <a:lnTo>
                  <a:pt x="1023" y="115"/>
                </a:lnTo>
                <a:lnTo>
                  <a:pt x="1023" y="116"/>
                </a:lnTo>
                <a:lnTo>
                  <a:pt x="1025" y="115"/>
                </a:lnTo>
                <a:lnTo>
                  <a:pt x="1026" y="114"/>
                </a:lnTo>
                <a:lnTo>
                  <a:pt x="1026" y="113"/>
                </a:lnTo>
                <a:lnTo>
                  <a:pt x="1027" y="111"/>
                </a:lnTo>
                <a:lnTo>
                  <a:pt x="1028" y="110"/>
                </a:lnTo>
                <a:lnTo>
                  <a:pt x="1029" y="110"/>
                </a:lnTo>
                <a:lnTo>
                  <a:pt x="1030" y="111"/>
                </a:lnTo>
                <a:lnTo>
                  <a:pt x="1031" y="112"/>
                </a:lnTo>
                <a:lnTo>
                  <a:pt x="1032" y="112"/>
                </a:lnTo>
                <a:lnTo>
                  <a:pt x="1033" y="112"/>
                </a:lnTo>
                <a:lnTo>
                  <a:pt x="1033" y="113"/>
                </a:lnTo>
                <a:lnTo>
                  <a:pt x="1034" y="113"/>
                </a:lnTo>
                <a:lnTo>
                  <a:pt x="1035" y="114"/>
                </a:lnTo>
                <a:lnTo>
                  <a:pt x="1036" y="115"/>
                </a:lnTo>
                <a:lnTo>
                  <a:pt x="1037" y="115"/>
                </a:lnTo>
                <a:lnTo>
                  <a:pt x="1038" y="116"/>
                </a:lnTo>
                <a:lnTo>
                  <a:pt x="1039" y="115"/>
                </a:lnTo>
                <a:lnTo>
                  <a:pt x="1040" y="115"/>
                </a:lnTo>
                <a:lnTo>
                  <a:pt x="1041" y="115"/>
                </a:lnTo>
                <a:lnTo>
                  <a:pt x="1042" y="116"/>
                </a:lnTo>
                <a:lnTo>
                  <a:pt x="1043" y="117"/>
                </a:lnTo>
                <a:lnTo>
                  <a:pt x="1043" y="118"/>
                </a:lnTo>
                <a:lnTo>
                  <a:pt x="1044" y="118"/>
                </a:lnTo>
                <a:lnTo>
                  <a:pt x="1045" y="118"/>
                </a:lnTo>
                <a:lnTo>
                  <a:pt x="1046" y="119"/>
                </a:lnTo>
                <a:lnTo>
                  <a:pt x="1046" y="120"/>
                </a:lnTo>
                <a:lnTo>
                  <a:pt x="1046" y="121"/>
                </a:lnTo>
                <a:lnTo>
                  <a:pt x="1047" y="121"/>
                </a:lnTo>
                <a:lnTo>
                  <a:pt x="1048" y="122"/>
                </a:lnTo>
                <a:lnTo>
                  <a:pt x="1048" y="123"/>
                </a:lnTo>
                <a:lnTo>
                  <a:pt x="1048" y="124"/>
                </a:lnTo>
                <a:lnTo>
                  <a:pt x="1050" y="124"/>
                </a:lnTo>
                <a:lnTo>
                  <a:pt x="1051" y="124"/>
                </a:lnTo>
                <a:lnTo>
                  <a:pt x="1052" y="124"/>
                </a:lnTo>
                <a:lnTo>
                  <a:pt x="1052" y="125"/>
                </a:lnTo>
                <a:lnTo>
                  <a:pt x="1052" y="126"/>
                </a:lnTo>
                <a:lnTo>
                  <a:pt x="1051" y="126"/>
                </a:lnTo>
                <a:lnTo>
                  <a:pt x="1051" y="127"/>
                </a:lnTo>
                <a:lnTo>
                  <a:pt x="1052" y="128"/>
                </a:lnTo>
                <a:lnTo>
                  <a:pt x="1053" y="128"/>
                </a:lnTo>
                <a:lnTo>
                  <a:pt x="1054" y="129"/>
                </a:lnTo>
                <a:lnTo>
                  <a:pt x="1055" y="129"/>
                </a:lnTo>
                <a:lnTo>
                  <a:pt x="1055" y="128"/>
                </a:lnTo>
                <a:lnTo>
                  <a:pt x="1055" y="129"/>
                </a:lnTo>
                <a:lnTo>
                  <a:pt x="1056" y="129"/>
                </a:lnTo>
                <a:lnTo>
                  <a:pt x="1057" y="130"/>
                </a:lnTo>
                <a:lnTo>
                  <a:pt x="1058" y="130"/>
                </a:lnTo>
                <a:lnTo>
                  <a:pt x="1058" y="132"/>
                </a:lnTo>
                <a:lnTo>
                  <a:pt x="1059" y="133"/>
                </a:lnTo>
                <a:lnTo>
                  <a:pt x="1059" y="134"/>
                </a:lnTo>
                <a:lnTo>
                  <a:pt x="1059" y="135"/>
                </a:lnTo>
                <a:lnTo>
                  <a:pt x="1059" y="136"/>
                </a:lnTo>
                <a:lnTo>
                  <a:pt x="1059" y="137"/>
                </a:lnTo>
                <a:lnTo>
                  <a:pt x="1060" y="137"/>
                </a:lnTo>
                <a:lnTo>
                  <a:pt x="1060" y="138"/>
                </a:lnTo>
                <a:lnTo>
                  <a:pt x="1060" y="139"/>
                </a:lnTo>
                <a:lnTo>
                  <a:pt x="1061" y="139"/>
                </a:lnTo>
                <a:lnTo>
                  <a:pt x="1062" y="140"/>
                </a:lnTo>
                <a:lnTo>
                  <a:pt x="1062" y="141"/>
                </a:lnTo>
                <a:lnTo>
                  <a:pt x="1062" y="142"/>
                </a:lnTo>
                <a:lnTo>
                  <a:pt x="1063" y="143"/>
                </a:lnTo>
                <a:lnTo>
                  <a:pt x="1064" y="144"/>
                </a:lnTo>
                <a:lnTo>
                  <a:pt x="1064" y="143"/>
                </a:lnTo>
                <a:lnTo>
                  <a:pt x="1065" y="143"/>
                </a:lnTo>
                <a:lnTo>
                  <a:pt x="1064" y="143"/>
                </a:lnTo>
                <a:lnTo>
                  <a:pt x="1065" y="143"/>
                </a:lnTo>
                <a:lnTo>
                  <a:pt x="1065" y="142"/>
                </a:lnTo>
                <a:lnTo>
                  <a:pt x="1066" y="143"/>
                </a:lnTo>
                <a:lnTo>
                  <a:pt x="1067" y="143"/>
                </a:lnTo>
                <a:lnTo>
                  <a:pt x="1068" y="143"/>
                </a:lnTo>
                <a:lnTo>
                  <a:pt x="1068" y="142"/>
                </a:lnTo>
                <a:lnTo>
                  <a:pt x="1068" y="141"/>
                </a:lnTo>
                <a:lnTo>
                  <a:pt x="1069" y="140"/>
                </a:lnTo>
                <a:lnTo>
                  <a:pt x="1070" y="140"/>
                </a:lnTo>
                <a:lnTo>
                  <a:pt x="1071" y="141"/>
                </a:lnTo>
                <a:lnTo>
                  <a:pt x="1072" y="141"/>
                </a:lnTo>
                <a:lnTo>
                  <a:pt x="1073" y="141"/>
                </a:lnTo>
                <a:lnTo>
                  <a:pt x="1073" y="142"/>
                </a:lnTo>
                <a:lnTo>
                  <a:pt x="1074" y="143"/>
                </a:lnTo>
                <a:lnTo>
                  <a:pt x="1075" y="142"/>
                </a:lnTo>
                <a:lnTo>
                  <a:pt x="1076" y="142"/>
                </a:lnTo>
                <a:lnTo>
                  <a:pt x="1078" y="142"/>
                </a:lnTo>
                <a:lnTo>
                  <a:pt x="1078" y="143"/>
                </a:lnTo>
                <a:lnTo>
                  <a:pt x="1079" y="143"/>
                </a:lnTo>
                <a:lnTo>
                  <a:pt x="1080" y="143"/>
                </a:lnTo>
                <a:lnTo>
                  <a:pt x="1081" y="143"/>
                </a:lnTo>
                <a:lnTo>
                  <a:pt x="1082" y="144"/>
                </a:lnTo>
                <a:lnTo>
                  <a:pt x="1083" y="146"/>
                </a:lnTo>
                <a:lnTo>
                  <a:pt x="1084" y="147"/>
                </a:lnTo>
                <a:lnTo>
                  <a:pt x="1084" y="148"/>
                </a:lnTo>
                <a:lnTo>
                  <a:pt x="1085" y="149"/>
                </a:lnTo>
                <a:lnTo>
                  <a:pt x="1085" y="150"/>
                </a:lnTo>
                <a:lnTo>
                  <a:pt x="1084" y="150"/>
                </a:lnTo>
                <a:lnTo>
                  <a:pt x="1083" y="151"/>
                </a:lnTo>
                <a:lnTo>
                  <a:pt x="1083" y="152"/>
                </a:lnTo>
                <a:lnTo>
                  <a:pt x="1084" y="153"/>
                </a:lnTo>
                <a:lnTo>
                  <a:pt x="1084" y="154"/>
                </a:lnTo>
                <a:lnTo>
                  <a:pt x="1085" y="154"/>
                </a:lnTo>
                <a:lnTo>
                  <a:pt x="1085" y="155"/>
                </a:lnTo>
                <a:lnTo>
                  <a:pt x="1086" y="155"/>
                </a:lnTo>
                <a:lnTo>
                  <a:pt x="1087" y="155"/>
                </a:lnTo>
                <a:lnTo>
                  <a:pt x="1088" y="155"/>
                </a:lnTo>
                <a:lnTo>
                  <a:pt x="1089" y="155"/>
                </a:lnTo>
                <a:lnTo>
                  <a:pt x="1090" y="155"/>
                </a:lnTo>
                <a:lnTo>
                  <a:pt x="1090" y="156"/>
                </a:lnTo>
                <a:lnTo>
                  <a:pt x="1091" y="156"/>
                </a:lnTo>
                <a:lnTo>
                  <a:pt x="1094" y="155"/>
                </a:lnTo>
                <a:lnTo>
                  <a:pt x="1095" y="155"/>
                </a:lnTo>
                <a:lnTo>
                  <a:pt x="1096" y="155"/>
                </a:lnTo>
                <a:lnTo>
                  <a:pt x="1098" y="154"/>
                </a:lnTo>
                <a:lnTo>
                  <a:pt x="1098" y="153"/>
                </a:lnTo>
                <a:lnTo>
                  <a:pt x="1100" y="151"/>
                </a:lnTo>
                <a:lnTo>
                  <a:pt x="1100" y="150"/>
                </a:lnTo>
                <a:lnTo>
                  <a:pt x="1101" y="150"/>
                </a:lnTo>
                <a:lnTo>
                  <a:pt x="1102" y="150"/>
                </a:lnTo>
                <a:lnTo>
                  <a:pt x="1102" y="149"/>
                </a:lnTo>
                <a:lnTo>
                  <a:pt x="1104" y="148"/>
                </a:lnTo>
                <a:lnTo>
                  <a:pt x="1105" y="149"/>
                </a:lnTo>
                <a:lnTo>
                  <a:pt x="1106" y="149"/>
                </a:lnTo>
                <a:lnTo>
                  <a:pt x="1107" y="150"/>
                </a:lnTo>
                <a:lnTo>
                  <a:pt x="1108" y="149"/>
                </a:lnTo>
                <a:lnTo>
                  <a:pt x="1107" y="149"/>
                </a:lnTo>
                <a:lnTo>
                  <a:pt x="1108" y="148"/>
                </a:lnTo>
                <a:lnTo>
                  <a:pt x="1109" y="148"/>
                </a:lnTo>
                <a:lnTo>
                  <a:pt x="1110" y="149"/>
                </a:lnTo>
                <a:lnTo>
                  <a:pt x="1112" y="149"/>
                </a:lnTo>
                <a:lnTo>
                  <a:pt x="1113" y="148"/>
                </a:lnTo>
                <a:lnTo>
                  <a:pt x="1114" y="149"/>
                </a:lnTo>
                <a:lnTo>
                  <a:pt x="1116" y="148"/>
                </a:lnTo>
                <a:lnTo>
                  <a:pt x="1115" y="146"/>
                </a:lnTo>
                <a:lnTo>
                  <a:pt x="1114" y="146"/>
                </a:lnTo>
                <a:lnTo>
                  <a:pt x="1113" y="146"/>
                </a:lnTo>
                <a:lnTo>
                  <a:pt x="1113" y="145"/>
                </a:lnTo>
                <a:lnTo>
                  <a:pt x="1113" y="144"/>
                </a:lnTo>
                <a:lnTo>
                  <a:pt x="1112" y="143"/>
                </a:lnTo>
                <a:lnTo>
                  <a:pt x="1112" y="142"/>
                </a:lnTo>
                <a:lnTo>
                  <a:pt x="1111" y="142"/>
                </a:lnTo>
                <a:lnTo>
                  <a:pt x="1110" y="142"/>
                </a:lnTo>
                <a:lnTo>
                  <a:pt x="1109" y="142"/>
                </a:lnTo>
                <a:lnTo>
                  <a:pt x="1108" y="140"/>
                </a:lnTo>
                <a:lnTo>
                  <a:pt x="1108" y="139"/>
                </a:lnTo>
                <a:lnTo>
                  <a:pt x="1107" y="139"/>
                </a:lnTo>
                <a:lnTo>
                  <a:pt x="1106" y="138"/>
                </a:lnTo>
                <a:lnTo>
                  <a:pt x="1106" y="137"/>
                </a:lnTo>
                <a:lnTo>
                  <a:pt x="1105" y="137"/>
                </a:lnTo>
                <a:lnTo>
                  <a:pt x="1105" y="138"/>
                </a:lnTo>
                <a:lnTo>
                  <a:pt x="1104" y="137"/>
                </a:lnTo>
                <a:lnTo>
                  <a:pt x="1104" y="136"/>
                </a:lnTo>
                <a:lnTo>
                  <a:pt x="1102" y="136"/>
                </a:lnTo>
                <a:lnTo>
                  <a:pt x="1102" y="135"/>
                </a:lnTo>
                <a:lnTo>
                  <a:pt x="1102" y="134"/>
                </a:lnTo>
                <a:lnTo>
                  <a:pt x="1102" y="133"/>
                </a:lnTo>
                <a:lnTo>
                  <a:pt x="1102" y="132"/>
                </a:lnTo>
                <a:lnTo>
                  <a:pt x="1101" y="131"/>
                </a:lnTo>
                <a:lnTo>
                  <a:pt x="1101" y="130"/>
                </a:lnTo>
                <a:lnTo>
                  <a:pt x="1100" y="129"/>
                </a:lnTo>
                <a:lnTo>
                  <a:pt x="1097" y="129"/>
                </a:lnTo>
                <a:lnTo>
                  <a:pt x="1096" y="129"/>
                </a:lnTo>
                <a:lnTo>
                  <a:pt x="1097" y="128"/>
                </a:lnTo>
                <a:lnTo>
                  <a:pt x="1098" y="128"/>
                </a:lnTo>
                <a:lnTo>
                  <a:pt x="1099" y="127"/>
                </a:lnTo>
                <a:lnTo>
                  <a:pt x="1099" y="126"/>
                </a:lnTo>
                <a:lnTo>
                  <a:pt x="1100" y="126"/>
                </a:lnTo>
                <a:lnTo>
                  <a:pt x="1101" y="127"/>
                </a:lnTo>
                <a:lnTo>
                  <a:pt x="1103" y="127"/>
                </a:lnTo>
                <a:lnTo>
                  <a:pt x="1103" y="126"/>
                </a:lnTo>
                <a:lnTo>
                  <a:pt x="1103" y="125"/>
                </a:lnTo>
                <a:lnTo>
                  <a:pt x="1104" y="124"/>
                </a:lnTo>
                <a:lnTo>
                  <a:pt x="1104" y="123"/>
                </a:lnTo>
                <a:lnTo>
                  <a:pt x="1104" y="122"/>
                </a:lnTo>
                <a:lnTo>
                  <a:pt x="1104" y="121"/>
                </a:lnTo>
                <a:lnTo>
                  <a:pt x="1103" y="120"/>
                </a:lnTo>
                <a:lnTo>
                  <a:pt x="1103" y="121"/>
                </a:lnTo>
                <a:lnTo>
                  <a:pt x="1102" y="121"/>
                </a:lnTo>
                <a:lnTo>
                  <a:pt x="1102" y="122"/>
                </a:lnTo>
                <a:lnTo>
                  <a:pt x="1100" y="122"/>
                </a:lnTo>
                <a:lnTo>
                  <a:pt x="1099" y="121"/>
                </a:lnTo>
                <a:lnTo>
                  <a:pt x="1098" y="120"/>
                </a:lnTo>
                <a:lnTo>
                  <a:pt x="1097" y="120"/>
                </a:lnTo>
                <a:lnTo>
                  <a:pt x="1097" y="118"/>
                </a:lnTo>
                <a:lnTo>
                  <a:pt x="1097" y="117"/>
                </a:lnTo>
                <a:lnTo>
                  <a:pt x="1095" y="116"/>
                </a:lnTo>
                <a:lnTo>
                  <a:pt x="1094" y="115"/>
                </a:lnTo>
                <a:lnTo>
                  <a:pt x="1094" y="114"/>
                </a:lnTo>
                <a:lnTo>
                  <a:pt x="1094" y="112"/>
                </a:lnTo>
                <a:lnTo>
                  <a:pt x="1095" y="112"/>
                </a:lnTo>
                <a:lnTo>
                  <a:pt x="1095" y="111"/>
                </a:lnTo>
                <a:lnTo>
                  <a:pt x="1095" y="110"/>
                </a:lnTo>
                <a:lnTo>
                  <a:pt x="1095" y="109"/>
                </a:lnTo>
                <a:lnTo>
                  <a:pt x="1096" y="109"/>
                </a:lnTo>
                <a:lnTo>
                  <a:pt x="1096" y="108"/>
                </a:lnTo>
                <a:lnTo>
                  <a:pt x="1097" y="108"/>
                </a:lnTo>
                <a:lnTo>
                  <a:pt x="1097" y="107"/>
                </a:lnTo>
                <a:lnTo>
                  <a:pt x="1096" y="106"/>
                </a:lnTo>
                <a:lnTo>
                  <a:pt x="1096" y="105"/>
                </a:lnTo>
                <a:lnTo>
                  <a:pt x="1095" y="105"/>
                </a:lnTo>
                <a:lnTo>
                  <a:pt x="1095" y="104"/>
                </a:lnTo>
                <a:lnTo>
                  <a:pt x="1094" y="104"/>
                </a:lnTo>
                <a:lnTo>
                  <a:pt x="1094" y="103"/>
                </a:lnTo>
                <a:lnTo>
                  <a:pt x="1095" y="103"/>
                </a:lnTo>
                <a:lnTo>
                  <a:pt x="1096" y="102"/>
                </a:lnTo>
                <a:lnTo>
                  <a:pt x="1096" y="101"/>
                </a:lnTo>
                <a:lnTo>
                  <a:pt x="1095" y="100"/>
                </a:lnTo>
                <a:lnTo>
                  <a:pt x="1095" y="99"/>
                </a:lnTo>
                <a:lnTo>
                  <a:pt x="1096" y="98"/>
                </a:lnTo>
                <a:lnTo>
                  <a:pt x="1096" y="96"/>
                </a:lnTo>
                <a:lnTo>
                  <a:pt x="1096" y="94"/>
                </a:lnTo>
                <a:lnTo>
                  <a:pt x="1097" y="95"/>
                </a:lnTo>
                <a:lnTo>
                  <a:pt x="1098" y="95"/>
                </a:lnTo>
                <a:lnTo>
                  <a:pt x="1098" y="94"/>
                </a:lnTo>
                <a:lnTo>
                  <a:pt x="1098" y="93"/>
                </a:lnTo>
                <a:lnTo>
                  <a:pt x="1097" y="93"/>
                </a:lnTo>
                <a:lnTo>
                  <a:pt x="1097" y="92"/>
                </a:lnTo>
                <a:lnTo>
                  <a:pt x="1097" y="91"/>
                </a:lnTo>
                <a:lnTo>
                  <a:pt x="1098" y="90"/>
                </a:lnTo>
                <a:lnTo>
                  <a:pt x="1097" y="90"/>
                </a:lnTo>
                <a:lnTo>
                  <a:pt x="1096" y="90"/>
                </a:lnTo>
                <a:lnTo>
                  <a:pt x="1096" y="89"/>
                </a:lnTo>
                <a:lnTo>
                  <a:pt x="1097" y="89"/>
                </a:lnTo>
                <a:lnTo>
                  <a:pt x="1098" y="89"/>
                </a:lnTo>
                <a:lnTo>
                  <a:pt x="1099" y="90"/>
                </a:lnTo>
                <a:lnTo>
                  <a:pt x="1100" y="90"/>
                </a:lnTo>
                <a:lnTo>
                  <a:pt x="1101" y="90"/>
                </a:lnTo>
                <a:lnTo>
                  <a:pt x="1101" y="89"/>
                </a:lnTo>
                <a:lnTo>
                  <a:pt x="1101" y="88"/>
                </a:lnTo>
                <a:lnTo>
                  <a:pt x="1100" y="87"/>
                </a:lnTo>
                <a:lnTo>
                  <a:pt x="1100" y="86"/>
                </a:lnTo>
                <a:lnTo>
                  <a:pt x="1100" y="85"/>
                </a:lnTo>
                <a:lnTo>
                  <a:pt x="1100" y="84"/>
                </a:lnTo>
                <a:lnTo>
                  <a:pt x="1100" y="83"/>
                </a:lnTo>
                <a:lnTo>
                  <a:pt x="1101" y="82"/>
                </a:lnTo>
                <a:lnTo>
                  <a:pt x="1101" y="81"/>
                </a:lnTo>
                <a:lnTo>
                  <a:pt x="1102" y="80"/>
                </a:lnTo>
                <a:lnTo>
                  <a:pt x="1102" y="79"/>
                </a:lnTo>
                <a:lnTo>
                  <a:pt x="1103" y="79"/>
                </a:lnTo>
                <a:lnTo>
                  <a:pt x="1104" y="79"/>
                </a:lnTo>
                <a:lnTo>
                  <a:pt x="1105" y="79"/>
                </a:lnTo>
                <a:lnTo>
                  <a:pt x="1107" y="80"/>
                </a:lnTo>
                <a:lnTo>
                  <a:pt x="1108" y="80"/>
                </a:lnTo>
                <a:lnTo>
                  <a:pt x="1108" y="81"/>
                </a:lnTo>
                <a:lnTo>
                  <a:pt x="1109" y="82"/>
                </a:lnTo>
                <a:lnTo>
                  <a:pt x="1110" y="82"/>
                </a:lnTo>
                <a:lnTo>
                  <a:pt x="1110" y="81"/>
                </a:lnTo>
                <a:lnTo>
                  <a:pt x="1111" y="82"/>
                </a:lnTo>
                <a:lnTo>
                  <a:pt x="1111" y="83"/>
                </a:lnTo>
                <a:lnTo>
                  <a:pt x="1110" y="83"/>
                </a:lnTo>
                <a:lnTo>
                  <a:pt x="1110" y="84"/>
                </a:lnTo>
                <a:lnTo>
                  <a:pt x="1111" y="84"/>
                </a:lnTo>
                <a:lnTo>
                  <a:pt x="1111" y="85"/>
                </a:lnTo>
                <a:lnTo>
                  <a:pt x="1110" y="85"/>
                </a:lnTo>
                <a:lnTo>
                  <a:pt x="1110" y="86"/>
                </a:lnTo>
                <a:lnTo>
                  <a:pt x="1110" y="87"/>
                </a:lnTo>
                <a:lnTo>
                  <a:pt x="1111" y="87"/>
                </a:lnTo>
                <a:lnTo>
                  <a:pt x="1112" y="87"/>
                </a:lnTo>
                <a:lnTo>
                  <a:pt x="1112" y="86"/>
                </a:lnTo>
                <a:lnTo>
                  <a:pt x="1113" y="86"/>
                </a:lnTo>
                <a:lnTo>
                  <a:pt x="1114" y="86"/>
                </a:lnTo>
                <a:lnTo>
                  <a:pt x="1116" y="86"/>
                </a:lnTo>
                <a:lnTo>
                  <a:pt x="1116" y="85"/>
                </a:lnTo>
                <a:lnTo>
                  <a:pt x="1117" y="85"/>
                </a:lnTo>
                <a:lnTo>
                  <a:pt x="1117" y="84"/>
                </a:lnTo>
                <a:lnTo>
                  <a:pt x="1118" y="83"/>
                </a:lnTo>
                <a:lnTo>
                  <a:pt x="1119" y="83"/>
                </a:lnTo>
                <a:lnTo>
                  <a:pt x="1119" y="82"/>
                </a:lnTo>
                <a:lnTo>
                  <a:pt x="1118" y="81"/>
                </a:lnTo>
                <a:lnTo>
                  <a:pt x="1117" y="81"/>
                </a:lnTo>
                <a:lnTo>
                  <a:pt x="1116" y="81"/>
                </a:lnTo>
                <a:lnTo>
                  <a:pt x="1115" y="81"/>
                </a:lnTo>
                <a:lnTo>
                  <a:pt x="1115" y="80"/>
                </a:lnTo>
                <a:lnTo>
                  <a:pt x="1114" y="80"/>
                </a:lnTo>
                <a:lnTo>
                  <a:pt x="1114" y="78"/>
                </a:lnTo>
                <a:lnTo>
                  <a:pt x="1114" y="77"/>
                </a:lnTo>
                <a:lnTo>
                  <a:pt x="1114" y="76"/>
                </a:lnTo>
                <a:lnTo>
                  <a:pt x="1114" y="75"/>
                </a:lnTo>
                <a:lnTo>
                  <a:pt x="1113" y="74"/>
                </a:lnTo>
                <a:lnTo>
                  <a:pt x="1112" y="73"/>
                </a:lnTo>
                <a:lnTo>
                  <a:pt x="1113" y="72"/>
                </a:lnTo>
                <a:lnTo>
                  <a:pt x="1114" y="72"/>
                </a:lnTo>
                <a:lnTo>
                  <a:pt x="1114" y="73"/>
                </a:lnTo>
                <a:lnTo>
                  <a:pt x="1114" y="72"/>
                </a:lnTo>
                <a:lnTo>
                  <a:pt x="1115" y="72"/>
                </a:lnTo>
                <a:lnTo>
                  <a:pt x="1116" y="72"/>
                </a:lnTo>
                <a:lnTo>
                  <a:pt x="1117" y="72"/>
                </a:lnTo>
                <a:lnTo>
                  <a:pt x="1117" y="73"/>
                </a:lnTo>
                <a:lnTo>
                  <a:pt x="1118" y="74"/>
                </a:lnTo>
                <a:lnTo>
                  <a:pt x="1120" y="74"/>
                </a:lnTo>
                <a:lnTo>
                  <a:pt x="1121" y="74"/>
                </a:lnTo>
                <a:lnTo>
                  <a:pt x="1121" y="75"/>
                </a:lnTo>
                <a:lnTo>
                  <a:pt x="1122" y="74"/>
                </a:lnTo>
                <a:lnTo>
                  <a:pt x="1124" y="74"/>
                </a:lnTo>
                <a:lnTo>
                  <a:pt x="1126" y="75"/>
                </a:lnTo>
                <a:lnTo>
                  <a:pt x="1129" y="75"/>
                </a:lnTo>
                <a:lnTo>
                  <a:pt x="1130" y="75"/>
                </a:lnTo>
                <a:lnTo>
                  <a:pt x="1130" y="74"/>
                </a:lnTo>
                <a:lnTo>
                  <a:pt x="1131" y="74"/>
                </a:lnTo>
                <a:lnTo>
                  <a:pt x="1132" y="77"/>
                </a:lnTo>
                <a:lnTo>
                  <a:pt x="1133" y="77"/>
                </a:lnTo>
                <a:lnTo>
                  <a:pt x="1134" y="77"/>
                </a:lnTo>
                <a:lnTo>
                  <a:pt x="1135" y="77"/>
                </a:lnTo>
                <a:lnTo>
                  <a:pt x="1135" y="78"/>
                </a:lnTo>
                <a:lnTo>
                  <a:pt x="1136" y="78"/>
                </a:lnTo>
                <a:lnTo>
                  <a:pt x="1137" y="77"/>
                </a:lnTo>
                <a:lnTo>
                  <a:pt x="1138" y="76"/>
                </a:lnTo>
                <a:lnTo>
                  <a:pt x="1139" y="76"/>
                </a:lnTo>
                <a:lnTo>
                  <a:pt x="1140" y="76"/>
                </a:lnTo>
                <a:lnTo>
                  <a:pt x="1140" y="77"/>
                </a:lnTo>
                <a:lnTo>
                  <a:pt x="1141" y="78"/>
                </a:lnTo>
                <a:lnTo>
                  <a:pt x="1142" y="78"/>
                </a:lnTo>
                <a:lnTo>
                  <a:pt x="1142" y="79"/>
                </a:lnTo>
                <a:lnTo>
                  <a:pt x="1143" y="79"/>
                </a:lnTo>
                <a:lnTo>
                  <a:pt x="1144" y="80"/>
                </a:lnTo>
                <a:lnTo>
                  <a:pt x="1144" y="81"/>
                </a:lnTo>
                <a:lnTo>
                  <a:pt x="1145" y="81"/>
                </a:lnTo>
                <a:lnTo>
                  <a:pt x="1145" y="82"/>
                </a:lnTo>
                <a:lnTo>
                  <a:pt x="1145" y="83"/>
                </a:lnTo>
                <a:lnTo>
                  <a:pt x="1146" y="84"/>
                </a:lnTo>
                <a:lnTo>
                  <a:pt x="1147" y="84"/>
                </a:lnTo>
                <a:lnTo>
                  <a:pt x="1148" y="84"/>
                </a:lnTo>
                <a:lnTo>
                  <a:pt x="1149" y="86"/>
                </a:lnTo>
                <a:lnTo>
                  <a:pt x="1150" y="85"/>
                </a:lnTo>
                <a:lnTo>
                  <a:pt x="1152" y="85"/>
                </a:lnTo>
                <a:lnTo>
                  <a:pt x="1153" y="86"/>
                </a:lnTo>
                <a:lnTo>
                  <a:pt x="1152" y="87"/>
                </a:lnTo>
                <a:lnTo>
                  <a:pt x="1153" y="88"/>
                </a:lnTo>
                <a:lnTo>
                  <a:pt x="1154" y="88"/>
                </a:lnTo>
                <a:lnTo>
                  <a:pt x="1154" y="86"/>
                </a:lnTo>
                <a:lnTo>
                  <a:pt x="1154" y="85"/>
                </a:lnTo>
                <a:lnTo>
                  <a:pt x="1155" y="85"/>
                </a:lnTo>
                <a:lnTo>
                  <a:pt x="1156" y="85"/>
                </a:lnTo>
                <a:lnTo>
                  <a:pt x="1157" y="85"/>
                </a:lnTo>
                <a:lnTo>
                  <a:pt x="1159" y="85"/>
                </a:lnTo>
                <a:lnTo>
                  <a:pt x="1160" y="85"/>
                </a:lnTo>
                <a:lnTo>
                  <a:pt x="1161" y="85"/>
                </a:lnTo>
                <a:lnTo>
                  <a:pt x="1163" y="85"/>
                </a:lnTo>
                <a:lnTo>
                  <a:pt x="1163" y="86"/>
                </a:lnTo>
                <a:lnTo>
                  <a:pt x="1163" y="85"/>
                </a:lnTo>
                <a:lnTo>
                  <a:pt x="1164" y="85"/>
                </a:lnTo>
                <a:lnTo>
                  <a:pt x="1165" y="85"/>
                </a:lnTo>
                <a:lnTo>
                  <a:pt x="1165" y="84"/>
                </a:lnTo>
                <a:lnTo>
                  <a:pt x="1166" y="83"/>
                </a:lnTo>
                <a:lnTo>
                  <a:pt x="1167" y="82"/>
                </a:lnTo>
                <a:lnTo>
                  <a:pt x="1167" y="81"/>
                </a:lnTo>
                <a:lnTo>
                  <a:pt x="1168" y="80"/>
                </a:lnTo>
                <a:lnTo>
                  <a:pt x="1169" y="80"/>
                </a:lnTo>
                <a:lnTo>
                  <a:pt x="1169" y="79"/>
                </a:lnTo>
                <a:lnTo>
                  <a:pt x="1169" y="78"/>
                </a:lnTo>
                <a:lnTo>
                  <a:pt x="1170" y="78"/>
                </a:lnTo>
                <a:lnTo>
                  <a:pt x="1171" y="78"/>
                </a:lnTo>
                <a:lnTo>
                  <a:pt x="1171" y="77"/>
                </a:lnTo>
                <a:lnTo>
                  <a:pt x="1171" y="79"/>
                </a:lnTo>
                <a:lnTo>
                  <a:pt x="1172" y="79"/>
                </a:lnTo>
                <a:lnTo>
                  <a:pt x="1173" y="80"/>
                </a:lnTo>
                <a:lnTo>
                  <a:pt x="1173" y="81"/>
                </a:lnTo>
                <a:lnTo>
                  <a:pt x="1174" y="82"/>
                </a:lnTo>
                <a:lnTo>
                  <a:pt x="1176" y="82"/>
                </a:lnTo>
                <a:lnTo>
                  <a:pt x="1177" y="83"/>
                </a:lnTo>
                <a:lnTo>
                  <a:pt x="1177" y="84"/>
                </a:lnTo>
                <a:lnTo>
                  <a:pt x="1177" y="85"/>
                </a:lnTo>
                <a:lnTo>
                  <a:pt x="1178" y="87"/>
                </a:lnTo>
                <a:lnTo>
                  <a:pt x="1179" y="87"/>
                </a:lnTo>
                <a:lnTo>
                  <a:pt x="1180" y="87"/>
                </a:lnTo>
                <a:lnTo>
                  <a:pt x="1181" y="86"/>
                </a:lnTo>
                <a:lnTo>
                  <a:pt x="1183" y="86"/>
                </a:lnTo>
                <a:lnTo>
                  <a:pt x="1183" y="87"/>
                </a:lnTo>
                <a:lnTo>
                  <a:pt x="1183" y="88"/>
                </a:lnTo>
                <a:lnTo>
                  <a:pt x="1182" y="89"/>
                </a:lnTo>
                <a:lnTo>
                  <a:pt x="1182" y="90"/>
                </a:lnTo>
                <a:lnTo>
                  <a:pt x="1181" y="92"/>
                </a:lnTo>
                <a:lnTo>
                  <a:pt x="1180" y="92"/>
                </a:lnTo>
                <a:lnTo>
                  <a:pt x="1181" y="93"/>
                </a:lnTo>
                <a:lnTo>
                  <a:pt x="1181" y="92"/>
                </a:lnTo>
                <a:lnTo>
                  <a:pt x="1182" y="93"/>
                </a:lnTo>
                <a:lnTo>
                  <a:pt x="1183" y="93"/>
                </a:lnTo>
                <a:lnTo>
                  <a:pt x="1184" y="94"/>
                </a:lnTo>
                <a:lnTo>
                  <a:pt x="1184" y="93"/>
                </a:lnTo>
                <a:lnTo>
                  <a:pt x="1185" y="93"/>
                </a:lnTo>
                <a:lnTo>
                  <a:pt x="1186" y="92"/>
                </a:lnTo>
                <a:lnTo>
                  <a:pt x="1187" y="92"/>
                </a:lnTo>
                <a:lnTo>
                  <a:pt x="1188" y="92"/>
                </a:lnTo>
                <a:lnTo>
                  <a:pt x="1190" y="91"/>
                </a:lnTo>
                <a:lnTo>
                  <a:pt x="1192" y="91"/>
                </a:lnTo>
                <a:lnTo>
                  <a:pt x="1193" y="91"/>
                </a:lnTo>
                <a:lnTo>
                  <a:pt x="1194" y="90"/>
                </a:lnTo>
                <a:lnTo>
                  <a:pt x="1195" y="89"/>
                </a:lnTo>
                <a:lnTo>
                  <a:pt x="1196" y="87"/>
                </a:lnTo>
                <a:lnTo>
                  <a:pt x="1197" y="87"/>
                </a:lnTo>
                <a:lnTo>
                  <a:pt x="1198" y="86"/>
                </a:lnTo>
                <a:lnTo>
                  <a:pt x="1199" y="86"/>
                </a:lnTo>
                <a:lnTo>
                  <a:pt x="1201" y="84"/>
                </a:lnTo>
                <a:lnTo>
                  <a:pt x="1202" y="84"/>
                </a:lnTo>
                <a:lnTo>
                  <a:pt x="1202" y="83"/>
                </a:lnTo>
                <a:lnTo>
                  <a:pt x="1202" y="81"/>
                </a:lnTo>
                <a:lnTo>
                  <a:pt x="1201" y="81"/>
                </a:lnTo>
                <a:lnTo>
                  <a:pt x="1201" y="79"/>
                </a:lnTo>
                <a:lnTo>
                  <a:pt x="1201" y="78"/>
                </a:lnTo>
                <a:lnTo>
                  <a:pt x="1202" y="78"/>
                </a:lnTo>
                <a:lnTo>
                  <a:pt x="1203" y="77"/>
                </a:lnTo>
                <a:lnTo>
                  <a:pt x="1203" y="76"/>
                </a:lnTo>
                <a:lnTo>
                  <a:pt x="1203" y="75"/>
                </a:lnTo>
                <a:lnTo>
                  <a:pt x="1204" y="75"/>
                </a:lnTo>
                <a:lnTo>
                  <a:pt x="1204" y="76"/>
                </a:lnTo>
                <a:lnTo>
                  <a:pt x="1205" y="76"/>
                </a:lnTo>
                <a:lnTo>
                  <a:pt x="1206" y="75"/>
                </a:lnTo>
                <a:lnTo>
                  <a:pt x="1205" y="75"/>
                </a:lnTo>
                <a:lnTo>
                  <a:pt x="1205" y="74"/>
                </a:lnTo>
                <a:lnTo>
                  <a:pt x="1206" y="74"/>
                </a:lnTo>
                <a:lnTo>
                  <a:pt x="1208" y="73"/>
                </a:lnTo>
                <a:lnTo>
                  <a:pt x="1209" y="73"/>
                </a:lnTo>
                <a:lnTo>
                  <a:pt x="1209" y="74"/>
                </a:lnTo>
                <a:lnTo>
                  <a:pt x="1208" y="74"/>
                </a:lnTo>
                <a:lnTo>
                  <a:pt x="1208" y="75"/>
                </a:lnTo>
                <a:lnTo>
                  <a:pt x="1209" y="77"/>
                </a:lnTo>
                <a:lnTo>
                  <a:pt x="1210" y="78"/>
                </a:lnTo>
                <a:lnTo>
                  <a:pt x="1212" y="78"/>
                </a:lnTo>
                <a:lnTo>
                  <a:pt x="1213" y="79"/>
                </a:lnTo>
                <a:lnTo>
                  <a:pt x="1214" y="80"/>
                </a:lnTo>
                <a:lnTo>
                  <a:pt x="1214" y="81"/>
                </a:lnTo>
                <a:lnTo>
                  <a:pt x="1213" y="81"/>
                </a:lnTo>
                <a:lnTo>
                  <a:pt x="1212" y="82"/>
                </a:lnTo>
                <a:lnTo>
                  <a:pt x="1211" y="83"/>
                </a:lnTo>
                <a:lnTo>
                  <a:pt x="1210" y="83"/>
                </a:lnTo>
                <a:lnTo>
                  <a:pt x="1209" y="83"/>
                </a:lnTo>
                <a:lnTo>
                  <a:pt x="1209" y="84"/>
                </a:lnTo>
                <a:lnTo>
                  <a:pt x="1208" y="84"/>
                </a:lnTo>
                <a:lnTo>
                  <a:pt x="1207" y="85"/>
                </a:lnTo>
                <a:lnTo>
                  <a:pt x="1207" y="86"/>
                </a:lnTo>
                <a:lnTo>
                  <a:pt x="1207" y="88"/>
                </a:lnTo>
                <a:lnTo>
                  <a:pt x="1207" y="89"/>
                </a:lnTo>
                <a:lnTo>
                  <a:pt x="1208" y="89"/>
                </a:lnTo>
                <a:lnTo>
                  <a:pt x="1209" y="90"/>
                </a:lnTo>
                <a:lnTo>
                  <a:pt x="1208" y="90"/>
                </a:lnTo>
                <a:lnTo>
                  <a:pt x="1208" y="91"/>
                </a:lnTo>
                <a:lnTo>
                  <a:pt x="1209" y="91"/>
                </a:lnTo>
                <a:lnTo>
                  <a:pt x="1210" y="91"/>
                </a:lnTo>
                <a:lnTo>
                  <a:pt x="1211" y="90"/>
                </a:lnTo>
                <a:lnTo>
                  <a:pt x="1212" y="90"/>
                </a:lnTo>
                <a:lnTo>
                  <a:pt x="1212" y="91"/>
                </a:lnTo>
                <a:lnTo>
                  <a:pt x="1212" y="92"/>
                </a:lnTo>
                <a:lnTo>
                  <a:pt x="1213" y="93"/>
                </a:lnTo>
                <a:lnTo>
                  <a:pt x="1215" y="94"/>
                </a:lnTo>
                <a:lnTo>
                  <a:pt x="1216" y="95"/>
                </a:lnTo>
                <a:lnTo>
                  <a:pt x="1216" y="96"/>
                </a:lnTo>
                <a:lnTo>
                  <a:pt x="1216" y="98"/>
                </a:lnTo>
                <a:lnTo>
                  <a:pt x="1215" y="99"/>
                </a:lnTo>
                <a:lnTo>
                  <a:pt x="1216" y="100"/>
                </a:lnTo>
                <a:lnTo>
                  <a:pt x="1217" y="100"/>
                </a:lnTo>
                <a:lnTo>
                  <a:pt x="1218" y="100"/>
                </a:lnTo>
                <a:lnTo>
                  <a:pt x="1218" y="101"/>
                </a:lnTo>
                <a:lnTo>
                  <a:pt x="1219" y="102"/>
                </a:lnTo>
                <a:lnTo>
                  <a:pt x="1219" y="101"/>
                </a:lnTo>
                <a:lnTo>
                  <a:pt x="1220" y="101"/>
                </a:lnTo>
                <a:lnTo>
                  <a:pt x="1221" y="102"/>
                </a:lnTo>
                <a:lnTo>
                  <a:pt x="1221" y="103"/>
                </a:lnTo>
                <a:lnTo>
                  <a:pt x="1221" y="104"/>
                </a:lnTo>
                <a:lnTo>
                  <a:pt x="1222" y="105"/>
                </a:lnTo>
                <a:lnTo>
                  <a:pt x="1223" y="105"/>
                </a:lnTo>
                <a:lnTo>
                  <a:pt x="1224" y="105"/>
                </a:lnTo>
                <a:lnTo>
                  <a:pt x="1225" y="104"/>
                </a:lnTo>
                <a:lnTo>
                  <a:pt x="1226" y="104"/>
                </a:lnTo>
                <a:lnTo>
                  <a:pt x="1228" y="104"/>
                </a:lnTo>
                <a:lnTo>
                  <a:pt x="1229" y="103"/>
                </a:lnTo>
                <a:lnTo>
                  <a:pt x="1230" y="104"/>
                </a:lnTo>
                <a:lnTo>
                  <a:pt x="1231" y="106"/>
                </a:lnTo>
                <a:lnTo>
                  <a:pt x="1232" y="106"/>
                </a:lnTo>
                <a:lnTo>
                  <a:pt x="1233" y="107"/>
                </a:lnTo>
                <a:lnTo>
                  <a:pt x="1233" y="109"/>
                </a:lnTo>
                <a:lnTo>
                  <a:pt x="1233" y="110"/>
                </a:lnTo>
                <a:lnTo>
                  <a:pt x="1233" y="111"/>
                </a:lnTo>
                <a:lnTo>
                  <a:pt x="1233" y="112"/>
                </a:lnTo>
                <a:lnTo>
                  <a:pt x="1233" y="113"/>
                </a:lnTo>
                <a:lnTo>
                  <a:pt x="1234" y="113"/>
                </a:lnTo>
                <a:lnTo>
                  <a:pt x="1235" y="114"/>
                </a:lnTo>
                <a:lnTo>
                  <a:pt x="1235" y="115"/>
                </a:lnTo>
                <a:lnTo>
                  <a:pt x="1236" y="115"/>
                </a:lnTo>
                <a:lnTo>
                  <a:pt x="1236" y="116"/>
                </a:lnTo>
                <a:lnTo>
                  <a:pt x="1237" y="116"/>
                </a:lnTo>
                <a:lnTo>
                  <a:pt x="1237" y="117"/>
                </a:lnTo>
                <a:lnTo>
                  <a:pt x="1236" y="118"/>
                </a:lnTo>
                <a:lnTo>
                  <a:pt x="1236" y="119"/>
                </a:lnTo>
                <a:lnTo>
                  <a:pt x="1236" y="120"/>
                </a:lnTo>
                <a:lnTo>
                  <a:pt x="1236" y="121"/>
                </a:lnTo>
                <a:lnTo>
                  <a:pt x="1236" y="122"/>
                </a:lnTo>
                <a:lnTo>
                  <a:pt x="1235" y="123"/>
                </a:lnTo>
                <a:lnTo>
                  <a:pt x="1236" y="124"/>
                </a:lnTo>
                <a:lnTo>
                  <a:pt x="1237" y="124"/>
                </a:lnTo>
                <a:lnTo>
                  <a:pt x="1238" y="124"/>
                </a:lnTo>
                <a:lnTo>
                  <a:pt x="1239" y="125"/>
                </a:lnTo>
                <a:lnTo>
                  <a:pt x="1240" y="126"/>
                </a:lnTo>
                <a:lnTo>
                  <a:pt x="1240" y="125"/>
                </a:lnTo>
                <a:lnTo>
                  <a:pt x="1241" y="125"/>
                </a:lnTo>
                <a:lnTo>
                  <a:pt x="1243" y="124"/>
                </a:lnTo>
                <a:lnTo>
                  <a:pt x="1243" y="123"/>
                </a:lnTo>
                <a:lnTo>
                  <a:pt x="1244" y="123"/>
                </a:lnTo>
                <a:lnTo>
                  <a:pt x="1244" y="124"/>
                </a:lnTo>
                <a:lnTo>
                  <a:pt x="1244" y="125"/>
                </a:lnTo>
                <a:lnTo>
                  <a:pt x="1244" y="124"/>
                </a:lnTo>
                <a:lnTo>
                  <a:pt x="1245" y="123"/>
                </a:lnTo>
                <a:lnTo>
                  <a:pt x="1246" y="122"/>
                </a:lnTo>
                <a:lnTo>
                  <a:pt x="1246" y="121"/>
                </a:lnTo>
                <a:lnTo>
                  <a:pt x="1247" y="121"/>
                </a:lnTo>
                <a:lnTo>
                  <a:pt x="1247" y="120"/>
                </a:lnTo>
                <a:lnTo>
                  <a:pt x="1248" y="119"/>
                </a:lnTo>
                <a:lnTo>
                  <a:pt x="1249" y="118"/>
                </a:lnTo>
                <a:lnTo>
                  <a:pt x="1250" y="118"/>
                </a:lnTo>
                <a:lnTo>
                  <a:pt x="1251" y="117"/>
                </a:lnTo>
                <a:lnTo>
                  <a:pt x="1251" y="116"/>
                </a:lnTo>
                <a:lnTo>
                  <a:pt x="1251" y="115"/>
                </a:lnTo>
                <a:lnTo>
                  <a:pt x="1251" y="114"/>
                </a:lnTo>
                <a:lnTo>
                  <a:pt x="1252" y="114"/>
                </a:lnTo>
                <a:lnTo>
                  <a:pt x="1253" y="114"/>
                </a:lnTo>
                <a:lnTo>
                  <a:pt x="1253" y="115"/>
                </a:lnTo>
                <a:lnTo>
                  <a:pt x="1254" y="115"/>
                </a:lnTo>
                <a:lnTo>
                  <a:pt x="1255" y="115"/>
                </a:lnTo>
                <a:lnTo>
                  <a:pt x="1256" y="115"/>
                </a:lnTo>
                <a:lnTo>
                  <a:pt x="1256" y="116"/>
                </a:lnTo>
                <a:lnTo>
                  <a:pt x="1257" y="116"/>
                </a:lnTo>
                <a:lnTo>
                  <a:pt x="1258" y="116"/>
                </a:lnTo>
                <a:lnTo>
                  <a:pt x="1258" y="115"/>
                </a:lnTo>
                <a:lnTo>
                  <a:pt x="1259" y="114"/>
                </a:lnTo>
                <a:lnTo>
                  <a:pt x="1260" y="114"/>
                </a:lnTo>
                <a:lnTo>
                  <a:pt x="1261" y="114"/>
                </a:lnTo>
                <a:lnTo>
                  <a:pt x="1262" y="113"/>
                </a:lnTo>
                <a:lnTo>
                  <a:pt x="1262" y="112"/>
                </a:lnTo>
                <a:lnTo>
                  <a:pt x="1264" y="112"/>
                </a:lnTo>
                <a:lnTo>
                  <a:pt x="1265" y="112"/>
                </a:lnTo>
                <a:lnTo>
                  <a:pt x="1265" y="111"/>
                </a:lnTo>
                <a:lnTo>
                  <a:pt x="1266" y="111"/>
                </a:lnTo>
                <a:lnTo>
                  <a:pt x="1267" y="111"/>
                </a:lnTo>
                <a:lnTo>
                  <a:pt x="1268" y="111"/>
                </a:lnTo>
                <a:lnTo>
                  <a:pt x="1269" y="111"/>
                </a:lnTo>
                <a:lnTo>
                  <a:pt x="1271" y="111"/>
                </a:lnTo>
                <a:lnTo>
                  <a:pt x="1271" y="110"/>
                </a:lnTo>
                <a:lnTo>
                  <a:pt x="1272" y="110"/>
                </a:lnTo>
                <a:lnTo>
                  <a:pt x="1273" y="109"/>
                </a:lnTo>
                <a:lnTo>
                  <a:pt x="1274" y="109"/>
                </a:lnTo>
                <a:lnTo>
                  <a:pt x="1276" y="109"/>
                </a:lnTo>
                <a:lnTo>
                  <a:pt x="1277" y="108"/>
                </a:lnTo>
                <a:lnTo>
                  <a:pt x="1278" y="108"/>
                </a:lnTo>
                <a:lnTo>
                  <a:pt x="1278" y="109"/>
                </a:lnTo>
                <a:lnTo>
                  <a:pt x="1280" y="110"/>
                </a:lnTo>
                <a:lnTo>
                  <a:pt x="1281" y="110"/>
                </a:lnTo>
                <a:lnTo>
                  <a:pt x="1281" y="109"/>
                </a:lnTo>
                <a:lnTo>
                  <a:pt x="1283" y="108"/>
                </a:lnTo>
                <a:lnTo>
                  <a:pt x="1283" y="107"/>
                </a:lnTo>
                <a:lnTo>
                  <a:pt x="1284" y="106"/>
                </a:lnTo>
                <a:lnTo>
                  <a:pt x="1285" y="105"/>
                </a:lnTo>
                <a:lnTo>
                  <a:pt x="1286" y="105"/>
                </a:lnTo>
                <a:lnTo>
                  <a:pt x="1287" y="105"/>
                </a:lnTo>
                <a:lnTo>
                  <a:pt x="1289" y="105"/>
                </a:lnTo>
                <a:lnTo>
                  <a:pt x="1290" y="106"/>
                </a:lnTo>
                <a:lnTo>
                  <a:pt x="1290" y="107"/>
                </a:lnTo>
                <a:lnTo>
                  <a:pt x="1291" y="107"/>
                </a:lnTo>
                <a:lnTo>
                  <a:pt x="1291" y="109"/>
                </a:lnTo>
                <a:lnTo>
                  <a:pt x="1292" y="109"/>
                </a:lnTo>
                <a:lnTo>
                  <a:pt x="1291" y="110"/>
                </a:lnTo>
                <a:lnTo>
                  <a:pt x="1291" y="111"/>
                </a:lnTo>
                <a:lnTo>
                  <a:pt x="1290" y="112"/>
                </a:lnTo>
                <a:lnTo>
                  <a:pt x="1289" y="113"/>
                </a:lnTo>
                <a:lnTo>
                  <a:pt x="1289" y="114"/>
                </a:lnTo>
                <a:lnTo>
                  <a:pt x="1289" y="116"/>
                </a:lnTo>
                <a:lnTo>
                  <a:pt x="1288" y="117"/>
                </a:lnTo>
                <a:lnTo>
                  <a:pt x="1287" y="118"/>
                </a:lnTo>
                <a:lnTo>
                  <a:pt x="1287" y="120"/>
                </a:lnTo>
                <a:lnTo>
                  <a:pt x="1287" y="121"/>
                </a:lnTo>
                <a:lnTo>
                  <a:pt x="1286" y="122"/>
                </a:lnTo>
                <a:lnTo>
                  <a:pt x="1285" y="123"/>
                </a:lnTo>
                <a:lnTo>
                  <a:pt x="1284" y="124"/>
                </a:lnTo>
                <a:lnTo>
                  <a:pt x="1284" y="125"/>
                </a:lnTo>
                <a:lnTo>
                  <a:pt x="1283" y="125"/>
                </a:lnTo>
                <a:lnTo>
                  <a:pt x="1283" y="126"/>
                </a:lnTo>
                <a:lnTo>
                  <a:pt x="1284" y="126"/>
                </a:lnTo>
                <a:lnTo>
                  <a:pt x="1285" y="128"/>
                </a:lnTo>
                <a:lnTo>
                  <a:pt x="1285" y="129"/>
                </a:lnTo>
                <a:lnTo>
                  <a:pt x="1284" y="129"/>
                </a:lnTo>
                <a:lnTo>
                  <a:pt x="1283" y="130"/>
                </a:lnTo>
                <a:lnTo>
                  <a:pt x="1283" y="131"/>
                </a:lnTo>
                <a:lnTo>
                  <a:pt x="1284" y="132"/>
                </a:lnTo>
                <a:lnTo>
                  <a:pt x="1284" y="133"/>
                </a:lnTo>
                <a:lnTo>
                  <a:pt x="1285" y="133"/>
                </a:lnTo>
                <a:lnTo>
                  <a:pt x="1286" y="134"/>
                </a:lnTo>
                <a:lnTo>
                  <a:pt x="1287" y="134"/>
                </a:lnTo>
                <a:lnTo>
                  <a:pt x="1288" y="135"/>
                </a:lnTo>
                <a:lnTo>
                  <a:pt x="1288" y="136"/>
                </a:lnTo>
                <a:lnTo>
                  <a:pt x="1289" y="137"/>
                </a:lnTo>
                <a:lnTo>
                  <a:pt x="1289" y="138"/>
                </a:lnTo>
                <a:lnTo>
                  <a:pt x="1290" y="139"/>
                </a:lnTo>
                <a:lnTo>
                  <a:pt x="1291" y="139"/>
                </a:lnTo>
                <a:lnTo>
                  <a:pt x="1293" y="141"/>
                </a:lnTo>
                <a:lnTo>
                  <a:pt x="1294" y="142"/>
                </a:lnTo>
                <a:lnTo>
                  <a:pt x="1295" y="142"/>
                </a:lnTo>
                <a:lnTo>
                  <a:pt x="1296" y="142"/>
                </a:lnTo>
                <a:lnTo>
                  <a:pt x="1296" y="143"/>
                </a:lnTo>
                <a:lnTo>
                  <a:pt x="1295" y="144"/>
                </a:lnTo>
                <a:lnTo>
                  <a:pt x="1296" y="144"/>
                </a:lnTo>
                <a:lnTo>
                  <a:pt x="1297" y="143"/>
                </a:lnTo>
                <a:lnTo>
                  <a:pt x="1297" y="142"/>
                </a:lnTo>
                <a:lnTo>
                  <a:pt x="1298" y="142"/>
                </a:lnTo>
                <a:lnTo>
                  <a:pt x="1298" y="141"/>
                </a:lnTo>
                <a:lnTo>
                  <a:pt x="1299" y="141"/>
                </a:lnTo>
                <a:lnTo>
                  <a:pt x="1300" y="142"/>
                </a:lnTo>
                <a:lnTo>
                  <a:pt x="1301" y="143"/>
                </a:lnTo>
                <a:lnTo>
                  <a:pt x="1302" y="144"/>
                </a:lnTo>
                <a:lnTo>
                  <a:pt x="1303" y="145"/>
                </a:lnTo>
                <a:lnTo>
                  <a:pt x="1304" y="146"/>
                </a:lnTo>
                <a:lnTo>
                  <a:pt x="1305" y="147"/>
                </a:lnTo>
                <a:lnTo>
                  <a:pt x="1305" y="148"/>
                </a:lnTo>
                <a:lnTo>
                  <a:pt x="1304" y="149"/>
                </a:lnTo>
                <a:lnTo>
                  <a:pt x="1303" y="149"/>
                </a:lnTo>
                <a:lnTo>
                  <a:pt x="1302" y="149"/>
                </a:lnTo>
                <a:lnTo>
                  <a:pt x="1301" y="150"/>
                </a:lnTo>
                <a:lnTo>
                  <a:pt x="1301" y="151"/>
                </a:lnTo>
                <a:lnTo>
                  <a:pt x="1301" y="152"/>
                </a:lnTo>
                <a:lnTo>
                  <a:pt x="1303" y="154"/>
                </a:lnTo>
                <a:lnTo>
                  <a:pt x="1304" y="155"/>
                </a:lnTo>
                <a:lnTo>
                  <a:pt x="1305" y="155"/>
                </a:lnTo>
                <a:lnTo>
                  <a:pt x="1306" y="156"/>
                </a:lnTo>
                <a:lnTo>
                  <a:pt x="1306" y="157"/>
                </a:lnTo>
                <a:lnTo>
                  <a:pt x="1307" y="158"/>
                </a:lnTo>
                <a:lnTo>
                  <a:pt x="1308" y="158"/>
                </a:lnTo>
                <a:lnTo>
                  <a:pt x="1308" y="159"/>
                </a:lnTo>
                <a:lnTo>
                  <a:pt x="1308" y="160"/>
                </a:lnTo>
                <a:lnTo>
                  <a:pt x="1309" y="161"/>
                </a:lnTo>
                <a:lnTo>
                  <a:pt x="1311" y="160"/>
                </a:lnTo>
                <a:lnTo>
                  <a:pt x="1311" y="161"/>
                </a:lnTo>
                <a:lnTo>
                  <a:pt x="1312" y="161"/>
                </a:lnTo>
                <a:lnTo>
                  <a:pt x="1313" y="162"/>
                </a:lnTo>
                <a:lnTo>
                  <a:pt x="1314" y="163"/>
                </a:lnTo>
                <a:lnTo>
                  <a:pt x="1315" y="164"/>
                </a:lnTo>
                <a:lnTo>
                  <a:pt x="1315" y="165"/>
                </a:lnTo>
                <a:lnTo>
                  <a:pt x="1314" y="166"/>
                </a:lnTo>
                <a:lnTo>
                  <a:pt x="1314" y="167"/>
                </a:lnTo>
                <a:lnTo>
                  <a:pt x="1315" y="168"/>
                </a:lnTo>
                <a:lnTo>
                  <a:pt x="1315" y="169"/>
                </a:lnTo>
                <a:lnTo>
                  <a:pt x="1314" y="168"/>
                </a:lnTo>
                <a:lnTo>
                  <a:pt x="1314" y="169"/>
                </a:lnTo>
                <a:lnTo>
                  <a:pt x="1315" y="169"/>
                </a:lnTo>
                <a:lnTo>
                  <a:pt x="1316" y="170"/>
                </a:lnTo>
                <a:lnTo>
                  <a:pt x="1317" y="171"/>
                </a:lnTo>
                <a:lnTo>
                  <a:pt x="1317" y="172"/>
                </a:lnTo>
                <a:lnTo>
                  <a:pt x="1318" y="173"/>
                </a:lnTo>
                <a:lnTo>
                  <a:pt x="1319" y="174"/>
                </a:lnTo>
                <a:lnTo>
                  <a:pt x="1319" y="175"/>
                </a:lnTo>
                <a:lnTo>
                  <a:pt x="1318" y="176"/>
                </a:lnTo>
                <a:lnTo>
                  <a:pt x="1318" y="177"/>
                </a:lnTo>
                <a:lnTo>
                  <a:pt x="1318" y="178"/>
                </a:lnTo>
                <a:lnTo>
                  <a:pt x="1319" y="178"/>
                </a:lnTo>
                <a:lnTo>
                  <a:pt x="1318" y="179"/>
                </a:lnTo>
                <a:lnTo>
                  <a:pt x="1319" y="179"/>
                </a:lnTo>
                <a:lnTo>
                  <a:pt x="1319" y="180"/>
                </a:lnTo>
                <a:lnTo>
                  <a:pt x="1319" y="181"/>
                </a:lnTo>
                <a:lnTo>
                  <a:pt x="1319" y="182"/>
                </a:lnTo>
                <a:lnTo>
                  <a:pt x="1320" y="182"/>
                </a:lnTo>
                <a:lnTo>
                  <a:pt x="1321" y="181"/>
                </a:lnTo>
                <a:lnTo>
                  <a:pt x="1323" y="181"/>
                </a:lnTo>
                <a:lnTo>
                  <a:pt x="1324" y="181"/>
                </a:lnTo>
                <a:lnTo>
                  <a:pt x="1324" y="184"/>
                </a:lnTo>
                <a:lnTo>
                  <a:pt x="1324" y="185"/>
                </a:lnTo>
                <a:lnTo>
                  <a:pt x="1324" y="187"/>
                </a:lnTo>
                <a:lnTo>
                  <a:pt x="1324" y="188"/>
                </a:lnTo>
                <a:lnTo>
                  <a:pt x="1324" y="189"/>
                </a:lnTo>
                <a:lnTo>
                  <a:pt x="1325" y="190"/>
                </a:lnTo>
                <a:lnTo>
                  <a:pt x="1325" y="191"/>
                </a:lnTo>
                <a:lnTo>
                  <a:pt x="1325" y="192"/>
                </a:lnTo>
                <a:lnTo>
                  <a:pt x="1324" y="192"/>
                </a:lnTo>
                <a:lnTo>
                  <a:pt x="1324" y="193"/>
                </a:lnTo>
                <a:lnTo>
                  <a:pt x="1324" y="194"/>
                </a:lnTo>
                <a:lnTo>
                  <a:pt x="1324" y="195"/>
                </a:lnTo>
                <a:lnTo>
                  <a:pt x="1325" y="195"/>
                </a:lnTo>
                <a:lnTo>
                  <a:pt x="1327" y="195"/>
                </a:lnTo>
                <a:lnTo>
                  <a:pt x="1328" y="195"/>
                </a:lnTo>
                <a:lnTo>
                  <a:pt x="1328" y="194"/>
                </a:lnTo>
                <a:lnTo>
                  <a:pt x="1329" y="195"/>
                </a:lnTo>
                <a:lnTo>
                  <a:pt x="1330" y="195"/>
                </a:lnTo>
                <a:lnTo>
                  <a:pt x="1330" y="196"/>
                </a:lnTo>
                <a:lnTo>
                  <a:pt x="1331" y="196"/>
                </a:lnTo>
                <a:lnTo>
                  <a:pt x="1331" y="197"/>
                </a:lnTo>
                <a:lnTo>
                  <a:pt x="1332" y="198"/>
                </a:lnTo>
                <a:lnTo>
                  <a:pt x="1333" y="198"/>
                </a:lnTo>
                <a:lnTo>
                  <a:pt x="1333" y="197"/>
                </a:lnTo>
                <a:lnTo>
                  <a:pt x="1334" y="198"/>
                </a:lnTo>
                <a:lnTo>
                  <a:pt x="1335" y="199"/>
                </a:lnTo>
                <a:lnTo>
                  <a:pt x="1336" y="199"/>
                </a:lnTo>
                <a:lnTo>
                  <a:pt x="1336" y="200"/>
                </a:lnTo>
                <a:lnTo>
                  <a:pt x="1337" y="200"/>
                </a:lnTo>
                <a:lnTo>
                  <a:pt x="1337" y="201"/>
                </a:lnTo>
                <a:lnTo>
                  <a:pt x="1337" y="202"/>
                </a:lnTo>
                <a:lnTo>
                  <a:pt x="1336" y="203"/>
                </a:lnTo>
                <a:lnTo>
                  <a:pt x="1335" y="203"/>
                </a:lnTo>
                <a:lnTo>
                  <a:pt x="1335" y="204"/>
                </a:lnTo>
                <a:lnTo>
                  <a:pt x="1334" y="204"/>
                </a:lnTo>
                <a:lnTo>
                  <a:pt x="1334" y="205"/>
                </a:lnTo>
                <a:lnTo>
                  <a:pt x="1333" y="206"/>
                </a:lnTo>
                <a:lnTo>
                  <a:pt x="1333" y="207"/>
                </a:lnTo>
                <a:lnTo>
                  <a:pt x="1332" y="207"/>
                </a:lnTo>
                <a:lnTo>
                  <a:pt x="1331" y="207"/>
                </a:lnTo>
                <a:lnTo>
                  <a:pt x="1331" y="208"/>
                </a:lnTo>
                <a:lnTo>
                  <a:pt x="1331" y="209"/>
                </a:lnTo>
                <a:lnTo>
                  <a:pt x="1330" y="209"/>
                </a:lnTo>
                <a:lnTo>
                  <a:pt x="1329" y="209"/>
                </a:lnTo>
                <a:lnTo>
                  <a:pt x="1329" y="210"/>
                </a:lnTo>
                <a:lnTo>
                  <a:pt x="1329" y="211"/>
                </a:lnTo>
                <a:lnTo>
                  <a:pt x="1328" y="211"/>
                </a:lnTo>
                <a:lnTo>
                  <a:pt x="1328" y="212"/>
                </a:lnTo>
                <a:lnTo>
                  <a:pt x="1327" y="213"/>
                </a:lnTo>
                <a:lnTo>
                  <a:pt x="1327" y="214"/>
                </a:lnTo>
                <a:lnTo>
                  <a:pt x="1327" y="215"/>
                </a:lnTo>
                <a:lnTo>
                  <a:pt x="1327" y="216"/>
                </a:lnTo>
                <a:lnTo>
                  <a:pt x="1326" y="217"/>
                </a:lnTo>
                <a:lnTo>
                  <a:pt x="1326" y="218"/>
                </a:lnTo>
                <a:lnTo>
                  <a:pt x="1326" y="219"/>
                </a:lnTo>
                <a:lnTo>
                  <a:pt x="1327" y="220"/>
                </a:lnTo>
                <a:lnTo>
                  <a:pt x="1327" y="221"/>
                </a:lnTo>
                <a:lnTo>
                  <a:pt x="1327" y="223"/>
                </a:lnTo>
                <a:lnTo>
                  <a:pt x="1327" y="224"/>
                </a:lnTo>
                <a:lnTo>
                  <a:pt x="1327" y="225"/>
                </a:lnTo>
                <a:lnTo>
                  <a:pt x="1328" y="226"/>
                </a:lnTo>
                <a:lnTo>
                  <a:pt x="1329" y="227"/>
                </a:lnTo>
                <a:lnTo>
                  <a:pt x="1329" y="228"/>
                </a:lnTo>
                <a:lnTo>
                  <a:pt x="1330" y="228"/>
                </a:lnTo>
                <a:lnTo>
                  <a:pt x="1331" y="227"/>
                </a:lnTo>
                <a:lnTo>
                  <a:pt x="1332" y="228"/>
                </a:lnTo>
                <a:lnTo>
                  <a:pt x="1332" y="230"/>
                </a:lnTo>
                <a:lnTo>
                  <a:pt x="1332" y="231"/>
                </a:lnTo>
                <a:lnTo>
                  <a:pt x="1331" y="231"/>
                </a:lnTo>
                <a:lnTo>
                  <a:pt x="1331" y="232"/>
                </a:lnTo>
                <a:lnTo>
                  <a:pt x="1331" y="233"/>
                </a:lnTo>
                <a:lnTo>
                  <a:pt x="1332" y="233"/>
                </a:lnTo>
                <a:lnTo>
                  <a:pt x="1332" y="234"/>
                </a:lnTo>
                <a:lnTo>
                  <a:pt x="1333" y="234"/>
                </a:lnTo>
                <a:lnTo>
                  <a:pt x="1334" y="235"/>
                </a:lnTo>
                <a:lnTo>
                  <a:pt x="1333" y="235"/>
                </a:lnTo>
                <a:lnTo>
                  <a:pt x="1333" y="237"/>
                </a:lnTo>
                <a:lnTo>
                  <a:pt x="1333" y="238"/>
                </a:lnTo>
                <a:lnTo>
                  <a:pt x="1334" y="238"/>
                </a:lnTo>
                <a:lnTo>
                  <a:pt x="1334" y="237"/>
                </a:lnTo>
                <a:lnTo>
                  <a:pt x="1334" y="236"/>
                </a:lnTo>
                <a:lnTo>
                  <a:pt x="1335" y="236"/>
                </a:lnTo>
                <a:lnTo>
                  <a:pt x="1337" y="237"/>
                </a:lnTo>
                <a:lnTo>
                  <a:pt x="1338" y="237"/>
                </a:lnTo>
                <a:lnTo>
                  <a:pt x="1339" y="238"/>
                </a:lnTo>
                <a:lnTo>
                  <a:pt x="1339" y="239"/>
                </a:lnTo>
                <a:lnTo>
                  <a:pt x="1338" y="239"/>
                </a:lnTo>
                <a:lnTo>
                  <a:pt x="1338" y="240"/>
                </a:lnTo>
                <a:lnTo>
                  <a:pt x="1337" y="242"/>
                </a:lnTo>
                <a:lnTo>
                  <a:pt x="1337" y="243"/>
                </a:lnTo>
                <a:lnTo>
                  <a:pt x="1338" y="244"/>
                </a:lnTo>
                <a:lnTo>
                  <a:pt x="1339" y="245"/>
                </a:lnTo>
                <a:lnTo>
                  <a:pt x="1339" y="246"/>
                </a:lnTo>
                <a:lnTo>
                  <a:pt x="1340" y="247"/>
                </a:lnTo>
                <a:lnTo>
                  <a:pt x="1340" y="248"/>
                </a:lnTo>
                <a:lnTo>
                  <a:pt x="1340" y="250"/>
                </a:lnTo>
                <a:lnTo>
                  <a:pt x="1339" y="251"/>
                </a:lnTo>
                <a:lnTo>
                  <a:pt x="1339" y="252"/>
                </a:lnTo>
                <a:lnTo>
                  <a:pt x="1338" y="253"/>
                </a:lnTo>
                <a:lnTo>
                  <a:pt x="1337" y="254"/>
                </a:lnTo>
                <a:lnTo>
                  <a:pt x="1336" y="254"/>
                </a:lnTo>
                <a:lnTo>
                  <a:pt x="1336" y="255"/>
                </a:lnTo>
                <a:lnTo>
                  <a:pt x="1337" y="255"/>
                </a:lnTo>
                <a:lnTo>
                  <a:pt x="1337" y="256"/>
                </a:lnTo>
                <a:lnTo>
                  <a:pt x="1337" y="257"/>
                </a:lnTo>
                <a:lnTo>
                  <a:pt x="1338" y="258"/>
                </a:lnTo>
                <a:lnTo>
                  <a:pt x="1340" y="259"/>
                </a:lnTo>
                <a:lnTo>
                  <a:pt x="1340" y="260"/>
                </a:lnTo>
                <a:lnTo>
                  <a:pt x="1340" y="261"/>
                </a:lnTo>
                <a:lnTo>
                  <a:pt x="1341" y="262"/>
                </a:lnTo>
                <a:lnTo>
                  <a:pt x="1341" y="264"/>
                </a:lnTo>
                <a:lnTo>
                  <a:pt x="1340" y="264"/>
                </a:lnTo>
                <a:lnTo>
                  <a:pt x="1339" y="264"/>
                </a:lnTo>
                <a:lnTo>
                  <a:pt x="1338" y="264"/>
                </a:lnTo>
                <a:lnTo>
                  <a:pt x="1338" y="265"/>
                </a:lnTo>
                <a:lnTo>
                  <a:pt x="1338" y="266"/>
                </a:lnTo>
                <a:lnTo>
                  <a:pt x="1339" y="266"/>
                </a:lnTo>
                <a:lnTo>
                  <a:pt x="1341" y="267"/>
                </a:lnTo>
                <a:lnTo>
                  <a:pt x="1342" y="266"/>
                </a:lnTo>
                <a:lnTo>
                  <a:pt x="1343" y="265"/>
                </a:lnTo>
                <a:lnTo>
                  <a:pt x="1344" y="265"/>
                </a:lnTo>
                <a:lnTo>
                  <a:pt x="1346" y="265"/>
                </a:lnTo>
                <a:lnTo>
                  <a:pt x="1347" y="266"/>
                </a:lnTo>
                <a:lnTo>
                  <a:pt x="1350" y="269"/>
                </a:lnTo>
                <a:lnTo>
                  <a:pt x="1351" y="271"/>
                </a:lnTo>
                <a:lnTo>
                  <a:pt x="1351" y="272"/>
                </a:lnTo>
                <a:lnTo>
                  <a:pt x="1352" y="272"/>
                </a:lnTo>
                <a:lnTo>
                  <a:pt x="1352" y="271"/>
                </a:lnTo>
                <a:lnTo>
                  <a:pt x="1352" y="272"/>
                </a:lnTo>
                <a:lnTo>
                  <a:pt x="1352" y="273"/>
                </a:lnTo>
                <a:lnTo>
                  <a:pt x="1352" y="274"/>
                </a:lnTo>
                <a:lnTo>
                  <a:pt x="1351" y="275"/>
                </a:lnTo>
                <a:lnTo>
                  <a:pt x="1351" y="276"/>
                </a:lnTo>
                <a:lnTo>
                  <a:pt x="1352" y="277"/>
                </a:lnTo>
                <a:lnTo>
                  <a:pt x="1353" y="277"/>
                </a:lnTo>
                <a:lnTo>
                  <a:pt x="1353" y="278"/>
                </a:lnTo>
                <a:lnTo>
                  <a:pt x="1353" y="279"/>
                </a:lnTo>
                <a:lnTo>
                  <a:pt x="1354" y="280"/>
                </a:lnTo>
                <a:lnTo>
                  <a:pt x="1355" y="283"/>
                </a:lnTo>
                <a:lnTo>
                  <a:pt x="1356" y="285"/>
                </a:lnTo>
                <a:lnTo>
                  <a:pt x="1357" y="287"/>
                </a:lnTo>
                <a:lnTo>
                  <a:pt x="1358" y="289"/>
                </a:lnTo>
                <a:lnTo>
                  <a:pt x="1358" y="291"/>
                </a:lnTo>
                <a:lnTo>
                  <a:pt x="1359" y="293"/>
                </a:lnTo>
                <a:lnTo>
                  <a:pt x="1359" y="294"/>
                </a:lnTo>
                <a:lnTo>
                  <a:pt x="1358" y="294"/>
                </a:lnTo>
                <a:lnTo>
                  <a:pt x="1359" y="296"/>
                </a:lnTo>
                <a:lnTo>
                  <a:pt x="1361" y="299"/>
                </a:lnTo>
                <a:lnTo>
                  <a:pt x="1362" y="299"/>
                </a:lnTo>
                <a:lnTo>
                  <a:pt x="1363" y="300"/>
                </a:lnTo>
                <a:lnTo>
                  <a:pt x="1364" y="300"/>
                </a:lnTo>
                <a:lnTo>
                  <a:pt x="1366" y="301"/>
                </a:lnTo>
                <a:lnTo>
                  <a:pt x="1365" y="301"/>
                </a:lnTo>
                <a:lnTo>
                  <a:pt x="1367" y="303"/>
                </a:lnTo>
                <a:lnTo>
                  <a:pt x="1367" y="302"/>
                </a:lnTo>
                <a:lnTo>
                  <a:pt x="1368" y="303"/>
                </a:lnTo>
                <a:lnTo>
                  <a:pt x="1369" y="303"/>
                </a:lnTo>
                <a:lnTo>
                  <a:pt x="1373" y="304"/>
                </a:lnTo>
                <a:lnTo>
                  <a:pt x="1373" y="305"/>
                </a:lnTo>
                <a:lnTo>
                  <a:pt x="1374" y="306"/>
                </a:lnTo>
                <a:lnTo>
                  <a:pt x="1375" y="305"/>
                </a:lnTo>
                <a:lnTo>
                  <a:pt x="1377" y="304"/>
                </a:lnTo>
                <a:lnTo>
                  <a:pt x="1378" y="304"/>
                </a:lnTo>
                <a:lnTo>
                  <a:pt x="1380" y="306"/>
                </a:lnTo>
                <a:lnTo>
                  <a:pt x="1381" y="306"/>
                </a:lnTo>
                <a:lnTo>
                  <a:pt x="1382" y="306"/>
                </a:lnTo>
                <a:lnTo>
                  <a:pt x="1384" y="306"/>
                </a:lnTo>
                <a:lnTo>
                  <a:pt x="1386" y="308"/>
                </a:lnTo>
                <a:lnTo>
                  <a:pt x="1387" y="309"/>
                </a:lnTo>
                <a:lnTo>
                  <a:pt x="1387" y="310"/>
                </a:lnTo>
                <a:lnTo>
                  <a:pt x="1386" y="311"/>
                </a:lnTo>
                <a:lnTo>
                  <a:pt x="1384" y="312"/>
                </a:lnTo>
                <a:lnTo>
                  <a:pt x="1383" y="313"/>
                </a:lnTo>
                <a:lnTo>
                  <a:pt x="1381" y="314"/>
                </a:lnTo>
                <a:lnTo>
                  <a:pt x="1380" y="315"/>
                </a:lnTo>
                <a:lnTo>
                  <a:pt x="1379" y="317"/>
                </a:lnTo>
                <a:lnTo>
                  <a:pt x="1378" y="319"/>
                </a:lnTo>
                <a:lnTo>
                  <a:pt x="1377" y="320"/>
                </a:lnTo>
                <a:lnTo>
                  <a:pt x="1377" y="321"/>
                </a:lnTo>
                <a:lnTo>
                  <a:pt x="1377" y="322"/>
                </a:lnTo>
                <a:lnTo>
                  <a:pt x="1376" y="323"/>
                </a:lnTo>
                <a:lnTo>
                  <a:pt x="1374" y="323"/>
                </a:lnTo>
                <a:lnTo>
                  <a:pt x="1373" y="323"/>
                </a:lnTo>
                <a:lnTo>
                  <a:pt x="1373" y="324"/>
                </a:lnTo>
                <a:lnTo>
                  <a:pt x="1372" y="324"/>
                </a:lnTo>
                <a:lnTo>
                  <a:pt x="1371" y="324"/>
                </a:lnTo>
                <a:lnTo>
                  <a:pt x="1371" y="325"/>
                </a:lnTo>
                <a:lnTo>
                  <a:pt x="1370" y="326"/>
                </a:lnTo>
                <a:lnTo>
                  <a:pt x="1371" y="326"/>
                </a:lnTo>
                <a:lnTo>
                  <a:pt x="1371" y="327"/>
                </a:lnTo>
                <a:lnTo>
                  <a:pt x="1369" y="327"/>
                </a:lnTo>
                <a:lnTo>
                  <a:pt x="1370" y="327"/>
                </a:lnTo>
                <a:lnTo>
                  <a:pt x="1369" y="326"/>
                </a:lnTo>
                <a:lnTo>
                  <a:pt x="1368" y="326"/>
                </a:lnTo>
                <a:lnTo>
                  <a:pt x="1368" y="325"/>
                </a:lnTo>
                <a:lnTo>
                  <a:pt x="1369" y="324"/>
                </a:lnTo>
                <a:lnTo>
                  <a:pt x="1370" y="324"/>
                </a:lnTo>
                <a:lnTo>
                  <a:pt x="1368" y="322"/>
                </a:lnTo>
                <a:lnTo>
                  <a:pt x="1368" y="321"/>
                </a:lnTo>
                <a:lnTo>
                  <a:pt x="1369" y="320"/>
                </a:lnTo>
                <a:lnTo>
                  <a:pt x="1369" y="319"/>
                </a:lnTo>
                <a:lnTo>
                  <a:pt x="1369" y="318"/>
                </a:lnTo>
                <a:lnTo>
                  <a:pt x="1368" y="318"/>
                </a:lnTo>
                <a:lnTo>
                  <a:pt x="1367" y="317"/>
                </a:lnTo>
                <a:lnTo>
                  <a:pt x="1367" y="316"/>
                </a:lnTo>
                <a:lnTo>
                  <a:pt x="1366" y="315"/>
                </a:lnTo>
                <a:lnTo>
                  <a:pt x="1366" y="313"/>
                </a:lnTo>
                <a:lnTo>
                  <a:pt x="1366" y="312"/>
                </a:lnTo>
                <a:lnTo>
                  <a:pt x="1365" y="312"/>
                </a:lnTo>
                <a:lnTo>
                  <a:pt x="1362" y="313"/>
                </a:lnTo>
                <a:lnTo>
                  <a:pt x="1361" y="313"/>
                </a:lnTo>
                <a:lnTo>
                  <a:pt x="1359" y="313"/>
                </a:lnTo>
                <a:lnTo>
                  <a:pt x="1358" y="313"/>
                </a:lnTo>
                <a:lnTo>
                  <a:pt x="1358" y="312"/>
                </a:lnTo>
                <a:lnTo>
                  <a:pt x="1357" y="313"/>
                </a:lnTo>
                <a:lnTo>
                  <a:pt x="1356" y="313"/>
                </a:lnTo>
                <a:lnTo>
                  <a:pt x="1356" y="314"/>
                </a:lnTo>
                <a:lnTo>
                  <a:pt x="1355" y="314"/>
                </a:lnTo>
                <a:lnTo>
                  <a:pt x="1354" y="314"/>
                </a:lnTo>
                <a:lnTo>
                  <a:pt x="1351" y="313"/>
                </a:lnTo>
                <a:lnTo>
                  <a:pt x="1350" y="312"/>
                </a:lnTo>
                <a:lnTo>
                  <a:pt x="1350" y="313"/>
                </a:lnTo>
                <a:lnTo>
                  <a:pt x="1349" y="314"/>
                </a:lnTo>
                <a:lnTo>
                  <a:pt x="1348" y="315"/>
                </a:lnTo>
                <a:lnTo>
                  <a:pt x="1348" y="316"/>
                </a:lnTo>
                <a:lnTo>
                  <a:pt x="1346" y="316"/>
                </a:lnTo>
                <a:lnTo>
                  <a:pt x="1345" y="317"/>
                </a:lnTo>
                <a:lnTo>
                  <a:pt x="1346" y="319"/>
                </a:lnTo>
                <a:lnTo>
                  <a:pt x="1347" y="319"/>
                </a:lnTo>
                <a:lnTo>
                  <a:pt x="1348" y="319"/>
                </a:lnTo>
                <a:lnTo>
                  <a:pt x="1348" y="320"/>
                </a:lnTo>
                <a:lnTo>
                  <a:pt x="1348" y="322"/>
                </a:lnTo>
                <a:lnTo>
                  <a:pt x="1347" y="323"/>
                </a:lnTo>
                <a:lnTo>
                  <a:pt x="1346" y="323"/>
                </a:lnTo>
                <a:lnTo>
                  <a:pt x="1346" y="324"/>
                </a:lnTo>
                <a:lnTo>
                  <a:pt x="1346" y="326"/>
                </a:lnTo>
                <a:lnTo>
                  <a:pt x="1347" y="327"/>
                </a:lnTo>
                <a:lnTo>
                  <a:pt x="1347" y="328"/>
                </a:lnTo>
                <a:lnTo>
                  <a:pt x="1347" y="329"/>
                </a:lnTo>
                <a:lnTo>
                  <a:pt x="1348" y="329"/>
                </a:lnTo>
                <a:lnTo>
                  <a:pt x="1348" y="328"/>
                </a:lnTo>
                <a:lnTo>
                  <a:pt x="1348" y="327"/>
                </a:lnTo>
                <a:lnTo>
                  <a:pt x="1349" y="326"/>
                </a:lnTo>
                <a:lnTo>
                  <a:pt x="1350" y="327"/>
                </a:lnTo>
                <a:lnTo>
                  <a:pt x="1351" y="327"/>
                </a:lnTo>
                <a:lnTo>
                  <a:pt x="1352" y="326"/>
                </a:lnTo>
                <a:lnTo>
                  <a:pt x="1353" y="325"/>
                </a:lnTo>
                <a:lnTo>
                  <a:pt x="1355" y="325"/>
                </a:lnTo>
                <a:lnTo>
                  <a:pt x="1356" y="325"/>
                </a:lnTo>
                <a:lnTo>
                  <a:pt x="1357" y="325"/>
                </a:lnTo>
                <a:lnTo>
                  <a:pt x="1357" y="326"/>
                </a:lnTo>
                <a:lnTo>
                  <a:pt x="1357" y="327"/>
                </a:lnTo>
                <a:lnTo>
                  <a:pt x="1356" y="328"/>
                </a:lnTo>
                <a:lnTo>
                  <a:pt x="1354" y="329"/>
                </a:lnTo>
                <a:lnTo>
                  <a:pt x="1353" y="330"/>
                </a:lnTo>
                <a:lnTo>
                  <a:pt x="1353" y="336"/>
                </a:lnTo>
                <a:lnTo>
                  <a:pt x="1354" y="336"/>
                </a:lnTo>
                <a:lnTo>
                  <a:pt x="1353" y="337"/>
                </a:lnTo>
                <a:lnTo>
                  <a:pt x="1352" y="337"/>
                </a:lnTo>
                <a:lnTo>
                  <a:pt x="1351" y="337"/>
                </a:lnTo>
                <a:lnTo>
                  <a:pt x="1351" y="336"/>
                </a:lnTo>
                <a:lnTo>
                  <a:pt x="1350" y="336"/>
                </a:lnTo>
                <a:lnTo>
                  <a:pt x="1349" y="336"/>
                </a:lnTo>
                <a:lnTo>
                  <a:pt x="1348" y="336"/>
                </a:lnTo>
                <a:lnTo>
                  <a:pt x="1347" y="336"/>
                </a:lnTo>
                <a:lnTo>
                  <a:pt x="1346" y="336"/>
                </a:lnTo>
                <a:lnTo>
                  <a:pt x="1344" y="336"/>
                </a:lnTo>
                <a:lnTo>
                  <a:pt x="1343" y="336"/>
                </a:lnTo>
                <a:lnTo>
                  <a:pt x="1343" y="335"/>
                </a:lnTo>
                <a:lnTo>
                  <a:pt x="1342" y="334"/>
                </a:lnTo>
                <a:lnTo>
                  <a:pt x="1341" y="334"/>
                </a:lnTo>
                <a:lnTo>
                  <a:pt x="1342" y="333"/>
                </a:lnTo>
                <a:lnTo>
                  <a:pt x="1343" y="332"/>
                </a:lnTo>
                <a:lnTo>
                  <a:pt x="1345" y="331"/>
                </a:lnTo>
                <a:lnTo>
                  <a:pt x="1346" y="331"/>
                </a:lnTo>
                <a:lnTo>
                  <a:pt x="1347" y="331"/>
                </a:lnTo>
                <a:lnTo>
                  <a:pt x="1347" y="330"/>
                </a:lnTo>
                <a:lnTo>
                  <a:pt x="1347" y="331"/>
                </a:lnTo>
                <a:lnTo>
                  <a:pt x="1346" y="331"/>
                </a:lnTo>
                <a:lnTo>
                  <a:pt x="1345" y="331"/>
                </a:lnTo>
                <a:lnTo>
                  <a:pt x="1344" y="331"/>
                </a:lnTo>
                <a:lnTo>
                  <a:pt x="1343" y="331"/>
                </a:lnTo>
                <a:lnTo>
                  <a:pt x="1343" y="330"/>
                </a:lnTo>
                <a:lnTo>
                  <a:pt x="1342" y="332"/>
                </a:lnTo>
                <a:lnTo>
                  <a:pt x="1340" y="332"/>
                </a:lnTo>
                <a:lnTo>
                  <a:pt x="1339" y="332"/>
                </a:lnTo>
                <a:lnTo>
                  <a:pt x="1339" y="330"/>
                </a:lnTo>
                <a:lnTo>
                  <a:pt x="1339" y="329"/>
                </a:lnTo>
                <a:lnTo>
                  <a:pt x="1338" y="329"/>
                </a:lnTo>
                <a:lnTo>
                  <a:pt x="1338" y="330"/>
                </a:lnTo>
                <a:lnTo>
                  <a:pt x="1337" y="330"/>
                </a:lnTo>
                <a:lnTo>
                  <a:pt x="1333" y="330"/>
                </a:lnTo>
                <a:lnTo>
                  <a:pt x="1332" y="330"/>
                </a:lnTo>
                <a:lnTo>
                  <a:pt x="1331" y="330"/>
                </a:lnTo>
                <a:lnTo>
                  <a:pt x="1332" y="331"/>
                </a:lnTo>
                <a:lnTo>
                  <a:pt x="1335" y="332"/>
                </a:lnTo>
                <a:lnTo>
                  <a:pt x="1333" y="336"/>
                </a:lnTo>
                <a:lnTo>
                  <a:pt x="1331" y="340"/>
                </a:lnTo>
                <a:lnTo>
                  <a:pt x="1331" y="342"/>
                </a:lnTo>
                <a:lnTo>
                  <a:pt x="1330" y="341"/>
                </a:lnTo>
                <a:lnTo>
                  <a:pt x="1329" y="340"/>
                </a:lnTo>
                <a:lnTo>
                  <a:pt x="1329" y="341"/>
                </a:lnTo>
                <a:lnTo>
                  <a:pt x="1329" y="343"/>
                </a:lnTo>
                <a:lnTo>
                  <a:pt x="1330" y="343"/>
                </a:lnTo>
                <a:lnTo>
                  <a:pt x="1330" y="344"/>
                </a:lnTo>
                <a:lnTo>
                  <a:pt x="1329" y="346"/>
                </a:lnTo>
                <a:lnTo>
                  <a:pt x="1330" y="346"/>
                </a:lnTo>
                <a:lnTo>
                  <a:pt x="1331" y="347"/>
                </a:lnTo>
                <a:lnTo>
                  <a:pt x="1331" y="346"/>
                </a:lnTo>
                <a:lnTo>
                  <a:pt x="1332" y="346"/>
                </a:lnTo>
                <a:lnTo>
                  <a:pt x="1332" y="347"/>
                </a:lnTo>
                <a:lnTo>
                  <a:pt x="1332" y="349"/>
                </a:lnTo>
                <a:lnTo>
                  <a:pt x="1331" y="349"/>
                </a:lnTo>
                <a:lnTo>
                  <a:pt x="1330" y="349"/>
                </a:lnTo>
                <a:lnTo>
                  <a:pt x="1329" y="349"/>
                </a:lnTo>
                <a:lnTo>
                  <a:pt x="1328" y="349"/>
                </a:lnTo>
                <a:lnTo>
                  <a:pt x="1328" y="350"/>
                </a:lnTo>
                <a:lnTo>
                  <a:pt x="1327" y="350"/>
                </a:lnTo>
                <a:lnTo>
                  <a:pt x="1325" y="351"/>
                </a:lnTo>
                <a:lnTo>
                  <a:pt x="1324" y="351"/>
                </a:lnTo>
                <a:lnTo>
                  <a:pt x="1323" y="351"/>
                </a:lnTo>
                <a:lnTo>
                  <a:pt x="1323" y="352"/>
                </a:lnTo>
                <a:lnTo>
                  <a:pt x="1324" y="352"/>
                </a:lnTo>
                <a:lnTo>
                  <a:pt x="1326" y="351"/>
                </a:lnTo>
                <a:lnTo>
                  <a:pt x="1328" y="351"/>
                </a:lnTo>
                <a:lnTo>
                  <a:pt x="1329" y="351"/>
                </a:lnTo>
                <a:lnTo>
                  <a:pt x="1331" y="352"/>
                </a:lnTo>
                <a:lnTo>
                  <a:pt x="1331" y="353"/>
                </a:lnTo>
                <a:lnTo>
                  <a:pt x="1330" y="354"/>
                </a:lnTo>
                <a:lnTo>
                  <a:pt x="1330" y="355"/>
                </a:lnTo>
                <a:lnTo>
                  <a:pt x="1330" y="356"/>
                </a:lnTo>
                <a:lnTo>
                  <a:pt x="1330" y="357"/>
                </a:lnTo>
                <a:lnTo>
                  <a:pt x="1331" y="358"/>
                </a:lnTo>
                <a:lnTo>
                  <a:pt x="1332" y="358"/>
                </a:lnTo>
                <a:lnTo>
                  <a:pt x="1332" y="359"/>
                </a:lnTo>
                <a:lnTo>
                  <a:pt x="1331" y="359"/>
                </a:lnTo>
                <a:lnTo>
                  <a:pt x="1331" y="358"/>
                </a:lnTo>
                <a:lnTo>
                  <a:pt x="1330" y="358"/>
                </a:lnTo>
                <a:lnTo>
                  <a:pt x="1329" y="358"/>
                </a:lnTo>
                <a:lnTo>
                  <a:pt x="1328" y="359"/>
                </a:lnTo>
                <a:lnTo>
                  <a:pt x="1328" y="360"/>
                </a:lnTo>
                <a:lnTo>
                  <a:pt x="1327" y="361"/>
                </a:lnTo>
                <a:lnTo>
                  <a:pt x="1327" y="362"/>
                </a:lnTo>
                <a:lnTo>
                  <a:pt x="1326" y="363"/>
                </a:lnTo>
                <a:lnTo>
                  <a:pt x="1326" y="364"/>
                </a:lnTo>
                <a:lnTo>
                  <a:pt x="1326" y="365"/>
                </a:lnTo>
                <a:lnTo>
                  <a:pt x="1325" y="365"/>
                </a:lnTo>
                <a:lnTo>
                  <a:pt x="1324" y="364"/>
                </a:lnTo>
                <a:lnTo>
                  <a:pt x="1323" y="364"/>
                </a:lnTo>
                <a:lnTo>
                  <a:pt x="1323" y="363"/>
                </a:lnTo>
                <a:lnTo>
                  <a:pt x="1322" y="362"/>
                </a:lnTo>
                <a:lnTo>
                  <a:pt x="1321" y="362"/>
                </a:lnTo>
                <a:lnTo>
                  <a:pt x="1321" y="364"/>
                </a:lnTo>
                <a:lnTo>
                  <a:pt x="1322" y="364"/>
                </a:lnTo>
                <a:lnTo>
                  <a:pt x="1322" y="365"/>
                </a:lnTo>
                <a:lnTo>
                  <a:pt x="1322" y="366"/>
                </a:lnTo>
                <a:lnTo>
                  <a:pt x="1324" y="367"/>
                </a:lnTo>
                <a:lnTo>
                  <a:pt x="1324" y="368"/>
                </a:lnTo>
                <a:lnTo>
                  <a:pt x="1322" y="369"/>
                </a:lnTo>
                <a:lnTo>
                  <a:pt x="1322" y="370"/>
                </a:lnTo>
                <a:lnTo>
                  <a:pt x="1321" y="371"/>
                </a:lnTo>
                <a:lnTo>
                  <a:pt x="1321" y="372"/>
                </a:lnTo>
                <a:lnTo>
                  <a:pt x="1320" y="373"/>
                </a:lnTo>
                <a:lnTo>
                  <a:pt x="1320" y="375"/>
                </a:lnTo>
                <a:lnTo>
                  <a:pt x="1319" y="376"/>
                </a:lnTo>
                <a:lnTo>
                  <a:pt x="1319" y="377"/>
                </a:lnTo>
                <a:lnTo>
                  <a:pt x="1318" y="378"/>
                </a:lnTo>
                <a:lnTo>
                  <a:pt x="1317" y="379"/>
                </a:lnTo>
                <a:lnTo>
                  <a:pt x="1316" y="378"/>
                </a:lnTo>
                <a:lnTo>
                  <a:pt x="1316" y="377"/>
                </a:lnTo>
                <a:lnTo>
                  <a:pt x="1315" y="377"/>
                </a:lnTo>
                <a:lnTo>
                  <a:pt x="1315" y="378"/>
                </a:lnTo>
                <a:lnTo>
                  <a:pt x="1315" y="379"/>
                </a:lnTo>
                <a:lnTo>
                  <a:pt x="1314" y="380"/>
                </a:lnTo>
                <a:lnTo>
                  <a:pt x="1314" y="381"/>
                </a:lnTo>
                <a:lnTo>
                  <a:pt x="1314" y="383"/>
                </a:lnTo>
                <a:lnTo>
                  <a:pt x="1315" y="383"/>
                </a:lnTo>
                <a:lnTo>
                  <a:pt x="1316" y="385"/>
                </a:lnTo>
                <a:lnTo>
                  <a:pt x="1317" y="385"/>
                </a:lnTo>
                <a:lnTo>
                  <a:pt x="1317" y="386"/>
                </a:lnTo>
                <a:lnTo>
                  <a:pt x="1318" y="387"/>
                </a:lnTo>
                <a:lnTo>
                  <a:pt x="1318" y="390"/>
                </a:lnTo>
                <a:lnTo>
                  <a:pt x="1318" y="392"/>
                </a:lnTo>
                <a:lnTo>
                  <a:pt x="1319" y="393"/>
                </a:lnTo>
                <a:lnTo>
                  <a:pt x="1319" y="394"/>
                </a:lnTo>
                <a:lnTo>
                  <a:pt x="1320" y="395"/>
                </a:lnTo>
                <a:lnTo>
                  <a:pt x="1321" y="396"/>
                </a:lnTo>
                <a:lnTo>
                  <a:pt x="1322" y="396"/>
                </a:lnTo>
                <a:lnTo>
                  <a:pt x="1323" y="395"/>
                </a:lnTo>
                <a:lnTo>
                  <a:pt x="1324" y="395"/>
                </a:lnTo>
                <a:lnTo>
                  <a:pt x="1325" y="395"/>
                </a:lnTo>
                <a:lnTo>
                  <a:pt x="1326" y="395"/>
                </a:lnTo>
                <a:lnTo>
                  <a:pt x="1325" y="395"/>
                </a:lnTo>
                <a:lnTo>
                  <a:pt x="1325" y="396"/>
                </a:lnTo>
                <a:lnTo>
                  <a:pt x="1324" y="396"/>
                </a:lnTo>
                <a:lnTo>
                  <a:pt x="1324" y="398"/>
                </a:lnTo>
                <a:lnTo>
                  <a:pt x="1323" y="398"/>
                </a:lnTo>
                <a:lnTo>
                  <a:pt x="1323" y="399"/>
                </a:lnTo>
                <a:lnTo>
                  <a:pt x="1324" y="399"/>
                </a:lnTo>
                <a:lnTo>
                  <a:pt x="1324" y="400"/>
                </a:lnTo>
                <a:lnTo>
                  <a:pt x="1323" y="401"/>
                </a:lnTo>
                <a:lnTo>
                  <a:pt x="1322" y="401"/>
                </a:lnTo>
                <a:lnTo>
                  <a:pt x="1320" y="400"/>
                </a:lnTo>
                <a:lnTo>
                  <a:pt x="1320" y="398"/>
                </a:lnTo>
                <a:lnTo>
                  <a:pt x="1319" y="398"/>
                </a:lnTo>
                <a:lnTo>
                  <a:pt x="1318" y="398"/>
                </a:lnTo>
                <a:lnTo>
                  <a:pt x="1317" y="398"/>
                </a:lnTo>
                <a:lnTo>
                  <a:pt x="1316" y="398"/>
                </a:lnTo>
                <a:lnTo>
                  <a:pt x="1316" y="397"/>
                </a:lnTo>
                <a:lnTo>
                  <a:pt x="1315" y="397"/>
                </a:lnTo>
                <a:lnTo>
                  <a:pt x="1314" y="396"/>
                </a:lnTo>
                <a:lnTo>
                  <a:pt x="1314" y="395"/>
                </a:lnTo>
                <a:lnTo>
                  <a:pt x="1314" y="394"/>
                </a:lnTo>
                <a:lnTo>
                  <a:pt x="1314" y="393"/>
                </a:lnTo>
                <a:lnTo>
                  <a:pt x="1313" y="393"/>
                </a:lnTo>
                <a:lnTo>
                  <a:pt x="1312" y="392"/>
                </a:lnTo>
                <a:lnTo>
                  <a:pt x="1311" y="392"/>
                </a:lnTo>
                <a:lnTo>
                  <a:pt x="1310" y="392"/>
                </a:lnTo>
                <a:lnTo>
                  <a:pt x="1309" y="392"/>
                </a:lnTo>
                <a:lnTo>
                  <a:pt x="1308" y="393"/>
                </a:lnTo>
                <a:lnTo>
                  <a:pt x="1309" y="394"/>
                </a:lnTo>
                <a:lnTo>
                  <a:pt x="1310" y="394"/>
                </a:lnTo>
                <a:lnTo>
                  <a:pt x="1311" y="393"/>
                </a:lnTo>
                <a:lnTo>
                  <a:pt x="1313" y="394"/>
                </a:lnTo>
                <a:lnTo>
                  <a:pt x="1313" y="395"/>
                </a:lnTo>
                <a:lnTo>
                  <a:pt x="1312" y="395"/>
                </a:lnTo>
                <a:lnTo>
                  <a:pt x="1311" y="395"/>
                </a:lnTo>
                <a:lnTo>
                  <a:pt x="1309" y="396"/>
                </a:lnTo>
                <a:lnTo>
                  <a:pt x="1308" y="396"/>
                </a:lnTo>
                <a:lnTo>
                  <a:pt x="1307" y="397"/>
                </a:lnTo>
                <a:lnTo>
                  <a:pt x="1306" y="398"/>
                </a:lnTo>
                <a:lnTo>
                  <a:pt x="1303" y="400"/>
                </a:lnTo>
                <a:lnTo>
                  <a:pt x="1302" y="401"/>
                </a:lnTo>
                <a:lnTo>
                  <a:pt x="1302" y="402"/>
                </a:lnTo>
                <a:lnTo>
                  <a:pt x="1301" y="402"/>
                </a:lnTo>
                <a:lnTo>
                  <a:pt x="1299" y="405"/>
                </a:lnTo>
                <a:lnTo>
                  <a:pt x="1299" y="406"/>
                </a:lnTo>
                <a:lnTo>
                  <a:pt x="1299" y="407"/>
                </a:lnTo>
                <a:lnTo>
                  <a:pt x="1299" y="408"/>
                </a:lnTo>
                <a:lnTo>
                  <a:pt x="1299" y="409"/>
                </a:lnTo>
                <a:lnTo>
                  <a:pt x="1299" y="410"/>
                </a:lnTo>
                <a:lnTo>
                  <a:pt x="1297" y="413"/>
                </a:lnTo>
                <a:lnTo>
                  <a:pt x="1296" y="414"/>
                </a:lnTo>
                <a:lnTo>
                  <a:pt x="1295" y="414"/>
                </a:lnTo>
                <a:lnTo>
                  <a:pt x="1293" y="412"/>
                </a:lnTo>
                <a:lnTo>
                  <a:pt x="1294" y="412"/>
                </a:lnTo>
                <a:lnTo>
                  <a:pt x="1294" y="411"/>
                </a:lnTo>
                <a:lnTo>
                  <a:pt x="1293" y="411"/>
                </a:lnTo>
                <a:lnTo>
                  <a:pt x="1293" y="410"/>
                </a:lnTo>
                <a:lnTo>
                  <a:pt x="1291" y="411"/>
                </a:lnTo>
                <a:lnTo>
                  <a:pt x="1290" y="411"/>
                </a:lnTo>
                <a:lnTo>
                  <a:pt x="1289" y="411"/>
                </a:lnTo>
                <a:lnTo>
                  <a:pt x="1289" y="410"/>
                </a:lnTo>
                <a:lnTo>
                  <a:pt x="1289" y="408"/>
                </a:lnTo>
                <a:lnTo>
                  <a:pt x="1290" y="407"/>
                </a:lnTo>
                <a:lnTo>
                  <a:pt x="1291" y="407"/>
                </a:lnTo>
                <a:lnTo>
                  <a:pt x="1291" y="404"/>
                </a:lnTo>
                <a:lnTo>
                  <a:pt x="1290" y="403"/>
                </a:lnTo>
                <a:lnTo>
                  <a:pt x="1290" y="404"/>
                </a:lnTo>
                <a:lnTo>
                  <a:pt x="1289" y="404"/>
                </a:lnTo>
                <a:lnTo>
                  <a:pt x="1290" y="405"/>
                </a:lnTo>
                <a:lnTo>
                  <a:pt x="1290" y="406"/>
                </a:lnTo>
                <a:lnTo>
                  <a:pt x="1288" y="406"/>
                </a:lnTo>
                <a:lnTo>
                  <a:pt x="1288" y="407"/>
                </a:lnTo>
                <a:lnTo>
                  <a:pt x="1288" y="408"/>
                </a:lnTo>
                <a:lnTo>
                  <a:pt x="1287" y="409"/>
                </a:lnTo>
                <a:lnTo>
                  <a:pt x="1286" y="410"/>
                </a:lnTo>
                <a:lnTo>
                  <a:pt x="1285" y="410"/>
                </a:lnTo>
                <a:lnTo>
                  <a:pt x="1285" y="411"/>
                </a:lnTo>
                <a:lnTo>
                  <a:pt x="1284" y="411"/>
                </a:lnTo>
                <a:lnTo>
                  <a:pt x="1283" y="412"/>
                </a:lnTo>
                <a:lnTo>
                  <a:pt x="1282" y="413"/>
                </a:lnTo>
                <a:lnTo>
                  <a:pt x="1281" y="415"/>
                </a:lnTo>
                <a:lnTo>
                  <a:pt x="1280" y="415"/>
                </a:lnTo>
                <a:lnTo>
                  <a:pt x="1280" y="416"/>
                </a:lnTo>
                <a:lnTo>
                  <a:pt x="1279" y="417"/>
                </a:lnTo>
                <a:lnTo>
                  <a:pt x="1279" y="418"/>
                </a:lnTo>
                <a:lnTo>
                  <a:pt x="1278" y="419"/>
                </a:lnTo>
                <a:lnTo>
                  <a:pt x="1278" y="420"/>
                </a:lnTo>
                <a:lnTo>
                  <a:pt x="1278" y="421"/>
                </a:lnTo>
                <a:lnTo>
                  <a:pt x="1277" y="423"/>
                </a:lnTo>
                <a:lnTo>
                  <a:pt x="1277" y="424"/>
                </a:lnTo>
                <a:lnTo>
                  <a:pt x="1277" y="425"/>
                </a:lnTo>
                <a:lnTo>
                  <a:pt x="1277" y="426"/>
                </a:lnTo>
                <a:lnTo>
                  <a:pt x="1277" y="427"/>
                </a:lnTo>
                <a:lnTo>
                  <a:pt x="1277" y="428"/>
                </a:lnTo>
                <a:lnTo>
                  <a:pt x="1278" y="429"/>
                </a:lnTo>
                <a:lnTo>
                  <a:pt x="1279" y="430"/>
                </a:lnTo>
                <a:lnTo>
                  <a:pt x="1280" y="430"/>
                </a:lnTo>
                <a:lnTo>
                  <a:pt x="1281" y="430"/>
                </a:lnTo>
                <a:lnTo>
                  <a:pt x="1282" y="431"/>
                </a:lnTo>
                <a:lnTo>
                  <a:pt x="1281" y="431"/>
                </a:lnTo>
                <a:lnTo>
                  <a:pt x="1281" y="432"/>
                </a:lnTo>
                <a:lnTo>
                  <a:pt x="1281" y="433"/>
                </a:lnTo>
                <a:lnTo>
                  <a:pt x="1281" y="434"/>
                </a:lnTo>
                <a:lnTo>
                  <a:pt x="1281" y="437"/>
                </a:lnTo>
                <a:lnTo>
                  <a:pt x="1281" y="438"/>
                </a:lnTo>
                <a:lnTo>
                  <a:pt x="1281" y="439"/>
                </a:lnTo>
                <a:lnTo>
                  <a:pt x="1282" y="439"/>
                </a:lnTo>
                <a:lnTo>
                  <a:pt x="1282" y="440"/>
                </a:lnTo>
                <a:lnTo>
                  <a:pt x="1283" y="440"/>
                </a:lnTo>
                <a:lnTo>
                  <a:pt x="1283" y="442"/>
                </a:lnTo>
                <a:lnTo>
                  <a:pt x="1284" y="444"/>
                </a:lnTo>
                <a:lnTo>
                  <a:pt x="1285" y="445"/>
                </a:lnTo>
                <a:lnTo>
                  <a:pt x="1284" y="445"/>
                </a:lnTo>
                <a:lnTo>
                  <a:pt x="1283" y="446"/>
                </a:lnTo>
                <a:lnTo>
                  <a:pt x="1284" y="448"/>
                </a:lnTo>
                <a:lnTo>
                  <a:pt x="1283" y="448"/>
                </a:lnTo>
                <a:lnTo>
                  <a:pt x="1282" y="449"/>
                </a:lnTo>
                <a:lnTo>
                  <a:pt x="1281" y="449"/>
                </a:lnTo>
                <a:lnTo>
                  <a:pt x="1281" y="448"/>
                </a:lnTo>
                <a:lnTo>
                  <a:pt x="1280" y="448"/>
                </a:lnTo>
                <a:lnTo>
                  <a:pt x="1279" y="448"/>
                </a:lnTo>
                <a:lnTo>
                  <a:pt x="1278" y="449"/>
                </a:lnTo>
                <a:lnTo>
                  <a:pt x="1277" y="450"/>
                </a:lnTo>
                <a:lnTo>
                  <a:pt x="1277" y="451"/>
                </a:lnTo>
                <a:lnTo>
                  <a:pt x="1276" y="453"/>
                </a:lnTo>
                <a:lnTo>
                  <a:pt x="1276" y="455"/>
                </a:lnTo>
                <a:lnTo>
                  <a:pt x="1277" y="455"/>
                </a:lnTo>
                <a:lnTo>
                  <a:pt x="1277" y="456"/>
                </a:lnTo>
                <a:lnTo>
                  <a:pt x="1276" y="456"/>
                </a:lnTo>
                <a:lnTo>
                  <a:pt x="1276" y="457"/>
                </a:lnTo>
                <a:lnTo>
                  <a:pt x="1275" y="459"/>
                </a:lnTo>
                <a:lnTo>
                  <a:pt x="1275" y="460"/>
                </a:lnTo>
                <a:lnTo>
                  <a:pt x="1275" y="461"/>
                </a:lnTo>
                <a:lnTo>
                  <a:pt x="1274" y="462"/>
                </a:lnTo>
                <a:lnTo>
                  <a:pt x="1272" y="463"/>
                </a:lnTo>
                <a:lnTo>
                  <a:pt x="1271" y="463"/>
                </a:lnTo>
                <a:lnTo>
                  <a:pt x="1271" y="462"/>
                </a:lnTo>
                <a:lnTo>
                  <a:pt x="1270" y="461"/>
                </a:lnTo>
                <a:lnTo>
                  <a:pt x="1269" y="461"/>
                </a:lnTo>
                <a:lnTo>
                  <a:pt x="1268" y="461"/>
                </a:lnTo>
                <a:lnTo>
                  <a:pt x="1268" y="462"/>
                </a:lnTo>
                <a:lnTo>
                  <a:pt x="1267" y="461"/>
                </a:lnTo>
                <a:lnTo>
                  <a:pt x="1266" y="461"/>
                </a:lnTo>
                <a:lnTo>
                  <a:pt x="1265" y="461"/>
                </a:lnTo>
                <a:lnTo>
                  <a:pt x="1265" y="462"/>
                </a:lnTo>
                <a:lnTo>
                  <a:pt x="1264" y="462"/>
                </a:lnTo>
                <a:lnTo>
                  <a:pt x="1264" y="463"/>
                </a:lnTo>
                <a:lnTo>
                  <a:pt x="1263" y="463"/>
                </a:lnTo>
                <a:lnTo>
                  <a:pt x="1262" y="463"/>
                </a:lnTo>
                <a:lnTo>
                  <a:pt x="1261" y="464"/>
                </a:lnTo>
                <a:lnTo>
                  <a:pt x="1260" y="464"/>
                </a:lnTo>
                <a:lnTo>
                  <a:pt x="1260" y="465"/>
                </a:lnTo>
                <a:lnTo>
                  <a:pt x="1259" y="465"/>
                </a:lnTo>
                <a:lnTo>
                  <a:pt x="1259" y="464"/>
                </a:lnTo>
                <a:lnTo>
                  <a:pt x="1258" y="464"/>
                </a:lnTo>
                <a:lnTo>
                  <a:pt x="1257" y="464"/>
                </a:lnTo>
                <a:lnTo>
                  <a:pt x="1257" y="465"/>
                </a:lnTo>
                <a:lnTo>
                  <a:pt x="1256" y="465"/>
                </a:lnTo>
                <a:lnTo>
                  <a:pt x="1255" y="466"/>
                </a:lnTo>
                <a:lnTo>
                  <a:pt x="1254" y="466"/>
                </a:lnTo>
                <a:lnTo>
                  <a:pt x="1253" y="466"/>
                </a:lnTo>
                <a:lnTo>
                  <a:pt x="1253" y="467"/>
                </a:lnTo>
                <a:lnTo>
                  <a:pt x="1252" y="467"/>
                </a:lnTo>
                <a:lnTo>
                  <a:pt x="1251" y="467"/>
                </a:lnTo>
                <a:lnTo>
                  <a:pt x="1250" y="466"/>
                </a:lnTo>
                <a:lnTo>
                  <a:pt x="1249" y="466"/>
                </a:lnTo>
                <a:lnTo>
                  <a:pt x="1247" y="466"/>
                </a:lnTo>
                <a:lnTo>
                  <a:pt x="1246" y="465"/>
                </a:lnTo>
                <a:lnTo>
                  <a:pt x="1244" y="465"/>
                </a:lnTo>
                <a:lnTo>
                  <a:pt x="1244" y="464"/>
                </a:lnTo>
                <a:lnTo>
                  <a:pt x="1244" y="465"/>
                </a:lnTo>
                <a:lnTo>
                  <a:pt x="1243" y="465"/>
                </a:lnTo>
                <a:lnTo>
                  <a:pt x="1242" y="464"/>
                </a:lnTo>
                <a:lnTo>
                  <a:pt x="1242" y="463"/>
                </a:lnTo>
                <a:lnTo>
                  <a:pt x="1241" y="462"/>
                </a:lnTo>
                <a:lnTo>
                  <a:pt x="1240" y="462"/>
                </a:lnTo>
                <a:lnTo>
                  <a:pt x="1239" y="462"/>
                </a:lnTo>
                <a:lnTo>
                  <a:pt x="1235" y="463"/>
                </a:lnTo>
                <a:lnTo>
                  <a:pt x="1234" y="463"/>
                </a:lnTo>
                <a:lnTo>
                  <a:pt x="1233" y="464"/>
                </a:lnTo>
                <a:lnTo>
                  <a:pt x="1231" y="464"/>
                </a:lnTo>
                <a:lnTo>
                  <a:pt x="1230" y="466"/>
                </a:lnTo>
                <a:lnTo>
                  <a:pt x="1229" y="466"/>
                </a:lnTo>
                <a:lnTo>
                  <a:pt x="1228" y="467"/>
                </a:lnTo>
                <a:lnTo>
                  <a:pt x="1226" y="469"/>
                </a:lnTo>
                <a:lnTo>
                  <a:pt x="1224" y="471"/>
                </a:lnTo>
                <a:lnTo>
                  <a:pt x="1223" y="472"/>
                </a:lnTo>
                <a:lnTo>
                  <a:pt x="1222" y="472"/>
                </a:lnTo>
                <a:lnTo>
                  <a:pt x="1221" y="474"/>
                </a:lnTo>
                <a:lnTo>
                  <a:pt x="1220" y="475"/>
                </a:lnTo>
                <a:lnTo>
                  <a:pt x="1219" y="476"/>
                </a:lnTo>
                <a:lnTo>
                  <a:pt x="1219" y="477"/>
                </a:lnTo>
                <a:lnTo>
                  <a:pt x="1218" y="477"/>
                </a:lnTo>
                <a:lnTo>
                  <a:pt x="1216" y="481"/>
                </a:lnTo>
                <a:lnTo>
                  <a:pt x="1215" y="482"/>
                </a:lnTo>
                <a:lnTo>
                  <a:pt x="1214" y="484"/>
                </a:lnTo>
                <a:lnTo>
                  <a:pt x="1210" y="488"/>
                </a:lnTo>
                <a:lnTo>
                  <a:pt x="1209" y="488"/>
                </a:lnTo>
                <a:lnTo>
                  <a:pt x="1209" y="489"/>
                </a:lnTo>
                <a:lnTo>
                  <a:pt x="1208" y="490"/>
                </a:lnTo>
                <a:lnTo>
                  <a:pt x="1207" y="491"/>
                </a:lnTo>
                <a:lnTo>
                  <a:pt x="1206" y="491"/>
                </a:lnTo>
                <a:lnTo>
                  <a:pt x="1205" y="491"/>
                </a:lnTo>
                <a:lnTo>
                  <a:pt x="1203" y="492"/>
                </a:lnTo>
                <a:lnTo>
                  <a:pt x="1203" y="493"/>
                </a:lnTo>
                <a:lnTo>
                  <a:pt x="1202" y="494"/>
                </a:lnTo>
                <a:lnTo>
                  <a:pt x="1201" y="495"/>
                </a:lnTo>
                <a:lnTo>
                  <a:pt x="1199" y="494"/>
                </a:lnTo>
                <a:lnTo>
                  <a:pt x="1199" y="492"/>
                </a:lnTo>
                <a:lnTo>
                  <a:pt x="1198" y="491"/>
                </a:lnTo>
                <a:lnTo>
                  <a:pt x="1197" y="490"/>
                </a:lnTo>
                <a:lnTo>
                  <a:pt x="1195" y="490"/>
                </a:lnTo>
                <a:lnTo>
                  <a:pt x="1193" y="490"/>
                </a:lnTo>
                <a:lnTo>
                  <a:pt x="1192" y="490"/>
                </a:lnTo>
                <a:lnTo>
                  <a:pt x="1191" y="490"/>
                </a:lnTo>
                <a:lnTo>
                  <a:pt x="1190" y="490"/>
                </a:lnTo>
                <a:lnTo>
                  <a:pt x="1187" y="492"/>
                </a:lnTo>
                <a:lnTo>
                  <a:pt x="1186" y="492"/>
                </a:lnTo>
                <a:lnTo>
                  <a:pt x="1185" y="493"/>
                </a:lnTo>
                <a:lnTo>
                  <a:pt x="1184" y="494"/>
                </a:lnTo>
                <a:lnTo>
                  <a:pt x="1183" y="494"/>
                </a:lnTo>
                <a:lnTo>
                  <a:pt x="1182" y="494"/>
                </a:lnTo>
                <a:lnTo>
                  <a:pt x="1181" y="494"/>
                </a:lnTo>
                <a:lnTo>
                  <a:pt x="1180" y="495"/>
                </a:lnTo>
                <a:lnTo>
                  <a:pt x="1178" y="497"/>
                </a:lnTo>
                <a:lnTo>
                  <a:pt x="1176" y="499"/>
                </a:lnTo>
                <a:lnTo>
                  <a:pt x="1176" y="500"/>
                </a:lnTo>
                <a:lnTo>
                  <a:pt x="1176" y="501"/>
                </a:lnTo>
                <a:lnTo>
                  <a:pt x="1175" y="501"/>
                </a:lnTo>
                <a:lnTo>
                  <a:pt x="1174" y="501"/>
                </a:lnTo>
                <a:lnTo>
                  <a:pt x="1173" y="501"/>
                </a:lnTo>
                <a:lnTo>
                  <a:pt x="1174" y="500"/>
                </a:lnTo>
                <a:lnTo>
                  <a:pt x="1175" y="499"/>
                </a:lnTo>
                <a:lnTo>
                  <a:pt x="1173" y="499"/>
                </a:lnTo>
                <a:lnTo>
                  <a:pt x="1173" y="500"/>
                </a:lnTo>
                <a:lnTo>
                  <a:pt x="1172" y="500"/>
                </a:lnTo>
                <a:lnTo>
                  <a:pt x="1171" y="500"/>
                </a:lnTo>
                <a:lnTo>
                  <a:pt x="1170" y="501"/>
                </a:lnTo>
                <a:lnTo>
                  <a:pt x="1169" y="501"/>
                </a:lnTo>
                <a:lnTo>
                  <a:pt x="1168" y="502"/>
                </a:lnTo>
                <a:lnTo>
                  <a:pt x="1167" y="503"/>
                </a:lnTo>
                <a:lnTo>
                  <a:pt x="1166" y="503"/>
                </a:lnTo>
                <a:lnTo>
                  <a:pt x="1166" y="504"/>
                </a:lnTo>
                <a:lnTo>
                  <a:pt x="1165" y="505"/>
                </a:lnTo>
                <a:lnTo>
                  <a:pt x="1164" y="504"/>
                </a:lnTo>
                <a:lnTo>
                  <a:pt x="1163" y="503"/>
                </a:lnTo>
                <a:lnTo>
                  <a:pt x="1162" y="503"/>
                </a:lnTo>
                <a:lnTo>
                  <a:pt x="1161" y="504"/>
                </a:lnTo>
                <a:lnTo>
                  <a:pt x="1160" y="504"/>
                </a:lnTo>
                <a:lnTo>
                  <a:pt x="1159" y="506"/>
                </a:lnTo>
                <a:lnTo>
                  <a:pt x="1157" y="507"/>
                </a:lnTo>
                <a:lnTo>
                  <a:pt x="1156" y="508"/>
                </a:lnTo>
                <a:lnTo>
                  <a:pt x="1155" y="509"/>
                </a:lnTo>
                <a:lnTo>
                  <a:pt x="1153" y="512"/>
                </a:lnTo>
                <a:lnTo>
                  <a:pt x="1152" y="513"/>
                </a:lnTo>
                <a:lnTo>
                  <a:pt x="1151" y="516"/>
                </a:lnTo>
                <a:lnTo>
                  <a:pt x="1150" y="516"/>
                </a:lnTo>
                <a:lnTo>
                  <a:pt x="1150" y="517"/>
                </a:lnTo>
                <a:lnTo>
                  <a:pt x="1149" y="516"/>
                </a:lnTo>
                <a:lnTo>
                  <a:pt x="1148" y="516"/>
                </a:lnTo>
                <a:lnTo>
                  <a:pt x="1147" y="515"/>
                </a:lnTo>
                <a:lnTo>
                  <a:pt x="1146" y="513"/>
                </a:lnTo>
                <a:lnTo>
                  <a:pt x="1145" y="513"/>
                </a:lnTo>
                <a:lnTo>
                  <a:pt x="1146" y="513"/>
                </a:lnTo>
                <a:lnTo>
                  <a:pt x="1147" y="512"/>
                </a:lnTo>
                <a:lnTo>
                  <a:pt x="1147" y="511"/>
                </a:lnTo>
                <a:lnTo>
                  <a:pt x="1146" y="509"/>
                </a:lnTo>
                <a:lnTo>
                  <a:pt x="1146" y="508"/>
                </a:lnTo>
                <a:lnTo>
                  <a:pt x="1146" y="507"/>
                </a:lnTo>
                <a:lnTo>
                  <a:pt x="1146" y="506"/>
                </a:lnTo>
                <a:lnTo>
                  <a:pt x="1145" y="505"/>
                </a:lnTo>
                <a:lnTo>
                  <a:pt x="1145" y="504"/>
                </a:lnTo>
                <a:lnTo>
                  <a:pt x="1144" y="503"/>
                </a:lnTo>
                <a:lnTo>
                  <a:pt x="1145" y="503"/>
                </a:lnTo>
                <a:lnTo>
                  <a:pt x="1145" y="502"/>
                </a:lnTo>
                <a:lnTo>
                  <a:pt x="1144" y="502"/>
                </a:lnTo>
                <a:lnTo>
                  <a:pt x="1144" y="501"/>
                </a:lnTo>
                <a:lnTo>
                  <a:pt x="1145" y="501"/>
                </a:lnTo>
                <a:lnTo>
                  <a:pt x="1145" y="502"/>
                </a:lnTo>
                <a:lnTo>
                  <a:pt x="1146" y="502"/>
                </a:lnTo>
                <a:lnTo>
                  <a:pt x="1147" y="502"/>
                </a:lnTo>
                <a:lnTo>
                  <a:pt x="1147" y="503"/>
                </a:lnTo>
                <a:lnTo>
                  <a:pt x="1148" y="504"/>
                </a:lnTo>
                <a:lnTo>
                  <a:pt x="1149" y="503"/>
                </a:lnTo>
                <a:lnTo>
                  <a:pt x="1147" y="501"/>
                </a:lnTo>
                <a:lnTo>
                  <a:pt x="1146" y="501"/>
                </a:lnTo>
                <a:lnTo>
                  <a:pt x="1145" y="501"/>
                </a:lnTo>
                <a:lnTo>
                  <a:pt x="1145" y="500"/>
                </a:lnTo>
                <a:lnTo>
                  <a:pt x="1144" y="500"/>
                </a:lnTo>
                <a:lnTo>
                  <a:pt x="1143" y="500"/>
                </a:lnTo>
                <a:lnTo>
                  <a:pt x="1143" y="501"/>
                </a:lnTo>
                <a:lnTo>
                  <a:pt x="1141" y="500"/>
                </a:lnTo>
                <a:lnTo>
                  <a:pt x="1140" y="499"/>
                </a:lnTo>
                <a:lnTo>
                  <a:pt x="1140" y="498"/>
                </a:lnTo>
                <a:lnTo>
                  <a:pt x="1139" y="498"/>
                </a:lnTo>
                <a:lnTo>
                  <a:pt x="1137" y="497"/>
                </a:lnTo>
                <a:lnTo>
                  <a:pt x="1135" y="497"/>
                </a:lnTo>
                <a:lnTo>
                  <a:pt x="1134" y="496"/>
                </a:lnTo>
                <a:lnTo>
                  <a:pt x="1130" y="496"/>
                </a:lnTo>
                <a:lnTo>
                  <a:pt x="1129" y="496"/>
                </a:lnTo>
                <a:lnTo>
                  <a:pt x="1127" y="497"/>
                </a:lnTo>
                <a:lnTo>
                  <a:pt x="1125" y="497"/>
                </a:lnTo>
                <a:lnTo>
                  <a:pt x="1125" y="496"/>
                </a:lnTo>
                <a:lnTo>
                  <a:pt x="1125" y="495"/>
                </a:lnTo>
                <a:lnTo>
                  <a:pt x="1125" y="494"/>
                </a:lnTo>
                <a:lnTo>
                  <a:pt x="1125" y="493"/>
                </a:lnTo>
                <a:lnTo>
                  <a:pt x="1124" y="492"/>
                </a:lnTo>
                <a:lnTo>
                  <a:pt x="1123" y="492"/>
                </a:lnTo>
                <a:lnTo>
                  <a:pt x="1122" y="492"/>
                </a:lnTo>
                <a:lnTo>
                  <a:pt x="1121" y="492"/>
                </a:lnTo>
                <a:lnTo>
                  <a:pt x="1120" y="492"/>
                </a:lnTo>
                <a:lnTo>
                  <a:pt x="1118" y="493"/>
                </a:lnTo>
                <a:lnTo>
                  <a:pt x="1117" y="493"/>
                </a:lnTo>
                <a:lnTo>
                  <a:pt x="1115" y="493"/>
                </a:lnTo>
                <a:lnTo>
                  <a:pt x="1113" y="495"/>
                </a:lnTo>
                <a:lnTo>
                  <a:pt x="1112" y="495"/>
                </a:lnTo>
                <a:lnTo>
                  <a:pt x="1111" y="496"/>
                </a:lnTo>
                <a:lnTo>
                  <a:pt x="1110" y="496"/>
                </a:lnTo>
                <a:lnTo>
                  <a:pt x="1109" y="496"/>
                </a:lnTo>
                <a:lnTo>
                  <a:pt x="1108" y="496"/>
                </a:lnTo>
                <a:lnTo>
                  <a:pt x="1107" y="497"/>
                </a:lnTo>
                <a:lnTo>
                  <a:pt x="1107" y="498"/>
                </a:lnTo>
                <a:lnTo>
                  <a:pt x="1107" y="499"/>
                </a:lnTo>
                <a:lnTo>
                  <a:pt x="1106" y="499"/>
                </a:lnTo>
                <a:lnTo>
                  <a:pt x="1105" y="500"/>
                </a:lnTo>
                <a:lnTo>
                  <a:pt x="1103" y="502"/>
                </a:lnTo>
                <a:lnTo>
                  <a:pt x="1102" y="503"/>
                </a:lnTo>
                <a:lnTo>
                  <a:pt x="1100" y="505"/>
                </a:lnTo>
                <a:lnTo>
                  <a:pt x="1100" y="506"/>
                </a:lnTo>
                <a:lnTo>
                  <a:pt x="1100" y="507"/>
                </a:lnTo>
                <a:lnTo>
                  <a:pt x="1100" y="508"/>
                </a:lnTo>
                <a:lnTo>
                  <a:pt x="1099" y="510"/>
                </a:lnTo>
                <a:lnTo>
                  <a:pt x="1098" y="511"/>
                </a:lnTo>
                <a:lnTo>
                  <a:pt x="1097" y="513"/>
                </a:lnTo>
                <a:lnTo>
                  <a:pt x="1097" y="514"/>
                </a:lnTo>
                <a:lnTo>
                  <a:pt x="1097" y="515"/>
                </a:lnTo>
                <a:lnTo>
                  <a:pt x="1096" y="515"/>
                </a:lnTo>
                <a:lnTo>
                  <a:pt x="1094" y="516"/>
                </a:lnTo>
                <a:lnTo>
                  <a:pt x="1094" y="517"/>
                </a:lnTo>
                <a:lnTo>
                  <a:pt x="1095" y="517"/>
                </a:lnTo>
                <a:lnTo>
                  <a:pt x="1096" y="517"/>
                </a:lnTo>
                <a:lnTo>
                  <a:pt x="1095" y="518"/>
                </a:lnTo>
                <a:lnTo>
                  <a:pt x="1094" y="520"/>
                </a:lnTo>
                <a:lnTo>
                  <a:pt x="1095" y="522"/>
                </a:lnTo>
                <a:lnTo>
                  <a:pt x="1096" y="523"/>
                </a:lnTo>
                <a:lnTo>
                  <a:pt x="1097" y="525"/>
                </a:lnTo>
                <a:lnTo>
                  <a:pt x="1098" y="526"/>
                </a:lnTo>
                <a:lnTo>
                  <a:pt x="1098" y="527"/>
                </a:lnTo>
                <a:lnTo>
                  <a:pt x="1099" y="527"/>
                </a:lnTo>
                <a:lnTo>
                  <a:pt x="1099" y="528"/>
                </a:lnTo>
                <a:lnTo>
                  <a:pt x="1100" y="527"/>
                </a:lnTo>
                <a:lnTo>
                  <a:pt x="1101" y="525"/>
                </a:lnTo>
                <a:lnTo>
                  <a:pt x="1101" y="524"/>
                </a:lnTo>
                <a:lnTo>
                  <a:pt x="1102" y="522"/>
                </a:lnTo>
                <a:lnTo>
                  <a:pt x="1102" y="521"/>
                </a:lnTo>
                <a:lnTo>
                  <a:pt x="1101" y="521"/>
                </a:lnTo>
                <a:lnTo>
                  <a:pt x="1100" y="521"/>
                </a:lnTo>
                <a:lnTo>
                  <a:pt x="1101" y="520"/>
                </a:lnTo>
                <a:lnTo>
                  <a:pt x="1101" y="519"/>
                </a:lnTo>
                <a:lnTo>
                  <a:pt x="1102" y="519"/>
                </a:lnTo>
                <a:lnTo>
                  <a:pt x="1102" y="520"/>
                </a:lnTo>
                <a:lnTo>
                  <a:pt x="1104" y="521"/>
                </a:lnTo>
                <a:lnTo>
                  <a:pt x="1105" y="521"/>
                </a:lnTo>
                <a:lnTo>
                  <a:pt x="1106" y="521"/>
                </a:lnTo>
                <a:lnTo>
                  <a:pt x="1107" y="520"/>
                </a:lnTo>
                <a:lnTo>
                  <a:pt x="1108" y="519"/>
                </a:lnTo>
                <a:lnTo>
                  <a:pt x="1108" y="518"/>
                </a:lnTo>
                <a:lnTo>
                  <a:pt x="1109" y="518"/>
                </a:lnTo>
                <a:lnTo>
                  <a:pt x="1109" y="519"/>
                </a:lnTo>
                <a:lnTo>
                  <a:pt x="1109" y="520"/>
                </a:lnTo>
                <a:lnTo>
                  <a:pt x="1109" y="521"/>
                </a:lnTo>
                <a:lnTo>
                  <a:pt x="1109" y="522"/>
                </a:lnTo>
                <a:lnTo>
                  <a:pt x="1107" y="523"/>
                </a:lnTo>
                <a:lnTo>
                  <a:pt x="1106" y="523"/>
                </a:lnTo>
                <a:lnTo>
                  <a:pt x="1105" y="524"/>
                </a:lnTo>
                <a:lnTo>
                  <a:pt x="1104" y="526"/>
                </a:lnTo>
                <a:lnTo>
                  <a:pt x="1104" y="527"/>
                </a:lnTo>
                <a:lnTo>
                  <a:pt x="1103" y="528"/>
                </a:lnTo>
                <a:lnTo>
                  <a:pt x="1102" y="529"/>
                </a:lnTo>
                <a:lnTo>
                  <a:pt x="1102" y="530"/>
                </a:lnTo>
                <a:lnTo>
                  <a:pt x="1102" y="531"/>
                </a:lnTo>
                <a:lnTo>
                  <a:pt x="1102" y="533"/>
                </a:lnTo>
                <a:lnTo>
                  <a:pt x="1103" y="533"/>
                </a:lnTo>
                <a:lnTo>
                  <a:pt x="1104" y="534"/>
                </a:lnTo>
                <a:lnTo>
                  <a:pt x="1105" y="534"/>
                </a:lnTo>
                <a:lnTo>
                  <a:pt x="1105" y="535"/>
                </a:lnTo>
                <a:lnTo>
                  <a:pt x="1106" y="535"/>
                </a:lnTo>
                <a:lnTo>
                  <a:pt x="1106" y="536"/>
                </a:lnTo>
                <a:lnTo>
                  <a:pt x="1105" y="536"/>
                </a:lnTo>
                <a:lnTo>
                  <a:pt x="1105" y="537"/>
                </a:lnTo>
                <a:lnTo>
                  <a:pt x="1105" y="538"/>
                </a:lnTo>
                <a:lnTo>
                  <a:pt x="1105" y="539"/>
                </a:lnTo>
                <a:lnTo>
                  <a:pt x="1104" y="538"/>
                </a:lnTo>
                <a:lnTo>
                  <a:pt x="1103" y="538"/>
                </a:lnTo>
                <a:lnTo>
                  <a:pt x="1103" y="537"/>
                </a:lnTo>
                <a:lnTo>
                  <a:pt x="1103" y="536"/>
                </a:lnTo>
                <a:lnTo>
                  <a:pt x="1102" y="536"/>
                </a:lnTo>
                <a:lnTo>
                  <a:pt x="1100" y="536"/>
                </a:lnTo>
                <a:lnTo>
                  <a:pt x="1099" y="537"/>
                </a:lnTo>
                <a:lnTo>
                  <a:pt x="1098" y="536"/>
                </a:lnTo>
                <a:lnTo>
                  <a:pt x="1097" y="536"/>
                </a:lnTo>
                <a:lnTo>
                  <a:pt x="1096" y="536"/>
                </a:lnTo>
                <a:lnTo>
                  <a:pt x="1095" y="535"/>
                </a:lnTo>
                <a:lnTo>
                  <a:pt x="1094" y="534"/>
                </a:lnTo>
                <a:lnTo>
                  <a:pt x="1093" y="534"/>
                </a:lnTo>
                <a:lnTo>
                  <a:pt x="1092" y="534"/>
                </a:lnTo>
                <a:lnTo>
                  <a:pt x="1091" y="534"/>
                </a:lnTo>
                <a:lnTo>
                  <a:pt x="1090" y="534"/>
                </a:lnTo>
                <a:lnTo>
                  <a:pt x="1089" y="533"/>
                </a:lnTo>
                <a:lnTo>
                  <a:pt x="1087" y="532"/>
                </a:lnTo>
                <a:lnTo>
                  <a:pt x="1086" y="532"/>
                </a:lnTo>
                <a:lnTo>
                  <a:pt x="1085" y="531"/>
                </a:lnTo>
                <a:lnTo>
                  <a:pt x="1084" y="531"/>
                </a:lnTo>
                <a:lnTo>
                  <a:pt x="1083" y="531"/>
                </a:lnTo>
                <a:lnTo>
                  <a:pt x="1082" y="532"/>
                </a:lnTo>
                <a:lnTo>
                  <a:pt x="1081" y="532"/>
                </a:lnTo>
                <a:lnTo>
                  <a:pt x="1080" y="532"/>
                </a:lnTo>
                <a:lnTo>
                  <a:pt x="1079" y="532"/>
                </a:lnTo>
                <a:lnTo>
                  <a:pt x="1079" y="533"/>
                </a:lnTo>
                <a:lnTo>
                  <a:pt x="1078" y="533"/>
                </a:lnTo>
                <a:lnTo>
                  <a:pt x="1077" y="534"/>
                </a:lnTo>
                <a:lnTo>
                  <a:pt x="1077" y="535"/>
                </a:lnTo>
                <a:lnTo>
                  <a:pt x="1075" y="535"/>
                </a:lnTo>
                <a:lnTo>
                  <a:pt x="1074" y="535"/>
                </a:lnTo>
                <a:lnTo>
                  <a:pt x="1073" y="535"/>
                </a:lnTo>
                <a:lnTo>
                  <a:pt x="1070" y="535"/>
                </a:lnTo>
                <a:lnTo>
                  <a:pt x="1069" y="536"/>
                </a:lnTo>
                <a:lnTo>
                  <a:pt x="1069" y="535"/>
                </a:lnTo>
                <a:lnTo>
                  <a:pt x="1068" y="534"/>
                </a:lnTo>
                <a:lnTo>
                  <a:pt x="1066" y="533"/>
                </a:lnTo>
                <a:lnTo>
                  <a:pt x="1065" y="534"/>
                </a:lnTo>
                <a:lnTo>
                  <a:pt x="1065" y="533"/>
                </a:lnTo>
                <a:lnTo>
                  <a:pt x="1064" y="533"/>
                </a:lnTo>
                <a:lnTo>
                  <a:pt x="1064" y="532"/>
                </a:lnTo>
                <a:lnTo>
                  <a:pt x="1063" y="532"/>
                </a:lnTo>
                <a:lnTo>
                  <a:pt x="1062" y="531"/>
                </a:lnTo>
                <a:lnTo>
                  <a:pt x="1061" y="529"/>
                </a:lnTo>
                <a:lnTo>
                  <a:pt x="1060" y="528"/>
                </a:lnTo>
                <a:lnTo>
                  <a:pt x="1060" y="527"/>
                </a:lnTo>
                <a:lnTo>
                  <a:pt x="1061" y="527"/>
                </a:lnTo>
                <a:lnTo>
                  <a:pt x="1062" y="526"/>
                </a:lnTo>
                <a:lnTo>
                  <a:pt x="1062" y="524"/>
                </a:lnTo>
                <a:lnTo>
                  <a:pt x="1061" y="523"/>
                </a:lnTo>
                <a:lnTo>
                  <a:pt x="1062" y="523"/>
                </a:lnTo>
                <a:lnTo>
                  <a:pt x="1062" y="522"/>
                </a:lnTo>
                <a:lnTo>
                  <a:pt x="1063" y="523"/>
                </a:lnTo>
                <a:lnTo>
                  <a:pt x="1064" y="523"/>
                </a:lnTo>
                <a:lnTo>
                  <a:pt x="1065" y="523"/>
                </a:lnTo>
                <a:lnTo>
                  <a:pt x="1068" y="523"/>
                </a:lnTo>
                <a:lnTo>
                  <a:pt x="1068" y="524"/>
                </a:lnTo>
                <a:lnTo>
                  <a:pt x="1069" y="524"/>
                </a:lnTo>
                <a:lnTo>
                  <a:pt x="1071" y="524"/>
                </a:lnTo>
                <a:lnTo>
                  <a:pt x="1072" y="523"/>
                </a:lnTo>
                <a:lnTo>
                  <a:pt x="1073" y="523"/>
                </a:lnTo>
                <a:lnTo>
                  <a:pt x="1073" y="522"/>
                </a:lnTo>
                <a:lnTo>
                  <a:pt x="1074" y="521"/>
                </a:lnTo>
                <a:lnTo>
                  <a:pt x="1075" y="521"/>
                </a:lnTo>
                <a:lnTo>
                  <a:pt x="1076" y="520"/>
                </a:lnTo>
                <a:lnTo>
                  <a:pt x="1077" y="520"/>
                </a:lnTo>
                <a:lnTo>
                  <a:pt x="1076" y="520"/>
                </a:lnTo>
                <a:lnTo>
                  <a:pt x="1076" y="519"/>
                </a:lnTo>
                <a:lnTo>
                  <a:pt x="1075" y="519"/>
                </a:lnTo>
                <a:lnTo>
                  <a:pt x="1075" y="518"/>
                </a:lnTo>
                <a:lnTo>
                  <a:pt x="1074" y="518"/>
                </a:lnTo>
                <a:lnTo>
                  <a:pt x="1074" y="516"/>
                </a:lnTo>
                <a:lnTo>
                  <a:pt x="1073" y="516"/>
                </a:lnTo>
                <a:lnTo>
                  <a:pt x="1073" y="515"/>
                </a:lnTo>
                <a:lnTo>
                  <a:pt x="1072" y="515"/>
                </a:lnTo>
                <a:lnTo>
                  <a:pt x="1070" y="515"/>
                </a:lnTo>
                <a:lnTo>
                  <a:pt x="1069" y="515"/>
                </a:lnTo>
                <a:lnTo>
                  <a:pt x="1068" y="517"/>
                </a:lnTo>
                <a:lnTo>
                  <a:pt x="1068" y="518"/>
                </a:lnTo>
                <a:lnTo>
                  <a:pt x="1067" y="518"/>
                </a:lnTo>
                <a:lnTo>
                  <a:pt x="1066" y="518"/>
                </a:lnTo>
                <a:lnTo>
                  <a:pt x="1065" y="518"/>
                </a:lnTo>
                <a:lnTo>
                  <a:pt x="1065" y="519"/>
                </a:lnTo>
                <a:lnTo>
                  <a:pt x="1065" y="520"/>
                </a:lnTo>
                <a:lnTo>
                  <a:pt x="1065" y="521"/>
                </a:lnTo>
                <a:lnTo>
                  <a:pt x="1064" y="522"/>
                </a:lnTo>
                <a:lnTo>
                  <a:pt x="1063" y="521"/>
                </a:lnTo>
                <a:lnTo>
                  <a:pt x="1061" y="520"/>
                </a:lnTo>
                <a:lnTo>
                  <a:pt x="1061" y="519"/>
                </a:lnTo>
                <a:lnTo>
                  <a:pt x="1060" y="518"/>
                </a:lnTo>
                <a:lnTo>
                  <a:pt x="1059" y="518"/>
                </a:lnTo>
                <a:lnTo>
                  <a:pt x="1059" y="517"/>
                </a:lnTo>
                <a:lnTo>
                  <a:pt x="1056" y="516"/>
                </a:lnTo>
                <a:lnTo>
                  <a:pt x="1055" y="516"/>
                </a:lnTo>
                <a:lnTo>
                  <a:pt x="1054" y="516"/>
                </a:lnTo>
                <a:lnTo>
                  <a:pt x="1053" y="516"/>
                </a:lnTo>
                <a:lnTo>
                  <a:pt x="1051" y="516"/>
                </a:lnTo>
                <a:lnTo>
                  <a:pt x="1048" y="517"/>
                </a:lnTo>
                <a:lnTo>
                  <a:pt x="1046" y="517"/>
                </a:lnTo>
                <a:lnTo>
                  <a:pt x="1045" y="518"/>
                </a:lnTo>
                <a:lnTo>
                  <a:pt x="1043" y="518"/>
                </a:lnTo>
                <a:lnTo>
                  <a:pt x="1042" y="519"/>
                </a:lnTo>
                <a:lnTo>
                  <a:pt x="1041" y="519"/>
                </a:lnTo>
                <a:lnTo>
                  <a:pt x="1039" y="519"/>
                </a:lnTo>
                <a:lnTo>
                  <a:pt x="1039" y="520"/>
                </a:lnTo>
                <a:lnTo>
                  <a:pt x="1038" y="520"/>
                </a:lnTo>
                <a:lnTo>
                  <a:pt x="1038" y="519"/>
                </a:lnTo>
                <a:lnTo>
                  <a:pt x="1039" y="519"/>
                </a:lnTo>
                <a:lnTo>
                  <a:pt x="1039" y="518"/>
                </a:lnTo>
                <a:lnTo>
                  <a:pt x="1039" y="517"/>
                </a:lnTo>
                <a:lnTo>
                  <a:pt x="1038" y="517"/>
                </a:lnTo>
                <a:lnTo>
                  <a:pt x="1038" y="516"/>
                </a:lnTo>
                <a:lnTo>
                  <a:pt x="1039" y="516"/>
                </a:lnTo>
                <a:lnTo>
                  <a:pt x="1040" y="515"/>
                </a:lnTo>
                <a:lnTo>
                  <a:pt x="1041" y="513"/>
                </a:lnTo>
                <a:lnTo>
                  <a:pt x="1044" y="512"/>
                </a:lnTo>
                <a:lnTo>
                  <a:pt x="1044" y="511"/>
                </a:lnTo>
                <a:lnTo>
                  <a:pt x="1045" y="511"/>
                </a:lnTo>
                <a:lnTo>
                  <a:pt x="1044" y="511"/>
                </a:lnTo>
                <a:lnTo>
                  <a:pt x="1044" y="510"/>
                </a:lnTo>
                <a:lnTo>
                  <a:pt x="1045" y="510"/>
                </a:lnTo>
                <a:lnTo>
                  <a:pt x="1047" y="509"/>
                </a:lnTo>
                <a:lnTo>
                  <a:pt x="1048" y="509"/>
                </a:lnTo>
                <a:lnTo>
                  <a:pt x="1048" y="508"/>
                </a:lnTo>
                <a:lnTo>
                  <a:pt x="1047" y="505"/>
                </a:lnTo>
                <a:lnTo>
                  <a:pt x="1048" y="505"/>
                </a:lnTo>
                <a:lnTo>
                  <a:pt x="1049" y="505"/>
                </a:lnTo>
                <a:lnTo>
                  <a:pt x="1050" y="504"/>
                </a:lnTo>
                <a:lnTo>
                  <a:pt x="1051" y="504"/>
                </a:lnTo>
                <a:lnTo>
                  <a:pt x="1051" y="503"/>
                </a:lnTo>
                <a:lnTo>
                  <a:pt x="1052" y="503"/>
                </a:lnTo>
                <a:lnTo>
                  <a:pt x="1053" y="501"/>
                </a:lnTo>
                <a:lnTo>
                  <a:pt x="1053" y="498"/>
                </a:lnTo>
                <a:lnTo>
                  <a:pt x="1053" y="497"/>
                </a:lnTo>
                <a:lnTo>
                  <a:pt x="1052" y="496"/>
                </a:lnTo>
                <a:lnTo>
                  <a:pt x="1052" y="495"/>
                </a:lnTo>
                <a:lnTo>
                  <a:pt x="1052" y="494"/>
                </a:lnTo>
                <a:lnTo>
                  <a:pt x="1053" y="494"/>
                </a:lnTo>
                <a:lnTo>
                  <a:pt x="1054" y="493"/>
                </a:lnTo>
                <a:lnTo>
                  <a:pt x="1054" y="492"/>
                </a:lnTo>
                <a:lnTo>
                  <a:pt x="1054" y="491"/>
                </a:lnTo>
                <a:lnTo>
                  <a:pt x="1053" y="491"/>
                </a:lnTo>
                <a:lnTo>
                  <a:pt x="1053" y="492"/>
                </a:lnTo>
                <a:lnTo>
                  <a:pt x="1053" y="493"/>
                </a:lnTo>
                <a:lnTo>
                  <a:pt x="1053" y="494"/>
                </a:lnTo>
                <a:lnTo>
                  <a:pt x="1052" y="494"/>
                </a:lnTo>
                <a:lnTo>
                  <a:pt x="1051" y="494"/>
                </a:lnTo>
                <a:lnTo>
                  <a:pt x="1051" y="493"/>
                </a:lnTo>
                <a:lnTo>
                  <a:pt x="1050" y="493"/>
                </a:lnTo>
                <a:lnTo>
                  <a:pt x="1050" y="494"/>
                </a:lnTo>
                <a:lnTo>
                  <a:pt x="1050" y="495"/>
                </a:lnTo>
                <a:lnTo>
                  <a:pt x="1051" y="495"/>
                </a:lnTo>
                <a:lnTo>
                  <a:pt x="1052" y="497"/>
                </a:lnTo>
                <a:lnTo>
                  <a:pt x="1052" y="499"/>
                </a:lnTo>
                <a:lnTo>
                  <a:pt x="1052" y="500"/>
                </a:lnTo>
                <a:lnTo>
                  <a:pt x="1051" y="500"/>
                </a:lnTo>
                <a:lnTo>
                  <a:pt x="1051" y="501"/>
                </a:lnTo>
                <a:lnTo>
                  <a:pt x="1050" y="501"/>
                </a:lnTo>
                <a:lnTo>
                  <a:pt x="1050" y="502"/>
                </a:lnTo>
                <a:lnTo>
                  <a:pt x="1049" y="502"/>
                </a:lnTo>
                <a:lnTo>
                  <a:pt x="1048" y="502"/>
                </a:lnTo>
                <a:lnTo>
                  <a:pt x="1048" y="503"/>
                </a:lnTo>
                <a:lnTo>
                  <a:pt x="1047" y="503"/>
                </a:lnTo>
                <a:lnTo>
                  <a:pt x="1047" y="504"/>
                </a:lnTo>
                <a:lnTo>
                  <a:pt x="1046" y="506"/>
                </a:lnTo>
                <a:lnTo>
                  <a:pt x="1046" y="507"/>
                </a:lnTo>
                <a:lnTo>
                  <a:pt x="1045" y="508"/>
                </a:lnTo>
                <a:lnTo>
                  <a:pt x="1044" y="508"/>
                </a:lnTo>
                <a:lnTo>
                  <a:pt x="1044" y="509"/>
                </a:lnTo>
                <a:lnTo>
                  <a:pt x="1044" y="510"/>
                </a:lnTo>
                <a:lnTo>
                  <a:pt x="1043" y="510"/>
                </a:lnTo>
                <a:lnTo>
                  <a:pt x="1043" y="511"/>
                </a:lnTo>
                <a:lnTo>
                  <a:pt x="1042" y="511"/>
                </a:lnTo>
                <a:lnTo>
                  <a:pt x="1041" y="511"/>
                </a:lnTo>
                <a:lnTo>
                  <a:pt x="1039" y="510"/>
                </a:lnTo>
                <a:lnTo>
                  <a:pt x="1037" y="510"/>
                </a:lnTo>
                <a:lnTo>
                  <a:pt x="1036" y="510"/>
                </a:lnTo>
                <a:lnTo>
                  <a:pt x="1035" y="510"/>
                </a:lnTo>
                <a:lnTo>
                  <a:pt x="1034" y="510"/>
                </a:lnTo>
                <a:lnTo>
                  <a:pt x="1033" y="510"/>
                </a:lnTo>
                <a:lnTo>
                  <a:pt x="1032" y="510"/>
                </a:lnTo>
                <a:lnTo>
                  <a:pt x="1031" y="511"/>
                </a:lnTo>
                <a:lnTo>
                  <a:pt x="1030" y="511"/>
                </a:lnTo>
                <a:lnTo>
                  <a:pt x="1029" y="511"/>
                </a:lnTo>
                <a:lnTo>
                  <a:pt x="1029" y="512"/>
                </a:lnTo>
                <a:lnTo>
                  <a:pt x="1027" y="513"/>
                </a:lnTo>
                <a:lnTo>
                  <a:pt x="1027" y="514"/>
                </a:lnTo>
                <a:lnTo>
                  <a:pt x="1027" y="515"/>
                </a:lnTo>
                <a:lnTo>
                  <a:pt x="1026" y="515"/>
                </a:lnTo>
                <a:lnTo>
                  <a:pt x="1026" y="516"/>
                </a:lnTo>
                <a:lnTo>
                  <a:pt x="1025" y="517"/>
                </a:lnTo>
                <a:lnTo>
                  <a:pt x="1027" y="518"/>
                </a:lnTo>
                <a:lnTo>
                  <a:pt x="1028" y="519"/>
                </a:lnTo>
                <a:lnTo>
                  <a:pt x="1029" y="518"/>
                </a:lnTo>
                <a:lnTo>
                  <a:pt x="1030" y="519"/>
                </a:lnTo>
                <a:lnTo>
                  <a:pt x="1031" y="520"/>
                </a:lnTo>
                <a:lnTo>
                  <a:pt x="1031" y="521"/>
                </a:lnTo>
                <a:lnTo>
                  <a:pt x="1030" y="522"/>
                </a:lnTo>
                <a:lnTo>
                  <a:pt x="1029" y="522"/>
                </a:lnTo>
                <a:lnTo>
                  <a:pt x="1027" y="522"/>
                </a:lnTo>
                <a:lnTo>
                  <a:pt x="1028" y="521"/>
                </a:lnTo>
                <a:lnTo>
                  <a:pt x="1027" y="520"/>
                </a:lnTo>
                <a:lnTo>
                  <a:pt x="1026" y="520"/>
                </a:lnTo>
                <a:lnTo>
                  <a:pt x="1025" y="520"/>
                </a:lnTo>
                <a:lnTo>
                  <a:pt x="1024" y="519"/>
                </a:lnTo>
                <a:lnTo>
                  <a:pt x="1023" y="518"/>
                </a:lnTo>
                <a:lnTo>
                  <a:pt x="1023" y="517"/>
                </a:lnTo>
                <a:lnTo>
                  <a:pt x="1024" y="517"/>
                </a:lnTo>
                <a:lnTo>
                  <a:pt x="1025" y="516"/>
                </a:lnTo>
                <a:lnTo>
                  <a:pt x="1023" y="516"/>
                </a:lnTo>
                <a:lnTo>
                  <a:pt x="1022" y="515"/>
                </a:lnTo>
                <a:lnTo>
                  <a:pt x="1021" y="515"/>
                </a:lnTo>
                <a:lnTo>
                  <a:pt x="1021" y="516"/>
                </a:lnTo>
                <a:lnTo>
                  <a:pt x="1020" y="516"/>
                </a:lnTo>
                <a:lnTo>
                  <a:pt x="1018" y="516"/>
                </a:lnTo>
                <a:lnTo>
                  <a:pt x="1018" y="517"/>
                </a:lnTo>
                <a:lnTo>
                  <a:pt x="1016" y="517"/>
                </a:lnTo>
                <a:lnTo>
                  <a:pt x="1015" y="518"/>
                </a:lnTo>
                <a:lnTo>
                  <a:pt x="1014" y="519"/>
                </a:lnTo>
                <a:lnTo>
                  <a:pt x="1013" y="519"/>
                </a:lnTo>
                <a:lnTo>
                  <a:pt x="1011" y="519"/>
                </a:lnTo>
                <a:lnTo>
                  <a:pt x="1011" y="520"/>
                </a:lnTo>
                <a:lnTo>
                  <a:pt x="1010" y="520"/>
                </a:lnTo>
                <a:lnTo>
                  <a:pt x="1009" y="520"/>
                </a:lnTo>
                <a:lnTo>
                  <a:pt x="1008" y="520"/>
                </a:lnTo>
                <a:lnTo>
                  <a:pt x="1006" y="521"/>
                </a:lnTo>
                <a:lnTo>
                  <a:pt x="1005" y="522"/>
                </a:lnTo>
                <a:lnTo>
                  <a:pt x="1004" y="521"/>
                </a:lnTo>
                <a:lnTo>
                  <a:pt x="1004" y="520"/>
                </a:lnTo>
                <a:lnTo>
                  <a:pt x="1004" y="521"/>
                </a:lnTo>
                <a:lnTo>
                  <a:pt x="1004" y="522"/>
                </a:lnTo>
                <a:lnTo>
                  <a:pt x="1003" y="522"/>
                </a:lnTo>
                <a:lnTo>
                  <a:pt x="1003" y="523"/>
                </a:lnTo>
                <a:lnTo>
                  <a:pt x="1003" y="525"/>
                </a:lnTo>
                <a:lnTo>
                  <a:pt x="1003" y="527"/>
                </a:lnTo>
                <a:lnTo>
                  <a:pt x="1003" y="528"/>
                </a:lnTo>
                <a:lnTo>
                  <a:pt x="1004" y="529"/>
                </a:lnTo>
                <a:lnTo>
                  <a:pt x="1004" y="530"/>
                </a:lnTo>
                <a:lnTo>
                  <a:pt x="1003" y="530"/>
                </a:lnTo>
                <a:lnTo>
                  <a:pt x="1001" y="531"/>
                </a:lnTo>
                <a:lnTo>
                  <a:pt x="1000" y="531"/>
                </a:lnTo>
                <a:lnTo>
                  <a:pt x="999" y="532"/>
                </a:lnTo>
                <a:lnTo>
                  <a:pt x="999" y="533"/>
                </a:lnTo>
                <a:lnTo>
                  <a:pt x="999" y="534"/>
                </a:lnTo>
                <a:lnTo>
                  <a:pt x="999" y="535"/>
                </a:lnTo>
                <a:lnTo>
                  <a:pt x="1000" y="536"/>
                </a:lnTo>
                <a:lnTo>
                  <a:pt x="1001" y="536"/>
                </a:lnTo>
                <a:lnTo>
                  <a:pt x="1002" y="536"/>
                </a:lnTo>
                <a:lnTo>
                  <a:pt x="1002" y="537"/>
                </a:lnTo>
                <a:lnTo>
                  <a:pt x="1002" y="538"/>
                </a:lnTo>
                <a:lnTo>
                  <a:pt x="1001" y="538"/>
                </a:lnTo>
                <a:lnTo>
                  <a:pt x="1001" y="539"/>
                </a:lnTo>
                <a:lnTo>
                  <a:pt x="1000" y="539"/>
                </a:lnTo>
                <a:lnTo>
                  <a:pt x="999" y="540"/>
                </a:lnTo>
                <a:lnTo>
                  <a:pt x="997" y="540"/>
                </a:lnTo>
                <a:lnTo>
                  <a:pt x="996" y="541"/>
                </a:lnTo>
                <a:lnTo>
                  <a:pt x="994" y="543"/>
                </a:lnTo>
                <a:lnTo>
                  <a:pt x="993" y="544"/>
                </a:lnTo>
                <a:lnTo>
                  <a:pt x="992" y="544"/>
                </a:lnTo>
                <a:lnTo>
                  <a:pt x="992" y="543"/>
                </a:lnTo>
                <a:lnTo>
                  <a:pt x="992" y="542"/>
                </a:lnTo>
                <a:lnTo>
                  <a:pt x="990" y="542"/>
                </a:lnTo>
                <a:lnTo>
                  <a:pt x="989" y="542"/>
                </a:lnTo>
                <a:lnTo>
                  <a:pt x="987" y="541"/>
                </a:lnTo>
                <a:lnTo>
                  <a:pt x="987" y="540"/>
                </a:lnTo>
                <a:lnTo>
                  <a:pt x="987" y="538"/>
                </a:lnTo>
                <a:lnTo>
                  <a:pt x="987" y="537"/>
                </a:lnTo>
                <a:lnTo>
                  <a:pt x="987" y="536"/>
                </a:lnTo>
                <a:lnTo>
                  <a:pt x="987" y="535"/>
                </a:lnTo>
                <a:lnTo>
                  <a:pt x="987" y="534"/>
                </a:lnTo>
                <a:lnTo>
                  <a:pt x="986" y="534"/>
                </a:lnTo>
                <a:lnTo>
                  <a:pt x="984" y="532"/>
                </a:lnTo>
                <a:lnTo>
                  <a:pt x="983" y="532"/>
                </a:lnTo>
                <a:lnTo>
                  <a:pt x="981" y="532"/>
                </a:lnTo>
                <a:lnTo>
                  <a:pt x="980" y="532"/>
                </a:lnTo>
                <a:lnTo>
                  <a:pt x="980" y="533"/>
                </a:lnTo>
                <a:lnTo>
                  <a:pt x="978" y="533"/>
                </a:lnTo>
                <a:lnTo>
                  <a:pt x="977" y="533"/>
                </a:lnTo>
                <a:lnTo>
                  <a:pt x="975" y="532"/>
                </a:lnTo>
                <a:lnTo>
                  <a:pt x="974" y="531"/>
                </a:lnTo>
                <a:lnTo>
                  <a:pt x="974" y="530"/>
                </a:lnTo>
                <a:lnTo>
                  <a:pt x="973" y="530"/>
                </a:lnTo>
                <a:lnTo>
                  <a:pt x="972" y="530"/>
                </a:lnTo>
                <a:lnTo>
                  <a:pt x="972" y="531"/>
                </a:lnTo>
                <a:lnTo>
                  <a:pt x="971" y="532"/>
                </a:lnTo>
                <a:lnTo>
                  <a:pt x="970" y="532"/>
                </a:lnTo>
                <a:lnTo>
                  <a:pt x="972" y="533"/>
                </a:lnTo>
                <a:lnTo>
                  <a:pt x="974" y="534"/>
                </a:lnTo>
                <a:lnTo>
                  <a:pt x="974" y="535"/>
                </a:lnTo>
                <a:lnTo>
                  <a:pt x="974" y="536"/>
                </a:lnTo>
                <a:lnTo>
                  <a:pt x="973" y="537"/>
                </a:lnTo>
                <a:lnTo>
                  <a:pt x="973" y="538"/>
                </a:lnTo>
                <a:lnTo>
                  <a:pt x="974" y="537"/>
                </a:lnTo>
                <a:lnTo>
                  <a:pt x="975" y="538"/>
                </a:lnTo>
                <a:lnTo>
                  <a:pt x="976" y="538"/>
                </a:lnTo>
                <a:lnTo>
                  <a:pt x="976" y="539"/>
                </a:lnTo>
                <a:lnTo>
                  <a:pt x="978" y="539"/>
                </a:lnTo>
                <a:lnTo>
                  <a:pt x="979" y="538"/>
                </a:lnTo>
                <a:lnTo>
                  <a:pt x="980" y="538"/>
                </a:lnTo>
                <a:lnTo>
                  <a:pt x="981" y="538"/>
                </a:lnTo>
                <a:lnTo>
                  <a:pt x="981" y="539"/>
                </a:lnTo>
                <a:lnTo>
                  <a:pt x="982" y="539"/>
                </a:lnTo>
                <a:lnTo>
                  <a:pt x="983" y="540"/>
                </a:lnTo>
                <a:lnTo>
                  <a:pt x="984" y="540"/>
                </a:lnTo>
                <a:lnTo>
                  <a:pt x="985" y="541"/>
                </a:lnTo>
                <a:lnTo>
                  <a:pt x="987" y="542"/>
                </a:lnTo>
                <a:lnTo>
                  <a:pt x="988" y="543"/>
                </a:lnTo>
                <a:lnTo>
                  <a:pt x="989" y="543"/>
                </a:lnTo>
                <a:lnTo>
                  <a:pt x="990" y="543"/>
                </a:lnTo>
                <a:lnTo>
                  <a:pt x="990" y="544"/>
                </a:lnTo>
                <a:lnTo>
                  <a:pt x="991" y="545"/>
                </a:lnTo>
                <a:lnTo>
                  <a:pt x="991" y="546"/>
                </a:lnTo>
                <a:lnTo>
                  <a:pt x="990" y="547"/>
                </a:lnTo>
                <a:lnTo>
                  <a:pt x="989" y="548"/>
                </a:lnTo>
                <a:lnTo>
                  <a:pt x="986" y="551"/>
                </a:lnTo>
                <a:lnTo>
                  <a:pt x="985" y="552"/>
                </a:lnTo>
                <a:lnTo>
                  <a:pt x="984" y="554"/>
                </a:lnTo>
                <a:lnTo>
                  <a:pt x="983" y="555"/>
                </a:lnTo>
                <a:lnTo>
                  <a:pt x="983" y="556"/>
                </a:lnTo>
                <a:lnTo>
                  <a:pt x="982" y="557"/>
                </a:lnTo>
                <a:lnTo>
                  <a:pt x="982" y="558"/>
                </a:lnTo>
                <a:lnTo>
                  <a:pt x="981" y="558"/>
                </a:lnTo>
                <a:lnTo>
                  <a:pt x="981" y="560"/>
                </a:lnTo>
                <a:lnTo>
                  <a:pt x="980" y="561"/>
                </a:lnTo>
                <a:lnTo>
                  <a:pt x="980" y="562"/>
                </a:lnTo>
                <a:lnTo>
                  <a:pt x="980" y="563"/>
                </a:lnTo>
                <a:lnTo>
                  <a:pt x="980" y="564"/>
                </a:lnTo>
                <a:lnTo>
                  <a:pt x="980" y="565"/>
                </a:lnTo>
                <a:lnTo>
                  <a:pt x="980" y="566"/>
                </a:lnTo>
                <a:lnTo>
                  <a:pt x="980" y="568"/>
                </a:lnTo>
                <a:lnTo>
                  <a:pt x="981" y="568"/>
                </a:lnTo>
                <a:lnTo>
                  <a:pt x="982" y="569"/>
                </a:lnTo>
                <a:lnTo>
                  <a:pt x="983" y="569"/>
                </a:lnTo>
                <a:lnTo>
                  <a:pt x="983" y="570"/>
                </a:lnTo>
                <a:lnTo>
                  <a:pt x="984" y="570"/>
                </a:lnTo>
                <a:lnTo>
                  <a:pt x="983" y="572"/>
                </a:lnTo>
                <a:lnTo>
                  <a:pt x="982" y="573"/>
                </a:lnTo>
                <a:lnTo>
                  <a:pt x="981" y="573"/>
                </a:lnTo>
                <a:lnTo>
                  <a:pt x="980" y="573"/>
                </a:lnTo>
                <a:lnTo>
                  <a:pt x="979" y="572"/>
                </a:lnTo>
                <a:lnTo>
                  <a:pt x="978" y="573"/>
                </a:lnTo>
                <a:lnTo>
                  <a:pt x="978" y="574"/>
                </a:lnTo>
                <a:lnTo>
                  <a:pt x="978" y="575"/>
                </a:lnTo>
                <a:lnTo>
                  <a:pt x="977" y="575"/>
                </a:lnTo>
                <a:lnTo>
                  <a:pt x="977" y="574"/>
                </a:lnTo>
                <a:lnTo>
                  <a:pt x="977" y="573"/>
                </a:lnTo>
                <a:lnTo>
                  <a:pt x="977" y="572"/>
                </a:lnTo>
                <a:lnTo>
                  <a:pt x="978" y="572"/>
                </a:lnTo>
                <a:lnTo>
                  <a:pt x="978" y="571"/>
                </a:lnTo>
                <a:lnTo>
                  <a:pt x="978" y="570"/>
                </a:lnTo>
                <a:lnTo>
                  <a:pt x="977" y="570"/>
                </a:lnTo>
                <a:lnTo>
                  <a:pt x="978" y="569"/>
                </a:lnTo>
                <a:lnTo>
                  <a:pt x="978" y="568"/>
                </a:lnTo>
                <a:lnTo>
                  <a:pt x="978" y="566"/>
                </a:lnTo>
                <a:lnTo>
                  <a:pt x="977" y="565"/>
                </a:lnTo>
                <a:lnTo>
                  <a:pt x="976" y="565"/>
                </a:lnTo>
                <a:lnTo>
                  <a:pt x="975" y="564"/>
                </a:lnTo>
                <a:lnTo>
                  <a:pt x="974" y="564"/>
                </a:lnTo>
                <a:lnTo>
                  <a:pt x="972" y="564"/>
                </a:lnTo>
                <a:lnTo>
                  <a:pt x="972" y="563"/>
                </a:lnTo>
                <a:lnTo>
                  <a:pt x="970" y="563"/>
                </a:lnTo>
                <a:lnTo>
                  <a:pt x="969" y="564"/>
                </a:lnTo>
                <a:lnTo>
                  <a:pt x="968" y="564"/>
                </a:lnTo>
                <a:lnTo>
                  <a:pt x="966" y="564"/>
                </a:lnTo>
                <a:lnTo>
                  <a:pt x="965" y="564"/>
                </a:lnTo>
                <a:lnTo>
                  <a:pt x="965" y="565"/>
                </a:lnTo>
                <a:lnTo>
                  <a:pt x="964" y="565"/>
                </a:lnTo>
                <a:lnTo>
                  <a:pt x="963" y="566"/>
                </a:lnTo>
                <a:lnTo>
                  <a:pt x="961" y="567"/>
                </a:lnTo>
                <a:lnTo>
                  <a:pt x="961" y="566"/>
                </a:lnTo>
                <a:lnTo>
                  <a:pt x="961" y="565"/>
                </a:lnTo>
                <a:lnTo>
                  <a:pt x="960" y="565"/>
                </a:lnTo>
                <a:lnTo>
                  <a:pt x="958" y="565"/>
                </a:lnTo>
                <a:lnTo>
                  <a:pt x="957" y="566"/>
                </a:lnTo>
                <a:lnTo>
                  <a:pt x="956" y="566"/>
                </a:lnTo>
                <a:lnTo>
                  <a:pt x="955" y="566"/>
                </a:lnTo>
                <a:lnTo>
                  <a:pt x="954" y="566"/>
                </a:lnTo>
                <a:lnTo>
                  <a:pt x="954" y="567"/>
                </a:lnTo>
                <a:lnTo>
                  <a:pt x="953" y="568"/>
                </a:lnTo>
                <a:lnTo>
                  <a:pt x="952" y="568"/>
                </a:lnTo>
                <a:lnTo>
                  <a:pt x="952" y="567"/>
                </a:lnTo>
                <a:lnTo>
                  <a:pt x="951" y="566"/>
                </a:lnTo>
                <a:lnTo>
                  <a:pt x="950" y="566"/>
                </a:lnTo>
                <a:lnTo>
                  <a:pt x="949" y="565"/>
                </a:lnTo>
                <a:lnTo>
                  <a:pt x="948" y="565"/>
                </a:lnTo>
                <a:lnTo>
                  <a:pt x="948" y="564"/>
                </a:lnTo>
                <a:lnTo>
                  <a:pt x="949" y="563"/>
                </a:lnTo>
                <a:lnTo>
                  <a:pt x="949" y="562"/>
                </a:lnTo>
                <a:lnTo>
                  <a:pt x="949" y="561"/>
                </a:lnTo>
                <a:lnTo>
                  <a:pt x="949" y="560"/>
                </a:lnTo>
                <a:lnTo>
                  <a:pt x="949" y="559"/>
                </a:lnTo>
                <a:lnTo>
                  <a:pt x="950" y="559"/>
                </a:lnTo>
                <a:lnTo>
                  <a:pt x="950" y="558"/>
                </a:lnTo>
                <a:lnTo>
                  <a:pt x="949" y="557"/>
                </a:lnTo>
                <a:lnTo>
                  <a:pt x="947" y="556"/>
                </a:lnTo>
                <a:lnTo>
                  <a:pt x="947" y="555"/>
                </a:lnTo>
                <a:lnTo>
                  <a:pt x="947" y="554"/>
                </a:lnTo>
                <a:lnTo>
                  <a:pt x="947" y="553"/>
                </a:lnTo>
                <a:lnTo>
                  <a:pt x="948" y="551"/>
                </a:lnTo>
                <a:lnTo>
                  <a:pt x="949" y="550"/>
                </a:lnTo>
                <a:lnTo>
                  <a:pt x="949" y="549"/>
                </a:lnTo>
                <a:lnTo>
                  <a:pt x="949" y="547"/>
                </a:lnTo>
                <a:lnTo>
                  <a:pt x="948" y="546"/>
                </a:lnTo>
                <a:lnTo>
                  <a:pt x="947" y="545"/>
                </a:lnTo>
                <a:lnTo>
                  <a:pt x="947" y="544"/>
                </a:lnTo>
                <a:lnTo>
                  <a:pt x="946" y="543"/>
                </a:lnTo>
                <a:lnTo>
                  <a:pt x="947" y="543"/>
                </a:lnTo>
                <a:lnTo>
                  <a:pt x="947" y="542"/>
                </a:lnTo>
                <a:lnTo>
                  <a:pt x="947" y="541"/>
                </a:lnTo>
                <a:lnTo>
                  <a:pt x="946" y="540"/>
                </a:lnTo>
                <a:lnTo>
                  <a:pt x="946" y="539"/>
                </a:lnTo>
                <a:lnTo>
                  <a:pt x="947" y="537"/>
                </a:lnTo>
                <a:lnTo>
                  <a:pt x="948" y="536"/>
                </a:lnTo>
                <a:lnTo>
                  <a:pt x="949" y="535"/>
                </a:lnTo>
                <a:lnTo>
                  <a:pt x="949" y="534"/>
                </a:lnTo>
                <a:lnTo>
                  <a:pt x="950" y="534"/>
                </a:lnTo>
                <a:lnTo>
                  <a:pt x="952" y="533"/>
                </a:lnTo>
                <a:lnTo>
                  <a:pt x="953" y="533"/>
                </a:lnTo>
                <a:lnTo>
                  <a:pt x="955" y="530"/>
                </a:lnTo>
                <a:lnTo>
                  <a:pt x="956" y="530"/>
                </a:lnTo>
                <a:lnTo>
                  <a:pt x="956" y="529"/>
                </a:lnTo>
                <a:lnTo>
                  <a:pt x="957" y="530"/>
                </a:lnTo>
                <a:lnTo>
                  <a:pt x="958" y="529"/>
                </a:lnTo>
                <a:lnTo>
                  <a:pt x="960" y="528"/>
                </a:lnTo>
                <a:lnTo>
                  <a:pt x="961" y="527"/>
                </a:lnTo>
                <a:lnTo>
                  <a:pt x="961" y="526"/>
                </a:lnTo>
                <a:lnTo>
                  <a:pt x="961" y="525"/>
                </a:lnTo>
                <a:lnTo>
                  <a:pt x="960" y="525"/>
                </a:lnTo>
                <a:lnTo>
                  <a:pt x="959" y="524"/>
                </a:lnTo>
                <a:lnTo>
                  <a:pt x="958" y="523"/>
                </a:lnTo>
                <a:lnTo>
                  <a:pt x="957" y="523"/>
                </a:lnTo>
                <a:lnTo>
                  <a:pt x="957" y="521"/>
                </a:lnTo>
                <a:lnTo>
                  <a:pt x="956" y="521"/>
                </a:lnTo>
                <a:lnTo>
                  <a:pt x="955" y="520"/>
                </a:lnTo>
                <a:lnTo>
                  <a:pt x="955" y="519"/>
                </a:lnTo>
                <a:lnTo>
                  <a:pt x="954" y="520"/>
                </a:lnTo>
                <a:lnTo>
                  <a:pt x="954" y="519"/>
                </a:lnTo>
                <a:lnTo>
                  <a:pt x="952" y="518"/>
                </a:lnTo>
                <a:lnTo>
                  <a:pt x="952" y="517"/>
                </a:lnTo>
                <a:lnTo>
                  <a:pt x="952" y="518"/>
                </a:lnTo>
                <a:lnTo>
                  <a:pt x="953" y="518"/>
                </a:lnTo>
                <a:lnTo>
                  <a:pt x="954" y="520"/>
                </a:lnTo>
                <a:lnTo>
                  <a:pt x="954" y="521"/>
                </a:lnTo>
                <a:lnTo>
                  <a:pt x="954" y="522"/>
                </a:lnTo>
                <a:lnTo>
                  <a:pt x="953" y="522"/>
                </a:lnTo>
                <a:lnTo>
                  <a:pt x="953" y="521"/>
                </a:lnTo>
                <a:lnTo>
                  <a:pt x="952" y="520"/>
                </a:lnTo>
                <a:lnTo>
                  <a:pt x="952" y="519"/>
                </a:lnTo>
                <a:lnTo>
                  <a:pt x="951" y="519"/>
                </a:lnTo>
                <a:lnTo>
                  <a:pt x="950" y="519"/>
                </a:lnTo>
                <a:lnTo>
                  <a:pt x="950" y="520"/>
                </a:lnTo>
                <a:lnTo>
                  <a:pt x="951" y="520"/>
                </a:lnTo>
                <a:lnTo>
                  <a:pt x="952" y="521"/>
                </a:lnTo>
                <a:lnTo>
                  <a:pt x="952" y="522"/>
                </a:lnTo>
                <a:lnTo>
                  <a:pt x="952" y="523"/>
                </a:lnTo>
                <a:lnTo>
                  <a:pt x="952" y="524"/>
                </a:lnTo>
                <a:lnTo>
                  <a:pt x="952" y="526"/>
                </a:lnTo>
                <a:lnTo>
                  <a:pt x="951" y="526"/>
                </a:lnTo>
                <a:lnTo>
                  <a:pt x="951" y="528"/>
                </a:lnTo>
                <a:lnTo>
                  <a:pt x="950" y="528"/>
                </a:lnTo>
                <a:lnTo>
                  <a:pt x="949" y="528"/>
                </a:lnTo>
                <a:lnTo>
                  <a:pt x="948" y="529"/>
                </a:lnTo>
                <a:lnTo>
                  <a:pt x="947" y="530"/>
                </a:lnTo>
                <a:lnTo>
                  <a:pt x="945" y="530"/>
                </a:lnTo>
                <a:lnTo>
                  <a:pt x="944" y="530"/>
                </a:lnTo>
                <a:lnTo>
                  <a:pt x="943" y="529"/>
                </a:lnTo>
                <a:lnTo>
                  <a:pt x="942" y="529"/>
                </a:lnTo>
                <a:lnTo>
                  <a:pt x="942" y="528"/>
                </a:lnTo>
                <a:lnTo>
                  <a:pt x="942" y="527"/>
                </a:lnTo>
                <a:lnTo>
                  <a:pt x="941" y="527"/>
                </a:lnTo>
                <a:lnTo>
                  <a:pt x="940" y="526"/>
                </a:lnTo>
                <a:lnTo>
                  <a:pt x="940" y="527"/>
                </a:lnTo>
                <a:lnTo>
                  <a:pt x="940" y="528"/>
                </a:lnTo>
                <a:lnTo>
                  <a:pt x="939" y="528"/>
                </a:lnTo>
                <a:lnTo>
                  <a:pt x="938" y="528"/>
                </a:lnTo>
                <a:lnTo>
                  <a:pt x="936" y="528"/>
                </a:lnTo>
                <a:lnTo>
                  <a:pt x="935" y="529"/>
                </a:lnTo>
                <a:lnTo>
                  <a:pt x="935" y="530"/>
                </a:lnTo>
                <a:lnTo>
                  <a:pt x="936" y="531"/>
                </a:lnTo>
                <a:lnTo>
                  <a:pt x="935" y="531"/>
                </a:lnTo>
                <a:lnTo>
                  <a:pt x="935" y="532"/>
                </a:lnTo>
                <a:lnTo>
                  <a:pt x="934" y="532"/>
                </a:lnTo>
                <a:lnTo>
                  <a:pt x="934" y="531"/>
                </a:lnTo>
                <a:lnTo>
                  <a:pt x="933" y="532"/>
                </a:lnTo>
                <a:lnTo>
                  <a:pt x="931" y="532"/>
                </a:lnTo>
                <a:lnTo>
                  <a:pt x="930" y="533"/>
                </a:lnTo>
                <a:lnTo>
                  <a:pt x="929" y="533"/>
                </a:lnTo>
                <a:lnTo>
                  <a:pt x="929" y="534"/>
                </a:lnTo>
                <a:lnTo>
                  <a:pt x="928" y="534"/>
                </a:lnTo>
                <a:lnTo>
                  <a:pt x="927" y="534"/>
                </a:lnTo>
                <a:lnTo>
                  <a:pt x="927" y="535"/>
                </a:lnTo>
                <a:lnTo>
                  <a:pt x="927" y="537"/>
                </a:lnTo>
                <a:lnTo>
                  <a:pt x="926" y="537"/>
                </a:lnTo>
                <a:lnTo>
                  <a:pt x="926" y="538"/>
                </a:lnTo>
                <a:lnTo>
                  <a:pt x="921" y="540"/>
                </a:lnTo>
                <a:lnTo>
                  <a:pt x="918" y="542"/>
                </a:lnTo>
                <a:lnTo>
                  <a:pt x="915" y="543"/>
                </a:lnTo>
                <a:lnTo>
                  <a:pt x="914" y="544"/>
                </a:lnTo>
                <a:lnTo>
                  <a:pt x="913" y="544"/>
                </a:lnTo>
                <a:lnTo>
                  <a:pt x="913" y="545"/>
                </a:lnTo>
                <a:lnTo>
                  <a:pt x="914" y="546"/>
                </a:lnTo>
                <a:lnTo>
                  <a:pt x="915" y="546"/>
                </a:lnTo>
                <a:lnTo>
                  <a:pt x="915" y="547"/>
                </a:lnTo>
                <a:lnTo>
                  <a:pt x="915" y="548"/>
                </a:lnTo>
                <a:lnTo>
                  <a:pt x="915" y="549"/>
                </a:lnTo>
                <a:lnTo>
                  <a:pt x="916" y="549"/>
                </a:lnTo>
                <a:lnTo>
                  <a:pt x="916" y="550"/>
                </a:lnTo>
                <a:lnTo>
                  <a:pt x="916" y="551"/>
                </a:lnTo>
                <a:lnTo>
                  <a:pt x="915" y="551"/>
                </a:lnTo>
                <a:lnTo>
                  <a:pt x="913" y="550"/>
                </a:lnTo>
                <a:lnTo>
                  <a:pt x="912" y="550"/>
                </a:lnTo>
                <a:lnTo>
                  <a:pt x="912" y="549"/>
                </a:lnTo>
                <a:lnTo>
                  <a:pt x="911" y="548"/>
                </a:lnTo>
                <a:lnTo>
                  <a:pt x="911" y="549"/>
                </a:lnTo>
                <a:lnTo>
                  <a:pt x="910" y="548"/>
                </a:lnTo>
                <a:lnTo>
                  <a:pt x="909" y="548"/>
                </a:lnTo>
                <a:lnTo>
                  <a:pt x="909" y="547"/>
                </a:lnTo>
                <a:lnTo>
                  <a:pt x="908" y="547"/>
                </a:lnTo>
                <a:lnTo>
                  <a:pt x="907" y="547"/>
                </a:lnTo>
                <a:lnTo>
                  <a:pt x="907" y="548"/>
                </a:lnTo>
                <a:lnTo>
                  <a:pt x="908" y="549"/>
                </a:lnTo>
                <a:lnTo>
                  <a:pt x="908" y="550"/>
                </a:lnTo>
                <a:lnTo>
                  <a:pt x="909" y="550"/>
                </a:lnTo>
                <a:lnTo>
                  <a:pt x="910" y="551"/>
                </a:lnTo>
                <a:lnTo>
                  <a:pt x="910" y="552"/>
                </a:lnTo>
                <a:lnTo>
                  <a:pt x="909" y="553"/>
                </a:lnTo>
                <a:lnTo>
                  <a:pt x="908" y="553"/>
                </a:lnTo>
                <a:lnTo>
                  <a:pt x="906" y="553"/>
                </a:lnTo>
                <a:lnTo>
                  <a:pt x="905" y="553"/>
                </a:lnTo>
                <a:lnTo>
                  <a:pt x="904" y="553"/>
                </a:lnTo>
                <a:lnTo>
                  <a:pt x="904" y="554"/>
                </a:lnTo>
                <a:lnTo>
                  <a:pt x="905" y="554"/>
                </a:lnTo>
                <a:lnTo>
                  <a:pt x="905" y="555"/>
                </a:lnTo>
                <a:lnTo>
                  <a:pt x="905" y="556"/>
                </a:lnTo>
                <a:lnTo>
                  <a:pt x="904" y="557"/>
                </a:lnTo>
                <a:lnTo>
                  <a:pt x="903" y="558"/>
                </a:lnTo>
                <a:lnTo>
                  <a:pt x="903" y="559"/>
                </a:lnTo>
                <a:lnTo>
                  <a:pt x="902" y="559"/>
                </a:lnTo>
                <a:lnTo>
                  <a:pt x="902" y="560"/>
                </a:lnTo>
                <a:lnTo>
                  <a:pt x="903" y="561"/>
                </a:lnTo>
                <a:lnTo>
                  <a:pt x="904" y="561"/>
                </a:lnTo>
                <a:lnTo>
                  <a:pt x="905" y="561"/>
                </a:lnTo>
                <a:lnTo>
                  <a:pt x="906" y="560"/>
                </a:lnTo>
                <a:lnTo>
                  <a:pt x="907" y="559"/>
                </a:lnTo>
                <a:lnTo>
                  <a:pt x="908" y="559"/>
                </a:lnTo>
                <a:lnTo>
                  <a:pt x="908" y="560"/>
                </a:lnTo>
                <a:lnTo>
                  <a:pt x="910" y="560"/>
                </a:lnTo>
                <a:lnTo>
                  <a:pt x="912" y="559"/>
                </a:lnTo>
                <a:lnTo>
                  <a:pt x="913" y="559"/>
                </a:lnTo>
                <a:lnTo>
                  <a:pt x="915" y="559"/>
                </a:lnTo>
                <a:lnTo>
                  <a:pt x="916" y="559"/>
                </a:lnTo>
                <a:lnTo>
                  <a:pt x="916" y="558"/>
                </a:lnTo>
                <a:lnTo>
                  <a:pt x="917" y="557"/>
                </a:lnTo>
                <a:lnTo>
                  <a:pt x="918" y="557"/>
                </a:lnTo>
                <a:lnTo>
                  <a:pt x="919" y="557"/>
                </a:lnTo>
                <a:lnTo>
                  <a:pt x="920" y="557"/>
                </a:lnTo>
                <a:lnTo>
                  <a:pt x="921" y="558"/>
                </a:lnTo>
                <a:lnTo>
                  <a:pt x="921" y="559"/>
                </a:lnTo>
                <a:lnTo>
                  <a:pt x="920" y="558"/>
                </a:lnTo>
                <a:lnTo>
                  <a:pt x="920" y="559"/>
                </a:lnTo>
                <a:lnTo>
                  <a:pt x="920" y="560"/>
                </a:lnTo>
                <a:lnTo>
                  <a:pt x="920" y="561"/>
                </a:lnTo>
                <a:lnTo>
                  <a:pt x="919" y="561"/>
                </a:lnTo>
                <a:lnTo>
                  <a:pt x="918" y="562"/>
                </a:lnTo>
                <a:lnTo>
                  <a:pt x="918" y="563"/>
                </a:lnTo>
                <a:lnTo>
                  <a:pt x="918" y="564"/>
                </a:lnTo>
                <a:lnTo>
                  <a:pt x="918" y="565"/>
                </a:lnTo>
                <a:lnTo>
                  <a:pt x="918" y="566"/>
                </a:lnTo>
                <a:lnTo>
                  <a:pt x="917" y="566"/>
                </a:lnTo>
                <a:lnTo>
                  <a:pt x="916" y="567"/>
                </a:lnTo>
                <a:lnTo>
                  <a:pt x="915" y="568"/>
                </a:lnTo>
                <a:lnTo>
                  <a:pt x="913" y="569"/>
                </a:lnTo>
                <a:lnTo>
                  <a:pt x="911" y="571"/>
                </a:lnTo>
                <a:lnTo>
                  <a:pt x="910" y="571"/>
                </a:lnTo>
                <a:lnTo>
                  <a:pt x="909" y="572"/>
                </a:lnTo>
                <a:lnTo>
                  <a:pt x="908" y="572"/>
                </a:lnTo>
                <a:lnTo>
                  <a:pt x="907" y="572"/>
                </a:lnTo>
                <a:lnTo>
                  <a:pt x="906" y="571"/>
                </a:lnTo>
                <a:lnTo>
                  <a:pt x="906" y="572"/>
                </a:lnTo>
                <a:lnTo>
                  <a:pt x="905" y="572"/>
                </a:lnTo>
                <a:lnTo>
                  <a:pt x="905" y="573"/>
                </a:lnTo>
                <a:lnTo>
                  <a:pt x="904" y="573"/>
                </a:lnTo>
                <a:lnTo>
                  <a:pt x="904" y="574"/>
                </a:lnTo>
                <a:lnTo>
                  <a:pt x="904" y="575"/>
                </a:lnTo>
                <a:lnTo>
                  <a:pt x="904" y="576"/>
                </a:lnTo>
                <a:lnTo>
                  <a:pt x="905" y="577"/>
                </a:lnTo>
                <a:lnTo>
                  <a:pt x="904" y="577"/>
                </a:lnTo>
                <a:lnTo>
                  <a:pt x="904" y="579"/>
                </a:lnTo>
                <a:lnTo>
                  <a:pt x="904" y="580"/>
                </a:lnTo>
                <a:lnTo>
                  <a:pt x="905" y="579"/>
                </a:lnTo>
                <a:lnTo>
                  <a:pt x="908" y="580"/>
                </a:lnTo>
                <a:lnTo>
                  <a:pt x="909" y="578"/>
                </a:lnTo>
                <a:lnTo>
                  <a:pt x="909" y="577"/>
                </a:lnTo>
                <a:lnTo>
                  <a:pt x="910" y="576"/>
                </a:lnTo>
                <a:lnTo>
                  <a:pt x="911" y="576"/>
                </a:lnTo>
                <a:lnTo>
                  <a:pt x="913" y="576"/>
                </a:lnTo>
                <a:lnTo>
                  <a:pt x="914" y="576"/>
                </a:lnTo>
                <a:lnTo>
                  <a:pt x="915" y="578"/>
                </a:lnTo>
                <a:lnTo>
                  <a:pt x="916" y="579"/>
                </a:lnTo>
                <a:lnTo>
                  <a:pt x="917" y="579"/>
                </a:lnTo>
                <a:lnTo>
                  <a:pt x="917" y="580"/>
                </a:lnTo>
                <a:lnTo>
                  <a:pt x="920" y="580"/>
                </a:lnTo>
                <a:lnTo>
                  <a:pt x="922" y="580"/>
                </a:lnTo>
                <a:lnTo>
                  <a:pt x="922" y="581"/>
                </a:lnTo>
                <a:lnTo>
                  <a:pt x="923" y="580"/>
                </a:lnTo>
                <a:lnTo>
                  <a:pt x="924" y="580"/>
                </a:lnTo>
                <a:lnTo>
                  <a:pt x="925" y="580"/>
                </a:lnTo>
                <a:lnTo>
                  <a:pt x="925" y="581"/>
                </a:lnTo>
                <a:lnTo>
                  <a:pt x="925" y="582"/>
                </a:lnTo>
                <a:lnTo>
                  <a:pt x="925" y="583"/>
                </a:lnTo>
                <a:lnTo>
                  <a:pt x="926" y="583"/>
                </a:lnTo>
                <a:lnTo>
                  <a:pt x="927" y="583"/>
                </a:lnTo>
                <a:lnTo>
                  <a:pt x="927" y="584"/>
                </a:lnTo>
                <a:lnTo>
                  <a:pt x="928" y="585"/>
                </a:lnTo>
                <a:lnTo>
                  <a:pt x="929" y="585"/>
                </a:lnTo>
                <a:lnTo>
                  <a:pt x="929" y="586"/>
                </a:lnTo>
                <a:lnTo>
                  <a:pt x="928" y="586"/>
                </a:lnTo>
                <a:lnTo>
                  <a:pt x="928" y="588"/>
                </a:lnTo>
                <a:lnTo>
                  <a:pt x="927" y="589"/>
                </a:lnTo>
                <a:lnTo>
                  <a:pt x="926" y="589"/>
                </a:lnTo>
                <a:lnTo>
                  <a:pt x="924" y="589"/>
                </a:lnTo>
                <a:lnTo>
                  <a:pt x="923" y="590"/>
                </a:lnTo>
                <a:lnTo>
                  <a:pt x="923" y="591"/>
                </a:lnTo>
                <a:lnTo>
                  <a:pt x="923" y="590"/>
                </a:lnTo>
                <a:lnTo>
                  <a:pt x="922" y="590"/>
                </a:lnTo>
                <a:lnTo>
                  <a:pt x="921" y="590"/>
                </a:lnTo>
                <a:lnTo>
                  <a:pt x="921" y="591"/>
                </a:lnTo>
                <a:lnTo>
                  <a:pt x="921" y="592"/>
                </a:lnTo>
                <a:lnTo>
                  <a:pt x="920" y="592"/>
                </a:lnTo>
                <a:lnTo>
                  <a:pt x="918" y="593"/>
                </a:lnTo>
                <a:lnTo>
                  <a:pt x="917" y="594"/>
                </a:lnTo>
                <a:lnTo>
                  <a:pt x="916" y="594"/>
                </a:lnTo>
                <a:lnTo>
                  <a:pt x="916" y="593"/>
                </a:lnTo>
                <a:lnTo>
                  <a:pt x="915" y="593"/>
                </a:lnTo>
                <a:lnTo>
                  <a:pt x="914" y="593"/>
                </a:lnTo>
                <a:lnTo>
                  <a:pt x="913" y="594"/>
                </a:lnTo>
                <a:lnTo>
                  <a:pt x="912" y="594"/>
                </a:lnTo>
                <a:lnTo>
                  <a:pt x="911" y="596"/>
                </a:lnTo>
                <a:lnTo>
                  <a:pt x="911" y="597"/>
                </a:lnTo>
                <a:lnTo>
                  <a:pt x="912" y="597"/>
                </a:lnTo>
                <a:lnTo>
                  <a:pt x="911" y="598"/>
                </a:lnTo>
                <a:lnTo>
                  <a:pt x="910" y="599"/>
                </a:lnTo>
                <a:lnTo>
                  <a:pt x="910" y="600"/>
                </a:lnTo>
                <a:lnTo>
                  <a:pt x="907" y="601"/>
                </a:lnTo>
                <a:lnTo>
                  <a:pt x="906" y="600"/>
                </a:lnTo>
                <a:lnTo>
                  <a:pt x="906" y="598"/>
                </a:lnTo>
                <a:lnTo>
                  <a:pt x="905" y="597"/>
                </a:lnTo>
                <a:lnTo>
                  <a:pt x="903" y="597"/>
                </a:lnTo>
                <a:lnTo>
                  <a:pt x="903" y="595"/>
                </a:lnTo>
                <a:lnTo>
                  <a:pt x="903" y="594"/>
                </a:lnTo>
                <a:lnTo>
                  <a:pt x="903" y="593"/>
                </a:lnTo>
                <a:lnTo>
                  <a:pt x="902" y="592"/>
                </a:lnTo>
                <a:lnTo>
                  <a:pt x="902" y="591"/>
                </a:lnTo>
                <a:lnTo>
                  <a:pt x="902" y="590"/>
                </a:lnTo>
                <a:lnTo>
                  <a:pt x="901" y="590"/>
                </a:lnTo>
                <a:lnTo>
                  <a:pt x="901" y="589"/>
                </a:lnTo>
                <a:lnTo>
                  <a:pt x="901" y="588"/>
                </a:lnTo>
                <a:lnTo>
                  <a:pt x="902" y="588"/>
                </a:lnTo>
                <a:lnTo>
                  <a:pt x="902" y="586"/>
                </a:lnTo>
                <a:lnTo>
                  <a:pt x="903" y="586"/>
                </a:lnTo>
                <a:lnTo>
                  <a:pt x="903" y="585"/>
                </a:lnTo>
                <a:lnTo>
                  <a:pt x="902" y="584"/>
                </a:lnTo>
                <a:lnTo>
                  <a:pt x="902" y="583"/>
                </a:lnTo>
                <a:lnTo>
                  <a:pt x="901" y="582"/>
                </a:lnTo>
                <a:lnTo>
                  <a:pt x="900" y="581"/>
                </a:lnTo>
                <a:lnTo>
                  <a:pt x="899" y="581"/>
                </a:lnTo>
                <a:lnTo>
                  <a:pt x="898" y="581"/>
                </a:lnTo>
                <a:lnTo>
                  <a:pt x="898" y="580"/>
                </a:lnTo>
                <a:lnTo>
                  <a:pt x="897" y="579"/>
                </a:lnTo>
                <a:lnTo>
                  <a:pt x="897" y="577"/>
                </a:lnTo>
                <a:lnTo>
                  <a:pt x="896" y="577"/>
                </a:lnTo>
                <a:lnTo>
                  <a:pt x="893" y="577"/>
                </a:lnTo>
                <a:lnTo>
                  <a:pt x="892" y="577"/>
                </a:lnTo>
                <a:lnTo>
                  <a:pt x="891" y="576"/>
                </a:lnTo>
                <a:lnTo>
                  <a:pt x="892" y="575"/>
                </a:lnTo>
                <a:lnTo>
                  <a:pt x="891" y="574"/>
                </a:lnTo>
                <a:lnTo>
                  <a:pt x="891" y="573"/>
                </a:lnTo>
                <a:lnTo>
                  <a:pt x="890" y="573"/>
                </a:lnTo>
                <a:lnTo>
                  <a:pt x="890" y="572"/>
                </a:lnTo>
                <a:lnTo>
                  <a:pt x="890" y="571"/>
                </a:lnTo>
                <a:lnTo>
                  <a:pt x="888" y="571"/>
                </a:lnTo>
                <a:lnTo>
                  <a:pt x="887" y="571"/>
                </a:lnTo>
                <a:lnTo>
                  <a:pt x="887" y="570"/>
                </a:lnTo>
                <a:lnTo>
                  <a:pt x="886" y="570"/>
                </a:lnTo>
                <a:lnTo>
                  <a:pt x="885" y="570"/>
                </a:lnTo>
                <a:lnTo>
                  <a:pt x="884" y="570"/>
                </a:lnTo>
                <a:lnTo>
                  <a:pt x="882" y="570"/>
                </a:lnTo>
                <a:lnTo>
                  <a:pt x="881" y="570"/>
                </a:lnTo>
                <a:lnTo>
                  <a:pt x="880" y="570"/>
                </a:lnTo>
                <a:lnTo>
                  <a:pt x="879" y="571"/>
                </a:lnTo>
                <a:lnTo>
                  <a:pt x="878" y="571"/>
                </a:lnTo>
                <a:lnTo>
                  <a:pt x="877" y="572"/>
                </a:lnTo>
                <a:lnTo>
                  <a:pt x="876" y="573"/>
                </a:lnTo>
                <a:lnTo>
                  <a:pt x="875" y="573"/>
                </a:lnTo>
                <a:lnTo>
                  <a:pt x="874" y="573"/>
                </a:lnTo>
                <a:lnTo>
                  <a:pt x="874" y="574"/>
                </a:lnTo>
                <a:lnTo>
                  <a:pt x="873" y="574"/>
                </a:lnTo>
                <a:lnTo>
                  <a:pt x="872" y="573"/>
                </a:lnTo>
                <a:lnTo>
                  <a:pt x="871" y="573"/>
                </a:lnTo>
                <a:lnTo>
                  <a:pt x="870" y="573"/>
                </a:lnTo>
                <a:lnTo>
                  <a:pt x="868" y="574"/>
                </a:lnTo>
                <a:lnTo>
                  <a:pt x="867" y="574"/>
                </a:lnTo>
                <a:lnTo>
                  <a:pt x="866" y="575"/>
                </a:lnTo>
                <a:lnTo>
                  <a:pt x="866" y="576"/>
                </a:lnTo>
                <a:lnTo>
                  <a:pt x="866" y="577"/>
                </a:lnTo>
                <a:lnTo>
                  <a:pt x="867" y="577"/>
                </a:lnTo>
                <a:lnTo>
                  <a:pt x="866" y="580"/>
                </a:lnTo>
                <a:lnTo>
                  <a:pt x="864" y="578"/>
                </a:lnTo>
                <a:lnTo>
                  <a:pt x="863" y="577"/>
                </a:lnTo>
                <a:lnTo>
                  <a:pt x="862" y="577"/>
                </a:lnTo>
                <a:lnTo>
                  <a:pt x="861" y="577"/>
                </a:lnTo>
                <a:lnTo>
                  <a:pt x="860" y="578"/>
                </a:lnTo>
                <a:lnTo>
                  <a:pt x="856" y="583"/>
                </a:lnTo>
                <a:lnTo>
                  <a:pt x="854" y="585"/>
                </a:lnTo>
                <a:lnTo>
                  <a:pt x="854" y="586"/>
                </a:lnTo>
                <a:lnTo>
                  <a:pt x="853" y="587"/>
                </a:lnTo>
                <a:lnTo>
                  <a:pt x="853" y="586"/>
                </a:lnTo>
                <a:lnTo>
                  <a:pt x="852" y="586"/>
                </a:lnTo>
                <a:lnTo>
                  <a:pt x="851" y="585"/>
                </a:lnTo>
                <a:lnTo>
                  <a:pt x="851" y="584"/>
                </a:lnTo>
                <a:lnTo>
                  <a:pt x="848" y="585"/>
                </a:lnTo>
                <a:lnTo>
                  <a:pt x="847" y="585"/>
                </a:lnTo>
                <a:lnTo>
                  <a:pt x="846" y="585"/>
                </a:lnTo>
                <a:lnTo>
                  <a:pt x="845" y="585"/>
                </a:lnTo>
                <a:lnTo>
                  <a:pt x="843" y="585"/>
                </a:lnTo>
                <a:lnTo>
                  <a:pt x="843" y="584"/>
                </a:lnTo>
                <a:lnTo>
                  <a:pt x="841" y="584"/>
                </a:lnTo>
                <a:lnTo>
                  <a:pt x="840" y="584"/>
                </a:lnTo>
                <a:lnTo>
                  <a:pt x="840" y="585"/>
                </a:lnTo>
                <a:lnTo>
                  <a:pt x="839" y="586"/>
                </a:lnTo>
                <a:lnTo>
                  <a:pt x="838" y="587"/>
                </a:lnTo>
                <a:lnTo>
                  <a:pt x="838" y="588"/>
                </a:lnTo>
                <a:lnTo>
                  <a:pt x="838" y="589"/>
                </a:lnTo>
                <a:lnTo>
                  <a:pt x="837" y="589"/>
                </a:lnTo>
                <a:lnTo>
                  <a:pt x="836" y="589"/>
                </a:lnTo>
                <a:lnTo>
                  <a:pt x="835" y="589"/>
                </a:lnTo>
                <a:lnTo>
                  <a:pt x="834" y="589"/>
                </a:lnTo>
                <a:lnTo>
                  <a:pt x="833" y="590"/>
                </a:lnTo>
                <a:lnTo>
                  <a:pt x="832" y="591"/>
                </a:lnTo>
                <a:lnTo>
                  <a:pt x="832" y="592"/>
                </a:lnTo>
                <a:lnTo>
                  <a:pt x="831" y="592"/>
                </a:lnTo>
                <a:lnTo>
                  <a:pt x="831" y="591"/>
                </a:lnTo>
                <a:lnTo>
                  <a:pt x="830" y="591"/>
                </a:lnTo>
                <a:lnTo>
                  <a:pt x="829" y="591"/>
                </a:lnTo>
                <a:lnTo>
                  <a:pt x="828" y="590"/>
                </a:lnTo>
                <a:lnTo>
                  <a:pt x="827" y="591"/>
                </a:lnTo>
                <a:lnTo>
                  <a:pt x="825" y="592"/>
                </a:lnTo>
                <a:lnTo>
                  <a:pt x="826" y="593"/>
                </a:lnTo>
                <a:lnTo>
                  <a:pt x="826" y="594"/>
                </a:lnTo>
                <a:lnTo>
                  <a:pt x="825" y="595"/>
                </a:lnTo>
                <a:lnTo>
                  <a:pt x="824" y="595"/>
                </a:lnTo>
                <a:lnTo>
                  <a:pt x="823" y="595"/>
                </a:lnTo>
                <a:lnTo>
                  <a:pt x="822" y="595"/>
                </a:lnTo>
                <a:lnTo>
                  <a:pt x="822" y="596"/>
                </a:lnTo>
                <a:lnTo>
                  <a:pt x="822" y="597"/>
                </a:lnTo>
                <a:lnTo>
                  <a:pt x="821" y="597"/>
                </a:lnTo>
                <a:lnTo>
                  <a:pt x="821" y="598"/>
                </a:lnTo>
                <a:lnTo>
                  <a:pt x="820" y="598"/>
                </a:lnTo>
                <a:lnTo>
                  <a:pt x="819" y="598"/>
                </a:lnTo>
                <a:lnTo>
                  <a:pt x="818" y="598"/>
                </a:lnTo>
                <a:lnTo>
                  <a:pt x="817" y="597"/>
                </a:lnTo>
                <a:lnTo>
                  <a:pt x="817" y="596"/>
                </a:lnTo>
                <a:lnTo>
                  <a:pt x="816" y="596"/>
                </a:lnTo>
                <a:lnTo>
                  <a:pt x="816" y="595"/>
                </a:lnTo>
                <a:lnTo>
                  <a:pt x="815" y="595"/>
                </a:lnTo>
                <a:lnTo>
                  <a:pt x="813" y="595"/>
                </a:lnTo>
                <a:lnTo>
                  <a:pt x="812" y="594"/>
                </a:lnTo>
                <a:lnTo>
                  <a:pt x="811" y="594"/>
                </a:lnTo>
                <a:lnTo>
                  <a:pt x="810" y="593"/>
                </a:lnTo>
                <a:lnTo>
                  <a:pt x="810" y="594"/>
                </a:lnTo>
                <a:lnTo>
                  <a:pt x="809" y="595"/>
                </a:lnTo>
                <a:lnTo>
                  <a:pt x="802" y="596"/>
                </a:lnTo>
                <a:lnTo>
                  <a:pt x="801" y="596"/>
                </a:lnTo>
                <a:lnTo>
                  <a:pt x="801" y="602"/>
                </a:lnTo>
                <a:lnTo>
                  <a:pt x="799" y="604"/>
                </a:lnTo>
                <a:lnTo>
                  <a:pt x="798" y="604"/>
                </a:lnTo>
                <a:lnTo>
                  <a:pt x="798" y="605"/>
                </a:lnTo>
                <a:lnTo>
                  <a:pt x="796" y="604"/>
                </a:lnTo>
                <a:lnTo>
                  <a:pt x="795" y="604"/>
                </a:lnTo>
                <a:lnTo>
                  <a:pt x="794" y="605"/>
                </a:lnTo>
                <a:lnTo>
                  <a:pt x="793" y="606"/>
                </a:lnTo>
                <a:lnTo>
                  <a:pt x="792" y="607"/>
                </a:lnTo>
                <a:lnTo>
                  <a:pt x="791" y="609"/>
                </a:lnTo>
                <a:lnTo>
                  <a:pt x="792" y="611"/>
                </a:lnTo>
                <a:lnTo>
                  <a:pt x="790" y="613"/>
                </a:lnTo>
                <a:lnTo>
                  <a:pt x="788" y="611"/>
                </a:lnTo>
                <a:lnTo>
                  <a:pt x="787" y="607"/>
                </a:lnTo>
                <a:lnTo>
                  <a:pt x="787" y="606"/>
                </a:lnTo>
                <a:lnTo>
                  <a:pt x="786" y="604"/>
                </a:lnTo>
                <a:lnTo>
                  <a:pt x="785" y="602"/>
                </a:lnTo>
                <a:lnTo>
                  <a:pt x="785" y="601"/>
                </a:lnTo>
                <a:lnTo>
                  <a:pt x="784" y="599"/>
                </a:lnTo>
                <a:lnTo>
                  <a:pt x="786" y="598"/>
                </a:lnTo>
                <a:lnTo>
                  <a:pt x="788" y="596"/>
                </a:lnTo>
                <a:lnTo>
                  <a:pt x="788" y="595"/>
                </a:lnTo>
                <a:lnTo>
                  <a:pt x="788" y="594"/>
                </a:lnTo>
                <a:lnTo>
                  <a:pt x="789" y="593"/>
                </a:lnTo>
                <a:lnTo>
                  <a:pt x="787" y="592"/>
                </a:lnTo>
                <a:lnTo>
                  <a:pt x="786" y="593"/>
                </a:lnTo>
                <a:lnTo>
                  <a:pt x="786" y="592"/>
                </a:lnTo>
                <a:lnTo>
                  <a:pt x="784" y="590"/>
                </a:lnTo>
                <a:lnTo>
                  <a:pt x="783" y="591"/>
                </a:lnTo>
                <a:lnTo>
                  <a:pt x="785" y="596"/>
                </a:lnTo>
                <a:lnTo>
                  <a:pt x="784" y="596"/>
                </a:lnTo>
                <a:lnTo>
                  <a:pt x="783" y="597"/>
                </a:lnTo>
                <a:lnTo>
                  <a:pt x="781" y="591"/>
                </a:lnTo>
                <a:lnTo>
                  <a:pt x="781" y="590"/>
                </a:lnTo>
                <a:lnTo>
                  <a:pt x="780" y="590"/>
                </a:lnTo>
                <a:lnTo>
                  <a:pt x="778" y="588"/>
                </a:lnTo>
                <a:lnTo>
                  <a:pt x="779" y="587"/>
                </a:lnTo>
                <a:lnTo>
                  <a:pt x="777" y="586"/>
                </a:lnTo>
                <a:lnTo>
                  <a:pt x="777" y="585"/>
                </a:lnTo>
                <a:lnTo>
                  <a:pt x="775" y="580"/>
                </a:lnTo>
                <a:lnTo>
                  <a:pt x="772" y="581"/>
                </a:lnTo>
                <a:lnTo>
                  <a:pt x="770" y="578"/>
                </a:lnTo>
                <a:lnTo>
                  <a:pt x="767" y="573"/>
                </a:lnTo>
                <a:lnTo>
                  <a:pt x="764" y="568"/>
                </a:lnTo>
                <a:lnTo>
                  <a:pt x="763" y="567"/>
                </a:lnTo>
                <a:lnTo>
                  <a:pt x="762" y="567"/>
                </a:lnTo>
                <a:lnTo>
                  <a:pt x="761" y="565"/>
                </a:lnTo>
                <a:lnTo>
                  <a:pt x="760" y="564"/>
                </a:lnTo>
                <a:lnTo>
                  <a:pt x="760" y="562"/>
                </a:lnTo>
                <a:lnTo>
                  <a:pt x="760" y="561"/>
                </a:lnTo>
                <a:lnTo>
                  <a:pt x="760" y="560"/>
                </a:lnTo>
                <a:lnTo>
                  <a:pt x="760" y="559"/>
                </a:lnTo>
                <a:lnTo>
                  <a:pt x="760" y="558"/>
                </a:lnTo>
                <a:lnTo>
                  <a:pt x="760" y="557"/>
                </a:lnTo>
                <a:lnTo>
                  <a:pt x="760" y="556"/>
                </a:lnTo>
                <a:lnTo>
                  <a:pt x="762" y="555"/>
                </a:lnTo>
                <a:lnTo>
                  <a:pt x="762" y="554"/>
                </a:lnTo>
                <a:lnTo>
                  <a:pt x="761" y="554"/>
                </a:lnTo>
                <a:lnTo>
                  <a:pt x="761" y="555"/>
                </a:lnTo>
                <a:lnTo>
                  <a:pt x="760" y="555"/>
                </a:lnTo>
                <a:lnTo>
                  <a:pt x="759" y="557"/>
                </a:lnTo>
                <a:lnTo>
                  <a:pt x="758" y="556"/>
                </a:lnTo>
                <a:lnTo>
                  <a:pt x="755" y="554"/>
                </a:lnTo>
                <a:lnTo>
                  <a:pt x="754" y="553"/>
                </a:lnTo>
                <a:lnTo>
                  <a:pt x="753" y="554"/>
                </a:lnTo>
                <a:lnTo>
                  <a:pt x="751" y="553"/>
                </a:lnTo>
                <a:lnTo>
                  <a:pt x="752" y="552"/>
                </a:lnTo>
                <a:lnTo>
                  <a:pt x="751" y="553"/>
                </a:lnTo>
                <a:lnTo>
                  <a:pt x="752" y="554"/>
                </a:lnTo>
                <a:lnTo>
                  <a:pt x="752" y="555"/>
                </a:lnTo>
                <a:lnTo>
                  <a:pt x="751" y="555"/>
                </a:lnTo>
                <a:lnTo>
                  <a:pt x="751" y="556"/>
                </a:lnTo>
                <a:lnTo>
                  <a:pt x="745" y="556"/>
                </a:lnTo>
                <a:lnTo>
                  <a:pt x="743" y="556"/>
                </a:lnTo>
                <a:lnTo>
                  <a:pt x="742" y="555"/>
                </a:lnTo>
                <a:lnTo>
                  <a:pt x="742" y="554"/>
                </a:lnTo>
                <a:lnTo>
                  <a:pt x="741" y="554"/>
                </a:lnTo>
                <a:lnTo>
                  <a:pt x="741" y="553"/>
                </a:lnTo>
                <a:lnTo>
                  <a:pt x="739" y="553"/>
                </a:lnTo>
                <a:lnTo>
                  <a:pt x="734" y="554"/>
                </a:lnTo>
                <a:lnTo>
                  <a:pt x="734" y="555"/>
                </a:lnTo>
                <a:lnTo>
                  <a:pt x="732" y="557"/>
                </a:lnTo>
                <a:lnTo>
                  <a:pt x="730" y="557"/>
                </a:lnTo>
                <a:lnTo>
                  <a:pt x="727" y="558"/>
                </a:lnTo>
                <a:lnTo>
                  <a:pt x="725" y="558"/>
                </a:lnTo>
                <a:lnTo>
                  <a:pt x="724" y="558"/>
                </a:lnTo>
                <a:lnTo>
                  <a:pt x="722" y="557"/>
                </a:lnTo>
                <a:lnTo>
                  <a:pt x="721" y="558"/>
                </a:lnTo>
                <a:lnTo>
                  <a:pt x="722" y="560"/>
                </a:lnTo>
                <a:lnTo>
                  <a:pt x="723" y="560"/>
                </a:lnTo>
                <a:lnTo>
                  <a:pt x="724" y="560"/>
                </a:lnTo>
                <a:lnTo>
                  <a:pt x="725" y="561"/>
                </a:lnTo>
                <a:lnTo>
                  <a:pt x="725" y="562"/>
                </a:lnTo>
                <a:lnTo>
                  <a:pt x="726" y="563"/>
                </a:lnTo>
                <a:lnTo>
                  <a:pt x="728" y="566"/>
                </a:lnTo>
                <a:lnTo>
                  <a:pt x="728" y="567"/>
                </a:lnTo>
                <a:lnTo>
                  <a:pt x="729" y="567"/>
                </a:lnTo>
                <a:lnTo>
                  <a:pt x="730" y="568"/>
                </a:lnTo>
                <a:lnTo>
                  <a:pt x="731" y="568"/>
                </a:lnTo>
                <a:lnTo>
                  <a:pt x="732" y="568"/>
                </a:lnTo>
                <a:lnTo>
                  <a:pt x="732" y="569"/>
                </a:lnTo>
                <a:lnTo>
                  <a:pt x="734" y="570"/>
                </a:lnTo>
                <a:lnTo>
                  <a:pt x="735" y="572"/>
                </a:lnTo>
                <a:lnTo>
                  <a:pt x="736" y="572"/>
                </a:lnTo>
                <a:lnTo>
                  <a:pt x="736" y="573"/>
                </a:lnTo>
                <a:lnTo>
                  <a:pt x="738" y="574"/>
                </a:lnTo>
                <a:lnTo>
                  <a:pt x="741" y="577"/>
                </a:lnTo>
                <a:lnTo>
                  <a:pt x="741" y="580"/>
                </a:lnTo>
                <a:lnTo>
                  <a:pt x="742" y="581"/>
                </a:lnTo>
                <a:lnTo>
                  <a:pt x="742" y="582"/>
                </a:lnTo>
                <a:lnTo>
                  <a:pt x="743" y="583"/>
                </a:lnTo>
                <a:lnTo>
                  <a:pt x="744" y="585"/>
                </a:lnTo>
                <a:lnTo>
                  <a:pt x="742" y="587"/>
                </a:lnTo>
                <a:lnTo>
                  <a:pt x="739" y="591"/>
                </a:lnTo>
                <a:lnTo>
                  <a:pt x="737" y="589"/>
                </a:lnTo>
                <a:lnTo>
                  <a:pt x="736" y="587"/>
                </a:lnTo>
                <a:lnTo>
                  <a:pt x="735" y="587"/>
                </a:lnTo>
                <a:lnTo>
                  <a:pt x="734" y="586"/>
                </a:lnTo>
                <a:lnTo>
                  <a:pt x="732" y="584"/>
                </a:lnTo>
                <a:lnTo>
                  <a:pt x="732" y="585"/>
                </a:lnTo>
                <a:lnTo>
                  <a:pt x="731" y="585"/>
                </a:lnTo>
                <a:lnTo>
                  <a:pt x="731" y="586"/>
                </a:lnTo>
                <a:lnTo>
                  <a:pt x="730" y="586"/>
                </a:lnTo>
                <a:lnTo>
                  <a:pt x="729" y="587"/>
                </a:lnTo>
                <a:lnTo>
                  <a:pt x="728" y="587"/>
                </a:lnTo>
                <a:lnTo>
                  <a:pt x="728" y="588"/>
                </a:lnTo>
                <a:lnTo>
                  <a:pt x="729" y="588"/>
                </a:lnTo>
                <a:lnTo>
                  <a:pt x="727" y="589"/>
                </a:lnTo>
                <a:lnTo>
                  <a:pt x="725" y="590"/>
                </a:lnTo>
                <a:lnTo>
                  <a:pt x="725" y="591"/>
                </a:lnTo>
                <a:lnTo>
                  <a:pt x="726" y="591"/>
                </a:lnTo>
                <a:lnTo>
                  <a:pt x="727" y="590"/>
                </a:lnTo>
                <a:lnTo>
                  <a:pt x="731" y="590"/>
                </a:lnTo>
                <a:lnTo>
                  <a:pt x="732" y="589"/>
                </a:lnTo>
                <a:lnTo>
                  <a:pt x="733" y="590"/>
                </a:lnTo>
                <a:lnTo>
                  <a:pt x="734" y="591"/>
                </a:lnTo>
                <a:lnTo>
                  <a:pt x="736" y="592"/>
                </a:lnTo>
                <a:lnTo>
                  <a:pt x="737" y="593"/>
                </a:lnTo>
                <a:lnTo>
                  <a:pt x="737" y="594"/>
                </a:lnTo>
                <a:lnTo>
                  <a:pt x="738" y="595"/>
                </a:lnTo>
                <a:lnTo>
                  <a:pt x="738" y="596"/>
                </a:lnTo>
                <a:lnTo>
                  <a:pt x="738" y="597"/>
                </a:lnTo>
                <a:lnTo>
                  <a:pt x="738" y="598"/>
                </a:lnTo>
                <a:lnTo>
                  <a:pt x="739" y="600"/>
                </a:lnTo>
                <a:lnTo>
                  <a:pt x="739" y="601"/>
                </a:lnTo>
                <a:lnTo>
                  <a:pt x="739" y="602"/>
                </a:lnTo>
                <a:lnTo>
                  <a:pt x="739" y="603"/>
                </a:lnTo>
                <a:lnTo>
                  <a:pt x="739" y="605"/>
                </a:lnTo>
                <a:lnTo>
                  <a:pt x="737" y="605"/>
                </a:lnTo>
                <a:lnTo>
                  <a:pt x="736" y="605"/>
                </a:lnTo>
                <a:lnTo>
                  <a:pt x="736" y="606"/>
                </a:lnTo>
                <a:lnTo>
                  <a:pt x="735" y="606"/>
                </a:lnTo>
                <a:lnTo>
                  <a:pt x="734" y="606"/>
                </a:lnTo>
                <a:lnTo>
                  <a:pt x="733" y="606"/>
                </a:lnTo>
                <a:lnTo>
                  <a:pt x="733" y="605"/>
                </a:lnTo>
                <a:lnTo>
                  <a:pt x="733" y="604"/>
                </a:lnTo>
                <a:lnTo>
                  <a:pt x="732" y="602"/>
                </a:lnTo>
                <a:lnTo>
                  <a:pt x="732" y="601"/>
                </a:lnTo>
                <a:lnTo>
                  <a:pt x="731" y="599"/>
                </a:lnTo>
                <a:lnTo>
                  <a:pt x="731" y="597"/>
                </a:lnTo>
                <a:lnTo>
                  <a:pt x="731" y="596"/>
                </a:lnTo>
                <a:lnTo>
                  <a:pt x="728" y="594"/>
                </a:lnTo>
                <a:lnTo>
                  <a:pt x="728" y="595"/>
                </a:lnTo>
                <a:lnTo>
                  <a:pt x="729" y="596"/>
                </a:lnTo>
                <a:lnTo>
                  <a:pt x="730" y="598"/>
                </a:lnTo>
                <a:lnTo>
                  <a:pt x="730" y="601"/>
                </a:lnTo>
                <a:lnTo>
                  <a:pt x="732" y="605"/>
                </a:lnTo>
                <a:lnTo>
                  <a:pt x="732" y="607"/>
                </a:lnTo>
                <a:lnTo>
                  <a:pt x="732" y="609"/>
                </a:lnTo>
                <a:lnTo>
                  <a:pt x="732" y="610"/>
                </a:lnTo>
                <a:lnTo>
                  <a:pt x="731" y="610"/>
                </a:lnTo>
                <a:lnTo>
                  <a:pt x="731" y="611"/>
                </a:lnTo>
                <a:lnTo>
                  <a:pt x="730" y="614"/>
                </a:lnTo>
                <a:lnTo>
                  <a:pt x="732" y="614"/>
                </a:lnTo>
                <a:lnTo>
                  <a:pt x="732" y="617"/>
                </a:lnTo>
                <a:lnTo>
                  <a:pt x="732" y="618"/>
                </a:lnTo>
                <a:lnTo>
                  <a:pt x="732" y="621"/>
                </a:lnTo>
                <a:lnTo>
                  <a:pt x="732" y="622"/>
                </a:lnTo>
                <a:lnTo>
                  <a:pt x="730" y="625"/>
                </a:lnTo>
                <a:lnTo>
                  <a:pt x="729" y="625"/>
                </a:lnTo>
                <a:lnTo>
                  <a:pt x="729" y="627"/>
                </a:lnTo>
                <a:lnTo>
                  <a:pt x="730" y="628"/>
                </a:lnTo>
                <a:lnTo>
                  <a:pt x="730" y="630"/>
                </a:lnTo>
                <a:lnTo>
                  <a:pt x="730" y="631"/>
                </a:lnTo>
                <a:lnTo>
                  <a:pt x="731" y="631"/>
                </a:lnTo>
                <a:lnTo>
                  <a:pt x="731" y="629"/>
                </a:lnTo>
                <a:lnTo>
                  <a:pt x="734" y="630"/>
                </a:lnTo>
                <a:lnTo>
                  <a:pt x="736" y="631"/>
                </a:lnTo>
                <a:lnTo>
                  <a:pt x="738" y="631"/>
                </a:lnTo>
                <a:lnTo>
                  <a:pt x="739" y="632"/>
                </a:lnTo>
                <a:lnTo>
                  <a:pt x="739" y="633"/>
                </a:lnTo>
                <a:lnTo>
                  <a:pt x="740" y="632"/>
                </a:lnTo>
                <a:lnTo>
                  <a:pt x="740" y="631"/>
                </a:lnTo>
                <a:lnTo>
                  <a:pt x="741" y="631"/>
                </a:lnTo>
                <a:lnTo>
                  <a:pt x="741" y="632"/>
                </a:lnTo>
                <a:lnTo>
                  <a:pt x="742" y="632"/>
                </a:lnTo>
                <a:lnTo>
                  <a:pt x="741" y="633"/>
                </a:lnTo>
                <a:lnTo>
                  <a:pt x="741" y="634"/>
                </a:lnTo>
                <a:lnTo>
                  <a:pt x="742" y="634"/>
                </a:lnTo>
                <a:lnTo>
                  <a:pt x="742" y="635"/>
                </a:lnTo>
                <a:lnTo>
                  <a:pt x="741" y="636"/>
                </a:lnTo>
                <a:lnTo>
                  <a:pt x="741" y="637"/>
                </a:lnTo>
                <a:lnTo>
                  <a:pt x="740" y="637"/>
                </a:lnTo>
                <a:lnTo>
                  <a:pt x="740" y="638"/>
                </a:lnTo>
                <a:lnTo>
                  <a:pt x="739" y="638"/>
                </a:lnTo>
                <a:lnTo>
                  <a:pt x="737" y="637"/>
                </a:lnTo>
                <a:lnTo>
                  <a:pt x="736" y="638"/>
                </a:lnTo>
                <a:lnTo>
                  <a:pt x="736" y="639"/>
                </a:lnTo>
                <a:lnTo>
                  <a:pt x="736" y="640"/>
                </a:lnTo>
                <a:lnTo>
                  <a:pt x="737" y="642"/>
                </a:lnTo>
                <a:lnTo>
                  <a:pt x="738" y="642"/>
                </a:lnTo>
                <a:lnTo>
                  <a:pt x="738" y="643"/>
                </a:lnTo>
                <a:lnTo>
                  <a:pt x="738" y="644"/>
                </a:lnTo>
                <a:lnTo>
                  <a:pt x="739" y="644"/>
                </a:lnTo>
                <a:lnTo>
                  <a:pt x="739" y="643"/>
                </a:lnTo>
                <a:lnTo>
                  <a:pt x="739" y="644"/>
                </a:lnTo>
                <a:lnTo>
                  <a:pt x="738" y="645"/>
                </a:lnTo>
                <a:lnTo>
                  <a:pt x="737" y="644"/>
                </a:lnTo>
                <a:lnTo>
                  <a:pt x="736" y="644"/>
                </a:lnTo>
                <a:lnTo>
                  <a:pt x="734" y="645"/>
                </a:lnTo>
                <a:lnTo>
                  <a:pt x="734" y="646"/>
                </a:lnTo>
                <a:lnTo>
                  <a:pt x="733" y="647"/>
                </a:lnTo>
                <a:lnTo>
                  <a:pt x="733" y="649"/>
                </a:lnTo>
                <a:lnTo>
                  <a:pt x="733" y="650"/>
                </a:lnTo>
                <a:lnTo>
                  <a:pt x="734" y="651"/>
                </a:lnTo>
                <a:lnTo>
                  <a:pt x="734" y="652"/>
                </a:lnTo>
                <a:lnTo>
                  <a:pt x="734" y="654"/>
                </a:lnTo>
                <a:lnTo>
                  <a:pt x="735" y="655"/>
                </a:lnTo>
                <a:lnTo>
                  <a:pt x="736" y="656"/>
                </a:lnTo>
                <a:lnTo>
                  <a:pt x="737" y="657"/>
                </a:lnTo>
                <a:lnTo>
                  <a:pt x="737" y="658"/>
                </a:lnTo>
                <a:lnTo>
                  <a:pt x="737" y="660"/>
                </a:lnTo>
                <a:lnTo>
                  <a:pt x="736" y="661"/>
                </a:lnTo>
                <a:lnTo>
                  <a:pt x="735" y="661"/>
                </a:lnTo>
                <a:lnTo>
                  <a:pt x="734" y="661"/>
                </a:lnTo>
                <a:lnTo>
                  <a:pt x="732" y="661"/>
                </a:lnTo>
                <a:lnTo>
                  <a:pt x="732" y="662"/>
                </a:lnTo>
                <a:lnTo>
                  <a:pt x="732" y="663"/>
                </a:lnTo>
                <a:lnTo>
                  <a:pt x="730" y="665"/>
                </a:lnTo>
                <a:lnTo>
                  <a:pt x="729" y="665"/>
                </a:lnTo>
                <a:lnTo>
                  <a:pt x="727" y="666"/>
                </a:lnTo>
                <a:lnTo>
                  <a:pt x="727" y="667"/>
                </a:lnTo>
                <a:lnTo>
                  <a:pt x="727" y="668"/>
                </a:lnTo>
                <a:lnTo>
                  <a:pt x="727" y="670"/>
                </a:lnTo>
                <a:lnTo>
                  <a:pt x="726" y="671"/>
                </a:lnTo>
                <a:lnTo>
                  <a:pt x="726" y="674"/>
                </a:lnTo>
                <a:lnTo>
                  <a:pt x="726" y="675"/>
                </a:lnTo>
                <a:lnTo>
                  <a:pt x="727" y="675"/>
                </a:lnTo>
                <a:lnTo>
                  <a:pt x="728" y="675"/>
                </a:lnTo>
                <a:lnTo>
                  <a:pt x="728" y="677"/>
                </a:lnTo>
                <a:lnTo>
                  <a:pt x="731" y="679"/>
                </a:lnTo>
                <a:lnTo>
                  <a:pt x="731" y="680"/>
                </a:lnTo>
                <a:lnTo>
                  <a:pt x="731" y="682"/>
                </a:lnTo>
                <a:lnTo>
                  <a:pt x="731" y="687"/>
                </a:lnTo>
                <a:lnTo>
                  <a:pt x="731" y="688"/>
                </a:lnTo>
                <a:lnTo>
                  <a:pt x="731" y="689"/>
                </a:lnTo>
                <a:lnTo>
                  <a:pt x="732" y="689"/>
                </a:lnTo>
                <a:lnTo>
                  <a:pt x="732" y="690"/>
                </a:lnTo>
                <a:lnTo>
                  <a:pt x="733" y="690"/>
                </a:lnTo>
                <a:lnTo>
                  <a:pt x="733" y="691"/>
                </a:lnTo>
                <a:lnTo>
                  <a:pt x="732" y="691"/>
                </a:lnTo>
                <a:lnTo>
                  <a:pt x="733" y="692"/>
                </a:lnTo>
                <a:lnTo>
                  <a:pt x="733" y="693"/>
                </a:lnTo>
                <a:lnTo>
                  <a:pt x="732" y="693"/>
                </a:lnTo>
                <a:lnTo>
                  <a:pt x="731" y="693"/>
                </a:lnTo>
                <a:lnTo>
                  <a:pt x="731" y="692"/>
                </a:lnTo>
                <a:lnTo>
                  <a:pt x="730" y="692"/>
                </a:lnTo>
                <a:lnTo>
                  <a:pt x="729" y="692"/>
                </a:lnTo>
                <a:lnTo>
                  <a:pt x="728" y="692"/>
                </a:lnTo>
                <a:lnTo>
                  <a:pt x="727" y="693"/>
                </a:lnTo>
                <a:lnTo>
                  <a:pt x="724" y="695"/>
                </a:lnTo>
                <a:lnTo>
                  <a:pt x="723" y="694"/>
                </a:lnTo>
                <a:lnTo>
                  <a:pt x="722" y="694"/>
                </a:lnTo>
                <a:lnTo>
                  <a:pt x="721" y="694"/>
                </a:lnTo>
                <a:lnTo>
                  <a:pt x="719" y="693"/>
                </a:lnTo>
                <a:lnTo>
                  <a:pt x="719" y="692"/>
                </a:lnTo>
                <a:lnTo>
                  <a:pt x="718" y="692"/>
                </a:lnTo>
                <a:lnTo>
                  <a:pt x="717" y="691"/>
                </a:lnTo>
                <a:lnTo>
                  <a:pt x="716" y="691"/>
                </a:lnTo>
                <a:lnTo>
                  <a:pt x="715" y="688"/>
                </a:lnTo>
                <a:lnTo>
                  <a:pt x="715" y="687"/>
                </a:lnTo>
                <a:lnTo>
                  <a:pt x="714" y="687"/>
                </a:lnTo>
                <a:lnTo>
                  <a:pt x="714" y="686"/>
                </a:lnTo>
                <a:lnTo>
                  <a:pt x="712" y="682"/>
                </a:lnTo>
                <a:lnTo>
                  <a:pt x="709" y="677"/>
                </a:lnTo>
                <a:lnTo>
                  <a:pt x="708" y="676"/>
                </a:lnTo>
                <a:lnTo>
                  <a:pt x="707" y="677"/>
                </a:lnTo>
                <a:lnTo>
                  <a:pt x="706" y="677"/>
                </a:lnTo>
                <a:lnTo>
                  <a:pt x="704" y="677"/>
                </a:lnTo>
                <a:lnTo>
                  <a:pt x="705" y="679"/>
                </a:lnTo>
                <a:lnTo>
                  <a:pt x="703" y="681"/>
                </a:lnTo>
                <a:lnTo>
                  <a:pt x="702" y="682"/>
                </a:lnTo>
                <a:lnTo>
                  <a:pt x="699" y="685"/>
                </a:lnTo>
                <a:lnTo>
                  <a:pt x="697" y="683"/>
                </a:lnTo>
                <a:lnTo>
                  <a:pt x="696" y="681"/>
                </a:lnTo>
                <a:lnTo>
                  <a:pt x="695" y="681"/>
                </a:lnTo>
                <a:lnTo>
                  <a:pt x="696" y="682"/>
                </a:lnTo>
                <a:lnTo>
                  <a:pt x="696" y="683"/>
                </a:lnTo>
                <a:lnTo>
                  <a:pt x="697" y="687"/>
                </a:lnTo>
                <a:lnTo>
                  <a:pt x="698" y="688"/>
                </a:lnTo>
                <a:lnTo>
                  <a:pt x="699" y="691"/>
                </a:lnTo>
                <a:lnTo>
                  <a:pt x="699" y="692"/>
                </a:lnTo>
                <a:lnTo>
                  <a:pt x="699" y="693"/>
                </a:lnTo>
                <a:lnTo>
                  <a:pt x="700" y="693"/>
                </a:lnTo>
                <a:lnTo>
                  <a:pt x="700" y="694"/>
                </a:lnTo>
                <a:lnTo>
                  <a:pt x="701" y="695"/>
                </a:lnTo>
                <a:lnTo>
                  <a:pt x="703" y="696"/>
                </a:lnTo>
                <a:lnTo>
                  <a:pt x="704" y="696"/>
                </a:lnTo>
                <a:lnTo>
                  <a:pt x="705" y="695"/>
                </a:lnTo>
                <a:lnTo>
                  <a:pt x="706" y="695"/>
                </a:lnTo>
                <a:lnTo>
                  <a:pt x="706" y="696"/>
                </a:lnTo>
                <a:lnTo>
                  <a:pt x="707" y="697"/>
                </a:lnTo>
                <a:lnTo>
                  <a:pt x="707" y="698"/>
                </a:lnTo>
                <a:lnTo>
                  <a:pt x="706" y="698"/>
                </a:lnTo>
                <a:lnTo>
                  <a:pt x="705" y="700"/>
                </a:lnTo>
                <a:lnTo>
                  <a:pt x="704" y="702"/>
                </a:lnTo>
                <a:lnTo>
                  <a:pt x="704" y="703"/>
                </a:lnTo>
                <a:lnTo>
                  <a:pt x="705" y="703"/>
                </a:lnTo>
                <a:lnTo>
                  <a:pt x="704" y="704"/>
                </a:lnTo>
                <a:lnTo>
                  <a:pt x="703" y="704"/>
                </a:lnTo>
                <a:lnTo>
                  <a:pt x="703" y="705"/>
                </a:lnTo>
                <a:lnTo>
                  <a:pt x="703" y="708"/>
                </a:lnTo>
                <a:lnTo>
                  <a:pt x="704" y="708"/>
                </a:lnTo>
                <a:lnTo>
                  <a:pt x="705" y="708"/>
                </a:lnTo>
                <a:lnTo>
                  <a:pt x="706" y="708"/>
                </a:lnTo>
                <a:lnTo>
                  <a:pt x="706" y="709"/>
                </a:lnTo>
                <a:lnTo>
                  <a:pt x="706" y="710"/>
                </a:lnTo>
                <a:lnTo>
                  <a:pt x="705" y="710"/>
                </a:lnTo>
                <a:lnTo>
                  <a:pt x="705" y="709"/>
                </a:lnTo>
                <a:lnTo>
                  <a:pt x="704" y="709"/>
                </a:lnTo>
                <a:lnTo>
                  <a:pt x="703" y="710"/>
                </a:lnTo>
                <a:lnTo>
                  <a:pt x="702" y="710"/>
                </a:lnTo>
                <a:lnTo>
                  <a:pt x="701" y="711"/>
                </a:lnTo>
                <a:lnTo>
                  <a:pt x="700" y="712"/>
                </a:lnTo>
                <a:lnTo>
                  <a:pt x="700" y="713"/>
                </a:lnTo>
                <a:lnTo>
                  <a:pt x="698" y="714"/>
                </a:lnTo>
                <a:lnTo>
                  <a:pt x="697" y="713"/>
                </a:lnTo>
                <a:lnTo>
                  <a:pt x="697" y="712"/>
                </a:lnTo>
                <a:lnTo>
                  <a:pt x="696" y="712"/>
                </a:lnTo>
                <a:lnTo>
                  <a:pt x="696" y="711"/>
                </a:lnTo>
                <a:lnTo>
                  <a:pt x="695" y="710"/>
                </a:lnTo>
                <a:lnTo>
                  <a:pt x="691" y="710"/>
                </a:lnTo>
                <a:lnTo>
                  <a:pt x="691" y="711"/>
                </a:lnTo>
                <a:lnTo>
                  <a:pt x="690" y="711"/>
                </a:lnTo>
                <a:lnTo>
                  <a:pt x="689" y="711"/>
                </a:lnTo>
                <a:lnTo>
                  <a:pt x="689" y="712"/>
                </a:lnTo>
                <a:lnTo>
                  <a:pt x="688" y="712"/>
                </a:lnTo>
                <a:lnTo>
                  <a:pt x="687" y="712"/>
                </a:lnTo>
                <a:lnTo>
                  <a:pt x="686" y="712"/>
                </a:lnTo>
                <a:lnTo>
                  <a:pt x="685" y="711"/>
                </a:lnTo>
                <a:lnTo>
                  <a:pt x="685" y="709"/>
                </a:lnTo>
                <a:lnTo>
                  <a:pt x="685" y="708"/>
                </a:lnTo>
                <a:lnTo>
                  <a:pt x="684" y="707"/>
                </a:lnTo>
                <a:lnTo>
                  <a:pt x="683" y="707"/>
                </a:lnTo>
                <a:lnTo>
                  <a:pt x="682" y="706"/>
                </a:lnTo>
                <a:lnTo>
                  <a:pt x="681" y="704"/>
                </a:lnTo>
                <a:lnTo>
                  <a:pt x="681" y="702"/>
                </a:lnTo>
                <a:lnTo>
                  <a:pt x="681" y="699"/>
                </a:lnTo>
                <a:lnTo>
                  <a:pt x="680" y="698"/>
                </a:lnTo>
                <a:lnTo>
                  <a:pt x="678" y="696"/>
                </a:lnTo>
                <a:lnTo>
                  <a:pt x="677" y="697"/>
                </a:lnTo>
                <a:lnTo>
                  <a:pt x="678" y="697"/>
                </a:lnTo>
                <a:lnTo>
                  <a:pt x="679" y="698"/>
                </a:lnTo>
                <a:lnTo>
                  <a:pt x="679" y="700"/>
                </a:lnTo>
                <a:lnTo>
                  <a:pt x="680" y="701"/>
                </a:lnTo>
                <a:lnTo>
                  <a:pt x="680" y="702"/>
                </a:lnTo>
                <a:lnTo>
                  <a:pt x="680" y="703"/>
                </a:lnTo>
                <a:lnTo>
                  <a:pt x="680" y="705"/>
                </a:lnTo>
                <a:lnTo>
                  <a:pt x="679" y="705"/>
                </a:lnTo>
                <a:lnTo>
                  <a:pt x="678" y="705"/>
                </a:lnTo>
                <a:lnTo>
                  <a:pt x="677" y="705"/>
                </a:lnTo>
                <a:lnTo>
                  <a:pt x="677" y="706"/>
                </a:lnTo>
                <a:lnTo>
                  <a:pt x="677" y="707"/>
                </a:lnTo>
                <a:lnTo>
                  <a:pt x="676" y="707"/>
                </a:lnTo>
                <a:lnTo>
                  <a:pt x="675" y="708"/>
                </a:lnTo>
                <a:lnTo>
                  <a:pt x="674" y="709"/>
                </a:lnTo>
                <a:lnTo>
                  <a:pt x="674" y="710"/>
                </a:lnTo>
                <a:lnTo>
                  <a:pt x="675" y="710"/>
                </a:lnTo>
                <a:lnTo>
                  <a:pt x="676" y="710"/>
                </a:lnTo>
                <a:lnTo>
                  <a:pt x="677" y="712"/>
                </a:lnTo>
                <a:lnTo>
                  <a:pt x="676" y="713"/>
                </a:lnTo>
                <a:lnTo>
                  <a:pt x="677" y="713"/>
                </a:lnTo>
                <a:lnTo>
                  <a:pt x="677" y="715"/>
                </a:lnTo>
                <a:lnTo>
                  <a:pt x="680" y="722"/>
                </a:lnTo>
                <a:lnTo>
                  <a:pt x="681" y="723"/>
                </a:lnTo>
                <a:lnTo>
                  <a:pt x="682" y="725"/>
                </a:lnTo>
                <a:lnTo>
                  <a:pt x="682" y="726"/>
                </a:lnTo>
                <a:lnTo>
                  <a:pt x="683" y="726"/>
                </a:lnTo>
                <a:lnTo>
                  <a:pt x="683" y="727"/>
                </a:lnTo>
                <a:lnTo>
                  <a:pt x="684" y="727"/>
                </a:lnTo>
                <a:lnTo>
                  <a:pt x="684" y="728"/>
                </a:lnTo>
                <a:lnTo>
                  <a:pt x="685" y="728"/>
                </a:lnTo>
                <a:lnTo>
                  <a:pt x="686" y="728"/>
                </a:lnTo>
                <a:lnTo>
                  <a:pt x="687" y="729"/>
                </a:lnTo>
                <a:lnTo>
                  <a:pt x="686" y="729"/>
                </a:lnTo>
                <a:lnTo>
                  <a:pt x="686" y="730"/>
                </a:lnTo>
                <a:lnTo>
                  <a:pt x="685" y="729"/>
                </a:lnTo>
                <a:lnTo>
                  <a:pt x="684" y="730"/>
                </a:lnTo>
                <a:lnTo>
                  <a:pt x="683" y="731"/>
                </a:lnTo>
                <a:lnTo>
                  <a:pt x="683" y="732"/>
                </a:lnTo>
                <a:lnTo>
                  <a:pt x="685" y="732"/>
                </a:lnTo>
                <a:lnTo>
                  <a:pt x="685" y="733"/>
                </a:lnTo>
                <a:lnTo>
                  <a:pt x="684" y="734"/>
                </a:lnTo>
                <a:lnTo>
                  <a:pt x="683" y="734"/>
                </a:lnTo>
                <a:lnTo>
                  <a:pt x="683" y="735"/>
                </a:lnTo>
                <a:lnTo>
                  <a:pt x="682" y="736"/>
                </a:lnTo>
                <a:lnTo>
                  <a:pt x="681" y="738"/>
                </a:lnTo>
                <a:lnTo>
                  <a:pt x="680" y="738"/>
                </a:lnTo>
                <a:lnTo>
                  <a:pt x="679" y="737"/>
                </a:lnTo>
                <a:lnTo>
                  <a:pt x="677" y="736"/>
                </a:lnTo>
                <a:lnTo>
                  <a:pt x="676" y="736"/>
                </a:lnTo>
                <a:lnTo>
                  <a:pt x="676" y="735"/>
                </a:lnTo>
                <a:lnTo>
                  <a:pt x="675" y="735"/>
                </a:lnTo>
                <a:lnTo>
                  <a:pt x="674" y="733"/>
                </a:lnTo>
                <a:lnTo>
                  <a:pt x="672" y="734"/>
                </a:lnTo>
                <a:lnTo>
                  <a:pt x="672" y="733"/>
                </a:lnTo>
                <a:lnTo>
                  <a:pt x="672" y="732"/>
                </a:lnTo>
                <a:lnTo>
                  <a:pt x="671" y="729"/>
                </a:lnTo>
                <a:lnTo>
                  <a:pt x="672" y="728"/>
                </a:lnTo>
                <a:lnTo>
                  <a:pt x="673" y="727"/>
                </a:lnTo>
                <a:lnTo>
                  <a:pt x="673" y="726"/>
                </a:lnTo>
                <a:lnTo>
                  <a:pt x="674" y="725"/>
                </a:lnTo>
                <a:lnTo>
                  <a:pt x="673" y="724"/>
                </a:lnTo>
                <a:lnTo>
                  <a:pt x="672" y="724"/>
                </a:lnTo>
                <a:lnTo>
                  <a:pt x="672" y="725"/>
                </a:lnTo>
                <a:lnTo>
                  <a:pt x="671" y="726"/>
                </a:lnTo>
                <a:lnTo>
                  <a:pt x="670" y="727"/>
                </a:lnTo>
                <a:lnTo>
                  <a:pt x="670" y="728"/>
                </a:lnTo>
                <a:lnTo>
                  <a:pt x="669" y="727"/>
                </a:lnTo>
                <a:lnTo>
                  <a:pt x="669" y="726"/>
                </a:lnTo>
                <a:lnTo>
                  <a:pt x="669" y="724"/>
                </a:lnTo>
                <a:lnTo>
                  <a:pt x="670" y="724"/>
                </a:lnTo>
                <a:lnTo>
                  <a:pt x="670" y="723"/>
                </a:lnTo>
                <a:lnTo>
                  <a:pt x="671" y="722"/>
                </a:lnTo>
                <a:lnTo>
                  <a:pt x="670" y="722"/>
                </a:lnTo>
                <a:lnTo>
                  <a:pt x="671" y="721"/>
                </a:lnTo>
                <a:lnTo>
                  <a:pt x="670" y="721"/>
                </a:lnTo>
                <a:lnTo>
                  <a:pt x="670" y="722"/>
                </a:lnTo>
                <a:lnTo>
                  <a:pt x="669" y="722"/>
                </a:lnTo>
                <a:lnTo>
                  <a:pt x="669" y="723"/>
                </a:lnTo>
                <a:lnTo>
                  <a:pt x="668" y="723"/>
                </a:lnTo>
                <a:lnTo>
                  <a:pt x="668" y="724"/>
                </a:lnTo>
                <a:lnTo>
                  <a:pt x="667" y="724"/>
                </a:lnTo>
                <a:lnTo>
                  <a:pt x="667" y="723"/>
                </a:lnTo>
                <a:lnTo>
                  <a:pt x="666" y="723"/>
                </a:lnTo>
                <a:lnTo>
                  <a:pt x="665" y="722"/>
                </a:lnTo>
                <a:lnTo>
                  <a:pt x="664" y="722"/>
                </a:lnTo>
                <a:lnTo>
                  <a:pt x="663" y="722"/>
                </a:lnTo>
                <a:lnTo>
                  <a:pt x="663" y="721"/>
                </a:lnTo>
                <a:lnTo>
                  <a:pt x="662" y="721"/>
                </a:lnTo>
                <a:lnTo>
                  <a:pt x="662" y="720"/>
                </a:lnTo>
                <a:lnTo>
                  <a:pt x="660" y="718"/>
                </a:lnTo>
                <a:lnTo>
                  <a:pt x="658" y="717"/>
                </a:lnTo>
                <a:lnTo>
                  <a:pt x="659" y="716"/>
                </a:lnTo>
                <a:lnTo>
                  <a:pt x="658" y="715"/>
                </a:lnTo>
                <a:lnTo>
                  <a:pt x="656" y="713"/>
                </a:lnTo>
                <a:lnTo>
                  <a:pt x="655" y="712"/>
                </a:lnTo>
                <a:lnTo>
                  <a:pt x="653" y="709"/>
                </a:lnTo>
                <a:lnTo>
                  <a:pt x="652" y="708"/>
                </a:lnTo>
                <a:lnTo>
                  <a:pt x="650" y="705"/>
                </a:lnTo>
                <a:lnTo>
                  <a:pt x="649" y="704"/>
                </a:lnTo>
                <a:lnTo>
                  <a:pt x="648" y="702"/>
                </a:lnTo>
                <a:lnTo>
                  <a:pt x="648" y="701"/>
                </a:lnTo>
                <a:lnTo>
                  <a:pt x="648" y="699"/>
                </a:lnTo>
                <a:lnTo>
                  <a:pt x="647" y="698"/>
                </a:lnTo>
                <a:lnTo>
                  <a:pt x="647" y="697"/>
                </a:lnTo>
                <a:lnTo>
                  <a:pt x="647" y="695"/>
                </a:lnTo>
                <a:lnTo>
                  <a:pt x="648" y="694"/>
                </a:lnTo>
                <a:lnTo>
                  <a:pt x="648" y="693"/>
                </a:lnTo>
                <a:lnTo>
                  <a:pt x="649" y="690"/>
                </a:lnTo>
                <a:lnTo>
                  <a:pt x="649" y="686"/>
                </a:lnTo>
                <a:lnTo>
                  <a:pt x="648" y="684"/>
                </a:lnTo>
                <a:lnTo>
                  <a:pt x="647" y="681"/>
                </a:lnTo>
                <a:lnTo>
                  <a:pt x="646" y="679"/>
                </a:lnTo>
                <a:lnTo>
                  <a:pt x="645" y="677"/>
                </a:lnTo>
                <a:lnTo>
                  <a:pt x="646" y="675"/>
                </a:lnTo>
                <a:lnTo>
                  <a:pt x="646" y="674"/>
                </a:lnTo>
                <a:lnTo>
                  <a:pt x="647" y="674"/>
                </a:lnTo>
                <a:lnTo>
                  <a:pt x="648" y="673"/>
                </a:lnTo>
                <a:lnTo>
                  <a:pt x="648" y="672"/>
                </a:lnTo>
                <a:lnTo>
                  <a:pt x="649" y="671"/>
                </a:lnTo>
                <a:lnTo>
                  <a:pt x="648" y="671"/>
                </a:lnTo>
                <a:lnTo>
                  <a:pt x="647" y="672"/>
                </a:lnTo>
                <a:lnTo>
                  <a:pt x="646" y="673"/>
                </a:lnTo>
                <a:lnTo>
                  <a:pt x="645" y="675"/>
                </a:lnTo>
                <a:lnTo>
                  <a:pt x="644" y="674"/>
                </a:lnTo>
                <a:lnTo>
                  <a:pt x="644" y="673"/>
                </a:lnTo>
                <a:lnTo>
                  <a:pt x="642" y="672"/>
                </a:lnTo>
                <a:lnTo>
                  <a:pt x="642" y="671"/>
                </a:lnTo>
                <a:lnTo>
                  <a:pt x="640" y="671"/>
                </a:lnTo>
                <a:lnTo>
                  <a:pt x="641" y="671"/>
                </a:lnTo>
                <a:lnTo>
                  <a:pt x="641" y="672"/>
                </a:lnTo>
                <a:lnTo>
                  <a:pt x="642" y="673"/>
                </a:lnTo>
                <a:lnTo>
                  <a:pt x="642" y="674"/>
                </a:lnTo>
                <a:lnTo>
                  <a:pt x="642" y="675"/>
                </a:lnTo>
                <a:lnTo>
                  <a:pt x="642" y="676"/>
                </a:lnTo>
                <a:lnTo>
                  <a:pt x="642" y="678"/>
                </a:lnTo>
                <a:lnTo>
                  <a:pt x="642" y="679"/>
                </a:lnTo>
                <a:lnTo>
                  <a:pt x="642" y="682"/>
                </a:lnTo>
                <a:lnTo>
                  <a:pt x="642" y="683"/>
                </a:lnTo>
                <a:lnTo>
                  <a:pt x="640" y="685"/>
                </a:lnTo>
                <a:lnTo>
                  <a:pt x="642" y="687"/>
                </a:lnTo>
                <a:lnTo>
                  <a:pt x="640" y="690"/>
                </a:lnTo>
                <a:lnTo>
                  <a:pt x="639" y="692"/>
                </a:lnTo>
                <a:lnTo>
                  <a:pt x="638" y="693"/>
                </a:lnTo>
                <a:lnTo>
                  <a:pt x="633" y="689"/>
                </a:lnTo>
                <a:lnTo>
                  <a:pt x="632" y="689"/>
                </a:lnTo>
                <a:lnTo>
                  <a:pt x="630" y="693"/>
                </a:lnTo>
                <a:lnTo>
                  <a:pt x="630" y="694"/>
                </a:lnTo>
                <a:lnTo>
                  <a:pt x="631" y="695"/>
                </a:lnTo>
                <a:lnTo>
                  <a:pt x="632" y="696"/>
                </a:lnTo>
                <a:lnTo>
                  <a:pt x="632" y="697"/>
                </a:lnTo>
                <a:lnTo>
                  <a:pt x="631" y="697"/>
                </a:lnTo>
                <a:lnTo>
                  <a:pt x="631" y="698"/>
                </a:lnTo>
                <a:lnTo>
                  <a:pt x="631" y="699"/>
                </a:lnTo>
                <a:lnTo>
                  <a:pt x="631" y="700"/>
                </a:lnTo>
                <a:lnTo>
                  <a:pt x="631" y="701"/>
                </a:lnTo>
                <a:lnTo>
                  <a:pt x="630" y="701"/>
                </a:lnTo>
                <a:lnTo>
                  <a:pt x="630" y="703"/>
                </a:lnTo>
                <a:lnTo>
                  <a:pt x="631" y="702"/>
                </a:lnTo>
                <a:lnTo>
                  <a:pt x="631" y="711"/>
                </a:lnTo>
                <a:lnTo>
                  <a:pt x="632" y="712"/>
                </a:lnTo>
                <a:lnTo>
                  <a:pt x="632" y="713"/>
                </a:lnTo>
                <a:lnTo>
                  <a:pt x="634" y="716"/>
                </a:lnTo>
                <a:lnTo>
                  <a:pt x="634" y="717"/>
                </a:lnTo>
                <a:lnTo>
                  <a:pt x="634" y="718"/>
                </a:lnTo>
                <a:lnTo>
                  <a:pt x="634" y="719"/>
                </a:lnTo>
                <a:lnTo>
                  <a:pt x="634" y="720"/>
                </a:lnTo>
                <a:lnTo>
                  <a:pt x="634" y="721"/>
                </a:lnTo>
                <a:lnTo>
                  <a:pt x="633" y="721"/>
                </a:lnTo>
                <a:lnTo>
                  <a:pt x="633" y="722"/>
                </a:lnTo>
                <a:lnTo>
                  <a:pt x="633" y="723"/>
                </a:lnTo>
                <a:lnTo>
                  <a:pt x="634" y="723"/>
                </a:lnTo>
                <a:lnTo>
                  <a:pt x="635" y="724"/>
                </a:lnTo>
                <a:lnTo>
                  <a:pt x="635" y="725"/>
                </a:lnTo>
                <a:lnTo>
                  <a:pt x="635" y="726"/>
                </a:lnTo>
                <a:lnTo>
                  <a:pt x="635" y="727"/>
                </a:lnTo>
                <a:lnTo>
                  <a:pt x="634" y="728"/>
                </a:lnTo>
                <a:lnTo>
                  <a:pt x="633" y="729"/>
                </a:lnTo>
                <a:lnTo>
                  <a:pt x="633" y="730"/>
                </a:lnTo>
                <a:lnTo>
                  <a:pt x="632" y="730"/>
                </a:lnTo>
                <a:lnTo>
                  <a:pt x="631" y="730"/>
                </a:lnTo>
                <a:lnTo>
                  <a:pt x="629" y="732"/>
                </a:lnTo>
                <a:lnTo>
                  <a:pt x="628" y="734"/>
                </a:lnTo>
                <a:lnTo>
                  <a:pt x="628" y="736"/>
                </a:lnTo>
                <a:lnTo>
                  <a:pt x="628" y="737"/>
                </a:lnTo>
                <a:lnTo>
                  <a:pt x="627" y="738"/>
                </a:lnTo>
                <a:lnTo>
                  <a:pt x="627" y="739"/>
                </a:lnTo>
                <a:lnTo>
                  <a:pt x="627" y="740"/>
                </a:lnTo>
                <a:lnTo>
                  <a:pt x="625" y="740"/>
                </a:lnTo>
                <a:lnTo>
                  <a:pt x="624" y="741"/>
                </a:lnTo>
                <a:lnTo>
                  <a:pt x="623" y="741"/>
                </a:lnTo>
                <a:lnTo>
                  <a:pt x="623" y="742"/>
                </a:lnTo>
                <a:lnTo>
                  <a:pt x="623" y="743"/>
                </a:lnTo>
                <a:lnTo>
                  <a:pt x="623" y="744"/>
                </a:lnTo>
                <a:lnTo>
                  <a:pt x="621" y="744"/>
                </a:lnTo>
                <a:lnTo>
                  <a:pt x="620" y="744"/>
                </a:lnTo>
                <a:lnTo>
                  <a:pt x="619" y="744"/>
                </a:lnTo>
                <a:lnTo>
                  <a:pt x="618" y="745"/>
                </a:lnTo>
                <a:lnTo>
                  <a:pt x="617" y="745"/>
                </a:lnTo>
                <a:lnTo>
                  <a:pt x="617" y="748"/>
                </a:lnTo>
                <a:lnTo>
                  <a:pt x="616" y="748"/>
                </a:lnTo>
                <a:lnTo>
                  <a:pt x="615" y="748"/>
                </a:lnTo>
                <a:lnTo>
                  <a:pt x="614" y="748"/>
                </a:lnTo>
                <a:lnTo>
                  <a:pt x="611" y="748"/>
                </a:lnTo>
                <a:lnTo>
                  <a:pt x="610" y="746"/>
                </a:lnTo>
                <a:lnTo>
                  <a:pt x="610" y="745"/>
                </a:lnTo>
                <a:lnTo>
                  <a:pt x="610" y="744"/>
                </a:lnTo>
                <a:lnTo>
                  <a:pt x="610" y="743"/>
                </a:lnTo>
                <a:lnTo>
                  <a:pt x="610" y="742"/>
                </a:lnTo>
                <a:lnTo>
                  <a:pt x="609" y="742"/>
                </a:lnTo>
                <a:lnTo>
                  <a:pt x="607" y="741"/>
                </a:lnTo>
                <a:lnTo>
                  <a:pt x="606" y="742"/>
                </a:lnTo>
                <a:lnTo>
                  <a:pt x="605" y="741"/>
                </a:lnTo>
                <a:lnTo>
                  <a:pt x="604" y="737"/>
                </a:lnTo>
                <a:lnTo>
                  <a:pt x="603" y="735"/>
                </a:lnTo>
                <a:lnTo>
                  <a:pt x="602" y="735"/>
                </a:lnTo>
                <a:lnTo>
                  <a:pt x="602" y="734"/>
                </a:lnTo>
                <a:lnTo>
                  <a:pt x="602" y="733"/>
                </a:lnTo>
                <a:lnTo>
                  <a:pt x="603" y="733"/>
                </a:lnTo>
                <a:lnTo>
                  <a:pt x="602" y="732"/>
                </a:lnTo>
                <a:lnTo>
                  <a:pt x="601" y="732"/>
                </a:lnTo>
                <a:lnTo>
                  <a:pt x="600" y="731"/>
                </a:lnTo>
                <a:lnTo>
                  <a:pt x="598" y="729"/>
                </a:lnTo>
                <a:lnTo>
                  <a:pt x="597" y="729"/>
                </a:lnTo>
                <a:lnTo>
                  <a:pt x="596" y="728"/>
                </a:lnTo>
                <a:lnTo>
                  <a:pt x="595" y="727"/>
                </a:lnTo>
                <a:lnTo>
                  <a:pt x="595" y="728"/>
                </a:lnTo>
                <a:lnTo>
                  <a:pt x="596" y="728"/>
                </a:lnTo>
                <a:lnTo>
                  <a:pt x="596" y="729"/>
                </a:lnTo>
                <a:lnTo>
                  <a:pt x="597" y="729"/>
                </a:lnTo>
                <a:lnTo>
                  <a:pt x="597" y="731"/>
                </a:lnTo>
                <a:lnTo>
                  <a:pt x="596" y="731"/>
                </a:lnTo>
                <a:lnTo>
                  <a:pt x="594" y="731"/>
                </a:lnTo>
                <a:lnTo>
                  <a:pt x="593" y="731"/>
                </a:lnTo>
                <a:lnTo>
                  <a:pt x="592" y="732"/>
                </a:lnTo>
                <a:lnTo>
                  <a:pt x="591" y="732"/>
                </a:lnTo>
                <a:lnTo>
                  <a:pt x="590" y="732"/>
                </a:lnTo>
                <a:lnTo>
                  <a:pt x="589" y="732"/>
                </a:lnTo>
                <a:lnTo>
                  <a:pt x="588" y="732"/>
                </a:lnTo>
                <a:lnTo>
                  <a:pt x="587" y="733"/>
                </a:lnTo>
                <a:lnTo>
                  <a:pt x="585" y="734"/>
                </a:lnTo>
                <a:lnTo>
                  <a:pt x="584" y="735"/>
                </a:lnTo>
                <a:lnTo>
                  <a:pt x="583" y="737"/>
                </a:lnTo>
                <a:lnTo>
                  <a:pt x="582" y="737"/>
                </a:lnTo>
                <a:lnTo>
                  <a:pt x="582" y="738"/>
                </a:lnTo>
                <a:lnTo>
                  <a:pt x="581" y="738"/>
                </a:lnTo>
                <a:lnTo>
                  <a:pt x="581" y="739"/>
                </a:lnTo>
                <a:lnTo>
                  <a:pt x="581" y="740"/>
                </a:lnTo>
                <a:lnTo>
                  <a:pt x="582" y="741"/>
                </a:lnTo>
                <a:lnTo>
                  <a:pt x="582" y="742"/>
                </a:lnTo>
                <a:lnTo>
                  <a:pt x="583" y="742"/>
                </a:lnTo>
                <a:lnTo>
                  <a:pt x="581" y="744"/>
                </a:lnTo>
                <a:lnTo>
                  <a:pt x="580" y="744"/>
                </a:lnTo>
                <a:lnTo>
                  <a:pt x="579" y="743"/>
                </a:lnTo>
                <a:lnTo>
                  <a:pt x="577" y="744"/>
                </a:lnTo>
                <a:lnTo>
                  <a:pt x="576" y="745"/>
                </a:lnTo>
                <a:lnTo>
                  <a:pt x="575" y="743"/>
                </a:lnTo>
                <a:lnTo>
                  <a:pt x="575" y="744"/>
                </a:lnTo>
                <a:lnTo>
                  <a:pt x="574" y="745"/>
                </a:lnTo>
                <a:lnTo>
                  <a:pt x="574" y="746"/>
                </a:lnTo>
                <a:lnTo>
                  <a:pt x="573" y="747"/>
                </a:lnTo>
                <a:lnTo>
                  <a:pt x="572" y="749"/>
                </a:lnTo>
                <a:lnTo>
                  <a:pt x="572" y="750"/>
                </a:lnTo>
                <a:lnTo>
                  <a:pt x="572" y="752"/>
                </a:lnTo>
                <a:lnTo>
                  <a:pt x="570" y="752"/>
                </a:lnTo>
                <a:lnTo>
                  <a:pt x="569" y="752"/>
                </a:lnTo>
                <a:lnTo>
                  <a:pt x="569" y="753"/>
                </a:lnTo>
                <a:lnTo>
                  <a:pt x="568" y="753"/>
                </a:lnTo>
                <a:lnTo>
                  <a:pt x="567" y="755"/>
                </a:lnTo>
                <a:lnTo>
                  <a:pt x="566" y="755"/>
                </a:lnTo>
                <a:lnTo>
                  <a:pt x="566" y="757"/>
                </a:lnTo>
                <a:lnTo>
                  <a:pt x="565" y="758"/>
                </a:lnTo>
                <a:lnTo>
                  <a:pt x="564" y="759"/>
                </a:lnTo>
                <a:lnTo>
                  <a:pt x="564" y="760"/>
                </a:lnTo>
                <a:lnTo>
                  <a:pt x="564" y="763"/>
                </a:lnTo>
                <a:lnTo>
                  <a:pt x="564" y="764"/>
                </a:lnTo>
                <a:lnTo>
                  <a:pt x="564" y="766"/>
                </a:lnTo>
                <a:lnTo>
                  <a:pt x="562" y="765"/>
                </a:lnTo>
                <a:lnTo>
                  <a:pt x="561" y="765"/>
                </a:lnTo>
                <a:lnTo>
                  <a:pt x="560" y="765"/>
                </a:lnTo>
                <a:lnTo>
                  <a:pt x="560" y="766"/>
                </a:lnTo>
                <a:lnTo>
                  <a:pt x="560" y="767"/>
                </a:lnTo>
                <a:lnTo>
                  <a:pt x="561" y="767"/>
                </a:lnTo>
                <a:lnTo>
                  <a:pt x="561" y="768"/>
                </a:lnTo>
                <a:lnTo>
                  <a:pt x="561" y="769"/>
                </a:lnTo>
                <a:lnTo>
                  <a:pt x="560" y="769"/>
                </a:lnTo>
                <a:lnTo>
                  <a:pt x="559" y="768"/>
                </a:lnTo>
                <a:lnTo>
                  <a:pt x="560" y="768"/>
                </a:lnTo>
                <a:lnTo>
                  <a:pt x="559" y="768"/>
                </a:lnTo>
                <a:lnTo>
                  <a:pt x="558" y="769"/>
                </a:lnTo>
                <a:lnTo>
                  <a:pt x="558" y="770"/>
                </a:lnTo>
                <a:lnTo>
                  <a:pt x="556" y="770"/>
                </a:lnTo>
                <a:lnTo>
                  <a:pt x="556" y="771"/>
                </a:lnTo>
                <a:lnTo>
                  <a:pt x="555" y="771"/>
                </a:lnTo>
                <a:lnTo>
                  <a:pt x="554" y="772"/>
                </a:lnTo>
                <a:lnTo>
                  <a:pt x="551" y="772"/>
                </a:lnTo>
                <a:lnTo>
                  <a:pt x="550" y="772"/>
                </a:lnTo>
                <a:lnTo>
                  <a:pt x="550" y="773"/>
                </a:lnTo>
                <a:lnTo>
                  <a:pt x="549" y="773"/>
                </a:lnTo>
                <a:lnTo>
                  <a:pt x="548" y="772"/>
                </a:lnTo>
                <a:lnTo>
                  <a:pt x="547" y="772"/>
                </a:lnTo>
                <a:lnTo>
                  <a:pt x="545" y="771"/>
                </a:lnTo>
                <a:lnTo>
                  <a:pt x="545" y="770"/>
                </a:lnTo>
                <a:lnTo>
                  <a:pt x="545" y="769"/>
                </a:lnTo>
                <a:lnTo>
                  <a:pt x="544" y="769"/>
                </a:lnTo>
                <a:lnTo>
                  <a:pt x="543" y="769"/>
                </a:lnTo>
                <a:lnTo>
                  <a:pt x="542" y="770"/>
                </a:lnTo>
                <a:lnTo>
                  <a:pt x="540" y="769"/>
                </a:lnTo>
                <a:lnTo>
                  <a:pt x="539" y="769"/>
                </a:lnTo>
                <a:lnTo>
                  <a:pt x="538" y="769"/>
                </a:lnTo>
                <a:lnTo>
                  <a:pt x="537" y="768"/>
                </a:lnTo>
                <a:lnTo>
                  <a:pt x="536" y="767"/>
                </a:lnTo>
                <a:lnTo>
                  <a:pt x="535" y="767"/>
                </a:lnTo>
                <a:lnTo>
                  <a:pt x="534" y="767"/>
                </a:lnTo>
                <a:lnTo>
                  <a:pt x="533" y="766"/>
                </a:lnTo>
                <a:lnTo>
                  <a:pt x="532" y="765"/>
                </a:lnTo>
                <a:lnTo>
                  <a:pt x="530" y="765"/>
                </a:lnTo>
                <a:lnTo>
                  <a:pt x="530" y="764"/>
                </a:lnTo>
                <a:lnTo>
                  <a:pt x="529" y="764"/>
                </a:lnTo>
                <a:lnTo>
                  <a:pt x="528" y="764"/>
                </a:lnTo>
                <a:lnTo>
                  <a:pt x="527" y="764"/>
                </a:lnTo>
                <a:lnTo>
                  <a:pt x="526" y="764"/>
                </a:lnTo>
                <a:lnTo>
                  <a:pt x="525" y="764"/>
                </a:lnTo>
                <a:lnTo>
                  <a:pt x="524" y="763"/>
                </a:lnTo>
                <a:lnTo>
                  <a:pt x="523" y="763"/>
                </a:lnTo>
                <a:lnTo>
                  <a:pt x="522" y="762"/>
                </a:lnTo>
                <a:lnTo>
                  <a:pt x="522" y="761"/>
                </a:lnTo>
                <a:lnTo>
                  <a:pt x="521" y="759"/>
                </a:lnTo>
                <a:lnTo>
                  <a:pt x="521" y="758"/>
                </a:lnTo>
                <a:lnTo>
                  <a:pt x="520" y="758"/>
                </a:lnTo>
                <a:lnTo>
                  <a:pt x="520" y="757"/>
                </a:lnTo>
                <a:lnTo>
                  <a:pt x="520" y="756"/>
                </a:lnTo>
                <a:lnTo>
                  <a:pt x="520" y="755"/>
                </a:lnTo>
                <a:lnTo>
                  <a:pt x="520" y="754"/>
                </a:lnTo>
                <a:lnTo>
                  <a:pt x="520" y="752"/>
                </a:lnTo>
                <a:lnTo>
                  <a:pt x="519" y="749"/>
                </a:lnTo>
                <a:lnTo>
                  <a:pt x="519" y="748"/>
                </a:lnTo>
                <a:lnTo>
                  <a:pt x="519" y="746"/>
                </a:lnTo>
                <a:lnTo>
                  <a:pt x="519" y="744"/>
                </a:lnTo>
                <a:lnTo>
                  <a:pt x="519" y="743"/>
                </a:lnTo>
                <a:lnTo>
                  <a:pt x="520" y="743"/>
                </a:lnTo>
                <a:lnTo>
                  <a:pt x="520" y="742"/>
                </a:lnTo>
                <a:lnTo>
                  <a:pt x="521" y="741"/>
                </a:lnTo>
                <a:lnTo>
                  <a:pt x="523" y="740"/>
                </a:lnTo>
                <a:lnTo>
                  <a:pt x="524" y="740"/>
                </a:lnTo>
                <a:lnTo>
                  <a:pt x="525" y="739"/>
                </a:lnTo>
                <a:lnTo>
                  <a:pt x="526" y="739"/>
                </a:lnTo>
                <a:lnTo>
                  <a:pt x="527" y="739"/>
                </a:lnTo>
                <a:lnTo>
                  <a:pt x="529" y="738"/>
                </a:lnTo>
                <a:lnTo>
                  <a:pt x="530" y="738"/>
                </a:lnTo>
                <a:lnTo>
                  <a:pt x="530" y="737"/>
                </a:lnTo>
                <a:lnTo>
                  <a:pt x="532" y="737"/>
                </a:lnTo>
                <a:lnTo>
                  <a:pt x="533" y="737"/>
                </a:lnTo>
                <a:lnTo>
                  <a:pt x="534" y="737"/>
                </a:lnTo>
                <a:lnTo>
                  <a:pt x="535" y="737"/>
                </a:lnTo>
                <a:lnTo>
                  <a:pt x="535" y="736"/>
                </a:lnTo>
                <a:lnTo>
                  <a:pt x="536" y="735"/>
                </a:lnTo>
                <a:lnTo>
                  <a:pt x="535" y="735"/>
                </a:lnTo>
                <a:lnTo>
                  <a:pt x="535" y="734"/>
                </a:lnTo>
                <a:lnTo>
                  <a:pt x="535" y="735"/>
                </a:lnTo>
                <a:lnTo>
                  <a:pt x="535" y="736"/>
                </a:lnTo>
                <a:lnTo>
                  <a:pt x="534" y="736"/>
                </a:lnTo>
                <a:lnTo>
                  <a:pt x="533" y="736"/>
                </a:lnTo>
                <a:lnTo>
                  <a:pt x="532" y="736"/>
                </a:lnTo>
                <a:lnTo>
                  <a:pt x="531" y="735"/>
                </a:lnTo>
                <a:lnTo>
                  <a:pt x="530" y="735"/>
                </a:lnTo>
                <a:lnTo>
                  <a:pt x="529" y="735"/>
                </a:lnTo>
                <a:lnTo>
                  <a:pt x="527" y="735"/>
                </a:lnTo>
                <a:lnTo>
                  <a:pt x="526" y="735"/>
                </a:lnTo>
                <a:lnTo>
                  <a:pt x="526" y="736"/>
                </a:lnTo>
                <a:lnTo>
                  <a:pt x="526" y="737"/>
                </a:lnTo>
                <a:lnTo>
                  <a:pt x="525" y="738"/>
                </a:lnTo>
                <a:lnTo>
                  <a:pt x="524" y="739"/>
                </a:lnTo>
                <a:lnTo>
                  <a:pt x="523" y="739"/>
                </a:lnTo>
                <a:lnTo>
                  <a:pt x="522" y="740"/>
                </a:lnTo>
                <a:lnTo>
                  <a:pt x="521" y="740"/>
                </a:lnTo>
                <a:lnTo>
                  <a:pt x="520" y="741"/>
                </a:lnTo>
                <a:lnTo>
                  <a:pt x="519" y="742"/>
                </a:lnTo>
                <a:lnTo>
                  <a:pt x="518" y="742"/>
                </a:lnTo>
                <a:lnTo>
                  <a:pt x="518" y="744"/>
                </a:lnTo>
                <a:lnTo>
                  <a:pt x="518" y="745"/>
                </a:lnTo>
                <a:lnTo>
                  <a:pt x="518" y="744"/>
                </a:lnTo>
                <a:lnTo>
                  <a:pt x="517" y="744"/>
                </a:lnTo>
                <a:lnTo>
                  <a:pt x="517" y="745"/>
                </a:lnTo>
                <a:lnTo>
                  <a:pt x="517" y="744"/>
                </a:lnTo>
                <a:lnTo>
                  <a:pt x="517" y="743"/>
                </a:lnTo>
                <a:lnTo>
                  <a:pt x="516" y="743"/>
                </a:lnTo>
                <a:lnTo>
                  <a:pt x="516" y="742"/>
                </a:lnTo>
                <a:lnTo>
                  <a:pt x="516" y="741"/>
                </a:lnTo>
                <a:lnTo>
                  <a:pt x="515" y="740"/>
                </a:lnTo>
                <a:lnTo>
                  <a:pt x="515" y="739"/>
                </a:lnTo>
                <a:lnTo>
                  <a:pt x="514" y="738"/>
                </a:lnTo>
                <a:lnTo>
                  <a:pt x="514" y="737"/>
                </a:lnTo>
                <a:lnTo>
                  <a:pt x="513" y="736"/>
                </a:lnTo>
                <a:lnTo>
                  <a:pt x="513" y="735"/>
                </a:lnTo>
                <a:lnTo>
                  <a:pt x="512" y="734"/>
                </a:lnTo>
                <a:lnTo>
                  <a:pt x="511" y="733"/>
                </a:lnTo>
                <a:lnTo>
                  <a:pt x="511" y="732"/>
                </a:lnTo>
                <a:lnTo>
                  <a:pt x="512" y="732"/>
                </a:lnTo>
                <a:lnTo>
                  <a:pt x="511" y="731"/>
                </a:lnTo>
                <a:lnTo>
                  <a:pt x="511" y="730"/>
                </a:lnTo>
                <a:lnTo>
                  <a:pt x="510" y="729"/>
                </a:lnTo>
                <a:lnTo>
                  <a:pt x="509" y="729"/>
                </a:lnTo>
                <a:lnTo>
                  <a:pt x="509" y="728"/>
                </a:lnTo>
                <a:lnTo>
                  <a:pt x="509" y="727"/>
                </a:lnTo>
                <a:lnTo>
                  <a:pt x="509" y="726"/>
                </a:lnTo>
                <a:lnTo>
                  <a:pt x="510" y="726"/>
                </a:lnTo>
                <a:lnTo>
                  <a:pt x="510" y="725"/>
                </a:lnTo>
                <a:lnTo>
                  <a:pt x="511" y="724"/>
                </a:lnTo>
                <a:lnTo>
                  <a:pt x="511" y="723"/>
                </a:lnTo>
                <a:lnTo>
                  <a:pt x="510" y="723"/>
                </a:lnTo>
                <a:lnTo>
                  <a:pt x="510" y="722"/>
                </a:lnTo>
                <a:lnTo>
                  <a:pt x="511" y="722"/>
                </a:lnTo>
                <a:lnTo>
                  <a:pt x="513" y="721"/>
                </a:lnTo>
                <a:lnTo>
                  <a:pt x="513" y="720"/>
                </a:lnTo>
                <a:lnTo>
                  <a:pt x="513" y="719"/>
                </a:lnTo>
                <a:lnTo>
                  <a:pt x="513" y="718"/>
                </a:lnTo>
                <a:lnTo>
                  <a:pt x="514" y="718"/>
                </a:lnTo>
                <a:lnTo>
                  <a:pt x="514" y="716"/>
                </a:lnTo>
                <a:lnTo>
                  <a:pt x="513" y="715"/>
                </a:lnTo>
                <a:lnTo>
                  <a:pt x="513" y="714"/>
                </a:lnTo>
                <a:lnTo>
                  <a:pt x="513" y="713"/>
                </a:lnTo>
                <a:lnTo>
                  <a:pt x="513" y="714"/>
                </a:lnTo>
                <a:lnTo>
                  <a:pt x="512" y="714"/>
                </a:lnTo>
                <a:lnTo>
                  <a:pt x="512" y="715"/>
                </a:lnTo>
                <a:lnTo>
                  <a:pt x="513" y="715"/>
                </a:lnTo>
                <a:lnTo>
                  <a:pt x="513" y="716"/>
                </a:lnTo>
                <a:lnTo>
                  <a:pt x="512" y="716"/>
                </a:lnTo>
                <a:lnTo>
                  <a:pt x="512" y="717"/>
                </a:lnTo>
                <a:lnTo>
                  <a:pt x="513" y="717"/>
                </a:lnTo>
                <a:lnTo>
                  <a:pt x="513" y="718"/>
                </a:lnTo>
                <a:lnTo>
                  <a:pt x="512" y="719"/>
                </a:lnTo>
                <a:lnTo>
                  <a:pt x="511" y="719"/>
                </a:lnTo>
                <a:lnTo>
                  <a:pt x="511" y="720"/>
                </a:lnTo>
                <a:lnTo>
                  <a:pt x="510" y="720"/>
                </a:lnTo>
                <a:lnTo>
                  <a:pt x="509" y="721"/>
                </a:lnTo>
                <a:lnTo>
                  <a:pt x="509" y="722"/>
                </a:lnTo>
                <a:lnTo>
                  <a:pt x="509" y="723"/>
                </a:lnTo>
                <a:lnTo>
                  <a:pt x="509" y="724"/>
                </a:lnTo>
                <a:lnTo>
                  <a:pt x="508" y="724"/>
                </a:lnTo>
                <a:lnTo>
                  <a:pt x="508" y="725"/>
                </a:lnTo>
                <a:lnTo>
                  <a:pt x="508" y="726"/>
                </a:lnTo>
                <a:lnTo>
                  <a:pt x="508" y="727"/>
                </a:lnTo>
                <a:lnTo>
                  <a:pt x="508" y="729"/>
                </a:lnTo>
                <a:lnTo>
                  <a:pt x="509" y="729"/>
                </a:lnTo>
                <a:lnTo>
                  <a:pt x="509" y="730"/>
                </a:lnTo>
                <a:lnTo>
                  <a:pt x="510" y="731"/>
                </a:lnTo>
                <a:lnTo>
                  <a:pt x="510" y="732"/>
                </a:lnTo>
                <a:lnTo>
                  <a:pt x="510" y="734"/>
                </a:lnTo>
                <a:lnTo>
                  <a:pt x="511" y="734"/>
                </a:lnTo>
                <a:lnTo>
                  <a:pt x="511" y="735"/>
                </a:lnTo>
                <a:lnTo>
                  <a:pt x="511" y="736"/>
                </a:lnTo>
                <a:lnTo>
                  <a:pt x="512" y="736"/>
                </a:lnTo>
                <a:lnTo>
                  <a:pt x="512" y="737"/>
                </a:lnTo>
                <a:lnTo>
                  <a:pt x="512" y="738"/>
                </a:lnTo>
                <a:lnTo>
                  <a:pt x="512" y="739"/>
                </a:lnTo>
                <a:lnTo>
                  <a:pt x="513" y="740"/>
                </a:lnTo>
                <a:lnTo>
                  <a:pt x="513" y="741"/>
                </a:lnTo>
                <a:lnTo>
                  <a:pt x="514" y="742"/>
                </a:lnTo>
                <a:lnTo>
                  <a:pt x="514" y="743"/>
                </a:lnTo>
                <a:lnTo>
                  <a:pt x="515" y="744"/>
                </a:lnTo>
                <a:lnTo>
                  <a:pt x="515" y="745"/>
                </a:lnTo>
                <a:lnTo>
                  <a:pt x="514" y="745"/>
                </a:lnTo>
                <a:lnTo>
                  <a:pt x="515" y="745"/>
                </a:lnTo>
                <a:lnTo>
                  <a:pt x="515" y="746"/>
                </a:lnTo>
                <a:lnTo>
                  <a:pt x="515" y="747"/>
                </a:lnTo>
                <a:lnTo>
                  <a:pt x="516" y="747"/>
                </a:lnTo>
                <a:lnTo>
                  <a:pt x="516" y="748"/>
                </a:lnTo>
                <a:lnTo>
                  <a:pt x="516" y="749"/>
                </a:lnTo>
                <a:lnTo>
                  <a:pt x="516" y="750"/>
                </a:lnTo>
                <a:lnTo>
                  <a:pt x="517" y="751"/>
                </a:lnTo>
                <a:lnTo>
                  <a:pt x="517" y="754"/>
                </a:lnTo>
                <a:lnTo>
                  <a:pt x="517" y="756"/>
                </a:lnTo>
                <a:lnTo>
                  <a:pt x="517" y="757"/>
                </a:lnTo>
                <a:lnTo>
                  <a:pt x="517" y="758"/>
                </a:lnTo>
                <a:lnTo>
                  <a:pt x="518" y="758"/>
                </a:lnTo>
                <a:lnTo>
                  <a:pt x="518" y="759"/>
                </a:lnTo>
                <a:lnTo>
                  <a:pt x="518" y="760"/>
                </a:lnTo>
                <a:lnTo>
                  <a:pt x="519" y="760"/>
                </a:lnTo>
                <a:lnTo>
                  <a:pt x="519" y="762"/>
                </a:lnTo>
                <a:lnTo>
                  <a:pt x="519" y="763"/>
                </a:lnTo>
                <a:lnTo>
                  <a:pt x="519" y="766"/>
                </a:lnTo>
                <a:lnTo>
                  <a:pt x="519" y="767"/>
                </a:lnTo>
                <a:lnTo>
                  <a:pt x="520" y="767"/>
                </a:lnTo>
                <a:lnTo>
                  <a:pt x="520" y="768"/>
                </a:lnTo>
                <a:lnTo>
                  <a:pt x="519" y="769"/>
                </a:lnTo>
                <a:lnTo>
                  <a:pt x="520" y="769"/>
                </a:lnTo>
                <a:lnTo>
                  <a:pt x="520" y="770"/>
                </a:lnTo>
                <a:lnTo>
                  <a:pt x="521" y="771"/>
                </a:lnTo>
                <a:lnTo>
                  <a:pt x="520" y="772"/>
                </a:lnTo>
                <a:lnTo>
                  <a:pt x="519" y="773"/>
                </a:lnTo>
                <a:lnTo>
                  <a:pt x="519" y="774"/>
                </a:lnTo>
                <a:lnTo>
                  <a:pt x="520" y="775"/>
                </a:lnTo>
                <a:lnTo>
                  <a:pt x="519" y="775"/>
                </a:lnTo>
                <a:lnTo>
                  <a:pt x="519" y="776"/>
                </a:lnTo>
                <a:lnTo>
                  <a:pt x="519" y="777"/>
                </a:lnTo>
                <a:lnTo>
                  <a:pt x="520" y="778"/>
                </a:lnTo>
                <a:lnTo>
                  <a:pt x="519" y="779"/>
                </a:lnTo>
                <a:lnTo>
                  <a:pt x="518" y="779"/>
                </a:lnTo>
                <a:lnTo>
                  <a:pt x="517" y="780"/>
                </a:lnTo>
                <a:lnTo>
                  <a:pt x="516" y="780"/>
                </a:lnTo>
                <a:lnTo>
                  <a:pt x="516" y="781"/>
                </a:lnTo>
                <a:lnTo>
                  <a:pt x="515" y="781"/>
                </a:lnTo>
                <a:lnTo>
                  <a:pt x="514" y="781"/>
                </a:lnTo>
                <a:lnTo>
                  <a:pt x="513" y="781"/>
                </a:lnTo>
                <a:lnTo>
                  <a:pt x="511" y="781"/>
                </a:lnTo>
                <a:lnTo>
                  <a:pt x="510" y="782"/>
                </a:lnTo>
                <a:lnTo>
                  <a:pt x="509" y="782"/>
                </a:lnTo>
                <a:lnTo>
                  <a:pt x="509" y="783"/>
                </a:lnTo>
                <a:lnTo>
                  <a:pt x="508" y="783"/>
                </a:lnTo>
                <a:lnTo>
                  <a:pt x="508" y="784"/>
                </a:lnTo>
                <a:lnTo>
                  <a:pt x="509" y="784"/>
                </a:lnTo>
                <a:lnTo>
                  <a:pt x="508" y="785"/>
                </a:lnTo>
                <a:lnTo>
                  <a:pt x="507" y="784"/>
                </a:lnTo>
                <a:lnTo>
                  <a:pt x="508" y="784"/>
                </a:lnTo>
                <a:lnTo>
                  <a:pt x="507" y="784"/>
                </a:lnTo>
                <a:lnTo>
                  <a:pt x="506" y="784"/>
                </a:lnTo>
                <a:lnTo>
                  <a:pt x="505" y="784"/>
                </a:lnTo>
                <a:lnTo>
                  <a:pt x="504" y="784"/>
                </a:lnTo>
                <a:lnTo>
                  <a:pt x="504" y="785"/>
                </a:lnTo>
                <a:lnTo>
                  <a:pt x="503" y="785"/>
                </a:lnTo>
                <a:lnTo>
                  <a:pt x="502" y="785"/>
                </a:lnTo>
                <a:lnTo>
                  <a:pt x="502" y="786"/>
                </a:lnTo>
                <a:lnTo>
                  <a:pt x="502" y="787"/>
                </a:lnTo>
                <a:lnTo>
                  <a:pt x="501" y="787"/>
                </a:lnTo>
                <a:lnTo>
                  <a:pt x="501" y="786"/>
                </a:lnTo>
                <a:lnTo>
                  <a:pt x="500" y="786"/>
                </a:lnTo>
                <a:lnTo>
                  <a:pt x="499" y="787"/>
                </a:lnTo>
                <a:lnTo>
                  <a:pt x="498" y="787"/>
                </a:lnTo>
                <a:lnTo>
                  <a:pt x="497" y="787"/>
                </a:lnTo>
                <a:lnTo>
                  <a:pt x="496" y="787"/>
                </a:lnTo>
                <a:lnTo>
                  <a:pt x="493" y="788"/>
                </a:lnTo>
                <a:lnTo>
                  <a:pt x="492" y="788"/>
                </a:lnTo>
                <a:lnTo>
                  <a:pt x="490" y="788"/>
                </a:lnTo>
                <a:lnTo>
                  <a:pt x="489" y="787"/>
                </a:lnTo>
                <a:lnTo>
                  <a:pt x="488" y="787"/>
                </a:lnTo>
                <a:lnTo>
                  <a:pt x="489" y="786"/>
                </a:lnTo>
                <a:lnTo>
                  <a:pt x="488" y="785"/>
                </a:lnTo>
                <a:lnTo>
                  <a:pt x="488" y="784"/>
                </a:lnTo>
                <a:lnTo>
                  <a:pt x="488" y="783"/>
                </a:lnTo>
                <a:lnTo>
                  <a:pt x="487" y="783"/>
                </a:lnTo>
                <a:lnTo>
                  <a:pt x="487" y="782"/>
                </a:lnTo>
                <a:lnTo>
                  <a:pt x="486" y="781"/>
                </a:lnTo>
                <a:lnTo>
                  <a:pt x="485" y="781"/>
                </a:lnTo>
                <a:lnTo>
                  <a:pt x="484" y="781"/>
                </a:lnTo>
                <a:lnTo>
                  <a:pt x="484" y="782"/>
                </a:lnTo>
                <a:lnTo>
                  <a:pt x="483" y="783"/>
                </a:lnTo>
                <a:lnTo>
                  <a:pt x="482" y="783"/>
                </a:lnTo>
                <a:lnTo>
                  <a:pt x="482" y="782"/>
                </a:lnTo>
                <a:lnTo>
                  <a:pt x="482" y="781"/>
                </a:lnTo>
                <a:lnTo>
                  <a:pt x="481" y="780"/>
                </a:lnTo>
                <a:lnTo>
                  <a:pt x="480" y="780"/>
                </a:lnTo>
                <a:lnTo>
                  <a:pt x="479" y="780"/>
                </a:lnTo>
                <a:lnTo>
                  <a:pt x="479" y="779"/>
                </a:lnTo>
                <a:lnTo>
                  <a:pt x="478" y="779"/>
                </a:lnTo>
                <a:lnTo>
                  <a:pt x="478" y="778"/>
                </a:lnTo>
                <a:lnTo>
                  <a:pt x="478" y="777"/>
                </a:lnTo>
                <a:lnTo>
                  <a:pt x="479" y="777"/>
                </a:lnTo>
                <a:lnTo>
                  <a:pt x="479" y="776"/>
                </a:lnTo>
                <a:lnTo>
                  <a:pt x="479" y="775"/>
                </a:lnTo>
                <a:lnTo>
                  <a:pt x="479" y="774"/>
                </a:lnTo>
                <a:lnTo>
                  <a:pt x="479" y="773"/>
                </a:lnTo>
                <a:lnTo>
                  <a:pt x="479" y="772"/>
                </a:lnTo>
                <a:lnTo>
                  <a:pt x="479" y="771"/>
                </a:lnTo>
                <a:lnTo>
                  <a:pt x="478" y="771"/>
                </a:lnTo>
                <a:lnTo>
                  <a:pt x="477" y="770"/>
                </a:lnTo>
                <a:lnTo>
                  <a:pt x="477" y="769"/>
                </a:lnTo>
                <a:lnTo>
                  <a:pt x="476" y="769"/>
                </a:lnTo>
                <a:lnTo>
                  <a:pt x="475" y="769"/>
                </a:lnTo>
                <a:lnTo>
                  <a:pt x="474" y="768"/>
                </a:lnTo>
                <a:lnTo>
                  <a:pt x="472" y="768"/>
                </a:lnTo>
                <a:lnTo>
                  <a:pt x="470" y="769"/>
                </a:lnTo>
                <a:lnTo>
                  <a:pt x="468" y="769"/>
                </a:lnTo>
                <a:lnTo>
                  <a:pt x="466" y="769"/>
                </a:lnTo>
                <a:lnTo>
                  <a:pt x="463" y="770"/>
                </a:lnTo>
                <a:lnTo>
                  <a:pt x="462" y="771"/>
                </a:lnTo>
                <a:lnTo>
                  <a:pt x="460" y="772"/>
                </a:lnTo>
                <a:lnTo>
                  <a:pt x="459" y="772"/>
                </a:lnTo>
                <a:lnTo>
                  <a:pt x="459" y="773"/>
                </a:lnTo>
                <a:lnTo>
                  <a:pt x="457" y="774"/>
                </a:lnTo>
                <a:lnTo>
                  <a:pt x="455" y="774"/>
                </a:lnTo>
                <a:lnTo>
                  <a:pt x="454" y="774"/>
                </a:lnTo>
                <a:lnTo>
                  <a:pt x="453" y="774"/>
                </a:lnTo>
                <a:lnTo>
                  <a:pt x="449" y="774"/>
                </a:lnTo>
                <a:lnTo>
                  <a:pt x="448" y="774"/>
                </a:lnTo>
                <a:lnTo>
                  <a:pt x="447" y="774"/>
                </a:lnTo>
                <a:lnTo>
                  <a:pt x="447" y="773"/>
                </a:lnTo>
                <a:lnTo>
                  <a:pt x="446" y="773"/>
                </a:lnTo>
                <a:lnTo>
                  <a:pt x="445" y="773"/>
                </a:lnTo>
                <a:lnTo>
                  <a:pt x="445" y="774"/>
                </a:lnTo>
                <a:lnTo>
                  <a:pt x="444" y="774"/>
                </a:lnTo>
                <a:lnTo>
                  <a:pt x="445" y="774"/>
                </a:lnTo>
                <a:lnTo>
                  <a:pt x="447" y="775"/>
                </a:lnTo>
                <a:lnTo>
                  <a:pt x="448" y="775"/>
                </a:lnTo>
                <a:lnTo>
                  <a:pt x="449" y="776"/>
                </a:lnTo>
                <a:lnTo>
                  <a:pt x="451" y="776"/>
                </a:lnTo>
                <a:lnTo>
                  <a:pt x="450" y="777"/>
                </a:lnTo>
                <a:lnTo>
                  <a:pt x="449" y="777"/>
                </a:lnTo>
                <a:lnTo>
                  <a:pt x="448" y="777"/>
                </a:lnTo>
                <a:lnTo>
                  <a:pt x="448" y="778"/>
                </a:lnTo>
                <a:lnTo>
                  <a:pt x="447" y="778"/>
                </a:lnTo>
                <a:lnTo>
                  <a:pt x="446" y="778"/>
                </a:lnTo>
                <a:lnTo>
                  <a:pt x="445" y="779"/>
                </a:lnTo>
                <a:lnTo>
                  <a:pt x="444" y="779"/>
                </a:lnTo>
                <a:lnTo>
                  <a:pt x="443" y="780"/>
                </a:lnTo>
                <a:lnTo>
                  <a:pt x="442" y="780"/>
                </a:lnTo>
                <a:lnTo>
                  <a:pt x="441" y="781"/>
                </a:lnTo>
                <a:lnTo>
                  <a:pt x="440" y="781"/>
                </a:lnTo>
                <a:lnTo>
                  <a:pt x="439" y="782"/>
                </a:lnTo>
                <a:lnTo>
                  <a:pt x="438" y="783"/>
                </a:lnTo>
                <a:lnTo>
                  <a:pt x="437" y="784"/>
                </a:lnTo>
                <a:lnTo>
                  <a:pt x="435" y="785"/>
                </a:lnTo>
                <a:lnTo>
                  <a:pt x="434" y="787"/>
                </a:lnTo>
                <a:lnTo>
                  <a:pt x="433" y="787"/>
                </a:lnTo>
                <a:lnTo>
                  <a:pt x="433" y="786"/>
                </a:lnTo>
                <a:lnTo>
                  <a:pt x="434" y="785"/>
                </a:lnTo>
                <a:lnTo>
                  <a:pt x="434" y="784"/>
                </a:lnTo>
                <a:lnTo>
                  <a:pt x="436" y="783"/>
                </a:lnTo>
                <a:lnTo>
                  <a:pt x="435" y="783"/>
                </a:lnTo>
                <a:lnTo>
                  <a:pt x="435" y="784"/>
                </a:lnTo>
                <a:lnTo>
                  <a:pt x="434" y="784"/>
                </a:lnTo>
                <a:lnTo>
                  <a:pt x="433" y="785"/>
                </a:lnTo>
                <a:lnTo>
                  <a:pt x="433" y="786"/>
                </a:lnTo>
                <a:lnTo>
                  <a:pt x="432" y="786"/>
                </a:lnTo>
                <a:lnTo>
                  <a:pt x="432" y="787"/>
                </a:lnTo>
                <a:lnTo>
                  <a:pt x="431" y="788"/>
                </a:lnTo>
                <a:lnTo>
                  <a:pt x="431" y="789"/>
                </a:lnTo>
                <a:lnTo>
                  <a:pt x="430" y="789"/>
                </a:lnTo>
                <a:lnTo>
                  <a:pt x="430" y="788"/>
                </a:lnTo>
                <a:lnTo>
                  <a:pt x="431" y="788"/>
                </a:lnTo>
                <a:lnTo>
                  <a:pt x="430" y="788"/>
                </a:lnTo>
                <a:lnTo>
                  <a:pt x="429" y="788"/>
                </a:lnTo>
                <a:lnTo>
                  <a:pt x="428" y="789"/>
                </a:lnTo>
                <a:lnTo>
                  <a:pt x="428" y="790"/>
                </a:lnTo>
                <a:lnTo>
                  <a:pt x="427" y="791"/>
                </a:lnTo>
                <a:lnTo>
                  <a:pt x="427" y="792"/>
                </a:lnTo>
                <a:lnTo>
                  <a:pt x="426" y="792"/>
                </a:lnTo>
                <a:lnTo>
                  <a:pt x="425" y="792"/>
                </a:lnTo>
                <a:lnTo>
                  <a:pt x="424" y="793"/>
                </a:lnTo>
                <a:lnTo>
                  <a:pt x="422" y="793"/>
                </a:lnTo>
                <a:lnTo>
                  <a:pt x="422" y="794"/>
                </a:lnTo>
                <a:lnTo>
                  <a:pt x="421" y="795"/>
                </a:lnTo>
                <a:lnTo>
                  <a:pt x="420" y="795"/>
                </a:lnTo>
                <a:lnTo>
                  <a:pt x="419" y="796"/>
                </a:lnTo>
                <a:lnTo>
                  <a:pt x="418" y="796"/>
                </a:lnTo>
                <a:lnTo>
                  <a:pt x="417" y="797"/>
                </a:lnTo>
                <a:lnTo>
                  <a:pt x="416" y="797"/>
                </a:lnTo>
                <a:lnTo>
                  <a:pt x="415" y="797"/>
                </a:lnTo>
                <a:lnTo>
                  <a:pt x="414" y="798"/>
                </a:lnTo>
                <a:lnTo>
                  <a:pt x="412" y="797"/>
                </a:lnTo>
                <a:lnTo>
                  <a:pt x="411" y="797"/>
                </a:lnTo>
                <a:lnTo>
                  <a:pt x="410" y="797"/>
                </a:lnTo>
                <a:lnTo>
                  <a:pt x="409" y="797"/>
                </a:lnTo>
                <a:lnTo>
                  <a:pt x="409" y="796"/>
                </a:lnTo>
                <a:lnTo>
                  <a:pt x="408" y="795"/>
                </a:lnTo>
                <a:lnTo>
                  <a:pt x="408" y="794"/>
                </a:lnTo>
                <a:lnTo>
                  <a:pt x="409" y="794"/>
                </a:lnTo>
                <a:lnTo>
                  <a:pt x="409" y="793"/>
                </a:lnTo>
                <a:lnTo>
                  <a:pt x="410" y="792"/>
                </a:lnTo>
                <a:lnTo>
                  <a:pt x="409" y="792"/>
                </a:lnTo>
                <a:lnTo>
                  <a:pt x="409" y="791"/>
                </a:lnTo>
                <a:lnTo>
                  <a:pt x="409" y="790"/>
                </a:lnTo>
                <a:lnTo>
                  <a:pt x="409" y="791"/>
                </a:lnTo>
                <a:lnTo>
                  <a:pt x="408" y="791"/>
                </a:lnTo>
                <a:lnTo>
                  <a:pt x="408" y="792"/>
                </a:lnTo>
                <a:lnTo>
                  <a:pt x="408" y="793"/>
                </a:lnTo>
                <a:lnTo>
                  <a:pt x="407" y="793"/>
                </a:lnTo>
                <a:lnTo>
                  <a:pt x="406" y="793"/>
                </a:lnTo>
                <a:lnTo>
                  <a:pt x="407" y="793"/>
                </a:lnTo>
                <a:lnTo>
                  <a:pt x="407" y="794"/>
                </a:lnTo>
                <a:lnTo>
                  <a:pt x="406" y="794"/>
                </a:lnTo>
                <a:lnTo>
                  <a:pt x="405" y="793"/>
                </a:lnTo>
                <a:lnTo>
                  <a:pt x="404" y="792"/>
                </a:lnTo>
                <a:lnTo>
                  <a:pt x="405" y="792"/>
                </a:lnTo>
                <a:lnTo>
                  <a:pt x="405" y="791"/>
                </a:lnTo>
                <a:lnTo>
                  <a:pt x="406" y="790"/>
                </a:lnTo>
                <a:lnTo>
                  <a:pt x="407" y="789"/>
                </a:lnTo>
                <a:lnTo>
                  <a:pt x="408" y="789"/>
                </a:lnTo>
                <a:lnTo>
                  <a:pt x="409" y="788"/>
                </a:lnTo>
                <a:lnTo>
                  <a:pt x="409" y="787"/>
                </a:lnTo>
                <a:lnTo>
                  <a:pt x="408" y="786"/>
                </a:lnTo>
                <a:lnTo>
                  <a:pt x="407" y="787"/>
                </a:lnTo>
                <a:lnTo>
                  <a:pt x="406" y="787"/>
                </a:lnTo>
                <a:lnTo>
                  <a:pt x="406" y="786"/>
                </a:lnTo>
                <a:lnTo>
                  <a:pt x="407" y="785"/>
                </a:lnTo>
                <a:lnTo>
                  <a:pt x="408" y="785"/>
                </a:lnTo>
                <a:lnTo>
                  <a:pt x="409" y="785"/>
                </a:lnTo>
                <a:lnTo>
                  <a:pt x="410" y="784"/>
                </a:lnTo>
                <a:lnTo>
                  <a:pt x="409" y="784"/>
                </a:lnTo>
                <a:lnTo>
                  <a:pt x="408" y="784"/>
                </a:lnTo>
                <a:lnTo>
                  <a:pt x="407" y="784"/>
                </a:lnTo>
                <a:lnTo>
                  <a:pt x="407" y="785"/>
                </a:lnTo>
                <a:lnTo>
                  <a:pt x="406" y="784"/>
                </a:lnTo>
                <a:lnTo>
                  <a:pt x="406" y="785"/>
                </a:lnTo>
                <a:lnTo>
                  <a:pt x="405" y="785"/>
                </a:lnTo>
                <a:lnTo>
                  <a:pt x="405" y="786"/>
                </a:lnTo>
                <a:lnTo>
                  <a:pt x="404" y="786"/>
                </a:lnTo>
                <a:lnTo>
                  <a:pt x="404" y="787"/>
                </a:lnTo>
                <a:lnTo>
                  <a:pt x="403" y="788"/>
                </a:lnTo>
                <a:lnTo>
                  <a:pt x="402" y="788"/>
                </a:lnTo>
                <a:lnTo>
                  <a:pt x="402" y="787"/>
                </a:lnTo>
                <a:lnTo>
                  <a:pt x="402" y="786"/>
                </a:lnTo>
                <a:lnTo>
                  <a:pt x="402" y="785"/>
                </a:lnTo>
                <a:lnTo>
                  <a:pt x="402" y="784"/>
                </a:lnTo>
                <a:lnTo>
                  <a:pt x="402" y="783"/>
                </a:lnTo>
                <a:lnTo>
                  <a:pt x="402" y="782"/>
                </a:lnTo>
                <a:lnTo>
                  <a:pt x="403" y="782"/>
                </a:lnTo>
                <a:lnTo>
                  <a:pt x="402" y="782"/>
                </a:lnTo>
                <a:lnTo>
                  <a:pt x="401" y="783"/>
                </a:lnTo>
                <a:lnTo>
                  <a:pt x="401" y="784"/>
                </a:lnTo>
                <a:lnTo>
                  <a:pt x="400" y="784"/>
                </a:lnTo>
                <a:lnTo>
                  <a:pt x="400" y="783"/>
                </a:lnTo>
                <a:lnTo>
                  <a:pt x="400" y="782"/>
                </a:lnTo>
                <a:lnTo>
                  <a:pt x="400" y="781"/>
                </a:lnTo>
                <a:lnTo>
                  <a:pt x="400" y="780"/>
                </a:lnTo>
                <a:lnTo>
                  <a:pt x="401" y="779"/>
                </a:lnTo>
                <a:lnTo>
                  <a:pt x="401" y="778"/>
                </a:lnTo>
                <a:lnTo>
                  <a:pt x="400" y="778"/>
                </a:lnTo>
                <a:lnTo>
                  <a:pt x="400" y="779"/>
                </a:lnTo>
                <a:lnTo>
                  <a:pt x="400" y="780"/>
                </a:lnTo>
                <a:lnTo>
                  <a:pt x="398" y="781"/>
                </a:lnTo>
                <a:lnTo>
                  <a:pt x="397" y="782"/>
                </a:lnTo>
                <a:lnTo>
                  <a:pt x="397" y="783"/>
                </a:lnTo>
                <a:lnTo>
                  <a:pt x="396" y="783"/>
                </a:lnTo>
                <a:lnTo>
                  <a:pt x="396" y="782"/>
                </a:lnTo>
                <a:lnTo>
                  <a:pt x="395" y="782"/>
                </a:lnTo>
                <a:lnTo>
                  <a:pt x="394" y="781"/>
                </a:lnTo>
                <a:lnTo>
                  <a:pt x="394" y="780"/>
                </a:lnTo>
                <a:lnTo>
                  <a:pt x="393" y="781"/>
                </a:lnTo>
                <a:lnTo>
                  <a:pt x="392" y="781"/>
                </a:lnTo>
                <a:lnTo>
                  <a:pt x="392" y="782"/>
                </a:lnTo>
                <a:lnTo>
                  <a:pt x="391" y="783"/>
                </a:lnTo>
                <a:lnTo>
                  <a:pt x="390" y="783"/>
                </a:lnTo>
                <a:lnTo>
                  <a:pt x="389" y="783"/>
                </a:lnTo>
                <a:lnTo>
                  <a:pt x="387" y="784"/>
                </a:lnTo>
                <a:lnTo>
                  <a:pt x="385" y="783"/>
                </a:lnTo>
                <a:lnTo>
                  <a:pt x="383" y="781"/>
                </a:lnTo>
                <a:lnTo>
                  <a:pt x="384" y="781"/>
                </a:lnTo>
                <a:lnTo>
                  <a:pt x="384" y="780"/>
                </a:lnTo>
                <a:lnTo>
                  <a:pt x="383" y="780"/>
                </a:lnTo>
                <a:lnTo>
                  <a:pt x="383" y="781"/>
                </a:lnTo>
                <a:lnTo>
                  <a:pt x="384" y="782"/>
                </a:lnTo>
                <a:lnTo>
                  <a:pt x="383" y="782"/>
                </a:lnTo>
                <a:lnTo>
                  <a:pt x="383" y="783"/>
                </a:lnTo>
                <a:lnTo>
                  <a:pt x="382" y="783"/>
                </a:lnTo>
                <a:lnTo>
                  <a:pt x="381" y="782"/>
                </a:lnTo>
                <a:lnTo>
                  <a:pt x="380" y="782"/>
                </a:lnTo>
                <a:lnTo>
                  <a:pt x="380" y="781"/>
                </a:lnTo>
                <a:lnTo>
                  <a:pt x="380" y="782"/>
                </a:lnTo>
                <a:lnTo>
                  <a:pt x="380" y="783"/>
                </a:lnTo>
                <a:lnTo>
                  <a:pt x="381" y="783"/>
                </a:lnTo>
                <a:lnTo>
                  <a:pt x="381" y="784"/>
                </a:lnTo>
                <a:lnTo>
                  <a:pt x="382" y="784"/>
                </a:lnTo>
                <a:lnTo>
                  <a:pt x="383" y="784"/>
                </a:lnTo>
                <a:lnTo>
                  <a:pt x="384" y="784"/>
                </a:lnTo>
                <a:lnTo>
                  <a:pt x="385" y="785"/>
                </a:lnTo>
                <a:lnTo>
                  <a:pt x="385" y="786"/>
                </a:lnTo>
                <a:lnTo>
                  <a:pt x="383" y="786"/>
                </a:lnTo>
                <a:lnTo>
                  <a:pt x="384" y="787"/>
                </a:lnTo>
                <a:lnTo>
                  <a:pt x="385" y="786"/>
                </a:lnTo>
                <a:lnTo>
                  <a:pt x="386" y="786"/>
                </a:lnTo>
                <a:lnTo>
                  <a:pt x="386" y="787"/>
                </a:lnTo>
                <a:lnTo>
                  <a:pt x="387" y="788"/>
                </a:lnTo>
                <a:lnTo>
                  <a:pt x="388" y="788"/>
                </a:lnTo>
                <a:lnTo>
                  <a:pt x="387" y="789"/>
                </a:lnTo>
                <a:lnTo>
                  <a:pt x="387" y="788"/>
                </a:lnTo>
                <a:lnTo>
                  <a:pt x="386" y="788"/>
                </a:lnTo>
                <a:lnTo>
                  <a:pt x="386" y="789"/>
                </a:lnTo>
                <a:lnTo>
                  <a:pt x="387" y="789"/>
                </a:lnTo>
                <a:lnTo>
                  <a:pt x="388" y="789"/>
                </a:lnTo>
                <a:lnTo>
                  <a:pt x="389" y="789"/>
                </a:lnTo>
                <a:lnTo>
                  <a:pt x="390" y="789"/>
                </a:lnTo>
                <a:lnTo>
                  <a:pt x="390" y="790"/>
                </a:lnTo>
                <a:lnTo>
                  <a:pt x="390" y="791"/>
                </a:lnTo>
                <a:lnTo>
                  <a:pt x="390" y="792"/>
                </a:lnTo>
                <a:lnTo>
                  <a:pt x="390" y="791"/>
                </a:lnTo>
                <a:lnTo>
                  <a:pt x="390" y="790"/>
                </a:lnTo>
                <a:lnTo>
                  <a:pt x="391" y="790"/>
                </a:lnTo>
                <a:lnTo>
                  <a:pt x="391" y="789"/>
                </a:lnTo>
                <a:lnTo>
                  <a:pt x="393" y="790"/>
                </a:lnTo>
                <a:lnTo>
                  <a:pt x="395" y="791"/>
                </a:lnTo>
                <a:lnTo>
                  <a:pt x="396" y="791"/>
                </a:lnTo>
                <a:lnTo>
                  <a:pt x="398" y="792"/>
                </a:lnTo>
                <a:lnTo>
                  <a:pt x="399" y="792"/>
                </a:lnTo>
                <a:lnTo>
                  <a:pt x="400" y="792"/>
                </a:lnTo>
                <a:lnTo>
                  <a:pt x="400" y="793"/>
                </a:lnTo>
                <a:lnTo>
                  <a:pt x="400" y="795"/>
                </a:lnTo>
                <a:lnTo>
                  <a:pt x="400" y="796"/>
                </a:lnTo>
                <a:lnTo>
                  <a:pt x="400" y="797"/>
                </a:lnTo>
                <a:lnTo>
                  <a:pt x="400" y="798"/>
                </a:lnTo>
                <a:lnTo>
                  <a:pt x="400" y="799"/>
                </a:lnTo>
                <a:lnTo>
                  <a:pt x="399" y="799"/>
                </a:lnTo>
                <a:lnTo>
                  <a:pt x="399" y="800"/>
                </a:lnTo>
                <a:lnTo>
                  <a:pt x="400" y="800"/>
                </a:lnTo>
                <a:lnTo>
                  <a:pt x="400" y="801"/>
                </a:lnTo>
                <a:lnTo>
                  <a:pt x="400" y="803"/>
                </a:lnTo>
                <a:lnTo>
                  <a:pt x="399" y="804"/>
                </a:lnTo>
                <a:lnTo>
                  <a:pt x="399" y="805"/>
                </a:lnTo>
                <a:lnTo>
                  <a:pt x="398" y="806"/>
                </a:lnTo>
                <a:lnTo>
                  <a:pt x="399" y="806"/>
                </a:lnTo>
                <a:lnTo>
                  <a:pt x="398" y="807"/>
                </a:lnTo>
                <a:lnTo>
                  <a:pt x="398" y="806"/>
                </a:lnTo>
                <a:lnTo>
                  <a:pt x="397" y="806"/>
                </a:lnTo>
                <a:lnTo>
                  <a:pt x="396" y="806"/>
                </a:lnTo>
                <a:lnTo>
                  <a:pt x="395" y="807"/>
                </a:lnTo>
                <a:lnTo>
                  <a:pt x="396" y="807"/>
                </a:lnTo>
                <a:lnTo>
                  <a:pt x="396" y="808"/>
                </a:lnTo>
                <a:lnTo>
                  <a:pt x="397" y="809"/>
                </a:lnTo>
                <a:lnTo>
                  <a:pt x="397" y="810"/>
                </a:lnTo>
                <a:lnTo>
                  <a:pt x="399" y="810"/>
                </a:lnTo>
                <a:lnTo>
                  <a:pt x="400" y="811"/>
                </a:lnTo>
                <a:lnTo>
                  <a:pt x="401" y="811"/>
                </a:lnTo>
                <a:lnTo>
                  <a:pt x="400" y="811"/>
                </a:lnTo>
                <a:lnTo>
                  <a:pt x="398" y="811"/>
                </a:lnTo>
                <a:lnTo>
                  <a:pt x="397" y="812"/>
                </a:lnTo>
                <a:lnTo>
                  <a:pt x="394" y="812"/>
                </a:lnTo>
                <a:lnTo>
                  <a:pt x="392" y="812"/>
                </a:lnTo>
                <a:lnTo>
                  <a:pt x="391" y="812"/>
                </a:lnTo>
                <a:lnTo>
                  <a:pt x="390" y="813"/>
                </a:lnTo>
                <a:lnTo>
                  <a:pt x="388" y="814"/>
                </a:lnTo>
                <a:lnTo>
                  <a:pt x="387" y="814"/>
                </a:lnTo>
                <a:lnTo>
                  <a:pt x="386" y="815"/>
                </a:lnTo>
                <a:lnTo>
                  <a:pt x="384" y="816"/>
                </a:lnTo>
                <a:lnTo>
                  <a:pt x="382" y="819"/>
                </a:lnTo>
                <a:lnTo>
                  <a:pt x="381" y="820"/>
                </a:lnTo>
                <a:lnTo>
                  <a:pt x="380" y="820"/>
                </a:lnTo>
                <a:lnTo>
                  <a:pt x="380" y="821"/>
                </a:lnTo>
                <a:lnTo>
                  <a:pt x="379" y="823"/>
                </a:lnTo>
                <a:lnTo>
                  <a:pt x="379" y="824"/>
                </a:lnTo>
                <a:lnTo>
                  <a:pt x="380" y="825"/>
                </a:lnTo>
                <a:lnTo>
                  <a:pt x="380" y="826"/>
                </a:lnTo>
                <a:lnTo>
                  <a:pt x="380" y="827"/>
                </a:lnTo>
                <a:lnTo>
                  <a:pt x="380" y="828"/>
                </a:lnTo>
                <a:lnTo>
                  <a:pt x="380" y="829"/>
                </a:lnTo>
                <a:lnTo>
                  <a:pt x="380" y="830"/>
                </a:lnTo>
                <a:lnTo>
                  <a:pt x="379" y="830"/>
                </a:lnTo>
                <a:lnTo>
                  <a:pt x="378" y="831"/>
                </a:lnTo>
                <a:lnTo>
                  <a:pt x="377" y="831"/>
                </a:lnTo>
                <a:lnTo>
                  <a:pt x="376" y="832"/>
                </a:lnTo>
                <a:lnTo>
                  <a:pt x="375" y="833"/>
                </a:lnTo>
                <a:lnTo>
                  <a:pt x="375" y="834"/>
                </a:lnTo>
                <a:lnTo>
                  <a:pt x="374" y="834"/>
                </a:lnTo>
                <a:lnTo>
                  <a:pt x="374" y="833"/>
                </a:lnTo>
                <a:lnTo>
                  <a:pt x="374" y="832"/>
                </a:lnTo>
                <a:lnTo>
                  <a:pt x="373" y="831"/>
                </a:lnTo>
                <a:lnTo>
                  <a:pt x="373" y="830"/>
                </a:lnTo>
                <a:lnTo>
                  <a:pt x="372" y="829"/>
                </a:lnTo>
                <a:lnTo>
                  <a:pt x="370" y="829"/>
                </a:lnTo>
                <a:lnTo>
                  <a:pt x="369" y="828"/>
                </a:lnTo>
                <a:lnTo>
                  <a:pt x="368" y="828"/>
                </a:lnTo>
                <a:lnTo>
                  <a:pt x="368" y="829"/>
                </a:lnTo>
                <a:lnTo>
                  <a:pt x="369" y="829"/>
                </a:lnTo>
                <a:lnTo>
                  <a:pt x="369" y="830"/>
                </a:lnTo>
                <a:lnTo>
                  <a:pt x="370" y="830"/>
                </a:lnTo>
                <a:lnTo>
                  <a:pt x="371" y="830"/>
                </a:lnTo>
                <a:lnTo>
                  <a:pt x="373" y="831"/>
                </a:lnTo>
                <a:lnTo>
                  <a:pt x="373" y="832"/>
                </a:lnTo>
                <a:lnTo>
                  <a:pt x="372" y="832"/>
                </a:lnTo>
                <a:lnTo>
                  <a:pt x="372" y="831"/>
                </a:lnTo>
                <a:lnTo>
                  <a:pt x="371" y="831"/>
                </a:lnTo>
                <a:lnTo>
                  <a:pt x="370" y="831"/>
                </a:lnTo>
                <a:lnTo>
                  <a:pt x="370" y="830"/>
                </a:lnTo>
                <a:lnTo>
                  <a:pt x="369" y="830"/>
                </a:lnTo>
                <a:lnTo>
                  <a:pt x="368" y="831"/>
                </a:lnTo>
                <a:lnTo>
                  <a:pt x="367" y="831"/>
                </a:lnTo>
                <a:lnTo>
                  <a:pt x="365" y="831"/>
                </a:lnTo>
                <a:lnTo>
                  <a:pt x="364" y="831"/>
                </a:lnTo>
                <a:lnTo>
                  <a:pt x="363" y="832"/>
                </a:lnTo>
                <a:lnTo>
                  <a:pt x="362" y="833"/>
                </a:lnTo>
                <a:lnTo>
                  <a:pt x="361" y="833"/>
                </a:lnTo>
                <a:lnTo>
                  <a:pt x="360" y="834"/>
                </a:lnTo>
                <a:lnTo>
                  <a:pt x="359" y="835"/>
                </a:lnTo>
                <a:lnTo>
                  <a:pt x="358" y="835"/>
                </a:lnTo>
                <a:lnTo>
                  <a:pt x="358" y="836"/>
                </a:lnTo>
                <a:lnTo>
                  <a:pt x="357" y="836"/>
                </a:lnTo>
                <a:lnTo>
                  <a:pt x="356" y="837"/>
                </a:lnTo>
                <a:lnTo>
                  <a:pt x="355" y="836"/>
                </a:lnTo>
                <a:lnTo>
                  <a:pt x="355" y="835"/>
                </a:lnTo>
                <a:lnTo>
                  <a:pt x="356" y="835"/>
                </a:lnTo>
                <a:lnTo>
                  <a:pt x="356" y="834"/>
                </a:lnTo>
                <a:lnTo>
                  <a:pt x="357" y="834"/>
                </a:lnTo>
                <a:lnTo>
                  <a:pt x="357" y="833"/>
                </a:lnTo>
                <a:lnTo>
                  <a:pt x="356" y="833"/>
                </a:lnTo>
                <a:lnTo>
                  <a:pt x="355" y="833"/>
                </a:lnTo>
                <a:lnTo>
                  <a:pt x="354" y="833"/>
                </a:lnTo>
                <a:lnTo>
                  <a:pt x="352" y="833"/>
                </a:lnTo>
                <a:lnTo>
                  <a:pt x="352" y="834"/>
                </a:lnTo>
                <a:lnTo>
                  <a:pt x="350" y="834"/>
                </a:lnTo>
                <a:lnTo>
                  <a:pt x="349" y="835"/>
                </a:lnTo>
                <a:lnTo>
                  <a:pt x="348" y="835"/>
                </a:lnTo>
                <a:lnTo>
                  <a:pt x="346" y="837"/>
                </a:lnTo>
                <a:lnTo>
                  <a:pt x="345" y="837"/>
                </a:lnTo>
                <a:lnTo>
                  <a:pt x="344" y="838"/>
                </a:lnTo>
                <a:lnTo>
                  <a:pt x="343" y="839"/>
                </a:lnTo>
                <a:lnTo>
                  <a:pt x="342" y="838"/>
                </a:lnTo>
                <a:lnTo>
                  <a:pt x="342" y="837"/>
                </a:lnTo>
                <a:lnTo>
                  <a:pt x="341" y="836"/>
                </a:lnTo>
                <a:lnTo>
                  <a:pt x="340" y="836"/>
                </a:lnTo>
                <a:lnTo>
                  <a:pt x="339" y="835"/>
                </a:lnTo>
                <a:lnTo>
                  <a:pt x="340" y="834"/>
                </a:lnTo>
                <a:lnTo>
                  <a:pt x="341" y="834"/>
                </a:lnTo>
                <a:lnTo>
                  <a:pt x="342" y="835"/>
                </a:lnTo>
                <a:lnTo>
                  <a:pt x="343" y="835"/>
                </a:lnTo>
                <a:lnTo>
                  <a:pt x="345" y="834"/>
                </a:lnTo>
                <a:lnTo>
                  <a:pt x="344" y="834"/>
                </a:lnTo>
                <a:lnTo>
                  <a:pt x="343" y="833"/>
                </a:lnTo>
                <a:lnTo>
                  <a:pt x="342" y="833"/>
                </a:lnTo>
                <a:lnTo>
                  <a:pt x="341" y="834"/>
                </a:lnTo>
                <a:lnTo>
                  <a:pt x="341" y="833"/>
                </a:lnTo>
                <a:lnTo>
                  <a:pt x="341" y="832"/>
                </a:lnTo>
                <a:lnTo>
                  <a:pt x="340" y="832"/>
                </a:lnTo>
                <a:lnTo>
                  <a:pt x="339" y="830"/>
                </a:lnTo>
                <a:lnTo>
                  <a:pt x="338" y="830"/>
                </a:lnTo>
                <a:lnTo>
                  <a:pt x="338" y="829"/>
                </a:lnTo>
                <a:lnTo>
                  <a:pt x="337" y="827"/>
                </a:lnTo>
                <a:lnTo>
                  <a:pt x="337" y="826"/>
                </a:lnTo>
                <a:lnTo>
                  <a:pt x="337" y="825"/>
                </a:lnTo>
                <a:lnTo>
                  <a:pt x="336" y="825"/>
                </a:lnTo>
                <a:lnTo>
                  <a:pt x="336" y="826"/>
                </a:lnTo>
                <a:lnTo>
                  <a:pt x="337" y="826"/>
                </a:lnTo>
                <a:lnTo>
                  <a:pt x="337" y="827"/>
                </a:lnTo>
                <a:lnTo>
                  <a:pt x="336" y="827"/>
                </a:lnTo>
                <a:lnTo>
                  <a:pt x="336" y="826"/>
                </a:lnTo>
                <a:lnTo>
                  <a:pt x="335" y="826"/>
                </a:lnTo>
                <a:lnTo>
                  <a:pt x="335" y="825"/>
                </a:lnTo>
                <a:lnTo>
                  <a:pt x="335" y="824"/>
                </a:lnTo>
                <a:lnTo>
                  <a:pt x="335" y="823"/>
                </a:lnTo>
                <a:lnTo>
                  <a:pt x="334" y="823"/>
                </a:lnTo>
                <a:lnTo>
                  <a:pt x="334" y="824"/>
                </a:lnTo>
                <a:lnTo>
                  <a:pt x="334" y="825"/>
                </a:lnTo>
                <a:lnTo>
                  <a:pt x="334" y="826"/>
                </a:lnTo>
                <a:lnTo>
                  <a:pt x="335" y="827"/>
                </a:lnTo>
                <a:lnTo>
                  <a:pt x="336" y="828"/>
                </a:lnTo>
                <a:lnTo>
                  <a:pt x="336" y="829"/>
                </a:lnTo>
                <a:lnTo>
                  <a:pt x="336" y="830"/>
                </a:lnTo>
                <a:lnTo>
                  <a:pt x="336" y="829"/>
                </a:lnTo>
                <a:lnTo>
                  <a:pt x="335" y="829"/>
                </a:lnTo>
                <a:lnTo>
                  <a:pt x="335" y="830"/>
                </a:lnTo>
                <a:lnTo>
                  <a:pt x="335" y="831"/>
                </a:lnTo>
                <a:lnTo>
                  <a:pt x="334" y="831"/>
                </a:lnTo>
                <a:lnTo>
                  <a:pt x="335" y="831"/>
                </a:lnTo>
                <a:lnTo>
                  <a:pt x="335" y="832"/>
                </a:lnTo>
                <a:lnTo>
                  <a:pt x="336" y="832"/>
                </a:lnTo>
                <a:lnTo>
                  <a:pt x="337" y="833"/>
                </a:lnTo>
                <a:lnTo>
                  <a:pt x="338" y="833"/>
                </a:lnTo>
                <a:lnTo>
                  <a:pt x="337" y="833"/>
                </a:lnTo>
                <a:lnTo>
                  <a:pt x="336" y="834"/>
                </a:lnTo>
                <a:lnTo>
                  <a:pt x="335" y="834"/>
                </a:lnTo>
                <a:lnTo>
                  <a:pt x="334" y="834"/>
                </a:lnTo>
                <a:lnTo>
                  <a:pt x="334" y="835"/>
                </a:lnTo>
                <a:lnTo>
                  <a:pt x="333" y="835"/>
                </a:lnTo>
                <a:lnTo>
                  <a:pt x="332" y="836"/>
                </a:lnTo>
                <a:lnTo>
                  <a:pt x="332" y="835"/>
                </a:lnTo>
                <a:lnTo>
                  <a:pt x="332" y="834"/>
                </a:lnTo>
                <a:lnTo>
                  <a:pt x="331" y="834"/>
                </a:lnTo>
                <a:lnTo>
                  <a:pt x="330" y="833"/>
                </a:lnTo>
                <a:lnTo>
                  <a:pt x="329" y="834"/>
                </a:lnTo>
                <a:lnTo>
                  <a:pt x="328" y="833"/>
                </a:lnTo>
                <a:lnTo>
                  <a:pt x="327" y="833"/>
                </a:lnTo>
                <a:lnTo>
                  <a:pt x="326" y="833"/>
                </a:lnTo>
                <a:lnTo>
                  <a:pt x="325" y="833"/>
                </a:lnTo>
                <a:lnTo>
                  <a:pt x="324" y="833"/>
                </a:lnTo>
                <a:lnTo>
                  <a:pt x="323" y="833"/>
                </a:lnTo>
                <a:lnTo>
                  <a:pt x="323" y="834"/>
                </a:lnTo>
                <a:lnTo>
                  <a:pt x="324" y="834"/>
                </a:lnTo>
                <a:lnTo>
                  <a:pt x="325" y="834"/>
                </a:lnTo>
                <a:lnTo>
                  <a:pt x="325" y="833"/>
                </a:lnTo>
                <a:lnTo>
                  <a:pt x="326" y="833"/>
                </a:lnTo>
                <a:lnTo>
                  <a:pt x="327" y="833"/>
                </a:lnTo>
                <a:lnTo>
                  <a:pt x="327" y="834"/>
                </a:lnTo>
                <a:lnTo>
                  <a:pt x="327" y="835"/>
                </a:lnTo>
                <a:lnTo>
                  <a:pt x="328" y="835"/>
                </a:lnTo>
                <a:lnTo>
                  <a:pt x="329" y="835"/>
                </a:lnTo>
                <a:lnTo>
                  <a:pt x="329" y="836"/>
                </a:lnTo>
                <a:lnTo>
                  <a:pt x="330" y="835"/>
                </a:lnTo>
                <a:lnTo>
                  <a:pt x="331" y="835"/>
                </a:lnTo>
                <a:lnTo>
                  <a:pt x="332" y="835"/>
                </a:lnTo>
                <a:lnTo>
                  <a:pt x="331" y="835"/>
                </a:lnTo>
                <a:lnTo>
                  <a:pt x="331" y="836"/>
                </a:lnTo>
                <a:lnTo>
                  <a:pt x="330" y="836"/>
                </a:lnTo>
                <a:lnTo>
                  <a:pt x="327" y="837"/>
                </a:lnTo>
                <a:lnTo>
                  <a:pt x="326" y="838"/>
                </a:lnTo>
                <a:lnTo>
                  <a:pt x="325" y="839"/>
                </a:lnTo>
                <a:lnTo>
                  <a:pt x="323" y="839"/>
                </a:lnTo>
                <a:lnTo>
                  <a:pt x="322" y="840"/>
                </a:lnTo>
                <a:lnTo>
                  <a:pt x="322" y="841"/>
                </a:lnTo>
                <a:lnTo>
                  <a:pt x="320" y="843"/>
                </a:lnTo>
                <a:lnTo>
                  <a:pt x="319" y="844"/>
                </a:lnTo>
                <a:lnTo>
                  <a:pt x="318" y="846"/>
                </a:lnTo>
                <a:lnTo>
                  <a:pt x="316" y="848"/>
                </a:lnTo>
                <a:lnTo>
                  <a:pt x="315" y="848"/>
                </a:lnTo>
                <a:lnTo>
                  <a:pt x="313" y="850"/>
                </a:lnTo>
                <a:lnTo>
                  <a:pt x="312" y="851"/>
                </a:lnTo>
                <a:lnTo>
                  <a:pt x="311" y="851"/>
                </a:lnTo>
                <a:lnTo>
                  <a:pt x="311" y="852"/>
                </a:lnTo>
                <a:lnTo>
                  <a:pt x="311" y="853"/>
                </a:lnTo>
                <a:lnTo>
                  <a:pt x="310" y="853"/>
                </a:lnTo>
                <a:lnTo>
                  <a:pt x="309" y="853"/>
                </a:lnTo>
                <a:lnTo>
                  <a:pt x="308" y="853"/>
                </a:lnTo>
                <a:lnTo>
                  <a:pt x="308" y="854"/>
                </a:lnTo>
                <a:lnTo>
                  <a:pt x="306" y="856"/>
                </a:lnTo>
                <a:lnTo>
                  <a:pt x="306" y="857"/>
                </a:lnTo>
                <a:lnTo>
                  <a:pt x="305" y="858"/>
                </a:lnTo>
                <a:lnTo>
                  <a:pt x="304" y="857"/>
                </a:lnTo>
                <a:lnTo>
                  <a:pt x="303" y="858"/>
                </a:lnTo>
                <a:lnTo>
                  <a:pt x="302" y="858"/>
                </a:lnTo>
                <a:lnTo>
                  <a:pt x="302" y="859"/>
                </a:lnTo>
                <a:lnTo>
                  <a:pt x="301" y="858"/>
                </a:lnTo>
                <a:lnTo>
                  <a:pt x="302" y="858"/>
                </a:lnTo>
                <a:lnTo>
                  <a:pt x="302" y="857"/>
                </a:lnTo>
                <a:lnTo>
                  <a:pt x="302" y="856"/>
                </a:lnTo>
                <a:lnTo>
                  <a:pt x="302" y="855"/>
                </a:lnTo>
                <a:lnTo>
                  <a:pt x="302" y="854"/>
                </a:lnTo>
                <a:lnTo>
                  <a:pt x="301" y="853"/>
                </a:lnTo>
                <a:lnTo>
                  <a:pt x="301" y="852"/>
                </a:lnTo>
                <a:lnTo>
                  <a:pt x="301" y="853"/>
                </a:lnTo>
                <a:lnTo>
                  <a:pt x="302" y="853"/>
                </a:lnTo>
                <a:lnTo>
                  <a:pt x="303" y="854"/>
                </a:lnTo>
                <a:lnTo>
                  <a:pt x="304" y="854"/>
                </a:lnTo>
                <a:lnTo>
                  <a:pt x="305" y="854"/>
                </a:lnTo>
                <a:lnTo>
                  <a:pt x="306" y="854"/>
                </a:lnTo>
                <a:lnTo>
                  <a:pt x="307" y="854"/>
                </a:lnTo>
                <a:lnTo>
                  <a:pt x="307" y="853"/>
                </a:lnTo>
                <a:lnTo>
                  <a:pt x="307" y="852"/>
                </a:lnTo>
                <a:lnTo>
                  <a:pt x="307" y="851"/>
                </a:lnTo>
                <a:lnTo>
                  <a:pt x="306" y="851"/>
                </a:lnTo>
                <a:lnTo>
                  <a:pt x="306" y="850"/>
                </a:lnTo>
                <a:lnTo>
                  <a:pt x="306" y="849"/>
                </a:lnTo>
                <a:lnTo>
                  <a:pt x="306" y="848"/>
                </a:lnTo>
                <a:lnTo>
                  <a:pt x="307" y="847"/>
                </a:lnTo>
                <a:lnTo>
                  <a:pt x="307" y="846"/>
                </a:lnTo>
                <a:lnTo>
                  <a:pt x="308" y="846"/>
                </a:lnTo>
                <a:lnTo>
                  <a:pt x="309" y="845"/>
                </a:lnTo>
                <a:lnTo>
                  <a:pt x="310" y="845"/>
                </a:lnTo>
                <a:lnTo>
                  <a:pt x="309" y="845"/>
                </a:lnTo>
                <a:lnTo>
                  <a:pt x="308" y="845"/>
                </a:lnTo>
                <a:lnTo>
                  <a:pt x="307" y="844"/>
                </a:lnTo>
                <a:lnTo>
                  <a:pt x="307" y="843"/>
                </a:lnTo>
                <a:lnTo>
                  <a:pt x="306" y="843"/>
                </a:lnTo>
                <a:lnTo>
                  <a:pt x="305" y="843"/>
                </a:lnTo>
                <a:lnTo>
                  <a:pt x="305" y="842"/>
                </a:lnTo>
                <a:lnTo>
                  <a:pt x="304" y="842"/>
                </a:lnTo>
                <a:lnTo>
                  <a:pt x="303" y="842"/>
                </a:lnTo>
                <a:lnTo>
                  <a:pt x="302" y="842"/>
                </a:lnTo>
                <a:lnTo>
                  <a:pt x="302" y="843"/>
                </a:lnTo>
                <a:lnTo>
                  <a:pt x="302" y="844"/>
                </a:lnTo>
                <a:lnTo>
                  <a:pt x="301" y="843"/>
                </a:lnTo>
                <a:lnTo>
                  <a:pt x="300" y="843"/>
                </a:lnTo>
                <a:lnTo>
                  <a:pt x="299" y="844"/>
                </a:lnTo>
                <a:lnTo>
                  <a:pt x="299" y="843"/>
                </a:lnTo>
                <a:lnTo>
                  <a:pt x="298" y="843"/>
                </a:lnTo>
                <a:lnTo>
                  <a:pt x="297" y="843"/>
                </a:lnTo>
                <a:lnTo>
                  <a:pt x="297" y="842"/>
                </a:lnTo>
                <a:lnTo>
                  <a:pt x="296" y="842"/>
                </a:lnTo>
                <a:lnTo>
                  <a:pt x="295" y="841"/>
                </a:lnTo>
                <a:lnTo>
                  <a:pt x="295" y="840"/>
                </a:lnTo>
                <a:lnTo>
                  <a:pt x="294" y="840"/>
                </a:lnTo>
                <a:lnTo>
                  <a:pt x="293" y="840"/>
                </a:lnTo>
                <a:lnTo>
                  <a:pt x="292" y="840"/>
                </a:lnTo>
                <a:lnTo>
                  <a:pt x="291" y="840"/>
                </a:lnTo>
                <a:lnTo>
                  <a:pt x="291" y="841"/>
                </a:lnTo>
                <a:lnTo>
                  <a:pt x="290" y="841"/>
                </a:lnTo>
                <a:lnTo>
                  <a:pt x="289" y="841"/>
                </a:lnTo>
                <a:lnTo>
                  <a:pt x="288" y="840"/>
                </a:lnTo>
                <a:lnTo>
                  <a:pt x="287" y="840"/>
                </a:lnTo>
                <a:lnTo>
                  <a:pt x="287" y="841"/>
                </a:lnTo>
                <a:lnTo>
                  <a:pt x="288" y="841"/>
                </a:lnTo>
                <a:lnTo>
                  <a:pt x="289" y="841"/>
                </a:lnTo>
                <a:lnTo>
                  <a:pt x="289" y="842"/>
                </a:lnTo>
                <a:lnTo>
                  <a:pt x="288" y="842"/>
                </a:lnTo>
                <a:lnTo>
                  <a:pt x="287" y="843"/>
                </a:lnTo>
                <a:lnTo>
                  <a:pt x="288" y="843"/>
                </a:lnTo>
                <a:lnTo>
                  <a:pt x="289" y="843"/>
                </a:lnTo>
                <a:lnTo>
                  <a:pt x="290" y="842"/>
                </a:lnTo>
                <a:lnTo>
                  <a:pt x="291" y="842"/>
                </a:lnTo>
                <a:lnTo>
                  <a:pt x="293" y="842"/>
                </a:lnTo>
                <a:lnTo>
                  <a:pt x="294" y="842"/>
                </a:lnTo>
                <a:lnTo>
                  <a:pt x="295" y="843"/>
                </a:lnTo>
                <a:lnTo>
                  <a:pt x="296" y="844"/>
                </a:lnTo>
                <a:lnTo>
                  <a:pt x="297" y="844"/>
                </a:lnTo>
                <a:lnTo>
                  <a:pt x="297" y="845"/>
                </a:lnTo>
                <a:lnTo>
                  <a:pt x="297" y="846"/>
                </a:lnTo>
                <a:lnTo>
                  <a:pt x="296" y="846"/>
                </a:lnTo>
                <a:lnTo>
                  <a:pt x="295" y="846"/>
                </a:lnTo>
                <a:lnTo>
                  <a:pt x="294" y="846"/>
                </a:lnTo>
                <a:lnTo>
                  <a:pt x="293" y="846"/>
                </a:lnTo>
                <a:lnTo>
                  <a:pt x="292" y="846"/>
                </a:lnTo>
                <a:lnTo>
                  <a:pt x="291" y="846"/>
                </a:lnTo>
                <a:lnTo>
                  <a:pt x="289" y="847"/>
                </a:lnTo>
                <a:lnTo>
                  <a:pt x="287" y="847"/>
                </a:lnTo>
                <a:lnTo>
                  <a:pt x="287" y="848"/>
                </a:lnTo>
                <a:lnTo>
                  <a:pt x="286" y="848"/>
                </a:lnTo>
                <a:lnTo>
                  <a:pt x="285" y="849"/>
                </a:lnTo>
                <a:lnTo>
                  <a:pt x="283" y="849"/>
                </a:lnTo>
                <a:lnTo>
                  <a:pt x="281" y="850"/>
                </a:lnTo>
                <a:lnTo>
                  <a:pt x="279" y="850"/>
                </a:lnTo>
                <a:lnTo>
                  <a:pt x="278" y="851"/>
                </a:lnTo>
                <a:lnTo>
                  <a:pt x="278" y="850"/>
                </a:lnTo>
                <a:lnTo>
                  <a:pt x="277" y="850"/>
                </a:lnTo>
                <a:lnTo>
                  <a:pt x="276" y="850"/>
                </a:lnTo>
                <a:lnTo>
                  <a:pt x="275" y="850"/>
                </a:lnTo>
                <a:lnTo>
                  <a:pt x="274" y="850"/>
                </a:lnTo>
                <a:lnTo>
                  <a:pt x="273" y="851"/>
                </a:lnTo>
                <a:lnTo>
                  <a:pt x="272" y="851"/>
                </a:lnTo>
                <a:lnTo>
                  <a:pt x="271" y="852"/>
                </a:lnTo>
                <a:lnTo>
                  <a:pt x="271" y="851"/>
                </a:lnTo>
                <a:lnTo>
                  <a:pt x="270" y="850"/>
                </a:lnTo>
                <a:lnTo>
                  <a:pt x="269" y="849"/>
                </a:lnTo>
                <a:lnTo>
                  <a:pt x="268" y="848"/>
                </a:lnTo>
                <a:lnTo>
                  <a:pt x="269" y="848"/>
                </a:lnTo>
                <a:lnTo>
                  <a:pt x="270" y="848"/>
                </a:lnTo>
                <a:lnTo>
                  <a:pt x="270" y="847"/>
                </a:lnTo>
                <a:lnTo>
                  <a:pt x="269" y="847"/>
                </a:lnTo>
                <a:lnTo>
                  <a:pt x="268" y="847"/>
                </a:lnTo>
                <a:lnTo>
                  <a:pt x="268" y="848"/>
                </a:lnTo>
                <a:lnTo>
                  <a:pt x="267" y="847"/>
                </a:lnTo>
                <a:lnTo>
                  <a:pt x="266" y="847"/>
                </a:lnTo>
                <a:lnTo>
                  <a:pt x="266" y="846"/>
                </a:lnTo>
                <a:lnTo>
                  <a:pt x="266" y="845"/>
                </a:lnTo>
                <a:lnTo>
                  <a:pt x="266" y="843"/>
                </a:lnTo>
                <a:lnTo>
                  <a:pt x="267" y="843"/>
                </a:lnTo>
                <a:lnTo>
                  <a:pt x="267" y="842"/>
                </a:lnTo>
                <a:lnTo>
                  <a:pt x="266" y="841"/>
                </a:lnTo>
                <a:lnTo>
                  <a:pt x="265" y="841"/>
                </a:lnTo>
                <a:lnTo>
                  <a:pt x="263" y="841"/>
                </a:lnTo>
                <a:lnTo>
                  <a:pt x="261" y="841"/>
                </a:lnTo>
                <a:lnTo>
                  <a:pt x="260" y="841"/>
                </a:lnTo>
                <a:lnTo>
                  <a:pt x="259" y="840"/>
                </a:lnTo>
                <a:lnTo>
                  <a:pt x="259" y="841"/>
                </a:lnTo>
                <a:lnTo>
                  <a:pt x="258" y="841"/>
                </a:lnTo>
                <a:lnTo>
                  <a:pt x="257" y="841"/>
                </a:lnTo>
                <a:lnTo>
                  <a:pt x="257" y="840"/>
                </a:lnTo>
                <a:lnTo>
                  <a:pt x="258" y="840"/>
                </a:lnTo>
                <a:lnTo>
                  <a:pt x="258" y="839"/>
                </a:lnTo>
                <a:lnTo>
                  <a:pt x="257" y="838"/>
                </a:lnTo>
                <a:lnTo>
                  <a:pt x="257" y="837"/>
                </a:lnTo>
                <a:lnTo>
                  <a:pt x="258" y="837"/>
                </a:lnTo>
                <a:lnTo>
                  <a:pt x="257" y="837"/>
                </a:lnTo>
                <a:lnTo>
                  <a:pt x="257" y="839"/>
                </a:lnTo>
                <a:lnTo>
                  <a:pt x="256" y="840"/>
                </a:lnTo>
                <a:lnTo>
                  <a:pt x="255" y="842"/>
                </a:lnTo>
                <a:lnTo>
                  <a:pt x="254" y="841"/>
                </a:lnTo>
                <a:lnTo>
                  <a:pt x="254" y="842"/>
                </a:lnTo>
                <a:lnTo>
                  <a:pt x="255" y="842"/>
                </a:lnTo>
                <a:lnTo>
                  <a:pt x="253" y="844"/>
                </a:lnTo>
                <a:lnTo>
                  <a:pt x="252" y="845"/>
                </a:lnTo>
                <a:lnTo>
                  <a:pt x="252" y="844"/>
                </a:lnTo>
                <a:lnTo>
                  <a:pt x="251" y="844"/>
                </a:lnTo>
                <a:lnTo>
                  <a:pt x="251" y="845"/>
                </a:lnTo>
                <a:lnTo>
                  <a:pt x="252" y="845"/>
                </a:lnTo>
                <a:lnTo>
                  <a:pt x="252" y="846"/>
                </a:lnTo>
                <a:lnTo>
                  <a:pt x="251" y="847"/>
                </a:lnTo>
                <a:lnTo>
                  <a:pt x="252" y="847"/>
                </a:lnTo>
                <a:lnTo>
                  <a:pt x="253" y="848"/>
                </a:lnTo>
                <a:lnTo>
                  <a:pt x="253" y="847"/>
                </a:lnTo>
                <a:lnTo>
                  <a:pt x="254" y="847"/>
                </a:lnTo>
                <a:lnTo>
                  <a:pt x="255" y="848"/>
                </a:lnTo>
                <a:lnTo>
                  <a:pt x="254" y="849"/>
                </a:lnTo>
                <a:lnTo>
                  <a:pt x="254" y="850"/>
                </a:lnTo>
                <a:lnTo>
                  <a:pt x="255" y="850"/>
                </a:lnTo>
                <a:lnTo>
                  <a:pt x="256" y="850"/>
                </a:lnTo>
                <a:lnTo>
                  <a:pt x="256" y="849"/>
                </a:lnTo>
                <a:lnTo>
                  <a:pt x="256" y="848"/>
                </a:lnTo>
                <a:lnTo>
                  <a:pt x="257" y="848"/>
                </a:lnTo>
                <a:lnTo>
                  <a:pt x="258" y="848"/>
                </a:lnTo>
                <a:lnTo>
                  <a:pt x="259" y="848"/>
                </a:lnTo>
                <a:lnTo>
                  <a:pt x="259" y="849"/>
                </a:lnTo>
                <a:lnTo>
                  <a:pt x="260" y="849"/>
                </a:lnTo>
                <a:lnTo>
                  <a:pt x="260" y="848"/>
                </a:lnTo>
                <a:lnTo>
                  <a:pt x="261" y="847"/>
                </a:lnTo>
                <a:lnTo>
                  <a:pt x="262" y="847"/>
                </a:lnTo>
                <a:lnTo>
                  <a:pt x="264" y="847"/>
                </a:lnTo>
                <a:lnTo>
                  <a:pt x="265" y="848"/>
                </a:lnTo>
                <a:lnTo>
                  <a:pt x="266" y="849"/>
                </a:lnTo>
                <a:lnTo>
                  <a:pt x="268" y="850"/>
                </a:lnTo>
                <a:lnTo>
                  <a:pt x="268" y="851"/>
                </a:lnTo>
                <a:lnTo>
                  <a:pt x="267" y="851"/>
                </a:lnTo>
                <a:lnTo>
                  <a:pt x="265" y="852"/>
                </a:lnTo>
                <a:lnTo>
                  <a:pt x="264" y="852"/>
                </a:lnTo>
                <a:lnTo>
                  <a:pt x="260" y="853"/>
                </a:lnTo>
                <a:lnTo>
                  <a:pt x="259" y="854"/>
                </a:lnTo>
                <a:lnTo>
                  <a:pt x="258" y="854"/>
                </a:lnTo>
                <a:lnTo>
                  <a:pt x="256" y="856"/>
                </a:lnTo>
                <a:lnTo>
                  <a:pt x="253" y="858"/>
                </a:lnTo>
                <a:lnTo>
                  <a:pt x="252" y="859"/>
                </a:lnTo>
                <a:lnTo>
                  <a:pt x="251" y="860"/>
                </a:lnTo>
                <a:lnTo>
                  <a:pt x="251" y="859"/>
                </a:lnTo>
                <a:lnTo>
                  <a:pt x="250" y="859"/>
                </a:lnTo>
                <a:lnTo>
                  <a:pt x="249" y="859"/>
                </a:lnTo>
                <a:lnTo>
                  <a:pt x="247" y="860"/>
                </a:lnTo>
                <a:lnTo>
                  <a:pt x="246" y="861"/>
                </a:lnTo>
                <a:lnTo>
                  <a:pt x="245" y="861"/>
                </a:lnTo>
                <a:lnTo>
                  <a:pt x="244" y="862"/>
                </a:lnTo>
                <a:lnTo>
                  <a:pt x="243" y="862"/>
                </a:lnTo>
                <a:lnTo>
                  <a:pt x="242" y="862"/>
                </a:lnTo>
                <a:lnTo>
                  <a:pt x="242" y="861"/>
                </a:lnTo>
                <a:lnTo>
                  <a:pt x="241" y="861"/>
                </a:lnTo>
                <a:lnTo>
                  <a:pt x="242" y="861"/>
                </a:lnTo>
                <a:lnTo>
                  <a:pt x="242" y="862"/>
                </a:lnTo>
                <a:lnTo>
                  <a:pt x="241" y="862"/>
                </a:lnTo>
                <a:lnTo>
                  <a:pt x="240" y="862"/>
                </a:lnTo>
                <a:lnTo>
                  <a:pt x="239" y="862"/>
                </a:lnTo>
                <a:lnTo>
                  <a:pt x="238" y="862"/>
                </a:lnTo>
                <a:lnTo>
                  <a:pt x="238" y="863"/>
                </a:lnTo>
                <a:lnTo>
                  <a:pt x="237" y="863"/>
                </a:lnTo>
                <a:lnTo>
                  <a:pt x="236" y="864"/>
                </a:lnTo>
                <a:lnTo>
                  <a:pt x="235" y="865"/>
                </a:lnTo>
                <a:lnTo>
                  <a:pt x="234" y="866"/>
                </a:lnTo>
                <a:lnTo>
                  <a:pt x="233" y="867"/>
                </a:lnTo>
                <a:lnTo>
                  <a:pt x="233" y="868"/>
                </a:lnTo>
                <a:lnTo>
                  <a:pt x="232" y="868"/>
                </a:lnTo>
                <a:lnTo>
                  <a:pt x="232" y="869"/>
                </a:lnTo>
                <a:lnTo>
                  <a:pt x="230" y="869"/>
                </a:lnTo>
                <a:lnTo>
                  <a:pt x="229" y="869"/>
                </a:lnTo>
                <a:lnTo>
                  <a:pt x="228" y="869"/>
                </a:lnTo>
                <a:lnTo>
                  <a:pt x="227" y="869"/>
                </a:lnTo>
                <a:lnTo>
                  <a:pt x="226" y="869"/>
                </a:lnTo>
                <a:lnTo>
                  <a:pt x="225" y="869"/>
                </a:lnTo>
                <a:lnTo>
                  <a:pt x="225" y="868"/>
                </a:lnTo>
                <a:lnTo>
                  <a:pt x="224" y="868"/>
                </a:lnTo>
                <a:lnTo>
                  <a:pt x="223" y="868"/>
                </a:lnTo>
                <a:lnTo>
                  <a:pt x="222" y="868"/>
                </a:lnTo>
                <a:lnTo>
                  <a:pt x="221" y="869"/>
                </a:lnTo>
                <a:lnTo>
                  <a:pt x="220" y="869"/>
                </a:lnTo>
                <a:lnTo>
                  <a:pt x="219" y="868"/>
                </a:lnTo>
                <a:lnTo>
                  <a:pt x="218" y="867"/>
                </a:lnTo>
                <a:lnTo>
                  <a:pt x="217" y="867"/>
                </a:lnTo>
                <a:lnTo>
                  <a:pt x="216" y="867"/>
                </a:lnTo>
                <a:lnTo>
                  <a:pt x="215" y="868"/>
                </a:lnTo>
                <a:lnTo>
                  <a:pt x="214" y="868"/>
                </a:lnTo>
                <a:lnTo>
                  <a:pt x="214" y="867"/>
                </a:lnTo>
                <a:lnTo>
                  <a:pt x="213" y="867"/>
                </a:lnTo>
                <a:lnTo>
                  <a:pt x="212" y="867"/>
                </a:lnTo>
                <a:lnTo>
                  <a:pt x="211" y="868"/>
                </a:lnTo>
                <a:lnTo>
                  <a:pt x="209" y="868"/>
                </a:lnTo>
                <a:lnTo>
                  <a:pt x="207" y="870"/>
                </a:lnTo>
                <a:lnTo>
                  <a:pt x="205" y="871"/>
                </a:lnTo>
                <a:lnTo>
                  <a:pt x="204" y="871"/>
                </a:lnTo>
                <a:lnTo>
                  <a:pt x="203" y="872"/>
                </a:lnTo>
                <a:lnTo>
                  <a:pt x="203" y="873"/>
                </a:lnTo>
                <a:lnTo>
                  <a:pt x="202" y="873"/>
                </a:lnTo>
                <a:lnTo>
                  <a:pt x="201" y="874"/>
                </a:lnTo>
                <a:lnTo>
                  <a:pt x="200" y="875"/>
                </a:lnTo>
                <a:lnTo>
                  <a:pt x="200" y="876"/>
                </a:lnTo>
                <a:lnTo>
                  <a:pt x="199" y="877"/>
                </a:lnTo>
                <a:lnTo>
                  <a:pt x="198" y="878"/>
                </a:lnTo>
                <a:lnTo>
                  <a:pt x="197" y="879"/>
                </a:lnTo>
                <a:lnTo>
                  <a:pt x="196" y="880"/>
                </a:lnTo>
                <a:lnTo>
                  <a:pt x="196" y="881"/>
                </a:lnTo>
                <a:lnTo>
                  <a:pt x="195" y="883"/>
                </a:lnTo>
                <a:lnTo>
                  <a:pt x="194" y="884"/>
                </a:lnTo>
                <a:lnTo>
                  <a:pt x="193" y="885"/>
                </a:lnTo>
                <a:lnTo>
                  <a:pt x="192" y="887"/>
                </a:lnTo>
                <a:lnTo>
                  <a:pt x="191" y="889"/>
                </a:lnTo>
                <a:lnTo>
                  <a:pt x="190" y="890"/>
                </a:lnTo>
                <a:lnTo>
                  <a:pt x="190" y="892"/>
                </a:lnTo>
                <a:lnTo>
                  <a:pt x="189" y="893"/>
                </a:lnTo>
                <a:lnTo>
                  <a:pt x="189" y="894"/>
                </a:lnTo>
                <a:lnTo>
                  <a:pt x="189" y="896"/>
                </a:lnTo>
                <a:lnTo>
                  <a:pt x="188" y="898"/>
                </a:lnTo>
                <a:lnTo>
                  <a:pt x="187" y="900"/>
                </a:lnTo>
                <a:lnTo>
                  <a:pt x="186" y="900"/>
                </a:lnTo>
                <a:lnTo>
                  <a:pt x="185" y="901"/>
                </a:lnTo>
                <a:lnTo>
                  <a:pt x="185" y="902"/>
                </a:lnTo>
                <a:lnTo>
                  <a:pt x="184" y="903"/>
                </a:lnTo>
                <a:lnTo>
                  <a:pt x="183" y="904"/>
                </a:lnTo>
                <a:lnTo>
                  <a:pt x="182" y="905"/>
                </a:lnTo>
                <a:lnTo>
                  <a:pt x="181" y="905"/>
                </a:lnTo>
                <a:lnTo>
                  <a:pt x="180" y="905"/>
                </a:lnTo>
                <a:lnTo>
                  <a:pt x="179" y="905"/>
                </a:lnTo>
                <a:lnTo>
                  <a:pt x="179" y="904"/>
                </a:lnTo>
                <a:lnTo>
                  <a:pt x="179" y="903"/>
                </a:lnTo>
                <a:lnTo>
                  <a:pt x="178" y="903"/>
                </a:lnTo>
                <a:lnTo>
                  <a:pt x="178" y="904"/>
                </a:lnTo>
                <a:lnTo>
                  <a:pt x="179" y="905"/>
                </a:lnTo>
                <a:lnTo>
                  <a:pt x="178" y="906"/>
                </a:lnTo>
                <a:lnTo>
                  <a:pt x="175" y="906"/>
                </a:lnTo>
                <a:lnTo>
                  <a:pt x="174" y="906"/>
                </a:lnTo>
                <a:lnTo>
                  <a:pt x="172" y="906"/>
                </a:lnTo>
                <a:lnTo>
                  <a:pt x="171" y="906"/>
                </a:lnTo>
                <a:lnTo>
                  <a:pt x="170" y="905"/>
                </a:lnTo>
                <a:lnTo>
                  <a:pt x="170" y="906"/>
                </a:lnTo>
                <a:lnTo>
                  <a:pt x="168" y="906"/>
                </a:lnTo>
                <a:lnTo>
                  <a:pt x="167" y="907"/>
                </a:lnTo>
                <a:lnTo>
                  <a:pt x="166" y="908"/>
                </a:lnTo>
                <a:lnTo>
                  <a:pt x="165" y="909"/>
                </a:lnTo>
                <a:lnTo>
                  <a:pt x="164" y="909"/>
                </a:lnTo>
                <a:lnTo>
                  <a:pt x="163" y="909"/>
                </a:lnTo>
                <a:lnTo>
                  <a:pt x="163" y="908"/>
                </a:lnTo>
                <a:lnTo>
                  <a:pt x="162" y="908"/>
                </a:lnTo>
                <a:lnTo>
                  <a:pt x="161" y="907"/>
                </a:lnTo>
                <a:lnTo>
                  <a:pt x="160" y="907"/>
                </a:lnTo>
                <a:lnTo>
                  <a:pt x="159" y="907"/>
                </a:lnTo>
                <a:lnTo>
                  <a:pt x="158" y="907"/>
                </a:lnTo>
                <a:lnTo>
                  <a:pt x="156" y="907"/>
                </a:lnTo>
                <a:lnTo>
                  <a:pt x="155" y="907"/>
                </a:lnTo>
                <a:lnTo>
                  <a:pt x="155" y="908"/>
                </a:lnTo>
                <a:lnTo>
                  <a:pt x="154" y="909"/>
                </a:lnTo>
                <a:lnTo>
                  <a:pt x="153" y="909"/>
                </a:lnTo>
                <a:lnTo>
                  <a:pt x="152" y="909"/>
                </a:lnTo>
                <a:lnTo>
                  <a:pt x="151" y="909"/>
                </a:lnTo>
                <a:lnTo>
                  <a:pt x="150" y="910"/>
                </a:lnTo>
                <a:lnTo>
                  <a:pt x="150" y="911"/>
                </a:lnTo>
                <a:lnTo>
                  <a:pt x="150" y="912"/>
                </a:lnTo>
                <a:lnTo>
                  <a:pt x="150" y="913"/>
                </a:lnTo>
                <a:lnTo>
                  <a:pt x="149" y="913"/>
                </a:lnTo>
                <a:lnTo>
                  <a:pt x="148" y="913"/>
                </a:lnTo>
                <a:lnTo>
                  <a:pt x="147" y="913"/>
                </a:lnTo>
                <a:lnTo>
                  <a:pt x="146" y="913"/>
                </a:lnTo>
                <a:lnTo>
                  <a:pt x="145" y="913"/>
                </a:lnTo>
                <a:lnTo>
                  <a:pt x="145" y="912"/>
                </a:lnTo>
                <a:lnTo>
                  <a:pt x="145" y="911"/>
                </a:lnTo>
                <a:lnTo>
                  <a:pt x="146" y="910"/>
                </a:lnTo>
                <a:lnTo>
                  <a:pt x="147" y="908"/>
                </a:lnTo>
                <a:lnTo>
                  <a:pt x="147" y="907"/>
                </a:lnTo>
                <a:lnTo>
                  <a:pt x="147" y="906"/>
                </a:lnTo>
                <a:lnTo>
                  <a:pt x="148" y="905"/>
                </a:lnTo>
                <a:lnTo>
                  <a:pt x="148" y="904"/>
                </a:lnTo>
                <a:lnTo>
                  <a:pt x="148" y="903"/>
                </a:lnTo>
                <a:lnTo>
                  <a:pt x="148" y="902"/>
                </a:lnTo>
                <a:lnTo>
                  <a:pt x="147" y="902"/>
                </a:lnTo>
                <a:lnTo>
                  <a:pt x="146" y="903"/>
                </a:lnTo>
                <a:lnTo>
                  <a:pt x="145" y="902"/>
                </a:lnTo>
                <a:lnTo>
                  <a:pt x="145" y="901"/>
                </a:lnTo>
                <a:lnTo>
                  <a:pt x="144" y="900"/>
                </a:lnTo>
                <a:lnTo>
                  <a:pt x="144" y="898"/>
                </a:lnTo>
                <a:lnTo>
                  <a:pt x="143" y="898"/>
                </a:lnTo>
                <a:lnTo>
                  <a:pt x="144" y="897"/>
                </a:lnTo>
                <a:lnTo>
                  <a:pt x="144" y="895"/>
                </a:lnTo>
                <a:lnTo>
                  <a:pt x="144" y="894"/>
                </a:lnTo>
                <a:lnTo>
                  <a:pt x="145" y="894"/>
                </a:lnTo>
                <a:lnTo>
                  <a:pt x="147" y="892"/>
                </a:lnTo>
                <a:lnTo>
                  <a:pt x="148" y="891"/>
                </a:lnTo>
                <a:lnTo>
                  <a:pt x="148" y="890"/>
                </a:lnTo>
                <a:lnTo>
                  <a:pt x="147" y="889"/>
                </a:lnTo>
                <a:lnTo>
                  <a:pt x="146" y="890"/>
                </a:lnTo>
                <a:lnTo>
                  <a:pt x="145" y="890"/>
                </a:lnTo>
                <a:lnTo>
                  <a:pt x="145" y="891"/>
                </a:lnTo>
                <a:lnTo>
                  <a:pt x="144" y="890"/>
                </a:lnTo>
                <a:lnTo>
                  <a:pt x="143" y="889"/>
                </a:lnTo>
                <a:lnTo>
                  <a:pt x="142" y="888"/>
                </a:lnTo>
                <a:lnTo>
                  <a:pt x="142" y="886"/>
                </a:lnTo>
                <a:lnTo>
                  <a:pt x="143" y="885"/>
                </a:lnTo>
                <a:lnTo>
                  <a:pt x="143" y="884"/>
                </a:lnTo>
                <a:lnTo>
                  <a:pt x="143" y="882"/>
                </a:lnTo>
                <a:lnTo>
                  <a:pt x="142" y="880"/>
                </a:lnTo>
                <a:lnTo>
                  <a:pt x="143" y="880"/>
                </a:lnTo>
                <a:lnTo>
                  <a:pt x="143" y="879"/>
                </a:lnTo>
                <a:lnTo>
                  <a:pt x="144" y="878"/>
                </a:lnTo>
                <a:lnTo>
                  <a:pt x="144" y="875"/>
                </a:lnTo>
                <a:lnTo>
                  <a:pt x="144" y="874"/>
                </a:lnTo>
                <a:lnTo>
                  <a:pt x="143" y="874"/>
                </a:lnTo>
                <a:lnTo>
                  <a:pt x="143" y="876"/>
                </a:lnTo>
                <a:lnTo>
                  <a:pt x="142" y="878"/>
                </a:lnTo>
                <a:lnTo>
                  <a:pt x="141" y="878"/>
                </a:lnTo>
                <a:lnTo>
                  <a:pt x="141" y="877"/>
                </a:lnTo>
                <a:lnTo>
                  <a:pt x="140" y="877"/>
                </a:lnTo>
                <a:lnTo>
                  <a:pt x="139" y="876"/>
                </a:lnTo>
                <a:lnTo>
                  <a:pt x="137" y="875"/>
                </a:lnTo>
                <a:lnTo>
                  <a:pt x="137" y="874"/>
                </a:lnTo>
                <a:lnTo>
                  <a:pt x="136" y="874"/>
                </a:lnTo>
                <a:lnTo>
                  <a:pt x="135" y="874"/>
                </a:lnTo>
                <a:lnTo>
                  <a:pt x="135" y="873"/>
                </a:lnTo>
                <a:lnTo>
                  <a:pt x="135" y="872"/>
                </a:lnTo>
                <a:lnTo>
                  <a:pt x="134" y="871"/>
                </a:lnTo>
                <a:lnTo>
                  <a:pt x="134" y="870"/>
                </a:lnTo>
                <a:lnTo>
                  <a:pt x="133" y="869"/>
                </a:lnTo>
                <a:lnTo>
                  <a:pt x="133" y="870"/>
                </a:lnTo>
                <a:lnTo>
                  <a:pt x="132" y="869"/>
                </a:lnTo>
                <a:lnTo>
                  <a:pt x="131" y="870"/>
                </a:lnTo>
                <a:lnTo>
                  <a:pt x="132" y="871"/>
                </a:lnTo>
                <a:lnTo>
                  <a:pt x="134" y="871"/>
                </a:lnTo>
                <a:lnTo>
                  <a:pt x="134" y="872"/>
                </a:lnTo>
                <a:lnTo>
                  <a:pt x="134" y="873"/>
                </a:lnTo>
                <a:lnTo>
                  <a:pt x="134" y="874"/>
                </a:lnTo>
                <a:lnTo>
                  <a:pt x="135" y="875"/>
                </a:lnTo>
                <a:lnTo>
                  <a:pt x="135" y="876"/>
                </a:lnTo>
                <a:lnTo>
                  <a:pt x="136" y="877"/>
                </a:lnTo>
                <a:lnTo>
                  <a:pt x="137" y="877"/>
                </a:lnTo>
                <a:lnTo>
                  <a:pt x="137" y="878"/>
                </a:lnTo>
                <a:lnTo>
                  <a:pt x="137" y="879"/>
                </a:lnTo>
                <a:lnTo>
                  <a:pt x="138" y="881"/>
                </a:lnTo>
                <a:lnTo>
                  <a:pt x="138" y="882"/>
                </a:lnTo>
                <a:lnTo>
                  <a:pt x="139" y="882"/>
                </a:lnTo>
                <a:lnTo>
                  <a:pt x="139" y="883"/>
                </a:lnTo>
                <a:lnTo>
                  <a:pt x="140" y="885"/>
                </a:lnTo>
                <a:lnTo>
                  <a:pt x="140" y="886"/>
                </a:lnTo>
                <a:lnTo>
                  <a:pt x="139" y="886"/>
                </a:lnTo>
                <a:lnTo>
                  <a:pt x="138" y="886"/>
                </a:lnTo>
                <a:lnTo>
                  <a:pt x="137" y="886"/>
                </a:lnTo>
                <a:lnTo>
                  <a:pt x="136" y="886"/>
                </a:lnTo>
                <a:lnTo>
                  <a:pt x="136" y="887"/>
                </a:lnTo>
                <a:lnTo>
                  <a:pt x="136" y="888"/>
                </a:lnTo>
                <a:lnTo>
                  <a:pt x="137" y="889"/>
                </a:lnTo>
                <a:lnTo>
                  <a:pt x="138" y="890"/>
                </a:lnTo>
                <a:lnTo>
                  <a:pt x="138" y="889"/>
                </a:lnTo>
                <a:lnTo>
                  <a:pt x="138" y="887"/>
                </a:lnTo>
                <a:lnTo>
                  <a:pt x="139" y="887"/>
                </a:lnTo>
                <a:lnTo>
                  <a:pt x="139" y="886"/>
                </a:lnTo>
                <a:lnTo>
                  <a:pt x="140" y="886"/>
                </a:lnTo>
                <a:lnTo>
                  <a:pt x="140" y="889"/>
                </a:lnTo>
                <a:lnTo>
                  <a:pt x="141" y="890"/>
                </a:lnTo>
                <a:lnTo>
                  <a:pt x="141" y="891"/>
                </a:lnTo>
                <a:lnTo>
                  <a:pt x="141" y="893"/>
                </a:lnTo>
                <a:lnTo>
                  <a:pt x="140" y="893"/>
                </a:lnTo>
                <a:lnTo>
                  <a:pt x="140" y="894"/>
                </a:lnTo>
                <a:lnTo>
                  <a:pt x="139" y="896"/>
                </a:lnTo>
                <a:lnTo>
                  <a:pt x="139" y="897"/>
                </a:lnTo>
                <a:lnTo>
                  <a:pt x="138" y="897"/>
                </a:lnTo>
                <a:lnTo>
                  <a:pt x="137" y="896"/>
                </a:lnTo>
                <a:lnTo>
                  <a:pt x="137" y="897"/>
                </a:lnTo>
                <a:lnTo>
                  <a:pt x="137" y="898"/>
                </a:lnTo>
                <a:lnTo>
                  <a:pt x="137" y="899"/>
                </a:lnTo>
                <a:lnTo>
                  <a:pt x="138" y="900"/>
                </a:lnTo>
                <a:lnTo>
                  <a:pt x="138" y="901"/>
                </a:lnTo>
                <a:lnTo>
                  <a:pt x="139" y="900"/>
                </a:lnTo>
                <a:lnTo>
                  <a:pt x="138" y="900"/>
                </a:lnTo>
                <a:lnTo>
                  <a:pt x="138" y="899"/>
                </a:lnTo>
                <a:lnTo>
                  <a:pt x="139" y="900"/>
                </a:lnTo>
                <a:lnTo>
                  <a:pt x="140" y="900"/>
                </a:lnTo>
                <a:lnTo>
                  <a:pt x="140" y="901"/>
                </a:lnTo>
                <a:lnTo>
                  <a:pt x="141" y="901"/>
                </a:lnTo>
                <a:lnTo>
                  <a:pt x="140" y="902"/>
                </a:lnTo>
                <a:lnTo>
                  <a:pt x="141" y="903"/>
                </a:lnTo>
                <a:lnTo>
                  <a:pt x="142" y="903"/>
                </a:lnTo>
                <a:lnTo>
                  <a:pt x="143" y="904"/>
                </a:lnTo>
                <a:lnTo>
                  <a:pt x="144" y="906"/>
                </a:lnTo>
                <a:lnTo>
                  <a:pt x="143" y="907"/>
                </a:lnTo>
                <a:lnTo>
                  <a:pt x="143" y="908"/>
                </a:lnTo>
                <a:lnTo>
                  <a:pt x="143" y="909"/>
                </a:lnTo>
                <a:lnTo>
                  <a:pt x="142" y="909"/>
                </a:lnTo>
                <a:lnTo>
                  <a:pt x="142" y="910"/>
                </a:lnTo>
                <a:lnTo>
                  <a:pt x="142" y="911"/>
                </a:lnTo>
                <a:lnTo>
                  <a:pt x="142" y="912"/>
                </a:lnTo>
                <a:lnTo>
                  <a:pt x="142" y="914"/>
                </a:lnTo>
                <a:lnTo>
                  <a:pt x="142" y="915"/>
                </a:lnTo>
                <a:lnTo>
                  <a:pt x="141" y="915"/>
                </a:lnTo>
                <a:lnTo>
                  <a:pt x="141" y="916"/>
                </a:lnTo>
                <a:lnTo>
                  <a:pt x="141" y="917"/>
                </a:lnTo>
                <a:lnTo>
                  <a:pt x="140" y="918"/>
                </a:lnTo>
                <a:lnTo>
                  <a:pt x="140" y="919"/>
                </a:lnTo>
                <a:lnTo>
                  <a:pt x="140" y="921"/>
                </a:lnTo>
                <a:lnTo>
                  <a:pt x="140" y="922"/>
                </a:lnTo>
                <a:lnTo>
                  <a:pt x="141" y="923"/>
                </a:lnTo>
                <a:lnTo>
                  <a:pt x="140" y="923"/>
                </a:lnTo>
                <a:lnTo>
                  <a:pt x="139" y="924"/>
                </a:lnTo>
                <a:lnTo>
                  <a:pt x="139" y="925"/>
                </a:lnTo>
                <a:lnTo>
                  <a:pt x="138" y="926"/>
                </a:lnTo>
                <a:lnTo>
                  <a:pt x="137" y="925"/>
                </a:lnTo>
                <a:lnTo>
                  <a:pt x="136" y="924"/>
                </a:lnTo>
                <a:lnTo>
                  <a:pt x="135" y="923"/>
                </a:lnTo>
                <a:lnTo>
                  <a:pt x="134" y="924"/>
                </a:lnTo>
                <a:lnTo>
                  <a:pt x="133" y="925"/>
                </a:lnTo>
                <a:lnTo>
                  <a:pt x="133" y="926"/>
                </a:lnTo>
                <a:lnTo>
                  <a:pt x="132" y="925"/>
                </a:lnTo>
                <a:lnTo>
                  <a:pt x="132" y="926"/>
                </a:lnTo>
                <a:lnTo>
                  <a:pt x="132" y="927"/>
                </a:lnTo>
                <a:lnTo>
                  <a:pt x="132" y="928"/>
                </a:lnTo>
                <a:lnTo>
                  <a:pt x="131" y="929"/>
                </a:lnTo>
                <a:lnTo>
                  <a:pt x="131" y="930"/>
                </a:lnTo>
                <a:lnTo>
                  <a:pt x="130" y="930"/>
                </a:lnTo>
                <a:lnTo>
                  <a:pt x="129" y="930"/>
                </a:lnTo>
                <a:lnTo>
                  <a:pt x="129" y="931"/>
                </a:lnTo>
                <a:lnTo>
                  <a:pt x="128" y="931"/>
                </a:lnTo>
                <a:lnTo>
                  <a:pt x="127" y="931"/>
                </a:lnTo>
                <a:lnTo>
                  <a:pt x="126" y="931"/>
                </a:lnTo>
                <a:lnTo>
                  <a:pt x="126" y="930"/>
                </a:lnTo>
                <a:lnTo>
                  <a:pt x="126" y="929"/>
                </a:lnTo>
                <a:lnTo>
                  <a:pt x="125" y="929"/>
                </a:lnTo>
                <a:lnTo>
                  <a:pt x="125" y="930"/>
                </a:lnTo>
                <a:lnTo>
                  <a:pt x="124" y="930"/>
                </a:lnTo>
                <a:lnTo>
                  <a:pt x="123" y="931"/>
                </a:lnTo>
                <a:lnTo>
                  <a:pt x="122" y="931"/>
                </a:lnTo>
                <a:lnTo>
                  <a:pt x="123" y="931"/>
                </a:lnTo>
                <a:lnTo>
                  <a:pt x="123" y="932"/>
                </a:lnTo>
                <a:lnTo>
                  <a:pt x="122" y="932"/>
                </a:lnTo>
                <a:lnTo>
                  <a:pt x="121" y="933"/>
                </a:lnTo>
                <a:lnTo>
                  <a:pt x="120" y="933"/>
                </a:lnTo>
                <a:lnTo>
                  <a:pt x="120" y="932"/>
                </a:lnTo>
                <a:lnTo>
                  <a:pt x="119" y="933"/>
                </a:lnTo>
                <a:lnTo>
                  <a:pt x="118" y="933"/>
                </a:lnTo>
                <a:lnTo>
                  <a:pt x="117" y="934"/>
                </a:lnTo>
                <a:lnTo>
                  <a:pt x="116" y="934"/>
                </a:lnTo>
                <a:lnTo>
                  <a:pt x="116" y="935"/>
                </a:lnTo>
                <a:lnTo>
                  <a:pt x="115" y="935"/>
                </a:lnTo>
                <a:lnTo>
                  <a:pt x="113" y="936"/>
                </a:lnTo>
                <a:lnTo>
                  <a:pt x="113" y="935"/>
                </a:lnTo>
                <a:lnTo>
                  <a:pt x="112" y="934"/>
                </a:lnTo>
                <a:lnTo>
                  <a:pt x="111" y="934"/>
                </a:lnTo>
                <a:lnTo>
                  <a:pt x="110" y="934"/>
                </a:lnTo>
                <a:lnTo>
                  <a:pt x="109" y="934"/>
                </a:lnTo>
                <a:lnTo>
                  <a:pt x="110" y="934"/>
                </a:lnTo>
                <a:lnTo>
                  <a:pt x="110" y="935"/>
                </a:lnTo>
                <a:lnTo>
                  <a:pt x="111" y="936"/>
                </a:lnTo>
                <a:lnTo>
                  <a:pt x="111" y="937"/>
                </a:lnTo>
                <a:lnTo>
                  <a:pt x="111" y="938"/>
                </a:lnTo>
                <a:lnTo>
                  <a:pt x="110" y="939"/>
                </a:lnTo>
                <a:lnTo>
                  <a:pt x="110" y="940"/>
                </a:lnTo>
                <a:lnTo>
                  <a:pt x="109" y="940"/>
                </a:lnTo>
                <a:lnTo>
                  <a:pt x="109" y="941"/>
                </a:lnTo>
                <a:lnTo>
                  <a:pt x="110" y="941"/>
                </a:lnTo>
                <a:lnTo>
                  <a:pt x="110" y="942"/>
                </a:lnTo>
                <a:lnTo>
                  <a:pt x="109" y="943"/>
                </a:lnTo>
                <a:lnTo>
                  <a:pt x="109" y="944"/>
                </a:lnTo>
                <a:lnTo>
                  <a:pt x="108" y="944"/>
                </a:lnTo>
                <a:lnTo>
                  <a:pt x="108" y="945"/>
                </a:lnTo>
                <a:lnTo>
                  <a:pt x="108" y="946"/>
                </a:lnTo>
                <a:lnTo>
                  <a:pt x="107" y="947"/>
                </a:lnTo>
                <a:lnTo>
                  <a:pt x="106" y="946"/>
                </a:lnTo>
                <a:lnTo>
                  <a:pt x="106" y="945"/>
                </a:lnTo>
                <a:lnTo>
                  <a:pt x="106" y="944"/>
                </a:lnTo>
                <a:lnTo>
                  <a:pt x="106" y="943"/>
                </a:lnTo>
                <a:lnTo>
                  <a:pt x="105" y="942"/>
                </a:lnTo>
                <a:lnTo>
                  <a:pt x="105" y="941"/>
                </a:lnTo>
                <a:lnTo>
                  <a:pt x="105" y="940"/>
                </a:lnTo>
                <a:lnTo>
                  <a:pt x="105" y="939"/>
                </a:lnTo>
                <a:lnTo>
                  <a:pt x="105" y="938"/>
                </a:lnTo>
                <a:lnTo>
                  <a:pt x="105" y="937"/>
                </a:lnTo>
                <a:lnTo>
                  <a:pt x="105" y="934"/>
                </a:lnTo>
                <a:lnTo>
                  <a:pt x="106" y="934"/>
                </a:lnTo>
                <a:lnTo>
                  <a:pt x="106" y="933"/>
                </a:lnTo>
                <a:lnTo>
                  <a:pt x="107" y="933"/>
                </a:lnTo>
                <a:lnTo>
                  <a:pt x="105" y="932"/>
                </a:lnTo>
                <a:lnTo>
                  <a:pt x="104" y="932"/>
                </a:lnTo>
                <a:lnTo>
                  <a:pt x="104" y="931"/>
                </a:lnTo>
                <a:lnTo>
                  <a:pt x="103" y="931"/>
                </a:lnTo>
                <a:lnTo>
                  <a:pt x="103" y="932"/>
                </a:lnTo>
                <a:lnTo>
                  <a:pt x="102" y="932"/>
                </a:lnTo>
                <a:lnTo>
                  <a:pt x="102" y="933"/>
                </a:lnTo>
                <a:lnTo>
                  <a:pt x="103" y="934"/>
                </a:lnTo>
                <a:lnTo>
                  <a:pt x="103" y="937"/>
                </a:lnTo>
                <a:lnTo>
                  <a:pt x="103" y="938"/>
                </a:lnTo>
                <a:lnTo>
                  <a:pt x="104" y="938"/>
                </a:lnTo>
                <a:lnTo>
                  <a:pt x="104" y="939"/>
                </a:lnTo>
                <a:lnTo>
                  <a:pt x="104" y="940"/>
                </a:lnTo>
                <a:lnTo>
                  <a:pt x="103" y="940"/>
                </a:lnTo>
                <a:lnTo>
                  <a:pt x="103" y="941"/>
                </a:lnTo>
                <a:lnTo>
                  <a:pt x="101" y="941"/>
                </a:lnTo>
                <a:lnTo>
                  <a:pt x="100" y="941"/>
                </a:lnTo>
                <a:lnTo>
                  <a:pt x="99" y="941"/>
                </a:lnTo>
                <a:lnTo>
                  <a:pt x="99" y="942"/>
                </a:lnTo>
                <a:lnTo>
                  <a:pt x="100" y="941"/>
                </a:lnTo>
                <a:lnTo>
                  <a:pt x="100" y="942"/>
                </a:lnTo>
                <a:lnTo>
                  <a:pt x="101" y="942"/>
                </a:lnTo>
                <a:lnTo>
                  <a:pt x="102" y="942"/>
                </a:lnTo>
                <a:lnTo>
                  <a:pt x="103" y="942"/>
                </a:lnTo>
                <a:lnTo>
                  <a:pt x="103" y="943"/>
                </a:lnTo>
                <a:lnTo>
                  <a:pt x="102" y="944"/>
                </a:lnTo>
                <a:lnTo>
                  <a:pt x="102" y="945"/>
                </a:lnTo>
                <a:lnTo>
                  <a:pt x="102" y="946"/>
                </a:lnTo>
                <a:lnTo>
                  <a:pt x="101" y="945"/>
                </a:lnTo>
                <a:lnTo>
                  <a:pt x="101" y="946"/>
                </a:lnTo>
                <a:lnTo>
                  <a:pt x="100" y="946"/>
                </a:lnTo>
                <a:lnTo>
                  <a:pt x="100" y="948"/>
                </a:lnTo>
                <a:lnTo>
                  <a:pt x="100" y="949"/>
                </a:lnTo>
                <a:lnTo>
                  <a:pt x="98" y="952"/>
                </a:lnTo>
                <a:lnTo>
                  <a:pt x="98" y="953"/>
                </a:lnTo>
                <a:lnTo>
                  <a:pt x="98" y="954"/>
                </a:lnTo>
                <a:lnTo>
                  <a:pt x="99" y="954"/>
                </a:lnTo>
                <a:lnTo>
                  <a:pt x="99" y="955"/>
                </a:lnTo>
                <a:lnTo>
                  <a:pt x="100" y="955"/>
                </a:lnTo>
                <a:lnTo>
                  <a:pt x="99" y="955"/>
                </a:lnTo>
                <a:lnTo>
                  <a:pt x="98" y="955"/>
                </a:lnTo>
                <a:lnTo>
                  <a:pt x="97" y="956"/>
                </a:lnTo>
                <a:lnTo>
                  <a:pt x="97" y="957"/>
                </a:lnTo>
                <a:lnTo>
                  <a:pt x="97" y="958"/>
                </a:lnTo>
                <a:lnTo>
                  <a:pt x="96" y="958"/>
                </a:lnTo>
                <a:lnTo>
                  <a:pt x="96" y="957"/>
                </a:lnTo>
                <a:lnTo>
                  <a:pt x="95" y="957"/>
                </a:lnTo>
                <a:lnTo>
                  <a:pt x="95" y="958"/>
                </a:lnTo>
                <a:lnTo>
                  <a:pt x="94" y="958"/>
                </a:lnTo>
                <a:lnTo>
                  <a:pt x="95" y="958"/>
                </a:lnTo>
                <a:lnTo>
                  <a:pt x="95" y="959"/>
                </a:lnTo>
                <a:lnTo>
                  <a:pt x="96" y="959"/>
                </a:lnTo>
                <a:lnTo>
                  <a:pt x="97" y="959"/>
                </a:lnTo>
                <a:lnTo>
                  <a:pt x="97" y="960"/>
                </a:lnTo>
                <a:lnTo>
                  <a:pt x="97" y="961"/>
                </a:lnTo>
                <a:lnTo>
                  <a:pt x="97" y="962"/>
                </a:lnTo>
                <a:lnTo>
                  <a:pt x="97" y="963"/>
                </a:lnTo>
                <a:lnTo>
                  <a:pt x="97" y="964"/>
                </a:lnTo>
                <a:lnTo>
                  <a:pt x="96" y="965"/>
                </a:lnTo>
                <a:lnTo>
                  <a:pt x="96" y="966"/>
                </a:lnTo>
                <a:lnTo>
                  <a:pt x="96" y="967"/>
                </a:lnTo>
                <a:lnTo>
                  <a:pt x="96" y="968"/>
                </a:lnTo>
                <a:lnTo>
                  <a:pt x="96" y="969"/>
                </a:lnTo>
                <a:lnTo>
                  <a:pt x="96" y="970"/>
                </a:lnTo>
                <a:lnTo>
                  <a:pt x="97" y="970"/>
                </a:lnTo>
                <a:lnTo>
                  <a:pt x="97" y="972"/>
                </a:lnTo>
                <a:lnTo>
                  <a:pt x="97" y="973"/>
                </a:lnTo>
                <a:lnTo>
                  <a:pt x="98" y="974"/>
                </a:lnTo>
                <a:lnTo>
                  <a:pt x="98" y="975"/>
                </a:lnTo>
                <a:lnTo>
                  <a:pt x="99" y="975"/>
                </a:lnTo>
                <a:lnTo>
                  <a:pt x="100" y="977"/>
                </a:lnTo>
                <a:lnTo>
                  <a:pt x="100" y="978"/>
                </a:lnTo>
                <a:lnTo>
                  <a:pt x="100" y="979"/>
                </a:lnTo>
                <a:lnTo>
                  <a:pt x="101" y="979"/>
                </a:lnTo>
                <a:lnTo>
                  <a:pt x="101" y="980"/>
                </a:lnTo>
                <a:lnTo>
                  <a:pt x="102" y="980"/>
                </a:lnTo>
                <a:lnTo>
                  <a:pt x="102" y="981"/>
                </a:lnTo>
                <a:lnTo>
                  <a:pt x="102" y="982"/>
                </a:lnTo>
                <a:lnTo>
                  <a:pt x="103" y="982"/>
                </a:lnTo>
                <a:lnTo>
                  <a:pt x="103" y="983"/>
                </a:lnTo>
                <a:lnTo>
                  <a:pt x="102" y="984"/>
                </a:lnTo>
                <a:lnTo>
                  <a:pt x="101" y="984"/>
                </a:lnTo>
                <a:lnTo>
                  <a:pt x="100" y="986"/>
                </a:lnTo>
                <a:lnTo>
                  <a:pt x="100" y="987"/>
                </a:lnTo>
                <a:lnTo>
                  <a:pt x="101" y="986"/>
                </a:lnTo>
                <a:lnTo>
                  <a:pt x="102" y="986"/>
                </a:lnTo>
                <a:lnTo>
                  <a:pt x="103" y="985"/>
                </a:lnTo>
                <a:lnTo>
                  <a:pt x="104" y="985"/>
                </a:lnTo>
                <a:lnTo>
                  <a:pt x="105" y="985"/>
                </a:lnTo>
                <a:lnTo>
                  <a:pt x="106" y="984"/>
                </a:lnTo>
                <a:lnTo>
                  <a:pt x="107" y="984"/>
                </a:lnTo>
                <a:lnTo>
                  <a:pt x="109" y="983"/>
                </a:lnTo>
                <a:lnTo>
                  <a:pt x="110" y="983"/>
                </a:lnTo>
                <a:lnTo>
                  <a:pt x="111" y="983"/>
                </a:lnTo>
                <a:lnTo>
                  <a:pt x="112" y="983"/>
                </a:lnTo>
                <a:lnTo>
                  <a:pt x="112" y="984"/>
                </a:lnTo>
                <a:lnTo>
                  <a:pt x="113" y="984"/>
                </a:lnTo>
                <a:lnTo>
                  <a:pt x="113" y="985"/>
                </a:lnTo>
                <a:lnTo>
                  <a:pt x="114" y="985"/>
                </a:lnTo>
                <a:lnTo>
                  <a:pt x="115" y="985"/>
                </a:lnTo>
                <a:lnTo>
                  <a:pt x="116" y="985"/>
                </a:lnTo>
                <a:lnTo>
                  <a:pt x="116" y="986"/>
                </a:lnTo>
                <a:lnTo>
                  <a:pt x="117" y="986"/>
                </a:lnTo>
                <a:lnTo>
                  <a:pt x="117" y="985"/>
                </a:lnTo>
                <a:lnTo>
                  <a:pt x="118" y="985"/>
                </a:lnTo>
                <a:lnTo>
                  <a:pt x="119" y="985"/>
                </a:lnTo>
                <a:lnTo>
                  <a:pt x="120" y="985"/>
                </a:lnTo>
                <a:lnTo>
                  <a:pt x="121" y="984"/>
                </a:lnTo>
                <a:lnTo>
                  <a:pt x="122" y="984"/>
                </a:lnTo>
                <a:lnTo>
                  <a:pt x="126" y="983"/>
                </a:lnTo>
                <a:lnTo>
                  <a:pt x="127" y="983"/>
                </a:lnTo>
                <a:lnTo>
                  <a:pt x="128" y="983"/>
                </a:lnTo>
                <a:lnTo>
                  <a:pt x="129" y="984"/>
                </a:lnTo>
                <a:lnTo>
                  <a:pt x="129" y="985"/>
                </a:lnTo>
                <a:lnTo>
                  <a:pt x="130" y="985"/>
                </a:lnTo>
                <a:lnTo>
                  <a:pt x="131" y="985"/>
                </a:lnTo>
                <a:lnTo>
                  <a:pt x="131" y="986"/>
                </a:lnTo>
                <a:lnTo>
                  <a:pt x="132" y="987"/>
                </a:lnTo>
                <a:lnTo>
                  <a:pt x="133" y="987"/>
                </a:lnTo>
                <a:lnTo>
                  <a:pt x="134" y="987"/>
                </a:lnTo>
                <a:lnTo>
                  <a:pt x="135" y="987"/>
                </a:lnTo>
                <a:lnTo>
                  <a:pt x="136" y="988"/>
                </a:lnTo>
                <a:lnTo>
                  <a:pt x="137" y="988"/>
                </a:lnTo>
                <a:lnTo>
                  <a:pt x="138" y="988"/>
                </a:lnTo>
                <a:lnTo>
                  <a:pt x="139" y="989"/>
                </a:lnTo>
                <a:lnTo>
                  <a:pt x="140" y="989"/>
                </a:lnTo>
                <a:lnTo>
                  <a:pt x="139" y="989"/>
                </a:lnTo>
                <a:lnTo>
                  <a:pt x="139" y="988"/>
                </a:lnTo>
                <a:lnTo>
                  <a:pt x="138" y="988"/>
                </a:lnTo>
                <a:lnTo>
                  <a:pt x="138" y="987"/>
                </a:lnTo>
                <a:lnTo>
                  <a:pt x="139" y="987"/>
                </a:lnTo>
                <a:lnTo>
                  <a:pt x="139" y="988"/>
                </a:lnTo>
                <a:lnTo>
                  <a:pt x="140" y="988"/>
                </a:lnTo>
                <a:lnTo>
                  <a:pt x="141" y="988"/>
                </a:lnTo>
                <a:lnTo>
                  <a:pt x="141" y="990"/>
                </a:lnTo>
                <a:lnTo>
                  <a:pt x="141" y="991"/>
                </a:lnTo>
                <a:lnTo>
                  <a:pt x="141" y="992"/>
                </a:lnTo>
                <a:lnTo>
                  <a:pt x="141" y="993"/>
                </a:lnTo>
                <a:lnTo>
                  <a:pt x="140" y="993"/>
                </a:lnTo>
                <a:lnTo>
                  <a:pt x="140" y="994"/>
                </a:lnTo>
                <a:lnTo>
                  <a:pt x="141" y="994"/>
                </a:lnTo>
                <a:lnTo>
                  <a:pt x="142" y="994"/>
                </a:lnTo>
                <a:lnTo>
                  <a:pt x="142" y="995"/>
                </a:lnTo>
                <a:lnTo>
                  <a:pt x="142" y="996"/>
                </a:lnTo>
                <a:lnTo>
                  <a:pt x="142" y="997"/>
                </a:lnTo>
                <a:lnTo>
                  <a:pt x="142" y="998"/>
                </a:lnTo>
                <a:lnTo>
                  <a:pt x="143" y="999"/>
                </a:lnTo>
                <a:lnTo>
                  <a:pt x="143" y="1002"/>
                </a:lnTo>
                <a:lnTo>
                  <a:pt x="143" y="1003"/>
                </a:lnTo>
                <a:lnTo>
                  <a:pt x="142" y="1003"/>
                </a:lnTo>
                <a:lnTo>
                  <a:pt x="142" y="1004"/>
                </a:lnTo>
                <a:lnTo>
                  <a:pt x="142" y="1005"/>
                </a:lnTo>
                <a:lnTo>
                  <a:pt x="142" y="1007"/>
                </a:lnTo>
                <a:lnTo>
                  <a:pt x="142" y="1008"/>
                </a:lnTo>
                <a:lnTo>
                  <a:pt x="142" y="1009"/>
                </a:lnTo>
                <a:lnTo>
                  <a:pt x="141" y="1009"/>
                </a:lnTo>
                <a:lnTo>
                  <a:pt x="141" y="1010"/>
                </a:lnTo>
                <a:lnTo>
                  <a:pt x="140" y="1010"/>
                </a:lnTo>
                <a:lnTo>
                  <a:pt x="140" y="1011"/>
                </a:lnTo>
                <a:lnTo>
                  <a:pt x="139" y="1011"/>
                </a:lnTo>
                <a:lnTo>
                  <a:pt x="138" y="1010"/>
                </a:lnTo>
                <a:lnTo>
                  <a:pt x="137" y="1010"/>
                </a:lnTo>
                <a:lnTo>
                  <a:pt x="136" y="1010"/>
                </a:lnTo>
                <a:lnTo>
                  <a:pt x="136" y="1009"/>
                </a:lnTo>
                <a:lnTo>
                  <a:pt x="136" y="1008"/>
                </a:lnTo>
                <a:lnTo>
                  <a:pt x="135" y="1008"/>
                </a:lnTo>
                <a:lnTo>
                  <a:pt x="134" y="1007"/>
                </a:lnTo>
                <a:lnTo>
                  <a:pt x="134" y="1006"/>
                </a:lnTo>
                <a:lnTo>
                  <a:pt x="133" y="1006"/>
                </a:lnTo>
                <a:lnTo>
                  <a:pt x="133" y="1005"/>
                </a:lnTo>
                <a:lnTo>
                  <a:pt x="133" y="1004"/>
                </a:lnTo>
                <a:lnTo>
                  <a:pt x="132" y="1004"/>
                </a:lnTo>
                <a:lnTo>
                  <a:pt x="132" y="1003"/>
                </a:lnTo>
                <a:lnTo>
                  <a:pt x="132" y="1002"/>
                </a:lnTo>
                <a:lnTo>
                  <a:pt x="132" y="1001"/>
                </a:lnTo>
                <a:lnTo>
                  <a:pt x="131" y="1001"/>
                </a:lnTo>
                <a:lnTo>
                  <a:pt x="131" y="1000"/>
                </a:lnTo>
                <a:lnTo>
                  <a:pt x="131" y="999"/>
                </a:lnTo>
                <a:lnTo>
                  <a:pt x="130" y="999"/>
                </a:lnTo>
                <a:lnTo>
                  <a:pt x="130" y="998"/>
                </a:lnTo>
                <a:lnTo>
                  <a:pt x="130" y="997"/>
                </a:lnTo>
                <a:lnTo>
                  <a:pt x="129" y="997"/>
                </a:lnTo>
                <a:lnTo>
                  <a:pt x="130" y="997"/>
                </a:lnTo>
                <a:lnTo>
                  <a:pt x="130" y="998"/>
                </a:lnTo>
                <a:lnTo>
                  <a:pt x="130" y="999"/>
                </a:lnTo>
                <a:lnTo>
                  <a:pt x="130" y="1000"/>
                </a:lnTo>
                <a:lnTo>
                  <a:pt x="131" y="1000"/>
                </a:lnTo>
                <a:lnTo>
                  <a:pt x="131" y="1002"/>
                </a:lnTo>
                <a:lnTo>
                  <a:pt x="131" y="1003"/>
                </a:lnTo>
                <a:lnTo>
                  <a:pt x="131" y="1004"/>
                </a:lnTo>
                <a:lnTo>
                  <a:pt x="130" y="1004"/>
                </a:lnTo>
                <a:lnTo>
                  <a:pt x="129" y="1004"/>
                </a:lnTo>
                <a:lnTo>
                  <a:pt x="128" y="1004"/>
                </a:lnTo>
                <a:lnTo>
                  <a:pt x="128" y="1005"/>
                </a:lnTo>
                <a:lnTo>
                  <a:pt x="127" y="1005"/>
                </a:lnTo>
                <a:lnTo>
                  <a:pt x="128" y="1005"/>
                </a:lnTo>
                <a:lnTo>
                  <a:pt x="127" y="1004"/>
                </a:lnTo>
                <a:lnTo>
                  <a:pt x="127" y="1005"/>
                </a:lnTo>
                <a:lnTo>
                  <a:pt x="128" y="1005"/>
                </a:lnTo>
                <a:lnTo>
                  <a:pt x="128" y="1006"/>
                </a:lnTo>
                <a:lnTo>
                  <a:pt x="127" y="1006"/>
                </a:lnTo>
                <a:lnTo>
                  <a:pt x="127" y="1007"/>
                </a:lnTo>
                <a:lnTo>
                  <a:pt x="127" y="1006"/>
                </a:lnTo>
                <a:lnTo>
                  <a:pt x="126" y="1006"/>
                </a:lnTo>
                <a:lnTo>
                  <a:pt x="126" y="1007"/>
                </a:lnTo>
                <a:lnTo>
                  <a:pt x="127" y="1007"/>
                </a:lnTo>
                <a:lnTo>
                  <a:pt x="128" y="1007"/>
                </a:lnTo>
                <a:lnTo>
                  <a:pt x="128" y="1006"/>
                </a:lnTo>
                <a:lnTo>
                  <a:pt x="128" y="1005"/>
                </a:lnTo>
                <a:lnTo>
                  <a:pt x="129" y="1005"/>
                </a:lnTo>
                <a:lnTo>
                  <a:pt x="130" y="1005"/>
                </a:lnTo>
                <a:lnTo>
                  <a:pt x="130" y="1004"/>
                </a:lnTo>
                <a:lnTo>
                  <a:pt x="130" y="1005"/>
                </a:lnTo>
                <a:lnTo>
                  <a:pt x="131" y="1005"/>
                </a:lnTo>
                <a:lnTo>
                  <a:pt x="131" y="1006"/>
                </a:lnTo>
                <a:lnTo>
                  <a:pt x="131" y="1007"/>
                </a:lnTo>
                <a:lnTo>
                  <a:pt x="130" y="1007"/>
                </a:lnTo>
                <a:lnTo>
                  <a:pt x="131" y="1007"/>
                </a:lnTo>
                <a:lnTo>
                  <a:pt x="131" y="1008"/>
                </a:lnTo>
                <a:lnTo>
                  <a:pt x="130" y="1008"/>
                </a:lnTo>
                <a:lnTo>
                  <a:pt x="130" y="1007"/>
                </a:lnTo>
                <a:lnTo>
                  <a:pt x="130" y="1008"/>
                </a:lnTo>
                <a:lnTo>
                  <a:pt x="130" y="1009"/>
                </a:lnTo>
                <a:lnTo>
                  <a:pt x="131" y="1009"/>
                </a:lnTo>
                <a:lnTo>
                  <a:pt x="132" y="1011"/>
                </a:lnTo>
                <a:lnTo>
                  <a:pt x="132" y="1012"/>
                </a:lnTo>
                <a:lnTo>
                  <a:pt x="132" y="1013"/>
                </a:lnTo>
                <a:lnTo>
                  <a:pt x="131" y="1013"/>
                </a:lnTo>
                <a:lnTo>
                  <a:pt x="131" y="1014"/>
                </a:lnTo>
                <a:lnTo>
                  <a:pt x="130" y="1014"/>
                </a:lnTo>
                <a:lnTo>
                  <a:pt x="129" y="1014"/>
                </a:lnTo>
                <a:lnTo>
                  <a:pt x="129" y="1015"/>
                </a:lnTo>
                <a:lnTo>
                  <a:pt x="128" y="1015"/>
                </a:lnTo>
                <a:lnTo>
                  <a:pt x="127" y="1015"/>
                </a:lnTo>
                <a:lnTo>
                  <a:pt x="127" y="1016"/>
                </a:lnTo>
                <a:lnTo>
                  <a:pt x="126" y="1016"/>
                </a:lnTo>
                <a:lnTo>
                  <a:pt x="126" y="1017"/>
                </a:lnTo>
                <a:lnTo>
                  <a:pt x="126" y="1016"/>
                </a:lnTo>
                <a:lnTo>
                  <a:pt x="125" y="1016"/>
                </a:lnTo>
                <a:lnTo>
                  <a:pt x="125" y="1017"/>
                </a:lnTo>
                <a:lnTo>
                  <a:pt x="126" y="1018"/>
                </a:lnTo>
                <a:lnTo>
                  <a:pt x="126" y="1019"/>
                </a:lnTo>
                <a:lnTo>
                  <a:pt x="126" y="1020"/>
                </a:lnTo>
                <a:lnTo>
                  <a:pt x="126" y="1021"/>
                </a:lnTo>
                <a:lnTo>
                  <a:pt x="125" y="1021"/>
                </a:lnTo>
                <a:lnTo>
                  <a:pt x="124" y="1021"/>
                </a:lnTo>
                <a:lnTo>
                  <a:pt x="123" y="1021"/>
                </a:lnTo>
                <a:lnTo>
                  <a:pt x="123" y="1022"/>
                </a:lnTo>
                <a:lnTo>
                  <a:pt x="124" y="1022"/>
                </a:lnTo>
                <a:lnTo>
                  <a:pt x="126" y="1022"/>
                </a:lnTo>
                <a:lnTo>
                  <a:pt x="127" y="1021"/>
                </a:lnTo>
                <a:lnTo>
                  <a:pt x="127" y="1020"/>
                </a:lnTo>
                <a:lnTo>
                  <a:pt x="127" y="1019"/>
                </a:lnTo>
                <a:lnTo>
                  <a:pt x="127" y="1020"/>
                </a:lnTo>
                <a:lnTo>
                  <a:pt x="128" y="1020"/>
                </a:lnTo>
                <a:lnTo>
                  <a:pt x="128" y="1019"/>
                </a:lnTo>
                <a:lnTo>
                  <a:pt x="129" y="1019"/>
                </a:lnTo>
                <a:lnTo>
                  <a:pt x="129" y="1018"/>
                </a:lnTo>
                <a:lnTo>
                  <a:pt x="130" y="1018"/>
                </a:lnTo>
                <a:lnTo>
                  <a:pt x="130" y="1017"/>
                </a:lnTo>
                <a:lnTo>
                  <a:pt x="131" y="1017"/>
                </a:lnTo>
                <a:lnTo>
                  <a:pt x="131" y="1018"/>
                </a:lnTo>
                <a:lnTo>
                  <a:pt x="132" y="1018"/>
                </a:lnTo>
                <a:lnTo>
                  <a:pt x="132" y="1019"/>
                </a:lnTo>
                <a:lnTo>
                  <a:pt x="133" y="1019"/>
                </a:lnTo>
                <a:lnTo>
                  <a:pt x="133" y="1020"/>
                </a:lnTo>
                <a:lnTo>
                  <a:pt x="133" y="1021"/>
                </a:lnTo>
                <a:lnTo>
                  <a:pt x="132" y="1021"/>
                </a:lnTo>
                <a:lnTo>
                  <a:pt x="132" y="1022"/>
                </a:lnTo>
                <a:lnTo>
                  <a:pt x="132" y="1023"/>
                </a:lnTo>
                <a:lnTo>
                  <a:pt x="132" y="1024"/>
                </a:lnTo>
                <a:lnTo>
                  <a:pt x="132" y="1025"/>
                </a:lnTo>
                <a:lnTo>
                  <a:pt x="132" y="1026"/>
                </a:lnTo>
                <a:lnTo>
                  <a:pt x="132" y="1025"/>
                </a:lnTo>
                <a:lnTo>
                  <a:pt x="133" y="1025"/>
                </a:lnTo>
                <a:lnTo>
                  <a:pt x="133" y="1024"/>
                </a:lnTo>
                <a:lnTo>
                  <a:pt x="132" y="1023"/>
                </a:lnTo>
                <a:lnTo>
                  <a:pt x="132" y="1022"/>
                </a:lnTo>
                <a:lnTo>
                  <a:pt x="133" y="1022"/>
                </a:lnTo>
                <a:lnTo>
                  <a:pt x="133" y="1021"/>
                </a:lnTo>
                <a:lnTo>
                  <a:pt x="134" y="1020"/>
                </a:lnTo>
                <a:lnTo>
                  <a:pt x="134" y="1019"/>
                </a:lnTo>
                <a:lnTo>
                  <a:pt x="134" y="1020"/>
                </a:lnTo>
                <a:lnTo>
                  <a:pt x="134" y="1021"/>
                </a:lnTo>
                <a:lnTo>
                  <a:pt x="135" y="1021"/>
                </a:lnTo>
                <a:lnTo>
                  <a:pt x="136" y="1021"/>
                </a:lnTo>
                <a:lnTo>
                  <a:pt x="135" y="1022"/>
                </a:lnTo>
                <a:lnTo>
                  <a:pt x="136" y="1022"/>
                </a:lnTo>
                <a:lnTo>
                  <a:pt x="137" y="1022"/>
                </a:lnTo>
                <a:lnTo>
                  <a:pt x="137" y="1023"/>
                </a:lnTo>
                <a:lnTo>
                  <a:pt x="138" y="1023"/>
                </a:lnTo>
                <a:lnTo>
                  <a:pt x="138" y="1022"/>
                </a:lnTo>
                <a:lnTo>
                  <a:pt x="139" y="1022"/>
                </a:lnTo>
                <a:lnTo>
                  <a:pt x="139" y="1024"/>
                </a:lnTo>
                <a:lnTo>
                  <a:pt x="139" y="1025"/>
                </a:lnTo>
                <a:lnTo>
                  <a:pt x="140" y="1025"/>
                </a:lnTo>
                <a:lnTo>
                  <a:pt x="140" y="1024"/>
                </a:lnTo>
                <a:lnTo>
                  <a:pt x="140" y="1023"/>
                </a:lnTo>
                <a:lnTo>
                  <a:pt x="140" y="1022"/>
                </a:lnTo>
                <a:lnTo>
                  <a:pt x="139" y="1022"/>
                </a:lnTo>
                <a:lnTo>
                  <a:pt x="140" y="1021"/>
                </a:lnTo>
                <a:lnTo>
                  <a:pt x="140" y="1020"/>
                </a:lnTo>
                <a:lnTo>
                  <a:pt x="141" y="1020"/>
                </a:lnTo>
                <a:lnTo>
                  <a:pt x="141" y="1021"/>
                </a:lnTo>
                <a:lnTo>
                  <a:pt x="141" y="1020"/>
                </a:lnTo>
                <a:lnTo>
                  <a:pt x="142" y="1020"/>
                </a:lnTo>
                <a:lnTo>
                  <a:pt x="142" y="1021"/>
                </a:lnTo>
                <a:lnTo>
                  <a:pt x="143" y="1022"/>
                </a:lnTo>
                <a:lnTo>
                  <a:pt x="142" y="1022"/>
                </a:lnTo>
                <a:lnTo>
                  <a:pt x="143" y="1023"/>
                </a:lnTo>
                <a:lnTo>
                  <a:pt x="142" y="1024"/>
                </a:lnTo>
                <a:lnTo>
                  <a:pt x="143" y="1024"/>
                </a:lnTo>
                <a:lnTo>
                  <a:pt x="145" y="1023"/>
                </a:lnTo>
                <a:lnTo>
                  <a:pt x="146" y="1022"/>
                </a:lnTo>
                <a:lnTo>
                  <a:pt x="147" y="1021"/>
                </a:lnTo>
                <a:lnTo>
                  <a:pt x="147" y="1020"/>
                </a:lnTo>
                <a:lnTo>
                  <a:pt x="148" y="1020"/>
                </a:lnTo>
                <a:lnTo>
                  <a:pt x="149" y="1020"/>
                </a:lnTo>
                <a:lnTo>
                  <a:pt x="149" y="1019"/>
                </a:lnTo>
                <a:lnTo>
                  <a:pt x="150" y="1019"/>
                </a:lnTo>
                <a:lnTo>
                  <a:pt x="150" y="1020"/>
                </a:lnTo>
                <a:lnTo>
                  <a:pt x="151" y="1020"/>
                </a:lnTo>
                <a:lnTo>
                  <a:pt x="151" y="1019"/>
                </a:lnTo>
                <a:lnTo>
                  <a:pt x="151" y="1018"/>
                </a:lnTo>
                <a:lnTo>
                  <a:pt x="152" y="1018"/>
                </a:lnTo>
                <a:lnTo>
                  <a:pt x="153" y="1018"/>
                </a:lnTo>
                <a:lnTo>
                  <a:pt x="154" y="1019"/>
                </a:lnTo>
                <a:lnTo>
                  <a:pt x="154" y="1020"/>
                </a:lnTo>
                <a:lnTo>
                  <a:pt x="154" y="1021"/>
                </a:lnTo>
                <a:lnTo>
                  <a:pt x="155" y="1021"/>
                </a:lnTo>
                <a:lnTo>
                  <a:pt x="155" y="1022"/>
                </a:lnTo>
                <a:lnTo>
                  <a:pt x="156" y="1022"/>
                </a:lnTo>
                <a:lnTo>
                  <a:pt x="157" y="1022"/>
                </a:lnTo>
                <a:lnTo>
                  <a:pt x="156" y="1022"/>
                </a:lnTo>
                <a:lnTo>
                  <a:pt x="156" y="1021"/>
                </a:lnTo>
                <a:lnTo>
                  <a:pt x="155" y="1021"/>
                </a:lnTo>
                <a:lnTo>
                  <a:pt x="155" y="1020"/>
                </a:lnTo>
                <a:lnTo>
                  <a:pt x="156" y="1020"/>
                </a:lnTo>
                <a:lnTo>
                  <a:pt x="156" y="1019"/>
                </a:lnTo>
                <a:lnTo>
                  <a:pt x="156" y="1018"/>
                </a:lnTo>
                <a:lnTo>
                  <a:pt x="155" y="1018"/>
                </a:lnTo>
                <a:lnTo>
                  <a:pt x="156" y="1018"/>
                </a:lnTo>
                <a:lnTo>
                  <a:pt x="156" y="1017"/>
                </a:lnTo>
                <a:lnTo>
                  <a:pt x="156" y="1016"/>
                </a:lnTo>
                <a:lnTo>
                  <a:pt x="157" y="1016"/>
                </a:lnTo>
                <a:lnTo>
                  <a:pt x="157" y="1017"/>
                </a:lnTo>
                <a:lnTo>
                  <a:pt x="157" y="1016"/>
                </a:lnTo>
                <a:lnTo>
                  <a:pt x="157" y="1017"/>
                </a:lnTo>
                <a:lnTo>
                  <a:pt x="158" y="1017"/>
                </a:lnTo>
                <a:lnTo>
                  <a:pt x="158" y="1018"/>
                </a:lnTo>
                <a:lnTo>
                  <a:pt x="158" y="1019"/>
                </a:lnTo>
                <a:lnTo>
                  <a:pt x="159" y="1019"/>
                </a:lnTo>
                <a:lnTo>
                  <a:pt x="159" y="1020"/>
                </a:lnTo>
                <a:lnTo>
                  <a:pt x="159" y="1021"/>
                </a:lnTo>
                <a:lnTo>
                  <a:pt x="160" y="1022"/>
                </a:lnTo>
                <a:lnTo>
                  <a:pt x="160" y="1023"/>
                </a:lnTo>
                <a:lnTo>
                  <a:pt x="161" y="1023"/>
                </a:lnTo>
                <a:lnTo>
                  <a:pt x="161" y="1024"/>
                </a:lnTo>
                <a:lnTo>
                  <a:pt x="161" y="1025"/>
                </a:lnTo>
                <a:lnTo>
                  <a:pt x="162" y="1026"/>
                </a:lnTo>
                <a:lnTo>
                  <a:pt x="162" y="1027"/>
                </a:lnTo>
                <a:lnTo>
                  <a:pt x="162" y="1028"/>
                </a:lnTo>
                <a:lnTo>
                  <a:pt x="162" y="1029"/>
                </a:lnTo>
                <a:lnTo>
                  <a:pt x="163" y="1031"/>
                </a:lnTo>
                <a:lnTo>
                  <a:pt x="163" y="1032"/>
                </a:lnTo>
                <a:lnTo>
                  <a:pt x="163" y="1033"/>
                </a:lnTo>
                <a:lnTo>
                  <a:pt x="163" y="1034"/>
                </a:lnTo>
                <a:lnTo>
                  <a:pt x="162" y="1035"/>
                </a:lnTo>
                <a:lnTo>
                  <a:pt x="161" y="1034"/>
                </a:lnTo>
                <a:lnTo>
                  <a:pt x="160" y="1034"/>
                </a:lnTo>
                <a:lnTo>
                  <a:pt x="159" y="1034"/>
                </a:lnTo>
                <a:lnTo>
                  <a:pt x="158" y="1034"/>
                </a:lnTo>
                <a:lnTo>
                  <a:pt x="159" y="1034"/>
                </a:lnTo>
                <a:lnTo>
                  <a:pt x="158" y="1034"/>
                </a:lnTo>
                <a:lnTo>
                  <a:pt x="158" y="1035"/>
                </a:lnTo>
                <a:lnTo>
                  <a:pt x="157" y="1035"/>
                </a:lnTo>
                <a:lnTo>
                  <a:pt x="156" y="1035"/>
                </a:lnTo>
                <a:lnTo>
                  <a:pt x="155" y="1035"/>
                </a:lnTo>
                <a:lnTo>
                  <a:pt x="155" y="1034"/>
                </a:lnTo>
                <a:lnTo>
                  <a:pt x="155" y="1033"/>
                </a:lnTo>
                <a:lnTo>
                  <a:pt x="154" y="1033"/>
                </a:lnTo>
                <a:lnTo>
                  <a:pt x="155" y="1033"/>
                </a:lnTo>
                <a:lnTo>
                  <a:pt x="155" y="1032"/>
                </a:lnTo>
                <a:lnTo>
                  <a:pt x="154" y="1032"/>
                </a:lnTo>
                <a:lnTo>
                  <a:pt x="155" y="1032"/>
                </a:lnTo>
                <a:lnTo>
                  <a:pt x="154" y="1033"/>
                </a:lnTo>
                <a:lnTo>
                  <a:pt x="154" y="1032"/>
                </a:lnTo>
                <a:lnTo>
                  <a:pt x="154" y="1031"/>
                </a:lnTo>
                <a:lnTo>
                  <a:pt x="153" y="1031"/>
                </a:lnTo>
                <a:lnTo>
                  <a:pt x="153" y="1030"/>
                </a:lnTo>
                <a:lnTo>
                  <a:pt x="153" y="1029"/>
                </a:lnTo>
                <a:lnTo>
                  <a:pt x="154" y="1029"/>
                </a:lnTo>
                <a:lnTo>
                  <a:pt x="154" y="1028"/>
                </a:lnTo>
                <a:lnTo>
                  <a:pt x="153" y="1028"/>
                </a:lnTo>
                <a:lnTo>
                  <a:pt x="153" y="1027"/>
                </a:lnTo>
                <a:lnTo>
                  <a:pt x="153" y="1026"/>
                </a:lnTo>
                <a:lnTo>
                  <a:pt x="152" y="1026"/>
                </a:lnTo>
                <a:lnTo>
                  <a:pt x="152" y="1025"/>
                </a:lnTo>
                <a:lnTo>
                  <a:pt x="152" y="1026"/>
                </a:lnTo>
                <a:lnTo>
                  <a:pt x="151" y="1026"/>
                </a:lnTo>
                <a:lnTo>
                  <a:pt x="151" y="1025"/>
                </a:lnTo>
                <a:lnTo>
                  <a:pt x="150" y="1024"/>
                </a:lnTo>
                <a:lnTo>
                  <a:pt x="149" y="1025"/>
                </a:lnTo>
                <a:lnTo>
                  <a:pt x="148" y="1025"/>
                </a:lnTo>
                <a:lnTo>
                  <a:pt x="148" y="1026"/>
                </a:lnTo>
                <a:lnTo>
                  <a:pt x="147" y="1026"/>
                </a:lnTo>
                <a:lnTo>
                  <a:pt x="147" y="1027"/>
                </a:lnTo>
                <a:lnTo>
                  <a:pt x="146" y="1027"/>
                </a:lnTo>
                <a:lnTo>
                  <a:pt x="146" y="1028"/>
                </a:lnTo>
                <a:lnTo>
                  <a:pt x="146" y="1029"/>
                </a:lnTo>
                <a:lnTo>
                  <a:pt x="145" y="1029"/>
                </a:lnTo>
                <a:lnTo>
                  <a:pt x="145" y="1030"/>
                </a:lnTo>
                <a:lnTo>
                  <a:pt x="145" y="1031"/>
                </a:lnTo>
                <a:lnTo>
                  <a:pt x="146" y="1031"/>
                </a:lnTo>
                <a:lnTo>
                  <a:pt x="146" y="1032"/>
                </a:lnTo>
                <a:lnTo>
                  <a:pt x="146" y="1033"/>
                </a:lnTo>
                <a:lnTo>
                  <a:pt x="147" y="1033"/>
                </a:lnTo>
                <a:lnTo>
                  <a:pt x="147" y="1034"/>
                </a:lnTo>
                <a:lnTo>
                  <a:pt x="148" y="1034"/>
                </a:lnTo>
                <a:lnTo>
                  <a:pt x="148" y="1033"/>
                </a:lnTo>
                <a:lnTo>
                  <a:pt x="148" y="1034"/>
                </a:lnTo>
                <a:lnTo>
                  <a:pt x="149" y="1035"/>
                </a:lnTo>
                <a:lnTo>
                  <a:pt x="148" y="1035"/>
                </a:lnTo>
                <a:lnTo>
                  <a:pt x="147" y="1035"/>
                </a:lnTo>
                <a:lnTo>
                  <a:pt x="147" y="1036"/>
                </a:lnTo>
                <a:lnTo>
                  <a:pt x="148" y="1036"/>
                </a:lnTo>
                <a:lnTo>
                  <a:pt x="148" y="1035"/>
                </a:lnTo>
                <a:lnTo>
                  <a:pt x="149" y="1035"/>
                </a:lnTo>
                <a:lnTo>
                  <a:pt x="150" y="1035"/>
                </a:lnTo>
                <a:lnTo>
                  <a:pt x="153" y="1037"/>
                </a:lnTo>
                <a:lnTo>
                  <a:pt x="154" y="1038"/>
                </a:lnTo>
                <a:lnTo>
                  <a:pt x="155" y="1038"/>
                </a:lnTo>
                <a:lnTo>
                  <a:pt x="156" y="1039"/>
                </a:lnTo>
                <a:lnTo>
                  <a:pt x="157" y="1038"/>
                </a:lnTo>
                <a:lnTo>
                  <a:pt x="158" y="1037"/>
                </a:lnTo>
                <a:lnTo>
                  <a:pt x="158" y="1036"/>
                </a:lnTo>
                <a:lnTo>
                  <a:pt x="159" y="1035"/>
                </a:lnTo>
                <a:lnTo>
                  <a:pt x="160" y="1036"/>
                </a:lnTo>
                <a:lnTo>
                  <a:pt x="162" y="1038"/>
                </a:lnTo>
                <a:lnTo>
                  <a:pt x="163" y="1038"/>
                </a:lnTo>
                <a:lnTo>
                  <a:pt x="163" y="1039"/>
                </a:lnTo>
                <a:lnTo>
                  <a:pt x="164" y="1039"/>
                </a:lnTo>
                <a:lnTo>
                  <a:pt x="164" y="1040"/>
                </a:lnTo>
                <a:lnTo>
                  <a:pt x="164" y="1041"/>
                </a:lnTo>
                <a:lnTo>
                  <a:pt x="165" y="1041"/>
                </a:lnTo>
                <a:lnTo>
                  <a:pt x="165" y="1042"/>
                </a:lnTo>
                <a:lnTo>
                  <a:pt x="166" y="1042"/>
                </a:lnTo>
                <a:lnTo>
                  <a:pt x="166" y="1044"/>
                </a:lnTo>
                <a:lnTo>
                  <a:pt x="166" y="1045"/>
                </a:lnTo>
                <a:lnTo>
                  <a:pt x="166" y="1044"/>
                </a:lnTo>
                <a:lnTo>
                  <a:pt x="165" y="1044"/>
                </a:lnTo>
                <a:lnTo>
                  <a:pt x="166" y="1045"/>
                </a:lnTo>
                <a:lnTo>
                  <a:pt x="167" y="1045"/>
                </a:lnTo>
                <a:lnTo>
                  <a:pt x="168" y="1045"/>
                </a:lnTo>
                <a:lnTo>
                  <a:pt x="168" y="1046"/>
                </a:lnTo>
                <a:lnTo>
                  <a:pt x="169" y="1047"/>
                </a:lnTo>
                <a:lnTo>
                  <a:pt x="169" y="1048"/>
                </a:lnTo>
                <a:lnTo>
                  <a:pt x="169" y="1049"/>
                </a:lnTo>
                <a:lnTo>
                  <a:pt x="170" y="1049"/>
                </a:lnTo>
                <a:lnTo>
                  <a:pt x="170" y="1050"/>
                </a:lnTo>
                <a:lnTo>
                  <a:pt x="170" y="1051"/>
                </a:lnTo>
                <a:lnTo>
                  <a:pt x="171" y="1052"/>
                </a:lnTo>
                <a:lnTo>
                  <a:pt x="172" y="1053"/>
                </a:lnTo>
                <a:lnTo>
                  <a:pt x="172" y="1054"/>
                </a:lnTo>
                <a:lnTo>
                  <a:pt x="173" y="1054"/>
                </a:lnTo>
                <a:lnTo>
                  <a:pt x="173" y="1055"/>
                </a:lnTo>
                <a:lnTo>
                  <a:pt x="173" y="1056"/>
                </a:lnTo>
                <a:lnTo>
                  <a:pt x="172" y="1057"/>
                </a:lnTo>
                <a:lnTo>
                  <a:pt x="172" y="1058"/>
                </a:lnTo>
                <a:lnTo>
                  <a:pt x="171" y="1060"/>
                </a:lnTo>
                <a:lnTo>
                  <a:pt x="171" y="1061"/>
                </a:lnTo>
                <a:lnTo>
                  <a:pt x="171" y="1062"/>
                </a:lnTo>
                <a:lnTo>
                  <a:pt x="171" y="1063"/>
                </a:lnTo>
                <a:lnTo>
                  <a:pt x="171" y="1065"/>
                </a:lnTo>
                <a:lnTo>
                  <a:pt x="170" y="1065"/>
                </a:lnTo>
                <a:lnTo>
                  <a:pt x="169" y="1065"/>
                </a:lnTo>
                <a:lnTo>
                  <a:pt x="169" y="1066"/>
                </a:lnTo>
                <a:lnTo>
                  <a:pt x="168" y="1066"/>
                </a:lnTo>
                <a:lnTo>
                  <a:pt x="168" y="1067"/>
                </a:lnTo>
                <a:lnTo>
                  <a:pt x="167" y="1068"/>
                </a:lnTo>
                <a:lnTo>
                  <a:pt x="167" y="1069"/>
                </a:lnTo>
                <a:lnTo>
                  <a:pt x="166" y="1069"/>
                </a:lnTo>
                <a:lnTo>
                  <a:pt x="165" y="1069"/>
                </a:lnTo>
                <a:lnTo>
                  <a:pt x="165" y="1070"/>
                </a:lnTo>
                <a:lnTo>
                  <a:pt x="164" y="1071"/>
                </a:lnTo>
                <a:lnTo>
                  <a:pt x="163" y="1073"/>
                </a:lnTo>
                <a:lnTo>
                  <a:pt x="162" y="1073"/>
                </a:lnTo>
                <a:lnTo>
                  <a:pt x="162" y="1074"/>
                </a:lnTo>
                <a:lnTo>
                  <a:pt x="162" y="1075"/>
                </a:lnTo>
                <a:lnTo>
                  <a:pt x="162" y="1076"/>
                </a:lnTo>
                <a:lnTo>
                  <a:pt x="162" y="1077"/>
                </a:lnTo>
                <a:lnTo>
                  <a:pt x="162" y="1078"/>
                </a:lnTo>
                <a:lnTo>
                  <a:pt x="162" y="1079"/>
                </a:lnTo>
                <a:lnTo>
                  <a:pt x="161" y="1079"/>
                </a:lnTo>
                <a:lnTo>
                  <a:pt x="161" y="1078"/>
                </a:lnTo>
                <a:lnTo>
                  <a:pt x="161" y="1079"/>
                </a:lnTo>
                <a:lnTo>
                  <a:pt x="160" y="1079"/>
                </a:lnTo>
                <a:lnTo>
                  <a:pt x="159" y="1080"/>
                </a:lnTo>
                <a:lnTo>
                  <a:pt x="159" y="1081"/>
                </a:lnTo>
                <a:lnTo>
                  <a:pt x="158" y="1082"/>
                </a:lnTo>
                <a:lnTo>
                  <a:pt x="158" y="1083"/>
                </a:lnTo>
                <a:lnTo>
                  <a:pt x="157" y="1083"/>
                </a:lnTo>
                <a:lnTo>
                  <a:pt x="157" y="1084"/>
                </a:lnTo>
                <a:lnTo>
                  <a:pt x="157" y="1085"/>
                </a:lnTo>
                <a:lnTo>
                  <a:pt x="156" y="1085"/>
                </a:lnTo>
                <a:lnTo>
                  <a:pt x="156" y="1086"/>
                </a:lnTo>
                <a:lnTo>
                  <a:pt x="155" y="1087"/>
                </a:lnTo>
                <a:lnTo>
                  <a:pt x="154" y="1087"/>
                </a:lnTo>
                <a:lnTo>
                  <a:pt x="154" y="1088"/>
                </a:lnTo>
                <a:lnTo>
                  <a:pt x="153" y="1088"/>
                </a:lnTo>
                <a:lnTo>
                  <a:pt x="152" y="1088"/>
                </a:lnTo>
                <a:lnTo>
                  <a:pt x="152" y="1089"/>
                </a:lnTo>
                <a:lnTo>
                  <a:pt x="151" y="1089"/>
                </a:lnTo>
                <a:lnTo>
                  <a:pt x="151" y="1090"/>
                </a:lnTo>
                <a:lnTo>
                  <a:pt x="150" y="1091"/>
                </a:lnTo>
                <a:lnTo>
                  <a:pt x="149" y="1091"/>
                </a:lnTo>
                <a:lnTo>
                  <a:pt x="147" y="1091"/>
                </a:lnTo>
                <a:lnTo>
                  <a:pt x="146" y="1090"/>
                </a:lnTo>
                <a:lnTo>
                  <a:pt x="145" y="1090"/>
                </a:lnTo>
                <a:lnTo>
                  <a:pt x="144" y="1090"/>
                </a:lnTo>
                <a:lnTo>
                  <a:pt x="144" y="1091"/>
                </a:lnTo>
                <a:lnTo>
                  <a:pt x="143" y="1091"/>
                </a:lnTo>
                <a:lnTo>
                  <a:pt x="143" y="1092"/>
                </a:lnTo>
                <a:lnTo>
                  <a:pt x="142" y="1093"/>
                </a:lnTo>
                <a:lnTo>
                  <a:pt x="142" y="1092"/>
                </a:lnTo>
                <a:lnTo>
                  <a:pt x="141" y="1093"/>
                </a:lnTo>
                <a:lnTo>
                  <a:pt x="140" y="1094"/>
                </a:lnTo>
                <a:lnTo>
                  <a:pt x="140" y="1095"/>
                </a:lnTo>
                <a:lnTo>
                  <a:pt x="139" y="1096"/>
                </a:lnTo>
                <a:lnTo>
                  <a:pt x="138" y="1096"/>
                </a:lnTo>
                <a:lnTo>
                  <a:pt x="136" y="1099"/>
                </a:lnTo>
                <a:lnTo>
                  <a:pt x="135" y="1099"/>
                </a:lnTo>
                <a:lnTo>
                  <a:pt x="133" y="1100"/>
                </a:lnTo>
                <a:lnTo>
                  <a:pt x="132" y="1101"/>
                </a:lnTo>
                <a:lnTo>
                  <a:pt x="130" y="1101"/>
                </a:lnTo>
                <a:lnTo>
                  <a:pt x="130" y="1100"/>
                </a:lnTo>
                <a:lnTo>
                  <a:pt x="129" y="1100"/>
                </a:lnTo>
                <a:lnTo>
                  <a:pt x="128" y="1100"/>
                </a:lnTo>
                <a:lnTo>
                  <a:pt x="128" y="1101"/>
                </a:lnTo>
                <a:lnTo>
                  <a:pt x="127" y="1102"/>
                </a:lnTo>
                <a:lnTo>
                  <a:pt x="127" y="1103"/>
                </a:lnTo>
                <a:lnTo>
                  <a:pt x="127" y="1104"/>
                </a:lnTo>
                <a:lnTo>
                  <a:pt x="127" y="1105"/>
                </a:lnTo>
                <a:lnTo>
                  <a:pt x="127" y="1104"/>
                </a:lnTo>
                <a:lnTo>
                  <a:pt x="126" y="1104"/>
                </a:lnTo>
                <a:lnTo>
                  <a:pt x="126" y="1103"/>
                </a:lnTo>
                <a:lnTo>
                  <a:pt x="126" y="1102"/>
                </a:lnTo>
                <a:lnTo>
                  <a:pt x="125" y="1102"/>
                </a:lnTo>
                <a:lnTo>
                  <a:pt x="125" y="1101"/>
                </a:lnTo>
                <a:lnTo>
                  <a:pt x="125" y="1100"/>
                </a:lnTo>
                <a:lnTo>
                  <a:pt x="124" y="1100"/>
                </a:lnTo>
                <a:lnTo>
                  <a:pt x="123" y="1100"/>
                </a:lnTo>
                <a:lnTo>
                  <a:pt x="122" y="1100"/>
                </a:lnTo>
                <a:lnTo>
                  <a:pt x="121" y="1100"/>
                </a:lnTo>
                <a:lnTo>
                  <a:pt x="121" y="1101"/>
                </a:lnTo>
                <a:lnTo>
                  <a:pt x="120" y="1101"/>
                </a:lnTo>
                <a:lnTo>
                  <a:pt x="120" y="1100"/>
                </a:lnTo>
                <a:lnTo>
                  <a:pt x="120" y="1099"/>
                </a:lnTo>
                <a:lnTo>
                  <a:pt x="120" y="1098"/>
                </a:lnTo>
                <a:lnTo>
                  <a:pt x="118" y="1098"/>
                </a:lnTo>
                <a:lnTo>
                  <a:pt x="114" y="1098"/>
                </a:lnTo>
                <a:lnTo>
                  <a:pt x="115" y="1099"/>
                </a:lnTo>
                <a:lnTo>
                  <a:pt x="116" y="1099"/>
                </a:lnTo>
                <a:lnTo>
                  <a:pt x="116" y="1100"/>
                </a:lnTo>
                <a:lnTo>
                  <a:pt x="117" y="1100"/>
                </a:lnTo>
                <a:lnTo>
                  <a:pt x="116" y="1100"/>
                </a:lnTo>
                <a:lnTo>
                  <a:pt x="115" y="1100"/>
                </a:lnTo>
                <a:lnTo>
                  <a:pt x="114" y="1100"/>
                </a:lnTo>
                <a:lnTo>
                  <a:pt x="113" y="1100"/>
                </a:lnTo>
                <a:lnTo>
                  <a:pt x="112" y="1100"/>
                </a:lnTo>
                <a:lnTo>
                  <a:pt x="112" y="1099"/>
                </a:lnTo>
                <a:lnTo>
                  <a:pt x="111" y="1099"/>
                </a:lnTo>
                <a:lnTo>
                  <a:pt x="110" y="1099"/>
                </a:lnTo>
                <a:lnTo>
                  <a:pt x="109" y="1099"/>
                </a:lnTo>
                <a:lnTo>
                  <a:pt x="109" y="1100"/>
                </a:lnTo>
                <a:lnTo>
                  <a:pt x="109" y="1101"/>
                </a:lnTo>
                <a:lnTo>
                  <a:pt x="109" y="1102"/>
                </a:lnTo>
                <a:lnTo>
                  <a:pt x="109" y="1103"/>
                </a:lnTo>
                <a:lnTo>
                  <a:pt x="109" y="1104"/>
                </a:lnTo>
                <a:lnTo>
                  <a:pt x="109" y="1105"/>
                </a:lnTo>
                <a:lnTo>
                  <a:pt x="108" y="1105"/>
                </a:lnTo>
                <a:lnTo>
                  <a:pt x="107" y="1106"/>
                </a:lnTo>
                <a:lnTo>
                  <a:pt x="101" y="1106"/>
                </a:lnTo>
                <a:lnTo>
                  <a:pt x="100" y="1107"/>
                </a:lnTo>
                <a:lnTo>
                  <a:pt x="96" y="1107"/>
                </a:lnTo>
                <a:lnTo>
                  <a:pt x="96" y="1108"/>
                </a:lnTo>
                <a:lnTo>
                  <a:pt x="96" y="1107"/>
                </a:lnTo>
                <a:lnTo>
                  <a:pt x="95" y="1106"/>
                </a:lnTo>
                <a:lnTo>
                  <a:pt x="96" y="1106"/>
                </a:lnTo>
                <a:lnTo>
                  <a:pt x="96" y="1105"/>
                </a:lnTo>
                <a:lnTo>
                  <a:pt x="95" y="1105"/>
                </a:lnTo>
                <a:lnTo>
                  <a:pt x="95" y="1104"/>
                </a:lnTo>
                <a:lnTo>
                  <a:pt x="94" y="1103"/>
                </a:lnTo>
                <a:lnTo>
                  <a:pt x="94" y="1102"/>
                </a:lnTo>
                <a:lnTo>
                  <a:pt x="91" y="1102"/>
                </a:lnTo>
                <a:lnTo>
                  <a:pt x="89" y="1102"/>
                </a:lnTo>
                <a:lnTo>
                  <a:pt x="87" y="1102"/>
                </a:lnTo>
                <a:lnTo>
                  <a:pt x="85" y="1101"/>
                </a:lnTo>
                <a:lnTo>
                  <a:pt x="84" y="1099"/>
                </a:lnTo>
                <a:lnTo>
                  <a:pt x="84" y="1098"/>
                </a:lnTo>
                <a:lnTo>
                  <a:pt x="83" y="1097"/>
                </a:lnTo>
                <a:lnTo>
                  <a:pt x="81" y="1097"/>
                </a:lnTo>
                <a:lnTo>
                  <a:pt x="80" y="1097"/>
                </a:lnTo>
                <a:lnTo>
                  <a:pt x="79" y="1097"/>
                </a:lnTo>
                <a:lnTo>
                  <a:pt x="80" y="1098"/>
                </a:lnTo>
                <a:lnTo>
                  <a:pt x="80" y="1099"/>
                </a:lnTo>
                <a:lnTo>
                  <a:pt x="79" y="1099"/>
                </a:lnTo>
                <a:lnTo>
                  <a:pt x="79" y="1100"/>
                </a:lnTo>
                <a:lnTo>
                  <a:pt x="78" y="1100"/>
                </a:lnTo>
                <a:lnTo>
                  <a:pt x="77" y="1100"/>
                </a:lnTo>
                <a:lnTo>
                  <a:pt x="76" y="1100"/>
                </a:lnTo>
                <a:lnTo>
                  <a:pt x="75" y="1100"/>
                </a:lnTo>
                <a:lnTo>
                  <a:pt x="74" y="1099"/>
                </a:lnTo>
                <a:lnTo>
                  <a:pt x="74" y="1098"/>
                </a:lnTo>
                <a:lnTo>
                  <a:pt x="74" y="1099"/>
                </a:lnTo>
                <a:lnTo>
                  <a:pt x="73" y="1100"/>
                </a:lnTo>
                <a:lnTo>
                  <a:pt x="74" y="1100"/>
                </a:lnTo>
                <a:lnTo>
                  <a:pt x="74" y="1101"/>
                </a:lnTo>
                <a:lnTo>
                  <a:pt x="74" y="1102"/>
                </a:lnTo>
                <a:lnTo>
                  <a:pt x="72" y="1102"/>
                </a:lnTo>
                <a:lnTo>
                  <a:pt x="72" y="1101"/>
                </a:lnTo>
                <a:lnTo>
                  <a:pt x="71" y="1100"/>
                </a:lnTo>
                <a:lnTo>
                  <a:pt x="69" y="1098"/>
                </a:lnTo>
                <a:lnTo>
                  <a:pt x="68" y="1098"/>
                </a:lnTo>
                <a:lnTo>
                  <a:pt x="67" y="1098"/>
                </a:lnTo>
                <a:lnTo>
                  <a:pt x="67" y="1099"/>
                </a:lnTo>
                <a:lnTo>
                  <a:pt x="67" y="1100"/>
                </a:lnTo>
                <a:lnTo>
                  <a:pt x="66" y="1101"/>
                </a:lnTo>
                <a:lnTo>
                  <a:pt x="65" y="1102"/>
                </a:lnTo>
                <a:lnTo>
                  <a:pt x="64" y="1103"/>
                </a:lnTo>
                <a:lnTo>
                  <a:pt x="61" y="1107"/>
                </a:lnTo>
                <a:lnTo>
                  <a:pt x="61" y="1108"/>
                </a:lnTo>
                <a:lnTo>
                  <a:pt x="60" y="1108"/>
                </a:lnTo>
                <a:lnTo>
                  <a:pt x="60" y="1109"/>
                </a:lnTo>
                <a:lnTo>
                  <a:pt x="59" y="1110"/>
                </a:lnTo>
                <a:lnTo>
                  <a:pt x="59" y="1111"/>
                </a:lnTo>
                <a:lnTo>
                  <a:pt x="58" y="1112"/>
                </a:lnTo>
                <a:lnTo>
                  <a:pt x="57" y="1112"/>
                </a:lnTo>
                <a:lnTo>
                  <a:pt x="56" y="1112"/>
                </a:lnTo>
                <a:lnTo>
                  <a:pt x="56" y="1111"/>
                </a:lnTo>
                <a:lnTo>
                  <a:pt x="56" y="1109"/>
                </a:lnTo>
                <a:lnTo>
                  <a:pt x="56" y="1108"/>
                </a:lnTo>
                <a:lnTo>
                  <a:pt x="56" y="1107"/>
                </a:lnTo>
                <a:lnTo>
                  <a:pt x="56" y="1106"/>
                </a:lnTo>
                <a:lnTo>
                  <a:pt x="56" y="1104"/>
                </a:lnTo>
                <a:lnTo>
                  <a:pt x="56" y="1103"/>
                </a:lnTo>
                <a:lnTo>
                  <a:pt x="57" y="1103"/>
                </a:lnTo>
                <a:lnTo>
                  <a:pt x="58" y="1100"/>
                </a:lnTo>
                <a:lnTo>
                  <a:pt x="59" y="1100"/>
                </a:lnTo>
                <a:lnTo>
                  <a:pt x="59" y="1098"/>
                </a:lnTo>
                <a:lnTo>
                  <a:pt x="58" y="1098"/>
                </a:lnTo>
                <a:lnTo>
                  <a:pt x="58" y="1097"/>
                </a:lnTo>
                <a:lnTo>
                  <a:pt x="57" y="1094"/>
                </a:lnTo>
                <a:lnTo>
                  <a:pt x="57" y="1092"/>
                </a:lnTo>
                <a:lnTo>
                  <a:pt x="57" y="1091"/>
                </a:lnTo>
                <a:lnTo>
                  <a:pt x="56" y="1090"/>
                </a:lnTo>
                <a:lnTo>
                  <a:pt x="56" y="1089"/>
                </a:lnTo>
                <a:lnTo>
                  <a:pt x="56" y="1088"/>
                </a:lnTo>
                <a:lnTo>
                  <a:pt x="54" y="1087"/>
                </a:lnTo>
                <a:lnTo>
                  <a:pt x="53" y="1086"/>
                </a:lnTo>
                <a:lnTo>
                  <a:pt x="52" y="1086"/>
                </a:lnTo>
                <a:lnTo>
                  <a:pt x="52" y="1085"/>
                </a:lnTo>
                <a:lnTo>
                  <a:pt x="51" y="1085"/>
                </a:lnTo>
                <a:lnTo>
                  <a:pt x="50" y="1085"/>
                </a:lnTo>
                <a:lnTo>
                  <a:pt x="49" y="1086"/>
                </a:lnTo>
                <a:lnTo>
                  <a:pt x="48" y="1085"/>
                </a:lnTo>
                <a:lnTo>
                  <a:pt x="47" y="1083"/>
                </a:lnTo>
                <a:lnTo>
                  <a:pt x="46" y="1081"/>
                </a:lnTo>
                <a:lnTo>
                  <a:pt x="46" y="1078"/>
                </a:lnTo>
                <a:lnTo>
                  <a:pt x="46" y="1077"/>
                </a:lnTo>
                <a:lnTo>
                  <a:pt x="47" y="1077"/>
                </a:lnTo>
                <a:lnTo>
                  <a:pt x="48" y="1077"/>
                </a:lnTo>
                <a:lnTo>
                  <a:pt x="49" y="1077"/>
                </a:lnTo>
                <a:lnTo>
                  <a:pt x="49" y="1076"/>
                </a:lnTo>
                <a:lnTo>
                  <a:pt x="50" y="1076"/>
                </a:lnTo>
                <a:lnTo>
                  <a:pt x="50" y="1075"/>
                </a:lnTo>
                <a:lnTo>
                  <a:pt x="50" y="1073"/>
                </a:lnTo>
                <a:lnTo>
                  <a:pt x="50" y="1072"/>
                </a:lnTo>
                <a:lnTo>
                  <a:pt x="51" y="1072"/>
                </a:lnTo>
                <a:lnTo>
                  <a:pt x="52" y="1071"/>
                </a:lnTo>
                <a:lnTo>
                  <a:pt x="53" y="1071"/>
                </a:lnTo>
                <a:lnTo>
                  <a:pt x="54" y="1072"/>
                </a:lnTo>
                <a:lnTo>
                  <a:pt x="55" y="1072"/>
                </a:lnTo>
                <a:lnTo>
                  <a:pt x="55" y="1073"/>
                </a:lnTo>
                <a:lnTo>
                  <a:pt x="56" y="1073"/>
                </a:lnTo>
                <a:lnTo>
                  <a:pt x="57" y="1073"/>
                </a:lnTo>
                <a:lnTo>
                  <a:pt x="57" y="1074"/>
                </a:lnTo>
                <a:lnTo>
                  <a:pt x="58" y="1074"/>
                </a:lnTo>
                <a:lnTo>
                  <a:pt x="58" y="1075"/>
                </a:lnTo>
                <a:lnTo>
                  <a:pt x="59" y="1075"/>
                </a:lnTo>
                <a:lnTo>
                  <a:pt x="59" y="1076"/>
                </a:lnTo>
                <a:lnTo>
                  <a:pt x="60" y="1076"/>
                </a:lnTo>
                <a:lnTo>
                  <a:pt x="61" y="1076"/>
                </a:lnTo>
                <a:lnTo>
                  <a:pt x="62" y="1076"/>
                </a:lnTo>
                <a:lnTo>
                  <a:pt x="63" y="1076"/>
                </a:lnTo>
                <a:lnTo>
                  <a:pt x="64" y="1076"/>
                </a:lnTo>
                <a:lnTo>
                  <a:pt x="65" y="1076"/>
                </a:lnTo>
                <a:lnTo>
                  <a:pt x="65" y="1077"/>
                </a:lnTo>
                <a:lnTo>
                  <a:pt x="65" y="1078"/>
                </a:lnTo>
                <a:lnTo>
                  <a:pt x="64" y="1078"/>
                </a:lnTo>
                <a:lnTo>
                  <a:pt x="63" y="1079"/>
                </a:lnTo>
                <a:lnTo>
                  <a:pt x="64" y="1081"/>
                </a:lnTo>
                <a:lnTo>
                  <a:pt x="65" y="1081"/>
                </a:lnTo>
                <a:lnTo>
                  <a:pt x="65" y="1082"/>
                </a:lnTo>
                <a:lnTo>
                  <a:pt x="65" y="1083"/>
                </a:lnTo>
                <a:lnTo>
                  <a:pt x="66" y="1083"/>
                </a:lnTo>
                <a:lnTo>
                  <a:pt x="66" y="1084"/>
                </a:lnTo>
                <a:lnTo>
                  <a:pt x="67" y="1084"/>
                </a:lnTo>
                <a:lnTo>
                  <a:pt x="67" y="1085"/>
                </a:lnTo>
                <a:lnTo>
                  <a:pt x="67" y="1086"/>
                </a:lnTo>
                <a:lnTo>
                  <a:pt x="66" y="1086"/>
                </a:lnTo>
                <a:lnTo>
                  <a:pt x="67" y="1086"/>
                </a:lnTo>
                <a:lnTo>
                  <a:pt x="67" y="1087"/>
                </a:lnTo>
                <a:lnTo>
                  <a:pt x="67" y="1088"/>
                </a:lnTo>
                <a:lnTo>
                  <a:pt x="68" y="1088"/>
                </a:lnTo>
                <a:lnTo>
                  <a:pt x="68" y="1087"/>
                </a:lnTo>
                <a:lnTo>
                  <a:pt x="68" y="1086"/>
                </a:lnTo>
                <a:lnTo>
                  <a:pt x="69" y="1086"/>
                </a:lnTo>
                <a:lnTo>
                  <a:pt x="70" y="1086"/>
                </a:lnTo>
                <a:lnTo>
                  <a:pt x="69" y="1086"/>
                </a:lnTo>
                <a:lnTo>
                  <a:pt x="69" y="1085"/>
                </a:lnTo>
                <a:lnTo>
                  <a:pt x="68" y="1085"/>
                </a:lnTo>
                <a:lnTo>
                  <a:pt x="68" y="1084"/>
                </a:lnTo>
                <a:lnTo>
                  <a:pt x="68" y="1083"/>
                </a:lnTo>
                <a:lnTo>
                  <a:pt x="68" y="1082"/>
                </a:lnTo>
                <a:lnTo>
                  <a:pt x="68" y="1081"/>
                </a:lnTo>
                <a:lnTo>
                  <a:pt x="67" y="1080"/>
                </a:lnTo>
                <a:lnTo>
                  <a:pt x="66" y="1080"/>
                </a:lnTo>
                <a:lnTo>
                  <a:pt x="67" y="1080"/>
                </a:lnTo>
                <a:lnTo>
                  <a:pt x="67" y="1079"/>
                </a:lnTo>
                <a:lnTo>
                  <a:pt x="68" y="1079"/>
                </a:lnTo>
                <a:lnTo>
                  <a:pt x="69" y="1079"/>
                </a:lnTo>
                <a:lnTo>
                  <a:pt x="69" y="1078"/>
                </a:lnTo>
                <a:lnTo>
                  <a:pt x="69" y="1077"/>
                </a:lnTo>
                <a:lnTo>
                  <a:pt x="70" y="1077"/>
                </a:lnTo>
                <a:lnTo>
                  <a:pt x="71" y="1076"/>
                </a:lnTo>
                <a:lnTo>
                  <a:pt x="72" y="1076"/>
                </a:lnTo>
                <a:lnTo>
                  <a:pt x="72" y="1075"/>
                </a:lnTo>
                <a:lnTo>
                  <a:pt x="72" y="1074"/>
                </a:lnTo>
                <a:lnTo>
                  <a:pt x="72" y="1073"/>
                </a:lnTo>
                <a:lnTo>
                  <a:pt x="73" y="1073"/>
                </a:lnTo>
                <a:lnTo>
                  <a:pt x="72" y="1073"/>
                </a:lnTo>
                <a:lnTo>
                  <a:pt x="72" y="1072"/>
                </a:lnTo>
                <a:lnTo>
                  <a:pt x="72" y="1071"/>
                </a:lnTo>
                <a:lnTo>
                  <a:pt x="71" y="1071"/>
                </a:lnTo>
                <a:lnTo>
                  <a:pt x="71" y="1070"/>
                </a:lnTo>
                <a:lnTo>
                  <a:pt x="70" y="1069"/>
                </a:lnTo>
                <a:lnTo>
                  <a:pt x="69" y="1068"/>
                </a:lnTo>
                <a:lnTo>
                  <a:pt x="68" y="1067"/>
                </a:lnTo>
                <a:lnTo>
                  <a:pt x="67" y="1067"/>
                </a:lnTo>
                <a:lnTo>
                  <a:pt x="67" y="1068"/>
                </a:lnTo>
                <a:lnTo>
                  <a:pt x="66" y="1069"/>
                </a:lnTo>
                <a:lnTo>
                  <a:pt x="66" y="1068"/>
                </a:lnTo>
                <a:lnTo>
                  <a:pt x="66" y="1067"/>
                </a:lnTo>
                <a:lnTo>
                  <a:pt x="65" y="1067"/>
                </a:lnTo>
                <a:lnTo>
                  <a:pt x="65" y="1066"/>
                </a:lnTo>
                <a:lnTo>
                  <a:pt x="65" y="1065"/>
                </a:lnTo>
                <a:lnTo>
                  <a:pt x="64" y="1065"/>
                </a:lnTo>
                <a:lnTo>
                  <a:pt x="64" y="1064"/>
                </a:lnTo>
                <a:lnTo>
                  <a:pt x="63" y="1064"/>
                </a:lnTo>
                <a:lnTo>
                  <a:pt x="63" y="1063"/>
                </a:lnTo>
                <a:lnTo>
                  <a:pt x="64" y="1063"/>
                </a:lnTo>
                <a:lnTo>
                  <a:pt x="64" y="1062"/>
                </a:lnTo>
                <a:lnTo>
                  <a:pt x="63" y="1062"/>
                </a:lnTo>
                <a:lnTo>
                  <a:pt x="62" y="1063"/>
                </a:lnTo>
                <a:lnTo>
                  <a:pt x="62" y="1065"/>
                </a:lnTo>
                <a:lnTo>
                  <a:pt x="61" y="1066"/>
                </a:lnTo>
                <a:lnTo>
                  <a:pt x="61" y="1067"/>
                </a:lnTo>
                <a:lnTo>
                  <a:pt x="61" y="1068"/>
                </a:lnTo>
                <a:lnTo>
                  <a:pt x="60" y="1068"/>
                </a:lnTo>
                <a:lnTo>
                  <a:pt x="60" y="1069"/>
                </a:lnTo>
                <a:lnTo>
                  <a:pt x="59" y="1069"/>
                </a:lnTo>
                <a:lnTo>
                  <a:pt x="58" y="1067"/>
                </a:lnTo>
                <a:lnTo>
                  <a:pt x="59" y="1065"/>
                </a:lnTo>
                <a:lnTo>
                  <a:pt x="59" y="1064"/>
                </a:lnTo>
                <a:lnTo>
                  <a:pt x="58" y="1064"/>
                </a:lnTo>
                <a:lnTo>
                  <a:pt x="58" y="1063"/>
                </a:lnTo>
                <a:lnTo>
                  <a:pt x="57" y="1063"/>
                </a:lnTo>
                <a:lnTo>
                  <a:pt x="57" y="1062"/>
                </a:lnTo>
                <a:lnTo>
                  <a:pt x="57" y="1061"/>
                </a:lnTo>
                <a:lnTo>
                  <a:pt x="57" y="1060"/>
                </a:lnTo>
                <a:lnTo>
                  <a:pt x="58" y="1060"/>
                </a:lnTo>
                <a:lnTo>
                  <a:pt x="58" y="1059"/>
                </a:lnTo>
                <a:lnTo>
                  <a:pt x="57" y="1059"/>
                </a:lnTo>
                <a:lnTo>
                  <a:pt x="58" y="1059"/>
                </a:lnTo>
                <a:lnTo>
                  <a:pt x="57" y="1059"/>
                </a:lnTo>
                <a:lnTo>
                  <a:pt x="57" y="1058"/>
                </a:lnTo>
                <a:lnTo>
                  <a:pt x="57" y="1057"/>
                </a:lnTo>
                <a:lnTo>
                  <a:pt x="56" y="1057"/>
                </a:lnTo>
                <a:lnTo>
                  <a:pt x="56" y="1058"/>
                </a:lnTo>
                <a:lnTo>
                  <a:pt x="57" y="1058"/>
                </a:lnTo>
                <a:lnTo>
                  <a:pt x="57" y="1059"/>
                </a:lnTo>
                <a:lnTo>
                  <a:pt x="56" y="1059"/>
                </a:lnTo>
                <a:lnTo>
                  <a:pt x="56" y="1060"/>
                </a:lnTo>
                <a:lnTo>
                  <a:pt x="55" y="1060"/>
                </a:lnTo>
                <a:lnTo>
                  <a:pt x="55" y="1061"/>
                </a:lnTo>
                <a:lnTo>
                  <a:pt x="55" y="1062"/>
                </a:lnTo>
                <a:lnTo>
                  <a:pt x="55" y="1063"/>
                </a:lnTo>
                <a:lnTo>
                  <a:pt x="55" y="1064"/>
                </a:lnTo>
                <a:lnTo>
                  <a:pt x="56" y="1064"/>
                </a:lnTo>
                <a:lnTo>
                  <a:pt x="56" y="1065"/>
                </a:lnTo>
                <a:lnTo>
                  <a:pt x="57" y="1065"/>
                </a:lnTo>
                <a:lnTo>
                  <a:pt x="57" y="1066"/>
                </a:lnTo>
                <a:lnTo>
                  <a:pt x="56" y="1067"/>
                </a:lnTo>
                <a:lnTo>
                  <a:pt x="55" y="1069"/>
                </a:lnTo>
                <a:lnTo>
                  <a:pt x="54" y="1070"/>
                </a:lnTo>
                <a:lnTo>
                  <a:pt x="53" y="1069"/>
                </a:lnTo>
                <a:lnTo>
                  <a:pt x="54" y="1068"/>
                </a:lnTo>
                <a:lnTo>
                  <a:pt x="54" y="1067"/>
                </a:lnTo>
                <a:lnTo>
                  <a:pt x="54" y="1066"/>
                </a:lnTo>
                <a:lnTo>
                  <a:pt x="54" y="1065"/>
                </a:lnTo>
                <a:lnTo>
                  <a:pt x="53" y="1064"/>
                </a:lnTo>
                <a:lnTo>
                  <a:pt x="53" y="1063"/>
                </a:lnTo>
                <a:lnTo>
                  <a:pt x="52" y="1063"/>
                </a:lnTo>
                <a:lnTo>
                  <a:pt x="52" y="1062"/>
                </a:lnTo>
                <a:lnTo>
                  <a:pt x="53" y="1062"/>
                </a:lnTo>
                <a:lnTo>
                  <a:pt x="52" y="1062"/>
                </a:lnTo>
                <a:lnTo>
                  <a:pt x="52" y="1061"/>
                </a:lnTo>
                <a:lnTo>
                  <a:pt x="51" y="1061"/>
                </a:lnTo>
                <a:lnTo>
                  <a:pt x="51" y="1060"/>
                </a:lnTo>
                <a:lnTo>
                  <a:pt x="50" y="1059"/>
                </a:lnTo>
                <a:lnTo>
                  <a:pt x="49" y="1058"/>
                </a:lnTo>
                <a:lnTo>
                  <a:pt x="48" y="1058"/>
                </a:lnTo>
                <a:lnTo>
                  <a:pt x="48" y="1059"/>
                </a:lnTo>
                <a:lnTo>
                  <a:pt x="47" y="1059"/>
                </a:lnTo>
                <a:lnTo>
                  <a:pt x="46" y="1059"/>
                </a:lnTo>
                <a:lnTo>
                  <a:pt x="45" y="1059"/>
                </a:lnTo>
                <a:lnTo>
                  <a:pt x="44" y="1059"/>
                </a:lnTo>
                <a:lnTo>
                  <a:pt x="44" y="1058"/>
                </a:lnTo>
                <a:lnTo>
                  <a:pt x="45" y="1058"/>
                </a:lnTo>
                <a:lnTo>
                  <a:pt x="45" y="1057"/>
                </a:lnTo>
                <a:lnTo>
                  <a:pt x="43" y="1057"/>
                </a:lnTo>
                <a:lnTo>
                  <a:pt x="43" y="1056"/>
                </a:lnTo>
                <a:lnTo>
                  <a:pt x="42" y="1057"/>
                </a:lnTo>
                <a:lnTo>
                  <a:pt x="41" y="1057"/>
                </a:lnTo>
                <a:lnTo>
                  <a:pt x="40" y="1057"/>
                </a:lnTo>
                <a:lnTo>
                  <a:pt x="39" y="1057"/>
                </a:lnTo>
                <a:lnTo>
                  <a:pt x="38" y="1058"/>
                </a:lnTo>
                <a:lnTo>
                  <a:pt x="37" y="1057"/>
                </a:lnTo>
                <a:lnTo>
                  <a:pt x="38" y="1057"/>
                </a:lnTo>
                <a:lnTo>
                  <a:pt x="37" y="1057"/>
                </a:lnTo>
                <a:lnTo>
                  <a:pt x="37" y="1056"/>
                </a:lnTo>
                <a:lnTo>
                  <a:pt x="36" y="1056"/>
                </a:lnTo>
                <a:lnTo>
                  <a:pt x="36" y="1057"/>
                </a:lnTo>
                <a:lnTo>
                  <a:pt x="36" y="1056"/>
                </a:lnTo>
                <a:lnTo>
                  <a:pt x="35" y="1056"/>
                </a:lnTo>
                <a:lnTo>
                  <a:pt x="34" y="1055"/>
                </a:lnTo>
                <a:lnTo>
                  <a:pt x="35" y="1054"/>
                </a:lnTo>
                <a:lnTo>
                  <a:pt x="34" y="1053"/>
                </a:lnTo>
                <a:lnTo>
                  <a:pt x="34" y="1052"/>
                </a:lnTo>
                <a:lnTo>
                  <a:pt x="34" y="1051"/>
                </a:lnTo>
                <a:lnTo>
                  <a:pt x="33" y="1051"/>
                </a:lnTo>
                <a:lnTo>
                  <a:pt x="33" y="1050"/>
                </a:lnTo>
                <a:lnTo>
                  <a:pt x="32" y="1050"/>
                </a:lnTo>
                <a:lnTo>
                  <a:pt x="32" y="1049"/>
                </a:lnTo>
                <a:lnTo>
                  <a:pt x="33" y="1049"/>
                </a:lnTo>
                <a:lnTo>
                  <a:pt x="34" y="1050"/>
                </a:lnTo>
                <a:lnTo>
                  <a:pt x="35" y="1049"/>
                </a:lnTo>
                <a:lnTo>
                  <a:pt x="36" y="1049"/>
                </a:lnTo>
                <a:lnTo>
                  <a:pt x="37" y="1047"/>
                </a:lnTo>
                <a:lnTo>
                  <a:pt x="38" y="1047"/>
                </a:lnTo>
                <a:lnTo>
                  <a:pt x="37" y="1047"/>
                </a:lnTo>
                <a:lnTo>
                  <a:pt x="37" y="1045"/>
                </a:lnTo>
                <a:lnTo>
                  <a:pt x="36" y="1045"/>
                </a:lnTo>
                <a:lnTo>
                  <a:pt x="36" y="1047"/>
                </a:lnTo>
                <a:lnTo>
                  <a:pt x="36" y="1048"/>
                </a:lnTo>
                <a:lnTo>
                  <a:pt x="35" y="1048"/>
                </a:lnTo>
                <a:lnTo>
                  <a:pt x="35" y="1047"/>
                </a:lnTo>
                <a:lnTo>
                  <a:pt x="36" y="1046"/>
                </a:lnTo>
                <a:lnTo>
                  <a:pt x="36" y="1045"/>
                </a:lnTo>
                <a:lnTo>
                  <a:pt x="36" y="1044"/>
                </a:lnTo>
                <a:lnTo>
                  <a:pt x="35" y="1043"/>
                </a:lnTo>
                <a:lnTo>
                  <a:pt x="35" y="1042"/>
                </a:lnTo>
                <a:lnTo>
                  <a:pt x="35" y="1041"/>
                </a:lnTo>
                <a:lnTo>
                  <a:pt x="34" y="1041"/>
                </a:lnTo>
                <a:lnTo>
                  <a:pt x="33" y="1039"/>
                </a:lnTo>
                <a:lnTo>
                  <a:pt x="33" y="1038"/>
                </a:lnTo>
                <a:lnTo>
                  <a:pt x="32" y="1038"/>
                </a:lnTo>
                <a:lnTo>
                  <a:pt x="32" y="1037"/>
                </a:lnTo>
                <a:lnTo>
                  <a:pt x="31" y="1037"/>
                </a:lnTo>
                <a:lnTo>
                  <a:pt x="31" y="1036"/>
                </a:lnTo>
                <a:lnTo>
                  <a:pt x="31" y="1035"/>
                </a:lnTo>
                <a:lnTo>
                  <a:pt x="30" y="1034"/>
                </a:lnTo>
                <a:lnTo>
                  <a:pt x="29" y="1033"/>
                </a:lnTo>
                <a:lnTo>
                  <a:pt x="28" y="1032"/>
                </a:lnTo>
                <a:lnTo>
                  <a:pt x="27" y="1032"/>
                </a:lnTo>
                <a:lnTo>
                  <a:pt x="27" y="1031"/>
                </a:lnTo>
                <a:lnTo>
                  <a:pt x="26" y="1031"/>
                </a:lnTo>
                <a:lnTo>
                  <a:pt x="25" y="1031"/>
                </a:lnTo>
                <a:lnTo>
                  <a:pt x="25" y="1030"/>
                </a:lnTo>
                <a:lnTo>
                  <a:pt x="24" y="1030"/>
                </a:lnTo>
                <a:lnTo>
                  <a:pt x="23" y="1030"/>
                </a:lnTo>
                <a:lnTo>
                  <a:pt x="23" y="1031"/>
                </a:lnTo>
                <a:lnTo>
                  <a:pt x="22" y="1031"/>
                </a:lnTo>
                <a:lnTo>
                  <a:pt x="22" y="1032"/>
                </a:lnTo>
                <a:lnTo>
                  <a:pt x="22" y="1033"/>
                </a:lnTo>
                <a:lnTo>
                  <a:pt x="22" y="1032"/>
                </a:lnTo>
                <a:lnTo>
                  <a:pt x="21" y="1032"/>
                </a:lnTo>
                <a:lnTo>
                  <a:pt x="20" y="1032"/>
                </a:lnTo>
                <a:lnTo>
                  <a:pt x="19" y="1032"/>
                </a:lnTo>
                <a:lnTo>
                  <a:pt x="18" y="1032"/>
                </a:lnTo>
                <a:lnTo>
                  <a:pt x="18" y="1031"/>
                </a:lnTo>
                <a:lnTo>
                  <a:pt x="19" y="1031"/>
                </a:lnTo>
                <a:lnTo>
                  <a:pt x="19" y="1030"/>
                </a:lnTo>
                <a:lnTo>
                  <a:pt x="19" y="1029"/>
                </a:lnTo>
                <a:lnTo>
                  <a:pt x="18" y="1029"/>
                </a:lnTo>
                <a:lnTo>
                  <a:pt x="18" y="1027"/>
                </a:lnTo>
                <a:lnTo>
                  <a:pt x="17" y="1025"/>
                </a:lnTo>
                <a:lnTo>
                  <a:pt x="17" y="1024"/>
                </a:lnTo>
                <a:lnTo>
                  <a:pt x="18" y="1023"/>
                </a:lnTo>
                <a:lnTo>
                  <a:pt x="20" y="1023"/>
                </a:lnTo>
                <a:lnTo>
                  <a:pt x="21" y="1022"/>
                </a:lnTo>
                <a:lnTo>
                  <a:pt x="21" y="1021"/>
                </a:lnTo>
                <a:lnTo>
                  <a:pt x="22" y="1020"/>
                </a:lnTo>
                <a:lnTo>
                  <a:pt x="22" y="1019"/>
                </a:lnTo>
                <a:lnTo>
                  <a:pt x="23" y="1019"/>
                </a:lnTo>
                <a:lnTo>
                  <a:pt x="24" y="1019"/>
                </a:lnTo>
                <a:lnTo>
                  <a:pt x="25" y="1019"/>
                </a:lnTo>
                <a:lnTo>
                  <a:pt x="25" y="1020"/>
                </a:lnTo>
                <a:lnTo>
                  <a:pt x="26" y="1020"/>
                </a:lnTo>
                <a:lnTo>
                  <a:pt x="27" y="1021"/>
                </a:lnTo>
                <a:lnTo>
                  <a:pt x="27" y="1022"/>
                </a:lnTo>
                <a:lnTo>
                  <a:pt x="29" y="1021"/>
                </a:lnTo>
                <a:lnTo>
                  <a:pt x="30" y="1020"/>
                </a:lnTo>
                <a:lnTo>
                  <a:pt x="30" y="1019"/>
                </a:lnTo>
                <a:lnTo>
                  <a:pt x="31" y="1019"/>
                </a:lnTo>
                <a:lnTo>
                  <a:pt x="31" y="1020"/>
                </a:lnTo>
                <a:lnTo>
                  <a:pt x="32" y="1019"/>
                </a:lnTo>
                <a:lnTo>
                  <a:pt x="32" y="1018"/>
                </a:lnTo>
                <a:lnTo>
                  <a:pt x="33" y="1017"/>
                </a:lnTo>
                <a:lnTo>
                  <a:pt x="32" y="1017"/>
                </a:lnTo>
                <a:lnTo>
                  <a:pt x="31" y="1018"/>
                </a:lnTo>
                <a:lnTo>
                  <a:pt x="30" y="1018"/>
                </a:lnTo>
                <a:lnTo>
                  <a:pt x="30" y="1017"/>
                </a:lnTo>
                <a:lnTo>
                  <a:pt x="31" y="1016"/>
                </a:lnTo>
                <a:lnTo>
                  <a:pt x="32" y="1016"/>
                </a:lnTo>
                <a:lnTo>
                  <a:pt x="33" y="1016"/>
                </a:lnTo>
                <a:lnTo>
                  <a:pt x="33" y="1015"/>
                </a:lnTo>
                <a:lnTo>
                  <a:pt x="32" y="1015"/>
                </a:lnTo>
                <a:lnTo>
                  <a:pt x="31" y="1015"/>
                </a:lnTo>
                <a:lnTo>
                  <a:pt x="29" y="1015"/>
                </a:lnTo>
                <a:lnTo>
                  <a:pt x="28" y="1015"/>
                </a:lnTo>
                <a:lnTo>
                  <a:pt x="27" y="1016"/>
                </a:lnTo>
                <a:lnTo>
                  <a:pt x="27" y="1018"/>
                </a:lnTo>
                <a:lnTo>
                  <a:pt x="27" y="1019"/>
                </a:lnTo>
                <a:lnTo>
                  <a:pt x="28" y="1020"/>
                </a:lnTo>
                <a:lnTo>
                  <a:pt x="28" y="1021"/>
                </a:lnTo>
                <a:lnTo>
                  <a:pt x="27" y="1021"/>
                </a:lnTo>
                <a:lnTo>
                  <a:pt x="26" y="1019"/>
                </a:lnTo>
                <a:lnTo>
                  <a:pt x="26" y="1018"/>
                </a:lnTo>
                <a:lnTo>
                  <a:pt x="26" y="1019"/>
                </a:lnTo>
                <a:lnTo>
                  <a:pt x="25" y="1019"/>
                </a:lnTo>
                <a:lnTo>
                  <a:pt x="25" y="1018"/>
                </a:lnTo>
                <a:lnTo>
                  <a:pt x="24" y="1018"/>
                </a:lnTo>
                <a:lnTo>
                  <a:pt x="23" y="1017"/>
                </a:lnTo>
                <a:lnTo>
                  <a:pt x="22" y="1016"/>
                </a:lnTo>
                <a:lnTo>
                  <a:pt x="21" y="1015"/>
                </a:lnTo>
                <a:lnTo>
                  <a:pt x="21" y="1014"/>
                </a:lnTo>
                <a:lnTo>
                  <a:pt x="20" y="1013"/>
                </a:lnTo>
                <a:lnTo>
                  <a:pt x="19" y="1012"/>
                </a:lnTo>
                <a:lnTo>
                  <a:pt x="18" y="1011"/>
                </a:lnTo>
                <a:lnTo>
                  <a:pt x="18" y="1010"/>
                </a:lnTo>
                <a:lnTo>
                  <a:pt x="18" y="1009"/>
                </a:lnTo>
                <a:lnTo>
                  <a:pt x="18" y="1008"/>
                </a:lnTo>
                <a:lnTo>
                  <a:pt x="19" y="1008"/>
                </a:lnTo>
                <a:lnTo>
                  <a:pt x="19" y="1007"/>
                </a:lnTo>
                <a:lnTo>
                  <a:pt x="19" y="1006"/>
                </a:lnTo>
                <a:lnTo>
                  <a:pt x="19" y="1005"/>
                </a:lnTo>
                <a:lnTo>
                  <a:pt x="20" y="1004"/>
                </a:lnTo>
                <a:lnTo>
                  <a:pt x="20" y="1002"/>
                </a:lnTo>
                <a:lnTo>
                  <a:pt x="20" y="1001"/>
                </a:lnTo>
                <a:lnTo>
                  <a:pt x="21" y="1001"/>
                </a:lnTo>
                <a:lnTo>
                  <a:pt x="20" y="1000"/>
                </a:lnTo>
                <a:lnTo>
                  <a:pt x="20" y="998"/>
                </a:lnTo>
                <a:lnTo>
                  <a:pt x="19" y="997"/>
                </a:lnTo>
                <a:lnTo>
                  <a:pt x="19" y="996"/>
                </a:lnTo>
                <a:lnTo>
                  <a:pt x="18" y="996"/>
                </a:lnTo>
                <a:lnTo>
                  <a:pt x="15" y="997"/>
                </a:lnTo>
                <a:lnTo>
                  <a:pt x="16" y="998"/>
                </a:lnTo>
                <a:lnTo>
                  <a:pt x="15" y="998"/>
                </a:lnTo>
                <a:lnTo>
                  <a:pt x="14" y="998"/>
                </a:lnTo>
                <a:lnTo>
                  <a:pt x="14" y="997"/>
                </a:lnTo>
                <a:lnTo>
                  <a:pt x="13" y="997"/>
                </a:lnTo>
                <a:lnTo>
                  <a:pt x="13" y="998"/>
                </a:lnTo>
                <a:lnTo>
                  <a:pt x="13" y="999"/>
                </a:lnTo>
                <a:lnTo>
                  <a:pt x="14" y="1000"/>
                </a:lnTo>
                <a:lnTo>
                  <a:pt x="13" y="1000"/>
                </a:lnTo>
                <a:lnTo>
                  <a:pt x="13" y="999"/>
                </a:lnTo>
                <a:lnTo>
                  <a:pt x="12" y="998"/>
                </a:lnTo>
                <a:lnTo>
                  <a:pt x="11" y="997"/>
                </a:lnTo>
                <a:lnTo>
                  <a:pt x="11" y="996"/>
                </a:lnTo>
                <a:lnTo>
                  <a:pt x="10" y="995"/>
                </a:lnTo>
                <a:lnTo>
                  <a:pt x="9" y="994"/>
                </a:lnTo>
                <a:lnTo>
                  <a:pt x="8" y="993"/>
                </a:lnTo>
                <a:lnTo>
                  <a:pt x="7" y="992"/>
                </a:lnTo>
                <a:lnTo>
                  <a:pt x="7" y="991"/>
                </a:lnTo>
                <a:lnTo>
                  <a:pt x="6" y="991"/>
                </a:lnTo>
                <a:lnTo>
                  <a:pt x="6" y="990"/>
                </a:lnTo>
                <a:lnTo>
                  <a:pt x="4" y="989"/>
                </a:lnTo>
                <a:lnTo>
                  <a:pt x="4" y="988"/>
                </a:lnTo>
                <a:lnTo>
                  <a:pt x="3" y="987"/>
                </a:lnTo>
                <a:lnTo>
                  <a:pt x="3" y="986"/>
                </a:lnTo>
                <a:lnTo>
                  <a:pt x="2" y="985"/>
                </a:lnTo>
                <a:lnTo>
                  <a:pt x="2" y="984"/>
                </a:lnTo>
                <a:lnTo>
                  <a:pt x="2" y="983"/>
                </a:lnTo>
                <a:lnTo>
                  <a:pt x="1" y="982"/>
                </a:lnTo>
                <a:lnTo>
                  <a:pt x="1" y="981"/>
                </a:lnTo>
                <a:lnTo>
                  <a:pt x="1" y="979"/>
                </a:lnTo>
                <a:lnTo>
                  <a:pt x="0" y="979"/>
                </a:lnTo>
                <a:lnTo>
                  <a:pt x="0" y="978"/>
                </a:lnTo>
                <a:lnTo>
                  <a:pt x="0" y="977"/>
                </a:lnTo>
                <a:lnTo>
                  <a:pt x="0" y="974"/>
                </a:lnTo>
                <a:lnTo>
                  <a:pt x="0" y="972"/>
                </a:lnTo>
                <a:lnTo>
                  <a:pt x="0" y="971"/>
                </a:lnTo>
                <a:lnTo>
                  <a:pt x="0" y="970"/>
                </a:lnTo>
                <a:lnTo>
                  <a:pt x="0" y="969"/>
                </a:lnTo>
                <a:lnTo>
                  <a:pt x="0" y="968"/>
                </a:lnTo>
                <a:lnTo>
                  <a:pt x="1" y="968"/>
                </a:lnTo>
                <a:lnTo>
                  <a:pt x="2" y="968"/>
                </a:lnTo>
                <a:lnTo>
                  <a:pt x="3" y="968"/>
                </a:lnTo>
                <a:lnTo>
                  <a:pt x="3" y="967"/>
                </a:lnTo>
                <a:lnTo>
                  <a:pt x="2" y="967"/>
                </a:lnTo>
                <a:lnTo>
                  <a:pt x="2" y="968"/>
                </a:lnTo>
                <a:lnTo>
                  <a:pt x="1" y="967"/>
                </a:lnTo>
                <a:lnTo>
                  <a:pt x="2" y="966"/>
                </a:lnTo>
                <a:lnTo>
                  <a:pt x="2" y="965"/>
                </a:lnTo>
                <a:lnTo>
                  <a:pt x="2" y="964"/>
                </a:lnTo>
                <a:lnTo>
                  <a:pt x="2" y="962"/>
                </a:lnTo>
                <a:lnTo>
                  <a:pt x="3" y="962"/>
                </a:lnTo>
                <a:lnTo>
                  <a:pt x="3" y="961"/>
                </a:lnTo>
                <a:lnTo>
                  <a:pt x="3" y="960"/>
                </a:lnTo>
                <a:lnTo>
                  <a:pt x="3" y="959"/>
                </a:lnTo>
                <a:lnTo>
                  <a:pt x="3" y="958"/>
                </a:lnTo>
                <a:lnTo>
                  <a:pt x="4" y="958"/>
                </a:lnTo>
                <a:lnTo>
                  <a:pt x="4" y="957"/>
                </a:lnTo>
                <a:lnTo>
                  <a:pt x="4" y="956"/>
                </a:lnTo>
                <a:lnTo>
                  <a:pt x="5" y="956"/>
                </a:lnTo>
                <a:lnTo>
                  <a:pt x="6" y="956"/>
                </a:lnTo>
                <a:lnTo>
                  <a:pt x="6" y="955"/>
                </a:lnTo>
                <a:lnTo>
                  <a:pt x="6" y="954"/>
                </a:lnTo>
                <a:lnTo>
                  <a:pt x="6" y="953"/>
                </a:lnTo>
                <a:lnTo>
                  <a:pt x="7" y="952"/>
                </a:lnTo>
                <a:lnTo>
                  <a:pt x="7" y="951"/>
                </a:lnTo>
                <a:lnTo>
                  <a:pt x="7" y="950"/>
                </a:lnTo>
                <a:lnTo>
                  <a:pt x="7" y="949"/>
                </a:lnTo>
                <a:lnTo>
                  <a:pt x="8" y="947"/>
                </a:lnTo>
                <a:lnTo>
                  <a:pt x="7" y="946"/>
                </a:lnTo>
                <a:lnTo>
                  <a:pt x="7" y="945"/>
                </a:lnTo>
                <a:lnTo>
                  <a:pt x="6" y="944"/>
                </a:lnTo>
                <a:lnTo>
                  <a:pt x="5" y="941"/>
                </a:lnTo>
                <a:lnTo>
                  <a:pt x="4" y="940"/>
                </a:lnTo>
                <a:lnTo>
                  <a:pt x="3" y="940"/>
                </a:lnTo>
                <a:lnTo>
                  <a:pt x="1" y="937"/>
                </a:lnTo>
                <a:lnTo>
                  <a:pt x="0" y="936"/>
                </a:lnTo>
                <a:lnTo>
                  <a:pt x="0" y="935"/>
                </a:lnTo>
                <a:lnTo>
                  <a:pt x="0" y="934"/>
                </a:lnTo>
                <a:lnTo>
                  <a:pt x="1" y="932"/>
                </a:lnTo>
                <a:lnTo>
                  <a:pt x="3" y="929"/>
                </a:lnTo>
                <a:lnTo>
                  <a:pt x="6" y="925"/>
                </a:lnTo>
                <a:lnTo>
                  <a:pt x="8" y="923"/>
                </a:lnTo>
                <a:lnTo>
                  <a:pt x="9" y="922"/>
                </a:lnTo>
                <a:lnTo>
                  <a:pt x="10" y="922"/>
                </a:lnTo>
                <a:lnTo>
                  <a:pt x="10" y="921"/>
                </a:lnTo>
                <a:lnTo>
                  <a:pt x="10" y="920"/>
                </a:lnTo>
                <a:lnTo>
                  <a:pt x="11" y="920"/>
                </a:lnTo>
                <a:lnTo>
                  <a:pt x="12" y="920"/>
                </a:lnTo>
                <a:lnTo>
                  <a:pt x="12" y="921"/>
                </a:lnTo>
                <a:lnTo>
                  <a:pt x="12" y="923"/>
                </a:lnTo>
                <a:lnTo>
                  <a:pt x="12" y="924"/>
                </a:lnTo>
                <a:lnTo>
                  <a:pt x="13" y="925"/>
                </a:lnTo>
                <a:lnTo>
                  <a:pt x="13" y="926"/>
                </a:lnTo>
                <a:lnTo>
                  <a:pt x="14" y="926"/>
                </a:lnTo>
                <a:lnTo>
                  <a:pt x="15" y="926"/>
                </a:lnTo>
                <a:lnTo>
                  <a:pt x="16" y="927"/>
                </a:lnTo>
                <a:lnTo>
                  <a:pt x="17" y="927"/>
                </a:lnTo>
                <a:lnTo>
                  <a:pt x="18" y="927"/>
                </a:lnTo>
                <a:lnTo>
                  <a:pt x="18" y="926"/>
                </a:lnTo>
                <a:lnTo>
                  <a:pt x="17" y="926"/>
                </a:lnTo>
                <a:lnTo>
                  <a:pt x="16" y="926"/>
                </a:lnTo>
                <a:lnTo>
                  <a:pt x="15" y="926"/>
                </a:lnTo>
                <a:lnTo>
                  <a:pt x="14" y="925"/>
                </a:lnTo>
                <a:lnTo>
                  <a:pt x="14" y="924"/>
                </a:lnTo>
                <a:lnTo>
                  <a:pt x="13" y="923"/>
                </a:lnTo>
                <a:lnTo>
                  <a:pt x="13" y="922"/>
                </a:lnTo>
                <a:lnTo>
                  <a:pt x="12" y="922"/>
                </a:lnTo>
                <a:lnTo>
                  <a:pt x="13" y="921"/>
                </a:lnTo>
                <a:lnTo>
                  <a:pt x="14" y="920"/>
                </a:lnTo>
                <a:lnTo>
                  <a:pt x="15" y="920"/>
                </a:lnTo>
                <a:lnTo>
                  <a:pt x="15" y="919"/>
                </a:lnTo>
                <a:lnTo>
                  <a:pt x="16" y="918"/>
                </a:lnTo>
                <a:lnTo>
                  <a:pt x="17" y="917"/>
                </a:lnTo>
                <a:lnTo>
                  <a:pt x="17" y="916"/>
                </a:lnTo>
                <a:lnTo>
                  <a:pt x="18" y="914"/>
                </a:lnTo>
                <a:lnTo>
                  <a:pt x="18" y="912"/>
                </a:lnTo>
                <a:lnTo>
                  <a:pt x="18" y="909"/>
                </a:lnTo>
                <a:lnTo>
                  <a:pt x="18" y="908"/>
                </a:lnTo>
                <a:lnTo>
                  <a:pt x="18" y="907"/>
                </a:lnTo>
                <a:lnTo>
                  <a:pt x="18" y="906"/>
                </a:lnTo>
                <a:lnTo>
                  <a:pt x="18" y="905"/>
                </a:lnTo>
                <a:lnTo>
                  <a:pt x="17" y="905"/>
                </a:lnTo>
                <a:lnTo>
                  <a:pt x="17" y="904"/>
                </a:lnTo>
                <a:lnTo>
                  <a:pt x="16" y="904"/>
                </a:lnTo>
                <a:lnTo>
                  <a:pt x="16" y="903"/>
                </a:lnTo>
                <a:lnTo>
                  <a:pt x="17" y="903"/>
                </a:lnTo>
                <a:lnTo>
                  <a:pt x="17" y="902"/>
                </a:lnTo>
                <a:lnTo>
                  <a:pt x="17" y="901"/>
                </a:lnTo>
                <a:lnTo>
                  <a:pt x="18" y="901"/>
                </a:lnTo>
                <a:lnTo>
                  <a:pt x="18" y="900"/>
                </a:lnTo>
                <a:lnTo>
                  <a:pt x="18" y="898"/>
                </a:lnTo>
                <a:lnTo>
                  <a:pt x="18" y="897"/>
                </a:lnTo>
                <a:lnTo>
                  <a:pt x="17" y="895"/>
                </a:lnTo>
                <a:lnTo>
                  <a:pt x="17" y="894"/>
                </a:lnTo>
                <a:lnTo>
                  <a:pt x="17" y="893"/>
                </a:lnTo>
                <a:lnTo>
                  <a:pt x="17" y="892"/>
                </a:lnTo>
                <a:lnTo>
                  <a:pt x="16" y="891"/>
                </a:lnTo>
                <a:lnTo>
                  <a:pt x="15" y="890"/>
                </a:lnTo>
                <a:lnTo>
                  <a:pt x="15" y="889"/>
                </a:lnTo>
                <a:lnTo>
                  <a:pt x="14" y="889"/>
                </a:lnTo>
                <a:lnTo>
                  <a:pt x="14" y="888"/>
                </a:lnTo>
                <a:lnTo>
                  <a:pt x="15" y="888"/>
                </a:lnTo>
                <a:lnTo>
                  <a:pt x="16" y="887"/>
                </a:lnTo>
                <a:lnTo>
                  <a:pt x="17" y="887"/>
                </a:lnTo>
                <a:lnTo>
                  <a:pt x="18" y="888"/>
                </a:lnTo>
                <a:lnTo>
                  <a:pt x="18" y="889"/>
                </a:lnTo>
                <a:lnTo>
                  <a:pt x="18" y="890"/>
                </a:lnTo>
                <a:lnTo>
                  <a:pt x="19" y="890"/>
                </a:lnTo>
                <a:lnTo>
                  <a:pt x="20" y="890"/>
                </a:lnTo>
                <a:lnTo>
                  <a:pt x="21" y="890"/>
                </a:lnTo>
                <a:lnTo>
                  <a:pt x="21" y="891"/>
                </a:lnTo>
                <a:lnTo>
                  <a:pt x="20" y="891"/>
                </a:lnTo>
                <a:lnTo>
                  <a:pt x="21" y="891"/>
                </a:lnTo>
                <a:lnTo>
                  <a:pt x="21" y="890"/>
                </a:lnTo>
                <a:lnTo>
                  <a:pt x="20" y="890"/>
                </a:lnTo>
                <a:lnTo>
                  <a:pt x="21" y="889"/>
                </a:lnTo>
                <a:lnTo>
                  <a:pt x="21" y="888"/>
                </a:lnTo>
                <a:lnTo>
                  <a:pt x="22" y="887"/>
                </a:lnTo>
                <a:lnTo>
                  <a:pt x="23" y="887"/>
                </a:lnTo>
                <a:lnTo>
                  <a:pt x="24" y="887"/>
                </a:lnTo>
                <a:lnTo>
                  <a:pt x="26" y="887"/>
                </a:lnTo>
                <a:lnTo>
                  <a:pt x="27" y="887"/>
                </a:lnTo>
                <a:lnTo>
                  <a:pt x="28" y="888"/>
                </a:lnTo>
                <a:lnTo>
                  <a:pt x="28" y="887"/>
                </a:lnTo>
                <a:lnTo>
                  <a:pt x="29" y="887"/>
                </a:lnTo>
                <a:lnTo>
                  <a:pt x="34" y="885"/>
                </a:lnTo>
                <a:lnTo>
                  <a:pt x="35" y="885"/>
                </a:lnTo>
                <a:lnTo>
                  <a:pt x="37" y="885"/>
                </a:lnTo>
                <a:lnTo>
                  <a:pt x="40" y="885"/>
                </a:lnTo>
                <a:lnTo>
                  <a:pt x="41" y="885"/>
                </a:lnTo>
                <a:lnTo>
                  <a:pt x="42" y="885"/>
                </a:lnTo>
                <a:lnTo>
                  <a:pt x="44" y="885"/>
                </a:lnTo>
                <a:lnTo>
                  <a:pt x="45" y="885"/>
                </a:lnTo>
                <a:lnTo>
                  <a:pt x="45" y="884"/>
                </a:lnTo>
                <a:lnTo>
                  <a:pt x="44" y="884"/>
                </a:lnTo>
                <a:lnTo>
                  <a:pt x="43" y="883"/>
                </a:lnTo>
                <a:lnTo>
                  <a:pt x="42" y="882"/>
                </a:lnTo>
                <a:lnTo>
                  <a:pt x="41" y="882"/>
                </a:lnTo>
                <a:lnTo>
                  <a:pt x="41" y="881"/>
                </a:lnTo>
                <a:lnTo>
                  <a:pt x="41" y="880"/>
                </a:lnTo>
                <a:lnTo>
                  <a:pt x="41" y="879"/>
                </a:lnTo>
                <a:lnTo>
                  <a:pt x="42" y="878"/>
                </a:lnTo>
                <a:lnTo>
                  <a:pt x="43" y="875"/>
                </a:lnTo>
                <a:lnTo>
                  <a:pt x="42" y="874"/>
                </a:lnTo>
                <a:lnTo>
                  <a:pt x="42" y="873"/>
                </a:lnTo>
                <a:lnTo>
                  <a:pt x="43" y="873"/>
                </a:lnTo>
                <a:lnTo>
                  <a:pt x="44" y="873"/>
                </a:lnTo>
                <a:lnTo>
                  <a:pt x="45" y="873"/>
                </a:lnTo>
                <a:lnTo>
                  <a:pt x="46" y="871"/>
                </a:lnTo>
                <a:lnTo>
                  <a:pt x="47" y="870"/>
                </a:lnTo>
                <a:lnTo>
                  <a:pt x="46" y="869"/>
                </a:lnTo>
                <a:lnTo>
                  <a:pt x="46" y="870"/>
                </a:lnTo>
                <a:lnTo>
                  <a:pt x="45" y="870"/>
                </a:lnTo>
                <a:lnTo>
                  <a:pt x="44" y="870"/>
                </a:lnTo>
                <a:lnTo>
                  <a:pt x="44" y="869"/>
                </a:lnTo>
                <a:lnTo>
                  <a:pt x="44" y="868"/>
                </a:lnTo>
                <a:lnTo>
                  <a:pt x="44" y="867"/>
                </a:lnTo>
                <a:lnTo>
                  <a:pt x="44" y="868"/>
                </a:lnTo>
                <a:lnTo>
                  <a:pt x="43" y="868"/>
                </a:lnTo>
                <a:lnTo>
                  <a:pt x="43" y="867"/>
                </a:lnTo>
                <a:lnTo>
                  <a:pt x="43" y="866"/>
                </a:lnTo>
                <a:lnTo>
                  <a:pt x="42" y="866"/>
                </a:lnTo>
                <a:lnTo>
                  <a:pt x="42" y="865"/>
                </a:lnTo>
                <a:lnTo>
                  <a:pt x="42" y="864"/>
                </a:lnTo>
                <a:lnTo>
                  <a:pt x="43" y="864"/>
                </a:lnTo>
                <a:lnTo>
                  <a:pt x="44" y="863"/>
                </a:lnTo>
                <a:lnTo>
                  <a:pt x="44" y="862"/>
                </a:lnTo>
                <a:lnTo>
                  <a:pt x="43" y="862"/>
                </a:lnTo>
                <a:lnTo>
                  <a:pt x="42" y="863"/>
                </a:lnTo>
                <a:lnTo>
                  <a:pt x="40" y="864"/>
                </a:lnTo>
                <a:lnTo>
                  <a:pt x="40" y="865"/>
                </a:lnTo>
                <a:lnTo>
                  <a:pt x="38" y="865"/>
                </a:lnTo>
                <a:lnTo>
                  <a:pt x="37" y="866"/>
                </a:lnTo>
                <a:lnTo>
                  <a:pt x="36" y="866"/>
                </a:lnTo>
                <a:lnTo>
                  <a:pt x="35" y="866"/>
                </a:lnTo>
                <a:lnTo>
                  <a:pt x="34" y="866"/>
                </a:lnTo>
                <a:lnTo>
                  <a:pt x="33" y="866"/>
                </a:lnTo>
                <a:lnTo>
                  <a:pt x="32" y="866"/>
                </a:lnTo>
                <a:lnTo>
                  <a:pt x="31" y="867"/>
                </a:lnTo>
                <a:lnTo>
                  <a:pt x="28" y="867"/>
                </a:lnTo>
                <a:lnTo>
                  <a:pt x="27" y="867"/>
                </a:lnTo>
                <a:lnTo>
                  <a:pt x="26" y="866"/>
                </a:lnTo>
                <a:lnTo>
                  <a:pt x="25" y="866"/>
                </a:lnTo>
                <a:lnTo>
                  <a:pt x="24" y="866"/>
                </a:lnTo>
                <a:lnTo>
                  <a:pt x="23" y="866"/>
                </a:lnTo>
                <a:lnTo>
                  <a:pt x="23" y="865"/>
                </a:lnTo>
                <a:lnTo>
                  <a:pt x="22" y="865"/>
                </a:lnTo>
                <a:lnTo>
                  <a:pt x="21" y="865"/>
                </a:lnTo>
                <a:lnTo>
                  <a:pt x="21" y="864"/>
                </a:lnTo>
                <a:lnTo>
                  <a:pt x="20" y="864"/>
                </a:lnTo>
                <a:lnTo>
                  <a:pt x="19" y="863"/>
                </a:lnTo>
                <a:lnTo>
                  <a:pt x="20" y="863"/>
                </a:lnTo>
                <a:lnTo>
                  <a:pt x="20" y="862"/>
                </a:lnTo>
                <a:lnTo>
                  <a:pt x="20" y="860"/>
                </a:lnTo>
                <a:lnTo>
                  <a:pt x="20" y="859"/>
                </a:lnTo>
                <a:lnTo>
                  <a:pt x="20" y="858"/>
                </a:lnTo>
                <a:lnTo>
                  <a:pt x="20" y="857"/>
                </a:lnTo>
                <a:lnTo>
                  <a:pt x="19" y="856"/>
                </a:lnTo>
                <a:lnTo>
                  <a:pt x="18" y="855"/>
                </a:lnTo>
                <a:lnTo>
                  <a:pt x="18" y="854"/>
                </a:lnTo>
                <a:lnTo>
                  <a:pt x="18" y="853"/>
                </a:lnTo>
                <a:lnTo>
                  <a:pt x="19" y="853"/>
                </a:lnTo>
                <a:lnTo>
                  <a:pt x="18" y="853"/>
                </a:lnTo>
                <a:lnTo>
                  <a:pt x="18" y="852"/>
                </a:lnTo>
                <a:lnTo>
                  <a:pt x="19" y="852"/>
                </a:lnTo>
                <a:lnTo>
                  <a:pt x="19" y="851"/>
                </a:lnTo>
                <a:lnTo>
                  <a:pt x="18" y="851"/>
                </a:lnTo>
                <a:lnTo>
                  <a:pt x="17" y="851"/>
                </a:lnTo>
                <a:lnTo>
                  <a:pt x="16" y="851"/>
                </a:lnTo>
                <a:lnTo>
                  <a:pt x="16" y="850"/>
                </a:lnTo>
                <a:lnTo>
                  <a:pt x="15" y="850"/>
                </a:lnTo>
                <a:lnTo>
                  <a:pt x="14" y="849"/>
                </a:lnTo>
                <a:lnTo>
                  <a:pt x="14" y="848"/>
                </a:lnTo>
                <a:lnTo>
                  <a:pt x="14" y="847"/>
                </a:lnTo>
                <a:lnTo>
                  <a:pt x="13" y="846"/>
                </a:lnTo>
                <a:lnTo>
                  <a:pt x="13" y="845"/>
                </a:lnTo>
                <a:lnTo>
                  <a:pt x="13" y="844"/>
                </a:lnTo>
                <a:lnTo>
                  <a:pt x="14" y="844"/>
                </a:lnTo>
                <a:lnTo>
                  <a:pt x="15" y="844"/>
                </a:lnTo>
                <a:lnTo>
                  <a:pt x="15" y="843"/>
                </a:lnTo>
                <a:lnTo>
                  <a:pt x="15" y="842"/>
                </a:lnTo>
                <a:lnTo>
                  <a:pt x="15" y="843"/>
                </a:lnTo>
                <a:lnTo>
                  <a:pt x="14" y="843"/>
                </a:lnTo>
                <a:lnTo>
                  <a:pt x="13" y="843"/>
                </a:lnTo>
                <a:lnTo>
                  <a:pt x="13" y="844"/>
                </a:lnTo>
                <a:lnTo>
                  <a:pt x="12" y="844"/>
                </a:lnTo>
                <a:lnTo>
                  <a:pt x="11" y="844"/>
                </a:lnTo>
                <a:lnTo>
                  <a:pt x="11" y="843"/>
                </a:lnTo>
                <a:lnTo>
                  <a:pt x="11" y="842"/>
                </a:lnTo>
                <a:lnTo>
                  <a:pt x="10" y="842"/>
                </a:lnTo>
                <a:lnTo>
                  <a:pt x="10" y="843"/>
                </a:lnTo>
                <a:lnTo>
                  <a:pt x="10" y="841"/>
                </a:lnTo>
                <a:lnTo>
                  <a:pt x="9" y="838"/>
                </a:lnTo>
                <a:lnTo>
                  <a:pt x="8" y="837"/>
                </a:lnTo>
                <a:lnTo>
                  <a:pt x="8" y="834"/>
                </a:lnTo>
                <a:lnTo>
                  <a:pt x="8" y="833"/>
                </a:lnTo>
                <a:lnTo>
                  <a:pt x="9" y="832"/>
                </a:lnTo>
                <a:lnTo>
                  <a:pt x="10" y="832"/>
                </a:lnTo>
                <a:lnTo>
                  <a:pt x="10" y="830"/>
                </a:lnTo>
                <a:lnTo>
                  <a:pt x="10" y="829"/>
                </a:lnTo>
                <a:lnTo>
                  <a:pt x="11" y="827"/>
                </a:lnTo>
                <a:lnTo>
                  <a:pt x="12" y="826"/>
                </a:lnTo>
                <a:lnTo>
                  <a:pt x="12" y="825"/>
                </a:lnTo>
                <a:lnTo>
                  <a:pt x="11" y="824"/>
                </a:lnTo>
                <a:lnTo>
                  <a:pt x="12" y="824"/>
                </a:lnTo>
                <a:lnTo>
                  <a:pt x="12" y="823"/>
                </a:lnTo>
                <a:lnTo>
                  <a:pt x="13" y="822"/>
                </a:lnTo>
                <a:lnTo>
                  <a:pt x="14" y="823"/>
                </a:lnTo>
                <a:lnTo>
                  <a:pt x="14" y="824"/>
                </a:lnTo>
                <a:lnTo>
                  <a:pt x="14" y="825"/>
                </a:lnTo>
                <a:lnTo>
                  <a:pt x="15" y="828"/>
                </a:lnTo>
                <a:lnTo>
                  <a:pt x="16" y="829"/>
                </a:lnTo>
                <a:lnTo>
                  <a:pt x="18" y="831"/>
                </a:lnTo>
                <a:lnTo>
                  <a:pt x="19" y="831"/>
                </a:lnTo>
                <a:lnTo>
                  <a:pt x="20" y="831"/>
                </a:lnTo>
                <a:lnTo>
                  <a:pt x="20" y="830"/>
                </a:lnTo>
                <a:lnTo>
                  <a:pt x="20" y="829"/>
                </a:lnTo>
                <a:lnTo>
                  <a:pt x="20" y="828"/>
                </a:lnTo>
                <a:lnTo>
                  <a:pt x="21" y="828"/>
                </a:lnTo>
                <a:lnTo>
                  <a:pt x="23" y="829"/>
                </a:lnTo>
                <a:lnTo>
                  <a:pt x="26" y="829"/>
                </a:lnTo>
                <a:lnTo>
                  <a:pt x="27" y="829"/>
                </a:lnTo>
                <a:lnTo>
                  <a:pt x="27" y="828"/>
                </a:lnTo>
                <a:lnTo>
                  <a:pt x="27" y="827"/>
                </a:lnTo>
                <a:lnTo>
                  <a:pt x="30" y="827"/>
                </a:lnTo>
                <a:lnTo>
                  <a:pt x="32" y="826"/>
                </a:lnTo>
                <a:lnTo>
                  <a:pt x="33" y="825"/>
                </a:lnTo>
                <a:lnTo>
                  <a:pt x="34" y="826"/>
                </a:lnTo>
                <a:lnTo>
                  <a:pt x="35" y="826"/>
                </a:lnTo>
                <a:lnTo>
                  <a:pt x="37" y="826"/>
                </a:lnTo>
                <a:lnTo>
                  <a:pt x="38" y="825"/>
                </a:lnTo>
                <a:lnTo>
                  <a:pt x="40" y="822"/>
                </a:lnTo>
                <a:lnTo>
                  <a:pt x="40" y="819"/>
                </a:lnTo>
                <a:lnTo>
                  <a:pt x="39" y="819"/>
                </a:lnTo>
                <a:lnTo>
                  <a:pt x="38" y="819"/>
                </a:lnTo>
                <a:lnTo>
                  <a:pt x="38" y="818"/>
                </a:lnTo>
                <a:lnTo>
                  <a:pt x="38" y="817"/>
                </a:lnTo>
                <a:lnTo>
                  <a:pt x="40" y="815"/>
                </a:lnTo>
                <a:lnTo>
                  <a:pt x="41" y="815"/>
                </a:lnTo>
                <a:lnTo>
                  <a:pt x="42" y="815"/>
                </a:lnTo>
                <a:lnTo>
                  <a:pt x="42" y="814"/>
                </a:lnTo>
                <a:lnTo>
                  <a:pt x="42" y="812"/>
                </a:lnTo>
                <a:lnTo>
                  <a:pt x="41" y="811"/>
                </a:lnTo>
                <a:lnTo>
                  <a:pt x="41" y="810"/>
                </a:lnTo>
                <a:lnTo>
                  <a:pt x="42" y="809"/>
                </a:lnTo>
                <a:lnTo>
                  <a:pt x="44" y="809"/>
                </a:lnTo>
                <a:lnTo>
                  <a:pt x="44" y="808"/>
                </a:lnTo>
                <a:lnTo>
                  <a:pt x="45" y="808"/>
                </a:lnTo>
                <a:lnTo>
                  <a:pt x="45" y="807"/>
                </a:lnTo>
                <a:lnTo>
                  <a:pt x="43" y="807"/>
                </a:lnTo>
                <a:lnTo>
                  <a:pt x="43" y="806"/>
                </a:lnTo>
                <a:lnTo>
                  <a:pt x="43" y="805"/>
                </a:lnTo>
                <a:lnTo>
                  <a:pt x="42" y="805"/>
                </a:lnTo>
                <a:lnTo>
                  <a:pt x="43" y="804"/>
                </a:lnTo>
                <a:lnTo>
                  <a:pt x="44" y="802"/>
                </a:lnTo>
                <a:lnTo>
                  <a:pt x="44" y="801"/>
                </a:lnTo>
                <a:lnTo>
                  <a:pt x="44" y="800"/>
                </a:lnTo>
                <a:lnTo>
                  <a:pt x="43" y="797"/>
                </a:lnTo>
                <a:lnTo>
                  <a:pt x="43" y="793"/>
                </a:lnTo>
                <a:lnTo>
                  <a:pt x="43" y="792"/>
                </a:lnTo>
                <a:lnTo>
                  <a:pt x="44" y="791"/>
                </a:lnTo>
                <a:lnTo>
                  <a:pt x="45" y="790"/>
                </a:lnTo>
                <a:lnTo>
                  <a:pt x="45" y="788"/>
                </a:lnTo>
                <a:lnTo>
                  <a:pt x="44" y="786"/>
                </a:lnTo>
                <a:lnTo>
                  <a:pt x="45" y="785"/>
                </a:lnTo>
                <a:lnTo>
                  <a:pt x="48" y="783"/>
                </a:lnTo>
                <a:lnTo>
                  <a:pt x="49" y="782"/>
                </a:lnTo>
                <a:lnTo>
                  <a:pt x="50" y="782"/>
                </a:lnTo>
                <a:lnTo>
                  <a:pt x="52" y="780"/>
                </a:lnTo>
                <a:lnTo>
                  <a:pt x="52" y="779"/>
                </a:lnTo>
                <a:lnTo>
                  <a:pt x="54" y="778"/>
                </a:lnTo>
                <a:lnTo>
                  <a:pt x="55" y="778"/>
                </a:lnTo>
                <a:lnTo>
                  <a:pt x="55" y="779"/>
                </a:lnTo>
                <a:lnTo>
                  <a:pt x="56" y="779"/>
                </a:lnTo>
                <a:lnTo>
                  <a:pt x="57" y="780"/>
                </a:lnTo>
                <a:lnTo>
                  <a:pt x="58" y="780"/>
                </a:lnTo>
                <a:lnTo>
                  <a:pt x="59" y="780"/>
                </a:lnTo>
                <a:lnTo>
                  <a:pt x="60" y="780"/>
                </a:lnTo>
                <a:lnTo>
                  <a:pt x="61" y="780"/>
                </a:lnTo>
                <a:lnTo>
                  <a:pt x="62" y="780"/>
                </a:lnTo>
                <a:lnTo>
                  <a:pt x="63" y="781"/>
                </a:lnTo>
                <a:lnTo>
                  <a:pt x="64" y="782"/>
                </a:lnTo>
                <a:lnTo>
                  <a:pt x="64" y="783"/>
                </a:lnTo>
                <a:lnTo>
                  <a:pt x="65" y="783"/>
                </a:lnTo>
                <a:lnTo>
                  <a:pt x="68" y="782"/>
                </a:lnTo>
                <a:lnTo>
                  <a:pt x="70" y="781"/>
                </a:lnTo>
                <a:lnTo>
                  <a:pt x="71" y="780"/>
                </a:lnTo>
                <a:lnTo>
                  <a:pt x="72" y="778"/>
                </a:lnTo>
                <a:lnTo>
                  <a:pt x="72" y="777"/>
                </a:lnTo>
                <a:lnTo>
                  <a:pt x="73" y="776"/>
                </a:lnTo>
                <a:lnTo>
                  <a:pt x="73" y="777"/>
                </a:lnTo>
                <a:lnTo>
                  <a:pt x="73" y="778"/>
                </a:lnTo>
                <a:lnTo>
                  <a:pt x="74" y="780"/>
                </a:lnTo>
                <a:lnTo>
                  <a:pt x="75" y="780"/>
                </a:lnTo>
                <a:lnTo>
                  <a:pt x="75" y="779"/>
                </a:lnTo>
                <a:lnTo>
                  <a:pt x="75" y="778"/>
                </a:lnTo>
                <a:lnTo>
                  <a:pt x="75" y="777"/>
                </a:lnTo>
                <a:lnTo>
                  <a:pt x="77" y="773"/>
                </a:lnTo>
                <a:lnTo>
                  <a:pt x="78" y="773"/>
                </a:lnTo>
                <a:lnTo>
                  <a:pt x="79" y="773"/>
                </a:lnTo>
                <a:lnTo>
                  <a:pt x="80" y="773"/>
                </a:lnTo>
                <a:lnTo>
                  <a:pt x="80" y="775"/>
                </a:lnTo>
                <a:lnTo>
                  <a:pt x="81" y="776"/>
                </a:lnTo>
                <a:lnTo>
                  <a:pt x="82" y="776"/>
                </a:lnTo>
                <a:lnTo>
                  <a:pt x="83" y="774"/>
                </a:lnTo>
                <a:lnTo>
                  <a:pt x="84" y="774"/>
                </a:lnTo>
                <a:lnTo>
                  <a:pt x="86" y="774"/>
                </a:lnTo>
                <a:lnTo>
                  <a:pt x="88" y="773"/>
                </a:lnTo>
                <a:lnTo>
                  <a:pt x="89" y="773"/>
                </a:lnTo>
                <a:lnTo>
                  <a:pt x="90" y="774"/>
                </a:lnTo>
                <a:lnTo>
                  <a:pt x="91" y="773"/>
                </a:lnTo>
                <a:lnTo>
                  <a:pt x="92" y="773"/>
                </a:lnTo>
                <a:lnTo>
                  <a:pt x="93" y="773"/>
                </a:lnTo>
                <a:lnTo>
                  <a:pt x="95" y="774"/>
                </a:lnTo>
                <a:lnTo>
                  <a:pt x="95" y="775"/>
                </a:lnTo>
                <a:lnTo>
                  <a:pt x="97" y="776"/>
                </a:lnTo>
                <a:lnTo>
                  <a:pt x="99" y="777"/>
                </a:lnTo>
                <a:lnTo>
                  <a:pt x="100" y="776"/>
                </a:lnTo>
                <a:lnTo>
                  <a:pt x="103" y="776"/>
                </a:lnTo>
                <a:lnTo>
                  <a:pt x="104" y="776"/>
                </a:lnTo>
                <a:lnTo>
                  <a:pt x="104" y="775"/>
                </a:lnTo>
                <a:lnTo>
                  <a:pt x="105" y="774"/>
                </a:lnTo>
                <a:lnTo>
                  <a:pt x="106" y="773"/>
                </a:lnTo>
                <a:lnTo>
                  <a:pt x="107" y="773"/>
                </a:lnTo>
                <a:lnTo>
                  <a:pt x="107" y="774"/>
                </a:lnTo>
                <a:lnTo>
                  <a:pt x="108" y="774"/>
                </a:lnTo>
                <a:lnTo>
                  <a:pt x="109" y="773"/>
                </a:lnTo>
                <a:lnTo>
                  <a:pt x="110" y="769"/>
                </a:lnTo>
                <a:lnTo>
                  <a:pt x="109" y="769"/>
                </a:lnTo>
                <a:lnTo>
                  <a:pt x="110" y="768"/>
                </a:lnTo>
                <a:lnTo>
                  <a:pt x="111" y="769"/>
                </a:lnTo>
                <a:lnTo>
                  <a:pt x="112" y="769"/>
                </a:lnTo>
                <a:lnTo>
                  <a:pt x="112" y="770"/>
                </a:lnTo>
                <a:lnTo>
                  <a:pt x="114" y="770"/>
                </a:lnTo>
                <a:lnTo>
                  <a:pt x="115" y="771"/>
                </a:lnTo>
                <a:lnTo>
                  <a:pt x="115" y="772"/>
                </a:lnTo>
                <a:lnTo>
                  <a:pt x="116" y="773"/>
                </a:lnTo>
                <a:lnTo>
                  <a:pt x="118" y="773"/>
                </a:lnTo>
                <a:lnTo>
                  <a:pt x="119" y="774"/>
                </a:lnTo>
                <a:lnTo>
                  <a:pt x="119" y="773"/>
                </a:lnTo>
                <a:lnTo>
                  <a:pt x="120" y="773"/>
                </a:lnTo>
                <a:lnTo>
                  <a:pt x="121" y="773"/>
                </a:lnTo>
                <a:lnTo>
                  <a:pt x="122" y="773"/>
                </a:lnTo>
                <a:lnTo>
                  <a:pt x="122" y="774"/>
                </a:lnTo>
                <a:lnTo>
                  <a:pt x="122" y="773"/>
                </a:lnTo>
                <a:lnTo>
                  <a:pt x="123" y="773"/>
                </a:lnTo>
                <a:lnTo>
                  <a:pt x="124" y="773"/>
                </a:lnTo>
                <a:lnTo>
                  <a:pt x="125" y="773"/>
                </a:lnTo>
                <a:lnTo>
                  <a:pt x="126" y="773"/>
                </a:lnTo>
                <a:lnTo>
                  <a:pt x="128" y="773"/>
                </a:lnTo>
                <a:lnTo>
                  <a:pt x="129" y="773"/>
                </a:lnTo>
                <a:lnTo>
                  <a:pt x="129" y="772"/>
                </a:lnTo>
                <a:lnTo>
                  <a:pt x="129" y="771"/>
                </a:lnTo>
                <a:lnTo>
                  <a:pt x="129" y="770"/>
                </a:lnTo>
                <a:lnTo>
                  <a:pt x="130" y="769"/>
                </a:lnTo>
                <a:lnTo>
                  <a:pt x="130" y="768"/>
                </a:lnTo>
                <a:lnTo>
                  <a:pt x="129" y="768"/>
                </a:lnTo>
                <a:lnTo>
                  <a:pt x="129" y="767"/>
                </a:lnTo>
                <a:lnTo>
                  <a:pt x="129" y="766"/>
                </a:lnTo>
                <a:lnTo>
                  <a:pt x="128" y="765"/>
                </a:lnTo>
                <a:lnTo>
                  <a:pt x="127" y="765"/>
                </a:lnTo>
                <a:lnTo>
                  <a:pt x="127" y="764"/>
                </a:lnTo>
                <a:lnTo>
                  <a:pt x="127" y="765"/>
                </a:lnTo>
                <a:lnTo>
                  <a:pt x="126" y="765"/>
                </a:lnTo>
                <a:lnTo>
                  <a:pt x="125" y="764"/>
                </a:lnTo>
                <a:lnTo>
                  <a:pt x="126" y="763"/>
                </a:lnTo>
                <a:lnTo>
                  <a:pt x="127" y="762"/>
                </a:lnTo>
                <a:lnTo>
                  <a:pt x="128" y="761"/>
                </a:lnTo>
                <a:lnTo>
                  <a:pt x="129" y="761"/>
                </a:lnTo>
                <a:lnTo>
                  <a:pt x="128" y="760"/>
                </a:lnTo>
                <a:lnTo>
                  <a:pt x="127" y="759"/>
                </a:lnTo>
                <a:lnTo>
                  <a:pt x="126" y="757"/>
                </a:lnTo>
                <a:lnTo>
                  <a:pt x="125" y="757"/>
                </a:lnTo>
                <a:lnTo>
                  <a:pt x="124" y="757"/>
                </a:lnTo>
                <a:lnTo>
                  <a:pt x="121" y="756"/>
                </a:lnTo>
                <a:lnTo>
                  <a:pt x="121" y="755"/>
                </a:lnTo>
                <a:lnTo>
                  <a:pt x="122" y="754"/>
                </a:lnTo>
                <a:lnTo>
                  <a:pt x="122" y="753"/>
                </a:lnTo>
                <a:lnTo>
                  <a:pt x="122" y="750"/>
                </a:lnTo>
                <a:lnTo>
                  <a:pt x="122" y="749"/>
                </a:lnTo>
                <a:lnTo>
                  <a:pt x="121" y="747"/>
                </a:lnTo>
                <a:lnTo>
                  <a:pt x="120" y="745"/>
                </a:lnTo>
                <a:lnTo>
                  <a:pt x="119" y="743"/>
                </a:lnTo>
                <a:lnTo>
                  <a:pt x="119" y="742"/>
                </a:lnTo>
                <a:lnTo>
                  <a:pt x="120" y="742"/>
                </a:lnTo>
                <a:lnTo>
                  <a:pt x="120" y="740"/>
                </a:lnTo>
                <a:lnTo>
                  <a:pt x="120" y="738"/>
                </a:lnTo>
                <a:lnTo>
                  <a:pt x="120" y="737"/>
                </a:lnTo>
                <a:lnTo>
                  <a:pt x="121" y="736"/>
                </a:lnTo>
                <a:lnTo>
                  <a:pt x="121" y="734"/>
                </a:lnTo>
                <a:lnTo>
                  <a:pt x="120" y="734"/>
                </a:lnTo>
                <a:lnTo>
                  <a:pt x="119" y="733"/>
                </a:lnTo>
                <a:lnTo>
                  <a:pt x="119" y="731"/>
                </a:lnTo>
                <a:lnTo>
                  <a:pt x="120" y="731"/>
                </a:lnTo>
                <a:lnTo>
                  <a:pt x="121" y="731"/>
                </a:lnTo>
                <a:lnTo>
                  <a:pt x="121" y="732"/>
                </a:lnTo>
                <a:lnTo>
                  <a:pt x="122" y="731"/>
                </a:lnTo>
                <a:lnTo>
                  <a:pt x="122" y="730"/>
                </a:lnTo>
                <a:lnTo>
                  <a:pt x="122" y="726"/>
                </a:lnTo>
                <a:lnTo>
                  <a:pt x="121" y="725"/>
                </a:lnTo>
                <a:lnTo>
                  <a:pt x="120" y="724"/>
                </a:lnTo>
                <a:lnTo>
                  <a:pt x="119" y="724"/>
                </a:lnTo>
                <a:lnTo>
                  <a:pt x="118" y="724"/>
                </a:lnTo>
                <a:lnTo>
                  <a:pt x="115" y="722"/>
                </a:lnTo>
                <a:lnTo>
                  <a:pt x="114" y="721"/>
                </a:lnTo>
                <a:lnTo>
                  <a:pt x="114" y="719"/>
                </a:lnTo>
                <a:lnTo>
                  <a:pt x="114" y="718"/>
                </a:lnTo>
                <a:lnTo>
                  <a:pt x="115" y="717"/>
                </a:lnTo>
                <a:lnTo>
                  <a:pt x="116" y="714"/>
                </a:lnTo>
                <a:lnTo>
                  <a:pt x="118" y="712"/>
                </a:lnTo>
                <a:lnTo>
                  <a:pt x="118" y="711"/>
                </a:lnTo>
                <a:lnTo>
                  <a:pt x="119" y="712"/>
                </a:lnTo>
                <a:lnTo>
                  <a:pt x="120" y="714"/>
                </a:lnTo>
                <a:lnTo>
                  <a:pt x="123" y="717"/>
                </a:lnTo>
                <a:lnTo>
                  <a:pt x="124" y="718"/>
                </a:lnTo>
                <a:lnTo>
                  <a:pt x="125" y="718"/>
                </a:lnTo>
                <a:lnTo>
                  <a:pt x="126" y="717"/>
                </a:lnTo>
                <a:lnTo>
                  <a:pt x="126" y="716"/>
                </a:lnTo>
                <a:lnTo>
                  <a:pt x="127" y="716"/>
                </a:lnTo>
                <a:lnTo>
                  <a:pt x="126" y="716"/>
                </a:lnTo>
                <a:lnTo>
                  <a:pt x="126" y="715"/>
                </a:lnTo>
                <a:lnTo>
                  <a:pt x="127" y="713"/>
                </a:lnTo>
                <a:lnTo>
                  <a:pt x="128" y="713"/>
                </a:lnTo>
                <a:lnTo>
                  <a:pt x="129" y="713"/>
                </a:lnTo>
                <a:lnTo>
                  <a:pt x="129" y="712"/>
                </a:lnTo>
                <a:lnTo>
                  <a:pt x="130" y="712"/>
                </a:lnTo>
                <a:lnTo>
                  <a:pt x="130" y="711"/>
                </a:lnTo>
                <a:lnTo>
                  <a:pt x="129" y="710"/>
                </a:lnTo>
                <a:lnTo>
                  <a:pt x="130" y="709"/>
                </a:lnTo>
                <a:lnTo>
                  <a:pt x="130" y="708"/>
                </a:lnTo>
                <a:lnTo>
                  <a:pt x="131" y="708"/>
                </a:lnTo>
                <a:lnTo>
                  <a:pt x="133" y="709"/>
                </a:lnTo>
                <a:lnTo>
                  <a:pt x="133" y="708"/>
                </a:lnTo>
                <a:lnTo>
                  <a:pt x="137" y="711"/>
                </a:lnTo>
                <a:lnTo>
                  <a:pt x="138" y="712"/>
                </a:lnTo>
                <a:lnTo>
                  <a:pt x="139" y="713"/>
                </a:lnTo>
                <a:lnTo>
                  <a:pt x="139" y="714"/>
                </a:lnTo>
                <a:lnTo>
                  <a:pt x="140" y="715"/>
                </a:lnTo>
                <a:lnTo>
                  <a:pt x="141" y="715"/>
                </a:lnTo>
                <a:lnTo>
                  <a:pt x="142" y="715"/>
                </a:lnTo>
                <a:lnTo>
                  <a:pt x="144" y="718"/>
                </a:lnTo>
                <a:lnTo>
                  <a:pt x="144" y="719"/>
                </a:lnTo>
                <a:lnTo>
                  <a:pt x="146" y="721"/>
                </a:lnTo>
                <a:lnTo>
                  <a:pt x="148" y="721"/>
                </a:lnTo>
                <a:lnTo>
                  <a:pt x="149" y="720"/>
                </a:lnTo>
                <a:lnTo>
                  <a:pt x="152" y="719"/>
                </a:lnTo>
                <a:lnTo>
                  <a:pt x="153" y="718"/>
                </a:lnTo>
                <a:lnTo>
                  <a:pt x="153" y="717"/>
                </a:lnTo>
                <a:lnTo>
                  <a:pt x="153" y="716"/>
                </a:lnTo>
                <a:lnTo>
                  <a:pt x="153" y="715"/>
                </a:lnTo>
                <a:lnTo>
                  <a:pt x="154" y="714"/>
                </a:lnTo>
                <a:lnTo>
                  <a:pt x="155" y="713"/>
                </a:lnTo>
                <a:lnTo>
                  <a:pt x="155" y="712"/>
                </a:lnTo>
                <a:lnTo>
                  <a:pt x="156" y="710"/>
                </a:lnTo>
                <a:lnTo>
                  <a:pt x="158" y="709"/>
                </a:lnTo>
                <a:lnTo>
                  <a:pt x="159" y="709"/>
                </a:lnTo>
                <a:lnTo>
                  <a:pt x="159" y="710"/>
                </a:lnTo>
                <a:lnTo>
                  <a:pt x="163" y="711"/>
                </a:lnTo>
                <a:lnTo>
                  <a:pt x="164" y="711"/>
                </a:lnTo>
                <a:lnTo>
                  <a:pt x="165" y="711"/>
                </a:lnTo>
                <a:lnTo>
                  <a:pt x="166" y="711"/>
                </a:lnTo>
                <a:lnTo>
                  <a:pt x="167" y="712"/>
                </a:lnTo>
                <a:lnTo>
                  <a:pt x="166" y="714"/>
                </a:lnTo>
                <a:lnTo>
                  <a:pt x="166" y="715"/>
                </a:lnTo>
                <a:lnTo>
                  <a:pt x="166" y="716"/>
                </a:lnTo>
                <a:lnTo>
                  <a:pt x="167" y="717"/>
                </a:lnTo>
                <a:lnTo>
                  <a:pt x="168" y="717"/>
                </a:lnTo>
                <a:lnTo>
                  <a:pt x="169" y="716"/>
                </a:lnTo>
                <a:lnTo>
                  <a:pt x="170" y="716"/>
                </a:lnTo>
                <a:lnTo>
                  <a:pt x="171" y="717"/>
                </a:lnTo>
                <a:lnTo>
                  <a:pt x="172" y="718"/>
                </a:lnTo>
                <a:lnTo>
                  <a:pt x="174" y="717"/>
                </a:lnTo>
                <a:lnTo>
                  <a:pt x="175" y="716"/>
                </a:lnTo>
                <a:lnTo>
                  <a:pt x="177" y="714"/>
                </a:lnTo>
                <a:lnTo>
                  <a:pt x="181" y="713"/>
                </a:lnTo>
                <a:lnTo>
                  <a:pt x="181" y="712"/>
                </a:lnTo>
                <a:lnTo>
                  <a:pt x="180" y="709"/>
                </a:lnTo>
                <a:lnTo>
                  <a:pt x="178" y="707"/>
                </a:lnTo>
                <a:lnTo>
                  <a:pt x="177" y="707"/>
                </a:lnTo>
                <a:lnTo>
                  <a:pt x="176" y="706"/>
                </a:lnTo>
                <a:lnTo>
                  <a:pt x="175" y="705"/>
                </a:lnTo>
                <a:lnTo>
                  <a:pt x="174" y="702"/>
                </a:lnTo>
                <a:lnTo>
                  <a:pt x="175" y="701"/>
                </a:lnTo>
                <a:lnTo>
                  <a:pt x="176" y="699"/>
                </a:lnTo>
                <a:lnTo>
                  <a:pt x="177" y="699"/>
                </a:lnTo>
                <a:lnTo>
                  <a:pt x="178" y="698"/>
                </a:lnTo>
                <a:lnTo>
                  <a:pt x="178" y="699"/>
                </a:lnTo>
                <a:lnTo>
                  <a:pt x="179" y="698"/>
                </a:lnTo>
                <a:lnTo>
                  <a:pt x="182" y="697"/>
                </a:lnTo>
                <a:lnTo>
                  <a:pt x="183" y="696"/>
                </a:lnTo>
                <a:lnTo>
                  <a:pt x="183" y="695"/>
                </a:lnTo>
                <a:lnTo>
                  <a:pt x="182" y="694"/>
                </a:lnTo>
                <a:lnTo>
                  <a:pt x="183" y="693"/>
                </a:lnTo>
                <a:lnTo>
                  <a:pt x="184" y="692"/>
                </a:lnTo>
                <a:lnTo>
                  <a:pt x="185" y="692"/>
                </a:lnTo>
                <a:lnTo>
                  <a:pt x="186" y="692"/>
                </a:lnTo>
                <a:lnTo>
                  <a:pt x="186" y="691"/>
                </a:lnTo>
                <a:lnTo>
                  <a:pt x="187" y="689"/>
                </a:lnTo>
                <a:lnTo>
                  <a:pt x="187" y="688"/>
                </a:lnTo>
                <a:lnTo>
                  <a:pt x="188" y="687"/>
                </a:lnTo>
                <a:lnTo>
                  <a:pt x="189" y="687"/>
                </a:lnTo>
                <a:lnTo>
                  <a:pt x="190" y="689"/>
                </a:lnTo>
                <a:lnTo>
                  <a:pt x="191" y="690"/>
                </a:lnTo>
                <a:lnTo>
                  <a:pt x="196" y="691"/>
                </a:lnTo>
                <a:lnTo>
                  <a:pt x="198" y="691"/>
                </a:lnTo>
                <a:lnTo>
                  <a:pt x="200" y="690"/>
                </a:lnTo>
                <a:lnTo>
                  <a:pt x="200" y="689"/>
                </a:lnTo>
                <a:lnTo>
                  <a:pt x="201" y="688"/>
                </a:lnTo>
                <a:lnTo>
                  <a:pt x="201" y="687"/>
                </a:lnTo>
                <a:lnTo>
                  <a:pt x="200" y="687"/>
                </a:lnTo>
                <a:lnTo>
                  <a:pt x="199" y="687"/>
                </a:lnTo>
                <a:lnTo>
                  <a:pt x="198" y="686"/>
                </a:lnTo>
                <a:lnTo>
                  <a:pt x="198" y="685"/>
                </a:lnTo>
                <a:lnTo>
                  <a:pt x="197" y="682"/>
                </a:lnTo>
                <a:lnTo>
                  <a:pt x="195" y="682"/>
                </a:lnTo>
                <a:lnTo>
                  <a:pt x="194" y="681"/>
                </a:lnTo>
                <a:lnTo>
                  <a:pt x="193" y="681"/>
                </a:lnTo>
                <a:lnTo>
                  <a:pt x="193" y="680"/>
                </a:lnTo>
                <a:lnTo>
                  <a:pt x="192" y="678"/>
                </a:lnTo>
                <a:lnTo>
                  <a:pt x="193" y="678"/>
                </a:lnTo>
                <a:lnTo>
                  <a:pt x="193" y="677"/>
                </a:lnTo>
                <a:lnTo>
                  <a:pt x="192" y="676"/>
                </a:lnTo>
                <a:lnTo>
                  <a:pt x="192" y="675"/>
                </a:lnTo>
                <a:lnTo>
                  <a:pt x="191" y="674"/>
                </a:lnTo>
                <a:lnTo>
                  <a:pt x="189" y="673"/>
                </a:lnTo>
                <a:lnTo>
                  <a:pt x="188" y="673"/>
                </a:lnTo>
                <a:lnTo>
                  <a:pt x="187" y="674"/>
                </a:lnTo>
                <a:lnTo>
                  <a:pt x="187" y="675"/>
                </a:lnTo>
                <a:lnTo>
                  <a:pt x="185" y="673"/>
                </a:lnTo>
                <a:lnTo>
                  <a:pt x="185" y="672"/>
                </a:lnTo>
                <a:lnTo>
                  <a:pt x="184" y="671"/>
                </a:lnTo>
                <a:lnTo>
                  <a:pt x="185" y="670"/>
                </a:lnTo>
                <a:lnTo>
                  <a:pt x="185" y="668"/>
                </a:lnTo>
                <a:lnTo>
                  <a:pt x="184" y="667"/>
                </a:lnTo>
                <a:lnTo>
                  <a:pt x="184" y="665"/>
                </a:lnTo>
                <a:lnTo>
                  <a:pt x="185" y="664"/>
                </a:lnTo>
                <a:lnTo>
                  <a:pt x="185" y="660"/>
                </a:lnTo>
                <a:lnTo>
                  <a:pt x="184" y="658"/>
                </a:lnTo>
                <a:lnTo>
                  <a:pt x="183" y="657"/>
                </a:lnTo>
                <a:lnTo>
                  <a:pt x="182" y="657"/>
                </a:lnTo>
                <a:lnTo>
                  <a:pt x="181" y="657"/>
                </a:lnTo>
                <a:lnTo>
                  <a:pt x="180" y="657"/>
                </a:lnTo>
                <a:lnTo>
                  <a:pt x="181" y="656"/>
                </a:lnTo>
                <a:lnTo>
                  <a:pt x="181" y="655"/>
                </a:lnTo>
                <a:lnTo>
                  <a:pt x="180" y="655"/>
                </a:lnTo>
                <a:lnTo>
                  <a:pt x="179" y="654"/>
                </a:lnTo>
                <a:lnTo>
                  <a:pt x="179" y="653"/>
                </a:lnTo>
                <a:lnTo>
                  <a:pt x="178" y="652"/>
                </a:lnTo>
                <a:lnTo>
                  <a:pt x="180" y="651"/>
                </a:lnTo>
                <a:lnTo>
                  <a:pt x="181" y="651"/>
                </a:lnTo>
                <a:lnTo>
                  <a:pt x="182" y="652"/>
                </a:lnTo>
                <a:lnTo>
                  <a:pt x="183" y="653"/>
                </a:lnTo>
                <a:lnTo>
                  <a:pt x="185" y="654"/>
                </a:lnTo>
                <a:lnTo>
                  <a:pt x="186" y="654"/>
                </a:lnTo>
                <a:lnTo>
                  <a:pt x="189" y="653"/>
                </a:lnTo>
                <a:lnTo>
                  <a:pt x="190" y="653"/>
                </a:lnTo>
                <a:lnTo>
                  <a:pt x="191" y="651"/>
                </a:lnTo>
                <a:lnTo>
                  <a:pt x="191" y="650"/>
                </a:lnTo>
                <a:lnTo>
                  <a:pt x="190" y="650"/>
                </a:lnTo>
                <a:lnTo>
                  <a:pt x="189" y="649"/>
                </a:lnTo>
                <a:lnTo>
                  <a:pt x="189" y="647"/>
                </a:lnTo>
                <a:lnTo>
                  <a:pt x="189" y="646"/>
                </a:lnTo>
                <a:lnTo>
                  <a:pt x="190" y="644"/>
                </a:lnTo>
                <a:lnTo>
                  <a:pt x="190" y="643"/>
                </a:lnTo>
                <a:lnTo>
                  <a:pt x="191" y="642"/>
                </a:lnTo>
                <a:lnTo>
                  <a:pt x="192" y="642"/>
                </a:lnTo>
                <a:lnTo>
                  <a:pt x="193" y="642"/>
                </a:lnTo>
                <a:lnTo>
                  <a:pt x="192" y="639"/>
                </a:lnTo>
                <a:lnTo>
                  <a:pt x="192" y="637"/>
                </a:lnTo>
                <a:lnTo>
                  <a:pt x="191" y="636"/>
                </a:lnTo>
                <a:lnTo>
                  <a:pt x="190" y="635"/>
                </a:lnTo>
                <a:lnTo>
                  <a:pt x="190" y="634"/>
                </a:lnTo>
                <a:lnTo>
                  <a:pt x="191" y="633"/>
                </a:lnTo>
                <a:lnTo>
                  <a:pt x="191" y="634"/>
                </a:lnTo>
                <a:lnTo>
                  <a:pt x="192" y="634"/>
                </a:lnTo>
                <a:lnTo>
                  <a:pt x="193" y="633"/>
                </a:lnTo>
                <a:lnTo>
                  <a:pt x="193" y="632"/>
                </a:lnTo>
                <a:lnTo>
                  <a:pt x="192" y="631"/>
                </a:lnTo>
                <a:lnTo>
                  <a:pt x="192" y="629"/>
                </a:lnTo>
                <a:lnTo>
                  <a:pt x="194" y="628"/>
                </a:lnTo>
                <a:lnTo>
                  <a:pt x="195" y="628"/>
                </a:lnTo>
                <a:lnTo>
                  <a:pt x="198" y="631"/>
                </a:lnTo>
                <a:lnTo>
                  <a:pt x="199" y="632"/>
                </a:lnTo>
                <a:lnTo>
                  <a:pt x="199" y="633"/>
                </a:lnTo>
                <a:lnTo>
                  <a:pt x="200" y="634"/>
                </a:lnTo>
                <a:lnTo>
                  <a:pt x="201" y="633"/>
                </a:lnTo>
                <a:lnTo>
                  <a:pt x="201" y="632"/>
                </a:lnTo>
                <a:lnTo>
                  <a:pt x="201" y="631"/>
                </a:lnTo>
                <a:lnTo>
                  <a:pt x="201" y="630"/>
                </a:lnTo>
                <a:lnTo>
                  <a:pt x="202" y="629"/>
                </a:lnTo>
                <a:lnTo>
                  <a:pt x="203" y="629"/>
                </a:lnTo>
                <a:lnTo>
                  <a:pt x="205" y="628"/>
                </a:lnTo>
                <a:lnTo>
                  <a:pt x="205" y="627"/>
                </a:lnTo>
                <a:lnTo>
                  <a:pt x="207" y="628"/>
                </a:lnTo>
                <a:lnTo>
                  <a:pt x="208" y="628"/>
                </a:lnTo>
                <a:lnTo>
                  <a:pt x="209" y="628"/>
                </a:lnTo>
                <a:lnTo>
                  <a:pt x="210" y="628"/>
                </a:lnTo>
                <a:lnTo>
                  <a:pt x="210" y="627"/>
                </a:lnTo>
                <a:lnTo>
                  <a:pt x="211" y="627"/>
                </a:lnTo>
                <a:lnTo>
                  <a:pt x="213" y="627"/>
                </a:lnTo>
                <a:lnTo>
                  <a:pt x="214" y="628"/>
                </a:lnTo>
                <a:lnTo>
                  <a:pt x="215" y="628"/>
                </a:lnTo>
                <a:lnTo>
                  <a:pt x="216" y="627"/>
                </a:lnTo>
                <a:lnTo>
                  <a:pt x="217" y="627"/>
                </a:lnTo>
                <a:lnTo>
                  <a:pt x="217" y="626"/>
                </a:lnTo>
                <a:lnTo>
                  <a:pt x="218" y="626"/>
                </a:lnTo>
                <a:lnTo>
                  <a:pt x="218" y="625"/>
                </a:lnTo>
                <a:lnTo>
                  <a:pt x="218" y="624"/>
                </a:lnTo>
                <a:lnTo>
                  <a:pt x="218" y="623"/>
                </a:lnTo>
                <a:lnTo>
                  <a:pt x="217" y="623"/>
                </a:lnTo>
                <a:lnTo>
                  <a:pt x="217" y="622"/>
                </a:lnTo>
                <a:lnTo>
                  <a:pt x="217" y="621"/>
                </a:lnTo>
                <a:lnTo>
                  <a:pt x="219" y="621"/>
                </a:lnTo>
                <a:lnTo>
                  <a:pt x="220" y="622"/>
                </a:lnTo>
                <a:lnTo>
                  <a:pt x="222" y="622"/>
                </a:lnTo>
                <a:lnTo>
                  <a:pt x="223" y="622"/>
                </a:lnTo>
                <a:lnTo>
                  <a:pt x="224" y="622"/>
                </a:lnTo>
                <a:lnTo>
                  <a:pt x="225" y="622"/>
                </a:lnTo>
                <a:lnTo>
                  <a:pt x="226" y="622"/>
                </a:lnTo>
                <a:lnTo>
                  <a:pt x="227" y="622"/>
                </a:lnTo>
                <a:lnTo>
                  <a:pt x="228" y="621"/>
                </a:lnTo>
                <a:lnTo>
                  <a:pt x="229" y="620"/>
                </a:lnTo>
                <a:lnTo>
                  <a:pt x="230" y="618"/>
                </a:lnTo>
                <a:lnTo>
                  <a:pt x="229" y="617"/>
                </a:lnTo>
                <a:lnTo>
                  <a:pt x="229" y="616"/>
                </a:lnTo>
                <a:lnTo>
                  <a:pt x="230" y="616"/>
                </a:lnTo>
                <a:lnTo>
                  <a:pt x="231" y="616"/>
                </a:lnTo>
                <a:lnTo>
                  <a:pt x="232" y="615"/>
                </a:lnTo>
                <a:lnTo>
                  <a:pt x="233" y="615"/>
                </a:lnTo>
                <a:lnTo>
                  <a:pt x="234" y="615"/>
                </a:lnTo>
                <a:lnTo>
                  <a:pt x="235" y="616"/>
                </a:lnTo>
                <a:lnTo>
                  <a:pt x="236" y="617"/>
                </a:lnTo>
                <a:lnTo>
                  <a:pt x="236" y="616"/>
                </a:lnTo>
                <a:lnTo>
                  <a:pt x="237" y="616"/>
                </a:lnTo>
                <a:lnTo>
                  <a:pt x="237" y="615"/>
                </a:lnTo>
                <a:lnTo>
                  <a:pt x="238" y="615"/>
                </a:lnTo>
                <a:lnTo>
                  <a:pt x="238" y="614"/>
                </a:lnTo>
                <a:lnTo>
                  <a:pt x="239" y="614"/>
                </a:lnTo>
                <a:lnTo>
                  <a:pt x="242" y="612"/>
                </a:lnTo>
                <a:lnTo>
                  <a:pt x="242" y="613"/>
                </a:lnTo>
                <a:lnTo>
                  <a:pt x="243" y="614"/>
                </a:lnTo>
                <a:lnTo>
                  <a:pt x="244" y="613"/>
                </a:lnTo>
                <a:lnTo>
                  <a:pt x="246" y="613"/>
                </a:lnTo>
                <a:lnTo>
                  <a:pt x="247" y="613"/>
                </a:lnTo>
                <a:lnTo>
                  <a:pt x="248" y="611"/>
                </a:lnTo>
                <a:lnTo>
                  <a:pt x="248" y="610"/>
                </a:lnTo>
                <a:lnTo>
                  <a:pt x="248" y="609"/>
                </a:lnTo>
                <a:lnTo>
                  <a:pt x="249" y="609"/>
                </a:lnTo>
                <a:lnTo>
                  <a:pt x="250" y="609"/>
                </a:lnTo>
                <a:lnTo>
                  <a:pt x="251" y="607"/>
                </a:lnTo>
                <a:lnTo>
                  <a:pt x="251" y="606"/>
                </a:lnTo>
                <a:lnTo>
                  <a:pt x="252" y="605"/>
                </a:lnTo>
                <a:lnTo>
                  <a:pt x="252" y="604"/>
                </a:lnTo>
                <a:lnTo>
                  <a:pt x="253" y="603"/>
                </a:lnTo>
                <a:lnTo>
                  <a:pt x="253" y="602"/>
                </a:lnTo>
                <a:lnTo>
                  <a:pt x="252" y="601"/>
                </a:lnTo>
                <a:lnTo>
                  <a:pt x="252" y="600"/>
                </a:lnTo>
                <a:lnTo>
                  <a:pt x="252" y="599"/>
                </a:lnTo>
                <a:lnTo>
                  <a:pt x="251" y="599"/>
                </a:lnTo>
                <a:lnTo>
                  <a:pt x="251" y="598"/>
                </a:lnTo>
                <a:lnTo>
                  <a:pt x="249" y="598"/>
                </a:lnTo>
                <a:lnTo>
                  <a:pt x="249" y="597"/>
                </a:lnTo>
                <a:lnTo>
                  <a:pt x="248" y="597"/>
                </a:lnTo>
                <a:lnTo>
                  <a:pt x="247" y="597"/>
                </a:lnTo>
                <a:lnTo>
                  <a:pt x="246" y="596"/>
                </a:lnTo>
                <a:lnTo>
                  <a:pt x="247" y="595"/>
                </a:lnTo>
                <a:lnTo>
                  <a:pt x="251" y="595"/>
                </a:lnTo>
                <a:lnTo>
                  <a:pt x="252" y="595"/>
                </a:lnTo>
                <a:lnTo>
                  <a:pt x="253" y="594"/>
                </a:lnTo>
                <a:lnTo>
                  <a:pt x="254" y="593"/>
                </a:lnTo>
                <a:lnTo>
                  <a:pt x="254" y="592"/>
                </a:lnTo>
                <a:lnTo>
                  <a:pt x="255" y="593"/>
                </a:lnTo>
                <a:lnTo>
                  <a:pt x="257" y="592"/>
                </a:lnTo>
                <a:lnTo>
                  <a:pt x="258" y="592"/>
                </a:lnTo>
                <a:lnTo>
                  <a:pt x="260" y="593"/>
                </a:lnTo>
                <a:lnTo>
                  <a:pt x="263" y="593"/>
                </a:lnTo>
                <a:lnTo>
                  <a:pt x="264" y="592"/>
                </a:lnTo>
                <a:lnTo>
                  <a:pt x="265" y="592"/>
                </a:lnTo>
                <a:lnTo>
                  <a:pt x="266" y="592"/>
                </a:lnTo>
                <a:lnTo>
                  <a:pt x="268" y="592"/>
                </a:lnTo>
                <a:lnTo>
                  <a:pt x="269" y="592"/>
                </a:lnTo>
                <a:lnTo>
                  <a:pt x="270" y="592"/>
                </a:lnTo>
                <a:lnTo>
                  <a:pt x="271" y="593"/>
                </a:lnTo>
                <a:lnTo>
                  <a:pt x="272" y="592"/>
                </a:lnTo>
                <a:lnTo>
                  <a:pt x="273" y="592"/>
                </a:lnTo>
                <a:lnTo>
                  <a:pt x="274" y="591"/>
                </a:lnTo>
                <a:lnTo>
                  <a:pt x="274" y="590"/>
                </a:lnTo>
                <a:lnTo>
                  <a:pt x="274" y="589"/>
                </a:lnTo>
                <a:lnTo>
                  <a:pt x="275" y="589"/>
                </a:lnTo>
                <a:lnTo>
                  <a:pt x="277" y="590"/>
                </a:lnTo>
                <a:lnTo>
                  <a:pt x="278" y="589"/>
                </a:lnTo>
                <a:lnTo>
                  <a:pt x="279" y="588"/>
                </a:lnTo>
                <a:lnTo>
                  <a:pt x="279" y="587"/>
                </a:lnTo>
                <a:lnTo>
                  <a:pt x="280" y="586"/>
                </a:lnTo>
                <a:lnTo>
                  <a:pt x="280" y="585"/>
                </a:lnTo>
                <a:lnTo>
                  <a:pt x="280" y="584"/>
                </a:lnTo>
                <a:lnTo>
                  <a:pt x="280" y="583"/>
                </a:lnTo>
                <a:lnTo>
                  <a:pt x="281" y="582"/>
                </a:lnTo>
                <a:lnTo>
                  <a:pt x="282" y="582"/>
                </a:lnTo>
                <a:lnTo>
                  <a:pt x="283" y="581"/>
                </a:lnTo>
                <a:lnTo>
                  <a:pt x="283" y="580"/>
                </a:lnTo>
                <a:lnTo>
                  <a:pt x="284" y="580"/>
                </a:lnTo>
                <a:lnTo>
                  <a:pt x="285" y="580"/>
                </a:lnTo>
                <a:lnTo>
                  <a:pt x="286" y="581"/>
                </a:lnTo>
                <a:lnTo>
                  <a:pt x="286" y="580"/>
                </a:lnTo>
                <a:lnTo>
                  <a:pt x="287" y="579"/>
                </a:lnTo>
                <a:lnTo>
                  <a:pt x="286" y="579"/>
                </a:lnTo>
                <a:lnTo>
                  <a:pt x="287" y="579"/>
                </a:lnTo>
                <a:lnTo>
                  <a:pt x="287" y="578"/>
                </a:lnTo>
                <a:lnTo>
                  <a:pt x="289" y="577"/>
                </a:lnTo>
                <a:lnTo>
                  <a:pt x="289" y="578"/>
                </a:lnTo>
                <a:lnTo>
                  <a:pt x="290" y="577"/>
                </a:lnTo>
                <a:lnTo>
                  <a:pt x="290" y="576"/>
                </a:lnTo>
                <a:lnTo>
                  <a:pt x="290" y="575"/>
                </a:lnTo>
                <a:lnTo>
                  <a:pt x="290" y="573"/>
                </a:lnTo>
                <a:lnTo>
                  <a:pt x="291" y="572"/>
                </a:lnTo>
                <a:lnTo>
                  <a:pt x="292" y="571"/>
                </a:lnTo>
                <a:lnTo>
                  <a:pt x="292" y="570"/>
                </a:lnTo>
                <a:lnTo>
                  <a:pt x="293" y="568"/>
                </a:lnTo>
                <a:lnTo>
                  <a:pt x="294" y="568"/>
                </a:lnTo>
                <a:lnTo>
                  <a:pt x="294" y="567"/>
                </a:lnTo>
                <a:lnTo>
                  <a:pt x="294" y="568"/>
                </a:lnTo>
                <a:lnTo>
                  <a:pt x="295" y="568"/>
                </a:lnTo>
                <a:lnTo>
                  <a:pt x="295" y="567"/>
                </a:lnTo>
                <a:lnTo>
                  <a:pt x="296" y="565"/>
                </a:lnTo>
                <a:lnTo>
                  <a:pt x="295" y="565"/>
                </a:lnTo>
                <a:lnTo>
                  <a:pt x="298" y="564"/>
                </a:lnTo>
                <a:lnTo>
                  <a:pt x="299" y="562"/>
                </a:lnTo>
                <a:lnTo>
                  <a:pt x="300" y="562"/>
                </a:lnTo>
                <a:lnTo>
                  <a:pt x="300" y="561"/>
                </a:lnTo>
                <a:lnTo>
                  <a:pt x="300" y="560"/>
                </a:lnTo>
                <a:lnTo>
                  <a:pt x="302" y="559"/>
                </a:lnTo>
                <a:lnTo>
                  <a:pt x="302" y="558"/>
                </a:lnTo>
                <a:lnTo>
                  <a:pt x="302" y="556"/>
                </a:lnTo>
                <a:lnTo>
                  <a:pt x="303" y="554"/>
                </a:lnTo>
                <a:lnTo>
                  <a:pt x="304" y="552"/>
                </a:lnTo>
                <a:lnTo>
                  <a:pt x="304" y="551"/>
                </a:lnTo>
                <a:lnTo>
                  <a:pt x="304" y="549"/>
                </a:lnTo>
                <a:lnTo>
                  <a:pt x="303" y="548"/>
                </a:lnTo>
                <a:lnTo>
                  <a:pt x="302" y="547"/>
                </a:lnTo>
                <a:lnTo>
                  <a:pt x="302" y="546"/>
                </a:lnTo>
                <a:lnTo>
                  <a:pt x="302" y="544"/>
                </a:lnTo>
                <a:lnTo>
                  <a:pt x="301" y="544"/>
                </a:lnTo>
                <a:lnTo>
                  <a:pt x="301" y="543"/>
                </a:lnTo>
                <a:lnTo>
                  <a:pt x="302" y="543"/>
                </a:lnTo>
                <a:lnTo>
                  <a:pt x="303" y="543"/>
                </a:lnTo>
                <a:lnTo>
                  <a:pt x="304" y="543"/>
                </a:lnTo>
                <a:lnTo>
                  <a:pt x="304" y="542"/>
                </a:lnTo>
                <a:lnTo>
                  <a:pt x="306" y="541"/>
                </a:lnTo>
                <a:lnTo>
                  <a:pt x="307" y="541"/>
                </a:lnTo>
                <a:lnTo>
                  <a:pt x="309" y="539"/>
                </a:lnTo>
                <a:lnTo>
                  <a:pt x="309" y="538"/>
                </a:lnTo>
                <a:lnTo>
                  <a:pt x="308" y="538"/>
                </a:lnTo>
                <a:lnTo>
                  <a:pt x="307" y="537"/>
                </a:lnTo>
                <a:lnTo>
                  <a:pt x="306" y="536"/>
                </a:lnTo>
                <a:lnTo>
                  <a:pt x="306" y="535"/>
                </a:lnTo>
                <a:lnTo>
                  <a:pt x="307" y="534"/>
                </a:lnTo>
                <a:lnTo>
                  <a:pt x="308" y="534"/>
                </a:lnTo>
                <a:lnTo>
                  <a:pt x="310" y="533"/>
                </a:lnTo>
                <a:lnTo>
                  <a:pt x="310" y="532"/>
                </a:lnTo>
                <a:lnTo>
                  <a:pt x="310" y="531"/>
                </a:lnTo>
                <a:lnTo>
                  <a:pt x="312" y="530"/>
                </a:lnTo>
                <a:lnTo>
                  <a:pt x="313" y="530"/>
                </a:lnTo>
                <a:lnTo>
                  <a:pt x="314" y="529"/>
                </a:lnTo>
                <a:lnTo>
                  <a:pt x="314" y="528"/>
                </a:lnTo>
                <a:lnTo>
                  <a:pt x="314" y="527"/>
                </a:lnTo>
                <a:lnTo>
                  <a:pt x="313" y="526"/>
                </a:lnTo>
                <a:lnTo>
                  <a:pt x="312" y="526"/>
                </a:lnTo>
                <a:lnTo>
                  <a:pt x="312" y="525"/>
                </a:lnTo>
                <a:lnTo>
                  <a:pt x="312" y="524"/>
                </a:lnTo>
                <a:lnTo>
                  <a:pt x="313" y="523"/>
                </a:lnTo>
                <a:lnTo>
                  <a:pt x="313" y="522"/>
                </a:lnTo>
                <a:lnTo>
                  <a:pt x="312" y="522"/>
                </a:lnTo>
                <a:lnTo>
                  <a:pt x="312" y="523"/>
                </a:lnTo>
                <a:lnTo>
                  <a:pt x="311" y="523"/>
                </a:lnTo>
                <a:lnTo>
                  <a:pt x="310" y="523"/>
                </a:lnTo>
                <a:lnTo>
                  <a:pt x="308" y="523"/>
                </a:lnTo>
                <a:lnTo>
                  <a:pt x="307" y="523"/>
                </a:lnTo>
                <a:lnTo>
                  <a:pt x="306" y="523"/>
                </a:lnTo>
                <a:lnTo>
                  <a:pt x="305" y="522"/>
                </a:lnTo>
                <a:lnTo>
                  <a:pt x="302" y="520"/>
                </a:lnTo>
                <a:lnTo>
                  <a:pt x="302" y="519"/>
                </a:lnTo>
                <a:lnTo>
                  <a:pt x="302" y="518"/>
                </a:lnTo>
                <a:lnTo>
                  <a:pt x="302" y="517"/>
                </a:lnTo>
                <a:lnTo>
                  <a:pt x="302" y="514"/>
                </a:lnTo>
                <a:lnTo>
                  <a:pt x="303" y="512"/>
                </a:lnTo>
                <a:lnTo>
                  <a:pt x="302" y="511"/>
                </a:lnTo>
                <a:lnTo>
                  <a:pt x="302" y="510"/>
                </a:lnTo>
                <a:lnTo>
                  <a:pt x="302" y="509"/>
                </a:lnTo>
                <a:lnTo>
                  <a:pt x="302" y="508"/>
                </a:lnTo>
                <a:lnTo>
                  <a:pt x="300" y="508"/>
                </a:lnTo>
                <a:lnTo>
                  <a:pt x="301" y="507"/>
                </a:lnTo>
                <a:lnTo>
                  <a:pt x="302" y="506"/>
                </a:lnTo>
                <a:lnTo>
                  <a:pt x="303" y="506"/>
                </a:lnTo>
                <a:lnTo>
                  <a:pt x="304" y="506"/>
                </a:lnTo>
                <a:lnTo>
                  <a:pt x="305" y="505"/>
                </a:lnTo>
                <a:lnTo>
                  <a:pt x="306" y="504"/>
                </a:lnTo>
                <a:lnTo>
                  <a:pt x="305" y="503"/>
                </a:lnTo>
                <a:lnTo>
                  <a:pt x="304" y="503"/>
                </a:lnTo>
                <a:lnTo>
                  <a:pt x="303" y="503"/>
                </a:lnTo>
                <a:lnTo>
                  <a:pt x="303" y="502"/>
                </a:lnTo>
                <a:lnTo>
                  <a:pt x="303" y="500"/>
                </a:lnTo>
                <a:lnTo>
                  <a:pt x="302" y="499"/>
                </a:lnTo>
                <a:lnTo>
                  <a:pt x="302" y="496"/>
                </a:lnTo>
                <a:lnTo>
                  <a:pt x="303" y="495"/>
                </a:lnTo>
                <a:lnTo>
                  <a:pt x="303" y="494"/>
                </a:lnTo>
                <a:lnTo>
                  <a:pt x="302" y="494"/>
                </a:lnTo>
                <a:lnTo>
                  <a:pt x="301" y="493"/>
                </a:lnTo>
                <a:lnTo>
                  <a:pt x="301" y="492"/>
                </a:lnTo>
                <a:lnTo>
                  <a:pt x="300" y="491"/>
                </a:lnTo>
                <a:lnTo>
                  <a:pt x="299" y="490"/>
                </a:lnTo>
                <a:lnTo>
                  <a:pt x="298" y="488"/>
                </a:lnTo>
                <a:lnTo>
                  <a:pt x="299" y="488"/>
                </a:lnTo>
                <a:lnTo>
                  <a:pt x="299" y="487"/>
                </a:lnTo>
                <a:lnTo>
                  <a:pt x="299" y="485"/>
                </a:lnTo>
                <a:lnTo>
                  <a:pt x="299" y="484"/>
                </a:lnTo>
                <a:lnTo>
                  <a:pt x="299" y="483"/>
                </a:lnTo>
                <a:lnTo>
                  <a:pt x="298" y="483"/>
                </a:lnTo>
                <a:lnTo>
                  <a:pt x="297" y="482"/>
                </a:lnTo>
                <a:lnTo>
                  <a:pt x="296" y="483"/>
                </a:lnTo>
                <a:lnTo>
                  <a:pt x="295" y="483"/>
                </a:lnTo>
                <a:lnTo>
                  <a:pt x="295" y="482"/>
                </a:lnTo>
                <a:lnTo>
                  <a:pt x="295" y="481"/>
                </a:lnTo>
                <a:lnTo>
                  <a:pt x="295" y="480"/>
                </a:lnTo>
                <a:lnTo>
                  <a:pt x="295" y="479"/>
                </a:lnTo>
                <a:lnTo>
                  <a:pt x="296" y="479"/>
                </a:lnTo>
                <a:lnTo>
                  <a:pt x="297" y="478"/>
                </a:lnTo>
                <a:lnTo>
                  <a:pt x="299" y="476"/>
                </a:lnTo>
                <a:lnTo>
                  <a:pt x="300" y="475"/>
                </a:lnTo>
                <a:lnTo>
                  <a:pt x="300" y="474"/>
                </a:lnTo>
                <a:lnTo>
                  <a:pt x="300" y="473"/>
                </a:lnTo>
                <a:lnTo>
                  <a:pt x="299" y="473"/>
                </a:lnTo>
                <a:lnTo>
                  <a:pt x="298" y="473"/>
                </a:lnTo>
                <a:lnTo>
                  <a:pt x="298" y="472"/>
                </a:lnTo>
                <a:lnTo>
                  <a:pt x="297" y="472"/>
                </a:lnTo>
                <a:lnTo>
                  <a:pt x="296" y="471"/>
                </a:lnTo>
                <a:lnTo>
                  <a:pt x="297" y="468"/>
                </a:lnTo>
                <a:lnTo>
                  <a:pt x="297" y="466"/>
                </a:lnTo>
                <a:lnTo>
                  <a:pt x="298" y="466"/>
                </a:lnTo>
                <a:lnTo>
                  <a:pt x="299" y="465"/>
                </a:lnTo>
                <a:lnTo>
                  <a:pt x="299" y="464"/>
                </a:lnTo>
                <a:lnTo>
                  <a:pt x="299" y="463"/>
                </a:lnTo>
                <a:lnTo>
                  <a:pt x="299" y="462"/>
                </a:lnTo>
                <a:lnTo>
                  <a:pt x="300" y="461"/>
                </a:lnTo>
                <a:lnTo>
                  <a:pt x="301" y="461"/>
                </a:lnTo>
                <a:lnTo>
                  <a:pt x="301" y="460"/>
                </a:lnTo>
                <a:lnTo>
                  <a:pt x="301" y="459"/>
                </a:lnTo>
                <a:lnTo>
                  <a:pt x="301" y="458"/>
                </a:lnTo>
                <a:lnTo>
                  <a:pt x="301" y="457"/>
                </a:lnTo>
                <a:lnTo>
                  <a:pt x="300" y="457"/>
                </a:lnTo>
                <a:lnTo>
                  <a:pt x="300" y="456"/>
                </a:lnTo>
                <a:lnTo>
                  <a:pt x="299" y="456"/>
                </a:lnTo>
                <a:lnTo>
                  <a:pt x="300" y="456"/>
                </a:lnTo>
                <a:lnTo>
                  <a:pt x="300" y="454"/>
                </a:lnTo>
                <a:lnTo>
                  <a:pt x="301" y="453"/>
                </a:lnTo>
                <a:lnTo>
                  <a:pt x="301" y="450"/>
                </a:lnTo>
                <a:lnTo>
                  <a:pt x="301" y="448"/>
                </a:lnTo>
                <a:lnTo>
                  <a:pt x="301" y="447"/>
                </a:lnTo>
                <a:lnTo>
                  <a:pt x="301" y="446"/>
                </a:lnTo>
                <a:lnTo>
                  <a:pt x="301" y="445"/>
                </a:lnTo>
                <a:lnTo>
                  <a:pt x="302" y="444"/>
                </a:lnTo>
                <a:lnTo>
                  <a:pt x="301" y="443"/>
                </a:lnTo>
                <a:lnTo>
                  <a:pt x="302" y="442"/>
                </a:lnTo>
                <a:lnTo>
                  <a:pt x="303" y="442"/>
                </a:lnTo>
                <a:lnTo>
                  <a:pt x="304" y="442"/>
                </a:lnTo>
                <a:lnTo>
                  <a:pt x="305" y="442"/>
                </a:lnTo>
                <a:lnTo>
                  <a:pt x="306" y="442"/>
                </a:lnTo>
                <a:lnTo>
                  <a:pt x="307" y="442"/>
                </a:lnTo>
                <a:lnTo>
                  <a:pt x="307" y="441"/>
                </a:lnTo>
                <a:lnTo>
                  <a:pt x="307" y="440"/>
                </a:lnTo>
                <a:lnTo>
                  <a:pt x="308" y="439"/>
                </a:lnTo>
                <a:lnTo>
                  <a:pt x="309" y="439"/>
                </a:lnTo>
                <a:lnTo>
                  <a:pt x="310" y="437"/>
                </a:lnTo>
                <a:lnTo>
                  <a:pt x="312" y="435"/>
                </a:lnTo>
                <a:lnTo>
                  <a:pt x="313" y="435"/>
                </a:lnTo>
                <a:lnTo>
                  <a:pt x="313" y="434"/>
                </a:lnTo>
                <a:lnTo>
                  <a:pt x="313" y="433"/>
                </a:lnTo>
                <a:lnTo>
                  <a:pt x="314" y="432"/>
                </a:lnTo>
                <a:lnTo>
                  <a:pt x="314" y="431"/>
                </a:lnTo>
                <a:lnTo>
                  <a:pt x="315" y="430"/>
                </a:lnTo>
                <a:lnTo>
                  <a:pt x="315" y="429"/>
                </a:lnTo>
                <a:lnTo>
                  <a:pt x="316" y="427"/>
                </a:lnTo>
                <a:lnTo>
                  <a:pt x="315" y="426"/>
                </a:lnTo>
                <a:lnTo>
                  <a:pt x="316" y="424"/>
                </a:lnTo>
                <a:lnTo>
                  <a:pt x="316" y="423"/>
                </a:lnTo>
                <a:lnTo>
                  <a:pt x="317" y="422"/>
                </a:lnTo>
                <a:lnTo>
                  <a:pt x="318" y="422"/>
                </a:lnTo>
                <a:lnTo>
                  <a:pt x="318" y="421"/>
                </a:lnTo>
                <a:lnTo>
                  <a:pt x="317" y="417"/>
                </a:lnTo>
                <a:lnTo>
                  <a:pt x="317" y="416"/>
                </a:lnTo>
                <a:lnTo>
                  <a:pt x="316" y="414"/>
                </a:lnTo>
                <a:lnTo>
                  <a:pt x="316" y="409"/>
                </a:lnTo>
                <a:lnTo>
                  <a:pt x="317" y="409"/>
                </a:lnTo>
                <a:lnTo>
                  <a:pt x="319" y="408"/>
                </a:lnTo>
                <a:lnTo>
                  <a:pt x="320" y="408"/>
                </a:lnTo>
                <a:lnTo>
                  <a:pt x="322" y="409"/>
                </a:lnTo>
                <a:lnTo>
                  <a:pt x="325" y="408"/>
                </a:lnTo>
                <a:lnTo>
                  <a:pt x="326" y="407"/>
                </a:lnTo>
                <a:lnTo>
                  <a:pt x="328" y="405"/>
                </a:lnTo>
                <a:lnTo>
                  <a:pt x="329" y="405"/>
                </a:lnTo>
                <a:lnTo>
                  <a:pt x="330" y="406"/>
                </a:lnTo>
                <a:lnTo>
                  <a:pt x="329" y="406"/>
                </a:lnTo>
                <a:lnTo>
                  <a:pt x="329" y="407"/>
                </a:lnTo>
                <a:lnTo>
                  <a:pt x="331" y="407"/>
                </a:lnTo>
                <a:lnTo>
                  <a:pt x="331" y="406"/>
                </a:lnTo>
                <a:lnTo>
                  <a:pt x="332" y="406"/>
                </a:lnTo>
                <a:lnTo>
                  <a:pt x="332" y="405"/>
                </a:lnTo>
                <a:lnTo>
                  <a:pt x="333" y="405"/>
                </a:lnTo>
                <a:lnTo>
                  <a:pt x="333" y="404"/>
                </a:lnTo>
                <a:lnTo>
                  <a:pt x="336" y="404"/>
                </a:lnTo>
                <a:lnTo>
                  <a:pt x="338" y="405"/>
                </a:lnTo>
                <a:lnTo>
                  <a:pt x="339" y="405"/>
                </a:lnTo>
                <a:lnTo>
                  <a:pt x="340" y="405"/>
                </a:lnTo>
                <a:lnTo>
                  <a:pt x="340" y="403"/>
                </a:lnTo>
                <a:lnTo>
                  <a:pt x="340" y="401"/>
                </a:lnTo>
                <a:lnTo>
                  <a:pt x="340" y="399"/>
                </a:lnTo>
                <a:lnTo>
                  <a:pt x="341" y="397"/>
                </a:lnTo>
                <a:lnTo>
                  <a:pt x="342" y="397"/>
                </a:lnTo>
                <a:lnTo>
                  <a:pt x="343" y="397"/>
                </a:lnTo>
                <a:lnTo>
                  <a:pt x="344" y="397"/>
                </a:lnTo>
                <a:lnTo>
                  <a:pt x="344" y="396"/>
                </a:lnTo>
                <a:lnTo>
                  <a:pt x="344" y="394"/>
                </a:lnTo>
                <a:lnTo>
                  <a:pt x="344" y="393"/>
                </a:lnTo>
                <a:lnTo>
                  <a:pt x="345" y="393"/>
                </a:lnTo>
                <a:lnTo>
                  <a:pt x="347" y="393"/>
                </a:lnTo>
                <a:lnTo>
                  <a:pt x="348" y="392"/>
                </a:lnTo>
                <a:lnTo>
                  <a:pt x="349" y="392"/>
                </a:lnTo>
                <a:lnTo>
                  <a:pt x="349" y="388"/>
                </a:lnTo>
                <a:lnTo>
                  <a:pt x="348" y="388"/>
                </a:lnTo>
                <a:lnTo>
                  <a:pt x="346" y="388"/>
                </a:lnTo>
                <a:lnTo>
                  <a:pt x="345" y="388"/>
                </a:lnTo>
                <a:lnTo>
                  <a:pt x="344" y="389"/>
                </a:lnTo>
                <a:lnTo>
                  <a:pt x="342" y="388"/>
                </a:lnTo>
                <a:lnTo>
                  <a:pt x="341" y="388"/>
                </a:lnTo>
                <a:lnTo>
                  <a:pt x="340" y="387"/>
                </a:lnTo>
                <a:lnTo>
                  <a:pt x="339" y="386"/>
                </a:lnTo>
                <a:lnTo>
                  <a:pt x="340" y="385"/>
                </a:lnTo>
                <a:lnTo>
                  <a:pt x="341" y="384"/>
                </a:lnTo>
                <a:lnTo>
                  <a:pt x="341" y="383"/>
                </a:lnTo>
                <a:lnTo>
                  <a:pt x="341" y="379"/>
                </a:lnTo>
                <a:lnTo>
                  <a:pt x="341" y="378"/>
                </a:lnTo>
                <a:lnTo>
                  <a:pt x="341" y="375"/>
                </a:lnTo>
                <a:lnTo>
                  <a:pt x="340" y="374"/>
                </a:lnTo>
                <a:lnTo>
                  <a:pt x="341" y="374"/>
                </a:lnTo>
                <a:lnTo>
                  <a:pt x="342" y="374"/>
                </a:lnTo>
                <a:lnTo>
                  <a:pt x="344" y="370"/>
                </a:lnTo>
                <a:lnTo>
                  <a:pt x="345" y="367"/>
                </a:lnTo>
                <a:lnTo>
                  <a:pt x="345" y="366"/>
                </a:lnTo>
                <a:lnTo>
                  <a:pt x="345" y="365"/>
                </a:lnTo>
                <a:lnTo>
                  <a:pt x="347" y="365"/>
                </a:lnTo>
                <a:lnTo>
                  <a:pt x="348" y="366"/>
                </a:lnTo>
                <a:lnTo>
                  <a:pt x="349" y="366"/>
                </a:lnTo>
                <a:lnTo>
                  <a:pt x="349" y="367"/>
                </a:lnTo>
                <a:lnTo>
                  <a:pt x="350" y="367"/>
                </a:lnTo>
                <a:lnTo>
                  <a:pt x="351" y="367"/>
                </a:lnTo>
                <a:lnTo>
                  <a:pt x="352" y="368"/>
                </a:lnTo>
                <a:lnTo>
                  <a:pt x="353" y="366"/>
                </a:lnTo>
                <a:lnTo>
                  <a:pt x="352" y="366"/>
                </a:lnTo>
                <a:lnTo>
                  <a:pt x="352" y="365"/>
                </a:lnTo>
                <a:lnTo>
                  <a:pt x="353" y="364"/>
                </a:lnTo>
                <a:lnTo>
                  <a:pt x="354" y="363"/>
                </a:lnTo>
                <a:lnTo>
                  <a:pt x="356" y="363"/>
                </a:lnTo>
                <a:lnTo>
                  <a:pt x="356" y="364"/>
                </a:lnTo>
                <a:lnTo>
                  <a:pt x="357" y="365"/>
                </a:lnTo>
                <a:lnTo>
                  <a:pt x="358" y="366"/>
                </a:lnTo>
                <a:lnTo>
                  <a:pt x="360" y="367"/>
                </a:lnTo>
                <a:lnTo>
                  <a:pt x="360" y="366"/>
                </a:lnTo>
                <a:lnTo>
                  <a:pt x="362" y="367"/>
                </a:lnTo>
                <a:lnTo>
                  <a:pt x="363" y="367"/>
                </a:lnTo>
                <a:lnTo>
                  <a:pt x="363" y="368"/>
                </a:lnTo>
                <a:lnTo>
                  <a:pt x="364" y="368"/>
                </a:lnTo>
                <a:lnTo>
                  <a:pt x="365" y="368"/>
                </a:lnTo>
                <a:lnTo>
                  <a:pt x="367" y="368"/>
                </a:lnTo>
                <a:lnTo>
                  <a:pt x="371" y="368"/>
                </a:lnTo>
                <a:lnTo>
                  <a:pt x="371" y="367"/>
                </a:lnTo>
                <a:lnTo>
                  <a:pt x="372" y="367"/>
                </a:lnTo>
                <a:lnTo>
                  <a:pt x="373" y="367"/>
                </a:lnTo>
                <a:lnTo>
                  <a:pt x="374" y="367"/>
                </a:lnTo>
                <a:lnTo>
                  <a:pt x="374" y="368"/>
                </a:lnTo>
                <a:lnTo>
                  <a:pt x="374" y="369"/>
                </a:lnTo>
                <a:lnTo>
                  <a:pt x="375" y="368"/>
                </a:lnTo>
                <a:lnTo>
                  <a:pt x="375" y="367"/>
                </a:lnTo>
                <a:lnTo>
                  <a:pt x="374" y="367"/>
                </a:lnTo>
                <a:lnTo>
                  <a:pt x="374" y="366"/>
                </a:lnTo>
                <a:lnTo>
                  <a:pt x="375" y="364"/>
                </a:lnTo>
                <a:lnTo>
                  <a:pt x="376" y="364"/>
                </a:lnTo>
                <a:lnTo>
                  <a:pt x="377" y="363"/>
                </a:lnTo>
                <a:lnTo>
                  <a:pt x="377" y="362"/>
                </a:lnTo>
                <a:lnTo>
                  <a:pt x="376" y="360"/>
                </a:lnTo>
                <a:lnTo>
                  <a:pt x="376" y="358"/>
                </a:lnTo>
                <a:lnTo>
                  <a:pt x="376" y="356"/>
                </a:lnTo>
                <a:lnTo>
                  <a:pt x="376" y="355"/>
                </a:lnTo>
                <a:lnTo>
                  <a:pt x="375" y="354"/>
                </a:lnTo>
                <a:lnTo>
                  <a:pt x="375" y="355"/>
                </a:lnTo>
                <a:lnTo>
                  <a:pt x="374" y="354"/>
                </a:lnTo>
                <a:lnTo>
                  <a:pt x="374" y="352"/>
                </a:lnTo>
                <a:lnTo>
                  <a:pt x="375" y="348"/>
                </a:lnTo>
                <a:lnTo>
                  <a:pt x="375" y="347"/>
                </a:lnTo>
                <a:lnTo>
                  <a:pt x="376" y="347"/>
                </a:lnTo>
                <a:lnTo>
                  <a:pt x="378" y="347"/>
                </a:lnTo>
                <a:lnTo>
                  <a:pt x="380" y="348"/>
                </a:lnTo>
                <a:lnTo>
                  <a:pt x="381" y="347"/>
                </a:lnTo>
                <a:lnTo>
                  <a:pt x="381" y="346"/>
                </a:lnTo>
                <a:lnTo>
                  <a:pt x="382" y="345"/>
                </a:lnTo>
                <a:lnTo>
                  <a:pt x="382" y="344"/>
                </a:lnTo>
                <a:lnTo>
                  <a:pt x="381" y="343"/>
                </a:lnTo>
                <a:lnTo>
                  <a:pt x="380" y="342"/>
                </a:lnTo>
                <a:lnTo>
                  <a:pt x="380" y="341"/>
                </a:lnTo>
                <a:lnTo>
                  <a:pt x="380" y="340"/>
                </a:lnTo>
                <a:lnTo>
                  <a:pt x="381" y="339"/>
                </a:lnTo>
                <a:lnTo>
                  <a:pt x="383" y="339"/>
                </a:lnTo>
                <a:lnTo>
                  <a:pt x="383" y="340"/>
                </a:lnTo>
                <a:lnTo>
                  <a:pt x="384" y="340"/>
                </a:lnTo>
                <a:lnTo>
                  <a:pt x="384" y="341"/>
                </a:lnTo>
                <a:lnTo>
                  <a:pt x="385" y="341"/>
                </a:lnTo>
                <a:lnTo>
                  <a:pt x="387" y="340"/>
                </a:lnTo>
                <a:lnTo>
                  <a:pt x="389" y="339"/>
                </a:lnTo>
                <a:lnTo>
                  <a:pt x="390" y="339"/>
                </a:lnTo>
                <a:lnTo>
                  <a:pt x="391" y="339"/>
                </a:lnTo>
                <a:lnTo>
                  <a:pt x="393" y="337"/>
                </a:lnTo>
                <a:lnTo>
                  <a:pt x="393" y="336"/>
                </a:lnTo>
                <a:lnTo>
                  <a:pt x="393" y="335"/>
                </a:lnTo>
                <a:lnTo>
                  <a:pt x="393" y="334"/>
                </a:lnTo>
                <a:lnTo>
                  <a:pt x="395" y="333"/>
                </a:lnTo>
                <a:lnTo>
                  <a:pt x="395" y="332"/>
                </a:lnTo>
                <a:lnTo>
                  <a:pt x="396" y="332"/>
                </a:lnTo>
                <a:lnTo>
                  <a:pt x="396" y="331"/>
                </a:lnTo>
                <a:lnTo>
                  <a:pt x="397" y="331"/>
                </a:lnTo>
                <a:lnTo>
                  <a:pt x="396" y="330"/>
                </a:lnTo>
                <a:lnTo>
                  <a:pt x="396" y="329"/>
                </a:lnTo>
                <a:lnTo>
                  <a:pt x="395" y="329"/>
                </a:lnTo>
                <a:lnTo>
                  <a:pt x="395" y="328"/>
                </a:lnTo>
                <a:lnTo>
                  <a:pt x="394" y="328"/>
                </a:lnTo>
                <a:lnTo>
                  <a:pt x="393" y="327"/>
                </a:lnTo>
                <a:lnTo>
                  <a:pt x="392" y="325"/>
                </a:lnTo>
                <a:lnTo>
                  <a:pt x="392" y="324"/>
                </a:lnTo>
                <a:lnTo>
                  <a:pt x="393" y="324"/>
                </a:lnTo>
                <a:lnTo>
                  <a:pt x="392" y="321"/>
                </a:lnTo>
                <a:lnTo>
                  <a:pt x="392" y="320"/>
                </a:lnTo>
                <a:lnTo>
                  <a:pt x="391" y="320"/>
                </a:lnTo>
                <a:lnTo>
                  <a:pt x="390" y="319"/>
                </a:lnTo>
                <a:lnTo>
                  <a:pt x="389" y="318"/>
                </a:lnTo>
                <a:lnTo>
                  <a:pt x="388" y="314"/>
                </a:lnTo>
                <a:lnTo>
                  <a:pt x="386" y="313"/>
                </a:lnTo>
                <a:lnTo>
                  <a:pt x="384" y="309"/>
                </a:lnTo>
                <a:lnTo>
                  <a:pt x="384" y="308"/>
                </a:lnTo>
                <a:lnTo>
                  <a:pt x="383" y="306"/>
                </a:lnTo>
                <a:lnTo>
                  <a:pt x="383" y="303"/>
                </a:lnTo>
                <a:lnTo>
                  <a:pt x="383" y="301"/>
                </a:lnTo>
                <a:lnTo>
                  <a:pt x="384" y="296"/>
                </a:lnTo>
                <a:lnTo>
                  <a:pt x="384" y="295"/>
                </a:lnTo>
                <a:lnTo>
                  <a:pt x="383" y="295"/>
                </a:lnTo>
                <a:lnTo>
                  <a:pt x="383" y="294"/>
                </a:lnTo>
                <a:lnTo>
                  <a:pt x="382" y="294"/>
                </a:lnTo>
                <a:lnTo>
                  <a:pt x="381" y="293"/>
                </a:lnTo>
                <a:lnTo>
                  <a:pt x="380" y="292"/>
                </a:lnTo>
                <a:lnTo>
                  <a:pt x="380" y="291"/>
                </a:lnTo>
                <a:lnTo>
                  <a:pt x="381" y="288"/>
                </a:lnTo>
                <a:lnTo>
                  <a:pt x="381" y="285"/>
                </a:lnTo>
                <a:lnTo>
                  <a:pt x="381" y="283"/>
                </a:lnTo>
                <a:lnTo>
                  <a:pt x="381" y="282"/>
                </a:lnTo>
                <a:lnTo>
                  <a:pt x="382" y="282"/>
                </a:lnTo>
                <a:lnTo>
                  <a:pt x="383" y="282"/>
                </a:lnTo>
                <a:lnTo>
                  <a:pt x="383" y="283"/>
                </a:lnTo>
                <a:lnTo>
                  <a:pt x="384" y="283"/>
                </a:lnTo>
                <a:lnTo>
                  <a:pt x="385" y="283"/>
                </a:lnTo>
                <a:lnTo>
                  <a:pt x="388" y="283"/>
                </a:lnTo>
                <a:lnTo>
                  <a:pt x="389" y="281"/>
                </a:lnTo>
                <a:lnTo>
                  <a:pt x="389" y="280"/>
                </a:lnTo>
                <a:lnTo>
                  <a:pt x="390" y="280"/>
                </a:lnTo>
                <a:lnTo>
                  <a:pt x="391" y="280"/>
                </a:lnTo>
                <a:lnTo>
                  <a:pt x="392" y="281"/>
                </a:lnTo>
                <a:lnTo>
                  <a:pt x="393" y="281"/>
                </a:lnTo>
                <a:lnTo>
                  <a:pt x="393" y="280"/>
                </a:lnTo>
                <a:lnTo>
                  <a:pt x="393" y="278"/>
                </a:lnTo>
                <a:lnTo>
                  <a:pt x="394" y="278"/>
                </a:lnTo>
                <a:lnTo>
                  <a:pt x="395" y="277"/>
                </a:lnTo>
                <a:lnTo>
                  <a:pt x="395" y="276"/>
                </a:lnTo>
                <a:lnTo>
                  <a:pt x="395" y="275"/>
                </a:lnTo>
                <a:lnTo>
                  <a:pt x="395" y="274"/>
                </a:lnTo>
                <a:lnTo>
                  <a:pt x="396" y="274"/>
                </a:lnTo>
                <a:lnTo>
                  <a:pt x="397" y="273"/>
                </a:lnTo>
                <a:lnTo>
                  <a:pt x="397" y="274"/>
                </a:lnTo>
                <a:lnTo>
                  <a:pt x="398" y="274"/>
                </a:lnTo>
                <a:lnTo>
                  <a:pt x="399" y="275"/>
                </a:lnTo>
                <a:lnTo>
                  <a:pt x="400" y="275"/>
                </a:lnTo>
                <a:lnTo>
                  <a:pt x="401" y="275"/>
                </a:lnTo>
                <a:lnTo>
                  <a:pt x="402" y="274"/>
                </a:lnTo>
                <a:lnTo>
                  <a:pt x="401" y="273"/>
                </a:lnTo>
                <a:lnTo>
                  <a:pt x="401" y="272"/>
                </a:lnTo>
                <a:lnTo>
                  <a:pt x="402" y="271"/>
                </a:lnTo>
                <a:lnTo>
                  <a:pt x="402" y="270"/>
                </a:lnTo>
                <a:lnTo>
                  <a:pt x="403" y="270"/>
                </a:lnTo>
                <a:lnTo>
                  <a:pt x="404" y="270"/>
                </a:lnTo>
                <a:lnTo>
                  <a:pt x="404" y="269"/>
                </a:lnTo>
                <a:lnTo>
                  <a:pt x="405" y="269"/>
                </a:lnTo>
                <a:lnTo>
                  <a:pt x="405" y="268"/>
                </a:lnTo>
                <a:lnTo>
                  <a:pt x="406" y="267"/>
                </a:lnTo>
                <a:lnTo>
                  <a:pt x="407" y="266"/>
                </a:lnTo>
                <a:lnTo>
                  <a:pt x="408" y="267"/>
                </a:lnTo>
                <a:lnTo>
                  <a:pt x="408" y="266"/>
                </a:lnTo>
                <a:lnTo>
                  <a:pt x="409" y="265"/>
                </a:lnTo>
                <a:lnTo>
                  <a:pt x="409" y="264"/>
                </a:lnTo>
                <a:lnTo>
                  <a:pt x="408" y="264"/>
                </a:lnTo>
                <a:lnTo>
                  <a:pt x="409" y="263"/>
                </a:lnTo>
                <a:lnTo>
                  <a:pt x="410" y="262"/>
                </a:lnTo>
                <a:lnTo>
                  <a:pt x="411" y="262"/>
                </a:lnTo>
                <a:lnTo>
                  <a:pt x="411" y="261"/>
                </a:lnTo>
                <a:lnTo>
                  <a:pt x="411" y="260"/>
                </a:lnTo>
                <a:lnTo>
                  <a:pt x="412" y="259"/>
                </a:lnTo>
                <a:lnTo>
                  <a:pt x="412" y="258"/>
                </a:lnTo>
                <a:lnTo>
                  <a:pt x="413" y="258"/>
                </a:lnTo>
                <a:lnTo>
                  <a:pt x="413" y="257"/>
                </a:lnTo>
                <a:lnTo>
                  <a:pt x="413" y="251"/>
                </a:lnTo>
                <a:lnTo>
                  <a:pt x="413" y="248"/>
                </a:lnTo>
                <a:lnTo>
                  <a:pt x="413" y="247"/>
                </a:lnTo>
                <a:lnTo>
                  <a:pt x="412" y="247"/>
                </a:lnTo>
                <a:lnTo>
                  <a:pt x="411" y="247"/>
                </a:lnTo>
                <a:lnTo>
                  <a:pt x="411" y="248"/>
                </a:lnTo>
                <a:lnTo>
                  <a:pt x="409" y="246"/>
                </a:lnTo>
                <a:lnTo>
                  <a:pt x="409" y="245"/>
                </a:lnTo>
                <a:lnTo>
                  <a:pt x="409" y="243"/>
                </a:lnTo>
                <a:lnTo>
                  <a:pt x="408" y="242"/>
                </a:lnTo>
                <a:lnTo>
                  <a:pt x="407" y="239"/>
                </a:lnTo>
                <a:lnTo>
                  <a:pt x="405" y="237"/>
                </a:lnTo>
                <a:lnTo>
                  <a:pt x="404" y="236"/>
                </a:lnTo>
                <a:lnTo>
                  <a:pt x="403" y="236"/>
                </a:lnTo>
                <a:lnTo>
                  <a:pt x="402" y="236"/>
                </a:lnTo>
                <a:lnTo>
                  <a:pt x="401" y="236"/>
                </a:lnTo>
                <a:lnTo>
                  <a:pt x="400" y="235"/>
                </a:lnTo>
                <a:lnTo>
                  <a:pt x="400" y="234"/>
                </a:lnTo>
                <a:lnTo>
                  <a:pt x="399" y="234"/>
                </a:lnTo>
                <a:lnTo>
                  <a:pt x="398" y="233"/>
                </a:lnTo>
                <a:lnTo>
                  <a:pt x="397" y="231"/>
                </a:lnTo>
                <a:lnTo>
                  <a:pt x="397" y="230"/>
                </a:lnTo>
                <a:lnTo>
                  <a:pt x="398" y="229"/>
                </a:lnTo>
                <a:lnTo>
                  <a:pt x="398" y="228"/>
                </a:lnTo>
                <a:lnTo>
                  <a:pt x="399" y="227"/>
                </a:lnTo>
                <a:lnTo>
                  <a:pt x="400" y="226"/>
                </a:lnTo>
                <a:lnTo>
                  <a:pt x="402" y="225"/>
                </a:lnTo>
                <a:lnTo>
                  <a:pt x="401" y="224"/>
                </a:lnTo>
                <a:lnTo>
                  <a:pt x="401" y="223"/>
                </a:lnTo>
                <a:lnTo>
                  <a:pt x="401" y="222"/>
                </a:lnTo>
                <a:lnTo>
                  <a:pt x="401" y="221"/>
                </a:lnTo>
                <a:lnTo>
                  <a:pt x="401" y="219"/>
                </a:lnTo>
                <a:lnTo>
                  <a:pt x="401" y="218"/>
                </a:lnTo>
                <a:lnTo>
                  <a:pt x="399" y="215"/>
                </a:lnTo>
                <a:lnTo>
                  <a:pt x="398" y="215"/>
                </a:lnTo>
                <a:lnTo>
                  <a:pt x="397" y="215"/>
                </a:lnTo>
                <a:lnTo>
                  <a:pt x="395" y="214"/>
                </a:lnTo>
                <a:lnTo>
                  <a:pt x="395" y="213"/>
                </a:lnTo>
                <a:lnTo>
                  <a:pt x="395" y="212"/>
                </a:lnTo>
                <a:lnTo>
                  <a:pt x="395" y="211"/>
                </a:lnTo>
                <a:lnTo>
                  <a:pt x="393" y="210"/>
                </a:lnTo>
                <a:lnTo>
                  <a:pt x="392" y="209"/>
                </a:lnTo>
                <a:lnTo>
                  <a:pt x="391" y="209"/>
                </a:lnTo>
                <a:lnTo>
                  <a:pt x="390" y="208"/>
                </a:lnTo>
                <a:lnTo>
                  <a:pt x="389" y="207"/>
                </a:lnTo>
                <a:lnTo>
                  <a:pt x="388" y="207"/>
                </a:lnTo>
                <a:lnTo>
                  <a:pt x="387" y="207"/>
                </a:lnTo>
                <a:lnTo>
                  <a:pt x="387" y="206"/>
                </a:lnTo>
                <a:lnTo>
                  <a:pt x="387" y="205"/>
                </a:lnTo>
                <a:lnTo>
                  <a:pt x="387" y="204"/>
                </a:lnTo>
                <a:lnTo>
                  <a:pt x="387" y="203"/>
                </a:lnTo>
                <a:lnTo>
                  <a:pt x="386" y="202"/>
                </a:lnTo>
                <a:lnTo>
                  <a:pt x="385" y="200"/>
                </a:lnTo>
                <a:lnTo>
                  <a:pt x="386" y="198"/>
                </a:lnTo>
                <a:lnTo>
                  <a:pt x="386" y="197"/>
                </a:lnTo>
                <a:lnTo>
                  <a:pt x="387" y="197"/>
                </a:lnTo>
                <a:lnTo>
                  <a:pt x="388" y="197"/>
                </a:lnTo>
                <a:lnTo>
                  <a:pt x="389" y="196"/>
                </a:lnTo>
                <a:lnTo>
                  <a:pt x="389" y="195"/>
                </a:lnTo>
                <a:lnTo>
                  <a:pt x="388" y="193"/>
                </a:lnTo>
                <a:lnTo>
                  <a:pt x="387" y="191"/>
                </a:lnTo>
                <a:lnTo>
                  <a:pt x="386" y="190"/>
                </a:lnTo>
                <a:lnTo>
                  <a:pt x="386" y="189"/>
                </a:lnTo>
                <a:lnTo>
                  <a:pt x="387" y="188"/>
                </a:lnTo>
                <a:lnTo>
                  <a:pt x="387" y="187"/>
                </a:lnTo>
                <a:lnTo>
                  <a:pt x="388" y="187"/>
                </a:lnTo>
                <a:lnTo>
                  <a:pt x="389" y="186"/>
                </a:lnTo>
                <a:lnTo>
                  <a:pt x="389" y="185"/>
                </a:lnTo>
                <a:lnTo>
                  <a:pt x="389" y="181"/>
                </a:lnTo>
                <a:lnTo>
                  <a:pt x="390" y="181"/>
                </a:lnTo>
                <a:lnTo>
                  <a:pt x="391" y="180"/>
                </a:lnTo>
                <a:lnTo>
                  <a:pt x="392" y="180"/>
                </a:lnTo>
                <a:lnTo>
                  <a:pt x="394" y="180"/>
                </a:lnTo>
                <a:lnTo>
                  <a:pt x="394" y="179"/>
                </a:lnTo>
                <a:lnTo>
                  <a:pt x="395" y="179"/>
                </a:lnTo>
                <a:lnTo>
                  <a:pt x="396" y="178"/>
                </a:lnTo>
                <a:lnTo>
                  <a:pt x="398" y="178"/>
                </a:lnTo>
                <a:lnTo>
                  <a:pt x="398" y="179"/>
                </a:lnTo>
                <a:lnTo>
                  <a:pt x="399" y="179"/>
                </a:lnTo>
                <a:lnTo>
                  <a:pt x="400" y="178"/>
                </a:lnTo>
                <a:lnTo>
                  <a:pt x="401" y="176"/>
                </a:lnTo>
                <a:lnTo>
                  <a:pt x="402" y="176"/>
                </a:lnTo>
                <a:lnTo>
                  <a:pt x="402" y="175"/>
                </a:lnTo>
                <a:lnTo>
                  <a:pt x="403" y="175"/>
                </a:lnTo>
                <a:lnTo>
                  <a:pt x="403" y="173"/>
                </a:lnTo>
                <a:lnTo>
                  <a:pt x="403" y="172"/>
                </a:lnTo>
                <a:lnTo>
                  <a:pt x="403" y="171"/>
                </a:lnTo>
                <a:lnTo>
                  <a:pt x="402" y="170"/>
                </a:lnTo>
                <a:lnTo>
                  <a:pt x="403" y="169"/>
                </a:lnTo>
                <a:lnTo>
                  <a:pt x="404" y="168"/>
                </a:lnTo>
                <a:lnTo>
                  <a:pt x="405" y="168"/>
                </a:lnTo>
                <a:lnTo>
                  <a:pt x="406" y="165"/>
                </a:lnTo>
                <a:lnTo>
                  <a:pt x="407" y="165"/>
                </a:lnTo>
                <a:lnTo>
                  <a:pt x="407" y="164"/>
                </a:lnTo>
                <a:lnTo>
                  <a:pt x="408" y="163"/>
                </a:lnTo>
                <a:lnTo>
                  <a:pt x="409" y="163"/>
                </a:lnTo>
                <a:lnTo>
                  <a:pt x="411" y="163"/>
                </a:lnTo>
                <a:lnTo>
                  <a:pt x="411" y="162"/>
                </a:lnTo>
                <a:lnTo>
                  <a:pt x="413" y="160"/>
                </a:lnTo>
                <a:lnTo>
                  <a:pt x="413" y="159"/>
                </a:lnTo>
                <a:lnTo>
                  <a:pt x="415" y="158"/>
                </a:lnTo>
                <a:lnTo>
                  <a:pt x="416" y="157"/>
                </a:lnTo>
                <a:lnTo>
                  <a:pt x="417" y="156"/>
                </a:lnTo>
                <a:lnTo>
                  <a:pt x="418" y="155"/>
                </a:lnTo>
                <a:lnTo>
                  <a:pt x="419" y="154"/>
                </a:lnTo>
                <a:lnTo>
                  <a:pt x="421" y="154"/>
                </a:lnTo>
                <a:lnTo>
                  <a:pt x="422" y="154"/>
                </a:lnTo>
                <a:lnTo>
                  <a:pt x="422" y="155"/>
                </a:lnTo>
                <a:lnTo>
                  <a:pt x="424" y="155"/>
                </a:lnTo>
                <a:lnTo>
                  <a:pt x="425" y="155"/>
                </a:lnTo>
                <a:lnTo>
                  <a:pt x="426" y="153"/>
                </a:lnTo>
                <a:lnTo>
                  <a:pt x="426" y="152"/>
                </a:lnTo>
                <a:lnTo>
                  <a:pt x="427" y="152"/>
                </a:lnTo>
                <a:lnTo>
                  <a:pt x="427" y="150"/>
                </a:lnTo>
                <a:lnTo>
                  <a:pt x="427" y="149"/>
                </a:lnTo>
                <a:lnTo>
                  <a:pt x="426" y="148"/>
                </a:lnTo>
                <a:lnTo>
                  <a:pt x="426" y="145"/>
                </a:lnTo>
                <a:lnTo>
                  <a:pt x="426" y="143"/>
                </a:lnTo>
                <a:lnTo>
                  <a:pt x="427" y="142"/>
                </a:lnTo>
                <a:lnTo>
                  <a:pt x="427" y="141"/>
                </a:lnTo>
                <a:lnTo>
                  <a:pt x="427" y="140"/>
                </a:lnTo>
                <a:lnTo>
                  <a:pt x="427" y="137"/>
                </a:lnTo>
                <a:lnTo>
                  <a:pt x="427" y="136"/>
                </a:lnTo>
                <a:lnTo>
                  <a:pt x="425" y="136"/>
                </a:lnTo>
                <a:lnTo>
                  <a:pt x="421" y="135"/>
                </a:lnTo>
                <a:lnTo>
                  <a:pt x="420" y="135"/>
                </a:lnTo>
                <a:lnTo>
                  <a:pt x="420" y="134"/>
                </a:lnTo>
                <a:lnTo>
                  <a:pt x="419" y="133"/>
                </a:lnTo>
                <a:lnTo>
                  <a:pt x="419" y="132"/>
                </a:lnTo>
                <a:lnTo>
                  <a:pt x="418" y="132"/>
                </a:lnTo>
                <a:lnTo>
                  <a:pt x="417" y="132"/>
                </a:lnTo>
                <a:lnTo>
                  <a:pt x="416" y="131"/>
                </a:lnTo>
                <a:lnTo>
                  <a:pt x="416" y="130"/>
                </a:lnTo>
                <a:lnTo>
                  <a:pt x="416" y="129"/>
                </a:lnTo>
                <a:lnTo>
                  <a:pt x="415" y="125"/>
                </a:lnTo>
                <a:lnTo>
                  <a:pt x="415" y="124"/>
                </a:lnTo>
                <a:lnTo>
                  <a:pt x="416" y="124"/>
                </a:lnTo>
                <a:lnTo>
                  <a:pt x="417" y="123"/>
                </a:lnTo>
                <a:lnTo>
                  <a:pt x="418" y="123"/>
                </a:lnTo>
                <a:lnTo>
                  <a:pt x="419" y="120"/>
                </a:lnTo>
                <a:lnTo>
                  <a:pt x="420" y="118"/>
                </a:lnTo>
                <a:lnTo>
                  <a:pt x="421" y="117"/>
                </a:lnTo>
                <a:lnTo>
                  <a:pt x="421" y="116"/>
                </a:lnTo>
                <a:lnTo>
                  <a:pt x="420" y="116"/>
                </a:lnTo>
                <a:lnTo>
                  <a:pt x="420" y="114"/>
                </a:lnTo>
                <a:lnTo>
                  <a:pt x="420" y="113"/>
                </a:lnTo>
                <a:lnTo>
                  <a:pt x="420" y="111"/>
                </a:lnTo>
                <a:lnTo>
                  <a:pt x="420" y="110"/>
                </a:lnTo>
                <a:lnTo>
                  <a:pt x="420" y="109"/>
                </a:lnTo>
                <a:lnTo>
                  <a:pt x="421" y="107"/>
                </a:lnTo>
                <a:lnTo>
                  <a:pt x="422" y="102"/>
                </a:lnTo>
                <a:lnTo>
                  <a:pt x="424" y="96"/>
                </a:lnTo>
                <a:lnTo>
                  <a:pt x="424" y="94"/>
                </a:lnTo>
                <a:lnTo>
                  <a:pt x="424" y="92"/>
                </a:lnTo>
                <a:lnTo>
                  <a:pt x="425" y="89"/>
                </a:lnTo>
                <a:lnTo>
                  <a:pt x="426" y="88"/>
                </a:lnTo>
                <a:lnTo>
                  <a:pt x="425" y="85"/>
                </a:lnTo>
                <a:lnTo>
                  <a:pt x="425" y="84"/>
                </a:lnTo>
                <a:lnTo>
                  <a:pt x="426" y="84"/>
                </a:lnTo>
                <a:lnTo>
                  <a:pt x="427" y="83"/>
                </a:lnTo>
                <a:lnTo>
                  <a:pt x="428" y="83"/>
                </a:lnTo>
                <a:lnTo>
                  <a:pt x="432" y="84"/>
                </a:lnTo>
                <a:lnTo>
                  <a:pt x="432" y="83"/>
                </a:lnTo>
                <a:lnTo>
                  <a:pt x="433" y="83"/>
                </a:lnTo>
                <a:lnTo>
                  <a:pt x="434" y="83"/>
                </a:lnTo>
                <a:lnTo>
                  <a:pt x="437" y="83"/>
                </a:lnTo>
                <a:lnTo>
                  <a:pt x="439" y="85"/>
                </a:lnTo>
                <a:lnTo>
                  <a:pt x="439" y="86"/>
                </a:lnTo>
                <a:lnTo>
                  <a:pt x="438" y="86"/>
                </a:lnTo>
                <a:lnTo>
                  <a:pt x="439" y="88"/>
                </a:lnTo>
                <a:lnTo>
                  <a:pt x="442" y="87"/>
                </a:lnTo>
                <a:lnTo>
                  <a:pt x="443" y="87"/>
                </a:lnTo>
                <a:lnTo>
                  <a:pt x="444" y="87"/>
                </a:lnTo>
                <a:lnTo>
                  <a:pt x="444" y="88"/>
                </a:lnTo>
                <a:lnTo>
                  <a:pt x="447" y="88"/>
                </a:lnTo>
                <a:lnTo>
                  <a:pt x="448" y="88"/>
                </a:lnTo>
                <a:lnTo>
                  <a:pt x="448" y="87"/>
                </a:lnTo>
                <a:lnTo>
                  <a:pt x="448" y="86"/>
                </a:lnTo>
                <a:lnTo>
                  <a:pt x="449" y="84"/>
                </a:lnTo>
                <a:lnTo>
                  <a:pt x="450" y="84"/>
                </a:lnTo>
                <a:lnTo>
                  <a:pt x="451" y="84"/>
                </a:lnTo>
                <a:lnTo>
                  <a:pt x="453" y="84"/>
                </a:lnTo>
                <a:lnTo>
                  <a:pt x="455" y="83"/>
                </a:lnTo>
                <a:lnTo>
                  <a:pt x="455" y="82"/>
                </a:lnTo>
                <a:lnTo>
                  <a:pt x="457" y="81"/>
                </a:lnTo>
                <a:lnTo>
                  <a:pt x="458" y="80"/>
                </a:lnTo>
                <a:lnTo>
                  <a:pt x="459" y="80"/>
                </a:lnTo>
                <a:lnTo>
                  <a:pt x="460" y="82"/>
                </a:lnTo>
                <a:lnTo>
                  <a:pt x="460" y="83"/>
                </a:lnTo>
                <a:lnTo>
                  <a:pt x="461" y="83"/>
                </a:lnTo>
                <a:lnTo>
                  <a:pt x="462" y="83"/>
                </a:lnTo>
                <a:lnTo>
                  <a:pt x="463" y="84"/>
                </a:lnTo>
                <a:lnTo>
                  <a:pt x="463" y="86"/>
                </a:lnTo>
                <a:lnTo>
                  <a:pt x="463" y="87"/>
                </a:lnTo>
                <a:lnTo>
                  <a:pt x="463" y="88"/>
                </a:lnTo>
                <a:lnTo>
                  <a:pt x="464" y="89"/>
                </a:lnTo>
                <a:lnTo>
                  <a:pt x="466" y="90"/>
                </a:lnTo>
                <a:lnTo>
                  <a:pt x="468" y="90"/>
                </a:lnTo>
                <a:lnTo>
                  <a:pt x="469" y="89"/>
                </a:lnTo>
                <a:lnTo>
                  <a:pt x="470" y="87"/>
                </a:lnTo>
                <a:lnTo>
                  <a:pt x="471" y="85"/>
                </a:lnTo>
                <a:lnTo>
                  <a:pt x="471" y="84"/>
                </a:lnTo>
                <a:lnTo>
                  <a:pt x="471" y="83"/>
                </a:lnTo>
                <a:lnTo>
                  <a:pt x="471" y="82"/>
                </a:lnTo>
                <a:lnTo>
                  <a:pt x="473" y="80"/>
                </a:lnTo>
                <a:lnTo>
                  <a:pt x="474" y="81"/>
                </a:lnTo>
                <a:lnTo>
                  <a:pt x="475" y="82"/>
                </a:lnTo>
                <a:lnTo>
                  <a:pt x="476" y="82"/>
                </a:lnTo>
                <a:lnTo>
                  <a:pt x="476" y="83"/>
                </a:lnTo>
                <a:lnTo>
                  <a:pt x="475" y="84"/>
                </a:lnTo>
                <a:lnTo>
                  <a:pt x="475" y="86"/>
                </a:lnTo>
                <a:lnTo>
                  <a:pt x="477" y="87"/>
                </a:lnTo>
                <a:lnTo>
                  <a:pt x="478" y="87"/>
                </a:lnTo>
                <a:lnTo>
                  <a:pt x="479" y="87"/>
                </a:lnTo>
                <a:lnTo>
                  <a:pt x="483" y="87"/>
                </a:lnTo>
                <a:lnTo>
                  <a:pt x="484" y="87"/>
                </a:lnTo>
                <a:lnTo>
                  <a:pt x="484" y="88"/>
                </a:lnTo>
                <a:lnTo>
                  <a:pt x="484" y="89"/>
                </a:lnTo>
                <a:lnTo>
                  <a:pt x="485" y="89"/>
                </a:lnTo>
                <a:lnTo>
                  <a:pt x="485" y="90"/>
                </a:lnTo>
                <a:lnTo>
                  <a:pt x="485" y="89"/>
                </a:lnTo>
                <a:lnTo>
                  <a:pt x="488" y="89"/>
                </a:lnTo>
                <a:lnTo>
                  <a:pt x="491" y="89"/>
                </a:lnTo>
                <a:lnTo>
                  <a:pt x="494" y="90"/>
                </a:lnTo>
                <a:lnTo>
                  <a:pt x="494" y="91"/>
                </a:lnTo>
                <a:lnTo>
                  <a:pt x="496" y="91"/>
                </a:lnTo>
                <a:lnTo>
                  <a:pt x="503" y="90"/>
                </a:lnTo>
                <a:lnTo>
                  <a:pt x="506" y="88"/>
                </a:lnTo>
                <a:lnTo>
                  <a:pt x="508" y="87"/>
                </a:lnTo>
                <a:lnTo>
                  <a:pt x="509" y="87"/>
                </a:lnTo>
                <a:lnTo>
                  <a:pt x="510" y="87"/>
                </a:lnTo>
                <a:lnTo>
                  <a:pt x="513" y="88"/>
                </a:lnTo>
                <a:lnTo>
                  <a:pt x="514" y="88"/>
                </a:lnTo>
                <a:lnTo>
                  <a:pt x="517" y="92"/>
                </a:lnTo>
                <a:lnTo>
                  <a:pt x="518" y="92"/>
                </a:lnTo>
                <a:lnTo>
                  <a:pt x="520" y="94"/>
                </a:lnTo>
                <a:lnTo>
                  <a:pt x="521" y="95"/>
                </a:lnTo>
                <a:lnTo>
                  <a:pt x="521" y="96"/>
                </a:lnTo>
                <a:lnTo>
                  <a:pt x="521" y="97"/>
                </a:lnTo>
                <a:lnTo>
                  <a:pt x="522" y="97"/>
                </a:lnTo>
                <a:lnTo>
                  <a:pt x="524" y="97"/>
                </a:lnTo>
                <a:lnTo>
                  <a:pt x="525" y="99"/>
                </a:lnTo>
                <a:lnTo>
                  <a:pt x="527" y="104"/>
                </a:lnTo>
                <a:lnTo>
                  <a:pt x="526" y="106"/>
                </a:lnTo>
                <a:lnTo>
                  <a:pt x="526" y="109"/>
                </a:lnTo>
                <a:lnTo>
                  <a:pt x="526" y="110"/>
                </a:lnTo>
                <a:lnTo>
                  <a:pt x="528" y="112"/>
                </a:lnTo>
                <a:lnTo>
                  <a:pt x="529" y="113"/>
                </a:lnTo>
                <a:lnTo>
                  <a:pt x="531" y="114"/>
                </a:lnTo>
                <a:lnTo>
                  <a:pt x="531" y="115"/>
                </a:lnTo>
                <a:lnTo>
                  <a:pt x="532" y="117"/>
                </a:lnTo>
                <a:lnTo>
                  <a:pt x="532" y="118"/>
                </a:lnTo>
                <a:lnTo>
                  <a:pt x="532" y="122"/>
                </a:lnTo>
                <a:lnTo>
                  <a:pt x="533" y="122"/>
                </a:lnTo>
                <a:lnTo>
                  <a:pt x="534" y="123"/>
                </a:lnTo>
                <a:lnTo>
                  <a:pt x="534" y="122"/>
                </a:lnTo>
                <a:lnTo>
                  <a:pt x="535" y="122"/>
                </a:lnTo>
                <a:lnTo>
                  <a:pt x="538" y="123"/>
                </a:lnTo>
                <a:lnTo>
                  <a:pt x="539" y="124"/>
                </a:lnTo>
                <a:lnTo>
                  <a:pt x="540" y="125"/>
                </a:lnTo>
                <a:lnTo>
                  <a:pt x="540" y="128"/>
                </a:lnTo>
                <a:lnTo>
                  <a:pt x="541" y="130"/>
                </a:lnTo>
                <a:lnTo>
                  <a:pt x="541" y="131"/>
                </a:lnTo>
                <a:lnTo>
                  <a:pt x="541" y="132"/>
                </a:lnTo>
                <a:lnTo>
                  <a:pt x="541" y="133"/>
                </a:lnTo>
                <a:lnTo>
                  <a:pt x="540" y="133"/>
                </a:lnTo>
                <a:lnTo>
                  <a:pt x="540" y="134"/>
                </a:lnTo>
                <a:lnTo>
                  <a:pt x="541" y="134"/>
                </a:lnTo>
                <a:lnTo>
                  <a:pt x="542" y="135"/>
                </a:lnTo>
                <a:lnTo>
                  <a:pt x="544" y="135"/>
                </a:lnTo>
                <a:lnTo>
                  <a:pt x="547" y="134"/>
                </a:lnTo>
                <a:lnTo>
                  <a:pt x="549" y="134"/>
                </a:lnTo>
                <a:lnTo>
                  <a:pt x="550" y="134"/>
                </a:lnTo>
                <a:lnTo>
                  <a:pt x="552" y="133"/>
                </a:lnTo>
                <a:lnTo>
                  <a:pt x="555" y="133"/>
                </a:lnTo>
                <a:lnTo>
                  <a:pt x="556" y="133"/>
                </a:lnTo>
                <a:lnTo>
                  <a:pt x="557" y="133"/>
                </a:lnTo>
                <a:lnTo>
                  <a:pt x="557" y="132"/>
                </a:lnTo>
                <a:lnTo>
                  <a:pt x="557" y="131"/>
                </a:lnTo>
                <a:lnTo>
                  <a:pt x="559" y="129"/>
                </a:lnTo>
                <a:lnTo>
                  <a:pt x="563" y="128"/>
                </a:lnTo>
                <a:lnTo>
                  <a:pt x="563" y="127"/>
                </a:lnTo>
                <a:lnTo>
                  <a:pt x="564" y="127"/>
                </a:lnTo>
                <a:lnTo>
                  <a:pt x="567" y="127"/>
                </a:lnTo>
                <a:lnTo>
                  <a:pt x="568" y="127"/>
                </a:lnTo>
                <a:lnTo>
                  <a:pt x="568" y="128"/>
                </a:lnTo>
                <a:lnTo>
                  <a:pt x="569" y="128"/>
                </a:lnTo>
                <a:lnTo>
                  <a:pt x="570" y="128"/>
                </a:lnTo>
                <a:lnTo>
                  <a:pt x="571" y="127"/>
                </a:lnTo>
                <a:lnTo>
                  <a:pt x="572" y="126"/>
                </a:lnTo>
                <a:lnTo>
                  <a:pt x="573" y="126"/>
                </a:lnTo>
                <a:lnTo>
                  <a:pt x="573" y="127"/>
                </a:lnTo>
                <a:lnTo>
                  <a:pt x="574" y="127"/>
                </a:lnTo>
                <a:lnTo>
                  <a:pt x="576" y="126"/>
                </a:lnTo>
                <a:lnTo>
                  <a:pt x="577" y="126"/>
                </a:lnTo>
                <a:lnTo>
                  <a:pt x="578" y="126"/>
                </a:lnTo>
                <a:lnTo>
                  <a:pt x="578" y="125"/>
                </a:lnTo>
                <a:lnTo>
                  <a:pt x="579" y="125"/>
                </a:lnTo>
                <a:lnTo>
                  <a:pt x="579" y="124"/>
                </a:lnTo>
                <a:lnTo>
                  <a:pt x="578" y="123"/>
                </a:lnTo>
                <a:lnTo>
                  <a:pt x="579" y="122"/>
                </a:lnTo>
                <a:lnTo>
                  <a:pt x="580" y="122"/>
                </a:lnTo>
                <a:lnTo>
                  <a:pt x="580" y="121"/>
                </a:lnTo>
                <a:lnTo>
                  <a:pt x="580" y="122"/>
                </a:lnTo>
                <a:lnTo>
                  <a:pt x="581" y="121"/>
                </a:lnTo>
                <a:lnTo>
                  <a:pt x="582" y="121"/>
                </a:lnTo>
                <a:lnTo>
                  <a:pt x="582" y="120"/>
                </a:lnTo>
                <a:lnTo>
                  <a:pt x="581" y="120"/>
                </a:lnTo>
                <a:lnTo>
                  <a:pt x="580" y="119"/>
                </a:lnTo>
                <a:lnTo>
                  <a:pt x="580" y="118"/>
                </a:lnTo>
                <a:lnTo>
                  <a:pt x="581" y="118"/>
                </a:lnTo>
                <a:lnTo>
                  <a:pt x="581" y="117"/>
                </a:lnTo>
                <a:lnTo>
                  <a:pt x="581" y="113"/>
                </a:lnTo>
                <a:lnTo>
                  <a:pt x="580" y="113"/>
                </a:lnTo>
                <a:lnTo>
                  <a:pt x="578" y="111"/>
                </a:lnTo>
                <a:lnTo>
                  <a:pt x="576" y="110"/>
                </a:lnTo>
                <a:lnTo>
                  <a:pt x="577" y="109"/>
                </a:lnTo>
                <a:lnTo>
                  <a:pt x="577" y="108"/>
                </a:lnTo>
                <a:lnTo>
                  <a:pt x="577" y="107"/>
                </a:lnTo>
                <a:lnTo>
                  <a:pt x="577" y="106"/>
                </a:lnTo>
                <a:lnTo>
                  <a:pt x="576" y="106"/>
                </a:lnTo>
                <a:lnTo>
                  <a:pt x="576" y="105"/>
                </a:lnTo>
                <a:lnTo>
                  <a:pt x="575" y="105"/>
                </a:lnTo>
                <a:lnTo>
                  <a:pt x="574" y="105"/>
                </a:lnTo>
                <a:lnTo>
                  <a:pt x="574" y="103"/>
                </a:lnTo>
                <a:lnTo>
                  <a:pt x="576" y="101"/>
                </a:lnTo>
                <a:lnTo>
                  <a:pt x="576" y="100"/>
                </a:lnTo>
                <a:lnTo>
                  <a:pt x="577" y="100"/>
                </a:lnTo>
                <a:lnTo>
                  <a:pt x="578" y="100"/>
                </a:lnTo>
                <a:lnTo>
                  <a:pt x="578" y="98"/>
                </a:lnTo>
                <a:lnTo>
                  <a:pt x="578" y="97"/>
                </a:lnTo>
                <a:lnTo>
                  <a:pt x="578" y="96"/>
                </a:lnTo>
                <a:lnTo>
                  <a:pt x="578" y="95"/>
                </a:lnTo>
                <a:lnTo>
                  <a:pt x="580" y="94"/>
                </a:lnTo>
                <a:lnTo>
                  <a:pt x="580" y="93"/>
                </a:lnTo>
                <a:lnTo>
                  <a:pt x="580" y="92"/>
                </a:lnTo>
                <a:lnTo>
                  <a:pt x="579" y="92"/>
                </a:lnTo>
                <a:lnTo>
                  <a:pt x="575" y="86"/>
                </a:lnTo>
                <a:lnTo>
                  <a:pt x="573" y="85"/>
                </a:lnTo>
                <a:lnTo>
                  <a:pt x="571" y="83"/>
                </a:lnTo>
                <a:lnTo>
                  <a:pt x="570" y="82"/>
                </a:lnTo>
                <a:lnTo>
                  <a:pt x="570" y="81"/>
                </a:lnTo>
                <a:lnTo>
                  <a:pt x="571" y="78"/>
                </a:lnTo>
                <a:lnTo>
                  <a:pt x="571" y="77"/>
                </a:lnTo>
                <a:lnTo>
                  <a:pt x="573" y="75"/>
                </a:lnTo>
                <a:lnTo>
                  <a:pt x="574" y="74"/>
                </a:lnTo>
                <a:lnTo>
                  <a:pt x="578" y="71"/>
                </a:lnTo>
                <a:lnTo>
                  <a:pt x="579" y="71"/>
                </a:lnTo>
                <a:lnTo>
                  <a:pt x="580" y="71"/>
                </a:lnTo>
                <a:lnTo>
                  <a:pt x="581" y="71"/>
                </a:lnTo>
                <a:lnTo>
                  <a:pt x="582" y="69"/>
                </a:lnTo>
                <a:lnTo>
                  <a:pt x="582" y="68"/>
                </a:lnTo>
                <a:lnTo>
                  <a:pt x="582" y="67"/>
                </a:lnTo>
                <a:lnTo>
                  <a:pt x="581" y="67"/>
                </a:lnTo>
                <a:lnTo>
                  <a:pt x="580" y="67"/>
                </a:lnTo>
                <a:lnTo>
                  <a:pt x="580" y="68"/>
                </a:lnTo>
                <a:lnTo>
                  <a:pt x="579" y="67"/>
                </a:lnTo>
                <a:lnTo>
                  <a:pt x="578" y="66"/>
                </a:lnTo>
                <a:lnTo>
                  <a:pt x="578" y="65"/>
                </a:lnTo>
                <a:lnTo>
                  <a:pt x="577" y="64"/>
                </a:lnTo>
                <a:lnTo>
                  <a:pt x="577" y="63"/>
                </a:lnTo>
                <a:lnTo>
                  <a:pt x="576" y="63"/>
                </a:lnTo>
                <a:lnTo>
                  <a:pt x="575" y="62"/>
                </a:lnTo>
                <a:lnTo>
                  <a:pt x="574" y="62"/>
                </a:lnTo>
                <a:lnTo>
                  <a:pt x="574" y="61"/>
                </a:lnTo>
                <a:lnTo>
                  <a:pt x="575" y="61"/>
                </a:lnTo>
                <a:lnTo>
                  <a:pt x="574" y="60"/>
                </a:lnTo>
                <a:lnTo>
                  <a:pt x="570" y="60"/>
                </a:lnTo>
                <a:lnTo>
                  <a:pt x="568" y="59"/>
                </a:lnTo>
                <a:lnTo>
                  <a:pt x="566" y="59"/>
                </a:lnTo>
                <a:lnTo>
                  <a:pt x="565" y="60"/>
                </a:lnTo>
                <a:lnTo>
                  <a:pt x="563" y="60"/>
                </a:lnTo>
                <a:lnTo>
                  <a:pt x="562" y="60"/>
                </a:lnTo>
                <a:lnTo>
                  <a:pt x="562" y="61"/>
                </a:lnTo>
                <a:lnTo>
                  <a:pt x="563" y="62"/>
                </a:lnTo>
                <a:lnTo>
                  <a:pt x="562" y="62"/>
                </a:lnTo>
                <a:lnTo>
                  <a:pt x="561" y="61"/>
                </a:lnTo>
                <a:lnTo>
                  <a:pt x="558" y="62"/>
                </a:lnTo>
                <a:lnTo>
                  <a:pt x="557" y="62"/>
                </a:lnTo>
                <a:lnTo>
                  <a:pt x="556" y="62"/>
                </a:lnTo>
                <a:lnTo>
                  <a:pt x="555" y="62"/>
                </a:lnTo>
                <a:lnTo>
                  <a:pt x="553" y="61"/>
                </a:lnTo>
                <a:lnTo>
                  <a:pt x="552" y="62"/>
                </a:lnTo>
                <a:lnTo>
                  <a:pt x="551" y="62"/>
                </a:lnTo>
                <a:lnTo>
                  <a:pt x="551" y="61"/>
                </a:lnTo>
                <a:lnTo>
                  <a:pt x="550" y="61"/>
                </a:lnTo>
                <a:lnTo>
                  <a:pt x="550" y="60"/>
                </a:lnTo>
                <a:lnTo>
                  <a:pt x="550" y="58"/>
                </a:lnTo>
                <a:lnTo>
                  <a:pt x="550" y="56"/>
                </a:lnTo>
                <a:lnTo>
                  <a:pt x="549" y="55"/>
                </a:lnTo>
                <a:lnTo>
                  <a:pt x="549" y="54"/>
                </a:lnTo>
                <a:lnTo>
                  <a:pt x="548" y="52"/>
                </a:lnTo>
                <a:lnTo>
                  <a:pt x="547" y="49"/>
                </a:lnTo>
                <a:lnTo>
                  <a:pt x="548" y="47"/>
                </a:lnTo>
                <a:lnTo>
                  <a:pt x="547" y="46"/>
                </a:lnTo>
                <a:lnTo>
                  <a:pt x="546" y="45"/>
                </a:lnTo>
                <a:lnTo>
                  <a:pt x="546" y="44"/>
                </a:lnTo>
                <a:lnTo>
                  <a:pt x="547" y="43"/>
                </a:lnTo>
                <a:lnTo>
                  <a:pt x="547" y="44"/>
                </a:lnTo>
                <a:lnTo>
                  <a:pt x="550" y="46"/>
                </a:lnTo>
                <a:lnTo>
                  <a:pt x="550" y="45"/>
                </a:lnTo>
                <a:lnTo>
                  <a:pt x="551" y="45"/>
                </a:lnTo>
                <a:lnTo>
                  <a:pt x="551" y="44"/>
                </a:lnTo>
                <a:lnTo>
                  <a:pt x="553" y="42"/>
                </a:lnTo>
                <a:lnTo>
                  <a:pt x="554" y="42"/>
                </a:lnTo>
                <a:lnTo>
                  <a:pt x="554" y="43"/>
                </a:lnTo>
                <a:lnTo>
                  <a:pt x="555" y="46"/>
                </a:lnTo>
                <a:lnTo>
                  <a:pt x="555" y="47"/>
                </a:lnTo>
                <a:lnTo>
                  <a:pt x="556" y="49"/>
                </a:lnTo>
                <a:lnTo>
                  <a:pt x="557" y="50"/>
                </a:lnTo>
                <a:lnTo>
                  <a:pt x="558" y="50"/>
                </a:lnTo>
                <a:lnTo>
                  <a:pt x="560" y="51"/>
                </a:lnTo>
                <a:lnTo>
                  <a:pt x="561" y="51"/>
                </a:lnTo>
                <a:lnTo>
                  <a:pt x="561" y="50"/>
                </a:lnTo>
                <a:lnTo>
                  <a:pt x="560" y="49"/>
                </a:lnTo>
                <a:lnTo>
                  <a:pt x="560" y="48"/>
                </a:lnTo>
                <a:lnTo>
                  <a:pt x="561" y="45"/>
                </a:lnTo>
                <a:lnTo>
                  <a:pt x="564" y="42"/>
                </a:lnTo>
                <a:lnTo>
                  <a:pt x="565" y="42"/>
                </a:lnTo>
                <a:lnTo>
                  <a:pt x="566" y="42"/>
                </a:lnTo>
                <a:lnTo>
                  <a:pt x="567" y="42"/>
                </a:lnTo>
                <a:lnTo>
                  <a:pt x="567" y="41"/>
                </a:lnTo>
                <a:lnTo>
                  <a:pt x="567" y="40"/>
                </a:lnTo>
                <a:lnTo>
                  <a:pt x="567" y="39"/>
                </a:lnTo>
                <a:lnTo>
                  <a:pt x="568" y="39"/>
                </a:lnTo>
                <a:lnTo>
                  <a:pt x="570" y="38"/>
                </a:lnTo>
                <a:lnTo>
                  <a:pt x="571" y="38"/>
                </a:lnTo>
                <a:lnTo>
                  <a:pt x="571" y="39"/>
                </a:lnTo>
                <a:lnTo>
                  <a:pt x="572" y="39"/>
                </a:lnTo>
                <a:lnTo>
                  <a:pt x="573" y="39"/>
                </a:lnTo>
                <a:lnTo>
                  <a:pt x="574" y="39"/>
                </a:lnTo>
                <a:lnTo>
                  <a:pt x="577" y="39"/>
                </a:lnTo>
                <a:lnTo>
                  <a:pt x="578" y="39"/>
                </a:lnTo>
                <a:lnTo>
                  <a:pt x="579" y="36"/>
                </a:lnTo>
                <a:lnTo>
                  <a:pt x="579" y="35"/>
                </a:lnTo>
                <a:lnTo>
                  <a:pt x="580" y="35"/>
                </a:lnTo>
                <a:lnTo>
                  <a:pt x="583" y="32"/>
                </a:lnTo>
                <a:lnTo>
                  <a:pt x="585" y="31"/>
                </a:lnTo>
                <a:lnTo>
                  <a:pt x="586" y="31"/>
                </a:lnTo>
                <a:lnTo>
                  <a:pt x="587" y="31"/>
                </a:lnTo>
                <a:lnTo>
                  <a:pt x="588" y="31"/>
                </a:lnTo>
                <a:lnTo>
                  <a:pt x="588" y="30"/>
                </a:lnTo>
                <a:lnTo>
                  <a:pt x="587" y="30"/>
                </a:lnTo>
                <a:lnTo>
                  <a:pt x="587" y="29"/>
                </a:lnTo>
                <a:lnTo>
                  <a:pt x="588" y="29"/>
                </a:lnTo>
                <a:lnTo>
                  <a:pt x="589" y="28"/>
                </a:lnTo>
                <a:lnTo>
                  <a:pt x="589" y="25"/>
                </a:lnTo>
                <a:lnTo>
                  <a:pt x="589" y="24"/>
                </a:lnTo>
                <a:lnTo>
                  <a:pt x="591" y="23"/>
                </a:lnTo>
                <a:lnTo>
                  <a:pt x="592" y="23"/>
                </a:lnTo>
                <a:lnTo>
                  <a:pt x="594" y="24"/>
                </a:lnTo>
                <a:lnTo>
                  <a:pt x="595" y="24"/>
                </a:lnTo>
                <a:lnTo>
                  <a:pt x="596" y="24"/>
                </a:lnTo>
                <a:lnTo>
                  <a:pt x="596" y="22"/>
                </a:lnTo>
                <a:lnTo>
                  <a:pt x="596" y="21"/>
                </a:lnTo>
                <a:lnTo>
                  <a:pt x="596" y="20"/>
                </a:lnTo>
                <a:lnTo>
                  <a:pt x="595" y="20"/>
                </a:lnTo>
                <a:lnTo>
                  <a:pt x="595" y="19"/>
                </a:lnTo>
                <a:lnTo>
                  <a:pt x="594" y="19"/>
                </a:lnTo>
                <a:lnTo>
                  <a:pt x="593" y="18"/>
                </a:lnTo>
                <a:lnTo>
                  <a:pt x="593" y="17"/>
                </a:lnTo>
                <a:lnTo>
                  <a:pt x="594" y="15"/>
                </a:lnTo>
                <a:lnTo>
                  <a:pt x="595" y="14"/>
                </a:lnTo>
                <a:lnTo>
                  <a:pt x="595" y="13"/>
                </a:lnTo>
                <a:lnTo>
                  <a:pt x="596" y="13"/>
                </a:lnTo>
                <a:lnTo>
                  <a:pt x="597" y="13"/>
                </a:lnTo>
                <a:lnTo>
                  <a:pt x="599" y="13"/>
                </a:lnTo>
                <a:lnTo>
                  <a:pt x="599" y="12"/>
                </a:lnTo>
                <a:lnTo>
                  <a:pt x="599" y="11"/>
                </a:lnTo>
                <a:lnTo>
                  <a:pt x="598" y="12"/>
                </a:lnTo>
                <a:lnTo>
                  <a:pt x="597" y="12"/>
                </a:lnTo>
                <a:lnTo>
                  <a:pt x="598" y="9"/>
                </a:lnTo>
                <a:lnTo>
                  <a:pt x="598" y="8"/>
                </a:lnTo>
                <a:lnTo>
                  <a:pt x="599" y="8"/>
                </a:lnTo>
                <a:lnTo>
                  <a:pt x="600" y="8"/>
                </a:lnTo>
                <a:lnTo>
                  <a:pt x="601" y="8"/>
                </a:lnTo>
                <a:lnTo>
                  <a:pt x="602" y="8"/>
                </a:lnTo>
                <a:lnTo>
                  <a:pt x="602" y="9"/>
                </a:lnTo>
                <a:lnTo>
                  <a:pt x="602" y="10"/>
                </a:lnTo>
                <a:lnTo>
                  <a:pt x="603" y="11"/>
                </a:lnTo>
                <a:lnTo>
                  <a:pt x="604" y="12"/>
                </a:lnTo>
                <a:lnTo>
                  <a:pt x="605" y="12"/>
                </a:lnTo>
                <a:lnTo>
                  <a:pt x="605" y="11"/>
                </a:lnTo>
                <a:lnTo>
                  <a:pt x="606" y="10"/>
                </a:lnTo>
                <a:lnTo>
                  <a:pt x="607" y="10"/>
                </a:lnTo>
                <a:lnTo>
                  <a:pt x="608" y="10"/>
                </a:lnTo>
                <a:lnTo>
                  <a:pt x="608" y="9"/>
                </a:lnTo>
                <a:lnTo>
                  <a:pt x="609" y="9"/>
                </a:lnTo>
                <a:lnTo>
                  <a:pt x="609" y="8"/>
                </a:lnTo>
                <a:lnTo>
                  <a:pt x="610" y="7"/>
                </a:lnTo>
                <a:lnTo>
                  <a:pt x="609" y="7"/>
                </a:lnTo>
                <a:lnTo>
                  <a:pt x="609" y="6"/>
                </a:lnTo>
                <a:lnTo>
                  <a:pt x="610" y="5"/>
                </a:lnTo>
                <a:lnTo>
                  <a:pt x="612" y="3"/>
                </a:lnTo>
                <a:lnTo>
                  <a:pt x="615" y="1"/>
                </a:lnTo>
                <a:lnTo>
                  <a:pt x="616" y="1"/>
                </a:lnTo>
                <a:lnTo>
                  <a:pt x="616" y="2"/>
                </a:lnTo>
                <a:lnTo>
                  <a:pt x="617" y="3"/>
                </a:lnTo>
                <a:lnTo>
                  <a:pt x="617" y="4"/>
                </a:lnTo>
                <a:lnTo>
                  <a:pt x="618" y="4"/>
                </a:lnTo>
                <a:lnTo>
                  <a:pt x="619" y="5"/>
                </a:lnTo>
                <a:lnTo>
                  <a:pt x="619" y="4"/>
                </a:lnTo>
                <a:lnTo>
                  <a:pt x="620" y="4"/>
                </a:lnTo>
                <a:lnTo>
                  <a:pt x="619" y="4"/>
                </a:lnTo>
                <a:lnTo>
                  <a:pt x="619" y="3"/>
                </a:lnTo>
                <a:lnTo>
                  <a:pt x="620" y="3"/>
                </a:lnTo>
                <a:lnTo>
                  <a:pt x="622" y="4"/>
                </a:lnTo>
                <a:lnTo>
                  <a:pt x="622" y="5"/>
                </a:lnTo>
                <a:lnTo>
                  <a:pt x="623" y="5"/>
                </a:lnTo>
                <a:lnTo>
                  <a:pt x="624" y="5"/>
                </a:lnTo>
                <a:lnTo>
                  <a:pt x="624" y="3"/>
                </a:lnTo>
                <a:lnTo>
                  <a:pt x="623" y="2"/>
                </a:lnTo>
                <a:lnTo>
                  <a:pt x="624" y="1"/>
                </a:lnTo>
                <a:lnTo>
                  <a:pt x="626" y="0"/>
                </a:lnTo>
                <a:lnTo>
                  <a:pt x="627" y="1"/>
                </a:lnTo>
                <a:lnTo>
                  <a:pt x="625" y="2"/>
                </a:lnTo>
                <a:lnTo>
                  <a:pt x="625" y="3"/>
                </a:lnTo>
                <a:lnTo>
                  <a:pt x="626" y="3"/>
                </a:lnTo>
                <a:lnTo>
                  <a:pt x="626" y="4"/>
                </a:lnTo>
                <a:lnTo>
                  <a:pt x="628" y="6"/>
                </a:lnTo>
                <a:lnTo>
                  <a:pt x="629" y="10"/>
                </a:lnTo>
                <a:lnTo>
                  <a:pt x="629" y="1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" name=""/>
          <p:cNvSpPr/>
          <p:nvPr/>
        </p:nvSpPr>
        <p:spPr>
          <a:xfrm>
            <a:off x="4883760" y="264168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0" y="7"/>
                </a:moveTo>
                <a:lnTo>
                  <a:pt x="0" y="6"/>
                </a:ln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6"/>
                </a:lnTo>
                <a:lnTo>
                  <a:pt x="0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" name=""/>
          <p:cNvSpPr/>
          <p:nvPr/>
        </p:nvSpPr>
        <p:spPr>
          <a:xfrm>
            <a:off x="4885560" y="263880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5" y="1"/>
                </a:move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7" y="3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1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" name=""/>
          <p:cNvSpPr/>
          <p:nvPr/>
        </p:nvSpPr>
        <p:spPr>
          <a:xfrm>
            <a:off x="4862880" y="263772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7" y="1"/>
                </a:move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7" y="6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" name=""/>
          <p:cNvSpPr/>
          <p:nvPr/>
        </p:nvSpPr>
        <p:spPr>
          <a:xfrm>
            <a:off x="4860720" y="26373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5"/>
                </a:move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6" y="3"/>
                </a:lnTo>
                <a:lnTo>
                  <a:pt x="6" y="5"/>
                </a:lnTo>
                <a:lnTo>
                  <a:pt x="6" y="3"/>
                </a:lnTo>
                <a:lnTo>
                  <a:pt x="6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" name=""/>
          <p:cNvSpPr/>
          <p:nvPr/>
        </p:nvSpPr>
        <p:spPr>
          <a:xfrm>
            <a:off x="4864680" y="263448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8" y="3"/>
                </a:moveTo>
                <a:lnTo>
                  <a:pt x="8" y="4"/>
                </a:lnTo>
                <a:lnTo>
                  <a:pt x="8" y="5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" name=""/>
          <p:cNvSpPr/>
          <p:nvPr/>
        </p:nvSpPr>
        <p:spPr>
          <a:xfrm>
            <a:off x="4891320" y="26341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4" y="0"/>
                </a:move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" name=""/>
          <p:cNvSpPr/>
          <p:nvPr/>
        </p:nvSpPr>
        <p:spPr>
          <a:xfrm>
            <a:off x="4870080" y="26337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1"/>
                </a:move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" name=""/>
          <p:cNvSpPr/>
          <p:nvPr/>
        </p:nvSpPr>
        <p:spPr>
          <a:xfrm>
            <a:off x="4869000" y="26337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" name=""/>
          <p:cNvSpPr/>
          <p:nvPr/>
        </p:nvSpPr>
        <p:spPr>
          <a:xfrm>
            <a:off x="4861080" y="263232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5" y="3"/>
                </a:moveTo>
                <a:lnTo>
                  <a:pt x="4" y="4"/>
                </a:lnTo>
                <a:lnTo>
                  <a:pt x="5" y="3"/>
                </a:lnTo>
                <a:lnTo>
                  <a:pt x="7" y="3"/>
                </a:lnTo>
                <a:lnTo>
                  <a:pt x="8" y="4"/>
                </a:lnTo>
                <a:lnTo>
                  <a:pt x="7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" name=""/>
          <p:cNvSpPr/>
          <p:nvPr/>
        </p:nvSpPr>
        <p:spPr>
          <a:xfrm>
            <a:off x="4861080" y="2631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" name=""/>
          <p:cNvSpPr/>
          <p:nvPr/>
        </p:nvSpPr>
        <p:spPr>
          <a:xfrm>
            <a:off x="4875840" y="26305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" name=""/>
          <p:cNvSpPr/>
          <p:nvPr/>
        </p:nvSpPr>
        <p:spPr>
          <a:xfrm>
            <a:off x="4882680" y="26301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" name=""/>
          <p:cNvSpPr/>
          <p:nvPr/>
        </p:nvSpPr>
        <p:spPr>
          <a:xfrm>
            <a:off x="4876560" y="2629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" name=""/>
          <p:cNvSpPr/>
          <p:nvPr/>
        </p:nvSpPr>
        <p:spPr>
          <a:xfrm>
            <a:off x="4883040" y="26294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" name=""/>
          <p:cNvSpPr/>
          <p:nvPr/>
        </p:nvSpPr>
        <p:spPr>
          <a:xfrm>
            <a:off x="4881600" y="26294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" name=""/>
          <p:cNvSpPr/>
          <p:nvPr/>
        </p:nvSpPr>
        <p:spPr>
          <a:xfrm>
            <a:off x="4880520" y="2628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" name=""/>
          <p:cNvSpPr/>
          <p:nvPr/>
        </p:nvSpPr>
        <p:spPr>
          <a:xfrm>
            <a:off x="4861080" y="2627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3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" name=""/>
          <p:cNvSpPr/>
          <p:nvPr/>
        </p:nvSpPr>
        <p:spPr>
          <a:xfrm>
            <a:off x="4883400" y="262476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7" y="4"/>
                </a:move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6" y="2"/>
                </a:lnTo>
                <a:lnTo>
                  <a:pt x="7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" name=""/>
          <p:cNvSpPr/>
          <p:nvPr/>
        </p:nvSpPr>
        <p:spPr>
          <a:xfrm>
            <a:off x="4873680" y="2624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1"/>
                </a:move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4"/>
                </a:lnTo>
                <a:lnTo>
                  <a:pt x="0" y="4"/>
                </a:lnTo>
                <a:lnTo>
                  <a:pt x="1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" name=""/>
          <p:cNvSpPr/>
          <p:nvPr/>
        </p:nvSpPr>
        <p:spPr>
          <a:xfrm>
            <a:off x="4861440" y="2624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" name=""/>
          <p:cNvSpPr/>
          <p:nvPr/>
        </p:nvSpPr>
        <p:spPr>
          <a:xfrm>
            <a:off x="4869000" y="262260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3" y="9"/>
                </a:move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3" y="2"/>
                </a:lnTo>
                <a:lnTo>
                  <a:pt x="4" y="3"/>
                </a:lnTo>
                <a:lnTo>
                  <a:pt x="4" y="4"/>
                </a:lnTo>
                <a:lnTo>
                  <a:pt x="6" y="4"/>
                </a:lnTo>
                <a:lnTo>
                  <a:pt x="6" y="5"/>
                </a:lnTo>
                <a:lnTo>
                  <a:pt x="4" y="7"/>
                </a:lnTo>
                <a:lnTo>
                  <a:pt x="3" y="8"/>
                </a:lnTo>
                <a:lnTo>
                  <a:pt x="3" y="9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" name=""/>
          <p:cNvSpPr/>
          <p:nvPr/>
        </p:nvSpPr>
        <p:spPr>
          <a:xfrm>
            <a:off x="4867560" y="2621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" name=""/>
          <p:cNvSpPr/>
          <p:nvPr/>
        </p:nvSpPr>
        <p:spPr>
          <a:xfrm>
            <a:off x="4865040" y="260352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5" y="1"/>
                </a:moveTo>
                <a:lnTo>
                  <a:pt x="6" y="3"/>
                </a:lnTo>
                <a:lnTo>
                  <a:pt x="6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5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" name=""/>
          <p:cNvSpPr/>
          <p:nvPr/>
        </p:nvSpPr>
        <p:spPr>
          <a:xfrm>
            <a:off x="4867920" y="25974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0"/>
                </a:moveTo>
                <a:lnTo>
                  <a:pt x="3" y="1"/>
                </a:lnTo>
                <a:lnTo>
                  <a:pt x="5" y="1"/>
                </a:lnTo>
                <a:lnTo>
                  <a:pt x="3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" name=""/>
          <p:cNvSpPr/>
          <p:nvPr/>
        </p:nvSpPr>
        <p:spPr>
          <a:xfrm>
            <a:off x="4868280" y="259632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" name=""/>
          <p:cNvSpPr/>
          <p:nvPr/>
        </p:nvSpPr>
        <p:spPr>
          <a:xfrm>
            <a:off x="4890960" y="263196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8" y="2"/>
                </a:moveTo>
                <a:lnTo>
                  <a:pt x="8" y="4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10" y="0"/>
                </a:lnTo>
                <a:lnTo>
                  <a:pt x="10" y="1"/>
                </a:lnTo>
                <a:lnTo>
                  <a:pt x="8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" name=""/>
          <p:cNvSpPr/>
          <p:nvPr/>
        </p:nvSpPr>
        <p:spPr>
          <a:xfrm>
            <a:off x="4894560" y="263088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6" y="0"/>
                </a:moveTo>
                <a:lnTo>
                  <a:pt x="7" y="0"/>
                </a:lnTo>
                <a:lnTo>
                  <a:pt x="9" y="0"/>
                </a:lnTo>
                <a:lnTo>
                  <a:pt x="9" y="1"/>
                </a:lnTo>
                <a:lnTo>
                  <a:pt x="9" y="3"/>
                </a:lnTo>
                <a:lnTo>
                  <a:pt x="9" y="4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7" y="4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" name=""/>
          <p:cNvSpPr/>
          <p:nvPr/>
        </p:nvSpPr>
        <p:spPr>
          <a:xfrm>
            <a:off x="4897440" y="2626200"/>
            <a:ext cx="7200" cy="4320"/>
          </a:xfrm>
          <a:custGeom>
            <a:avLst/>
            <a:gdLst/>
            <a:ahLst/>
            <a:rect l="0" t="0" r="r" b="b"/>
            <a:pathLst>
              <a:path w="20" h="12">
                <a:moveTo>
                  <a:pt x="20" y="1"/>
                </a:moveTo>
                <a:lnTo>
                  <a:pt x="19" y="1"/>
                </a:lnTo>
                <a:lnTo>
                  <a:pt x="18" y="2"/>
                </a:lnTo>
                <a:lnTo>
                  <a:pt x="17" y="3"/>
                </a:lnTo>
                <a:lnTo>
                  <a:pt x="17" y="5"/>
                </a:lnTo>
                <a:lnTo>
                  <a:pt x="17" y="6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0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6" y="8"/>
                </a:lnTo>
                <a:lnTo>
                  <a:pt x="6" y="7"/>
                </a:lnTo>
                <a:lnTo>
                  <a:pt x="7" y="7"/>
                </a:lnTo>
                <a:lnTo>
                  <a:pt x="8" y="7"/>
                </a:lnTo>
                <a:lnTo>
                  <a:pt x="9" y="7"/>
                </a:lnTo>
                <a:lnTo>
                  <a:pt x="8" y="6"/>
                </a:lnTo>
                <a:lnTo>
                  <a:pt x="9" y="6"/>
                </a:lnTo>
                <a:lnTo>
                  <a:pt x="10" y="5"/>
                </a:lnTo>
                <a:lnTo>
                  <a:pt x="11" y="5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7" y="2"/>
                </a:lnTo>
                <a:lnTo>
                  <a:pt x="16" y="2"/>
                </a:lnTo>
                <a:lnTo>
                  <a:pt x="16" y="1"/>
                </a:lnTo>
                <a:lnTo>
                  <a:pt x="17" y="1"/>
                </a:lnTo>
                <a:lnTo>
                  <a:pt x="18" y="0"/>
                </a:lnTo>
                <a:lnTo>
                  <a:pt x="19" y="0"/>
                </a:lnTo>
                <a:lnTo>
                  <a:pt x="2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" name=""/>
          <p:cNvSpPr/>
          <p:nvPr/>
        </p:nvSpPr>
        <p:spPr>
          <a:xfrm>
            <a:off x="4923360" y="25963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" name=""/>
          <p:cNvSpPr/>
          <p:nvPr/>
        </p:nvSpPr>
        <p:spPr>
          <a:xfrm>
            <a:off x="4921560" y="259452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7" y="1"/>
                </a:moveTo>
                <a:lnTo>
                  <a:pt x="8" y="1"/>
                </a:lnTo>
                <a:lnTo>
                  <a:pt x="8" y="2"/>
                </a:lnTo>
                <a:lnTo>
                  <a:pt x="7" y="4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5" y="2"/>
                </a:lnTo>
                <a:lnTo>
                  <a:pt x="7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" name=""/>
          <p:cNvSpPr/>
          <p:nvPr/>
        </p:nvSpPr>
        <p:spPr>
          <a:xfrm>
            <a:off x="4936320" y="25902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0"/>
                </a:moveTo>
                <a:lnTo>
                  <a:pt x="5" y="1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" name=""/>
          <p:cNvSpPr/>
          <p:nvPr/>
        </p:nvSpPr>
        <p:spPr>
          <a:xfrm>
            <a:off x="4921920" y="25862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1"/>
                </a:moveTo>
                <a:lnTo>
                  <a:pt x="1" y="1"/>
                </a:lnTo>
                <a:lnTo>
                  <a:pt x="3" y="1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5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" name=""/>
          <p:cNvSpPr/>
          <p:nvPr/>
        </p:nvSpPr>
        <p:spPr>
          <a:xfrm>
            <a:off x="4927680" y="25855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" name=""/>
          <p:cNvSpPr/>
          <p:nvPr/>
        </p:nvSpPr>
        <p:spPr>
          <a:xfrm>
            <a:off x="4922280" y="25804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" name=""/>
          <p:cNvSpPr/>
          <p:nvPr/>
        </p:nvSpPr>
        <p:spPr>
          <a:xfrm>
            <a:off x="4919400" y="25804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0"/>
                </a:moveTo>
                <a:lnTo>
                  <a:pt x="3" y="0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" name=""/>
          <p:cNvSpPr/>
          <p:nvPr/>
        </p:nvSpPr>
        <p:spPr>
          <a:xfrm>
            <a:off x="4922280" y="25797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" name=""/>
          <p:cNvSpPr/>
          <p:nvPr/>
        </p:nvSpPr>
        <p:spPr>
          <a:xfrm>
            <a:off x="4917600" y="257760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" name=""/>
          <p:cNvSpPr/>
          <p:nvPr/>
        </p:nvSpPr>
        <p:spPr>
          <a:xfrm>
            <a:off x="4985280" y="2575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" name=""/>
          <p:cNvSpPr/>
          <p:nvPr/>
        </p:nvSpPr>
        <p:spPr>
          <a:xfrm>
            <a:off x="4941000" y="257364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5" y="2"/>
                </a:moveTo>
                <a:lnTo>
                  <a:pt x="5" y="3"/>
                </a:lnTo>
                <a:lnTo>
                  <a:pt x="5" y="7"/>
                </a:lnTo>
                <a:lnTo>
                  <a:pt x="4" y="5"/>
                </a:lnTo>
                <a:lnTo>
                  <a:pt x="2" y="4"/>
                </a:lnTo>
                <a:lnTo>
                  <a:pt x="0" y="3"/>
                </a:lnTo>
                <a:lnTo>
                  <a:pt x="2" y="2"/>
                </a:lnTo>
                <a:lnTo>
                  <a:pt x="3" y="0"/>
                </a:lnTo>
                <a:lnTo>
                  <a:pt x="5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" name=""/>
          <p:cNvSpPr/>
          <p:nvPr/>
        </p:nvSpPr>
        <p:spPr>
          <a:xfrm>
            <a:off x="4958280" y="2571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" name=""/>
          <p:cNvSpPr/>
          <p:nvPr/>
        </p:nvSpPr>
        <p:spPr>
          <a:xfrm>
            <a:off x="4952520" y="2568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" name=""/>
          <p:cNvSpPr/>
          <p:nvPr/>
        </p:nvSpPr>
        <p:spPr>
          <a:xfrm>
            <a:off x="4965480" y="2558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800" rIns="18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" name=""/>
          <p:cNvSpPr/>
          <p:nvPr/>
        </p:nvSpPr>
        <p:spPr>
          <a:xfrm>
            <a:off x="5096520" y="2517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" name=""/>
          <p:cNvSpPr/>
          <p:nvPr/>
        </p:nvSpPr>
        <p:spPr>
          <a:xfrm>
            <a:off x="5097240" y="2516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" name=""/>
          <p:cNvSpPr/>
          <p:nvPr/>
        </p:nvSpPr>
        <p:spPr>
          <a:xfrm>
            <a:off x="5072040" y="2502720"/>
            <a:ext cx="14400" cy="7200"/>
          </a:xfrm>
          <a:custGeom>
            <a:avLst/>
            <a:gdLst/>
            <a:ahLst/>
            <a:rect l="0" t="0" r="r" b="b"/>
            <a:pathLst>
              <a:path w="40" h="20">
                <a:moveTo>
                  <a:pt x="35" y="3"/>
                </a:moveTo>
                <a:lnTo>
                  <a:pt x="34" y="4"/>
                </a:lnTo>
                <a:lnTo>
                  <a:pt x="34" y="6"/>
                </a:lnTo>
                <a:lnTo>
                  <a:pt x="34" y="7"/>
                </a:lnTo>
                <a:lnTo>
                  <a:pt x="35" y="7"/>
                </a:lnTo>
                <a:lnTo>
                  <a:pt x="36" y="7"/>
                </a:lnTo>
                <a:lnTo>
                  <a:pt x="36" y="6"/>
                </a:lnTo>
                <a:lnTo>
                  <a:pt x="37" y="6"/>
                </a:lnTo>
                <a:lnTo>
                  <a:pt x="37" y="7"/>
                </a:lnTo>
                <a:lnTo>
                  <a:pt x="38" y="8"/>
                </a:lnTo>
                <a:lnTo>
                  <a:pt x="39" y="8"/>
                </a:lnTo>
                <a:lnTo>
                  <a:pt x="39" y="9"/>
                </a:lnTo>
                <a:lnTo>
                  <a:pt x="40" y="9"/>
                </a:lnTo>
                <a:lnTo>
                  <a:pt x="39" y="9"/>
                </a:lnTo>
                <a:lnTo>
                  <a:pt x="38" y="10"/>
                </a:lnTo>
                <a:lnTo>
                  <a:pt x="38" y="9"/>
                </a:lnTo>
                <a:lnTo>
                  <a:pt x="37" y="9"/>
                </a:lnTo>
                <a:lnTo>
                  <a:pt x="36" y="10"/>
                </a:lnTo>
                <a:lnTo>
                  <a:pt x="36" y="11"/>
                </a:lnTo>
                <a:lnTo>
                  <a:pt x="37" y="11"/>
                </a:lnTo>
                <a:lnTo>
                  <a:pt x="37" y="12"/>
                </a:lnTo>
                <a:lnTo>
                  <a:pt x="37" y="13"/>
                </a:lnTo>
                <a:lnTo>
                  <a:pt x="36" y="13"/>
                </a:lnTo>
                <a:lnTo>
                  <a:pt x="37" y="14"/>
                </a:lnTo>
                <a:lnTo>
                  <a:pt x="38" y="14"/>
                </a:lnTo>
                <a:lnTo>
                  <a:pt x="38" y="15"/>
                </a:lnTo>
                <a:lnTo>
                  <a:pt x="38" y="17"/>
                </a:lnTo>
                <a:lnTo>
                  <a:pt x="38" y="18"/>
                </a:lnTo>
                <a:lnTo>
                  <a:pt x="37" y="18"/>
                </a:lnTo>
                <a:lnTo>
                  <a:pt x="37" y="19"/>
                </a:lnTo>
                <a:lnTo>
                  <a:pt x="37" y="18"/>
                </a:lnTo>
                <a:lnTo>
                  <a:pt x="36" y="19"/>
                </a:lnTo>
                <a:lnTo>
                  <a:pt x="36" y="20"/>
                </a:lnTo>
                <a:lnTo>
                  <a:pt x="35" y="20"/>
                </a:lnTo>
                <a:lnTo>
                  <a:pt x="35" y="19"/>
                </a:lnTo>
                <a:lnTo>
                  <a:pt x="34" y="18"/>
                </a:lnTo>
                <a:lnTo>
                  <a:pt x="33" y="18"/>
                </a:lnTo>
                <a:lnTo>
                  <a:pt x="33" y="19"/>
                </a:lnTo>
                <a:lnTo>
                  <a:pt x="32" y="19"/>
                </a:lnTo>
                <a:lnTo>
                  <a:pt x="32" y="20"/>
                </a:lnTo>
                <a:lnTo>
                  <a:pt x="31" y="20"/>
                </a:lnTo>
                <a:lnTo>
                  <a:pt x="31" y="19"/>
                </a:lnTo>
                <a:lnTo>
                  <a:pt x="31" y="18"/>
                </a:lnTo>
                <a:lnTo>
                  <a:pt x="30" y="17"/>
                </a:lnTo>
                <a:lnTo>
                  <a:pt x="29" y="17"/>
                </a:lnTo>
                <a:lnTo>
                  <a:pt x="27" y="17"/>
                </a:lnTo>
                <a:lnTo>
                  <a:pt x="26" y="17"/>
                </a:lnTo>
                <a:lnTo>
                  <a:pt x="25" y="17"/>
                </a:lnTo>
                <a:lnTo>
                  <a:pt x="25" y="18"/>
                </a:lnTo>
                <a:lnTo>
                  <a:pt x="24" y="18"/>
                </a:lnTo>
                <a:lnTo>
                  <a:pt x="23" y="18"/>
                </a:lnTo>
                <a:lnTo>
                  <a:pt x="22" y="18"/>
                </a:lnTo>
                <a:lnTo>
                  <a:pt x="22" y="19"/>
                </a:lnTo>
                <a:lnTo>
                  <a:pt x="21" y="19"/>
                </a:lnTo>
                <a:lnTo>
                  <a:pt x="21" y="20"/>
                </a:lnTo>
                <a:lnTo>
                  <a:pt x="20" y="20"/>
                </a:lnTo>
                <a:lnTo>
                  <a:pt x="20" y="19"/>
                </a:lnTo>
                <a:lnTo>
                  <a:pt x="19" y="19"/>
                </a:lnTo>
                <a:lnTo>
                  <a:pt x="18" y="19"/>
                </a:lnTo>
                <a:lnTo>
                  <a:pt x="17" y="19"/>
                </a:lnTo>
                <a:lnTo>
                  <a:pt x="16" y="18"/>
                </a:lnTo>
                <a:lnTo>
                  <a:pt x="16" y="17"/>
                </a:lnTo>
                <a:lnTo>
                  <a:pt x="15" y="17"/>
                </a:lnTo>
                <a:lnTo>
                  <a:pt x="14" y="17"/>
                </a:lnTo>
                <a:lnTo>
                  <a:pt x="12" y="18"/>
                </a:lnTo>
                <a:lnTo>
                  <a:pt x="11" y="18"/>
                </a:lnTo>
                <a:lnTo>
                  <a:pt x="10" y="18"/>
                </a:lnTo>
                <a:lnTo>
                  <a:pt x="8" y="18"/>
                </a:lnTo>
                <a:lnTo>
                  <a:pt x="7" y="18"/>
                </a:lnTo>
                <a:lnTo>
                  <a:pt x="6" y="18"/>
                </a:lnTo>
                <a:lnTo>
                  <a:pt x="5" y="18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1" y="18"/>
                </a:lnTo>
                <a:lnTo>
                  <a:pt x="0" y="18"/>
                </a:lnTo>
                <a:lnTo>
                  <a:pt x="0" y="17"/>
                </a:lnTo>
                <a:lnTo>
                  <a:pt x="0" y="16"/>
                </a:lnTo>
                <a:lnTo>
                  <a:pt x="0" y="15"/>
                </a:lnTo>
                <a:lnTo>
                  <a:pt x="1" y="13"/>
                </a:lnTo>
                <a:lnTo>
                  <a:pt x="2" y="13"/>
                </a:lnTo>
                <a:lnTo>
                  <a:pt x="2" y="12"/>
                </a:lnTo>
                <a:lnTo>
                  <a:pt x="3" y="12"/>
                </a:lnTo>
                <a:lnTo>
                  <a:pt x="4" y="11"/>
                </a:lnTo>
                <a:lnTo>
                  <a:pt x="4" y="10"/>
                </a:lnTo>
                <a:lnTo>
                  <a:pt x="6" y="9"/>
                </a:lnTo>
                <a:lnTo>
                  <a:pt x="7" y="9"/>
                </a:lnTo>
                <a:lnTo>
                  <a:pt x="7" y="10"/>
                </a:lnTo>
                <a:lnTo>
                  <a:pt x="8" y="10"/>
                </a:lnTo>
                <a:lnTo>
                  <a:pt x="9" y="10"/>
                </a:lnTo>
                <a:lnTo>
                  <a:pt x="10" y="10"/>
                </a:lnTo>
                <a:lnTo>
                  <a:pt x="10" y="11"/>
                </a:lnTo>
                <a:lnTo>
                  <a:pt x="11" y="12"/>
                </a:lnTo>
                <a:lnTo>
                  <a:pt x="12" y="13"/>
                </a:lnTo>
                <a:lnTo>
                  <a:pt x="13" y="14"/>
                </a:lnTo>
                <a:lnTo>
                  <a:pt x="14" y="14"/>
                </a:lnTo>
                <a:lnTo>
                  <a:pt x="15" y="14"/>
                </a:lnTo>
                <a:lnTo>
                  <a:pt x="15" y="13"/>
                </a:lnTo>
                <a:lnTo>
                  <a:pt x="15" y="12"/>
                </a:lnTo>
                <a:lnTo>
                  <a:pt x="16" y="12"/>
                </a:lnTo>
                <a:lnTo>
                  <a:pt x="16" y="11"/>
                </a:lnTo>
                <a:lnTo>
                  <a:pt x="17" y="11"/>
                </a:lnTo>
                <a:lnTo>
                  <a:pt x="17" y="10"/>
                </a:lnTo>
                <a:lnTo>
                  <a:pt x="18" y="9"/>
                </a:lnTo>
                <a:lnTo>
                  <a:pt x="19" y="8"/>
                </a:lnTo>
                <a:lnTo>
                  <a:pt x="19" y="7"/>
                </a:lnTo>
                <a:lnTo>
                  <a:pt x="19" y="6"/>
                </a:lnTo>
                <a:lnTo>
                  <a:pt x="20" y="6"/>
                </a:lnTo>
                <a:lnTo>
                  <a:pt x="21" y="4"/>
                </a:lnTo>
                <a:lnTo>
                  <a:pt x="23" y="3"/>
                </a:lnTo>
                <a:lnTo>
                  <a:pt x="23" y="4"/>
                </a:lnTo>
                <a:lnTo>
                  <a:pt x="24" y="4"/>
                </a:lnTo>
                <a:lnTo>
                  <a:pt x="25" y="6"/>
                </a:lnTo>
                <a:lnTo>
                  <a:pt x="25" y="7"/>
                </a:lnTo>
                <a:lnTo>
                  <a:pt x="26" y="7"/>
                </a:lnTo>
                <a:lnTo>
                  <a:pt x="27" y="7"/>
                </a:lnTo>
                <a:lnTo>
                  <a:pt x="30" y="6"/>
                </a:lnTo>
                <a:lnTo>
                  <a:pt x="30" y="4"/>
                </a:lnTo>
                <a:lnTo>
                  <a:pt x="30" y="3"/>
                </a:lnTo>
                <a:lnTo>
                  <a:pt x="31" y="2"/>
                </a:lnTo>
                <a:lnTo>
                  <a:pt x="32" y="2"/>
                </a:lnTo>
                <a:lnTo>
                  <a:pt x="33" y="2"/>
                </a:lnTo>
                <a:lnTo>
                  <a:pt x="33" y="1"/>
                </a:lnTo>
                <a:lnTo>
                  <a:pt x="33" y="0"/>
                </a:lnTo>
                <a:lnTo>
                  <a:pt x="34" y="0"/>
                </a:lnTo>
                <a:lnTo>
                  <a:pt x="34" y="1"/>
                </a:lnTo>
                <a:lnTo>
                  <a:pt x="34" y="2"/>
                </a:lnTo>
                <a:lnTo>
                  <a:pt x="35" y="2"/>
                </a:lnTo>
                <a:lnTo>
                  <a:pt x="35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" name=""/>
          <p:cNvSpPr/>
          <p:nvPr/>
        </p:nvSpPr>
        <p:spPr>
          <a:xfrm>
            <a:off x="5082120" y="2503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" name=""/>
          <p:cNvSpPr/>
          <p:nvPr/>
        </p:nvSpPr>
        <p:spPr>
          <a:xfrm>
            <a:off x="5078880" y="2496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3"/>
                </a:move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5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" name=""/>
          <p:cNvSpPr/>
          <p:nvPr/>
        </p:nvSpPr>
        <p:spPr>
          <a:xfrm>
            <a:off x="5076000" y="2496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0" y="4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" name=""/>
          <p:cNvSpPr/>
          <p:nvPr/>
        </p:nvSpPr>
        <p:spPr>
          <a:xfrm>
            <a:off x="4492800" y="2680560"/>
            <a:ext cx="4680" cy="9360"/>
          </a:xfrm>
          <a:custGeom>
            <a:avLst/>
            <a:gdLst/>
            <a:ahLst/>
            <a:rect l="0" t="0" r="r" b="b"/>
            <a:pathLst>
              <a:path w="13" h="26">
                <a:moveTo>
                  <a:pt x="9" y="8"/>
                </a:moveTo>
                <a:lnTo>
                  <a:pt x="8" y="9"/>
                </a:lnTo>
                <a:lnTo>
                  <a:pt x="7" y="10"/>
                </a:lnTo>
                <a:lnTo>
                  <a:pt x="8" y="11"/>
                </a:lnTo>
                <a:lnTo>
                  <a:pt x="7" y="12"/>
                </a:lnTo>
                <a:lnTo>
                  <a:pt x="7" y="13"/>
                </a:lnTo>
                <a:lnTo>
                  <a:pt x="8" y="14"/>
                </a:lnTo>
                <a:lnTo>
                  <a:pt x="8" y="15"/>
                </a:lnTo>
                <a:lnTo>
                  <a:pt x="8" y="16"/>
                </a:lnTo>
                <a:lnTo>
                  <a:pt x="7" y="15"/>
                </a:lnTo>
                <a:lnTo>
                  <a:pt x="7" y="16"/>
                </a:lnTo>
                <a:lnTo>
                  <a:pt x="7" y="17"/>
                </a:lnTo>
                <a:lnTo>
                  <a:pt x="6" y="18"/>
                </a:lnTo>
                <a:lnTo>
                  <a:pt x="6" y="19"/>
                </a:lnTo>
                <a:lnTo>
                  <a:pt x="6" y="20"/>
                </a:lnTo>
                <a:lnTo>
                  <a:pt x="5" y="20"/>
                </a:lnTo>
                <a:lnTo>
                  <a:pt x="4" y="19"/>
                </a:lnTo>
                <a:lnTo>
                  <a:pt x="3" y="19"/>
                </a:lnTo>
                <a:lnTo>
                  <a:pt x="3" y="20"/>
                </a:lnTo>
                <a:lnTo>
                  <a:pt x="4" y="21"/>
                </a:lnTo>
                <a:lnTo>
                  <a:pt x="5" y="21"/>
                </a:lnTo>
                <a:lnTo>
                  <a:pt x="6" y="22"/>
                </a:lnTo>
                <a:lnTo>
                  <a:pt x="6" y="23"/>
                </a:lnTo>
                <a:lnTo>
                  <a:pt x="6" y="25"/>
                </a:lnTo>
                <a:lnTo>
                  <a:pt x="6" y="26"/>
                </a:lnTo>
                <a:lnTo>
                  <a:pt x="5" y="25"/>
                </a:lnTo>
                <a:lnTo>
                  <a:pt x="4" y="25"/>
                </a:lnTo>
                <a:lnTo>
                  <a:pt x="3" y="24"/>
                </a:lnTo>
                <a:lnTo>
                  <a:pt x="2" y="24"/>
                </a:lnTo>
                <a:lnTo>
                  <a:pt x="2" y="23"/>
                </a:lnTo>
                <a:lnTo>
                  <a:pt x="2" y="21"/>
                </a:lnTo>
                <a:lnTo>
                  <a:pt x="1" y="20"/>
                </a:lnTo>
                <a:lnTo>
                  <a:pt x="0" y="16"/>
                </a:lnTo>
                <a:lnTo>
                  <a:pt x="0" y="15"/>
                </a:lnTo>
                <a:lnTo>
                  <a:pt x="1" y="14"/>
                </a:lnTo>
                <a:lnTo>
                  <a:pt x="1" y="13"/>
                </a:lnTo>
                <a:lnTo>
                  <a:pt x="2" y="13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4" y="8"/>
                </a:lnTo>
                <a:lnTo>
                  <a:pt x="4" y="7"/>
                </a:lnTo>
                <a:lnTo>
                  <a:pt x="5" y="5"/>
                </a:lnTo>
                <a:lnTo>
                  <a:pt x="5" y="4"/>
                </a:lnTo>
                <a:lnTo>
                  <a:pt x="6" y="3"/>
                </a:lnTo>
                <a:lnTo>
                  <a:pt x="5" y="3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9" y="2"/>
                </a:lnTo>
                <a:lnTo>
                  <a:pt x="10" y="3"/>
                </a:lnTo>
                <a:lnTo>
                  <a:pt x="12" y="3"/>
                </a:lnTo>
                <a:lnTo>
                  <a:pt x="13" y="4"/>
                </a:lnTo>
                <a:lnTo>
                  <a:pt x="12" y="4"/>
                </a:lnTo>
                <a:lnTo>
                  <a:pt x="12" y="5"/>
                </a:lnTo>
                <a:lnTo>
                  <a:pt x="10" y="7"/>
                </a:lnTo>
                <a:lnTo>
                  <a:pt x="10" y="8"/>
                </a:lnTo>
                <a:lnTo>
                  <a:pt x="9" y="8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" name=""/>
          <p:cNvSpPr/>
          <p:nvPr/>
        </p:nvSpPr>
        <p:spPr>
          <a:xfrm>
            <a:off x="4493880" y="26809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" name=""/>
          <p:cNvSpPr/>
          <p:nvPr/>
        </p:nvSpPr>
        <p:spPr>
          <a:xfrm>
            <a:off x="4493160" y="2678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" name=""/>
          <p:cNvSpPr/>
          <p:nvPr/>
        </p:nvSpPr>
        <p:spPr>
          <a:xfrm>
            <a:off x="4509720" y="26755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0"/>
                </a:moveTo>
                <a:lnTo>
                  <a:pt x="5" y="1"/>
                </a:lnTo>
                <a:lnTo>
                  <a:pt x="5" y="3"/>
                </a:lnTo>
                <a:lnTo>
                  <a:pt x="4" y="5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" name=""/>
          <p:cNvSpPr/>
          <p:nvPr/>
        </p:nvSpPr>
        <p:spPr>
          <a:xfrm>
            <a:off x="4509360" y="26748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2"/>
                </a:lnTo>
                <a:lnTo>
                  <a:pt x="2" y="3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" name=""/>
          <p:cNvSpPr/>
          <p:nvPr/>
        </p:nvSpPr>
        <p:spPr>
          <a:xfrm>
            <a:off x="4509000" y="267336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4" y="6"/>
                </a:move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5" y="4"/>
                </a:lnTo>
                <a:lnTo>
                  <a:pt x="4" y="4"/>
                </a:lnTo>
                <a:lnTo>
                  <a:pt x="4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" name=""/>
          <p:cNvSpPr/>
          <p:nvPr/>
        </p:nvSpPr>
        <p:spPr>
          <a:xfrm>
            <a:off x="4509000" y="26730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1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" name=""/>
          <p:cNvSpPr/>
          <p:nvPr/>
        </p:nvSpPr>
        <p:spPr>
          <a:xfrm>
            <a:off x="4225320" y="2328480"/>
            <a:ext cx="511560" cy="370440"/>
          </a:xfrm>
          <a:custGeom>
            <a:avLst/>
            <a:gdLst/>
            <a:ahLst/>
            <a:rect l="0" t="0" r="r" b="b"/>
            <a:pathLst>
              <a:path w="1421" h="1029">
                <a:moveTo>
                  <a:pt x="1202" y="10"/>
                </a:moveTo>
                <a:lnTo>
                  <a:pt x="1202" y="9"/>
                </a:lnTo>
                <a:lnTo>
                  <a:pt x="1204" y="9"/>
                </a:lnTo>
                <a:lnTo>
                  <a:pt x="1206" y="10"/>
                </a:lnTo>
                <a:lnTo>
                  <a:pt x="1207" y="10"/>
                </a:lnTo>
                <a:lnTo>
                  <a:pt x="1207" y="11"/>
                </a:lnTo>
                <a:lnTo>
                  <a:pt x="1207" y="12"/>
                </a:lnTo>
                <a:lnTo>
                  <a:pt x="1209" y="12"/>
                </a:lnTo>
                <a:lnTo>
                  <a:pt x="1210" y="12"/>
                </a:lnTo>
                <a:lnTo>
                  <a:pt x="1210" y="11"/>
                </a:lnTo>
                <a:lnTo>
                  <a:pt x="1211" y="11"/>
                </a:lnTo>
                <a:lnTo>
                  <a:pt x="1212" y="12"/>
                </a:lnTo>
                <a:lnTo>
                  <a:pt x="1213" y="12"/>
                </a:lnTo>
                <a:lnTo>
                  <a:pt x="1213" y="13"/>
                </a:lnTo>
                <a:lnTo>
                  <a:pt x="1214" y="13"/>
                </a:lnTo>
                <a:lnTo>
                  <a:pt x="1215" y="14"/>
                </a:lnTo>
                <a:lnTo>
                  <a:pt x="1216" y="14"/>
                </a:lnTo>
                <a:lnTo>
                  <a:pt x="1217" y="15"/>
                </a:lnTo>
                <a:lnTo>
                  <a:pt x="1218" y="15"/>
                </a:lnTo>
                <a:lnTo>
                  <a:pt x="1219" y="15"/>
                </a:lnTo>
                <a:lnTo>
                  <a:pt x="1221" y="14"/>
                </a:lnTo>
                <a:lnTo>
                  <a:pt x="1223" y="14"/>
                </a:lnTo>
                <a:lnTo>
                  <a:pt x="1226" y="14"/>
                </a:lnTo>
                <a:lnTo>
                  <a:pt x="1230" y="14"/>
                </a:lnTo>
                <a:lnTo>
                  <a:pt x="1231" y="13"/>
                </a:lnTo>
                <a:lnTo>
                  <a:pt x="1232" y="14"/>
                </a:lnTo>
                <a:lnTo>
                  <a:pt x="1233" y="14"/>
                </a:lnTo>
                <a:lnTo>
                  <a:pt x="1234" y="14"/>
                </a:lnTo>
                <a:lnTo>
                  <a:pt x="1234" y="15"/>
                </a:lnTo>
                <a:lnTo>
                  <a:pt x="1235" y="15"/>
                </a:lnTo>
                <a:lnTo>
                  <a:pt x="1235" y="14"/>
                </a:lnTo>
                <a:lnTo>
                  <a:pt x="1237" y="14"/>
                </a:lnTo>
                <a:lnTo>
                  <a:pt x="1237" y="16"/>
                </a:lnTo>
                <a:lnTo>
                  <a:pt x="1238" y="18"/>
                </a:lnTo>
                <a:lnTo>
                  <a:pt x="1237" y="19"/>
                </a:lnTo>
                <a:lnTo>
                  <a:pt x="1239" y="22"/>
                </a:lnTo>
                <a:lnTo>
                  <a:pt x="1240" y="22"/>
                </a:lnTo>
                <a:lnTo>
                  <a:pt x="1241" y="21"/>
                </a:lnTo>
                <a:lnTo>
                  <a:pt x="1242" y="21"/>
                </a:lnTo>
                <a:lnTo>
                  <a:pt x="1242" y="22"/>
                </a:lnTo>
                <a:lnTo>
                  <a:pt x="1243" y="22"/>
                </a:lnTo>
                <a:lnTo>
                  <a:pt x="1245" y="22"/>
                </a:lnTo>
                <a:lnTo>
                  <a:pt x="1246" y="22"/>
                </a:lnTo>
                <a:lnTo>
                  <a:pt x="1246" y="21"/>
                </a:lnTo>
                <a:lnTo>
                  <a:pt x="1248" y="20"/>
                </a:lnTo>
                <a:lnTo>
                  <a:pt x="1248" y="19"/>
                </a:lnTo>
                <a:lnTo>
                  <a:pt x="1251" y="20"/>
                </a:lnTo>
                <a:lnTo>
                  <a:pt x="1252" y="20"/>
                </a:lnTo>
                <a:lnTo>
                  <a:pt x="1253" y="22"/>
                </a:lnTo>
                <a:lnTo>
                  <a:pt x="1253" y="23"/>
                </a:lnTo>
                <a:lnTo>
                  <a:pt x="1254" y="27"/>
                </a:lnTo>
                <a:lnTo>
                  <a:pt x="1253" y="27"/>
                </a:lnTo>
                <a:lnTo>
                  <a:pt x="1253" y="28"/>
                </a:lnTo>
                <a:lnTo>
                  <a:pt x="1253" y="29"/>
                </a:lnTo>
                <a:lnTo>
                  <a:pt x="1253" y="30"/>
                </a:lnTo>
                <a:lnTo>
                  <a:pt x="1254" y="30"/>
                </a:lnTo>
                <a:lnTo>
                  <a:pt x="1252" y="31"/>
                </a:lnTo>
                <a:lnTo>
                  <a:pt x="1252" y="32"/>
                </a:lnTo>
                <a:lnTo>
                  <a:pt x="1251" y="32"/>
                </a:lnTo>
                <a:lnTo>
                  <a:pt x="1250" y="34"/>
                </a:lnTo>
                <a:lnTo>
                  <a:pt x="1250" y="37"/>
                </a:lnTo>
                <a:lnTo>
                  <a:pt x="1251" y="37"/>
                </a:lnTo>
                <a:lnTo>
                  <a:pt x="1251" y="38"/>
                </a:lnTo>
                <a:lnTo>
                  <a:pt x="1252" y="41"/>
                </a:lnTo>
                <a:lnTo>
                  <a:pt x="1251" y="41"/>
                </a:lnTo>
                <a:lnTo>
                  <a:pt x="1250" y="42"/>
                </a:lnTo>
                <a:lnTo>
                  <a:pt x="1249" y="43"/>
                </a:lnTo>
                <a:lnTo>
                  <a:pt x="1249" y="44"/>
                </a:lnTo>
                <a:lnTo>
                  <a:pt x="1248" y="46"/>
                </a:lnTo>
                <a:lnTo>
                  <a:pt x="1249" y="47"/>
                </a:lnTo>
                <a:lnTo>
                  <a:pt x="1251" y="49"/>
                </a:lnTo>
                <a:lnTo>
                  <a:pt x="1251" y="50"/>
                </a:lnTo>
                <a:lnTo>
                  <a:pt x="1250" y="50"/>
                </a:lnTo>
                <a:lnTo>
                  <a:pt x="1251" y="51"/>
                </a:lnTo>
                <a:lnTo>
                  <a:pt x="1252" y="51"/>
                </a:lnTo>
                <a:lnTo>
                  <a:pt x="1251" y="52"/>
                </a:lnTo>
                <a:lnTo>
                  <a:pt x="1250" y="53"/>
                </a:lnTo>
                <a:lnTo>
                  <a:pt x="1249" y="53"/>
                </a:lnTo>
                <a:lnTo>
                  <a:pt x="1249" y="55"/>
                </a:lnTo>
                <a:lnTo>
                  <a:pt x="1249" y="56"/>
                </a:lnTo>
                <a:lnTo>
                  <a:pt x="1248" y="59"/>
                </a:lnTo>
                <a:lnTo>
                  <a:pt x="1248" y="60"/>
                </a:lnTo>
                <a:lnTo>
                  <a:pt x="1248" y="61"/>
                </a:lnTo>
                <a:lnTo>
                  <a:pt x="1249" y="62"/>
                </a:lnTo>
                <a:lnTo>
                  <a:pt x="1250" y="62"/>
                </a:lnTo>
                <a:lnTo>
                  <a:pt x="1251" y="63"/>
                </a:lnTo>
                <a:lnTo>
                  <a:pt x="1252" y="64"/>
                </a:lnTo>
                <a:lnTo>
                  <a:pt x="1251" y="64"/>
                </a:lnTo>
                <a:lnTo>
                  <a:pt x="1251" y="66"/>
                </a:lnTo>
                <a:lnTo>
                  <a:pt x="1250" y="66"/>
                </a:lnTo>
                <a:lnTo>
                  <a:pt x="1250" y="65"/>
                </a:lnTo>
                <a:lnTo>
                  <a:pt x="1249" y="65"/>
                </a:lnTo>
                <a:lnTo>
                  <a:pt x="1246" y="65"/>
                </a:lnTo>
                <a:lnTo>
                  <a:pt x="1245" y="66"/>
                </a:lnTo>
                <a:lnTo>
                  <a:pt x="1244" y="69"/>
                </a:lnTo>
                <a:lnTo>
                  <a:pt x="1244" y="71"/>
                </a:lnTo>
                <a:lnTo>
                  <a:pt x="1243" y="73"/>
                </a:lnTo>
                <a:lnTo>
                  <a:pt x="1242" y="74"/>
                </a:lnTo>
                <a:lnTo>
                  <a:pt x="1242" y="75"/>
                </a:lnTo>
                <a:lnTo>
                  <a:pt x="1242" y="79"/>
                </a:lnTo>
                <a:lnTo>
                  <a:pt x="1242" y="80"/>
                </a:lnTo>
                <a:lnTo>
                  <a:pt x="1241" y="80"/>
                </a:lnTo>
                <a:lnTo>
                  <a:pt x="1241" y="81"/>
                </a:lnTo>
                <a:lnTo>
                  <a:pt x="1241" y="82"/>
                </a:lnTo>
                <a:lnTo>
                  <a:pt x="1240" y="82"/>
                </a:lnTo>
                <a:lnTo>
                  <a:pt x="1240" y="84"/>
                </a:lnTo>
                <a:lnTo>
                  <a:pt x="1240" y="85"/>
                </a:lnTo>
                <a:lnTo>
                  <a:pt x="1241" y="85"/>
                </a:lnTo>
                <a:lnTo>
                  <a:pt x="1242" y="86"/>
                </a:lnTo>
                <a:lnTo>
                  <a:pt x="1242" y="87"/>
                </a:lnTo>
                <a:lnTo>
                  <a:pt x="1242" y="88"/>
                </a:lnTo>
                <a:lnTo>
                  <a:pt x="1243" y="88"/>
                </a:lnTo>
                <a:lnTo>
                  <a:pt x="1244" y="88"/>
                </a:lnTo>
                <a:lnTo>
                  <a:pt x="1244" y="89"/>
                </a:lnTo>
                <a:lnTo>
                  <a:pt x="1244" y="91"/>
                </a:lnTo>
                <a:lnTo>
                  <a:pt x="1246" y="93"/>
                </a:lnTo>
                <a:lnTo>
                  <a:pt x="1246" y="94"/>
                </a:lnTo>
                <a:lnTo>
                  <a:pt x="1246" y="95"/>
                </a:lnTo>
                <a:lnTo>
                  <a:pt x="1247" y="97"/>
                </a:lnTo>
                <a:lnTo>
                  <a:pt x="1248" y="97"/>
                </a:lnTo>
                <a:lnTo>
                  <a:pt x="1249" y="97"/>
                </a:lnTo>
                <a:lnTo>
                  <a:pt x="1249" y="98"/>
                </a:lnTo>
                <a:lnTo>
                  <a:pt x="1250" y="99"/>
                </a:lnTo>
                <a:lnTo>
                  <a:pt x="1251" y="101"/>
                </a:lnTo>
                <a:lnTo>
                  <a:pt x="1251" y="102"/>
                </a:lnTo>
                <a:lnTo>
                  <a:pt x="1250" y="102"/>
                </a:lnTo>
                <a:lnTo>
                  <a:pt x="1251" y="103"/>
                </a:lnTo>
                <a:lnTo>
                  <a:pt x="1252" y="103"/>
                </a:lnTo>
                <a:lnTo>
                  <a:pt x="1255" y="103"/>
                </a:lnTo>
                <a:lnTo>
                  <a:pt x="1257" y="104"/>
                </a:lnTo>
                <a:lnTo>
                  <a:pt x="1258" y="105"/>
                </a:lnTo>
                <a:lnTo>
                  <a:pt x="1259" y="105"/>
                </a:lnTo>
                <a:lnTo>
                  <a:pt x="1259" y="104"/>
                </a:lnTo>
                <a:lnTo>
                  <a:pt x="1259" y="103"/>
                </a:lnTo>
                <a:lnTo>
                  <a:pt x="1258" y="103"/>
                </a:lnTo>
                <a:lnTo>
                  <a:pt x="1259" y="102"/>
                </a:lnTo>
                <a:lnTo>
                  <a:pt x="1260" y="100"/>
                </a:lnTo>
                <a:lnTo>
                  <a:pt x="1261" y="98"/>
                </a:lnTo>
                <a:lnTo>
                  <a:pt x="1261" y="97"/>
                </a:lnTo>
                <a:lnTo>
                  <a:pt x="1263" y="97"/>
                </a:lnTo>
                <a:lnTo>
                  <a:pt x="1264" y="97"/>
                </a:lnTo>
                <a:lnTo>
                  <a:pt x="1264" y="95"/>
                </a:lnTo>
                <a:lnTo>
                  <a:pt x="1265" y="94"/>
                </a:lnTo>
                <a:lnTo>
                  <a:pt x="1267" y="93"/>
                </a:lnTo>
                <a:lnTo>
                  <a:pt x="1268" y="94"/>
                </a:lnTo>
                <a:lnTo>
                  <a:pt x="1269" y="95"/>
                </a:lnTo>
                <a:lnTo>
                  <a:pt x="1269" y="96"/>
                </a:lnTo>
                <a:lnTo>
                  <a:pt x="1271" y="96"/>
                </a:lnTo>
                <a:lnTo>
                  <a:pt x="1272" y="96"/>
                </a:lnTo>
                <a:lnTo>
                  <a:pt x="1272" y="95"/>
                </a:lnTo>
                <a:lnTo>
                  <a:pt x="1272" y="94"/>
                </a:lnTo>
                <a:lnTo>
                  <a:pt x="1273" y="93"/>
                </a:lnTo>
                <a:lnTo>
                  <a:pt x="1274" y="93"/>
                </a:lnTo>
                <a:lnTo>
                  <a:pt x="1274" y="94"/>
                </a:lnTo>
                <a:lnTo>
                  <a:pt x="1274" y="95"/>
                </a:lnTo>
                <a:lnTo>
                  <a:pt x="1275" y="97"/>
                </a:lnTo>
                <a:lnTo>
                  <a:pt x="1276" y="97"/>
                </a:lnTo>
                <a:lnTo>
                  <a:pt x="1278" y="97"/>
                </a:lnTo>
                <a:lnTo>
                  <a:pt x="1279" y="97"/>
                </a:lnTo>
                <a:lnTo>
                  <a:pt x="1280" y="98"/>
                </a:lnTo>
                <a:lnTo>
                  <a:pt x="1281" y="99"/>
                </a:lnTo>
                <a:lnTo>
                  <a:pt x="1282" y="99"/>
                </a:lnTo>
                <a:lnTo>
                  <a:pt x="1282" y="98"/>
                </a:lnTo>
                <a:lnTo>
                  <a:pt x="1283" y="97"/>
                </a:lnTo>
                <a:lnTo>
                  <a:pt x="1283" y="96"/>
                </a:lnTo>
                <a:lnTo>
                  <a:pt x="1284" y="96"/>
                </a:lnTo>
                <a:lnTo>
                  <a:pt x="1285" y="96"/>
                </a:lnTo>
                <a:lnTo>
                  <a:pt x="1286" y="97"/>
                </a:lnTo>
                <a:lnTo>
                  <a:pt x="1287" y="97"/>
                </a:lnTo>
                <a:lnTo>
                  <a:pt x="1288" y="96"/>
                </a:lnTo>
                <a:lnTo>
                  <a:pt x="1289" y="96"/>
                </a:lnTo>
                <a:lnTo>
                  <a:pt x="1289" y="97"/>
                </a:lnTo>
                <a:lnTo>
                  <a:pt x="1289" y="98"/>
                </a:lnTo>
                <a:lnTo>
                  <a:pt x="1289" y="99"/>
                </a:lnTo>
                <a:lnTo>
                  <a:pt x="1290" y="99"/>
                </a:lnTo>
                <a:lnTo>
                  <a:pt x="1291" y="99"/>
                </a:lnTo>
                <a:lnTo>
                  <a:pt x="1291" y="98"/>
                </a:lnTo>
                <a:lnTo>
                  <a:pt x="1292" y="98"/>
                </a:lnTo>
                <a:lnTo>
                  <a:pt x="1295" y="99"/>
                </a:lnTo>
                <a:lnTo>
                  <a:pt x="1295" y="100"/>
                </a:lnTo>
                <a:lnTo>
                  <a:pt x="1295" y="102"/>
                </a:lnTo>
                <a:lnTo>
                  <a:pt x="1294" y="102"/>
                </a:lnTo>
                <a:lnTo>
                  <a:pt x="1293" y="102"/>
                </a:lnTo>
                <a:lnTo>
                  <a:pt x="1291" y="102"/>
                </a:lnTo>
                <a:lnTo>
                  <a:pt x="1290" y="103"/>
                </a:lnTo>
                <a:lnTo>
                  <a:pt x="1290" y="104"/>
                </a:lnTo>
                <a:lnTo>
                  <a:pt x="1289" y="104"/>
                </a:lnTo>
                <a:lnTo>
                  <a:pt x="1289" y="105"/>
                </a:lnTo>
                <a:lnTo>
                  <a:pt x="1289" y="104"/>
                </a:lnTo>
                <a:lnTo>
                  <a:pt x="1288" y="104"/>
                </a:lnTo>
                <a:lnTo>
                  <a:pt x="1287" y="104"/>
                </a:lnTo>
                <a:lnTo>
                  <a:pt x="1285" y="105"/>
                </a:lnTo>
                <a:lnTo>
                  <a:pt x="1284" y="107"/>
                </a:lnTo>
                <a:lnTo>
                  <a:pt x="1284" y="108"/>
                </a:lnTo>
                <a:lnTo>
                  <a:pt x="1283" y="108"/>
                </a:lnTo>
                <a:lnTo>
                  <a:pt x="1284" y="109"/>
                </a:lnTo>
                <a:lnTo>
                  <a:pt x="1284" y="110"/>
                </a:lnTo>
                <a:lnTo>
                  <a:pt x="1284" y="111"/>
                </a:lnTo>
                <a:lnTo>
                  <a:pt x="1285" y="111"/>
                </a:lnTo>
                <a:lnTo>
                  <a:pt x="1285" y="110"/>
                </a:lnTo>
                <a:lnTo>
                  <a:pt x="1286" y="110"/>
                </a:lnTo>
                <a:lnTo>
                  <a:pt x="1286" y="111"/>
                </a:lnTo>
                <a:lnTo>
                  <a:pt x="1287" y="113"/>
                </a:lnTo>
                <a:lnTo>
                  <a:pt x="1286" y="113"/>
                </a:lnTo>
                <a:lnTo>
                  <a:pt x="1286" y="114"/>
                </a:lnTo>
                <a:lnTo>
                  <a:pt x="1286" y="115"/>
                </a:lnTo>
                <a:lnTo>
                  <a:pt x="1287" y="117"/>
                </a:lnTo>
                <a:lnTo>
                  <a:pt x="1287" y="118"/>
                </a:lnTo>
                <a:lnTo>
                  <a:pt x="1288" y="120"/>
                </a:lnTo>
                <a:lnTo>
                  <a:pt x="1287" y="120"/>
                </a:lnTo>
                <a:lnTo>
                  <a:pt x="1284" y="121"/>
                </a:lnTo>
                <a:lnTo>
                  <a:pt x="1282" y="121"/>
                </a:lnTo>
                <a:lnTo>
                  <a:pt x="1280" y="123"/>
                </a:lnTo>
                <a:lnTo>
                  <a:pt x="1281" y="124"/>
                </a:lnTo>
                <a:lnTo>
                  <a:pt x="1281" y="125"/>
                </a:lnTo>
                <a:lnTo>
                  <a:pt x="1281" y="126"/>
                </a:lnTo>
                <a:lnTo>
                  <a:pt x="1280" y="126"/>
                </a:lnTo>
                <a:lnTo>
                  <a:pt x="1278" y="128"/>
                </a:lnTo>
                <a:lnTo>
                  <a:pt x="1277" y="127"/>
                </a:lnTo>
                <a:lnTo>
                  <a:pt x="1274" y="128"/>
                </a:lnTo>
                <a:lnTo>
                  <a:pt x="1272" y="129"/>
                </a:lnTo>
                <a:lnTo>
                  <a:pt x="1271" y="130"/>
                </a:lnTo>
                <a:lnTo>
                  <a:pt x="1269" y="130"/>
                </a:lnTo>
                <a:lnTo>
                  <a:pt x="1268" y="129"/>
                </a:lnTo>
                <a:lnTo>
                  <a:pt x="1267" y="129"/>
                </a:lnTo>
                <a:lnTo>
                  <a:pt x="1267" y="128"/>
                </a:lnTo>
                <a:lnTo>
                  <a:pt x="1267" y="129"/>
                </a:lnTo>
                <a:lnTo>
                  <a:pt x="1265" y="130"/>
                </a:lnTo>
                <a:lnTo>
                  <a:pt x="1264" y="132"/>
                </a:lnTo>
                <a:lnTo>
                  <a:pt x="1263" y="133"/>
                </a:lnTo>
                <a:lnTo>
                  <a:pt x="1264" y="135"/>
                </a:lnTo>
                <a:lnTo>
                  <a:pt x="1264" y="137"/>
                </a:lnTo>
                <a:lnTo>
                  <a:pt x="1264" y="138"/>
                </a:lnTo>
                <a:lnTo>
                  <a:pt x="1265" y="138"/>
                </a:lnTo>
                <a:lnTo>
                  <a:pt x="1266" y="138"/>
                </a:lnTo>
                <a:lnTo>
                  <a:pt x="1266" y="139"/>
                </a:lnTo>
                <a:lnTo>
                  <a:pt x="1266" y="141"/>
                </a:lnTo>
                <a:lnTo>
                  <a:pt x="1266" y="142"/>
                </a:lnTo>
                <a:lnTo>
                  <a:pt x="1265" y="142"/>
                </a:lnTo>
                <a:lnTo>
                  <a:pt x="1265" y="143"/>
                </a:lnTo>
                <a:lnTo>
                  <a:pt x="1265" y="144"/>
                </a:lnTo>
                <a:lnTo>
                  <a:pt x="1265" y="146"/>
                </a:lnTo>
                <a:lnTo>
                  <a:pt x="1265" y="147"/>
                </a:lnTo>
                <a:lnTo>
                  <a:pt x="1265" y="148"/>
                </a:lnTo>
                <a:lnTo>
                  <a:pt x="1267" y="150"/>
                </a:lnTo>
                <a:lnTo>
                  <a:pt x="1268" y="152"/>
                </a:lnTo>
                <a:lnTo>
                  <a:pt x="1269" y="152"/>
                </a:lnTo>
                <a:lnTo>
                  <a:pt x="1270" y="153"/>
                </a:lnTo>
                <a:lnTo>
                  <a:pt x="1271" y="153"/>
                </a:lnTo>
                <a:lnTo>
                  <a:pt x="1271" y="154"/>
                </a:lnTo>
                <a:lnTo>
                  <a:pt x="1271" y="155"/>
                </a:lnTo>
                <a:lnTo>
                  <a:pt x="1271" y="156"/>
                </a:lnTo>
                <a:lnTo>
                  <a:pt x="1270" y="158"/>
                </a:lnTo>
                <a:lnTo>
                  <a:pt x="1269" y="159"/>
                </a:lnTo>
                <a:lnTo>
                  <a:pt x="1269" y="163"/>
                </a:lnTo>
                <a:lnTo>
                  <a:pt x="1268" y="164"/>
                </a:lnTo>
                <a:lnTo>
                  <a:pt x="1268" y="166"/>
                </a:lnTo>
                <a:lnTo>
                  <a:pt x="1268" y="167"/>
                </a:lnTo>
                <a:lnTo>
                  <a:pt x="1269" y="168"/>
                </a:lnTo>
                <a:lnTo>
                  <a:pt x="1269" y="169"/>
                </a:lnTo>
                <a:lnTo>
                  <a:pt x="1270" y="171"/>
                </a:lnTo>
                <a:lnTo>
                  <a:pt x="1270" y="172"/>
                </a:lnTo>
                <a:lnTo>
                  <a:pt x="1269" y="177"/>
                </a:lnTo>
                <a:lnTo>
                  <a:pt x="1269" y="178"/>
                </a:lnTo>
                <a:lnTo>
                  <a:pt x="1268" y="178"/>
                </a:lnTo>
                <a:lnTo>
                  <a:pt x="1268" y="179"/>
                </a:lnTo>
                <a:lnTo>
                  <a:pt x="1267" y="180"/>
                </a:lnTo>
                <a:lnTo>
                  <a:pt x="1266" y="182"/>
                </a:lnTo>
                <a:lnTo>
                  <a:pt x="1266" y="183"/>
                </a:lnTo>
                <a:lnTo>
                  <a:pt x="1265" y="184"/>
                </a:lnTo>
                <a:lnTo>
                  <a:pt x="1265" y="185"/>
                </a:lnTo>
                <a:lnTo>
                  <a:pt x="1266" y="186"/>
                </a:lnTo>
                <a:lnTo>
                  <a:pt x="1266" y="187"/>
                </a:lnTo>
                <a:lnTo>
                  <a:pt x="1265" y="188"/>
                </a:lnTo>
                <a:lnTo>
                  <a:pt x="1264" y="190"/>
                </a:lnTo>
                <a:lnTo>
                  <a:pt x="1264" y="191"/>
                </a:lnTo>
                <a:lnTo>
                  <a:pt x="1263" y="191"/>
                </a:lnTo>
                <a:lnTo>
                  <a:pt x="1261" y="193"/>
                </a:lnTo>
                <a:lnTo>
                  <a:pt x="1260" y="193"/>
                </a:lnTo>
                <a:lnTo>
                  <a:pt x="1259" y="193"/>
                </a:lnTo>
                <a:lnTo>
                  <a:pt x="1259" y="195"/>
                </a:lnTo>
                <a:lnTo>
                  <a:pt x="1258" y="198"/>
                </a:lnTo>
                <a:lnTo>
                  <a:pt x="1258" y="199"/>
                </a:lnTo>
                <a:lnTo>
                  <a:pt x="1255" y="202"/>
                </a:lnTo>
                <a:lnTo>
                  <a:pt x="1254" y="203"/>
                </a:lnTo>
                <a:lnTo>
                  <a:pt x="1253" y="204"/>
                </a:lnTo>
                <a:lnTo>
                  <a:pt x="1252" y="205"/>
                </a:lnTo>
                <a:lnTo>
                  <a:pt x="1250" y="206"/>
                </a:lnTo>
                <a:lnTo>
                  <a:pt x="1246" y="205"/>
                </a:lnTo>
                <a:lnTo>
                  <a:pt x="1245" y="205"/>
                </a:lnTo>
                <a:lnTo>
                  <a:pt x="1244" y="207"/>
                </a:lnTo>
                <a:lnTo>
                  <a:pt x="1242" y="211"/>
                </a:lnTo>
                <a:lnTo>
                  <a:pt x="1242" y="212"/>
                </a:lnTo>
                <a:lnTo>
                  <a:pt x="1241" y="213"/>
                </a:lnTo>
                <a:lnTo>
                  <a:pt x="1241" y="214"/>
                </a:lnTo>
                <a:lnTo>
                  <a:pt x="1241" y="216"/>
                </a:lnTo>
                <a:lnTo>
                  <a:pt x="1239" y="218"/>
                </a:lnTo>
                <a:lnTo>
                  <a:pt x="1237" y="221"/>
                </a:lnTo>
                <a:lnTo>
                  <a:pt x="1236" y="221"/>
                </a:lnTo>
                <a:lnTo>
                  <a:pt x="1235" y="221"/>
                </a:lnTo>
                <a:lnTo>
                  <a:pt x="1235" y="222"/>
                </a:lnTo>
                <a:lnTo>
                  <a:pt x="1234" y="222"/>
                </a:lnTo>
                <a:lnTo>
                  <a:pt x="1233" y="222"/>
                </a:lnTo>
                <a:lnTo>
                  <a:pt x="1233" y="223"/>
                </a:lnTo>
                <a:lnTo>
                  <a:pt x="1232" y="224"/>
                </a:lnTo>
                <a:lnTo>
                  <a:pt x="1231" y="224"/>
                </a:lnTo>
                <a:lnTo>
                  <a:pt x="1231" y="225"/>
                </a:lnTo>
                <a:lnTo>
                  <a:pt x="1232" y="226"/>
                </a:lnTo>
                <a:lnTo>
                  <a:pt x="1232" y="227"/>
                </a:lnTo>
                <a:lnTo>
                  <a:pt x="1232" y="228"/>
                </a:lnTo>
                <a:lnTo>
                  <a:pt x="1233" y="228"/>
                </a:lnTo>
                <a:lnTo>
                  <a:pt x="1233" y="229"/>
                </a:lnTo>
                <a:lnTo>
                  <a:pt x="1232" y="229"/>
                </a:lnTo>
                <a:lnTo>
                  <a:pt x="1232" y="230"/>
                </a:lnTo>
                <a:lnTo>
                  <a:pt x="1233" y="231"/>
                </a:lnTo>
                <a:lnTo>
                  <a:pt x="1233" y="232"/>
                </a:lnTo>
                <a:lnTo>
                  <a:pt x="1234" y="233"/>
                </a:lnTo>
                <a:lnTo>
                  <a:pt x="1234" y="234"/>
                </a:lnTo>
                <a:lnTo>
                  <a:pt x="1234" y="238"/>
                </a:lnTo>
                <a:lnTo>
                  <a:pt x="1233" y="238"/>
                </a:lnTo>
                <a:lnTo>
                  <a:pt x="1232" y="239"/>
                </a:lnTo>
                <a:lnTo>
                  <a:pt x="1230" y="240"/>
                </a:lnTo>
                <a:lnTo>
                  <a:pt x="1227" y="242"/>
                </a:lnTo>
                <a:lnTo>
                  <a:pt x="1226" y="243"/>
                </a:lnTo>
                <a:lnTo>
                  <a:pt x="1224" y="244"/>
                </a:lnTo>
                <a:lnTo>
                  <a:pt x="1223" y="245"/>
                </a:lnTo>
                <a:lnTo>
                  <a:pt x="1221" y="246"/>
                </a:lnTo>
                <a:lnTo>
                  <a:pt x="1220" y="247"/>
                </a:lnTo>
                <a:lnTo>
                  <a:pt x="1219" y="247"/>
                </a:lnTo>
                <a:lnTo>
                  <a:pt x="1218" y="248"/>
                </a:lnTo>
                <a:lnTo>
                  <a:pt x="1217" y="248"/>
                </a:lnTo>
                <a:lnTo>
                  <a:pt x="1215" y="248"/>
                </a:lnTo>
                <a:lnTo>
                  <a:pt x="1214" y="249"/>
                </a:lnTo>
                <a:lnTo>
                  <a:pt x="1214" y="250"/>
                </a:lnTo>
                <a:lnTo>
                  <a:pt x="1214" y="252"/>
                </a:lnTo>
                <a:lnTo>
                  <a:pt x="1213" y="253"/>
                </a:lnTo>
                <a:lnTo>
                  <a:pt x="1212" y="256"/>
                </a:lnTo>
                <a:lnTo>
                  <a:pt x="1211" y="258"/>
                </a:lnTo>
                <a:lnTo>
                  <a:pt x="1210" y="261"/>
                </a:lnTo>
                <a:lnTo>
                  <a:pt x="1211" y="261"/>
                </a:lnTo>
                <a:lnTo>
                  <a:pt x="1211" y="262"/>
                </a:lnTo>
                <a:lnTo>
                  <a:pt x="1211" y="263"/>
                </a:lnTo>
                <a:lnTo>
                  <a:pt x="1210" y="264"/>
                </a:lnTo>
                <a:lnTo>
                  <a:pt x="1210" y="265"/>
                </a:lnTo>
                <a:lnTo>
                  <a:pt x="1208" y="267"/>
                </a:lnTo>
                <a:lnTo>
                  <a:pt x="1209" y="268"/>
                </a:lnTo>
                <a:lnTo>
                  <a:pt x="1209" y="269"/>
                </a:lnTo>
                <a:lnTo>
                  <a:pt x="1208" y="269"/>
                </a:lnTo>
                <a:lnTo>
                  <a:pt x="1207" y="271"/>
                </a:lnTo>
                <a:lnTo>
                  <a:pt x="1206" y="274"/>
                </a:lnTo>
                <a:lnTo>
                  <a:pt x="1206" y="275"/>
                </a:lnTo>
                <a:lnTo>
                  <a:pt x="1207" y="276"/>
                </a:lnTo>
                <a:lnTo>
                  <a:pt x="1207" y="277"/>
                </a:lnTo>
                <a:lnTo>
                  <a:pt x="1207" y="279"/>
                </a:lnTo>
                <a:lnTo>
                  <a:pt x="1207" y="280"/>
                </a:lnTo>
                <a:lnTo>
                  <a:pt x="1208" y="283"/>
                </a:lnTo>
                <a:lnTo>
                  <a:pt x="1209" y="283"/>
                </a:lnTo>
                <a:lnTo>
                  <a:pt x="1209" y="284"/>
                </a:lnTo>
                <a:lnTo>
                  <a:pt x="1210" y="284"/>
                </a:lnTo>
                <a:lnTo>
                  <a:pt x="1210" y="285"/>
                </a:lnTo>
                <a:lnTo>
                  <a:pt x="1211" y="285"/>
                </a:lnTo>
                <a:lnTo>
                  <a:pt x="1212" y="286"/>
                </a:lnTo>
                <a:lnTo>
                  <a:pt x="1211" y="288"/>
                </a:lnTo>
                <a:lnTo>
                  <a:pt x="1210" y="288"/>
                </a:lnTo>
                <a:lnTo>
                  <a:pt x="1211" y="290"/>
                </a:lnTo>
                <a:lnTo>
                  <a:pt x="1212" y="290"/>
                </a:lnTo>
                <a:lnTo>
                  <a:pt x="1213" y="290"/>
                </a:lnTo>
                <a:lnTo>
                  <a:pt x="1214" y="290"/>
                </a:lnTo>
                <a:lnTo>
                  <a:pt x="1214" y="291"/>
                </a:lnTo>
                <a:lnTo>
                  <a:pt x="1215" y="291"/>
                </a:lnTo>
                <a:lnTo>
                  <a:pt x="1215" y="292"/>
                </a:lnTo>
                <a:lnTo>
                  <a:pt x="1214" y="293"/>
                </a:lnTo>
                <a:lnTo>
                  <a:pt x="1214" y="294"/>
                </a:lnTo>
                <a:lnTo>
                  <a:pt x="1214" y="295"/>
                </a:lnTo>
                <a:lnTo>
                  <a:pt x="1214" y="296"/>
                </a:lnTo>
                <a:lnTo>
                  <a:pt x="1215" y="297"/>
                </a:lnTo>
                <a:lnTo>
                  <a:pt x="1214" y="299"/>
                </a:lnTo>
                <a:lnTo>
                  <a:pt x="1213" y="299"/>
                </a:lnTo>
                <a:lnTo>
                  <a:pt x="1213" y="300"/>
                </a:lnTo>
                <a:lnTo>
                  <a:pt x="1213" y="301"/>
                </a:lnTo>
                <a:lnTo>
                  <a:pt x="1214" y="300"/>
                </a:lnTo>
                <a:lnTo>
                  <a:pt x="1215" y="299"/>
                </a:lnTo>
                <a:lnTo>
                  <a:pt x="1216" y="298"/>
                </a:lnTo>
                <a:lnTo>
                  <a:pt x="1217" y="298"/>
                </a:lnTo>
                <a:lnTo>
                  <a:pt x="1217" y="299"/>
                </a:lnTo>
                <a:lnTo>
                  <a:pt x="1218" y="299"/>
                </a:lnTo>
                <a:lnTo>
                  <a:pt x="1219" y="299"/>
                </a:lnTo>
                <a:lnTo>
                  <a:pt x="1219" y="298"/>
                </a:lnTo>
                <a:lnTo>
                  <a:pt x="1220" y="298"/>
                </a:lnTo>
                <a:lnTo>
                  <a:pt x="1220" y="297"/>
                </a:lnTo>
                <a:lnTo>
                  <a:pt x="1221" y="297"/>
                </a:lnTo>
                <a:lnTo>
                  <a:pt x="1223" y="296"/>
                </a:lnTo>
                <a:lnTo>
                  <a:pt x="1223" y="297"/>
                </a:lnTo>
                <a:lnTo>
                  <a:pt x="1224" y="297"/>
                </a:lnTo>
                <a:lnTo>
                  <a:pt x="1225" y="297"/>
                </a:lnTo>
                <a:lnTo>
                  <a:pt x="1226" y="297"/>
                </a:lnTo>
                <a:lnTo>
                  <a:pt x="1230" y="295"/>
                </a:lnTo>
                <a:lnTo>
                  <a:pt x="1231" y="295"/>
                </a:lnTo>
                <a:lnTo>
                  <a:pt x="1232" y="294"/>
                </a:lnTo>
                <a:lnTo>
                  <a:pt x="1234" y="294"/>
                </a:lnTo>
                <a:lnTo>
                  <a:pt x="1235" y="294"/>
                </a:lnTo>
                <a:lnTo>
                  <a:pt x="1235" y="293"/>
                </a:lnTo>
                <a:lnTo>
                  <a:pt x="1235" y="292"/>
                </a:lnTo>
                <a:lnTo>
                  <a:pt x="1235" y="288"/>
                </a:lnTo>
                <a:lnTo>
                  <a:pt x="1234" y="288"/>
                </a:lnTo>
                <a:lnTo>
                  <a:pt x="1234" y="287"/>
                </a:lnTo>
                <a:lnTo>
                  <a:pt x="1235" y="286"/>
                </a:lnTo>
                <a:lnTo>
                  <a:pt x="1236" y="285"/>
                </a:lnTo>
                <a:lnTo>
                  <a:pt x="1236" y="284"/>
                </a:lnTo>
                <a:lnTo>
                  <a:pt x="1235" y="281"/>
                </a:lnTo>
                <a:lnTo>
                  <a:pt x="1235" y="280"/>
                </a:lnTo>
                <a:lnTo>
                  <a:pt x="1236" y="280"/>
                </a:lnTo>
                <a:lnTo>
                  <a:pt x="1236" y="279"/>
                </a:lnTo>
                <a:lnTo>
                  <a:pt x="1235" y="278"/>
                </a:lnTo>
                <a:lnTo>
                  <a:pt x="1235" y="276"/>
                </a:lnTo>
                <a:lnTo>
                  <a:pt x="1235" y="274"/>
                </a:lnTo>
                <a:lnTo>
                  <a:pt x="1237" y="273"/>
                </a:lnTo>
                <a:lnTo>
                  <a:pt x="1239" y="273"/>
                </a:lnTo>
                <a:lnTo>
                  <a:pt x="1240" y="273"/>
                </a:lnTo>
                <a:lnTo>
                  <a:pt x="1242" y="273"/>
                </a:lnTo>
                <a:lnTo>
                  <a:pt x="1242" y="272"/>
                </a:lnTo>
                <a:lnTo>
                  <a:pt x="1243" y="272"/>
                </a:lnTo>
                <a:lnTo>
                  <a:pt x="1243" y="271"/>
                </a:lnTo>
                <a:lnTo>
                  <a:pt x="1244" y="270"/>
                </a:lnTo>
                <a:lnTo>
                  <a:pt x="1247" y="268"/>
                </a:lnTo>
                <a:lnTo>
                  <a:pt x="1250" y="267"/>
                </a:lnTo>
                <a:lnTo>
                  <a:pt x="1252" y="267"/>
                </a:lnTo>
                <a:lnTo>
                  <a:pt x="1252" y="266"/>
                </a:lnTo>
                <a:lnTo>
                  <a:pt x="1253" y="266"/>
                </a:lnTo>
                <a:lnTo>
                  <a:pt x="1253" y="265"/>
                </a:lnTo>
                <a:lnTo>
                  <a:pt x="1253" y="263"/>
                </a:lnTo>
                <a:lnTo>
                  <a:pt x="1254" y="263"/>
                </a:lnTo>
                <a:lnTo>
                  <a:pt x="1256" y="260"/>
                </a:lnTo>
                <a:lnTo>
                  <a:pt x="1256" y="259"/>
                </a:lnTo>
                <a:lnTo>
                  <a:pt x="1256" y="258"/>
                </a:lnTo>
                <a:lnTo>
                  <a:pt x="1256" y="257"/>
                </a:lnTo>
                <a:lnTo>
                  <a:pt x="1257" y="257"/>
                </a:lnTo>
                <a:lnTo>
                  <a:pt x="1259" y="255"/>
                </a:lnTo>
                <a:lnTo>
                  <a:pt x="1260" y="255"/>
                </a:lnTo>
                <a:lnTo>
                  <a:pt x="1260" y="254"/>
                </a:lnTo>
                <a:lnTo>
                  <a:pt x="1262" y="254"/>
                </a:lnTo>
                <a:lnTo>
                  <a:pt x="1263" y="251"/>
                </a:lnTo>
                <a:lnTo>
                  <a:pt x="1263" y="250"/>
                </a:lnTo>
                <a:lnTo>
                  <a:pt x="1264" y="250"/>
                </a:lnTo>
                <a:lnTo>
                  <a:pt x="1265" y="250"/>
                </a:lnTo>
                <a:lnTo>
                  <a:pt x="1266" y="250"/>
                </a:lnTo>
                <a:lnTo>
                  <a:pt x="1267" y="250"/>
                </a:lnTo>
                <a:lnTo>
                  <a:pt x="1267" y="251"/>
                </a:lnTo>
                <a:lnTo>
                  <a:pt x="1267" y="252"/>
                </a:lnTo>
                <a:lnTo>
                  <a:pt x="1269" y="255"/>
                </a:lnTo>
                <a:lnTo>
                  <a:pt x="1270" y="255"/>
                </a:lnTo>
                <a:lnTo>
                  <a:pt x="1270" y="256"/>
                </a:lnTo>
                <a:lnTo>
                  <a:pt x="1273" y="257"/>
                </a:lnTo>
                <a:lnTo>
                  <a:pt x="1274" y="258"/>
                </a:lnTo>
                <a:lnTo>
                  <a:pt x="1277" y="259"/>
                </a:lnTo>
                <a:lnTo>
                  <a:pt x="1280" y="259"/>
                </a:lnTo>
                <a:lnTo>
                  <a:pt x="1281" y="258"/>
                </a:lnTo>
                <a:lnTo>
                  <a:pt x="1282" y="257"/>
                </a:lnTo>
                <a:lnTo>
                  <a:pt x="1283" y="257"/>
                </a:lnTo>
                <a:lnTo>
                  <a:pt x="1283" y="256"/>
                </a:lnTo>
                <a:lnTo>
                  <a:pt x="1284" y="255"/>
                </a:lnTo>
                <a:lnTo>
                  <a:pt x="1283" y="255"/>
                </a:lnTo>
                <a:lnTo>
                  <a:pt x="1283" y="254"/>
                </a:lnTo>
                <a:lnTo>
                  <a:pt x="1286" y="252"/>
                </a:lnTo>
                <a:lnTo>
                  <a:pt x="1287" y="252"/>
                </a:lnTo>
                <a:lnTo>
                  <a:pt x="1289" y="253"/>
                </a:lnTo>
                <a:lnTo>
                  <a:pt x="1289" y="254"/>
                </a:lnTo>
                <a:lnTo>
                  <a:pt x="1289" y="256"/>
                </a:lnTo>
                <a:lnTo>
                  <a:pt x="1290" y="257"/>
                </a:lnTo>
                <a:lnTo>
                  <a:pt x="1292" y="257"/>
                </a:lnTo>
                <a:lnTo>
                  <a:pt x="1293" y="257"/>
                </a:lnTo>
                <a:lnTo>
                  <a:pt x="1294" y="257"/>
                </a:lnTo>
                <a:lnTo>
                  <a:pt x="1293" y="261"/>
                </a:lnTo>
                <a:lnTo>
                  <a:pt x="1293" y="262"/>
                </a:lnTo>
                <a:lnTo>
                  <a:pt x="1293" y="263"/>
                </a:lnTo>
                <a:lnTo>
                  <a:pt x="1294" y="266"/>
                </a:lnTo>
                <a:lnTo>
                  <a:pt x="1293" y="267"/>
                </a:lnTo>
                <a:lnTo>
                  <a:pt x="1293" y="268"/>
                </a:lnTo>
                <a:lnTo>
                  <a:pt x="1293" y="269"/>
                </a:lnTo>
                <a:lnTo>
                  <a:pt x="1293" y="270"/>
                </a:lnTo>
                <a:lnTo>
                  <a:pt x="1293" y="271"/>
                </a:lnTo>
                <a:lnTo>
                  <a:pt x="1294" y="271"/>
                </a:lnTo>
                <a:lnTo>
                  <a:pt x="1297" y="272"/>
                </a:lnTo>
                <a:lnTo>
                  <a:pt x="1299" y="272"/>
                </a:lnTo>
                <a:lnTo>
                  <a:pt x="1300" y="271"/>
                </a:lnTo>
                <a:lnTo>
                  <a:pt x="1302" y="271"/>
                </a:lnTo>
                <a:lnTo>
                  <a:pt x="1302" y="272"/>
                </a:lnTo>
                <a:lnTo>
                  <a:pt x="1302" y="273"/>
                </a:lnTo>
                <a:lnTo>
                  <a:pt x="1302" y="276"/>
                </a:lnTo>
                <a:lnTo>
                  <a:pt x="1302" y="278"/>
                </a:lnTo>
                <a:lnTo>
                  <a:pt x="1301" y="279"/>
                </a:lnTo>
                <a:lnTo>
                  <a:pt x="1299" y="279"/>
                </a:lnTo>
                <a:lnTo>
                  <a:pt x="1298" y="280"/>
                </a:lnTo>
                <a:lnTo>
                  <a:pt x="1297" y="282"/>
                </a:lnTo>
                <a:lnTo>
                  <a:pt x="1296" y="285"/>
                </a:lnTo>
                <a:lnTo>
                  <a:pt x="1297" y="285"/>
                </a:lnTo>
                <a:lnTo>
                  <a:pt x="1298" y="285"/>
                </a:lnTo>
                <a:lnTo>
                  <a:pt x="1298" y="286"/>
                </a:lnTo>
                <a:lnTo>
                  <a:pt x="1298" y="287"/>
                </a:lnTo>
                <a:lnTo>
                  <a:pt x="1299" y="287"/>
                </a:lnTo>
                <a:lnTo>
                  <a:pt x="1299" y="288"/>
                </a:lnTo>
                <a:lnTo>
                  <a:pt x="1300" y="288"/>
                </a:lnTo>
                <a:lnTo>
                  <a:pt x="1302" y="289"/>
                </a:lnTo>
                <a:lnTo>
                  <a:pt x="1303" y="291"/>
                </a:lnTo>
                <a:lnTo>
                  <a:pt x="1303" y="292"/>
                </a:lnTo>
                <a:lnTo>
                  <a:pt x="1302" y="292"/>
                </a:lnTo>
                <a:lnTo>
                  <a:pt x="1302" y="293"/>
                </a:lnTo>
                <a:lnTo>
                  <a:pt x="1302" y="295"/>
                </a:lnTo>
                <a:lnTo>
                  <a:pt x="1301" y="298"/>
                </a:lnTo>
                <a:lnTo>
                  <a:pt x="1301" y="299"/>
                </a:lnTo>
                <a:lnTo>
                  <a:pt x="1302" y="300"/>
                </a:lnTo>
                <a:lnTo>
                  <a:pt x="1303" y="300"/>
                </a:lnTo>
                <a:lnTo>
                  <a:pt x="1303" y="301"/>
                </a:lnTo>
                <a:lnTo>
                  <a:pt x="1302" y="303"/>
                </a:lnTo>
                <a:lnTo>
                  <a:pt x="1302" y="307"/>
                </a:lnTo>
                <a:lnTo>
                  <a:pt x="1302" y="308"/>
                </a:lnTo>
                <a:lnTo>
                  <a:pt x="1303" y="311"/>
                </a:lnTo>
                <a:lnTo>
                  <a:pt x="1305" y="312"/>
                </a:lnTo>
                <a:lnTo>
                  <a:pt x="1306" y="313"/>
                </a:lnTo>
                <a:lnTo>
                  <a:pt x="1307" y="314"/>
                </a:lnTo>
                <a:lnTo>
                  <a:pt x="1308" y="315"/>
                </a:lnTo>
                <a:lnTo>
                  <a:pt x="1308" y="318"/>
                </a:lnTo>
                <a:lnTo>
                  <a:pt x="1308" y="321"/>
                </a:lnTo>
                <a:lnTo>
                  <a:pt x="1308" y="323"/>
                </a:lnTo>
                <a:lnTo>
                  <a:pt x="1307" y="324"/>
                </a:lnTo>
                <a:lnTo>
                  <a:pt x="1305" y="328"/>
                </a:lnTo>
                <a:lnTo>
                  <a:pt x="1304" y="329"/>
                </a:lnTo>
                <a:lnTo>
                  <a:pt x="1304" y="330"/>
                </a:lnTo>
                <a:lnTo>
                  <a:pt x="1305" y="330"/>
                </a:lnTo>
                <a:lnTo>
                  <a:pt x="1305" y="331"/>
                </a:lnTo>
                <a:lnTo>
                  <a:pt x="1305" y="333"/>
                </a:lnTo>
                <a:lnTo>
                  <a:pt x="1304" y="333"/>
                </a:lnTo>
                <a:lnTo>
                  <a:pt x="1303" y="333"/>
                </a:lnTo>
                <a:lnTo>
                  <a:pt x="1303" y="335"/>
                </a:lnTo>
                <a:lnTo>
                  <a:pt x="1303" y="336"/>
                </a:lnTo>
                <a:lnTo>
                  <a:pt x="1302" y="338"/>
                </a:lnTo>
                <a:lnTo>
                  <a:pt x="1301" y="339"/>
                </a:lnTo>
                <a:lnTo>
                  <a:pt x="1300" y="340"/>
                </a:lnTo>
                <a:lnTo>
                  <a:pt x="1299" y="342"/>
                </a:lnTo>
                <a:lnTo>
                  <a:pt x="1300" y="342"/>
                </a:lnTo>
                <a:lnTo>
                  <a:pt x="1301" y="343"/>
                </a:lnTo>
                <a:lnTo>
                  <a:pt x="1302" y="342"/>
                </a:lnTo>
                <a:lnTo>
                  <a:pt x="1303" y="342"/>
                </a:lnTo>
                <a:lnTo>
                  <a:pt x="1303" y="343"/>
                </a:lnTo>
                <a:lnTo>
                  <a:pt x="1303" y="344"/>
                </a:lnTo>
                <a:lnTo>
                  <a:pt x="1304" y="346"/>
                </a:lnTo>
                <a:lnTo>
                  <a:pt x="1307" y="345"/>
                </a:lnTo>
                <a:lnTo>
                  <a:pt x="1307" y="344"/>
                </a:lnTo>
                <a:lnTo>
                  <a:pt x="1308" y="344"/>
                </a:lnTo>
                <a:lnTo>
                  <a:pt x="1310" y="344"/>
                </a:lnTo>
                <a:lnTo>
                  <a:pt x="1311" y="344"/>
                </a:lnTo>
                <a:lnTo>
                  <a:pt x="1312" y="345"/>
                </a:lnTo>
                <a:lnTo>
                  <a:pt x="1313" y="345"/>
                </a:lnTo>
                <a:lnTo>
                  <a:pt x="1314" y="345"/>
                </a:lnTo>
                <a:lnTo>
                  <a:pt x="1316" y="347"/>
                </a:lnTo>
                <a:lnTo>
                  <a:pt x="1317" y="349"/>
                </a:lnTo>
                <a:lnTo>
                  <a:pt x="1317" y="350"/>
                </a:lnTo>
                <a:lnTo>
                  <a:pt x="1318" y="350"/>
                </a:lnTo>
                <a:lnTo>
                  <a:pt x="1320" y="349"/>
                </a:lnTo>
                <a:lnTo>
                  <a:pt x="1322" y="348"/>
                </a:lnTo>
                <a:lnTo>
                  <a:pt x="1323" y="348"/>
                </a:lnTo>
                <a:lnTo>
                  <a:pt x="1324" y="349"/>
                </a:lnTo>
                <a:lnTo>
                  <a:pt x="1325" y="350"/>
                </a:lnTo>
                <a:lnTo>
                  <a:pt x="1325" y="349"/>
                </a:lnTo>
                <a:lnTo>
                  <a:pt x="1326" y="349"/>
                </a:lnTo>
                <a:lnTo>
                  <a:pt x="1326" y="348"/>
                </a:lnTo>
                <a:lnTo>
                  <a:pt x="1327" y="348"/>
                </a:lnTo>
                <a:lnTo>
                  <a:pt x="1327" y="347"/>
                </a:lnTo>
                <a:lnTo>
                  <a:pt x="1328" y="343"/>
                </a:lnTo>
                <a:lnTo>
                  <a:pt x="1328" y="341"/>
                </a:lnTo>
                <a:lnTo>
                  <a:pt x="1329" y="340"/>
                </a:lnTo>
                <a:lnTo>
                  <a:pt x="1330" y="338"/>
                </a:lnTo>
                <a:lnTo>
                  <a:pt x="1330" y="337"/>
                </a:lnTo>
                <a:lnTo>
                  <a:pt x="1331" y="337"/>
                </a:lnTo>
                <a:lnTo>
                  <a:pt x="1332" y="338"/>
                </a:lnTo>
                <a:lnTo>
                  <a:pt x="1336" y="339"/>
                </a:lnTo>
                <a:lnTo>
                  <a:pt x="1338" y="339"/>
                </a:lnTo>
                <a:lnTo>
                  <a:pt x="1339" y="339"/>
                </a:lnTo>
                <a:lnTo>
                  <a:pt x="1339" y="338"/>
                </a:lnTo>
                <a:lnTo>
                  <a:pt x="1340" y="336"/>
                </a:lnTo>
                <a:lnTo>
                  <a:pt x="1340" y="335"/>
                </a:lnTo>
                <a:lnTo>
                  <a:pt x="1339" y="335"/>
                </a:lnTo>
                <a:lnTo>
                  <a:pt x="1339" y="334"/>
                </a:lnTo>
                <a:lnTo>
                  <a:pt x="1338" y="334"/>
                </a:lnTo>
                <a:lnTo>
                  <a:pt x="1338" y="332"/>
                </a:lnTo>
                <a:lnTo>
                  <a:pt x="1339" y="331"/>
                </a:lnTo>
                <a:lnTo>
                  <a:pt x="1340" y="330"/>
                </a:lnTo>
                <a:lnTo>
                  <a:pt x="1340" y="328"/>
                </a:lnTo>
                <a:lnTo>
                  <a:pt x="1341" y="327"/>
                </a:lnTo>
                <a:lnTo>
                  <a:pt x="1341" y="325"/>
                </a:lnTo>
                <a:lnTo>
                  <a:pt x="1342" y="324"/>
                </a:lnTo>
                <a:lnTo>
                  <a:pt x="1344" y="321"/>
                </a:lnTo>
                <a:lnTo>
                  <a:pt x="1344" y="320"/>
                </a:lnTo>
                <a:lnTo>
                  <a:pt x="1345" y="320"/>
                </a:lnTo>
                <a:lnTo>
                  <a:pt x="1347" y="318"/>
                </a:lnTo>
                <a:lnTo>
                  <a:pt x="1349" y="317"/>
                </a:lnTo>
                <a:lnTo>
                  <a:pt x="1350" y="317"/>
                </a:lnTo>
                <a:lnTo>
                  <a:pt x="1351" y="318"/>
                </a:lnTo>
                <a:lnTo>
                  <a:pt x="1352" y="318"/>
                </a:lnTo>
                <a:lnTo>
                  <a:pt x="1353" y="318"/>
                </a:lnTo>
                <a:lnTo>
                  <a:pt x="1354" y="319"/>
                </a:lnTo>
                <a:lnTo>
                  <a:pt x="1355" y="319"/>
                </a:lnTo>
                <a:lnTo>
                  <a:pt x="1356" y="319"/>
                </a:lnTo>
                <a:lnTo>
                  <a:pt x="1360" y="318"/>
                </a:lnTo>
                <a:lnTo>
                  <a:pt x="1361" y="317"/>
                </a:lnTo>
                <a:lnTo>
                  <a:pt x="1362" y="316"/>
                </a:lnTo>
                <a:lnTo>
                  <a:pt x="1364" y="315"/>
                </a:lnTo>
                <a:lnTo>
                  <a:pt x="1364" y="316"/>
                </a:lnTo>
                <a:lnTo>
                  <a:pt x="1365" y="316"/>
                </a:lnTo>
                <a:lnTo>
                  <a:pt x="1365" y="317"/>
                </a:lnTo>
                <a:lnTo>
                  <a:pt x="1368" y="319"/>
                </a:lnTo>
                <a:lnTo>
                  <a:pt x="1369" y="319"/>
                </a:lnTo>
                <a:lnTo>
                  <a:pt x="1370" y="319"/>
                </a:lnTo>
                <a:lnTo>
                  <a:pt x="1371" y="319"/>
                </a:lnTo>
                <a:lnTo>
                  <a:pt x="1371" y="318"/>
                </a:lnTo>
                <a:lnTo>
                  <a:pt x="1372" y="318"/>
                </a:lnTo>
                <a:lnTo>
                  <a:pt x="1374" y="318"/>
                </a:lnTo>
                <a:lnTo>
                  <a:pt x="1374" y="317"/>
                </a:lnTo>
                <a:lnTo>
                  <a:pt x="1376" y="317"/>
                </a:lnTo>
                <a:lnTo>
                  <a:pt x="1376" y="318"/>
                </a:lnTo>
                <a:lnTo>
                  <a:pt x="1380" y="318"/>
                </a:lnTo>
                <a:lnTo>
                  <a:pt x="1380" y="319"/>
                </a:lnTo>
                <a:lnTo>
                  <a:pt x="1380" y="320"/>
                </a:lnTo>
                <a:lnTo>
                  <a:pt x="1381" y="320"/>
                </a:lnTo>
                <a:lnTo>
                  <a:pt x="1381" y="321"/>
                </a:lnTo>
                <a:lnTo>
                  <a:pt x="1382" y="322"/>
                </a:lnTo>
                <a:lnTo>
                  <a:pt x="1384" y="321"/>
                </a:lnTo>
                <a:lnTo>
                  <a:pt x="1384" y="320"/>
                </a:lnTo>
                <a:lnTo>
                  <a:pt x="1384" y="319"/>
                </a:lnTo>
                <a:lnTo>
                  <a:pt x="1385" y="319"/>
                </a:lnTo>
                <a:lnTo>
                  <a:pt x="1386" y="319"/>
                </a:lnTo>
                <a:lnTo>
                  <a:pt x="1389" y="319"/>
                </a:lnTo>
                <a:lnTo>
                  <a:pt x="1390" y="320"/>
                </a:lnTo>
                <a:lnTo>
                  <a:pt x="1391" y="320"/>
                </a:lnTo>
                <a:lnTo>
                  <a:pt x="1392" y="320"/>
                </a:lnTo>
                <a:lnTo>
                  <a:pt x="1393" y="320"/>
                </a:lnTo>
                <a:lnTo>
                  <a:pt x="1394" y="319"/>
                </a:lnTo>
                <a:lnTo>
                  <a:pt x="1394" y="318"/>
                </a:lnTo>
                <a:lnTo>
                  <a:pt x="1395" y="318"/>
                </a:lnTo>
                <a:lnTo>
                  <a:pt x="1397" y="317"/>
                </a:lnTo>
                <a:lnTo>
                  <a:pt x="1397" y="318"/>
                </a:lnTo>
                <a:lnTo>
                  <a:pt x="1398" y="318"/>
                </a:lnTo>
                <a:lnTo>
                  <a:pt x="1397" y="318"/>
                </a:lnTo>
                <a:lnTo>
                  <a:pt x="1398" y="318"/>
                </a:lnTo>
                <a:lnTo>
                  <a:pt x="1400" y="319"/>
                </a:lnTo>
                <a:lnTo>
                  <a:pt x="1401" y="319"/>
                </a:lnTo>
                <a:lnTo>
                  <a:pt x="1404" y="320"/>
                </a:lnTo>
                <a:lnTo>
                  <a:pt x="1407" y="322"/>
                </a:lnTo>
                <a:lnTo>
                  <a:pt x="1409" y="323"/>
                </a:lnTo>
                <a:lnTo>
                  <a:pt x="1408" y="325"/>
                </a:lnTo>
                <a:lnTo>
                  <a:pt x="1407" y="326"/>
                </a:lnTo>
                <a:lnTo>
                  <a:pt x="1406" y="326"/>
                </a:lnTo>
                <a:lnTo>
                  <a:pt x="1406" y="325"/>
                </a:lnTo>
                <a:lnTo>
                  <a:pt x="1404" y="325"/>
                </a:lnTo>
                <a:lnTo>
                  <a:pt x="1403" y="326"/>
                </a:lnTo>
                <a:lnTo>
                  <a:pt x="1402" y="326"/>
                </a:lnTo>
                <a:lnTo>
                  <a:pt x="1402" y="327"/>
                </a:lnTo>
                <a:lnTo>
                  <a:pt x="1400" y="327"/>
                </a:lnTo>
                <a:lnTo>
                  <a:pt x="1399" y="327"/>
                </a:lnTo>
                <a:lnTo>
                  <a:pt x="1398" y="328"/>
                </a:lnTo>
                <a:lnTo>
                  <a:pt x="1397" y="328"/>
                </a:lnTo>
                <a:lnTo>
                  <a:pt x="1397" y="332"/>
                </a:lnTo>
                <a:lnTo>
                  <a:pt x="1397" y="333"/>
                </a:lnTo>
                <a:lnTo>
                  <a:pt x="1396" y="334"/>
                </a:lnTo>
                <a:lnTo>
                  <a:pt x="1395" y="334"/>
                </a:lnTo>
                <a:lnTo>
                  <a:pt x="1395" y="335"/>
                </a:lnTo>
                <a:lnTo>
                  <a:pt x="1394" y="336"/>
                </a:lnTo>
                <a:lnTo>
                  <a:pt x="1394" y="337"/>
                </a:lnTo>
                <a:lnTo>
                  <a:pt x="1395" y="338"/>
                </a:lnTo>
                <a:lnTo>
                  <a:pt x="1396" y="340"/>
                </a:lnTo>
                <a:lnTo>
                  <a:pt x="1397" y="342"/>
                </a:lnTo>
                <a:lnTo>
                  <a:pt x="1397" y="343"/>
                </a:lnTo>
                <a:lnTo>
                  <a:pt x="1396" y="344"/>
                </a:lnTo>
                <a:lnTo>
                  <a:pt x="1395" y="344"/>
                </a:lnTo>
                <a:lnTo>
                  <a:pt x="1394" y="344"/>
                </a:lnTo>
                <a:lnTo>
                  <a:pt x="1394" y="345"/>
                </a:lnTo>
                <a:lnTo>
                  <a:pt x="1393" y="347"/>
                </a:lnTo>
                <a:lnTo>
                  <a:pt x="1394" y="349"/>
                </a:lnTo>
                <a:lnTo>
                  <a:pt x="1395" y="350"/>
                </a:lnTo>
                <a:lnTo>
                  <a:pt x="1395" y="351"/>
                </a:lnTo>
                <a:lnTo>
                  <a:pt x="1395" y="352"/>
                </a:lnTo>
                <a:lnTo>
                  <a:pt x="1395" y="353"/>
                </a:lnTo>
                <a:lnTo>
                  <a:pt x="1395" y="354"/>
                </a:lnTo>
                <a:lnTo>
                  <a:pt x="1396" y="354"/>
                </a:lnTo>
                <a:lnTo>
                  <a:pt x="1397" y="354"/>
                </a:lnTo>
                <a:lnTo>
                  <a:pt x="1398" y="355"/>
                </a:lnTo>
                <a:lnTo>
                  <a:pt x="1399" y="356"/>
                </a:lnTo>
                <a:lnTo>
                  <a:pt x="1400" y="356"/>
                </a:lnTo>
                <a:lnTo>
                  <a:pt x="1401" y="357"/>
                </a:lnTo>
                <a:lnTo>
                  <a:pt x="1403" y="358"/>
                </a:lnTo>
                <a:lnTo>
                  <a:pt x="1403" y="359"/>
                </a:lnTo>
                <a:lnTo>
                  <a:pt x="1403" y="360"/>
                </a:lnTo>
                <a:lnTo>
                  <a:pt x="1403" y="361"/>
                </a:lnTo>
                <a:lnTo>
                  <a:pt x="1405" y="362"/>
                </a:lnTo>
                <a:lnTo>
                  <a:pt x="1406" y="362"/>
                </a:lnTo>
                <a:lnTo>
                  <a:pt x="1407" y="362"/>
                </a:lnTo>
                <a:lnTo>
                  <a:pt x="1409" y="365"/>
                </a:lnTo>
                <a:lnTo>
                  <a:pt x="1409" y="366"/>
                </a:lnTo>
                <a:lnTo>
                  <a:pt x="1409" y="368"/>
                </a:lnTo>
                <a:lnTo>
                  <a:pt x="1409" y="369"/>
                </a:lnTo>
                <a:lnTo>
                  <a:pt x="1409" y="370"/>
                </a:lnTo>
                <a:lnTo>
                  <a:pt x="1409" y="371"/>
                </a:lnTo>
                <a:lnTo>
                  <a:pt x="1410" y="372"/>
                </a:lnTo>
                <a:lnTo>
                  <a:pt x="1408" y="373"/>
                </a:lnTo>
                <a:lnTo>
                  <a:pt x="1407" y="374"/>
                </a:lnTo>
                <a:lnTo>
                  <a:pt x="1406" y="375"/>
                </a:lnTo>
                <a:lnTo>
                  <a:pt x="1406" y="376"/>
                </a:lnTo>
                <a:lnTo>
                  <a:pt x="1405" y="377"/>
                </a:lnTo>
                <a:lnTo>
                  <a:pt x="1405" y="378"/>
                </a:lnTo>
                <a:lnTo>
                  <a:pt x="1406" y="380"/>
                </a:lnTo>
                <a:lnTo>
                  <a:pt x="1407" y="381"/>
                </a:lnTo>
                <a:lnTo>
                  <a:pt x="1408" y="381"/>
                </a:lnTo>
                <a:lnTo>
                  <a:pt x="1408" y="382"/>
                </a:lnTo>
                <a:lnTo>
                  <a:pt x="1409" y="383"/>
                </a:lnTo>
                <a:lnTo>
                  <a:pt x="1410" y="383"/>
                </a:lnTo>
                <a:lnTo>
                  <a:pt x="1411" y="383"/>
                </a:lnTo>
                <a:lnTo>
                  <a:pt x="1412" y="383"/>
                </a:lnTo>
                <a:lnTo>
                  <a:pt x="1413" y="384"/>
                </a:lnTo>
                <a:lnTo>
                  <a:pt x="1415" y="386"/>
                </a:lnTo>
                <a:lnTo>
                  <a:pt x="1416" y="389"/>
                </a:lnTo>
                <a:lnTo>
                  <a:pt x="1417" y="390"/>
                </a:lnTo>
                <a:lnTo>
                  <a:pt x="1417" y="392"/>
                </a:lnTo>
                <a:lnTo>
                  <a:pt x="1417" y="393"/>
                </a:lnTo>
                <a:lnTo>
                  <a:pt x="1419" y="395"/>
                </a:lnTo>
                <a:lnTo>
                  <a:pt x="1419" y="394"/>
                </a:lnTo>
                <a:lnTo>
                  <a:pt x="1420" y="394"/>
                </a:lnTo>
                <a:lnTo>
                  <a:pt x="1421" y="394"/>
                </a:lnTo>
                <a:lnTo>
                  <a:pt x="1421" y="395"/>
                </a:lnTo>
                <a:lnTo>
                  <a:pt x="1421" y="398"/>
                </a:lnTo>
                <a:lnTo>
                  <a:pt x="1421" y="404"/>
                </a:lnTo>
                <a:lnTo>
                  <a:pt x="1421" y="405"/>
                </a:lnTo>
                <a:lnTo>
                  <a:pt x="1420" y="405"/>
                </a:lnTo>
                <a:lnTo>
                  <a:pt x="1420" y="406"/>
                </a:lnTo>
                <a:lnTo>
                  <a:pt x="1419" y="407"/>
                </a:lnTo>
                <a:lnTo>
                  <a:pt x="1419" y="408"/>
                </a:lnTo>
                <a:lnTo>
                  <a:pt x="1419" y="409"/>
                </a:lnTo>
                <a:lnTo>
                  <a:pt x="1418" y="409"/>
                </a:lnTo>
                <a:lnTo>
                  <a:pt x="1417" y="410"/>
                </a:lnTo>
                <a:lnTo>
                  <a:pt x="1416" y="411"/>
                </a:lnTo>
                <a:lnTo>
                  <a:pt x="1417" y="411"/>
                </a:lnTo>
                <a:lnTo>
                  <a:pt x="1417" y="412"/>
                </a:lnTo>
                <a:lnTo>
                  <a:pt x="1416" y="413"/>
                </a:lnTo>
                <a:lnTo>
                  <a:pt x="1416" y="414"/>
                </a:lnTo>
                <a:lnTo>
                  <a:pt x="1415" y="413"/>
                </a:lnTo>
                <a:lnTo>
                  <a:pt x="1414" y="414"/>
                </a:lnTo>
                <a:lnTo>
                  <a:pt x="1413" y="415"/>
                </a:lnTo>
                <a:lnTo>
                  <a:pt x="1413" y="416"/>
                </a:lnTo>
                <a:lnTo>
                  <a:pt x="1412" y="416"/>
                </a:lnTo>
                <a:lnTo>
                  <a:pt x="1412" y="417"/>
                </a:lnTo>
                <a:lnTo>
                  <a:pt x="1411" y="417"/>
                </a:lnTo>
                <a:lnTo>
                  <a:pt x="1410" y="417"/>
                </a:lnTo>
                <a:lnTo>
                  <a:pt x="1410" y="418"/>
                </a:lnTo>
                <a:lnTo>
                  <a:pt x="1409" y="419"/>
                </a:lnTo>
                <a:lnTo>
                  <a:pt x="1409" y="420"/>
                </a:lnTo>
                <a:lnTo>
                  <a:pt x="1410" y="421"/>
                </a:lnTo>
                <a:lnTo>
                  <a:pt x="1409" y="422"/>
                </a:lnTo>
                <a:lnTo>
                  <a:pt x="1408" y="422"/>
                </a:lnTo>
                <a:lnTo>
                  <a:pt x="1407" y="422"/>
                </a:lnTo>
                <a:lnTo>
                  <a:pt x="1406" y="421"/>
                </a:lnTo>
                <a:lnTo>
                  <a:pt x="1405" y="421"/>
                </a:lnTo>
                <a:lnTo>
                  <a:pt x="1405" y="420"/>
                </a:lnTo>
                <a:lnTo>
                  <a:pt x="1404" y="421"/>
                </a:lnTo>
                <a:lnTo>
                  <a:pt x="1403" y="421"/>
                </a:lnTo>
                <a:lnTo>
                  <a:pt x="1403" y="422"/>
                </a:lnTo>
                <a:lnTo>
                  <a:pt x="1403" y="423"/>
                </a:lnTo>
                <a:lnTo>
                  <a:pt x="1403" y="424"/>
                </a:lnTo>
                <a:lnTo>
                  <a:pt x="1402" y="425"/>
                </a:lnTo>
                <a:lnTo>
                  <a:pt x="1401" y="425"/>
                </a:lnTo>
                <a:lnTo>
                  <a:pt x="1401" y="427"/>
                </a:lnTo>
                <a:lnTo>
                  <a:pt x="1401" y="428"/>
                </a:lnTo>
                <a:lnTo>
                  <a:pt x="1400" y="428"/>
                </a:lnTo>
                <a:lnTo>
                  <a:pt x="1399" y="427"/>
                </a:lnTo>
                <a:lnTo>
                  <a:pt x="1398" y="427"/>
                </a:lnTo>
                <a:lnTo>
                  <a:pt x="1397" y="427"/>
                </a:lnTo>
                <a:lnTo>
                  <a:pt x="1397" y="428"/>
                </a:lnTo>
                <a:lnTo>
                  <a:pt x="1396" y="430"/>
                </a:lnTo>
                <a:lnTo>
                  <a:pt x="1393" y="430"/>
                </a:lnTo>
                <a:lnTo>
                  <a:pt x="1392" y="430"/>
                </a:lnTo>
                <a:lnTo>
                  <a:pt x="1391" y="430"/>
                </a:lnTo>
                <a:lnTo>
                  <a:pt x="1391" y="429"/>
                </a:lnTo>
                <a:lnTo>
                  <a:pt x="1390" y="429"/>
                </a:lnTo>
                <a:lnTo>
                  <a:pt x="1389" y="429"/>
                </a:lnTo>
                <a:lnTo>
                  <a:pt x="1389" y="430"/>
                </a:lnTo>
                <a:lnTo>
                  <a:pt x="1389" y="432"/>
                </a:lnTo>
                <a:lnTo>
                  <a:pt x="1389" y="435"/>
                </a:lnTo>
                <a:lnTo>
                  <a:pt x="1388" y="438"/>
                </a:lnTo>
                <a:lnTo>
                  <a:pt x="1388" y="439"/>
                </a:lnTo>
                <a:lnTo>
                  <a:pt x="1389" y="440"/>
                </a:lnTo>
                <a:lnTo>
                  <a:pt x="1390" y="441"/>
                </a:lnTo>
                <a:lnTo>
                  <a:pt x="1391" y="441"/>
                </a:lnTo>
                <a:lnTo>
                  <a:pt x="1391" y="442"/>
                </a:lnTo>
                <a:lnTo>
                  <a:pt x="1392" y="442"/>
                </a:lnTo>
                <a:lnTo>
                  <a:pt x="1392" y="443"/>
                </a:lnTo>
                <a:lnTo>
                  <a:pt x="1391" y="448"/>
                </a:lnTo>
                <a:lnTo>
                  <a:pt x="1391" y="450"/>
                </a:lnTo>
                <a:lnTo>
                  <a:pt x="1391" y="453"/>
                </a:lnTo>
                <a:lnTo>
                  <a:pt x="1392" y="455"/>
                </a:lnTo>
                <a:lnTo>
                  <a:pt x="1392" y="456"/>
                </a:lnTo>
                <a:lnTo>
                  <a:pt x="1394" y="460"/>
                </a:lnTo>
                <a:lnTo>
                  <a:pt x="1396" y="461"/>
                </a:lnTo>
                <a:lnTo>
                  <a:pt x="1397" y="465"/>
                </a:lnTo>
                <a:lnTo>
                  <a:pt x="1398" y="466"/>
                </a:lnTo>
                <a:lnTo>
                  <a:pt x="1399" y="467"/>
                </a:lnTo>
                <a:lnTo>
                  <a:pt x="1400" y="467"/>
                </a:lnTo>
                <a:lnTo>
                  <a:pt x="1400" y="468"/>
                </a:lnTo>
                <a:lnTo>
                  <a:pt x="1401" y="471"/>
                </a:lnTo>
                <a:lnTo>
                  <a:pt x="1400" y="471"/>
                </a:lnTo>
                <a:lnTo>
                  <a:pt x="1400" y="472"/>
                </a:lnTo>
                <a:lnTo>
                  <a:pt x="1401" y="474"/>
                </a:lnTo>
                <a:lnTo>
                  <a:pt x="1402" y="475"/>
                </a:lnTo>
                <a:lnTo>
                  <a:pt x="1403" y="475"/>
                </a:lnTo>
                <a:lnTo>
                  <a:pt x="1403" y="476"/>
                </a:lnTo>
                <a:lnTo>
                  <a:pt x="1404" y="476"/>
                </a:lnTo>
                <a:lnTo>
                  <a:pt x="1404" y="477"/>
                </a:lnTo>
                <a:lnTo>
                  <a:pt x="1405" y="478"/>
                </a:lnTo>
                <a:lnTo>
                  <a:pt x="1404" y="478"/>
                </a:lnTo>
                <a:lnTo>
                  <a:pt x="1404" y="479"/>
                </a:lnTo>
                <a:lnTo>
                  <a:pt x="1403" y="479"/>
                </a:lnTo>
                <a:lnTo>
                  <a:pt x="1403" y="480"/>
                </a:lnTo>
                <a:lnTo>
                  <a:pt x="1401" y="481"/>
                </a:lnTo>
                <a:lnTo>
                  <a:pt x="1401" y="482"/>
                </a:lnTo>
                <a:lnTo>
                  <a:pt x="1401" y="483"/>
                </a:lnTo>
                <a:lnTo>
                  <a:pt x="1401" y="484"/>
                </a:lnTo>
                <a:lnTo>
                  <a:pt x="1399" y="486"/>
                </a:lnTo>
                <a:lnTo>
                  <a:pt x="1398" y="486"/>
                </a:lnTo>
                <a:lnTo>
                  <a:pt x="1397" y="486"/>
                </a:lnTo>
                <a:lnTo>
                  <a:pt x="1395" y="487"/>
                </a:lnTo>
                <a:lnTo>
                  <a:pt x="1393" y="488"/>
                </a:lnTo>
                <a:lnTo>
                  <a:pt x="1392" y="488"/>
                </a:lnTo>
                <a:lnTo>
                  <a:pt x="1392" y="487"/>
                </a:lnTo>
                <a:lnTo>
                  <a:pt x="1391" y="487"/>
                </a:lnTo>
                <a:lnTo>
                  <a:pt x="1391" y="486"/>
                </a:lnTo>
                <a:lnTo>
                  <a:pt x="1389" y="486"/>
                </a:lnTo>
                <a:lnTo>
                  <a:pt x="1388" y="487"/>
                </a:lnTo>
                <a:lnTo>
                  <a:pt x="1388" y="488"/>
                </a:lnTo>
                <a:lnTo>
                  <a:pt x="1388" y="489"/>
                </a:lnTo>
                <a:lnTo>
                  <a:pt x="1389" y="490"/>
                </a:lnTo>
                <a:lnTo>
                  <a:pt x="1390" y="491"/>
                </a:lnTo>
                <a:lnTo>
                  <a:pt x="1390" y="492"/>
                </a:lnTo>
                <a:lnTo>
                  <a:pt x="1389" y="493"/>
                </a:lnTo>
                <a:lnTo>
                  <a:pt x="1389" y="494"/>
                </a:lnTo>
                <a:lnTo>
                  <a:pt x="1388" y="495"/>
                </a:lnTo>
                <a:lnTo>
                  <a:pt x="1386" y="494"/>
                </a:lnTo>
                <a:lnTo>
                  <a:pt x="1384" y="494"/>
                </a:lnTo>
                <a:lnTo>
                  <a:pt x="1383" y="494"/>
                </a:lnTo>
                <a:lnTo>
                  <a:pt x="1383" y="495"/>
                </a:lnTo>
                <a:lnTo>
                  <a:pt x="1382" y="499"/>
                </a:lnTo>
                <a:lnTo>
                  <a:pt x="1382" y="501"/>
                </a:lnTo>
                <a:lnTo>
                  <a:pt x="1383" y="502"/>
                </a:lnTo>
                <a:lnTo>
                  <a:pt x="1383" y="501"/>
                </a:lnTo>
                <a:lnTo>
                  <a:pt x="1384" y="502"/>
                </a:lnTo>
                <a:lnTo>
                  <a:pt x="1384" y="503"/>
                </a:lnTo>
                <a:lnTo>
                  <a:pt x="1384" y="505"/>
                </a:lnTo>
                <a:lnTo>
                  <a:pt x="1384" y="507"/>
                </a:lnTo>
                <a:lnTo>
                  <a:pt x="1385" y="509"/>
                </a:lnTo>
                <a:lnTo>
                  <a:pt x="1385" y="510"/>
                </a:lnTo>
                <a:lnTo>
                  <a:pt x="1384" y="511"/>
                </a:lnTo>
                <a:lnTo>
                  <a:pt x="1383" y="511"/>
                </a:lnTo>
                <a:lnTo>
                  <a:pt x="1382" y="513"/>
                </a:lnTo>
                <a:lnTo>
                  <a:pt x="1382" y="514"/>
                </a:lnTo>
                <a:lnTo>
                  <a:pt x="1383" y="514"/>
                </a:lnTo>
                <a:lnTo>
                  <a:pt x="1383" y="515"/>
                </a:lnTo>
                <a:lnTo>
                  <a:pt x="1382" y="516"/>
                </a:lnTo>
                <a:lnTo>
                  <a:pt x="1382" y="515"/>
                </a:lnTo>
                <a:lnTo>
                  <a:pt x="1382" y="514"/>
                </a:lnTo>
                <a:lnTo>
                  <a:pt x="1381" y="514"/>
                </a:lnTo>
                <a:lnTo>
                  <a:pt x="1380" y="514"/>
                </a:lnTo>
                <a:lnTo>
                  <a:pt x="1379" y="514"/>
                </a:lnTo>
                <a:lnTo>
                  <a:pt x="1379" y="515"/>
                </a:lnTo>
                <a:lnTo>
                  <a:pt x="1375" y="515"/>
                </a:lnTo>
                <a:lnTo>
                  <a:pt x="1373" y="515"/>
                </a:lnTo>
                <a:lnTo>
                  <a:pt x="1372" y="515"/>
                </a:lnTo>
                <a:lnTo>
                  <a:pt x="1371" y="515"/>
                </a:lnTo>
                <a:lnTo>
                  <a:pt x="1371" y="514"/>
                </a:lnTo>
                <a:lnTo>
                  <a:pt x="1370" y="514"/>
                </a:lnTo>
                <a:lnTo>
                  <a:pt x="1368" y="513"/>
                </a:lnTo>
                <a:lnTo>
                  <a:pt x="1368" y="514"/>
                </a:lnTo>
                <a:lnTo>
                  <a:pt x="1366" y="513"/>
                </a:lnTo>
                <a:lnTo>
                  <a:pt x="1365" y="512"/>
                </a:lnTo>
                <a:lnTo>
                  <a:pt x="1364" y="511"/>
                </a:lnTo>
                <a:lnTo>
                  <a:pt x="1364" y="510"/>
                </a:lnTo>
                <a:lnTo>
                  <a:pt x="1362" y="510"/>
                </a:lnTo>
                <a:lnTo>
                  <a:pt x="1361" y="511"/>
                </a:lnTo>
                <a:lnTo>
                  <a:pt x="1360" y="512"/>
                </a:lnTo>
                <a:lnTo>
                  <a:pt x="1360" y="513"/>
                </a:lnTo>
                <a:lnTo>
                  <a:pt x="1361" y="513"/>
                </a:lnTo>
                <a:lnTo>
                  <a:pt x="1360" y="515"/>
                </a:lnTo>
                <a:lnTo>
                  <a:pt x="1359" y="514"/>
                </a:lnTo>
                <a:lnTo>
                  <a:pt x="1358" y="514"/>
                </a:lnTo>
                <a:lnTo>
                  <a:pt x="1357" y="514"/>
                </a:lnTo>
                <a:lnTo>
                  <a:pt x="1357" y="513"/>
                </a:lnTo>
                <a:lnTo>
                  <a:pt x="1356" y="513"/>
                </a:lnTo>
                <a:lnTo>
                  <a:pt x="1355" y="512"/>
                </a:lnTo>
                <a:lnTo>
                  <a:pt x="1353" y="512"/>
                </a:lnTo>
                <a:lnTo>
                  <a:pt x="1353" y="513"/>
                </a:lnTo>
                <a:lnTo>
                  <a:pt x="1353" y="514"/>
                </a:lnTo>
                <a:lnTo>
                  <a:pt x="1352" y="517"/>
                </a:lnTo>
                <a:lnTo>
                  <a:pt x="1350" y="521"/>
                </a:lnTo>
                <a:lnTo>
                  <a:pt x="1349" y="521"/>
                </a:lnTo>
                <a:lnTo>
                  <a:pt x="1348" y="521"/>
                </a:lnTo>
                <a:lnTo>
                  <a:pt x="1349" y="522"/>
                </a:lnTo>
                <a:lnTo>
                  <a:pt x="1349" y="525"/>
                </a:lnTo>
                <a:lnTo>
                  <a:pt x="1349" y="526"/>
                </a:lnTo>
                <a:lnTo>
                  <a:pt x="1349" y="530"/>
                </a:lnTo>
                <a:lnTo>
                  <a:pt x="1349" y="531"/>
                </a:lnTo>
                <a:lnTo>
                  <a:pt x="1348" y="532"/>
                </a:lnTo>
                <a:lnTo>
                  <a:pt x="1347" y="533"/>
                </a:lnTo>
                <a:lnTo>
                  <a:pt x="1348" y="534"/>
                </a:lnTo>
                <a:lnTo>
                  <a:pt x="1349" y="535"/>
                </a:lnTo>
                <a:lnTo>
                  <a:pt x="1350" y="535"/>
                </a:lnTo>
                <a:lnTo>
                  <a:pt x="1352" y="536"/>
                </a:lnTo>
                <a:lnTo>
                  <a:pt x="1353" y="535"/>
                </a:lnTo>
                <a:lnTo>
                  <a:pt x="1354" y="535"/>
                </a:lnTo>
                <a:lnTo>
                  <a:pt x="1356" y="535"/>
                </a:lnTo>
                <a:lnTo>
                  <a:pt x="1357" y="535"/>
                </a:lnTo>
                <a:lnTo>
                  <a:pt x="1357" y="539"/>
                </a:lnTo>
                <a:lnTo>
                  <a:pt x="1356" y="539"/>
                </a:lnTo>
                <a:lnTo>
                  <a:pt x="1355" y="540"/>
                </a:lnTo>
                <a:lnTo>
                  <a:pt x="1353" y="540"/>
                </a:lnTo>
                <a:lnTo>
                  <a:pt x="1352" y="540"/>
                </a:lnTo>
                <a:lnTo>
                  <a:pt x="1352" y="541"/>
                </a:lnTo>
                <a:lnTo>
                  <a:pt x="1352" y="543"/>
                </a:lnTo>
                <a:lnTo>
                  <a:pt x="1352" y="544"/>
                </a:lnTo>
                <a:lnTo>
                  <a:pt x="1351" y="544"/>
                </a:lnTo>
                <a:lnTo>
                  <a:pt x="1350" y="544"/>
                </a:lnTo>
                <a:lnTo>
                  <a:pt x="1349" y="544"/>
                </a:lnTo>
                <a:lnTo>
                  <a:pt x="1348" y="546"/>
                </a:lnTo>
                <a:lnTo>
                  <a:pt x="1348" y="548"/>
                </a:lnTo>
                <a:lnTo>
                  <a:pt x="1348" y="550"/>
                </a:lnTo>
                <a:lnTo>
                  <a:pt x="1348" y="552"/>
                </a:lnTo>
                <a:lnTo>
                  <a:pt x="1347" y="552"/>
                </a:lnTo>
                <a:lnTo>
                  <a:pt x="1346" y="552"/>
                </a:lnTo>
                <a:lnTo>
                  <a:pt x="1344" y="551"/>
                </a:lnTo>
                <a:lnTo>
                  <a:pt x="1341" y="551"/>
                </a:lnTo>
                <a:lnTo>
                  <a:pt x="1341" y="552"/>
                </a:lnTo>
                <a:lnTo>
                  <a:pt x="1340" y="552"/>
                </a:lnTo>
                <a:lnTo>
                  <a:pt x="1340" y="553"/>
                </a:lnTo>
                <a:lnTo>
                  <a:pt x="1339" y="553"/>
                </a:lnTo>
                <a:lnTo>
                  <a:pt x="1339" y="554"/>
                </a:lnTo>
                <a:lnTo>
                  <a:pt x="1337" y="554"/>
                </a:lnTo>
                <a:lnTo>
                  <a:pt x="1337" y="553"/>
                </a:lnTo>
                <a:lnTo>
                  <a:pt x="1338" y="553"/>
                </a:lnTo>
                <a:lnTo>
                  <a:pt x="1337" y="552"/>
                </a:lnTo>
                <a:lnTo>
                  <a:pt x="1336" y="552"/>
                </a:lnTo>
                <a:lnTo>
                  <a:pt x="1334" y="554"/>
                </a:lnTo>
                <a:lnTo>
                  <a:pt x="1333" y="555"/>
                </a:lnTo>
                <a:lnTo>
                  <a:pt x="1330" y="556"/>
                </a:lnTo>
                <a:lnTo>
                  <a:pt x="1328" y="555"/>
                </a:lnTo>
                <a:lnTo>
                  <a:pt x="1327" y="555"/>
                </a:lnTo>
                <a:lnTo>
                  <a:pt x="1325" y="556"/>
                </a:lnTo>
                <a:lnTo>
                  <a:pt x="1324" y="556"/>
                </a:lnTo>
                <a:lnTo>
                  <a:pt x="1324" y="561"/>
                </a:lnTo>
                <a:lnTo>
                  <a:pt x="1325" y="563"/>
                </a:lnTo>
                <a:lnTo>
                  <a:pt x="1325" y="564"/>
                </a:lnTo>
                <a:lnTo>
                  <a:pt x="1326" y="568"/>
                </a:lnTo>
                <a:lnTo>
                  <a:pt x="1326" y="569"/>
                </a:lnTo>
                <a:lnTo>
                  <a:pt x="1325" y="569"/>
                </a:lnTo>
                <a:lnTo>
                  <a:pt x="1324" y="570"/>
                </a:lnTo>
                <a:lnTo>
                  <a:pt x="1324" y="571"/>
                </a:lnTo>
                <a:lnTo>
                  <a:pt x="1323" y="573"/>
                </a:lnTo>
                <a:lnTo>
                  <a:pt x="1324" y="574"/>
                </a:lnTo>
                <a:lnTo>
                  <a:pt x="1323" y="576"/>
                </a:lnTo>
                <a:lnTo>
                  <a:pt x="1323" y="577"/>
                </a:lnTo>
                <a:lnTo>
                  <a:pt x="1322" y="578"/>
                </a:lnTo>
                <a:lnTo>
                  <a:pt x="1322" y="579"/>
                </a:lnTo>
                <a:lnTo>
                  <a:pt x="1321" y="580"/>
                </a:lnTo>
                <a:lnTo>
                  <a:pt x="1321" y="581"/>
                </a:lnTo>
                <a:lnTo>
                  <a:pt x="1321" y="582"/>
                </a:lnTo>
                <a:lnTo>
                  <a:pt x="1320" y="582"/>
                </a:lnTo>
                <a:lnTo>
                  <a:pt x="1318" y="584"/>
                </a:lnTo>
                <a:lnTo>
                  <a:pt x="1317" y="586"/>
                </a:lnTo>
                <a:lnTo>
                  <a:pt x="1316" y="586"/>
                </a:lnTo>
                <a:lnTo>
                  <a:pt x="1315" y="587"/>
                </a:lnTo>
                <a:lnTo>
                  <a:pt x="1315" y="588"/>
                </a:lnTo>
                <a:lnTo>
                  <a:pt x="1315" y="589"/>
                </a:lnTo>
                <a:lnTo>
                  <a:pt x="1314" y="589"/>
                </a:lnTo>
                <a:lnTo>
                  <a:pt x="1313" y="589"/>
                </a:lnTo>
                <a:lnTo>
                  <a:pt x="1312" y="589"/>
                </a:lnTo>
                <a:lnTo>
                  <a:pt x="1311" y="589"/>
                </a:lnTo>
                <a:lnTo>
                  <a:pt x="1310" y="589"/>
                </a:lnTo>
                <a:lnTo>
                  <a:pt x="1309" y="590"/>
                </a:lnTo>
                <a:lnTo>
                  <a:pt x="1310" y="591"/>
                </a:lnTo>
                <a:lnTo>
                  <a:pt x="1309" y="592"/>
                </a:lnTo>
                <a:lnTo>
                  <a:pt x="1309" y="593"/>
                </a:lnTo>
                <a:lnTo>
                  <a:pt x="1309" y="594"/>
                </a:lnTo>
                <a:lnTo>
                  <a:pt x="1309" y="595"/>
                </a:lnTo>
                <a:lnTo>
                  <a:pt x="1309" y="597"/>
                </a:lnTo>
                <a:lnTo>
                  <a:pt x="1309" y="600"/>
                </a:lnTo>
                <a:lnTo>
                  <a:pt x="1308" y="601"/>
                </a:lnTo>
                <a:lnTo>
                  <a:pt x="1308" y="603"/>
                </a:lnTo>
                <a:lnTo>
                  <a:pt x="1307" y="603"/>
                </a:lnTo>
                <a:lnTo>
                  <a:pt x="1308" y="603"/>
                </a:lnTo>
                <a:lnTo>
                  <a:pt x="1308" y="604"/>
                </a:lnTo>
                <a:lnTo>
                  <a:pt x="1309" y="604"/>
                </a:lnTo>
                <a:lnTo>
                  <a:pt x="1309" y="605"/>
                </a:lnTo>
                <a:lnTo>
                  <a:pt x="1309" y="606"/>
                </a:lnTo>
                <a:lnTo>
                  <a:pt x="1309" y="607"/>
                </a:lnTo>
                <a:lnTo>
                  <a:pt x="1309" y="608"/>
                </a:lnTo>
                <a:lnTo>
                  <a:pt x="1308" y="608"/>
                </a:lnTo>
                <a:lnTo>
                  <a:pt x="1307" y="609"/>
                </a:lnTo>
                <a:lnTo>
                  <a:pt x="1307" y="610"/>
                </a:lnTo>
                <a:lnTo>
                  <a:pt x="1307" y="611"/>
                </a:lnTo>
                <a:lnTo>
                  <a:pt x="1307" y="612"/>
                </a:lnTo>
                <a:lnTo>
                  <a:pt x="1306" y="613"/>
                </a:lnTo>
                <a:lnTo>
                  <a:pt x="1305" y="613"/>
                </a:lnTo>
                <a:lnTo>
                  <a:pt x="1305" y="615"/>
                </a:lnTo>
                <a:lnTo>
                  <a:pt x="1304" y="618"/>
                </a:lnTo>
                <a:lnTo>
                  <a:pt x="1305" y="619"/>
                </a:lnTo>
                <a:lnTo>
                  <a:pt x="1306" y="619"/>
                </a:lnTo>
                <a:lnTo>
                  <a:pt x="1306" y="620"/>
                </a:lnTo>
                <a:lnTo>
                  <a:pt x="1307" y="620"/>
                </a:lnTo>
                <a:lnTo>
                  <a:pt x="1308" y="620"/>
                </a:lnTo>
                <a:lnTo>
                  <a:pt x="1308" y="621"/>
                </a:lnTo>
                <a:lnTo>
                  <a:pt x="1308" y="622"/>
                </a:lnTo>
                <a:lnTo>
                  <a:pt x="1307" y="623"/>
                </a:lnTo>
                <a:lnTo>
                  <a:pt x="1305" y="625"/>
                </a:lnTo>
                <a:lnTo>
                  <a:pt x="1304" y="626"/>
                </a:lnTo>
                <a:lnTo>
                  <a:pt x="1303" y="626"/>
                </a:lnTo>
                <a:lnTo>
                  <a:pt x="1303" y="627"/>
                </a:lnTo>
                <a:lnTo>
                  <a:pt x="1303" y="628"/>
                </a:lnTo>
                <a:lnTo>
                  <a:pt x="1303" y="629"/>
                </a:lnTo>
                <a:lnTo>
                  <a:pt x="1303" y="630"/>
                </a:lnTo>
                <a:lnTo>
                  <a:pt x="1304" y="630"/>
                </a:lnTo>
                <a:lnTo>
                  <a:pt x="1305" y="629"/>
                </a:lnTo>
                <a:lnTo>
                  <a:pt x="1306" y="630"/>
                </a:lnTo>
                <a:lnTo>
                  <a:pt x="1307" y="630"/>
                </a:lnTo>
                <a:lnTo>
                  <a:pt x="1307" y="631"/>
                </a:lnTo>
                <a:lnTo>
                  <a:pt x="1307" y="632"/>
                </a:lnTo>
                <a:lnTo>
                  <a:pt x="1307" y="634"/>
                </a:lnTo>
                <a:lnTo>
                  <a:pt x="1307" y="635"/>
                </a:lnTo>
                <a:lnTo>
                  <a:pt x="1306" y="635"/>
                </a:lnTo>
                <a:lnTo>
                  <a:pt x="1307" y="637"/>
                </a:lnTo>
                <a:lnTo>
                  <a:pt x="1308" y="638"/>
                </a:lnTo>
                <a:lnTo>
                  <a:pt x="1309" y="639"/>
                </a:lnTo>
                <a:lnTo>
                  <a:pt x="1309" y="640"/>
                </a:lnTo>
                <a:lnTo>
                  <a:pt x="1310" y="641"/>
                </a:lnTo>
                <a:lnTo>
                  <a:pt x="1311" y="641"/>
                </a:lnTo>
                <a:lnTo>
                  <a:pt x="1311" y="642"/>
                </a:lnTo>
                <a:lnTo>
                  <a:pt x="1310" y="643"/>
                </a:lnTo>
                <a:lnTo>
                  <a:pt x="1310" y="646"/>
                </a:lnTo>
                <a:lnTo>
                  <a:pt x="1311" y="647"/>
                </a:lnTo>
                <a:lnTo>
                  <a:pt x="1311" y="649"/>
                </a:lnTo>
                <a:lnTo>
                  <a:pt x="1311" y="650"/>
                </a:lnTo>
                <a:lnTo>
                  <a:pt x="1312" y="650"/>
                </a:lnTo>
                <a:lnTo>
                  <a:pt x="1313" y="650"/>
                </a:lnTo>
                <a:lnTo>
                  <a:pt x="1314" y="651"/>
                </a:lnTo>
                <a:lnTo>
                  <a:pt x="1313" y="652"/>
                </a:lnTo>
                <a:lnTo>
                  <a:pt x="1312" y="653"/>
                </a:lnTo>
                <a:lnTo>
                  <a:pt x="1311" y="653"/>
                </a:lnTo>
                <a:lnTo>
                  <a:pt x="1310" y="653"/>
                </a:lnTo>
                <a:lnTo>
                  <a:pt x="1309" y="654"/>
                </a:lnTo>
                <a:lnTo>
                  <a:pt x="1308" y="655"/>
                </a:lnTo>
                <a:lnTo>
                  <a:pt x="1310" y="655"/>
                </a:lnTo>
                <a:lnTo>
                  <a:pt x="1310" y="656"/>
                </a:lnTo>
                <a:lnTo>
                  <a:pt x="1310" y="657"/>
                </a:lnTo>
                <a:lnTo>
                  <a:pt x="1310" y="658"/>
                </a:lnTo>
                <a:lnTo>
                  <a:pt x="1311" y="659"/>
                </a:lnTo>
                <a:lnTo>
                  <a:pt x="1310" y="661"/>
                </a:lnTo>
                <a:lnTo>
                  <a:pt x="1310" y="664"/>
                </a:lnTo>
                <a:lnTo>
                  <a:pt x="1310" y="665"/>
                </a:lnTo>
                <a:lnTo>
                  <a:pt x="1310" y="666"/>
                </a:lnTo>
                <a:lnTo>
                  <a:pt x="1310" y="667"/>
                </a:lnTo>
                <a:lnTo>
                  <a:pt x="1313" y="669"/>
                </a:lnTo>
                <a:lnTo>
                  <a:pt x="1314" y="670"/>
                </a:lnTo>
                <a:lnTo>
                  <a:pt x="1315" y="670"/>
                </a:lnTo>
                <a:lnTo>
                  <a:pt x="1316" y="670"/>
                </a:lnTo>
                <a:lnTo>
                  <a:pt x="1318" y="670"/>
                </a:lnTo>
                <a:lnTo>
                  <a:pt x="1319" y="670"/>
                </a:lnTo>
                <a:lnTo>
                  <a:pt x="1320" y="670"/>
                </a:lnTo>
                <a:lnTo>
                  <a:pt x="1320" y="669"/>
                </a:lnTo>
                <a:lnTo>
                  <a:pt x="1321" y="669"/>
                </a:lnTo>
                <a:lnTo>
                  <a:pt x="1321" y="670"/>
                </a:lnTo>
                <a:lnTo>
                  <a:pt x="1320" y="671"/>
                </a:lnTo>
                <a:lnTo>
                  <a:pt x="1320" y="672"/>
                </a:lnTo>
                <a:lnTo>
                  <a:pt x="1320" y="673"/>
                </a:lnTo>
                <a:lnTo>
                  <a:pt x="1321" y="673"/>
                </a:lnTo>
                <a:lnTo>
                  <a:pt x="1322" y="674"/>
                </a:lnTo>
                <a:lnTo>
                  <a:pt x="1322" y="675"/>
                </a:lnTo>
                <a:lnTo>
                  <a:pt x="1322" y="676"/>
                </a:lnTo>
                <a:lnTo>
                  <a:pt x="1321" y="677"/>
                </a:lnTo>
                <a:lnTo>
                  <a:pt x="1320" y="677"/>
                </a:lnTo>
                <a:lnTo>
                  <a:pt x="1318" y="678"/>
                </a:lnTo>
                <a:lnTo>
                  <a:pt x="1318" y="679"/>
                </a:lnTo>
                <a:lnTo>
                  <a:pt x="1318" y="680"/>
                </a:lnTo>
                <a:lnTo>
                  <a:pt x="1316" y="681"/>
                </a:lnTo>
                <a:lnTo>
                  <a:pt x="1315" y="681"/>
                </a:lnTo>
                <a:lnTo>
                  <a:pt x="1314" y="682"/>
                </a:lnTo>
                <a:lnTo>
                  <a:pt x="1314" y="683"/>
                </a:lnTo>
                <a:lnTo>
                  <a:pt x="1315" y="684"/>
                </a:lnTo>
                <a:lnTo>
                  <a:pt x="1316" y="685"/>
                </a:lnTo>
                <a:lnTo>
                  <a:pt x="1317" y="685"/>
                </a:lnTo>
                <a:lnTo>
                  <a:pt x="1317" y="686"/>
                </a:lnTo>
                <a:lnTo>
                  <a:pt x="1315" y="688"/>
                </a:lnTo>
                <a:lnTo>
                  <a:pt x="1314" y="688"/>
                </a:lnTo>
                <a:lnTo>
                  <a:pt x="1312" y="689"/>
                </a:lnTo>
                <a:lnTo>
                  <a:pt x="1312" y="690"/>
                </a:lnTo>
                <a:lnTo>
                  <a:pt x="1311" y="690"/>
                </a:lnTo>
                <a:lnTo>
                  <a:pt x="1310" y="690"/>
                </a:lnTo>
                <a:lnTo>
                  <a:pt x="1309" y="690"/>
                </a:lnTo>
                <a:lnTo>
                  <a:pt x="1309" y="691"/>
                </a:lnTo>
                <a:lnTo>
                  <a:pt x="1310" y="691"/>
                </a:lnTo>
                <a:lnTo>
                  <a:pt x="1310" y="693"/>
                </a:lnTo>
                <a:lnTo>
                  <a:pt x="1310" y="694"/>
                </a:lnTo>
                <a:lnTo>
                  <a:pt x="1311" y="695"/>
                </a:lnTo>
                <a:lnTo>
                  <a:pt x="1312" y="696"/>
                </a:lnTo>
                <a:lnTo>
                  <a:pt x="1312" y="698"/>
                </a:lnTo>
                <a:lnTo>
                  <a:pt x="1312" y="699"/>
                </a:lnTo>
                <a:lnTo>
                  <a:pt x="1311" y="701"/>
                </a:lnTo>
                <a:lnTo>
                  <a:pt x="1310" y="703"/>
                </a:lnTo>
                <a:lnTo>
                  <a:pt x="1310" y="705"/>
                </a:lnTo>
                <a:lnTo>
                  <a:pt x="1310" y="706"/>
                </a:lnTo>
                <a:lnTo>
                  <a:pt x="1308" y="707"/>
                </a:lnTo>
                <a:lnTo>
                  <a:pt x="1308" y="708"/>
                </a:lnTo>
                <a:lnTo>
                  <a:pt x="1308" y="709"/>
                </a:lnTo>
                <a:lnTo>
                  <a:pt x="1307" y="709"/>
                </a:lnTo>
                <a:lnTo>
                  <a:pt x="1306" y="711"/>
                </a:lnTo>
                <a:lnTo>
                  <a:pt x="1303" y="712"/>
                </a:lnTo>
                <a:lnTo>
                  <a:pt x="1304" y="712"/>
                </a:lnTo>
                <a:lnTo>
                  <a:pt x="1303" y="714"/>
                </a:lnTo>
                <a:lnTo>
                  <a:pt x="1303" y="715"/>
                </a:lnTo>
                <a:lnTo>
                  <a:pt x="1302" y="715"/>
                </a:lnTo>
                <a:lnTo>
                  <a:pt x="1302" y="714"/>
                </a:lnTo>
                <a:lnTo>
                  <a:pt x="1302" y="715"/>
                </a:lnTo>
                <a:lnTo>
                  <a:pt x="1301" y="715"/>
                </a:lnTo>
                <a:lnTo>
                  <a:pt x="1300" y="717"/>
                </a:lnTo>
                <a:lnTo>
                  <a:pt x="1300" y="718"/>
                </a:lnTo>
                <a:lnTo>
                  <a:pt x="1299" y="719"/>
                </a:lnTo>
                <a:lnTo>
                  <a:pt x="1298" y="720"/>
                </a:lnTo>
                <a:lnTo>
                  <a:pt x="1298" y="722"/>
                </a:lnTo>
                <a:lnTo>
                  <a:pt x="1298" y="723"/>
                </a:lnTo>
                <a:lnTo>
                  <a:pt x="1298" y="724"/>
                </a:lnTo>
                <a:lnTo>
                  <a:pt x="1297" y="725"/>
                </a:lnTo>
                <a:lnTo>
                  <a:pt x="1297" y="724"/>
                </a:lnTo>
                <a:lnTo>
                  <a:pt x="1295" y="725"/>
                </a:lnTo>
                <a:lnTo>
                  <a:pt x="1295" y="726"/>
                </a:lnTo>
                <a:lnTo>
                  <a:pt x="1294" y="726"/>
                </a:lnTo>
                <a:lnTo>
                  <a:pt x="1295" y="726"/>
                </a:lnTo>
                <a:lnTo>
                  <a:pt x="1294" y="727"/>
                </a:lnTo>
                <a:lnTo>
                  <a:pt x="1294" y="728"/>
                </a:lnTo>
                <a:lnTo>
                  <a:pt x="1293" y="727"/>
                </a:lnTo>
                <a:lnTo>
                  <a:pt x="1292" y="727"/>
                </a:lnTo>
                <a:lnTo>
                  <a:pt x="1291" y="727"/>
                </a:lnTo>
                <a:lnTo>
                  <a:pt x="1291" y="728"/>
                </a:lnTo>
                <a:lnTo>
                  <a:pt x="1290" y="729"/>
                </a:lnTo>
                <a:lnTo>
                  <a:pt x="1289" y="729"/>
                </a:lnTo>
                <a:lnTo>
                  <a:pt x="1288" y="730"/>
                </a:lnTo>
                <a:lnTo>
                  <a:pt x="1288" y="731"/>
                </a:lnTo>
                <a:lnTo>
                  <a:pt x="1288" y="732"/>
                </a:lnTo>
                <a:lnTo>
                  <a:pt x="1288" y="733"/>
                </a:lnTo>
                <a:lnTo>
                  <a:pt x="1287" y="734"/>
                </a:lnTo>
                <a:lnTo>
                  <a:pt x="1287" y="735"/>
                </a:lnTo>
                <a:lnTo>
                  <a:pt x="1286" y="736"/>
                </a:lnTo>
                <a:lnTo>
                  <a:pt x="1285" y="737"/>
                </a:lnTo>
                <a:lnTo>
                  <a:pt x="1283" y="736"/>
                </a:lnTo>
                <a:lnTo>
                  <a:pt x="1282" y="736"/>
                </a:lnTo>
                <a:lnTo>
                  <a:pt x="1282" y="737"/>
                </a:lnTo>
                <a:lnTo>
                  <a:pt x="1282" y="738"/>
                </a:lnTo>
                <a:lnTo>
                  <a:pt x="1281" y="739"/>
                </a:lnTo>
                <a:lnTo>
                  <a:pt x="1280" y="739"/>
                </a:lnTo>
                <a:lnTo>
                  <a:pt x="1279" y="740"/>
                </a:lnTo>
                <a:lnTo>
                  <a:pt x="1278" y="739"/>
                </a:lnTo>
                <a:lnTo>
                  <a:pt x="1277" y="739"/>
                </a:lnTo>
                <a:lnTo>
                  <a:pt x="1276" y="739"/>
                </a:lnTo>
                <a:lnTo>
                  <a:pt x="1274" y="739"/>
                </a:lnTo>
                <a:lnTo>
                  <a:pt x="1273" y="739"/>
                </a:lnTo>
                <a:lnTo>
                  <a:pt x="1272" y="739"/>
                </a:lnTo>
                <a:lnTo>
                  <a:pt x="1271" y="740"/>
                </a:lnTo>
                <a:lnTo>
                  <a:pt x="1268" y="740"/>
                </a:lnTo>
                <a:lnTo>
                  <a:pt x="1266" y="739"/>
                </a:lnTo>
                <a:lnTo>
                  <a:pt x="1265" y="739"/>
                </a:lnTo>
                <a:lnTo>
                  <a:pt x="1263" y="740"/>
                </a:lnTo>
                <a:lnTo>
                  <a:pt x="1262" y="739"/>
                </a:lnTo>
                <a:lnTo>
                  <a:pt x="1262" y="740"/>
                </a:lnTo>
                <a:lnTo>
                  <a:pt x="1261" y="741"/>
                </a:lnTo>
                <a:lnTo>
                  <a:pt x="1260" y="742"/>
                </a:lnTo>
                <a:lnTo>
                  <a:pt x="1259" y="742"/>
                </a:lnTo>
                <a:lnTo>
                  <a:pt x="1255" y="742"/>
                </a:lnTo>
                <a:lnTo>
                  <a:pt x="1254" y="743"/>
                </a:lnTo>
                <a:lnTo>
                  <a:pt x="1255" y="744"/>
                </a:lnTo>
                <a:lnTo>
                  <a:pt x="1256" y="744"/>
                </a:lnTo>
                <a:lnTo>
                  <a:pt x="1257" y="744"/>
                </a:lnTo>
                <a:lnTo>
                  <a:pt x="1257" y="745"/>
                </a:lnTo>
                <a:lnTo>
                  <a:pt x="1259" y="745"/>
                </a:lnTo>
                <a:lnTo>
                  <a:pt x="1259" y="746"/>
                </a:lnTo>
                <a:lnTo>
                  <a:pt x="1260" y="746"/>
                </a:lnTo>
                <a:lnTo>
                  <a:pt x="1260" y="747"/>
                </a:lnTo>
                <a:lnTo>
                  <a:pt x="1260" y="748"/>
                </a:lnTo>
                <a:lnTo>
                  <a:pt x="1261" y="749"/>
                </a:lnTo>
                <a:lnTo>
                  <a:pt x="1261" y="750"/>
                </a:lnTo>
                <a:lnTo>
                  <a:pt x="1260" y="751"/>
                </a:lnTo>
                <a:lnTo>
                  <a:pt x="1260" y="752"/>
                </a:lnTo>
                <a:lnTo>
                  <a:pt x="1259" y="753"/>
                </a:lnTo>
                <a:lnTo>
                  <a:pt x="1259" y="754"/>
                </a:lnTo>
                <a:lnTo>
                  <a:pt x="1258" y="755"/>
                </a:lnTo>
                <a:lnTo>
                  <a:pt x="1257" y="755"/>
                </a:lnTo>
                <a:lnTo>
                  <a:pt x="1256" y="755"/>
                </a:lnTo>
                <a:lnTo>
                  <a:pt x="1256" y="756"/>
                </a:lnTo>
                <a:lnTo>
                  <a:pt x="1256" y="757"/>
                </a:lnTo>
                <a:lnTo>
                  <a:pt x="1255" y="759"/>
                </a:lnTo>
                <a:lnTo>
                  <a:pt x="1254" y="759"/>
                </a:lnTo>
                <a:lnTo>
                  <a:pt x="1252" y="759"/>
                </a:lnTo>
                <a:lnTo>
                  <a:pt x="1251" y="760"/>
                </a:lnTo>
                <a:lnTo>
                  <a:pt x="1250" y="759"/>
                </a:lnTo>
                <a:lnTo>
                  <a:pt x="1250" y="758"/>
                </a:lnTo>
                <a:lnTo>
                  <a:pt x="1247" y="760"/>
                </a:lnTo>
                <a:lnTo>
                  <a:pt x="1246" y="760"/>
                </a:lnTo>
                <a:lnTo>
                  <a:pt x="1246" y="761"/>
                </a:lnTo>
                <a:lnTo>
                  <a:pt x="1245" y="761"/>
                </a:lnTo>
                <a:lnTo>
                  <a:pt x="1245" y="762"/>
                </a:lnTo>
                <a:lnTo>
                  <a:pt x="1244" y="762"/>
                </a:lnTo>
                <a:lnTo>
                  <a:pt x="1244" y="763"/>
                </a:lnTo>
                <a:lnTo>
                  <a:pt x="1243" y="762"/>
                </a:lnTo>
                <a:lnTo>
                  <a:pt x="1242" y="761"/>
                </a:lnTo>
                <a:lnTo>
                  <a:pt x="1241" y="761"/>
                </a:lnTo>
                <a:lnTo>
                  <a:pt x="1240" y="761"/>
                </a:lnTo>
                <a:lnTo>
                  <a:pt x="1239" y="762"/>
                </a:lnTo>
                <a:lnTo>
                  <a:pt x="1238" y="762"/>
                </a:lnTo>
                <a:lnTo>
                  <a:pt x="1237" y="762"/>
                </a:lnTo>
                <a:lnTo>
                  <a:pt x="1237" y="763"/>
                </a:lnTo>
                <a:lnTo>
                  <a:pt x="1238" y="764"/>
                </a:lnTo>
                <a:lnTo>
                  <a:pt x="1237" y="766"/>
                </a:lnTo>
                <a:lnTo>
                  <a:pt x="1236" y="767"/>
                </a:lnTo>
                <a:lnTo>
                  <a:pt x="1235" y="768"/>
                </a:lnTo>
                <a:lnTo>
                  <a:pt x="1234" y="768"/>
                </a:lnTo>
                <a:lnTo>
                  <a:pt x="1233" y="768"/>
                </a:lnTo>
                <a:lnTo>
                  <a:pt x="1232" y="768"/>
                </a:lnTo>
                <a:lnTo>
                  <a:pt x="1231" y="768"/>
                </a:lnTo>
                <a:lnTo>
                  <a:pt x="1230" y="768"/>
                </a:lnTo>
                <a:lnTo>
                  <a:pt x="1228" y="768"/>
                </a:lnTo>
                <a:lnTo>
                  <a:pt x="1227" y="767"/>
                </a:lnTo>
                <a:lnTo>
                  <a:pt x="1225" y="767"/>
                </a:lnTo>
                <a:lnTo>
                  <a:pt x="1225" y="768"/>
                </a:lnTo>
                <a:lnTo>
                  <a:pt x="1225" y="769"/>
                </a:lnTo>
                <a:lnTo>
                  <a:pt x="1226" y="769"/>
                </a:lnTo>
                <a:lnTo>
                  <a:pt x="1226" y="770"/>
                </a:lnTo>
                <a:lnTo>
                  <a:pt x="1226" y="771"/>
                </a:lnTo>
                <a:lnTo>
                  <a:pt x="1226" y="772"/>
                </a:lnTo>
                <a:lnTo>
                  <a:pt x="1225" y="772"/>
                </a:lnTo>
                <a:lnTo>
                  <a:pt x="1225" y="773"/>
                </a:lnTo>
                <a:lnTo>
                  <a:pt x="1224" y="773"/>
                </a:lnTo>
                <a:lnTo>
                  <a:pt x="1223" y="774"/>
                </a:lnTo>
                <a:lnTo>
                  <a:pt x="1222" y="774"/>
                </a:lnTo>
                <a:lnTo>
                  <a:pt x="1221" y="773"/>
                </a:lnTo>
                <a:lnTo>
                  <a:pt x="1219" y="773"/>
                </a:lnTo>
                <a:lnTo>
                  <a:pt x="1218" y="773"/>
                </a:lnTo>
                <a:lnTo>
                  <a:pt x="1218" y="774"/>
                </a:lnTo>
                <a:lnTo>
                  <a:pt x="1217" y="774"/>
                </a:lnTo>
                <a:lnTo>
                  <a:pt x="1216" y="774"/>
                </a:lnTo>
                <a:lnTo>
                  <a:pt x="1215" y="774"/>
                </a:lnTo>
                <a:lnTo>
                  <a:pt x="1213" y="773"/>
                </a:lnTo>
                <a:lnTo>
                  <a:pt x="1213" y="774"/>
                </a:lnTo>
                <a:lnTo>
                  <a:pt x="1211" y="775"/>
                </a:lnTo>
                <a:lnTo>
                  <a:pt x="1210" y="775"/>
                </a:lnTo>
                <a:lnTo>
                  <a:pt x="1209" y="776"/>
                </a:lnTo>
                <a:lnTo>
                  <a:pt x="1209" y="777"/>
                </a:lnTo>
                <a:lnTo>
                  <a:pt x="1209" y="778"/>
                </a:lnTo>
                <a:lnTo>
                  <a:pt x="1209" y="779"/>
                </a:lnTo>
                <a:lnTo>
                  <a:pt x="1208" y="780"/>
                </a:lnTo>
                <a:lnTo>
                  <a:pt x="1207" y="779"/>
                </a:lnTo>
                <a:lnTo>
                  <a:pt x="1207" y="778"/>
                </a:lnTo>
                <a:lnTo>
                  <a:pt x="1206" y="777"/>
                </a:lnTo>
                <a:lnTo>
                  <a:pt x="1203" y="774"/>
                </a:lnTo>
                <a:lnTo>
                  <a:pt x="1202" y="774"/>
                </a:lnTo>
                <a:lnTo>
                  <a:pt x="1200" y="775"/>
                </a:lnTo>
                <a:lnTo>
                  <a:pt x="1200" y="777"/>
                </a:lnTo>
                <a:lnTo>
                  <a:pt x="1201" y="778"/>
                </a:lnTo>
                <a:lnTo>
                  <a:pt x="1201" y="779"/>
                </a:lnTo>
                <a:lnTo>
                  <a:pt x="1200" y="780"/>
                </a:lnTo>
                <a:lnTo>
                  <a:pt x="1199" y="780"/>
                </a:lnTo>
                <a:lnTo>
                  <a:pt x="1199" y="779"/>
                </a:lnTo>
                <a:lnTo>
                  <a:pt x="1198" y="780"/>
                </a:lnTo>
                <a:lnTo>
                  <a:pt x="1198" y="781"/>
                </a:lnTo>
                <a:lnTo>
                  <a:pt x="1199" y="782"/>
                </a:lnTo>
                <a:lnTo>
                  <a:pt x="1200" y="783"/>
                </a:lnTo>
                <a:lnTo>
                  <a:pt x="1200" y="785"/>
                </a:lnTo>
                <a:lnTo>
                  <a:pt x="1201" y="788"/>
                </a:lnTo>
                <a:lnTo>
                  <a:pt x="1200" y="788"/>
                </a:lnTo>
                <a:lnTo>
                  <a:pt x="1199" y="788"/>
                </a:lnTo>
                <a:lnTo>
                  <a:pt x="1198" y="789"/>
                </a:lnTo>
                <a:lnTo>
                  <a:pt x="1198" y="790"/>
                </a:lnTo>
                <a:lnTo>
                  <a:pt x="1197" y="792"/>
                </a:lnTo>
                <a:lnTo>
                  <a:pt x="1197" y="793"/>
                </a:lnTo>
                <a:lnTo>
                  <a:pt x="1197" y="795"/>
                </a:lnTo>
                <a:lnTo>
                  <a:pt x="1198" y="796"/>
                </a:lnTo>
                <a:lnTo>
                  <a:pt x="1199" y="796"/>
                </a:lnTo>
                <a:lnTo>
                  <a:pt x="1199" y="797"/>
                </a:lnTo>
                <a:lnTo>
                  <a:pt x="1198" y="799"/>
                </a:lnTo>
                <a:lnTo>
                  <a:pt x="1197" y="799"/>
                </a:lnTo>
                <a:lnTo>
                  <a:pt x="1194" y="800"/>
                </a:lnTo>
                <a:lnTo>
                  <a:pt x="1193" y="800"/>
                </a:lnTo>
                <a:lnTo>
                  <a:pt x="1191" y="799"/>
                </a:lnTo>
                <a:lnTo>
                  <a:pt x="1190" y="798"/>
                </a:lnTo>
                <a:lnTo>
                  <a:pt x="1189" y="797"/>
                </a:lnTo>
                <a:lnTo>
                  <a:pt x="1188" y="797"/>
                </a:lnTo>
                <a:lnTo>
                  <a:pt x="1186" y="798"/>
                </a:lnTo>
                <a:lnTo>
                  <a:pt x="1187" y="799"/>
                </a:lnTo>
                <a:lnTo>
                  <a:pt x="1187" y="800"/>
                </a:lnTo>
                <a:lnTo>
                  <a:pt x="1188" y="801"/>
                </a:lnTo>
                <a:lnTo>
                  <a:pt x="1189" y="801"/>
                </a:lnTo>
                <a:lnTo>
                  <a:pt x="1189" y="802"/>
                </a:lnTo>
                <a:lnTo>
                  <a:pt x="1188" y="803"/>
                </a:lnTo>
                <a:lnTo>
                  <a:pt x="1189" y="803"/>
                </a:lnTo>
                <a:lnTo>
                  <a:pt x="1190" y="803"/>
                </a:lnTo>
                <a:lnTo>
                  <a:pt x="1191" y="803"/>
                </a:lnTo>
                <a:lnTo>
                  <a:pt x="1192" y="804"/>
                </a:lnTo>
                <a:lnTo>
                  <a:pt x="1193" y="806"/>
                </a:lnTo>
                <a:lnTo>
                  <a:pt x="1193" y="810"/>
                </a:lnTo>
                <a:lnTo>
                  <a:pt x="1192" y="811"/>
                </a:lnTo>
                <a:lnTo>
                  <a:pt x="1192" y="813"/>
                </a:lnTo>
                <a:lnTo>
                  <a:pt x="1193" y="814"/>
                </a:lnTo>
                <a:lnTo>
                  <a:pt x="1193" y="816"/>
                </a:lnTo>
                <a:lnTo>
                  <a:pt x="1192" y="817"/>
                </a:lnTo>
                <a:lnTo>
                  <a:pt x="1193" y="818"/>
                </a:lnTo>
                <a:lnTo>
                  <a:pt x="1193" y="819"/>
                </a:lnTo>
                <a:lnTo>
                  <a:pt x="1195" y="821"/>
                </a:lnTo>
                <a:lnTo>
                  <a:pt x="1195" y="820"/>
                </a:lnTo>
                <a:lnTo>
                  <a:pt x="1196" y="819"/>
                </a:lnTo>
                <a:lnTo>
                  <a:pt x="1197" y="819"/>
                </a:lnTo>
                <a:lnTo>
                  <a:pt x="1199" y="820"/>
                </a:lnTo>
                <a:lnTo>
                  <a:pt x="1200" y="821"/>
                </a:lnTo>
                <a:lnTo>
                  <a:pt x="1200" y="822"/>
                </a:lnTo>
                <a:lnTo>
                  <a:pt x="1201" y="823"/>
                </a:lnTo>
                <a:lnTo>
                  <a:pt x="1201" y="824"/>
                </a:lnTo>
                <a:lnTo>
                  <a:pt x="1200" y="824"/>
                </a:lnTo>
                <a:lnTo>
                  <a:pt x="1201" y="826"/>
                </a:lnTo>
                <a:lnTo>
                  <a:pt x="1201" y="827"/>
                </a:lnTo>
                <a:lnTo>
                  <a:pt x="1202" y="827"/>
                </a:lnTo>
                <a:lnTo>
                  <a:pt x="1203" y="828"/>
                </a:lnTo>
                <a:lnTo>
                  <a:pt x="1205" y="828"/>
                </a:lnTo>
                <a:lnTo>
                  <a:pt x="1206" y="831"/>
                </a:lnTo>
                <a:lnTo>
                  <a:pt x="1206" y="832"/>
                </a:lnTo>
                <a:lnTo>
                  <a:pt x="1207" y="833"/>
                </a:lnTo>
                <a:lnTo>
                  <a:pt x="1208" y="833"/>
                </a:lnTo>
                <a:lnTo>
                  <a:pt x="1209" y="833"/>
                </a:lnTo>
                <a:lnTo>
                  <a:pt x="1209" y="834"/>
                </a:lnTo>
                <a:lnTo>
                  <a:pt x="1208" y="835"/>
                </a:lnTo>
                <a:lnTo>
                  <a:pt x="1208" y="836"/>
                </a:lnTo>
                <a:lnTo>
                  <a:pt x="1206" y="837"/>
                </a:lnTo>
                <a:lnTo>
                  <a:pt x="1204" y="837"/>
                </a:lnTo>
                <a:lnTo>
                  <a:pt x="1199" y="836"/>
                </a:lnTo>
                <a:lnTo>
                  <a:pt x="1198" y="835"/>
                </a:lnTo>
                <a:lnTo>
                  <a:pt x="1197" y="833"/>
                </a:lnTo>
                <a:lnTo>
                  <a:pt x="1196" y="833"/>
                </a:lnTo>
                <a:lnTo>
                  <a:pt x="1195" y="834"/>
                </a:lnTo>
                <a:lnTo>
                  <a:pt x="1195" y="835"/>
                </a:lnTo>
                <a:lnTo>
                  <a:pt x="1194" y="837"/>
                </a:lnTo>
                <a:lnTo>
                  <a:pt x="1194" y="838"/>
                </a:lnTo>
                <a:lnTo>
                  <a:pt x="1193" y="838"/>
                </a:lnTo>
                <a:lnTo>
                  <a:pt x="1192" y="838"/>
                </a:lnTo>
                <a:lnTo>
                  <a:pt x="1191" y="839"/>
                </a:lnTo>
                <a:lnTo>
                  <a:pt x="1190" y="840"/>
                </a:lnTo>
                <a:lnTo>
                  <a:pt x="1191" y="841"/>
                </a:lnTo>
                <a:lnTo>
                  <a:pt x="1191" y="842"/>
                </a:lnTo>
                <a:lnTo>
                  <a:pt x="1190" y="843"/>
                </a:lnTo>
                <a:lnTo>
                  <a:pt x="1187" y="844"/>
                </a:lnTo>
                <a:lnTo>
                  <a:pt x="1186" y="845"/>
                </a:lnTo>
                <a:lnTo>
                  <a:pt x="1186" y="844"/>
                </a:lnTo>
                <a:lnTo>
                  <a:pt x="1185" y="845"/>
                </a:lnTo>
                <a:lnTo>
                  <a:pt x="1184" y="845"/>
                </a:lnTo>
                <a:lnTo>
                  <a:pt x="1183" y="847"/>
                </a:lnTo>
                <a:lnTo>
                  <a:pt x="1182" y="848"/>
                </a:lnTo>
                <a:lnTo>
                  <a:pt x="1183" y="851"/>
                </a:lnTo>
                <a:lnTo>
                  <a:pt x="1184" y="852"/>
                </a:lnTo>
                <a:lnTo>
                  <a:pt x="1185" y="853"/>
                </a:lnTo>
                <a:lnTo>
                  <a:pt x="1186" y="853"/>
                </a:lnTo>
                <a:lnTo>
                  <a:pt x="1188" y="855"/>
                </a:lnTo>
                <a:lnTo>
                  <a:pt x="1189" y="858"/>
                </a:lnTo>
                <a:lnTo>
                  <a:pt x="1189" y="859"/>
                </a:lnTo>
                <a:lnTo>
                  <a:pt x="1185" y="860"/>
                </a:lnTo>
                <a:lnTo>
                  <a:pt x="1183" y="862"/>
                </a:lnTo>
                <a:lnTo>
                  <a:pt x="1182" y="863"/>
                </a:lnTo>
                <a:lnTo>
                  <a:pt x="1180" y="864"/>
                </a:lnTo>
                <a:lnTo>
                  <a:pt x="1179" y="863"/>
                </a:lnTo>
                <a:lnTo>
                  <a:pt x="1178" y="862"/>
                </a:lnTo>
                <a:lnTo>
                  <a:pt x="1177" y="862"/>
                </a:lnTo>
                <a:lnTo>
                  <a:pt x="1176" y="863"/>
                </a:lnTo>
                <a:lnTo>
                  <a:pt x="1175" y="863"/>
                </a:lnTo>
                <a:lnTo>
                  <a:pt x="1174" y="862"/>
                </a:lnTo>
                <a:lnTo>
                  <a:pt x="1174" y="861"/>
                </a:lnTo>
                <a:lnTo>
                  <a:pt x="1174" y="860"/>
                </a:lnTo>
                <a:lnTo>
                  <a:pt x="1175" y="858"/>
                </a:lnTo>
                <a:lnTo>
                  <a:pt x="1174" y="857"/>
                </a:lnTo>
                <a:lnTo>
                  <a:pt x="1173" y="857"/>
                </a:lnTo>
                <a:lnTo>
                  <a:pt x="1172" y="857"/>
                </a:lnTo>
                <a:lnTo>
                  <a:pt x="1171" y="857"/>
                </a:lnTo>
                <a:lnTo>
                  <a:pt x="1167" y="856"/>
                </a:lnTo>
                <a:lnTo>
                  <a:pt x="1167" y="855"/>
                </a:lnTo>
                <a:lnTo>
                  <a:pt x="1166" y="855"/>
                </a:lnTo>
                <a:lnTo>
                  <a:pt x="1164" y="856"/>
                </a:lnTo>
                <a:lnTo>
                  <a:pt x="1163" y="858"/>
                </a:lnTo>
                <a:lnTo>
                  <a:pt x="1163" y="859"/>
                </a:lnTo>
                <a:lnTo>
                  <a:pt x="1162" y="860"/>
                </a:lnTo>
                <a:lnTo>
                  <a:pt x="1161" y="861"/>
                </a:lnTo>
                <a:lnTo>
                  <a:pt x="1161" y="862"/>
                </a:lnTo>
                <a:lnTo>
                  <a:pt x="1161" y="863"/>
                </a:lnTo>
                <a:lnTo>
                  <a:pt x="1161" y="864"/>
                </a:lnTo>
                <a:lnTo>
                  <a:pt x="1160" y="865"/>
                </a:lnTo>
                <a:lnTo>
                  <a:pt x="1157" y="866"/>
                </a:lnTo>
                <a:lnTo>
                  <a:pt x="1156" y="867"/>
                </a:lnTo>
                <a:lnTo>
                  <a:pt x="1154" y="867"/>
                </a:lnTo>
                <a:lnTo>
                  <a:pt x="1152" y="865"/>
                </a:lnTo>
                <a:lnTo>
                  <a:pt x="1152" y="864"/>
                </a:lnTo>
                <a:lnTo>
                  <a:pt x="1150" y="861"/>
                </a:lnTo>
                <a:lnTo>
                  <a:pt x="1149" y="861"/>
                </a:lnTo>
                <a:lnTo>
                  <a:pt x="1148" y="861"/>
                </a:lnTo>
                <a:lnTo>
                  <a:pt x="1147" y="860"/>
                </a:lnTo>
                <a:lnTo>
                  <a:pt x="1147" y="859"/>
                </a:lnTo>
                <a:lnTo>
                  <a:pt x="1146" y="858"/>
                </a:lnTo>
                <a:lnTo>
                  <a:pt x="1145" y="857"/>
                </a:lnTo>
                <a:lnTo>
                  <a:pt x="1141" y="854"/>
                </a:lnTo>
                <a:lnTo>
                  <a:pt x="1141" y="855"/>
                </a:lnTo>
                <a:lnTo>
                  <a:pt x="1139" y="854"/>
                </a:lnTo>
                <a:lnTo>
                  <a:pt x="1138" y="854"/>
                </a:lnTo>
                <a:lnTo>
                  <a:pt x="1138" y="855"/>
                </a:lnTo>
                <a:lnTo>
                  <a:pt x="1137" y="856"/>
                </a:lnTo>
                <a:lnTo>
                  <a:pt x="1138" y="857"/>
                </a:lnTo>
                <a:lnTo>
                  <a:pt x="1138" y="858"/>
                </a:lnTo>
                <a:lnTo>
                  <a:pt x="1137" y="858"/>
                </a:lnTo>
                <a:lnTo>
                  <a:pt x="1137" y="859"/>
                </a:lnTo>
                <a:lnTo>
                  <a:pt x="1136" y="859"/>
                </a:lnTo>
                <a:lnTo>
                  <a:pt x="1135" y="859"/>
                </a:lnTo>
                <a:lnTo>
                  <a:pt x="1134" y="861"/>
                </a:lnTo>
                <a:lnTo>
                  <a:pt x="1134" y="862"/>
                </a:lnTo>
                <a:lnTo>
                  <a:pt x="1135" y="862"/>
                </a:lnTo>
                <a:lnTo>
                  <a:pt x="1134" y="862"/>
                </a:lnTo>
                <a:lnTo>
                  <a:pt x="1134" y="863"/>
                </a:lnTo>
                <a:lnTo>
                  <a:pt x="1133" y="864"/>
                </a:lnTo>
                <a:lnTo>
                  <a:pt x="1132" y="864"/>
                </a:lnTo>
                <a:lnTo>
                  <a:pt x="1131" y="863"/>
                </a:lnTo>
                <a:lnTo>
                  <a:pt x="1128" y="860"/>
                </a:lnTo>
                <a:lnTo>
                  <a:pt x="1127" y="858"/>
                </a:lnTo>
                <a:lnTo>
                  <a:pt x="1126" y="857"/>
                </a:lnTo>
                <a:lnTo>
                  <a:pt x="1126" y="858"/>
                </a:lnTo>
                <a:lnTo>
                  <a:pt x="1124" y="860"/>
                </a:lnTo>
                <a:lnTo>
                  <a:pt x="1123" y="863"/>
                </a:lnTo>
                <a:lnTo>
                  <a:pt x="1122" y="864"/>
                </a:lnTo>
                <a:lnTo>
                  <a:pt x="1122" y="865"/>
                </a:lnTo>
                <a:lnTo>
                  <a:pt x="1122" y="867"/>
                </a:lnTo>
                <a:lnTo>
                  <a:pt x="1123" y="868"/>
                </a:lnTo>
                <a:lnTo>
                  <a:pt x="1126" y="870"/>
                </a:lnTo>
                <a:lnTo>
                  <a:pt x="1127" y="870"/>
                </a:lnTo>
                <a:lnTo>
                  <a:pt x="1128" y="870"/>
                </a:lnTo>
                <a:lnTo>
                  <a:pt x="1129" y="871"/>
                </a:lnTo>
                <a:lnTo>
                  <a:pt x="1130" y="872"/>
                </a:lnTo>
                <a:lnTo>
                  <a:pt x="1130" y="876"/>
                </a:lnTo>
                <a:lnTo>
                  <a:pt x="1130" y="877"/>
                </a:lnTo>
                <a:lnTo>
                  <a:pt x="1129" y="878"/>
                </a:lnTo>
                <a:lnTo>
                  <a:pt x="1129" y="877"/>
                </a:lnTo>
                <a:lnTo>
                  <a:pt x="1128" y="877"/>
                </a:lnTo>
                <a:lnTo>
                  <a:pt x="1127" y="877"/>
                </a:lnTo>
                <a:lnTo>
                  <a:pt x="1127" y="879"/>
                </a:lnTo>
                <a:lnTo>
                  <a:pt x="1128" y="880"/>
                </a:lnTo>
                <a:lnTo>
                  <a:pt x="1129" y="880"/>
                </a:lnTo>
                <a:lnTo>
                  <a:pt x="1129" y="882"/>
                </a:lnTo>
                <a:lnTo>
                  <a:pt x="1128" y="883"/>
                </a:lnTo>
                <a:lnTo>
                  <a:pt x="1128" y="884"/>
                </a:lnTo>
                <a:lnTo>
                  <a:pt x="1128" y="886"/>
                </a:lnTo>
                <a:lnTo>
                  <a:pt x="1128" y="888"/>
                </a:lnTo>
                <a:lnTo>
                  <a:pt x="1127" y="888"/>
                </a:lnTo>
                <a:lnTo>
                  <a:pt x="1127" y="889"/>
                </a:lnTo>
                <a:lnTo>
                  <a:pt x="1128" y="891"/>
                </a:lnTo>
                <a:lnTo>
                  <a:pt x="1129" y="893"/>
                </a:lnTo>
                <a:lnTo>
                  <a:pt x="1130" y="895"/>
                </a:lnTo>
                <a:lnTo>
                  <a:pt x="1130" y="896"/>
                </a:lnTo>
                <a:lnTo>
                  <a:pt x="1130" y="899"/>
                </a:lnTo>
                <a:lnTo>
                  <a:pt x="1130" y="900"/>
                </a:lnTo>
                <a:lnTo>
                  <a:pt x="1129" y="901"/>
                </a:lnTo>
                <a:lnTo>
                  <a:pt x="1129" y="902"/>
                </a:lnTo>
                <a:lnTo>
                  <a:pt x="1132" y="903"/>
                </a:lnTo>
                <a:lnTo>
                  <a:pt x="1133" y="903"/>
                </a:lnTo>
                <a:lnTo>
                  <a:pt x="1134" y="903"/>
                </a:lnTo>
                <a:lnTo>
                  <a:pt x="1135" y="905"/>
                </a:lnTo>
                <a:lnTo>
                  <a:pt x="1136" y="906"/>
                </a:lnTo>
                <a:lnTo>
                  <a:pt x="1137" y="907"/>
                </a:lnTo>
                <a:lnTo>
                  <a:pt x="1136" y="907"/>
                </a:lnTo>
                <a:lnTo>
                  <a:pt x="1135" y="908"/>
                </a:lnTo>
                <a:lnTo>
                  <a:pt x="1134" y="909"/>
                </a:lnTo>
                <a:lnTo>
                  <a:pt x="1133" y="910"/>
                </a:lnTo>
                <a:lnTo>
                  <a:pt x="1134" y="911"/>
                </a:lnTo>
                <a:lnTo>
                  <a:pt x="1135" y="911"/>
                </a:lnTo>
                <a:lnTo>
                  <a:pt x="1135" y="910"/>
                </a:lnTo>
                <a:lnTo>
                  <a:pt x="1135" y="911"/>
                </a:lnTo>
                <a:lnTo>
                  <a:pt x="1136" y="911"/>
                </a:lnTo>
                <a:lnTo>
                  <a:pt x="1137" y="912"/>
                </a:lnTo>
                <a:lnTo>
                  <a:pt x="1137" y="913"/>
                </a:lnTo>
                <a:lnTo>
                  <a:pt x="1137" y="914"/>
                </a:lnTo>
                <a:lnTo>
                  <a:pt x="1138" y="914"/>
                </a:lnTo>
                <a:lnTo>
                  <a:pt x="1138" y="915"/>
                </a:lnTo>
                <a:lnTo>
                  <a:pt x="1137" y="916"/>
                </a:lnTo>
                <a:lnTo>
                  <a:pt x="1137" y="917"/>
                </a:lnTo>
                <a:lnTo>
                  <a:pt x="1137" y="918"/>
                </a:lnTo>
                <a:lnTo>
                  <a:pt x="1137" y="919"/>
                </a:lnTo>
                <a:lnTo>
                  <a:pt x="1136" y="919"/>
                </a:lnTo>
                <a:lnTo>
                  <a:pt x="1134" y="919"/>
                </a:lnTo>
                <a:lnTo>
                  <a:pt x="1133" y="919"/>
                </a:lnTo>
                <a:lnTo>
                  <a:pt x="1132" y="919"/>
                </a:lnTo>
                <a:lnTo>
                  <a:pt x="1131" y="919"/>
                </a:lnTo>
                <a:lnTo>
                  <a:pt x="1130" y="919"/>
                </a:lnTo>
                <a:lnTo>
                  <a:pt x="1130" y="920"/>
                </a:lnTo>
                <a:lnTo>
                  <a:pt x="1130" y="919"/>
                </a:lnTo>
                <a:lnTo>
                  <a:pt x="1129" y="919"/>
                </a:lnTo>
                <a:lnTo>
                  <a:pt x="1128" y="919"/>
                </a:lnTo>
                <a:lnTo>
                  <a:pt x="1127" y="919"/>
                </a:lnTo>
                <a:lnTo>
                  <a:pt x="1127" y="920"/>
                </a:lnTo>
                <a:lnTo>
                  <a:pt x="1126" y="919"/>
                </a:lnTo>
                <a:lnTo>
                  <a:pt x="1124" y="919"/>
                </a:lnTo>
                <a:lnTo>
                  <a:pt x="1123" y="918"/>
                </a:lnTo>
                <a:lnTo>
                  <a:pt x="1123" y="917"/>
                </a:lnTo>
                <a:lnTo>
                  <a:pt x="1122" y="916"/>
                </a:lnTo>
                <a:lnTo>
                  <a:pt x="1120" y="916"/>
                </a:lnTo>
                <a:lnTo>
                  <a:pt x="1120" y="915"/>
                </a:lnTo>
                <a:lnTo>
                  <a:pt x="1119" y="915"/>
                </a:lnTo>
                <a:lnTo>
                  <a:pt x="1118" y="914"/>
                </a:lnTo>
                <a:lnTo>
                  <a:pt x="1117" y="915"/>
                </a:lnTo>
                <a:lnTo>
                  <a:pt x="1118" y="915"/>
                </a:lnTo>
                <a:lnTo>
                  <a:pt x="1117" y="919"/>
                </a:lnTo>
                <a:lnTo>
                  <a:pt x="1116" y="920"/>
                </a:lnTo>
                <a:lnTo>
                  <a:pt x="1115" y="920"/>
                </a:lnTo>
                <a:lnTo>
                  <a:pt x="1115" y="919"/>
                </a:lnTo>
                <a:lnTo>
                  <a:pt x="1114" y="919"/>
                </a:lnTo>
                <a:lnTo>
                  <a:pt x="1113" y="920"/>
                </a:lnTo>
                <a:lnTo>
                  <a:pt x="1112" y="921"/>
                </a:lnTo>
                <a:lnTo>
                  <a:pt x="1112" y="922"/>
                </a:lnTo>
                <a:lnTo>
                  <a:pt x="1111" y="922"/>
                </a:lnTo>
                <a:lnTo>
                  <a:pt x="1108" y="922"/>
                </a:lnTo>
                <a:lnTo>
                  <a:pt x="1107" y="923"/>
                </a:lnTo>
                <a:lnTo>
                  <a:pt x="1105" y="922"/>
                </a:lnTo>
                <a:lnTo>
                  <a:pt x="1103" y="921"/>
                </a:lnTo>
                <a:lnTo>
                  <a:pt x="1103" y="920"/>
                </a:lnTo>
                <a:lnTo>
                  <a:pt x="1101" y="919"/>
                </a:lnTo>
                <a:lnTo>
                  <a:pt x="1100" y="919"/>
                </a:lnTo>
                <a:lnTo>
                  <a:pt x="1099" y="919"/>
                </a:lnTo>
                <a:lnTo>
                  <a:pt x="1098" y="920"/>
                </a:lnTo>
                <a:lnTo>
                  <a:pt x="1097" y="919"/>
                </a:lnTo>
                <a:lnTo>
                  <a:pt x="1096" y="919"/>
                </a:lnTo>
                <a:lnTo>
                  <a:pt x="1094" y="920"/>
                </a:lnTo>
                <a:lnTo>
                  <a:pt x="1092" y="920"/>
                </a:lnTo>
                <a:lnTo>
                  <a:pt x="1091" y="920"/>
                </a:lnTo>
                <a:lnTo>
                  <a:pt x="1090" y="922"/>
                </a:lnTo>
                <a:lnTo>
                  <a:pt x="1089" y="922"/>
                </a:lnTo>
                <a:lnTo>
                  <a:pt x="1088" y="921"/>
                </a:lnTo>
                <a:lnTo>
                  <a:pt x="1088" y="919"/>
                </a:lnTo>
                <a:lnTo>
                  <a:pt x="1087" y="919"/>
                </a:lnTo>
                <a:lnTo>
                  <a:pt x="1086" y="919"/>
                </a:lnTo>
                <a:lnTo>
                  <a:pt x="1085" y="919"/>
                </a:lnTo>
                <a:lnTo>
                  <a:pt x="1083" y="923"/>
                </a:lnTo>
                <a:lnTo>
                  <a:pt x="1083" y="924"/>
                </a:lnTo>
                <a:lnTo>
                  <a:pt x="1083" y="925"/>
                </a:lnTo>
                <a:lnTo>
                  <a:pt x="1083" y="926"/>
                </a:lnTo>
                <a:lnTo>
                  <a:pt x="1082" y="926"/>
                </a:lnTo>
                <a:lnTo>
                  <a:pt x="1081" y="924"/>
                </a:lnTo>
                <a:lnTo>
                  <a:pt x="1081" y="923"/>
                </a:lnTo>
                <a:lnTo>
                  <a:pt x="1081" y="922"/>
                </a:lnTo>
                <a:lnTo>
                  <a:pt x="1080" y="923"/>
                </a:lnTo>
                <a:lnTo>
                  <a:pt x="1080" y="924"/>
                </a:lnTo>
                <a:lnTo>
                  <a:pt x="1079" y="926"/>
                </a:lnTo>
                <a:lnTo>
                  <a:pt x="1078" y="927"/>
                </a:lnTo>
                <a:lnTo>
                  <a:pt x="1076" y="928"/>
                </a:lnTo>
                <a:lnTo>
                  <a:pt x="1073" y="929"/>
                </a:lnTo>
                <a:lnTo>
                  <a:pt x="1072" y="929"/>
                </a:lnTo>
                <a:lnTo>
                  <a:pt x="1072" y="928"/>
                </a:lnTo>
                <a:lnTo>
                  <a:pt x="1071" y="927"/>
                </a:lnTo>
                <a:lnTo>
                  <a:pt x="1070" y="926"/>
                </a:lnTo>
                <a:lnTo>
                  <a:pt x="1069" y="926"/>
                </a:lnTo>
                <a:lnTo>
                  <a:pt x="1068" y="926"/>
                </a:lnTo>
                <a:lnTo>
                  <a:pt x="1067" y="926"/>
                </a:lnTo>
                <a:lnTo>
                  <a:pt x="1066" y="926"/>
                </a:lnTo>
                <a:lnTo>
                  <a:pt x="1065" y="926"/>
                </a:lnTo>
                <a:lnTo>
                  <a:pt x="1064" y="925"/>
                </a:lnTo>
                <a:lnTo>
                  <a:pt x="1063" y="925"/>
                </a:lnTo>
                <a:lnTo>
                  <a:pt x="1063" y="924"/>
                </a:lnTo>
                <a:lnTo>
                  <a:pt x="1062" y="924"/>
                </a:lnTo>
                <a:lnTo>
                  <a:pt x="1060" y="925"/>
                </a:lnTo>
                <a:lnTo>
                  <a:pt x="1060" y="926"/>
                </a:lnTo>
                <a:lnTo>
                  <a:pt x="1058" y="928"/>
                </a:lnTo>
                <a:lnTo>
                  <a:pt x="1057" y="928"/>
                </a:lnTo>
                <a:lnTo>
                  <a:pt x="1056" y="929"/>
                </a:lnTo>
                <a:lnTo>
                  <a:pt x="1053" y="931"/>
                </a:lnTo>
                <a:lnTo>
                  <a:pt x="1052" y="932"/>
                </a:lnTo>
                <a:lnTo>
                  <a:pt x="1053" y="934"/>
                </a:lnTo>
                <a:lnTo>
                  <a:pt x="1053" y="936"/>
                </a:lnTo>
                <a:lnTo>
                  <a:pt x="1052" y="937"/>
                </a:lnTo>
                <a:lnTo>
                  <a:pt x="1051" y="938"/>
                </a:lnTo>
                <a:lnTo>
                  <a:pt x="1051" y="939"/>
                </a:lnTo>
                <a:lnTo>
                  <a:pt x="1051" y="943"/>
                </a:lnTo>
                <a:lnTo>
                  <a:pt x="1052" y="946"/>
                </a:lnTo>
                <a:lnTo>
                  <a:pt x="1052" y="947"/>
                </a:lnTo>
                <a:lnTo>
                  <a:pt x="1052" y="948"/>
                </a:lnTo>
                <a:lnTo>
                  <a:pt x="1051" y="950"/>
                </a:lnTo>
                <a:lnTo>
                  <a:pt x="1050" y="951"/>
                </a:lnTo>
                <a:lnTo>
                  <a:pt x="1051" y="951"/>
                </a:lnTo>
                <a:lnTo>
                  <a:pt x="1051" y="952"/>
                </a:lnTo>
                <a:lnTo>
                  <a:pt x="1051" y="953"/>
                </a:lnTo>
                <a:lnTo>
                  <a:pt x="1053" y="953"/>
                </a:lnTo>
                <a:lnTo>
                  <a:pt x="1053" y="954"/>
                </a:lnTo>
                <a:lnTo>
                  <a:pt x="1052" y="954"/>
                </a:lnTo>
                <a:lnTo>
                  <a:pt x="1052" y="955"/>
                </a:lnTo>
                <a:lnTo>
                  <a:pt x="1050" y="955"/>
                </a:lnTo>
                <a:lnTo>
                  <a:pt x="1049" y="956"/>
                </a:lnTo>
                <a:lnTo>
                  <a:pt x="1049" y="957"/>
                </a:lnTo>
                <a:lnTo>
                  <a:pt x="1050" y="958"/>
                </a:lnTo>
                <a:lnTo>
                  <a:pt x="1050" y="960"/>
                </a:lnTo>
                <a:lnTo>
                  <a:pt x="1050" y="961"/>
                </a:lnTo>
                <a:lnTo>
                  <a:pt x="1049" y="961"/>
                </a:lnTo>
                <a:lnTo>
                  <a:pt x="1048" y="961"/>
                </a:lnTo>
                <a:lnTo>
                  <a:pt x="1046" y="963"/>
                </a:lnTo>
                <a:lnTo>
                  <a:pt x="1046" y="964"/>
                </a:lnTo>
                <a:lnTo>
                  <a:pt x="1046" y="965"/>
                </a:lnTo>
                <a:lnTo>
                  <a:pt x="1047" y="965"/>
                </a:lnTo>
                <a:lnTo>
                  <a:pt x="1048" y="965"/>
                </a:lnTo>
                <a:lnTo>
                  <a:pt x="1048" y="968"/>
                </a:lnTo>
                <a:lnTo>
                  <a:pt x="1046" y="971"/>
                </a:lnTo>
                <a:lnTo>
                  <a:pt x="1045" y="972"/>
                </a:lnTo>
                <a:lnTo>
                  <a:pt x="1043" y="972"/>
                </a:lnTo>
                <a:lnTo>
                  <a:pt x="1042" y="972"/>
                </a:lnTo>
                <a:lnTo>
                  <a:pt x="1041" y="971"/>
                </a:lnTo>
                <a:lnTo>
                  <a:pt x="1040" y="972"/>
                </a:lnTo>
                <a:lnTo>
                  <a:pt x="1038" y="973"/>
                </a:lnTo>
                <a:lnTo>
                  <a:pt x="1035" y="973"/>
                </a:lnTo>
                <a:lnTo>
                  <a:pt x="1035" y="974"/>
                </a:lnTo>
                <a:lnTo>
                  <a:pt x="1035" y="975"/>
                </a:lnTo>
                <a:lnTo>
                  <a:pt x="1034" y="975"/>
                </a:lnTo>
                <a:lnTo>
                  <a:pt x="1031" y="975"/>
                </a:lnTo>
                <a:lnTo>
                  <a:pt x="1029" y="974"/>
                </a:lnTo>
                <a:lnTo>
                  <a:pt x="1028" y="974"/>
                </a:lnTo>
                <a:lnTo>
                  <a:pt x="1028" y="975"/>
                </a:lnTo>
                <a:lnTo>
                  <a:pt x="1028" y="976"/>
                </a:lnTo>
                <a:lnTo>
                  <a:pt x="1028" y="977"/>
                </a:lnTo>
                <a:lnTo>
                  <a:pt x="1027" y="977"/>
                </a:lnTo>
                <a:lnTo>
                  <a:pt x="1026" y="977"/>
                </a:lnTo>
                <a:lnTo>
                  <a:pt x="1024" y="975"/>
                </a:lnTo>
                <a:lnTo>
                  <a:pt x="1023" y="974"/>
                </a:lnTo>
                <a:lnTo>
                  <a:pt x="1022" y="971"/>
                </a:lnTo>
                <a:lnTo>
                  <a:pt x="1022" y="970"/>
                </a:lnTo>
                <a:lnTo>
                  <a:pt x="1022" y="969"/>
                </a:lnTo>
                <a:lnTo>
                  <a:pt x="1021" y="968"/>
                </a:lnTo>
                <a:lnTo>
                  <a:pt x="1020" y="969"/>
                </a:lnTo>
                <a:lnTo>
                  <a:pt x="1020" y="970"/>
                </a:lnTo>
                <a:lnTo>
                  <a:pt x="1019" y="970"/>
                </a:lnTo>
                <a:lnTo>
                  <a:pt x="1020" y="971"/>
                </a:lnTo>
                <a:lnTo>
                  <a:pt x="1020" y="972"/>
                </a:lnTo>
                <a:lnTo>
                  <a:pt x="1019" y="973"/>
                </a:lnTo>
                <a:lnTo>
                  <a:pt x="1018" y="975"/>
                </a:lnTo>
                <a:lnTo>
                  <a:pt x="1018" y="976"/>
                </a:lnTo>
                <a:lnTo>
                  <a:pt x="1018" y="978"/>
                </a:lnTo>
                <a:lnTo>
                  <a:pt x="1017" y="978"/>
                </a:lnTo>
                <a:lnTo>
                  <a:pt x="1016" y="979"/>
                </a:lnTo>
                <a:lnTo>
                  <a:pt x="1016" y="980"/>
                </a:lnTo>
                <a:lnTo>
                  <a:pt x="1016" y="983"/>
                </a:lnTo>
                <a:lnTo>
                  <a:pt x="1017" y="984"/>
                </a:lnTo>
                <a:lnTo>
                  <a:pt x="1018" y="987"/>
                </a:lnTo>
                <a:lnTo>
                  <a:pt x="1018" y="989"/>
                </a:lnTo>
                <a:lnTo>
                  <a:pt x="1018" y="990"/>
                </a:lnTo>
                <a:lnTo>
                  <a:pt x="1018" y="991"/>
                </a:lnTo>
                <a:lnTo>
                  <a:pt x="1017" y="991"/>
                </a:lnTo>
                <a:lnTo>
                  <a:pt x="1018" y="992"/>
                </a:lnTo>
                <a:lnTo>
                  <a:pt x="1018" y="993"/>
                </a:lnTo>
                <a:lnTo>
                  <a:pt x="1019" y="994"/>
                </a:lnTo>
                <a:lnTo>
                  <a:pt x="1019" y="995"/>
                </a:lnTo>
                <a:lnTo>
                  <a:pt x="1019" y="996"/>
                </a:lnTo>
                <a:lnTo>
                  <a:pt x="1020" y="996"/>
                </a:lnTo>
                <a:lnTo>
                  <a:pt x="1020" y="997"/>
                </a:lnTo>
                <a:lnTo>
                  <a:pt x="1020" y="998"/>
                </a:lnTo>
                <a:lnTo>
                  <a:pt x="1020" y="999"/>
                </a:lnTo>
                <a:lnTo>
                  <a:pt x="1020" y="1000"/>
                </a:lnTo>
                <a:lnTo>
                  <a:pt x="1021" y="1000"/>
                </a:lnTo>
                <a:lnTo>
                  <a:pt x="1021" y="1001"/>
                </a:lnTo>
                <a:lnTo>
                  <a:pt x="1021" y="1002"/>
                </a:lnTo>
                <a:lnTo>
                  <a:pt x="1021" y="1003"/>
                </a:lnTo>
                <a:lnTo>
                  <a:pt x="1022" y="1004"/>
                </a:lnTo>
                <a:lnTo>
                  <a:pt x="1022" y="1005"/>
                </a:lnTo>
                <a:lnTo>
                  <a:pt x="1023" y="1005"/>
                </a:lnTo>
                <a:lnTo>
                  <a:pt x="1023" y="1006"/>
                </a:lnTo>
                <a:lnTo>
                  <a:pt x="1023" y="1007"/>
                </a:lnTo>
                <a:lnTo>
                  <a:pt x="1023" y="1006"/>
                </a:lnTo>
                <a:lnTo>
                  <a:pt x="1022" y="1006"/>
                </a:lnTo>
                <a:lnTo>
                  <a:pt x="1022" y="1005"/>
                </a:lnTo>
                <a:lnTo>
                  <a:pt x="1021" y="1004"/>
                </a:lnTo>
                <a:lnTo>
                  <a:pt x="1020" y="1005"/>
                </a:lnTo>
                <a:lnTo>
                  <a:pt x="1020" y="1006"/>
                </a:lnTo>
                <a:lnTo>
                  <a:pt x="1020" y="1007"/>
                </a:lnTo>
                <a:lnTo>
                  <a:pt x="1020" y="1008"/>
                </a:lnTo>
                <a:lnTo>
                  <a:pt x="1021" y="1008"/>
                </a:lnTo>
                <a:lnTo>
                  <a:pt x="1021" y="1009"/>
                </a:lnTo>
                <a:lnTo>
                  <a:pt x="1021" y="1010"/>
                </a:lnTo>
                <a:lnTo>
                  <a:pt x="1021" y="1011"/>
                </a:lnTo>
                <a:lnTo>
                  <a:pt x="1020" y="1012"/>
                </a:lnTo>
                <a:lnTo>
                  <a:pt x="1019" y="1012"/>
                </a:lnTo>
                <a:lnTo>
                  <a:pt x="1018" y="1012"/>
                </a:lnTo>
                <a:lnTo>
                  <a:pt x="1018" y="1011"/>
                </a:lnTo>
                <a:lnTo>
                  <a:pt x="1017" y="1011"/>
                </a:lnTo>
                <a:lnTo>
                  <a:pt x="1016" y="1010"/>
                </a:lnTo>
                <a:lnTo>
                  <a:pt x="1015" y="1010"/>
                </a:lnTo>
                <a:lnTo>
                  <a:pt x="1015" y="1011"/>
                </a:lnTo>
                <a:lnTo>
                  <a:pt x="1014" y="1010"/>
                </a:lnTo>
                <a:lnTo>
                  <a:pt x="1013" y="1010"/>
                </a:lnTo>
                <a:lnTo>
                  <a:pt x="1013" y="1009"/>
                </a:lnTo>
                <a:lnTo>
                  <a:pt x="1012" y="1009"/>
                </a:lnTo>
                <a:lnTo>
                  <a:pt x="1012" y="1008"/>
                </a:lnTo>
                <a:lnTo>
                  <a:pt x="1011" y="1008"/>
                </a:lnTo>
                <a:lnTo>
                  <a:pt x="1010" y="1008"/>
                </a:lnTo>
                <a:lnTo>
                  <a:pt x="1010" y="1007"/>
                </a:lnTo>
                <a:lnTo>
                  <a:pt x="1009" y="1007"/>
                </a:lnTo>
                <a:lnTo>
                  <a:pt x="1008" y="1006"/>
                </a:lnTo>
                <a:lnTo>
                  <a:pt x="1007" y="1006"/>
                </a:lnTo>
                <a:lnTo>
                  <a:pt x="1007" y="1005"/>
                </a:lnTo>
                <a:lnTo>
                  <a:pt x="1006" y="1005"/>
                </a:lnTo>
                <a:lnTo>
                  <a:pt x="1005" y="1005"/>
                </a:lnTo>
                <a:lnTo>
                  <a:pt x="1004" y="1005"/>
                </a:lnTo>
                <a:lnTo>
                  <a:pt x="1005" y="1005"/>
                </a:lnTo>
                <a:lnTo>
                  <a:pt x="1004" y="1005"/>
                </a:lnTo>
                <a:lnTo>
                  <a:pt x="1004" y="1004"/>
                </a:lnTo>
                <a:lnTo>
                  <a:pt x="1003" y="1003"/>
                </a:lnTo>
                <a:lnTo>
                  <a:pt x="1002" y="1002"/>
                </a:lnTo>
                <a:lnTo>
                  <a:pt x="1001" y="1002"/>
                </a:lnTo>
                <a:lnTo>
                  <a:pt x="1001" y="1001"/>
                </a:lnTo>
                <a:lnTo>
                  <a:pt x="1000" y="1001"/>
                </a:lnTo>
                <a:lnTo>
                  <a:pt x="1000" y="1000"/>
                </a:lnTo>
                <a:lnTo>
                  <a:pt x="1001" y="1000"/>
                </a:lnTo>
                <a:lnTo>
                  <a:pt x="1002" y="1000"/>
                </a:lnTo>
                <a:lnTo>
                  <a:pt x="1002" y="999"/>
                </a:lnTo>
                <a:lnTo>
                  <a:pt x="1003" y="999"/>
                </a:lnTo>
                <a:lnTo>
                  <a:pt x="1003" y="998"/>
                </a:lnTo>
                <a:lnTo>
                  <a:pt x="1003" y="994"/>
                </a:lnTo>
                <a:lnTo>
                  <a:pt x="1003" y="991"/>
                </a:lnTo>
                <a:lnTo>
                  <a:pt x="1004" y="991"/>
                </a:lnTo>
                <a:lnTo>
                  <a:pt x="1004" y="990"/>
                </a:lnTo>
                <a:lnTo>
                  <a:pt x="1004" y="989"/>
                </a:lnTo>
                <a:lnTo>
                  <a:pt x="1003" y="989"/>
                </a:lnTo>
                <a:lnTo>
                  <a:pt x="1003" y="988"/>
                </a:lnTo>
                <a:lnTo>
                  <a:pt x="1003" y="987"/>
                </a:lnTo>
                <a:lnTo>
                  <a:pt x="1003" y="986"/>
                </a:lnTo>
                <a:lnTo>
                  <a:pt x="1002" y="986"/>
                </a:lnTo>
                <a:lnTo>
                  <a:pt x="1002" y="985"/>
                </a:lnTo>
                <a:lnTo>
                  <a:pt x="1003" y="985"/>
                </a:lnTo>
                <a:lnTo>
                  <a:pt x="1003" y="984"/>
                </a:lnTo>
                <a:lnTo>
                  <a:pt x="1004" y="984"/>
                </a:lnTo>
                <a:lnTo>
                  <a:pt x="1003" y="984"/>
                </a:lnTo>
                <a:lnTo>
                  <a:pt x="1004" y="984"/>
                </a:lnTo>
                <a:lnTo>
                  <a:pt x="1005" y="984"/>
                </a:lnTo>
                <a:lnTo>
                  <a:pt x="1004" y="984"/>
                </a:lnTo>
                <a:lnTo>
                  <a:pt x="1004" y="983"/>
                </a:lnTo>
                <a:lnTo>
                  <a:pt x="1003" y="983"/>
                </a:lnTo>
                <a:lnTo>
                  <a:pt x="1003" y="982"/>
                </a:lnTo>
                <a:lnTo>
                  <a:pt x="1004" y="982"/>
                </a:lnTo>
                <a:lnTo>
                  <a:pt x="1005" y="982"/>
                </a:lnTo>
                <a:lnTo>
                  <a:pt x="1004" y="982"/>
                </a:lnTo>
                <a:lnTo>
                  <a:pt x="1003" y="982"/>
                </a:lnTo>
                <a:lnTo>
                  <a:pt x="1002" y="982"/>
                </a:lnTo>
                <a:lnTo>
                  <a:pt x="1002" y="983"/>
                </a:lnTo>
                <a:lnTo>
                  <a:pt x="1001" y="984"/>
                </a:lnTo>
                <a:lnTo>
                  <a:pt x="1000" y="984"/>
                </a:lnTo>
                <a:lnTo>
                  <a:pt x="999" y="985"/>
                </a:lnTo>
                <a:lnTo>
                  <a:pt x="998" y="985"/>
                </a:lnTo>
                <a:lnTo>
                  <a:pt x="997" y="985"/>
                </a:lnTo>
                <a:lnTo>
                  <a:pt x="997" y="986"/>
                </a:lnTo>
                <a:lnTo>
                  <a:pt x="997" y="987"/>
                </a:lnTo>
                <a:lnTo>
                  <a:pt x="996" y="987"/>
                </a:lnTo>
                <a:lnTo>
                  <a:pt x="996" y="988"/>
                </a:lnTo>
                <a:lnTo>
                  <a:pt x="996" y="989"/>
                </a:lnTo>
                <a:lnTo>
                  <a:pt x="996" y="990"/>
                </a:lnTo>
                <a:lnTo>
                  <a:pt x="996" y="991"/>
                </a:lnTo>
                <a:lnTo>
                  <a:pt x="996" y="992"/>
                </a:lnTo>
                <a:lnTo>
                  <a:pt x="997" y="992"/>
                </a:lnTo>
                <a:lnTo>
                  <a:pt x="997" y="993"/>
                </a:lnTo>
                <a:lnTo>
                  <a:pt x="996" y="993"/>
                </a:lnTo>
                <a:lnTo>
                  <a:pt x="996" y="992"/>
                </a:lnTo>
                <a:lnTo>
                  <a:pt x="995" y="992"/>
                </a:lnTo>
                <a:lnTo>
                  <a:pt x="994" y="992"/>
                </a:lnTo>
                <a:lnTo>
                  <a:pt x="993" y="991"/>
                </a:lnTo>
                <a:lnTo>
                  <a:pt x="992" y="991"/>
                </a:lnTo>
                <a:lnTo>
                  <a:pt x="992" y="990"/>
                </a:lnTo>
                <a:lnTo>
                  <a:pt x="991" y="989"/>
                </a:lnTo>
                <a:lnTo>
                  <a:pt x="991" y="988"/>
                </a:lnTo>
                <a:lnTo>
                  <a:pt x="992" y="988"/>
                </a:lnTo>
                <a:lnTo>
                  <a:pt x="992" y="987"/>
                </a:lnTo>
                <a:lnTo>
                  <a:pt x="992" y="986"/>
                </a:lnTo>
                <a:lnTo>
                  <a:pt x="993" y="986"/>
                </a:lnTo>
                <a:lnTo>
                  <a:pt x="992" y="986"/>
                </a:lnTo>
                <a:lnTo>
                  <a:pt x="992" y="985"/>
                </a:lnTo>
                <a:lnTo>
                  <a:pt x="991" y="985"/>
                </a:lnTo>
                <a:lnTo>
                  <a:pt x="990" y="985"/>
                </a:lnTo>
                <a:lnTo>
                  <a:pt x="990" y="984"/>
                </a:lnTo>
                <a:lnTo>
                  <a:pt x="990" y="983"/>
                </a:lnTo>
                <a:lnTo>
                  <a:pt x="990" y="982"/>
                </a:lnTo>
                <a:lnTo>
                  <a:pt x="990" y="981"/>
                </a:lnTo>
                <a:lnTo>
                  <a:pt x="989" y="981"/>
                </a:lnTo>
                <a:lnTo>
                  <a:pt x="990" y="981"/>
                </a:lnTo>
                <a:lnTo>
                  <a:pt x="990" y="980"/>
                </a:lnTo>
                <a:lnTo>
                  <a:pt x="990" y="978"/>
                </a:lnTo>
                <a:lnTo>
                  <a:pt x="990" y="977"/>
                </a:lnTo>
                <a:lnTo>
                  <a:pt x="991" y="977"/>
                </a:lnTo>
                <a:lnTo>
                  <a:pt x="991" y="976"/>
                </a:lnTo>
                <a:lnTo>
                  <a:pt x="992" y="976"/>
                </a:lnTo>
                <a:lnTo>
                  <a:pt x="991" y="976"/>
                </a:lnTo>
                <a:lnTo>
                  <a:pt x="990" y="976"/>
                </a:lnTo>
                <a:lnTo>
                  <a:pt x="991" y="976"/>
                </a:lnTo>
                <a:lnTo>
                  <a:pt x="991" y="977"/>
                </a:lnTo>
                <a:lnTo>
                  <a:pt x="990" y="977"/>
                </a:lnTo>
                <a:lnTo>
                  <a:pt x="989" y="977"/>
                </a:lnTo>
                <a:lnTo>
                  <a:pt x="989" y="978"/>
                </a:lnTo>
                <a:lnTo>
                  <a:pt x="988" y="978"/>
                </a:lnTo>
                <a:lnTo>
                  <a:pt x="988" y="979"/>
                </a:lnTo>
                <a:lnTo>
                  <a:pt x="987" y="979"/>
                </a:lnTo>
                <a:lnTo>
                  <a:pt x="987" y="980"/>
                </a:lnTo>
                <a:lnTo>
                  <a:pt x="986" y="980"/>
                </a:lnTo>
                <a:lnTo>
                  <a:pt x="985" y="980"/>
                </a:lnTo>
                <a:lnTo>
                  <a:pt x="985" y="979"/>
                </a:lnTo>
                <a:lnTo>
                  <a:pt x="985" y="978"/>
                </a:lnTo>
                <a:lnTo>
                  <a:pt x="985" y="977"/>
                </a:lnTo>
                <a:lnTo>
                  <a:pt x="985" y="975"/>
                </a:lnTo>
                <a:lnTo>
                  <a:pt x="985" y="974"/>
                </a:lnTo>
                <a:lnTo>
                  <a:pt x="984" y="974"/>
                </a:lnTo>
                <a:lnTo>
                  <a:pt x="984" y="975"/>
                </a:lnTo>
                <a:lnTo>
                  <a:pt x="983" y="975"/>
                </a:lnTo>
                <a:lnTo>
                  <a:pt x="983" y="974"/>
                </a:lnTo>
                <a:lnTo>
                  <a:pt x="984" y="974"/>
                </a:lnTo>
                <a:lnTo>
                  <a:pt x="984" y="973"/>
                </a:lnTo>
                <a:lnTo>
                  <a:pt x="984" y="972"/>
                </a:lnTo>
                <a:lnTo>
                  <a:pt x="983" y="972"/>
                </a:lnTo>
                <a:lnTo>
                  <a:pt x="982" y="972"/>
                </a:lnTo>
                <a:lnTo>
                  <a:pt x="981" y="972"/>
                </a:lnTo>
                <a:lnTo>
                  <a:pt x="981" y="971"/>
                </a:lnTo>
                <a:lnTo>
                  <a:pt x="982" y="971"/>
                </a:lnTo>
                <a:lnTo>
                  <a:pt x="983" y="971"/>
                </a:lnTo>
                <a:lnTo>
                  <a:pt x="983" y="970"/>
                </a:lnTo>
                <a:lnTo>
                  <a:pt x="982" y="969"/>
                </a:lnTo>
                <a:lnTo>
                  <a:pt x="981" y="969"/>
                </a:lnTo>
                <a:lnTo>
                  <a:pt x="981" y="970"/>
                </a:lnTo>
                <a:lnTo>
                  <a:pt x="981" y="969"/>
                </a:lnTo>
                <a:lnTo>
                  <a:pt x="981" y="968"/>
                </a:lnTo>
                <a:lnTo>
                  <a:pt x="982" y="968"/>
                </a:lnTo>
                <a:lnTo>
                  <a:pt x="982" y="967"/>
                </a:lnTo>
                <a:lnTo>
                  <a:pt x="983" y="967"/>
                </a:lnTo>
                <a:lnTo>
                  <a:pt x="982" y="967"/>
                </a:lnTo>
                <a:lnTo>
                  <a:pt x="982" y="968"/>
                </a:lnTo>
                <a:lnTo>
                  <a:pt x="981" y="968"/>
                </a:lnTo>
                <a:lnTo>
                  <a:pt x="981" y="967"/>
                </a:lnTo>
                <a:lnTo>
                  <a:pt x="980" y="967"/>
                </a:lnTo>
                <a:lnTo>
                  <a:pt x="980" y="966"/>
                </a:lnTo>
                <a:lnTo>
                  <a:pt x="979" y="966"/>
                </a:lnTo>
                <a:lnTo>
                  <a:pt x="980" y="965"/>
                </a:lnTo>
                <a:lnTo>
                  <a:pt x="980" y="964"/>
                </a:lnTo>
                <a:lnTo>
                  <a:pt x="980" y="963"/>
                </a:lnTo>
                <a:lnTo>
                  <a:pt x="980" y="962"/>
                </a:lnTo>
                <a:lnTo>
                  <a:pt x="981" y="962"/>
                </a:lnTo>
                <a:lnTo>
                  <a:pt x="981" y="961"/>
                </a:lnTo>
                <a:lnTo>
                  <a:pt x="982" y="961"/>
                </a:lnTo>
                <a:lnTo>
                  <a:pt x="982" y="960"/>
                </a:lnTo>
                <a:lnTo>
                  <a:pt x="983" y="960"/>
                </a:lnTo>
                <a:lnTo>
                  <a:pt x="983" y="961"/>
                </a:lnTo>
                <a:lnTo>
                  <a:pt x="983" y="960"/>
                </a:lnTo>
                <a:lnTo>
                  <a:pt x="984" y="960"/>
                </a:lnTo>
                <a:lnTo>
                  <a:pt x="985" y="960"/>
                </a:lnTo>
                <a:lnTo>
                  <a:pt x="986" y="960"/>
                </a:lnTo>
                <a:lnTo>
                  <a:pt x="986" y="959"/>
                </a:lnTo>
                <a:lnTo>
                  <a:pt x="986" y="958"/>
                </a:lnTo>
                <a:lnTo>
                  <a:pt x="987" y="958"/>
                </a:lnTo>
                <a:lnTo>
                  <a:pt x="987" y="957"/>
                </a:lnTo>
                <a:lnTo>
                  <a:pt x="988" y="957"/>
                </a:lnTo>
                <a:lnTo>
                  <a:pt x="988" y="958"/>
                </a:lnTo>
                <a:lnTo>
                  <a:pt x="988" y="957"/>
                </a:lnTo>
                <a:lnTo>
                  <a:pt x="988" y="956"/>
                </a:lnTo>
                <a:lnTo>
                  <a:pt x="988" y="955"/>
                </a:lnTo>
                <a:lnTo>
                  <a:pt x="988" y="956"/>
                </a:lnTo>
                <a:lnTo>
                  <a:pt x="987" y="956"/>
                </a:lnTo>
                <a:lnTo>
                  <a:pt x="987" y="957"/>
                </a:lnTo>
                <a:lnTo>
                  <a:pt x="986" y="957"/>
                </a:lnTo>
                <a:lnTo>
                  <a:pt x="986" y="958"/>
                </a:lnTo>
                <a:lnTo>
                  <a:pt x="986" y="957"/>
                </a:lnTo>
                <a:lnTo>
                  <a:pt x="985" y="957"/>
                </a:lnTo>
                <a:lnTo>
                  <a:pt x="985" y="958"/>
                </a:lnTo>
                <a:lnTo>
                  <a:pt x="984" y="958"/>
                </a:lnTo>
                <a:lnTo>
                  <a:pt x="984" y="957"/>
                </a:lnTo>
                <a:lnTo>
                  <a:pt x="985" y="957"/>
                </a:lnTo>
                <a:lnTo>
                  <a:pt x="985" y="956"/>
                </a:lnTo>
                <a:lnTo>
                  <a:pt x="984" y="956"/>
                </a:lnTo>
                <a:lnTo>
                  <a:pt x="984" y="957"/>
                </a:lnTo>
                <a:lnTo>
                  <a:pt x="983" y="958"/>
                </a:lnTo>
                <a:lnTo>
                  <a:pt x="983" y="959"/>
                </a:lnTo>
                <a:lnTo>
                  <a:pt x="982" y="959"/>
                </a:lnTo>
                <a:lnTo>
                  <a:pt x="982" y="958"/>
                </a:lnTo>
                <a:lnTo>
                  <a:pt x="981" y="958"/>
                </a:lnTo>
                <a:lnTo>
                  <a:pt x="980" y="958"/>
                </a:lnTo>
                <a:lnTo>
                  <a:pt x="979" y="958"/>
                </a:lnTo>
                <a:lnTo>
                  <a:pt x="979" y="959"/>
                </a:lnTo>
                <a:lnTo>
                  <a:pt x="979" y="958"/>
                </a:lnTo>
                <a:lnTo>
                  <a:pt x="978" y="958"/>
                </a:lnTo>
                <a:lnTo>
                  <a:pt x="978" y="959"/>
                </a:lnTo>
                <a:lnTo>
                  <a:pt x="977" y="959"/>
                </a:lnTo>
                <a:lnTo>
                  <a:pt x="977" y="960"/>
                </a:lnTo>
                <a:lnTo>
                  <a:pt x="975" y="960"/>
                </a:lnTo>
                <a:lnTo>
                  <a:pt x="975" y="961"/>
                </a:lnTo>
                <a:lnTo>
                  <a:pt x="974" y="961"/>
                </a:lnTo>
                <a:lnTo>
                  <a:pt x="974" y="962"/>
                </a:lnTo>
                <a:lnTo>
                  <a:pt x="975" y="962"/>
                </a:lnTo>
                <a:lnTo>
                  <a:pt x="975" y="963"/>
                </a:lnTo>
                <a:lnTo>
                  <a:pt x="974" y="963"/>
                </a:lnTo>
                <a:lnTo>
                  <a:pt x="974" y="964"/>
                </a:lnTo>
                <a:lnTo>
                  <a:pt x="974" y="965"/>
                </a:lnTo>
                <a:lnTo>
                  <a:pt x="973" y="964"/>
                </a:lnTo>
                <a:lnTo>
                  <a:pt x="972" y="964"/>
                </a:lnTo>
                <a:lnTo>
                  <a:pt x="972" y="965"/>
                </a:lnTo>
                <a:lnTo>
                  <a:pt x="971" y="965"/>
                </a:lnTo>
                <a:lnTo>
                  <a:pt x="970" y="965"/>
                </a:lnTo>
                <a:lnTo>
                  <a:pt x="969" y="965"/>
                </a:lnTo>
                <a:lnTo>
                  <a:pt x="970" y="965"/>
                </a:lnTo>
                <a:lnTo>
                  <a:pt x="970" y="966"/>
                </a:lnTo>
                <a:lnTo>
                  <a:pt x="971" y="966"/>
                </a:lnTo>
                <a:lnTo>
                  <a:pt x="970" y="966"/>
                </a:lnTo>
                <a:lnTo>
                  <a:pt x="971" y="967"/>
                </a:lnTo>
                <a:lnTo>
                  <a:pt x="972" y="967"/>
                </a:lnTo>
                <a:lnTo>
                  <a:pt x="971" y="967"/>
                </a:lnTo>
                <a:lnTo>
                  <a:pt x="971" y="968"/>
                </a:lnTo>
                <a:lnTo>
                  <a:pt x="970" y="968"/>
                </a:lnTo>
                <a:lnTo>
                  <a:pt x="970" y="969"/>
                </a:lnTo>
                <a:lnTo>
                  <a:pt x="971" y="968"/>
                </a:lnTo>
                <a:lnTo>
                  <a:pt x="972" y="968"/>
                </a:lnTo>
                <a:lnTo>
                  <a:pt x="973" y="967"/>
                </a:lnTo>
                <a:lnTo>
                  <a:pt x="974" y="967"/>
                </a:lnTo>
                <a:lnTo>
                  <a:pt x="974" y="968"/>
                </a:lnTo>
                <a:lnTo>
                  <a:pt x="973" y="968"/>
                </a:lnTo>
                <a:lnTo>
                  <a:pt x="974" y="969"/>
                </a:lnTo>
                <a:lnTo>
                  <a:pt x="974" y="968"/>
                </a:lnTo>
                <a:lnTo>
                  <a:pt x="975" y="968"/>
                </a:lnTo>
                <a:lnTo>
                  <a:pt x="976" y="969"/>
                </a:lnTo>
                <a:lnTo>
                  <a:pt x="975" y="969"/>
                </a:lnTo>
                <a:lnTo>
                  <a:pt x="975" y="970"/>
                </a:lnTo>
                <a:lnTo>
                  <a:pt x="975" y="971"/>
                </a:lnTo>
                <a:lnTo>
                  <a:pt x="975" y="972"/>
                </a:lnTo>
                <a:lnTo>
                  <a:pt x="976" y="972"/>
                </a:lnTo>
                <a:lnTo>
                  <a:pt x="976" y="973"/>
                </a:lnTo>
                <a:lnTo>
                  <a:pt x="976" y="974"/>
                </a:lnTo>
                <a:lnTo>
                  <a:pt x="976" y="975"/>
                </a:lnTo>
                <a:lnTo>
                  <a:pt x="975" y="975"/>
                </a:lnTo>
                <a:lnTo>
                  <a:pt x="974" y="975"/>
                </a:lnTo>
                <a:lnTo>
                  <a:pt x="973" y="975"/>
                </a:lnTo>
                <a:lnTo>
                  <a:pt x="972" y="975"/>
                </a:lnTo>
                <a:lnTo>
                  <a:pt x="971" y="975"/>
                </a:lnTo>
                <a:lnTo>
                  <a:pt x="970" y="975"/>
                </a:lnTo>
                <a:lnTo>
                  <a:pt x="969" y="974"/>
                </a:lnTo>
                <a:lnTo>
                  <a:pt x="968" y="974"/>
                </a:lnTo>
                <a:lnTo>
                  <a:pt x="967" y="974"/>
                </a:lnTo>
                <a:lnTo>
                  <a:pt x="966" y="974"/>
                </a:lnTo>
                <a:lnTo>
                  <a:pt x="967" y="974"/>
                </a:lnTo>
                <a:lnTo>
                  <a:pt x="968" y="974"/>
                </a:lnTo>
                <a:lnTo>
                  <a:pt x="968" y="975"/>
                </a:lnTo>
                <a:lnTo>
                  <a:pt x="969" y="975"/>
                </a:lnTo>
                <a:lnTo>
                  <a:pt x="969" y="976"/>
                </a:lnTo>
                <a:lnTo>
                  <a:pt x="970" y="976"/>
                </a:lnTo>
                <a:lnTo>
                  <a:pt x="971" y="976"/>
                </a:lnTo>
                <a:lnTo>
                  <a:pt x="972" y="976"/>
                </a:lnTo>
                <a:lnTo>
                  <a:pt x="973" y="976"/>
                </a:lnTo>
                <a:lnTo>
                  <a:pt x="975" y="976"/>
                </a:lnTo>
                <a:lnTo>
                  <a:pt x="976" y="977"/>
                </a:lnTo>
                <a:lnTo>
                  <a:pt x="977" y="977"/>
                </a:lnTo>
                <a:lnTo>
                  <a:pt x="977" y="978"/>
                </a:lnTo>
                <a:lnTo>
                  <a:pt x="978" y="979"/>
                </a:lnTo>
                <a:lnTo>
                  <a:pt x="978" y="980"/>
                </a:lnTo>
                <a:lnTo>
                  <a:pt x="979" y="980"/>
                </a:lnTo>
                <a:lnTo>
                  <a:pt x="979" y="981"/>
                </a:lnTo>
                <a:lnTo>
                  <a:pt x="980" y="981"/>
                </a:lnTo>
                <a:lnTo>
                  <a:pt x="980" y="982"/>
                </a:lnTo>
                <a:lnTo>
                  <a:pt x="981" y="982"/>
                </a:lnTo>
                <a:lnTo>
                  <a:pt x="981" y="983"/>
                </a:lnTo>
                <a:lnTo>
                  <a:pt x="982" y="983"/>
                </a:lnTo>
                <a:lnTo>
                  <a:pt x="983" y="983"/>
                </a:lnTo>
                <a:lnTo>
                  <a:pt x="983" y="984"/>
                </a:lnTo>
                <a:lnTo>
                  <a:pt x="983" y="985"/>
                </a:lnTo>
                <a:lnTo>
                  <a:pt x="984" y="984"/>
                </a:lnTo>
                <a:lnTo>
                  <a:pt x="984" y="985"/>
                </a:lnTo>
                <a:lnTo>
                  <a:pt x="983" y="986"/>
                </a:lnTo>
                <a:lnTo>
                  <a:pt x="984" y="986"/>
                </a:lnTo>
                <a:lnTo>
                  <a:pt x="984" y="987"/>
                </a:lnTo>
                <a:lnTo>
                  <a:pt x="985" y="987"/>
                </a:lnTo>
                <a:lnTo>
                  <a:pt x="986" y="987"/>
                </a:lnTo>
                <a:lnTo>
                  <a:pt x="986" y="988"/>
                </a:lnTo>
                <a:lnTo>
                  <a:pt x="987" y="989"/>
                </a:lnTo>
                <a:lnTo>
                  <a:pt x="986" y="990"/>
                </a:lnTo>
                <a:lnTo>
                  <a:pt x="987" y="991"/>
                </a:lnTo>
                <a:lnTo>
                  <a:pt x="986" y="991"/>
                </a:lnTo>
                <a:lnTo>
                  <a:pt x="985" y="990"/>
                </a:lnTo>
                <a:lnTo>
                  <a:pt x="984" y="990"/>
                </a:lnTo>
                <a:lnTo>
                  <a:pt x="984" y="991"/>
                </a:lnTo>
                <a:lnTo>
                  <a:pt x="985" y="991"/>
                </a:lnTo>
                <a:lnTo>
                  <a:pt x="985" y="992"/>
                </a:lnTo>
                <a:lnTo>
                  <a:pt x="986" y="992"/>
                </a:lnTo>
                <a:lnTo>
                  <a:pt x="986" y="993"/>
                </a:lnTo>
                <a:lnTo>
                  <a:pt x="985" y="994"/>
                </a:lnTo>
                <a:lnTo>
                  <a:pt x="984" y="994"/>
                </a:lnTo>
                <a:lnTo>
                  <a:pt x="983" y="994"/>
                </a:lnTo>
                <a:lnTo>
                  <a:pt x="983" y="996"/>
                </a:lnTo>
                <a:lnTo>
                  <a:pt x="982" y="996"/>
                </a:lnTo>
                <a:lnTo>
                  <a:pt x="983" y="996"/>
                </a:lnTo>
                <a:lnTo>
                  <a:pt x="983" y="997"/>
                </a:lnTo>
                <a:lnTo>
                  <a:pt x="982" y="998"/>
                </a:lnTo>
                <a:lnTo>
                  <a:pt x="983" y="998"/>
                </a:lnTo>
                <a:lnTo>
                  <a:pt x="983" y="999"/>
                </a:lnTo>
                <a:lnTo>
                  <a:pt x="982" y="1000"/>
                </a:lnTo>
                <a:lnTo>
                  <a:pt x="982" y="1001"/>
                </a:lnTo>
                <a:lnTo>
                  <a:pt x="981" y="1001"/>
                </a:lnTo>
                <a:lnTo>
                  <a:pt x="981" y="1002"/>
                </a:lnTo>
                <a:lnTo>
                  <a:pt x="980" y="1003"/>
                </a:lnTo>
                <a:lnTo>
                  <a:pt x="980" y="1004"/>
                </a:lnTo>
                <a:lnTo>
                  <a:pt x="979" y="1004"/>
                </a:lnTo>
                <a:lnTo>
                  <a:pt x="979" y="1005"/>
                </a:lnTo>
                <a:lnTo>
                  <a:pt x="981" y="1005"/>
                </a:lnTo>
                <a:lnTo>
                  <a:pt x="980" y="1008"/>
                </a:lnTo>
                <a:lnTo>
                  <a:pt x="981" y="1009"/>
                </a:lnTo>
                <a:lnTo>
                  <a:pt x="981" y="1010"/>
                </a:lnTo>
                <a:lnTo>
                  <a:pt x="975" y="1008"/>
                </a:lnTo>
                <a:lnTo>
                  <a:pt x="974" y="1008"/>
                </a:lnTo>
                <a:lnTo>
                  <a:pt x="972" y="1009"/>
                </a:lnTo>
                <a:lnTo>
                  <a:pt x="971" y="1010"/>
                </a:lnTo>
                <a:lnTo>
                  <a:pt x="969" y="1011"/>
                </a:lnTo>
                <a:lnTo>
                  <a:pt x="967" y="1012"/>
                </a:lnTo>
                <a:lnTo>
                  <a:pt x="966" y="1013"/>
                </a:lnTo>
                <a:lnTo>
                  <a:pt x="965" y="1013"/>
                </a:lnTo>
                <a:lnTo>
                  <a:pt x="964" y="1013"/>
                </a:lnTo>
                <a:lnTo>
                  <a:pt x="963" y="1012"/>
                </a:lnTo>
                <a:lnTo>
                  <a:pt x="962" y="1014"/>
                </a:lnTo>
                <a:lnTo>
                  <a:pt x="962" y="1015"/>
                </a:lnTo>
                <a:lnTo>
                  <a:pt x="961" y="1015"/>
                </a:lnTo>
                <a:lnTo>
                  <a:pt x="960" y="1015"/>
                </a:lnTo>
                <a:lnTo>
                  <a:pt x="958" y="1016"/>
                </a:lnTo>
                <a:lnTo>
                  <a:pt x="957" y="1016"/>
                </a:lnTo>
                <a:lnTo>
                  <a:pt x="956" y="1016"/>
                </a:lnTo>
                <a:lnTo>
                  <a:pt x="955" y="1016"/>
                </a:lnTo>
                <a:lnTo>
                  <a:pt x="954" y="1016"/>
                </a:lnTo>
                <a:lnTo>
                  <a:pt x="953" y="1016"/>
                </a:lnTo>
                <a:lnTo>
                  <a:pt x="952" y="1015"/>
                </a:lnTo>
                <a:lnTo>
                  <a:pt x="951" y="1015"/>
                </a:lnTo>
                <a:lnTo>
                  <a:pt x="950" y="1015"/>
                </a:lnTo>
                <a:lnTo>
                  <a:pt x="949" y="1015"/>
                </a:lnTo>
                <a:lnTo>
                  <a:pt x="949" y="1016"/>
                </a:lnTo>
                <a:lnTo>
                  <a:pt x="948" y="1016"/>
                </a:lnTo>
                <a:lnTo>
                  <a:pt x="945" y="1016"/>
                </a:lnTo>
                <a:lnTo>
                  <a:pt x="944" y="1016"/>
                </a:lnTo>
                <a:lnTo>
                  <a:pt x="944" y="1017"/>
                </a:lnTo>
                <a:lnTo>
                  <a:pt x="943" y="1017"/>
                </a:lnTo>
                <a:lnTo>
                  <a:pt x="942" y="1017"/>
                </a:lnTo>
                <a:lnTo>
                  <a:pt x="941" y="1017"/>
                </a:lnTo>
                <a:lnTo>
                  <a:pt x="940" y="1017"/>
                </a:lnTo>
                <a:lnTo>
                  <a:pt x="939" y="1017"/>
                </a:lnTo>
                <a:lnTo>
                  <a:pt x="939" y="1016"/>
                </a:lnTo>
                <a:lnTo>
                  <a:pt x="940" y="1016"/>
                </a:lnTo>
                <a:lnTo>
                  <a:pt x="940" y="1014"/>
                </a:lnTo>
                <a:lnTo>
                  <a:pt x="939" y="1014"/>
                </a:lnTo>
                <a:lnTo>
                  <a:pt x="938" y="1012"/>
                </a:lnTo>
                <a:lnTo>
                  <a:pt x="938" y="1013"/>
                </a:lnTo>
                <a:lnTo>
                  <a:pt x="938" y="1014"/>
                </a:lnTo>
                <a:lnTo>
                  <a:pt x="938" y="1015"/>
                </a:lnTo>
                <a:lnTo>
                  <a:pt x="937" y="1016"/>
                </a:lnTo>
                <a:lnTo>
                  <a:pt x="937" y="1017"/>
                </a:lnTo>
                <a:lnTo>
                  <a:pt x="936" y="1017"/>
                </a:lnTo>
                <a:lnTo>
                  <a:pt x="934" y="1019"/>
                </a:lnTo>
                <a:lnTo>
                  <a:pt x="933" y="1019"/>
                </a:lnTo>
                <a:lnTo>
                  <a:pt x="933" y="1020"/>
                </a:lnTo>
                <a:lnTo>
                  <a:pt x="932" y="1020"/>
                </a:lnTo>
                <a:lnTo>
                  <a:pt x="930" y="1021"/>
                </a:lnTo>
                <a:lnTo>
                  <a:pt x="929" y="1021"/>
                </a:lnTo>
                <a:lnTo>
                  <a:pt x="928" y="1021"/>
                </a:lnTo>
                <a:lnTo>
                  <a:pt x="927" y="1022"/>
                </a:lnTo>
                <a:lnTo>
                  <a:pt x="925" y="1022"/>
                </a:lnTo>
                <a:lnTo>
                  <a:pt x="924" y="1022"/>
                </a:lnTo>
                <a:lnTo>
                  <a:pt x="923" y="1022"/>
                </a:lnTo>
                <a:lnTo>
                  <a:pt x="922" y="1021"/>
                </a:lnTo>
                <a:lnTo>
                  <a:pt x="921" y="1020"/>
                </a:lnTo>
                <a:lnTo>
                  <a:pt x="921" y="1019"/>
                </a:lnTo>
                <a:lnTo>
                  <a:pt x="921" y="1018"/>
                </a:lnTo>
                <a:lnTo>
                  <a:pt x="921" y="1017"/>
                </a:lnTo>
                <a:lnTo>
                  <a:pt x="921" y="1016"/>
                </a:lnTo>
                <a:lnTo>
                  <a:pt x="922" y="1015"/>
                </a:lnTo>
                <a:lnTo>
                  <a:pt x="922" y="1014"/>
                </a:lnTo>
                <a:lnTo>
                  <a:pt x="922" y="1013"/>
                </a:lnTo>
                <a:lnTo>
                  <a:pt x="922" y="1012"/>
                </a:lnTo>
                <a:lnTo>
                  <a:pt x="921" y="1012"/>
                </a:lnTo>
                <a:lnTo>
                  <a:pt x="921" y="1013"/>
                </a:lnTo>
                <a:lnTo>
                  <a:pt x="921" y="1014"/>
                </a:lnTo>
                <a:lnTo>
                  <a:pt x="921" y="1015"/>
                </a:lnTo>
                <a:lnTo>
                  <a:pt x="920" y="1017"/>
                </a:lnTo>
                <a:lnTo>
                  <a:pt x="919" y="1017"/>
                </a:lnTo>
                <a:lnTo>
                  <a:pt x="919" y="1016"/>
                </a:lnTo>
                <a:lnTo>
                  <a:pt x="918" y="1017"/>
                </a:lnTo>
                <a:lnTo>
                  <a:pt x="919" y="1018"/>
                </a:lnTo>
                <a:lnTo>
                  <a:pt x="919" y="1019"/>
                </a:lnTo>
                <a:lnTo>
                  <a:pt x="919" y="1020"/>
                </a:lnTo>
                <a:lnTo>
                  <a:pt x="919" y="1021"/>
                </a:lnTo>
                <a:lnTo>
                  <a:pt x="919" y="1022"/>
                </a:lnTo>
                <a:lnTo>
                  <a:pt x="919" y="1023"/>
                </a:lnTo>
                <a:lnTo>
                  <a:pt x="918" y="1024"/>
                </a:lnTo>
                <a:lnTo>
                  <a:pt x="917" y="1025"/>
                </a:lnTo>
                <a:lnTo>
                  <a:pt x="915" y="1025"/>
                </a:lnTo>
                <a:lnTo>
                  <a:pt x="915" y="1024"/>
                </a:lnTo>
                <a:lnTo>
                  <a:pt x="914" y="1024"/>
                </a:lnTo>
                <a:lnTo>
                  <a:pt x="913" y="1025"/>
                </a:lnTo>
                <a:lnTo>
                  <a:pt x="912" y="1025"/>
                </a:lnTo>
                <a:lnTo>
                  <a:pt x="911" y="1025"/>
                </a:lnTo>
                <a:lnTo>
                  <a:pt x="911" y="1026"/>
                </a:lnTo>
                <a:lnTo>
                  <a:pt x="910" y="1027"/>
                </a:lnTo>
                <a:lnTo>
                  <a:pt x="909" y="1026"/>
                </a:lnTo>
                <a:lnTo>
                  <a:pt x="907" y="1026"/>
                </a:lnTo>
                <a:lnTo>
                  <a:pt x="907" y="1027"/>
                </a:lnTo>
                <a:lnTo>
                  <a:pt x="906" y="1026"/>
                </a:lnTo>
                <a:lnTo>
                  <a:pt x="905" y="1027"/>
                </a:lnTo>
                <a:lnTo>
                  <a:pt x="906" y="1027"/>
                </a:lnTo>
                <a:lnTo>
                  <a:pt x="907" y="1027"/>
                </a:lnTo>
                <a:lnTo>
                  <a:pt x="907" y="1028"/>
                </a:lnTo>
                <a:lnTo>
                  <a:pt x="906" y="1028"/>
                </a:lnTo>
                <a:lnTo>
                  <a:pt x="906" y="1029"/>
                </a:lnTo>
                <a:lnTo>
                  <a:pt x="905" y="1029"/>
                </a:lnTo>
                <a:lnTo>
                  <a:pt x="905" y="1028"/>
                </a:lnTo>
                <a:lnTo>
                  <a:pt x="904" y="1028"/>
                </a:lnTo>
                <a:lnTo>
                  <a:pt x="905" y="1028"/>
                </a:lnTo>
                <a:lnTo>
                  <a:pt x="904" y="1028"/>
                </a:lnTo>
                <a:lnTo>
                  <a:pt x="903" y="1028"/>
                </a:lnTo>
                <a:lnTo>
                  <a:pt x="902" y="1027"/>
                </a:lnTo>
                <a:lnTo>
                  <a:pt x="901" y="1027"/>
                </a:lnTo>
                <a:lnTo>
                  <a:pt x="900" y="1027"/>
                </a:lnTo>
                <a:lnTo>
                  <a:pt x="900" y="1026"/>
                </a:lnTo>
                <a:lnTo>
                  <a:pt x="899" y="1026"/>
                </a:lnTo>
                <a:lnTo>
                  <a:pt x="898" y="1025"/>
                </a:lnTo>
                <a:lnTo>
                  <a:pt x="898" y="1026"/>
                </a:lnTo>
                <a:lnTo>
                  <a:pt x="897" y="1026"/>
                </a:lnTo>
                <a:lnTo>
                  <a:pt x="896" y="1025"/>
                </a:lnTo>
                <a:lnTo>
                  <a:pt x="895" y="1025"/>
                </a:lnTo>
                <a:lnTo>
                  <a:pt x="894" y="1025"/>
                </a:lnTo>
                <a:lnTo>
                  <a:pt x="894" y="1024"/>
                </a:lnTo>
                <a:lnTo>
                  <a:pt x="893" y="1024"/>
                </a:lnTo>
                <a:lnTo>
                  <a:pt x="892" y="1023"/>
                </a:lnTo>
                <a:lnTo>
                  <a:pt x="891" y="1022"/>
                </a:lnTo>
                <a:lnTo>
                  <a:pt x="890" y="1023"/>
                </a:lnTo>
                <a:lnTo>
                  <a:pt x="889" y="1023"/>
                </a:lnTo>
                <a:lnTo>
                  <a:pt x="888" y="1022"/>
                </a:lnTo>
                <a:lnTo>
                  <a:pt x="888" y="1021"/>
                </a:lnTo>
                <a:lnTo>
                  <a:pt x="887" y="1021"/>
                </a:lnTo>
                <a:lnTo>
                  <a:pt x="886" y="1021"/>
                </a:lnTo>
                <a:lnTo>
                  <a:pt x="885" y="1021"/>
                </a:lnTo>
                <a:lnTo>
                  <a:pt x="885" y="1022"/>
                </a:lnTo>
                <a:lnTo>
                  <a:pt x="884" y="1022"/>
                </a:lnTo>
                <a:lnTo>
                  <a:pt x="884" y="1021"/>
                </a:lnTo>
                <a:lnTo>
                  <a:pt x="883" y="1020"/>
                </a:lnTo>
                <a:lnTo>
                  <a:pt x="884" y="1019"/>
                </a:lnTo>
                <a:lnTo>
                  <a:pt x="884" y="1018"/>
                </a:lnTo>
                <a:lnTo>
                  <a:pt x="885" y="1018"/>
                </a:lnTo>
                <a:lnTo>
                  <a:pt x="885" y="1017"/>
                </a:lnTo>
                <a:lnTo>
                  <a:pt x="886" y="1016"/>
                </a:lnTo>
                <a:lnTo>
                  <a:pt x="887" y="1015"/>
                </a:lnTo>
                <a:lnTo>
                  <a:pt x="889" y="1012"/>
                </a:lnTo>
                <a:lnTo>
                  <a:pt x="890" y="1013"/>
                </a:lnTo>
                <a:lnTo>
                  <a:pt x="891" y="1013"/>
                </a:lnTo>
                <a:lnTo>
                  <a:pt x="892" y="1013"/>
                </a:lnTo>
                <a:lnTo>
                  <a:pt x="894" y="1013"/>
                </a:lnTo>
                <a:lnTo>
                  <a:pt x="896" y="1012"/>
                </a:lnTo>
                <a:lnTo>
                  <a:pt x="898" y="1011"/>
                </a:lnTo>
                <a:lnTo>
                  <a:pt x="900" y="1010"/>
                </a:lnTo>
                <a:lnTo>
                  <a:pt x="901" y="1010"/>
                </a:lnTo>
                <a:lnTo>
                  <a:pt x="902" y="1009"/>
                </a:lnTo>
                <a:lnTo>
                  <a:pt x="903" y="1008"/>
                </a:lnTo>
                <a:lnTo>
                  <a:pt x="904" y="1007"/>
                </a:lnTo>
                <a:lnTo>
                  <a:pt x="905" y="1005"/>
                </a:lnTo>
                <a:lnTo>
                  <a:pt x="906" y="1004"/>
                </a:lnTo>
                <a:lnTo>
                  <a:pt x="906" y="1003"/>
                </a:lnTo>
                <a:lnTo>
                  <a:pt x="907" y="1003"/>
                </a:lnTo>
                <a:lnTo>
                  <a:pt x="907" y="1002"/>
                </a:lnTo>
                <a:lnTo>
                  <a:pt x="907" y="1001"/>
                </a:lnTo>
                <a:lnTo>
                  <a:pt x="906" y="1001"/>
                </a:lnTo>
                <a:lnTo>
                  <a:pt x="906" y="1000"/>
                </a:lnTo>
                <a:lnTo>
                  <a:pt x="905" y="1000"/>
                </a:lnTo>
                <a:lnTo>
                  <a:pt x="905" y="999"/>
                </a:lnTo>
                <a:lnTo>
                  <a:pt x="905" y="1000"/>
                </a:lnTo>
                <a:lnTo>
                  <a:pt x="904" y="999"/>
                </a:lnTo>
                <a:lnTo>
                  <a:pt x="904" y="998"/>
                </a:lnTo>
                <a:lnTo>
                  <a:pt x="905" y="998"/>
                </a:lnTo>
                <a:lnTo>
                  <a:pt x="905" y="997"/>
                </a:lnTo>
                <a:lnTo>
                  <a:pt x="904" y="997"/>
                </a:lnTo>
                <a:lnTo>
                  <a:pt x="903" y="996"/>
                </a:lnTo>
                <a:lnTo>
                  <a:pt x="903" y="997"/>
                </a:lnTo>
                <a:lnTo>
                  <a:pt x="902" y="997"/>
                </a:lnTo>
                <a:lnTo>
                  <a:pt x="903" y="996"/>
                </a:lnTo>
                <a:lnTo>
                  <a:pt x="903" y="995"/>
                </a:lnTo>
                <a:lnTo>
                  <a:pt x="903" y="994"/>
                </a:lnTo>
                <a:lnTo>
                  <a:pt x="903" y="993"/>
                </a:lnTo>
                <a:lnTo>
                  <a:pt x="902" y="993"/>
                </a:lnTo>
                <a:lnTo>
                  <a:pt x="902" y="992"/>
                </a:lnTo>
                <a:lnTo>
                  <a:pt x="901" y="992"/>
                </a:lnTo>
                <a:lnTo>
                  <a:pt x="901" y="993"/>
                </a:lnTo>
                <a:lnTo>
                  <a:pt x="900" y="993"/>
                </a:lnTo>
                <a:lnTo>
                  <a:pt x="899" y="993"/>
                </a:lnTo>
                <a:lnTo>
                  <a:pt x="899" y="992"/>
                </a:lnTo>
                <a:lnTo>
                  <a:pt x="898" y="992"/>
                </a:lnTo>
                <a:lnTo>
                  <a:pt x="897" y="992"/>
                </a:lnTo>
                <a:lnTo>
                  <a:pt x="896" y="992"/>
                </a:lnTo>
                <a:lnTo>
                  <a:pt x="896" y="993"/>
                </a:lnTo>
                <a:lnTo>
                  <a:pt x="895" y="993"/>
                </a:lnTo>
                <a:lnTo>
                  <a:pt x="894" y="993"/>
                </a:lnTo>
                <a:lnTo>
                  <a:pt x="894" y="992"/>
                </a:lnTo>
                <a:lnTo>
                  <a:pt x="893" y="992"/>
                </a:lnTo>
                <a:lnTo>
                  <a:pt x="893" y="993"/>
                </a:lnTo>
                <a:lnTo>
                  <a:pt x="892" y="993"/>
                </a:lnTo>
                <a:lnTo>
                  <a:pt x="891" y="992"/>
                </a:lnTo>
                <a:lnTo>
                  <a:pt x="890" y="991"/>
                </a:lnTo>
                <a:lnTo>
                  <a:pt x="889" y="990"/>
                </a:lnTo>
                <a:lnTo>
                  <a:pt x="888" y="990"/>
                </a:lnTo>
                <a:lnTo>
                  <a:pt x="888" y="989"/>
                </a:lnTo>
                <a:lnTo>
                  <a:pt x="888" y="988"/>
                </a:lnTo>
                <a:lnTo>
                  <a:pt x="888" y="987"/>
                </a:lnTo>
                <a:lnTo>
                  <a:pt x="888" y="986"/>
                </a:lnTo>
                <a:lnTo>
                  <a:pt x="888" y="985"/>
                </a:lnTo>
                <a:lnTo>
                  <a:pt x="888" y="984"/>
                </a:lnTo>
                <a:lnTo>
                  <a:pt x="888" y="983"/>
                </a:lnTo>
                <a:lnTo>
                  <a:pt x="889" y="983"/>
                </a:lnTo>
                <a:lnTo>
                  <a:pt x="891" y="983"/>
                </a:lnTo>
                <a:lnTo>
                  <a:pt x="891" y="982"/>
                </a:lnTo>
                <a:lnTo>
                  <a:pt x="892" y="982"/>
                </a:lnTo>
                <a:lnTo>
                  <a:pt x="892" y="981"/>
                </a:lnTo>
                <a:lnTo>
                  <a:pt x="892" y="980"/>
                </a:lnTo>
                <a:lnTo>
                  <a:pt x="892" y="979"/>
                </a:lnTo>
                <a:lnTo>
                  <a:pt x="893" y="979"/>
                </a:lnTo>
                <a:lnTo>
                  <a:pt x="894" y="979"/>
                </a:lnTo>
                <a:lnTo>
                  <a:pt x="895" y="979"/>
                </a:lnTo>
                <a:lnTo>
                  <a:pt x="895" y="978"/>
                </a:lnTo>
                <a:lnTo>
                  <a:pt x="896" y="977"/>
                </a:lnTo>
                <a:lnTo>
                  <a:pt x="897" y="976"/>
                </a:lnTo>
                <a:lnTo>
                  <a:pt x="896" y="977"/>
                </a:lnTo>
                <a:lnTo>
                  <a:pt x="895" y="977"/>
                </a:lnTo>
                <a:lnTo>
                  <a:pt x="895" y="978"/>
                </a:lnTo>
                <a:lnTo>
                  <a:pt x="894" y="978"/>
                </a:lnTo>
                <a:lnTo>
                  <a:pt x="893" y="979"/>
                </a:lnTo>
                <a:lnTo>
                  <a:pt x="892" y="979"/>
                </a:lnTo>
                <a:lnTo>
                  <a:pt x="891" y="980"/>
                </a:lnTo>
                <a:lnTo>
                  <a:pt x="891" y="981"/>
                </a:lnTo>
                <a:lnTo>
                  <a:pt x="891" y="982"/>
                </a:lnTo>
                <a:lnTo>
                  <a:pt x="890" y="982"/>
                </a:lnTo>
                <a:lnTo>
                  <a:pt x="889" y="982"/>
                </a:lnTo>
                <a:lnTo>
                  <a:pt x="888" y="982"/>
                </a:lnTo>
                <a:lnTo>
                  <a:pt x="888" y="983"/>
                </a:lnTo>
                <a:lnTo>
                  <a:pt x="887" y="983"/>
                </a:lnTo>
                <a:lnTo>
                  <a:pt x="887" y="984"/>
                </a:lnTo>
                <a:lnTo>
                  <a:pt x="887" y="985"/>
                </a:lnTo>
                <a:lnTo>
                  <a:pt x="887" y="986"/>
                </a:lnTo>
                <a:lnTo>
                  <a:pt x="887" y="988"/>
                </a:lnTo>
                <a:lnTo>
                  <a:pt x="887" y="989"/>
                </a:lnTo>
                <a:lnTo>
                  <a:pt x="888" y="989"/>
                </a:lnTo>
                <a:lnTo>
                  <a:pt x="887" y="990"/>
                </a:lnTo>
                <a:lnTo>
                  <a:pt x="887" y="991"/>
                </a:lnTo>
                <a:lnTo>
                  <a:pt x="886" y="991"/>
                </a:lnTo>
                <a:lnTo>
                  <a:pt x="885" y="991"/>
                </a:lnTo>
                <a:lnTo>
                  <a:pt x="885" y="990"/>
                </a:lnTo>
                <a:lnTo>
                  <a:pt x="884" y="990"/>
                </a:lnTo>
                <a:lnTo>
                  <a:pt x="884" y="989"/>
                </a:lnTo>
                <a:lnTo>
                  <a:pt x="883" y="989"/>
                </a:lnTo>
                <a:lnTo>
                  <a:pt x="883" y="988"/>
                </a:lnTo>
                <a:lnTo>
                  <a:pt x="884" y="988"/>
                </a:lnTo>
                <a:lnTo>
                  <a:pt x="884" y="987"/>
                </a:lnTo>
                <a:lnTo>
                  <a:pt x="885" y="986"/>
                </a:lnTo>
                <a:lnTo>
                  <a:pt x="886" y="986"/>
                </a:lnTo>
                <a:lnTo>
                  <a:pt x="886" y="985"/>
                </a:lnTo>
                <a:lnTo>
                  <a:pt x="886" y="984"/>
                </a:lnTo>
                <a:lnTo>
                  <a:pt x="887" y="984"/>
                </a:lnTo>
                <a:lnTo>
                  <a:pt x="887" y="983"/>
                </a:lnTo>
                <a:lnTo>
                  <a:pt x="887" y="982"/>
                </a:lnTo>
                <a:lnTo>
                  <a:pt x="887" y="981"/>
                </a:lnTo>
                <a:lnTo>
                  <a:pt x="887" y="980"/>
                </a:lnTo>
                <a:lnTo>
                  <a:pt x="887" y="979"/>
                </a:lnTo>
                <a:lnTo>
                  <a:pt x="888" y="978"/>
                </a:lnTo>
                <a:lnTo>
                  <a:pt x="889" y="977"/>
                </a:lnTo>
                <a:lnTo>
                  <a:pt x="890" y="977"/>
                </a:lnTo>
                <a:lnTo>
                  <a:pt x="890" y="976"/>
                </a:lnTo>
                <a:lnTo>
                  <a:pt x="889" y="976"/>
                </a:lnTo>
                <a:lnTo>
                  <a:pt x="889" y="977"/>
                </a:lnTo>
                <a:lnTo>
                  <a:pt x="888" y="977"/>
                </a:lnTo>
                <a:lnTo>
                  <a:pt x="887" y="978"/>
                </a:lnTo>
                <a:lnTo>
                  <a:pt x="886" y="978"/>
                </a:lnTo>
                <a:lnTo>
                  <a:pt x="886" y="979"/>
                </a:lnTo>
                <a:lnTo>
                  <a:pt x="886" y="980"/>
                </a:lnTo>
                <a:lnTo>
                  <a:pt x="886" y="981"/>
                </a:lnTo>
                <a:lnTo>
                  <a:pt x="886" y="982"/>
                </a:lnTo>
                <a:lnTo>
                  <a:pt x="885" y="982"/>
                </a:lnTo>
                <a:lnTo>
                  <a:pt x="885" y="983"/>
                </a:lnTo>
                <a:lnTo>
                  <a:pt x="883" y="984"/>
                </a:lnTo>
                <a:lnTo>
                  <a:pt x="883" y="985"/>
                </a:lnTo>
                <a:lnTo>
                  <a:pt x="882" y="985"/>
                </a:lnTo>
                <a:lnTo>
                  <a:pt x="881" y="985"/>
                </a:lnTo>
                <a:lnTo>
                  <a:pt x="880" y="985"/>
                </a:lnTo>
                <a:lnTo>
                  <a:pt x="879" y="986"/>
                </a:lnTo>
                <a:lnTo>
                  <a:pt x="878" y="986"/>
                </a:lnTo>
                <a:lnTo>
                  <a:pt x="877" y="986"/>
                </a:lnTo>
                <a:lnTo>
                  <a:pt x="877" y="987"/>
                </a:lnTo>
                <a:lnTo>
                  <a:pt x="876" y="987"/>
                </a:lnTo>
                <a:lnTo>
                  <a:pt x="876" y="988"/>
                </a:lnTo>
                <a:lnTo>
                  <a:pt x="875" y="989"/>
                </a:lnTo>
                <a:lnTo>
                  <a:pt x="874" y="989"/>
                </a:lnTo>
                <a:lnTo>
                  <a:pt x="874" y="990"/>
                </a:lnTo>
                <a:lnTo>
                  <a:pt x="872" y="990"/>
                </a:lnTo>
                <a:lnTo>
                  <a:pt x="871" y="990"/>
                </a:lnTo>
                <a:lnTo>
                  <a:pt x="870" y="990"/>
                </a:lnTo>
                <a:lnTo>
                  <a:pt x="869" y="990"/>
                </a:lnTo>
                <a:lnTo>
                  <a:pt x="868" y="990"/>
                </a:lnTo>
                <a:lnTo>
                  <a:pt x="868" y="991"/>
                </a:lnTo>
                <a:lnTo>
                  <a:pt x="867" y="991"/>
                </a:lnTo>
                <a:lnTo>
                  <a:pt x="866" y="991"/>
                </a:lnTo>
                <a:lnTo>
                  <a:pt x="866" y="990"/>
                </a:lnTo>
                <a:lnTo>
                  <a:pt x="865" y="990"/>
                </a:lnTo>
                <a:lnTo>
                  <a:pt x="864" y="990"/>
                </a:lnTo>
                <a:lnTo>
                  <a:pt x="863" y="989"/>
                </a:lnTo>
                <a:lnTo>
                  <a:pt x="862" y="989"/>
                </a:lnTo>
                <a:lnTo>
                  <a:pt x="861" y="989"/>
                </a:lnTo>
                <a:lnTo>
                  <a:pt x="860" y="989"/>
                </a:lnTo>
                <a:lnTo>
                  <a:pt x="859" y="988"/>
                </a:lnTo>
                <a:lnTo>
                  <a:pt x="858" y="988"/>
                </a:lnTo>
                <a:lnTo>
                  <a:pt x="857" y="988"/>
                </a:lnTo>
                <a:lnTo>
                  <a:pt x="856" y="988"/>
                </a:lnTo>
                <a:lnTo>
                  <a:pt x="856" y="987"/>
                </a:lnTo>
                <a:lnTo>
                  <a:pt x="856" y="986"/>
                </a:lnTo>
                <a:lnTo>
                  <a:pt x="856" y="985"/>
                </a:lnTo>
                <a:lnTo>
                  <a:pt x="856" y="984"/>
                </a:lnTo>
                <a:lnTo>
                  <a:pt x="855" y="984"/>
                </a:lnTo>
                <a:lnTo>
                  <a:pt x="855" y="983"/>
                </a:lnTo>
                <a:lnTo>
                  <a:pt x="854" y="982"/>
                </a:lnTo>
                <a:lnTo>
                  <a:pt x="853" y="982"/>
                </a:lnTo>
                <a:lnTo>
                  <a:pt x="853" y="981"/>
                </a:lnTo>
                <a:lnTo>
                  <a:pt x="852" y="981"/>
                </a:lnTo>
                <a:lnTo>
                  <a:pt x="852" y="980"/>
                </a:lnTo>
                <a:lnTo>
                  <a:pt x="853" y="980"/>
                </a:lnTo>
                <a:lnTo>
                  <a:pt x="853" y="979"/>
                </a:lnTo>
                <a:lnTo>
                  <a:pt x="852" y="979"/>
                </a:lnTo>
                <a:lnTo>
                  <a:pt x="851" y="979"/>
                </a:lnTo>
                <a:lnTo>
                  <a:pt x="850" y="979"/>
                </a:lnTo>
                <a:lnTo>
                  <a:pt x="849" y="978"/>
                </a:lnTo>
                <a:lnTo>
                  <a:pt x="848" y="978"/>
                </a:lnTo>
                <a:lnTo>
                  <a:pt x="848" y="977"/>
                </a:lnTo>
                <a:lnTo>
                  <a:pt x="847" y="977"/>
                </a:lnTo>
                <a:lnTo>
                  <a:pt x="847" y="976"/>
                </a:lnTo>
                <a:lnTo>
                  <a:pt x="845" y="975"/>
                </a:lnTo>
                <a:lnTo>
                  <a:pt x="844" y="974"/>
                </a:lnTo>
                <a:lnTo>
                  <a:pt x="844" y="973"/>
                </a:lnTo>
                <a:lnTo>
                  <a:pt x="844" y="972"/>
                </a:lnTo>
                <a:lnTo>
                  <a:pt x="845" y="971"/>
                </a:lnTo>
                <a:lnTo>
                  <a:pt x="847" y="970"/>
                </a:lnTo>
                <a:lnTo>
                  <a:pt x="848" y="969"/>
                </a:lnTo>
                <a:lnTo>
                  <a:pt x="847" y="968"/>
                </a:lnTo>
                <a:lnTo>
                  <a:pt x="847" y="967"/>
                </a:lnTo>
                <a:lnTo>
                  <a:pt x="847" y="966"/>
                </a:lnTo>
                <a:lnTo>
                  <a:pt x="847" y="965"/>
                </a:lnTo>
                <a:lnTo>
                  <a:pt x="846" y="965"/>
                </a:lnTo>
                <a:lnTo>
                  <a:pt x="846" y="963"/>
                </a:lnTo>
                <a:lnTo>
                  <a:pt x="846" y="962"/>
                </a:lnTo>
                <a:lnTo>
                  <a:pt x="847" y="962"/>
                </a:lnTo>
                <a:lnTo>
                  <a:pt x="848" y="962"/>
                </a:lnTo>
                <a:lnTo>
                  <a:pt x="849" y="962"/>
                </a:lnTo>
                <a:lnTo>
                  <a:pt x="850" y="963"/>
                </a:lnTo>
                <a:lnTo>
                  <a:pt x="851" y="963"/>
                </a:lnTo>
                <a:lnTo>
                  <a:pt x="852" y="963"/>
                </a:lnTo>
                <a:lnTo>
                  <a:pt x="852" y="962"/>
                </a:lnTo>
                <a:lnTo>
                  <a:pt x="853" y="962"/>
                </a:lnTo>
                <a:lnTo>
                  <a:pt x="853" y="961"/>
                </a:lnTo>
                <a:lnTo>
                  <a:pt x="854" y="960"/>
                </a:lnTo>
                <a:lnTo>
                  <a:pt x="855" y="960"/>
                </a:lnTo>
                <a:lnTo>
                  <a:pt x="855" y="959"/>
                </a:lnTo>
                <a:lnTo>
                  <a:pt x="854" y="959"/>
                </a:lnTo>
                <a:lnTo>
                  <a:pt x="854" y="960"/>
                </a:lnTo>
                <a:lnTo>
                  <a:pt x="853" y="960"/>
                </a:lnTo>
                <a:lnTo>
                  <a:pt x="852" y="961"/>
                </a:lnTo>
                <a:lnTo>
                  <a:pt x="850" y="961"/>
                </a:lnTo>
                <a:lnTo>
                  <a:pt x="851" y="961"/>
                </a:lnTo>
                <a:lnTo>
                  <a:pt x="851" y="959"/>
                </a:lnTo>
                <a:lnTo>
                  <a:pt x="852" y="958"/>
                </a:lnTo>
                <a:lnTo>
                  <a:pt x="852" y="957"/>
                </a:lnTo>
                <a:lnTo>
                  <a:pt x="851" y="957"/>
                </a:lnTo>
                <a:lnTo>
                  <a:pt x="851" y="958"/>
                </a:lnTo>
                <a:lnTo>
                  <a:pt x="851" y="959"/>
                </a:lnTo>
                <a:lnTo>
                  <a:pt x="850" y="960"/>
                </a:lnTo>
                <a:lnTo>
                  <a:pt x="849" y="961"/>
                </a:lnTo>
                <a:lnTo>
                  <a:pt x="847" y="961"/>
                </a:lnTo>
                <a:lnTo>
                  <a:pt x="847" y="960"/>
                </a:lnTo>
                <a:lnTo>
                  <a:pt x="847" y="959"/>
                </a:lnTo>
                <a:lnTo>
                  <a:pt x="846" y="958"/>
                </a:lnTo>
                <a:lnTo>
                  <a:pt x="846" y="957"/>
                </a:lnTo>
                <a:lnTo>
                  <a:pt x="847" y="956"/>
                </a:lnTo>
                <a:lnTo>
                  <a:pt x="847" y="955"/>
                </a:lnTo>
                <a:lnTo>
                  <a:pt x="846" y="955"/>
                </a:lnTo>
                <a:lnTo>
                  <a:pt x="845" y="955"/>
                </a:lnTo>
                <a:lnTo>
                  <a:pt x="845" y="956"/>
                </a:lnTo>
                <a:lnTo>
                  <a:pt x="845" y="955"/>
                </a:lnTo>
                <a:lnTo>
                  <a:pt x="844" y="954"/>
                </a:lnTo>
                <a:lnTo>
                  <a:pt x="843" y="954"/>
                </a:lnTo>
                <a:lnTo>
                  <a:pt x="843" y="953"/>
                </a:lnTo>
                <a:lnTo>
                  <a:pt x="843" y="952"/>
                </a:lnTo>
                <a:lnTo>
                  <a:pt x="843" y="951"/>
                </a:lnTo>
                <a:lnTo>
                  <a:pt x="842" y="950"/>
                </a:lnTo>
                <a:lnTo>
                  <a:pt x="842" y="951"/>
                </a:lnTo>
                <a:lnTo>
                  <a:pt x="841" y="951"/>
                </a:lnTo>
                <a:lnTo>
                  <a:pt x="841" y="950"/>
                </a:lnTo>
                <a:lnTo>
                  <a:pt x="840" y="950"/>
                </a:lnTo>
                <a:lnTo>
                  <a:pt x="840" y="949"/>
                </a:lnTo>
                <a:lnTo>
                  <a:pt x="839" y="949"/>
                </a:lnTo>
                <a:lnTo>
                  <a:pt x="839" y="950"/>
                </a:lnTo>
                <a:lnTo>
                  <a:pt x="840" y="950"/>
                </a:lnTo>
                <a:lnTo>
                  <a:pt x="840" y="951"/>
                </a:lnTo>
                <a:lnTo>
                  <a:pt x="841" y="952"/>
                </a:lnTo>
                <a:lnTo>
                  <a:pt x="842" y="952"/>
                </a:lnTo>
                <a:lnTo>
                  <a:pt x="843" y="952"/>
                </a:lnTo>
                <a:lnTo>
                  <a:pt x="843" y="954"/>
                </a:lnTo>
                <a:lnTo>
                  <a:pt x="843" y="955"/>
                </a:lnTo>
                <a:lnTo>
                  <a:pt x="842" y="955"/>
                </a:lnTo>
                <a:lnTo>
                  <a:pt x="842" y="956"/>
                </a:lnTo>
                <a:lnTo>
                  <a:pt x="841" y="955"/>
                </a:lnTo>
                <a:lnTo>
                  <a:pt x="841" y="954"/>
                </a:lnTo>
                <a:lnTo>
                  <a:pt x="840" y="953"/>
                </a:lnTo>
                <a:lnTo>
                  <a:pt x="839" y="953"/>
                </a:lnTo>
                <a:lnTo>
                  <a:pt x="838" y="953"/>
                </a:lnTo>
                <a:lnTo>
                  <a:pt x="839" y="953"/>
                </a:lnTo>
                <a:lnTo>
                  <a:pt x="840" y="953"/>
                </a:lnTo>
                <a:lnTo>
                  <a:pt x="840" y="954"/>
                </a:lnTo>
                <a:lnTo>
                  <a:pt x="841" y="954"/>
                </a:lnTo>
                <a:lnTo>
                  <a:pt x="841" y="955"/>
                </a:lnTo>
                <a:lnTo>
                  <a:pt x="841" y="956"/>
                </a:lnTo>
                <a:lnTo>
                  <a:pt x="841" y="957"/>
                </a:lnTo>
                <a:lnTo>
                  <a:pt x="842" y="957"/>
                </a:lnTo>
                <a:lnTo>
                  <a:pt x="843" y="956"/>
                </a:lnTo>
                <a:lnTo>
                  <a:pt x="844" y="956"/>
                </a:lnTo>
                <a:lnTo>
                  <a:pt x="844" y="957"/>
                </a:lnTo>
                <a:lnTo>
                  <a:pt x="845" y="957"/>
                </a:lnTo>
                <a:lnTo>
                  <a:pt x="845" y="958"/>
                </a:lnTo>
                <a:lnTo>
                  <a:pt x="845" y="959"/>
                </a:lnTo>
                <a:lnTo>
                  <a:pt x="844" y="960"/>
                </a:lnTo>
                <a:lnTo>
                  <a:pt x="845" y="963"/>
                </a:lnTo>
                <a:lnTo>
                  <a:pt x="844" y="963"/>
                </a:lnTo>
                <a:lnTo>
                  <a:pt x="844" y="964"/>
                </a:lnTo>
                <a:lnTo>
                  <a:pt x="843" y="966"/>
                </a:lnTo>
                <a:lnTo>
                  <a:pt x="842" y="966"/>
                </a:lnTo>
                <a:lnTo>
                  <a:pt x="842" y="967"/>
                </a:lnTo>
                <a:lnTo>
                  <a:pt x="841" y="967"/>
                </a:lnTo>
                <a:lnTo>
                  <a:pt x="842" y="967"/>
                </a:lnTo>
                <a:lnTo>
                  <a:pt x="843" y="968"/>
                </a:lnTo>
                <a:lnTo>
                  <a:pt x="843" y="969"/>
                </a:lnTo>
                <a:lnTo>
                  <a:pt x="843" y="970"/>
                </a:lnTo>
                <a:lnTo>
                  <a:pt x="842" y="970"/>
                </a:lnTo>
                <a:lnTo>
                  <a:pt x="842" y="971"/>
                </a:lnTo>
                <a:lnTo>
                  <a:pt x="841" y="971"/>
                </a:lnTo>
                <a:lnTo>
                  <a:pt x="841" y="970"/>
                </a:lnTo>
                <a:lnTo>
                  <a:pt x="839" y="969"/>
                </a:lnTo>
                <a:lnTo>
                  <a:pt x="838" y="970"/>
                </a:lnTo>
                <a:lnTo>
                  <a:pt x="839" y="970"/>
                </a:lnTo>
                <a:lnTo>
                  <a:pt x="840" y="971"/>
                </a:lnTo>
                <a:lnTo>
                  <a:pt x="841" y="971"/>
                </a:lnTo>
                <a:lnTo>
                  <a:pt x="841" y="972"/>
                </a:lnTo>
                <a:lnTo>
                  <a:pt x="840" y="972"/>
                </a:lnTo>
                <a:lnTo>
                  <a:pt x="840" y="973"/>
                </a:lnTo>
                <a:lnTo>
                  <a:pt x="841" y="974"/>
                </a:lnTo>
                <a:lnTo>
                  <a:pt x="842" y="974"/>
                </a:lnTo>
                <a:lnTo>
                  <a:pt x="842" y="975"/>
                </a:lnTo>
                <a:lnTo>
                  <a:pt x="842" y="976"/>
                </a:lnTo>
                <a:lnTo>
                  <a:pt x="843" y="976"/>
                </a:lnTo>
                <a:lnTo>
                  <a:pt x="843" y="977"/>
                </a:lnTo>
                <a:lnTo>
                  <a:pt x="843" y="978"/>
                </a:lnTo>
                <a:lnTo>
                  <a:pt x="843" y="979"/>
                </a:lnTo>
                <a:lnTo>
                  <a:pt x="844" y="979"/>
                </a:lnTo>
                <a:lnTo>
                  <a:pt x="843" y="980"/>
                </a:lnTo>
                <a:lnTo>
                  <a:pt x="843" y="981"/>
                </a:lnTo>
                <a:lnTo>
                  <a:pt x="844" y="982"/>
                </a:lnTo>
                <a:lnTo>
                  <a:pt x="845" y="982"/>
                </a:lnTo>
                <a:lnTo>
                  <a:pt x="846" y="982"/>
                </a:lnTo>
                <a:lnTo>
                  <a:pt x="847" y="983"/>
                </a:lnTo>
                <a:lnTo>
                  <a:pt x="848" y="983"/>
                </a:lnTo>
                <a:lnTo>
                  <a:pt x="848" y="984"/>
                </a:lnTo>
                <a:lnTo>
                  <a:pt x="847" y="984"/>
                </a:lnTo>
                <a:lnTo>
                  <a:pt x="847" y="985"/>
                </a:lnTo>
                <a:lnTo>
                  <a:pt x="848" y="985"/>
                </a:lnTo>
                <a:lnTo>
                  <a:pt x="848" y="986"/>
                </a:lnTo>
                <a:lnTo>
                  <a:pt x="847" y="986"/>
                </a:lnTo>
                <a:lnTo>
                  <a:pt x="846" y="986"/>
                </a:lnTo>
                <a:lnTo>
                  <a:pt x="845" y="985"/>
                </a:lnTo>
                <a:lnTo>
                  <a:pt x="845" y="986"/>
                </a:lnTo>
                <a:lnTo>
                  <a:pt x="845" y="987"/>
                </a:lnTo>
                <a:lnTo>
                  <a:pt x="844" y="987"/>
                </a:lnTo>
                <a:lnTo>
                  <a:pt x="841" y="987"/>
                </a:lnTo>
                <a:lnTo>
                  <a:pt x="840" y="987"/>
                </a:lnTo>
                <a:lnTo>
                  <a:pt x="839" y="986"/>
                </a:lnTo>
                <a:lnTo>
                  <a:pt x="838" y="985"/>
                </a:lnTo>
                <a:lnTo>
                  <a:pt x="837" y="984"/>
                </a:lnTo>
                <a:lnTo>
                  <a:pt x="837" y="985"/>
                </a:lnTo>
                <a:lnTo>
                  <a:pt x="836" y="985"/>
                </a:lnTo>
                <a:lnTo>
                  <a:pt x="835" y="985"/>
                </a:lnTo>
                <a:lnTo>
                  <a:pt x="834" y="985"/>
                </a:lnTo>
                <a:lnTo>
                  <a:pt x="833" y="985"/>
                </a:lnTo>
                <a:lnTo>
                  <a:pt x="832" y="985"/>
                </a:lnTo>
                <a:lnTo>
                  <a:pt x="831" y="986"/>
                </a:lnTo>
                <a:lnTo>
                  <a:pt x="830" y="987"/>
                </a:lnTo>
                <a:lnTo>
                  <a:pt x="829" y="987"/>
                </a:lnTo>
                <a:lnTo>
                  <a:pt x="829" y="988"/>
                </a:lnTo>
                <a:lnTo>
                  <a:pt x="828" y="988"/>
                </a:lnTo>
                <a:lnTo>
                  <a:pt x="827" y="988"/>
                </a:lnTo>
                <a:lnTo>
                  <a:pt x="826" y="989"/>
                </a:lnTo>
                <a:lnTo>
                  <a:pt x="825" y="990"/>
                </a:lnTo>
                <a:lnTo>
                  <a:pt x="824" y="990"/>
                </a:lnTo>
                <a:lnTo>
                  <a:pt x="824" y="991"/>
                </a:lnTo>
                <a:lnTo>
                  <a:pt x="824" y="990"/>
                </a:lnTo>
                <a:lnTo>
                  <a:pt x="823" y="990"/>
                </a:lnTo>
                <a:lnTo>
                  <a:pt x="823" y="989"/>
                </a:lnTo>
                <a:lnTo>
                  <a:pt x="822" y="989"/>
                </a:lnTo>
                <a:lnTo>
                  <a:pt x="822" y="987"/>
                </a:lnTo>
                <a:lnTo>
                  <a:pt x="822" y="986"/>
                </a:lnTo>
                <a:lnTo>
                  <a:pt x="823" y="985"/>
                </a:lnTo>
                <a:lnTo>
                  <a:pt x="822" y="984"/>
                </a:lnTo>
                <a:lnTo>
                  <a:pt x="821" y="983"/>
                </a:lnTo>
                <a:lnTo>
                  <a:pt x="820" y="983"/>
                </a:lnTo>
                <a:lnTo>
                  <a:pt x="820" y="982"/>
                </a:lnTo>
                <a:lnTo>
                  <a:pt x="819" y="982"/>
                </a:lnTo>
                <a:lnTo>
                  <a:pt x="817" y="982"/>
                </a:lnTo>
                <a:lnTo>
                  <a:pt x="817" y="981"/>
                </a:lnTo>
                <a:lnTo>
                  <a:pt x="817" y="980"/>
                </a:lnTo>
                <a:lnTo>
                  <a:pt x="817" y="979"/>
                </a:lnTo>
                <a:lnTo>
                  <a:pt x="818" y="979"/>
                </a:lnTo>
                <a:lnTo>
                  <a:pt x="818" y="980"/>
                </a:lnTo>
                <a:lnTo>
                  <a:pt x="820" y="980"/>
                </a:lnTo>
                <a:lnTo>
                  <a:pt x="821" y="980"/>
                </a:lnTo>
                <a:lnTo>
                  <a:pt x="820" y="979"/>
                </a:lnTo>
                <a:lnTo>
                  <a:pt x="819" y="977"/>
                </a:lnTo>
                <a:lnTo>
                  <a:pt x="818" y="976"/>
                </a:lnTo>
                <a:lnTo>
                  <a:pt x="817" y="976"/>
                </a:lnTo>
                <a:lnTo>
                  <a:pt x="817" y="975"/>
                </a:lnTo>
                <a:lnTo>
                  <a:pt x="817" y="974"/>
                </a:lnTo>
                <a:lnTo>
                  <a:pt x="816" y="974"/>
                </a:lnTo>
                <a:lnTo>
                  <a:pt x="816" y="973"/>
                </a:lnTo>
                <a:lnTo>
                  <a:pt x="817" y="972"/>
                </a:lnTo>
                <a:lnTo>
                  <a:pt x="818" y="971"/>
                </a:lnTo>
                <a:lnTo>
                  <a:pt x="818" y="970"/>
                </a:lnTo>
                <a:lnTo>
                  <a:pt x="818" y="969"/>
                </a:lnTo>
                <a:lnTo>
                  <a:pt x="818" y="968"/>
                </a:lnTo>
                <a:lnTo>
                  <a:pt x="818" y="967"/>
                </a:lnTo>
                <a:lnTo>
                  <a:pt x="818" y="966"/>
                </a:lnTo>
                <a:lnTo>
                  <a:pt x="818" y="965"/>
                </a:lnTo>
                <a:lnTo>
                  <a:pt x="817" y="965"/>
                </a:lnTo>
                <a:lnTo>
                  <a:pt x="817" y="966"/>
                </a:lnTo>
                <a:lnTo>
                  <a:pt x="817" y="968"/>
                </a:lnTo>
                <a:lnTo>
                  <a:pt x="816" y="968"/>
                </a:lnTo>
                <a:lnTo>
                  <a:pt x="816" y="969"/>
                </a:lnTo>
                <a:lnTo>
                  <a:pt x="815" y="970"/>
                </a:lnTo>
                <a:lnTo>
                  <a:pt x="814" y="970"/>
                </a:lnTo>
                <a:lnTo>
                  <a:pt x="814" y="971"/>
                </a:lnTo>
                <a:lnTo>
                  <a:pt x="815" y="971"/>
                </a:lnTo>
                <a:lnTo>
                  <a:pt x="814" y="973"/>
                </a:lnTo>
                <a:lnTo>
                  <a:pt x="814" y="972"/>
                </a:lnTo>
                <a:lnTo>
                  <a:pt x="813" y="972"/>
                </a:lnTo>
                <a:lnTo>
                  <a:pt x="812" y="972"/>
                </a:lnTo>
                <a:lnTo>
                  <a:pt x="812" y="971"/>
                </a:lnTo>
                <a:lnTo>
                  <a:pt x="812" y="970"/>
                </a:lnTo>
                <a:lnTo>
                  <a:pt x="811" y="970"/>
                </a:lnTo>
                <a:lnTo>
                  <a:pt x="810" y="969"/>
                </a:lnTo>
                <a:lnTo>
                  <a:pt x="809" y="970"/>
                </a:lnTo>
                <a:lnTo>
                  <a:pt x="808" y="970"/>
                </a:lnTo>
                <a:lnTo>
                  <a:pt x="808" y="969"/>
                </a:lnTo>
                <a:lnTo>
                  <a:pt x="807" y="969"/>
                </a:lnTo>
                <a:lnTo>
                  <a:pt x="807" y="970"/>
                </a:lnTo>
                <a:lnTo>
                  <a:pt x="810" y="971"/>
                </a:lnTo>
                <a:lnTo>
                  <a:pt x="810" y="972"/>
                </a:lnTo>
                <a:lnTo>
                  <a:pt x="810" y="974"/>
                </a:lnTo>
                <a:lnTo>
                  <a:pt x="809" y="974"/>
                </a:lnTo>
                <a:lnTo>
                  <a:pt x="809" y="975"/>
                </a:lnTo>
                <a:lnTo>
                  <a:pt x="811" y="978"/>
                </a:lnTo>
                <a:lnTo>
                  <a:pt x="807" y="981"/>
                </a:lnTo>
                <a:lnTo>
                  <a:pt x="806" y="979"/>
                </a:lnTo>
                <a:lnTo>
                  <a:pt x="803" y="976"/>
                </a:lnTo>
                <a:lnTo>
                  <a:pt x="803" y="974"/>
                </a:lnTo>
                <a:lnTo>
                  <a:pt x="804" y="974"/>
                </a:lnTo>
                <a:lnTo>
                  <a:pt x="804" y="971"/>
                </a:lnTo>
                <a:lnTo>
                  <a:pt x="803" y="970"/>
                </a:lnTo>
                <a:lnTo>
                  <a:pt x="803" y="966"/>
                </a:lnTo>
                <a:lnTo>
                  <a:pt x="804" y="966"/>
                </a:lnTo>
                <a:lnTo>
                  <a:pt x="803" y="965"/>
                </a:lnTo>
                <a:lnTo>
                  <a:pt x="804" y="964"/>
                </a:lnTo>
                <a:lnTo>
                  <a:pt x="804" y="963"/>
                </a:lnTo>
                <a:lnTo>
                  <a:pt x="804" y="962"/>
                </a:lnTo>
                <a:lnTo>
                  <a:pt x="805" y="962"/>
                </a:lnTo>
                <a:lnTo>
                  <a:pt x="805" y="961"/>
                </a:lnTo>
                <a:lnTo>
                  <a:pt x="804" y="961"/>
                </a:lnTo>
                <a:lnTo>
                  <a:pt x="804" y="960"/>
                </a:lnTo>
                <a:lnTo>
                  <a:pt x="805" y="959"/>
                </a:lnTo>
                <a:lnTo>
                  <a:pt x="806" y="958"/>
                </a:lnTo>
                <a:lnTo>
                  <a:pt x="806" y="957"/>
                </a:lnTo>
                <a:lnTo>
                  <a:pt x="808" y="956"/>
                </a:lnTo>
                <a:lnTo>
                  <a:pt x="808" y="955"/>
                </a:lnTo>
                <a:lnTo>
                  <a:pt x="809" y="955"/>
                </a:lnTo>
                <a:lnTo>
                  <a:pt x="809" y="954"/>
                </a:lnTo>
                <a:lnTo>
                  <a:pt x="809" y="953"/>
                </a:lnTo>
                <a:lnTo>
                  <a:pt x="810" y="953"/>
                </a:lnTo>
                <a:lnTo>
                  <a:pt x="809" y="953"/>
                </a:lnTo>
                <a:lnTo>
                  <a:pt x="808" y="955"/>
                </a:lnTo>
                <a:lnTo>
                  <a:pt x="807" y="955"/>
                </a:lnTo>
                <a:lnTo>
                  <a:pt x="807" y="956"/>
                </a:lnTo>
                <a:lnTo>
                  <a:pt x="806" y="956"/>
                </a:lnTo>
                <a:lnTo>
                  <a:pt x="806" y="955"/>
                </a:lnTo>
                <a:lnTo>
                  <a:pt x="805" y="954"/>
                </a:lnTo>
                <a:lnTo>
                  <a:pt x="805" y="953"/>
                </a:lnTo>
                <a:lnTo>
                  <a:pt x="805" y="952"/>
                </a:lnTo>
                <a:lnTo>
                  <a:pt x="805" y="953"/>
                </a:lnTo>
                <a:lnTo>
                  <a:pt x="804" y="953"/>
                </a:lnTo>
                <a:lnTo>
                  <a:pt x="805" y="953"/>
                </a:lnTo>
                <a:lnTo>
                  <a:pt x="805" y="954"/>
                </a:lnTo>
                <a:lnTo>
                  <a:pt x="805" y="955"/>
                </a:lnTo>
                <a:lnTo>
                  <a:pt x="805" y="956"/>
                </a:lnTo>
                <a:lnTo>
                  <a:pt x="805" y="957"/>
                </a:lnTo>
                <a:lnTo>
                  <a:pt x="805" y="958"/>
                </a:lnTo>
                <a:lnTo>
                  <a:pt x="804" y="959"/>
                </a:lnTo>
                <a:lnTo>
                  <a:pt x="803" y="960"/>
                </a:lnTo>
                <a:lnTo>
                  <a:pt x="803" y="961"/>
                </a:lnTo>
                <a:lnTo>
                  <a:pt x="803" y="960"/>
                </a:lnTo>
                <a:lnTo>
                  <a:pt x="802" y="960"/>
                </a:lnTo>
                <a:lnTo>
                  <a:pt x="801" y="959"/>
                </a:lnTo>
                <a:lnTo>
                  <a:pt x="801" y="958"/>
                </a:lnTo>
                <a:lnTo>
                  <a:pt x="800" y="958"/>
                </a:lnTo>
                <a:lnTo>
                  <a:pt x="801" y="959"/>
                </a:lnTo>
                <a:lnTo>
                  <a:pt x="801" y="960"/>
                </a:lnTo>
                <a:lnTo>
                  <a:pt x="802" y="960"/>
                </a:lnTo>
                <a:lnTo>
                  <a:pt x="802" y="961"/>
                </a:lnTo>
                <a:lnTo>
                  <a:pt x="803" y="962"/>
                </a:lnTo>
                <a:lnTo>
                  <a:pt x="803" y="963"/>
                </a:lnTo>
                <a:lnTo>
                  <a:pt x="802" y="963"/>
                </a:lnTo>
                <a:lnTo>
                  <a:pt x="802" y="966"/>
                </a:lnTo>
                <a:lnTo>
                  <a:pt x="801" y="966"/>
                </a:lnTo>
                <a:lnTo>
                  <a:pt x="801" y="967"/>
                </a:lnTo>
                <a:lnTo>
                  <a:pt x="801" y="971"/>
                </a:lnTo>
                <a:lnTo>
                  <a:pt x="800" y="972"/>
                </a:lnTo>
                <a:lnTo>
                  <a:pt x="799" y="972"/>
                </a:lnTo>
                <a:lnTo>
                  <a:pt x="799" y="973"/>
                </a:lnTo>
                <a:lnTo>
                  <a:pt x="800" y="973"/>
                </a:lnTo>
                <a:lnTo>
                  <a:pt x="799" y="973"/>
                </a:lnTo>
                <a:lnTo>
                  <a:pt x="799" y="974"/>
                </a:lnTo>
                <a:lnTo>
                  <a:pt x="798" y="973"/>
                </a:lnTo>
                <a:lnTo>
                  <a:pt x="797" y="973"/>
                </a:lnTo>
                <a:lnTo>
                  <a:pt x="797" y="972"/>
                </a:lnTo>
                <a:lnTo>
                  <a:pt x="796" y="972"/>
                </a:lnTo>
                <a:lnTo>
                  <a:pt x="795" y="970"/>
                </a:lnTo>
                <a:lnTo>
                  <a:pt x="795" y="969"/>
                </a:lnTo>
                <a:lnTo>
                  <a:pt x="795" y="968"/>
                </a:lnTo>
                <a:lnTo>
                  <a:pt x="795" y="967"/>
                </a:lnTo>
                <a:lnTo>
                  <a:pt x="795" y="966"/>
                </a:lnTo>
                <a:lnTo>
                  <a:pt x="795" y="965"/>
                </a:lnTo>
                <a:lnTo>
                  <a:pt x="795" y="964"/>
                </a:lnTo>
                <a:lnTo>
                  <a:pt x="795" y="963"/>
                </a:lnTo>
                <a:lnTo>
                  <a:pt x="794" y="963"/>
                </a:lnTo>
                <a:lnTo>
                  <a:pt x="794" y="962"/>
                </a:lnTo>
                <a:lnTo>
                  <a:pt x="794" y="961"/>
                </a:lnTo>
                <a:lnTo>
                  <a:pt x="794" y="960"/>
                </a:lnTo>
                <a:lnTo>
                  <a:pt x="793" y="960"/>
                </a:lnTo>
                <a:lnTo>
                  <a:pt x="793" y="959"/>
                </a:lnTo>
                <a:lnTo>
                  <a:pt x="792" y="959"/>
                </a:lnTo>
                <a:lnTo>
                  <a:pt x="791" y="959"/>
                </a:lnTo>
                <a:lnTo>
                  <a:pt x="791" y="958"/>
                </a:lnTo>
                <a:lnTo>
                  <a:pt x="790" y="958"/>
                </a:lnTo>
                <a:lnTo>
                  <a:pt x="789" y="958"/>
                </a:lnTo>
                <a:lnTo>
                  <a:pt x="789" y="957"/>
                </a:lnTo>
                <a:lnTo>
                  <a:pt x="789" y="956"/>
                </a:lnTo>
                <a:lnTo>
                  <a:pt x="788" y="955"/>
                </a:lnTo>
                <a:lnTo>
                  <a:pt x="788" y="953"/>
                </a:lnTo>
                <a:lnTo>
                  <a:pt x="789" y="953"/>
                </a:lnTo>
                <a:lnTo>
                  <a:pt x="790" y="953"/>
                </a:lnTo>
                <a:lnTo>
                  <a:pt x="791" y="953"/>
                </a:lnTo>
                <a:lnTo>
                  <a:pt x="792" y="953"/>
                </a:lnTo>
                <a:lnTo>
                  <a:pt x="792" y="952"/>
                </a:lnTo>
                <a:lnTo>
                  <a:pt x="791" y="952"/>
                </a:lnTo>
                <a:lnTo>
                  <a:pt x="791" y="951"/>
                </a:lnTo>
                <a:lnTo>
                  <a:pt x="792" y="951"/>
                </a:lnTo>
                <a:lnTo>
                  <a:pt x="792" y="950"/>
                </a:lnTo>
                <a:lnTo>
                  <a:pt x="792" y="949"/>
                </a:lnTo>
                <a:lnTo>
                  <a:pt x="793" y="949"/>
                </a:lnTo>
                <a:lnTo>
                  <a:pt x="794" y="949"/>
                </a:lnTo>
                <a:lnTo>
                  <a:pt x="794" y="948"/>
                </a:lnTo>
                <a:lnTo>
                  <a:pt x="795" y="948"/>
                </a:lnTo>
                <a:lnTo>
                  <a:pt x="795" y="947"/>
                </a:lnTo>
                <a:lnTo>
                  <a:pt x="796" y="947"/>
                </a:lnTo>
                <a:lnTo>
                  <a:pt x="796" y="946"/>
                </a:lnTo>
                <a:lnTo>
                  <a:pt x="795" y="947"/>
                </a:lnTo>
                <a:lnTo>
                  <a:pt x="795" y="946"/>
                </a:lnTo>
                <a:lnTo>
                  <a:pt x="796" y="945"/>
                </a:lnTo>
                <a:lnTo>
                  <a:pt x="797" y="945"/>
                </a:lnTo>
                <a:lnTo>
                  <a:pt x="797" y="944"/>
                </a:lnTo>
                <a:lnTo>
                  <a:pt x="797" y="943"/>
                </a:lnTo>
                <a:lnTo>
                  <a:pt x="796" y="942"/>
                </a:lnTo>
                <a:lnTo>
                  <a:pt x="796" y="941"/>
                </a:lnTo>
                <a:lnTo>
                  <a:pt x="795" y="941"/>
                </a:lnTo>
                <a:lnTo>
                  <a:pt x="795" y="940"/>
                </a:lnTo>
                <a:lnTo>
                  <a:pt x="796" y="940"/>
                </a:lnTo>
                <a:lnTo>
                  <a:pt x="797" y="939"/>
                </a:lnTo>
                <a:lnTo>
                  <a:pt x="798" y="938"/>
                </a:lnTo>
                <a:lnTo>
                  <a:pt x="800" y="937"/>
                </a:lnTo>
                <a:lnTo>
                  <a:pt x="800" y="936"/>
                </a:lnTo>
                <a:lnTo>
                  <a:pt x="801" y="936"/>
                </a:lnTo>
                <a:lnTo>
                  <a:pt x="800" y="935"/>
                </a:lnTo>
                <a:lnTo>
                  <a:pt x="800" y="934"/>
                </a:lnTo>
                <a:lnTo>
                  <a:pt x="799" y="934"/>
                </a:lnTo>
                <a:lnTo>
                  <a:pt x="798" y="934"/>
                </a:lnTo>
                <a:lnTo>
                  <a:pt x="797" y="934"/>
                </a:lnTo>
                <a:lnTo>
                  <a:pt x="796" y="934"/>
                </a:lnTo>
                <a:lnTo>
                  <a:pt x="796" y="933"/>
                </a:lnTo>
                <a:lnTo>
                  <a:pt x="796" y="932"/>
                </a:lnTo>
                <a:lnTo>
                  <a:pt x="795" y="932"/>
                </a:lnTo>
                <a:lnTo>
                  <a:pt x="795" y="933"/>
                </a:lnTo>
                <a:lnTo>
                  <a:pt x="795" y="934"/>
                </a:lnTo>
                <a:lnTo>
                  <a:pt x="794" y="934"/>
                </a:lnTo>
                <a:lnTo>
                  <a:pt x="794" y="935"/>
                </a:lnTo>
                <a:lnTo>
                  <a:pt x="793" y="935"/>
                </a:lnTo>
                <a:lnTo>
                  <a:pt x="792" y="935"/>
                </a:lnTo>
                <a:lnTo>
                  <a:pt x="791" y="935"/>
                </a:lnTo>
                <a:lnTo>
                  <a:pt x="789" y="935"/>
                </a:lnTo>
                <a:lnTo>
                  <a:pt x="788" y="935"/>
                </a:lnTo>
                <a:lnTo>
                  <a:pt x="787" y="935"/>
                </a:lnTo>
                <a:lnTo>
                  <a:pt x="787" y="934"/>
                </a:lnTo>
                <a:lnTo>
                  <a:pt x="786" y="934"/>
                </a:lnTo>
                <a:lnTo>
                  <a:pt x="786" y="935"/>
                </a:lnTo>
                <a:lnTo>
                  <a:pt x="785" y="935"/>
                </a:lnTo>
                <a:lnTo>
                  <a:pt x="785" y="934"/>
                </a:lnTo>
                <a:lnTo>
                  <a:pt x="784" y="934"/>
                </a:lnTo>
                <a:lnTo>
                  <a:pt x="784" y="932"/>
                </a:lnTo>
                <a:lnTo>
                  <a:pt x="785" y="931"/>
                </a:lnTo>
                <a:lnTo>
                  <a:pt x="786" y="930"/>
                </a:lnTo>
                <a:lnTo>
                  <a:pt x="785" y="930"/>
                </a:lnTo>
                <a:lnTo>
                  <a:pt x="784" y="931"/>
                </a:lnTo>
                <a:lnTo>
                  <a:pt x="783" y="932"/>
                </a:lnTo>
                <a:lnTo>
                  <a:pt x="783" y="933"/>
                </a:lnTo>
                <a:lnTo>
                  <a:pt x="782" y="933"/>
                </a:lnTo>
                <a:lnTo>
                  <a:pt x="782" y="934"/>
                </a:lnTo>
                <a:lnTo>
                  <a:pt x="782" y="933"/>
                </a:lnTo>
                <a:lnTo>
                  <a:pt x="782" y="934"/>
                </a:lnTo>
                <a:lnTo>
                  <a:pt x="781" y="934"/>
                </a:lnTo>
                <a:lnTo>
                  <a:pt x="781" y="935"/>
                </a:lnTo>
                <a:lnTo>
                  <a:pt x="780" y="935"/>
                </a:lnTo>
                <a:lnTo>
                  <a:pt x="780" y="936"/>
                </a:lnTo>
                <a:lnTo>
                  <a:pt x="779" y="937"/>
                </a:lnTo>
                <a:lnTo>
                  <a:pt x="778" y="937"/>
                </a:lnTo>
                <a:lnTo>
                  <a:pt x="778" y="936"/>
                </a:lnTo>
                <a:lnTo>
                  <a:pt x="777" y="936"/>
                </a:lnTo>
                <a:lnTo>
                  <a:pt x="776" y="937"/>
                </a:lnTo>
                <a:lnTo>
                  <a:pt x="775" y="937"/>
                </a:lnTo>
                <a:lnTo>
                  <a:pt x="776" y="938"/>
                </a:lnTo>
                <a:lnTo>
                  <a:pt x="776" y="939"/>
                </a:lnTo>
                <a:lnTo>
                  <a:pt x="776" y="940"/>
                </a:lnTo>
                <a:lnTo>
                  <a:pt x="775" y="940"/>
                </a:lnTo>
                <a:lnTo>
                  <a:pt x="774" y="940"/>
                </a:lnTo>
                <a:lnTo>
                  <a:pt x="773" y="940"/>
                </a:lnTo>
                <a:lnTo>
                  <a:pt x="772" y="940"/>
                </a:lnTo>
                <a:lnTo>
                  <a:pt x="773" y="940"/>
                </a:lnTo>
                <a:lnTo>
                  <a:pt x="773" y="941"/>
                </a:lnTo>
                <a:lnTo>
                  <a:pt x="774" y="941"/>
                </a:lnTo>
                <a:lnTo>
                  <a:pt x="774" y="942"/>
                </a:lnTo>
                <a:lnTo>
                  <a:pt x="774" y="943"/>
                </a:lnTo>
                <a:lnTo>
                  <a:pt x="775" y="943"/>
                </a:lnTo>
                <a:lnTo>
                  <a:pt x="774" y="944"/>
                </a:lnTo>
                <a:lnTo>
                  <a:pt x="773" y="944"/>
                </a:lnTo>
                <a:lnTo>
                  <a:pt x="773" y="945"/>
                </a:lnTo>
                <a:lnTo>
                  <a:pt x="772" y="945"/>
                </a:lnTo>
                <a:lnTo>
                  <a:pt x="771" y="945"/>
                </a:lnTo>
                <a:lnTo>
                  <a:pt x="770" y="944"/>
                </a:lnTo>
                <a:lnTo>
                  <a:pt x="770" y="943"/>
                </a:lnTo>
                <a:lnTo>
                  <a:pt x="769" y="943"/>
                </a:lnTo>
                <a:lnTo>
                  <a:pt x="768" y="942"/>
                </a:lnTo>
                <a:lnTo>
                  <a:pt x="768" y="941"/>
                </a:lnTo>
                <a:lnTo>
                  <a:pt x="768" y="940"/>
                </a:lnTo>
                <a:lnTo>
                  <a:pt x="768" y="939"/>
                </a:lnTo>
                <a:lnTo>
                  <a:pt x="767" y="939"/>
                </a:lnTo>
                <a:lnTo>
                  <a:pt x="767" y="940"/>
                </a:lnTo>
                <a:lnTo>
                  <a:pt x="767" y="941"/>
                </a:lnTo>
                <a:lnTo>
                  <a:pt x="768" y="942"/>
                </a:lnTo>
                <a:lnTo>
                  <a:pt x="768" y="943"/>
                </a:lnTo>
                <a:lnTo>
                  <a:pt x="769" y="944"/>
                </a:lnTo>
                <a:lnTo>
                  <a:pt x="770" y="944"/>
                </a:lnTo>
                <a:lnTo>
                  <a:pt x="770" y="945"/>
                </a:lnTo>
                <a:lnTo>
                  <a:pt x="770" y="946"/>
                </a:lnTo>
                <a:lnTo>
                  <a:pt x="771" y="947"/>
                </a:lnTo>
                <a:lnTo>
                  <a:pt x="772" y="948"/>
                </a:lnTo>
                <a:lnTo>
                  <a:pt x="772" y="947"/>
                </a:lnTo>
                <a:lnTo>
                  <a:pt x="773" y="947"/>
                </a:lnTo>
                <a:lnTo>
                  <a:pt x="774" y="948"/>
                </a:lnTo>
                <a:lnTo>
                  <a:pt x="775" y="949"/>
                </a:lnTo>
                <a:lnTo>
                  <a:pt x="775" y="950"/>
                </a:lnTo>
                <a:lnTo>
                  <a:pt x="776" y="950"/>
                </a:lnTo>
                <a:lnTo>
                  <a:pt x="777" y="951"/>
                </a:lnTo>
                <a:lnTo>
                  <a:pt x="777" y="952"/>
                </a:lnTo>
                <a:lnTo>
                  <a:pt x="776" y="952"/>
                </a:lnTo>
                <a:lnTo>
                  <a:pt x="776" y="953"/>
                </a:lnTo>
                <a:lnTo>
                  <a:pt x="777" y="953"/>
                </a:lnTo>
                <a:lnTo>
                  <a:pt x="777" y="954"/>
                </a:lnTo>
                <a:lnTo>
                  <a:pt x="778" y="954"/>
                </a:lnTo>
                <a:lnTo>
                  <a:pt x="777" y="954"/>
                </a:lnTo>
                <a:lnTo>
                  <a:pt x="777" y="955"/>
                </a:lnTo>
                <a:lnTo>
                  <a:pt x="778" y="956"/>
                </a:lnTo>
                <a:lnTo>
                  <a:pt x="778" y="957"/>
                </a:lnTo>
                <a:lnTo>
                  <a:pt x="778" y="958"/>
                </a:lnTo>
                <a:lnTo>
                  <a:pt x="779" y="957"/>
                </a:lnTo>
                <a:lnTo>
                  <a:pt x="779" y="958"/>
                </a:lnTo>
                <a:lnTo>
                  <a:pt x="778" y="958"/>
                </a:lnTo>
                <a:lnTo>
                  <a:pt x="778" y="959"/>
                </a:lnTo>
                <a:lnTo>
                  <a:pt x="778" y="960"/>
                </a:lnTo>
                <a:lnTo>
                  <a:pt x="779" y="960"/>
                </a:lnTo>
                <a:lnTo>
                  <a:pt x="779" y="959"/>
                </a:lnTo>
                <a:lnTo>
                  <a:pt x="780" y="959"/>
                </a:lnTo>
                <a:lnTo>
                  <a:pt x="781" y="960"/>
                </a:lnTo>
                <a:lnTo>
                  <a:pt x="782" y="961"/>
                </a:lnTo>
                <a:lnTo>
                  <a:pt x="781" y="961"/>
                </a:lnTo>
                <a:lnTo>
                  <a:pt x="781" y="962"/>
                </a:lnTo>
                <a:lnTo>
                  <a:pt x="782" y="962"/>
                </a:lnTo>
                <a:lnTo>
                  <a:pt x="782" y="963"/>
                </a:lnTo>
                <a:lnTo>
                  <a:pt x="783" y="963"/>
                </a:lnTo>
                <a:lnTo>
                  <a:pt x="784" y="963"/>
                </a:lnTo>
                <a:lnTo>
                  <a:pt x="785" y="963"/>
                </a:lnTo>
                <a:lnTo>
                  <a:pt x="786" y="963"/>
                </a:lnTo>
                <a:lnTo>
                  <a:pt x="786" y="964"/>
                </a:lnTo>
                <a:lnTo>
                  <a:pt x="785" y="964"/>
                </a:lnTo>
                <a:lnTo>
                  <a:pt x="785" y="965"/>
                </a:lnTo>
                <a:lnTo>
                  <a:pt x="784" y="965"/>
                </a:lnTo>
                <a:lnTo>
                  <a:pt x="784" y="966"/>
                </a:lnTo>
                <a:lnTo>
                  <a:pt x="783" y="967"/>
                </a:lnTo>
                <a:lnTo>
                  <a:pt x="782" y="967"/>
                </a:lnTo>
                <a:lnTo>
                  <a:pt x="782" y="968"/>
                </a:lnTo>
                <a:lnTo>
                  <a:pt x="781" y="969"/>
                </a:lnTo>
                <a:lnTo>
                  <a:pt x="780" y="969"/>
                </a:lnTo>
                <a:lnTo>
                  <a:pt x="779" y="969"/>
                </a:lnTo>
                <a:lnTo>
                  <a:pt x="779" y="968"/>
                </a:lnTo>
                <a:lnTo>
                  <a:pt x="779" y="967"/>
                </a:lnTo>
                <a:lnTo>
                  <a:pt x="778" y="967"/>
                </a:lnTo>
                <a:lnTo>
                  <a:pt x="778" y="968"/>
                </a:lnTo>
                <a:lnTo>
                  <a:pt x="778" y="969"/>
                </a:lnTo>
                <a:lnTo>
                  <a:pt x="778" y="968"/>
                </a:lnTo>
                <a:lnTo>
                  <a:pt x="777" y="968"/>
                </a:lnTo>
                <a:lnTo>
                  <a:pt x="777" y="967"/>
                </a:lnTo>
                <a:lnTo>
                  <a:pt x="777" y="966"/>
                </a:lnTo>
                <a:lnTo>
                  <a:pt x="778" y="966"/>
                </a:lnTo>
                <a:lnTo>
                  <a:pt x="778" y="964"/>
                </a:lnTo>
                <a:lnTo>
                  <a:pt x="777" y="964"/>
                </a:lnTo>
                <a:lnTo>
                  <a:pt x="777" y="963"/>
                </a:lnTo>
                <a:lnTo>
                  <a:pt x="777" y="965"/>
                </a:lnTo>
                <a:lnTo>
                  <a:pt x="777" y="966"/>
                </a:lnTo>
                <a:lnTo>
                  <a:pt x="777" y="967"/>
                </a:lnTo>
                <a:lnTo>
                  <a:pt x="777" y="968"/>
                </a:lnTo>
                <a:lnTo>
                  <a:pt x="777" y="969"/>
                </a:lnTo>
                <a:lnTo>
                  <a:pt x="778" y="969"/>
                </a:lnTo>
                <a:lnTo>
                  <a:pt x="779" y="971"/>
                </a:lnTo>
                <a:lnTo>
                  <a:pt x="778" y="971"/>
                </a:lnTo>
                <a:lnTo>
                  <a:pt x="778" y="972"/>
                </a:lnTo>
                <a:lnTo>
                  <a:pt x="777" y="972"/>
                </a:lnTo>
                <a:lnTo>
                  <a:pt x="777" y="973"/>
                </a:lnTo>
                <a:lnTo>
                  <a:pt x="778" y="973"/>
                </a:lnTo>
                <a:lnTo>
                  <a:pt x="779" y="973"/>
                </a:lnTo>
                <a:lnTo>
                  <a:pt x="778" y="972"/>
                </a:lnTo>
                <a:lnTo>
                  <a:pt x="779" y="971"/>
                </a:lnTo>
                <a:lnTo>
                  <a:pt x="779" y="970"/>
                </a:lnTo>
                <a:lnTo>
                  <a:pt x="779" y="971"/>
                </a:lnTo>
                <a:lnTo>
                  <a:pt x="780" y="971"/>
                </a:lnTo>
                <a:lnTo>
                  <a:pt x="780" y="972"/>
                </a:lnTo>
                <a:lnTo>
                  <a:pt x="781" y="972"/>
                </a:lnTo>
                <a:lnTo>
                  <a:pt x="781" y="971"/>
                </a:lnTo>
                <a:lnTo>
                  <a:pt x="781" y="970"/>
                </a:lnTo>
                <a:lnTo>
                  <a:pt x="782" y="970"/>
                </a:lnTo>
                <a:lnTo>
                  <a:pt x="783" y="969"/>
                </a:lnTo>
                <a:lnTo>
                  <a:pt x="784" y="969"/>
                </a:lnTo>
                <a:lnTo>
                  <a:pt x="784" y="968"/>
                </a:lnTo>
                <a:lnTo>
                  <a:pt x="785" y="968"/>
                </a:lnTo>
                <a:lnTo>
                  <a:pt x="786" y="969"/>
                </a:lnTo>
                <a:lnTo>
                  <a:pt x="786" y="970"/>
                </a:lnTo>
                <a:lnTo>
                  <a:pt x="785" y="971"/>
                </a:lnTo>
                <a:lnTo>
                  <a:pt x="785" y="972"/>
                </a:lnTo>
                <a:lnTo>
                  <a:pt x="784" y="972"/>
                </a:lnTo>
                <a:lnTo>
                  <a:pt x="784" y="973"/>
                </a:lnTo>
                <a:lnTo>
                  <a:pt x="785" y="973"/>
                </a:lnTo>
                <a:lnTo>
                  <a:pt x="785" y="974"/>
                </a:lnTo>
                <a:lnTo>
                  <a:pt x="784" y="975"/>
                </a:lnTo>
                <a:lnTo>
                  <a:pt x="783" y="975"/>
                </a:lnTo>
                <a:lnTo>
                  <a:pt x="782" y="975"/>
                </a:lnTo>
                <a:lnTo>
                  <a:pt x="782" y="976"/>
                </a:lnTo>
                <a:lnTo>
                  <a:pt x="783" y="976"/>
                </a:lnTo>
                <a:lnTo>
                  <a:pt x="784" y="976"/>
                </a:lnTo>
                <a:lnTo>
                  <a:pt x="784" y="975"/>
                </a:lnTo>
                <a:lnTo>
                  <a:pt x="785" y="975"/>
                </a:lnTo>
                <a:lnTo>
                  <a:pt x="785" y="974"/>
                </a:lnTo>
                <a:lnTo>
                  <a:pt x="786" y="974"/>
                </a:lnTo>
                <a:lnTo>
                  <a:pt x="786" y="975"/>
                </a:lnTo>
                <a:lnTo>
                  <a:pt x="787" y="974"/>
                </a:lnTo>
                <a:lnTo>
                  <a:pt x="788" y="974"/>
                </a:lnTo>
                <a:lnTo>
                  <a:pt x="788" y="973"/>
                </a:lnTo>
                <a:lnTo>
                  <a:pt x="787" y="973"/>
                </a:lnTo>
                <a:lnTo>
                  <a:pt x="788" y="972"/>
                </a:lnTo>
                <a:lnTo>
                  <a:pt x="789" y="972"/>
                </a:lnTo>
                <a:lnTo>
                  <a:pt x="790" y="973"/>
                </a:lnTo>
                <a:lnTo>
                  <a:pt x="790" y="974"/>
                </a:lnTo>
                <a:lnTo>
                  <a:pt x="791" y="974"/>
                </a:lnTo>
                <a:lnTo>
                  <a:pt x="790" y="975"/>
                </a:lnTo>
                <a:lnTo>
                  <a:pt x="790" y="976"/>
                </a:lnTo>
                <a:lnTo>
                  <a:pt x="791" y="976"/>
                </a:lnTo>
                <a:lnTo>
                  <a:pt x="790" y="977"/>
                </a:lnTo>
                <a:lnTo>
                  <a:pt x="790" y="978"/>
                </a:lnTo>
                <a:lnTo>
                  <a:pt x="790" y="979"/>
                </a:lnTo>
                <a:lnTo>
                  <a:pt x="790" y="980"/>
                </a:lnTo>
                <a:lnTo>
                  <a:pt x="790" y="981"/>
                </a:lnTo>
                <a:lnTo>
                  <a:pt x="789" y="981"/>
                </a:lnTo>
                <a:lnTo>
                  <a:pt x="789" y="980"/>
                </a:lnTo>
                <a:lnTo>
                  <a:pt x="787" y="980"/>
                </a:lnTo>
                <a:lnTo>
                  <a:pt x="787" y="981"/>
                </a:lnTo>
                <a:lnTo>
                  <a:pt x="786" y="981"/>
                </a:lnTo>
                <a:lnTo>
                  <a:pt x="786" y="982"/>
                </a:lnTo>
                <a:lnTo>
                  <a:pt x="785" y="983"/>
                </a:lnTo>
                <a:lnTo>
                  <a:pt x="786" y="983"/>
                </a:lnTo>
                <a:lnTo>
                  <a:pt x="787" y="982"/>
                </a:lnTo>
                <a:lnTo>
                  <a:pt x="787" y="981"/>
                </a:lnTo>
                <a:lnTo>
                  <a:pt x="788" y="981"/>
                </a:lnTo>
                <a:lnTo>
                  <a:pt x="788" y="982"/>
                </a:lnTo>
                <a:lnTo>
                  <a:pt x="787" y="983"/>
                </a:lnTo>
                <a:lnTo>
                  <a:pt x="787" y="984"/>
                </a:lnTo>
                <a:lnTo>
                  <a:pt x="787" y="985"/>
                </a:lnTo>
                <a:lnTo>
                  <a:pt x="786" y="986"/>
                </a:lnTo>
                <a:lnTo>
                  <a:pt x="785" y="987"/>
                </a:lnTo>
                <a:lnTo>
                  <a:pt x="784" y="987"/>
                </a:lnTo>
                <a:lnTo>
                  <a:pt x="783" y="987"/>
                </a:lnTo>
                <a:lnTo>
                  <a:pt x="784" y="986"/>
                </a:lnTo>
                <a:lnTo>
                  <a:pt x="783" y="986"/>
                </a:lnTo>
                <a:lnTo>
                  <a:pt x="782" y="985"/>
                </a:lnTo>
                <a:lnTo>
                  <a:pt x="782" y="986"/>
                </a:lnTo>
                <a:lnTo>
                  <a:pt x="782" y="987"/>
                </a:lnTo>
                <a:lnTo>
                  <a:pt x="783" y="987"/>
                </a:lnTo>
                <a:lnTo>
                  <a:pt x="784" y="987"/>
                </a:lnTo>
                <a:lnTo>
                  <a:pt x="784" y="988"/>
                </a:lnTo>
                <a:lnTo>
                  <a:pt x="783" y="989"/>
                </a:lnTo>
                <a:lnTo>
                  <a:pt x="783" y="990"/>
                </a:lnTo>
                <a:lnTo>
                  <a:pt x="784" y="990"/>
                </a:lnTo>
                <a:lnTo>
                  <a:pt x="783" y="990"/>
                </a:lnTo>
                <a:lnTo>
                  <a:pt x="783" y="991"/>
                </a:lnTo>
                <a:lnTo>
                  <a:pt x="782" y="992"/>
                </a:lnTo>
                <a:lnTo>
                  <a:pt x="781" y="992"/>
                </a:lnTo>
                <a:lnTo>
                  <a:pt x="781" y="993"/>
                </a:lnTo>
                <a:lnTo>
                  <a:pt x="782" y="993"/>
                </a:lnTo>
                <a:lnTo>
                  <a:pt x="781" y="994"/>
                </a:lnTo>
                <a:lnTo>
                  <a:pt x="781" y="995"/>
                </a:lnTo>
                <a:lnTo>
                  <a:pt x="780" y="995"/>
                </a:lnTo>
                <a:lnTo>
                  <a:pt x="776" y="997"/>
                </a:lnTo>
                <a:lnTo>
                  <a:pt x="775" y="997"/>
                </a:lnTo>
                <a:lnTo>
                  <a:pt x="774" y="998"/>
                </a:lnTo>
                <a:lnTo>
                  <a:pt x="773" y="997"/>
                </a:lnTo>
                <a:lnTo>
                  <a:pt x="773" y="996"/>
                </a:lnTo>
                <a:lnTo>
                  <a:pt x="773" y="995"/>
                </a:lnTo>
                <a:lnTo>
                  <a:pt x="774" y="995"/>
                </a:lnTo>
                <a:lnTo>
                  <a:pt x="774" y="994"/>
                </a:lnTo>
                <a:lnTo>
                  <a:pt x="775" y="993"/>
                </a:lnTo>
                <a:lnTo>
                  <a:pt x="776" y="992"/>
                </a:lnTo>
                <a:lnTo>
                  <a:pt x="776" y="991"/>
                </a:lnTo>
                <a:lnTo>
                  <a:pt x="775" y="991"/>
                </a:lnTo>
                <a:lnTo>
                  <a:pt x="775" y="992"/>
                </a:lnTo>
                <a:lnTo>
                  <a:pt x="774" y="993"/>
                </a:lnTo>
                <a:lnTo>
                  <a:pt x="773" y="993"/>
                </a:lnTo>
                <a:lnTo>
                  <a:pt x="773" y="994"/>
                </a:lnTo>
                <a:lnTo>
                  <a:pt x="773" y="995"/>
                </a:lnTo>
                <a:lnTo>
                  <a:pt x="772" y="996"/>
                </a:lnTo>
                <a:lnTo>
                  <a:pt x="773" y="997"/>
                </a:lnTo>
                <a:lnTo>
                  <a:pt x="773" y="998"/>
                </a:lnTo>
                <a:lnTo>
                  <a:pt x="773" y="999"/>
                </a:lnTo>
                <a:lnTo>
                  <a:pt x="774" y="1000"/>
                </a:lnTo>
                <a:lnTo>
                  <a:pt x="773" y="1000"/>
                </a:lnTo>
                <a:lnTo>
                  <a:pt x="772" y="1000"/>
                </a:lnTo>
                <a:lnTo>
                  <a:pt x="771" y="1000"/>
                </a:lnTo>
                <a:lnTo>
                  <a:pt x="771" y="1001"/>
                </a:lnTo>
                <a:lnTo>
                  <a:pt x="772" y="1001"/>
                </a:lnTo>
                <a:lnTo>
                  <a:pt x="773" y="1001"/>
                </a:lnTo>
                <a:lnTo>
                  <a:pt x="773" y="1002"/>
                </a:lnTo>
                <a:lnTo>
                  <a:pt x="771" y="1002"/>
                </a:lnTo>
                <a:lnTo>
                  <a:pt x="770" y="1002"/>
                </a:lnTo>
                <a:lnTo>
                  <a:pt x="769" y="1003"/>
                </a:lnTo>
                <a:lnTo>
                  <a:pt x="768" y="1003"/>
                </a:lnTo>
                <a:lnTo>
                  <a:pt x="767" y="1004"/>
                </a:lnTo>
                <a:lnTo>
                  <a:pt x="766" y="1003"/>
                </a:lnTo>
                <a:lnTo>
                  <a:pt x="763" y="1003"/>
                </a:lnTo>
                <a:lnTo>
                  <a:pt x="763" y="1004"/>
                </a:lnTo>
                <a:lnTo>
                  <a:pt x="762" y="1004"/>
                </a:lnTo>
                <a:lnTo>
                  <a:pt x="761" y="1004"/>
                </a:lnTo>
                <a:lnTo>
                  <a:pt x="760" y="1004"/>
                </a:lnTo>
                <a:lnTo>
                  <a:pt x="759" y="1005"/>
                </a:lnTo>
                <a:lnTo>
                  <a:pt x="759" y="1006"/>
                </a:lnTo>
                <a:lnTo>
                  <a:pt x="759" y="1007"/>
                </a:lnTo>
                <a:lnTo>
                  <a:pt x="754" y="1007"/>
                </a:lnTo>
                <a:lnTo>
                  <a:pt x="753" y="1005"/>
                </a:lnTo>
                <a:lnTo>
                  <a:pt x="753" y="1004"/>
                </a:lnTo>
                <a:lnTo>
                  <a:pt x="755" y="1000"/>
                </a:lnTo>
                <a:lnTo>
                  <a:pt x="758" y="1000"/>
                </a:lnTo>
                <a:lnTo>
                  <a:pt x="758" y="999"/>
                </a:lnTo>
                <a:lnTo>
                  <a:pt x="758" y="998"/>
                </a:lnTo>
                <a:lnTo>
                  <a:pt x="757" y="997"/>
                </a:lnTo>
                <a:lnTo>
                  <a:pt x="756" y="996"/>
                </a:lnTo>
                <a:lnTo>
                  <a:pt x="757" y="995"/>
                </a:lnTo>
                <a:lnTo>
                  <a:pt x="758" y="995"/>
                </a:lnTo>
                <a:lnTo>
                  <a:pt x="759" y="995"/>
                </a:lnTo>
                <a:lnTo>
                  <a:pt x="760" y="995"/>
                </a:lnTo>
                <a:lnTo>
                  <a:pt x="760" y="994"/>
                </a:lnTo>
                <a:lnTo>
                  <a:pt x="761" y="994"/>
                </a:lnTo>
                <a:lnTo>
                  <a:pt x="762" y="994"/>
                </a:lnTo>
                <a:lnTo>
                  <a:pt x="763" y="995"/>
                </a:lnTo>
                <a:lnTo>
                  <a:pt x="764" y="995"/>
                </a:lnTo>
                <a:lnTo>
                  <a:pt x="765" y="994"/>
                </a:lnTo>
                <a:lnTo>
                  <a:pt x="764" y="994"/>
                </a:lnTo>
                <a:lnTo>
                  <a:pt x="764" y="993"/>
                </a:lnTo>
                <a:lnTo>
                  <a:pt x="765" y="993"/>
                </a:lnTo>
                <a:lnTo>
                  <a:pt x="766" y="993"/>
                </a:lnTo>
                <a:lnTo>
                  <a:pt x="766" y="992"/>
                </a:lnTo>
                <a:lnTo>
                  <a:pt x="767" y="991"/>
                </a:lnTo>
                <a:lnTo>
                  <a:pt x="766" y="991"/>
                </a:lnTo>
                <a:lnTo>
                  <a:pt x="765" y="992"/>
                </a:lnTo>
                <a:lnTo>
                  <a:pt x="764" y="992"/>
                </a:lnTo>
                <a:lnTo>
                  <a:pt x="763" y="993"/>
                </a:lnTo>
                <a:lnTo>
                  <a:pt x="762" y="993"/>
                </a:lnTo>
                <a:lnTo>
                  <a:pt x="762" y="992"/>
                </a:lnTo>
                <a:lnTo>
                  <a:pt x="761" y="991"/>
                </a:lnTo>
                <a:lnTo>
                  <a:pt x="761" y="990"/>
                </a:lnTo>
                <a:lnTo>
                  <a:pt x="762" y="990"/>
                </a:lnTo>
                <a:lnTo>
                  <a:pt x="762" y="989"/>
                </a:lnTo>
                <a:lnTo>
                  <a:pt x="762" y="988"/>
                </a:lnTo>
                <a:lnTo>
                  <a:pt x="761" y="988"/>
                </a:lnTo>
                <a:lnTo>
                  <a:pt x="761" y="987"/>
                </a:lnTo>
                <a:lnTo>
                  <a:pt x="762" y="987"/>
                </a:lnTo>
                <a:lnTo>
                  <a:pt x="763" y="988"/>
                </a:lnTo>
                <a:lnTo>
                  <a:pt x="763" y="987"/>
                </a:lnTo>
                <a:lnTo>
                  <a:pt x="764" y="986"/>
                </a:lnTo>
                <a:lnTo>
                  <a:pt x="764" y="985"/>
                </a:lnTo>
                <a:lnTo>
                  <a:pt x="765" y="985"/>
                </a:lnTo>
                <a:lnTo>
                  <a:pt x="766" y="984"/>
                </a:lnTo>
                <a:lnTo>
                  <a:pt x="766" y="983"/>
                </a:lnTo>
                <a:lnTo>
                  <a:pt x="767" y="983"/>
                </a:lnTo>
                <a:lnTo>
                  <a:pt x="768" y="983"/>
                </a:lnTo>
                <a:lnTo>
                  <a:pt x="769" y="983"/>
                </a:lnTo>
                <a:lnTo>
                  <a:pt x="769" y="982"/>
                </a:lnTo>
                <a:lnTo>
                  <a:pt x="769" y="981"/>
                </a:lnTo>
                <a:lnTo>
                  <a:pt x="770" y="981"/>
                </a:lnTo>
                <a:lnTo>
                  <a:pt x="771" y="981"/>
                </a:lnTo>
                <a:lnTo>
                  <a:pt x="772" y="981"/>
                </a:lnTo>
                <a:lnTo>
                  <a:pt x="771" y="981"/>
                </a:lnTo>
                <a:lnTo>
                  <a:pt x="771" y="980"/>
                </a:lnTo>
                <a:lnTo>
                  <a:pt x="769" y="980"/>
                </a:lnTo>
                <a:lnTo>
                  <a:pt x="768" y="980"/>
                </a:lnTo>
                <a:lnTo>
                  <a:pt x="767" y="981"/>
                </a:lnTo>
                <a:lnTo>
                  <a:pt x="766" y="981"/>
                </a:lnTo>
                <a:lnTo>
                  <a:pt x="765" y="982"/>
                </a:lnTo>
                <a:lnTo>
                  <a:pt x="764" y="982"/>
                </a:lnTo>
                <a:lnTo>
                  <a:pt x="764" y="983"/>
                </a:lnTo>
                <a:lnTo>
                  <a:pt x="763" y="983"/>
                </a:lnTo>
                <a:lnTo>
                  <a:pt x="763" y="982"/>
                </a:lnTo>
                <a:lnTo>
                  <a:pt x="762" y="983"/>
                </a:lnTo>
                <a:lnTo>
                  <a:pt x="762" y="984"/>
                </a:lnTo>
                <a:lnTo>
                  <a:pt x="761" y="984"/>
                </a:lnTo>
                <a:lnTo>
                  <a:pt x="760" y="985"/>
                </a:lnTo>
                <a:lnTo>
                  <a:pt x="760" y="984"/>
                </a:lnTo>
                <a:lnTo>
                  <a:pt x="761" y="983"/>
                </a:lnTo>
                <a:lnTo>
                  <a:pt x="761" y="982"/>
                </a:lnTo>
                <a:lnTo>
                  <a:pt x="762" y="981"/>
                </a:lnTo>
                <a:lnTo>
                  <a:pt x="762" y="980"/>
                </a:lnTo>
                <a:lnTo>
                  <a:pt x="763" y="979"/>
                </a:lnTo>
                <a:lnTo>
                  <a:pt x="763" y="980"/>
                </a:lnTo>
                <a:lnTo>
                  <a:pt x="764" y="980"/>
                </a:lnTo>
                <a:lnTo>
                  <a:pt x="764" y="979"/>
                </a:lnTo>
                <a:lnTo>
                  <a:pt x="764" y="978"/>
                </a:lnTo>
                <a:lnTo>
                  <a:pt x="763" y="978"/>
                </a:lnTo>
                <a:lnTo>
                  <a:pt x="764" y="977"/>
                </a:lnTo>
                <a:lnTo>
                  <a:pt x="765" y="976"/>
                </a:lnTo>
                <a:lnTo>
                  <a:pt x="764" y="976"/>
                </a:lnTo>
                <a:lnTo>
                  <a:pt x="764" y="977"/>
                </a:lnTo>
                <a:lnTo>
                  <a:pt x="764" y="976"/>
                </a:lnTo>
                <a:lnTo>
                  <a:pt x="763" y="976"/>
                </a:lnTo>
                <a:lnTo>
                  <a:pt x="762" y="976"/>
                </a:lnTo>
                <a:lnTo>
                  <a:pt x="761" y="977"/>
                </a:lnTo>
                <a:lnTo>
                  <a:pt x="762" y="977"/>
                </a:lnTo>
                <a:lnTo>
                  <a:pt x="761" y="977"/>
                </a:lnTo>
                <a:lnTo>
                  <a:pt x="761" y="978"/>
                </a:lnTo>
                <a:lnTo>
                  <a:pt x="761" y="979"/>
                </a:lnTo>
                <a:lnTo>
                  <a:pt x="761" y="980"/>
                </a:lnTo>
                <a:lnTo>
                  <a:pt x="760" y="980"/>
                </a:lnTo>
                <a:lnTo>
                  <a:pt x="759" y="981"/>
                </a:lnTo>
                <a:lnTo>
                  <a:pt x="758" y="981"/>
                </a:lnTo>
                <a:lnTo>
                  <a:pt x="757" y="982"/>
                </a:lnTo>
                <a:lnTo>
                  <a:pt x="756" y="982"/>
                </a:lnTo>
                <a:lnTo>
                  <a:pt x="756" y="981"/>
                </a:lnTo>
                <a:lnTo>
                  <a:pt x="756" y="980"/>
                </a:lnTo>
                <a:lnTo>
                  <a:pt x="755" y="980"/>
                </a:lnTo>
                <a:lnTo>
                  <a:pt x="755" y="981"/>
                </a:lnTo>
                <a:lnTo>
                  <a:pt x="754" y="980"/>
                </a:lnTo>
                <a:lnTo>
                  <a:pt x="753" y="980"/>
                </a:lnTo>
                <a:lnTo>
                  <a:pt x="752" y="979"/>
                </a:lnTo>
                <a:lnTo>
                  <a:pt x="752" y="978"/>
                </a:lnTo>
                <a:lnTo>
                  <a:pt x="752" y="977"/>
                </a:lnTo>
                <a:lnTo>
                  <a:pt x="751" y="978"/>
                </a:lnTo>
                <a:lnTo>
                  <a:pt x="750" y="979"/>
                </a:lnTo>
                <a:lnTo>
                  <a:pt x="749" y="979"/>
                </a:lnTo>
                <a:lnTo>
                  <a:pt x="749" y="978"/>
                </a:lnTo>
                <a:lnTo>
                  <a:pt x="748" y="978"/>
                </a:lnTo>
                <a:lnTo>
                  <a:pt x="747" y="978"/>
                </a:lnTo>
                <a:lnTo>
                  <a:pt x="746" y="977"/>
                </a:lnTo>
                <a:lnTo>
                  <a:pt x="745" y="977"/>
                </a:lnTo>
                <a:lnTo>
                  <a:pt x="745" y="976"/>
                </a:lnTo>
                <a:lnTo>
                  <a:pt x="746" y="976"/>
                </a:lnTo>
                <a:lnTo>
                  <a:pt x="746" y="975"/>
                </a:lnTo>
                <a:lnTo>
                  <a:pt x="747" y="975"/>
                </a:lnTo>
                <a:lnTo>
                  <a:pt x="746" y="974"/>
                </a:lnTo>
                <a:lnTo>
                  <a:pt x="746" y="973"/>
                </a:lnTo>
                <a:lnTo>
                  <a:pt x="746" y="972"/>
                </a:lnTo>
                <a:lnTo>
                  <a:pt x="745" y="972"/>
                </a:lnTo>
                <a:lnTo>
                  <a:pt x="745" y="973"/>
                </a:lnTo>
                <a:lnTo>
                  <a:pt x="744" y="973"/>
                </a:lnTo>
                <a:lnTo>
                  <a:pt x="744" y="974"/>
                </a:lnTo>
                <a:lnTo>
                  <a:pt x="744" y="975"/>
                </a:lnTo>
                <a:lnTo>
                  <a:pt x="744" y="976"/>
                </a:lnTo>
                <a:lnTo>
                  <a:pt x="745" y="977"/>
                </a:lnTo>
                <a:lnTo>
                  <a:pt x="745" y="978"/>
                </a:lnTo>
                <a:lnTo>
                  <a:pt x="746" y="978"/>
                </a:lnTo>
                <a:lnTo>
                  <a:pt x="745" y="978"/>
                </a:lnTo>
                <a:lnTo>
                  <a:pt x="745" y="979"/>
                </a:lnTo>
                <a:lnTo>
                  <a:pt x="745" y="981"/>
                </a:lnTo>
                <a:lnTo>
                  <a:pt x="745" y="982"/>
                </a:lnTo>
                <a:lnTo>
                  <a:pt x="745" y="983"/>
                </a:lnTo>
                <a:lnTo>
                  <a:pt x="744" y="983"/>
                </a:lnTo>
                <a:lnTo>
                  <a:pt x="744" y="982"/>
                </a:lnTo>
                <a:lnTo>
                  <a:pt x="744" y="981"/>
                </a:lnTo>
                <a:lnTo>
                  <a:pt x="744" y="980"/>
                </a:lnTo>
                <a:lnTo>
                  <a:pt x="743" y="980"/>
                </a:lnTo>
                <a:lnTo>
                  <a:pt x="743" y="979"/>
                </a:lnTo>
                <a:lnTo>
                  <a:pt x="744" y="979"/>
                </a:lnTo>
                <a:lnTo>
                  <a:pt x="744" y="978"/>
                </a:lnTo>
                <a:lnTo>
                  <a:pt x="744" y="977"/>
                </a:lnTo>
                <a:lnTo>
                  <a:pt x="744" y="978"/>
                </a:lnTo>
                <a:lnTo>
                  <a:pt x="743" y="979"/>
                </a:lnTo>
                <a:lnTo>
                  <a:pt x="742" y="980"/>
                </a:lnTo>
                <a:lnTo>
                  <a:pt x="742" y="981"/>
                </a:lnTo>
                <a:lnTo>
                  <a:pt x="741" y="981"/>
                </a:lnTo>
                <a:lnTo>
                  <a:pt x="741" y="982"/>
                </a:lnTo>
                <a:lnTo>
                  <a:pt x="742" y="983"/>
                </a:lnTo>
                <a:lnTo>
                  <a:pt x="741" y="984"/>
                </a:lnTo>
                <a:lnTo>
                  <a:pt x="742" y="985"/>
                </a:lnTo>
                <a:lnTo>
                  <a:pt x="743" y="985"/>
                </a:lnTo>
                <a:lnTo>
                  <a:pt x="744" y="987"/>
                </a:lnTo>
                <a:lnTo>
                  <a:pt x="744" y="988"/>
                </a:lnTo>
                <a:lnTo>
                  <a:pt x="743" y="988"/>
                </a:lnTo>
                <a:lnTo>
                  <a:pt x="743" y="989"/>
                </a:lnTo>
                <a:lnTo>
                  <a:pt x="742" y="989"/>
                </a:lnTo>
                <a:lnTo>
                  <a:pt x="742" y="990"/>
                </a:lnTo>
                <a:lnTo>
                  <a:pt x="742" y="991"/>
                </a:lnTo>
                <a:lnTo>
                  <a:pt x="743" y="991"/>
                </a:lnTo>
                <a:lnTo>
                  <a:pt x="743" y="992"/>
                </a:lnTo>
                <a:lnTo>
                  <a:pt x="742" y="992"/>
                </a:lnTo>
                <a:lnTo>
                  <a:pt x="741" y="992"/>
                </a:lnTo>
                <a:lnTo>
                  <a:pt x="741" y="993"/>
                </a:lnTo>
                <a:lnTo>
                  <a:pt x="740" y="993"/>
                </a:lnTo>
                <a:lnTo>
                  <a:pt x="740" y="994"/>
                </a:lnTo>
                <a:lnTo>
                  <a:pt x="740" y="995"/>
                </a:lnTo>
                <a:lnTo>
                  <a:pt x="739" y="995"/>
                </a:lnTo>
                <a:lnTo>
                  <a:pt x="739" y="996"/>
                </a:lnTo>
                <a:lnTo>
                  <a:pt x="740" y="996"/>
                </a:lnTo>
                <a:lnTo>
                  <a:pt x="740" y="997"/>
                </a:lnTo>
                <a:lnTo>
                  <a:pt x="741" y="996"/>
                </a:lnTo>
                <a:lnTo>
                  <a:pt x="742" y="996"/>
                </a:lnTo>
                <a:lnTo>
                  <a:pt x="743" y="995"/>
                </a:lnTo>
                <a:lnTo>
                  <a:pt x="744" y="995"/>
                </a:lnTo>
                <a:lnTo>
                  <a:pt x="744" y="996"/>
                </a:lnTo>
                <a:lnTo>
                  <a:pt x="744" y="997"/>
                </a:lnTo>
                <a:lnTo>
                  <a:pt x="743" y="998"/>
                </a:lnTo>
                <a:lnTo>
                  <a:pt x="742" y="999"/>
                </a:lnTo>
                <a:lnTo>
                  <a:pt x="742" y="1000"/>
                </a:lnTo>
                <a:lnTo>
                  <a:pt x="741" y="1000"/>
                </a:lnTo>
                <a:lnTo>
                  <a:pt x="741" y="1001"/>
                </a:lnTo>
                <a:lnTo>
                  <a:pt x="739" y="1003"/>
                </a:lnTo>
                <a:lnTo>
                  <a:pt x="738" y="1004"/>
                </a:lnTo>
                <a:lnTo>
                  <a:pt x="738" y="1005"/>
                </a:lnTo>
                <a:lnTo>
                  <a:pt x="738" y="1006"/>
                </a:lnTo>
                <a:lnTo>
                  <a:pt x="738" y="1007"/>
                </a:lnTo>
                <a:lnTo>
                  <a:pt x="736" y="1007"/>
                </a:lnTo>
                <a:lnTo>
                  <a:pt x="735" y="1008"/>
                </a:lnTo>
                <a:lnTo>
                  <a:pt x="733" y="1008"/>
                </a:lnTo>
                <a:lnTo>
                  <a:pt x="732" y="1009"/>
                </a:lnTo>
                <a:lnTo>
                  <a:pt x="732" y="1010"/>
                </a:lnTo>
                <a:lnTo>
                  <a:pt x="732" y="1011"/>
                </a:lnTo>
                <a:lnTo>
                  <a:pt x="731" y="1011"/>
                </a:lnTo>
                <a:lnTo>
                  <a:pt x="730" y="1011"/>
                </a:lnTo>
                <a:lnTo>
                  <a:pt x="730" y="1012"/>
                </a:lnTo>
                <a:lnTo>
                  <a:pt x="728" y="1013"/>
                </a:lnTo>
                <a:lnTo>
                  <a:pt x="726" y="1014"/>
                </a:lnTo>
                <a:lnTo>
                  <a:pt x="725" y="1015"/>
                </a:lnTo>
                <a:lnTo>
                  <a:pt x="724" y="1016"/>
                </a:lnTo>
                <a:lnTo>
                  <a:pt x="723" y="1015"/>
                </a:lnTo>
                <a:lnTo>
                  <a:pt x="722" y="1015"/>
                </a:lnTo>
                <a:lnTo>
                  <a:pt x="722" y="1014"/>
                </a:lnTo>
                <a:lnTo>
                  <a:pt x="724" y="1013"/>
                </a:lnTo>
                <a:lnTo>
                  <a:pt x="724" y="1012"/>
                </a:lnTo>
                <a:lnTo>
                  <a:pt x="725" y="1012"/>
                </a:lnTo>
                <a:lnTo>
                  <a:pt x="725" y="1010"/>
                </a:lnTo>
                <a:lnTo>
                  <a:pt x="726" y="1009"/>
                </a:lnTo>
                <a:lnTo>
                  <a:pt x="727" y="1009"/>
                </a:lnTo>
                <a:lnTo>
                  <a:pt x="728" y="1008"/>
                </a:lnTo>
                <a:lnTo>
                  <a:pt x="729" y="1007"/>
                </a:lnTo>
                <a:lnTo>
                  <a:pt x="731" y="1000"/>
                </a:lnTo>
                <a:lnTo>
                  <a:pt x="732" y="999"/>
                </a:lnTo>
                <a:lnTo>
                  <a:pt x="732" y="998"/>
                </a:lnTo>
                <a:lnTo>
                  <a:pt x="733" y="997"/>
                </a:lnTo>
                <a:lnTo>
                  <a:pt x="733" y="996"/>
                </a:lnTo>
                <a:lnTo>
                  <a:pt x="732" y="996"/>
                </a:lnTo>
                <a:lnTo>
                  <a:pt x="732" y="997"/>
                </a:lnTo>
                <a:lnTo>
                  <a:pt x="731" y="997"/>
                </a:lnTo>
                <a:lnTo>
                  <a:pt x="731" y="998"/>
                </a:lnTo>
                <a:lnTo>
                  <a:pt x="730" y="998"/>
                </a:lnTo>
                <a:lnTo>
                  <a:pt x="729" y="996"/>
                </a:lnTo>
                <a:lnTo>
                  <a:pt x="729" y="995"/>
                </a:lnTo>
                <a:lnTo>
                  <a:pt x="729" y="994"/>
                </a:lnTo>
                <a:lnTo>
                  <a:pt x="729" y="993"/>
                </a:lnTo>
                <a:lnTo>
                  <a:pt x="729" y="992"/>
                </a:lnTo>
                <a:lnTo>
                  <a:pt x="728" y="992"/>
                </a:lnTo>
                <a:lnTo>
                  <a:pt x="727" y="992"/>
                </a:lnTo>
                <a:lnTo>
                  <a:pt x="726" y="992"/>
                </a:lnTo>
                <a:lnTo>
                  <a:pt x="725" y="992"/>
                </a:lnTo>
                <a:lnTo>
                  <a:pt x="724" y="992"/>
                </a:lnTo>
                <a:lnTo>
                  <a:pt x="725" y="991"/>
                </a:lnTo>
                <a:lnTo>
                  <a:pt x="725" y="990"/>
                </a:lnTo>
                <a:lnTo>
                  <a:pt x="724" y="991"/>
                </a:lnTo>
                <a:lnTo>
                  <a:pt x="723" y="991"/>
                </a:lnTo>
                <a:lnTo>
                  <a:pt x="723" y="990"/>
                </a:lnTo>
                <a:lnTo>
                  <a:pt x="723" y="991"/>
                </a:lnTo>
                <a:lnTo>
                  <a:pt x="722" y="991"/>
                </a:lnTo>
                <a:lnTo>
                  <a:pt x="723" y="991"/>
                </a:lnTo>
                <a:lnTo>
                  <a:pt x="723" y="992"/>
                </a:lnTo>
                <a:lnTo>
                  <a:pt x="722" y="993"/>
                </a:lnTo>
                <a:lnTo>
                  <a:pt x="722" y="994"/>
                </a:lnTo>
                <a:lnTo>
                  <a:pt x="721" y="995"/>
                </a:lnTo>
                <a:lnTo>
                  <a:pt x="720" y="994"/>
                </a:lnTo>
                <a:lnTo>
                  <a:pt x="719" y="994"/>
                </a:lnTo>
                <a:lnTo>
                  <a:pt x="718" y="994"/>
                </a:lnTo>
                <a:lnTo>
                  <a:pt x="719" y="995"/>
                </a:lnTo>
                <a:lnTo>
                  <a:pt x="718" y="995"/>
                </a:lnTo>
                <a:lnTo>
                  <a:pt x="717" y="995"/>
                </a:lnTo>
                <a:lnTo>
                  <a:pt x="716" y="995"/>
                </a:lnTo>
                <a:lnTo>
                  <a:pt x="716" y="996"/>
                </a:lnTo>
                <a:lnTo>
                  <a:pt x="715" y="996"/>
                </a:lnTo>
                <a:lnTo>
                  <a:pt x="714" y="995"/>
                </a:lnTo>
                <a:lnTo>
                  <a:pt x="713" y="995"/>
                </a:lnTo>
                <a:lnTo>
                  <a:pt x="713" y="996"/>
                </a:lnTo>
                <a:lnTo>
                  <a:pt x="714" y="997"/>
                </a:lnTo>
                <a:lnTo>
                  <a:pt x="715" y="997"/>
                </a:lnTo>
                <a:lnTo>
                  <a:pt x="716" y="998"/>
                </a:lnTo>
                <a:lnTo>
                  <a:pt x="715" y="998"/>
                </a:lnTo>
                <a:lnTo>
                  <a:pt x="715" y="999"/>
                </a:lnTo>
                <a:lnTo>
                  <a:pt x="714" y="1000"/>
                </a:lnTo>
                <a:lnTo>
                  <a:pt x="713" y="1000"/>
                </a:lnTo>
                <a:lnTo>
                  <a:pt x="712" y="1000"/>
                </a:lnTo>
                <a:lnTo>
                  <a:pt x="711" y="1000"/>
                </a:lnTo>
                <a:lnTo>
                  <a:pt x="710" y="1001"/>
                </a:lnTo>
                <a:lnTo>
                  <a:pt x="711" y="1001"/>
                </a:lnTo>
                <a:lnTo>
                  <a:pt x="711" y="1002"/>
                </a:lnTo>
                <a:lnTo>
                  <a:pt x="710" y="1002"/>
                </a:lnTo>
                <a:lnTo>
                  <a:pt x="709" y="1001"/>
                </a:lnTo>
                <a:lnTo>
                  <a:pt x="708" y="1001"/>
                </a:lnTo>
                <a:lnTo>
                  <a:pt x="708" y="1002"/>
                </a:lnTo>
                <a:lnTo>
                  <a:pt x="708" y="1003"/>
                </a:lnTo>
                <a:lnTo>
                  <a:pt x="709" y="1004"/>
                </a:lnTo>
                <a:lnTo>
                  <a:pt x="710" y="1006"/>
                </a:lnTo>
                <a:lnTo>
                  <a:pt x="711" y="1006"/>
                </a:lnTo>
                <a:lnTo>
                  <a:pt x="712" y="1006"/>
                </a:lnTo>
                <a:lnTo>
                  <a:pt x="713" y="1007"/>
                </a:lnTo>
                <a:lnTo>
                  <a:pt x="714" y="1007"/>
                </a:lnTo>
                <a:lnTo>
                  <a:pt x="715" y="1007"/>
                </a:lnTo>
                <a:lnTo>
                  <a:pt x="716" y="1008"/>
                </a:lnTo>
                <a:lnTo>
                  <a:pt x="717" y="1008"/>
                </a:lnTo>
                <a:lnTo>
                  <a:pt x="718" y="1009"/>
                </a:lnTo>
                <a:lnTo>
                  <a:pt x="718" y="1010"/>
                </a:lnTo>
                <a:lnTo>
                  <a:pt x="717" y="1010"/>
                </a:lnTo>
                <a:lnTo>
                  <a:pt x="715" y="1010"/>
                </a:lnTo>
                <a:lnTo>
                  <a:pt x="712" y="1011"/>
                </a:lnTo>
                <a:lnTo>
                  <a:pt x="711" y="1011"/>
                </a:lnTo>
                <a:lnTo>
                  <a:pt x="709" y="1012"/>
                </a:lnTo>
                <a:lnTo>
                  <a:pt x="708" y="1012"/>
                </a:lnTo>
                <a:lnTo>
                  <a:pt x="705" y="1013"/>
                </a:lnTo>
                <a:lnTo>
                  <a:pt x="704" y="1013"/>
                </a:lnTo>
                <a:lnTo>
                  <a:pt x="704" y="1012"/>
                </a:lnTo>
                <a:lnTo>
                  <a:pt x="706" y="1012"/>
                </a:lnTo>
                <a:lnTo>
                  <a:pt x="707" y="1012"/>
                </a:lnTo>
                <a:lnTo>
                  <a:pt x="707" y="1011"/>
                </a:lnTo>
                <a:lnTo>
                  <a:pt x="707" y="1010"/>
                </a:lnTo>
                <a:lnTo>
                  <a:pt x="707" y="1009"/>
                </a:lnTo>
                <a:lnTo>
                  <a:pt x="706" y="1010"/>
                </a:lnTo>
                <a:lnTo>
                  <a:pt x="703" y="1010"/>
                </a:lnTo>
                <a:lnTo>
                  <a:pt x="702" y="1010"/>
                </a:lnTo>
                <a:lnTo>
                  <a:pt x="701" y="1010"/>
                </a:lnTo>
                <a:lnTo>
                  <a:pt x="701" y="1009"/>
                </a:lnTo>
                <a:lnTo>
                  <a:pt x="701" y="1008"/>
                </a:lnTo>
                <a:lnTo>
                  <a:pt x="702" y="1009"/>
                </a:lnTo>
                <a:lnTo>
                  <a:pt x="698" y="1006"/>
                </a:lnTo>
                <a:lnTo>
                  <a:pt x="697" y="1006"/>
                </a:lnTo>
                <a:lnTo>
                  <a:pt x="697" y="1007"/>
                </a:lnTo>
                <a:lnTo>
                  <a:pt x="698" y="1007"/>
                </a:lnTo>
                <a:lnTo>
                  <a:pt x="698" y="1008"/>
                </a:lnTo>
                <a:lnTo>
                  <a:pt x="697" y="1008"/>
                </a:lnTo>
                <a:lnTo>
                  <a:pt x="697" y="1009"/>
                </a:lnTo>
                <a:lnTo>
                  <a:pt x="696" y="1010"/>
                </a:lnTo>
                <a:lnTo>
                  <a:pt x="694" y="1010"/>
                </a:lnTo>
                <a:lnTo>
                  <a:pt x="693" y="1010"/>
                </a:lnTo>
                <a:lnTo>
                  <a:pt x="693" y="1009"/>
                </a:lnTo>
                <a:lnTo>
                  <a:pt x="692" y="1009"/>
                </a:lnTo>
                <a:lnTo>
                  <a:pt x="692" y="1008"/>
                </a:lnTo>
                <a:lnTo>
                  <a:pt x="691" y="1008"/>
                </a:lnTo>
                <a:lnTo>
                  <a:pt x="690" y="1008"/>
                </a:lnTo>
                <a:lnTo>
                  <a:pt x="689" y="1007"/>
                </a:lnTo>
                <a:lnTo>
                  <a:pt x="688" y="1007"/>
                </a:lnTo>
                <a:lnTo>
                  <a:pt x="686" y="1007"/>
                </a:lnTo>
                <a:lnTo>
                  <a:pt x="685" y="1007"/>
                </a:lnTo>
                <a:lnTo>
                  <a:pt x="684" y="1008"/>
                </a:lnTo>
                <a:lnTo>
                  <a:pt x="683" y="1008"/>
                </a:lnTo>
                <a:lnTo>
                  <a:pt x="683" y="1007"/>
                </a:lnTo>
                <a:lnTo>
                  <a:pt x="682" y="1007"/>
                </a:lnTo>
                <a:lnTo>
                  <a:pt x="682" y="1008"/>
                </a:lnTo>
                <a:lnTo>
                  <a:pt x="681" y="1008"/>
                </a:lnTo>
                <a:lnTo>
                  <a:pt x="680" y="1008"/>
                </a:lnTo>
                <a:lnTo>
                  <a:pt x="679" y="1008"/>
                </a:lnTo>
                <a:lnTo>
                  <a:pt x="678" y="1008"/>
                </a:lnTo>
                <a:lnTo>
                  <a:pt x="677" y="1008"/>
                </a:lnTo>
                <a:lnTo>
                  <a:pt x="677" y="1009"/>
                </a:lnTo>
                <a:lnTo>
                  <a:pt x="676" y="1009"/>
                </a:lnTo>
                <a:lnTo>
                  <a:pt x="676" y="1010"/>
                </a:lnTo>
                <a:lnTo>
                  <a:pt x="675" y="1010"/>
                </a:lnTo>
                <a:lnTo>
                  <a:pt x="674" y="1010"/>
                </a:lnTo>
                <a:lnTo>
                  <a:pt x="673" y="1010"/>
                </a:lnTo>
                <a:lnTo>
                  <a:pt x="673" y="1009"/>
                </a:lnTo>
                <a:lnTo>
                  <a:pt x="672" y="1009"/>
                </a:lnTo>
                <a:lnTo>
                  <a:pt x="672" y="1008"/>
                </a:lnTo>
                <a:lnTo>
                  <a:pt x="672" y="1007"/>
                </a:lnTo>
                <a:lnTo>
                  <a:pt x="671" y="1007"/>
                </a:lnTo>
                <a:lnTo>
                  <a:pt x="671" y="1006"/>
                </a:lnTo>
                <a:lnTo>
                  <a:pt x="671" y="1005"/>
                </a:lnTo>
                <a:lnTo>
                  <a:pt x="670" y="1004"/>
                </a:lnTo>
                <a:lnTo>
                  <a:pt x="671" y="1004"/>
                </a:lnTo>
                <a:lnTo>
                  <a:pt x="671" y="1003"/>
                </a:lnTo>
                <a:lnTo>
                  <a:pt x="670" y="1003"/>
                </a:lnTo>
                <a:lnTo>
                  <a:pt x="669" y="1003"/>
                </a:lnTo>
                <a:lnTo>
                  <a:pt x="669" y="1002"/>
                </a:lnTo>
                <a:lnTo>
                  <a:pt x="668" y="1002"/>
                </a:lnTo>
                <a:lnTo>
                  <a:pt x="667" y="1001"/>
                </a:lnTo>
                <a:lnTo>
                  <a:pt x="667" y="1000"/>
                </a:lnTo>
                <a:lnTo>
                  <a:pt x="666" y="1000"/>
                </a:lnTo>
                <a:lnTo>
                  <a:pt x="665" y="1000"/>
                </a:lnTo>
                <a:lnTo>
                  <a:pt x="664" y="1000"/>
                </a:lnTo>
                <a:lnTo>
                  <a:pt x="663" y="999"/>
                </a:lnTo>
                <a:lnTo>
                  <a:pt x="663" y="1000"/>
                </a:lnTo>
                <a:lnTo>
                  <a:pt x="662" y="1000"/>
                </a:lnTo>
                <a:lnTo>
                  <a:pt x="662" y="999"/>
                </a:lnTo>
                <a:lnTo>
                  <a:pt x="661" y="998"/>
                </a:lnTo>
                <a:lnTo>
                  <a:pt x="660" y="998"/>
                </a:lnTo>
                <a:lnTo>
                  <a:pt x="660" y="997"/>
                </a:lnTo>
                <a:lnTo>
                  <a:pt x="661" y="997"/>
                </a:lnTo>
                <a:lnTo>
                  <a:pt x="661" y="996"/>
                </a:lnTo>
                <a:lnTo>
                  <a:pt x="660" y="996"/>
                </a:lnTo>
                <a:lnTo>
                  <a:pt x="659" y="996"/>
                </a:lnTo>
                <a:lnTo>
                  <a:pt x="659" y="995"/>
                </a:lnTo>
                <a:lnTo>
                  <a:pt x="660" y="995"/>
                </a:lnTo>
                <a:lnTo>
                  <a:pt x="660" y="994"/>
                </a:lnTo>
                <a:lnTo>
                  <a:pt x="659" y="994"/>
                </a:lnTo>
                <a:lnTo>
                  <a:pt x="659" y="993"/>
                </a:lnTo>
                <a:lnTo>
                  <a:pt x="660" y="993"/>
                </a:lnTo>
                <a:lnTo>
                  <a:pt x="660" y="992"/>
                </a:lnTo>
                <a:lnTo>
                  <a:pt x="659" y="992"/>
                </a:lnTo>
                <a:lnTo>
                  <a:pt x="658" y="992"/>
                </a:lnTo>
                <a:lnTo>
                  <a:pt x="658" y="991"/>
                </a:lnTo>
                <a:lnTo>
                  <a:pt x="658" y="990"/>
                </a:lnTo>
                <a:lnTo>
                  <a:pt x="658" y="989"/>
                </a:lnTo>
                <a:lnTo>
                  <a:pt x="657" y="989"/>
                </a:lnTo>
                <a:lnTo>
                  <a:pt x="656" y="989"/>
                </a:lnTo>
                <a:lnTo>
                  <a:pt x="656" y="988"/>
                </a:lnTo>
                <a:lnTo>
                  <a:pt x="654" y="988"/>
                </a:lnTo>
                <a:lnTo>
                  <a:pt x="654" y="987"/>
                </a:lnTo>
                <a:lnTo>
                  <a:pt x="653" y="987"/>
                </a:lnTo>
                <a:lnTo>
                  <a:pt x="653" y="988"/>
                </a:lnTo>
                <a:lnTo>
                  <a:pt x="652" y="988"/>
                </a:lnTo>
                <a:lnTo>
                  <a:pt x="651" y="988"/>
                </a:lnTo>
                <a:lnTo>
                  <a:pt x="651" y="989"/>
                </a:lnTo>
                <a:lnTo>
                  <a:pt x="650" y="989"/>
                </a:lnTo>
                <a:lnTo>
                  <a:pt x="649" y="989"/>
                </a:lnTo>
                <a:lnTo>
                  <a:pt x="649" y="988"/>
                </a:lnTo>
                <a:lnTo>
                  <a:pt x="648" y="988"/>
                </a:lnTo>
                <a:lnTo>
                  <a:pt x="648" y="987"/>
                </a:lnTo>
                <a:lnTo>
                  <a:pt x="647" y="987"/>
                </a:lnTo>
                <a:lnTo>
                  <a:pt x="646" y="987"/>
                </a:lnTo>
                <a:lnTo>
                  <a:pt x="646" y="986"/>
                </a:lnTo>
                <a:lnTo>
                  <a:pt x="645" y="986"/>
                </a:lnTo>
                <a:lnTo>
                  <a:pt x="644" y="986"/>
                </a:lnTo>
                <a:lnTo>
                  <a:pt x="643" y="986"/>
                </a:lnTo>
                <a:lnTo>
                  <a:pt x="643" y="987"/>
                </a:lnTo>
                <a:lnTo>
                  <a:pt x="642" y="987"/>
                </a:lnTo>
                <a:lnTo>
                  <a:pt x="641" y="987"/>
                </a:lnTo>
                <a:lnTo>
                  <a:pt x="640" y="987"/>
                </a:lnTo>
                <a:lnTo>
                  <a:pt x="639" y="987"/>
                </a:lnTo>
                <a:lnTo>
                  <a:pt x="639" y="988"/>
                </a:lnTo>
                <a:lnTo>
                  <a:pt x="639" y="989"/>
                </a:lnTo>
                <a:lnTo>
                  <a:pt x="637" y="989"/>
                </a:lnTo>
                <a:lnTo>
                  <a:pt x="636" y="989"/>
                </a:lnTo>
                <a:lnTo>
                  <a:pt x="636" y="990"/>
                </a:lnTo>
                <a:lnTo>
                  <a:pt x="635" y="990"/>
                </a:lnTo>
                <a:lnTo>
                  <a:pt x="634" y="990"/>
                </a:lnTo>
                <a:lnTo>
                  <a:pt x="633" y="990"/>
                </a:lnTo>
                <a:lnTo>
                  <a:pt x="632" y="990"/>
                </a:lnTo>
                <a:lnTo>
                  <a:pt x="631" y="990"/>
                </a:lnTo>
                <a:lnTo>
                  <a:pt x="631" y="991"/>
                </a:lnTo>
                <a:lnTo>
                  <a:pt x="630" y="992"/>
                </a:lnTo>
                <a:lnTo>
                  <a:pt x="629" y="992"/>
                </a:lnTo>
                <a:lnTo>
                  <a:pt x="629" y="993"/>
                </a:lnTo>
                <a:lnTo>
                  <a:pt x="628" y="993"/>
                </a:lnTo>
                <a:lnTo>
                  <a:pt x="627" y="993"/>
                </a:lnTo>
                <a:lnTo>
                  <a:pt x="627" y="994"/>
                </a:lnTo>
                <a:lnTo>
                  <a:pt x="626" y="994"/>
                </a:lnTo>
                <a:lnTo>
                  <a:pt x="625" y="995"/>
                </a:lnTo>
                <a:lnTo>
                  <a:pt x="624" y="995"/>
                </a:lnTo>
                <a:lnTo>
                  <a:pt x="623" y="996"/>
                </a:lnTo>
                <a:lnTo>
                  <a:pt x="623" y="995"/>
                </a:lnTo>
                <a:lnTo>
                  <a:pt x="622" y="995"/>
                </a:lnTo>
                <a:lnTo>
                  <a:pt x="622" y="996"/>
                </a:lnTo>
                <a:lnTo>
                  <a:pt x="621" y="996"/>
                </a:lnTo>
                <a:lnTo>
                  <a:pt x="621" y="997"/>
                </a:lnTo>
                <a:lnTo>
                  <a:pt x="620" y="996"/>
                </a:lnTo>
                <a:lnTo>
                  <a:pt x="620" y="997"/>
                </a:lnTo>
                <a:lnTo>
                  <a:pt x="619" y="997"/>
                </a:lnTo>
                <a:lnTo>
                  <a:pt x="618" y="997"/>
                </a:lnTo>
                <a:lnTo>
                  <a:pt x="618" y="996"/>
                </a:lnTo>
                <a:lnTo>
                  <a:pt x="617" y="996"/>
                </a:lnTo>
                <a:lnTo>
                  <a:pt x="616" y="996"/>
                </a:lnTo>
                <a:lnTo>
                  <a:pt x="616" y="997"/>
                </a:lnTo>
                <a:lnTo>
                  <a:pt x="615" y="997"/>
                </a:lnTo>
                <a:lnTo>
                  <a:pt x="614" y="997"/>
                </a:lnTo>
                <a:lnTo>
                  <a:pt x="612" y="997"/>
                </a:lnTo>
                <a:lnTo>
                  <a:pt x="610" y="998"/>
                </a:lnTo>
                <a:lnTo>
                  <a:pt x="609" y="997"/>
                </a:lnTo>
                <a:lnTo>
                  <a:pt x="608" y="997"/>
                </a:lnTo>
                <a:lnTo>
                  <a:pt x="607" y="997"/>
                </a:lnTo>
                <a:lnTo>
                  <a:pt x="605" y="998"/>
                </a:lnTo>
                <a:lnTo>
                  <a:pt x="603" y="998"/>
                </a:lnTo>
                <a:lnTo>
                  <a:pt x="602" y="998"/>
                </a:lnTo>
                <a:lnTo>
                  <a:pt x="602" y="997"/>
                </a:lnTo>
                <a:lnTo>
                  <a:pt x="601" y="997"/>
                </a:lnTo>
                <a:lnTo>
                  <a:pt x="601" y="996"/>
                </a:lnTo>
                <a:lnTo>
                  <a:pt x="600" y="996"/>
                </a:lnTo>
                <a:lnTo>
                  <a:pt x="599" y="996"/>
                </a:lnTo>
                <a:lnTo>
                  <a:pt x="599" y="997"/>
                </a:lnTo>
                <a:lnTo>
                  <a:pt x="598" y="997"/>
                </a:lnTo>
                <a:lnTo>
                  <a:pt x="597" y="997"/>
                </a:lnTo>
                <a:lnTo>
                  <a:pt x="596" y="997"/>
                </a:lnTo>
                <a:lnTo>
                  <a:pt x="596" y="998"/>
                </a:lnTo>
                <a:lnTo>
                  <a:pt x="595" y="998"/>
                </a:lnTo>
                <a:lnTo>
                  <a:pt x="595" y="999"/>
                </a:lnTo>
                <a:lnTo>
                  <a:pt x="594" y="1000"/>
                </a:lnTo>
                <a:lnTo>
                  <a:pt x="594" y="1001"/>
                </a:lnTo>
                <a:lnTo>
                  <a:pt x="594" y="1002"/>
                </a:lnTo>
                <a:lnTo>
                  <a:pt x="593" y="1002"/>
                </a:lnTo>
                <a:lnTo>
                  <a:pt x="593" y="1001"/>
                </a:lnTo>
                <a:lnTo>
                  <a:pt x="592" y="1001"/>
                </a:lnTo>
                <a:lnTo>
                  <a:pt x="591" y="1001"/>
                </a:lnTo>
                <a:lnTo>
                  <a:pt x="590" y="1001"/>
                </a:lnTo>
                <a:lnTo>
                  <a:pt x="589" y="1001"/>
                </a:lnTo>
                <a:lnTo>
                  <a:pt x="588" y="1001"/>
                </a:lnTo>
                <a:lnTo>
                  <a:pt x="587" y="1000"/>
                </a:lnTo>
                <a:lnTo>
                  <a:pt x="586" y="1000"/>
                </a:lnTo>
                <a:lnTo>
                  <a:pt x="585" y="1000"/>
                </a:lnTo>
                <a:lnTo>
                  <a:pt x="585" y="1001"/>
                </a:lnTo>
                <a:lnTo>
                  <a:pt x="585" y="1000"/>
                </a:lnTo>
                <a:lnTo>
                  <a:pt x="584" y="1000"/>
                </a:lnTo>
                <a:lnTo>
                  <a:pt x="583" y="1000"/>
                </a:lnTo>
                <a:lnTo>
                  <a:pt x="582" y="1000"/>
                </a:lnTo>
                <a:lnTo>
                  <a:pt x="583" y="1000"/>
                </a:lnTo>
                <a:lnTo>
                  <a:pt x="583" y="999"/>
                </a:lnTo>
                <a:lnTo>
                  <a:pt x="584" y="999"/>
                </a:lnTo>
                <a:lnTo>
                  <a:pt x="584" y="998"/>
                </a:lnTo>
                <a:lnTo>
                  <a:pt x="584" y="997"/>
                </a:lnTo>
                <a:lnTo>
                  <a:pt x="585" y="997"/>
                </a:lnTo>
                <a:lnTo>
                  <a:pt x="585" y="996"/>
                </a:lnTo>
                <a:lnTo>
                  <a:pt x="584" y="996"/>
                </a:lnTo>
                <a:lnTo>
                  <a:pt x="584" y="995"/>
                </a:lnTo>
                <a:lnTo>
                  <a:pt x="583" y="995"/>
                </a:lnTo>
                <a:lnTo>
                  <a:pt x="583" y="994"/>
                </a:lnTo>
                <a:lnTo>
                  <a:pt x="582" y="994"/>
                </a:lnTo>
                <a:lnTo>
                  <a:pt x="582" y="993"/>
                </a:lnTo>
                <a:lnTo>
                  <a:pt x="582" y="992"/>
                </a:lnTo>
                <a:lnTo>
                  <a:pt x="582" y="991"/>
                </a:lnTo>
                <a:lnTo>
                  <a:pt x="582" y="990"/>
                </a:lnTo>
                <a:lnTo>
                  <a:pt x="581" y="990"/>
                </a:lnTo>
                <a:lnTo>
                  <a:pt x="581" y="989"/>
                </a:lnTo>
                <a:lnTo>
                  <a:pt x="581" y="988"/>
                </a:lnTo>
                <a:lnTo>
                  <a:pt x="580" y="988"/>
                </a:lnTo>
                <a:lnTo>
                  <a:pt x="580" y="987"/>
                </a:lnTo>
                <a:lnTo>
                  <a:pt x="579" y="987"/>
                </a:lnTo>
                <a:lnTo>
                  <a:pt x="578" y="987"/>
                </a:lnTo>
                <a:lnTo>
                  <a:pt x="577" y="987"/>
                </a:lnTo>
                <a:lnTo>
                  <a:pt x="577" y="988"/>
                </a:lnTo>
                <a:lnTo>
                  <a:pt x="576" y="988"/>
                </a:lnTo>
                <a:lnTo>
                  <a:pt x="575" y="988"/>
                </a:lnTo>
                <a:lnTo>
                  <a:pt x="575" y="989"/>
                </a:lnTo>
                <a:lnTo>
                  <a:pt x="574" y="989"/>
                </a:lnTo>
                <a:lnTo>
                  <a:pt x="573" y="989"/>
                </a:lnTo>
                <a:lnTo>
                  <a:pt x="573" y="990"/>
                </a:lnTo>
                <a:lnTo>
                  <a:pt x="572" y="990"/>
                </a:lnTo>
                <a:lnTo>
                  <a:pt x="571" y="990"/>
                </a:lnTo>
                <a:lnTo>
                  <a:pt x="571" y="991"/>
                </a:lnTo>
                <a:lnTo>
                  <a:pt x="570" y="991"/>
                </a:lnTo>
                <a:lnTo>
                  <a:pt x="570" y="992"/>
                </a:lnTo>
                <a:lnTo>
                  <a:pt x="569" y="992"/>
                </a:lnTo>
                <a:lnTo>
                  <a:pt x="569" y="993"/>
                </a:lnTo>
                <a:lnTo>
                  <a:pt x="569" y="994"/>
                </a:lnTo>
                <a:lnTo>
                  <a:pt x="568" y="994"/>
                </a:lnTo>
                <a:lnTo>
                  <a:pt x="568" y="995"/>
                </a:lnTo>
                <a:lnTo>
                  <a:pt x="567" y="995"/>
                </a:lnTo>
                <a:lnTo>
                  <a:pt x="567" y="996"/>
                </a:lnTo>
                <a:lnTo>
                  <a:pt x="566" y="996"/>
                </a:lnTo>
                <a:lnTo>
                  <a:pt x="565" y="996"/>
                </a:lnTo>
                <a:lnTo>
                  <a:pt x="565" y="997"/>
                </a:lnTo>
                <a:lnTo>
                  <a:pt x="565" y="998"/>
                </a:lnTo>
                <a:lnTo>
                  <a:pt x="565" y="999"/>
                </a:lnTo>
                <a:lnTo>
                  <a:pt x="564" y="999"/>
                </a:lnTo>
                <a:lnTo>
                  <a:pt x="564" y="1000"/>
                </a:lnTo>
                <a:lnTo>
                  <a:pt x="563" y="1000"/>
                </a:lnTo>
                <a:lnTo>
                  <a:pt x="563" y="1001"/>
                </a:lnTo>
                <a:lnTo>
                  <a:pt x="562" y="1001"/>
                </a:lnTo>
                <a:lnTo>
                  <a:pt x="562" y="1000"/>
                </a:lnTo>
                <a:lnTo>
                  <a:pt x="561" y="1000"/>
                </a:lnTo>
                <a:lnTo>
                  <a:pt x="560" y="1000"/>
                </a:lnTo>
                <a:lnTo>
                  <a:pt x="559" y="1000"/>
                </a:lnTo>
                <a:lnTo>
                  <a:pt x="558" y="1000"/>
                </a:lnTo>
                <a:lnTo>
                  <a:pt x="558" y="999"/>
                </a:lnTo>
                <a:lnTo>
                  <a:pt x="558" y="998"/>
                </a:lnTo>
                <a:lnTo>
                  <a:pt x="558" y="997"/>
                </a:lnTo>
                <a:lnTo>
                  <a:pt x="558" y="996"/>
                </a:lnTo>
                <a:lnTo>
                  <a:pt x="557" y="996"/>
                </a:lnTo>
                <a:lnTo>
                  <a:pt x="557" y="995"/>
                </a:lnTo>
                <a:lnTo>
                  <a:pt x="557" y="994"/>
                </a:lnTo>
                <a:lnTo>
                  <a:pt x="558" y="994"/>
                </a:lnTo>
                <a:lnTo>
                  <a:pt x="558" y="993"/>
                </a:lnTo>
                <a:lnTo>
                  <a:pt x="559" y="993"/>
                </a:lnTo>
                <a:lnTo>
                  <a:pt x="559" y="992"/>
                </a:lnTo>
                <a:lnTo>
                  <a:pt x="558" y="992"/>
                </a:lnTo>
                <a:lnTo>
                  <a:pt x="558" y="991"/>
                </a:lnTo>
                <a:lnTo>
                  <a:pt x="558" y="990"/>
                </a:lnTo>
                <a:lnTo>
                  <a:pt x="558" y="989"/>
                </a:lnTo>
                <a:lnTo>
                  <a:pt x="558" y="988"/>
                </a:lnTo>
                <a:lnTo>
                  <a:pt x="558" y="987"/>
                </a:lnTo>
                <a:lnTo>
                  <a:pt x="557" y="987"/>
                </a:lnTo>
                <a:lnTo>
                  <a:pt x="557" y="986"/>
                </a:lnTo>
                <a:lnTo>
                  <a:pt x="556" y="985"/>
                </a:lnTo>
                <a:lnTo>
                  <a:pt x="555" y="985"/>
                </a:lnTo>
                <a:lnTo>
                  <a:pt x="555" y="984"/>
                </a:lnTo>
                <a:lnTo>
                  <a:pt x="556" y="984"/>
                </a:lnTo>
                <a:lnTo>
                  <a:pt x="555" y="984"/>
                </a:lnTo>
                <a:lnTo>
                  <a:pt x="555" y="983"/>
                </a:lnTo>
                <a:lnTo>
                  <a:pt x="554" y="983"/>
                </a:lnTo>
                <a:lnTo>
                  <a:pt x="553" y="983"/>
                </a:lnTo>
                <a:lnTo>
                  <a:pt x="553" y="982"/>
                </a:lnTo>
                <a:lnTo>
                  <a:pt x="553" y="981"/>
                </a:lnTo>
                <a:lnTo>
                  <a:pt x="553" y="980"/>
                </a:lnTo>
                <a:lnTo>
                  <a:pt x="552" y="980"/>
                </a:lnTo>
                <a:lnTo>
                  <a:pt x="551" y="980"/>
                </a:lnTo>
                <a:lnTo>
                  <a:pt x="551" y="979"/>
                </a:lnTo>
                <a:lnTo>
                  <a:pt x="551" y="978"/>
                </a:lnTo>
                <a:lnTo>
                  <a:pt x="550" y="978"/>
                </a:lnTo>
                <a:lnTo>
                  <a:pt x="550" y="977"/>
                </a:lnTo>
                <a:lnTo>
                  <a:pt x="550" y="976"/>
                </a:lnTo>
                <a:lnTo>
                  <a:pt x="550" y="975"/>
                </a:lnTo>
                <a:lnTo>
                  <a:pt x="549" y="975"/>
                </a:lnTo>
                <a:lnTo>
                  <a:pt x="549" y="974"/>
                </a:lnTo>
                <a:lnTo>
                  <a:pt x="548" y="974"/>
                </a:lnTo>
                <a:lnTo>
                  <a:pt x="547" y="974"/>
                </a:lnTo>
                <a:lnTo>
                  <a:pt x="547" y="973"/>
                </a:lnTo>
                <a:lnTo>
                  <a:pt x="547" y="972"/>
                </a:lnTo>
                <a:lnTo>
                  <a:pt x="546" y="972"/>
                </a:lnTo>
                <a:lnTo>
                  <a:pt x="545" y="972"/>
                </a:lnTo>
                <a:lnTo>
                  <a:pt x="545" y="973"/>
                </a:lnTo>
                <a:lnTo>
                  <a:pt x="544" y="973"/>
                </a:lnTo>
                <a:lnTo>
                  <a:pt x="543" y="973"/>
                </a:lnTo>
                <a:lnTo>
                  <a:pt x="544" y="973"/>
                </a:lnTo>
                <a:lnTo>
                  <a:pt x="544" y="974"/>
                </a:lnTo>
                <a:lnTo>
                  <a:pt x="543" y="974"/>
                </a:lnTo>
                <a:lnTo>
                  <a:pt x="542" y="974"/>
                </a:lnTo>
                <a:lnTo>
                  <a:pt x="541" y="974"/>
                </a:lnTo>
                <a:lnTo>
                  <a:pt x="540" y="974"/>
                </a:lnTo>
                <a:lnTo>
                  <a:pt x="540" y="975"/>
                </a:lnTo>
                <a:lnTo>
                  <a:pt x="539" y="975"/>
                </a:lnTo>
                <a:lnTo>
                  <a:pt x="539" y="976"/>
                </a:lnTo>
                <a:lnTo>
                  <a:pt x="538" y="976"/>
                </a:lnTo>
                <a:lnTo>
                  <a:pt x="538" y="975"/>
                </a:lnTo>
                <a:lnTo>
                  <a:pt x="538" y="976"/>
                </a:lnTo>
                <a:lnTo>
                  <a:pt x="537" y="976"/>
                </a:lnTo>
                <a:lnTo>
                  <a:pt x="537" y="977"/>
                </a:lnTo>
                <a:lnTo>
                  <a:pt x="536" y="977"/>
                </a:lnTo>
                <a:lnTo>
                  <a:pt x="536" y="978"/>
                </a:lnTo>
                <a:lnTo>
                  <a:pt x="536" y="979"/>
                </a:lnTo>
                <a:lnTo>
                  <a:pt x="536" y="980"/>
                </a:lnTo>
                <a:lnTo>
                  <a:pt x="535" y="980"/>
                </a:lnTo>
                <a:lnTo>
                  <a:pt x="534" y="980"/>
                </a:lnTo>
                <a:lnTo>
                  <a:pt x="534" y="979"/>
                </a:lnTo>
                <a:lnTo>
                  <a:pt x="533" y="979"/>
                </a:lnTo>
                <a:lnTo>
                  <a:pt x="532" y="979"/>
                </a:lnTo>
                <a:lnTo>
                  <a:pt x="531" y="979"/>
                </a:lnTo>
                <a:lnTo>
                  <a:pt x="530" y="979"/>
                </a:lnTo>
                <a:lnTo>
                  <a:pt x="530" y="978"/>
                </a:lnTo>
                <a:lnTo>
                  <a:pt x="529" y="978"/>
                </a:lnTo>
                <a:lnTo>
                  <a:pt x="528" y="978"/>
                </a:lnTo>
                <a:lnTo>
                  <a:pt x="528" y="977"/>
                </a:lnTo>
                <a:lnTo>
                  <a:pt x="527" y="977"/>
                </a:lnTo>
                <a:lnTo>
                  <a:pt x="526" y="977"/>
                </a:lnTo>
                <a:lnTo>
                  <a:pt x="526" y="976"/>
                </a:lnTo>
                <a:lnTo>
                  <a:pt x="527" y="976"/>
                </a:lnTo>
                <a:lnTo>
                  <a:pt x="527" y="975"/>
                </a:lnTo>
                <a:lnTo>
                  <a:pt x="526" y="975"/>
                </a:lnTo>
                <a:lnTo>
                  <a:pt x="526" y="974"/>
                </a:lnTo>
                <a:lnTo>
                  <a:pt x="525" y="974"/>
                </a:lnTo>
                <a:lnTo>
                  <a:pt x="525" y="973"/>
                </a:lnTo>
                <a:lnTo>
                  <a:pt x="525" y="972"/>
                </a:lnTo>
                <a:lnTo>
                  <a:pt x="524" y="972"/>
                </a:lnTo>
                <a:lnTo>
                  <a:pt x="524" y="971"/>
                </a:lnTo>
                <a:lnTo>
                  <a:pt x="523" y="971"/>
                </a:lnTo>
                <a:lnTo>
                  <a:pt x="522" y="971"/>
                </a:lnTo>
                <a:lnTo>
                  <a:pt x="521" y="971"/>
                </a:lnTo>
                <a:lnTo>
                  <a:pt x="521" y="970"/>
                </a:lnTo>
                <a:lnTo>
                  <a:pt x="521" y="971"/>
                </a:lnTo>
                <a:lnTo>
                  <a:pt x="520" y="971"/>
                </a:lnTo>
                <a:lnTo>
                  <a:pt x="519" y="971"/>
                </a:lnTo>
                <a:lnTo>
                  <a:pt x="519" y="970"/>
                </a:lnTo>
                <a:lnTo>
                  <a:pt x="519" y="969"/>
                </a:lnTo>
                <a:lnTo>
                  <a:pt x="518" y="969"/>
                </a:lnTo>
                <a:lnTo>
                  <a:pt x="517" y="969"/>
                </a:lnTo>
                <a:lnTo>
                  <a:pt x="516" y="969"/>
                </a:lnTo>
                <a:lnTo>
                  <a:pt x="516" y="968"/>
                </a:lnTo>
                <a:lnTo>
                  <a:pt x="516" y="969"/>
                </a:lnTo>
                <a:lnTo>
                  <a:pt x="515" y="969"/>
                </a:lnTo>
                <a:lnTo>
                  <a:pt x="515" y="968"/>
                </a:lnTo>
                <a:lnTo>
                  <a:pt x="515" y="967"/>
                </a:lnTo>
                <a:lnTo>
                  <a:pt x="515" y="968"/>
                </a:lnTo>
                <a:lnTo>
                  <a:pt x="514" y="968"/>
                </a:lnTo>
                <a:lnTo>
                  <a:pt x="514" y="967"/>
                </a:lnTo>
                <a:lnTo>
                  <a:pt x="514" y="966"/>
                </a:lnTo>
                <a:lnTo>
                  <a:pt x="513" y="966"/>
                </a:lnTo>
                <a:lnTo>
                  <a:pt x="512" y="966"/>
                </a:lnTo>
                <a:lnTo>
                  <a:pt x="512" y="965"/>
                </a:lnTo>
                <a:lnTo>
                  <a:pt x="511" y="965"/>
                </a:lnTo>
                <a:lnTo>
                  <a:pt x="511" y="964"/>
                </a:lnTo>
                <a:lnTo>
                  <a:pt x="510" y="963"/>
                </a:lnTo>
                <a:lnTo>
                  <a:pt x="510" y="962"/>
                </a:lnTo>
                <a:lnTo>
                  <a:pt x="509" y="962"/>
                </a:lnTo>
                <a:lnTo>
                  <a:pt x="508" y="962"/>
                </a:lnTo>
                <a:lnTo>
                  <a:pt x="507" y="962"/>
                </a:lnTo>
                <a:lnTo>
                  <a:pt x="507" y="961"/>
                </a:lnTo>
                <a:lnTo>
                  <a:pt x="507" y="962"/>
                </a:lnTo>
                <a:lnTo>
                  <a:pt x="506" y="962"/>
                </a:lnTo>
                <a:lnTo>
                  <a:pt x="506" y="961"/>
                </a:lnTo>
                <a:lnTo>
                  <a:pt x="505" y="961"/>
                </a:lnTo>
                <a:lnTo>
                  <a:pt x="505" y="960"/>
                </a:lnTo>
                <a:lnTo>
                  <a:pt x="504" y="960"/>
                </a:lnTo>
                <a:lnTo>
                  <a:pt x="504" y="959"/>
                </a:lnTo>
                <a:lnTo>
                  <a:pt x="503" y="959"/>
                </a:lnTo>
                <a:lnTo>
                  <a:pt x="503" y="960"/>
                </a:lnTo>
                <a:lnTo>
                  <a:pt x="502" y="959"/>
                </a:lnTo>
                <a:lnTo>
                  <a:pt x="500" y="959"/>
                </a:lnTo>
                <a:lnTo>
                  <a:pt x="499" y="959"/>
                </a:lnTo>
                <a:lnTo>
                  <a:pt x="498" y="959"/>
                </a:lnTo>
                <a:lnTo>
                  <a:pt x="497" y="959"/>
                </a:lnTo>
                <a:lnTo>
                  <a:pt x="496" y="959"/>
                </a:lnTo>
                <a:lnTo>
                  <a:pt x="496" y="958"/>
                </a:lnTo>
                <a:lnTo>
                  <a:pt x="495" y="958"/>
                </a:lnTo>
                <a:lnTo>
                  <a:pt x="494" y="958"/>
                </a:lnTo>
                <a:lnTo>
                  <a:pt x="493" y="958"/>
                </a:lnTo>
                <a:lnTo>
                  <a:pt x="493" y="957"/>
                </a:lnTo>
                <a:lnTo>
                  <a:pt x="492" y="957"/>
                </a:lnTo>
                <a:lnTo>
                  <a:pt x="492" y="956"/>
                </a:lnTo>
                <a:lnTo>
                  <a:pt x="491" y="956"/>
                </a:lnTo>
                <a:lnTo>
                  <a:pt x="490" y="956"/>
                </a:lnTo>
                <a:lnTo>
                  <a:pt x="489" y="956"/>
                </a:lnTo>
                <a:lnTo>
                  <a:pt x="489" y="955"/>
                </a:lnTo>
                <a:lnTo>
                  <a:pt x="489" y="954"/>
                </a:lnTo>
                <a:lnTo>
                  <a:pt x="489" y="953"/>
                </a:lnTo>
                <a:lnTo>
                  <a:pt x="489" y="952"/>
                </a:lnTo>
                <a:lnTo>
                  <a:pt x="489" y="951"/>
                </a:lnTo>
                <a:lnTo>
                  <a:pt x="490" y="951"/>
                </a:lnTo>
                <a:lnTo>
                  <a:pt x="490" y="950"/>
                </a:lnTo>
                <a:lnTo>
                  <a:pt x="491" y="950"/>
                </a:lnTo>
                <a:lnTo>
                  <a:pt x="491" y="949"/>
                </a:lnTo>
                <a:lnTo>
                  <a:pt x="492" y="949"/>
                </a:lnTo>
                <a:lnTo>
                  <a:pt x="492" y="948"/>
                </a:lnTo>
                <a:lnTo>
                  <a:pt x="493" y="948"/>
                </a:lnTo>
                <a:lnTo>
                  <a:pt x="494" y="948"/>
                </a:lnTo>
                <a:lnTo>
                  <a:pt x="494" y="947"/>
                </a:lnTo>
                <a:lnTo>
                  <a:pt x="495" y="947"/>
                </a:lnTo>
                <a:lnTo>
                  <a:pt x="495" y="946"/>
                </a:lnTo>
                <a:lnTo>
                  <a:pt x="496" y="946"/>
                </a:lnTo>
                <a:lnTo>
                  <a:pt x="496" y="945"/>
                </a:lnTo>
                <a:lnTo>
                  <a:pt x="497" y="945"/>
                </a:lnTo>
                <a:lnTo>
                  <a:pt x="498" y="945"/>
                </a:lnTo>
                <a:lnTo>
                  <a:pt x="498" y="944"/>
                </a:lnTo>
                <a:lnTo>
                  <a:pt x="499" y="943"/>
                </a:lnTo>
                <a:lnTo>
                  <a:pt x="500" y="943"/>
                </a:lnTo>
                <a:lnTo>
                  <a:pt x="500" y="942"/>
                </a:lnTo>
                <a:lnTo>
                  <a:pt x="500" y="941"/>
                </a:lnTo>
                <a:lnTo>
                  <a:pt x="499" y="941"/>
                </a:lnTo>
                <a:lnTo>
                  <a:pt x="500" y="941"/>
                </a:lnTo>
                <a:lnTo>
                  <a:pt x="499" y="941"/>
                </a:lnTo>
                <a:lnTo>
                  <a:pt x="499" y="940"/>
                </a:lnTo>
                <a:lnTo>
                  <a:pt x="499" y="939"/>
                </a:lnTo>
                <a:lnTo>
                  <a:pt x="498" y="939"/>
                </a:lnTo>
                <a:lnTo>
                  <a:pt x="499" y="939"/>
                </a:lnTo>
                <a:lnTo>
                  <a:pt x="499" y="938"/>
                </a:lnTo>
                <a:lnTo>
                  <a:pt x="498" y="938"/>
                </a:lnTo>
                <a:lnTo>
                  <a:pt x="498" y="937"/>
                </a:lnTo>
                <a:lnTo>
                  <a:pt x="498" y="936"/>
                </a:lnTo>
                <a:lnTo>
                  <a:pt x="497" y="936"/>
                </a:lnTo>
                <a:lnTo>
                  <a:pt x="497" y="935"/>
                </a:lnTo>
                <a:lnTo>
                  <a:pt x="496" y="935"/>
                </a:lnTo>
                <a:lnTo>
                  <a:pt x="495" y="935"/>
                </a:lnTo>
                <a:lnTo>
                  <a:pt x="495" y="934"/>
                </a:lnTo>
                <a:lnTo>
                  <a:pt x="494" y="934"/>
                </a:lnTo>
                <a:lnTo>
                  <a:pt x="493" y="934"/>
                </a:lnTo>
                <a:lnTo>
                  <a:pt x="492" y="934"/>
                </a:lnTo>
                <a:lnTo>
                  <a:pt x="492" y="933"/>
                </a:lnTo>
                <a:lnTo>
                  <a:pt x="492" y="932"/>
                </a:lnTo>
                <a:lnTo>
                  <a:pt x="491" y="932"/>
                </a:lnTo>
                <a:lnTo>
                  <a:pt x="490" y="932"/>
                </a:lnTo>
                <a:lnTo>
                  <a:pt x="489" y="932"/>
                </a:lnTo>
                <a:lnTo>
                  <a:pt x="488" y="932"/>
                </a:lnTo>
                <a:lnTo>
                  <a:pt x="488" y="933"/>
                </a:lnTo>
                <a:lnTo>
                  <a:pt x="488" y="932"/>
                </a:lnTo>
                <a:lnTo>
                  <a:pt x="487" y="932"/>
                </a:lnTo>
                <a:lnTo>
                  <a:pt x="486" y="932"/>
                </a:lnTo>
                <a:lnTo>
                  <a:pt x="486" y="931"/>
                </a:lnTo>
                <a:lnTo>
                  <a:pt x="485" y="931"/>
                </a:lnTo>
                <a:lnTo>
                  <a:pt x="485" y="932"/>
                </a:lnTo>
                <a:lnTo>
                  <a:pt x="485" y="933"/>
                </a:lnTo>
                <a:lnTo>
                  <a:pt x="485" y="934"/>
                </a:lnTo>
                <a:lnTo>
                  <a:pt x="484" y="934"/>
                </a:lnTo>
                <a:lnTo>
                  <a:pt x="485" y="934"/>
                </a:lnTo>
                <a:lnTo>
                  <a:pt x="484" y="934"/>
                </a:lnTo>
                <a:lnTo>
                  <a:pt x="484" y="935"/>
                </a:lnTo>
                <a:lnTo>
                  <a:pt x="484" y="936"/>
                </a:lnTo>
                <a:lnTo>
                  <a:pt x="483" y="936"/>
                </a:lnTo>
                <a:lnTo>
                  <a:pt x="483" y="937"/>
                </a:lnTo>
                <a:lnTo>
                  <a:pt x="482" y="937"/>
                </a:lnTo>
                <a:lnTo>
                  <a:pt x="481" y="937"/>
                </a:lnTo>
                <a:lnTo>
                  <a:pt x="481" y="938"/>
                </a:lnTo>
                <a:lnTo>
                  <a:pt x="480" y="938"/>
                </a:lnTo>
                <a:lnTo>
                  <a:pt x="480" y="937"/>
                </a:lnTo>
                <a:lnTo>
                  <a:pt x="479" y="937"/>
                </a:lnTo>
                <a:lnTo>
                  <a:pt x="479" y="936"/>
                </a:lnTo>
                <a:lnTo>
                  <a:pt x="479" y="935"/>
                </a:lnTo>
                <a:lnTo>
                  <a:pt x="478" y="935"/>
                </a:lnTo>
                <a:lnTo>
                  <a:pt x="477" y="935"/>
                </a:lnTo>
                <a:lnTo>
                  <a:pt x="476" y="935"/>
                </a:lnTo>
                <a:lnTo>
                  <a:pt x="475" y="935"/>
                </a:lnTo>
                <a:lnTo>
                  <a:pt x="475" y="936"/>
                </a:lnTo>
                <a:lnTo>
                  <a:pt x="474" y="936"/>
                </a:lnTo>
                <a:lnTo>
                  <a:pt x="474" y="935"/>
                </a:lnTo>
                <a:lnTo>
                  <a:pt x="474" y="934"/>
                </a:lnTo>
                <a:lnTo>
                  <a:pt x="474" y="933"/>
                </a:lnTo>
                <a:lnTo>
                  <a:pt x="473" y="933"/>
                </a:lnTo>
                <a:lnTo>
                  <a:pt x="473" y="932"/>
                </a:lnTo>
                <a:lnTo>
                  <a:pt x="473" y="931"/>
                </a:lnTo>
                <a:lnTo>
                  <a:pt x="472" y="931"/>
                </a:lnTo>
                <a:lnTo>
                  <a:pt x="472" y="930"/>
                </a:lnTo>
                <a:lnTo>
                  <a:pt x="473" y="930"/>
                </a:lnTo>
                <a:lnTo>
                  <a:pt x="473" y="929"/>
                </a:lnTo>
                <a:lnTo>
                  <a:pt x="473" y="928"/>
                </a:lnTo>
                <a:lnTo>
                  <a:pt x="472" y="928"/>
                </a:lnTo>
                <a:lnTo>
                  <a:pt x="472" y="927"/>
                </a:lnTo>
                <a:lnTo>
                  <a:pt x="471" y="927"/>
                </a:lnTo>
                <a:lnTo>
                  <a:pt x="470" y="927"/>
                </a:lnTo>
                <a:lnTo>
                  <a:pt x="469" y="927"/>
                </a:lnTo>
                <a:lnTo>
                  <a:pt x="468" y="927"/>
                </a:lnTo>
                <a:lnTo>
                  <a:pt x="467" y="927"/>
                </a:lnTo>
                <a:lnTo>
                  <a:pt x="467" y="926"/>
                </a:lnTo>
                <a:lnTo>
                  <a:pt x="466" y="927"/>
                </a:lnTo>
                <a:lnTo>
                  <a:pt x="466" y="926"/>
                </a:lnTo>
                <a:lnTo>
                  <a:pt x="465" y="926"/>
                </a:lnTo>
                <a:lnTo>
                  <a:pt x="464" y="926"/>
                </a:lnTo>
                <a:lnTo>
                  <a:pt x="464" y="925"/>
                </a:lnTo>
                <a:lnTo>
                  <a:pt x="464" y="926"/>
                </a:lnTo>
                <a:lnTo>
                  <a:pt x="463" y="926"/>
                </a:lnTo>
                <a:lnTo>
                  <a:pt x="462" y="926"/>
                </a:lnTo>
                <a:lnTo>
                  <a:pt x="462" y="925"/>
                </a:lnTo>
                <a:lnTo>
                  <a:pt x="461" y="926"/>
                </a:lnTo>
                <a:lnTo>
                  <a:pt x="461" y="925"/>
                </a:lnTo>
                <a:lnTo>
                  <a:pt x="460" y="925"/>
                </a:lnTo>
                <a:lnTo>
                  <a:pt x="460" y="926"/>
                </a:lnTo>
                <a:lnTo>
                  <a:pt x="460" y="925"/>
                </a:lnTo>
                <a:lnTo>
                  <a:pt x="459" y="925"/>
                </a:lnTo>
                <a:lnTo>
                  <a:pt x="459" y="926"/>
                </a:lnTo>
                <a:lnTo>
                  <a:pt x="458" y="926"/>
                </a:lnTo>
                <a:lnTo>
                  <a:pt x="457" y="926"/>
                </a:lnTo>
                <a:lnTo>
                  <a:pt x="457" y="925"/>
                </a:lnTo>
                <a:lnTo>
                  <a:pt x="456" y="925"/>
                </a:lnTo>
                <a:lnTo>
                  <a:pt x="455" y="925"/>
                </a:lnTo>
                <a:lnTo>
                  <a:pt x="455" y="926"/>
                </a:lnTo>
                <a:lnTo>
                  <a:pt x="455" y="927"/>
                </a:lnTo>
                <a:lnTo>
                  <a:pt x="454" y="927"/>
                </a:lnTo>
                <a:lnTo>
                  <a:pt x="453" y="927"/>
                </a:lnTo>
                <a:lnTo>
                  <a:pt x="452" y="927"/>
                </a:lnTo>
                <a:lnTo>
                  <a:pt x="451" y="927"/>
                </a:lnTo>
                <a:lnTo>
                  <a:pt x="450" y="927"/>
                </a:lnTo>
                <a:lnTo>
                  <a:pt x="450" y="926"/>
                </a:lnTo>
                <a:lnTo>
                  <a:pt x="450" y="925"/>
                </a:lnTo>
                <a:lnTo>
                  <a:pt x="450" y="926"/>
                </a:lnTo>
                <a:lnTo>
                  <a:pt x="449" y="926"/>
                </a:lnTo>
                <a:lnTo>
                  <a:pt x="448" y="925"/>
                </a:lnTo>
                <a:lnTo>
                  <a:pt x="448" y="924"/>
                </a:lnTo>
                <a:lnTo>
                  <a:pt x="449" y="924"/>
                </a:lnTo>
                <a:lnTo>
                  <a:pt x="448" y="924"/>
                </a:lnTo>
                <a:lnTo>
                  <a:pt x="448" y="923"/>
                </a:lnTo>
                <a:lnTo>
                  <a:pt x="447" y="924"/>
                </a:lnTo>
                <a:lnTo>
                  <a:pt x="447" y="923"/>
                </a:lnTo>
                <a:lnTo>
                  <a:pt x="447" y="922"/>
                </a:lnTo>
                <a:lnTo>
                  <a:pt x="446" y="922"/>
                </a:lnTo>
                <a:lnTo>
                  <a:pt x="446" y="921"/>
                </a:lnTo>
                <a:lnTo>
                  <a:pt x="445" y="921"/>
                </a:lnTo>
                <a:lnTo>
                  <a:pt x="444" y="921"/>
                </a:lnTo>
                <a:lnTo>
                  <a:pt x="444" y="920"/>
                </a:lnTo>
                <a:lnTo>
                  <a:pt x="443" y="920"/>
                </a:lnTo>
                <a:lnTo>
                  <a:pt x="442" y="920"/>
                </a:lnTo>
                <a:lnTo>
                  <a:pt x="442" y="919"/>
                </a:lnTo>
                <a:lnTo>
                  <a:pt x="442" y="920"/>
                </a:lnTo>
                <a:lnTo>
                  <a:pt x="441" y="920"/>
                </a:lnTo>
                <a:lnTo>
                  <a:pt x="440" y="920"/>
                </a:lnTo>
                <a:lnTo>
                  <a:pt x="439" y="920"/>
                </a:lnTo>
                <a:lnTo>
                  <a:pt x="438" y="920"/>
                </a:lnTo>
                <a:lnTo>
                  <a:pt x="438" y="921"/>
                </a:lnTo>
                <a:lnTo>
                  <a:pt x="437" y="921"/>
                </a:lnTo>
                <a:lnTo>
                  <a:pt x="437" y="922"/>
                </a:lnTo>
                <a:lnTo>
                  <a:pt x="436" y="922"/>
                </a:lnTo>
                <a:lnTo>
                  <a:pt x="436" y="923"/>
                </a:lnTo>
                <a:lnTo>
                  <a:pt x="435" y="923"/>
                </a:lnTo>
                <a:lnTo>
                  <a:pt x="435" y="924"/>
                </a:lnTo>
                <a:lnTo>
                  <a:pt x="435" y="925"/>
                </a:lnTo>
                <a:lnTo>
                  <a:pt x="435" y="926"/>
                </a:lnTo>
                <a:lnTo>
                  <a:pt x="434" y="927"/>
                </a:lnTo>
                <a:lnTo>
                  <a:pt x="433" y="927"/>
                </a:lnTo>
                <a:lnTo>
                  <a:pt x="433" y="928"/>
                </a:lnTo>
                <a:lnTo>
                  <a:pt x="432" y="928"/>
                </a:lnTo>
                <a:lnTo>
                  <a:pt x="432" y="927"/>
                </a:lnTo>
                <a:lnTo>
                  <a:pt x="431" y="927"/>
                </a:lnTo>
                <a:lnTo>
                  <a:pt x="431" y="928"/>
                </a:lnTo>
                <a:lnTo>
                  <a:pt x="431" y="929"/>
                </a:lnTo>
                <a:lnTo>
                  <a:pt x="430" y="929"/>
                </a:lnTo>
                <a:lnTo>
                  <a:pt x="430" y="930"/>
                </a:lnTo>
                <a:lnTo>
                  <a:pt x="429" y="930"/>
                </a:lnTo>
                <a:lnTo>
                  <a:pt x="428" y="930"/>
                </a:lnTo>
                <a:lnTo>
                  <a:pt x="428" y="929"/>
                </a:lnTo>
                <a:lnTo>
                  <a:pt x="429" y="929"/>
                </a:lnTo>
                <a:lnTo>
                  <a:pt x="429" y="928"/>
                </a:lnTo>
                <a:lnTo>
                  <a:pt x="428" y="928"/>
                </a:lnTo>
                <a:lnTo>
                  <a:pt x="428" y="927"/>
                </a:lnTo>
                <a:lnTo>
                  <a:pt x="427" y="927"/>
                </a:lnTo>
                <a:lnTo>
                  <a:pt x="427" y="926"/>
                </a:lnTo>
                <a:lnTo>
                  <a:pt x="427" y="925"/>
                </a:lnTo>
                <a:lnTo>
                  <a:pt x="427" y="923"/>
                </a:lnTo>
                <a:lnTo>
                  <a:pt x="426" y="923"/>
                </a:lnTo>
                <a:lnTo>
                  <a:pt x="427" y="923"/>
                </a:lnTo>
                <a:lnTo>
                  <a:pt x="427" y="922"/>
                </a:lnTo>
                <a:lnTo>
                  <a:pt x="426" y="922"/>
                </a:lnTo>
                <a:lnTo>
                  <a:pt x="427" y="922"/>
                </a:lnTo>
                <a:lnTo>
                  <a:pt x="427" y="921"/>
                </a:lnTo>
                <a:lnTo>
                  <a:pt x="428" y="921"/>
                </a:lnTo>
                <a:lnTo>
                  <a:pt x="428" y="920"/>
                </a:lnTo>
                <a:lnTo>
                  <a:pt x="429" y="920"/>
                </a:lnTo>
                <a:lnTo>
                  <a:pt x="429" y="919"/>
                </a:lnTo>
                <a:lnTo>
                  <a:pt x="430" y="919"/>
                </a:lnTo>
                <a:lnTo>
                  <a:pt x="430" y="918"/>
                </a:lnTo>
                <a:lnTo>
                  <a:pt x="431" y="918"/>
                </a:lnTo>
                <a:lnTo>
                  <a:pt x="431" y="917"/>
                </a:lnTo>
                <a:lnTo>
                  <a:pt x="431" y="918"/>
                </a:lnTo>
                <a:lnTo>
                  <a:pt x="431" y="917"/>
                </a:lnTo>
                <a:lnTo>
                  <a:pt x="431" y="916"/>
                </a:lnTo>
                <a:lnTo>
                  <a:pt x="431" y="915"/>
                </a:lnTo>
                <a:lnTo>
                  <a:pt x="431" y="914"/>
                </a:lnTo>
                <a:lnTo>
                  <a:pt x="430" y="914"/>
                </a:lnTo>
                <a:lnTo>
                  <a:pt x="429" y="914"/>
                </a:lnTo>
                <a:lnTo>
                  <a:pt x="429" y="913"/>
                </a:lnTo>
                <a:lnTo>
                  <a:pt x="429" y="912"/>
                </a:lnTo>
                <a:lnTo>
                  <a:pt x="430" y="912"/>
                </a:lnTo>
                <a:lnTo>
                  <a:pt x="429" y="912"/>
                </a:lnTo>
                <a:lnTo>
                  <a:pt x="429" y="911"/>
                </a:lnTo>
                <a:lnTo>
                  <a:pt x="430" y="911"/>
                </a:lnTo>
                <a:lnTo>
                  <a:pt x="430" y="909"/>
                </a:lnTo>
                <a:lnTo>
                  <a:pt x="431" y="909"/>
                </a:lnTo>
                <a:lnTo>
                  <a:pt x="431" y="908"/>
                </a:lnTo>
                <a:lnTo>
                  <a:pt x="430" y="906"/>
                </a:lnTo>
                <a:lnTo>
                  <a:pt x="430" y="905"/>
                </a:lnTo>
                <a:lnTo>
                  <a:pt x="431" y="905"/>
                </a:lnTo>
                <a:lnTo>
                  <a:pt x="431" y="904"/>
                </a:lnTo>
                <a:lnTo>
                  <a:pt x="432" y="904"/>
                </a:lnTo>
                <a:lnTo>
                  <a:pt x="432" y="903"/>
                </a:lnTo>
                <a:lnTo>
                  <a:pt x="432" y="902"/>
                </a:lnTo>
                <a:lnTo>
                  <a:pt x="431" y="902"/>
                </a:lnTo>
                <a:lnTo>
                  <a:pt x="430" y="901"/>
                </a:lnTo>
                <a:lnTo>
                  <a:pt x="429" y="901"/>
                </a:lnTo>
                <a:lnTo>
                  <a:pt x="429" y="900"/>
                </a:lnTo>
                <a:lnTo>
                  <a:pt x="428" y="900"/>
                </a:lnTo>
                <a:lnTo>
                  <a:pt x="429" y="900"/>
                </a:lnTo>
                <a:lnTo>
                  <a:pt x="429" y="899"/>
                </a:lnTo>
                <a:lnTo>
                  <a:pt x="428" y="899"/>
                </a:lnTo>
                <a:lnTo>
                  <a:pt x="429" y="899"/>
                </a:lnTo>
                <a:lnTo>
                  <a:pt x="428" y="899"/>
                </a:lnTo>
                <a:lnTo>
                  <a:pt x="428" y="898"/>
                </a:lnTo>
                <a:lnTo>
                  <a:pt x="428" y="897"/>
                </a:lnTo>
                <a:lnTo>
                  <a:pt x="428" y="896"/>
                </a:lnTo>
                <a:lnTo>
                  <a:pt x="428" y="895"/>
                </a:lnTo>
                <a:lnTo>
                  <a:pt x="427" y="895"/>
                </a:lnTo>
                <a:lnTo>
                  <a:pt x="427" y="894"/>
                </a:lnTo>
                <a:lnTo>
                  <a:pt x="428" y="894"/>
                </a:lnTo>
                <a:lnTo>
                  <a:pt x="428" y="893"/>
                </a:lnTo>
                <a:lnTo>
                  <a:pt x="429" y="893"/>
                </a:lnTo>
                <a:lnTo>
                  <a:pt x="429" y="892"/>
                </a:lnTo>
                <a:lnTo>
                  <a:pt x="429" y="891"/>
                </a:lnTo>
                <a:lnTo>
                  <a:pt x="430" y="891"/>
                </a:lnTo>
                <a:lnTo>
                  <a:pt x="430" y="890"/>
                </a:lnTo>
                <a:lnTo>
                  <a:pt x="430" y="889"/>
                </a:lnTo>
                <a:lnTo>
                  <a:pt x="429" y="889"/>
                </a:lnTo>
                <a:lnTo>
                  <a:pt x="429" y="890"/>
                </a:lnTo>
                <a:lnTo>
                  <a:pt x="428" y="890"/>
                </a:lnTo>
                <a:lnTo>
                  <a:pt x="428" y="889"/>
                </a:lnTo>
                <a:lnTo>
                  <a:pt x="427" y="889"/>
                </a:lnTo>
                <a:lnTo>
                  <a:pt x="426" y="889"/>
                </a:lnTo>
                <a:lnTo>
                  <a:pt x="426" y="888"/>
                </a:lnTo>
                <a:lnTo>
                  <a:pt x="425" y="888"/>
                </a:lnTo>
                <a:lnTo>
                  <a:pt x="425" y="887"/>
                </a:lnTo>
                <a:lnTo>
                  <a:pt x="425" y="886"/>
                </a:lnTo>
                <a:lnTo>
                  <a:pt x="424" y="886"/>
                </a:lnTo>
                <a:lnTo>
                  <a:pt x="424" y="885"/>
                </a:lnTo>
                <a:lnTo>
                  <a:pt x="423" y="885"/>
                </a:lnTo>
                <a:lnTo>
                  <a:pt x="424" y="885"/>
                </a:lnTo>
                <a:lnTo>
                  <a:pt x="424" y="884"/>
                </a:lnTo>
                <a:lnTo>
                  <a:pt x="425" y="884"/>
                </a:lnTo>
                <a:lnTo>
                  <a:pt x="425" y="883"/>
                </a:lnTo>
                <a:lnTo>
                  <a:pt x="425" y="882"/>
                </a:lnTo>
                <a:lnTo>
                  <a:pt x="425" y="881"/>
                </a:lnTo>
                <a:lnTo>
                  <a:pt x="426" y="881"/>
                </a:lnTo>
                <a:lnTo>
                  <a:pt x="427" y="881"/>
                </a:lnTo>
                <a:lnTo>
                  <a:pt x="428" y="881"/>
                </a:lnTo>
                <a:lnTo>
                  <a:pt x="429" y="880"/>
                </a:lnTo>
                <a:lnTo>
                  <a:pt x="429" y="879"/>
                </a:lnTo>
                <a:lnTo>
                  <a:pt x="429" y="878"/>
                </a:lnTo>
                <a:lnTo>
                  <a:pt x="429" y="877"/>
                </a:lnTo>
                <a:lnTo>
                  <a:pt x="429" y="876"/>
                </a:lnTo>
                <a:lnTo>
                  <a:pt x="428" y="876"/>
                </a:lnTo>
                <a:lnTo>
                  <a:pt x="428" y="875"/>
                </a:lnTo>
                <a:lnTo>
                  <a:pt x="428" y="874"/>
                </a:lnTo>
                <a:lnTo>
                  <a:pt x="427" y="874"/>
                </a:lnTo>
                <a:lnTo>
                  <a:pt x="427" y="873"/>
                </a:lnTo>
                <a:lnTo>
                  <a:pt x="428" y="873"/>
                </a:lnTo>
                <a:lnTo>
                  <a:pt x="427" y="873"/>
                </a:lnTo>
                <a:lnTo>
                  <a:pt x="427" y="872"/>
                </a:lnTo>
                <a:lnTo>
                  <a:pt x="427" y="871"/>
                </a:lnTo>
                <a:lnTo>
                  <a:pt x="427" y="870"/>
                </a:lnTo>
                <a:lnTo>
                  <a:pt x="426" y="870"/>
                </a:lnTo>
                <a:lnTo>
                  <a:pt x="426" y="869"/>
                </a:lnTo>
                <a:lnTo>
                  <a:pt x="426" y="868"/>
                </a:lnTo>
                <a:lnTo>
                  <a:pt x="427" y="868"/>
                </a:lnTo>
                <a:lnTo>
                  <a:pt x="427" y="867"/>
                </a:lnTo>
                <a:lnTo>
                  <a:pt x="427" y="866"/>
                </a:lnTo>
                <a:lnTo>
                  <a:pt x="426" y="866"/>
                </a:lnTo>
                <a:lnTo>
                  <a:pt x="425" y="866"/>
                </a:lnTo>
                <a:lnTo>
                  <a:pt x="425" y="865"/>
                </a:lnTo>
                <a:lnTo>
                  <a:pt x="424" y="865"/>
                </a:lnTo>
                <a:lnTo>
                  <a:pt x="423" y="865"/>
                </a:lnTo>
                <a:lnTo>
                  <a:pt x="422" y="865"/>
                </a:lnTo>
                <a:lnTo>
                  <a:pt x="422" y="864"/>
                </a:lnTo>
                <a:lnTo>
                  <a:pt x="423" y="863"/>
                </a:lnTo>
                <a:lnTo>
                  <a:pt x="422" y="862"/>
                </a:lnTo>
                <a:lnTo>
                  <a:pt x="422" y="861"/>
                </a:lnTo>
                <a:lnTo>
                  <a:pt x="423" y="860"/>
                </a:lnTo>
                <a:lnTo>
                  <a:pt x="422" y="860"/>
                </a:lnTo>
                <a:lnTo>
                  <a:pt x="422" y="859"/>
                </a:lnTo>
                <a:lnTo>
                  <a:pt x="421" y="859"/>
                </a:lnTo>
                <a:lnTo>
                  <a:pt x="421" y="858"/>
                </a:lnTo>
                <a:lnTo>
                  <a:pt x="421" y="857"/>
                </a:lnTo>
                <a:lnTo>
                  <a:pt x="420" y="857"/>
                </a:lnTo>
                <a:lnTo>
                  <a:pt x="421" y="857"/>
                </a:lnTo>
                <a:lnTo>
                  <a:pt x="421" y="856"/>
                </a:lnTo>
                <a:lnTo>
                  <a:pt x="420" y="856"/>
                </a:lnTo>
                <a:lnTo>
                  <a:pt x="421" y="856"/>
                </a:lnTo>
                <a:lnTo>
                  <a:pt x="421" y="855"/>
                </a:lnTo>
                <a:lnTo>
                  <a:pt x="420" y="855"/>
                </a:lnTo>
                <a:lnTo>
                  <a:pt x="419" y="855"/>
                </a:lnTo>
                <a:lnTo>
                  <a:pt x="419" y="854"/>
                </a:lnTo>
                <a:lnTo>
                  <a:pt x="418" y="854"/>
                </a:lnTo>
                <a:lnTo>
                  <a:pt x="417" y="854"/>
                </a:lnTo>
                <a:lnTo>
                  <a:pt x="416" y="854"/>
                </a:lnTo>
                <a:lnTo>
                  <a:pt x="416" y="855"/>
                </a:lnTo>
                <a:lnTo>
                  <a:pt x="415" y="854"/>
                </a:lnTo>
                <a:lnTo>
                  <a:pt x="415" y="855"/>
                </a:lnTo>
                <a:lnTo>
                  <a:pt x="414" y="855"/>
                </a:lnTo>
                <a:lnTo>
                  <a:pt x="413" y="855"/>
                </a:lnTo>
                <a:lnTo>
                  <a:pt x="412" y="854"/>
                </a:lnTo>
                <a:lnTo>
                  <a:pt x="411" y="854"/>
                </a:lnTo>
                <a:lnTo>
                  <a:pt x="410" y="854"/>
                </a:lnTo>
                <a:lnTo>
                  <a:pt x="410" y="855"/>
                </a:lnTo>
                <a:lnTo>
                  <a:pt x="410" y="854"/>
                </a:lnTo>
                <a:lnTo>
                  <a:pt x="409" y="854"/>
                </a:lnTo>
                <a:lnTo>
                  <a:pt x="408" y="854"/>
                </a:lnTo>
                <a:lnTo>
                  <a:pt x="408" y="853"/>
                </a:lnTo>
                <a:lnTo>
                  <a:pt x="407" y="853"/>
                </a:lnTo>
                <a:lnTo>
                  <a:pt x="407" y="854"/>
                </a:lnTo>
                <a:lnTo>
                  <a:pt x="406" y="854"/>
                </a:lnTo>
                <a:lnTo>
                  <a:pt x="405" y="854"/>
                </a:lnTo>
                <a:lnTo>
                  <a:pt x="405" y="853"/>
                </a:lnTo>
                <a:lnTo>
                  <a:pt x="404" y="853"/>
                </a:lnTo>
                <a:lnTo>
                  <a:pt x="404" y="854"/>
                </a:lnTo>
                <a:lnTo>
                  <a:pt x="403" y="853"/>
                </a:lnTo>
                <a:lnTo>
                  <a:pt x="402" y="852"/>
                </a:lnTo>
                <a:lnTo>
                  <a:pt x="402" y="851"/>
                </a:lnTo>
                <a:lnTo>
                  <a:pt x="402" y="850"/>
                </a:lnTo>
                <a:lnTo>
                  <a:pt x="402" y="849"/>
                </a:lnTo>
                <a:lnTo>
                  <a:pt x="403" y="849"/>
                </a:lnTo>
                <a:lnTo>
                  <a:pt x="404" y="849"/>
                </a:lnTo>
                <a:lnTo>
                  <a:pt x="404" y="848"/>
                </a:lnTo>
                <a:lnTo>
                  <a:pt x="405" y="848"/>
                </a:lnTo>
                <a:lnTo>
                  <a:pt x="406" y="848"/>
                </a:lnTo>
                <a:lnTo>
                  <a:pt x="406" y="847"/>
                </a:lnTo>
                <a:lnTo>
                  <a:pt x="407" y="847"/>
                </a:lnTo>
                <a:lnTo>
                  <a:pt x="407" y="846"/>
                </a:lnTo>
                <a:lnTo>
                  <a:pt x="406" y="846"/>
                </a:lnTo>
                <a:lnTo>
                  <a:pt x="407" y="846"/>
                </a:lnTo>
                <a:lnTo>
                  <a:pt x="406" y="846"/>
                </a:lnTo>
                <a:lnTo>
                  <a:pt x="406" y="845"/>
                </a:lnTo>
                <a:lnTo>
                  <a:pt x="407" y="845"/>
                </a:lnTo>
                <a:lnTo>
                  <a:pt x="407" y="844"/>
                </a:lnTo>
                <a:lnTo>
                  <a:pt x="406" y="844"/>
                </a:lnTo>
                <a:lnTo>
                  <a:pt x="407" y="844"/>
                </a:lnTo>
                <a:lnTo>
                  <a:pt x="407" y="843"/>
                </a:lnTo>
                <a:lnTo>
                  <a:pt x="406" y="843"/>
                </a:lnTo>
                <a:lnTo>
                  <a:pt x="405" y="843"/>
                </a:lnTo>
                <a:lnTo>
                  <a:pt x="405" y="842"/>
                </a:lnTo>
                <a:lnTo>
                  <a:pt x="404" y="842"/>
                </a:lnTo>
                <a:lnTo>
                  <a:pt x="404" y="841"/>
                </a:lnTo>
                <a:lnTo>
                  <a:pt x="403" y="841"/>
                </a:lnTo>
                <a:lnTo>
                  <a:pt x="403" y="840"/>
                </a:lnTo>
                <a:lnTo>
                  <a:pt x="403" y="839"/>
                </a:lnTo>
                <a:lnTo>
                  <a:pt x="403" y="838"/>
                </a:lnTo>
                <a:lnTo>
                  <a:pt x="402" y="838"/>
                </a:lnTo>
                <a:lnTo>
                  <a:pt x="402" y="837"/>
                </a:lnTo>
                <a:lnTo>
                  <a:pt x="403" y="837"/>
                </a:lnTo>
                <a:lnTo>
                  <a:pt x="403" y="836"/>
                </a:lnTo>
                <a:lnTo>
                  <a:pt x="403" y="835"/>
                </a:lnTo>
                <a:lnTo>
                  <a:pt x="402" y="835"/>
                </a:lnTo>
                <a:lnTo>
                  <a:pt x="403" y="834"/>
                </a:lnTo>
                <a:lnTo>
                  <a:pt x="403" y="833"/>
                </a:lnTo>
                <a:lnTo>
                  <a:pt x="402" y="833"/>
                </a:lnTo>
                <a:lnTo>
                  <a:pt x="401" y="833"/>
                </a:lnTo>
                <a:lnTo>
                  <a:pt x="401" y="832"/>
                </a:lnTo>
                <a:lnTo>
                  <a:pt x="402" y="832"/>
                </a:lnTo>
                <a:lnTo>
                  <a:pt x="402" y="831"/>
                </a:lnTo>
                <a:lnTo>
                  <a:pt x="401" y="831"/>
                </a:lnTo>
                <a:lnTo>
                  <a:pt x="401" y="830"/>
                </a:lnTo>
                <a:lnTo>
                  <a:pt x="402" y="830"/>
                </a:lnTo>
                <a:lnTo>
                  <a:pt x="401" y="830"/>
                </a:lnTo>
                <a:lnTo>
                  <a:pt x="401" y="829"/>
                </a:lnTo>
                <a:lnTo>
                  <a:pt x="402" y="829"/>
                </a:lnTo>
                <a:lnTo>
                  <a:pt x="403" y="829"/>
                </a:lnTo>
                <a:lnTo>
                  <a:pt x="403" y="828"/>
                </a:lnTo>
                <a:lnTo>
                  <a:pt x="403" y="827"/>
                </a:lnTo>
                <a:lnTo>
                  <a:pt x="404" y="827"/>
                </a:lnTo>
                <a:lnTo>
                  <a:pt x="404" y="828"/>
                </a:lnTo>
                <a:lnTo>
                  <a:pt x="405" y="828"/>
                </a:lnTo>
                <a:lnTo>
                  <a:pt x="405" y="827"/>
                </a:lnTo>
                <a:lnTo>
                  <a:pt x="406" y="827"/>
                </a:lnTo>
                <a:lnTo>
                  <a:pt x="406" y="826"/>
                </a:lnTo>
                <a:lnTo>
                  <a:pt x="406" y="825"/>
                </a:lnTo>
                <a:lnTo>
                  <a:pt x="406" y="824"/>
                </a:lnTo>
                <a:lnTo>
                  <a:pt x="406" y="823"/>
                </a:lnTo>
                <a:lnTo>
                  <a:pt x="406" y="822"/>
                </a:lnTo>
                <a:lnTo>
                  <a:pt x="405" y="822"/>
                </a:lnTo>
                <a:lnTo>
                  <a:pt x="405" y="820"/>
                </a:lnTo>
                <a:lnTo>
                  <a:pt x="406" y="820"/>
                </a:lnTo>
                <a:lnTo>
                  <a:pt x="406" y="818"/>
                </a:lnTo>
                <a:lnTo>
                  <a:pt x="405" y="818"/>
                </a:lnTo>
                <a:lnTo>
                  <a:pt x="406" y="818"/>
                </a:lnTo>
                <a:lnTo>
                  <a:pt x="406" y="817"/>
                </a:lnTo>
                <a:lnTo>
                  <a:pt x="406" y="816"/>
                </a:lnTo>
                <a:lnTo>
                  <a:pt x="407" y="816"/>
                </a:lnTo>
                <a:lnTo>
                  <a:pt x="407" y="815"/>
                </a:lnTo>
                <a:lnTo>
                  <a:pt x="407" y="814"/>
                </a:lnTo>
                <a:lnTo>
                  <a:pt x="407" y="813"/>
                </a:lnTo>
                <a:lnTo>
                  <a:pt x="407" y="812"/>
                </a:lnTo>
                <a:lnTo>
                  <a:pt x="408" y="812"/>
                </a:lnTo>
                <a:lnTo>
                  <a:pt x="408" y="811"/>
                </a:lnTo>
                <a:lnTo>
                  <a:pt x="408" y="812"/>
                </a:lnTo>
                <a:lnTo>
                  <a:pt x="409" y="811"/>
                </a:lnTo>
                <a:lnTo>
                  <a:pt x="409" y="810"/>
                </a:lnTo>
                <a:lnTo>
                  <a:pt x="409" y="809"/>
                </a:lnTo>
                <a:lnTo>
                  <a:pt x="410" y="809"/>
                </a:lnTo>
                <a:lnTo>
                  <a:pt x="409" y="809"/>
                </a:lnTo>
                <a:lnTo>
                  <a:pt x="409" y="808"/>
                </a:lnTo>
                <a:lnTo>
                  <a:pt x="409" y="807"/>
                </a:lnTo>
                <a:lnTo>
                  <a:pt x="409" y="806"/>
                </a:lnTo>
                <a:lnTo>
                  <a:pt x="410" y="806"/>
                </a:lnTo>
                <a:lnTo>
                  <a:pt x="410" y="805"/>
                </a:lnTo>
                <a:lnTo>
                  <a:pt x="410" y="804"/>
                </a:lnTo>
                <a:lnTo>
                  <a:pt x="410" y="803"/>
                </a:lnTo>
                <a:lnTo>
                  <a:pt x="410" y="802"/>
                </a:lnTo>
                <a:lnTo>
                  <a:pt x="410" y="801"/>
                </a:lnTo>
                <a:lnTo>
                  <a:pt x="411" y="801"/>
                </a:lnTo>
                <a:lnTo>
                  <a:pt x="412" y="801"/>
                </a:lnTo>
                <a:lnTo>
                  <a:pt x="413" y="801"/>
                </a:lnTo>
                <a:lnTo>
                  <a:pt x="413" y="800"/>
                </a:lnTo>
                <a:lnTo>
                  <a:pt x="413" y="801"/>
                </a:lnTo>
                <a:lnTo>
                  <a:pt x="414" y="801"/>
                </a:lnTo>
                <a:lnTo>
                  <a:pt x="414" y="800"/>
                </a:lnTo>
                <a:lnTo>
                  <a:pt x="415" y="800"/>
                </a:lnTo>
                <a:lnTo>
                  <a:pt x="415" y="801"/>
                </a:lnTo>
                <a:lnTo>
                  <a:pt x="415" y="802"/>
                </a:lnTo>
                <a:lnTo>
                  <a:pt x="415" y="803"/>
                </a:lnTo>
                <a:lnTo>
                  <a:pt x="416" y="803"/>
                </a:lnTo>
                <a:lnTo>
                  <a:pt x="416" y="804"/>
                </a:lnTo>
                <a:lnTo>
                  <a:pt x="417" y="804"/>
                </a:lnTo>
                <a:lnTo>
                  <a:pt x="417" y="805"/>
                </a:lnTo>
                <a:lnTo>
                  <a:pt x="418" y="805"/>
                </a:lnTo>
                <a:lnTo>
                  <a:pt x="418" y="806"/>
                </a:lnTo>
                <a:lnTo>
                  <a:pt x="419" y="806"/>
                </a:lnTo>
                <a:lnTo>
                  <a:pt x="420" y="806"/>
                </a:lnTo>
                <a:lnTo>
                  <a:pt x="421" y="806"/>
                </a:lnTo>
                <a:lnTo>
                  <a:pt x="422" y="806"/>
                </a:lnTo>
                <a:lnTo>
                  <a:pt x="423" y="806"/>
                </a:lnTo>
                <a:lnTo>
                  <a:pt x="423" y="805"/>
                </a:lnTo>
                <a:lnTo>
                  <a:pt x="424" y="805"/>
                </a:lnTo>
                <a:lnTo>
                  <a:pt x="425" y="806"/>
                </a:lnTo>
                <a:lnTo>
                  <a:pt x="425" y="805"/>
                </a:lnTo>
                <a:lnTo>
                  <a:pt x="426" y="805"/>
                </a:lnTo>
                <a:lnTo>
                  <a:pt x="426" y="804"/>
                </a:lnTo>
                <a:lnTo>
                  <a:pt x="427" y="804"/>
                </a:lnTo>
                <a:lnTo>
                  <a:pt x="427" y="805"/>
                </a:lnTo>
                <a:lnTo>
                  <a:pt x="428" y="805"/>
                </a:lnTo>
                <a:lnTo>
                  <a:pt x="429" y="806"/>
                </a:lnTo>
                <a:lnTo>
                  <a:pt x="430" y="806"/>
                </a:lnTo>
                <a:lnTo>
                  <a:pt x="430" y="805"/>
                </a:lnTo>
                <a:lnTo>
                  <a:pt x="431" y="805"/>
                </a:lnTo>
                <a:lnTo>
                  <a:pt x="431" y="804"/>
                </a:lnTo>
                <a:lnTo>
                  <a:pt x="432" y="804"/>
                </a:lnTo>
                <a:lnTo>
                  <a:pt x="432" y="803"/>
                </a:lnTo>
                <a:lnTo>
                  <a:pt x="433" y="802"/>
                </a:lnTo>
                <a:lnTo>
                  <a:pt x="433" y="801"/>
                </a:lnTo>
                <a:lnTo>
                  <a:pt x="434" y="801"/>
                </a:lnTo>
                <a:lnTo>
                  <a:pt x="433" y="801"/>
                </a:lnTo>
                <a:lnTo>
                  <a:pt x="433" y="800"/>
                </a:lnTo>
                <a:lnTo>
                  <a:pt x="432" y="800"/>
                </a:lnTo>
                <a:lnTo>
                  <a:pt x="432" y="799"/>
                </a:lnTo>
                <a:lnTo>
                  <a:pt x="432" y="800"/>
                </a:lnTo>
                <a:lnTo>
                  <a:pt x="431" y="800"/>
                </a:lnTo>
                <a:lnTo>
                  <a:pt x="431" y="799"/>
                </a:lnTo>
                <a:lnTo>
                  <a:pt x="430" y="799"/>
                </a:lnTo>
                <a:lnTo>
                  <a:pt x="430" y="798"/>
                </a:lnTo>
                <a:lnTo>
                  <a:pt x="431" y="798"/>
                </a:lnTo>
                <a:lnTo>
                  <a:pt x="432" y="798"/>
                </a:lnTo>
                <a:lnTo>
                  <a:pt x="432" y="797"/>
                </a:lnTo>
                <a:lnTo>
                  <a:pt x="432" y="796"/>
                </a:lnTo>
                <a:lnTo>
                  <a:pt x="433" y="796"/>
                </a:lnTo>
                <a:lnTo>
                  <a:pt x="433" y="795"/>
                </a:lnTo>
                <a:lnTo>
                  <a:pt x="433" y="794"/>
                </a:lnTo>
                <a:lnTo>
                  <a:pt x="432" y="794"/>
                </a:lnTo>
                <a:lnTo>
                  <a:pt x="432" y="793"/>
                </a:lnTo>
                <a:lnTo>
                  <a:pt x="432" y="792"/>
                </a:lnTo>
                <a:lnTo>
                  <a:pt x="433" y="792"/>
                </a:lnTo>
                <a:lnTo>
                  <a:pt x="434" y="792"/>
                </a:lnTo>
                <a:lnTo>
                  <a:pt x="434" y="791"/>
                </a:lnTo>
                <a:lnTo>
                  <a:pt x="433" y="790"/>
                </a:lnTo>
                <a:lnTo>
                  <a:pt x="434" y="790"/>
                </a:lnTo>
                <a:lnTo>
                  <a:pt x="434" y="789"/>
                </a:lnTo>
                <a:lnTo>
                  <a:pt x="435" y="789"/>
                </a:lnTo>
                <a:lnTo>
                  <a:pt x="435" y="788"/>
                </a:lnTo>
                <a:lnTo>
                  <a:pt x="434" y="788"/>
                </a:lnTo>
                <a:lnTo>
                  <a:pt x="435" y="788"/>
                </a:lnTo>
                <a:lnTo>
                  <a:pt x="435" y="787"/>
                </a:lnTo>
                <a:lnTo>
                  <a:pt x="436" y="787"/>
                </a:lnTo>
                <a:lnTo>
                  <a:pt x="437" y="787"/>
                </a:lnTo>
                <a:lnTo>
                  <a:pt x="437" y="786"/>
                </a:lnTo>
                <a:lnTo>
                  <a:pt x="438" y="786"/>
                </a:lnTo>
                <a:lnTo>
                  <a:pt x="438" y="785"/>
                </a:lnTo>
                <a:lnTo>
                  <a:pt x="439" y="785"/>
                </a:lnTo>
                <a:lnTo>
                  <a:pt x="439" y="784"/>
                </a:lnTo>
                <a:lnTo>
                  <a:pt x="438" y="784"/>
                </a:lnTo>
                <a:lnTo>
                  <a:pt x="438" y="783"/>
                </a:lnTo>
                <a:lnTo>
                  <a:pt x="437" y="783"/>
                </a:lnTo>
                <a:lnTo>
                  <a:pt x="437" y="782"/>
                </a:lnTo>
                <a:lnTo>
                  <a:pt x="438" y="782"/>
                </a:lnTo>
                <a:lnTo>
                  <a:pt x="438" y="781"/>
                </a:lnTo>
                <a:lnTo>
                  <a:pt x="439" y="781"/>
                </a:lnTo>
                <a:lnTo>
                  <a:pt x="440" y="781"/>
                </a:lnTo>
                <a:lnTo>
                  <a:pt x="440" y="780"/>
                </a:lnTo>
                <a:lnTo>
                  <a:pt x="441" y="780"/>
                </a:lnTo>
                <a:lnTo>
                  <a:pt x="441" y="779"/>
                </a:lnTo>
                <a:lnTo>
                  <a:pt x="442" y="779"/>
                </a:lnTo>
                <a:lnTo>
                  <a:pt x="442" y="778"/>
                </a:lnTo>
                <a:lnTo>
                  <a:pt x="441" y="778"/>
                </a:lnTo>
                <a:lnTo>
                  <a:pt x="441" y="777"/>
                </a:lnTo>
                <a:lnTo>
                  <a:pt x="440" y="777"/>
                </a:lnTo>
                <a:lnTo>
                  <a:pt x="440" y="776"/>
                </a:lnTo>
                <a:lnTo>
                  <a:pt x="440" y="775"/>
                </a:lnTo>
                <a:lnTo>
                  <a:pt x="439" y="775"/>
                </a:lnTo>
                <a:lnTo>
                  <a:pt x="439" y="774"/>
                </a:lnTo>
                <a:lnTo>
                  <a:pt x="440" y="774"/>
                </a:lnTo>
                <a:lnTo>
                  <a:pt x="440" y="773"/>
                </a:lnTo>
                <a:lnTo>
                  <a:pt x="439" y="773"/>
                </a:lnTo>
                <a:lnTo>
                  <a:pt x="440" y="772"/>
                </a:lnTo>
                <a:lnTo>
                  <a:pt x="441" y="772"/>
                </a:lnTo>
                <a:lnTo>
                  <a:pt x="442" y="771"/>
                </a:lnTo>
                <a:lnTo>
                  <a:pt x="442" y="770"/>
                </a:lnTo>
                <a:lnTo>
                  <a:pt x="443" y="770"/>
                </a:lnTo>
                <a:lnTo>
                  <a:pt x="444" y="770"/>
                </a:lnTo>
                <a:lnTo>
                  <a:pt x="444" y="769"/>
                </a:lnTo>
                <a:lnTo>
                  <a:pt x="444" y="768"/>
                </a:lnTo>
                <a:lnTo>
                  <a:pt x="443" y="768"/>
                </a:lnTo>
                <a:lnTo>
                  <a:pt x="443" y="767"/>
                </a:lnTo>
                <a:lnTo>
                  <a:pt x="444" y="767"/>
                </a:lnTo>
                <a:lnTo>
                  <a:pt x="445" y="767"/>
                </a:lnTo>
                <a:lnTo>
                  <a:pt x="445" y="768"/>
                </a:lnTo>
                <a:lnTo>
                  <a:pt x="445" y="767"/>
                </a:lnTo>
                <a:lnTo>
                  <a:pt x="446" y="767"/>
                </a:lnTo>
                <a:lnTo>
                  <a:pt x="447" y="767"/>
                </a:lnTo>
                <a:lnTo>
                  <a:pt x="448" y="767"/>
                </a:lnTo>
                <a:lnTo>
                  <a:pt x="448" y="766"/>
                </a:lnTo>
                <a:lnTo>
                  <a:pt x="449" y="766"/>
                </a:lnTo>
                <a:lnTo>
                  <a:pt x="450" y="766"/>
                </a:lnTo>
                <a:lnTo>
                  <a:pt x="450" y="765"/>
                </a:lnTo>
                <a:lnTo>
                  <a:pt x="451" y="765"/>
                </a:lnTo>
                <a:lnTo>
                  <a:pt x="450" y="765"/>
                </a:lnTo>
                <a:lnTo>
                  <a:pt x="450" y="764"/>
                </a:lnTo>
                <a:lnTo>
                  <a:pt x="450" y="763"/>
                </a:lnTo>
                <a:lnTo>
                  <a:pt x="451" y="763"/>
                </a:lnTo>
                <a:lnTo>
                  <a:pt x="451" y="762"/>
                </a:lnTo>
                <a:lnTo>
                  <a:pt x="452" y="762"/>
                </a:lnTo>
                <a:lnTo>
                  <a:pt x="452" y="761"/>
                </a:lnTo>
                <a:lnTo>
                  <a:pt x="452" y="760"/>
                </a:lnTo>
                <a:lnTo>
                  <a:pt x="453" y="760"/>
                </a:lnTo>
                <a:lnTo>
                  <a:pt x="453" y="759"/>
                </a:lnTo>
                <a:lnTo>
                  <a:pt x="452" y="759"/>
                </a:lnTo>
                <a:lnTo>
                  <a:pt x="451" y="759"/>
                </a:lnTo>
                <a:lnTo>
                  <a:pt x="451" y="758"/>
                </a:lnTo>
                <a:lnTo>
                  <a:pt x="450" y="758"/>
                </a:lnTo>
                <a:lnTo>
                  <a:pt x="450" y="757"/>
                </a:lnTo>
                <a:lnTo>
                  <a:pt x="450" y="756"/>
                </a:lnTo>
                <a:lnTo>
                  <a:pt x="448" y="756"/>
                </a:lnTo>
                <a:lnTo>
                  <a:pt x="447" y="756"/>
                </a:lnTo>
                <a:lnTo>
                  <a:pt x="447" y="757"/>
                </a:lnTo>
                <a:lnTo>
                  <a:pt x="446" y="757"/>
                </a:lnTo>
                <a:lnTo>
                  <a:pt x="445" y="757"/>
                </a:lnTo>
                <a:lnTo>
                  <a:pt x="445" y="758"/>
                </a:lnTo>
                <a:lnTo>
                  <a:pt x="444" y="758"/>
                </a:lnTo>
                <a:lnTo>
                  <a:pt x="444" y="757"/>
                </a:lnTo>
                <a:lnTo>
                  <a:pt x="444" y="758"/>
                </a:lnTo>
                <a:lnTo>
                  <a:pt x="443" y="758"/>
                </a:lnTo>
                <a:lnTo>
                  <a:pt x="442" y="758"/>
                </a:lnTo>
                <a:lnTo>
                  <a:pt x="442" y="757"/>
                </a:lnTo>
                <a:lnTo>
                  <a:pt x="441" y="757"/>
                </a:lnTo>
                <a:lnTo>
                  <a:pt x="440" y="757"/>
                </a:lnTo>
                <a:lnTo>
                  <a:pt x="440" y="758"/>
                </a:lnTo>
                <a:lnTo>
                  <a:pt x="439" y="758"/>
                </a:lnTo>
                <a:lnTo>
                  <a:pt x="439" y="757"/>
                </a:lnTo>
                <a:lnTo>
                  <a:pt x="440" y="757"/>
                </a:lnTo>
                <a:lnTo>
                  <a:pt x="440" y="756"/>
                </a:lnTo>
                <a:lnTo>
                  <a:pt x="440" y="755"/>
                </a:lnTo>
                <a:lnTo>
                  <a:pt x="439" y="755"/>
                </a:lnTo>
                <a:lnTo>
                  <a:pt x="438" y="755"/>
                </a:lnTo>
                <a:lnTo>
                  <a:pt x="438" y="754"/>
                </a:lnTo>
                <a:lnTo>
                  <a:pt x="437" y="754"/>
                </a:lnTo>
                <a:lnTo>
                  <a:pt x="437" y="753"/>
                </a:lnTo>
                <a:lnTo>
                  <a:pt x="436" y="753"/>
                </a:lnTo>
                <a:lnTo>
                  <a:pt x="435" y="753"/>
                </a:lnTo>
                <a:lnTo>
                  <a:pt x="435" y="752"/>
                </a:lnTo>
                <a:lnTo>
                  <a:pt x="434" y="752"/>
                </a:lnTo>
                <a:lnTo>
                  <a:pt x="434" y="751"/>
                </a:lnTo>
                <a:lnTo>
                  <a:pt x="433" y="751"/>
                </a:lnTo>
                <a:lnTo>
                  <a:pt x="432" y="751"/>
                </a:lnTo>
                <a:lnTo>
                  <a:pt x="432" y="750"/>
                </a:lnTo>
                <a:lnTo>
                  <a:pt x="431" y="750"/>
                </a:lnTo>
                <a:lnTo>
                  <a:pt x="431" y="749"/>
                </a:lnTo>
                <a:lnTo>
                  <a:pt x="430" y="749"/>
                </a:lnTo>
                <a:lnTo>
                  <a:pt x="430" y="748"/>
                </a:lnTo>
                <a:lnTo>
                  <a:pt x="429" y="748"/>
                </a:lnTo>
                <a:lnTo>
                  <a:pt x="428" y="748"/>
                </a:lnTo>
                <a:lnTo>
                  <a:pt x="428" y="747"/>
                </a:lnTo>
                <a:lnTo>
                  <a:pt x="429" y="747"/>
                </a:lnTo>
                <a:lnTo>
                  <a:pt x="430" y="747"/>
                </a:lnTo>
                <a:lnTo>
                  <a:pt x="430" y="746"/>
                </a:lnTo>
                <a:lnTo>
                  <a:pt x="430" y="745"/>
                </a:lnTo>
                <a:lnTo>
                  <a:pt x="429" y="745"/>
                </a:lnTo>
                <a:lnTo>
                  <a:pt x="429" y="744"/>
                </a:lnTo>
                <a:lnTo>
                  <a:pt x="428" y="744"/>
                </a:lnTo>
                <a:lnTo>
                  <a:pt x="428" y="743"/>
                </a:lnTo>
                <a:lnTo>
                  <a:pt x="427" y="743"/>
                </a:lnTo>
                <a:lnTo>
                  <a:pt x="426" y="743"/>
                </a:lnTo>
                <a:lnTo>
                  <a:pt x="425" y="742"/>
                </a:lnTo>
                <a:lnTo>
                  <a:pt x="425" y="743"/>
                </a:lnTo>
                <a:lnTo>
                  <a:pt x="424" y="743"/>
                </a:lnTo>
                <a:lnTo>
                  <a:pt x="423" y="743"/>
                </a:lnTo>
                <a:lnTo>
                  <a:pt x="422" y="743"/>
                </a:lnTo>
                <a:lnTo>
                  <a:pt x="422" y="742"/>
                </a:lnTo>
                <a:lnTo>
                  <a:pt x="422" y="743"/>
                </a:lnTo>
                <a:lnTo>
                  <a:pt x="422" y="742"/>
                </a:lnTo>
                <a:lnTo>
                  <a:pt x="422" y="743"/>
                </a:lnTo>
                <a:lnTo>
                  <a:pt x="421" y="742"/>
                </a:lnTo>
                <a:lnTo>
                  <a:pt x="420" y="743"/>
                </a:lnTo>
                <a:lnTo>
                  <a:pt x="420" y="745"/>
                </a:lnTo>
                <a:lnTo>
                  <a:pt x="420" y="746"/>
                </a:lnTo>
                <a:lnTo>
                  <a:pt x="419" y="746"/>
                </a:lnTo>
                <a:lnTo>
                  <a:pt x="419" y="747"/>
                </a:lnTo>
                <a:lnTo>
                  <a:pt x="418" y="747"/>
                </a:lnTo>
                <a:lnTo>
                  <a:pt x="418" y="748"/>
                </a:lnTo>
                <a:lnTo>
                  <a:pt x="417" y="748"/>
                </a:lnTo>
                <a:lnTo>
                  <a:pt x="417" y="747"/>
                </a:lnTo>
                <a:lnTo>
                  <a:pt x="416" y="747"/>
                </a:lnTo>
                <a:lnTo>
                  <a:pt x="417" y="747"/>
                </a:lnTo>
                <a:lnTo>
                  <a:pt x="416" y="747"/>
                </a:lnTo>
                <a:lnTo>
                  <a:pt x="416" y="746"/>
                </a:lnTo>
                <a:lnTo>
                  <a:pt x="415" y="746"/>
                </a:lnTo>
                <a:lnTo>
                  <a:pt x="415" y="745"/>
                </a:lnTo>
                <a:lnTo>
                  <a:pt x="415" y="744"/>
                </a:lnTo>
                <a:lnTo>
                  <a:pt x="415" y="743"/>
                </a:lnTo>
                <a:lnTo>
                  <a:pt x="414" y="743"/>
                </a:lnTo>
                <a:lnTo>
                  <a:pt x="414" y="744"/>
                </a:lnTo>
                <a:lnTo>
                  <a:pt x="414" y="743"/>
                </a:lnTo>
                <a:lnTo>
                  <a:pt x="414" y="744"/>
                </a:lnTo>
                <a:lnTo>
                  <a:pt x="413" y="744"/>
                </a:lnTo>
                <a:lnTo>
                  <a:pt x="413" y="743"/>
                </a:lnTo>
                <a:lnTo>
                  <a:pt x="414" y="743"/>
                </a:lnTo>
                <a:lnTo>
                  <a:pt x="413" y="742"/>
                </a:lnTo>
                <a:lnTo>
                  <a:pt x="412" y="742"/>
                </a:lnTo>
                <a:lnTo>
                  <a:pt x="411" y="742"/>
                </a:lnTo>
                <a:lnTo>
                  <a:pt x="411" y="741"/>
                </a:lnTo>
                <a:lnTo>
                  <a:pt x="410" y="741"/>
                </a:lnTo>
                <a:lnTo>
                  <a:pt x="410" y="740"/>
                </a:lnTo>
                <a:lnTo>
                  <a:pt x="410" y="739"/>
                </a:lnTo>
                <a:lnTo>
                  <a:pt x="409" y="739"/>
                </a:lnTo>
                <a:lnTo>
                  <a:pt x="409" y="738"/>
                </a:lnTo>
                <a:lnTo>
                  <a:pt x="410" y="738"/>
                </a:lnTo>
                <a:lnTo>
                  <a:pt x="409" y="738"/>
                </a:lnTo>
                <a:lnTo>
                  <a:pt x="409" y="737"/>
                </a:lnTo>
                <a:lnTo>
                  <a:pt x="408" y="737"/>
                </a:lnTo>
                <a:lnTo>
                  <a:pt x="408" y="736"/>
                </a:lnTo>
                <a:lnTo>
                  <a:pt x="409" y="736"/>
                </a:lnTo>
                <a:lnTo>
                  <a:pt x="408" y="735"/>
                </a:lnTo>
                <a:lnTo>
                  <a:pt x="408" y="736"/>
                </a:lnTo>
                <a:lnTo>
                  <a:pt x="408" y="735"/>
                </a:lnTo>
                <a:lnTo>
                  <a:pt x="407" y="735"/>
                </a:lnTo>
                <a:lnTo>
                  <a:pt x="406" y="735"/>
                </a:lnTo>
                <a:lnTo>
                  <a:pt x="406" y="734"/>
                </a:lnTo>
                <a:lnTo>
                  <a:pt x="405" y="734"/>
                </a:lnTo>
                <a:lnTo>
                  <a:pt x="405" y="735"/>
                </a:lnTo>
                <a:lnTo>
                  <a:pt x="404" y="735"/>
                </a:lnTo>
                <a:lnTo>
                  <a:pt x="404" y="736"/>
                </a:lnTo>
                <a:lnTo>
                  <a:pt x="403" y="736"/>
                </a:lnTo>
                <a:lnTo>
                  <a:pt x="402" y="736"/>
                </a:lnTo>
                <a:lnTo>
                  <a:pt x="402" y="737"/>
                </a:lnTo>
                <a:lnTo>
                  <a:pt x="401" y="737"/>
                </a:lnTo>
                <a:lnTo>
                  <a:pt x="400" y="737"/>
                </a:lnTo>
                <a:lnTo>
                  <a:pt x="400" y="736"/>
                </a:lnTo>
                <a:lnTo>
                  <a:pt x="400" y="737"/>
                </a:lnTo>
                <a:lnTo>
                  <a:pt x="400" y="736"/>
                </a:lnTo>
                <a:lnTo>
                  <a:pt x="399" y="736"/>
                </a:lnTo>
                <a:lnTo>
                  <a:pt x="398" y="736"/>
                </a:lnTo>
                <a:lnTo>
                  <a:pt x="398" y="735"/>
                </a:lnTo>
                <a:lnTo>
                  <a:pt x="397" y="735"/>
                </a:lnTo>
                <a:lnTo>
                  <a:pt x="397" y="736"/>
                </a:lnTo>
                <a:lnTo>
                  <a:pt x="397" y="735"/>
                </a:lnTo>
                <a:lnTo>
                  <a:pt x="397" y="734"/>
                </a:lnTo>
                <a:lnTo>
                  <a:pt x="396" y="734"/>
                </a:lnTo>
                <a:lnTo>
                  <a:pt x="396" y="733"/>
                </a:lnTo>
                <a:lnTo>
                  <a:pt x="397" y="733"/>
                </a:lnTo>
                <a:lnTo>
                  <a:pt x="396" y="733"/>
                </a:lnTo>
                <a:lnTo>
                  <a:pt x="395" y="733"/>
                </a:lnTo>
                <a:lnTo>
                  <a:pt x="394" y="733"/>
                </a:lnTo>
                <a:lnTo>
                  <a:pt x="394" y="732"/>
                </a:lnTo>
                <a:lnTo>
                  <a:pt x="394" y="731"/>
                </a:lnTo>
                <a:lnTo>
                  <a:pt x="393" y="731"/>
                </a:lnTo>
                <a:lnTo>
                  <a:pt x="392" y="732"/>
                </a:lnTo>
                <a:lnTo>
                  <a:pt x="391" y="732"/>
                </a:lnTo>
                <a:lnTo>
                  <a:pt x="391" y="733"/>
                </a:lnTo>
                <a:lnTo>
                  <a:pt x="390" y="733"/>
                </a:lnTo>
                <a:lnTo>
                  <a:pt x="390" y="734"/>
                </a:lnTo>
                <a:lnTo>
                  <a:pt x="390" y="735"/>
                </a:lnTo>
                <a:lnTo>
                  <a:pt x="389" y="735"/>
                </a:lnTo>
                <a:lnTo>
                  <a:pt x="389" y="736"/>
                </a:lnTo>
                <a:lnTo>
                  <a:pt x="389" y="737"/>
                </a:lnTo>
                <a:lnTo>
                  <a:pt x="388" y="737"/>
                </a:lnTo>
                <a:lnTo>
                  <a:pt x="388" y="738"/>
                </a:lnTo>
                <a:lnTo>
                  <a:pt x="389" y="738"/>
                </a:lnTo>
                <a:lnTo>
                  <a:pt x="389" y="739"/>
                </a:lnTo>
                <a:lnTo>
                  <a:pt x="389" y="740"/>
                </a:lnTo>
                <a:lnTo>
                  <a:pt x="388" y="740"/>
                </a:lnTo>
                <a:lnTo>
                  <a:pt x="387" y="740"/>
                </a:lnTo>
                <a:lnTo>
                  <a:pt x="387" y="741"/>
                </a:lnTo>
                <a:lnTo>
                  <a:pt x="386" y="741"/>
                </a:lnTo>
                <a:lnTo>
                  <a:pt x="386" y="740"/>
                </a:lnTo>
                <a:lnTo>
                  <a:pt x="385" y="740"/>
                </a:lnTo>
                <a:lnTo>
                  <a:pt x="385" y="741"/>
                </a:lnTo>
                <a:lnTo>
                  <a:pt x="385" y="740"/>
                </a:lnTo>
                <a:lnTo>
                  <a:pt x="384" y="740"/>
                </a:lnTo>
                <a:lnTo>
                  <a:pt x="384" y="739"/>
                </a:lnTo>
                <a:lnTo>
                  <a:pt x="384" y="740"/>
                </a:lnTo>
                <a:lnTo>
                  <a:pt x="383" y="740"/>
                </a:lnTo>
                <a:lnTo>
                  <a:pt x="383" y="741"/>
                </a:lnTo>
                <a:lnTo>
                  <a:pt x="382" y="741"/>
                </a:lnTo>
                <a:lnTo>
                  <a:pt x="382" y="742"/>
                </a:lnTo>
                <a:lnTo>
                  <a:pt x="381" y="742"/>
                </a:lnTo>
                <a:lnTo>
                  <a:pt x="381" y="741"/>
                </a:lnTo>
                <a:lnTo>
                  <a:pt x="380" y="741"/>
                </a:lnTo>
                <a:lnTo>
                  <a:pt x="379" y="741"/>
                </a:lnTo>
                <a:lnTo>
                  <a:pt x="378" y="741"/>
                </a:lnTo>
                <a:lnTo>
                  <a:pt x="378" y="742"/>
                </a:lnTo>
                <a:lnTo>
                  <a:pt x="378" y="743"/>
                </a:lnTo>
                <a:lnTo>
                  <a:pt x="377" y="743"/>
                </a:lnTo>
                <a:lnTo>
                  <a:pt x="377" y="744"/>
                </a:lnTo>
                <a:lnTo>
                  <a:pt x="376" y="744"/>
                </a:lnTo>
                <a:lnTo>
                  <a:pt x="376" y="745"/>
                </a:lnTo>
                <a:lnTo>
                  <a:pt x="375" y="745"/>
                </a:lnTo>
                <a:lnTo>
                  <a:pt x="375" y="744"/>
                </a:lnTo>
                <a:lnTo>
                  <a:pt x="375" y="743"/>
                </a:lnTo>
                <a:lnTo>
                  <a:pt x="374" y="743"/>
                </a:lnTo>
                <a:lnTo>
                  <a:pt x="373" y="743"/>
                </a:lnTo>
                <a:lnTo>
                  <a:pt x="372" y="743"/>
                </a:lnTo>
                <a:lnTo>
                  <a:pt x="372" y="744"/>
                </a:lnTo>
                <a:lnTo>
                  <a:pt x="372" y="745"/>
                </a:lnTo>
                <a:lnTo>
                  <a:pt x="373" y="745"/>
                </a:lnTo>
                <a:lnTo>
                  <a:pt x="373" y="746"/>
                </a:lnTo>
                <a:lnTo>
                  <a:pt x="372" y="746"/>
                </a:lnTo>
                <a:lnTo>
                  <a:pt x="373" y="746"/>
                </a:lnTo>
                <a:lnTo>
                  <a:pt x="372" y="746"/>
                </a:lnTo>
                <a:lnTo>
                  <a:pt x="371" y="746"/>
                </a:lnTo>
                <a:lnTo>
                  <a:pt x="371" y="747"/>
                </a:lnTo>
                <a:lnTo>
                  <a:pt x="371" y="746"/>
                </a:lnTo>
                <a:lnTo>
                  <a:pt x="371" y="745"/>
                </a:lnTo>
                <a:lnTo>
                  <a:pt x="370" y="745"/>
                </a:lnTo>
                <a:lnTo>
                  <a:pt x="369" y="745"/>
                </a:lnTo>
                <a:lnTo>
                  <a:pt x="369" y="746"/>
                </a:lnTo>
                <a:lnTo>
                  <a:pt x="369" y="745"/>
                </a:lnTo>
                <a:lnTo>
                  <a:pt x="369" y="746"/>
                </a:lnTo>
                <a:lnTo>
                  <a:pt x="368" y="745"/>
                </a:lnTo>
                <a:lnTo>
                  <a:pt x="367" y="745"/>
                </a:lnTo>
                <a:lnTo>
                  <a:pt x="366" y="745"/>
                </a:lnTo>
                <a:lnTo>
                  <a:pt x="365" y="745"/>
                </a:lnTo>
                <a:lnTo>
                  <a:pt x="364" y="745"/>
                </a:lnTo>
                <a:lnTo>
                  <a:pt x="363" y="745"/>
                </a:lnTo>
                <a:lnTo>
                  <a:pt x="363" y="746"/>
                </a:lnTo>
                <a:lnTo>
                  <a:pt x="363" y="747"/>
                </a:lnTo>
                <a:lnTo>
                  <a:pt x="363" y="748"/>
                </a:lnTo>
                <a:lnTo>
                  <a:pt x="363" y="749"/>
                </a:lnTo>
                <a:lnTo>
                  <a:pt x="362" y="749"/>
                </a:lnTo>
                <a:lnTo>
                  <a:pt x="362" y="750"/>
                </a:lnTo>
                <a:lnTo>
                  <a:pt x="361" y="750"/>
                </a:lnTo>
                <a:lnTo>
                  <a:pt x="361" y="751"/>
                </a:lnTo>
                <a:lnTo>
                  <a:pt x="360" y="751"/>
                </a:lnTo>
                <a:lnTo>
                  <a:pt x="359" y="751"/>
                </a:lnTo>
                <a:lnTo>
                  <a:pt x="359" y="750"/>
                </a:lnTo>
                <a:lnTo>
                  <a:pt x="359" y="749"/>
                </a:lnTo>
                <a:lnTo>
                  <a:pt x="359" y="750"/>
                </a:lnTo>
                <a:lnTo>
                  <a:pt x="358" y="750"/>
                </a:lnTo>
                <a:lnTo>
                  <a:pt x="358" y="749"/>
                </a:lnTo>
                <a:lnTo>
                  <a:pt x="357" y="749"/>
                </a:lnTo>
                <a:lnTo>
                  <a:pt x="357" y="748"/>
                </a:lnTo>
                <a:lnTo>
                  <a:pt x="356" y="748"/>
                </a:lnTo>
                <a:lnTo>
                  <a:pt x="356" y="747"/>
                </a:lnTo>
                <a:lnTo>
                  <a:pt x="355" y="747"/>
                </a:lnTo>
                <a:lnTo>
                  <a:pt x="355" y="748"/>
                </a:lnTo>
                <a:lnTo>
                  <a:pt x="354" y="748"/>
                </a:lnTo>
                <a:lnTo>
                  <a:pt x="354" y="749"/>
                </a:lnTo>
                <a:lnTo>
                  <a:pt x="354" y="748"/>
                </a:lnTo>
                <a:lnTo>
                  <a:pt x="353" y="748"/>
                </a:lnTo>
                <a:lnTo>
                  <a:pt x="353" y="749"/>
                </a:lnTo>
                <a:lnTo>
                  <a:pt x="352" y="749"/>
                </a:lnTo>
                <a:lnTo>
                  <a:pt x="352" y="748"/>
                </a:lnTo>
                <a:lnTo>
                  <a:pt x="351" y="748"/>
                </a:lnTo>
                <a:lnTo>
                  <a:pt x="351" y="747"/>
                </a:lnTo>
                <a:lnTo>
                  <a:pt x="350" y="747"/>
                </a:lnTo>
                <a:lnTo>
                  <a:pt x="349" y="747"/>
                </a:lnTo>
                <a:lnTo>
                  <a:pt x="349" y="748"/>
                </a:lnTo>
                <a:lnTo>
                  <a:pt x="348" y="748"/>
                </a:lnTo>
                <a:lnTo>
                  <a:pt x="347" y="748"/>
                </a:lnTo>
                <a:lnTo>
                  <a:pt x="346" y="748"/>
                </a:lnTo>
                <a:lnTo>
                  <a:pt x="346" y="747"/>
                </a:lnTo>
                <a:lnTo>
                  <a:pt x="345" y="747"/>
                </a:lnTo>
                <a:lnTo>
                  <a:pt x="344" y="747"/>
                </a:lnTo>
                <a:lnTo>
                  <a:pt x="343" y="747"/>
                </a:lnTo>
                <a:lnTo>
                  <a:pt x="343" y="746"/>
                </a:lnTo>
                <a:lnTo>
                  <a:pt x="342" y="746"/>
                </a:lnTo>
                <a:lnTo>
                  <a:pt x="343" y="746"/>
                </a:lnTo>
                <a:lnTo>
                  <a:pt x="344" y="746"/>
                </a:lnTo>
                <a:lnTo>
                  <a:pt x="344" y="745"/>
                </a:lnTo>
                <a:lnTo>
                  <a:pt x="343" y="745"/>
                </a:lnTo>
                <a:lnTo>
                  <a:pt x="342" y="745"/>
                </a:lnTo>
                <a:lnTo>
                  <a:pt x="342" y="744"/>
                </a:lnTo>
                <a:lnTo>
                  <a:pt x="341" y="744"/>
                </a:lnTo>
                <a:lnTo>
                  <a:pt x="341" y="743"/>
                </a:lnTo>
                <a:lnTo>
                  <a:pt x="342" y="743"/>
                </a:lnTo>
                <a:lnTo>
                  <a:pt x="342" y="742"/>
                </a:lnTo>
                <a:lnTo>
                  <a:pt x="342" y="743"/>
                </a:lnTo>
                <a:lnTo>
                  <a:pt x="343" y="743"/>
                </a:lnTo>
                <a:lnTo>
                  <a:pt x="343" y="742"/>
                </a:lnTo>
                <a:lnTo>
                  <a:pt x="344" y="741"/>
                </a:lnTo>
                <a:lnTo>
                  <a:pt x="343" y="741"/>
                </a:lnTo>
                <a:lnTo>
                  <a:pt x="344" y="741"/>
                </a:lnTo>
                <a:lnTo>
                  <a:pt x="344" y="740"/>
                </a:lnTo>
                <a:lnTo>
                  <a:pt x="344" y="741"/>
                </a:lnTo>
                <a:lnTo>
                  <a:pt x="344" y="740"/>
                </a:lnTo>
                <a:lnTo>
                  <a:pt x="344" y="739"/>
                </a:lnTo>
                <a:lnTo>
                  <a:pt x="343" y="738"/>
                </a:lnTo>
                <a:lnTo>
                  <a:pt x="342" y="737"/>
                </a:lnTo>
                <a:lnTo>
                  <a:pt x="341" y="737"/>
                </a:lnTo>
                <a:lnTo>
                  <a:pt x="341" y="736"/>
                </a:lnTo>
                <a:lnTo>
                  <a:pt x="340" y="735"/>
                </a:lnTo>
                <a:lnTo>
                  <a:pt x="341" y="735"/>
                </a:lnTo>
                <a:lnTo>
                  <a:pt x="340" y="735"/>
                </a:lnTo>
                <a:lnTo>
                  <a:pt x="339" y="735"/>
                </a:lnTo>
                <a:lnTo>
                  <a:pt x="339" y="734"/>
                </a:lnTo>
                <a:lnTo>
                  <a:pt x="340" y="734"/>
                </a:lnTo>
                <a:lnTo>
                  <a:pt x="339" y="734"/>
                </a:lnTo>
                <a:lnTo>
                  <a:pt x="339" y="733"/>
                </a:lnTo>
                <a:lnTo>
                  <a:pt x="338" y="733"/>
                </a:lnTo>
                <a:lnTo>
                  <a:pt x="338" y="732"/>
                </a:lnTo>
                <a:lnTo>
                  <a:pt x="339" y="732"/>
                </a:lnTo>
                <a:lnTo>
                  <a:pt x="338" y="732"/>
                </a:lnTo>
                <a:lnTo>
                  <a:pt x="339" y="732"/>
                </a:lnTo>
                <a:lnTo>
                  <a:pt x="339" y="731"/>
                </a:lnTo>
                <a:lnTo>
                  <a:pt x="338" y="731"/>
                </a:lnTo>
                <a:lnTo>
                  <a:pt x="337" y="731"/>
                </a:lnTo>
                <a:lnTo>
                  <a:pt x="337" y="730"/>
                </a:lnTo>
                <a:lnTo>
                  <a:pt x="336" y="730"/>
                </a:lnTo>
                <a:lnTo>
                  <a:pt x="336" y="729"/>
                </a:lnTo>
                <a:lnTo>
                  <a:pt x="335" y="729"/>
                </a:lnTo>
                <a:lnTo>
                  <a:pt x="335" y="728"/>
                </a:lnTo>
                <a:lnTo>
                  <a:pt x="334" y="728"/>
                </a:lnTo>
                <a:lnTo>
                  <a:pt x="334" y="727"/>
                </a:lnTo>
                <a:lnTo>
                  <a:pt x="332" y="727"/>
                </a:lnTo>
                <a:lnTo>
                  <a:pt x="332" y="726"/>
                </a:lnTo>
                <a:lnTo>
                  <a:pt x="331" y="726"/>
                </a:lnTo>
                <a:lnTo>
                  <a:pt x="331" y="725"/>
                </a:lnTo>
                <a:lnTo>
                  <a:pt x="331" y="724"/>
                </a:lnTo>
                <a:lnTo>
                  <a:pt x="330" y="725"/>
                </a:lnTo>
                <a:lnTo>
                  <a:pt x="329" y="725"/>
                </a:lnTo>
                <a:lnTo>
                  <a:pt x="329" y="724"/>
                </a:lnTo>
                <a:lnTo>
                  <a:pt x="328" y="724"/>
                </a:lnTo>
                <a:lnTo>
                  <a:pt x="327" y="724"/>
                </a:lnTo>
                <a:lnTo>
                  <a:pt x="327" y="725"/>
                </a:lnTo>
                <a:lnTo>
                  <a:pt x="326" y="725"/>
                </a:lnTo>
                <a:lnTo>
                  <a:pt x="325" y="725"/>
                </a:lnTo>
                <a:lnTo>
                  <a:pt x="324" y="725"/>
                </a:lnTo>
                <a:lnTo>
                  <a:pt x="324" y="724"/>
                </a:lnTo>
                <a:lnTo>
                  <a:pt x="323" y="724"/>
                </a:lnTo>
                <a:lnTo>
                  <a:pt x="322" y="724"/>
                </a:lnTo>
                <a:lnTo>
                  <a:pt x="322" y="723"/>
                </a:lnTo>
                <a:lnTo>
                  <a:pt x="321" y="723"/>
                </a:lnTo>
                <a:lnTo>
                  <a:pt x="320" y="723"/>
                </a:lnTo>
                <a:lnTo>
                  <a:pt x="319" y="723"/>
                </a:lnTo>
                <a:lnTo>
                  <a:pt x="318" y="723"/>
                </a:lnTo>
                <a:lnTo>
                  <a:pt x="317" y="723"/>
                </a:lnTo>
                <a:lnTo>
                  <a:pt x="317" y="724"/>
                </a:lnTo>
                <a:lnTo>
                  <a:pt x="318" y="724"/>
                </a:lnTo>
                <a:lnTo>
                  <a:pt x="317" y="724"/>
                </a:lnTo>
                <a:lnTo>
                  <a:pt x="316" y="724"/>
                </a:lnTo>
                <a:lnTo>
                  <a:pt x="315" y="724"/>
                </a:lnTo>
                <a:lnTo>
                  <a:pt x="315" y="725"/>
                </a:lnTo>
                <a:lnTo>
                  <a:pt x="314" y="725"/>
                </a:lnTo>
                <a:lnTo>
                  <a:pt x="314" y="724"/>
                </a:lnTo>
                <a:lnTo>
                  <a:pt x="313" y="724"/>
                </a:lnTo>
                <a:lnTo>
                  <a:pt x="312" y="724"/>
                </a:lnTo>
                <a:lnTo>
                  <a:pt x="312" y="725"/>
                </a:lnTo>
                <a:lnTo>
                  <a:pt x="311" y="724"/>
                </a:lnTo>
                <a:lnTo>
                  <a:pt x="312" y="724"/>
                </a:lnTo>
                <a:lnTo>
                  <a:pt x="311" y="724"/>
                </a:lnTo>
                <a:lnTo>
                  <a:pt x="311" y="723"/>
                </a:lnTo>
                <a:lnTo>
                  <a:pt x="310" y="723"/>
                </a:lnTo>
                <a:lnTo>
                  <a:pt x="310" y="724"/>
                </a:lnTo>
                <a:lnTo>
                  <a:pt x="309" y="724"/>
                </a:lnTo>
                <a:lnTo>
                  <a:pt x="309" y="723"/>
                </a:lnTo>
                <a:lnTo>
                  <a:pt x="309" y="722"/>
                </a:lnTo>
                <a:lnTo>
                  <a:pt x="308" y="722"/>
                </a:lnTo>
                <a:lnTo>
                  <a:pt x="307" y="722"/>
                </a:lnTo>
                <a:lnTo>
                  <a:pt x="307" y="723"/>
                </a:lnTo>
                <a:lnTo>
                  <a:pt x="306" y="723"/>
                </a:lnTo>
                <a:lnTo>
                  <a:pt x="305" y="723"/>
                </a:lnTo>
                <a:lnTo>
                  <a:pt x="305" y="724"/>
                </a:lnTo>
                <a:lnTo>
                  <a:pt x="304" y="724"/>
                </a:lnTo>
                <a:lnTo>
                  <a:pt x="303" y="724"/>
                </a:lnTo>
                <a:lnTo>
                  <a:pt x="303" y="723"/>
                </a:lnTo>
                <a:lnTo>
                  <a:pt x="302" y="723"/>
                </a:lnTo>
                <a:lnTo>
                  <a:pt x="302" y="724"/>
                </a:lnTo>
                <a:lnTo>
                  <a:pt x="301" y="724"/>
                </a:lnTo>
                <a:lnTo>
                  <a:pt x="300" y="724"/>
                </a:lnTo>
                <a:lnTo>
                  <a:pt x="300" y="723"/>
                </a:lnTo>
                <a:lnTo>
                  <a:pt x="299" y="723"/>
                </a:lnTo>
                <a:lnTo>
                  <a:pt x="299" y="724"/>
                </a:lnTo>
                <a:lnTo>
                  <a:pt x="298" y="724"/>
                </a:lnTo>
                <a:lnTo>
                  <a:pt x="298" y="723"/>
                </a:lnTo>
                <a:lnTo>
                  <a:pt x="298" y="724"/>
                </a:lnTo>
                <a:lnTo>
                  <a:pt x="297" y="724"/>
                </a:lnTo>
                <a:lnTo>
                  <a:pt x="296" y="724"/>
                </a:lnTo>
                <a:lnTo>
                  <a:pt x="295" y="724"/>
                </a:lnTo>
                <a:lnTo>
                  <a:pt x="294" y="724"/>
                </a:lnTo>
                <a:lnTo>
                  <a:pt x="293" y="724"/>
                </a:lnTo>
                <a:lnTo>
                  <a:pt x="293" y="725"/>
                </a:lnTo>
                <a:lnTo>
                  <a:pt x="293" y="726"/>
                </a:lnTo>
                <a:lnTo>
                  <a:pt x="294" y="727"/>
                </a:lnTo>
                <a:lnTo>
                  <a:pt x="294" y="728"/>
                </a:lnTo>
                <a:lnTo>
                  <a:pt x="294" y="729"/>
                </a:lnTo>
                <a:lnTo>
                  <a:pt x="294" y="730"/>
                </a:lnTo>
                <a:lnTo>
                  <a:pt x="294" y="731"/>
                </a:lnTo>
                <a:lnTo>
                  <a:pt x="293" y="732"/>
                </a:lnTo>
                <a:lnTo>
                  <a:pt x="293" y="733"/>
                </a:lnTo>
                <a:lnTo>
                  <a:pt x="293" y="734"/>
                </a:lnTo>
                <a:lnTo>
                  <a:pt x="292" y="734"/>
                </a:lnTo>
                <a:lnTo>
                  <a:pt x="291" y="734"/>
                </a:lnTo>
                <a:lnTo>
                  <a:pt x="290" y="734"/>
                </a:lnTo>
                <a:lnTo>
                  <a:pt x="289" y="734"/>
                </a:lnTo>
                <a:lnTo>
                  <a:pt x="289" y="733"/>
                </a:lnTo>
                <a:lnTo>
                  <a:pt x="288" y="733"/>
                </a:lnTo>
                <a:lnTo>
                  <a:pt x="287" y="733"/>
                </a:lnTo>
                <a:lnTo>
                  <a:pt x="287" y="732"/>
                </a:lnTo>
                <a:lnTo>
                  <a:pt x="286" y="732"/>
                </a:lnTo>
                <a:lnTo>
                  <a:pt x="285" y="732"/>
                </a:lnTo>
                <a:lnTo>
                  <a:pt x="284" y="732"/>
                </a:lnTo>
                <a:lnTo>
                  <a:pt x="284" y="733"/>
                </a:lnTo>
                <a:lnTo>
                  <a:pt x="284" y="734"/>
                </a:lnTo>
                <a:lnTo>
                  <a:pt x="283" y="735"/>
                </a:lnTo>
                <a:lnTo>
                  <a:pt x="282" y="735"/>
                </a:lnTo>
                <a:lnTo>
                  <a:pt x="281" y="735"/>
                </a:lnTo>
                <a:lnTo>
                  <a:pt x="281" y="734"/>
                </a:lnTo>
                <a:lnTo>
                  <a:pt x="280" y="734"/>
                </a:lnTo>
                <a:lnTo>
                  <a:pt x="280" y="735"/>
                </a:lnTo>
                <a:lnTo>
                  <a:pt x="280" y="734"/>
                </a:lnTo>
                <a:lnTo>
                  <a:pt x="279" y="734"/>
                </a:lnTo>
                <a:lnTo>
                  <a:pt x="279" y="733"/>
                </a:lnTo>
                <a:lnTo>
                  <a:pt x="278" y="733"/>
                </a:lnTo>
                <a:lnTo>
                  <a:pt x="277" y="733"/>
                </a:lnTo>
                <a:lnTo>
                  <a:pt x="277" y="734"/>
                </a:lnTo>
                <a:lnTo>
                  <a:pt x="276" y="734"/>
                </a:lnTo>
                <a:lnTo>
                  <a:pt x="276" y="735"/>
                </a:lnTo>
                <a:lnTo>
                  <a:pt x="275" y="735"/>
                </a:lnTo>
                <a:lnTo>
                  <a:pt x="274" y="735"/>
                </a:lnTo>
                <a:lnTo>
                  <a:pt x="274" y="734"/>
                </a:lnTo>
                <a:lnTo>
                  <a:pt x="274" y="735"/>
                </a:lnTo>
                <a:lnTo>
                  <a:pt x="273" y="735"/>
                </a:lnTo>
                <a:lnTo>
                  <a:pt x="272" y="735"/>
                </a:lnTo>
                <a:lnTo>
                  <a:pt x="271" y="735"/>
                </a:lnTo>
                <a:lnTo>
                  <a:pt x="271" y="736"/>
                </a:lnTo>
                <a:lnTo>
                  <a:pt x="271" y="737"/>
                </a:lnTo>
                <a:lnTo>
                  <a:pt x="270" y="737"/>
                </a:lnTo>
                <a:lnTo>
                  <a:pt x="271" y="737"/>
                </a:lnTo>
                <a:lnTo>
                  <a:pt x="271" y="738"/>
                </a:lnTo>
                <a:lnTo>
                  <a:pt x="271" y="739"/>
                </a:lnTo>
                <a:lnTo>
                  <a:pt x="270" y="739"/>
                </a:lnTo>
                <a:lnTo>
                  <a:pt x="269" y="739"/>
                </a:lnTo>
                <a:lnTo>
                  <a:pt x="268" y="738"/>
                </a:lnTo>
                <a:lnTo>
                  <a:pt x="268" y="737"/>
                </a:lnTo>
                <a:lnTo>
                  <a:pt x="268" y="736"/>
                </a:lnTo>
                <a:lnTo>
                  <a:pt x="267" y="735"/>
                </a:lnTo>
                <a:lnTo>
                  <a:pt x="266" y="735"/>
                </a:lnTo>
                <a:lnTo>
                  <a:pt x="266" y="734"/>
                </a:lnTo>
                <a:lnTo>
                  <a:pt x="265" y="734"/>
                </a:lnTo>
                <a:lnTo>
                  <a:pt x="265" y="733"/>
                </a:lnTo>
                <a:lnTo>
                  <a:pt x="265" y="732"/>
                </a:lnTo>
                <a:lnTo>
                  <a:pt x="264" y="731"/>
                </a:lnTo>
                <a:lnTo>
                  <a:pt x="263" y="731"/>
                </a:lnTo>
                <a:lnTo>
                  <a:pt x="263" y="730"/>
                </a:lnTo>
                <a:lnTo>
                  <a:pt x="264" y="730"/>
                </a:lnTo>
                <a:lnTo>
                  <a:pt x="264" y="731"/>
                </a:lnTo>
                <a:lnTo>
                  <a:pt x="264" y="730"/>
                </a:lnTo>
                <a:lnTo>
                  <a:pt x="265" y="730"/>
                </a:lnTo>
                <a:lnTo>
                  <a:pt x="265" y="729"/>
                </a:lnTo>
                <a:lnTo>
                  <a:pt x="265" y="728"/>
                </a:lnTo>
                <a:lnTo>
                  <a:pt x="264" y="728"/>
                </a:lnTo>
                <a:lnTo>
                  <a:pt x="263" y="728"/>
                </a:lnTo>
                <a:lnTo>
                  <a:pt x="263" y="729"/>
                </a:lnTo>
                <a:lnTo>
                  <a:pt x="263" y="728"/>
                </a:lnTo>
                <a:lnTo>
                  <a:pt x="263" y="729"/>
                </a:lnTo>
                <a:lnTo>
                  <a:pt x="262" y="729"/>
                </a:lnTo>
                <a:lnTo>
                  <a:pt x="262" y="728"/>
                </a:lnTo>
                <a:lnTo>
                  <a:pt x="263" y="728"/>
                </a:lnTo>
                <a:lnTo>
                  <a:pt x="263" y="727"/>
                </a:lnTo>
                <a:lnTo>
                  <a:pt x="262" y="727"/>
                </a:lnTo>
                <a:lnTo>
                  <a:pt x="262" y="726"/>
                </a:lnTo>
                <a:lnTo>
                  <a:pt x="262" y="725"/>
                </a:lnTo>
                <a:lnTo>
                  <a:pt x="261" y="725"/>
                </a:lnTo>
                <a:lnTo>
                  <a:pt x="261" y="724"/>
                </a:lnTo>
                <a:lnTo>
                  <a:pt x="260" y="724"/>
                </a:lnTo>
                <a:lnTo>
                  <a:pt x="260" y="723"/>
                </a:lnTo>
                <a:lnTo>
                  <a:pt x="260" y="724"/>
                </a:lnTo>
                <a:lnTo>
                  <a:pt x="259" y="723"/>
                </a:lnTo>
                <a:lnTo>
                  <a:pt x="258" y="723"/>
                </a:lnTo>
                <a:lnTo>
                  <a:pt x="258" y="724"/>
                </a:lnTo>
                <a:lnTo>
                  <a:pt x="258" y="725"/>
                </a:lnTo>
                <a:lnTo>
                  <a:pt x="257" y="725"/>
                </a:lnTo>
                <a:lnTo>
                  <a:pt x="257" y="724"/>
                </a:lnTo>
                <a:lnTo>
                  <a:pt x="256" y="724"/>
                </a:lnTo>
                <a:lnTo>
                  <a:pt x="255" y="724"/>
                </a:lnTo>
                <a:lnTo>
                  <a:pt x="255" y="723"/>
                </a:lnTo>
                <a:lnTo>
                  <a:pt x="254" y="723"/>
                </a:lnTo>
                <a:lnTo>
                  <a:pt x="254" y="722"/>
                </a:lnTo>
                <a:lnTo>
                  <a:pt x="253" y="722"/>
                </a:lnTo>
                <a:lnTo>
                  <a:pt x="253" y="721"/>
                </a:lnTo>
                <a:lnTo>
                  <a:pt x="252" y="720"/>
                </a:lnTo>
                <a:lnTo>
                  <a:pt x="252" y="719"/>
                </a:lnTo>
                <a:lnTo>
                  <a:pt x="251" y="719"/>
                </a:lnTo>
                <a:lnTo>
                  <a:pt x="251" y="718"/>
                </a:lnTo>
                <a:lnTo>
                  <a:pt x="250" y="718"/>
                </a:lnTo>
                <a:lnTo>
                  <a:pt x="250" y="717"/>
                </a:lnTo>
                <a:lnTo>
                  <a:pt x="249" y="717"/>
                </a:lnTo>
                <a:lnTo>
                  <a:pt x="248" y="717"/>
                </a:lnTo>
                <a:lnTo>
                  <a:pt x="247" y="717"/>
                </a:lnTo>
                <a:lnTo>
                  <a:pt x="247" y="716"/>
                </a:lnTo>
                <a:lnTo>
                  <a:pt x="246" y="716"/>
                </a:lnTo>
                <a:lnTo>
                  <a:pt x="245" y="716"/>
                </a:lnTo>
                <a:lnTo>
                  <a:pt x="244" y="716"/>
                </a:lnTo>
                <a:lnTo>
                  <a:pt x="243" y="716"/>
                </a:lnTo>
                <a:lnTo>
                  <a:pt x="243" y="715"/>
                </a:lnTo>
                <a:lnTo>
                  <a:pt x="242" y="715"/>
                </a:lnTo>
                <a:lnTo>
                  <a:pt x="241" y="715"/>
                </a:lnTo>
                <a:lnTo>
                  <a:pt x="241" y="714"/>
                </a:lnTo>
                <a:lnTo>
                  <a:pt x="241" y="712"/>
                </a:lnTo>
                <a:lnTo>
                  <a:pt x="240" y="712"/>
                </a:lnTo>
                <a:lnTo>
                  <a:pt x="240" y="711"/>
                </a:lnTo>
                <a:lnTo>
                  <a:pt x="240" y="710"/>
                </a:lnTo>
                <a:lnTo>
                  <a:pt x="239" y="710"/>
                </a:lnTo>
                <a:lnTo>
                  <a:pt x="238" y="710"/>
                </a:lnTo>
                <a:lnTo>
                  <a:pt x="238" y="709"/>
                </a:lnTo>
                <a:lnTo>
                  <a:pt x="238" y="708"/>
                </a:lnTo>
                <a:lnTo>
                  <a:pt x="237" y="708"/>
                </a:lnTo>
                <a:lnTo>
                  <a:pt x="237" y="709"/>
                </a:lnTo>
                <a:lnTo>
                  <a:pt x="238" y="710"/>
                </a:lnTo>
                <a:lnTo>
                  <a:pt x="237" y="710"/>
                </a:lnTo>
                <a:lnTo>
                  <a:pt x="236" y="710"/>
                </a:lnTo>
                <a:lnTo>
                  <a:pt x="235" y="710"/>
                </a:lnTo>
                <a:lnTo>
                  <a:pt x="234" y="710"/>
                </a:lnTo>
                <a:lnTo>
                  <a:pt x="233" y="710"/>
                </a:lnTo>
                <a:lnTo>
                  <a:pt x="232" y="710"/>
                </a:lnTo>
                <a:lnTo>
                  <a:pt x="231" y="710"/>
                </a:lnTo>
                <a:lnTo>
                  <a:pt x="231" y="709"/>
                </a:lnTo>
                <a:lnTo>
                  <a:pt x="230" y="709"/>
                </a:lnTo>
                <a:lnTo>
                  <a:pt x="229" y="709"/>
                </a:lnTo>
                <a:lnTo>
                  <a:pt x="229" y="708"/>
                </a:lnTo>
                <a:lnTo>
                  <a:pt x="228" y="708"/>
                </a:lnTo>
                <a:lnTo>
                  <a:pt x="227" y="708"/>
                </a:lnTo>
                <a:lnTo>
                  <a:pt x="226" y="708"/>
                </a:lnTo>
                <a:lnTo>
                  <a:pt x="226" y="707"/>
                </a:lnTo>
                <a:lnTo>
                  <a:pt x="226" y="706"/>
                </a:lnTo>
                <a:lnTo>
                  <a:pt x="225" y="706"/>
                </a:lnTo>
                <a:lnTo>
                  <a:pt x="224" y="706"/>
                </a:lnTo>
                <a:lnTo>
                  <a:pt x="223" y="706"/>
                </a:lnTo>
                <a:lnTo>
                  <a:pt x="223" y="707"/>
                </a:lnTo>
                <a:lnTo>
                  <a:pt x="223" y="706"/>
                </a:lnTo>
                <a:lnTo>
                  <a:pt x="223" y="707"/>
                </a:lnTo>
                <a:lnTo>
                  <a:pt x="222" y="707"/>
                </a:lnTo>
                <a:lnTo>
                  <a:pt x="222" y="708"/>
                </a:lnTo>
                <a:lnTo>
                  <a:pt x="221" y="708"/>
                </a:lnTo>
                <a:lnTo>
                  <a:pt x="221" y="709"/>
                </a:lnTo>
                <a:lnTo>
                  <a:pt x="220" y="709"/>
                </a:lnTo>
                <a:lnTo>
                  <a:pt x="219" y="708"/>
                </a:lnTo>
                <a:lnTo>
                  <a:pt x="218" y="708"/>
                </a:lnTo>
                <a:lnTo>
                  <a:pt x="218" y="707"/>
                </a:lnTo>
                <a:lnTo>
                  <a:pt x="217" y="707"/>
                </a:lnTo>
                <a:lnTo>
                  <a:pt x="216" y="707"/>
                </a:lnTo>
                <a:lnTo>
                  <a:pt x="215" y="707"/>
                </a:lnTo>
                <a:lnTo>
                  <a:pt x="215" y="708"/>
                </a:lnTo>
                <a:lnTo>
                  <a:pt x="215" y="709"/>
                </a:lnTo>
                <a:lnTo>
                  <a:pt x="214" y="709"/>
                </a:lnTo>
                <a:lnTo>
                  <a:pt x="213" y="709"/>
                </a:lnTo>
                <a:lnTo>
                  <a:pt x="212" y="709"/>
                </a:lnTo>
                <a:lnTo>
                  <a:pt x="212" y="708"/>
                </a:lnTo>
                <a:lnTo>
                  <a:pt x="211" y="708"/>
                </a:lnTo>
                <a:lnTo>
                  <a:pt x="211" y="707"/>
                </a:lnTo>
                <a:lnTo>
                  <a:pt x="210" y="707"/>
                </a:lnTo>
                <a:lnTo>
                  <a:pt x="210" y="706"/>
                </a:lnTo>
                <a:lnTo>
                  <a:pt x="210" y="705"/>
                </a:lnTo>
                <a:lnTo>
                  <a:pt x="209" y="705"/>
                </a:lnTo>
                <a:lnTo>
                  <a:pt x="209" y="704"/>
                </a:lnTo>
                <a:lnTo>
                  <a:pt x="210" y="704"/>
                </a:lnTo>
                <a:lnTo>
                  <a:pt x="210" y="703"/>
                </a:lnTo>
                <a:lnTo>
                  <a:pt x="210" y="702"/>
                </a:lnTo>
                <a:lnTo>
                  <a:pt x="210" y="701"/>
                </a:lnTo>
                <a:lnTo>
                  <a:pt x="210" y="700"/>
                </a:lnTo>
                <a:lnTo>
                  <a:pt x="209" y="700"/>
                </a:lnTo>
                <a:lnTo>
                  <a:pt x="209" y="699"/>
                </a:lnTo>
                <a:lnTo>
                  <a:pt x="210" y="699"/>
                </a:lnTo>
                <a:lnTo>
                  <a:pt x="210" y="698"/>
                </a:lnTo>
                <a:lnTo>
                  <a:pt x="209" y="698"/>
                </a:lnTo>
                <a:lnTo>
                  <a:pt x="209" y="697"/>
                </a:lnTo>
                <a:lnTo>
                  <a:pt x="209" y="696"/>
                </a:lnTo>
                <a:lnTo>
                  <a:pt x="210" y="696"/>
                </a:lnTo>
                <a:lnTo>
                  <a:pt x="210" y="695"/>
                </a:lnTo>
                <a:lnTo>
                  <a:pt x="210" y="694"/>
                </a:lnTo>
                <a:lnTo>
                  <a:pt x="210" y="693"/>
                </a:lnTo>
                <a:lnTo>
                  <a:pt x="211" y="693"/>
                </a:lnTo>
                <a:lnTo>
                  <a:pt x="211" y="692"/>
                </a:lnTo>
                <a:lnTo>
                  <a:pt x="211" y="691"/>
                </a:lnTo>
                <a:lnTo>
                  <a:pt x="212" y="691"/>
                </a:lnTo>
                <a:lnTo>
                  <a:pt x="212" y="690"/>
                </a:lnTo>
                <a:lnTo>
                  <a:pt x="211" y="690"/>
                </a:lnTo>
                <a:lnTo>
                  <a:pt x="210" y="690"/>
                </a:lnTo>
                <a:lnTo>
                  <a:pt x="210" y="689"/>
                </a:lnTo>
                <a:lnTo>
                  <a:pt x="209" y="689"/>
                </a:lnTo>
                <a:lnTo>
                  <a:pt x="209" y="688"/>
                </a:lnTo>
                <a:lnTo>
                  <a:pt x="208" y="688"/>
                </a:lnTo>
                <a:lnTo>
                  <a:pt x="208" y="687"/>
                </a:lnTo>
                <a:lnTo>
                  <a:pt x="209" y="687"/>
                </a:lnTo>
                <a:lnTo>
                  <a:pt x="208" y="687"/>
                </a:lnTo>
                <a:lnTo>
                  <a:pt x="208" y="686"/>
                </a:lnTo>
                <a:lnTo>
                  <a:pt x="208" y="685"/>
                </a:lnTo>
                <a:lnTo>
                  <a:pt x="207" y="685"/>
                </a:lnTo>
                <a:lnTo>
                  <a:pt x="206" y="685"/>
                </a:lnTo>
                <a:lnTo>
                  <a:pt x="206" y="684"/>
                </a:lnTo>
                <a:lnTo>
                  <a:pt x="205" y="684"/>
                </a:lnTo>
                <a:lnTo>
                  <a:pt x="205" y="683"/>
                </a:lnTo>
                <a:lnTo>
                  <a:pt x="206" y="683"/>
                </a:lnTo>
                <a:lnTo>
                  <a:pt x="206" y="682"/>
                </a:lnTo>
                <a:lnTo>
                  <a:pt x="205" y="681"/>
                </a:lnTo>
                <a:lnTo>
                  <a:pt x="204" y="680"/>
                </a:lnTo>
                <a:lnTo>
                  <a:pt x="204" y="679"/>
                </a:lnTo>
                <a:lnTo>
                  <a:pt x="203" y="678"/>
                </a:lnTo>
                <a:lnTo>
                  <a:pt x="203" y="677"/>
                </a:lnTo>
                <a:lnTo>
                  <a:pt x="203" y="676"/>
                </a:lnTo>
                <a:lnTo>
                  <a:pt x="204" y="676"/>
                </a:lnTo>
                <a:lnTo>
                  <a:pt x="203" y="675"/>
                </a:lnTo>
                <a:lnTo>
                  <a:pt x="203" y="673"/>
                </a:lnTo>
                <a:lnTo>
                  <a:pt x="204" y="673"/>
                </a:lnTo>
                <a:lnTo>
                  <a:pt x="205" y="672"/>
                </a:lnTo>
                <a:lnTo>
                  <a:pt x="206" y="672"/>
                </a:lnTo>
                <a:lnTo>
                  <a:pt x="207" y="672"/>
                </a:lnTo>
                <a:lnTo>
                  <a:pt x="208" y="671"/>
                </a:lnTo>
                <a:lnTo>
                  <a:pt x="209" y="671"/>
                </a:lnTo>
                <a:lnTo>
                  <a:pt x="209" y="670"/>
                </a:lnTo>
                <a:lnTo>
                  <a:pt x="210" y="668"/>
                </a:lnTo>
                <a:lnTo>
                  <a:pt x="210" y="667"/>
                </a:lnTo>
                <a:lnTo>
                  <a:pt x="210" y="666"/>
                </a:lnTo>
                <a:lnTo>
                  <a:pt x="211" y="665"/>
                </a:lnTo>
                <a:lnTo>
                  <a:pt x="211" y="664"/>
                </a:lnTo>
                <a:lnTo>
                  <a:pt x="212" y="664"/>
                </a:lnTo>
                <a:lnTo>
                  <a:pt x="214" y="662"/>
                </a:lnTo>
                <a:lnTo>
                  <a:pt x="214" y="661"/>
                </a:lnTo>
                <a:lnTo>
                  <a:pt x="213" y="661"/>
                </a:lnTo>
                <a:lnTo>
                  <a:pt x="213" y="660"/>
                </a:lnTo>
                <a:lnTo>
                  <a:pt x="214" y="659"/>
                </a:lnTo>
                <a:lnTo>
                  <a:pt x="215" y="659"/>
                </a:lnTo>
                <a:lnTo>
                  <a:pt x="217" y="658"/>
                </a:lnTo>
                <a:lnTo>
                  <a:pt x="218" y="658"/>
                </a:lnTo>
                <a:lnTo>
                  <a:pt x="218" y="657"/>
                </a:lnTo>
                <a:lnTo>
                  <a:pt x="219" y="656"/>
                </a:lnTo>
                <a:lnTo>
                  <a:pt x="220" y="657"/>
                </a:lnTo>
                <a:lnTo>
                  <a:pt x="221" y="656"/>
                </a:lnTo>
                <a:lnTo>
                  <a:pt x="222" y="655"/>
                </a:lnTo>
                <a:lnTo>
                  <a:pt x="223" y="654"/>
                </a:lnTo>
                <a:lnTo>
                  <a:pt x="224" y="654"/>
                </a:lnTo>
                <a:lnTo>
                  <a:pt x="225" y="653"/>
                </a:lnTo>
                <a:lnTo>
                  <a:pt x="225" y="652"/>
                </a:lnTo>
                <a:lnTo>
                  <a:pt x="226" y="652"/>
                </a:lnTo>
                <a:lnTo>
                  <a:pt x="228" y="652"/>
                </a:lnTo>
                <a:lnTo>
                  <a:pt x="229" y="653"/>
                </a:lnTo>
                <a:lnTo>
                  <a:pt x="230" y="653"/>
                </a:lnTo>
                <a:lnTo>
                  <a:pt x="230" y="654"/>
                </a:lnTo>
                <a:lnTo>
                  <a:pt x="229" y="655"/>
                </a:lnTo>
                <a:lnTo>
                  <a:pt x="229" y="656"/>
                </a:lnTo>
                <a:lnTo>
                  <a:pt x="230" y="657"/>
                </a:lnTo>
                <a:lnTo>
                  <a:pt x="231" y="657"/>
                </a:lnTo>
                <a:lnTo>
                  <a:pt x="233" y="656"/>
                </a:lnTo>
                <a:lnTo>
                  <a:pt x="234" y="656"/>
                </a:lnTo>
                <a:lnTo>
                  <a:pt x="235" y="656"/>
                </a:lnTo>
                <a:lnTo>
                  <a:pt x="235" y="655"/>
                </a:lnTo>
                <a:lnTo>
                  <a:pt x="234" y="654"/>
                </a:lnTo>
                <a:lnTo>
                  <a:pt x="232" y="652"/>
                </a:lnTo>
                <a:lnTo>
                  <a:pt x="231" y="651"/>
                </a:lnTo>
                <a:lnTo>
                  <a:pt x="230" y="651"/>
                </a:lnTo>
                <a:lnTo>
                  <a:pt x="230" y="652"/>
                </a:lnTo>
                <a:lnTo>
                  <a:pt x="229" y="651"/>
                </a:lnTo>
                <a:lnTo>
                  <a:pt x="229" y="650"/>
                </a:lnTo>
                <a:lnTo>
                  <a:pt x="230" y="650"/>
                </a:lnTo>
                <a:lnTo>
                  <a:pt x="231" y="650"/>
                </a:lnTo>
                <a:lnTo>
                  <a:pt x="232" y="650"/>
                </a:lnTo>
                <a:lnTo>
                  <a:pt x="233" y="650"/>
                </a:lnTo>
                <a:lnTo>
                  <a:pt x="233" y="649"/>
                </a:lnTo>
                <a:lnTo>
                  <a:pt x="234" y="648"/>
                </a:lnTo>
                <a:lnTo>
                  <a:pt x="233" y="648"/>
                </a:lnTo>
                <a:lnTo>
                  <a:pt x="233" y="647"/>
                </a:lnTo>
                <a:lnTo>
                  <a:pt x="232" y="647"/>
                </a:lnTo>
                <a:lnTo>
                  <a:pt x="231" y="647"/>
                </a:lnTo>
                <a:lnTo>
                  <a:pt x="230" y="646"/>
                </a:lnTo>
                <a:lnTo>
                  <a:pt x="230" y="645"/>
                </a:lnTo>
                <a:lnTo>
                  <a:pt x="230" y="644"/>
                </a:lnTo>
                <a:lnTo>
                  <a:pt x="229" y="644"/>
                </a:lnTo>
                <a:lnTo>
                  <a:pt x="229" y="643"/>
                </a:lnTo>
                <a:lnTo>
                  <a:pt x="228" y="643"/>
                </a:lnTo>
                <a:lnTo>
                  <a:pt x="227" y="643"/>
                </a:lnTo>
                <a:lnTo>
                  <a:pt x="226" y="643"/>
                </a:lnTo>
                <a:lnTo>
                  <a:pt x="225" y="642"/>
                </a:lnTo>
                <a:lnTo>
                  <a:pt x="224" y="642"/>
                </a:lnTo>
                <a:lnTo>
                  <a:pt x="223" y="642"/>
                </a:lnTo>
                <a:lnTo>
                  <a:pt x="222" y="642"/>
                </a:lnTo>
                <a:lnTo>
                  <a:pt x="221" y="641"/>
                </a:lnTo>
                <a:lnTo>
                  <a:pt x="222" y="641"/>
                </a:lnTo>
                <a:lnTo>
                  <a:pt x="223" y="640"/>
                </a:lnTo>
                <a:lnTo>
                  <a:pt x="224" y="640"/>
                </a:lnTo>
                <a:lnTo>
                  <a:pt x="226" y="641"/>
                </a:lnTo>
                <a:lnTo>
                  <a:pt x="227" y="641"/>
                </a:lnTo>
                <a:lnTo>
                  <a:pt x="228" y="641"/>
                </a:lnTo>
                <a:lnTo>
                  <a:pt x="229" y="640"/>
                </a:lnTo>
                <a:lnTo>
                  <a:pt x="230" y="640"/>
                </a:lnTo>
                <a:lnTo>
                  <a:pt x="231" y="640"/>
                </a:lnTo>
                <a:lnTo>
                  <a:pt x="232" y="641"/>
                </a:lnTo>
                <a:lnTo>
                  <a:pt x="232" y="642"/>
                </a:lnTo>
                <a:lnTo>
                  <a:pt x="234" y="642"/>
                </a:lnTo>
                <a:lnTo>
                  <a:pt x="236" y="641"/>
                </a:lnTo>
                <a:lnTo>
                  <a:pt x="237" y="639"/>
                </a:lnTo>
                <a:lnTo>
                  <a:pt x="238" y="639"/>
                </a:lnTo>
                <a:lnTo>
                  <a:pt x="238" y="638"/>
                </a:lnTo>
                <a:lnTo>
                  <a:pt x="239" y="637"/>
                </a:lnTo>
                <a:lnTo>
                  <a:pt x="240" y="636"/>
                </a:lnTo>
                <a:lnTo>
                  <a:pt x="241" y="635"/>
                </a:lnTo>
                <a:lnTo>
                  <a:pt x="242" y="635"/>
                </a:lnTo>
                <a:lnTo>
                  <a:pt x="243" y="634"/>
                </a:lnTo>
                <a:lnTo>
                  <a:pt x="244" y="634"/>
                </a:lnTo>
                <a:lnTo>
                  <a:pt x="244" y="633"/>
                </a:lnTo>
                <a:lnTo>
                  <a:pt x="244" y="632"/>
                </a:lnTo>
                <a:lnTo>
                  <a:pt x="244" y="631"/>
                </a:lnTo>
                <a:lnTo>
                  <a:pt x="245" y="630"/>
                </a:lnTo>
                <a:lnTo>
                  <a:pt x="246" y="629"/>
                </a:lnTo>
                <a:lnTo>
                  <a:pt x="247" y="629"/>
                </a:lnTo>
                <a:lnTo>
                  <a:pt x="248" y="629"/>
                </a:lnTo>
                <a:lnTo>
                  <a:pt x="249" y="628"/>
                </a:lnTo>
                <a:lnTo>
                  <a:pt x="250" y="628"/>
                </a:lnTo>
                <a:lnTo>
                  <a:pt x="250" y="627"/>
                </a:lnTo>
                <a:lnTo>
                  <a:pt x="251" y="627"/>
                </a:lnTo>
                <a:lnTo>
                  <a:pt x="252" y="627"/>
                </a:lnTo>
                <a:lnTo>
                  <a:pt x="253" y="627"/>
                </a:lnTo>
                <a:lnTo>
                  <a:pt x="254" y="627"/>
                </a:lnTo>
                <a:lnTo>
                  <a:pt x="255" y="628"/>
                </a:lnTo>
                <a:lnTo>
                  <a:pt x="256" y="628"/>
                </a:lnTo>
                <a:lnTo>
                  <a:pt x="256" y="627"/>
                </a:lnTo>
                <a:lnTo>
                  <a:pt x="257" y="625"/>
                </a:lnTo>
                <a:lnTo>
                  <a:pt x="257" y="624"/>
                </a:lnTo>
                <a:lnTo>
                  <a:pt x="256" y="624"/>
                </a:lnTo>
                <a:lnTo>
                  <a:pt x="257" y="623"/>
                </a:lnTo>
                <a:lnTo>
                  <a:pt x="256" y="622"/>
                </a:lnTo>
                <a:lnTo>
                  <a:pt x="256" y="621"/>
                </a:lnTo>
                <a:lnTo>
                  <a:pt x="256" y="620"/>
                </a:lnTo>
                <a:lnTo>
                  <a:pt x="257" y="620"/>
                </a:lnTo>
                <a:lnTo>
                  <a:pt x="257" y="619"/>
                </a:lnTo>
                <a:lnTo>
                  <a:pt x="258" y="618"/>
                </a:lnTo>
                <a:lnTo>
                  <a:pt x="259" y="617"/>
                </a:lnTo>
                <a:lnTo>
                  <a:pt x="260" y="616"/>
                </a:lnTo>
                <a:lnTo>
                  <a:pt x="261" y="615"/>
                </a:lnTo>
                <a:lnTo>
                  <a:pt x="263" y="615"/>
                </a:lnTo>
                <a:lnTo>
                  <a:pt x="263" y="616"/>
                </a:lnTo>
                <a:lnTo>
                  <a:pt x="264" y="616"/>
                </a:lnTo>
                <a:lnTo>
                  <a:pt x="265" y="615"/>
                </a:lnTo>
                <a:lnTo>
                  <a:pt x="266" y="614"/>
                </a:lnTo>
                <a:lnTo>
                  <a:pt x="268" y="614"/>
                </a:lnTo>
                <a:lnTo>
                  <a:pt x="269" y="615"/>
                </a:lnTo>
                <a:lnTo>
                  <a:pt x="270" y="615"/>
                </a:lnTo>
                <a:lnTo>
                  <a:pt x="273" y="617"/>
                </a:lnTo>
                <a:lnTo>
                  <a:pt x="273" y="619"/>
                </a:lnTo>
                <a:lnTo>
                  <a:pt x="273" y="620"/>
                </a:lnTo>
                <a:lnTo>
                  <a:pt x="272" y="620"/>
                </a:lnTo>
                <a:lnTo>
                  <a:pt x="273" y="621"/>
                </a:lnTo>
                <a:lnTo>
                  <a:pt x="274" y="621"/>
                </a:lnTo>
                <a:lnTo>
                  <a:pt x="275" y="621"/>
                </a:lnTo>
                <a:lnTo>
                  <a:pt x="275" y="620"/>
                </a:lnTo>
                <a:lnTo>
                  <a:pt x="276" y="620"/>
                </a:lnTo>
                <a:lnTo>
                  <a:pt x="276" y="619"/>
                </a:lnTo>
                <a:lnTo>
                  <a:pt x="277" y="619"/>
                </a:lnTo>
                <a:lnTo>
                  <a:pt x="279" y="620"/>
                </a:lnTo>
                <a:lnTo>
                  <a:pt x="280" y="620"/>
                </a:lnTo>
                <a:lnTo>
                  <a:pt x="280" y="621"/>
                </a:lnTo>
                <a:lnTo>
                  <a:pt x="281" y="622"/>
                </a:lnTo>
                <a:lnTo>
                  <a:pt x="282" y="622"/>
                </a:lnTo>
                <a:lnTo>
                  <a:pt x="284" y="622"/>
                </a:lnTo>
                <a:lnTo>
                  <a:pt x="284" y="621"/>
                </a:lnTo>
                <a:lnTo>
                  <a:pt x="285" y="622"/>
                </a:lnTo>
                <a:lnTo>
                  <a:pt x="285" y="623"/>
                </a:lnTo>
                <a:lnTo>
                  <a:pt x="286" y="623"/>
                </a:lnTo>
                <a:lnTo>
                  <a:pt x="287" y="623"/>
                </a:lnTo>
                <a:lnTo>
                  <a:pt x="288" y="622"/>
                </a:lnTo>
                <a:lnTo>
                  <a:pt x="289" y="622"/>
                </a:lnTo>
                <a:lnTo>
                  <a:pt x="290" y="622"/>
                </a:lnTo>
                <a:lnTo>
                  <a:pt x="290" y="623"/>
                </a:lnTo>
                <a:lnTo>
                  <a:pt x="291" y="625"/>
                </a:lnTo>
                <a:lnTo>
                  <a:pt x="291" y="627"/>
                </a:lnTo>
                <a:lnTo>
                  <a:pt x="290" y="627"/>
                </a:lnTo>
                <a:lnTo>
                  <a:pt x="290" y="628"/>
                </a:lnTo>
                <a:lnTo>
                  <a:pt x="289" y="628"/>
                </a:lnTo>
                <a:lnTo>
                  <a:pt x="289" y="629"/>
                </a:lnTo>
                <a:lnTo>
                  <a:pt x="288" y="629"/>
                </a:lnTo>
                <a:lnTo>
                  <a:pt x="288" y="630"/>
                </a:lnTo>
                <a:lnTo>
                  <a:pt x="289" y="630"/>
                </a:lnTo>
                <a:lnTo>
                  <a:pt x="290" y="630"/>
                </a:lnTo>
                <a:lnTo>
                  <a:pt x="290" y="631"/>
                </a:lnTo>
                <a:lnTo>
                  <a:pt x="291" y="631"/>
                </a:lnTo>
                <a:lnTo>
                  <a:pt x="293" y="631"/>
                </a:lnTo>
                <a:lnTo>
                  <a:pt x="293" y="630"/>
                </a:lnTo>
                <a:lnTo>
                  <a:pt x="294" y="629"/>
                </a:lnTo>
                <a:lnTo>
                  <a:pt x="294" y="628"/>
                </a:lnTo>
                <a:lnTo>
                  <a:pt x="295" y="628"/>
                </a:lnTo>
                <a:lnTo>
                  <a:pt x="296" y="628"/>
                </a:lnTo>
                <a:lnTo>
                  <a:pt x="296" y="627"/>
                </a:lnTo>
                <a:lnTo>
                  <a:pt x="295" y="626"/>
                </a:lnTo>
                <a:lnTo>
                  <a:pt x="296" y="626"/>
                </a:lnTo>
                <a:lnTo>
                  <a:pt x="297" y="626"/>
                </a:lnTo>
                <a:lnTo>
                  <a:pt x="297" y="625"/>
                </a:lnTo>
                <a:lnTo>
                  <a:pt x="298" y="624"/>
                </a:lnTo>
                <a:lnTo>
                  <a:pt x="298" y="623"/>
                </a:lnTo>
                <a:lnTo>
                  <a:pt x="299" y="623"/>
                </a:lnTo>
                <a:lnTo>
                  <a:pt x="299" y="624"/>
                </a:lnTo>
                <a:lnTo>
                  <a:pt x="300" y="625"/>
                </a:lnTo>
                <a:lnTo>
                  <a:pt x="301" y="624"/>
                </a:lnTo>
                <a:lnTo>
                  <a:pt x="302" y="623"/>
                </a:lnTo>
                <a:lnTo>
                  <a:pt x="303" y="623"/>
                </a:lnTo>
                <a:lnTo>
                  <a:pt x="304" y="623"/>
                </a:lnTo>
                <a:lnTo>
                  <a:pt x="305" y="623"/>
                </a:lnTo>
                <a:lnTo>
                  <a:pt x="305" y="622"/>
                </a:lnTo>
                <a:lnTo>
                  <a:pt x="305" y="621"/>
                </a:lnTo>
                <a:lnTo>
                  <a:pt x="306" y="620"/>
                </a:lnTo>
                <a:lnTo>
                  <a:pt x="306" y="619"/>
                </a:lnTo>
                <a:lnTo>
                  <a:pt x="305" y="619"/>
                </a:lnTo>
                <a:lnTo>
                  <a:pt x="305" y="618"/>
                </a:lnTo>
                <a:lnTo>
                  <a:pt x="306" y="618"/>
                </a:lnTo>
                <a:lnTo>
                  <a:pt x="307" y="617"/>
                </a:lnTo>
                <a:lnTo>
                  <a:pt x="307" y="616"/>
                </a:lnTo>
                <a:lnTo>
                  <a:pt x="307" y="614"/>
                </a:lnTo>
                <a:lnTo>
                  <a:pt x="308" y="614"/>
                </a:lnTo>
                <a:lnTo>
                  <a:pt x="308" y="615"/>
                </a:lnTo>
                <a:lnTo>
                  <a:pt x="311" y="615"/>
                </a:lnTo>
                <a:lnTo>
                  <a:pt x="311" y="614"/>
                </a:lnTo>
                <a:lnTo>
                  <a:pt x="313" y="612"/>
                </a:lnTo>
                <a:lnTo>
                  <a:pt x="314" y="612"/>
                </a:lnTo>
                <a:lnTo>
                  <a:pt x="314" y="611"/>
                </a:lnTo>
                <a:lnTo>
                  <a:pt x="315" y="609"/>
                </a:lnTo>
                <a:lnTo>
                  <a:pt x="315" y="608"/>
                </a:lnTo>
                <a:lnTo>
                  <a:pt x="316" y="607"/>
                </a:lnTo>
                <a:lnTo>
                  <a:pt x="317" y="607"/>
                </a:lnTo>
                <a:lnTo>
                  <a:pt x="317" y="606"/>
                </a:lnTo>
                <a:lnTo>
                  <a:pt x="318" y="605"/>
                </a:lnTo>
                <a:lnTo>
                  <a:pt x="317" y="605"/>
                </a:lnTo>
                <a:lnTo>
                  <a:pt x="315" y="604"/>
                </a:lnTo>
                <a:lnTo>
                  <a:pt x="315" y="603"/>
                </a:lnTo>
                <a:lnTo>
                  <a:pt x="314" y="603"/>
                </a:lnTo>
                <a:lnTo>
                  <a:pt x="313" y="602"/>
                </a:lnTo>
                <a:lnTo>
                  <a:pt x="313" y="600"/>
                </a:lnTo>
                <a:lnTo>
                  <a:pt x="313" y="599"/>
                </a:lnTo>
                <a:lnTo>
                  <a:pt x="314" y="598"/>
                </a:lnTo>
                <a:lnTo>
                  <a:pt x="315" y="597"/>
                </a:lnTo>
                <a:lnTo>
                  <a:pt x="316" y="597"/>
                </a:lnTo>
                <a:lnTo>
                  <a:pt x="316" y="596"/>
                </a:lnTo>
                <a:lnTo>
                  <a:pt x="318" y="594"/>
                </a:lnTo>
                <a:lnTo>
                  <a:pt x="318" y="592"/>
                </a:lnTo>
                <a:lnTo>
                  <a:pt x="317" y="592"/>
                </a:lnTo>
                <a:lnTo>
                  <a:pt x="318" y="591"/>
                </a:lnTo>
                <a:lnTo>
                  <a:pt x="319" y="590"/>
                </a:lnTo>
                <a:lnTo>
                  <a:pt x="319" y="589"/>
                </a:lnTo>
                <a:lnTo>
                  <a:pt x="320" y="588"/>
                </a:lnTo>
                <a:lnTo>
                  <a:pt x="319" y="587"/>
                </a:lnTo>
                <a:lnTo>
                  <a:pt x="319" y="585"/>
                </a:lnTo>
                <a:lnTo>
                  <a:pt x="319" y="584"/>
                </a:lnTo>
                <a:lnTo>
                  <a:pt x="319" y="583"/>
                </a:lnTo>
                <a:lnTo>
                  <a:pt x="319" y="582"/>
                </a:lnTo>
                <a:lnTo>
                  <a:pt x="319" y="581"/>
                </a:lnTo>
                <a:lnTo>
                  <a:pt x="320" y="581"/>
                </a:lnTo>
                <a:lnTo>
                  <a:pt x="320" y="580"/>
                </a:lnTo>
                <a:lnTo>
                  <a:pt x="320" y="578"/>
                </a:lnTo>
                <a:lnTo>
                  <a:pt x="321" y="578"/>
                </a:lnTo>
                <a:lnTo>
                  <a:pt x="321" y="577"/>
                </a:lnTo>
                <a:lnTo>
                  <a:pt x="321" y="576"/>
                </a:lnTo>
                <a:lnTo>
                  <a:pt x="321" y="575"/>
                </a:lnTo>
                <a:lnTo>
                  <a:pt x="320" y="575"/>
                </a:lnTo>
                <a:lnTo>
                  <a:pt x="319" y="574"/>
                </a:lnTo>
                <a:lnTo>
                  <a:pt x="318" y="573"/>
                </a:lnTo>
                <a:lnTo>
                  <a:pt x="318" y="570"/>
                </a:lnTo>
                <a:lnTo>
                  <a:pt x="317" y="569"/>
                </a:lnTo>
                <a:lnTo>
                  <a:pt x="318" y="568"/>
                </a:lnTo>
                <a:lnTo>
                  <a:pt x="318" y="566"/>
                </a:lnTo>
                <a:lnTo>
                  <a:pt x="317" y="565"/>
                </a:lnTo>
                <a:lnTo>
                  <a:pt x="317" y="564"/>
                </a:lnTo>
                <a:lnTo>
                  <a:pt x="317" y="561"/>
                </a:lnTo>
                <a:lnTo>
                  <a:pt x="316" y="561"/>
                </a:lnTo>
                <a:lnTo>
                  <a:pt x="316" y="560"/>
                </a:lnTo>
                <a:lnTo>
                  <a:pt x="316" y="559"/>
                </a:lnTo>
                <a:lnTo>
                  <a:pt x="317" y="559"/>
                </a:lnTo>
                <a:lnTo>
                  <a:pt x="317" y="558"/>
                </a:lnTo>
                <a:lnTo>
                  <a:pt x="317" y="557"/>
                </a:lnTo>
                <a:lnTo>
                  <a:pt x="318" y="557"/>
                </a:lnTo>
                <a:lnTo>
                  <a:pt x="318" y="558"/>
                </a:lnTo>
                <a:lnTo>
                  <a:pt x="320" y="557"/>
                </a:lnTo>
                <a:lnTo>
                  <a:pt x="320" y="556"/>
                </a:lnTo>
                <a:lnTo>
                  <a:pt x="321" y="556"/>
                </a:lnTo>
                <a:lnTo>
                  <a:pt x="322" y="556"/>
                </a:lnTo>
                <a:lnTo>
                  <a:pt x="323" y="556"/>
                </a:lnTo>
                <a:lnTo>
                  <a:pt x="324" y="556"/>
                </a:lnTo>
                <a:lnTo>
                  <a:pt x="325" y="556"/>
                </a:lnTo>
                <a:lnTo>
                  <a:pt x="326" y="555"/>
                </a:lnTo>
                <a:lnTo>
                  <a:pt x="327" y="555"/>
                </a:lnTo>
                <a:lnTo>
                  <a:pt x="327" y="553"/>
                </a:lnTo>
                <a:lnTo>
                  <a:pt x="327" y="552"/>
                </a:lnTo>
                <a:lnTo>
                  <a:pt x="325" y="550"/>
                </a:lnTo>
                <a:lnTo>
                  <a:pt x="324" y="550"/>
                </a:lnTo>
                <a:lnTo>
                  <a:pt x="324" y="549"/>
                </a:lnTo>
                <a:lnTo>
                  <a:pt x="323" y="548"/>
                </a:lnTo>
                <a:lnTo>
                  <a:pt x="323" y="547"/>
                </a:lnTo>
                <a:lnTo>
                  <a:pt x="323" y="546"/>
                </a:lnTo>
                <a:lnTo>
                  <a:pt x="324" y="546"/>
                </a:lnTo>
                <a:lnTo>
                  <a:pt x="325" y="546"/>
                </a:lnTo>
                <a:lnTo>
                  <a:pt x="325" y="547"/>
                </a:lnTo>
                <a:lnTo>
                  <a:pt x="326" y="547"/>
                </a:lnTo>
                <a:lnTo>
                  <a:pt x="327" y="547"/>
                </a:lnTo>
                <a:lnTo>
                  <a:pt x="327" y="546"/>
                </a:lnTo>
                <a:lnTo>
                  <a:pt x="328" y="546"/>
                </a:lnTo>
                <a:lnTo>
                  <a:pt x="328" y="545"/>
                </a:lnTo>
                <a:lnTo>
                  <a:pt x="328" y="544"/>
                </a:lnTo>
                <a:lnTo>
                  <a:pt x="327" y="543"/>
                </a:lnTo>
                <a:lnTo>
                  <a:pt x="326" y="542"/>
                </a:lnTo>
                <a:lnTo>
                  <a:pt x="325" y="542"/>
                </a:lnTo>
                <a:lnTo>
                  <a:pt x="324" y="543"/>
                </a:lnTo>
                <a:lnTo>
                  <a:pt x="323" y="543"/>
                </a:lnTo>
                <a:lnTo>
                  <a:pt x="322" y="542"/>
                </a:lnTo>
                <a:lnTo>
                  <a:pt x="320" y="542"/>
                </a:lnTo>
                <a:lnTo>
                  <a:pt x="320" y="541"/>
                </a:lnTo>
                <a:lnTo>
                  <a:pt x="320" y="540"/>
                </a:lnTo>
                <a:lnTo>
                  <a:pt x="319" y="540"/>
                </a:lnTo>
                <a:lnTo>
                  <a:pt x="320" y="539"/>
                </a:lnTo>
                <a:lnTo>
                  <a:pt x="319" y="537"/>
                </a:lnTo>
                <a:lnTo>
                  <a:pt x="318" y="537"/>
                </a:lnTo>
                <a:lnTo>
                  <a:pt x="318" y="536"/>
                </a:lnTo>
                <a:lnTo>
                  <a:pt x="317" y="535"/>
                </a:lnTo>
                <a:lnTo>
                  <a:pt x="316" y="535"/>
                </a:lnTo>
                <a:lnTo>
                  <a:pt x="316" y="532"/>
                </a:lnTo>
                <a:lnTo>
                  <a:pt x="316" y="529"/>
                </a:lnTo>
                <a:lnTo>
                  <a:pt x="316" y="528"/>
                </a:lnTo>
                <a:lnTo>
                  <a:pt x="315" y="527"/>
                </a:lnTo>
                <a:lnTo>
                  <a:pt x="314" y="527"/>
                </a:lnTo>
                <a:lnTo>
                  <a:pt x="312" y="526"/>
                </a:lnTo>
                <a:lnTo>
                  <a:pt x="311" y="526"/>
                </a:lnTo>
                <a:lnTo>
                  <a:pt x="311" y="525"/>
                </a:lnTo>
                <a:lnTo>
                  <a:pt x="310" y="524"/>
                </a:lnTo>
                <a:lnTo>
                  <a:pt x="309" y="523"/>
                </a:lnTo>
                <a:lnTo>
                  <a:pt x="309" y="522"/>
                </a:lnTo>
                <a:lnTo>
                  <a:pt x="308" y="522"/>
                </a:lnTo>
                <a:lnTo>
                  <a:pt x="308" y="521"/>
                </a:lnTo>
                <a:lnTo>
                  <a:pt x="307" y="521"/>
                </a:lnTo>
                <a:lnTo>
                  <a:pt x="306" y="521"/>
                </a:lnTo>
                <a:lnTo>
                  <a:pt x="305" y="520"/>
                </a:lnTo>
                <a:lnTo>
                  <a:pt x="306" y="519"/>
                </a:lnTo>
                <a:lnTo>
                  <a:pt x="307" y="519"/>
                </a:lnTo>
                <a:lnTo>
                  <a:pt x="307" y="518"/>
                </a:lnTo>
                <a:lnTo>
                  <a:pt x="308" y="514"/>
                </a:lnTo>
                <a:lnTo>
                  <a:pt x="307" y="513"/>
                </a:lnTo>
                <a:lnTo>
                  <a:pt x="306" y="512"/>
                </a:lnTo>
                <a:lnTo>
                  <a:pt x="305" y="512"/>
                </a:lnTo>
                <a:lnTo>
                  <a:pt x="305" y="513"/>
                </a:lnTo>
                <a:lnTo>
                  <a:pt x="304" y="513"/>
                </a:lnTo>
                <a:lnTo>
                  <a:pt x="303" y="513"/>
                </a:lnTo>
                <a:lnTo>
                  <a:pt x="304" y="512"/>
                </a:lnTo>
                <a:lnTo>
                  <a:pt x="303" y="511"/>
                </a:lnTo>
                <a:lnTo>
                  <a:pt x="302" y="511"/>
                </a:lnTo>
                <a:lnTo>
                  <a:pt x="301" y="510"/>
                </a:lnTo>
                <a:lnTo>
                  <a:pt x="300" y="510"/>
                </a:lnTo>
                <a:lnTo>
                  <a:pt x="300" y="509"/>
                </a:lnTo>
                <a:lnTo>
                  <a:pt x="299" y="507"/>
                </a:lnTo>
                <a:lnTo>
                  <a:pt x="300" y="507"/>
                </a:lnTo>
                <a:lnTo>
                  <a:pt x="300" y="506"/>
                </a:lnTo>
                <a:lnTo>
                  <a:pt x="300" y="505"/>
                </a:lnTo>
                <a:lnTo>
                  <a:pt x="299" y="502"/>
                </a:lnTo>
                <a:lnTo>
                  <a:pt x="299" y="501"/>
                </a:lnTo>
                <a:lnTo>
                  <a:pt x="298" y="500"/>
                </a:lnTo>
                <a:lnTo>
                  <a:pt x="297" y="500"/>
                </a:lnTo>
                <a:lnTo>
                  <a:pt x="296" y="499"/>
                </a:lnTo>
                <a:lnTo>
                  <a:pt x="295" y="498"/>
                </a:lnTo>
                <a:lnTo>
                  <a:pt x="294" y="498"/>
                </a:lnTo>
                <a:lnTo>
                  <a:pt x="293" y="499"/>
                </a:lnTo>
                <a:lnTo>
                  <a:pt x="292" y="499"/>
                </a:lnTo>
                <a:lnTo>
                  <a:pt x="291" y="498"/>
                </a:lnTo>
                <a:lnTo>
                  <a:pt x="290" y="496"/>
                </a:lnTo>
                <a:lnTo>
                  <a:pt x="289" y="495"/>
                </a:lnTo>
                <a:lnTo>
                  <a:pt x="288" y="495"/>
                </a:lnTo>
                <a:lnTo>
                  <a:pt x="287" y="495"/>
                </a:lnTo>
                <a:lnTo>
                  <a:pt x="285" y="496"/>
                </a:lnTo>
                <a:lnTo>
                  <a:pt x="282" y="496"/>
                </a:lnTo>
                <a:lnTo>
                  <a:pt x="281" y="496"/>
                </a:lnTo>
                <a:lnTo>
                  <a:pt x="279" y="496"/>
                </a:lnTo>
                <a:lnTo>
                  <a:pt x="278" y="495"/>
                </a:lnTo>
                <a:lnTo>
                  <a:pt x="275" y="495"/>
                </a:lnTo>
                <a:lnTo>
                  <a:pt x="272" y="497"/>
                </a:lnTo>
                <a:lnTo>
                  <a:pt x="271" y="499"/>
                </a:lnTo>
                <a:lnTo>
                  <a:pt x="270" y="502"/>
                </a:lnTo>
                <a:lnTo>
                  <a:pt x="270" y="503"/>
                </a:lnTo>
                <a:lnTo>
                  <a:pt x="272" y="504"/>
                </a:lnTo>
                <a:lnTo>
                  <a:pt x="273" y="505"/>
                </a:lnTo>
                <a:lnTo>
                  <a:pt x="272" y="506"/>
                </a:lnTo>
                <a:lnTo>
                  <a:pt x="272" y="507"/>
                </a:lnTo>
                <a:lnTo>
                  <a:pt x="271" y="510"/>
                </a:lnTo>
                <a:lnTo>
                  <a:pt x="270" y="511"/>
                </a:lnTo>
                <a:lnTo>
                  <a:pt x="269" y="511"/>
                </a:lnTo>
                <a:lnTo>
                  <a:pt x="269" y="510"/>
                </a:lnTo>
                <a:lnTo>
                  <a:pt x="268" y="510"/>
                </a:lnTo>
                <a:lnTo>
                  <a:pt x="267" y="510"/>
                </a:lnTo>
                <a:lnTo>
                  <a:pt x="266" y="509"/>
                </a:lnTo>
                <a:lnTo>
                  <a:pt x="264" y="509"/>
                </a:lnTo>
                <a:lnTo>
                  <a:pt x="263" y="508"/>
                </a:lnTo>
                <a:lnTo>
                  <a:pt x="262" y="508"/>
                </a:lnTo>
                <a:lnTo>
                  <a:pt x="261" y="508"/>
                </a:lnTo>
                <a:lnTo>
                  <a:pt x="262" y="509"/>
                </a:lnTo>
                <a:lnTo>
                  <a:pt x="261" y="510"/>
                </a:lnTo>
                <a:lnTo>
                  <a:pt x="261" y="511"/>
                </a:lnTo>
                <a:lnTo>
                  <a:pt x="261" y="512"/>
                </a:lnTo>
                <a:lnTo>
                  <a:pt x="260" y="513"/>
                </a:lnTo>
                <a:lnTo>
                  <a:pt x="259" y="513"/>
                </a:lnTo>
                <a:lnTo>
                  <a:pt x="258" y="514"/>
                </a:lnTo>
                <a:lnTo>
                  <a:pt x="257" y="513"/>
                </a:lnTo>
                <a:lnTo>
                  <a:pt x="255" y="514"/>
                </a:lnTo>
                <a:lnTo>
                  <a:pt x="253" y="514"/>
                </a:lnTo>
                <a:lnTo>
                  <a:pt x="252" y="515"/>
                </a:lnTo>
                <a:lnTo>
                  <a:pt x="252" y="514"/>
                </a:lnTo>
                <a:lnTo>
                  <a:pt x="251" y="514"/>
                </a:lnTo>
                <a:lnTo>
                  <a:pt x="250" y="513"/>
                </a:lnTo>
                <a:lnTo>
                  <a:pt x="250" y="512"/>
                </a:lnTo>
                <a:lnTo>
                  <a:pt x="250" y="511"/>
                </a:lnTo>
                <a:lnTo>
                  <a:pt x="252" y="510"/>
                </a:lnTo>
                <a:lnTo>
                  <a:pt x="252" y="509"/>
                </a:lnTo>
                <a:lnTo>
                  <a:pt x="252" y="508"/>
                </a:lnTo>
                <a:lnTo>
                  <a:pt x="251" y="506"/>
                </a:lnTo>
                <a:lnTo>
                  <a:pt x="250" y="506"/>
                </a:lnTo>
                <a:lnTo>
                  <a:pt x="248" y="506"/>
                </a:lnTo>
                <a:lnTo>
                  <a:pt x="247" y="506"/>
                </a:lnTo>
                <a:lnTo>
                  <a:pt x="245" y="505"/>
                </a:lnTo>
                <a:lnTo>
                  <a:pt x="244" y="505"/>
                </a:lnTo>
                <a:lnTo>
                  <a:pt x="243" y="506"/>
                </a:lnTo>
                <a:lnTo>
                  <a:pt x="242" y="508"/>
                </a:lnTo>
                <a:lnTo>
                  <a:pt x="241" y="508"/>
                </a:lnTo>
                <a:lnTo>
                  <a:pt x="240" y="508"/>
                </a:lnTo>
                <a:lnTo>
                  <a:pt x="239" y="508"/>
                </a:lnTo>
                <a:lnTo>
                  <a:pt x="239" y="507"/>
                </a:lnTo>
                <a:lnTo>
                  <a:pt x="239" y="508"/>
                </a:lnTo>
                <a:lnTo>
                  <a:pt x="239" y="507"/>
                </a:lnTo>
                <a:lnTo>
                  <a:pt x="238" y="507"/>
                </a:lnTo>
                <a:lnTo>
                  <a:pt x="237" y="508"/>
                </a:lnTo>
                <a:lnTo>
                  <a:pt x="236" y="507"/>
                </a:lnTo>
                <a:lnTo>
                  <a:pt x="235" y="507"/>
                </a:lnTo>
                <a:lnTo>
                  <a:pt x="235" y="506"/>
                </a:lnTo>
                <a:lnTo>
                  <a:pt x="235" y="507"/>
                </a:lnTo>
                <a:lnTo>
                  <a:pt x="234" y="507"/>
                </a:lnTo>
                <a:lnTo>
                  <a:pt x="233" y="507"/>
                </a:lnTo>
                <a:lnTo>
                  <a:pt x="232" y="509"/>
                </a:lnTo>
                <a:lnTo>
                  <a:pt x="231" y="510"/>
                </a:lnTo>
                <a:lnTo>
                  <a:pt x="230" y="511"/>
                </a:lnTo>
                <a:lnTo>
                  <a:pt x="229" y="512"/>
                </a:lnTo>
                <a:lnTo>
                  <a:pt x="228" y="512"/>
                </a:lnTo>
                <a:lnTo>
                  <a:pt x="227" y="512"/>
                </a:lnTo>
                <a:lnTo>
                  <a:pt x="226" y="512"/>
                </a:lnTo>
                <a:lnTo>
                  <a:pt x="225" y="512"/>
                </a:lnTo>
                <a:lnTo>
                  <a:pt x="225" y="513"/>
                </a:lnTo>
                <a:lnTo>
                  <a:pt x="224" y="514"/>
                </a:lnTo>
                <a:lnTo>
                  <a:pt x="224" y="513"/>
                </a:lnTo>
                <a:lnTo>
                  <a:pt x="223" y="512"/>
                </a:lnTo>
                <a:lnTo>
                  <a:pt x="222" y="509"/>
                </a:lnTo>
                <a:lnTo>
                  <a:pt x="222" y="508"/>
                </a:lnTo>
                <a:lnTo>
                  <a:pt x="223" y="507"/>
                </a:lnTo>
                <a:lnTo>
                  <a:pt x="223" y="506"/>
                </a:lnTo>
                <a:lnTo>
                  <a:pt x="222" y="505"/>
                </a:lnTo>
                <a:lnTo>
                  <a:pt x="222" y="504"/>
                </a:lnTo>
                <a:lnTo>
                  <a:pt x="223" y="504"/>
                </a:lnTo>
                <a:lnTo>
                  <a:pt x="223" y="503"/>
                </a:lnTo>
                <a:lnTo>
                  <a:pt x="223" y="502"/>
                </a:lnTo>
                <a:lnTo>
                  <a:pt x="222" y="502"/>
                </a:lnTo>
                <a:lnTo>
                  <a:pt x="221" y="502"/>
                </a:lnTo>
                <a:lnTo>
                  <a:pt x="221" y="501"/>
                </a:lnTo>
                <a:lnTo>
                  <a:pt x="221" y="500"/>
                </a:lnTo>
                <a:lnTo>
                  <a:pt x="222" y="500"/>
                </a:lnTo>
                <a:lnTo>
                  <a:pt x="222" y="499"/>
                </a:lnTo>
                <a:lnTo>
                  <a:pt x="221" y="499"/>
                </a:lnTo>
                <a:lnTo>
                  <a:pt x="220" y="499"/>
                </a:lnTo>
                <a:lnTo>
                  <a:pt x="220" y="498"/>
                </a:lnTo>
                <a:lnTo>
                  <a:pt x="220" y="497"/>
                </a:lnTo>
                <a:lnTo>
                  <a:pt x="220" y="496"/>
                </a:lnTo>
                <a:lnTo>
                  <a:pt x="220" y="494"/>
                </a:lnTo>
                <a:lnTo>
                  <a:pt x="218" y="492"/>
                </a:lnTo>
                <a:lnTo>
                  <a:pt x="217" y="492"/>
                </a:lnTo>
                <a:lnTo>
                  <a:pt x="216" y="492"/>
                </a:lnTo>
                <a:lnTo>
                  <a:pt x="215" y="492"/>
                </a:lnTo>
                <a:lnTo>
                  <a:pt x="215" y="491"/>
                </a:lnTo>
                <a:lnTo>
                  <a:pt x="214" y="492"/>
                </a:lnTo>
                <a:lnTo>
                  <a:pt x="213" y="493"/>
                </a:lnTo>
                <a:lnTo>
                  <a:pt x="212" y="493"/>
                </a:lnTo>
                <a:lnTo>
                  <a:pt x="211" y="493"/>
                </a:lnTo>
                <a:lnTo>
                  <a:pt x="209" y="493"/>
                </a:lnTo>
                <a:lnTo>
                  <a:pt x="208" y="493"/>
                </a:lnTo>
                <a:lnTo>
                  <a:pt x="207" y="493"/>
                </a:lnTo>
                <a:lnTo>
                  <a:pt x="207" y="494"/>
                </a:lnTo>
                <a:lnTo>
                  <a:pt x="205" y="495"/>
                </a:lnTo>
                <a:lnTo>
                  <a:pt x="205" y="494"/>
                </a:lnTo>
                <a:lnTo>
                  <a:pt x="204" y="494"/>
                </a:lnTo>
                <a:lnTo>
                  <a:pt x="203" y="494"/>
                </a:lnTo>
                <a:lnTo>
                  <a:pt x="202" y="493"/>
                </a:lnTo>
                <a:lnTo>
                  <a:pt x="201" y="494"/>
                </a:lnTo>
                <a:lnTo>
                  <a:pt x="201" y="495"/>
                </a:lnTo>
                <a:lnTo>
                  <a:pt x="202" y="496"/>
                </a:lnTo>
                <a:lnTo>
                  <a:pt x="202" y="497"/>
                </a:lnTo>
                <a:lnTo>
                  <a:pt x="201" y="498"/>
                </a:lnTo>
                <a:lnTo>
                  <a:pt x="200" y="498"/>
                </a:lnTo>
                <a:lnTo>
                  <a:pt x="200" y="499"/>
                </a:lnTo>
                <a:lnTo>
                  <a:pt x="199" y="500"/>
                </a:lnTo>
                <a:lnTo>
                  <a:pt x="199" y="502"/>
                </a:lnTo>
                <a:lnTo>
                  <a:pt x="199" y="503"/>
                </a:lnTo>
                <a:lnTo>
                  <a:pt x="199" y="504"/>
                </a:lnTo>
                <a:lnTo>
                  <a:pt x="199" y="506"/>
                </a:lnTo>
                <a:lnTo>
                  <a:pt x="198" y="506"/>
                </a:lnTo>
                <a:lnTo>
                  <a:pt x="198" y="507"/>
                </a:lnTo>
                <a:lnTo>
                  <a:pt x="197" y="509"/>
                </a:lnTo>
                <a:lnTo>
                  <a:pt x="197" y="510"/>
                </a:lnTo>
                <a:lnTo>
                  <a:pt x="197" y="511"/>
                </a:lnTo>
                <a:lnTo>
                  <a:pt x="198" y="512"/>
                </a:lnTo>
                <a:lnTo>
                  <a:pt x="198" y="513"/>
                </a:lnTo>
                <a:lnTo>
                  <a:pt x="198" y="514"/>
                </a:lnTo>
                <a:lnTo>
                  <a:pt x="198" y="515"/>
                </a:lnTo>
                <a:lnTo>
                  <a:pt x="196" y="515"/>
                </a:lnTo>
                <a:lnTo>
                  <a:pt x="195" y="516"/>
                </a:lnTo>
                <a:lnTo>
                  <a:pt x="194" y="516"/>
                </a:lnTo>
                <a:lnTo>
                  <a:pt x="193" y="516"/>
                </a:lnTo>
                <a:lnTo>
                  <a:pt x="191" y="515"/>
                </a:lnTo>
                <a:lnTo>
                  <a:pt x="190" y="515"/>
                </a:lnTo>
                <a:lnTo>
                  <a:pt x="189" y="514"/>
                </a:lnTo>
                <a:lnTo>
                  <a:pt x="188" y="514"/>
                </a:lnTo>
                <a:lnTo>
                  <a:pt x="187" y="514"/>
                </a:lnTo>
                <a:lnTo>
                  <a:pt x="186" y="514"/>
                </a:lnTo>
                <a:lnTo>
                  <a:pt x="185" y="513"/>
                </a:lnTo>
                <a:lnTo>
                  <a:pt x="184" y="513"/>
                </a:lnTo>
                <a:lnTo>
                  <a:pt x="183" y="513"/>
                </a:lnTo>
                <a:lnTo>
                  <a:pt x="183" y="514"/>
                </a:lnTo>
                <a:lnTo>
                  <a:pt x="182" y="514"/>
                </a:lnTo>
                <a:lnTo>
                  <a:pt x="181" y="514"/>
                </a:lnTo>
                <a:lnTo>
                  <a:pt x="180" y="514"/>
                </a:lnTo>
                <a:lnTo>
                  <a:pt x="179" y="513"/>
                </a:lnTo>
                <a:lnTo>
                  <a:pt x="179" y="512"/>
                </a:lnTo>
                <a:lnTo>
                  <a:pt x="178" y="512"/>
                </a:lnTo>
                <a:lnTo>
                  <a:pt x="178" y="511"/>
                </a:lnTo>
                <a:lnTo>
                  <a:pt x="178" y="510"/>
                </a:lnTo>
                <a:lnTo>
                  <a:pt x="177" y="510"/>
                </a:lnTo>
                <a:lnTo>
                  <a:pt x="177" y="509"/>
                </a:lnTo>
                <a:lnTo>
                  <a:pt x="177" y="508"/>
                </a:lnTo>
                <a:lnTo>
                  <a:pt x="177" y="507"/>
                </a:lnTo>
                <a:lnTo>
                  <a:pt x="176" y="507"/>
                </a:lnTo>
                <a:lnTo>
                  <a:pt x="175" y="507"/>
                </a:lnTo>
                <a:lnTo>
                  <a:pt x="174" y="506"/>
                </a:lnTo>
                <a:lnTo>
                  <a:pt x="173" y="505"/>
                </a:lnTo>
                <a:lnTo>
                  <a:pt x="173" y="504"/>
                </a:lnTo>
                <a:lnTo>
                  <a:pt x="172" y="504"/>
                </a:lnTo>
                <a:lnTo>
                  <a:pt x="171" y="504"/>
                </a:lnTo>
                <a:lnTo>
                  <a:pt x="170" y="504"/>
                </a:lnTo>
                <a:lnTo>
                  <a:pt x="170" y="503"/>
                </a:lnTo>
                <a:lnTo>
                  <a:pt x="169" y="503"/>
                </a:lnTo>
                <a:lnTo>
                  <a:pt x="168" y="503"/>
                </a:lnTo>
                <a:lnTo>
                  <a:pt x="167" y="502"/>
                </a:lnTo>
                <a:lnTo>
                  <a:pt x="167" y="501"/>
                </a:lnTo>
                <a:lnTo>
                  <a:pt x="166" y="501"/>
                </a:lnTo>
                <a:lnTo>
                  <a:pt x="166" y="500"/>
                </a:lnTo>
                <a:lnTo>
                  <a:pt x="166" y="501"/>
                </a:lnTo>
                <a:lnTo>
                  <a:pt x="165" y="501"/>
                </a:lnTo>
                <a:lnTo>
                  <a:pt x="164" y="501"/>
                </a:lnTo>
                <a:lnTo>
                  <a:pt x="164" y="500"/>
                </a:lnTo>
                <a:lnTo>
                  <a:pt x="164" y="499"/>
                </a:lnTo>
                <a:lnTo>
                  <a:pt x="164" y="498"/>
                </a:lnTo>
                <a:lnTo>
                  <a:pt x="164" y="497"/>
                </a:lnTo>
                <a:lnTo>
                  <a:pt x="163" y="497"/>
                </a:lnTo>
                <a:lnTo>
                  <a:pt x="162" y="496"/>
                </a:lnTo>
                <a:lnTo>
                  <a:pt x="161" y="496"/>
                </a:lnTo>
                <a:lnTo>
                  <a:pt x="160" y="496"/>
                </a:lnTo>
                <a:lnTo>
                  <a:pt x="160" y="497"/>
                </a:lnTo>
                <a:lnTo>
                  <a:pt x="159" y="497"/>
                </a:lnTo>
                <a:lnTo>
                  <a:pt x="158" y="497"/>
                </a:lnTo>
                <a:lnTo>
                  <a:pt x="157" y="497"/>
                </a:lnTo>
                <a:lnTo>
                  <a:pt x="157" y="498"/>
                </a:lnTo>
                <a:lnTo>
                  <a:pt x="156" y="498"/>
                </a:lnTo>
                <a:lnTo>
                  <a:pt x="156" y="500"/>
                </a:lnTo>
                <a:lnTo>
                  <a:pt x="155" y="500"/>
                </a:lnTo>
                <a:lnTo>
                  <a:pt x="154" y="499"/>
                </a:lnTo>
                <a:lnTo>
                  <a:pt x="153" y="500"/>
                </a:lnTo>
                <a:lnTo>
                  <a:pt x="153" y="501"/>
                </a:lnTo>
                <a:lnTo>
                  <a:pt x="154" y="501"/>
                </a:lnTo>
                <a:lnTo>
                  <a:pt x="155" y="502"/>
                </a:lnTo>
                <a:lnTo>
                  <a:pt x="156" y="503"/>
                </a:lnTo>
                <a:lnTo>
                  <a:pt x="157" y="503"/>
                </a:lnTo>
                <a:lnTo>
                  <a:pt x="157" y="504"/>
                </a:lnTo>
                <a:lnTo>
                  <a:pt x="157" y="505"/>
                </a:lnTo>
                <a:lnTo>
                  <a:pt x="156" y="506"/>
                </a:lnTo>
                <a:lnTo>
                  <a:pt x="156" y="507"/>
                </a:lnTo>
                <a:lnTo>
                  <a:pt x="155" y="507"/>
                </a:lnTo>
                <a:lnTo>
                  <a:pt x="154" y="507"/>
                </a:lnTo>
                <a:lnTo>
                  <a:pt x="153" y="507"/>
                </a:lnTo>
                <a:lnTo>
                  <a:pt x="152" y="507"/>
                </a:lnTo>
                <a:lnTo>
                  <a:pt x="151" y="507"/>
                </a:lnTo>
                <a:lnTo>
                  <a:pt x="151" y="508"/>
                </a:lnTo>
                <a:lnTo>
                  <a:pt x="150" y="507"/>
                </a:lnTo>
                <a:lnTo>
                  <a:pt x="149" y="506"/>
                </a:lnTo>
                <a:lnTo>
                  <a:pt x="148" y="505"/>
                </a:lnTo>
                <a:lnTo>
                  <a:pt x="147" y="505"/>
                </a:lnTo>
                <a:lnTo>
                  <a:pt x="146" y="504"/>
                </a:lnTo>
                <a:lnTo>
                  <a:pt x="145" y="502"/>
                </a:lnTo>
                <a:lnTo>
                  <a:pt x="142" y="501"/>
                </a:lnTo>
                <a:lnTo>
                  <a:pt x="140" y="499"/>
                </a:lnTo>
                <a:lnTo>
                  <a:pt x="139" y="497"/>
                </a:lnTo>
                <a:lnTo>
                  <a:pt x="139" y="496"/>
                </a:lnTo>
                <a:lnTo>
                  <a:pt x="139" y="495"/>
                </a:lnTo>
                <a:lnTo>
                  <a:pt x="138" y="494"/>
                </a:lnTo>
                <a:lnTo>
                  <a:pt x="137" y="494"/>
                </a:lnTo>
                <a:lnTo>
                  <a:pt x="136" y="492"/>
                </a:lnTo>
                <a:lnTo>
                  <a:pt x="136" y="491"/>
                </a:lnTo>
                <a:lnTo>
                  <a:pt x="137" y="491"/>
                </a:lnTo>
                <a:lnTo>
                  <a:pt x="137" y="490"/>
                </a:lnTo>
                <a:lnTo>
                  <a:pt x="136" y="490"/>
                </a:lnTo>
                <a:lnTo>
                  <a:pt x="136" y="489"/>
                </a:lnTo>
                <a:lnTo>
                  <a:pt x="136" y="488"/>
                </a:lnTo>
                <a:lnTo>
                  <a:pt x="137" y="487"/>
                </a:lnTo>
                <a:lnTo>
                  <a:pt x="137" y="486"/>
                </a:lnTo>
                <a:lnTo>
                  <a:pt x="138" y="486"/>
                </a:lnTo>
                <a:lnTo>
                  <a:pt x="139" y="486"/>
                </a:lnTo>
                <a:lnTo>
                  <a:pt x="140" y="487"/>
                </a:lnTo>
                <a:lnTo>
                  <a:pt x="140" y="486"/>
                </a:lnTo>
                <a:lnTo>
                  <a:pt x="141" y="486"/>
                </a:lnTo>
                <a:lnTo>
                  <a:pt x="142" y="486"/>
                </a:lnTo>
                <a:lnTo>
                  <a:pt x="142" y="488"/>
                </a:lnTo>
                <a:lnTo>
                  <a:pt x="143" y="487"/>
                </a:lnTo>
                <a:lnTo>
                  <a:pt x="144" y="487"/>
                </a:lnTo>
                <a:lnTo>
                  <a:pt x="145" y="487"/>
                </a:lnTo>
                <a:lnTo>
                  <a:pt x="145" y="486"/>
                </a:lnTo>
                <a:lnTo>
                  <a:pt x="145" y="485"/>
                </a:lnTo>
                <a:lnTo>
                  <a:pt x="145" y="484"/>
                </a:lnTo>
                <a:lnTo>
                  <a:pt x="146" y="484"/>
                </a:lnTo>
                <a:lnTo>
                  <a:pt x="147" y="483"/>
                </a:lnTo>
                <a:lnTo>
                  <a:pt x="147" y="481"/>
                </a:lnTo>
                <a:lnTo>
                  <a:pt x="148" y="480"/>
                </a:lnTo>
                <a:lnTo>
                  <a:pt x="148" y="479"/>
                </a:lnTo>
                <a:lnTo>
                  <a:pt x="148" y="478"/>
                </a:lnTo>
                <a:lnTo>
                  <a:pt x="148" y="477"/>
                </a:lnTo>
                <a:lnTo>
                  <a:pt x="147" y="477"/>
                </a:lnTo>
                <a:lnTo>
                  <a:pt x="147" y="478"/>
                </a:lnTo>
                <a:lnTo>
                  <a:pt x="146" y="477"/>
                </a:lnTo>
                <a:lnTo>
                  <a:pt x="146" y="476"/>
                </a:lnTo>
                <a:lnTo>
                  <a:pt x="146" y="475"/>
                </a:lnTo>
                <a:lnTo>
                  <a:pt x="145" y="475"/>
                </a:lnTo>
                <a:lnTo>
                  <a:pt x="144" y="476"/>
                </a:lnTo>
                <a:lnTo>
                  <a:pt x="144" y="475"/>
                </a:lnTo>
                <a:lnTo>
                  <a:pt x="144" y="476"/>
                </a:lnTo>
                <a:lnTo>
                  <a:pt x="143" y="476"/>
                </a:lnTo>
                <a:lnTo>
                  <a:pt x="143" y="477"/>
                </a:lnTo>
                <a:lnTo>
                  <a:pt x="142" y="476"/>
                </a:lnTo>
                <a:lnTo>
                  <a:pt x="142" y="475"/>
                </a:lnTo>
                <a:lnTo>
                  <a:pt x="141" y="474"/>
                </a:lnTo>
                <a:lnTo>
                  <a:pt x="141" y="473"/>
                </a:lnTo>
                <a:lnTo>
                  <a:pt x="141" y="471"/>
                </a:lnTo>
                <a:lnTo>
                  <a:pt x="140" y="471"/>
                </a:lnTo>
                <a:lnTo>
                  <a:pt x="140" y="469"/>
                </a:lnTo>
                <a:lnTo>
                  <a:pt x="140" y="468"/>
                </a:lnTo>
                <a:lnTo>
                  <a:pt x="139" y="468"/>
                </a:lnTo>
                <a:lnTo>
                  <a:pt x="137" y="469"/>
                </a:lnTo>
                <a:lnTo>
                  <a:pt x="136" y="469"/>
                </a:lnTo>
                <a:lnTo>
                  <a:pt x="136" y="468"/>
                </a:lnTo>
                <a:lnTo>
                  <a:pt x="137" y="467"/>
                </a:lnTo>
                <a:lnTo>
                  <a:pt x="136" y="466"/>
                </a:lnTo>
                <a:lnTo>
                  <a:pt x="134" y="464"/>
                </a:lnTo>
                <a:lnTo>
                  <a:pt x="134" y="463"/>
                </a:lnTo>
                <a:lnTo>
                  <a:pt x="133" y="463"/>
                </a:lnTo>
                <a:lnTo>
                  <a:pt x="132" y="463"/>
                </a:lnTo>
                <a:lnTo>
                  <a:pt x="133" y="462"/>
                </a:lnTo>
                <a:lnTo>
                  <a:pt x="133" y="461"/>
                </a:lnTo>
                <a:lnTo>
                  <a:pt x="134" y="461"/>
                </a:lnTo>
                <a:lnTo>
                  <a:pt x="134" y="462"/>
                </a:lnTo>
                <a:lnTo>
                  <a:pt x="135" y="462"/>
                </a:lnTo>
                <a:lnTo>
                  <a:pt x="136" y="462"/>
                </a:lnTo>
                <a:lnTo>
                  <a:pt x="136" y="461"/>
                </a:lnTo>
                <a:lnTo>
                  <a:pt x="136" y="460"/>
                </a:lnTo>
                <a:lnTo>
                  <a:pt x="135" y="460"/>
                </a:lnTo>
                <a:lnTo>
                  <a:pt x="134" y="459"/>
                </a:lnTo>
                <a:lnTo>
                  <a:pt x="135" y="457"/>
                </a:lnTo>
                <a:lnTo>
                  <a:pt x="136" y="457"/>
                </a:lnTo>
                <a:lnTo>
                  <a:pt x="136" y="456"/>
                </a:lnTo>
                <a:lnTo>
                  <a:pt x="139" y="454"/>
                </a:lnTo>
                <a:lnTo>
                  <a:pt x="140" y="453"/>
                </a:lnTo>
                <a:lnTo>
                  <a:pt x="139" y="452"/>
                </a:lnTo>
                <a:lnTo>
                  <a:pt x="138" y="451"/>
                </a:lnTo>
                <a:lnTo>
                  <a:pt x="136" y="451"/>
                </a:lnTo>
                <a:lnTo>
                  <a:pt x="135" y="450"/>
                </a:lnTo>
                <a:lnTo>
                  <a:pt x="134" y="450"/>
                </a:lnTo>
                <a:lnTo>
                  <a:pt x="134" y="449"/>
                </a:lnTo>
                <a:lnTo>
                  <a:pt x="133" y="448"/>
                </a:lnTo>
                <a:lnTo>
                  <a:pt x="131" y="447"/>
                </a:lnTo>
                <a:lnTo>
                  <a:pt x="130" y="446"/>
                </a:lnTo>
                <a:lnTo>
                  <a:pt x="130" y="445"/>
                </a:lnTo>
                <a:lnTo>
                  <a:pt x="129" y="445"/>
                </a:lnTo>
                <a:lnTo>
                  <a:pt x="128" y="445"/>
                </a:lnTo>
                <a:lnTo>
                  <a:pt x="127" y="445"/>
                </a:lnTo>
                <a:lnTo>
                  <a:pt x="126" y="445"/>
                </a:lnTo>
                <a:lnTo>
                  <a:pt x="125" y="445"/>
                </a:lnTo>
                <a:lnTo>
                  <a:pt x="124" y="446"/>
                </a:lnTo>
                <a:lnTo>
                  <a:pt x="123" y="446"/>
                </a:lnTo>
                <a:lnTo>
                  <a:pt x="123" y="444"/>
                </a:lnTo>
                <a:lnTo>
                  <a:pt x="123" y="443"/>
                </a:lnTo>
                <a:lnTo>
                  <a:pt x="122" y="443"/>
                </a:lnTo>
                <a:lnTo>
                  <a:pt x="121" y="443"/>
                </a:lnTo>
                <a:lnTo>
                  <a:pt x="121" y="442"/>
                </a:lnTo>
                <a:lnTo>
                  <a:pt x="121" y="441"/>
                </a:lnTo>
                <a:lnTo>
                  <a:pt x="122" y="441"/>
                </a:lnTo>
                <a:lnTo>
                  <a:pt x="123" y="440"/>
                </a:lnTo>
                <a:lnTo>
                  <a:pt x="123" y="439"/>
                </a:lnTo>
                <a:lnTo>
                  <a:pt x="122" y="439"/>
                </a:lnTo>
                <a:lnTo>
                  <a:pt x="121" y="439"/>
                </a:lnTo>
                <a:lnTo>
                  <a:pt x="121" y="438"/>
                </a:lnTo>
                <a:lnTo>
                  <a:pt x="122" y="438"/>
                </a:lnTo>
                <a:lnTo>
                  <a:pt x="122" y="437"/>
                </a:lnTo>
                <a:lnTo>
                  <a:pt x="123" y="437"/>
                </a:lnTo>
                <a:lnTo>
                  <a:pt x="123" y="436"/>
                </a:lnTo>
                <a:lnTo>
                  <a:pt x="122" y="436"/>
                </a:lnTo>
                <a:lnTo>
                  <a:pt x="121" y="436"/>
                </a:lnTo>
                <a:lnTo>
                  <a:pt x="121" y="435"/>
                </a:lnTo>
                <a:lnTo>
                  <a:pt x="120" y="435"/>
                </a:lnTo>
                <a:lnTo>
                  <a:pt x="118" y="434"/>
                </a:lnTo>
                <a:lnTo>
                  <a:pt x="117" y="433"/>
                </a:lnTo>
                <a:lnTo>
                  <a:pt x="116" y="433"/>
                </a:lnTo>
                <a:lnTo>
                  <a:pt x="115" y="432"/>
                </a:lnTo>
                <a:lnTo>
                  <a:pt x="115" y="433"/>
                </a:lnTo>
                <a:lnTo>
                  <a:pt x="114" y="433"/>
                </a:lnTo>
                <a:lnTo>
                  <a:pt x="113" y="433"/>
                </a:lnTo>
                <a:lnTo>
                  <a:pt x="113" y="432"/>
                </a:lnTo>
                <a:lnTo>
                  <a:pt x="112" y="432"/>
                </a:lnTo>
                <a:lnTo>
                  <a:pt x="113" y="431"/>
                </a:lnTo>
                <a:lnTo>
                  <a:pt x="112" y="430"/>
                </a:lnTo>
                <a:lnTo>
                  <a:pt x="111" y="430"/>
                </a:lnTo>
                <a:lnTo>
                  <a:pt x="110" y="430"/>
                </a:lnTo>
                <a:lnTo>
                  <a:pt x="109" y="431"/>
                </a:lnTo>
                <a:lnTo>
                  <a:pt x="108" y="431"/>
                </a:lnTo>
                <a:lnTo>
                  <a:pt x="107" y="431"/>
                </a:lnTo>
                <a:lnTo>
                  <a:pt x="107" y="432"/>
                </a:lnTo>
                <a:lnTo>
                  <a:pt x="106" y="432"/>
                </a:lnTo>
                <a:lnTo>
                  <a:pt x="103" y="432"/>
                </a:lnTo>
                <a:lnTo>
                  <a:pt x="102" y="433"/>
                </a:lnTo>
                <a:lnTo>
                  <a:pt x="101" y="433"/>
                </a:lnTo>
                <a:lnTo>
                  <a:pt x="100" y="434"/>
                </a:lnTo>
                <a:lnTo>
                  <a:pt x="100" y="435"/>
                </a:lnTo>
                <a:lnTo>
                  <a:pt x="98" y="437"/>
                </a:lnTo>
                <a:lnTo>
                  <a:pt x="96" y="437"/>
                </a:lnTo>
                <a:lnTo>
                  <a:pt x="95" y="437"/>
                </a:lnTo>
                <a:lnTo>
                  <a:pt x="94" y="437"/>
                </a:lnTo>
                <a:lnTo>
                  <a:pt x="92" y="437"/>
                </a:lnTo>
                <a:lnTo>
                  <a:pt x="91" y="437"/>
                </a:lnTo>
                <a:lnTo>
                  <a:pt x="90" y="437"/>
                </a:lnTo>
                <a:lnTo>
                  <a:pt x="89" y="437"/>
                </a:lnTo>
                <a:lnTo>
                  <a:pt x="88" y="437"/>
                </a:lnTo>
                <a:lnTo>
                  <a:pt x="89" y="437"/>
                </a:lnTo>
                <a:lnTo>
                  <a:pt x="89" y="436"/>
                </a:lnTo>
                <a:lnTo>
                  <a:pt x="88" y="435"/>
                </a:lnTo>
                <a:lnTo>
                  <a:pt x="87" y="434"/>
                </a:lnTo>
                <a:lnTo>
                  <a:pt x="86" y="434"/>
                </a:lnTo>
                <a:lnTo>
                  <a:pt x="84" y="433"/>
                </a:lnTo>
                <a:lnTo>
                  <a:pt x="82" y="433"/>
                </a:lnTo>
                <a:lnTo>
                  <a:pt x="81" y="432"/>
                </a:lnTo>
                <a:lnTo>
                  <a:pt x="80" y="432"/>
                </a:lnTo>
                <a:lnTo>
                  <a:pt x="79" y="432"/>
                </a:lnTo>
                <a:lnTo>
                  <a:pt x="78" y="432"/>
                </a:lnTo>
                <a:lnTo>
                  <a:pt x="77" y="432"/>
                </a:lnTo>
                <a:lnTo>
                  <a:pt x="77" y="431"/>
                </a:lnTo>
                <a:lnTo>
                  <a:pt x="76" y="431"/>
                </a:lnTo>
                <a:lnTo>
                  <a:pt x="75" y="431"/>
                </a:lnTo>
                <a:lnTo>
                  <a:pt x="74" y="431"/>
                </a:lnTo>
                <a:lnTo>
                  <a:pt x="74" y="430"/>
                </a:lnTo>
                <a:lnTo>
                  <a:pt x="74" y="429"/>
                </a:lnTo>
                <a:lnTo>
                  <a:pt x="72" y="429"/>
                </a:lnTo>
                <a:lnTo>
                  <a:pt x="71" y="430"/>
                </a:lnTo>
                <a:lnTo>
                  <a:pt x="69" y="431"/>
                </a:lnTo>
                <a:lnTo>
                  <a:pt x="68" y="431"/>
                </a:lnTo>
                <a:lnTo>
                  <a:pt x="67" y="431"/>
                </a:lnTo>
                <a:lnTo>
                  <a:pt x="66" y="430"/>
                </a:lnTo>
                <a:lnTo>
                  <a:pt x="64" y="430"/>
                </a:lnTo>
                <a:lnTo>
                  <a:pt x="63" y="430"/>
                </a:lnTo>
                <a:lnTo>
                  <a:pt x="62" y="430"/>
                </a:lnTo>
                <a:lnTo>
                  <a:pt x="61" y="430"/>
                </a:lnTo>
                <a:lnTo>
                  <a:pt x="60" y="429"/>
                </a:lnTo>
                <a:lnTo>
                  <a:pt x="60" y="428"/>
                </a:lnTo>
                <a:lnTo>
                  <a:pt x="60" y="427"/>
                </a:lnTo>
                <a:lnTo>
                  <a:pt x="59" y="427"/>
                </a:lnTo>
                <a:lnTo>
                  <a:pt x="58" y="427"/>
                </a:lnTo>
                <a:lnTo>
                  <a:pt x="57" y="427"/>
                </a:lnTo>
                <a:lnTo>
                  <a:pt x="56" y="427"/>
                </a:lnTo>
                <a:lnTo>
                  <a:pt x="56" y="431"/>
                </a:lnTo>
                <a:lnTo>
                  <a:pt x="55" y="431"/>
                </a:lnTo>
                <a:lnTo>
                  <a:pt x="53" y="430"/>
                </a:lnTo>
                <a:lnTo>
                  <a:pt x="52" y="430"/>
                </a:lnTo>
                <a:lnTo>
                  <a:pt x="52" y="429"/>
                </a:lnTo>
                <a:lnTo>
                  <a:pt x="51" y="430"/>
                </a:lnTo>
                <a:lnTo>
                  <a:pt x="50" y="430"/>
                </a:lnTo>
                <a:lnTo>
                  <a:pt x="49" y="430"/>
                </a:lnTo>
                <a:lnTo>
                  <a:pt x="49" y="431"/>
                </a:lnTo>
                <a:lnTo>
                  <a:pt x="48" y="433"/>
                </a:lnTo>
                <a:lnTo>
                  <a:pt x="47" y="434"/>
                </a:lnTo>
                <a:lnTo>
                  <a:pt x="47" y="435"/>
                </a:lnTo>
                <a:lnTo>
                  <a:pt x="48" y="436"/>
                </a:lnTo>
                <a:lnTo>
                  <a:pt x="48" y="437"/>
                </a:lnTo>
                <a:lnTo>
                  <a:pt x="48" y="438"/>
                </a:lnTo>
                <a:lnTo>
                  <a:pt x="48" y="440"/>
                </a:lnTo>
                <a:lnTo>
                  <a:pt x="48" y="441"/>
                </a:lnTo>
                <a:lnTo>
                  <a:pt x="49" y="442"/>
                </a:lnTo>
                <a:lnTo>
                  <a:pt x="49" y="443"/>
                </a:lnTo>
                <a:lnTo>
                  <a:pt x="50" y="444"/>
                </a:lnTo>
                <a:lnTo>
                  <a:pt x="50" y="445"/>
                </a:lnTo>
                <a:lnTo>
                  <a:pt x="50" y="446"/>
                </a:lnTo>
                <a:lnTo>
                  <a:pt x="49" y="447"/>
                </a:lnTo>
                <a:lnTo>
                  <a:pt x="49" y="448"/>
                </a:lnTo>
                <a:lnTo>
                  <a:pt x="50" y="449"/>
                </a:lnTo>
                <a:lnTo>
                  <a:pt x="51" y="449"/>
                </a:lnTo>
                <a:lnTo>
                  <a:pt x="51" y="450"/>
                </a:lnTo>
                <a:lnTo>
                  <a:pt x="51" y="451"/>
                </a:lnTo>
                <a:lnTo>
                  <a:pt x="51" y="452"/>
                </a:lnTo>
                <a:lnTo>
                  <a:pt x="50" y="452"/>
                </a:lnTo>
                <a:lnTo>
                  <a:pt x="50" y="453"/>
                </a:lnTo>
                <a:lnTo>
                  <a:pt x="49" y="454"/>
                </a:lnTo>
                <a:lnTo>
                  <a:pt x="48" y="454"/>
                </a:lnTo>
                <a:lnTo>
                  <a:pt x="48" y="455"/>
                </a:lnTo>
                <a:lnTo>
                  <a:pt x="47" y="455"/>
                </a:lnTo>
                <a:lnTo>
                  <a:pt x="46" y="455"/>
                </a:lnTo>
                <a:lnTo>
                  <a:pt x="45" y="455"/>
                </a:lnTo>
                <a:lnTo>
                  <a:pt x="45" y="454"/>
                </a:lnTo>
                <a:lnTo>
                  <a:pt x="44" y="454"/>
                </a:lnTo>
                <a:lnTo>
                  <a:pt x="43" y="454"/>
                </a:lnTo>
                <a:lnTo>
                  <a:pt x="43" y="453"/>
                </a:lnTo>
                <a:lnTo>
                  <a:pt x="43" y="452"/>
                </a:lnTo>
                <a:lnTo>
                  <a:pt x="42" y="452"/>
                </a:lnTo>
                <a:lnTo>
                  <a:pt x="42" y="451"/>
                </a:lnTo>
                <a:lnTo>
                  <a:pt x="42" y="450"/>
                </a:lnTo>
                <a:lnTo>
                  <a:pt x="41" y="450"/>
                </a:lnTo>
                <a:lnTo>
                  <a:pt x="40" y="449"/>
                </a:lnTo>
                <a:lnTo>
                  <a:pt x="39" y="449"/>
                </a:lnTo>
                <a:lnTo>
                  <a:pt x="39" y="448"/>
                </a:lnTo>
                <a:lnTo>
                  <a:pt x="37" y="446"/>
                </a:lnTo>
                <a:lnTo>
                  <a:pt x="36" y="445"/>
                </a:lnTo>
                <a:lnTo>
                  <a:pt x="35" y="445"/>
                </a:lnTo>
                <a:lnTo>
                  <a:pt x="34" y="445"/>
                </a:lnTo>
                <a:lnTo>
                  <a:pt x="33" y="445"/>
                </a:lnTo>
                <a:lnTo>
                  <a:pt x="32" y="444"/>
                </a:lnTo>
                <a:lnTo>
                  <a:pt x="30" y="443"/>
                </a:lnTo>
                <a:lnTo>
                  <a:pt x="29" y="444"/>
                </a:lnTo>
                <a:lnTo>
                  <a:pt x="29" y="443"/>
                </a:lnTo>
                <a:lnTo>
                  <a:pt x="30" y="443"/>
                </a:lnTo>
                <a:lnTo>
                  <a:pt x="30" y="442"/>
                </a:lnTo>
                <a:lnTo>
                  <a:pt x="31" y="442"/>
                </a:lnTo>
                <a:lnTo>
                  <a:pt x="31" y="441"/>
                </a:lnTo>
                <a:lnTo>
                  <a:pt x="31" y="440"/>
                </a:lnTo>
                <a:lnTo>
                  <a:pt x="32" y="440"/>
                </a:lnTo>
                <a:lnTo>
                  <a:pt x="32" y="439"/>
                </a:lnTo>
                <a:lnTo>
                  <a:pt x="33" y="439"/>
                </a:lnTo>
                <a:lnTo>
                  <a:pt x="33" y="438"/>
                </a:lnTo>
                <a:lnTo>
                  <a:pt x="32" y="438"/>
                </a:lnTo>
                <a:lnTo>
                  <a:pt x="32" y="437"/>
                </a:lnTo>
                <a:lnTo>
                  <a:pt x="32" y="436"/>
                </a:lnTo>
                <a:lnTo>
                  <a:pt x="31" y="435"/>
                </a:lnTo>
                <a:lnTo>
                  <a:pt x="30" y="434"/>
                </a:lnTo>
                <a:lnTo>
                  <a:pt x="28" y="434"/>
                </a:lnTo>
                <a:lnTo>
                  <a:pt x="27" y="434"/>
                </a:lnTo>
                <a:lnTo>
                  <a:pt x="26" y="434"/>
                </a:lnTo>
                <a:lnTo>
                  <a:pt x="25" y="434"/>
                </a:lnTo>
                <a:lnTo>
                  <a:pt x="25" y="435"/>
                </a:lnTo>
                <a:lnTo>
                  <a:pt x="24" y="435"/>
                </a:lnTo>
                <a:lnTo>
                  <a:pt x="23" y="434"/>
                </a:lnTo>
                <a:lnTo>
                  <a:pt x="23" y="433"/>
                </a:lnTo>
                <a:lnTo>
                  <a:pt x="23" y="432"/>
                </a:lnTo>
                <a:lnTo>
                  <a:pt x="23" y="431"/>
                </a:lnTo>
                <a:lnTo>
                  <a:pt x="22" y="430"/>
                </a:lnTo>
                <a:lnTo>
                  <a:pt x="23" y="429"/>
                </a:lnTo>
                <a:lnTo>
                  <a:pt x="23" y="428"/>
                </a:lnTo>
                <a:lnTo>
                  <a:pt x="22" y="427"/>
                </a:lnTo>
                <a:lnTo>
                  <a:pt x="22" y="426"/>
                </a:lnTo>
                <a:lnTo>
                  <a:pt x="22" y="425"/>
                </a:lnTo>
                <a:lnTo>
                  <a:pt x="22" y="424"/>
                </a:lnTo>
                <a:lnTo>
                  <a:pt x="21" y="424"/>
                </a:lnTo>
                <a:lnTo>
                  <a:pt x="21" y="423"/>
                </a:lnTo>
                <a:lnTo>
                  <a:pt x="20" y="423"/>
                </a:lnTo>
                <a:lnTo>
                  <a:pt x="19" y="422"/>
                </a:lnTo>
                <a:lnTo>
                  <a:pt x="18" y="420"/>
                </a:lnTo>
                <a:lnTo>
                  <a:pt x="18" y="419"/>
                </a:lnTo>
                <a:lnTo>
                  <a:pt x="18" y="418"/>
                </a:lnTo>
                <a:lnTo>
                  <a:pt x="17" y="417"/>
                </a:lnTo>
                <a:lnTo>
                  <a:pt x="17" y="416"/>
                </a:lnTo>
                <a:lnTo>
                  <a:pt x="18" y="416"/>
                </a:lnTo>
                <a:lnTo>
                  <a:pt x="19" y="415"/>
                </a:lnTo>
                <a:lnTo>
                  <a:pt x="18" y="414"/>
                </a:lnTo>
                <a:lnTo>
                  <a:pt x="17" y="413"/>
                </a:lnTo>
                <a:lnTo>
                  <a:pt x="17" y="412"/>
                </a:lnTo>
                <a:lnTo>
                  <a:pt x="16" y="411"/>
                </a:lnTo>
                <a:lnTo>
                  <a:pt x="15" y="411"/>
                </a:lnTo>
                <a:lnTo>
                  <a:pt x="15" y="412"/>
                </a:lnTo>
                <a:lnTo>
                  <a:pt x="14" y="412"/>
                </a:lnTo>
                <a:lnTo>
                  <a:pt x="13" y="411"/>
                </a:lnTo>
                <a:lnTo>
                  <a:pt x="12" y="408"/>
                </a:lnTo>
                <a:lnTo>
                  <a:pt x="12" y="407"/>
                </a:lnTo>
                <a:lnTo>
                  <a:pt x="12" y="406"/>
                </a:lnTo>
                <a:lnTo>
                  <a:pt x="12" y="405"/>
                </a:lnTo>
                <a:lnTo>
                  <a:pt x="11" y="403"/>
                </a:lnTo>
                <a:lnTo>
                  <a:pt x="11" y="401"/>
                </a:lnTo>
                <a:lnTo>
                  <a:pt x="10" y="400"/>
                </a:lnTo>
                <a:lnTo>
                  <a:pt x="10" y="398"/>
                </a:lnTo>
                <a:lnTo>
                  <a:pt x="10" y="396"/>
                </a:lnTo>
                <a:lnTo>
                  <a:pt x="10" y="394"/>
                </a:lnTo>
                <a:lnTo>
                  <a:pt x="10" y="392"/>
                </a:lnTo>
                <a:lnTo>
                  <a:pt x="10" y="391"/>
                </a:lnTo>
                <a:lnTo>
                  <a:pt x="9" y="391"/>
                </a:lnTo>
                <a:lnTo>
                  <a:pt x="8" y="391"/>
                </a:lnTo>
                <a:lnTo>
                  <a:pt x="7" y="390"/>
                </a:lnTo>
                <a:lnTo>
                  <a:pt x="7" y="388"/>
                </a:lnTo>
                <a:lnTo>
                  <a:pt x="7" y="389"/>
                </a:lnTo>
                <a:lnTo>
                  <a:pt x="6" y="389"/>
                </a:lnTo>
                <a:lnTo>
                  <a:pt x="5" y="388"/>
                </a:lnTo>
                <a:lnTo>
                  <a:pt x="5" y="389"/>
                </a:lnTo>
                <a:lnTo>
                  <a:pt x="4" y="390"/>
                </a:lnTo>
                <a:lnTo>
                  <a:pt x="5" y="390"/>
                </a:lnTo>
                <a:lnTo>
                  <a:pt x="4" y="390"/>
                </a:lnTo>
                <a:lnTo>
                  <a:pt x="3" y="391"/>
                </a:lnTo>
                <a:lnTo>
                  <a:pt x="3" y="390"/>
                </a:lnTo>
                <a:lnTo>
                  <a:pt x="2" y="390"/>
                </a:lnTo>
                <a:lnTo>
                  <a:pt x="2" y="391"/>
                </a:lnTo>
                <a:lnTo>
                  <a:pt x="1" y="390"/>
                </a:lnTo>
                <a:lnTo>
                  <a:pt x="1" y="391"/>
                </a:lnTo>
                <a:lnTo>
                  <a:pt x="0" y="390"/>
                </a:lnTo>
                <a:lnTo>
                  <a:pt x="0" y="389"/>
                </a:lnTo>
                <a:lnTo>
                  <a:pt x="1" y="389"/>
                </a:lnTo>
                <a:lnTo>
                  <a:pt x="2" y="389"/>
                </a:lnTo>
                <a:lnTo>
                  <a:pt x="3" y="389"/>
                </a:lnTo>
                <a:lnTo>
                  <a:pt x="4" y="389"/>
                </a:lnTo>
                <a:lnTo>
                  <a:pt x="4" y="388"/>
                </a:lnTo>
                <a:lnTo>
                  <a:pt x="5" y="388"/>
                </a:lnTo>
                <a:lnTo>
                  <a:pt x="5" y="387"/>
                </a:lnTo>
                <a:lnTo>
                  <a:pt x="6" y="387"/>
                </a:lnTo>
                <a:lnTo>
                  <a:pt x="7" y="387"/>
                </a:lnTo>
                <a:lnTo>
                  <a:pt x="8" y="387"/>
                </a:lnTo>
                <a:lnTo>
                  <a:pt x="8" y="386"/>
                </a:lnTo>
                <a:lnTo>
                  <a:pt x="9" y="383"/>
                </a:lnTo>
                <a:lnTo>
                  <a:pt x="10" y="381"/>
                </a:lnTo>
                <a:lnTo>
                  <a:pt x="10" y="380"/>
                </a:lnTo>
                <a:lnTo>
                  <a:pt x="11" y="378"/>
                </a:lnTo>
                <a:lnTo>
                  <a:pt x="12" y="377"/>
                </a:lnTo>
                <a:lnTo>
                  <a:pt x="12" y="375"/>
                </a:lnTo>
                <a:lnTo>
                  <a:pt x="13" y="373"/>
                </a:lnTo>
                <a:lnTo>
                  <a:pt x="13" y="372"/>
                </a:lnTo>
                <a:lnTo>
                  <a:pt x="15" y="371"/>
                </a:lnTo>
                <a:lnTo>
                  <a:pt x="16" y="371"/>
                </a:lnTo>
                <a:lnTo>
                  <a:pt x="18" y="372"/>
                </a:lnTo>
                <a:lnTo>
                  <a:pt x="20" y="372"/>
                </a:lnTo>
                <a:lnTo>
                  <a:pt x="21" y="372"/>
                </a:lnTo>
                <a:lnTo>
                  <a:pt x="22" y="373"/>
                </a:lnTo>
                <a:lnTo>
                  <a:pt x="22" y="374"/>
                </a:lnTo>
                <a:lnTo>
                  <a:pt x="23" y="375"/>
                </a:lnTo>
                <a:lnTo>
                  <a:pt x="25" y="375"/>
                </a:lnTo>
                <a:lnTo>
                  <a:pt x="26" y="375"/>
                </a:lnTo>
                <a:lnTo>
                  <a:pt x="27" y="376"/>
                </a:lnTo>
                <a:lnTo>
                  <a:pt x="28" y="376"/>
                </a:lnTo>
                <a:lnTo>
                  <a:pt x="28" y="377"/>
                </a:lnTo>
                <a:lnTo>
                  <a:pt x="28" y="379"/>
                </a:lnTo>
                <a:lnTo>
                  <a:pt x="31" y="382"/>
                </a:lnTo>
                <a:lnTo>
                  <a:pt x="33" y="385"/>
                </a:lnTo>
                <a:lnTo>
                  <a:pt x="34" y="386"/>
                </a:lnTo>
                <a:lnTo>
                  <a:pt x="35" y="386"/>
                </a:lnTo>
                <a:lnTo>
                  <a:pt x="37" y="386"/>
                </a:lnTo>
                <a:lnTo>
                  <a:pt x="38" y="386"/>
                </a:lnTo>
                <a:lnTo>
                  <a:pt x="39" y="386"/>
                </a:lnTo>
                <a:lnTo>
                  <a:pt x="40" y="387"/>
                </a:lnTo>
                <a:lnTo>
                  <a:pt x="42" y="387"/>
                </a:lnTo>
                <a:lnTo>
                  <a:pt x="43" y="387"/>
                </a:lnTo>
                <a:lnTo>
                  <a:pt x="45" y="387"/>
                </a:lnTo>
                <a:lnTo>
                  <a:pt x="46" y="388"/>
                </a:lnTo>
                <a:lnTo>
                  <a:pt x="47" y="388"/>
                </a:lnTo>
                <a:lnTo>
                  <a:pt x="47" y="389"/>
                </a:lnTo>
                <a:lnTo>
                  <a:pt x="47" y="390"/>
                </a:lnTo>
                <a:lnTo>
                  <a:pt x="46" y="390"/>
                </a:lnTo>
                <a:lnTo>
                  <a:pt x="46" y="391"/>
                </a:lnTo>
                <a:lnTo>
                  <a:pt x="47" y="392"/>
                </a:lnTo>
                <a:lnTo>
                  <a:pt x="48" y="392"/>
                </a:lnTo>
                <a:lnTo>
                  <a:pt x="48" y="393"/>
                </a:lnTo>
                <a:lnTo>
                  <a:pt x="49" y="393"/>
                </a:lnTo>
                <a:lnTo>
                  <a:pt x="50" y="394"/>
                </a:lnTo>
                <a:lnTo>
                  <a:pt x="51" y="394"/>
                </a:lnTo>
                <a:lnTo>
                  <a:pt x="53" y="394"/>
                </a:lnTo>
                <a:lnTo>
                  <a:pt x="54" y="394"/>
                </a:lnTo>
                <a:lnTo>
                  <a:pt x="55" y="394"/>
                </a:lnTo>
                <a:lnTo>
                  <a:pt x="55" y="392"/>
                </a:lnTo>
                <a:lnTo>
                  <a:pt x="56" y="391"/>
                </a:lnTo>
                <a:lnTo>
                  <a:pt x="56" y="389"/>
                </a:lnTo>
                <a:lnTo>
                  <a:pt x="56" y="388"/>
                </a:lnTo>
                <a:lnTo>
                  <a:pt x="57" y="388"/>
                </a:lnTo>
                <a:lnTo>
                  <a:pt x="57" y="387"/>
                </a:lnTo>
                <a:lnTo>
                  <a:pt x="58" y="386"/>
                </a:lnTo>
                <a:lnTo>
                  <a:pt x="59" y="386"/>
                </a:lnTo>
                <a:lnTo>
                  <a:pt x="61" y="385"/>
                </a:lnTo>
                <a:lnTo>
                  <a:pt x="62" y="385"/>
                </a:lnTo>
                <a:lnTo>
                  <a:pt x="63" y="385"/>
                </a:lnTo>
                <a:lnTo>
                  <a:pt x="64" y="385"/>
                </a:lnTo>
                <a:lnTo>
                  <a:pt x="65" y="385"/>
                </a:lnTo>
                <a:lnTo>
                  <a:pt x="66" y="385"/>
                </a:lnTo>
                <a:lnTo>
                  <a:pt x="66" y="384"/>
                </a:lnTo>
                <a:lnTo>
                  <a:pt x="67" y="384"/>
                </a:lnTo>
                <a:lnTo>
                  <a:pt x="67" y="383"/>
                </a:lnTo>
                <a:lnTo>
                  <a:pt x="68" y="383"/>
                </a:lnTo>
                <a:lnTo>
                  <a:pt x="68" y="384"/>
                </a:lnTo>
                <a:lnTo>
                  <a:pt x="70" y="384"/>
                </a:lnTo>
                <a:lnTo>
                  <a:pt x="70" y="383"/>
                </a:lnTo>
                <a:lnTo>
                  <a:pt x="71" y="383"/>
                </a:lnTo>
                <a:lnTo>
                  <a:pt x="72" y="383"/>
                </a:lnTo>
                <a:lnTo>
                  <a:pt x="73" y="383"/>
                </a:lnTo>
                <a:lnTo>
                  <a:pt x="73" y="382"/>
                </a:lnTo>
                <a:lnTo>
                  <a:pt x="74" y="382"/>
                </a:lnTo>
                <a:lnTo>
                  <a:pt x="74" y="380"/>
                </a:lnTo>
                <a:lnTo>
                  <a:pt x="75" y="380"/>
                </a:lnTo>
                <a:lnTo>
                  <a:pt x="75" y="379"/>
                </a:lnTo>
                <a:lnTo>
                  <a:pt x="76" y="378"/>
                </a:lnTo>
                <a:lnTo>
                  <a:pt x="77" y="377"/>
                </a:lnTo>
                <a:lnTo>
                  <a:pt x="77" y="374"/>
                </a:lnTo>
                <a:lnTo>
                  <a:pt x="77" y="373"/>
                </a:lnTo>
                <a:lnTo>
                  <a:pt x="77" y="372"/>
                </a:lnTo>
                <a:lnTo>
                  <a:pt x="78" y="371"/>
                </a:lnTo>
                <a:lnTo>
                  <a:pt x="78" y="370"/>
                </a:lnTo>
                <a:lnTo>
                  <a:pt x="79" y="370"/>
                </a:lnTo>
                <a:lnTo>
                  <a:pt x="80" y="369"/>
                </a:lnTo>
                <a:lnTo>
                  <a:pt x="82" y="368"/>
                </a:lnTo>
                <a:lnTo>
                  <a:pt x="83" y="367"/>
                </a:lnTo>
                <a:lnTo>
                  <a:pt x="84" y="367"/>
                </a:lnTo>
                <a:lnTo>
                  <a:pt x="85" y="366"/>
                </a:lnTo>
                <a:lnTo>
                  <a:pt x="86" y="366"/>
                </a:lnTo>
                <a:lnTo>
                  <a:pt x="88" y="366"/>
                </a:lnTo>
                <a:lnTo>
                  <a:pt x="89" y="366"/>
                </a:lnTo>
                <a:lnTo>
                  <a:pt x="90" y="365"/>
                </a:lnTo>
                <a:lnTo>
                  <a:pt x="91" y="365"/>
                </a:lnTo>
                <a:lnTo>
                  <a:pt x="92" y="365"/>
                </a:lnTo>
                <a:lnTo>
                  <a:pt x="92" y="364"/>
                </a:lnTo>
                <a:lnTo>
                  <a:pt x="92" y="365"/>
                </a:lnTo>
                <a:lnTo>
                  <a:pt x="94" y="365"/>
                </a:lnTo>
                <a:lnTo>
                  <a:pt x="94" y="364"/>
                </a:lnTo>
                <a:lnTo>
                  <a:pt x="95" y="364"/>
                </a:lnTo>
                <a:lnTo>
                  <a:pt x="97" y="364"/>
                </a:lnTo>
                <a:lnTo>
                  <a:pt x="98" y="364"/>
                </a:lnTo>
                <a:lnTo>
                  <a:pt x="99" y="364"/>
                </a:lnTo>
                <a:lnTo>
                  <a:pt x="102" y="362"/>
                </a:lnTo>
                <a:lnTo>
                  <a:pt x="103" y="362"/>
                </a:lnTo>
                <a:lnTo>
                  <a:pt x="104" y="361"/>
                </a:lnTo>
                <a:lnTo>
                  <a:pt x="105" y="360"/>
                </a:lnTo>
                <a:lnTo>
                  <a:pt x="106" y="360"/>
                </a:lnTo>
                <a:lnTo>
                  <a:pt x="108" y="360"/>
                </a:lnTo>
                <a:lnTo>
                  <a:pt x="109" y="360"/>
                </a:lnTo>
                <a:lnTo>
                  <a:pt x="109" y="359"/>
                </a:lnTo>
                <a:lnTo>
                  <a:pt x="109" y="358"/>
                </a:lnTo>
                <a:lnTo>
                  <a:pt x="108" y="357"/>
                </a:lnTo>
                <a:lnTo>
                  <a:pt x="108" y="356"/>
                </a:lnTo>
                <a:lnTo>
                  <a:pt x="108" y="355"/>
                </a:lnTo>
                <a:lnTo>
                  <a:pt x="107" y="355"/>
                </a:lnTo>
                <a:lnTo>
                  <a:pt x="107" y="354"/>
                </a:lnTo>
                <a:lnTo>
                  <a:pt x="107" y="353"/>
                </a:lnTo>
                <a:lnTo>
                  <a:pt x="108" y="353"/>
                </a:lnTo>
                <a:lnTo>
                  <a:pt x="108" y="352"/>
                </a:lnTo>
                <a:lnTo>
                  <a:pt x="109" y="352"/>
                </a:lnTo>
                <a:lnTo>
                  <a:pt x="109" y="351"/>
                </a:lnTo>
                <a:lnTo>
                  <a:pt x="109" y="350"/>
                </a:lnTo>
                <a:lnTo>
                  <a:pt x="109" y="348"/>
                </a:lnTo>
                <a:lnTo>
                  <a:pt x="110" y="348"/>
                </a:lnTo>
                <a:lnTo>
                  <a:pt x="110" y="347"/>
                </a:lnTo>
                <a:lnTo>
                  <a:pt x="110" y="346"/>
                </a:lnTo>
                <a:lnTo>
                  <a:pt x="110" y="345"/>
                </a:lnTo>
                <a:lnTo>
                  <a:pt x="109" y="345"/>
                </a:lnTo>
                <a:lnTo>
                  <a:pt x="109" y="344"/>
                </a:lnTo>
                <a:lnTo>
                  <a:pt x="109" y="343"/>
                </a:lnTo>
                <a:lnTo>
                  <a:pt x="110" y="342"/>
                </a:lnTo>
                <a:lnTo>
                  <a:pt x="111" y="342"/>
                </a:lnTo>
                <a:lnTo>
                  <a:pt x="113" y="341"/>
                </a:lnTo>
                <a:lnTo>
                  <a:pt x="114" y="340"/>
                </a:lnTo>
                <a:lnTo>
                  <a:pt x="115" y="338"/>
                </a:lnTo>
                <a:lnTo>
                  <a:pt x="116" y="337"/>
                </a:lnTo>
                <a:lnTo>
                  <a:pt x="116" y="336"/>
                </a:lnTo>
                <a:lnTo>
                  <a:pt x="116" y="335"/>
                </a:lnTo>
                <a:lnTo>
                  <a:pt x="116" y="334"/>
                </a:lnTo>
                <a:lnTo>
                  <a:pt x="117" y="334"/>
                </a:lnTo>
                <a:lnTo>
                  <a:pt x="118" y="333"/>
                </a:lnTo>
                <a:lnTo>
                  <a:pt x="119" y="332"/>
                </a:lnTo>
                <a:lnTo>
                  <a:pt x="119" y="331"/>
                </a:lnTo>
                <a:lnTo>
                  <a:pt x="120" y="331"/>
                </a:lnTo>
                <a:lnTo>
                  <a:pt x="120" y="330"/>
                </a:lnTo>
                <a:lnTo>
                  <a:pt x="121" y="330"/>
                </a:lnTo>
                <a:lnTo>
                  <a:pt x="122" y="329"/>
                </a:lnTo>
                <a:lnTo>
                  <a:pt x="124" y="328"/>
                </a:lnTo>
                <a:lnTo>
                  <a:pt x="125" y="328"/>
                </a:lnTo>
                <a:lnTo>
                  <a:pt x="126" y="328"/>
                </a:lnTo>
                <a:lnTo>
                  <a:pt x="126" y="327"/>
                </a:lnTo>
                <a:lnTo>
                  <a:pt x="126" y="326"/>
                </a:lnTo>
                <a:lnTo>
                  <a:pt x="127" y="325"/>
                </a:lnTo>
                <a:lnTo>
                  <a:pt x="127" y="324"/>
                </a:lnTo>
                <a:lnTo>
                  <a:pt x="128" y="324"/>
                </a:lnTo>
                <a:lnTo>
                  <a:pt x="129" y="324"/>
                </a:lnTo>
                <a:lnTo>
                  <a:pt x="130" y="324"/>
                </a:lnTo>
                <a:lnTo>
                  <a:pt x="131" y="325"/>
                </a:lnTo>
                <a:lnTo>
                  <a:pt x="132" y="325"/>
                </a:lnTo>
                <a:lnTo>
                  <a:pt x="132" y="324"/>
                </a:lnTo>
                <a:lnTo>
                  <a:pt x="133" y="323"/>
                </a:lnTo>
                <a:lnTo>
                  <a:pt x="134" y="323"/>
                </a:lnTo>
                <a:lnTo>
                  <a:pt x="134" y="322"/>
                </a:lnTo>
                <a:lnTo>
                  <a:pt x="134" y="321"/>
                </a:lnTo>
                <a:lnTo>
                  <a:pt x="136" y="319"/>
                </a:lnTo>
                <a:lnTo>
                  <a:pt x="137" y="319"/>
                </a:lnTo>
                <a:lnTo>
                  <a:pt x="137" y="318"/>
                </a:lnTo>
                <a:lnTo>
                  <a:pt x="138" y="318"/>
                </a:lnTo>
                <a:lnTo>
                  <a:pt x="139" y="318"/>
                </a:lnTo>
                <a:lnTo>
                  <a:pt x="140" y="318"/>
                </a:lnTo>
                <a:lnTo>
                  <a:pt x="141" y="318"/>
                </a:lnTo>
                <a:lnTo>
                  <a:pt x="142" y="318"/>
                </a:lnTo>
                <a:lnTo>
                  <a:pt x="142" y="319"/>
                </a:lnTo>
                <a:lnTo>
                  <a:pt x="142" y="320"/>
                </a:lnTo>
                <a:lnTo>
                  <a:pt x="143" y="320"/>
                </a:lnTo>
                <a:lnTo>
                  <a:pt x="143" y="321"/>
                </a:lnTo>
                <a:lnTo>
                  <a:pt x="145" y="321"/>
                </a:lnTo>
                <a:lnTo>
                  <a:pt x="145" y="320"/>
                </a:lnTo>
                <a:lnTo>
                  <a:pt x="146" y="321"/>
                </a:lnTo>
                <a:lnTo>
                  <a:pt x="146" y="322"/>
                </a:lnTo>
                <a:lnTo>
                  <a:pt x="146" y="323"/>
                </a:lnTo>
                <a:lnTo>
                  <a:pt x="146" y="324"/>
                </a:lnTo>
                <a:lnTo>
                  <a:pt x="147" y="324"/>
                </a:lnTo>
                <a:lnTo>
                  <a:pt x="148" y="324"/>
                </a:lnTo>
                <a:lnTo>
                  <a:pt x="149" y="324"/>
                </a:lnTo>
                <a:lnTo>
                  <a:pt x="149" y="323"/>
                </a:lnTo>
                <a:lnTo>
                  <a:pt x="150" y="324"/>
                </a:lnTo>
                <a:lnTo>
                  <a:pt x="151" y="324"/>
                </a:lnTo>
                <a:lnTo>
                  <a:pt x="151" y="325"/>
                </a:lnTo>
                <a:lnTo>
                  <a:pt x="151" y="326"/>
                </a:lnTo>
                <a:lnTo>
                  <a:pt x="150" y="326"/>
                </a:lnTo>
                <a:lnTo>
                  <a:pt x="150" y="327"/>
                </a:lnTo>
                <a:lnTo>
                  <a:pt x="150" y="328"/>
                </a:lnTo>
                <a:lnTo>
                  <a:pt x="151" y="329"/>
                </a:lnTo>
                <a:lnTo>
                  <a:pt x="151" y="330"/>
                </a:lnTo>
                <a:lnTo>
                  <a:pt x="152" y="331"/>
                </a:lnTo>
                <a:lnTo>
                  <a:pt x="153" y="331"/>
                </a:lnTo>
                <a:lnTo>
                  <a:pt x="154" y="331"/>
                </a:lnTo>
                <a:lnTo>
                  <a:pt x="155" y="331"/>
                </a:lnTo>
                <a:lnTo>
                  <a:pt x="156" y="331"/>
                </a:lnTo>
                <a:lnTo>
                  <a:pt x="157" y="332"/>
                </a:lnTo>
                <a:lnTo>
                  <a:pt x="158" y="332"/>
                </a:lnTo>
                <a:lnTo>
                  <a:pt x="159" y="332"/>
                </a:lnTo>
                <a:lnTo>
                  <a:pt x="160" y="332"/>
                </a:lnTo>
                <a:lnTo>
                  <a:pt x="163" y="332"/>
                </a:lnTo>
                <a:lnTo>
                  <a:pt x="164" y="332"/>
                </a:lnTo>
                <a:lnTo>
                  <a:pt x="164" y="331"/>
                </a:lnTo>
                <a:lnTo>
                  <a:pt x="165" y="331"/>
                </a:lnTo>
                <a:lnTo>
                  <a:pt x="165" y="330"/>
                </a:lnTo>
                <a:lnTo>
                  <a:pt x="167" y="329"/>
                </a:lnTo>
                <a:lnTo>
                  <a:pt x="168" y="329"/>
                </a:lnTo>
                <a:lnTo>
                  <a:pt x="169" y="329"/>
                </a:lnTo>
                <a:lnTo>
                  <a:pt x="170" y="328"/>
                </a:lnTo>
                <a:lnTo>
                  <a:pt x="171" y="328"/>
                </a:lnTo>
                <a:lnTo>
                  <a:pt x="173" y="328"/>
                </a:lnTo>
                <a:lnTo>
                  <a:pt x="175" y="328"/>
                </a:lnTo>
                <a:lnTo>
                  <a:pt x="176" y="329"/>
                </a:lnTo>
                <a:lnTo>
                  <a:pt x="177" y="329"/>
                </a:lnTo>
                <a:lnTo>
                  <a:pt x="178" y="330"/>
                </a:lnTo>
                <a:lnTo>
                  <a:pt x="180" y="330"/>
                </a:lnTo>
                <a:lnTo>
                  <a:pt x="181" y="330"/>
                </a:lnTo>
                <a:lnTo>
                  <a:pt x="182" y="330"/>
                </a:lnTo>
                <a:lnTo>
                  <a:pt x="182" y="331"/>
                </a:lnTo>
                <a:lnTo>
                  <a:pt x="184" y="332"/>
                </a:lnTo>
                <a:lnTo>
                  <a:pt x="185" y="332"/>
                </a:lnTo>
                <a:lnTo>
                  <a:pt x="185" y="333"/>
                </a:lnTo>
                <a:lnTo>
                  <a:pt x="185" y="334"/>
                </a:lnTo>
                <a:lnTo>
                  <a:pt x="186" y="335"/>
                </a:lnTo>
                <a:lnTo>
                  <a:pt x="186" y="336"/>
                </a:lnTo>
                <a:lnTo>
                  <a:pt x="186" y="337"/>
                </a:lnTo>
                <a:lnTo>
                  <a:pt x="186" y="338"/>
                </a:lnTo>
                <a:lnTo>
                  <a:pt x="186" y="339"/>
                </a:lnTo>
                <a:lnTo>
                  <a:pt x="187" y="339"/>
                </a:lnTo>
                <a:lnTo>
                  <a:pt x="187" y="340"/>
                </a:lnTo>
                <a:lnTo>
                  <a:pt x="187" y="341"/>
                </a:lnTo>
                <a:lnTo>
                  <a:pt x="187" y="342"/>
                </a:lnTo>
                <a:lnTo>
                  <a:pt x="187" y="343"/>
                </a:lnTo>
                <a:lnTo>
                  <a:pt x="188" y="343"/>
                </a:lnTo>
                <a:lnTo>
                  <a:pt x="188" y="344"/>
                </a:lnTo>
                <a:lnTo>
                  <a:pt x="189" y="344"/>
                </a:lnTo>
                <a:lnTo>
                  <a:pt x="189" y="345"/>
                </a:lnTo>
                <a:lnTo>
                  <a:pt x="189" y="346"/>
                </a:lnTo>
                <a:lnTo>
                  <a:pt x="190" y="346"/>
                </a:lnTo>
                <a:lnTo>
                  <a:pt x="190" y="347"/>
                </a:lnTo>
                <a:lnTo>
                  <a:pt x="191" y="347"/>
                </a:lnTo>
                <a:lnTo>
                  <a:pt x="192" y="347"/>
                </a:lnTo>
                <a:lnTo>
                  <a:pt x="192" y="348"/>
                </a:lnTo>
                <a:lnTo>
                  <a:pt x="193" y="348"/>
                </a:lnTo>
                <a:lnTo>
                  <a:pt x="193" y="349"/>
                </a:lnTo>
                <a:lnTo>
                  <a:pt x="194" y="349"/>
                </a:lnTo>
                <a:lnTo>
                  <a:pt x="194" y="350"/>
                </a:lnTo>
                <a:lnTo>
                  <a:pt x="194" y="354"/>
                </a:lnTo>
                <a:lnTo>
                  <a:pt x="195" y="355"/>
                </a:lnTo>
                <a:lnTo>
                  <a:pt x="196" y="356"/>
                </a:lnTo>
                <a:lnTo>
                  <a:pt x="197" y="356"/>
                </a:lnTo>
                <a:lnTo>
                  <a:pt x="198" y="356"/>
                </a:lnTo>
                <a:lnTo>
                  <a:pt x="199" y="356"/>
                </a:lnTo>
                <a:lnTo>
                  <a:pt x="199" y="357"/>
                </a:lnTo>
                <a:lnTo>
                  <a:pt x="200" y="357"/>
                </a:lnTo>
                <a:lnTo>
                  <a:pt x="201" y="357"/>
                </a:lnTo>
                <a:lnTo>
                  <a:pt x="202" y="357"/>
                </a:lnTo>
                <a:lnTo>
                  <a:pt x="203" y="357"/>
                </a:lnTo>
                <a:lnTo>
                  <a:pt x="204" y="357"/>
                </a:lnTo>
                <a:lnTo>
                  <a:pt x="205" y="357"/>
                </a:lnTo>
                <a:lnTo>
                  <a:pt x="205" y="358"/>
                </a:lnTo>
                <a:lnTo>
                  <a:pt x="205" y="357"/>
                </a:lnTo>
                <a:lnTo>
                  <a:pt x="205" y="358"/>
                </a:lnTo>
                <a:lnTo>
                  <a:pt x="208" y="358"/>
                </a:lnTo>
                <a:lnTo>
                  <a:pt x="209" y="358"/>
                </a:lnTo>
                <a:lnTo>
                  <a:pt x="209" y="357"/>
                </a:lnTo>
                <a:lnTo>
                  <a:pt x="210" y="357"/>
                </a:lnTo>
                <a:lnTo>
                  <a:pt x="211" y="356"/>
                </a:lnTo>
                <a:lnTo>
                  <a:pt x="212" y="356"/>
                </a:lnTo>
                <a:lnTo>
                  <a:pt x="212" y="355"/>
                </a:lnTo>
                <a:lnTo>
                  <a:pt x="214" y="355"/>
                </a:lnTo>
                <a:lnTo>
                  <a:pt x="214" y="356"/>
                </a:lnTo>
                <a:lnTo>
                  <a:pt x="215" y="356"/>
                </a:lnTo>
                <a:lnTo>
                  <a:pt x="216" y="357"/>
                </a:lnTo>
                <a:lnTo>
                  <a:pt x="216" y="358"/>
                </a:lnTo>
                <a:lnTo>
                  <a:pt x="216" y="359"/>
                </a:lnTo>
                <a:lnTo>
                  <a:pt x="216" y="360"/>
                </a:lnTo>
                <a:lnTo>
                  <a:pt x="217" y="360"/>
                </a:lnTo>
                <a:lnTo>
                  <a:pt x="217" y="361"/>
                </a:lnTo>
                <a:lnTo>
                  <a:pt x="218" y="361"/>
                </a:lnTo>
                <a:lnTo>
                  <a:pt x="219" y="362"/>
                </a:lnTo>
                <a:lnTo>
                  <a:pt x="220" y="362"/>
                </a:lnTo>
                <a:lnTo>
                  <a:pt x="221" y="362"/>
                </a:lnTo>
                <a:lnTo>
                  <a:pt x="222" y="362"/>
                </a:lnTo>
                <a:lnTo>
                  <a:pt x="223" y="362"/>
                </a:lnTo>
                <a:lnTo>
                  <a:pt x="223" y="363"/>
                </a:lnTo>
                <a:lnTo>
                  <a:pt x="225" y="363"/>
                </a:lnTo>
                <a:lnTo>
                  <a:pt x="225" y="362"/>
                </a:lnTo>
                <a:lnTo>
                  <a:pt x="226" y="362"/>
                </a:lnTo>
                <a:lnTo>
                  <a:pt x="227" y="362"/>
                </a:lnTo>
                <a:lnTo>
                  <a:pt x="228" y="362"/>
                </a:lnTo>
                <a:lnTo>
                  <a:pt x="229" y="362"/>
                </a:lnTo>
                <a:lnTo>
                  <a:pt x="230" y="362"/>
                </a:lnTo>
                <a:lnTo>
                  <a:pt x="231" y="363"/>
                </a:lnTo>
                <a:lnTo>
                  <a:pt x="232" y="363"/>
                </a:lnTo>
                <a:lnTo>
                  <a:pt x="233" y="363"/>
                </a:lnTo>
                <a:lnTo>
                  <a:pt x="234" y="363"/>
                </a:lnTo>
                <a:lnTo>
                  <a:pt x="234" y="364"/>
                </a:lnTo>
                <a:lnTo>
                  <a:pt x="235" y="364"/>
                </a:lnTo>
                <a:lnTo>
                  <a:pt x="236" y="365"/>
                </a:lnTo>
                <a:lnTo>
                  <a:pt x="236" y="366"/>
                </a:lnTo>
                <a:lnTo>
                  <a:pt x="237" y="366"/>
                </a:lnTo>
                <a:lnTo>
                  <a:pt x="238" y="366"/>
                </a:lnTo>
                <a:lnTo>
                  <a:pt x="238" y="367"/>
                </a:lnTo>
                <a:lnTo>
                  <a:pt x="239" y="368"/>
                </a:lnTo>
                <a:lnTo>
                  <a:pt x="239" y="369"/>
                </a:lnTo>
                <a:lnTo>
                  <a:pt x="240" y="369"/>
                </a:lnTo>
                <a:lnTo>
                  <a:pt x="241" y="369"/>
                </a:lnTo>
                <a:lnTo>
                  <a:pt x="242" y="369"/>
                </a:lnTo>
                <a:lnTo>
                  <a:pt x="242" y="370"/>
                </a:lnTo>
                <a:lnTo>
                  <a:pt x="243" y="370"/>
                </a:lnTo>
                <a:lnTo>
                  <a:pt x="244" y="370"/>
                </a:lnTo>
                <a:lnTo>
                  <a:pt x="244" y="371"/>
                </a:lnTo>
                <a:lnTo>
                  <a:pt x="245" y="371"/>
                </a:lnTo>
                <a:lnTo>
                  <a:pt x="245" y="372"/>
                </a:lnTo>
                <a:lnTo>
                  <a:pt x="245" y="373"/>
                </a:lnTo>
                <a:lnTo>
                  <a:pt x="246" y="373"/>
                </a:lnTo>
                <a:lnTo>
                  <a:pt x="246" y="374"/>
                </a:lnTo>
                <a:lnTo>
                  <a:pt x="247" y="374"/>
                </a:lnTo>
                <a:lnTo>
                  <a:pt x="248" y="374"/>
                </a:lnTo>
                <a:lnTo>
                  <a:pt x="248" y="375"/>
                </a:lnTo>
                <a:lnTo>
                  <a:pt x="249" y="375"/>
                </a:lnTo>
                <a:lnTo>
                  <a:pt x="249" y="376"/>
                </a:lnTo>
                <a:lnTo>
                  <a:pt x="250" y="376"/>
                </a:lnTo>
                <a:lnTo>
                  <a:pt x="251" y="376"/>
                </a:lnTo>
                <a:lnTo>
                  <a:pt x="251" y="377"/>
                </a:lnTo>
                <a:lnTo>
                  <a:pt x="252" y="377"/>
                </a:lnTo>
                <a:lnTo>
                  <a:pt x="253" y="377"/>
                </a:lnTo>
                <a:lnTo>
                  <a:pt x="255" y="377"/>
                </a:lnTo>
                <a:lnTo>
                  <a:pt x="256" y="377"/>
                </a:lnTo>
                <a:lnTo>
                  <a:pt x="257" y="376"/>
                </a:lnTo>
                <a:lnTo>
                  <a:pt x="258" y="376"/>
                </a:lnTo>
                <a:lnTo>
                  <a:pt x="258" y="375"/>
                </a:lnTo>
                <a:lnTo>
                  <a:pt x="259" y="375"/>
                </a:lnTo>
                <a:lnTo>
                  <a:pt x="260" y="375"/>
                </a:lnTo>
                <a:lnTo>
                  <a:pt x="260" y="374"/>
                </a:lnTo>
                <a:lnTo>
                  <a:pt x="261" y="374"/>
                </a:lnTo>
                <a:lnTo>
                  <a:pt x="262" y="374"/>
                </a:lnTo>
                <a:lnTo>
                  <a:pt x="262" y="373"/>
                </a:lnTo>
                <a:lnTo>
                  <a:pt x="262" y="372"/>
                </a:lnTo>
                <a:lnTo>
                  <a:pt x="263" y="372"/>
                </a:lnTo>
                <a:lnTo>
                  <a:pt x="263" y="371"/>
                </a:lnTo>
                <a:lnTo>
                  <a:pt x="264" y="371"/>
                </a:lnTo>
                <a:lnTo>
                  <a:pt x="265" y="371"/>
                </a:lnTo>
                <a:lnTo>
                  <a:pt x="266" y="371"/>
                </a:lnTo>
                <a:lnTo>
                  <a:pt x="267" y="371"/>
                </a:lnTo>
                <a:lnTo>
                  <a:pt x="267" y="372"/>
                </a:lnTo>
                <a:lnTo>
                  <a:pt x="268" y="372"/>
                </a:lnTo>
                <a:lnTo>
                  <a:pt x="269" y="372"/>
                </a:lnTo>
                <a:lnTo>
                  <a:pt x="270" y="372"/>
                </a:lnTo>
                <a:lnTo>
                  <a:pt x="271" y="372"/>
                </a:lnTo>
                <a:lnTo>
                  <a:pt x="275" y="372"/>
                </a:lnTo>
                <a:lnTo>
                  <a:pt x="276" y="372"/>
                </a:lnTo>
                <a:lnTo>
                  <a:pt x="276" y="371"/>
                </a:lnTo>
                <a:lnTo>
                  <a:pt x="277" y="371"/>
                </a:lnTo>
                <a:lnTo>
                  <a:pt x="277" y="372"/>
                </a:lnTo>
                <a:lnTo>
                  <a:pt x="278" y="372"/>
                </a:lnTo>
                <a:lnTo>
                  <a:pt x="277" y="373"/>
                </a:lnTo>
                <a:lnTo>
                  <a:pt x="278" y="373"/>
                </a:lnTo>
                <a:lnTo>
                  <a:pt x="278" y="374"/>
                </a:lnTo>
                <a:lnTo>
                  <a:pt x="278" y="375"/>
                </a:lnTo>
                <a:lnTo>
                  <a:pt x="278" y="376"/>
                </a:lnTo>
                <a:lnTo>
                  <a:pt x="279" y="376"/>
                </a:lnTo>
                <a:lnTo>
                  <a:pt x="279" y="377"/>
                </a:lnTo>
                <a:lnTo>
                  <a:pt x="279" y="378"/>
                </a:lnTo>
                <a:lnTo>
                  <a:pt x="280" y="378"/>
                </a:lnTo>
                <a:lnTo>
                  <a:pt x="280" y="379"/>
                </a:lnTo>
                <a:lnTo>
                  <a:pt x="280" y="380"/>
                </a:lnTo>
                <a:lnTo>
                  <a:pt x="281" y="380"/>
                </a:lnTo>
                <a:lnTo>
                  <a:pt x="281" y="381"/>
                </a:lnTo>
                <a:lnTo>
                  <a:pt x="282" y="382"/>
                </a:lnTo>
                <a:lnTo>
                  <a:pt x="283" y="382"/>
                </a:lnTo>
                <a:lnTo>
                  <a:pt x="283" y="383"/>
                </a:lnTo>
                <a:lnTo>
                  <a:pt x="284" y="383"/>
                </a:lnTo>
                <a:lnTo>
                  <a:pt x="285" y="383"/>
                </a:lnTo>
                <a:lnTo>
                  <a:pt x="285" y="384"/>
                </a:lnTo>
                <a:lnTo>
                  <a:pt x="286" y="384"/>
                </a:lnTo>
                <a:lnTo>
                  <a:pt x="286" y="385"/>
                </a:lnTo>
                <a:lnTo>
                  <a:pt x="287" y="386"/>
                </a:lnTo>
                <a:lnTo>
                  <a:pt x="286" y="387"/>
                </a:lnTo>
                <a:lnTo>
                  <a:pt x="287" y="387"/>
                </a:lnTo>
                <a:lnTo>
                  <a:pt x="288" y="387"/>
                </a:lnTo>
                <a:lnTo>
                  <a:pt x="288" y="388"/>
                </a:lnTo>
                <a:lnTo>
                  <a:pt x="289" y="388"/>
                </a:lnTo>
                <a:lnTo>
                  <a:pt x="289" y="389"/>
                </a:lnTo>
                <a:lnTo>
                  <a:pt x="290" y="389"/>
                </a:lnTo>
                <a:lnTo>
                  <a:pt x="290" y="390"/>
                </a:lnTo>
                <a:lnTo>
                  <a:pt x="291" y="390"/>
                </a:lnTo>
                <a:lnTo>
                  <a:pt x="292" y="390"/>
                </a:lnTo>
                <a:lnTo>
                  <a:pt x="293" y="390"/>
                </a:lnTo>
                <a:lnTo>
                  <a:pt x="293" y="389"/>
                </a:lnTo>
                <a:lnTo>
                  <a:pt x="294" y="389"/>
                </a:lnTo>
                <a:lnTo>
                  <a:pt x="294" y="388"/>
                </a:lnTo>
                <a:lnTo>
                  <a:pt x="295" y="387"/>
                </a:lnTo>
                <a:lnTo>
                  <a:pt x="295" y="386"/>
                </a:lnTo>
                <a:lnTo>
                  <a:pt x="296" y="386"/>
                </a:lnTo>
                <a:lnTo>
                  <a:pt x="296" y="385"/>
                </a:lnTo>
                <a:lnTo>
                  <a:pt x="296" y="384"/>
                </a:lnTo>
                <a:lnTo>
                  <a:pt x="297" y="383"/>
                </a:lnTo>
                <a:lnTo>
                  <a:pt x="297" y="382"/>
                </a:lnTo>
                <a:lnTo>
                  <a:pt x="297" y="381"/>
                </a:lnTo>
                <a:lnTo>
                  <a:pt x="297" y="380"/>
                </a:lnTo>
                <a:lnTo>
                  <a:pt x="298" y="380"/>
                </a:lnTo>
                <a:lnTo>
                  <a:pt x="298" y="379"/>
                </a:lnTo>
                <a:lnTo>
                  <a:pt x="299" y="378"/>
                </a:lnTo>
                <a:lnTo>
                  <a:pt x="300" y="378"/>
                </a:lnTo>
                <a:lnTo>
                  <a:pt x="300" y="377"/>
                </a:lnTo>
                <a:lnTo>
                  <a:pt x="301" y="377"/>
                </a:lnTo>
                <a:lnTo>
                  <a:pt x="302" y="377"/>
                </a:lnTo>
                <a:lnTo>
                  <a:pt x="303" y="377"/>
                </a:lnTo>
                <a:lnTo>
                  <a:pt x="303" y="376"/>
                </a:lnTo>
                <a:lnTo>
                  <a:pt x="304" y="376"/>
                </a:lnTo>
                <a:lnTo>
                  <a:pt x="305" y="376"/>
                </a:lnTo>
                <a:lnTo>
                  <a:pt x="305" y="375"/>
                </a:lnTo>
                <a:lnTo>
                  <a:pt x="307" y="375"/>
                </a:lnTo>
                <a:lnTo>
                  <a:pt x="308" y="375"/>
                </a:lnTo>
                <a:lnTo>
                  <a:pt x="309" y="374"/>
                </a:lnTo>
                <a:lnTo>
                  <a:pt x="310" y="373"/>
                </a:lnTo>
                <a:lnTo>
                  <a:pt x="310" y="372"/>
                </a:lnTo>
                <a:lnTo>
                  <a:pt x="311" y="372"/>
                </a:lnTo>
                <a:lnTo>
                  <a:pt x="311" y="371"/>
                </a:lnTo>
                <a:lnTo>
                  <a:pt x="312" y="371"/>
                </a:lnTo>
                <a:lnTo>
                  <a:pt x="313" y="371"/>
                </a:lnTo>
                <a:lnTo>
                  <a:pt x="313" y="370"/>
                </a:lnTo>
                <a:lnTo>
                  <a:pt x="314" y="370"/>
                </a:lnTo>
                <a:lnTo>
                  <a:pt x="314" y="369"/>
                </a:lnTo>
                <a:lnTo>
                  <a:pt x="314" y="368"/>
                </a:lnTo>
                <a:lnTo>
                  <a:pt x="314" y="367"/>
                </a:lnTo>
                <a:lnTo>
                  <a:pt x="315" y="366"/>
                </a:lnTo>
                <a:lnTo>
                  <a:pt x="315" y="365"/>
                </a:lnTo>
                <a:lnTo>
                  <a:pt x="316" y="364"/>
                </a:lnTo>
                <a:lnTo>
                  <a:pt x="317" y="364"/>
                </a:lnTo>
                <a:lnTo>
                  <a:pt x="318" y="364"/>
                </a:lnTo>
                <a:lnTo>
                  <a:pt x="318" y="365"/>
                </a:lnTo>
                <a:lnTo>
                  <a:pt x="319" y="365"/>
                </a:lnTo>
                <a:lnTo>
                  <a:pt x="320" y="365"/>
                </a:lnTo>
                <a:lnTo>
                  <a:pt x="320" y="364"/>
                </a:lnTo>
                <a:lnTo>
                  <a:pt x="321" y="364"/>
                </a:lnTo>
                <a:lnTo>
                  <a:pt x="321" y="363"/>
                </a:lnTo>
                <a:lnTo>
                  <a:pt x="321" y="362"/>
                </a:lnTo>
                <a:lnTo>
                  <a:pt x="321" y="361"/>
                </a:lnTo>
                <a:lnTo>
                  <a:pt x="322" y="361"/>
                </a:lnTo>
                <a:lnTo>
                  <a:pt x="322" y="360"/>
                </a:lnTo>
                <a:lnTo>
                  <a:pt x="323" y="359"/>
                </a:lnTo>
                <a:lnTo>
                  <a:pt x="323" y="358"/>
                </a:lnTo>
                <a:lnTo>
                  <a:pt x="323" y="357"/>
                </a:lnTo>
                <a:lnTo>
                  <a:pt x="323" y="356"/>
                </a:lnTo>
                <a:lnTo>
                  <a:pt x="324" y="355"/>
                </a:lnTo>
                <a:lnTo>
                  <a:pt x="325" y="354"/>
                </a:lnTo>
                <a:lnTo>
                  <a:pt x="325" y="353"/>
                </a:lnTo>
                <a:lnTo>
                  <a:pt x="325" y="352"/>
                </a:lnTo>
                <a:lnTo>
                  <a:pt x="325" y="351"/>
                </a:lnTo>
                <a:lnTo>
                  <a:pt x="325" y="350"/>
                </a:lnTo>
                <a:lnTo>
                  <a:pt x="325" y="349"/>
                </a:lnTo>
                <a:lnTo>
                  <a:pt x="325" y="348"/>
                </a:lnTo>
                <a:lnTo>
                  <a:pt x="326" y="347"/>
                </a:lnTo>
                <a:lnTo>
                  <a:pt x="326" y="346"/>
                </a:lnTo>
                <a:lnTo>
                  <a:pt x="326" y="345"/>
                </a:lnTo>
                <a:lnTo>
                  <a:pt x="326" y="344"/>
                </a:lnTo>
                <a:lnTo>
                  <a:pt x="326" y="343"/>
                </a:lnTo>
                <a:lnTo>
                  <a:pt x="325" y="342"/>
                </a:lnTo>
                <a:lnTo>
                  <a:pt x="325" y="341"/>
                </a:lnTo>
                <a:lnTo>
                  <a:pt x="324" y="341"/>
                </a:lnTo>
                <a:lnTo>
                  <a:pt x="325" y="340"/>
                </a:lnTo>
                <a:lnTo>
                  <a:pt x="325" y="339"/>
                </a:lnTo>
                <a:lnTo>
                  <a:pt x="325" y="338"/>
                </a:lnTo>
                <a:lnTo>
                  <a:pt x="324" y="338"/>
                </a:lnTo>
                <a:lnTo>
                  <a:pt x="324" y="336"/>
                </a:lnTo>
                <a:lnTo>
                  <a:pt x="323" y="336"/>
                </a:lnTo>
                <a:lnTo>
                  <a:pt x="322" y="336"/>
                </a:lnTo>
                <a:lnTo>
                  <a:pt x="322" y="335"/>
                </a:lnTo>
                <a:lnTo>
                  <a:pt x="321" y="334"/>
                </a:lnTo>
                <a:lnTo>
                  <a:pt x="320" y="333"/>
                </a:lnTo>
                <a:lnTo>
                  <a:pt x="319" y="331"/>
                </a:lnTo>
                <a:lnTo>
                  <a:pt x="319" y="330"/>
                </a:lnTo>
                <a:lnTo>
                  <a:pt x="319" y="329"/>
                </a:lnTo>
                <a:lnTo>
                  <a:pt x="318" y="329"/>
                </a:lnTo>
                <a:lnTo>
                  <a:pt x="318" y="328"/>
                </a:lnTo>
                <a:lnTo>
                  <a:pt x="317" y="328"/>
                </a:lnTo>
                <a:lnTo>
                  <a:pt x="317" y="327"/>
                </a:lnTo>
                <a:lnTo>
                  <a:pt x="316" y="327"/>
                </a:lnTo>
                <a:lnTo>
                  <a:pt x="315" y="326"/>
                </a:lnTo>
                <a:lnTo>
                  <a:pt x="315" y="325"/>
                </a:lnTo>
                <a:lnTo>
                  <a:pt x="316" y="323"/>
                </a:lnTo>
                <a:lnTo>
                  <a:pt x="318" y="323"/>
                </a:lnTo>
                <a:lnTo>
                  <a:pt x="319" y="324"/>
                </a:lnTo>
                <a:lnTo>
                  <a:pt x="320" y="324"/>
                </a:lnTo>
                <a:lnTo>
                  <a:pt x="321" y="324"/>
                </a:lnTo>
                <a:lnTo>
                  <a:pt x="321" y="325"/>
                </a:lnTo>
                <a:lnTo>
                  <a:pt x="322" y="325"/>
                </a:lnTo>
                <a:lnTo>
                  <a:pt x="323" y="325"/>
                </a:lnTo>
                <a:lnTo>
                  <a:pt x="324" y="324"/>
                </a:lnTo>
                <a:lnTo>
                  <a:pt x="324" y="323"/>
                </a:lnTo>
                <a:lnTo>
                  <a:pt x="325" y="323"/>
                </a:lnTo>
                <a:lnTo>
                  <a:pt x="325" y="322"/>
                </a:lnTo>
                <a:lnTo>
                  <a:pt x="326" y="321"/>
                </a:lnTo>
                <a:lnTo>
                  <a:pt x="327" y="321"/>
                </a:lnTo>
                <a:lnTo>
                  <a:pt x="327" y="320"/>
                </a:lnTo>
                <a:lnTo>
                  <a:pt x="327" y="319"/>
                </a:lnTo>
                <a:lnTo>
                  <a:pt x="328" y="319"/>
                </a:lnTo>
                <a:lnTo>
                  <a:pt x="329" y="319"/>
                </a:lnTo>
                <a:lnTo>
                  <a:pt x="330" y="319"/>
                </a:lnTo>
                <a:lnTo>
                  <a:pt x="331" y="319"/>
                </a:lnTo>
                <a:lnTo>
                  <a:pt x="331" y="320"/>
                </a:lnTo>
                <a:lnTo>
                  <a:pt x="332" y="321"/>
                </a:lnTo>
                <a:lnTo>
                  <a:pt x="334" y="321"/>
                </a:lnTo>
                <a:lnTo>
                  <a:pt x="335" y="321"/>
                </a:lnTo>
                <a:lnTo>
                  <a:pt x="336" y="321"/>
                </a:lnTo>
                <a:lnTo>
                  <a:pt x="337" y="321"/>
                </a:lnTo>
                <a:lnTo>
                  <a:pt x="337" y="320"/>
                </a:lnTo>
                <a:lnTo>
                  <a:pt x="338" y="320"/>
                </a:lnTo>
                <a:lnTo>
                  <a:pt x="338" y="319"/>
                </a:lnTo>
                <a:lnTo>
                  <a:pt x="340" y="319"/>
                </a:lnTo>
                <a:lnTo>
                  <a:pt x="341" y="319"/>
                </a:lnTo>
                <a:lnTo>
                  <a:pt x="341" y="320"/>
                </a:lnTo>
                <a:lnTo>
                  <a:pt x="342" y="320"/>
                </a:lnTo>
                <a:lnTo>
                  <a:pt x="343" y="320"/>
                </a:lnTo>
                <a:lnTo>
                  <a:pt x="346" y="320"/>
                </a:lnTo>
                <a:lnTo>
                  <a:pt x="347" y="320"/>
                </a:lnTo>
                <a:lnTo>
                  <a:pt x="347" y="319"/>
                </a:lnTo>
                <a:lnTo>
                  <a:pt x="348" y="318"/>
                </a:lnTo>
                <a:lnTo>
                  <a:pt x="350" y="318"/>
                </a:lnTo>
                <a:lnTo>
                  <a:pt x="350" y="317"/>
                </a:lnTo>
                <a:lnTo>
                  <a:pt x="352" y="317"/>
                </a:lnTo>
                <a:lnTo>
                  <a:pt x="354" y="317"/>
                </a:lnTo>
                <a:lnTo>
                  <a:pt x="355" y="317"/>
                </a:lnTo>
                <a:lnTo>
                  <a:pt x="356" y="316"/>
                </a:lnTo>
                <a:lnTo>
                  <a:pt x="357" y="316"/>
                </a:lnTo>
                <a:lnTo>
                  <a:pt x="357" y="315"/>
                </a:lnTo>
                <a:lnTo>
                  <a:pt x="358" y="315"/>
                </a:lnTo>
                <a:lnTo>
                  <a:pt x="359" y="315"/>
                </a:lnTo>
                <a:lnTo>
                  <a:pt x="360" y="314"/>
                </a:lnTo>
                <a:lnTo>
                  <a:pt x="361" y="314"/>
                </a:lnTo>
                <a:lnTo>
                  <a:pt x="362" y="314"/>
                </a:lnTo>
                <a:lnTo>
                  <a:pt x="364" y="314"/>
                </a:lnTo>
                <a:lnTo>
                  <a:pt x="364" y="313"/>
                </a:lnTo>
                <a:lnTo>
                  <a:pt x="365" y="313"/>
                </a:lnTo>
                <a:lnTo>
                  <a:pt x="365" y="312"/>
                </a:lnTo>
                <a:lnTo>
                  <a:pt x="366" y="312"/>
                </a:lnTo>
                <a:lnTo>
                  <a:pt x="367" y="312"/>
                </a:lnTo>
                <a:lnTo>
                  <a:pt x="368" y="311"/>
                </a:lnTo>
                <a:lnTo>
                  <a:pt x="369" y="311"/>
                </a:lnTo>
                <a:lnTo>
                  <a:pt x="370" y="311"/>
                </a:lnTo>
                <a:lnTo>
                  <a:pt x="371" y="311"/>
                </a:lnTo>
                <a:lnTo>
                  <a:pt x="371" y="310"/>
                </a:lnTo>
                <a:lnTo>
                  <a:pt x="372" y="309"/>
                </a:lnTo>
                <a:lnTo>
                  <a:pt x="372" y="308"/>
                </a:lnTo>
                <a:lnTo>
                  <a:pt x="373" y="307"/>
                </a:lnTo>
                <a:lnTo>
                  <a:pt x="374" y="307"/>
                </a:lnTo>
                <a:lnTo>
                  <a:pt x="375" y="307"/>
                </a:lnTo>
                <a:lnTo>
                  <a:pt x="375" y="306"/>
                </a:lnTo>
                <a:lnTo>
                  <a:pt x="376" y="306"/>
                </a:lnTo>
                <a:lnTo>
                  <a:pt x="378" y="306"/>
                </a:lnTo>
                <a:lnTo>
                  <a:pt x="379" y="305"/>
                </a:lnTo>
                <a:lnTo>
                  <a:pt x="381" y="305"/>
                </a:lnTo>
                <a:lnTo>
                  <a:pt x="382" y="304"/>
                </a:lnTo>
                <a:lnTo>
                  <a:pt x="383" y="304"/>
                </a:lnTo>
                <a:lnTo>
                  <a:pt x="384" y="304"/>
                </a:lnTo>
                <a:lnTo>
                  <a:pt x="385" y="304"/>
                </a:lnTo>
                <a:lnTo>
                  <a:pt x="385" y="303"/>
                </a:lnTo>
                <a:lnTo>
                  <a:pt x="386" y="302"/>
                </a:lnTo>
                <a:lnTo>
                  <a:pt x="386" y="301"/>
                </a:lnTo>
                <a:lnTo>
                  <a:pt x="387" y="300"/>
                </a:lnTo>
                <a:lnTo>
                  <a:pt x="387" y="299"/>
                </a:lnTo>
                <a:lnTo>
                  <a:pt x="389" y="299"/>
                </a:lnTo>
                <a:lnTo>
                  <a:pt x="390" y="298"/>
                </a:lnTo>
                <a:lnTo>
                  <a:pt x="391" y="297"/>
                </a:lnTo>
                <a:lnTo>
                  <a:pt x="392" y="297"/>
                </a:lnTo>
                <a:lnTo>
                  <a:pt x="394" y="297"/>
                </a:lnTo>
                <a:lnTo>
                  <a:pt x="397" y="297"/>
                </a:lnTo>
                <a:lnTo>
                  <a:pt x="398" y="297"/>
                </a:lnTo>
                <a:lnTo>
                  <a:pt x="398" y="296"/>
                </a:lnTo>
                <a:lnTo>
                  <a:pt x="399" y="295"/>
                </a:lnTo>
                <a:lnTo>
                  <a:pt x="399" y="294"/>
                </a:lnTo>
                <a:lnTo>
                  <a:pt x="399" y="293"/>
                </a:lnTo>
                <a:lnTo>
                  <a:pt x="400" y="292"/>
                </a:lnTo>
                <a:lnTo>
                  <a:pt x="401" y="292"/>
                </a:lnTo>
                <a:lnTo>
                  <a:pt x="402" y="292"/>
                </a:lnTo>
                <a:lnTo>
                  <a:pt x="402" y="291"/>
                </a:lnTo>
                <a:lnTo>
                  <a:pt x="403" y="290"/>
                </a:lnTo>
                <a:lnTo>
                  <a:pt x="404" y="290"/>
                </a:lnTo>
                <a:lnTo>
                  <a:pt x="405" y="289"/>
                </a:lnTo>
                <a:lnTo>
                  <a:pt x="407" y="288"/>
                </a:lnTo>
                <a:lnTo>
                  <a:pt x="407" y="287"/>
                </a:lnTo>
                <a:lnTo>
                  <a:pt x="407" y="285"/>
                </a:lnTo>
                <a:lnTo>
                  <a:pt x="407" y="283"/>
                </a:lnTo>
                <a:lnTo>
                  <a:pt x="407" y="281"/>
                </a:lnTo>
                <a:lnTo>
                  <a:pt x="408" y="281"/>
                </a:lnTo>
                <a:lnTo>
                  <a:pt x="408" y="280"/>
                </a:lnTo>
                <a:lnTo>
                  <a:pt x="409" y="280"/>
                </a:lnTo>
                <a:lnTo>
                  <a:pt x="410" y="280"/>
                </a:lnTo>
                <a:lnTo>
                  <a:pt x="412" y="279"/>
                </a:lnTo>
                <a:lnTo>
                  <a:pt x="413" y="279"/>
                </a:lnTo>
                <a:lnTo>
                  <a:pt x="414" y="279"/>
                </a:lnTo>
                <a:lnTo>
                  <a:pt x="414" y="278"/>
                </a:lnTo>
                <a:lnTo>
                  <a:pt x="415" y="278"/>
                </a:lnTo>
                <a:lnTo>
                  <a:pt x="416" y="277"/>
                </a:lnTo>
                <a:lnTo>
                  <a:pt x="417" y="277"/>
                </a:lnTo>
                <a:lnTo>
                  <a:pt x="417" y="278"/>
                </a:lnTo>
                <a:lnTo>
                  <a:pt x="418" y="278"/>
                </a:lnTo>
                <a:lnTo>
                  <a:pt x="419" y="278"/>
                </a:lnTo>
                <a:lnTo>
                  <a:pt x="420" y="280"/>
                </a:lnTo>
                <a:lnTo>
                  <a:pt x="421" y="280"/>
                </a:lnTo>
                <a:lnTo>
                  <a:pt x="422" y="281"/>
                </a:lnTo>
                <a:lnTo>
                  <a:pt x="423" y="281"/>
                </a:lnTo>
                <a:lnTo>
                  <a:pt x="424" y="281"/>
                </a:lnTo>
                <a:lnTo>
                  <a:pt x="425" y="280"/>
                </a:lnTo>
                <a:lnTo>
                  <a:pt x="426" y="279"/>
                </a:lnTo>
                <a:lnTo>
                  <a:pt x="427" y="279"/>
                </a:lnTo>
                <a:lnTo>
                  <a:pt x="427" y="278"/>
                </a:lnTo>
                <a:lnTo>
                  <a:pt x="428" y="278"/>
                </a:lnTo>
                <a:lnTo>
                  <a:pt x="429" y="277"/>
                </a:lnTo>
                <a:lnTo>
                  <a:pt x="430" y="277"/>
                </a:lnTo>
                <a:lnTo>
                  <a:pt x="430" y="276"/>
                </a:lnTo>
                <a:lnTo>
                  <a:pt x="431" y="276"/>
                </a:lnTo>
                <a:lnTo>
                  <a:pt x="431" y="277"/>
                </a:lnTo>
                <a:lnTo>
                  <a:pt x="432" y="278"/>
                </a:lnTo>
                <a:lnTo>
                  <a:pt x="433" y="278"/>
                </a:lnTo>
                <a:lnTo>
                  <a:pt x="434" y="279"/>
                </a:lnTo>
                <a:lnTo>
                  <a:pt x="436" y="279"/>
                </a:lnTo>
                <a:lnTo>
                  <a:pt x="437" y="279"/>
                </a:lnTo>
                <a:lnTo>
                  <a:pt x="438" y="278"/>
                </a:lnTo>
                <a:lnTo>
                  <a:pt x="439" y="278"/>
                </a:lnTo>
                <a:lnTo>
                  <a:pt x="440" y="278"/>
                </a:lnTo>
                <a:lnTo>
                  <a:pt x="441" y="278"/>
                </a:lnTo>
                <a:lnTo>
                  <a:pt x="441" y="277"/>
                </a:lnTo>
                <a:lnTo>
                  <a:pt x="442" y="277"/>
                </a:lnTo>
                <a:lnTo>
                  <a:pt x="443" y="277"/>
                </a:lnTo>
                <a:lnTo>
                  <a:pt x="444" y="276"/>
                </a:lnTo>
                <a:lnTo>
                  <a:pt x="445" y="276"/>
                </a:lnTo>
                <a:lnTo>
                  <a:pt x="446" y="276"/>
                </a:lnTo>
                <a:lnTo>
                  <a:pt x="447" y="275"/>
                </a:lnTo>
                <a:lnTo>
                  <a:pt x="448" y="275"/>
                </a:lnTo>
                <a:lnTo>
                  <a:pt x="448" y="276"/>
                </a:lnTo>
                <a:lnTo>
                  <a:pt x="449" y="276"/>
                </a:lnTo>
                <a:lnTo>
                  <a:pt x="450" y="276"/>
                </a:lnTo>
                <a:lnTo>
                  <a:pt x="451" y="276"/>
                </a:lnTo>
                <a:lnTo>
                  <a:pt x="452" y="276"/>
                </a:lnTo>
                <a:lnTo>
                  <a:pt x="453" y="276"/>
                </a:lnTo>
                <a:lnTo>
                  <a:pt x="454" y="276"/>
                </a:lnTo>
                <a:lnTo>
                  <a:pt x="454" y="275"/>
                </a:lnTo>
                <a:lnTo>
                  <a:pt x="455" y="275"/>
                </a:lnTo>
                <a:lnTo>
                  <a:pt x="455" y="274"/>
                </a:lnTo>
                <a:lnTo>
                  <a:pt x="455" y="273"/>
                </a:lnTo>
                <a:lnTo>
                  <a:pt x="455" y="268"/>
                </a:lnTo>
                <a:lnTo>
                  <a:pt x="455" y="267"/>
                </a:lnTo>
                <a:lnTo>
                  <a:pt x="456" y="265"/>
                </a:lnTo>
                <a:lnTo>
                  <a:pt x="457" y="264"/>
                </a:lnTo>
                <a:lnTo>
                  <a:pt x="458" y="263"/>
                </a:lnTo>
                <a:lnTo>
                  <a:pt x="459" y="263"/>
                </a:lnTo>
                <a:lnTo>
                  <a:pt x="459" y="262"/>
                </a:lnTo>
                <a:lnTo>
                  <a:pt x="461" y="262"/>
                </a:lnTo>
                <a:lnTo>
                  <a:pt x="463" y="262"/>
                </a:lnTo>
                <a:lnTo>
                  <a:pt x="464" y="263"/>
                </a:lnTo>
                <a:lnTo>
                  <a:pt x="465" y="263"/>
                </a:lnTo>
                <a:lnTo>
                  <a:pt x="467" y="264"/>
                </a:lnTo>
                <a:lnTo>
                  <a:pt x="468" y="264"/>
                </a:lnTo>
                <a:lnTo>
                  <a:pt x="468" y="265"/>
                </a:lnTo>
                <a:lnTo>
                  <a:pt x="469" y="265"/>
                </a:lnTo>
                <a:lnTo>
                  <a:pt x="470" y="265"/>
                </a:lnTo>
                <a:lnTo>
                  <a:pt x="471" y="264"/>
                </a:lnTo>
                <a:lnTo>
                  <a:pt x="472" y="264"/>
                </a:lnTo>
                <a:lnTo>
                  <a:pt x="473" y="264"/>
                </a:lnTo>
                <a:lnTo>
                  <a:pt x="473" y="263"/>
                </a:lnTo>
                <a:lnTo>
                  <a:pt x="471" y="262"/>
                </a:lnTo>
                <a:lnTo>
                  <a:pt x="471" y="261"/>
                </a:lnTo>
                <a:lnTo>
                  <a:pt x="471" y="260"/>
                </a:lnTo>
                <a:lnTo>
                  <a:pt x="472" y="259"/>
                </a:lnTo>
                <a:lnTo>
                  <a:pt x="473" y="258"/>
                </a:lnTo>
                <a:lnTo>
                  <a:pt x="474" y="258"/>
                </a:lnTo>
                <a:lnTo>
                  <a:pt x="475" y="258"/>
                </a:lnTo>
                <a:lnTo>
                  <a:pt x="475" y="257"/>
                </a:lnTo>
                <a:lnTo>
                  <a:pt x="476" y="257"/>
                </a:lnTo>
                <a:lnTo>
                  <a:pt x="476" y="256"/>
                </a:lnTo>
                <a:lnTo>
                  <a:pt x="476" y="255"/>
                </a:lnTo>
                <a:lnTo>
                  <a:pt x="475" y="254"/>
                </a:lnTo>
                <a:lnTo>
                  <a:pt x="475" y="253"/>
                </a:lnTo>
                <a:lnTo>
                  <a:pt x="475" y="252"/>
                </a:lnTo>
                <a:lnTo>
                  <a:pt x="475" y="251"/>
                </a:lnTo>
                <a:lnTo>
                  <a:pt x="474" y="250"/>
                </a:lnTo>
                <a:lnTo>
                  <a:pt x="474" y="249"/>
                </a:lnTo>
                <a:lnTo>
                  <a:pt x="475" y="248"/>
                </a:lnTo>
                <a:lnTo>
                  <a:pt x="475" y="247"/>
                </a:lnTo>
                <a:lnTo>
                  <a:pt x="475" y="246"/>
                </a:lnTo>
                <a:lnTo>
                  <a:pt x="475" y="245"/>
                </a:lnTo>
                <a:lnTo>
                  <a:pt x="475" y="244"/>
                </a:lnTo>
                <a:lnTo>
                  <a:pt x="475" y="243"/>
                </a:lnTo>
                <a:lnTo>
                  <a:pt x="476" y="243"/>
                </a:lnTo>
                <a:lnTo>
                  <a:pt x="475" y="241"/>
                </a:lnTo>
                <a:lnTo>
                  <a:pt x="475" y="240"/>
                </a:lnTo>
                <a:lnTo>
                  <a:pt x="474" y="240"/>
                </a:lnTo>
                <a:lnTo>
                  <a:pt x="472" y="240"/>
                </a:lnTo>
                <a:lnTo>
                  <a:pt x="471" y="240"/>
                </a:lnTo>
                <a:lnTo>
                  <a:pt x="470" y="240"/>
                </a:lnTo>
                <a:lnTo>
                  <a:pt x="470" y="239"/>
                </a:lnTo>
                <a:lnTo>
                  <a:pt x="469" y="237"/>
                </a:lnTo>
                <a:lnTo>
                  <a:pt x="469" y="236"/>
                </a:lnTo>
                <a:lnTo>
                  <a:pt x="469" y="235"/>
                </a:lnTo>
                <a:lnTo>
                  <a:pt x="469" y="234"/>
                </a:lnTo>
                <a:lnTo>
                  <a:pt x="469" y="233"/>
                </a:lnTo>
                <a:lnTo>
                  <a:pt x="468" y="232"/>
                </a:lnTo>
                <a:lnTo>
                  <a:pt x="469" y="231"/>
                </a:lnTo>
                <a:lnTo>
                  <a:pt x="468" y="231"/>
                </a:lnTo>
                <a:lnTo>
                  <a:pt x="468" y="230"/>
                </a:lnTo>
                <a:lnTo>
                  <a:pt x="467" y="230"/>
                </a:lnTo>
                <a:lnTo>
                  <a:pt x="467" y="229"/>
                </a:lnTo>
                <a:lnTo>
                  <a:pt x="467" y="228"/>
                </a:lnTo>
                <a:lnTo>
                  <a:pt x="467" y="227"/>
                </a:lnTo>
                <a:lnTo>
                  <a:pt x="467" y="226"/>
                </a:lnTo>
                <a:lnTo>
                  <a:pt x="466" y="226"/>
                </a:lnTo>
                <a:lnTo>
                  <a:pt x="466" y="225"/>
                </a:lnTo>
                <a:lnTo>
                  <a:pt x="466" y="224"/>
                </a:lnTo>
                <a:lnTo>
                  <a:pt x="466" y="223"/>
                </a:lnTo>
                <a:lnTo>
                  <a:pt x="467" y="223"/>
                </a:lnTo>
                <a:lnTo>
                  <a:pt x="469" y="222"/>
                </a:lnTo>
                <a:lnTo>
                  <a:pt x="470" y="222"/>
                </a:lnTo>
                <a:lnTo>
                  <a:pt x="471" y="223"/>
                </a:lnTo>
                <a:lnTo>
                  <a:pt x="472" y="222"/>
                </a:lnTo>
                <a:lnTo>
                  <a:pt x="472" y="221"/>
                </a:lnTo>
                <a:lnTo>
                  <a:pt x="472" y="220"/>
                </a:lnTo>
                <a:lnTo>
                  <a:pt x="473" y="219"/>
                </a:lnTo>
                <a:lnTo>
                  <a:pt x="473" y="218"/>
                </a:lnTo>
                <a:lnTo>
                  <a:pt x="473" y="217"/>
                </a:lnTo>
                <a:lnTo>
                  <a:pt x="474" y="215"/>
                </a:lnTo>
                <a:lnTo>
                  <a:pt x="475" y="215"/>
                </a:lnTo>
                <a:lnTo>
                  <a:pt x="475" y="214"/>
                </a:lnTo>
                <a:lnTo>
                  <a:pt x="475" y="213"/>
                </a:lnTo>
                <a:lnTo>
                  <a:pt x="475" y="212"/>
                </a:lnTo>
                <a:lnTo>
                  <a:pt x="476" y="211"/>
                </a:lnTo>
                <a:lnTo>
                  <a:pt x="478" y="211"/>
                </a:lnTo>
                <a:lnTo>
                  <a:pt x="479" y="210"/>
                </a:lnTo>
                <a:lnTo>
                  <a:pt x="480" y="210"/>
                </a:lnTo>
                <a:lnTo>
                  <a:pt x="482" y="210"/>
                </a:lnTo>
                <a:lnTo>
                  <a:pt x="484" y="209"/>
                </a:lnTo>
                <a:lnTo>
                  <a:pt x="485" y="209"/>
                </a:lnTo>
                <a:lnTo>
                  <a:pt x="485" y="207"/>
                </a:lnTo>
                <a:lnTo>
                  <a:pt x="486" y="207"/>
                </a:lnTo>
                <a:lnTo>
                  <a:pt x="486" y="206"/>
                </a:lnTo>
                <a:lnTo>
                  <a:pt x="486" y="205"/>
                </a:lnTo>
                <a:lnTo>
                  <a:pt x="486" y="204"/>
                </a:lnTo>
                <a:lnTo>
                  <a:pt x="485" y="203"/>
                </a:lnTo>
                <a:lnTo>
                  <a:pt x="484" y="202"/>
                </a:lnTo>
                <a:lnTo>
                  <a:pt x="484" y="201"/>
                </a:lnTo>
                <a:lnTo>
                  <a:pt x="484" y="200"/>
                </a:lnTo>
                <a:lnTo>
                  <a:pt x="484" y="199"/>
                </a:lnTo>
                <a:lnTo>
                  <a:pt x="484" y="198"/>
                </a:lnTo>
                <a:lnTo>
                  <a:pt x="485" y="198"/>
                </a:lnTo>
                <a:lnTo>
                  <a:pt x="486" y="197"/>
                </a:lnTo>
                <a:lnTo>
                  <a:pt x="487" y="196"/>
                </a:lnTo>
                <a:lnTo>
                  <a:pt x="489" y="196"/>
                </a:lnTo>
                <a:lnTo>
                  <a:pt x="490" y="196"/>
                </a:lnTo>
                <a:lnTo>
                  <a:pt x="491" y="196"/>
                </a:lnTo>
                <a:lnTo>
                  <a:pt x="492" y="196"/>
                </a:lnTo>
                <a:lnTo>
                  <a:pt x="493" y="196"/>
                </a:lnTo>
                <a:lnTo>
                  <a:pt x="494" y="197"/>
                </a:lnTo>
                <a:lnTo>
                  <a:pt x="496" y="197"/>
                </a:lnTo>
                <a:lnTo>
                  <a:pt x="496" y="196"/>
                </a:lnTo>
                <a:lnTo>
                  <a:pt x="497" y="196"/>
                </a:lnTo>
                <a:lnTo>
                  <a:pt x="498" y="197"/>
                </a:lnTo>
                <a:lnTo>
                  <a:pt x="499" y="196"/>
                </a:lnTo>
                <a:lnTo>
                  <a:pt x="500" y="195"/>
                </a:lnTo>
                <a:lnTo>
                  <a:pt x="503" y="194"/>
                </a:lnTo>
                <a:lnTo>
                  <a:pt x="504" y="194"/>
                </a:lnTo>
                <a:lnTo>
                  <a:pt x="506" y="193"/>
                </a:lnTo>
                <a:lnTo>
                  <a:pt x="506" y="192"/>
                </a:lnTo>
                <a:lnTo>
                  <a:pt x="507" y="189"/>
                </a:lnTo>
                <a:lnTo>
                  <a:pt x="508" y="189"/>
                </a:lnTo>
                <a:lnTo>
                  <a:pt x="509" y="189"/>
                </a:lnTo>
                <a:lnTo>
                  <a:pt x="509" y="188"/>
                </a:lnTo>
                <a:lnTo>
                  <a:pt x="509" y="187"/>
                </a:lnTo>
                <a:lnTo>
                  <a:pt x="510" y="187"/>
                </a:lnTo>
                <a:lnTo>
                  <a:pt x="511" y="187"/>
                </a:lnTo>
                <a:lnTo>
                  <a:pt x="512" y="187"/>
                </a:lnTo>
                <a:lnTo>
                  <a:pt x="512" y="188"/>
                </a:lnTo>
                <a:lnTo>
                  <a:pt x="513" y="189"/>
                </a:lnTo>
                <a:lnTo>
                  <a:pt x="514" y="189"/>
                </a:lnTo>
                <a:lnTo>
                  <a:pt x="515" y="189"/>
                </a:lnTo>
                <a:lnTo>
                  <a:pt x="516" y="190"/>
                </a:lnTo>
                <a:lnTo>
                  <a:pt x="516" y="191"/>
                </a:lnTo>
                <a:lnTo>
                  <a:pt x="515" y="191"/>
                </a:lnTo>
                <a:lnTo>
                  <a:pt x="515" y="192"/>
                </a:lnTo>
                <a:lnTo>
                  <a:pt x="514" y="194"/>
                </a:lnTo>
                <a:lnTo>
                  <a:pt x="514" y="196"/>
                </a:lnTo>
                <a:lnTo>
                  <a:pt x="514" y="197"/>
                </a:lnTo>
                <a:lnTo>
                  <a:pt x="515" y="198"/>
                </a:lnTo>
                <a:lnTo>
                  <a:pt x="516" y="199"/>
                </a:lnTo>
                <a:lnTo>
                  <a:pt x="517" y="200"/>
                </a:lnTo>
                <a:lnTo>
                  <a:pt x="519" y="201"/>
                </a:lnTo>
                <a:lnTo>
                  <a:pt x="520" y="201"/>
                </a:lnTo>
                <a:lnTo>
                  <a:pt x="523" y="203"/>
                </a:lnTo>
                <a:lnTo>
                  <a:pt x="525" y="204"/>
                </a:lnTo>
                <a:lnTo>
                  <a:pt x="526" y="205"/>
                </a:lnTo>
                <a:lnTo>
                  <a:pt x="527" y="205"/>
                </a:lnTo>
                <a:lnTo>
                  <a:pt x="528" y="206"/>
                </a:lnTo>
                <a:lnTo>
                  <a:pt x="528" y="209"/>
                </a:lnTo>
                <a:lnTo>
                  <a:pt x="529" y="210"/>
                </a:lnTo>
                <a:lnTo>
                  <a:pt x="529" y="209"/>
                </a:lnTo>
                <a:lnTo>
                  <a:pt x="530" y="209"/>
                </a:lnTo>
                <a:lnTo>
                  <a:pt x="531" y="209"/>
                </a:lnTo>
                <a:lnTo>
                  <a:pt x="531" y="210"/>
                </a:lnTo>
                <a:lnTo>
                  <a:pt x="532" y="210"/>
                </a:lnTo>
                <a:lnTo>
                  <a:pt x="533" y="210"/>
                </a:lnTo>
                <a:lnTo>
                  <a:pt x="533" y="211"/>
                </a:lnTo>
                <a:lnTo>
                  <a:pt x="532" y="211"/>
                </a:lnTo>
                <a:lnTo>
                  <a:pt x="532" y="212"/>
                </a:lnTo>
                <a:lnTo>
                  <a:pt x="531" y="213"/>
                </a:lnTo>
                <a:lnTo>
                  <a:pt x="532" y="213"/>
                </a:lnTo>
                <a:lnTo>
                  <a:pt x="532" y="214"/>
                </a:lnTo>
                <a:lnTo>
                  <a:pt x="533" y="214"/>
                </a:lnTo>
                <a:lnTo>
                  <a:pt x="533" y="215"/>
                </a:lnTo>
                <a:lnTo>
                  <a:pt x="533" y="216"/>
                </a:lnTo>
                <a:lnTo>
                  <a:pt x="533" y="217"/>
                </a:lnTo>
                <a:lnTo>
                  <a:pt x="534" y="217"/>
                </a:lnTo>
                <a:lnTo>
                  <a:pt x="534" y="218"/>
                </a:lnTo>
                <a:lnTo>
                  <a:pt x="533" y="219"/>
                </a:lnTo>
                <a:lnTo>
                  <a:pt x="533" y="220"/>
                </a:lnTo>
                <a:lnTo>
                  <a:pt x="533" y="221"/>
                </a:lnTo>
                <a:lnTo>
                  <a:pt x="533" y="222"/>
                </a:lnTo>
                <a:lnTo>
                  <a:pt x="532" y="223"/>
                </a:lnTo>
                <a:lnTo>
                  <a:pt x="531" y="223"/>
                </a:lnTo>
                <a:lnTo>
                  <a:pt x="531" y="224"/>
                </a:lnTo>
                <a:lnTo>
                  <a:pt x="530" y="224"/>
                </a:lnTo>
                <a:lnTo>
                  <a:pt x="529" y="224"/>
                </a:lnTo>
                <a:lnTo>
                  <a:pt x="529" y="225"/>
                </a:lnTo>
                <a:lnTo>
                  <a:pt x="529" y="226"/>
                </a:lnTo>
                <a:lnTo>
                  <a:pt x="529" y="227"/>
                </a:lnTo>
                <a:lnTo>
                  <a:pt x="530" y="228"/>
                </a:lnTo>
                <a:lnTo>
                  <a:pt x="530" y="229"/>
                </a:lnTo>
                <a:lnTo>
                  <a:pt x="531" y="229"/>
                </a:lnTo>
                <a:lnTo>
                  <a:pt x="531" y="230"/>
                </a:lnTo>
                <a:lnTo>
                  <a:pt x="532" y="229"/>
                </a:lnTo>
                <a:lnTo>
                  <a:pt x="533" y="229"/>
                </a:lnTo>
                <a:lnTo>
                  <a:pt x="534" y="230"/>
                </a:lnTo>
                <a:lnTo>
                  <a:pt x="535" y="229"/>
                </a:lnTo>
                <a:lnTo>
                  <a:pt x="536" y="229"/>
                </a:lnTo>
                <a:lnTo>
                  <a:pt x="537" y="230"/>
                </a:lnTo>
                <a:lnTo>
                  <a:pt x="538" y="231"/>
                </a:lnTo>
                <a:lnTo>
                  <a:pt x="539" y="231"/>
                </a:lnTo>
                <a:lnTo>
                  <a:pt x="541" y="230"/>
                </a:lnTo>
                <a:lnTo>
                  <a:pt x="541" y="228"/>
                </a:lnTo>
                <a:lnTo>
                  <a:pt x="542" y="228"/>
                </a:lnTo>
                <a:lnTo>
                  <a:pt x="543" y="228"/>
                </a:lnTo>
                <a:lnTo>
                  <a:pt x="544" y="228"/>
                </a:lnTo>
                <a:lnTo>
                  <a:pt x="544" y="229"/>
                </a:lnTo>
                <a:lnTo>
                  <a:pt x="545" y="229"/>
                </a:lnTo>
                <a:lnTo>
                  <a:pt x="545" y="231"/>
                </a:lnTo>
                <a:lnTo>
                  <a:pt x="546" y="232"/>
                </a:lnTo>
                <a:lnTo>
                  <a:pt x="547" y="232"/>
                </a:lnTo>
                <a:lnTo>
                  <a:pt x="548" y="232"/>
                </a:lnTo>
                <a:lnTo>
                  <a:pt x="549" y="232"/>
                </a:lnTo>
                <a:lnTo>
                  <a:pt x="550" y="232"/>
                </a:lnTo>
                <a:lnTo>
                  <a:pt x="551" y="233"/>
                </a:lnTo>
                <a:lnTo>
                  <a:pt x="550" y="233"/>
                </a:lnTo>
                <a:lnTo>
                  <a:pt x="549" y="236"/>
                </a:lnTo>
                <a:lnTo>
                  <a:pt x="548" y="239"/>
                </a:lnTo>
                <a:lnTo>
                  <a:pt x="547" y="240"/>
                </a:lnTo>
                <a:lnTo>
                  <a:pt x="547" y="241"/>
                </a:lnTo>
                <a:lnTo>
                  <a:pt x="548" y="242"/>
                </a:lnTo>
                <a:lnTo>
                  <a:pt x="549" y="242"/>
                </a:lnTo>
                <a:lnTo>
                  <a:pt x="549" y="243"/>
                </a:lnTo>
                <a:lnTo>
                  <a:pt x="550" y="243"/>
                </a:lnTo>
                <a:lnTo>
                  <a:pt x="551" y="243"/>
                </a:lnTo>
                <a:lnTo>
                  <a:pt x="551" y="244"/>
                </a:lnTo>
                <a:lnTo>
                  <a:pt x="551" y="245"/>
                </a:lnTo>
                <a:lnTo>
                  <a:pt x="551" y="246"/>
                </a:lnTo>
                <a:lnTo>
                  <a:pt x="551" y="248"/>
                </a:lnTo>
                <a:lnTo>
                  <a:pt x="550" y="249"/>
                </a:lnTo>
                <a:lnTo>
                  <a:pt x="551" y="249"/>
                </a:lnTo>
                <a:lnTo>
                  <a:pt x="552" y="250"/>
                </a:lnTo>
                <a:lnTo>
                  <a:pt x="552" y="251"/>
                </a:lnTo>
                <a:lnTo>
                  <a:pt x="552" y="252"/>
                </a:lnTo>
                <a:lnTo>
                  <a:pt x="553" y="253"/>
                </a:lnTo>
                <a:lnTo>
                  <a:pt x="555" y="253"/>
                </a:lnTo>
                <a:lnTo>
                  <a:pt x="555" y="254"/>
                </a:lnTo>
                <a:lnTo>
                  <a:pt x="555" y="255"/>
                </a:lnTo>
                <a:lnTo>
                  <a:pt x="556" y="255"/>
                </a:lnTo>
                <a:lnTo>
                  <a:pt x="556" y="254"/>
                </a:lnTo>
                <a:lnTo>
                  <a:pt x="557" y="253"/>
                </a:lnTo>
                <a:lnTo>
                  <a:pt x="558" y="253"/>
                </a:lnTo>
                <a:lnTo>
                  <a:pt x="559" y="252"/>
                </a:lnTo>
                <a:lnTo>
                  <a:pt x="560" y="252"/>
                </a:lnTo>
                <a:lnTo>
                  <a:pt x="560" y="251"/>
                </a:lnTo>
                <a:lnTo>
                  <a:pt x="561" y="251"/>
                </a:lnTo>
                <a:lnTo>
                  <a:pt x="562" y="251"/>
                </a:lnTo>
                <a:lnTo>
                  <a:pt x="562" y="252"/>
                </a:lnTo>
                <a:lnTo>
                  <a:pt x="563" y="252"/>
                </a:lnTo>
                <a:lnTo>
                  <a:pt x="563" y="253"/>
                </a:lnTo>
                <a:lnTo>
                  <a:pt x="562" y="253"/>
                </a:lnTo>
                <a:lnTo>
                  <a:pt x="562" y="254"/>
                </a:lnTo>
                <a:lnTo>
                  <a:pt x="562" y="255"/>
                </a:lnTo>
                <a:lnTo>
                  <a:pt x="563" y="255"/>
                </a:lnTo>
                <a:lnTo>
                  <a:pt x="563" y="256"/>
                </a:lnTo>
                <a:lnTo>
                  <a:pt x="562" y="256"/>
                </a:lnTo>
                <a:lnTo>
                  <a:pt x="562" y="257"/>
                </a:lnTo>
                <a:lnTo>
                  <a:pt x="562" y="258"/>
                </a:lnTo>
                <a:lnTo>
                  <a:pt x="562" y="259"/>
                </a:lnTo>
                <a:lnTo>
                  <a:pt x="562" y="260"/>
                </a:lnTo>
                <a:lnTo>
                  <a:pt x="561" y="260"/>
                </a:lnTo>
                <a:lnTo>
                  <a:pt x="561" y="261"/>
                </a:lnTo>
                <a:lnTo>
                  <a:pt x="561" y="262"/>
                </a:lnTo>
                <a:lnTo>
                  <a:pt x="560" y="262"/>
                </a:lnTo>
                <a:lnTo>
                  <a:pt x="560" y="263"/>
                </a:lnTo>
                <a:lnTo>
                  <a:pt x="561" y="264"/>
                </a:lnTo>
                <a:lnTo>
                  <a:pt x="560" y="265"/>
                </a:lnTo>
                <a:lnTo>
                  <a:pt x="560" y="267"/>
                </a:lnTo>
                <a:lnTo>
                  <a:pt x="561" y="267"/>
                </a:lnTo>
                <a:lnTo>
                  <a:pt x="565" y="268"/>
                </a:lnTo>
                <a:lnTo>
                  <a:pt x="566" y="268"/>
                </a:lnTo>
                <a:lnTo>
                  <a:pt x="568" y="267"/>
                </a:lnTo>
                <a:lnTo>
                  <a:pt x="569" y="267"/>
                </a:lnTo>
                <a:lnTo>
                  <a:pt x="570" y="267"/>
                </a:lnTo>
                <a:lnTo>
                  <a:pt x="570" y="266"/>
                </a:lnTo>
                <a:lnTo>
                  <a:pt x="571" y="265"/>
                </a:lnTo>
                <a:lnTo>
                  <a:pt x="572" y="265"/>
                </a:lnTo>
                <a:lnTo>
                  <a:pt x="573" y="264"/>
                </a:lnTo>
                <a:lnTo>
                  <a:pt x="574" y="263"/>
                </a:lnTo>
                <a:lnTo>
                  <a:pt x="578" y="260"/>
                </a:lnTo>
                <a:lnTo>
                  <a:pt x="579" y="259"/>
                </a:lnTo>
                <a:lnTo>
                  <a:pt x="580" y="259"/>
                </a:lnTo>
                <a:lnTo>
                  <a:pt x="581" y="259"/>
                </a:lnTo>
                <a:lnTo>
                  <a:pt x="583" y="260"/>
                </a:lnTo>
                <a:lnTo>
                  <a:pt x="584" y="259"/>
                </a:lnTo>
                <a:lnTo>
                  <a:pt x="583" y="258"/>
                </a:lnTo>
                <a:lnTo>
                  <a:pt x="583" y="257"/>
                </a:lnTo>
                <a:lnTo>
                  <a:pt x="584" y="257"/>
                </a:lnTo>
                <a:lnTo>
                  <a:pt x="585" y="258"/>
                </a:lnTo>
                <a:lnTo>
                  <a:pt x="586" y="258"/>
                </a:lnTo>
                <a:lnTo>
                  <a:pt x="586" y="257"/>
                </a:lnTo>
                <a:lnTo>
                  <a:pt x="587" y="256"/>
                </a:lnTo>
                <a:lnTo>
                  <a:pt x="587" y="254"/>
                </a:lnTo>
                <a:lnTo>
                  <a:pt x="586" y="253"/>
                </a:lnTo>
                <a:lnTo>
                  <a:pt x="587" y="253"/>
                </a:lnTo>
                <a:lnTo>
                  <a:pt x="587" y="252"/>
                </a:lnTo>
                <a:lnTo>
                  <a:pt x="588" y="251"/>
                </a:lnTo>
                <a:lnTo>
                  <a:pt x="589" y="251"/>
                </a:lnTo>
                <a:lnTo>
                  <a:pt x="588" y="250"/>
                </a:lnTo>
                <a:lnTo>
                  <a:pt x="588" y="249"/>
                </a:lnTo>
                <a:lnTo>
                  <a:pt x="588" y="248"/>
                </a:lnTo>
                <a:lnTo>
                  <a:pt x="589" y="248"/>
                </a:lnTo>
                <a:lnTo>
                  <a:pt x="589" y="247"/>
                </a:lnTo>
                <a:lnTo>
                  <a:pt x="590" y="247"/>
                </a:lnTo>
                <a:lnTo>
                  <a:pt x="590" y="248"/>
                </a:lnTo>
                <a:lnTo>
                  <a:pt x="591" y="248"/>
                </a:lnTo>
                <a:lnTo>
                  <a:pt x="591" y="247"/>
                </a:lnTo>
                <a:lnTo>
                  <a:pt x="592" y="247"/>
                </a:lnTo>
                <a:lnTo>
                  <a:pt x="592" y="246"/>
                </a:lnTo>
                <a:lnTo>
                  <a:pt x="593" y="245"/>
                </a:lnTo>
                <a:lnTo>
                  <a:pt x="594" y="245"/>
                </a:lnTo>
                <a:lnTo>
                  <a:pt x="595" y="245"/>
                </a:lnTo>
                <a:lnTo>
                  <a:pt x="596" y="245"/>
                </a:lnTo>
                <a:lnTo>
                  <a:pt x="597" y="246"/>
                </a:lnTo>
                <a:lnTo>
                  <a:pt x="597" y="247"/>
                </a:lnTo>
                <a:lnTo>
                  <a:pt x="597" y="248"/>
                </a:lnTo>
                <a:lnTo>
                  <a:pt x="596" y="248"/>
                </a:lnTo>
                <a:lnTo>
                  <a:pt x="595" y="249"/>
                </a:lnTo>
                <a:lnTo>
                  <a:pt x="594" y="249"/>
                </a:lnTo>
                <a:lnTo>
                  <a:pt x="594" y="250"/>
                </a:lnTo>
                <a:lnTo>
                  <a:pt x="595" y="251"/>
                </a:lnTo>
                <a:lnTo>
                  <a:pt x="596" y="251"/>
                </a:lnTo>
                <a:lnTo>
                  <a:pt x="596" y="252"/>
                </a:lnTo>
                <a:lnTo>
                  <a:pt x="596" y="253"/>
                </a:lnTo>
                <a:lnTo>
                  <a:pt x="597" y="254"/>
                </a:lnTo>
                <a:lnTo>
                  <a:pt x="597" y="256"/>
                </a:lnTo>
                <a:lnTo>
                  <a:pt x="596" y="256"/>
                </a:lnTo>
                <a:lnTo>
                  <a:pt x="595" y="257"/>
                </a:lnTo>
                <a:lnTo>
                  <a:pt x="596" y="258"/>
                </a:lnTo>
                <a:lnTo>
                  <a:pt x="597" y="258"/>
                </a:lnTo>
                <a:lnTo>
                  <a:pt x="597" y="259"/>
                </a:lnTo>
                <a:lnTo>
                  <a:pt x="598" y="259"/>
                </a:lnTo>
                <a:lnTo>
                  <a:pt x="597" y="260"/>
                </a:lnTo>
                <a:lnTo>
                  <a:pt x="596" y="260"/>
                </a:lnTo>
                <a:lnTo>
                  <a:pt x="597" y="260"/>
                </a:lnTo>
                <a:lnTo>
                  <a:pt x="597" y="261"/>
                </a:lnTo>
                <a:lnTo>
                  <a:pt x="598" y="261"/>
                </a:lnTo>
                <a:lnTo>
                  <a:pt x="598" y="262"/>
                </a:lnTo>
                <a:lnTo>
                  <a:pt x="599" y="262"/>
                </a:lnTo>
                <a:lnTo>
                  <a:pt x="600" y="262"/>
                </a:lnTo>
                <a:lnTo>
                  <a:pt x="600" y="263"/>
                </a:lnTo>
                <a:lnTo>
                  <a:pt x="600" y="264"/>
                </a:lnTo>
                <a:lnTo>
                  <a:pt x="601" y="265"/>
                </a:lnTo>
                <a:lnTo>
                  <a:pt x="602" y="264"/>
                </a:lnTo>
                <a:lnTo>
                  <a:pt x="603" y="264"/>
                </a:lnTo>
                <a:lnTo>
                  <a:pt x="603" y="265"/>
                </a:lnTo>
                <a:lnTo>
                  <a:pt x="602" y="265"/>
                </a:lnTo>
                <a:lnTo>
                  <a:pt x="602" y="266"/>
                </a:lnTo>
                <a:lnTo>
                  <a:pt x="603" y="267"/>
                </a:lnTo>
                <a:lnTo>
                  <a:pt x="602" y="268"/>
                </a:lnTo>
                <a:lnTo>
                  <a:pt x="601" y="269"/>
                </a:lnTo>
                <a:lnTo>
                  <a:pt x="601" y="270"/>
                </a:lnTo>
                <a:lnTo>
                  <a:pt x="602" y="270"/>
                </a:lnTo>
                <a:lnTo>
                  <a:pt x="603" y="269"/>
                </a:lnTo>
                <a:lnTo>
                  <a:pt x="604" y="269"/>
                </a:lnTo>
                <a:lnTo>
                  <a:pt x="604" y="268"/>
                </a:lnTo>
                <a:lnTo>
                  <a:pt x="605" y="268"/>
                </a:lnTo>
                <a:lnTo>
                  <a:pt x="605" y="267"/>
                </a:lnTo>
                <a:lnTo>
                  <a:pt x="605" y="266"/>
                </a:lnTo>
                <a:lnTo>
                  <a:pt x="607" y="265"/>
                </a:lnTo>
                <a:lnTo>
                  <a:pt x="609" y="264"/>
                </a:lnTo>
                <a:lnTo>
                  <a:pt x="610" y="264"/>
                </a:lnTo>
                <a:lnTo>
                  <a:pt x="610" y="263"/>
                </a:lnTo>
                <a:lnTo>
                  <a:pt x="610" y="262"/>
                </a:lnTo>
                <a:lnTo>
                  <a:pt x="611" y="261"/>
                </a:lnTo>
                <a:lnTo>
                  <a:pt x="612" y="261"/>
                </a:lnTo>
                <a:lnTo>
                  <a:pt x="613" y="261"/>
                </a:lnTo>
                <a:lnTo>
                  <a:pt x="614" y="262"/>
                </a:lnTo>
                <a:lnTo>
                  <a:pt x="615" y="264"/>
                </a:lnTo>
                <a:lnTo>
                  <a:pt x="615" y="265"/>
                </a:lnTo>
                <a:lnTo>
                  <a:pt x="614" y="267"/>
                </a:lnTo>
                <a:lnTo>
                  <a:pt x="614" y="269"/>
                </a:lnTo>
                <a:lnTo>
                  <a:pt x="615" y="269"/>
                </a:lnTo>
                <a:lnTo>
                  <a:pt x="615" y="270"/>
                </a:lnTo>
                <a:lnTo>
                  <a:pt x="614" y="271"/>
                </a:lnTo>
                <a:lnTo>
                  <a:pt x="615" y="271"/>
                </a:lnTo>
                <a:lnTo>
                  <a:pt x="615" y="272"/>
                </a:lnTo>
                <a:lnTo>
                  <a:pt x="616" y="272"/>
                </a:lnTo>
                <a:lnTo>
                  <a:pt x="617" y="273"/>
                </a:lnTo>
                <a:lnTo>
                  <a:pt x="618" y="274"/>
                </a:lnTo>
                <a:lnTo>
                  <a:pt x="618" y="275"/>
                </a:lnTo>
                <a:lnTo>
                  <a:pt x="619" y="275"/>
                </a:lnTo>
                <a:lnTo>
                  <a:pt x="619" y="276"/>
                </a:lnTo>
                <a:lnTo>
                  <a:pt x="618" y="276"/>
                </a:lnTo>
                <a:lnTo>
                  <a:pt x="618" y="277"/>
                </a:lnTo>
                <a:lnTo>
                  <a:pt x="619" y="278"/>
                </a:lnTo>
                <a:lnTo>
                  <a:pt x="620" y="279"/>
                </a:lnTo>
                <a:lnTo>
                  <a:pt x="620" y="280"/>
                </a:lnTo>
                <a:lnTo>
                  <a:pt x="619" y="281"/>
                </a:lnTo>
                <a:lnTo>
                  <a:pt x="617" y="283"/>
                </a:lnTo>
                <a:lnTo>
                  <a:pt x="616" y="283"/>
                </a:lnTo>
                <a:lnTo>
                  <a:pt x="615" y="284"/>
                </a:lnTo>
                <a:lnTo>
                  <a:pt x="615" y="285"/>
                </a:lnTo>
                <a:lnTo>
                  <a:pt x="616" y="286"/>
                </a:lnTo>
                <a:lnTo>
                  <a:pt x="617" y="285"/>
                </a:lnTo>
                <a:lnTo>
                  <a:pt x="618" y="284"/>
                </a:lnTo>
                <a:lnTo>
                  <a:pt x="618" y="285"/>
                </a:lnTo>
                <a:lnTo>
                  <a:pt x="619" y="285"/>
                </a:lnTo>
                <a:lnTo>
                  <a:pt x="621" y="286"/>
                </a:lnTo>
                <a:lnTo>
                  <a:pt x="623" y="284"/>
                </a:lnTo>
                <a:lnTo>
                  <a:pt x="624" y="284"/>
                </a:lnTo>
                <a:lnTo>
                  <a:pt x="625" y="283"/>
                </a:lnTo>
                <a:lnTo>
                  <a:pt x="626" y="284"/>
                </a:lnTo>
                <a:lnTo>
                  <a:pt x="627" y="284"/>
                </a:lnTo>
                <a:lnTo>
                  <a:pt x="628" y="284"/>
                </a:lnTo>
                <a:lnTo>
                  <a:pt x="629" y="285"/>
                </a:lnTo>
                <a:lnTo>
                  <a:pt x="632" y="284"/>
                </a:lnTo>
                <a:lnTo>
                  <a:pt x="633" y="284"/>
                </a:lnTo>
                <a:lnTo>
                  <a:pt x="634" y="284"/>
                </a:lnTo>
                <a:lnTo>
                  <a:pt x="635" y="283"/>
                </a:lnTo>
                <a:lnTo>
                  <a:pt x="635" y="281"/>
                </a:lnTo>
                <a:lnTo>
                  <a:pt x="635" y="280"/>
                </a:lnTo>
                <a:lnTo>
                  <a:pt x="636" y="280"/>
                </a:lnTo>
                <a:lnTo>
                  <a:pt x="637" y="280"/>
                </a:lnTo>
                <a:lnTo>
                  <a:pt x="638" y="280"/>
                </a:lnTo>
                <a:lnTo>
                  <a:pt x="640" y="278"/>
                </a:lnTo>
                <a:lnTo>
                  <a:pt x="641" y="278"/>
                </a:lnTo>
                <a:lnTo>
                  <a:pt x="642" y="278"/>
                </a:lnTo>
                <a:lnTo>
                  <a:pt x="643" y="278"/>
                </a:lnTo>
                <a:lnTo>
                  <a:pt x="644" y="277"/>
                </a:lnTo>
                <a:lnTo>
                  <a:pt x="645" y="277"/>
                </a:lnTo>
                <a:lnTo>
                  <a:pt x="646" y="276"/>
                </a:lnTo>
                <a:lnTo>
                  <a:pt x="649" y="274"/>
                </a:lnTo>
                <a:lnTo>
                  <a:pt x="650" y="273"/>
                </a:lnTo>
                <a:lnTo>
                  <a:pt x="651" y="272"/>
                </a:lnTo>
                <a:lnTo>
                  <a:pt x="652" y="272"/>
                </a:lnTo>
                <a:lnTo>
                  <a:pt x="653" y="272"/>
                </a:lnTo>
                <a:lnTo>
                  <a:pt x="654" y="271"/>
                </a:lnTo>
                <a:lnTo>
                  <a:pt x="655" y="271"/>
                </a:lnTo>
                <a:lnTo>
                  <a:pt x="656" y="271"/>
                </a:lnTo>
                <a:lnTo>
                  <a:pt x="657" y="271"/>
                </a:lnTo>
                <a:lnTo>
                  <a:pt x="658" y="269"/>
                </a:lnTo>
                <a:lnTo>
                  <a:pt x="658" y="268"/>
                </a:lnTo>
                <a:lnTo>
                  <a:pt x="659" y="268"/>
                </a:lnTo>
                <a:lnTo>
                  <a:pt x="660" y="269"/>
                </a:lnTo>
                <a:lnTo>
                  <a:pt x="661" y="269"/>
                </a:lnTo>
                <a:lnTo>
                  <a:pt x="663" y="269"/>
                </a:lnTo>
                <a:lnTo>
                  <a:pt x="663" y="268"/>
                </a:lnTo>
                <a:lnTo>
                  <a:pt x="665" y="268"/>
                </a:lnTo>
                <a:lnTo>
                  <a:pt x="666" y="268"/>
                </a:lnTo>
                <a:lnTo>
                  <a:pt x="667" y="267"/>
                </a:lnTo>
                <a:lnTo>
                  <a:pt x="669" y="268"/>
                </a:lnTo>
                <a:lnTo>
                  <a:pt x="670" y="268"/>
                </a:lnTo>
                <a:lnTo>
                  <a:pt x="671" y="268"/>
                </a:lnTo>
                <a:lnTo>
                  <a:pt x="673" y="268"/>
                </a:lnTo>
                <a:lnTo>
                  <a:pt x="675" y="268"/>
                </a:lnTo>
                <a:lnTo>
                  <a:pt x="676" y="267"/>
                </a:lnTo>
                <a:lnTo>
                  <a:pt x="677" y="266"/>
                </a:lnTo>
                <a:lnTo>
                  <a:pt x="678" y="266"/>
                </a:lnTo>
                <a:lnTo>
                  <a:pt x="679" y="265"/>
                </a:lnTo>
                <a:lnTo>
                  <a:pt x="680" y="263"/>
                </a:lnTo>
                <a:lnTo>
                  <a:pt x="681" y="262"/>
                </a:lnTo>
                <a:lnTo>
                  <a:pt x="682" y="261"/>
                </a:lnTo>
                <a:lnTo>
                  <a:pt x="683" y="261"/>
                </a:lnTo>
                <a:lnTo>
                  <a:pt x="684" y="261"/>
                </a:lnTo>
                <a:lnTo>
                  <a:pt x="684" y="260"/>
                </a:lnTo>
                <a:lnTo>
                  <a:pt x="684" y="258"/>
                </a:lnTo>
                <a:lnTo>
                  <a:pt x="683" y="257"/>
                </a:lnTo>
                <a:lnTo>
                  <a:pt x="683" y="256"/>
                </a:lnTo>
                <a:lnTo>
                  <a:pt x="683" y="255"/>
                </a:lnTo>
                <a:lnTo>
                  <a:pt x="684" y="254"/>
                </a:lnTo>
                <a:lnTo>
                  <a:pt x="684" y="253"/>
                </a:lnTo>
                <a:lnTo>
                  <a:pt x="685" y="253"/>
                </a:lnTo>
                <a:lnTo>
                  <a:pt x="685" y="252"/>
                </a:lnTo>
                <a:lnTo>
                  <a:pt x="685" y="251"/>
                </a:lnTo>
                <a:lnTo>
                  <a:pt x="684" y="250"/>
                </a:lnTo>
                <a:lnTo>
                  <a:pt x="683" y="250"/>
                </a:lnTo>
                <a:lnTo>
                  <a:pt x="683" y="249"/>
                </a:lnTo>
                <a:lnTo>
                  <a:pt x="684" y="248"/>
                </a:lnTo>
                <a:lnTo>
                  <a:pt x="685" y="247"/>
                </a:lnTo>
                <a:lnTo>
                  <a:pt x="686" y="245"/>
                </a:lnTo>
                <a:lnTo>
                  <a:pt x="686" y="244"/>
                </a:lnTo>
                <a:lnTo>
                  <a:pt x="686" y="242"/>
                </a:lnTo>
                <a:lnTo>
                  <a:pt x="687" y="242"/>
                </a:lnTo>
                <a:lnTo>
                  <a:pt x="687" y="241"/>
                </a:lnTo>
                <a:lnTo>
                  <a:pt x="686" y="240"/>
                </a:lnTo>
                <a:lnTo>
                  <a:pt x="686" y="239"/>
                </a:lnTo>
                <a:lnTo>
                  <a:pt x="685" y="239"/>
                </a:lnTo>
                <a:lnTo>
                  <a:pt x="685" y="238"/>
                </a:lnTo>
                <a:lnTo>
                  <a:pt x="684" y="237"/>
                </a:lnTo>
                <a:lnTo>
                  <a:pt x="685" y="236"/>
                </a:lnTo>
                <a:lnTo>
                  <a:pt x="686" y="236"/>
                </a:lnTo>
                <a:lnTo>
                  <a:pt x="686" y="235"/>
                </a:lnTo>
                <a:lnTo>
                  <a:pt x="686" y="233"/>
                </a:lnTo>
                <a:lnTo>
                  <a:pt x="686" y="231"/>
                </a:lnTo>
                <a:lnTo>
                  <a:pt x="686" y="230"/>
                </a:lnTo>
                <a:lnTo>
                  <a:pt x="686" y="231"/>
                </a:lnTo>
                <a:lnTo>
                  <a:pt x="686" y="230"/>
                </a:lnTo>
                <a:lnTo>
                  <a:pt x="685" y="229"/>
                </a:lnTo>
                <a:lnTo>
                  <a:pt x="684" y="228"/>
                </a:lnTo>
                <a:lnTo>
                  <a:pt x="683" y="228"/>
                </a:lnTo>
                <a:lnTo>
                  <a:pt x="684" y="228"/>
                </a:lnTo>
                <a:lnTo>
                  <a:pt x="685" y="227"/>
                </a:lnTo>
                <a:lnTo>
                  <a:pt x="686" y="227"/>
                </a:lnTo>
                <a:lnTo>
                  <a:pt x="687" y="227"/>
                </a:lnTo>
                <a:lnTo>
                  <a:pt x="690" y="228"/>
                </a:lnTo>
                <a:lnTo>
                  <a:pt x="691" y="228"/>
                </a:lnTo>
                <a:lnTo>
                  <a:pt x="692" y="227"/>
                </a:lnTo>
                <a:lnTo>
                  <a:pt x="693" y="226"/>
                </a:lnTo>
                <a:lnTo>
                  <a:pt x="693" y="225"/>
                </a:lnTo>
                <a:lnTo>
                  <a:pt x="693" y="224"/>
                </a:lnTo>
                <a:lnTo>
                  <a:pt x="692" y="224"/>
                </a:lnTo>
                <a:lnTo>
                  <a:pt x="691" y="223"/>
                </a:lnTo>
                <a:lnTo>
                  <a:pt x="691" y="222"/>
                </a:lnTo>
                <a:lnTo>
                  <a:pt x="691" y="221"/>
                </a:lnTo>
                <a:lnTo>
                  <a:pt x="689" y="219"/>
                </a:lnTo>
                <a:lnTo>
                  <a:pt x="688" y="220"/>
                </a:lnTo>
                <a:lnTo>
                  <a:pt x="687" y="220"/>
                </a:lnTo>
                <a:lnTo>
                  <a:pt x="687" y="219"/>
                </a:lnTo>
                <a:lnTo>
                  <a:pt x="686" y="218"/>
                </a:lnTo>
                <a:lnTo>
                  <a:pt x="686" y="217"/>
                </a:lnTo>
                <a:lnTo>
                  <a:pt x="689" y="216"/>
                </a:lnTo>
                <a:lnTo>
                  <a:pt x="691" y="215"/>
                </a:lnTo>
                <a:lnTo>
                  <a:pt x="693" y="214"/>
                </a:lnTo>
                <a:lnTo>
                  <a:pt x="696" y="215"/>
                </a:lnTo>
                <a:lnTo>
                  <a:pt x="696" y="216"/>
                </a:lnTo>
                <a:lnTo>
                  <a:pt x="696" y="215"/>
                </a:lnTo>
                <a:lnTo>
                  <a:pt x="697" y="215"/>
                </a:lnTo>
                <a:lnTo>
                  <a:pt x="698" y="215"/>
                </a:lnTo>
                <a:lnTo>
                  <a:pt x="699" y="218"/>
                </a:lnTo>
                <a:lnTo>
                  <a:pt x="700" y="220"/>
                </a:lnTo>
                <a:lnTo>
                  <a:pt x="702" y="220"/>
                </a:lnTo>
                <a:lnTo>
                  <a:pt x="703" y="220"/>
                </a:lnTo>
                <a:lnTo>
                  <a:pt x="703" y="219"/>
                </a:lnTo>
                <a:lnTo>
                  <a:pt x="704" y="218"/>
                </a:lnTo>
                <a:lnTo>
                  <a:pt x="703" y="218"/>
                </a:lnTo>
                <a:lnTo>
                  <a:pt x="703" y="217"/>
                </a:lnTo>
                <a:lnTo>
                  <a:pt x="702" y="216"/>
                </a:lnTo>
                <a:lnTo>
                  <a:pt x="701" y="215"/>
                </a:lnTo>
                <a:lnTo>
                  <a:pt x="701" y="214"/>
                </a:lnTo>
                <a:lnTo>
                  <a:pt x="701" y="213"/>
                </a:lnTo>
                <a:lnTo>
                  <a:pt x="702" y="213"/>
                </a:lnTo>
                <a:lnTo>
                  <a:pt x="703" y="212"/>
                </a:lnTo>
                <a:lnTo>
                  <a:pt x="704" y="212"/>
                </a:lnTo>
                <a:lnTo>
                  <a:pt x="704" y="211"/>
                </a:lnTo>
                <a:lnTo>
                  <a:pt x="705" y="211"/>
                </a:lnTo>
                <a:lnTo>
                  <a:pt x="705" y="210"/>
                </a:lnTo>
                <a:lnTo>
                  <a:pt x="706" y="210"/>
                </a:lnTo>
                <a:lnTo>
                  <a:pt x="708" y="209"/>
                </a:lnTo>
                <a:lnTo>
                  <a:pt x="709" y="210"/>
                </a:lnTo>
                <a:lnTo>
                  <a:pt x="710" y="209"/>
                </a:lnTo>
                <a:lnTo>
                  <a:pt x="711" y="209"/>
                </a:lnTo>
                <a:lnTo>
                  <a:pt x="712" y="207"/>
                </a:lnTo>
                <a:lnTo>
                  <a:pt x="712" y="206"/>
                </a:lnTo>
                <a:lnTo>
                  <a:pt x="711" y="206"/>
                </a:lnTo>
                <a:lnTo>
                  <a:pt x="711" y="205"/>
                </a:lnTo>
                <a:lnTo>
                  <a:pt x="712" y="203"/>
                </a:lnTo>
                <a:lnTo>
                  <a:pt x="712" y="201"/>
                </a:lnTo>
                <a:lnTo>
                  <a:pt x="712" y="200"/>
                </a:lnTo>
                <a:lnTo>
                  <a:pt x="713" y="200"/>
                </a:lnTo>
                <a:lnTo>
                  <a:pt x="713" y="199"/>
                </a:lnTo>
                <a:lnTo>
                  <a:pt x="713" y="198"/>
                </a:lnTo>
                <a:lnTo>
                  <a:pt x="714" y="198"/>
                </a:lnTo>
                <a:lnTo>
                  <a:pt x="715" y="199"/>
                </a:lnTo>
                <a:lnTo>
                  <a:pt x="718" y="196"/>
                </a:lnTo>
                <a:lnTo>
                  <a:pt x="720" y="196"/>
                </a:lnTo>
                <a:lnTo>
                  <a:pt x="721" y="196"/>
                </a:lnTo>
                <a:lnTo>
                  <a:pt x="722" y="197"/>
                </a:lnTo>
                <a:lnTo>
                  <a:pt x="722" y="198"/>
                </a:lnTo>
                <a:lnTo>
                  <a:pt x="721" y="198"/>
                </a:lnTo>
                <a:lnTo>
                  <a:pt x="722" y="199"/>
                </a:lnTo>
                <a:lnTo>
                  <a:pt x="723" y="201"/>
                </a:lnTo>
                <a:lnTo>
                  <a:pt x="725" y="202"/>
                </a:lnTo>
                <a:lnTo>
                  <a:pt x="726" y="203"/>
                </a:lnTo>
                <a:lnTo>
                  <a:pt x="729" y="204"/>
                </a:lnTo>
                <a:lnTo>
                  <a:pt x="730" y="205"/>
                </a:lnTo>
                <a:lnTo>
                  <a:pt x="731" y="206"/>
                </a:lnTo>
                <a:lnTo>
                  <a:pt x="733" y="210"/>
                </a:lnTo>
                <a:lnTo>
                  <a:pt x="733" y="212"/>
                </a:lnTo>
                <a:lnTo>
                  <a:pt x="734" y="212"/>
                </a:lnTo>
                <a:lnTo>
                  <a:pt x="734" y="213"/>
                </a:lnTo>
                <a:lnTo>
                  <a:pt x="734" y="215"/>
                </a:lnTo>
                <a:lnTo>
                  <a:pt x="734" y="216"/>
                </a:lnTo>
                <a:lnTo>
                  <a:pt x="735" y="216"/>
                </a:lnTo>
                <a:lnTo>
                  <a:pt x="736" y="217"/>
                </a:lnTo>
                <a:lnTo>
                  <a:pt x="737" y="217"/>
                </a:lnTo>
                <a:lnTo>
                  <a:pt x="737" y="216"/>
                </a:lnTo>
                <a:lnTo>
                  <a:pt x="738" y="215"/>
                </a:lnTo>
                <a:lnTo>
                  <a:pt x="738" y="214"/>
                </a:lnTo>
                <a:lnTo>
                  <a:pt x="739" y="214"/>
                </a:lnTo>
                <a:lnTo>
                  <a:pt x="740" y="214"/>
                </a:lnTo>
                <a:lnTo>
                  <a:pt x="743" y="213"/>
                </a:lnTo>
                <a:lnTo>
                  <a:pt x="746" y="212"/>
                </a:lnTo>
                <a:lnTo>
                  <a:pt x="747" y="212"/>
                </a:lnTo>
                <a:lnTo>
                  <a:pt x="747" y="213"/>
                </a:lnTo>
                <a:lnTo>
                  <a:pt x="750" y="214"/>
                </a:lnTo>
                <a:lnTo>
                  <a:pt x="750" y="215"/>
                </a:lnTo>
                <a:lnTo>
                  <a:pt x="752" y="218"/>
                </a:lnTo>
                <a:lnTo>
                  <a:pt x="752" y="219"/>
                </a:lnTo>
                <a:lnTo>
                  <a:pt x="752" y="220"/>
                </a:lnTo>
                <a:lnTo>
                  <a:pt x="752" y="221"/>
                </a:lnTo>
                <a:lnTo>
                  <a:pt x="753" y="220"/>
                </a:lnTo>
                <a:lnTo>
                  <a:pt x="754" y="220"/>
                </a:lnTo>
                <a:lnTo>
                  <a:pt x="756" y="221"/>
                </a:lnTo>
                <a:lnTo>
                  <a:pt x="758" y="223"/>
                </a:lnTo>
                <a:lnTo>
                  <a:pt x="760" y="225"/>
                </a:lnTo>
                <a:lnTo>
                  <a:pt x="762" y="227"/>
                </a:lnTo>
                <a:lnTo>
                  <a:pt x="762" y="228"/>
                </a:lnTo>
                <a:lnTo>
                  <a:pt x="761" y="228"/>
                </a:lnTo>
                <a:lnTo>
                  <a:pt x="764" y="230"/>
                </a:lnTo>
                <a:lnTo>
                  <a:pt x="766" y="231"/>
                </a:lnTo>
                <a:lnTo>
                  <a:pt x="767" y="233"/>
                </a:lnTo>
                <a:lnTo>
                  <a:pt x="768" y="233"/>
                </a:lnTo>
                <a:lnTo>
                  <a:pt x="767" y="234"/>
                </a:lnTo>
                <a:lnTo>
                  <a:pt x="767" y="235"/>
                </a:lnTo>
                <a:lnTo>
                  <a:pt x="767" y="236"/>
                </a:lnTo>
                <a:lnTo>
                  <a:pt x="767" y="237"/>
                </a:lnTo>
                <a:lnTo>
                  <a:pt x="771" y="241"/>
                </a:lnTo>
                <a:lnTo>
                  <a:pt x="772" y="242"/>
                </a:lnTo>
                <a:lnTo>
                  <a:pt x="773" y="242"/>
                </a:lnTo>
                <a:lnTo>
                  <a:pt x="773" y="241"/>
                </a:lnTo>
                <a:lnTo>
                  <a:pt x="773" y="238"/>
                </a:lnTo>
                <a:lnTo>
                  <a:pt x="774" y="237"/>
                </a:lnTo>
                <a:lnTo>
                  <a:pt x="774" y="236"/>
                </a:lnTo>
                <a:lnTo>
                  <a:pt x="773" y="234"/>
                </a:lnTo>
                <a:lnTo>
                  <a:pt x="772" y="231"/>
                </a:lnTo>
                <a:lnTo>
                  <a:pt x="772" y="229"/>
                </a:lnTo>
                <a:lnTo>
                  <a:pt x="773" y="229"/>
                </a:lnTo>
                <a:lnTo>
                  <a:pt x="772" y="227"/>
                </a:lnTo>
                <a:lnTo>
                  <a:pt x="771" y="225"/>
                </a:lnTo>
                <a:lnTo>
                  <a:pt x="771" y="223"/>
                </a:lnTo>
                <a:lnTo>
                  <a:pt x="771" y="221"/>
                </a:lnTo>
                <a:lnTo>
                  <a:pt x="770" y="221"/>
                </a:lnTo>
                <a:lnTo>
                  <a:pt x="769" y="222"/>
                </a:lnTo>
                <a:lnTo>
                  <a:pt x="768" y="222"/>
                </a:lnTo>
                <a:lnTo>
                  <a:pt x="767" y="221"/>
                </a:lnTo>
                <a:lnTo>
                  <a:pt x="766" y="221"/>
                </a:lnTo>
                <a:lnTo>
                  <a:pt x="766" y="220"/>
                </a:lnTo>
                <a:lnTo>
                  <a:pt x="766" y="219"/>
                </a:lnTo>
                <a:lnTo>
                  <a:pt x="766" y="218"/>
                </a:lnTo>
                <a:lnTo>
                  <a:pt x="767" y="218"/>
                </a:lnTo>
                <a:lnTo>
                  <a:pt x="768" y="217"/>
                </a:lnTo>
                <a:lnTo>
                  <a:pt x="768" y="216"/>
                </a:lnTo>
                <a:lnTo>
                  <a:pt x="768" y="215"/>
                </a:lnTo>
                <a:lnTo>
                  <a:pt x="767" y="215"/>
                </a:lnTo>
                <a:lnTo>
                  <a:pt x="767" y="213"/>
                </a:lnTo>
                <a:lnTo>
                  <a:pt x="769" y="206"/>
                </a:lnTo>
                <a:lnTo>
                  <a:pt x="770" y="206"/>
                </a:lnTo>
                <a:lnTo>
                  <a:pt x="770" y="207"/>
                </a:lnTo>
                <a:lnTo>
                  <a:pt x="771" y="207"/>
                </a:lnTo>
                <a:lnTo>
                  <a:pt x="772" y="210"/>
                </a:lnTo>
                <a:lnTo>
                  <a:pt x="773" y="210"/>
                </a:lnTo>
                <a:lnTo>
                  <a:pt x="774" y="210"/>
                </a:lnTo>
                <a:lnTo>
                  <a:pt x="773" y="207"/>
                </a:lnTo>
                <a:lnTo>
                  <a:pt x="773" y="206"/>
                </a:lnTo>
                <a:lnTo>
                  <a:pt x="772" y="206"/>
                </a:lnTo>
                <a:lnTo>
                  <a:pt x="771" y="206"/>
                </a:lnTo>
                <a:lnTo>
                  <a:pt x="771" y="205"/>
                </a:lnTo>
                <a:lnTo>
                  <a:pt x="770" y="204"/>
                </a:lnTo>
                <a:lnTo>
                  <a:pt x="771" y="203"/>
                </a:lnTo>
                <a:lnTo>
                  <a:pt x="771" y="202"/>
                </a:lnTo>
                <a:lnTo>
                  <a:pt x="772" y="201"/>
                </a:lnTo>
                <a:lnTo>
                  <a:pt x="773" y="198"/>
                </a:lnTo>
                <a:lnTo>
                  <a:pt x="774" y="197"/>
                </a:lnTo>
                <a:lnTo>
                  <a:pt x="775" y="197"/>
                </a:lnTo>
                <a:lnTo>
                  <a:pt x="775" y="196"/>
                </a:lnTo>
                <a:lnTo>
                  <a:pt x="777" y="196"/>
                </a:lnTo>
                <a:lnTo>
                  <a:pt x="779" y="195"/>
                </a:lnTo>
                <a:lnTo>
                  <a:pt x="781" y="196"/>
                </a:lnTo>
                <a:lnTo>
                  <a:pt x="782" y="197"/>
                </a:lnTo>
                <a:lnTo>
                  <a:pt x="783" y="197"/>
                </a:lnTo>
                <a:lnTo>
                  <a:pt x="784" y="197"/>
                </a:lnTo>
                <a:lnTo>
                  <a:pt x="784" y="198"/>
                </a:lnTo>
                <a:lnTo>
                  <a:pt x="784" y="196"/>
                </a:lnTo>
                <a:lnTo>
                  <a:pt x="784" y="195"/>
                </a:lnTo>
                <a:lnTo>
                  <a:pt x="783" y="194"/>
                </a:lnTo>
                <a:lnTo>
                  <a:pt x="782" y="194"/>
                </a:lnTo>
                <a:lnTo>
                  <a:pt x="782" y="193"/>
                </a:lnTo>
                <a:lnTo>
                  <a:pt x="781" y="193"/>
                </a:lnTo>
                <a:lnTo>
                  <a:pt x="780" y="192"/>
                </a:lnTo>
                <a:lnTo>
                  <a:pt x="779" y="191"/>
                </a:lnTo>
                <a:lnTo>
                  <a:pt x="778" y="191"/>
                </a:lnTo>
                <a:lnTo>
                  <a:pt x="778" y="189"/>
                </a:lnTo>
                <a:lnTo>
                  <a:pt x="779" y="189"/>
                </a:lnTo>
                <a:lnTo>
                  <a:pt x="779" y="188"/>
                </a:lnTo>
                <a:lnTo>
                  <a:pt x="778" y="188"/>
                </a:lnTo>
                <a:lnTo>
                  <a:pt x="778" y="187"/>
                </a:lnTo>
                <a:lnTo>
                  <a:pt x="778" y="186"/>
                </a:lnTo>
                <a:lnTo>
                  <a:pt x="778" y="184"/>
                </a:lnTo>
                <a:lnTo>
                  <a:pt x="779" y="183"/>
                </a:lnTo>
                <a:lnTo>
                  <a:pt x="780" y="183"/>
                </a:lnTo>
                <a:lnTo>
                  <a:pt x="781" y="183"/>
                </a:lnTo>
                <a:lnTo>
                  <a:pt x="782" y="183"/>
                </a:lnTo>
                <a:lnTo>
                  <a:pt x="783" y="184"/>
                </a:lnTo>
                <a:lnTo>
                  <a:pt x="783" y="182"/>
                </a:lnTo>
                <a:lnTo>
                  <a:pt x="783" y="181"/>
                </a:lnTo>
                <a:lnTo>
                  <a:pt x="784" y="180"/>
                </a:lnTo>
                <a:lnTo>
                  <a:pt x="783" y="180"/>
                </a:lnTo>
                <a:lnTo>
                  <a:pt x="782" y="180"/>
                </a:lnTo>
                <a:lnTo>
                  <a:pt x="782" y="178"/>
                </a:lnTo>
                <a:lnTo>
                  <a:pt x="782" y="176"/>
                </a:lnTo>
                <a:lnTo>
                  <a:pt x="783" y="176"/>
                </a:lnTo>
                <a:lnTo>
                  <a:pt x="785" y="176"/>
                </a:lnTo>
                <a:lnTo>
                  <a:pt x="786" y="176"/>
                </a:lnTo>
                <a:lnTo>
                  <a:pt x="788" y="175"/>
                </a:lnTo>
                <a:lnTo>
                  <a:pt x="789" y="173"/>
                </a:lnTo>
                <a:lnTo>
                  <a:pt x="791" y="173"/>
                </a:lnTo>
                <a:lnTo>
                  <a:pt x="793" y="173"/>
                </a:lnTo>
                <a:lnTo>
                  <a:pt x="794" y="173"/>
                </a:lnTo>
                <a:lnTo>
                  <a:pt x="796" y="173"/>
                </a:lnTo>
                <a:lnTo>
                  <a:pt x="796" y="174"/>
                </a:lnTo>
                <a:lnTo>
                  <a:pt x="797" y="174"/>
                </a:lnTo>
                <a:lnTo>
                  <a:pt x="797" y="175"/>
                </a:lnTo>
                <a:lnTo>
                  <a:pt x="800" y="175"/>
                </a:lnTo>
                <a:lnTo>
                  <a:pt x="801" y="176"/>
                </a:lnTo>
                <a:lnTo>
                  <a:pt x="800" y="178"/>
                </a:lnTo>
                <a:lnTo>
                  <a:pt x="800" y="180"/>
                </a:lnTo>
                <a:lnTo>
                  <a:pt x="801" y="180"/>
                </a:lnTo>
                <a:lnTo>
                  <a:pt x="802" y="181"/>
                </a:lnTo>
                <a:lnTo>
                  <a:pt x="802" y="182"/>
                </a:lnTo>
                <a:lnTo>
                  <a:pt x="803" y="183"/>
                </a:lnTo>
                <a:lnTo>
                  <a:pt x="803" y="184"/>
                </a:lnTo>
                <a:lnTo>
                  <a:pt x="803" y="185"/>
                </a:lnTo>
                <a:lnTo>
                  <a:pt x="802" y="185"/>
                </a:lnTo>
                <a:lnTo>
                  <a:pt x="801" y="186"/>
                </a:lnTo>
                <a:lnTo>
                  <a:pt x="800" y="189"/>
                </a:lnTo>
                <a:lnTo>
                  <a:pt x="802" y="190"/>
                </a:lnTo>
                <a:lnTo>
                  <a:pt x="803" y="190"/>
                </a:lnTo>
                <a:lnTo>
                  <a:pt x="804" y="191"/>
                </a:lnTo>
                <a:lnTo>
                  <a:pt x="804" y="192"/>
                </a:lnTo>
                <a:lnTo>
                  <a:pt x="804" y="193"/>
                </a:lnTo>
                <a:lnTo>
                  <a:pt x="805" y="193"/>
                </a:lnTo>
                <a:lnTo>
                  <a:pt x="806" y="195"/>
                </a:lnTo>
                <a:lnTo>
                  <a:pt x="807" y="195"/>
                </a:lnTo>
                <a:lnTo>
                  <a:pt x="807" y="194"/>
                </a:lnTo>
                <a:lnTo>
                  <a:pt x="807" y="193"/>
                </a:lnTo>
                <a:lnTo>
                  <a:pt x="808" y="192"/>
                </a:lnTo>
                <a:lnTo>
                  <a:pt x="808" y="191"/>
                </a:lnTo>
                <a:lnTo>
                  <a:pt x="809" y="191"/>
                </a:lnTo>
                <a:lnTo>
                  <a:pt x="810" y="191"/>
                </a:lnTo>
                <a:lnTo>
                  <a:pt x="812" y="190"/>
                </a:lnTo>
                <a:lnTo>
                  <a:pt x="813" y="190"/>
                </a:lnTo>
                <a:lnTo>
                  <a:pt x="813" y="189"/>
                </a:lnTo>
                <a:lnTo>
                  <a:pt x="814" y="189"/>
                </a:lnTo>
                <a:lnTo>
                  <a:pt x="815" y="189"/>
                </a:lnTo>
                <a:lnTo>
                  <a:pt x="816" y="188"/>
                </a:lnTo>
                <a:lnTo>
                  <a:pt x="819" y="189"/>
                </a:lnTo>
                <a:lnTo>
                  <a:pt x="819" y="188"/>
                </a:lnTo>
                <a:lnTo>
                  <a:pt x="820" y="188"/>
                </a:lnTo>
                <a:lnTo>
                  <a:pt x="821" y="188"/>
                </a:lnTo>
                <a:lnTo>
                  <a:pt x="821" y="189"/>
                </a:lnTo>
                <a:lnTo>
                  <a:pt x="821" y="190"/>
                </a:lnTo>
                <a:lnTo>
                  <a:pt x="820" y="190"/>
                </a:lnTo>
                <a:lnTo>
                  <a:pt x="820" y="191"/>
                </a:lnTo>
                <a:lnTo>
                  <a:pt x="821" y="191"/>
                </a:lnTo>
                <a:lnTo>
                  <a:pt x="823" y="191"/>
                </a:lnTo>
                <a:lnTo>
                  <a:pt x="825" y="191"/>
                </a:lnTo>
                <a:lnTo>
                  <a:pt x="826" y="190"/>
                </a:lnTo>
                <a:lnTo>
                  <a:pt x="827" y="190"/>
                </a:lnTo>
                <a:lnTo>
                  <a:pt x="828" y="188"/>
                </a:lnTo>
                <a:lnTo>
                  <a:pt x="831" y="188"/>
                </a:lnTo>
                <a:lnTo>
                  <a:pt x="832" y="188"/>
                </a:lnTo>
                <a:lnTo>
                  <a:pt x="835" y="190"/>
                </a:lnTo>
                <a:lnTo>
                  <a:pt x="835" y="191"/>
                </a:lnTo>
                <a:lnTo>
                  <a:pt x="836" y="193"/>
                </a:lnTo>
                <a:lnTo>
                  <a:pt x="838" y="192"/>
                </a:lnTo>
                <a:lnTo>
                  <a:pt x="839" y="192"/>
                </a:lnTo>
                <a:lnTo>
                  <a:pt x="840" y="192"/>
                </a:lnTo>
                <a:lnTo>
                  <a:pt x="842" y="194"/>
                </a:lnTo>
                <a:lnTo>
                  <a:pt x="843" y="195"/>
                </a:lnTo>
                <a:lnTo>
                  <a:pt x="845" y="196"/>
                </a:lnTo>
                <a:lnTo>
                  <a:pt x="846" y="196"/>
                </a:lnTo>
                <a:lnTo>
                  <a:pt x="847" y="195"/>
                </a:lnTo>
                <a:lnTo>
                  <a:pt x="849" y="193"/>
                </a:lnTo>
                <a:lnTo>
                  <a:pt x="849" y="194"/>
                </a:lnTo>
                <a:lnTo>
                  <a:pt x="850" y="194"/>
                </a:lnTo>
                <a:lnTo>
                  <a:pt x="849" y="194"/>
                </a:lnTo>
                <a:lnTo>
                  <a:pt x="850" y="194"/>
                </a:lnTo>
                <a:lnTo>
                  <a:pt x="851" y="194"/>
                </a:lnTo>
                <a:lnTo>
                  <a:pt x="852" y="192"/>
                </a:lnTo>
                <a:lnTo>
                  <a:pt x="853" y="191"/>
                </a:lnTo>
                <a:lnTo>
                  <a:pt x="853" y="190"/>
                </a:lnTo>
                <a:lnTo>
                  <a:pt x="854" y="191"/>
                </a:lnTo>
                <a:lnTo>
                  <a:pt x="855" y="191"/>
                </a:lnTo>
                <a:lnTo>
                  <a:pt x="856" y="190"/>
                </a:lnTo>
                <a:lnTo>
                  <a:pt x="856" y="189"/>
                </a:lnTo>
                <a:lnTo>
                  <a:pt x="857" y="188"/>
                </a:lnTo>
                <a:lnTo>
                  <a:pt x="856" y="188"/>
                </a:lnTo>
                <a:lnTo>
                  <a:pt x="854" y="186"/>
                </a:lnTo>
                <a:lnTo>
                  <a:pt x="853" y="186"/>
                </a:lnTo>
                <a:lnTo>
                  <a:pt x="852" y="185"/>
                </a:lnTo>
                <a:lnTo>
                  <a:pt x="851" y="185"/>
                </a:lnTo>
                <a:lnTo>
                  <a:pt x="850" y="185"/>
                </a:lnTo>
                <a:lnTo>
                  <a:pt x="849" y="184"/>
                </a:lnTo>
                <a:lnTo>
                  <a:pt x="849" y="183"/>
                </a:lnTo>
                <a:lnTo>
                  <a:pt x="849" y="182"/>
                </a:lnTo>
                <a:lnTo>
                  <a:pt x="848" y="179"/>
                </a:lnTo>
                <a:lnTo>
                  <a:pt x="848" y="178"/>
                </a:lnTo>
                <a:lnTo>
                  <a:pt x="848" y="177"/>
                </a:lnTo>
                <a:lnTo>
                  <a:pt x="849" y="177"/>
                </a:lnTo>
                <a:lnTo>
                  <a:pt x="849" y="176"/>
                </a:lnTo>
                <a:lnTo>
                  <a:pt x="849" y="175"/>
                </a:lnTo>
                <a:lnTo>
                  <a:pt x="848" y="175"/>
                </a:lnTo>
                <a:lnTo>
                  <a:pt x="847" y="175"/>
                </a:lnTo>
                <a:lnTo>
                  <a:pt x="846" y="173"/>
                </a:lnTo>
                <a:lnTo>
                  <a:pt x="846" y="172"/>
                </a:lnTo>
                <a:lnTo>
                  <a:pt x="846" y="171"/>
                </a:lnTo>
                <a:lnTo>
                  <a:pt x="847" y="169"/>
                </a:lnTo>
                <a:lnTo>
                  <a:pt x="849" y="165"/>
                </a:lnTo>
                <a:lnTo>
                  <a:pt x="850" y="162"/>
                </a:lnTo>
                <a:lnTo>
                  <a:pt x="851" y="160"/>
                </a:lnTo>
                <a:lnTo>
                  <a:pt x="852" y="160"/>
                </a:lnTo>
                <a:lnTo>
                  <a:pt x="853" y="159"/>
                </a:lnTo>
                <a:lnTo>
                  <a:pt x="853" y="158"/>
                </a:lnTo>
                <a:lnTo>
                  <a:pt x="853" y="157"/>
                </a:lnTo>
                <a:lnTo>
                  <a:pt x="852" y="156"/>
                </a:lnTo>
                <a:lnTo>
                  <a:pt x="852" y="155"/>
                </a:lnTo>
                <a:lnTo>
                  <a:pt x="853" y="155"/>
                </a:lnTo>
                <a:lnTo>
                  <a:pt x="854" y="154"/>
                </a:lnTo>
                <a:lnTo>
                  <a:pt x="853" y="154"/>
                </a:lnTo>
                <a:lnTo>
                  <a:pt x="851" y="153"/>
                </a:lnTo>
                <a:lnTo>
                  <a:pt x="850" y="152"/>
                </a:lnTo>
                <a:lnTo>
                  <a:pt x="849" y="152"/>
                </a:lnTo>
                <a:lnTo>
                  <a:pt x="849" y="151"/>
                </a:lnTo>
                <a:lnTo>
                  <a:pt x="849" y="150"/>
                </a:lnTo>
                <a:lnTo>
                  <a:pt x="849" y="149"/>
                </a:lnTo>
                <a:lnTo>
                  <a:pt x="848" y="149"/>
                </a:lnTo>
                <a:lnTo>
                  <a:pt x="847" y="150"/>
                </a:lnTo>
                <a:lnTo>
                  <a:pt x="847" y="151"/>
                </a:lnTo>
                <a:lnTo>
                  <a:pt x="847" y="152"/>
                </a:lnTo>
                <a:lnTo>
                  <a:pt x="846" y="153"/>
                </a:lnTo>
                <a:lnTo>
                  <a:pt x="845" y="153"/>
                </a:lnTo>
                <a:lnTo>
                  <a:pt x="844" y="153"/>
                </a:lnTo>
                <a:lnTo>
                  <a:pt x="843" y="153"/>
                </a:lnTo>
                <a:lnTo>
                  <a:pt x="843" y="152"/>
                </a:lnTo>
                <a:lnTo>
                  <a:pt x="840" y="151"/>
                </a:lnTo>
                <a:lnTo>
                  <a:pt x="839" y="151"/>
                </a:lnTo>
                <a:lnTo>
                  <a:pt x="839" y="152"/>
                </a:lnTo>
                <a:lnTo>
                  <a:pt x="839" y="153"/>
                </a:lnTo>
                <a:lnTo>
                  <a:pt x="838" y="154"/>
                </a:lnTo>
                <a:lnTo>
                  <a:pt x="837" y="154"/>
                </a:lnTo>
                <a:lnTo>
                  <a:pt x="836" y="154"/>
                </a:lnTo>
                <a:lnTo>
                  <a:pt x="836" y="156"/>
                </a:lnTo>
                <a:lnTo>
                  <a:pt x="836" y="157"/>
                </a:lnTo>
                <a:lnTo>
                  <a:pt x="835" y="158"/>
                </a:lnTo>
                <a:lnTo>
                  <a:pt x="833" y="160"/>
                </a:lnTo>
                <a:lnTo>
                  <a:pt x="833" y="161"/>
                </a:lnTo>
                <a:lnTo>
                  <a:pt x="832" y="161"/>
                </a:lnTo>
                <a:lnTo>
                  <a:pt x="830" y="163"/>
                </a:lnTo>
                <a:lnTo>
                  <a:pt x="829" y="163"/>
                </a:lnTo>
                <a:lnTo>
                  <a:pt x="828" y="162"/>
                </a:lnTo>
                <a:lnTo>
                  <a:pt x="827" y="162"/>
                </a:lnTo>
                <a:lnTo>
                  <a:pt x="825" y="163"/>
                </a:lnTo>
                <a:lnTo>
                  <a:pt x="824" y="163"/>
                </a:lnTo>
                <a:lnTo>
                  <a:pt x="822" y="163"/>
                </a:lnTo>
                <a:lnTo>
                  <a:pt x="821" y="162"/>
                </a:lnTo>
                <a:lnTo>
                  <a:pt x="820" y="158"/>
                </a:lnTo>
                <a:lnTo>
                  <a:pt x="820" y="156"/>
                </a:lnTo>
                <a:lnTo>
                  <a:pt x="821" y="156"/>
                </a:lnTo>
                <a:lnTo>
                  <a:pt x="823" y="153"/>
                </a:lnTo>
                <a:lnTo>
                  <a:pt x="825" y="152"/>
                </a:lnTo>
                <a:lnTo>
                  <a:pt x="828" y="150"/>
                </a:lnTo>
                <a:lnTo>
                  <a:pt x="829" y="151"/>
                </a:lnTo>
                <a:lnTo>
                  <a:pt x="829" y="152"/>
                </a:lnTo>
                <a:lnTo>
                  <a:pt x="830" y="152"/>
                </a:lnTo>
                <a:lnTo>
                  <a:pt x="830" y="153"/>
                </a:lnTo>
                <a:lnTo>
                  <a:pt x="831" y="152"/>
                </a:lnTo>
                <a:lnTo>
                  <a:pt x="832" y="152"/>
                </a:lnTo>
                <a:lnTo>
                  <a:pt x="832" y="151"/>
                </a:lnTo>
                <a:lnTo>
                  <a:pt x="831" y="151"/>
                </a:lnTo>
                <a:lnTo>
                  <a:pt x="831" y="150"/>
                </a:lnTo>
                <a:lnTo>
                  <a:pt x="832" y="149"/>
                </a:lnTo>
                <a:lnTo>
                  <a:pt x="833" y="149"/>
                </a:lnTo>
                <a:lnTo>
                  <a:pt x="834" y="150"/>
                </a:lnTo>
                <a:lnTo>
                  <a:pt x="835" y="150"/>
                </a:lnTo>
                <a:lnTo>
                  <a:pt x="835" y="149"/>
                </a:lnTo>
                <a:lnTo>
                  <a:pt x="835" y="148"/>
                </a:lnTo>
                <a:lnTo>
                  <a:pt x="836" y="146"/>
                </a:lnTo>
                <a:lnTo>
                  <a:pt x="837" y="145"/>
                </a:lnTo>
                <a:lnTo>
                  <a:pt x="838" y="145"/>
                </a:lnTo>
                <a:lnTo>
                  <a:pt x="838" y="146"/>
                </a:lnTo>
                <a:lnTo>
                  <a:pt x="839" y="146"/>
                </a:lnTo>
                <a:lnTo>
                  <a:pt x="839" y="145"/>
                </a:lnTo>
                <a:lnTo>
                  <a:pt x="838" y="143"/>
                </a:lnTo>
                <a:lnTo>
                  <a:pt x="837" y="143"/>
                </a:lnTo>
                <a:lnTo>
                  <a:pt x="837" y="142"/>
                </a:lnTo>
                <a:lnTo>
                  <a:pt x="841" y="139"/>
                </a:lnTo>
                <a:lnTo>
                  <a:pt x="842" y="139"/>
                </a:lnTo>
                <a:lnTo>
                  <a:pt x="843" y="139"/>
                </a:lnTo>
                <a:lnTo>
                  <a:pt x="845" y="140"/>
                </a:lnTo>
                <a:lnTo>
                  <a:pt x="846" y="140"/>
                </a:lnTo>
                <a:lnTo>
                  <a:pt x="847" y="140"/>
                </a:lnTo>
                <a:lnTo>
                  <a:pt x="847" y="139"/>
                </a:lnTo>
                <a:lnTo>
                  <a:pt x="848" y="139"/>
                </a:lnTo>
                <a:lnTo>
                  <a:pt x="848" y="140"/>
                </a:lnTo>
                <a:lnTo>
                  <a:pt x="849" y="140"/>
                </a:lnTo>
                <a:lnTo>
                  <a:pt x="852" y="141"/>
                </a:lnTo>
                <a:lnTo>
                  <a:pt x="853" y="142"/>
                </a:lnTo>
                <a:lnTo>
                  <a:pt x="853" y="140"/>
                </a:lnTo>
                <a:lnTo>
                  <a:pt x="854" y="139"/>
                </a:lnTo>
                <a:lnTo>
                  <a:pt x="856" y="136"/>
                </a:lnTo>
                <a:lnTo>
                  <a:pt x="857" y="136"/>
                </a:lnTo>
                <a:lnTo>
                  <a:pt x="858" y="136"/>
                </a:lnTo>
                <a:lnTo>
                  <a:pt x="859" y="136"/>
                </a:lnTo>
                <a:lnTo>
                  <a:pt x="859" y="135"/>
                </a:lnTo>
                <a:lnTo>
                  <a:pt x="860" y="135"/>
                </a:lnTo>
                <a:lnTo>
                  <a:pt x="861" y="135"/>
                </a:lnTo>
                <a:lnTo>
                  <a:pt x="862" y="135"/>
                </a:lnTo>
                <a:lnTo>
                  <a:pt x="863" y="136"/>
                </a:lnTo>
                <a:lnTo>
                  <a:pt x="864" y="136"/>
                </a:lnTo>
                <a:lnTo>
                  <a:pt x="865" y="137"/>
                </a:lnTo>
                <a:lnTo>
                  <a:pt x="865" y="138"/>
                </a:lnTo>
                <a:lnTo>
                  <a:pt x="866" y="141"/>
                </a:lnTo>
                <a:lnTo>
                  <a:pt x="866" y="142"/>
                </a:lnTo>
                <a:lnTo>
                  <a:pt x="865" y="142"/>
                </a:lnTo>
                <a:lnTo>
                  <a:pt x="864" y="143"/>
                </a:lnTo>
                <a:lnTo>
                  <a:pt x="863" y="143"/>
                </a:lnTo>
                <a:lnTo>
                  <a:pt x="863" y="144"/>
                </a:lnTo>
                <a:lnTo>
                  <a:pt x="863" y="145"/>
                </a:lnTo>
                <a:lnTo>
                  <a:pt x="864" y="146"/>
                </a:lnTo>
                <a:lnTo>
                  <a:pt x="864" y="147"/>
                </a:lnTo>
                <a:lnTo>
                  <a:pt x="866" y="148"/>
                </a:lnTo>
                <a:lnTo>
                  <a:pt x="866" y="149"/>
                </a:lnTo>
                <a:lnTo>
                  <a:pt x="867" y="149"/>
                </a:lnTo>
                <a:lnTo>
                  <a:pt x="867" y="148"/>
                </a:lnTo>
                <a:lnTo>
                  <a:pt x="868" y="147"/>
                </a:lnTo>
                <a:lnTo>
                  <a:pt x="868" y="146"/>
                </a:lnTo>
                <a:lnTo>
                  <a:pt x="868" y="145"/>
                </a:lnTo>
                <a:lnTo>
                  <a:pt x="869" y="144"/>
                </a:lnTo>
                <a:lnTo>
                  <a:pt x="870" y="145"/>
                </a:lnTo>
                <a:lnTo>
                  <a:pt x="871" y="145"/>
                </a:lnTo>
                <a:lnTo>
                  <a:pt x="872" y="145"/>
                </a:lnTo>
                <a:lnTo>
                  <a:pt x="872" y="144"/>
                </a:lnTo>
                <a:lnTo>
                  <a:pt x="873" y="143"/>
                </a:lnTo>
                <a:lnTo>
                  <a:pt x="874" y="142"/>
                </a:lnTo>
                <a:lnTo>
                  <a:pt x="874" y="141"/>
                </a:lnTo>
                <a:lnTo>
                  <a:pt x="871" y="140"/>
                </a:lnTo>
                <a:lnTo>
                  <a:pt x="869" y="137"/>
                </a:lnTo>
                <a:lnTo>
                  <a:pt x="870" y="136"/>
                </a:lnTo>
                <a:lnTo>
                  <a:pt x="871" y="135"/>
                </a:lnTo>
                <a:lnTo>
                  <a:pt x="872" y="135"/>
                </a:lnTo>
                <a:lnTo>
                  <a:pt x="873" y="136"/>
                </a:lnTo>
                <a:lnTo>
                  <a:pt x="874" y="136"/>
                </a:lnTo>
                <a:lnTo>
                  <a:pt x="876" y="137"/>
                </a:lnTo>
                <a:lnTo>
                  <a:pt x="876" y="138"/>
                </a:lnTo>
                <a:lnTo>
                  <a:pt x="877" y="138"/>
                </a:lnTo>
                <a:lnTo>
                  <a:pt x="877" y="139"/>
                </a:lnTo>
                <a:lnTo>
                  <a:pt x="877" y="141"/>
                </a:lnTo>
                <a:lnTo>
                  <a:pt x="877" y="142"/>
                </a:lnTo>
                <a:lnTo>
                  <a:pt x="876" y="142"/>
                </a:lnTo>
                <a:lnTo>
                  <a:pt x="875" y="142"/>
                </a:lnTo>
                <a:lnTo>
                  <a:pt x="875" y="143"/>
                </a:lnTo>
                <a:lnTo>
                  <a:pt x="875" y="144"/>
                </a:lnTo>
                <a:lnTo>
                  <a:pt x="876" y="144"/>
                </a:lnTo>
                <a:lnTo>
                  <a:pt x="877" y="144"/>
                </a:lnTo>
                <a:lnTo>
                  <a:pt x="877" y="145"/>
                </a:lnTo>
                <a:lnTo>
                  <a:pt x="877" y="146"/>
                </a:lnTo>
                <a:lnTo>
                  <a:pt x="877" y="147"/>
                </a:lnTo>
                <a:lnTo>
                  <a:pt x="877" y="148"/>
                </a:lnTo>
                <a:lnTo>
                  <a:pt x="877" y="149"/>
                </a:lnTo>
                <a:lnTo>
                  <a:pt x="880" y="149"/>
                </a:lnTo>
                <a:lnTo>
                  <a:pt x="881" y="149"/>
                </a:lnTo>
                <a:lnTo>
                  <a:pt x="882" y="149"/>
                </a:lnTo>
                <a:lnTo>
                  <a:pt x="883" y="149"/>
                </a:lnTo>
                <a:lnTo>
                  <a:pt x="885" y="150"/>
                </a:lnTo>
                <a:lnTo>
                  <a:pt x="886" y="152"/>
                </a:lnTo>
                <a:lnTo>
                  <a:pt x="887" y="153"/>
                </a:lnTo>
                <a:lnTo>
                  <a:pt x="888" y="153"/>
                </a:lnTo>
                <a:lnTo>
                  <a:pt x="891" y="153"/>
                </a:lnTo>
                <a:lnTo>
                  <a:pt x="893" y="153"/>
                </a:lnTo>
                <a:lnTo>
                  <a:pt x="894" y="153"/>
                </a:lnTo>
                <a:lnTo>
                  <a:pt x="897" y="152"/>
                </a:lnTo>
                <a:lnTo>
                  <a:pt x="897" y="151"/>
                </a:lnTo>
                <a:lnTo>
                  <a:pt x="897" y="150"/>
                </a:lnTo>
                <a:lnTo>
                  <a:pt x="896" y="150"/>
                </a:lnTo>
                <a:lnTo>
                  <a:pt x="896" y="149"/>
                </a:lnTo>
                <a:lnTo>
                  <a:pt x="897" y="149"/>
                </a:lnTo>
                <a:lnTo>
                  <a:pt x="899" y="149"/>
                </a:lnTo>
                <a:lnTo>
                  <a:pt x="900" y="149"/>
                </a:lnTo>
                <a:lnTo>
                  <a:pt x="902" y="149"/>
                </a:lnTo>
                <a:lnTo>
                  <a:pt x="901" y="146"/>
                </a:lnTo>
                <a:lnTo>
                  <a:pt x="901" y="144"/>
                </a:lnTo>
                <a:lnTo>
                  <a:pt x="900" y="144"/>
                </a:lnTo>
                <a:lnTo>
                  <a:pt x="899" y="143"/>
                </a:lnTo>
                <a:lnTo>
                  <a:pt x="899" y="142"/>
                </a:lnTo>
                <a:lnTo>
                  <a:pt x="900" y="142"/>
                </a:lnTo>
                <a:lnTo>
                  <a:pt x="900" y="141"/>
                </a:lnTo>
                <a:lnTo>
                  <a:pt x="901" y="141"/>
                </a:lnTo>
                <a:lnTo>
                  <a:pt x="900" y="139"/>
                </a:lnTo>
                <a:lnTo>
                  <a:pt x="900" y="138"/>
                </a:lnTo>
                <a:lnTo>
                  <a:pt x="900" y="137"/>
                </a:lnTo>
                <a:lnTo>
                  <a:pt x="901" y="136"/>
                </a:lnTo>
                <a:lnTo>
                  <a:pt x="901" y="135"/>
                </a:lnTo>
                <a:lnTo>
                  <a:pt x="901" y="134"/>
                </a:lnTo>
                <a:lnTo>
                  <a:pt x="900" y="133"/>
                </a:lnTo>
                <a:lnTo>
                  <a:pt x="900" y="131"/>
                </a:lnTo>
                <a:lnTo>
                  <a:pt x="900" y="128"/>
                </a:lnTo>
                <a:lnTo>
                  <a:pt x="901" y="128"/>
                </a:lnTo>
                <a:lnTo>
                  <a:pt x="901" y="127"/>
                </a:lnTo>
                <a:lnTo>
                  <a:pt x="903" y="127"/>
                </a:lnTo>
                <a:lnTo>
                  <a:pt x="904" y="127"/>
                </a:lnTo>
                <a:lnTo>
                  <a:pt x="906" y="125"/>
                </a:lnTo>
                <a:lnTo>
                  <a:pt x="907" y="124"/>
                </a:lnTo>
                <a:lnTo>
                  <a:pt x="909" y="121"/>
                </a:lnTo>
                <a:lnTo>
                  <a:pt x="910" y="120"/>
                </a:lnTo>
                <a:lnTo>
                  <a:pt x="910" y="118"/>
                </a:lnTo>
                <a:lnTo>
                  <a:pt x="910" y="117"/>
                </a:lnTo>
                <a:lnTo>
                  <a:pt x="910" y="116"/>
                </a:lnTo>
                <a:lnTo>
                  <a:pt x="909" y="115"/>
                </a:lnTo>
                <a:lnTo>
                  <a:pt x="910" y="114"/>
                </a:lnTo>
                <a:lnTo>
                  <a:pt x="912" y="113"/>
                </a:lnTo>
                <a:lnTo>
                  <a:pt x="914" y="112"/>
                </a:lnTo>
                <a:lnTo>
                  <a:pt x="915" y="112"/>
                </a:lnTo>
                <a:lnTo>
                  <a:pt x="916" y="111"/>
                </a:lnTo>
                <a:lnTo>
                  <a:pt x="917" y="110"/>
                </a:lnTo>
                <a:lnTo>
                  <a:pt x="917" y="109"/>
                </a:lnTo>
                <a:lnTo>
                  <a:pt x="917" y="108"/>
                </a:lnTo>
                <a:lnTo>
                  <a:pt x="918" y="103"/>
                </a:lnTo>
                <a:lnTo>
                  <a:pt x="915" y="101"/>
                </a:lnTo>
                <a:lnTo>
                  <a:pt x="913" y="101"/>
                </a:lnTo>
                <a:lnTo>
                  <a:pt x="912" y="101"/>
                </a:lnTo>
                <a:lnTo>
                  <a:pt x="912" y="100"/>
                </a:lnTo>
                <a:lnTo>
                  <a:pt x="913" y="100"/>
                </a:lnTo>
                <a:lnTo>
                  <a:pt x="915" y="100"/>
                </a:lnTo>
                <a:lnTo>
                  <a:pt x="916" y="99"/>
                </a:lnTo>
                <a:lnTo>
                  <a:pt x="916" y="98"/>
                </a:lnTo>
                <a:lnTo>
                  <a:pt x="917" y="98"/>
                </a:lnTo>
                <a:lnTo>
                  <a:pt x="918" y="96"/>
                </a:lnTo>
                <a:lnTo>
                  <a:pt x="919" y="96"/>
                </a:lnTo>
                <a:lnTo>
                  <a:pt x="920" y="96"/>
                </a:lnTo>
                <a:lnTo>
                  <a:pt x="921" y="95"/>
                </a:lnTo>
                <a:lnTo>
                  <a:pt x="922" y="94"/>
                </a:lnTo>
                <a:lnTo>
                  <a:pt x="921" y="93"/>
                </a:lnTo>
                <a:lnTo>
                  <a:pt x="922" y="93"/>
                </a:lnTo>
                <a:lnTo>
                  <a:pt x="923" y="92"/>
                </a:lnTo>
                <a:lnTo>
                  <a:pt x="924" y="92"/>
                </a:lnTo>
                <a:lnTo>
                  <a:pt x="925" y="91"/>
                </a:lnTo>
                <a:lnTo>
                  <a:pt x="925" y="90"/>
                </a:lnTo>
                <a:lnTo>
                  <a:pt x="925" y="88"/>
                </a:lnTo>
                <a:lnTo>
                  <a:pt x="925" y="87"/>
                </a:lnTo>
                <a:lnTo>
                  <a:pt x="927" y="87"/>
                </a:lnTo>
                <a:lnTo>
                  <a:pt x="928" y="87"/>
                </a:lnTo>
                <a:lnTo>
                  <a:pt x="928" y="88"/>
                </a:lnTo>
                <a:lnTo>
                  <a:pt x="928" y="89"/>
                </a:lnTo>
                <a:lnTo>
                  <a:pt x="929" y="89"/>
                </a:lnTo>
                <a:lnTo>
                  <a:pt x="930" y="90"/>
                </a:lnTo>
                <a:lnTo>
                  <a:pt x="931" y="90"/>
                </a:lnTo>
                <a:lnTo>
                  <a:pt x="931" y="92"/>
                </a:lnTo>
                <a:lnTo>
                  <a:pt x="932" y="93"/>
                </a:lnTo>
                <a:lnTo>
                  <a:pt x="936" y="94"/>
                </a:lnTo>
                <a:lnTo>
                  <a:pt x="937" y="92"/>
                </a:lnTo>
                <a:lnTo>
                  <a:pt x="937" y="90"/>
                </a:lnTo>
                <a:lnTo>
                  <a:pt x="937" y="89"/>
                </a:lnTo>
                <a:lnTo>
                  <a:pt x="937" y="88"/>
                </a:lnTo>
                <a:lnTo>
                  <a:pt x="938" y="88"/>
                </a:lnTo>
                <a:lnTo>
                  <a:pt x="939" y="87"/>
                </a:lnTo>
                <a:lnTo>
                  <a:pt x="940" y="88"/>
                </a:lnTo>
                <a:lnTo>
                  <a:pt x="941" y="89"/>
                </a:lnTo>
                <a:lnTo>
                  <a:pt x="942" y="89"/>
                </a:lnTo>
                <a:lnTo>
                  <a:pt x="942" y="90"/>
                </a:lnTo>
                <a:lnTo>
                  <a:pt x="943" y="90"/>
                </a:lnTo>
                <a:lnTo>
                  <a:pt x="944" y="89"/>
                </a:lnTo>
                <a:lnTo>
                  <a:pt x="944" y="88"/>
                </a:lnTo>
                <a:lnTo>
                  <a:pt x="945" y="88"/>
                </a:lnTo>
                <a:lnTo>
                  <a:pt x="946" y="88"/>
                </a:lnTo>
                <a:lnTo>
                  <a:pt x="947" y="87"/>
                </a:lnTo>
                <a:lnTo>
                  <a:pt x="949" y="84"/>
                </a:lnTo>
                <a:lnTo>
                  <a:pt x="949" y="83"/>
                </a:lnTo>
                <a:lnTo>
                  <a:pt x="950" y="83"/>
                </a:lnTo>
                <a:lnTo>
                  <a:pt x="951" y="82"/>
                </a:lnTo>
                <a:lnTo>
                  <a:pt x="952" y="82"/>
                </a:lnTo>
                <a:lnTo>
                  <a:pt x="952" y="81"/>
                </a:lnTo>
                <a:lnTo>
                  <a:pt x="954" y="81"/>
                </a:lnTo>
                <a:lnTo>
                  <a:pt x="956" y="82"/>
                </a:lnTo>
                <a:lnTo>
                  <a:pt x="956" y="83"/>
                </a:lnTo>
                <a:lnTo>
                  <a:pt x="956" y="84"/>
                </a:lnTo>
                <a:lnTo>
                  <a:pt x="956" y="85"/>
                </a:lnTo>
                <a:lnTo>
                  <a:pt x="956" y="87"/>
                </a:lnTo>
                <a:lnTo>
                  <a:pt x="956" y="88"/>
                </a:lnTo>
                <a:lnTo>
                  <a:pt x="957" y="89"/>
                </a:lnTo>
                <a:lnTo>
                  <a:pt x="959" y="89"/>
                </a:lnTo>
                <a:lnTo>
                  <a:pt x="960" y="88"/>
                </a:lnTo>
                <a:lnTo>
                  <a:pt x="961" y="88"/>
                </a:lnTo>
                <a:lnTo>
                  <a:pt x="962" y="88"/>
                </a:lnTo>
                <a:lnTo>
                  <a:pt x="962" y="89"/>
                </a:lnTo>
                <a:lnTo>
                  <a:pt x="963" y="90"/>
                </a:lnTo>
                <a:lnTo>
                  <a:pt x="965" y="92"/>
                </a:lnTo>
                <a:lnTo>
                  <a:pt x="966" y="92"/>
                </a:lnTo>
                <a:lnTo>
                  <a:pt x="966" y="91"/>
                </a:lnTo>
                <a:lnTo>
                  <a:pt x="965" y="90"/>
                </a:lnTo>
                <a:lnTo>
                  <a:pt x="967" y="88"/>
                </a:lnTo>
                <a:lnTo>
                  <a:pt x="967" y="89"/>
                </a:lnTo>
                <a:lnTo>
                  <a:pt x="968" y="90"/>
                </a:lnTo>
                <a:lnTo>
                  <a:pt x="969" y="90"/>
                </a:lnTo>
                <a:lnTo>
                  <a:pt x="970" y="90"/>
                </a:lnTo>
                <a:lnTo>
                  <a:pt x="970" y="91"/>
                </a:lnTo>
                <a:lnTo>
                  <a:pt x="971" y="93"/>
                </a:lnTo>
                <a:lnTo>
                  <a:pt x="971" y="94"/>
                </a:lnTo>
                <a:lnTo>
                  <a:pt x="969" y="96"/>
                </a:lnTo>
                <a:lnTo>
                  <a:pt x="969" y="97"/>
                </a:lnTo>
                <a:lnTo>
                  <a:pt x="969" y="98"/>
                </a:lnTo>
                <a:lnTo>
                  <a:pt x="967" y="101"/>
                </a:lnTo>
                <a:lnTo>
                  <a:pt x="966" y="100"/>
                </a:lnTo>
                <a:lnTo>
                  <a:pt x="965" y="100"/>
                </a:lnTo>
                <a:lnTo>
                  <a:pt x="965" y="101"/>
                </a:lnTo>
                <a:lnTo>
                  <a:pt x="964" y="103"/>
                </a:lnTo>
                <a:lnTo>
                  <a:pt x="963" y="104"/>
                </a:lnTo>
                <a:lnTo>
                  <a:pt x="963" y="105"/>
                </a:lnTo>
                <a:lnTo>
                  <a:pt x="962" y="107"/>
                </a:lnTo>
                <a:lnTo>
                  <a:pt x="963" y="109"/>
                </a:lnTo>
                <a:lnTo>
                  <a:pt x="964" y="109"/>
                </a:lnTo>
                <a:lnTo>
                  <a:pt x="965" y="110"/>
                </a:lnTo>
                <a:lnTo>
                  <a:pt x="965" y="111"/>
                </a:lnTo>
                <a:lnTo>
                  <a:pt x="964" y="111"/>
                </a:lnTo>
                <a:lnTo>
                  <a:pt x="963" y="112"/>
                </a:lnTo>
                <a:lnTo>
                  <a:pt x="962" y="113"/>
                </a:lnTo>
                <a:lnTo>
                  <a:pt x="963" y="114"/>
                </a:lnTo>
                <a:lnTo>
                  <a:pt x="963" y="115"/>
                </a:lnTo>
                <a:lnTo>
                  <a:pt x="964" y="115"/>
                </a:lnTo>
                <a:lnTo>
                  <a:pt x="964" y="116"/>
                </a:lnTo>
                <a:lnTo>
                  <a:pt x="965" y="116"/>
                </a:lnTo>
                <a:lnTo>
                  <a:pt x="966" y="116"/>
                </a:lnTo>
                <a:lnTo>
                  <a:pt x="967" y="115"/>
                </a:lnTo>
                <a:lnTo>
                  <a:pt x="968" y="114"/>
                </a:lnTo>
                <a:lnTo>
                  <a:pt x="969" y="114"/>
                </a:lnTo>
                <a:lnTo>
                  <a:pt x="969" y="115"/>
                </a:lnTo>
                <a:lnTo>
                  <a:pt x="970" y="115"/>
                </a:lnTo>
                <a:lnTo>
                  <a:pt x="973" y="114"/>
                </a:lnTo>
                <a:lnTo>
                  <a:pt x="974" y="114"/>
                </a:lnTo>
                <a:lnTo>
                  <a:pt x="975" y="113"/>
                </a:lnTo>
                <a:lnTo>
                  <a:pt x="978" y="113"/>
                </a:lnTo>
                <a:lnTo>
                  <a:pt x="979" y="113"/>
                </a:lnTo>
                <a:lnTo>
                  <a:pt x="979" y="115"/>
                </a:lnTo>
                <a:lnTo>
                  <a:pt x="978" y="116"/>
                </a:lnTo>
                <a:lnTo>
                  <a:pt x="979" y="116"/>
                </a:lnTo>
                <a:lnTo>
                  <a:pt x="980" y="117"/>
                </a:lnTo>
                <a:lnTo>
                  <a:pt x="981" y="117"/>
                </a:lnTo>
                <a:lnTo>
                  <a:pt x="982" y="117"/>
                </a:lnTo>
                <a:lnTo>
                  <a:pt x="985" y="115"/>
                </a:lnTo>
                <a:lnTo>
                  <a:pt x="988" y="114"/>
                </a:lnTo>
                <a:lnTo>
                  <a:pt x="988" y="113"/>
                </a:lnTo>
                <a:lnTo>
                  <a:pt x="987" y="113"/>
                </a:lnTo>
                <a:lnTo>
                  <a:pt x="988" y="113"/>
                </a:lnTo>
                <a:lnTo>
                  <a:pt x="988" y="112"/>
                </a:lnTo>
                <a:lnTo>
                  <a:pt x="988" y="110"/>
                </a:lnTo>
                <a:lnTo>
                  <a:pt x="989" y="109"/>
                </a:lnTo>
                <a:lnTo>
                  <a:pt x="990" y="109"/>
                </a:lnTo>
                <a:lnTo>
                  <a:pt x="990" y="107"/>
                </a:lnTo>
                <a:lnTo>
                  <a:pt x="990" y="106"/>
                </a:lnTo>
                <a:lnTo>
                  <a:pt x="989" y="106"/>
                </a:lnTo>
                <a:lnTo>
                  <a:pt x="987" y="105"/>
                </a:lnTo>
                <a:lnTo>
                  <a:pt x="987" y="103"/>
                </a:lnTo>
                <a:lnTo>
                  <a:pt x="986" y="100"/>
                </a:lnTo>
                <a:lnTo>
                  <a:pt x="986" y="99"/>
                </a:lnTo>
                <a:lnTo>
                  <a:pt x="986" y="97"/>
                </a:lnTo>
                <a:lnTo>
                  <a:pt x="986" y="96"/>
                </a:lnTo>
                <a:lnTo>
                  <a:pt x="987" y="95"/>
                </a:lnTo>
                <a:lnTo>
                  <a:pt x="986" y="95"/>
                </a:lnTo>
                <a:lnTo>
                  <a:pt x="983" y="94"/>
                </a:lnTo>
                <a:lnTo>
                  <a:pt x="982" y="93"/>
                </a:lnTo>
                <a:lnTo>
                  <a:pt x="981" y="93"/>
                </a:lnTo>
                <a:lnTo>
                  <a:pt x="981" y="92"/>
                </a:lnTo>
                <a:lnTo>
                  <a:pt x="982" y="88"/>
                </a:lnTo>
                <a:lnTo>
                  <a:pt x="982" y="87"/>
                </a:lnTo>
                <a:lnTo>
                  <a:pt x="983" y="87"/>
                </a:lnTo>
                <a:lnTo>
                  <a:pt x="983" y="85"/>
                </a:lnTo>
                <a:lnTo>
                  <a:pt x="983" y="84"/>
                </a:lnTo>
                <a:lnTo>
                  <a:pt x="984" y="83"/>
                </a:lnTo>
                <a:lnTo>
                  <a:pt x="985" y="81"/>
                </a:lnTo>
                <a:lnTo>
                  <a:pt x="986" y="81"/>
                </a:lnTo>
                <a:lnTo>
                  <a:pt x="987" y="81"/>
                </a:lnTo>
                <a:lnTo>
                  <a:pt x="987" y="82"/>
                </a:lnTo>
                <a:lnTo>
                  <a:pt x="988" y="83"/>
                </a:lnTo>
                <a:lnTo>
                  <a:pt x="992" y="84"/>
                </a:lnTo>
                <a:lnTo>
                  <a:pt x="995" y="84"/>
                </a:lnTo>
                <a:lnTo>
                  <a:pt x="996" y="84"/>
                </a:lnTo>
                <a:lnTo>
                  <a:pt x="996" y="83"/>
                </a:lnTo>
                <a:lnTo>
                  <a:pt x="997" y="83"/>
                </a:lnTo>
                <a:lnTo>
                  <a:pt x="998" y="81"/>
                </a:lnTo>
                <a:lnTo>
                  <a:pt x="999" y="79"/>
                </a:lnTo>
                <a:lnTo>
                  <a:pt x="999" y="78"/>
                </a:lnTo>
                <a:lnTo>
                  <a:pt x="1000" y="77"/>
                </a:lnTo>
                <a:lnTo>
                  <a:pt x="999" y="77"/>
                </a:lnTo>
                <a:lnTo>
                  <a:pt x="999" y="75"/>
                </a:lnTo>
                <a:lnTo>
                  <a:pt x="1000" y="70"/>
                </a:lnTo>
                <a:lnTo>
                  <a:pt x="1001" y="67"/>
                </a:lnTo>
                <a:lnTo>
                  <a:pt x="1002" y="64"/>
                </a:lnTo>
                <a:lnTo>
                  <a:pt x="1002" y="62"/>
                </a:lnTo>
                <a:lnTo>
                  <a:pt x="1003" y="58"/>
                </a:lnTo>
                <a:lnTo>
                  <a:pt x="1005" y="56"/>
                </a:lnTo>
                <a:lnTo>
                  <a:pt x="1006" y="56"/>
                </a:lnTo>
                <a:lnTo>
                  <a:pt x="1007" y="55"/>
                </a:lnTo>
                <a:lnTo>
                  <a:pt x="1009" y="53"/>
                </a:lnTo>
                <a:lnTo>
                  <a:pt x="1012" y="48"/>
                </a:lnTo>
                <a:lnTo>
                  <a:pt x="1013" y="48"/>
                </a:lnTo>
                <a:lnTo>
                  <a:pt x="1014" y="49"/>
                </a:lnTo>
                <a:lnTo>
                  <a:pt x="1015" y="49"/>
                </a:lnTo>
                <a:lnTo>
                  <a:pt x="1015" y="50"/>
                </a:lnTo>
                <a:lnTo>
                  <a:pt x="1015" y="51"/>
                </a:lnTo>
                <a:lnTo>
                  <a:pt x="1016" y="51"/>
                </a:lnTo>
                <a:lnTo>
                  <a:pt x="1017" y="52"/>
                </a:lnTo>
                <a:lnTo>
                  <a:pt x="1018" y="52"/>
                </a:lnTo>
                <a:lnTo>
                  <a:pt x="1018" y="51"/>
                </a:lnTo>
                <a:lnTo>
                  <a:pt x="1019" y="51"/>
                </a:lnTo>
                <a:lnTo>
                  <a:pt x="1020" y="50"/>
                </a:lnTo>
                <a:lnTo>
                  <a:pt x="1021" y="51"/>
                </a:lnTo>
                <a:lnTo>
                  <a:pt x="1022" y="52"/>
                </a:lnTo>
                <a:lnTo>
                  <a:pt x="1023" y="54"/>
                </a:lnTo>
                <a:lnTo>
                  <a:pt x="1023" y="55"/>
                </a:lnTo>
                <a:lnTo>
                  <a:pt x="1024" y="55"/>
                </a:lnTo>
                <a:lnTo>
                  <a:pt x="1027" y="55"/>
                </a:lnTo>
                <a:lnTo>
                  <a:pt x="1027" y="54"/>
                </a:lnTo>
                <a:lnTo>
                  <a:pt x="1027" y="53"/>
                </a:lnTo>
                <a:lnTo>
                  <a:pt x="1028" y="53"/>
                </a:lnTo>
                <a:lnTo>
                  <a:pt x="1029" y="53"/>
                </a:lnTo>
                <a:lnTo>
                  <a:pt x="1030" y="54"/>
                </a:lnTo>
                <a:lnTo>
                  <a:pt x="1031" y="54"/>
                </a:lnTo>
                <a:lnTo>
                  <a:pt x="1032" y="54"/>
                </a:lnTo>
                <a:lnTo>
                  <a:pt x="1033" y="54"/>
                </a:lnTo>
                <a:lnTo>
                  <a:pt x="1033" y="53"/>
                </a:lnTo>
                <a:lnTo>
                  <a:pt x="1036" y="53"/>
                </a:lnTo>
                <a:lnTo>
                  <a:pt x="1036" y="54"/>
                </a:lnTo>
                <a:lnTo>
                  <a:pt x="1036" y="55"/>
                </a:lnTo>
                <a:lnTo>
                  <a:pt x="1035" y="57"/>
                </a:lnTo>
                <a:lnTo>
                  <a:pt x="1036" y="57"/>
                </a:lnTo>
                <a:lnTo>
                  <a:pt x="1036" y="58"/>
                </a:lnTo>
                <a:lnTo>
                  <a:pt x="1037" y="60"/>
                </a:lnTo>
                <a:lnTo>
                  <a:pt x="1037" y="61"/>
                </a:lnTo>
                <a:lnTo>
                  <a:pt x="1037" y="62"/>
                </a:lnTo>
                <a:lnTo>
                  <a:pt x="1036" y="63"/>
                </a:lnTo>
                <a:lnTo>
                  <a:pt x="1036" y="64"/>
                </a:lnTo>
                <a:lnTo>
                  <a:pt x="1035" y="65"/>
                </a:lnTo>
                <a:lnTo>
                  <a:pt x="1035" y="66"/>
                </a:lnTo>
                <a:lnTo>
                  <a:pt x="1034" y="67"/>
                </a:lnTo>
                <a:lnTo>
                  <a:pt x="1034" y="68"/>
                </a:lnTo>
                <a:lnTo>
                  <a:pt x="1034" y="69"/>
                </a:lnTo>
                <a:lnTo>
                  <a:pt x="1033" y="70"/>
                </a:lnTo>
                <a:lnTo>
                  <a:pt x="1033" y="72"/>
                </a:lnTo>
                <a:lnTo>
                  <a:pt x="1033" y="73"/>
                </a:lnTo>
                <a:lnTo>
                  <a:pt x="1033" y="74"/>
                </a:lnTo>
                <a:lnTo>
                  <a:pt x="1033" y="76"/>
                </a:lnTo>
                <a:lnTo>
                  <a:pt x="1032" y="78"/>
                </a:lnTo>
                <a:lnTo>
                  <a:pt x="1032" y="80"/>
                </a:lnTo>
                <a:lnTo>
                  <a:pt x="1033" y="79"/>
                </a:lnTo>
                <a:lnTo>
                  <a:pt x="1034" y="79"/>
                </a:lnTo>
                <a:lnTo>
                  <a:pt x="1035" y="79"/>
                </a:lnTo>
                <a:lnTo>
                  <a:pt x="1037" y="80"/>
                </a:lnTo>
                <a:lnTo>
                  <a:pt x="1038" y="81"/>
                </a:lnTo>
                <a:lnTo>
                  <a:pt x="1038" y="82"/>
                </a:lnTo>
                <a:lnTo>
                  <a:pt x="1038" y="83"/>
                </a:lnTo>
                <a:lnTo>
                  <a:pt x="1039" y="83"/>
                </a:lnTo>
                <a:lnTo>
                  <a:pt x="1039" y="84"/>
                </a:lnTo>
                <a:lnTo>
                  <a:pt x="1040" y="84"/>
                </a:lnTo>
                <a:lnTo>
                  <a:pt x="1040" y="83"/>
                </a:lnTo>
                <a:lnTo>
                  <a:pt x="1041" y="82"/>
                </a:lnTo>
                <a:lnTo>
                  <a:pt x="1041" y="81"/>
                </a:lnTo>
                <a:lnTo>
                  <a:pt x="1042" y="80"/>
                </a:lnTo>
                <a:lnTo>
                  <a:pt x="1043" y="80"/>
                </a:lnTo>
                <a:lnTo>
                  <a:pt x="1044" y="81"/>
                </a:lnTo>
                <a:lnTo>
                  <a:pt x="1045" y="81"/>
                </a:lnTo>
                <a:lnTo>
                  <a:pt x="1045" y="82"/>
                </a:lnTo>
                <a:lnTo>
                  <a:pt x="1046" y="83"/>
                </a:lnTo>
                <a:lnTo>
                  <a:pt x="1047" y="84"/>
                </a:lnTo>
                <a:lnTo>
                  <a:pt x="1049" y="84"/>
                </a:lnTo>
                <a:lnTo>
                  <a:pt x="1050" y="83"/>
                </a:lnTo>
                <a:lnTo>
                  <a:pt x="1050" y="81"/>
                </a:lnTo>
                <a:lnTo>
                  <a:pt x="1051" y="79"/>
                </a:lnTo>
                <a:lnTo>
                  <a:pt x="1051" y="78"/>
                </a:lnTo>
                <a:lnTo>
                  <a:pt x="1051" y="77"/>
                </a:lnTo>
                <a:lnTo>
                  <a:pt x="1054" y="74"/>
                </a:lnTo>
                <a:lnTo>
                  <a:pt x="1054" y="73"/>
                </a:lnTo>
                <a:lnTo>
                  <a:pt x="1055" y="73"/>
                </a:lnTo>
                <a:lnTo>
                  <a:pt x="1057" y="75"/>
                </a:lnTo>
                <a:lnTo>
                  <a:pt x="1059" y="77"/>
                </a:lnTo>
                <a:lnTo>
                  <a:pt x="1059" y="78"/>
                </a:lnTo>
                <a:lnTo>
                  <a:pt x="1060" y="78"/>
                </a:lnTo>
                <a:lnTo>
                  <a:pt x="1063" y="79"/>
                </a:lnTo>
                <a:lnTo>
                  <a:pt x="1065" y="82"/>
                </a:lnTo>
                <a:lnTo>
                  <a:pt x="1065" y="83"/>
                </a:lnTo>
                <a:lnTo>
                  <a:pt x="1066" y="83"/>
                </a:lnTo>
                <a:lnTo>
                  <a:pt x="1065" y="85"/>
                </a:lnTo>
                <a:lnTo>
                  <a:pt x="1065" y="86"/>
                </a:lnTo>
                <a:lnTo>
                  <a:pt x="1067" y="88"/>
                </a:lnTo>
                <a:lnTo>
                  <a:pt x="1067" y="89"/>
                </a:lnTo>
                <a:lnTo>
                  <a:pt x="1066" y="90"/>
                </a:lnTo>
                <a:lnTo>
                  <a:pt x="1066" y="92"/>
                </a:lnTo>
                <a:lnTo>
                  <a:pt x="1067" y="93"/>
                </a:lnTo>
                <a:lnTo>
                  <a:pt x="1069" y="94"/>
                </a:lnTo>
                <a:lnTo>
                  <a:pt x="1070" y="94"/>
                </a:lnTo>
                <a:lnTo>
                  <a:pt x="1070" y="93"/>
                </a:lnTo>
                <a:lnTo>
                  <a:pt x="1071" y="93"/>
                </a:lnTo>
                <a:lnTo>
                  <a:pt x="1072" y="93"/>
                </a:lnTo>
                <a:lnTo>
                  <a:pt x="1073" y="93"/>
                </a:lnTo>
                <a:lnTo>
                  <a:pt x="1074" y="93"/>
                </a:lnTo>
                <a:lnTo>
                  <a:pt x="1075" y="93"/>
                </a:lnTo>
                <a:lnTo>
                  <a:pt x="1077" y="92"/>
                </a:lnTo>
                <a:lnTo>
                  <a:pt x="1079" y="91"/>
                </a:lnTo>
                <a:lnTo>
                  <a:pt x="1080" y="91"/>
                </a:lnTo>
                <a:lnTo>
                  <a:pt x="1081" y="89"/>
                </a:lnTo>
                <a:lnTo>
                  <a:pt x="1082" y="87"/>
                </a:lnTo>
                <a:lnTo>
                  <a:pt x="1083" y="85"/>
                </a:lnTo>
                <a:lnTo>
                  <a:pt x="1083" y="83"/>
                </a:lnTo>
                <a:lnTo>
                  <a:pt x="1084" y="81"/>
                </a:lnTo>
                <a:lnTo>
                  <a:pt x="1085" y="78"/>
                </a:lnTo>
                <a:lnTo>
                  <a:pt x="1086" y="76"/>
                </a:lnTo>
                <a:lnTo>
                  <a:pt x="1086" y="75"/>
                </a:lnTo>
                <a:lnTo>
                  <a:pt x="1085" y="73"/>
                </a:lnTo>
                <a:lnTo>
                  <a:pt x="1085" y="72"/>
                </a:lnTo>
                <a:lnTo>
                  <a:pt x="1086" y="70"/>
                </a:lnTo>
                <a:lnTo>
                  <a:pt x="1087" y="70"/>
                </a:lnTo>
                <a:lnTo>
                  <a:pt x="1088" y="70"/>
                </a:lnTo>
                <a:lnTo>
                  <a:pt x="1088" y="68"/>
                </a:lnTo>
                <a:lnTo>
                  <a:pt x="1088" y="67"/>
                </a:lnTo>
                <a:lnTo>
                  <a:pt x="1088" y="65"/>
                </a:lnTo>
                <a:lnTo>
                  <a:pt x="1089" y="64"/>
                </a:lnTo>
                <a:lnTo>
                  <a:pt x="1090" y="63"/>
                </a:lnTo>
                <a:lnTo>
                  <a:pt x="1091" y="62"/>
                </a:lnTo>
                <a:lnTo>
                  <a:pt x="1092" y="61"/>
                </a:lnTo>
                <a:lnTo>
                  <a:pt x="1093" y="61"/>
                </a:lnTo>
                <a:lnTo>
                  <a:pt x="1095" y="59"/>
                </a:lnTo>
                <a:lnTo>
                  <a:pt x="1096" y="57"/>
                </a:lnTo>
                <a:lnTo>
                  <a:pt x="1096" y="56"/>
                </a:lnTo>
                <a:lnTo>
                  <a:pt x="1097" y="55"/>
                </a:lnTo>
                <a:lnTo>
                  <a:pt x="1099" y="53"/>
                </a:lnTo>
                <a:lnTo>
                  <a:pt x="1101" y="51"/>
                </a:lnTo>
                <a:lnTo>
                  <a:pt x="1105" y="48"/>
                </a:lnTo>
                <a:lnTo>
                  <a:pt x="1106" y="47"/>
                </a:lnTo>
                <a:lnTo>
                  <a:pt x="1108" y="47"/>
                </a:lnTo>
                <a:lnTo>
                  <a:pt x="1108" y="48"/>
                </a:lnTo>
                <a:lnTo>
                  <a:pt x="1108" y="49"/>
                </a:lnTo>
                <a:lnTo>
                  <a:pt x="1109" y="49"/>
                </a:lnTo>
                <a:lnTo>
                  <a:pt x="1109" y="50"/>
                </a:lnTo>
                <a:lnTo>
                  <a:pt x="1110" y="50"/>
                </a:lnTo>
                <a:lnTo>
                  <a:pt x="1110" y="49"/>
                </a:lnTo>
                <a:lnTo>
                  <a:pt x="1111" y="49"/>
                </a:lnTo>
                <a:lnTo>
                  <a:pt x="1111" y="48"/>
                </a:lnTo>
                <a:lnTo>
                  <a:pt x="1111" y="46"/>
                </a:lnTo>
                <a:lnTo>
                  <a:pt x="1112" y="46"/>
                </a:lnTo>
                <a:lnTo>
                  <a:pt x="1113" y="45"/>
                </a:lnTo>
                <a:lnTo>
                  <a:pt x="1115" y="42"/>
                </a:lnTo>
                <a:lnTo>
                  <a:pt x="1115" y="41"/>
                </a:lnTo>
                <a:lnTo>
                  <a:pt x="1116" y="40"/>
                </a:lnTo>
                <a:lnTo>
                  <a:pt x="1116" y="39"/>
                </a:lnTo>
                <a:lnTo>
                  <a:pt x="1117" y="39"/>
                </a:lnTo>
                <a:lnTo>
                  <a:pt x="1118" y="38"/>
                </a:lnTo>
                <a:lnTo>
                  <a:pt x="1119" y="36"/>
                </a:lnTo>
                <a:lnTo>
                  <a:pt x="1119" y="33"/>
                </a:lnTo>
                <a:lnTo>
                  <a:pt x="1119" y="32"/>
                </a:lnTo>
                <a:lnTo>
                  <a:pt x="1118" y="30"/>
                </a:lnTo>
                <a:lnTo>
                  <a:pt x="1118" y="29"/>
                </a:lnTo>
                <a:lnTo>
                  <a:pt x="1117" y="27"/>
                </a:lnTo>
                <a:lnTo>
                  <a:pt x="1118" y="26"/>
                </a:lnTo>
                <a:lnTo>
                  <a:pt x="1119" y="25"/>
                </a:lnTo>
                <a:lnTo>
                  <a:pt x="1121" y="24"/>
                </a:lnTo>
                <a:lnTo>
                  <a:pt x="1124" y="22"/>
                </a:lnTo>
                <a:lnTo>
                  <a:pt x="1125" y="22"/>
                </a:lnTo>
                <a:lnTo>
                  <a:pt x="1126" y="19"/>
                </a:lnTo>
                <a:lnTo>
                  <a:pt x="1129" y="14"/>
                </a:lnTo>
                <a:lnTo>
                  <a:pt x="1130" y="14"/>
                </a:lnTo>
                <a:lnTo>
                  <a:pt x="1131" y="15"/>
                </a:lnTo>
                <a:lnTo>
                  <a:pt x="1131" y="16"/>
                </a:lnTo>
                <a:lnTo>
                  <a:pt x="1130" y="17"/>
                </a:lnTo>
                <a:lnTo>
                  <a:pt x="1131" y="17"/>
                </a:lnTo>
                <a:lnTo>
                  <a:pt x="1132" y="17"/>
                </a:lnTo>
                <a:lnTo>
                  <a:pt x="1134" y="19"/>
                </a:lnTo>
                <a:lnTo>
                  <a:pt x="1135" y="19"/>
                </a:lnTo>
                <a:lnTo>
                  <a:pt x="1136" y="19"/>
                </a:lnTo>
                <a:lnTo>
                  <a:pt x="1138" y="18"/>
                </a:lnTo>
                <a:lnTo>
                  <a:pt x="1139" y="18"/>
                </a:lnTo>
                <a:lnTo>
                  <a:pt x="1139" y="17"/>
                </a:lnTo>
                <a:lnTo>
                  <a:pt x="1140" y="17"/>
                </a:lnTo>
                <a:lnTo>
                  <a:pt x="1142" y="17"/>
                </a:lnTo>
                <a:lnTo>
                  <a:pt x="1143" y="17"/>
                </a:lnTo>
                <a:lnTo>
                  <a:pt x="1146" y="19"/>
                </a:lnTo>
                <a:lnTo>
                  <a:pt x="1146" y="20"/>
                </a:lnTo>
                <a:lnTo>
                  <a:pt x="1146" y="21"/>
                </a:lnTo>
                <a:lnTo>
                  <a:pt x="1147" y="21"/>
                </a:lnTo>
                <a:lnTo>
                  <a:pt x="1148" y="21"/>
                </a:lnTo>
                <a:lnTo>
                  <a:pt x="1150" y="21"/>
                </a:lnTo>
                <a:lnTo>
                  <a:pt x="1151" y="20"/>
                </a:lnTo>
                <a:lnTo>
                  <a:pt x="1150" y="19"/>
                </a:lnTo>
                <a:lnTo>
                  <a:pt x="1151" y="18"/>
                </a:lnTo>
                <a:lnTo>
                  <a:pt x="1152" y="16"/>
                </a:lnTo>
                <a:lnTo>
                  <a:pt x="1153" y="16"/>
                </a:lnTo>
                <a:lnTo>
                  <a:pt x="1154" y="17"/>
                </a:lnTo>
                <a:lnTo>
                  <a:pt x="1154" y="18"/>
                </a:lnTo>
                <a:lnTo>
                  <a:pt x="1155" y="19"/>
                </a:lnTo>
                <a:lnTo>
                  <a:pt x="1154" y="22"/>
                </a:lnTo>
                <a:lnTo>
                  <a:pt x="1154" y="23"/>
                </a:lnTo>
                <a:lnTo>
                  <a:pt x="1154" y="24"/>
                </a:lnTo>
                <a:lnTo>
                  <a:pt x="1153" y="24"/>
                </a:lnTo>
                <a:lnTo>
                  <a:pt x="1153" y="26"/>
                </a:lnTo>
                <a:lnTo>
                  <a:pt x="1153" y="27"/>
                </a:lnTo>
                <a:lnTo>
                  <a:pt x="1154" y="28"/>
                </a:lnTo>
                <a:lnTo>
                  <a:pt x="1157" y="30"/>
                </a:lnTo>
                <a:lnTo>
                  <a:pt x="1158" y="30"/>
                </a:lnTo>
                <a:lnTo>
                  <a:pt x="1158" y="29"/>
                </a:lnTo>
                <a:lnTo>
                  <a:pt x="1159" y="27"/>
                </a:lnTo>
                <a:lnTo>
                  <a:pt x="1160" y="28"/>
                </a:lnTo>
                <a:lnTo>
                  <a:pt x="1163" y="26"/>
                </a:lnTo>
                <a:lnTo>
                  <a:pt x="1164" y="26"/>
                </a:lnTo>
                <a:lnTo>
                  <a:pt x="1166" y="28"/>
                </a:lnTo>
                <a:lnTo>
                  <a:pt x="1167" y="27"/>
                </a:lnTo>
                <a:lnTo>
                  <a:pt x="1168" y="28"/>
                </a:lnTo>
                <a:lnTo>
                  <a:pt x="1169" y="28"/>
                </a:lnTo>
                <a:lnTo>
                  <a:pt x="1170" y="28"/>
                </a:lnTo>
                <a:lnTo>
                  <a:pt x="1171" y="28"/>
                </a:lnTo>
                <a:lnTo>
                  <a:pt x="1172" y="28"/>
                </a:lnTo>
                <a:lnTo>
                  <a:pt x="1173" y="27"/>
                </a:lnTo>
                <a:lnTo>
                  <a:pt x="1174" y="25"/>
                </a:lnTo>
                <a:lnTo>
                  <a:pt x="1175" y="25"/>
                </a:lnTo>
                <a:lnTo>
                  <a:pt x="1176" y="25"/>
                </a:lnTo>
                <a:lnTo>
                  <a:pt x="1177" y="25"/>
                </a:lnTo>
                <a:lnTo>
                  <a:pt x="1179" y="24"/>
                </a:lnTo>
                <a:lnTo>
                  <a:pt x="1183" y="23"/>
                </a:lnTo>
                <a:lnTo>
                  <a:pt x="1185" y="23"/>
                </a:lnTo>
                <a:lnTo>
                  <a:pt x="1186" y="25"/>
                </a:lnTo>
                <a:lnTo>
                  <a:pt x="1186" y="26"/>
                </a:lnTo>
                <a:lnTo>
                  <a:pt x="1186" y="27"/>
                </a:lnTo>
                <a:lnTo>
                  <a:pt x="1187" y="28"/>
                </a:lnTo>
                <a:lnTo>
                  <a:pt x="1187" y="27"/>
                </a:lnTo>
                <a:lnTo>
                  <a:pt x="1187" y="26"/>
                </a:lnTo>
                <a:lnTo>
                  <a:pt x="1188" y="26"/>
                </a:lnTo>
                <a:lnTo>
                  <a:pt x="1188" y="22"/>
                </a:lnTo>
                <a:lnTo>
                  <a:pt x="1189" y="21"/>
                </a:lnTo>
                <a:lnTo>
                  <a:pt x="1189" y="20"/>
                </a:lnTo>
                <a:lnTo>
                  <a:pt x="1188" y="17"/>
                </a:lnTo>
                <a:lnTo>
                  <a:pt x="1188" y="16"/>
                </a:lnTo>
                <a:lnTo>
                  <a:pt x="1186" y="14"/>
                </a:lnTo>
                <a:lnTo>
                  <a:pt x="1188" y="13"/>
                </a:lnTo>
                <a:lnTo>
                  <a:pt x="1189" y="13"/>
                </a:lnTo>
                <a:lnTo>
                  <a:pt x="1189" y="12"/>
                </a:lnTo>
                <a:lnTo>
                  <a:pt x="1189" y="11"/>
                </a:lnTo>
                <a:lnTo>
                  <a:pt x="1190" y="11"/>
                </a:lnTo>
                <a:lnTo>
                  <a:pt x="1189" y="11"/>
                </a:lnTo>
                <a:lnTo>
                  <a:pt x="1189" y="9"/>
                </a:lnTo>
                <a:lnTo>
                  <a:pt x="1189" y="7"/>
                </a:lnTo>
                <a:lnTo>
                  <a:pt x="1190" y="6"/>
                </a:lnTo>
                <a:lnTo>
                  <a:pt x="1189" y="4"/>
                </a:lnTo>
                <a:lnTo>
                  <a:pt x="1189" y="3"/>
                </a:lnTo>
                <a:lnTo>
                  <a:pt x="1190" y="1"/>
                </a:lnTo>
                <a:lnTo>
                  <a:pt x="1191" y="1"/>
                </a:lnTo>
                <a:lnTo>
                  <a:pt x="1192" y="1"/>
                </a:lnTo>
                <a:lnTo>
                  <a:pt x="1194" y="0"/>
                </a:lnTo>
                <a:lnTo>
                  <a:pt x="1195" y="0"/>
                </a:lnTo>
                <a:lnTo>
                  <a:pt x="1196" y="2"/>
                </a:lnTo>
                <a:lnTo>
                  <a:pt x="1196" y="3"/>
                </a:lnTo>
                <a:lnTo>
                  <a:pt x="1197" y="4"/>
                </a:lnTo>
                <a:lnTo>
                  <a:pt x="1198" y="5"/>
                </a:lnTo>
                <a:lnTo>
                  <a:pt x="1200" y="5"/>
                </a:lnTo>
                <a:lnTo>
                  <a:pt x="1200" y="6"/>
                </a:lnTo>
                <a:lnTo>
                  <a:pt x="1200" y="7"/>
                </a:lnTo>
                <a:lnTo>
                  <a:pt x="1199" y="8"/>
                </a:lnTo>
                <a:lnTo>
                  <a:pt x="1199" y="9"/>
                </a:lnTo>
                <a:lnTo>
                  <a:pt x="1200" y="9"/>
                </a:lnTo>
                <a:lnTo>
                  <a:pt x="1201" y="9"/>
                </a:lnTo>
                <a:lnTo>
                  <a:pt x="1201" y="10"/>
                </a:lnTo>
                <a:lnTo>
                  <a:pt x="1202" y="1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" name=""/>
          <p:cNvSpPr/>
          <p:nvPr/>
        </p:nvSpPr>
        <p:spPr>
          <a:xfrm>
            <a:off x="4555800" y="27331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4" y="2"/>
                </a:lnTo>
                <a:lnTo>
                  <a:pt x="3" y="4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" name=""/>
          <p:cNvSpPr/>
          <p:nvPr/>
        </p:nvSpPr>
        <p:spPr>
          <a:xfrm>
            <a:off x="4546800" y="2722320"/>
            <a:ext cx="4320" cy="5040"/>
          </a:xfrm>
          <a:custGeom>
            <a:avLst/>
            <a:gdLst/>
            <a:ahLst/>
            <a:rect l="0" t="0" r="r" b="b"/>
            <a:pathLst>
              <a:path w="12" h="14">
                <a:moveTo>
                  <a:pt x="9" y="12"/>
                </a:moveTo>
                <a:lnTo>
                  <a:pt x="9" y="11"/>
                </a:lnTo>
                <a:lnTo>
                  <a:pt x="8" y="11"/>
                </a:lnTo>
                <a:lnTo>
                  <a:pt x="7" y="11"/>
                </a:lnTo>
                <a:lnTo>
                  <a:pt x="6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3" y="13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1" y="13"/>
                </a:lnTo>
                <a:lnTo>
                  <a:pt x="1" y="12"/>
                </a:lnTo>
                <a:lnTo>
                  <a:pt x="1" y="10"/>
                </a:lnTo>
                <a:lnTo>
                  <a:pt x="1" y="9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2" y="3"/>
                </a:lnTo>
                <a:lnTo>
                  <a:pt x="3" y="3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  <a:lnTo>
                  <a:pt x="12" y="2"/>
                </a:lnTo>
                <a:lnTo>
                  <a:pt x="12" y="3"/>
                </a:lnTo>
                <a:lnTo>
                  <a:pt x="12" y="6"/>
                </a:lnTo>
                <a:lnTo>
                  <a:pt x="12" y="7"/>
                </a:lnTo>
                <a:lnTo>
                  <a:pt x="12" y="8"/>
                </a:lnTo>
                <a:lnTo>
                  <a:pt x="10" y="11"/>
                </a:lnTo>
                <a:lnTo>
                  <a:pt x="9" y="1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" name=""/>
          <p:cNvSpPr/>
          <p:nvPr/>
        </p:nvSpPr>
        <p:spPr>
          <a:xfrm>
            <a:off x="4545720" y="269244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0" y="2"/>
                </a:moveTo>
                <a:lnTo>
                  <a:pt x="0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5" y="0"/>
                </a:lnTo>
                <a:lnTo>
                  <a:pt x="4" y="2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" name=""/>
          <p:cNvSpPr/>
          <p:nvPr/>
        </p:nvSpPr>
        <p:spPr>
          <a:xfrm>
            <a:off x="4516920" y="26845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3" y="4"/>
                </a:moveTo>
                <a:lnTo>
                  <a:pt x="2" y="4"/>
                </a:lnTo>
                <a:lnTo>
                  <a:pt x="0" y="5"/>
                </a:lnTo>
                <a:lnTo>
                  <a:pt x="2" y="3"/>
                </a:lnTo>
                <a:lnTo>
                  <a:pt x="3" y="3"/>
                </a:lnTo>
                <a:lnTo>
                  <a:pt x="5" y="0"/>
                </a:lnTo>
                <a:lnTo>
                  <a:pt x="6" y="2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" name=""/>
          <p:cNvSpPr/>
          <p:nvPr/>
        </p:nvSpPr>
        <p:spPr>
          <a:xfrm>
            <a:off x="4541760" y="26820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0" y="7"/>
                </a:move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6" y="1"/>
                </a:lnTo>
                <a:lnTo>
                  <a:pt x="7" y="0"/>
                </a:lnTo>
                <a:lnTo>
                  <a:pt x="7" y="2"/>
                </a:lnTo>
                <a:lnTo>
                  <a:pt x="6" y="3"/>
                </a:lnTo>
                <a:lnTo>
                  <a:pt x="4" y="3"/>
                </a:lnTo>
                <a:lnTo>
                  <a:pt x="3" y="4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" name=""/>
          <p:cNvSpPr/>
          <p:nvPr/>
        </p:nvSpPr>
        <p:spPr>
          <a:xfrm>
            <a:off x="4543920" y="26805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" name=""/>
          <p:cNvSpPr/>
          <p:nvPr/>
        </p:nvSpPr>
        <p:spPr>
          <a:xfrm>
            <a:off x="4528800" y="2675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" name=""/>
          <p:cNvSpPr/>
          <p:nvPr/>
        </p:nvSpPr>
        <p:spPr>
          <a:xfrm>
            <a:off x="4509360" y="2664360"/>
            <a:ext cx="3960" cy="4320"/>
          </a:xfrm>
          <a:custGeom>
            <a:avLst/>
            <a:gdLst/>
            <a:ahLst/>
            <a:rect l="0" t="0" r="r" b="b"/>
            <a:pathLst>
              <a:path w="11" h="12">
                <a:moveTo>
                  <a:pt x="10" y="2"/>
                </a:moveTo>
                <a:lnTo>
                  <a:pt x="10" y="3"/>
                </a:lnTo>
                <a:lnTo>
                  <a:pt x="9" y="3"/>
                </a:lnTo>
                <a:lnTo>
                  <a:pt x="8" y="5"/>
                </a:lnTo>
                <a:lnTo>
                  <a:pt x="8" y="6"/>
                </a:lnTo>
                <a:lnTo>
                  <a:pt x="6" y="6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3" y="9"/>
                </a:lnTo>
                <a:lnTo>
                  <a:pt x="3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2"/>
                </a:lnTo>
                <a:lnTo>
                  <a:pt x="1" y="11"/>
                </a:lnTo>
                <a:lnTo>
                  <a:pt x="2" y="9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1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2"/>
                </a:lnTo>
                <a:lnTo>
                  <a:pt x="1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" name=""/>
          <p:cNvSpPr/>
          <p:nvPr/>
        </p:nvSpPr>
        <p:spPr>
          <a:xfrm>
            <a:off x="4716720" y="309096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1" y="2"/>
                </a:moveTo>
                <a:lnTo>
                  <a:pt x="3" y="1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9" y="4"/>
                </a:lnTo>
                <a:lnTo>
                  <a:pt x="8" y="5"/>
                </a:lnTo>
                <a:lnTo>
                  <a:pt x="5" y="6"/>
                </a:lnTo>
                <a:lnTo>
                  <a:pt x="4" y="7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1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" name=""/>
          <p:cNvSpPr/>
          <p:nvPr/>
        </p:nvSpPr>
        <p:spPr>
          <a:xfrm>
            <a:off x="4735800" y="3042720"/>
            <a:ext cx="4680" cy="2880"/>
          </a:xfrm>
          <a:custGeom>
            <a:avLst/>
            <a:gdLst/>
            <a:ahLst/>
            <a:rect l="0" t="0" r="r" b="b"/>
            <a:pathLst>
              <a:path w="13" h="8">
                <a:moveTo>
                  <a:pt x="5" y="6"/>
                </a:move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4" y="2"/>
                </a:lnTo>
                <a:lnTo>
                  <a:pt x="6" y="2"/>
                </a:lnTo>
                <a:lnTo>
                  <a:pt x="8" y="2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2" y="2"/>
                </a:lnTo>
                <a:lnTo>
                  <a:pt x="13" y="3"/>
                </a:lnTo>
                <a:lnTo>
                  <a:pt x="13" y="4"/>
                </a:lnTo>
                <a:lnTo>
                  <a:pt x="13" y="5"/>
                </a:lnTo>
                <a:lnTo>
                  <a:pt x="12" y="6"/>
                </a:lnTo>
                <a:lnTo>
                  <a:pt x="11" y="8"/>
                </a:lnTo>
                <a:lnTo>
                  <a:pt x="10" y="8"/>
                </a:lnTo>
                <a:lnTo>
                  <a:pt x="9" y="6"/>
                </a:lnTo>
                <a:lnTo>
                  <a:pt x="6" y="6"/>
                </a:lnTo>
                <a:lnTo>
                  <a:pt x="5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" name=""/>
          <p:cNvSpPr/>
          <p:nvPr/>
        </p:nvSpPr>
        <p:spPr>
          <a:xfrm>
            <a:off x="4730400" y="29995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3" y="6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" name=""/>
          <p:cNvSpPr/>
          <p:nvPr/>
        </p:nvSpPr>
        <p:spPr>
          <a:xfrm>
            <a:off x="4729680" y="2996280"/>
            <a:ext cx="8640" cy="5040"/>
          </a:xfrm>
          <a:custGeom>
            <a:avLst/>
            <a:gdLst/>
            <a:ahLst/>
            <a:rect l="0" t="0" r="r" b="b"/>
            <a:pathLst>
              <a:path w="24" h="14">
                <a:moveTo>
                  <a:pt x="19" y="8"/>
                </a:moveTo>
                <a:lnTo>
                  <a:pt x="17" y="9"/>
                </a:lnTo>
                <a:lnTo>
                  <a:pt x="15" y="10"/>
                </a:lnTo>
                <a:lnTo>
                  <a:pt x="14" y="12"/>
                </a:lnTo>
                <a:lnTo>
                  <a:pt x="12" y="13"/>
                </a:lnTo>
                <a:lnTo>
                  <a:pt x="10" y="13"/>
                </a:lnTo>
                <a:lnTo>
                  <a:pt x="9" y="14"/>
                </a:lnTo>
                <a:lnTo>
                  <a:pt x="8" y="13"/>
                </a:lnTo>
                <a:lnTo>
                  <a:pt x="8" y="12"/>
                </a:lnTo>
                <a:lnTo>
                  <a:pt x="6" y="9"/>
                </a:lnTo>
                <a:lnTo>
                  <a:pt x="8" y="9"/>
                </a:lnTo>
                <a:lnTo>
                  <a:pt x="9" y="9"/>
                </a:lnTo>
                <a:lnTo>
                  <a:pt x="12" y="9"/>
                </a:lnTo>
                <a:lnTo>
                  <a:pt x="13" y="8"/>
                </a:lnTo>
                <a:lnTo>
                  <a:pt x="14" y="7"/>
                </a:lnTo>
                <a:lnTo>
                  <a:pt x="15" y="6"/>
                </a:lnTo>
                <a:lnTo>
                  <a:pt x="16" y="5"/>
                </a:lnTo>
                <a:lnTo>
                  <a:pt x="17" y="5"/>
                </a:lnTo>
                <a:lnTo>
                  <a:pt x="18" y="5"/>
                </a:lnTo>
                <a:lnTo>
                  <a:pt x="19" y="5"/>
                </a:lnTo>
                <a:lnTo>
                  <a:pt x="19" y="4"/>
                </a:lnTo>
                <a:lnTo>
                  <a:pt x="18" y="3"/>
                </a:lnTo>
                <a:lnTo>
                  <a:pt x="17" y="3"/>
                </a:lnTo>
                <a:lnTo>
                  <a:pt x="16" y="3"/>
                </a:lnTo>
                <a:lnTo>
                  <a:pt x="14" y="4"/>
                </a:lnTo>
                <a:lnTo>
                  <a:pt x="13" y="4"/>
                </a:lnTo>
                <a:lnTo>
                  <a:pt x="12" y="5"/>
                </a:lnTo>
                <a:lnTo>
                  <a:pt x="10" y="5"/>
                </a:lnTo>
                <a:lnTo>
                  <a:pt x="8" y="6"/>
                </a:lnTo>
                <a:lnTo>
                  <a:pt x="6" y="7"/>
                </a:lnTo>
                <a:lnTo>
                  <a:pt x="5" y="7"/>
                </a:lnTo>
                <a:lnTo>
                  <a:pt x="4" y="8"/>
                </a:lnTo>
                <a:lnTo>
                  <a:pt x="3" y="9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0" y="6"/>
                </a:lnTo>
                <a:lnTo>
                  <a:pt x="2" y="5"/>
                </a:lnTo>
                <a:lnTo>
                  <a:pt x="4" y="5"/>
                </a:lnTo>
                <a:lnTo>
                  <a:pt x="5" y="4"/>
                </a:lnTo>
                <a:lnTo>
                  <a:pt x="9" y="3"/>
                </a:lnTo>
                <a:lnTo>
                  <a:pt x="11" y="2"/>
                </a:lnTo>
                <a:lnTo>
                  <a:pt x="13" y="1"/>
                </a:lnTo>
                <a:lnTo>
                  <a:pt x="15" y="0"/>
                </a:lnTo>
                <a:lnTo>
                  <a:pt x="17" y="0"/>
                </a:lnTo>
                <a:lnTo>
                  <a:pt x="19" y="0"/>
                </a:lnTo>
                <a:lnTo>
                  <a:pt x="21" y="0"/>
                </a:lnTo>
                <a:lnTo>
                  <a:pt x="23" y="1"/>
                </a:lnTo>
                <a:lnTo>
                  <a:pt x="24" y="3"/>
                </a:lnTo>
                <a:lnTo>
                  <a:pt x="24" y="5"/>
                </a:lnTo>
                <a:lnTo>
                  <a:pt x="23" y="6"/>
                </a:lnTo>
                <a:lnTo>
                  <a:pt x="22" y="7"/>
                </a:lnTo>
                <a:lnTo>
                  <a:pt x="20" y="7"/>
                </a:lnTo>
                <a:lnTo>
                  <a:pt x="19" y="8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" name=""/>
          <p:cNvSpPr/>
          <p:nvPr/>
        </p:nvSpPr>
        <p:spPr>
          <a:xfrm>
            <a:off x="4599000" y="2927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" name=""/>
          <p:cNvSpPr/>
          <p:nvPr/>
        </p:nvSpPr>
        <p:spPr>
          <a:xfrm>
            <a:off x="4578840" y="2926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" name=""/>
          <p:cNvSpPr/>
          <p:nvPr/>
        </p:nvSpPr>
        <p:spPr>
          <a:xfrm>
            <a:off x="4596480" y="29253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0"/>
                </a:move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" name=""/>
          <p:cNvSpPr/>
          <p:nvPr/>
        </p:nvSpPr>
        <p:spPr>
          <a:xfrm>
            <a:off x="4575240" y="29246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3"/>
                </a:move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lnTo>
                  <a:pt x="4" y="4"/>
                </a:lnTo>
                <a:lnTo>
                  <a:pt x="3" y="5"/>
                </a:lnTo>
                <a:lnTo>
                  <a:pt x="1" y="5"/>
                </a:lnTo>
                <a:lnTo>
                  <a:pt x="0" y="4"/>
                </a:lnTo>
                <a:lnTo>
                  <a:pt x="1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" name=""/>
          <p:cNvSpPr/>
          <p:nvPr/>
        </p:nvSpPr>
        <p:spPr>
          <a:xfrm>
            <a:off x="4583880" y="2924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" name=""/>
          <p:cNvSpPr/>
          <p:nvPr/>
        </p:nvSpPr>
        <p:spPr>
          <a:xfrm>
            <a:off x="4602960" y="29185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0"/>
                </a:move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" name=""/>
          <p:cNvSpPr/>
          <p:nvPr/>
        </p:nvSpPr>
        <p:spPr>
          <a:xfrm>
            <a:off x="4644720" y="28929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" name=""/>
          <p:cNvSpPr/>
          <p:nvPr/>
        </p:nvSpPr>
        <p:spPr>
          <a:xfrm>
            <a:off x="4653360" y="28900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4" y="3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" name=""/>
          <p:cNvSpPr/>
          <p:nvPr/>
        </p:nvSpPr>
        <p:spPr>
          <a:xfrm>
            <a:off x="4653000" y="28890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3" y="3"/>
                </a:lnTo>
                <a:lnTo>
                  <a:pt x="3" y="4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" name=""/>
          <p:cNvSpPr/>
          <p:nvPr/>
        </p:nvSpPr>
        <p:spPr>
          <a:xfrm>
            <a:off x="4519440" y="2782800"/>
            <a:ext cx="170280" cy="147600"/>
          </a:xfrm>
          <a:custGeom>
            <a:avLst/>
            <a:gdLst/>
            <a:ahLst/>
            <a:rect l="0" t="0" r="r" b="b"/>
            <a:pathLst>
              <a:path w="473" h="410">
                <a:moveTo>
                  <a:pt x="407" y="20"/>
                </a:moveTo>
                <a:lnTo>
                  <a:pt x="408" y="21"/>
                </a:lnTo>
                <a:lnTo>
                  <a:pt x="409" y="21"/>
                </a:lnTo>
                <a:lnTo>
                  <a:pt x="409" y="22"/>
                </a:lnTo>
                <a:lnTo>
                  <a:pt x="410" y="22"/>
                </a:lnTo>
                <a:lnTo>
                  <a:pt x="411" y="22"/>
                </a:lnTo>
                <a:lnTo>
                  <a:pt x="412" y="22"/>
                </a:lnTo>
                <a:lnTo>
                  <a:pt x="413" y="22"/>
                </a:lnTo>
                <a:lnTo>
                  <a:pt x="413" y="23"/>
                </a:lnTo>
                <a:lnTo>
                  <a:pt x="413" y="24"/>
                </a:lnTo>
                <a:lnTo>
                  <a:pt x="413" y="25"/>
                </a:lnTo>
                <a:lnTo>
                  <a:pt x="414" y="25"/>
                </a:lnTo>
                <a:lnTo>
                  <a:pt x="414" y="26"/>
                </a:lnTo>
                <a:lnTo>
                  <a:pt x="415" y="26"/>
                </a:lnTo>
                <a:lnTo>
                  <a:pt x="415" y="27"/>
                </a:lnTo>
                <a:lnTo>
                  <a:pt x="418" y="29"/>
                </a:lnTo>
                <a:lnTo>
                  <a:pt x="420" y="29"/>
                </a:lnTo>
                <a:lnTo>
                  <a:pt x="423" y="29"/>
                </a:lnTo>
                <a:lnTo>
                  <a:pt x="423" y="30"/>
                </a:lnTo>
                <a:lnTo>
                  <a:pt x="424" y="30"/>
                </a:lnTo>
                <a:lnTo>
                  <a:pt x="425" y="30"/>
                </a:lnTo>
                <a:lnTo>
                  <a:pt x="427" y="30"/>
                </a:lnTo>
                <a:lnTo>
                  <a:pt x="427" y="31"/>
                </a:lnTo>
                <a:lnTo>
                  <a:pt x="428" y="31"/>
                </a:lnTo>
                <a:lnTo>
                  <a:pt x="429" y="31"/>
                </a:lnTo>
                <a:lnTo>
                  <a:pt x="430" y="31"/>
                </a:lnTo>
                <a:lnTo>
                  <a:pt x="431" y="31"/>
                </a:lnTo>
                <a:lnTo>
                  <a:pt x="432" y="31"/>
                </a:lnTo>
                <a:lnTo>
                  <a:pt x="432" y="32"/>
                </a:lnTo>
                <a:lnTo>
                  <a:pt x="433" y="32"/>
                </a:lnTo>
                <a:lnTo>
                  <a:pt x="433" y="31"/>
                </a:lnTo>
                <a:lnTo>
                  <a:pt x="434" y="31"/>
                </a:lnTo>
                <a:lnTo>
                  <a:pt x="435" y="31"/>
                </a:lnTo>
                <a:lnTo>
                  <a:pt x="436" y="31"/>
                </a:lnTo>
                <a:lnTo>
                  <a:pt x="438" y="31"/>
                </a:lnTo>
                <a:lnTo>
                  <a:pt x="438" y="30"/>
                </a:lnTo>
                <a:lnTo>
                  <a:pt x="439" y="30"/>
                </a:lnTo>
                <a:lnTo>
                  <a:pt x="442" y="30"/>
                </a:lnTo>
                <a:lnTo>
                  <a:pt x="443" y="30"/>
                </a:lnTo>
                <a:lnTo>
                  <a:pt x="443" y="29"/>
                </a:lnTo>
                <a:lnTo>
                  <a:pt x="444" y="29"/>
                </a:lnTo>
                <a:lnTo>
                  <a:pt x="444" y="28"/>
                </a:lnTo>
                <a:lnTo>
                  <a:pt x="445" y="28"/>
                </a:lnTo>
                <a:lnTo>
                  <a:pt x="445" y="27"/>
                </a:lnTo>
                <a:lnTo>
                  <a:pt x="446" y="27"/>
                </a:lnTo>
                <a:lnTo>
                  <a:pt x="446" y="26"/>
                </a:lnTo>
                <a:lnTo>
                  <a:pt x="447" y="26"/>
                </a:lnTo>
                <a:lnTo>
                  <a:pt x="447" y="27"/>
                </a:lnTo>
                <a:lnTo>
                  <a:pt x="448" y="27"/>
                </a:lnTo>
                <a:lnTo>
                  <a:pt x="448" y="28"/>
                </a:lnTo>
                <a:lnTo>
                  <a:pt x="449" y="28"/>
                </a:lnTo>
                <a:lnTo>
                  <a:pt x="449" y="29"/>
                </a:lnTo>
                <a:lnTo>
                  <a:pt x="452" y="34"/>
                </a:lnTo>
                <a:lnTo>
                  <a:pt x="452" y="37"/>
                </a:lnTo>
                <a:lnTo>
                  <a:pt x="452" y="38"/>
                </a:lnTo>
                <a:lnTo>
                  <a:pt x="453" y="40"/>
                </a:lnTo>
                <a:lnTo>
                  <a:pt x="453" y="42"/>
                </a:lnTo>
                <a:lnTo>
                  <a:pt x="454" y="43"/>
                </a:lnTo>
                <a:lnTo>
                  <a:pt x="455" y="45"/>
                </a:lnTo>
                <a:lnTo>
                  <a:pt x="455" y="46"/>
                </a:lnTo>
                <a:lnTo>
                  <a:pt x="456" y="48"/>
                </a:lnTo>
                <a:lnTo>
                  <a:pt x="456" y="49"/>
                </a:lnTo>
                <a:lnTo>
                  <a:pt x="457" y="51"/>
                </a:lnTo>
                <a:lnTo>
                  <a:pt x="458" y="54"/>
                </a:lnTo>
                <a:lnTo>
                  <a:pt x="459" y="56"/>
                </a:lnTo>
                <a:lnTo>
                  <a:pt x="460" y="59"/>
                </a:lnTo>
                <a:lnTo>
                  <a:pt x="461" y="60"/>
                </a:lnTo>
                <a:lnTo>
                  <a:pt x="462" y="64"/>
                </a:lnTo>
                <a:lnTo>
                  <a:pt x="462" y="65"/>
                </a:lnTo>
                <a:lnTo>
                  <a:pt x="462" y="70"/>
                </a:lnTo>
                <a:lnTo>
                  <a:pt x="463" y="72"/>
                </a:lnTo>
                <a:lnTo>
                  <a:pt x="463" y="78"/>
                </a:lnTo>
                <a:lnTo>
                  <a:pt x="463" y="79"/>
                </a:lnTo>
                <a:lnTo>
                  <a:pt x="463" y="80"/>
                </a:lnTo>
                <a:lnTo>
                  <a:pt x="464" y="82"/>
                </a:lnTo>
                <a:lnTo>
                  <a:pt x="465" y="86"/>
                </a:lnTo>
                <a:lnTo>
                  <a:pt x="465" y="89"/>
                </a:lnTo>
                <a:lnTo>
                  <a:pt x="466" y="89"/>
                </a:lnTo>
                <a:lnTo>
                  <a:pt x="466" y="91"/>
                </a:lnTo>
                <a:lnTo>
                  <a:pt x="467" y="91"/>
                </a:lnTo>
                <a:lnTo>
                  <a:pt x="468" y="91"/>
                </a:lnTo>
                <a:lnTo>
                  <a:pt x="469" y="91"/>
                </a:lnTo>
                <a:lnTo>
                  <a:pt x="470" y="91"/>
                </a:lnTo>
                <a:lnTo>
                  <a:pt x="469" y="91"/>
                </a:lnTo>
                <a:lnTo>
                  <a:pt x="469" y="92"/>
                </a:lnTo>
                <a:lnTo>
                  <a:pt x="470" y="93"/>
                </a:lnTo>
                <a:lnTo>
                  <a:pt x="470" y="94"/>
                </a:lnTo>
                <a:lnTo>
                  <a:pt x="471" y="95"/>
                </a:lnTo>
                <a:lnTo>
                  <a:pt x="470" y="96"/>
                </a:lnTo>
                <a:lnTo>
                  <a:pt x="470" y="97"/>
                </a:lnTo>
                <a:lnTo>
                  <a:pt x="471" y="97"/>
                </a:lnTo>
                <a:lnTo>
                  <a:pt x="472" y="98"/>
                </a:lnTo>
                <a:lnTo>
                  <a:pt x="471" y="98"/>
                </a:lnTo>
                <a:lnTo>
                  <a:pt x="471" y="99"/>
                </a:lnTo>
                <a:lnTo>
                  <a:pt x="472" y="99"/>
                </a:lnTo>
                <a:lnTo>
                  <a:pt x="473" y="99"/>
                </a:lnTo>
                <a:lnTo>
                  <a:pt x="473" y="100"/>
                </a:lnTo>
                <a:lnTo>
                  <a:pt x="472" y="100"/>
                </a:lnTo>
                <a:lnTo>
                  <a:pt x="471" y="101"/>
                </a:lnTo>
                <a:lnTo>
                  <a:pt x="468" y="99"/>
                </a:lnTo>
                <a:lnTo>
                  <a:pt x="464" y="99"/>
                </a:lnTo>
                <a:lnTo>
                  <a:pt x="462" y="100"/>
                </a:lnTo>
                <a:lnTo>
                  <a:pt x="461" y="100"/>
                </a:lnTo>
                <a:lnTo>
                  <a:pt x="461" y="101"/>
                </a:lnTo>
                <a:lnTo>
                  <a:pt x="459" y="104"/>
                </a:lnTo>
                <a:lnTo>
                  <a:pt x="458" y="105"/>
                </a:lnTo>
                <a:lnTo>
                  <a:pt x="457" y="107"/>
                </a:lnTo>
                <a:lnTo>
                  <a:pt x="456" y="107"/>
                </a:lnTo>
                <a:lnTo>
                  <a:pt x="456" y="108"/>
                </a:lnTo>
                <a:lnTo>
                  <a:pt x="455" y="108"/>
                </a:lnTo>
                <a:lnTo>
                  <a:pt x="455" y="109"/>
                </a:lnTo>
                <a:lnTo>
                  <a:pt x="453" y="110"/>
                </a:lnTo>
                <a:lnTo>
                  <a:pt x="452" y="110"/>
                </a:lnTo>
                <a:lnTo>
                  <a:pt x="451" y="111"/>
                </a:lnTo>
                <a:lnTo>
                  <a:pt x="450" y="111"/>
                </a:lnTo>
                <a:lnTo>
                  <a:pt x="450" y="112"/>
                </a:lnTo>
                <a:lnTo>
                  <a:pt x="449" y="112"/>
                </a:lnTo>
                <a:lnTo>
                  <a:pt x="448" y="113"/>
                </a:lnTo>
                <a:lnTo>
                  <a:pt x="448" y="114"/>
                </a:lnTo>
                <a:lnTo>
                  <a:pt x="447" y="115"/>
                </a:lnTo>
                <a:lnTo>
                  <a:pt x="446" y="116"/>
                </a:lnTo>
                <a:lnTo>
                  <a:pt x="445" y="118"/>
                </a:lnTo>
                <a:lnTo>
                  <a:pt x="444" y="119"/>
                </a:lnTo>
                <a:lnTo>
                  <a:pt x="443" y="120"/>
                </a:lnTo>
                <a:lnTo>
                  <a:pt x="442" y="121"/>
                </a:lnTo>
                <a:lnTo>
                  <a:pt x="442" y="122"/>
                </a:lnTo>
                <a:lnTo>
                  <a:pt x="441" y="123"/>
                </a:lnTo>
                <a:lnTo>
                  <a:pt x="441" y="124"/>
                </a:lnTo>
                <a:lnTo>
                  <a:pt x="440" y="125"/>
                </a:lnTo>
                <a:lnTo>
                  <a:pt x="439" y="125"/>
                </a:lnTo>
                <a:lnTo>
                  <a:pt x="438" y="125"/>
                </a:lnTo>
                <a:lnTo>
                  <a:pt x="437" y="124"/>
                </a:lnTo>
                <a:lnTo>
                  <a:pt x="436" y="123"/>
                </a:lnTo>
                <a:lnTo>
                  <a:pt x="436" y="122"/>
                </a:lnTo>
                <a:lnTo>
                  <a:pt x="436" y="121"/>
                </a:lnTo>
                <a:lnTo>
                  <a:pt x="435" y="121"/>
                </a:lnTo>
                <a:lnTo>
                  <a:pt x="435" y="120"/>
                </a:lnTo>
                <a:lnTo>
                  <a:pt x="434" y="120"/>
                </a:lnTo>
                <a:lnTo>
                  <a:pt x="434" y="119"/>
                </a:lnTo>
                <a:lnTo>
                  <a:pt x="433" y="119"/>
                </a:lnTo>
                <a:lnTo>
                  <a:pt x="433" y="118"/>
                </a:lnTo>
                <a:lnTo>
                  <a:pt x="435" y="119"/>
                </a:lnTo>
                <a:lnTo>
                  <a:pt x="434" y="117"/>
                </a:lnTo>
                <a:lnTo>
                  <a:pt x="433" y="118"/>
                </a:lnTo>
                <a:lnTo>
                  <a:pt x="432" y="117"/>
                </a:lnTo>
                <a:lnTo>
                  <a:pt x="432" y="116"/>
                </a:lnTo>
                <a:lnTo>
                  <a:pt x="432" y="115"/>
                </a:lnTo>
                <a:lnTo>
                  <a:pt x="433" y="114"/>
                </a:lnTo>
                <a:lnTo>
                  <a:pt x="433" y="113"/>
                </a:lnTo>
                <a:lnTo>
                  <a:pt x="432" y="112"/>
                </a:lnTo>
                <a:lnTo>
                  <a:pt x="431" y="111"/>
                </a:lnTo>
                <a:lnTo>
                  <a:pt x="431" y="110"/>
                </a:lnTo>
                <a:lnTo>
                  <a:pt x="432" y="110"/>
                </a:lnTo>
                <a:lnTo>
                  <a:pt x="432" y="109"/>
                </a:lnTo>
                <a:lnTo>
                  <a:pt x="433" y="109"/>
                </a:lnTo>
                <a:lnTo>
                  <a:pt x="433" y="108"/>
                </a:lnTo>
                <a:lnTo>
                  <a:pt x="434" y="108"/>
                </a:lnTo>
                <a:lnTo>
                  <a:pt x="434" y="107"/>
                </a:lnTo>
                <a:lnTo>
                  <a:pt x="435" y="107"/>
                </a:lnTo>
                <a:lnTo>
                  <a:pt x="436" y="108"/>
                </a:lnTo>
                <a:lnTo>
                  <a:pt x="437" y="108"/>
                </a:lnTo>
                <a:lnTo>
                  <a:pt x="439" y="108"/>
                </a:lnTo>
                <a:lnTo>
                  <a:pt x="441" y="108"/>
                </a:lnTo>
                <a:lnTo>
                  <a:pt x="440" y="107"/>
                </a:lnTo>
                <a:lnTo>
                  <a:pt x="439" y="106"/>
                </a:lnTo>
                <a:lnTo>
                  <a:pt x="441" y="105"/>
                </a:lnTo>
                <a:lnTo>
                  <a:pt x="442" y="105"/>
                </a:lnTo>
                <a:lnTo>
                  <a:pt x="442" y="104"/>
                </a:lnTo>
                <a:lnTo>
                  <a:pt x="442" y="103"/>
                </a:lnTo>
                <a:lnTo>
                  <a:pt x="441" y="103"/>
                </a:lnTo>
                <a:lnTo>
                  <a:pt x="442" y="102"/>
                </a:lnTo>
                <a:lnTo>
                  <a:pt x="442" y="101"/>
                </a:lnTo>
                <a:lnTo>
                  <a:pt x="443" y="100"/>
                </a:lnTo>
                <a:lnTo>
                  <a:pt x="445" y="100"/>
                </a:lnTo>
                <a:lnTo>
                  <a:pt x="446" y="100"/>
                </a:lnTo>
                <a:lnTo>
                  <a:pt x="446" y="99"/>
                </a:lnTo>
                <a:lnTo>
                  <a:pt x="445" y="100"/>
                </a:lnTo>
                <a:lnTo>
                  <a:pt x="444" y="100"/>
                </a:lnTo>
                <a:lnTo>
                  <a:pt x="443" y="100"/>
                </a:lnTo>
                <a:lnTo>
                  <a:pt x="441" y="100"/>
                </a:lnTo>
                <a:lnTo>
                  <a:pt x="441" y="101"/>
                </a:lnTo>
                <a:lnTo>
                  <a:pt x="441" y="102"/>
                </a:lnTo>
                <a:lnTo>
                  <a:pt x="441" y="104"/>
                </a:lnTo>
                <a:lnTo>
                  <a:pt x="441" y="105"/>
                </a:lnTo>
                <a:lnTo>
                  <a:pt x="440" y="105"/>
                </a:lnTo>
                <a:lnTo>
                  <a:pt x="439" y="106"/>
                </a:lnTo>
                <a:lnTo>
                  <a:pt x="438" y="105"/>
                </a:lnTo>
                <a:lnTo>
                  <a:pt x="437" y="105"/>
                </a:lnTo>
                <a:lnTo>
                  <a:pt x="438" y="104"/>
                </a:lnTo>
                <a:lnTo>
                  <a:pt x="437" y="104"/>
                </a:lnTo>
                <a:lnTo>
                  <a:pt x="435" y="104"/>
                </a:lnTo>
                <a:lnTo>
                  <a:pt x="434" y="105"/>
                </a:lnTo>
                <a:lnTo>
                  <a:pt x="433" y="104"/>
                </a:lnTo>
                <a:lnTo>
                  <a:pt x="432" y="104"/>
                </a:lnTo>
                <a:lnTo>
                  <a:pt x="430" y="105"/>
                </a:lnTo>
                <a:lnTo>
                  <a:pt x="429" y="105"/>
                </a:lnTo>
                <a:lnTo>
                  <a:pt x="428" y="106"/>
                </a:lnTo>
                <a:lnTo>
                  <a:pt x="427" y="106"/>
                </a:lnTo>
                <a:lnTo>
                  <a:pt x="425" y="106"/>
                </a:lnTo>
                <a:lnTo>
                  <a:pt x="425" y="107"/>
                </a:lnTo>
                <a:lnTo>
                  <a:pt x="424" y="107"/>
                </a:lnTo>
                <a:lnTo>
                  <a:pt x="424" y="106"/>
                </a:lnTo>
                <a:lnTo>
                  <a:pt x="424" y="105"/>
                </a:lnTo>
                <a:lnTo>
                  <a:pt x="423" y="105"/>
                </a:lnTo>
                <a:lnTo>
                  <a:pt x="422" y="105"/>
                </a:lnTo>
                <a:lnTo>
                  <a:pt x="421" y="106"/>
                </a:lnTo>
                <a:lnTo>
                  <a:pt x="420" y="106"/>
                </a:lnTo>
                <a:lnTo>
                  <a:pt x="418" y="106"/>
                </a:lnTo>
                <a:lnTo>
                  <a:pt x="419" y="107"/>
                </a:lnTo>
                <a:lnTo>
                  <a:pt x="421" y="106"/>
                </a:lnTo>
                <a:lnTo>
                  <a:pt x="421" y="107"/>
                </a:lnTo>
                <a:lnTo>
                  <a:pt x="422" y="108"/>
                </a:lnTo>
                <a:lnTo>
                  <a:pt x="423" y="108"/>
                </a:lnTo>
                <a:lnTo>
                  <a:pt x="423" y="109"/>
                </a:lnTo>
                <a:lnTo>
                  <a:pt x="424" y="108"/>
                </a:lnTo>
                <a:lnTo>
                  <a:pt x="424" y="109"/>
                </a:lnTo>
                <a:lnTo>
                  <a:pt x="425" y="112"/>
                </a:lnTo>
                <a:lnTo>
                  <a:pt x="427" y="113"/>
                </a:lnTo>
                <a:lnTo>
                  <a:pt x="427" y="112"/>
                </a:lnTo>
                <a:lnTo>
                  <a:pt x="428" y="112"/>
                </a:lnTo>
                <a:lnTo>
                  <a:pt x="428" y="113"/>
                </a:lnTo>
                <a:lnTo>
                  <a:pt x="429" y="114"/>
                </a:lnTo>
                <a:lnTo>
                  <a:pt x="430" y="114"/>
                </a:lnTo>
                <a:lnTo>
                  <a:pt x="430" y="115"/>
                </a:lnTo>
                <a:lnTo>
                  <a:pt x="430" y="116"/>
                </a:lnTo>
                <a:lnTo>
                  <a:pt x="431" y="117"/>
                </a:lnTo>
                <a:lnTo>
                  <a:pt x="431" y="118"/>
                </a:lnTo>
                <a:lnTo>
                  <a:pt x="434" y="121"/>
                </a:lnTo>
                <a:lnTo>
                  <a:pt x="434" y="122"/>
                </a:lnTo>
                <a:lnTo>
                  <a:pt x="434" y="123"/>
                </a:lnTo>
                <a:lnTo>
                  <a:pt x="434" y="124"/>
                </a:lnTo>
                <a:lnTo>
                  <a:pt x="433" y="124"/>
                </a:lnTo>
                <a:lnTo>
                  <a:pt x="432" y="122"/>
                </a:lnTo>
                <a:lnTo>
                  <a:pt x="431" y="122"/>
                </a:lnTo>
                <a:lnTo>
                  <a:pt x="430" y="122"/>
                </a:lnTo>
                <a:lnTo>
                  <a:pt x="430" y="123"/>
                </a:lnTo>
                <a:lnTo>
                  <a:pt x="429" y="124"/>
                </a:lnTo>
                <a:lnTo>
                  <a:pt x="428" y="125"/>
                </a:lnTo>
                <a:lnTo>
                  <a:pt x="428" y="126"/>
                </a:lnTo>
                <a:lnTo>
                  <a:pt x="428" y="127"/>
                </a:lnTo>
                <a:lnTo>
                  <a:pt x="429" y="128"/>
                </a:lnTo>
                <a:lnTo>
                  <a:pt x="429" y="129"/>
                </a:lnTo>
                <a:lnTo>
                  <a:pt x="429" y="130"/>
                </a:lnTo>
                <a:lnTo>
                  <a:pt x="429" y="133"/>
                </a:lnTo>
                <a:lnTo>
                  <a:pt x="427" y="135"/>
                </a:lnTo>
                <a:lnTo>
                  <a:pt x="427" y="134"/>
                </a:lnTo>
                <a:lnTo>
                  <a:pt x="427" y="135"/>
                </a:lnTo>
                <a:lnTo>
                  <a:pt x="425" y="135"/>
                </a:lnTo>
                <a:lnTo>
                  <a:pt x="424" y="136"/>
                </a:lnTo>
                <a:lnTo>
                  <a:pt x="425" y="136"/>
                </a:lnTo>
                <a:lnTo>
                  <a:pt x="424" y="137"/>
                </a:lnTo>
                <a:lnTo>
                  <a:pt x="423" y="138"/>
                </a:lnTo>
                <a:lnTo>
                  <a:pt x="422" y="139"/>
                </a:lnTo>
                <a:lnTo>
                  <a:pt x="421" y="139"/>
                </a:lnTo>
                <a:lnTo>
                  <a:pt x="421" y="140"/>
                </a:lnTo>
                <a:lnTo>
                  <a:pt x="420" y="140"/>
                </a:lnTo>
                <a:lnTo>
                  <a:pt x="419" y="140"/>
                </a:lnTo>
                <a:lnTo>
                  <a:pt x="420" y="140"/>
                </a:lnTo>
                <a:lnTo>
                  <a:pt x="420" y="141"/>
                </a:lnTo>
                <a:lnTo>
                  <a:pt x="421" y="140"/>
                </a:lnTo>
                <a:lnTo>
                  <a:pt x="422" y="140"/>
                </a:lnTo>
                <a:lnTo>
                  <a:pt x="422" y="141"/>
                </a:lnTo>
                <a:lnTo>
                  <a:pt x="421" y="142"/>
                </a:lnTo>
                <a:lnTo>
                  <a:pt x="420" y="143"/>
                </a:lnTo>
                <a:lnTo>
                  <a:pt x="420" y="145"/>
                </a:lnTo>
                <a:lnTo>
                  <a:pt x="419" y="146"/>
                </a:lnTo>
                <a:lnTo>
                  <a:pt x="418" y="147"/>
                </a:lnTo>
                <a:lnTo>
                  <a:pt x="417" y="147"/>
                </a:lnTo>
                <a:lnTo>
                  <a:pt x="416" y="148"/>
                </a:lnTo>
                <a:lnTo>
                  <a:pt x="414" y="149"/>
                </a:lnTo>
                <a:lnTo>
                  <a:pt x="415" y="150"/>
                </a:lnTo>
                <a:lnTo>
                  <a:pt x="414" y="150"/>
                </a:lnTo>
                <a:lnTo>
                  <a:pt x="413" y="149"/>
                </a:lnTo>
                <a:lnTo>
                  <a:pt x="412" y="148"/>
                </a:lnTo>
                <a:lnTo>
                  <a:pt x="411" y="148"/>
                </a:lnTo>
                <a:lnTo>
                  <a:pt x="410" y="148"/>
                </a:lnTo>
                <a:lnTo>
                  <a:pt x="408" y="149"/>
                </a:lnTo>
                <a:lnTo>
                  <a:pt x="406" y="150"/>
                </a:lnTo>
                <a:lnTo>
                  <a:pt x="404" y="153"/>
                </a:lnTo>
                <a:lnTo>
                  <a:pt x="403" y="153"/>
                </a:lnTo>
                <a:lnTo>
                  <a:pt x="402" y="155"/>
                </a:lnTo>
                <a:lnTo>
                  <a:pt x="402" y="156"/>
                </a:lnTo>
                <a:lnTo>
                  <a:pt x="403" y="156"/>
                </a:lnTo>
                <a:lnTo>
                  <a:pt x="403" y="157"/>
                </a:lnTo>
                <a:lnTo>
                  <a:pt x="403" y="158"/>
                </a:lnTo>
                <a:lnTo>
                  <a:pt x="402" y="158"/>
                </a:lnTo>
                <a:lnTo>
                  <a:pt x="402" y="159"/>
                </a:lnTo>
                <a:lnTo>
                  <a:pt x="403" y="161"/>
                </a:lnTo>
                <a:lnTo>
                  <a:pt x="403" y="162"/>
                </a:lnTo>
                <a:lnTo>
                  <a:pt x="404" y="162"/>
                </a:lnTo>
                <a:lnTo>
                  <a:pt x="405" y="163"/>
                </a:lnTo>
                <a:lnTo>
                  <a:pt x="405" y="164"/>
                </a:lnTo>
                <a:lnTo>
                  <a:pt x="406" y="164"/>
                </a:lnTo>
                <a:lnTo>
                  <a:pt x="406" y="165"/>
                </a:lnTo>
                <a:lnTo>
                  <a:pt x="405" y="166"/>
                </a:lnTo>
                <a:lnTo>
                  <a:pt x="404" y="168"/>
                </a:lnTo>
                <a:lnTo>
                  <a:pt x="403" y="168"/>
                </a:lnTo>
                <a:lnTo>
                  <a:pt x="402" y="169"/>
                </a:lnTo>
                <a:lnTo>
                  <a:pt x="401" y="170"/>
                </a:lnTo>
                <a:lnTo>
                  <a:pt x="400" y="170"/>
                </a:lnTo>
                <a:lnTo>
                  <a:pt x="400" y="169"/>
                </a:lnTo>
                <a:lnTo>
                  <a:pt x="399" y="169"/>
                </a:lnTo>
                <a:lnTo>
                  <a:pt x="398" y="169"/>
                </a:lnTo>
                <a:lnTo>
                  <a:pt x="397" y="170"/>
                </a:lnTo>
                <a:lnTo>
                  <a:pt x="396" y="171"/>
                </a:lnTo>
                <a:lnTo>
                  <a:pt x="396" y="172"/>
                </a:lnTo>
                <a:lnTo>
                  <a:pt x="396" y="173"/>
                </a:lnTo>
                <a:lnTo>
                  <a:pt x="396" y="174"/>
                </a:lnTo>
                <a:lnTo>
                  <a:pt x="397" y="175"/>
                </a:lnTo>
                <a:lnTo>
                  <a:pt x="397" y="177"/>
                </a:lnTo>
                <a:lnTo>
                  <a:pt x="397" y="179"/>
                </a:lnTo>
                <a:lnTo>
                  <a:pt x="397" y="181"/>
                </a:lnTo>
                <a:lnTo>
                  <a:pt x="395" y="184"/>
                </a:lnTo>
                <a:lnTo>
                  <a:pt x="395" y="185"/>
                </a:lnTo>
                <a:lnTo>
                  <a:pt x="394" y="185"/>
                </a:lnTo>
                <a:lnTo>
                  <a:pt x="395" y="186"/>
                </a:lnTo>
                <a:lnTo>
                  <a:pt x="394" y="186"/>
                </a:lnTo>
                <a:lnTo>
                  <a:pt x="394" y="188"/>
                </a:lnTo>
                <a:lnTo>
                  <a:pt x="393" y="189"/>
                </a:lnTo>
                <a:lnTo>
                  <a:pt x="393" y="190"/>
                </a:lnTo>
                <a:lnTo>
                  <a:pt x="393" y="191"/>
                </a:lnTo>
                <a:lnTo>
                  <a:pt x="392" y="192"/>
                </a:lnTo>
                <a:lnTo>
                  <a:pt x="391" y="193"/>
                </a:lnTo>
                <a:lnTo>
                  <a:pt x="390" y="193"/>
                </a:lnTo>
                <a:lnTo>
                  <a:pt x="390" y="194"/>
                </a:lnTo>
                <a:lnTo>
                  <a:pt x="389" y="196"/>
                </a:lnTo>
                <a:lnTo>
                  <a:pt x="389" y="197"/>
                </a:lnTo>
                <a:lnTo>
                  <a:pt x="389" y="198"/>
                </a:lnTo>
                <a:lnTo>
                  <a:pt x="388" y="199"/>
                </a:lnTo>
                <a:lnTo>
                  <a:pt x="388" y="200"/>
                </a:lnTo>
                <a:lnTo>
                  <a:pt x="388" y="201"/>
                </a:lnTo>
                <a:lnTo>
                  <a:pt x="387" y="201"/>
                </a:lnTo>
                <a:lnTo>
                  <a:pt x="386" y="201"/>
                </a:lnTo>
                <a:lnTo>
                  <a:pt x="385" y="202"/>
                </a:lnTo>
                <a:lnTo>
                  <a:pt x="384" y="202"/>
                </a:lnTo>
                <a:lnTo>
                  <a:pt x="384" y="203"/>
                </a:lnTo>
                <a:lnTo>
                  <a:pt x="384" y="204"/>
                </a:lnTo>
                <a:lnTo>
                  <a:pt x="383" y="204"/>
                </a:lnTo>
                <a:lnTo>
                  <a:pt x="382" y="204"/>
                </a:lnTo>
                <a:lnTo>
                  <a:pt x="383" y="205"/>
                </a:lnTo>
                <a:lnTo>
                  <a:pt x="384" y="206"/>
                </a:lnTo>
                <a:lnTo>
                  <a:pt x="384" y="207"/>
                </a:lnTo>
                <a:lnTo>
                  <a:pt x="384" y="208"/>
                </a:lnTo>
                <a:lnTo>
                  <a:pt x="384" y="209"/>
                </a:lnTo>
                <a:lnTo>
                  <a:pt x="384" y="210"/>
                </a:lnTo>
                <a:lnTo>
                  <a:pt x="384" y="211"/>
                </a:lnTo>
                <a:lnTo>
                  <a:pt x="383" y="211"/>
                </a:lnTo>
                <a:lnTo>
                  <a:pt x="382" y="211"/>
                </a:lnTo>
                <a:lnTo>
                  <a:pt x="382" y="212"/>
                </a:lnTo>
                <a:lnTo>
                  <a:pt x="383" y="213"/>
                </a:lnTo>
                <a:lnTo>
                  <a:pt x="384" y="214"/>
                </a:lnTo>
                <a:lnTo>
                  <a:pt x="384" y="213"/>
                </a:lnTo>
                <a:lnTo>
                  <a:pt x="384" y="212"/>
                </a:lnTo>
                <a:lnTo>
                  <a:pt x="385" y="212"/>
                </a:lnTo>
                <a:lnTo>
                  <a:pt x="385" y="211"/>
                </a:lnTo>
                <a:lnTo>
                  <a:pt x="384" y="210"/>
                </a:lnTo>
                <a:lnTo>
                  <a:pt x="385" y="210"/>
                </a:lnTo>
                <a:lnTo>
                  <a:pt x="385" y="209"/>
                </a:lnTo>
                <a:lnTo>
                  <a:pt x="385" y="207"/>
                </a:lnTo>
                <a:lnTo>
                  <a:pt x="384" y="207"/>
                </a:lnTo>
                <a:lnTo>
                  <a:pt x="384" y="206"/>
                </a:lnTo>
                <a:lnTo>
                  <a:pt x="385" y="206"/>
                </a:lnTo>
                <a:lnTo>
                  <a:pt x="386" y="206"/>
                </a:lnTo>
                <a:lnTo>
                  <a:pt x="387" y="206"/>
                </a:lnTo>
                <a:lnTo>
                  <a:pt x="387" y="210"/>
                </a:lnTo>
                <a:lnTo>
                  <a:pt x="386" y="210"/>
                </a:lnTo>
                <a:lnTo>
                  <a:pt x="386" y="211"/>
                </a:lnTo>
                <a:lnTo>
                  <a:pt x="386" y="212"/>
                </a:lnTo>
                <a:lnTo>
                  <a:pt x="386" y="215"/>
                </a:lnTo>
                <a:lnTo>
                  <a:pt x="386" y="220"/>
                </a:lnTo>
                <a:lnTo>
                  <a:pt x="386" y="222"/>
                </a:lnTo>
                <a:lnTo>
                  <a:pt x="386" y="223"/>
                </a:lnTo>
                <a:lnTo>
                  <a:pt x="384" y="223"/>
                </a:lnTo>
                <a:lnTo>
                  <a:pt x="381" y="224"/>
                </a:lnTo>
                <a:lnTo>
                  <a:pt x="380" y="225"/>
                </a:lnTo>
                <a:lnTo>
                  <a:pt x="380" y="226"/>
                </a:lnTo>
                <a:lnTo>
                  <a:pt x="379" y="227"/>
                </a:lnTo>
                <a:lnTo>
                  <a:pt x="379" y="228"/>
                </a:lnTo>
                <a:lnTo>
                  <a:pt x="379" y="229"/>
                </a:lnTo>
                <a:lnTo>
                  <a:pt x="378" y="230"/>
                </a:lnTo>
                <a:lnTo>
                  <a:pt x="378" y="231"/>
                </a:lnTo>
                <a:lnTo>
                  <a:pt x="377" y="234"/>
                </a:lnTo>
                <a:lnTo>
                  <a:pt x="376" y="235"/>
                </a:lnTo>
                <a:lnTo>
                  <a:pt x="376" y="236"/>
                </a:lnTo>
                <a:lnTo>
                  <a:pt x="376" y="239"/>
                </a:lnTo>
                <a:lnTo>
                  <a:pt x="376" y="241"/>
                </a:lnTo>
                <a:lnTo>
                  <a:pt x="376" y="242"/>
                </a:lnTo>
                <a:lnTo>
                  <a:pt x="376" y="243"/>
                </a:lnTo>
                <a:lnTo>
                  <a:pt x="376" y="245"/>
                </a:lnTo>
                <a:lnTo>
                  <a:pt x="376" y="248"/>
                </a:lnTo>
                <a:lnTo>
                  <a:pt x="376" y="250"/>
                </a:lnTo>
                <a:lnTo>
                  <a:pt x="376" y="251"/>
                </a:lnTo>
                <a:lnTo>
                  <a:pt x="376" y="252"/>
                </a:lnTo>
                <a:lnTo>
                  <a:pt x="377" y="254"/>
                </a:lnTo>
                <a:lnTo>
                  <a:pt x="377" y="255"/>
                </a:lnTo>
                <a:lnTo>
                  <a:pt x="377" y="256"/>
                </a:lnTo>
                <a:lnTo>
                  <a:pt x="376" y="255"/>
                </a:lnTo>
                <a:lnTo>
                  <a:pt x="375" y="255"/>
                </a:lnTo>
                <a:lnTo>
                  <a:pt x="375" y="256"/>
                </a:lnTo>
                <a:lnTo>
                  <a:pt x="373" y="256"/>
                </a:lnTo>
                <a:lnTo>
                  <a:pt x="371" y="257"/>
                </a:lnTo>
                <a:lnTo>
                  <a:pt x="371" y="258"/>
                </a:lnTo>
                <a:lnTo>
                  <a:pt x="370" y="258"/>
                </a:lnTo>
                <a:lnTo>
                  <a:pt x="371" y="258"/>
                </a:lnTo>
                <a:lnTo>
                  <a:pt x="369" y="260"/>
                </a:lnTo>
                <a:lnTo>
                  <a:pt x="368" y="260"/>
                </a:lnTo>
                <a:lnTo>
                  <a:pt x="368" y="259"/>
                </a:lnTo>
                <a:lnTo>
                  <a:pt x="367" y="259"/>
                </a:lnTo>
                <a:lnTo>
                  <a:pt x="367" y="260"/>
                </a:lnTo>
                <a:lnTo>
                  <a:pt x="368" y="260"/>
                </a:lnTo>
                <a:lnTo>
                  <a:pt x="368" y="261"/>
                </a:lnTo>
                <a:lnTo>
                  <a:pt x="368" y="262"/>
                </a:lnTo>
                <a:lnTo>
                  <a:pt x="369" y="264"/>
                </a:lnTo>
                <a:lnTo>
                  <a:pt x="369" y="265"/>
                </a:lnTo>
                <a:lnTo>
                  <a:pt x="368" y="265"/>
                </a:lnTo>
                <a:lnTo>
                  <a:pt x="367" y="266"/>
                </a:lnTo>
                <a:lnTo>
                  <a:pt x="367" y="267"/>
                </a:lnTo>
                <a:lnTo>
                  <a:pt x="365" y="267"/>
                </a:lnTo>
                <a:lnTo>
                  <a:pt x="364" y="267"/>
                </a:lnTo>
                <a:lnTo>
                  <a:pt x="362" y="267"/>
                </a:lnTo>
                <a:lnTo>
                  <a:pt x="362" y="268"/>
                </a:lnTo>
                <a:lnTo>
                  <a:pt x="362" y="269"/>
                </a:lnTo>
                <a:lnTo>
                  <a:pt x="362" y="270"/>
                </a:lnTo>
                <a:lnTo>
                  <a:pt x="362" y="271"/>
                </a:lnTo>
                <a:lnTo>
                  <a:pt x="363" y="272"/>
                </a:lnTo>
                <a:lnTo>
                  <a:pt x="364" y="272"/>
                </a:lnTo>
                <a:lnTo>
                  <a:pt x="365" y="272"/>
                </a:lnTo>
                <a:lnTo>
                  <a:pt x="365" y="273"/>
                </a:lnTo>
                <a:lnTo>
                  <a:pt x="366" y="272"/>
                </a:lnTo>
                <a:lnTo>
                  <a:pt x="367" y="273"/>
                </a:lnTo>
                <a:lnTo>
                  <a:pt x="368" y="273"/>
                </a:lnTo>
                <a:lnTo>
                  <a:pt x="369" y="274"/>
                </a:lnTo>
                <a:lnTo>
                  <a:pt x="370" y="274"/>
                </a:lnTo>
                <a:lnTo>
                  <a:pt x="372" y="274"/>
                </a:lnTo>
                <a:lnTo>
                  <a:pt x="373" y="274"/>
                </a:lnTo>
                <a:lnTo>
                  <a:pt x="373" y="275"/>
                </a:lnTo>
                <a:lnTo>
                  <a:pt x="373" y="276"/>
                </a:lnTo>
                <a:lnTo>
                  <a:pt x="375" y="275"/>
                </a:lnTo>
                <a:lnTo>
                  <a:pt x="375" y="274"/>
                </a:lnTo>
                <a:lnTo>
                  <a:pt x="376" y="274"/>
                </a:lnTo>
                <a:lnTo>
                  <a:pt x="377" y="274"/>
                </a:lnTo>
                <a:lnTo>
                  <a:pt x="378" y="273"/>
                </a:lnTo>
                <a:lnTo>
                  <a:pt x="376" y="271"/>
                </a:lnTo>
                <a:lnTo>
                  <a:pt x="375" y="270"/>
                </a:lnTo>
                <a:lnTo>
                  <a:pt x="375" y="269"/>
                </a:lnTo>
                <a:lnTo>
                  <a:pt x="376" y="269"/>
                </a:lnTo>
                <a:lnTo>
                  <a:pt x="376" y="268"/>
                </a:lnTo>
                <a:lnTo>
                  <a:pt x="375" y="266"/>
                </a:lnTo>
                <a:lnTo>
                  <a:pt x="374" y="265"/>
                </a:lnTo>
                <a:lnTo>
                  <a:pt x="374" y="264"/>
                </a:lnTo>
                <a:lnTo>
                  <a:pt x="373" y="263"/>
                </a:lnTo>
                <a:lnTo>
                  <a:pt x="373" y="262"/>
                </a:lnTo>
                <a:lnTo>
                  <a:pt x="373" y="261"/>
                </a:lnTo>
                <a:lnTo>
                  <a:pt x="373" y="260"/>
                </a:lnTo>
                <a:lnTo>
                  <a:pt x="373" y="259"/>
                </a:lnTo>
                <a:lnTo>
                  <a:pt x="373" y="258"/>
                </a:lnTo>
                <a:lnTo>
                  <a:pt x="373" y="257"/>
                </a:lnTo>
                <a:lnTo>
                  <a:pt x="374" y="257"/>
                </a:lnTo>
                <a:lnTo>
                  <a:pt x="374" y="256"/>
                </a:lnTo>
                <a:lnTo>
                  <a:pt x="375" y="256"/>
                </a:lnTo>
                <a:lnTo>
                  <a:pt x="376" y="256"/>
                </a:lnTo>
                <a:lnTo>
                  <a:pt x="377" y="257"/>
                </a:lnTo>
                <a:lnTo>
                  <a:pt x="377" y="258"/>
                </a:lnTo>
                <a:lnTo>
                  <a:pt x="377" y="261"/>
                </a:lnTo>
                <a:lnTo>
                  <a:pt x="378" y="264"/>
                </a:lnTo>
                <a:lnTo>
                  <a:pt x="378" y="265"/>
                </a:lnTo>
                <a:lnTo>
                  <a:pt x="379" y="268"/>
                </a:lnTo>
                <a:lnTo>
                  <a:pt x="380" y="270"/>
                </a:lnTo>
                <a:lnTo>
                  <a:pt x="380" y="272"/>
                </a:lnTo>
                <a:lnTo>
                  <a:pt x="381" y="273"/>
                </a:lnTo>
                <a:lnTo>
                  <a:pt x="381" y="274"/>
                </a:lnTo>
                <a:lnTo>
                  <a:pt x="381" y="275"/>
                </a:lnTo>
                <a:lnTo>
                  <a:pt x="382" y="275"/>
                </a:lnTo>
                <a:lnTo>
                  <a:pt x="383" y="275"/>
                </a:lnTo>
                <a:lnTo>
                  <a:pt x="383" y="276"/>
                </a:lnTo>
                <a:lnTo>
                  <a:pt x="383" y="277"/>
                </a:lnTo>
                <a:lnTo>
                  <a:pt x="382" y="277"/>
                </a:lnTo>
                <a:lnTo>
                  <a:pt x="382" y="276"/>
                </a:lnTo>
                <a:lnTo>
                  <a:pt x="381" y="276"/>
                </a:lnTo>
                <a:lnTo>
                  <a:pt x="380" y="276"/>
                </a:lnTo>
                <a:lnTo>
                  <a:pt x="379" y="277"/>
                </a:lnTo>
                <a:lnTo>
                  <a:pt x="378" y="277"/>
                </a:lnTo>
                <a:lnTo>
                  <a:pt x="378" y="278"/>
                </a:lnTo>
                <a:lnTo>
                  <a:pt x="378" y="279"/>
                </a:lnTo>
                <a:lnTo>
                  <a:pt x="378" y="278"/>
                </a:lnTo>
                <a:lnTo>
                  <a:pt x="377" y="278"/>
                </a:lnTo>
                <a:lnTo>
                  <a:pt x="376" y="278"/>
                </a:lnTo>
                <a:lnTo>
                  <a:pt x="375" y="278"/>
                </a:lnTo>
                <a:lnTo>
                  <a:pt x="374" y="279"/>
                </a:lnTo>
                <a:lnTo>
                  <a:pt x="374" y="280"/>
                </a:lnTo>
                <a:lnTo>
                  <a:pt x="373" y="281"/>
                </a:lnTo>
                <a:lnTo>
                  <a:pt x="373" y="280"/>
                </a:lnTo>
                <a:lnTo>
                  <a:pt x="372" y="279"/>
                </a:lnTo>
                <a:lnTo>
                  <a:pt x="371" y="279"/>
                </a:lnTo>
                <a:lnTo>
                  <a:pt x="370" y="279"/>
                </a:lnTo>
                <a:lnTo>
                  <a:pt x="369" y="280"/>
                </a:lnTo>
                <a:lnTo>
                  <a:pt x="368" y="280"/>
                </a:lnTo>
                <a:lnTo>
                  <a:pt x="368" y="281"/>
                </a:lnTo>
                <a:lnTo>
                  <a:pt x="368" y="282"/>
                </a:lnTo>
                <a:lnTo>
                  <a:pt x="367" y="284"/>
                </a:lnTo>
                <a:lnTo>
                  <a:pt x="366" y="285"/>
                </a:lnTo>
                <a:lnTo>
                  <a:pt x="366" y="287"/>
                </a:lnTo>
                <a:lnTo>
                  <a:pt x="366" y="288"/>
                </a:lnTo>
                <a:lnTo>
                  <a:pt x="365" y="288"/>
                </a:lnTo>
                <a:lnTo>
                  <a:pt x="364" y="288"/>
                </a:lnTo>
                <a:lnTo>
                  <a:pt x="363" y="289"/>
                </a:lnTo>
                <a:lnTo>
                  <a:pt x="363" y="291"/>
                </a:lnTo>
                <a:lnTo>
                  <a:pt x="362" y="292"/>
                </a:lnTo>
                <a:lnTo>
                  <a:pt x="362" y="293"/>
                </a:lnTo>
                <a:lnTo>
                  <a:pt x="362" y="297"/>
                </a:lnTo>
                <a:lnTo>
                  <a:pt x="362" y="298"/>
                </a:lnTo>
                <a:lnTo>
                  <a:pt x="362" y="299"/>
                </a:lnTo>
                <a:lnTo>
                  <a:pt x="360" y="301"/>
                </a:lnTo>
                <a:lnTo>
                  <a:pt x="359" y="302"/>
                </a:lnTo>
                <a:lnTo>
                  <a:pt x="360" y="303"/>
                </a:lnTo>
                <a:lnTo>
                  <a:pt x="359" y="303"/>
                </a:lnTo>
                <a:lnTo>
                  <a:pt x="358" y="302"/>
                </a:lnTo>
                <a:lnTo>
                  <a:pt x="358" y="301"/>
                </a:lnTo>
                <a:lnTo>
                  <a:pt x="357" y="301"/>
                </a:lnTo>
                <a:lnTo>
                  <a:pt x="356" y="301"/>
                </a:lnTo>
                <a:lnTo>
                  <a:pt x="356" y="300"/>
                </a:lnTo>
                <a:lnTo>
                  <a:pt x="355" y="300"/>
                </a:lnTo>
                <a:lnTo>
                  <a:pt x="353" y="300"/>
                </a:lnTo>
                <a:lnTo>
                  <a:pt x="353" y="301"/>
                </a:lnTo>
                <a:lnTo>
                  <a:pt x="352" y="301"/>
                </a:lnTo>
                <a:lnTo>
                  <a:pt x="351" y="301"/>
                </a:lnTo>
                <a:lnTo>
                  <a:pt x="350" y="301"/>
                </a:lnTo>
                <a:lnTo>
                  <a:pt x="350" y="302"/>
                </a:lnTo>
                <a:lnTo>
                  <a:pt x="349" y="302"/>
                </a:lnTo>
                <a:lnTo>
                  <a:pt x="349" y="303"/>
                </a:lnTo>
                <a:lnTo>
                  <a:pt x="348" y="303"/>
                </a:lnTo>
                <a:lnTo>
                  <a:pt x="348" y="302"/>
                </a:lnTo>
                <a:lnTo>
                  <a:pt x="347" y="301"/>
                </a:lnTo>
                <a:lnTo>
                  <a:pt x="346" y="301"/>
                </a:lnTo>
                <a:lnTo>
                  <a:pt x="345" y="301"/>
                </a:lnTo>
                <a:lnTo>
                  <a:pt x="344" y="301"/>
                </a:lnTo>
                <a:lnTo>
                  <a:pt x="342" y="302"/>
                </a:lnTo>
                <a:lnTo>
                  <a:pt x="342" y="301"/>
                </a:lnTo>
                <a:lnTo>
                  <a:pt x="343" y="301"/>
                </a:lnTo>
                <a:lnTo>
                  <a:pt x="344" y="301"/>
                </a:lnTo>
                <a:lnTo>
                  <a:pt x="344" y="300"/>
                </a:lnTo>
                <a:lnTo>
                  <a:pt x="346" y="299"/>
                </a:lnTo>
                <a:lnTo>
                  <a:pt x="346" y="298"/>
                </a:lnTo>
                <a:lnTo>
                  <a:pt x="347" y="298"/>
                </a:lnTo>
                <a:lnTo>
                  <a:pt x="348" y="298"/>
                </a:lnTo>
                <a:lnTo>
                  <a:pt x="348" y="297"/>
                </a:lnTo>
                <a:lnTo>
                  <a:pt x="350" y="298"/>
                </a:lnTo>
                <a:lnTo>
                  <a:pt x="351" y="298"/>
                </a:lnTo>
                <a:lnTo>
                  <a:pt x="352" y="298"/>
                </a:lnTo>
                <a:lnTo>
                  <a:pt x="353" y="297"/>
                </a:lnTo>
                <a:lnTo>
                  <a:pt x="354" y="297"/>
                </a:lnTo>
                <a:lnTo>
                  <a:pt x="355" y="298"/>
                </a:lnTo>
                <a:lnTo>
                  <a:pt x="356" y="298"/>
                </a:lnTo>
                <a:lnTo>
                  <a:pt x="357" y="298"/>
                </a:lnTo>
                <a:lnTo>
                  <a:pt x="357" y="297"/>
                </a:lnTo>
                <a:lnTo>
                  <a:pt x="357" y="296"/>
                </a:lnTo>
                <a:lnTo>
                  <a:pt x="358" y="296"/>
                </a:lnTo>
                <a:lnTo>
                  <a:pt x="359" y="296"/>
                </a:lnTo>
                <a:lnTo>
                  <a:pt x="358" y="296"/>
                </a:lnTo>
                <a:lnTo>
                  <a:pt x="358" y="297"/>
                </a:lnTo>
                <a:lnTo>
                  <a:pt x="359" y="298"/>
                </a:lnTo>
                <a:lnTo>
                  <a:pt x="359" y="297"/>
                </a:lnTo>
                <a:lnTo>
                  <a:pt x="359" y="296"/>
                </a:lnTo>
                <a:lnTo>
                  <a:pt x="360" y="296"/>
                </a:lnTo>
                <a:lnTo>
                  <a:pt x="360" y="295"/>
                </a:lnTo>
                <a:lnTo>
                  <a:pt x="358" y="294"/>
                </a:lnTo>
                <a:lnTo>
                  <a:pt x="357" y="294"/>
                </a:lnTo>
                <a:lnTo>
                  <a:pt x="355" y="294"/>
                </a:lnTo>
                <a:lnTo>
                  <a:pt x="355" y="295"/>
                </a:lnTo>
                <a:lnTo>
                  <a:pt x="356" y="296"/>
                </a:lnTo>
                <a:lnTo>
                  <a:pt x="356" y="297"/>
                </a:lnTo>
                <a:lnTo>
                  <a:pt x="355" y="297"/>
                </a:lnTo>
                <a:lnTo>
                  <a:pt x="354" y="297"/>
                </a:lnTo>
                <a:lnTo>
                  <a:pt x="353" y="297"/>
                </a:lnTo>
                <a:lnTo>
                  <a:pt x="352" y="297"/>
                </a:lnTo>
                <a:lnTo>
                  <a:pt x="351" y="297"/>
                </a:lnTo>
                <a:lnTo>
                  <a:pt x="351" y="298"/>
                </a:lnTo>
                <a:lnTo>
                  <a:pt x="350" y="297"/>
                </a:lnTo>
                <a:lnTo>
                  <a:pt x="349" y="297"/>
                </a:lnTo>
                <a:lnTo>
                  <a:pt x="348" y="297"/>
                </a:lnTo>
                <a:lnTo>
                  <a:pt x="347" y="297"/>
                </a:lnTo>
                <a:lnTo>
                  <a:pt x="344" y="299"/>
                </a:lnTo>
                <a:lnTo>
                  <a:pt x="342" y="301"/>
                </a:lnTo>
                <a:lnTo>
                  <a:pt x="341" y="301"/>
                </a:lnTo>
                <a:lnTo>
                  <a:pt x="342" y="302"/>
                </a:lnTo>
                <a:lnTo>
                  <a:pt x="342" y="303"/>
                </a:lnTo>
                <a:lnTo>
                  <a:pt x="341" y="303"/>
                </a:lnTo>
                <a:lnTo>
                  <a:pt x="340" y="304"/>
                </a:lnTo>
                <a:lnTo>
                  <a:pt x="339" y="304"/>
                </a:lnTo>
                <a:lnTo>
                  <a:pt x="338" y="304"/>
                </a:lnTo>
                <a:lnTo>
                  <a:pt x="338" y="303"/>
                </a:lnTo>
                <a:lnTo>
                  <a:pt x="336" y="303"/>
                </a:lnTo>
                <a:lnTo>
                  <a:pt x="336" y="302"/>
                </a:lnTo>
                <a:lnTo>
                  <a:pt x="334" y="302"/>
                </a:lnTo>
                <a:lnTo>
                  <a:pt x="333" y="302"/>
                </a:lnTo>
                <a:lnTo>
                  <a:pt x="332" y="303"/>
                </a:lnTo>
                <a:lnTo>
                  <a:pt x="331" y="303"/>
                </a:lnTo>
                <a:lnTo>
                  <a:pt x="330" y="304"/>
                </a:lnTo>
                <a:lnTo>
                  <a:pt x="329" y="305"/>
                </a:lnTo>
                <a:lnTo>
                  <a:pt x="326" y="307"/>
                </a:lnTo>
                <a:lnTo>
                  <a:pt x="324" y="310"/>
                </a:lnTo>
                <a:lnTo>
                  <a:pt x="323" y="311"/>
                </a:lnTo>
                <a:lnTo>
                  <a:pt x="322" y="311"/>
                </a:lnTo>
                <a:lnTo>
                  <a:pt x="322" y="310"/>
                </a:lnTo>
                <a:lnTo>
                  <a:pt x="321" y="310"/>
                </a:lnTo>
                <a:lnTo>
                  <a:pt x="320" y="311"/>
                </a:lnTo>
                <a:lnTo>
                  <a:pt x="320" y="312"/>
                </a:lnTo>
                <a:lnTo>
                  <a:pt x="319" y="312"/>
                </a:lnTo>
                <a:lnTo>
                  <a:pt x="317" y="313"/>
                </a:lnTo>
                <a:lnTo>
                  <a:pt x="316" y="315"/>
                </a:lnTo>
                <a:lnTo>
                  <a:pt x="315" y="315"/>
                </a:lnTo>
                <a:lnTo>
                  <a:pt x="315" y="316"/>
                </a:lnTo>
                <a:lnTo>
                  <a:pt x="314" y="317"/>
                </a:lnTo>
                <a:lnTo>
                  <a:pt x="314" y="319"/>
                </a:lnTo>
                <a:lnTo>
                  <a:pt x="313" y="319"/>
                </a:lnTo>
                <a:lnTo>
                  <a:pt x="313" y="320"/>
                </a:lnTo>
                <a:lnTo>
                  <a:pt x="312" y="320"/>
                </a:lnTo>
                <a:lnTo>
                  <a:pt x="311" y="320"/>
                </a:lnTo>
                <a:lnTo>
                  <a:pt x="310" y="320"/>
                </a:lnTo>
                <a:lnTo>
                  <a:pt x="310" y="321"/>
                </a:lnTo>
                <a:lnTo>
                  <a:pt x="309" y="322"/>
                </a:lnTo>
                <a:lnTo>
                  <a:pt x="308" y="323"/>
                </a:lnTo>
                <a:lnTo>
                  <a:pt x="307" y="324"/>
                </a:lnTo>
                <a:lnTo>
                  <a:pt x="307" y="326"/>
                </a:lnTo>
                <a:lnTo>
                  <a:pt x="306" y="327"/>
                </a:lnTo>
                <a:lnTo>
                  <a:pt x="305" y="328"/>
                </a:lnTo>
                <a:lnTo>
                  <a:pt x="304" y="328"/>
                </a:lnTo>
                <a:lnTo>
                  <a:pt x="304" y="327"/>
                </a:lnTo>
                <a:lnTo>
                  <a:pt x="303" y="327"/>
                </a:lnTo>
                <a:lnTo>
                  <a:pt x="303" y="328"/>
                </a:lnTo>
                <a:lnTo>
                  <a:pt x="302" y="328"/>
                </a:lnTo>
                <a:lnTo>
                  <a:pt x="301" y="329"/>
                </a:lnTo>
                <a:lnTo>
                  <a:pt x="300" y="332"/>
                </a:lnTo>
                <a:lnTo>
                  <a:pt x="299" y="333"/>
                </a:lnTo>
                <a:lnTo>
                  <a:pt x="298" y="334"/>
                </a:lnTo>
                <a:lnTo>
                  <a:pt x="298" y="338"/>
                </a:lnTo>
                <a:lnTo>
                  <a:pt x="297" y="338"/>
                </a:lnTo>
                <a:lnTo>
                  <a:pt x="297" y="339"/>
                </a:lnTo>
                <a:lnTo>
                  <a:pt x="297" y="340"/>
                </a:lnTo>
                <a:lnTo>
                  <a:pt x="296" y="340"/>
                </a:lnTo>
                <a:lnTo>
                  <a:pt x="296" y="341"/>
                </a:lnTo>
                <a:lnTo>
                  <a:pt x="296" y="342"/>
                </a:lnTo>
                <a:lnTo>
                  <a:pt x="295" y="345"/>
                </a:lnTo>
                <a:lnTo>
                  <a:pt x="294" y="350"/>
                </a:lnTo>
                <a:lnTo>
                  <a:pt x="294" y="353"/>
                </a:lnTo>
                <a:lnTo>
                  <a:pt x="294" y="354"/>
                </a:lnTo>
                <a:lnTo>
                  <a:pt x="294" y="356"/>
                </a:lnTo>
                <a:lnTo>
                  <a:pt x="293" y="356"/>
                </a:lnTo>
                <a:lnTo>
                  <a:pt x="292" y="356"/>
                </a:lnTo>
                <a:lnTo>
                  <a:pt x="292" y="355"/>
                </a:lnTo>
                <a:lnTo>
                  <a:pt x="292" y="354"/>
                </a:lnTo>
                <a:lnTo>
                  <a:pt x="293" y="354"/>
                </a:lnTo>
                <a:lnTo>
                  <a:pt x="293" y="353"/>
                </a:lnTo>
                <a:lnTo>
                  <a:pt x="293" y="352"/>
                </a:lnTo>
                <a:lnTo>
                  <a:pt x="292" y="351"/>
                </a:lnTo>
                <a:lnTo>
                  <a:pt x="291" y="349"/>
                </a:lnTo>
                <a:lnTo>
                  <a:pt x="290" y="349"/>
                </a:lnTo>
                <a:lnTo>
                  <a:pt x="289" y="350"/>
                </a:lnTo>
                <a:lnTo>
                  <a:pt x="288" y="351"/>
                </a:lnTo>
                <a:lnTo>
                  <a:pt x="288" y="352"/>
                </a:lnTo>
                <a:lnTo>
                  <a:pt x="288" y="353"/>
                </a:lnTo>
                <a:lnTo>
                  <a:pt x="288" y="354"/>
                </a:lnTo>
                <a:lnTo>
                  <a:pt x="289" y="354"/>
                </a:lnTo>
                <a:lnTo>
                  <a:pt x="290" y="354"/>
                </a:lnTo>
                <a:lnTo>
                  <a:pt x="290" y="355"/>
                </a:lnTo>
                <a:lnTo>
                  <a:pt x="289" y="355"/>
                </a:lnTo>
                <a:lnTo>
                  <a:pt x="287" y="355"/>
                </a:lnTo>
                <a:lnTo>
                  <a:pt x="287" y="356"/>
                </a:lnTo>
                <a:lnTo>
                  <a:pt x="286" y="357"/>
                </a:lnTo>
                <a:lnTo>
                  <a:pt x="286" y="358"/>
                </a:lnTo>
                <a:lnTo>
                  <a:pt x="287" y="358"/>
                </a:lnTo>
                <a:lnTo>
                  <a:pt x="287" y="357"/>
                </a:lnTo>
                <a:lnTo>
                  <a:pt x="287" y="356"/>
                </a:lnTo>
                <a:lnTo>
                  <a:pt x="287" y="355"/>
                </a:lnTo>
                <a:lnTo>
                  <a:pt x="288" y="355"/>
                </a:lnTo>
                <a:lnTo>
                  <a:pt x="288" y="356"/>
                </a:lnTo>
                <a:lnTo>
                  <a:pt x="289" y="356"/>
                </a:lnTo>
                <a:lnTo>
                  <a:pt x="290" y="357"/>
                </a:lnTo>
                <a:lnTo>
                  <a:pt x="291" y="357"/>
                </a:lnTo>
                <a:lnTo>
                  <a:pt x="292" y="357"/>
                </a:lnTo>
                <a:lnTo>
                  <a:pt x="292" y="358"/>
                </a:lnTo>
                <a:lnTo>
                  <a:pt x="291" y="358"/>
                </a:lnTo>
                <a:lnTo>
                  <a:pt x="291" y="359"/>
                </a:lnTo>
                <a:lnTo>
                  <a:pt x="291" y="360"/>
                </a:lnTo>
                <a:lnTo>
                  <a:pt x="290" y="361"/>
                </a:lnTo>
                <a:lnTo>
                  <a:pt x="288" y="361"/>
                </a:lnTo>
                <a:lnTo>
                  <a:pt x="287" y="361"/>
                </a:lnTo>
                <a:lnTo>
                  <a:pt x="286" y="361"/>
                </a:lnTo>
                <a:lnTo>
                  <a:pt x="285" y="361"/>
                </a:lnTo>
                <a:lnTo>
                  <a:pt x="284" y="362"/>
                </a:lnTo>
                <a:lnTo>
                  <a:pt x="283" y="363"/>
                </a:lnTo>
                <a:lnTo>
                  <a:pt x="281" y="364"/>
                </a:lnTo>
                <a:lnTo>
                  <a:pt x="280" y="363"/>
                </a:lnTo>
                <a:lnTo>
                  <a:pt x="280" y="362"/>
                </a:lnTo>
                <a:lnTo>
                  <a:pt x="279" y="362"/>
                </a:lnTo>
                <a:lnTo>
                  <a:pt x="278" y="361"/>
                </a:lnTo>
                <a:lnTo>
                  <a:pt x="277" y="362"/>
                </a:lnTo>
                <a:lnTo>
                  <a:pt x="276" y="362"/>
                </a:lnTo>
                <a:lnTo>
                  <a:pt x="275" y="362"/>
                </a:lnTo>
                <a:lnTo>
                  <a:pt x="274" y="361"/>
                </a:lnTo>
                <a:lnTo>
                  <a:pt x="274" y="360"/>
                </a:lnTo>
                <a:lnTo>
                  <a:pt x="274" y="359"/>
                </a:lnTo>
                <a:lnTo>
                  <a:pt x="274" y="358"/>
                </a:lnTo>
                <a:lnTo>
                  <a:pt x="273" y="357"/>
                </a:lnTo>
                <a:lnTo>
                  <a:pt x="274" y="357"/>
                </a:lnTo>
                <a:lnTo>
                  <a:pt x="275" y="357"/>
                </a:lnTo>
                <a:lnTo>
                  <a:pt x="276" y="358"/>
                </a:lnTo>
                <a:lnTo>
                  <a:pt x="277" y="359"/>
                </a:lnTo>
                <a:lnTo>
                  <a:pt x="278" y="359"/>
                </a:lnTo>
                <a:lnTo>
                  <a:pt x="281" y="359"/>
                </a:lnTo>
                <a:lnTo>
                  <a:pt x="284" y="357"/>
                </a:lnTo>
                <a:lnTo>
                  <a:pt x="285" y="355"/>
                </a:lnTo>
                <a:lnTo>
                  <a:pt x="285" y="354"/>
                </a:lnTo>
                <a:lnTo>
                  <a:pt x="285" y="353"/>
                </a:lnTo>
                <a:lnTo>
                  <a:pt x="286" y="352"/>
                </a:lnTo>
                <a:lnTo>
                  <a:pt x="286" y="351"/>
                </a:lnTo>
                <a:lnTo>
                  <a:pt x="286" y="350"/>
                </a:lnTo>
                <a:lnTo>
                  <a:pt x="285" y="349"/>
                </a:lnTo>
                <a:lnTo>
                  <a:pt x="284" y="349"/>
                </a:lnTo>
                <a:lnTo>
                  <a:pt x="283" y="349"/>
                </a:lnTo>
                <a:lnTo>
                  <a:pt x="283" y="350"/>
                </a:lnTo>
                <a:lnTo>
                  <a:pt x="284" y="350"/>
                </a:lnTo>
                <a:lnTo>
                  <a:pt x="283" y="351"/>
                </a:lnTo>
                <a:lnTo>
                  <a:pt x="283" y="352"/>
                </a:lnTo>
                <a:lnTo>
                  <a:pt x="282" y="352"/>
                </a:lnTo>
                <a:lnTo>
                  <a:pt x="281" y="352"/>
                </a:lnTo>
                <a:lnTo>
                  <a:pt x="280" y="352"/>
                </a:lnTo>
                <a:lnTo>
                  <a:pt x="279" y="352"/>
                </a:lnTo>
                <a:lnTo>
                  <a:pt x="278" y="352"/>
                </a:lnTo>
                <a:lnTo>
                  <a:pt x="277" y="352"/>
                </a:lnTo>
                <a:lnTo>
                  <a:pt x="277" y="353"/>
                </a:lnTo>
                <a:lnTo>
                  <a:pt x="276" y="354"/>
                </a:lnTo>
                <a:lnTo>
                  <a:pt x="276" y="355"/>
                </a:lnTo>
                <a:lnTo>
                  <a:pt x="275" y="355"/>
                </a:lnTo>
                <a:lnTo>
                  <a:pt x="274" y="356"/>
                </a:lnTo>
                <a:lnTo>
                  <a:pt x="274" y="357"/>
                </a:lnTo>
                <a:lnTo>
                  <a:pt x="271" y="357"/>
                </a:lnTo>
                <a:lnTo>
                  <a:pt x="268" y="356"/>
                </a:lnTo>
                <a:lnTo>
                  <a:pt x="267" y="356"/>
                </a:lnTo>
                <a:lnTo>
                  <a:pt x="266" y="356"/>
                </a:lnTo>
                <a:lnTo>
                  <a:pt x="265" y="356"/>
                </a:lnTo>
                <a:lnTo>
                  <a:pt x="264" y="356"/>
                </a:lnTo>
                <a:lnTo>
                  <a:pt x="263" y="356"/>
                </a:lnTo>
                <a:lnTo>
                  <a:pt x="262" y="356"/>
                </a:lnTo>
                <a:lnTo>
                  <a:pt x="261" y="357"/>
                </a:lnTo>
                <a:lnTo>
                  <a:pt x="258" y="358"/>
                </a:lnTo>
                <a:lnTo>
                  <a:pt x="256" y="359"/>
                </a:lnTo>
                <a:lnTo>
                  <a:pt x="255" y="360"/>
                </a:lnTo>
                <a:lnTo>
                  <a:pt x="254" y="360"/>
                </a:lnTo>
                <a:lnTo>
                  <a:pt x="253" y="361"/>
                </a:lnTo>
                <a:lnTo>
                  <a:pt x="252" y="362"/>
                </a:lnTo>
                <a:lnTo>
                  <a:pt x="250" y="362"/>
                </a:lnTo>
                <a:lnTo>
                  <a:pt x="248" y="363"/>
                </a:lnTo>
                <a:lnTo>
                  <a:pt x="247" y="364"/>
                </a:lnTo>
                <a:lnTo>
                  <a:pt x="246" y="364"/>
                </a:lnTo>
                <a:lnTo>
                  <a:pt x="245" y="365"/>
                </a:lnTo>
                <a:lnTo>
                  <a:pt x="244" y="364"/>
                </a:lnTo>
                <a:lnTo>
                  <a:pt x="244" y="362"/>
                </a:lnTo>
                <a:lnTo>
                  <a:pt x="244" y="361"/>
                </a:lnTo>
                <a:lnTo>
                  <a:pt x="243" y="361"/>
                </a:lnTo>
                <a:lnTo>
                  <a:pt x="242" y="360"/>
                </a:lnTo>
                <a:lnTo>
                  <a:pt x="241" y="360"/>
                </a:lnTo>
                <a:lnTo>
                  <a:pt x="240" y="360"/>
                </a:lnTo>
                <a:lnTo>
                  <a:pt x="238" y="360"/>
                </a:lnTo>
                <a:lnTo>
                  <a:pt x="237" y="361"/>
                </a:lnTo>
                <a:lnTo>
                  <a:pt x="236" y="361"/>
                </a:lnTo>
                <a:lnTo>
                  <a:pt x="235" y="362"/>
                </a:lnTo>
                <a:lnTo>
                  <a:pt x="234" y="362"/>
                </a:lnTo>
                <a:lnTo>
                  <a:pt x="234" y="363"/>
                </a:lnTo>
                <a:lnTo>
                  <a:pt x="233" y="364"/>
                </a:lnTo>
                <a:lnTo>
                  <a:pt x="232" y="365"/>
                </a:lnTo>
                <a:lnTo>
                  <a:pt x="231" y="368"/>
                </a:lnTo>
                <a:lnTo>
                  <a:pt x="229" y="372"/>
                </a:lnTo>
                <a:lnTo>
                  <a:pt x="229" y="373"/>
                </a:lnTo>
                <a:lnTo>
                  <a:pt x="228" y="374"/>
                </a:lnTo>
                <a:lnTo>
                  <a:pt x="228" y="376"/>
                </a:lnTo>
                <a:lnTo>
                  <a:pt x="227" y="378"/>
                </a:lnTo>
                <a:lnTo>
                  <a:pt x="227" y="379"/>
                </a:lnTo>
                <a:lnTo>
                  <a:pt x="226" y="382"/>
                </a:lnTo>
                <a:lnTo>
                  <a:pt x="226" y="385"/>
                </a:lnTo>
                <a:lnTo>
                  <a:pt x="226" y="386"/>
                </a:lnTo>
                <a:lnTo>
                  <a:pt x="227" y="386"/>
                </a:lnTo>
                <a:lnTo>
                  <a:pt x="228" y="386"/>
                </a:lnTo>
                <a:lnTo>
                  <a:pt x="229" y="386"/>
                </a:lnTo>
                <a:lnTo>
                  <a:pt x="228" y="387"/>
                </a:lnTo>
                <a:lnTo>
                  <a:pt x="227" y="387"/>
                </a:lnTo>
                <a:lnTo>
                  <a:pt x="227" y="386"/>
                </a:lnTo>
                <a:lnTo>
                  <a:pt x="227" y="387"/>
                </a:lnTo>
                <a:lnTo>
                  <a:pt x="226" y="387"/>
                </a:lnTo>
                <a:lnTo>
                  <a:pt x="226" y="388"/>
                </a:lnTo>
                <a:lnTo>
                  <a:pt x="224" y="389"/>
                </a:lnTo>
                <a:lnTo>
                  <a:pt x="223" y="388"/>
                </a:lnTo>
                <a:lnTo>
                  <a:pt x="223" y="387"/>
                </a:lnTo>
                <a:lnTo>
                  <a:pt x="223" y="386"/>
                </a:lnTo>
                <a:lnTo>
                  <a:pt x="223" y="385"/>
                </a:lnTo>
                <a:lnTo>
                  <a:pt x="222" y="384"/>
                </a:lnTo>
                <a:lnTo>
                  <a:pt x="221" y="384"/>
                </a:lnTo>
                <a:lnTo>
                  <a:pt x="220" y="384"/>
                </a:lnTo>
                <a:lnTo>
                  <a:pt x="220" y="385"/>
                </a:lnTo>
                <a:lnTo>
                  <a:pt x="221" y="386"/>
                </a:lnTo>
                <a:lnTo>
                  <a:pt x="220" y="386"/>
                </a:lnTo>
                <a:lnTo>
                  <a:pt x="219" y="386"/>
                </a:lnTo>
                <a:lnTo>
                  <a:pt x="218" y="386"/>
                </a:lnTo>
                <a:lnTo>
                  <a:pt x="217" y="386"/>
                </a:lnTo>
                <a:lnTo>
                  <a:pt x="217" y="387"/>
                </a:lnTo>
                <a:lnTo>
                  <a:pt x="217" y="388"/>
                </a:lnTo>
                <a:lnTo>
                  <a:pt x="217" y="389"/>
                </a:lnTo>
                <a:lnTo>
                  <a:pt x="218" y="389"/>
                </a:lnTo>
                <a:lnTo>
                  <a:pt x="218" y="390"/>
                </a:lnTo>
                <a:lnTo>
                  <a:pt x="219" y="390"/>
                </a:lnTo>
                <a:lnTo>
                  <a:pt x="221" y="389"/>
                </a:lnTo>
                <a:lnTo>
                  <a:pt x="221" y="388"/>
                </a:lnTo>
                <a:lnTo>
                  <a:pt x="221" y="387"/>
                </a:lnTo>
                <a:lnTo>
                  <a:pt x="221" y="385"/>
                </a:lnTo>
                <a:lnTo>
                  <a:pt x="222" y="384"/>
                </a:lnTo>
                <a:lnTo>
                  <a:pt x="222" y="385"/>
                </a:lnTo>
                <a:lnTo>
                  <a:pt x="222" y="386"/>
                </a:lnTo>
                <a:lnTo>
                  <a:pt x="223" y="388"/>
                </a:lnTo>
                <a:lnTo>
                  <a:pt x="222" y="388"/>
                </a:lnTo>
                <a:lnTo>
                  <a:pt x="223" y="389"/>
                </a:lnTo>
                <a:lnTo>
                  <a:pt x="226" y="389"/>
                </a:lnTo>
                <a:lnTo>
                  <a:pt x="228" y="389"/>
                </a:lnTo>
                <a:lnTo>
                  <a:pt x="229" y="389"/>
                </a:lnTo>
                <a:lnTo>
                  <a:pt x="230" y="390"/>
                </a:lnTo>
                <a:lnTo>
                  <a:pt x="230" y="391"/>
                </a:lnTo>
                <a:lnTo>
                  <a:pt x="231" y="391"/>
                </a:lnTo>
                <a:lnTo>
                  <a:pt x="230" y="392"/>
                </a:lnTo>
                <a:lnTo>
                  <a:pt x="230" y="393"/>
                </a:lnTo>
                <a:lnTo>
                  <a:pt x="229" y="394"/>
                </a:lnTo>
                <a:lnTo>
                  <a:pt x="228" y="394"/>
                </a:lnTo>
                <a:lnTo>
                  <a:pt x="227" y="395"/>
                </a:lnTo>
                <a:lnTo>
                  <a:pt x="228" y="395"/>
                </a:lnTo>
                <a:lnTo>
                  <a:pt x="228" y="396"/>
                </a:lnTo>
                <a:lnTo>
                  <a:pt x="228" y="398"/>
                </a:lnTo>
                <a:lnTo>
                  <a:pt x="227" y="398"/>
                </a:lnTo>
                <a:lnTo>
                  <a:pt x="226" y="398"/>
                </a:lnTo>
                <a:lnTo>
                  <a:pt x="226" y="397"/>
                </a:lnTo>
                <a:lnTo>
                  <a:pt x="225" y="397"/>
                </a:lnTo>
                <a:lnTo>
                  <a:pt x="224" y="397"/>
                </a:lnTo>
                <a:lnTo>
                  <a:pt x="223" y="398"/>
                </a:lnTo>
                <a:lnTo>
                  <a:pt x="223" y="399"/>
                </a:lnTo>
                <a:lnTo>
                  <a:pt x="223" y="400"/>
                </a:lnTo>
                <a:lnTo>
                  <a:pt x="224" y="400"/>
                </a:lnTo>
                <a:lnTo>
                  <a:pt x="225" y="401"/>
                </a:lnTo>
                <a:lnTo>
                  <a:pt x="225" y="402"/>
                </a:lnTo>
                <a:lnTo>
                  <a:pt x="223" y="402"/>
                </a:lnTo>
                <a:lnTo>
                  <a:pt x="221" y="400"/>
                </a:lnTo>
                <a:lnTo>
                  <a:pt x="220" y="400"/>
                </a:lnTo>
                <a:lnTo>
                  <a:pt x="220" y="399"/>
                </a:lnTo>
                <a:lnTo>
                  <a:pt x="220" y="398"/>
                </a:lnTo>
                <a:lnTo>
                  <a:pt x="221" y="397"/>
                </a:lnTo>
                <a:lnTo>
                  <a:pt x="222" y="397"/>
                </a:lnTo>
                <a:lnTo>
                  <a:pt x="221" y="396"/>
                </a:lnTo>
                <a:lnTo>
                  <a:pt x="220" y="394"/>
                </a:lnTo>
                <a:lnTo>
                  <a:pt x="219" y="394"/>
                </a:lnTo>
                <a:lnTo>
                  <a:pt x="218" y="394"/>
                </a:lnTo>
                <a:lnTo>
                  <a:pt x="217" y="394"/>
                </a:lnTo>
                <a:lnTo>
                  <a:pt x="216" y="394"/>
                </a:lnTo>
                <a:lnTo>
                  <a:pt x="215" y="394"/>
                </a:lnTo>
                <a:lnTo>
                  <a:pt x="214" y="395"/>
                </a:lnTo>
                <a:lnTo>
                  <a:pt x="213" y="395"/>
                </a:lnTo>
                <a:lnTo>
                  <a:pt x="212" y="395"/>
                </a:lnTo>
                <a:lnTo>
                  <a:pt x="209" y="396"/>
                </a:lnTo>
                <a:lnTo>
                  <a:pt x="208" y="397"/>
                </a:lnTo>
                <a:lnTo>
                  <a:pt x="206" y="398"/>
                </a:lnTo>
                <a:lnTo>
                  <a:pt x="205" y="398"/>
                </a:lnTo>
                <a:lnTo>
                  <a:pt x="204" y="399"/>
                </a:lnTo>
                <a:lnTo>
                  <a:pt x="205" y="400"/>
                </a:lnTo>
                <a:lnTo>
                  <a:pt x="205" y="401"/>
                </a:lnTo>
                <a:lnTo>
                  <a:pt x="205" y="402"/>
                </a:lnTo>
                <a:lnTo>
                  <a:pt x="204" y="403"/>
                </a:lnTo>
                <a:lnTo>
                  <a:pt x="204" y="404"/>
                </a:lnTo>
                <a:lnTo>
                  <a:pt x="205" y="404"/>
                </a:lnTo>
                <a:lnTo>
                  <a:pt x="206" y="404"/>
                </a:lnTo>
                <a:lnTo>
                  <a:pt x="207" y="407"/>
                </a:lnTo>
                <a:lnTo>
                  <a:pt x="207" y="408"/>
                </a:lnTo>
                <a:lnTo>
                  <a:pt x="206" y="408"/>
                </a:lnTo>
                <a:lnTo>
                  <a:pt x="205" y="407"/>
                </a:lnTo>
                <a:lnTo>
                  <a:pt x="205" y="406"/>
                </a:lnTo>
                <a:lnTo>
                  <a:pt x="204" y="406"/>
                </a:lnTo>
                <a:lnTo>
                  <a:pt x="203" y="407"/>
                </a:lnTo>
                <a:lnTo>
                  <a:pt x="202" y="407"/>
                </a:lnTo>
                <a:lnTo>
                  <a:pt x="200" y="406"/>
                </a:lnTo>
                <a:lnTo>
                  <a:pt x="199" y="406"/>
                </a:lnTo>
                <a:lnTo>
                  <a:pt x="199" y="407"/>
                </a:lnTo>
                <a:lnTo>
                  <a:pt x="199" y="408"/>
                </a:lnTo>
                <a:lnTo>
                  <a:pt x="199" y="409"/>
                </a:lnTo>
                <a:lnTo>
                  <a:pt x="198" y="409"/>
                </a:lnTo>
                <a:lnTo>
                  <a:pt x="197" y="409"/>
                </a:lnTo>
                <a:lnTo>
                  <a:pt x="198" y="410"/>
                </a:lnTo>
                <a:lnTo>
                  <a:pt x="197" y="410"/>
                </a:lnTo>
                <a:lnTo>
                  <a:pt x="195" y="408"/>
                </a:lnTo>
                <a:lnTo>
                  <a:pt x="195" y="407"/>
                </a:lnTo>
                <a:lnTo>
                  <a:pt x="196" y="407"/>
                </a:lnTo>
                <a:lnTo>
                  <a:pt x="196" y="406"/>
                </a:lnTo>
                <a:lnTo>
                  <a:pt x="196" y="405"/>
                </a:lnTo>
                <a:lnTo>
                  <a:pt x="196" y="404"/>
                </a:lnTo>
                <a:lnTo>
                  <a:pt x="196" y="403"/>
                </a:lnTo>
                <a:lnTo>
                  <a:pt x="197" y="403"/>
                </a:lnTo>
                <a:lnTo>
                  <a:pt x="198" y="402"/>
                </a:lnTo>
                <a:lnTo>
                  <a:pt x="198" y="401"/>
                </a:lnTo>
                <a:lnTo>
                  <a:pt x="197" y="401"/>
                </a:lnTo>
                <a:lnTo>
                  <a:pt x="196" y="401"/>
                </a:lnTo>
                <a:lnTo>
                  <a:pt x="194" y="400"/>
                </a:lnTo>
                <a:lnTo>
                  <a:pt x="194" y="399"/>
                </a:lnTo>
                <a:lnTo>
                  <a:pt x="193" y="399"/>
                </a:lnTo>
                <a:lnTo>
                  <a:pt x="192" y="399"/>
                </a:lnTo>
                <a:lnTo>
                  <a:pt x="191" y="399"/>
                </a:lnTo>
                <a:lnTo>
                  <a:pt x="191" y="398"/>
                </a:lnTo>
                <a:lnTo>
                  <a:pt x="192" y="398"/>
                </a:lnTo>
                <a:lnTo>
                  <a:pt x="192" y="397"/>
                </a:lnTo>
                <a:lnTo>
                  <a:pt x="193" y="397"/>
                </a:lnTo>
                <a:lnTo>
                  <a:pt x="194" y="397"/>
                </a:lnTo>
                <a:lnTo>
                  <a:pt x="194" y="396"/>
                </a:lnTo>
                <a:lnTo>
                  <a:pt x="195" y="396"/>
                </a:lnTo>
                <a:lnTo>
                  <a:pt x="196" y="395"/>
                </a:lnTo>
                <a:lnTo>
                  <a:pt x="197" y="394"/>
                </a:lnTo>
                <a:lnTo>
                  <a:pt x="197" y="393"/>
                </a:lnTo>
                <a:lnTo>
                  <a:pt x="196" y="392"/>
                </a:lnTo>
                <a:lnTo>
                  <a:pt x="196" y="391"/>
                </a:lnTo>
                <a:lnTo>
                  <a:pt x="195" y="391"/>
                </a:lnTo>
                <a:lnTo>
                  <a:pt x="195" y="392"/>
                </a:lnTo>
                <a:lnTo>
                  <a:pt x="195" y="393"/>
                </a:lnTo>
                <a:lnTo>
                  <a:pt x="195" y="394"/>
                </a:lnTo>
                <a:lnTo>
                  <a:pt x="195" y="395"/>
                </a:lnTo>
                <a:lnTo>
                  <a:pt x="194" y="395"/>
                </a:lnTo>
                <a:lnTo>
                  <a:pt x="193" y="395"/>
                </a:lnTo>
                <a:lnTo>
                  <a:pt x="192" y="396"/>
                </a:lnTo>
                <a:lnTo>
                  <a:pt x="191" y="396"/>
                </a:lnTo>
                <a:lnTo>
                  <a:pt x="190" y="397"/>
                </a:lnTo>
                <a:lnTo>
                  <a:pt x="189" y="397"/>
                </a:lnTo>
                <a:lnTo>
                  <a:pt x="189" y="398"/>
                </a:lnTo>
                <a:lnTo>
                  <a:pt x="190" y="398"/>
                </a:lnTo>
                <a:lnTo>
                  <a:pt x="191" y="399"/>
                </a:lnTo>
                <a:lnTo>
                  <a:pt x="191" y="401"/>
                </a:lnTo>
                <a:lnTo>
                  <a:pt x="190" y="401"/>
                </a:lnTo>
                <a:lnTo>
                  <a:pt x="190" y="402"/>
                </a:lnTo>
                <a:lnTo>
                  <a:pt x="190" y="401"/>
                </a:lnTo>
                <a:lnTo>
                  <a:pt x="189" y="401"/>
                </a:lnTo>
                <a:lnTo>
                  <a:pt x="189" y="400"/>
                </a:lnTo>
                <a:lnTo>
                  <a:pt x="188" y="399"/>
                </a:lnTo>
                <a:lnTo>
                  <a:pt x="187" y="398"/>
                </a:lnTo>
                <a:lnTo>
                  <a:pt x="185" y="399"/>
                </a:lnTo>
                <a:lnTo>
                  <a:pt x="184" y="399"/>
                </a:lnTo>
                <a:lnTo>
                  <a:pt x="185" y="399"/>
                </a:lnTo>
                <a:lnTo>
                  <a:pt x="185" y="400"/>
                </a:lnTo>
                <a:lnTo>
                  <a:pt x="184" y="401"/>
                </a:lnTo>
                <a:lnTo>
                  <a:pt x="183" y="401"/>
                </a:lnTo>
                <a:lnTo>
                  <a:pt x="182" y="401"/>
                </a:lnTo>
                <a:lnTo>
                  <a:pt x="182" y="402"/>
                </a:lnTo>
                <a:lnTo>
                  <a:pt x="182" y="403"/>
                </a:lnTo>
                <a:lnTo>
                  <a:pt x="181" y="404"/>
                </a:lnTo>
                <a:lnTo>
                  <a:pt x="181" y="405"/>
                </a:lnTo>
                <a:lnTo>
                  <a:pt x="180" y="405"/>
                </a:lnTo>
                <a:lnTo>
                  <a:pt x="179" y="405"/>
                </a:lnTo>
                <a:lnTo>
                  <a:pt x="178" y="405"/>
                </a:lnTo>
                <a:lnTo>
                  <a:pt x="177" y="403"/>
                </a:lnTo>
                <a:lnTo>
                  <a:pt x="177" y="401"/>
                </a:lnTo>
                <a:lnTo>
                  <a:pt x="179" y="401"/>
                </a:lnTo>
                <a:lnTo>
                  <a:pt x="180" y="400"/>
                </a:lnTo>
                <a:lnTo>
                  <a:pt x="181" y="399"/>
                </a:lnTo>
                <a:lnTo>
                  <a:pt x="181" y="398"/>
                </a:lnTo>
                <a:lnTo>
                  <a:pt x="180" y="398"/>
                </a:lnTo>
                <a:lnTo>
                  <a:pt x="179" y="398"/>
                </a:lnTo>
                <a:lnTo>
                  <a:pt x="179" y="397"/>
                </a:lnTo>
                <a:lnTo>
                  <a:pt x="180" y="397"/>
                </a:lnTo>
                <a:lnTo>
                  <a:pt x="182" y="396"/>
                </a:lnTo>
                <a:lnTo>
                  <a:pt x="182" y="395"/>
                </a:lnTo>
                <a:lnTo>
                  <a:pt x="182" y="393"/>
                </a:lnTo>
                <a:lnTo>
                  <a:pt x="181" y="392"/>
                </a:lnTo>
                <a:lnTo>
                  <a:pt x="180" y="392"/>
                </a:lnTo>
                <a:lnTo>
                  <a:pt x="180" y="391"/>
                </a:lnTo>
                <a:lnTo>
                  <a:pt x="179" y="390"/>
                </a:lnTo>
                <a:lnTo>
                  <a:pt x="177" y="389"/>
                </a:lnTo>
                <a:lnTo>
                  <a:pt x="176" y="388"/>
                </a:lnTo>
                <a:lnTo>
                  <a:pt x="175" y="388"/>
                </a:lnTo>
                <a:lnTo>
                  <a:pt x="174" y="387"/>
                </a:lnTo>
                <a:lnTo>
                  <a:pt x="172" y="387"/>
                </a:lnTo>
                <a:lnTo>
                  <a:pt x="170" y="386"/>
                </a:lnTo>
                <a:lnTo>
                  <a:pt x="167" y="386"/>
                </a:lnTo>
                <a:lnTo>
                  <a:pt x="162" y="386"/>
                </a:lnTo>
                <a:lnTo>
                  <a:pt x="159" y="386"/>
                </a:lnTo>
                <a:lnTo>
                  <a:pt x="157" y="386"/>
                </a:lnTo>
                <a:lnTo>
                  <a:pt x="155" y="386"/>
                </a:lnTo>
                <a:lnTo>
                  <a:pt x="154" y="386"/>
                </a:lnTo>
                <a:lnTo>
                  <a:pt x="153" y="386"/>
                </a:lnTo>
                <a:lnTo>
                  <a:pt x="151" y="386"/>
                </a:lnTo>
                <a:lnTo>
                  <a:pt x="151" y="385"/>
                </a:lnTo>
                <a:lnTo>
                  <a:pt x="150" y="384"/>
                </a:lnTo>
                <a:lnTo>
                  <a:pt x="149" y="384"/>
                </a:lnTo>
                <a:lnTo>
                  <a:pt x="146" y="384"/>
                </a:lnTo>
                <a:lnTo>
                  <a:pt x="144" y="384"/>
                </a:lnTo>
                <a:lnTo>
                  <a:pt x="142" y="384"/>
                </a:lnTo>
                <a:lnTo>
                  <a:pt x="141" y="384"/>
                </a:lnTo>
                <a:lnTo>
                  <a:pt x="140" y="384"/>
                </a:lnTo>
                <a:lnTo>
                  <a:pt x="136" y="385"/>
                </a:lnTo>
                <a:lnTo>
                  <a:pt x="135" y="385"/>
                </a:lnTo>
                <a:lnTo>
                  <a:pt x="134" y="385"/>
                </a:lnTo>
                <a:lnTo>
                  <a:pt x="133" y="386"/>
                </a:lnTo>
                <a:lnTo>
                  <a:pt x="131" y="386"/>
                </a:lnTo>
                <a:lnTo>
                  <a:pt x="130" y="385"/>
                </a:lnTo>
                <a:lnTo>
                  <a:pt x="128" y="385"/>
                </a:lnTo>
                <a:lnTo>
                  <a:pt x="126" y="385"/>
                </a:lnTo>
                <a:lnTo>
                  <a:pt x="126" y="386"/>
                </a:lnTo>
                <a:lnTo>
                  <a:pt x="123" y="387"/>
                </a:lnTo>
                <a:lnTo>
                  <a:pt x="122" y="388"/>
                </a:lnTo>
                <a:lnTo>
                  <a:pt x="121" y="389"/>
                </a:lnTo>
                <a:lnTo>
                  <a:pt x="119" y="389"/>
                </a:lnTo>
                <a:lnTo>
                  <a:pt x="118" y="389"/>
                </a:lnTo>
                <a:lnTo>
                  <a:pt x="117" y="389"/>
                </a:lnTo>
                <a:lnTo>
                  <a:pt x="116" y="388"/>
                </a:lnTo>
                <a:lnTo>
                  <a:pt x="115" y="387"/>
                </a:lnTo>
                <a:lnTo>
                  <a:pt x="114" y="387"/>
                </a:lnTo>
                <a:lnTo>
                  <a:pt x="113" y="387"/>
                </a:lnTo>
                <a:lnTo>
                  <a:pt x="112" y="386"/>
                </a:lnTo>
                <a:lnTo>
                  <a:pt x="110" y="383"/>
                </a:lnTo>
                <a:lnTo>
                  <a:pt x="111" y="383"/>
                </a:lnTo>
                <a:lnTo>
                  <a:pt x="112" y="383"/>
                </a:lnTo>
                <a:lnTo>
                  <a:pt x="112" y="382"/>
                </a:lnTo>
                <a:lnTo>
                  <a:pt x="112" y="381"/>
                </a:lnTo>
                <a:lnTo>
                  <a:pt x="111" y="380"/>
                </a:lnTo>
                <a:lnTo>
                  <a:pt x="111" y="379"/>
                </a:lnTo>
                <a:lnTo>
                  <a:pt x="110" y="378"/>
                </a:lnTo>
                <a:lnTo>
                  <a:pt x="108" y="378"/>
                </a:lnTo>
                <a:lnTo>
                  <a:pt x="106" y="377"/>
                </a:lnTo>
                <a:lnTo>
                  <a:pt x="106" y="376"/>
                </a:lnTo>
                <a:lnTo>
                  <a:pt x="104" y="375"/>
                </a:lnTo>
                <a:lnTo>
                  <a:pt x="103" y="374"/>
                </a:lnTo>
                <a:lnTo>
                  <a:pt x="102" y="374"/>
                </a:lnTo>
                <a:lnTo>
                  <a:pt x="100" y="373"/>
                </a:lnTo>
                <a:lnTo>
                  <a:pt x="99" y="373"/>
                </a:lnTo>
                <a:lnTo>
                  <a:pt x="95" y="373"/>
                </a:lnTo>
                <a:lnTo>
                  <a:pt x="94" y="373"/>
                </a:lnTo>
                <a:lnTo>
                  <a:pt x="91" y="373"/>
                </a:lnTo>
                <a:lnTo>
                  <a:pt x="89" y="374"/>
                </a:lnTo>
                <a:lnTo>
                  <a:pt x="86" y="375"/>
                </a:lnTo>
                <a:lnTo>
                  <a:pt x="85" y="375"/>
                </a:lnTo>
                <a:lnTo>
                  <a:pt x="84" y="375"/>
                </a:lnTo>
                <a:lnTo>
                  <a:pt x="80" y="376"/>
                </a:lnTo>
                <a:lnTo>
                  <a:pt x="80" y="375"/>
                </a:lnTo>
                <a:lnTo>
                  <a:pt x="79" y="374"/>
                </a:lnTo>
                <a:lnTo>
                  <a:pt x="79" y="373"/>
                </a:lnTo>
                <a:lnTo>
                  <a:pt x="78" y="373"/>
                </a:lnTo>
                <a:lnTo>
                  <a:pt x="77" y="372"/>
                </a:lnTo>
                <a:lnTo>
                  <a:pt x="76" y="372"/>
                </a:lnTo>
                <a:lnTo>
                  <a:pt x="76" y="371"/>
                </a:lnTo>
                <a:lnTo>
                  <a:pt x="75" y="370"/>
                </a:lnTo>
                <a:lnTo>
                  <a:pt x="74" y="369"/>
                </a:lnTo>
                <a:lnTo>
                  <a:pt x="74" y="368"/>
                </a:lnTo>
                <a:lnTo>
                  <a:pt x="73" y="367"/>
                </a:lnTo>
                <a:lnTo>
                  <a:pt x="72" y="367"/>
                </a:lnTo>
                <a:lnTo>
                  <a:pt x="71" y="367"/>
                </a:lnTo>
                <a:lnTo>
                  <a:pt x="70" y="366"/>
                </a:lnTo>
                <a:lnTo>
                  <a:pt x="69" y="366"/>
                </a:lnTo>
                <a:lnTo>
                  <a:pt x="68" y="366"/>
                </a:lnTo>
                <a:lnTo>
                  <a:pt x="67" y="365"/>
                </a:lnTo>
                <a:lnTo>
                  <a:pt x="65" y="365"/>
                </a:lnTo>
                <a:lnTo>
                  <a:pt x="63" y="365"/>
                </a:lnTo>
                <a:lnTo>
                  <a:pt x="62" y="365"/>
                </a:lnTo>
                <a:lnTo>
                  <a:pt x="61" y="364"/>
                </a:lnTo>
                <a:lnTo>
                  <a:pt x="60" y="364"/>
                </a:lnTo>
                <a:lnTo>
                  <a:pt x="59" y="364"/>
                </a:lnTo>
                <a:lnTo>
                  <a:pt x="57" y="364"/>
                </a:lnTo>
                <a:lnTo>
                  <a:pt x="55" y="363"/>
                </a:lnTo>
                <a:lnTo>
                  <a:pt x="54" y="363"/>
                </a:lnTo>
                <a:lnTo>
                  <a:pt x="54" y="362"/>
                </a:lnTo>
                <a:lnTo>
                  <a:pt x="55" y="361"/>
                </a:lnTo>
                <a:lnTo>
                  <a:pt x="54" y="361"/>
                </a:lnTo>
                <a:lnTo>
                  <a:pt x="53" y="362"/>
                </a:lnTo>
                <a:lnTo>
                  <a:pt x="52" y="362"/>
                </a:lnTo>
                <a:lnTo>
                  <a:pt x="52" y="361"/>
                </a:lnTo>
                <a:lnTo>
                  <a:pt x="52" y="360"/>
                </a:lnTo>
                <a:lnTo>
                  <a:pt x="51" y="360"/>
                </a:lnTo>
                <a:lnTo>
                  <a:pt x="51" y="359"/>
                </a:lnTo>
                <a:lnTo>
                  <a:pt x="50" y="358"/>
                </a:lnTo>
                <a:lnTo>
                  <a:pt x="48" y="357"/>
                </a:lnTo>
                <a:lnTo>
                  <a:pt x="47" y="356"/>
                </a:lnTo>
                <a:lnTo>
                  <a:pt x="44" y="355"/>
                </a:lnTo>
                <a:lnTo>
                  <a:pt x="44" y="354"/>
                </a:lnTo>
                <a:lnTo>
                  <a:pt x="39" y="353"/>
                </a:lnTo>
                <a:lnTo>
                  <a:pt x="36" y="352"/>
                </a:lnTo>
                <a:lnTo>
                  <a:pt x="33" y="352"/>
                </a:lnTo>
                <a:lnTo>
                  <a:pt x="30" y="351"/>
                </a:lnTo>
                <a:lnTo>
                  <a:pt x="24" y="351"/>
                </a:lnTo>
                <a:lnTo>
                  <a:pt x="23" y="351"/>
                </a:lnTo>
                <a:lnTo>
                  <a:pt x="22" y="351"/>
                </a:lnTo>
                <a:lnTo>
                  <a:pt x="21" y="350"/>
                </a:lnTo>
                <a:lnTo>
                  <a:pt x="20" y="350"/>
                </a:lnTo>
                <a:lnTo>
                  <a:pt x="19" y="349"/>
                </a:lnTo>
                <a:lnTo>
                  <a:pt x="18" y="347"/>
                </a:lnTo>
                <a:lnTo>
                  <a:pt x="18" y="346"/>
                </a:lnTo>
                <a:lnTo>
                  <a:pt x="18" y="345"/>
                </a:lnTo>
                <a:lnTo>
                  <a:pt x="17" y="345"/>
                </a:lnTo>
                <a:lnTo>
                  <a:pt x="17" y="343"/>
                </a:lnTo>
                <a:lnTo>
                  <a:pt x="16" y="341"/>
                </a:lnTo>
                <a:lnTo>
                  <a:pt x="16" y="340"/>
                </a:lnTo>
                <a:lnTo>
                  <a:pt x="16" y="338"/>
                </a:lnTo>
                <a:lnTo>
                  <a:pt x="17" y="336"/>
                </a:lnTo>
                <a:lnTo>
                  <a:pt x="17" y="335"/>
                </a:lnTo>
                <a:lnTo>
                  <a:pt x="18" y="334"/>
                </a:lnTo>
                <a:lnTo>
                  <a:pt x="19" y="332"/>
                </a:lnTo>
                <a:lnTo>
                  <a:pt x="19" y="331"/>
                </a:lnTo>
                <a:lnTo>
                  <a:pt x="20" y="328"/>
                </a:lnTo>
                <a:lnTo>
                  <a:pt x="20" y="326"/>
                </a:lnTo>
                <a:lnTo>
                  <a:pt x="20" y="325"/>
                </a:lnTo>
                <a:lnTo>
                  <a:pt x="20" y="323"/>
                </a:lnTo>
                <a:lnTo>
                  <a:pt x="20" y="322"/>
                </a:lnTo>
                <a:lnTo>
                  <a:pt x="21" y="320"/>
                </a:lnTo>
                <a:lnTo>
                  <a:pt x="21" y="318"/>
                </a:lnTo>
                <a:lnTo>
                  <a:pt x="21" y="317"/>
                </a:lnTo>
                <a:lnTo>
                  <a:pt x="20" y="315"/>
                </a:lnTo>
                <a:lnTo>
                  <a:pt x="19" y="314"/>
                </a:lnTo>
                <a:lnTo>
                  <a:pt x="18" y="314"/>
                </a:lnTo>
                <a:lnTo>
                  <a:pt x="18" y="313"/>
                </a:lnTo>
                <a:lnTo>
                  <a:pt x="19" y="313"/>
                </a:lnTo>
                <a:lnTo>
                  <a:pt x="20" y="311"/>
                </a:lnTo>
                <a:lnTo>
                  <a:pt x="20" y="310"/>
                </a:lnTo>
                <a:lnTo>
                  <a:pt x="19" y="309"/>
                </a:lnTo>
                <a:lnTo>
                  <a:pt x="19" y="308"/>
                </a:lnTo>
                <a:lnTo>
                  <a:pt x="19" y="307"/>
                </a:lnTo>
                <a:lnTo>
                  <a:pt x="19" y="306"/>
                </a:lnTo>
                <a:lnTo>
                  <a:pt x="19" y="305"/>
                </a:lnTo>
                <a:lnTo>
                  <a:pt x="18" y="305"/>
                </a:lnTo>
                <a:lnTo>
                  <a:pt x="19" y="305"/>
                </a:lnTo>
                <a:lnTo>
                  <a:pt x="19" y="304"/>
                </a:lnTo>
                <a:lnTo>
                  <a:pt x="18" y="303"/>
                </a:lnTo>
                <a:lnTo>
                  <a:pt x="17" y="301"/>
                </a:lnTo>
                <a:lnTo>
                  <a:pt x="17" y="300"/>
                </a:lnTo>
                <a:lnTo>
                  <a:pt x="16" y="300"/>
                </a:lnTo>
                <a:lnTo>
                  <a:pt x="14" y="295"/>
                </a:lnTo>
                <a:lnTo>
                  <a:pt x="14" y="293"/>
                </a:lnTo>
                <a:lnTo>
                  <a:pt x="13" y="293"/>
                </a:lnTo>
                <a:lnTo>
                  <a:pt x="13" y="292"/>
                </a:lnTo>
                <a:lnTo>
                  <a:pt x="12" y="291"/>
                </a:lnTo>
                <a:lnTo>
                  <a:pt x="11" y="289"/>
                </a:lnTo>
                <a:lnTo>
                  <a:pt x="10" y="288"/>
                </a:lnTo>
                <a:lnTo>
                  <a:pt x="9" y="288"/>
                </a:lnTo>
                <a:lnTo>
                  <a:pt x="8" y="287"/>
                </a:lnTo>
                <a:lnTo>
                  <a:pt x="7" y="287"/>
                </a:lnTo>
                <a:lnTo>
                  <a:pt x="6" y="286"/>
                </a:lnTo>
                <a:lnTo>
                  <a:pt x="5" y="286"/>
                </a:lnTo>
                <a:lnTo>
                  <a:pt x="4" y="286"/>
                </a:lnTo>
                <a:lnTo>
                  <a:pt x="3" y="283"/>
                </a:lnTo>
                <a:lnTo>
                  <a:pt x="4" y="282"/>
                </a:lnTo>
                <a:lnTo>
                  <a:pt x="4" y="281"/>
                </a:lnTo>
                <a:lnTo>
                  <a:pt x="4" y="280"/>
                </a:lnTo>
                <a:lnTo>
                  <a:pt x="5" y="279"/>
                </a:lnTo>
                <a:lnTo>
                  <a:pt x="6" y="279"/>
                </a:lnTo>
                <a:lnTo>
                  <a:pt x="7" y="279"/>
                </a:lnTo>
                <a:lnTo>
                  <a:pt x="6" y="278"/>
                </a:lnTo>
                <a:lnTo>
                  <a:pt x="5" y="278"/>
                </a:lnTo>
                <a:lnTo>
                  <a:pt x="5" y="277"/>
                </a:lnTo>
                <a:lnTo>
                  <a:pt x="6" y="276"/>
                </a:lnTo>
                <a:lnTo>
                  <a:pt x="7" y="276"/>
                </a:lnTo>
                <a:lnTo>
                  <a:pt x="8" y="273"/>
                </a:lnTo>
                <a:lnTo>
                  <a:pt x="9" y="272"/>
                </a:lnTo>
                <a:lnTo>
                  <a:pt x="9" y="271"/>
                </a:lnTo>
                <a:lnTo>
                  <a:pt x="9" y="269"/>
                </a:lnTo>
                <a:lnTo>
                  <a:pt x="10" y="268"/>
                </a:lnTo>
                <a:lnTo>
                  <a:pt x="10" y="266"/>
                </a:lnTo>
                <a:lnTo>
                  <a:pt x="10" y="265"/>
                </a:lnTo>
                <a:lnTo>
                  <a:pt x="10" y="264"/>
                </a:lnTo>
                <a:lnTo>
                  <a:pt x="9" y="263"/>
                </a:lnTo>
                <a:lnTo>
                  <a:pt x="9" y="262"/>
                </a:lnTo>
                <a:lnTo>
                  <a:pt x="8" y="260"/>
                </a:lnTo>
                <a:lnTo>
                  <a:pt x="8" y="259"/>
                </a:lnTo>
                <a:lnTo>
                  <a:pt x="7" y="259"/>
                </a:lnTo>
                <a:lnTo>
                  <a:pt x="7" y="258"/>
                </a:lnTo>
                <a:lnTo>
                  <a:pt x="7" y="257"/>
                </a:lnTo>
                <a:lnTo>
                  <a:pt x="7" y="258"/>
                </a:lnTo>
                <a:lnTo>
                  <a:pt x="7" y="257"/>
                </a:lnTo>
                <a:lnTo>
                  <a:pt x="7" y="256"/>
                </a:lnTo>
                <a:lnTo>
                  <a:pt x="7" y="254"/>
                </a:lnTo>
                <a:lnTo>
                  <a:pt x="7" y="252"/>
                </a:lnTo>
                <a:lnTo>
                  <a:pt x="7" y="251"/>
                </a:lnTo>
                <a:lnTo>
                  <a:pt x="6" y="249"/>
                </a:lnTo>
                <a:lnTo>
                  <a:pt x="6" y="248"/>
                </a:lnTo>
                <a:lnTo>
                  <a:pt x="5" y="247"/>
                </a:lnTo>
                <a:lnTo>
                  <a:pt x="4" y="244"/>
                </a:lnTo>
                <a:lnTo>
                  <a:pt x="4" y="242"/>
                </a:lnTo>
                <a:lnTo>
                  <a:pt x="4" y="241"/>
                </a:lnTo>
                <a:lnTo>
                  <a:pt x="3" y="238"/>
                </a:lnTo>
                <a:lnTo>
                  <a:pt x="2" y="237"/>
                </a:lnTo>
                <a:lnTo>
                  <a:pt x="2" y="236"/>
                </a:lnTo>
                <a:lnTo>
                  <a:pt x="2" y="235"/>
                </a:lnTo>
                <a:lnTo>
                  <a:pt x="2" y="234"/>
                </a:lnTo>
                <a:lnTo>
                  <a:pt x="1" y="233"/>
                </a:lnTo>
                <a:lnTo>
                  <a:pt x="0" y="232"/>
                </a:lnTo>
                <a:lnTo>
                  <a:pt x="0" y="231"/>
                </a:lnTo>
                <a:lnTo>
                  <a:pt x="0" y="230"/>
                </a:lnTo>
                <a:lnTo>
                  <a:pt x="1" y="230"/>
                </a:lnTo>
                <a:lnTo>
                  <a:pt x="2" y="229"/>
                </a:lnTo>
                <a:lnTo>
                  <a:pt x="3" y="229"/>
                </a:lnTo>
                <a:lnTo>
                  <a:pt x="5" y="228"/>
                </a:lnTo>
                <a:lnTo>
                  <a:pt x="7" y="226"/>
                </a:lnTo>
                <a:lnTo>
                  <a:pt x="8" y="223"/>
                </a:lnTo>
                <a:lnTo>
                  <a:pt x="9" y="222"/>
                </a:lnTo>
                <a:lnTo>
                  <a:pt x="9" y="221"/>
                </a:lnTo>
                <a:lnTo>
                  <a:pt x="10" y="220"/>
                </a:lnTo>
                <a:lnTo>
                  <a:pt x="10" y="219"/>
                </a:lnTo>
                <a:lnTo>
                  <a:pt x="11" y="219"/>
                </a:lnTo>
                <a:lnTo>
                  <a:pt x="10" y="218"/>
                </a:lnTo>
                <a:lnTo>
                  <a:pt x="11" y="218"/>
                </a:lnTo>
                <a:lnTo>
                  <a:pt x="12" y="217"/>
                </a:lnTo>
                <a:lnTo>
                  <a:pt x="12" y="215"/>
                </a:lnTo>
                <a:lnTo>
                  <a:pt x="11" y="215"/>
                </a:lnTo>
                <a:lnTo>
                  <a:pt x="11" y="213"/>
                </a:lnTo>
                <a:lnTo>
                  <a:pt x="11" y="212"/>
                </a:lnTo>
                <a:lnTo>
                  <a:pt x="10" y="211"/>
                </a:lnTo>
                <a:lnTo>
                  <a:pt x="9" y="210"/>
                </a:lnTo>
                <a:lnTo>
                  <a:pt x="8" y="209"/>
                </a:lnTo>
                <a:lnTo>
                  <a:pt x="7" y="208"/>
                </a:lnTo>
                <a:lnTo>
                  <a:pt x="5" y="208"/>
                </a:lnTo>
                <a:lnTo>
                  <a:pt x="3" y="207"/>
                </a:lnTo>
                <a:lnTo>
                  <a:pt x="2" y="207"/>
                </a:lnTo>
                <a:lnTo>
                  <a:pt x="2" y="206"/>
                </a:lnTo>
                <a:lnTo>
                  <a:pt x="2" y="205"/>
                </a:lnTo>
                <a:lnTo>
                  <a:pt x="3" y="204"/>
                </a:lnTo>
                <a:lnTo>
                  <a:pt x="3" y="203"/>
                </a:lnTo>
                <a:lnTo>
                  <a:pt x="3" y="202"/>
                </a:lnTo>
                <a:lnTo>
                  <a:pt x="2" y="200"/>
                </a:lnTo>
                <a:lnTo>
                  <a:pt x="3" y="199"/>
                </a:lnTo>
                <a:lnTo>
                  <a:pt x="3" y="196"/>
                </a:lnTo>
                <a:lnTo>
                  <a:pt x="3" y="195"/>
                </a:lnTo>
                <a:lnTo>
                  <a:pt x="3" y="194"/>
                </a:lnTo>
                <a:lnTo>
                  <a:pt x="3" y="193"/>
                </a:lnTo>
                <a:lnTo>
                  <a:pt x="2" y="193"/>
                </a:lnTo>
                <a:lnTo>
                  <a:pt x="3" y="192"/>
                </a:lnTo>
                <a:lnTo>
                  <a:pt x="3" y="191"/>
                </a:lnTo>
                <a:lnTo>
                  <a:pt x="4" y="191"/>
                </a:lnTo>
                <a:lnTo>
                  <a:pt x="5" y="192"/>
                </a:lnTo>
                <a:lnTo>
                  <a:pt x="6" y="192"/>
                </a:lnTo>
                <a:lnTo>
                  <a:pt x="8" y="193"/>
                </a:lnTo>
                <a:lnTo>
                  <a:pt x="9" y="193"/>
                </a:lnTo>
                <a:lnTo>
                  <a:pt x="9" y="192"/>
                </a:lnTo>
                <a:lnTo>
                  <a:pt x="8" y="192"/>
                </a:lnTo>
                <a:lnTo>
                  <a:pt x="8" y="191"/>
                </a:lnTo>
                <a:lnTo>
                  <a:pt x="7" y="191"/>
                </a:lnTo>
                <a:lnTo>
                  <a:pt x="7" y="190"/>
                </a:lnTo>
                <a:lnTo>
                  <a:pt x="6" y="190"/>
                </a:lnTo>
                <a:lnTo>
                  <a:pt x="6" y="189"/>
                </a:lnTo>
                <a:lnTo>
                  <a:pt x="5" y="189"/>
                </a:lnTo>
                <a:lnTo>
                  <a:pt x="6" y="187"/>
                </a:lnTo>
                <a:lnTo>
                  <a:pt x="7" y="187"/>
                </a:lnTo>
                <a:lnTo>
                  <a:pt x="7" y="188"/>
                </a:lnTo>
                <a:lnTo>
                  <a:pt x="7" y="189"/>
                </a:lnTo>
                <a:lnTo>
                  <a:pt x="8" y="189"/>
                </a:lnTo>
                <a:lnTo>
                  <a:pt x="9" y="190"/>
                </a:lnTo>
                <a:lnTo>
                  <a:pt x="9" y="191"/>
                </a:lnTo>
                <a:lnTo>
                  <a:pt x="10" y="191"/>
                </a:lnTo>
                <a:lnTo>
                  <a:pt x="10" y="190"/>
                </a:lnTo>
                <a:lnTo>
                  <a:pt x="9" y="190"/>
                </a:lnTo>
                <a:lnTo>
                  <a:pt x="9" y="188"/>
                </a:lnTo>
                <a:lnTo>
                  <a:pt x="8" y="188"/>
                </a:lnTo>
                <a:lnTo>
                  <a:pt x="8" y="187"/>
                </a:lnTo>
                <a:lnTo>
                  <a:pt x="9" y="186"/>
                </a:lnTo>
                <a:lnTo>
                  <a:pt x="10" y="186"/>
                </a:lnTo>
                <a:lnTo>
                  <a:pt x="11" y="187"/>
                </a:lnTo>
                <a:lnTo>
                  <a:pt x="12" y="187"/>
                </a:lnTo>
                <a:lnTo>
                  <a:pt x="12" y="188"/>
                </a:lnTo>
                <a:lnTo>
                  <a:pt x="13" y="189"/>
                </a:lnTo>
                <a:lnTo>
                  <a:pt x="13" y="188"/>
                </a:lnTo>
                <a:lnTo>
                  <a:pt x="12" y="187"/>
                </a:lnTo>
                <a:lnTo>
                  <a:pt x="11" y="185"/>
                </a:lnTo>
                <a:lnTo>
                  <a:pt x="10" y="184"/>
                </a:lnTo>
                <a:lnTo>
                  <a:pt x="9" y="183"/>
                </a:lnTo>
                <a:lnTo>
                  <a:pt x="8" y="182"/>
                </a:lnTo>
                <a:lnTo>
                  <a:pt x="8" y="181"/>
                </a:lnTo>
                <a:lnTo>
                  <a:pt x="9" y="180"/>
                </a:lnTo>
                <a:lnTo>
                  <a:pt x="10" y="179"/>
                </a:lnTo>
                <a:lnTo>
                  <a:pt x="11" y="178"/>
                </a:lnTo>
                <a:lnTo>
                  <a:pt x="11" y="177"/>
                </a:lnTo>
                <a:lnTo>
                  <a:pt x="11" y="176"/>
                </a:lnTo>
                <a:lnTo>
                  <a:pt x="12" y="175"/>
                </a:lnTo>
                <a:lnTo>
                  <a:pt x="13" y="175"/>
                </a:lnTo>
                <a:lnTo>
                  <a:pt x="18" y="176"/>
                </a:lnTo>
                <a:lnTo>
                  <a:pt x="19" y="175"/>
                </a:lnTo>
                <a:lnTo>
                  <a:pt x="20" y="175"/>
                </a:lnTo>
                <a:lnTo>
                  <a:pt x="23" y="174"/>
                </a:lnTo>
                <a:lnTo>
                  <a:pt x="25" y="173"/>
                </a:lnTo>
                <a:lnTo>
                  <a:pt x="26" y="173"/>
                </a:lnTo>
                <a:lnTo>
                  <a:pt x="26" y="172"/>
                </a:lnTo>
                <a:lnTo>
                  <a:pt x="28" y="171"/>
                </a:lnTo>
                <a:lnTo>
                  <a:pt x="29" y="171"/>
                </a:lnTo>
                <a:lnTo>
                  <a:pt x="30" y="170"/>
                </a:lnTo>
                <a:lnTo>
                  <a:pt x="33" y="167"/>
                </a:lnTo>
                <a:lnTo>
                  <a:pt x="34" y="166"/>
                </a:lnTo>
                <a:lnTo>
                  <a:pt x="35" y="165"/>
                </a:lnTo>
                <a:lnTo>
                  <a:pt x="36" y="164"/>
                </a:lnTo>
                <a:lnTo>
                  <a:pt x="36" y="163"/>
                </a:lnTo>
                <a:lnTo>
                  <a:pt x="37" y="162"/>
                </a:lnTo>
                <a:lnTo>
                  <a:pt x="38" y="161"/>
                </a:lnTo>
                <a:lnTo>
                  <a:pt x="39" y="160"/>
                </a:lnTo>
                <a:lnTo>
                  <a:pt x="40" y="160"/>
                </a:lnTo>
                <a:lnTo>
                  <a:pt x="41" y="160"/>
                </a:lnTo>
                <a:lnTo>
                  <a:pt x="42" y="159"/>
                </a:lnTo>
                <a:lnTo>
                  <a:pt x="43" y="159"/>
                </a:lnTo>
                <a:lnTo>
                  <a:pt x="44" y="159"/>
                </a:lnTo>
                <a:lnTo>
                  <a:pt x="46" y="158"/>
                </a:lnTo>
                <a:lnTo>
                  <a:pt x="47" y="157"/>
                </a:lnTo>
                <a:lnTo>
                  <a:pt x="48" y="157"/>
                </a:lnTo>
                <a:lnTo>
                  <a:pt x="49" y="156"/>
                </a:lnTo>
                <a:lnTo>
                  <a:pt x="50" y="155"/>
                </a:lnTo>
                <a:lnTo>
                  <a:pt x="52" y="154"/>
                </a:lnTo>
                <a:lnTo>
                  <a:pt x="54" y="151"/>
                </a:lnTo>
                <a:lnTo>
                  <a:pt x="56" y="149"/>
                </a:lnTo>
                <a:lnTo>
                  <a:pt x="59" y="147"/>
                </a:lnTo>
                <a:lnTo>
                  <a:pt x="60" y="147"/>
                </a:lnTo>
                <a:lnTo>
                  <a:pt x="60" y="146"/>
                </a:lnTo>
                <a:lnTo>
                  <a:pt x="61" y="146"/>
                </a:lnTo>
                <a:lnTo>
                  <a:pt x="62" y="146"/>
                </a:lnTo>
                <a:lnTo>
                  <a:pt x="63" y="146"/>
                </a:lnTo>
                <a:lnTo>
                  <a:pt x="64" y="146"/>
                </a:lnTo>
                <a:lnTo>
                  <a:pt x="63" y="146"/>
                </a:lnTo>
                <a:lnTo>
                  <a:pt x="62" y="146"/>
                </a:lnTo>
                <a:lnTo>
                  <a:pt x="61" y="145"/>
                </a:lnTo>
                <a:lnTo>
                  <a:pt x="61" y="146"/>
                </a:lnTo>
                <a:lnTo>
                  <a:pt x="60" y="146"/>
                </a:lnTo>
                <a:lnTo>
                  <a:pt x="60" y="145"/>
                </a:lnTo>
                <a:lnTo>
                  <a:pt x="61" y="145"/>
                </a:lnTo>
                <a:lnTo>
                  <a:pt x="62" y="144"/>
                </a:lnTo>
                <a:lnTo>
                  <a:pt x="63" y="143"/>
                </a:lnTo>
                <a:lnTo>
                  <a:pt x="65" y="142"/>
                </a:lnTo>
                <a:lnTo>
                  <a:pt x="66" y="141"/>
                </a:lnTo>
                <a:lnTo>
                  <a:pt x="68" y="139"/>
                </a:lnTo>
                <a:lnTo>
                  <a:pt x="70" y="137"/>
                </a:lnTo>
                <a:lnTo>
                  <a:pt x="71" y="136"/>
                </a:lnTo>
                <a:lnTo>
                  <a:pt x="71" y="135"/>
                </a:lnTo>
                <a:lnTo>
                  <a:pt x="71" y="134"/>
                </a:lnTo>
                <a:lnTo>
                  <a:pt x="73" y="131"/>
                </a:lnTo>
                <a:lnTo>
                  <a:pt x="74" y="131"/>
                </a:lnTo>
                <a:lnTo>
                  <a:pt x="75" y="130"/>
                </a:lnTo>
                <a:lnTo>
                  <a:pt x="78" y="129"/>
                </a:lnTo>
                <a:lnTo>
                  <a:pt x="79" y="129"/>
                </a:lnTo>
                <a:lnTo>
                  <a:pt x="79" y="128"/>
                </a:lnTo>
                <a:lnTo>
                  <a:pt x="82" y="128"/>
                </a:lnTo>
                <a:lnTo>
                  <a:pt x="83" y="128"/>
                </a:lnTo>
                <a:lnTo>
                  <a:pt x="83" y="127"/>
                </a:lnTo>
                <a:lnTo>
                  <a:pt x="85" y="127"/>
                </a:lnTo>
                <a:lnTo>
                  <a:pt x="87" y="126"/>
                </a:lnTo>
                <a:lnTo>
                  <a:pt x="88" y="126"/>
                </a:lnTo>
                <a:lnTo>
                  <a:pt x="90" y="125"/>
                </a:lnTo>
                <a:lnTo>
                  <a:pt x="90" y="124"/>
                </a:lnTo>
                <a:lnTo>
                  <a:pt x="91" y="124"/>
                </a:lnTo>
                <a:lnTo>
                  <a:pt x="92" y="123"/>
                </a:lnTo>
                <a:lnTo>
                  <a:pt x="93" y="123"/>
                </a:lnTo>
                <a:lnTo>
                  <a:pt x="94" y="122"/>
                </a:lnTo>
                <a:lnTo>
                  <a:pt x="96" y="121"/>
                </a:lnTo>
                <a:lnTo>
                  <a:pt x="99" y="119"/>
                </a:lnTo>
                <a:lnTo>
                  <a:pt x="101" y="118"/>
                </a:lnTo>
                <a:lnTo>
                  <a:pt x="102" y="118"/>
                </a:lnTo>
                <a:lnTo>
                  <a:pt x="103" y="118"/>
                </a:lnTo>
                <a:lnTo>
                  <a:pt x="104" y="118"/>
                </a:lnTo>
                <a:lnTo>
                  <a:pt x="107" y="115"/>
                </a:lnTo>
                <a:lnTo>
                  <a:pt x="108" y="114"/>
                </a:lnTo>
                <a:lnTo>
                  <a:pt x="109" y="113"/>
                </a:lnTo>
                <a:lnTo>
                  <a:pt x="110" y="113"/>
                </a:lnTo>
                <a:lnTo>
                  <a:pt x="111" y="112"/>
                </a:lnTo>
                <a:lnTo>
                  <a:pt x="112" y="110"/>
                </a:lnTo>
                <a:lnTo>
                  <a:pt x="113" y="109"/>
                </a:lnTo>
                <a:lnTo>
                  <a:pt x="113" y="108"/>
                </a:lnTo>
                <a:lnTo>
                  <a:pt x="113" y="107"/>
                </a:lnTo>
                <a:lnTo>
                  <a:pt x="113" y="105"/>
                </a:lnTo>
                <a:lnTo>
                  <a:pt x="113" y="103"/>
                </a:lnTo>
                <a:lnTo>
                  <a:pt x="112" y="102"/>
                </a:lnTo>
                <a:lnTo>
                  <a:pt x="113" y="102"/>
                </a:lnTo>
                <a:lnTo>
                  <a:pt x="114" y="103"/>
                </a:lnTo>
                <a:lnTo>
                  <a:pt x="115" y="104"/>
                </a:lnTo>
                <a:lnTo>
                  <a:pt x="116" y="104"/>
                </a:lnTo>
                <a:lnTo>
                  <a:pt x="116" y="103"/>
                </a:lnTo>
                <a:lnTo>
                  <a:pt x="116" y="102"/>
                </a:lnTo>
                <a:lnTo>
                  <a:pt x="117" y="102"/>
                </a:lnTo>
                <a:lnTo>
                  <a:pt x="118" y="101"/>
                </a:lnTo>
                <a:lnTo>
                  <a:pt x="119" y="101"/>
                </a:lnTo>
                <a:lnTo>
                  <a:pt x="119" y="102"/>
                </a:lnTo>
                <a:lnTo>
                  <a:pt x="123" y="101"/>
                </a:lnTo>
                <a:lnTo>
                  <a:pt x="125" y="101"/>
                </a:lnTo>
                <a:lnTo>
                  <a:pt x="127" y="102"/>
                </a:lnTo>
                <a:lnTo>
                  <a:pt x="128" y="102"/>
                </a:lnTo>
                <a:lnTo>
                  <a:pt x="128" y="103"/>
                </a:lnTo>
                <a:lnTo>
                  <a:pt x="128" y="104"/>
                </a:lnTo>
                <a:lnTo>
                  <a:pt x="129" y="104"/>
                </a:lnTo>
                <a:lnTo>
                  <a:pt x="129" y="105"/>
                </a:lnTo>
                <a:lnTo>
                  <a:pt x="129" y="104"/>
                </a:lnTo>
                <a:lnTo>
                  <a:pt x="130" y="104"/>
                </a:lnTo>
                <a:lnTo>
                  <a:pt x="130" y="105"/>
                </a:lnTo>
                <a:lnTo>
                  <a:pt x="130" y="106"/>
                </a:lnTo>
                <a:lnTo>
                  <a:pt x="131" y="107"/>
                </a:lnTo>
                <a:lnTo>
                  <a:pt x="131" y="105"/>
                </a:lnTo>
                <a:lnTo>
                  <a:pt x="131" y="103"/>
                </a:lnTo>
                <a:lnTo>
                  <a:pt x="131" y="102"/>
                </a:lnTo>
                <a:lnTo>
                  <a:pt x="131" y="101"/>
                </a:lnTo>
                <a:lnTo>
                  <a:pt x="130" y="101"/>
                </a:lnTo>
                <a:lnTo>
                  <a:pt x="129" y="100"/>
                </a:lnTo>
                <a:lnTo>
                  <a:pt x="128" y="100"/>
                </a:lnTo>
                <a:lnTo>
                  <a:pt x="127" y="98"/>
                </a:lnTo>
                <a:lnTo>
                  <a:pt x="126" y="99"/>
                </a:lnTo>
                <a:lnTo>
                  <a:pt x="124" y="98"/>
                </a:lnTo>
                <a:lnTo>
                  <a:pt x="124" y="97"/>
                </a:lnTo>
                <a:lnTo>
                  <a:pt x="125" y="96"/>
                </a:lnTo>
                <a:lnTo>
                  <a:pt x="126" y="96"/>
                </a:lnTo>
                <a:lnTo>
                  <a:pt x="128" y="94"/>
                </a:lnTo>
                <a:lnTo>
                  <a:pt x="129" y="94"/>
                </a:lnTo>
                <a:lnTo>
                  <a:pt x="130" y="95"/>
                </a:lnTo>
                <a:lnTo>
                  <a:pt x="130" y="96"/>
                </a:lnTo>
                <a:lnTo>
                  <a:pt x="131" y="95"/>
                </a:lnTo>
                <a:lnTo>
                  <a:pt x="131" y="94"/>
                </a:lnTo>
                <a:lnTo>
                  <a:pt x="130" y="94"/>
                </a:lnTo>
                <a:lnTo>
                  <a:pt x="130" y="93"/>
                </a:lnTo>
                <a:lnTo>
                  <a:pt x="131" y="93"/>
                </a:lnTo>
                <a:lnTo>
                  <a:pt x="130" y="92"/>
                </a:lnTo>
                <a:lnTo>
                  <a:pt x="130" y="91"/>
                </a:lnTo>
                <a:lnTo>
                  <a:pt x="131" y="91"/>
                </a:lnTo>
                <a:lnTo>
                  <a:pt x="131" y="90"/>
                </a:lnTo>
                <a:lnTo>
                  <a:pt x="132" y="90"/>
                </a:lnTo>
                <a:lnTo>
                  <a:pt x="133" y="90"/>
                </a:lnTo>
                <a:lnTo>
                  <a:pt x="134" y="89"/>
                </a:lnTo>
                <a:lnTo>
                  <a:pt x="133" y="89"/>
                </a:lnTo>
                <a:lnTo>
                  <a:pt x="132" y="89"/>
                </a:lnTo>
                <a:lnTo>
                  <a:pt x="131" y="89"/>
                </a:lnTo>
                <a:lnTo>
                  <a:pt x="130" y="89"/>
                </a:lnTo>
                <a:lnTo>
                  <a:pt x="129" y="89"/>
                </a:lnTo>
                <a:lnTo>
                  <a:pt x="128" y="89"/>
                </a:lnTo>
                <a:lnTo>
                  <a:pt x="127" y="89"/>
                </a:lnTo>
                <a:lnTo>
                  <a:pt x="127" y="88"/>
                </a:lnTo>
                <a:lnTo>
                  <a:pt x="127" y="87"/>
                </a:lnTo>
                <a:lnTo>
                  <a:pt x="126" y="87"/>
                </a:lnTo>
                <a:lnTo>
                  <a:pt x="126" y="88"/>
                </a:lnTo>
                <a:lnTo>
                  <a:pt x="125" y="88"/>
                </a:lnTo>
                <a:lnTo>
                  <a:pt x="124" y="88"/>
                </a:lnTo>
                <a:lnTo>
                  <a:pt x="124" y="89"/>
                </a:lnTo>
                <a:lnTo>
                  <a:pt x="123" y="90"/>
                </a:lnTo>
                <a:lnTo>
                  <a:pt x="123" y="91"/>
                </a:lnTo>
                <a:lnTo>
                  <a:pt x="123" y="92"/>
                </a:lnTo>
                <a:lnTo>
                  <a:pt x="124" y="92"/>
                </a:lnTo>
                <a:lnTo>
                  <a:pt x="124" y="93"/>
                </a:lnTo>
                <a:lnTo>
                  <a:pt x="123" y="93"/>
                </a:lnTo>
                <a:lnTo>
                  <a:pt x="123" y="94"/>
                </a:lnTo>
                <a:lnTo>
                  <a:pt x="123" y="93"/>
                </a:lnTo>
                <a:lnTo>
                  <a:pt x="122" y="93"/>
                </a:lnTo>
                <a:lnTo>
                  <a:pt x="122" y="92"/>
                </a:lnTo>
                <a:lnTo>
                  <a:pt x="122" y="91"/>
                </a:lnTo>
                <a:lnTo>
                  <a:pt x="121" y="91"/>
                </a:lnTo>
                <a:lnTo>
                  <a:pt x="121" y="92"/>
                </a:lnTo>
                <a:lnTo>
                  <a:pt x="120" y="92"/>
                </a:lnTo>
                <a:lnTo>
                  <a:pt x="120" y="93"/>
                </a:lnTo>
                <a:lnTo>
                  <a:pt x="120" y="94"/>
                </a:lnTo>
                <a:lnTo>
                  <a:pt x="119" y="94"/>
                </a:lnTo>
                <a:lnTo>
                  <a:pt x="118" y="93"/>
                </a:lnTo>
                <a:lnTo>
                  <a:pt x="117" y="94"/>
                </a:lnTo>
                <a:lnTo>
                  <a:pt x="116" y="94"/>
                </a:lnTo>
                <a:lnTo>
                  <a:pt x="115" y="95"/>
                </a:lnTo>
                <a:lnTo>
                  <a:pt x="116" y="95"/>
                </a:lnTo>
                <a:lnTo>
                  <a:pt x="116" y="96"/>
                </a:lnTo>
                <a:lnTo>
                  <a:pt x="115" y="97"/>
                </a:lnTo>
                <a:lnTo>
                  <a:pt x="114" y="97"/>
                </a:lnTo>
                <a:lnTo>
                  <a:pt x="113" y="97"/>
                </a:lnTo>
                <a:lnTo>
                  <a:pt x="113" y="98"/>
                </a:lnTo>
                <a:lnTo>
                  <a:pt x="113" y="99"/>
                </a:lnTo>
                <a:lnTo>
                  <a:pt x="113" y="100"/>
                </a:lnTo>
                <a:lnTo>
                  <a:pt x="113" y="101"/>
                </a:lnTo>
                <a:lnTo>
                  <a:pt x="112" y="101"/>
                </a:lnTo>
                <a:lnTo>
                  <a:pt x="111" y="101"/>
                </a:lnTo>
                <a:lnTo>
                  <a:pt x="110" y="100"/>
                </a:lnTo>
                <a:lnTo>
                  <a:pt x="109" y="100"/>
                </a:lnTo>
                <a:lnTo>
                  <a:pt x="108" y="100"/>
                </a:lnTo>
                <a:lnTo>
                  <a:pt x="107" y="100"/>
                </a:lnTo>
                <a:lnTo>
                  <a:pt x="107" y="101"/>
                </a:lnTo>
                <a:lnTo>
                  <a:pt x="107" y="102"/>
                </a:lnTo>
                <a:lnTo>
                  <a:pt x="106" y="102"/>
                </a:lnTo>
                <a:lnTo>
                  <a:pt x="105" y="103"/>
                </a:lnTo>
                <a:lnTo>
                  <a:pt x="104" y="103"/>
                </a:lnTo>
                <a:lnTo>
                  <a:pt x="104" y="104"/>
                </a:lnTo>
                <a:lnTo>
                  <a:pt x="104" y="103"/>
                </a:lnTo>
                <a:lnTo>
                  <a:pt x="103" y="103"/>
                </a:lnTo>
                <a:lnTo>
                  <a:pt x="102" y="103"/>
                </a:lnTo>
                <a:lnTo>
                  <a:pt x="103" y="105"/>
                </a:lnTo>
                <a:lnTo>
                  <a:pt x="101" y="105"/>
                </a:lnTo>
                <a:lnTo>
                  <a:pt x="101" y="102"/>
                </a:lnTo>
                <a:lnTo>
                  <a:pt x="102" y="102"/>
                </a:lnTo>
                <a:lnTo>
                  <a:pt x="103" y="101"/>
                </a:lnTo>
                <a:lnTo>
                  <a:pt x="104" y="101"/>
                </a:lnTo>
                <a:lnTo>
                  <a:pt x="104" y="100"/>
                </a:lnTo>
                <a:lnTo>
                  <a:pt x="106" y="100"/>
                </a:lnTo>
                <a:lnTo>
                  <a:pt x="106" y="99"/>
                </a:lnTo>
                <a:lnTo>
                  <a:pt x="106" y="98"/>
                </a:lnTo>
                <a:lnTo>
                  <a:pt x="105" y="98"/>
                </a:lnTo>
                <a:lnTo>
                  <a:pt x="104" y="96"/>
                </a:lnTo>
                <a:lnTo>
                  <a:pt x="104" y="95"/>
                </a:lnTo>
                <a:lnTo>
                  <a:pt x="103" y="94"/>
                </a:lnTo>
                <a:lnTo>
                  <a:pt x="103" y="93"/>
                </a:lnTo>
                <a:lnTo>
                  <a:pt x="103" y="92"/>
                </a:lnTo>
                <a:lnTo>
                  <a:pt x="102" y="91"/>
                </a:lnTo>
                <a:lnTo>
                  <a:pt x="101" y="89"/>
                </a:lnTo>
                <a:lnTo>
                  <a:pt x="101" y="88"/>
                </a:lnTo>
                <a:lnTo>
                  <a:pt x="102" y="87"/>
                </a:lnTo>
                <a:lnTo>
                  <a:pt x="104" y="84"/>
                </a:lnTo>
                <a:lnTo>
                  <a:pt x="105" y="82"/>
                </a:lnTo>
                <a:lnTo>
                  <a:pt x="107" y="81"/>
                </a:lnTo>
                <a:lnTo>
                  <a:pt x="109" y="80"/>
                </a:lnTo>
                <a:lnTo>
                  <a:pt x="111" y="82"/>
                </a:lnTo>
                <a:lnTo>
                  <a:pt x="111" y="81"/>
                </a:lnTo>
                <a:lnTo>
                  <a:pt x="111" y="80"/>
                </a:lnTo>
                <a:lnTo>
                  <a:pt x="111" y="78"/>
                </a:lnTo>
                <a:lnTo>
                  <a:pt x="112" y="78"/>
                </a:lnTo>
                <a:lnTo>
                  <a:pt x="112" y="77"/>
                </a:lnTo>
                <a:lnTo>
                  <a:pt x="113" y="77"/>
                </a:lnTo>
                <a:lnTo>
                  <a:pt x="113" y="76"/>
                </a:lnTo>
                <a:lnTo>
                  <a:pt x="113" y="75"/>
                </a:lnTo>
                <a:lnTo>
                  <a:pt x="114" y="75"/>
                </a:lnTo>
                <a:lnTo>
                  <a:pt x="114" y="74"/>
                </a:lnTo>
                <a:lnTo>
                  <a:pt x="115" y="74"/>
                </a:lnTo>
                <a:lnTo>
                  <a:pt x="115" y="75"/>
                </a:lnTo>
                <a:lnTo>
                  <a:pt x="114" y="77"/>
                </a:lnTo>
                <a:lnTo>
                  <a:pt x="115" y="77"/>
                </a:lnTo>
                <a:lnTo>
                  <a:pt x="117" y="77"/>
                </a:lnTo>
                <a:lnTo>
                  <a:pt x="117" y="76"/>
                </a:lnTo>
                <a:lnTo>
                  <a:pt x="116" y="76"/>
                </a:lnTo>
                <a:lnTo>
                  <a:pt x="115" y="76"/>
                </a:lnTo>
                <a:lnTo>
                  <a:pt x="115" y="75"/>
                </a:lnTo>
                <a:lnTo>
                  <a:pt x="116" y="75"/>
                </a:lnTo>
                <a:lnTo>
                  <a:pt x="117" y="75"/>
                </a:lnTo>
                <a:lnTo>
                  <a:pt x="118" y="75"/>
                </a:lnTo>
                <a:lnTo>
                  <a:pt x="119" y="74"/>
                </a:lnTo>
                <a:lnTo>
                  <a:pt x="120" y="73"/>
                </a:lnTo>
                <a:lnTo>
                  <a:pt x="121" y="73"/>
                </a:lnTo>
                <a:lnTo>
                  <a:pt x="121" y="72"/>
                </a:lnTo>
                <a:lnTo>
                  <a:pt x="120" y="72"/>
                </a:lnTo>
                <a:lnTo>
                  <a:pt x="120" y="71"/>
                </a:lnTo>
                <a:lnTo>
                  <a:pt x="121" y="70"/>
                </a:lnTo>
                <a:lnTo>
                  <a:pt x="121" y="69"/>
                </a:lnTo>
                <a:lnTo>
                  <a:pt x="121" y="68"/>
                </a:lnTo>
                <a:lnTo>
                  <a:pt x="121" y="67"/>
                </a:lnTo>
                <a:lnTo>
                  <a:pt x="120" y="67"/>
                </a:lnTo>
                <a:lnTo>
                  <a:pt x="121" y="66"/>
                </a:lnTo>
                <a:lnTo>
                  <a:pt x="122" y="66"/>
                </a:lnTo>
                <a:lnTo>
                  <a:pt x="124" y="66"/>
                </a:lnTo>
                <a:lnTo>
                  <a:pt x="125" y="66"/>
                </a:lnTo>
                <a:lnTo>
                  <a:pt x="125" y="67"/>
                </a:lnTo>
                <a:lnTo>
                  <a:pt x="126" y="67"/>
                </a:lnTo>
                <a:lnTo>
                  <a:pt x="126" y="66"/>
                </a:lnTo>
                <a:lnTo>
                  <a:pt x="126" y="65"/>
                </a:lnTo>
                <a:lnTo>
                  <a:pt x="126" y="63"/>
                </a:lnTo>
                <a:lnTo>
                  <a:pt x="128" y="62"/>
                </a:lnTo>
                <a:lnTo>
                  <a:pt x="129" y="62"/>
                </a:lnTo>
                <a:lnTo>
                  <a:pt x="130" y="62"/>
                </a:lnTo>
                <a:lnTo>
                  <a:pt x="130" y="63"/>
                </a:lnTo>
                <a:lnTo>
                  <a:pt x="131" y="62"/>
                </a:lnTo>
                <a:lnTo>
                  <a:pt x="132" y="62"/>
                </a:lnTo>
                <a:lnTo>
                  <a:pt x="133" y="64"/>
                </a:lnTo>
                <a:lnTo>
                  <a:pt x="134" y="65"/>
                </a:lnTo>
                <a:lnTo>
                  <a:pt x="133" y="65"/>
                </a:lnTo>
                <a:lnTo>
                  <a:pt x="132" y="65"/>
                </a:lnTo>
                <a:lnTo>
                  <a:pt x="131" y="66"/>
                </a:lnTo>
                <a:lnTo>
                  <a:pt x="132" y="67"/>
                </a:lnTo>
                <a:lnTo>
                  <a:pt x="133" y="68"/>
                </a:lnTo>
                <a:lnTo>
                  <a:pt x="134" y="69"/>
                </a:lnTo>
                <a:lnTo>
                  <a:pt x="136" y="68"/>
                </a:lnTo>
                <a:lnTo>
                  <a:pt x="137" y="68"/>
                </a:lnTo>
                <a:lnTo>
                  <a:pt x="139" y="67"/>
                </a:lnTo>
                <a:lnTo>
                  <a:pt x="140" y="67"/>
                </a:lnTo>
                <a:lnTo>
                  <a:pt x="140" y="66"/>
                </a:lnTo>
                <a:lnTo>
                  <a:pt x="140" y="67"/>
                </a:lnTo>
                <a:lnTo>
                  <a:pt x="141" y="67"/>
                </a:lnTo>
                <a:lnTo>
                  <a:pt x="142" y="67"/>
                </a:lnTo>
                <a:lnTo>
                  <a:pt x="143" y="67"/>
                </a:lnTo>
                <a:lnTo>
                  <a:pt x="143" y="68"/>
                </a:lnTo>
                <a:lnTo>
                  <a:pt x="144" y="69"/>
                </a:lnTo>
                <a:lnTo>
                  <a:pt x="144" y="70"/>
                </a:lnTo>
                <a:lnTo>
                  <a:pt x="144" y="69"/>
                </a:lnTo>
                <a:lnTo>
                  <a:pt x="144" y="68"/>
                </a:lnTo>
                <a:lnTo>
                  <a:pt x="144" y="67"/>
                </a:lnTo>
                <a:lnTo>
                  <a:pt x="145" y="67"/>
                </a:lnTo>
                <a:lnTo>
                  <a:pt x="146" y="68"/>
                </a:lnTo>
                <a:lnTo>
                  <a:pt x="146" y="69"/>
                </a:lnTo>
                <a:lnTo>
                  <a:pt x="147" y="70"/>
                </a:lnTo>
                <a:lnTo>
                  <a:pt x="148" y="70"/>
                </a:lnTo>
                <a:lnTo>
                  <a:pt x="148" y="71"/>
                </a:lnTo>
                <a:lnTo>
                  <a:pt x="149" y="71"/>
                </a:lnTo>
                <a:lnTo>
                  <a:pt x="149" y="72"/>
                </a:lnTo>
                <a:lnTo>
                  <a:pt x="150" y="73"/>
                </a:lnTo>
                <a:lnTo>
                  <a:pt x="151" y="73"/>
                </a:lnTo>
                <a:lnTo>
                  <a:pt x="152" y="73"/>
                </a:lnTo>
                <a:lnTo>
                  <a:pt x="151" y="74"/>
                </a:lnTo>
                <a:lnTo>
                  <a:pt x="151" y="75"/>
                </a:lnTo>
                <a:lnTo>
                  <a:pt x="153" y="74"/>
                </a:lnTo>
                <a:lnTo>
                  <a:pt x="153" y="75"/>
                </a:lnTo>
                <a:lnTo>
                  <a:pt x="154" y="75"/>
                </a:lnTo>
                <a:lnTo>
                  <a:pt x="154" y="74"/>
                </a:lnTo>
                <a:lnTo>
                  <a:pt x="153" y="74"/>
                </a:lnTo>
                <a:lnTo>
                  <a:pt x="152" y="74"/>
                </a:lnTo>
                <a:lnTo>
                  <a:pt x="152" y="73"/>
                </a:lnTo>
                <a:lnTo>
                  <a:pt x="153" y="73"/>
                </a:lnTo>
                <a:lnTo>
                  <a:pt x="154" y="73"/>
                </a:lnTo>
                <a:lnTo>
                  <a:pt x="155" y="72"/>
                </a:lnTo>
                <a:lnTo>
                  <a:pt x="156" y="71"/>
                </a:lnTo>
                <a:lnTo>
                  <a:pt x="156" y="70"/>
                </a:lnTo>
                <a:lnTo>
                  <a:pt x="156" y="69"/>
                </a:lnTo>
                <a:lnTo>
                  <a:pt x="157" y="69"/>
                </a:lnTo>
                <a:lnTo>
                  <a:pt x="157" y="70"/>
                </a:lnTo>
                <a:lnTo>
                  <a:pt x="157" y="71"/>
                </a:lnTo>
                <a:lnTo>
                  <a:pt x="157" y="72"/>
                </a:lnTo>
                <a:lnTo>
                  <a:pt x="158" y="72"/>
                </a:lnTo>
                <a:lnTo>
                  <a:pt x="159" y="72"/>
                </a:lnTo>
                <a:lnTo>
                  <a:pt x="158" y="71"/>
                </a:lnTo>
                <a:lnTo>
                  <a:pt x="158" y="70"/>
                </a:lnTo>
                <a:lnTo>
                  <a:pt x="160" y="70"/>
                </a:lnTo>
                <a:lnTo>
                  <a:pt x="161" y="71"/>
                </a:lnTo>
                <a:lnTo>
                  <a:pt x="161" y="72"/>
                </a:lnTo>
                <a:lnTo>
                  <a:pt x="161" y="73"/>
                </a:lnTo>
                <a:lnTo>
                  <a:pt x="162" y="74"/>
                </a:lnTo>
                <a:lnTo>
                  <a:pt x="163" y="76"/>
                </a:lnTo>
                <a:lnTo>
                  <a:pt x="163" y="77"/>
                </a:lnTo>
                <a:lnTo>
                  <a:pt x="162" y="78"/>
                </a:lnTo>
                <a:lnTo>
                  <a:pt x="163" y="79"/>
                </a:lnTo>
                <a:lnTo>
                  <a:pt x="164" y="79"/>
                </a:lnTo>
                <a:lnTo>
                  <a:pt x="164" y="77"/>
                </a:lnTo>
                <a:lnTo>
                  <a:pt x="164" y="76"/>
                </a:lnTo>
                <a:lnTo>
                  <a:pt x="165" y="76"/>
                </a:lnTo>
                <a:lnTo>
                  <a:pt x="166" y="76"/>
                </a:lnTo>
                <a:lnTo>
                  <a:pt x="168" y="75"/>
                </a:lnTo>
                <a:lnTo>
                  <a:pt x="170" y="75"/>
                </a:lnTo>
                <a:lnTo>
                  <a:pt x="171" y="74"/>
                </a:lnTo>
                <a:lnTo>
                  <a:pt x="172" y="74"/>
                </a:lnTo>
                <a:lnTo>
                  <a:pt x="173" y="73"/>
                </a:lnTo>
                <a:lnTo>
                  <a:pt x="174" y="72"/>
                </a:lnTo>
                <a:lnTo>
                  <a:pt x="174" y="71"/>
                </a:lnTo>
                <a:lnTo>
                  <a:pt x="174" y="70"/>
                </a:lnTo>
                <a:lnTo>
                  <a:pt x="175" y="70"/>
                </a:lnTo>
                <a:lnTo>
                  <a:pt x="175" y="71"/>
                </a:lnTo>
                <a:lnTo>
                  <a:pt x="175" y="72"/>
                </a:lnTo>
                <a:lnTo>
                  <a:pt x="174" y="73"/>
                </a:lnTo>
                <a:lnTo>
                  <a:pt x="175" y="74"/>
                </a:lnTo>
                <a:lnTo>
                  <a:pt x="173" y="75"/>
                </a:lnTo>
                <a:lnTo>
                  <a:pt x="171" y="77"/>
                </a:lnTo>
                <a:lnTo>
                  <a:pt x="172" y="77"/>
                </a:lnTo>
                <a:lnTo>
                  <a:pt x="173" y="76"/>
                </a:lnTo>
                <a:lnTo>
                  <a:pt x="174" y="76"/>
                </a:lnTo>
                <a:lnTo>
                  <a:pt x="174" y="77"/>
                </a:lnTo>
                <a:lnTo>
                  <a:pt x="175" y="76"/>
                </a:lnTo>
                <a:lnTo>
                  <a:pt x="176" y="76"/>
                </a:lnTo>
                <a:lnTo>
                  <a:pt x="176" y="75"/>
                </a:lnTo>
                <a:lnTo>
                  <a:pt x="176" y="74"/>
                </a:lnTo>
                <a:lnTo>
                  <a:pt x="177" y="73"/>
                </a:lnTo>
                <a:lnTo>
                  <a:pt x="178" y="73"/>
                </a:lnTo>
                <a:lnTo>
                  <a:pt x="177" y="73"/>
                </a:lnTo>
                <a:lnTo>
                  <a:pt x="178" y="72"/>
                </a:lnTo>
                <a:lnTo>
                  <a:pt x="179" y="72"/>
                </a:lnTo>
                <a:lnTo>
                  <a:pt x="180" y="73"/>
                </a:lnTo>
                <a:lnTo>
                  <a:pt x="180" y="74"/>
                </a:lnTo>
                <a:lnTo>
                  <a:pt x="181" y="74"/>
                </a:lnTo>
                <a:lnTo>
                  <a:pt x="181" y="73"/>
                </a:lnTo>
                <a:lnTo>
                  <a:pt x="181" y="72"/>
                </a:lnTo>
                <a:lnTo>
                  <a:pt x="182" y="72"/>
                </a:lnTo>
                <a:lnTo>
                  <a:pt x="183" y="72"/>
                </a:lnTo>
                <a:lnTo>
                  <a:pt x="182" y="71"/>
                </a:lnTo>
                <a:lnTo>
                  <a:pt x="181" y="71"/>
                </a:lnTo>
                <a:lnTo>
                  <a:pt x="180" y="71"/>
                </a:lnTo>
                <a:lnTo>
                  <a:pt x="179" y="71"/>
                </a:lnTo>
                <a:lnTo>
                  <a:pt x="177" y="71"/>
                </a:lnTo>
                <a:lnTo>
                  <a:pt x="176" y="70"/>
                </a:lnTo>
                <a:lnTo>
                  <a:pt x="175" y="69"/>
                </a:lnTo>
                <a:lnTo>
                  <a:pt x="174" y="69"/>
                </a:lnTo>
                <a:lnTo>
                  <a:pt x="173" y="69"/>
                </a:lnTo>
                <a:lnTo>
                  <a:pt x="173" y="70"/>
                </a:lnTo>
                <a:lnTo>
                  <a:pt x="172" y="69"/>
                </a:lnTo>
                <a:lnTo>
                  <a:pt x="171" y="69"/>
                </a:lnTo>
                <a:lnTo>
                  <a:pt x="171" y="68"/>
                </a:lnTo>
                <a:lnTo>
                  <a:pt x="172" y="67"/>
                </a:lnTo>
                <a:lnTo>
                  <a:pt x="172" y="66"/>
                </a:lnTo>
                <a:lnTo>
                  <a:pt x="173" y="65"/>
                </a:lnTo>
                <a:lnTo>
                  <a:pt x="172" y="64"/>
                </a:lnTo>
                <a:lnTo>
                  <a:pt x="171" y="64"/>
                </a:lnTo>
                <a:lnTo>
                  <a:pt x="171" y="63"/>
                </a:lnTo>
                <a:lnTo>
                  <a:pt x="171" y="62"/>
                </a:lnTo>
                <a:lnTo>
                  <a:pt x="172" y="61"/>
                </a:lnTo>
                <a:lnTo>
                  <a:pt x="176" y="61"/>
                </a:lnTo>
                <a:lnTo>
                  <a:pt x="177" y="61"/>
                </a:lnTo>
                <a:lnTo>
                  <a:pt x="178" y="61"/>
                </a:lnTo>
                <a:lnTo>
                  <a:pt x="179" y="62"/>
                </a:lnTo>
                <a:lnTo>
                  <a:pt x="180" y="62"/>
                </a:lnTo>
                <a:lnTo>
                  <a:pt x="179" y="62"/>
                </a:lnTo>
                <a:lnTo>
                  <a:pt x="178" y="61"/>
                </a:lnTo>
                <a:lnTo>
                  <a:pt x="179" y="61"/>
                </a:lnTo>
                <a:lnTo>
                  <a:pt x="179" y="60"/>
                </a:lnTo>
                <a:lnTo>
                  <a:pt x="178" y="60"/>
                </a:lnTo>
                <a:lnTo>
                  <a:pt x="177" y="59"/>
                </a:lnTo>
                <a:lnTo>
                  <a:pt x="176" y="60"/>
                </a:lnTo>
                <a:lnTo>
                  <a:pt x="175" y="60"/>
                </a:lnTo>
                <a:lnTo>
                  <a:pt x="174" y="60"/>
                </a:lnTo>
                <a:lnTo>
                  <a:pt x="173" y="59"/>
                </a:lnTo>
                <a:lnTo>
                  <a:pt x="173" y="57"/>
                </a:lnTo>
                <a:lnTo>
                  <a:pt x="173" y="56"/>
                </a:lnTo>
                <a:lnTo>
                  <a:pt x="174" y="54"/>
                </a:lnTo>
                <a:lnTo>
                  <a:pt x="175" y="54"/>
                </a:lnTo>
                <a:lnTo>
                  <a:pt x="176" y="54"/>
                </a:lnTo>
                <a:lnTo>
                  <a:pt x="177" y="54"/>
                </a:lnTo>
                <a:lnTo>
                  <a:pt x="177" y="53"/>
                </a:lnTo>
                <a:lnTo>
                  <a:pt x="178" y="53"/>
                </a:lnTo>
                <a:lnTo>
                  <a:pt x="178" y="52"/>
                </a:lnTo>
                <a:lnTo>
                  <a:pt x="179" y="52"/>
                </a:lnTo>
                <a:lnTo>
                  <a:pt x="179" y="51"/>
                </a:lnTo>
                <a:lnTo>
                  <a:pt x="180" y="51"/>
                </a:lnTo>
                <a:lnTo>
                  <a:pt x="181" y="50"/>
                </a:lnTo>
                <a:lnTo>
                  <a:pt x="181" y="49"/>
                </a:lnTo>
                <a:lnTo>
                  <a:pt x="181" y="48"/>
                </a:lnTo>
                <a:lnTo>
                  <a:pt x="182" y="47"/>
                </a:lnTo>
                <a:lnTo>
                  <a:pt x="184" y="46"/>
                </a:lnTo>
                <a:lnTo>
                  <a:pt x="186" y="45"/>
                </a:lnTo>
                <a:lnTo>
                  <a:pt x="188" y="45"/>
                </a:lnTo>
                <a:lnTo>
                  <a:pt x="188" y="44"/>
                </a:lnTo>
                <a:lnTo>
                  <a:pt x="189" y="44"/>
                </a:lnTo>
                <a:lnTo>
                  <a:pt x="190" y="44"/>
                </a:lnTo>
                <a:lnTo>
                  <a:pt x="192" y="44"/>
                </a:lnTo>
                <a:lnTo>
                  <a:pt x="194" y="44"/>
                </a:lnTo>
                <a:lnTo>
                  <a:pt x="195" y="44"/>
                </a:lnTo>
                <a:lnTo>
                  <a:pt x="196" y="43"/>
                </a:lnTo>
                <a:lnTo>
                  <a:pt x="198" y="42"/>
                </a:lnTo>
                <a:lnTo>
                  <a:pt x="199" y="42"/>
                </a:lnTo>
                <a:lnTo>
                  <a:pt x="200" y="42"/>
                </a:lnTo>
                <a:lnTo>
                  <a:pt x="200" y="41"/>
                </a:lnTo>
                <a:lnTo>
                  <a:pt x="202" y="41"/>
                </a:lnTo>
                <a:lnTo>
                  <a:pt x="203" y="41"/>
                </a:lnTo>
                <a:lnTo>
                  <a:pt x="204" y="41"/>
                </a:lnTo>
                <a:lnTo>
                  <a:pt x="205" y="41"/>
                </a:lnTo>
                <a:lnTo>
                  <a:pt x="206" y="41"/>
                </a:lnTo>
                <a:lnTo>
                  <a:pt x="207" y="40"/>
                </a:lnTo>
                <a:lnTo>
                  <a:pt x="208" y="40"/>
                </a:lnTo>
                <a:lnTo>
                  <a:pt x="208" y="39"/>
                </a:lnTo>
                <a:lnTo>
                  <a:pt x="208" y="40"/>
                </a:lnTo>
                <a:lnTo>
                  <a:pt x="209" y="41"/>
                </a:lnTo>
                <a:lnTo>
                  <a:pt x="210" y="41"/>
                </a:lnTo>
                <a:lnTo>
                  <a:pt x="210" y="42"/>
                </a:lnTo>
                <a:lnTo>
                  <a:pt x="211" y="42"/>
                </a:lnTo>
                <a:lnTo>
                  <a:pt x="212" y="43"/>
                </a:lnTo>
                <a:lnTo>
                  <a:pt x="212" y="44"/>
                </a:lnTo>
                <a:lnTo>
                  <a:pt x="211" y="44"/>
                </a:lnTo>
                <a:lnTo>
                  <a:pt x="212" y="45"/>
                </a:lnTo>
                <a:lnTo>
                  <a:pt x="211" y="46"/>
                </a:lnTo>
                <a:lnTo>
                  <a:pt x="212" y="47"/>
                </a:lnTo>
                <a:lnTo>
                  <a:pt x="212" y="45"/>
                </a:lnTo>
                <a:lnTo>
                  <a:pt x="212" y="44"/>
                </a:lnTo>
                <a:lnTo>
                  <a:pt x="213" y="44"/>
                </a:lnTo>
                <a:lnTo>
                  <a:pt x="214" y="45"/>
                </a:lnTo>
                <a:lnTo>
                  <a:pt x="215" y="46"/>
                </a:lnTo>
                <a:lnTo>
                  <a:pt x="217" y="48"/>
                </a:lnTo>
                <a:lnTo>
                  <a:pt x="218" y="48"/>
                </a:lnTo>
                <a:lnTo>
                  <a:pt x="219" y="49"/>
                </a:lnTo>
                <a:lnTo>
                  <a:pt x="222" y="48"/>
                </a:lnTo>
                <a:lnTo>
                  <a:pt x="223" y="48"/>
                </a:lnTo>
                <a:lnTo>
                  <a:pt x="224" y="48"/>
                </a:lnTo>
                <a:lnTo>
                  <a:pt x="225" y="48"/>
                </a:lnTo>
                <a:lnTo>
                  <a:pt x="226" y="48"/>
                </a:lnTo>
                <a:lnTo>
                  <a:pt x="226" y="49"/>
                </a:lnTo>
                <a:lnTo>
                  <a:pt x="226" y="50"/>
                </a:lnTo>
                <a:lnTo>
                  <a:pt x="226" y="51"/>
                </a:lnTo>
                <a:lnTo>
                  <a:pt x="226" y="52"/>
                </a:lnTo>
                <a:lnTo>
                  <a:pt x="227" y="53"/>
                </a:lnTo>
                <a:lnTo>
                  <a:pt x="227" y="54"/>
                </a:lnTo>
                <a:lnTo>
                  <a:pt x="229" y="52"/>
                </a:lnTo>
                <a:lnTo>
                  <a:pt x="230" y="51"/>
                </a:lnTo>
                <a:lnTo>
                  <a:pt x="230" y="50"/>
                </a:lnTo>
                <a:lnTo>
                  <a:pt x="230" y="49"/>
                </a:lnTo>
                <a:lnTo>
                  <a:pt x="229" y="49"/>
                </a:lnTo>
                <a:lnTo>
                  <a:pt x="229" y="48"/>
                </a:lnTo>
                <a:lnTo>
                  <a:pt x="229" y="47"/>
                </a:lnTo>
                <a:lnTo>
                  <a:pt x="229" y="46"/>
                </a:lnTo>
                <a:lnTo>
                  <a:pt x="229" y="45"/>
                </a:lnTo>
                <a:lnTo>
                  <a:pt x="228" y="45"/>
                </a:lnTo>
                <a:lnTo>
                  <a:pt x="228" y="44"/>
                </a:lnTo>
                <a:lnTo>
                  <a:pt x="231" y="44"/>
                </a:lnTo>
                <a:lnTo>
                  <a:pt x="232" y="45"/>
                </a:lnTo>
                <a:lnTo>
                  <a:pt x="233" y="46"/>
                </a:lnTo>
                <a:lnTo>
                  <a:pt x="233" y="47"/>
                </a:lnTo>
                <a:lnTo>
                  <a:pt x="232" y="47"/>
                </a:lnTo>
                <a:lnTo>
                  <a:pt x="233" y="50"/>
                </a:lnTo>
                <a:lnTo>
                  <a:pt x="234" y="51"/>
                </a:lnTo>
                <a:lnTo>
                  <a:pt x="235" y="52"/>
                </a:lnTo>
                <a:lnTo>
                  <a:pt x="234" y="53"/>
                </a:lnTo>
                <a:lnTo>
                  <a:pt x="233" y="53"/>
                </a:lnTo>
                <a:lnTo>
                  <a:pt x="234" y="53"/>
                </a:lnTo>
                <a:lnTo>
                  <a:pt x="233" y="54"/>
                </a:lnTo>
                <a:lnTo>
                  <a:pt x="232" y="54"/>
                </a:lnTo>
                <a:lnTo>
                  <a:pt x="232" y="55"/>
                </a:lnTo>
                <a:lnTo>
                  <a:pt x="233" y="55"/>
                </a:lnTo>
                <a:lnTo>
                  <a:pt x="233" y="56"/>
                </a:lnTo>
                <a:lnTo>
                  <a:pt x="233" y="58"/>
                </a:lnTo>
                <a:lnTo>
                  <a:pt x="233" y="57"/>
                </a:lnTo>
                <a:lnTo>
                  <a:pt x="234" y="57"/>
                </a:lnTo>
                <a:lnTo>
                  <a:pt x="234" y="58"/>
                </a:lnTo>
                <a:lnTo>
                  <a:pt x="235" y="58"/>
                </a:lnTo>
                <a:lnTo>
                  <a:pt x="235" y="59"/>
                </a:lnTo>
                <a:lnTo>
                  <a:pt x="235" y="58"/>
                </a:lnTo>
                <a:lnTo>
                  <a:pt x="235" y="56"/>
                </a:lnTo>
                <a:lnTo>
                  <a:pt x="234" y="56"/>
                </a:lnTo>
                <a:lnTo>
                  <a:pt x="233" y="56"/>
                </a:lnTo>
                <a:lnTo>
                  <a:pt x="233" y="55"/>
                </a:lnTo>
                <a:lnTo>
                  <a:pt x="234" y="53"/>
                </a:lnTo>
                <a:lnTo>
                  <a:pt x="235" y="53"/>
                </a:lnTo>
                <a:lnTo>
                  <a:pt x="238" y="53"/>
                </a:lnTo>
                <a:lnTo>
                  <a:pt x="239" y="53"/>
                </a:lnTo>
                <a:lnTo>
                  <a:pt x="240" y="53"/>
                </a:lnTo>
                <a:lnTo>
                  <a:pt x="239" y="53"/>
                </a:lnTo>
                <a:lnTo>
                  <a:pt x="239" y="52"/>
                </a:lnTo>
                <a:lnTo>
                  <a:pt x="238" y="52"/>
                </a:lnTo>
                <a:lnTo>
                  <a:pt x="239" y="51"/>
                </a:lnTo>
                <a:lnTo>
                  <a:pt x="240" y="51"/>
                </a:lnTo>
                <a:lnTo>
                  <a:pt x="240" y="50"/>
                </a:lnTo>
                <a:lnTo>
                  <a:pt x="241" y="49"/>
                </a:lnTo>
                <a:lnTo>
                  <a:pt x="240" y="48"/>
                </a:lnTo>
                <a:lnTo>
                  <a:pt x="240" y="47"/>
                </a:lnTo>
                <a:lnTo>
                  <a:pt x="241" y="47"/>
                </a:lnTo>
                <a:lnTo>
                  <a:pt x="242" y="47"/>
                </a:lnTo>
                <a:lnTo>
                  <a:pt x="243" y="46"/>
                </a:lnTo>
                <a:lnTo>
                  <a:pt x="243" y="45"/>
                </a:lnTo>
                <a:lnTo>
                  <a:pt x="243" y="44"/>
                </a:lnTo>
                <a:lnTo>
                  <a:pt x="242" y="44"/>
                </a:lnTo>
                <a:lnTo>
                  <a:pt x="241" y="43"/>
                </a:lnTo>
                <a:lnTo>
                  <a:pt x="241" y="42"/>
                </a:lnTo>
                <a:lnTo>
                  <a:pt x="243" y="42"/>
                </a:lnTo>
                <a:lnTo>
                  <a:pt x="243" y="43"/>
                </a:lnTo>
                <a:lnTo>
                  <a:pt x="244" y="43"/>
                </a:lnTo>
                <a:lnTo>
                  <a:pt x="246" y="43"/>
                </a:lnTo>
                <a:lnTo>
                  <a:pt x="247" y="43"/>
                </a:lnTo>
                <a:lnTo>
                  <a:pt x="248" y="43"/>
                </a:lnTo>
                <a:lnTo>
                  <a:pt x="250" y="43"/>
                </a:lnTo>
                <a:lnTo>
                  <a:pt x="251" y="43"/>
                </a:lnTo>
                <a:lnTo>
                  <a:pt x="251" y="42"/>
                </a:lnTo>
                <a:lnTo>
                  <a:pt x="253" y="41"/>
                </a:lnTo>
                <a:lnTo>
                  <a:pt x="254" y="42"/>
                </a:lnTo>
                <a:lnTo>
                  <a:pt x="254" y="43"/>
                </a:lnTo>
                <a:lnTo>
                  <a:pt x="255" y="44"/>
                </a:lnTo>
                <a:lnTo>
                  <a:pt x="255" y="45"/>
                </a:lnTo>
                <a:lnTo>
                  <a:pt x="256" y="46"/>
                </a:lnTo>
                <a:lnTo>
                  <a:pt x="257" y="48"/>
                </a:lnTo>
                <a:lnTo>
                  <a:pt x="258" y="48"/>
                </a:lnTo>
                <a:lnTo>
                  <a:pt x="258" y="49"/>
                </a:lnTo>
                <a:lnTo>
                  <a:pt x="260" y="50"/>
                </a:lnTo>
                <a:lnTo>
                  <a:pt x="262" y="51"/>
                </a:lnTo>
                <a:lnTo>
                  <a:pt x="263" y="51"/>
                </a:lnTo>
                <a:lnTo>
                  <a:pt x="264" y="51"/>
                </a:lnTo>
                <a:lnTo>
                  <a:pt x="266" y="51"/>
                </a:lnTo>
                <a:lnTo>
                  <a:pt x="268" y="51"/>
                </a:lnTo>
                <a:lnTo>
                  <a:pt x="268" y="50"/>
                </a:lnTo>
                <a:lnTo>
                  <a:pt x="268" y="49"/>
                </a:lnTo>
                <a:lnTo>
                  <a:pt x="269" y="50"/>
                </a:lnTo>
                <a:lnTo>
                  <a:pt x="268" y="51"/>
                </a:lnTo>
                <a:lnTo>
                  <a:pt x="266" y="52"/>
                </a:lnTo>
                <a:lnTo>
                  <a:pt x="263" y="51"/>
                </a:lnTo>
                <a:lnTo>
                  <a:pt x="263" y="52"/>
                </a:lnTo>
                <a:lnTo>
                  <a:pt x="262" y="52"/>
                </a:lnTo>
                <a:lnTo>
                  <a:pt x="262" y="53"/>
                </a:lnTo>
                <a:lnTo>
                  <a:pt x="261" y="53"/>
                </a:lnTo>
                <a:lnTo>
                  <a:pt x="260" y="55"/>
                </a:lnTo>
                <a:lnTo>
                  <a:pt x="259" y="55"/>
                </a:lnTo>
                <a:lnTo>
                  <a:pt x="258" y="55"/>
                </a:lnTo>
                <a:lnTo>
                  <a:pt x="257" y="56"/>
                </a:lnTo>
                <a:lnTo>
                  <a:pt x="258" y="57"/>
                </a:lnTo>
                <a:lnTo>
                  <a:pt x="260" y="58"/>
                </a:lnTo>
                <a:lnTo>
                  <a:pt x="261" y="58"/>
                </a:lnTo>
                <a:lnTo>
                  <a:pt x="262" y="57"/>
                </a:lnTo>
                <a:lnTo>
                  <a:pt x="263" y="57"/>
                </a:lnTo>
                <a:lnTo>
                  <a:pt x="263" y="58"/>
                </a:lnTo>
                <a:lnTo>
                  <a:pt x="264" y="58"/>
                </a:lnTo>
                <a:lnTo>
                  <a:pt x="264" y="60"/>
                </a:lnTo>
                <a:lnTo>
                  <a:pt x="265" y="60"/>
                </a:lnTo>
                <a:lnTo>
                  <a:pt x="265" y="59"/>
                </a:lnTo>
                <a:lnTo>
                  <a:pt x="264" y="58"/>
                </a:lnTo>
                <a:lnTo>
                  <a:pt x="264" y="56"/>
                </a:lnTo>
                <a:lnTo>
                  <a:pt x="266" y="56"/>
                </a:lnTo>
                <a:lnTo>
                  <a:pt x="266" y="57"/>
                </a:lnTo>
                <a:lnTo>
                  <a:pt x="266" y="58"/>
                </a:lnTo>
                <a:lnTo>
                  <a:pt x="267" y="58"/>
                </a:lnTo>
                <a:lnTo>
                  <a:pt x="267" y="57"/>
                </a:lnTo>
                <a:lnTo>
                  <a:pt x="267" y="56"/>
                </a:lnTo>
                <a:lnTo>
                  <a:pt x="267" y="55"/>
                </a:lnTo>
                <a:lnTo>
                  <a:pt x="266" y="55"/>
                </a:lnTo>
                <a:lnTo>
                  <a:pt x="265" y="55"/>
                </a:lnTo>
                <a:lnTo>
                  <a:pt x="264" y="55"/>
                </a:lnTo>
                <a:lnTo>
                  <a:pt x="264" y="54"/>
                </a:lnTo>
                <a:lnTo>
                  <a:pt x="263" y="54"/>
                </a:lnTo>
                <a:lnTo>
                  <a:pt x="262" y="54"/>
                </a:lnTo>
                <a:lnTo>
                  <a:pt x="262" y="53"/>
                </a:lnTo>
                <a:lnTo>
                  <a:pt x="263" y="53"/>
                </a:lnTo>
                <a:lnTo>
                  <a:pt x="263" y="52"/>
                </a:lnTo>
                <a:lnTo>
                  <a:pt x="264" y="53"/>
                </a:lnTo>
                <a:lnTo>
                  <a:pt x="265" y="53"/>
                </a:lnTo>
                <a:lnTo>
                  <a:pt x="266" y="53"/>
                </a:lnTo>
                <a:lnTo>
                  <a:pt x="268" y="52"/>
                </a:lnTo>
                <a:lnTo>
                  <a:pt x="269" y="51"/>
                </a:lnTo>
                <a:lnTo>
                  <a:pt x="270" y="51"/>
                </a:lnTo>
                <a:lnTo>
                  <a:pt x="269" y="49"/>
                </a:lnTo>
                <a:lnTo>
                  <a:pt x="267" y="49"/>
                </a:lnTo>
                <a:lnTo>
                  <a:pt x="267" y="48"/>
                </a:lnTo>
                <a:lnTo>
                  <a:pt x="266" y="47"/>
                </a:lnTo>
                <a:lnTo>
                  <a:pt x="267" y="47"/>
                </a:lnTo>
                <a:lnTo>
                  <a:pt x="268" y="47"/>
                </a:lnTo>
                <a:lnTo>
                  <a:pt x="268" y="48"/>
                </a:lnTo>
                <a:lnTo>
                  <a:pt x="269" y="47"/>
                </a:lnTo>
                <a:lnTo>
                  <a:pt x="271" y="46"/>
                </a:lnTo>
                <a:lnTo>
                  <a:pt x="274" y="45"/>
                </a:lnTo>
                <a:lnTo>
                  <a:pt x="275" y="45"/>
                </a:lnTo>
                <a:lnTo>
                  <a:pt x="275" y="44"/>
                </a:lnTo>
                <a:lnTo>
                  <a:pt x="275" y="43"/>
                </a:lnTo>
                <a:lnTo>
                  <a:pt x="276" y="42"/>
                </a:lnTo>
                <a:lnTo>
                  <a:pt x="277" y="42"/>
                </a:lnTo>
                <a:lnTo>
                  <a:pt x="279" y="42"/>
                </a:lnTo>
                <a:lnTo>
                  <a:pt x="280" y="44"/>
                </a:lnTo>
                <a:lnTo>
                  <a:pt x="281" y="44"/>
                </a:lnTo>
                <a:lnTo>
                  <a:pt x="282" y="43"/>
                </a:lnTo>
                <a:lnTo>
                  <a:pt x="283" y="43"/>
                </a:lnTo>
                <a:lnTo>
                  <a:pt x="284" y="43"/>
                </a:lnTo>
                <a:lnTo>
                  <a:pt x="285" y="43"/>
                </a:lnTo>
                <a:lnTo>
                  <a:pt x="286" y="43"/>
                </a:lnTo>
                <a:lnTo>
                  <a:pt x="287" y="43"/>
                </a:lnTo>
                <a:lnTo>
                  <a:pt x="288" y="44"/>
                </a:lnTo>
                <a:lnTo>
                  <a:pt x="287" y="45"/>
                </a:lnTo>
                <a:lnTo>
                  <a:pt x="287" y="46"/>
                </a:lnTo>
                <a:lnTo>
                  <a:pt x="288" y="46"/>
                </a:lnTo>
                <a:lnTo>
                  <a:pt x="288" y="45"/>
                </a:lnTo>
                <a:lnTo>
                  <a:pt x="288" y="44"/>
                </a:lnTo>
                <a:lnTo>
                  <a:pt x="288" y="43"/>
                </a:lnTo>
                <a:lnTo>
                  <a:pt x="289" y="42"/>
                </a:lnTo>
                <a:lnTo>
                  <a:pt x="290" y="42"/>
                </a:lnTo>
                <a:lnTo>
                  <a:pt x="290" y="41"/>
                </a:lnTo>
                <a:lnTo>
                  <a:pt x="289" y="41"/>
                </a:lnTo>
                <a:lnTo>
                  <a:pt x="287" y="42"/>
                </a:lnTo>
                <a:lnTo>
                  <a:pt x="286" y="42"/>
                </a:lnTo>
                <a:lnTo>
                  <a:pt x="284" y="42"/>
                </a:lnTo>
                <a:lnTo>
                  <a:pt x="282" y="42"/>
                </a:lnTo>
                <a:lnTo>
                  <a:pt x="281" y="42"/>
                </a:lnTo>
                <a:lnTo>
                  <a:pt x="280" y="42"/>
                </a:lnTo>
                <a:lnTo>
                  <a:pt x="278" y="42"/>
                </a:lnTo>
                <a:lnTo>
                  <a:pt x="279" y="42"/>
                </a:lnTo>
                <a:lnTo>
                  <a:pt x="281" y="41"/>
                </a:lnTo>
                <a:lnTo>
                  <a:pt x="282" y="41"/>
                </a:lnTo>
                <a:lnTo>
                  <a:pt x="283" y="41"/>
                </a:lnTo>
                <a:lnTo>
                  <a:pt x="284" y="41"/>
                </a:lnTo>
                <a:lnTo>
                  <a:pt x="285" y="40"/>
                </a:lnTo>
                <a:lnTo>
                  <a:pt x="286" y="39"/>
                </a:lnTo>
                <a:lnTo>
                  <a:pt x="287" y="39"/>
                </a:lnTo>
                <a:lnTo>
                  <a:pt x="288" y="38"/>
                </a:lnTo>
                <a:lnTo>
                  <a:pt x="289" y="38"/>
                </a:lnTo>
                <a:lnTo>
                  <a:pt x="289" y="37"/>
                </a:lnTo>
                <a:lnTo>
                  <a:pt x="290" y="37"/>
                </a:lnTo>
                <a:lnTo>
                  <a:pt x="290" y="36"/>
                </a:lnTo>
                <a:lnTo>
                  <a:pt x="290" y="35"/>
                </a:lnTo>
                <a:lnTo>
                  <a:pt x="291" y="35"/>
                </a:lnTo>
                <a:lnTo>
                  <a:pt x="291" y="34"/>
                </a:lnTo>
                <a:lnTo>
                  <a:pt x="292" y="34"/>
                </a:lnTo>
                <a:lnTo>
                  <a:pt x="292" y="33"/>
                </a:lnTo>
                <a:lnTo>
                  <a:pt x="292" y="32"/>
                </a:lnTo>
                <a:lnTo>
                  <a:pt x="292" y="31"/>
                </a:lnTo>
                <a:lnTo>
                  <a:pt x="293" y="29"/>
                </a:lnTo>
                <a:lnTo>
                  <a:pt x="294" y="27"/>
                </a:lnTo>
                <a:lnTo>
                  <a:pt x="294" y="26"/>
                </a:lnTo>
                <a:lnTo>
                  <a:pt x="295" y="25"/>
                </a:lnTo>
                <a:lnTo>
                  <a:pt x="296" y="25"/>
                </a:lnTo>
                <a:lnTo>
                  <a:pt x="298" y="25"/>
                </a:lnTo>
                <a:lnTo>
                  <a:pt x="299" y="25"/>
                </a:lnTo>
                <a:lnTo>
                  <a:pt x="301" y="25"/>
                </a:lnTo>
                <a:lnTo>
                  <a:pt x="302" y="25"/>
                </a:lnTo>
                <a:lnTo>
                  <a:pt x="302" y="24"/>
                </a:lnTo>
                <a:lnTo>
                  <a:pt x="302" y="25"/>
                </a:lnTo>
                <a:lnTo>
                  <a:pt x="303" y="25"/>
                </a:lnTo>
                <a:lnTo>
                  <a:pt x="304" y="25"/>
                </a:lnTo>
                <a:lnTo>
                  <a:pt x="305" y="25"/>
                </a:lnTo>
                <a:lnTo>
                  <a:pt x="305" y="26"/>
                </a:lnTo>
                <a:lnTo>
                  <a:pt x="306" y="26"/>
                </a:lnTo>
                <a:lnTo>
                  <a:pt x="306" y="27"/>
                </a:lnTo>
                <a:lnTo>
                  <a:pt x="307" y="27"/>
                </a:lnTo>
                <a:lnTo>
                  <a:pt x="307" y="28"/>
                </a:lnTo>
                <a:lnTo>
                  <a:pt x="308" y="28"/>
                </a:lnTo>
                <a:lnTo>
                  <a:pt x="309" y="28"/>
                </a:lnTo>
                <a:lnTo>
                  <a:pt x="309" y="29"/>
                </a:lnTo>
                <a:lnTo>
                  <a:pt x="310" y="29"/>
                </a:lnTo>
                <a:lnTo>
                  <a:pt x="311" y="30"/>
                </a:lnTo>
                <a:lnTo>
                  <a:pt x="312" y="30"/>
                </a:lnTo>
                <a:lnTo>
                  <a:pt x="313" y="30"/>
                </a:lnTo>
                <a:lnTo>
                  <a:pt x="313" y="31"/>
                </a:lnTo>
                <a:lnTo>
                  <a:pt x="314" y="31"/>
                </a:lnTo>
                <a:lnTo>
                  <a:pt x="316" y="31"/>
                </a:lnTo>
                <a:lnTo>
                  <a:pt x="317" y="31"/>
                </a:lnTo>
                <a:lnTo>
                  <a:pt x="319" y="32"/>
                </a:lnTo>
                <a:lnTo>
                  <a:pt x="319" y="31"/>
                </a:lnTo>
                <a:lnTo>
                  <a:pt x="318" y="31"/>
                </a:lnTo>
                <a:lnTo>
                  <a:pt x="318" y="30"/>
                </a:lnTo>
                <a:lnTo>
                  <a:pt x="319" y="30"/>
                </a:lnTo>
                <a:lnTo>
                  <a:pt x="319" y="29"/>
                </a:lnTo>
                <a:lnTo>
                  <a:pt x="317" y="29"/>
                </a:lnTo>
                <a:lnTo>
                  <a:pt x="318" y="27"/>
                </a:lnTo>
                <a:lnTo>
                  <a:pt x="318" y="28"/>
                </a:lnTo>
                <a:lnTo>
                  <a:pt x="319" y="28"/>
                </a:lnTo>
                <a:lnTo>
                  <a:pt x="320" y="28"/>
                </a:lnTo>
                <a:lnTo>
                  <a:pt x="321" y="29"/>
                </a:lnTo>
                <a:lnTo>
                  <a:pt x="322" y="30"/>
                </a:lnTo>
                <a:lnTo>
                  <a:pt x="322" y="29"/>
                </a:lnTo>
                <a:lnTo>
                  <a:pt x="323" y="29"/>
                </a:lnTo>
                <a:lnTo>
                  <a:pt x="324" y="28"/>
                </a:lnTo>
                <a:lnTo>
                  <a:pt x="325" y="28"/>
                </a:lnTo>
                <a:lnTo>
                  <a:pt x="325" y="27"/>
                </a:lnTo>
                <a:lnTo>
                  <a:pt x="325" y="26"/>
                </a:lnTo>
                <a:lnTo>
                  <a:pt x="328" y="26"/>
                </a:lnTo>
                <a:lnTo>
                  <a:pt x="328" y="25"/>
                </a:lnTo>
                <a:lnTo>
                  <a:pt x="324" y="24"/>
                </a:lnTo>
                <a:lnTo>
                  <a:pt x="323" y="24"/>
                </a:lnTo>
                <a:lnTo>
                  <a:pt x="322" y="24"/>
                </a:lnTo>
                <a:lnTo>
                  <a:pt x="322" y="23"/>
                </a:lnTo>
                <a:lnTo>
                  <a:pt x="323" y="23"/>
                </a:lnTo>
                <a:lnTo>
                  <a:pt x="323" y="22"/>
                </a:lnTo>
                <a:lnTo>
                  <a:pt x="323" y="21"/>
                </a:lnTo>
                <a:lnTo>
                  <a:pt x="324" y="21"/>
                </a:lnTo>
                <a:lnTo>
                  <a:pt x="325" y="21"/>
                </a:lnTo>
                <a:lnTo>
                  <a:pt x="326" y="20"/>
                </a:lnTo>
                <a:lnTo>
                  <a:pt x="327" y="20"/>
                </a:lnTo>
                <a:lnTo>
                  <a:pt x="330" y="18"/>
                </a:lnTo>
                <a:lnTo>
                  <a:pt x="331" y="18"/>
                </a:lnTo>
                <a:lnTo>
                  <a:pt x="333" y="17"/>
                </a:lnTo>
                <a:lnTo>
                  <a:pt x="335" y="17"/>
                </a:lnTo>
                <a:lnTo>
                  <a:pt x="336" y="18"/>
                </a:lnTo>
                <a:lnTo>
                  <a:pt x="337" y="19"/>
                </a:lnTo>
                <a:lnTo>
                  <a:pt x="337" y="20"/>
                </a:lnTo>
                <a:lnTo>
                  <a:pt x="338" y="20"/>
                </a:lnTo>
                <a:lnTo>
                  <a:pt x="339" y="20"/>
                </a:lnTo>
                <a:lnTo>
                  <a:pt x="340" y="20"/>
                </a:lnTo>
                <a:lnTo>
                  <a:pt x="341" y="20"/>
                </a:lnTo>
                <a:lnTo>
                  <a:pt x="341" y="21"/>
                </a:lnTo>
                <a:lnTo>
                  <a:pt x="342" y="21"/>
                </a:lnTo>
                <a:lnTo>
                  <a:pt x="343" y="21"/>
                </a:lnTo>
                <a:lnTo>
                  <a:pt x="343" y="22"/>
                </a:lnTo>
                <a:lnTo>
                  <a:pt x="344" y="22"/>
                </a:lnTo>
                <a:lnTo>
                  <a:pt x="345" y="22"/>
                </a:lnTo>
                <a:lnTo>
                  <a:pt x="345" y="23"/>
                </a:lnTo>
                <a:lnTo>
                  <a:pt x="346" y="23"/>
                </a:lnTo>
                <a:lnTo>
                  <a:pt x="347" y="23"/>
                </a:lnTo>
                <a:lnTo>
                  <a:pt x="347" y="24"/>
                </a:lnTo>
                <a:lnTo>
                  <a:pt x="348" y="24"/>
                </a:lnTo>
                <a:lnTo>
                  <a:pt x="349" y="24"/>
                </a:lnTo>
                <a:lnTo>
                  <a:pt x="349" y="25"/>
                </a:lnTo>
                <a:lnTo>
                  <a:pt x="350" y="25"/>
                </a:lnTo>
                <a:lnTo>
                  <a:pt x="351" y="25"/>
                </a:lnTo>
                <a:lnTo>
                  <a:pt x="351" y="26"/>
                </a:lnTo>
                <a:lnTo>
                  <a:pt x="352" y="26"/>
                </a:lnTo>
                <a:lnTo>
                  <a:pt x="353" y="27"/>
                </a:lnTo>
                <a:lnTo>
                  <a:pt x="354" y="27"/>
                </a:lnTo>
                <a:lnTo>
                  <a:pt x="355" y="27"/>
                </a:lnTo>
                <a:lnTo>
                  <a:pt x="356" y="28"/>
                </a:lnTo>
                <a:lnTo>
                  <a:pt x="357" y="28"/>
                </a:lnTo>
                <a:lnTo>
                  <a:pt x="358" y="29"/>
                </a:lnTo>
                <a:lnTo>
                  <a:pt x="359" y="29"/>
                </a:lnTo>
                <a:lnTo>
                  <a:pt x="360" y="29"/>
                </a:lnTo>
                <a:lnTo>
                  <a:pt x="360" y="30"/>
                </a:lnTo>
                <a:lnTo>
                  <a:pt x="361" y="30"/>
                </a:lnTo>
                <a:lnTo>
                  <a:pt x="362" y="30"/>
                </a:lnTo>
                <a:lnTo>
                  <a:pt x="363" y="30"/>
                </a:lnTo>
                <a:lnTo>
                  <a:pt x="366" y="30"/>
                </a:lnTo>
                <a:lnTo>
                  <a:pt x="367" y="30"/>
                </a:lnTo>
                <a:lnTo>
                  <a:pt x="368" y="30"/>
                </a:lnTo>
                <a:lnTo>
                  <a:pt x="369" y="30"/>
                </a:lnTo>
                <a:lnTo>
                  <a:pt x="370" y="30"/>
                </a:lnTo>
                <a:lnTo>
                  <a:pt x="370" y="29"/>
                </a:lnTo>
                <a:lnTo>
                  <a:pt x="370" y="30"/>
                </a:lnTo>
                <a:lnTo>
                  <a:pt x="371" y="30"/>
                </a:lnTo>
                <a:lnTo>
                  <a:pt x="370" y="30"/>
                </a:lnTo>
                <a:lnTo>
                  <a:pt x="369" y="31"/>
                </a:lnTo>
                <a:lnTo>
                  <a:pt x="369" y="33"/>
                </a:lnTo>
                <a:lnTo>
                  <a:pt x="369" y="34"/>
                </a:lnTo>
                <a:lnTo>
                  <a:pt x="370" y="35"/>
                </a:lnTo>
                <a:lnTo>
                  <a:pt x="371" y="38"/>
                </a:lnTo>
                <a:lnTo>
                  <a:pt x="370" y="38"/>
                </a:lnTo>
                <a:lnTo>
                  <a:pt x="371" y="40"/>
                </a:lnTo>
                <a:lnTo>
                  <a:pt x="372" y="41"/>
                </a:lnTo>
                <a:lnTo>
                  <a:pt x="372" y="40"/>
                </a:lnTo>
                <a:lnTo>
                  <a:pt x="372" y="39"/>
                </a:lnTo>
                <a:lnTo>
                  <a:pt x="373" y="38"/>
                </a:lnTo>
                <a:lnTo>
                  <a:pt x="374" y="38"/>
                </a:lnTo>
                <a:lnTo>
                  <a:pt x="375" y="38"/>
                </a:lnTo>
                <a:lnTo>
                  <a:pt x="375" y="37"/>
                </a:lnTo>
                <a:lnTo>
                  <a:pt x="376" y="36"/>
                </a:lnTo>
                <a:lnTo>
                  <a:pt x="375" y="35"/>
                </a:lnTo>
                <a:lnTo>
                  <a:pt x="375" y="34"/>
                </a:lnTo>
                <a:lnTo>
                  <a:pt x="376" y="34"/>
                </a:lnTo>
                <a:lnTo>
                  <a:pt x="376" y="33"/>
                </a:lnTo>
                <a:lnTo>
                  <a:pt x="377" y="33"/>
                </a:lnTo>
                <a:lnTo>
                  <a:pt x="378" y="34"/>
                </a:lnTo>
                <a:lnTo>
                  <a:pt x="379" y="34"/>
                </a:lnTo>
                <a:lnTo>
                  <a:pt x="379" y="35"/>
                </a:lnTo>
                <a:lnTo>
                  <a:pt x="378" y="36"/>
                </a:lnTo>
                <a:lnTo>
                  <a:pt x="378" y="38"/>
                </a:lnTo>
                <a:lnTo>
                  <a:pt x="378" y="39"/>
                </a:lnTo>
                <a:lnTo>
                  <a:pt x="379" y="40"/>
                </a:lnTo>
                <a:lnTo>
                  <a:pt x="380" y="41"/>
                </a:lnTo>
                <a:lnTo>
                  <a:pt x="380" y="42"/>
                </a:lnTo>
                <a:lnTo>
                  <a:pt x="379" y="42"/>
                </a:lnTo>
                <a:lnTo>
                  <a:pt x="378" y="42"/>
                </a:lnTo>
                <a:lnTo>
                  <a:pt x="378" y="43"/>
                </a:lnTo>
                <a:lnTo>
                  <a:pt x="377" y="43"/>
                </a:lnTo>
                <a:lnTo>
                  <a:pt x="376" y="43"/>
                </a:lnTo>
                <a:lnTo>
                  <a:pt x="376" y="42"/>
                </a:lnTo>
                <a:lnTo>
                  <a:pt x="374" y="43"/>
                </a:lnTo>
                <a:lnTo>
                  <a:pt x="375" y="44"/>
                </a:lnTo>
                <a:lnTo>
                  <a:pt x="376" y="43"/>
                </a:lnTo>
                <a:lnTo>
                  <a:pt x="377" y="44"/>
                </a:lnTo>
                <a:lnTo>
                  <a:pt x="378" y="45"/>
                </a:lnTo>
                <a:lnTo>
                  <a:pt x="378" y="44"/>
                </a:lnTo>
                <a:lnTo>
                  <a:pt x="379" y="43"/>
                </a:lnTo>
                <a:lnTo>
                  <a:pt x="380" y="43"/>
                </a:lnTo>
                <a:lnTo>
                  <a:pt x="380" y="44"/>
                </a:lnTo>
                <a:lnTo>
                  <a:pt x="380" y="45"/>
                </a:lnTo>
                <a:lnTo>
                  <a:pt x="379" y="45"/>
                </a:lnTo>
                <a:lnTo>
                  <a:pt x="378" y="45"/>
                </a:lnTo>
                <a:lnTo>
                  <a:pt x="378" y="46"/>
                </a:lnTo>
                <a:lnTo>
                  <a:pt x="379" y="45"/>
                </a:lnTo>
                <a:lnTo>
                  <a:pt x="380" y="47"/>
                </a:lnTo>
                <a:lnTo>
                  <a:pt x="381" y="47"/>
                </a:lnTo>
                <a:lnTo>
                  <a:pt x="381" y="48"/>
                </a:lnTo>
                <a:lnTo>
                  <a:pt x="381" y="50"/>
                </a:lnTo>
                <a:lnTo>
                  <a:pt x="382" y="51"/>
                </a:lnTo>
                <a:lnTo>
                  <a:pt x="382" y="52"/>
                </a:lnTo>
                <a:lnTo>
                  <a:pt x="383" y="52"/>
                </a:lnTo>
                <a:lnTo>
                  <a:pt x="383" y="53"/>
                </a:lnTo>
                <a:lnTo>
                  <a:pt x="383" y="54"/>
                </a:lnTo>
                <a:lnTo>
                  <a:pt x="383" y="55"/>
                </a:lnTo>
                <a:lnTo>
                  <a:pt x="384" y="55"/>
                </a:lnTo>
                <a:lnTo>
                  <a:pt x="384" y="54"/>
                </a:lnTo>
                <a:lnTo>
                  <a:pt x="385" y="53"/>
                </a:lnTo>
                <a:lnTo>
                  <a:pt x="384" y="53"/>
                </a:lnTo>
                <a:lnTo>
                  <a:pt x="383" y="52"/>
                </a:lnTo>
                <a:lnTo>
                  <a:pt x="383" y="51"/>
                </a:lnTo>
                <a:lnTo>
                  <a:pt x="383" y="50"/>
                </a:lnTo>
                <a:lnTo>
                  <a:pt x="383" y="48"/>
                </a:lnTo>
                <a:lnTo>
                  <a:pt x="387" y="48"/>
                </a:lnTo>
                <a:lnTo>
                  <a:pt x="388" y="48"/>
                </a:lnTo>
                <a:lnTo>
                  <a:pt x="389" y="48"/>
                </a:lnTo>
                <a:lnTo>
                  <a:pt x="389" y="47"/>
                </a:lnTo>
                <a:lnTo>
                  <a:pt x="388" y="46"/>
                </a:lnTo>
                <a:lnTo>
                  <a:pt x="387" y="44"/>
                </a:lnTo>
                <a:lnTo>
                  <a:pt x="387" y="43"/>
                </a:lnTo>
                <a:lnTo>
                  <a:pt x="386" y="42"/>
                </a:lnTo>
                <a:lnTo>
                  <a:pt x="386" y="40"/>
                </a:lnTo>
                <a:lnTo>
                  <a:pt x="386" y="39"/>
                </a:lnTo>
                <a:lnTo>
                  <a:pt x="386" y="38"/>
                </a:lnTo>
                <a:lnTo>
                  <a:pt x="385" y="38"/>
                </a:lnTo>
                <a:lnTo>
                  <a:pt x="384" y="36"/>
                </a:lnTo>
                <a:lnTo>
                  <a:pt x="384" y="35"/>
                </a:lnTo>
                <a:lnTo>
                  <a:pt x="383" y="33"/>
                </a:lnTo>
                <a:lnTo>
                  <a:pt x="383" y="32"/>
                </a:lnTo>
                <a:lnTo>
                  <a:pt x="383" y="31"/>
                </a:lnTo>
                <a:lnTo>
                  <a:pt x="382" y="31"/>
                </a:lnTo>
                <a:lnTo>
                  <a:pt x="382" y="30"/>
                </a:lnTo>
                <a:lnTo>
                  <a:pt x="383" y="30"/>
                </a:lnTo>
                <a:lnTo>
                  <a:pt x="383" y="31"/>
                </a:lnTo>
                <a:lnTo>
                  <a:pt x="384" y="31"/>
                </a:lnTo>
                <a:lnTo>
                  <a:pt x="384" y="30"/>
                </a:lnTo>
                <a:lnTo>
                  <a:pt x="384" y="29"/>
                </a:lnTo>
                <a:lnTo>
                  <a:pt x="383" y="29"/>
                </a:lnTo>
                <a:lnTo>
                  <a:pt x="383" y="28"/>
                </a:lnTo>
                <a:lnTo>
                  <a:pt x="383" y="29"/>
                </a:lnTo>
                <a:lnTo>
                  <a:pt x="382" y="29"/>
                </a:lnTo>
                <a:lnTo>
                  <a:pt x="381" y="29"/>
                </a:lnTo>
                <a:lnTo>
                  <a:pt x="381" y="28"/>
                </a:lnTo>
                <a:lnTo>
                  <a:pt x="380" y="28"/>
                </a:lnTo>
                <a:lnTo>
                  <a:pt x="379" y="28"/>
                </a:lnTo>
                <a:lnTo>
                  <a:pt x="378" y="28"/>
                </a:lnTo>
                <a:lnTo>
                  <a:pt x="378" y="29"/>
                </a:lnTo>
                <a:lnTo>
                  <a:pt x="377" y="29"/>
                </a:lnTo>
                <a:lnTo>
                  <a:pt x="376" y="29"/>
                </a:lnTo>
                <a:lnTo>
                  <a:pt x="376" y="28"/>
                </a:lnTo>
                <a:lnTo>
                  <a:pt x="376" y="27"/>
                </a:lnTo>
                <a:lnTo>
                  <a:pt x="376" y="26"/>
                </a:lnTo>
                <a:lnTo>
                  <a:pt x="375" y="26"/>
                </a:lnTo>
                <a:lnTo>
                  <a:pt x="375" y="25"/>
                </a:lnTo>
                <a:lnTo>
                  <a:pt x="375" y="24"/>
                </a:lnTo>
                <a:lnTo>
                  <a:pt x="375" y="23"/>
                </a:lnTo>
                <a:lnTo>
                  <a:pt x="375" y="21"/>
                </a:lnTo>
                <a:lnTo>
                  <a:pt x="375" y="20"/>
                </a:lnTo>
                <a:lnTo>
                  <a:pt x="376" y="19"/>
                </a:lnTo>
                <a:lnTo>
                  <a:pt x="376" y="18"/>
                </a:lnTo>
                <a:lnTo>
                  <a:pt x="377" y="17"/>
                </a:lnTo>
                <a:lnTo>
                  <a:pt x="376" y="17"/>
                </a:lnTo>
                <a:lnTo>
                  <a:pt x="376" y="16"/>
                </a:lnTo>
                <a:lnTo>
                  <a:pt x="375" y="16"/>
                </a:lnTo>
                <a:lnTo>
                  <a:pt x="375" y="15"/>
                </a:lnTo>
                <a:lnTo>
                  <a:pt x="377" y="14"/>
                </a:lnTo>
                <a:lnTo>
                  <a:pt x="378" y="13"/>
                </a:lnTo>
                <a:lnTo>
                  <a:pt x="379" y="13"/>
                </a:lnTo>
                <a:lnTo>
                  <a:pt x="379" y="12"/>
                </a:lnTo>
                <a:lnTo>
                  <a:pt x="379" y="11"/>
                </a:lnTo>
                <a:lnTo>
                  <a:pt x="380" y="11"/>
                </a:lnTo>
                <a:lnTo>
                  <a:pt x="379" y="11"/>
                </a:lnTo>
                <a:lnTo>
                  <a:pt x="380" y="11"/>
                </a:lnTo>
                <a:lnTo>
                  <a:pt x="382" y="11"/>
                </a:lnTo>
                <a:lnTo>
                  <a:pt x="384" y="11"/>
                </a:lnTo>
                <a:lnTo>
                  <a:pt x="387" y="11"/>
                </a:lnTo>
                <a:lnTo>
                  <a:pt x="388" y="11"/>
                </a:lnTo>
                <a:lnTo>
                  <a:pt x="389" y="11"/>
                </a:lnTo>
                <a:lnTo>
                  <a:pt x="390" y="11"/>
                </a:lnTo>
                <a:lnTo>
                  <a:pt x="390" y="10"/>
                </a:lnTo>
                <a:lnTo>
                  <a:pt x="391" y="10"/>
                </a:lnTo>
                <a:lnTo>
                  <a:pt x="391" y="9"/>
                </a:lnTo>
                <a:lnTo>
                  <a:pt x="392" y="8"/>
                </a:lnTo>
                <a:lnTo>
                  <a:pt x="393" y="7"/>
                </a:lnTo>
                <a:lnTo>
                  <a:pt x="393" y="6"/>
                </a:lnTo>
                <a:lnTo>
                  <a:pt x="394" y="6"/>
                </a:lnTo>
                <a:lnTo>
                  <a:pt x="395" y="4"/>
                </a:lnTo>
                <a:lnTo>
                  <a:pt x="395" y="3"/>
                </a:lnTo>
                <a:lnTo>
                  <a:pt x="394" y="2"/>
                </a:lnTo>
                <a:lnTo>
                  <a:pt x="394" y="1"/>
                </a:lnTo>
                <a:lnTo>
                  <a:pt x="396" y="0"/>
                </a:lnTo>
                <a:lnTo>
                  <a:pt x="397" y="0"/>
                </a:lnTo>
                <a:lnTo>
                  <a:pt x="397" y="1"/>
                </a:lnTo>
                <a:lnTo>
                  <a:pt x="397" y="2"/>
                </a:lnTo>
                <a:lnTo>
                  <a:pt x="398" y="3"/>
                </a:lnTo>
                <a:lnTo>
                  <a:pt x="398" y="4"/>
                </a:lnTo>
                <a:lnTo>
                  <a:pt x="399" y="4"/>
                </a:lnTo>
                <a:lnTo>
                  <a:pt x="399" y="5"/>
                </a:lnTo>
                <a:lnTo>
                  <a:pt x="399" y="6"/>
                </a:lnTo>
                <a:lnTo>
                  <a:pt x="401" y="11"/>
                </a:lnTo>
                <a:lnTo>
                  <a:pt x="404" y="17"/>
                </a:lnTo>
                <a:lnTo>
                  <a:pt x="407" y="2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" name=""/>
          <p:cNvSpPr/>
          <p:nvPr/>
        </p:nvSpPr>
        <p:spPr>
          <a:xfrm>
            <a:off x="4657320" y="2855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0"/>
                </a:moveTo>
                <a:lnTo>
                  <a:pt x="4" y="3"/>
                </a:lnTo>
                <a:lnTo>
                  <a:pt x="4" y="4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3" y="1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" name=""/>
          <p:cNvSpPr/>
          <p:nvPr/>
        </p:nvSpPr>
        <p:spPr>
          <a:xfrm>
            <a:off x="4661280" y="2850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" name=""/>
          <p:cNvSpPr/>
          <p:nvPr/>
        </p:nvSpPr>
        <p:spPr>
          <a:xfrm>
            <a:off x="4521960" y="2849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" name=""/>
          <p:cNvSpPr/>
          <p:nvPr/>
        </p:nvSpPr>
        <p:spPr>
          <a:xfrm>
            <a:off x="4556520" y="282276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5" y="2"/>
                </a:moveTo>
                <a:lnTo>
                  <a:pt x="5" y="3"/>
                </a:lnTo>
                <a:lnTo>
                  <a:pt x="7" y="3"/>
                </a:lnTo>
                <a:lnTo>
                  <a:pt x="7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" name=""/>
          <p:cNvSpPr/>
          <p:nvPr/>
        </p:nvSpPr>
        <p:spPr>
          <a:xfrm>
            <a:off x="4699080" y="2798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" name=""/>
          <p:cNvSpPr/>
          <p:nvPr/>
        </p:nvSpPr>
        <p:spPr>
          <a:xfrm>
            <a:off x="4653360" y="27928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" name=""/>
          <p:cNvSpPr/>
          <p:nvPr/>
        </p:nvSpPr>
        <p:spPr>
          <a:xfrm>
            <a:off x="4630320" y="27903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0"/>
                </a:move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" name=""/>
          <p:cNvSpPr/>
          <p:nvPr/>
        </p:nvSpPr>
        <p:spPr>
          <a:xfrm>
            <a:off x="4791240" y="3089880"/>
            <a:ext cx="4320" cy="3960"/>
          </a:xfrm>
          <a:custGeom>
            <a:avLst/>
            <a:gdLst/>
            <a:ahLst/>
            <a:rect l="0" t="0" r="r" b="b"/>
            <a:pathLst>
              <a:path w="12" h="11">
                <a:moveTo>
                  <a:pt x="5" y="3"/>
                </a:moveTo>
                <a:lnTo>
                  <a:pt x="8" y="1"/>
                </a:lnTo>
                <a:lnTo>
                  <a:pt x="11" y="0"/>
                </a:lnTo>
                <a:lnTo>
                  <a:pt x="12" y="1"/>
                </a:lnTo>
                <a:lnTo>
                  <a:pt x="12" y="5"/>
                </a:lnTo>
                <a:lnTo>
                  <a:pt x="12" y="7"/>
                </a:lnTo>
                <a:lnTo>
                  <a:pt x="8" y="10"/>
                </a:lnTo>
                <a:lnTo>
                  <a:pt x="6" y="11"/>
                </a:lnTo>
                <a:lnTo>
                  <a:pt x="4" y="11"/>
                </a:lnTo>
                <a:lnTo>
                  <a:pt x="2" y="11"/>
                </a:lnTo>
                <a:lnTo>
                  <a:pt x="0" y="9"/>
                </a:lnTo>
                <a:lnTo>
                  <a:pt x="0" y="7"/>
                </a:lnTo>
                <a:lnTo>
                  <a:pt x="2" y="6"/>
                </a:lnTo>
                <a:lnTo>
                  <a:pt x="5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" name=""/>
          <p:cNvSpPr/>
          <p:nvPr/>
        </p:nvSpPr>
        <p:spPr>
          <a:xfrm>
            <a:off x="4757040" y="3068640"/>
            <a:ext cx="5760" cy="3960"/>
          </a:xfrm>
          <a:custGeom>
            <a:avLst/>
            <a:gdLst/>
            <a:ahLst/>
            <a:rect l="0" t="0" r="r" b="b"/>
            <a:pathLst>
              <a:path w="16" h="11">
                <a:moveTo>
                  <a:pt x="0" y="6"/>
                </a:moveTo>
                <a:lnTo>
                  <a:pt x="0" y="5"/>
                </a:lnTo>
                <a:lnTo>
                  <a:pt x="1" y="5"/>
                </a:lnTo>
                <a:lnTo>
                  <a:pt x="4" y="3"/>
                </a:lnTo>
                <a:lnTo>
                  <a:pt x="7" y="1"/>
                </a:lnTo>
                <a:lnTo>
                  <a:pt x="12" y="1"/>
                </a:lnTo>
                <a:lnTo>
                  <a:pt x="14" y="0"/>
                </a:lnTo>
                <a:lnTo>
                  <a:pt x="15" y="1"/>
                </a:lnTo>
                <a:lnTo>
                  <a:pt x="16" y="1"/>
                </a:lnTo>
                <a:lnTo>
                  <a:pt x="16" y="3"/>
                </a:lnTo>
                <a:lnTo>
                  <a:pt x="16" y="5"/>
                </a:lnTo>
                <a:lnTo>
                  <a:pt x="15" y="6"/>
                </a:lnTo>
                <a:lnTo>
                  <a:pt x="14" y="7"/>
                </a:lnTo>
                <a:lnTo>
                  <a:pt x="11" y="9"/>
                </a:lnTo>
                <a:lnTo>
                  <a:pt x="7" y="11"/>
                </a:lnTo>
                <a:lnTo>
                  <a:pt x="5" y="11"/>
                </a:lnTo>
                <a:lnTo>
                  <a:pt x="4" y="11"/>
                </a:lnTo>
                <a:lnTo>
                  <a:pt x="3" y="10"/>
                </a:lnTo>
                <a:lnTo>
                  <a:pt x="1" y="9"/>
                </a:lnTo>
                <a:lnTo>
                  <a:pt x="0" y="7"/>
                </a:lnTo>
                <a:lnTo>
                  <a:pt x="0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" name=""/>
          <p:cNvSpPr/>
          <p:nvPr/>
        </p:nvSpPr>
        <p:spPr>
          <a:xfrm>
            <a:off x="4742280" y="3056040"/>
            <a:ext cx="10440" cy="8640"/>
          </a:xfrm>
          <a:custGeom>
            <a:avLst/>
            <a:gdLst/>
            <a:ahLst/>
            <a:rect l="0" t="0" r="r" b="b"/>
            <a:pathLst>
              <a:path w="29" h="24">
                <a:moveTo>
                  <a:pt x="9" y="12"/>
                </a:moveTo>
                <a:lnTo>
                  <a:pt x="7" y="15"/>
                </a:lnTo>
                <a:lnTo>
                  <a:pt x="6" y="17"/>
                </a:lnTo>
                <a:lnTo>
                  <a:pt x="7" y="18"/>
                </a:lnTo>
                <a:lnTo>
                  <a:pt x="9" y="19"/>
                </a:lnTo>
                <a:lnTo>
                  <a:pt x="10" y="19"/>
                </a:lnTo>
                <a:lnTo>
                  <a:pt x="12" y="18"/>
                </a:lnTo>
                <a:lnTo>
                  <a:pt x="14" y="17"/>
                </a:lnTo>
                <a:lnTo>
                  <a:pt x="16" y="15"/>
                </a:lnTo>
                <a:lnTo>
                  <a:pt x="18" y="13"/>
                </a:lnTo>
                <a:lnTo>
                  <a:pt x="22" y="11"/>
                </a:lnTo>
                <a:lnTo>
                  <a:pt x="26" y="10"/>
                </a:lnTo>
                <a:lnTo>
                  <a:pt x="27" y="10"/>
                </a:lnTo>
                <a:lnTo>
                  <a:pt x="28" y="11"/>
                </a:lnTo>
                <a:lnTo>
                  <a:pt x="29" y="12"/>
                </a:lnTo>
                <a:lnTo>
                  <a:pt x="28" y="13"/>
                </a:lnTo>
                <a:lnTo>
                  <a:pt x="27" y="15"/>
                </a:lnTo>
                <a:lnTo>
                  <a:pt x="22" y="16"/>
                </a:lnTo>
                <a:lnTo>
                  <a:pt x="20" y="17"/>
                </a:lnTo>
                <a:lnTo>
                  <a:pt x="18" y="19"/>
                </a:lnTo>
                <a:lnTo>
                  <a:pt x="14" y="21"/>
                </a:lnTo>
                <a:lnTo>
                  <a:pt x="12" y="22"/>
                </a:lnTo>
                <a:lnTo>
                  <a:pt x="10" y="23"/>
                </a:lnTo>
                <a:lnTo>
                  <a:pt x="6" y="24"/>
                </a:lnTo>
                <a:lnTo>
                  <a:pt x="3" y="23"/>
                </a:lnTo>
                <a:lnTo>
                  <a:pt x="1" y="22"/>
                </a:lnTo>
                <a:lnTo>
                  <a:pt x="0" y="21"/>
                </a:lnTo>
                <a:lnTo>
                  <a:pt x="1" y="16"/>
                </a:lnTo>
                <a:lnTo>
                  <a:pt x="2" y="12"/>
                </a:lnTo>
                <a:lnTo>
                  <a:pt x="9" y="7"/>
                </a:lnTo>
                <a:lnTo>
                  <a:pt x="16" y="2"/>
                </a:lnTo>
                <a:lnTo>
                  <a:pt x="18" y="1"/>
                </a:lnTo>
                <a:lnTo>
                  <a:pt x="19" y="1"/>
                </a:lnTo>
                <a:lnTo>
                  <a:pt x="20" y="2"/>
                </a:lnTo>
                <a:lnTo>
                  <a:pt x="21" y="1"/>
                </a:lnTo>
                <a:lnTo>
                  <a:pt x="24" y="0"/>
                </a:lnTo>
                <a:lnTo>
                  <a:pt x="24" y="1"/>
                </a:lnTo>
                <a:lnTo>
                  <a:pt x="24" y="2"/>
                </a:lnTo>
                <a:lnTo>
                  <a:pt x="22" y="3"/>
                </a:lnTo>
                <a:lnTo>
                  <a:pt x="20" y="5"/>
                </a:lnTo>
                <a:lnTo>
                  <a:pt x="18" y="6"/>
                </a:lnTo>
                <a:lnTo>
                  <a:pt x="12" y="9"/>
                </a:lnTo>
                <a:lnTo>
                  <a:pt x="9" y="1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" name=""/>
          <p:cNvSpPr/>
          <p:nvPr/>
        </p:nvSpPr>
        <p:spPr>
          <a:xfrm>
            <a:off x="4752360" y="30592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" name=""/>
          <p:cNvSpPr/>
          <p:nvPr/>
        </p:nvSpPr>
        <p:spPr>
          <a:xfrm>
            <a:off x="4750560" y="3054600"/>
            <a:ext cx="10800" cy="6480"/>
          </a:xfrm>
          <a:custGeom>
            <a:avLst/>
            <a:gdLst/>
            <a:ahLst/>
            <a:rect l="0" t="0" r="r" b="b"/>
            <a:pathLst>
              <a:path w="30" h="18">
                <a:moveTo>
                  <a:pt x="18" y="18"/>
                </a:moveTo>
                <a:lnTo>
                  <a:pt x="16" y="18"/>
                </a:lnTo>
                <a:lnTo>
                  <a:pt x="15" y="18"/>
                </a:lnTo>
                <a:lnTo>
                  <a:pt x="12" y="17"/>
                </a:lnTo>
                <a:lnTo>
                  <a:pt x="11" y="17"/>
                </a:lnTo>
                <a:lnTo>
                  <a:pt x="12" y="16"/>
                </a:lnTo>
                <a:lnTo>
                  <a:pt x="12" y="15"/>
                </a:lnTo>
                <a:lnTo>
                  <a:pt x="14" y="15"/>
                </a:lnTo>
                <a:lnTo>
                  <a:pt x="17" y="15"/>
                </a:lnTo>
                <a:lnTo>
                  <a:pt x="18" y="15"/>
                </a:lnTo>
                <a:lnTo>
                  <a:pt x="21" y="13"/>
                </a:lnTo>
                <a:lnTo>
                  <a:pt x="23" y="12"/>
                </a:lnTo>
                <a:lnTo>
                  <a:pt x="24" y="11"/>
                </a:lnTo>
                <a:lnTo>
                  <a:pt x="24" y="9"/>
                </a:lnTo>
                <a:lnTo>
                  <a:pt x="24" y="8"/>
                </a:lnTo>
                <a:lnTo>
                  <a:pt x="23" y="6"/>
                </a:lnTo>
                <a:lnTo>
                  <a:pt x="22" y="6"/>
                </a:lnTo>
                <a:lnTo>
                  <a:pt x="19" y="5"/>
                </a:lnTo>
                <a:lnTo>
                  <a:pt x="18" y="5"/>
                </a:lnTo>
                <a:lnTo>
                  <a:pt x="17" y="6"/>
                </a:lnTo>
                <a:lnTo>
                  <a:pt x="15" y="7"/>
                </a:lnTo>
                <a:lnTo>
                  <a:pt x="11" y="7"/>
                </a:lnTo>
                <a:lnTo>
                  <a:pt x="8" y="8"/>
                </a:lnTo>
                <a:lnTo>
                  <a:pt x="5" y="7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4" y="5"/>
                </a:lnTo>
                <a:lnTo>
                  <a:pt x="7" y="5"/>
                </a:lnTo>
                <a:lnTo>
                  <a:pt x="10" y="5"/>
                </a:lnTo>
                <a:lnTo>
                  <a:pt x="14" y="4"/>
                </a:lnTo>
                <a:lnTo>
                  <a:pt x="16" y="2"/>
                </a:lnTo>
                <a:lnTo>
                  <a:pt x="21" y="1"/>
                </a:lnTo>
                <a:lnTo>
                  <a:pt x="23" y="0"/>
                </a:lnTo>
                <a:lnTo>
                  <a:pt x="24" y="1"/>
                </a:lnTo>
                <a:lnTo>
                  <a:pt x="26" y="2"/>
                </a:lnTo>
                <a:lnTo>
                  <a:pt x="27" y="4"/>
                </a:lnTo>
                <a:lnTo>
                  <a:pt x="29" y="7"/>
                </a:lnTo>
                <a:lnTo>
                  <a:pt x="30" y="8"/>
                </a:lnTo>
                <a:lnTo>
                  <a:pt x="29" y="11"/>
                </a:lnTo>
                <a:lnTo>
                  <a:pt x="26" y="14"/>
                </a:lnTo>
                <a:lnTo>
                  <a:pt x="21" y="17"/>
                </a:lnTo>
                <a:lnTo>
                  <a:pt x="18" y="18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" name=""/>
          <p:cNvSpPr/>
          <p:nvPr/>
        </p:nvSpPr>
        <p:spPr>
          <a:xfrm>
            <a:off x="4801320" y="3047760"/>
            <a:ext cx="11880" cy="5040"/>
          </a:xfrm>
          <a:custGeom>
            <a:avLst/>
            <a:gdLst/>
            <a:ahLst/>
            <a:rect l="0" t="0" r="r" b="b"/>
            <a:pathLst>
              <a:path w="33" h="14">
                <a:moveTo>
                  <a:pt x="14" y="9"/>
                </a:moveTo>
                <a:lnTo>
                  <a:pt x="11" y="11"/>
                </a:lnTo>
                <a:lnTo>
                  <a:pt x="9" y="13"/>
                </a:lnTo>
                <a:lnTo>
                  <a:pt x="6" y="14"/>
                </a:lnTo>
                <a:lnTo>
                  <a:pt x="4" y="14"/>
                </a:lnTo>
                <a:lnTo>
                  <a:pt x="1" y="14"/>
                </a:lnTo>
                <a:lnTo>
                  <a:pt x="0" y="13"/>
                </a:lnTo>
                <a:lnTo>
                  <a:pt x="0" y="10"/>
                </a:lnTo>
                <a:lnTo>
                  <a:pt x="1" y="9"/>
                </a:lnTo>
                <a:lnTo>
                  <a:pt x="4" y="7"/>
                </a:lnTo>
                <a:lnTo>
                  <a:pt x="6" y="6"/>
                </a:lnTo>
                <a:lnTo>
                  <a:pt x="10" y="5"/>
                </a:lnTo>
                <a:lnTo>
                  <a:pt x="14" y="3"/>
                </a:lnTo>
                <a:lnTo>
                  <a:pt x="20" y="2"/>
                </a:lnTo>
                <a:lnTo>
                  <a:pt x="25" y="1"/>
                </a:lnTo>
                <a:lnTo>
                  <a:pt x="27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4"/>
                </a:lnTo>
                <a:lnTo>
                  <a:pt x="33" y="6"/>
                </a:lnTo>
                <a:lnTo>
                  <a:pt x="32" y="6"/>
                </a:lnTo>
                <a:lnTo>
                  <a:pt x="28" y="7"/>
                </a:lnTo>
                <a:lnTo>
                  <a:pt x="24" y="7"/>
                </a:lnTo>
                <a:lnTo>
                  <a:pt x="19" y="7"/>
                </a:lnTo>
                <a:lnTo>
                  <a:pt x="16" y="8"/>
                </a:lnTo>
                <a:lnTo>
                  <a:pt x="14" y="9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" name=""/>
          <p:cNvSpPr/>
          <p:nvPr/>
        </p:nvSpPr>
        <p:spPr>
          <a:xfrm>
            <a:off x="4771440" y="3047400"/>
            <a:ext cx="8280" cy="4320"/>
          </a:xfrm>
          <a:custGeom>
            <a:avLst/>
            <a:gdLst/>
            <a:ahLst/>
            <a:rect l="0" t="0" r="r" b="b"/>
            <a:pathLst>
              <a:path w="23" h="12">
                <a:moveTo>
                  <a:pt x="0" y="8"/>
                </a:moveTo>
                <a:lnTo>
                  <a:pt x="0" y="7"/>
                </a:lnTo>
                <a:lnTo>
                  <a:pt x="1" y="6"/>
                </a:lnTo>
                <a:lnTo>
                  <a:pt x="2" y="5"/>
                </a:lnTo>
                <a:lnTo>
                  <a:pt x="3" y="4"/>
                </a:lnTo>
                <a:lnTo>
                  <a:pt x="5" y="3"/>
                </a:lnTo>
                <a:lnTo>
                  <a:pt x="6" y="2"/>
                </a:lnTo>
                <a:lnTo>
                  <a:pt x="7" y="2"/>
                </a:lnTo>
                <a:lnTo>
                  <a:pt x="9" y="2"/>
                </a:lnTo>
                <a:lnTo>
                  <a:pt x="11" y="1"/>
                </a:lnTo>
                <a:lnTo>
                  <a:pt x="12" y="1"/>
                </a:lnTo>
                <a:lnTo>
                  <a:pt x="14" y="1"/>
                </a:lnTo>
                <a:lnTo>
                  <a:pt x="15" y="0"/>
                </a:lnTo>
                <a:lnTo>
                  <a:pt x="16" y="0"/>
                </a:lnTo>
                <a:lnTo>
                  <a:pt x="17" y="0"/>
                </a:lnTo>
                <a:lnTo>
                  <a:pt x="18" y="1"/>
                </a:lnTo>
                <a:lnTo>
                  <a:pt x="19" y="1"/>
                </a:lnTo>
                <a:lnTo>
                  <a:pt x="21" y="2"/>
                </a:lnTo>
                <a:lnTo>
                  <a:pt x="22" y="2"/>
                </a:lnTo>
                <a:lnTo>
                  <a:pt x="23" y="4"/>
                </a:lnTo>
                <a:lnTo>
                  <a:pt x="23" y="5"/>
                </a:lnTo>
                <a:lnTo>
                  <a:pt x="22" y="7"/>
                </a:lnTo>
                <a:lnTo>
                  <a:pt x="20" y="8"/>
                </a:lnTo>
                <a:lnTo>
                  <a:pt x="19" y="9"/>
                </a:lnTo>
                <a:lnTo>
                  <a:pt x="18" y="9"/>
                </a:lnTo>
                <a:lnTo>
                  <a:pt x="17" y="9"/>
                </a:lnTo>
                <a:lnTo>
                  <a:pt x="15" y="9"/>
                </a:lnTo>
                <a:lnTo>
                  <a:pt x="14" y="10"/>
                </a:lnTo>
                <a:lnTo>
                  <a:pt x="13" y="10"/>
                </a:lnTo>
                <a:lnTo>
                  <a:pt x="11" y="10"/>
                </a:lnTo>
                <a:lnTo>
                  <a:pt x="9" y="12"/>
                </a:lnTo>
                <a:lnTo>
                  <a:pt x="6" y="12"/>
                </a:lnTo>
                <a:lnTo>
                  <a:pt x="5" y="12"/>
                </a:lnTo>
                <a:lnTo>
                  <a:pt x="3" y="10"/>
                </a:lnTo>
                <a:lnTo>
                  <a:pt x="2" y="10"/>
                </a:lnTo>
                <a:lnTo>
                  <a:pt x="1" y="9"/>
                </a:lnTo>
                <a:lnTo>
                  <a:pt x="0" y="8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" name=""/>
          <p:cNvSpPr/>
          <p:nvPr/>
        </p:nvSpPr>
        <p:spPr>
          <a:xfrm>
            <a:off x="4750560" y="304236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6" y="0"/>
                </a:move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" name=""/>
          <p:cNvSpPr/>
          <p:nvPr/>
        </p:nvSpPr>
        <p:spPr>
          <a:xfrm>
            <a:off x="4741560" y="3040200"/>
            <a:ext cx="3960" cy="4320"/>
          </a:xfrm>
          <a:custGeom>
            <a:avLst/>
            <a:gdLst/>
            <a:ahLst/>
            <a:rect l="0" t="0" r="r" b="b"/>
            <a:pathLst>
              <a:path w="11" h="12">
                <a:moveTo>
                  <a:pt x="2" y="8"/>
                </a:moveTo>
                <a:lnTo>
                  <a:pt x="0" y="6"/>
                </a:lnTo>
                <a:lnTo>
                  <a:pt x="0" y="5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7" y="3"/>
                </a:lnTo>
                <a:lnTo>
                  <a:pt x="8" y="4"/>
                </a:lnTo>
                <a:lnTo>
                  <a:pt x="9" y="6"/>
                </a:lnTo>
                <a:lnTo>
                  <a:pt x="9" y="7"/>
                </a:lnTo>
                <a:lnTo>
                  <a:pt x="11" y="9"/>
                </a:lnTo>
                <a:lnTo>
                  <a:pt x="11" y="11"/>
                </a:lnTo>
                <a:lnTo>
                  <a:pt x="9" y="12"/>
                </a:lnTo>
                <a:lnTo>
                  <a:pt x="7" y="12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2" y="9"/>
                </a:lnTo>
                <a:lnTo>
                  <a:pt x="2" y="8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" name=""/>
          <p:cNvSpPr/>
          <p:nvPr/>
        </p:nvSpPr>
        <p:spPr>
          <a:xfrm>
            <a:off x="4742280" y="3039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" name=""/>
          <p:cNvSpPr/>
          <p:nvPr/>
        </p:nvSpPr>
        <p:spPr>
          <a:xfrm>
            <a:off x="4753080" y="3035520"/>
            <a:ext cx="4320" cy="7200"/>
          </a:xfrm>
          <a:custGeom>
            <a:avLst/>
            <a:gdLst/>
            <a:ahLst/>
            <a:rect l="0" t="0" r="r" b="b"/>
            <a:pathLst>
              <a:path w="12" h="20">
                <a:moveTo>
                  <a:pt x="5" y="15"/>
                </a:moveTo>
                <a:lnTo>
                  <a:pt x="6" y="15"/>
                </a:lnTo>
                <a:lnTo>
                  <a:pt x="7" y="13"/>
                </a:lnTo>
                <a:lnTo>
                  <a:pt x="7" y="12"/>
                </a:lnTo>
                <a:lnTo>
                  <a:pt x="8" y="10"/>
                </a:lnTo>
                <a:lnTo>
                  <a:pt x="8" y="9"/>
                </a:lnTo>
                <a:lnTo>
                  <a:pt x="7" y="7"/>
                </a:lnTo>
                <a:lnTo>
                  <a:pt x="7" y="6"/>
                </a:lnTo>
                <a:lnTo>
                  <a:pt x="6" y="5"/>
                </a:lnTo>
                <a:lnTo>
                  <a:pt x="4" y="4"/>
                </a:lnTo>
                <a:lnTo>
                  <a:pt x="3" y="3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7" y="2"/>
                </a:lnTo>
                <a:lnTo>
                  <a:pt x="8" y="3"/>
                </a:lnTo>
                <a:lnTo>
                  <a:pt x="10" y="4"/>
                </a:lnTo>
                <a:lnTo>
                  <a:pt x="11" y="4"/>
                </a:lnTo>
                <a:lnTo>
                  <a:pt x="11" y="5"/>
                </a:lnTo>
                <a:lnTo>
                  <a:pt x="12" y="7"/>
                </a:lnTo>
                <a:lnTo>
                  <a:pt x="12" y="8"/>
                </a:lnTo>
                <a:lnTo>
                  <a:pt x="11" y="10"/>
                </a:lnTo>
                <a:lnTo>
                  <a:pt x="10" y="13"/>
                </a:lnTo>
                <a:lnTo>
                  <a:pt x="8" y="16"/>
                </a:lnTo>
                <a:lnTo>
                  <a:pt x="7" y="18"/>
                </a:lnTo>
                <a:lnTo>
                  <a:pt x="6" y="18"/>
                </a:lnTo>
                <a:lnTo>
                  <a:pt x="5" y="19"/>
                </a:lnTo>
                <a:lnTo>
                  <a:pt x="4" y="20"/>
                </a:lnTo>
                <a:lnTo>
                  <a:pt x="3" y="20"/>
                </a:lnTo>
                <a:lnTo>
                  <a:pt x="3" y="19"/>
                </a:lnTo>
                <a:lnTo>
                  <a:pt x="3" y="17"/>
                </a:lnTo>
                <a:lnTo>
                  <a:pt x="4" y="16"/>
                </a:lnTo>
                <a:lnTo>
                  <a:pt x="5" y="1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" name=""/>
          <p:cNvSpPr/>
          <p:nvPr/>
        </p:nvSpPr>
        <p:spPr>
          <a:xfrm>
            <a:off x="4743000" y="303624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2" y="2"/>
                </a:moveTo>
                <a:lnTo>
                  <a:pt x="3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7" y="2"/>
                </a:lnTo>
                <a:lnTo>
                  <a:pt x="6" y="3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" name=""/>
          <p:cNvSpPr/>
          <p:nvPr/>
        </p:nvSpPr>
        <p:spPr>
          <a:xfrm>
            <a:off x="4752000" y="303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" name=""/>
          <p:cNvSpPr/>
          <p:nvPr/>
        </p:nvSpPr>
        <p:spPr>
          <a:xfrm>
            <a:off x="4751280" y="3035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800" rIns="18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" name=""/>
          <p:cNvSpPr/>
          <p:nvPr/>
        </p:nvSpPr>
        <p:spPr>
          <a:xfrm>
            <a:off x="4749480" y="3034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800" rIns="18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" name=""/>
          <p:cNvSpPr/>
          <p:nvPr/>
        </p:nvSpPr>
        <p:spPr>
          <a:xfrm>
            <a:off x="4746960" y="303372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0" y="4"/>
                </a:moveTo>
                <a:lnTo>
                  <a:pt x="1" y="2"/>
                </a:lnTo>
                <a:lnTo>
                  <a:pt x="3" y="2"/>
                </a:lnTo>
                <a:lnTo>
                  <a:pt x="5" y="1"/>
                </a:lnTo>
                <a:lnTo>
                  <a:pt x="5" y="0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" name=""/>
          <p:cNvSpPr/>
          <p:nvPr/>
        </p:nvSpPr>
        <p:spPr>
          <a:xfrm>
            <a:off x="4749480" y="303228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4" y="6"/>
                </a:moveTo>
                <a:lnTo>
                  <a:pt x="2" y="5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5" y="0"/>
                </a:lnTo>
                <a:lnTo>
                  <a:pt x="7" y="1"/>
                </a:lnTo>
                <a:lnTo>
                  <a:pt x="8" y="1"/>
                </a:lnTo>
                <a:lnTo>
                  <a:pt x="9" y="4"/>
                </a:lnTo>
                <a:lnTo>
                  <a:pt x="10" y="6"/>
                </a:lnTo>
                <a:lnTo>
                  <a:pt x="10" y="7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7" y="8"/>
                </a:lnTo>
                <a:lnTo>
                  <a:pt x="6" y="7"/>
                </a:lnTo>
                <a:lnTo>
                  <a:pt x="5" y="6"/>
                </a:lnTo>
                <a:lnTo>
                  <a:pt x="4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" name=""/>
          <p:cNvSpPr/>
          <p:nvPr/>
        </p:nvSpPr>
        <p:spPr>
          <a:xfrm>
            <a:off x="4785840" y="3015720"/>
            <a:ext cx="5040" cy="3240"/>
          </a:xfrm>
          <a:custGeom>
            <a:avLst/>
            <a:gdLst/>
            <a:ahLst/>
            <a:rect l="0" t="0" r="r" b="b"/>
            <a:pathLst>
              <a:path w="14" h="9">
                <a:moveTo>
                  <a:pt x="0" y="2"/>
                </a:moveTo>
                <a:lnTo>
                  <a:pt x="1" y="0"/>
                </a:lnTo>
                <a:lnTo>
                  <a:pt x="4" y="0"/>
                </a:lnTo>
                <a:lnTo>
                  <a:pt x="10" y="2"/>
                </a:lnTo>
                <a:lnTo>
                  <a:pt x="13" y="4"/>
                </a:lnTo>
                <a:lnTo>
                  <a:pt x="14" y="5"/>
                </a:lnTo>
                <a:lnTo>
                  <a:pt x="13" y="8"/>
                </a:lnTo>
                <a:lnTo>
                  <a:pt x="12" y="9"/>
                </a:lnTo>
                <a:lnTo>
                  <a:pt x="10" y="9"/>
                </a:lnTo>
                <a:lnTo>
                  <a:pt x="7" y="9"/>
                </a:lnTo>
                <a:lnTo>
                  <a:pt x="6" y="8"/>
                </a:lnTo>
                <a:lnTo>
                  <a:pt x="5" y="8"/>
                </a:lnTo>
                <a:lnTo>
                  <a:pt x="0" y="5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" name=""/>
          <p:cNvSpPr/>
          <p:nvPr/>
        </p:nvSpPr>
        <p:spPr>
          <a:xfrm>
            <a:off x="4794840" y="30114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6" y="2"/>
                </a:moveTo>
                <a:lnTo>
                  <a:pt x="7" y="2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3" y="7"/>
                </a:lnTo>
                <a:lnTo>
                  <a:pt x="2" y="7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3" y="3"/>
                </a:lnTo>
                <a:lnTo>
                  <a:pt x="3" y="2"/>
                </a:lnTo>
                <a:lnTo>
                  <a:pt x="5" y="2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6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" name=""/>
          <p:cNvSpPr/>
          <p:nvPr/>
        </p:nvSpPr>
        <p:spPr>
          <a:xfrm>
            <a:off x="4791960" y="3002760"/>
            <a:ext cx="5040" cy="4320"/>
          </a:xfrm>
          <a:custGeom>
            <a:avLst/>
            <a:gdLst/>
            <a:ahLst/>
            <a:rect l="0" t="0" r="r" b="b"/>
            <a:pathLst>
              <a:path w="14" h="12">
                <a:moveTo>
                  <a:pt x="5" y="6"/>
                </a:moveTo>
                <a:lnTo>
                  <a:pt x="3" y="5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5" y="0"/>
                </a:lnTo>
                <a:lnTo>
                  <a:pt x="8" y="1"/>
                </a:lnTo>
                <a:lnTo>
                  <a:pt x="11" y="6"/>
                </a:lnTo>
                <a:lnTo>
                  <a:pt x="12" y="7"/>
                </a:lnTo>
                <a:lnTo>
                  <a:pt x="13" y="8"/>
                </a:lnTo>
                <a:lnTo>
                  <a:pt x="14" y="9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10" y="11"/>
                </a:lnTo>
                <a:lnTo>
                  <a:pt x="8" y="8"/>
                </a:lnTo>
                <a:lnTo>
                  <a:pt x="7" y="7"/>
                </a:lnTo>
                <a:lnTo>
                  <a:pt x="5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" name=""/>
          <p:cNvSpPr/>
          <p:nvPr/>
        </p:nvSpPr>
        <p:spPr>
          <a:xfrm>
            <a:off x="4784760" y="3001320"/>
            <a:ext cx="7560" cy="2880"/>
          </a:xfrm>
          <a:custGeom>
            <a:avLst/>
            <a:gdLst/>
            <a:ahLst/>
            <a:rect l="0" t="0" r="r" b="b"/>
            <a:pathLst>
              <a:path w="21" h="8">
                <a:moveTo>
                  <a:pt x="9" y="7"/>
                </a:moveTo>
                <a:lnTo>
                  <a:pt x="8" y="7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2" y="2"/>
                </a:lnTo>
                <a:lnTo>
                  <a:pt x="4" y="1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12" y="0"/>
                </a:lnTo>
                <a:lnTo>
                  <a:pt x="13" y="0"/>
                </a:lnTo>
                <a:lnTo>
                  <a:pt x="14" y="1"/>
                </a:lnTo>
                <a:lnTo>
                  <a:pt x="16" y="1"/>
                </a:lnTo>
                <a:lnTo>
                  <a:pt x="17" y="2"/>
                </a:lnTo>
                <a:lnTo>
                  <a:pt x="18" y="2"/>
                </a:lnTo>
                <a:lnTo>
                  <a:pt x="20" y="3"/>
                </a:lnTo>
                <a:lnTo>
                  <a:pt x="21" y="3"/>
                </a:lnTo>
                <a:lnTo>
                  <a:pt x="21" y="5"/>
                </a:lnTo>
                <a:lnTo>
                  <a:pt x="20" y="5"/>
                </a:lnTo>
                <a:lnTo>
                  <a:pt x="18" y="6"/>
                </a:lnTo>
                <a:lnTo>
                  <a:pt x="16" y="6"/>
                </a:lnTo>
                <a:lnTo>
                  <a:pt x="15" y="7"/>
                </a:lnTo>
                <a:lnTo>
                  <a:pt x="13" y="7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" name=""/>
          <p:cNvSpPr/>
          <p:nvPr/>
        </p:nvSpPr>
        <p:spPr>
          <a:xfrm>
            <a:off x="4920120" y="37303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" name=""/>
          <p:cNvSpPr/>
          <p:nvPr/>
        </p:nvSpPr>
        <p:spPr>
          <a:xfrm>
            <a:off x="4921560" y="3729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" name=""/>
          <p:cNvSpPr/>
          <p:nvPr/>
        </p:nvSpPr>
        <p:spPr>
          <a:xfrm>
            <a:off x="4919760" y="3596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" name=""/>
          <p:cNvSpPr/>
          <p:nvPr/>
        </p:nvSpPr>
        <p:spPr>
          <a:xfrm>
            <a:off x="4942800" y="3548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" name=""/>
          <p:cNvSpPr/>
          <p:nvPr/>
        </p:nvSpPr>
        <p:spPr>
          <a:xfrm>
            <a:off x="4984920" y="3448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" name=""/>
          <p:cNvSpPr/>
          <p:nvPr/>
        </p:nvSpPr>
        <p:spPr>
          <a:xfrm>
            <a:off x="4974120" y="3403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" name=""/>
          <p:cNvSpPr/>
          <p:nvPr/>
        </p:nvSpPr>
        <p:spPr>
          <a:xfrm>
            <a:off x="5201640" y="3093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" name=""/>
          <p:cNvSpPr/>
          <p:nvPr/>
        </p:nvSpPr>
        <p:spPr>
          <a:xfrm>
            <a:off x="5204520" y="3093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800" rIns="18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" name=""/>
          <p:cNvSpPr/>
          <p:nvPr/>
        </p:nvSpPr>
        <p:spPr>
          <a:xfrm>
            <a:off x="5207400" y="30927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" name=""/>
          <p:cNvSpPr/>
          <p:nvPr/>
        </p:nvSpPr>
        <p:spPr>
          <a:xfrm>
            <a:off x="5207400" y="30927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" name=""/>
          <p:cNvSpPr/>
          <p:nvPr/>
        </p:nvSpPr>
        <p:spPr>
          <a:xfrm>
            <a:off x="5209200" y="3090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" name=""/>
          <p:cNvSpPr/>
          <p:nvPr/>
        </p:nvSpPr>
        <p:spPr>
          <a:xfrm>
            <a:off x="5200560" y="3086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" name=""/>
          <p:cNvSpPr/>
          <p:nvPr/>
        </p:nvSpPr>
        <p:spPr>
          <a:xfrm>
            <a:off x="4807440" y="3065040"/>
            <a:ext cx="12600" cy="5760"/>
          </a:xfrm>
          <a:custGeom>
            <a:avLst/>
            <a:gdLst/>
            <a:ahLst/>
            <a:rect l="0" t="0" r="r" b="b"/>
            <a:pathLst>
              <a:path w="35" h="16">
                <a:moveTo>
                  <a:pt x="34" y="7"/>
                </a:moveTo>
                <a:lnTo>
                  <a:pt x="32" y="9"/>
                </a:lnTo>
                <a:lnTo>
                  <a:pt x="31" y="10"/>
                </a:lnTo>
                <a:lnTo>
                  <a:pt x="29" y="11"/>
                </a:lnTo>
                <a:lnTo>
                  <a:pt x="26" y="12"/>
                </a:lnTo>
                <a:lnTo>
                  <a:pt x="17" y="13"/>
                </a:lnTo>
                <a:lnTo>
                  <a:pt x="7" y="16"/>
                </a:lnTo>
                <a:lnTo>
                  <a:pt x="1" y="16"/>
                </a:lnTo>
                <a:lnTo>
                  <a:pt x="0" y="15"/>
                </a:lnTo>
                <a:lnTo>
                  <a:pt x="0" y="13"/>
                </a:lnTo>
                <a:lnTo>
                  <a:pt x="0" y="12"/>
                </a:lnTo>
                <a:lnTo>
                  <a:pt x="0" y="10"/>
                </a:lnTo>
                <a:lnTo>
                  <a:pt x="1" y="8"/>
                </a:lnTo>
                <a:lnTo>
                  <a:pt x="3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16" y="3"/>
                </a:lnTo>
                <a:lnTo>
                  <a:pt x="19" y="2"/>
                </a:lnTo>
                <a:lnTo>
                  <a:pt x="20" y="2"/>
                </a:lnTo>
                <a:lnTo>
                  <a:pt x="22" y="1"/>
                </a:lnTo>
                <a:lnTo>
                  <a:pt x="24" y="1"/>
                </a:lnTo>
                <a:lnTo>
                  <a:pt x="26" y="0"/>
                </a:lnTo>
                <a:lnTo>
                  <a:pt x="29" y="0"/>
                </a:lnTo>
                <a:lnTo>
                  <a:pt x="31" y="0"/>
                </a:lnTo>
                <a:lnTo>
                  <a:pt x="33" y="0"/>
                </a:lnTo>
                <a:lnTo>
                  <a:pt x="34" y="2"/>
                </a:lnTo>
                <a:lnTo>
                  <a:pt x="35" y="4"/>
                </a:lnTo>
                <a:lnTo>
                  <a:pt x="35" y="5"/>
                </a:lnTo>
                <a:lnTo>
                  <a:pt x="34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" name=""/>
          <p:cNvSpPr/>
          <p:nvPr/>
        </p:nvSpPr>
        <p:spPr>
          <a:xfrm>
            <a:off x="4822200" y="304380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3" y="0"/>
                </a:moveTo>
                <a:lnTo>
                  <a:pt x="5" y="1"/>
                </a:lnTo>
                <a:lnTo>
                  <a:pt x="7" y="4"/>
                </a:lnTo>
                <a:lnTo>
                  <a:pt x="7" y="7"/>
                </a:lnTo>
                <a:lnTo>
                  <a:pt x="5" y="8"/>
                </a:lnTo>
                <a:lnTo>
                  <a:pt x="2" y="8"/>
                </a:lnTo>
                <a:lnTo>
                  <a:pt x="0" y="7"/>
                </a:lnTo>
                <a:lnTo>
                  <a:pt x="0" y="5"/>
                </a:lnTo>
                <a:lnTo>
                  <a:pt x="1" y="1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" name=""/>
          <p:cNvSpPr/>
          <p:nvPr/>
        </p:nvSpPr>
        <p:spPr>
          <a:xfrm>
            <a:off x="4820040" y="303948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1" y="2"/>
                </a:moveTo>
                <a:lnTo>
                  <a:pt x="3" y="0"/>
                </a:lnTo>
                <a:lnTo>
                  <a:pt x="5" y="0"/>
                </a:lnTo>
                <a:lnTo>
                  <a:pt x="8" y="3"/>
                </a:lnTo>
                <a:lnTo>
                  <a:pt x="8" y="5"/>
                </a:lnTo>
                <a:lnTo>
                  <a:pt x="8" y="8"/>
                </a:lnTo>
                <a:lnTo>
                  <a:pt x="4" y="11"/>
                </a:lnTo>
                <a:lnTo>
                  <a:pt x="2" y="11"/>
                </a:lnTo>
                <a:lnTo>
                  <a:pt x="0" y="9"/>
                </a:lnTo>
                <a:lnTo>
                  <a:pt x="0" y="8"/>
                </a:lnTo>
                <a:lnTo>
                  <a:pt x="0" y="6"/>
                </a:lnTo>
                <a:lnTo>
                  <a:pt x="1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" name=""/>
          <p:cNvSpPr/>
          <p:nvPr/>
        </p:nvSpPr>
        <p:spPr>
          <a:xfrm>
            <a:off x="4808520" y="3031920"/>
            <a:ext cx="6840" cy="6480"/>
          </a:xfrm>
          <a:custGeom>
            <a:avLst/>
            <a:gdLst/>
            <a:ahLst/>
            <a:rect l="0" t="0" r="r" b="b"/>
            <a:pathLst>
              <a:path w="19" h="18">
                <a:moveTo>
                  <a:pt x="2" y="10"/>
                </a:moveTo>
                <a:lnTo>
                  <a:pt x="5" y="9"/>
                </a:lnTo>
                <a:lnTo>
                  <a:pt x="8" y="7"/>
                </a:lnTo>
                <a:lnTo>
                  <a:pt x="10" y="5"/>
                </a:lnTo>
                <a:lnTo>
                  <a:pt x="15" y="3"/>
                </a:lnTo>
                <a:lnTo>
                  <a:pt x="17" y="0"/>
                </a:lnTo>
                <a:lnTo>
                  <a:pt x="19" y="2"/>
                </a:lnTo>
                <a:lnTo>
                  <a:pt x="19" y="3"/>
                </a:lnTo>
                <a:lnTo>
                  <a:pt x="18" y="6"/>
                </a:lnTo>
                <a:lnTo>
                  <a:pt x="16" y="8"/>
                </a:lnTo>
                <a:lnTo>
                  <a:pt x="12" y="9"/>
                </a:lnTo>
                <a:lnTo>
                  <a:pt x="10" y="10"/>
                </a:lnTo>
                <a:lnTo>
                  <a:pt x="8" y="11"/>
                </a:lnTo>
                <a:lnTo>
                  <a:pt x="6" y="13"/>
                </a:lnTo>
                <a:lnTo>
                  <a:pt x="3" y="16"/>
                </a:lnTo>
                <a:lnTo>
                  <a:pt x="3" y="18"/>
                </a:lnTo>
                <a:lnTo>
                  <a:pt x="1" y="16"/>
                </a:lnTo>
                <a:lnTo>
                  <a:pt x="1" y="15"/>
                </a:lnTo>
                <a:lnTo>
                  <a:pt x="0" y="13"/>
                </a:lnTo>
                <a:lnTo>
                  <a:pt x="1" y="11"/>
                </a:lnTo>
                <a:lnTo>
                  <a:pt x="2" y="1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" name=""/>
          <p:cNvSpPr/>
          <p:nvPr/>
        </p:nvSpPr>
        <p:spPr>
          <a:xfrm>
            <a:off x="4818600" y="3029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" name=""/>
          <p:cNvSpPr/>
          <p:nvPr/>
        </p:nvSpPr>
        <p:spPr>
          <a:xfrm>
            <a:off x="4824000" y="302112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7" y="5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" name=""/>
          <p:cNvSpPr/>
          <p:nvPr/>
        </p:nvSpPr>
        <p:spPr>
          <a:xfrm>
            <a:off x="5114880" y="3014280"/>
            <a:ext cx="4680" cy="5760"/>
          </a:xfrm>
          <a:custGeom>
            <a:avLst/>
            <a:gdLst/>
            <a:ahLst/>
            <a:rect l="0" t="0" r="r" b="b"/>
            <a:pathLst>
              <a:path w="13" h="16">
                <a:moveTo>
                  <a:pt x="6" y="0"/>
                </a:moveTo>
                <a:lnTo>
                  <a:pt x="11" y="1"/>
                </a:lnTo>
                <a:lnTo>
                  <a:pt x="13" y="3"/>
                </a:lnTo>
                <a:lnTo>
                  <a:pt x="13" y="8"/>
                </a:lnTo>
                <a:lnTo>
                  <a:pt x="12" y="11"/>
                </a:lnTo>
                <a:lnTo>
                  <a:pt x="11" y="15"/>
                </a:lnTo>
                <a:lnTo>
                  <a:pt x="5" y="16"/>
                </a:lnTo>
                <a:lnTo>
                  <a:pt x="2" y="13"/>
                </a:lnTo>
                <a:lnTo>
                  <a:pt x="0" y="10"/>
                </a:lnTo>
                <a:lnTo>
                  <a:pt x="1" y="6"/>
                </a:lnTo>
                <a:lnTo>
                  <a:pt x="2" y="2"/>
                </a:lnTo>
                <a:lnTo>
                  <a:pt x="6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" name=""/>
          <p:cNvSpPr/>
          <p:nvPr/>
        </p:nvSpPr>
        <p:spPr>
          <a:xfrm>
            <a:off x="4834440" y="301248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4" y="2"/>
                </a:move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8" y="3"/>
                </a:lnTo>
                <a:lnTo>
                  <a:pt x="8" y="5"/>
                </a:lnTo>
                <a:lnTo>
                  <a:pt x="6" y="7"/>
                </a:lnTo>
                <a:lnTo>
                  <a:pt x="4" y="8"/>
                </a:lnTo>
                <a:lnTo>
                  <a:pt x="3" y="8"/>
                </a:lnTo>
                <a:lnTo>
                  <a:pt x="0" y="8"/>
                </a:lnTo>
                <a:lnTo>
                  <a:pt x="0" y="6"/>
                </a:lnTo>
                <a:lnTo>
                  <a:pt x="0" y="4"/>
                </a:lnTo>
                <a:lnTo>
                  <a:pt x="3" y="3"/>
                </a:lnTo>
                <a:lnTo>
                  <a:pt x="4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" name=""/>
          <p:cNvSpPr/>
          <p:nvPr/>
        </p:nvSpPr>
        <p:spPr>
          <a:xfrm>
            <a:off x="4886280" y="2832480"/>
            <a:ext cx="9720" cy="6480"/>
          </a:xfrm>
          <a:custGeom>
            <a:avLst/>
            <a:gdLst/>
            <a:ahLst/>
            <a:rect l="0" t="0" r="r" b="b"/>
            <a:pathLst>
              <a:path w="27" h="18">
                <a:moveTo>
                  <a:pt x="1" y="4"/>
                </a:moveTo>
                <a:lnTo>
                  <a:pt x="5" y="1"/>
                </a:lnTo>
                <a:lnTo>
                  <a:pt x="10" y="0"/>
                </a:lnTo>
                <a:lnTo>
                  <a:pt x="16" y="0"/>
                </a:lnTo>
                <a:lnTo>
                  <a:pt x="20" y="1"/>
                </a:lnTo>
                <a:lnTo>
                  <a:pt x="25" y="1"/>
                </a:lnTo>
                <a:lnTo>
                  <a:pt x="27" y="5"/>
                </a:lnTo>
                <a:lnTo>
                  <a:pt x="26" y="9"/>
                </a:lnTo>
                <a:lnTo>
                  <a:pt x="24" y="13"/>
                </a:lnTo>
                <a:lnTo>
                  <a:pt x="21" y="16"/>
                </a:lnTo>
                <a:lnTo>
                  <a:pt x="17" y="18"/>
                </a:lnTo>
                <a:lnTo>
                  <a:pt x="12" y="18"/>
                </a:lnTo>
                <a:lnTo>
                  <a:pt x="7" y="17"/>
                </a:lnTo>
                <a:lnTo>
                  <a:pt x="3" y="15"/>
                </a:lnTo>
                <a:lnTo>
                  <a:pt x="0" y="8"/>
                </a:lnTo>
                <a:lnTo>
                  <a:pt x="1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0" name=""/>
          <p:cNvSpPr/>
          <p:nvPr/>
        </p:nvSpPr>
        <p:spPr>
          <a:xfrm>
            <a:off x="4826520" y="2816280"/>
            <a:ext cx="5400" cy="5040"/>
          </a:xfrm>
          <a:custGeom>
            <a:avLst/>
            <a:gdLst/>
            <a:ahLst/>
            <a:rect l="0" t="0" r="r" b="b"/>
            <a:pathLst>
              <a:path w="15" h="14">
                <a:moveTo>
                  <a:pt x="1" y="4"/>
                </a:moveTo>
                <a:lnTo>
                  <a:pt x="2" y="2"/>
                </a:lnTo>
                <a:lnTo>
                  <a:pt x="6" y="1"/>
                </a:lnTo>
                <a:lnTo>
                  <a:pt x="8" y="0"/>
                </a:lnTo>
                <a:lnTo>
                  <a:pt x="10" y="1"/>
                </a:lnTo>
                <a:lnTo>
                  <a:pt x="13" y="3"/>
                </a:lnTo>
                <a:lnTo>
                  <a:pt x="15" y="5"/>
                </a:lnTo>
                <a:lnTo>
                  <a:pt x="15" y="8"/>
                </a:lnTo>
                <a:lnTo>
                  <a:pt x="13" y="11"/>
                </a:lnTo>
                <a:lnTo>
                  <a:pt x="11" y="13"/>
                </a:lnTo>
                <a:lnTo>
                  <a:pt x="8" y="14"/>
                </a:lnTo>
                <a:lnTo>
                  <a:pt x="6" y="14"/>
                </a:lnTo>
                <a:lnTo>
                  <a:pt x="4" y="14"/>
                </a:lnTo>
                <a:lnTo>
                  <a:pt x="2" y="12"/>
                </a:lnTo>
                <a:lnTo>
                  <a:pt x="0" y="9"/>
                </a:lnTo>
                <a:lnTo>
                  <a:pt x="1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1" name=""/>
          <p:cNvSpPr/>
          <p:nvPr/>
        </p:nvSpPr>
        <p:spPr>
          <a:xfrm>
            <a:off x="4280760" y="1905480"/>
            <a:ext cx="305280" cy="298800"/>
          </a:xfrm>
          <a:custGeom>
            <a:avLst/>
            <a:gdLst/>
            <a:ahLst/>
            <a:rect l="0" t="0" r="r" b="b"/>
            <a:pathLst>
              <a:path w="848" h="830">
                <a:moveTo>
                  <a:pt x="553" y="4"/>
                </a:moveTo>
                <a:lnTo>
                  <a:pt x="554" y="5"/>
                </a:lnTo>
                <a:lnTo>
                  <a:pt x="555" y="5"/>
                </a:lnTo>
                <a:lnTo>
                  <a:pt x="556" y="5"/>
                </a:lnTo>
                <a:lnTo>
                  <a:pt x="557" y="5"/>
                </a:lnTo>
                <a:lnTo>
                  <a:pt x="559" y="5"/>
                </a:lnTo>
                <a:lnTo>
                  <a:pt x="560" y="5"/>
                </a:lnTo>
                <a:lnTo>
                  <a:pt x="560" y="6"/>
                </a:lnTo>
                <a:lnTo>
                  <a:pt x="561" y="6"/>
                </a:lnTo>
                <a:lnTo>
                  <a:pt x="562" y="6"/>
                </a:lnTo>
                <a:lnTo>
                  <a:pt x="562" y="7"/>
                </a:lnTo>
                <a:lnTo>
                  <a:pt x="562" y="8"/>
                </a:lnTo>
                <a:lnTo>
                  <a:pt x="563" y="8"/>
                </a:lnTo>
                <a:lnTo>
                  <a:pt x="563" y="9"/>
                </a:lnTo>
                <a:lnTo>
                  <a:pt x="564" y="9"/>
                </a:lnTo>
                <a:lnTo>
                  <a:pt x="565" y="9"/>
                </a:lnTo>
                <a:lnTo>
                  <a:pt x="567" y="10"/>
                </a:lnTo>
                <a:lnTo>
                  <a:pt x="568" y="11"/>
                </a:lnTo>
                <a:lnTo>
                  <a:pt x="568" y="12"/>
                </a:lnTo>
                <a:lnTo>
                  <a:pt x="569" y="13"/>
                </a:lnTo>
                <a:lnTo>
                  <a:pt x="570" y="13"/>
                </a:lnTo>
                <a:lnTo>
                  <a:pt x="571" y="14"/>
                </a:lnTo>
                <a:lnTo>
                  <a:pt x="572" y="14"/>
                </a:lnTo>
                <a:lnTo>
                  <a:pt x="573" y="15"/>
                </a:lnTo>
                <a:lnTo>
                  <a:pt x="573" y="16"/>
                </a:lnTo>
                <a:lnTo>
                  <a:pt x="573" y="17"/>
                </a:lnTo>
                <a:lnTo>
                  <a:pt x="574" y="17"/>
                </a:lnTo>
                <a:lnTo>
                  <a:pt x="575" y="17"/>
                </a:lnTo>
                <a:lnTo>
                  <a:pt x="576" y="18"/>
                </a:lnTo>
                <a:lnTo>
                  <a:pt x="576" y="19"/>
                </a:lnTo>
                <a:lnTo>
                  <a:pt x="577" y="19"/>
                </a:lnTo>
                <a:lnTo>
                  <a:pt x="577" y="20"/>
                </a:lnTo>
                <a:lnTo>
                  <a:pt x="580" y="19"/>
                </a:lnTo>
                <a:lnTo>
                  <a:pt x="581" y="19"/>
                </a:lnTo>
                <a:lnTo>
                  <a:pt x="583" y="19"/>
                </a:lnTo>
                <a:lnTo>
                  <a:pt x="584" y="19"/>
                </a:lnTo>
                <a:lnTo>
                  <a:pt x="585" y="19"/>
                </a:lnTo>
                <a:lnTo>
                  <a:pt x="586" y="18"/>
                </a:lnTo>
                <a:lnTo>
                  <a:pt x="587" y="18"/>
                </a:lnTo>
                <a:lnTo>
                  <a:pt x="588" y="19"/>
                </a:lnTo>
                <a:lnTo>
                  <a:pt x="589" y="19"/>
                </a:lnTo>
                <a:lnTo>
                  <a:pt x="590" y="20"/>
                </a:lnTo>
                <a:lnTo>
                  <a:pt x="590" y="21"/>
                </a:lnTo>
                <a:lnTo>
                  <a:pt x="590" y="22"/>
                </a:lnTo>
                <a:lnTo>
                  <a:pt x="590" y="23"/>
                </a:lnTo>
                <a:lnTo>
                  <a:pt x="590" y="24"/>
                </a:lnTo>
                <a:lnTo>
                  <a:pt x="590" y="25"/>
                </a:lnTo>
                <a:lnTo>
                  <a:pt x="591" y="26"/>
                </a:lnTo>
                <a:lnTo>
                  <a:pt x="592" y="26"/>
                </a:lnTo>
                <a:lnTo>
                  <a:pt x="593" y="27"/>
                </a:lnTo>
                <a:lnTo>
                  <a:pt x="594" y="27"/>
                </a:lnTo>
                <a:lnTo>
                  <a:pt x="594" y="28"/>
                </a:lnTo>
                <a:lnTo>
                  <a:pt x="594" y="29"/>
                </a:lnTo>
                <a:lnTo>
                  <a:pt x="595" y="29"/>
                </a:lnTo>
                <a:lnTo>
                  <a:pt x="597" y="30"/>
                </a:lnTo>
                <a:lnTo>
                  <a:pt x="599" y="31"/>
                </a:lnTo>
                <a:lnTo>
                  <a:pt x="600" y="31"/>
                </a:lnTo>
                <a:lnTo>
                  <a:pt x="601" y="30"/>
                </a:lnTo>
                <a:lnTo>
                  <a:pt x="602" y="31"/>
                </a:lnTo>
                <a:lnTo>
                  <a:pt x="603" y="31"/>
                </a:lnTo>
                <a:lnTo>
                  <a:pt x="604" y="31"/>
                </a:lnTo>
                <a:lnTo>
                  <a:pt x="604" y="32"/>
                </a:lnTo>
                <a:lnTo>
                  <a:pt x="605" y="32"/>
                </a:lnTo>
                <a:lnTo>
                  <a:pt x="606" y="32"/>
                </a:lnTo>
                <a:lnTo>
                  <a:pt x="607" y="33"/>
                </a:lnTo>
                <a:lnTo>
                  <a:pt x="607" y="34"/>
                </a:lnTo>
                <a:lnTo>
                  <a:pt x="608" y="34"/>
                </a:lnTo>
                <a:lnTo>
                  <a:pt x="608" y="35"/>
                </a:lnTo>
                <a:lnTo>
                  <a:pt x="608" y="36"/>
                </a:lnTo>
                <a:lnTo>
                  <a:pt x="609" y="36"/>
                </a:lnTo>
                <a:lnTo>
                  <a:pt x="610" y="37"/>
                </a:lnTo>
                <a:lnTo>
                  <a:pt x="611" y="39"/>
                </a:lnTo>
                <a:lnTo>
                  <a:pt x="612" y="39"/>
                </a:lnTo>
                <a:lnTo>
                  <a:pt x="612" y="40"/>
                </a:lnTo>
                <a:lnTo>
                  <a:pt x="613" y="40"/>
                </a:lnTo>
                <a:lnTo>
                  <a:pt x="615" y="41"/>
                </a:lnTo>
                <a:lnTo>
                  <a:pt x="615" y="42"/>
                </a:lnTo>
                <a:lnTo>
                  <a:pt x="616" y="42"/>
                </a:lnTo>
                <a:lnTo>
                  <a:pt x="617" y="42"/>
                </a:lnTo>
                <a:lnTo>
                  <a:pt x="618" y="42"/>
                </a:lnTo>
                <a:lnTo>
                  <a:pt x="619" y="42"/>
                </a:lnTo>
                <a:lnTo>
                  <a:pt x="620" y="42"/>
                </a:lnTo>
                <a:lnTo>
                  <a:pt x="621" y="42"/>
                </a:lnTo>
                <a:lnTo>
                  <a:pt x="622" y="41"/>
                </a:lnTo>
                <a:lnTo>
                  <a:pt x="624" y="42"/>
                </a:lnTo>
                <a:lnTo>
                  <a:pt x="625" y="43"/>
                </a:lnTo>
                <a:lnTo>
                  <a:pt x="626" y="43"/>
                </a:lnTo>
                <a:lnTo>
                  <a:pt x="627" y="42"/>
                </a:lnTo>
                <a:lnTo>
                  <a:pt x="628" y="42"/>
                </a:lnTo>
                <a:lnTo>
                  <a:pt x="631" y="43"/>
                </a:lnTo>
                <a:lnTo>
                  <a:pt x="632" y="43"/>
                </a:lnTo>
                <a:lnTo>
                  <a:pt x="633" y="44"/>
                </a:lnTo>
                <a:lnTo>
                  <a:pt x="634" y="44"/>
                </a:lnTo>
                <a:lnTo>
                  <a:pt x="635" y="44"/>
                </a:lnTo>
                <a:lnTo>
                  <a:pt x="636" y="45"/>
                </a:lnTo>
                <a:lnTo>
                  <a:pt x="637" y="46"/>
                </a:lnTo>
                <a:lnTo>
                  <a:pt x="639" y="47"/>
                </a:lnTo>
                <a:lnTo>
                  <a:pt x="640" y="46"/>
                </a:lnTo>
                <a:lnTo>
                  <a:pt x="641" y="47"/>
                </a:lnTo>
                <a:lnTo>
                  <a:pt x="642" y="47"/>
                </a:lnTo>
                <a:lnTo>
                  <a:pt x="642" y="48"/>
                </a:lnTo>
                <a:lnTo>
                  <a:pt x="642" y="49"/>
                </a:lnTo>
                <a:lnTo>
                  <a:pt x="643" y="50"/>
                </a:lnTo>
                <a:lnTo>
                  <a:pt x="644" y="50"/>
                </a:lnTo>
                <a:lnTo>
                  <a:pt x="645" y="51"/>
                </a:lnTo>
                <a:lnTo>
                  <a:pt x="646" y="51"/>
                </a:lnTo>
                <a:lnTo>
                  <a:pt x="647" y="51"/>
                </a:lnTo>
                <a:lnTo>
                  <a:pt x="647" y="52"/>
                </a:lnTo>
                <a:lnTo>
                  <a:pt x="648" y="52"/>
                </a:lnTo>
                <a:lnTo>
                  <a:pt x="649" y="53"/>
                </a:lnTo>
                <a:lnTo>
                  <a:pt x="650" y="55"/>
                </a:lnTo>
                <a:lnTo>
                  <a:pt x="651" y="56"/>
                </a:lnTo>
                <a:lnTo>
                  <a:pt x="652" y="56"/>
                </a:lnTo>
                <a:lnTo>
                  <a:pt x="653" y="57"/>
                </a:lnTo>
                <a:lnTo>
                  <a:pt x="654" y="58"/>
                </a:lnTo>
                <a:lnTo>
                  <a:pt x="654" y="59"/>
                </a:lnTo>
                <a:lnTo>
                  <a:pt x="655" y="60"/>
                </a:lnTo>
                <a:lnTo>
                  <a:pt x="657" y="60"/>
                </a:lnTo>
                <a:lnTo>
                  <a:pt x="657" y="61"/>
                </a:lnTo>
                <a:lnTo>
                  <a:pt x="660" y="62"/>
                </a:lnTo>
                <a:lnTo>
                  <a:pt x="661" y="62"/>
                </a:lnTo>
                <a:lnTo>
                  <a:pt x="662" y="63"/>
                </a:lnTo>
                <a:lnTo>
                  <a:pt x="663" y="63"/>
                </a:lnTo>
                <a:lnTo>
                  <a:pt x="663" y="64"/>
                </a:lnTo>
                <a:lnTo>
                  <a:pt x="664" y="64"/>
                </a:lnTo>
                <a:lnTo>
                  <a:pt x="665" y="66"/>
                </a:lnTo>
                <a:lnTo>
                  <a:pt x="666" y="66"/>
                </a:lnTo>
                <a:lnTo>
                  <a:pt x="667" y="67"/>
                </a:lnTo>
                <a:lnTo>
                  <a:pt x="667" y="68"/>
                </a:lnTo>
                <a:lnTo>
                  <a:pt x="667" y="69"/>
                </a:lnTo>
                <a:lnTo>
                  <a:pt x="668" y="69"/>
                </a:lnTo>
                <a:lnTo>
                  <a:pt x="669" y="69"/>
                </a:lnTo>
                <a:lnTo>
                  <a:pt x="669" y="70"/>
                </a:lnTo>
                <a:lnTo>
                  <a:pt x="669" y="71"/>
                </a:lnTo>
                <a:lnTo>
                  <a:pt x="668" y="72"/>
                </a:lnTo>
                <a:lnTo>
                  <a:pt x="668" y="73"/>
                </a:lnTo>
                <a:lnTo>
                  <a:pt x="667" y="73"/>
                </a:lnTo>
                <a:lnTo>
                  <a:pt x="668" y="75"/>
                </a:lnTo>
                <a:lnTo>
                  <a:pt x="670" y="75"/>
                </a:lnTo>
                <a:lnTo>
                  <a:pt x="671" y="75"/>
                </a:lnTo>
                <a:lnTo>
                  <a:pt x="672" y="75"/>
                </a:lnTo>
                <a:lnTo>
                  <a:pt x="674" y="76"/>
                </a:lnTo>
                <a:lnTo>
                  <a:pt x="675" y="76"/>
                </a:lnTo>
                <a:lnTo>
                  <a:pt x="676" y="76"/>
                </a:lnTo>
                <a:lnTo>
                  <a:pt x="677" y="76"/>
                </a:lnTo>
                <a:lnTo>
                  <a:pt x="678" y="77"/>
                </a:lnTo>
                <a:lnTo>
                  <a:pt x="679" y="77"/>
                </a:lnTo>
                <a:lnTo>
                  <a:pt x="681" y="78"/>
                </a:lnTo>
                <a:lnTo>
                  <a:pt x="682" y="78"/>
                </a:lnTo>
                <a:lnTo>
                  <a:pt x="682" y="79"/>
                </a:lnTo>
                <a:lnTo>
                  <a:pt x="682" y="80"/>
                </a:lnTo>
                <a:lnTo>
                  <a:pt x="682" y="81"/>
                </a:lnTo>
                <a:lnTo>
                  <a:pt x="683" y="82"/>
                </a:lnTo>
                <a:lnTo>
                  <a:pt x="683" y="83"/>
                </a:lnTo>
                <a:lnTo>
                  <a:pt x="682" y="83"/>
                </a:lnTo>
                <a:lnTo>
                  <a:pt x="681" y="83"/>
                </a:lnTo>
                <a:lnTo>
                  <a:pt x="680" y="84"/>
                </a:lnTo>
                <a:lnTo>
                  <a:pt x="680" y="85"/>
                </a:lnTo>
                <a:lnTo>
                  <a:pt x="679" y="85"/>
                </a:lnTo>
                <a:lnTo>
                  <a:pt x="679" y="87"/>
                </a:lnTo>
                <a:lnTo>
                  <a:pt x="680" y="87"/>
                </a:lnTo>
                <a:lnTo>
                  <a:pt x="681" y="87"/>
                </a:lnTo>
                <a:lnTo>
                  <a:pt x="682" y="87"/>
                </a:lnTo>
                <a:lnTo>
                  <a:pt x="682" y="88"/>
                </a:lnTo>
                <a:lnTo>
                  <a:pt x="682" y="89"/>
                </a:lnTo>
                <a:lnTo>
                  <a:pt x="683" y="89"/>
                </a:lnTo>
                <a:lnTo>
                  <a:pt x="684" y="90"/>
                </a:lnTo>
                <a:lnTo>
                  <a:pt x="684" y="91"/>
                </a:lnTo>
                <a:lnTo>
                  <a:pt x="683" y="93"/>
                </a:lnTo>
                <a:lnTo>
                  <a:pt x="683" y="94"/>
                </a:lnTo>
                <a:lnTo>
                  <a:pt x="684" y="95"/>
                </a:lnTo>
                <a:lnTo>
                  <a:pt x="685" y="95"/>
                </a:lnTo>
                <a:lnTo>
                  <a:pt x="685" y="97"/>
                </a:lnTo>
                <a:lnTo>
                  <a:pt x="686" y="97"/>
                </a:lnTo>
                <a:lnTo>
                  <a:pt x="688" y="97"/>
                </a:lnTo>
                <a:lnTo>
                  <a:pt x="689" y="97"/>
                </a:lnTo>
                <a:lnTo>
                  <a:pt x="690" y="97"/>
                </a:lnTo>
                <a:lnTo>
                  <a:pt x="691" y="97"/>
                </a:lnTo>
                <a:lnTo>
                  <a:pt x="691" y="98"/>
                </a:lnTo>
                <a:lnTo>
                  <a:pt x="693" y="98"/>
                </a:lnTo>
                <a:lnTo>
                  <a:pt x="696" y="97"/>
                </a:lnTo>
                <a:lnTo>
                  <a:pt x="698" y="97"/>
                </a:lnTo>
                <a:lnTo>
                  <a:pt x="699" y="97"/>
                </a:lnTo>
                <a:lnTo>
                  <a:pt x="699" y="98"/>
                </a:lnTo>
                <a:lnTo>
                  <a:pt x="700" y="98"/>
                </a:lnTo>
                <a:lnTo>
                  <a:pt x="702" y="98"/>
                </a:lnTo>
                <a:lnTo>
                  <a:pt x="703" y="97"/>
                </a:lnTo>
                <a:lnTo>
                  <a:pt x="705" y="97"/>
                </a:lnTo>
                <a:lnTo>
                  <a:pt x="707" y="97"/>
                </a:lnTo>
                <a:lnTo>
                  <a:pt x="707" y="95"/>
                </a:lnTo>
                <a:lnTo>
                  <a:pt x="707" y="94"/>
                </a:lnTo>
                <a:lnTo>
                  <a:pt x="708" y="93"/>
                </a:lnTo>
                <a:lnTo>
                  <a:pt x="710" y="93"/>
                </a:lnTo>
                <a:lnTo>
                  <a:pt x="711" y="93"/>
                </a:lnTo>
                <a:lnTo>
                  <a:pt x="712" y="93"/>
                </a:lnTo>
                <a:lnTo>
                  <a:pt x="713" y="92"/>
                </a:lnTo>
                <a:lnTo>
                  <a:pt x="714" y="93"/>
                </a:lnTo>
                <a:lnTo>
                  <a:pt x="714" y="94"/>
                </a:lnTo>
                <a:lnTo>
                  <a:pt x="715" y="94"/>
                </a:lnTo>
                <a:lnTo>
                  <a:pt x="716" y="94"/>
                </a:lnTo>
                <a:lnTo>
                  <a:pt x="717" y="94"/>
                </a:lnTo>
                <a:lnTo>
                  <a:pt x="717" y="93"/>
                </a:lnTo>
                <a:lnTo>
                  <a:pt x="718" y="93"/>
                </a:lnTo>
                <a:lnTo>
                  <a:pt x="719" y="93"/>
                </a:lnTo>
                <a:lnTo>
                  <a:pt x="720" y="93"/>
                </a:lnTo>
                <a:lnTo>
                  <a:pt x="721" y="93"/>
                </a:lnTo>
                <a:lnTo>
                  <a:pt x="722" y="93"/>
                </a:lnTo>
                <a:lnTo>
                  <a:pt x="724" y="93"/>
                </a:lnTo>
                <a:lnTo>
                  <a:pt x="726" y="92"/>
                </a:lnTo>
                <a:lnTo>
                  <a:pt x="727" y="92"/>
                </a:lnTo>
                <a:lnTo>
                  <a:pt x="728" y="92"/>
                </a:lnTo>
                <a:lnTo>
                  <a:pt x="729" y="90"/>
                </a:lnTo>
                <a:lnTo>
                  <a:pt x="730" y="90"/>
                </a:lnTo>
                <a:lnTo>
                  <a:pt x="730" y="91"/>
                </a:lnTo>
                <a:lnTo>
                  <a:pt x="731" y="91"/>
                </a:lnTo>
                <a:lnTo>
                  <a:pt x="732" y="91"/>
                </a:lnTo>
                <a:lnTo>
                  <a:pt x="734" y="91"/>
                </a:lnTo>
                <a:lnTo>
                  <a:pt x="735" y="90"/>
                </a:lnTo>
                <a:lnTo>
                  <a:pt x="736" y="91"/>
                </a:lnTo>
                <a:lnTo>
                  <a:pt x="737" y="91"/>
                </a:lnTo>
                <a:lnTo>
                  <a:pt x="738" y="92"/>
                </a:lnTo>
                <a:lnTo>
                  <a:pt x="739" y="93"/>
                </a:lnTo>
                <a:lnTo>
                  <a:pt x="740" y="93"/>
                </a:lnTo>
                <a:lnTo>
                  <a:pt x="740" y="94"/>
                </a:lnTo>
                <a:lnTo>
                  <a:pt x="741" y="94"/>
                </a:lnTo>
                <a:lnTo>
                  <a:pt x="742" y="94"/>
                </a:lnTo>
                <a:lnTo>
                  <a:pt x="742" y="93"/>
                </a:lnTo>
                <a:lnTo>
                  <a:pt x="743" y="93"/>
                </a:lnTo>
                <a:lnTo>
                  <a:pt x="746" y="92"/>
                </a:lnTo>
                <a:lnTo>
                  <a:pt x="747" y="92"/>
                </a:lnTo>
                <a:lnTo>
                  <a:pt x="748" y="92"/>
                </a:lnTo>
                <a:lnTo>
                  <a:pt x="749" y="92"/>
                </a:lnTo>
                <a:lnTo>
                  <a:pt x="750" y="92"/>
                </a:lnTo>
                <a:lnTo>
                  <a:pt x="751" y="92"/>
                </a:lnTo>
                <a:lnTo>
                  <a:pt x="752" y="92"/>
                </a:lnTo>
                <a:lnTo>
                  <a:pt x="753" y="92"/>
                </a:lnTo>
                <a:lnTo>
                  <a:pt x="754" y="92"/>
                </a:lnTo>
                <a:lnTo>
                  <a:pt x="755" y="94"/>
                </a:lnTo>
                <a:lnTo>
                  <a:pt x="756" y="94"/>
                </a:lnTo>
                <a:lnTo>
                  <a:pt x="757" y="94"/>
                </a:lnTo>
                <a:lnTo>
                  <a:pt x="757" y="95"/>
                </a:lnTo>
                <a:lnTo>
                  <a:pt x="759" y="95"/>
                </a:lnTo>
                <a:lnTo>
                  <a:pt x="760" y="95"/>
                </a:lnTo>
                <a:lnTo>
                  <a:pt x="761" y="95"/>
                </a:lnTo>
                <a:lnTo>
                  <a:pt x="762" y="97"/>
                </a:lnTo>
                <a:lnTo>
                  <a:pt x="762" y="98"/>
                </a:lnTo>
                <a:lnTo>
                  <a:pt x="761" y="98"/>
                </a:lnTo>
                <a:lnTo>
                  <a:pt x="761" y="99"/>
                </a:lnTo>
                <a:lnTo>
                  <a:pt x="761" y="102"/>
                </a:lnTo>
                <a:lnTo>
                  <a:pt x="762" y="102"/>
                </a:lnTo>
                <a:lnTo>
                  <a:pt x="762" y="103"/>
                </a:lnTo>
                <a:lnTo>
                  <a:pt x="763" y="103"/>
                </a:lnTo>
                <a:lnTo>
                  <a:pt x="763" y="104"/>
                </a:lnTo>
                <a:lnTo>
                  <a:pt x="763" y="105"/>
                </a:lnTo>
                <a:lnTo>
                  <a:pt x="763" y="106"/>
                </a:lnTo>
                <a:lnTo>
                  <a:pt x="763" y="107"/>
                </a:lnTo>
                <a:lnTo>
                  <a:pt x="763" y="108"/>
                </a:lnTo>
                <a:lnTo>
                  <a:pt x="763" y="110"/>
                </a:lnTo>
                <a:lnTo>
                  <a:pt x="763" y="111"/>
                </a:lnTo>
                <a:lnTo>
                  <a:pt x="764" y="111"/>
                </a:lnTo>
                <a:lnTo>
                  <a:pt x="764" y="112"/>
                </a:lnTo>
                <a:lnTo>
                  <a:pt x="765" y="113"/>
                </a:lnTo>
                <a:lnTo>
                  <a:pt x="765" y="114"/>
                </a:lnTo>
                <a:lnTo>
                  <a:pt x="766" y="114"/>
                </a:lnTo>
                <a:lnTo>
                  <a:pt x="766" y="115"/>
                </a:lnTo>
                <a:lnTo>
                  <a:pt x="767" y="115"/>
                </a:lnTo>
                <a:lnTo>
                  <a:pt x="768" y="115"/>
                </a:lnTo>
                <a:lnTo>
                  <a:pt x="768" y="116"/>
                </a:lnTo>
                <a:lnTo>
                  <a:pt x="766" y="116"/>
                </a:lnTo>
                <a:lnTo>
                  <a:pt x="766" y="117"/>
                </a:lnTo>
                <a:lnTo>
                  <a:pt x="766" y="116"/>
                </a:lnTo>
                <a:lnTo>
                  <a:pt x="765" y="116"/>
                </a:lnTo>
                <a:lnTo>
                  <a:pt x="765" y="117"/>
                </a:lnTo>
                <a:lnTo>
                  <a:pt x="764" y="117"/>
                </a:lnTo>
                <a:lnTo>
                  <a:pt x="765" y="117"/>
                </a:lnTo>
                <a:lnTo>
                  <a:pt x="765" y="119"/>
                </a:lnTo>
                <a:lnTo>
                  <a:pt x="764" y="120"/>
                </a:lnTo>
                <a:lnTo>
                  <a:pt x="765" y="120"/>
                </a:lnTo>
                <a:lnTo>
                  <a:pt x="766" y="120"/>
                </a:lnTo>
                <a:lnTo>
                  <a:pt x="766" y="121"/>
                </a:lnTo>
                <a:lnTo>
                  <a:pt x="765" y="121"/>
                </a:lnTo>
                <a:lnTo>
                  <a:pt x="764" y="121"/>
                </a:lnTo>
                <a:lnTo>
                  <a:pt x="763" y="122"/>
                </a:lnTo>
                <a:lnTo>
                  <a:pt x="762" y="123"/>
                </a:lnTo>
                <a:lnTo>
                  <a:pt x="762" y="124"/>
                </a:lnTo>
                <a:lnTo>
                  <a:pt x="761" y="125"/>
                </a:lnTo>
                <a:lnTo>
                  <a:pt x="761" y="126"/>
                </a:lnTo>
                <a:lnTo>
                  <a:pt x="761" y="127"/>
                </a:lnTo>
                <a:lnTo>
                  <a:pt x="762" y="127"/>
                </a:lnTo>
                <a:lnTo>
                  <a:pt x="762" y="128"/>
                </a:lnTo>
                <a:lnTo>
                  <a:pt x="763" y="128"/>
                </a:lnTo>
                <a:lnTo>
                  <a:pt x="765" y="127"/>
                </a:lnTo>
                <a:lnTo>
                  <a:pt x="766" y="127"/>
                </a:lnTo>
                <a:lnTo>
                  <a:pt x="767" y="127"/>
                </a:lnTo>
                <a:lnTo>
                  <a:pt x="767" y="128"/>
                </a:lnTo>
                <a:lnTo>
                  <a:pt x="768" y="128"/>
                </a:lnTo>
                <a:lnTo>
                  <a:pt x="768" y="127"/>
                </a:lnTo>
                <a:lnTo>
                  <a:pt x="769" y="127"/>
                </a:lnTo>
                <a:lnTo>
                  <a:pt x="770" y="127"/>
                </a:lnTo>
                <a:lnTo>
                  <a:pt x="771" y="127"/>
                </a:lnTo>
                <a:lnTo>
                  <a:pt x="772" y="127"/>
                </a:lnTo>
                <a:lnTo>
                  <a:pt x="772" y="126"/>
                </a:lnTo>
                <a:lnTo>
                  <a:pt x="773" y="126"/>
                </a:lnTo>
                <a:lnTo>
                  <a:pt x="773" y="127"/>
                </a:lnTo>
                <a:lnTo>
                  <a:pt x="774" y="128"/>
                </a:lnTo>
                <a:lnTo>
                  <a:pt x="774" y="129"/>
                </a:lnTo>
                <a:lnTo>
                  <a:pt x="775" y="129"/>
                </a:lnTo>
                <a:lnTo>
                  <a:pt x="775" y="128"/>
                </a:lnTo>
                <a:lnTo>
                  <a:pt x="777" y="126"/>
                </a:lnTo>
                <a:lnTo>
                  <a:pt x="778" y="126"/>
                </a:lnTo>
                <a:lnTo>
                  <a:pt x="779" y="125"/>
                </a:lnTo>
                <a:lnTo>
                  <a:pt x="780" y="125"/>
                </a:lnTo>
                <a:lnTo>
                  <a:pt x="781" y="125"/>
                </a:lnTo>
                <a:lnTo>
                  <a:pt x="783" y="126"/>
                </a:lnTo>
                <a:lnTo>
                  <a:pt x="784" y="126"/>
                </a:lnTo>
                <a:lnTo>
                  <a:pt x="784" y="127"/>
                </a:lnTo>
                <a:lnTo>
                  <a:pt x="785" y="127"/>
                </a:lnTo>
                <a:lnTo>
                  <a:pt x="785" y="128"/>
                </a:lnTo>
                <a:lnTo>
                  <a:pt x="786" y="128"/>
                </a:lnTo>
                <a:lnTo>
                  <a:pt x="786" y="130"/>
                </a:lnTo>
                <a:lnTo>
                  <a:pt x="787" y="130"/>
                </a:lnTo>
                <a:lnTo>
                  <a:pt x="789" y="130"/>
                </a:lnTo>
                <a:lnTo>
                  <a:pt x="789" y="131"/>
                </a:lnTo>
                <a:lnTo>
                  <a:pt x="790" y="131"/>
                </a:lnTo>
                <a:lnTo>
                  <a:pt x="790" y="132"/>
                </a:lnTo>
                <a:lnTo>
                  <a:pt x="791" y="132"/>
                </a:lnTo>
                <a:lnTo>
                  <a:pt x="794" y="132"/>
                </a:lnTo>
                <a:lnTo>
                  <a:pt x="795" y="132"/>
                </a:lnTo>
                <a:lnTo>
                  <a:pt x="796" y="131"/>
                </a:lnTo>
                <a:lnTo>
                  <a:pt x="797" y="132"/>
                </a:lnTo>
                <a:lnTo>
                  <a:pt x="797" y="131"/>
                </a:lnTo>
                <a:lnTo>
                  <a:pt x="798" y="132"/>
                </a:lnTo>
                <a:lnTo>
                  <a:pt x="798" y="133"/>
                </a:lnTo>
                <a:lnTo>
                  <a:pt x="799" y="133"/>
                </a:lnTo>
                <a:lnTo>
                  <a:pt x="800" y="134"/>
                </a:lnTo>
                <a:lnTo>
                  <a:pt x="801" y="134"/>
                </a:lnTo>
                <a:lnTo>
                  <a:pt x="802" y="134"/>
                </a:lnTo>
                <a:lnTo>
                  <a:pt x="803" y="134"/>
                </a:lnTo>
                <a:lnTo>
                  <a:pt x="804" y="134"/>
                </a:lnTo>
                <a:lnTo>
                  <a:pt x="805" y="133"/>
                </a:lnTo>
                <a:lnTo>
                  <a:pt x="806" y="133"/>
                </a:lnTo>
                <a:lnTo>
                  <a:pt x="805" y="134"/>
                </a:lnTo>
                <a:lnTo>
                  <a:pt x="804" y="135"/>
                </a:lnTo>
                <a:lnTo>
                  <a:pt x="803" y="135"/>
                </a:lnTo>
                <a:lnTo>
                  <a:pt x="803" y="136"/>
                </a:lnTo>
                <a:lnTo>
                  <a:pt x="803" y="137"/>
                </a:lnTo>
                <a:lnTo>
                  <a:pt x="803" y="138"/>
                </a:lnTo>
                <a:lnTo>
                  <a:pt x="802" y="138"/>
                </a:lnTo>
                <a:lnTo>
                  <a:pt x="801" y="138"/>
                </a:lnTo>
                <a:lnTo>
                  <a:pt x="800" y="138"/>
                </a:lnTo>
                <a:lnTo>
                  <a:pt x="800" y="139"/>
                </a:lnTo>
                <a:lnTo>
                  <a:pt x="799" y="139"/>
                </a:lnTo>
                <a:lnTo>
                  <a:pt x="799" y="140"/>
                </a:lnTo>
                <a:lnTo>
                  <a:pt x="800" y="141"/>
                </a:lnTo>
                <a:lnTo>
                  <a:pt x="800" y="142"/>
                </a:lnTo>
                <a:lnTo>
                  <a:pt x="801" y="142"/>
                </a:lnTo>
                <a:lnTo>
                  <a:pt x="802" y="142"/>
                </a:lnTo>
                <a:lnTo>
                  <a:pt x="803" y="142"/>
                </a:lnTo>
                <a:lnTo>
                  <a:pt x="803" y="141"/>
                </a:lnTo>
                <a:lnTo>
                  <a:pt x="804" y="141"/>
                </a:lnTo>
                <a:lnTo>
                  <a:pt x="805" y="141"/>
                </a:lnTo>
                <a:lnTo>
                  <a:pt x="806" y="141"/>
                </a:lnTo>
                <a:lnTo>
                  <a:pt x="806" y="140"/>
                </a:lnTo>
                <a:lnTo>
                  <a:pt x="806" y="141"/>
                </a:lnTo>
                <a:lnTo>
                  <a:pt x="807" y="141"/>
                </a:lnTo>
                <a:lnTo>
                  <a:pt x="808" y="141"/>
                </a:lnTo>
                <a:lnTo>
                  <a:pt x="809" y="142"/>
                </a:lnTo>
                <a:lnTo>
                  <a:pt x="810" y="143"/>
                </a:lnTo>
                <a:lnTo>
                  <a:pt x="810" y="144"/>
                </a:lnTo>
                <a:lnTo>
                  <a:pt x="810" y="145"/>
                </a:lnTo>
                <a:lnTo>
                  <a:pt x="812" y="146"/>
                </a:lnTo>
                <a:lnTo>
                  <a:pt x="812" y="147"/>
                </a:lnTo>
                <a:lnTo>
                  <a:pt x="813" y="147"/>
                </a:lnTo>
                <a:lnTo>
                  <a:pt x="814" y="147"/>
                </a:lnTo>
                <a:lnTo>
                  <a:pt x="816" y="147"/>
                </a:lnTo>
                <a:lnTo>
                  <a:pt x="816" y="148"/>
                </a:lnTo>
                <a:lnTo>
                  <a:pt x="816" y="149"/>
                </a:lnTo>
                <a:lnTo>
                  <a:pt x="816" y="150"/>
                </a:lnTo>
                <a:lnTo>
                  <a:pt x="817" y="150"/>
                </a:lnTo>
                <a:lnTo>
                  <a:pt x="818" y="150"/>
                </a:lnTo>
                <a:lnTo>
                  <a:pt x="818" y="151"/>
                </a:lnTo>
                <a:lnTo>
                  <a:pt x="818" y="152"/>
                </a:lnTo>
                <a:lnTo>
                  <a:pt x="820" y="154"/>
                </a:lnTo>
                <a:lnTo>
                  <a:pt x="823" y="154"/>
                </a:lnTo>
                <a:lnTo>
                  <a:pt x="824" y="153"/>
                </a:lnTo>
                <a:lnTo>
                  <a:pt x="825" y="153"/>
                </a:lnTo>
                <a:lnTo>
                  <a:pt x="826" y="153"/>
                </a:lnTo>
                <a:lnTo>
                  <a:pt x="827" y="153"/>
                </a:lnTo>
                <a:lnTo>
                  <a:pt x="828" y="153"/>
                </a:lnTo>
                <a:lnTo>
                  <a:pt x="829" y="153"/>
                </a:lnTo>
                <a:lnTo>
                  <a:pt x="830" y="152"/>
                </a:lnTo>
                <a:lnTo>
                  <a:pt x="830" y="153"/>
                </a:lnTo>
                <a:lnTo>
                  <a:pt x="831" y="153"/>
                </a:lnTo>
                <a:lnTo>
                  <a:pt x="830" y="153"/>
                </a:lnTo>
                <a:lnTo>
                  <a:pt x="830" y="154"/>
                </a:lnTo>
                <a:lnTo>
                  <a:pt x="831" y="155"/>
                </a:lnTo>
                <a:lnTo>
                  <a:pt x="831" y="156"/>
                </a:lnTo>
                <a:lnTo>
                  <a:pt x="832" y="156"/>
                </a:lnTo>
                <a:lnTo>
                  <a:pt x="833" y="156"/>
                </a:lnTo>
                <a:lnTo>
                  <a:pt x="834" y="157"/>
                </a:lnTo>
                <a:lnTo>
                  <a:pt x="835" y="157"/>
                </a:lnTo>
                <a:lnTo>
                  <a:pt x="835" y="158"/>
                </a:lnTo>
                <a:lnTo>
                  <a:pt x="836" y="158"/>
                </a:lnTo>
                <a:lnTo>
                  <a:pt x="836" y="159"/>
                </a:lnTo>
                <a:lnTo>
                  <a:pt x="835" y="159"/>
                </a:lnTo>
                <a:lnTo>
                  <a:pt x="835" y="160"/>
                </a:lnTo>
                <a:lnTo>
                  <a:pt x="835" y="161"/>
                </a:lnTo>
                <a:lnTo>
                  <a:pt x="835" y="162"/>
                </a:lnTo>
                <a:lnTo>
                  <a:pt x="836" y="163"/>
                </a:lnTo>
                <a:lnTo>
                  <a:pt x="836" y="164"/>
                </a:lnTo>
                <a:lnTo>
                  <a:pt x="837" y="164"/>
                </a:lnTo>
                <a:lnTo>
                  <a:pt x="836" y="165"/>
                </a:lnTo>
                <a:lnTo>
                  <a:pt x="836" y="166"/>
                </a:lnTo>
                <a:lnTo>
                  <a:pt x="837" y="166"/>
                </a:lnTo>
                <a:lnTo>
                  <a:pt x="837" y="167"/>
                </a:lnTo>
                <a:lnTo>
                  <a:pt x="838" y="169"/>
                </a:lnTo>
                <a:lnTo>
                  <a:pt x="838" y="170"/>
                </a:lnTo>
                <a:lnTo>
                  <a:pt x="837" y="172"/>
                </a:lnTo>
                <a:lnTo>
                  <a:pt x="839" y="172"/>
                </a:lnTo>
                <a:lnTo>
                  <a:pt x="839" y="173"/>
                </a:lnTo>
                <a:lnTo>
                  <a:pt x="839" y="174"/>
                </a:lnTo>
                <a:lnTo>
                  <a:pt x="840" y="174"/>
                </a:lnTo>
                <a:lnTo>
                  <a:pt x="840" y="175"/>
                </a:lnTo>
                <a:lnTo>
                  <a:pt x="839" y="175"/>
                </a:lnTo>
                <a:lnTo>
                  <a:pt x="839" y="176"/>
                </a:lnTo>
                <a:lnTo>
                  <a:pt x="840" y="176"/>
                </a:lnTo>
                <a:lnTo>
                  <a:pt x="840" y="177"/>
                </a:lnTo>
                <a:lnTo>
                  <a:pt x="839" y="178"/>
                </a:lnTo>
                <a:lnTo>
                  <a:pt x="838" y="180"/>
                </a:lnTo>
                <a:lnTo>
                  <a:pt x="839" y="181"/>
                </a:lnTo>
                <a:lnTo>
                  <a:pt x="840" y="183"/>
                </a:lnTo>
                <a:lnTo>
                  <a:pt x="839" y="184"/>
                </a:lnTo>
                <a:lnTo>
                  <a:pt x="840" y="185"/>
                </a:lnTo>
                <a:lnTo>
                  <a:pt x="841" y="185"/>
                </a:lnTo>
                <a:lnTo>
                  <a:pt x="842" y="186"/>
                </a:lnTo>
                <a:lnTo>
                  <a:pt x="842" y="187"/>
                </a:lnTo>
                <a:lnTo>
                  <a:pt x="842" y="188"/>
                </a:lnTo>
                <a:lnTo>
                  <a:pt x="842" y="190"/>
                </a:lnTo>
                <a:lnTo>
                  <a:pt x="841" y="190"/>
                </a:lnTo>
                <a:lnTo>
                  <a:pt x="842" y="191"/>
                </a:lnTo>
                <a:lnTo>
                  <a:pt x="842" y="192"/>
                </a:lnTo>
                <a:lnTo>
                  <a:pt x="842" y="193"/>
                </a:lnTo>
                <a:lnTo>
                  <a:pt x="843" y="193"/>
                </a:lnTo>
                <a:lnTo>
                  <a:pt x="843" y="195"/>
                </a:lnTo>
                <a:lnTo>
                  <a:pt x="843" y="196"/>
                </a:lnTo>
                <a:lnTo>
                  <a:pt x="843" y="197"/>
                </a:lnTo>
                <a:lnTo>
                  <a:pt x="844" y="198"/>
                </a:lnTo>
                <a:lnTo>
                  <a:pt x="844" y="199"/>
                </a:lnTo>
                <a:lnTo>
                  <a:pt x="844" y="200"/>
                </a:lnTo>
                <a:lnTo>
                  <a:pt x="844" y="201"/>
                </a:lnTo>
                <a:lnTo>
                  <a:pt x="844" y="202"/>
                </a:lnTo>
                <a:lnTo>
                  <a:pt x="845" y="202"/>
                </a:lnTo>
                <a:lnTo>
                  <a:pt x="846" y="203"/>
                </a:lnTo>
                <a:lnTo>
                  <a:pt x="847" y="203"/>
                </a:lnTo>
                <a:lnTo>
                  <a:pt x="847" y="204"/>
                </a:lnTo>
                <a:lnTo>
                  <a:pt x="848" y="204"/>
                </a:lnTo>
                <a:lnTo>
                  <a:pt x="847" y="205"/>
                </a:lnTo>
                <a:lnTo>
                  <a:pt x="846" y="206"/>
                </a:lnTo>
                <a:lnTo>
                  <a:pt x="845" y="207"/>
                </a:lnTo>
                <a:lnTo>
                  <a:pt x="845" y="209"/>
                </a:lnTo>
                <a:lnTo>
                  <a:pt x="846" y="210"/>
                </a:lnTo>
                <a:lnTo>
                  <a:pt x="845" y="210"/>
                </a:lnTo>
                <a:lnTo>
                  <a:pt x="845" y="211"/>
                </a:lnTo>
                <a:lnTo>
                  <a:pt x="844" y="212"/>
                </a:lnTo>
                <a:lnTo>
                  <a:pt x="844" y="211"/>
                </a:lnTo>
                <a:lnTo>
                  <a:pt x="844" y="212"/>
                </a:lnTo>
                <a:lnTo>
                  <a:pt x="843" y="212"/>
                </a:lnTo>
                <a:lnTo>
                  <a:pt x="842" y="213"/>
                </a:lnTo>
                <a:lnTo>
                  <a:pt x="841" y="213"/>
                </a:lnTo>
                <a:lnTo>
                  <a:pt x="840" y="213"/>
                </a:lnTo>
                <a:lnTo>
                  <a:pt x="839" y="213"/>
                </a:lnTo>
                <a:lnTo>
                  <a:pt x="839" y="214"/>
                </a:lnTo>
                <a:lnTo>
                  <a:pt x="839" y="215"/>
                </a:lnTo>
                <a:lnTo>
                  <a:pt x="838" y="215"/>
                </a:lnTo>
                <a:lnTo>
                  <a:pt x="837" y="215"/>
                </a:lnTo>
                <a:lnTo>
                  <a:pt x="837" y="216"/>
                </a:lnTo>
                <a:lnTo>
                  <a:pt x="836" y="216"/>
                </a:lnTo>
                <a:lnTo>
                  <a:pt x="836" y="217"/>
                </a:lnTo>
                <a:lnTo>
                  <a:pt x="836" y="219"/>
                </a:lnTo>
                <a:lnTo>
                  <a:pt x="835" y="219"/>
                </a:lnTo>
                <a:lnTo>
                  <a:pt x="835" y="220"/>
                </a:lnTo>
                <a:lnTo>
                  <a:pt x="834" y="221"/>
                </a:lnTo>
                <a:lnTo>
                  <a:pt x="834" y="222"/>
                </a:lnTo>
                <a:lnTo>
                  <a:pt x="835" y="223"/>
                </a:lnTo>
                <a:lnTo>
                  <a:pt x="836" y="224"/>
                </a:lnTo>
                <a:lnTo>
                  <a:pt x="837" y="224"/>
                </a:lnTo>
                <a:lnTo>
                  <a:pt x="837" y="225"/>
                </a:lnTo>
                <a:lnTo>
                  <a:pt x="836" y="225"/>
                </a:lnTo>
                <a:lnTo>
                  <a:pt x="836" y="227"/>
                </a:lnTo>
                <a:lnTo>
                  <a:pt x="836" y="228"/>
                </a:lnTo>
                <a:lnTo>
                  <a:pt x="836" y="229"/>
                </a:lnTo>
                <a:lnTo>
                  <a:pt x="835" y="229"/>
                </a:lnTo>
                <a:lnTo>
                  <a:pt x="835" y="230"/>
                </a:lnTo>
                <a:lnTo>
                  <a:pt x="835" y="231"/>
                </a:lnTo>
                <a:lnTo>
                  <a:pt x="836" y="231"/>
                </a:lnTo>
                <a:lnTo>
                  <a:pt x="837" y="231"/>
                </a:lnTo>
                <a:lnTo>
                  <a:pt x="838" y="231"/>
                </a:lnTo>
                <a:lnTo>
                  <a:pt x="839" y="233"/>
                </a:lnTo>
                <a:lnTo>
                  <a:pt x="839" y="234"/>
                </a:lnTo>
                <a:lnTo>
                  <a:pt x="839" y="237"/>
                </a:lnTo>
                <a:lnTo>
                  <a:pt x="838" y="237"/>
                </a:lnTo>
                <a:lnTo>
                  <a:pt x="838" y="238"/>
                </a:lnTo>
                <a:lnTo>
                  <a:pt x="838" y="239"/>
                </a:lnTo>
                <a:lnTo>
                  <a:pt x="838" y="240"/>
                </a:lnTo>
                <a:lnTo>
                  <a:pt x="839" y="240"/>
                </a:lnTo>
                <a:lnTo>
                  <a:pt x="840" y="239"/>
                </a:lnTo>
                <a:lnTo>
                  <a:pt x="842" y="239"/>
                </a:lnTo>
                <a:lnTo>
                  <a:pt x="843" y="239"/>
                </a:lnTo>
                <a:lnTo>
                  <a:pt x="844" y="239"/>
                </a:lnTo>
                <a:lnTo>
                  <a:pt x="845" y="241"/>
                </a:lnTo>
                <a:lnTo>
                  <a:pt x="844" y="242"/>
                </a:lnTo>
                <a:lnTo>
                  <a:pt x="843" y="243"/>
                </a:lnTo>
                <a:lnTo>
                  <a:pt x="843" y="244"/>
                </a:lnTo>
                <a:lnTo>
                  <a:pt x="843" y="245"/>
                </a:lnTo>
                <a:lnTo>
                  <a:pt x="843" y="246"/>
                </a:lnTo>
                <a:lnTo>
                  <a:pt x="841" y="247"/>
                </a:lnTo>
                <a:lnTo>
                  <a:pt x="841" y="248"/>
                </a:lnTo>
                <a:lnTo>
                  <a:pt x="841" y="249"/>
                </a:lnTo>
                <a:lnTo>
                  <a:pt x="840" y="252"/>
                </a:lnTo>
                <a:lnTo>
                  <a:pt x="841" y="253"/>
                </a:lnTo>
                <a:lnTo>
                  <a:pt x="841" y="254"/>
                </a:lnTo>
                <a:lnTo>
                  <a:pt x="842" y="255"/>
                </a:lnTo>
                <a:lnTo>
                  <a:pt x="841" y="257"/>
                </a:lnTo>
                <a:lnTo>
                  <a:pt x="841" y="258"/>
                </a:lnTo>
                <a:lnTo>
                  <a:pt x="840" y="259"/>
                </a:lnTo>
                <a:lnTo>
                  <a:pt x="839" y="260"/>
                </a:lnTo>
                <a:lnTo>
                  <a:pt x="839" y="261"/>
                </a:lnTo>
                <a:lnTo>
                  <a:pt x="839" y="262"/>
                </a:lnTo>
                <a:lnTo>
                  <a:pt x="838" y="263"/>
                </a:lnTo>
                <a:lnTo>
                  <a:pt x="838" y="264"/>
                </a:lnTo>
                <a:lnTo>
                  <a:pt x="837" y="265"/>
                </a:lnTo>
                <a:lnTo>
                  <a:pt x="837" y="266"/>
                </a:lnTo>
                <a:lnTo>
                  <a:pt x="837" y="267"/>
                </a:lnTo>
                <a:lnTo>
                  <a:pt x="837" y="268"/>
                </a:lnTo>
                <a:lnTo>
                  <a:pt x="836" y="268"/>
                </a:lnTo>
                <a:lnTo>
                  <a:pt x="836" y="269"/>
                </a:lnTo>
                <a:lnTo>
                  <a:pt x="835" y="271"/>
                </a:lnTo>
                <a:lnTo>
                  <a:pt x="833" y="273"/>
                </a:lnTo>
                <a:lnTo>
                  <a:pt x="832" y="275"/>
                </a:lnTo>
                <a:lnTo>
                  <a:pt x="832" y="276"/>
                </a:lnTo>
                <a:lnTo>
                  <a:pt x="832" y="277"/>
                </a:lnTo>
                <a:lnTo>
                  <a:pt x="831" y="278"/>
                </a:lnTo>
                <a:lnTo>
                  <a:pt x="827" y="279"/>
                </a:lnTo>
                <a:lnTo>
                  <a:pt x="826" y="279"/>
                </a:lnTo>
                <a:lnTo>
                  <a:pt x="825" y="279"/>
                </a:lnTo>
                <a:lnTo>
                  <a:pt x="824" y="279"/>
                </a:lnTo>
                <a:lnTo>
                  <a:pt x="824" y="278"/>
                </a:lnTo>
                <a:lnTo>
                  <a:pt x="824" y="277"/>
                </a:lnTo>
                <a:lnTo>
                  <a:pt x="823" y="276"/>
                </a:lnTo>
                <a:lnTo>
                  <a:pt x="822" y="275"/>
                </a:lnTo>
                <a:lnTo>
                  <a:pt x="820" y="274"/>
                </a:lnTo>
                <a:lnTo>
                  <a:pt x="820" y="273"/>
                </a:lnTo>
                <a:lnTo>
                  <a:pt x="819" y="273"/>
                </a:lnTo>
                <a:lnTo>
                  <a:pt x="819" y="271"/>
                </a:lnTo>
                <a:lnTo>
                  <a:pt x="819" y="270"/>
                </a:lnTo>
                <a:lnTo>
                  <a:pt x="819" y="269"/>
                </a:lnTo>
                <a:lnTo>
                  <a:pt x="819" y="268"/>
                </a:lnTo>
                <a:lnTo>
                  <a:pt x="818" y="267"/>
                </a:lnTo>
                <a:lnTo>
                  <a:pt x="817" y="266"/>
                </a:lnTo>
                <a:lnTo>
                  <a:pt x="817" y="265"/>
                </a:lnTo>
                <a:lnTo>
                  <a:pt x="817" y="264"/>
                </a:lnTo>
                <a:lnTo>
                  <a:pt x="817" y="263"/>
                </a:lnTo>
                <a:lnTo>
                  <a:pt x="817" y="262"/>
                </a:lnTo>
                <a:lnTo>
                  <a:pt x="816" y="262"/>
                </a:lnTo>
                <a:lnTo>
                  <a:pt x="815" y="262"/>
                </a:lnTo>
                <a:lnTo>
                  <a:pt x="814" y="262"/>
                </a:lnTo>
                <a:lnTo>
                  <a:pt x="813" y="262"/>
                </a:lnTo>
                <a:lnTo>
                  <a:pt x="812" y="262"/>
                </a:lnTo>
                <a:lnTo>
                  <a:pt x="812" y="261"/>
                </a:lnTo>
                <a:lnTo>
                  <a:pt x="811" y="262"/>
                </a:lnTo>
                <a:lnTo>
                  <a:pt x="810" y="263"/>
                </a:lnTo>
                <a:lnTo>
                  <a:pt x="809" y="263"/>
                </a:lnTo>
                <a:lnTo>
                  <a:pt x="809" y="264"/>
                </a:lnTo>
                <a:lnTo>
                  <a:pt x="808" y="264"/>
                </a:lnTo>
                <a:lnTo>
                  <a:pt x="807" y="264"/>
                </a:lnTo>
                <a:lnTo>
                  <a:pt x="806" y="264"/>
                </a:lnTo>
                <a:lnTo>
                  <a:pt x="806" y="263"/>
                </a:lnTo>
                <a:lnTo>
                  <a:pt x="806" y="262"/>
                </a:lnTo>
                <a:lnTo>
                  <a:pt x="806" y="261"/>
                </a:lnTo>
                <a:lnTo>
                  <a:pt x="805" y="262"/>
                </a:lnTo>
                <a:lnTo>
                  <a:pt x="804" y="262"/>
                </a:lnTo>
                <a:lnTo>
                  <a:pt x="803" y="261"/>
                </a:lnTo>
                <a:lnTo>
                  <a:pt x="802" y="261"/>
                </a:lnTo>
                <a:lnTo>
                  <a:pt x="801" y="261"/>
                </a:lnTo>
                <a:lnTo>
                  <a:pt x="799" y="260"/>
                </a:lnTo>
                <a:lnTo>
                  <a:pt x="798" y="259"/>
                </a:lnTo>
                <a:lnTo>
                  <a:pt x="797" y="260"/>
                </a:lnTo>
                <a:lnTo>
                  <a:pt x="796" y="261"/>
                </a:lnTo>
                <a:lnTo>
                  <a:pt x="796" y="262"/>
                </a:lnTo>
                <a:lnTo>
                  <a:pt x="795" y="262"/>
                </a:lnTo>
                <a:lnTo>
                  <a:pt x="795" y="263"/>
                </a:lnTo>
                <a:lnTo>
                  <a:pt x="794" y="263"/>
                </a:lnTo>
                <a:lnTo>
                  <a:pt x="793" y="263"/>
                </a:lnTo>
                <a:lnTo>
                  <a:pt x="792" y="264"/>
                </a:lnTo>
                <a:lnTo>
                  <a:pt x="791" y="264"/>
                </a:lnTo>
                <a:lnTo>
                  <a:pt x="790" y="265"/>
                </a:lnTo>
                <a:lnTo>
                  <a:pt x="789" y="265"/>
                </a:lnTo>
                <a:lnTo>
                  <a:pt x="788" y="266"/>
                </a:lnTo>
                <a:lnTo>
                  <a:pt x="788" y="267"/>
                </a:lnTo>
                <a:lnTo>
                  <a:pt x="787" y="267"/>
                </a:lnTo>
                <a:lnTo>
                  <a:pt x="786" y="268"/>
                </a:lnTo>
                <a:lnTo>
                  <a:pt x="785" y="268"/>
                </a:lnTo>
                <a:lnTo>
                  <a:pt x="785" y="269"/>
                </a:lnTo>
                <a:lnTo>
                  <a:pt x="783" y="269"/>
                </a:lnTo>
                <a:lnTo>
                  <a:pt x="781" y="270"/>
                </a:lnTo>
                <a:lnTo>
                  <a:pt x="780" y="270"/>
                </a:lnTo>
                <a:lnTo>
                  <a:pt x="779" y="271"/>
                </a:lnTo>
                <a:lnTo>
                  <a:pt x="778" y="271"/>
                </a:lnTo>
                <a:lnTo>
                  <a:pt x="778" y="272"/>
                </a:lnTo>
                <a:lnTo>
                  <a:pt x="777" y="272"/>
                </a:lnTo>
                <a:lnTo>
                  <a:pt x="777" y="273"/>
                </a:lnTo>
                <a:lnTo>
                  <a:pt x="777" y="274"/>
                </a:lnTo>
                <a:lnTo>
                  <a:pt x="776" y="274"/>
                </a:lnTo>
                <a:lnTo>
                  <a:pt x="775" y="274"/>
                </a:lnTo>
                <a:lnTo>
                  <a:pt x="774" y="275"/>
                </a:lnTo>
                <a:lnTo>
                  <a:pt x="772" y="277"/>
                </a:lnTo>
                <a:lnTo>
                  <a:pt x="771" y="278"/>
                </a:lnTo>
                <a:lnTo>
                  <a:pt x="769" y="280"/>
                </a:lnTo>
                <a:lnTo>
                  <a:pt x="768" y="280"/>
                </a:lnTo>
                <a:lnTo>
                  <a:pt x="767" y="282"/>
                </a:lnTo>
                <a:lnTo>
                  <a:pt x="768" y="283"/>
                </a:lnTo>
                <a:lnTo>
                  <a:pt x="768" y="284"/>
                </a:lnTo>
                <a:lnTo>
                  <a:pt x="767" y="284"/>
                </a:lnTo>
                <a:lnTo>
                  <a:pt x="767" y="285"/>
                </a:lnTo>
                <a:lnTo>
                  <a:pt x="768" y="285"/>
                </a:lnTo>
                <a:lnTo>
                  <a:pt x="769" y="285"/>
                </a:lnTo>
                <a:lnTo>
                  <a:pt x="769" y="286"/>
                </a:lnTo>
                <a:lnTo>
                  <a:pt x="768" y="286"/>
                </a:lnTo>
                <a:lnTo>
                  <a:pt x="768" y="287"/>
                </a:lnTo>
                <a:lnTo>
                  <a:pt x="767" y="287"/>
                </a:lnTo>
                <a:lnTo>
                  <a:pt x="766" y="287"/>
                </a:lnTo>
                <a:lnTo>
                  <a:pt x="766" y="288"/>
                </a:lnTo>
                <a:lnTo>
                  <a:pt x="765" y="288"/>
                </a:lnTo>
                <a:lnTo>
                  <a:pt x="765" y="289"/>
                </a:lnTo>
                <a:lnTo>
                  <a:pt x="765" y="288"/>
                </a:lnTo>
                <a:lnTo>
                  <a:pt x="765" y="287"/>
                </a:lnTo>
                <a:lnTo>
                  <a:pt x="766" y="287"/>
                </a:lnTo>
                <a:lnTo>
                  <a:pt x="765" y="286"/>
                </a:lnTo>
                <a:lnTo>
                  <a:pt x="765" y="285"/>
                </a:lnTo>
                <a:lnTo>
                  <a:pt x="765" y="286"/>
                </a:lnTo>
                <a:lnTo>
                  <a:pt x="763" y="287"/>
                </a:lnTo>
                <a:lnTo>
                  <a:pt x="762" y="288"/>
                </a:lnTo>
                <a:lnTo>
                  <a:pt x="762" y="289"/>
                </a:lnTo>
                <a:lnTo>
                  <a:pt x="761" y="290"/>
                </a:lnTo>
                <a:lnTo>
                  <a:pt x="760" y="290"/>
                </a:lnTo>
                <a:lnTo>
                  <a:pt x="759" y="290"/>
                </a:lnTo>
                <a:lnTo>
                  <a:pt x="758" y="290"/>
                </a:lnTo>
                <a:lnTo>
                  <a:pt x="757" y="290"/>
                </a:lnTo>
                <a:lnTo>
                  <a:pt x="757" y="291"/>
                </a:lnTo>
                <a:lnTo>
                  <a:pt x="757" y="292"/>
                </a:lnTo>
                <a:lnTo>
                  <a:pt x="758" y="293"/>
                </a:lnTo>
                <a:lnTo>
                  <a:pt x="759" y="294"/>
                </a:lnTo>
                <a:lnTo>
                  <a:pt x="759" y="295"/>
                </a:lnTo>
                <a:lnTo>
                  <a:pt x="759" y="296"/>
                </a:lnTo>
                <a:lnTo>
                  <a:pt x="758" y="298"/>
                </a:lnTo>
                <a:lnTo>
                  <a:pt x="757" y="299"/>
                </a:lnTo>
                <a:lnTo>
                  <a:pt x="756" y="300"/>
                </a:lnTo>
                <a:lnTo>
                  <a:pt x="755" y="301"/>
                </a:lnTo>
                <a:lnTo>
                  <a:pt x="753" y="302"/>
                </a:lnTo>
                <a:lnTo>
                  <a:pt x="752" y="303"/>
                </a:lnTo>
                <a:lnTo>
                  <a:pt x="751" y="303"/>
                </a:lnTo>
                <a:lnTo>
                  <a:pt x="750" y="303"/>
                </a:lnTo>
                <a:lnTo>
                  <a:pt x="749" y="304"/>
                </a:lnTo>
                <a:lnTo>
                  <a:pt x="747" y="304"/>
                </a:lnTo>
                <a:lnTo>
                  <a:pt x="746" y="305"/>
                </a:lnTo>
                <a:lnTo>
                  <a:pt x="746" y="306"/>
                </a:lnTo>
                <a:lnTo>
                  <a:pt x="746" y="308"/>
                </a:lnTo>
                <a:lnTo>
                  <a:pt x="745" y="309"/>
                </a:lnTo>
                <a:lnTo>
                  <a:pt x="745" y="310"/>
                </a:lnTo>
                <a:lnTo>
                  <a:pt x="746" y="310"/>
                </a:lnTo>
                <a:lnTo>
                  <a:pt x="746" y="311"/>
                </a:lnTo>
                <a:lnTo>
                  <a:pt x="745" y="311"/>
                </a:lnTo>
                <a:lnTo>
                  <a:pt x="745" y="312"/>
                </a:lnTo>
                <a:lnTo>
                  <a:pt x="745" y="313"/>
                </a:lnTo>
                <a:lnTo>
                  <a:pt x="745" y="314"/>
                </a:lnTo>
                <a:lnTo>
                  <a:pt x="743" y="315"/>
                </a:lnTo>
                <a:lnTo>
                  <a:pt x="742" y="315"/>
                </a:lnTo>
                <a:lnTo>
                  <a:pt x="741" y="315"/>
                </a:lnTo>
                <a:lnTo>
                  <a:pt x="740" y="316"/>
                </a:lnTo>
                <a:lnTo>
                  <a:pt x="739" y="316"/>
                </a:lnTo>
                <a:lnTo>
                  <a:pt x="739" y="317"/>
                </a:lnTo>
                <a:lnTo>
                  <a:pt x="738" y="317"/>
                </a:lnTo>
                <a:lnTo>
                  <a:pt x="737" y="317"/>
                </a:lnTo>
                <a:lnTo>
                  <a:pt x="737" y="316"/>
                </a:lnTo>
                <a:lnTo>
                  <a:pt x="738" y="316"/>
                </a:lnTo>
                <a:lnTo>
                  <a:pt x="738" y="315"/>
                </a:lnTo>
                <a:lnTo>
                  <a:pt x="738" y="314"/>
                </a:lnTo>
                <a:lnTo>
                  <a:pt x="739" y="313"/>
                </a:lnTo>
                <a:lnTo>
                  <a:pt x="738" y="313"/>
                </a:lnTo>
                <a:lnTo>
                  <a:pt x="737" y="311"/>
                </a:lnTo>
                <a:lnTo>
                  <a:pt x="736" y="311"/>
                </a:lnTo>
                <a:lnTo>
                  <a:pt x="736" y="312"/>
                </a:lnTo>
                <a:lnTo>
                  <a:pt x="735" y="313"/>
                </a:lnTo>
                <a:lnTo>
                  <a:pt x="734" y="313"/>
                </a:lnTo>
                <a:lnTo>
                  <a:pt x="733" y="314"/>
                </a:lnTo>
                <a:lnTo>
                  <a:pt x="732" y="315"/>
                </a:lnTo>
                <a:lnTo>
                  <a:pt x="731" y="317"/>
                </a:lnTo>
                <a:lnTo>
                  <a:pt x="730" y="317"/>
                </a:lnTo>
                <a:lnTo>
                  <a:pt x="730" y="318"/>
                </a:lnTo>
                <a:lnTo>
                  <a:pt x="729" y="319"/>
                </a:lnTo>
                <a:lnTo>
                  <a:pt x="729" y="320"/>
                </a:lnTo>
                <a:lnTo>
                  <a:pt x="728" y="320"/>
                </a:lnTo>
                <a:lnTo>
                  <a:pt x="728" y="321"/>
                </a:lnTo>
                <a:lnTo>
                  <a:pt x="727" y="321"/>
                </a:lnTo>
                <a:lnTo>
                  <a:pt x="726" y="321"/>
                </a:lnTo>
                <a:lnTo>
                  <a:pt x="725" y="321"/>
                </a:lnTo>
                <a:lnTo>
                  <a:pt x="723" y="323"/>
                </a:lnTo>
                <a:lnTo>
                  <a:pt x="723" y="324"/>
                </a:lnTo>
                <a:lnTo>
                  <a:pt x="723" y="325"/>
                </a:lnTo>
                <a:lnTo>
                  <a:pt x="722" y="325"/>
                </a:lnTo>
                <a:lnTo>
                  <a:pt x="721" y="326"/>
                </a:lnTo>
                <a:lnTo>
                  <a:pt x="721" y="327"/>
                </a:lnTo>
                <a:lnTo>
                  <a:pt x="720" y="328"/>
                </a:lnTo>
                <a:lnTo>
                  <a:pt x="720" y="329"/>
                </a:lnTo>
                <a:lnTo>
                  <a:pt x="719" y="332"/>
                </a:lnTo>
                <a:lnTo>
                  <a:pt x="718" y="333"/>
                </a:lnTo>
                <a:lnTo>
                  <a:pt x="718" y="334"/>
                </a:lnTo>
                <a:lnTo>
                  <a:pt x="717" y="335"/>
                </a:lnTo>
                <a:lnTo>
                  <a:pt x="716" y="336"/>
                </a:lnTo>
                <a:lnTo>
                  <a:pt x="716" y="337"/>
                </a:lnTo>
                <a:lnTo>
                  <a:pt x="715" y="339"/>
                </a:lnTo>
                <a:lnTo>
                  <a:pt x="715" y="340"/>
                </a:lnTo>
                <a:lnTo>
                  <a:pt x="714" y="340"/>
                </a:lnTo>
                <a:lnTo>
                  <a:pt x="713" y="340"/>
                </a:lnTo>
                <a:lnTo>
                  <a:pt x="713" y="341"/>
                </a:lnTo>
                <a:lnTo>
                  <a:pt x="712" y="342"/>
                </a:lnTo>
                <a:lnTo>
                  <a:pt x="712" y="343"/>
                </a:lnTo>
                <a:lnTo>
                  <a:pt x="711" y="344"/>
                </a:lnTo>
                <a:lnTo>
                  <a:pt x="710" y="345"/>
                </a:lnTo>
                <a:lnTo>
                  <a:pt x="710" y="346"/>
                </a:lnTo>
                <a:lnTo>
                  <a:pt x="709" y="347"/>
                </a:lnTo>
                <a:lnTo>
                  <a:pt x="708" y="348"/>
                </a:lnTo>
                <a:lnTo>
                  <a:pt x="708" y="349"/>
                </a:lnTo>
                <a:lnTo>
                  <a:pt x="707" y="349"/>
                </a:lnTo>
                <a:lnTo>
                  <a:pt x="707" y="348"/>
                </a:lnTo>
                <a:lnTo>
                  <a:pt x="706" y="347"/>
                </a:lnTo>
                <a:lnTo>
                  <a:pt x="705" y="346"/>
                </a:lnTo>
                <a:lnTo>
                  <a:pt x="704" y="346"/>
                </a:lnTo>
                <a:lnTo>
                  <a:pt x="704" y="345"/>
                </a:lnTo>
                <a:lnTo>
                  <a:pt x="705" y="345"/>
                </a:lnTo>
                <a:lnTo>
                  <a:pt x="705" y="344"/>
                </a:lnTo>
                <a:lnTo>
                  <a:pt x="705" y="343"/>
                </a:lnTo>
                <a:lnTo>
                  <a:pt x="704" y="343"/>
                </a:lnTo>
                <a:lnTo>
                  <a:pt x="704" y="342"/>
                </a:lnTo>
                <a:lnTo>
                  <a:pt x="704" y="341"/>
                </a:lnTo>
                <a:lnTo>
                  <a:pt x="705" y="341"/>
                </a:lnTo>
                <a:lnTo>
                  <a:pt x="706" y="341"/>
                </a:lnTo>
                <a:lnTo>
                  <a:pt x="706" y="340"/>
                </a:lnTo>
                <a:lnTo>
                  <a:pt x="706" y="339"/>
                </a:lnTo>
                <a:lnTo>
                  <a:pt x="708" y="336"/>
                </a:lnTo>
                <a:lnTo>
                  <a:pt x="708" y="335"/>
                </a:lnTo>
                <a:lnTo>
                  <a:pt x="708" y="334"/>
                </a:lnTo>
                <a:lnTo>
                  <a:pt x="707" y="334"/>
                </a:lnTo>
                <a:lnTo>
                  <a:pt x="706" y="334"/>
                </a:lnTo>
                <a:lnTo>
                  <a:pt x="706" y="333"/>
                </a:lnTo>
                <a:lnTo>
                  <a:pt x="706" y="332"/>
                </a:lnTo>
                <a:lnTo>
                  <a:pt x="705" y="331"/>
                </a:lnTo>
                <a:lnTo>
                  <a:pt x="703" y="329"/>
                </a:lnTo>
                <a:lnTo>
                  <a:pt x="701" y="328"/>
                </a:lnTo>
                <a:lnTo>
                  <a:pt x="700" y="327"/>
                </a:lnTo>
                <a:lnTo>
                  <a:pt x="699" y="327"/>
                </a:lnTo>
                <a:lnTo>
                  <a:pt x="699" y="326"/>
                </a:lnTo>
                <a:lnTo>
                  <a:pt x="700" y="326"/>
                </a:lnTo>
                <a:lnTo>
                  <a:pt x="701" y="326"/>
                </a:lnTo>
                <a:lnTo>
                  <a:pt x="701" y="325"/>
                </a:lnTo>
                <a:lnTo>
                  <a:pt x="702" y="323"/>
                </a:lnTo>
                <a:lnTo>
                  <a:pt x="701" y="322"/>
                </a:lnTo>
                <a:lnTo>
                  <a:pt x="701" y="323"/>
                </a:lnTo>
                <a:lnTo>
                  <a:pt x="700" y="324"/>
                </a:lnTo>
                <a:lnTo>
                  <a:pt x="700" y="325"/>
                </a:lnTo>
                <a:lnTo>
                  <a:pt x="699" y="325"/>
                </a:lnTo>
                <a:lnTo>
                  <a:pt x="699" y="324"/>
                </a:lnTo>
                <a:lnTo>
                  <a:pt x="699" y="323"/>
                </a:lnTo>
                <a:lnTo>
                  <a:pt x="698" y="323"/>
                </a:lnTo>
                <a:lnTo>
                  <a:pt x="698" y="322"/>
                </a:lnTo>
                <a:lnTo>
                  <a:pt x="697" y="322"/>
                </a:lnTo>
                <a:lnTo>
                  <a:pt x="697" y="321"/>
                </a:lnTo>
                <a:lnTo>
                  <a:pt x="697" y="320"/>
                </a:lnTo>
                <a:lnTo>
                  <a:pt x="696" y="320"/>
                </a:lnTo>
                <a:lnTo>
                  <a:pt x="696" y="321"/>
                </a:lnTo>
                <a:lnTo>
                  <a:pt x="696" y="322"/>
                </a:lnTo>
                <a:lnTo>
                  <a:pt x="695" y="322"/>
                </a:lnTo>
                <a:lnTo>
                  <a:pt x="694" y="323"/>
                </a:lnTo>
                <a:lnTo>
                  <a:pt x="694" y="324"/>
                </a:lnTo>
                <a:lnTo>
                  <a:pt x="693" y="325"/>
                </a:lnTo>
                <a:lnTo>
                  <a:pt x="691" y="326"/>
                </a:lnTo>
                <a:lnTo>
                  <a:pt x="690" y="326"/>
                </a:lnTo>
                <a:lnTo>
                  <a:pt x="689" y="327"/>
                </a:lnTo>
                <a:lnTo>
                  <a:pt x="690" y="327"/>
                </a:lnTo>
                <a:lnTo>
                  <a:pt x="690" y="328"/>
                </a:lnTo>
                <a:lnTo>
                  <a:pt x="689" y="328"/>
                </a:lnTo>
                <a:lnTo>
                  <a:pt x="688" y="328"/>
                </a:lnTo>
                <a:lnTo>
                  <a:pt x="687" y="329"/>
                </a:lnTo>
                <a:lnTo>
                  <a:pt x="685" y="329"/>
                </a:lnTo>
                <a:lnTo>
                  <a:pt x="685" y="331"/>
                </a:lnTo>
                <a:lnTo>
                  <a:pt x="686" y="331"/>
                </a:lnTo>
                <a:lnTo>
                  <a:pt x="686" y="330"/>
                </a:lnTo>
                <a:lnTo>
                  <a:pt x="687" y="329"/>
                </a:lnTo>
                <a:lnTo>
                  <a:pt x="688" y="329"/>
                </a:lnTo>
                <a:lnTo>
                  <a:pt x="688" y="330"/>
                </a:lnTo>
                <a:lnTo>
                  <a:pt x="688" y="331"/>
                </a:lnTo>
                <a:lnTo>
                  <a:pt x="687" y="331"/>
                </a:lnTo>
                <a:lnTo>
                  <a:pt x="686" y="332"/>
                </a:lnTo>
                <a:lnTo>
                  <a:pt x="686" y="333"/>
                </a:lnTo>
                <a:lnTo>
                  <a:pt x="684" y="333"/>
                </a:lnTo>
                <a:lnTo>
                  <a:pt x="683" y="334"/>
                </a:lnTo>
                <a:lnTo>
                  <a:pt x="683" y="335"/>
                </a:lnTo>
                <a:lnTo>
                  <a:pt x="682" y="335"/>
                </a:lnTo>
                <a:lnTo>
                  <a:pt x="681" y="335"/>
                </a:lnTo>
                <a:lnTo>
                  <a:pt x="681" y="337"/>
                </a:lnTo>
                <a:lnTo>
                  <a:pt x="680" y="339"/>
                </a:lnTo>
                <a:lnTo>
                  <a:pt x="678" y="338"/>
                </a:lnTo>
                <a:lnTo>
                  <a:pt x="675" y="338"/>
                </a:lnTo>
                <a:lnTo>
                  <a:pt x="674" y="338"/>
                </a:lnTo>
                <a:lnTo>
                  <a:pt x="674" y="339"/>
                </a:lnTo>
                <a:lnTo>
                  <a:pt x="675" y="339"/>
                </a:lnTo>
                <a:lnTo>
                  <a:pt x="674" y="340"/>
                </a:lnTo>
                <a:lnTo>
                  <a:pt x="672" y="342"/>
                </a:lnTo>
                <a:lnTo>
                  <a:pt x="672" y="343"/>
                </a:lnTo>
                <a:lnTo>
                  <a:pt x="671" y="344"/>
                </a:lnTo>
                <a:lnTo>
                  <a:pt x="670" y="344"/>
                </a:lnTo>
                <a:lnTo>
                  <a:pt x="670" y="343"/>
                </a:lnTo>
                <a:lnTo>
                  <a:pt x="670" y="342"/>
                </a:lnTo>
                <a:lnTo>
                  <a:pt x="670" y="341"/>
                </a:lnTo>
                <a:lnTo>
                  <a:pt x="669" y="341"/>
                </a:lnTo>
                <a:lnTo>
                  <a:pt x="669" y="342"/>
                </a:lnTo>
                <a:lnTo>
                  <a:pt x="668" y="342"/>
                </a:lnTo>
                <a:lnTo>
                  <a:pt x="667" y="342"/>
                </a:lnTo>
                <a:lnTo>
                  <a:pt x="667" y="341"/>
                </a:lnTo>
                <a:lnTo>
                  <a:pt x="666" y="340"/>
                </a:lnTo>
                <a:lnTo>
                  <a:pt x="665" y="340"/>
                </a:lnTo>
                <a:lnTo>
                  <a:pt x="665" y="339"/>
                </a:lnTo>
                <a:lnTo>
                  <a:pt x="665" y="338"/>
                </a:lnTo>
                <a:lnTo>
                  <a:pt x="664" y="336"/>
                </a:lnTo>
                <a:lnTo>
                  <a:pt x="663" y="334"/>
                </a:lnTo>
                <a:lnTo>
                  <a:pt x="662" y="334"/>
                </a:lnTo>
                <a:lnTo>
                  <a:pt x="661" y="334"/>
                </a:lnTo>
                <a:lnTo>
                  <a:pt x="661" y="333"/>
                </a:lnTo>
                <a:lnTo>
                  <a:pt x="661" y="330"/>
                </a:lnTo>
                <a:lnTo>
                  <a:pt x="660" y="329"/>
                </a:lnTo>
                <a:lnTo>
                  <a:pt x="659" y="329"/>
                </a:lnTo>
                <a:lnTo>
                  <a:pt x="659" y="328"/>
                </a:lnTo>
                <a:lnTo>
                  <a:pt x="659" y="327"/>
                </a:lnTo>
                <a:lnTo>
                  <a:pt x="661" y="326"/>
                </a:lnTo>
                <a:lnTo>
                  <a:pt x="662" y="326"/>
                </a:lnTo>
                <a:lnTo>
                  <a:pt x="663" y="326"/>
                </a:lnTo>
                <a:lnTo>
                  <a:pt x="664" y="326"/>
                </a:lnTo>
                <a:lnTo>
                  <a:pt x="664" y="325"/>
                </a:lnTo>
                <a:lnTo>
                  <a:pt x="664" y="324"/>
                </a:lnTo>
                <a:lnTo>
                  <a:pt x="665" y="323"/>
                </a:lnTo>
                <a:lnTo>
                  <a:pt x="666" y="322"/>
                </a:lnTo>
                <a:lnTo>
                  <a:pt x="666" y="321"/>
                </a:lnTo>
                <a:lnTo>
                  <a:pt x="665" y="321"/>
                </a:lnTo>
                <a:lnTo>
                  <a:pt x="665" y="320"/>
                </a:lnTo>
                <a:lnTo>
                  <a:pt x="665" y="319"/>
                </a:lnTo>
                <a:lnTo>
                  <a:pt x="661" y="319"/>
                </a:lnTo>
                <a:lnTo>
                  <a:pt x="660" y="318"/>
                </a:lnTo>
                <a:lnTo>
                  <a:pt x="658" y="319"/>
                </a:lnTo>
                <a:lnTo>
                  <a:pt x="657" y="320"/>
                </a:lnTo>
                <a:lnTo>
                  <a:pt x="656" y="319"/>
                </a:lnTo>
                <a:lnTo>
                  <a:pt x="655" y="319"/>
                </a:lnTo>
                <a:lnTo>
                  <a:pt x="654" y="320"/>
                </a:lnTo>
                <a:lnTo>
                  <a:pt x="653" y="319"/>
                </a:lnTo>
                <a:lnTo>
                  <a:pt x="653" y="318"/>
                </a:lnTo>
                <a:lnTo>
                  <a:pt x="653" y="317"/>
                </a:lnTo>
                <a:lnTo>
                  <a:pt x="652" y="317"/>
                </a:lnTo>
                <a:lnTo>
                  <a:pt x="651" y="318"/>
                </a:lnTo>
                <a:lnTo>
                  <a:pt x="649" y="320"/>
                </a:lnTo>
                <a:lnTo>
                  <a:pt x="648" y="320"/>
                </a:lnTo>
                <a:lnTo>
                  <a:pt x="647" y="322"/>
                </a:lnTo>
                <a:lnTo>
                  <a:pt x="646" y="323"/>
                </a:lnTo>
                <a:lnTo>
                  <a:pt x="645" y="323"/>
                </a:lnTo>
                <a:lnTo>
                  <a:pt x="645" y="322"/>
                </a:lnTo>
                <a:lnTo>
                  <a:pt x="644" y="322"/>
                </a:lnTo>
                <a:lnTo>
                  <a:pt x="644" y="323"/>
                </a:lnTo>
                <a:lnTo>
                  <a:pt x="643" y="324"/>
                </a:lnTo>
                <a:lnTo>
                  <a:pt x="642" y="324"/>
                </a:lnTo>
                <a:lnTo>
                  <a:pt x="642" y="323"/>
                </a:lnTo>
                <a:lnTo>
                  <a:pt x="641" y="323"/>
                </a:lnTo>
                <a:lnTo>
                  <a:pt x="640" y="323"/>
                </a:lnTo>
                <a:lnTo>
                  <a:pt x="639" y="324"/>
                </a:lnTo>
                <a:lnTo>
                  <a:pt x="638" y="324"/>
                </a:lnTo>
                <a:lnTo>
                  <a:pt x="638" y="325"/>
                </a:lnTo>
                <a:lnTo>
                  <a:pt x="637" y="326"/>
                </a:lnTo>
                <a:lnTo>
                  <a:pt x="637" y="327"/>
                </a:lnTo>
                <a:lnTo>
                  <a:pt x="636" y="327"/>
                </a:lnTo>
                <a:lnTo>
                  <a:pt x="636" y="328"/>
                </a:lnTo>
                <a:lnTo>
                  <a:pt x="635" y="328"/>
                </a:lnTo>
                <a:lnTo>
                  <a:pt x="635" y="329"/>
                </a:lnTo>
                <a:lnTo>
                  <a:pt x="634" y="330"/>
                </a:lnTo>
                <a:lnTo>
                  <a:pt x="633" y="331"/>
                </a:lnTo>
                <a:lnTo>
                  <a:pt x="632" y="331"/>
                </a:lnTo>
                <a:lnTo>
                  <a:pt x="631" y="332"/>
                </a:lnTo>
                <a:lnTo>
                  <a:pt x="631" y="333"/>
                </a:lnTo>
                <a:lnTo>
                  <a:pt x="630" y="334"/>
                </a:lnTo>
                <a:lnTo>
                  <a:pt x="629" y="334"/>
                </a:lnTo>
                <a:lnTo>
                  <a:pt x="629" y="335"/>
                </a:lnTo>
                <a:lnTo>
                  <a:pt x="627" y="336"/>
                </a:lnTo>
                <a:lnTo>
                  <a:pt x="627" y="337"/>
                </a:lnTo>
                <a:lnTo>
                  <a:pt x="627" y="338"/>
                </a:lnTo>
                <a:lnTo>
                  <a:pt x="626" y="339"/>
                </a:lnTo>
                <a:lnTo>
                  <a:pt x="626" y="340"/>
                </a:lnTo>
                <a:lnTo>
                  <a:pt x="625" y="341"/>
                </a:lnTo>
                <a:lnTo>
                  <a:pt x="624" y="341"/>
                </a:lnTo>
                <a:lnTo>
                  <a:pt x="624" y="342"/>
                </a:lnTo>
                <a:lnTo>
                  <a:pt x="623" y="343"/>
                </a:lnTo>
                <a:lnTo>
                  <a:pt x="622" y="344"/>
                </a:lnTo>
                <a:lnTo>
                  <a:pt x="620" y="346"/>
                </a:lnTo>
                <a:lnTo>
                  <a:pt x="619" y="348"/>
                </a:lnTo>
                <a:lnTo>
                  <a:pt x="618" y="350"/>
                </a:lnTo>
                <a:lnTo>
                  <a:pt x="616" y="351"/>
                </a:lnTo>
                <a:lnTo>
                  <a:pt x="616" y="352"/>
                </a:lnTo>
                <a:lnTo>
                  <a:pt x="614" y="352"/>
                </a:lnTo>
                <a:lnTo>
                  <a:pt x="613" y="352"/>
                </a:lnTo>
                <a:lnTo>
                  <a:pt x="613" y="353"/>
                </a:lnTo>
                <a:lnTo>
                  <a:pt x="612" y="352"/>
                </a:lnTo>
                <a:lnTo>
                  <a:pt x="612" y="351"/>
                </a:lnTo>
                <a:lnTo>
                  <a:pt x="612" y="350"/>
                </a:lnTo>
                <a:lnTo>
                  <a:pt x="611" y="350"/>
                </a:lnTo>
                <a:lnTo>
                  <a:pt x="610" y="350"/>
                </a:lnTo>
                <a:lnTo>
                  <a:pt x="610" y="349"/>
                </a:lnTo>
                <a:lnTo>
                  <a:pt x="610" y="348"/>
                </a:lnTo>
                <a:lnTo>
                  <a:pt x="609" y="348"/>
                </a:lnTo>
                <a:lnTo>
                  <a:pt x="608" y="348"/>
                </a:lnTo>
                <a:lnTo>
                  <a:pt x="608" y="349"/>
                </a:lnTo>
                <a:lnTo>
                  <a:pt x="606" y="350"/>
                </a:lnTo>
                <a:lnTo>
                  <a:pt x="605" y="350"/>
                </a:lnTo>
                <a:lnTo>
                  <a:pt x="603" y="350"/>
                </a:lnTo>
                <a:lnTo>
                  <a:pt x="603" y="351"/>
                </a:lnTo>
                <a:lnTo>
                  <a:pt x="603" y="352"/>
                </a:lnTo>
                <a:lnTo>
                  <a:pt x="602" y="352"/>
                </a:lnTo>
                <a:lnTo>
                  <a:pt x="601" y="352"/>
                </a:lnTo>
                <a:lnTo>
                  <a:pt x="598" y="350"/>
                </a:lnTo>
                <a:lnTo>
                  <a:pt x="598" y="349"/>
                </a:lnTo>
                <a:lnTo>
                  <a:pt x="598" y="348"/>
                </a:lnTo>
                <a:lnTo>
                  <a:pt x="597" y="348"/>
                </a:lnTo>
                <a:lnTo>
                  <a:pt x="596" y="347"/>
                </a:lnTo>
                <a:lnTo>
                  <a:pt x="596" y="346"/>
                </a:lnTo>
                <a:lnTo>
                  <a:pt x="595" y="346"/>
                </a:lnTo>
                <a:lnTo>
                  <a:pt x="596" y="345"/>
                </a:lnTo>
                <a:lnTo>
                  <a:pt x="596" y="344"/>
                </a:lnTo>
                <a:lnTo>
                  <a:pt x="595" y="344"/>
                </a:lnTo>
                <a:lnTo>
                  <a:pt x="595" y="343"/>
                </a:lnTo>
                <a:lnTo>
                  <a:pt x="593" y="342"/>
                </a:lnTo>
                <a:lnTo>
                  <a:pt x="593" y="341"/>
                </a:lnTo>
                <a:lnTo>
                  <a:pt x="593" y="339"/>
                </a:lnTo>
                <a:lnTo>
                  <a:pt x="593" y="338"/>
                </a:lnTo>
                <a:lnTo>
                  <a:pt x="592" y="337"/>
                </a:lnTo>
                <a:lnTo>
                  <a:pt x="592" y="335"/>
                </a:lnTo>
                <a:lnTo>
                  <a:pt x="592" y="334"/>
                </a:lnTo>
                <a:lnTo>
                  <a:pt x="591" y="333"/>
                </a:lnTo>
                <a:lnTo>
                  <a:pt x="587" y="333"/>
                </a:lnTo>
                <a:lnTo>
                  <a:pt x="586" y="333"/>
                </a:lnTo>
                <a:lnTo>
                  <a:pt x="585" y="334"/>
                </a:lnTo>
                <a:lnTo>
                  <a:pt x="583" y="335"/>
                </a:lnTo>
                <a:lnTo>
                  <a:pt x="583" y="336"/>
                </a:lnTo>
                <a:lnTo>
                  <a:pt x="583" y="337"/>
                </a:lnTo>
                <a:lnTo>
                  <a:pt x="583" y="339"/>
                </a:lnTo>
                <a:lnTo>
                  <a:pt x="584" y="340"/>
                </a:lnTo>
                <a:lnTo>
                  <a:pt x="584" y="341"/>
                </a:lnTo>
                <a:lnTo>
                  <a:pt x="585" y="341"/>
                </a:lnTo>
                <a:lnTo>
                  <a:pt x="584" y="341"/>
                </a:lnTo>
                <a:lnTo>
                  <a:pt x="584" y="342"/>
                </a:lnTo>
                <a:lnTo>
                  <a:pt x="584" y="344"/>
                </a:lnTo>
                <a:lnTo>
                  <a:pt x="584" y="345"/>
                </a:lnTo>
                <a:lnTo>
                  <a:pt x="583" y="346"/>
                </a:lnTo>
                <a:lnTo>
                  <a:pt x="584" y="347"/>
                </a:lnTo>
                <a:lnTo>
                  <a:pt x="584" y="348"/>
                </a:lnTo>
                <a:lnTo>
                  <a:pt x="583" y="347"/>
                </a:lnTo>
                <a:lnTo>
                  <a:pt x="583" y="346"/>
                </a:lnTo>
                <a:lnTo>
                  <a:pt x="582" y="345"/>
                </a:lnTo>
                <a:lnTo>
                  <a:pt x="581" y="346"/>
                </a:lnTo>
                <a:lnTo>
                  <a:pt x="580" y="347"/>
                </a:lnTo>
                <a:lnTo>
                  <a:pt x="579" y="347"/>
                </a:lnTo>
                <a:lnTo>
                  <a:pt x="580" y="347"/>
                </a:lnTo>
                <a:lnTo>
                  <a:pt x="580" y="348"/>
                </a:lnTo>
                <a:lnTo>
                  <a:pt x="579" y="349"/>
                </a:lnTo>
                <a:lnTo>
                  <a:pt x="577" y="350"/>
                </a:lnTo>
                <a:lnTo>
                  <a:pt x="577" y="351"/>
                </a:lnTo>
                <a:lnTo>
                  <a:pt x="578" y="351"/>
                </a:lnTo>
                <a:lnTo>
                  <a:pt x="579" y="351"/>
                </a:lnTo>
                <a:lnTo>
                  <a:pt x="578" y="351"/>
                </a:lnTo>
                <a:lnTo>
                  <a:pt x="578" y="352"/>
                </a:lnTo>
                <a:lnTo>
                  <a:pt x="576" y="353"/>
                </a:lnTo>
                <a:lnTo>
                  <a:pt x="575" y="353"/>
                </a:lnTo>
                <a:lnTo>
                  <a:pt x="574" y="353"/>
                </a:lnTo>
                <a:lnTo>
                  <a:pt x="575" y="354"/>
                </a:lnTo>
                <a:lnTo>
                  <a:pt x="575" y="355"/>
                </a:lnTo>
                <a:lnTo>
                  <a:pt x="574" y="355"/>
                </a:lnTo>
                <a:lnTo>
                  <a:pt x="573" y="355"/>
                </a:lnTo>
                <a:lnTo>
                  <a:pt x="573" y="356"/>
                </a:lnTo>
                <a:lnTo>
                  <a:pt x="572" y="357"/>
                </a:lnTo>
                <a:lnTo>
                  <a:pt x="571" y="357"/>
                </a:lnTo>
                <a:lnTo>
                  <a:pt x="571" y="358"/>
                </a:lnTo>
                <a:lnTo>
                  <a:pt x="571" y="359"/>
                </a:lnTo>
                <a:lnTo>
                  <a:pt x="570" y="359"/>
                </a:lnTo>
                <a:lnTo>
                  <a:pt x="570" y="358"/>
                </a:lnTo>
                <a:lnTo>
                  <a:pt x="570" y="357"/>
                </a:lnTo>
                <a:lnTo>
                  <a:pt x="569" y="356"/>
                </a:lnTo>
                <a:lnTo>
                  <a:pt x="568" y="356"/>
                </a:lnTo>
                <a:lnTo>
                  <a:pt x="567" y="355"/>
                </a:lnTo>
                <a:lnTo>
                  <a:pt x="567" y="354"/>
                </a:lnTo>
                <a:lnTo>
                  <a:pt x="566" y="354"/>
                </a:lnTo>
                <a:lnTo>
                  <a:pt x="565" y="354"/>
                </a:lnTo>
                <a:lnTo>
                  <a:pt x="565" y="355"/>
                </a:lnTo>
                <a:lnTo>
                  <a:pt x="566" y="355"/>
                </a:lnTo>
                <a:lnTo>
                  <a:pt x="565" y="355"/>
                </a:lnTo>
                <a:lnTo>
                  <a:pt x="564" y="355"/>
                </a:lnTo>
                <a:lnTo>
                  <a:pt x="563" y="354"/>
                </a:lnTo>
                <a:lnTo>
                  <a:pt x="562" y="353"/>
                </a:lnTo>
                <a:lnTo>
                  <a:pt x="561" y="353"/>
                </a:lnTo>
                <a:lnTo>
                  <a:pt x="561" y="352"/>
                </a:lnTo>
                <a:lnTo>
                  <a:pt x="558" y="352"/>
                </a:lnTo>
                <a:lnTo>
                  <a:pt x="557" y="352"/>
                </a:lnTo>
                <a:lnTo>
                  <a:pt x="556" y="353"/>
                </a:lnTo>
                <a:lnTo>
                  <a:pt x="556" y="354"/>
                </a:lnTo>
                <a:lnTo>
                  <a:pt x="556" y="355"/>
                </a:lnTo>
                <a:lnTo>
                  <a:pt x="554" y="356"/>
                </a:lnTo>
                <a:lnTo>
                  <a:pt x="553" y="356"/>
                </a:lnTo>
                <a:lnTo>
                  <a:pt x="553" y="355"/>
                </a:lnTo>
                <a:lnTo>
                  <a:pt x="552" y="355"/>
                </a:lnTo>
                <a:lnTo>
                  <a:pt x="551" y="355"/>
                </a:lnTo>
                <a:lnTo>
                  <a:pt x="551" y="354"/>
                </a:lnTo>
                <a:lnTo>
                  <a:pt x="550" y="354"/>
                </a:lnTo>
                <a:lnTo>
                  <a:pt x="549" y="355"/>
                </a:lnTo>
                <a:lnTo>
                  <a:pt x="549" y="356"/>
                </a:lnTo>
                <a:lnTo>
                  <a:pt x="548" y="356"/>
                </a:lnTo>
                <a:lnTo>
                  <a:pt x="548" y="355"/>
                </a:lnTo>
                <a:lnTo>
                  <a:pt x="547" y="355"/>
                </a:lnTo>
                <a:lnTo>
                  <a:pt x="546" y="355"/>
                </a:lnTo>
                <a:lnTo>
                  <a:pt x="545" y="355"/>
                </a:lnTo>
                <a:lnTo>
                  <a:pt x="545" y="356"/>
                </a:lnTo>
                <a:lnTo>
                  <a:pt x="544" y="357"/>
                </a:lnTo>
                <a:lnTo>
                  <a:pt x="544" y="358"/>
                </a:lnTo>
                <a:lnTo>
                  <a:pt x="544" y="359"/>
                </a:lnTo>
                <a:lnTo>
                  <a:pt x="545" y="359"/>
                </a:lnTo>
                <a:lnTo>
                  <a:pt x="545" y="360"/>
                </a:lnTo>
                <a:lnTo>
                  <a:pt x="545" y="361"/>
                </a:lnTo>
                <a:lnTo>
                  <a:pt x="545" y="362"/>
                </a:lnTo>
                <a:lnTo>
                  <a:pt x="545" y="363"/>
                </a:lnTo>
                <a:lnTo>
                  <a:pt x="545" y="364"/>
                </a:lnTo>
                <a:lnTo>
                  <a:pt x="544" y="364"/>
                </a:lnTo>
                <a:lnTo>
                  <a:pt x="544" y="365"/>
                </a:lnTo>
                <a:lnTo>
                  <a:pt x="544" y="366"/>
                </a:lnTo>
                <a:lnTo>
                  <a:pt x="544" y="367"/>
                </a:lnTo>
                <a:lnTo>
                  <a:pt x="544" y="368"/>
                </a:lnTo>
                <a:lnTo>
                  <a:pt x="545" y="367"/>
                </a:lnTo>
                <a:lnTo>
                  <a:pt x="545" y="368"/>
                </a:lnTo>
                <a:lnTo>
                  <a:pt x="546" y="368"/>
                </a:lnTo>
                <a:lnTo>
                  <a:pt x="547" y="370"/>
                </a:lnTo>
                <a:lnTo>
                  <a:pt x="547" y="371"/>
                </a:lnTo>
                <a:lnTo>
                  <a:pt x="546" y="371"/>
                </a:lnTo>
                <a:lnTo>
                  <a:pt x="546" y="372"/>
                </a:lnTo>
                <a:lnTo>
                  <a:pt x="546" y="373"/>
                </a:lnTo>
                <a:lnTo>
                  <a:pt x="546" y="374"/>
                </a:lnTo>
                <a:lnTo>
                  <a:pt x="546" y="375"/>
                </a:lnTo>
                <a:lnTo>
                  <a:pt x="544" y="376"/>
                </a:lnTo>
                <a:lnTo>
                  <a:pt x="543" y="376"/>
                </a:lnTo>
                <a:lnTo>
                  <a:pt x="543" y="375"/>
                </a:lnTo>
                <a:lnTo>
                  <a:pt x="542" y="376"/>
                </a:lnTo>
                <a:lnTo>
                  <a:pt x="543" y="379"/>
                </a:lnTo>
                <a:lnTo>
                  <a:pt x="545" y="380"/>
                </a:lnTo>
                <a:lnTo>
                  <a:pt x="546" y="381"/>
                </a:lnTo>
                <a:lnTo>
                  <a:pt x="547" y="382"/>
                </a:lnTo>
                <a:lnTo>
                  <a:pt x="548" y="383"/>
                </a:lnTo>
                <a:lnTo>
                  <a:pt x="549" y="383"/>
                </a:lnTo>
                <a:lnTo>
                  <a:pt x="551" y="383"/>
                </a:lnTo>
                <a:lnTo>
                  <a:pt x="552" y="382"/>
                </a:lnTo>
                <a:lnTo>
                  <a:pt x="553" y="382"/>
                </a:lnTo>
                <a:lnTo>
                  <a:pt x="554" y="383"/>
                </a:lnTo>
                <a:lnTo>
                  <a:pt x="554" y="385"/>
                </a:lnTo>
                <a:lnTo>
                  <a:pt x="555" y="385"/>
                </a:lnTo>
                <a:lnTo>
                  <a:pt x="555" y="386"/>
                </a:lnTo>
                <a:lnTo>
                  <a:pt x="556" y="386"/>
                </a:lnTo>
                <a:lnTo>
                  <a:pt x="557" y="387"/>
                </a:lnTo>
                <a:lnTo>
                  <a:pt x="558" y="388"/>
                </a:lnTo>
                <a:lnTo>
                  <a:pt x="559" y="389"/>
                </a:lnTo>
                <a:lnTo>
                  <a:pt x="560" y="390"/>
                </a:lnTo>
                <a:lnTo>
                  <a:pt x="560" y="391"/>
                </a:lnTo>
                <a:lnTo>
                  <a:pt x="561" y="391"/>
                </a:lnTo>
                <a:lnTo>
                  <a:pt x="562" y="391"/>
                </a:lnTo>
                <a:lnTo>
                  <a:pt x="563" y="391"/>
                </a:lnTo>
                <a:lnTo>
                  <a:pt x="564" y="392"/>
                </a:lnTo>
                <a:lnTo>
                  <a:pt x="565" y="393"/>
                </a:lnTo>
                <a:lnTo>
                  <a:pt x="565" y="394"/>
                </a:lnTo>
                <a:lnTo>
                  <a:pt x="564" y="394"/>
                </a:lnTo>
                <a:lnTo>
                  <a:pt x="564" y="395"/>
                </a:lnTo>
                <a:lnTo>
                  <a:pt x="566" y="395"/>
                </a:lnTo>
                <a:lnTo>
                  <a:pt x="566" y="396"/>
                </a:lnTo>
                <a:lnTo>
                  <a:pt x="566" y="397"/>
                </a:lnTo>
                <a:lnTo>
                  <a:pt x="567" y="398"/>
                </a:lnTo>
                <a:lnTo>
                  <a:pt x="568" y="398"/>
                </a:lnTo>
                <a:lnTo>
                  <a:pt x="568" y="399"/>
                </a:lnTo>
                <a:lnTo>
                  <a:pt x="568" y="400"/>
                </a:lnTo>
                <a:lnTo>
                  <a:pt x="569" y="400"/>
                </a:lnTo>
                <a:lnTo>
                  <a:pt x="569" y="401"/>
                </a:lnTo>
                <a:lnTo>
                  <a:pt x="570" y="401"/>
                </a:lnTo>
                <a:lnTo>
                  <a:pt x="571" y="401"/>
                </a:lnTo>
                <a:lnTo>
                  <a:pt x="572" y="402"/>
                </a:lnTo>
                <a:lnTo>
                  <a:pt x="571" y="402"/>
                </a:lnTo>
                <a:lnTo>
                  <a:pt x="571" y="403"/>
                </a:lnTo>
                <a:lnTo>
                  <a:pt x="572" y="403"/>
                </a:lnTo>
                <a:lnTo>
                  <a:pt x="573" y="403"/>
                </a:lnTo>
                <a:lnTo>
                  <a:pt x="574" y="403"/>
                </a:lnTo>
                <a:lnTo>
                  <a:pt x="575" y="402"/>
                </a:lnTo>
                <a:lnTo>
                  <a:pt x="575" y="403"/>
                </a:lnTo>
                <a:lnTo>
                  <a:pt x="574" y="406"/>
                </a:lnTo>
                <a:lnTo>
                  <a:pt x="573" y="407"/>
                </a:lnTo>
                <a:lnTo>
                  <a:pt x="572" y="408"/>
                </a:lnTo>
                <a:lnTo>
                  <a:pt x="573" y="409"/>
                </a:lnTo>
                <a:lnTo>
                  <a:pt x="572" y="410"/>
                </a:lnTo>
                <a:lnTo>
                  <a:pt x="572" y="411"/>
                </a:lnTo>
                <a:lnTo>
                  <a:pt x="572" y="412"/>
                </a:lnTo>
                <a:lnTo>
                  <a:pt x="572" y="414"/>
                </a:lnTo>
                <a:lnTo>
                  <a:pt x="571" y="415"/>
                </a:lnTo>
                <a:lnTo>
                  <a:pt x="571" y="417"/>
                </a:lnTo>
                <a:lnTo>
                  <a:pt x="571" y="419"/>
                </a:lnTo>
                <a:lnTo>
                  <a:pt x="570" y="420"/>
                </a:lnTo>
                <a:lnTo>
                  <a:pt x="570" y="422"/>
                </a:lnTo>
                <a:lnTo>
                  <a:pt x="571" y="422"/>
                </a:lnTo>
                <a:lnTo>
                  <a:pt x="572" y="422"/>
                </a:lnTo>
                <a:lnTo>
                  <a:pt x="573" y="423"/>
                </a:lnTo>
                <a:lnTo>
                  <a:pt x="573" y="424"/>
                </a:lnTo>
                <a:lnTo>
                  <a:pt x="572" y="426"/>
                </a:lnTo>
                <a:lnTo>
                  <a:pt x="571" y="430"/>
                </a:lnTo>
                <a:lnTo>
                  <a:pt x="571" y="431"/>
                </a:lnTo>
                <a:lnTo>
                  <a:pt x="570" y="431"/>
                </a:lnTo>
                <a:lnTo>
                  <a:pt x="570" y="432"/>
                </a:lnTo>
                <a:lnTo>
                  <a:pt x="570" y="433"/>
                </a:lnTo>
                <a:lnTo>
                  <a:pt x="570" y="434"/>
                </a:lnTo>
                <a:lnTo>
                  <a:pt x="569" y="435"/>
                </a:lnTo>
                <a:lnTo>
                  <a:pt x="569" y="436"/>
                </a:lnTo>
                <a:lnTo>
                  <a:pt x="568" y="436"/>
                </a:lnTo>
                <a:lnTo>
                  <a:pt x="568" y="437"/>
                </a:lnTo>
                <a:lnTo>
                  <a:pt x="568" y="438"/>
                </a:lnTo>
                <a:lnTo>
                  <a:pt x="567" y="439"/>
                </a:lnTo>
                <a:lnTo>
                  <a:pt x="568" y="439"/>
                </a:lnTo>
                <a:lnTo>
                  <a:pt x="567" y="440"/>
                </a:lnTo>
                <a:lnTo>
                  <a:pt x="567" y="441"/>
                </a:lnTo>
                <a:lnTo>
                  <a:pt x="566" y="440"/>
                </a:lnTo>
                <a:lnTo>
                  <a:pt x="566" y="441"/>
                </a:lnTo>
                <a:lnTo>
                  <a:pt x="565" y="441"/>
                </a:lnTo>
                <a:lnTo>
                  <a:pt x="564" y="444"/>
                </a:lnTo>
                <a:lnTo>
                  <a:pt x="565" y="445"/>
                </a:lnTo>
                <a:lnTo>
                  <a:pt x="565" y="444"/>
                </a:lnTo>
                <a:lnTo>
                  <a:pt x="566" y="444"/>
                </a:lnTo>
                <a:lnTo>
                  <a:pt x="566" y="443"/>
                </a:lnTo>
                <a:lnTo>
                  <a:pt x="567" y="443"/>
                </a:lnTo>
                <a:lnTo>
                  <a:pt x="567" y="444"/>
                </a:lnTo>
                <a:lnTo>
                  <a:pt x="568" y="444"/>
                </a:lnTo>
                <a:lnTo>
                  <a:pt x="568" y="445"/>
                </a:lnTo>
                <a:lnTo>
                  <a:pt x="568" y="446"/>
                </a:lnTo>
                <a:lnTo>
                  <a:pt x="567" y="447"/>
                </a:lnTo>
                <a:lnTo>
                  <a:pt x="567" y="453"/>
                </a:lnTo>
                <a:lnTo>
                  <a:pt x="567" y="454"/>
                </a:lnTo>
                <a:lnTo>
                  <a:pt x="568" y="454"/>
                </a:lnTo>
                <a:lnTo>
                  <a:pt x="569" y="455"/>
                </a:lnTo>
                <a:lnTo>
                  <a:pt x="569" y="456"/>
                </a:lnTo>
                <a:lnTo>
                  <a:pt x="570" y="456"/>
                </a:lnTo>
                <a:lnTo>
                  <a:pt x="570" y="457"/>
                </a:lnTo>
                <a:lnTo>
                  <a:pt x="571" y="459"/>
                </a:lnTo>
                <a:lnTo>
                  <a:pt x="572" y="459"/>
                </a:lnTo>
                <a:lnTo>
                  <a:pt x="572" y="460"/>
                </a:lnTo>
                <a:lnTo>
                  <a:pt x="571" y="460"/>
                </a:lnTo>
                <a:lnTo>
                  <a:pt x="570" y="458"/>
                </a:lnTo>
                <a:lnTo>
                  <a:pt x="569" y="459"/>
                </a:lnTo>
                <a:lnTo>
                  <a:pt x="569" y="460"/>
                </a:lnTo>
                <a:lnTo>
                  <a:pt x="569" y="461"/>
                </a:lnTo>
                <a:lnTo>
                  <a:pt x="568" y="463"/>
                </a:lnTo>
                <a:lnTo>
                  <a:pt x="568" y="464"/>
                </a:lnTo>
                <a:lnTo>
                  <a:pt x="567" y="465"/>
                </a:lnTo>
                <a:lnTo>
                  <a:pt x="567" y="466"/>
                </a:lnTo>
                <a:lnTo>
                  <a:pt x="567" y="467"/>
                </a:lnTo>
                <a:lnTo>
                  <a:pt x="566" y="469"/>
                </a:lnTo>
                <a:lnTo>
                  <a:pt x="566" y="470"/>
                </a:lnTo>
                <a:lnTo>
                  <a:pt x="566" y="471"/>
                </a:lnTo>
                <a:lnTo>
                  <a:pt x="566" y="472"/>
                </a:lnTo>
                <a:lnTo>
                  <a:pt x="567" y="472"/>
                </a:lnTo>
                <a:lnTo>
                  <a:pt x="567" y="473"/>
                </a:lnTo>
                <a:lnTo>
                  <a:pt x="567" y="474"/>
                </a:lnTo>
                <a:lnTo>
                  <a:pt x="567" y="475"/>
                </a:lnTo>
                <a:lnTo>
                  <a:pt x="567" y="477"/>
                </a:lnTo>
                <a:lnTo>
                  <a:pt x="567" y="478"/>
                </a:lnTo>
                <a:lnTo>
                  <a:pt x="567" y="479"/>
                </a:lnTo>
                <a:lnTo>
                  <a:pt x="566" y="479"/>
                </a:lnTo>
                <a:lnTo>
                  <a:pt x="567" y="481"/>
                </a:lnTo>
                <a:lnTo>
                  <a:pt x="567" y="482"/>
                </a:lnTo>
                <a:lnTo>
                  <a:pt x="568" y="483"/>
                </a:lnTo>
                <a:lnTo>
                  <a:pt x="566" y="483"/>
                </a:lnTo>
                <a:lnTo>
                  <a:pt x="565" y="482"/>
                </a:lnTo>
                <a:lnTo>
                  <a:pt x="565" y="481"/>
                </a:lnTo>
                <a:lnTo>
                  <a:pt x="565" y="479"/>
                </a:lnTo>
                <a:lnTo>
                  <a:pt x="564" y="479"/>
                </a:lnTo>
                <a:lnTo>
                  <a:pt x="563" y="481"/>
                </a:lnTo>
                <a:lnTo>
                  <a:pt x="562" y="483"/>
                </a:lnTo>
                <a:lnTo>
                  <a:pt x="561" y="483"/>
                </a:lnTo>
                <a:lnTo>
                  <a:pt x="560" y="483"/>
                </a:lnTo>
                <a:lnTo>
                  <a:pt x="559" y="483"/>
                </a:lnTo>
                <a:lnTo>
                  <a:pt x="559" y="484"/>
                </a:lnTo>
                <a:lnTo>
                  <a:pt x="558" y="484"/>
                </a:lnTo>
                <a:lnTo>
                  <a:pt x="557" y="484"/>
                </a:lnTo>
                <a:lnTo>
                  <a:pt x="556" y="484"/>
                </a:lnTo>
                <a:lnTo>
                  <a:pt x="556" y="483"/>
                </a:lnTo>
                <a:lnTo>
                  <a:pt x="555" y="483"/>
                </a:lnTo>
                <a:lnTo>
                  <a:pt x="555" y="482"/>
                </a:lnTo>
                <a:lnTo>
                  <a:pt x="554" y="482"/>
                </a:lnTo>
                <a:lnTo>
                  <a:pt x="553" y="481"/>
                </a:lnTo>
                <a:lnTo>
                  <a:pt x="552" y="481"/>
                </a:lnTo>
                <a:lnTo>
                  <a:pt x="551" y="481"/>
                </a:lnTo>
                <a:lnTo>
                  <a:pt x="550" y="481"/>
                </a:lnTo>
                <a:lnTo>
                  <a:pt x="550" y="482"/>
                </a:lnTo>
                <a:lnTo>
                  <a:pt x="550" y="483"/>
                </a:lnTo>
                <a:lnTo>
                  <a:pt x="549" y="484"/>
                </a:lnTo>
                <a:lnTo>
                  <a:pt x="548" y="484"/>
                </a:lnTo>
                <a:lnTo>
                  <a:pt x="548" y="485"/>
                </a:lnTo>
                <a:lnTo>
                  <a:pt x="547" y="486"/>
                </a:lnTo>
                <a:lnTo>
                  <a:pt x="546" y="486"/>
                </a:lnTo>
                <a:lnTo>
                  <a:pt x="545" y="485"/>
                </a:lnTo>
                <a:lnTo>
                  <a:pt x="544" y="485"/>
                </a:lnTo>
                <a:lnTo>
                  <a:pt x="544" y="486"/>
                </a:lnTo>
                <a:lnTo>
                  <a:pt x="543" y="487"/>
                </a:lnTo>
                <a:lnTo>
                  <a:pt x="543" y="488"/>
                </a:lnTo>
                <a:lnTo>
                  <a:pt x="542" y="489"/>
                </a:lnTo>
                <a:lnTo>
                  <a:pt x="541" y="489"/>
                </a:lnTo>
                <a:lnTo>
                  <a:pt x="541" y="490"/>
                </a:lnTo>
                <a:lnTo>
                  <a:pt x="541" y="491"/>
                </a:lnTo>
                <a:lnTo>
                  <a:pt x="540" y="493"/>
                </a:lnTo>
                <a:lnTo>
                  <a:pt x="540" y="494"/>
                </a:lnTo>
                <a:lnTo>
                  <a:pt x="541" y="494"/>
                </a:lnTo>
                <a:lnTo>
                  <a:pt x="542" y="494"/>
                </a:lnTo>
                <a:lnTo>
                  <a:pt x="542" y="495"/>
                </a:lnTo>
                <a:lnTo>
                  <a:pt x="543" y="495"/>
                </a:lnTo>
                <a:lnTo>
                  <a:pt x="545" y="495"/>
                </a:lnTo>
                <a:lnTo>
                  <a:pt x="545" y="494"/>
                </a:lnTo>
                <a:lnTo>
                  <a:pt x="545" y="492"/>
                </a:lnTo>
                <a:lnTo>
                  <a:pt x="545" y="491"/>
                </a:lnTo>
                <a:lnTo>
                  <a:pt x="545" y="490"/>
                </a:lnTo>
                <a:lnTo>
                  <a:pt x="546" y="490"/>
                </a:lnTo>
                <a:lnTo>
                  <a:pt x="547" y="490"/>
                </a:lnTo>
                <a:lnTo>
                  <a:pt x="547" y="492"/>
                </a:lnTo>
                <a:lnTo>
                  <a:pt x="547" y="493"/>
                </a:lnTo>
                <a:lnTo>
                  <a:pt x="548" y="493"/>
                </a:lnTo>
                <a:lnTo>
                  <a:pt x="549" y="494"/>
                </a:lnTo>
                <a:lnTo>
                  <a:pt x="550" y="494"/>
                </a:lnTo>
                <a:lnTo>
                  <a:pt x="551" y="496"/>
                </a:lnTo>
                <a:lnTo>
                  <a:pt x="550" y="497"/>
                </a:lnTo>
                <a:lnTo>
                  <a:pt x="550" y="498"/>
                </a:lnTo>
                <a:lnTo>
                  <a:pt x="549" y="500"/>
                </a:lnTo>
                <a:lnTo>
                  <a:pt x="549" y="501"/>
                </a:lnTo>
                <a:lnTo>
                  <a:pt x="550" y="502"/>
                </a:lnTo>
                <a:lnTo>
                  <a:pt x="550" y="503"/>
                </a:lnTo>
                <a:lnTo>
                  <a:pt x="551" y="503"/>
                </a:lnTo>
                <a:lnTo>
                  <a:pt x="552" y="503"/>
                </a:lnTo>
                <a:lnTo>
                  <a:pt x="552" y="502"/>
                </a:lnTo>
                <a:lnTo>
                  <a:pt x="553" y="502"/>
                </a:lnTo>
                <a:lnTo>
                  <a:pt x="554" y="502"/>
                </a:lnTo>
                <a:lnTo>
                  <a:pt x="555" y="504"/>
                </a:lnTo>
                <a:lnTo>
                  <a:pt x="554" y="505"/>
                </a:lnTo>
                <a:lnTo>
                  <a:pt x="554" y="506"/>
                </a:lnTo>
                <a:lnTo>
                  <a:pt x="553" y="506"/>
                </a:lnTo>
                <a:lnTo>
                  <a:pt x="553" y="507"/>
                </a:lnTo>
                <a:lnTo>
                  <a:pt x="554" y="508"/>
                </a:lnTo>
                <a:lnTo>
                  <a:pt x="553" y="509"/>
                </a:lnTo>
                <a:lnTo>
                  <a:pt x="553" y="510"/>
                </a:lnTo>
                <a:lnTo>
                  <a:pt x="554" y="510"/>
                </a:lnTo>
                <a:lnTo>
                  <a:pt x="555" y="510"/>
                </a:lnTo>
                <a:lnTo>
                  <a:pt x="556" y="510"/>
                </a:lnTo>
                <a:lnTo>
                  <a:pt x="557" y="510"/>
                </a:lnTo>
                <a:lnTo>
                  <a:pt x="558" y="510"/>
                </a:lnTo>
                <a:lnTo>
                  <a:pt x="558" y="511"/>
                </a:lnTo>
                <a:lnTo>
                  <a:pt x="558" y="512"/>
                </a:lnTo>
                <a:lnTo>
                  <a:pt x="559" y="512"/>
                </a:lnTo>
                <a:lnTo>
                  <a:pt x="560" y="512"/>
                </a:lnTo>
                <a:lnTo>
                  <a:pt x="561" y="512"/>
                </a:lnTo>
                <a:lnTo>
                  <a:pt x="561" y="513"/>
                </a:lnTo>
                <a:lnTo>
                  <a:pt x="562" y="513"/>
                </a:lnTo>
                <a:lnTo>
                  <a:pt x="563" y="514"/>
                </a:lnTo>
                <a:lnTo>
                  <a:pt x="564" y="515"/>
                </a:lnTo>
                <a:lnTo>
                  <a:pt x="565" y="516"/>
                </a:lnTo>
                <a:lnTo>
                  <a:pt x="566" y="516"/>
                </a:lnTo>
                <a:lnTo>
                  <a:pt x="565" y="515"/>
                </a:lnTo>
                <a:lnTo>
                  <a:pt x="566" y="515"/>
                </a:lnTo>
                <a:lnTo>
                  <a:pt x="566" y="514"/>
                </a:lnTo>
                <a:lnTo>
                  <a:pt x="567" y="513"/>
                </a:lnTo>
                <a:lnTo>
                  <a:pt x="567" y="512"/>
                </a:lnTo>
                <a:lnTo>
                  <a:pt x="566" y="512"/>
                </a:lnTo>
                <a:lnTo>
                  <a:pt x="565" y="512"/>
                </a:lnTo>
                <a:lnTo>
                  <a:pt x="564" y="512"/>
                </a:lnTo>
                <a:lnTo>
                  <a:pt x="564" y="511"/>
                </a:lnTo>
                <a:lnTo>
                  <a:pt x="565" y="511"/>
                </a:lnTo>
                <a:lnTo>
                  <a:pt x="566" y="511"/>
                </a:lnTo>
                <a:lnTo>
                  <a:pt x="567" y="510"/>
                </a:lnTo>
                <a:lnTo>
                  <a:pt x="568" y="510"/>
                </a:lnTo>
                <a:lnTo>
                  <a:pt x="568" y="511"/>
                </a:lnTo>
                <a:lnTo>
                  <a:pt x="569" y="511"/>
                </a:lnTo>
                <a:lnTo>
                  <a:pt x="570" y="510"/>
                </a:lnTo>
                <a:lnTo>
                  <a:pt x="571" y="509"/>
                </a:lnTo>
                <a:lnTo>
                  <a:pt x="572" y="509"/>
                </a:lnTo>
                <a:lnTo>
                  <a:pt x="573" y="508"/>
                </a:lnTo>
                <a:lnTo>
                  <a:pt x="573" y="507"/>
                </a:lnTo>
                <a:lnTo>
                  <a:pt x="572" y="506"/>
                </a:lnTo>
                <a:lnTo>
                  <a:pt x="569" y="506"/>
                </a:lnTo>
                <a:lnTo>
                  <a:pt x="569" y="505"/>
                </a:lnTo>
                <a:lnTo>
                  <a:pt x="568" y="505"/>
                </a:lnTo>
                <a:lnTo>
                  <a:pt x="568" y="504"/>
                </a:lnTo>
                <a:lnTo>
                  <a:pt x="568" y="503"/>
                </a:lnTo>
                <a:lnTo>
                  <a:pt x="570" y="500"/>
                </a:lnTo>
                <a:lnTo>
                  <a:pt x="571" y="499"/>
                </a:lnTo>
                <a:lnTo>
                  <a:pt x="570" y="499"/>
                </a:lnTo>
                <a:lnTo>
                  <a:pt x="571" y="496"/>
                </a:lnTo>
                <a:lnTo>
                  <a:pt x="572" y="495"/>
                </a:lnTo>
                <a:lnTo>
                  <a:pt x="573" y="494"/>
                </a:lnTo>
                <a:lnTo>
                  <a:pt x="573" y="493"/>
                </a:lnTo>
                <a:lnTo>
                  <a:pt x="574" y="493"/>
                </a:lnTo>
                <a:lnTo>
                  <a:pt x="575" y="493"/>
                </a:lnTo>
                <a:lnTo>
                  <a:pt x="575" y="492"/>
                </a:lnTo>
                <a:lnTo>
                  <a:pt x="576" y="492"/>
                </a:lnTo>
                <a:lnTo>
                  <a:pt x="576" y="491"/>
                </a:lnTo>
                <a:lnTo>
                  <a:pt x="577" y="490"/>
                </a:lnTo>
                <a:lnTo>
                  <a:pt x="578" y="490"/>
                </a:lnTo>
                <a:lnTo>
                  <a:pt x="578" y="489"/>
                </a:lnTo>
                <a:lnTo>
                  <a:pt x="577" y="489"/>
                </a:lnTo>
                <a:lnTo>
                  <a:pt x="577" y="488"/>
                </a:lnTo>
                <a:lnTo>
                  <a:pt x="577" y="487"/>
                </a:lnTo>
                <a:lnTo>
                  <a:pt x="578" y="487"/>
                </a:lnTo>
                <a:lnTo>
                  <a:pt x="580" y="486"/>
                </a:lnTo>
                <a:lnTo>
                  <a:pt x="579" y="485"/>
                </a:lnTo>
                <a:lnTo>
                  <a:pt x="580" y="484"/>
                </a:lnTo>
                <a:lnTo>
                  <a:pt x="581" y="484"/>
                </a:lnTo>
                <a:lnTo>
                  <a:pt x="583" y="483"/>
                </a:lnTo>
                <a:lnTo>
                  <a:pt x="585" y="483"/>
                </a:lnTo>
                <a:lnTo>
                  <a:pt x="585" y="482"/>
                </a:lnTo>
                <a:lnTo>
                  <a:pt x="586" y="482"/>
                </a:lnTo>
                <a:lnTo>
                  <a:pt x="586" y="483"/>
                </a:lnTo>
                <a:lnTo>
                  <a:pt x="587" y="483"/>
                </a:lnTo>
                <a:lnTo>
                  <a:pt x="587" y="484"/>
                </a:lnTo>
                <a:lnTo>
                  <a:pt x="587" y="485"/>
                </a:lnTo>
                <a:lnTo>
                  <a:pt x="588" y="484"/>
                </a:lnTo>
                <a:lnTo>
                  <a:pt x="589" y="485"/>
                </a:lnTo>
                <a:lnTo>
                  <a:pt x="590" y="485"/>
                </a:lnTo>
                <a:lnTo>
                  <a:pt x="591" y="485"/>
                </a:lnTo>
                <a:lnTo>
                  <a:pt x="592" y="485"/>
                </a:lnTo>
                <a:lnTo>
                  <a:pt x="592" y="486"/>
                </a:lnTo>
                <a:lnTo>
                  <a:pt x="592" y="487"/>
                </a:lnTo>
                <a:lnTo>
                  <a:pt x="593" y="488"/>
                </a:lnTo>
                <a:lnTo>
                  <a:pt x="593" y="489"/>
                </a:lnTo>
                <a:lnTo>
                  <a:pt x="593" y="490"/>
                </a:lnTo>
                <a:lnTo>
                  <a:pt x="594" y="490"/>
                </a:lnTo>
                <a:lnTo>
                  <a:pt x="594" y="491"/>
                </a:lnTo>
                <a:lnTo>
                  <a:pt x="594" y="492"/>
                </a:lnTo>
                <a:lnTo>
                  <a:pt x="593" y="492"/>
                </a:lnTo>
                <a:lnTo>
                  <a:pt x="592" y="492"/>
                </a:lnTo>
                <a:lnTo>
                  <a:pt x="591" y="492"/>
                </a:lnTo>
                <a:lnTo>
                  <a:pt x="592" y="493"/>
                </a:lnTo>
                <a:lnTo>
                  <a:pt x="593" y="493"/>
                </a:lnTo>
                <a:lnTo>
                  <a:pt x="593" y="494"/>
                </a:lnTo>
                <a:lnTo>
                  <a:pt x="593" y="493"/>
                </a:lnTo>
                <a:lnTo>
                  <a:pt x="594" y="493"/>
                </a:lnTo>
                <a:lnTo>
                  <a:pt x="594" y="494"/>
                </a:lnTo>
                <a:lnTo>
                  <a:pt x="596" y="495"/>
                </a:lnTo>
                <a:lnTo>
                  <a:pt x="596" y="496"/>
                </a:lnTo>
                <a:lnTo>
                  <a:pt x="595" y="496"/>
                </a:lnTo>
                <a:lnTo>
                  <a:pt x="595" y="497"/>
                </a:lnTo>
                <a:lnTo>
                  <a:pt x="595" y="498"/>
                </a:lnTo>
                <a:lnTo>
                  <a:pt x="595" y="499"/>
                </a:lnTo>
                <a:lnTo>
                  <a:pt x="595" y="501"/>
                </a:lnTo>
                <a:lnTo>
                  <a:pt x="596" y="501"/>
                </a:lnTo>
                <a:lnTo>
                  <a:pt x="596" y="502"/>
                </a:lnTo>
                <a:lnTo>
                  <a:pt x="596" y="503"/>
                </a:lnTo>
                <a:lnTo>
                  <a:pt x="595" y="503"/>
                </a:lnTo>
                <a:lnTo>
                  <a:pt x="595" y="504"/>
                </a:lnTo>
                <a:lnTo>
                  <a:pt x="595" y="506"/>
                </a:lnTo>
                <a:lnTo>
                  <a:pt x="596" y="507"/>
                </a:lnTo>
                <a:lnTo>
                  <a:pt x="597" y="507"/>
                </a:lnTo>
                <a:lnTo>
                  <a:pt x="597" y="508"/>
                </a:lnTo>
                <a:lnTo>
                  <a:pt x="597" y="510"/>
                </a:lnTo>
                <a:lnTo>
                  <a:pt x="596" y="511"/>
                </a:lnTo>
                <a:lnTo>
                  <a:pt x="596" y="512"/>
                </a:lnTo>
                <a:lnTo>
                  <a:pt x="597" y="514"/>
                </a:lnTo>
                <a:lnTo>
                  <a:pt x="598" y="514"/>
                </a:lnTo>
                <a:lnTo>
                  <a:pt x="599" y="515"/>
                </a:lnTo>
                <a:lnTo>
                  <a:pt x="599" y="516"/>
                </a:lnTo>
                <a:lnTo>
                  <a:pt x="598" y="516"/>
                </a:lnTo>
                <a:lnTo>
                  <a:pt x="598" y="517"/>
                </a:lnTo>
                <a:lnTo>
                  <a:pt x="597" y="517"/>
                </a:lnTo>
                <a:lnTo>
                  <a:pt x="597" y="518"/>
                </a:lnTo>
                <a:lnTo>
                  <a:pt x="599" y="518"/>
                </a:lnTo>
                <a:lnTo>
                  <a:pt x="600" y="518"/>
                </a:lnTo>
                <a:lnTo>
                  <a:pt x="600" y="517"/>
                </a:lnTo>
                <a:lnTo>
                  <a:pt x="601" y="517"/>
                </a:lnTo>
                <a:lnTo>
                  <a:pt x="602" y="516"/>
                </a:lnTo>
                <a:lnTo>
                  <a:pt x="603" y="517"/>
                </a:lnTo>
                <a:lnTo>
                  <a:pt x="603" y="518"/>
                </a:lnTo>
                <a:lnTo>
                  <a:pt x="602" y="519"/>
                </a:lnTo>
                <a:lnTo>
                  <a:pt x="601" y="520"/>
                </a:lnTo>
                <a:lnTo>
                  <a:pt x="602" y="520"/>
                </a:lnTo>
                <a:lnTo>
                  <a:pt x="603" y="521"/>
                </a:lnTo>
                <a:lnTo>
                  <a:pt x="604" y="521"/>
                </a:lnTo>
                <a:lnTo>
                  <a:pt x="605" y="522"/>
                </a:lnTo>
                <a:lnTo>
                  <a:pt x="607" y="523"/>
                </a:lnTo>
                <a:lnTo>
                  <a:pt x="608" y="524"/>
                </a:lnTo>
                <a:lnTo>
                  <a:pt x="608" y="525"/>
                </a:lnTo>
                <a:lnTo>
                  <a:pt x="608" y="526"/>
                </a:lnTo>
                <a:lnTo>
                  <a:pt x="609" y="526"/>
                </a:lnTo>
                <a:lnTo>
                  <a:pt x="610" y="527"/>
                </a:lnTo>
                <a:lnTo>
                  <a:pt x="611" y="528"/>
                </a:lnTo>
                <a:lnTo>
                  <a:pt x="612" y="529"/>
                </a:lnTo>
                <a:lnTo>
                  <a:pt x="612" y="528"/>
                </a:lnTo>
                <a:lnTo>
                  <a:pt x="611" y="525"/>
                </a:lnTo>
                <a:lnTo>
                  <a:pt x="610" y="524"/>
                </a:lnTo>
                <a:lnTo>
                  <a:pt x="611" y="524"/>
                </a:lnTo>
                <a:lnTo>
                  <a:pt x="612" y="524"/>
                </a:lnTo>
                <a:lnTo>
                  <a:pt x="612" y="525"/>
                </a:lnTo>
                <a:lnTo>
                  <a:pt x="613" y="525"/>
                </a:lnTo>
                <a:lnTo>
                  <a:pt x="613" y="526"/>
                </a:lnTo>
                <a:lnTo>
                  <a:pt x="614" y="526"/>
                </a:lnTo>
                <a:lnTo>
                  <a:pt x="615" y="526"/>
                </a:lnTo>
                <a:lnTo>
                  <a:pt x="615" y="525"/>
                </a:lnTo>
                <a:lnTo>
                  <a:pt x="614" y="524"/>
                </a:lnTo>
                <a:lnTo>
                  <a:pt x="614" y="525"/>
                </a:lnTo>
                <a:lnTo>
                  <a:pt x="613" y="525"/>
                </a:lnTo>
                <a:lnTo>
                  <a:pt x="613" y="524"/>
                </a:lnTo>
                <a:lnTo>
                  <a:pt x="613" y="523"/>
                </a:lnTo>
                <a:lnTo>
                  <a:pt x="613" y="522"/>
                </a:lnTo>
                <a:lnTo>
                  <a:pt x="614" y="522"/>
                </a:lnTo>
                <a:lnTo>
                  <a:pt x="613" y="521"/>
                </a:lnTo>
                <a:lnTo>
                  <a:pt x="612" y="520"/>
                </a:lnTo>
                <a:lnTo>
                  <a:pt x="612" y="519"/>
                </a:lnTo>
                <a:lnTo>
                  <a:pt x="611" y="519"/>
                </a:lnTo>
                <a:lnTo>
                  <a:pt x="611" y="520"/>
                </a:lnTo>
                <a:lnTo>
                  <a:pt x="610" y="520"/>
                </a:lnTo>
                <a:lnTo>
                  <a:pt x="609" y="519"/>
                </a:lnTo>
                <a:lnTo>
                  <a:pt x="609" y="518"/>
                </a:lnTo>
                <a:lnTo>
                  <a:pt x="610" y="518"/>
                </a:lnTo>
                <a:lnTo>
                  <a:pt x="610" y="517"/>
                </a:lnTo>
                <a:lnTo>
                  <a:pt x="612" y="517"/>
                </a:lnTo>
                <a:lnTo>
                  <a:pt x="613" y="517"/>
                </a:lnTo>
                <a:lnTo>
                  <a:pt x="615" y="517"/>
                </a:lnTo>
                <a:lnTo>
                  <a:pt x="615" y="518"/>
                </a:lnTo>
                <a:lnTo>
                  <a:pt x="615" y="520"/>
                </a:lnTo>
                <a:lnTo>
                  <a:pt x="615" y="521"/>
                </a:lnTo>
                <a:lnTo>
                  <a:pt x="616" y="521"/>
                </a:lnTo>
                <a:lnTo>
                  <a:pt x="617" y="522"/>
                </a:lnTo>
                <a:lnTo>
                  <a:pt x="617" y="524"/>
                </a:lnTo>
                <a:lnTo>
                  <a:pt x="617" y="525"/>
                </a:lnTo>
                <a:lnTo>
                  <a:pt x="616" y="525"/>
                </a:lnTo>
                <a:lnTo>
                  <a:pt x="616" y="526"/>
                </a:lnTo>
                <a:lnTo>
                  <a:pt x="616" y="527"/>
                </a:lnTo>
                <a:lnTo>
                  <a:pt x="615" y="527"/>
                </a:lnTo>
                <a:lnTo>
                  <a:pt x="614" y="527"/>
                </a:lnTo>
                <a:lnTo>
                  <a:pt x="615" y="529"/>
                </a:lnTo>
                <a:lnTo>
                  <a:pt x="616" y="529"/>
                </a:lnTo>
                <a:lnTo>
                  <a:pt x="617" y="529"/>
                </a:lnTo>
                <a:lnTo>
                  <a:pt x="618" y="529"/>
                </a:lnTo>
                <a:lnTo>
                  <a:pt x="618" y="528"/>
                </a:lnTo>
                <a:lnTo>
                  <a:pt x="619" y="528"/>
                </a:lnTo>
                <a:lnTo>
                  <a:pt x="619" y="529"/>
                </a:lnTo>
                <a:lnTo>
                  <a:pt x="620" y="529"/>
                </a:lnTo>
                <a:lnTo>
                  <a:pt x="620" y="530"/>
                </a:lnTo>
                <a:lnTo>
                  <a:pt x="622" y="530"/>
                </a:lnTo>
                <a:lnTo>
                  <a:pt x="622" y="529"/>
                </a:lnTo>
                <a:lnTo>
                  <a:pt x="621" y="528"/>
                </a:lnTo>
                <a:lnTo>
                  <a:pt x="621" y="527"/>
                </a:lnTo>
                <a:lnTo>
                  <a:pt x="621" y="526"/>
                </a:lnTo>
                <a:lnTo>
                  <a:pt x="622" y="526"/>
                </a:lnTo>
                <a:lnTo>
                  <a:pt x="622" y="525"/>
                </a:lnTo>
                <a:lnTo>
                  <a:pt x="622" y="524"/>
                </a:lnTo>
                <a:lnTo>
                  <a:pt x="622" y="522"/>
                </a:lnTo>
                <a:lnTo>
                  <a:pt x="622" y="521"/>
                </a:lnTo>
                <a:lnTo>
                  <a:pt x="624" y="522"/>
                </a:lnTo>
                <a:lnTo>
                  <a:pt x="623" y="523"/>
                </a:lnTo>
                <a:lnTo>
                  <a:pt x="622" y="524"/>
                </a:lnTo>
                <a:lnTo>
                  <a:pt x="622" y="525"/>
                </a:lnTo>
                <a:lnTo>
                  <a:pt x="623" y="525"/>
                </a:lnTo>
                <a:lnTo>
                  <a:pt x="624" y="525"/>
                </a:lnTo>
                <a:lnTo>
                  <a:pt x="625" y="525"/>
                </a:lnTo>
                <a:lnTo>
                  <a:pt x="625" y="524"/>
                </a:lnTo>
                <a:lnTo>
                  <a:pt x="626" y="524"/>
                </a:lnTo>
                <a:lnTo>
                  <a:pt x="626" y="525"/>
                </a:lnTo>
                <a:lnTo>
                  <a:pt x="626" y="526"/>
                </a:lnTo>
                <a:lnTo>
                  <a:pt x="627" y="528"/>
                </a:lnTo>
                <a:lnTo>
                  <a:pt x="628" y="528"/>
                </a:lnTo>
                <a:lnTo>
                  <a:pt x="629" y="528"/>
                </a:lnTo>
                <a:lnTo>
                  <a:pt x="630" y="527"/>
                </a:lnTo>
                <a:lnTo>
                  <a:pt x="631" y="527"/>
                </a:lnTo>
                <a:lnTo>
                  <a:pt x="631" y="528"/>
                </a:lnTo>
                <a:lnTo>
                  <a:pt x="632" y="528"/>
                </a:lnTo>
                <a:lnTo>
                  <a:pt x="633" y="528"/>
                </a:lnTo>
                <a:lnTo>
                  <a:pt x="634" y="530"/>
                </a:lnTo>
                <a:lnTo>
                  <a:pt x="633" y="530"/>
                </a:lnTo>
                <a:lnTo>
                  <a:pt x="633" y="532"/>
                </a:lnTo>
                <a:lnTo>
                  <a:pt x="632" y="533"/>
                </a:lnTo>
                <a:lnTo>
                  <a:pt x="632" y="534"/>
                </a:lnTo>
                <a:lnTo>
                  <a:pt x="631" y="534"/>
                </a:lnTo>
                <a:lnTo>
                  <a:pt x="631" y="535"/>
                </a:lnTo>
                <a:lnTo>
                  <a:pt x="632" y="535"/>
                </a:lnTo>
                <a:lnTo>
                  <a:pt x="631" y="535"/>
                </a:lnTo>
                <a:lnTo>
                  <a:pt x="630" y="535"/>
                </a:lnTo>
                <a:lnTo>
                  <a:pt x="629" y="535"/>
                </a:lnTo>
                <a:lnTo>
                  <a:pt x="630" y="536"/>
                </a:lnTo>
                <a:lnTo>
                  <a:pt x="631" y="536"/>
                </a:lnTo>
                <a:lnTo>
                  <a:pt x="632" y="537"/>
                </a:lnTo>
                <a:lnTo>
                  <a:pt x="632" y="538"/>
                </a:lnTo>
                <a:lnTo>
                  <a:pt x="633" y="538"/>
                </a:lnTo>
                <a:lnTo>
                  <a:pt x="634" y="538"/>
                </a:lnTo>
                <a:lnTo>
                  <a:pt x="635" y="537"/>
                </a:lnTo>
                <a:lnTo>
                  <a:pt x="635" y="536"/>
                </a:lnTo>
                <a:lnTo>
                  <a:pt x="635" y="535"/>
                </a:lnTo>
                <a:lnTo>
                  <a:pt x="636" y="535"/>
                </a:lnTo>
                <a:lnTo>
                  <a:pt x="636" y="536"/>
                </a:lnTo>
                <a:lnTo>
                  <a:pt x="637" y="536"/>
                </a:lnTo>
                <a:lnTo>
                  <a:pt x="637" y="537"/>
                </a:lnTo>
                <a:lnTo>
                  <a:pt x="636" y="538"/>
                </a:lnTo>
                <a:lnTo>
                  <a:pt x="636" y="539"/>
                </a:lnTo>
                <a:lnTo>
                  <a:pt x="636" y="540"/>
                </a:lnTo>
                <a:lnTo>
                  <a:pt x="637" y="540"/>
                </a:lnTo>
                <a:lnTo>
                  <a:pt x="637" y="539"/>
                </a:lnTo>
                <a:lnTo>
                  <a:pt x="638" y="539"/>
                </a:lnTo>
                <a:lnTo>
                  <a:pt x="638" y="541"/>
                </a:lnTo>
                <a:lnTo>
                  <a:pt x="636" y="544"/>
                </a:lnTo>
                <a:lnTo>
                  <a:pt x="635" y="544"/>
                </a:lnTo>
                <a:lnTo>
                  <a:pt x="634" y="544"/>
                </a:lnTo>
                <a:lnTo>
                  <a:pt x="634" y="545"/>
                </a:lnTo>
                <a:lnTo>
                  <a:pt x="633" y="546"/>
                </a:lnTo>
                <a:lnTo>
                  <a:pt x="634" y="546"/>
                </a:lnTo>
                <a:lnTo>
                  <a:pt x="633" y="547"/>
                </a:lnTo>
                <a:lnTo>
                  <a:pt x="632" y="548"/>
                </a:lnTo>
                <a:lnTo>
                  <a:pt x="632" y="549"/>
                </a:lnTo>
                <a:lnTo>
                  <a:pt x="633" y="549"/>
                </a:lnTo>
                <a:lnTo>
                  <a:pt x="634" y="549"/>
                </a:lnTo>
                <a:lnTo>
                  <a:pt x="635" y="550"/>
                </a:lnTo>
                <a:lnTo>
                  <a:pt x="635" y="551"/>
                </a:lnTo>
                <a:lnTo>
                  <a:pt x="634" y="551"/>
                </a:lnTo>
                <a:lnTo>
                  <a:pt x="634" y="552"/>
                </a:lnTo>
                <a:lnTo>
                  <a:pt x="634" y="553"/>
                </a:lnTo>
                <a:lnTo>
                  <a:pt x="634" y="554"/>
                </a:lnTo>
                <a:lnTo>
                  <a:pt x="634" y="555"/>
                </a:lnTo>
                <a:lnTo>
                  <a:pt x="634" y="556"/>
                </a:lnTo>
                <a:lnTo>
                  <a:pt x="634" y="557"/>
                </a:lnTo>
                <a:lnTo>
                  <a:pt x="633" y="558"/>
                </a:lnTo>
                <a:lnTo>
                  <a:pt x="631" y="558"/>
                </a:lnTo>
                <a:lnTo>
                  <a:pt x="631" y="559"/>
                </a:lnTo>
                <a:lnTo>
                  <a:pt x="631" y="560"/>
                </a:lnTo>
                <a:lnTo>
                  <a:pt x="631" y="562"/>
                </a:lnTo>
                <a:lnTo>
                  <a:pt x="630" y="562"/>
                </a:lnTo>
                <a:lnTo>
                  <a:pt x="631" y="562"/>
                </a:lnTo>
                <a:lnTo>
                  <a:pt x="631" y="563"/>
                </a:lnTo>
                <a:lnTo>
                  <a:pt x="632" y="563"/>
                </a:lnTo>
                <a:lnTo>
                  <a:pt x="632" y="564"/>
                </a:lnTo>
                <a:lnTo>
                  <a:pt x="632" y="565"/>
                </a:lnTo>
                <a:lnTo>
                  <a:pt x="632" y="566"/>
                </a:lnTo>
                <a:lnTo>
                  <a:pt x="633" y="567"/>
                </a:lnTo>
                <a:lnTo>
                  <a:pt x="634" y="568"/>
                </a:lnTo>
                <a:lnTo>
                  <a:pt x="635" y="568"/>
                </a:lnTo>
                <a:lnTo>
                  <a:pt x="635" y="569"/>
                </a:lnTo>
                <a:lnTo>
                  <a:pt x="636" y="569"/>
                </a:lnTo>
                <a:lnTo>
                  <a:pt x="636" y="568"/>
                </a:lnTo>
                <a:lnTo>
                  <a:pt x="637" y="568"/>
                </a:lnTo>
                <a:lnTo>
                  <a:pt x="638" y="569"/>
                </a:lnTo>
                <a:lnTo>
                  <a:pt x="640" y="570"/>
                </a:lnTo>
                <a:lnTo>
                  <a:pt x="642" y="569"/>
                </a:lnTo>
                <a:lnTo>
                  <a:pt x="643" y="570"/>
                </a:lnTo>
                <a:lnTo>
                  <a:pt x="644" y="571"/>
                </a:lnTo>
                <a:lnTo>
                  <a:pt x="643" y="572"/>
                </a:lnTo>
                <a:lnTo>
                  <a:pt x="644" y="573"/>
                </a:lnTo>
                <a:lnTo>
                  <a:pt x="645" y="574"/>
                </a:lnTo>
                <a:lnTo>
                  <a:pt x="645" y="575"/>
                </a:lnTo>
                <a:lnTo>
                  <a:pt x="644" y="575"/>
                </a:lnTo>
                <a:lnTo>
                  <a:pt x="644" y="576"/>
                </a:lnTo>
                <a:lnTo>
                  <a:pt x="643" y="576"/>
                </a:lnTo>
                <a:lnTo>
                  <a:pt x="643" y="578"/>
                </a:lnTo>
                <a:lnTo>
                  <a:pt x="644" y="578"/>
                </a:lnTo>
                <a:lnTo>
                  <a:pt x="644" y="579"/>
                </a:lnTo>
                <a:lnTo>
                  <a:pt x="643" y="580"/>
                </a:lnTo>
                <a:lnTo>
                  <a:pt x="643" y="581"/>
                </a:lnTo>
                <a:lnTo>
                  <a:pt x="643" y="583"/>
                </a:lnTo>
                <a:lnTo>
                  <a:pt x="643" y="585"/>
                </a:lnTo>
                <a:lnTo>
                  <a:pt x="642" y="586"/>
                </a:lnTo>
                <a:lnTo>
                  <a:pt x="642" y="587"/>
                </a:lnTo>
                <a:lnTo>
                  <a:pt x="641" y="587"/>
                </a:lnTo>
                <a:lnTo>
                  <a:pt x="642" y="588"/>
                </a:lnTo>
                <a:lnTo>
                  <a:pt x="642" y="589"/>
                </a:lnTo>
                <a:lnTo>
                  <a:pt x="641" y="590"/>
                </a:lnTo>
                <a:lnTo>
                  <a:pt x="641" y="591"/>
                </a:lnTo>
                <a:lnTo>
                  <a:pt x="641" y="592"/>
                </a:lnTo>
                <a:lnTo>
                  <a:pt x="644" y="591"/>
                </a:lnTo>
                <a:lnTo>
                  <a:pt x="645" y="591"/>
                </a:lnTo>
                <a:lnTo>
                  <a:pt x="646" y="591"/>
                </a:lnTo>
                <a:lnTo>
                  <a:pt x="647" y="590"/>
                </a:lnTo>
                <a:lnTo>
                  <a:pt x="648" y="590"/>
                </a:lnTo>
                <a:lnTo>
                  <a:pt x="649" y="591"/>
                </a:lnTo>
                <a:lnTo>
                  <a:pt x="650" y="591"/>
                </a:lnTo>
                <a:lnTo>
                  <a:pt x="653" y="590"/>
                </a:lnTo>
                <a:lnTo>
                  <a:pt x="653" y="589"/>
                </a:lnTo>
                <a:lnTo>
                  <a:pt x="653" y="588"/>
                </a:lnTo>
                <a:lnTo>
                  <a:pt x="653" y="586"/>
                </a:lnTo>
                <a:lnTo>
                  <a:pt x="653" y="585"/>
                </a:lnTo>
                <a:lnTo>
                  <a:pt x="654" y="585"/>
                </a:lnTo>
                <a:lnTo>
                  <a:pt x="654" y="586"/>
                </a:lnTo>
                <a:lnTo>
                  <a:pt x="655" y="584"/>
                </a:lnTo>
                <a:lnTo>
                  <a:pt x="655" y="583"/>
                </a:lnTo>
                <a:lnTo>
                  <a:pt x="656" y="584"/>
                </a:lnTo>
                <a:lnTo>
                  <a:pt x="658" y="584"/>
                </a:lnTo>
                <a:lnTo>
                  <a:pt x="660" y="584"/>
                </a:lnTo>
                <a:lnTo>
                  <a:pt x="661" y="584"/>
                </a:lnTo>
                <a:lnTo>
                  <a:pt x="662" y="584"/>
                </a:lnTo>
                <a:lnTo>
                  <a:pt x="662" y="582"/>
                </a:lnTo>
                <a:lnTo>
                  <a:pt x="661" y="582"/>
                </a:lnTo>
                <a:lnTo>
                  <a:pt x="660" y="580"/>
                </a:lnTo>
                <a:lnTo>
                  <a:pt x="660" y="579"/>
                </a:lnTo>
                <a:lnTo>
                  <a:pt x="661" y="580"/>
                </a:lnTo>
                <a:lnTo>
                  <a:pt x="662" y="580"/>
                </a:lnTo>
                <a:lnTo>
                  <a:pt x="662" y="579"/>
                </a:lnTo>
                <a:lnTo>
                  <a:pt x="662" y="578"/>
                </a:lnTo>
                <a:lnTo>
                  <a:pt x="663" y="577"/>
                </a:lnTo>
                <a:lnTo>
                  <a:pt x="664" y="576"/>
                </a:lnTo>
                <a:lnTo>
                  <a:pt x="664" y="575"/>
                </a:lnTo>
                <a:lnTo>
                  <a:pt x="665" y="575"/>
                </a:lnTo>
                <a:lnTo>
                  <a:pt x="667" y="576"/>
                </a:lnTo>
                <a:lnTo>
                  <a:pt x="669" y="577"/>
                </a:lnTo>
                <a:lnTo>
                  <a:pt x="669" y="578"/>
                </a:lnTo>
                <a:lnTo>
                  <a:pt x="670" y="578"/>
                </a:lnTo>
                <a:lnTo>
                  <a:pt x="671" y="579"/>
                </a:lnTo>
                <a:lnTo>
                  <a:pt x="672" y="580"/>
                </a:lnTo>
                <a:lnTo>
                  <a:pt x="673" y="581"/>
                </a:lnTo>
                <a:lnTo>
                  <a:pt x="674" y="582"/>
                </a:lnTo>
                <a:lnTo>
                  <a:pt x="675" y="583"/>
                </a:lnTo>
                <a:lnTo>
                  <a:pt x="675" y="584"/>
                </a:lnTo>
                <a:lnTo>
                  <a:pt x="675" y="585"/>
                </a:lnTo>
                <a:lnTo>
                  <a:pt x="676" y="585"/>
                </a:lnTo>
                <a:lnTo>
                  <a:pt x="675" y="585"/>
                </a:lnTo>
                <a:lnTo>
                  <a:pt x="675" y="586"/>
                </a:lnTo>
                <a:lnTo>
                  <a:pt x="675" y="587"/>
                </a:lnTo>
                <a:lnTo>
                  <a:pt x="675" y="588"/>
                </a:lnTo>
                <a:lnTo>
                  <a:pt x="676" y="588"/>
                </a:lnTo>
                <a:lnTo>
                  <a:pt x="676" y="589"/>
                </a:lnTo>
                <a:lnTo>
                  <a:pt x="675" y="589"/>
                </a:lnTo>
                <a:lnTo>
                  <a:pt x="675" y="590"/>
                </a:lnTo>
                <a:lnTo>
                  <a:pt x="674" y="592"/>
                </a:lnTo>
                <a:lnTo>
                  <a:pt x="675" y="592"/>
                </a:lnTo>
                <a:lnTo>
                  <a:pt x="675" y="593"/>
                </a:lnTo>
                <a:lnTo>
                  <a:pt x="676" y="593"/>
                </a:lnTo>
                <a:lnTo>
                  <a:pt x="676" y="594"/>
                </a:lnTo>
                <a:lnTo>
                  <a:pt x="675" y="595"/>
                </a:lnTo>
                <a:lnTo>
                  <a:pt x="674" y="597"/>
                </a:lnTo>
                <a:lnTo>
                  <a:pt x="674" y="598"/>
                </a:lnTo>
                <a:lnTo>
                  <a:pt x="675" y="598"/>
                </a:lnTo>
                <a:lnTo>
                  <a:pt x="676" y="599"/>
                </a:lnTo>
                <a:lnTo>
                  <a:pt x="676" y="598"/>
                </a:lnTo>
                <a:lnTo>
                  <a:pt x="677" y="598"/>
                </a:lnTo>
                <a:lnTo>
                  <a:pt x="677" y="599"/>
                </a:lnTo>
                <a:lnTo>
                  <a:pt x="678" y="599"/>
                </a:lnTo>
                <a:lnTo>
                  <a:pt x="678" y="600"/>
                </a:lnTo>
                <a:lnTo>
                  <a:pt x="679" y="600"/>
                </a:lnTo>
                <a:lnTo>
                  <a:pt x="680" y="601"/>
                </a:lnTo>
                <a:lnTo>
                  <a:pt x="681" y="601"/>
                </a:lnTo>
                <a:lnTo>
                  <a:pt x="681" y="602"/>
                </a:lnTo>
                <a:lnTo>
                  <a:pt x="681" y="603"/>
                </a:lnTo>
                <a:lnTo>
                  <a:pt x="680" y="603"/>
                </a:lnTo>
                <a:lnTo>
                  <a:pt x="679" y="605"/>
                </a:lnTo>
                <a:lnTo>
                  <a:pt x="678" y="607"/>
                </a:lnTo>
                <a:lnTo>
                  <a:pt x="677" y="607"/>
                </a:lnTo>
                <a:lnTo>
                  <a:pt x="677" y="608"/>
                </a:lnTo>
                <a:lnTo>
                  <a:pt x="677" y="609"/>
                </a:lnTo>
                <a:lnTo>
                  <a:pt x="677" y="610"/>
                </a:lnTo>
                <a:lnTo>
                  <a:pt x="677" y="611"/>
                </a:lnTo>
                <a:lnTo>
                  <a:pt x="676" y="611"/>
                </a:lnTo>
                <a:lnTo>
                  <a:pt x="676" y="613"/>
                </a:lnTo>
                <a:lnTo>
                  <a:pt x="676" y="615"/>
                </a:lnTo>
                <a:lnTo>
                  <a:pt x="677" y="615"/>
                </a:lnTo>
                <a:lnTo>
                  <a:pt x="677" y="616"/>
                </a:lnTo>
                <a:lnTo>
                  <a:pt x="678" y="616"/>
                </a:lnTo>
                <a:lnTo>
                  <a:pt x="678" y="617"/>
                </a:lnTo>
                <a:lnTo>
                  <a:pt x="678" y="618"/>
                </a:lnTo>
                <a:lnTo>
                  <a:pt x="679" y="618"/>
                </a:lnTo>
                <a:lnTo>
                  <a:pt x="679" y="619"/>
                </a:lnTo>
                <a:lnTo>
                  <a:pt x="680" y="621"/>
                </a:lnTo>
                <a:lnTo>
                  <a:pt x="681" y="622"/>
                </a:lnTo>
                <a:lnTo>
                  <a:pt x="682" y="622"/>
                </a:lnTo>
                <a:lnTo>
                  <a:pt x="682" y="623"/>
                </a:lnTo>
                <a:lnTo>
                  <a:pt x="684" y="623"/>
                </a:lnTo>
                <a:lnTo>
                  <a:pt x="685" y="622"/>
                </a:lnTo>
                <a:lnTo>
                  <a:pt x="685" y="621"/>
                </a:lnTo>
                <a:lnTo>
                  <a:pt x="685" y="620"/>
                </a:lnTo>
                <a:lnTo>
                  <a:pt x="686" y="620"/>
                </a:lnTo>
                <a:lnTo>
                  <a:pt x="687" y="620"/>
                </a:lnTo>
                <a:lnTo>
                  <a:pt x="687" y="621"/>
                </a:lnTo>
                <a:lnTo>
                  <a:pt x="688" y="621"/>
                </a:lnTo>
                <a:lnTo>
                  <a:pt x="688" y="622"/>
                </a:lnTo>
                <a:lnTo>
                  <a:pt x="689" y="622"/>
                </a:lnTo>
                <a:lnTo>
                  <a:pt x="689" y="623"/>
                </a:lnTo>
                <a:lnTo>
                  <a:pt x="690" y="623"/>
                </a:lnTo>
                <a:lnTo>
                  <a:pt x="691" y="623"/>
                </a:lnTo>
                <a:lnTo>
                  <a:pt x="691" y="624"/>
                </a:lnTo>
                <a:lnTo>
                  <a:pt x="692" y="624"/>
                </a:lnTo>
                <a:lnTo>
                  <a:pt x="692" y="625"/>
                </a:lnTo>
                <a:lnTo>
                  <a:pt x="693" y="625"/>
                </a:lnTo>
                <a:lnTo>
                  <a:pt x="693" y="626"/>
                </a:lnTo>
                <a:lnTo>
                  <a:pt x="694" y="626"/>
                </a:lnTo>
                <a:lnTo>
                  <a:pt x="694" y="627"/>
                </a:lnTo>
                <a:lnTo>
                  <a:pt x="694" y="626"/>
                </a:lnTo>
                <a:lnTo>
                  <a:pt x="695" y="626"/>
                </a:lnTo>
                <a:lnTo>
                  <a:pt x="696" y="626"/>
                </a:lnTo>
                <a:lnTo>
                  <a:pt x="696" y="627"/>
                </a:lnTo>
                <a:lnTo>
                  <a:pt x="696" y="628"/>
                </a:lnTo>
                <a:lnTo>
                  <a:pt x="697" y="629"/>
                </a:lnTo>
                <a:lnTo>
                  <a:pt x="697" y="630"/>
                </a:lnTo>
                <a:lnTo>
                  <a:pt x="697" y="632"/>
                </a:lnTo>
                <a:lnTo>
                  <a:pt x="698" y="633"/>
                </a:lnTo>
                <a:lnTo>
                  <a:pt x="697" y="633"/>
                </a:lnTo>
                <a:lnTo>
                  <a:pt x="698" y="635"/>
                </a:lnTo>
                <a:lnTo>
                  <a:pt x="698" y="636"/>
                </a:lnTo>
                <a:lnTo>
                  <a:pt x="699" y="637"/>
                </a:lnTo>
                <a:lnTo>
                  <a:pt x="699" y="638"/>
                </a:lnTo>
                <a:lnTo>
                  <a:pt x="699" y="639"/>
                </a:lnTo>
                <a:lnTo>
                  <a:pt x="700" y="639"/>
                </a:lnTo>
                <a:lnTo>
                  <a:pt x="701" y="639"/>
                </a:lnTo>
                <a:lnTo>
                  <a:pt x="702" y="639"/>
                </a:lnTo>
                <a:lnTo>
                  <a:pt x="702" y="638"/>
                </a:lnTo>
                <a:lnTo>
                  <a:pt x="703" y="638"/>
                </a:lnTo>
                <a:lnTo>
                  <a:pt x="703" y="639"/>
                </a:lnTo>
                <a:lnTo>
                  <a:pt x="704" y="639"/>
                </a:lnTo>
                <a:lnTo>
                  <a:pt x="704" y="640"/>
                </a:lnTo>
                <a:lnTo>
                  <a:pt x="705" y="640"/>
                </a:lnTo>
                <a:lnTo>
                  <a:pt x="706" y="640"/>
                </a:lnTo>
                <a:lnTo>
                  <a:pt x="707" y="641"/>
                </a:lnTo>
                <a:lnTo>
                  <a:pt x="709" y="642"/>
                </a:lnTo>
                <a:lnTo>
                  <a:pt x="710" y="642"/>
                </a:lnTo>
                <a:lnTo>
                  <a:pt x="711" y="641"/>
                </a:lnTo>
                <a:lnTo>
                  <a:pt x="712" y="642"/>
                </a:lnTo>
                <a:lnTo>
                  <a:pt x="713" y="644"/>
                </a:lnTo>
                <a:lnTo>
                  <a:pt x="713" y="645"/>
                </a:lnTo>
                <a:lnTo>
                  <a:pt x="714" y="645"/>
                </a:lnTo>
                <a:lnTo>
                  <a:pt x="714" y="646"/>
                </a:lnTo>
                <a:lnTo>
                  <a:pt x="715" y="646"/>
                </a:lnTo>
                <a:lnTo>
                  <a:pt x="715" y="647"/>
                </a:lnTo>
                <a:lnTo>
                  <a:pt x="714" y="648"/>
                </a:lnTo>
                <a:lnTo>
                  <a:pt x="713" y="648"/>
                </a:lnTo>
                <a:lnTo>
                  <a:pt x="713" y="649"/>
                </a:lnTo>
                <a:lnTo>
                  <a:pt x="713" y="650"/>
                </a:lnTo>
                <a:lnTo>
                  <a:pt x="712" y="652"/>
                </a:lnTo>
                <a:lnTo>
                  <a:pt x="711" y="652"/>
                </a:lnTo>
                <a:lnTo>
                  <a:pt x="710" y="653"/>
                </a:lnTo>
                <a:lnTo>
                  <a:pt x="710" y="656"/>
                </a:lnTo>
                <a:lnTo>
                  <a:pt x="710" y="657"/>
                </a:lnTo>
                <a:lnTo>
                  <a:pt x="710" y="658"/>
                </a:lnTo>
                <a:lnTo>
                  <a:pt x="710" y="659"/>
                </a:lnTo>
                <a:lnTo>
                  <a:pt x="710" y="660"/>
                </a:lnTo>
                <a:lnTo>
                  <a:pt x="710" y="661"/>
                </a:lnTo>
                <a:lnTo>
                  <a:pt x="709" y="661"/>
                </a:lnTo>
                <a:lnTo>
                  <a:pt x="709" y="662"/>
                </a:lnTo>
                <a:lnTo>
                  <a:pt x="708" y="662"/>
                </a:lnTo>
                <a:lnTo>
                  <a:pt x="707" y="662"/>
                </a:lnTo>
                <a:lnTo>
                  <a:pt x="706" y="663"/>
                </a:lnTo>
                <a:lnTo>
                  <a:pt x="705" y="664"/>
                </a:lnTo>
                <a:lnTo>
                  <a:pt x="705" y="665"/>
                </a:lnTo>
                <a:lnTo>
                  <a:pt x="704" y="670"/>
                </a:lnTo>
                <a:lnTo>
                  <a:pt x="704" y="671"/>
                </a:lnTo>
                <a:lnTo>
                  <a:pt x="704" y="672"/>
                </a:lnTo>
                <a:lnTo>
                  <a:pt x="704" y="675"/>
                </a:lnTo>
                <a:lnTo>
                  <a:pt x="704" y="676"/>
                </a:lnTo>
                <a:lnTo>
                  <a:pt x="703" y="676"/>
                </a:lnTo>
                <a:lnTo>
                  <a:pt x="703" y="677"/>
                </a:lnTo>
                <a:lnTo>
                  <a:pt x="703" y="678"/>
                </a:lnTo>
                <a:lnTo>
                  <a:pt x="702" y="679"/>
                </a:lnTo>
                <a:lnTo>
                  <a:pt x="701" y="679"/>
                </a:lnTo>
                <a:lnTo>
                  <a:pt x="701" y="681"/>
                </a:lnTo>
                <a:lnTo>
                  <a:pt x="701" y="684"/>
                </a:lnTo>
                <a:lnTo>
                  <a:pt x="702" y="685"/>
                </a:lnTo>
                <a:lnTo>
                  <a:pt x="702" y="686"/>
                </a:lnTo>
                <a:lnTo>
                  <a:pt x="703" y="686"/>
                </a:lnTo>
                <a:lnTo>
                  <a:pt x="702" y="686"/>
                </a:lnTo>
                <a:lnTo>
                  <a:pt x="702" y="687"/>
                </a:lnTo>
                <a:lnTo>
                  <a:pt x="702" y="689"/>
                </a:lnTo>
                <a:lnTo>
                  <a:pt x="702" y="690"/>
                </a:lnTo>
                <a:lnTo>
                  <a:pt x="703" y="691"/>
                </a:lnTo>
                <a:lnTo>
                  <a:pt x="702" y="691"/>
                </a:lnTo>
                <a:lnTo>
                  <a:pt x="702" y="692"/>
                </a:lnTo>
                <a:lnTo>
                  <a:pt x="703" y="694"/>
                </a:lnTo>
                <a:lnTo>
                  <a:pt x="703" y="695"/>
                </a:lnTo>
                <a:lnTo>
                  <a:pt x="704" y="696"/>
                </a:lnTo>
                <a:lnTo>
                  <a:pt x="704" y="697"/>
                </a:lnTo>
                <a:lnTo>
                  <a:pt x="704" y="698"/>
                </a:lnTo>
                <a:lnTo>
                  <a:pt x="703" y="698"/>
                </a:lnTo>
                <a:lnTo>
                  <a:pt x="703" y="699"/>
                </a:lnTo>
                <a:lnTo>
                  <a:pt x="702" y="700"/>
                </a:lnTo>
                <a:lnTo>
                  <a:pt x="703" y="702"/>
                </a:lnTo>
                <a:lnTo>
                  <a:pt x="705" y="703"/>
                </a:lnTo>
                <a:lnTo>
                  <a:pt x="706" y="702"/>
                </a:lnTo>
                <a:lnTo>
                  <a:pt x="706" y="703"/>
                </a:lnTo>
                <a:lnTo>
                  <a:pt x="707" y="703"/>
                </a:lnTo>
                <a:lnTo>
                  <a:pt x="706" y="703"/>
                </a:lnTo>
                <a:lnTo>
                  <a:pt x="706" y="704"/>
                </a:lnTo>
                <a:lnTo>
                  <a:pt x="705" y="704"/>
                </a:lnTo>
                <a:lnTo>
                  <a:pt x="706" y="704"/>
                </a:lnTo>
                <a:lnTo>
                  <a:pt x="707" y="705"/>
                </a:lnTo>
                <a:lnTo>
                  <a:pt x="708" y="706"/>
                </a:lnTo>
                <a:lnTo>
                  <a:pt x="708" y="705"/>
                </a:lnTo>
                <a:lnTo>
                  <a:pt x="709" y="706"/>
                </a:lnTo>
                <a:lnTo>
                  <a:pt x="709" y="707"/>
                </a:lnTo>
                <a:lnTo>
                  <a:pt x="710" y="707"/>
                </a:lnTo>
                <a:lnTo>
                  <a:pt x="711" y="707"/>
                </a:lnTo>
                <a:lnTo>
                  <a:pt x="712" y="707"/>
                </a:lnTo>
                <a:lnTo>
                  <a:pt x="713" y="708"/>
                </a:lnTo>
                <a:lnTo>
                  <a:pt x="714" y="709"/>
                </a:lnTo>
                <a:lnTo>
                  <a:pt x="714" y="710"/>
                </a:lnTo>
                <a:lnTo>
                  <a:pt x="713" y="711"/>
                </a:lnTo>
                <a:lnTo>
                  <a:pt x="712" y="711"/>
                </a:lnTo>
                <a:lnTo>
                  <a:pt x="712" y="712"/>
                </a:lnTo>
                <a:lnTo>
                  <a:pt x="712" y="713"/>
                </a:lnTo>
                <a:lnTo>
                  <a:pt x="713" y="713"/>
                </a:lnTo>
                <a:lnTo>
                  <a:pt x="713" y="714"/>
                </a:lnTo>
                <a:lnTo>
                  <a:pt x="712" y="714"/>
                </a:lnTo>
                <a:lnTo>
                  <a:pt x="712" y="715"/>
                </a:lnTo>
                <a:lnTo>
                  <a:pt x="710" y="716"/>
                </a:lnTo>
                <a:lnTo>
                  <a:pt x="710" y="717"/>
                </a:lnTo>
                <a:lnTo>
                  <a:pt x="709" y="717"/>
                </a:lnTo>
                <a:lnTo>
                  <a:pt x="709" y="718"/>
                </a:lnTo>
                <a:lnTo>
                  <a:pt x="708" y="718"/>
                </a:lnTo>
                <a:lnTo>
                  <a:pt x="707" y="718"/>
                </a:lnTo>
                <a:lnTo>
                  <a:pt x="706" y="719"/>
                </a:lnTo>
                <a:lnTo>
                  <a:pt x="706" y="720"/>
                </a:lnTo>
                <a:lnTo>
                  <a:pt x="706" y="721"/>
                </a:lnTo>
                <a:lnTo>
                  <a:pt x="706" y="722"/>
                </a:lnTo>
                <a:lnTo>
                  <a:pt x="708" y="722"/>
                </a:lnTo>
                <a:lnTo>
                  <a:pt x="709" y="723"/>
                </a:lnTo>
                <a:lnTo>
                  <a:pt x="709" y="724"/>
                </a:lnTo>
                <a:lnTo>
                  <a:pt x="708" y="725"/>
                </a:lnTo>
                <a:lnTo>
                  <a:pt x="707" y="725"/>
                </a:lnTo>
                <a:lnTo>
                  <a:pt x="706" y="726"/>
                </a:lnTo>
                <a:lnTo>
                  <a:pt x="705" y="726"/>
                </a:lnTo>
                <a:lnTo>
                  <a:pt x="705" y="727"/>
                </a:lnTo>
                <a:lnTo>
                  <a:pt x="704" y="727"/>
                </a:lnTo>
                <a:lnTo>
                  <a:pt x="703" y="728"/>
                </a:lnTo>
                <a:lnTo>
                  <a:pt x="702" y="728"/>
                </a:lnTo>
                <a:lnTo>
                  <a:pt x="701" y="728"/>
                </a:lnTo>
                <a:lnTo>
                  <a:pt x="700" y="729"/>
                </a:lnTo>
                <a:lnTo>
                  <a:pt x="699" y="729"/>
                </a:lnTo>
                <a:lnTo>
                  <a:pt x="698" y="730"/>
                </a:lnTo>
                <a:lnTo>
                  <a:pt x="697" y="731"/>
                </a:lnTo>
                <a:lnTo>
                  <a:pt x="696" y="731"/>
                </a:lnTo>
                <a:lnTo>
                  <a:pt x="696" y="732"/>
                </a:lnTo>
                <a:lnTo>
                  <a:pt x="695" y="732"/>
                </a:lnTo>
                <a:lnTo>
                  <a:pt x="695" y="733"/>
                </a:lnTo>
                <a:lnTo>
                  <a:pt x="694" y="734"/>
                </a:lnTo>
                <a:lnTo>
                  <a:pt x="693" y="735"/>
                </a:lnTo>
                <a:lnTo>
                  <a:pt x="694" y="736"/>
                </a:lnTo>
                <a:lnTo>
                  <a:pt x="694" y="737"/>
                </a:lnTo>
                <a:lnTo>
                  <a:pt x="695" y="737"/>
                </a:lnTo>
                <a:lnTo>
                  <a:pt x="696" y="738"/>
                </a:lnTo>
                <a:lnTo>
                  <a:pt x="697" y="738"/>
                </a:lnTo>
                <a:lnTo>
                  <a:pt x="697" y="739"/>
                </a:lnTo>
                <a:lnTo>
                  <a:pt x="698" y="738"/>
                </a:lnTo>
                <a:lnTo>
                  <a:pt x="701" y="736"/>
                </a:lnTo>
                <a:lnTo>
                  <a:pt x="702" y="735"/>
                </a:lnTo>
                <a:lnTo>
                  <a:pt x="703" y="734"/>
                </a:lnTo>
                <a:lnTo>
                  <a:pt x="704" y="734"/>
                </a:lnTo>
                <a:lnTo>
                  <a:pt x="704" y="735"/>
                </a:lnTo>
                <a:lnTo>
                  <a:pt x="706" y="737"/>
                </a:lnTo>
                <a:lnTo>
                  <a:pt x="707" y="737"/>
                </a:lnTo>
                <a:lnTo>
                  <a:pt x="709" y="736"/>
                </a:lnTo>
                <a:lnTo>
                  <a:pt x="710" y="736"/>
                </a:lnTo>
                <a:lnTo>
                  <a:pt x="711" y="736"/>
                </a:lnTo>
                <a:lnTo>
                  <a:pt x="711" y="735"/>
                </a:lnTo>
                <a:lnTo>
                  <a:pt x="712" y="733"/>
                </a:lnTo>
                <a:lnTo>
                  <a:pt x="713" y="732"/>
                </a:lnTo>
                <a:lnTo>
                  <a:pt x="715" y="733"/>
                </a:lnTo>
                <a:lnTo>
                  <a:pt x="716" y="734"/>
                </a:lnTo>
                <a:lnTo>
                  <a:pt x="716" y="735"/>
                </a:lnTo>
                <a:lnTo>
                  <a:pt x="716" y="736"/>
                </a:lnTo>
                <a:lnTo>
                  <a:pt x="716" y="737"/>
                </a:lnTo>
                <a:lnTo>
                  <a:pt x="716" y="738"/>
                </a:lnTo>
                <a:lnTo>
                  <a:pt x="717" y="739"/>
                </a:lnTo>
                <a:lnTo>
                  <a:pt x="717" y="740"/>
                </a:lnTo>
                <a:lnTo>
                  <a:pt x="718" y="740"/>
                </a:lnTo>
                <a:lnTo>
                  <a:pt x="718" y="741"/>
                </a:lnTo>
                <a:lnTo>
                  <a:pt x="719" y="741"/>
                </a:lnTo>
                <a:lnTo>
                  <a:pt x="719" y="742"/>
                </a:lnTo>
                <a:lnTo>
                  <a:pt x="718" y="742"/>
                </a:lnTo>
                <a:lnTo>
                  <a:pt x="717" y="742"/>
                </a:lnTo>
                <a:lnTo>
                  <a:pt x="716" y="742"/>
                </a:lnTo>
                <a:lnTo>
                  <a:pt x="715" y="743"/>
                </a:lnTo>
                <a:lnTo>
                  <a:pt x="715" y="744"/>
                </a:lnTo>
                <a:lnTo>
                  <a:pt x="714" y="745"/>
                </a:lnTo>
                <a:lnTo>
                  <a:pt x="714" y="747"/>
                </a:lnTo>
                <a:lnTo>
                  <a:pt x="714" y="748"/>
                </a:lnTo>
                <a:lnTo>
                  <a:pt x="714" y="749"/>
                </a:lnTo>
                <a:lnTo>
                  <a:pt x="713" y="749"/>
                </a:lnTo>
                <a:lnTo>
                  <a:pt x="712" y="750"/>
                </a:lnTo>
                <a:lnTo>
                  <a:pt x="711" y="751"/>
                </a:lnTo>
                <a:lnTo>
                  <a:pt x="711" y="752"/>
                </a:lnTo>
                <a:lnTo>
                  <a:pt x="711" y="754"/>
                </a:lnTo>
                <a:lnTo>
                  <a:pt x="712" y="754"/>
                </a:lnTo>
                <a:lnTo>
                  <a:pt x="712" y="755"/>
                </a:lnTo>
                <a:lnTo>
                  <a:pt x="711" y="756"/>
                </a:lnTo>
                <a:lnTo>
                  <a:pt x="711" y="757"/>
                </a:lnTo>
                <a:lnTo>
                  <a:pt x="711" y="758"/>
                </a:lnTo>
                <a:lnTo>
                  <a:pt x="711" y="760"/>
                </a:lnTo>
                <a:lnTo>
                  <a:pt x="710" y="760"/>
                </a:lnTo>
                <a:lnTo>
                  <a:pt x="709" y="761"/>
                </a:lnTo>
                <a:lnTo>
                  <a:pt x="708" y="762"/>
                </a:lnTo>
                <a:lnTo>
                  <a:pt x="707" y="763"/>
                </a:lnTo>
                <a:lnTo>
                  <a:pt x="704" y="765"/>
                </a:lnTo>
                <a:lnTo>
                  <a:pt x="703" y="764"/>
                </a:lnTo>
                <a:lnTo>
                  <a:pt x="702" y="764"/>
                </a:lnTo>
                <a:lnTo>
                  <a:pt x="701" y="763"/>
                </a:lnTo>
                <a:lnTo>
                  <a:pt x="701" y="764"/>
                </a:lnTo>
                <a:lnTo>
                  <a:pt x="700" y="764"/>
                </a:lnTo>
                <a:lnTo>
                  <a:pt x="699" y="765"/>
                </a:lnTo>
                <a:lnTo>
                  <a:pt x="699" y="764"/>
                </a:lnTo>
                <a:lnTo>
                  <a:pt x="698" y="765"/>
                </a:lnTo>
                <a:lnTo>
                  <a:pt x="697" y="766"/>
                </a:lnTo>
                <a:lnTo>
                  <a:pt x="697" y="767"/>
                </a:lnTo>
                <a:lnTo>
                  <a:pt x="697" y="768"/>
                </a:lnTo>
                <a:lnTo>
                  <a:pt x="696" y="768"/>
                </a:lnTo>
                <a:lnTo>
                  <a:pt x="696" y="769"/>
                </a:lnTo>
                <a:lnTo>
                  <a:pt x="695" y="770"/>
                </a:lnTo>
                <a:lnTo>
                  <a:pt x="694" y="770"/>
                </a:lnTo>
                <a:lnTo>
                  <a:pt x="693" y="770"/>
                </a:lnTo>
                <a:lnTo>
                  <a:pt x="694" y="770"/>
                </a:lnTo>
                <a:lnTo>
                  <a:pt x="694" y="771"/>
                </a:lnTo>
                <a:lnTo>
                  <a:pt x="695" y="771"/>
                </a:lnTo>
                <a:lnTo>
                  <a:pt x="695" y="773"/>
                </a:lnTo>
                <a:lnTo>
                  <a:pt x="695" y="774"/>
                </a:lnTo>
                <a:lnTo>
                  <a:pt x="694" y="774"/>
                </a:lnTo>
                <a:lnTo>
                  <a:pt x="693" y="774"/>
                </a:lnTo>
                <a:lnTo>
                  <a:pt x="692" y="774"/>
                </a:lnTo>
                <a:lnTo>
                  <a:pt x="693" y="775"/>
                </a:lnTo>
                <a:lnTo>
                  <a:pt x="693" y="776"/>
                </a:lnTo>
                <a:lnTo>
                  <a:pt x="692" y="777"/>
                </a:lnTo>
                <a:lnTo>
                  <a:pt x="690" y="777"/>
                </a:lnTo>
                <a:lnTo>
                  <a:pt x="690" y="778"/>
                </a:lnTo>
                <a:lnTo>
                  <a:pt x="689" y="778"/>
                </a:lnTo>
                <a:lnTo>
                  <a:pt x="690" y="778"/>
                </a:lnTo>
                <a:lnTo>
                  <a:pt x="690" y="779"/>
                </a:lnTo>
                <a:lnTo>
                  <a:pt x="691" y="780"/>
                </a:lnTo>
                <a:lnTo>
                  <a:pt x="690" y="781"/>
                </a:lnTo>
                <a:lnTo>
                  <a:pt x="690" y="782"/>
                </a:lnTo>
                <a:lnTo>
                  <a:pt x="691" y="782"/>
                </a:lnTo>
                <a:lnTo>
                  <a:pt x="690" y="785"/>
                </a:lnTo>
                <a:lnTo>
                  <a:pt x="690" y="786"/>
                </a:lnTo>
                <a:lnTo>
                  <a:pt x="689" y="788"/>
                </a:lnTo>
                <a:lnTo>
                  <a:pt x="688" y="789"/>
                </a:lnTo>
                <a:lnTo>
                  <a:pt x="689" y="789"/>
                </a:lnTo>
                <a:lnTo>
                  <a:pt x="690" y="790"/>
                </a:lnTo>
                <a:lnTo>
                  <a:pt x="691" y="791"/>
                </a:lnTo>
                <a:lnTo>
                  <a:pt x="690" y="792"/>
                </a:lnTo>
                <a:lnTo>
                  <a:pt x="689" y="792"/>
                </a:lnTo>
                <a:lnTo>
                  <a:pt x="689" y="793"/>
                </a:lnTo>
                <a:lnTo>
                  <a:pt x="688" y="794"/>
                </a:lnTo>
                <a:lnTo>
                  <a:pt x="688" y="795"/>
                </a:lnTo>
                <a:lnTo>
                  <a:pt x="689" y="796"/>
                </a:lnTo>
                <a:lnTo>
                  <a:pt x="689" y="797"/>
                </a:lnTo>
                <a:lnTo>
                  <a:pt x="688" y="797"/>
                </a:lnTo>
                <a:lnTo>
                  <a:pt x="688" y="798"/>
                </a:lnTo>
                <a:lnTo>
                  <a:pt x="687" y="800"/>
                </a:lnTo>
                <a:lnTo>
                  <a:pt x="687" y="801"/>
                </a:lnTo>
                <a:lnTo>
                  <a:pt x="686" y="802"/>
                </a:lnTo>
                <a:lnTo>
                  <a:pt x="685" y="804"/>
                </a:lnTo>
                <a:lnTo>
                  <a:pt x="685" y="805"/>
                </a:lnTo>
                <a:lnTo>
                  <a:pt x="684" y="807"/>
                </a:lnTo>
                <a:lnTo>
                  <a:pt x="683" y="807"/>
                </a:lnTo>
                <a:lnTo>
                  <a:pt x="682" y="809"/>
                </a:lnTo>
                <a:lnTo>
                  <a:pt x="681" y="809"/>
                </a:lnTo>
                <a:lnTo>
                  <a:pt x="680" y="809"/>
                </a:lnTo>
                <a:lnTo>
                  <a:pt x="679" y="810"/>
                </a:lnTo>
                <a:lnTo>
                  <a:pt x="679" y="811"/>
                </a:lnTo>
                <a:lnTo>
                  <a:pt x="679" y="812"/>
                </a:lnTo>
                <a:lnTo>
                  <a:pt x="679" y="813"/>
                </a:lnTo>
                <a:lnTo>
                  <a:pt x="680" y="814"/>
                </a:lnTo>
                <a:lnTo>
                  <a:pt x="680" y="815"/>
                </a:lnTo>
                <a:lnTo>
                  <a:pt x="680" y="816"/>
                </a:lnTo>
                <a:lnTo>
                  <a:pt x="681" y="817"/>
                </a:lnTo>
                <a:lnTo>
                  <a:pt x="682" y="817"/>
                </a:lnTo>
                <a:lnTo>
                  <a:pt x="682" y="818"/>
                </a:lnTo>
                <a:lnTo>
                  <a:pt x="683" y="820"/>
                </a:lnTo>
                <a:lnTo>
                  <a:pt x="683" y="822"/>
                </a:lnTo>
                <a:lnTo>
                  <a:pt x="682" y="822"/>
                </a:lnTo>
                <a:lnTo>
                  <a:pt x="681" y="822"/>
                </a:lnTo>
                <a:lnTo>
                  <a:pt x="681" y="823"/>
                </a:lnTo>
                <a:lnTo>
                  <a:pt x="681" y="824"/>
                </a:lnTo>
                <a:lnTo>
                  <a:pt x="680" y="825"/>
                </a:lnTo>
                <a:lnTo>
                  <a:pt x="679" y="825"/>
                </a:lnTo>
                <a:lnTo>
                  <a:pt x="677" y="824"/>
                </a:lnTo>
                <a:lnTo>
                  <a:pt x="677" y="823"/>
                </a:lnTo>
                <a:lnTo>
                  <a:pt x="676" y="822"/>
                </a:lnTo>
                <a:lnTo>
                  <a:pt x="675" y="822"/>
                </a:lnTo>
                <a:lnTo>
                  <a:pt x="674" y="822"/>
                </a:lnTo>
                <a:lnTo>
                  <a:pt x="672" y="822"/>
                </a:lnTo>
                <a:lnTo>
                  <a:pt x="672" y="821"/>
                </a:lnTo>
                <a:lnTo>
                  <a:pt x="672" y="820"/>
                </a:lnTo>
                <a:lnTo>
                  <a:pt x="672" y="819"/>
                </a:lnTo>
                <a:lnTo>
                  <a:pt x="671" y="819"/>
                </a:lnTo>
                <a:lnTo>
                  <a:pt x="670" y="818"/>
                </a:lnTo>
                <a:lnTo>
                  <a:pt x="669" y="818"/>
                </a:lnTo>
                <a:lnTo>
                  <a:pt x="669" y="819"/>
                </a:lnTo>
                <a:lnTo>
                  <a:pt x="669" y="820"/>
                </a:lnTo>
                <a:lnTo>
                  <a:pt x="668" y="821"/>
                </a:lnTo>
                <a:lnTo>
                  <a:pt x="667" y="822"/>
                </a:lnTo>
                <a:lnTo>
                  <a:pt x="667" y="823"/>
                </a:lnTo>
                <a:lnTo>
                  <a:pt x="667" y="824"/>
                </a:lnTo>
                <a:lnTo>
                  <a:pt x="667" y="825"/>
                </a:lnTo>
                <a:lnTo>
                  <a:pt x="668" y="826"/>
                </a:lnTo>
                <a:lnTo>
                  <a:pt x="667" y="828"/>
                </a:lnTo>
                <a:lnTo>
                  <a:pt x="666" y="830"/>
                </a:lnTo>
                <a:lnTo>
                  <a:pt x="664" y="830"/>
                </a:lnTo>
                <a:lnTo>
                  <a:pt x="662" y="830"/>
                </a:lnTo>
                <a:lnTo>
                  <a:pt x="661" y="828"/>
                </a:lnTo>
                <a:lnTo>
                  <a:pt x="660" y="828"/>
                </a:lnTo>
                <a:lnTo>
                  <a:pt x="658" y="827"/>
                </a:lnTo>
                <a:lnTo>
                  <a:pt x="657" y="826"/>
                </a:lnTo>
                <a:lnTo>
                  <a:pt x="654" y="825"/>
                </a:lnTo>
                <a:lnTo>
                  <a:pt x="653" y="825"/>
                </a:lnTo>
                <a:lnTo>
                  <a:pt x="652" y="825"/>
                </a:lnTo>
                <a:lnTo>
                  <a:pt x="652" y="824"/>
                </a:lnTo>
                <a:lnTo>
                  <a:pt x="652" y="823"/>
                </a:lnTo>
                <a:lnTo>
                  <a:pt x="652" y="822"/>
                </a:lnTo>
                <a:lnTo>
                  <a:pt x="653" y="822"/>
                </a:lnTo>
                <a:lnTo>
                  <a:pt x="653" y="821"/>
                </a:lnTo>
                <a:lnTo>
                  <a:pt x="652" y="821"/>
                </a:lnTo>
                <a:lnTo>
                  <a:pt x="652" y="820"/>
                </a:lnTo>
                <a:lnTo>
                  <a:pt x="651" y="819"/>
                </a:lnTo>
                <a:lnTo>
                  <a:pt x="650" y="819"/>
                </a:lnTo>
                <a:lnTo>
                  <a:pt x="650" y="820"/>
                </a:lnTo>
                <a:lnTo>
                  <a:pt x="648" y="820"/>
                </a:lnTo>
                <a:lnTo>
                  <a:pt x="646" y="819"/>
                </a:lnTo>
                <a:lnTo>
                  <a:pt x="646" y="820"/>
                </a:lnTo>
                <a:lnTo>
                  <a:pt x="645" y="820"/>
                </a:lnTo>
                <a:lnTo>
                  <a:pt x="643" y="821"/>
                </a:lnTo>
                <a:lnTo>
                  <a:pt x="641" y="822"/>
                </a:lnTo>
                <a:lnTo>
                  <a:pt x="640" y="823"/>
                </a:lnTo>
                <a:lnTo>
                  <a:pt x="639" y="823"/>
                </a:lnTo>
                <a:lnTo>
                  <a:pt x="639" y="824"/>
                </a:lnTo>
                <a:lnTo>
                  <a:pt x="637" y="824"/>
                </a:lnTo>
                <a:lnTo>
                  <a:pt x="636" y="823"/>
                </a:lnTo>
                <a:lnTo>
                  <a:pt x="635" y="822"/>
                </a:lnTo>
                <a:lnTo>
                  <a:pt x="635" y="820"/>
                </a:lnTo>
                <a:lnTo>
                  <a:pt x="634" y="820"/>
                </a:lnTo>
                <a:lnTo>
                  <a:pt x="634" y="819"/>
                </a:lnTo>
                <a:lnTo>
                  <a:pt x="633" y="818"/>
                </a:lnTo>
                <a:lnTo>
                  <a:pt x="633" y="816"/>
                </a:lnTo>
                <a:lnTo>
                  <a:pt x="633" y="815"/>
                </a:lnTo>
                <a:lnTo>
                  <a:pt x="633" y="814"/>
                </a:lnTo>
                <a:lnTo>
                  <a:pt x="632" y="814"/>
                </a:lnTo>
                <a:lnTo>
                  <a:pt x="632" y="815"/>
                </a:lnTo>
                <a:lnTo>
                  <a:pt x="631" y="815"/>
                </a:lnTo>
                <a:lnTo>
                  <a:pt x="630" y="815"/>
                </a:lnTo>
                <a:lnTo>
                  <a:pt x="629" y="817"/>
                </a:lnTo>
                <a:lnTo>
                  <a:pt x="629" y="818"/>
                </a:lnTo>
                <a:lnTo>
                  <a:pt x="628" y="819"/>
                </a:lnTo>
                <a:lnTo>
                  <a:pt x="627" y="820"/>
                </a:lnTo>
                <a:lnTo>
                  <a:pt x="625" y="820"/>
                </a:lnTo>
                <a:lnTo>
                  <a:pt x="624" y="820"/>
                </a:lnTo>
                <a:lnTo>
                  <a:pt x="624" y="821"/>
                </a:lnTo>
                <a:lnTo>
                  <a:pt x="624" y="822"/>
                </a:lnTo>
                <a:lnTo>
                  <a:pt x="624" y="823"/>
                </a:lnTo>
                <a:lnTo>
                  <a:pt x="624" y="824"/>
                </a:lnTo>
                <a:lnTo>
                  <a:pt x="623" y="826"/>
                </a:lnTo>
                <a:lnTo>
                  <a:pt x="622" y="826"/>
                </a:lnTo>
                <a:lnTo>
                  <a:pt x="622" y="825"/>
                </a:lnTo>
                <a:lnTo>
                  <a:pt x="621" y="825"/>
                </a:lnTo>
                <a:lnTo>
                  <a:pt x="622" y="823"/>
                </a:lnTo>
                <a:lnTo>
                  <a:pt x="622" y="822"/>
                </a:lnTo>
                <a:lnTo>
                  <a:pt x="622" y="821"/>
                </a:lnTo>
                <a:lnTo>
                  <a:pt x="621" y="820"/>
                </a:lnTo>
                <a:lnTo>
                  <a:pt x="621" y="819"/>
                </a:lnTo>
                <a:lnTo>
                  <a:pt x="620" y="819"/>
                </a:lnTo>
                <a:lnTo>
                  <a:pt x="619" y="819"/>
                </a:lnTo>
                <a:lnTo>
                  <a:pt x="618" y="819"/>
                </a:lnTo>
                <a:lnTo>
                  <a:pt x="618" y="818"/>
                </a:lnTo>
                <a:lnTo>
                  <a:pt x="618" y="817"/>
                </a:lnTo>
                <a:lnTo>
                  <a:pt x="618" y="816"/>
                </a:lnTo>
                <a:lnTo>
                  <a:pt x="617" y="814"/>
                </a:lnTo>
                <a:lnTo>
                  <a:pt x="617" y="813"/>
                </a:lnTo>
                <a:lnTo>
                  <a:pt x="616" y="813"/>
                </a:lnTo>
                <a:lnTo>
                  <a:pt x="616" y="812"/>
                </a:lnTo>
                <a:lnTo>
                  <a:pt x="615" y="812"/>
                </a:lnTo>
                <a:lnTo>
                  <a:pt x="615" y="809"/>
                </a:lnTo>
                <a:lnTo>
                  <a:pt x="615" y="808"/>
                </a:lnTo>
                <a:lnTo>
                  <a:pt x="616" y="808"/>
                </a:lnTo>
                <a:lnTo>
                  <a:pt x="616" y="807"/>
                </a:lnTo>
                <a:lnTo>
                  <a:pt x="617" y="806"/>
                </a:lnTo>
                <a:lnTo>
                  <a:pt x="617" y="805"/>
                </a:lnTo>
                <a:lnTo>
                  <a:pt x="618" y="805"/>
                </a:lnTo>
                <a:lnTo>
                  <a:pt x="619" y="804"/>
                </a:lnTo>
                <a:lnTo>
                  <a:pt x="621" y="803"/>
                </a:lnTo>
                <a:lnTo>
                  <a:pt x="622" y="803"/>
                </a:lnTo>
                <a:lnTo>
                  <a:pt x="622" y="802"/>
                </a:lnTo>
                <a:lnTo>
                  <a:pt x="623" y="801"/>
                </a:lnTo>
                <a:lnTo>
                  <a:pt x="623" y="800"/>
                </a:lnTo>
                <a:lnTo>
                  <a:pt x="622" y="800"/>
                </a:lnTo>
                <a:lnTo>
                  <a:pt x="622" y="799"/>
                </a:lnTo>
                <a:lnTo>
                  <a:pt x="621" y="799"/>
                </a:lnTo>
                <a:lnTo>
                  <a:pt x="621" y="798"/>
                </a:lnTo>
                <a:lnTo>
                  <a:pt x="622" y="796"/>
                </a:lnTo>
                <a:lnTo>
                  <a:pt x="624" y="795"/>
                </a:lnTo>
                <a:lnTo>
                  <a:pt x="624" y="793"/>
                </a:lnTo>
                <a:lnTo>
                  <a:pt x="624" y="792"/>
                </a:lnTo>
                <a:lnTo>
                  <a:pt x="624" y="790"/>
                </a:lnTo>
                <a:lnTo>
                  <a:pt x="624" y="789"/>
                </a:lnTo>
                <a:lnTo>
                  <a:pt x="625" y="788"/>
                </a:lnTo>
                <a:lnTo>
                  <a:pt x="625" y="787"/>
                </a:lnTo>
                <a:lnTo>
                  <a:pt x="624" y="787"/>
                </a:lnTo>
                <a:lnTo>
                  <a:pt x="623" y="787"/>
                </a:lnTo>
                <a:lnTo>
                  <a:pt x="621" y="786"/>
                </a:lnTo>
                <a:lnTo>
                  <a:pt x="620" y="786"/>
                </a:lnTo>
                <a:lnTo>
                  <a:pt x="621" y="784"/>
                </a:lnTo>
                <a:lnTo>
                  <a:pt x="622" y="782"/>
                </a:lnTo>
                <a:lnTo>
                  <a:pt x="622" y="781"/>
                </a:lnTo>
                <a:lnTo>
                  <a:pt x="623" y="779"/>
                </a:lnTo>
                <a:lnTo>
                  <a:pt x="624" y="777"/>
                </a:lnTo>
                <a:lnTo>
                  <a:pt x="623" y="776"/>
                </a:lnTo>
                <a:lnTo>
                  <a:pt x="622" y="775"/>
                </a:lnTo>
                <a:lnTo>
                  <a:pt x="621" y="775"/>
                </a:lnTo>
                <a:lnTo>
                  <a:pt x="619" y="774"/>
                </a:lnTo>
                <a:lnTo>
                  <a:pt x="618" y="773"/>
                </a:lnTo>
                <a:lnTo>
                  <a:pt x="617" y="773"/>
                </a:lnTo>
                <a:lnTo>
                  <a:pt x="617" y="772"/>
                </a:lnTo>
                <a:lnTo>
                  <a:pt x="618" y="772"/>
                </a:lnTo>
                <a:lnTo>
                  <a:pt x="618" y="771"/>
                </a:lnTo>
                <a:lnTo>
                  <a:pt x="617" y="769"/>
                </a:lnTo>
                <a:lnTo>
                  <a:pt x="616" y="769"/>
                </a:lnTo>
                <a:lnTo>
                  <a:pt x="615" y="769"/>
                </a:lnTo>
                <a:lnTo>
                  <a:pt x="614" y="769"/>
                </a:lnTo>
                <a:lnTo>
                  <a:pt x="614" y="768"/>
                </a:lnTo>
                <a:lnTo>
                  <a:pt x="613" y="767"/>
                </a:lnTo>
                <a:lnTo>
                  <a:pt x="613" y="766"/>
                </a:lnTo>
                <a:lnTo>
                  <a:pt x="613" y="765"/>
                </a:lnTo>
                <a:lnTo>
                  <a:pt x="613" y="764"/>
                </a:lnTo>
                <a:lnTo>
                  <a:pt x="612" y="764"/>
                </a:lnTo>
                <a:lnTo>
                  <a:pt x="612" y="763"/>
                </a:lnTo>
                <a:lnTo>
                  <a:pt x="611" y="763"/>
                </a:lnTo>
                <a:lnTo>
                  <a:pt x="610" y="763"/>
                </a:lnTo>
                <a:lnTo>
                  <a:pt x="610" y="764"/>
                </a:lnTo>
                <a:lnTo>
                  <a:pt x="610" y="765"/>
                </a:lnTo>
                <a:lnTo>
                  <a:pt x="610" y="766"/>
                </a:lnTo>
                <a:lnTo>
                  <a:pt x="609" y="766"/>
                </a:lnTo>
                <a:lnTo>
                  <a:pt x="609" y="767"/>
                </a:lnTo>
                <a:lnTo>
                  <a:pt x="608" y="767"/>
                </a:lnTo>
                <a:lnTo>
                  <a:pt x="607" y="767"/>
                </a:lnTo>
                <a:lnTo>
                  <a:pt x="606" y="767"/>
                </a:lnTo>
                <a:lnTo>
                  <a:pt x="606" y="768"/>
                </a:lnTo>
                <a:lnTo>
                  <a:pt x="605" y="768"/>
                </a:lnTo>
                <a:lnTo>
                  <a:pt x="604" y="768"/>
                </a:lnTo>
                <a:lnTo>
                  <a:pt x="603" y="768"/>
                </a:lnTo>
                <a:lnTo>
                  <a:pt x="602" y="768"/>
                </a:lnTo>
                <a:lnTo>
                  <a:pt x="601" y="769"/>
                </a:lnTo>
                <a:lnTo>
                  <a:pt x="599" y="769"/>
                </a:lnTo>
                <a:lnTo>
                  <a:pt x="599" y="770"/>
                </a:lnTo>
                <a:lnTo>
                  <a:pt x="599" y="772"/>
                </a:lnTo>
                <a:lnTo>
                  <a:pt x="599" y="773"/>
                </a:lnTo>
                <a:lnTo>
                  <a:pt x="601" y="774"/>
                </a:lnTo>
                <a:lnTo>
                  <a:pt x="602" y="774"/>
                </a:lnTo>
                <a:lnTo>
                  <a:pt x="603" y="775"/>
                </a:lnTo>
                <a:lnTo>
                  <a:pt x="603" y="776"/>
                </a:lnTo>
                <a:lnTo>
                  <a:pt x="604" y="776"/>
                </a:lnTo>
                <a:lnTo>
                  <a:pt x="604" y="777"/>
                </a:lnTo>
                <a:lnTo>
                  <a:pt x="605" y="778"/>
                </a:lnTo>
                <a:lnTo>
                  <a:pt x="606" y="778"/>
                </a:lnTo>
                <a:lnTo>
                  <a:pt x="607" y="778"/>
                </a:lnTo>
                <a:lnTo>
                  <a:pt x="607" y="779"/>
                </a:lnTo>
                <a:lnTo>
                  <a:pt x="608" y="781"/>
                </a:lnTo>
                <a:lnTo>
                  <a:pt x="609" y="782"/>
                </a:lnTo>
                <a:lnTo>
                  <a:pt x="609" y="783"/>
                </a:lnTo>
                <a:lnTo>
                  <a:pt x="609" y="784"/>
                </a:lnTo>
                <a:lnTo>
                  <a:pt x="609" y="785"/>
                </a:lnTo>
                <a:lnTo>
                  <a:pt x="608" y="785"/>
                </a:lnTo>
                <a:lnTo>
                  <a:pt x="607" y="785"/>
                </a:lnTo>
                <a:lnTo>
                  <a:pt x="605" y="786"/>
                </a:lnTo>
                <a:lnTo>
                  <a:pt x="604" y="787"/>
                </a:lnTo>
                <a:lnTo>
                  <a:pt x="604" y="788"/>
                </a:lnTo>
                <a:lnTo>
                  <a:pt x="603" y="789"/>
                </a:lnTo>
                <a:lnTo>
                  <a:pt x="603" y="790"/>
                </a:lnTo>
                <a:lnTo>
                  <a:pt x="602" y="790"/>
                </a:lnTo>
                <a:lnTo>
                  <a:pt x="602" y="791"/>
                </a:lnTo>
                <a:lnTo>
                  <a:pt x="602" y="793"/>
                </a:lnTo>
                <a:lnTo>
                  <a:pt x="602" y="794"/>
                </a:lnTo>
                <a:lnTo>
                  <a:pt x="603" y="794"/>
                </a:lnTo>
                <a:lnTo>
                  <a:pt x="604" y="794"/>
                </a:lnTo>
                <a:lnTo>
                  <a:pt x="604" y="793"/>
                </a:lnTo>
                <a:lnTo>
                  <a:pt x="605" y="793"/>
                </a:lnTo>
                <a:lnTo>
                  <a:pt x="606" y="793"/>
                </a:lnTo>
                <a:lnTo>
                  <a:pt x="606" y="794"/>
                </a:lnTo>
                <a:lnTo>
                  <a:pt x="606" y="795"/>
                </a:lnTo>
                <a:lnTo>
                  <a:pt x="605" y="797"/>
                </a:lnTo>
                <a:lnTo>
                  <a:pt x="604" y="797"/>
                </a:lnTo>
                <a:lnTo>
                  <a:pt x="603" y="797"/>
                </a:lnTo>
                <a:lnTo>
                  <a:pt x="602" y="797"/>
                </a:lnTo>
                <a:lnTo>
                  <a:pt x="601" y="798"/>
                </a:lnTo>
                <a:lnTo>
                  <a:pt x="600" y="798"/>
                </a:lnTo>
                <a:lnTo>
                  <a:pt x="599" y="798"/>
                </a:lnTo>
                <a:lnTo>
                  <a:pt x="596" y="799"/>
                </a:lnTo>
                <a:lnTo>
                  <a:pt x="596" y="800"/>
                </a:lnTo>
                <a:lnTo>
                  <a:pt x="595" y="800"/>
                </a:lnTo>
                <a:lnTo>
                  <a:pt x="594" y="800"/>
                </a:lnTo>
                <a:lnTo>
                  <a:pt x="594" y="798"/>
                </a:lnTo>
                <a:lnTo>
                  <a:pt x="593" y="797"/>
                </a:lnTo>
                <a:lnTo>
                  <a:pt x="592" y="796"/>
                </a:lnTo>
                <a:lnTo>
                  <a:pt x="591" y="796"/>
                </a:lnTo>
                <a:lnTo>
                  <a:pt x="589" y="796"/>
                </a:lnTo>
                <a:lnTo>
                  <a:pt x="588" y="793"/>
                </a:lnTo>
                <a:lnTo>
                  <a:pt x="588" y="792"/>
                </a:lnTo>
                <a:lnTo>
                  <a:pt x="588" y="790"/>
                </a:lnTo>
                <a:lnTo>
                  <a:pt x="588" y="789"/>
                </a:lnTo>
                <a:lnTo>
                  <a:pt x="588" y="788"/>
                </a:lnTo>
                <a:lnTo>
                  <a:pt x="588" y="787"/>
                </a:lnTo>
                <a:lnTo>
                  <a:pt x="588" y="786"/>
                </a:lnTo>
                <a:lnTo>
                  <a:pt x="588" y="785"/>
                </a:lnTo>
                <a:lnTo>
                  <a:pt x="589" y="784"/>
                </a:lnTo>
                <a:lnTo>
                  <a:pt x="590" y="783"/>
                </a:lnTo>
                <a:lnTo>
                  <a:pt x="592" y="783"/>
                </a:lnTo>
                <a:lnTo>
                  <a:pt x="593" y="783"/>
                </a:lnTo>
                <a:lnTo>
                  <a:pt x="593" y="782"/>
                </a:lnTo>
                <a:lnTo>
                  <a:pt x="593" y="781"/>
                </a:lnTo>
                <a:lnTo>
                  <a:pt x="593" y="780"/>
                </a:lnTo>
                <a:lnTo>
                  <a:pt x="593" y="779"/>
                </a:lnTo>
                <a:lnTo>
                  <a:pt x="593" y="777"/>
                </a:lnTo>
                <a:lnTo>
                  <a:pt x="594" y="777"/>
                </a:lnTo>
                <a:lnTo>
                  <a:pt x="594" y="776"/>
                </a:lnTo>
                <a:lnTo>
                  <a:pt x="593" y="776"/>
                </a:lnTo>
                <a:lnTo>
                  <a:pt x="592" y="776"/>
                </a:lnTo>
                <a:lnTo>
                  <a:pt x="591" y="774"/>
                </a:lnTo>
                <a:lnTo>
                  <a:pt x="591" y="773"/>
                </a:lnTo>
                <a:lnTo>
                  <a:pt x="591" y="772"/>
                </a:lnTo>
                <a:lnTo>
                  <a:pt x="590" y="772"/>
                </a:lnTo>
                <a:lnTo>
                  <a:pt x="589" y="772"/>
                </a:lnTo>
                <a:lnTo>
                  <a:pt x="589" y="771"/>
                </a:lnTo>
                <a:lnTo>
                  <a:pt x="590" y="770"/>
                </a:lnTo>
                <a:lnTo>
                  <a:pt x="589" y="769"/>
                </a:lnTo>
                <a:lnTo>
                  <a:pt x="589" y="768"/>
                </a:lnTo>
                <a:lnTo>
                  <a:pt x="588" y="767"/>
                </a:lnTo>
                <a:lnTo>
                  <a:pt x="587" y="766"/>
                </a:lnTo>
                <a:lnTo>
                  <a:pt x="587" y="765"/>
                </a:lnTo>
                <a:lnTo>
                  <a:pt x="587" y="764"/>
                </a:lnTo>
                <a:lnTo>
                  <a:pt x="587" y="763"/>
                </a:lnTo>
                <a:lnTo>
                  <a:pt x="588" y="763"/>
                </a:lnTo>
                <a:lnTo>
                  <a:pt x="588" y="762"/>
                </a:lnTo>
                <a:lnTo>
                  <a:pt x="587" y="762"/>
                </a:lnTo>
                <a:lnTo>
                  <a:pt x="586" y="758"/>
                </a:lnTo>
                <a:lnTo>
                  <a:pt x="587" y="756"/>
                </a:lnTo>
                <a:lnTo>
                  <a:pt x="588" y="756"/>
                </a:lnTo>
                <a:lnTo>
                  <a:pt x="590" y="756"/>
                </a:lnTo>
                <a:lnTo>
                  <a:pt x="591" y="756"/>
                </a:lnTo>
                <a:lnTo>
                  <a:pt x="592" y="756"/>
                </a:lnTo>
                <a:lnTo>
                  <a:pt x="592" y="755"/>
                </a:lnTo>
                <a:lnTo>
                  <a:pt x="593" y="755"/>
                </a:lnTo>
                <a:lnTo>
                  <a:pt x="593" y="753"/>
                </a:lnTo>
                <a:lnTo>
                  <a:pt x="592" y="753"/>
                </a:lnTo>
                <a:lnTo>
                  <a:pt x="592" y="752"/>
                </a:lnTo>
                <a:lnTo>
                  <a:pt x="592" y="751"/>
                </a:lnTo>
                <a:lnTo>
                  <a:pt x="592" y="750"/>
                </a:lnTo>
                <a:lnTo>
                  <a:pt x="592" y="749"/>
                </a:lnTo>
                <a:lnTo>
                  <a:pt x="592" y="748"/>
                </a:lnTo>
                <a:lnTo>
                  <a:pt x="592" y="747"/>
                </a:lnTo>
                <a:lnTo>
                  <a:pt x="591" y="746"/>
                </a:lnTo>
                <a:lnTo>
                  <a:pt x="591" y="745"/>
                </a:lnTo>
                <a:lnTo>
                  <a:pt x="593" y="743"/>
                </a:lnTo>
                <a:lnTo>
                  <a:pt x="593" y="742"/>
                </a:lnTo>
                <a:lnTo>
                  <a:pt x="594" y="741"/>
                </a:lnTo>
                <a:lnTo>
                  <a:pt x="595" y="740"/>
                </a:lnTo>
                <a:lnTo>
                  <a:pt x="596" y="739"/>
                </a:lnTo>
                <a:lnTo>
                  <a:pt x="596" y="738"/>
                </a:lnTo>
                <a:lnTo>
                  <a:pt x="596" y="737"/>
                </a:lnTo>
                <a:lnTo>
                  <a:pt x="596" y="736"/>
                </a:lnTo>
                <a:lnTo>
                  <a:pt x="596" y="735"/>
                </a:lnTo>
                <a:lnTo>
                  <a:pt x="596" y="734"/>
                </a:lnTo>
                <a:lnTo>
                  <a:pt x="595" y="734"/>
                </a:lnTo>
                <a:lnTo>
                  <a:pt x="594" y="734"/>
                </a:lnTo>
                <a:lnTo>
                  <a:pt x="594" y="735"/>
                </a:lnTo>
                <a:lnTo>
                  <a:pt x="593" y="735"/>
                </a:lnTo>
                <a:lnTo>
                  <a:pt x="592" y="736"/>
                </a:lnTo>
                <a:lnTo>
                  <a:pt x="591" y="736"/>
                </a:lnTo>
                <a:lnTo>
                  <a:pt x="590" y="735"/>
                </a:lnTo>
                <a:lnTo>
                  <a:pt x="590" y="734"/>
                </a:lnTo>
                <a:lnTo>
                  <a:pt x="589" y="735"/>
                </a:lnTo>
                <a:lnTo>
                  <a:pt x="588" y="735"/>
                </a:lnTo>
                <a:lnTo>
                  <a:pt x="587" y="735"/>
                </a:lnTo>
                <a:lnTo>
                  <a:pt x="587" y="734"/>
                </a:lnTo>
                <a:lnTo>
                  <a:pt x="588" y="734"/>
                </a:lnTo>
                <a:lnTo>
                  <a:pt x="588" y="733"/>
                </a:lnTo>
                <a:lnTo>
                  <a:pt x="586" y="731"/>
                </a:lnTo>
                <a:lnTo>
                  <a:pt x="585" y="731"/>
                </a:lnTo>
                <a:lnTo>
                  <a:pt x="584" y="730"/>
                </a:lnTo>
                <a:lnTo>
                  <a:pt x="584" y="731"/>
                </a:lnTo>
                <a:lnTo>
                  <a:pt x="583" y="731"/>
                </a:lnTo>
                <a:lnTo>
                  <a:pt x="583" y="732"/>
                </a:lnTo>
                <a:lnTo>
                  <a:pt x="583" y="733"/>
                </a:lnTo>
                <a:lnTo>
                  <a:pt x="583" y="734"/>
                </a:lnTo>
                <a:lnTo>
                  <a:pt x="581" y="734"/>
                </a:lnTo>
                <a:lnTo>
                  <a:pt x="580" y="734"/>
                </a:lnTo>
                <a:lnTo>
                  <a:pt x="580" y="733"/>
                </a:lnTo>
                <a:lnTo>
                  <a:pt x="579" y="733"/>
                </a:lnTo>
                <a:lnTo>
                  <a:pt x="578" y="733"/>
                </a:lnTo>
                <a:lnTo>
                  <a:pt x="578" y="734"/>
                </a:lnTo>
                <a:lnTo>
                  <a:pt x="576" y="735"/>
                </a:lnTo>
                <a:lnTo>
                  <a:pt x="574" y="735"/>
                </a:lnTo>
                <a:lnTo>
                  <a:pt x="573" y="736"/>
                </a:lnTo>
                <a:lnTo>
                  <a:pt x="573" y="737"/>
                </a:lnTo>
                <a:lnTo>
                  <a:pt x="573" y="738"/>
                </a:lnTo>
                <a:lnTo>
                  <a:pt x="572" y="738"/>
                </a:lnTo>
                <a:lnTo>
                  <a:pt x="571" y="738"/>
                </a:lnTo>
                <a:lnTo>
                  <a:pt x="570" y="738"/>
                </a:lnTo>
                <a:lnTo>
                  <a:pt x="568" y="738"/>
                </a:lnTo>
                <a:lnTo>
                  <a:pt x="567" y="738"/>
                </a:lnTo>
                <a:lnTo>
                  <a:pt x="565" y="737"/>
                </a:lnTo>
                <a:lnTo>
                  <a:pt x="564" y="737"/>
                </a:lnTo>
                <a:lnTo>
                  <a:pt x="563" y="737"/>
                </a:lnTo>
                <a:lnTo>
                  <a:pt x="562" y="737"/>
                </a:lnTo>
                <a:lnTo>
                  <a:pt x="560" y="737"/>
                </a:lnTo>
                <a:lnTo>
                  <a:pt x="559" y="736"/>
                </a:lnTo>
                <a:lnTo>
                  <a:pt x="558" y="735"/>
                </a:lnTo>
                <a:lnTo>
                  <a:pt x="557" y="735"/>
                </a:lnTo>
                <a:lnTo>
                  <a:pt x="554" y="734"/>
                </a:lnTo>
                <a:lnTo>
                  <a:pt x="553" y="734"/>
                </a:lnTo>
                <a:lnTo>
                  <a:pt x="551" y="733"/>
                </a:lnTo>
                <a:lnTo>
                  <a:pt x="550" y="731"/>
                </a:lnTo>
                <a:lnTo>
                  <a:pt x="548" y="731"/>
                </a:lnTo>
                <a:lnTo>
                  <a:pt x="547" y="730"/>
                </a:lnTo>
                <a:lnTo>
                  <a:pt x="546" y="730"/>
                </a:lnTo>
                <a:lnTo>
                  <a:pt x="546" y="729"/>
                </a:lnTo>
                <a:lnTo>
                  <a:pt x="545" y="729"/>
                </a:lnTo>
                <a:lnTo>
                  <a:pt x="544" y="729"/>
                </a:lnTo>
                <a:lnTo>
                  <a:pt x="542" y="729"/>
                </a:lnTo>
                <a:lnTo>
                  <a:pt x="543" y="728"/>
                </a:lnTo>
                <a:lnTo>
                  <a:pt x="543" y="727"/>
                </a:lnTo>
                <a:lnTo>
                  <a:pt x="544" y="726"/>
                </a:lnTo>
                <a:lnTo>
                  <a:pt x="544" y="725"/>
                </a:lnTo>
                <a:lnTo>
                  <a:pt x="544" y="723"/>
                </a:lnTo>
                <a:lnTo>
                  <a:pt x="545" y="723"/>
                </a:lnTo>
                <a:lnTo>
                  <a:pt x="545" y="722"/>
                </a:lnTo>
                <a:lnTo>
                  <a:pt x="545" y="721"/>
                </a:lnTo>
                <a:lnTo>
                  <a:pt x="544" y="721"/>
                </a:lnTo>
                <a:lnTo>
                  <a:pt x="544" y="717"/>
                </a:lnTo>
                <a:lnTo>
                  <a:pt x="545" y="717"/>
                </a:lnTo>
                <a:lnTo>
                  <a:pt x="545" y="716"/>
                </a:lnTo>
                <a:lnTo>
                  <a:pt x="546" y="716"/>
                </a:lnTo>
                <a:lnTo>
                  <a:pt x="546" y="715"/>
                </a:lnTo>
                <a:lnTo>
                  <a:pt x="546" y="714"/>
                </a:lnTo>
                <a:lnTo>
                  <a:pt x="549" y="711"/>
                </a:lnTo>
                <a:lnTo>
                  <a:pt x="549" y="710"/>
                </a:lnTo>
                <a:lnTo>
                  <a:pt x="550" y="709"/>
                </a:lnTo>
                <a:lnTo>
                  <a:pt x="551" y="709"/>
                </a:lnTo>
                <a:lnTo>
                  <a:pt x="551" y="708"/>
                </a:lnTo>
                <a:lnTo>
                  <a:pt x="551" y="707"/>
                </a:lnTo>
                <a:lnTo>
                  <a:pt x="551" y="705"/>
                </a:lnTo>
                <a:lnTo>
                  <a:pt x="551" y="703"/>
                </a:lnTo>
                <a:lnTo>
                  <a:pt x="550" y="702"/>
                </a:lnTo>
                <a:lnTo>
                  <a:pt x="547" y="701"/>
                </a:lnTo>
                <a:lnTo>
                  <a:pt x="545" y="701"/>
                </a:lnTo>
                <a:lnTo>
                  <a:pt x="545" y="700"/>
                </a:lnTo>
                <a:lnTo>
                  <a:pt x="545" y="699"/>
                </a:lnTo>
                <a:lnTo>
                  <a:pt x="545" y="696"/>
                </a:lnTo>
                <a:lnTo>
                  <a:pt x="544" y="695"/>
                </a:lnTo>
                <a:lnTo>
                  <a:pt x="544" y="694"/>
                </a:lnTo>
                <a:lnTo>
                  <a:pt x="543" y="692"/>
                </a:lnTo>
                <a:lnTo>
                  <a:pt x="543" y="691"/>
                </a:lnTo>
                <a:lnTo>
                  <a:pt x="544" y="691"/>
                </a:lnTo>
                <a:lnTo>
                  <a:pt x="544" y="690"/>
                </a:lnTo>
                <a:lnTo>
                  <a:pt x="545" y="689"/>
                </a:lnTo>
                <a:lnTo>
                  <a:pt x="545" y="688"/>
                </a:lnTo>
                <a:lnTo>
                  <a:pt x="545" y="687"/>
                </a:lnTo>
                <a:lnTo>
                  <a:pt x="545" y="686"/>
                </a:lnTo>
                <a:lnTo>
                  <a:pt x="545" y="685"/>
                </a:lnTo>
                <a:lnTo>
                  <a:pt x="545" y="684"/>
                </a:lnTo>
                <a:lnTo>
                  <a:pt x="544" y="683"/>
                </a:lnTo>
                <a:lnTo>
                  <a:pt x="544" y="682"/>
                </a:lnTo>
                <a:lnTo>
                  <a:pt x="544" y="677"/>
                </a:lnTo>
                <a:lnTo>
                  <a:pt x="544" y="676"/>
                </a:lnTo>
                <a:lnTo>
                  <a:pt x="543" y="675"/>
                </a:lnTo>
                <a:lnTo>
                  <a:pt x="543" y="674"/>
                </a:lnTo>
                <a:lnTo>
                  <a:pt x="542" y="673"/>
                </a:lnTo>
                <a:lnTo>
                  <a:pt x="541" y="673"/>
                </a:lnTo>
                <a:lnTo>
                  <a:pt x="539" y="672"/>
                </a:lnTo>
                <a:lnTo>
                  <a:pt x="538" y="672"/>
                </a:lnTo>
                <a:lnTo>
                  <a:pt x="538" y="671"/>
                </a:lnTo>
                <a:lnTo>
                  <a:pt x="538" y="670"/>
                </a:lnTo>
                <a:lnTo>
                  <a:pt x="537" y="668"/>
                </a:lnTo>
                <a:lnTo>
                  <a:pt x="537" y="665"/>
                </a:lnTo>
                <a:lnTo>
                  <a:pt x="536" y="663"/>
                </a:lnTo>
                <a:lnTo>
                  <a:pt x="536" y="662"/>
                </a:lnTo>
                <a:lnTo>
                  <a:pt x="536" y="660"/>
                </a:lnTo>
                <a:lnTo>
                  <a:pt x="536" y="659"/>
                </a:lnTo>
                <a:lnTo>
                  <a:pt x="535" y="658"/>
                </a:lnTo>
                <a:lnTo>
                  <a:pt x="534" y="655"/>
                </a:lnTo>
                <a:lnTo>
                  <a:pt x="534" y="654"/>
                </a:lnTo>
                <a:lnTo>
                  <a:pt x="533" y="653"/>
                </a:lnTo>
                <a:lnTo>
                  <a:pt x="533" y="652"/>
                </a:lnTo>
                <a:lnTo>
                  <a:pt x="534" y="650"/>
                </a:lnTo>
                <a:lnTo>
                  <a:pt x="535" y="648"/>
                </a:lnTo>
                <a:lnTo>
                  <a:pt x="535" y="646"/>
                </a:lnTo>
                <a:lnTo>
                  <a:pt x="534" y="646"/>
                </a:lnTo>
                <a:lnTo>
                  <a:pt x="533" y="645"/>
                </a:lnTo>
                <a:lnTo>
                  <a:pt x="532" y="645"/>
                </a:lnTo>
                <a:lnTo>
                  <a:pt x="531" y="645"/>
                </a:lnTo>
                <a:lnTo>
                  <a:pt x="530" y="644"/>
                </a:lnTo>
                <a:lnTo>
                  <a:pt x="529" y="644"/>
                </a:lnTo>
                <a:lnTo>
                  <a:pt x="528" y="644"/>
                </a:lnTo>
                <a:lnTo>
                  <a:pt x="528" y="645"/>
                </a:lnTo>
                <a:lnTo>
                  <a:pt x="528" y="646"/>
                </a:lnTo>
                <a:lnTo>
                  <a:pt x="528" y="647"/>
                </a:lnTo>
                <a:lnTo>
                  <a:pt x="528" y="648"/>
                </a:lnTo>
                <a:lnTo>
                  <a:pt x="527" y="648"/>
                </a:lnTo>
                <a:lnTo>
                  <a:pt x="527" y="649"/>
                </a:lnTo>
                <a:lnTo>
                  <a:pt x="526" y="650"/>
                </a:lnTo>
                <a:lnTo>
                  <a:pt x="526" y="651"/>
                </a:lnTo>
                <a:lnTo>
                  <a:pt x="527" y="652"/>
                </a:lnTo>
                <a:lnTo>
                  <a:pt x="527" y="653"/>
                </a:lnTo>
                <a:lnTo>
                  <a:pt x="526" y="654"/>
                </a:lnTo>
                <a:lnTo>
                  <a:pt x="526" y="655"/>
                </a:lnTo>
                <a:lnTo>
                  <a:pt x="525" y="655"/>
                </a:lnTo>
                <a:lnTo>
                  <a:pt x="525" y="656"/>
                </a:lnTo>
                <a:lnTo>
                  <a:pt x="524" y="656"/>
                </a:lnTo>
                <a:lnTo>
                  <a:pt x="524" y="657"/>
                </a:lnTo>
                <a:lnTo>
                  <a:pt x="522" y="657"/>
                </a:lnTo>
                <a:lnTo>
                  <a:pt x="521" y="657"/>
                </a:lnTo>
                <a:lnTo>
                  <a:pt x="520" y="657"/>
                </a:lnTo>
                <a:lnTo>
                  <a:pt x="520" y="656"/>
                </a:lnTo>
                <a:lnTo>
                  <a:pt x="521" y="655"/>
                </a:lnTo>
                <a:lnTo>
                  <a:pt x="521" y="654"/>
                </a:lnTo>
                <a:lnTo>
                  <a:pt x="522" y="654"/>
                </a:lnTo>
                <a:lnTo>
                  <a:pt x="522" y="653"/>
                </a:lnTo>
                <a:lnTo>
                  <a:pt x="521" y="653"/>
                </a:lnTo>
                <a:lnTo>
                  <a:pt x="520" y="653"/>
                </a:lnTo>
                <a:lnTo>
                  <a:pt x="518" y="652"/>
                </a:lnTo>
                <a:lnTo>
                  <a:pt x="517" y="652"/>
                </a:lnTo>
                <a:lnTo>
                  <a:pt x="516" y="651"/>
                </a:lnTo>
                <a:lnTo>
                  <a:pt x="516" y="650"/>
                </a:lnTo>
                <a:lnTo>
                  <a:pt x="516" y="649"/>
                </a:lnTo>
                <a:lnTo>
                  <a:pt x="515" y="649"/>
                </a:lnTo>
                <a:lnTo>
                  <a:pt x="515" y="648"/>
                </a:lnTo>
                <a:lnTo>
                  <a:pt x="515" y="649"/>
                </a:lnTo>
                <a:lnTo>
                  <a:pt x="514" y="649"/>
                </a:lnTo>
                <a:lnTo>
                  <a:pt x="513" y="649"/>
                </a:lnTo>
                <a:lnTo>
                  <a:pt x="511" y="650"/>
                </a:lnTo>
                <a:lnTo>
                  <a:pt x="509" y="651"/>
                </a:lnTo>
                <a:lnTo>
                  <a:pt x="509" y="652"/>
                </a:lnTo>
                <a:lnTo>
                  <a:pt x="508" y="653"/>
                </a:lnTo>
                <a:lnTo>
                  <a:pt x="507" y="653"/>
                </a:lnTo>
                <a:lnTo>
                  <a:pt x="505" y="653"/>
                </a:lnTo>
                <a:lnTo>
                  <a:pt x="504" y="653"/>
                </a:lnTo>
                <a:lnTo>
                  <a:pt x="504" y="652"/>
                </a:lnTo>
                <a:lnTo>
                  <a:pt x="504" y="651"/>
                </a:lnTo>
                <a:lnTo>
                  <a:pt x="503" y="650"/>
                </a:lnTo>
                <a:lnTo>
                  <a:pt x="502" y="649"/>
                </a:lnTo>
                <a:lnTo>
                  <a:pt x="500" y="648"/>
                </a:lnTo>
                <a:lnTo>
                  <a:pt x="499" y="648"/>
                </a:lnTo>
                <a:lnTo>
                  <a:pt x="498" y="648"/>
                </a:lnTo>
                <a:lnTo>
                  <a:pt x="495" y="647"/>
                </a:lnTo>
                <a:lnTo>
                  <a:pt x="494" y="647"/>
                </a:lnTo>
                <a:lnTo>
                  <a:pt x="493" y="646"/>
                </a:lnTo>
                <a:lnTo>
                  <a:pt x="492" y="647"/>
                </a:lnTo>
                <a:lnTo>
                  <a:pt x="491" y="648"/>
                </a:lnTo>
                <a:lnTo>
                  <a:pt x="490" y="649"/>
                </a:lnTo>
                <a:lnTo>
                  <a:pt x="490" y="650"/>
                </a:lnTo>
                <a:lnTo>
                  <a:pt x="489" y="651"/>
                </a:lnTo>
                <a:lnTo>
                  <a:pt x="488" y="651"/>
                </a:lnTo>
                <a:lnTo>
                  <a:pt x="487" y="653"/>
                </a:lnTo>
                <a:lnTo>
                  <a:pt x="487" y="654"/>
                </a:lnTo>
                <a:lnTo>
                  <a:pt x="487" y="655"/>
                </a:lnTo>
                <a:lnTo>
                  <a:pt x="486" y="655"/>
                </a:lnTo>
                <a:lnTo>
                  <a:pt x="485" y="656"/>
                </a:lnTo>
                <a:lnTo>
                  <a:pt x="485" y="657"/>
                </a:lnTo>
                <a:lnTo>
                  <a:pt x="482" y="657"/>
                </a:lnTo>
                <a:lnTo>
                  <a:pt x="481" y="657"/>
                </a:lnTo>
                <a:lnTo>
                  <a:pt x="480" y="657"/>
                </a:lnTo>
                <a:lnTo>
                  <a:pt x="478" y="658"/>
                </a:lnTo>
                <a:lnTo>
                  <a:pt x="473" y="658"/>
                </a:lnTo>
                <a:lnTo>
                  <a:pt x="470" y="657"/>
                </a:lnTo>
                <a:lnTo>
                  <a:pt x="469" y="657"/>
                </a:lnTo>
                <a:lnTo>
                  <a:pt x="468" y="657"/>
                </a:lnTo>
                <a:lnTo>
                  <a:pt x="468" y="658"/>
                </a:lnTo>
                <a:lnTo>
                  <a:pt x="468" y="659"/>
                </a:lnTo>
                <a:lnTo>
                  <a:pt x="467" y="660"/>
                </a:lnTo>
                <a:lnTo>
                  <a:pt x="467" y="661"/>
                </a:lnTo>
                <a:lnTo>
                  <a:pt x="465" y="663"/>
                </a:lnTo>
                <a:lnTo>
                  <a:pt x="464" y="664"/>
                </a:lnTo>
                <a:lnTo>
                  <a:pt x="463" y="664"/>
                </a:lnTo>
                <a:lnTo>
                  <a:pt x="462" y="663"/>
                </a:lnTo>
                <a:lnTo>
                  <a:pt x="460" y="663"/>
                </a:lnTo>
                <a:lnTo>
                  <a:pt x="460" y="664"/>
                </a:lnTo>
                <a:lnTo>
                  <a:pt x="461" y="664"/>
                </a:lnTo>
                <a:lnTo>
                  <a:pt x="461" y="665"/>
                </a:lnTo>
                <a:lnTo>
                  <a:pt x="461" y="666"/>
                </a:lnTo>
                <a:lnTo>
                  <a:pt x="461" y="668"/>
                </a:lnTo>
                <a:lnTo>
                  <a:pt x="459" y="668"/>
                </a:lnTo>
                <a:lnTo>
                  <a:pt x="458" y="669"/>
                </a:lnTo>
                <a:lnTo>
                  <a:pt x="458" y="671"/>
                </a:lnTo>
                <a:lnTo>
                  <a:pt x="458" y="673"/>
                </a:lnTo>
                <a:lnTo>
                  <a:pt x="458" y="674"/>
                </a:lnTo>
                <a:lnTo>
                  <a:pt x="457" y="673"/>
                </a:lnTo>
                <a:lnTo>
                  <a:pt x="456" y="672"/>
                </a:lnTo>
                <a:lnTo>
                  <a:pt x="455" y="673"/>
                </a:lnTo>
                <a:lnTo>
                  <a:pt x="454" y="673"/>
                </a:lnTo>
                <a:lnTo>
                  <a:pt x="453" y="673"/>
                </a:lnTo>
                <a:lnTo>
                  <a:pt x="452" y="672"/>
                </a:lnTo>
                <a:lnTo>
                  <a:pt x="452" y="671"/>
                </a:lnTo>
                <a:lnTo>
                  <a:pt x="451" y="670"/>
                </a:lnTo>
                <a:lnTo>
                  <a:pt x="449" y="670"/>
                </a:lnTo>
                <a:lnTo>
                  <a:pt x="448" y="669"/>
                </a:lnTo>
                <a:lnTo>
                  <a:pt x="447" y="669"/>
                </a:lnTo>
                <a:lnTo>
                  <a:pt x="447" y="668"/>
                </a:lnTo>
                <a:lnTo>
                  <a:pt x="448" y="668"/>
                </a:lnTo>
                <a:lnTo>
                  <a:pt x="448" y="667"/>
                </a:lnTo>
                <a:lnTo>
                  <a:pt x="449" y="666"/>
                </a:lnTo>
                <a:lnTo>
                  <a:pt x="449" y="664"/>
                </a:lnTo>
                <a:lnTo>
                  <a:pt x="449" y="662"/>
                </a:lnTo>
                <a:lnTo>
                  <a:pt x="449" y="661"/>
                </a:lnTo>
                <a:lnTo>
                  <a:pt x="449" y="660"/>
                </a:lnTo>
                <a:lnTo>
                  <a:pt x="449" y="659"/>
                </a:lnTo>
                <a:lnTo>
                  <a:pt x="449" y="658"/>
                </a:lnTo>
                <a:lnTo>
                  <a:pt x="448" y="658"/>
                </a:lnTo>
                <a:lnTo>
                  <a:pt x="447" y="657"/>
                </a:lnTo>
                <a:lnTo>
                  <a:pt x="446" y="657"/>
                </a:lnTo>
                <a:lnTo>
                  <a:pt x="445" y="656"/>
                </a:lnTo>
                <a:lnTo>
                  <a:pt x="444" y="656"/>
                </a:lnTo>
                <a:lnTo>
                  <a:pt x="443" y="656"/>
                </a:lnTo>
                <a:lnTo>
                  <a:pt x="443" y="655"/>
                </a:lnTo>
                <a:lnTo>
                  <a:pt x="443" y="653"/>
                </a:lnTo>
                <a:lnTo>
                  <a:pt x="443" y="648"/>
                </a:lnTo>
                <a:lnTo>
                  <a:pt x="443" y="647"/>
                </a:lnTo>
                <a:lnTo>
                  <a:pt x="444" y="645"/>
                </a:lnTo>
                <a:lnTo>
                  <a:pt x="445" y="644"/>
                </a:lnTo>
                <a:lnTo>
                  <a:pt x="445" y="643"/>
                </a:lnTo>
                <a:lnTo>
                  <a:pt x="445" y="641"/>
                </a:lnTo>
                <a:lnTo>
                  <a:pt x="446" y="640"/>
                </a:lnTo>
                <a:lnTo>
                  <a:pt x="446" y="639"/>
                </a:lnTo>
                <a:lnTo>
                  <a:pt x="446" y="638"/>
                </a:lnTo>
                <a:lnTo>
                  <a:pt x="447" y="637"/>
                </a:lnTo>
                <a:lnTo>
                  <a:pt x="446" y="636"/>
                </a:lnTo>
                <a:lnTo>
                  <a:pt x="445" y="636"/>
                </a:lnTo>
                <a:lnTo>
                  <a:pt x="444" y="635"/>
                </a:lnTo>
                <a:lnTo>
                  <a:pt x="443" y="635"/>
                </a:lnTo>
                <a:lnTo>
                  <a:pt x="443" y="634"/>
                </a:lnTo>
                <a:lnTo>
                  <a:pt x="442" y="633"/>
                </a:lnTo>
                <a:lnTo>
                  <a:pt x="441" y="632"/>
                </a:lnTo>
                <a:lnTo>
                  <a:pt x="440" y="632"/>
                </a:lnTo>
                <a:lnTo>
                  <a:pt x="439" y="630"/>
                </a:lnTo>
                <a:lnTo>
                  <a:pt x="439" y="628"/>
                </a:lnTo>
                <a:lnTo>
                  <a:pt x="438" y="628"/>
                </a:lnTo>
                <a:lnTo>
                  <a:pt x="438" y="626"/>
                </a:lnTo>
                <a:lnTo>
                  <a:pt x="437" y="626"/>
                </a:lnTo>
                <a:lnTo>
                  <a:pt x="436" y="625"/>
                </a:lnTo>
                <a:lnTo>
                  <a:pt x="435" y="625"/>
                </a:lnTo>
                <a:lnTo>
                  <a:pt x="435" y="626"/>
                </a:lnTo>
                <a:lnTo>
                  <a:pt x="434" y="627"/>
                </a:lnTo>
                <a:lnTo>
                  <a:pt x="433" y="628"/>
                </a:lnTo>
                <a:lnTo>
                  <a:pt x="431" y="628"/>
                </a:lnTo>
                <a:lnTo>
                  <a:pt x="431" y="629"/>
                </a:lnTo>
                <a:lnTo>
                  <a:pt x="431" y="630"/>
                </a:lnTo>
                <a:lnTo>
                  <a:pt x="432" y="630"/>
                </a:lnTo>
                <a:lnTo>
                  <a:pt x="431" y="631"/>
                </a:lnTo>
                <a:lnTo>
                  <a:pt x="430" y="634"/>
                </a:lnTo>
                <a:lnTo>
                  <a:pt x="429" y="634"/>
                </a:lnTo>
                <a:lnTo>
                  <a:pt x="429" y="633"/>
                </a:lnTo>
                <a:lnTo>
                  <a:pt x="429" y="632"/>
                </a:lnTo>
                <a:lnTo>
                  <a:pt x="428" y="633"/>
                </a:lnTo>
                <a:lnTo>
                  <a:pt x="428" y="635"/>
                </a:lnTo>
                <a:lnTo>
                  <a:pt x="427" y="636"/>
                </a:lnTo>
                <a:lnTo>
                  <a:pt x="426" y="637"/>
                </a:lnTo>
                <a:lnTo>
                  <a:pt x="425" y="636"/>
                </a:lnTo>
                <a:lnTo>
                  <a:pt x="424" y="636"/>
                </a:lnTo>
                <a:lnTo>
                  <a:pt x="422" y="636"/>
                </a:lnTo>
                <a:lnTo>
                  <a:pt x="421" y="636"/>
                </a:lnTo>
                <a:lnTo>
                  <a:pt x="420" y="636"/>
                </a:lnTo>
                <a:lnTo>
                  <a:pt x="420" y="635"/>
                </a:lnTo>
                <a:lnTo>
                  <a:pt x="420" y="634"/>
                </a:lnTo>
                <a:lnTo>
                  <a:pt x="420" y="633"/>
                </a:lnTo>
                <a:lnTo>
                  <a:pt x="419" y="633"/>
                </a:lnTo>
                <a:lnTo>
                  <a:pt x="418" y="633"/>
                </a:lnTo>
                <a:lnTo>
                  <a:pt x="417" y="633"/>
                </a:lnTo>
                <a:lnTo>
                  <a:pt x="416" y="633"/>
                </a:lnTo>
                <a:lnTo>
                  <a:pt x="415" y="633"/>
                </a:lnTo>
                <a:lnTo>
                  <a:pt x="415" y="632"/>
                </a:lnTo>
                <a:lnTo>
                  <a:pt x="414" y="632"/>
                </a:lnTo>
                <a:lnTo>
                  <a:pt x="414" y="631"/>
                </a:lnTo>
                <a:lnTo>
                  <a:pt x="413" y="631"/>
                </a:lnTo>
                <a:lnTo>
                  <a:pt x="410" y="633"/>
                </a:lnTo>
                <a:lnTo>
                  <a:pt x="409" y="633"/>
                </a:lnTo>
                <a:lnTo>
                  <a:pt x="409" y="634"/>
                </a:lnTo>
                <a:lnTo>
                  <a:pt x="410" y="634"/>
                </a:lnTo>
                <a:lnTo>
                  <a:pt x="410" y="635"/>
                </a:lnTo>
                <a:lnTo>
                  <a:pt x="410" y="636"/>
                </a:lnTo>
                <a:lnTo>
                  <a:pt x="409" y="637"/>
                </a:lnTo>
                <a:lnTo>
                  <a:pt x="408" y="637"/>
                </a:lnTo>
                <a:lnTo>
                  <a:pt x="407" y="636"/>
                </a:lnTo>
                <a:lnTo>
                  <a:pt x="407" y="635"/>
                </a:lnTo>
                <a:lnTo>
                  <a:pt x="407" y="634"/>
                </a:lnTo>
                <a:lnTo>
                  <a:pt x="406" y="633"/>
                </a:lnTo>
                <a:lnTo>
                  <a:pt x="406" y="632"/>
                </a:lnTo>
                <a:lnTo>
                  <a:pt x="406" y="631"/>
                </a:lnTo>
                <a:lnTo>
                  <a:pt x="406" y="629"/>
                </a:lnTo>
                <a:lnTo>
                  <a:pt x="405" y="629"/>
                </a:lnTo>
                <a:lnTo>
                  <a:pt x="405" y="628"/>
                </a:lnTo>
                <a:lnTo>
                  <a:pt x="405" y="627"/>
                </a:lnTo>
                <a:lnTo>
                  <a:pt x="405" y="625"/>
                </a:lnTo>
                <a:lnTo>
                  <a:pt x="404" y="624"/>
                </a:lnTo>
                <a:lnTo>
                  <a:pt x="404" y="622"/>
                </a:lnTo>
                <a:lnTo>
                  <a:pt x="403" y="622"/>
                </a:lnTo>
                <a:lnTo>
                  <a:pt x="402" y="621"/>
                </a:lnTo>
                <a:lnTo>
                  <a:pt x="401" y="622"/>
                </a:lnTo>
                <a:lnTo>
                  <a:pt x="400" y="622"/>
                </a:lnTo>
                <a:lnTo>
                  <a:pt x="400" y="623"/>
                </a:lnTo>
                <a:lnTo>
                  <a:pt x="400" y="624"/>
                </a:lnTo>
                <a:lnTo>
                  <a:pt x="399" y="625"/>
                </a:lnTo>
                <a:lnTo>
                  <a:pt x="397" y="627"/>
                </a:lnTo>
                <a:lnTo>
                  <a:pt x="396" y="627"/>
                </a:lnTo>
                <a:lnTo>
                  <a:pt x="396" y="626"/>
                </a:lnTo>
                <a:lnTo>
                  <a:pt x="394" y="627"/>
                </a:lnTo>
                <a:lnTo>
                  <a:pt x="393" y="628"/>
                </a:lnTo>
                <a:lnTo>
                  <a:pt x="391" y="630"/>
                </a:lnTo>
                <a:lnTo>
                  <a:pt x="390" y="630"/>
                </a:lnTo>
                <a:lnTo>
                  <a:pt x="390" y="631"/>
                </a:lnTo>
                <a:lnTo>
                  <a:pt x="389" y="631"/>
                </a:lnTo>
                <a:lnTo>
                  <a:pt x="387" y="632"/>
                </a:lnTo>
                <a:lnTo>
                  <a:pt x="386" y="632"/>
                </a:lnTo>
                <a:lnTo>
                  <a:pt x="385" y="631"/>
                </a:lnTo>
                <a:lnTo>
                  <a:pt x="385" y="630"/>
                </a:lnTo>
                <a:lnTo>
                  <a:pt x="385" y="629"/>
                </a:lnTo>
                <a:lnTo>
                  <a:pt x="385" y="627"/>
                </a:lnTo>
                <a:lnTo>
                  <a:pt x="384" y="627"/>
                </a:lnTo>
                <a:lnTo>
                  <a:pt x="384" y="626"/>
                </a:lnTo>
                <a:lnTo>
                  <a:pt x="384" y="627"/>
                </a:lnTo>
                <a:lnTo>
                  <a:pt x="382" y="626"/>
                </a:lnTo>
                <a:lnTo>
                  <a:pt x="381" y="625"/>
                </a:lnTo>
                <a:lnTo>
                  <a:pt x="380" y="627"/>
                </a:lnTo>
                <a:lnTo>
                  <a:pt x="379" y="627"/>
                </a:lnTo>
                <a:lnTo>
                  <a:pt x="379" y="628"/>
                </a:lnTo>
                <a:lnTo>
                  <a:pt x="378" y="628"/>
                </a:lnTo>
                <a:lnTo>
                  <a:pt x="377" y="628"/>
                </a:lnTo>
                <a:lnTo>
                  <a:pt x="375" y="628"/>
                </a:lnTo>
                <a:lnTo>
                  <a:pt x="374" y="628"/>
                </a:lnTo>
                <a:lnTo>
                  <a:pt x="374" y="629"/>
                </a:lnTo>
                <a:lnTo>
                  <a:pt x="373" y="629"/>
                </a:lnTo>
                <a:lnTo>
                  <a:pt x="373" y="630"/>
                </a:lnTo>
                <a:lnTo>
                  <a:pt x="373" y="631"/>
                </a:lnTo>
                <a:lnTo>
                  <a:pt x="374" y="632"/>
                </a:lnTo>
                <a:lnTo>
                  <a:pt x="374" y="633"/>
                </a:lnTo>
                <a:lnTo>
                  <a:pt x="375" y="634"/>
                </a:lnTo>
                <a:lnTo>
                  <a:pt x="374" y="636"/>
                </a:lnTo>
                <a:lnTo>
                  <a:pt x="374" y="638"/>
                </a:lnTo>
                <a:lnTo>
                  <a:pt x="374" y="639"/>
                </a:lnTo>
                <a:lnTo>
                  <a:pt x="375" y="639"/>
                </a:lnTo>
                <a:lnTo>
                  <a:pt x="375" y="640"/>
                </a:lnTo>
                <a:lnTo>
                  <a:pt x="377" y="640"/>
                </a:lnTo>
                <a:lnTo>
                  <a:pt x="377" y="639"/>
                </a:lnTo>
                <a:lnTo>
                  <a:pt x="378" y="639"/>
                </a:lnTo>
                <a:lnTo>
                  <a:pt x="379" y="640"/>
                </a:lnTo>
                <a:lnTo>
                  <a:pt x="379" y="641"/>
                </a:lnTo>
                <a:lnTo>
                  <a:pt x="379" y="642"/>
                </a:lnTo>
                <a:lnTo>
                  <a:pt x="378" y="643"/>
                </a:lnTo>
                <a:lnTo>
                  <a:pt x="377" y="644"/>
                </a:lnTo>
                <a:lnTo>
                  <a:pt x="377" y="645"/>
                </a:lnTo>
                <a:lnTo>
                  <a:pt x="377" y="646"/>
                </a:lnTo>
                <a:lnTo>
                  <a:pt x="377" y="647"/>
                </a:lnTo>
                <a:lnTo>
                  <a:pt x="375" y="648"/>
                </a:lnTo>
                <a:lnTo>
                  <a:pt x="374" y="648"/>
                </a:lnTo>
                <a:lnTo>
                  <a:pt x="373" y="648"/>
                </a:lnTo>
                <a:lnTo>
                  <a:pt x="372" y="649"/>
                </a:lnTo>
                <a:lnTo>
                  <a:pt x="372" y="648"/>
                </a:lnTo>
                <a:lnTo>
                  <a:pt x="371" y="648"/>
                </a:lnTo>
                <a:lnTo>
                  <a:pt x="370" y="648"/>
                </a:lnTo>
                <a:lnTo>
                  <a:pt x="369" y="646"/>
                </a:lnTo>
                <a:lnTo>
                  <a:pt x="368" y="648"/>
                </a:lnTo>
                <a:lnTo>
                  <a:pt x="368" y="649"/>
                </a:lnTo>
                <a:lnTo>
                  <a:pt x="368" y="651"/>
                </a:lnTo>
                <a:lnTo>
                  <a:pt x="369" y="653"/>
                </a:lnTo>
                <a:lnTo>
                  <a:pt x="369" y="654"/>
                </a:lnTo>
                <a:lnTo>
                  <a:pt x="371" y="655"/>
                </a:lnTo>
                <a:lnTo>
                  <a:pt x="372" y="655"/>
                </a:lnTo>
                <a:lnTo>
                  <a:pt x="372" y="657"/>
                </a:lnTo>
                <a:lnTo>
                  <a:pt x="372" y="658"/>
                </a:lnTo>
                <a:lnTo>
                  <a:pt x="373" y="659"/>
                </a:lnTo>
                <a:lnTo>
                  <a:pt x="373" y="660"/>
                </a:lnTo>
                <a:lnTo>
                  <a:pt x="372" y="661"/>
                </a:lnTo>
                <a:lnTo>
                  <a:pt x="371" y="661"/>
                </a:lnTo>
                <a:lnTo>
                  <a:pt x="370" y="661"/>
                </a:lnTo>
                <a:lnTo>
                  <a:pt x="369" y="662"/>
                </a:lnTo>
                <a:lnTo>
                  <a:pt x="367" y="665"/>
                </a:lnTo>
                <a:lnTo>
                  <a:pt x="367" y="666"/>
                </a:lnTo>
                <a:lnTo>
                  <a:pt x="368" y="668"/>
                </a:lnTo>
                <a:lnTo>
                  <a:pt x="369" y="669"/>
                </a:lnTo>
                <a:lnTo>
                  <a:pt x="370" y="669"/>
                </a:lnTo>
                <a:lnTo>
                  <a:pt x="371" y="669"/>
                </a:lnTo>
                <a:lnTo>
                  <a:pt x="372" y="668"/>
                </a:lnTo>
                <a:lnTo>
                  <a:pt x="373" y="669"/>
                </a:lnTo>
                <a:lnTo>
                  <a:pt x="374" y="670"/>
                </a:lnTo>
                <a:lnTo>
                  <a:pt x="374" y="671"/>
                </a:lnTo>
                <a:lnTo>
                  <a:pt x="375" y="672"/>
                </a:lnTo>
                <a:lnTo>
                  <a:pt x="374" y="672"/>
                </a:lnTo>
                <a:lnTo>
                  <a:pt x="374" y="673"/>
                </a:lnTo>
                <a:lnTo>
                  <a:pt x="375" y="675"/>
                </a:lnTo>
                <a:lnTo>
                  <a:pt x="377" y="675"/>
                </a:lnTo>
                <a:lnTo>
                  <a:pt x="377" y="676"/>
                </a:lnTo>
                <a:lnTo>
                  <a:pt x="379" y="676"/>
                </a:lnTo>
                <a:lnTo>
                  <a:pt x="380" y="677"/>
                </a:lnTo>
                <a:lnTo>
                  <a:pt x="381" y="677"/>
                </a:lnTo>
                <a:lnTo>
                  <a:pt x="381" y="676"/>
                </a:lnTo>
                <a:lnTo>
                  <a:pt x="382" y="677"/>
                </a:lnTo>
                <a:lnTo>
                  <a:pt x="382" y="678"/>
                </a:lnTo>
                <a:lnTo>
                  <a:pt x="380" y="680"/>
                </a:lnTo>
                <a:lnTo>
                  <a:pt x="379" y="682"/>
                </a:lnTo>
                <a:lnTo>
                  <a:pt x="378" y="685"/>
                </a:lnTo>
                <a:lnTo>
                  <a:pt x="377" y="685"/>
                </a:lnTo>
                <a:lnTo>
                  <a:pt x="378" y="687"/>
                </a:lnTo>
                <a:lnTo>
                  <a:pt x="378" y="688"/>
                </a:lnTo>
                <a:lnTo>
                  <a:pt x="378" y="689"/>
                </a:lnTo>
                <a:lnTo>
                  <a:pt x="378" y="690"/>
                </a:lnTo>
                <a:lnTo>
                  <a:pt x="378" y="691"/>
                </a:lnTo>
                <a:lnTo>
                  <a:pt x="377" y="691"/>
                </a:lnTo>
                <a:lnTo>
                  <a:pt x="375" y="691"/>
                </a:lnTo>
                <a:lnTo>
                  <a:pt x="374" y="691"/>
                </a:lnTo>
                <a:lnTo>
                  <a:pt x="374" y="692"/>
                </a:lnTo>
                <a:lnTo>
                  <a:pt x="374" y="693"/>
                </a:lnTo>
                <a:lnTo>
                  <a:pt x="373" y="693"/>
                </a:lnTo>
                <a:lnTo>
                  <a:pt x="373" y="694"/>
                </a:lnTo>
                <a:lnTo>
                  <a:pt x="373" y="695"/>
                </a:lnTo>
                <a:lnTo>
                  <a:pt x="374" y="695"/>
                </a:lnTo>
                <a:lnTo>
                  <a:pt x="374" y="696"/>
                </a:lnTo>
                <a:lnTo>
                  <a:pt x="373" y="696"/>
                </a:lnTo>
                <a:lnTo>
                  <a:pt x="373" y="697"/>
                </a:lnTo>
                <a:lnTo>
                  <a:pt x="372" y="698"/>
                </a:lnTo>
                <a:lnTo>
                  <a:pt x="371" y="698"/>
                </a:lnTo>
                <a:lnTo>
                  <a:pt x="370" y="699"/>
                </a:lnTo>
                <a:lnTo>
                  <a:pt x="369" y="699"/>
                </a:lnTo>
                <a:lnTo>
                  <a:pt x="368" y="699"/>
                </a:lnTo>
                <a:lnTo>
                  <a:pt x="367" y="699"/>
                </a:lnTo>
                <a:lnTo>
                  <a:pt x="363" y="700"/>
                </a:lnTo>
                <a:lnTo>
                  <a:pt x="362" y="700"/>
                </a:lnTo>
                <a:lnTo>
                  <a:pt x="363" y="701"/>
                </a:lnTo>
                <a:lnTo>
                  <a:pt x="363" y="702"/>
                </a:lnTo>
                <a:lnTo>
                  <a:pt x="364" y="702"/>
                </a:lnTo>
                <a:lnTo>
                  <a:pt x="364" y="703"/>
                </a:lnTo>
                <a:lnTo>
                  <a:pt x="365" y="703"/>
                </a:lnTo>
                <a:lnTo>
                  <a:pt x="364" y="704"/>
                </a:lnTo>
                <a:lnTo>
                  <a:pt x="363" y="704"/>
                </a:lnTo>
                <a:lnTo>
                  <a:pt x="363" y="705"/>
                </a:lnTo>
                <a:lnTo>
                  <a:pt x="363" y="706"/>
                </a:lnTo>
                <a:lnTo>
                  <a:pt x="363" y="707"/>
                </a:lnTo>
                <a:lnTo>
                  <a:pt x="362" y="707"/>
                </a:lnTo>
                <a:lnTo>
                  <a:pt x="361" y="707"/>
                </a:lnTo>
                <a:lnTo>
                  <a:pt x="359" y="707"/>
                </a:lnTo>
                <a:lnTo>
                  <a:pt x="357" y="707"/>
                </a:lnTo>
                <a:lnTo>
                  <a:pt x="357" y="708"/>
                </a:lnTo>
                <a:lnTo>
                  <a:pt x="356" y="708"/>
                </a:lnTo>
                <a:lnTo>
                  <a:pt x="355" y="709"/>
                </a:lnTo>
                <a:lnTo>
                  <a:pt x="354" y="709"/>
                </a:lnTo>
                <a:lnTo>
                  <a:pt x="352" y="709"/>
                </a:lnTo>
                <a:lnTo>
                  <a:pt x="352" y="710"/>
                </a:lnTo>
                <a:lnTo>
                  <a:pt x="351" y="710"/>
                </a:lnTo>
                <a:lnTo>
                  <a:pt x="351" y="711"/>
                </a:lnTo>
                <a:lnTo>
                  <a:pt x="350" y="711"/>
                </a:lnTo>
                <a:lnTo>
                  <a:pt x="349" y="710"/>
                </a:lnTo>
                <a:lnTo>
                  <a:pt x="349" y="711"/>
                </a:lnTo>
                <a:lnTo>
                  <a:pt x="348" y="713"/>
                </a:lnTo>
                <a:lnTo>
                  <a:pt x="349" y="714"/>
                </a:lnTo>
                <a:lnTo>
                  <a:pt x="349" y="716"/>
                </a:lnTo>
                <a:lnTo>
                  <a:pt x="348" y="717"/>
                </a:lnTo>
                <a:lnTo>
                  <a:pt x="347" y="717"/>
                </a:lnTo>
                <a:lnTo>
                  <a:pt x="345" y="715"/>
                </a:lnTo>
                <a:lnTo>
                  <a:pt x="343" y="715"/>
                </a:lnTo>
                <a:lnTo>
                  <a:pt x="342" y="715"/>
                </a:lnTo>
                <a:lnTo>
                  <a:pt x="342" y="714"/>
                </a:lnTo>
                <a:lnTo>
                  <a:pt x="342" y="713"/>
                </a:lnTo>
                <a:lnTo>
                  <a:pt x="342" y="712"/>
                </a:lnTo>
                <a:lnTo>
                  <a:pt x="343" y="711"/>
                </a:lnTo>
                <a:lnTo>
                  <a:pt x="342" y="711"/>
                </a:lnTo>
                <a:lnTo>
                  <a:pt x="341" y="710"/>
                </a:lnTo>
                <a:lnTo>
                  <a:pt x="341" y="708"/>
                </a:lnTo>
                <a:lnTo>
                  <a:pt x="341" y="706"/>
                </a:lnTo>
                <a:lnTo>
                  <a:pt x="341" y="705"/>
                </a:lnTo>
                <a:lnTo>
                  <a:pt x="342" y="703"/>
                </a:lnTo>
                <a:lnTo>
                  <a:pt x="343" y="703"/>
                </a:lnTo>
                <a:lnTo>
                  <a:pt x="343" y="702"/>
                </a:lnTo>
                <a:lnTo>
                  <a:pt x="344" y="702"/>
                </a:lnTo>
                <a:lnTo>
                  <a:pt x="343" y="702"/>
                </a:lnTo>
                <a:lnTo>
                  <a:pt x="340" y="701"/>
                </a:lnTo>
                <a:lnTo>
                  <a:pt x="340" y="702"/>
                </a:lnTo>
                <a:lnTo>
                  <a:pt x="338" y="701"/>
                </a:lnTo>
                <a:lnTo>
                  <a:pt x="338" y="700"/>
                </a:lnTo>
                <a:lnTo>
                  <a:pt x="338" y="698"/>
                </a:lnTo>
                <a:lnTo>
                  <a:pt x="339" y="697"/>
                </a:lnTo>
                <a:lnTo>
                  <a:pt x="339" y="696"/>
                </a:lnTo>
                <a:lnTo>
                  <a:pt x="339" y="695"/>
                </a:lnTo>
                <a:lnTo>
                  <a:pt x="338" y="693"/>
                </a:lnTo>
                <a:lnTo>
                  <a:pt x="337" y="691"/>
                </a:lnTo>
                <a:lnTo>
                  <a:pt x="335" y="691"/>
                </a:lnTo>
                <a:lnTo>
                  <a:pt x="334" y="692"/>
                </a:lnTo>
                <a:lnTo>
                  <a:pt x="333" y="693"/>
                </a:lnTo>
                <a:lnTo>
                  <a:pt x="332" y="693"/>
                </a:lnTo>
                <a:lnTo>
                  <a:pt x="331" y="692"/>
                </a:lnTo>
                <a:lnTo>
                  <a:pt x="330" y="692"/>
                </a:lnTo>
                <a:lnTo>
                  <a:pt x="330" y="693"/>
                </a:lnTo>
                <a:lnTo>
                  <a:pt x="330" y="694"/>
                </a:lnTo>
                <a:lnTo>
                  <a:pt x="329" y="694"/>
                </a:lnTo>
                <a:lnTo>
                  <a:pt x="329" y="693"/>
                </a:lnTo>
                <a:lnTo>
                  <a:pt x="329" y="692"/>
                </a:lnTo>
                <a:lnTo>
                  <a:pt x="328" y="692"/>
                </a:lnTo>
                <a:lnTo>
                  <a:pt x="326" y="691"/>
                </a:lnTo>
                <a:lnTo>
                  <a:pt x="324" y="691"/>
                </a:lnTo>
                <a:lnTo>
                  <a:pt x="323" y="691"/>
                </a:lnTo>
                <a:lnTo>
                  <a:pt x="320" y="691"/>
                </a:lnTo>
                <a:lnTo>
                  <a:pt x="320" y="692"/>
                </a:lnTo>
                <a:lnTo>
                  <a:pt x="319" y="694"/>
                </a:lnTo>
                <a:lnTo>
                  <a:pt x="319" y="695"/>
                </a:lnTo>
                <a:lnTo>
                  <a:pt x="318" y="695"/>
                </a:lnTo>
                <a:lnTo>
                  <a:pt x="316" y="696"/>
                </a:lnTo>
                <a:lnTo>
                  <a:pt x="315" y="696"/>
                </a:lnTo>
                <a:lnTo>
                  <a:pt x="314" y="696"/>
                </a:lnTo>
                <a:lnTo>
                  <a:pt x="314" y="695"/>
                </a:lnTo>
                <a:lnTo>
                  <a:pt x="315" y="694"/>
                </a:lnTo>
                <a:lnTo>
                  <a:pt x="316" y="694"/>
                </a:lnTo>
                <a:lnTo>
                  <a:pt x="316" y="693"/>
                </a:lnTo>
                <a:lnTo>
                  <a:pt x="316" y="692"/>
                </a:lnTo>
                <a:lnTo>
                  <a:pt x="316" y="691"/>
                </a:lnTo>
                <a:lnTo>
                  <a:pt x="315" y="690"/>
                </a:lnTo>
                <a:lnTo>
                  <a:pt x="314" y="690"/>
                </a:lnTo>
                <a:lnTo>
                  <a:pt x="313" y="690"/>
                </a:lnTo>
                <a:lnTo>
                  <a:pt x="313" y="691"/>
                </a:lnTo>
                <a:lnTo>
                  <a:pt x="312" y="692"/>
                </a:lnTo>
                <a:lnTo>
                  <a:pt x="312" y="694"/>
                </a:lnTo>
                <a:lnTo>
                  <a:pt x="311" y="695"/>
                </a:lnTo>
                <a:lnTo>
                  <a:pt x="312" y="695"/>
                </a:lnTo>
                <a:lnTo>
                  <a:pt x="313" y="695"/>
                </a:lnTo>
                <a:lnTo>
                  <a:pt x="313" y="696"/>
                </a:lnTo>
                <a:lnTo>
                  <a:pt x="311" y="696"/>
                </a:lnTo>
                <a:lnTo>
                  <a:pt x="310" y="697"/>
                </a:lnTo>
                <a:lnTo>
                  <a:pt x="310" y="696"/>
                </a:lnTo>
                <a:lnTo>
                  <a:pt x="310" y="695"/>
                </a:lnTo>
                <a:lnTo>
                  <a:pt x="310" y="694"/>
                </a:lnTo>
                <a:lnTo>
                  <a:pt x="310" y="693"/>
                </a:lnTo>
                <a:lnTo>
                  <a:pt x="307" y="692"/>
                </a:lnTo>
                <a:lnTo>
                  <a:pt x="306" y="692"/>
                </a:lnTo>
                <a:lnTo>
                  <a:pt x="306" y="693"/>
                </a:lnTo>
                <a:lnTo>
                  <a:pt x="306" y="694"/>
                </a:lnTo>
                <a:lnTo>
                  <a:pt x="306" y="695"/>
                </a:lnTo>
                <a:lnTo>
                  <a:pt x="306" y="697"/>
                </a:lnTo>
                <a:lnTo>
                  <a:pt x="306" y="698"/>
                </a:lnTo>
                <a:lnTo>
                  <a:pt x="304" y="699"/>
                </a:lnTo>
                <a:lnTo>
                  <a:pt x="303" y="699"/>
                </a:lnTo>
                <a:lnTo>
                  <a:pt x="302" y="699"/>
                </a:lnTo>
                <a:lnTo>
                  <a:pt x="301" y="699"/>
                </a:lnTo>
                <a:lnTo>
                  <a:pt x="300" y="700"/>
                </a:lnTo>
                <a:lnTo>
                  <a:pt x="301" y="700"/>
                </a:lnTo>
                <a:lnTo>
                  <a:pt x="301" y="701"/>
                </a:lnTo>
                <a:lnTo>
                  <a:pt x="301" y="702"/>
                </a:lnTo>
                <a:lnTo>
                  <a:pt x="301" y="703"/>
                </a:lnTo>
                <a:lnTo>
                  <a:pt x="302" y="704"/>
                </a:lnTo>
                <a:lnTo>
                  <a:pt x="301" y="706"/>
                </a:lnTo>
                <a:lnTo>
                  <a:pt x="300" y="707"/>
                </a:lnTo>
                <a:lnTo>
                  <a:pt x="300" y="708"/>
                </a:lnTo>
                <a:lnTo>
                  <a:pt x="300" y="709"/>
                </a:lnTo>
                <a:lnTo>
                  <a:pt x="301" y="710"/>
                </a:lnTo>
                <a:lnTo>
                  <a:pt x="301" y="711"/>
                </a:lnTo>
                <a:lnTo>
                  <a:pt x="301" y="712"/>
                </a:lnTo>
                <a:lnTo>
                  <a:pt x="302" y="712"/>
                </a:lnTo>
                <a:lnTo>
                  <a:pt x="302" y="713"/>
                </a:lnTo>
                <a:lnTo>
                  <a:pt x="302" y="714"/>
                </a:lnTo>
                <a:lnTo>
                  <a:pt x="302" y="716"/>
                </a:lnTo>
                <a:lnTo>
                  <a:pt x="303" y="716"/>
                </a:lnTo>
                <a:lnTo>
                  <a:pt x="302" y="716"/>
                </a:lnTo>
                <a:lnTo>
                  <a:pt x="300" y="716"/>
                </a:lnTo>
                <a:lnTo>
                  <a:pt x="299" y="715"/>
                </a:lnTo>
                <a:lnTo>
                  <a:pt x="298" y="715"/>
                </a:lnTo>
                <a:lnTo>
                  <a:pt x="298" y="716"/>
                </a:lnTo>
                <a:lnTo>
                  <a:pt x="297" y="716"/>
                </a:lnTo>
                <a:lnTo>
                  <a:pt x="295" y="717"/>
                </a:lnTo>
                <a:lnTo>
                  <a:pt x="294" y="714"/>
                </a:lnTo>
                <a:lnTo>
                  <a:pt x="293" y="714"/>
                </a:lnTo>
                <a:lnTo>
                  <a:pt x="293" y="713"/>
                </a:lnTo>
                <a:lnTo>
                  <a:pt x="293" y="712"/>
                </a:lnTo>
                <a:lnTo>
                  <a:pt x="293" y="711"/>
                </a:lnTo>
                <a:lnTo>
                  <a:pt x="292" y="711"/>
                </a:lnTo>
                <a:lnTo>
                  <a:pt x="290" y="708"/>
                </a:lnTo>
                <a:lnTo>
                  <a:pt x="289" y="709"/>
                </a:lnTo>
                <a:lnTo>
                  <a:pt x="289" y="710"/>
                </a:lnTo>
                <a:lnTo>
                  <a:pt x="287" y="710"/>
                </a:lnTo>
                <a:lnTo>
                  <a:pt x="286" y="711"/>
                </a:lnTo>
                <a:lnTo>
                  <a:pt x="285" y="711"/>
                </a:lnTo>
                <a:lnTo>
                  <a:pt x="285" y="710"/>
                </a:lnTo>
                <a:lnTo>
                  <a:pt x="285" y="711"/>
                </a:lnTo>
                <a:lnTo>
                  <a:pt x="284" y="711"/>
                </a:lnTo>
                <a:lnTo>
                  <a:pt x="282" y="713"/>
                </a:lnTo>
                <a:lnTo>
                  <a:pt x="282" y="714"/>
                </a:lnTo>
                <a:lnTo>
                  <a:pt x="281" y="714"/>
                </a:lnTo>
                <a:lnTo>
                  <a:pt x="281" y="715"/>
                </a:lnTo>
                <a:lnTo>
                  <a:pt x="280" y="715"/>
                </a:lnTo>
                <a:lnTo>
                  <a:pt x="280" y="716"/>
                </a:lnTo>
                <a:lnTo>
                  <a:pt x="279" y="716"/>
                </a:lnTo>
                <a:lnTo>
                  <a:pt x="279" y="715"/>
                </a:lnTo>
                <a:lnTo>
                  <a:pt x="279" y="714"/>
                </a:lnTo>
                <a:lnTo>
                  <a:pt x="278" y="714"/>
                </a:lnTo>
                <a:lnTo>
                  <a:pt x="276" y="714"/>
                </a:lnTo>
                <a:lnTo>
                  <a:pt x="274" y="717"/>
                </a:lnTo>
                <a:lnTo>
                  <a:pt x="274" y="718"/>
                </a:lnTo>
                <a:lnTo>
                  <a:pt x="273" y="718"/>
                </a:lnTo>
                <a:lnTo>
                  <a:pt x="273" y="719"/>
                </a:lnTo>
                <a:lnTo>
                  <a:pt x="272" y="721"/>
                </a:lnTo>
                <a:lnTo>
                  <a:pt x="273" y="723"/>
                </a:lnTo>
                <a:lnTo>
                  <a:pt x="273" y="724"/>
                </a:lnTo>
                <a:lnTo>
                  <a:pt x="274" y="724"/>
                </a:lnTo>
                <a:lnTo>
                  <a:pt x="275" y="725"/>
                </a:lnTo>
                <a:lnTo>
                  <a:pt x="276" y="725"/>
                </a:lnTo>
                <a:lnTo>
                  <a:pt x="277" y="725"/>
                </a:lnTo>
                <a:lnTo>
                  <a:pt x="278" y="726"/>
                </a:lnTo>
                <a:lnTo>
                  <a:pt x="279" y="729"/>
                </a:lnTo>
                <a:lnTo>
                  <a:pt x="279" y="730"/>
                </a:lnTo>
                <a:lnTo>
                  <a:pt x="278" y="730"/>
                </a:lnTo>
                <a:lnTo>
                  <a:pt x="278" y="731"/>
                </a:lnTo>
                <a:lnTo>
                  <a:pt x="279" y="733"/>
                </a:lnTo>
                <a:lnTo>
                  <a:pt x="280" y="733"/>
                </a:lnTo>
                <a:lnTo>
                  <a:pt x="281" y="732"/>
                </a:lnTo>
                <a:lnTo>
                  <a:pt x="282" y="732"/>
                </a:lnTo>
                <a:lnTo>
                  <a:pt x="284" y="732"/>
                </a:lnTo>
                <a:lnTo>
                  <a:pt x="284" y="733"/>
                </a:lnTo>
                <a:lnTo>
                  <a:pt x="282" y="738"/>
                </a:lnTo>
                <a:lnTo>
                  <a:pt x="281" y="739"/>
                </a:lnTo>
                <a:lnTo>
                  <a:pt x="281" y="740"/>
                </a:lnTo>
                <a:lnTo>
                  <a:pt x="280" y="741"/>
                </a:lnTo>
                <a:lnTo>
                  <a:pt x="281" y="741"/>
                </a:lnTo>
                <a:lnTo>
                  <a:pt x="281" y="742"/>
                </a:lnTo>
                <a:lnTo>
                  <a:pt x="281" y="744"/>
                </a:lnTo>
                <a:lnTo>
                  <a:pt x="281" y="745"/>
                </a:lnTo>
                <a:lnTo>
                  <a:pt x="281" y="746"/>
                </a:lnTo>
                <a:lnTo>
                  <a:pt x="280" y="746"/>
                </a:lnTo>
                <a:lnTo>
                  <a:pt x="280" y="747"/>
                </a:lnTo>
                <a:lnTo>
                  <a:pt x="279" y="747"/>
                </a:lnTo>
                <a:lnTo>
                  <a:pt x="278" y="747"/>
                </a:lnTo>
                <a:lnTo>
                  <a:pt x="276" y="747"/>
                </a:lnTo>
                <a:lnTo>
                  <a:pt x="275" y="747"/>
                </a:lnTo>
                <a:lnTo>
                  <a:pt x="274" y="747"/>
                </a:lnTo>
                <a:lnTo>
                  <a:pt x="274" y="748"/>
                </a:lnTo>
                <a:lnTo>
                  <a:pt x="274" y="749"/>
                </a:lnTo>
                <a:lnTo>
                  <a:pt x="275" y="749"/>
                </a:lnTo>
                <a:lnTo>
                  <a:pt x="274" y="750"/>
                </a:lnTo>
                <a:lnTo>
                  <a:pt x="274" y="752"/>
                </a:lnTo>
                <a:lnTo>
                  <a:pt x="273" y="752"/>
                </a:lnTo>
                <a:lnTo>
                  <a:pt x="272" y="752"/>
                </a:lnTo>
                <a:lnTo>
                  <a:pt x="272" y="753"/>
                </a:lnTo>
                <a:lnTo>
                  <a:pt x="271" y="753"/>
                </a:lnTo>
                <a:lnTo>
                  <a:pt x="271" y="754"/>
                </a:lnTo>
                <a:lnTo>
                  <a:pt x="270" y="754"/>
                </a:lnTo>
                <a:lnTo>
                  <a:pt x="268" y="752"/>
                </a:lnTo>
                <a:lnTo>
                  <a:pt x="268" y="751"/>
                </a:lnTo>
                <a:lnTo>
                  <a:pt x="267" y="750"/>
                </a:lnTo>
                <a:lnTo>
                  <a:pt x="267" y="749"/>
                </a:lnTo>
                <a:lnTo>
                  <a:pt x="267" y="748"/>
                </a:lnTo>
                <a:lnTo>
                  <a:pt x="266" y="747"/>
                </a:lnTo>
                <a:lnTo>
                  <a:pt x="265" y="748"/>
                </a:lnTo>
                <a:lnTo>
                  <a:pt x="263" y="749"/>
                </a:lnTo>
                <a:lnTo>
                  <a:pt x="262" y="749"/>
                </a:lnTo>
                <a:lnTo>
                  <a:pt x="261" y="750"/>
                </a:lnTo>
                <a:lnTo>
                  <a:pt x="261" y="751"/>
                </a:lnTo>
                <a:lnTo>
                  <a:pt x="261" y="754"/>
                </a:lnTo>
                <a:lnTo>
                  <a:pt x="262" y="754"/>
                </a:lnTo>
                <a:lnTo>
                  <a:pt x="262" y="755"/>
                </a:lnTo>
                <a:lnTo>
                  <a:pt x="263" y="756"/>
                </a:lnTo>
                <a:lnTo>
                  <a:pt x="264" y="756"/>
                </a:lnTo>
                <a:lnTo>
                  <a:pt x="264" y="757"/>
                </a:lnTo>
                <a:lnTo>
                  <a:pt x="265" y="757"/>
                </a:lnTo>
                <a:lnTo>
                  <a:pt x="266" y="757"/>
                </a:lnTo>
                <a:lnTo>
                  <a:pt x="266" y="758"/>
                </a:lnTo>
                <a:lnTo>
                  <a:pt x="266" y="759"/>
                </a:lnTo>
                <a:lnTo>
                  <a:pt x="265" y="760"/>
                </a:lnTo>
                <a:lnTo>
                  <a:pt x="263" y="760"/>
                </a:lnTo>
                <a:lnTo>
                  <a:pt x="261" y="761"/>
                </a:lnTo>
                <a:lnTo>
                  <a:pt x="258" y="761"/>
                </a:lnTo>
                <a:lnTo>
                  <a:pt x="257" y="763"/>
                </a:lnTo>
                <a:lnTo>
                  <a:pt x="256" y="764"/>
                </a:lnTo>
                <a:lnTo>
                  <a:pt x="256" y="766"/>
                </a:lnTo>
                <a:lnTo>
                  <a:pt x="255" y="766"/>
                </a:lnTo>
                <a:lnTo>
                  <a:pt x="255" y="768"/>
                </a:lnTo>
                <a:lnTo>
                  <a:pt x="256" y="769"/>
                </a:lnTo>
                <a:lnTo>
                  <a:pt x="258" y="772"/>
                </a:lnTo>
                <a:lnTo>
                  <a:pt x="259" y="773"/>
                </a:lnTo>
                <a:lnTo>
                  <a:pt x="259" y="774"/>
                </a:lnTo>
                <a:lnTo>
                  <a:pt x="260" y="775"/>
                </a:lnTo>
                <a:lnTo>
                  <a:pt x="260" y="776"/>
                </a:lnTo>
                <a:lnTo>
                  <a:pt x="260" y="779"/>
                </a:lnTo>
                <a:lnTo>
                  <a:pt x="259" y="779"/>
                </a:lnTo>
                <a:lnTo>
                  <a:pt x="257" y="780"/>
                </a:lnTo>
                <a:lnTo>
                  <a:pt x="255" y="782"/>
                </a:lnTo>
                <a:lnTo>
                  <a:pt x="254" y="782"/>
                </a:lnTo>
                <a:lnTo>
                  <a:pt x="253" y="783"/>
                </a:lnTo>
                <a:lnTo>
                  <a:pt x="252" y="782"/>
                </a:lnTo>
                <a:lnTo>
                  <a:pt x="251" y="782"/>
                </a:lnTo>
                <a:lnTo>
                  <a:pt x="250" y="781"/>
                </a:lnTo>
                <a:lnTo>
                  <a:pt x="251" y="779"/>
                </a:lnTo>
                <a:lnTo>
                  <a:pt x="251" y="778"/>
                </a:lnTo>
                <a:lnTo>
                  <a:pt x="251" y="777"/>
                </a:lnTo>
                <a:lnTo>
                  <a:pt x="249" y="776"/>
                </a:lnTo>
                <a:lnTo>
                  <a:pt x="248" y="776"/>
                </a:lnTo>
                <a:lnTo>
                  <a:pt x="247" y="777"/>
                </a:lnTo>
                <a:lnTo>
                  <a:pt x="245" y="776"/>
                </a:lnTo>
                <a:lnTo>
                  <a:pt x="245" y="774"/>
                </a:lnTo>
                <a:lnTo>
                  <a:pt x="244" y="775"/>
                </a:lnTo>
                <a:lnTo>
                  <a:pt x="244" y="776"/>
                </a:lnTo>
                <a:lnTo>
                  <a:pt x="243" y="777"/>
                </a:lnTo>
                <a:lnTo>
                  <a:pt x="242" y="777"/>
                </a:lnTo>
                <a:lnTo>
                  <a:pt x="240" y="776"/>
                </a:lnTo>
                <a:lnTo>
                  <a:pt x="239" y="775"/>
                </a:lnTo>
                <a:lnTo>
                  <a:pt x="239" y="774"/>
                </a:lnTo>
                <a:lnTo>
                  <a:pt x="239" y="773"/>
                </a:lnTo>
                <a:lnTo>
                  <a:pt x="239" y="772"/>
                </a:lnTo>
                <a:lnTo>
                  <a:pt x="238" y="772"/>
                </a:lnTo>
                <a:lnTo>
                  <a:pt x="236" y="773"/>
                </a:lnTo>
                <a:lnTo>
                  <a:pt x="234" y="772"/>
                </a:lnTo>
                <a:lnTo>
                  <a:pt x="232" y="770"/>
                </a:lnTo>
                <a:lnTo>
                  <a:pt x="232" y="771"/>
                </a:lnTo>
                <a:lnTo>
                  <a:pt x="231" y="771"/>
                </a:lnTo>
                <a:lnTo>
                  <a:pt x="231" y="772"/>
                </a:lnTo>
                <a:lnTo>
                  <a:pt x="232" y="773"/>
                </a:lnTo>
                <a:lnTo>
                  <a:pt x="232" y="774"/>
                </a:lnTo>
                <a:lnTo>
                  <a:pt x="232" y="775"/>
                </a:lnTo>
                <a:lnTo>
                  <a:pt x="231" y="775"/>
                </a:lnTo>
                <a:lnTo>
                  <a:pt x="231" y="776"/>
                </a:lnTo>
                <a:lnTo>
                  <a:pt x="231" y="775"/>
                </a:lnTo>
                <a:lnTo>
                  <a:pt x="230" y="775"/>
                </a:lnTo>
                <a:lnTo>
                  <a:pt x="229" y="776"/>
                </a:lnTo>
                <a:lnTo>
                  <a:pt x="228" y="776"/>
                </a:lnTo>
                <a:lnTo>
                  <a:pt x="227" y="776"/>
                </a:lnTo>
                <a:lnTo>
                  <a:pt x="227" y="775"/>
                </a:lnTo>
                <a:lnTo>
                  <a:pt x="227" y="774"/>
                </a:lnTo>
                <a:lnTo>
                  <a:pt x="227" y="773"/>
                </a:lnTo>
                <a:lnTo>
                  <a:pt x="226" y="771"/>
                </a:lnTo>
                <a:lnTo>
                  <a:pt x="226" y="770"/>
                </a:lnTo>
                <a:lnTo>
                  <a:pt x="227" y="769"/>
                </a:lnTo>
                <a:lnTo>
                  <a:pt x="228" y="768"/>
                </a:lnTo>
                <a:lnTo>
                  <a:pt x="230" y="768"/>
                </a:lnTo>
                <a:lnTo>
                  <a:pt x="231" y="768"/>
                </a:lnTo>
                <a:lnTo>
                  <a:pt x="232" y="767"/>
                </a:lnTo>
                <a:lnTo>
                  <a:pt x="232" y="766"/>
                </a:lnTo>
                <a:lnTo>
                  <a:pt x="233" y="766"/>
                </a:lnTo>
                <a:lnTo>
                  <a:pt x="234" y="765"/>
                </a:lnTo>
                <a:lnTo>
                  <a:pt x="236" y="763"/>
                </a:lnTo>
                <a:lnTo>
                  <a:pt x="236" y="759"/>
                </a:lnTo>
                <a:lnTo>
                  <a:pt x="236" y="757"/>
                </a:lnTo>
                <a:lnTo>
                  <a:pt x="236" y="756"/>
                </a:lnTo>
                <a:lnTo>
                  <a:pt x="235" y="755"/>
                </a:lnTo>
                <a:lnTo>
                  <a:pt x="234" y="754"/>
                </a:lnTo>
                <a:lnTo>
                  <a:pt x="235" y="753"/>
                </a:lnTo>
                <a:lnTo>
                  <a:pt x="235" y="751"/>
                </a:lnTo>
                <a:lnTo>
                  <a:pt x="236" y="750"/>
                </a:lnTo>
                <a:lnTo>
                  <a:pt x="237" y="751"/>
                </a:lnTo>
                <a:lnTo>
                  <a:pt x="237" y="752"/>
                </a:lnTo>
                <a:lnTo>
                  <a:pt x="238" y="752"/>
                </a:lnTo>
                <a:lnTo>
                  <a:pt x="239" y="751"/>
                </a:lnTo>
                <a:lnTo>
                  <a:pt x="239" y="750"/>
                </a:lnTo>
                <a:lnTo>
                  <a:pt x="240" y="750"/>
                </a:lnTo>
                <a:lnTo>
                  <a:pt x="240" y="747"/>
                </a:lnTo>
                <a:lnTo>
                  <a:pt x="239" y="746"/>
                </a:lnTo>
                <a:lnTo>
                  <a:pt x="238" y="746"/>
                </a:lnTo>
                <a:lnTo>
                  <a:pt x="237" y="745"/>
                </a:lnTo>
                <a:lnTo>
                  <a:pt x="236" y="744"/>
                </a:lnTo>
                <a:lnTo>
                  <a:pt x="236" y="743"/>
                </a:lnTo>
                <a:lnTo>
                  <a:pt x="237" y="743"/>
                </a:lnTo>
                <a:lnTo>
                  <a:pt x="238" y="743"/>
                </a:lnTo>
                <a:lnTo>
                  <a:pt x="239" y="743"/>
                </a:lnTo>
                <a:lnTo>
                  <a:pt x="239" y="744"/>
                </a:lnTo>
                <a:lnTo>
                  <a:pt x="241" y="743"/>
                </a:lnTo>
                <a:lnTo>
                  <a:pt x="242" y="742"/>
                </a:lnTo>
                <a:lnTo>
                  <a:pt x="241" y="739"/>
                </a:lnTo>
                <a:lnTo>
                  <a:pt x="240" y="739"/>
                </a:lnTo>
                <a:lnTo>
                  <a:pt x="239" y="740"/>
                </a:lnTo>
                <a:lnTo>
                  <a:pt x="238" y="740"/>
                </a:lnTo>
                <a:lnTo>
                  <a:pt x="237" y="739"/>
                </a:lnTo>
                <a:lnTo>
                  <a:pt x="236" y="739"/>
                </a:lnTo>
                <a:lnTo>
                  <a:pt x="235" y="736"/>
                </a:lnTo>
                <a:lnTo>
                  <a:pt x="236" y="735"/>
                </a:lnTo>
                <a:lnTo>
                  <a:pt x="235" y="734"/>
                </a:lnTo>
                <a:lnTo>
                  <a:pt x="233" y="733"/>
                </a:lnTo>
                <a:lnTo>
                  <a:pt x="232" y="733"/>
                </a:lnTo>
                <a:lnTo>
                  <a:pt x="230" y="732"/>
                </a:lnTo>
                <a:lnTo>
                  <a:pt x="228" y="731"/>
                </a:lnTo>
                <a:lnTo>
                  <a:pt x="226" y="729"/>
                </a:lnTo>
                <a:lnTo>
                  <a:pt x="226" y="728"/>
                </a:lnTo>
                <a:lnTo>
                  <a:pt x="226" y="727"/>
                </a:lnTo>
                <a:lnTo>
                  <a:pt x="226" y="725"/>
                </a:lnTo>
                <a:lnTo>
                  <a:pt x="226" y="724"/>
                </a:lnTo>
                <a:lnTo>
                  <a:pt x="226" y="722"/>
                </a:lnTo>
                <a:lnTo>
                  <a:pt x="226" y="721"/>
                </a:lnTo>
                <a:lnTo>
                  <a:pt x="226" y="720"/>
                </a:lnTo>
                <a:lnTo>
                  <a:pt x="225" y="719"/>
                </a:lnTo>
                <a:lnTo>
                  <a:pt x="224" y="718"/>
                </a:lnTo>
                <a:lnTo>
                  <a:pt x="223" y="718"/>
                </a:lnTo>
                <a:lnTo>
                  <a:pt x="222" y="718"/>
                </a:lnTo>
                <a:lnTo>
                  <a:pt x="221" y="718"/>
                </a:lnTo>
                <a:lnTo>
                  <a:pt x="221" y="716"/>
                </a:lnTo>
                <a:lnTo>
                  <a:pt x="220" y="715"/>
                </a:lnTo>
                <a:lnTo>
                  <a:pt x="220" y="716"/>
                </a:lnTo>
                <a:lnTo>
                  <a:pt x="219" y="716"/>
                </a:lnTo>
                <a:lnTo>
                  <a:pt x="219" y="715"/>
                </a:lnTo>
                <a:lnTo>
                  <a:pt x="219" y="714"/>
                </a:lnTo>
                <a:lnTo>
                  <a:pt x="218" y="713"/>
                </a:lnTo>
                <a:lnTo>
                  <a:pt x="217" y="713"/>
                </a:lnTo>
                <a:lnTo>
                  <a:pt x="217" y="712"/>
                </a:lnTo>
                <a:lnTo>
                  <a:pt x="216" y="712"/>
                </a:lnTo>
                <a:lnTo>
                  <a:pt x="213" y="710"/>
                </a:lnTo>
                <a:lnTo>
                  <a:pt x="212" y="708"/>
                </a:lnTo>
                <a:lnTo>
                  <a:pt x="211" y="708"/>
                </a:lnTo>
                <a:lnTo>
                  <a:pt x="211" y="707"/>
                </a:lnTo>
                <a:lnTo>
                  <a:pt x="210" y="706"/>
                </a:lnTo>
                <a:lnTo>
                  <a:pt x="210" y="705"/>
                </a:lnTo>
                <a:lnTo>
                  <a:pt x="209" y="705"/>
                </a:lnTo>
                <a:lnTo>
                  <a:pt x="208" y="705"/>
                </a:lnTo>
                <a:lnTo>
                  <a:pt x="209" y="706"/>
                </a:lnTo>
                <a:lnTo>
                  <a:pt x="209" y="707"/>
                </a:lnTo>
                <a:lnTo>
                  <a:pt x="208" y="708"/>
                </a:lnTo>
                <a:lnTo>
                  <a:pt x="207" y="708"/>
                </a:lnTo>
                <a:lnTo>
                  <a:pt x="206" y="708"/>
                </a:lnTo>
                <a:lnTo>
                  <a:pt x="206" y="709"/>
                </a:lnTo>
                <a:lnTo>
                  <a:pt x="206" y="710"/>
                </a:lnTo>
                <a:lnTo>
                  <a:pt x="207" y="710"/>
                </a:lnTo>
                <a:lnTo>
                  <a:pt x="208" y="711"/>
                </a:lnTo>
                <a:lnTo>
                  <a:pt x="208" y="712"/>
                </a:lnTo>
                <a:lnTo>
                  <a:pt x="209" y="712"/>
                </a:lnTo>
                <a:lnTo>
                  <a:pt x="209" y="713"/>
                </a:lnTo>
                <a:lnTo>
                  <a:pt x="208" y="713"/>
                </a:lnTo>
                <a:lnTo>
                  <a:pt x="207" y="713"/>
                </a:lnTo>
                <a:lnTo>
                  <a:pt x="206" y="713"/>
                </a:lnTo>
                <a:lnTo>
                  <a:pt x="207" y="715"/>
                </a:lnTo>
                <a:lnTo>
                  <a:pt x="207" y="716"/>
                </a:lnTo>
                <a:lnTo>
                  <a:pt x="207" y="717"/>
                </a:lnTo>
                <a:lnTo>
                  <a:pt x="208" y="718"/>
                </a:lnTo>
                <a:lnTo>
                  <a:pt x="208" y="719"/>
                </a:lnTo>
                <a:lnTo>
                  <a:pt x="209" y="720"/>
                </a:lnTo>
                <a:lnTo>
                  <a:pt x="209" y="721"/>
                </a:lnTo>
                <a:lnTo>
                  <a:pt x="211" y="722"/>
                </a:lnTo>
                <a:lnTo>
                  <a:pt x="212" y="722"/>
                </a:lnTo>
                <a:lnTo>
                  <a:pt x="212" y="723"/>
                </a:lnTo>
                <a:lnTo>
                  <a:pt x="213" y="723"/>
                </a:lnTo>
                <a:lnTo>
                  <a:pt x="214" y="725"/>
                </a:lnTo>
                <a:lnTo>
                  <a:pt x="215" y="726"/>
                </a:lnTo>
                <a:lnTo>
                  <a:pt x="215" y="727"/>
                </a:lnTo>
                <a:lnTo>
                  <a:pt x="215" y="729"/>
                </a:lnTo>
                <a:lnTo>
                  <a:pt x="216" y="729"/>
                </a:lnTo>
                <a:lnTo>
                  <a:pt x="217" y="731"/>
                </a:lnTo>
                <a:lnTo>
                  <a:pt x="218" y="731"/>
                </a:lnTo>
                <a:lnTo>
                  <a:pt x="218" y="732"/>
                </a:lnTo>
                <a:lnTo>
                  <a:pt x="218" y="733"/>
                </a:lnTo>
                <a:lnTo>
                  <a:pt x="217" y="733"/>
                </a:lnTo>
                <a:lnTo>
                  <a:pt x="218" y="734"/>
                </a:lnTo>
                <a:lnTo>
                  <a:pt x="218" y="735"/>
                </a:lnTo>
                <a:lnTo>
                  <a:pt x="219" y="735"/>
                </a:lnTo>
                <a:lnTo>
                  <a:pt x="219" y="736"/>
                </a:lnTo>
                <a:lnTo>
                  <a:pt x="220" y="737"/>
                </a:lnTo>
                <a:lnTo>
                  <a:pt x="220" y="738"/>
                </a:lnTo>
                <a:lnTo>
                  <a:pt x="219" y="739"/>
                </a:lnTo>
                <a:lnTo>
                  <a:pt x="219" y="740"/>
                </a:lnTo>
                <a:lnTo>
                  <a:pt x="217" y="741"/>
                </a:lnTo>
                <a:lnTo>
                  <a:pt x="216" y="740"/>
                </a:lnTo>
                <a:lnTo>
                  <a:pt x="216" y="742"/>
                </a:lnTo>
                <a:lnTo>
                  <a:pt x="216" y="743"/>
                </a:lnTo>
                <a:lnTo>
                  <a:pt x="217" y="743"/>
                </a:lnTo>
                <a:lnTo>
                  <a:pt x="217" y="746"/>
                </a:lnTo>
                <a:lnTo>
                  <a:pt x="215" y="749"/>
                </a:lnTo>
                <a:lnTo>
                  <a:pt x="214" y="750"/>
                </a:lnTo>
                <a:lnTo>
                  <a:pt x="214" y="751"/>
                </a:lnTo>
                <a:lnTo>
                  <a:pt x="214" y="752"/>
                </a:lnTo>
                <a:lnTo>
                  <a:pt x="214" y="753"/>
                </a:lnTo>
                <a:lnTo>
                  <a:pt x="215" y="754"/>
                </a:lnTo>
                <a:lnTo>
                  <a:pt x="216" y="754"/>
                </a:lnTo>
                <a:lnTo>
                  <a:pt x="216" y="755"/>
                </a:lnTo>
                <a:lnTo>
                  <a:pt x="217" y="755"/>
                </a:lnTo>
                <a:lnTo>
                  <a:pt x="217" y="756"/>
                </a:lnTo>
                <a:lnTo>
                  <a:pt x="217" y="757"/>
                </a:lnTo>
                <a:lnTo>
                  <a:pt x="218" y="757"/>
                </a:lnTo>
                <a:lnTo>
                  <a:pt x="219" y="757"/>
                </a:lnTo>
                <a:lnTo>
                  <a:pt x="220" y="757"/>
                </a:lnTo>
                <a:lnTo>
                  <a:pt x="220" y="758"/>
                </a:lnTo>
                <a:lnTo>
                  <a:pt x="218" y="760"/>
                </a:lnTo>
                <a:lnTo>
                  <a:pt x="217" y="760"/>
                </a:lnTo>
                <a:lnTo>
                  <a:pt x="216" y="759"/>
                </a:lnTo>
                <a:lnTo>
                  <a:pt x="216" y="758"/>
                </a:lnTo>
                <a:lnTo>
                  <a:pt x="216" y="757"/>
                </a:lnTo>
                <a:lnTo>
                  <a:pt x="215" y="756"/>
                </a:lnTo>
                <a:lnTo>
                  <a:pt x="215" y="755"/>
                </a:lnTo>
                <a:lnTo>
                  <a:pt x="214" y="755"/>
                </a:lnTo>
                <a:lnTo>
                  <a:pt x="213" y="755"/>
                </a:lnTo>
                <a:lnTo>
                  <a:pt x="212" y="755"/>
                </a:lnTo>
                <a:lnTo>
                  <a:pt x="212" y="754"/>
                </a:lnTo>
                <a:lnTo>
                  <a:pt x="211" y="753"/>
                </a:lnTo>
                <a:lnTo>
                  <a:pt x="210" y="755"/>
                </a:lnTo>
                <a:lnTo>
                  <a:pt x="209" y="755"/>
                </a:lnTo>
                <a:lnTo>
                  <a:pt x="209" y="756"/>
                </a:lnTo>
                <a:lnTo>
                  <a:pt x="210" y="757"/>
                </a:lnTo>
                <a:lnTo>
                  <a:pt x="211" y="757"/>
                </a:lnTo>
                <a:lnTo>
                  <a:pt x="212" y="758"/>
                </a:lnTo>
                <a:lnTo>
                  <a:pt x="213" y="760"/>
                </a:lnTo>
                <a:lnTo>
                  <a:pt x="213" y="761"/>
                </a:lnTo>
                <a:lnTo>
                  <a:pt x="214" y="762"/>
                </a:lnTo>
                <a:lnTo>
                  <a:pt x="215" y="762"/>
                </a:lnTo>
                <a:lnTo>
                  <a:pt x="215" y="763"/>
                </a:lnTo>
                <a:lnTo>
                  <a:pt x="217" y="764"/>
                </a:lnTo>
                <a:lnTo>
                  <a:pt x="217" y="765"/>
                </a:lnTo>
                <a:lnTo>
                  <a:pt x="216" y="766"/>
                </a:lnTo>
                <a:lnTo>
                  <a:pt x="215" y="766"/>
                </a:lnTo>
                <a:lnTo>
                  <a:pt x="215" y="765"/>
                </a:lnTo>
                <a:lnTo>
                  <a:pt x="214" y="765"/>
                </a:lnTo>
                <a:lnTo>
                  <a:pt x="213" y="766"/>
                </a:lnTo>
                <a:lnTo>
                  <a:pt x="212" y="767"/>
                </a:lnTo>
                <a:lnTo>
                  <a:pt x="211" y="767"/>
                </a:lnTo>
                <a:lnTo>
                  <a:pt x="210" y="767"/>
                </a:lnTo>
                <a:lnTo>
                  <a:pt x="210" y="766"/>
                </a:lnTo>
                <a:lnTo>
                  <a:pt x="210" y="765"/>
                </a:lnTo>
                <a:lnTo>
                  <a:pt x="205" y="761"/>
                </a:lnTo>
                <a:lnTo>
                  <a:pt x="204" y="761"/>
                </a:lnTo>
                <a:lnTo>
                  <a:pt x="204" y="762"/>
                </a:lnTo>
                <a:lnTo>
                  <a:pt x="203" y="762"/>
                </a:lnTo>
                <a:lnTo>
                  <a:pt x="201" y="761"/>
                </a:lnTo>
                <a:lnTo>
                  <a:pt x="199" y="760"/>
                </a:lnTo>
                <a:lnTo>
                  <a:pt x="199" y="759"/>
                </a:lnTo>
                <a:lnTo>
                  <a:pt x="198" y="759"/>
                </a:lnTo>
                <a:lnTo>
                  <a:pt x="197" y="759"/>
                </a:lnTo>
                <a:lnTo>
                  <a:pt x="196" y="760"/>
                </a:lnTo>
                <a:lnTo>
                  <a:pt x="195" y="760"/>
                </a:lnTo>
                <a:lnTo>
                  <a:pt x="195" y="761"/>
                </a:lnTo>
                <a:lnTo>
                  <a:pt x="195" y="762"/>
                </a:lnTo>
                <a:lnTo>
                  <a:pt x="196" y="762"/>
                </a:lnTo>
                <a:lnTo>
                  <a:pt x="196" y="763"/>
                </a:lnTo>
                <a:lnTo>
                  <a:pt x="195" y="764"/>
                </a:lnTo>
                <a:lnTo>
                  <a:pt x="195" y="765"/>
                </a:lnTo>
                <a:lnTo>
                  <a:pt x="194" y="767"/>
                </a:lnTo>
                <a:lnTo>
                  <a:pt x="194" y="768"/>
                </a:lnTo>
                <a:lnTo>
                  <a:pt x="193" y="768"/>
                </a:lnTo>
                <a:lnTo>
                  <a:pt x="192" y="769"/>
                </a:lnTo>
                <a:lnTo>
                  <a:pt x="191" y="768"/>
                </a:lnTo>
                <a:lnTo>
                  <a:pt x="191" y="767"/>
                </a:lnTo>
                <a:lnTo>
                  <a:pt x="190" y="766"/>
                </a:lnTo>
                <a:lnTo>
                  <a:pt x="189" y="766"/>
                </a:lnTo>
                <a:lnTo>
                  <a:pt x="188" y="766"/>
                </a:lnTo>
                <a:lnTo>
                  <a:pt x="188" y="767"/>
                </a:lnTo>
                <a:lnTo>
                  <a:pt x="187" y="767"/>
                </a:lnTo>
                <a:lnTo>
                  <a:pt x="187" y="766"/>
                </a:lnTo>
                <a:lnTo>
                  <a:pt x="187" y="765"/>
                </a:lnTo>
                <a:lnTo>
                  <a:pt x="186" y="763"/>
                </a:lnTo>
                <a:lnTo>
                  <a:pt x="185" y="763"/>
                </a:lnTo>
                <a:lnTo>
                  <a:pt x="187" y="762"/>
                </a:lnTo>
                <a:lnTo>
                  <a:pt x="188" y="760"/>
                </a:lnTo>
                <a:lnTo>
                  <a:pt x="188" y="757"/>
                </a:lnTo>
                <a:lnTo>
                  <a:pt x="189" y="756"/>
                </a:lnTo>
                <a:lnTo>
                  <a:pt x="187" y="754"/>
                </a:lnTo>
                <a:lnTo>
                  <a:pt x="186" y="753"/>
                </a:lnTo>
                <a:lnTo>
                  <a:pt x="185" y="752"/>
                </a:lnTo>
                <a:lnTo>
                  <a:pt x="184" y="750"/>
                </a:lnTo>
                <a:lnTo>
                  <a:pt x="183" y="749"/>
                </a:lnTo>
                <a:lnTo>
                  <a:pt x="184" y="749"/>
                </a:lnTo>
                <a:lnTo>
                  <a:pt x="185" y="748"/>
                </a:lnTo>
                <a:lnTo>
                  <a:pt x="185" y="747"/>
                </a:lnTo>
                <a:lnTo>
                  <a:pt x="185" y="746"/>
                </a:lnTo>
                <a:lnTo>
                  <a:pt x="184" y="745"/>
                </a:lnTo>
                <a:lnTo>
                  <a:pt x="183" y="746"/>
                </a:lnTo>
                <a:lnTo>
                  <a:pt x="183" y="745"/>
                </a:lnTo>
                <a:lnTo>
                  <a:pt x="182" y="745"/>
                </a:lnTo>
                <a:lnTo>
                  <a:pt x="181" y="745"/>
                </a:lnTo>
                <a:lnTo>
                  <a:pt x="181" y="744"/>
                </a:lnTo>
                <a:lnTo>
                  <a:pt x="181" y="743"/>
                </a:lnTo>
                <a:lnTo>
                  <a:pt x="181" y="742"/>
                </a:lnTo>
                <a:lnTo>
                  <a:pt x="181" y="741"/>
                </a:lnTo>
                <a:lnTo>
                  <a:pt x="182" y="741"/>
                </a:lnTo>
                <a:lnTo>
                  <a:pt x="183" y="740"/>
                </a:lnTo>
                <a:lnTo>
                  <a:pt x="183" y="739"/>
                </a:lnTo>
                <a:lnTo>
                  <a:pt x="182" y="739"/>
                </a:lnTo>
                <a:lnTo>
                  <a:pt x="181" y="738"/>
                </a:lnTo>
                <a:lnTo>
                  <a:pt x="180" y="734"/>
                </a:lnTo>
                <a:lnTo>
                  <a:pt x="180" y="731"/>
                </a:lnTo>
                <a:lnTo>
                  <a:pt x="180" y="730"/>
                </a:lnTo>
                <a:lnTo>
                  <a:pt x="179" y="730"/>
                </a:lnTo>
                <a:lnTo>
                  <a:pt x="178" y="730"/>
                </a:lnTo>
                <a:lnTo>
                  <a:pt x="177" y="729"/>
                </a:lnTo>
                <a:lnTo>
                  <a:pt x="177" y="728"/>
                </a:lnTo>
                <a:lnTo>
                  <a:pt x="178" y="728"/>
                </a:lnTo>
                <a:lnTo>
                  <a:pt x="177" y="727"/>
                </a:lnTo>
                <a:lnTo>
                  <a:pt x="177" y="726"/>
                </a:lnTo>
                <a:lnTo>
                  <a:pt x="175" y="725"/>
                </a:lnTo>
                <a:lnTo>
                  <a:pt x="174" y="724"/>
                </a:lnTo>
                <a:lnTo>
                  <a:pt x="174" y="722"/>
                </a:lnTo>
                <a:lnTo>
                  <a:pt x="174" y="720"/>
                </a:lnTo>
                <a:lnTo>
                  <a:pt x="175" y="719"/>
                </a:lnTo>
                <a:lnTo>
                  <a:pt x="176" y="719"/>
                </a:lnTo>
                <a:lnTo>
                  <a:pt x="176" y="718"/>
                </a:lnTo>
                <a:lnTo>
                  <a:pt x="173" y="715"/>
                </a:lnTo>
                <a:lnTo>
                  <a:pt x="172" y="715"/>
                </a:lnTo>
                <a:lnTo>
                  <a:pt x="171" y="715"/>
                </a:lnTo>
                <a:lnTo>
                  <a:pt x="170" y="715"/>
                </a:lnTo>
                <a:lnTo>
                  <a:pt x="170" y="714"/>
                </a:lnTo>
                <a:lnTo>
                  <a:pt x="170" y="712"/>
                </a:lnTo>
                <a:lnTo>
                  <a:pt x="170" y="711"/>
                </a:lnTo>
                <a:lnTo>
                  <a:pt x="170" y="710"/>
                </a:lnTo>
                <a:lnTo>
                  <a:pt x="171" y="709"/>
                </a:lnTo>
                <a:lnTo>
                  <a:pt x="171" y="706"/>
                </a:lnTo>
                <a:lnTo>
                  <a:pt x="171" y="704"/>
                </a:lnTo>
                <a:lnTo>
                  <a:pt x="172" y="703"/>
                </a:lnTo>
                <a:lnTo>
                  <a:pt x="173" y="703"/>
                </a:lnTo>
                <a:lnTo>
                  <a:pt x="173" y="702"/>
                </a:lnTo>
                <a:lnTo>
                  <a:pt x="172" y="702"/>
                </a:lnTo>
                <a:lnTo>
                  <a:pt x="172" y="701"/>
                </a:lnTo>
                <a:lnTo>
                  <a:pt x="171" y="699"/>
                </a:lnTo>
                <a:lnTo>
                  <a:pt x="170" y="698"/>
                </a:lnTo>
                <a:lnTo>
                  <a:pt x="170" y="699"/>
                </a:lnTo>
                <a:lnTo>
                  <a:pt x="169" y="698"/>
                </a:lnTo>
                <a:lnTo>
                  <a:pt x="167" y="697"/>
                </a:lnTo>
                <a:lnTo>
                  <a:pt x="167" y="695"/>
                </a:lnTo>
                <a:lnTo>
                  <a:pt x="166" y="694"/>
                </a:lnTo>
                <a:lnTo>
                  <a:pt x="165" y="693"/>
                </a:lnTo>
                <a:lnTo>
                  <a:pt x="164" y="694"/>
                </a:lnTo>
                <a:lnTo>
                  <a:pt x="164" y="693"/>
                </a:lnTo>
                <a:lnTo>
                  <a:pt x="163" y="693"/>
                </a:lnTo>
                <a:lnTo>
                  <a:pt x="163" y="692"/>
                </a:lnTo>
                <a:lnTo>
                  <a:pt x="163" y="691"/>
                </a:lnTo>
                <a:lnTo>
                  <a:pt x="162" y="691"/>
                </a:lnTo>
                <a:lnTo>
                  <a:pt x="161" y="690"/>
                </a:lnTo>
                <a:lnTo>
                  <a:pt x="160" y="690"/>
                </a:lnTo>
                <a:lnTo>
                  <a:pt x="159" y="689"/>
                </a:lnTo>
                <a:lnTo>
                  <a:pt x="158" y="689"/>
                </a:lnTo>
                <a:lnTo>
                  <a:pt x="157" y="688"/>
                </a:lnTo>
                <a:lnTo>
                  <a:pt x="156" y="688"/>
                </a:lnTo>
                <a:lnTo>
                  <a:pt x="156" y="689"/>
                </a:lnTo>
                <a:lnTo>
                  <a:pt x="155" y="690"/>
                </a:lnTo>
                <a:lnTo>
                  <a:pt x="152" y="691"/>
                </a:lnTo>
                <a:lnTo>
                  <a:pt x="151" y="691"/>
                </a:lnTo>
                <a:lnTo>
                  <a:pt x="150" y="691"/>
                </a:lnTo>
                <a:lnTo>
                  <a:pt x="148" y="691"/>
                </a:lnTo>
                <a:lnTo>
                  <a:pt x="146" y="691"/>
                </a:lnTo>
                <a:lnTo>
                  <a:pt x="146" y="692"/>
                </a:lnTo>
                <a:lnTo>
                  <a:pt x="145" y="692"/>
                </a:lnTo>
                <a:lnTo>
                  <a:pt x="144" y="692"/>
                </a:lnTo>
                <a:lnTo>
                  <a:pt x="142" y="692"/>
                </a:lnTo>
                <a:lnTo>
                  <a:pt x="141" y="691"/>
                </a:lnTo>
                <a:lnTo>
                  <a:pt x="139" y="689"/>
                </a:lnTo>
                <a:lnTo>
                  <a:pt x="139" y="688"/>
                </a:lnTo>
                <a:lnTo>
                  <a:pt x="138" y="688"/>
                </a:lnTo>
                <a:lnTo>
                  <a:pt x="136" y="689"/>
                </a:lnTo>
                <a:lnTo>
                  <a:pt x="136" y="690"/>
                </a:lnTo>
                <a:lnTo>
                  <a:pt x="135" y="691"/>
                </a:lnTo>
                <a:lnTo>
                  <a:pt x="134" y="691"/>
                </a:lnTo>
                <a:lnTo>
                  <a:pt x="132" y="690"/>
                </a:lnTo>
                <a:lnTo>
                  <a:pt x="132" y="689"/>
                </a:lnTo>
                <a:lnTo>
                  <a:pt x="133" y="688"/>
                </a:lnTo>
                <a:lnTo>
                  <a:pt x="133" y="687"/>
                </a:lnTo>
                <a:lnTo>
                  <a:pt x="134" y="687"/>
                </a:lnTo>
                <a:lnTo>
                  <a:pt x="134" y="685"/>
                </a:lnTo>
                <a:lnTo>
                  <a:pt x="133" y="685"/>
                </a:lnTo>
                <a:lnTo>
                  <a:pt x="132" y="685"/>
                </a:lnTo>
                <a:lnTo>
                  <a:pt x="133" y="684"/>
                </a:lnTo>
                <a:lnTo>
                  <a:pt x="133" y="683"/>
                </a:lnTo>
                <a:lnTo>
                  <a:pt x="134" y="683"/>
                </a:lnTo>
                <a:lnTo>
                  <a:pt x="134" y="682"/>
                </a:lnTo>
                <a:lnTo>
                  <a:pt x="133" y="681"/>
                </a:lnTo>
                <a:lnTo>
                  <a:pt x="132" y="681"/>
                </a:lnTo>
                <a:lnTo>
                  <a:pt x="131" y="681"/>
                </a:lnTo>
                <a:lnTo>
                  <a:pt x="131" y="682"/>
                </a:lnTo>
                <a:lnTo>
                  <a:pt x="130" y="682"/>
                </a:lnTo>
                <a:lnTo>
                  <a:pt x="129" y="681"/>
                </a:lnTo>
                <a:lnTo>
                  <a:pt x="128" y="681"/>
                </a:lnTo>
                <a:lnTo>
                  <a:pt x="127" y="679"/>
                </a:lnTo>
                <a:lnTo>
                  <a:pt x="127" y="678"/>
                </a:lnTo>
                <a:lnTo>
                  <a:pt x="127" y="677"/>
                </a:lnTo>
                <a:lnTo>
                  <a:pt x="126" y="677"/>
                </a:lnTo>
                <a:lnTo>
                  <a:pt x="125" y="676"/>
                </a:lnTo>
                <a:lnTo>
                  <a:pt x="123" y="676"/>
                </a:lnTo>
                <a:lnTo>
                  <a:pt x="122" y="676"/>
                </a:lnTo>
                <a:lnTo>
                  <a:pt x="121" y="676"/>
                </a:lnTo>
                <a:lnTo>
                  <a:pt x="121" y="677"/>
                </a:lnTo>
                <a:lnTo>
                  <a:pt x="122" y="678"/>
                </a:lnTo>
                <a:lnTo>
                  <a:pt x="124" y="678"/>
                </a:lnTo>
                <a:lnTo>
                  <a:pt x="124" y="679"/>
                </a:lnTo>
                <a:lnTo>
                  <a:pt x="123" y="679"/>
                </a:lnTo>
                <a:lnTo>
                  <a:pt x="122" y="680"/>
                </a:lnTo>
                <a:lnTo>
                  <a:pt x="121" y="678"/>
                </a:lnTo>
                <a:lnTo>
                  <a:pt x="120" y="678"/>
                </a:lnTo>
                <a:lnTo>
                  <a:pt x="119" y="679"/>
                </a:lnTo>
                <a:lnTo>
                  <a:pt x="119" y="680"/>
                </a:lnTo>
                <a:lnTo>
                  <a:pt x="119" y="681"/>
                </a:lnTo>
                <a:lnTo>
                  <a:pt x="118" y="682"/>
                </a:lnTo>
                <a:lnTo>
                  <a:pt x="117" y="682"/>
                </a:lnTo>
                <a:lnTo>
                  <a:pt x="117" y="683"/>
                </a:lnTo>
                <a:lnTo>
                  <a:pt x="116" y="684"/>
                </a:lnTo>
                <a:lnTo>
                  <a:pt x="115" y="684"/>
                </a:lnTo>
                <a:lnTo>
                  <a:pt x="114" y="685"/>
                </a:lnTo>
                <a:lnTo>
                  <a:pt x="113" y="685"/>
                </a:lnTo>
                <a:lnTo>
                  <a:pt x="112" y="686"/>
                </a:lnTo>
                <a:lnTo>
                  <a:pt x="109" y="688"/>
                </a:lnTo>
                <a:lnTo>
                  <a:pt x="110" y="689"/>
                </a:lnTo>
                <a:lnTo>
                  <a:pt x="111" y="691"/>
                </a:lnTo>
                <a:lnTo>
                  <a:pt x="111" y="692"/>
                </a:lnTo>
                <a:lnTo>
                  <a:pt x="110" y="692"/>
                </a:lnTo>
                <a:lnTo>
                  <a:pt x="109" y="692"/>
                </a:lnTo>
                <a:lnTo>
                  <a:pt x="109" y="691"/>
                </a:lnTo>
                <a:lnTo>
                  <a:pt x="108" y="691"/>
                </a:lnTo>
                <a:lnTo>
                  <a:pt x="108" y="690"/>
                </a:lnTo>
                <a:lnTo>
                  <a:pt x="107" y="690"/>
                </a:lnTo>
                <a:lnTo>
                  <a:pt x="107" y="691"/>
                </a:lnTo>
                <a:lnTo>
                  <a:pt x="106" y="690"/>
                </a:lnTo>
                <a:lnTo>
                  <a:pt x="106" y="688"/>
                </a:lnTo>
                <a:lnTo>
                  <a:pt x="106" y="687"/>
                </a:lnTo>
                <a:lnTo>
                  <a:pt x="106" y="686"/>
                </a:lnTo>
                <a:lnTo>
                  <a:pt x="105" y="685"/>
                </a:lnTo>
                <a:lnTo>
                  <a:pt x="104" y="685"/>
                </a:lnTo>
                <a:lnTo>
                  <a:pt x="103" y="685"/>
                </a:lnTo>
                <a:lnTo>
                  <a:pt x="102" y="686"/>
                </a:lnTo>
                <a:lnTo>
                  <a:pt x="100" y="687"/>
                </a:lnTo>
                <a:lnTo>
                  <a:pt x="98" y="686"/>
                </a:lnTo>
                <a:lnTo>
                  <a:pt x="97" y="685"/>
                </a:lnTo>
                <a:lnTo>
                  <a:pt x="97" y="684"/>
                </a:lnTo>
                <a:lnTo>
                  <a:pt x="96" y="683"/>
                </a:lnTo>
                <a:lnTo>
                  <a:pt x="95" y="683"/>
                </a:lnTo>
                <a:lnTo>
                  <a:pt x="95" y="684"/>
                </a:lnTo>
                <a:lnTo>
                  <a:pt x="92" y="684"/>
                </a:lnTo>
                <a:lnTo>
                  <a:pt x="91" y="684"/>
                </a:lnTo>
                <a:lnTo>
                  <a:pt x="91" y="685"/>
                </a:lnTo>
                <a:lnTo>
                  <a:pt x="90" y="685"/>
                </a:lnTo>
                <a:lnTo>
                  <a:pt x="89" y="685"/>
                </a:lnTo>
                <a:lnTo>
                  <a:pt x="89" y="684"/>
                </a:lnTo>
                <a:lnTo>
                  <a:pt x="89" y="683"/>
                </a:lnTo>
                <a:lnTo>
                  <a:pt x="89" y="682"/>
                </a:lnTo>
                <a:lnTo>
                  <a:pt x="90" y="682"/>
                </a:lnTo>
                <a:lnTo>
                  <a:pt x="90" y="683"/>
                </a:lnTo>
                <a:lnTo>
                  <a:pt x="91" y="683"/>
                </a:lnTo>
                <a:lnTo>
                  <a:pt x="92" y="681"/>
                </a:lnTo>
                <a:lnTo>
                  <a:pt x="91" y="681"/>
                </a:lnTo>
                <a:lnTo>
                  <a:pt x="90" y="681"/>
                </a:lnTo>
                <a:lnTo>
                  <a:pt x="89" y="680"/>
                </a:lnTo>
                <a:lnTo>
                  <a:pt x="90" y="679"/>
                </a:lnTo>
                <a:lnTo>
                  <a:pt x="89" y="679"/>
                </a:lnTo>
                <a:lnTo>
                  <a:pt x="89" y="678"/>
                </a:lnTo>
                <a:lnTo>
                  <a:pt x="88" y="676"/>
                </a:lnTo>
                <a:lnTo>
                  <a:pt x="87" y="676"/>
                </a:lnTo>
                <a:lnTo>
                  <a:pt x="86" y="675"/>
                </a:lnTo>
                <a:lnTo>
                  <a:pt x="84" y="675"/>
                </a:lnTo>
                <a:lnTo>
                  <a:pt x="83" y="674"/>
                </a:lnTo>
                <a:lnTo>
                  <a:pt x="83" y="671"/>
                </a:lnTo>
                <a:lnTo>
                  <a:pt x="84" y="671"/>
                </a:lnTo>
                <a:lnTo>
                  <a:pt x="84" y="670"/>
                </a:lnTo>
                <a:lnTo>
                  <a:pt x="84" y="669"/>
                </a:lnTo>
                <a:lnTo>
                  <a:pt x="84" y="668"/>
                </a:lnTo>
                <a:lnTo>
                  <a:pt x="83" y="668"/>
                </a:lnTo>
                <a:lnTo>
                  <a:pt x="82" y="667"/>
                </a:lnTo>
                <a:lnTo>
                  <a:pt x="82" y="666"/>
                </a:lnTo>
                <a:lnTo>
                  <a:pt x="81" y="665"/>
                </a:lnTo>
                <a:lnTo>
                  <a:pt x="80" y="665"/>
                </a:lnTo>
                <a:lnTo>
                  <a:pt x="80" y="664"/>
                </a:lnTo>
                <a:lnTo>
                  <a:pt x="80" y="662"/>
                </a:lnTo>
                <a:lnTo>
                  <a:pt x="81" y="661"/>
                </a:lnTo>
                <a:lnTo>
                  <a:pt x="82" y="660"/>
                </a:lnTo>
                <a:lnTo>
                  <a:pt x="82" y="659"/>
                </a:lnTo>
                <a:lnTo>
                  <a:pt x="82" y="658"/>
                </a:lnTo>
                <a:lnTo>
                  <a:pt x="83" y="657"/>
                </a:lnTo>
                <a:lnTo>
                  <a:pt x="82" y="657"/>
                </a:lnTo>
                <a:lnTo>
                  <a:pt x="81" y="657"/>
                </a:lnTo>
                <a:lnTo>
                  <a:pt x="80" y="657"/>
                </a:lnTo>
                <a:lnTo>
                  <a:pt x="80" y="656"/>
                </a:lnTo>
                <a:lnTo>
                  <a:pt x="80" y="655"/>
                </a:lnTo>
                <a:lnTo>
                  <a:pt x="80" y="654"/>
                </a:lnTo>
                <a:lnTo>
                  <a:pt x="79" y="652"/>
                </a:lnTo>
                <a:lnTo>
                  <a:pt x="78" y="652"/>
                </a:lnTo>
                <a:lnTo>
                  <a:pt x="77" y="652"/>
                </a:lnTo>
                <a:lnTo>
                  <a:pt x="77" y="650"/>
                </a:lnTo>
                <a:lnTo>
                  <a:pt x="78" y="649"/>
                </a:lnTo>
                <a:lnTo>
                  <a:pt x="78" y="648"/>
                </a:lnTo>
                <a:lnTo>
                  <a:pt x="78" y="647"/>
                </a:lnTo>
                <a:lnTo>
                  <a:pt x="79" y="645"/>
                </a:lnTo>
                <a:lnTo>
                  <a:pt x="80" y="646"/>
                </a:lnTo>
                <a:lnTo>
                  <a:pt x="81" y="645"/>
                </a:lnTo>
                <a:lnTo>
                  <a:pt x="82" y="645"/>
                </a:lnTo>
                <a:lnTo>
                  <a:pt x="81" y="645"/>
                </a:lnTo>
                <a:lnTo>
                  <a:pt x="80" y="643"/>
                </a:lnTo>
                <a:lnTo>
                  <a:pt x="79" y="644"/>
                </a:lnTo>
                <a:lnTo>
                  <a:pt x="79" y="645"/>
                </a:lnTo>
                <a:lnTo>
                  <a:pt x="78" y="645"/>
                </a:lnTo>
                <a:lnTo>
                  <a:pt x="77" y="645"/>
                </a:lnTo>
                <a:lnTo>
                  <a:pt x="77" y="644"/>
                </a:lnTo>
                <a:lnTo>
                  <a:pt x="77" y="643"/>
                </a:lnTo>
                <a:lnTo>
                  <a:pt x="78" y="642"/>
                </a:lnTo>
                <a:lnTo>
                  <a:pt x="77" y="641"/>
                </a:lnTo>
                <a:lnTo>
                  <a:pt x="77" y="640"/>
                </a:lnTo>
                <a:lnTo>
                  <a:pt x="77" y="639"/>
                </a:lnTo>
                <a:lnTo>
                  <a:pt x="76" y="637"/>
                </a:lnTo>
                <a:lnTo>
                  <a:pt x="75" y="636"/>
                </a:lnTo>
                <a:lnTo>
                  <a:pt x="74" y="636"/>
                </a:lnTo>
                <a:lnTo>
                  <a:pt x="74" y="635"/>
                </a:lnTo>
                <a:lnTo>
                  <a:pt x="75" y="634"/>
                </a:lnTo>
                <a:lnTo>
                  <a:pt x="75" y="633"/>
                </a:lnTo>
                <a:lnTo>
                  <a:pt x="76" y="633"/>
                </a:lnTo>
                <a:lnTo>
                  <a:pt x="76" y="632"/>
                </a:lnTo>
                <a:lnTo>
                  <a:pt x="75" y="630"/>
                </a:lnTo>
                <a:lnTo>
                  <a:pt x="74" y="630"/>
                </a:lnTo>
                <a:lnTo>
                  <a:pt x="73" y="629"/>
                </a:lnTo>
                <a:lnTo>
                  <a:pt x="74" y="628"/>
                </a:lnTo>
                <a:lnTo>
                  <a:pt x="74" y="627"/>
                </a:lnTo>
                <a:lnTo>
                  <a:pt x="73" y="627"/>
                </a:lnTo>
                <a:lnTo>
                  <a:pt x="73" y="626"/>
                </a:lnTo>
                <a:lnTo>
                  <a:pt x="73" y="625"/>
                </a:lnTo>
                <a:lnTo>
                  <a:pt x="73" y="624"/>
                </a:lnTo>
                <a:lnTo>
                  <a:pt x="74" y="624"/>
                </a:lnTo>
                <a:lnTo>
                  <a:pt x="74" y="623"/>
                </a:lnTo>
                <a:lnTo>
                  <a:pt x="73" y="622"/>
                </a:lnTo>
                <a:lnTo>
                  <a:pt x="72" y="620"/>
                </a:lnTo>
                <a:lnTo>
                  <a:pt x="72" y="619"/>
                </a:lnTo>
                <a:lnTo>
                  <a:pt x="72" y="617"/>
                </a:lnTo>
                <a:lnTo>
                  <a:pt x="71" y="617"/>
                </a:lnTo>
                <a:lnTo>
                  <a:pt x="70" y="617"/>
                </a:lnTo>
                <a:lnTo>
                  <a:pt x="70" y="616"/>
                </a:lnTo>
                <a:lnTo>
                  <a:pt x="71" y="614"/>
                </a:lnTo>
                <a:lnTo>
                  <a:pt x="71" y="613"/>
                </a:lnTo>
                <a:lnTo>
                  <a:pt x="71" y="612"/>
                </a:lnTo>
                <a:lnTo>
                  <a:pt x="72" y="612"/>
                </a:lnTo>
                <a:lnTo>
                  <a:pt x="72" y="613"/>
                </a:lnTo>
                <a:lnTo>
                  <a:pt x="73" y="612"/>
                </a:lnTo>
                <a:lnTo>
                  <a:pt x="74" y="612"/>
                </a:lnTo>
                <a:lnTo>
                  <a:pt x="75" y="612"/>
                </a:lnTo>
                <a:lnTo>
                  <a:pt x="75" y="611"/>
                </a:lnTo>
                <a:lnTo>
                  <a:pt x="72" y="611"/>
                </a:lnTo>
                <a:lnTo>
                  <a:pt x="72" y="610"/>
                </a:lnTo>
                <a:lnTo>
                  <a:pt x="72" y="611"/>
                </a:lnTo>
                <a:lnTo>
                  <a:pt x="71" y="611"/>
                </a:lnTo>
                <a:lnTo>
                  <a:pt x="69" y="613"/>
                </a:lnTo>
                <a:lnTo>
                  <a:pt x="68" y="615"/>
                </a:lnTo>
                <a:lnTo>
                  <a:pt x="68" y="616"/>
                </a:lnTo>
                <a:lnTo>
                  <a:pt x="67" y="615"/>
                </a:lnTo>
                <a:lnTo>
                  <a:pt x="66" y="615"/>
                </a:lnTo>
                <a:lnTo>
                  <a:pt x="65" y="616"/>
                </a:lnTo>
                <a:lnTo>
                  <a:pt x="65" y="617"/>
                </a:lnTo>
                <a:lnTo>
                  <a:pt x="66" y="617"/>
                </a:lnTo>
                <a:lnTo>
                  <a:pt x="67" y="618"/>
                </a:lnTo>
                <a:lnTo>
                  <a:pt x="68" y="618"/>
                </a:lnTo>
                <a:lnTo>
                  <a:pt x="67" y="618"/>
                </a:lnTo>
                <a:lnTo>
                  <a:pt x="67" y="619"/>
                </a:lnTo>
                <a:lnTo>
                  <a:pt x="67" y="620"/>
                </a:lnTo>
                <a:lnTo>
                  <a:pt x="66" y="620"/>
                </a:lnTo>
                <a:lnTo>
                  <a:pt x="65" y="620"/>
                </a:lnTo>
                <a:lnTo>
                  <a:pt x="64" y="620"/>
                </a:lnTo>
                <a:lnTo>
                  <a:pt x="63" y="620"/>
                </a:lnTo>
                <a:lnTo>
                  <a:pt x="61" y="618"/>
                </a:lnTo>
                <a:lnTo>
                  <a:pt x="62" y="617"/>
                </a:lnTo>
                <a:lnTo>
                  <a:pt x="62" y="616"/>
                </a:lnTo>
                <a:lnTo>
                  <a:pt x="62" y="615"/>
                </a:lnTo>
                <a:lnTo>
                  <a:pt x="61" y="614"/>
                </a:lnTo>
                <a:lnTo>
                  <a:pt x="60" y="614"/>
                </a:lnTo>
                <a:lnTo>
                  <a:pt x="59" y="615"/>
                </a:lnTo>
                <a:lnTo>
                  <a:pt x="60" y="615"/>
                </a:lnTo>
                <a:lnTo>
                  <a:pt x="58" y="616"/>
                </a:lnTo>
                <a:lnTo>
                  <a:pt x="57" y="617"/>
                </a:lnTo>
                <a:lnTo>
                  <a:pt x="58" y="617"/>
                </a:lnTo>
                <a:lnTo>
                  <a:pt x="58" y="618"/>
                </a:lnTo>
                <a:lnTo>
                  <a:pt x="57" y="618"/>
                </a:lnTo>
                <a:lnTo>
                  <a:pt x="57" y="619"/>
                </a:lnTo>
                <a:lnTo>
                  <a:pt x="56" y="620"/>
                </a:lnTo>
                <a:lnTo>
                  <a:pt x="56" y="619"/>
                </a:lnTo>
                <a:lnTo>
                  <a:pt x="56" y="618"/>
                </a:lnTo>
                <a:lnTo>
                  <a:pt x="56" y="616"/>
                </a:lnTo>
                <a:lnTo>
                  <a:pt x="56" y="615"/>
                </a:lnTo>
                <a:lnTo>
                  <a:pt x="55" y="615"/>
                </a:lnTo>
                <a:lnTo>
                  <a:pt x="55" y="616"/>
                </a:lnTo>
                <a:lnTo>
                  <a:pt x="54" y="616"/>
                </a:lnTo>
                <a:lnTo>
                  <a:pt x="51" y="617"/>
                </a:lnTo>
                <a:lnTo>
                  <a:pt x="50" y="616"/>
                </a:lnTo>
                <a:lnTo>
                  <a:pt x="49" y="616"/>
                </a:lnTo>
                <a:lnTo>
                  <a:pt x="47" y="615"/>
                </a:lnTo>
                <a:lnTo>
                  <a:pt x="43" y="616"/>
                </a:lnTo>
                <a:lnTo>
                  <a:pt x="41" y="617"/>
                </a:lnTo>
                <a:lnTo>
                  <a:pt x="41" y="618"/>
                </a:lnTo>
                <a:lnTo>
                  <a:pt x="40" y="618"/>
                </a:lnTo>
                <a:lnTo>
                  <a:pt x="38" y="617"/>
                </a:lnTo>
                <a:lnTo>
                  <a:pt x="38" y="616"/>
                </a:lnTo>
                <a:lnTo>
                  <a:pt x="38" y="615"/>
                </a:lnTo>
                <a:lnTo>
                  <a:pt x="39" y="615"/>
                </a:lnTo>
                <a:lnTo>
                  <a:pt x="39" y="614"/>
                </a:lnTo>
                <a:lnTo>
                  <a:pt x="38" y="613"/>
                </a:lnTo>
                <a:lnTo>
                  <a:pt x="37" y="614"/>
                </a:lnTo>
                <a:lnTo>
                  <a:pt x="36" y="614"/>
                </a:lnTo>
                <a:lnTo>
                  <a:pt x="35" y="615"/>
                </a:lnTo>
                <a:lnTo>
                  <a:pt x="34" y="615"/>
                </a:lnTo>
                <a:lnTo>
                  <a:pt x="32" y="615"/>
                </a:lnTo>
                <a:lnTo>
                  <a:pt x="32" y="614"/>
                </a:lnTo>
                <a:lnTo>
                  <a:pt x="31" y="613"/>
                </a:lnTo>
                <a:lnTo>
                  <a:pt x="29" y="613"/>
                </a:lnTo>
                <a:lnTo>
                  <a:pt x="31" y="607"/>
                </a:lnTo>
                <a:lnTo>
                  <a:pt x="31" y="606"/>
                </a:lnTo>
                <a:lnTo>
                  <a:pt x="30" y="605"/>
                </a:lnTo>
                <a:lnTo>
                  <a:pt x="29" y="605"/>
                </a:lnTo>
                <a:lnTo>
                  <a:pt x="28" y="605"/>
                </a:lnTo>
                <a:lnTo>
                  <a:pt x="29" y="606"/>
                </a:lnTo>
                <a:lnTo>
                  <a:pt x="27" y="606"/>
                </a:lnTo>
                <a:lnTo>
                  <a:pt x="26" y="606"/>
                </a:lnTo>
                <a:lnTo>
                  <a:pt x="25" y="607"/>
                </a:lnTo>
                <a:lnTo>
                  <a:pt x="24" y="607"/>
                </a:lnTo>
                <a:lnTo>
                  <a:pt x="23" y="608"/>
                </a:lnTo>
                <a:lnTo>
                  <a:pt x="23" y="609"/>
                </a:lnTo>
                <a:lnTo>
                  <a:pt x="22" y="608"/>
                </a:lnTo>
                <a:lnTo>
                  <a:pt x="22" y="607"/>
                </a:lnTo>
                <a:lnTo>
                  <a:pt x="23" y="607"/>
                </a:lnTo>
                <a:lnTo>
                  <a:pt x="23" y="606"/>
                </a:lnTo>
                <a:lnTo>
                  <a:pt x="23" y="605"/>
                </a:lnTo>
                <a:lnTo>
                  <a:pt x="23" y="604"/>
                </a:lnTo>
                <a:lnTo>
                  <a:pt x="22" y="602"/>
                </a:lnTo>
                <a:lnTo>
                  <a:pt x="22" y="601"/>
                </a:lnTo>
                <a:lnTo>
                  <a:pt x="22" y="600"/>
                </a:lnTo>
                <a:lnTo>
                  <a:pt x="23" y="599"/>
                </a:lnTo>
                <a:lnTo>
                  <a:pt x="24" y="598"/>
                </a:lnTo>
                <a:lnTo>
                  <a:pt x="26" y="597"/>
                </a:lnTo>
                <a:lnTo>
                  <a:pt x="26" y="596"/>
                </a:lnTo>
                <a:lnTo>
                  <a:pt x="25" y="596"/>
                </a:lnTo>
                <a:lnTo>
                  <a:pt x="25" y="595"/>
                </a:lnTo>
                <a:lnTo>
                  <a:pt x="24" y="595"/>
                </a:lnTo>
                <a:lnTo>
                  <a:pt x="24" y="594"/>
                </a:lnTo>
                <a:lnTo>
                  <a:pt x="26" y="593"/>
                </a:lnTo>
                <a:lnTo>
                  <a:pt x="26" y="592"/>
                </a:lnTo>
                <a:lnTo>
                  <a:pt x="26" y="591"/>
                </a:lnTo>
                <a:lnTo>
                  <a:pt x="26" y="590"/>
                </a:lnTo>
                <a:lnTo>
                  <a:pt x="27" y="590"/>
                </a:lnTo>
                <a:lnTo>
                  <a:pt x="26" y="590"/>
                </a:lnTo>
                <a:lnTo>
                  <a:pt x="24" y="588"/>
                </a:lnTo>
                <a:lnTo>
                  <a:pt x="24" y="586"/>
                </a:lnTo>
                <a:lnTo>
                  <a:pt x="23" y="586"/>
                </a:lnTo>
                <a:lnTo>
                  <a:pt x="22" y="586"/>
                </a:lnTo>
                <a:lnTo>
                  <a:pt x="21" y="586"/>
                </a:lnTo>
                <a:lnTo>
                  <a:pt x="19" y="585"/>
                </a:lnTo>
                <a:lnTo>
                  <a:pt x="17" y="585"/>
                </a:lnTo>
                <a:lnTo>
                  <a:pt x="16" y="586"/>
                </a:lnTo>
                <a:lnTo>
                  <a:pt x="15" y="586"/>
                </a:lnTo>
                <a:lnTo>
                  <a:pt x="14" y="586"/>
                </a:lnTo>
                <a:lnTo>
                  <a:pt x="14" y="585"/>
                </a:lnTo>
                <a:lnTo>
                  <a:pt x="15" y="585"/>
                </a:lnTo>
                <a:lnTo>
                  <a:pt x="15" y="584"/>
                </a:lnTo>
                <a:lnTo>
                  <a:pt x="16" y="584"/>
                </a:lnTo>
                <a:lnTo>
                  <a:pt x="17" y="583"/>
                </a:lnTo>
                <a:lnTo>
                  <a:pt x="18" y="582"/>
                </a:lnTo>
                <a:lnTo>
                  <a:pt x="18" y="581"/>
                </a:lnTo>
                <a:lnTo>
                  <a:pt x="17" y="579"/>
                </a:lnTo>
                <a:lnTo>
                  <a:pt x="16" y="579"/>
                </a:lnTo>
                <a:lnTo>
                  <a:pt x="15" y="578"/>
                </a:lnTo>
                <a:lnTo>
                  <a:pt x="14" y="578"/>
                </a:lnTo>
                <a:lnTo>
                  <a:pt x="13" y="578"/>
                </a:lnTo>
                <a:lnTo>
                  <a:pt x="12" y="578"/>
                </a:lnTo>
                <a:lnTo>
                  <a:pt x="12" y="579"/>
                </a:lnTo>
                <a:lnTo>
                  <a:pt x="11" y="580"/>
                </a:lnTo>
                <a:lnTo>
                  <a:pt x="10" y="580"/>
                </a:lnTo>
                <a:lnTo>
                  <a:pt x="9" y="580"/>
                </a:lnTo>
                <a:lnTo>
                  <a:pt x="8" y="581"/>
                </a:lnTo>
                <a:lnTo>
                  <a:pt x="8" y="582"/>
                </a:lnTo>
                <a:lnTo>
                  <a:pt x="7" y="581"/>
                </a:lnTo>
                <a:lnTo>
                  <a:pt x="6" y="581"/>
                </a:lnTo>
                <a:lnTo>
                  <a:pt x="6" y="580"/>
                </a:lnTo>
                <a:lnTo>
                  <a:pt x="6" y="579"/>
                </a:lnTo>
                <a:lnTo>
                  <a:pt x="7" y="580"/>
                </a:lnTo>
                <a:lnTo>
                  <a:pt x="7" y="579"/>
                </a:lnTo>
                <a:lnTo>
                  <a:pt x="8" y="578"/>
                </a:lnTo>
                <a:lnTo>
                  <a:pt x="8" y="577"/>
                </a:lnTo>
                <a:lnTo>
                  <a:pt x="7" y="575"/>
                </a:lnTo>
                <a:lnTo>
                  <a:pt x="6" y="575"/>
                </a:lnTo>
                <a:lnTo>
                  <a:pt x="5" y="575"/>
                </a:lnTo>
                <a:lnTo>
                  <a:pt x="5" y="574"/>
                </a:lnTo>
                <a:lnTo>
                  <a:pt x="5" y="573"/>
                </a:lnTo>
                <a:lnTo>
                  <a:pt x="5" y="572"/>
                </a:lnTo>
                <a:lnTo>
                  <a:pt x="5" y="571"/>
                </a:lnTo>
                <a:lnTo>
                  <a:pt x="5" y="570"/>
                </a:lnTo>
                <a:lnTo>
                  <a:pt x="5" y="569"/>
                </a:lnTo>
                <a:lnTo>
                  <a:pt x="5" y="568"/>
                </a:lnTo>
                <a:lnTo>
                  <a:pt x="5" y="567"/>
                </a:lnTo>
                <a:lnTo>
                  <a:pt x="4" y="566"/>
                </a:lnTo>
                <a:lnTo>
                  <a:pt x="4" y="565"/>
                </a:lnTo>
                <a:lnTo>
                  <a:pt x="3" y="565"/>
                </a:lnTo>
                <a:lnTo>
                  <a:pt x="3" y="564"/>
                </a:lnTo>
                <a:lnTo>
                  <a:pt x="2" y="564"/>
                </a:lnTo>
                <a:lnTo>
                  <a:pt x="2" y="563"/>
                </a:lnTo>
                <a:lnTo>
                  <a:pt x="1" y="563"/>
                </a:lnTo>
                <a:lnTo>
                  <a:pt x="1" y="562"/>
                </a:lnTo>
                <a:lnTo>
                  <a:pt x="0" y="562"/>
                </a:lnTo>
                <a:lnTo>
                  <a:pt x="0" y="560"/>
                </a:lnTo>
                <a:lnTo>
                  <a:pt x="0" y="559"/>
                </a:lnTo>
                <a:lnTo>
                  <a:pt x="0" y="558"/>
                </a:lnTo>
                <a:lnTo>
                  <a:pt x="1" y="555"/>
                </a:lnTo>
                <a:lnTo>
                  <a:pt x="1" y="554"/>
                </a:lnTo>
                <a:lnTo>
                  <a:pt x="2" y="554"/>
                </a:lnTo>
                <a:lnTo>
                  <a:pt x="3" y="554"/>
                </a:lnTo>
                <a:lnTo>
                  <a:pt x="4" y="554"/>
                </a:lnTo>
                <a:lnTo>
                  <a:pt x="4" y="553"/>
                </a:lnTo>
                <a:lnTo>
                  <a:pt x="4" y="552"/>
                </a:lnTo>
                <a:lnTo>
                  <a:pt x="3" y="551"/>
                </a:lnTo>
                <a:lnTo>
                  <a:pt x="3" y="550"/>
                </a:lnTo>
                <a:lnTo>
                  <a:pt x="5" y="547"/>
                </a:lnTo>
                <a:lnTo>
                  <a:pt x="6" y="547"/>
                </a:lnTo>
                <a:lnTo>
                  <a:pt x="6" y="548"/>
                </a:lnTo>
                <a:lnTo>
                  <a:pt x="6" y="549"/>
                </a:lnTo>
                <a:lnTo>
                  <a:pt x="5" y="549"/>
                </a:lnTo>
                <a:lnTo>
                  <a:pt x="5" y="550"/>
                </a:lnTo>
                <a:lnTo>
                  <a:pt x="6" y="550"/>
                </a:lnTo>
                <a:lnTo>
                  <a:pt x="7" y="550"/>
                </a:lnTo>
                <a:lnTo>
                  <a:pt x="8" y="548"/>
                </a:lnTo>
                <a:lnTo>
                  <a:pt x="9" y="547"/>
                </a:lnTo>
                <a:lnTo>
                  <a:pt x="9" y="546"/>
                </a:lnTo>
                <a:lnTo>
                  <a:pt x="9" y="545"/>
                </a:lnTo>
                <a:lnTo>
                  <a:pt x="9" y="544"/>
                </a:lnTo>
                <a:lnTo>
                  <a:pt x="10" y="544"/>
                </a:lnTo>
                <a:lnTo>
                  <a:pt x="11" y="543"/>
                </a:lnTo>
                <a:lnTo>
                  <a:pt x="12" y="543"/>
                </a:lnTo>
                <a:lnTo>
                  <a:pt x="13" y="543"/>
                </a:lnTo>
                <a:lnTo>
                  <a:pt x="13" y="544"/>
                </a:lnTo>
                <a:lnTo>
                  <a:pt x="14" y="544"/>
                </a:lnTo>
                <a:lnTo>
                  <a:pt x="14" y="545"/>
                </a:lnTo>
                <a:lnTo>
                  <a:pt x="14" y="544"/>
                </a:lnTo>
                <a:lnTo>
                  <a:pt x="15" y="544"/>
                </a:lnTo>
                <a:lnTo>
                  <a:pt x="15" y="543"/>
                </a:lnTo>
                <a:lnTo>
                  <a:pt x="15" y="542"/>
                </a:lnTo>
                <a:lnTo>
                  <a:pt x="14" y="541"/>
                </a:lnTo>
                <a:lnTo>
                  <a:pt x="14" y="540"/>
                </a:lnTo>
                <a:lnTo>
                  <a:pt x="15" y="540"/>
                </a:lnTo>
                <a:lnTo>
                  <a:pt x="15" y="539"/>
                </a:lnTo>
                <a:lnTo>
                  <a:pt x="16" y="539"/>
                </a:lnTo>
                <a:lnTo>
                  <a:pt x="17" y="539"/>
                </a:lnTo>
                <a:lnTo>
                  <a:pt x="17" y="538"/>
                </a:lnTo>
                <a:lnTo>
                  <a:pt x="18" y="538"/>
                </a:lnTo>
                <a:lnTo>
                  <a:pt x="17" y="537"/>
                </a:lnTo>
                <a:lnTo>
                  <a:pt x="17" y="536"/>
                </a:lnTo>
                <a:lnTo>
                  <a:pt x="16" y="535"/>
                </a:lnTo>
                <a:lnTo>
                  <a:pt x="17" y="534"/>
                </a:lnTo>
                <a:lnTo>
                  <a:pt x="17" y="533"/>
                </a:lnTo>
                <a:lnTo>
                  <a:pt x="18" y="533"/>
                </a:lnTo>
                <a:lnTo>
                  <a:pt x="18" y="534"/>
                </a:lnTo>
                <a:lnTo>
                  <a:pt x="19" y="534"/>
                </a:lnTo>
                <a:lnTo>
                  <a:pt x="20" y="533"/>
                </a:lnTo>
                <a:lnTo>
                  <a:pt x="20" y="532"/>
                </a:lnTo>
                <a:lnTo>
                  <a:pt x="21" y="532"/>
                </a:lnTo>
                <a:lnTo>
                  <a:pt x="22" y="531"/>
                </a:lnTo>
                <a:lnTo>
                  <a:pt x="23" y="531"/>
                </a:lnTo>
                <a:lnTo>
                  <a:pt x="25" y="533"/>
                </a:lnTo>
                <a:lnTo>
                  <a:pt x="26" y="533"/>
                </a:lnTo>
                <a:lnTo>
                  <a:pt x="27" y="533"/>
                </a:lnTo>
                <a:lnTo>
                  <a:pt x="28" y="533"/>
                </a:lnTo>
                <a:lnTo>
                  <a:pt x="29" y="533"/>
                </a:lnTo>
                <a:lnTo>
                  <a:pt x="30" y="534"/>
                </a:lnTo>
                <a:lnTo>
                  <a:pt x="32" y="533"/>
                </a:lnTo>
                <a:lnTo>
                  <a:pt x="33" y="533"/>
                </a:lnTo>
                <a:lnTo>
                  <a:pt x="33" y="532"/>
                </a:lnTo>
                <a:lnTo>
                  <a:pt x="31" y="529"/>
                </a:lnTo>
                <a:lnTo>
                  <a:pt x="31" y="528"/>
                </a:lnTo>
                <a:lnTo>
                  <a:pt x="31" y="527"/>
                </a:lnTo>
                <a:lnTo>
                  <a:pt x="32" y="526"/>
                </a:lnTo>
                <a:lnTo>
                  <a:pt x="32" y="525"/>
                </a:lnTo>
                <a:lnTo>
                  <a:pt x="33" y="525"/>
                </a:lnTo>
                <a:lnTo>
                  <a:pt x="33" y="524"/>
                </a:lnTo>
                <a:lnTo>
                  <a:pt x="35" y="524"/>
                </a:lnTo>
                <a:lnTo>
                  <a:pt x="36" y="525"/>
                </a:lnTo>
                <a:lnTo>
                  <a:pt x="36" y="526"/>
                </a:lnTo>
                <a:lnTo>
                  <a:pt x="38" y="527"/>
                </a:lnTo>
                <a:lnTo>
                  <a:pt x="39" y="527"/>
                </a:lnTo>
                <a:lnTo>
                  <a:pt x="40" y="527"/>
                </a:lnTo>
                <a:lnTo>
                  <a:pt x="40" y="528"/>
                </a:lnTo>
                <a:lnTo>
                  <a:pt x="41" y="528"/>
                </a:lnTo>
                <a:lnTo>
                  <a:pt x="41" y="529"/>
                </a:lnTo>
                <a:lnTo>
                  <a:pt x="43" y="529"/>
                </a:lnTo>
                <a:lnTo>
                  <a:pt x="43" y="528"/>
                </a:lnTo>
                <a:lnTo>
                  <a:pt x="42" y="528"/>
                </a:lnTo>
                <a:lnTo>
                  <a:pt x="41" y="527"/>
                </a:lnTo>
                <a:lnTo>
                  <a:pt x="41" y="526"/>
                </a:lnTo>
                <a:lnTo>
                  <a:pt x="44" y="524"/>
                </a:lnTo>
                <a:lnTo>
                  <a:pt x="44" y="523"/>
                </a:lnTo>
                <a:lnTo>
                  <a:pt x="44" y="522"/>
                </a:lnTo>
                <a:lnTo>
                  <a:pt x="44" y="521"/>
                </a:lnTo>
                <a:lnTo>
                  <a:pt x="45" y="521"/>
                </a:lnTo>
                <a:lnTo>
                  <a:pt x="46" y="522"/>
                </a:lnTo>
                <a:lnTo>
                  <a:pt x="46" y="523"/>
                </a:lnTo>
                <a:lnTo>
                  <a:pt x="47" y="523"/>
                </a:lnTo>
                <a:lnTo>
                  <a:pt x="48" y="523"/>
                </a:lnTo>
                <a:lnTo>
                  <a:pt x="48" y="522"/>
                </a:lnTo>
                <a:lnTo>
                  <a:pt x="48" y="521"/>
                </a:lnTo>
                <a:lnTo>
                  <a:pt x="47" y="521"/>
                </a:lnTo>
                <a:lnTo>
                  <a:pt x="47" y="520"/>
                </a:lnTo>
                <a:lnTo>
                  <a:pt x="48" y="520"/>
                </a:lnTo>
                <a:lnTo>
                  <a:pt x="48" y="519"/>
                </a:lnTo>
                <a:lnTo>
                  <a:pt x="49" y="519"/>
                </a:lnTo>
                <a:lnTo>
                  <a:pt x="49" y="516"/>
                </a:lnTo>
                <a:lnTo>
                  <a:pt x="48" y="516"/>
                </a:lnTo>
                <a:lnTo>
                  <a:pt x="48" y="515"/>
                </a:lnTo>
                <a:lnTo>
                  <a:pt x="49" y="514"/>
                </a:lnTo>
                <a:lnTo>
                  <a:pt x="50" y="513"/>
                </a:lnTo>
                <a:lnTo>
                  <a:pt x="50" y="512"/>
                </a:lnTo>
                <a:lnTo>
                  <a:pt x="51" y="512"/>
                </a:lnTo>
                <a:lnTo>
                  <a:pt x="51" y="511"/>
                </a:lnTo>
                <a:lnTo>
                  <a:pt x="51" y="510"/>
                </a:lnTo>
                <a:lnTo>
                  <a:pt x="50" y="510"/>
                </a:lnTo>
                <a:lnTo>
                  <a:pt x="50" y="509"/>
                </a:lnTo>
                <a:lnTo>
                  <a:pt x="50" y="508"/>
                </a:lnTo>
                <a:lnTo>
                  <a:pt x="51" y="507"/>
                </a:lnTo>
                <a:lnTo>
                  <a:pt x="51" y="506"/>
                </a:lnTo>
                <a:lnTo>
                  <a:pt x="51" y="505"/>
                </a:lnTo>
                <a:lnTo>
                  <a:pt x="51" y="504"/>
                </a:lnTo>
                <a:lnTo>
                  <a:pt x="51" y="503"/>
                </a:lnTo>
                <a:lnTo>
                  <a:pt x="52" y="503"/>
                </a:lnTo>
                <a:lnTo>
                  <a:pt x="53" y="503"/>
                </a:lnTo>
                <a:lnTo>
                  <a:pt x="53" y="504"/>
                </a:lnTo>
                <a:lnTo>
                  <a:pt x="54" y="504"/>
                </a:lnTo>
                <a:lnTo>
                  <a:pt x="55" y="504"/>
                </a:lnTo>
                <a:lnTo>
                  <a:pt x="55" y="503"/>
                </a:lnTo>
                <a:lnTo>
                  <a:pt x="55" y="502"/>
                </a:lnTo>
                <a:lnTo>
                  <a:pt x="55" y="501"/>
                </a:lnTo>
                <a:lnTo>
                  <a:pt x="55" y="500"/>
                </a:lnTo>
                <a:lnTo>
                  <a:pt x="56" y="499"/>
                </a:lnTo>
                <a:lnTo>
                  <a:pt x="56" y="498"/>
                </a:lnTo>
                <a:lnTo>
                  <a:pt x="57" y="498"/>
                </a:lnTo>
                <a:lnTo>
                  <a:pt x="57" y="499"/>
                </a:lnTo>
                <a:lnTo>
                  <a:pt x="58" y="500"/>
                </a:lnTo>
                <a:lnTo>
                  <a:pt x="59" y="500"/>
                </a:lnTo>
                <a:lnTo>
                  <a:pt x="61" y="500"/>
                </a:lnTo>
                <a:lnTo>
                  <a:pt x="61" y="499"/>
                </a:lnTo>
                <a:lnTo>
                  <a:pt x="62" y="499"/>
                </a:lnTo>
                <a:lnTo>
                  <a:pt x="63" y="499"/>
                </a:lnTo>
                <a:lnTo>
                  <a:pt x="64" y="499"/>
                </a:lnTo>
                <a:lnTo>
                  <a:pt x="65" y="499"/>
                </a:lnTo>
                <a:lnTo>
                  <a:pt x="66" y="498"/>
                </a:lnTo>
                <a:lnTo>
                  <a:pt x="66" y="497"/>
                </a:lnTo>
                <a:lnTo>
                  <a:pt x="67" y="496"/>
                </a:lnTo>
                <a:lnTo>
                  <a:pt x="69" y="497"/>
                </a:lnTo>
                <a:lnTo>
                  <a:pt x="70" y="497"/>
                </a:lnTo>
                <a:lnTo>
                  <a:pt x="70" y="498"/>
                </a:lnTo>
                <a:lnTo>
                  <a:pt x="71" y="498"/>
                </a:lnTo>
                <a:lnTo>
                  <a:pt x="71" y="499"/>
                </a:lnTo>
                <a:lnTo>
                  <a:pt x="73" y="499"/>
                </a:lnTo>
                <a:lnTo>
                  <a:pt x="73" y="498"/>
                </a:lnTo>
                <a:lnTo>
                  <a:pt x="74" y="498"/>
                </a:lnTo>
                <a:lnTo>
                  <a:pt x="74" y="497"/>
                </a:lnTo>
                <a:lnTo>
                  <a:pt x="75" y="496"/>
                </a:lnTo>
                <a:lnTo>
                  <a:pt x="75" y="495"/>
                </a:lnTo>
                <a:lnTo>
                  <a:pt x="76" y="495"/>
                </a:lnTo>
                <a:lnTo>
                  <a:pt x="77" y="495"/>
                </a:lnTo>
                <a:lnTo>
                  <a:pt x="78" y="495"/>
                </a:lnTo>
                <a:lnTo>
                  <a:pt x="78" y="494"/>
                </a:lnTo>
                <a:lnTo>
                  <a:pt x="77" y="494"/>
                </a:lnTo>
                <a:lnTo>
                  <a:pt x="77" y="493"/>
                </a:lnTo>
                <a:lnTo>
                  <a:pt x="77" y="492"/>
                </a:lnTo>
                <a:lnTo>
                  <a:pt x="77" y="491"/>
                </a:lnTo>
                <a:lnTo>
                  <a:pt x="77" y="490"/>
                </a:lnTo>
                <a:lnTo>
                  <a:pt x="77" y="489"/>
                </a:lnTo>
                <a:lnTo>
                  <a:pt x="76" y="488"/>
                </a:lnTo>
                <a:lnTo>
                  <a:pt x="75" y="488"/>
                </a:lnTo>
                <a:lnTo>
                  <a:pt x="74" y="488"/>
                </a:lnTo>
                <a:lnTo>
                  <a:pt x="73" y="487"/>
                </a:lnTo>
                <a:lnTo>
                  <a:pt x="73" y="486"/>
                </a:lnTo>
                <a:lnTo>
                  <a:pt x="74" y="486"/>
                </a:lnTo>
                <a:lnTo>
                  <a:pt x="74" y="485"/>
                </a:lnTo>
                <a:lnTo>
                  <a:pt x="74" y="484"/>
                </a:lnTo>
                <a:lnTo>
                  <a:pt x="73" y="483"/>
                </a:lnTo>
                <a:lnTo>
                  <a:pt x="72" y="482"/>
                </a:lnTo>
                <a:lnTo>
                  <a:pt x="71" y="481"/>
                </a:lnTo>
                <a:lnTo>
                  <a:pt x="72" y="481"/>
                </a:lnTo>
                <a:lnTo>
                  <a:pt x="73" y="481"/>
                </a:lnTo>
                <a:lnTo>
                  <a:pt x="74" y="481"/>
                </a:lnTo>
                <a:lnTo>
                  <a:pt x="74" y="480"/>
                </a:lnTo>
                <a:lnTo>
                  <a:pt x="74" y="479"/>
                </a:lnTo>
                <a:lnTo>
                  <a:pt x="74" y="478"/>
                </a:lnTo>
                <a:lnTo>
                  <a:pt x="75" y="477"/>
                </a:lnTo>
                <a:lnTo>
                  <a:pt x="75" y="476"/>
                </a:lnTo>
                <a:lnTo>
                  <a:pt x="76" y="475"/>
                </a:lnTo>
                <a:lnTo>
                  <a:pt x="76" y="474"/>
                </a:lnTo>
                <a:lnTo>
                  <a:pt x="76" y="473"/>
                </a:lnTo>
                <a:lnTo>
                  <a:pt x="76" y="472"/>
                </a:lnTo>
                <a:lnTo>
                  <a:pt x="75" y="471"/>
                </a:lnTo>
                <a:lnTo>
                  <a:pt x="75" y="469"/>
                </a:lnTo>
                <a:lnTo>
                  <a:pt x="76" y="467"/>
                </a:lnTo>
                <a:lnTo>
                  <a:pt x="77" y="466"/>
                </a:lnTo>
                <a:lnTo>
                  <a:pt x="78" y="466"/>
                </a:lnTo>
                <a:lnTo>
                  <a:pt x="79" y="466"/>
                </a:lnTo>
                <a:lnTo>
                  <a:pt x="81" y="463"/>
                </a:lnTo>
                <a:lnTo>
                  <a:pt x="80" y="461"/>
                </a:lnTo>
                <a:lnTo>
                  <a:pt x="79" y="459"/>
                </a:lnTo>
                <a:lnTo>
                  <a:pt x="78" y="459"/>
                </a:lnTo>
                <a:lnTo>
                  <a:pt x="77" y="460"/>
                </a:lnTo>
                <a:lnTo>
                  <a:pt x="76" y="461"/>
                </a:lnTo>
                <a:lnTo>
                  <a:pt x="76" y="460"/>
                </a:lnTo>
                <a:lnTo>
                  <a:pt x="76" y="459"/>
                </a:lnTo>
                <a:lnTo>
                  <a:pt x="75" y="459"/>
                </a:lnTo>
                <a:lnTo>
                  <a:pt x="75" y="458"/>
                </a:lnTo>
                <a:lnTo>
                  <a:pt x="75" y="457"/>
                </a:lnTo>
                <a:lnTo>
                  <a:pt x="74" y="457"/>
                </a:lnTo>
                <a:lnTo>
                  <a:pt x="73" y="458"/>
                </a:lnTo>
                <a:lnTo>
                  <a:pt x="72" y="459"/>
                </a:lnTo>
                <a:lnTo>
                  <a:pt x="69" y="458"/>
                </a:lnTo>
                <a:lnTo>
                  <a:pt x="68" y="458"/>
                </a:lnTo>
                <a:lnTo>
                  <a:pt x="68" y="456"/>
                </a:lnTo>
                <a:lnTo>
                  <a:pt x="67" y="454"/>
                </a:lnTo>
                <a:lnTo>
                  <a:pt x="67" y="453"/>
                </a:lnTo>
                <a:lnTo>
                  <a:pt x="67" y="452"/>
                </a:lnTo>
                <a:lnTo>
                  <a:pt x="66" y="452"/>
                </a:lnTo>
                <a:lnTo>
                  <a:pt x="66" y="451"/>
                </a:lnTo>
                <a:lnTo>
                  <a:pt x="65" y="452"/>
                </a:lnTo>
                <a:lnTo>
                  <a:pt x="64" y="452"/>
                </a:lnTo>
                <a:lnTo>
                  <a:pt x="60" y="451"/>
                </a:lnTo>
                <a:lnTo>
                  <a:pt x="60" y="450"/>
                </a:lnTo>
                <a:lnTo>
                  <a:pt x="60" y="447"/>
                </a:lnTo>
                <a:lnTo>
                  <a:pt x="60" y="446"/>
                </a:lnTo>
                <a:lnTo>
                  <a:pt x="61" y="446"/>
                </a:lnTo>
                <a:lnTo>
                  <a:pt x="60" y="445"/>
                </a:lnTo>
                <a:lnTo>
                  <a:pt x="59" y="445"/>
                </a:lnTo>
                <a:lnTo>
                  <a:pt x="58" y="445"/>
                </a:lnTo>
                <a:lnTo>
                  <a:pt x="58" y="444"/>
                </a:lnTo>
                <a:lnTo>
                  <a:pt x="55" y="444"/>
                </a:lnTo>
                <a:lnTo>
                  <a:pt x="54" y="444"/>
                </a:lnTo>
                <a:lnTo>
                  <a:pt x="52" y="444"/>
                </a:lnTo>
                <a:lnTo>
                  <a:pt x="52" y="443"/>
                </a:lnTo>
                <a:lnTo>
                  <a:pt x="51" y="442"/>
                </a:lnTo>
                <a:lnTo>
                  <a:pt x="51" y="441"/>
                </a:lnTo>
                <a:lnTo>
                  <a:pt x="50" y="441"/>
                </a:lnTo>
                <a:lnTo>
                  <a:pt x="50" y="440"/>
                </a:lnTo>
                <a:lnTo>
                  <a:pt x="49" y="440"/>
                </a:lnTo>
                <a:lnTo>
                  <a:pt x="49" y="441"/>
                </a:lnTo>
                <a:lnTo>
                  <a:pt x="49" y="440"/>
                </a:lnTo>
                <a:lnTo>
                  <a:pt x="49" y="439"/>
                </a:lnTo>
                <a:lnTo>
                  <a:pt x="49" y="438"/>
                </a:lnTo>
                <a:lnTo>
                  <a:pt x="49" y="437"/>
                </a:lnTo>
                <a:lnTo>
                  <a:pt x="50" y="437"/>
                </a:lnTo>
                <a:lnTo>
                  <a:pt x="51" y="436"/>
                </a:lnTo>
                <a:lnTo>
                  <a:pt x="52" y="437"/>
                </a:lnTo>
                <a:lnTo>
                  <a:pt x="52" y="436"/>
                </a:lnTo>
                <a:lnTo>
                  <a:pt x="53" y="435"/>
                </a:lnTo>
                <a:lnTo>
                  <a:pt x="53" y="434"/>
                </a:lnTo>
                <a:lnTo>
                  <a:pt x="52" y="433"/>
                </a:lnTo>
                <a:lnTo>
                  <a:pt x="51" y="433"/>
                </a:lnTo>
                <a:lnTo>
                  <a:pt x="50" y="433"/>
                </a:lnTo>
                <a:lnTo>
                  <a:pt x="48" y="433"/>
                </a:lnTo>
                <a:lnTo>
                  <a:pt x="46" y="435"/>
                </a:lnTo>
                <a:lnTo>
                  <a:pt x="46" y="436"/>
                </a:lnTo>
                <a:lnTo>
                  <a:pt x="45" y="437"/>
                </a:lnTo>
                <a:lnTo>
                  <a:pt x="44" y="436"/>
                </a:lnTo>
                <a:lnTo>
                  <a:pt x="42" y="435"/>
                </a:lnTo>
                <a:lnTo>
                  <a:pt x="42" y="434"/>
                </a:lnTo>
                <a:lnTo>
                  <a:pt x="42" y="433"/>
                </a:lnTo>
                <a:lnTo>
                  <a:pt x="42" y="432"/>
                </a:lnTo>
                <a:lnTo>
                  <a:pt x="44" y="430"/>
                </a:lnTo>
                <a:lnTo>
                  <a:pt x="45" y="429"/>
                </a:lnTo>
                <a:lnTo>
                  <a:pt x="46" y="429"/>
                </a:lnTo>
                <a:lnTo>
                  <a:pt x="46" y="428"/>
                </a:lnTo>
                <a:lnTo>
                  <a:pt x="47" y="428"/>
                </a:lnTo>
                <a:lnTo>
                  <a:pt x="48" y="428"/>
                </a:lnTo>
                <a:lnTo>
                  <a:pt x="48" y="429"/>
                </a:lnTo>
                <a:lnTo>
                  <a:pt x="48" y="430"/>
                </a:lnTo>
                <a:lnTo>
                  <a:pt x="49" y="430"/>
                </a:lnTo>
                <a:lnTo>
                  <a:pt x="49" y="431"/>
                </a:lnTo>
                <a:lnTo>
                  <a:pt x="50" y="431"/>
                </a:lnTo>
                <a:lnTo>
                  <a:pt x="51" y="430"/>
                </a:lnTo>
                <a:lnTo>
                  <a:pt x="51" y="429"/>
                </a:lnTo>
                <a:lnTo>
                  <a:pt x="52" y="428"/>
                </a:lnTo>
                <a:lnTo>
                  <a:pt x="53" y="428"/>
                </a:lnTo>
                <a:lnTo>
                  <a:pt x="53" y="429"/>
                </a:lnTo>
                <a:lnTo>
                  <a:pt x="54" y="429"/>
                </a:lnTo>
                <a:lnTo>
                  <a:pt x="54" y="430"/>
                </a:lnTo>
                <a:lnTo>
                  <a:pt x="55" y="429"/>
                </a:lnTo>
                <a:lnTo>
                  <a:pt x="56" y="429"/>
                </a:lnTo>
                <a:lnTo>
                  <a:pt x="56" y="428"/>
                </a:lnTo>
                <a:lnTo>
                  <a:pt x="57" y="427"/>
                </a:lnTo>
                <a:lnTo>
                  <a:pt x="57" y="428"/>
                </a:lnTo>
                <a:lnTo>
                  <a:pt x="58" y="428"/>
                </a:lnTo>
                <a:lnTo>
                  <a:pt x="59" y="428"/>
                </a:lnTo>
                <a:lnTo>
                  <a:pt x="61" y="428"/>
                </a:lnTo>
                <a:lnTo>
                  <a:pt x="61" y="427"/>
                </a:lnTo>
                <a:lnTo>
                  <a:pt x="61" y="426"/>
                </a:lnTo>
                <a:lnTo>
                  <a:pt x="61" y="425"/>
                </a:lnTo>
                <a:lnTo>
                  <a:pt x="61" y="424"/>
                </a:lnTo>
                <a:lnTo>
                  <a:pt x="61" y="423"/>
                </a:lnTo>
                <a:lnTo>
                  <a:pt x="62" y="423"/>
                </a:lnTo>
                <a:lnTo>
                  <a:pt x="63" y="423"/>
                </a:lnTo>
                <a:lnTo>
                  <a:pt x="64" y="423"/>
                </a:lnTo>
                <a:lnTo>
                  <a:pt x="64" y="422"/>
                </a:lnTo>
                <a:lnTo>
                  <a:pt x="64" y="421"/>
                </a:lnTo>
                <a:lnTo>
                  <a:pt x="63" y="420"/>
                </a:lnTo>
                <a:lnTo>
                  <a:pt x="62" y="420"/>
                </a:lnTo>
                <a:lnTo>
                  <a:pt x="62" y="421"/>
                </a:lnTo>
                <a:lnTo>
                  <a:pt x="61" y="421"/>
                </a:lnTo>
                <a:lnTo>
                  <a:pt x="59" y="421"/>
                </a:lnTo>
                <a:lnTo>
                  <a:pt x="57" y="418"/>
                </a:lnTo>
                <a:lnTo>
                  <a:pt x="57" y="416"/>
                </a:lnTo>
                <a:lnTo>
                  <a:pt x="56" y="416"/>
                </a:lnTo>
                <a:lnTo>
                  <a:pt x="56" y="414"/>
                </a:lnTo>
                <a:lnTo>
                  <a:pt x="56" y="413"/>
                </a:lnTo>
                <a:lnTo>
                  <a:pt x="57" y="409"/>
                </a:lnTo>
                <a:lnTo>
                  <a:pt x="58" y="409"/>
                </a:lnTo>
                <a:lnTo>
                  <a:pt x="61" y="410"/>
                </a:lnTo>
                <a:lnTo>
                  <a:pt x="62" y="411"/>
                </a:lnTo>
                <a:lnTo>
                  <a:pt x="64" y="412"/>
                </a:lnTo>
                <a:lnTo>
                  <a:pt x="64" y="411"/>
                </a:lnTo>
                <a:lnTo>
                  <a:pt x="65" y="411"/>
                </a:lnTo>
                <a:lnTo>
                  <a:pt x="65" y="412"/>
                </a:lnTo>
                <a:lnTo>
                  <a:pt x="65" y="413"/>
                </a:lnTo>
                <a:lnTo>
                  <a:pt x="65" y="414"/>
                </a:lnTo>
                <a:lnTo>
                  <a:pt x="66" y="414"/>
                </a:lnTo>
                <a:lnTo>
                  <a:pt x="68" y="414"/>
                </a:lnTo>
                <a:lnTo>
                  <a:pt x="69" y="413"/>
                </a:lnTo>
                <a:lnTo>
                  <a:pt x="71" y="413"/>
                </a:lnTo>
                <a:lnTo>
                  <a:pt x="72" y="413"/>
                </a:lnTo>
                <a:lnTo>
                  <a:pt x="73" y="414"/>
                </a:lnTo>
                <a:lnTo>
                  <a:pt x="74" y="414"/>
                </a:lnTo>
                <a:lnTo>
                  <a:pt x="75" y="413"/>
                </a:lnTo>
                <a:lnTo>
                  <a:pt x="74" y="412"/>
                </a:lnTo>
                <a:lnTo>
                  <a:pt x="75" y="411"/>
                </a:lnTo>
                <a:lnTo>
                  <a:pt x="76" y="411"/>
                </a:lnTo>
                <a:lnTo>
                  <a:pt x="76" y="410"/>
                </a:lnTo>
                <a:lnTo>
                  <a:pt x="77" y="410"/>
                </a:lnTo>
                <a:lnTo>
                  <a:pt x="77" y="409"/>
                </a:lnTo>
                <a:lnTo>
                  <a:pt x="76" y="409"/>
                </a:lnTo>
                <a:lnTo>
                  <a:pt x="75" y="409"/>
                </a:lnTo>
                <a:lnTo>
                  <a:pt x="74" y="409"/>
                </a:lnTo>
                <a:lnTo>
                  <a:pt x="73" y="408"/>
                </a:lnTo>
                <a:lnTo>
                  <a:pt x="73" y="407"/>
                </a:lnTo>
                <a:lnTo>
                  <a:pt x="72" y="407"/>
                </a:lnTo>
                <a:lnTo>
                  <a:pt x="72" y="404"/>
                </a:lnTo>
                <a:lnTo>
                  <a:pt x="72" y="403"/>
                </a:lnTo>
                <a:lnTo>
                  <a:pt x="72" y="401"/>
                </a:lnTo>
                <a:lnTo>
                  <a:pt x="73" y="400"/>
                </a:lnTo>
                <a:lnTo>
                  <a:pt x="73" y="399"/>
                </a:lnTo>
                <a:lnTo>
                  <a:pt x="75" y="400"/>
                </a:lnTo>
                <a:lnTo>
                  <a:pt x="75" y="401"/>
                </a:lnTo>
                <a:lnTo>
                  <a:pt x="76" y="401"/>
                </a:lnTo>
                <a:lnTo>
                  <a:pt x="76" y="400"/>
                </a:lnTo>
                <a:lnTo>
                  <a:pt x="77" y="400"/>
                </a:lnTo>
                <a:lnTo>
                  <a:pt x="78" y="400"/>
                </a:lnTo>
                <a:lnTo>
                  <a:pt x="78" y="399"/>
                </a:lnTo>
                <a:lnTo>
                  <a:pt x="77" y="399"/>
                </a:lnTo>
                <a:lnTo>
                  <a:pt x="76" y="397"/>
                </a:lnTo>
                <a:lnTo>
                  <a:pt x="76" y="396"/>
                </a:lnTo>
                <a:lnTo>
                  <a:pt x="77" y="396"/>
                </a:lnTo>
                <a:lnTo>
                  <a:pt x="78" y="396"/>
                </a:lnTo>
                <a:lnTo>
                  <a:pt x="79" y="396"/>
                </a:lnTo>
                <a:lnTo>
                  <a:pt x="80" y="396"/>
                </a:lnTo>
                <a:lnTo>
                  <a:pt x="80" y="395"/>
                </a:lnTo>
                <a:lnTo>
                  <a:pt x="80" y="394"/>
                </a:lnTo>
                <a:lnTo>
                  <a:pt x="80" y="393"/>
                </a:lnTo>
                <a:lnTo>
                  <a:pt x="79" y="392"/>
                </a:lnTo>
                <a:lnTo>
                  <a:pt x="80" y="392"/>
                </a:lnTo>
                <a:lnTo>
                  <a:pt x="80" y="391"/>
                </a:lnTo>
                <a:lnTo>
                  <a:pt x="81" y="391"/>
                </a:lnTo>
                <a:lnTo>
                  <a:pt x="81" y="390"/>
                </a:lnTo>
                <a:lnTo>
                  <a:pt x="82" y="388"/>
                </a:lnTo>
                <a:lnTo>
                  <a:pt x="82" y="387"/>
                </a:lnTo>
                <a:lnTo>
                  <a:pt x="81" y="387"/>
                </a:lnTo>
                <a:lnTo>
                  <a:pt x="81" y="386"/>
                </a:lnTo>
                <a:lnTo>
                  <a:pt x="82" y="386"/>
                </a:lnTo>
                <a:lnTo>
                  <a:pt x="82" y="385"/>
                </a:lnTo>
                <a:lnTo>
                  <a:pt x="82" y="384"/>
                </a:lnTo>
                <a:lnTo>
                  <a:pt x="82" y="383"/>
                </a:lnTo>
                <a:lnTo>
                  <a:pt x="83" y="383"/>
                </a:lnTo>
                <a:lnTo>
                  <a:pt x="83" y="382"/>
                </a:lnTo>
                <a:lnTo>
                  <a:pt x="84" y="382"/>
                </a:lnTo>
                <a:lnTo>
                  <a:pt x="85" y="382"/>
                </a:lnTo>
                <a:lnTo>
                  <a:pt x="86" y="382"/>
                </a:lnTo>
                <a:lnTo>
                  <a:pt x="87" y="380"/>
                </a:lnTo>
                <a:lnTo>
                  <a:pt x="87" y="379"/>
                </a:lnTo>
                <a:lnTo>
                  <a:pt x="86" y="379"/>
                </a:lnTo>
                <a:lnTo>
                  <a:pt x="86" y="378"/>
                </a:lnTo>
                <a:lnTo>
                  <a:pt x="87" y="377"/>
                </a:lnTo>
                <a:lnTo>
                  <a:pt x="87" y="378"/>
                </a:lnTo>
                <a:lnTo>
                  <a:pt x="88" y="378"/>
                </a:lnTo>
                <a:lnTo>
                  <a:pt x="89" y="377"/>
                </a:lnTo>
                <a:lnTo>
                  <a:pt x="91" y="376"/>
                </a:lnTo>
                <a:lnTo>
                  <a:pt x="92" y="376"/>
                </a:lnTo>
                <a:lnTo>
                  <a:pt x="93" y="377"/>
                </a:lnTo>
                <a:lnTo>
                  <a:pt x="93" y="378"/>
                </a:lnTo>
                <a:lnTo>
                  <a:pt x="94" y="379"/>
                </a:lnTo>
                <a:lnTo>
                  <a:pt x="95" y="381"/>
                </a:lnTo>
                <a:lnTo>
                  <a:pt x="95" y="382"/>
                </a:lnTo>
                <a:lnTo>
                  <a:pt x="94" y="382"/>
                </a:lnTo>
                <a:lnTo>
                  <a:pt x="94" y="383"/>
                </a:lnTo>
                <a:lnTo>
                  <a:pt x="95" y="383"/>
                </a:lnTo>
                <a:lnTo>
                  <a:pt x="95" y="384"/>
                </a:lnTo>
                <a:lnTo>
                  <a:pt x="95" y="385"/>
                </a:lnTo>
                <a:lnTo>
                  <a:pt x="96" y="385"/>
                </a:lnTo>
                <a:lnTo>
                  <a:pt x="97" y="385"/>
                </a:lnTo>
                <a:lnTo>
                  <a:pt x="97" y="384"/>
                </a:lnTo>
                <a:lnTo>
                  <a:pt x="98" y="383"/>
                </a:lnTo>
                <a:lnTo>
                  <a:pt x="98" y="381"/>
                </a:lnTo>
                <a:lnTo>
                  <a:pt x="99" y="381"/>
                </a:lnTo>
                <a:lnTo>
                  <a:pt x="100" y="382"/>
                </a:lnTo>
                <a:lnTo>
                  <a:pt x="100" y="383"/>
                </a:lnTo>
                <a:lnTo>
                  <a:pt x="100" y="384"/>
                </a:lnTo>
                <a:lnTo>
                  <a:pt x="100" y="385"/>
                </a:lnTo>
                <a:lnTo>
                  <a:pt x="101" y="386"/>
                </a:lnTo>
                <a:lnTo>
                  <a:pt x="102" y="386"/>
                </a:lnTo>
                <a:lnTo>
                  <a:pt x="103" y="385"/>
                </a:lnTo>
                <a:lnTo>
                  <a:pt x="103" y="383"/>
                </a:lnTo>
                <a:lnTo>
                  <a:pt x="103" y="382"/>
                </a:lnTo>
                <a:lnTo>
                  <a:pt x="103" y="381"/>
                </a:lnTo>
                <a:lnTo>
                  <a:pt x="104" y="381"/>
                </a:lnTo>
                <a:lnTo>
                  <a:pt x="105" y="382"/>
                </a:lnTo>
                <a:lnTo>
                  <a:pt x="105" y="383"/>
                </a:lnTo>
                <a:lnTo>
                  <a:pt x="106" y="383"/>
                </a:lnTo>
                <a:lnTo>
                  <a:pt x="106" y="382"/>
                </a:lnTo>
                <a:lnTo>
                  <a:pt x="107" y="383"/>
                </a:lnTo>
                <a:lnTo>
                  <a:pt x="106" y="383"/>
                </a:lnTo>
                <a:lnTo>
                  <a:pt x="106" y="384"/>
                </a:lnTo>
                <a:lnTo>
                  <a:pt x="105" y="384"/>
                </a:lnTo>
                <a:lnTo>
                  <a:pt x="105" y="385"/>
                </a:lnTo>
                <a:lnTo>
                  <a:pt x="105" y="386"/>
                </a:lnTo>
                <a:lnTo>
                  <a:pt x="106" y="386"/>
                </a:lnTo>
                <a:lnTo>
                  <a:pt x="107" y="385"/>
                </a:lnTo>
                <a:lnTo>
                  <a:pt x="108" y="384"/>
                </a:lnTo>
                <a:lnTo>
                  <a:pt x="109" y="385"/>
                </a:lnTo>
                <a:lnTo>
                  <a:pt x="112" y="388"/>
                </a:lnTo>
                <a:lnTo>
                  <a:pt x="113" y="389"/>
                </a:lnTo>
                <a:lnTo>
                  <a:pt x="114" y="389"/>
                </a:lnTo>
                <a:lnTo>
                  <a:pt x="115" y="388"/>
                </a:lnTo>
                <a:lnTo>
                  <a:pt x="117" y="388"/>
                </a:lnTo>
                <a:lnTo>
                  <a:pt x="118" y="388"/>
                </a:lnTo>
                <a:lnTo>
                  <a:pt x="117" y="388"/>
                </a:lnTo>
                <a:lnTo>
                  <a:pt x="118" y="389"/>
                </a:lnTo>
                <a:lnTo>
                  <a:pt x="119" y="389"/>
                </a:lnTo>
                <a:lnTo>
                  <a:pt x="120" y="389"/>
                </a:lnTo>
                <a:lnTo>
                  <a:pt x="120" y="388"/>
                </a:lnTo>
                <a:lnTo>
                  <a:pt x="121" y="388"/>
                </a:lnTo>
                <a:lnTo>
                  <a:pt x="121" y="387"/>
                </a:lnTo>
                <a:lnTo>
                  <a:pt x="121" y="388"/>
                </a:lnTo>
                <a:lnTo>
                  <a:pt x="120" y="388"/>
                </a:lnTo>
                <a:lnTo>
                  <a:pt x="120" y="389"/>
                </a:lnTo>
                <a:lnTo>
                  <a:pt x="121" y="389"/>
                </a:lnTo>
                <a:lnTo>
                  <a:pt x="121" y="390"/>
                </a:lnTo>
                <a:lnTo>
                  <a:pt x="122" y="390"/>
                </a:lnTo>
                <a:lnTo>
                  <a:pt x="122" y="389"/>
                </a:lnTo>
                <a:lnTo>
                  <a:pt x="123" y="389"/>
                </a:lnTo>
                <a:lnTo>
                  <a:pt x="123" y="388"/>
                </a:lnTo>
                <a:lnTo>
                  <a:pt x="124" y="388"/>
                </a:lnTo>
                <a:lnTo>
                  <a:pt x="127" y="389"/>
                </a:lnTo>
                <a:lnTo>
                  <a:pt x="128" y="390"/>
                </a:lnTo>
                <a:lnTo>
                  <a:pt x="130" y="391"/>
                </a:lnTo>
                <a:lnTo>
                  <a:pt x="130" y="392"/>
                </a:lnTo>
                <a:lnTo>
                  <a:pt x="131" y="393"/>
                </a:lnTo>
                <a:lnTo>
                  <a:pt x="132" y="394"/>
                </a:lnTo>
                <a:lnTo>
                  <a:pt x="134" y="395"/>
                </a:lnTo>
                <a:lnTo>
                  <a:pt x="135" y="395"/>
                </a:lnTo>
                <a:lnTo>
                  <a:pt x="136" y="396"/>
                </a:lnTo>
                <a:lnTo>
                  <a:pt x="136" y="395"/>
                </a:lnTo>
                <a:lnTo>
                  <a:pt x="137" y="394"/>
                </a:lnTo>
                <a:lnTo>
                  <a:pt x="138" y="394"/>
                </a:lnTo>
                <a:lnTo>
                  <a:pt x="139" y="396"/>
                </a:lnTo>
                <a:lnTo>
                  <a:pt x="139" y="397"/>
                </a:lnTo>
                <a:lnTo>
                  <a:pt x="139" y="398"/>
                </a:lnTo>
                <a:lnTo>
                  <a:pt x="138" y="398"/>
                </a:lnTo>
                <a:lnTo>
                  <a:pt x="140" y="399"/>
                </a:lnTo>
                <a:lnTo>
                  <a:pt x="141" y="399"/>
                </a:lnTo>
                <a:lnTo>
                  <a:pt x="141" y="400"/>
                </a:lnTo>
                <a:lnTo>
                  <a:pt x="140" y="400"/>
                </a:lnTo>
                <a:lnTo>
                  <a:pt x="141" y="401"/>
                </a:lnTo>
                <a:lnTo>
                  <a:pt x="142" y="401"/>
                </a:lnTo>
                <a:lnTo>
                  <a:pt x="142" y="400"/>
                </a:lnTo>
                <a:lnTo>
                  <a:pt x="143" y="400"/>
                </a:lnTo>
                <a:lnTo>
                  <a:pt x="144" y="401"/>
                </a:lnTo>
                <a:lnTo>
                  <a:pt x="144" y="400"/>
                </a:lnTo>
                <a:lnTo>
                  <a:pt x="144" y="401"/>
                </a:lnTo>
                <a:lnTo>
                  <a:pt x="145" y="401"/>
                </a:lnTo>
                <a:lnTo>
                  <a:pt x="144" y="402"/>
                </a:lnTo>
                <a:lnTo>
                  <a:pt x="145" y="403"/>
                </a:lnTo>
                <a:lnTo>
                  <a:pt x="146" y="403"/>
                </a:lnTo>
                <a:lnTo>
                  <a:pt x="146" y="402"/>
                </a:lnTo>
                <a:lnTo>
                  <a:pt x="146" y="401"/>
                </a:lnTo>
                <a:lnTo>
                  <a:pt x="145" y="401"/>
                </a:lnTo>
                <a:lnTo>
                  <a:pt x="145" y="400"/>
                </a:lnTo>
                <a:lnTo>
                  <a:pt x="145" y="399"/>
                </a:lnTo>
                <a:lnTo>
                  <a:pt x="144" y="398"/>
                </a:lnTo>
                <a:lnTo>
                  <a:pt x="145" y="398"/>
                </a:lnTo>
                <a:lnTo>
                  <a:pt x="146" y="398"/>
                </a:lnTo>
                <a:lnTo>
                  <a:pt x="146" y="399"/>
                </a:lnTo>
                <a:lnTo>
                  <a:pt x="146" y="400"/>
                </a:lnTo>
                <a:lnTo>
                  <a:pt x="146" y="401"/>
                </a:lnTo>
                <a:lnTo>
                  <a:pt x="147" y="400"/>
                </a:lnTo>
                <a:lnTo>
                  <a:pt x="148" y="401"/>
                </a:lnTo>
                <a:lnTo>
                  <a:pt x="150" y="401"/>
                </a:lnTo>
                <a:lnTo>
                  <a:pt x="151" y="401"/>
                </a:lnTo>
                <a:lnTo>
                  <a:pt x="151" y="402"/>
                </a:lnTo>
                <a:lnTo>
                  <a:pt x="152" y="402"/>
                </a:lnTo>
                <a:lnTo>
                  <a:pt x="152" y="403"/>
                </a:lnTo>
                <a:lnTo>
                  <a:pt x="153" y="403"/>
                </a:lnTo>
                <a:lnTo>
                  <a:pt x="153" y="404"/>
                </a:lnTo>
                <a:lnTo>
                  <a:pt x="153" y="405"/>
                </a:lnTo>
                <a:lnTo>
                  <a:pt x="154" y="407"/>
                </a:lnTo>
                <a:lnTo>
                  <a:pt x="154" y="408"/>
                </a:lnTo>
                <a:lnTo>
                  <a:pt x="154" y="409"/>
                </a:lnTo>
                <a:lnTo>
                  <a:pt x="154" y="411"/>
                </a:lnTo>
                <a:lnTo>
                  <a:pt x="154" y="412"/>
                </a:lnTo>
                <a:lnTo>
                  <a:pt x="153" y="413"/>
                </a:lnTo>
                <a:lnTo>
                  <a:pt x="153" y="414"/>
                </a:lnTo>
                <a:lnTo>
                  <a:pt x="154" y="416"/>
                </a:lnTo>
                <a:lnTo>
                  <a:pt x="155" y="416"/>
                </a:lnTo>
                <a:lnTo>
                  <a:pt x="154" y="418"/>
                </a:lnTo>
                <a:lnTo>
                  <a:pt x="156" y="417"/>
                </a:lnTo>
                <a:lnTo>
                  <a:pt x="157" y="417"/>
                </a:lnTo>
                <a:lnTo>
                  <a:pt x="158" y="417"/>
                </a:lnTo>
                <a:lnTo>
                  <a:pt x="158" y="418"/>
                </a:lnTo>
                <a:lnTo>
                  <a:pt x="157" y="420"/>
                </a:lnTo>
                <a:lnTo>
                  <a:pt x="157" y="421"/>
                </a:lnTo>
                <a:lnTo>
                  <a:pt x="159" y="423"/>
                </a:lnTo>
                <a:lnTo>
                  <a:pt x="160" y="423"/>
                </a:lnTo>
                <a:lnTo>
                  <a:pt x="161" y="423"/>
                </a:lnTo>
                <a:lnTo>
                  <a:pt x="162" y="422"/>
                </a:lnTo>
                <a:lnTo>
                  <a:pt x="163" y="422"/>
                </a:lnTo>
                <a:lnTo>
                  <a:pt x="163" y="421"/>
                </a:lnTo>
                <a:lnTo>
                  <a:pt x="164" y="422"/>
                </a:lnTo>
                <a:lnTo>
                  <a:pt x="165" y="423"/>
                </a:lnTo>
                <a:lnTo>
                  <a:pt x="165" y="424"/>
                </a:lnTo>
                <a:lnTo>
                  <a:pt x="164" y="425"/>
                </a:lnTo>
                <a:lnTo>
                  <a:pt x="164" y="426"/>
                </a:lnTo>
                <a:lnTo>
                  <a:pt x="164" y="427"/>
                </a:lnTo>
                <a:lnTo>
                  <a:pt x="165" y="428"/>
                </a:lnTo>
                <a:lnTo>
                  <a:pt x="166" y="428"/>
                </a:lnTo>
                <a:lnTo>
                  <a:pt x="167" y="426"/>
                </a:lnTo>
                <a:lnTo>
                  <a:pt x="166" y="426"/>
                </a:lnTo>
                <a:lnTo>
                  <a:pt x="166" y="425"/>
                </a:lnTo>
                <a:lnTo>
                  <a:pt x="166" y="424"/>
                </a:lnTo>
                <a:lnTo>
                  <a:pt x="167" y="424"/>
                </a:lnTo>
                <a:lnTo>
                  <a:pt x="168" y="424"/>
                </a:lnTo>
                <a:lnTo>
                  <a:pt x="168" y="425"/>
                </a:lnTo>
                <a:lnTo>
                  <a:pt x="169" y="424"/>
                </a:lnTo>
                <a:lnTo>
                  <a:pt x="169" y="425"/>
                </a:lnTo>
                <a:lnTo>
                  <a:pt x="169" y="426"/>
                </a:lnTo>
                <a:lnTo>
                  <a:pt x="169" y="427"/>
                </a:lnTo>
                <a:lnTo>
                  <a:pt x="170" y="427"/>
                </a:lnTo>
                <a:lnTo>
                  <a:pt x="171" y="427"/>
                </a:lnTo>
                <a:lnTo>
                  <a:pt x="171" y="423"/>
                </a:lnTo>
                <a:lnTo>
                  <a:pt x="170" y="423"/>
                </a:lnTo>
                <a:lnTo>
                  <a:pt x="170" y="422"/>
                </a:lnTo>
                <a:lnTo>
                  <a:pt x="169" y="422"/>
                </a:lnTo>
                <a:lnTo>
                  <a:pt x="169" y="421"/>
                </a:lnTo>
                <a:lnTo>
                  <a:pt x="170" y="421"/>
                </a:lnTo>
                <a:lnTo>
                  <a:pt x="171" y="422"/>
                </a:lnTo>
                <a:lnTo>
                  <a:pt x="172" y="422"/>
                </a:lnTo>
                <a:lnTo>
                  <a:pt x="172" y="423"/>
                </a:lnTo>
                <a:lnTo>
                  <a:pt x="171" y="423"/>
                </a:lnTo>
                <a:lnTo>
                  <a:pt x="172" y="425"/>
                </a:lnTo>
                <a:lnTo>
                  <a:pt x="173" y="424"/>
                </a:lnTo>
                <a:lnTo>
                  <a:pt x="174" y="423"/>
                </a:lnTo>
                <a:lnTo>
                  <a:pt x="174" y="422"/>
                </a:lnTo>
                <a:lnTo>
                  <a:pt x="174" y="421"/>
                </a:lnTo>
                <a:lnTo>
                  <a:pt x="174" y="420"/>
                </a:lnTo>
                <a:lnTo>
                  <a:pt x="175" y="419"/>
                </a:lnTo>
                <a:lnTo>
                  <a:pt x="176" y="419"/>
                </a:lnTo>
                <a:lnTo>
                  <a:pt x="177" y="418"/>
                </a:lnTo>
                <a:lnTo>
                  <a:pt x="176" y="418"/>
                </a:lnTo>
                <a:lnTo>
                  <a:pt x="176" y="417"/>
                </a:lnTo>
                <a:lnTo>
                  <a:pt x="175" y="416"/>
                </a:lnTo>
                <a:lnTo>
                  <a:pt x="176" y="416"/>
                </a:lnTo>
                <a:lnTo>
                  <a:pt x="177" y="416"/>
                </a:lnTo>
                <a:lnTo>
                  <a:pt x="178" y="416"/>
                </a:lnTo>
                <a:lnTo>
                  <a:pt x="178" y="417"/>
                </a:lnTo>
                <a:lnTo>
                  <a:pt x="179" y="418"/>
                </a:lnTo>
                <a:lnTo>
                  <a:pt x="180" y="418"/>
                </a:lnTo>
                <a:lnTo>
                  <a:pt x="181" y="418"/>
                </a:lnTo>
                <a:lnTo>
                  <a:pt x="182" y="418"/>
                </a:lnTo>
                <a:lnTo>
                  <a:pt x="182" y="417"/>
                </a:lnTo>
                <a:lnTo>
                  <a:pt x="182" y="416"/>
                </a:lnTo>
                <a:lnTo>
                  <a:pt x="183" y="415"/>
                </a:lnTo>
                <a:lnTo>
                  <a:pt x="185" y="415"/>
                </a:lnTo>
                <a:lnTo>
                  <a:pt x="187" y="415"/>
                </a:lnTo>
                <a:lnTo>
                  <a:pt x="187" y="414"/>
                </a:lnTo>
                <a:lnTo>
                  <a:pt x="188" y="414"/>
                </a:lnTo>
                <a:lnTo>
                  <a:pt x="190" y="414"/>
                </a:lnTo>
                <a:lnTo>
                  <a:pt x="190" y="415"/>
                </a:lnTo>
                <a:lnTo>
                  <a:pt x="191" y="415"/>
                </a:lnTo>
                <a:lnTo>
                  <a:pt x="191" y="414"/>
                </a:lnTo>
                <a:lnTo>
                  <a:pt x="190" y="413"/>
                </a:lnTo>
                <a:lnTo>
                  <a:pt x="190" y="412"/>
                </a:lnTo>
                <a:lnTo>
                  <a:pt x="191" y="412"/>
                </a:lnTo>
                <a:lnTo>
                  <a:pt x="192" y="413"/>
                </a:lnTo>
                <a:lnTo>
                  <a:pt x="193" y="414"/>
                </a:lnTo>
                <a:lnTo>
                  <a:pt x="193" y="415"/>
                </a:lnTo>
                <a:lnTo>
                  <a:pt x="195" y="415"/>
                </a:lnTo>
                <a:lnTo>
                  <a:pt x="197" y="413"/>
                </a:lnTo>
                <a:lnTo>
                  <a:pt x="198" y="412"/>
                </a:lnTo>
                <a:lnTo>
                  <a:pt x="198" y="411"/>
                </a:lnTo>
                <a:lnTo>
                  <a:pt x="197" y="411"/>
                </a:lnTo>
                <a:lnTo>
                  <a:pt x="196" y="410"/>
                </a:lnTo>
                <a:lnTo>
                  <a:pt x="195" y="409"/>
                </a:lnTo>
                <a:lnTo>
                  <a:pt x="194" y="408"/>
                </a:lnTo>
                <a:lnTo>
                  <a:pt x="196" y="407"/>
                </a:lnTo>
                <a:lnTo>
                  <a:pt x="197" y="408"/>
                </a:lnTo>
                <a:lnTo>
                  <a:pt x="199" y="408"/>
                </a:lnTo>
                <a:lnTo>
                  <a:pt x="199" y="407"/>
                </a:lnTo>
                <a:lnTo>
                  <a:pt x="198" y="406"/>
                </a:lnTo>
                <a:lnTo>
                  <a:pt x="198" y="405"/>
                </a:lnTo>
                <a:lnTo>
                  <a:pt x="198" y="404"/>
                </a:lnTo>
                <a:lnTo>
                  <a:pt x="199" y="404"/>
                </a:lnTo>
                <a:lnTo>
                  <a:pt x="200" y="405"/>
                </a:lnTo>
                <a:lnTo>
                  <a:pt x="201" y="405"/>
                </a:lnTo>
                <a:lnTo>
                  <a:pt x="201" y="404"/>
                </a:lnTo>
                <a:lnTo>
                  <a:pt x="200" y="403"/>
                </a:lnTo>
                <a:lnTo>
                  <a:pt x="199" y="402"/>
                </a:lnTo>
                <a:lnTo>
                  <a:pt x="200" y="401"/>
                </a:lnTo>
                <a:lnTo>
                  <a:pt x="202" y="401"/>
                </a:lnTo>
                <a:lnTo>
                  <a:pt x="202" y="402"/>
                </a:lnTo>
                <a:lnTo>
                  <a:pt x="201" y="402"/>
                </a:lnTo>
                <a:lnTo>
                  <a:pt x="201" y="403"/>
                </a:lnTo>
                <a:lnTo>
                  <a:pt x="202" y="403"/>
                </a:lnTo>
                <a:lnTo>
                  <a:pt x="202" y="402"/>
                </a:lnTo>
                <a:lnTo>
                  <a:pt x="203" y="402"/>
                </a:lnTo>
                <a:lnTo>
                  <a:pt x="204" y="403"/>
                </a:lnTo>
                <a:lnTo>
                  <a:pt x="205" y="403"/>
                </a:lnTo>
                <a:lnTo>
                  <a:pt x="205" y="402"/>
                </a:lnTo>
                <a:lnTo>
                  <a:pt x="206" y="402"/>
                </a:lnTo>
                <a:lnTo>
                  <a:pt x="209" y="403"/>
                </a:lnTo>
                <a:lnTo>
                  <a:pt x="210" y="403"/>
                </a:lnTo>
                <a:lnTo>
                  <a:pt x="210" y="404"/>
                </a:lnTo>
                <a:lnTo>
                  <a:pt x="210" y="405"/>
                </a:lnTo>
                <a:lnTo>
                  <a:pt x="211" y="405"/>
                </a:lnTo>
                <a:lnTo>
                  <a:pt x="212" y="405"/>
                </a:lnTo>
                <a:lnTo>
                  <a:pt x="212" y="404"/>
                </a:lnTo>
                <a:lnTo>
                  <a:pt x="212" y="403"/>
                </a:lnTo>
                <a:lnTo>
                  <a:pt x="213" y="403"/>
                </a:lnTo>
                <a:lnTo>
                  <a:pt x="214" y="403"/>
                </a:lnTo>
                <a:lnTo>
                  <a:pt x="214" y="402"/>
                </a:lnTo>
                <a:lnTo>
                  <a:pt x="215" y="402"/>
                </a:lnTo>
                <a:lnTo>
                  <a:pt x="216" y="402"/>
                </a:lnTo>
                <a:lnTo>
                  <a:pt x="216" y="403"/>
                </a:lnTo>
                <a:lnTo>
                  <a:pt x="217" y="403"/>
                </a:lnTo>
                <a:lnTo>
                  <a:pt x="218" y="403"/>
                </a:lnTo>
                <a:lnTo>
                  <a:pt x="218" y="402"/>
                </a:lnTo>
                <a:lnTo>
                  <a:pt x="218" y="401"/>
                </a:lnTo>
                <a:lnTo>
                  <a:pt x="218" y="400"/>
                </a:lnTo>
                <a:lnTo>
                  <a:pt x="219" y="400"/>
                </a:lnTo>
                <a:lnTo>
                  <a:pt x="219" y="399"/>
                </a:lnTo>
                <a:lnTo>
                  <a:pt x="220" y="399"/>
                </a:lnTo>
                <a:lnTo>
                  <a:pt x="221" y="399"/>
                </a:lnTo>
                <a:lnTo>
                  <a:pt x="221" y="400"/>
                </a:lnTo>
                <a:lnTo>
                  <a:pt x="223" y="401"/>
                </a:lnTo>
                <a:lnTo>
                  <a:pt x="224" y="401"/>
                </a:lnTo>
                <a:lnTo>
                  <a:pt x="224" y="402"/>
                </a:lnTo>
                <a:lnTo>
                  <a:pt x="225" y="402"/>
                </a:lnTo>
                <a:lnTo>
                  <a:pt x="226" y="403"/>
                </a:lnTo>
                <a:lnTo>
                  <a:pt x="226" y="404"/>
                </a:lnTo>
                <a:lnTo>
                  <a:pt x="227" y="404"/>
                </a:lnTo>
                <a:lnTo>
                  <a:pt x="228" y="404"/>
                </a:lnTo>
                <a:lnTo>
                  <a:pt x="229" y="404"/>
                </a:lnTo>
                <a:lnTo>
                  <a:pt x="230" y="404"/>
                </a:lnTo>
                <a:lnTo>
                  <a:pt x="231" y="405"/>
                </a:lnTo>
                <a:lnTo>
                  <a:pt x="232" y="406"/>
                </a:lnTo>
                <a:lnTo>
                  <a:pt x="232" y="408"/>
                </a:lnTo>
                <a:lnTo>
                  <a:pt x="232" y="409"/>
                </a:lnTo>
                <a:lnTo>
                  <a:pt x="233" y="409"/>
                </a:lnTo>
                <a:lnTo>
                  <a:pt x="234" y="409"/>
                </a:lnTo>
                <a:lnTo>
                  <a:pt x="234" y="410"/>
                </a:lnTo>
                <a:lnTo>
                  <a:pt x="234" y="411"/>
                </a:lnTo>
                <a:lnTo>
                  <a:pt x="235" y="411"/>
                </a:lnTo>
                <a:lnTo>
                  <a:pt x="235" y="413"/>
                </a:lnTo>
                <a:lnTo>
                  <a:pt x="234" y="413"/>
                </a:lnTo>
                <a:lnTo>
                  <a:pt x="232" y="414"/>
                </a:lnTo>
                <a:lnTo>
                  <a:pt x="230" y="416"/>
                </a:lnTo>
                <a:lnTo>
                  <a:pt x="229" y="416"/>
                </a:lnTo>
                <a:lnTo>
                  <a:pt x="229" y="417"/>
                </a:lnTo>
                <a:lnTo>
                  <a:pt x="230" y="417"/>
                </a:lnTo>
                <a:lnTo>
                  <a:pt x="231" y="417"/>
                </a:lnTo>
                <a:lnTo>
                  <a:pt x="232" y="417"/>
                </a:lnTo>
                <a:lnTo>
                  <a:pt x="233" y="418"/>
                </a:lnTo>
                <a:lnTo>
                  <a:pt x="233" y="419"/>
                </a:lnTo>
                <a:lnTo>
                  <a:pt x="233" y="420"/>
                </a:lnTo>
                <a:lnTo>
                  <a:pt x="232" y="421"/>
                </a:lnTo>
                <a:lnTo>
                  <a:pt x="232" y="422"/>
                </a:lnTo>
                <a:lnTo>
                  <a:pt x="232" y="423"/>
                </a:lnTo>
                <a:lnTo>
                  <a:pt x="233" y="423"/>
                </a:lnTo>
                <a:lnTo>
                  <a:pt x="234" y="424"/>
                </a:lnTo>
                <a:lnTo>
                  <a:pt x="236" y="425"/>
                </a:lnTo>
                <a:lnTo>
                  <a:pt x="236" y="426"/>
                </a:lnTo>
                <a:lnTo>
                  <a:pt x="235" y="427"/>
                </a:lnTo>
                <a:lnTo>
                  <a:pt x="236" y="428"/>
                </a:lnTo>
                <a:lnTo>
                  <a:pt x="237" y="428"/>
                </a:lnTo>
                <a:lnTo>
                  <a:pt x="239" y="429"/>
                </a:lnTo>
                <a:lnTo>
                  <a:pt x="239" y="430"/>
                </a:lnTo>
                <a:lnTo>
                  <a:pt x="239" y="431"/>
                </a:lnTo>
                <a:lnTo>
                  <a:pt x="240" y="431"/>
                </a:lnTo>
                <a:lnTo>
                  <a:pt x="241" y="431"/>
                </a:lnTo>
                <a:lnTo>
                  <a:pt x="242" y="431"/>
                </a:lnTo>
                <a:lnTo>
                  <a:pt x="242" y="432"/>
                </a:lnTo>
                <a:lnTo>
                  <a:pt x="241" y="434"/>
                </a:lnTo>
                <a:lnTo>
                  <a:pt x="241" y="437"/>
                </a:lnTo>
                <a:lnTo>
                  <a:pt x="241" y="438"/>
                </a:lnTo>
                <a:lnTo>
                  <a:pt x="241" y="439"/>
                </a:lnTo>
                <a:lnTo>
                  <a:pt x="242" y="439"/>
                </a:lnTo>
                <a:lnTo>
                  <a:pt x="243" y="438"/>
                </a:lnTo>
                <a:lnTo>
                  <a:pt x="244" y="438"/>
                </a:lnTo>
                <a:lnTo>
                  <a:pt x="244" y="439"/>
                </a:lnTo>
                <a:lnTo>
                  <a:pt x="244" y="440"/>
                </a:lnTo>
                <a:lnTo>
                  <a:pt x="246" y="440"/>
                </a:lnTo>
                <a:lnTo>
                  <a:pt x="246" y="441"/>
                </a:lnTo>
                <a:lnTo>
                  <a:pt x="246" y="444"/>
                </a:lnTo>
                <a:lnTo>
                  <a:pt x="246" y="445"/>
                </a:lnTo>
                <a:lnTo>
                  <a:pt x="246" y="446"/>
                </a:lnTo>
                <a:lnTo>
                  <a:pt x="246" y="447"/>
                </a:lnTo>
                <a:lnTo>
                  <a:pt x="245" y="447"/>
                </a:lnTo>
                <a:lnTo>
                  <a:pt x="245" y="448"/>
                </a:lnTo>
                <a:lnTo>
                  <a:pt x="246" y="449"/>
                </a:lnTo>
                <a:lnTo>
                  <a:pt x="246" y="450"/>
                </a:lnTo>
                <a:lnTo>
                  <a:pt x="247" y="450"/>
                </a:lnTo>
                <a:lnTo>
                  <a:pt x="248" y="450"/>
                </a:lnTo>
                <a:lnTo>
                  <a:pt x="251" y="452"/>
                </a:lnTo>
                <a:lnTo>
                  <a:pt x="251" y="453"/>
                </a:lnTo>
                <a:lnTo>
                  <a:pt x="250" y="454"/>
                </a:lnTo>
                <a:lnTo>
                  <a:pt x="250" y="455"/>
                </a:lnTo>
                <a:lnTo>
                  <a:pt x="250" y="456"/>
                </a:lnTo>
                <a:lnTo>
                  <a:pt x="251" y="457"/>
                </a:lnTo>
                <a:lnTo>
                  <a:pt x="251" y="458"/>
                </a:lnTo>
                <a:lnTo>
                  <a:pt x="252" y="458"/>
                </a:lnTo>
                <a:lnTo>
                  <a:pt x="253" y="458"/>
                </a:lnTo>
                <a:lnTo>
                  <a:pt x="253" y="459"/>
                </a:lnTo>
                <a:lnTo>
                  <a:pt x="254" y="459"/>
                </a:lnTo>
                <a:lnTo>
                  <a:pt x="255" y="460"/>
                </a:lnTo>
                <a:lnTo>
                  <a:pt x="258" y="460"/>
                </a:lnTo>
                <a:lnTo>
                  <a:pt x="259" y="461"/>
                </a:lnTo>
                <a:lnTo>
                  <a:pt x="261" y="460"/>
                </a:lnTo>
                <a:lnTo>
                  <a:pt x="262" y="460"/>
                </a:lnTo>
                <a:lnTo>
                  <a:pt x="263" y="459"/>
                </a:lnTo>
                <a:lnTo>
                  <a:pt x="265" y="458"/>
                </a:lnTo>
                <a:lnTo>
                  <a:pt x="265" y="457"/>
                </a:lnTo>
                <a:lnTo>
                  <a:pt x="267" y="457"/>
                </a:lnTo>
                <a:lnTo>
                  <a:pt x="268" y="457"/>
                </a:lnTo>
                <a:lnTo>
                  <a:pt x="269" y="457"/>
                </a:lnTo>
                <a:lnTo>
                  <a:pt x="270" y="455"/>
                </a:lnTo>
                <a:lnTo>
                  <a:pt x="270" y="453"/>
                </a:lnTo>
                <a:lnTo>
                  <a:pt x="271" y="453"/>
                </a:lnTo>
                <a:lnTo>
                  <a:pt x="271" y="454"/>
                </a:lnTo>
                <a:lnTo>
                  <a:pt x="272" y="454"/>
                </a:lnTo>
                <a:lnTo>
                  <a:pt x="272" y="455"/>
                </a:lnTo>
                <a:lnTo>
                  <a:pt x="273" y="456"/>
                </a:lnTo>
                <a:lnTo>
                  <a:pt x="274" y="457"/>
                </a:lnTo>
                <a:lnTo>
                  <a:pt x="274" y="458"/>
                </a:lnTo>
                <a:lnTo>
                  <a:pt x="277" y="457"/>
                </a:lnTo>
                <a:lnTo>
                  <a:pt x="279" y="456"/>
                </a:lnTo>
                <a:lnTo>
                  <a:pt x="279" y="457"/>
                </a:lnTo>
                <a:lnTo>
                  <a:pt x="280" y="457"/>
                </a:lnTo>
                <a:lnTo>
                  <a:pt x="281" y="457"/>
                </a:lnTo>
                <a:lnTo>
                  <a:pt x="282" y="457"/>
                </a:lnTo>
                <a:lnTo>
                  <a:pt x="282" y="458"/>
                </a:lnTo>
                <a:lnTo>
                  <a:pt x="283" y="458"/>
                </a:lnTo>
                <a:lnTo>
                  <a:pt x="285" y="456"/>
                </a:lnTo>
                <a:lnTo>
                  <a:pt x="286" y="456"/>
                </a:lnTo>
                <a:lnTo>
                  <a:pt x="287" y="455"/>
                </a:lnTo>
                <a:lnTo>
                  <a:pt x="289" y="456"/>
                </a:lnTo>
                <a:lnTo>
                  <a:pt x="289" y="455"/>
                </a:lnTo>
                <a:lnTo>
                  <a:pt x="290" y="455"/>
                </a:lnTo>
                <a:lnTo>
                  <a:pt x="291" y="452"/>
                </a:lnTo>
                <a:lnTo>
                  <a:pt x="291" y="451"/>
                </a:lnTo>
                <a:lnTo>
                  <a:pt x="290" y="450"/>
                </a:lnTo>
                <a:lnTo>
                  <a:pt x="291" y="449"/>
                </a:lnTo>
                <a:lnTo>
                  <a:pt x="291" y="448"/>
                </a:lnTo>
                <a:lnTo>
                  <a:pt x="292" y="448"/>
                </a:lnTo>
                <a:lnTo>
                  <a:pt x="292" y="447"/>
                </a:lnTo>
                <a:lnTo>
                  <a:pt x="293" y="446"/>
                </a:lnTo>
                <a:lnTo>
                  <a:pt x="295" y="446"/>
                </a:lnTo>
                <a:lnTo>
                  <a:pt x="295" y="445"/>
                </a:lnTo>
                <a:lnTo>
                  <a:pt x="296" y="446"/>
                </a:lnTo>
                <a:lnTo>
                  <a:pt x="297" y="448"/>
                </a:lnTo>
                <a:lnTo>
                  <a:pt x="298" y="450"/>
                </a:lnTo>
                <a:lnTo>
                  <a:pt x="298" y="451"/>
                </a:lnTo>
                <a:lnTo>
                  <a:pt x="299" y="452"/>
                </a:lnTo>
                <a:lnTo>
                  <a:pt x="300" y="452"/>
                </a:lnTo>
                <a:lnTo>
                  <a:pt x="301" y="452"/>
                </a:lnTo>
                <a:lnTo>
                  <a:pt x="301" y="453"/>
                </a:lnTo>
                <a:lnTo>
                  <a:pt x="302" y="454"/>
                </a:lnTo>
                <a:lnTo>
                  <a:pt x="302" y="455"/>
                </a:lnTo>
                <a:lnTo>
                  <a:pt x="303" y="456"/>
                </a:lnTo>
                <a:lnTo>
                  <a:pt x="304" y="456"/>
                </a:lnTo>
                <a:lnTo>
                  <a:pt x="306" y="456"/>
                </a:lnTo>
                <a:lnTo>
                  <a:pt x="306" y="455"/>
                </a:lnTo>
                <a:lnTo>
                  <a:pt x="305" y="454"/>
                </a:lnTo>
                <a:lnTo>
                  <a:pt x="305" y="453"/>
                </a:lnTo>
                <a:lnTo>
                  <a:pt x="306" y="452"/>
                </a:lnTo>
                <a:lnTo>
                  <a:pt x="306" y="451"/>
                </a:lnTo>
                <a:lnTo>
                  <a:pt x="307" y="452"/>
                </a:lnTo>
                <a:lnTo>
                  <a:pt x="307" y="453"/>
                </a:lnTo>
                <a:lnTo>
                  <a:pt x="307" y="454"/>
                </a:lnTo>
                <a:lnTo>
                  <a:pt x="308" y="454"/>
                </a:lnTo>
                <a:lnTo>
                  <a:pt x="309" y="454"/>
                </a:lnTo>
                <a:lnTo>
                  <a:pt x="310" y="453"/>
                </a:lnTo>
                <a:lnTo>
                  <a:pt x="311" y="453"/>
                </a:lnTo>
                <a:lnTo>
                  <a:pt x="311" y="452"/>
                </a:lnTo>
                <a:lnTo>
                  <a:pt x="312" y="452"/>
                </a:lnTo>
                <a:lnTo>
                  <a:pt x="313" y="450"/>
                </a:lnTo>
                <a:lnTo>
                  <a:pt x="313" y="449"/>
                </a:lnTo>
                <a:lnTo>
                  <a:pt x="312" y="448"/>
                </a:lnTo>
                <a:lnTo>
                  <a:pt x="311" y="447"/>
                </a:lnTo>
                <a:lnTo>
                  <a:pt x="311" y="446"/>
                </a:lnTo>
                <a:lnTo>
                  <a:pt x="312" y="443"/>
                </a:lnTo>
                <a:lnTo>
                  <a:pt x="312" y="442"/>
                </a:lnTo>
                <a:lnTo>
                  <a:pt x="313" y="442"/>
                </a:lnTo>
                <a:lnTo>
                  <a:pt x="314" y="443"/>
                </a:lnTo>
                <a:lnTo>
                  <a:pt x="315" y="444"/>
                </a:lnTo>
                <a:lnTo>
                  <a:pt x="316" y="443"/>
                </a:lnTo>
                <a:lnTo>
                  <a:pt x="317" y="442"/>
                </a:lnTo>
                <a:lnTo>
                  <a:pt x="317" y="440"/>
                </a:lnTo>
                <a:lnTo>
                  <a:pt x="317" y="439"/>
                </a:lnTo>
                <a:lnTo>
                  <a:pt x="317" y="438"/>
                </a:lnTo>
                <a:lnTo>
                  <a:pt x="318" y="438"/>
                </a:lnTo>
                <a:lnTo>
                  <a:pt x="318" y="439"/>
                </a:lnTo>
                <a:lnTo>
                  <a:pt x="319" y="439"/>
                </a:lnTo>
                <a:lnTo>
                  <a:pt x="321" y="438"/>
                </a:lnTo>
                <a:lnTo>
                  <a:pt x="321" y="437"/>
                </a:lnTo>
                <a:lnTo>
                  <a:pt x="323" y="435"/>
                </a:lnTo>
                <a:lnTo>
                  <a:pt x="323" y="433"/>
                </a:lnTo>
                <a:lnTo>
                  <a:pt x="324" y="433"/>
                </a:lnTo>
                <a:lnTo>
                  <a:pt x="324" y="432"/>
                </a:lnTo>
                <a:lnTo>
                  <a:pt x="327" y="429"/>
                </a:lnTo>
                <a:lnTo>
                  <a:pt x="329" y="427"/>
                </a:lnTo>
                <a:lnTo>
                  <a:pt x="329" y="426"/>
                </a:lnTo>
                <a:lnTo>
                  <a:pt x="330" y="426"/>
                </a:lnTo>
                <a:lnTo>
                  <a:pt x="331" y="425"/>
                </a:lnTo>
                <a:lnTo>
                  <a:pt x="331" y="424"/>
                </a:lnTo>
                <a:lnTo>
                  <a:pt x="332" y="424"/>
                </a:lnTo>
                <a:lnTo>
                  <a:pt x="332" y="423"/>
                </a:lnTo>
                <a:lnTo>
                  <a:pt x="333" y="423"/>
                </a:lnTo>
                <a:lnTo>
                  <a:pt x="334" y="421"/>
                </a:lnTo>
                <a:lnTo>
                  <a:pt x="336" y="418"/>
                </a:lnTo>
                <a:lnTo>
                  <a:pt x="337" y="417"/>
                </a:lnTo>
                <a:lnTo>
                  <a:pt x="337" y="416"/>
                </a:lnTo>
                <a:lnTo>
                  <a:pt x="340" y="413"/>
                </a:lnTo>
                <a:lnTo>
                  <a:pt x="342" y="408"/>
                </a:lnTo>
                <a:lnTo>
                  <a:pt x="342" y="407"/>
                </a:lnTo>
                <a:lnTo>
                  <a:pt x="343" y="406"/>
                </a:lnTo>
                <a:lnTo>
                  <a:pt x="343" y="405"/>
                </a:lnTo>
                <a:lnTo>
                  <a:pt x="343" y="404"/>
                </a:lnTo>
                <a:lnTo>
                  <a:pt x="343" y="403"/>
                </a:lnTo>
                <a:lnTo>
                  <a:pt x="344" y="402"/>
                </a:lnTo>
                <a:lnTo>
                  <a:pt x="344" y="401"/>
                </a:lnTo>
                <a:lnTo>
                  <a:pt x="344" y="400"/>
                </a:lnTo>
                <a:lnTo>
                  <a:pt x="345" y="399"/>
                </a:lnTo>
                <a:lnTo>
                  <a:pt x="346" y="398"/>
                </a:lnTo>
                <a:lnTo>
                  <a:pt x="346" y="397"/>
                </a:lnTo>
                <a:lnTo>
                  <a:pt x="346" y="396"/>
                </a:lnTo>
                <a:lnTo>
                  <a:pt x="347" y="395"/>
                </a:lnTo>
                <a:lnTo>
                  <a:pt x="347" y="394"/>
                </a:lnTo>
                <a:lnTo>
                  <a:pt x="347" y="393"/>
                </a:lnTo>
                <a:lnTo>
                  <a:pt x="348" y="392"/>
                </a:lnTo>
                <a:lnTo>
                  <a:pt x="349" y="391"/>
                </a:lnTo>
                <a:lnTo>
                  <a:pt x="349" y="390"/>
                </a:lnTo>
                <a:lnTo>
                  <a:pt x="350" y="390"/>
                </a:lnTo>
                <a:lnTo>
                  <a:pt x="350" y="389"/>
                </a:lnTo>
                <a:lnTo>
                  <a:pt x="351" y="389"/>
                </a:lnTo>
                <a:lnTo>
                  <a:pt x="351" y="388"/>
                </a:lnTo>
                <a:lnTo>
                  <a:pt x="352" y="388"/>
                </a:lnTo>
                <a:lnTo>
                  <a:pt x="354" y="386"/>
                </a:lnTo>
                <a:lnTo>
                  <a:pt x="355" y="384"/>
                </a:lnTo>
                <a:lnTo>
                  <a:pt x="356" y="384"/>
                </a:lnTo>
                <a:lnTo>
                  <a:pt x="356" y="383"/>
                </a:lnTo>
                <a:lnTo>
                  <a:pt x="356" y="381"/>
                </a:lnTo>
                <a:lnTo>
                  <a:pt x="356" y="380"/>
                </a:lnTo>
                <a:lnTo>
                  <a:pt x="357" y="380"/>
                </a:lnTo>
                <a:lnTo>
                  <a:pt x="357" y="379"/>
                </a:lnTo>
                <a:lnTo>
                  <a:pt x="357" y="376"/>
                </a:lnTo>
                <a:lnTo>
                  <a:pt x="357" y="375"/>
                </a:lnTo>
                <a:lnTo>
                  <a:pt x="357" y="374"/>
                </a:lnTo>
                <a:lnTo>
                  <a:pt x="359" y="367"/>
                </a:lnTo>
                <a:lnTo>
                  <a:pt x="360" y="366"/>
                </a:lnTo>
                <a:lnTo>
                  <a:pt x="361" y="363"/>
                </a:lnTo>
                <a:lnTo>
                  <a:pt x="363" y="362"/>
                </a:lnTo>
                <a:lnTo>
                  <a:pt x="363" y="361"/>
                </a:lnTo>
                <a:lnTo>
                  <a:pt x="364" y="359"/>
                </a:lnTo>
                <a:lnTo>
                  <a:pt x="365" y="359"/>
                </a:lnTo>
                <a:lnTo>
                  <a:pt x="365" y="358"/>
                </a:lnTo>
                <a:lnTo>
                  <a:pt x="366" y="357"/>
                </a:lnTo>
                <a:lnTo>
                  <a:pt x="366" y="356"/>
                </a:lnTo>
                <a:lnTo>
                  <a:pt x="367" y="356"/>
                </a:lnTo>
                <a:lnTo>
                  <a:pt x="367" y="355"/>
                </a:lnTo>
                <a:lnTo>
                  <a:pt x="367" y="354"/>
                </a:lnTo>
                <a:lnTo>
                  <a:pt x="368" y="354"/>
                </a:lnTo>
                <a:lnTo>
                  <a:pt x="368" y="355"/>
                </a:lnTo>
                <a:lnTo>
                  <a:pt x="369" y="355"/>
                </a:lnTo>
                <a:lnTo>
                  <a:pt x="371" y="354"/>
                </a:lnTo>
                <a:lnTo>
                  <a:pt x="372" y="354"/>
                </a:lnTo>
                <a:lnTo>
                  <a:pt x="373" y="351"/>
                </a:lnTo>
                <a:lnTo>
                  <a:pt x="372" y="350"/>
                </a:lnTo>
                <a:lnTo>
                  <a:pt x="371" y="349"/>
                </a:lnTo>
                <a:lnTo>
                  <a:pt x="371" y="348"/>
                </a:lnTo>
                <a:lnTo>
                  <a:pt x="373" y="346"/>
                </a:lnTo>
                <a:lnTo>
                  <a:pt x="377" y="343"/>
                </a:lnTo>
                <a:lnTo>
                  <a:pt x="378" y="342"/>
                </a:lnTo>
                <a:lnTo>
                  <a:pt x="378" y="341"/>
                </a:lnTo>
                <a:lnTo>
                  <a:pt x="378" y="340"/>
                </a:lnTo>
                <a:lnTo>
                  <a:pt x="380" y="339"/>
                </a:lnTo>
                <a:lnTo>
                  <a:pt x="381" y="338"/>
                </a:lnTo>
                <a:lnTo>
                  <a:pt x="382" y="337"/>
                </a:lnTo>
                <a:lnTo>
                  <a:pt x="382" y="336"/>
                </a:lnTo>
                <a:lnTo>
                  <a:pt x="382" y="335"/>
                </a:lnTo>
                <a:lnTo>
                  <a:pt x="383" y="334"/>
                </a:lnTo>
                <a:lnTo>
                  <a:pt x="383" y="333"/>
                </a:lnTo>
                <a:lnTo>
                  <a:pt x="384" y="332"/>
                </a:lnTo>
                <a:lnTo>
                  <a:pt x="386" y="329"/>
                </a:lnTo>
                <a:lnTo>
                  <a:pt x="386" y="328"/>
                </a:lnTo>
                <a:lnTo>
                  <a:pt x="386" y="327"/>
                </a:lnTo>
                <a:lnTo>
                  <a:pt x="383" y="324"/>
                </a:lnTo>
                <a:lnTo>
                  <a:pt x="382" y="324"/>
                </a:lnTo>
                <a:lnTo>
                  <a:pt x="381" y="324"/>
                </a:lnTo>
                <a:lnTo>
                  <a:pt x="380" y="324"/>
                </a:lnTo>
                <a:lnTo>
                  <a:pt x="379" y="324"/>
                </a:lnTo>
                <a:lnTo>
                  <a:pt x="379" y="323"/>
                </a:lnTo>
                <a:lnTo>
                  <a:pt x="377" y="321"/>
                </a:lnTo>
                <a:lnTo>
                  <a:pt x="377" y="320"/>
                </a:lnTo>
                <a:lnTo>
                  <a:pt x="377" y="318"/>
                </a:lnTo>
                <a:lnTo>
                  <a:pt x="375" y="317"/>
                </a:lnTo>
                <a:lnTo>
                  <a:pt x="375" y="316"/>
                </a:lnTo>
                <a:lnTo>
                  <a:pt x="373" y="314"/>
                </a:lnTo>
                <a:lnTo>
                  <a:pt x="372" y="313"/>
                </a:lnTo>
                <a:lnTo>
                  <a:pt x="371" y="313"/>
                </a:lnTo>
                <a:lnTo>
                  <a:pt x="370" y="311"/>
                </a:lnTo>
                <a:lnTo>
                  <a:pt x="370" y="309"/>
                </a:lnTo>
                <a:lnTo>
                  <a:pt x="369" y="309"/>
                </a:lnTo>
                <a:lnTo>
                  <a:pt x="369" y="308"/>
                </a:lnTo>
                <a:lnTo>
                  <a:pt x="371" y="308"/>
                </a:lnTo>
                <a:lnTo>
                  <a:pt x="372" y="307"/>
                </a:lnTo>
                <a:lnTo>
                  <a:pt x="373" y="307"/>
                </a:lnTo>
                <a:lnTo>
                  <a:pt x="373" y="306"/>
                </a:lnTo>
                <a:lnTo>
                  <a:pt x="372" y="306"/>
                </a:lnTo>
                <a:lnTo>
                  <a:pt x="372" y="305"/>
                </a:lnTo>
                <a:lnTo>
                  <a:pt x="372" y="304"/>
                </a:lnTo>
                <a:lnTo>
                  <a:pt x="373" y="302"/>
                </a:lnTo>
                <a:lnTo>
                  <a:pt x="372" y="302"/>
                </a:lnTo>
                <a:lnTo>
                  <a:pt x="372" y="301"/>
                </a:lnTo>
                <a:lnTo>
                  <a:pt x="373" y="301"/>
                </a:lnTo>
                <a:lnTo>
                  <a:pt x="374" y="301"/>
                </a:lnTo>
                <a:lnTo>
                  <a:pt x="375" y="302"/>
                </a:lnTo>
                <a:lnTo>
                  <a:pt x="377" y="302"/>
                </a:lnTo>
                <a:lnTo>
                  <a:pt x="377" y="301"/>
                </a:lnTo>
                <a:lnTo>
                  <a:pt x="377" y="300"/>
                </a:lnTo>
                <a:lnTo>
                  <a:pt x="375" y="299"/>
                </a:lnTo>
                <a:lnTo>
                  <a:pt x="377" y="299"/>
                </a:lnTo>
                <a:lnTo>
                  <a:pt x="378" y="299"/>
                </a:lnTo>
                <a:lnTo>
                  <a:pt x="379" y="298"/>
                </a:lnTo>
                <a:lnTo>
                  <a:pt x="379" y="297"/>
                </a:lnTo>
                <a:lnTo>
                  <a:pt x="379" y="296"/>
                </a:lnTo>
                <a:lnTo>
                  <a:pt x="381" y="295"/>
                </a:lnTo>
                <a:lnTo>
                  <a:pt x="382" y="294"/>
                </a:lnTo>
                <a:lnTo>
                  <a:pt x="383" y="294"/>
                </a:lnTo>
                <a:lnTo>
                  <a:pt x="383" y="293"/>
                </a:lnTo>
                <a:lnTo>
                  <a:pt x="382" y="293"/>
                </a:lnTo>
                <a:lnTo>
                  <a:pt x="381" y="292"/>
                </a:lnTo>
                <a:lnTo>
                  <a:pt x="381" y="291"/>
                </a:lnTo>
                <a:lnTo>
                  <a:pt x="381" y="290"/>
                </a:lnTo>
                <a:lnTo>
                  <a:pt x="382" y="290"/>
                </a:lnTo>
                <a:lnTo>
                  <a:pt x="381" y="289"/>
                </a:lnTo>
                <a:lnTo>
                  <a:pt x="380" y="289"/>
                </a:lnTo>
                <a:lnTo>
                  <a:pt x="380" y="288"/>
                </a:lnTo>
                <a:lnTo>
                  <a:pt x="381" y="288"/>
                </a:lnTo>
                <a:lnTo>
                  <a:pt x="383" y="286"/>
                </a:lnTo>
                <a:lnTo>
                  <a:pt x="384" y="286"/>
                </a:lnTo>
                <a:lnTo>
                  <a:pt x="385" y="285"/>
                </a:lnTo>
                <a:lnTo>
                  <a:pt x="386" y="284"/>
                </a:lnTo>
                <a:lnTo>
                  <a:pt x="386" y="286"/>
                </a:lnTo>
                <a:lnTo>
                  <a:pt x="387" y="287"/>
                </a:lnTo>
                <a:lnTo>
                  <a:pt x="389" y="286"/>
                </a:lnTo>
                <a:lnTo>
                  <a:pt x="391" y="286"/>
                </a:lnTo>
                <a:lnTo>
                  <a:pt x="392" y="286"/>
                </a:lnTo>
                <a:lnTo>
                  <a:pt x="393" y="286"/>
                </a:lnTo>
                <a:lnTo>
                  <a:pt x="393" y="285"/>
                </a:lnTo>
                <a:lnTo>
                  <a:pt x="395" y="286"/>
                </a:lnTo>
                <a:lnTo>
                  <a:pt x="396" y="286"/>
                </a:lnTo>
                <a:lnTo>
                  <a:pt x="397" y="287"/>
                </a:lnTo>
                <a:lnTo>
                  <a:pt x="398" y="287"/>
                </a:lnTo>
                <a:lnTo>
                  <a:pt x="399" y="288"/>
                </a:lnTo>
                <a:lnTo>
                  <a:pt x="400" y="288"/>
                </a:lnTo>
                <a:lnTo>
                  <a:pt x="401" y="287"/>
                </a:lnTo>
                <a:lnTo>
                  <a:pt x="402" y="287"/>
                </a:lnTo>
                <a:lnTo>
                  <a:pt x="403" y="288"/>
                </a:lnTo>
                <a:lnTo>
                  <a:pt x="403" y="289"/>
                </a:lnTo>
                <a:lnTo>
                  <a:pt x="403" y="290"/>
                </a:lnTo>
                <a:lnTo>
                  <a:pt x="404" y="290"/>
                </a:lnTo>
                <a:lnTo>
                  <a:pt x="405" y="292"/>
                </a:lnTo>
                <a:lnTo>
                  <a:pt x="407" y="293"/>
                </a:lnTo>
                <a:lnTo>
                  <a:pt x="408" y="293"/>
                </a:lnTo>
                <a:lnTo>
                  <a:pt x="407" y="292"/>
                </a:lnTo>
                <a:lnTo>
                  <a:pt x="408" y="290"/>
                </a:lnTo>
                <a:lnTo>
                  <a:pt x="409" y="290"/>
                </a:lnTo>
                <a:lnTo>
                  <a:pt x="410" y="288"/>
                </a:lnTo>
                <a:lnTo>
                  <a:pt x="412" y="286"/>
                </a:lnTo>
                <a:lnTo>
                  <a:pt x="413" y="285"/>
                </a:lnTo>
                <a:lnTo>
                  <a:pt x="414" y="283"/>
                </a:lnTo>
                <a:lnTo>
                  <a:pt x="414" y="282"/>
                </a:lnTo>
                <a:lnTo>
                  <a:pt x="415" y="281"/>
                </a:lnTo>
                <a:lnTo>
                  <a:pt x="416" y="280"/>
                </a:lnTo>
                <a:lnTo>
                  <a:pt x="417" y="280"/>
                </a:lnTo>
                <a:lnTo>
                  <a:pt x="418" y="280"/>
                </a:lnTo>
                <a:lnTo>
                  <a:pt x="420" y="278"/>
                </a:lnTo>
                <a:lnTo>
                  <a:pt x="420" y="276"/>
                </a:lnTo>
                <a:lnTo>
                  <a:pt x="424" y="277"/>
                </a:lnTo>
                <a:lnTo>
                  <a:pt x="425" y="278"/>
                </a:lnTo>
                <a:lnTo>
                  <a:pt x="426" y="280"/>
                </a:lnTo>
                <a:lnTo>
                  <a:pt x="427" y="282"/>
                </a:lnTo>
                <a:lnTo>
                  <a:pt x="427" y="284"/>
                </a:lnTo>
                <a:lnTo>
                  <a:pt x="427" y="285"/>
                </a:lnTo>
                <a:lnTo>
                  <a:pt x="427" y="286"/>
                </a:lnTo>
                <a:lnTo>
                  <a:pt x="428" y="287"/>
                </a:lnTo>
                <a:lnTo>
                  <a:pt x="427" y="287"/>
                </a:lnTo>
                <a:lnTo>
                  <a:pt x="427" y="288"/>
                </a:lnTo>
                <a:lnTo>
                  <a:pt x="427" y="289"/>
                </a:lnTo>
                <a:lnTo>
                  <a:pt x="428" y="289"/>
                </a:lnTo>
                <a:lnTo>
                  <a:pt x="428" y="290"/>
                </a:lnTo>
                <a:lnTo>
                  <a:pt x="429" y="291"/>
                </a:lnTo>
                <a:lnTo>
                  <a:pt x="429" y="292"/>
                </a:lnTo>
                <a:lnTo>
                  <a:pt x="430" y="292"/>
                </a:lnTo>
                <a:lnTo>
                  <a:pt x="430" y="291"/>
                </a:lnTo>
                <a:lnTo>
                  <a:pt x="431" y="292"/>
                </a:lnTo>
                <a:lnTo>
                  <a:pt x="431" y="291"/>
                </a:lnTo>
                <a:lnTo>
                  <a:pt x="432" y="291"/>
                </a:lnTo>
                <a:lnTo>
                  <a:pt x="433" y="291"/>
                </a:lnTo>
                <a:lnTo>
                  <a:pt x="434" y="291"/>
                </a:lnTo>
                <a:lnTo>
                  <a:pt x="435" y="292"/>
                </a:lnTo>
                <a:lnTo>
                  <a:pt x="436" y="293"/>
                </a:lnTo>
                <a:lnTo>
                  <a:pt x="437" y="293"/>
                </a:lnTo>
                <a:lnTo>
                  <a:pt x="437" y="294"/>
                </a:lnTo>
                <a:lnTo>
                  <a:pt x="438" y="294"/>
                </a:lnTo>
                <a:lnTo>
                  <a:pt x="439" y="294"/>
                </a:lnTo>
                <a:lnTo>
                  <a:pt x="441" y="295"/>
                </a:lnTo>
                <a:lnTo>
                  <a:pt x="442" y="295"/>
                </a:lnTo>
                <a:lnTo>
                  <a:pt x="442" y="296"/>
                </a:lnTo>
                <a:lnTo>
                  <a:pt x="443" y="296"/>
                </a:lnTo>
                <a:lnTo>
                  <a:pt x="444" y="296"/>
                </a:lnTo>
                <a:lnTo>
                  <a:pt x="444" y="295"/>
                </a:lnTo>
                <a:lnTo>
                  <a:pt x="445" y="295"/>
                </a:lnTo>
                <a:lnTo>
                  <a:pt x="446" y="294"/>
                </a:lnTo>
                <a:lnTo>
                  <a:pt x="446" y="293"/>
                </a:lnTo>
                <a:lnTo>
                  <a:pt x="447" y="293"/>
                </a:lnTo>
                <a:lnTo>
                  <a:pt x="447" y="292"/>
                </a:lnTo>
                <a:lnTo>
                  <a:pt x="448" y="292"/>
                </a:lnTo>
                <a:lnTo>
                  <a:pt x="449" y="291"/>
                </a:lnTo>
                <a:lnTo>
                  <a:pt x="450" y="290"/>
                </a:lnTo>
                <a:lnTo>
                  <a:pt x="451" y="289"/>
                </a:lnTo>
                <a:lnTo>
                  <a:pt x="451" y="288"/>
                </a:lnTo>
                <a:lnTo>
                  <a:pt x="451" y="287"/>
                </a:lnTo>
                <a:lnTo>
                  <a:pt x="453" y="286"/>
                </a:lnTo>
                <a:lnTo>
                  <a:pt x="455" y="284"/>
                </a:lnTo>
                <a:lnTo>
                  <a:pt x="456" y="283"/>
                </a:lnTo>
                <a:lnTo>
                  <a:pt x="457" y="282"/>
                </a:lnTo>
                <a:lnTo>
                  <a:pt x="458" y="281"/>
                </a:lnTo>
                <a:lnTo>
                  <a:pt x="459" y="281"/>
                </a:lnTo>
                <a:lnTo>
                  <a:pt x="460" y="280"/>
                </a:lnTo>
                <a:lnTo>
                  <a:pt x="462" y="279"/>
                </a:lnTo>
                <a:lnTo>
                  <a:pt x="462" y="278"/>
                </a:lnTo>
                <a:lnTo>
                  <a:pt x="462" y="277"/>
                </a:lnTo>
                <a:lnTo>
                  <a:pt x="464" y="275"/>
                </a:lnTo>
                <a:lnTo>
                  <a:pt x="466" y="273"/>
                </a:lnTo>
                <a:lnTo>
                  <a:pt x="467" y="273"/>
                </a:lnTo>
                <a:lnTo>
                  <a:pt x="468" y="272"/>
                </a:lnTo>
                <a:lnTo>
                  <a:pt x="468" y="271"/>
                </a:lnTo>
                <a:lnTo>
                  <a:pt x="466" y="270"/>
                </a:lnTo>
                <a:lnTo>
                  <a:pt x="464" y="270"/>
                </a:lnTo>
                <a:lnTo>
                  <a:pt x="463" y="270"/>
                </a:lnTo>
                <a:lnTo>
                  <a:pt x="461" y="270"/>
                </a:lnTo>
                <a:lnTo>
                  <a:pt x="460" y="270"/>
                </a:lnTo>
                <a:lnTo>
                  <a:pt x="458" y="267"/>
                </a:lnTo>
                <a:lnTo>
                  <a:pt x="458" y="265"/>
                </a:lnTo>
                <a:lnTo>
                  <a:pt x="458" y="264"/>
                </a:lnTo>
                <a:lnTo>
                  <a:pt x="458" y="263"/>
                </a:lnTo>
                <a:lnTo>
                  <a:pt x="458" y="262"/>
                </a:lnTo>
                <a:lnTo>
                  <a:pt x="458" y="259"/>
                </a:lnTo>
                <a:lnTo>
                  <a:pt x="459" y="255"/>
                </a:lnTo>
                <a:lnTo>
                  <a:pt x="460" y="255"/>
                </a:lnTo>
                <a:lnTo>
                  <a:pt x="460" y="256"/>
                </a:lnTo>
                <a:lnTo>
                  <a:pt x="464" y="256"/>
                </a:lnTo>
                <a:lnTo>
                  <a:pt x="465" y="256"/>
                </a:lnTo>
                <a:lnTo>
                  <a:pt x="466" y="256"/>
                </a:lnTo>
                <a:lnTo>
                  <a:pt x="466" y="255"/>
                </a:lnTo>
                <a:lnTo>
                  <a:pt x="468" y="251"/>
                </a:lnTo>
                <a:lnTo>
                  <a:pt x="469" y="249"/>
                </a:lnTo>
                <a:lnTo>
                  <a:pt x="469" y="247"/>
                </a:lnTo>
                <a:lnTo>
                  <a:pt x="470" y="247"/>
                </a:lnTo>
                <a:lnTo>
                  <a:pt x="471" y="247"/>
                </a:lnTo>
                <a:lnTo>
                  <a:pt x="472" y="246"/>
                </a:lnTo>
                <a:lnTo>
                  <a:pt x="473" y="245"/>
                </a:lnTo>
                <a:lnTo>
                  <a:pt x="475" y="244"/>
                </a:lnTo>
                <a:lnTo>
                  <a:pt x="476" y="244"/>
                </a:lnTo>
                <a:lnTo>
                  <a:pt x="478" y="244"/>
                </a:lnTo>
                <a:lnTo>
                  <a:pt x="478" y="242"/>
                </a:lnTo>
                <a:lnTo>
                  <a:pt x="478" y="241"/>
                </a:lnTo>
                <a:lnTo>
                  <a:pt x="477" y="240"/>
                </a:lnTo>
                <a:lnTo>
                  <a:pt x="476" y="240"/>
                </a:lnTo>
                <a:lnTo>
                  <a:pt x="476" y="239"/>
                </a:lnTo>
                <a:lnTo>
                  <a:pt x="475" y="239"/>
                </a:lnTo>
                <a:lnTo>
                  <a:pt x="474" y="239"/>
                </a:lnTo>
                <a:lnTo>
                  <a:pt x="473" y="239"/>
                </a:lnTo>
                <a:lnTo>
                  <a:pt x="472" y="239"/>
                </a:lnTo>
                <a:lnTo>
                  <a:pt x="472" y="238"/>
                </a:lnTo>
                <a:lnTo>
                  <a:pt x="473" y="238"/>
                </a:lnTo>
                <a:lnTo>
                  <a:pt x="473" y="237"/>
                </a:lnTo>
                <a:lnTo>
                  <a:pt x="472" y="236"/>
                </a:lnTo>
                <a:lnTo>
                  <a:pt x="472" y="235"/>
                </a:lnTo>
                <a:lnTo>
                  <a:pt x="472" y="234"/>
                </a:lnTo>
                <a:lnTo>
                  <a:pt x="472" y="233"/>
                </a:lnTo>
                <a:lnTo>
                  <a:pt x="471" y="233"/>
                </a:lnTo>
                <a:lnTo>
                  <a:pt x="471" y="232"/>
                </a:lnTo>
                <a:lnTo>
                  <a:pt x="470" y="232"/>
                </a:lnTo>
                <a:lnTo>
                  <a:pt x="470" y="230"/>
                </a:lnTo>
                <a:lnTo>
                  <a:pt x="470" y="229"/>
                </a:lnTo>
                <a:lnTo>
                  <a:pt x="470" y="228"/>
                </a:lnTo>
                <a:lnTo>
                  <a:pt x="471" y="229"/>
                </a:lnTo>
                <a:lnTo>
                  <a:pt x="472" y="229"/>
                </a:lnTo>
                <a:lnTo>
                  <a:pt x="472" y="228"/>
                </a:lnTo>
                <a:lnTo>
                  <a:pt x="473" y="227"/>
                </a:lnTo>
                <a:lnTo>
                  <a:pt x="474" y="224"/>
                </a:lnTo>
                <a:lnTo>
                  <a:pt x="474" y="223"/>
                </a:lnTo>
                <a:lnTo>
                  <a:pt x="475" y="223"/>
                </a:lnTo>
                <a:lnTo>
                  <a:pt x="475" y="222"/>
                </a:lnTo>
                <a:lnTo>
                  <a:pt x="476" y="222"/>
                </a:lnTo>
                <a:lnTo>
                  <a:pt x="477" y="222"/>
                </a:lnTo>
                <a:lnTo>
                  <a:pt x="478" y="222"/>
                </a:lnTo>
                <a:lnTo>
                  <a:pt x="478" y="221"/>
                </a:lnTo>
                <a:lnTo>
                  <a:pt x="477" y="220"/>
                </a:lnTo>
                <a:lnTo>
                  <a:pt x="478" y="218"/>
                </a:lnTo>
                <a:lnTo>
                  <a:pt x="479" y="218"/>
                </a:lnTo>
                <a:lnTo>
                  <a:pt x="479" y="217"/>
                </a:lnTo>
                <a:lnTo>
                  <a:pt x="480" y="216"/>
                </a:lnTo>
                <a:lnTo>
                  <a:pt x="479" y="216"/>
                </a:lnTo>
                <a:lnTo>
                  <a:pt x="479" y="215"/>
                </a:lnTo>
                <a:lnTo>
                  <a:pt x="481" y="213"/>
                </a:lnTo>
                <a:lnTo>
                  <a:pt x="483" y="212"/>
                </a:lnTo>
                <a:lnTo>
                  <a:pt x="483" y="209"/>
                </a:lnTo>
                <a:lnTo>
                  <a:pt x="482" y="208"/>
                </a:lnTo>
                <a:lnTo>
                  <a:pt x="481" y="207"/>
                </a:lnTo>
                <a:lnTo>
                  <a:pt x="480" y="207"/>
                </a:lnTo>
                <a:lnTo>
                  <a:pt x="479" y="207"/>
                </a:lnTo>
                <a:lnTo>
                  <a:pt x="479" y="206"/>
                </a:lnTo>
                <a:lnTo>
                  <a:pt x="481" y="205"/>
                </a:lnTo>
                <a:lnTo>
                  <a:pt x="480" y="204"/>
                </a:lnTo>
                <a:lnTo>
                  <a:pt x="479" y="204"/>
                </a:lnTo>
                <a:lnTo>
                  <a:pt x="479" y="205"/>
                </a:lnTo>
                <a:lnTo>
                  <a:pt x="478" y="205"/>
                </a:lnTo>
                <a:lnTo>
                  <a:pt x="477" y="205"/>
                </a:lnTo>
                <a:lnTo>
                  <a:pt x="475" y="206"/>
                </a:lnTo>
                <a:lnTo>
                  <a:pt x="473" y="207"/>
                </a:lnTo>
                <a:lnTo>
                  <a:pt x="472" y="207"/>
                </a:lnTo>
                <a:lnTo>
                  <a:pt x="472" y="206"/>
                </a:lnTo>
                <a:lnTo>
                  <a:pt x="472" y="205"/>
                </a:lnTo>
                <a:lnTo>
                  <a:pt x="472" y="204"/>
                </a:lnTo>
                <a:lnTo>
                  <a:pt x="473" y="204"/>
                </a:lnTo>
                <a:lnTo>
                  <a:pt x="472" y="204"/>
                </a:lnTo>
                <a:lnTo>
                  <a:pt x="472" y="203"/>
                </a:lnTo>
                <a:lnTo>
                  <a:pt x="472" y="202"/>
                </a:lnTo>
                <a:lnTo>
                  <a:pt x="470" y="202"/>
                </a:lnTo>
                <a:lnTo>
                  <a:pt x="471" y="202"/>
                </a:lnTo>
                <a:lnTo>
                  <a:pt x="473" y="200"/>
                </a:lnTo>
                <a:lnTo>
                  <a:pt x="475" y="199"/>
                </a:lnTo>
                <a:lnTo>
                  <a:pt x="476" y="200"/>
                </a:lnTo>
                <a:lnTo>
                  <a:pt x="477" y="200"/>
                </a:lnTo>
                <a:lnTo>
                  <a:pt x="477" y="199"/>
                </a:lnTo>
                <a:lnTo>
                  <a:pt x="478" y="199"/>
                </a:lnTo>
                <a:lnTo>
                  <a:pt x="478" y="198"/>
                </a:lnTo>
                <a:lnTo>
                  <a:pt x="480" y="198"/>
                </a:lnTo>
                <a:lnTo>
                  <a:pt x="481" y="198"/>
                </a:lnTo>
                <a:lnTo>
                  <a:pt x="482" y="197"/>
                </a:lnTo>
                <a:lnTo>
                  <a:pt x="483" y="197"/>
                </a:lnTo>
                <a:lnTo>
                  <a:pt x="483" y="196"/>
                </a:lnTo>
                <a:lnTo>
                  <a:pt x="483" y="195"/>
                </a:lnTo>
                <a:lnTo>
                  <a:pt x="484" y="194"/>
                </a:lnTo>
                <a:lnTo>
                  <a:pt x="485" y="194"/>
                </a:lnTo>
                <a:lnTo>
                  <a:pt x="485" y="193"/>
                </a:lnTo>
                <a:lnTo>
                  <a:pt x="486" y="193"/>
                </a:lnTo>
                <a:lnTo>
                  <a:pt x="487" y="192"/>
                </a:lnTo>
                <a:lnTo>
                  <a:pt x="489" y="191"/>
                </a:lnTo>
                <a:lnTo>
                  <a:pt x="490" y="190"/>
                </a:lnTo>
                <a:lnTo>
                  <a:pt x="491" y="190"/>
                </a:lnTo>
                <a:lnTo>
                  <a:pt x="491" y="189"/>
                </a:lnTo>
                <a:lnTo>
                  <a:pt x="492" y="189"/>
                </a:lnTo>
                <a:lnTo>
                  <a:pt x="493" y="188"/>
                </a:lnTo>
                <a:lnTo>
                  <a:pt x="494" y="187"/>
                </a:lnTo>
                <a:lnTo>
                  <a:pt x="494" y="186"/>
                </a:lnTo>
                <a:lnTo>
                  <a:pt x="495" y="185"/>
                </a:lnTo>
                <a:lnTo>
                  <a:pt x="496" y="185"/>
                </a:lnTo>
                <a:lnTo>
                  <a:pt x="497" y="185"/>
                </a:lnTo>
                <a:lnTo>
                  <a:pt x="498" y="184"/>
                </a:lnTo>
                <a:lnTo>
                  <a:pt x="498" y="182"/>
                </a:lnTo>
                <a:lnTo>
                  <a:pt x="499" y="181"/>
                </a:lnTo>
                <a:lnTo>
                  <a:pt x="498" y="181"/>
                </a:lnTo>
                <a:lnTo>
                  <a:pt x="498" y="179"/>
                </a:lnTo>
                <a:lnTo>
                  <a:pt x="497" y="179"/>
                </a:lnTo>
                <a:lnTo>
                  <a:pt x="497" y="178"/>
                </a:lnTo>
                <a:lnTo>
                  <a:pt x="496" y="178"/>
                </a:lnTo>
                <a:lnTo>
                  <a:pt x="496" y="177"/>
                </a:lnTo>
                <a:lnTo>
                  <a:pt x="495" y="177"/>
                </a:lnTo>
                <a:lnTo>
                  <a:pt x="494" y="177"/>
                </a:lnTo>
                <a:lnTo>
                  <a:pt x="494" y="176"/>
                </a:lnTo>
                <a:lnTo>
                  <a:pt x="493" y="175"/>
                </a:lnTo>
                <a:lnTo>
                  <a:pt x="493" y="174"/>
                </a:lnTo>
                <a:lnTo>
                  <a:pt x="494" y="173"/>
                </a:lnTo>
                <a:lnTo>
                  <a:pt x="495" y="173"/>
                </a:lnTo>
                <a:lnTo>
                  <a:pt x="496" y="173"/>
                </a:lnTo>
                <a:lnTo>
                  <a:pt x="496" y="172"/>
                </a:lnTo>
                <a:lnTo>
                  <a:pt x="497" y="172"/>
                </a:lnTo>
                <a:lnTo>
                  <a:pt x="497" y="171"/>
                </a:lnTo>
                <a:lnTo>
                  <a:pt x="497" y="170"/>
                </a:lnTo>
                <a:lnTo>
                  <a:pt x="499" y="170"/>
                </a:lnTo>
                <a:lnTo>
                  <a:pt x="500" y="170"/>
                </a:lnTo>
                <a:lnTo>
                  <a:pt x="501" y="170"/>
                </a:lnTo>
                <a:lnTo>
                  <a:pt x="502" y="169"/>
                </a:lnTo>
                <a:lnTo>
                  <a:pt x="502" y="168"/>
                </a:lnTo>
                <a:lnTo>
                  <a:pt x="503" y="166"/>
                </a:lnTo>
                <a:lnTo>
                  <a:pt x="503" y="163"/>
                </a:lnTo>
                <a:lnTo>
                  <a:pt x="502" y="162"/>
                </a:lnTo>
                <a:lnTo>
                  <a:pt x="502" y="161"/>
                </a:lnTo>
                <a:lnTo>
                  <a:pt x="502" y="160"/>
                </a:lnTo>
                <a:lnTo>
                  <a:pt x="503" y="159"/>
                </a:lnTo>
                <a:lnTo>
                  <a:pt x="504" y="159"/>
                </a:lnTo>
                <a:lnTo>
                  <a:pt x="504" y="158"/>
                </a:lnTo>
                <a:lnTo>
                  <a:pt x="505" y="158"/>
                </a:lnTo>
                <a:lnTo>
                  <a:pt x="505" y="157"/>
                </a:lnTo>
                <a:lnTo>
                  <a:pt x="505" y="156"/>
                </a:lnTo>
                <a:lnTo>
                  <a:pt x="504" y="155"/>
                </a:lnTo>
                <a:lnTo>
                  <a:pt x="502" y="154"/>
                </a:lnTo>
                <a:lnTo>
                  <a:pt x="502" y="155"/>
                </a:lnTo>
                <a:lnTo>
                  <a:pt x="501" y="155"/>
                </a:lnTo>
                <a:lnTo>
                  <a:pt x="500" y="155"/>
                </a:lnTo>
                <a:lnTo>
                  <a:pt x="499" y="155"/>
                </a:lnTo>
                <a:lnTo>
                  <a:pt x="499" y="154"/>
                </a:lnTo>
                <a:lnTo>
                  <a:pt x="499" y="153"/>
                </a:lnTo>
                <a:lnTo>
                  <a:pt x="499" y="152"/>
                </a:lnTo>
                <a:lnTo>
                  <a:pt x="498" y="152"/>
                </a:lnTo>
                <a:lnTo>
                  <a:pt x="498" y="150"/>
                </a:lnTo>
                <a:lnTo>
                  <a:pt x="499" y="150"/>
                </a:lnTo>
                <a:lnTo>
                  <a:pt x="501" y="149"/>
                </a:lnTo>
                <a:lnTo>
                  <a:pt x="502" y="149"/>
                </a:lnTo>
                <a:lnTo>
                  <a:pt x="503" y="149"/>
                </a:lnTo>
                <a:lnTo>
                  <a:pt x="503" y="148"/>
                </a:lnTo>
                <a:lnTo>
                  <a:pt x="504" y="148"/>
                </a:lnTo>
                <a:lnTo>
                  <a:pt x="504" y="147"/>
                </a:lnTo>
                <a:lnTo>
                  <a:pt x="505" y="146"/>
                </a:lnTo>
                <a:lnTo>
                  <a:pt x="506" y="146"/>
                </a:lnTo>
                <a:lnTo>
                  <a:pt x="507" y="146"/>
                </a:lnTo>
                <a:lnTo>
                  <a:pt x="508" y="147"/>
                </a:lnTo>
                <a:lnTo>
                  <a:pt x="508" y="148"/>
                </a:lnTo>
                <a:lnTo>
                  <a:pt x="509" y="148"/>
                </a:lnTo>
                <a:lnTo>
                  <a:pt x="510" y="147"/>
                </a:lnTo>
                <a:lnTo>
                  <a:pt x="511" y="147"/>
                </a:lnTo>
                <a:lnTo>
                  <a:pt x="512" y="147"/>
                </a:lnTo>
                <a:lnTo>
                  <a:pt x="513" y="147"/>
                </a:lnTo>
                <a:lnTo>
                  <a:pt x="514" y="146"/>
                </a:lnTo>
                <a:lnTo>
                  <a:pt x="515" y="146"/>
                </a:lnTo>
                <a:lnTo>
                  <a:pt x="516" y="146"/>
                </a:lnTo>
                <a:lnTo>
                  <a:pt x="516" y="147"/>
                </a:lnTo>
                <a:lnTo>
                  <a:pt x="517" y="147"/>
                </a:lnTo>
                <a:lnTo>
                  <a:pt x="519" y="146"/>
                </a:lnTo>
                <a:lnTo>
                  <a:pt x="521" y="147"/>
                </a:lnTo>
                <a:lnTo>
                  <a:pt x="521" y="146"/>
                </a:lnTo>
                <a:lnTo>
                  <a:pt x="522" y="146"/>
                </a:lnTo>
                <a:lnTo>
                  <a:pt x="523" y="145"/>
                </a:lnTo>
                <a:lnTo>
                  <a:pt x="524" y="145"/>
                </a:lnTo>
                <a:lnTo>
                  <a:pt x="525" y="145"/>
                </a:lnTo>
                <a:lnTo>
                  <a:pt x="525" y="144"/>
                </a:lnTo>
                <a:lnTo>
                  <a:pt x="525" y="143"/>
                </a:lnTo>
                <a:lnTo>
                  <a:pt x="525" y="142"/>
                </a:lnTo>
                <a:lnTo>
                  <a:pt x="524" y="142"/>
                </a:lnTo>
                <a:lnTo>
                  <a:pt x="524" y="141"/>
                </a:lnTo>
                <a:lnTo>
                  <a:pt x="524" y="139"/>
                </a:lnTo>
                <a:lnTo>
                  <a:pt x="525" y="138"/>
                </a:lnTo>
                <a:lnTo>
                  <a:pt x="525" y="137"/>
                </a:lnTo>
                <a:lnTo>
                  <a:pt x="527" y="138"/>
                </a:lnTo>
                <a:lnTo>
                  <a:pt x="528" y="138"/>
                </a:lnTo>
                <a:lnTo>
                  <a:pt x="529" y="138"/>
                </a:lnTo>
                <a:lnTo>
                  <a:pt x="530" y="138"/>
                </a:lnTo>
                <a:lnTo>
                  <a:pt x="531" y="138"/>
                </a:lnTo>
                <a:lnTo>
                  <a:pt x="532" y="137"/>
                </a:lnTo>
                <a:lnTo>
                  <a:pt x="532" y="135"/>
                </a:lnTo>
                <a:lnTo>
                  <a:pt x="532" y="134"/>
                </a:lnTo>
                <a:lnTo>
                  <a:pt x="530" y="133"/>
                </a:lnTo>
                <a:lnTo>
                  <a:pt x="530" y="132"/>
                </a:lnTo>
                <a:lnTo>
                  <a:pt x="531" y="132"/>
                </a:lnTo>
                <a:lnTo>
                  <a:pt x="533" y="131"/>
                </a:lnTo>
                <a:lnTo>
                  <a:pt x="533" y="130"/>
                </a:lnTo>
                <a:lnTo>
                  <a:pt x="532" y="130"/>
                </a:lnTo>
                <a:lnTo>
                  <a:pt x="532" y="129"/>
                </a:lnTo>
                <a:lnTo>
                  <a:pt x="532" y="128"/>
                </a:lnTo>
                <a:lnTo>
                  <a:pt x="532" y="127"/>
                </a:lnTo>
                <a:lnTo>
                  <a:pt x="534" y="125"/>
                </a:lnTo>
                <a:lnTo>
                  <a:pt x="535" y="125"/>
                </a:lnTo>
                <a:lnTo>
                  <a:pt x="536" y="125"/>
                </a:lnTo>
                <a:lnTo>
                  <a:pt x="536" y="124"/>
                </a:lnTo>
                <a:lnTo>
                  <a:pt x="537" y="124"/>
                </a:lnTo>
                <a:lnTo>
                  <a:pt x="537" y="123"/>
                </a:lnTo>
                <a:lnTo>
                  <a:pt x="537" y="122"/>
                </a:lnTo>
                <a:lnTo>
                  <a:pt x="537" y="121"/>
                </a:lnTo>
                <a:lnTo>
                  <a:pt x="538" y="121"/>
                </a:lnTo>
                <a:lnTo>
                  <a:pt x="539" y="120"/>
                </a:lnTo>
                <a:lnTo>
                  <a:pt x="540" y="119"/>
                </a:lnTo>
                <a:lnTo>
                  <a:pt x="541" y="119"/>
                </a:lnTo>
                <a:lnTo>
                  <a:pt x="542" y="119"/>
                </a:lnTo>
                <a:lnTo>
                  <a:pt x="543" y="119"/>
                </a:lnTo>
                <a:lnTo>
                  <a:pt x="543" y="120"/>
                </a:lnTo>
                <a:lnTo>
                  <a:pt x="544" y="121"/>
                </a:lnTo>
                <a:lnTo>
                  <a:pt x="544" y="122"/>
                </a:lnTo>
                <a:lnTo>
                  <a:pt x="545" y="122"/>
                </a:lnTo>
                <a:lnTo>
                  <a:pt x="545" y="120"/>
                </a:lnTo>
                <a:lnTo>
                  <a:pt x="545" y="119"/>
                </a:lnTo>
                <a:lnTo>
                  <a:pt x="545" y="118"/>
                </a:lnTo>
                <a:lnTo>
                  <a:pt x="546" y="118"/>
                </a:lnTo>
                <a:lnTo>
                  <a:pt x="546" y="117"/>
                </a:lnTo>
                <a:lnTo>
                  <a:pt x="547" y="117"/>
                </a:lnTo>
                <a:lnTo>
                  <a:pt x="549" y="117"/>
                </a:lnTo>
                <a:lnTo>
                  <a:pt x="549" y="116"/>
                </a:lnTo>
                <a:lnTo>
                  <a:pt x="549" y="115"/>
                </a:lnTo>
                <a:lnTo>
                  <a:pt x="550" y="115"/>
                </a:lnTo>
                <a:lnTo>
                  <a:pt x="551" y="114"/>
                </a:lnTo>
                <a:lnTo>
                  <a:pt x="553" y="114"/>
                </a:lnTo>
                <a:lnTo>
                  <a:pt x="553" y="113"/>
                </a:lnTo>
                <a:lnTo>
                  <a:pt x="553" y="112"/>
                </a:lnTo>
                <a:lnTo>
                  <a:pt x="554" y="112"/>
                </a:lnTo>
                <a:lnTo>
                  <a:pt x="555" y="112"/>
                </a:lnTo>
                <a:lnTo>
                  <a:pt x="556" y="111"/>
                </a:lnTo>
                <a:lnTo>
                  <a:pt x="557" y="112"/>
                </a:lnTo>
                <a:lnTo>
                  <a:pt x="558" y="112"/>
                </a:lnTo>
                <a:lnTo>
                  <a:pt x="558" y="111"/>
                </a:lnTo>
                <a:lnTo>
                  <a:pt x="558" y="110"/>
                </a:lnTo>
                <a:lnTo>
                  <a:pt x="556" y="109"/>
                </a:lnTo>
                <a:lnTo>
                  <a:pt x="555" y="108"/>
                </a:lnTo>
                <a:lnTo>
                  <a:pt x="554" y="107"/>
                </a:lnTo>
                <a:lnTo>
                  <a:pt x="553" y="106"/>
                </a:lnTo>
                <a:lnTo>
                  <a:pt x="553" y="105"/>
                </a:lnTo>
                <a:lnTo>
                  <a:pt x="554" y="105"/>
                </a:lnTo>
                <a:lnTo>
                  <a:pt x="554" y="104"/>
                </a:lnTo>
                <a:lnTo>
                  <a:pt x="554" y="103"/>
                </a:lnTo>
                <a:lnTo>
                  <a:pt x="554" y="102"/>
                </a:lnTo>
                <a:lnTo>
                  <a:pt x="553" y="99"/>
                </a:lnTo>
                <a:lnTo>
                  <a:pt x="552" y="99"/>
                </a:lnTo>
                <a:lnTo>
                  <a:pt x="551" y="98"/>
                </a:lnTo>
                <a:lnTo>
                  <a:pt x="553" y="94"/>
                </a:lnTo>
                <a:lnTo>
                  <a:pt x="554" y="94"/>
                </a:lnTo>
                <a:lnTo>
                  <a:pt x="555" y="93"/>
                </a:lnTo>
                <a:lnTo>
                  <a:pt x="556" y="92"/>
                </a:lnTo>
                <a:lnTo>
                  <a:pt x="555" y="92"/>
                </a:lnTo>
                <a:lnTo>
                  <a:pt x="553" y="91"/>
                </a:lnTo>
                <a:lnTo>
                  <a:pt x="552" y="91"/>
                </a:lnTo>
                <a:lnTo>
                  <a:pt x="552" y="90"/>
                </a:lnTo>
                <a:lnTo>
                  <a:pt x="550" y="90"/>
                </a:lnTo>
                <a:lnTo>
                  <a:pt x="548" y="89"/>
                </a:lnTo>
                <a:lnTo>
                  <a:pt x="547" y="88"/>
                </a:lnTo>
                <a:lnTo>
                  <a:pt x="547" y="87"/>
                </a:lnTo>
                <a:lnTo>
                  <a:pt x="546" y="88"/>
                </a:lnTo>
                <a:lnTo>
                  <a:pt x="545" y="88"/>
                </a:lnTo>
                <a:lnTo>
                  <a:pt x="545" y="87"/>
                </a:lnTo>
                <a:lnTo>
                  <a:pt x="544" y="87"/>
                </a:lnTo>
                <a:lnTo>
                  <a:pt x="543" y="87"/>
                </a:lnTo>
                <a:lnTo>
                  <a:pt x="542" y="87"/>
                </a:lnTo>
                <a:lnTo>
                  <a:pt x="542" y="86"/>
                </a:lnTo>
                <a:lnTo>
                  <a:pt x="541" y="86"/>
                </a:lnTo>
                <a:lnTo>
                  <a:pt x="542" y="85"/>
                </a:lnTo>
                <a:lnTo>
                  <a:pt x="543" y="83"/>
                </a:lnTo>
                <a:lnTo>
                  <a:pt x="543" y="82"/>
                </a:lnTo>
                <a:lnTo>
                  <a:pt x="543" y="81"/>
                </a:lnTo>
                <a:lnTo>
                  <a:pt x="541" y="81"/>
                </a:lnTo>
                <a:lnTo>
                  <a:pt x="541" y="82"/>
                </a:lnTo>
                <a:lnTo>
                  <a:pt x="540" y="82"/>
                </a:lnTo>
                <a:lnTo>
                  <a:pt x="538" y="82"/>
                </a:lnTo>
                <a:lnTo>
                  <a:pt x="537" y="82"/>
                </a:lnTo>
                <a:lnTo>
                  <a:pt x="536" y="81"/>
                </a:lnTo>
                <a:lnTo>
                  <a:pt x="535" y="81"/>
                </a:lnTo>
                <a:lnTo>
                  <a:pt x="534" y="80"/>
                </a:lnTo>
                <a:lnTo>
                  <a:pt x="533" y="80"/>
                </a:lnTo>
                <a:lnTo>
                  <a:pt x="533" y="79"/>
                </a:lnTo>
                <a:lnTo>
                  <a:pt x="532" y="79"/>
                </a:lnTo>
                <a:lnTo>
                  <a:pt x="531" y="78"/>
                </a:lnTo>
                <a:lnTo>
                  <a:pt x="530" y="78"/>
                </a:lnTo>
                <a:lnTo>
                  <a:pt x="530" y="77"/>
                </a:lnTo>
                <a:lnTo>
                  <a:pt x="530" y="76"/>
                </a:lnTo>
                <a:lnTo>
                  <a:pt x="530" y="75"/>
                </a:lnTo>
                <a:lnTo>
                  <a:pt x="529" y="73"/>
                </a:lnTo>
                <a:lnTo>
                  <a:pt x="529" y="72"/>
                </a:lnTo>
                <a:lnTo>
                  <a:pt x="528" y="72"/>
                </a:lnTo>
                <a:lnTo>
                  <a:pt x="527" y="73"/>
                </a:lnTo>
                <a:lnTo>
                  <a:pt x="525" y="73"/>
                </a:lnTo>
                <a:lnTo>
                  <a:pt x="523" y="72"/>
                </a:lnTo>
                <a:lnTo>
                  <a:pt x="522" y="72"/>
                </a:lnTo>
                <a:lnTo>
                  <a:pt x="521" y="70"/>
                </a:lnTo>
                <a:lnTo>
                  <a:pt x="520" y="69"/>
                </a:lnTo>
                <a:lnTo>
                  <a:pt x="520" y="68"/>
                </a:lnTo>
                <a:lnTo>
                  <a:pt x="519" y="67"/>
                </a:lnTo>
                <a:lnTo>
                  <a:pt x="518" y="66"/>
                </a:lnTo>
                <a:lnTo>
                  <a:pt x="518" y="65"/>
                </a:lnTo>
                <a:lnTo>
                  <a:pt x="517" y="64"/>
                </a:lnTo>
                <a:lnTo>
                  <a:pt x="516" y="64"/>
                </a:lnTo>
                <a:lnTo>
                  <a:pt x="516" y="63"/>
                </a:lnTo>
                <a:lnTo>
                  <a:pt x="516" y="62"/>
                </a:lnTo>
                <a:lnTo>
                  <a:pt x="515" y="62"/>
                </a:lnTo>
                <a:lnTo>
                  <a:pt x="514" y="61"/>
                </a:lnTo>
                <a:lnTo>
                  <a:pt x="513" y="62"/>
                </a:lnTo>
                <a:lnTo>
                  <a:pt x="512" y="62"/>
                </a:lnTo>
                <a:lnTo>
                  <a:pt x="511" y="60"/>
                </a:lnTo>
                <a:lnTo>
                  <a:pt x="511" y="59"/>
                </a:lnTo>
                <a:lnTo>
                  <a:pt x="511" y="58"/>
                </a:lnTo>
                <a:lnTo>
                  <a:pt x="512" y="56"/>
                </a:lnTo>
                <a:lnTo>
                  <a:pt x="511" y="55"/>
                </a:lnTo>
                <a:lnTo>
                  <a:pt x="511" y="53"/>
                </a:lnTo>
                <a:lnTo>
                  <a:pt x="510" y="52"/>
                </a:lnTo>
                <a:lnTo>
                  <a:pt x="508" y="50"/>
                </a:lnTo>
                <a:lnTo>
                  <a:pt x="507" y="50"/>
                </a:lnTo>
                <a:lnTo>
                  <a:pt x="508" y="47"/>
                </a:lnTo>
                <a:lnTo>
                  <a:pt x="509" y="47"/>
                </a:lnTo>
                <a:lnTo>
                  <a:pt x="510" y="47"/>
                </a:lnTo>
                <a:lnTo>
                  <a:pt x="511" y="47"/>
                </a:lnTo>
                <a:lnTo>
                  <a:pt x="511" y="46"/>
                </a:lnTo>
                <a:lnTo>
                  <a:pt x="511" y="45"/>
                </a:lnTo>
                <a:lnTo>
                  <a:pt x="512" y="45"/>
                </a:lnTo>
                <a:lnTo>
                  <a:pt x="514" y="45"/>
                </a:lnTo>
                <a:lnTo>
                  <a:pt x="514" y="44"/>
                </a:lnTo>
                <a:lnTo>
                  <a:pt x="515" y="44"/>
                </a:lnTo>
                <a:lnTo>
                  <a:pt x="515" y="43"/>
                </a:lnTo>
                <a:lnTo>
                  <a:pt x="515" y="44"/>
                </a:lnTo>
                <a:lnTo>
                  <a:pt x="516" y="44"/>
                </a:lnTo>
                <a:lnTo>
                  <a:pt x="517" y="45"/>
                </a:lnTo>
                <a:lnTo>
                  <a:pt x="518" y="46"/>
                </a:lnTo>
                <a:lnTo>
                  <a:pt x="519" y="46"/>
                </a:lnTo>
                <a:lnTo>
                  <a:pt x="520" y="46"/>
                </a:lnTo>
                <a:lnTo>
                  <a:pt x="520" y="47"/>
                </a:lnTo>
                <a:lnTo>
                  <a:pt x="521" y="47"/>
                </a:lnTo>
                <a:lnTo>
                  <a:pt x="521" y="48"/>
                </a:lnTo>
                <a:lnTo>
                  <a:pt x="522" y="48"/>
                </a:lnTo>
                <a:lnTo>
                  <a:pt x="523" y="48"/>
                </a:lnTo>
                <a:lnTo>
                  <a:pt x="523" y="47"/>
                </a:lnTo>
                <a:lnTo>
                  <a:pt x="525" y="46"/>
                </a:lnTo>
                <a:lnTo>
                  <a:pt x="526" y="45"/>
                </a:lnTo>
                <a:lnTo>
                  <a:pt x="525" y="44"/>
                </a:lnTo>
                <a:lnTo>
                  <a:pt x="524" y="43"/>
                </a:lnTo>
                <a:lnTo>
                  <a:pt x="523" y="43"/>
                </a:lnTo>
                <a:lnTo>
                  <a:pt x="522" y="42"/>
                </a:lnTo>
                <a:lnTo>
                  <a:pt x="521" y="42"/>
                </a:lnTo>
                <a:lnTo>
                  <a:pt x="520" y="41"/>
                </a:lnTo>
                <a:lnTo>
                  <a:pt x="520" y="40"/>
                </a:lnTo>
                <a:lnTo>
                  <a:pt x="519" y="40"/>
                </a:lnTo>
                <a:lnTo>
                  <a:pt x="518" y="40"/>
                </a:lnTo>
                <a:lnTo>
                  <a:pt x="518" y="39"/>
                </a:lnTo>
                <a:lnTo>
                  <a:pt x="520" y="37"/>
                </a:lnTo>
                <a:lnTo>
                  <a:pt x="520" y="36"/>
                </a:lnTo>
                <a:lnTo>
                  <a:pt x="523" y="36"/>
                </a:lnTo>
                <a:lnTo>
                  <a:pt x="524" y="36"/>
                </a:lnTo>
                <a:lnTo>
                  <a:pt x="525" y="35"/>
                </a:lnTo>
                <a:lnTo>
                  <a:pt x="524" y="35"/>
                </a:lnTo>
                <a:lnTo>
                  <a:pt x="524" y="34"/>
                </a:lnTo>
                <a:lnTo>
                  <a:pt x="523" y="33"/>
                </a:lnTo>
                <a:lnTo>
                  <a:pt x="523" y="32"/>
                </a:lnTo>
                <a:lnTo>
                  <a:pt x="523" y="31"/>
                </a:lnTo>
                <a:lnTo>
                  <a:pt x="522" y="31"/>
                </a:lnTo>
                <a:lnTo>
                  <a:pt x="521" y="31"/>
                </a:lnTo>
                <a:lnTo>
                  <a:pt x="521" y="30"/>
                </a:lnTo>
                <a:lnTo>
                  <a:pt x="521" y="29"/>
                </a:lnTo>
                <a:lnTo>
                  <a:pt x="521" y="28"/>
                </a:lnTo>
                <a:lnTo>
                  <a:pt x="522" y="28"/>
                </a:lnTo>
                <a:lnTo>
                  <a:pt x="523" y="28"/>
                </a:lnTo>
                <a:lnTo>
                  <a:pt x="525" y="28"/>
                </a:lnTo>
                <a:lnTo>
                  <a:pt x="525" y="27"/>
                </a:lnTo>
                <a:lnTo>
                  <a:pt x="526" y="27"/>
                </a:lnTo>
                <a:lnTo>
                  <a:pt x="527" y="27"/>
                </a:lnTo>
                <a:lnTo>
                  <a:pt x="527" y="28"/>
                </a:lnTo>
                <a:lnTo>
                  <a:pt x="528" y="28"/>
                </a:lnTo>
                <a:lnTo>
                  <a:pt x="529" y="28"/>
                </a:lnTo>
                <a:lnTo>
                  <a:pt x="530" y="28"/>
                </a:lnTo>
                <a:lnTo>
                  <a:pt x="531" y="28"/>
                </a:lnTo>
                <a:lnTo>
                  <a:pt x="532" y="28"/>
                </a:lnTo>
                <a:lnTo>
                  <a:pt x="533" y="28"/>
                </a:lnTo>
                <a:lnTo>
                  <a:pt x="533" y="29"/>
                </a:lnTo>
                <a:lnTo>
                  <a:pt x="534" y="29"/>
                </a:lnTo>
                <a:lnTo>
                  <a:pt x="535" y="30"/>
                </a:lnTo>
                <a:lnTo>
                  <a:pt x="537" y="29"/>
                </a:lnTo>
                <a:lnTo>
                  <a:pt x="538" y="28"/>
                </a:lnTo>
                <a:lnTo>
                  <a:pt x="539" y="27"/>
                </a:lnTo>
                <a:lnTo>
                  <a:pt x="539" y="26"/>
                </a:lnTo>
                <a:lnTo>
                  <a:pt x="539" y="23"/>
                </a:lnTo>
                <a:lnTo>
                  <a:pt x="538" y="23"/>
                </a:lnTo>
                <a:lnTo>
                  <a:pt x="537" y="23"/>
                </a:lnTo>
                <a:lnTo>
                  <a:pt x="536" y="21"/>
                </a:lnTo>
                <a:lnTo>
                  <a:pt x="535" y="21"/>
                </a:lnTo>
                <a:lnTo>
                  <a:pt x="535" y="20"/>
                </a:lnTo>
                <a:lnTo>
                  <a:pt x="534" y="19"/>
                </a:lnTo>
                <a:lnTo>
                  <a:pt x="534" y="18"/>
                </a:lnTo>
                <a:lnTo>
                  <a:pt x="533" y="17"/>
                </a:lnTo>
                <a:lnTo>
                  <a:pt x="532" y="16"/>
                </a:lnTo>
                <a:lnTo>
                  <a:pt x="532" y="15"/>
                </a:lnTo>
                <a:lnTo>
                  <a:pt x="532" y="14"/>
                </a:lnTo>
                <a:lnTo>
                  <a:pt x="531" y="14"/>
                </a:lnTo>
                <a:lnTo>
                  <a:pt x="531" y="13"/>
                </a:lnTo>
                <a:lnTo>
                  <a:pt x="530" y="13"/>
                </a:lnTo>
                <a:lnTo>
                  <a:pt x="530" y="12"/>
                </a:lnTo>
                <a:lnTo>
                  <a:pt x="528" y="12"/>
                </a:lnTo>
                <a:lnTo>
                  <a:pt x="527" y="11"/>
                </a:lnTo>
                <a:lnTo>
                  <a:pt x="526" y="11"/>
                </a:lnTo>
                <a:lnTo>
                  <a:pt x="527" y="11"/>
                </a:lnTo>
                <a:lnTo>
                  <a:pt x="528" y="10"/>
                </a:lnTo>
                <a:lnTo>
                  <a:pt x="526" y="8"/>
                </a:lnTo>
                <a:lnTo>
                  <a:pt x="525" y="8"/>
                </a:lnTo>
                <a:lnTo>
                  <a:pt x="525" y="7"/>
                </a:lnTo>
                <a:lnTo>
                  <a:pt x="524" y="7"/>
                </a:lnTo>
                <a:lnTo>
                  <a:pt x="524" y="6"/>
                </a:lnTo>
                <a:lnTo>
                  <a:pt x="525" y="6"/>
                </a:lnTo>
                <a:lnTo>
                  <a:pt x="526" y="5"/>
                </a:lnTo>
                <a:lnTo>
                  <a:pt x="527" y="5"/>
                </a:lnTo>
                <a:lnTo>
                  <a:pt x="529" y="3"/>
                </a:lnTo>
                <a:lnTo>
                  <a:pt x="530" y="2"/>
                </a:lnTo>
                <a:lnTo>
                  <a:pt x="531" y="2"/>
                </a:lnTo>
                <a:lnTo>
                  <a:pt x="533" y="3"/>
                </a:lnTo>
                <a:lnTo>
                  <a:pt x="534" y="3"/>
                </a:lnTo>
                <a:lnTo>
                  <a:pt x="535" y="3"/>
                </a:lnTo>
                <a:lnTo>
                  <a:pt x="537" y="3"/>
                </a:lnTo>
                <a:lnTo>
                  <a:pt x="539" y="5"/>
                </a:lnTo>
                <a:lnTo>
                  <a:pt x="540" y="5"/>
                </a:lnTo>
                <a:lnTo>
                  <a:pt x="541" y="4"/>
                </a:lnTo>
                <a:lnTo>
                  <a:pt x="543" y="5"/>
                </a:lnTo>
                <a:lnTo>
                  <a:pt x="543" y="4"/>
                </a:lnTo>
                <a:lnTo>
                  <a:pt x="544" y="4"/>
                </a:lnTo>
                <a:lnTo>
                  <a:pt x="544" y="3"/>
                </a:lnTo>
                <a:lnTo>
                  <a:pt x="545" y="2"/>
                </a:lnTo>
                <a:lnTo>
                  <a:pt x="546" y="1"/>
                </a:lnTo>
                <a:lnTo>
                  <a:pt x="547" y="1"/>
                </a:lnTo>
                <a:lnTo>
                  <a:pt x="547" y="0"/>
                </a:lnTo>
                <a:lnTo>
                  <a:pt x="548" y="0"/>
                </a:lnTo>
                <a:lnTo>
                  <a:pt x="549" y="1"/>
                </a:lnTo>
                <a:lnTo>
                  <a:pt x="550" y="2"/>
                </a:lnTo>
                <a:lnTo>
                  <a:pt x="551" y="2"/>
                </a:lnTo>
                <a:lnTo>
                  <a:pt x="553" y="3"/>
                </a:lnTo>
                <a:lnTo>
                  <a:pt x="553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2" name=""/>
          <p:cNvSpPr/>
          <p:nvPr/>
        </p:nvSpPr>
        <p:spPr>
          <a:xfrm>
            <a:off x="3796560" y="1744200"/>
            <a:ext cx="685080" cy="618120"/>
          </a:xfrm>
          <a:custGeom>
            <a:avLst/>
            <a:gdLst/>
            <a:ahLst/>
            <a:rect l="0" t="0" r="r" b="b"/>
            <a:pathLst>
              <a:path w="1903" h="1717">
                <a:moveTo>
                  <a:pt x="954" y="25"/>
                </a:moveTo>
                <a:lnTo>
                  <a:pt x="954" y="27"/>
                </a:lnTo>
                <a:lnTo>
                  <a:pt x="954" y="28"/>
                </a:lnTo>
                <a:lnTo>
                  <a:pt x="954" y="29"/>
                </a:lnTo>
                <a:lnTo>
                  <a:pt x="955" y="29"/>
                </a:lnTo>
                <a:lnTo>
                  <a:pt x="955" y="30"/>
                </a:lnTo>
                <a:lnTo>
                  <a:pt x="956" y="30"/>
                </a:lnTo>
                <a:lnTo>
                  <a:pt x="956" y="31"/>
                </a:lnTo>
                <a:lnTo>
                  <a:pt x="956" y="32"/>
                </a:lnTo>
                <a:lnTo>
                  <a:pt x="957" y="33"/>
                </a:lnTo>
                <a:lnTo>
                  <a:pt x="957" y="34"/>
                </a:lnTo>
                <a:lnTo>
                  <a:pt x="957" y="36"/>
                </a:lnTo>
                <a:lnTo>
                  <a:pt x="956" y="38"/>
                </a:lnTo>
                <a:lnTo>
                  <a:pt x="956" y="40"/>
                </a:lnTo>
                <a:lnTo>
                  <a:pt x="956" y="41"/>
                </a:lnTo>
                <a:lnTo>
                  <a:pt x="956" y="42"/>
                </a:lnTo>
                <a:lnTo>
                  <a:pt x="957" y="42"/>
                </a:lnTo>
                <a:lnTo>
                  <a:pt x="958" y="43"/>
                </a:lnTo>
                <a:lnTo>
                  <a:pt x="959" y="43"/>
                </a:lnTo>
                <a:lnTo>
                  <a:pt x="960" y="44"/>
                </a:lnTo>
                <a:lnTo>
                  <a:pt x="961" y="44"/>
                </a:lnTo>
                <a:lnTo>
                  <a:pt x="962" y="44"/>
                </a:lnTo>
                <a:lnTo>
                  <a:pt x="963" y="44"/>
                </a:lnTo>
                <a:lnTo>
                  <a:pt x="964" y="44"/>
                </a:lnTo>
                <a:lnTo>
                  <a:pt x="966" y="44"/>
                </a:lnTo>
                <a:lnTo>
                  <a:pt x="967" y="44"/>
                </a:lnTo>
                <a:lnTo>
                  <a:pt x="968" y="44"/>
                </a:lnTo>
                <a:lnTo>
                  <a:pt x="969" y="43"/>
                </a:lnTo>
                <a:lnTo>
                  <a:pt x="969" y="42"/>
                </a:lnTo>
                <a:lnTo>
                  <a:pt x="970" y="43"/>
                </a:lnTo>
                <a:lnTo>
                  <a:pt x="971" y="43"/>
                </a:lnTo>
                <a:lnTo>
                  <a:pt x="972" y="44"/>
                </a:lnTo>
                <a:lnTo>
                  <a:pt x="974" y="45"/>
                </a:lnTo>
                <a:lnTo>
                  <a:pt x="976" y="45"/>
                </a:lnTo>
                <a:lnTo>
                  <a:pt x="976" y="46"/>
                </a:lnTo>
                <a:lnTo>
                  <a:pt x="977" y="46"/>
                </a:lnTo>
                <a:lnTo>
                  <a:pt x="979" y="47"/>
                </a:lnTo>
                <a:lnTo>
                  <a:pt x="980" y="47"/>
                </a:lnTo>
                <a:lnTo>
                  <a:pt x="980" y="48"/>
                </a:lnTo>
                <a:lnTo>
                  <a:pt x="981" y="49"/>
                </a:lnTo>
                <a:lnTo>
                  <a:pt x="981" y="50"/>
                </a:lnTo>
                <a:lnTo>
                  <a:pt x="981" y="51"/>
                </a:lnTo>
                <a:lnTo>
                  <a:pt x="981" y="52"/>
                </a:lnTo>
                <a:lnTo>
                  <a:pt x="981" y="54"/>
                </a:lnTo>
                <a:lnTo>
                  <a:pt x="981" y="55"/>
                </a:lnTo>
                <a:lnTo>
                  <a:pt x="982" y="56"/>
                </a:lnTo>
                <a:lnTo>
                  <a:pt x="982" y="57"/>
                </a:lnTo>
                <a:lnTo>
                  <a:pt x="981" y="58"/>
                </a:lnTo>
                <a:lnTo>
                  <a:pt x="981" y="59"/>
                </a:lnTo>
                <a:lnTo>
                  <a:pt x="981" y="60"/>
                </a:lnTo>
                <a:lnTo>
                  <a:pt x="982" y="61"/>
                </a:lnTo>
                <a:lnTo>
                  <a:pt x="982" y="62"/>
                </a:lnTo>
                <a:lnTo>
                  <a:pt x="983" y="62"/>
                </a:lnTo>
                <a:lnTo>
                  <a:pt x="984" y="62"/>
                </a:lnTo>
                <a:lnTo>
                  <a:pt x="985" y="62"/>
                </a:lnTo>
                <a:lnTo>
                  <a:pt x="986" y="63"/>
                </a:lnTo>
                <a:lnTo>
                  <a:pt x="987" y="65"/>
                </a:lnTo>
                <a:lnTo>
                  <a:pt x="988" y="65"/>
                </a:lnTo>
                <a:lnTo>
                  <a:pt x="989" y="66"/>
                </a:lnTo>
                <a:lnTo>
                  <a:pt x="990" y="67"/>
                </a:lnTo>
                <a:lnTo>
                  <a:pt x="989" y="67"/>
                </a:lnTo>
                <a:lnTo>
                  <a:pt x="988" y="67"/>
                </a:lnTo>
                <a:lnTo>
                  <a:pt x="988" y="68"/>
                </a:lnTo>
                <a:lnTo>
                  <a:pt x="989" y="68"/>
                </a:lnTo>
                <a:lnTo>
                  <a:pt x="989" y="69"/>
                </a:lnTo>
                <a:lnTo>
                  <a:pt x="989" y="70"/>
                </a:lnTo>
                <a:lnTo>
                  <a:pt x="988" y="70"/>
                </a:lnTo>
                <a:lnTo>
                  <a:pt x="987" y="69"/>
                </a:lnTo>
                <a:lnTo>
                  <a:pt x="986" y="70"/>
                </a:lnTo>
                <a:lnTo>
                  <a:pt x="985" y="70"/>
                </a:lnTo>
                <a:lnTo>
                  <a:pt x="984" y="71"/>
                </a:lnTo>
                <a:lnTo>
                  <a:pt x="984" y="70"/>
                </a:lnTo>
                <a:lnTo>
                  <a:pt x="983" y="70"/>
                </a:lnTo>
                <a:lnTo>
                  <a:pt x="982" y="69"/>
                </a:lnTo>
                <a:lnTo>
                  <a:pt x="981" y="69"/>
                </a:lnTo>
                <a:lnTo>
                  <a:pt x="981" y="70"/>
                </a:lnTo>
                <a:lnTo>
                  <a:pt x="981" y="71"/>
                </a:lnTo>
                <a:lnTo>
                  <a:pt x="981" y="72"/>
                </a:lnTo>
                <a:lnTo>
                  <a:pt x="980" y="74"/>
                </a:lnTo>
                <a:lnTo>
                  <a:pt x="980" y="75"/>
                </a:lnTo>
                <a:lnTo>
                  <a:pt x="980" y="76"/>
                </a:lnTo>
                <a:lnTo>
                  <a:pt x="981" y="76"/>
                </a:lnTo>
                <a:lnTo>
                  <a:pt x="982" y="75"/>
                </a:lnTo>
                <a:lnTo>
                  <a:pt x="983" y="75"/>
                </a:lnTo>
                <a:lnTo>
                  <a:pt x="984" y="76"/>
                </a:lnTo>
                <a:lnTo>
                  <a:pt x="985" y="76"/>
                </a:lnTo>
                <a:lnTo>
                  <a:pt x="985" y="78"/>
                </a:lnTo>
                <a:lnTo>
                  <a:pt x="985" y="79"/>
                </a:lnTo>
                <a:lnTo>
                  <a:pt x="985" y="80"/>
                </a:lnTo>
                <a:lnTo>
                  <a:pt x="986" y="81"/>
                </a:lnTo>
                <a:lnTo>
                  <a:pt x="986" y="82"/>
                </a:lnTo>
                <a:lnTo>
                  <a:pt x="986" y="84"/>
                </a:lnTo>
                <a:lnTo>
                  <a:pt x="985" y="84"/>
                </a:lnTo>
                <a:lnTo>
                  <a:pt x="985" y="85"/>
                </a:lnTo>
                <a:lnTo>
                  <a:pt x="984" y="85"/>
                </a:lnTo>
                <a:lnTo>
                  <a:pt x="983" y="86"/>
                </a:lnTo>
                <a:lnTo>
                  <a:pt x="983" y="87"/>
                </a:lnTo>
                <a:lnTo>
                  <a:pt x="983" y="88"/>
                </a:lnTo>
                <a:lnTo>
                  <a:pt x="982" y="89"/>
                </a:lnTo>
                <a:lnTo>
                  <a:pt x="981" y="89"/>
                </a:lnTo>
                <a:lnTo>
                  <a:pt x="980" y="90"/>
                </a:lnTo>
                <a:lnTo>
                  <a:pt x="980" y="91"/>
                </a:lnTo>
                <a:lnTo>
                  <a:pt x="979" y="92"/>
                </a:lnTo>
                <a:lnTo>
                  <a:pt x="979" y="93"/>
                </a:lnTo>
                <a:lnTo>
                  <a:pt x="980" y="94"/>
                </a:lnTo>
                <a:lnTo>
                  <a:pt x="980" y="96"/>
                </a:lnTo>
                <a:lnTo>
                  <a:pt x="980" y="97"/>
                </a:lnTo>
                <a:lnTo>
                  <a:pt x="981" y="98"/>
                </a:lnTo>
                <a:lnTo>
                  <a:pt x="982" y="98"/>
                </a:lnTo>
                <a:lnTo>
                  <a:pt x="983" y="98"/>
                </a:lnTo>
                <a:lnTo>
                  <a:pt x="984" y="99"/>
                </a:lnTo>
                <a:lnTo>
                  <a:pt x="985" y="99"/>
                </a:lnTo>
                <a:lnTo>
                  <a:pt x="985" y="98"/>
                </a:lnTo>
                <a:lnTo>
                  <a:pt x="985" y="97"/>
                </a:lnTo>
                <a:lnTo>
                  <a:pt x="986" y="97"/>
                </a:lnTo>
                <a:lnTo>
                  <a:pt x="987" y="98"/>
                </a:lnTo>
                <a:lnTo>
                  <a:pt x="988" y="98"/>
                </a:lnTo>
                <a:lnTo>
                  <a:pt x="988" y="99"/>
                </a:lnTo>
                <a:lnTo>
                  <a:pt x="989" y="100"/>
                </a:lnTo>
                <a:lnTo>
                  <a:pt x="989" y="101"/>
                </a:lnTo>
                <a:lnTo>
                  <a:pt x="990" y="102"/>
                </a:lnTo>
                <a:lnTo>
                  <a:pt x="990" y="103"/>
                </a:lnTo>
                <a:lnTo>
                  <a:pt x="990" y="104"/>
                </a:lnTo>
                <a:lnTo>
                  <a:pt x="990" y="105"/>
                </a:lnTo>
                <a:lnTo>
                  <a:pt x="989" y="106"/>
                </a:lnTo>
                <a:lnTo>
                  <a:pt x="988" y="108"/>
                </a:lnTo>
                <a:lnTo>
                  <a:pt x="988" y="109"/>
                </a:lnTo>
                <a:lnTo>
                  <a:pt x="988" y="110"/>
                </a:lnTo>
                <a:lnTo>
                  <a:pt x="987" y="110"/>
                </a:lnTo>
                <a:lnTo>
                  <a:pt x="987" y="111"/>
                </a:lnTo>
                <a:lnTo>
                  <a:pt x="987" y="112"/>
                </a:lnTo>
                <a:lnTo>
                  <a:pt x="987" y="113"/>
                </a:lnTo>
                <a:lnTo>
                  <a:pt x="987" y="114"/>
                </a:lnTo>
                <a:lnTo>
                  <a:pt x="986" y="116"/>
                </a:lnTo>
                <a:lnTo>
                  <a:pt x="985" y="118"/>
                </a:lnTo>
                <a:lnTo>
                  <a:pt x="985" y="119"/>
                </a:lnTo>
                <a:lnTo>
                  <a:pt x="985" y="120"/>
                </a:lnTo>
                <a:lnTo>
                  <a:pt x="984" y="121"/>
                </a:lnTo>
                <a:lnTo>
                  <a:pt x="984" y="122"/>
                </a:lnTo>
                <a:lnTo>
                  <a:pt x="986" y="123"/>
                </a:lnTo>
                <a:lnTo>
                  <a:pt x="986" y="124"/>
                </a:lnTo>
                <a:lnTo>
                  <a:pt x="986" y="123"/>
                </a:lnTo>
                <a:lnTo>
                  <a:pt x="987" y="123"/>
                </a:lnTo>
                <a:lnTo>
                  <a:pt x="988" y="124"/>
                </a:lnTo>
                <a:lnTo>
                  <a:pt x="989" y="124"/>
                </a:lnTo>
                <a:lnTo>
                  <a:pt x="990" y="124"/>
                </a:lnTo>
                <a:lnTo>
                  <a:pt x="991" y="125"/>
                </a:lnTo>
                <a:lnTo>
                  <a:pt x="992" y="125"/>
                </a:lnTo>
                <a:lnTo>
                  <a:pt x="993" y="126"/>
                </a:lnTo>
                <a:lnTo>
                  <a:pt x="995" y="126"/>
                </a:lnTo>
                <a:lnTo>
                  <a:pt x="996" y="126"/>
                </a:lnTo>
                <a:lnTo>
                  <a:pt x="997" y="126"/>
                </a:lnTo>
                <a:lnTo>
                  <a:pt x="997" y="125"/>
                </a:lnTo>
                <a:lnTo>
                  <a:pt x="999" y="123"/>
                </a:lnTo>
                <a:lnTo>
                  <a:pt x="1000" y="122"/>
                </a:lnTo>
                <a:lnTo>
                  <a:pt x="1001" y="122"/>
                </a:lnTo>
                <a:lnTo>
                  <a:pt x="1003" y="122"/>
                </a:lnTo>
                <a:lnTo>
                  <a:pt x="1004" y="123"/>
                </a:lnTo>
                <a:lnTo>
                  <a:pt x="1006" y="124"/>
                </a:lnTo>
                <a:lnTo>
                  <a:pt x="1006" y="125"/>
                </a:lnTo>
                <a:lnTo>
                  <a:pt x="1007" y="125"/>
                </a:lnTo>
                <a:lnTo>
                  <a:pt x="1007" y="126"/>
                </a:lnTo>
                <a:lnTo>
                  <a:pt x="1007" y="127"/>
                </a:lnTo>
                <a:lnTo>
                  <a:pt x="1007" y="128"/>
                </a:lnTo>
                <a:lnTo>
                  <a:pt x="1006" y="128"/>
                </a:lnTo>
                <a:lnTo>
                  <a:pt x="1005" y="129"/>
                </a:lnTo>
                <a:lnTo>
                  <a:pt x="1005" y="130"/>
                </a:lnTo>
                <a:lnTo>
                  <a:pt x="1006" y="131"/>
                </a:lnTo>
                <a:lnTo>
                  <a:pt x="1007" y="131"/>
                </a:lnTo>
                <a:lnTo>
                  <a:pt x="1009" y="133"/>
                </a:lnTo>
                <a:lnTo>
                  <a:pt x="1010" y="134"/>
                </a:lnTo>
                <a:lnTo>
                  <a:pt x="1011" y="135"/>
                </a:lnTo>
                <a:lnTo>
                  <a:pt x="1013" y="136"/>
                </a:lnTo>
                <a:lnTo>
                  <a:pt x="1013" y="137"/>
                </a:lnTo>
                <a:lnTo>
                  <a:pt x="1014" y="137"/>
                </a:lnTo>
                <a:lnTo>
                  <a:pt x="1015" y="137"/>
                </a:lnTo>
                <a:lnTo>
                  <a:pt x="1016" y="137"/>
                </a:lnTo>
                <a:lnTo>
                  <a:pt x="1017" y="137"/>
                </a:lnTo>
                <a:lnTo>
                  <a:pt x="1018" y="137"/>
                </a:lnTo>
                <a:lnTo>
                  <a:pt x="1020" y="137"/>
                </a:lnTo>
                <a:lnTo>
                  <a:pt x="1020" y="136"/>
                </a:lnTo>
                <a:lnTo>
                  <a:pt x="1021" y="136"/>
                </a:lnTo>
                <a:lnTo>
                  <a:pt x="1022" y="136"/>
                </a:lnTo>
                <a:lnTo>
                  <a:pt x="1022" y="135"/>
                </a:lnTo>
                <a:lnTo>
                  <a:pt x="1024" y="135"/>
                </a:lnTo>
                <a:lnTo>
                  <a:pt x="1024" y="136"/>
                </a:lnTo>
                <a:lnTo>
                  <a:pt x="1025" y="136"/>
                </a:lnTo>
                <a:lnTo>
                  <a:pt x="1027" y="136"/>
                </a:lnTo>
                <a:lnTo>
                  <a:pt x="1028" y="136"/>
                </a:lnTo>
                <a:lnTo>
                  <a:pt x="1029" y="136"/>
                </a:lnTo>
                <a:lnTo>
                  <a:pt x="1030" y="136"/>
                </a:lnTo>
                <a:lnTo>
                  <a:pt x="1031" y="137"/>
                </a:lnTo>
                <a:lnTo>
                  <a:pt x="1032" y="136"/>
                </a:lnTo>
                <a:lnTo>
                  <a:pt x="1033" y="136"/>
                </a:lnTo>
                <a:lnTo>
                  <a:pt x="1033" y="134"/>
                </a:lnTo>
                <a:lnTo>
                  <a:pt x="1033" y="133"/>
                </a:lnTo>
                <a:lnTo>
                  <a:pt x="1033" y="131"/>
                </a:lnTo>
                <a:lnTo>
                  <a:pt x="1033" y="130"/>
                </a:lnTo>
                <a:lnTo>
                  <a:pt x="1033" y="129"/>
                </a:lnTo>
                <a:lnTo>
                  <a:pt x="1034" y="129"/>
                </a:lnTo>
                <a:lnTo>
                  <a:pt x="1035" y="129"/>
                </a:lnTo>
                <a:lnTo>
                  <a:pt x="1036" y="129"/>
                </a:lnTo>
                <a:lnTo>
                  <a:pt x="1036" y="128"/>
                </a:lnTo>
                <a:lnTo>
                  <a:pt x="1037" y="127"/>
                </a:lnTo>
                <a:lnTo>
                  <a:pt x="1037" y="125"/>
                </a:lnTo>
                <a:lnTo>
                  <a:pt x="1039" y="123"/>
                </a:lnTo>
                <a:lnTo>
                  <a:pt x="1041" y="124"/>
                </a:lnTo>
                <a:lnTo>
                  <a:pt x="1042" y="124"/>
                </a:lnTo>
                <a:lnTo>
                  <a:pt x="1043" y="124"/>
                </a:lnTo>
                <a:lnTo>
                  <a:pt x="1043" y="123"/>
                </a:lnTo>
                <a:lnTo>
                  <a:pt x="1044" y="123"/>
                </a:lnTo>
                <a:lnTo>
                  <a:pt x="1046" y="124"/>
                </a:lnTo>
                <a:lnTo>
                  <a:pt x="1047" y="124"/>
                </a:lnTo>
                <a:lnTo>
                  <a:pt x="1048" y="125"/>
                </a:lnTo>
                <a:lnTo>
                  <a:pt x="1048" y="127"/>
                </a:lnTo>
                <a:lnTo>
                  <a:pt x="1048" y="128"/>
                </a:lnTo>
                <a:lnTo>
                  <a:pt x="1048" y="129"/>
                </a:lnTo>
                <a:lnTo>
                  <a:pt x="1048" y="130"/>
                </a:lnTo>
                <a:lnTo>
                  <a:pt x="1048" y="131"/>
                </a:lnTo>
                <a:lnTo>
                  <a:pt x="1049" y="131"/>
                </a:lnTo>
                <a:lnTo>
                  <a:pt x="1049" y="132"/>
                </a:lnTo>
                <a:lnTo>
                  <a:pt x="1049" y="133"/>
                </a:lnTo>
                <a:lnTo>
                  <a:pt x="1048" y="133"/>
                </a:lnTo>
                <a:lnTo>
                  <a:pt x="1048" y="134"/>
                </a:lnTo>
                <a:lnTo>
                  <a:pt x="1048" y="136"/>
                </a:lnTo>
                <a:lnTo>
                  <a:pt x="1047" y="136"/>
                </a:lnTo>
                <a:lnTo>
                  <a:pt x="1048" y="136"/>
                </a:lnTo>
                <a:lnTo>
                  <a:pt x="1048" y="137"/>
                </a:lnTo>
                <a:lnTo>
                  <a:pt x="1049" y="137"/>
                </a:lnTo>
                <a:lnTo>
                  <a:pt x="1051" y="138"/>
                </a:lnTo>
                <a:lnTo>
                  <a:pt x="1050" y="139"/>
                </a:lnTo>
                <a:lnTo>
                  <a:pt x="1050" y="140"/>
                </a:lnTo>
                <a:lnTo>
                  <a:pt x="1050" y="142"/>
                </a:lnTo>
                <a:lnTo>
                  <a:pt x="1050" y="143"/>
                </a:lnTo>
                <a:lnTo>
                  <a:pt x="1049" y="144"/>
                </a:lnTo>
                <a:lnTo>
                  <a:pt x="1048" y="146"/>
                </a:lnTo>
                <a:lnTo>
                  <a:pt x="1047" y="146"/>
                </a:lnTo>
                <a:lnTo>
                  <a:pt x="1047" y="147"/>
                </a:lnTo>
                <a:lnTo>
                  <a:pt x="1047" y="148"/>
                </a:lnTo>
                <a:lnTo>
                  <a:pt x="1047" y="149"/>
                </a:lnTo>
                <a:lnTo>
                  <a:pt x="1046" y="149"/>
                </a:lnTo>
                <a:lnTo>
                  <a:pt x="1045" y="150"/>
                </a:lnTo>
                <a:lnTo>
                  <a:pt x="1046" y="150"/>
                </a:lnTo>
                <a:lnTo>
                  <a:pt x="1046" y="151"/>
                </a:lnTo>
                <a:lnTo>
                  <a:pt x="1046" y="150"/>
                </a:lnTo>
                <a:lnTo>
                  <a:pt x="1047" y="150"/>
                </a:lnTo>
                <a:lnTo>
                  <a:pt x="1048" y="151"/>
                </a:lnTo>
                <a:lnTo>
                  <a:pt x="1049" y="151"/>
                </a:lnTo>
                <a:lnTo>
                  <a:pt x="1049" y="152"/>
                </a:lnTo>
                <a:lnTo>
                  <a:pt x="1050" y="152"/>
                </a:lnTo>
                <a:lnTo>
                  <a:pt x="1051" y="152"/>
                </a:lnTo>
                <a:lnTo>
                  <a:pt x="1051" y="151"/>
                </a:lnTo>
                <a:lnTo>
                  <a:pt x="1051" y="150"/>
                </a:lnTo>
                <a:lnTo>
                  <a:pt x="1052" y="148"/>
                </a:lnTo>
                <a:lnTo>
                  <a:pt x="1053" y="147"/>
                </a:lnTo>
                <a:lnTo>
                  <a:pt x="1053" y="146"/>
                </a:lnTo>
                <a:lnTo>
                  <a:pt x="1054" y="146"/>
                </a:lnTo>
                <a:lnTo>
                  <a:pt x="1055" y="146"/>
                </a:lnTo>
                <a:lnTo>
                  <a:pt x="1056" y="146"/>
                </a:lnTo>
                <a:lnTo>
                  <a:pt x="1056" y="145"/>
                </a:lnTo>
                <a:lnTo>
                  <a:pt x="1056" y="144"/>
                </a:lnTo>
                <a:lnTo>
                  <a:pt x="1057" y="144"/>
                </a:lnTo>
                <a:lnTo>
                  <a:pt x="1057" y="143"/>
                </a:lnTo>
                <a:lnTo>
                  <a:pt x="1058" y="143"/>
                </a:lnTo>
                <a:lnTo>
                  <a:pt x="1058" y="141"/>
                </a:lnTo>
                <a:lnTo>
                  <a:pt x="1059" y="140"/>
                </a:lnTo>
                <a:lnTo>
                  <a:pt x="1059" y="141"/>
                </a:lnTo>
                <a:lnTo>
                  <a:pt x="1059" y="142"/>
                </a:lnTo>
                <a:lnTo>
                  <a:pt x="1059" y="143"/>
                </a:lnTo>
                <a:lnTo>
                  <a:pt x="1061" y="144"/>
                </a:lnTo>
                <a:lnTo>
                  <a:pt x="1062" y="144"/>
                </a:lnTo>
                <a:lnTo>
                  <a:pt x="1062" y="143"/>
                </a:lnTo>
                <a:lnTo>
                  <a:pt x="1062" y="142"/>
                </a:lnTo>
                <a:lnTo>
                  <a:pt x="1062" y="141"/>
                </a:lnTo>
                <a:lnTo>
                  <a:pt x="1063" y="141"/>
                </a:lnTo>
                <a:lnTo>
                  <a:pt x="1065" y="142"/>
                </a:lnTo>
                <a:lnTo>
                  <a:pt x="1064" y="143"/>
                </a:lnTo>
                <a:lnTo>
                  <a:pt x="1064" y="144"/>
                </a:lnTo>
                <a:lnTo>
                  <a:pt x="1065" y="145"/>
                </a:lnTo>
                <a:lnTo>
                  <a:pt x="1067" y="145"/>
                </a:lnTo>
                <a:lnTo>
                  <a:pt x="1067" y="144"/>
                </a:lnTo>
                <a:lnTo>
                  <a:pt x="1067" y="143"/>
                </a:lnTo>
                <a:lnTo>
                  <a:pt x="1068" y="142"/>
                </a:lnTo>
                <a:lnTo>
                  <a:pt x="1068" y="143"/>
                </a:lnTo>
                <a:lnTo>
                  <a:pt x="1069" y="144"/>
                </a:lnTo>
                <a:lnTo>
                  <a:pt x="1069" y="143"/>
                </a:lnTo>
                <a:lnTo>
                  <a:pt x="1070" y="143"/>
                </a:lnTo>
                <a:lnTo>
                  <a:pt x="1071" y="144"/>
                </a:lnTo>
                <a:lnTo>
                  <a:pt x="1070" y="145"/>
                </a:lnTo>
                <a:lnTo>
                  <a:pt x="1069" y="145"/>
                </a:lnTo>
                <a:lnTo>
                  <a:pt x="1067" y="146"/>
                </a:lnTo>
                <a:lnTo>
                  <a:pt x="1067" y="147"/>
                </a:lnTo>
                <a:lnTo>
                  <a:pt x="1067" y="148"/>
                </a:lnTo>
                <a:lnTo>
                  <a:pt x="1068" y="148"/>
                </a:lnTo>
                <a:lnTo>
                  <a:pt x="1068" y="147"/>
                </a:lnTo>
                <a:lnTo>
                  <a:pt x="1070" y="147"/>
                </a:lnTo>
                <a:lnTo>
                  <a:pt x="1070" y="148"/>
                </a:lnTo>
                <a:lnTo>
                  <a:pt x="1070" y="149"/>
                </a:lnTo>
                <a:lnTo>
                  <a:pt x="1070" y="150"/>
                </a:lnTo>
                <a:lnTo>
                  <a:pt x="1071" y="150"/>
                </a:lnTo>
                <a:lnTo>
                  <a:pt x="1071" y="149"/>
                </a:lnTo>
                <a:lnTo>
                  <a:pt x="1071" y="148"/>
                </a:lnTo>
                <a:lnTo>
                  <a:pt x="1072" y="148"/>
                </a:lnTo>
                <a:lnTo>
                  <a:pt x="1072" y="149"/>
                </a:lnTo>
                <a:lnTo>
                  <a:pt x="1073" y="149"/>
                </a:lnTo>
                <a:lnTo>
                  <a:pt x="1073" y="150"/>
                </a:lnTo>
                <a:lnTo>
                  <a:pt x="1074" y="150"/>
                </a:lnTo>
                <a:lnTo>
                  <a:pt x="1074" y="149"/>
                </a:lnTo>
                <a:lnTo>
                  <a:pt x="1074" y="148"/>
                </a:lnTo>
                <a:lnTo>
                  <a:pt x="1075" y="149"/>
                </a:lnTo>
                <a:lnTo>
                  <a:pt x="1077" y="149"/>
                </a:lnTo>
                <a:lnTo>
                  <a:pt x="1077" y="150"/>
                </a:lnTo>
                <a:lnTo>
                  <a:pt x="1078" y="150"/>
                </a:lnTo>
                <a:lnTo>
                  <a:pt x="1079" y="151"/>
                </a:lnTo>
                <a:lnTo>
                  <a:pt x="1080" y="151"/>
                </a:lnTo>
                <a:lnTo>
                  <a:pt x="1081" y="151"/>
                </a:lnTo>
                <a:lnTo>
                  <a:pt x="1081" y="152"/>
                </a:lnTo>
                <a:lnTo>
                  <a:pt x="1082" y="152"/>
                </a:lnTo>
                <a:lnTo>
                  <a:pt x="1083" y="153"/>
                </a:lnTo>
                <a:lnTo>
                  <a:pt x="1084" y="153"/>
                </a:lnTo>
                <a:lnTo>
                  <a:pt x="1085" y="153"/>
                </a:lnTo>
                <a:lnTo>
                  <a:pt x="1085" y="154"/>
                </a:lnTo>
                <a:lnTo>
                  <a:pt x="1085" y="155"/>
                </a:lnTo>
                <a:lnTo>
                  <a:pt x="1086" y="155"/>
                </a:lnTo>
                <a:lnTo>
                  <a:pt x="1086" y="156"/>
                </a:lnTo>
                <a:lnTo>
                  <a:pt x="1087" y="156"/>
                </a:lnTo>
                <a:lnTo>
                  <a:pt x="1087" y="155"/>
                </a:lnTo>
                <a:lnTo>
                  <a:pt x="1088" y="155"/>
                </a:lnTo>
                <a:lnTo>
                  <a:pt x="1089" y="155"/>
                </a:lnTo>
                <a:lnTo>
                  <a:pt x="1090" y="154"/>
                </a:lnTo>
                <a:lnTo>
                  <a:pt x="1092" y="155"/>
                </a:lnTo>
                <a:lnTo>
                  <a:pt x="1093" y="154"/>
                </a:lnTo>
                <a:lnTo>
                  <a:pt x="1093" y="153"/>
                </a:lnTo>
                <a:lnTo>
                  <a:pt x="1094" y="152"/>
                </a:lnTo>
                <a:lnTo>
                  <a:pt x="1095" y="152"/>
                </a:lnTo>
                <a:lnTo>
                  <a:pt x="1096" y="151"/>
                </a:lnTo>
                <a:lnTo>
                  <a:pt x="1098" y="151"/>
                </a:lnTo>
                <a:lnTo>
                  <a:pt x="1100" y="152"/>
                </a:lnTo>
                <a:lnTo>
                  <a:pt x="1101" y="152"/>
                </a:lnTo>
                <a:lnTo>
                  <a:pt x="1101" y="151"/>
                </a:lnTo>
                <a:lnTo>
                  <a:pt x="1102" y="151"/>
                </a:lnTo>
                <a:lnTo>
                  <a:pt x="1102" y="150"/>
                </a:lnTo>
                <a:lnTo>
                  <a:pt x="1103" y="150"/>
                </a:lnTo>
                <a:lnTo>
                  <a:pt x="1104" y="150"/>
                </a:lnTo>
                <a:lnTo>
                  <a:pt x="1105" y="150"/>
                </a:lnTo>
                <a:lnTo>
                  <a:pt x="1106" y="151"/>
                </a:lnTo>
                <a:lnTo>
                  <a:pt x="1107" y="151"/>
                </a:lnTo>
                <a:lnTo>
                  <a:pt x="1109" y="151"/>
                </a:lnTo>
                <a:lnTo>
                  <a:pt x="1112" y="151"/>
                </a:lnTo>
                <a:lnTo>
                  <a:pt x="1113" y="151"/>
                </a:lnTo>
                <a:lnTo>
                  <a:pt x="1114" y="151"/>
                </a:lnTo>
                <a:lnTo>
                  <a:pt x="1115" y="151"/>
                </a:lnTo>
                <a:lnTo>
                  <a:pt x="1116" y="151"/>
                </a:lnTo>
                <a:lnTo>
                  <a:pt x="1117" y="152"/>
                </a:lnTo>
                <a:lnTo>
                  <a:pt x="1118" y="153"/>
                </a:lnTo>
                <a:lnTo>
                  <a:pt x="1120" y="153"/>
                </a:lnTo>
                <a:lnTo>
                  <a:pt x="1121" y="153"/>
                </a:lnTo>
                <a:lnTo>
                  <a:pt x="1123" y="152"/>
                </a:lnTo>
                <a:lnTo>
                  <a:pt x="1124" y="152"/>
                </a:lnTo>
                <a:lnTo>
                  <a:pt x="1126" y="151"/>
                </a:lnTo>
                <a:lnTo>
                  <a:pt x="1127" y="151"/>
                </a:lnTo>
                <a:lnTo>
                  <a:pt x="1128" y="151"/>
                </a:lnTo>
                <a:lnTo>
                  <a:pt x="1130" y="151"/>
                </a:lnTo>
                <a:lnTo>
                  <a:pt x="1131" y="150"/>
                </a:lnTo>
                <a:lnTo>
                  <a:pt x="1132" y="150"/>
                </a:lnTo>
                <a:lnTo>
                  <a:pt x="1134" y="150"/>
                </a:lnTo>
                <a:lnTo>
                  <a:pt x="1134" y="151"/>
                </a:lnTo>
                <a:lnTo>
                  <a:pt x="1136" y="151"/>
                </a:lnTo>
                <a:lnTo>
                  <a:pt x="1136" y="152"/>
                </a:lnTo>
                <a:lnTo>
                  <a:pt x="1138" y="153"/>
                </a:lnTo>
                <a:lnTo>
                  <a:pt x="1139" y="153"/>
                </a:lnTo>
                <a:lnTo>
                  <a:pt x="1140" y="153"/>
                </a:lnTo>
                <a:lnTo>
                  <a:pt x="1142" y="154"/>
                </a:lnTo>
                <a:lnTo>
                  <a:pt x="1142" y="155"/>
                </a:lnTo>
                <a:lnTo>
                  <a:pt x="1143" y="155"/>
                </a:lnTo>
                <a:lnTo>
                  <a:pt x="1144" y="155"/>
                </a:lnTo>
                <a:lnTo>
                  <a:pt x="1145" y="157"/>
                </a:lnTo>
                <a:lnTo>
                  <a:pt x="1146" y="158"/>
                </a:lnTo>
                <a:lnTo>
                  <a:pt x="1148" y="160"/>
                </a:lnTo>
                <a:lnTo>
                  <a:pt x="1149" y="161"/>
                </a:lnTo>
                <a:lnTo>
                  <a:pt x="1150" y="162"/>
                </a:lnTo>
                <a:lnTo>
                  <a:pt x="1151" y="163"/>
                </a:lnTo>
                <a:lnTo>
                  <a:pt x="1151" y="164"/>
                </a:lnTo>
                <a:lnTo>
                  <a:pt x="1153" y="165"/>
                </a:lnTo>
                <a:lnTo>
                  <a:pt x="1154" y="165"/>
                </a:lnTo>
                <a:lnTo>
                  <a:pt x="1154" y="166"/>
                </a:lnTo>
                <a:lnTo>
                  <a:pt x="1155" y="168"/>
                </a:lnTo>
                <a:lnTo>
                  <a:pt x="1155" y="169"/>
                </a:lnTo>
                <a:lnTo>
                  <a:pt x="1156" y="169"/>
                </a:lnTo>
                <a:lnTo>
                  <a:pt x="1155" y="170"/>
                </a:lnTo>
                <a:lnTo>
                  <a:pt x="1155" y="171"/>
                </a:lnTo>
                <a:lnTo>
                  <a:pt x="1155" y="172"/>
                </a:lnTo>
                <a:lnTo>
                  <a:pt x="1156" y="172"/>
                </a:lnTo>
                <a:lnTo>
                  <a:pt x="1156" y="173"/>
                </a:lnTo>
                <a:lnTo>
                  <a:pt x="1155" y="174"/>
                </a:lnTo>
                <a:lnTo>
                  <a:pt x="1154" y="174"/>
                </a:lnTo>
                <a:lnTo>
                  <a:pt x="1154" y="176"/>
                </a:lnTo>
                <a:lnTo>
                  <a:pt x="1154" y="177"/>
                </a:lnTo>
                <a:lnTo>
                  <a:pt x="1153" y="177"/>
                </a:lnTo>
                <a:lnTo>
                  <a:pt x="1153" y="178"/>
                </a:lnTo>
                <a:lnTo>
                  <a:pt x="1152" y="179"/>
                </a:lnTo>
                <a:lnTo>
                  <a:pt x="1152" y="180"/>
                </a:lnTo>
                <a:lnTo>
                  <a:pt x="1152" y="181"/>
                </a:lnTo>
                <a:lnTo>
                  <a:pt x="1153" y="182"/>
                </a:lnTo>
                <a:lnTo>
                  <a:pt x="1152" y="183"/>
                </a:lnTo>
                <a:lnTo>
                  <a:pt x="1152" y="184"/>
                </a:lnTo>
                <a:lnTo>
                  <a:pt x="1154" y="186"/>
                </a:lnTo>
                <a:lnTo>
                  <a:pt x="1155" y="186"/>
                </a:lnTo>
                <a:lnTo>
                  <a:pt x="1155" y="187"/>
                </a:lnTo>
                <a:lnTo>
                  <a:pt x="1155" y="188"/>
                </a:lnTo>
                <a:lnTo>
                  <a:pt x="1155" y="189"/>
                </a:lnTo>
                <a:lnTo>
                  <a:pt x="1155" y="190"/>
                </a:lnTo>
                <a:lnTo>
                  <a:pt x="1156" y="191"/>
                </a:lnTo>
                <a:lnTo>
                  <a:pt x="1156" y="192"/>
                </a:lnTo>
                <a:lnTo>
                  <a:pt x="1156" y="193"/>
                </a:lnTo>
                <a:lnTo>
                  <a:pt x="1156" y="194"/>
                </a:lnTo>
                <a:lnTo>
                  <a:pt x="1156" y="196"/>
                </a:lnTo>
                <a:lnTo>
                  <a:pt x="1157" y="197"/>
                </a:lnTo>
                <a:lnTo>
                  <a:pt x="1158" y="197"/>
                </a:lnTo>
                <a:lnTo>
                  <a:pt x="1158" y="198"/>
                </a:lnTo>
                <a:lnTo>
                  <a:pt x="1160" y="200"/>
                </a:lnTo>
                <a:lnTo>
                  <a:pt x="1161" y="200"/>
                </a:lnTo>
                <a:lnTo>
                  <a:pt x="1162" y="201"/>
                </a:lnTo>
                <a:lnTo>
                  <a:pt x="1162" y="203"/>
                </a:lnTo>
                <a:lnTo>
                  <a:pt x="1162" y="204"/>
                </a:lnTo>
                <a:lnTo>
                  <a:pt x="1162" y="205"/>
                </a:lnTo>
                <a:lnTo>
                  <a:pt x="1162" y="206"/>
                </a:lnTo>
                <a:lnTo>
                  <a:pt x="1163" y="209"/>
                </a:lnTo>
                <a:lnTo>
                  <a:pt x="1164" y="210"/>
                </a:lnTo>
                <a:lnTo>
                  <a:pt x="1165" y="209"/>
                </a:lnTo>
                <a:lnTo>
                  <a:pt x="1167" y="208"/>
                </a:lnTo>
                <a:lnTo>
                  <a:pt x="1168" y="208"/>
                </a:lnTo>
                <a:lnTo>
                  <a:pt x="1168" y="209"/>
                </a:lnTo>
                <a:lnTo>
                  <a:pt x="1169" y="210"/>
                </a:lnTo>
                <a:lnTo>
                  <a:pt x="1169" y="211"/>
                </a:lnTo>
                <a:lnTo>
                  <a:pt x="1170" y="211"/>
                </a:lnTo>
                <a:lnTo>
                  <a:pt x="1171" y="212"/>
                </a:lnTo>
                <a:lnTo>
                  <a:pt x="1171" y="214"/>
                </a:lnTo>
                <a:lnTo>
                  <a:pt x="1172" y="215"/>
                </a:lnTo>
                <a:lnTo>
                  <a:pt x="1173" y="217"/>
                </a:lnTo>
                <a:lnTo>
                  <a:pt x="1173" y="218"/>
                </a:lnTo>
                <a:lnTo>
                  <a:pt x="1173" y="219"/>
                </a:lnTo>
                <a:lnTo>
                  <a:pt x="1174" y="220"/>
                </a:lnTo>
                <a:lnTo>
                  <a:pt x="1174" y="221"/>
                </a:lnTo>
                <a:lnTo>
                  <a:pt x="1175" y="222"/>
                </a:lnTo>
                <a:lnTo>
                  <a:pt x="1175" y="223"/>
                </a:lnTo>
                <a:lnTo>
                  <a:pt x="1175" y="224"/>
                </a:lnTo>
                <a:lnTo>
                  <a:pt x="1176" y="224"/>
                </a:lnTo>
                <a:lnTo>
                  <a:pt x="1177" y="224"/>
                </a:lnTo>
                <a:lnTo>
                  <a:pt x="1178" y="223"/>
                </a:lnTo>
                <a:lnTo>
                  <a:pt x="1179" y="223"/>
                </a:lnTo>
                <a:lnTo>
                  <a:pt x="1179" y="224"/>
                </a:lnTo>
                <a:lnTo>
                  <a:pt x="1180" y="225"/>
                </a:lnTo>
                <a:lnTo>
                  <a:pt x="1181" y="225"/>
                </a:lnTo>
                <a:lnTo>
                  <a:pt x="1183" y="224"/>
                </a:lnTo>
                <a:lnTo>
                  <a:pt x="1183" y="223"/>
                </a:lnTo>
                <a:lnTo>
                  <a:pt x="1185" y="221"/>
                </a:lnTo>
                <a:lnTo>
                  <a:pt x="1187" y="221"/>
                </a:lnTo>
                <a:lnTo>
                  <a:pt x="1188" y="221"/>
                </a:lnTo>
                <a:lnTo>
                  <a:pt x="1191" y="222"/>
                </a:lnTo>
                <a:lnTo>
                  <a:pt x="1191" y="223"/>
                </a:lnTo>
                <a:lnTo>
                  <a:pt x="1192" y="223"/>
                </a:lnTo>
                <a:lnTo>
                  <a:pt x="1193" y="223"/>
                </a:lnTo>
                <a:lnTo>
                  <a:pt x="1194" y="223"/>
                </a:lnTo>
                <a:lnTo>
                  <a:pt x="1194" y="224"/>
                </a:lnTo>
                <a:lnTo>
                  <a:pt x="1195" y="225"/>
                </a:lnTo>
                <a:lnTo>
                  <a:pt x="1196" y="225"/>
                </a:lnTo>
                <a:lnTo>
                  <a:pt x="1197" y="225"/>
                </a:lnTo>
                <a:lnTo>
                  <a:pt x="1198" y="225"/>
                </a:lnTo>
                <a:lnTo>
                  <a:pt x="1198" y="226"/>
                </a:lnTo>
                <a:lnTo>
                  <a:pt x="1199" y="226"/>
                </a:lnTo>
                <a:lnTo>
                  <a:pt x="1198" y="226"/>
                </a:lnTo>
                <a:lnTo>
                  <a:pt x="1197" y="226"/>
                </a:lnTo>
                <a:lnTo>
                  <a:pt x="1195" y="227"/>
                </a:lnTo>
                <a:lnTo>
                  <a:pt x="1194" y="227"/>
                </a:lnTo>
                <a:lnTo>
                  <a:pt x="1194" y="228"/>
                </a:lnTo>
                <a:lnTo>
                  <a:pt x="1193" y="228"/>
                </a:lnTo>
                <a:lnTo>
                  <a:pt x="1192" y="228"/>
                </a:lnTo>
                <a:lnTo>
                  <a:pt x="1191" y="228"/>
                </a:lnTo>
                <a:lnTo>
                  <a:pt x="1191" y="229"/>
                </a:lnTo>
                <a:lnTo>
                  <a:pt x="1192" y="229"/>
                </a:lnTo>
                <a:lnTo>
                  <a:pt x="1192" y="230"/>
                </a:lnTo>
                <a:lnTo>
                  <a:pt x="1192" y="231"/>
                </a:lnTo>
                <a:lnTo>
                  <a:pt x="1192" y="232"/>
                </a:lnTo>
                <a:lnTo>
                  <a:pt x="1191" y="231"/>
                </a:lnTo>
                <a:lnTo>
                  <a:pt x="1190" y="231"/>
                </a:lnTo>
                <a:lnTo>
                  <a:pt x="1187" y="231"/>
                </a:lnTo>
                <a:lnTo>
                  <a:pt x="1184" y="231"/>
                </a:lnTo>
                <a:lnTo>
                  <a:pt x="1184" y="230"/>
                </a:lnTo>
                <a:lnTo>
                  <a:pt x="1183" y="230"/>
                </a:lnTo>
                <a:lnTo>
                  <a:pt x="1183" y="229"/>
                </a:lnTo>
                <a:lnTo>
                  <a:pt x="1182" y="229"/>
                </a:lnTo>
                <a:lnTo>
                  <a:pt x="1182" y="228"/>
                </a:lnTo>
                <a:lnTo>
                  <a:pt x="1181" y="228"/>
                </a:lnTo>
                <a:lnTo>
                  <a:pt x="1180" y="228"/>
                </a:lnTo>
                <a:lnTo>
                  <a:pt x="1179" y="228"/>
                </a:lnTo>
                <a:lnTo>
                  <a:pt x="1179" y="229"/>
                </a:lnTo>
                <a:lnTo>
                  <a:pt x="1178" y="229"/>
                </a:lnTo>
                <a:lnTo>
                  <a:pt x="1178" y="230"/>
                </a:lnTo>
                <a:lnTo>
                  <a:pt x="1177" y="230"/>
                </a:lnTo>
                <a:lnTo>
                  <a:pt x="1176" y="230"/>
                </a:lnTo>
                <a:lnTo>
                  <a:pt x="1177" y="232"/>
                </a:lnTo>
                <a:lnTo>
                  <a:pt x="1178" y="234"/>
                </a:lnTo>
                <a:lnTo>
                  <a:pt x="1179" y="235"/>
                </a:lnTo>
                <a:lnTo>
                  <a:pt x="1179" y="236"/>
                </a:lnTo>
                <a:lnTo>
                  <a:pt x="1180" y="237"/>
                </a:lnTo>
                <a:lnTo>
                  <a:pt x="1179" y="238"/>
                </a:lnTo>
                <a:lnTo>
                  <a:pt x="1180" y="239"/>
                </a:lnTo>
                <a:lnTo>
                  <a:pt x="1180" y="240"/>
                </a:lnTo>
                <a:lnTo>
                  <a:pt x="1180" y="242"/>
                </a:lnTo>
                <a:lnTo>
                  <a:pt x="1180" y="243"/>
                </a:lnTo>
                <a:lnTo>
                  <a:pt x="1180" y="244"/>
                </a:lnTo>
                <a:lnTo>
                  <a:pt x="1180" y="245"/>
                </a:lnTo>
                <a:lnTo>
                  <a:pt x="1180" y="246"/>
                </a:lnTo>
                <a:lnTo>
                  <a:pt x="1180" y="247"/>
                </a:lnTo>
                <a:lnTo>
                  <a:pt x="1180" y="248"/>
                </a:lnTo>
                <a:lnTo>
                  <a:pt x="1180" y="249"/>
                </a:lnTo>
                <a:lnTo>
                  <a:pt x="1181" y="249"/>
                </a:lnTo>
                <a:lnTo>
                  <a:pt x="1181" y="250"/>
                </a:lnTo>
                <a:lnTo>
                  <a:pt x="1182" y="250"/>
                </a:lnTo>
                <a:lnTo>
                  <a:pt x="1182" y="251"/>
                </a:lnTo>
                <a:lnTo>
                  <a:pt x="1182" y="252"/>
                </a:lnTo>
                <a:lnTo>
                  <a:pt x="1183" y="253"/>
                </a:lnTo>
                <a:lnTo>
                  <a:pt x="1184" y="254"/>
                </a:lnTo>
                <a:lnTo>
                  <a:pt x="1184" y="257"/>
                </a:lnTo>
                <a:lnTo>
                  <a:pt x="1184" y="258"/>
                </a:lnTo>
                <a:lnTo>
                  <a:pt x="1185" y="260"/>
                </a:lnTo>
                <a:lnTo>
                  <a:pt x="1185" y="261"/>
                </a:lnTo>
                <a:lnTo>
                  <a:pt x="1185" y="262"/>
                </a:lnTo>
                <a:lnTo>
                  <a:pt x="1185" y="263"/>
                </a:lnTo>
                <a:lnTo>
                  <a:pt x="1186" y="264"/>
                </a:lnTo>
                <a:lnTo>
                  <a:pt x="1187" y="266"/>
                </a:lnTo>
                <a:lnTo>
                  <a:pt x="1187" y="267"/>
                </a:lnTo>
                <a:lnTo>
                  <a:pt x="1187" y="268"/>
                </a:lnTo>
                <a:lnTo>
                  <a:pt x="1187" y="269"/>
                </a:lnTo>
                <a:lnTo>
                  <a:pt x="1188" y="269"/>
                </a:lnTo>
                <a:lnTo>
                  <a:pt x="1188" y="270"/>
                </a:lnTo>
                <a:lnTo>
                  <a:pt x="1189" y="270"/>
                </a:lnTo>
                <a:lnTo>
                  <a:pt x="1189" y="271"/>
                </a:lnTo>
                <a:lnTo>
                  <a:pt x="1187" y="272"/>
                </a:lnTo>
                <a:lnTo>
                  <a:pt x="1185" y="272"/>
                </a:lnTo>
                <a:lnTo>
                  <a:pt x="1185" y="273"/>
                </a:lnTo>
                <a:lnTo>
                  <a:pt x="1185" y="274"/>
                </a:lnTo>
                <a:lnTo>
                  <a:pt x="1185" y="275"/>
                </a:lnTo>
                <a:lnTo>
                  <a:pt x="1184" y="275"/>
                </a:lnTo>
                <a:lnTo>
                  <a:pt x="1185" y="276"/>
                </a:lnTo>
                <a:lnTo>
                  <a:pt x="1186" y="275"/>
                </a:lnTo>
                <a:lnTo>
                  <a:pt x="1187" y="275"/>
                </a:lnTo>
                <a:lnTo>
                  <a:pt x="1187" y="276"/>
                </a:lnTo>
                <a:lnTo>
                  <a:pt x="1186" y="276"/>
                </a:lnTo>
                <a:lnTo>
                  <a:pt x="1185" y="277"/>
                </a:lnTo>
                <a:lnTo>
                  <a:pt x="1185" y="278"/>
                </a:lnTo>
                <a:lnTo>
                  <a:pt x="1185" y="279"/>
                </a:lnTo>
                <a:lnTo>
                  <a:pt x="1184" y="280"/>
                </a:lnTo>
                <a:lnTo>
                  <a:pt x="1184" y="281"/>
                </a:lnTo>
                <a:lnTo>
                  <a:pt x="1183" y="281"/>
                </a:lnTo>
                <a:lnTo>
                  <a:pt x="1182" y="282"/>
                </a:lnTo>
                <a:lnTo>
                  <a:pt x="1181" y="284"/>
                </a:lnTo>
                <a:lnTo>
                  <a:pt x="1182" y="285"/>
                </a:lnTo>
                <a:lnTo>
                  <a:pt x="1183" y="285"/>
                </a:lnTo>
                <a:lnTo>
                  <a:pt x="1184" y="285"/>
                </a:lnTo>
                <a:lnTo>
                  <a:pt x="1184" y="286"/>
                </a:lnTo>
                <a:lnTo>
                  <a:pt x="1185" y="286"/>
                </a:lnTo>
                <a:lnTo>
                  <a:pt x="1187" y="287"/>
                </a:lnTo>
                <a:lnTo>
                  <a:pt x="1188" y="287"/>
                </a:lnTo>
                <a:lnTo>
                  <a:pt x="1189" y="286"/>
                </a:lnTo>
                <a:lnTo>
                  <a:pt x="1189" y="285"/>
                </a:lnTo>
                <a:lnTo>
                  <a:pt x="1190" y="285"/>
                </a:lnTo>
                <a:lnTo>
                  <a:pt x="1191" y="285"/>
                </a:lnTo>
                <a:lnTo>
                  <a:pt x="1191" y="286"/>
                </a:lnTo>
                <a:lnTo>
                  <a:pt x="1192" y="286"/>
                </a:lnTo>
                <a:lnTo>
                  <a:pt x="1193" y="286"/>
                </a:lnTo>
                <a:lnTo>
                  <a:pt x="1194" y="286"/>
                </a:lnTo>
                <a:lnTo>
                  <a:pt x="1195" y="286"/>
                </a:lnTo>
                <a:lnTo>
                  <a:pt x="1196" y="287"/>
                </a:lnTo>
                <a:lnTo>
                  <a:pt x="1196" y="288"/>
                </a:lnTo>
                <a:lnTo>
                  <a:pt x="1197" y="290"/>
                </a:lnTo>
                <a:lnTo>
                  <a:pt x="1196" y="290"/>
                </a:lnTo>
                <a:lnTo>
                  <a:pt x="1195" y="291"/>
                </a:lnTo>
                <a:lnTo>
                  <a:pt x="1192" y="292"/>
                </a:lnTo>
                <a:lnTo>
                  <a:pt x="1191" y="293"/>
                </a:lnTo>
                <a:lnTo>
                  <a:pt x="1189" y="294"/>
                </a:lnTo>
                <a:lnTo>
                  <a:pt x="1189" y="295"/>
                </a:lnTo>
                <a:lnTo>
                  <a:pt x="1189" y="297"/>
                </a:lnTo>
                <a:lnTo>
                  <a:pt x="1188" y="299"/>
                </a:lnTo>
                <a:lnTo>
                  <a:pt x="1188" y="300"/>
                </a:lnTo>
                <a:lnTo>
                  <a:pt x="1189" y="300"/>
                </a:lnTo>
                <a:lnTo>
                  <a:pt x="1188" y="302"/>
                </a:lnTo>
                <a:lnTo>
                  <a:pt x="1187" y="303"/>
                </a:lnTo>
                <a:lnTo>
                  <a:pt x="1187" y="304"/>
                </a:lnTo>
                <a:lnTo>
                  <a:pt x="1185" y="305"/>
                </a:lnTo>
                <a:lnTo>
                  <a:pt x="1184" y="305"/>
                </a:lnTo>
                <a:lnTo>
                  <a:pt x="1183" y="305"/>
                </a:lnTo>
                <a:lnTo>
                  <a:pt x="1182" y="304"/>
                </a:lnTo>
                <a:lnTo>
                  <a:pt x="1181" y="304"/>
                </a:lnTo>
                <a:lnTo>
                  <a:pt x="1180" y="304"/>
                </a:lnTo>
                <a:lnTo>
                  <a:pt x="1179" y="304"/>
                </a:lnTo>
                <a:lnTo>
                  <a:pt x="1178" y="304"/>
                </a:lnTo>
                <a:lnTo>
                  <a:pt x="1177" y="304"/>
                </a:lnTo>
                <a:lnTo>
                  <a:pt x="1177" y="303"/>
                </a:lnTo>
                <a:lnTo>
                  <a:pt x="1176" y="303"/>
                </a:lnTo>
                <a:lnTo>
                  <a:pt x="1175" y="304"/>
                </a:lnTo>
                <a:lnTo>
                  <a:pt x="1173" y="304"/>
                </a:lnTo>
                <a:lnTo>
                  <a:pt x="1173" y="305"/>
                </a:lnTo>
                <a:lnTo>
                  <a:pt x="1173" y="306"/>
                </a:lnTo>
                <a:lnTo>
                  <a:pt x="1173" y="307"/>
                </a:lnTo>
                <a:lnTo>
                  <a:pt x="1173" y="308"/>
                </a:lnTo>
                <a:lnTo>
                  <a:pt x="1172" y="310"/>
                </a:lnTo>
                <a:lnTo>
                  <a:pt x="1172" y="311"/>
                </a:lnTo>
                <a:lnTo>
                  <a:pt x="1172" y="312"/>
                </a:lnTo>
                <a:lnTo>
                  <a:pt x="1172" y="313"/>
                </a:lnTo>
                <a:lnTo>
                  <a:pt x="1171" y="313"/>
                </a:lnTo>
                <a:lnTo>
                  <a:pt x="1171" y="316"/>
                </a:lnTo>
                <a:lnTo>
                  <a:pt x="1171" y="317"/>
                </a:lnTo>
                <a:lnTo>
                  <a:pt x="1172" y="317"/>
                </a:lnTo>
                <a:lnTo>
                  <a:pt x="1174" y="320"/>
                </a:lnTo>
                <a:lnTo>
                  <a:pt x="1173" y="321"/>
                </a:lnTo>
                <a:lnTo>
                  <a:pt x="1174" y="323"/>
                </a:lnTo>
                <a:lnTo>
                  <a:pt x="1174" y="327"/>
                </a:lnTo>
                <a:lnTo>
                  <a:pt x="1175" y="328"/>
                </a:lnTo>
                <a:lnTo>
                  <a:pt x="1177" y="328"/>
                </a:lnTo>
                <a:lnTo>
                  <a:pt x="1178" y="328"/>
                </a:lnTo>
                <a:lnTo>
                  <a:pt x="1180" y="329"/>
                </a:lnTo>
                <a:lnTo>
                  <a:pt x="1185" y="329"/>
                </a:lnTo>
                <a:lnTo>
                  <a:pt x="1185" y="330"/>
                </a:lnTo>
                <a:lnTo>
                  <a:pt x="1186" y="330"/>
                </a:lnTo>
                <a:lnTo>
                  <a:pt x="1187" y="332"/>
                </a:lnTo>
                <a:lnTo>
                  <a:pt x="1187" y="333"/>
                </a:lnTo>
                <a:lnTo>
                  <a:pt x="1188" y="334"/>
                </a:lnTo>
                <a:lnTo>
                  <a:pt x="1189" y="334"/>
                </a:lnTo>
                <a:lnTo>
                  <a:pt x="1190" y="335"/>
                </a:lnTo>
                <a:lnTo>
                  <a:pt x="1191" y="335"/>
                </a:lnTo>
                <a:lnTo>
                  <a:pt x="1191" y="336"/>
                </a:lnTo>
                <a:lnTo>
                  <a:pt x="1192" y="336"/>
                </a:lnTo>
                <a:lnTo>
                  <a:pt x="1191" y="336"/>
                </a:lnTo>
                <a:lnTo>
                  <a:pt x="1192" y="337"/>
                </a:lnTo>
                <a:lnTo>
                  <a:pt x="1193" y="338"/>
                </a:lnTo>
                <a:lnTo>
                  <a:pt x="1194" y="338"/>
                </a:lnTo>
                <a:lnTo>
                  <a:pt x="1195" y="338"/>
                </a:lnTo>
                <a:lnTo>
                  <a:pt x="1196" y="339"/>
                </a:lnTo>
                <a:lnTo>
                  <a:pt x="1196" y="340"/>
                </a:lnTo>
                <a:lnTo>
                  <a:pt x="1196" y="341"/>
                </a:lnTo>
                <a:lnTo>
                  <a:pt x="1197" y="342"/>
                </a:lnTo>
                <a:lnTo>
                  <a:pt x="1198" y="342"/>
                </a:lnTo>
                <a:lnTo>
                  <a:pt x="1199" y="342"/>
                </a:lnTo>
                <a:lnTo>
                  <a:pt x="1200" y="342"/>
                </a:lnTo>
                <a:lnTo>
                  <a:pt x="1201" y="343"/>
                </a:lnTo>
                <a:lnTo>
                  <a:pt x="1201" y="344"/>
                </a:lnTo>
                <a:lnTo>
                  <a:pt x="1201" y="345"/>
                </a:lnTo>
                <a:lnTo>
                  <a:pt x="1202" y="345"/>
                </a:lnTo>
                <a:lnTo>
                  <a:pt x="1203" y="345"/>
                </a:lnTo>
                <a:lnTo>
                  <a:pt x="1204" y="345"/>
                </a:lnTo>
                <a:lnTo>
                  <a:pt x="1205" y="345"/>
                </a:lnTo>
                <a:lnTo>
                  <a:pt x="1206" y="344"/>
                </a:lnTo>
                <a:lnTo>
                  <a:pt x="1207" y="344"/>
                </a:lnTo>
                <a:lnTo>
                  <a:pt x="1207" y="343"/>
                </a:lnTo>
                <a:lnTo>
                  <a:pt x="1208" y="344"/>
                </a:lnTo>
                <a:lnTo>
                  <a:pt x="1209" y="344"/>
                </a:lnTo>
                <a:lnTo>
                  <a:pt x="1210" y="344"/>
                </a:lnTo>
                <a:lnTo>
                  <a:pt x="1211" y="344"/>
                </a:lnTo>
                <a:lnTo>
                  <a:pt x="1211" y="346"/>
                </a:lnTo>
                <a:lnTo>
                  <a:pt x="1212" y="346"/>
                </a:lnTo>
                <a:lnTo>
                  <a:pt x="1212" y="347"/>
                </a:lnTo>
                <a:lnTo>
                  <a:pt x="1212" y="348"/>
                </a:lnTo>
                <a:lnTo>
                  <a:pt x="1213" y="349"/>
                </a:lnTo>
                <a:lnTo>
                  <a:pt x="1214" y="349"/>
                </a:lnTo>
                <a:lnTo>
                  <a:pt x="1214" y="350"/>
                </a:lnTo>
                <a:lnTo>
                  <a:pt x="1215" y="350"/>
                </a:lnTo>
                <a:lnTo>
                  <a:pt x="1216" y="350"/>
                </a:lnTo>
                <a:lnTo>
                  <a:pt x="1216" y="349"/>
                </a:lnTo>
                <a:lnTo>
                  <a:pt x="1217" y="348"/>
                </a:lnTo>
                <a:lnTo>
                  <a:pt x="1218" y="348"/>
                </a:lnTo>
                <a:lnTo>
                  <a:pt x="1220" y="349"/>
                </a:lnTo>
                <a:lnTo>
                  <a:pt x="1221" y="349"/>
                </a:lnTo>
                <a:lnTo>
                  <a:pt x="1223" y="351"/>
                </a:lnTo>
                <a:lnTo>
                  <a:pt x="1223" y="352"/>
                </a:lnTo>
                <a:lnTo>
                  <a:pt x="1223" y="353"/>
                </a:lnTo>
                <a:lnTo>
                  <a:pt x="1223" y="354"/>
                </a:lnTo>
                <a:lnTo>
                  <a:pt x="1224" y="356"/>
                </a:lnTo>
                <a:lnTo>
                  <a:pt x="1225" y="357"/>
                </a:lnTo>
                <a:lnTo>
                  <a:pt x="1227" y="357"/>
                </a:lnTo>
                <a:lnTo>
                  <a:pt x="1227" y="358"/>
                </a:lnTo>
                <a:lnTo>
                  <a:pt x="1228" y="359"/>
                </a:lnTo>
                <a:lnTo>
                  <a:pt x="1229" y="360"/>
                </a:lnTo>
                <a:lnTo>
                  <a:pt x="1230" y="360"/>
                </a:lnTo>
                <a:lnTo>
                  <a:pt x="1231" y="361"/>
                </a:lnTo>
                <a:lnTo>
                  <a:pt x="1232" y="362"/>
                </a:lnTo>
                <a:lnTo>
                  <a:pt x="1233" y="363"/>
                </a:lnTo>
                <a:lnTo>
                  <a:pt x="1233" y="364"/>
                </a:lnTo>
                <a:lnTo>
                  <a:pt x="1234" y="363"/>
                </a:lnTo>
                <a:lnTo>
                  <a:pt x="1235" y="363"/>
                </a:lnTo>
                <a:lnTo>
                  <a:pt x="1236" y="363"/>
                </a:lnTo>
                <a:lnTo>
                  <a:pt x="1237" y="363"/>
                </a:lnTo>
                <a:lnTo>
                  <a:pt x="1238" y="363"/>
                </a:lnTo>
                <a:lnTo>
                  <a:pt x="1239" y="362"/>
                </a:lnTo>
                <a:lnTo>
                  <a:pt x="1242" y="360"/>
                </a:lnTo>
                <a:lnTo>
                  <a:pt x="1243" y="361"/>
                </a:lnTo>
                <a:lnTo>
                  <a:pt x="1244" y="361"/>
                </a:lnTo>
                <a:lnTo>
                  <a:pt x="1244" y="362"/>
                </a:lnTo>
                <a:lnTo>
                  <a:pt x="1244" y="363"/>
                </a:lnTo>
                <a:lnTo>
                  <a:pt x="1245" y="365"/>
                </a:lnTo>
                <a:lnTo>
                  <a:pt x="1246" y="366"/>
                </a:lnTo>
                <a:lnTo>
                  <a:pt x="1246" y="367"/>
                </a:lnTo>
                <a:lnTo>
                  <a:pt x="1247" y="367"/>
                </a:lnTo>
                <a:lnTo>
                  <a:pt x="1248" y="367"/>
                </a:lnTo>
                <a:lnTo>
                  <a:pt x="1249" y="368"/>
                </a:lnTo>
                <a:lnTo>
                  <a:pt x="1249" y="369"/>
                </a:lnTo>
                <a:lnTo>
                  <a:pt x="1250" y="369"/>
                </a:lnTo>
                <a:lnTo>
                  <a:pt x="1250" y="368"/>
                </a:lnTo>
                <a:lnTo>
                  <a:pt x="1251" y="368"/>
                </a:lnTo>
                <a:lnTo>
                  <a:pt x="1253" y="367"/>
                </a:lnTo>
                <a:lnTo>
                  <a:pt x="1254" y="367"/>
                </a:lnTo>
                <a:lnTo>
                  <a:pt x="1255" y="367"/>
                </a:lnTo>
                <a:lnTo>
                  <a:pt x="1256" y="367"/>
                </a:lnTo>
                <a:lnTo>
                  <a:pt x="1258" y="367"/>
                </a:lnTo>
                <a:lnTo>
                  <a:pt x="1259" y="367"/>
                </a:lnTo>
                <a:lnTo>
                  <a:pt x="1259" y="366"/>
                </a:lnTo>
                <a:lnTo>
                  <a:pt x="1260" y="366"/>
                </a:lnTo>
                <a:lnTo>
                  <a:pt x="1262" y="366"/>
                </a:lnTo>
                <a:lnTo>
                  <a:pt x="1262" y="365"/>
                </a:lnTo>
                <a:lnTo>
                  <a:pt x="1262" y="364"/>
                </a:lnTo>
                <a:lnTo>
                  <a:pt x="1262" y="363"/>
                </a:lnTo>
                <a:lnTo>
                  <a:pt x="1263" y="363"/>
                </a:lnTo>
                <a:lnTo>
                  <a:pt x="1264" y="363"/>
                </a:lnTo>
                <a:lnTo>
                  <a:pt x="1267" y="365"/>
                </a:lnTo>
                <a:lnTo>
                  <a:pt x="1268" y="367"/>
                </a:lnTo>
                <a:lnTo>
                  <a:pt x="1269" y="368"/>
                </a:lnTo>
                <a:lnTo>
                  <a:pt x="1270" y="369"/>
                </a:lnTo>
                <a:lnTo>
                  <a:pt x="1271" y="370"/>
                </a:lnTo>
                <a:lnTo>
                  <a:pt x="1272" y="371"/>
                </a:lnTo>
                <a:lnTo>
                  <a:pt x="1272" y="372"/>
                </a:lnTo>
                <a:lnTo>
                  <a:pt x="1272" y="373"/>
                </a:lnTo>
                <a:lnTo>
                  <a:pt x="1272" y="374"/>
                </a:lnTo>
                <a:lnTo>
                  <a:pt x="1272" y="375"/>
                </a:lnTo>
                <a:lnTo>
                  <a:pt x="1273" y="376"/>
                </a:lnTo>
                <a:lnTo>
                  <a:pt x="1274" y="376"/>
                </a:lnTo>
                <a:lnTo>
                  <a:pt x="1274" y="375"/>
                </a:lnTo>
                <a:lnTo>
                  <a:pt x="1275" y="375"/>
                </a:lnTo>
                <a:lnTo>
                  <a:pt x="1275" y="376"/>
                </a:lnTo>
                <a:lnTo>
                  <a:pt x="1277" y="376"/>
                </a:lnTo>
                <a:lnTo>
                  <a:pt x="1278" y="375"/>
                </a:lnTo>
                <a:lnTo>
                  <a:pt x="1279" y="375"/>
                </a:lnTo>
                <a:lnTo>
                  <a:pt x="1280" y="374"/>
                </a:lnTo>
                <a:lnTo>
                  <a:pt x="1280" y="375"/>
                </a:lnTo>
                <a:lnTo>
                  <a:pt x="1281" y="375"/>
                </a:lnTo>
                <a:lnTo>
                  <a:pt x="1281" y="374"/>
                </a:lnTo>
                <a:lnTo>
                  <a:pt x="1282" y="374"/>
                </a:lnTo>
                <a:lnTo>
                  <a:pt x="1282" y="373"/>
                </a:lnTo>
                <a:lnTo>
                  <a:pt x="1284" y="372"/>
                </a:lnTo>
                <a:lnTo>
                  <a:pt x="1285" y="372"/>
                </a:lnTo>
                <a:lnTo>
                  <a:pt x="1286" y="372"/>
                </a:lnTo>
                <a:lnTo>
                  <a:pt x="1287" y="371"/>
                </a:lnTo>
                <a:lnTo>
                  <a:pt x="1287" y="370"/>
                </a:lnTo>
                <a:lnTo>
                  <a:pt x="1288" y="370"/>
                </a:lnTo>
                <a:lnTo>
                  <a:pt x="1288" y="369"/>
                </a:lnTo>
                <a:lnTo>
                  <a:pt x="1290" y="369"/>
                </a:lnTo>
                <a:lnTo>
                  <a:pt x="1291" y="369"/>
                </a:lnTo>
                <a:lnTo>
                  <a:pt x="1292" y="369"/>
                </a:lnTo>
                <a:lnTo>
                  <a:pt x="1292" y="368"/>
                </a:lnTo>
                <a:lnTo>
                  <a:pt x="1293" y="368"/>
                </a:lnTo>
                <a:lnTo>
                  <a:pt x="1294" y="368"/>
                </a:lnTo>
                <a:lnTo>
                  <a:pt x="1295" y="368"/>
                </a:lnTo>
                <a:lnTo>
                  <a:pt x="1296" y="368"/>
                </a:lnTo>
                <a:lnTo>
                  <a:pt x="1297" y="367"/>
                </a:lnTo>
                <a:lnTo>
                  <a:pt x="1297" y="366"/>
                </a:lnTo>
                <a:lnTo>
                  <a:pt x="1298" y="366"/>
                </a:lnTo>
                <a:lnTo>
                  <a:pt x="1299" y="366"/>
                </a:lnTo>
                <a:lnTo>
                  <a:pt x="1300" y="366"/>
                </a:lnTo>
                <a:lnTo>
                  <a:pt x="1301" y="367"/>
                </a:lnTo>
                <a:lnTo>
                  <a:pt x="1302" y="367"/>
                </a:lnTo>
                <a:lnTo>
                  <a:pt x="1304" y="367"/>
                </a:lnTo>
                <a:lnTo>
                  <a:pt x="1305" y="368"/>
                </a:lnTo>
                <a:lnTo>
                  <a:pt x="1306" y="368"/>
                </a:lnTo>
                <a:lnTo>
                  <a:pt x="1307" y="368"/>
                </a:lnTo>
                <a:lnTo>
                  <a:pt x="1307" y="369"/>
                </a:lnTo>
                <a:lnTo>
                  <a:pt x="1307" y="370"/>
                </a:lnTo>
                <a:lnTo>
                  <a:pt x="1308" y="372"/>
                </a:lnTo>
                <a:lnTo>
                  <a:pt x="1309" y="372"/>
                </a:lnTo>
                <a:lnTo>
                  <a:pt x="1309" y="373"/>
                </a:lnTo>
                <a:lnTo>
                  <a:pt x="1310" y="374"/>
                </a:lnTo>
                <a:lnTo>
                  <a:pt x="1310" y="375"/>
                </a:lnTo>
                <a:lnTo>
                  <a:pt x="1312" y="377"/>
                </a:lnTo>
                <a:lnTo>
                  <a:pt x="1314" y="377"/>
                </a:lnTo>
                <a:lnTo>
                  <a:pt x="1317" y="376"/>
                </a:lnTo>
                <a:lnTo>
                  <a:pt x="1318" y="375"/>
                </a:lnTo>
                <a:lnTo>
                  <a:pt x="1321" y="374"/>
                </a:lnTo>
                <a:lnTo>
                  <a:pt x="1322" y="374"/>
                </a:lnTo>
                <a:lnTo>
                  <a:pt x="1323" y="373"/>
                </a:lnTo>
                <a:lnTo>
                  <a:pt x="1324" y="373"/>
                </a:lnTo>
                <a:lnTo>
                  <a:pt x="1325" y="372"/>
                </a:lnTo>
                <a:lnTo>
                  <a:pt x="1325" y="371"/>
                </a:lnTo>
                <a:lnTo>
                  <a:pt x="1326" y="370"/>
                </a:lnTo>
                <a:lnTo>
                  <a:pt x="1327" y="370"/>
                </a:lnTo>
                <a:lnTo>
                  <a:pt x="1328" y="370"/>
                </a:lnTo>
                <a:lnTo>
                  <a:pt x="1330" y="368"/>
                </a:lnTo>
                <a:lnTo>
                  <a:pt x="1330" y="366"/>
                </a:lnTo>
                <a:lnTo>
                  <a:pt x="1330" y="365"/>
                </a:lnTo>
                <a:lnTo>
                  <a:pt x="1330" y="364"/>
                </a:lnTo>
                <a:lnTo>
                  <a:pt x="1330" y="363"/>
                </a:lnTo>
                <a:lnTo>
                  <a:pt x="1331" y="363"/>
                </a:lnTo>
                <a:lnTo>
                  <a:pt x="1331" y="362"/>
                </a:lnTo>
                <a:lnTo>
                  <a:pt x="1332" y="363"/>
                </a:lnTo>
                <a:lnTo>
                  <a:pt x="1333" y="363"/>
                </a:lnTo>
                <a:lnTo>
                  <a:pt x="1333" y="362"/>
                </a:lnTo>
                <a:lnTo>
                  <a:pt x="1334" y="362"/>
                </a:lnTo>
                <a:lnTo>
                  <a:pt x="1335" y="362"/>
                </a:lnTo>
                <a:lnTo>
                  <a:pt x="1336" y="363"/>
                </a:lnTo>
                <a:lnTo>
                  <a:pt x="1336" y="364"/>
                </a:lnTo>
                <a:lnTo>
                  <a:pt x="1338" y="365"/>
                </a:lnTo>
                <a:lnTo>
                  <a:pt x="1339" y="365"/>
                </a:lnTo>
                <a:lnTo>
                  <a:pt x="1340" y="364"/>
                </a:lnTo>
                <a:lnTo>
                  <a:pt x="1341" y="364"/>
                </a:lnTo>
                <a:lnTo>
                  <a:pt x="1342" y="365"/>
                </a:lnTo>
                <a:lnTo>
                  <a:pt x="1343" y="365"/>
                </a:lnTo>
                <a:lnTo>
                  <a:pt x="1343" y="364"/>
                </a:lnTo>
                <a:lnTo>
                  <a:pt x="1344" y="364"/>
                </a:lnTo>
                <a:lnTo>
                  <a:pt x="1344" y="363"/>
                </a:lnTo>
                <a:lnTo>
                  <a:pt x="1345" y="363"/>
                </a:lnTo>
                <a:lnTo>
                  <a:pt x="1346" y="361"/>
                </a:lnTo>
                <a:lnTo>
                  <a:pt x="1347" y="361"/>
                </a:lnTo>
                <a:lnTo>
                  <a:pt x="1348" y="361"/>
                </a:lnTo>
                <a:lnTo>
                  <a:pt x="1349" y="360"/>
                </a:lnTo>
                <a:lnTo>
                  <a:pt x="1350" y="359"/>
                </a:lnTo>
                <a:lnTo>
                  <a:pt x="1351" y="359"/>
                </a:lnTo>
                <a:lnTo>
                  <a:pt x="1351" y="360"/>
                </a:lnTo>
                <a:lnTo>
                  <a:pt x="1351" y="359"/>
                </a:lnTo>
                <a:lnTo>
                  <a:pt x="1352" y="359"/>
                </a:lnTo>
                <a:lnTo>
                  <a:pt x="1352" y="358"/>
                </a:lnTo>
                <a:lnTo>
                  <a:pt x="1353" y="357"/>
                </a:lnTo>
                <a:lnTo>
                  <a:pt x="1353" y="356"/>
                </a:lnTo>
                <a:lnTo>
                  <a:pt x="1354" y="355"/>
                </a:lnTo>
                <a:lnTo>
                  <a:pt x="1355" y="353"/>
                </a:lnTo>
                <a:lnTo>
                  <a:pt x="1356" y="353"/>
                </a:lnTo>
                <a:lnTo>
                  <a:pt x="1357" y="353"/>
                </a:lnTo>
                <a:lnTo>
                  <a:pt x="1357" y="354"/>
                </a:lnTo>
                <a:lnTo>
                  <a:pt x="1360" y="352"/>
                </a:lnTo>
                <a:lnTo>
                  <a:pt x="1362" y="351"/>
                </a:lnTo>
                <a:lnTo>
                  <a:pt x="1363" y="351"/>
                </a:lnTo>
                <a:lnTo>
                  <a:pt x="1364" y="350"/>
                </a:lnTo>
                <a:lnTo>
                  <a:pt x="1365" y="349"/>
                </a:lnTo>
                <a:lnTo>
                  <a:pt x="1365" y="348"/>
                </a:lnTo>
                <a:lnTo>
                  <a:pt x="1366" y="348"/>
                </a:lnTo>
                <a:lnTo>
                  <a:pt x="1367" y="348"/>
                </a:lnTo>
                <a:lnTo>
                  <a:pt x="1368" y="348"/>
                </a:lnTo>
                <a:lnTo>
                  <a:pt x="1368" y="349"/>
                </a:lnTo>
                <a:lnTo>
                  <a:pt x="1369" y="349"/>
                </a:lnTo>
                <a:lnTo>
                  <a:pt x="1370" y="348"/>
                </a:lnTo>
                <a:lnTo>
                  <a:pt x="1370" y="347"/>
                </a:lnTo>
                <a:lnTo>
                  <a:pt x="1370" y="345"/>
                </a:lnTo>
                <a:lnTo>
                  <a:pt x="1371" y="344"/>
                </a:lnTo>
                <a:lnTo>
                  <a:pt x="1371" y="343"/>
                </a:lnTo>
                <a:lnTo>
                  <a:pt x="1371" y="342"/>
                </a:lnTo>
                <a:lnTo>
                  <a:pt x="1370" y="341"/>
                </a:lnTo>
                <a:lnTo>
                  <a:pt x="1369" y="342"/>
                </a:lnTo>
                <a:lnTo>
                  <a:pt x="1369" y="343"/>
                </a:lnTo>
                <a:lnTo>
                  <a:pt x="1368" y="343"/>
                </a:lnTo>
                <a:lnTo>
                  <a:pt x="1369" y="342"/>
                </a:lnTo>
                <a:lnTo>
                  <a:pt x="1369" y="340"/>
                </a:lnTo>
                <a:lnTo>
                  <a:pt x="1368" y="340"/>
                </a:lnTo>
                <a:lnTo>
                  <a:pt x="1367" y="340"/>
                </a:lnTo>
                <a:lnTo>
                  <a:pt x="1366" y="340"/>
                </a:lnTo>
                <a:lnTo>
                  <a:pt x="1366" y="339"/>
                </a:lnTo>
                <a:lnTo>
                  <a:pt x="1366" y="338"/>
                </a:lnTo>
                <a:lnTo>
                  <a:pt x="1365" y="338"/>
                </a:lnTo>
                <a:lnTo>
                  <a:pt x="1365" y="337"/>
                </a:lnTo>
                <a:lnTo>
                  <a:pt x="1365" y="336"/>
                </a:lnTo>
                <a:lnTo>
                  <a:pt x="1364" y="334"/>
                </a:lnTo>
                <a:lnTo>
                  <a:pt x="1363" y="333"/>
                </a:lnTo>
                <a:lnTo>
                  <a:pt x="1363" y="332"/>
                </a:lnTo>
                <a:lnTo>
                  <a:pt x="1363" y="331"/>
                </a:lnTo>
                <a:lnTo>
                  <a:pt x="1362" y="329"/>
                </a:lnTo>
                <a:lnTo>
                  <a:pt x="1361" y="329"/>
                </a:lnTo>
                <a:lnTo>
                  <a:pt x="1360" y="328"/>
                </a:lnTo>
                <a:lnTo>
                  <a:pt x="1360" y="327"/>
                </a:lnTo>
                <a:lnTo>
                  <a:pt x="1360" y="326"/>
                </a:lnTo>
                <a:lnTo>
                  <a:pt x="1361" y="326"/>
                </a:lnTo>
                <a:lnTo>
                  <a:pt x="1361" y="325"/>
                </a:lnTo>
                <a:lnTo>
                  <a:pt x="1360" y="325"/>
                </a:lnTo>
                <a:lnTo>
                  <a:pt x="1359" y="325"/>
                </a:lnTo>
                <a:lnTo>
                  <a:pt x="1360" y="324"/>
                </a:lnTo>
                <a:lnTo>
                  <a:pt x="1361" y="324"/>
                </a:lnTo>
                <a:lnTo>
                  <a:pt x="1361" y="323"/>
                </a:lnTo>
                <a:lnTo>
                  <a:pt x="1360" y="321"/>
                </a:lnTo>
                <a:lnTo>
                  <a:pt x="1359" y="320"/>
                </a:lnTo>
                <a:lnTo>
                  <a:pt x="1359" y="318"/>
                </a:lnTo>
                <a:lnTo>
                  <a:pt x="1361" y="318"/>
                </a:lnTo>
                <a:lnTo>
                  <a:pt x="1362" y="317"/>
                </a:lnTo>
                <a:lnTo>
                  <a:pt x="1363" y="317"/>
                </a:lnTo>
                <a:lnTo>
                  <a:pt x="1363" y="315"/>
                </a:lnTo>
                <a:lnTo>
                  <a:pt x="1363" y="313"/>
                </a:lnTo>
                <a:lnTo>
                  <a:pt x="1363" y="312"/>
                </a:lnTo>
                <a:lnTo>
                  <a:pt x="1363" y="310"/>
                </a:lnTo>
                <a:lnTo>
                  <a:pt x="1365" y="308"/>
                </a:lnTo>
                <a:lnTo>
                  <a:pt x="1365" y="307"/>
                </a:lnTo>
                <a:lnTo>
                  <a:pt x="1367" y="307"/>
                </a:lnTo>
                <a:lnTo>
                  <a:pt x="1368" y="307"/>
                </a:lnTo>
                <a:lnTo>
                  <a:pt x="1369" y="307"/>
                </a:lnTo>
                <a:lnTo>
                  <a:pt x="1370" y="307"/>
                </a:lnTo>
                <a:lnTo>
                  <a:pt x="1372" y="307"/>
                </a:lnTo>
                <a:lnTo>
                  <a:pt x="1376" y="309"/>
                </a:lnTo>
                <a:lnTo>
                  <a:pt x="1377" y="311"/>
                </a:lnTo>
                <a:lnTo>
                  <a:pt x="1378" y="312"/>
                </a:lnTo>
                <a:lnTo>
                  <a:pt x="1377" y="312"/>
                </a:lnTo>
                <a:lnTo>
                  <a:pt x="1377" y="313"/>
                </a:lnTo>
                <a:lnTo>
                  <a:pt x="1377" y="314"/>
                </a:lnTo>
                <a:lnTo>
                  <a:pt x="1377" y="315"/>
                </a:lnTo>
                <a:lnTo>
                  <a:pt x="1377" y="316"/>
                </a:lnTo>
                <a:lnTo>
                  <a:pt x="1377" y="317"/>
                </a:lnTo>
                <a:lnTo>
                  <a:pt x="1377" y="318"/>
                </a:lnTo>
                <a:lnTo>
                  <a:pt x="1378" y="320"/>
                </a:lnTo>
                <a:lnTo>
                  <a:pt x="1378" y="321"/>
                </a:lnTo>
                <a:lnTo>
                  <a:pt x="1379" y="321"/>
                </a:lnTo>
                <a:lnTo>
                  <a:pt x="1379" y="322"/>
                </a:lnTo>
                <a:lnTo>
                  <a:pt x="1380" y="322"/>
                </a:lnTo>
                <a:lnTo>
                  <a:pt x="1382" y="324"/>
                </a:lnTo>
                <a:lnTo>
                  <a:pt x="1382" y="325"/>
                </a:lnTo>
                <a:lnTo>
                  <a:pt x="1382" y="326"/>
                </a:lnTo>
                <a:lnTo>
                  <a:pt x="1382" y="327"/>
                </a:lnTo>
                <a:lnTo>
                  <a:pt x="1383" y="328"/>
                </a:lnTo>
                <a:lnTo>
                  <a:pt x="1383" y="329"/>
                </a:lnTo>
                <a:lnTo>
                  <a:pt x="1384" y="330"/>
                </a:lnTo>
                <a:lnTo>
                  <a:pt x="1384" y="331"/>
                </a:lnTo>
                <a:lnTo>
                  <a:pt x="1384" y="332"/>
                </a:lnTo>
                <a:lnTo>
                  <a:pt x="1383" y="332"/>
                </a:lnTo>
                <a:lnTo>
                  <a:pt x="1383" y="333"/>
                </a:lnTo>
                <a:lnTo>
                  <a:pt x="1383" y="334"/>
                </a:lnTo>
                <a:lnTo>
                  <a:pt x="1383" y="335"/>
                </a:lnTo>
                <a:lnTo>
                  <a:pt x="1384" y="336"/>
                </a:lnTo>
                <a:lnTo>
                  <a:pt x="1385" y="336"/>
                </a:lnTo>
                <a:lnTo>
                  <a:pt x="1386" y="336"/>
                </a:lnTo>
                <a:lnTo>
                  <a:pt x="1387" y="335"/>
                </a:lnTo>
                <a:lnTo>
                  <a:pt x="1387" y="336"/>
                </a:lnTo>
                <a:lnTo>
                  <a:pt x="1388" y="336"/>
                </a:lnTo>
                <a:lnTo>
                  <a:pt x="1388" y="337"/>
                </a:lnTo>
                <a:lnTo>
                  <a:pt x="1388" y="338"/>
                </a:lnTo>
                <a:lnTo>
                  <a:pt x="1387" y="338"/>
                </a:lnTo>
                <a:lnTo>
                  <a:pt x="1387" y="339"/>
                </a:lnTo>
                <a:lnTo>
                  <a:pt x="1388" y="340"/>
                </a:lnTo>
                <a:lnTo>
                  <a:pt x="1388" y="341"/>
                </a:lnTo>
                <a:lnTo>
                  <a:pt x="1389" y="341"/>
                </a:lnTo>
                <a:lnTo>
                  <a:pt x="1390" y="342"/>
                </a:lnTo>
                <a:lnTo>
                  <a:pt x="1390" y="343"/>
                </a:lnTo>
                <a:lnTo>
                  <a:pt x="1389" y="343"/>
                </a:lnTo>
                <a:lnTo>
                  <a:pt x="1389" y="344"/>
                </a:lnTo>
                <a:lnTo>
                  <a:pt x="1388" y="344"/>
                </a:lnTo>
                <a:lnTo>
                  <a:pt x="1388" y="345"/>
                </a:lnTo>
                <a:lnTo>
                  <a:pt x="1388" y="347"/>
                </a:lnTo>
                <a:lnTo>
                  <a:pt x="1388" y="348"/>
                </a:lnTo>
                <a:lnTo>
                  <a:pt x="1388" y="349"/>
                </a:lnTo>
                <a:lnTo>
                  <a:pt x="1389" y="350"/>
                </a:lnTo>
                <a:lnTo>
                  <a:pt x="1390" y="350"/>
                </a:lnTo>
                <a:lnTo>
                  <a:pt x="1391" y="350"/>
                </a:lnTo>
                <a:lnTo>
                  <a:pt x="1391" y="349"/>
                </a:lnTo>
                <a:lnTo>
                  <a:pt x="1392" y="349"/>
                </a:lnTo>
                <a:lnTo>
                  <a:pt x="1393" y="349"/>
                </a:lnTo>
                <a:lnTo>
                  <a:pt x="1393" y="350"/>
                </a:lnTo>
                <a:lnTo>
                  <a:pt x="1393" y="351"/>
                </a:lnTo>
                <a:lnTo>
                  <a:pt x="1394" y="352"/>
                </a:lnTo>
                <a:lnTo>
                  <a:pt x="1394" y="353"/>
                </a:lnTo>
                <a:lnTo>
                  <a:pt x="1394" y="354"/>
                </a:lnTo>
                <a:lnTo>
                  <a:pt x="1394" y="355"/>
                </a:lnTo>
                <a:lnTo>
                  <a:pt x="1397" y="355"/>
                </a:lnTo>
                <a:lnTo>
                  <a:pt x="1398" y="355"/>
                </a:lnTo>
                <a:lnTo>
                  <a:pt x="1399" y="354"/>
                </a:lnTo>
                <a:lnTo>
                  <a:pt x="1400" y="354"/>
                </a:lnTo>
                <a:lnTo>
                  <a:pt x="1400" y="353"/>
                </a:lnTo>
                <a:lnTo>
                  <a:pt x="1401" y="353"/>
                </a:lnTo>
                <a:lnTo>
                  <a:pt x="1402" y="353"/>
                </a:lnTo>
                <a:lnTo>
                  <a:pt x="1403" y="352"/>
                </a:lnTo>
                <a:lnTo>
                  <a:pt x="1403" y="351"/>
                </a:lnTo>
                <a:lnTo>
                  <a:pt x="1404" y="351"/>
                </a:lnTo>
                <a:lnTo>
                  <a:pt x="1405" y="351"/>
                </a:lnTo>
                <a:lnTo>
                  <a:pt x="1406" y="350"/>
                </a:lnTo>
                <a:lnTo>
                  <a:pt x="1406" y="349"/>
                </a:lnTo>
                <a:lnTo>
                  <a:pt x="1408" y="349"/>
                </a:lnTo>
                <a:lnTo>
                  <a:pt x="1409" y="348"/>
                </a:lnTo>
                <a:lnTo>
                  <a:pt x="1410" y="346"/>
                </a:lnTo>
                <a:lnTo>
                  <a:pt x="1411" y="346"/>
                </a:lnTo>
                <a:lnTo>
                  <a:pt x="1412" y="346"/>
                </a:lnTo>
                <a:lnTo>
                  <a:pt x="1413" y="345"/>
                </a:lnTo>
                <a:lnTo>
                  <a:pt x="1413" y="344"/>
                </a:lnTo>
                <a:lnTo>
                  <a:pt x="1415" y="343"/>
                </a:lnTo>
                <a:lnTo>
                  <a:pt x="1416" y="343"/>
                </a:lnTo>
                <a:lnTo>
                  <a:pt x="1417" y="343"/>
                </a:lnTo>
                <a:lnTo>
                  <a:pt x="1417" y="344"/>
                </a:lnTo>
                <a:lnTo>
                  <a:pt x="1418" y="344"/>
                </a:lnTo>
                <a:lnTo>
                  <a:pt x="1418" y="343"/>
                </a:lnTo>
                <a:lnTo>
                  <a:pt x="1419" y="343"/>
                </a:lnTo>
                <a:lnTo>
                  <a:pt x="1419" y="342"/>
                </a:lnTo>
                <a:lnTo>
                  <a:pt x="1420" y="341"/>
                </a:lnTo>
                <a:lnTo>
                  <a:pt x="1421" y="341"/>
                </a:lnTo>
                <a:lnTo>
                  <a:pt x="1422" y="342"/>
                </a:lnTo>
                <a:lnTo>
                  <a:pt x="1422" y="341"/>
                </a:lnTo>
                <a:lnTo>
                  <a:pt x="1423" y="341"/>
                </a:lnTo>
                <a:lnTo>
                  <a:pt x="1424" y="341"/>
                </a:lnTo>
                <a:lnTo>
                  <a:pt x="1424" y="342"/>
                </a:lnTo>
                <a:lnTo>
                  <a:pt x="1425" y="342"/>
                </a:lnTo>
                <a:lnTo>
                  <a:pt x="1425" y="343"/>
                </a:lnTo>
                <a:lnTo>
                  <a:pt x="1425" y="344"/>
                </a:lnTo>
                <a:lnTo>
                  <a:pt x="1426" y="345"/>
                </a:lnTo>
                <a:lnTo>
                  <a:pt x="1427" y="344"/>
                </a:lnTo>
                <a:lnTo>
                  <a:pt x="1428" y="344"/>
                </a:lnTo>
                <a:lnTo>
                  <a:pt x="1429" y="343"/>
                </a:lnTo>
                <a:lnTo>
                  <a:pt x="1430" y="342"/>
                </a:lnTo>
                <a:lnTo>
                  <a:pt x="1430" y="341"/>
                </a:lnTo>
                <a:lnTo>
                  <a:pt x="1430" y="340"/>
                </a:lnTo>
                <a:lnTo>
                  <a:pt x="1431" y="340"/>
                </a:lnTo>
                <a:lnTo>
                  <a:pt x="1432" y="340"/>
                </a:lnTo>
                <a:lnTo>
                  <a:pt x="1433" y="340"/>
                </a:lnTo>
                <a:lnTo>
                  <a:pt x="1433" y="338"/>
                </a:lnTo>
                <a:lnTo>
                  <a:pt x="1432" y="338"/>
                </a:lnTo>
                <a:lnTo>
                  <a:pt x="1432" y="337"/>
                </a:lnTo>
                <a:lnTo>
                  <a:pt x="1432" y="336"/>
                </a:lnTo>
                <a:lnTo>
                  <a:pt x="1433" y="335"/>
                </a:lnTo>
                <a:lnTo>
                  <a:pt x="1433" y="334"/>
                </a:lnTo>
                <a:lnTo>
                  <a:pt x="1433" y="332"/>
                </a:lnTo>
                <a:lnTo>
                  <a:pt x="1432" y="332"/>
                </a:lnTo>
                <a:lnTo>
                  <a:pt x="1432" y="331"/>
                </a:lnTo>
                <a:lnTo>
                  <a:pt x="1433" y="329"/>
                </a:lnTo>
                <a:lnTo>
                  <a:pt x="1434" y="329"/>
                </a:lnTo>
                <a:lnTo>
                  <a:pt x="1435" y="329"/>
                </a:lnTo>
                <a:lnTo>
                  <a:pt x="1435" y="330"/>
                </a:lnTo>
                <a:lnTo>
                  <a:pt x="1436" y="330"/>
                </a:lnTo>
                <a:lnTo>
                  <a:pt x="1437" y="330"/>
                </a:lnTo>
                <a:lnTo>
                  <a:pt x="1438" y="330"/>
                </a:lnTo>
                <a:lnTo>
                  <a:pt x="1438" y="329"/>
                </a:lnTo>
                <a:lnTo>
                  <a:pt x="1439" y="329"/>
                </a:lnTo>
                <a:lnTo>
                  <a:pt x="1439" y="328"/>
                </a:lnTo>
                <a:lnTo>
                  <a:pt x="1440" y="328"/>
                </a:lnTo>
                <a:lnTo>
                  <a:pt x="1441" y="328"/>
                </a:lnTo>
                <a:lnTo>
                  <a:pt x="1442" y="328"/>
                </a:lnTo>
                <a:lnTo>
                  <a:pt x="1443" y="327"/>
                </a:lnTo>
                <a:lnTo>
                  <a:pt x="1444" y="327"/>
                </a:lnTo>
                <a:lnTo>
                  <a:pt x="1446" y="327"/>
                </a:lnTo>
                <a:lnTo>
                  <a:pt x="1447" y="327"/>
                </a:lnTo>
                <a:lnTo>
                  <a:pt x="1449" y="328"/>
                </a:lnTo>
                <a:lnTo>
                  <a:pt x="1450" y="328"/>
                </a:lnTo>
                <a:lnTo>
                  <a:pt x="1451" y="328"/>
                </a:lnTo>
                <a:lnTo>
                  <a:pt x="1452" y="328"/>
                </a:lnTo>
                <a:lnTo>
                  <a:pt x="1453" y="328"/>
                </a:lnTo>
                <a:lnTo>
                  <a:pt x="1454" y="327"/>
                </a:lnTo>
                <a:lnTo>
                  <a:pt x="1455" y="326"/>
                </a:lnTo>
                <a:lnTo>
                  <a:pt x="1456" y="325"/>
                </a:lnTo>
                <a:lnTo>
                  <a:pt x="1457" y="324"/>
                </a:lnTo>
                <a:lnTo>
                  <a:pt x="1458" y="324"/>
                </a:lnTo>
                <a:lnTo>
                  <a:pt x="1459" y="325"/>
                </a:lnTo>
                <a:lnTo>
                  <a:pt x="1460" y="325"/>
                </a:lnTo>
                <a:lnTo>
                  <a:pt x="1460" y="326"/>
                </a:lnTo>
                <a:lnTo>
                  <a:pt x="1461" y="328"/>
                </a:lnTo>
                <a:lnTo>
                  <a:pt x="1462" y="328"/>
                </a:lnTo>
                <a:lnTo>
                  <a:pt x="1463" y="328"/>
                </a:lnTo>
                <a:lnTo>
                  <a:pt x="1464" y="328"/>
                </a:lnTo>
                <a:lnTo>
                  <a:pt x="1465" y="328"/>
                </a:lnTo>
                <a:lnTo>
                  <a:pt x="1465" y="327"/>
                </a:lnTo>
                <a:lnTo>
                  <a:pt x="1465" y="326"/>
                </a:lnTo>
                <a:lnTo>
                  <a:pt x="1465" y="325"/>
                </a:lnTo>
                <a:lnTo>
                  <a:pt x="1466" y="324"/>
                </a:lnTo>
                <a:lnTo>
                  <a:pt x="1466" y="322"/>
                </a:lnTo>
                <a:lnTo>
                  <a:pt x="1467" y="322"/>
                </a:lnTo>
                <a:lnTo>
                  <a:pt x="1468" y="322"/>
                </a:lnTo>
                <a:lnTo>
                  <a:pt x="1468" y="323"/>
                </a:lnTo>
                <a:lnTo>
                  <a:pt x="1469" y="323"/>
                </a:lnTo>
                <a:lnTo>
                  <a:pt x="1470" y="321"/>
                </a:lnTo>
                <a:lnTo>
                  <a:pt x="1469" y="321"/>
                </a:lnTo>
                <a:lnTo>
                  <a:pt x="1470" y="320"/>
                </a:lnTo>
                <a:lnTo>
                  <a:pt x="1470" y="321"/>
                </a:lnTo>
                <a:lnTo>
                  <a:pt x="1471" y="322"/>
                </a:lnTo>
                <a:lnTo>
                  <a:pt x="1471" y="324"/>
                </a:lnTo>
                <a:lnTo>
                  <a:pt x="1472" y="325"/>
                </a:lnTo>
                <a:lnTo>
                  <a:pt x="1473" y="326"/>
                </a:lnTo>
                <a:lnTo>
                  <a:pt x="1474" y="327"/>
                </a:lnTo>
                <a:lnTo>
                  <a:pt x="1475" y="328"/>
                </a:lnTo>
                <a:lnTo>
                  <a:pt x="1474" y="329"/>
                </a:lnTo>
                <a:lnTo>
                  <a:pt x="1477" y="329"/>
                </a:lnTo>
                <a:lnTo>
                  <a:pt x="1477" y="328"/>
                </a:lnTo>
                <a:lnTo>
                  <a:pt x="1478" y="329"/>
                </a:lnTo>
                <a:lnTo>
                  <a:pt x="1478" y="330"/>
                </a:lnTo>
                <a:lnTo>
                  <a:pt x="1478" y="331"/>
                </a:lnTo>
                <a:lnTo>
                  <a:pt x="1479" y="332"/>
                </a:lnTo>
                <a:lnTo>
                  <a:pt x="1479" y="333"/>
                </a:lnTo>
                <a:lnTo>
                  <a:pt x="1480" y="334"/>
                </a:lnTo>
                <a:lnTo>
                  <a:pt x="1480" y="335"/>
                </a:lnTo>
                <a:lnTo>
                  <a:pt x="1479" y="336"/>
                </a:lnTo>
                <a:lnTo>
                  <a:pt x="1477" y="336"/>
                </a:lnTo>
                <a:lnTo>
                  <a:pt x="1474" y="337"/>
                </a:lnTo>
                <a:lnTo>
                  <a:pt x="1474" y="338"/>
                </a:lnTo>
                <a:lnTo>
                  <a:pt x="1473" y="339"/>
                </a:lnTo>
                <a:lnTo>
                  <a:pt x="1473" y="340"/>
                </a:lnTo>
                <a:lnTo>
                  <a:pt x="1474" y="340"/>
                </a:lnTo>
                <a:lnTo>
                  <a:pt x="1475" y="340"/>
                </a:lnTo>
                <a:lnTo>
                  <a:pt x="1475" y="341"/>
                </a:lnTo>
                <a:lnTo>
                  <a:pt x="1475" y="342"/>
                </a:lnTo>
                <a:lnTo>
                  <a:pt x="1475" y="344"/>
                </a:lnTo>
                <a:lnTo>
                  <a:pt x="1476" y="344"/>
                </a:lnTo>
                <a:lnTo>
                  <a:pt x="1477" y="344"/>
                </a:lnTo>
                <a:lnTo>
                  <a:pt x="1478" y="345"/>
                </a:lnTo>
                <a:lnTo>
                  <a:pt x="1478" y="346"/>
                </a:lnTo>
                <a:lnTo>
                  <a:pt x="1479" y="347"/>
                </a:lnTo>
                <a:lnTo>
                  <a:pt x="1480" y="347"/>
                </a:lnTo>
                <a:lnTo>
                  <a:pt x="1481" y="347"/>
                </a:lnTo>
                <a:lnTo>
                  <a:pt x="1481" y="348"/>
                </a:lnTo>
                <a:lnTo>
                  <a:pt x="1481" y="349"/>
                </a:lnTo>
                <a:lnTo>
                  <a:pt x="1482" y="350"/>
                </a:lnTo>
                <a:lnTo>
                  <a:pt x="1483" y="350"/>
                </a:lnTo>
                <a:lnTo>
                  <a:pt x="1484" y="350"/>
                </a:lnTo>
                <a:lnTo>
                  <a:pt x="1485" y="350"/>
                </a:lnTo>
                <a:lnTo>
                  <a:pt x="1486" y="350"/>
                </a:lnTo>
                <a:lnTo>
                  <a:pt x="1487" y="350"/>
                </a:lnTo>
                <a:lnTo>
                  <a:pt x="1487" y="351"/>
                </a:lnTo>
                <a:lnTo>
                  <a:pt x="1488" y="351"/>
                </a:lnTo>
                <a:lnTo>
                  <a:pt x="1488" y="352"/>
                </a:lnTo>
                <a:lnTo>
                  <a:pt x="1488" y="353"/>
                </a:lnTo>
                <a:lnTo>
                  <a:pt x="1489" y="353"/>
                </a:lnTo>
                <a:lnTo>
                  <a:pt x="1491" y="352"/>
                </a:lnTo>
                <a:lnTo>
                  <a:pt x="1492" y="353"/>
                </a:lnTo>
                <a:lnTo>
                  <a:pt x="1493" y="354"/>
                </a:lnTo>
                <a:lnTo>
                  <a:pt x="1492" y="355"/>
                </a:lnTo>
                <a:lnTo>
                  <a:pt x="1493" y="355"/>
                </a:lnTo>
                <a:lnTo>
                  <a:pt x="1494" y="356"/>
                </a:lnTo>
                <a:lnTo>
                  <a:pt x="1495" y="356"/>
                </a:lnTo>
                <a:lnTo>
                  <a:pt x="1496" y="355"/>
                </a:lnTo>
                <a:lnTo>
                  <a:pt x="1498" y="355"/>
                </a:lnTo>
                <a:lnTo>
                  <a:pt x="1499" y="355"/>
                </a:lnTo>
                <a:lnTo>
                  <a:pt x="1500" y="355"/>
                </a:lnTo>
                <a:lnTo>
                  <a:pt x="1500" y="356"/>
                </a:lnTo>
                <a:lnTo>
                  <a:pt x="1502" y="356"/>
                </a:lnTo>
                <a:lnTo>
                  <a:pt x="1504" y="356"/>
                </a:lnTo>
                <a:lnTo>
                  <a:pt x="1505" y="355"/>
                </a:lnTo>
                <a:lnTo>
                  <a:pt x="1506" y="355"/>
                </a:lnTo>
                <a:lnTo>
                  <a:pt x="1507" y="355"/>
                </a:lnTo>
                <a:lnTo>
                  <a:pt x="1507" y="356"/>
                </a:lnTo>
                <a:lnTo>
                  <a:pt x="1508" y="357"/>
                </a:lnTo>
                <a:lnTo>
                  <a:pt x="1508" y="358"/>
                </a:lnTo>
                <a:lnTo>
                  <a:pt x="1508" y="359"/>
                </a:lnTo>
                <a:lnTo>
                  <a:pt x="1509" y="360"/>
                </a:lnTo>
                <a:lnTo>
                  <a:pt x="1512" y="360"/>
                </a:lnTo>
                <a:lnTo>
                  <a:pt x="1513" y="359"/>
                </a:lnTo>
                <a:lnTo>
                  <a:pt x="1513" y="358"/>
                </a:lnTo>
                <a:lnTo>
                  <a:pt x="1514" y="359"/>
                </a:lnTo>
                <a:lnTo>
                  <a:pt x="1515" y="359"/>
                </a:lnTo>
                <a:lnTo>
                  <a:pt x="1516" y="360"/>
                </a:lnTo>
                <a:lnTo>
                  <a:pt x="1517" y="360"/>
                </a:lnTo>
                <a:lnTo>
                  <a:pt x="1519" y="359"/>
                </a:lnTo>
                <a:lnTo>
                  <a:pt x="1520" y="359"/>
                </a:lnTo>
                <a:lnTo>
                  <a:pt x="1522" y="360"/>
                </a:lnTo>
                <a:lnTo>
                  <a:pt x="1523" y="360"/>
                </a:lnTo>
                <a:lnTo>
                  <a:pt x="1525" y="362"/>
                </a:lnTo>
                <a:lnTo>
                  <a:pt x="1526" y="363"/>
                </a:lnTo>
                <a:lnTo>
                  <a:pt x="1527" y="365"/>
                </a:lnTo>
                <a:lnTo>
                  <a:pt x="1528" y="365"/>
                </a:lnTo>
                <a:lnTo>
                  <a:pt x="1528" y="366"/>
                </a:lnTo>
                <a:lnTo>
                  <a:pt x="1528" y="367"/>
                </a:lnTo>
                <a:lnTo>
                  <a:pt x="1529" y="369"/>
                </a:lnTo>
                <a:lnTo>
                  <a:pt x="1530" y="370"/>
                </a:lnTo>
                <a:lnTo>
                  <a:pt x="1532" y="371"/>
                </a:lnTo>
                <a:lnTo>
                  <a:pt x="1532" y="370"/>
                </a:lnTo>
                <a:lnTo>
                  <a:pt x="1533" y="370"/>
                </a:lnTo>
                <a:lnTo>
                  <a:pt x="1534" y="371"/>
                </a:lnTo>
                <a:lnTo>
                  <a:pt x="1535" y="371"/>
                </a:lnTo>
                <a:lnTo>
                  <a:pt x="1535" y="370"/>
                </a:lnTo>
                <a:lnTo>
                  <a:pt x="1539" y="366"/>
                </a:lnTo>
                <a:lnTo>
                  <a:pt x="1540" y="366"/>
                </a:lnTo>
                <a:lnTo>
                  <a:pt x="1540" y="365"/>
                </a:lnTo>
                <a:lnTo>
                  <a:pt x="1540" y="364"/>
                </a:lnTo>
                <a:lnTo>
                  <a:pt x="1540" y="363"/>
                </a:lnTo>
                <a:lnTo>
                  <a:pt x="1541" y="363"/>
                </a:lnTo>
                <a:lnTo>
                  <a:pt x="1542" y="363"/>
                </a:lnTo>
                <a:lnTo>
                  <a:pt x="1542" y="364"/>
                </a:lnTo>
                <a:lnTo>
                  <a:pt x="1544" y="364"/>
                </a:lnTo>
                <a:lnTo>
                  <a:pt x="1546" y="364"/>
                </a:lnTo>
                <a:lnTo>
                  <a:pt x="1547" y="364"/>
                </a:lnTo>
                <a:lnTo>
                  <a:pt x="1548" y="364"/>
                </a:lnTo>
                <a:lnTo>
                  <a:pt x="1548" y="363"/>
                </a:lnTo>
                <a:lnTo>
                  <a:pt x="1548" y="362"/>
                </a:lnTo>
                <a:lnTo>
                  <a:pt x="1549" y="361"/>
                </a:lnTo>
                <a:lnTo>
                  <a:pt x="1550" y="360"/>
                </a:lnTo>
                <a:lnTo>
                  <a:pt x="1551" y="360"/>
                </a:lnTo>
                <a:lnTo>
                  <a:pt x="1552" y="360"/>
                </a:lnTo>
                <a:lnTo>
                  <a:pt x="1553" y="360"/>
                </a:lnTo>
                <a:lnTo>
                  <a:pt x="1553" y="359"/>
                </a:lnTo>
                <a:lnTo>
                  <a:pt x="1554" y="359"/>
                </a:lnTo>
                <a:lnTo>
                  <a:pt x="1555" y="359"/>
                </a:lnTo>
                <a:lnTo>
                  <a:pt x="1555" y="358"/>
                </a:lnTo>
                <a:lnTo>
                  <a:pt x="1556" y="358"/>
                </a:lnTo>
                <a:lnTo>
                  <a:pt x="1557" y="358"/>
                </a:lnTo>
                <a:lnTo>
                  <a:pt x="1557" y="359"/>
                </a:lnTo>
                <a:lnTo>
                  <a:pt x="1557" y="360"/>
                </a:lnTo>
                <a:lnTo>
                  <a:pt x="1558" y="360"/>
                </a:lnTo>
                <a:lnTo>
                  <a:pt x="1558" y="359"/>
                </a:lnTo>
                <a:lnTo>
                  <a:pt x="1560" y="358"/>
                </a:lnTo>
                <a:lnTo>
                  <a:pt x="1561" y="358"/>
                </a:lnTo>
                <a:lnTo>
                  <a:pt x="1561" y="357"/>
                </a:lnTo>
                <a:lnTo>
                  <a:pt x="1562" y="356"/>
                </a:lnTo>
                <a:lnTo>
                  <a:pt x="1563" y="356"/>
                </a:lnTo>
                <a:lnTo>
                  <a:pt x="1565" y="356"/>
                </a:lnTo>
                <a:lnTo>
                  <a:pt x="1567" y="357"/>
                </a:lnTo>
                <a:lnTo>
                  <a:pt x="1569" y="357"/>
                </a:lnTo>
                <a:lnTo>
                  <a:pt x="1570" y="357"/>
                </a:lnTo>
                <a:lnTo>
                  <a:pt x="1571" y="356"/>
                </a:lnTo>
                <a:lnTo>
                  <a:pt x="1572" y="356"/>
                </a:lnTo>
                <a:lnTo>
                  <a:pt x="1573" y="356"/>
                </a:lnTo>
                <a:lnTo>
                  <a:pt x="1575" y="355"/>
                </a:lnTo>
                <a:lnTo>
                  <a:pt x="1577" y="354"/>
                </a:lnTo>
                <a:lnTo>
                  <a:pt x="1577" y="353"/>
                </a:lnTo>
                <a:lnTo>
                  <a:pt x="1577" y="352"/>
                </a:lnTo>
                <a:lnTo>
                  <a:pt x="1578" y="352"/>
                </a:lnTo>
                <a:lnTo>
                  <a:pt x="1579" y="351"/>
                </a:lnTo>
                <a:lnTo>
                  <a:pt x="1580" y="351"/>
                </a:lnTo>
                <a:lnTo>
                  <a:pt x="1581" y="351"/>
                </a:lnTo>
                <a:lnTo>
                  <a:pt x="1583" y="349"/>
                </a:lnTo>
                <a:lnTo>
                  <a:pt x="1583" y="348"/>
                </a:lnTo>
                <a:lnTo>
                  <a:pt x="1584" y="347"/>
                </a:lnTo>
                <a:lnTo>
                  <a:pt x="1585" y="347"/>
                </a:lnTo>
                <a:lnTo>
                  <a:pt x="1586" y="346"/>
                </a:lnTo>
                <a:lnTo>
                  <a:pt x="1587" y="345"/>
                </a:lnTo>
                <a:lnTo>
                  <a:pt x="1588" y="345"/>
                </a:lnTo>
                <a:lnTo>
                  <a:pt x="1589" y="345"/>
                </a:lnTo>
                <a:lnTo>
                  <a:pt x="1589" y="346"/>
                </a:lnTo>
                <a:lnTo>
                  <a:pt x="1590" y="346"/>
                </a:lnTo>
                <a:lnTo>
                  <a:pt x="1591" y="345"/>
                </a:lnTo>
                <a:lnTo>
                  <a:pt x="1593" y="345"/>
                </a:lnTo>
                <a:lnTo>
                  <a:pt x="1594" y="345"/>
                </a:lnTo>
                <a:lnTo>
                  <a:pt x="1595" y="345"/>
                </a:lnTo>
                <a:lnTo>
                  <a:pt x="1596" y="346"/>
                </a:lnTo>
                <a:lnTo>
                  <a:pt x="1595" y="348"/>
                </a:lnTo>
                <a:lnTo>
                  <a:pt x="1595" y="350"/>
                </a:lnTo>
                <a:lnTo>
                  <a:pt x="1595" y="351"/>
                </a:lnTo>
                <a:lnTo>
                  <a:pt x="1595" y="353"/>
                </a:lnTo>
                <a:lnTo>
                  <a:pt x="1596" y="353"/>
                </a:lnTo>
                <a:lnTo>
                  <a:pt x="1597" y="353"/>
                </a:lnTo>
                <a:lnTo>
                  <a:pt x="1597" y="351"/>
                </a:lnTo>
                <a:lnTo>
                  <a:pt x="1598" y="350"/>
                </a:lnTo>
                <a:lnTo>
                  <a:pt x="1599" y="350"/>
                </a:lnTo>
                <a:lnTo>
                  <a:pt x="1601" y="350"/>
                </a:lnTo>
                <a:lnTo>
                  <a:pt x="1601" y="351"/>
                </a:lnTo>
                <a:lnTo>
                  <a:pt x="1602" y="351"/>
                </a:lnTo>
                <a:lnTo>
                  <a:pt x="1602" y="352"/>
                </a:lnTo>
                <a:lnTo>
                  <a:pt x="1603" y="351"/>
                </a:lnTo>
                <a:lnTo>
                  <a:pt x="1605" y="350"/>
                </a:lnTo>
                <a:lnTo>
                  <a:pt x="1606" y="349"/>
                </a:lnTo>
                <a:lnTo>
                  <a:pt x="1606" y="348"/>
                </a:lnTo>
                <a:lnTo>
                  <a:pt x="1607" y="348"/>
                </a:lnTo>
                <a:lnTo>
                  <a:pt x="1608" y="348"/>
                </a:lnTo>
                <a:lnTo>
                  <a:pt x="1608" y="347"/>
                </a:lnTo>
                <a:lnTo>
                  <a:pt x="1609" y="347"/>
                </a:lnTo>
                <a:lnTo>
                  <a:pt x="1611" y="347"/>
                </a:lnTo>
                <a:lnTo>
                  <a:pt x="1612" y="348"/>
                </a:lnTo>
                <a:lnTo>
                  <a:pt x="1613" y="349"/>
                </a:lnTo>
                <a:lnTo>
                  <a:pt x="1613" y="348"/>
                </a:lnTo>
                <a:lnTo>
                  <a:pt x="1614" y="348"/>
                </a:lnTo>
                <a:lnTo>
                  <a:pt x="1615" y="347"/>
                </a:lnTo>
                <a:lnTo>
                  <a:pt x="1616" y="348"/>
                </a:lnTo>
                <a:lnTo>
                  <a:pt x="1616" y="349"/>
                </a:lnTo>
                <a:lnTo>
                  <a:pt x="1616" y="350"/>
                </a:lnTo>
                <a:lnTo>
                  <a:pt x="1618" y="351"/>
                </a:lnTo>
                <a:lnTo>
                  <a:pt x="1618" y="352"/>
                </a:lnTo>
                <a:lnTo>
                  <a:pt x="1622" y="351"/>
                </a:lnTo>
                <a:lnTo>
                  <a:pt x="1623" y="350"/>
                </a:lnTo>
                <a:lnTo>
                  <a:pt x="1623" y="349"/>
                </a:lnTo>
                <a:lnTo>
                  <a:pt x="1624" y="349"/>
                </a:lnTo>
                <a:lnTo>
                  <a:pt x="1626" y="349"/>
                </a:lnTo>
                <a:lnTo>
                  <a:pt x="1627" y="349"/>
                </a:lnTo>
                <a:lnTo>
                  <a:pt x="1628" y="349"/>
                </a:lnTo>
                <a:lnTo>
                  <a:pt x="1629" y="350"/>
                </a:lnTo>
                <a:lnTo>
                  <a:pt x="1630" y="350"/>
                </a:lnTo>
                <a:lnTo>
                  <a:pt x="1631" y="350"/>
                </a:lnTo>
                <a:lnTo>
                  <a:pt x="1631" y="349"/>
                </a:lnTo>
                <a:lnTo>
                  <a:pt x="1632" y="348"/>
                </a:lnTo>
                <a:lnTo>
                  <a:pt x="1633" y="346"/>
                </a:lnTo>
                <a:lnTo>
                  <a:pt x="1634" y="346"/>
                </a:lnTo>
                <a:lnTo>
                  <a:pt x="1635" y="347"/>
                </a:lnTo>
                <a:lnTo>
                  <a:pt x="1635" y="348"/>
                </a:lnTo>
                <a:lnTo>
                  <a:pt x="1636" y="348"/>
                </a:lnTo>
                <a:lnTo>
                  <a:pt x="1637" y="348"/>
                </a:lnTo>
                <a:lnTo>
                  <a:pt x="1637" y="349"/>
                </a:lnTo>
                <a:lnTo>
                  <a:pt x="1637" y="350"/>
                </a:lnTo>
                <a:lnTo>
                  <a:pt x="1638" y="350"/>
                </a:lnTo>
                <a:lnTo>
                  <a:pt x="1639" y="350"/>
                </a:lnTo>
                <a:lnTo>
                  <a:pt x="1639" y="349"/>
                </a:lnTo>
                <a:lnTo>
                  <a:pt x="1640" y="349"/>
                </a:lnTo>
                <a:lnTo>
                  <a:pt x="1641" y="349"/>
                </a:lnTo>
                <a:lnTo>
                  <a:pt x="1643" y="350"/>
                </a:lnTo>
                <a:lnTo>
                  <a:pt x="1644" y="350"/>
                </a:lnTo>
                <a:lnTo>
                  <a:pt x="1644" y="351"/>
                </a:lnTo>
                <a:lnTo>
                  <a:pt x="1644" y="352"/>
                </a:lnTo>
                <a:lnTo>
                  <a:pt x="1644" y="353"/>
                </a:lnTo>
                <a:lnTo>
                  <a:pt x="1643" y="353"/>
                </a:lnTo>
                <a:lnTo>
                  <a:pt x="1642" y="355"/>
                </a:lnTo>
                <a:lnTo>
                  <a:pt x="1643" y="356"/>
                </a:lnTo>
                <a:lnTo>
                  <a:pt x="1643" y="357"/>
                </a:lnTo>
                <a:lnTo>
                  <a:pt x="1644" y="358"/>
                </a:lnTo>
                <a:lnTo>
                  <a:pt x="1645" y="358"/>
                </a:lnTo>
                <a:lnTo>
                  <a:pt x="1646" y="358"/>
                </a:lnTo>
                <a:lnTo>
                  <a:pt x="1647" y="359"/>
                </a:lnTo>
                <a:lnTo>
                  <a:pt x="1647" y="358"/>
                </a:lnTo>
                <a:lnTo>
                  <a:pt x="1648" y="358"/>
                </a:lnTo>
                <a:lnTo>
                  <a:pt x="1648" y="359"/>
                </a:lnTo>
                <a:lnTo>
                  <a:pt x="1649" y="361"/>
                </a:lnTo>
                <a:lnTo>
                  <a:pt x="1649" y="362"/>
                </a:lnTo>
                <a:lnTo>
                  <a:pt x="1649" y="363"/>
                </a:lnTo>
                <a:lnTo>
                  <a:pt x="1648" y="364"/>
                </a:lnTo>
                <a:lnTo>
                  <a:pt x="1648" y="365"/>
                </a:lnTo>
                <a:lnTo>
                  <a:pt x="1648" y="366"/>
                </a:lnTo>
                <a:lnTo>
                  <a:pt x="1648" y="368"/>
                </a:lnTo>
                <a:lnTo>
                  <a:pt x="1649" y="368"/>
                </a:lnTo>
                <a:lnTo>
                  <a:pt x="1649" y="369"/>
                </a:lnTo>
                <a:lnTo>
                  <a:pt x="1650" y="370"/>
                </a:lnTo>
                <a:lnTo>
                  <a:pt x="1650" y="371"/>
                </a:lnTo>
                <a:lnTo>
                  <a:pt x="1650" y="372"/>
                </a:lnTo>
                <a:lnTo>
                  <a:pt x="1650" y="373"/>
                </a:lnTo>
                <a:lnTo>
                  <a:pt x="1651" y="373"/>
                </a:lnTo>
                <a:lnTo>
                  <a:pt x="1651" y="374"/>
                </a:lnTo>
                <a:lnTo>
                  <a:pt x="1651" y="375"/>
                </a:lnTo>
                <a:lnTo>
                  <a:pt x="1650" y="375"/>
                </a:lnTo>
                <a:lnTo>
                  <a:pt x="1649" y="376"/>
                </a:lnTo>
                <a:lnTo>
                  <a:pt x="1649" y="377"/>
                </a:lnTo>
                <a:lnTo>
                  <a:pt x="1649" y="378"/>
                </a:lnTo>
                <a:lnTo>
                  <a:pt x="1649" y="379"/>
                </a:lnTo>
                <a:lnTo>
                  <a:pt x="1648" y="379"/>
                </a:lnTo>
                <a:lnTo>
                  <a:pt x="1648" y="380"/>
                </a:lnTo>
                <a:lnTo>
                  <a:pt x="1648" y="381"/>
                </a:lnTo>
                <a:lnTo>
                  <a:pt x="1648" y="382"/>
                </a:lnTo>
                <a:lnTo>
                  <a:pt x="1648" y="383"/>
                </a:lnTo>
                <a:lnTo>
                  <a:pt x="1647" y="384"/>
                </a:lnTo>
                <a:lnTo>
                  <a:pt x="1646" y="385"/>
                </a:lnTo>
                <a:lnTo>
                  <a:pt x="1645" y="386"/>
                </a:lnTo>
                <a:lnTo>
                  <a:pt x="1645" y="387"/>
                </a:lnTo>
                <a:lnTo>
                  <a:pt x="1646" y="387"/>
                </a:lnTo>
                <a:lnTo>
                  <a:pt x="1647" y="387"/>
                </a:lnTo>
                <a:lnTo>
                  <a:pt x="1648" y="388"/>
                </a:lnTo>
                <a:lnTo>
                  <a:pt x="1649" y="388"/>
                </a:lnTo>
                <a:lnTo>
                  <a:pt x="1650" y="390"/>
                </a:lnTo>
                <a:lnTo>
                  <a:pt x="1651" y="390"/>
                </a:lnTo>
                <a:lnTo>
                  <a:pt x="1652" y="390"/>
                </a:lnTo>
                <a:lnTo>
                  <a:pt x="1653" y="391"/>
                </a:lnTo>
                <a:lnTo>
                  <a:pt x="1653" y="392"/>
                </a:lnTo>
                <a:lnTo>
                  <a:pt x="1652" y="392"/>
                </a:lnTo>
                <a:lnTo>
                  <a:pt x="1652" y="393"/>
                </a:lnTo>
                <a:lnTo>
                  <a:pt x="1653" y="394"/>
                </a:lnTo>
                <a:lnTo>
                  <a:pt x="1654" y="394"/>
                </a:lnTo>
                <a:lnTo>
                  <a:pt x="1654" y="395"/>
                </a:lnTo>
                <a:lnTo>
                  <a:pt x="1654" y="396"/>
                </a:lnTo>
                <a:lnTo>
                  <a:pt x="1654" y="397"/>
                </a:lnTo>
                <a:lnTo>
                  <a:pt x="1655" y="397"/>
                </a:lnTo>
                <a:lnTo>
                  <a:pt x="1655" y="398"/>
                </a:lnTo>
                <a:lnTo>
                  <a:pt x="1656" y="397"/>
                </a:lnTo>
                <a:lnTo>
                  <a:pt x="1657" y="397"/>
                </a:lnTo>
                <a:lnTo>
                  <a:pt x="1659" y="397"/>
                </a:lnTo>
                <a:lnTo>
                  <a:pt x="1660" y="398"/>
                </a:lnTo>
                <a:lnTo>
                  <a:pt x="1661" y="398"/>
                </a:lnTo>
                <a:lnTo>
                  <a:pt x="1662" y="397"/>
                </a:lnTo>
                <a:lnTo>
                  <a:pt x="1663" y="397"/>
                </a:lnTo>
                <a:lnTo>
                  <a:pt x="1664" y="398"/>
                </a:lnTo>
                <a:lnTo>
                  <a:pt x="1665" y="399"/>
                </a:lnTo>
                <a:lnTo>
                  <a:pt x="1666" y="400"/>
                </a:lnTo>
                <a:lnTo>
                  <a:pt x="1667" y="400"/>
                </a:lnTo>
                <a:lnTo>
                  <a:pt x="1667" y="401"/>
                </a:lnTo>
                <a:lnTo>
                  <a:pt x="1668" y="401"/>
                </a:lnTo>
                <a:lnTo>
                  <a:pt x="1667" y="402"/>
                </a:lnTo>
                <a:lnTo>
                  <a:pt x="1667" y="403"/>
                </a:lnTo>
                <a:lnTo>
                  <a:pt x="1668" y="405"/>
                </a:lnTo>
                <a:lnTo>
                  <a:pt x="1668" y="406"/>
                </a:lnTo>
                <a:lnTo>
                  <a:pt x="1669" y="406"/>
                </a:lnTo>
                <a:lnTo>
                  <a:pt x="1670" y="407"/>
                </a:lnTo>
                <a:lnTo>
                  <a:pt x="1672" y="407"/>
                </a:lnTo>
                <a:lnTo>
                  <a:pt x="1673" y="408"/>
                </a:lnTo>
                <a:lnTo>
                  <a:pt x="1674" y="408"/>
                </a:lnTo>
                <a:lnTo>
                  <a:pt x="1674" y="409"/>
                </a:lnTo>
                <a:lnTo>
                  <a:pt x="1674" y="410"/>
                </a:lnTo>
                <a:lnTo>
                  <a:pt x="1675" y="411"/>
                </a:lnTo>
                <a:lnTo>
                  <a:pt x="1676" y="410"/>
                </a:lnTo>
                <a:lnTo>
                  <a:pt x="1678" y="412"/>
                </a:lnTo>
                <a:lnTo>
                  <a:pt x="1679" y="412"/>
                </a:lnTo>
                <a:lnTo>
                  <a:pt x="1679" y="413"/>
                </a:lnTo>
                <a:lnTo>
                  <a:pt x="1679" y="412"/>
                </a:lnTo>
                <a:lnTo>
                  <a:pt x="1680" y="412"/>
                </a:lnTo>
                <a:lnTo>
                  <a:pt x="1680" y="411"/>
                </a:lnTo>
                <a:lnTo>
                  <a:pt x="1679" y="410"/>
                </a:lnTo>
                <a:lnTo>
                  <a:pt x="1679" y="409"/>
                </a:lnTo>
                <a:lnTo>
                  <a:pt x="1678" y="409"/>
                </a:lnTo>
                <a:lnTo>
                  <a:pt x="1679" y="409"/>
                </a:lnTo>
                <a:lnTo>
                  <a:pt x="1679" y="408"/>
                </a:lnTo>
                <a:lnTo>
                  <a:pt x="1680" y="409"/>
                </a:lnTo>
                <a:lnTo>
                  <a:pt x="1681" y="409"/>
                </a:lnTo>
                <a:lnTo>
                  <a:pt x="1681" y="408"/>
                </a:lnTo>
                <a:lnTo>
                  <a:pt x="1682" y="406"/>
                </a:lnTo>
                <a:lnTo>
                  <a:pt x="1682" y="405"/>
                </a:lnTo>
                <a:lnTo>
                  <a:pt x="1682" y="404"/>
                </a:lnTo>
                <a:lnTo>
                  <a:pt x="1682" y="403"/>
                </a:lnTo>
                <a:lnTo>
                  <a:pt x="1682" y="402"/>
                </a:lnTo>
                <a:lnTo>
                  <a:pt x="1681" y="401"/>
                </a:lnTo>
                <a:lnTo>
                  <a:pt x="1681" y="400"/>
                </a:lnTo>
                <a:lnTo>
                  <a:pt x="1682" y="399"/>
                </a:lnTo>
                <a:lnTo>
                  <a:pt x="1683" y="399"/>
                </a:lnTo>
                <a:lnTo>
                  <a:pt x="1683" y="398"/>
                </a:lnTo>
                <a:lnTo>
                  <a:pt x="1684" y="396"/>
                </a:lnTo>
                <a:lnTo>
                  <a:pt x="1684" y="395"/>
                </a:lnTo>
                <a:lnTo>
                  <a:pt x="1684" y="394"/>
                </a:lnTo>
                <a:lnTo>
                  <a:pt x="1686" y="393"/>
                </a:lnTo>
                <a:lnTo>
                  <a:pt x="1688" y="392"/>
                </a:lnTo>
                <a:lnTo>
                  <a:pt x="1690" y="391"/>
                </a:lnTo>
                <a:lnTo>
                  <a:pt x="1691" y="390"/>
                </a:lnTo>
                <a:lnTo>
                  <a:pt x="1692" y="390"/>
                </a:lnTo>
                <a:lnTo>
                  <a:pt x="1693" y="389"/>
                </a:lnTo>
                <a:lnTo>
                  <a:pt x="1694" y="388"/>
                </a:lnTo>
                <a:lnTo>
                  <a:pt x="1695" y="386"/>
                </a:lnTo>
                <a:lnTo>
                  <a:pt x="1696" y="386"/>
                </a:lnTo>
                <a:lnTo>
                  <a:pt x="1696" y="385"/>
                </a:lnTo>
                <a:lnTo>
                  <a:pt x="1696" y="384"/>
                </a:lnTo>
                <a:lnTo>
                  <a:pt x="1697" y="382"/>
                </a:lnTo>
                <a:lnTo>
                  <a:pt x="1699" y="383"/>
                </a:lnTo>
                <a:lnTo>
                  <a:pt x="1700" y="383"/>
                </a:lnTo>
                <a:lnTo>
                  <a:pt x="1700" y="384"/>
                </a:lnTo>
                <a:lnTo>
                  <a:pt x="1701" y="384"/>
                </a:lnTo>
                <a:lnTo>
                  <a:pt x="1702" y="384"/>
                </a:lnTo>
                <a:lnTo>
                  <a:pt x="1705" y="384"/>
                </a:lnTo>
                <a:lnTo>
                  <a:pt x="1706" y="384"/>
                </a:lnTo>
                <a:lnTo>
                  <a:pt x="1707" y="384"/>
                </a:lnTo>
                <a:lnTo>
                  <a:pt x="1707" y="385"/>
                </a:lnTo>
                <a:lnTo>
                  <a:pt x="1707" y="386"/>
                </a:lnTo>
                <a:lnTo>
                  <a:pt x="1707" y="388"/>
                </a:lnTo>
                <a:lnTo>
                  <a:pt x="1707" y="390"/>
                </a:lnTo>
                <a:lnTo>
                  <a:pt x="1706" y="391"/>
                </a:lnTo>
                <a:lnTo>
                  <a:pt x="1706" y="392"/>
                </a:lnTo>
                <a:lnTo>
                  <a:pt x="1707" y="392"/>
                </a:lnTo>
                <a:lnTo>
                  <a:pt x="1707" y="394"/>
                </a:lnTo>
                <a:lnTo>
                  <a:pt x="1707" y="395"/>
                </a:lnTo>
                <a:lnTo>
                  <a:pt x="1707" y="396"/>
                </a:lnTo>
                <a:lnTo>
                  <a:pt x="1708" y="399"/>
                </a:lnTo>
                <a:lnTo>
                  <a:pt x="1709" y="399"/>
                </a:lnTo>
                <a:lnTo>
                  <a:pt x="1710" y="399"/>
                </a:lnTo>
                <a:lnTo>
                  <a:pt x="1711" y="400"/>
                </a:lnTo>
                <a:lnTo>
                  <a:pt x="1712" y="401"/>
                </a:lnTo>
                <a:lnTo>
                  <a:pt x="1712" y="402"/>
                </a:lnTo>
                <a:lnTo>
                  <a:pt x="1712" y="403"/>
                </a:lnTo>
                <a:lnTo>
                  <a:pt x="1712" y="404"/>
                </a:lnTo>
                <a:lnTo>
                  <a:pt x="1711" y="405"/>
                </a:lnTo>
                <a:lnTo>
                  <a:pt x="1710" y="405"/>
                </a:lnTo>
                <a:lnTo>
                  <a:pt x="1710" y="406"/>
                </a:lnTo>
                <a:lnTo>
                  <a:pt x="1710" y="407"/>
                </a:lnTo>
                <a:lnTo>
                  <a:pt x="1711" y="408"/>
                </a:lnTo>
                <a:lnTo>
                  <a:pt x="1711" y="409"/>
                </a:lnTo>
                <a:lnTo>
                  <a:pt x="1712" y="409"/>
                </a:lnTo>
                <a:lnTo>
                  <a:pt x="1713" y="409"/>
                </a:lnTo>
                <a:lnTo>
                  <a:pt x="1714" y="409"/>
                </a:lnTo>
                <a:lnTo>
                  <a:pt x="1714" y="408"/>
                </a:lnTo>
                <a:lnTo>
                  <a:pt x="1715" y="407"/>
                </a:lnTo>
                <a:lnTo>
                  <a:pt x="1716" y="407"/>
                </a:lnTo>
                <a:lnTo>
                  <a:pt x="1717" y="408"/>
                </a:lnTo>
                <a:lnTo>
                  <a:pt x="1717" y="409"/>
                </a:lnTo>
                <a:lnTo>
                  <a:pt x="1718" y="410"/>
                </a:lnTo>
                <a:lnTo>
                  <a:pt x="1718" y="411"/>
                </a:lnTo>
                <a:lnTo>
                  <a:pt x="1718" y="412"/>
                </a:lnTo>
                <a:lnTo>
                  <a:pt x="1718" y="413"/>
                </a:lnTo>
                <a:lnTo>
                  <a:pt x="1719" y="413"/>
                </a:lnTo>
                <a:lnTo>
                  <a:pt x="1720" y="413"/>
                </a:lnTo>
                <a:lnTo>
                  <a:pt x="1722" y="414"/>
                </a:lnTo>
                <a:lnTo>
                  <a:pt x="1724" y="415"/>
                </a:lnTo>
                <a:lnTo>
                  <a:pt x="1725" y="415"/>
                </a:lnTo>
                <a:lnTo>
                  <a:pt x="1726" y="414"/>
                </a:lnTo>
                <a:lnTo>
                  <a:pt x="1726" y="413"/>
                </a:lnTo>
                <a:lnTo>
                  <a:pt x="1727" y="413"/>
                </a:lnTo>
                <a:lnTo>
                  <a:pt x="1728" y="413"/>
                </a:lnTo>
                <a:lnTo>
                  <a:pt x="1729" y="413"/>
                </a:lnTo>
                <a:lnTo>
                  <a:pt x="1730" y="413"/>
                </a:lnTo>
                <a:lnTo>
                  <a:pt x="1730" y="412"/>
                </a:lnTo>
                <a:lnTo>
                  <a:pt x="1731" y="412"/>
                </a:lnTo>
                <a:lnTo>
                  <a:pt x="1732" y="411"/>
                </a:lnTo>
                <a:lnTo>
                  <a:pt x="1733" y="411"/>
                </a:lnTo>
                <a:lnTo>
                  <a:pt x="1734" y="410"/>
                </a:lnTo>
                <a:lnTo>
                  <a:pt x="1735" y="409"/>
                </a:lnTo>
                <a:lnTo>
                  <a:pt x="1736" y="409"/>
                </a:lnTo>
                <a:lnTo>
                  <a:pt x="1737" y="409"/>
                </a:lnTo>
                <a:lnTo>
                  <a:pt x="1737" y="410"/>
                </a:lnTo>
                <a:lnTo>
                  <a:pt x="1738" y="410"/>
                </a:lnTo>
                <a:lnTo>
                  <a:pt x="1738" y="411"/>
                </a:lnTo>
                <a:lnTo>
                  <a:pt x="1738" y="410"/>
                </a:lnTo>
                <a:lnTo>
                  <a:pt x="1739" y="410"/>
                </a:lnTo>
                <a:lnTo>
                  <a:pt x="1740" y="410"/>
                </a:lnTo>
                <a:lnTo>
                  <a:pt x="1741" y="410"/>
                </a:lnTo>
                <a:lnTo>
                  <a:pt x="1741" y="411"/>
                </a:lnTo>
                <a:lnTo>
                  <a:pt x="1742" y="411"/>
                </a:lnTo>
                <a:lnTo>
                  <a:pt x="1742" y="410"/>
                </a:lnTo>
                <a:lnTo>
                  <a:pt x="1743" y="410"/>
                </a:lnTo>
                <a:lnTo>
                  <a:pt x="1744" y="409"/>
                </a:lnTo>
                <a:lnTo>
                  <a:pt x="1745" y="409"/>
                </a:lnTo>
                <a:lnTo>
                  <a:pt x="1745" y="410"/>
                </a:lnTo>
                <a:lnTo>
                  <a:pt x="1745" y="411"/>
                </a:lnTo>
                <a:lnTo>
                  <a:pt x="1746" y="411"/>
                </a:lnTo>
                <a:lnTo>
                  <a:pt x="1748" y="412"/>
                </a:lnTo>
                <a:lnTo>
                  <a:pt x="1749" y="412"/>
                </a:lnTo>
                <a:lnTo>
                  <a:pt x="1750" y="413"/>
                </a:lnTo>
                <a:lnTo>
                  <a:pt x="1751" y="416"/>
                </a:lnTo>
                <a:lnTo>
                  <a:pt x="1752" y="416"/>
                </a:lnTo>
                <a:lnTo>
                  <a:pt x="1752" y="417"/>
                </a:lnTo>
                <a:lnTo>
                  <a:pt x="1752" y="418"/>
                </a:lnTo>
                <a:lnTo>
                  <a:pt x="1752" y="419"/>
                </a:lnTo>
                <a:lnTo>
                  <a:pt x="1752" y="420"/>
                </a:lnTo>
                <a:lnTo>
                  <a:pt x="1753" y="423"/>
                </a:lnTo>
                <a:lnTo>
                  <a:pt x="1754" y="425"/>
                </a:lnTo>
                <a:lnTo>
                  <a:pt x="1755" y="426"/>
                </a:lnTo>
                <a:lnTo>
                  <a:pt x="1756" y="426"/>
                </a:lnTo>
                <a:lnTo>
                  <a:pt x="1757" y="426"/>
                </a:lnTo>
                <a:lnTo>
                  <a:pt x="1758" y="426"/>
                </a:lnTo>
                <a:lnTo>
                  <a:pt x="1759" y="425"/>
                </a:lnTo>
                <a:lnTo>
                  <a:pt x="1760" y="425"/>
                </a:lnTo>
                <a:lnTo>
                  <a:pt x="1762" y="424"/>
                </a:lnTo>
                <a:lnTo>
                  <a:pt x="1763" y="424"/>
                </a:lnTo>
                <a:lnTo>
                  <a:pt x="1763" y="426"/>
                </a:lnTo>
                <a:lnTo>
                  <a:pt x="1763" y="427"/>
                </a:lnTo>
                <a:lnTo>
                  <a:pt x="1764" y="428"/>
                </a:lnTo>
                <a:lnTo>
                  <a:pt x="1765" y="429"/>
                </a:lnTo>
                <a:lnTo>
                  <a:pt x="1766" y="430"/>
                </a:lnTo>
                <a:lnTo>
                  <a:pt x="1767" y="432"/>
                </a:lnTo>
                <a:lnTo>
                  <a:pt x="1767" y="433"/>
                </a:lnTo>
                <a:lnTo>
                  <a:pt x="1768" y="434"/>
                </a:lnTo>
                <a:lnTo>
                  <a:pt x="1768" y="435"/>
                </a:lnTo>
                <a:lnTo>
                  <a:pt x="1769" y="436"/>
                </a:lnTo>
                <a:lnTo>
                  <a:pt x="1770" y="437"/>
                </a:lnTo>
                <a:lnTo>
                  <a:pt x="1771" y="438"/>
                </a:lnTo>
                <a:lnTo>
                  <a:pt x="1771" y="439"/>
                </a:lnTo>
                <a:lnTo>
                  <a:pt x="1772" y="439"/>
                </a:lnTo>
                <a:lnTo>
                  <a:pt x="1772" y="440"/>
                </a:lnTo>
                <a:lnTo>
                  <a:pt x="1772" y="441"/>
                </a:lnTo>
                <a:lnTo>
                  <a:pt x="1772" y="442"/>
                </a:lnTo>
                <a:lnTo>
                  <a:pt x="1774" y="444"/>
                </a:lnTo>
                <a:lnTo>
                  <a:pt x="1774" y="445"/>
                </a:lnTo>
                <a:lnTo>
                  <a:pt x="1775" y="445"/>
                </a:lnTo>
                <a:lnTo>
                  <a:pt x="1775" y="446"/>
                </a:lnTo>
                <a:lnTo>
                  <a:pt x="1776" y="446"/>
                </a:lnTo>
                <a:lnTo>
                  <a:pt x="1777" y="447"/>
                </a:lnTo>
                <a:lnTo>
                  <a:pt x="1778" y="447"/>
                </a:lnTo>
                <a:lnTo>
                  <a:pt x="1779" y="448"/>
                </a:lnTo>
                <a:lnTo>
                  <a:pt x="1780" y="449"/>
                </a:lnTo>
                <a:lnTo>
                  <a:pt x="1780" y="450"/>
                </a:lnTo>
                <a:lnTo>
                  <a:pt x="1781" y="450"/>
                </a:lnTo>
                <a:lnTo>
                  <a:pt x="1781" y="451"/>
                </a:lnTo>
                <a:lnTo>
                  <a:pt x="1782" y="451"/>
                </a:lnTo>
                <a:lnTo>
                  <a:pt x="1782" y="452"/>
                </a:lnTo>
                <a:lnTo>
                  <a:pt x="1784" y="452"/>
                </a:lnTo>
                <a:lnTo>
                  <a:pt x="1785" y="451"/>
                </a:lnTo>
                <a:lnTo>
                  <a:pt x="1786" y="450"/>
                </a:lnTo>
                <a:lnTo>
                  <a:pt x="1786" y="449"/>
                </a:lnTo>
                <a:lnTo>
                  <a:pt x="1789" y="450"/>
                </a:lnTo>
                <a:lnTo>
                  <a:pt x="1789" y="451"/>
                </a:lnTo>
                <a:lnTo>
                  <a:pt x="1790" y="452"/>
                </a:lnTo>
                <a:lnTo>
                  <a:pt x="1791" y="452"/>
                </a:lnTo>
                <a:lnTo>
                  <a:pt x="1792" y="452"/>
                </a:lnTo>
                <a:lnTo>
                  <a:pt x="1793" y="453"/>
                </a:lnTo>
                <a:lnTo>
                  <a:pt x="1794" y="454"/>
                </a:lnTo>
                <a:lnTo>
                  <a:pt x="1794" y="455"/>
                </a:lnTo>
                <a:lnTo>
                  <a:pt x="1795" y="455"/>
                </a:lnTo>
                <a:lnTo>
                  <a:pt x="1797" y="458"/>
                </a:lnTo>
                <a:lnTo>
                  <a:pt x="1798" y="459"/>
                </a:lnTo>
                <a:lnTo>
                  <a:pt x="1799" y="459"/>
                </a:lnTo>
                <a:lnTo>
                  <a:pt x="1799" y="460"/>
                </a:lnTo>
                <a:lnTo>
                  <a:pt x="1800" y="461"/>
                </a:lnTo>
                <a:lnTo>
                  <a:pt x="1801" y="462"/>
                </a:lnTo>
                <a:lnTo>
                  <a:pt x="1801" y="463"/>
                </a:lnTo>
                <a:lnTo>
                  <a:pt x="1802" y="463"/>
                </a:lnTo>
                <a:lnTo>
                  <a:pt x="1804" y="462"/>
                </a:lnTo>
                <a:lnTo>
                  <a:pt x="1805" y="462"/>
                </a:lnTo>
                <a:lnTo>
                  <a:pt x="1806" y="461"/>
                </a:lnTo>
                <a:lnTo>
                  <a:pt x="1806" y="460"/>
                </a:lnTo>
                <a:lnTo>
                  <a:pt x="1806" y="459"/>
                </a:lnTo>
                <a:lnTo>
                  <a:pt x="1807" y="458"/>
                </a:lnTo>
                <a:lnTo>
                  <a:pt x="1808" y="457"/>
                </a:lnTo>
                <a:lnTo>
                  <a:pt x="1809" y="457"/>
                </a:lnTo>
                <a:lnTo>
                  <a:pt x="1809" y="455"/>
                </a:lnTo>
                <a:lnTo>
                  <a:pt x="1808" y="455"/>
                </a:lnTo>
                <a:lnTo>
                  <a:pt x="1808" y="454"/>
                </a:lnTo>
                <a:lnTo>
                  <a:pt x="1808" y="453"/>
                </a:lnTo>
                <a:lnTo>
                  <a:pt x="1808" y="452"/>
                </a:lnTo>
                <a:lnTo>
                  <a:pt x="1809" y="452"/>
                </a:lnTo>
                <a:lnTo>
                  <a:pt x="1809" y="451"/>
                </a:lnTo>
                <a:lnTo>
                  <a:pt x="1809" y="450"/>
                </a:lnTo>
                <a:lnTo>
                  <a:pt x="1809" y="448"/>
                </a:lnTo>
                <a:lnTo>
                  <a:pt x="1810" y="447"/>
                </a:lnTo>
                <a:lnTo>
                  <a:pt x="1811" y="447"/>
                </a:lnTo>
                <a:lnTo>
                  <a:pt x="1811" y="448"/>
                </a:lnTo>
                <a:lnTo>
                  <a:pt x="1812" y="448"/>
                </a:lnTo>
                <a:lnTo>
                  <a:pt x="1813" y="448"/>
                </a:lnTo>
                <a:lnTo>
                  <a:pt x="1815" y="447"/>
                </a:lnTo>
                <a:lnTo>
                  <a:pt x="1816" y="447"/>
                </a:lnTo>
                <a:lnTo>
                  <a:pt x="1816" y="446"/>
                </a:lnTo>
                <a:lnTo>
                  <a:pt x="1816" y="445"/>
                </a:lnTo>
                <a:lnTo>
                  <a:pt x="1818" y="444"/>
                </a:lnTo>
                <a:lnTo>
                  <a:pt x="1819" y="445"/>
                </a:lnTo>
                <a:lnTo>
                  <a:pt x="1820" y="445"/>
                </a:lnTo>
                <a:lnTo>
                  <a:pt x="1820" y="444"/>
                </a:lnTo>
                <a:lnTo>
                  <a:pt x="1821" y="444"/>
                </a:lnTo>
                <a:lnTo>
                  <a:pt x="1822" y="444"/>
                </a:lnTo>
                <a:lnTo>
                  <a:pt x="1823" y="445"/>
                </a:lnTo>
                <a:lnTo>
                  <a:pt x="1823" y="446"/>
                </a:lnTo>
                <a:lnTo>
                  <a:pt x="1824" y="446"/>
                </a:lnTo>
                <a:lnTo>
                  <a:pt x="1825" y="446"/>
                </a:lnTo>
                <a:lnTo>
                  <a:pt x="1826" y="446"/>
                </a:lnTo>
                <a:lnTo>
                  <a:pt x="1827" y="446"/>
                </a:lnTo>
                <a:lnTo>
                  <a:pt x="1827" y="447"/>
                </a:lnTo>
                <a:lnTo>
                  <a:pt x="1828" y="447"/>
                </a:lnTo>
                <a:lnTo>
                  <a:pt x="1830" y="447"/>
                </a:lnTo>
                <a:lnTo>
                  <a:pt x="1831" y="447"/>
                </a:lnTo>
                <a:lnTo>
                  <a:pt x="1831" y="446"/>
                </a:lnTo>
                <a:lnTo>
                  <a:pt x="1831" y="445"/>
                </a:lnTo>
                <a:lnTo>
                  <a:pt x="1831" y="444"/>
                </a:lnTo>
                <a:lnTo>
                  <a:pt x="1832" y="442"/>
                </a:lnTo>
                <a:lnTo>
                  <a:pt x="1833" y="443"/>
                </a:lnTo>
                <a:lnTo>
                  <a:pt x="1834" y="443"/>
                </a:lnTo>
                <a:lnTo>
                  <a:pt x="1834" y="444"/>
                </a:lnTo>
                <a:lnTo>
                  <a:pt x="1836" y="445"/>
                </a:lnTo>
                <a:lnTo>
                  <a:pt x="1836" y="446"/>
                </a:lnTo>
                <a:lnTo>
                  <a:pt x="1837" y="446"/>
                </a:lnTo>
                <a:lnTo>
                  <a:pt x="1838" y="446"/>
                </a:lnTo>
                <a:lnTo>
                  <a:pt x="1839" y="445"/>
                </a:lnTo>
                <a:lnTo>
                  <a:pt x="1839" y="444"/>
                </a:lnTo>
                <a:lnTo>
                  <a:pt x="1839" y="443"/>
                </a:lnTo>
                <a:lnTo>
                  <a:pt x="1840" y="443"/>
                </a:lnTo>
                <a:lnTo>
                  <a:pt x="1840" y="442"/>
                </a:lnTo>
                <a:lnTo>
                  <a:pt x="1841" y="442"/>
                </a:lnTo>
                <a:lnTo>
                  <a:pt x="1842" y="441"/>
                </a:lnTo>
                <a:lnTo>
                  <a:pt x="1842" y="440"/>
                </a:lnTo>
                <a:lnTo>
                  <a:pt x="1842" y="439"/>
                </a:lnTo>
                <a:lnTo>
                  <a:pt x="1842" y="438"/>
                </a:lnTo>
                <a:lnTo>
                  <a:pt x="1843" y="438"/>
                </a:lnTo>
                <a:lnTo>
                  <a:pt x="1844" y="438"/>
                </a:lnTo>
                <a:lnTo>
                  <a:pt x="1844" y="437"/>
                </a:lnTo>
                <a:lnTo>
                  <a:pt x="1845" y="437"/>
                </a:lnTo>
                <a:lnTo>
                  <a:pt x="1845" y="436"/>
                </a:lnTo>
                <a:lnTo>
                  <a:pt x="1846" y="435"/>
                </a:lnTo>
                <a:lnTo>
                  <a:pt x="1847" y="435"/>
                </a:lnTo>
                <a:lnTo>
                  <a:pt x="1848" y="435"/>
                </a:lnTo>
                <a:lnTo>
                  <a:pt x="1850" y="437"/>
                </a:lnTo>
                <a:lnTo>
                  <a:pt x="1851" y="437"/>
                </a:lnTo>
                <a:lnTo>
                  <a:pt x="1851" y="438"/>
                </a:lnTo>
                <a:lnTo>
                  <a:pt x="1852" y="439"/>
                </a:lnTo>
                <a:lnTo>
                  <a:pt x="1854" y="439"/>
                </a:lnTo>
                <a:lnTo>
                  <a:pt x="1855" y="439"/>
                </a:lnTo>
                <a:lnTo>
                  <a:pt x="1855" y="440"/>
                </a:lnTo>
                <a:lnTo>
                  <a:pt x="1857" y="441"/>
                </a:lnTo>
                <a:lnTo>
                  <a:pt x="1857" y="442"/>
                </a:lnTo>
                <a:lnTo>
                  <a:pt x="1858" y="442"/>
                </a:lnTo>
                <a:lnTo>
                  <a:pt x="1859" y="443"/>
                </a:lnTo>
                <a:lnTo>
                  <a:pt x="1862" y="443"/>
                </a:lnTo>
                <a:lnTo>
                  <a:pt x="1863" y="442"/>
                </a:lnTo>
                <a:lnTo>
                  <a:pt x="1863" y="441"/>
                </a:lnTo>
                <a:lnTo>
                  <a:pt x="1864" y="441"/>
                </a:lnTo>
                <a:lnTo>
                  <a:pt x="1865" y="438"/>
                </a:lnTo>
                <a:lnTo>
                  <a:pt x="1866" y="438"/>
                </a:lnTo>
                <a:lnTo>
                  <a:pt x="1867" y="438"/>
                </a:lnTo>
                <a:lnTo>
                  <a:pt x="1869" y="438"/>
                </a:lnTo>
                <a:lnTo>
                  <a:pt x="1870" y="438"/>
                </a:lnTo>
                <a:lnTo>
                  <a:pt x="1871" y="437"/>
                </a:lnTo>
                <a:lnTo>
                  <a:pt x="1872" y="437"/>
                </a:lnTo>
                <a:lnTo>
                  <a:pt x="1872" y="436"/>
                </a:lnTo>
                <a:lnTo>
                  <a:pt x="1873" y="436"/>
                </a:lnTo>
                <a:lnTo>
                  <a:pt x="1874" y="436"/>
                </a:lnTo>
                <a:lnTo>
                  <a:pt x="1874" y="437"/>
                </a:lnTo>
                <a:lnTo>
                  <a:pt x="1875" y="437"/>
                </a:lnTo>
                <a:lnTo>
                  <a:pt x="1877" y="437"/>
                </a:lnTo>
                <a:lnTo>
                  <a:pt x="1878" y="436"/>
                </a:lnTo>
                <a:lnTo>
                  <a:pt x="1879" y="436"/>
                </a:lnTo>
                <a:lnTo>
                  <a:pt x="1880" y="436"/>
                </a:lnTo>
                <a:lnTo>
                  <a:pt x="1881" y="436"/>
                </a:lnTo>
                <a:lnTo>
                  <a:pt x="1882" y="436"/>
                </a:lnTo>
                <a:lnTo>
                  <a:pt x="1883" y="436"/>
                </a:lnTo>
                <a:lnTo>
                  <a:pt x="1885" y="436"/>
                </a:lnTo>
                <a:lnTo>
                  <a:pt x="1885" y="435"/>
                </a:lnTo>
                <a:lnTo>
                  <a:pt x="1886" y="435"/>
                </a:lnTo>
                <a:lnTo>
                  <a:pt x="1886" y="434"/>
                </a:lnTo>
                <a:lnTo>
                  <a:pt x="1887" y="434"/>
                </a:lnTo>
                <a:lnTo>
                  <a:pt x="1887" y="435"/>
                </a:lnTo>
                <a:lnTo>
                  <a:pt x="1888" y="436"/>
                </a:lnTo>
                <a:lnTo>
                  <a:pt x="1888" y="437"/>
                </a:lnTo>
                <a:lnTo>
                  <a:pt x="1888" y="438"/>
                </a:lnTo>
                <a:lnTo>
                  <a:pt x="1889" y="438"/>
                </a:lnTo>
                <a:lnTo>
                  <a:pt x="1890" y="439"/>
                </a:lnTo>
                <a:lnTo>
                  <a:pt x="1891" y="439"/>
                </a:lnTo>
                <a:lnTo>
                  <a:pt x="1892" y="439"/>
                </a:lnTo>
                <a:lnTo>
                  <a:pt x="1892" y="441"/>
                </a:lnTo>
                <a:lnTo>
                  <a:pt x="1893" y="441"/>
                </a:lnTo>
                <a:lnTo>
                  <a:pt x="1893" y="442"/>
                </a:lnTo>
                <a:lnTo>
                  <a:pt x="1894" y="445"/>
                </a:lnTo>
                <a:lnTo>
                  <a:pt x="1893" y="445"/>
                </a:lnTo>
                <a:lnTo>
                  <a:pt x="1893" y="446"/>
                </a:lnTo>
                <a:lnTo>
                  <a:pt x="1892" y="447"/>
                </a:lnTo>
                <a:lnTo>
                  <a:pt x="1893" y="447"/>
                </a:lnTo>
                <a:lnTo>
                  <a:pt x="1893" y="448"/>
                </a:lnTo>
                <a:lnTo>
                  <a:pt x="1892" y="448"/>
                </a:lnTo>
                <a:lnTo>
                  <a:pt x="1892" y="449"/>
                </a:lnTo>
                <a:lnTo>
                  <a:pt x="1891" y="449"/>
                </a:lnTo>
                <a:lnTo>
                  <a:pt x="1890" y="450"/>
                </a:lnTo>
                <a:lnTo>
                  <a:pt x="1889" y="451"/>
                </a:lnTo>
                <a:lnTo>
                  <a:pt x="1889" y="452"/>
                </a:lnTo>
                <a:lnTo>
                  <a:pt x="1888" y="452"/>
                </a:lnTo>
                <a:lnTo>
                  <a:pt x="1888" y="453"/>
                </a:lnTo>
                <a:lnTo>
                  <a:pt x="1886" y="452"/>
                </a:lnTo>
                <a:lnTo>
                  <a:pt x="1885" y="453"/>
                </a:lnTo>
                <a:lnTo>
                  <a:pt x="1884" y="453"/>
                </a:lnTo>
                <a:lnTo>
                  <a:pt x="1882" y="451"/>
                </a:lnTo>
                <a:lnTo>
                  <a:pt x="1880" y="451"/>
                </a:lnTo>
                <a:lnTo>
                  <a:pt x="1879" y="451"/>
                </a:lnTo>
                <a:lnTo>
                  <a:pt x="1878" y="451"/>
                </a:lnTo>
                <a:lnTo>
                  <a:pt x="1876" y="450"/>
                </a:lnTo>
                <a:lnTo>
                  <a:pt x="1875" y="450"/>
                </a:lnTo>
                <a:lnTo>
                  <a:pt x="1874" y="451"/>
                </a:lnTo>
                <a:lnTo>
                  <a:pt x="1872" y="453"/>
                </a:lnTo>
                <a:lnTo>
                  <a:pt x="1871" y="453"/>
                </a:lnTo>
                <a:lnTo>
                  <a:pt x="1870" y="454"/>
                </a:lnTo>
                <a:lnTo>
                  <a:pt x="1869" y="454"/>
                </a:lnTo>
                <a:lnTo>
                  <a:pt x="1869" y="455"/>
                </a:lnTo>
                <a:lnTo>
                  <a:pt x="1870" y="455"/>
                </a:lnTo>
                <a:lnTo>
                  <a:pt x="1870" y="456"/>
                </a:lnTo>
                <a:lnTo>
                  <a:pt x="1871" y="456"/>
                </a:lnTo>
                <a:lnTo>
                  <a:pt x="1873" y="458"/>
                </a:lnTo>
                <a:lnTo>
                  <a:pt x="1872" y="459"/>
                </a:lnTo>
                <a:lnTo>
                  <a:pt x="1871" y="459"/>
                </a:lnTo>
                <a:lnTo>
                  <a:pt x="1872" y="459"/>
                </a:lnTo>
                <a:lnTo>
                  <a:pt x="1873" y="460"/>
                </a:lnTo>
                <a:lnTo>
                  <a:pt x="1875" y="460"/>
                </a:lnTo>
                <a:lnTo>
                  <a:pt x="1875" y="461"/>
                </a:lnTo>
                <a:lnTo>
                  <a:pt x="1876" y="461"/>
                </a:lnTo>
                <a:lnTo>
                  <a:pt x="1876" y="462"/>
                </a:lnTo>
                <a:lnTo>
                  <a:pt x="1877" y="462"/>
                </a:lnTo>
                <a:lnTo>
                  <a:pt x="1877" y="463"/>
                </a:lnTo>
                <a:lnTo>
                  <a:pt x="1877" y="464"/>
                </a:lnTo>
                <a:lnTo>
                  <a:pt x="1878" y="465"/>
                </a:lnTo>
                <a:lnTo>
                  <a:pt x="1879" y="466"/>
                </a:lnTo>
                <a:lnTo>
                  <a:pt x="1879" y="467"/>
                </a:lnTo>
                <a:lnTo>
                  <a:pt x="1880" y="468"/>
                </a:lnTo>
                <a:lnTo>
                  <a:pt x="1880" y="469"/>
                </a:lnTo>
                <a:lnTo>
                  <a:pt x="1881" y="469"/>
                </a:lnTo>
                <a:lnTo>
                  <a:pt x="1882" y="471"/>
                </a:lnTo>
                <a:lnTo>
                  <a:pt x="1883" y="471"/>
                </a:lnTo>
                <a:lnTo>
                  <a:pt x="1884" y="471"/>
                </a:lnTo>
                <a:lnTo>
                  <a:pt x="1884" y="474"/>
                </a:lnTo>
                <a:lnTo>
                  <a:pt x="1884" y="475"/>
                </a:lnTo>
                <a:lnTo>
                  <a:pt x="1883" y="476"/>
                </a:lnTo>
                <a:lnTo>
                  <a:pt x="1882" y="477"/>
                </a:lnTo>
                <a:lnTo>
                  <a:pt x="1880" y="478"/>
                </a:lnTo>
                <a:lnTo>
                  <a:pt x="1879" y="477"/>
                </a:lnTo>
                <a:lnTo>
                  <a:pt x="1878" y="477"/>
                </a:lnTo>
                <a:lnTo>
                  <a:pt x="1878" y="476"/>
                </a:lnTo>
                <a:lnTo>
                  <a:pt x="1877" y="476"/>
                </a:lnTo>
                <a:lnTo>
                  <a:pt x="1876" y="476"/>
                </a:lnTo>
                <a:lnTo>
                  <a:pt x="1875" y="476"/>
                </a:lnTo>
                <a:lnTo>
                  <a:pt x="1874" y="476"/>
                </a:lnTo>
                <a:lnTo>
                  <a:pt x="1873" y="476"/>
                </a:lnTo>
                <a:lnTo>
                  <a:pt x="1872" y="476"/>
                </a:lnTo>
                <a:lnTo>
                  <a:pt x="1872" y="475"/>
                </a:lnTo>
                <a:lnTo>
                  <a:pt x="1871" y="475"/>
                </a:lnTo>
                <a:lnTo>
                  <a:pt x="1870" y="475"/>
                </a:lnTo>
                <a:lnTo>
                  <a:pt x="1870" y="476"/>
                </a:lnTo>
                <a:lnTo>
                  <a:pt x="1868" y="476"/>
                </a:lnTo>
                <a:lnTo>
                  <a:pt x="1867" y="476"/>
                </a:lnTo>
                <a:lnTo>
                  <a:pt x="1866" y="476"/>
                </a:lnTo>
                <a:lnTo>
                  <a:pt x="1866" y="477"/>
                </a:lnTo>
                <a:lnTo>
                  <a:pt x="1866" y="478"/>
                </a:lnTo>
                <a:lnTo>
                  <a:pt x="1866" y="479"/>
                </a:lnTo>
                <a:lnTo>
                  <a:pt x="1867" y="479"/>
                </a:lnTo>
                <a:lnTo>
                  <a:pt x="1868" y="479"/>
                </a:lnTo>
                <a:lnTo>
                  <a:pt x="1868" y="480"/>
                </a:lnTo>
                <a:lnTo>
                  <a:pt x="1868" y="481"/>
                </a:lnTo>
                <a:lnTo>
                  <a:pt x="1869" y="482"/>
                </a:lnTo>
                <a:lnTo>
                  <a:pt x="1869" y="483"/>
                </a:lnTo>
                <a:lnTo>
                  <a:pt x="1870" y="483"/>
                </a:lnTo>
                <a:lnTo>
                  <a:pt x="1869" y="484"/>
                </a:lnTo>
                <a:lnTo>
                  <a:pt x="1868" y="484"/>
                </a:lnTo>
                <a:lnTo>
                  <a:pt x="1865" y="484"/>
                </a:lnTo>
                <a:lnTo>
                  <a:pt x="1865" y="485"/>
                </a:lnTo>
                <a:lnTo>
                  <a:pt x="1863" y="487"/>
                </a:lnTo>
                <a:lnTo>
                  <a:pt x="1863" y="488"/>
                </a:lnTo>
                <a:lnTo>
                  <a:pt x="1864" y="488"/>
                </a:lnTo>
                <a:lnTo>
                  <a:pt x="1865" y="488"/>
                </a:lnTo>
                <a:lnTo>
                  <a:pt x="1865" y="489"/>
                </a:lnTo>
                <a:lnTo>
                  <a:pt x="1866" y="490"/>
                </a:lnTo>
                <a:lnTo>
                  <a:pt x="1867" y="490"/>
                </a:lnTo>
                <a:lnTo>
                  <a:pt x="1868" y="491"/>
                </a:lnTo>
                <a:lnTo>
                  <a:pt x="1869" y="491"/>
                </a:lnTo>
                <a:lnTo>
                  <a:pt x="1870" y="492"/>
                </a:lnTo>
                <a:lnTo>
                  <a:pt x="1871" y="493"/>
                </a:lnTo>
                <a:lnTo>
                  <a:pt x="1870" y="494"/>
                </a:lnTo>
                <a:lnTo>
                  <a:pt x="1868" y="495"/>
                </a:lnTo>
                <a:lnTo>
                  <a:pt x="1868" y="496"/>
                </a:lnTo>
                <a:lnTo>
                  <a:pt x="1867" y="496"/>
                </a:lnTo>
                <a:lnTo>
                  <a:pt x="1866" y="496"/>
                </a:lnTo>
                <a:lnTo>
                  <a:pt x="1866" y="495"/>
                </a:lnTo>
                <a:lnTo>
                  <a:pt x="1865" y="495"/>
                </a:lnTo>
                <a:lnTo>
                  <a:pt x="1865" y="494"/>
                </a:lnTo>
                <a:lnTo>
                  <a:pt x="1864" y="494"/>
                </a:lnTo>
                <a:lnTo>
                  <a:pt x="1863" y="494"/>
                </a:lnTo>
                <a:lnTo>
                  <a:pt x="1862" y="493"/>
                </a:lnTo>
                <a:lnTo>
                  <a:pt x="1861" y="492"/>
                </a:lnTo>
                <a:lnTo>
                  <a:pt x="1860" y="492"/>
                </a:lnTo>
                <a:lnTo>
                  <a:pt x="1860" y="491"/>
                </a:lnTo>
                <a:lnTo>
                  <a:pt x="1860" y="492"/>
                </a:lnTo>
                <a:lnTo>
                  <a:pt x="1859" y="492"/>
                </a:lnTo>
                <a:lnTo>
                  <a:pt x="1859" y="493"/>
                </a:lnTo>
                <a:lnTo>
                  <a:pt x="1857" y="493"/>
                </a:lnTo>
                <a:lnTo>
                  <a:pt x="1856" y="493"/>
                </a:lnTo>
                <a:lnTo>
                  <a:pt x="1856" y="494"/>
                </a:lnTo>
                <a:lnTo>
                  <a:pt x="1856" y="495"/>
                </a:lnTo>
                <a:lnTo>
                  <a:pt x="1855" y="495"/>
                </a:lnTo>
                <a:lnTo>
                  <a:pt x="1854" y="495"/>
                </a:lnTo>
                <a:lnTo>
                  <a:pt x="1853" y="495"/>
                </a:lnTo>
                <a:lnTo>
                  <a:pt x="1852" y="498"/>
                </a:lnTo>
                <a:lnTo>
                  <a:pt x="1853" y="498"/>
                </a:lnTo>
                <a:lnTo>
                  <a:pt x="1855" y="500"/>
                </a:lnTo>
                <a:lnTo>
                  <a:pt x="1856" y="501"/>
                </a:lnTo>
                <a:lnTo>
                  <a:pt x="1856" y="503"/>
                </a:lnTo>
                <a:lnTo>
                  <a:pt x="1857" y="504"/>
                </a:lnTo>
                <a:lnTo>
                  <a:pt x="1856" y="506"/>
                </a:lnTo>
                <a:lnTo>
                  <a:pt x="1856" y="507"/>
                </a:lnTo>
                <a:lnTo>
                  <a:pt x="1856" y="508"/>
                </a:lnTo>
                <a:lnTo>
                  <a:pt x="1857" y="510"/>
                </a:lnTo>
                <a:lnTo>
                  <a:pt x="1858" y="510"/>
                </a:lnTo>
                <a:lnTo>
                  <a:pt x="1859" y="509"/>
                </a:lnTo>
                <a:lnTo>
                  <a:pt x="1860" y="510"/>
                </a:lnTo>
                <a:lnTo>
                  <a:pt x="1861" y="510"/>
                </a:lnTo>
                <a:lnTo>
                  <a:pt x="1861" y="511"/>
                </a:lnTo>
                <a:lnTo>
                  <a:pt x="1861" y="512"/>
                </a:lnTo>
                <a:lnTo>
                  <a:pt x="1862" y="512"/>
                </a:lnTo>
                <a:lnTo>
                  <a:pt x="1863" y="513"/>
                </a:lnTo>
                <a:lnTo>
                  <a:pt x="1863" y="514"/>
                </a:lnTo>
                <a:lnTo>
                  <a:pt x="1864" y="515"/>
                </a:lnTo>
                <a:lnTo>
                  <a:pt x="1865" y="516"/>
                </a:lnTo>
                <a:lnTo>
                  <a:pt x="1865" y="517"/>
                </a:lnTo>
                <a:lnTo>
                  <a:pt x="1866" y="518"/>
                </a:lnTo>
                <a:lnTo>
                  <a:pt x="1867" y="520"/>
                </a:lnTo>
                <a:lnTo>
                  <a:pt x="1868" y="520"/>
                </a:lnTo>
                <a:lnTo>
                  <a:pt x="1870" y="521"/>
                </a:lnTo>
                <a:lnTo>
                  <a:pt x="1872" y="521"/>
                </a:lnTo>
                <a:lnTo>
                  <a:pt x="1873" y="520"/>
                </a:lnTo>
                <a:lnTo>
                  <a:pt x="1874" y="520"/>
                </a:lnTo>
                <a:lnTo>
                  <a:pt x="1874" y="521"/>
                </a:lnTo>
                <a:lnTo>
                  <a:pt x="1875" y="523"/>
                </a:lnTo>
                <a:lnTo>
                  <a:pt x="1875" y="524"/>
                </a:lnTo>
                <a:lnTo>
                  <a:pt x="1875" y="525"/>
                </a:lnTo>
                <a:lnTo>
                  <a:pt x="1875" y="526"/>
                </a:lnTo>
                <a:lnTo>
                  <a:pt x="1876" y="526"/>
                </a:lnTo>
                <a:lnTo>
                  <a:pt x="1877" y="527"/>
                </a:lnTo>
                <a:lnTo>
                  <a:pt x="1878" y="527"/>
                </a:lnTo>
                <a:lnTo>
                  <a:pt x="1878" y="528"/>
                </a:lnTo>
                <a:lnTo>
                  <a:pt x="1879" y="528"/>
                </a:lnTo>
                <a:lnTo>
                  <a:pt x="1880" y="529"/>
                </a:lnTo>
                <a:lnTo>
                  <a:pt x="1881" y="529"/>
                </a:lnTo>
                <a:lnTo>
                  <a:pt x="1882" y="530"/>
                </a:lnTo>
                <a:lnTo>
                  <a:pt x="1883" y="530"/>
                </a:lnTo>
                <a:lnTo>
                  <a:pt x="1885" y="530"/>
                </a:lnTo>
                <a:lnTo>
                  <a:pt x="1886" y="530"/>
                </a:lnTo>
                <a:lnTo>
                  <a:pt x="1886" y="529"/>
                </a:lnTo>
                <a:lnTo>
                  <a:pt x="1888" y="529"/>
                </a:lnTo>
                <a:lnTo>
                  <a:pt x="1888" y="530"/>
                </a:lnTo>
                <a:lnTo>
                  <a:pt x="1888" y="531"/>
                </a:lnTo>
                <a:lnTo>
                  <a:pt x="1887" y="533"/>
                </a:lnTo>
                <a:lnTo>
                  <a:pt x="1886" y="534"/>
                </a:lnTo>
                <a:lnTo>
                  <a:pt x="1887" y="534"/>
                </a:lnTo>
                <a:lnTo>
                  <a:pt x="1887" y="535"/>
                </a:lnTo>
                <a:lnTo>
                  <a:pt x="1888" y="535"/>
                </a:lnTo>
                <a:lnTo>
                  <a:pt x="1889" y="535"/>
                </a:lnTo>
                <a:lnTo>
                  <a:pt x="1890" y="535"/>
                </a:lnTo>
                <a:lnTo>
                  <a:pt x="1890" y="536"/>
                </a:lnTo>
                <a:lnTo>
                  <a:pt x="1891" y="536"/>
                </a:lnTo>
                <a:lnTo>
                  <a:pt x="1892" y="535"/>
                </a:lnTo>
                <a:lnTo>
                  <a:pt x="1892" y="536"/>
                </a:lnTo>
                <a:lnTo>
                  <a:pt x="1893" y="537"/>
                </a:lnTo>
                <a:lnTo>
                  <a:pt x="1895" y="538"/>
                </a:lnTo>
                <a:lnTo>
                  <a:pt x="1897" y="538"/>
                </a:lnTo>
                <a:lnTo>
                  <a:pt x="1897" y="539"/>
                </a:lnTo>
                <a:lnTo>
                  <a:pt x="1898" y="539"/>
                </a:lnTo>
                <a:lnTo>
                  <a:pt x="1900" y="540"/>
                </a:lnTo>
                <a:lnTo>
                  <a:pt x="1901" y="540"/>
                </a:lnTo>
                <a:lnTo>
                  <a:pt x="1900" y="541"/>
                </a:lnTo>
                <a:lnTo>
                  <a:pt x="1899" y="542"/>
                </a:lnTo>
                <a:lnTo>
                  <a:pt x="1898" y="542"/>
                </a:lnTo>
                <a:lnTo>
                  <a:pt x="1896" y="545"/>
                </a:lnTo>
                <a:lnTo>
                  <a:pt x="1897" y="546"/>
                </a:lnTo>
                <a:lnTo>
                  <a:pt x="1898" y="546"/>
                </a:lnTo>
                <a:lnTo>
                  <a:pt x="1899" y="549"/>
                </a:lnTo>
                <a:lnTo>
                  <a:pt x="1899" y="550"/>
                </a:lnTo>
                <a:lnTo>
                  <a:pt x="1899" y="551"/>
                </a:lnTo>
                <a:lnTo>
                  <a:pt x="1899" y="552"/>
                </a:lnTo>
                <a:lnTo>
                  <a:pt x="1898" y="552"/>
                </a:lnTo>
                <a:lnTo>
                  <a:pt x="1898" y="553"/>
                </a:lnTo>
                <a:lnTo>
                  <a:pt x="1899" y="554"/>
                </a:lnTo>
                <a:lnTo>
                  <a:pt x="1900" y="555"/>
                </a:lnTo>
                <a:lnTo>
                  <a:pt x="1901" y="556"/>
                </a:lnTo>
                <a:lnTo>
                  <a:pt x="1903" y="557"/>
                </a:lnTo>
                <a:lnTo>
                  <a:pt x="1903" y="558"/>
                </a:lnTo>
                <a:lnTo>
                  <a:pt x="1903" y="559"/>
                </a:lnTo>
                <a:lnTo>
                  <a:pt x="1902" y="559"/>
                </a:lnTo>
                <a:lnTo>
                  <a:pt x="1901" y="558"/>
                </a:lnTo>
                <a:lnTo>
                  <a:pt x="1900" y="559"/>
                </a:lnTo>
                <a:lnTo>
                  <a:pt x="1899" y="559"/>
                </a:lnTo>
                <a:lnTo>
                  <a:pt x="1898" y="559"/>
                </a:lnTo>
                <a:lnTo>
                  <a:pt x="1898" y="560"/>
                </a:lnTo>
                <a:lnTo>
                  <a:pt x="1898" y="561"/>
                </a:lnTo>
                <a:lnTo>
                  <a:pt x="1896" y="561"/>
                </a:lnTo>
                <a:lnTo>
                  <a:pt x="1895" y="562"/>
                </a:lnTo>
                <a:lnTo>
                  <a:pt x="1894" y="562"/>
                </a:lnTo>
                <a:lnTo>
                  <a:pt x="1894" y="563"/>
                </a:lnTo>
                <a:lnTo>
                  <a:pt x="1894" y="564"/>
                </a:lnTo>
                <a:lnTo>
                  <a:pt x="1892" y="564"/>
                </a:lnTo>
                <a:lnTo>
                  <a:pt x="1891" y="564"/>
                </a:lnTo>
                <a:lnTo>
                  <a:pt x="1891" y="565"/>
                </a:lnTo>
                <a:lnTo>
                  <a:pt x="1890" y="565"/>
                </a:lnTo>
                <a:lnTo>
                  <a:pt x="1890" y="566"/>
                </a:lnTo>
                <a:lnTo>
                  <a:pt x="1890" y="567"/>
                </a:lnTo>
                <a:lnTo>
                  <a:pt x="1890" y="569"/>
                </a:lnTo>
                <a:lnTo>
                  <a:pt x="1889" y="569"/>
                </a:lnTo>
                <a:lnTo>
                  <a:pt x="1889" y="568"/>
                </a:lnTo>
                <a:lnTo>
                  <a:pt x="1888" y="567"/>
                </a:lnTo>
                <a:lnTo>
                  <a:pt x="1888" y="566"/>
                </a:lnTo>
                <a:lnTo>
                  <a:pt x="1887" y="566"/>
                </a:lnTo>
                <a:lnTo>
                  <a:pt x="1886" y="566"/>
                </a:lnTo>
                <a:lnTo>
                  <a:pt x="1885" y="566"/>
                </a:lnTo>
                <a:lnTo>
                  <a:pt x="1884" y="567"/>
                </a:lnTo>
                <a:lnTo>
                  <a:pt x="1883" y="568"/>
                </a:lnTo>
                <a:lnTo>
                  <a:pt x="1882" y="568"/>
                </a:lnTo>
                <a:lnTo>
                  <a:pt x="1882" y="569"/>
                </a:lnTo>
                <a:lnTo>
                  <a:pt x="1882" y="570"/>
                </a:lnTo>
                <a:lnTo>
                  <a:pt x="1882" y="571"/>
                </a:lnTo>
                <a:lnTo>
                  <a:pt x="1881" y="571"/>
                </a:lnTo>
                <a:lnTo>
                  <a:pt x="1881" y="572"/>
                </a:lnTo>
                <a:lnTo>
                  <a:pt x="1880" y="572"/>
                </a:lnTo>
                <a:lnTo>
                  <a:pt x="1879" y="572"/>
                </a:lnTo>
                <a:lnTo>
                  <a:pt x="1877" y="574"/>
                </a:lnTo>
                <a:lnTo>
                  <a:pt x="1877" y="575"/>
                </a:lnTo>
                <a:lnTo>
                  <a:pt x="1877" y="576"/>
                </a:lnTo>
                <a:lnTo>
                  <a:pt x="1877" y="577"/>
                </a:lnTo>
                <a:lnTo>
                  <a:pt x="1878" y="577"/>
                </a:lnTo>
                <a:lnTo>
                  <a:pt x="1878" y="578"/>
                </a:lnTo>
                <a:lnTo>
                  <a:pt x="1876" y="579"/>
                </a:lnTo>
                <a:lnTo>
                  <a:pt x="1875" y="579"/>
                </a:lnTo>
                <a:lnTo>
                  <a:pt x="1875" y="580"/>
                </a:lnTo>
                <a:lnTo>
                  <a:pt x="1877" y="581"/>
                </a:lnTo>
                <a:lnTo>
                  <a:pt x="1877" y="582"/>
                </a:lnTo>
                <a:lnTo>
                  <a:pt x="1877" y="584"/>
                </a:lnTo>
                <a:lnTo>
                  <a:pt x="1876" y="585"/>
                </a:lnTo>
                <a:lnTo>
                  <a:pt x="1875" y="585"/>
                </a:lnTo>
                <a:lnTo>
                  <a:pt x="1874" y="585"/>
                </a:lnTo>
                <a:lnTo>
                  <a:pt x="1873" y="585"/>
                </a:lnTo>
                <a:lnTo>
                  <a:pt x="1872" y="585"/>
                </a:lnTo>
                <a:lnTo>
                  <a:pt x="1870" y="584"/>
                </a:lnTo>
                <a:lnTo>
                  <a:pt x="1870" y="585"/>
                </a:lnTo>
                <a:lnTo>
                  <a:pt x="1869" y="586"/>
                </a:lnTo>
                <a:lnTo>
                  <a:pt x="1869" y="588"/>
                </a:lnTo>
                <a:lnTo>
                  <a:pt x="1869" y="589"/>
                </a:lnTo>
                <a:lnTo>
                  <a:pt x="1870" y="589"/>
                </a:lnTo>
                <a:lnTo>
                  <a:pt x="1870" y="590"/>
                </a:lnTo>
                <a:lnTo>
                  <a:pt x="1870" y="591"/>
                </a:lnTo>
                <a:lnTo>
                  <a:pt x="1870" y="592"/>
                </a:lnTo>
                <a:lnTo>
                  <a:pt x="1869" y="592"/>
                </a:lnTo>
                <a:lnTo>
                  <a:pt x="1868" y="592"/>
                </a:lnTo>
                <a:lnTo>
                  <a:pt x="1867" y="593"/>
                </a:lnTo>
                <a:lnTo>
                  <a:pt x="1866" y="593"/>
                </a:lnTo>
                <a:lnTo>
                  <a:pt x="1866" y="594"/>
                </a:lnTo>
                <a:lnTo>
                  <a:pt x="1864" y="593"/>
                </a:lnTo>
                <a:lnTo>
                  <a:pt x="1862" y="594"/>
                </a:lnTo>
                <a:lnTo>
                  <a:pt x="1861" y="594"/>
                </a:lnTo>
                <a:lnTo>
                  <a:pt x="1861" y="593"/>
                </a:lnTo>
                <a:lnTo>
                  <a:pt x="1860" y="593"/>
                </a:lnTo>
                <a:lnTo>
                  <a:pt x="1859" y="593"/>
                </a:lnTo>
                <a:lnTo>
                  <a:pt x="1858" y="594"/>
                </a:lnTo>
                <a:lnTo>
                  <a:pt x="1857" y="594"/>
                </a:lnTo>
                <a:lnTo>
                  <a:pt x="1856" y="594"/>
                </a:lnTo>
                <a:lnTo>
                  <a:pt x="1855" y="594"/>
                </a:lnTo>
                <a:lnTo>
                  <a:pt x="1854" y="595"/>
                </a:lnTo>
                <a:lnTo>
                  <a:pt x="1853" y="595"/>
                </a:lnTo>
                <a:lnTo>
                  <a:pt x="1853" y="594"/>
                </a:lnTo>
                <a:lnTo>
                  <a:pt x="1852" y="593"/>
                </a:lnTo>
                <a:lnTo>
                  <a:pt x="1851" y="593"/>
                </a:lnTo>
                <a:lnTo>
                  <a:pt x="1850" y="593"/>
                </a:lnTo>
                <a:lnTo>
                  <a:pt x="1849" y="594"/>
                </a:lnTo>
                <a:lnTo>
                  <a:pt x="1849" y="595"/>
                </a:lnTo>
                <a:lnTo>
                  <a:pt x="1848" y="595"/>
                </a:lnTo>
                <a:lnTo>
                  <a:pt x="1848" y="596"/>
                </a:lnTo>
                <a:lnTo>
                  <a:pt x="1847" y="596"/>
                </a:lnTo>
                <a:lnTo>
                  <a:pt x="1846" y="596"/>
                </a:lnTo>
                <a:lnTo>
                  <a:pt x="1844" y="597"/>
                </a:lnTo>
                <a:lnTo>
                  <a:pt x="1843" y="597"/>
                </a:lnTo>
                <a:lnTo>
                  <a:pt x="1843" y="599"/>
                </a:lnTo>
                <a:lnTo>
                  <a:pt x="1844" y="599"/>
                </a:lnTo>
                <a:lnTo>
                  <a:pt x="1844" y="600"/>
                </a:lnTo>
                <a:lnTo>
                  <a:pt x="1844" y="601"/>
                </a:lnTo>
                <a:lnTo>
                  <a:pt x="1844" y="602"/>
                </a:lnTo>
                <a:lnTo>
                  <a:pt x="1845" y="602"/>
                </a:lnTo>
                <a:lnTo>
                  <a:pt x="1846" y="602"/>
                </a:lnTo>
                <a:lnTo>
                  <a:pt x="1847" y="602"/>
                </a:lnTo>
                <a:lnTo>
                  <a:pt x="1847" y="601"/>
                </a:lnTo>
                <a:lnTo>
                  <a:pt x="1849" y="602"/>
                </a:lnTo>
                <a:lnTo>
                  <a:pt x="1850" y="603"/>
                </a:lnTo>
                <a:lnTo>
                  <a:pt x="1850" y="604"/>
                </a:lnTo>
                <a:lnTo>
                  <a:pt x="1850" y="605"/>
                </a:lnTo>
                <a:lnTo>
                  <a:pt x="1849" y="605"/>
                </a:lnTo>
                <a:lnTo>
                  <a:pt x="1849" y="606"/>
                </a:lnTo>
                <a:lnTo>
                  <a:pt x="1848" y="606"/>
                </a:lnTo>
                <a:lnTo>
                  <a:pt x="1847" y="607"/>
                </a:lnTo>
                <a:lnTo>
                  <a:pt x="1847" y="608"/>
                </a:lnTo>
                <a:lnTo>
                  <a:pt x="1847" y="609"/>
                </a:lnTo>
                <a:lnTo>
                  <a:pt x="1848" y="610"/>
                </a:lnTo>
                <a:lnTo>
                  <a:pt x="1848" y="613"/>
                </a:lnTo>
                <a:lnTo>
                  <a:pt x="1847" y="615"/>
                </a:lnTo>
                <a:lnTo>
                  <a:pt x="1847" y="616"/>
                </a:lnTo>
                <a:lnTo>
                  <a:pt x="1846" y="617"/>
                </a:lnTo>
                <a:lnTo>
                  <a:pt x="1845" y="617"/>
                </a:lnTo>
                <a:lnTo>
                  <a:pt x="1844" y="617"/>
                </a:lnTo>
                <a:lnTo>
                  <a:pt x="1842" y="617"/>
                </a:lnTo>
                <a:lnTo>
                  <a:pt x="1842" y="618"/>
                </a:lnTo>
                <a:lnTo>
                  <a:pt x="1842" y="619"/>
                </a:lnTo>
                <a:lnTo>
                  <a:pt x="1841" y="619"/>
                </a:lnTo>
                <a:lnTo>
                  <a:pt x="1841" y="620"/>
                </a:lnTo>
                <a:lnTo>
                  <a:pt x="1840" y="620"/>
                </a:lnTo>
                <a:lnTo>
                  <a:pt x="1839" y="620"/>
                </a:lnTo>
                <a:lnTo>
                  <a:pt x="1838" y="621"/>
                </a:lnTo>
                <a:lnTo>
                  <a:pt x="1838" y="622"/>
                </a:lnTo>
                <a:lnTo>
                  <a:pt x="1839" y="623"/>
                </a:lnTo>
                <a:lnTo>
                  <a:pt x="1839" y="624"/>
                </a:lnTo>
                <a:lnTo>
                  <a:pt x="1840" y="624"/>
                </a:lnTo>
                <a:lnTo>
                  <a:pt x="1841" y="624"/>
                </a:lnTo>
                <a:lnTo>
                  <a:pt x="1841" y="625"/>
                </a:lnTo>
                <a:lnTo>
                  <a:pt x="1842" y="625"/>
                </a:lnTo>
                <a:lnTo>
                  <a:pt x="1842" y="626"/>
                </a:lnTo>
                <a:lnTo>
                  <a:pt x="1843" y="626"/>
                </a:lnTo>
                <a:lnTo>
                  <a:pt x="1843" y="628"/>
                </a:lnTo>
                <a:lnTo>
                  <a:pt x="1844" y="628"/>
                </a:lnTo>
                <a:lnTo>
                  <a:pt x="1843" y="629"/>
                </a:lnTo>
                <a:lnTo>
                  <a:pt x="1843" y="631"/>
                </a:lnTo>
                <a:lnTo>
                  <a:pt x="1842" y="632"/>
                </a:lnTo>
                <a:lnTo>
                  <a:pt x="1841" y="632"/>
                </a:lnTo>
                <a:lnTo>
                  <a:pt x="1840" y="632"/>
                </a:lnTo>
                <a:lnTo>
                  <a:pt x="1839" y="633"/>
                </a:lnTo>
                <a:lnTo>
                  <a:pt x="1839" y="634"/>
                </a:lnTo>
                <a:lnTo>
                  <a:pt x="1838" y="635"/>
                </a:lnTo>
                <a:lnTo>
                  <a:pt x="1837" y="636"/>
                </a:lnTo>
                <a:lnTo>
                  <a:pt x="1836" y="636"/>
                </a:lnTo>
                <a:lnTo>
                  <a:pt x="1836" y="637"/>
                </a:lnTo>
                <a:lnTo>
                  <a:pt x="1835" y="637"/>
                </a:lnTo>
                <a:lnTo>
                  <a:pt x="1834" y="638"/>
                </a:lnTo>
                <a:lnTo>
                  <a:pt x="1832" y="639"/>
                </a:lnTo>
                <a:lnTo>
                  <a:pt x="1831" y="640"/>
                </a:lnTo>
                <a:lnTo>
                  <a:pt x="1830" y="640"/>
                </a:lnTo>
                <a:lnTo>
                  <a:pt x="1830" y="641"/>
                </a:lnTo>
                <a:lnTo>
                  <a:pt x="1829" y="641"/>
                </a:lnTo>
                <a:lnTo>
                  <a:pt x="1828" y="642"/>
                </a:lnTo>
                <a:lnTo>
                  <a:pt x="1828" y="643"/>
                </a:lnTo>
                <a:lnTo>
                  <a:pt x="1828" y="644"/>
                </a:lnTo>
                <a:lnTo>
                  <a:pt x="1827" y="644"/>
                </a:lnTo>
                <a:lnTo>
                  <a:pt x="1826" y="645"/>
                </a:lnTo>
                <a:lnTo>
                  <a:pt x="1825" y="645"/>
                </a:lnTo>
                <a:lnTo>
                  <a:pt x="1823" y="645"/>
                </a:lnTo>
                <a:lnTo>
                  <a:pt x="1823" y="646"/>
                </a:lnTo>
                <a:lnTo>
                  <a:pt x="1822" y="646"/>
                </a:lnTo>
                <a:lnTo>
                  <a:pt x="1822" y="647"/>
                </a:lnTo>
                <a:lnTo>
                  <a:pt x="1821" y="647"/>
                </a:lnTo>
                <a:lnTo>
                  <a:pt x="1820" y="646"/>
                </a:lnTo>
                <a:lnTo>
                  <a:pt x="1818" y="647"/>
                </a:lnTo>
                <a:lnTo>
                  <a:pt x="1815" y="649"/>
                </a:lnTo>
                <a:lnTo>
                  <a:pt x="1814" y="649"/>
                </a:lnTo>
                <a:lnTo>
                  <a:pt x="1816" y="649"/>
                </a:lnTo>
                <a:lnTo>
                  <a:pt x="1816" y="650"/>
                </a:lnTo>
                <a:lnTo>
                  <a:pt x="1816" y="651"/>
                </a:lnTo>
                <a:lnTo>
                  <a:pt x="1818" y="651"/>
                </a:lnTo>
                <a:lnTo>
                  <a:pt x="1816" y="651"/>
                </a:lnTo>
                <a:lnTo>
                  <a:pt x="1816" y="652"/>
                </a:lnTo>
                <a:lnTo>
                  <a:pt x="1816" y="653"/>
                </a:lnTo>
                <a:lnTo>
                  <a:pt x="1816" y="654"/>
                </a:lnTo>
                <a:lnTo>
                  <a:pt x="1818" y="654"/>
                </a:lnTo>
                <a:lnTo>
                  <a:pt x="1820" y="653"/>
                </a:lnTo>
                <a:lnTo>
                  <a:pt x="1822" y="652"/>
                </a:lnTo>
                <a:lnTo>
                  <a:pt x="1823" y="652"/>
                </a:lnTo>
                <a:lnTo>
                  <a:pt x="1824" y="652"/>
                </a:lnTo>
                <a:lnTo>
                  <a:pt x="1824" y="651"/>
                </a:lnTo>
                <a:lnTo>
                  <a:pt x="1825" y="651"/>
                </a:lnTo>
                <a:lnTo>
                  <a:pt x="1826" y="652"/>
                </a:lnTo>
                <a:lnTo>
                  <a:pt x="1824" y="653"/>
                </a:lnTo>
                <a:lnTo>
                  <a:pt x="1824" y="654"/>
                </a:lnTo>
                <a:lnTo>
                  <a:pt x="1825" y="654"/>
                </a:lnTo>
                <a:lnTo>
                  <a:pt x="1826" y="654"/>
                </a:lnTo>
                <a:lnTo>
                  <a:pt x="1827" y="655"/>
                </a:lnTo>
                <a:lnTo>
                  <a:pt x="1828" y="656"/>
                </a:lnTo>
                <a:lnTo>
                  <a:pt x="1828" y="659"/>
                </a:lnTo>
                <a:lnTo>
                  <a:pt x="1826" y="660"/>
                </a:lnTo>
                <a:lnTo>
                  <a:pt x="1824" y="662"/>
                </a:lnTo>
                <a:lnTo>
                  <a:pt x="1824" y="663"/>
                </a:lnTo>
                <a:lnTo>
                  <a:pt x="1825" y="663"/>
                </a:lnTo>
                <a:lnTo>
                  <a:pt x="1824" y="664"/>
                </a:lnTo>
                <a:lnTo>
                  <a:pt x="1824" y="665"/>
                </a:lnTo>
                <a:lnTo>
                  <a:pt x="1823" y="665"/>
                </a:lnTo>
                <a:lnTo>
                  <a:pt x="1822" y="667"/>
                </a:lnTo>
                <a:lnTo>
                  <a:pt x="1823" y="668"/>
                </a:lnTo>
                <a:lnTo>
                  <a:pt x="1823" y="669"/>
                </a:lnTo>
                <a:lnTo>
                  <a:pt x="1822" y="669"/>
                </a:lnTo>
                <a:lnTo>
                  <a:pt x="1821" y="669"/>
                </a:lnTo>
                <a:lnTo>
                  <a:pt x="1820" y="669"/>
                </a:lnTo>
                <a:lnTo>
                  <a:pt x="1820" y="670"/>
                </a:lnTo>
                <a:lnTo>
                  <a:pt x="1819" y="670"/>
                </a:lnTo>
                <a:lnTo>
                  <a:pt x="1819" y="671"/>
                </a:lnTo>
                <a:lnTo>
                  <a:pt x="1818" y="674"/>
                </a:lnTo>
                <a:lnTo>
                  <a:pt x="1816" y="675"/>
                </a:lnTo>
                <a:lnTo>
                  <a:pt x="1816" y="676"/>
                </a:lnTo>
                <a:lnTo>
                  <a:pt x="1815" y="676"/>
                </a:lnTo>
                <a:lnTo>
                  <a:pt x="1814" y="675"/>
                </a:lnTo>
                <a:lnTo>
                  <a:pt x="1814" y="676"/>
                </a:lnTo>
                <a:lnTo>
                  <a:pt x="1814" y="677"/>
                </a:lnTo>
                <a:lnTo>
                  <a:pt x="1814" y="679"/>
                </a:lnTo>
                <a:lnTo>
                  <a:pt x="1815" y="679"/>
                </a:lnTo>
                <a:lnTo>
                  <a:pt x="1815" y="680"/>
                </a:lnTo>
                <a:lnTo>
                  <a:pt x="1816" y="680"/>
                </a:lnTo>
                <a:lnTo>
                  <a:pt x="1816" y="681"/>
                </a:lnTo>
                <a:lnTo>
                  <a:pt x="1816" y="682"/>
                </a:lnTo>
                <a:lnTo>
                  <a:pt x="1816" y="683"/>
                </a:lnTo>
                <a:lnTo>
                  <a:pt x="1818" y="684"/>
                </a:lnTo>
                <a:lnTo>
                  <a:pt x="1818" y="685"/>
                </a:lnTo>
                <a:lnTo>
                  <a:pt x="1816" y="685"/>
                </a:lnTo>
                <a:lnTo>
                  <a:pt x="1816" y="686"/>
                </a:lnTo>
                <a:lnTo>
                  <a:pt x="1818" y="686"/>
                </a:lnTo>
                <a:lnTo>
                  <a:pt x="1819" y="686"/>
                </a:lnTo>
                <a:lnTo>
                  <a:pt x="1820" y="686"/>
                </a:lnTo>
                <a:lnTo>
                  <a:pt x="1821" y="686"/>
                </a:lnTo>
                <a:lnTo>
                  <a:pt x="1821" y="687"/>
                </a:lnTo>
                <a:lnTo>
                  <a:pt x="1822" y="687"/>
                </a:lnTo>
                <a:lnTo>
                  <a:pt x="1823" y="688"/>
                </a:lnTo>
                <a:lnTo>
                  <a:pt x="1823" y="689"/>
                </a:lnTo>
                <a:lnTo>
                  <a:pt x="1823" y="691"/>
                </a:lnTo>
                <a:lnTo>
                  <a:pt x="1821" y="691"/>
                </a:lnTo>
                <a:lnTo>
                  <a:pt x="1820" y="691"/>
                </a:lnTo>
                <a:lnTo>
                  <a:pt x="1818" y="692"/>
                </a:lnTo>
                <a:lnTo>
                  <a:pt x="1816" y="693"/>
                </a:lnTo>
                <a:lnTo>
                  <a:pt x="1815" y="694"/>
                </a:lnTo>
                <a:lnTo>
                  <a:pt x="1814" y="694"/>
                </a:lnTo>
                <a:lnTo>
                  <a:pt x="1813" y="694"/>
                </a:lnTo>
                <a:lnTo>
                  <a:pt x="1813" y="696"/>
                </a:lnTo>
                <a:lnTo>
                  <a:pt x="1812" y="698"/>
                </a:lnTo>
                <a:lnTo>
                  <a:pt x="1810" y="702"/>
                </a:lnTo>
                <a:lnTo>
                  <a:pt x="1810" y="703"/>
                </a:lnTo>
                <a:lnTo>
                  <a:pt x="1809" y="703"/>
                </a:lnTo>
                <a:lnTo>
                  <a:pt x="1808" y="703"/>
                </a:lnTo>
                <a:lnTo>
                  <a:pt x="1804" y="703"/>
                </a:lnTo>
                <a:lnTo>
                  <a:pt x="1804" y="702"/>
                </a:lnTo>
                <a:lnTo>
                  <a:pt x="1803" y="702"/>
                </a:lnTo>
                <a:lnTo>
                  <a:pt x="1802" y="706"/>
                </a:lnTo>
                <a:lnTo>
                  <a:pt x="1802" y="709"/>
                </a:lnTo>
                <a:lnTo>
                  <a:pt x="1802" y="710"/>
                </a:lnTo>
                <a:lnTo>
                  <a:pt x="1802" y="711"/>
                </a:lnTo>
                <a:lnTo>
                  <a:pt x="1802" y="712"/>
                </a:lnTo>
                <a:lnTo>
                  <a:pt x="1802" y="714"/>
                </a:lnTo>
                <a:lnTo>
                  <a:pt x="1804" y="717"/>
                </a:lnTo>
                <a:lnTo>
                  <a:pt x="1805" y="717"/>
                </a:lnTo>
                <a:lnTo>
                  <a:pt x="1807" y="717"/>
                </a:lnTo>
                <a:lnTo>
                  <a:pt x="1808" y="717"/>
                </a:lnTo>
                <a:lnTo>
                  <a:pt x="1810" y="717"/>
                </a:lnTo>
                <a:lnTo>
                  <a:pt x="1812" y="718"/>
                </a:lnTo>
                <a:lnTo>
                  <a:pt x="1812" y="719"/>
                </a:lnTo>
                <a:lnTo>
                  <a:pt x="1811" y="720"/>
                </a:lnTo>
                <a:lnTo>
                  <a:pt x="1810" y="720"/>
                </a:lnTo>
                <a:lnTo>
                  <a:pt x="1808" y="722"/>
                </a:lnTo>
                <a:lnTo>
                  <a:pt x="1806" y="724"/>
                </a:lnTo>
                <a:lnTo>
                  <a:pt x="1806" y="725"/>
                </a:lnTo>
                <a:lnTo>
                  <a:pt x="1806" y="726"/>
                </a:lnTo>
                <a:lnTo>
                  <a:pt x="1804" y="727"/>
                </a:lnTo>
                <a:lnTo>
                  <a:pt x="1803" y="728"/>
                </a:lnTo>
                <a:lnTo>
                  <a:pt x="1802" y="728"/>
                </a:lnTo>
                <a:lnTo>
                  <a:pt x="1801" y="729"/>
                </a:lnTo>
                <a:lnTo>
                  <a:pt x="1800" y="730"/>
                </a:lnTo>
                <a:lnTo>
                  <a:pt x="1799" y="731"/>
                </a:lnTo>
                <a:lnTo>
                  <a:pt x="1797" y="733"/>
                </a:lnTo>
                <a:lnTo>
                  <a:pt x="1795" y="734"/>
                </a:lnTo>
                <a:lnTo>
                  <a:pt x="1795" y="735"/>
                </a:lnTo>
                <a:lnTo>
                  <a:pt x="1795" y="736"/>
                </a:lnTo>
                <a:lnTo>
                  <a:pt x="1794" y="737"/>
                </a:lnTo>
                <a:lnTo>
                  <a:pt x="1793" y="738"/>
                </a:lnTo>
                <a:lnTo>
                  <a:pt x="1792" y="739"/>
                </a:lnTo>
                <a:lnTo>
                  <a:pt x="1791" y="739"/>
                </a:lnTo>
                <a:lnTo>
                  <a:pt x="1791" y="740"/>
                </a:lnTo>
                <a:lnTo>
                  <a:pt x="1790" y="740"/>
                </a:lnTo>
                <a:lnTo>
                  <a:pt x="1790" y="741"/>
                </a:lnTo>
                <a:lnTo>
                  <a:pt x="1789" y="742"/>
                </a:lnTo>
                <a:lnTo>
                  <a:pt x="1788" y="742"/>
                </a:lnTo>
                <a:lnTo>
                  <a:pt x="1788" y="743"/>
                </a:lnTo>
                <a:lnTo>
                  <a:pt x="1787" y="743"/>
                </a:lnTo>
                <a:lnTo>
                  <a:pt x="1786" y="743"/>
                </a:lnTo>
                <a:lnTo>
                  <a:pt x="1786" y="742"/>
                </a:lnTo>
                <a:lnTo>
                  <a:pt x="1785" y="742"/>
                </a:lnTo>
                <a:lnTo>
                  <a:pt x="1783" y="741"/>
                </a:lnTo>
                <a:lnTo>
                  <a:pt x="1782" y="741"/>
                </a:lnTo>
                <a:lnTo>
                  <a:pt x="1781" y="741"/>
                </a:lnTo>
                <a:lnTo>
                  <a:pt x="1781" y="740"/>
                </a:lnTo>
                <a:lnTo>
                  <a:pt x="1780" y="740"/>
                </a:lnTo>
                <a:lnTo>
                  <a:pt x="1779" y="739"/>
                </a:lnTo>
                <a:lnTo>
                  <a:pt x="1778" y="738"/>
                </a:lnTo>
                <a:lnTo>
                  <a:pt x="1777" y="738"/>
                </a:lnTo>
                <a:lnTo>
                  <a:pt x="1776" y="738"/>
                </a:lnTo>
                <a:lnTo>
                  <a:pt x="1775" y="738"/>
                </a:lnTo>
                <a:lnTo>
                  <a:pt x="1775" y="739"/>
                </a:lnTo>
                <a:lnTo>
                  <a:pt x="1774" y="738"/>
                </a:lnTo>
                <a:lnTo>
                  <a:pt x="1774" y="739"/>
                </a:lnTo>
                <a:lnTo>
                  <a:pt x="1773" y="739"/>
                </a:lnTo>
                <a:lnTo>
                  <a:pt x="1773" y="738"/>
                </a:lnTo>
                <a:lnTo>
                  <a:pt x="1772" y="737"/>
                </a:lnTo>
                <a:lnTo>
                  <a:pt x="1772" y="736"/>
                </a:lnTo>
                <a:lnTo>
                  <a:pt x="1771" y="736"/>
                </a:lnTo>
                <a:lnTo>
                  <a:pt x="1771" y="735"/>
                </a:lnTo>
                <a:lnTo>
                  <a:pt x="1771" y="734"/>
                </a:lnTo>
                <a:lnTo>
                  <a:pt x="1772" y="734"/>
                </a:lnTo>
                <a:lnTo>
                  <a:pt x="1771" y="733"/>
                </a:lnTo>
                <a:lnTo>
                  <a:pt x="1771" y="732"/>
                </a:lnTo>
                <a:lnTo>
                  <a:pt x="1771" y="731"/>
                </a:lnTo>
                <a:lnTo>
                  <a:pt x="1771" y="729"/>
                </a:lnTo>
                <a:lnTo>
                  <a:pt x="1770" y="727"/>
                </a:lnTo>
                <a:lnTo>
                  <a:pt x="1769" y="725"/>
                </a:lnTo>
                <a:lnTo>
                  <a:pt x="1768" y="724"/>
                </a:lnTo>
                <a:lnTo>
                  <a:pt x="1764" y="723"/>
                </a:lnTo>
                <a:lnTo>
                  <a:pt x="1764" y="725"/>
                </a:lnTo>
                <a:lnTo>
                  <a:pt x="1762" y="727"/>
                </a:lnTo>
                <a:lnTo>
                  <a:pt x="1761" y="727"/>
                </a:lnTo>
                <a:lnTo>
                  <a:pt x="1760" y="727"/>
                </a:lnTo>
                <a:lnTo>
                  <a:pt x="1759" y="728"/>
                </a:lnTo>
                <a:lnTo>
                  <a:pt x="1758" y="729"/>
                </a:lnTo>
                <a:lnTo>
                  <a:pt x="1758" y="730"/>
                </a:lnTo>
                <a:lnTo>
                  <a:pt x="1757" y="732"/>
                </a:lnTo>
                <a:lnTo>
                  <a:pt x="1756" y="733"/>
                </a:lnTo>
                <a:lnTo>
                  <a:pt x="1754" y="735"/>
                </a:lnTo>
                <a:lnTo>
                  <a:pt x="1753" y="737"/>
                </a:lnTo>
                <a:lnTo>
                  <a:pt x="1752" y="737"/>
                </a:lnTo>
                <a:lnTo>
                  <a:pt x="1751" y="739"/>
                </a:lnTo>
                <a:lnTo>
                  <a:pt x="1752" y="740"/>
                </a:lnTo>
                <a:lnTo>
                  <a:pt x="1751" y="740"/>
                </a:lnTo>
                <a:lnTo>
                  <a:pt x="1749" y="739"/>
                </a:lnTo>
                <a:lnTo>
                  <a:pt x="1748" y="737"/>
                </a:lnTo>
                <a:lnTo>
                  <a:pt x="1747" y="737"/>
                </a:lnTo>
                <a:lnTo>
                  <a:pt x="1747" y="736"/>
                </a:lnTo>
                <a:lnTo>
                  <a:pt x="1747" y="735"/>
                </a:lnTo>
                <a:lnTo>
                  <a:pt x="1746" y="734"/>
                </a:lnTo>
                <a:lnTo>
                  <a:pt x="1745" y="734"/>
                </a:lnTo>
                <a:lnTo>
                  <a:pt x="1744" y="735"/>
                </a:lnTo>
                <a:lnTo>
                  <a:pt x="1743" y="735"/>
                </a:lnTo>
                <a:lnTo>
                  <a:pt x="1742" y="734"/>
                </a:lnTo>
                <a:lnTo>
                  <a:pt x="1741" y="734"/>
                </a:lnTo>
                <a:lnTo>
                  <a:pt x="1740" y="733"/>
                </a:lnTo>
                <a:lnTo>
                  <a:pt x="1739" y="733"/>
                </a:lnTo>
                <a:lnTo>
                  <a:pt x="1737" y="732"/>
                </a:lnTo>
                <a:lnTo>
                  <a:pt x="1737" y="733"/>
                </a:lnTo>
                <a:lnTo>
                  <a:pt x="1736" y="733"/>
                </a:lnTo>
                <a:lnTo>
                  <a:pt x="1735" y="733"/>
                </a:lnTo>
                <a:lnTo>
                  <a:pt x="1733" y="733"/>
                </a:lnTo>
                <a:lnTo>
                  <a:pt x="1731" y="734"/>
                </a:lnTo>
                <a:lnTo>
                  <a:pt x="1730" y="733"/>
                </a:lnTo>
                <a:lnTo>
                  <a:pt x="1730" y="731"/>
                </a:lnTo>
                <a:lnTo>
                  <a:pt x="1729" y="732"/>
                </a:lnTo>
                <a:lnTo>
                  <a:pt x="1728" y="733"/>
                </a:lnTo>
                <a:lnTo>
                  <a:pt x="1727" y="733"/>
                </a:lnTo>
                <a:lnTo>
                  <a:pt x="1725" y="735"/>
                </a:lnTo>
                <a:lnTo>
                  <a:pt x="1724" y="735"/>
                </a:lnTo>
                <a:lnTo>
                  <a:pt x="1724" y="736"/>
                </a:lnTo>
                <a:lnTo>
                  <a:pt x="1725" y="736"/>
                </a:lnTo>
                <a:lnTo>
                  <a:pt x="1726" y="737"/>
                </a:lnTo>
                <a:lnTo>
                  <a:pt x="1725" y="737"/>
                </a:lnTo>
                <a:lnTo>
                  <a:pt x="1725" y="738"/>
                </a:lnTo>
                <a:lnTo>
                  <a:pt x="1725" y="739"/>
                </a:lnTo>
                <a:lnTo>
                  <a:pt x="1726" y="740"/>
                </a:lnTo>
                <a:lnTo>
                  <a:pt x="1727" y="740"/>
                </a:lnTo>
                <a:lnTo>
                  <a:pt x="1727" y="741"/>
                </a:lnTo>
                <a:lnTo>
                  <a:pt x="1726" y="741"/>
                </a:lnTo>
                <a:lnTo>
                  <a:pt x="1725" y="742"/>
                </a:lnTo>
                <a:lnTo>
                  <a:pt x="1723" y="743"/>
                </a:lnTo>
                <a:lnTo>
                  <a:pt x="1723" y="744"/>
                </a:lnTo>
                <a:lnTo>
                  <a:pt x="1723" y="745"/>
                </a:lnTo>
                <a:lnTo>
                  <a:pt x="1722" y="746"/>
                </a:lnTo>
                <a:lnTo>
                  <a:pt x="1721" y="746"/>
                </a:lnTo>
                <a:lnTo>
                  <a:pt x="1720" y="746"/>
                </a:lnTo>
                <a:lnTo>
                  <a:pt x="1721" y="747"/>
                </a:lnTo>
                <a:lnTo>
                  <a:pt x="1721" y="748"/>
                </a:lnTo>
                <a:lnTo>
                  <a:pt x="1721" y="749"/>
                </a:lnTo>
                <a:lnTo>
                  <a:pt x="1720" y="749"/>
                </a:lnTo>
                <a:lnTo>
                  <a:pt x="1719" y="748"/>
                </a:lnTo>
                <a:lnTo>
                  <a:pt x="1718" y="748"/>
                </a:lnTo>
                <a:lnTo>
                  <a:pt x="1717" y="748"/>
                </a:lnTo>
                <a:lnTo>
                  <a:pt x="1717" y="749"/>
                </a:lnTo>
                <a:lnTo>
                  <a:pt x="1718" y="749"/>
                </a:lnTo>
                <a:lnTo>
                  <a:pt x="1717" y="751"/>
                </a:lnTo>
                <a:lnTo>
                  <a:pt x="1717" y="752"/>
                </a:lnTo>
                <a:lnTo>
                  <a:pt x="1717" y="753"/>
                </a:lnTo>
                <a:lnTo>
                  <a:pt x="1718" y="753"/>
                </a:lnTo>
                <a:lnTo>
                  <a:pt x="1718" y="754"/>
                </a:lnTo>
                <a:lnTo>
                  <a:pt x="1717" y="754"/>
                </a:lnTo>
                <a:lnTo>
                  <a:pt x="1716" y="755"/>
                </a:lnTo>
                <a:lnTo>
                  <a:pt x="1714" y="755"/>
                </a:lnTo>
                <a:lnTo>
                  <a:pt x="1714" y="756"/>
                </a:lnTo>
                <a:lnTo>
                  <a:pt x="1715" y="756"/>
                </a:lnTo>
                <a:lnTo>
                  <a:pt x="1715" y="758"/>
                </a:lnTo>
                <a:lnTo>
                  <a:pt x="1716" y="760"/>
                </a:lnTo>
                <a:lnTo>
                  <a:pt x="1717" y="760"/>
                </a:lnTo>
                <a:lnTo>
                  <a:pt x="1718" y="761"/>
                </a:lnTo>
                <a:lnTo>
                  <a:pt x="1720" y="763"/>
                </a:lnTo>
                <a:lnTo>
                  <a:pt x="1720" y="764"/>
                </a:lnTo>
                <a:lnTo>
                  <a:pt x="1721" y="765"/>
                </a:lnTo>
                <a:lnTo>
                  <a:pt x="1721" y="767"/>
                </a:lnTo>
                <a:lnTo>
                  <a:pt x="1721" y="768"/>
                </a:lnTo>
                <a:lnTo>
                  <a:pt x="1723" y="770"/>
                </a:lnTo>
                <a:lnTo>
                  <a:pt x="1723" y="771"/>
                </a:lnTo>
                <a:lnTo>
                  <a:pt x="1724" y="771"/>
                </a:lnTo>
                <a:lnTo>
                  <a:pt x="1725" y="771"/>
                </a:lnTo>
                <a:lnTo>
                  <a:pt x="1726" y="771"/>
                </a:lnTo>
                <a:lnTo>
                  <a:pt x="1727" y="771"/>
                </a:lnTo>
                <a:lnTo>
                  <a:pt x="1730" y="774"/>
                </a:lnTo>
                <a:lnTo>
                  <a:pt x="1730" y="775"/>
                </a:lnTo>
                <a:lnTo>
                  <a:pt x="1730" y="776"/>
                </a:lnTo>
                <a:lnTo>
                  <a:pt x="1728" y="779"/>
                </a:lnTo>
                <a:lnTo>
                  <a:pt x="1727" y="780"/>
                </a:lnTo>
                <a:lnTo>
                  <a:pt x="1727" y="781"/>
                </a:lnTo>
                <a:lnTo>
                  <a:pt x="1726" y="782"/>
                </a:lnTo>
                <a:lnTo>
                  <a:pt x="1726" y="783"/>
                </a:lnTo>
                <a:lnTo>
                  <a:pt x="1726" y="784"/>
                </a:lnTo>
                <a:lnTo>
                  <a:pt x="1725" y="785"/>
                </a:lnTo>
                <a:lnTo>
                  <a:pt x="1724" y="786"/>
                </a:lnTo>
                <a:lnTo>
                  <a:pt x="1722" y="787"/>
                </a:lnTo>
                <a:lnTo>
                  <a:pt x="1722" y="788"/>
                </a:lnTo>
                <a:lnTo>
                  <a:pt x="1722" y="789"/>
                </a:lnTo>
                <a:lnTo>
                  <a:pt x="1721" y="790"/>
                </a:lnTo>
                <a:lnTo>
                  <a:pt x="1718" y="793"/>
                </a:lnTo>
                <a:lnTo>
                  <a:pt x="1716" y="795"/>
                </a:lnTo>
                <a:lnTo>
                  <a:pt x="1716" y="796"/>
                </a:lnTo>
                <a:lnTo>
                  <a:pt x="1717" y="797"/>
                </a:lnTo>
                <a:lnTo>
                  <a:pt x="1718" y="798"/>
                </a:lnTo>
                <a:lnTo>
                  <a:pt x="1717" y="801"/>
                </a:lnTo>
                <a:lnTo>
                  <a:pt x="1716" y="801"/>
                </a:lnTo>
                <a:lnTo>
                  <a:pt x="1714" y="802"/>
                </a:lnTo>
                <a:lnTo>
                  <a:pt x="1713" y="802"/>
                </a:lnTo>
                <a:lnTo>
                  <a:pt x="1713" y="801"/>
                </a:lnTo>
                <a:lnTo>
                  <a:pt x="1712" y="801"/>
                </a:lnTo>
                <a:lnTo>
                  <a:pt x="1712" y="802"/>
                </a:lnTo>
                <a:lnTo>
                  <a:pt x="1712" y="803"/>
                </a:lnTo>
                <a:lnTo>
                  <a:pt x="1711" y="803"/>
                </a:lnTo>
                <a:lnTo>
                  <a:pt x="1711" y="804"/>
                </a:lnTo>
                <a:lnTo>
                  <a:pt x="1710" y="805"/>
                </a:lnTo>
                <a:lnTo>
                  <a:pt x="1710" y="806"/>
                </a:lnTo>
                <a:lnTo>
                  <a:pt x="1709" y="806"/>
                </a:lnTo>
                <a:lnTo>
                  <a:pt x="1708" y="808"/>
                </a:lnTo>
                <a:lnTo>
                  <a:pt x="1708" y="809"/>
                </a:lnTo>
                <a:lnTo>
                  <a:pt x="1706" y="810"/>
                </a:lnTo>
                <a:lnTo>
                  <a:pt x="1705" y="813"/>
                </a:lnTo>
                <a:lnTo>
                  <a:pt x="1704" y="814"/>
                </a:lnTo>
                <a:lnTo>
                  <a:pt x="1702" y="821"/>
                </a:lnTo>
                <a:lnTo>
                  <a:pt x="1702" y="822"/>
                </a:lnTo>
                <a:lnTo>
                  <a:pt x="1702" y="823"/>
                </a:lnTo>
                <a:lnTo>
                  <a:pt x="1702" y="826"/>
                </a:lnTo>
                <a:lnTo>
                  <a:pt x="1702" y="827"/>
                </a:lnTo>
                <a:lnTo>
                  <a:pt x="1701" y="827"/>
                </a:lnTo>
                <a:lnTo>
                  <a:pt x="1701" y="828"/>
                </a:lnTo>
                <a:lnTo>
                  <a:pt x="1701" y="830"/>
                </a:lnTo>
                <a:lnTo>
                  <a:pt x="1701" y="831"/>
                </a:lnTo>
                <a:lnTo>
                  <a:pt x="1700" y="831"/>
                </a:lnTo>
                <a:lnTo>
                  <a:pt x="1699" y="833"/>
                </a:lnTo>
                <a:lnTo>
                  <a:pt x="1697" y="835"/>
                </a:lnTo>
                <a:lnTo>
                  <a:pt x="1696" y="835"/>
                </a:lnTo>
                <a:lnTo>
                  <a:pt x="1696" y="836"/>
                </a:lnTo>
                <a:lnTo>
                  <a:pt x="1695" y="836"/>
                </a:lnTo>
                <a:lnTo>
                  <a:pt x="1695" y="837"/>
                </a:lnTo>
                <a:lnTo>
                  <a:pt x="1694" y="837"/>
                </a:lnTo>
                <a:lnTo>
                  <a:pt x="1694" y="838"/>
                </a:lnTo>
                <a:lnTo>
                  <a:pt x="1693" y="839"/>
                </a:lnTo>
                <a:lnTo>
                  <a:pt x="1692" y="840"/>
                </a:lnTo>
                <a:lnTo>
                  <a:pt x="1692" y="841"/>
                </a:lnTo>
                <a:lnTo>
                  <a:pt x="1692" y="842"/>
                </a:lnTo>
                <a:lnTo>
                  <a:pt x="1691" y="843"/>
                </a:lnTo>
                <a:lnTo>
                  <a:pt x="1691" y="844"/>
                </a:lnTo>
                <a:lnTo>
                  <a:pt x="1691" y="845"/>
                </a:lnTo>
                <a:lnTo>
                  <a:pt x="1690" y="846"/>
                </a:lnTo>
                <a:lnTo>
                  <a:pt x="1689" y="847"/>
                </a:lnTo>
                <a:lnTo>
                  <a:pt x="1689" y="848"/>
                </a:lnTo>
                <a:lnTo>
                  <a:pt x="1689" y="849"/>
                </a:lnTo>
                <a:lnTo>
                  <a:pt x="1688" y="850"/>
                </a:lnTo>
                <a:lnTo>
                  <a:pt x="1688" y="851"/>
                </a:lnTo>
                <a:lnTo>
                  <a:pt x="1688" y="852"/>
                </a:lnTo>
                <a:lnTo>
                  <a:pt x="1688" y="853"/>
                </a:lnTo>
                <a:lnTo>
                  <a:pt x="1687" y="854"/>
                </a:lnTo>
                <a:lnTo>
                  <a:pt x="1687" y="855"/>
                </a:lnTo>
                <a:lnTo>
                  <a:pt x="1685" y="860"/>
                </a:lnTo>
                <a:lnTo>
                  <a:pt x="1682" y="863"/>
                </a:lnTo>
                <a:lnTo>
                  <a:pt x="1682" y="864"/>
                </a:lnTo>
                <a:lnTo>
                  <a:pt x="1681" y="865"/>
                </a:lnTo>
                <a:lnTo>
                  <a:pt x="1679" y="868"/>
                </a:lnTo>
                <a:lnTo>
                  <a:pt x="1678" y="870"/>
                </a:lnTo>
                <a:lnTo>
                  <a:pt x="1677" y="870"/>
                </a:lnTo>
                <a:lnTo>
                  <a:pt x="1677" y="871"/>
                </a:lnTo>
                <a:lnTo>
                  <a:pt x="1676" y="871"/>
                </a:lnTo>
                <a:lnTo>
                  <a:pt x="1676" y="872"/>
                </a:lnTo>
                <a:lnTo>
                  <a:pt x="1675" y="873"/>
                </a:lnTo>
                <a:lnTo>
                  <a:pt x="1674" y="873"/>
                </a:lnTo>
                <a:lnTo>
                  <a:pt x="1674" y="874"/>
                </a:lnTo>
                <a:lnTo>
                  <a:pt x="1672" y="876"/>
                </a:lnTo>
                <a:lnTo>
                  <a:pt x="1669" y="879"/>
                </a:lnTo>
                <a:lnTo>
                  <a:pt x="1669" y="880"/>
                </a:lnTo>
                <a:lnTo>
                  <a:pt x="1668" y="880"/>
                </a:lnTo>
                <a:lnTo>
                  <a:pt x="1668" y="882"/>
                </a:lnTo>
                <a:lnTo>
                  <a:pt x="1666" y="884"/>
                </a:lnTo>
                <a:lnTo>
                  <a:pt x="1666" y="885"/>
                </a:lnTo>
                <a:lnTo>
                  <a:pt x="1664" y="886"/>
                </a:lnTo>
                <a:lnTo>
                  <a:pt x="1663" y="886"/>
                </a:lnTo>
                <a:lnTo>
                  <a:pt x="1663" y="885"/>
                </a:lnTo>
                <a:lnTo>
                  <a:pt x="1662" y="885"/>
                </a:lnTo>
                <a:lnTo>
                  <a:pt x="1662" y="886"/>
                </a:lnTo>
                <a:lnTo>
                  <a:pt x="1662" y="887"/>
                </a:lnTo>
                <a:lnTo>
                  <a:pt x="1662" y="889"/>
                </a:lnTo>
                <a:lnTo>
                  <a:pt x="1661" y="890"/>
                </a:lnTo>
                <a:lnTo>
                  <a:pt x="1660" y="891"/>
                </a:lnTo>
                <a:lnTo>
                  <a:pt x="1659" y="890"/>
                </a:lnTo>
                <a:lnTo>
                  <a:pt x="1658" y="889"/>
                </a:lnTo>
                <a:lnTo>
                  <a:pt x="1657" y="889"/>
                </a:lnTo>
                <a:lnTo>
                  <a:pt x="1657" y="890"/>
                </a:lnTo>
                <a:lnTo>
                  <a:pt x="1656" y="893"/>
                </a:lnTo>
                <a:lnTo>
                  <a:pt x="1656" y="894"/>
                </a:lnTo>
                <a:lnTo>
                  <a:pt x="1657" y="895"/>
                </a:lnTo>
                <a:lnTo>
                  <a:pt x="1658" y="896"/>
                </a:lnTo>
                <a:lnTo>
                  <a:pt x="1658" y="897"/>
                </a:lnTo>
                <a:lnTo>
                  <a:pt x="1657" y="899"/>
                </a:lnTo>
                <a:lnTo>
                  <a:pt x="1656" y="899"/>
                </a:lnTo>
                <a:lnTo>
                  <a:pt x="1656" y="900"/>
                </a:lnTo>
                <a:lnTo>
                  <a:pt x="1655" y="900"/>
                </a:lnTo>
                <a:lnTo>
                  <a:pt x="1654" y="901"/>
                </a:lnTo>
                <a:lnTo>
                  <a:pt x="1653" y="901"/>
                </a:lnTo>
                <a:lnTo>
                  <a:pt x="1652" y="901"/>
                </a:lnTo>
                <a:lnTo>
                  <a:pt x="1652" y="900"/>
                </a:lnTo>
                <a:lnTo>
                  <a:pt x="1652" y="899"/>
                </a:lnTo>
                <a:lnTo>
                  <a:pt x="1651" y="898"/>
                </a:lnTo>
                <a:lnTo>
                  <a:pt x="1651" y="899"/>
                </a:lnTo>
                <a:lnTo>
                  <a:pt x="1650" y="900"/>
                </a:lnTo>
                <a:lnTo>
                  <a:pt x="1650" y="901"/>
                </a:lnTo>
                <a:lnTo>
                  <a:pt x="1651" y="902"/>
                </a:lnTo>
                <a:lnTo>
                  <a:pt x="1651" y="903"/>
                </a:lnTo>
                <a:lnTo>
                  <a:pt x="1649" y="903"/>
                </a:lnTo>
                <a:lnTo>
                  <a:pt x="1648" y="903"/>
                </a:lnTo>
                <a:lnTo>
                  <a:pt x="1647" y="902"/>
                </a:lnTo>
                <a:lnTo>
                  <a:pt x="1647" y="901"/>
                </a:lnTo>
                <a:lnTo>
                  <a:pt x="1646" y="900"/>
                </a:lnTo>
                <a:lnTo>
                  <a:pt x="1646" y="899"/>
                </a:lnTo>
                <a:lnTo>
                  <a:pt x="1645" y="899"/>
                </a:lnTo>
                <a:lnTo>
                  <a:pt x="1644" y="899"/>
                </a:lnTo>
                <a:lnTo>
                  <a:pt x="1643" y="898"/>
                </a:lnTo>
                <a:lnTo>
                  <a:pt x="1643" y="897"/>
                </a:lnTo>
                <a:lnTo>
                  <a:pt x="1642" y="895"/>
                </a:lnTo>
                <a:lnTo>
                  <a:pt x="1641" y="893"/>
                </a:lnTo>
                <a:lnTo>
                  <a:pt x="1640" y="892"/>
                </a:lnTo>
                <a:lnTo>
                  <a:pt x="1640" y="893"/>
                </a:lnTo>
                <a:lnTo>
                  <a:pt x="1638" y="893"/>
                </a:lnTo>
                <a:lnTo>
                  <a:pt x="1637" y="894"/>
                </a:lnTo>
                <a:lnTo>
                  <a:pt x="1637" y="895"/>
                </a:lnTo>
                <a:lnTo>
                  <a:pt x="1636" y="895"/>
                </a:lnTo>
                <a:lnTo>
                  <a:pt x="1636" y="896"/>
                </a:lnTo>
                <a:lnTo>
                  <a:pt x="1635" y="897"/>
                </a:lnTo>
                <a:lnTo>
                  <a:pt x="1636" y="898"/>
                </a:lnTo>
                <a:lnTo>
                  <a:pt x="1636" y="899"/>
                </a:lnTo>
                <a:lnTo>
                  <a:pt x="1635" y="902"/>
                </a:lnTo>
                <a:lnTo>
                  <a:pt x="1634" y="902"/>
                </a:lnTo>
                <a:lnTo>
                  <a:pt x="1634" y="903"/>
                </a:lnTo>
                <a:lnTo>
                  <a:pt x="1632" y="902"/>
                </a:lnTo>
                <a:lnTo>
                  <a:pt x="1631" y="903"/>
                </a:lnTo>
                <a:lnTo>
                  <a:pt x="1630" y="903"/>
                </a:lnTo>
                <a:lnTo>
                  <a:pt x="1628" y="905"/>
                </a:lnTo>
                <a:lnTo>
                  <a:pt x="1627" y="905"/>
                </a:lnTo>
                <a:lnTo>
                  <a:pt x="1627" y="904"/>
                </a:lnTo>
                <a:lnTo>
                  <a:pt x="1626" y="904"/>
                </a:lnTo>
                <a:lnTo>
                  <a:pt x="1625" y="904"/>
                </a:lnTo>
                <a:lnTo>
                  <a:pt x="1624" y="904"/>
                </a:lnTo>
                <a:lnTo>
                  <a:pt x="1624" y="903"/>
                </a:lnTo>
                <a:lnTo>
                  <a:pt x="1622" y="904"/>
                </a:lnTo>
                <a:lnTo>
                  <a:pt x="1619" y="905"/>
                </a:lnTo>
                <a:lnTo>
                  <a:pt x="1619" y="904"/>
                </a:lnTo>
                <a:lnTo>
                  <a:pt x="1618" y="903"/>
                </a:lnTo>
                <a:lnTo>
                  <a:pt x="1617" y="902"/>
                </a:lnTo>
                <a:lnTo>
                  <a:pt x="1617" y="901"/>
                </a:lnTo>
                <a:lnTo>
                  <a:pt x="1616" y="901"/>
                </a:lnTo>
                <a:lnTo>
                  <a:pt x="1616" y="900"/>
                </a:lnTo>
                <a:lnTo>
                  <a:pt x="1615" y="900"/>
                </a:lnTo>
                <a:lnTo>
                  <a:pt x="1615" y="902"/>
                </a:lnTo>
                <a:lnTo>
                  <a:pt x="1614" y="904"/>
                </a:lnTo>
                <a:lnTo>
                  <a:pt x="1613" y="904"/>
                </a:lnTo>
                <a:lnTo>
                  <a:pt x="1612" y="904"/>
                </a:lnTo>
                <a:lnTo>
                  <a:pt x="1610" y="904"/>
                </a:lnTo>
                <a:lnTo>
                  <a:pt x="1610" y="905"/>
                </a:lnTo>
                <a:lnTo>
                  <a:pt x="1608" y="906"/>
                </a:lnTo>
                <a:lnTo>
                  <a:pt x="1607" y="907"/>
                </a:lnTo>
                <a:lnTo>
                  <a:pt x="1606" y="907"/>
                </a:lnTo>
                <a:lnTo>
                  <a:pt x="1604" y="908"/>
                </a:lnTo>
                <a:lnTo>
                  <a:pt x="1603" y="907"/>
                </a:lnTo>
                <a:lnTo>
                  <a:pt x="1600" y="907"/>
                </a:lnTo>
                <a:lnTo>
                  <a:pt x="1599" y="906"/>
                </a:lnTo>
                <a:lnTo>
                  <a:pt x="1598" y="906"/>
                </a:lnTo>
                <a:lnTo>
                  <a:pt x="1598" y="905"/>
                </a:lnTo>
                <a:lnTo>
                  <a:pt x="1597" y="905"/>
                </a:lnTo>
                <a:lnTo>
                  <a:pt x="1596" y="905"/>
                </a:lnTo>
                <a:lnTo>
                  <a:pt x="1596" y="904"/>
                </a:lnTo>
                <a:lnTo>
                  <a:pt x="1595" y="903"/>
                </a:lnTo>
                <a:lnTo>
                  <a:pt x="1595" y="902"/>
                </a:lnTo>
                <a:lnTo>
                  <a:pt x="1595" y="901"/>
                </a:lnTo>
                <a:lnTo>
                  <a:pt x="1596" y="900"/>
                </a:lnTo>
                <a:lnTo>
                  <a:pt x="1596" y="899"/>
                </a:lnTo>
                <a:lnTo>
                  <a:pt x="1593" y="897"/>
                </a:lnTo>
                <a:lnTo>
                  <a:pt x="1592" y="897"/>
                </a:lnTo>
                <a:lnTo>
                  <a:pt x="1591" y="897"/>
                </a:lnTo>
                <a:lnTo>
                  <a:pt x="1591" y="896"/>
                </a:lnTo>
                <a:lnTo>
                  <a:pt x="1590" y="895"/>
                </a:lnTo>
                <a:lnTo>
                  <a:pt x="1590" y="894"/>
                </a:lnTo>
                <a:lnTo>
                  <a:pt x="1591" y="894"/>
                </a:lnTo>
                <a:lnTo>
                  <a:pt x="1591" y="893"/>
                </a:lnTo>
                <a:lnTo>
                  <a:pt x="1591" y="892"/>
                </a:lnTo>
                <a:lnTo>
                  <a:pt x="1591" y="891"/>
                </a:lnTo>
                <a:lnTo>
                  <a:pt x="1591" y="888"/>
                </a:lnTo>
                <a:lnTo>
                  <a:pt x="1591" y="887"/>
                </a:lnTo>
                <a:lnTo>
                  <a:pt x="1589" y="887"/>
                </a:lnTo>
                <a:lnTo>
                  <a:pt x="1589" y="886"/>
                </a:lnTo>
                <a:lnTo>
                  <a:pt x="1589" y="885"/>
                </a:lnTo>
                <a:lnTo>
                  <a:pt x="1588" y="885"/>
                </a:lnTo>
                <a:lnTo>
                  <a:pt x="1587" y="886"/>
                </a:lnTo>
                <a:lnTo>
                  <a:pt x="1586" y="886"/>
                </a:lnTo>
                <a:lnTo>
                  <a:pt x="1586" y="885"/>
                </a:lnTo>
                <a:lnTo>
                  <a:pt x="1586" y="884"/>
                </a:lnTo>
                <a:lnTo>
                  <a:pt x="1586" y="881"/>
                </a:lnTo>
                <a:lnTo>
                  <a:pt x="1587" y="879"/>
                </a:lnTo>
                <a:lnTo>
                  <a:pt x="1587" y="878"/>
                </a:lnTo>
                <a:lnTo>
                  <a:pt x="1586" y="878"/>
                </a:lnTo>
                <a:lnTo>
                  <a:pt x="1585" y="878"/>
                </a:lnTo>
                <a:lnTo>
                  <a:pt x="1584" y="878"/>
                </a:lnTo>
                <a:lnTo>
                  <a:pt x="1584" y="877"/>
                </a:lnTo>
                <a:lnTo>
                  <a:pt x="1584" y="876"/>
                </a:lnTo>
                <a:lnTo>
                  <a:pt x="1582" y="875"/>
                </a:lnTo>
                <a:lnTo>
                  <a:pt x="1581" y="875"/>
                </a:lnTo>
                <a:lnTo>
                  <a:pt x="1580" y="874"/>
                </a:lnTo>
                <a:lnTo>
                  <a:pt x="1581" y="873"/>
                </a:lnTo>
                <a:lnTo>
                  <a:pt x="1581" y="872"/>
                </a:lnTo>
                <a:lnTo>
                  <a:pt x="1579" y="871"/>
                </a:lnTo>
                <a:lnTo>
                  <a:pt x="1578" y="870"/>
                </a:lnTo>
                <a:lnTo>
                  <a:pt x="1577" y="870"/>
                </a:lnTo>
                <a:lnTo>
                  <a:pt x="1577" y="869"/>
                </a:lnTo>
                <a:lnTo>
                  <a:pt x="1577" y="868"/>
                </a:lnTo>
                <a:lnTo>
                  <a:pt x="1578" y="867"/>
                </a:lnTo>
                <a:lnTo>
                  <a:pt x="1578" y="866"/>
                </a:lnTo>
                <a:lnTo>
                  <a:pt x="1578" y="865"/>
                </a:lnTo>
                <a:lnTo>
                  <a:pt x="1577" y="864"/>
                </a:lnTo>
                <a:lnTo>
                  <a:pt x="1576" y="864"/>
                </a:lnTo>
                <a:lnTo>
                  <a:pt x="1575" y="864"/>
                </a:lnTo>
                <a:lnTo>
                  <a:pt x="1574" y="864"/>
                </a:lnTo>
                <a:lnTo>
                  <a:pt x="1574" y="863"/>
                </a:lnTo>
                <a:lnTo>
                  <a:pt x="1575" y="863"/>
                </a:lnTo>
                <a:lnTo>
                  <a:pt x="1577" y="861"/>
                </a:lnTo>
                <a:lnTo>
                  <a:pt x="1579" y="860"/>
                </a:lnTo>
                <a:lnTo>
                  <a:pt x="1580" y="860"/>
                </a:lnTo>
                <a:lnTo>
                  <a:pt x="1580" y="858"/>
                </a:lnTo>
                <a:lnTo>
                  <a:pt x="1579" y="858"/>
                </a:lnTo>
                <a:lnTo>
                  <a:pt x="1579" y="857"/>
                </a:lnTo>
                <a:lnTo>
                  <a:pt x="1579" y="856"/>
                </a:lnTo>
                <a:lnTo>
                  <a:pt x="1578" y="856"/>
                </a:lnTo>
                <a:lnTo>
                  <a:pt x="1577" y="856"/>
                </a:lnTo>
                <a:lnTo>
                  <a:pt x="1577" y="855"/>
                </a:lnTo>
                <a:lnTo>
                  <a:pt x="1577" y="853"/>
                </a:lnTo>
                <a:lnTo>
                  <a:pt x="1576" y="852"/>
                </a:lnTo>
                <a:lnTo>
                  <a:pt x="1575" y="851"/>
                </a:lnTo>
                <a:lnTo>
                  <a:pt x="1574" y="851"/>
                </a:lnTo>
                <a:lnTo>
                  <a:pt x="1573" y="851"/>
                </a:lnTo>
                <a:lnTo>
                  <a:pt x="1572" y="851"/>
                </a:lnTo>
                <a:lnTo>
                  <a:pt x="1571" y="851"/>
                </a:lnTo>
                <a:lnTo>
                  <a:pt x="1571" y="850"/>
                </a:lnTo>
                <a:lnTo>
                  <a:pt x="1570" y="849"/>
                </a:lnTo>
                <a:lnTo>
                  <a:pt x="1569" y="849"/>
                </a:lnTo>
                <a:lnTo>
                  <a:pt x="1569" y="848"/>
                </a:lnTo>
                <a:lnTo>
                  <a:pt x="1568" y="848"/>
                </a:lnTo>
                <a:lnTo>
                  <a:pt x="1566" y="847"/>
                </a:lnTo>
                <a:lnTo>
                  <a:pt x="1566" y="846"/>
                </a:lnTo>
                <a:lnTo>
                  <a:pt x="1565" y="846"/>
                </a:lnTo>
                <a:lnTo>
                  <a:pt x="1564" y="846"/>
                </a:lnTo>
                <a:lnTo>
                  <a:pt x="1564" y="847"/>
                </a:lnTo>
                <a:lnTo>
                  <a:pt x="1563" y="847"/>
                </a:lnTo>
                <a:lnTo>
                  <a:pt x="1563" y="848"/>
                </a:lnTo>
                <a:lnTo>
                  <a:pt x="1563" y="849"/>
                </a:lnTo>
                <a:lnTo>
                  <a:pt x="1563" y="850"/>
                </a:lnTo>
                <a:lnTo>
                  <a:pt x="1562" y="850"/>
                </a:lnTo>
                <a:lnTo>
                  <a:pt x="1561" y="850"/>
                </a:lnTo>
                <a:lnTo>
                  <a:pt x="1561" y="849"/>
                </a:lnTo>
                <a:lnTo>
                  <a:pt x="1560" y="849"/>
                </a:lnTo>
                <a:lnTo>
                  <a:pt x="1559" y="849"/>
                </a:lnTo>
                <a:lnTo>
                  <a:pt x="1559" y="850"/>
                </a:lnTo>
                <a:lnTo>
                  <a:pt x="1558" y="850"/>
                </a:lnTo>
                <a:lnTo>
                  <a:pt x="1557" y="850"/>
                </a:lnTo>
                <a:lnTo>
                  <a:pt x="1557" y="851"/>
                </a:lnTo>
                <a:lnTo>
                  <a:pt x="1557" y="852"/>
                </a:lnTo>
                <a:lnTo>
                  <a:pt x="1556" y="852"/>
                </a:lnTo>
                <a:lnTo>
                  <a:pt x="1555" y="852"/>
                </a:lnTo>
                <a:lnTo>
                  <a:pt x="1555" y="851"/>
                </a:lnTo>
                <a:lnTo>
                  <a:pt x="1555" y="850"/>
                </a:lnTo>
                <a:lnTo>
                  <a:pt x="1554" y="850"/>
                </a:lnTo>
                <a:lnTo>
                  <a:pt x="1551" y="849"/>
                </a:lnTo>
                <a:lnTo>
                  <a:pt x="1550" y="849"/>
                </a:lnTo>
                <a:lnTo>
                  <a:pt x="1550" y="850"/>
                </a:lnTo>
                <a:lnTo>
                  <a:pt x="1549" y="850"/>
                </a:lnTo>
                <a:lnTo>
                  <a:pt x="1548" y="849"/>
                </a:lnTo>
                <a:lnTo>
                  <a:pt x="1547" y="849"/>
                </a:lnTo>
                <a:lnTo>
                  <a:pt x="1547" y="850"/>
                </a:lnTo>
                <a:lnTo>
                  <a:pt x="1546" y="850"/>
                </a:lnTo>
                <a:lnTo>
                  <a:pt x="1546" y="849"/>
                </a:lnTo>
                <a:lnTo>
                  <a:pt x="1547" y="849"/>
                </a:lnTo>
                <a:lnTo>
                  <a:pt x="1547" y="848"/>
                </a:lnTo>
                <a:lnTo>
                  <a:pt x="1545" y="848"/>
                </a:lnTo>
                <a:lnTo>
                  <a:pt x="1544" y="849"/>
                </a:lnTo>
                <a:lnTo>
                  <a:pt x="1545" y="850"/>
                </a:lnTo>
                <a:lnTo>
                  <a:pt x="1546" y="851"/>
                </a:lnTo>
                <a:lnTo>
                  <a:pt x="1546" y="852"/>
                </a:lnTo>
                <a:lnTo>
                  <a:pt x="1545" y="852"/>
                </a:lnTo>
                <a:lnTo>
                  <a:pt x="1544" y="851"/>
                </a:lnTo>
                <a:lnTo>
                  <a:pt x="1543" y="851"/>
                </a:lnTo>
                <a:lnTo>
                  <a:pt x="1543" y="852"/>
                </a:lnTo>
                <a:lnTo>
                  <a:pt x="1543" y="853"/>
                </a:lnTo>
                <a:lnTo>
                  <a:pt x="1544" y="854"/>
                </a:lnTo>
                <a:lnTo>
                  <a:pt x="1544" y="855"/>
                </a:lnTo>
                <a:lnTo>
                  <a:pt x="1542" y="855"/>
                </a:lnTo>
                <a:lnTo>
                  <a:pt x="1541" y="854"/>
                </a:lnTo>
                <a:lnTo>
                  <a:pt x="1539" y="855"/>
                </a:lnTo>
                <a:lnTo>
                  <a:pt x="1540" y="856"/>
                </a:lnTo>
                <a:lnTo>
                  <a:pt x="1541" y="857"/>
                </a:lnTo>
                <a:lnTo>
                  <a:pt x="1542" y="858"/>
                </a:lnTo>
                <a:lnTo>
                  <a:pt x="1543" y="858"/>
                </a:lnTo>
                <a:lnTo>
                  <a:pt x="1543" y="859"/>
                </a:lnTo>
                <a:lnTo>
                  <a:pt x="1542" y="860"/>
                </a:lnTo>
                <a:lnTo>
                  <a:pt x="1540" y="862"/>
                </a:lnTo>
                <a:lnTo>
                  <a:pt x="1538" y="862"/>
                </a:lnTo>
                <a:lnTo>
                  <a:pt x="1538" y="861"/>
                </a:lnTo>
                <a:lnTo>
                  <a:pt x="1537" y="860"/>
                </a:lnTo>
                <a:lnTo>
                  <a:pt x="1536" y="859"/>
                </a:lnTo>
                <a:lnTo>
                  <a:pt x="1535" y="859"/>
                </a:lnTo>
                <a:lnTo>
                  <a:pt x="1535" y="860"/>
                </a:lnTo>
                <a:lnTo>
                  <a:pt x="1536" y="861"/>
                </a:lnTo>
                <a:lnTo>
                  <a:pt x="1536" y="862"/>
                </a:lnTo>
                <a:lnTo>
                  <a:pt x="1535" y="862"/>
                </a:lnTo>
                <a:lnTo>
                  <a:pt x="1535" y="861"/>
                </a:lnTo>
                <a:lnTo>
                  <a:pt x="1533" y="861"/>
                </a:lnTo>
                <a:lnTo>
                  <a:pt x="1532" y="861"/>
                </a:lnTo>
                <a:lnTo>
                  <a:pt x="1532" y="862"/>
                </a:lnTo>
                <a:lnTo>
                  <a:pt x="1530" y="862"/>
                </a:lnTo>
                <a:lnTo>
                  <a:pt x="1528" y="862"/>
                </a:lnTo>
                <a:lnTo>
                  <a:pt x="1527" y="863"/>
                </a:lnTo>
                <a:lnTo>
                  <a:pt x="1527" y="864"/>
                </a:lnTo>
                <a:lnTo>
                  <a:pt x="1527" y="865"/>
                </a:lnTo>
                <a:lnTo>
                  <a:pt x="1526" y="865"/>
                </a:lnTo>
                <a:lnTo>
                  <a:pt x="1525" y="865"/>
                </a:lnTo>
                <a:lnTo>
                  <a:pt x="1524" y="865"/>
                </a:lnTo>
                <a:lnTo>
                  <a:pt x="1523" y="864"/>
                </a:lnTo>
                <a:lnTo>
                  <a:pt x="1523" y="863"/>
                </a:lnTo>
                <a:lnTo>
                  <a:pt x="1522" y="863"/>
                </a:lnTo>
                <a:lnTo>
                  <a:pt x="1521" y="863"/>
                </a:lnTo>
                <a:lnTo>
                  <a:pt x="1520" y="863"/>
                </a:lnTo>
                <a:lnTo>
                  <a:pt x="1521" y="864"/>
                </a:lnTo>
                <a:lnTo>
                  <a:pt x="1521" y="865"/>
                </a:lnTo>
                <a:lnTo>
                  <a:pt x="1522" y="865"/>
                </a:lnTo>
                <a:lnTo>
                  <a:pt x="1521" y="866"/>
                </a:lnTo>
                <a:lnTo>
                  <a:pt x="1520" y="866"/>
                </a:lnTo>
                <a:lnTo>
                  <a:pt x="1519" y="867"/>
                </a:lnTo>
                <a:lnTo>
                  <a:pt x="1519" y="868"/>
                </a:lnTo>
                <a:lnTo>
                  <a:pt x="1519" y="869"/>
                </a:lnTo>
                <a:lnTo>
                  <a:pt x="1519" y="870"/>
                </a:lnTo>
                <a:lnTo>
                  <a:pt x="1518" y="871"/>
                </a:lnTo>
                <a:lnTo>
                  <a:pt x="1517" y="872"/>
                </a:lnTo>
                <a:lnTo>
                  <a:pt x="1516" y="870"/>
                </a:lnTo>
                <a:lnTo>
                  <a:pt x="1517" y="870"/>
                </a:lnTo>
                <a:lnTo>
                  <a:pt x="1517" y="869"/>
                </a:lnTo>
                <a:lnTo>
                  <a:pt x="1516" y="869"/>
                </a:lnTo>
                <a:lnTo>
                  <a:pt x="1515" y="868"/>
                </a:lnTo>
                <a:lnTo>
                  <a:pt x="1514" y="868"/>
                </a:lnTo>
                <a:lnTo>
                  <a:pt x="1514" y="869"/>
                </a:lnTo>
                <a:lnTo>
                  <a:pt x="1515" y="869"/>
                </a:lnTo>
                <a:lnTo>
                  <a:pt x="1515" y="870"/>
                </a:lnTo>
                <a:lnTo>
                  <a:pt x="1516" y="870"/>
                </a:lnTo>
                <a:lnTo>
                  <a:pt x="1516" y="874"/>
                </a:lnTo>
                <a:lnTo>
                  <a:pt x="1515" y="874"/>
                </a:lnTo>
                <a:lnTo>
                  <a:pt x="1514" y="874"/>
                </a:lnTo>
                <a:lnTo>
                  <a:pt x="1514" y="873"/>
                </a:lnTo>
                <a:lnTo>
                  <a:pt x="1514" y="872"/>
                </a:lnTo>
                <a:lnTo>
                  <a:pt x="1514" y="871"/>
                </a:lnTo>
                <a:lnTo>
                  <a:pt x="1513" y="872"/>
                </a:lnTo>
                <a:lnTo>
                  <a:pt x="1513" y="871"/>
                </a:lnTo>
                <a:lnTo>
                  <a:pt x="1512" y="871"/>
                </a:lnTo>
                <a:lnTo>
                  <a:pt x="1511" y="871"/>
                </a:lnTo>
                <a:lnTo>
                  <a:pt x="1511" y="872"/>
                </a:lnTo>
                <a:lnTo>
                  <a:pt x="1511" y="873"/>
                </a:lnTo>
                <a:lnTo>
                  <a:pt x="1512" y="873"/>
                </a:lnTo>
                <a:lnTo>
                  <a:pt x="1511" y="875"/>
                </a:lnTo>
                <a:lnTo>
                  <a:pt x="1510" y="875"/>
                </a:lnTo>
                <a:lnTo>
                  <a:pt x="1509" y="874"/>
                </a:lnTo>
                <a:lnTo>
                  <a:pt x="1509" y="873"/>
                </a:lnTo>
                <a:lnTo>
                  <a:pt x="1509" y="872"/>
                </a:lnTo>
                <a:lnTo>
                  <a:pt x="1510" y="871"/>
                </a:lnTo>
                <a:lnTo>
                  <a:pt x="1510" y="870"/>
                </a:lnTo>
                <a:lnTo>
                  <a:pt x="1509" y="869"/>
                </a:lnTo>
                <a:lnTo>
                  <a:pt x="1508" y="868"/>
                </a:lnTo>
                <a:lnTo>
                  <a:pt x="1508" y="869"/>
                </a:lnTo>
                <a:lnTo>
                  <a:pt x="1507" y="869"/>
                </a:lnTo>
                <a:lnTo>
                  <a:pt x="1506" y="870"/>
                </a:lnTo>
                <a:lnTo>
                  <a:pt x="1505" y="870"/>
                </a:lnTo>
                <a:lnTo>
                  <a:pt x="1504" y="870"/>
                </a:lnTo>
                <a:lnTo>
                  <a:pt x="1502" y="868"/>
                </a:lnTo>
                <a:lnTo>
                  <a:pt x="1502" y="867"/>
                </a:lnTo>
                <a:lnTo>
                  <a:pt x="1503" y="865"/>
                </a:lnTo>
                <a:lnTo>
                  <a:pt x="1503" y="864"/>
                </a:lnTo>
                <a:lnTo>
                  <a:pt x="1502" y="864"/>
                </a:lnTo>
                <a:lnTo>
                  <a:pt x="1501" y="864"/>
                </a:lnTo>
                <a:lnTo>
                  <a:pt x="1499" y="865"/>
                </a:lnTo>
                <a:lnTo>
                  <a:pt x="1500" y="863"/>
                </a:lnTo>
                <a:lnTo>
                  <a:pt x="1499" y="863"/>
                </a:lnTo>
                <a:lnTo>
                  <a:pt x="1498" y="861"/>
                </a:lnTo>
                <a:lnTo>
                  <a:pt x="1498" y="860"/>
                </a:lnTo>
                <a:lnTo>
                  <a:pt x="1499" y="859"/>
                </a:lnTo>
                <a:lnTo>
                  <a:pt x="1499" y="858"/>
                </a:lnTo>
                <a:lnTo>
                  <a:pt x="1499" y="856"/>
                </a:lnTo>
                <a:lnTo>
                  <a:pt x="1499" y="855"/>
                </a:lnTo>
                <a:lnTo>
                  <a:pt x="1499" y="854"/>
                </a:lnTo>
                <a:lnTo>
                  <a:pt x="1498" y="852"/>
                </a:lnTo>
                <a:lnTo>
                  <a:pt x="1498" y="851"/>
                </a:lnTo>
                <a:lnTo>
                  <a:pt x="1498" y="850"/>
                </a:lnTo>
                <a:lnTo>
                  <a:pt x="1497" y="850"/>
                </a:lnTo>
                <a:lnTo>
                  <a:pt x="1497" y="849"/>
                </a:lnTo>
                <a:lnTo>
                  <a:pt x="1496" y="849"/>
                </a:lnTo>
                <a:lnTo>
                  <a:pt x="1496" y="848"/>
                </a:lnTo>
                <a:lnTo>
                  <a:pt x="1495" y="848"/>
                </a:lnTo>
                <a:lnTo>
                  <a:pt x="1493" y="848"/>
                </a:lnTo>
                <a:lnTo>
                  <a:pt x="1492" y="847"/>
                </a:lnTo>
                <a:lnTo>
                  <a:pt x="1491" y="848"/>
                </a:lnTo>
                <a:lnTo>
                  <a:pt x="1491" y="847"/>
                </a:lnTo>
                <a:lnTo>
                  <a:pt x="1491" y="846"/>
                </a:lnTo>
                <a:lnTo>
                  <a:pt x="1491" y="845"/>
                </a:lnTo>
                <a:lnTo>
                  <a:pt x="1490" y="845"/>
                </a:lnTo>
                <a:lnTo>
                  <a:pt x="1489" y="845"/>
                </a:lnTo>
                <a:lnTo>
                  <a:pt x="1490" y="846"/>
                </a:lnTo>
                <a:lnTo>
                  <a:pt x="1490" y="847"/>
                </a:lnTo>
                <a:lnTo>
                  <a:pt x="1490" y="848"/>
                </a:lnTo>
                <a:lnTo>
                  <a:pt x="1491" y="848"/>
                </a:lnTo>
                <a:lnTo>
                  <a:pt x="1491" y="849"/>
                </a:lnTo>
                <a:lnTo>
                  <a:pt x="1491" y="850"/>
                </a:lnTo>
                <a:lnTo>
                  <a:pt x="1490" y="850"/>
                </a:lnTo>
                <a:lnTo>
                  <a:pt x="1489" y="849"/>
                </a:lnTo>
                <a:lnTo>
                  <a:pt x="1490" y="848"/>
                </a:lnTo>
                <a:lnTo>
                  <a:pt x="1489" y="848"/>
                </a:lnTo>
                <a:lnTo>
                  <a:pt x="1489" y="847"/>
                </a:lnTo>
                <a:lnTo>
                  <a:pt x="1489" y="848"/>
                </a:lnTo>
                <a:lnTo>
                  <a:pt x="1488" y="847"/>
                </a:lnTo>
                <a:lnTo>
                  <a:pt x="1487" y="847"/>
                </a:lnTo>
                <a:lnTo>
                  <a:pt x="1487" y="848"/>
                </a:lnTo>
                <a:lnTo>
                  <a:pt x="1486" y="848"/>
                </a:lnTo>
                <a:lnTo>
                  <a:pt x="1485" y="847"/>
                </a:lnTo>
                <a:lnTo>
                  <a:pt x="1486" y="847"/>
                </a:lnTo>
                <a:lnTo>
                  <a:pt x="1486" y="846"/>
                </a:lnTo>
                <a:lnTo>
                  <a:pt x="1485" y="846"/>
                </a:lnTo>
                <a:lnTo>
                  <a:pt x="1483" y="845"/>
                </a:lnTo>
                <a:lnTo>
                  <a:pt x="1484" y="845"/>
                </a:lnTo>
                <a:lnTo>
                  <a:pt x="1484" y="844"/>
                </a:lnTo>
                <a:lnTo>
                  <a:pt x="1484" y="843"/>
                </a:lnTo>
                <a:lnTo>
                  <a:pt x="1483" y="841"/>
                </a:lnTo>
                <a:lnTo>
                  <a:pt x="1482" y="841"/>
                </a:lnTo>
                <a:lnTo>
                  <a:pt x="1481" y="842"/>
                </a:lnTo>
                <a:lnTo>
                  <a:pt x="1481" y="843"/>
                </a:lnTo>
                <a:lnTo>
                  <a:pt x="1480" y="842"/>
                </a:lnTo>
                <a:lnTo>
                  <a:pt x="1479" y="842"/>
                </a:lnTo>
                <a:lnTo>
                  <a:pt x="1477" y="841"/>
                </a:lnTo>
                <a:lnTo>
                  <a:pt x="1476" y="840"/>
                </a:lnTo>
                <a:lnTo>
                  <a:pt x="1475" y="839"/>
                </a:lnTo>
                <a:lnTo>
                  <a:pt x="1475" y="838"/>
                </a:lnTo>
                <a:lnTo>
                  <a:pt x="1473" y="837"/>
                </a:lnTo>
                <a:lnTo>
                  <a:pt x="1472" y="836"/>
                </a:lnTo>
                <a:lnTo>
                  <a:pt x="1469" y="835"/>
                </a:lnTo>
                <a:lnTo>
                  <a:pt x="1468" y="835"/>
                </a:lnTo>
                <a:lnTo>
                  <a:pt x="1468" y="836"/>
                </a:lnTo>
                <a:lnTo>
                  <a:pt x="1467" y="836"/>
                </a:lnTo>
                <a:lnTo>
                  <a:pt x="1467" y="837"/>
                </a:lnTo>
                <a:lnTo>
                  <a:pt x="1466" y="837"/>
                </a:lnTo>
                <a:lnTo>
                  <a:pt x="1466" y="836"/>
                </a:lnTo>
                <a:lnTo>
                  <a:pt x="1465" y="836"/>
                </a:lnTo>
                <a:lnTo>
                  <a:pt x="1465" y="835"/>
                </a:lnTo>
                <a:lnTo>
                  <a:pt x="1466" y="835"/>
                </a:lnTo>
                <a:lnTo>
                  <a:pt x="1466" y="834"/>
                </a:lnTo>
                <a:lnTo>
                  <a:pt x="1466" y="835"/>
                </a:lnTo>
                <a:lnTo>
                  <a:pt x="1465" y="835"/>
                </a:lnTo>
                <a:lnTo>
                  <a:pt x="1465" y="836"/>
                </a:lnTo>
                <a:lnTo>
                  <a:pt x="1464" y="836"/>
                </a:lnTo>
                <a:lnTo>
                  <a:pt x="1463" y="836"/>
                </a:lnTo>
                <a:lnTo>
                  <a:pt x="1462" y="835"/>
                </a:lnTo>
                <a:lnTo>
                  <a:pt x="1463" y="835"/>
                </a:lnTo>
                <a:lnTo>
                  <a:pt x="1462" y="835"/>
                </a:lnTo>
                <a:lnTo>
                  <a:pt x="1460" y="835"/>
                </a:lnTo>
                <a:lnTo>
                  <a:pt x="1459" y="836"/>
                </a:lnTo>
                <a:lnTo>
                  <a:pt x="1458" y="836"/>
                </a:lnTo>
                <a:lnTo>
                  <a:pt x="1457" y="835"/>
                </a:lnTo>
                <a:lnTo>
                  <a:pt x="1454" y="832"/>
                </a:lnTo>
                <a:lnTo>
                  <a:pt x="1453" y="831"/>
                </a:lnTo>
                <a:lnTo>
                  <a:pt x="1452" y="832"/>
                </a:lnTo>
                <a:lnTo>
                  <a:pt x="1451" y="833"/>
                </a:lnTo>
                <a:lnTo>
                  <a:pt x="1450" y="833"/>
                </a:lnTo>
                <a:lnTo>
                  <a:pt x="1450" y="832"/>
                </a:lnTo>
                <a:lnTo>
                  <a:pt x="1450" y="831"/>
                </a:lnTo>
                <a:lnTo>
                  <a:pt x="1451" y="831"/>
                </a:lnTo>
                <a:lnTo>
                  <a:pt x="1451" y="830"/>
                </a:lnTo>
                <a:lnTo>
                  <a:pt x="1452" y="830"/>
                </a:lnTo>
                <a:lnTo>
                  <a:pt x="1451" y="829"/>
                </a:lnTo>
                <a:lnTo>
                  <a:pt x="1451" y="830"/>
                </a:lnTo>
                <a:lnTo>
                  <a:pt x="1450" y="830"/>
                </a:lnTo>
                <a:lnTo>
                  <a:pt x="1450" y="829"/>
                </a:lnTo>
                <a:lnTo>
                  <a:pt x="1449" y="828"/>
                </a:lnTo>
                <a:lnTo>
                  <a:pt x="1448" y="828"/>
                </a:lnTo>
                <a:lnTo>
                  <a:pt x="1448" y="829"/>
                </a:lnTo>
                <a:lnTo>
                  <a:pt x="1448" y="830"/>
                </a:lnTo>
                <a:lnTo>
                  <a:pt x="1448" y="832"/>
                </a:lnTo>
                <a:lnTo>
                  <a:pt x="1447" y="833"/>
                </a:lnTo>
                <a:lnTo>
                  <a:pt x="1446" y="833"/>
                </a:lnTo>
                <a:lnTo>
                  <a:pt x="1445" y="832"/>
                </a:lnTo>
                <a:lnTo>
                  <a:pt x="1445" y="831"/>
                </a:lnTo>
                <a:lnTo>
                  <a:pt x="1445" y="830"/>
                </a:lnTo>
                <a:lnTo>
                  <a:pt x="1445" y="829"/>
                </a:lnTo>
                <a:lnTo>
                  <a:pt x="1444" y="828"/>
                </a:lnTo>
                <a:lnTo>
                  <a:pt x="1443" y="828"/>
                </a:lnTo>
                <a:lnTo>
                  <a:pt x="1443" y="830"/>
                </a:lnTo>
                <a:lnTo>
                  <a:pt x="1442" y="831"/>
                </a:lnTo>
                <a:lnTo>
                  <a:pt x="1442" y="832"/>
                </a:lnTo>
                <a:lnTo>
                  <a:pt x="1441" y="832"/>
                </a:lnTo>
                <a:lnTo>
                  <a:pt x="1440" y="832"/>
                </a:lnTo>
                <a:lnTo>
                  <a:pt x="1440" y="831"/>
                </a:lnTo>
                <a:lnTo>
                  <a:pt x="1440" y="830"/>
                </a:lnTo>
                <a:lnTo>
                  <a:pt x="1439" y="830"/>
                </a:lnTo>
                <a:lnTo>
                  <a:pt x="1439" y="829"/>
                </a:lnTo>
                <a:lnTo>
                  <a:pt x="1440" y="829"/>
                </a:lnTo>
                <a:lnTo>
                  <a:pt x="1440" y="828"/>
                </a:lnTo>
                <a:lnTo>
                  <a:pt x="1439" y="826"/>
                </a:lnTo>
                <a:lnTo>
                  <a:pt x="1438" y="825"/>
                </a:lnTo>
                <a:lnTo>
                  <a:pt x="1438" y="824"/>
                </a:lnTo>
                <a:lnTo>
                  <a:pt x="1437" y="823"/>
                </a:lnTo>
                <a:lnTo>
                  <a:pt x="1436" y="823"/>
                </a:lnTo>
                <a:lnTo>
                  <a:pt x="1434" y="824"/>
                </a:lnTo>
                <a:lnTo>
                  <a:pt x="1433" y="825"/>
                </a:lnTo>
                <a:lnTo>
                  <a:pt x="1432" y="825"/>
                </a:lnTo>
                <a:lnTo>
                  <a:pt x="1432" y="824"/>
                </a:lnTo>
                <a:lnTo>
                  <a:pt x="1431" y="825"/>
                </a:lnTo>
                <a:lnTo>
                  <a:pt x="1431" y="826"/>
                </a:lnTo>
                <a:lnTo>
                  <a:pt x="1432" y="826"/>
                </a:lnTo>
                <a:lnTo>
                  <a:pt x="1432" y="827"/>
                </a:lnTo>
                <a:lnTo>
                  <a:pt x="1431" y="829"/>
                </a:lnTo>
                <a:lnTo>
                  <a:pt x="1430" y="829"/>
                </a:lnTo>
                <a:lnTo>
                  <a:pt x="1429" y="829"/>
                </a:lnTo>
                <a:lnTo>
                  <a:pt x="1428" y="829"/>
                </a:lnTo>
                <a:lnTo>
                  <a:pt x="1428" y="830"/>
                </a:lnTo>
                <a:lnTo>
                  <a:pt x="1427" y="830"/>
                </a:lnTo>
                <a:lnTo>
                  <a:pt x="1427" y="831"/>
                </a:lnTo>
                <a:lnTo>
                  <a:pt x="1427" y="832"/>
                </a:lnTo>
                <a:lnTo>
                  <a:pt x="1427" y="833"/>
                </a:lnTo>
                <a:lnTo>
                  <a:pt x="1426" y="833"/>
                </a:lnTo>
                <a:lnTo>
                  <a:pt x="1426" y="834"/>
                </a:lnTo>
                <a:lnTo>
                  <a:pt x="1427" y="834"/>
                </a:lnTo>
                <a:lnTo>
                  <a:pt x="1427" y="835"/>
                </a:lnTo>
                <a:lnTo>
                  <a:pt x="1426" y="837"/>
                </a:lnTo>
                <a:lnTo>
                  <a:pt x="1426" y="838"/>
                </a:lnTo>
                <a:lnTo>
                  <a:pt x="1425" y="838"/>
                </a:lnTo>
                <a:lnTo>
                  <a:pt x="1425" y="839"/>
                </a:lnTo>
                <a:lnTo>
                  <a:pt x="1424" y="839"/>
                </a:lnTo>
                <a:lnTo>
                  <a:pt x="1425" y="840"/>
                </a:lnTo>
                <a:lnTo>
                  <a:pt x="1425" y="841"/>
                </a:lnTo>
                <a:lnTo>
                  <a:pt x="1425" y="842"/>
                </a:lnTo>
                <a:lnTo>
                  <a:pt x="1425" y="843"/>
                </a:lnTo>
                <a:lnTo>
                  <a:pt x="1424" y="843"/>
                </a:lnTo>
                <a:lnTo>
                  <a:pt x="1423" y="843"/>
                </a:lnTo>
                <a:lnTo>
                  <a:pt x="1422" y="843"/>
                </a:lnTo>
                <a:lnTo>
                  <a:pt x="1421" y="843"/>
                </a:lnTo>
                <a:lnTo>
                  <a:pt x="1421" y="844"/>
                </a:lnTo>
                <a:lnTo>
                  <a:pt x="1422" y="846"/>
                </a:lnTo>
                <a:lnTo>
                  <a:pt x="1423" y="846"/>
                </a:lnTo>
                <a:lnTo>
                  <a:pt x="1423" y="847"/>
                </a:lnTo>
                <a:lnTo>
                  <a:pt x="1422" y="847"/>
                </a:lnTo>
                <a:lnTo>
                  <a:pt x="1421" y="847"/>
                </a:lnTo>
                <a:lnTo>
                  <a:pt x="1421" y="848"/>
                </a:lnTo>
                <a:lnTo>
                  <a:pt x="1420" y="848"/>
                </a:lnTo>
                <a:lnTo>
                  <a:pt x="1420" y="847"/>
                </a:lnTo>
                <a:lnTo>
                  <a:pt x="1418" y="846"/>
                </a:lnTo>
                <a:lnTo>
                  <a:pt x="1418" y="847"/>
                </a:lnTo>
                <a:lnTo>
                  <a:pt x="1417" y="848"/>
                </a:lnTo>
                <a:lnTo>
                  <a:pt x="1417" y="850"/>
                </a:lnTo>
                <a:lnTo>
                  <a:pt x="1417" y="851"/>
                </a:lnTo>
                <a:lnTo>
                  <a:pt x="1417" y="854"/>
                </a:lnTo>
                <a:lnTo>
                  <a:pt x="1418" y="854"/>
                </a:lnTo>
                <a:lnTo>
                  <a:pt x="1418" y="855"/>
                </a:lnTo>
                <a:lnTo>
                  <a:pt x="1419" y="856"/>
                </a:lnTo>
                <a:lnTo>
                  <a:pt x="1420" y="856"/>
                </a:lnTo>
                <a:lnTo>
                  <a:pt x="1421" y="856"/>
                </a:lnTo>
                <a:lnTo>
                  <a:pt x="1422" y="856"/>
                </a:lnTo>
                <a:lnTo>
                  <a:pt x="1422" y="857"/>
                </a:lnTo>
                <a:lnTo>
                  <a:pt x="1421" y="857"/>
                </a:lnTo>
                <a:lnTo>
                  <a:pt x="1421" y="858"/>
                </a:lnTo>
                <a:lnTo>
                  <a:pt x="1420" y="858"/>
                </a:lnTo>
                <a:lnTo>
                  <a:pt x="1419" y="859"/>
                </a:lnTo>
                <a:lnTo>
                  <a:pt x="1420" y="860"/>
                </a:lnTo>
                <a:lnTo>
                  <a:pt x="1419" y="861"/>
                </a:lnTo>
                <a:lnTo>
                  <a:pt x="1418" y="861"/>
                </a:lnTo>
                <a:lnTo>
                  <a:pt x="1417" y="860"/>
                </a:lnTo>
                <a:lnTo>
                  <a:pt x="1416" y="860"/>
                </a:lnTo>
                <a:lnTo>
                  <a:pt x="1414" y="860"/>
                </a:lnTo>
                <a:lnTo>
                  <a:pt x="1413" y="861"/>
                </a:lnTo>
                <a:lnTo>
                  <a:pt x="1411" y="861"/>
                </a:lnTo>
                <a:lnTo>
                  <a:pt x="1410" y="861"/>
                </a:lnTo>
                <a:lnTo>
                  <a:pt x="1410" y="860"/>
                </a:lnTo>
                <a:lnTo>
                  <a:pt x="1410" y="859"/>
                </a:lnTo>
                <a:lnTo>
                  <a:pt x="1410" y="858"/>
                </a:lnTo>
                <a:lnTo>
                  <a:pt x="1409" y="858"/>
                </a:lnTo>
                <a:lnTo>
                  <a:pt x="1409" y="859"/>
                </a:lnTo>
                <a:lnTo>
                  <a:pt x="1407" y="858"/>
                </a:lnTo>
                <a:lnTo>
                  <a:pt x="1406" y="857"/>
                </a:lnTo>
                <a:lnTo>
                  <a:pt x="1403" y="856"/>
                </a:lnTo>
                <a:lnTo>
                  <a:pt x="1402" y="856"/>
                </a:lnTo>
                <a:lnTo>
                  <a:pt x="1401" y="860"/>
                </a:lnTo>
                <a:lnTo>
                  <a:pt x="1401" y="861"/>
                </a:lnTo>
                <a:lnTo>
                  <a:pt x="1401" y="863"/>
                </a:lnTo>
                <a:lnTo>
                  <a:pt x="1402" y="863"/>
                </a:lnTo>
                <a:lnTo>
                  <a:pt x="1402" y="865"/>
                </a:lnTo>
                <a:lnTo>
                  <a:pt x="1404" y="868"/>
                </a:lnTo>
                <a:lnTo>
                  <a:pt x="1406" y="868"/>
                </a:lnTo>
                <a:lnTo>
                  <a:pt x="1407" y="868"/>
                </a:lnTo>
                <a:lnTo>
                  <a:pt x="1407" y="867"/>
                </a:lnTo>
                <a:lnTo>
                  <a:pt x="1408" y="867"/>
                </a:lnTo>
                <a:lnTo>
                  <a:pt x="1409" y="868"/>
                </a:lnTo>
                <a:lnTo>
                  <a:pt x="1409" y="869"/>
                </a:lnTo>
                <a:lnTo>
                  <a:pt x="1409" y="870"/>
                </a:lnTo>
                <a:lnTo>
                  <a:pt x="1408" y="870"/>
                </a:lnTo>
                <a:lnTo>
                  <a:pt x="1407" y="870"/>
                </a:lnTo>
                <a:lnTo>
                  <a:pt x="1406" y="870"/>
                </a:lnTo>
                <a:lnTo>
                  <a:pt x="1406" y="871"/>
                </a:lnTo>
                <a:lnTo>
                  <a:pt x="1406" y="872"/>
                </a:lnTo>
                <a:lnTo>
                  <a:pt x="1406" y="873"/>
                </a:lnTo>
                <a:lnTo>
                  <a:pt x="1406" y="874"/>
                </a:lnTo>
                <a:lnTo>
                  <a:pt x="1406" y="875"/>
                </a:lnTo>
                <a:lnTo>
                  <a:pt x="1404" y="875"/>
                </a:lnTo>
                <a:lnTo>
                  <a:pt x="1403" y="875"/>
                </a:lnTo>
                <a:lnTo>
                  <a:pt x="1402" y="875"/>
                </a:lnTo>
                <a:lnTo>
                  <a:pt x="1402" y="874"/>
                </a:lnTo>
                <a:lnTo>
                  <a:pt x="1401" y="875"/>
                </a:lnTo>
                <a:lnTo>
                  <a:pt x="1401" y="876"/>
                </a:lnTo>
                <a:lnTo>
                  <a:pt x="1400" y="876"/>
                </a:lnTo>
                <a:lnTo>
                  <a:pt x="1399" y="877"/>
                </a:lnTo>
                <a:lnTo>
                  <a:pt x="1399" y="876"/>
                </a:lnTo>
                <a:lnTo>
                  <a:pt x="1398" y="876"/>
                </a:lnTo>
                <a:lnTo>
                  <a:pt x="1398" y="875"/>
                </a:lnTo>
                <a:lnTo>
                  <a:pt x="1397" y="875"/>
                </a:lnTo>
                <a:lnTo>
                  <a:pt x="1396" y="876"/>
                </a:lnTo>
                <a:lnTo>
                  <a:pt x="1396" y="877"/>
                </a:lnTo>
                <a:lnTo>
                  <a:pt x="1395" y="878"/>
                </a:lnTo>
                <a:lnTo>
                  <a:pt x="1394" y="878"/>
                </a:lnTo>
                <a:lnTo>
                  <a:pt x="1394" y="877"/>
                </a:lnTo>
                <a:lnTo>
                  <a:pt x="1393" y="877"/>
                </a:lnTo>
                <a:lnTo>
                  <a:pt x="1393" y="876"/>
                </a:lnTo>
                <a:lnTo>
                  <a:pt x="1393" y="875"/>
                </a:lnTo>
                <a:lnTo>
                  <a:pt x="1392" y="875"/>
                </a:lnTo>
                <a:lnTo>
                  <a:pt x="1391" y="875"/>
                </a:lnTo>
                <a:lnTo>
                  <a:pt x="1391" y="876"/>
                </a:lnTo>
                <a:lnTo>
                  <a:pt x="1390" y="876"/>
                </a:lnTo>
                <a:lnTo>
                  <a:pt x="1389" y="877"/>
                </a:lnTo>
                <a:lnTo>
                  <a:pt x="1387" y="879"/>
                </a:lnTo>
                <a:lnTo>
                  <a:pt x="1387" y="880"/>
                </a:lnTo>
                <a:lnTo>
                  <a:pt x="1387" y="881"/>
                </a:lnTo>
                <a:lnTo>
                  <a:pt x="1387" y="882"/>
                </a:lnTo>
                <a:lnTo>
                  <a:pt x="1389" y="883"/>
                </a:lnTo>
                <a:lnTo>
                  <a:pt x="1390" y="884"/>
                </a:lnTo>
                <a:lnTo>
                  <a:pt x="1391" y="883"/>
                </a:lnTo>
                <a:lnTo>
                  <a:pt x="1391" y="882"/>
                </a:lnTo>
                <a:lnTo>
                  <a:pt x="1393" y="880"/>
                </a:lnTo>
                <a:lnTo>
                  <a:pt x="1395" y="880"/>
                </a:lnTo>
                <a:lnTo>
                  <a:pt x="1396" y="880"/>
                </a:lnTo>
                <a:lnTo>
                  <a:pt x="1397" y="880"/>
                </a:lnTo>
                <a:lnTo>
                  <a:pt x="1398" y="881"/>
                </a:lnTo>
                <a:lnTo>
                  <a:pt x="1398" y="882"/>
                </a:lnTo>
                <a:lnTo>
                  <a:pt x="1397" y="883"/>
                </a:lnTo>
                <a:lnTo>
                  <a:pt x="1397" y="884"/>
                </a:lnTo>
                <a:lnTo>
                  <a:pt x="1396" y="883"/>
                </a:lnTo>
                <a:lnTo>
                  <a:pt x="1395" y="884"/>
                </a:lnTo>
                <a:lnTo>
                  <a:pt x="1394" y="884"/>
                </a:lnTo>
                <a:lnTo>
                  <a:pt x="1394" y="885"/>
                </a:lnTo>
                <a:lnTo>
                  <a:pt x="1394" y="886"/>
                </a:lnTo>
                <a:lnTo>
                  <a:pt x="1394" y="887"/>
                </a:lnTo>
                <a:lnTo>
                  <a:pt x="1394" y="888"/>
                </a:lnTo>
                <a:lnTo>
                  <a:pt x="1394" y="887"/>
                </a:lnTo>
                <a:lnTo>
                  <a:pt x="1395" y="887"/>
                </a:lnTo>
                <a:lnTo>
                  <a:pt x="1395" y="888"/>
                </a:lnTo>
                <a:lnTo>
                  <a:pt x="1396" y="888"/>
                </a:lnTo>
                <a:lnTo>
                  <a:pt x="1396" y="889"/>
                </a:lnTo>
                <a:lnTo>
                  <a:pt x="1397" y="890"/>
                </a:lnTo>
                <a:lnTo>
                  <a:pt x="1397" y="891"/>
                </a:lnTo>
                <a:lnTo>
                  <a:pt x="1399" y="891"/>
                </a:lnTo>
                <a:lnTo>
                  <a:pt x="1400" y="891"/>
                </a:lnTo>
                <a:lnTo>
                  <a:pt x="1403" y="891"/>
                </a:lnTo>
                <a:lnTo>
                  <a:pt x="1403" y="892"/>
                </a:lnTo>
                <a:lnTo>
                  <a:pt x="1404" y="892"/>
                </a:lnTo>
                <a:lnTo>
                  <a:pt x="1405" y="892"/>
                </a:lnTo>
                <a:lnTo>
                  <a:pt x="1406" y="893"/>
                </a:lnTo>
                <a:lnTo>
                  <a:pt x="1405" y="893"/>
                </a:lnTo>
                <a:lnTo>
                  <a:pt x="1405" y="894"/>
                </a:lnTo>
                <a:lnTo>
                  <a:pt x="1405" y="897"/>
                </a:lnTo>
                <a:lnTo>
                  <a:pt x="1405" y="898"/>
                </a:lnTo>
                <a:lnTo>
                  <a:pt x="1409" y="899"/>
                </a:lnTo>
                <a:lnTo>
                  <a:pt x="1410" y="899"/>
                </a:lnTo>
                <a:lnTo>
                  <a:pt x="1411" y="898"/>
                </a:lnTo>
                <a:lnTo>
                  <a:pt x="1411" y="899"/>
                </a:lnTo>
                <a:lnTo>
                  <a:pt x="1412" y="899"/>
                </a:lnTo>
                <a:lnTo>
                  <a:pt x="1412" y="900"/>
                </a:lnTo>
                <a:lnTo>
                  <a:pt x="1412" y="901"/>
                </a:lnTo>
                <a:lnTo>
                  <a:pt x="1413" y="903"/>
                </a:lnTo>
                <a:lnTo>
                  <a:pt x="1413" y="905"/>
                </a:lnTo>
                <a:lnTo>
                  <a:pt x="1414" y="905"/>
                </a:lnTo>
                <a:lnTo>
                  <a:pt x="1417" y="906"/>
                </a:lnTo>
                <a:lnTo>
                  <a:pt x="1418" y="905"/>
                </a:lnTo>
                <a:lnTo>
                  <a:pt x="1419" y="904"/>
                </a:lnTo>
                <a:lnTo>
                  <a:pt x="1420" y="904"/>
                </a:lnTo>
                <a:lnTo>
                  <a:pt x="1420" y="905"/>
                </a:lnTo>
                <a:lnTo>
                  <a:pt x="1420" y="906"/>
                </a:lnTo>
                <a:lnTo>
                  <a:pt x="1421" y="906"/>
                </a:lnTo>
                <a:lnTo>
                  <a:pt x="1421" y="907"/>
                </a:lnTo>
                <a:lnTo>
                  <a:pt x="1421" y="908"/>
                </a:lnTo>
                <a:lnTo>
                  <a:pt x="1422" y="907"/>
                </a:lnTo>
                <a:lnTo>
                  <a:pt x="1423" y="906"/>
                </a:lnTo>
                <a:lnTo>
                  <a:pt x="1424" y="906"/>
                </a:lnTo>
                <a:lnTo>
                  <a:pt x="1425" y="908"/>
                </a:lnTo>
                <a:lnTo>
                  <a:pt x="1426" y="910"/>
                </a:lnTo>
                <a:lnTo>
                  <a:pt x="1424" y="913"/>
                </a:lnTo>
                <a:lnTo>
                  <a:pt x="1423" y="913"/>
                </a:lnTo>
                <a:lnTo>
                  <a:pt x="1422" y="913"/>
                </a:lnTo>
                <a:lnTo>
                  <a:pt x="1421" y="914"/>
                </a:lnTo>
                <a:lnTo>
                  <a:pt x="1420" y="916"/>
                </a:lnTo>
                <a:lnTo>
                  <a:pt x="1420" y="918"/>
                </a:lnTo>
                <a:lnTo>
                  <a:pt x="1421" y="919"/>
                </a:lnTo>
                <a:lnTo>
                  <a:pt x="1421" y="920"/>
                </a:lnTo>
                <a:lnTo>
                  <a:pt x="1421" y="921"/>
                </a:lnTo>
                <a:lnTo>
                  <a:pt x="1421" y="922"/>
                </a:lnTo>
                <a:lnTo>
                  <a:pt x="1420" y="923"/>
                </a:lnTo>
                <a:lnTo>
                  <a:pt x="1420" y="924"/>
                </a:lnTo>
                <a:lnTo>
                  <a:pt x="1419" y="925"/>
                </a:lnTo>
                <a:lnTo>
                  <a:pt x="1419" y="926"/>
                </a:lnTo>
                <a:lnTo>
                  <a:pt x="1419" y="927"/>
                </a:lnTo>
                <a:lnTo>
                  <a:pt x="1419" y="928"/>
                </a:lnTo>
                <a:lnTo>
                  <a:pt x="1418" y="928"/>
                </a:lnTo>
                <a:lnTo>
                  <a:pt x="1417" y="928"/>
                </a:lnTo>
                <a:lnTo>
                  <a:pt x="1416" y="928"/>
                </a:lnTo>
                <a:lnTo>
                  <a:pt x="1417" y="929"/>
                </a:lnTo>
                <a:lnTo>
                  <a:pt x="1418" y="930"/>
                </a:lnTo>
                <a:lnTo>
                  <a:pt x="1419" y="931"/>
                </a:lnTo>
                <a:lnTo>
                  <a:pt x="1419" y="932"/>
                </a:lnTo>
                <a:lnTo>
                  <a:pt x="1419" y="933"/>
                </a:lnTo>
                <a:lnTo>
                  <a:pt x="1418" y="933"/>
                </a:lnTo>
                <a:lnTo>
                  <a:pt x="1418" y="934"/>
                </a:lnTo>
                <a:lnTo>
                  <a:pt x="1419" y="935"/>
                </a:lnTo>
                <a:lnTo>
                  <a:pt x="1420" y="935"/>
                </a:lnTo>
                <a:lnTo>
                  <a:pt x="1421" y="935"/>
                </a:lnTo>
                <a:lnTo>
                  <a:pt x="1422" y="936"/>
                </a:lnTo>
                <a:lnTo>
                  <a:pt x="1422" y="937"/>
                </a:lnTo>
                <a:lnTo>
                  <a:pt x="1422" y="938"/>
                </a:lnTo>
                <a:lnTo>
                  <a:pt x="1422" y="939"/>
                </a:lnTo>
                <a:lnTo>
                  <a:pt x="1422" y="940"/>
                </a:lnTo>
                <a:lnTo>
                  <a:pt x="1422" y="941"/>
                </a:lnTo>
                <a:lnTo>
                  <a:pt x="1423" y="941"/>
                </a:lnTo>
                <a:lnTo>
                  <a:pt x="1423" y="942"/>
                </a:lnTo>
                <a:lnTo>
                  <a:pt x="1422" y="942"/>
                </a:lnTo>
                <a:lnTo>
                  <a:pt x="1421" y="942"/>
                </a:lnTo>
                <a:lnTo>
                  <a:pt x="1420" y="942"/>
                </a:lnTo>
                <a:lnTo>
                  <a:pt x="1420" y="943"/>
                </a:lnTo>
                <a:lnTo>
                  <a:pt x="1419" y="944"/>
                </a:lnTo>
                <a:lnTo>
                  <a:pt x="1419" y="945"/>
                </a:lnTo>
                <a:lnTo>
                  <a:pt x="1418" y="945"/>
                </a:lnTo>
                <a:lnTo>
                  <a:pt x="1418" y="946"/>
                </a:lnTo>
                <a:lnTo>
                  <a:pt x="1416" y="946"/>
                </a:lnTo>
                <a:lnTo>
                  <a:pt x="1416" y="945"/>
                </a:lnTo>
                <a:lnTo>
                  <a:pt x="1415" y="945"/>
                </a:lnTo>
                <a:lnTo>
                  <a:pt x="1415" y="944"/>
                </a:lnTo>
                <a:lnTo>
                  <a:pt x="1414" y="944"/>
                </a:lnTo>
                <a:lnTo>
                  <a:pt x="1412" y="943"/>
                </a:lnTo>
                <a:lnTo>
                  <a:pt x="1411" y="944"/>
                </a:lnTo>
                <a:lnTo>
                  <a:pt x="1411" y="945"/>
                </a:lnTo>
                <a:lnTo>
                  <a:pt x="1410" y="946"/>
                </a:lnTo>
                <a:lnTo>
                  <a:pt x="1409" y="946"/>
                </a:lnTo>
                <a:lnTo>
                  <a:pt x="1408" y="946"/>
                </a:lnTo>
                <a:lnTo>
                  <a:pt x="1407" y="946"/>
                </a:lnTo>
                <a:lnTo>
                  <a:pt x="1406" y="946"/>
                </a:lnTo>
                <a:lnTo>
                  <a:pt x="1406" y="947"/>
                </a:lnTo>
                <a:lnTo>
                  <a:pt x="1404" y="947"/>
                </a:lnTo>
                <a:lnTo>
                  <a:pt x="1403" y="947"/>
                </a:lnTo>
                <a:lnTo>
                  <a:pt x="1402" y="946"/>
                </a:lnTo>
                <a:lnTo>
                  <a:pt x="1402" y="945"/>
                </a:lnTo>
                <a:lnTo>
                  <a:pt x="1401" y="945"/>
                </a:lnTo>
                <a:lnTo>
                  <a:pt x="1401" y="946"/>
                </a:lnTo>
                <a:lnTo>
                  <a:pt x="1400" y="947"/>
                </a:lnTo>
                <a:lnTo>
                  <a:pt x="1400" y="948"/>
                </a:lnTo>
                <a:lnTo>
                  <a:pt x="1400" y="949"/>
                </a:lnTo>
                <a:lnTo>
                  <a:pt x="1400" y="950"/>
                </a:lnTo>
                <a:lnTo>
                  <a:pt x="1400" y="951"/>
                </a:lnTo>
                <a:lnTo>
                  <a:pt x="1399" y="951"/>
                </a:lnTo>
                <a:lnTo>
                  <a:pt x="1398" y="951"/>
                </a:lnTo>
                <a:lnTo>
                  <a:pt x="1398" y="950"/>
                </a:lnTo>
                <a:lnTo>
                  <a:pt x="1397" y="950"/>
                </a:lnTo>
                <a:lnTo>
                  <a:pt x="1396" y="950"/>
                </a:lnTo>
                <a:lnTo>
                  <a:pt x="1396" y="951"/>
                </a:lnTo>
                <a:lnTo>
                  <a:pt x="1396" y="952"/>
                </a:lnTo>
                <a:lnTo>
                  <a:pt x="1396" y="953"/>
                </a:lnTo>
                <a:lnTo>
                  <a:pt x="1396" y="954"/>
                </a:lnTo>
                <a:lnTo>
                  <a:pt x="1395" y="955"/>
                </a:lnTo>
                <a:lnTo>
                  <a:pt x="1395" y="956"/>
                </a:lnTo>
                <a:lnTo>
                  <a:pt x="1395" y="957"/>
                </a:lnTo>
                <a:lnTo>
                  <a:pt x="1396" y="957"/>
                </a:lnTo>
                <a:lnTo>
                  <a:pt x="1396" y="958"/>
                </a:lnTo>
                <a:lnTo>
                  <a:pt x="1396" y="959"/>
                </a:lnTo>
                <a:lnTo>
                  <a:pt x="1395" y="959"/>
                </a:lnTo>
                <a:lnTo>
                  <a:pt x="1395" y="960"/>
                </a:lnTo>
                <a:lnTo>
                  <a:pt x="1394" y="961"/>
                </a:lnTo>
                <a:lnTo>
                  <a:pt x="1393" y="962"/>
                </a:lnTo>
                <a:lnTo>
                  <a:pt x="1393" y="963"/>
                </a:lnTo>
                <a:lnTo>
                  <a:pt x="1394" y="963"/>
                </a:lnTo>
                <a:lnTo>
                  <a:pt x="1394" y="966"/>
                </a:lnTo>
                <a:lnTo>
                  <a:pt x="1393" y="966"/>
                </a:lnTo>
                <a:lnTo>
                  <a:pt x="1393" y="967"/>
                </a:lnTo>
                <a:lnTo>
                  <a:pt x="1392" y="967"/>
                </a:lnTo>
                <a:lnTo>
                  <a:pt x="1392" y="968"/>
                </a:lnTo>
                <a:lnTo>
                  <a:pt x="1393" y="968"/>
                </a:lnTo>
                <a:lnTo>
                  <a:pt x="1393" y="969"/>
                </a:lnTo>
                <a:lnTo>
                  <a:pt x="1393" y="970"/>
                </a:lnTo>
                <a:lnTo>
                  <a:pt x="1392" y="970"/>
                </a:lnTo>
                <a:lnTo>
                  <a:pt x="1391" y="970"/>
                </a:lnTo>
                <a:lnTo>
                  <a:pt x="1391" y="969"/>
                </a:lnTo>
                <a:lnTo>
                  <a:pt x="1390" y="968"/>
                </a:lnTo>
                <a:lnTo>
                  <a:pt x="1389" y="968"/>
                </a:lnTo>
                <a:lnTo>
                  <a:pt x="1389" y="969"/>
                </a:lnTo>
                <a:lnTo>
                  <a:pt x="1389" y="970"/>
                </a:lnTo>
                <a:lnTo>
                  <a:pt x="1389" y="971"/>
                </a:lnTo>
                <a:lnTo>
                  <a:pt x="1386" y="973"/>
                </a:lnTo>
                <a:lnTo>
                  <a:pt x="1386" y="974"/>
                </a:lnTo>
                <a:lnTo>
                  <a:pt x="1387" y="975"/>
                </a:lnTo>
                <a:lnTo>
                  <a:pt x="1388" y="975"/>
                </a:lnTo>
                <a:lnTo>
                  <a:pt x="1388" y="976"/>
                </a:lnTo>
                <a:lnTo>
                  <a:pt x="1386" y="976"/>
                </a:lnTo>
                <a:lnTo>
                  <a:pt x="1386" y="975"/>
                </a:lnTo>
                <a:lnTo>
                  <a:pt x="1385" y="975"/>
                </a:lnTo>
                <a:lnTo>
                  <a:pt x="1385" y="974"/>
                </a:lnTo>
                <a:lnTo>
                  <a:pt x="1384" y="974"/>
                </a:lnTo>
                <a:lnTo>
                  <a:pt x="1383" y="974"/>
                </a:lnTo>
                <a:lnTo>
                  <a:pt x="1381" y="973"/>
                </a:lnTo>
                <a:lnTo>
                  <a:pt x="1381" y="972"/>
                </a:lnTo>
                <a:lnTo>
                  <a:pt x="1380" y="971"/>
                </a:lnTo>
                <a:lnTo>
                  <a:pt x="1378" y="971"/>
                </a:lnTo>
                <a:lnTo>
                  <a:pt x="1378" y="972"/>
                </a:lnTo>
                <a:lnTo>
                  <a:pt x="1377" y="972"/>
                </a:lnTo>
                <a:lnTo>
                  <a:pt x="1377" y="973"/>
                </a:lnTo>
                <a:lnTo>
                  <a:pt x="1376" y="974"/>
                </a:lnTo>
                <a:lnTo>
                  <a:pt x="1376" y="975"/>
                </a:lnTo>
                <a:lnTo>
                  <a:pt x="1376" y="976"/>
                </a:lnTo>
                <a:lnTo>
                  <a:pt x="1378" y="979"/>
                </a:lnTo>
                <a:lnTo>
                  <a:pt x="1378" y="980"/>
                </a:lnTo>
                <a:lnTo>
                  <a:pt x="1377" y="980"/>
                </a:lnTo>
                <a:lnTo>
                  <a:pt x="1375" y="981"/>
                </a:lnTo>
                <a:lnTo>
                  <a:pt x="1374" y="980"/>
                </a:lnTo>
                <a:lnTo>
                  <a:pt x="1373" y="980"/>
                </a:lnTo>
                <a:lnTo>
                  <a:pt x="1372" y="980"/>
                </a:lnTo>
                <a:lnTo>
                  <a:pt x="1371" y="980"/>
                </a:lnTo>
                <a:lnTo>
                  <a:pt x="1370" y="980"/>
                </a:lnTo>
                <a:lnTo>
                  <a:pt x="1368" y="978"/>
                </a:lnTo>
                <a:lnTo>
                  <a:pt x="1367" y="978"/>
                </a:lnTo>
                <a:lnTo>
                  <a:pt x="1366" y="979"/>
                </a:lnTo>
                <a:lnTo>
                  <a:pt x="1365" y="979"/>
                </a:lnTo>
                <a:lnTo>
                  <a:pt x="1365" y="980"/>
                </a:lnTo>
                <a:lnTo>
                  <a:pt x="1364" y="981"/>
                </a:lnTo>
                <a:lnTo>
                  <a:pt x="1363" y="981"/>
                </a:lnTo>
                <a:lnTo>
                  <a:pt x="1363" y="980"/>
                </a:lnTo>
                <a:lnTo>
                  <a:pt x="1362" y="980"/>
                </a:lnTo>
                <a:lnTo>
                  <a:pt x="1362" y="981"/>
                </a:lnTo>
                <a:lnTo>
                  <a:pt x="1361" y="982"/>
                </a:lnTo>
                <a:lnTo>
                  <a:pt x="1362" y="983"/>
                </a:lnTo>
                <a:lnTo>
                  <a:pt x="1362" y="984"/>
                </a:lnTo>
                <a:lnTo>
                  <a:pt x="1363" y="985"/>
                </a:lnTo>
                <a:lnTo>
                  <a:pt x="1362" y="985"/>
                </a:lnTo>
                <a:lnTo>
                  <a:pt x="1362" y="986"/>
                </a:lnTo>
                <a:lnTo>
                  <a:pt x="1361" y="986"/>
                </a:lnTo>
                <a:lnTo>
                  <a:pt x="1360" y="986"/>
                </a:lnTo>
                <a:lnTo>
                  <a:pt x="1360" y="987"/>
                </a:lnTo>
                <a:lnTo>
                  <a:pt x="1359" y="987"/>
                </a:lnTo>
                <a:lnTo>
                  <a:pt x="1359" y="988"/>
                </a:lnTo>
                <a:lnTo>
                  <a:pt x="1360" y="989"/>
                </a:lnTo>
                <a:lnTo>
                  <a:pt x="1360" y="990"/>
                </a:lnTo>
                <a:lnTo>
                  <a:pt x="1360" y="991"/>
                </a:lnTo>
                <a:lnTo>
                  <a:pt x="1359" y="991"/>
                </a:lnTo>
                <a:lnTo>
                  <a:pt x="1359" y="992"/>
                </a:lnTo>
                <a:lnTo>
                  <a:pt x="1359" y="991"/>
                </a:lnTo>
                <a:lnTo>
                  <a:pt x="1358" y="991"/>
                </a:lnTo>
                <a:lnTo>
                  <a:pt x="1358" y="990"/>
                </a:lnTo>
                <a:lnTo>
                  <a:pt x="1357" y="990"/>
                </a:lnTo>
                <a:lnTo>
                  <a:pt x="1356" y="990"/>
                </a:lnTo>
                <a:lnTo>
                  <a:pt x="1355" y="991"/>
                </a:lnTo>
                <a:lnTo>
                  <a:pt x="1354" y="991"/>
                </a:lnTo>
                <a:lnTo>
                  <a:pt x="1354" y="992"/>
                </a:lnTo>
                <a:lnTo>
                  <a:pt x="1354" y="993"/>
                </a:lnTo>
                <a:lnTo>
                  <a:pt x="1354" y="994"/>
                </a:lnTo>
                <a:lnTo>
                  <a:pt x="1353" y="995"/>
                </a:lnTo>
                <a:lnTo>
                  <a:pt x="1352" y="997"/>
                </a:lnTo>
                <a:lnTo>
                  <a:pt x="1351" y="997"/>
                </a:lnTo>
                <a:lnTo>
                  <a:pt x="1350" y="997"/>
                </a:lnTo>
                <a:lnTo>
                  <a:pt x="1350" y="996"/>
                </a:lnTo>
                <a:lnTo>
                  <a:pt x="1351" y="996"/>
                </a:lnTo>
                <a:lnTo>
                  <a:pt x="1351" y="995"/>
                </a:lnTo>
                <a:lnTo>
                  <a:pt x="1351" y="994"/>
                </a:lnTo>
                <a:lnTo>
                  <a:pt x="1350" y="994"/>
                </a:lnTo>
                <a:lnTo>
                  <a:pt x="1348" y="997"/>
                </a:lnTo>
                <a:lnTo>
                  <a:pt x="1348" y="998"/>
                </a:lnTo>
                <a:lnTo>
                  <a:pt x="1349" y="999"/>
                </a:lnTo>
                <a:lnTo>
                  <a:pt x="1349" y="1000"/>
                </a:lnTo>
                <a:lnTo>
                  <a:pt x="1349" y="1001"/>
                </a:lnTo>
                <a:lnTo>
                  <a:pt x="1348" y="1001"/>
                </a:lnTo>
                <a:lnTo>
                  <a:pt x="1347" y="1001"/>
                </a:lnTo>
                <a:lnTo>
                  <a:pt x="1346" y="1001"/>
                </a:lnTo>
                <a:lnTo>
                  <a:pt x="1346" y="1002"/>
                </a:lnTo>
                <a:lnTo>
                  <a:pt x="1345" y="1005"/>
                </a:lnTo>
                <a:lnTo>
                  <a:pt x="1345" y="1006"/>
                </a:lnTo>
                <a:lnTo>
                  <a:pt x="1345" y="1007"/>
                </a:lnTo>
                <a:lnTo>
                  <a:pt x="1345" y="1009"/>
                </a:lnTo>
                <a:lnTo>
                  <a:pt x="1346" y="1009"/>
                </a:lnTo>
                <a:lnTo>
                  <a:pt x="1346" y="1010"/>
                </a:lnTo>
                <a:lnTo>
                  <a:pt x="1347" y="1010"/>
                </a:lnTo>
                <a:lnTo>
                  <a:pt x="1347" y="1011"/>
                </a:lnTo>
                <a:lnTo>
                  <a:pt x="1348" y="1011"/>
                </a:lnTo>
                <a:lnTo>
                  <a:pt x="1348" y="1012"/>
                </a:lnTo>
                <a:lnTo>
                  <a:pt x="1349" y="1012"/>
                </a:lnTo>
                <a:lnTo>
                  <a:pt x="1349" y="1013"/>
                </a:lnTo>
                <a:lnTo>
                  <a:pt x="1350" y="1014"/>
                </a:lnTo>
                <a:lnTo>
                  <a:pt x="1350" y="1015"/>
                </a:lnTo>
                <a:lnTo>
                  <a:pt x="1350" y="1016"/>
                </a:lnTo>
                <a:lnTo>
                  <a:pt x="1350" y="1017"/>
                </a:lnTo>
                <a:lnTo>
                  <a:pt x="1350" y="1018"/>
                </a:lnTo>
                <a:lnTo>
                  <a:pt x="1350" y="1019"/>
                </a:lnTo>
                <a:lnTo>
                  <a:pt x="1350" y="1020"/>
                </a:lnTo>
                <a:lnTo>
                  <a:pt x="1350" y="1021"/>
                </a:lnTo>
                <a:lnTo>
                  <a:pt x="1350" y="1022"/>
                </a:lnTo>
                <a:lnTo>
                  <a:pt x="1351" y="1022"/>
                </a:lnTo>
                <a:lnTo>
                  <a:pt x="1352" y="1022"/>
                </a:lnTo>
                <a:lnTo>
                  <a:pt x="1353" y="1024"/>
                </a:lnTo>
                <a:lnTo>
                  <a:pt x="1353" y="1025"/>
                </a:lnTo>
                <a:lnTo>
                  <a:pt x="1352" y="1026"/>
                </a:lnTo>
                <a:lnTo>
                  <a:pt x="1352" y="1027"/>
                </a:lnTo>
                <a:lnTo>
                  <a:pt x="1351" y="1026"/>
                </a:lnTo>
                <a:lnTo>
                  <a:pt x="1351" y="1027"/>
                </a:lnTo>
                <a:lnTo>
                  <a:pt x="1351" y="1028"/>
                </a:lnTo>
                <a:lnTo>
                  <a:pt x="1352" y="1028"/>
                </a:lnTo>
                <a:lnTo>
                  <a:pt x="1353" y="1029"/>
                </a:lnTo>
                <a:lnTo>
                  <a:pt x="1353" y="1028"/>
                </a:lnTo>
                <a:lnTo>
                  <a:pt x="1354" y="1027"/>
                </a:lnTo>
                <a:lnTo>
                  <a:pt x="1355" y="1027"/>
                </a:lnTo>
                <a:lnTo>
                  <a:pt x="1356" y="1027"/>
                </a:lnTo>
                <a:lnTo>
                  <a:pt x="1357" y="1026"/>
                </a:lnTo>
                <a:lnTo>
                  <a:pt x="1357" y="1025"/>
                </a:lnTo>
                <a:lnTo>
                  <a:pt x="1358" y="1025"/>
                </a:lnTo>
                <a:lnTo>
                  <a:pt x="1359" y="1025"/>
                </a:lnTo>
                <a:lnTo>
                  <a:pt x="1360" y="1025"/>
                </a:lnTo>
                <a:lnTo>
                  <a:pt x="1361" y="1026"/>
                </a:lnTo>
                <a:lnTo>
                  <a:pt x="1362" y="1026"/>
                </a:lnTo>
                <a:lnTo>
                  <a:pt x="1363" y="1028"/>
                </a:lnTo>
                <a:lnTo>
                  <a:pt x="1363" y="1029"/>
                </a:lnTo>
                <a:lnTo>
                  <a:pt x="1362" y="1030"/>
                </a:lnTo>
                <a:lnTo>
                  <a:pt x="1361" y="1031"/>
                </a:lnTo>
                <a:lnTo>
                  <a:pt x="1360" y="1031"/>
                </a:lnTo>
                <a:lnTo>
                  <a:pt x="1360" y="1032"/>
                </a:lnTo>
                <a:lnTo>
                  <a:pt x="1359" y="1032"/>
                </a:lnTo>
                <a:lnTo>
                  <a:pt x="1359" y="1033"/>
                </a:lnTo>
                <a:lnTo>
                  <a:pt x="1360" y="1033"/>
                </a:lnTo>
                <a:lnTo>
                  <a:pt x="1361" y="1033"/>
                </a:lnTo>
                <a:lnTo>
                  <a:pt x="1362" y="1032"/>
                </a:lnTo>
                <a:lnTo>
                  <a:pt x="1364" y="1032"/>
                </a:lnTo>
                <a:lnTo>
                  <a:pt x="1366" y="1033"/>
                </a:lnTo>
                <a:lnTo>
                  <a:pt x="1367" y="1033"/>
                </a:lnTo>
                <a:lnTo>
                  <a:pt x="1368" y="1033"/>
                </a:lnTo>
                <a:lnTo>
                  <a:pt x="1369" y="1033"/>
                </a:lnTo>
                <a:lnTo>
                  <a:pt x="1369" y="1035"/>
                </a:lnTo>
                <a:lnTo>
                  <a:pt x="1371" y="1037"/>
                </a:lnTo>
                <a:lnTo>
                  <a:pt x="1372" y="1037"/>
                </a:lnTo>
                <a:lnTo>
                  <a:pt x="1371" y="1037"/>
                </a:lnTo>
                <a:lnTo>
                  <a:pt x="1371" y="1038"/>
                </a:lnTo>
                <a:lnTo>
                  <a:pt x="1371" y="1039"/>
                </a:lnTo>
                <a:lnTo>
                  <a:pt x="1371" y="1040"/>
                </a:lnTo>
                <a:lnTo>
                  <a:pt x="1369" y="1041"/>
                </a:lnTo>
                <a:lnTo>
                  <a:pt x="1369" y="1042"/>
                </a:lnTo>
                <a:lnTo>
                  <a:pt x="1370" y="1042"/>
                </a:lnTo>
                <a:lnTo>
                  <a:pt x="1370" y="1043"/>
                </a:lnTo>
                <a:lnTo>
                  <a:pt x="1371" y="1043"/>
                </a:lnTo>
                <a:lnTo>
                  <a:pt x="1371" y="1044"/>
                </a:lnTo>
                <a:lnTo>
                  <a:pt x="1369" y="1045"/>
                </a:lnTo>
                <a:lnTo>
                  <a:pt x="1368" y="1046"/>
                </a:lnTo>
                <a:lnTo>
                  <a:pt x="1367" y="1047"/>
                </a:lnTo>
                <a:lnTo>
                  <a:pt x="1367" y="1048"/>
                </a:lnTo>
                <a:lnTo>
                  <a:pt x="1367" y="1049"/>
                </a:lnTo>
                <a:lnTo>
                  <a:pt x="1368" y="1051"/>
                </a:lnTo>
                <a:lnTo>
                  <a:pt x="1368" y="1052"/>
                </a:lnTo>
                <a:lnTo>
                  <a:pt x="1368" y="1053"/>
                </a:lnTo>
                <a:lnTo>
                  <a:pt x="1368" y="1054"/>
                </a:lnTo>
                <a:lnTo>
                  <a:pt x="1367" y="1054"/>
                </a:lnTo>
                <a:lnTo>
                  <a:pt x="1367" y="1055"/>
                </a:lnTo>
                <a:lnTo>
                  <a:pt x="1368" y="1056"/>
                </a:lnTo>
                <a:lnTo>
                  <a:pt x="1368" y="1055"/>
                </a:lnTo>
                <a:lnTo>
                  <a:pt x="1369" y="1054"/>
                </a:lnTo>
                <a:lnTo>
                  <a:pt x="1370" y="1054"/>
                </a:lnTo>
                <a:lnTo>
                  <a:pt x="1371" y="1053"/>
                </a:lnTo>
                <a:lnTo>
                  <a:pt x="1372" y="1053"/>
                </a:lnTo>
                <a:lnTo>
                  <a:pt x="1374" y="1053"/>
                </a:lnTo>
                <a:lnTo>
                  <a:pt x="1373" y="1052"/>
                </a:lnTo>
                <a:lnTo>
                  <a:pt x="1374" y="1052"/>
                </a:lnTo>
                <a:lnTo>
                  <a:pt x="1375" y="1052"/>
                </a:lnTo>
                <a:lnTo>
                  <a:pt x="1376" y="1053"/>
                </a:lnTo>
                <a:lnTo>
                  <a:pt x="1376" y="1054"/>
                </a:lnTo>
                <a:lnTo>
                  <a:pt x="1374" y="1060"/>
                </a:lnTo>
                <a:lnTo>
                  <a:pt x="1376" y="1060"/>
                </a:lnTo>
                <a:lnTo>
                  <a:pt x="1377" y="1061"/>
                </a:lnTo>
                <a:lnTo>
                  <a:pt x="1377" y="1062"/>
                </a:lnTo>
                <a:lnTo>
                  <a:pt x="1379" y="1062"/>
                </a:lnTo>
                <a:lnTo>
                  <a:pt x="1380" y="1062"/>
                </a:lnTo>
                <a:lnTo>
                  <a:pt x="1381" y="1061"/>
                </a:lnTo>
                <a:lnTo>
                  <a:pt x="1382" y="1061"/>
                </a:lnTo>
                <a:lnTo>
                  <a:pt x="1383" y="1060"/>
                </a:lnTo>
                <a:lnTo>
                  <a:pt x="1384" y="1061"/>
                </a:lnTo>
                <a:lnTo>
                  <a:pt x="1384" y="1062"/>
                </a:lnTo>
                <a:lnTo>
                  <a:pt x="1383" y="1062"/>
                </a:lnTo>
                <a:lnTo>
                  <a:pt x="1383" y="1063"/>
                </a:lnTo>
                <a:lnTo>
                  <a:pt x="1383" y="1064"/>
                </a:lnTo>
                <a:lnTo>
                  <a:pt x="1385" y="1065"/>
                </a:lnTo>
                <a:lnTo>
                  <a:pt x="1386" y="1065"/>
                </a:lnTo>
                <a:lnTo>
                  <a:pt x="1386" y="1064"/>
                </a:lnTo>
                <a:lnTo>
                  <a:pt x="1388" y="1063"/>
                </a:lnTo>
                <a:lnTo>
                  <a:pt x="1392" y="1062"/>
                </a:lnTo>
                <a:lnTo>
                  <a:pt x="1394" y="1063"/>
                </a:lnTo>
                <a:lnTo>
                  <a:pt x="1395" y="1063"/>
                </a:lnTo>
                <a:lnTo>
                  <a:pt x="1396" y="1064"/>
                </a:lnTo>
                <a:lnTo>
                  <a:pt x="1399" y="1063"/>
                </a:lnTo>
                <a:lnTo>
                  <a:pt x="1400" y="1063"/>
                </a:lnTo>
                <a:lnTo>
                  <a:pt x="1400" y="1062"/>
                </a:lnTo>
                <a:lnTo>
                  <a:pt x="1401" y="1062"/>
                </a:lnTo>
                <a:lnTo>
                  <a:pt x="1401" y="1063"/>
                </a:lnTo>
                <a:lnTo>
                  <a:pt x="1401" y="1065"/>
                </a:lnTo>
                <a:lnTo>
                  <a:pt x="1401" y="1066"/>
                </a:lnTo>
                <a:lnTo>
                  <a:pt x="1401" y="1067"/>
                </a:lnTo>
                <a:lnTo>
                  <a:pt x="1402" y="1066"/>
                </a:lnTo>
                <a:lnTo>
                  <a:pt x="1402" y="1065"/>
                </a:lnTo>
                <a:lnTo>
                  <a:pt x="1403" y="1065"/>
                </a:lnTo>
                <a:lnTo>
                  <a:pt x="1403" y="1064"/>
                </a:lnTo>
                <a:lnTo>
                  <a:pt x="1402" y="1064"/>
                </a:lnTo>
                <a:lnTo>
                  <a:pt x="1403" y="1063"/>
                </a:lnTo>
                <a:lnTo>
                  <a:pt x="1405" y="1062"/>
                </a:lnTo>
                <a:lnTo>
                  <a:pt x="1404" y="1062"/>
                </a:lnTo>
                <a:lnTo>
                  <a:pt x="1405" y="1061"/>
                </a:lnTo>
                <a:lnTo>
                  <a:pt x="1406" y="1061"/>
                </a:lnTo>
                <a:lnTo>
                  <a:pt x="1407" y="1062"/>
                </a:lnTo>
                <a:lnTo>
                  <a:pt x="1407" y="1063"/>
                </a:lnTo>
                <a:lnTo>
                  <a:pt x="1407" y="1064"/>
                </a:lnTo>
                <a:lnTo>
                  <a:pt x="1406" y="1065"/>
                </a:lnTo>
                <a:lnTo>
                  <a:pt x="1408" y="1067"/>
                </a:lnTo>
                <a:lnTo>
                  <a:pt x="1409" y="1067"/>
                </a:lnTo>
                <a:lnTo>
                  <a:pt x="1410" y="1067"/>
                </a:lnTo>
                <a:lnTo>
                  <a:pt x="1411" y="1067"/>
                </a:lnTo>
                <a:lnTo>
                  <a:pt x="1412" y="1067"/>
                </a:lnTo>
                <a:lnTo>
                  <a:pt x="1412" y="1066"/>
                </a:lnTo>
                <a:lnTo>
                  <a:pt x="1412" y="1065"/>
                </a:lnTo>
                <a:lnTo>
                  <a:pt x="1413" y="1065"/>
                </a:lnTo>
                <a:lnTo>
                  <a:pt x="1412" y="1065"/>
                </a:lnTo>
                <a:lnTo>
                  <a:pt x="1411" y="1064"/>
                </a:lnTo>
                <a:lnTo>
                  <a:pt x="1410" y="1064"/>
                </a:lnTo>
                <a:lnTo>
                  <a:pt x="1410" y="1063"/>
                </a:lnTo>
                <a:lnTo>
                  <a:pt x="1411" y="1062"/>
                </a:lnTo>
                <a:lnTo>
                  <a:pt x="1412" y="1062"/>
                </a:lnTo>
                <a:lnTo>
                  <a:pt x="1413" y="1063"/>
                </a:lnTo>
                <a:lnTo>
                  <a:pt x="1413" y="1062"/>
                </a:lnTo>
                <a:lnTo>
                  <a:pt x="1414" y="1060"/>
                </a:lnTo>
                <a:lnTo>
                  <a:pt x="1416" y="1058"/>
                </a:lnTo>
                <a:lnTo>
                  <a:pt x="1417" y="1058"/>
                </a:lnTo>
                <a:lnTo>
                  <a:pt x="1417" y="1057"/>
                </a:lnTo>
                <a:lnTo>
                  <a:pt x="1417" y="1058"/>
                </a:lnTo>
                <a:lnTo>
                  <a:pt x="1420" y="1058"/>
                </a:lnTo>
                <a:lnTo>
                  <a:pt x="1420" y="1059"/>
                </a:lnTo>
                <a:lnTo>
                  <a:pt x="1419" y="1059"/>
                </a:lnTo>
                <a:lnTo>
                  <a:pt x="1418" y="1059"/>
                </a:lnTo>
                <a:lnTo>
                  <a:pt x="1417" y="1060"/>
                </a:lnTo>
                <a:lnTo>
                  <a:pt x="1417" y="1059"/>
                </a:lnTo>
                <a:lnTo>
                  <a:pt x="1416" y="1059"/>
                </a:lnTo>
                <a:lnTo>
                  <a:pt x="1416" y="1060"/>
                </a:lnTo>
                <a:lnTo>
                  <a:pt x="1416" y="1061"/>
                </a:lnTo>
                <a:lnTo>
                  <a:pt x="1415" y="1063"/>
                </a:lnTo>
                <a:lnTo>
                  <a:pt x="1415" y="1064"/>
                </a:lnTo>
                <a:lnTo>
                  <a:pt x="1416" y="1064"/>
                </a:lnTo>
                <a:lnTo>
                  <a:pt x="1417" y="1064"/>
                </a:lnTo>
                <a:lnTo>
                  <a:pt x="1417" y="1066"/>
                </a:lnTo>
                <a:lnTo>
                  <a:pt x="1417" y="1067"/>
                </a:lnTo>
                <a:lnTo>
                  <a:pt x="1418" y="1069"/>
                </a:lnTo>
                <a:lnTo>
                  <a:pt x="1419" y="1070"/>
                </a:lnTo>
                <a:lnTo>
                  <a:pt x="1419" y="1071"/>
                </a:lnTo>
                <a:lnTo>
                  <a:pt x="1418" y="1071"/>
                </a:lnTo>
                <a:lnTo>
                  <a:pt x="1418" y="1072"/>
                </a:lnTo>
                <a:lnTo>
                  <a:pt x="1418" y="1073"/>
                </a:lnTo>
                <a:lnTo>
                  <a:pt x="1418" y="1074"/>
                </a:lnTo>
                <a:lnTo>
                  <a:pt x="1419" y="1074"/>
                </a:lnTo>
                <a:lnTo>
                  <a:pt x="1419" y="1075"/>
                </a:lnTo>
                <a:lnTo>
                  <a:pt x="1418" y="1076"/>
                </a:lnTo>
                <a:lnTo>
                  <a:pt x="1419" y="1077"/>
                </a:lnTo>
                <a:lnTo>
                  <a:pt x="1420" y="1077"/>
                </a:lnTo>
                <a:lnTo>
                  <a:pt x="1421" y="1079"/>
                </a:lnTo>
                <a:lnTo>
                  <a:pt x="1421" y="1080"/>
                </a:lnTo>
                <a:lnTo>
                  <a:pt x="1420" y="1080"/>
                </a:lnTo>
                <a:lnTo>
                  <a:pt x="1420" y="1081"/>
                </a:lnTo>
                <a:lnTo>
                  <a:pt x="1419" y="1082"/>
                </a:lnTo>
                <a:lnTo>
                  <a:pt x="1419" y="1083"/>
                </a:lnTo>
                <a:lnTo>
                  <a:pt x="1420" y="1083"/>
                </a:lnTo>
                <a:lnTo>
                  <a:pt x="1421" y="1084"/>
                </a:lnTo>
                <a:lnTo>
                  <a:pt x="1422" y="1086"/>
                </a:lnTo>
                <a:lnTo>
                  <a:pt x="1422" y="1087"/>
                </a:lnTo>
                <a:lnTo>
                  <a:pt x="1422" y="1088"/>
                </a:lnTo>
                <a:lnTo>
                  <a:pt x="1423" y="1089"/>
                </a:lnTo>
                <a:lnTo>
                  <a:pt x="1422" y="1090"/>
                </a:lnTo>
                <a:lnTo>
                  <a:pt x="1422" y="1091"/>
                </a:lnTo>
                <a:lnTo>
                  <a:pt x="1422" y="1092"/>
                </a:lnTo>
                <a:lnTo>
                  <a:pt x="1423" y="1092"/>
                </a:lnTo>
                <a:lnTo>
                  <a:pt x="1424" y="1092"/>
                </a:lnTo>
                <a:lnTo>
                  <a:pt x="1424" y="1091"/>
                </a:lnTo>
                <a:lnTo>
                  <a:pt x="1425" y="1090"/>
                </a:lnTo>
                <a:lnTo>
                  <a:pt x="1426" y="1092"/>
                </a:lnTo>
                <a:lnTo>
                  <a:pt x="1427" y="1092"/>
                </a:lnTo>
                <a:lnTo>
                  <a:pt x="1426" y="1092"/>
                </a:lnTo>
                <a:lnTo>
                  <a:pt x="1425" y="1093"/>
                </a:lnTo>
                <a:lnTo>
                  <a:pt x="1424" y="1092"/>
                </a:lnTo>
                <a:lnTo>
                  <a:pt x="1423" y="1094"/>
                </a:lnTo>
                <a:lnTo>
                  <a:pt x="1423" y="1095"/>
                </a:lnTo>
                <a:lnTo>
                  <a:pt x="1423" y="1096"/>
                </a:lnTo>
                <a:lnTo>
                  <a:pt x="1422" y="1097"/>
                </a:lnTo>
                <a:lnTo>
                  <a:pt x="1422" y="1099"/>
                </a:lnTo>
                <a:lnTo>
                  <a:pt x="1423" y="1099"/>
                </a:lnTo>
                <a:lnTo>
                  <a:pt x="1424" y="1099"/>
                </a:lnTo>
                <a:lnTo>
                  <a:pt x="1425" y="1101"/>
                </a:lnTo>
                <a:lnTo>
                  <a:pt x="1425" y="1102"/>
                </a:lnTo>
                <a:lnTo>
                  <a:pt x="1425" y="1103"/>
                </a:lnTo>
                <a:lnTo>
                  <a:pt x="1425" y="1104"/>
                </a:lnTo>
                <a:lnTo>
                  <a:pt x="1426" y="1104"/>
                </a:lnTo>
                <a:lnTo>
                  <a:pt x="1427" y="1104"/>
                </a:lnTo>
                <a:lnTo>
                  <a:pt x="1428" y="1104"/>
                </a:lnTo>
                <a:lnTo>
                  <a:pt x="1427" y="1105"/>
                </a:lnTo>
                <a:lnTo>
                  <a:pt x="1427" y="1106"/>
                </a:lnTo>
                <a:lnTo>
                  <a:pt x="1427" y="1107"/>
                </a:lnTo>
                <a:lnTo>
                  <a:pt x="1426" y="1108"/>
                </a:lnTo>
                <a:lnTo>
                  <a:pt x="1425" y="1109"/>
                </a:lnTo>
                <a:lnTo>
                  <a:pt x="1425" y="1111"/>
                </a:lnTo>
                <a:lnTo>
                  <a:pt x="1425" y="1112"/>
                </a:lnTo>
                <a:lnTo>
                  <a:pt x="1426" y="1112"/>
                </a:lnTo>
                <a:lnTo>
                  <a:pt x="1427" y="1113"/>
                </a:lnTo>
                <a:lnTo>
                  <a:pt x="1427" y="1114"/>
                </a:lnTo>
                <a:lnTo>
                  <a:pt x="1428" y="1115"/>
                </a:lnTo>
                <a:lnTo>
                  <a:pt x="1429" y="1115"/>
                </a:lnTo>
                <a:lnTo>
                  <a:pt x="1429" y="1116"/>
                </a:lnTo>
                <a:lnTo>
                  <a:pt x="1429" y="1117"/>
                </a:lnTo>
                <a:lnTo>
                  <a:pt x="1429" y="1118"/>
                </a:lnTo>
                <a:lnTo>
                  <a:pt x="1428" y="1118"/>
                </a:lnTo>
                <a:lnTo>
                  <a:pt x="1428" y="1121"/>
                </a:lnTo>
                <a:lnTo>
                  <a:pt x="1429" y="1122"/>
                </a:lnTo>
                <a:lnTo>
                  <a:pt x="1431" y="1122"/>
                </a:lnTo>
                <a:lnTo>
                  <a:pt x="1432" y="1123"/>
                </a:lnTo>
                <a:lnTo>
                  <a:pt x="1433" y="1123"/>
                </a:lnTo>
                <a:lnTo>
                  <a:pt x="1434" y="1125"/>
                </a:lnTo>
                <a:lnTo>
                  <a:pt x="1434" y="1126"/>
                </a:lnTo>
                <a:lnTo>
                  <a:pt x="1435" y="1126"/>
                </a:lnTo>
                <a:lnTo>
                  <a:pt x="1434" y="1127"/>
                </a:lnTo>
                <a:lnTo>
                  <a:pt x="1435" y="1128"/>
                </a:lnTo>
                <a:lnTo>
                  <a:pt x="1436" y="1128"/>
                </a:lnTo>
                <a:lnTo>
                  <a:pt x="1437" y="1128"/>
                </a:lnTo>
                <a:lnTo>
                  <a:pt x="1436" y="1130"/>
                </a:lnTo>
                <a:lnTo>
                  <a:pt x="1435" y="1130"/>
                </a:lnTo>
                <a:lnTo>
                  <a:pt x="1435" y="1129"/>
                </a:lnTo>
                <a:lnTo>
                  <a:pt x="1434" y="1129"/>
                </a:lnTo>
                <a:lnTo>
                  <a:pt x="1434" y="1130"/>
                </a:lnTo>
                <a:lnTo>
                  <a:pt x="1434" y="1131"/>
                </a:lnTo>
                <a:lnTo>
                  <a:pt x="1434" y="1132"/>
                </a:lnTo>
                <a:lnTo>
                  <a:pt x="1435" y="1132"/>
                </a:lnTo>
                <a:lnTo>
                  <a:pt x="1436" y="1132"/>
                </a:lnTo>
                <a:lnTo>
                  <a:pt x="1436" y="1131"/>
                </a:lnTo>
                <a:lnTo>
                  <a:pt x="1437" y="1131"/>
                </a:lnTo>
                <a:lnTo>
                  <a:pt x="1440" y="1131"/>
                </a:lnTo>
                <a:lnTo>
                  <a:pt x="1440" y="1130"/>
                </a:lnTo>
                <a:lnTo>
                  <a:pt x="1441" y="1130"/>
                </a:lnTo>
                <a:lnTo>
                  <a:pt x="1442" y="1131"/>
                </a:lnTo>
                <a:lnTo>
                  <a:pt x="1442" y="1132"/>
                </a:lnTo>
                <a:lnTo>
                  <a:pt x="1443" y="1133"/>
                </a:lnTo>
                <a:lnTo>
                  <a:pt x="1445" y="1134"/>
                </a:lnTo>
                <a:lnTo>
                  <a:pt x="1447" y="1133"/>
                </a:lnTo>
                <a:lnTo>
                  <a:pt x="1448" y="1132"/>
                </a:lnTo>
                <a:lnTo>
                  <a:pt x="1449" y="1132"/>
                </a:lnTo>
                <a:lnTo>
                  <a:pt x="1450" y="1132"/>
                </a:lnTo>
                <a:lnTo>
                  <a:pt x="1451" y="1133"/>
                </a:lnTo>
                <a:lnTo>
                  <a:pt x="1451" y="1134"/>
                </a:lnTo>
                <a:lnTo>
                  <a:pt x="1451" y="1135"/>
                </a:lnTo>
                <a:lnTo>
                  <a:pt x="1451" y="1137"/>
                </a:lnTo>
                <a:lnTo>
                  <a:pt x="1452" y="1138"/>
                </a:lnTo>
                <a:lnTo>
                  <a:pt x="1452" y="1137"/>
                </a:lnTo>
                <a:lnTo>
                  <a:pt x="1453" y="1137"/>
                </a:lnTo>
                <a:lnTo>
                  <a:pt x="1453" y="1138"/>
                </a:lnTo>
                <a:lnTo>
                  <a:pt x="1454" y="1138"/>
                </a:lnTo>
                <a:lnTo>
                  <a:pt x="1454" y="1139"/>
                </a:lnTo>
                <a:lnTo>
                  <a:pt x="1455" y="1139"/>
                </a:lnTo>
                <a:lnTo>
                  <a:pt x="1456" y="1139"/>
                </a:lnTo>
                <a:lnTo>
                  <a:pt x="1456" y="1138"/>
                </a:lnTo>
                <a:lnTo>
                  <a:pt x="1455" y="1136"/>
                </a:lnTo>
                <a:lnTo>
                  <a:pt x="1454" y="1135"/>
                </a:lnTo>
                <a:lnTo>
                  <a:pt x="1457" y="1133"/>
                </a:lnTo>
                <a:lnTo>
                  <a:pt x="1458" y="1132"/>
                </a:lnTo>
                <a:lnTo>
                  <a:pt x="1459" y="1132"/>
                </a:lnTo>
                <a:lnTo>
                  <a:pt x="1460" y="1131"/>
                </a:lnTo>
                <a:lnTo>
                  <a:pt x="1461" y="1131"/>
                </a:lnTo>
                <a:lnTo>
                  <a:pt x="1462" y="1130"/>
                </a:lnTo>
                <a:lnTo>
                  <a:pt x="1462" y="1129"/>
                </a:lnTo>
                <a:lnTo>
                  <a:pt x="1463" y="1129"/>
                </a:lnTo>
                <a:lnTo>
                  <a:pt x="1464" y="1128"/>
                </a:lnTo>
                <a:lnTo>
                  <a:pt x="1464" y="1127"/>
                </a:lnTo>
                <a:lnTo>
                  <a:pt x="1464" y="1126"/>
                </a:lnTo>
                <a:lnTo>
                  <a:pt x="1465" y="1125"/>
                </a:lnTo>
                <a:lnTo>
                  <a:pt x="1466" y="1125"/>
                </a:lnTo>
                <a:lnTo>
                  <a:pt x="1467" y="1127"/>
                </a:lnTo>
                <a:lnTo>
                  <a:pt x="1468" y="1126"/>
                </a:lnTo>
                <a:lnTo>
                  <a:pt x="1469" y="1126"/>
                </a:lnTo>
                <a:lnTo>
                  <a:pt x="1469" y="1125"/>
                </a:lnTo>
                <a:lnTo>
                  <a:pt x="1467" y="1125"/>
                </a:lnTo>
                <a:lnTo>
                  <a:pt x="1466" y="1124"/>
                </a:lnTo>
                <a:lnTo>
                  <a:pt x="1466" y="1123"/>
                </a:lnTo>
                <a:lnTo>
                  <a:pt x="1467" y="1123"/>
                </a:lnTo>
                <a:lnTo>
                  <a:pt x="1468" y="1123"/>
                </a:lnTo>
                <a:lnTo>
                  <a:pt x="1470" y="1123"/>
                </a:lnTo>
                <a:lnTo>
                  <a:pt x="1471" y="1124"/>
                </a:lnTo>
                <a:lnTo>
                  <a:pt x="1472" y="1124"/>
                </a:lnTo>
                <a:lnTo>
                  <a:pt x="1472" y="1125"/>
                </a:lnTo>
                <a:lnTo>
                  <a:pt x="1472" y="1126"/>
                </a:lnTo>
                <a:lnTo>
                  <a:pt x="1473" y="1128"/>
                </a:lnTo>
                <a:lnTo>
                  <a:pt x="1474" y="1128"/>
                </a:lnTo>
                <a:lnTo>
                  <a:pt x="1475" y="1129"/>
                </a:lnTo>
                <a:lnTo>
                  <a:pt x="1476" y="1129"/>
                </a:lnTo>
                <a:lnTo>
                  <a:pt x="1476" y="1128"/>
                </a:lnTo>
                <a:lnTo>
                  <a:pt x="1477" y="1128"/>
                </a:lnTo>
                <a:lnTo>
                  <a:pt x="1478" y="1128"/>
                </a:lnTo>
                <a:lnTo>
                  <a:pt x="1479" y="1129"/>
                </a:lnTo>
                <a:lnTo>
                  <a:pt x="1479" y="1130"/>
                </a:lnTo>
                <a:lnTo>
                  <a:pt x="1478" y="1130"/>
                </a:lnTo>
                <a:lnTo>
                  <a:pt x="1478" y="1131"/>
                </a:lnTo>
                <a:lnTo>
                  <a:pt x="1477" y="1132"/>
                </a:lnTo>
                <a:lnTo>
                  <a:pt x="1478" y="1132"/>
                </a:lnTo>
                <a:lnTo>
                  <a:pt x="1479" y="1132"/>
                </a:lnTo>
                <a:lnTo>
                  <a:pt x="1479" y="1134"/>
                </a:lnTo>
                <a:lnTo>
                  <a:pt x="1478" y="1134"/>
                </a:lnTo>
                <a:lnTo>
                  <a:pt x="1478" y="1135"/>
                </a:lnTo>
                <a:lnTo>
                  <a:pt x="1477" y="1136"/>
                </a:lnTo>
                <a:lnTo>
                  <a:pt x="1477" y="1137"/>
                </a:lnTo>
                <a:lnTo>
                  <a:pt x="1479" y="1138"/>
                </a:lnTo>
                <a:lnTo>
                  <a:pt x="1480" y="1138"/>
                </a:lnTo>
                <a:lnTo>
                  <a:pt x="1481" y="1137"/>
                </a:lnTo>
                <a:lnTo>
                  <a:pt x="1481" y="1136"/>
                </a:lnTo>
                <a:lnTo>
                  <a:pt x="1483" y="1135"/>
                </a:lnTo>
                <a:lnTo>
                  <a:pt x="1484" y="1135"/>
                </a:lnTo>
                <a:lnTo>
                  <a:pt x="1484" y="1136"/>
                </a:lnTo>
                <a:lnTo>
                  <a:pt x="1486" y="1138"/>
                </a:lnTo>
                <a:lnTo>
                  <a:pt x="1487" y="1139"/>
                </a:lnTo>
                <a:lnTo>
                  <a:pt x="1489" y="1139"/>
                </a:lnTo>
                <a:lnTo>
                  <a:pt x="1490" y="1139"/>
                </a:lnTo>
                <a:lnTo>
                  <a:pt x="1491" y="1139"/>
                </a:lnTo>
                <a:lnTo>
                  <a:pt x="1491" y="1138"/>
                </a:lnTo>
                <a:lnTo>
                  <a:pt x="1493" y="1138"/>
                </a:lnTo>
                <a:lnTo>
                  <a:pt x="1495" y="1138"/>
                </a:lnTo>
                <a:lnTo>
                  <a:pt x="1496" y="1138"/>
                </a:lnTo>
                <a:lnTo>
                  <a:pt x="1497" y="1138"/>
                </a:lnTo>
                <a:lnTo>
                  <a:pt x="1500" y="1137"/>
                </a:lnTo>
                <a:lnTo>
                  <a:pt x="1501" y="1136"/>
                </a:lnTo>
                <a:lnTo>
                  <a:pt x="1501" y="1135"/>
                </a:lnTo>
                <a:lnTo>
                  <a:pt x="1502" y="1135"/>
                </a:lnTo>
                <a:lnTo>
                  <a:pt x="1503" y="1136"/>
                </a:lnTo>
                <a:lnTo>
                  <a:pt x="1504" y="1136"/>
                </a:lnTo>
                <a:lnTo>
                  <a:pt x="1505" y="1137"/>
                </a:lnTo>
                <a:lnTo>
                  <a:pt x="1506" y="1137"/>
                </a:lnTo>
                <a:lnTo>
                  <a:pt x="1507" y="1138"/>
                </a:lnTo>
                <a:lnTo>
                  <a:pt x="1508" y="1138"/>
                </a:lnTo>
                <a:lnTo>
                  <a:pt x="1508" y="1139"/>
                </a:lnTo>
                <a:lnTo>
                  <a:pt x="1508" y="1140"/>
                </a:lnTo>
                <a:lnTo>
                  <a:pt x="1509" y="1140"/>
                </a:lnTo>
                <a:lnTo>
                  <a:pt x="1509" y="1141"/>
                </a:lnTo>
                <a:lnTo>
                  <a:pt x="1510" y="1140"/>
                </a:lnTo>
                <a:lnTo>
                  <a:pt x="1511" y="1141"/>
                </a:lnTo>
                <a:lnTo>
                  <a:pt x="1512" y="1142"/>
                </a:lnTo>
                <a:lnTo>
                  <a:pt x="1512" y="1144"/>
                </a:lnTo>
                <a:lnTo>
                  <a:pt x="1514" y="1145"/>
                </a:lnTo>
                <a:lnTo>
                  <a:pt x="1515" y="1146"/>
                </a:lnTo>
                <a:lnTo>
                  <a:pt x="1515" y="1145"/>
                </a:lnTo>
                <a:lnTo>
                  <a:pt x="1516" y="1146"/>
                </a:lnTo>
                <a:lnTo>
                  <a:pt x="1517" y="1148"/>
                </a:lnTo>
                <a:lnTo>
                  <a:pt x="1517" y="1149"/>
                </a:lnTo>
                <a:lnTo>
                  <a:pt x="1518" y="1149"/>
                </a:lnTo>
                <a:lnTo>
                  <a:pt x="1518" y="1150"/>
                </a:lnTo>
                <a:lnTo>
                  <a:pt x="1517" y="1150"/>
                </a:lnTo>
                <a:lnTo>
                  <a:pt x="1516" y="1151"/>
                </a:lnTo>
                <a:lnTo>
                  <a:pt x="1516" y="1153"/>
                </a:lnTo>
                <a:lnTo>
                  <a:pt x="1516" y="1156"/>
                </a:lnTo>
                <a:lnTo>
                  <a:pt x="1515" y="1157"/>
                </a:lnTo>
                <a:lnTo>
                  <a:pt x="1515" y="1158"/>
                </a:lnTo>
                <a:lnTo>
                  <a:pt x="1515" y="1159"/>
                </a:lnTo>
                <a:lnTo>
                  <a:pt x="1515" y="1161"/>
                </a:lnTo>
                <a:lnTo>
                  <a:pt x="1515" y="1163"/>
                </a:lnTo>
                <a:lnTo>
                  <a:pt x="1516" y="1163"/>
                </a:lnTo>
                <a:lnTo>
                  <a:pt x="1517" y="1163"/>
                </a:lnTo>
                <a:lnTo>
                  <a:pt x="1518" y="1163"/>
                </a:lnTo>
                <a:lnTo>
                  <a:pt x="1521" y="1166"/>
                </a:lnTo>
                <a:lnTo>
                  <a:pt x="1521" y="1167"/>
                </a:lnTo>
                <a:lnTo>
                  <a:pt x="1520" y="1167"/>
                </a:lnTo>
                <a:lnTo>
                  <a:pt x="1519" y="1168"/>
                </a:lnTo>
                <a:lnTo>
                  <a:pt x="1519" y="1170"/>
                </a:lnTo>
                <a:lnTo>
                  <a:pt x="1519" y="1172"/>
                </a:lnTo>
                <a:lnTo>
                  <a:pt x="1520" y="1173"/>
                </a:lnTo>
                <a:lnTo>
                  <a:pt x="1522" y="1174"/>
                </a:lnTo>
                <a:lnTo>
                  <a:pt x="1522" y="1175"/>
                </a:lnTo>
                <a:lnTo>
                  <a:pt x="1523" y="1176"/>
                </a:lnTo>
                <a:lnTo>
                  <a:pt x="1522" y="1176"/>
                </a:lnTo>
                <a:lnTo>
                  <a:pt x="1522" y="1177"/>
                </a:lnTo>
                <a:lnTo>
                  <a:pt x="1523" y="1178"/>
                </a:lnTo>
                <a:lnTo>
                  <a:pt x="1524" y="1178"/>
                </a:lnTo>
                <a:lnTo>
                  <a:pt x="1525" y="1178"/>
                </a:lnTo>
                <a:lnTo>
                  <a:pt x="1525" y="1179"/>
                </a:lnTo>
                <a:lnTo>
                  <a:pt x="1525" y="1182"/>
                </a:lnTo>
                <a:lnTo>
                  <a:pt x="1526" y="1186"/>
                </a:lnTo>
                <a:lnTo>
                  <a:pt x="1527" y="1187"/>
                </a:lnTo>
                <a:lnTo>
                  <a:pt x="1528" y="1187"/>
                </a:lnTo>
                <a:lnTo>
                  <a:pt x="1528" y="1188"/>
                </a:lnTo>
                <a:lnTo>
                  <a:pt x="1527" y="1189"/>
                </a:lnTo>
                <a:lnTo>
                  <a:pt x="1526" y="1189"/>
                </a:lnTo>
                <a:lnTo>
                  <a:pt x="1526" y="1190"/>
                </a:lnTo>
                <a:lnTo>
                  <a:pt x="1526" y="1191"/>
                </a:lnTo>
                <a:lnTo>
                  <a:pt x="1526" y="1192"/>
                </a:lnTo>
                <a:lnTo>
                  <a:pt x="1526" y="1193"/>
                </a:lnTo>
                <a:lnTo>
                  <a:pt x="1527" y="1193"/>
                </a:lnTo>
                <a:lnTo>
                  <a:pt x="1528" y="1193"/>
                </a:lnTo>
                <a:lnTo>
                  <a:pt x="1528" y="1194"/>
                </a:lnTo>
                <a:lnTo>
                  <a:pt x="1529" y="1193"/>
                </a:lnTo>
                <a:lnTo>
                  <a:pt x="1530" y="1194"/>
                </a:lnTo>
                <a:lnTo>
                  <a:pt x="1530" y="1195"/>
                </a:lnTo>
                <a:lnTo>
                  <a:pt x="1530" y="1196"/>
                </a:lnTo>
                <a:lnTo>
                  <a:pt x="1529" y="1197"/>
                </a:lnTo>
                <a:lnTo>
                  <a:pt x="1528" y="1197"/>
                </a:lnTo>
                <a:lnTo>
                  <a:pt x="1529" y="1198"/>
                </a:lnTo>
                <a:lnTo>
                  <a:pt x="1530" y="1200"/>
                </a:lnTo>
                <a:lnTo>
                  <a:pt x="1531" y="1201"/>
                </a:lnTo>
                <a:lnTo>
                  <a:pt x="1532" y="1202"/>
                </a:lnTo>
                <a:lnTo>
                  <a:pt x="1534" y="1204"/>
                </a:lnTo>
                <a:lnTo>
                  <a:pt x="1533" y="1205"/>
                </a:lnTo>
                <a:lnTo>
                  <a:pt x="1533" y="1208"/>
                </a:lnTo>
                <a:lnTo>
                  <a:pt x="1532" y="1210"/>
                </a:lnTo>
                <a:lnTo>
                  <a:pt x="1530" y="1211"/>
                </a:lnTo>
                <a:lnTo>
                  <a:pt x="1531" y="1211"/>
                </a:lnTo>
                <a:lnTo>
                  <a:pt x="1532" y="1213"/>
                </a:lnTo>
                <a:lnTo>
                  <a:pt x="1532" y="1214"/>
                </a:lnTo>
                <a:lnTo>
                  <a:pt x="1532" y="1215"/>
                </a:lnTo>
                <a:lnTo>
                  <a:pt x="1533" y="1215"/>
                </a:lnTo>
                <a:lnTo>
                  <a:pt x="1533" y="1214"/>
                </a:lnTo>
                <a:lnTo>
                  <a:pt x="1534" y="1214"/>
                </a:lnTo>
                <a:lnTo>
                  <a:pt x="1535" y="1214"/>
                </a:lnTo>
                <a:lnTo>
                  <a:pt x="1536" y="1215"/>
                </a:lnTo>
                <a:lnTo>
                  <a:pt x="1536" y="1216"/>
                </a:lnTo>
                <a:lnTo>
                  <a:pt x="1537" y="1217"/>
                </a:lnTo>
                <a:lnTo>
                  <a:pt x="1538" y="1216"/>
                </a:lnTo>
                <a:lnTo>
                  <a:pt x="1538" y="1217"/>
                </a:lnTo>
                <a:lnTo>
                  <a:pt x="1538" y="1218"/>
                </a:lnTo>
                <a:lnTo>
                  <a:pt x="1539" y="1218"/>
                </a:lnTo>
                <a:lnTo>
                  <a:pt x="1539" y="1220"/>
                </a:lnTo>
                <a:lnTo>
                  <a:pt x="1539" y="1221"/>
                </a:lnTo>
                <a:lnTo>
                  <a:pt x="1538" y="1222"/>
                </a:lnTo>
                <a:lnTo>
                  <a:pt x="1539" y="1223"/>
                </a:lnTo>
                <a:lnTo>
                  <a:pt x="1539" y="1224"/>
                </a:lnTo>
                <a:lnTo>
                  <a:pt x="1539" y="1225"/>
                </a:lnTo>
                <a:lnTo>
                  <a:pt x="1539" y="1226"/>
                </a:lnTo>
                <a:lnTo>
                  <a:pt x="1538" y="1227"/>
                </a:lnTo>
                <a:lnTo>
                  <a:pt x="1537" y="1226"/>
                </a:lnTo>
                <a:lnTo>
                  <a:pt x="1535" y="1226"/>
                </a:lnTo>
                <a:lnTo>
                  <a:pt x="1534" y="1226"/>
                </a:lnTo>
                <a:lnTo>
                  <a:pt x="1533" y="1226"/>
                </a:lnTo>
                <a:lnTo>
                  <a:pt x="1531" y="1226"/>
                </a:lnTo>
                <a:lnTo>
                  <a:pt x="1530" y="1226"/>
                </a:lnTo>
                <a:lnTo>
                  <a:pt x="1530" y="1225"/>
                </a:lnTo>
                <a:lnTo>
                  <a:pt x="1528" y="1223"/>
                </a:lnTo>
                <a:lnTo>
                  <a:pt x="1526" y="1221"/>
                </a:lnTo>
                <a:lnTo>
                  <a:pt x="1526" y="1220"/>
                </a:lnTo>
                <a:lnTo>
                  <a:pt x="1525" y="1219"/>
                </a:lnTo>
                <a:lnTo>
                  <a:pt x="1525" y="1218"/>
                </a:lnTo>
                <a:lnTo>
                  <a:pt x="1525" y="1217"/>
                </a:lnTo>
                <a:lnTo>
                  <a:pt x="1524" y="1217"/>
                </a:lnTo>
                <a:lnTo>
                  <a:pt x="1523" y="1214"/>
                </a:lnTo>
                <a:lnTo>
                  <a:pt x="1522" y="1214"/>
                </a:lnTo>
                <a:lnTo>
                  <a:pt x="1521" y="1214"/>
                </a:lnTo>
                <a:lnTo>
                  <a:pt x="1521" y="1215"/>
                </a:lnTo>
                <a:lnTo>
                  <a:pt x="1520" y="1215"/>
                </a:lnTo>
                <a:lnTo>
                  <a:pt x="1520" y="1214"/>
                </a:lnTo>
                <a:lnTo>
                  <a:pt x="1519" y="1214"/>
                </a:lnTo>
                <a:lnTo>
                  <a:pt x="1518" y="1213"/>
                </a:lnTo>
                <a:lnTo>
                  <a:pt x="1517" y="1213"/>
                </a:lnTo>
                <a:lnTo>
                  <a:pt x="1516" y="1213"/>
                </a:lnTo>
                <a:lnTo>
                  <a:pt x="1515" y="1211"/>
                </a:lnTo>
                <a:lnTo>
                  <a:pt x="1513" y="1210"/>
                </a:lnTo>
                <a:lnTo>
                  <a:pt x="1513" y="1209"/>
                </a:lnTo>
                <a:lnTo>
                  <a:pt x="1512" y="1209"/>
                </a:lnTo>
                <a:lnTo>
                  <a:pt x="1511" y="1208"/>
                </a:lnTo>
                <a:lnTo>
                  <a:pt x="1511" y="1207"/>
                </a:lnTo>
                <a:lnTo>
                  <a:pt x="1510" y="1207"/>
                </a:lnTo>
                <a:lnTo>
                  <a:pt x="1509" y="1207"/>
                </a:lnTo>
                <a:lnTo>
                  <a:pt x="1508" y="1207"/>
                </a:lnTo>
                <a:lnTo>
                  <a:pt x="1507" y="1207"/>
                </a:lnTo>
                <a:lnTo>
                  <a:pt x="1506" y="1207"/>
                </a:lnTo>
                <a:lnTo>
                  <a:pt x="1505" y="1206"/>
                </a:lnTo>
                <a:lnTo>
                  <a:pt x="1504" y="1204"/>
                </a:lnTo>
                <a:lnTo>
                  <a:pt x="1504" y="1203"/>
                </a:lnTo>
                <a:lnTo>
                  <a:pt x="1504" y="1202"/>
                </a:lnTo>
                <a:lnTo>
                  <a:pt x="1504" y="1201"/>
                </a:lnTo>
                <a:lnTo>
                  <a:pt x="1503" y="1199"/>
                </a:lnTo>
                <a:lnTo>
                  <a:pt x="1502" y="1199"/>
                </a:lnTo>
                <a:lnTo>
                  <a:pt x="1501" y="1198"/>
                </a:lnTo>
                <a:lnTo>
                  <a:pt x="1501" y="1197"/>
                </a:lnTo>
                <a:lnTo>
                  <a:pt x="1501" y="1196"/>
                </a:lnTo>
                <a:lnTo>
                  <a:pt x="1501" y="1195"/>
                </a:lnTo>
                <a:lnTo>
                  <a:pt x="1501" y="1194"/>
                </a:lnTo>
                <a:lnTo>
                  <a:pt x="1499" y="1194"/>
                </a:lnTo>
                <a:lnTo>
                  <a:pt x="1497" y="1193"/>
                </a:lnTo>
                <a:lnTo>
                  <a:pt x="1496" y="1193"/>
                </a:lnTo>
                <a:lnTo>
                  <a:pt x="1494" y="1193"/>
                </a:lnTo>
                <a:lnTo>
                  <a:pt x="1493" y="1193"/>
                </a:lnTo>
                <a:lnTo>
                  <a:pt x="1493" y="1194"/>
                </a:lnTo>
                <a:lnTo>
                  <a:pt x="1493" y="1195"/>
                </a:lnTo>
                <a:lnTo>
                  <a:pt x="1491" y="1195"/>
                </a:lnTo>
                <a:lnTo>
                  <a:pt x="1490" y="1195"/>
                </a:lnTo>
                <a:lnTo>
                  <a:pt x="1489" y="1194"/>
                </a:lnTo>
                <a:lnTo>
                  <a:pt x="1489" y="1193"/>
                </a:lnTo>
                <a:lnTo>
                  <a:pt x="1488" y="1192"/>
                </a:lnTo>
                <a:lnTo>
                  <a:pt x="1488" y="1191"/>
                </a:lnTo>
                <a:lnTo>
                  <a:pt x="1488" y="1190"/>
                </a:lnTo>
                <a:lnTo>
                  <a:pt x="1487" y="1190"/>
                </a:lnTo>
                <a:lnTo>
                  <a:pt x="1487" y="1189"/>
                </a:lnTo>
                <a:lnTo>
                  <a:pt x="1486" y="1189"/>
                </a:lnTo>
                <a:lnTo>
                  <a:pt x="1487" y="1189"/>
                </a:lnTo>
                <a:lnTo>
                  <a:pt x="1487" y="1188"/>
                </a:lnTo>
                <a:lnTo>
                  <a:pt x="1487" y="1187"/>
                </a:lnTo>
                <a:lnTo>
                  <a:pt x="1487" y="1186"/>
                </a:lnTo>
                <a:lnTo>
                  <a:pt x="1486" y="1186"/>
                </a:lnTo>
                <a:lnTo>
                  <a:pt x="1486" y="1185"/>
                </a:lnTo>
                <a:lnTo>
                  <a:pt x="1485" y="1184"/>
                </a:lnTo>
                <a:lnTo>
                  <a:pt x="1484" y="1183"/>
                </a:lnTo>
                <a:lnTo>
                  <a:pt x="1483" y="1183"/>
                </a:lnTo>
                <a:lnTo>
                  <a:pt x="1483" y="1184"/>
                </a:lnTo>
                <a:lnTo>
                  <a:pt x="1482" y="1184"/>
                </a:lnTo>
                <a:lnTo>
                  <a:pt x="1481" y="1184"/>
                </a:lnTo>
                <a:lnTo>
                  <a:pt x="1480" y="1183"/>
                </a:lnTo>
                <a:lnTo>
                  <a:pt x="1479" y="1182"/>
                </a:lnTo>
                <a:lnTo>
                  <a:pt x="1479" y="1183"/>
                </a:lnTo>
                <a:lnTo>
                  <a:pt x="1478" y="1183"/>
                </a:lnTo>
                <a:lnTo>
                  <a:pt x="1477" y="1182"/>
                </a:lnTo>
                <a:lnTo>
                  <a:pt x="1477" y="1181"/>
                </a:lnTo>
                <a:lnTo>
                  <a:pt x="1478" y="1180"/>
                </a:lnTo>
                <a:lnTo>
                  <a:pt x="1477" y="1180"/>
                </a:lnTo>
                <a:lnTo>
                  <a:pt x="1476" y="1180"/>
                </a:lnTo>
                <a:lnTo>
                  <a:pt x="1475" y="1180"/>
                </a:lnTo>
                <a:lnTo>
                  <a:pt x="1475" y="1179"/>
                </a:lnTo>
                <a:lnTo>
                  <a:pt x="1475" y="1178"/>
                </a:lnTo>
                <a:lnTo>
                  <a:pt x="1476" y="1178"/>
                </a:lnTo>
                <a:lnTo>
                  <a:pt x="1476" y="1177"/>
                </a:lnTo>
                <a:lnTo>
                  <a:pt x="1475" y="1177"/>
                </a:lnTo>
                <a:lnTo>
                  <a:pt x="1475" y="1176"/>
                </a:lnTo>
                <a:lnTo>
                  <a:pt x="1474" y="1175"/>
                </a:lnTo>
                <a:lnTo>
                  <a:pt x="1473" y="1174"/>
                </a:lnTo>
                <a:lnTo>
                  <a:pt x="1472" y="1172"/>
                </a:lnTo>
                <a:lnTo>
                  <a:pt x="1471" y="1172"/>
                </a:lnTo>
                <a:lnTo>
                  <a:pt x="1470" y="1172"/>
                </a:lnTo>
                <a:lnTo>
                  <a:pt x="1469" y="1173"/>
                </a:lnTo>
                <a:lnTo>
                  <a:pt x="1467" y="1172"/>
                </a:lnTo>
                <a:lnTo>
                  <a:pt x="1467" y="1171"/>
                </a:lnTo>
                <a:lnTo>
                  <a:pt x="1467" y="1170"/>
                </a:lnTo>
                <a:lnTo>
                  <a:pt x="1465" y="1168"/>
                </a:lnTo>
                <a:lnTo>
                  <a:pt x="1465" y="1169"/>
                </a:lnTo>
                <a:lnTo>
                  <a:pt x="1465" y="1171"/>
                </a:lnTo>
                <a:lnTo>
                  <a:pt x="1465" y="1172"/>
                </a:lnTo>
                <a:lnTo>
                  <a:pt x="1465" y="1174"/>
                </a:lnTo>
                <a:lnTo>
                  <a:pt x="1463" y="1176"/>
                </a:lnTo>
                <a:lnTo>
                  <a:pt x="1463" y="1178"/>
                </a:lnTo>
                <a:lnTo>
                  <a:pt x="1462" y="1178"/>
                </a:lnTo>
                <a:lnTo>
                  <a:pt x="1462" y="1179"/>
                </a:lnTo>
                <a:lnTo>
                  <a:pt x="1461" y="1179"/>
                </a:lnTo>
                <a:lnTo>
                  <a:pt x="1461" y="1180"/>
                </a:lnTo>
                <a:lnTo>
                  <a:pt x="1460" y="1180"/>
                </a:lnTo>
                <a:lnTo>
                  <a:pt x="1459" y="1181"/>
                </a:lnTo>
                <a:lnTo>
                  <a:pt x="1459" y="1182"/>
                </a:lnTo>
                <a:lnTo>
                  <a:pt x="1460" y="1183"/>
                </a:lnTo>
                <a:lnTo>
                  <a:pt x="1460" y="1184"/>
                </a:lnTo>
                <a:lnTo>
                  <a:pt x="1460" y="1185"/>
                </a:lnTo>
                <a:lnTo>
                  <a:pt x="1459" y="1186"/>
                </a:lnTo>
                <a:lnTo>
                  <a:pt x="1458" y="1186"/>
                </a:lnTo>
                <a:lnTo>
                  <a:pt x="1456" y="1187"/>
                </a:lnTo>
                <a:lnTo>
                  <a:pt x="1455" y="1187"/>
                </a:lnTo>
                <a:lnTo>
                  <a:pt x="1454" y="1188"/>
                </a:lnTo>
                <a:lnTo>
                  <a:pt x="1453" y="1188"/>
                </a:lnTo>
                <a:lnTo>
                  <a:pt x="1452" y="1188"/>
                </a:lnTo>
                <a:lnTo>
                  <a:pt x="1452" y="1190"/>
                </a:lnTo>
                <a:lnTo>
                  <a:pt x="1451" y="1190"/>
                </a:lnTo>
                <a:lnTo>
                  <a:pt x="1451" y="1191"/>
                </a:lnTo>
                <a:lnTo>
                  <a:pt x="1452" y="1192"/>
                </a:lnTo>
                <a:lnTo>
                  <a:pt x="1452" y="1193"/>
                </a:lnTo>
                <a:lnTo>
                  <a:pt x="1452" y="1194"/>
                </a:lnTo>
                <a:lnTo>
                  <a:pt x="1452" y="1197"/>
                </a:lnTo>
                <a:lnTo>
                  <a:pt x="1453" y="1198"/>
                </a:lnTo>
                <a:lnTo>
                  <a:pt x="1454" y="1199"/>
                </a:lnTo>
                <a:lnTo>
                  <a:pt x="1455" y="1199"/>
                </a:lnTo>
                <a:lnTo>
                  <a:pt x="1455" y="1200"/>
                </a:lnTo>
                <a:lnTo>
                  <a:pt x="1455" y="1201"/>
                </a:lnTo>
                <a:lnTo>
                  <a:pt x="1454" y="1201"/>
                </a:lnTo>
                <a:lnTo>
                  <a:pt x="1454" y="1202"/>
                </a:lnTo>
                <a:lnTo>
                  <a:pt x="1453" y="1201"/>
                </a:lnTo>
                <a:lnTo>
                  <a:pt x="1451" y="1202"/>
                </a:lnTo>
                <a:lnTo>
                  <a:pt x="1451" y="1203"/>
                </a:lnTo>
                <a:lnTo>
                  <a:pt x="1450" y="1203"/>
                </a:lnTo>
                <a:lnTo>
                  <a:pt x="1449" y="1202"/>
                </a:lnTo>
                <a:lnTo>
                  <a:pt x="1449" y="1201"/>
                </a:lnTo>
                <a:lnTo>
                  <a:pt x="1448" y="1201"/>
                </a:lnTo>
                <a:lnTo>
                  <a:pt x="1448" y="1202"/>
                </a:lnTo>
                <a:lnTo>
                  <a:pt x="1447" y="1202"/>
                </a:lnTo>
                <a:lnTo>
                  <a:pt x="1446" y="1202"/>
                </a:lnTo>
                <a:lnTo>
                  <a:pt x="1445" y="1201"/>
                </a:lnTo>
                <a:lnTo>
                  <a:pt x="1444" y="1201"/>
                </a:lnTo>
                <a:lnTo>
                  <a:pt x="1443" y="1201"/>
                </a:lnTo>
                <a:lnTo>
                  <a:pt x="1443" y="1202"/>
                </a:lnTo>
                <a:lnTo>
                  <a:pt x="1442" y="1202"/>
                </a:lnTo>
                <a:lnTo>
                  <a:pt x="1441" y="1202"/>
                </a:lnTo>
                <a:lnTo>
                  <a:pt x="1439" y="1202"/>
                </a:lnTo>
                <a:lnTo>
                  <a:pt x="1438" y="1202"/>
                </a:lnTo>
                <a:lnTo>
                  <a:pt x="1437" y="1202"/>
                </a:lnTo>
                <a:lnTo>
                  <a:pt x="1435" y="1201"/>
                </a:lnTo>
                <a:lnTo>
                  <a:pt x="1433" y="1200"/>
                </a:lnTo>
                <a:lnTo>
                  <a:pt x="1432" y="1200"/>
                </a:lnTo>
                <a:lnTo>
                  <a:pt x="1432" y="1201"/>
                </a:lnTo>
                <a:lnTo>
                  <a:pt x="1432" y="1202"/>
                </a:lnTo>
                <a:lnTo>
                  <a:pt x="1432" y="1203"/>
                </a:lnTo>
                <a:lnTo>
                  <a:pt x="1430" y="1204"/>
                </a:lnTo>
                <a:lnTo>
                  <a:pt x="1429" y="1204"/>
                </a:lnTo>
                <a:lnTo>
                  <a:pt x="1428" y="1204"/>
                </a:lnTo>
                <a:lnTo>
                  <a:pt x="1428" y="1203"/>
                </a:lnTo>
                <a:lnTo>
                  <a:pt x="1428" y="1202"/>
                </a:lnTo>
                <a:lnTo>
                  <a:pt x="1428" y="1201"/>
                </a:lnTo>
                <a:lnTo>
                  <a:pt x="1427" y="1199"/>
                </a:lnTo>
                <a:lnTo>
                  <a:pt x="1426" y="1199"/>
                </a:lnTo>
                <a:lnTo>
                  <a:pt x="1425" y="1199"/>
                </a:lnTo>
                <a:lnTo>
                  <a:pt x="1424" y="1200"/>
                </a:lnTo>
                <a:lnTo>
                  <a:pt x="1425" y="1200"/>
                </a:lnTo>
                <a:lnTo>
                  <a:pt x="1424" y="1201"/>
                </a:lnTo>
                <a:lnTo>
                  <a:pt x="1423" y="1201"/>
                </a:lnTo>
                <a:lnTo>
                  <a:pt x="1423" y="1202"/>
                </a:lnTo>
                <a:lnTo>
                  <a:pt x="1422" y="1202"/>
                </a:lnTo>
                <a:lnTo>
                  <a:pt x="1422" y="1203"/>
                </a:lnTo>
                <a:lnTo>
                  <a:pt x="1422" y="1204"/>
                </a:lnTo>
                <a:lnTo>
                  <a:pt x="1421" y="1205"/>
                </a:lnTo>
                <a:lnTo>
                  <a:pt x="1420" y="1205"/>
                </a:lnTo>
                <a:lnTo>
                  <a:pt x="1419" y="1205"/>
                </a:lnTo>
                <a:lnTo>
                  <a:pt x="1419" y="1204"/>
                </a:lnTo>
                <a:lnTo>
                  <a:pt x="1418" y="1204"/>
                </a:lnTo>
                <a:lnTo>
                  <a:pt x="1417" y="1204"/>
                </a:lnTo>
                <a:lnTo>
                  <a:pt x="1417" y="1205"/>
                </a:lnTo>
                <a:lnTo>
                  <a:pt x="1417" y="1206"/>
                </a:lnTo>
                <a:lnTo>
                  <a:pt x="1416" y="1207"/>
                </a:lnTo>
                <a:lnTo>
                  <a:pt x="1416" y="1208"/>
                </a:lnTo>
                <a:lnTo>
                  <a:pt x="1417" y="1208"/>
                </a:lnTo>
                <a:lnTo>
                  <a:pt x="1417" y="1209"/>
                </a:lnTo>
                <a:lnTo>
                  <a:pt x="1416" y="1209"/>
                </a:lnTo>
                <a:lnTo>
                  <a:pt x="1416" y="1210"/>
                </a:lnTo>
                <a:lnTo>
                  <a:pt x="1415" y="1210"/>
                </a:lnTo>
                <a:lnTo>
                  <a:pt x="1415" y="1211"/>
                </a:lnTo>
                <a:lnTo>
                  <a:pt x="1415" y="1212"/>
                </a:lnTo>
                <a:lnTo>
                  <a:pt x="1415" y="1213"/>
                </a:lnTo>
                <a:lnTo>
                  <a:pt x="1415" y="1214"/>
                </a:lnTo>
                <a:lnTo>
                  <a:pt x="1415" y="1215"/>
                </a:lnTo>
                <a:lnTo>
                  <a:pt x="1415" y="1216"/>
                </a:lnTo>
                <a:lnTo>
                  <a:pt x="1414" y="1215"/>
                </a:lnTo>
                <a:lnTo>
                  <a:pt x="1413" y="1215"/>
                </a:lnTo>
                <a:lnTo>
                  <a:pt x="1413" y="1216"/>
                </a:lnTo>
                <a:lnTo>
                  <a:pt x="1412" y="1216"/>
                </a:lnTo>
                <a:lnTo>
                  <a:pt x="1413" y="1217"/>
                </a:lnTo>
                <a:lnTo>
                  <a:pt x="1412" y="1218"/>
                </a:lnTo>
                <a:lnTo>
                  <a:pt x="1411" y="1218"/>
                </a:lnTo>
                <a:lnTo>
                  <a:pt x="1410" y="1218"/>
                </a:lnTo>
                <a:lnTo>
                  <a:pt x="1409" y="1218"/>
                </a:lnTo>
                <a:lnTo>
                  <a:pt x="1409" y="1219"/>
                </a:lnTo>
                <a:lnTo>
                  <a:pt x="1408" y="1219"/>
                </a:lnTo>
                <a:lnTo>
                  <a:pt x="1406" y="1219"/>
                </a:lnTo>
                <a:lnTo>
                  <a:pt x="1405" y="1219"/>
                </a:lnTo>
                <a:lnTo>
                  <a:pt x="1405" y="1220"/>
                </a:lnTo>
                <a:lnTo>
                  <a:pt x="1405" y="1221"/>
                </a:lnTo>
                <a:lnTo>
                  <a:pt x="1405" y="1222"/>
                </a:lnTo>
                <a:lnTo>
                  <a:pt x="1405" y="1224"/>
                </a:lnTo>
                <a:lnTo>
                  <a:pt x="1405" y="1225"/>
                </a:lnTo>
                <a:lnTo>
                  <a:pt x="1404" y="1226"/>
                </a:lnTo>
                <a:lnTo>
                  <a:pt x="1403" y="1226"/>
                </a:lnTo>
                <a:lnTo>
                  <a:pt x="1402" y="1227"/>
                </a:lnTo>
                <a:lnTo>
                  <a:pt x="1402" y="1228"/>
                </a:lnTo>
                <a:lnTo>
                  <a:pt x="1403" y="1229"/>
                </a:lnTo>
                <a:lnTo>
                  <a:pt x="1404" y="1230"/>
                </a:lnTo>
                <a:lnTo>
                  <a:pt x="1404" y="1231"/>
                </a:lnTo>
                <a:lnTo>
                  <a:pt x="1403" y="1231"/>
                </a:lnTo>
                <a:lnTo>
                  <a:pt x="1403" y="1232"/>
                </a:lnTo>
                <a:lnTo>
                  <a:pt x="1402" y="1232"/>
                </a:lnTo>
                <a:lnTo>
                  <a:pt x="1402" y="1233"/>
                </a:lnTo>
                <a:lnTo>
                  <a:pt x="1402" y="1234"/>
                </a:lnTo>
                <a:lnTo>
                  <a:pt x="1402" y="1235"/>
                </a:lnTo>
                <a:lnTo>
                  <a:pt x="1403" y="1235"/>
                </a:lnTo>
                <a:lnTo>
                  <a:pt x="1404" y="1236"/>
                </a:lnTo>
                <a:lnTo>
                  <a:pt x="1406" y="1237"/>
                </a:lnTo>
                <a:lnTo>
                  <a:pt x="1407" y="1236"/>
                </a:lnTo>
                <a:lnTo>
                  <a:pt x="1408" y="1237"/>
                </a:lnTo>
                <a:lnTo>
                  <a:pt x="1409" y="1238"/>
                </a:lnTo>
                <a:lnTo>
                  <a:pt x="1409" y="1239"/>
                </a:lnTo>
                <a:lnTo>
                  <a:pt x="1409" y="1241"/>
                </a:lnTo>
                <a:lnTo>
                  <a:pt x="1409" y="1242"/>
                </a:lnTo>
                <a:lnTo>
                  <a:pt x="1408" y="1242"/>
                </a:lnTo>
                <a:lnTo>
                  <a:pt x="1408" y="1243"/>
                </a:lnTo>
                <a:lnTo>
                  <a:pt x="1408" y="1244"/>
                </a:lnTo>
                <a:lnTo>
                  <a:pt x="1409" y="1245"/>
                </a:lnTo>
                <a:lnTo>
                  <a:pt x="1410" y="1246"/>
                </a:lnTo>
                <a:lnTo>
                  <a:pt x="1410" y="1247"/>
                </a:lnTo>
                <a:lnTo>
                  <a:pt x="1410" y="1248"/>
                </a:lnTo>
                <a:lnTo>
                  <a:pt x="1410" y="1249"/>
                </a:lnTo>
                <a:lnTo>
                  <a:pt x="1410" y="1251"/>
                </a:lnTo>
                <a:lnTo>
                  <a:pt x="1410" y="1252"/>
                </a:lnTo>
                <a:lnTo>
                  <a:pt x="1410" y="1253"/>
                </a:lnTo>
                <a:lnTo>
                  <a:pt x="1410" y="1255"/>
                </a:lnTo>
                <a:lnTo>
                  <a:pt x="1409" y="1255"/>
                </a:lnTo>
                <a:lnTo>
                  <a:pt x="1409" y="1256"/>
                </a:lnTo>
                <a:lnTo>
                  <a:pt x="1408" y="1258"/>
                </a:lnTo>
                <a:lnTo>
                  <a:pt x="1408" y="1259"/>
                </a:lnTo>
                <a:lnTo>
                  <a:pt x="1407" y="1259"/>
                </a:lnTo>
                <a:lnTo>
                  <a:pt x="1408" y="1261"/>
                </a:lnTo>
                <a:lnTo>
                  <a:pt x="1408" y="1262"/>
                </a:lnTo>
                <a:lnTo>
                  <a:pt x="1409" y="1263"/>
                </a:lnTo>
                <a:lnTo>
                  <a:pt x="1409" y="1262"/>
                </a:lnTo>
                <a:lnTo>
                  <a:pt x="1409" y="1261"/>
                </a:lnTo>
                <a:lnTo>
                  <a:pt x="1409" y="1260"/>
                </a:lnTo>
                <a:lnTo>
                  <a:pt x="1410" y="1260"/>
                </a:lnTo>
                <a:lnTo>
                  <a:pt x="1410" y="1261"/>
                </a:lnTo>
                <a:lnTo>
                  <a:pt x="1411" y="1261"/>
                </a:lnTo>
                <a:lnTo>
                  <a:pt x="1411" y="1262"/>
                </a:lnTo>
                <a:lnTo>
                  <a:pt x="1412" y="1261"/>
                </a:lnTo>
                <a:lnTo>
                  <a:pt x="1413" y="1261"/>
                </a:lnTo>
                <a:lnTo>
                  <a:pt x="1413" y="1262"/>
                </a:lnTo>
                <a:lnTo>
                  <a:pt x="1414" y="1263"/>
                </a:lnTo>
                <a:lnTo>
                  <a:pt x="1414" y="1264"/>
                </a:lnTo>
                <a:lnTo>
                  <a:pt x="1415" y="1265"/>
                </a:lnTo>
                <a:lnTo>
                  <a:pt x="1416" y="1266"/>
                </a:lnTo>
                <a:lnTo>
                  <a:pt x="1416" y="1267"/>
                </a:lnTo>
                <a:lnTo>
                  <a:pt x="1417" y="1268"/>
                </a:lnTo>
                <a:lnTo>
                  <a:pt x="1419" y="1268"/>
                </a:lnTo>
                <a:lnTo>
                  <a:pt x="1422" y="1269"/>
                </a:lnTo>
                <a:lnTo>
                  <a:pt x="1424" y="1270"/>
                </a:lnTo>
                <a:lnTo>
                  <a:pt x="1425" y="1270"/>
                </a:lnTo>
                <a:lnTo>
                  <a:pt x="1425" y="1269"/>
                </a:lnTo>
                <a:lnTo>
                  <a:pt x="1425" y="1268"/>
                </a:lnTo>
                <a:lnTo>
                  <a:pt x="1425" y="1266"/>
                </a:lnTo>
                <a:lnTo>
                  <a:pt x="1425" y="1264"/>
                </a:lnTo>
                <a:lnTo>
                  <a:pt x="1425" y="1263"/>
                </a:lnTo>
                <a:lnTo>
                  <a:pt x="1428" y="1262"/>
                </a:lnTo>
                <a:lnTo>
                  <a:pt x="1429" y="1262"/>
                </a:lnTo>
                <a:lnTo>
                  <a:pt x="1432" y="1262"/>
                </a:lnTo>
                <a:lnTo>
                  <a:pt x="1433" y="1261"/>
                </a:lnTo>
                <a:lnTo>
                  <a:pt x="1432" y="1261"/>
                </a:lnTo>
                <a:lnTo>
                  <a:pt x="1431" y="1260"/>
                </a:lnTo>
                <a:lnTo>
                  <a:pt x="1431" y="1259"/>
                </a:lnTo>
                <a:lnTo>
                  <a:pt x="1431" y="1258"/>
                </a:lnTo>
                <a:lnTo>
                  <a:pt x="1431" y="1257"/>
                </a:lnTo>
                <a:lnTo>
                  <a:pt x="1432" y="1256"/>
                </a:lnTo>
                <a:lnTo>
                  <a:pt x="1433" y="1256"/>
                </a:lnTo>
                <a:lnTo>
                  <a:pt x="1434" y="1256"/>
                </a:lnTo>
                <a:lnTo>
                  <a:pt x="1434" y="1257"/>
                </a:lnTo>
                <a:lnTo>
                  <a:pt x="1435" y="1258"/>
                </a:lnTo>
                <a:lnTo>
                  <a:pt x="1435" y="1259"/>
                </a:lnTo>
                <a:lnTo>
                  <a:pt x="1435" y="1260"/>
                </a:lnTo>
                <a:lnTo>
                  <a:pt x="1436" y="1260"/>
                </a:lnTo>
                <a:lnTo>
                  <a:pt x="1436" y="1261"/>
                </a:lnTo>
                <a:lnTo>
                  <a:pt x="1436" y="1262"/>
                </a:lnTo>
                <a:lnTo>
                  <a:pt x="1437" y="1262"/>
                </a:lnTo>
                <a:lnTo>
                  <a:pt x="1439" y="1262"/>
                </a:lnTo>
                <a:lnTo>
                  <a:pt x="1440" y="1262"/>
                </a:lnTo>
                <a:lnTo>
                  <a:pt x="1441" y="1263"/>
                </a:lnTo>
                <a:lnTo>
                  <a:pt x="1441" y="1264"/>
                </a:lnTo>
                <a:lnTo>
                  <a:pt x="1442" y="1266"/>
                </a:lnTo>
                <a:lnTo>
                  <a:pt x="1442" y="1268"/>
                </a:lnTo>
                <a:lnTo>
                  <a:pt x="1444" y="1271"/>
                </a:lnTo>
                <a:lnTo>
                  <a:pt x="1444" y="1272"/>
                </a:lnTo>
                <a:lnTo>
                  <a:pt x="1445" y="1272"/>
                </a:lnTo>
                <a:lnTo>
                  <a:pt x="1445" y="1273"/>
                </a:lnTo>
                <a:lnTo>
                  <a:pt x="1446" y="1273"/>
                </a:lnTo>
                <a:lnTo>
                  <a:pt x="1446" y="1274"/>
                </a:lnTo>
                <a:lnTo>
                  <a:pt x="1447" y="1274"/>
                </a:lnTo>
                <a:lnTo>
                  <a:pt x="1448" y="1274"/>
                </a:lnTo>
                <a:lnTo>
                  <a:pt x="1449" y="1273"/>
                </a:lnTo>
                <a:lnTo>
                  <a:pt x="1450" y="1273"/>
                </a:lnTo>
                <a:lnTo>
                  <a:pt x="1449" y="1273"/>
                </a:lnTo>
                <a:lnTo>
                  <a:pt x="1449" y="1274"/>
                </a:lnTo>
                <a:lnTo>
                  <a:pt x="1450" y="1274"/>
                </a:lnTo>
                <a:lnTo>
                  <a:pt x="1450" y="1275"/>
                </a:lnTo>
                <a:lnTo>
                  <a:pt x="1451" y="1275"/>
                </a:lnTo>
                <a:lnTo>
                  <a:pt x="1451" y="1276"/>
                </a:lnTo>
                <a:lnTo>
                  <a:pt x="1452" y="1276"/>
                </a:lnTo>
                <a:lnTo>
                  <a:pt x="1453" y="1277"/>
                </a:lnTo>
                <a:lnTo>
                  <a:pt x="1452" y="1277"/>
                </a:lnTo>
                <a:lnTo>
                  <a:pt x="1452" y="1278"/>
                </a:lnTo>
                <a:lnTo>
                  <a:pt x="1451" y="1280"/>
                </a:lnTo>
                <a:lnTo>
                  <a:pt x="1451" y="1281"/>
                </a:lnTo>
                <a:lnTo>
                  <a:pt x="1451" y="1282"/>
                </a:lnTo>
                <a:lnTo>
                  <a:pt x="1451" y="1283"/>
                </a:lnTo>
                <a:lnTo>
                  <a:pt x="1450" y="1283"/>
                </a:lnTo>
                <a:lnTo>
                  <a:pt x="1449" y="1283"/>
                </a:lnTo>
                <a:lnTo>
                  <a:pt x="1449" y="1284"/>
                </a:lnTo>
                <a:lnTo>
                  <a:pt x="1449" y="1285"/>
                </a:lnTo>
                <a:lnTo>
                  <a:pt x="1449" y="1286"/>
                </a:lnTo>
                <a:lnTo>
                  <a:pt x="1448" y="1288"/>
                </a:lnTo>
                <a:lnTo>
                  <a:pt x="1448" y="1289"/>
                </a:lnTo>
                <a:lnTo>
                  <a:pt x="1448" y="1290"/>
                </a:lnTo>
                <a:lnTo>
                  <a:pt x="1447" y="1290"/>
                </a:lnTo>
                <a:lnTo>
                  <a:pt x="1447" y="1291"/>
                </a:lnTo>
                <a:lnTo>
                  <a:pt x="1447" y="1293"/>
                </a:lnTo>
                <a:lnTo>
                  <a:pt x="1448" y="1294"/>
                </a:lnTo>
                <a:lnTo>
                  <a:pt x="1449" y="1295"/>
                </a:lnTo>
                <a:lnTo>
                  <a:pt x="1450" y="1296"/>
                </a:lnTo>
                <a:lnTo>
                  <a:pt x="1451" y="1297"/>
                </a:lnTo>
                <a:lnTo>
                  <a:pt x="1450" y="1297"/>
                </a:lnTo>
                <a:lnTo>
                  <a:pt x="1450" y="1298"/>
                </a:lnTo>
                <a:lnTo>
                  <a:pt x="1450" y="1299"/>
                </a:lnTo>
                <a:lnTo>
                  <a:pt x="1450" y="1300"/>
                </a:lnTo>
                <a:lnTo>
                  <a:pt x="1451" y="1300"/>
                </a:lnTo>
                <a:lnTo>
                  <a:pt x="1453" y="1301"/>
                </a:lnTo>
                <a:lnTo>
                  <a:pt x="1454" y="1301"/>
                </a:lnTo>
                <a:lnTo>
                  <a:pt x="1454" y="1300"/>
                </a:lnTo>
                <a:lnTo>
                  <a:pt x="1455" y="1300"/>
                </a:lnTo>
                <a:lnTo>
                  <a:pt x="1455" y="1299"/>
                </a:lnTo>
                <a:lnTo>
                  <a:pt x="1456" y="1298"/>
                </a:lnTo>
                <a:lnTo>
                  <a:pt x="1457" y="1297"/>
                </a:lnTo>
                <a:lnTo>
                  <a:pt x="1458" y="1297"/>
                </a:lnTo>
                <a:lnTo>
                  <a:pt x="1459" y="1297"/>
                </a:lnTo>
                <a:lnTo>
                  <a:pt x="1460" y="1298"/>
                </a:lnTo>
                <a:lnTo>
                  <a:pt x="1461" y="1298"/>
                </a:lnTo>
                <a:lnTo>
                  <a:pt x="1462" y="1297"/>
                </a:lnTo>
                <a:lnTo>
                  <a:pt x="1461" y="1297"/>
                </a:lnTo>
                <a:lnTo>
                  <a:pt x="1461" y="1296"/>
                </a:lnTo>
                <a:lnTo>
                  <a:pt x="1462" y="1295"/>
                </a:lnTo>
                <a:lnTo>
                  <a:pt x="1464" y="1296"/>
                </a:lnTo>
                <a:lnTo>
                  <a:pt x="1465" y="1297"/>
                </a:lnTo>
                <a:lnTo>
                  <a:pt x="1466" y="1297"/>
                </a:lnTo>
                <a:lnTo>
                  <a:pt x="1467" y="1298"/>
                </a:lnTo>
                <a:lnTo>
                  <a:pt x="1467" y="1299"/>
                </a:lnTo>
                <a:lnTo>
                  <a:pt x="1467" y="1300"/>
                </a:lnTo>
                <a:lnTo>
                  <a:pt x="1468" y="1301"/>
                </a:lnTo>
                <a:lnTo>
                  <a:pt x="1468" y="1302"/>
                </a:lnTo>
                <a:lnTo>
                  <a:pt x="1469" y="1303"/>
                </a:lnTo>
                <a:lnTo>
                  <a:pt x="1470" y="1303"/>
                </a:lnTo>
                <a:lnTo>
                  <a:pt x="1470" y="1301"/>
                </a:lnTo>
                <a:lnTo>
                  <a:pt x="1471" y="1301"/>
                </a:lnTo>
                <a:lnTo>
                  <a:pt x="1472" y="1301"/>
                </a:lnTo>
                <a:lnTo>
                  <a:pt x="1473" y="1301"/>
                </a:lnTo>
                <a:lnTo>
                  <a:pt x="1474" y="1300"/>
                </a:lnTo>
                <a:lnTo>
                  <a:pt x="1475" y="1300"/>
                </a:lnTo>
                <a:lnTo>
                  <a:pt x="1475" y="1301"/>
                </a:lnTo>
                <a:lnTo>
                  <a:pt x="1476" y="1301"/>
                </a:lnTo>
                <a:lnTo>
                  <a:pt x="1476" y="1302"/>
                </a:lnTo>
                <a:lnTo>
                  <a:pt x="1476" y="1303"/>
                </a:lnTo>
                <a:lnTo>
                  <a:pt x="1477" y="1303"/>
                </a:lnTo>
                <a:lnTo>
                  <a:pt x="1478" y="1303"/>
                </a:lnTo>
                <a:lnTo>
                  <a:pt x="1479" y="1303"/>
                </a:lnTo>
                <a:lnTo>
                  <a:pt x="1479" y="1302"/>
                </a:lnTo>
                <a:lnTo>
                  <a:pt x="1479" y="1301"/>
                </a:lnTo>
                <a:lnTo>
                  <a:pt x="1478" y="1301"/>
                </a:lnTo>
                <a:lnTo>
                  <a:pt x="1478" y="1300"/>
                </a:lnTo>
                <a:lnTo>
                  <a:pt x="1477" y="1300"/>
                </a:lnTo>
                <a:lnTo>
                  <a:pt x="1477" y="1299"/>
                </a:lnTo>
                <a:lnTo>
                  <a:pt x="1477" y="1298"/>
                </a:lnTo>
                <a:lnTo>
                  <a:pt x="1478" y="1298"/>
                </a:lnTo>
                <a:lnTo>
                  <a:pt x="1479" y="1298"/>
                </a:lnTo>
                <a:lnTo>
                  <a:pt x="1479" y="1297"/>
                </a:lnTo>
                <a:lnTo>
                  <a:pt x="1480" y="1297"/>
                </a:lnTo>
                <a:lnTo>
                  <a:pt x="1483" y="1296"/>
                </a:lnTo>
                <a:lnTo>
                  <a:pt x="1484" y="1295"/>
                </a:lnTo>
                <a:lnTo>
                  <a:pt x="1486" y="1294"/>
                </a:lnTo>
                <a:lnTo>
                  <a:pt x="1488" y="1292"/>
                </a:lnTo>
                <a:lnTo>
                  <a:pt x="1489" y="1292"/>
                </a:lnTo>
                <a:lnTo>
                  <a:pt x="1490" y="1291"/>
                </a:lnTo>
                <a:lnTo>
                  <a:pt x="1491" y="1291"/>
                </a:lnTo>
                <a:lnTo>
                  <a:pt x="1492" y="1291"/>
                </a:lnTo>
                <a:lnTo>
                  <a:pt x="1493" y="1291"/>
                </a:lnTo>
                <a:lnTo>
                  <a:pt x="1494" y="1291"/>
                </a:lnTo>
                <a:lnTo>
                  <a:pt x="1495" y="1291"/>
                </a:lnTo>
                <a:lnTo>
                  <a:pt x="1496" y="1291"/>
                </a:lnTo>
                <a:lnTo>
                  <a:pt x="1497" y="1291"/>
                </a:lnTo>
                <a:lnTo>
                  <a:pt x="1497" y="1292"/>
                </a:lnTo>
                <a:lnTo>
                  <a:pt x="1498" y="1291"/>
                </a:lnTo>
                <a:lnTo>
                  <a:pt x="1499" y="1292"/>
                </a:lnTo>
                <a:lnTo>
                  <a:pt x="1501" y="1293"/>
                </a:lnTo>
                <a:lnTo>
                  <a:pt x="1503" y="1294"/>
                </a:lnTo>
                <a:lnTo>
                  <a:pt x="1504" y="1295"/>
                </a:lnTo>
                <a:lnTo>
                  <a:pt x="1505" y="1295"/>
                </a:lnTo>
                <a:lnTo>
                  <a:pt x="1506" y="1296"/>
                </a:lnTo>
                <a:lnTo>
                  <a:pt x="1507" y="1297"/>
                </a:lnTo>
                <a:lnTo>
                  <a:pt x="1508" y="1297"/>
                </a:lnTo>
                <a:lnTo>
                  <a:pt x="1509" y="1297"/>
                </a:lnTo>
                <a:lnTo>
                  <a:pt x="1510" y="1297"/>
                </a:lnTo>
                <a:lnTo>
                  <a:pt x="1510" y="1298"/>
                </a:lnTo>
                <a:lnTo>
                  <a:pt x="1510" y="1299"/>
                </a:lnTo>
                <a:lnTo>
                  <a:pt x="1510" y="1300"/>
                </a:lnTo>
                <a:lnTo>
                  <a:pt x="1511" y="1300"/>
                </a:lnTo>
                <a:lnTo>
                  <a:pt x="1511" y="1301"/>
                </a:lnTo>
                <a:lnTo>
                  <a:pt x="1512" y="1301"/>
                </a:lnTo>
                <a:lnTo>
                  <a:pt x="1513" y="1301"/>
                </a:lnTo>
                <a:lnTo>
                  <a:pt x="1513" y="1303"/>
                </a:lnTo>
                <a:lnTo>
                  <a:pt x="1513" y="1304"/>
                </a:lnTo>
                <a:lnTo>
                  <a:pt x="1514" y="1304"/>
                </a:lnTo>
                <a:lnTo>
                  <a:pt x="1514" y="1305"/>
                </a:lnTo>
                <a:lnTo>
                  <a:pt x="1515" y="1305"/>
                </a:lnTo>
                <a:lnTo>
                  <a:pt x="1516" y="1305"/>
                </a:lnTo>
                <a:lnTo>
                  <a:pt x="1517" y="1305"/>
                </a:lnTo>
                <a:lnTo>
                  <a:pt x="1517" y="1306"/>
                </a:lnTo>
                <a:lnTo>
                  <a:pt x="1518" y="1306"/>
                </a:lnTo>
                <a:lnTo>
                  <a:pt x="1518" y="1307"/>
                </a:lnTo>
                <a:lnTo>
                  <a:pt x="1519" y="1309"/>
                </a:lnTo>
                <a:lnTo>
                  <a:pt x="1520" y="1310"/>
                </a:lnTo>
                <a:lnTo>
                  <a:pt x="1520" y="1311"/>
                </a:lnTo>
                <a:lnTo>
                  <a:pt x="1520" y="1313"/>
                </a:lnTo>
                <a:lnTo>
                  <a:pt x="1520" y="1314"/>
                </a:lnTo>
                <a:lnTo>
                  <a:pt x="1520" y="1315"/>
                </a:lnTo>
                <a:lnTo>
                  <a:pt x="1519" y="1315"/>
                </a:lnTo>
                <a:lnTo>
                  <a:pt x="1518" y="1315"/>
                </a:lnTo>
                <a:lnTo>
                  <a:pt x="1518" y="1316"/>
                </a:lnTo>
                <a:lnTo>
                  <a:pt x="1518" y="1317"/>
                </a:lnTo>
                <a:lnTo>
                  <a:pt x="1517" y="1318"/>
                </a:lnTo>
                <a:lnTo>
                  <a:pt x="1516" y="1319"/>
                </a:lnTo>
                <a:lnTo>
                  <a:pt x="1516" y="1320"/>
                </a:lnTo>
                <a:lnTo>
                  <a:pt x="1516" y="1321"/>
                </a:lnTo>
                <a:lnTo>
                  <a:pt x="1516" y="1322"/>
                </a:lnTo>
                <a:lnTo>
                  <a:pt x="1517" y="1322"/>
                </a:lnTo>
                <a:lnTo>
                  <a:pt x="1517" y="1323"/>
                </a:lnTo>
                <a:lnTo>
                  <a:pt x="1518" y="1323"/>
                </a:lnTo>
                <a:lnTo>
                  <a:pt x="1519" y="1323"/>
                </a:lnTo>
                <a:lnTo>
                  <a:pt x="1520" y="1323"/>
                </a:lnTo>
                <a:lnTo>
                  <a:pt x="1520" y="1324"/>
                </a:lnTo>
                <a:lnTo>
                  <a:pt x="1521" y="1324"/>
                </a:lnTo>
                <a:lnTo>
                  <a:pt x="1522" y="1324"/>
                </a:lnTo>
                <a:lnTo>
                  <a:pt x="1522" y="1323"/>
                </a:lnTo>
                <a:lnTo>
                  <a:pt x="1523" y="1323"/>
                </a:lnTo>
                <a:lnTo>
                  <a:pt x="1524" y="1323"/>
                </a:lnTo>
                <a:lnTo>
                  <a:pt x="1525" y="1323"/>
                </a:lnTo>
                <a:lnTo>
                  <a:pt x="1525" y="1324"/>
                </a:lnTo>
                <a:lnTo>
                  <a:pt x="1526" y="1325"/>
                </a:lnTo>
                <a:lnTo>
                  <a:pt x="1526" y="1326"/>
                </a:lnTo>
                <a:lnTo>
                  <a:pt x="1527" y="1326"/>
                </a:lnTo>
                <a:lnTo>
                  <a:pt x="1527" y="1327"/>
                </a:lnTo>
                <a:lnTo>
                  <a:pt x="1528" y="1327"/>
                </a:lnTo>
                <a:lnTo>
                  <a:pt x="1528" y="1328"/>
                </a:lnTo>
                <a:lnTo>
                  <a:pt x="1529" y="1328"/>
                </a:lnTo>
                <a:lnTo>
                  <a:pt x="1529" y="1329"/>
                </a:lnTo>
                <a:lnTo>
                  <a:pt x="1529" y="1330"/>
                </a:lnTo>
                <a:lnTo>
                  <a:pt x="1530" y="1330"/>
                </a:lnTo>
                <a:lnTo>
                  <a:pt x="1530" y="1331"/>
                </a:lnTo>
                <a:lnTo>
                  <a:pt x="1530" y="1332"/>
                </a:lnTo>
                <a:lnTo>
                  <a:pt x="1531" y="1333"/>
                </a:lnTo>
                <a:lnTo>
                  <a:pt x="1532" y="1333"/>
                </a:lnTo>
                <a:lnTo>
                  <a:pt x="1532" y="1334"/>
                </a:lnTo>
                <a:lnTo>
                  <a:pt x="1531" y="1334"/>
                </a:lnTo>
                <a:lnTo>
                  <a:pt x="1531" y="1335"/>
                </a:lnTo>
                <a:lnTo>
                  <a:pt x="1530" y="1335"/>
                </a:lnTo>
                <a:lnTo>
                  <a:pt x="1530" y="1336"/>
                </a:lnTo>
                <a:lnTo>
                  <a:pt x="1529" y="1336"/>
                </a:lnTo>
                <a:lnTo>
                  <a:pt x="1529" y="1337"/>
                </a:lnTo>
                <a:lnTo>
                  <a:pt x="1528" y="1337"/>
                </a:lnTo>
                <a:lnTo>
                  <a:pt x="1528" y="1338"/>
                </a:lnTo>
                <a:lnTo>
                  <a:pt x="1528" y="1339"/>
                </a:lnTo>
                <a:lnTo>
                  <a:pt x="1528" y="1340"/>
                </a:lnTo>
                <a:lnTo>
                  <a:pt x="1528" y="1341"/>
                </a:lnTo>
                <a:lnTo>
                  <a:pt x="1528" y="1342"/>
                </a:lnTo>
                <a:lnTo>
                  <a:pt x="1528" y="1343"/>
                </a:lnTo>
                <a:lnTo>
                  <a:pt x="1527" y="1343"/>
                </a:lnTo>
                <a:lnTo>
                  <a:pt x="1527" y="1344"/>
                </a:lnTo>
                <a:lnTo>
                  <a:pt x="1527" y="1345"/>
                </a:lnTo>
                <a:lnTo>
                  <a:pt x="1528" y="1345"/>
                </a:lnTo>
                <a:lnTo>
                  <a:pt x="1529" y="1345"/>
                </a:lnTo>
                <a:lnTo>
                  <a:pt x="1530" y="1345"/>
                </a:lnTo>
                <a:lnTo>
                  <a:pt x="1530" y="1346"/>
                </a:lnTo>
                <a:lnTo>
                  <a:pt x="1531" y="1346"/>
                </a:lnTo>
                <a:lnTo>
                  <a:pt x="1532" y="1346"/>
                </a:lnTo>
                <a:lnTo>
                  <a:pt x="1532" y="1347"/>
                </a:lnTo>
                <a:lnTo>
                  <a:pt x="1532" y="1348"/>
                </a:lnTo>
                <a:lnTo>
                  <a:pt x="1533" y="1348"/>
                </a:lnTo>
                <a:lnTo>
                  <a:pt x="1532" y="1349"/>
                </a:lnTo>
                <a:lnTo>
                  <a:pt x="1531" y="1349"/>
                </a:lnTo>
                <a:lnTo>
                  <a:pt x="1532" y="1349"/>
                </a:lnTo>
                <a:lnTo>
                  <a:pt x="1532" y="1350"/>
                </a:lnTo>
                <a:lnTo>
                  <a:pt x="1533" y="1350"/>
                </a:lnTo>
                <a:lnTo>
                  <a:pt x="1534" y="1350"/>
                </a:lnTo>
                <a:lnTo>
                  <a:pt x="1534" y="1351"/>
                </a:lnTo>
                <a:lnTo>
                  <a:pt x="1534" y="1352"/>
                </a:lnTo>
                <a:lnTo>
                  <a:pt x="1534" y="1353"/>
                </a:lnTo>
                <a:lnTo>
                  <a:pt x="1534" y="1354"/>
                </a:lnTo>
                <a:lnTo>
                  <a:pt x="1533" y="1354"/>
                </a:lnTo>
                <a:lnTo>
                  <a:pt x="1532" y="1355"/>
                </a:lnTo>
                <a:lnTo>
                  <a:pt x="1531" y="1356"/>
                </a:lnTo>
                <a:lnTo>
                  <a:pt x="1531" y="1357"/>
                </a:lnTo>
                <a:lnTo>
                  <a:pt x="1530" y="1358"/>
                </a:lnTo>
                <a:lnTo>
                  <a:pt x="1530" y="1359"/>
                </a:lnTo>
                <a:lnTo>
                  <a:pt x="1531" y="1359"/>
                </a:lnTo>
                <a:lnTo>
                  <a:pt x="1531" y="1360"/>
                </a:lnTo>
                <a:lnTo>
                  <a:pt x="1532" y="1360"/>
                </a:lnTo>
                <a:lnTo>
                  <a:pt x="1532" y="1361"/>
                </a:lnTo>
                <a:lnTo>
                  <a:pt x="1533" y="1361"/>
                </a:lnTo>
                <a:lnTo>
                  <a:pt x="1533" y="1360"/>
                </a:lnTo>
                <a:lnTo>
                  <a:pt x="1534" y="1360"/>
                </a:lnTo>
                <a:lnTo>
                  <a:pt x="1535" y="1360"/>
                </a:lnTo>
                <a:lnTo>
                  <a:pt x="1535" y="1361"/>
                </a:lnTo>
                <a:lnTo>
                  <a:pt x="1534" y="1361"/>
                </a:lnTo>
                <a:lnTo>
                  <a:pt x="1533" y="1362"/>
                </a:lnTo>
                <a:lnTo>
                  <a:pt x="1532" y="1363"/>
                </a:lnTo>
                <a:lnTo>
                  <a:pt x="1531" y="1363"/>
                </a:lnTo>
                <a:lnTo>
                  <a:pt x="1530" y="1364"/>
                </a:lnTo>
                <a:lnTo>
                  <a:pt x="1530" y="1363"/>
                </a:lnTo>
                <a:lnTo>
                  <a:pt x="1529" y="1363"/>
                </a:lnTo>
                <a:lnTo>
                  <a:pt x="1528" y="1364"/>
                </a:lnTo>
                <a:lnTo>
                  <a:pt x="1526" y="1365"/>
                </a:lnTo>
                <a:lnTo>
                  <a:pt x="1525" y="1367"/>
                </a:lnTo>
                <a:lnTo>
                  <a:pt x="1524" y="1367"/>
                </a:lnTo>
                <a:lnTo>
                  <a:pt x="1522" y="1368"/>
                </a:lnTo>
                <a:lnTo>
                  <a:pt x="1521" y="1370"/>
                </a:lnTo>
                <a:lnTo>
                  <a:pt x="1519" y="1371"/>
                </a:lnTo>
                <a:lnTo>
                  <a:pt x="1518" y="1372"/>
                </a:lnTo>
                <a:lnTo>
                  <a:pt x="1517" y="1372"/>
                </a:lnTo>
                <a:lnTo>
                  <a:pt x="1516" y="1372"/>
                </a:lnTo>
                <a:lnTo>
                  <a:pt x="1515" y="1372"/>
                </a:lnTo>
                <a:lnTo>
                  <a:pt x="1514" y="1373"/>
                </a:lnTo>
                <a:lnTo>
                  <a:pt x="1514" y="1374"/>
                </a:lnTo>
                <a:lnTo>
                  <a:pt x="1511" y="1373"/>
                </a:lnTo>
                <a:lnTo>
                  <a:pt x="1510" y="1373"/>
                </a:lnTo>
                <a:lnTo>
                  <a:pt x="1509" y="1375"/>
                </a:lnTo>
                <a:lnTo>
                  <a:pt x="1508" y="1375"/>
                </a:lnTo>
                <a:lnTo>
                  <a:pt x="1507" y="1375"/>
                </a:lnTo>
                <a:lnTo>
                  <a:pt x="1507" y="1374"/>
                </a:lnTo>
                <a:lnTo>
                  <a:pt x="1506" y="1374"/>
                </a:lnTo>
                <a:lnTo>
                  <a:pt x="1505" y="1373"/>
                </a:lnTo>
                <a:lnTo>
                  <a:pt x="1504" y="1373"/>
                </a:lnTo>
                <a:lnTo>
                  <a:pt x="1503" y="1373"/>
                </a:lnTo>
                <a:lnTo>
                  <a:pt x="1502" y="1373"/>
                </a:lnTo>
                <a:lnTo>
                  <a:pt x="1501" y="1373"/>
                </a:lnTo>
                <a:lnTo>
                  <a:pt x="1501" y="1372"/>
                </a:lnTo>
                <a:lnTo>
                  <a:pt x="1500" y="1372"/>
                </a:lnTo>
                <a:lnTo>
                  <a:pt x="1497" y="1371"/>
                </a:lnTo>
                <a:lnTo>
                  <a:pt x="1495" y="1370"/>
                </a:lnTo>
                <a:lnTo>
                  <a:pt x="1493" y="1370"/>
                </a:lnTo>
                <a:lnTo>
                  <a:pt x="1492" y="1370"/>
                </a:lnTo>
                <a:lnTo>
                  <a:pt x="1491" y="1370"/>
                </a:lnTo>
                <a:lnTo>
                  <a:pt x="1490" y="1370"/>
                </a:lnTo>
                <a:lnTo>
                  <a:pt x="1489" y="1371"/>
                </a:lnTo>
                <a:lnTo>
                  <a:pt x="1487" y="1371"/>
                </a:lnTo>
                <a:lnTo>
                  <a:pt x="1486" y="1371"/>
                </a:lnTo>
                <a:lnTo>
                  <a:pt x="1486" y="1370"/>
                </a:lnTo>
                <a:lnTo>
                  <a:pt x="1486" y="1371"/>
                </a:lnTo>
                <a:lnTo>
                  <a:pt x="1485" y="1371"/>
                </a:lnTo>
                <a:lnTo>
                  <a:pt x="1484" y="1371"/>
                </a:lnTo>
                <a:lnTo>
                  <a:pt x="1484" y="1372"/>
                </a:lnTo>
                <a:lnTo>
                  <a:pt x="1484" y="1373"/>
                </a:lnTo>
                <a:lnTo>
                  <a:pt x="1484" y="1374"/>
                </a:lnTo>
                <a:lnTo>
                  <a:pt x="1483" y="1374"/>
                </a:lnTo>
                <a:lnTo>
                  <a:pt x="1480" y="1375"/>
                </a:lnTo>
                <a:lnTo>
                  <a:pt x="1480" y="1376"/>
                </a:lnTo>
                <a:lnTo>
                  <a:pt x="1479" y="1376"/>
                </a:lnTo>
                <a:lnTo>
                  <a:pt x="1478" y="1377"/>
                </a:lnTo>
                <a:lnTo>
                  <a:pt x="1477" y="1377"/>
                </a:lnTo>
                <a:lnTo>
                  <a:pt x="1476" y="1377"/>
                </a:lnTo>
                <a:lnTo>
                  <a:pt x="1475" y="1377"/>
                </a:lnTo>
                <a:lnTo>
                  <a:pt x="1474" y="1377"/>
                </a:lnTo>
                <a:lnTo>
                  <a:pt x="1473" y="1377"/>
                </a:lnTo>
                <a:lnTo>
                  <a:pt x="1471" y="1376"/>
                </a:lnTo>
                <a:lnTo>
                  <a:pt x="1469" y="1377"/>
                </a:lnTo>
                <a:lnTo>
                  <a:pt x="1468" y="1378"/>
                </a:lnTo>
                <a:lnTo>
                  <a:pt x="1464" y="1380"/>
                </a:lnTo>
                <a:lnTo>
                  <a:pt x="1463" y="1380"/>
                </a:lnTo>
                <a:lnTo>
                  <a:pt x="1462" y="1381"/>
                </a:lnTo>
                <a:lnTo>
                  <a:pt x="1461" y="1381"/>
                </a:lnTo>
                <a:lnTo>
                  <a:pt x="1460" y="1380"/>
                </a:lnTo>
                <a:lnTo>
                  <a:pt x="1460" y="1377"/>
                </a:lnTo>
                <a:lnTo>
                  <a:pt x="1459" y="1377"/>
                </a:lnTo>
                <a:lnTo>
                  <a:pt x="1458" y="1377"/>
                </a:lnTo>
                <a:lnTo>
                  <a:pt x="1457" y="1377"/>
                </a:lnTo>
                <a:lnTo>
                  <a:pt x="1456" y="1377"/>
                </a:lnTo>
                <a:lnTo>
                  <a:pt x="1454" y="1379"/>
                </a:lnTo>
                <a:lnTo>
                  <a:pt x="1453" y="1379"/>
                </a:lnTo>
                <a:lnTo>
                  <a:pt x="1452" y="1379"/>
                </a:lnTo>
                <a:lnTo>
                  <a:pt x="1451" y="1379"/>
                </a:lnTo>
                <a:lnTo>
                  <a:pt x="1450" y="1380"/>
                </a:lnTo>
                <a:lnTo>
                  <a:pt x="1449" y="1380"/>
                </a:lnTo>
                <a:lnTo>
                  <a:pt x="1450" y="1381"/>
                </a:lnTo>
                <a:lnTo>
                  <a:pt x="1449" y="1381"/>
                </a:lnTo>
                <a:lnTo>
                  <a:pt x="1448" y="1383"/>
                </a:lnTo>
                <a:lnTo>
                  <a:pt x="1446" y="1385"/>
                </a:lnTo>
                <a:lnTo>
                  <a:pt x="1445" y="1386"/>
                </a:lnTo>
                <a:lnTo>
                  <a:pt x="1444" y="1385"/>
                </a:lnTo>
                <a:lnTo>
                  <a:pt x="1443" y="1385"/>
                </a:lnTo>
                <a:lnTo>
                  <a:pt x="1441" y="1385"/>
                </a:lnTo>
                <a:lnTo>
                  <a:pt x="1440" y="1385"/>
                </a:lnTo>
                <a:lnTo>
                  <a:pt x="1439" y="1384"/>
                </a:lnTo>
                <a:lnTo>
                  <a:pt x="1438" y="1384"/>
                </a:lnTo>
                <a:lnTo>
                  <a:pt x="1437" y="1384"/>
                </a:lnTo>
                <a:lnTo>
                  <a:pt x="1436" y="1384"/>
                </a:lnTo>
                <a:lnTo>
                  <a:pt x="1435" y="1383"/>
                </a:lnTo>
                <a:lnTo>
                  <a:pt x="1434" y="1383"/>
                </a:lnTo>
                <a:lnTo>
                  <a:pt x="1433" y="1383"/>
                </a:lnTo>
                <a:lnTo>
                  <a:pt x="1432" y="1384"/>
                </a:lnTo>
                <a:lnTo>
                  <a:pt x="1431" y="1383"/>
                </a:lnTo>
                <a:lnTo>
                  <a:pt x="1430" y="1384"/>
                </a:lnTo>
                <a:lnTo>
                  <a:pt x="1428" y="1384"/>
                </a:lnTo>
                <a:lnTo>
                  <a:pt x="1426" y="1385"/>
                </a:lnTo>
                <a:lnTo>
                  <a:pt x="1425" y="1385"/>
                </a:lnTo>
                <a:lnTo>
                  <a:pt x="1423" y="1386"/>
                </a:lnTo>
                <a:lnTo>
                  <a:pt x="1423" y="1387"/>
                </a:lnTo>
                <a:lnTo>
                  <a:pt x="1423" y="1389"/>
                </a:lnTo>
                <a:lnTo>
                  <a:pt x="1423" y="1390"/>
                </a:lnTo>
                <a:lnTo>
                  <a:pt x="1423" y="1391"/>
                </a:lnTo>
                <a:lnTo>
                  <a:pt x="1422" y="1391"/>
                </a:lnTo>
                <a:lnTo>
                  <a:pt x="1419" y="1392"/>
                </a:lnTo>
                <a:lnTo>
                  <a:pt x="1417" y="1392"/>
                </a:lnTo>
                <a:lnTo>
                  <a:pt x="1416" y="1391"/>
                </a:lnTo>
                <a:lnTo>
                  <a:pt x="1415" y="1391"/>
                </a:lnTo>
                <a:lnTo>
                  <a:pt x="1414" y="1390"/>
                </a:lnTo>
                <a:lnTo>
                  <a:pt x="1413" y="1390"/>
                </a:lnTo>
                <a:lnTo>
                  <a:pt x="1412" y="1391"/>
                </a:lnTo>
                <a:lnTo>
                  <a:pt x="1411" y="1392"/>
                </a:lnTo>
                <a:lnTo>
                  <a:pt x="1410" y="1393"/>
                </a:lnTo>
                <a:lnTo>
                  <a:pt x="1410" y="1394"/>
                </a:lnTo>
                <a:lnTo>
                  <a:pt x="1410" y="1395"/>
                </a:lnTo>
                <a:lnTo>
                  <a:pt x="1409" y="1395"/>
                </a:lnTo>
                <a:lnTo>
                  <a:pt x="1409" y="1396"/>
                </a:lnTo>
                <a:lnTo>
                  <a:pt x="1408" y="1396"/>
                </a:lnTo>
                <a:lnTo>
                  <a:pt x="1407" y="1395"/>
                </a:lnTo>
                <a:lnTo>
                  <a:pt x="1406" y="1394"/>
                </a:lnTo>
                <a:lnTo>
                  <a:pt x="1405" y="1392"/>
                </a:lnTo>
                <a:lnTo>
                  <a:pt x="1405" y="1391"/>
                </a:lnTo>
                <a:lnTo>
                  <a:pt x="1405" y="1390"/>
                </a:lnTo>
                <a:lnTo>
                  <a:pt x="1404" y="1389"/>
                </a:lnTo>
                <a:lnTo>
                  <a:pt x="1403" y="1389"/>
                </a:lnTo>
                <a:lnTo>
                  <a:pt x="1402" y="1387"/>
                </a:lnTo>
                <a:lnTo>
                  <a:pt x="1402" y="1386"/>
                </a:lnTo>
                <a:lnTo>
                  <a:pt x="1402" y="1384"/>
                </a:lnTo>
                <a:lnTo>
                  <a:pt x="1400" y="1383"/>
                </a:lnTo>
                <a:lnTo>
                  <a:pt x="1399" y="1383"/>
                </a:lnTo>
                <a:lnTo>
                  <a:pt x="1398" y="1383"/>
                </a:lnTo>
                <a:lnTo>
                  <a:pt x="1397" y="1383"/>
                </a:lnTo>
                <a:lnTo>
                  <a:pt x="1396" y="1383"/>
                </a:lnTo>
                <a:lnTo>
                  <a:pt x="1394" y="1383"/>
                </a:lnTo>
                <a:lnTo>
                  <a:pt x="1393" y="1383"/>
                </a:lnTo>
                <a:lnTo>
                  <a:pt x="1392" y="1382"/>
                </a:lnTo>
                <a:lnTo>
                  <a:pt x="1392" y="1381"/>
                </a:lnTo>
                <a:lnTo>
                  <a:pt x="1391" y="1381"/>
                </a:lnTo>
                <a:lnTo>
                  <a:pt x="1391" y="1380"/>
                </a:lnTo>
                <a:lnTo>
                  <a:pt x="1391" y="1379"/>
                </a:lnTo>
                <a:lnTo>
                  <a:pt x="1391" y="1378"/>
                </a:lnTo>
                <a:lnTo>
                  <a:pt x="1390" y="1377"/>
                </a:lnTo>
                <a:lnTo>
                  <a:pt x="1390" y="1376"/>
                </a:lnTo>
                <a:lnTo>
                  <a:pt x="1388" y="1376"/>
                </a:lnTo>
                <a:lnTo>
                  <a:pt x="1387" y="1375"/>
                </a:lnTo>
                <a:lnTo>
                  <a:pt x="1386" y="1374"/>
                </a:lnTo>
                <a:lnTo>
                  <a:pt x="1385" y="1373"/>
                </a:lnTo>
                <a:lnTo>
                  <a:pt x="1383" y="1373"/>
                </a:lnTo>
                <a:lnTo>
                  <a:pt x="1382" y="1373"/>
                </a:lnTo>
                <a:lnTo>
                  <a:pt x="1382" y="1372"/>
                </a:lnTo>
                <a:lnTo>
                  <a:pt x="1381" y="1372"/>
                </a:lnTo>
                <a:lnTo>
                  <a:pt x="1379" y="1372"/>
                </a:lnTo>
                <a:lnTo>
                  <a:pt x="1377" y="1372"/>
                </a:lnTo>
                <a:lnTo>
                  <a:pt x="1377" y="1373"/>
                </a:lnTo>
                <a:lnTo>
                  <a:pt x="1376" y="1373"/>
                </a:lnTo>
                <a:lnTo>
                  <a:pt x="1375" y="1373"/>
                </a:lnTo>
                <a:lnTo>
                  <a:pt x="1374" y="1372"/>
                </a:lnTo>
                <a:lnTo>
                  <a:pt x="1373" y="1372"/>
                </a:lnTo>
                <a:lnTo>
                  <a:pt x="1372" y="1372"/>
                </a:lnTo>
                <a:lnTo>
                  <a:pt x="1372" y="1373"/>
                </a:lnTo>
                <a:lnTo>
                  <a:pt x="1371" y="1374"/>
                </a:lnTo>
                <a:lnTo>
                  <a:pt x="1370" y="1374"/>
                </a:lnTo>
                <a:lnTo>
                  <a:pt x="1368" y="1374"/>
                </a:lnTo>
                <a:lnTo>
                  <a:pt x="1366" y="1374"/>
                </a:lnTo>
                <a:lnTo>
                  <a:pt x="1365" y="1374"/>
                </a:lnTo>
                <a:lnTo>
                  <a:pt x="1364" y="1375"/>
                </a:lnTo>
                <a:lnTo>
                  <a:pt x="1365" y="1376"/>
                </a:lnTo>
                <a:lnTo>
                  <a:pt x="1364" y="1377"/>
                </a:lnTo>
                <a:lnTo>
                  <a:pt x="1363" y="1377"/>
                </a:lnTo>
                <a:lnTo>
                  <a:pt x="1363" y="1376"/>
                </a:lnTo>
                <a:lnTo>
                  <a:pt x="1362" y="1376"/>
                </a:lnTo>
                <a:lnTo>
                  <a:pt x="1361" y="1376"/>
                </a:lnTo>
                <a:lnTo>
                  <a:pt x="1360" y="1376"/>
                </a:lnTo>
                <a:lnTo>
                  <a:pt x="1359" y="1377"/>
                </a:lnTo>
                <a:lnTo>
                  <a:pt x="1357" y="1377"/>
                </a:lnTo>
                <a:lnTo>
                  <a:pt x="1356" y="1378"/>
                </a:lnTo>
                <a:lnTo>
                  <a:pt x="1356" y="1379"/>
                </a:lnTo>
                <a:lnTo>
                  <a:pt x="1355" y="1380"/>
                </a:lnTo>
                <a:lnTo>
                  <a:pt x="1355" y="1381"/>
                </a:lnTo>
                <a:lnTo>
                  <a:pt x="1353" y="1382"/>
                </a:lnTo>
                <a:lnTo>
                  <a:pt x="1352" y="1382"/>
                </a:lnTo>
                <a:lnTo>
                  <a:pt x="1351" y="1383"/>
                </a:lnTo>
                <a:lnTo>
                  <a:pt x="1351" y="1384"/>
                </a:lnTo>
                <a:lnTo>
                  <a:pt x="1349" y="1386"/>
                </a:lnTo>
                <a:lnTo>
                  <a:pt x="1348" y="1386"/>
                </a:lnTo>
                <a:lnTo>
                  <a:pt x="1348" y="1385"/>
                </a:lnTo>
                <a:lnTo>
                  <a:pt x="1347" y="1385"/>
                </a:lnTo>
                <a:lnTo>
                  <a:pt x="1346" y="1385"/>
                </a:lnTo>
                <a:lnTo>
                  <a:pt x="1346" y="1384"/>
                </a:lnTo>
                <a:lnTo>
                  <a:pt x="1346" y="1383"/>
                </a:lnTo>
                <a:lnTo>
                  <a:pt x="1346" y="1382"/>
                </a:lnTo>
                <a:lnTo>
                  <a:pt x="1346" y="1381"/>
                </a:lnTo>
                <a:lnTo>
                  <a:pt x="1345" y="1381"/>
                </a:lnTo>
                <a:lnTo>
                  <a:pt x="1345" y="1380"/>
                </a:lnTo>
                <a:lnTo>
                  <a:pt x="1345" y="1379"/>
                </a:lnTo>
                <a:lnTo>
                  <a:pt x="1345" y="1378"/>
                </a:lnTo>
                <a:lnTo>
                  <a:pt x="1346" y="1378"/>
                </a:lnTo>
                <a:lnTo>
                  <a:pt x="1346" y="1377"/>
                </a:lnTo>
                <a:lnTo>
                  <a:pt x="1346" y="1376"/>
                </a:lnTo>
                <a:lnTo>
                  <a:pt x="1346" y="1375"/>
                </a:lnTo>
                <a:lnTo>
                  <a:pt x="1345" y="1375"/>
                </a:lnTo>
                <a:lnTo>
                  <a:pt x="1345" y="1374"/>
                </a:lnTo>
                <a:lnTo>
                  <a:pt x="1346" y="1374"/>
                </a:lnTo>
                <a:lnTo>
                  <a:pt x="1346" y="1373"/>
                </a:lnTo>
                <a:lnTo>
                  <a:pt x="1345" y="1372"/>
                </a:lnTo>
                <a:lnTo>
                  <a:pt x="1344" y="1372"/>
                </a:lnTo>
                <a:lnTo>
                  <a:pt x="1343" y="1370"/>
                </a:lnTo>
                <a:lnTo>
                  <a:pt x="1343" y="1369"/>
                </a:lnTo>
                <a:lnTo>
                  <a:pt x="1343" y="1368"/>
                </a:lnTo>
                <a:lnTo>
                  <a:pt x="1342" y="1368"/>
                </a:lnTo>
                <a:lnTo>
                  <a:pt x="1343" y="1368"/>
                </a:lnTo>
                <a:lnTo>
                  <a:pt x="1344" y="1368"/>
                </a:lnTo>
                <a:lnTo>
                  <a:pt x="1345" y="1368"/>
                </a:lnTo>
                <a:lnTo>
                  <a:pt x="1345" y="1367"/>
                </a:lnTo>
                <a:lnTo>
                  <a:pt x="1345" y="1366"/>
                </a:lnTo>
                <a:lnTo>
                  <a:pt x="1345" y="1365"/>
                </a:lnTo>
                <a:lnTo>
                  <a:pt x="1346" y="1365"/>
                </a:lnTo>
                <a:lnTo>
                  <a:pt x="1347" y="1365"/>
                </a:lnTo>
                <a:lnTo>
                  <a:pt x="1348" y="1365"/>
                </a:lnTo>
                <a:lnTo>
                  <a:pt x="1349" y="1365"/>
                </a:lnTo>
                <a:lnTo>
                  <a:pt x="1350" y="1365"/>
                </a:lnTo>
                <a:lnTo>
                  <a:pt x="1350" y="1363"/>
                </a:lnTo>
                <a:lnTo>
                  <a:pt x="1349" y="1363"/>
                </a:lnTo>
                <a:lnTo>
                  <a:pt x="1347" y="1363"/>
                </a:lnTo>
                <a:lnTo>
                  <a:pt x="1345" y="1364"/>
                </a:lnTo>
                <a:lnTo>
                  <a:pt x="1344" y="1363"/>
                </a:lnTo>
                <a:lnTo>
                  <a:pt x="1342" y="1363"/>
                </a:lnTo>
                <a:lnTo>
                  <a:pt x="1341" y="1363"/>
                </a:lnTo>
                <a:lnTo>
                  <a:pt x="1340" y="1362"/>
                </a:lnTo>
                <a:lnTo>
                  <a:pt x="1340" y="1361"/>
                </a:lnTo>
                <a:lnTo>
                  <a:pt x="1339" y="1361"/>
                </a:lnTo>
                <a:lnTo>
                  <a:pt x="1339" y="1362"/>
                </a:lnTo>
                <a:lnTo>
                  <a:pt x="1338" y="1362"/>
                </a:lnTo>
                <a:lnTo>
                  <a:pt x="1337" y="1362"/>
                </a:lnTo>
                <a:lnTo>
                  <a:pt x="1336" y="1361"/>
                </a:lnTo>
                <a:lnTo>
                  <a:pt x="1337" y="1360"/>
                </a:lnTo>
                <a:lnTo>
                  <a:pt x="1338" y="1360"/>
                </a:lnTo>
                <a:lnTo>
                  <a:pt x="1338" y="1359"/>
                </a:lnTo>
                <a:lnTo>
                  <a:pt x="1338" y="1358"/>
                </a:lnTo>
                <a:lnTo>
                  <a:pt x="1338" y="1357"/>
                </a:lnTo>
                <a:lnTo>
                  <a:pt x="1337" y="1356"/>
                </a:lnTo>
                <a:lnTo>
                  <a:pt x="1338" y="1356"/>
                </a:lnTo>
                <a:lnTo>
                  <a:pt x="1338" y="1355"/>
                </a:lnTo>
                <a:lnTo>
                  <a:pt x="1338" y="1354"/>
                </a:lnTo>
                <a:lnTo>
                  <a:pt x="1337" y="1354"/>
                </a:lnTo>
                <a:lnTo>
                  <a:pt x="1337" y="1353"/>
                </a:lnTo>
                <a:lnTo>
                  <a:pt x="1337" y="1352"/>
                </a:lnTo>
                <a:lnTo>
                  <a:pt x="1337" y="1351"/>
                </a:lnTo>
                <a:lnTo>
                  <a:pt x="1336" y="1350"/>
                </a:lnTo>
                <a:lnTo>
                  <a:pt x="1336" y="1349"/>
                </a:lnTo>
                <a:lnTo>
                  <a:pt x="1335" y="1348"/>
                </a:lnTo>
                <a:lnTo>
                  <a:pt x="1335" y="1347"/>
                </a:lnTo>
                <a:lnTo>
                  <a:pt x="1336" y="1347"/>
                </a:lnTo>
                <a:lnTo>
                  <a:pt x="1336" y="1346"/>
                </a:lnTo>
                <a:lnTo>
                  <a:pt x="1337" y="1345"/>
                </a:lnTo>
                <a:lnTo>
                  <a:pt x="1338" y="1344"/>
                </a:lnTo>
                <a:lnTo>
                  <a:pt x="1339" y="1344"/>
                </a:lnTo>
                <a:lnTo>
                  <a:pt x="1340" y="1344"/>
                </a:lnTo>
                <a:lnTo>
                  <a:pt x="1341" y="1344"/>
                </a:lnTo>
                <a:lnTo>
                  <a:pt x="1342" y="1343"/>
                </a:lnTo>
                <a:lnTo>
                  <a:pt x="1342" y="1342"/>
                </a:lnTo>
                <a:lnTo>
                  <a:pt x="1343" y="1342"/>
                </a:lnTo>
                <a:lnTo>
                  <a:pt x="1343" y="1341"/>
                </a:lnTo>
                <a:lnTo>
                  <a:pt x="1344" y="1341"/>
                </a:lnTo>
                <a:lnTo>
                  <a:pt x="1344" y="1340"/>
                </a:lnTo>
                <a:lnTo>
                  <a:pt x="1344" y="1339"/>
                </a:lnTo>
                <a:lnTo>
                  <a:pt x="1344" y="1337"/>
                </a:lnTo>
                <a:lnTo>
                  <a:pt x="1344" y="1336"/>
                </a:lnTo>
                <a:lnTo>
                  <a:pt x="1344" y="1335"/>
                </a:lnTo>
                <a:lnTo>
                  <a:pt x="1344" y="1334"/>
                </a:lnTo>
                <a:lnTo>
                  <a:pt x="1344" y="1333"/>
                </a:lnTo>
                <a:lnTo>
                  <a:pt x="1344" y="1332"/>
                </a:lnTo>
                <a:lnTo>
                  <a:pt x="1343" y="1332"/>
                </a:lnTo>
                <a:lnTo>
                  <a:pt x="1343" y="1331"/>
                </a:lnTo>
                <a:lnTo>
                  <a:pt x="1342" y="1331"/>
                </a:lnTo>
                <a:lnTo>
                  <a:pt x="1342" y="1330"/>
                </a:lnTo>
                <a:lnTo>
                  <a:pt x="1342" y="1329"/>
                </a:lnTo>
                <a:lnTo>
                  <a:pt x="1342" y="1327"/>
                </a:lnTo>
                <a:lnTo>
                  <a:pt x="1341" y="1326"/>
                </a:lnTo>
                <a:lnTo>
                  <a:pt x="1340" y="1326"/>
                </a:lnTo>
                <a:lnTo>
                  <a:pt x="1339" y="1326"/>
                </a:lnTo>
                <a:lnTo>
                  <a:pt x="1338" y="1326"/>
                </a:lnTo>
                <a:lnTo>
                  <a:pt x="1338" y="1325"/>
                </a:lnTo>
                <a:lnTo>
                  <a:pt x="1338" y="1324"/>
                </a:lnTo>
                <a:lnTo>
                  <a:pt x="1337" y="1324"/>
                </a:lnTo>
                <a:lnTo>
                  <a:pt x="1337" y="1325"/>
                </a:lnTo>
                <a:lnTo>
                  <a:pt x="1336" y="1325"/>
                </a:lnTo>
                <a:lnTo>
                  <a:pt x="1335" y="1325"/>
                </a:lnTo>
                <a:lnTo>
                  <a:pt x="1335" y="1326"/>
                </a:lnTo>
                <a:lnTo>
                  <a:pt x="1334" y="1326"/>
                </a:lnTo>
                <a:lnTo>
                  <a:pt x="1334" y="1327"/>
                </a:lnTo>
                <a:lnTo>
                  <a:pt x="1333" y="1328"/>
                </a:lnTo>
                <a:lnTo>
                  <a:pt x="1332" y="1328"/>
                </a:lnTo>
                <a:lnTo>
                  <a:pt x="1331" y="1328"/>
                </a:lnTo>
                <a:lnTo>
                  <a:pt x="1331" y="1327"/>
                </a:lnTo>
                <a:lnTo>
                  <a:pt x="1330" y="1328"/>
                </a:lnTo>
                <a:lnTo>
                  <a:pt x="1330" y="1327"/>
                </a:lnTo>
                <a:lnTo>
                  <a:pt x="1329" y="1327"/>
                </a:lnTo>
                <a:lnTo>
                  <a:pt x="1328" y="1327"/>
                </a:lnTo>
                <a:lnTo>
                  <a:pt x="1327" y="1327"/>
                </a:lnTo>
                <a:lnTo>
                  <a:pt x="1326" y="1327"/>
                </a:lnTo>
                <a:lnTo>
                  <a:pt x="1326" y="1326"/>
                </a:lnTo>
                <a:lnTo>
                  <a:pt x="1325" y="1326"/>
                </a:lnTo>
                <a:lnTo>
                  <a:pt x="1325" y="1325"/>
                </a:lnTo>
                <a:lnTo>
                  <a:pt x="1325" y="1324"/>
                </a:lnTo>
                <a:lnTo>
                  <a:pt x="1324" y="1324"/>
                </a:lnTo>
                <a:lnTo>
                  <a:pt x="1324" y="1323"/>
                </a:lnTo>
                <a:lnTo>
                  <a:pt x="1324" y="1322"/>
                </a:lnTo>
                <a:lnTo>
                  <a:pt x="1323" y="1321"/>
                </a:lnTo>
                <a:lnTo>
                  <a:pt x="1324" y="1320"/>
                </a:lnTo>
                <a:lnTo>
                  <a:pt x="1325" y="1319"/>
                </a:lnTo>
                <a:lnTo>
                  <a:pt x="1326" y="1318"/>
                </a:lnTo>
                <a:lnTo>
                  <a:pt x="1326" y="1317"/>
                </a:lnTo>
                <a:lnTo>
                  <a:pt x="1326" y="1316"/>
                </a:lnTo>
                <a:lnTo>
                  <a:pt x="1327" y="1316"/>
                </a:lnTo>
                <a:lnTo>
                  <a:pt x="1327" y="1315"/>
                </a:lnTo>
                <a:lnTo>
                  <a:pt x="1326" y="1314"/>
                </a:lnTo>
                <a:lnTo>
                  <a:pt x="1326" y="1313"/>
                </a:lnTo>
                <a:lnTo>
                  <a:pt x="1325" y="1313"/>
                </a:lnTo>
                <a:lnTo>
                  <a:pt x="1326" y="1312"/>
                </a:lnTo>
                <a:lnTo>
                  <a:pt x="1325" y="1312"/>
                </a:lnTo>
                <a:lnTo>
                  <a:pt x="1324" y="1312"/>
                </a:lnTo>
                <a:lnTo>
                  <a:pt x="1323" y="1312"/>
                </a:lnTo>
                <a:lnTo>
                  <a:pt x="1323" y="1311"/>
                </a:lnTo>
                <a:lnTo>
                  <a:pt x="1323" y="1312"/>
                </a:lnTo>
                <a:lnTo>
                  <a:pt x="1322" y="1312"/>
                </a:lnTo>
                <a:lnTo>
                  <a:pt x="1321" y="1312"/>
                </a:lnTo>
                <a:lnTo>
                  <a:pt x="1320" y="1312"/>
                </a:lnTo>
                <a:lnTo>
                  <a:pt x="1319" y="1312"/>
                </a:lnTo>
                <a:lnTo>
                  <a:pt x="1317" y="1312"/>
                </a:lnTo>
                <a:lnTo>
                  <a:pt x="1316" y="1312"/>
                </a:lnTo>
                <a:lnTo>
                  <a:pt x="1315" y="1312"/>
                </a:lnTo>
                <a:lnTo>
                  <a:pt x="1315" y="1311"/>
                </a:lnTo>
                <a:lnTo>
                  <a:pt x="1314" y="1311"/>
                </a:lnTo>
                <a:lnTo>
                  <a:pt x="1314" y="1310"/>
                </a:lnTo>
                <a:lnTo>
                  <a:pt x="1313" y="1310"/>
                </a:lnTo>
                <a:lnTo>
                  <a:pt x="1312" y="1309"/>
                </a:lnTo>
                <a:lnTo>
                  <a:pt x="1311" y="1309"/>
                </a:lnTo>
                <a:lnTo>
                  <a:pt x="1310" y="1309"/>
                </a:lnTo>
                <a:lnTo>
                  <a:pt x="1309" y="1308"/>
                </a:lnTo>
                <a:lnTo>
                  <a:pt x="1308" y="1309"/>
                </a:lnTo>
                <a:lnTo>
                  <a:pt x="1307" y="1309"/>
                </a:lnTo>
                <a:lnTo>
                  <a:pt x="1307" y="1308"/>
                </a:lnTo>
                <a:lnTo>
                  <a:pt x="1306" y="1308"/>
                </a:lnTo>
                <a:lnTo>
                  <a:pt x="1305" y="1308"/>
                </a:lnTo>
                <a:lnTo>
                  <a:pt x="1305" y="1307"/>
                </a:lnTo>
                <a:lnTo>
                  <a:pt x="1304" y="1307"/>
                </a:lnTo>
                <a:lnTo>
                  <a:pt x="1304" y="1306"/>
                </a:lnTo>
                <a:lnTo>
                  <a:pt x="1303" y="1306"/>
                </a:lnTo>
                <a:lnTo>
                  <a:pt x="1302" y="1306"/>
                </a:lnTo>
                <a:lnTo>
                  <a:pt x="1301" y="1306"/>
                </a:lnTo>
                <a:lnTo>
                  <a:pt x="1301" y="1307"/>
                </a:lnTo>
                <a:lnTo>
                  <a:pt x="1301" y="1308"/>
                </a:lnTo>
                <a:lnTo>
                  <a:pt x="1300" y="1308"/>
                </a:lnTo>
                <a:lnTo>
                  <a:pt x="1300" y="1309"/>
                </a:lnTo>
                <a:lnTo>
                  <a:pt x="1299" y="1309"/>
                </a:lnTo>
                <a:lnTo>
                  <a:pt x="1299" y="1310"/>
                </a:lnTo>
                <a:lnTo>
                  <a:pt x="1298" y="1310"/>
                </a:lnTo>
                <a:lnTo>
                  <a:pt x="1298" y="1311"/>
                </a:lnTo>
                <a:lnTo>
                  <a:pt x="1297" y="1311"/>
                </a:lnTo>
                <a:lnTo>
                  <a:pt x="1296" y="1311"/>
                </a:lnTo>
                <a:lnTo>
                  <a:pt x="1296" y="1312"/>
                </a:lnTo>
                <a:lnTo>
                  <a:pt x="1295" y="1312"/>
                </a:lnTo>
                <a:lnTo>
                  <a:pt x="1294" y="1313"/>
                </a:lnTo>
                <a:lnTo>
                  <a:pt x="1293" y="1313"/>
                </a:lnTo>
                <a:lnTo>
                  <a:pt x="1293" y="1312"/>
                </a:lnTo>
                <a:lnTo>
                  <a:pt x="1292" y="1312"/>
                </a:lnTo>
                <a:lnTo>
                  <a:pt x="1291" y="1313"/>
                </a:lnTo>
                <a:lnTo>
                  <a:pt x="1290" y="1313"/>
                </a:lnTo>
                <a:lnTo>
                  <a:pt x="1289" y="1313"/>
                </a:lnTo>
                <a:lnTo>
                  <a:pt x="1289" y="1314"/>
                </a:lnTo>
                <a:lnTo>
                  <a:pt x="1289" y="1315"/>
                </a:lnTo>
                <a:lnTo>
                  <a:pt x="1289" y="1316"/>
                </a:lnTo>
                <a:lnTo>
                  <a:pt x="1289" y="1317"/>
                </a:lnTo>
                <a:lnTo>
                  <a:pt x="1289" y="1318"/>
                </a:lnTo>
                <a:lnTo>
                  <a:pt x="1288" y="1318"/>
                </a:lnTo>
                <a:lnTo>
                  <a:pt x="1288" y="1319"/>
                </a:lnTo>
                <a:lnTo>
                  <a:pt x="1288" y="1320"/>
                </a:lnTo>
                <a:lnTo>
                  <a:pt x="1289" y="1321"/>
                </a:lnTo>
                <a:lnTo>
                  <a:pt x="1289" y="1322"/>
                </a:lnTo>
                <a:lnTo>
                  <a:pt x="1288" y="1322"/>
                </a:lnTo>
                <a:lnTo>
                  <a:pt x="1288" y="1323"/>
                </a:lnTo>
                <a:lnTo>
                  <a:pt x="1287" y="1323"/>
                </a:lnTo>
                <a:lnTo>
                  <a:pt x="1286" y="1323"/>
                </a:lnTo>
                <a:lnTo>
                  <a:pt x="1286" y="1324"/>
                </a:lnTo>
                <a:lnTo>
                  <a:pt x="1286" y="1325"/>
                </a:lnTo>
                <a:lnTo>
                  <a:pt x="1285" y="1326"/>
                </a:lnTo>
                <a:lnTo>
                  <a:pt x="1285" y="1327"/>
                </a:lnTo>
                <a:lnTo>
                  <a:pt x="1284" y="1327"/>
                </a:lnTo>
                <a:lnTo>
                  <a:pt x="1284" y="1329"/>
                </a:lnTo>
                <a:lnTo>
                  <a:pt x="1284" y="1330"/>
                </a:lnTo>
                <a:lnTo>
                  <a:pt x="1283" y="1330"/>
                </a:lnTo>
                <a:lnTo>
                  <a:pt x="1282" y="1330"/>
                </a:lnTo>
                <a:lnTo>
                  <a:pt x="1281" y="1329"/>
                </a:lnTo>
                <a:lnTo>
                  <a:pt x="1280" y="1330"/>
                </a:lnTo>
                <a:lnTo>
                  <a:pt x="1280" y="1331"/>
                </a:lnTo>
                <a:lnTo>
                  <a:pt x="1279" y="1331"/>
                </a:lnTo>
                <a:lnTo>
                  <a:pt x="1279" y="1332"/>
                </a:lnTo>
                <a:lnTo>
                  <a:pt x="1279" y="1333"/>
                </a:lnTo>
                <a:lnTo>
                  <a:pt x="1278" y="1333"/>
                </a:lnTo>
                <a:lnTo>
                  <a:pt x="1277" y="1333"/>
                </a:lnTo>
                <a:lnTo>
                  <a:pt x="1276" y="1333"/>
                </a:lnTo>
                <a:lnTo>
                  <a:pt x="1276" y="1334"/>
                </a:lnTo>
                <a:lnTo>
                  <a:pt x="1276" y="1335"/>
                </a:lnTo>
                <a:lnTo>
                  <a:pt x="1276" y="1336"/>
                </a:lnTo>
                <a:lnTo>
                  <a:pt x="1277" y="1336"/>
                </a:lnTo>
                <a:lnTo>
                  <a:pt x="1278" y="1336"/>
                </a:lnTo>
                <a:lnTo>
                  <a:pt x="1278" y="1337"/>
                </a:lnTo>
                <a:lnTo>
                  <a:pt x="1279" y="1337"/>
                </a:lnTo>
                <a:lnTo>
                  <a:pt x="1279" y="1338"/>
                </a:lnTo>
                <a:lnTo>
                  <a:pt x="1278" y="1338"/>
                </a:lnTo>
                <a:lnTo>
                  <a:pt x="1277" y="1339"/>
                </a:lnTo>
                <a:lnTo>
                  <a:pt x="1276" y="1339"/>
                </a:lnTo>
                <a:lnTo>
                  <a:pt x="1275" y="1339"/>
                </a:lnTo>
                <a:lnTo>
                  <a:pt x="1274" y="1340"/>
                </a:lnTo>
                <a:lnTo>
                  <a:pt x="1273" y="1340"/>
                </a:lnTo>
                <a:lnTo>
                  <a:pt x="1273" y="1341"/>
                </a:lnTo>
                <a:lnTo>
                  <a:pt x="1273" y="1342"/>
                </a:lnTo>
                <a:lnTo>
                  <a:pt x="1273" y="1344"/>
                </a:lnTo>
                <a:lnTo>
                  <a:pt x="1272" y="1344"/>
                </a:lnTo>
                <a:lnTo>
                  <a:pt x="1271" y="1345"/>
                </a:lnTo>
                <a:lnTo>
                  <a:pt x="1270" y="1345"/>
                </a:lnTo>
                <a:lnTo>
                  <a:pt x="1269" y="1346"/>
                </a:lnTo>
                <a:lnTo>
                  <a:pt x="1268" y="1346"/>
                </a:lnTo>
                <a:lnTo>
                  <a:pt x="1267" y="1346"/>
                </a:lnTo>
                <a:lnTo>
                  <a:pt x="1266" y="1346"/>
                </a:lnTo>
                <a:lnTo>
                  <a:pt x="1265" y="1346"/>
                </a:lnTo>
                <a:lnTo>
                  <a:pt x="1264" y="1346"/>
                </a:lnTo>
                <a:lnTo>
                  <a:pt x="1263" y="1346"/>
                </a:lnTo>
                <a:lnTo>
                  <a:pt x="1263" y="1347"/>
                </a:lnTo>
                <a:lnTo>
                  <a:pt x="1262" y="1347"/>
                </a:lnTo>
                <a:lnTo>
                  <a:pt x="1261" y="1347"/>
                </a:lnTo>
                <a:lnTo>
                  <a:pt x="1260" y="1347"/>
                </a:lnTo>
                <a:lnTo>
                  <a:pt x="1260" y="1346"/>
                </a:lnTo>
                <a:lnTo>
                  <a:pt x="1259" y="1346"/>
                </a:lnTo>
                <a:lnTo>
                  <a:pt x="1258" y="1346"/>
                </a:lnTo>
                <a:lnTo>
                  <a:pt x="1258" y="1347"/>
                </a:lnTo>
                <a:lnTo>
                  <a:pt x="1257" y="1347"/>
                </a:lnTo>
                <a:lnTo>
                  <a:pt x="1257" y="1346"/>
                </a:lnTo>
                <a:lnTo>
                  <a:pt x="1256" y="1347"/>
                </a:lnTo>
                <a:lnTo>
                  <a:pt x="1256" y="1348"/>
                </a:lnTo>
                <a:lnTo>
                  <a:pt x="1255" y="1348"/>
                </a:lnTo>
                <a:lnTo>
                  <a:pt x="1254" y="1348"/>
                </a:lnTo>
                <a:lnTo>
                  <a:pt x="1253" y="1349"/>
                </a:lnTo>
                <a:lnTo>
                  <a:pt x="1252" y="1349"/>
                </a:lnTo>
                <a:lnTo>
                  <a:pt x="1252" y="1350"/>
                </a:lnTo>
                <a:lnTo>
                  <a:pt x="1250" y="1350"/>
                </a:lnTo>
                <a:lnTo>
                  <a:pt x="1249" y="1350"/>
                </a:lnTo>
                <a:lnTo>
                  <a:pt x="1249" y="1349"/>
                </a:lnTo>
                <a:lnTo>
                  <a:pt x="1248" y="1349"/>
                </a:lnTo>
                <a:lnTo>
                  <a:pt x="1249" y="1348"/>
                </a:lnTo>
                <a:lnTo>
                  <a:pt x="1248" y="1348"/>
                </a:lnTo>
                <a:lnTo>
                  <a:pt x="1248" y="1347"/>
                </a:lnTo>
                <a:lnTo>
                  <a:pt x="1249" y="1347"/>
                </a:lnTo>
                <a:lnTo>
                  <a:pt x="1249" y="1346"/>
                </a:lnTo>
                <a:lnTo>
                  <a:pt x="1248" y="1346"/>
                </a:lnTo>
                <a:lnTo>
                  <a:pt x="1247" y="1346"/>
                </a:lnTo>
                <a:lnTo>
                  <a:pt x="1246" y="1347"/>
                </a:lnTo>
                <a:lnTo>
                  <a:pt x="1245" y="1347"/>
                </a:lnTo>
                <a:lnTo>
                  <a:pt x="1244" y="1347"/>
                </a:lnTo>
                <a:lnTo>
                  <a:pt x="1243" y="1347"/>
                </a:lnTo>
                <a:lnTo>
                  <a:pt x="1241" y="1348"/>
                </a:lnTo>
                <a:lnTo>
                  <a:pt x="1240" y="1349"/>
                </a:lnTo>
                <a:lnTo>
                  <a:pt x="1239" y="1350"/>
                </a:lnTo>
                <a:lnTo>
                  <a:pt x="1238" y="1350"/>
                </a:lnTo>
                <a:lnTo>
                  <a:pt x="1237" y="1350"/>
                </a:lnTo>
                <a:lnTo>
                  <a:pt x="1236" y="1350"/>
                </a:lnTo>
                <a:lnTo>
                  <a:pt x="1235" y="1351"/>
                </a:lnTo>
                <a:lnTo>
                  <a:pt x="1234" y="1352"/>
                </a:lnTo>
                <a:lnTo>
                  <a:pt x="1233" y="1352"/>
                </a:lnTo>
                <a:lnTo>
                  <a:pt x="1232" y="1353"/>
                </a:lnTo>
                <a:lnTo>
                  <a:pt x="1231" y="1354"/>
                </a:lnTo>
                <a:lnTo>
                  <a:pt x="1230" y="1355"/>
                </a:lnTo>
                <a:lnTo>
                  <a:pt x="1229" y="1355"/>
                </a:lnTo>
                <a:lnTo>
                  <a:pt x="1229" y="1356"/>
                </a:lnTo>
                <a:lnTo>
                  <a:pt x="1228" y="1356"/>
                </a:lnTo>
                <a:lnTo>
                  <a:pt x="1228" y="1357"/>
                </a:lnTo>
                <a:lnTo>
                  <a:pt x="1227" y="1357"/>
                </a:lnTo>
                <a:lnTo>
                  <a:pt x="1227" y="1356"/>
                </a:lnTo>
                <a:lnTo>
                  <a:pt x="1227" y="1355"/>
                </a:lnTo>
                <a:lnTo>
                  <a:pt x="1226" y="1355"/>
                </a:lnTo>
                <a:lnTo>
                  <a:pt x="1225" y="1355"/>
                </a:lnTo>
                <a:lnTo>
                  <a:pt x="1224" y="1355"/>
                </a:lnTo>
                <a:lnTo>
                  <a:pt x="1223" y="1355"/>
                </a:lnTo>
                <a:lnTo>
                  <a:pt x="1222" y="1356"/>
                </a:lnTo>
                <a:lnTo>
                  <a:pt x="1221" y="1356"/>
                </a:lnTo>
                <a:lnTo>
                  <a:pt x="1221" y="1357"/>
                </a:lnTo>
                <a:lnTo>
                  <a:pt x="1220" y="1357"/>
                </a:lnTo>
                <a:lnTo>
                  <a:pt x="1219" y="1357"/>
                </a:lnTo>
                <a:lnTo>
                  <a:pt x="1219" y="1358"/>
                </a:lnTo>
                <a:lnTo>
                  <a:pt x="1218" y="1358"/>
                </a:lnTo>
                <a:lnTo>
                  <a:pt x="1217" y="1359"/>
                </a:lnTo>
                <a:lnTo>
                  <a:pt x="1217" y="1358"/>
                </a:lnTo>
                <a:lnTo>
                  <a:pt x="1216" y="1358"/>
                </a:lnTo>
                <a:lnTo>
                  <a:pt x="1216" y="1357"/>
                </a:lnTo>
                <a:lnTo>
                  <a:pt x="1216" y="1356"/>
                </a:lnTo>
                <a:lnTo>
                  <a:pt x="1215" y="1356"/>
                </a:lnTo>
                <a:lnTo>
                  <a:pt x="1214" y="1356"/>
                </a:lnTo>
                <a:lnTo>
                  <a:pt x="1214" y="1355"/>
                </a:lnTo>
                <a:lnTo>
                  <a:pt x="1214" y="1354"/>
                </a:lnTo>
                <a:lnTo>
                  <a:pt x="1214" y="1353"/>
                </a:lnTo>
                <a:lnTo>
                  <a:pt x="1214" y="1352"/>
                </a:lnTo>
                <a:lnTo>
                  <a:pt x="1213" y="1352"/>
                </a:lnTo>
                <a:lnTo>
                  <a:pt x="1213" y="1351"/>
                </a:lnTo>
                <a:lnTo>
                  <a:pt x="1212" y="1352"/>
                </a:lnTo>
                <a:lnTo>
                  <a:pt x="1212" y="1351"/>
                </a:lnTo>
                <a:lnTo>
                  <a:pt x="1212" y="1350"/>
                </a:lnTo>
                <a:lnTo>
                  <a:pt x="1211" y="1350"/>
                </a:lnTo>
                <a:lnTo>
                  <a:pt x="1211" y="1349"/>
                </a:lnTo>
                <a:lnTo>
                  <a:pt x="1210" y="1349"/>
                </a:lnTo>
                <a:lnTo>
                  <a:pt x="1209" y="1349"/>
                </a:lnTo>
                <a:lnTo>
                  <a:pt x="1208" y="1349"/>
                </a:lnTo>
                <a:lnTo>
                  <a:pt x="1207" y="1350"/>
                </a:lnTo>
                <a:lnTo>
                  <a:pt x="1206" y="1350"/>
                </a:lnTo>
                <a:lnTo>
                  <a:pt x="1206" y="1351"/>
                </a:lnTo>
                <a:lnTo>
                  <a:pt x="1205" y="1351"/>
                </a:lnTo>
                <a:lnTo>
                  <a:pt x="1204" y="1350"/>
                </a:lnTo>
                <a:lnTo>
                  <a:pt x="1204" y="1349"/>
                </a:lnTo>
                <a:lnTo>
                  <a:pt x="1203" y="1348"/>
                </a:lnTo>
                <a:lnTo>
                  <a:pt x="1203" y="1347"/>
                </a:lnTo>
                <a:lnTo>
                  <a:pt x="1202" y="1347"/>
                </a:lnTo>
                <a:lnTo>
                  <a:pt x="1202" y="1346"/>
                </a:lnTo>
                <a:lnTo>
                  <a:pt x="1201" y="1346"/>
                </a:lnTo>
                <a:lnTo>
                  <a:pt x="1200" y="1346"/>
                </a:lnTo>
                <a:lnTo>
                  <a:pt x="1199" y="1346"/>
                </a:lnTo>
                <a:lnTo>
                  <a:pt x="1198" y="1345"/>
                </a:lnTo>
                <a:lnTo>
                  <a:pt x="1198" y="1344"/>
                </a:lnTo>
                <a:lnTo>
                  <a:pt x="1197" y="1344"/>
                </a:lnTo>
                <a:lnTo>
                  <a:pt x="1196" y="1343"/>
                </a:lnTo>
                <a:lnTo>
                  <a:pt x="1196" y="1342"/>
                </a:lnTo>
                <a:lnTo>
                  <a:pt x="1195" y="1342"/>
                </a:lnTo>
                <a:lnTo>
                  <a:pt x="1195" y="1341"/>
                </a:lnTo>
                <a:lnTo>
                  <a:pt x="1195" y="1340"/>
                </a:lnTo>
                <a:lnTo>
                  <a:pt x="1194" y="1341"/>
                </a:lnTo>
                <a:lnTo>
                  <a:pt x="1193" y="1341"/>
                </a:lnTo>
                <a:lnTo>
                  <a:pt x="1193" y="1340"/>
                </a:lnTo>
                <a:lnTo>
                  <a:pt x="1192" y="1340"/>
                </a:lnTo>
                <a:lnTo>
                  <a:pt x="1192" y="1339"/>
                </a:lnTo>
                <a:lnTo>
                  <a:pt x="1191" y="1338"/>
                </a:lnTo>
                <a:lnTo>
                  <a:pt x="1190" y="1338"/>
                </a:lnTo>
                <a:lnTo>
                  <a:pt x="1190" y="1337"/>
                </a:lnTo>
                <a:lnTo>
                  <a:pt x="1189" y="1337"/>
                </a:lnTo>
                <a:lnTo>
                  <a:pt x="1189" y="1336"/>
                </a:lnTo>
                <a:lnTo>
                  <a:pt x="1188" y="1335"/>
                </a:lnTo>
                <a:lnTo>
                  <a:pt x="1187" y="1335"/>
                </a:lnTo>
                <a:lnTo>
                  <a:pt x="1186" y="1335"/>
                </a:lnTo>
                <a:lnTo>
                  <a:pt x="1185" y="1335"/>
                </a:lnTo>
                <a:lnTo>
                  <a:pt x="1185" y="1334"/>
                </a:lnTo>
                <a:lnTo>
                  <a:pt x="1184" y="1334"/>
                </a:lnTo>
                <a:lnTo>
                  <a:pt x="1185" y="1333"/>
                </a:lnTo>
                <a:lnTo>
                  <a:pt x="1184" y="1333"/>
                </a:lnTo>
                <a:lnTo>
                  <a:pt x="1183" y="1332"/>
                </a:lnTo>
                <a:lnTo>
                  <a:pt x="1183" y="1331"/>
                </a:lnTo>
                <a:lnTo>
                  <a:pt x="1184" y="1331"/>
                </a:lnTo>
                <a:lnTo>
                  <a:pt x="1183" y="1330"/>
                </a:lnTo>
                <a:lnTo>
                  <a:pt x="1182" y="1330"/>
                </a:lnTo>
                <a:lnTo>
                  <a:pt x="1182" y="1329"/>
                </a:lnTo>
                <a:lnTo>
                  <a:pt x="1181" y="1328"/>
                </a:lnTo>
                <a:lnTo>
                  <a:pt x="1181" y="1327"/>
                </a:lnTo>
                <a:lnTo>
                  <a:pt x="1182" y="1328"/>
                </a:lnTo>
                <a:lnTo>
                  <a:pt x="1182" y="1327"/>
                </a:lnTo>
                <a:lnTo>
                  <a:pt x="1182" y="1326"/>
                </a:lnTo>
                <a:lnTo>
                  <a:pt x="1181" y="1326"/>
                </a:lnTo>
                <a:lnTo>
                  <a:pt x="1181" y="1325"/>
                </a:lnTo>
                <a:lnTo>
                  <a:pt x="1180" y="1324"/>
                </a:lnTo>
                <a:lnTo>
                  <a:pt x="1180" y="1323"/>
                </a:lnTo>
                <a:lnTo>
                  <a:pt x="1178" y="1322"/>
                </a:lnTo>
                <a:lnTo>
                  <a:pt x="1178" y="1321"/>
                </a:lnTo>
                <a:lnTo>
                  <a:pt x="1177" y="1322"/>
                </a:lnTo>
                <a:lnTo>
                  <a:pt x="1177" y="1321"/>
                </a:lnTo>
                <a:lnTo>
                  <a:pt x="1176" y="1321"/>
                </a:lnTo>
                <a:lnTo>
                  <a:pt x="1175" y="1321"/>
                </a:lnTo>
                <a:lnTo>
                  <a:pt x="1174" y="1320"/>
                </a:lnTo>
                <a:lnTo>
                  <a:pt x="1170" y="1318"/>
                </a:lnTo>
                <a:lnTo>
                  <a:pt x="1169" y="1317"/>
                </a:lnTo>
                <a:lnTo>
                  <a:pt x="1168" y="1317"/>
                </a:lnTo>
                <a:lnTo>
                  <a:pt x="1168" y="1316"/>
                </a:lnTo>
                <a:lnTo>
                  <a:pt x="1168" y="1315"/>
                </a:lnTo>
                <a:lnTo>
                  <a:pt x="1169" y="1315"/>
                </a:lnTo>
                <a:lnTo>
                  <a:pt x="1170" y="1314"/>
                </a:lnTo>
                <a:lnTo>
                  <a:pt x="1171" y="1314"/>
                </a:lnTo>
                <a:lnTo>
                  <a:pt x="1172" y="1314"/>
                </a:lnTo>
                <a:lnTo>
                  <a:pt x="1173" y="1314"/>
                </a:lnTo>
                <a:lnTo>
                  <a:pt x="1174" y="1314"/>
                </a:lnTo>
                <a:lnTo>
                  <a:pt x="1175" y="1314"/>
                </a:lnTo>
                <a:lnTo>
                  <a:pt x="1176" y="1314"/>
                </a:lnTo>
                <a:lnTo>
                  <a:pt x="1178" y="1314"/>
                </a:lnTo>
                <a:lnTo>
                  <a:pt x="1179" y="1314"/>
                </a:lnTo>
                <a:lnTo>
                  <a:pt x="1179" y="1315"/>
                </a:lnTo>
                <a:lnTo>
                  <a:pt x="1180" y="1315"/>
                </a:lnTo>
                <a:lnTo>
                  <a:pt x="1182" y="1315"/>
                </a:lnTo>
                <a:lnTo>
                  <a:pt x="1182" y="1314"/>
                </a:lnTo>
                <a:lnTo>
                  <a:pt x="1183" y="1313"/>
                </a:lnTo>
                <a:lnTo>
                  <a:pt x="1184" y="1313"/>
                </a:lnTo>
                <a:lnTo>
                  <a:pt x="1185" y="1313"/>
                </a:lnTo>
                <a:lnTo>
                  <a:pt x="1186" y="1311"/>
                </a:lnTo>
                <a:lnTo>
                  <a:pt x="1186" y="1309"/>
                </a:lnTo>
                <a:lnTo>
                  <a:pt x="1185" y="1308"/>
                </a:lnTo>
                <a:lnTo>
                  <a:pt x="1185" y="1307"/>
                </a:lnTo>
                <a:lnTo>
                  <a:pt x="1186" y="1307"/>
                </a:lnTo>
                <a:lnTo>
                  <a:pt x="1187" y="1306"/>
                </a:lnTo>
                <a:lnTo>
                  <a:pt x="1188" y="1306"/>
                </a:lnTo>
                <a:lnTo>
                  <a:pt x="1189" y="1306"/>
                </a:lnTo>
                <a:lnTo>
                  <a:pt x="1191" y="1305"/>
                </a:lnTo>
                <a:lnTo>
                  <a:pt x="1192" y="1304"/>
                </a:lnTo>
                <a:lnTo>
                  <a:pt x="1192" y="1302"/>
                </a:lnTo>
                <a:lnTo>
                  <a:pt x="1193" y="1302"/>
                </a:lnTo>
                <a:lnTo>
                  <a:pt x="1194" y="1302"/>
                </a:lnTo>
                <a:lnTo>
                  <a:pt x="1195" y="1302"/>
                </a:lnTo>
                <a:lnTo>
                  <a:pt x="1195" y="1301"/>
                </a:lnTo>
                <a:lnTo>
                  <a:pt x="1195" y="1299"/>
                </a:lnTo>
                <a:lnTo>
                  <a:pt x="1195" y="1298"/>
                </a:lnTo>
                <a:lnTo>
                  <a:pt x="1194" y="1297"/>
                </a:lnTo>
                <a:lnTo>
                  <a:pt x="1194" y="1296"/>
                </a:lnTo>
                <a:lnTo>
                  <a:pt x="1194" y="1295"/>
                </a:lnTo>
                <a:lnTo>
                  <a:pt x="1195" y="1293"/>
                </a:lnTo>
                <a:lnTo>
                  <a:pt x="1196" y="1292"/>
                </a:lnTo>
                <a:lnTo>
                  <a:pt x="1197" y="1291"/>
                </a:lnTo>
                <a:lnTo>
                  <a:pt x="1196" y="1291"/>
                </a:lnTo>
                <a:lnTo>
                  <a:pt x="1195" y="1290"/>
                </a:lnTo>
                <a:lnTo>
                  <a:pt x="1194" y="1290"/>
                </a:lnTo>
                <a:lnTo>
                  <a:pt x="1194" y="1291"/>
                </a:lnTo>
                <a:lnTo>
                  <a:pt x="1193" y="1291"/>
                </a:lnTo>
                <a:lnTo>
                  <a:pt x="1192" y="1291"/>
                </a:lnTo>
                <a:lnTo>
                  <a:pt x="1190" y="1291"/>
                </a:lnTo>
                <a:lnTo>
                  <a:pt x="1189" y="1290"/>
                </a:lnTo>
                <a:lnTo>
                  <a:pt x="1188" y="1290"/>
                </a:lnTo>
                <a:lnTo>
                  <a:pt x="1187" y="1289"/>
                </a:lnTo>
                <a:lnTo>
                  <a:pt x="1187" y="1287"/>
                </a:lnTo>
                <a:lnTo>
                  <a:pt x="1187" y="1286"/>
                </a:lnTo>
                <a:lnTo>
                  <a:pt x="1186" y="1286"/>
                </a:lnTo>
                <a:lnTo>
                  <a:pt x="1186" y="1285"/>
                </a:lnTo>
                <a:lnTo>
                  <a:pt x="1186" y="1284"/>
                </a:lnTo>
                <a:lnTo>
                  <a:pt x="1187" y="1284"/>
                </a:lnTo>
                <a:lnTo>
                  <a:pt x="1188" y="1284"/>
                </a:lnTo>
                <a:lnTo>
                  <a:pt x="1189" y="1284"/>
                </a:lnTo>
                <a:lnTo>
                  <a:pt x="1189" y="1283"/>
                </a:lnTo>
                <a:lnTo>
                  <a:pt x="1191" y="1283"/>
                </a:lnTo>
                <a:lnTo>
                  <a:pt x="1192" y="1283"/>
                </a:lnTo>
                <a:lnTo>
                  <a:pt x="1194" y="1282"/>
                </a:lnTo>
                <a:lnTo>
                  <a:pt x="1194" y="1281"/>
                </a:lnTo>
                <a:lnTo>
                  <a:pt x="1195" y="1281"/>
                </a:lnTo>
                <a:lnTo>
                  <a:pt x="1195" y="1280"/>
                </a:lnTo>
                <a:lnTo>
                  <a:pt x="1195" y="1279"/>
                </a:lnTo>
                <a:lnTo>
                  <a:pt x="1197" y="1277"/>
                </a:lnTo>
                <a:lnTo>
                  <a:pt x="1197" y="1276"/>
                </a:lnTo>
                <a:lnTo>
                  <a:pt x="1198" y="1276"/>
                </a:lnTo>
                <a:lnTo>
                  <a:pt x="1198" y="1275"/>
                </a:lnTo>
                <a:lnTo>
                  <a:pt x="1194" y="1273"/>
                </a:lnTo>
                <a:lnTo>
                  <a:pt x="1194" y="1272"/>
                </a:lnTo>
                <a:lnTo>
                  <a:pt x="1195" y="1270"/>
                </a:lnTo>
                <a:lnTo>
                  <a:pt x="1192" y="1269"/>
                </a:lnTo>
                <a:lnTo>
                  <a:pt x="1191" y="1270"/>
                </a:lnTo>
                <a:lnTo>
                  <a:pt x="1190" y="1270"/>
                </a:lnTo>
                <a:lnTo>
                  <a:pt x="1189" y="1270"/>
                </a:lnTo>
                <a:lnTo>
                  <a:pt x="1188" y="1270"/>
                </a:lnTo>
                <a:lnTo>
                  <a:pt x="1187" y="1270"/>
                </a:lnTo>
                <a:lnTo>
                  <a:pt x="1187" y="1269"/>
                </a:lnTo>
                <a:lnTo>
                  <a:pt x="1187" y="1268"/>
                </a:lnTo>
                <a:lnTo>
                  <a:pt x="1186" y="1267"/>
                </a:lnTo>
                <a:lnTo>
                  <a:pt x="1186" y="1266"/>
                </a:lnTo>
                <a:lnTo>
                  <a:pt x="1185" y="1265"/>
                </a:lnTo>
                <a:lnTo>
                  <a:pt x="1184" y="1263"/>
                </a:lnTo>
                <a:lnTo>
                  <a:pt x="1184" y="1262"/>
                </a:lnTo>
                <a:lnTo>
                  <a:pt x="1184" y="1261"/>
                </a:lnTo>
                <a:lnTo>
                  <a:pt x="1184" y="1260"/>
                </a:lnTo>
                <a:lnTo>
                  <a:pt x="1184" y="1259"/>
                </a:lnTo>
                <a:lnTo>
                  <a:pt x="1183" y="1258"/>
                </a:lnTo>
                <a:lnTo>
                  <a:pt x="1181" y="1257"/>
                </a:lnTo>
                <a:lnTo>
                  <a:pt x="1180" y="1256"/>
                </a:lnTo>
                <a:lnTo>
                  <a:pt x="1179" y="1256"/>
                </a:lnTo>
                <a:lnTo>
                  <a:pt x="1178" y="1256"/>
                </a:lnTo>
                <a:lnTo>
                  <a:pt x="1178" y="1257"/>
                </a:lnTo>
                <a:lnTo>
                  <a:pt x="1177" y="1256"/>
                </a:lnTo>
                <a:lnTo>
                  <a:pt x="1176" y="1257"/>
                </a:lnTo>
                <a:lnTo>
                  <a:pt x="1175" y="1258"/>
                </a:lnTo>
                <a:lnTo>
                  <a:pt x="1174" y="1259"/>
                </a:lnTo>
                <a:lnTo>
                  <a:pt x="1173" y="1260"/>
                </a:lnTo>
                <a:lnTo>
                  <a:pt x="1173" y="1261"/>
                </a:lnTo>
                <a:lnTo>
                  <a:pt x="1172" y="1262"/>
                </a:lnTo>
                <a:lnTo>
                  <a:pt x="1171" y="1262"/>
                </a:lnTo>
                <a:lnTo>
                  <a:pt x="1170" y="1263"/>
                </a:lnTo>
                <a:lnTo>
                  <a:pt x="1169" y="1263"/>
                </a:lnTo>
                <a:lnTo>
                  <a:pt x="1167" y="1262"/>
                </a:lnTo>
                <a:lnTo>
                  <a:pt x="1166" y="1261"/>
                </a:lnTo>
                <a:lnTo>
                  <a:pt x="1167" y="1261"/>
                </a:lnTo>
                <a:lnTo>
                  <a:pt x="1168" y="1259"/>
                </a:lnTo>
                <a:lnTo>
                  <a:pt x="1168" y="1258"/>
                </a:lnTo>
                <a:lnTo>
                  <a:pt x="1169" y="1258"/>
                </a:lnTo>
                <a:lnTo>
                  <a:pt x="1168" y="1258"/>
                </a:lnTo>
                <a:lnTo>
                  <a:pt x="1167" y="1257"/>
                </a:lnTo>
                <a:lnTo>
                  <a:pt x="1166" y="1256"/>
                </a:lnTo>
                <a:lnTo>
                  <a:pt x="1166" y="1255"/>
                </a:lnTo>
                <a:lnTo>
                  <a:pt x="1164" y="1252"/>
                </a:lnTo>
                <a:lnTo>
                  <a:pt x="1164" y="1251"/>
                </a:lnTo>
                <a:lnTo>
                  <a:pt x="1163" y="1250"/>
                </a:lnTo>
                <a:lnTo>
                  <a:pt x="1163" y="1249"/>
                </a:lnTo>
                <a:lnTo>
                  <a:pt x="1163" y="1247"/>
                </a:lnTo>
                <a:lnTo>
                  <a:pt x="1164" y="1246"/>
                </a:lnTo>
                <a:lnTo>
                  <a:pt x="1164" y="1245"/>
                </a:lnTo>
                <a:lnTo>
                  <a:pt x="1162" y="1245"/>
                </a:lnTo>
                <a:lnTo>
                  <a:pt x="1161" y="1245"/>
                </a:lnTo>
                <a:lnTo>
                  <a:pt x="1161" y="1244"/>
                </a:lnTo>
                <a:lnTo>
                  <a:pt x="1161" y="1243"/>
                </a:lnTo>
                <a:lnTo>
                  <a:pt x="1160" y="1243"/>
                </a:lnTo>
                <a:lnTo>
                  <a:pt x="1160" y="1241"/>
                </a:lnTo>
                <a:lnTo>
                  <a:pt x="1161" y="1241"/>
                </a:lnTo>
                <a:lnTo>
                  <a:pt x="1161" y="1240"/>
                </a:lnTo>
                <a:lnTo>
                  <a:pt x="1162" y="1240"/>
                </a:lnTo>
                <a:lnTo>
                  <a:pt x="1162" y="1239"/>
                </a:lnTo>
                <a:lnTo>
                  <a:pt x="1163" y="1239"/>
                </a:lnTo>
                <a:lnTo>
                  <a:pt x="1163" y="1238"/>
                </a:lnTo>
                <a:lnTo>
                  <a:pt x="1163" y="1237"/>
                </a:lnTo>
                <a:lnTo>
                  <a:pt x="1162" y="1236"/>
                </a:lnTo>
                <a:lnTo>
                  <a:pt x="1162" y="1235"/>
                </a:lnTo>
                <a:lnTo>
                  <a:pt x="1161" y="1234"/>
                </a:lnTo>
                <a:lnTo>
                  <a:pt x="1161" y="1233"/>
                </a:lnTo>
                <a:lnTo>
                  <a:pt x="1161" y="1232"/>
                </a:lnTo>
                <a:lnTo>
                  <a:pt x="1162" y="1232"/>
                </a:lnTo>
                <a:lnTo>
                  <a:pt x="1162" y="1231"/>
                </a:lnTo>
                <a:lnTo>
                  <a:pt x="1163" y="1230"/>
                </a:lnTo>
                <a:lnTo>
                  <a:pt x="1163" y="1229"/>
                </a:lnTo>
                <a:lnTo>
                  <a:pt x="1163" y="1228"/>
                </a:lnTo>
                <a:lnTo>
                  <a:pt x="1162" y="1227"/>
                </a:lnTo>
                <a:lnTo>
                  <a:pt x="1162" y="1226"/>
                </a:lnTo>
                <a:lnTo>
                  <a:pt x="1161" y="1225"/>
                </a:lnTo>
                <a:lnTo>
                  <a:pt x="1162" y="1225"/>
                </a:lnTo>
                <a:lnTo>
                  <a:pt x="1162" y="1224"/>
                </a:lnTo>
                <a:lnTo>
                  <a:pt x="1162" y="1223"/>
                </a:lnTo>
                <a:lnTo>
                  <a:pt x="1163" y="1223"/>
                </a:lnTo>
                <a:lnTo>
                  <a:pt x="1163" y="1222"/>
                </a:lnTo>
                <a:lnTo>
                  <a:pt x="1162" y="1222"/>
                </a:lnTo>
                <a:lnTo>
                  <a:pt x="1161" y="1222"/>
                </a:lnTo>
                <a:lnTo>
                  <a:pt x="1160" y="1221"/>
                </a:lnTo>
                <a:lnTo>
                  <a:pt x="1159" y="1221"/>
                </a:lnTo>
                <a:lnTo>
                  <a:pt x="1159" y="1220"/>
                </a:lnTo>
                <a:lnTo>
                  <a:pt x="1159" y="1219"/>
                </a:lnTo>
                <a:lnTo>
                  <a:pt x="1159" y="1218"/>
                </a:lnTo>
                <a:lnTo>
                  <a:pt x="1159" y="1217"/>
                </a:lnTo>
                <a:lnTo>
                  <a:pt x="1160" y="1217"/>
                </a:lnTo>
                <a:lnTo>
                  <a:pt x="1160" y="1216"/>
                </a:lnTo>
                <a:lnTo>
                  <a:pt x="1161" y="1215"/>
                </a:lnTo>
                <a:lnTo>
                  <a:pt x="1162" y="1215"/>
                </a:lnTo>
                <a:lnTo>
                  <a:pt x="1163" y="1215"/>
                </a:lnTo>
                <a:lnTo>
                  <a:pt x="1164" y="1215"/>
                </a:lnTo>
                <a:lnTo>
                  <a:pt x="1166" y="1216"/>
                </a:lnTo>
                <a:lnTo>
                  <a:pt x="1167" y="1216"/>
                </a:lnTo>
                <a:lnTo>
                  <a:pt x="1167" y="1215"/>
                </a:lnTo>
                <a:lnTo>
                  <a:pt x="1168" y="1215"/>
                </a:lnTo>
                <a:lnTo>
                  <a:pt x="1168" y="1214"/>
                </a:lnTo>
                <a:lnTo>
                  <a:pt x="1170" y="1214"/>
                </a:lnTo>
                <a:lnTo>
                  <a:pt x="1170" y="1215"/>
                </a:lnTo>
                <a:lnTo>
                  <a:pt x="1171" y="1215"/>
                </a:lnTo>
                <a:lnTo>
                  <a:pt x="1172" y="1215"/>
                </a:lnTo>
                <a:lnTo>
                  <a:pt x="1173" y="1215"/>
                </a:lnTo>
                <a:lnTo>
                  <a:pt x="1173" y="1214"/>
                </a:lnTo>
                <a:lnTo>
                  <a:pt x="1173" y="1213"/>
                </a:lnTo>
                <a:lnTo>
                  <a:pt x="1173" y="1212"/>
                </a:lnTo>
                <a:lnTo>
                  <a:pt x="1174" y="1211"/>
                </a:lnTo>
                <a:lnTo>
                  <a:pt x="1174" y="1210"/>
                </a:lnTo>
                <a:lnTo>
                  <a:pt x="1175" y="1210"/>
                </a:lnTo>
                <a:lnTo>
                  <a:pt x="1176" y="1211"/>
                </a:lnTo>
                <a:lnTo>
                  <a:pt x="1177" y="1211"/>
                </a:lnTo>
                <a:lnTo>
                  <a:pt x="1179" y="1211"/>
                </a:lnTo>
                <a:lnTo>
                  <a:pt x="1179" y="1210"/>
                </a:lnTo>
                <a:lnTo>
                  <a:pt x="1179" y="1209"/>
                </a:lnTo>
                <a:lnTo>
                  <a:pt x="1180" y="1209"/>
                </a:lnTo>
                <a:lnTo>
                  <a:pt x="1180" y="1208"/>
                </a:lnTo>
                <a:lnTo>
                  <a:pt x="1180" y="1207"/>
                </a:lnTo>
                <a:lnTo>
                  <a:pt x="1181" y="1205"/>
                </a:lnTo>
                <a:lnTo>
                  <a:pt x="1181" y="1204"/>
                </a:lnTo>
                <a:lnTo>
                  <a:pt x="1182" y="1204"/>
                </a:lnTo>
                <a:lnTo>
                  <a:pt x="1182" y="1203"/>
                </a:lnTo>
                <a:lnTo>
                  <a:pt x="1183" y="1203"/>
                </a:lnTo>
                <a:lnTo>
                  <a:pt x="1184" y="1203"/>
                </a:lnTo>
                <a:lnTo>
                  <a:pt x="1185" y="1202"/>
                </a:lnTo>
                <a:lnTo>
                  <a:pt x="1185" y="1203"/>
                </a:lnTo>
                <a:lnTo>
                  <a:pt x="1186" y="1203"/>
                </a:lnTo>
                <a:lnTo>
                  <a:pt x="1187" y="1203"/>
                </a:lnTo>
                <a:lnTo>
                  <a:pt x="1188" y="1203"/>
                </a:lnTo>
                <a:lnTo>
                  <a:pt x="1189" y="1203"/>
                </a:lnTo>
                <a:lnTo>
                  <a:pt x="1190" y="1203"/>
                </a:lnTo>
                <a:lnTo>
                  <a:pt x="1190" y="1202"/>
                </a:lnTo>
                <a:lnTo>
                  <a:pt x="1190" y="1201"/>
                </a:lnTo>
                <a:lnTo>
                  <a:pt x="1190" y="1199"/>
                </a:lnTo>
                <a:lnTo>
                  <a:pt x="1190" y="1198"/>
                </a:lnTo>
                <a:lnTo>
                  <a:pt x="1191" y="1198"/>
                </a:lnTo>
                <a:lnTo>
                  <a:pt x="1192" y="1197"/>
                </a:lnTo>
                <a:lnTo>
                  <a:pt x="1191" y="1197"/>
                </a:lnTo>
                <a:lnTo>
                  <a:pt x="1190" y="1196"/>
                </a:lnTo>
                <a:lnTo>
                  <a:pt x="1189" y="1196"/>
                </a:lnTo>
                <a:lnTo>
                  <a:pt x="1189" y="1195"/>
                </a:lnTo>
                <a:lnTo>
                  <a:pt x="1188" y="1194"/>
                </a:lnTo>
                <a:lnTo>
                  <a:pt x="1188" y="1195"/>
                </a:lnTo>
                <a:lnTo>
                  <a:pt x="1188" y="1194"/>
                </a:lnTo>
                <a:lnTo>
                  <a:pt x="1187" y="1194"/>
                </a:lnTo>
                <a:lnTo>
                  <a:pt x="1186" y="1194"/>
                </a:lnTo>
                <a:lnTo>
                  <a:pt x="1185" y="1194"/>
                </a:lnTo>
                <a:lnTo>
                  <a:pt x="1184" y="1194"/>
                </a:lnTo>
                <a:lnTo>
                  <a:pt x="1184" y="1193"/>
                </a:lnTo>
                <a:lnTo>
                  <a:pt x="1183" y="1193"/>
                </a:lnTo>
                <a:lnTo>
                  <a:pt x="1182" y="1192"/>
                </a:lnTo>
                <a:lnTo>
                  <a:pt x="1181" y="1192"/>
                </a:lnTo>
                <a:lnTo>
                  <a:pt x="1181" y="1193"/>
                </a:lnTo>
                <a:lnTo>
                  <a:pt x="1180" y="1193"/>
                </a:lnTo>
                <a:lnTo>
                  <a:pt x="1179" y="1193"/>
                </a:lnTo>
                <a:lnTo>
                  <a:pt x="1178" y="1193"/>
                </a:lnTo>
                <a:lnTo>
                  <a:pt x="1176" y="1194"/>
                </a:lnTo>
                <a:lnTo>
                  <a:pt x="1175" y="1195"/>
                </a:lnTo>
                <a:lnTo>
                  <a:pt x="1174" y="1196"/>
                </a:lnTo>
                <a:lnTo>
                  <a:pt x="1174" y="1197"/>
                </a:lnTo>
                <a:lnTo>
                  <a:pt x="1173" y="1198"/>
                </a:lnTo>
                <a:lnTo>
                  <a:pt x="1171" y="1199"/>
                </a:lnTo>
                <a:lnTo>
                  <a:pt x="1170" y="1199"/>
                </a:lnTo>
                <a:lnTo>
                  <a:pt x="1169" y="1199"/>
                </a:lnTo>
                <a:lnTo>
                  <a:pt x="1169" y="1198"/>
                </a:lnTo>
                <a:lnTo>
                  <a:pt x="1169" y="1197"/>
                </a:lnTo>
                <a:lnTo>
                  <a:pt x="1169" y="1196"/>
                </a:lnTo>
                <a:lnTo>
                  <a:pt x="1169" y="1195"/>
                </a:lnTo>
                <a:lnTo>
                  <a:pt x="1168" y="1195"/>
                </a:lnTo>
                <a:lnTo>
                  <a:pt x="1167" y="1195"/>
                </a:lnTo>
                <a:lnTo>
                  <a:pt x="1166" y="1195"/>
                </a:lnTo>
                <a:lnTo>
                  <a:pt x="1166" y="1196"/>
                </a:lnTo>
                <a:lnTo>
                  <a:pt x="1165" y="1196"/>
                </a:lnTo>
                <a:lnTo>
                  <a:pt x="1164" y="1196"/>
                </a:lnTo>
                <a:lnTo>
                  <a:pt x="1164" y="1195"/>
                </a:lnTo>
                <a:lnTo>
                  <a:pt x="1163" y="1194"/>
                </a:lnTo>
                <a:lnTo>
                  <a:pt x="1162" y="1193"/>
                </a:lnTo>
                <a:lnTo>
                  <a:pt x="1162" y="1192"/>
                </a:lnTo>
                <a:lnTo>
                  <a:pt x="1161" y="1191"/>
                </a:lnTo>
                <a:lnTo>
                  <a:pt x="1161" y="1190"/>
                </a:lnTo>
                <a:lnTo>
                  <a:pt x="1160" y="1189"/>
                </a:lnTo>
                <a:lnTo>
                  <a:pt x="1159" y="1189"/>
                </a:lnTo>
                <a:lnTo>
                  <a:pt x="1159" y="1190"/>
                </a:lnTo>
                <a:lnTo>
                  <a:pt x="1158" y="1190"/>
                </a:lnTo>
                <a:lnTo>
                  <a:pt x="1158" y="1191"/>
                </a:lnTo>
                <a:lnTo>
                  <a:pt x="1159" y="1192"/>
                </a:lnTo>
                <a:lnTo>
                  <a:pt x="1159" y="1193"/>
                </a:lnTo>
                <a:lnTo>
                  <a:pt x="1158" y="1193"/>
                </a:lnTo>
                <a:lnTo>
                  <a:pt x="1158" y="1194"/>
                </a:lnTo>
                <a:lnTo>
                  <a:pt x="1157" y="1195"/>
                </a:lnTo>
                <a:lnTo>
                  <a:pt x="1156" y="1195"/>
                </a:lnTo>
                <a:lnTo>
                  <a:pt x="1155" y="1194"/>
                </a:lnTo>
                <a:lnTo>
                  <a:pt x="1154" y="1194"/>
                </a:lnTo>
                <a:lnTo>
                  <a:pt x="1153" y="1194"/>
                </a:lnTo>
                <a:lnTo>
                  <a:pt x="1152" y="1194"/>
                </a:lnTo>
                <a:lnTo>
                  <a:pt x="1151" y="1195"/>
                </a:lnTo>
                <a:lnTo>
                  <a:pt x="1150" y="1195"/>
                </a:lnTo>
                <a:lnTo>
                  <a:pt x="1149" y="1195"/>
                </a:lnTo>
                <a:lnTo>
                  <a:pt x="1147" y="1194"/>
                </a:lnTo>
                <a:lnTo>
                  <a:pt x="1146" y="1194"/>
                </a:lnTo>
                <a:lnTo>
                  <a:pt x="1146" y="1193"/>
                </a:lnTo>
                <a:lnTo>
                  <a:pt x="1145" y="1193"/>
                </a:lnTo>
                <a:lnTo>
                  <a:pt x="1145" y="1194"/>
                </a:lnTo>
                <a:lnTo>
                  <a:pt x="1144" y="1194"/>
                </a:lnTo>
                <a:lnTo>
                  <a:pt x="1143" y="1194"/>
                </a:lnTo>
                <a:lnTo>
                  <a:pt x="1142" y="1194"/>
                </a:lnTo>
                <a:lnTo>
                  <a:pt x="1141" y="1194"/>
                </a:lnTo>
                <a:lnTo>
                  <a:pt x="1140" y="1194"/>
                </a:lnTo>
                <a:lnTo>
                  <a:pt x="1139" y="1194"/>
                </a:lnTo>
                <a:lnTo>
                  <a:pt x="1138" y="1194"/>
                </a:lnTo>
                <a:lnTo>
                  <a:pt x="1137" y="1194"/>
                </a:lnTo>
                <a:lnTo>
                  <a:pt x="1137" y="1195"/>
                </a:lnTo>
                <a:lnTo>
                  <a:pt x="1136" y="1195"/>
                </a:lnTo>
                <a:lnTo>
                  <a:pt x="1136" y="1196"/>
                </a:lnTo>
                <a:lnTo>
                  <a:pt x="1135" y="1197"/>
                </a:lnTo>
                <a:lnTo>
                  <a:pt x="1135" y="1198"/>
                </a:lnTo>
                <a:lnTo>
                  <a:pt x="1135" y="1199"/>
                </a:lnTo>
                <a:lnTo>
                  <a:pt x="1135" y="1200"/>
                </a:lnTo>
                <a:lnTo>
                  <a:pt x="1134" y="1200"/>
                </a:lnTo>
                <a:lnTo>
                  <a:pt x="1133" y="1201"/>
                </a:lnTo>
                <a:lnTo>
                  <a:pt x="1132" y="1201"/>
                </a:lnTo>
                <a:lnTo>
                  <a:pt x="1131" y="1201"/>
                </a:lnTo>
                <a:lnTo>
                  <a:pt x="1130" y="1200"/>
                </a:lnTo>
                <a:lnTo>
                  <a:pt x="1130" y="1199"/>
                </a:lnTo>
                <a:lnTo>
                  <a:pt x="1129" y="1198"/>
                </a:lnTo>
                <a:lnTo>
                  <a:pt x="1128" y="1198"/>
                </a:lnTo>
                <a:lnTo>
                  <a:pt x="1128" y="1197"/>
                </a:lnTo>
                <a:lnTo>
                  <a:pt x="1127" y="1197"/>
                </a:lnTo>
                <a:lnTo>
                  <a:pt x="1127" y="1196"/>
                </a:lnTo>
                <a:lnTo>
                  <a:pt x="1126" y="1196"/>
                </a:lnTo>
                <a:lnTo>
                  <a:pt x="1125" y="1196"/>
                </a:lnTo>
                <a:lnTo>
                  <a:pt x="1124" y="1196"/>
                </a:lnTo>
                <a:lnTo>
                  <a:pt x="1123" y="1197"/>
                </a:lnTo>
                <a:lnTo>
                  <a:pt x="1122" y="1197"/>
                </a:lnTo>
                <a:lnTo>
                  <a:pt x="1120" y="1197"/>
                </a:lnTo>
                <a:lnTo>
                  <a:pt x="1119" y="1198"/>
                </a:lnTo>
                <a:lnTo>
                  <a:pt x="1118" y="1198"/>
                </a:lnTo>
                <a:lnTo>
                  <a:pt x="1117" y="1198"/>
                </a:lnTo>
                <a:lnTo>
                  <a:pt x="1116" y="1198"/>
                </a:lnTo>
                <a:lnTo>
                  <a:pt x="1116" y="1199"/>
                </a:lnTo>
                <a:lnTo>
                  <a:pt x="1115" y="1199"/>
                </a:lnTo>
                <a:lnTo>
                  <a:pt x="1114" y="1199"/>
                </a:lnTo>
                <a:lnTo>
                  <a:pt x="1113" y="1199"/>
                </a:lnTo>
                <a:lnTo>
                  <a:pt x="1112" y="1199"/>
                </a:lnTo>
                <a:lnTo>
                  <a:pt x="1109" y="1200"/>
                </a:lnTo>
                <a:lnTo>
                  <a:pt x="1109" y="1201"/>
                </a:lnTo>
                <a:lnTo>
                  <a:pt x="1108" y="1201"/>
                </a:lnTo>
                <a:lnTo>
                  <a:pt x="1107" y="1201"/>
                </a:lnTo>
                <a:lnTo>
                  <a:pt x="1106" y="1201"/>
                </a:lnTo>
                <a:lnTo>
                  <a:pt x="1105" y="1201"/>
                </a:lnTo>
                <a:lnTo>
                  <a:pt x="1105" y="1200"/>
                </a:lnTo>
                <a:lnTo>
                  <a:pt x="1105" y="1199"/>
                </a:lnTo>
                <a:lnTo>
                  <a:pt x="1105" y="1198"/>
                </a:lnTo>
                <a:lnTo>
                  <a:pt x="1104" y="1197"/>
                </a:lnTo>
                <a:lnTo>
                  <a:pt x="1103" y="1196"/>
                </a:lnTo>
                <a:lnTo>
                  <a:pt x="1102" y="1196"/>
                </a:lnTo>
                <a:lnTo>
                  <a:pt x="1101" y="1196"/>
                </a:lnTo>
                <a:lnTo>
                  <a:pt x="1101" y="1195"/>
                </a:lnTo>
                <a:lnTo>
                  <a:pt x="1100" y="1195"/>
                </a:lnTo>
                <a:lnTo>
                  <a:pt x="1099" y="1195"/>
                </a:lnTo>
                <a:lnTo>
                  <a:pt x="1099" y="1196"/>
                </a:lnTo>
                <a:lnTo>
                  <a:pt x="1098" y="1196"/>
                </a:lnTo>
                <a:lnTo>
                  <a:pt x="1098" y="1197"/>
                </a:lnTo>
                <a:lnTo>
                  <a:pt x="1097" y="1197"/>
                </a:lnTo>
                <a:lnTo>
                  <a:pt x="1095" y="1197"/>
                </a:lnTo>
                <a:lnTo>
                  <a:pt x="1094" y="1197"/>
                </a:lnTo>
                <a:lnTo>
                  <a:pt x="1094" y="1196"/>
                </a:lnTo>
                <a:lnTo>
                  <a:pt x="1093" y="1196"/>
                </a:lnTo>
                <a:lnTo>
                  <a:pt x="1093" y="1195"/>
                </a:lnTo>
                <a:lnTo>
                  <a:pt x="1093" y="1194"/>
                </a:lnTo>
                <a:lnTo>
                  <a:pt x="1093" y="1193"/>
                </a:lnTo>
                <a:lnTo>
                  <a:pt x="1093" y="1192"/>
                </a:lnTo>
                <a:lnTo>
                  <a:pt x="1093" y="1191"/>
                </a:lnTo>
                <a:lnTo>
                  <a:pt x="1093" y="1190"/>
                </a:lnTo>
                <a:lnTo>
                  <a:pt x="1092" y="1189"/>
                </a:lnTo>
                <a:lnTo>
                  <a:pt x="1092" y="1188"/>
                </a:lnTo>
                <a:lnTo>
                  <a:pt x="1091" y="1188"/>
                </a:lnTo>
                <a:lnTo>
                  <a:pt x="1090" y="1187"/>
                </a:lnTo>
                <a:lnTo>
                  <a:pt x="1089" y="1187"/>
                </a:lnTo>
                <a:lnTo>
                  <a:pt x="1089" y="1188"/>
                </a:lnTo>
                <a:lnTo>
                  <a:pt x="1088" y="1188"/>
                </a:lnTo>
                <a:lnTo>
                  <a:pt x="1088" y="1189"/>
                </a:lnTo>
                <a:lnTo>
                  <a:pt x="1088" y="1190"/>
                </a:lnTo>
                <a:lnTo>
                  <a:pt x="1087" y="1190"/>
                </a:lnTo>
                <a:lnTo>
                  <a:pt x="1087" y="1191"/>
                </a:lnTo>
                <a:lnTo>
                  <a:pt x="1087" y="1192"/>
                </a:lnTo>
                <a:lnTo>
                  <a:pt x="1087" y="1193"/>
                </a:lnTo>
                <a:lnTo>
                  <a:pt x="1088" y="1194"/>
                </a:lnTo>
                <a:lnTo>
                  <a:pt x="1088" y="1195"/>
                </a:lnTo>
                <a:lnTo>
                  <a:pt x="1087" y="1195"/>
                </a:lnTo>
                <a:lnTo>
                  <a:pt x="1087" y="1196"/>
                </a:lnTo>
                <a:lnTo>
                  <a:pt x="1086" y="1197"/>
                </a:lnTo>
                <a:lnTo>
                  <a:pt x="1086" y="1199"/>
                </a:lnTo>
                <a:lnTo>
                  <a:pt x="1086" y="1200"/>
                </a:lnTo>
                <a:lnTo>
                  <a:pt x="1086" y="1201"/>
                </a:lnTo>
                <a:lnTo>
                  <a:pt x="1086" y="1202"/>
                </a:lnTo>
                <a:lnTo>
                  <a:pt x="1086" y="1203"/>
                </a:lnTo>
                <a:lnTo>
                  <a:pt x="1087" y="1203"/>
                </a:lnTo>
                <a:lnTo>
                  <a:pt x="1087" y="1204"/>
                </a:lnTo>
                <a:lnTo>
                  <a:pt x="1086" y="1204"/>
                </a:lnTo>
                <a:lnTo>
                  <a:pt x="1086" y="1205"/>
                </a:lnTo>
                <a:lnTo>
                  <a:pt x="1085" y="1206"/>
                </a:lnTo>
                <a:lnTo>
                  <a:pt x="1084" y="1206"/>
                </a:lnTo>
                <a:lnTo>
                  <a:pt x="1084" y="1207"/>
                </a:lnTo>
                <a:lnTo>
                  <a:pt x="1083" y="1207"/>
                </a:lnTo>
                <a:lnTo>
                  <a:pt x="1083" y="1208"/>
                </a:lnTo>
                <a:lnTo>
                  <a:pt x="1082" y="1208"/>
                </a:lnTo>
                <a:lnTo>
                  <a:pt x="1081" y="1208"/>
                </a:lnTo>
                <a:lnTo>
                  <a:pt x="1081" y="1209"/>
                </a:lnTo>
                <a:lnTo>
                  <a:pt x="1080" y="1209"/>
                </a:lnTo>
                <a:lnTo>
                  <a:pt x="1080" y="1210"/>
                </a:lnTo>
                <a:lnTo>
                  <a:pt x="1080" y="1211"/>
                </a:lnTo>
                <a:lnTo>
                  <a:pt x="1080" y="1212"/>
                </a:lnTo>
                <a:lnTo>
                  <a:pt x="1080" y="1214"/>
                </a:lnTo>
                <a:lnTo>
                  <a:pt x="1080" y="1215"/>
                </a:lnTo>
                <a:lnTo>
                  <a:pt x="1080" y="1216"/>
                </a:lnTo>
                <a:lnTo>
                  <a:pt x="1079" y="1216"/>
                </a:lnTo>
                <a:lnTo>
                  <a:pt x="1078" y="1216"/>
                </a:lnTo>
                <a:lnTo>
                  <a:pt x="1077" y="1216"/>
                </a:lnTo>
                <a:lnTo>
                  <a:pt x="1077" y="1217"/>
                </a:lnTo>
                <a:lnTo>
                  <a:pt x="1076" y="1217"/>
                </a:lnTo>
                <a:lnTo>
                  <a:pt x="1078" y="1220"/>
                </a:lnTo>
                <a:lnTo>
                  <a:pt x="1079" y="1221"/>
                </a:lnTo>
                <a:lnTo>
                  <a:pt x="1080" y="1221"/>
                </a:lnTo>
                <a:lnTo>
                  <a:pt x="1080" y="1222"/>
                </a:lnTo>
                <a:lnTo>
                  <a:pt x="1081" y="1223"/>
                </a:lnTo>
                <a:lnTo>
                  <a:pt x="1082" y="1223"/>
                </a:lnTo>
                <a:lnTo>
                  <a:pt x="1082" y="1224"/>
                </a:lnTo>
                <a:lnTo>
                  <a:pt x="1082" y="1225"/>
                </a:lnTo>
                <a:lnTo>
                  <a:pt x="1083" y="1225"/>
                </a:lnTo>
                <a:lnTo>
                  <a:pt x="1083" y="1226"/>
                </a:lnTo>
                <a:lnTo>
                  <a:pt x="1083" y="1227"/>
                </a:lnTo>
                <a:lnTo>
                  <a:pt x="1084" y="1228"/>
                </a:lnTo>
                <a:lnTo>
                  <a:pt x="1084" y="1229"/>
                </a:lnTo>
                <a:lnTo>
                  <a:pt x="1085" y="1230"/>
                </a:lnTo>
                <a:lnTo>
                  <a:pt x="1085" y="1231"/>
                </a:lnTo>
                <a:lnTo>
                  <a:pt x="1085" y="1232"/>
                </a:lnTo>
                <a:lnTo>
                  <a:pt x="1085" y="1233"/>
                </a:lnTo>
                <a:lnTo>
                  <a:pt x="1085" y="1234"/>
                </a:lnTo>
                <a:lnTo>
                  <a:pt x="1085" y="1235"/>
                </a:lnTo>
                <a:lnTo>
                  <a:pt x="1085" y="1236"/>
                </a:lnTo>
                <a:lnTo>
                  <a:pt x="1086" y="1238"/>
                </a:lnTo>
                <a:lnTo>
                  <a:pt x="1086" y="1239"/>
                </a:lnTo>
                <a:lnTo>
                  <a:pt x="1087" y="1240"/>
                </a:lnTo>
                <a:lnTo>
                  <a:pt x="1088" y="1241"/>
                </a:lnTo>
                <a:lnTo>
                  <a:pt x="1089" y="1241"/>
                </a:lnTo>
                <a:lnTo>
                  <a:pt x="1089" y="1242"/>
                </a:lnTo>
                <a:lnTo>
                  <a:pt x="1089" y="1243"/>
                </a:lnTo>
                <a:lnTo>
                  <a:pt x="1090" y="1244"/>
                </a:lnTo>
                <a:lnTo>
                  <a:pt x="1090" y="1246"/>
                </a:lnTo>
                <a:lnTo>
                  <a:pt x="1090" y="1248"/>
                </a:lnTo>
                <a:lnTo>
                  <a:pt x="1090" y="1249"/>
                </a:lnTo>
                <a:lnTo>
                  <a:pt x="1089" y="1249"/>
                </a:lnTo>
                <a:lnTo>
                  <a:pt x="1089" y="1251"/>
                </a:lnTo>
                <a:lnTo>
                  <a:pt x="1089" y="1252"/>
                </a:lnTo>
                <a:lnTo>
                  <a:pt x="1089" y="1253"/>
                </a:lnTo>
                <a:lnTo>
                  <a:pt x="1089" y="1254"/>
                </a:lnTo>
                <a:lnTo>
                  <a:pt x="1090" y="1254"/>
                </a:lnTo>
                <a:lnTo>
                  <a:pt x="1090" y="1255"/>
                </a:lnTo>
                <a:lnTo>
                  <a:pt x="1091" y="1255"/>
                </a:lnTo>
                <a:lnTo>
                  <a:pt x="1091" y="1256"/>
                </a:lnTo>
                <a:lnTo>
                  <a:pt x="1092" y="1257"/>
                </a:lnTo>
                <a:lnTo>
                  <a:pt x="1093" y="1259"/>
                </a:lnTo>
                <a:lnTo>
                  <a:pt x="1093" y="1260"/>
                </a:lnTo>
                <a:lnTo>
                  <a:pt x="1093" y="1261"/>
                </a:lnTo>
                <a:lnTo>
                  <a:pt x="1092" y="1262"/>
                </a:lnTo>
                <a:lnTo>
                  <a:pt x="1092" y="1263"/>
                </a:lnTo>
                <a:lnTo>
                  <a:pt x="1091" y="1263"/>
                </a:lnTo>
                <a:lnTo>
                  <a:pt x="1091" y="1264"/>
                </a:lnTo>
                <a:lnTo>
                  <a:pt x="1090" y="1264"/>
                </a:lnTo>
                <a:lnTo>
                  <a:pt x="1089" y="1264"/>
                </a:lnTo>
                <a:lnTo>
                  <a:pt x="1088" y="1266"/>
                </a:lnTo>
                <a:lnTo>
                  <a:pt x="1087" y="1266"/>
                </a:lnTo>
                <a:lnTo>
                  <a:pt x="1084" y="1266"/>
                </a:lnTo>
                <a:lnTo>
                  <a:pt x="1083" y="1268"/>
                </a:lnTo>
                <a:lnTo>
                  <a:pt x="1083" y="1269"/>
                </a:lnTo>
                <a:lnTo>
                  <a:pt x="1082" y="1270"/>
                </a:lnTo>
                <a:lnTo>
                  <a:pt x="1081" y="1270"/>
                </a:lnTo>
                <a:lnTo>
                  <a:pt x="1080" y="1271"/>
                </a:lnTo>
                <a:lnTo>
                  <a:pt x="1079" y="1271"/>
                </a:lnTo>
                <a:lnTo>
                  <a:pt x="1077" y="1272"/>
                </a:lnTo>
                <a:lnTo>
                  <a:pt x="1076" y="1272"/>
                </a:lnTo>
                <a:lnTo>
                  <a:pt x="1076" y="1273"/>
                </a:lnTo>
                <a:lnTo>
                  <a:pt x="1076" y="1274"/>
                </a:lnTo>
                <a:lnTo>
                  <a:pt x="1075" y="1275"/>
                </a:lnTo>
                <a:lnTo>
                  <a:pt x="1074" y="1276"/>
                </a:lnTo>
                <a:lnTo>
                  <a:pt x="1074" y="1277"/>
                </a:lnTo>
                <a:lnTo>
                  <a:pt x="1073" y="1277"/>
                </a:lnTo>
                <a:lnTo>
                  <a:pt x="1072" y="1277"/>
                </a:lnTo>
                <a:lnTo>
                  <a:pt x="1071" y="1276"/>
                </a:lnTo>
                <a:lnTo>
                  <a:pt x="1070" y="1276"/>
                </a:lnTo>
                <a:lnTo>
                  <a:pt x="1068" y="1276"/>
                </a:lnTo>
                <a:lnTo>
                  <a:pt x="1067" y="1277"/>
                </a:lnTo>
                <a:lnTo>
                  <a:pt x="1066" y="1277"/>
                </a:lnTo>
                <a:lnTo>
                  <a:pt x="1066" y="1278"/>
                </a:lnTo>
                <a:lnTo>
                  <a:pt x="1066" y="1279"/>
                </a:lnTo>
                <a:lnTo>
                  <a:pt x="1066" y="1280"/>
                </a:lnTo>
                <a:lnTo>
                  <a:pt x="1066" y="1281"/>
                </a:lnTo>
                <a:lnTo>
                  <a:pt x="1065" y="1282"/>
                </a:lnTo>
                <a:lnTo>
                  <a:pt x="1065" y="1283"/>
                </a:lnTo>
                <a:lnTo>
                  <a:pt x="1064" y="1283"/>
                </a:lnTo>
                <a:lnTo>
                  <a:pt x="1064" y="1284"/>
                </a:lnTo>
                <a:lnTo>
                  <a:pt x="1063" y="1284"/>
                </a:lnTo>
                <a:lnTo>
                  <a:pt x="1062" y="1284"/>
                </a:lnTo>
                <a:lnTo>
                  <a:pt x="1061" y="1283"/>
                </a:lnTo>
                <a:lnTo>
                  <a:pt x="1060" y="1282"/>
                </a:lnTo>
                <a:lnTo>
                  <a:pt x="1060" y="1281"/>
                </a:lnTo>
                <a:lnTo>
                  <a:pt x="1060" y="1280"/>
                </a:lnTo>
                <a:lnTo>
                  <a:pt x="1060" y="1279"/>
                </a:lnTo>
                <a:lnTo>
                  <a:pt x="1060" y="1278"/>
                </a:lnTo>
                <a:lnTo>
                  <a:pt x="1060" y="1277"/>
                </a:lnTo>
                <a:lnTo>
                  <a:pt x="1059" y="1277"/>
                </a:lnTo>
                <a:lnTo>
                  <a:pt x="1059" y="1276"/>
                </a:lnTo>
                <a:lnTo>
                  <a:pt x="1058" y="1276"/>
                </a:lnTo>
                <a:lnTo>
                  <a:pt x="1057" y="1276"/>
                </a:lnTo>
                <a:lnTo>
                  <a:pt x="1057" y="1275"/>
                </a:lnTo>
                <a:lnTo>
                  <a:pt x="1056" y="1275"/>
                </a:lnTo>
                <a:lnTo>
                  <a:pt x="1055" y="1274"/>
                </a:lnTo>
                <a:lnTo>
                  <a:pt x="1054" y="1273"/>
                </a:lnTo>
                <a:lnTo>
                  <a:pt x="1053" y="1273"/>
                </a:lnTo>
                <a:lnTo>
                  <a:pt x="1053" y="1272"/>
                </a:lnTo>
                <a:lnTo>
                  <a:pt x="1052" y="1271"/>
                </a:lnTo>
                <a:lnTo>
                  <a:pt x="1051" y="1271"/>
                </a:lnTo>
                <a:lnTo>
                  <a:pt x="1050" y="1271"/>
                </a:lnTo>
                <a:lnTo>
                  <a:pt x="1050" y="1270"/>
                </a:lnTo>
                <a:lnTo>
                  <a:pt x="1050" y="1271"/>
                </a:lnTo>
                <a:lnTo>
                  <a:pt x="1049" y="1271"/>
                </a:lnTo>
                <a:lnTo>
                  <a:pt x="1048" y="1272"/>
                </a:lnTo>
                <a:lnTo>
                  <a:pt x="1047" y="1273"/>
                </a:lnTo>
                <a:lnTo>
                  <a:pt x="1047" y="1274"/>
                </a:lnTo>
                <a:lnTo>
                  <a:pt x="1046" y="1274"/>
                </a:lnTo>
                <a:lnTo>
                  <a:pt x="1045" y="1275"/>
                </a:lnTo>
                <a:lnTo>
                  <a:pt x="1044" y="1275"/>
                </a:lnTo>
                <a:lnTo>
                  <a:pt x="1043" y="1275"/>
                </a:lnTo>
                <a:lnTo>
                  <a:pt x="1041" y="1276"/>
                </a:lnTo>
                <a:lnTo>
                  <a:pt x="1040" y="1276"/>
                </a:lnTo>
                <a:lnTo>
                  <a:pt x="1039" y="1276"/>
                </a:lnTo>
                <a:lnTo>
                  <a:pt x="1039" y="1277"/>
                </a:lnTo>
                <a:lnTo>
                  <a:pt x="1038" y="1277"/>
                </a:lnTo>
                <a:lnTo>
                  <a:pt x="1037" y="1277"/>
                </a:lnTo>
                <a:lnTo>
                  <a:pt x="1037" y="1278"/>
                </a:lnTo>
                <a:lnTo>
                  <a:pt x="1037" y="1279"/>
                </a:lnTo>
                <a:lnTo>
                  <a:pt x="1037" y="1280"/>
                </a:lnTo>
                <a:lnTo>
                  <a:pt x="1037" y="1281"/>
                </a:lnTo>
                <a:lnTo>
                  <a:pt x="1036" y="1281"/>
                </a:lnTo>
                <a:lnTo>
                  <a:pt x="1035" y="1283"/>
                </a:lnTo>
                <a:lnTo>
                  <a:pt x="1035" y="1284"/>
                </a:lnTo>
                <a:lnTo>
                  <a:pt x="1034" y="1285"/>
                </a:lnTo>
                <a:lnTo>
                  <a:pt x="1034" y="1286"/>
                </a:lnTo>
                <a:lnTo>
                  <a:pt x="1033" y="1286"/>
                </a:lnTo>
                <a:lnTo>
                  <a:pt x="1032" y="1286"/>
                </a:lnTo>
                <a:lnTo>
                  <a:pt x="1032" y="1287"/>
                </a:lnTo>
                <a:lnTo>
                  <a:pt x="1032" y="1288"/>
                </a:lnTo>
                <a:lnTo>
                  <a:pt x="1032" y="1289"/>
                </a:lnTo>
                <a:lnTo>
                  <a:pt x="1031" y="1289"/>
                </a:lnTo>
                <a:lnTo>
                  <a:pt x="1031" y="1290"/>
                </a:lnTo>
                <a:lnTo>
                  <a:pt x="1030" y="1290"/>
                </a:lnTo>
                <a:lnTo>
                  <a:pt x="1028" y="1291"/>
                </a:lnTo>
                <a:lnTo>
                  <a:pt x="1028" y="1292"/>
                </a:lnTo>
                <a:lnTo>
                  <a:pt x="1027" y="1292"/>
                </a:lnTo>
                <a:lnTo>
                  <a:pt x="1027" y="1293"/>
                </a:lnTo>
                <a:lnTo>
                  <a:pt x="1026" y="1293"/>
                </a:lnTo>
                <a:lnTo>
                  <a:pt x="1026" y="1294"/>
                </a:lnTo>
                <a:lnTo>
                  <a:pt x="1025" y="1295"/>
                </a:lnTo>
                <a:lnTo>
                  <a:pt x="1024" y="1295"/>
                </a:lnTo>
                <a:lnTo>
                  <a:pt x="1023" y="1295"/>
                </a:lnTo>
                <a:lnTo>
                  <a:pt x="1022" y="1296"/>
                </a:lnTo>
                <a:lnTo>
                  <a:pt x="1021" y="1296"/>
                </a:lnTo>
                <a:lnTo>
                  <a:pt x="1021" y="1297"/>
                </a:lnTo>
                <a:lnTo>
                  <a:pt x="1020" y="1298"/>
                </a:lnTo>
                <a:lnTo>
                  <a:pt x="1019" y="1299"/>
                </a:lnTo>
                <a:lnTo>
                  <a:pt x="1018" y="1299"/>
                </a:lnTo>
                <a:lnTo>
                  <a:pt x="1017" y="1299"/>
                </a:lnTo>
                <a:lnTo>
                  <a:pt x="1017" y="1298"/>
                </a:lnTo>
                <a:lnTo>
                  <a:pt x="1016" y="1299"/>
                </a:lnTo>
                <a:lnTo>
                  <a:pt x="1016" y="1300"/>
                </a:lnTo>
                <a:lnTo>
                  <a:pt x="1016" y="1301"/>
                </a:lnTo>
                <a:lnTo>
                  <a:pt x="1016" y="1302"/>
                </a:lnTo>
                <a:lnTo>
                  <a:pt x="1017" y="1302"/>
                </a:lnTo>
                <a:lnTo>
                  <a:pt x="1017" y="1303"/>
                </a:lnTo>
                <a:lnTo>
                  <a:pt x="1017" y="1304"/>
                </a:lnTo>
                <a:lnTo>
                  <a:pt x="1016" y="1306"/>
                </a:lnTo>
                <a:lnTo>
                  <a:pt x="1015" y="1307"/>
                </a:lnTo>
                <a:lnTo>
                  <a:pt x="1014" y="1308"/>
                </a:lnTo>
                <a:lnTo>
                  <a:pt x="1013" y="1308"/>
                </a:lnTo>
                <a:lnTo>
                  <a:pt x="1013" y="1309"/>
                </a:lnTo>
                <a:lnTo>
                  <a:pt x="1012" y="1309"/>
                </a:lnTo>
                <a:lnTo>
                  <a:pt x="1012" y="1311"/>
                </a:lnTo>
                <a:lnTo>
                  <a:pt x="1012" y="1312"/>
                </a:lnTo>
                <a:lnTo>
                  <a:pt x="1012" y="1313"/>
                </a:lnTo>
                <a:lnTo>
                  <a:pt x="1012" y="1315"/>
                </a:lnTo>
                <a:lnTo>
                  <a:pt x="1013" y="1316"/>
                </a:lnTo>
                <a:lnTo>
                  <a:pt x="1013" y="1317"/>
                </a:lnTo>
                <a:lnTo>
                  <a:pt x="1014" y="1317"/>
                </a:lnTo>
                <a:lnTo>
                  <a:pt x="1014" y="1318"/>
                </a:lnTo>
                <a:lnTo>
                  <a:pt x="1015" y="1318"/>
                </a:lnTo>
                <a:lnTo>
                  <a:pt x="1016" y="1319"/>
                </a:lnTo>
                <a:lnTo>
                  <a:pt x="1017" y="1319"/>
                </a:lnTo>
                <a:lnTo>
                  <a:pt x="1017" y="1320"/>
                </a:lnTo>
                <a:lnTo>
                  <a:pt x="1017" y="1319"/>
                </a:lnTo>
                <a:lnTo>
                  <a:pt x="1018" y="1319"/>
                </a:lnTo>
                <a:lnTo>
                  <a:pt x="1019" y="1318"/>
                </a:lnTo>
                <a:lnTo>
                  <a:pt x="1019" y="1317"/>
                </a:lnTo>
                <a:lnTo>
                  <a:pt x="1021" y="1317"/>
                </a:lnTo>
                <a:lnTo>
                  <a:pt x="1022" y="1317"/>
                </a:lnTo>
                <a:lnTo>
                  <a:pt x="1023" y="1318"/>
                </a:lnTo>
                <a:lnTo>
                  <a:pt x="1024" y="1319"/>
                </a:lnTo>
                <a:lnTo>
                  <a:pt x="1024" y="1320"/>
                </a:lnTo>
                <a:lnTo>
                  <a:pt x="1024" y="1321"/>
                </a:lnTo>
                <a:lnTo>
                  <a:pt x="1024" y="1322"/>
                </a:lnTo>
                <a:lnTo>
                  <a:pt x="1023" y="1323"/>
                </a:lnTo>
                <a:lnTo>
                  <a:pt x="1023" y="1324"/>
                </a:lnTo>
                <a:lnTo>
                  <a:pt x="1024" y="1324"/>
                </a:lnTo>
                <a:lnTo>
                  <a:pt x="1024" y="1325"/>
                </a:lnTo>
                <a:lnTo>
                  <a:pt x="1024" y="1326"/>
                </a:lnTo>
                <a:lnTo>
                  <a:pt x="1024" y="1327"/>
                </a:lnTo>
                <a:lnTo>
                  <a:pt x="1025" y="1328"/>
                </a:lnTo>
                <a:lnTo>
                  <a:pt x="1025" y="1329"/>
                </a:lnTo>
                <a:lnTo>
                  <a:pt x="1027" y="1331"/>
                </a:lnTo>
                <a:lnTo>
                  <a:pt x="1030" y="1331"/>
                </a:lnTo>
                <a:lnTo>
                  <a:pt x="1031" y="1331"/>
                </a:lnTo>
                <a:lnTo>
                  <a:pt x="1032" y="1331"/>
                </a:lnTo>
                <a:lnTo>
                  <a:pt x="1032" y="1330"/>
                </a:lnTo>
                <a:lnTo>
                  <a:pt x="1033" y="1329"/>
                </a:lnTo>
                <a:lnTo>
                  <a:pt x="1034" y="1328"/>
                </a:lnTo>
                <a:lnTo>
                  <a:pt x="1035" y="1328"/>
                </a:lnTo>
                <a:lnTo>
                  <a:pt x="1036" y="1329"/>
                </a:lnTo>
                <a:lnTo>
                  <a:pt x="1036" y="1330"/>
                </a:lnTo>
                <a:lnTo>
                  <a:pt x="1036" y="1331"/>
                </a:lnTo>
                <a:lnTo>
                  <a:pt x="1036" y="1332"/>
                </a:lnTo>
                <a:lnTo>
                  <a:pt x="1035" y="1333"/>
                </a:lnTo>
                <a:lnTo>
                  <a:pt x="1034" y="1333"/>
                </a:lnTo>
                <a:lnTo>
                  <a:pt x="1032" y="1334"/>
                </a:lnTo>
                <a:lnTo>
                  <a:pt x="1031" y="1334"/>
                </a:lnTo>
                <a:lnTo>
                  <a:pt x="1030" y="1335"/>
                </a:lnTo>
                <a:lnTo>
                  <a:pt x="1029" y="1336"/>
                </a:lnTo>
                <a:lnTo>
                  <a:pt x="1029" y="1337"/>
                </a:lnTo>
                <a:lnTo>
                  <a:pt x="1028" y="1338"/>
                </a:lnTo>
                <a:lnTo>
                  <a:pt x="1026" y="1340"/>
                </a:lnTo>
                <a:lnTo>
                  <a:pt x="1025" y="1341"/>
                </a:lnTo>
                <a:lnTo>
                  <a:pt x="1025" y="1342"/>
                </a:lnTo>
                <a:lnTo>
                  <a:pt x="1024" y="1345"/>
                </a:lnTo>
                <a:lnTo>
                  <a:pt x="1024" y="1347"/>
                </a:lnTo>
                <a:lnTo>
                  <a:pt x="1024" y="1349"/>
                </a:lnTo>
                <a:lnTo>
                  <a:pt x="1024" y="1350"/>
                </a:lnTo>
                <a:lnTo>
                  <a:pt x="1025" y="1354"/>
                </a:lnTo>
                <a:lnTo>
                  <a:pt x="1025" y="1355"/>
                </a:lnTo>
                <a:lnTo>
                  <a:pt x="1026" y="1356"/>
                </a:lnTo>
                <a:lnTo>
                  <a:pt x="1026" y="1357"/>
                </a:lnTo>
                <a:lnTo>
                  <a:pt x="1025" y="1359"/>
                </a:lnTo>
                <a:lnTo>
                  <a:pt x="1024" y="1362"/>
                </a:lnTo>
                <a:lnTo>
                  <a:pt x="1024" y="1363"/>
                </a:lnTo>
                <a:lnTo>
                  <a:pt x="1022" y="1366"/>
                </a:lnTo>
                <a:lnTo>
                  <a:pt x="1020" y="1367"/>
                </a:lnTo>
                <a:lnTo>
                  <a:pt x="1019" y="1368"/>
                </a:lnTo>
                <a:lnTo>
                  <a:pt x="1018" y="1368"/>
                </a:lnTo>
                <a:lnTo>
                  <a:pt x="1017" y="1369"/>
                </a:lnTo>
                <a:lnTo>
                  <a:pt x="1016" y="1371"/>
                </a:lnTo>
                <a:lnTo>
                  <a:pt x="1016" y="1372"/>
                </a:lnTo>
                <a:lnTo>
                  <a:pt x="1015" y="1373"/>
                </a:lnTo>
                <a:lnTo>
                  <a:pt x="1014" y="1374"/>
                </a:lnTo>
                <a:lnTo>
                  <a:pt x="1013" y="1374"/>
                </a:lnTo>
                <a:lnTo>
                  <a:pt x="1013" y="1375"/>
                </a:lnTo>
                <a:lnTo>
                  <a:pt x="1012" y="1376"/>
                </a:lnTo>
                <a:lnTo>
                  <a:pt x="1011" y="1376"/>
                </a:lnTo>
                <a:lnTo>
                  <a:pt x="1010" y="1376"/>
                </a:lnTo>
                <a:lnTo>
                  <a:pt x="1009" y="1377"/>
                </a:lnTo>
                <a:lnTo>
                  <a:pt x="1006" y="1380"/>
                </a:lnTo>
                <a:lnTo>
                  <a:pt x="1006" y="1381"/>
                </a:lnTo>
                <a:lnTo>
                  <a:pt x="1005" y="1382"/>
                </a:lnTo>
                <a:lnTo>
                  <a:pt x="1005" y="1383"/>
                </a:lnTo>
                <a:lnTo>
                  <a:pt x="1004" y="1383"/>
                </a:lnTo>
                <a:lnTo>
                  <a:pt x="1002" y="1383"/>
                </a:lnTo>
                <a:lnTo>
                  <a:pt x="1001" y="1383"/>
                </a:lnTo>
                <a:lnTo>
                  <a:pt x="1000" y="1383"/>
                </a:lnTo>
                <a:lnTo>
                  <a:pt x="1000" y="1384"/>
                </a:lnTo>
                <a:lnTo>
                  <a:pt x="999" y="1385"/>
                </a:lnTo>
                <a:lnTo>
                  <a:pt x="998" y="1387"/>
                </a:lnTo>
                <a:lnTo>
                  <a:pt x="998" y="1388"/>
                </a:lnTo>
                <a:lnTo>
                  <a:pt x="997" y="1389"/>
                </a:lnTo>
                <a:lnTo>
                  <a:pt x="996" y="1389"/>
                </a:lnTo>
                <a:lnTo>
                  <a:pt x="996" y="1390"/>
                </a:lnTo>
                <a:lnTo>
                  <a:pt x="995" y="1390"/>
                </a:lnTo>
                <a:lnTo>
                  <a:pt x="994" y="1390"/>
                </a:lnTo>
                <a:lnTo>
                  <a:pt x="994" y="1391"/>
                </a:lnTo>
                <a:lnTo>
                  <a:pt x="993" y="1391"/>
                </a:lnTo>
                <a:lnTo>
                  <a:pt x="992" y="1393"/>
                </a:lnTo>
                <a:lnTo>
                  <a:pt x="990" y="1394"/>
                </a:lnTo>
                <a:lnTo>
                  <a:pt x="987" y="1397"/>
                </a:lnTo>
                <a:lnTo>
                  <a:pt x="986" y="1399"/>
                </a:lnTo>
                <a:lnTo>
                  <a:pt x="985" y="1399"/>
                </a:lnTo>
                <a:lnTo>
                  <a:pt x="985" y="1398"/>
                </a:lnTo>
                <a:lnTo>
                  <a:pt x="984" y="1399"/>
                </a:lnTo>
                <a:lnTo>
                  <a:pt x="983" y="1399"/>
                </a:lnTo>
                <a:lnTo>
                  <a:pt x="983" y="1400"/>
                </a:lnTo>
                <a:lnTo>
                  <a:pt x="984" y="1401"/>
                </a:lnTo>
                <a:lnTo>
                  <a:pt x="984" y="1402"/>
                </a:lnTo>
                <a:lnTo>
                  <a:pt x="986" y="1403"/>
                </a:lnTo>
                <a:lnTo>
                  <a:pt x="986" y="1404"/>
                </a:lnTo>
                <a:lnTo>
                  <a:pt x="987" y="1405"/>
                </a:lnTo>
                <a:lnTo>
                  <a:pt x="987" y="1406"/>
                </a:lnTo>
                <a:lnTo>
                  <a:pt x="987" y="1407"/>
                </a:lnTo>
                <a:lnTo>
                  <a:pt x="986" y="1408"/>
                </a:lnTo>
                <a:lnTo>
                  <a:pt x="986" y="1410"/>
                </a:lnTo>
                <a:lnTo>
                  <a:pt x="986" y="1412"/>
                </a:lnTo>
                <a:lnTo>
                  <a:pt x="986" y="1413"/>
                </a:lnTo>
                <a:lnTo>
                  <a:pt x="985" y="1413"/>
                </a:lnTo>
                <a:lnTo>
                  <a:pt x="984" y="1413"/>
                </a:lnTo>
                <a:lnTo>
                  <a:pt x="983" y="1413"/>
                </a:lnTo>
                <a:lnTo>
                  <a:pt x="982" y="1413"/>
                </a:lnTo>
                <a:lnTo>
                  <a:pt x="981" y="1412"/>
                </a:lnTo>
                <a:lnTo>
                  <a:pt x="980" y="1412"/>
                </a:lnTo>
                <a:lnTo>
                  <a:pt x="978" y="1412"/>
                </a:lnTo>
                <a:lnTo>
                  <a:pt x="977" y="1412"/>
                </a:lnTo>
                <a:lnTo>
                  <a:pt x="976" y="1411"/>
                </a:lnTo>
                <a:lnTo>
                  <a:pt x="975" y="1411"/>
                </a:lnTo>
                <a:lnTo>
                  <a:pt x="974" y="1412"/>
                </a:lnTo>
                <a:lnTo>
                  <a:pt x="973" y="1412"/>
                </a:lnTo>
                <a:lnTo>
                  <a:pt x="973" y="1413"/>
                </a:lnTo>
                <a:lnTo>
                  <a:pt x="972" y="1413"/>
                </a:lnTo>
                <a:lnTo>
                  <a:pt x="972" y="1414"/>
                </a:lnTo>
                <a:lnTo>
                  <a:pt x="972" y="1415"/>
                </a:lnTo>
                <a:lnTo>
                  <a:pt x="972" y="1416"/>
                </a:lnTo>
                <a:lnTo>
                  <a:pt x="971" y="1417"/>
                </a:lnTo>
                <a:lnTo>
                  <a:pt x="970" y="1419"/>
                </a:lnTo>
                <a:lnTo>
                  <a:pt x="969" y="1420"/>
                </a:lnTo>
                <a:lnTo>
                  <a:pt x="968" y="1420"/>
                </a:lnTo>
                <a:lnTo>
                  <a:pt x="967" y="1421"/>
                </a:lnTo>
                <a:lnTo>
                  <a:pt x="966" y="1422"/>
                </a:lnTo>
                <a:lnTo>
                  <a:pt x="965" y="1424"/>
                </a:lnTo>
                <a:lnTo>
                  <a:pt x="965" y="1425"/>
                </a:lnTo>
                <a:lnTo>
                  <a:pt x="965" y="1426"/>
                </a:lnTo>
                <a:lnTo>
                  <a:pt x="965" y="1427"/>
                </a:lnTo>
                <a:lnTo>
                  <a:pt x="963" y="1427"/>
                </a:lnTo>
                <a:lnTo>
                  <a:pt x="963" y="1428"/>
                </a:lnTo>
                <a:lnTo>
                  <a:pt x="962" y="1429"/>
                </a:lnTo>
                <a:lnTo>
                  <a:pt x="962" y="1430"/>
                </a:lnTo>
                <a:lnTo>
                  <a:pt x="960" y="1433"/>
                </a:lnTo>
                <a:lnTo>
                  <a:pt x="958" y="1436"/>
                </a:lnTo>
                <a:lnTo>
                  <a:pt x="958" y="1437"/>
                </a:lnTo>
                <a:lnTo>
                  <a:pt x="959" y="1439"/>
                </a:lnTo>
                <a:lnTo>
                  <a:pt x="958" y="1440"/>
                </a:lnTo>
                <a:lnTo>
                  <a:pt x="958" y="1441"/>
                </a:lnTo>
                <a:lnTo>
                  <a:pt x="958" y="1442"/>
                </a:lnTo>
                <a:lnTo>
                  <a:pt x="956" y="1443"/>
                </a:lnTo>
                <a:lnTo>
                  <a:pt x="955" y="1443"/>
                </a:lnTo>
                <a:lnTo>
                  <a:pt x="953" y="1445"/>
                </a:lnTo>
                <a:lnTo>
                  <a:pt x="952" y="1446"/>
                </a:lnTo>
                <a:lnTo>
                  <a:pt x="951" y="1446"/>
                </a:lnTo>
                <a:lnTo>
                  <a:pt x="950" y="1446"/>
                </a:lnTo>
                <a:lnTo>
                  <a:pt x="949" y="1446"/>
                </a:lnTo>
                <a:lnTo>
                  <a:pt x="948" y="1446"/>
                </a:lnTo>
                <a:lnTo>
                  <a:pt x="947" y="1446"/>
                </a:lnTo>
                <a:lnTo>
                  <a:pt x="946" y="1446"/>
                </a:lnTo>
                <a:lnTo>
                  <a:pt x="945" y="1444"/>
                </a:lnTo>
                <a:lnTo>
                  <a:pt x="944" y="1443"/>
                </a:lnTo>
                <a:lnTo>
                  <a:pt x="943" y="1443"/>
                </a:lnTo>
                <a:lnTo>
                  <a:pt x="942" y="1444"/>
                </a:lnTo>
                <a:lnTo>
                  <a:pt x="941" y="1445"/>
                </a:lnTo>
                <a:lnTo>
                  <a:pt x="938" y="1448"/>
                </a:lnTo>
                <a:lnTo>
                  <a:pt x="937" y="1449"/>
                </a:lnTo>
                <a:lnTo>
                  <a:pt x="936" y="1450"/>
                </a:lnTo>
                <a:lnTo>
                  <a:pt x="934" y="1450"/>
                </a:lnTo>
                <a:lnTo>
                  <a:pt x="933" y="1451"/>
                </a:lnTo>
                <a:lnTo>
                  <a:pt x="932" y="1451"/>
                </a:lnTo>
                <a:lnTo>
                  <a:pt x="931" y="1451"/>
                </a:lnTo>
                <a:lnTo>
                  <a:pt x="930" y="1452"/>
                </a:lnTo>
                <a:lnTo>
                  <a:pt x="929" y="1452"/>
                </a:lnTo>
                <a:lnTo>
                  <a:pt x="927" y="1450"/>
                </a:lnTo>
                <a:lnTo>
                  <a:pt x="926" y="1448"/>
                </a:lnTo>
                <a:lnTo>
                  <a:pt x="926" y="1447"/>
                </a:lnTo>
                <a:lnTo>
                  <a:pt x="925" y="1447"/>
                </a:lnTo>
                <a:lnTo>
                  <a:pt x="925" y="1446"/>
                </a:lnTo>
                <a:lnTo>
                  <a:pt x="925" y="1444"/>
                </a:lnTo>
                <a:lnTo>
                  <a:pt x="924" y="1443"/>
                </a:lnTo>
                <a:lnTo>
                  <a:pt x="923" y="1443"/>
                </a:lnTo>
                <a:lnTo>
                  <a:pt x="922" y="1443"/>
                </a:lnTo>
                <a:lnTo>
                  <a:pt x="922" y="1444"/>
                </a:lnTo>
                <a:lnTo>
                  <a:pt x="921" y="1446"/>
                </a:lnTo>
                <a:lnTo>
                  <a:pt x="921" y="1447"/>
                </a:lnTo>
                <a:lnTo>
                  <a:pt x="920" y="1449"/>
                </a:lnTo>
                <a:lnTo>
                  <a:pt x="918" y="1451"/>
                </a:lnTo>
                <a:lnTo>
                  <a:pt x="918" y="1452"/>
                </a:lnTo>
                <a:lnTo>
                  <a:pt x="917" y="1453"/>
                </a:lnTo>
                <a:lnTo>
                  <a:pt x="916" y="1455"/>
                </a:lnTo>
                <a:lnTo>
                  <a:pt x="916" y="1456"/>
                </a:lnTo>
                <a:lnTo>
                  <a:pt x="915" y="1458"/>
                </a:lnTo>
                <a:lnTo>
                  <a:pt x="915" y="1459"/>
                </a:lnTo>
                <a:lnTo>
                  <a:pt x="915" y="1460"/>
                </a:lnTo>
                <a:lnTo>
                  <a:pt x="914" y="1460"/>
                </a:lnTo>
                <a:lnTo>
                  <a:pt x="914" y="1462"/>
                </a:lnTo>
                <a:lnTo>
                  <a:pt x="913" y="1463"/>
                </a:lnTo>
                <a:lnTo>
                  <a:pt x="912" y="1465"/>
                </a:lnTo>
                <a:lnTo>
                  <a:pt x="911" y="1466"/>
                </a:lnTo>
                <a:lnTo>
                  <a:pt x="911" y="1467"/>
                </a:lnTo>
                <a:lnTo>
                  <a:pt x="911" y="1469"/>
                </a:lnTo>
                <a:lnTo>
                  <a:pt x="911" y="1470"/>
                </a:lnTo>
                <a:lnTo>
                  <a:pt x="911" y="1471"/>
                </a:lnTo>
                <a:lnTo>
                  <a:pt x="911" y="1472"/>
                </a:lnTo>
                <a:lnTo>
                  <a:pt x="911" y="1473"/>
                </a:lnTo>
                <a:lnTo>
                  <a:pt x="911" y="1474"/>
                </a:lnTo>
                <a:lnTo>
                  <a:pt x="911" y="1476"/>
                </a:lnTo>
                <a:lnTo>
                  <a:pt x="912" y="1477"/>
                </a:lnTo>
                <a:lnTo>
                  <a:pt x="913" y="1478"/>
                </a:lnTo>
                <a:lnTo>
                  <a:pt x="914" y="1478"/>
                </a:lnTo>
                <a:lnTo>
                  <a:pt x="914" y="1479"/>
                </a:lnTo>
                <a:lnTo>
                  <a:pt x="914" y="1480"/>
                </a:lnTo>
                <a:lnTo>
                  <a:pt x="914" y="1482"/>
                </a:lnTo>
                <a:lnTo>
                  <a:pt x="914" y="1484"/>
                </a:lnTo>
                <a:lnTo>
                  <a:pt x="914" y="1486"/>
                </a:lnTo>
                <a:lnTo>
                  <a:pt x="914" y="1487"/>
                </a:lnTo>
                <a:lnTo>
                  <a:pt x="914" y="1488"/>
                </a:lnTo>
                <a:lnTo>
                  <a:pt x="914" y="1489"/>
                </a:lnTo>
                <a:lnTo>
                  <a:pt x="915" y="1490"/>
                </a:lnTo>
                <a:lnTo>
                  <a:pt x="915" y="1491"/>
                </a:lnTo>
                <a:lnTo>
                  <a:pt x="914" y="1492"/>
                </a:lnTo>
                <a:lnTo>
                  <a:pt x="914" y="1493"/>
                </a:lnTo>
                <a:lnTo>
                  <a:pt x="915" y="1495"/>
                </a:lnTo>
                <a:lnTo>
                  <a:pt x="916" y="1498"/>
                </a:lnTo>
                <a:lnTo>
                  <a:pt x="916" y="1500"/>
                </a:lnTo>
                <a:lnTo>
                  <a:pt x="915" y="1502"/>
                </a:lnTo>
                <a:lnTo>
                  <a:pt x="915" y="1503"/>
                </a:lnTo>
                <a:lnTo>
                  <a:pt x="915" y="1504"/>
                </a:lnTo>
                <a:lnTo>
                  <a:pt x="915" y="1505"/>
                </a:lnTo>
                <a:lnTo>
                  <a:pt x="914" y="1506"/>
                </a:lnTo>
                <a:lnTo>
                  <a:pt x="913" y="1508"/>
                </a:lnTo>
                <a:lnTo>
                  <a:pt x="913" y="1509"/>
                </a:lnTo>
                <a:lnTo>
                  <a:pt x="913" y="1511"/>
                </a:lnTo>
                <a:lnTo>
                  <a:pt x="913" y="1512"/>
                </a:lnTo>
                <a:lnTo>
                  <a:pt x="912" y="1512"/>
                </a:lnTo>
                <a:lnTo>
                  <a:pt x="911" y="1513"/>
                </a:lnTo>
                <a:lnTo>
                  <a:pt x="911" y="1514"/>
                </a:lnTo>
                <a:lnTo>
                  <a:pt x="910" y="1515"/>
                </a:lnTo>
                <a:lnTo>
                  <a:pt x="910" y="1516"/>
                </a:lnTo>
                <a:lnTo>
                  <a:pt x="909" y="1519"/>
                </a:lnTo>
                <a:lnTo>
                  <a:pt x="909" y="1520"/>
                </a:lnTo>
                <a:lnTo>
                  <a:pt x="908" y="1520"/>
                </a:lnTo>
                <a:lnTo>
                  <a:pt x="908" y="1521"/>
                </a:lnTo>
                <a:lnTo>
                  <a:pt x="907" y="1521"/>
                </a:lnTo>
                <a:lnTo>
                  <a:pt x="908" y="1522"/>
                </a:lnTo>
                <a:lnTo>
                  <a:pt x="909" y="1523"/>
                </a:lnTo>
                <a:lnTo>
                  <a:pt x="909" y="1524"/>
                </a:lnTo>
                <a:lnTo>
                  <a:pt x="910" y="1524"/>
                </a:lnTo>
                <a:lnTo>
                  <a:pt x="911" y="1526"/>
                </a:lnTo>
                <a:lnTo>
                  <a:pt x="912" y="1527"/>
                </a:lnTo>
                <a:lnTo>
                  <a:pt x="912" y="1528"/>
                </a:lnTo>
                <a:lnTo>
                  <a:pt x="911" y="1529"/>
                </a:lnTo>
                <a:lnTo>
                  <a:pt x="911" y="1530"/>
                </a:lnTo>
                <a:lnTo>
                  <a:pt x="912" y="1532"/>
                </a:lnTo>
                <a:lnTo>
                  <a:pt x="912" y="1533"/>
                </a:lnTo>
                <a:lnTo>
                  <a:pt x="911" y="1533"/>
                </a:lnTo>
                <a:lnTo>
                  <a:pt x="911" y="1534"/>
                </a:lnTo>
                <a:lnTo>
                  <a:pt x="911" y="1535"/>
                </a:lnTo>
                <a:lnTo>
                  <a:pt x="911" y="1536"/>
                </a:lnTo>
                <a:lnTo>
                  <a:pt x="910" y="1536"/>
                </a:lnTo>
                <a:lnTo>
                  <a:pt x="910" y="1537"/>
                </a:lnTo>
                <a:lnTo>
                  <a:pt x="911" y="1539"/>
                </a:lnTo>
                <a:lnTo>
                  <a:pt x="911" y="1540"/>
                </a:lnTo>
                <a:lnTo>
                  <a:pt x="911" y="1541"/>
                </a:lnTo>
                <a:lnTo>
                  <a:pt x="912" y="1544"/>
                </a:lnTo>
                <a:lnTo>
                  <a:pt x="912" y="1545"/>
                </a:lnTo>
                <a:lnTo>
                  <a:pt x="912" y="1546"/>
                </a:lnTo>
                <a:lnTo>
                  <a:pt x="913" y="1546"/>
                </a:lnTo>
                <a:lnTo>
                  <a:pt x="913" y="1547"/>
                </a:lnTo>
                <a:lnTo>
                  <a:pt x="915" y="1549"/>
                </a:lnTo>
                <a:lnTo>
                  <a:pt x="916" y="1552"/>
                </a:lnTo>
                <a:lnTo>
                  <a:pt x="918" y="1554"/>
                </a:lnTo>
                <a:lnTo>
                  <a:pt x="918" y="1555"/>
                </a:lnTo>
                <a:lnTo>
                  <a:pt x="919" y="1556"/>
                </a:lnTo>
                <a:lnTo>
                  <a:pt x="919" y="1557"/>
                </a:lnTo>
                <a:lnTo>
                  <a:pt x="920" y="1558"/>
                </a:lnTo>
                <a:lnTo>
                  <a:pt x="921" y="1559"/>
                </a:lnTo>
                <a:lnTo>
                  <a:pt x="922" y="1560"/>
                </a:lnTo>
                <a:lnTo>
                  <a:pt x="923" y="1560"/>
                </a:lnTo>
                <a:lnTo>
                  <a:pt x="924" y="1560"/>
                </a:lnTo>
                <a:lnTo>
                  <a:pt x="924" y="1561"/>
                </a:lnTo>
                <a:lnTo>
                  <a:pt x="925" y="1561"/>
                </a:lnTo>
                <a:lnTo>
                  <a:pt x="925" y="1562"/>
                </a:lnTo>
                <a:lnTo>
                  <a:pt x="925" y="1563"/>
                </a:lnTo>
                <a:lnTo>
                  <a:pt x="924" y="1563"/>
                </a:lnTo>
                <a:lnTo>
                  <a:pt x="924" y="1564"/>
                </a:lnTo>
                <a:lnTo>
                  <a:pt x="925" y="1565"/>
                </a:lnTo>
                <a:lnTo>
                  <a:pt x="926" y="1566"/>
                </a:lnTo>
                <a:lnTo>
                  <a:pt x="926" y="1567"/>
                </a:lnTo>
                <a:lnTo>
                  <a:pt x="927" y="1568"/>
                </a:lnTo>
                <a:lnTo>
                  <a:pt x="926" y="1570"/>
                </a:lnTo>
                <a:lnTo>
                  <a:pt x="926" y="1571"/>
                </a:lnTo>
                <a:lnTo>
                  <a:pt x="927" y="1572"/>
                </a:lnTo>
                <a:lnTo>
                  <a:pt x="928" y="1573"/>
                </a:lnTo>
                <a:lnTo>
                  <a:pt x="928" y="1574"/>
                </a:lnTo>
                <a:lnTo>
                  <a:pt x="928" y="1575"/>
                </a:lnTo>
                <a:lnTo>
                  <a:pt x="927" y="1575"/>
                </a:lnTo>
                <a:lnTo>
                  <a:pt x="927" y="1576"/>
                </a:lnTo>
                <a:lnTo>
                  <a:pt x="928" y="1577"/>
                </a:lnTo>
                <a:lnTo>
                  <a:pt x="928" y="1578"/>
                </a:lnTo>
                <a:lnTo>
                  <a:pt x="928" y="1579"/>
                </a:lnTo>
                <a:lnTo>
                  <a:pt x="928" y="1580"/>
                </a:lnTo>
                <a:lnTo>
                  <a:pt x="929" y="1581"/>
                </a:lnTo>
                <a:lnTo>
                  <a:pt x="930" y="1581"/>
                </a:lnTo>
                <a:lnTo>
                  <a:pt x="930" y="1582"/>
                </a:lnTo>
                <a:lnTo>
                  <a:pt x="930" y="1583"/>
                </a:lnTo>
                <a:lnTo>
                  <a:pt x="929" y="1583"/>
                </a:lnTo>
                <a:lnTo>
                  <a:pt x="929" y="1584"/>
                </a:lnTo>
                <a:lnTo>
                  <a:pt x="929" y="1585"/>
                </a:lnTo>
                <a:lnTo>
                  <a:pt x="930" y="1585"/>
                </a:lnTo>
                <a:lnTo>
                  <a:pt x="930" y="1586"/>
                </a:lnTo>
                <a:lnTo>
                  <a:pt x="931" y="1587"/>
                </a:lnTo>
                <a:lnTo>
                  <a:pt x="931" y="1589"/>
                </a:lnTo>
                <a:lnTo>
                  <a:pt x="930" y="1593"/>
                </a:lnTo>
                <a:lnTo>
                  <a:pt x="931" y="1594"/>
                </a:lnTo>
                <a:lnTo>
                  <a:pt x="932" y="1595"/>
                </a:lnTo>
                <a:lnTo>
                  <a:pt x="933" y="1595"/>
                </a:lnTo>
                <a:lnTo>
                  <a:pt x="934" y="1597"/>
                </a:lnTo>
                <a:lnTo>
                  <a:pt x="934" y="1598"/>
                </a:lnTo>
                <a:lnTo>
                  <a:pt x="934" y="1599"/>
                </a:lnTo>
                <a:lnTo>
                  <a:pt x="934" y="1600"/>
                </a:lnTo>
                <a:lnTo>
                  <a:pt x="934" y="1601"/>
                </a:lnTo>
                <a:lnTo>
                  <a:pt x="934" y="1603"/>
                </a:lnTo>
                <a:lnTo>
                  <a:pt x="934" y="1604"/>
                </a:lnTo>
                <a:lnTo>
                  <a:pt x="934" y="1606"/>
                </a:lnTo>
                <a:lnTo>
                  <a:pt x="934" y="1607"/>
                </a:lnTo>
                <a:lnTo>
                  <a:pt x="934" y="1608"/>
                </a:lnTo>
                <a:lnTo>
                  <a:pt x="934" y="1609"/>
                </a:lnTo>
                <a:lnTo>
                  <a:pt x="934" y="1610"/>
                </a:lnTo>
                <a:lnTo>
                  <a:pt x="933" y="1610"/>
                </a:lnTo>
                <a:lnTo>
                  <a:pt x="932" y="1611"/>
                </a:lnTo>
                <a:lnTo>
                  <a:pt x="933" y="1612"/>
                </a:lnTo>
                <a:lnTo>
                  <a:pt x="933" y="1613"/>
                </a:lnTo>
                <a:lnTo>
                  <a:pt x="934" y="1614"/>
                </a:lnTo>
                <a:lnTo>
                  <a:pt x="934" y="1615"/>
                </a:lnTo>
                <a:lnTo>
                  <a:pt x="934" y="1616"/>
                </a:lnTo>
                <a:lnTo>
                  <a:pt x="935" y="1617"/>
                </a:lnTo>
                <a:lnTo>
                  <a:pt x="935" y="1619"/>
                </a:lnTo>
                <a:lnTo>
                  <a:pt x="936" y="1619"/>
                </a:lnTo>
                <a:lnTo>
                  <a:pt x="938" y="1618"/>
                </a:lnTo>
                <a:lnTo>
                  <a:pt x="938" y="1619"/>
                </a:lnTo>
                <a:lnTo>
                  <a:pt x="939" y="1619"/>
                </a:lnTo>
                <a:lnTo>
                  <a:pt x="939" y="1620"/>
                </a:lnTo>
                <a:lnTo>
                  <a:pt x="939" y="1621"/>
                </a:lnTo>
                <a:lnTo>
                  <a:pt x="939" y="1622"/>
                </a:lnTo>
                <a:lnTo>
                  <a:pt x="939" y="1623"/>
                </a:lnTo>
                <a:lnTo>
                  <a:pt x="939" y="1624"/>
                </a:lnTo>
                <a:lnTo>
                  <a:pt x="939" y="1625"/>
                </a:lnTo>
                <a:lnTo>
                  <a:pt x="939" y="1626"/>
                </a:lnTo>
                <a:lnTo>
                  <a:pt x="938" y="1627"/>
                </a:lnTo>
                <a:lnTo>
                  <a:pt x="937" y="1627"/>
                </a:lnTo>
                <a:lnTo>
                  <a:pt x="936" y="1628"/>
                </a:lnTo>
                <a:lnTo>
                  <a:pt x="936" y="1630"/>
                </a:lnTo>
                <a:lnTo>
                  <a:pt x="935" y="1632"/>
                </a:lnTo>
                <a:lnTo>
                  <a:pt x="935" y="1633"/>
                </a:lnTo>
                <a:lnTo>
                  <a:pt x="934" y="1633"/>
                </a:lnTo>
                <a:lnTo>
                  <a:pt x="933" y="1633"/>
                </a:lnTo>
                <a:lnTo>
                  <a:pt x="932" y="1633"/>
                </a:lnTo>
                <a:lnTo>
                  <a:pt x="931" y="1633"/>
                </a:lnTo>
                <a:lnTo>
                  <a:pt x="930" y="1633"/>
                </a:lnTo>
                <a:lnTo>
                  <a:pt x="929" y="1633"/>
                </a:lnTo>
                <a:lnTo>
                  <a:pt x="927" y="1633"/>
                </a:lnTo>
                <a:lnTo>
                  <a:pt x="927" y="1634"/>
                </a:lnTo>
                <a:lnTo>
                  <a:pt x="927" y="1635"/>
                </a:lnTo>
                <a:lnTo>
                  <a:pt x="927" y="1636"/>
                </a:lnTo>
                <a:lnTo>
                  <a:pt x="928" y="1638"/>
                </a:lnTo>
                <a:lnTo>
                  <a:pt x="928" y="1640"/>
                </a:lnTo>
                <a:lnTo>
                  <a:pt x="928" y="1641"/>
                </a:lnTo>
                <a:lnTo>
                  <a:pt x="927" y="1642"/>
                </a:lnTo>
                <a:lnTo>
                  <a:pt x="927" y="1643"/>
                </a:lnTo>
                <a:lnTo>
                  <a:pt x="927" y="1644"/>
                </a:lnTo>
                <a:lnTo>
                  <a:pt x="926" y="1647"/>
                </a:lnTo>
                <a:lnTo>
                  <a:pt x="926" y="1648"/>
                </a:lnTo>
                <a:lnTo>
                  <a:pt x="926" y="1649"/>
                </a:lnTo>
                <a:lnTo>
                  <a:pt x="927" y="1652"/>
                </a:lnTo>
                <a:lnTo>
                  <a:pt x="927" y="1653"/>
                </a:lnTo>
                <a:lnTo>
                  <a:pt x="927" y="1654"/>
                </a:lnTo>
                <a:lnTo>
                  <a:pt x="928" y="1655"/>
                </a:lnTo>
                <a:lnTo>
                  <a:pt x="928" y="1656"/>
                </a:lnTo>
                <a:lnTo>
                  <a:pt x="927" y="1657"/>
                </a:lnTo>
                <a:lnTo>
                  <a:pt x="927" y="1658"/>
                </a:lnTo>
                <a:lnTo>
                  <a:pt x="926" y="1658"/>
                </a:lnTo>
                <a:lnTo>
                  <a:pt x="926" y="1659"/>
                </a:lnTo>
                <a:lnTo>
                  <a:pt x="926" y="1660"/>
                </a:lnTo>
                <a:lnTo>
                  <a:pt x="925" y="1661"/>
                </a:lnTo>
                <a:lnTo>
                  <a:pt x="924" y="1662"/>
                </a:lnTo>
                <a:lnTo>
                  <a:pt x="923" y="1662"/>
                </a:lnTo>
                <a:lnTo>
                  <a:pt x="921" y="1662"/>
                </a:lnTo>
                <a:lnTo>
                  <a:pt x="918" y="1662"/>
                </a:lnTo>
                <a:lnTo>
                  <a:pt x="917" y="1662"/>
                </a:lnTo>
                <a:lnTo>
                  <a:pt x="915" y="1663"/>
                </a:lnTo>
                <a:lnTo>
                  <a:pt x="913" y="1662"/>
                </a:lnTo>
                <a:lnTo>
                  <a:pt x="911" y="1662"/>
                </a:lnTo>
                <a:lnTo>
                  <a:pt x="910" y="1662"/>
                </a:lnTo>
                <a:lnTo>
                  <a:pt x="909" y="1662"/>
                </a:lnTo>
                <a:lnTo>
                  <a:pt x="908" y="1662"/>
                </a:lnTo>
                <a:lnTo>
                  <a:pt x="908" y="1661"/>
                </a:lnTo>
                <a:lnTo>
                  <a:pt x="907" y="1660"/>
                </a:lnTo>
                <a:lnTo>
                  <a:pt x="908" y="1658"/>
                </a:lnTo>
                <a:lnTo>
                  <a:pt x="907" y="1658"/>
                </a:lnTo>
                <a:lnTo>
                  <a:pt x="907" y="1657"/>
                </a:lnTo>
                <a:lnTo>
                  <a:pt x="906" y="1657"/>
                </a:lnTo>
                <a:lnTo>
                  <a:pt x="905" y="1658"/>
                </a:lnTo>
                <a:lnTo>
                  <a:pt x="904" y="1660"/>
                </a:lnTo>
                <a:lnTo>
                  <a:pt x="904" y="1661"/>
                </a:lnTo>
                <a:lnTo>
                  <a:pt x="904" y="1662"/>
                </a:lnTo>
                <a:lnTo>
                  <a:pt x="903" y="1663"/>
                </a:lnTo>
                <a:lnTo>
                  <a:pt x="901" y="1664"/>
                </a:lnTo>
                <a:lnTo>
                  <a:pt x="901" y="1665"/>
                </a:lnTo>
                <a:lnTo>
                  <a:pt x="901" y="1666"/>
                </a:lnTo>
                <a:lnTo>
                  <a:pt x="900" y="1666"/>
                </a:lnTo>
                <a:lnTo>
                  <a:pt x="899" y="1667"/>
                </a:lnTo>
                <a:lnTo>
                  <a:pt x="898" y="1667"/>
                </a:lnTo>
                <a:lnTo>
                  <a:pt x="898" y="1668"/>
                </a:lnTo>
                <a:lnTo>
                  <a:pt x="898" y="1669"/>
                </a:lnTo>
                <a:lnTo>
                  <a:pt x="896" y="1669"/>
                </a:lnTo>
                <a:lnTo>
                  <a:pt x="894" y="1669"/>
                </a:lnTo>
                <a:lnTo>
                  <a:pt x="893" y="1669"/>
                </a:lnTo>
                <a:lnTo>
                  <a:pt x="892" y="1669"/>
                </a:lnTo>
                <a:lnTo>
                  <a:pt x="891" y="1669"/>
                </a:lnTo>
                <a:lnTo>
                  <a:pt x="890" y="1670"/>
                </a:lnTo>
                <a:lnTo>
                  <a:pt x="889" y="1670"/>
                </a:lnTo>
                <a:lnTo>
                  <a:pt x="888" y="1670"/>
                </a:lnTo>
                <a:lnTo>
                  <a:pt x="887" y="1671"/>
                </a:lnTo>
                <a:lnTo>
                  <a:pt x="886" y="1672"/>
                </a:lnTo>
                <a:lnTo>
                  <a:pt x="885" y="1673"/>
                </a:lnTo>
                <a:lnTo>
                  <a:pt x="885" y="1674"/>
                </a:lnTo>
                <a:lnTo>
                  <a:pt x="884" y="1675"/>
                </a:lnTo>
                <a:lnTo>
                  <a:pt x="883" y="1675"/>
                </a:lnTo>
                <a:lnTo>
                  <a:pt x="882" y="1675"/>
                </a:lnTo>
                <a:lnTo>
                  <a:pt x="880" y="1676"/>
                </a:lnTo>
                <a:lnTo>
                  <a:pt x="880" y="1677"/>
                </a:lnTo>
                <a:lnTo>
                  <a:pt x="879" y="1678"/>
                </a:lnTo>
                <a:lnTo>
                  <a:pt x="878" y="1679"/>
                </a:lnTo>
                <a:lnTo>
                  <a:pt x="877" y="1680"/>
                </a:lnTo>
                <a:lnTo>
                  <a:pt x="877" y="1681"/>
                </a:lnTo>
                <a:lnTo>
                  <a:pt x="877" y="1683"/>
                </a:lnTo>
                <a:lnTo>
                  <a:pt x="877" y="1684"/>
                </a:lnTo>
                <a:lnTo>
                  <a:pt x="876" y="1685"/>
                </a:lnTo>
                <a:lnTo>
                  <a:pt x="875" y="1687"/>
                </a:lnTo>
                <a:lnTo>
                  <a:pt x="875" y="1688"/>
                </a:lnTo>
                <a:lnTo>
                  <a:pt x="874" y="1688"/>
                </a:lnTo>
                <a:lnTo>
                  <a:pt x="873" y="1688"/>
                </a:lnTo>
                <a:lnTo>
                  <a:pt x="873" y="1687"/>
                </a:lnTo>
                <a:lnTo>
                  <a:pt x="872" y="1687"/>
                </a:lnTo>
                <a:lnTo>
                  <a:pt x="871" y="1688"/>
                </a:lnTo>
                <a:lnTo>
                  <a:pt x="870" y="1688"/>
                </a:lnTo>
                <a:lnTo>
                  <a:pt x="868" y="1689"/>
                </a:lnTo>
                <a:lnTo>
                  <a:pt x="867" y="1689"/>
                </a:lnTo>
                <a:lnTo>
                  <a:pt x="867" y="1688"/>
                </a:lnTo>
                <a:lnTo>
                  <a:pt x="866" y="1688"/>
                </a:lnTo>
                <a:lnTo>
                  <a:pt x="866" y="1686"/>
                </a:lnTo>
                <a:lnTo>
                  <a:pt x="865" y="1685"/>
                </a:lnTo>
                <a:lnTo>
                  <a:pt x="864" y="1685"/>
                </a:lnTo>
                <a:lnTo>
                  <a:pt x="863" y="1684"/>
                </a:lnTo>
                <a:lnTo>
                  <a:pt x="862" y="1684"/>
                </a:lnTo>
                <a:lnTo>
                  <a:pt x="861" y="1683"/>
                </a:lnTo>
                <a:lnTo>
                  <a:pt x="859" y="1681"/>
                </a:lnTo>
                <a:lnTo>
                  <a:pt x="858" y="1680"/>
                </a:lnTo>
                <a:lnTo>
                  <a:pt x="856" y="1680"/>
                </a:lnTo>
                <a:lnTo>
                  <a:pt x="855" y="1680"/>
                </a:lnTo>
                <a:lnTo>
                  <a:pt x="855" y="1679"/>
                </a:lnTo>
                <a:lnTo>
                  <a:pt x="855" y="1678"/>
                </a:lnTo>
                <a:lnTo>
                  <a:pt x="856" y="1677"/>
                </a:lnTo>
                <a:lnTo>
                  <a:pt x="856" y="1676"/>
                </a:lnTo>
                <a:lnTo>
                  <a:pt x="856" y="1674"/>
                </a:lnTo>
                <a:lnTo>
                  <a:pt x="856" y="1673"/>
                </a:lnTo>
                <a:lnTo>
                  <a:pt x="857" y="1673"/>
                </a:lnTo>
                <a:lnTo>
                  <a:pt x="857" y="1672"/>
                </a:lnTo>
                <a:lnTo>
                  <a:pt x="860" y="1669"/>
                </a:lnTo>
                <a:lnTo>
                  <a:pt x="861" y="1669"/>
                </a:lnTo>
                <a:lnTo>
                  <a:pt x="861" y="1668"/>
                </a:lnTo>
                <a:lnTo>
                  <a:pt x="862" y="1668"/>
                </a:lnTo>
                <a:lnTo>
                  <a:pt x="862" y="1667"/>
                </a:lnTo>
                <a:lnTo>
                  <a:pt x="861" y="1665"/>
                </a:lnTo>
                <a:lnTo>
                  <a:pt x="861" y="1663"/>
                </a:lnTo>
                <a:lnTo>
                  <a:pt x="860" y="1661"/>
                </a:lnTo>
                <a:lnTo>
                  <a:pt x="859" y="1660"/>
                </a:lnTo>
                <a:lnTo>
                  <a:pt x="858" y="1660"/>
                </a:lnTo>
                <a:lnTo>
                  <a:pt x="857" y="1660"/>
                </a:lnTo>
                <a:lnTo>
                  <a:pt x="856" y="1660"/>
                </a:lnTo>
                <a:lnTo>
                  <a:pt x="854" y="1659"/>
                </a:lnTo>
                <a:lnTo>
                  <a:pt x="853" y="1658"/>
                </a:lnTo>
                <a:lnTo>
                  <a:pt x="852" y="1658"/>
                </a:lnTo>
                <a:lnTo>
                  <a:pt x="852" y="1657"/>
                </a:lnTo>
                <a:lnTo>
                  <a:pt x="851" y="1657"/>
                </a:lnTo>
                <a:lnTo>
                  <a:pt x="850" y="1656"/>
                </a:lnTo>
                <a:lnTo>
                  <a:pt x="849" y="1656"/>
                </a:lnTo>
                <a:lnTo>
                  <a:pt x="847" y="1656"/>
                </a:lnTo>
                <a:lnTo>
                  <a:pt x="846" y="1656"/>
                </a:lnTo>
                <a:lnTo>
                  <a:pt x="845" y="1657"/>
                </a:lnTo>
                <a:lnTo>
                  <a:pt x="845" y="1658"/>
                </a:lnTo>
                <a:lnTo>
                  <a:pt x="845" y="1659"/>
                </a:lnTo>
                <a:lnTo>
                  <a:pt x="845" y="1660"/>
                </a:lnTo>
                <a:lnTo>
                  <a:pt x="844" y="1661"/>
                </a:lnTo>
                <a:lnTo>
                  <a:pt x="843" y="1661"/>
                </a:lnTo>
                <a:lnTo>
                  <a:pt x="843" y="1662"/>
                </a:lnTo>
                <a:lnTo>
                  <a:pt x="842" y="1662"/>
                </a:lnTo>
                <a:lnTo>
                  <a:pt x="838" y="1663"/>
                </a:lnTo>
                <a:lnTo>
                  <a:pt x="837" y="1664"/>
                </a:lnTo>
                <a:lnTo>
                  <a:pt x="835" y="1664"/>
                </a:lnTo>
                <a:lnTo>
                  <a:pt x="833" y="1665"/>
                </a:lnTo>
                <a:lnTo>
                  <a:pt x="829" y="1667"/>
                </a:lnTo>
                <a:lnTo>
                  <a:pt x="827" y="1667"/>
                </a:lnTo>
                <a:lnTo>
                  <a:pt x="826" y="1668"/>
                </a:lnTo>
                <a:lnTo>
                  <a:pt x="824" y="1668"/>
                </a:lnTo>
                <a:lnTo>
                  <a:pt x="823" y="1668"/>
                </a:lnTo>
                <a:lnTo>
                  <a:pt x="822" y="1668"/>
                </a:lnTo>
                <a:lnTo>
                  <a:pt x="821" y="1668"/>
                </a:lnTo>
                <a:lnTo>
                  <a:pt x="817" y="1669"/>
                </a:lnTo>
                <a:lnTo>
                  <a:pt x="816" y="1669"/>
                </a:lnTo>
                <a:lnTo>
                  <a:pt x="815" y="1670"/>
                </a:lnTo>
                <a:lnTo>
                  <a:pt x="815" y="1672"/>
                </a:lnTo>
                <a:lnTo>
                  <a:pt x="814" y="1673"/>
                </a:lnTo>
                <a:lnTo>
                  <a:pt x="813" y="1674"/>
                </a:lnTo>
                <a:lnTo>
                  <a:pt x="811" y="1676"/>
                </a:lnTo>
                <a:lnTo>
                  <a:pt x="811" y="1677"/>
                </a:lnTo>
                <a:lnTo>
                  <a:pt x="810" y="1678"/>
                </a:lnTo>
                <a:lnTo>
                  <a:pt x="809" y="1679"/>
                </a:lnTo>
                <a:lnTo>
                  <a:pt x="808" y="1679"/>
                </a:lnTo>
                <a:lnTo>
                  <a:pt x="807" y="1679"/>
                </a:lnTo>
                <a:lnTo>
                  <a:pt x="807" y="1680"/>
                </a:lnTo>
                <a:lnTo>
                  <a:pt x="805" y="1681"/>
                </a:lnTo>
                <a:lnTo>
                  <a:pt x="804" y="1681"/>
                </a:lnTo>
                <a:lnTo>
                  <a:pt x="803" y="1681"/>
                </a:lnTo>
                <a:lnTo>
                  <a:pt x="802" y="1682"/>
                </a:lnTo>
                <a:lnTo>
                  <a:pt x="802" y="1683"/>
                </a:lnTo>
                <a:lnTo>
                  <a:pt x="801" y="1682"/>
                </a:lnTo>
                <a:lnTo>
                  <a:pt x="800" y="1682"/>
                </a:lnTo>
                <a:lnTo>
                  <a:pt x="800" y="1683"/>
                </a:lnTo>
                <a:lnTo>
                  <a:pt x="799" y="1683"/>
                </a:lnTo>
                <a:lnTo>
                  <a:pt x="798" y="1683"/>
                </a:lnTo>
                <a:lnTo>
                  <a:pt x="797" y="1684"/>
                </a:lnTo>
                <a:lnTo>
                  <a:pt x="796" y="1684"/>
                </a:lnTo>
                <a:lnTo>
                  <a:pt x="795" y="1684"/>
                </a:lnTo>
                <a:lnTo>
                  <a:pt x="793" y="1684"/>
                </a:lnTo>
                <a:lnTo>
                  <a:pt x="792" y="1683"/>
                </a:lnTo>
                <a:lnTo>
                  <a:pt x="791" y="1684"/>
                </a:lnTo>
                <a:lnTo>
                  <a:pt x="790" y="1685"/>
                </a:lnTo>
                <a:lnTo>
                  <a:pt x="789" y="1685"/>
                </a:lnTo>
                <a:lnTo>
                  <a:pt x="789" y="1686"/>
                </a:lnTo>
                <a:lnTo>
                  <a:pt x="789" y="1687"/>
                </a:lnTo>
                <a:lnTo>
                  <a:pt x="789" y="1689"/>
                </a:lnTo>
                <a:lnTo>
                  <a:pt x="789" y="1690"/>
                </a:lnTo>
                <a:lnTo>
                  <a:pt x="788" y="1690"/>
                </a:lnTo>
                <a:lnTo>
                  <a:pt x="787" y="1691"/>
                </a:lnTo>
                <a:lnTo>
                  <a:pt x="787" y="1692"/>
                </a:lnTo>
                <a:lnTo>
                  <a:pt x="786" y="1693"/>
                </a:lnTo>
                <a:lnTo>
                  <a:pt x="785" y="1693"/>
                </a:lnTo>
                <a:lnTo>
                  <a:pt x="784" y="1693"/>
                </a:lnTo>
                <a:lnTo>
                  <a:pt x="781" y="1696"/>
                </a:lnTo>
                <a:lnTo>
                  <a:pt x="780" y="1696"/>
                </a:lnTo>
                <a:lnTo>
                  <a:pt x="779" y="1696"/>
                </a:lnTo>
                <a:lnTo>
                  <a:pt x="778" y="1696"/>
                </a:lnTo>
                <a:lnTo>
                  <a:pt x="776" y="1698"/>
                </a:lnTo>
                <a:lnTo>
                  <a:pt x="775" y="1700"/>
                </a:lnTo>
                <a:lnTo>
                  <a:pt x="774" y="1701"/>
                </a:lnTo>
                <a:lnTo>
                  <a:pt x="774" y="1702"/>
                </a:lnTo>
                <a:lnTo>
                  <a:pt x="772" y="1704"/>
                </a:lnTo>
                <a:lnTo>
                  <a:pt x="772" y="1705"/>
                </a:lnTo>
                <a:lnTo>
                  <a:pt x="772" y="1706"/>
                </a:lnTo>
                <a:lnTo>
                  <a:pt x="771" y="1706"/>
                </a:lnTo>
                <a:lnTo>
                  <a:pt x="770" y="1705"/>
                </a:lnTo>
                <a:lnTo>
                  <a:pt x="769" y="1706"/>
                </a:lnTo>
                <a:lnTo>
                  <a:pt x="768" y="1707"/>
                </a:lnTo>
                <a:lnTo>
                  <a:pt x="768" y="1708"/>
                </a:lnTo>
                <a:lnTo>
                  <a:pt x="768" y="1710"/>
                </a:lnTo>
                <a:lnTo>
                  <a:pt x="767" y="1710"/>
                </a:lnTo>
                <a:lnTo>
                  <a:pt x="766" y="1710"/>
                </a:lnTo>
                <a:lnTo>
                  <a:pt x="765" y="1710"/>
                </a:lnTo>
                <a:lnTo>
                  <a:pt x="765" y="1711"/>
                </a:lnTo>
                <a:lnTo>
                  <a:pt x="764" y="1711"/>
                </a:lnTo>
                <a:lnTo>
                  <a:pt x="764" y="1712"/>
                </a:lnTo>
                <a:lnTo>
                  <a:pt x="763" y="1713"/>
                </a:lnTo>
                <a:lnTo>
                  <a:pt x="763" y="1714"/>
                </a:lnTo>
                <a:lnTo>
                  <a:pt x="762" y="1714"/>
                </a:lnTo>
                <a:lnTo>
                  <a:pt x="761" y="1715"/>
                </a:lnTo>
                <a:lnTo>
                  <a:pt x="760" y="1715"/>
                </a:lnTo>
                <a:lnTo>
                  <a:pt x="760" y="1714"/>
                </a:lnTo>
                <a:lnTo>
                  <a:pt x="759" y="1714"/>
                </a:lnTo>
                <a:lnTo>
                  <a:pt x="758" y="1715"/>
                </a:lnTo>
                <a:lnTo>
                  <a:pt x="756" y="1714"/>
                </a:lnTo>
                <a:lnTo>
                  <a:pt x="755" y="1713"/>
                </a:lnTo>
                <a:lnTo>
                  <a:pt x="751" y="1711"/>
                </a:lnTo>
                <a:lnTo>
                  <a:pt x="750" y="1710"/>
                </a:lnTo>
                <a:lnTo>
                  <a:pt x="749" y="1709"/>
                </a:lnTo>
                <a:lnTo>
                  <a:pt x="749" y="1708"/>
                </a:lnTo>
                <a:lnTo>
                  <a:pt x="748" y="1708"/>
                </a:lnTo>
                <a:lnTo>
                  <a:pt x="747" y="1708"/>
                </a:lnTo>
                <a:lnTo>
                  <a:pt x="745" y="1709"/>
                </a:lnTo>
                <a:lnTo>
                  <a:pt x="744" y="1709"/>
                </a:lnTo>
                <a:lnTo>
                  <a:pt x="743" y="1709"/>
                </a:lnTo>
                <a:lnTo>
                  <a:pt x="742" y="1709"/>
                </a:lnTo>
                <a:lnTo>
                  <a:pt x="741" y="1709"/>
                </a:lnTo>
                <a:lnTo>
                  <a:pt x="736" y="1710"/>
                </a:lnTo>
                <a:lnTo>
                  <a:pt x="736" y="1709"/>
                </a:lnTo>
                <a:lnTo>
                  <a:pt x="733" y="1707"/>
                </a:lnTo>
                <a:lnTo>
                  <a:pt x="733" y="1706"/>
                </a:lnTo>
                <a:lnTo>
                  <a:pt x="732" y="1706"/>
                </a:lnTo>
                <a:lnTo>
                  <a:pt x="729" y="1705"/>
                </a:lnTo>
                <a:lnTo>
                  <a:pt x="728" y="1705"/>
                </a:lnTo>
                <a:lnTo>
                  <a:pt x="726" y="1705"/>
                </a:lnTo>
                <a:lnTo>
                  <a:pt x="725" y="1706"/>
                </a:lnTo>
                <a:lnTo>
                  <a:pt x="724" y="1708"/>
                </a:lnTo>
                <a:lnTo>
                  <a:pt x="723" y="1709"/>
                </a:lnTo>
                <a:lnTo>
                  <a:pt x="721" y="1711"/>
                </a:lnTo>
                <a:lnTo>
                  <a:pt x="720" y="1713"/>
                </a:lnTo>
                <a:lnTo>
                  <a:pt x="719" y="1715"/>
                </a:lnTo>
                <a:lnTo>
                  <a:pt x="719" y="1716"/>
                </a:lnTo>
                <a:lnTo>
                  <a:pt x="718" y="1716"/>
                </a:lnTo>
                <a:lnTo>
                  <a:pt x="717" y="1716"/>
                </a:lnTo>
                <a:lnTo>
                  <a:pt x="716" y="1716"/>
                </a:lnTo>
                <a:lnTo>
                  <a:pt x="715" y="1716"/>
                </a:lnTo>
                <a:lnTo>
                  <a:pt x="714" y="1716"/>
                </a:lnTo>
                <a:lnTo>
                  <a:pt x="714" y="1717"/>
                </a:lnTo>
                <a:lnTo>
                  <a:pt x="713" y="1717"/>
                </a:lnTo>
                <a:lnTo>
                  <a:pt x="713" y="1716"/>
                </a:lnTo>
                <a:lnTo>
                  <a:pt x="713" y="1715"/>
                </a:lnTo>
                <a:lnTo>
                  <a:pt x="713" y="1714"/>
                </a:lnTo>
                <a:lnTo>
                  <a:pt x="714" y="1714"/>
                </a:lnTo>
                <a:lnTo>
                  <a:pt x="714" y="1713"/>
                </a:lnTo>
                <a:lnTo>
                  <a:pt x="714" y="1710"/>
                </a:lnTo>
                <a:lnTo>
                  <a:pt x="714" y="1709"/>
                </a:lnTo>
                <a:lnTo>
                  <a:pt x="713" y="1709"/>
                </a:lnTo>
                <a:lnTo>
                  <a:pt x="712" y="1709"/>
                </a:lnTo>
                <a:lnTo>
                  <a:pt x="711" y="1709"/>
                </a:lnTo>
                <a:lnTo>
                  <a:pt x="710" y="1708"/>
                </a:lnTo>
                <a:lnTo>
                  <a:pt x="708" y="1705"/>
                </a:lnTo>
                <a:lnTo>
                  <a:pt x="707" y="1703"/>
                </a:lnTo>
                <a:lnTo>
                  <a:pt x="707" y="1697"/>
                </a:lnTo>
                <a:lnTo>
                  <a:pt x="707" y="1696"/>
                </a:lnTo>
                <a:lnTo>
                  <a:pt x="708" y="1696"/>
                </a:lnTo>
                <a:lnTo>
                  <a:pt x="708" y="1695"/>
                </a:lnTo>
                <a:lnTo>
                  <a:pt x="709" y="1695"/>
                </a:lnTo>
                <a:lnTo>
                  <a:pt x="710" y="1695"/>
                </a:lnTo>
                <a:lnTo>
                  <a:pt x="710" y="1693"/>
                </a:lnTo>
                <a:lnTo>
                  <a:pt x="709" y="1693"/>
                </a:lnTo>
                <a:lnTo>
                  <a:pt x="707" y="1692"/>
                </a:lnTo>
                <a:lnTo>
                  <a:pt x="704" y="1690"/>
                </a:lnTo>
                <a:lnTo>
                  <a:pt x="702" y="1689"/>
                </a:lnTo>
                <a:lnTo>
                  <a:pt x="702" y="1688"/>
                </a:lnTo>
                <a:lnTo>
                  <a:pt x="701" y="1688"/>
                </a:lnTo>
                <a:lnTo>
                  <a:pt x="700" y="1684"/>
                </a:lnTo>
                <a:lnTo>
                  <a:pt x="697" y="1682"/>
                </a:lnTo>
                <a:lnTo>
                  <a:pt x="697" y="1681"/>
                </a:lnTo>
                <a:lnTo>
                  <a:pt x="696" y="1681"/>
                </a:lnTo>
                <a:lnTo>
                  <a:pt x="694" y="1680"/>
                </a:lnTo>
                <a:lnTo>
                  <a:pt x="693" y="1680"/>
                </a:lnTo>
                <a:lnTo>
                  <a:pt x="692" y="1680"/>
                </a:lnTo>
                <a:lnTo>
                  <a:pt x="690" y="1680"/>
                </a:lnTo>
                <a:lnTo>
                  <a:pt x="690" y="1679"/>
                </a:lnTo>
                <a:lnTo>
                  <a:pt x="689" y="1679"/>
                </a:lnTo>
                <a:lnTo>
                  <a:pt x="689" y="1678"/>
                </a:lnTo>
                <a:lnTo>
                  <a:pt x="689" y="1677"/>
                </a:lnTo>
                <a:lnTo>
                  <a:pt x="689" y="1676"/>
                </a:lnTo>
                <a:lnTo>
                  <a:pt x="688" y="1676"/>
                </a:lnTo>
                <a:lnTo>
                  <a:pt x="685" y="1678"/>
                </a:lnTo>
                <a:lnTo>
                  <a:pt x="684" y="1678"/>
                </a:lnTo>
                <a:lnTo>
                  <a:pt x="683" y="1678"/>
                </a:lnTo>
                <a:lnTo>
                  <a:pt x="682" y="1677"/>
                </a:lnTo>
                <a:lnTo>
                  <a:pt x="681" y="1677"/>
                </a:lnTo>
                <a:lnTo>
                  <a:pt x="680" y="1678"/>
                </a:lnTo>
                <a:lnTo>
                  <a:pt x="679" y="1678"/>
                </a:lnTo>
                <a:lnTo>
                  <a:pt x="679" y="1679"/>
                </a:lnTo>
                <a:lnTo>
                  <a:pt x="677" y="1679"/>
                </a:lnTo>
                <a:lnTo>
                  <a:pt x="676" y="1679"/>
                </a:lnTo>
                <a:lnTo>
                  <a:pt x="675" y="1676"/>
                </a:lnTo>
                <a:lnTo>
                  <a:pt x="674" y="1676"/>
                </a:lnTo>
                <a:lnTo>
                  <a:pt x="674" y="1675"/>
                </a:lnTo>
                <a:lnTo>
                  <a:pt x="674" y="1674"/>
                </a:lnTo>
                <a:lnTo>
                  <a:pt x="675" y="1674"/>
                </a:lnTo>
                <a:lnTo>
                  <a:pt x="673" y="1673"/>
                </a:lnTo>
                <a:lnTo>
                  <a:pt x="673" y="1672"/>
                </a:lnTo>
                <a:lnTo>
                  <a:pt x="671" y="1671"/>
                </a:lnTo>
                <a:lnTo>
                  <a:pt x="671" y="1669"/>
                </a:lnTo>
                <a:lnTo>
                  <a:pt x="671" y="1668"/>
                </a:lnTo>
                <a:lnTo>
                  <a:pt x="670" y="1668"/>
                </a:lnTo>
                <a:lnTo>
                  <a:pt x="669" y="1668"/>
                </a:lnTo>
                <a:lnTo>
                  <a:pt x="669" y="1667"/>
                </a:lnTo>
                <a:lnTo>
                  <a:pt x="670" y="1666"/>
                </a:lnTo>
                <a:lnTo>
                  <a:pt x="671" y="1666"/>
                </a:lnTo>
                <a:lnTo>
                  <a:pt x="671" y="1663"/>
                </a:lnTo>
                <a:lnTo>
                  <a:pt x="673" y="1661"/>
                </a:lnTo>
                <a:lnTo>
                  <a:pt x="676" y="1661"/>
                </a:lnTo>
                <a:lnTo>
                  <a:pt x="677" y="1660"/>
                </a:lnTo>
                <a:lnTo>
                  <a:pt x="677" y="1661"/>
                </a:lnTo>
                <a:lnTo>
                  <a:pt x="678" y="1662"/>
                </a:lnTo>
                <a:lnTo>
                  <a:pt x="681" y="1663"/>
                </a:lnTo>
                <a:lnTo>
                  <a:pt x="683" y="1663"/>
                </a:lnTo>
                <a:lnTo>
                  <a:pt x="683" y="1662"/>
                </a:lnTo>
                <a:lnTo>
                  <a:pt x="682" y="1661"/>
                </a:lnTo>
                <a:lnTo>
                  <a:pt x="681" y="1661"/>
                </a:lnTo>
                <a:lnTo>
                  <a:pt x="680" y="1661"/>
                </a:lnTo>
                <a:lnTo>
                  <a:pt x="679" y="1660"/>
                </a:lnTo>
                <a:lnTo>
                  <a:pt x="679" y="1659"/>
                </a:lnTo>
                <a:lnTo>
                  <a:pt x="679" y="1658"/>
                </a:lnTo>
                <a:lnTo>
                  <a:pt x="680" y="1658"/>
                </a:lnTo>
                <a:lnTo>
                  <a:pt x="682" y="1658"/>
                </a:lnTo>
                <a:lnTo>
                  <a:pt x="683" y="1656"/>
                </a:lnTo>
                <a:lnTo>
                  <a:pt x="684" y="1655"/>
                </a:lnTo>
                <a:lnTo>
                  <a:pt x="684" y="1654"/>
                </a:lnTo>
                <a:lnTo>
                  <a:pt x="683" y="1654"/>
                </a:lnTo>
                <a:lnTo>
                  <a:pt x="682" y="1653"/>
                </a:lnTo>
                <a:lnTo>
                  <a:pt x="680" y="1652"/>
                </a:lnTo>
                <a:lnTo>
                  <a:pt x="679" y="1652"/>
                </a:lnTo>
                <a:lnTo>
                  <a:pt x="678" y="1652"/>
                </a:lnTo>
                <a:lnTo>
                  <a:pt x="678" y="1650"/>
                </a:lnTo>
                <a:lnTo>
                  <a:pt x="678" y="1648"/>
                </a:lnTo>
                <a:lnTo>
                  <a:pt x="679" y="1647"/>
                </a:lnTo>
                <a:lnTo>
                  <a:pt x="679" y="1646"/>
                </a:lnTo>
                <a:lnTo>
                  <a:pt x="679" y="1644"/>
                </a:lnTo>
                <a:lnTo>
                  <a:pt x="678" y="1644"/>
                </a:lnTo>
                <a:lnTo>
                  <a:pt x="675" y="1641"/>
                </a:lnTo>
                <a:lnTo>
                  <a:pt x="673" y="1639"/>
                </a:lnTo>
                <a:lnTo>
                  <a:pt x="670" y="1637"/>
                </a:lnTo>
                <a:lnTo>
                  <a:pt x="669" y="1635"/>
                </a:lnTo>
                <a:lnTo>
                  <a:pt x="669" y="1634"/>
                </a:lnTo>
                <a:lnTo>
                  <a:pt x="667" y="1633"/>
                </a:lnTo>
                <a:lnTo>
                  <a:pt x="665" y="1632"/>
                </a:lnTo>
                <a:lnTo>
                  <a:pt x="664" y="1631"/>
                </a:lnTo>
                <a:lnTo>
                  <a:pt x="663" y="1630"/>
                </a:lnTo>
                <a:lnTo>
                  <a:pt x="660" y="1629"/>
                </a:lnTo>
                <a:lnTo>
                  <a:pt x="660" y="1628"/>
                </a:lnTo>
                <a:lnTo>
                  <a:pt x="658" y="1625"/>
                </a:lnTo>
                <a:lnTo>
                  <a:pt x="657" y="1623"/>
                </a:lnTo>
                <a:lnTo>
                  <a:pt x="655" y="1622"/>
                </a:lnTo>
                <a:lnTo>
                  <a:pt x="653" y="1622"/>
                </a:lnTo>
                <a:lnTo>
                  <a:pt x="650" y="1622"/>
                </a:lnTo>
                <a:lnTo>
                  <a:pt x="647" y="1623"/>
                </a:lnTo>
                <a:lnTo>
                  <a:pt x="647" y="1622"/>
                </a:lnTo>
                <a:lnTo>
                  <a:pt x="644" y="1619"/>
                </a:lnTo>
                <a:lnTo>
                  <a:pt x="644" y="1618"/>
                </a:lnTo>
                <a:lnTo>
                  <a:pt x="644" y="1617"/>
                </a:lnTo>
                <a:lnTo>
                  <a:pt x="645" y="1616"/>
                </a:lnTo>
                <a:lnTo>
                  <a:pt x="644" y="1614"/>
                </a:lnTo>
                <a:lnTo>
                  <a:pt x="643" y="1614"/>
                </a:lnTo>
                <a:lnTo>
                  <a:pt x="643" y="1615"/>
                </a:lnTo>
                <a:lnTo>
                  <a:pt x="642" y="1615"/>
                </a:lnTo>
                <a:lnTo>
                  <a:pt x="641" y="1615"/>
                </a:lnTo>
                <a:lnTo>
                  <a:pt x="640" y="1613"/>
                </a:lnTo>
                <a:lnTo>
                  <a:pt x="641" y="1611"/>
                </a:lnTo>
                <a:lnTo>
                  <a:pt x="640" y="1611"/>
                </a:lnTo>
                <a:lnTo>
                  <a:pt x="639" y="1611"/>
                </a:lnTo>
                <a:lnTo>
                  <a:pt x="639" y="1612"/>
                </a:lnTo>
                <a:lnTo>
                  <a:pt x="638" y="1613"/>
                </a:lnTo>
                <a:lnTo>
                  <a:pt x="637" y="1613"/>
                </a:lnTo>
                <a:lnTo>
                  <a:pt x="637" y="1612"/>
                </a:lnTo>
                <a:lnTo>
                  <a:pt x="638" y="1610"/>
                </a:lnTo>
                <a:lnTo>
                  <a:pt x="637" y="1608"/>
                </a:lnTo>
                <a:lnTo>
                  <a:pt x="637" y="1605"/>
                </a:lnTo>
                <a:lnTo>
                  <a:pt x="637" y="1603"/>
                </a:lnTo>
                <a:lnTo>
                  <a:pt x="637" y="1601"/>
                </a:lnTo>
                <a:lnTo>
                  <a:pt x="637" y="1600"/>
                </a:lnTo>
                <a:lnTo>
                  <a:pt x="638" y="1600"/>
                </a:lnTo>
                <a:lnTo>
                  <a:pt x="639" y="1600"/>
                </a:lnTo>
                <a:lnTo>
                  <a:pt x="640" y="1601"/>
                </a:lnTo>
                <a:lnTo>
                  <a:pt x="642" y="1601"/>
                </a:lnTo>
                <a:lnTo>
                  <a:pt x="643" y="1601"/>
                </a:lnTo>
                <a:lnTo>
                  <a:pt x="643" y="1600"/>
                </a:lnTo>
                <a:lnTo>
                  <a:pt x="644" y="1600"/>
                </a:lnTo>
                <a:lnTo>
                  <a:pt x="645" y="1600"/>
                </a:lnTo>
                <a:lnTo>
                  <a:pt x="645" y="1601"/>
                </a:lnTo>
                <a:lnTo>
                  <a:pt x="646" y="1601"/>
                </a:lnTo>
                <a:lnTo>
                  <a:pt x="647" y="1601"/>
                </a:lnTo>
                <a:lnTo>
                  <a:pt x="648" y="1600"/>
                </a:lnTo>
                <a:lnTo>
                  <a:pt x="649" y="1600"/>
                </a:lnTo>
                <a:lnTo>
                  <a:pt x="649" y="1599"/>
                </a:lnTo>
                <a:lnTo>
                  <a:pt x="650" y="1598"/>
                </a:lnTo>
                <a:lnTo>
                  <a:pt x="650" y="1597"/>
                </a:lnTo>
                <a:lnTo>
                  <a:pt x="650" y="1595"/>
                </a:lnTo>
                <a:lnTo>
                  <a:pt x="649" y="1595"/>
                </a:lnTo>
                <a:lnTo>
                  <a:pt x="649" y="1594"/>
                </a:lnTo>
                <a:lnTo>
                  <a:pt x="649" y="1593"/>
                </a:lnTo>
                <a:lnTo>
                  <a:pt x="651" y="1590"/>
                </a:lnTo>
                <a:lnTo>
                  <a:pt x="653" y="1587"/>
                </a:lnTo>
                <a:lnTo>
                  <a:pt x="652" y="1586"/>
                </a:lnTo>
                <a:lnTo>
                  <a:pt x="651" y="1585"/>
                </a:lnTo>
                <a:lnTo>
                  <a:pt x="650" y="1584"/>
                </a:lnTo>
                <a:lnTo>
                  <a:pt x="649" y="1584"/>
                </a:lnTo>
                <a:lnTo>
                  <a:pt x="648" y="1583"/>
                </a:lnTo>
                <a:lnTo>
                  <a:pt x="648" y="1582"/>
                </a:lnTo>
                <a:lnTo>
                  <a:pt x="648" y="1580"/>
                </a:lnTo>
                <a:lnTo>
                  <a:pt x="649" y="1580"/>
                </a:lnTo>
                <a:lnTo>
                  <a:pt x="651" y="1579"/>
                </a:lnTo>
                <a:lnTo>
                  <a:pt x="651" y="1578"/>
                </a:lnTo>
                <a:lnTo>
                  <a:pt x="651" y="1577"/>
                </a:lnTo>
                <a:lnTo>
                  <a:pt x="652" y="1577"/>
                </a:lnTo>
                <a:lnTo>
                  <a:pt x="652" y="1576"/>
                </a:lnTo>
                <a:lnTo>
                  <a:pt x="655" y="1575"/>
                </a:lnTo>
                <a:lnTo>
                  <a:pt x="657" y="1574"/>
                </a:lnTo>
                <a:lnTo>
                  <a:pt x="656" y="1573"/>
                </a:lnTo>
                <a:lnTo>
                  <a:pt x="655" y="1573"/>
                </a:lnTo>
                <a:lnTo>
                  <a:pt x="655" y="1572"/>
                </a:lnTo>
                <a:lnTo>
                  <a:pt x="655" y="1571"/>
                </a:lnTo>
                <a:lnTo>
                  <a:pt x="656" y="1570"/>
                </a:lnTo>
                <a:lnTo>
                  <a:pt x="657" y="1570"/>
                </a:lnTo>
                <a:lnTo>
                  <a:pt x="657" y="1569"/>
                </a:lnTo>
                <a:lnTo>
                  <a:pt x="657" y="1570"/>
                </a:lnTo>
                <a:lnTo>
                  <a:pt x="658" y="1570"/>
                </a:lnTo>
                <a:lnTo>
                  <a:pt x="659" y="1570"/>
                </a:lnTo>
                <a:lnTo>
                  <a:pt x="659" y="1569"/>
                </a:lnTo>
                <a:lnTo>
                  <a:pt x="659" y="1568"/>
                </a:lnTo>
                <a:lnTo>
                  <a:pt x="659" y="1567"/>
                </a:lnTo>
                <a:lnTo>
                  <a:pt x="658" y="1567"/>
                </a:lnTo>
                <a:lnTo>
                  <a:pt x="657" y="1567"/>
                </a:lnTo>
                <a:lnTo>
                  <a:pt x="656" y="1566"/>
                </a:lnTo>
                <a:lnTo>
                  <a:pt x="655" y="1566"/>
                </a:lnTo>
                <a:lnTo>
                  <a:pt x="654" y="1565"/>
                </a:lnTo>
                <a:lnTo>
                  <a:pt x="653" y="1564"/>
                </a:lnTo>
                <a:lnTo>
                  <a:pt x="652" y="1564"/>
                </a:lnTo>
                <a:lnTo>
                  <a:pt x="651" y="1564"/>
                </a:lnTo>
                <a:lnTo>
                  <a:pt x="650" y="1564"/>
                </a:lnTo>
                <a:lnTo>
                  <a:pt x="648" y="1564"/>
                </a:lnTo>
                <a:lnTo>
                  <a:pt x="648" y="1565"/>
                </a:lnTo>
                <a:lnTo>
                  <a:pt x="647" y="1565"/>
                </a:lnTo>
                <a:lnTo>
                  <a:pt x="647" y="1566"/>
                </a:lnTo>
                <a:lnTo>
                  <a:pt x="647" y="1567"/>
                </a:lnTo>
                <a:lnTo>
                  <a:pt x="648" y="1567"/>
                </a:lnTo>
                <a:lnTo>
                  <a:pt x="648" y="1568"/>
                </a:lnTo>
                <a:lnTo>
                  <a:pt x="649" y="1570"/>
                </a:lnTo>
                <a:lnTo>
                  <a:pt x="650" y="1571"/>
                </a:lnTo>
                <a:lnTo>
                  <a:pt x="649" y="1572"/>
                </a:lnTo>
                <a:lnTo>
                  <a:pt x="649" y="1574"/>
                </a:lnTo>
                <a:lnTo>
                  <a:pt x="649" y="1575"/>
                </a:lnTo>
                <a:lnTo>
                  <a:pt x="648" y="1575"/>
                </a:lnTo>
                <a:lnTo>
                  <a:pt x="647" y="1574"/>
                </a:lnTo>
                <a:lnTo>
                  <a:pt x="646" y="1573"/>
                </a:lnTo>
                <a:lnTo>
                  <a:pt x="645" y="1573"/>
                </a:lnTo>
                <a:lnTo>
                  <a:pt x="645" y="1572"/>
                </a:lnTo>
                <a:lnTo>
                  <a:pt x="644" y="1572"/>
                </a:lnTo>
                <a:lnTo>
                  <a:pt x="644" y="1573"/>
                </a:lnTo>
                <a:lnTo>
                  <a:pt x="643" y="1573"/>
                </a:lnTo>
                <a:lnTo>
                  <a:pt x="642" y="1574"/>
                </a:lnTo>
                <a:lnTo>
                  <a:pt x="642" y="1575"/>
                </a:lnTo>
                <a:lnTo>
                  <a:pt x="642" y="1576"/>
                </a:lnTo>
                <a:lnTo>
                  <a:pt x="641" y="1576"/>
                </a:lnTo>
                <a:lnTo>
                  <a:pt x="638" y="1576"/>
                </a:lnTo>
                <a:lnTo>
                  <a:pt x="637" y="1576"/>
                </a:lnTo>
                <a:lnTo>
                  <a:pt x="636" y="1576"/>
                </a:lnTo>
                <a:lnTo>
                  <a:pt x="637" y="1575"/>
                </a:lnTo>
                <a:lnTo>
                  <a:pt x="637" y="1573"/>
                </a:lnTo>
                <a:lnTo>
                  <a:pt x="637" y="1571"/>
                </a:lnTo>
                <a:lnTo>
                  <a:pt x="637" y="1570"/>
                </a:lnTo>
                <a:lnTo>
                  <a:pt x="636" y="1570"/>
                </a:lnTo>
                <a:lnTo>
                  <a:pt x="635" y="1570"/>
                </a:lnTo>
                <a:lnTo>
                  <a:pt x="634" y="1570"/>
                </a:lnTo>
                <a:lnTo>
                  <a:pt x="635" y="1570"/>
                </a:lnTo>
                <a:lnTo>
                  <a:pt x="635" y="1569"/>
                </a:lnTo>
                <a:lnTo>
                  <a:pt x="634" y="1569"/>
                </a:lnTo>
                <a:lnTo>
                  <a:pt x="634" y="1568"/>
                </a:lnTo>
                <a:lnTo>
                  <a:pt x="633" y="1568"/>
                </a:lnTo>
                <a:lnTo>
                  <a:pt x="633" y="1567"/>
                </a:lnTo>
                <a:lnTo>
                  <a:pt x="632" y="1567"/>
                </a:lnTo>
                <a:lnTo>
                  <a:pt x="631" y="1567"/>
                </a:lnTo>
                <a:lnTo>
                  <a:pt x="631" y="1566"/>
                </a:lnTo>
                <a:lnTo>
                  <a:pt x="631" y="1565"/>
                </a:lnTo>
                <a:lnTo>
                  <a:pt x="632" y="1565"/>
                </a:lnTo>
                <a:lnTo>
                  <a:pt x="633" y="1565"/>
                </a:lnTo>
                <a:lnTo>
                  <a:pt x="633" y="1564"/>
                </a:lnTo>
                <a:lnTo>
                  <a:pt x="634" y="1564"/>
                </a:lnTo>
                <a:lnTo>
                  <a:pt x="635" y="1563"/>
                </a:lnTo>
                <a:lnTo>
                  <a:pt x="635" y="1562"/>
                </a:lnTo>
                <a:lnTo>
                  <a:pt x="635" y="1561"/>
                </a:lnTo>
                <a:lnTo>
                  <a:pt x="635" y="1560"/>
                </a:lnTo>
                <a:lnTo>
                  <a:pt x="634" y="1560"/>
                </a:lnTo>
                <a:lnTo>
                  <a:pt x="634" y="1559"/>
                </a:lnTo>
                <a:lnTo>
                  <a:pt x="635" y="1559"/>
                </a:lnTo>
                <a:lnTo>
                  <a:pt x="636" y="1559"/>
                </a:lnTo>
                <a:lnTo>
                  <a:pt x="636" y="1558"/>
                </a:lnTo>
                <a:lnTo>
                  <a:pt x="638" y="1555"/>
                </a:lnTo>
                <a:lnTo>
                  <a:pt x="638" y="1554"/>
                </a:lnTo>
                <a:lnTo>
                  <a:pt x="639" y="1553"/>
                </a:lnTo>
                <a:lnTo>
                  <a:pt x="639" y="1552"/>
                </a:lnTo>
                <a:lnTo>
                  <a:pt x="639" y="1551"/>
                </a:lnTo>
                <a:lnTo>
                  <a:pt x="638" y="1550"/>
                </a:lnTo>
                <a:lnTo>
                  <a:pt x="637" y="1549"/>
                </a:lnTo>
                <a:lnTo>
                  <a:pt x="635" y="1547"/>
                </a:lnTo>
                <a:lnTo>
                  <a:pt x="634" y="1546"/>
                </a:lnTo>
                <a:lnTo>
                  <a:pt x="634" y="1544"/>
                </a:lnTo>
                <a:lnTo>
                  <a:pt x="634" y="1543"/>
                </a:lnTo>
                <a:lnTo>
                  <a:pt x="633" y="1543"/>
                </a:lnTo>
                <a:lnTo>
                  <a:pt x="631" y="1542"/>
                </a:lnTo>
                <a:lnTo>
                  <a:pt x="629" y="1542"/>
                </a:lnTo>
                <a:lnTo>
                  <a:pt x="626" y="1542"/>
                </a:lnTo>
                <a:lnTo>
                  <a:pt x="625" y="1541"/>
                </a:lnTo>
                <a:lnTo>
                  <a:pt x="625" y="1540"/>
                </a:lnTo>
                <a:lnTo>
                  <a:pt x="624" y="1539"/>
                </a:lnTo>
                <a:lnTo>
                  <a:pt x="624" y="1538"/>
                </a:lnTo>
                <a:lnTo>
                  <a:pt x="623" y="1538"/>
                </a:lnTo>
                <a:lnTo>
                  <a:pt x="623" y="1539"/>
                </a:lnTo>
                <a:lnTo>
                  <a:pt x="622" y="1539"/>
                </a:lnTo>
                <a:lnTo>
                  <a:pt x="621" y="1540"/>
                </a:lnTo>
                <a:lnTo>
                  <a:pt x="620" y="1540"/>
                </a:lnTo>
                <a:lnTo>
                  <a:pt x="619" y="1540"/>
                </a:lnTo>
                <a:lnTo>
                  <a:pt x="619" y="1539"/>
                </a:lnTo>
                <a:lnTo>
                  <a:pt x="618" y="1539"/>
                </a:lnTo>
                <a:lnTo>
                  <a:pt x="617" y="1539"/>
                </a:lnTo>
                <a:lnTo>
                  <a:pt x="617" y="1538"/>
                </a:lnTo>
                <a:lnTo>
                  <a:pt x="616" y="1538"/>
                </a:lnTo>
                <a:lnTo>
                  <a:pt x="615" y="1538"/>
                </a:lnTo>
                <a:lnTo>
                  <a:pt x="615" y="1537"/>
                </a:lnTo>
                <a:lnTo>
                  <a:pt x="615" y="1536"/>
                </a:lnTo>
                <a:lnTo>
                  <a:pt x="614" y="1535"/>
                </a:lnTo>
                <a:lnTo>
                  <a:pt x="614" y="1534"/>
                </a:lnTo>
                <a:lnTo>
                  <a:pt x="614" y="1533"/>
                </a:lnTo>
                <a:lnTo>
                  <a:pt x="614" y="1532"/>
                </a:lnTo>
                <a:lnTo>
                  <a:pt x="615" y="1531"/>
                </a:lnTo>
                <a:lnTo>
                  <a:pt x="615" y="1529"/>
                </a:lnTo>
                <a:lnTo>
                  <a:pt x="616" y="1529"/>
                </a:lnTo>
                <a:lnTo>
                  <a:pt x="616" y="1528"/>
                </a:lnTo>
                <a:lnTo>
                  <a:pt x="616" y="1527"/>
                </a:lnTo>
                <a:lnTo>
                  <a:pt x="615" y="1527"/>
                </a:lnTo>
                <a:lnTo>
                  <a:pt x="614" y="1527"/>
                </a:lnTo>
                <a:lnTo>
                  <a:pt x="614" y="1528"/>
                </a:lnTo>
                <a:lnTo>
                  <a:pt x="610" y="1528"/>
                </a:lnTo>
                <a:lnTo>
                  <a:pt x="609" y="1527"/>
                </a:lnTo>
                <a:lnTo>
                  <a:pt x="609" y="1526"/>
                </a:lnTo>
                <a:lnTo>
                  <a:pt x="609" y="1525"/>
                </a:lnTo>
                <a:lnTo>
                  <a:pt x="609" y="1524"/>
                </a:lnTo>
                <a:lnTo>
                  <a:pt x="609" y="1523"/>
                </a:lnTo>
                <a:lnTo>
                  <a:pt x="609" y="1521"/>
                </a:lnTo>
                <a:lnTo>
                  <a:pt x="608" y="1520"/>
                </a:lnTo>
                <a:lnTo>
                  <a:pt x="606" y="1519"/>
                </a:lnTo>
                <a:lnTo>
                  <a:pt x="606" y="1520"/>
                </a:lnTo>
                <a:lnTo>
                  <a:pt x="605" y="1520"/>
                </a:lnTo>
                <a:lnTo>
                  <a:pt x="604" y="1519"/>
                </a:lnTo>
                <a:lnTo>
                  <a:pt x="602" y="1518"/>
                </a:lnTo>
                <a:lnTo>
                  <a:pt x="602" y="1517"/>
                </a:lnTo>
                <a:lnTo>
                  <a:pt x="601" y="1517"/>
                </a:lnTo>
                <a:lnTo>
                  <a:pt x="600" y="1516"/>
                </a:lnTo>
                <a:lnTo>
                  <a:pt x="598" y="1516"/>
                </a:lnTo>
                <a:lnTo>
                  <a:pt x="597" y="1516"/>
                </a:lnTo>
                <a:lnTo>
                  <a:pt x="597" y="1515"/>
                </a:lnTo>
                <a:lnTo>
                  <a:pt x="596" y="1515"/>
                </a:lnTo>
                <a:lnTo>
                  <a:pt x="593" y="1513"/>
                </a:lnTo>
                <a:lnTo>
                  <a:pt x="593" y="1510"/>
                </a:lnTo>
                <a:lnTo>
                  <a:pt x="594" y="1509"/>
                </a:lnTo>
                <a:lnTo>
                  <a:pt x="594" y="1508"/>
                </a:lnTo>
                <a:lnTo>
                  <a:pt x="595" y="1508"/>
                </a:lnTo>
                <a:lnTo>
                  <a:pt x="595" y="1507"/>
                </a:lnTo>
                <a:lnTo>
                  <a:pt x="595" y="1505"/>
                </a:lnTo>
                <a:lnTo>
                  <a:pt x="595" y="1504"/>
                </a:lnTo>
                <a:lnTo>
                  <a:pt x="594" y="1504"/>
                </a:lnTo>
                <a:lnTo>
                  <a:pt x="594" y="1503"/>
                </a:lnTo>
                <a:lnTo>
                  <a:pt x="595" y="1503"/>
                </a:lnTo>
                <a:lnTo>
                  <a:pt x="595" y="1502"/>
                </a:lnTo>
                <a:lnTo>
                  <a:pt x="596" y="1502"/>
                </a:lnTo>
                <a:lnTo>
                  <a:pt x="597" y="1501"/>
                </a:lnTo>
                <a:lnTo>
                  <a:pt x="597" y="1499"/>
                </a:lnTo>
                <a:lnTo>
                  <a:pt x="597" y="1498"/>
                </a:lnTo>
                <a:lnTo>
                  <a:pt x="596" y="1497"/>
                </a:lnTo>
                <a:lnTo>
                  <a:pt x="595" y="1497"/>
                </a:lnTo>
                <a:lnTo>
                  <a:pt x="595" y="1496"/>
                </a:lnTo>
                <a:lnTo>
                  <a:pt x="595" y="1495"/>
                </a:lnTo>
                <a:lnTo>
                  <a:pt x="596" y="1495"/>
                </a:lnTo>
                <a:lnTo>
                  <a:pt x="597" y="1492"/>
                </a:lnTo>
                <a:lnTo>
                  <a:pt x="597" y="1491"/>
                </a:lnTo>
                <a:lnTo>
                  <a:pt x="598" y="1489"/>
                </a:lnTo>
                <a:lnTo>
                  <a:pt x="599" y="1486"/>
                </a:lnTo>
                <a:lnTo>
                  <a:pt x="599" y="1484"/>
                </a:lnTo>
                <a:lnTo>
                  <a:pt x="600" y="1484"/>
                </a:lnTo>
                <a:lnTo>
                  <a:pt x="600" y="1482"/>
                </a:lnTo>
                <a:lnTo>
                  <a:pt x="600" y="1479"/>
                </a:lnTo>
                <a:lnTo>
                  <a:pt x="599" y="1477"/>
                </a:lnTo>
                <a:lnTo>
                  <a:pt x="597" y="1477"/>
                </a:lnTo>
                <a:lnTo>
                  <a:pt x="596" y="1477"/>
                </a:lnTo>
                <a:lnTo>
                  <a:pt x="596" y="1476"/>
                </a:lnTo>
                <a:lnTo>
                  <a:pt x="595" y="1476"/>
                </a:lnTo>
                <a:lnTo>
                  <a:pt x="592" y="1475"/>
                </a:lnTo>
                <a:lnTo>
                  <a:pt x="591" y="1475"/>
                </a:lnTo>
                <a:lnTo>
                  <a:pt x="589" y="1475"/>
                </a:lnTo>
                <a:lnTo>
                  <a:pt x="588" y="1475"/>
                </a:lnTo>
                <a:lnTo>
                  <a:pt x="586" y="1476"/>
                </a:lnTo>
                <a:lnTo>
                  <a:pt x="585" y="1476"/>
                </a:lnTo>
                <a:lnTo>
                  <a:pt x="585" y="1477"/>
                </a:lnTo>
                <a:lnTo>
                  <a:pt x="584" y="1477"/>
                </a:lnTo>
                <a:lnTo>
                  <a:pt x="584" y="1478"/>
                </a:lnTo>
                <a:lnTo>
                  <a:pt x="583" y="1477"/>
                </a:lnTo>
                <a:lnTo>
                  <a:pt x="580" y="1476"/>
                </a:lnTo>
                <a:lnTo>
                  <a:pt x="580" y="1475"/>
                </a:lnTo>
                <a:lnTo>
                  <a:pt x="580" y="1474"/>
                </a:lnTo>
                <a:lnTo>
                  <a:pt x="580" y="1473"/>
                </a:lnTo>
                <a:lnTo>
                  <a:pt x="579" y="1473"/>
                </a:lnTo>
                <a:lnTo>
                  <a:pt x="578" y="1473"/>
                </a:lnTo>
                <a:lnTo>
                  <a:pt x="577" y="1471"/>
                </a:lnTo>
                <a:lnTo>
                  <a:pt x="577" y="1469"/>
                </a:lnTo>
                <a:lnTo>
                  <a:pt x="577" y="1468"/>
                </a:lnTo>
                <a:lnTo>
                  <a:pt x="578" y="1468"/>
                </a:lnTo>
                <a:lnTo>
                  <a:pt x="578" y="1467"/>
                </a:lnTo>
                <a:lnTo>
                  <a:pt x="578" y="1466"/>
                </a:lnTo>
                <a:lnTo>
                  <a:pt x="576" y="1464"/>
                </a:lnTo>
                <a:lnTo>
                  <a:pt x="575" y="1461"/>
                </a:lnTo>
                <a:lnTo>
                  <a:pt x="575" y="1460"/>
                </a:lnTo>
                <a:lnTo>
                  <a:pt x="576" y="1459"/>
                </a:lnTo>
                <a:lnTo>
                  <a:pt x="576" y="1456"/>
                </a:lnTo>
                <a:lnTo>
                  <a:pt x="574" y="1454"/>
                </a:lnTo>
                <a:lnTo>
                  <a:pt x="573" y="1453"/>
                </a:lnTo>
                <a:lnTo>
                  <a:pt x="572" y="1453"/>
                </a:lnTo>
                <a:lnTo>
                  <a:pt x="572" y="1452"/>
                </a:lnTo>
                <a:lnTo>
                  <a:pt x="573" y="1451"/>
                </a:lnTo>
                <a:lnTo>
                  <a:pt x="574" y="1450"/>
                </a:lnTo>
                <a:lnTo>
                  <a:pt x="574" y="1449"/>
                </a:lnTo>
                <a:lnTo>
                  <a:pt x="575" y="1449"/>
                </a:lnTo>
                <a:lnTo>
                  <a:pt x="575" y="1446"/>
                </a:lnTo>
                <a:lnTo>
                  <a:pt x="574" y="1446"/>
                </a:lnTo>
                <a:lnTo>
                  <a:pt x="573" y="1446"/>
                </a:lnTo>
                <a:lnTo>
                  <a:pt x="572" y="1445"/>
                </a:lnTo>
                <a:lnTo>
                  <a:pt x="571" y="1445"/>
                </a:lnTo>
                <a:lnTo>
                  <a:pt x="571" y="1444"/>
                </a:lnTo>
                <a:lnTo>
                  <a:pt x="570" y="1443"/>
                </a:lnTo>
                <a:lnTo>
                  <a:pt x="570" y="1442"/>
                </a:lnTo>
                <a:lnTo>
                  <a:pt x="570" y="1440"/>
                </a:lnTo>
                <a:lnTo>
                  <a:pt x="569" y="1439"/>
                </a:lnTo>
                <a:lnTo>
                  <a:pt x="568" y="1439"/>
                </a:lnTo>
                <a:lnTo>
                  <a:pt x="568" y="1438"/>
                </a:lnTo>
                <a:lnTo>
                  <a:pt x="566" y="1435"/>
                </a:lnTo>
                <a:lnTo>
                  <a:pt x="565" y="1434"/>
                </a:lnTo>
                <a:lnTo>
                  <a:pt x="563" y="1428"/>
                </a:lnTo>
                <a:lnTo>
                  <a:pt x="563" y="1427"/>
                </a:lnTo>
                <a:lnTo>
                  <a:pt x="564" y="1427"/>
                </a:lnTo>
                <a:lnTo>
                  <a:pt x="564" y="1426"/>
                </a:lnTo>
                <a:lnTo>
                  <a:pt x="564" y="1425"/>
                </a:lnTo>
                <a:lnTo>
                  <a:pt x="562" y="1422"/>
                </a:lnTo>
                <a:lnTo>
                  <a:pt x="560" y="1420"/>
                </a:lnTo>
                <a:lnTo>
                  <a:pt x="558" y="1419"/>
                </a:lnTo>
                <a:lnTo>
                  <a:pt x="557" y="1419"/>
                </a:lnTo>
                <a:lnTo>
                  <a:pt x="557" y="1420"/>
                </a:lnTo>
                <a:lnTo>
                  <a:pt x="556" y="1421"/>
                </a:lnTo>
                <a:lnTo>
                  <a:pt x="556" y="1422"/>
                </a:lnTo>
                <a:lnTo>
                  <a:pt x="555" y="1422"/>
                </a:lnTo>
                <a:lnTo>
                  <a:pt x="554" y="1423"/>
                </a:lnTo>
                <a:lnTo>
                  <a:pt x="554" y="1422"/>
                </a:lnTo>
                <a:lnTo>
                  <a:pt x="555" y="1417"/>
                </a:lnTo>
                <a:lnTo>
                  <a:pt x="555" y="1415"/>
                </a:lnTo>
                <a:lnTo>
                  <a:pt x="556" y="1415"/>
                </a:lnTo>
                <a:lnTo>
                  <a:pt x="556" y="1414"/>
                </a:lnTo>
                <a:lnTo>
                  <a:pt x="557" y="1410"/>
                </a:lnTo>
                <a:lnTo>
                  <a:pt x="556" y="1409"/>
                </a:lnTo>
                <a:lnTo>
                  <a:pt x="556" y="1408"/>
                </a:lnTo>
                <a:lnTo>
                  <a:pt x="556" y="1407"/>
                </a:lnTo>
                <a:lnTo>
                  <a:pt x="555" y="1407"/>
                </a:lnTo>
                <a:lnTo>
                  <a:pt x="555" y="1406"/>
                </a:lnTo>
                <a:lnTo>
                  <a:pt x="554" y="1406"/>
                </a:lnTo>
                <a:lnTo>
                  <a:pt x="552" y="1402"/>
                </a:lnTo>
                <a:lnTo>
                  <a:pt x="553" y="1401"/>
                </a:lnTo>
                <a:lnTo>
                  <a:pt x="552" y="1401"/>
                </a:lnTo>
                <a:lnTo>
                  <a:pt x="552" y="1399"/>
                </a:lnTo>
                <a:lnTo>
                  <a:pt x="552" y="1398"/>
                </a:lnTo>
                <a:lnTo>
                  <a:pt x="551" y="1398"/>
                </a:lnTo>
                <a:lnTo>
                  <a:pt x="551" y="1397"/>
                </a:lnTo>
                <a:lnTo>
                  <a:pt x="548" y="1393"/>
                </a:lnTo>
                <a:lnTo>
                  <a:pt x="547" y="1393"/>
                </a:lnTo>
                <a:lnTo>
                  <a:pt x="547" y="1392"/>
                </a:lnTo>
                <a:lnTo>
                  <a:pt x="547" y="1391"/>
                </a:lnTo>
                <a:lnTo>
                  <a:pt x="547" y="1389"/>
                </a:lnTo>
                <a:lnTo>
                  <a:pt x="547" y="1388"/>
                </a:lnTo>
                <a:lnTo>
                  <a:pt x="546" y="1388"/>
                </a:lnTo>
                <a:lnTo>
                  <a:pt x="545" y="1388"/>
                </a:lnTo>
                <a:lnTo>
                  <a:pt x="545" y="1389"/>
                </a:lnTo>
                <a:lnTo>
                  <a:pt x="543" y="1390"/>
                </a:lnTo>
                <a:lnTo>
                  <a:pt x="542" y="1389"/>
                </a:lnTo>
                <a:lnTo>
                  <a:pt x="543" y="1387"/>
                </a:lnTo>
                <a:lnTo>
                  <a:pt x="545" y="1385"/>
                </a:lnTo>
                <a:lnTo>
                  <a:pt x="546" y="1384"/>
                </a:lnTo>
                <a:lnTo>
                  <a:pt x="547" y="1384"/>
                </a:lnTo>
                <a:lnTo>
                  <a:pt x="546" y="1383"/>
                </a:lnTo>
                <a:lnTo>
                  <a:pt x="545" y="1383"/>
                </a:lnTo>
                <a:lnTo>
                  <a:pt x="544" y="1383"/>
                </a:lnTo>
                <a:lnTo>
                  <a:pt x="543" y="1382"/>
                </a:lnTo>
                <a:lnTo>
                  <a:pt x="543" y="1381"/>
                </a:lnTo>
                <a:lnTo>
                  <a:pt x="543" y="1380"/>
                </a:lnTo>
                <a:lnTo>
                  <a:pt x="544" y="1380"/>
                </a:lnTo>
                <a:lnTo>
                  <a:pt x="545" y="1379"/>
                </a:lnTo>
                <a:lnTo>
                  <a:pt x="546" y="1378"/>
                </a:lnTo>
                <a:lnTo>
                  <a:pt x="546" y="1377"/>
                </a:lnTo>
                <a:lnTo>
                  <a:pt x="545" y="1377"/>
                </a:lnTo>
                <a:lnTo>
                  <a:pt x="545" y="1376"/>
                </a:lnTo>
                <a:lnTo>
                  <a:pt x="544" y="1376"/>
                </a:lnTo>
                <a:lnTo>
                  <a:pt x="544" y="1375"/>
                </a:lnTo>
                <a:lnTo>
                  <a:pt x="543" y="1375"/>
                </a:lnTo>
                <a:lnTo>
                  <a:pt x="540" y="1375"/>
                </a:lnTo>
                <a:lnTo>
                  <a:pt x="539" y="1375"/>
                </a:lnTo>
                <a:lnTo>
                  <a:pt x="537" y="1375"/>
                </a:lnTo>
                <a:lnTo>
                  <a:pt x="536" y="1375"/>
                </a:lnTo>
                <a:lnTo>
                  <a:pt x="535" y="1374"/>
                </a:lnTo>
                <a:lnTo>
                  <a:pt x="535" y="1373"/>
                </a:lnTo>
                <a:lnTo>
                  <a:pt x="534" y="1373"/>
                </a:lnTo>
                <a:lnTo>
                  <a:pt x="534" y="1372"/>
                </a:lnTo>
                <a:lnTo>
                  <a:pt x="534" y="1368"/>
                </a:lnTo>
                <a:lnTo>
                  <a:pt x="534" y="1365"/>
                </a:lnTo>
                <a:lnTo>
                  <a:pt x="534" y="1363"/>
                </a:lnTo>
                <a:lnTo>
                  <a:pt x="533" y="1362"/>
                </a:lnTo>
                <a:lnTo>
                  <a:pt x="531" y="1358"/>
                </a:lnTo>
                <a:lnTo>
                  <a:pt x="531" y="1357"/>
                </a:lnTo>
                <a:lnTo>
                  <a:pt x="530" y="1357"/>
                </a:lnTo>
                <a:lnTo>
                  <a:pt x="529" y="1356"/>
                </a:lnTo>
                <a:lnTo>
                  <a:pt x="527" y="1355"/>
                </a:lnTo>
                <a:lnTo>
                  <a:pt x="526" y="1353"/>
                </a:lnTo>
                <a:lnTo>
                  <a:pt x="524" y="1352"/>
                </a:lnTo>
                <a:lnTo>
                  <a:pt x="522" y="1351"/>
                </a:lnTo>
                <a:lnTo>
                  <a:pt x="522" y="1350"/>
                </a:lnTo>
                <a:lnTo>
                  <a:pt x="521" y="1348"/>
                </a:lnTo>
                <a:lnTo>
                  <a:pt x="521" y="1347"/>
                </a:lnTo>
                <a:lnTo>
                  <a:pt x="521" y="1346"/>
                </a:lnTo>
                <a:lnTo>
                  <a:pt x="522" y="1346"/>
                </a:lnTo>
                <a:lnTo>
                  <a:pt x="522" y="1343"/>
                </a:lnTo>
                <a:lnTo>
                  <a:pt x="522" y="1342"/>
                </a:lnTo>
                <a:lnTo>
                  <a:pt x="523" y="1342"/>
                </a:lnTo>
                <a:lnTo>
                  <a:pt x="524" y="1341"/>
                </a:lnTo>
                <a:lnTo>
                  <a:pt x="524" y="1340"/>
                </a:lnTo>
                <a:lnTo>
                  <a:pt x="525" y="1339"/>
                </a:lnTo>
                <a:lnTo>
                  <a:pt x="525" y="1338"/>
                </a:lnTo>
                <a:lnTo>
                  <a:pt x="523" y="1338"/>
                </a:lnTo>
                <a:lnTo>
                  <a:pt x="523" y="1337"/>
                </a:lnTo>
                <a:lnTo>
                  <a:pt x="522" y="1336"/>
                </a:lnTo>
                <a:lnTo>
                  <a:pt x="521" y="1336"/>
                </a:lnTo>
                <a:lnTo>
                  <a:pt x="521" y="1335"/>
                </a:lnTo>
                <a:lnTo>
                  <a:pt x="522" y="1334"/>
                </a:lnTo>
                <a:lnTo>
                  <a:pt x="522" y="1332"/>
                </a:lnTo>
                <a:lnTo>
                  <a:pt x="521" y="1330"/>
                </a:lnTo>
                <a:lnTo>
                  <a:pt x="520" y="1329"/>
                </a:lnTo>
                <a:lnTo>
                  <a:pt x="520" y="1328"/>
                </a:lnTo>
                <a:lnTo>
                  <a:pt x="518" y="1325"/>
                </a:lnTo>
                <a:lnTo>
                  <a:pt x="516" y="1325"/>
                </a:lnTo>
                <a:lnTo>
                  <a:pt x="515" y="1326"/>
                </a:lnTo>
                <a:lnTo>
                  <a:pt x="514" y="1326"/>
                </a:lnTo>
                <a:lnTo>
                  <a:pt x="514" y="1327"/>
                </a:lnTo>
                <a:lnTo>
                  <a:pt x="513" y="1328"/>
                </a:lnTo>
                <a:lnTo>
                  <a:pt x="513" y="1327"/>
                </a:lnTo>
                <a:lnTo>
                  <a:pt x="512" y="1326"/>
                </a:lnTo>
                <a:lnTo>
                  <a:pt x="511" y="1326"/>
                </a:lnTo>
                <a:lnTo>
                  <a:pt x="510" y="1326"/>
                </a:lnTo>
                <a:lnTo>
                  <a:pt x="510" y="1327"/>
                </a:lnTo>
                <a:lnTo>
                  <a:pt x="510" y="1328"/>
                </a:lnTo>
                <a:lnTo>
                  <a:pt x="509" y="1328"/>
                </a:lnTo>
                <a:lnTo>
                  <a:pt x="508" y="1329"/>
                </a:lnTo>
                <a:lnTo>
                  <a:pt x="507" y="1330"/>
                </a:lnTo>
                <a:lnTo>
                  <a:pt x="505" y="1334"/>
                </a:lnTo>
                <a:lnTo>
                  <a:pt x="505" y="1335"/>
                </a:lnTo>
                <a:lnTo>
                  <a:pt x="505" y="1336"/>
                </a:lnTo>
                <a:lnTo>
                  <a:pt x="505" y="1337"/>
                </a:lnTo>
                <a:lnTo>
                  <a:pt x="505" y="1338"/>
                </a:lnTo>
                <a:lnTo>
                  <a:pt x="504" y="1338"/>
                </a:lnTo>
                <a:lnTo>
                  <a:pt x="504" y="1339"/>
                </a:lnTo>
                <a:lnTo>
                  <a:pt x="502" y="1339"/>
                </a:lnTo>
                <a:lnTo>
                  <a:pt x="502" y="1340"/>
                </a:lnTo>
                <a:lnTo>
                  <a:pt x="500" y="1341"/>
                </a:lnTo>
                <a:lnTo>
                  <a:pt x="498" y="1342"/>
                </a:lnTo>
                <a:lnTo>
                  <a:pt x="496" y="1344"/>
                </a:lnTo>
                <a:lnTo>
                  <a:pt x="495" y="1344"/>
                </a:lnTo>
                <a:lnTo>
                  <a:pt x="495" y="1345"/>
                </a:lnTo>
                <a:lnTo>
                  <a:pt x="495" y="1346"/>
                </a:lnTo>
                <a:lnTo>
                  <a:pt x="493" y="1347"/>
                </a:lnTo>
                <a:lnTo>
                  <a:pt x="492" y="1346"/>
                </a:lnTo>
                <a:lnTo>
                  <a:pt x="492" y="1345"/>
                </a:lnTo>
                <a:lnTo>
                  <a:pt x="492" y="1344"/>
                </a:lnTo>
                <a:lnTo>
                  <a:pt x="491" y="1344"/>
                </a:lnTo>
                <a:lnTo>
                  <a:pt x="490" y="1344"/>
                </a:lnTo>
                <a:lnTo>
                  <a:pt x="489" y="1344"/>
                </a:lnTo>
                <a:lnTo>
                  <a:pt x="489" y="1345"/>
                </a:lnTo>
                <a:lnTo>
                  <a:pt x="488" y="1345"/>
                </a:lnTo>
                <a:lnTo>
                  <a:pt x="487" y="1343"/>
                </a:lnTo>
                <a:lnTo>
                  <a:pt x="487" y="1341"/>
                </a:lnTo>
                <a:lnTo>
                  <a:pt x="486" y="1338"/>
                </a:lnTo>
                <a:lnTo>
                  <a:pt x="485" y="1339"/>
                </a:lnTo>
                <a:lnTo>
                  <a:pt x="484" y="1339"/>
                </a:lnTo>
                <a:lnTo>
                  <a:pt x="483" y="1339"/>
                </a:lnTo>
                <a:lnTo>
                  <a:pt x="483" y="1338"/>
                </a:lnTo>
                <a:lnTo>
                  <a:pt x="482" y="1338"/>
                </a:lnTo>
                <a:lnTo>
                  <a:pt x="482" y="1337"/>
                </a:lnTo>
                <a:lnTo>
                  <a:pt x="481" y="1337"/>
                </a:lnTo>
                <a:lnTo>
                  <a:pt x="480" y="1336"/>
                </a:lnTo>
                <a:lnTo>
                  <a:pt x="476" y="1335"/>
                </a:lnTo>
                <a:lnTo>
                  <a:pt x="475" y="1335"/>
                </a:lnTo>
                <a:lnTo>
                  <a:pt x="473" y="1335"/>
                </a:lnTo>
                <a:lnTo>
                  <a:pt x="473" y="1336"/>
                </a:lnTo>
                <a:lnTo>
                  <a:pt x="473" y="1338"/>
                </a:lnTo>
                <a:lnTo>
                  <a:pt x="471" y="1339"/>
                </a:lnTo>
                <a:lnTo>
                  <a:pt x="470" y="1339"/>
                </a:lnTo>
                <a:lnTo>
                  <a:pt x="470" y="1340"/>
                </a:lnTo>
                <a:lnTo>
                  <a:pt x="469" y="1341"/>
                </a:lnTo>
                <a:lnTo>
                  <a:pt x="469" y="1343"/>
                </a:lnTo>
                <a:lnTo>
                  <a:pt x="469" y="1344"/>
                </a:lnTo>
                <a:lnTo>
                  <a:pt x="469" y="1345"/>
                </a:lnTo>
                <a:lnTo>
                  <a:pt x="468" y="1347"/>
                </a:lnTo>
                <a:lnTo>
                  <a:pt x="465" y="1350"/>
                </a:lnTo>
                <a:lnTo>
                  <a:pt x="465" y="1351"/>
                </a:lnTo>
                <a:lnTo>
                  <a:pt x="463" y="1352"/>
                </a:lnTo>
                <a:lnTo>
                  <a:pt x="463" y="1353"/>
                </a:lnTo>
                <a:lnTo>
                  <a:pt x="463" y="1354"/>
                </a:lnTo>
                <a:lnTo>
                  <a:pt x="463" y="1355"/>
                </a:lnTo>
                <a:lnTo>
                  <a:pt x="462" y="1357"/>
                </a:lnTo>
                <a:lnTo>
                  <a:pt x="461" y="1357"/>
                </a:lnTo>
                <a:lnTo>
                  <a:pt x="460" y="1357"/>
                </a:lnTo>
                <a:lnTo>
                  <a:pt x="460" y="1356"/>
                </a:lnTo>
                <a:lnTo>
                  <a:pt x="459" y="1356"/>
                </a:lnTo>
                <a:lnTo>
                  <a:pt x="458" y="1356"/>
                </a:lnTo>
                <a:lnTo>
                  <a:pt x="457" y="1357"/>
                </a:lnTo>
                <a:lnTo>
                  <a:pt x="457" y="1359"/>
                </a:lnTo>
                <a:lnTo>
                  <a:pt x="456" y="1359"/>
                </a:lnTo>
                <a:lnTo>
                  <a:pt x="456" y="1360"/>
                </a:lnTo>
                <a:lnTo>
                  <a:pt x="456" y="1361"/>
                </a:lnTo>
                <a:lnTo>
                  <a:pt x="456" y="1362"/>
                </a:lnTo>
                <a:lnTo>
                  <a:pt x="455" y="1362"/>
                </a:lnTo>
                <a:lnTo>
                  <a:pt x="455" y="1363"/>
                </a:lnTo>
                <a:lnTo>
                  <a:pt x="454" y="1363"/>
                </a:lnTo>
                <a:lnTo>
                  <a:pt x="453" y="1363"/>
                </a:lnTo>
                <a:lnTo>
                  <a:pt x="453" y="1364"/>
                </a:lnTo>
                <a:lnTo>
                  <a:pt x="452" y="1363"/>
                </a:lnTo>
                <a:lnTo>
                  <a:pt x="451" y="1363"/>
                </a:lnTo>
                <a:lnTo>
                  <a:pt x="450" y="1363"/>
                </a:lnTo>
                <a:lnTo>
                  <a:pt x="449" y="1360"/>
                </a:lnTo>
                <a:lnTo>
                  <a:pt x="449" y="1359"/>
                </a:lnTo>
                <a:lnTo>
                  <a:pt x="450" y="1357"/>
                </a:lnTo>
                <a:lnTo>
                  <a:pt x="450" y="1354"/>
                </a:lnTo>
                <a:lnTo>
                  <a:pt x="449" y="1353"/>
                </a:lnTo>
                <a:lnTo>
                  <a:pt x="450" y="1351"/>
                </a:lnTo>
                <a:lnTo>
                  <a:pt x="450" y="1349"/>
                </a:lnTo>
                <a:lnTo>
                  <a:pt x="449" y="1348"/>
                </a:lnTo>
                <a:lnTo>
                  <a:pt x="448" y="1348"/>
                </a:lnTo>
                <a:lnTo>
                  <a:pt x="447" y="1347"/>
                </a:lnTo>
                <a:lnTo>
                  <a:pt x="447" y="1346"/>
                </a:lnTo>
                <a:lnTo>
                  <a:pt x="447" y="1345"/>
                </a:lnTo>
                <a:lnTo>
                  <a:pt x="447" y="1344"/>
                </a:lnTo>
                <a:lnTo>
                  <a:pt x="447" y="1343"/>
                </a:lnTo>
                <a:lnTo>
                  <a:pt x="448" y="1343"/>
                </a:lnTo>
                <a:lnTo>
                  <a:pt x="451" y="1341"/>
                </a:lnTo>
                <a:lnTo>
                  <a:pt x="451" y="1340"/>
                </a:lnTo>
                <a:lnTo>
                  <a:pt x="451" y="1338"/>
                </a:lnTo>
                <a:lnTo>
                  <a:pt x="450" y="1338"/>
                </a:lnTo>
                <a:lnTo>
                  <a:pt x="450" y="1337"/>
                </a:lnTo>
                <a:lnTo>
                  <a:pt x="450" y="1336"/>
                </a:lnTo>
                <a:lnTo>
                  <a:pt x="451" y="1336"/>
                </a:lnTo>
                <a:lnTo>
                  <a:pt x="451" y="1335"/>
                </a:lnTo>
                <a:lnTo>
                  <a:pt x="451" y="1334"/>
                </a:lnTo>
                <a:lnTo>
                  <a:pt x="449" y="1333"/>
                </a:lnTo>
                <a:lnTo>
                  <a:pt x="448" y="1333"/>
                </a:lnTo>
                <a:lnTo>
                  <a:pt x="446" y="1333"/>
                </a:lnTo>
                <a:lnTo>
                  <a:pt x="445" y="1332"/>
                </a:lnTo>
                <a:lnTo>
                  <a:pt x="444" y="1332"/>
                </a:lnTo>
                <a:lnTo>
                  <a:pt x="444" y="1333"/>
                </a:lnTo>
                <a:lnTo>
                  <a:pt x="443" y="1333"/>
                </a:lnTo>
                <a:lnTo>
                  <a:pt x="439" y="1332"/>
                </a:lnTo>
                <a:lnTo>
                  <a:pt x="438" y="1332"/>
                </a:lnTo>
                <a:lnTo>
                  <a:pt x="437" y="1332"/>
                </a:lnTo>
                <a:lnTo>
                  <a:pt x="437" y="1331"/>
                </a:lnTo>
                <a:lnTo>
                  <a:pt x="436" y="1330"/>
                </a:lnTo>
                <a:lnTo>
                  <a:pt x="434" y="1330"/>
                </a:lnTo>
                <a:lnTo>
                  <a:pt x="433" y="1330"/>
                </a:lnTo>
                <a:lnTo>
                  <a:pt x="432" y="1329"/>
                </a:lnTo>
                <a:lnTo>
                  <a:pt x="429" y="1326"/>
                </a:lnTo>
                <a:lnTo>
                  <a:pt x="428" y="1326"/>
                </a:lnTo>
                <a:lnTo>
                  <a:pt x="427" y="1326"/>
                </a:lnTo>
                <a:lnTo>
                  <a:pt x="426" y="1326"/>
                </a:lnTo>
                <a:lnTo>
                  <a:pt x="426" y="1325"/>
                </a:lnTo>
                <a:lnTo>
                  <a:pt x="427" y="1323"/>
                </a:lnTo>
                <a:lnTo>
                  <a:pt x="429" y="1321"/>
                </a:lnTo>
                <a:lnTo>
                  <a:pt x="431" y="1319"/>
                </a:lnTo>
                <a:lnTo>
                  <a:pt x="431" y="1318"/>
                </a:lnTo>
                <a:lnTo>
                  <a:pt x="431" y="1319"/>
                </a:lnTo>
                <a:lnTo>
                  <a:pt x="432" y="1318"/>
                </a:lnTo>
                <a:lnTo>
                  <a:pt x="431" y="1316"/>
                </a:lnTo>
                <a:lnTo>
                  <a:pt x="431" y="1315"/>
                </a:lnTo>
                <a:lnTo>
                  <a:pt x="430" y="1315"/>
                </a:lnTo>
                <a:lnTo>
                  <a:pt x="430" y="1314"/>
                </a:lnTo>
                <a:lnTo>
                  <a:pt x="429" y="1314"/>
                </a:lnTo>
                <a:lnTo>
                  <a:pt x="426" y="1311"/>
                </a:lnTo>
                <a:lnTo>
                  <a:pt x="424" y="1308"/>
                </a:lnTo>
                <a:lnTo>
                  <a:pt x="423" y="1306"/>
                </a:lnTo>
                <a:lnTo>
                  <a:pt x="422" y="1306"/>
                </a:lnTo>
                <a:lnTo>
                  <a:pt x="422" y="1305"/>
                </a:lnTo>
                <a:lnTo>
                  <a:pt x="420" y="1302"/>
                </a:lnTo>
                <a:lnTo>
                  <a:pt x="419" y="1301"/>
                </a:lnTo>
                <a:lnTo>
                  <a:pt x="418" y="1300"/>
                </a:lnTo>
                <a:lnTo>
                  <a:pt x="414" y="1299"/>
                </a:lnTo>
                <a:lnTo>
                  <a:pt x="413" y="1298"/>
                </a:lnTo>
                <a:lnTo>
                  <a:pt x="411" y="1295"/>
                </a:lnTo>
                <a:lnTo>
                  <a:pt x="411" y="1294"/>
                </a:lnTo>
                <a:lnTo>
                  <a:pt x="411" y="1293"/>
                </a:lnTo>
                <a:lnTo>
                  <a:pt x="410" y="1292"/>
                </a:lnTo>
                <a:lnTo>
                  <a:pt x="410" y="1289"/>
                </a:lnTo>
                <a:lnTo>
                  <a:pt x="409" y="1289"/>
                </a:lnTo>
                <a:lnTo>
                  <a:pt x="409" y="1288"/>
                </a:lnTo>
                <a:lnTo>
                  <a:pt x="409" y="1287"/>
                </a:lnTo>
                <a:lnTo>
                  <a:pt x="409" y="1286"/>
                </a:lnTo>
                <a:lnTo>
                  <a:pt x="408" y="1284"/>
                </a:lnTo>
                <a:lnTo>
                  <a:pt x="408" y="1283"/>
                </a:lnTo>
                <a:lnTo>
                  <a:pt x="407" y="1282"/>
                </a:lnTo>
                <a:lnTo>
                  <a:pt x="406" y="1280"/>
                </a:lnTo>
                <a:lnTo>
                  <a:pt x="406" y="1279"/>
                </a:lnTo>
                <a:lnTo>
                  <a:pt x="406" y="1278"/>
                </a:lnTo>
                <a:lnTo>
                  <a:pt x="405" y="1277"/>
                </a:lnTo>
                <a:lnTo>
                  <a:pt x="404" y="1276"/>
                </a:lnTo>
                <a:lnTo>
                  <a:pt x="403" y="1274"/>
                </a:lnTo>
                <a:lnTo>
                  <a:pt x="402" y="1274"/>
                </a:lnTo>
                <a:lnTo>
                  <a:pt x="402" y="1273"/>
                </a:lnTo>
                <a:lnTo>
                  <a:pt x="403" y="1271"/>
                </a:lnTo>
                <a:lnTo>
                  <a:pt x="403" y="1270"/>
                </a:lnTo>
                <a:lnTo>
                  <a:pt x="404" y="1269"/>
                </a:lnTo>
                <a:lnTo>
                  <a:pt x="404" y="1266"/>
                </a:lnTo>
                <a:lnTo>
                  <a:pt x="405" y="1266"/>
                </a:lnTo>
                <a:lnTo>
                  <a:pt x="406" y="1266"/>
                </a:lnTo>
                <a:lnTo>
                  <a:pt x="408" y="1266"/>
                </a:lnTo>
                <a:lnTo>
                  <a:pt x="410" y="1264"/>
                </a:lnTo>
                <a:lnTo>
                  <a:pt x="412" y="1265"/>
                </a:lnTo>
                <a:lnTo>
                  <a:pt x="413" y="1266"/>
                </a:lnTo>
                <a:lnTo>
                  <a:pt x="413" y="1267"/>
                </a:lnTo>
                <a:lnTo>
                  <a:pt x="415" y="1267"/>
                </a:lnTo>
                <a:lnTo>
                  <a:pt x="416" y="1265"/>
                </a:lnTo>
                <a:lnTo>
                  <a:pt x="417" y="1264"/>
                </a:lnTo>
                <a:lnTo>
                  <a:pt x="417" y="1263"/>
                </a:lnTo>
                <a:lnTo>
                  <a:pt x="418" y="1263"/>
                </a:lnTo>
                <a:lnTo>
                  <a:pt x="419" y="1263"/>
                </a:lnTo>
                <a:lnTo>
                  <a:pt x="420" y="1263"/>
                </a:lnTo>
                <a:lnTo>
                  <a:pt x="421" y="1263"/>
                </a:lnTo>
                <a:lnTo>
                  <a:pt x="422" y="1263"/>
                </a:lnTo>
                <a:lnTo>
                  <a:pt x="423" y="1262"/>
                </a:lnTo>
                <a:lnTo>
                  <a:pt x="424" y="1262"/>
                </a:lnTo>
                <a:lnTo>
                  <a:pt x="425" y="1262"/>
                </a:lnTo>
                <a:lnTo>
                  <a:pt x="426" y="1262"/>
                </a:lnTo>
                <a:lnTo>
                  <a:pt x="428" y="1260"/>
                </a:lnTo>
                <a:lnTo>
                  <a:pt x="430" y="1259"/>
                </a:lnTo>
                <a:lnTo>
                  <a:pt x="429" y="1259"/>
                </a:lnTo>
                <a:lnTo>
                  <a:pt x="429" y="1258"/>
                </a:lnTo>
                <a:lnTo>
                  <a:pt x="429" y="1257"/>
                </a:lnTo>
                <a:lnTo>
                  <a:pt x="430" y="1256"/>
                </a:lnTo>
                <a:lnTo>
                  <a:pt x="431" y="1256"/>
                </a:lnTo>
                <a:lnTo>
                  <a:pt x="433" y="1254"/>
                </a:lnTo>
                <a:lnTo>
                  <a:pt x="433" y="1253"/>
                </a:lnTo>
                <a:lnTo>
                  <a:pt x="433" y="1252"/>
                </a:lnTo>
                <a:lnTo>
                  <a:pt x="429" y="1249"/>
                </a:lnTo>
                <a:lnTo>
                  <a:pt x="428" y="1249"/>
                </a:lnTo>
                <a:lnTo>
                  <a:pt x="427" y="1248"/>
                </a:lnTo>
                <a:lnTo>
                  <a:pt x="427" y="1247"/>
                </a:lnTo>
                <a:lnTo>
                  <a:pt x="426" y="1246"/>
                </a:lnTo>
                <a:lnTo>
                  <a:pt x="426" y="1245"/>
                </a:lnTo>
                <a:lnTo>
                  <a:pt x="427" y="1245"/>
                </a:lnTo>
                <a:lnTo>
                  <a:pt x="428" y="1244"/>
                </a:lnTo>
                <a:lnTo>
                  <a:pt x="430" y="1245"/>
                </a:lnTo>
                <a:lnTo>
                  <a:pt x="430" y="1244"/>
                </a:lnTo>
                <a:lnTo>
                  <a:pt x="431" y="1240"/>
                </a:lnTo>
                <a:lnTo>
                  <a:pt x="431" y="1239"/>
                </a:lnTo>
                <a:lnTo>
                  <a:pt x="431" y="1237"/>
                </a:lnTo>
                <a:lnTo>
                  <a:pt x="429" y="1237"/>
                </a:lnTo>
                <a:lnTo>
                  <a:pt x="427" y="1235"/>
                </a:lnTo>
                <a:lnTo>
                  <a:pt x="425" y="1232"/>
                </a:lnTo>
                <a:lnTo>
                  <a:pt x="422" y="1232"/>
                </a:lnTo>
                <a:lnTo>
                  <a:pt x="419" y="1231"/>
                </a:lnTo>
                <a:lnTo>
                  <a:pt x="418" y="1229"/>
                </a:lnTo>
                <a:lnTo>
                  <a:pt x="413" y="1228"/>
                </a:lnTo>
                <a:lnTo>
                  <a:pt x="411" y="1228"/>
                </a:lnTo>
                <a:lnTo>
                  <a:pt x="411" y="1226"/>
                </a:lnTo>
                <a:lnTo>
                  <a:pt x="411" y="1225"/>
                </a:lnTo>
                <a:lnTo>
                  <a:pt x="412" y="1224"/>
                </a:lnTo>
                <a:lnTo>
                  <a:pt x="413" y="1222"/>
                </a:lnTo>
                <a:lnTo>
                  <a:pt x="413" y="1221"/>
                </a:lnTo>
                <a:lnTo>
                  <a:pt x="412" y="1221"/>
                </a:lnTo>
                <a:lnTo>
                  <a:pt x="414" y="1218"/>
                </a:lnTo>
                <a:lnTo>
                  <a:pt x="415" y="1217"/>
                </a:lnTo>
                <a:lnTo>
                  <a:pt x="413" y="1215"/>
                </a:lnTo>
                <a:lnTo>
                  <a:pt x="413" y="1214"/>
                </a:lnTo>
                <a:lnTo>
                  <a:pt x="412" y="1212"/>
                </a:lnTo>
                <a:lnTo>
                  <a:pt x="409" y="1212"/>
                </a:lnTo>
                <a:lnTo>
                  <a:pt x="408" y="1211"/>
                </a:lnTo>
                <a:lnTo>
                  <a:pt x="405" y="1209"/>
                </a:lnTo>
                <a:lnTo>
                  <a:pt x="403" y="1208"/>
                </a:lnTo>
                <a:lnTo>
                  <a:pt x="402" y="1208"/>
                </a:lnTo>
                <a:lnTo>
                  <a:pt x="401" y="1207"/>
                </a:lnTo>
                <a:lnTo>
                  <a:pt x="400" y="1205"/>
                </a:lnTo>
                <a:lnTo>
                  <a:pt x="400" y="1200"/>
                </a:lnTo>
                <a:lnTo>
                  <a:pt x="400" y="1198"/>
                </a:lnTo>
                <a:lnTo>
                  <a:pt x="400" y="1195"/>
                </a:lnTo>
                <a:lnTo>
                  <a:pt x="399" y="1193"/>
                </a:lnTo>
                <a:lnTo>
                  <a:pt x="398" y="1193"/>
                </a:lnTo>
                <a:lnTo>
                  <a:pt x="398" y="1194"/>
                </a:lnTo>
                <a:lnTo>
                  <a:pt x="397" y="1194"/>
                </a:lnTo>
                <a:lnTo>
                  <a:pt x="396" y="1193"/>
                </a:lnTo>
                <a:lnTo>
                  <a:pt x="396" y="1192"/>
                </a:lnTo>
                <a:lnTo>
                  <a:pt x="396" y="1190"/>
                </a:lnTo>
                <a:lnTo>
                  <a:pt x="396" y="1188"/>
                </a:lnTo>
                <a:lnTo>
                  <a:pt x="395" y="1185"/>
                </a:lnTo>
                <a:lnTo>
                  <a:pt x="394" y="1184"/>
                </a:lnTo>
                <a:lnTo>
                  <a:pt x="392" y="1183"/>
                </a:lnTo>
                <a:lnTo>
                  <a:pt x="390" y="1181"/>
                </a:lnTo>
                <a:lnTo>
                  <a:pt x="389" y="1180"/>
                </a:lnTo>
                <a:lnTo>
                  <a:pt x="388" y="1180"/>
                </a:lnTo>
                <a:lnTo>
                  <a:pt x="387" y="1179"/>
                </a:lnTo>
                <a:lnTo>
                  <a:pt x="383" y="1178"/>
                </a:lnTo>
                <a:lnTo>
                  <a:pt x="382" y="1177"/>
                </a:lnTo>
                <a:lnTo>
                  <a:pt x="381" y="1177"/>
                </a:lnTo>
                <a:lnTo>
                  <a:pt x="381" y="1175"/>
                </a:lnTo>
                <a:lnTo>
                  <a:pt x="381" y="1173"/>
                </a:lnTo>
                <a:lnTo>
                  <a:pt x="381" y="1172"/>
                </a:lnTo>
                <a:lnTo>
                  <a:pt x="379" y="1172"/>
                </a:lnTo>
                <a:lnTo>
                  <a:pt x="378" y="1172"/>
                </a:lnTo>
                <a:lnTo>
                  <a:pt x="377" y="1173"/>
                </a:lnTo>
                <a:lnTo>
                  <a:pt x="376" y="1173"/>
                </a:lnTo>
                <a:lnTo>
                  <a:pt x="374" y="1173"/>
                </a:lnTo>
                <a:lnTo>
                  <a:pt x="374" y="1169"/>
                </a:lnTo>
                <a:lnTo>
                  <a:pt x="375" y="1168"/>
                </a:lnTo>
                <a:lnTo>
                  <a:pt x="376" y="1168"/>
                </a:lnTo>
                <a:lnTo>
                  <a:pt x="376" y="1167"/>
                </a:lnTo>
                <a:lnTo>
                  <a:pt x="374" y="1165"/>
                </a:lnTo>
                <a:lnTo>
                  <a:pt x="373" y="1164"/>
                </a:lnTo>
                <a:lnTo>
                  <a:pt x="370" y="1160"/>
                </a:lnTo>
                <a:lnTo>
                  <a:pt x="368" y="1157"/>
                </a:lnTo>
                <a:lnTo>
                  <a:pt x="365" y="1157"/>
                </a:lnTo>
                <a:lnTo>
                  <a:pt x="362" y="1157"/>
                </a:lnTo>
                <a:lnTo>
                  <a:pt x="361" y="1156"/>
                </a:lnTo>
                <a:lnTo>
                  <a:pt x="361" y="1155"/>
                </a:lnTo>
                <a:lnTo>
                  <a:pt x="357" y="1152"/>
                </a:lnTo>
                <a:lnTo>
                  <a:pt x="357" y="1151"/>
                </a:lnTo>
                <a:lnTo>
                  <a:pt x="358" y="1150"/>
                </a:lnTo>
                <a:lnTo>
                  <a:pt x="358" y="1149"/>
                </a:lnTo>
                <a:lnTo>
                  <a:pt x="357" y="1147"/>
                </a:lnTo>
                <a:lnTo>
                  <a:pt x="356" y="1147"/>
                </a:lnTo>
                <a:lnTo>
                  <a:pt x="356" y="1145"/>
                </a:lnTo>
                <a:lnTo>
                  <a:pt x="356" y="1141"/>
                </a:lnTo>
                <a:lnTo>
                  <a:pt x="356" y="1139"/>
                </a:lnTo>
                <a:lnTo>
                  <a:pt x="357" y="1134"/>
                </a:lnTo>
                <a:lnTo>
                  <a:pt x="357" y="1133"/>
                </a:lnTo>
                <a:lnTo>
                  <a:pt x="356" y="1130"/>
                </a:lnTo>
                <a:lnTo>
                  <a:pt x="356" y="1127"/>
                </a:lnTo>
                <a:lnTo>
                  <a:pt x="356" y="1126"/>
                </a:lnTo>
                <a:lnTo>
                  <a:pt x="355" y="1128"/>
                </a:lnTo>
                <a:lnTo>
                  <a:pt x="354" y="1128"/>
                </a:lnTo>
                <a:lnTo>
                  <a:pt x="353" y="1128"/>
                </a:lnTo>
                <a:lnTo>
                  <a:pt x="353" y="1129"/>
                </a:lnTo>
                <a:lnTo>
                  <a:pt x="352" y="1130"/>
                </a:lnTo>
                <a:lnTo>
                  <a:pt x="351" y="1131"/>
                </a:lnTo>
                <a:lnTo>
                  <a:pt x="351" y="1132"/>
                </a:lnTo>
                <a:lnTo>
                  <a:pt x="350" y="1133"/>
                </a:lnTo>
                <a:lnTo>
                  <a:pt x="349" y="1133"/>
                </a:lnTo>
                <a:lnTo>
                  <a:pt x="346" y="1132"/>
                </a:lnTo>
                <a:lnTo>
                  <a:pt x="344" y="1132"/>
                </a:lnTo>
                <a:lnTo>
                  <a:pt x="339" y="1132"/>
                </a:lnTo>
                <a:lnTo>
                  <a:pt x="338" y="1133"/>
                </a:lnTo>
                <a:lnTo>
                  <a:pt x="339" y="1135"/>
                </a:lnTo>
                <a:lnTo>
                  <a:pt x="338" y="1135"/>
                </a:lnTo>
                <a:lnTo>
                  <a:pt x="337" y="1137"/>
                </a:lnTo>
                <a:lnTo>
                  <a:pt x="336" y="1137"/>
                </a:lnTo>
                <a:lnTo>
                  <a:pt x="335" y="1139"/>
                </a:lnTo>
                <a:lnTo>
                  <a:pt x="335" y="1140"/>
                </a:lnTo>
                <a:lnTo>
                  <a:pt x="335" y="1144"/>
                </a:lnTo>
                <a:lnTo>
                  <a:pt x="336" y="1145"/>
                </a:lnTo>
                <a:lnTo>
                  <a:pt x="337" y="1147"/>
                </a:lnTo>
                <a:lnTo>
                  <a:pt x="336" y="1147"/>
                </a:lnTo>
                <a:lnTo>
                  <a:pt x="335" y="1147"/>
                </a:lnTo>
                <a:lnTo>
                  <a:pt x="334" y="1148"/>
                </a:lnTo>
                <a:lnTo>
                  <a:pt x="335" y="1149"/>
                </a:lnTo>
                <a:lnTo>
                  <a:pt x="334" y="1149"/>
                </a:lnTo>
                <a:lnTo>
                  <a:pt x="334" y="1150"/>
                </a:lnTo>
                <a:lnTo>
                  <a:pt x="330" y="1151"/>
                </a:lnTo>
                <a:lnTo>
                  <a:pt x="328" y="1152"/>
                </a:lnTo>
                <a:lnTo>
                  <a:pt x="327" y="1151"/>
                </a:lnTo>
                <a:lnTo>
                  <a:pt x="326" y="1151"/>
                </a:lnTo>
                <a:lnTo>
                  <a:pt x="326" y="1152"/>
                </a:lnTo>
                <a:lnTo>
                  <a:pt x="325" y="1153"/>
                </a:lnTo>
                <a:lnTo>
                  <a:pt x="325" y="1154"/>
                </a:lnTo>
                <a:lnTo>
                  <a:pt x="324" y="1155"/>
                </a:lnTo>
                <a:lnTo>
                  <a:pt x="323" y="1156"/>
                </a:lnTo>
                <a:lnTo>
                  <a:pt x="323" y="1157"/>
                </a:lnTo>
                <a:lnTo>
                  <a:pt x="321" y="1158"/>
                </a:lnTo>
                <a:lnTo>
                  <a:pt x="321" y="1159"/>
                </a:lnTo>
                <a:lnTo>
                  <a:pt x="322" y="1160"/>
                </a:lnTo>
                <a:lnTo>
                  <a:pt x="323" y="1160"/>
                </a:lnTo>
                <a:lnTo>
                  <a:pt x="323" y="1163"/>
                </a:lnTo>
                <a:lnTo>
                  <a:pt x="322" y="1166"/>
                </a:lnTo>
                <a:lnTo>
                  <a:pt x="322" y="1170"/>
                </a:lnTo>
                <a:lnTo>
                  <a:pt x="322" y="1171"/>
                </a:lnTo>
                <a:lnTo>
                  <a:pt x="320" y="1172"/>
                </a:lnTo>
                <a:lnTo>
                  <a:pt x="319" y="1173"/>
                </a:lnTo>
                <a:lnTo>
                  <a:pt x="317" y="1173"/>
                </a:lnTo>
                <a:lnTo>
                  <a:pt x="317" y="1172"/>
                </a:lnTo>
                <a:lnTo>
                  <a:pt x="316" y="1172"/>
                </a:lnTo>
                <a:lnTo>
                  <a:pt x="314" y="1172"/>
                </a:lnTo>
                <a:lnTo>
                  <a:pt x="314" y="1173"/>
                </a:lnTo>
                <a:lnTo>
                  <a:pt x="314" y="1174"/>
                </a:lnTo>
                <a:lnTo>
                  <a:pt x="314" y="1175"/>
                </a:lnTo>
                <a:lnTo>
                  <a:pt x="313" y="1176"/>
                </a:lnTo>
                <a:lnTo>
                  <a:pt x="311" y="1177"/>
                </a:lnTo>
                <a:lnTo>
                  <a:pt x="309" y="1179"/>
                </a:lnTo>
                <a:lnTo>
                  <a:pt x="308" y="1179"/>
                </a:lnTo>
                <a:lnTo>
                  <a:pt x="308" y="1180"/>
                </a:lnTo>
                <a:lnTo>
                  <a:pt x="308" y="1181"/>
                </a:lnTo>
                <a:lnTo>
                  <a:pt x="308" y="1183"/>
                </a:lnTo>
                <a:lnTo>
                  <a:pt x="307" y="1185"/>
                </a:lnTo>
                <a:lnTo>
                  <a:pt x="307" y="1186"/>
                </a:lnTo>
                <a:lnTo>
                  <a:pt x="305" y="1185"/>
                </a:lnTo>
                <a:lnTo>
                  <a:pt x="304" y="1185"/>
                </a:lnTo>
                <a:lnTo>
                  <a:pt x="303" y="1184"/>
                </a:lnTo>
                <a:lnTo>
                  <a:pt x="301" y="1184"/>
                </a:lnTo>
                <a:lnTo>
                  <a:pt x="298" y="1185"/>
                </a:lnTo>
                <a:lnTo>
                  <a:pt x="297" y="1185"/>
                </a:lnTo>
                <a:lnTo>
                  <a:pt x="296" y="1186"/>
                </a:lnTo>
                <a:lnTo>
                  <a:pt x="297" y="1188"/>
                </a:lnTo>
                <a:lnTo>
                  <a:pt x="296" y="1189"/>
                </a:lnTo>
                <a:lnTo>
                  <a:pt x="295" y="1194"/>
                </a:lnTo>
                <a:lnTo>
                  <a:pt x="295" y="1197"/>
                </a:lnTo>
                <a:lnTo>
                  <a:pt x="295" y="1198"/>
                </a:lnTo>
                <a:lnTo>
                  <a:pt x="296" y="1198"/>
                </a:lnTo>
                <a:lnTo>
                  <a:pt x="298" y="1200"/>
                </a:lnTo>
                <a:lnTo>
                  <a:pt x="298" y="1201"/>
                </a:lnTo>
                <a:lnTo>
                  <a:pt x="298" y="1204"/>
                </a:lnTo>
                <a:lnTo>
                  <a:pt x="299" y="1204"/>
                </a:lnTo>
                <a:lnTo>
                  <a:pt x="297" y="1206"/>
                </a:lnTo>
                <a:lnTo>
                  <a:pt x="295" y="1207"/>
                </a:lnTo>
                <a:lnTo>
                  <a:pt x="295" y="1209"/>
                </a:lnTo>
                <a:lnTo>
                  <a:pt x="297" y="1212"/>
                </a:lnTo>
                <a:lnTo>
                  <a:pt x="298" y="1212"/>
                </a:lnTo>
                <a:lnTo>
                  <a:pt x="299" y="1212"/>
                </a:lnTo>
                <a:lnTo>
                  <a:pt x="300" y="1212"/>
                </a:lnTo>
                <a:lnTo>
                  <a:pt x="301" y="1214"/>
                </a:lnTo>
                <a:lnTo>
                  <a:pt x="301" y="1216"/>
                </a:lnTo>
                <a:lnTo>
                  <a:pt x="301" y="1217"/>
                </a:lnTo>
                <a:lnTo>
                  <a:pt x="300" y="1218"/>
                </a:lnTo>
                <a:lnTo>
                  <a:pt x="299" y="1218"/>
                </a:lnTo>
                <a:lnTo>
                  <a:pt x="298" y="1221"/>
                </a:lnTo>
                <a:lnTo>
                  <a:pt x="298" y="1222"/>
                </a:lnTo>
                <a:lnTo>
                  <a:pt x="297" y="1223"/>
                </a:lnTo>
                <a:lnTo>
                  <a:pt x="296" y="1224"/>
                </a:lnTo>
                <a:lnTo>
                  <a:pt x="295" y="1226"/>
                </a:lnTo>
                <a:lnTo>
                  <a:pt x="295" y="1228"/>
                </a:lnTo>
                <a:lnTo>
                  <a:pt x="295" y="1229"/>
                </a:lnTo>
                <a:lnTo>
                  <a:pt x="295" y="1230"/>
                </a:lnTo>
                <a:lnTo>
                  <a:pt x="294" y="1232"/>
                </a:lnTo>
                <a:lnTo>
                  <a:pt x="293" y="1232"/>
                </a:lnTo>
                <a:lnTo>
                  <a:pt x="292" y="1232"/>
                </a:lnTo>
                <a:lnTo>
                  <a:pt x="293" y="1236"/>
                </a:lnTo>
                <a:lnTo>
                  <a:pt x="294" y="1236"/>
                </a:lnTo>
                <a:lnTo>
                  <a:pt x="295" y="1236"/>
                </a:lnTo>
                <a:lnTo>
                  <a:pt x="295" y="1237"/>
                </a:lnTo>
                <a:lnTo>
                  <a:pt x="296" y="1239"/>
                </a:lnTo>
                <a:lnTo>
                  <a:pt x="296" y="1241"/>
                </a:lnTo>
                <a:lnTo>
                  <a:pt x="296" y="1243"/>
                </a:lnTo>
                <a:lnTo>
                  <a:pt x="295" y="1243"/>
                </a:lnTo>
                <a:lnTo>
                  <a:pt x="294" y="1244"/>
                </a:lnTo>
                <a:lnTo>
                  <a:pt x="292" y="1247"/>
                </a:lnTo>
                <a:lnTo>
                  <a:pt x="291" y="1249"/>
                </a:lnTo>
                <a:lnTo>
                  <a:pt x="290" y="1253"/>
                </a:lnTo>
                <a:lnTo>
                  <a:pt x="290" y="1255"/>
                </a:lnTo>
                <a:lnTo>
                  <a:pt x="290" y="1256"/>
                </a:lnTo>
                <a:lnTo>
                  <a:pt x="290" y="1260"/>
                </a:lnTo>
                <a:lnTo>
                  <a:pt x="291" y="1263"/>
                </a:lnTo>
                <a:lnTo>
                  <a:pt x="292" y="1265"/>
                </a:lnTo>
                <a:lnTo>
                  <a:pt x="292" y="1267"/>
                </a:lnTo>
                <a:lnTo>
                  <a:pt x="291" y="1266"/>
                </a:lnTo>
                <a:lnTo>
                  <a:pt x="290" y="1265"/>
                </a:lnTo>
                <a:lnTo>
                  <a:pt x="290" y="1264"/>
                </a:lnTo>
                <a:lnTo>
                  <a:pt x="287" y="1260"/>
                </a:lnTo>
                <a:lnTo>
                  <a:pt x="284" y="1259"/>
                </a:lnTo>
                <a:lnTo>
                  <a:pt x="283" y="1257"/>
                </a:lnTo>
                <a:lnTo>
                  <a:pt x="283" y="1256"/>
                </a:lnTo>
                <a:lnTo>
                  <a:pt x="282" y="1255"/>
                </a:lnTo>
                <a:lnTo>
                  <a:pt x="282" y="1254"/>
                </a:lnTo>
                <a:lnTo>
                  <a:pt x="281" y="1254"/>
                </a:lnTo>
                <a:lnTo>
                  <a:pt x="279" y="1253"/>
                </a:lnTo>
                <a:lnTo>
                  <a:pt x="278" y="1252"/>
                </a:lnTo>
                <a:lnTo>
                  <a:pt x="276" y="1250"/>
                </a:lnTo>
                <a:lnTo>
                  <a:pt x="276" y="1249"/>
                </a:lnTo>
                <a:lnTo>
                  <a:pt x="276" y="1248"/>
                </a:lnTo>
                <a:lnTo>
                  <a:pt x="276" y="1246"/>
                </a:lnTo>
                <a:lnTo>
                  <a:pt x="275" y="1244"/>
                </a:lnTo>
                <a:lnTo>
                  <a:pt x="273" y="1244"/>
                </a:lnTo>
                <a:lnTo>
                  <a:pt x="272" y="1244"/>
                </a:lnTo>
                <a:lnTo>
                  <a:pt x="272" y="1243"/>
                </a:lnTo>
                <a:lnTo>
                  <a:pt x="272" y="1242"/>
                </a:lnTo>
                <a:lnTo>
                  <a:pt x="272" y="1241"/>
                </a:lnTo>
                <a:lnTo>
                  <a:pt x="273" y="1241"/>
                </a:lnTo>
                <a:lnTo>
                  <a:pt x="273" y="1240"/>
                </a:lnTo>
                <a:lnTo>
                  <a:pt x="273" y="1238"/>
                </a:lnTo>
                <a:lnTo>
                  <a:pt x="273" y="1237"/>
                </a:lnTo>
                <a:lnTo>
                  <a:pt x="273" y="1236"/>
                </a:lnTo>
                <a:lnTo>
                  <a:pt x="272" y="1235"/>
                </a:lnTo>
                <a:lnTo>
                  <a:pt x="271" y="1235"/>
                </a:lnTo>
                <a:lnTo>
                  <a:pt x="270" y="1234"/>
                </a:lnTo>
                <a:lnTo>
                  <a:pt x="269" y="1234"/>
                </a:lnTo>
                <a:lnTo>
                  <a:pt x="268" y="1234"/>
                </a:lnTo>
                <a:lnTo>
                  <a:pt x="268" y="1233"/>
                </a:lnTo>
                <a:lnTo>
                  <a:pt x="267" y="1233"/>
                </a:lnTo>
                <a:lnTo>
                  <a:pt x="265" y="1231"/>
                </a:lnTo>
                <a:lnTo>
                  <a:pt x="264" y="1231"/>
                </a:lnTo>
                <a:lnTo>
                  <a:pt x="264" y="1230"/>
                </a:lnTo>
                <a:lnTo>
                  <a:pt x="263" y="1227"/>
                </a:lnTo>
                <a:lnTo>
                  <a:pt x="263" y="1225"/>
                </a:lnTo>
                <a:lnTo>
                  <a:pt x="264" y="1224"/>
                </a:lnTo>
                <a:lnTo>
                  <a:pt x="263" y="1224"/>
                </a:lnTo>
                <a:lnTo>
                  <a:pt x="262" y="1224"/>
                </a:lnTo>
                <a:lnTo>
                  <a:pt x="260" y="1221"/>
                </a:lnTo>
                <a:lnTo>
                  <a:pt x="259" y="1217"/>
                </a:lnTo>
                <a:lnTo>
                  <a:pt x="256" y="1215"/>
                </a:lnTo>
                <a:lnTo>
                  <a:pt x="256" y="1214"/>
                </a:lnTo>
                <a:lnTo>
                  <a:pt x="255" y="1214"/>
                </a:lnTo>
                <a:lnTo>
                  <a:pt x="255" y="1213"/>
                </a:lnTo>
                <a:lnTo>
                  <a:pt x="254" y="1213"/>
                </a:lnTo>
                <a:lnTo>
                  <a:pt x="254" y="1212"/>
                </a:lnTo>
                <a:lnTo>
                  <a:pt x="254" y="1211"/>
                </a:lnTo>
                <a:lnTo>
                  <a:pt x="254" y="1210"/>
                </a:lnTo>
                <a:lnTo>
                  <a:pt x="254" y="1209"/>
                </a:lnTo>
                <a:lnTo>
                  <a:pt x="253" y="1209"/>
                </a:lnTo>
                <a:lnTo>
                  <a:pt x="253" y="1208"/>
                </a:lnTo>
                <a:lnTo>
                  <a:pt x="253" y="1207"/>
                </a:lnTo>
                <a:lnTo>
                  <a:pt x="254" y="1207"/>
                </a:lnTo>
                <a:lnTo>
                  <a:pt x="256" y="1206"/>
                </a:lnTo>
                <a:lnTo>
                  <a:pt x="257" y="1205"/>
                </a:lnTo>
                <a:lnTo>
                  <a:pt x="257" y="1204"/>
                </a:lnTo>
                <a:lnTo>
                  <a:pt x="256" y="1203"/>
                </a:lnTo>
                <a:lnTo>
                  <a:pt x="257" y="1199"/>
                </a:lnTo>
                <a:lnTo>
                  <a:pt x="257" y="1198"/>
                </a:lnTo>
                <a:lnTo>
                  <a:pt x="258" y="1196"/>
                </a:lnTo>
                <a:lnTo>
                  <a:pt x="258" y="1194"/>
                </a:lnTo>
                <a:lnTo>
                  <a:pt x="258" y="1192"/>
                </a:lnTo>
                <a:lnTo>
                  <a:pt x="257" y="1188"/>
                </a:lnTo>
                <a:lnTo>
                  <a:pt x="256" y="1184"/>
                </a:lnTo>
                <a:lnTo>
                  <a:pt x="256" y="1182"/>
                </a:lnTo>
                <a:lnTo>
                  <a:pt x="255" y="1181"/>
                </a:lnTo>
                <a:lnTo>
                  <a:pt x="255" y="1179"/>
                </a:lnTo>
                <a:lnTo>
                  <a:pt x="256" y="1178"/>
                </a:lnTo>
                <a:lnTo>
                  <a:pt x="257" y="1177"/>
                </a:lnTo>
                <a:lnTo>
                  <a:pt x="258" y="1175"/>
                </a:lnTo>
                <a:lnTo>
                  <a:pt x="258" y="1174"/>
                </a:lnTo>
                <a:lnTo>
                  <a:pt x="257" y="1174"/>
                </a:lnTo>
                <a:lnTo>
                  <a:pt x="255" y="1173"/>
                </a:lnTo>
                <a:lnTo>
                  <a:pt x="255" y="1172"/>
                </a:lnTo>
                <a:lnTo>
                  <a:pt x="256" y="1171"/>
                </a:lnTo>
                <a:lnTo>
                  <a:pt x="256" y="1169"/>
                </a:lnTo>
                <a:lnTo>
                  <a:pt x="255" y="1168"/>
                </a:lnTo>
                <a:lnTo>
                  <a:pt x="254" y="1168"/>
                </a:lnTo>
                <a:lnTo>
                  <a:pt x="254" y="1167"/>
                </a:lnTo>
                <a:lnTo>
                  <a:pt x="255" y="1166"/>
                </a:lnTo>
                <a:lnTo>
                  <a:pt x="255" y="1165"/>
                </a:lnTo>
                <a:lnTo>
                  <a:pt x="253" y="1164"/>
                </a:lnTo>
                <a:lnTo>
                  <a:pt x="252" y="1164"/>
                </a:lnTo>
                <a:lnTo>
                  <a:pt x="252" y="1163"/>
                </a:lnTo>
                <a:lnTo>
                  <a:pt x="252" y="1161"/>
                </a:lnTo>
                <a:lnTo>
                  <a:pt x="252" y="1159"/>
                </a:lnTo>
                <a:lnTo>
                  <a:pt x="252" y="1158"/>
                </a:lnTo>
                <a:lnTo>
                  <a:pt x="251" y="1158"/>
                </a:lnTo>
                <a:lnTo>
                  <a:pt x="251" y="1157"/>
                </a:lnTo>
                <a:lnTo>
                  <a:pt x="251" y="1156"/>
                </a:lnTo>
                <a:lnTo>
                  <a:pt x="252" y="1155"/>
                </a:lnTo>
                <a:lnTo>
                  <a:pt x="252" y="1154"/>
                </a:lnTo>
                <a:lnTo>
                  <a:pt x="251" y="1153"/>
                </a:lnTo>
                <a:lnTo>
                  <a:pt x="249" y="1152"/>
                </a:lnTo>
                <a:lnTo>
                  <a:pt x="249" y="1151"/>
                </a:lnTo>
                <a:lnTo>
                  <a:pt x="249" y="1150"/>
                </a:lnTo>
                <a:lnTo>
                  <a:pt x="250" y="1150"/>
                </a:lnTo>
                <a:lnTo>
                  <a:pt x="251" y="1149"/>
                </a:lnTo>
                <a:lnTo>
                  <a:pt x="251" y="1148"/>
                </a:lnTo>
                <a:lnTo>
                  <a:pt x="250" y="1147"/>
                </a:lnTo>
                <a:lnTo>
                  <a:pt x="250" y="1146"/>
                </a:lnTo>
                <a:lnTo>
                  <a:pt x="251" y="1145"/>
                </a:lnTo>
                <a:lnTo>
                  <a:pt x="251" y="1144"/>
                </a:lnTo>
                <a:lnTo>
                  <a:pt x="251" y="1143"/>
                </a:lnTo>
                <a:lnTo>
                  <a:pt x="250" y="1141"/>
                </a:lnTo>
                <a:lnTo>
                  <a:pt x="249" y="1139"/>
                </a:lnTo>
                <a:lnTo>
                  <a:pt x="248" y="1138"/>
                </a:lnTo>
                <a:lnTo>
                  <a:pt x="248" y="1137"/>
                </a:lnTo>
                <a:lnTo>
                  <a:pt x="248" y="1136"/>
                </a:lnTo>
                <a:lnTo>
                  <a:pt x="248" y="1134"/>
                </a:lnTo>
                <a:lnTo>
                  <a:pt x="249" y="1134"/>
                </a:lnTo>
                <a:lnTo>
                  <a:pt x="248" y="1131"/>
                </a:lnTo>
                <a:lnTo>
                  <a:pt x="247" y="1130"/>
                </a:lnTo>
                <a:lnTo>
                  <a:pt x="247" y="1127"/>
                </a:lnTo>
                <a:lnTo>
                  <a:pt x="247" y="1124"/>
                </a:lnTo>
                <a:lnTo>
                  <a:pt x="247" y="1122"/>
                </a:lnTo>
                <a:lnTo>
                  <a:pt x="247" y="1121"/>
                </a:lnTo>
                <a:lnTo>
                  <a:pt x="248" y="1117"/>
                </a:lnTo>
                <a:lnTo>
                  <a:pt x="249" y="1115"/>
                </a:lnTo>
                <a:lnTo>
                  <a:pt x="249" y="1114"/>
                </a:lnTo>
                <a:lnTo>
                  <a:pt x="249" y="1113"/>
                </a:lnTo>
                <a:lnTo>
                  <a:pt x="249" y="1112"/>
                </a:lnTo>
                <a:lnTo>
                  <a:pt x="250" y="1112"/>
                </a:lnTo>
                <a:lnTo>
                  <a:pt x="251" y="1111"/>
                </a:lnTo>
                <a:lnTo>
                  <a:pt x="252" y="1110"/>
                </a:lnTo>
                <a:lnTo>
                  <a:pt x="252" y="1108"/>
                </a:lnTo>
                <a:lnTo>
                  <a:pt x="252" y="1106"/>
                </a:lnTo>
                <a:lnTo>
                  <a:pt x="252" y="1103"/>
                </a:lnTo>
                <a:lnTo>
                  <a:pt x="252" y="1101"/>
                </a:lnTo>
                <a:lnTo>
                  <a:pt x="253" y="1100"/>
                </a:lnTo>
                <a:lnTo>
                  <a:pt x="253" y="1099"/>
                </a:lnTo>
                <a:lnTo>
                  <a:pt x="253" y="1098"/>
                </a:lnTo>
                <a:lnTo>
                  <a:pt x="252" y="1098"/>
                </a:lnTo>
                <a:lnTo>
                  <a:pt x="252" y="1097"/>
                </a:lnTo>
                <a:lnTo>
                  <a:pt x="252" y="1096"/>
                </a:lnTo>
                <a:lnTo>
                  <a:pt x="253" y="1095"/>
                </a:lnTo>
                <a:lnTo>
                  <a:pt x="253" y="1094"/>
                </a:lnTo>
                <a:lnTo>
                  <a:pt x="252" y="1093"/>
                </a:lnTo>
                <a:lnTo>
                  <a:pt x="252" y="1089"/>
                </a:lnTo>
                <a:lnTo>
                  <a:pt x="253" y="1087"/>
                </a:lnTo>
                <a:lnTo>
                  <a:pt x="253" y="1085"/>
                </a:lnTo>
                <a:lnTo>
                  <a:pt x="253" y="1083"/>
                </a:lnTo>
                <a:lnTo>
                  <a:pt x="252" y="1082"/>
                </a:lnTo>
                <a:lnTo>
                  <a:pt x="252" y="1077"/>
                </a:lnTo>
                <a:lnTo>
                  <a:pt x="252" y="1075"/>
                </a:lnTo>
                <a:lnTo>
                  <a:pt x="252" y="1074"/>
                </a:lnTo>
                <a:lnTo>
                  <a:pt x="251" y="1073"/>
                </a:lnTo>
                <a:lnTo>
                  <a:pt x="252" y="1073"/>
                </a:lnTo>
                <a:lnTo>
                  <a:pt x="252" y="1070"/>
                </a:lnTo>
                <a:lnTo>
                  <a:pt x="252" y="1068"/>
                </a:lnTo>
                <a:lnTo>
                  <a:pt x="252" y="1067"/>
                </a:lnTo>
                <a:lnTo>
                  <a:pt x="252" y="1066"/>
                </a:lnTo>
                <a:lnTo>
                  <a:pt x="252" y="1064"/>
                </a:lnTo>
                <a:lnTo>
                  <a:pt x="252" y="1063"/>
                </a:lnTo>
                <a:lnTo>
                  <a:pt x="252" y="1062"/>
                </a:lnTo>
                <a:lnTo>
                  <a:pt x="252" y="1061"/>
                </a:lnTo>
                <a:lnTo>
                  <a:pt x="251" y="1060"/>
                </a:lnTo>
                <a:lnTo>
                  <a:pt x="252" y="1059"/>
                </a:lnTo>
                <a:lnTo>
                  <a:pt x="253" y="1058"/>
                </a:lnTo>
                <a:lnTo>
                  <a:pt x="253" y="1050"/>
                </a:lnTo>
                <a:lnTo>
                  <a:pt x="253" y="1049"/>
                </a:lnTo>
                <a:lnTo>
                  <a:pt x="254" y="1048"/>
                </a:lnTo>
                <a:lnTo>
                  <a:pt x="254" y="1047"/>
                </a:lnTo>
                <a:lnTo>
                  <a:pt x="253" y="1046"/>
                </a:lnTo>
                <a:lnTo>
                  <a:pt x="253" y="1045"/>
                </a:lnTo>
                <a:lnTo>
                  <a:pt x="253" y="1044"/>
                </a:lnTo>
                <a:lnTo>
                  <a:pt x="253" y="1043"/>
                </a:lnTo>
                <a:lnTo>
                  <a:pt x="254" y="1043"/>
                </a:lnTo>
                <a:lnTo>
                  <a:pt x="254" y="1042"/>
                </a:lnTo>
                <a:lnTo>
                  <a:pt x="254" y="1040"/>
                </a:lnTo>
                <a:lnTo>
                  <a:pt x="254" y="1039"/>
                </a:lnTo>
                <a:lnTo>
                  <a:pt x="253" y="1037"/>
                </a:lnTo>
                <a:lnTo>
                  <a:pt x="252" y="1037"/>
                </a:lnTo>
                <a:lnTo>
                  <a:pt x="250" y="1034"/>
                </a:lnTo>
                <a:lnTo>
                  <a:pt x="250" y="1033"/>
                </a:lnTo>
                <a:lnTo>
                  <a:pt x="251" y="1032"/>
                </a:lnTo>
                <a:lnTo>
                  <a:pt x="249" y="1029"/>
                </a:lnTo>
                <a:lnTo>
                  <a:pt x="248" y="1028"/>
                </a:lnTo>
                <a:lnTo>
                  <a:pt x="247" y="1027"/>
                </a:lnTo>
                <a:lnTo>
                  <a:pt x="246" y="1027"/>
                </a:lnTo>
                <a:lnTo>
                  <a:pt x="246" y="1026"/>
                </a:lnTo>
                <a:lnTo>
                  <a:pt x="248" y="1023"/>
                </a:lnTo>
                <a:lnTo>
                  <a:pt x="247" y="1022"/>
                </a:lnTo>
                <a:lnTo>
                  <a:pt x="247" y="1021"/>
                </a:lnTo>
                <a:lnTo>
                  <a:pt x="247" y="1020"/>
                </a:lnTo>
                <a:lnTo>
                  <a:pt x="246" y="1011"/>
                </a:lnTo>
                <a:lnTo>
                  <a:pt x="246" y="1010"/>
                </a:lnTo>
                <a:lnTo>
                  <a:pt x="247" y="1009"/>
                </a:lnTo>
                <a:lnTo>
                  <a:pt x="247" y="1007"/>
                </a:lnTo>
                <a:lnTo>
                  <a:pt x="246" y="1003"/>
                </a:lnTo>
                <a:lnTo>
                  <a:pt x="246" y="1002"/>
                </a:lnTo>
                <a:lnTo>
                  <a:pt x="247" y="1002"/>
                </a:lnTo>
                <a:lnTo>
                  <a:pt x="248" y="1001"/>
                </a:lnTo>
                <a:lnTo>
                  <a:pt x="247" y="1000"/>
                </a:lnTo>
                <a:lnTo>
                  <a:pt x="246" y="998"/>
                </a:lnTo>
                <a:lnTo>
                  <a:pt x="247" y="998"/>
                </a:lnTo>
                <a:lnTo>
                  <a:pt x="247" y="997"/>
                </a:lnTo>
                <a:lnTo>
                  <a:pt x="247" y="996"/>
                </a:lnTo>
                <a:lnTo>
                  <a:pt x="247" y="995"/>
                </a:lnTo>
                <a:lnTo>
                  <a:pt x="246" y="994"/>
                </a:lnTo>
                <a:lnTo>
                  <a:pt x="246" y="992"/>
                </a:lnTo>
                <a:lnTo>
                  <a:pt x="247" y="991"/>
                </a:lnTo>
                <a:lnTo>
                  <a:pt x="247" y="990"/>
                </a:lnTo>
                <a:lnTo>
                  <a:pt x="247" y="989"/>
                </a:lnTo>
                <a:lnTo>
                  <a:pt x="246" y="988"/>
                </a:lnTo>
                <a:lnTo>
                  <a:pt x="246" y="986"/>
                </a:lnTo>
                <a:lnTo>
                  <a:pt x="246" y="984"/>
                </a:lnTo>
                <a:lnTo>
                  <a:pt x="245" y="980"/>
                </a:lnTo>
                <a:lnTo>
                  <a:pt x="245" y="979"/>
                </a:lnTo>
                <a:lnTo>
                  <a:pt x="246" y="976"/>
                </a:lnTo>
                <a:lnTo>
                  <a:pt x="246" y="975"/>
                </a:lnTo>
                <a:lnTo>
                  <a:pt x="247" y="972"/>
                </a:lnTo>
                <a:lnTo>
                  <a:pt x="246" y="972"/>
                </a:lnTo>
                <a:lnTo>
                  <a:pt x="246" y="971"/>
                </a:lnTo>
                <a:lnTo>
                  <a:pt x="245" y="971"/>
                </a:lnTo>
                <a:lnTo>
                  <a:pt x="245" y="970"/>
                </a:lnTo>
                <a:lnTo>
                  <a:pt x="244" y="968"/>
                </a:lnTo>
                <a:lnTo>
                  <a:pt x="244" y="967"/>
                </a:lnTo>
                <a:lnTo>
                  <a:pt x="243" y="966"/>
                </a:lnTo>
                <a:lnTo>
                  <a:pt x="243" y="965"/>
                </a:lnTo>
                <a:lnTo>
                  <a:pt x="242" y="964"/>
                </a:lnTo>
                <a:lnTo>
                  <a:pt x="241" y="963"/>
                </a:lnTo>
                <a:lnTo>
                  <a:pt x="240" y="961"/>
                </a:lnTo>
                <a:lnTo>
                  <a:pt x="240" y="960"/>
                </a:lnTo>
                <a:lnTo>
                  <a:pt x="241" y="960"/>
                </a:lnTo>
                <a:lnTo>
                  <a:pt x="240" y="958"/>
                </a:lnTo>
                <a:lnTo>
                  <a:pt x="239" y="956"/>
                </a:lnTo>
                <a:lnTo>
                  <a:pt x="238" y="955"/>
                </a:lnTo>
                <a:lnTo>
                  <a:pt x="238" y="954"/>
                </a:lnTo>
                <a:lnTo>
                  <a:pt x="239" y="953"/>
                </a:lnTo>
                <a:lnTo>
                  <a:pt x="238" y="953"/>
                </a:lnTo>
                <a:lnTo>
                  <a:pt x="238" y="952"/>
                </a:lnTo>
                <a:lnTo>
                  <a:pt x="237" y="952"/>
                </a:lnTo>
                <a:lnTo>
                  <a:pt x="237" y="951"/>
                </a:lnTo>
                <a:lnTo>
                  <a:pt x="238" y="949"/>
                </a:lnTo>
                <a:lnTo>
                  <a:pt x="238" y="948"/>
                </a:lnTo>
                <a:lnTo>
                  <a:pt x="238" y="947"/>
                </a:lnTo>
                <a:lnTo>
                  <a:pt x="239" y="946"/>
                </a:lnTo>
                <a:lnTo>
                  <a:pt x="239" y="944"/>
                </a:lnTo>
                <a:lnTo>
                  <a:pt x="239" y="943"/>
                </a:lnTo>
                <a:lnTo>
                  <a:pt x="240" y="938"/>
                </a:lnTo>
                <a:lnTo>
                  <a:pt x="240" y="936"/>
                </a:lnTo>
                <a:lnTo>
                  <a:pt x="241" y="935"/>
                </a:lnTo>
                <a:lnTo>
                  <a:pt x="241" y="934"/>
                </a:lnTo>
                <a:lnTo>
                  <a:pt x="241" y="933"/>
                </a:lnTo>
                <a:lnTo>
                  <a:pt x="241" y="932"/>
                </a:lnTo>
                <a:lnTo>
                  <a:pt x="242" y="928"/>
                </a:lnTo>
                <a:lnTo>
                  <a:pt x="242" y="927"/>
                </a:lnTo>
                <a:lnTo>
                  <a:pt x="243" y="927"/>
                </a:lnTo>
                <a:lnTo>
                  <a:pt x="243" y="926"/>
                </a:lnTo>
                <a:lnTo>
                  <a:pt x="244" y="925"/>
                </a:lnTo>
                <a:lnTo>
                  <a:pt x="244" y="923"/>
                </a:lnTo>
                <a:lnTo>
                  <a:pt x="243" y="920"/>
                </a:lnTo>
                <a:lnTo>
                  <a:pt x="243" y="919"/>
                </a:lnTo>
                <a:lnTo>
                  <a:pt x="244" y="918"/>
                </a:lnTo>
                <a:lnTo>
                  <a:pt x="245" y="917"/>
                </a:lnTo>
                <a:lnTo>
                  <a:pt x="245" y="916"/>
                </a:lnTo>
                <a:lnTo>
                  <a:pt x="245" y="913"/>
                </a:lnTo>
                <a:lnTo>
                  <a:pt x="246" y="912"/>
                </a:lnTo>
                <a:lnTo>
                  <a:pt x="247" y="912"/>
                </a:lnTo>
                <a:lnTo>
                  <a:pt x="247" y="911"/>
                </a:lnTo>
                <a:lnTo>
                  <a:pt x="247" y="910"/>
                </a:lnTo>
                <a:lnTo>
                  <a:pt x="248" y="909"/>
                </a:lnTo>
                <a:lnTo>
                  <a:pt x="248" y="908"/>
                </a:lnTo>
                <a:lnTo>
                  <a:pt x="248" y="907"/>
                </a:lnTo>
                <a:lnTo>
                  <a:pt x="249" y="906"/>
                </a:lnTo>
                <a:lnTo>
                  <a:pt x="250" y="905"/>
                </a:lnTo>
                <a:lnTo>
                  <a:pt x="251" y="904"/>
                </a:lnTo>
                <a:lnTo>
                  <a:pt x="251" y="903"/>
                </a:lnTo>
                <a:lnTo>
                  <a:pt x="251" y="902"/>
                </a:lnTo>
                <a:lnTo>
                  <a:pt x="252" y="901"/>
                </a:lnTo>
                <a:lnTo>
                  <a:pt x="252" y="899"/>
                </a:lnTo>
                <a:lnTo>
                  <a:pt x="252" y="898"/>
                </a:lnTo>
                <a:lnTo>
                  <a:pt x="253" y="898"/>
                </a:lnTo>
                <a:lnTo>
                  <a:pt x="254" y="898"/>
                </a:lnTo>
                <a:lnTo>
                  <a:pt x="254" y="897"/>
                </a:lnTo>
                <a:lnTo>
                  <a:pt x="254" y="896"/>
                </a:lnTo>
                <a:lnTo>
                  <a:pt x="253" y="896"/>
                </a:lnTo>
                <a:lnTo>
                  <a:pt x="252" y="896"/>
                </a:lnTo>
                <a:lnTo>
                  <a:pt x="252" y="895"/>
                </a:lnTo>
                <a:lnTo>
                  <a:pt x="251" y="895"/>
                </a:lnTo>
                <a:lnTo>
                  <a:pt x="251" y="893"/>
                </a:lnTo>
                <a:lnTo>
                  <a:pt x="252" y="892"/>
                </a:lnTo>
                <a:lnTo>
                  <a:pt x="252" y="891"/>
                </a:lnTo>
                <a:lnTo>
                  <a:pt x="250" y="883"/>
                </a:lnTo>
                <a:lnTo>
                  <a:pt x="250" y="882"/>
                </a:lnTo>
                <a:lnTo>
                  <a:pt x="251" y="874"/>
                </a:lnTo>
                <a:lnTo>
                  <a:pt x="250" y="873"/>
                </a:lnTo>
                <a:lnTo>
                  <a:pt x="250" y="872"/>
                </a:lnTo>
                <a:lnTo>
                  <a:pt x="250" y="871"/>
                </a:lnTo>
                <a:lnTo>
                  <a:pt x="250" y="870"/>
                </a:lnTo>
                <a:lnTo>
                  <a:pt x="251" y="869"/>
                </a:lnTo>
                <a:lnTo>
                  <a:pt x="252" y="866"/>
                </a:lnTo>
                <a:lnTo>
                  <a:pt x="252" y="865"/>
                </a:lnTo>
                <a:lnTo>
                  <a:pt x="251" y="864"/>
                </a:lnTo>
                <a:lnTo>
                  <a:pt x="250" y="863"/>
                </a:lnTo>
                <a:lnTo>
                  <a:pt x="249" y="862"/>
                </a:lnTo>
                <a:lnTo>
                  <a:pt x="249" y="861"/>
                </a:lnTo>
                <a:lnTo>
                  <a:pt x="248" y="860"/>
                </a:lnTo>
                <a:lnTo>
                  <a:pt x="247" y="858"/>
                </a:lnTo>
                <a:lnTo>
                  <a:pt x="246" y="857"/>
                </a:lnTo>
                <a:lnTo>
                  <a:pt x="246" y="856"/>
                </a:lnTo>
                <a:lnTo>
                  <a:pt x="247" y="854"/>
                </a:lnTo>
                <a:lnTo>
                  <a:pt x="247" y="852"/>
                </a:lnTo>
                <a:lnTo>
                  <a:pt x="246" y="851"/>
                </a:lnTo>
                <a:lnTo>
                  <a:pt x="244" y="851"/>
                </a:lnTo>
                <a:lnTo>
                  <a:pt x="243" y="850"/>
                </a:lnTo>
                <a:lnTo>
                  <a:pt x="242" y="849"/>
                </a:lnTo>
                <a:lnTo>
                  <a:pt x="243" y="849"/>
                </a:lnTo>
                <a:lnTo>
                  <a:pt x="243" y="847"/>
                </a:lnTo>
                <a:lnTo>
                  <a:pt x="243" y="846"/>
                </a:lnTo>
                <a:lnTo>
                  <a:pt x="242" y="846"/>
                </a:lnTo>
                <a:lnTo>
                  <a:pt x="242" y="845"/>
                </a:lnTo>
                <a:lnTo>
                  <a:pt x="242" y="844"/>
                </a:lnTo>
                <a:lnTo>
                  <a:pt x="243" y="842"/>
                </a:lnTo>
                <a:lnTo>
                  <a:pt x="243" y="841"/>
                </a:lnTo>
                <a:lnTo>
                  <a:pt x="243" y="840"/>
                </a:lnTo>
                <a:lnTo>
                  <a:pt x="244" y="840"/>
                </a:lnTo>
                <a:lnTo>
                  <a:pt x="244" y="839"/>
                </a:lnTo>
                <a:lnTo>
                  <a:pt x="245" y="838"/>
                </a:lnTo>
                <a:lnTo>
                  <a:pt x="244" y="837"/>
                </a:lnTo>
                <a:lnTo>
                  <a:pt x="242" y="835"/>
                </a:lnTo>
                <a:lnTo>
                  <a:pt x="242" y="834"/>
                </a:lnTo>
                <a:lnTo>
                  <a:pt x="241" y="834"/>
                </a:lnTo>
                <a:lnTo>
                  <a:pt x="241" y="833"/>
                </a:lnTo>
                <a:lnTo>
                  <a:pt x="241" y="829"/>
                </a:lnTo>
                <a:lnTo>
                  <a:pt x="241" y="828"/>
                </a:lnTo>
                <a:lnTo>
                  <a:pt x="242" y="827"/>
                </a:lnTo>
                <a:lnTo>
                  <a:pt x="243" y="827"/>
                </a:lnTo>
                <a:lnTo>
                  <a:pt x="243" y="826"/>
                </a:lnTo>
                <a:lnTo>
                  <a:pt x="244" y="825"/>
                </a:lnTo>
                <a:lnTo>
                  <a:pt x="244" y="824"/>
                </a:lnTo>
                <a:lnTo>
                  <a:pt x="244" y="823"/>
                </a:lnTo>
                <a:lnTo>
                  <a:pt x="243" y="822"/>
                </a:lnTo>
                <a:lnTo>
                  <a:pt x="243" y="821"/>
                </a:lnTo>
                <a:lnTo>
                  <a:pt x="243" y="820"/>
                </a:lnTo>
                <a:lnTo>
                  <a:pt x="243" y="819"/>
                </a:lnTo>
                <a:lnTo>
                  <a:pt x="243" y="818"/>
                </a:lnTo>
                <a:lnTo>
                  <a:pt x="244" y="816"/>
                </a:lnTo>
                <a:lnTo>
                  <a:pt x="244" y="815"/>
                </a:lnTo>
                <a:lnTo>
                  <a:pt x="243" y="815"/>
                </a:lnTo>
                <a:lnTo>
                  <a:pt x="242" y="813"/>
                </a:lnTo>
                <a:lnTo>
                  <a:pt x="241" y="812"/>
                </a:lnTo>
                <a:lnTo>
                  <a:pt x="242" y="811"/>
                </a:lnTo>
                <a:lnTo>
                  <a:pt x="242" y="810"/>
                </a:lnTo>
                <a:lnTo>
                  <a:pt x="243" y="810"/>
                </a:lnTo>
                <a:lnTo>
                  <a:pt x="243" y="809"/>
                </a:lnTo>
                <a:lnTo>
                  <a:pt x="243" y="808"/>
                </a:lnTo>
                <a:lnTo>
                  <a:pt x="242" y="808"/>
                </a:lnTo>
                <a:lnTo>
                  <a:pt x="242" y="807"/>
                </a:lnTo>
                <a:lnTo>
                  <a:pt x="242" y="806"/>
                </a:lnTo>
                <a:lnTo>
                  <a:pt x="242" y="805"/>
                </a:lnTo>
                <a:lnTo>
                  <a:pt x="242" y="804"/>
                </a:lnTo>
                <a:lnTo>
                  <a:pt x="243" y="803"/>
                </a:lnTo>
                <a:lnTo>
                  <a:pt x="244" y="801"/>
                </a:lnTo>
                <a:lnTo>
                  <a:pt x="243" y="799"/>
                </a:lnTo>
                <a:lnTo>
                  <a:pt x="242" y="797"/>
                </a:lnTo>
                <a:lnTo>
                  <a:pt x="242" y="794"/>
                </a:lnTo>
                <a:lnTo>
                  <a:pt x="242" y="793"/>
                </a:lnTo>
                <a:lnTo>
                  <a:pt x="242" y="792"/>
                </a:lnTo>
                <a:lnTo>
                  <a:pt x="242" y="791"/>
                </a:lnTo>
                <a:lnTo>
                  <a:pt x="242" y="788"/>
                </a:lnTo>
                <a:lnTo>
                  <a:pt x="240" y="783"/>
                </a:lnTo>
                <a:lnTo>
                  <a:pt x="239" y="782"/>
                </a:lnTo>
                <a:lnTo>
                  <a:pt x="239" y="780"/>
                </a:lnTo>
                <a:lnTo>
                  <a:pt x="240" y="779"/>
                </a:lnTo>
                <a:lnTo>
                  <a:pt x="240" y="778"/>
                </a:lnTo>
                <a:lnTo>
                  <a:pt x="239" y="777"/>
                </a:lnTo>
                <a:lnTo>
                  <a:pt x="238" y="776"/>
                </a:lnTo>
                <a:lnTo>
                  <a:pt x="238" y="774"/>
                </a:lnTo>
                <a:lnTo>
                  <a:pt x="238" y="772"/>
                </a:lnTo>
                <a:lnTo>
                  <a:pt x="238" y="771"/>
                </a:lnTo>
                <a:lnTo>
                  <a:pt x="238" y="770"/>
                </a:lnTo>
                <a:lnTo>
                  <a:pt x="239" y="770"/>
                </a:lnTo>
                <a:lnTo>
                  <a:pt x="239" y="768"/>
                </a:lnTo>
                <a:lnTo>
                  <a:pt x="238" y="767"/>
                </a:lnTo>
                <a:lnTo>
                  <a:pt x="237" y="765"/>
                </a:lnTo>
                <a:lnTo>
                  <a:pt x="237" y="764"/>
                </a:lnTo>
                <a:lnTo>
                  <a:pt x="237" y="763"/>
                </a:lnTo>
                <a:lnTo>
                  <a:pt x="239" y="762"/>
                </a:lnTo>
                <a:lnTo>
                  <a:pt x="239" y="761"/>
                </a:lnTo>
                <a:lnTo>
                  <a:pt x="240" y="760"/>
                </a:lnTo>
                <a:lnTo>
                  <a:pt x="240" y="759"/>
                </a:lnTo>
                <a:lnTo>
                  <a:pt x="240" y="758"/>
                </a:lnTo>
                <a:lnTo>
                  <a:pt x="239" y="757"/>
                </a:lnTo>
                <a:lnTo>
                  <a:pt x="238" y="757"/>
                </a:lnTo>
                <a:lnTo>
                  <a:pt x="238" y="756"/>
                </a:lnTo>
                <a:lnTo>
                  <a:pt x="237" y="755"/>
                </a:lnTo>
                <a:lnTo>
                  <a:pt x="237" y="754"/>
                </a:lnTo>
                <a:lnTo>
                  <a:pt x="238" y="753"/>
                </a:lnTo>
                <a:lnTo>
                  <a:pt x="238" y="752"/>
                </a:lnTo>
                <a:lnTo>
                  <a:pt x="238" y="749"/>
                </a:lnTo>
                <a:lnTo>
                  <a:pt x="236" y="747"/>
                </a:lnTo>
                <a:lnTo>
                  <a:pt x="236" y="746"/>
                </a:lnTo>
                <a:lnTo>
                  <a:pt x="236" y="744"/>
                </a:lnTo>
                <a:lnTo>
                  <a:pt x="235" y="740"/>
                </a:lnTo>
                <a:lnTo>
                  <a:pt x="235" y="739"/>
                </a:lnTo>
                <a:lnTo>
                  <a:pt x="235" y="738"/>
                </a:lnTo>
                <a:lnTo>
                  <a:pt x="235" y="737"/>
                </a:lnTo>
                <a:lnTo>
                  <a:pt x="236" y="737"/>
                </a:lnTo>
                <a:lnTo>
                  <a:pt x="238" y="736"/>
                </a:lnTo>
                <a:lnTo>
                  <a:pt x="239" y="736"/>
                </a:lnTo>
                <a:lnTo>
                  <a:pt x="240" y="736"/>
                </a:lnTo>
                <a:lnTo>
                  <a:pt x="240" y="735"/>
                </a:lnTo>
                <a:lnTo>
                  <a:pt x="241" y="735"/>
                </a:lnTo>
                <a:lnTo>
                  <a:pt x="241" y="734"/>
                </a:lnTo>
                <a:lnTo>
                  <a:pt x="241" y="733"/>
                </a:lnTo>
                <a:lnTo>
                  <a:pt x="242" y="733"/>
                </a:lnTo>
                <a:lnTo>
                  <a:pt x="243" y="733"/>
                </a:lnTo>
                <a:lnTo>
                  <a:pt x="244" y="733"/>
                </a:lnTo>
                <a:lnTo>
                  <a:pt x="245" y="732"/>
                </a:lnTo>
                <a:lnTo>
                  <a:pt x="246" y="731"/>
                </a:lnTo>
                <a:lnTo>
                  <a:pt x="246" y="730"/>
                </a:lnTo>
                <a:lnTo>
                  <a:pt x="246" y="729"/>
                </a:lnTo>
                <a:lnTo>
                  <a:pt x="245" y="728"/>
                </a:lnTo>
                <a:lnTo>
                  <a:pt x="245" y="724"/>
                </a:lnTo>
                <a:lnTo>
                  <a:pt x="245" y="723"/>
                </a:lnTo>
                <a:lnTo>
                  <a:pt x="240" y="721"/>
                </a:lnTo>
                <a:lnTo>
                  <a:pt x="238" y="720"/>
                </a:lnTo>
                <a:lnTo>
                  <a:pt x="237" y="720"/>
                </a:lnTo>
                <a:lnTo>
                  <a:pt x="236" y="719"/>
                </a:lnTo>
                <a:lnTo>
                  <a:pt x="235" y="717"/>
                </a:lnTo>
                <a:lnTo>
                  <a:pt x="234" y="716"/>
                </a:lnTo>
                <a:lnTo>
                  <a:pt x="233" y="716"/>
                </a:lnTo>
                <a:lnTo>
                  <a:pt x="232" y="715"/>
                </a:lnTo>
                <a:lnTo>
                  <a:pt x="232" y="713"/>
                </a:lnTo>
                <a:lnTo>
                  <a:pt x="232" y="712"/>
                </a:lnTo>
                <a:lnTo>
                  <a:pt x="232" y="711"/>
                </a:lnTo>
                <a:lnTo>
                  <a:pt x="231" y="710"/>
                </a:lnTo>
                <a:lnTo>
                  <a:pt x="230" y="710"/>
                </a:lnTo>
                <a:lnTo>
                  <a:pt x="229" y="709"/>
                </a:lnTo>
                <a:lnTo>
                  <a:pt x="228" y="709"/>
                </a:lnTo>
                <a:lnTo>
                  <a:pt x="228" y="707"/>
                </a:lnTo>
                <a:lnTo>
                  <a:pt x="228" y="705"/>
                </a:lnTo>
                <a:lnTo>
                  <a:pt x="227" y="705"/>
                </a:lnTo>
                <a:lnTo>
                  <a:pt x="225" y="703"/>
                </a:lnTo>
                <a:lnTo>
                  <a:pt x="221" y="700"/>
                </a:lnTo>
                <a:lnTo>
                  <a:pt x="220" y="699"/>
                </a:lnTo>
                <a:lnTo>
                  <a:pt x="219" y="699"/>
                </a:lnTo>
                <a:lnTo>
                  <a:pt x="218" y="697"/>
                </a:lnTo>
                <a:lnTo>
                  <a:pt x="216" y="695"/>
                </a:lnTo>
                <a:lnTo>
                  <a:pt x="216" y="694"/>
                </a:lnTo>
                <a:lnTo>
                  <a:pt x="216" y="693"/>
                </a:lnTo>
                <a:lnTo>
                  <a:pt x="215" y="692"/>
                </a:lnTo>
                <a:lnTo>
                  <a:pt x="216" y="689"/>
                </a:lnTo>
                <a:lnTo>
                  <a:pt x="217" y="688"/>
                </a:lnTo>
                <a:lnTo>
                  <a:pt x="217" y="687"/>
                </a:lnTo>
                <a:lnTo>
                  <a:pt x="218" y="687"/>
                </a:lnTo>
                <a:lnTo>
                  <a:pt x="218" y="686"/>
                </a:lnTo>
                <a:lnTo>
                  <a:pt x="220" y="685"/>
                </a:lnTo>
                <a:lnTo>
                  <a:pt x="220" y="683"/>
                </a:lnTo>
                <a:lnTo>
                  <a:pt x="220" y="682"/>
                </a:lnTo>
                <a:lnTo>
                  <a:pt x="220" y="680"/>
                </a:lnTo>
                <a:lnTo>
                  <a:pt x="221" y="680"/>
                </a:lnTo>
                <a:lnTo>
                  <a:pt x="221" y="679"/>
                </a:lnTo>
                <a:lnTo>
                  <a:pt x="222" y="678"/>
                </a:lnTo>
                <a:lnTo>
                  <a:pt x="222" y="676"/>
                </a:lnTo>
                <a:lnTo>
                  <a:pt x="222" y="675"/>
                </a:lnTo>
                <a:lnTo>
                  <a:pt x="221" y="671"/>
                </a:lnTo>
                <a:lnTo>
                  <a:pt x="220" y="671"/>
                </a:lnTo>
                <a:lnTo>
                  <a:pt x="218" y="670"/>
                </a:lnTo>
                <a:lnTo>
                  <a:pt x="217" y="667"/>
                </a:lnTo>
                <a:lnTo>
                  <a:pt x="216" y="667"/>
                </a:lnTo>
                <a:lnTo>
                  <a:pt x="215" y="666"/>
                </a:lnTo>
                <a:lnTo>
                  <a:pt x="214" y="666"/>
                </a:lnTo>
                <a:lnTo>
                  <a:pt x="210" y="663"/>
                </a:lnTo>
                <a:lnTo>
                  <a:pt x="210" y="662"/>
                </a:lnTo>
                <a:lnTo>
                  <a:pt x="210" y="661"/>
                </a:lnTo>
                <a:lnTo>
                  <a:pt x="210" y="660"/>
                </a:lnTo>
                <a:lnTo>
                  <a:pt x="211" y="660"/>
                </a:lnTo>
                <a:lnTo>
                  <a:pt x="210" y="659"/>
                </a:lnTo>
                <a:lnTo>
                  <a:pt x="209" y="658"/>
                </a:lnTo>
                <a:lnTo>
                  <a:pt x="207" y="656"/>
                </a:lnTo>
                <a:lnTo>
                  <a:pt x="207" y="648"/>
                </a:lnTo>
                <a:lnTo>
                  <a:pt x="205" y="647"/>
                </a:lnTo>
                <a:lnTo>
                  <a:pt x="204" y="645"/>
                </a:lnTo>
                <a:lnTo>
                  <a:pt x="203" y="645"/>
                </a:lnTo>
                <a:lnTo>
                  <a:pt x="202" y="643"/>
                </a:lnTo>
                <a:lnTo>
                  <a:pt x="202" y="642"/>
                </a:lnTo>
                <a:lnTo>
                  <a:pt x="201" y="640"/>
                </a:lnTo>
                <a:lnTo>
                  <a:pt x="199" y="639"/>
                </a:lnTo>
                <a:lnTo>
                  <a:pt x="198" y="638"/>
                </a:lnTo>
                <a:lnTo>
                  <a:pt x="197" y="637"/>
                </a:lnTo>
                <a:lnTo>
                  <a:pt x="196" y="637"/>
                </a:lnTo>
                <a:lnTo>
                  <a:pt x="196" y="636"/>
                </a:lnTo>
                <a:lnTo>
                  <a:pt x="196" y="635"/>
                </a:lnTo>
                <a:lnTo>
                  <a:pt x="195" y="635"/>
                </a:lnTo>
                <a:lnTo>
                  <a:pt x="193" y="635"/>
                </a:lnTo>
                <a:lnTo>
                  <a:pt x="192" y="635"/>
                </a:lnTo>
                <a:lnTo>
                  <a:pt x="191" y="634"/>
                </a:lnTo>
                <a:lnTo>
                  <a:pt x="190" y="633"/>
                </a:lnTo>
                <a:lnTo>
                  <a:pt x="189" y="633"/>
                </a:lnTo>
                <a:lnTo>
                  <a:pt x="189" y="632"/>
                </a:lnTo>
                <a:lnTo>
                  <a:pt x="190" y="632"/>
                </a:lnTo>
                <a:lnTo>
                  <a:pt x="192" y="631"/>
                </a:lnTo>
                <a:lnTo>
                  <a:pt x="192" y="630"/>
                </a:lnTo>
                <a:lnTo>
                  <a:pt x="193" y="630"/>
                </a:lnTo>
                <a:lnTo>
                  <a:pt x="193" y="628"/>
                </a:lnTo>
                <a:lnTo>
                  <a:pt x="193" y="626"/>
                </a:lnTo>
                <a:lnTo>
                  <a:pt x="193" y="625"/>
                </a:lnTo>
                <a:lnTo>
                  <a:pt x="192" y="624"/>
                </a:lnTo>
                <a:lnTo>
                  <a:pt x="191" y="624"/>
                </a:lnTo>
                <a:lnTo>
                  <a:pt x="190" y="624"/>
                </a:lnTo>
                <a:lnTo>
                  <a:pt x="190" y="623"/>
                </a:lnTo>
                <a:lnTo>
                  <a:pt x="190" y="619"/>
                </a:lnTo>
                <a:lnTo>
                  <a:pt x="191" y="616"/>
                </a:lnTo>
                <a:lnTo>
                  <a:pt x="192" y="615"/>
                </a:lnTo>
                <a:lnTo>
                  <a:pt x="193" y="612"/>
                </a:lnTo>
                <a:lnTo>
                  <a:pt x="194" y="608"/>
                </a:lnTo>
                <a:lnTo>
                  <a:pt x="195" y="606"/>
                </a:lnTo>
                <a:lnTo>
                  <a:pt x="195" y="605"/>
                </a:lnTo>
                <a:lnTo>
                  <a:pt x="196" y="603"/>
                </a:lnTo>
                <a:lnTo>
                  <a:pt x="197" y="603"/>
                </a:lnTo>
                <a:lnTo>
                  <a:pt x="197" y="602"/>
                </a:lnTo>
                <a:lnTo>
                  <a:pt x="198" y="602"/>
                </a:lnTo>
                <a:lnTo>
                  <a:pt x="200" y="602"/>
                </a:lnTo>
                <a:lnTo>
                  <a:pt x="202" y="602"/>
                </a:lnTo>
                <a:lnTo>
                  <a:pt x="204" y="603"/>
                </a:lnTo>
                <a:lnTo>
                  <a:pt x="206" y="604"/>
                </a:lnTo>
                <a:lnTo>
                  <a:pt x="207" y="604"/>
                </a:lnTo>
                <a:lnTo>
                  <a:pt x="208" y="606"/>
                </a:lnTo>
                <a:lnTo>
                  <a:pt x="209" y="608"/>
                </a:lnTo>
                <a:lnTo>
                  <a:pt x="210" y="610"/>
                </a:lnTo>
                <a:lnTo>
                  <a:pt x="212" y="612"/>
                </a:lnTo>
                <a:lnTo>
                  <a:pt x="213" y="613"/>
                </a:lnTo>
                <a:lnTo>
                  <a:pt x="213" y="614"/>
                </a:lnTo>
                <a:lnTo>
                  <a:pt x="213" y="615"/>
                </a:lnTo>
                <a:lnTo>
                  <a:pt x="214" y="616"/>
                </a:lnTo>
                <a:lnTo>
                  <a:pt x="214" y="618"/>
                </a:lnTo>
                <a:lnTo>
                  <a:pt x="215" y="619"/>
                </a:lnTo>
                <a:lnTo>
                  <a:pt x="217" y="620"/>
                </a:lnTo>
                <a:lnTo>
                  <a:pt x="219" y="622"/>
                </a:lnTo>
                <a:lnTo>
                  <a:pt x="220" y="622"/>
                </a:lnTo>
                <a:lnTo>
                  <a:pt x="221" y="622"/>
                </a:lnTo>
                <a:lnTo>
                  <a:pt x="221" y="621"/>
                </a:lnTo>
                <a:lnTo>
                  <a:pt x="221" y="620"/>
                </a:lnTo>
                <a:lnTo>
                  <a:pt x="223" y="619"/>
                </a:lnTo>
                <a:lnTo>
                  <a:pt x="225" y="617"/>
                </a:lnTo>
                <a:lnTo>
                  <a:pt x="225" y="616"/>
                </a:lnTo>
                <a:lnTo>
                  <a:pt x="226" y="615"/>
                </a:lnTo>
                <a:lnTo>
                  <a:pt x="226" y="614"/>
                </a:lnTo>
                <a:lnTo>
                  <a:pt x="226" y="611"/>
                </a:lnTo>
                <a:lnTo>
                  <a:pt x="227" y="610"/>
                </a:lnTo>
                <a:lnTo>
                  <a:pt x="227" y="609"/>
                </a:lnTo>
                <a:lnTo>
                  <a:pt x="228" y="608"/>
                </a:lnTo>
                <a:lnTo>
                  <a:pt x="229" y="608"/>
                </a:lnTo>
                <a:lnTo>
                  <a:pt x="231" y="607"/>
                </a:lnTo>
                <a:lnTo>
                  <a:pt x="232" y="605"/>
                </a:lnTo>
                <a:lnTo>
                  <a:pt x="233" y="604"/>
                </a:lnTo>
                <a:lnTo>
                  <a:pt x="234" y="604"/>
                </a:lnTo>
                <a:lnTo>
                  <a:pt x="236" y="604"/>
                </a:lnTo>
                <a:lnTo>
                  <a:pt x="236" y="603"/>
                </a:lnTo>
                <a:lnTo>
                  <a:pt x="236" y="602"/>
                </a:lnTo>
                <a:lnTo>
                  <a:pt x="237" y="601"/>
                </a:lnTo>
                <a:lnTo>
                  <a:pt x="238" y="600"/>
                </a:lnTo>
                <a:lnTo>
                  <a:pt x="240" y="599"/>
                </a:lnTo>
                <a:lnTo>
                  <a:pt x="240" y="598"/>
                </a:lnTo>
                <a:lnTo>
                  <a:pt x="241" y="597"/>
                </a:lnTo>
                <a:lnTo>
                  <a:pt x="240" y="597"/>
                </a:lnTo>
                <a:lnTo>
                  <a:pt x="240" y="596"/>
                </a:lnTo>
                <a:lnTo>
                  <a:pt x="239" y="596"/>
                </a:lnTo>
                <a:lnTo>
                  <a:pt x="239" y="594"/>
                </a:lnTo>
                <a:lnTo>
                  <a:pt x="238" y="593"/>
                </a:lnTo>
                <a:lnTo>
                  <a:pt x="237" y="592"/>
                </a:lnTo>
                <a:lnTo>
                  <a:pt x="237" y="591"/>
                </a:lnTo>
                <a:lnTo>
                  <a:pt x="236" y="591"/>
                </a:lnTo>
                <a:lnTo>
                  <a:pt x="236" y="590"/>
                </a:lnTo>
                <a:lnTo>
                  <a:pt x="235" y="590"/>
                </a:lnTo>
                <a:lnTo>
                  <a:pt x="234" y="589"/>
                </a:lnTo>
                <a:lnTo>
                  <a:pt x="234" y="588"/>
                </a:lnTo>
                <a:lnTo>
                  <a:pt x="234" y="587"/>
                </a:lnTo>
                <a:lnTo>
                  <a:pt x="234" y="586"/>
                </a:lnTo>
                <a:lnTo>
                  <a:pt x="234" y="585"/>
                </a:lnTo>
                <a:lnTo>
                  <a:pt x="233" y="584"/>
                </a:lnTo>
                <a:lnTo>
                  <a:pt x="232" y="584"/>
                </a:lnTo>
                <a:lnTo>
                  <a:pt x="231" y="583"/>
                </a:lnTo>
                <a:lnTo>
                  <a:pt x="229" y="582"/>
                </a:lnTo>
                <a:lnTo>
                  <a:pt x="226" y="579"/>
                </a:lnTo>
                <a:lnTo>
                  <a:pt x="226" y="578"/>
                </a:lnTo>
                <a:lnTo>
                  <a:pt x="226" y="577"/>
                </a:lnTo>
                <a:lnTo>
                  <a:pt x="225" y="576"/>
                </a:lnTo>
                <a:lnTo>
                  <a:pt x="221" y="573"/>
                </a:lnTo>
                <a:lnTo>
                  <a:pt x="218" y="572"/>
                </a:lnTo>
                <a:lnTo>
                  <a:pt x="212" y="566"/>
                </a:lnTo>
                <a:lnTo>
                  <a:pt x="211" y="564"/>
                </a:lnTo>
                <a:lnTo>
                  <a:pt x="210" y="564"/>
                </a:lnTo>
                <a:lnTo>
                  <a:pt x="210" y="563"/>
                </a:lnTo>
                <a:lnTo>
                  <a:pt x="210" y="562"/>
                </a:lnTo>
                <a:lnTo>
                  <a:pt x="210" y="561"/>
                </a:lnTo>
                <a:lnTo>
                  <a:pt x="208" y="559"/>
                </a:lnTo>
                <a:lnTo>
                  <a:pt x="204" y="555"/>
                </a:lnTo>
                <a:lnTo>
                  <a:pt x="203" y="553"/>
                </a:lnTo>
                <a:lnTo>
                  <a:pt x="202" y="552"/>
                </a:lnTo>
                <a:lnTo>
                  <a:pt x="201" y="551"/>
                </a:lnTo>
                <a:lnTo>
                  <a:pt x="200" y="550"/>
                </a:lnTo>
                <a:lnTo>
                  <a:pt x="199" y="550"/>
                </a:lnTo>
                <a:lnTo>
                  <a:pt x="198" y="550"/>
                </a:lnTo>
                <a:lnTo>
                  <a:pt x="197" y="550"/>
                </a:lnTo>
                <a:lnTo>
                  <a:pt x="197" y="549"/>
                </a:lnTo>
                <a:lnTo>
                  <a:pt x="197" y="548"/>
                </a:lnTo>
                <a:lnTo>
                  <a:pt x="195" y="546"/>
                </a:lnTo>
                <a:lnTo>
                  <a:pt x="194" y="545"/>
                </a:lnTo>
                <a:lnTo>
                  <a:pt x="194" y="544"/>
                </a:lnTo>
                <a:lnTo>
                  <a:pt x="194" y="543"/>
                </a:lnTo>
                <a:lnTo>
                  <a:pt x="193" y="542"/>
                </a:lnTo>
                <a:lnTo>
                  <a:pt x="192" y="542"/>
                </a:lnTo>
                <a:lnTo>
                  <a:pt x="193" y="541"/>
                </a:lnTo>
                <a:lnTo>
                  <a:pt x="192" y="540"/>
                </a:lnTo>
                <a:lnTo>
                  <a:pt x="191" y="539"/>
                </a:lnTo>
                <a:lnTo>
                  <a:pt x="189" y="538"/>
                </a:lnTo>
                <a:lnTo>
                  <a:pt x="187" y="536"/>
                </a:lnTo>
                <a:lnTo>
                  <a:pt x="187" y="535"/>
                </a:lnTo>
                <a:lnTo>
                  <a:pt x="188" y="533"/>
                </a:lnTo>
                <a:lnTo>
                  <a:pt x="188" y="532"/>
                </a:lnTo>
                <a:lnTo>
                  <a:pt x="188" y="531"/>
                </a:lnTo>
                <a:lnTo>
                  <a:pt x="187" y="530"/>
                </a:lnTo>
                <a:lnTo>
                  <a:pt x="186" y="530"/>
                </a:lnTo>
                <a:lnTo>
                  <a:pt x="187" y="530"/>
                </a:lnTo>
                <a:lnTo>
                  <a:pt x="188" y="529"/>
                </a:lnTo>
                <a:lnTo>
                  <a:pt x="187" y="528"/>
                </a:lnTo>
                <a:lnTo>
                  <a:pt x="187" y="527"/>
                </a:lnTo>
                <a:lnTo>
                  <a:pt x="186" y="527"/>
                </a:lnTo>
                <a:lnTo>
                  <a:pt x="186" y="525"/>
                </a:lnTo>
                <a:lnTo>
                  <a:pt x="187" y="524"/>
                </a:lnTo>
                <a:lnTo>
                  <a:pt x="187" y="523"/>
                </a:lnTo>
                <a:lnTo>
                  <a:pt x="186" y="523"/>
                </a:lnTo>
                <a:lnTo>
                  <a:pt x="185" y="523"/>
                </a:lnTo>
                <a:lnTo>
                  <a:pt x="183" y="523"/>
                </a:lnTo>
                <a:lnTo>
                  <a:pt x="182" y="522"/>
                </a:lnTo>
                <a:lnTo>
                  <a:pt x="181" y="518"/>
                </a:lnTo>
                <a:lnTo>
                  <a:pt x="180" y="514"/>
                </a:lnTo>
                <a:lnTo>
                  <a:pt x="178" y="511"/>
                </a:lnTo>
                <a:lnTo>
                  <a:pt x="176" y="509"/>
                </a:lnTo>
                <a:lnTo>
                  <a:pt x="174" y="509"/>
                </a:lnTo>
                <a:lnTo>
                  <a:pt x="173" y="509"/>
                </a:lnTo>
                <a:lnTo>
                  <a:pt x="172" y="507"/>
                </a:lnTo>
                <a:lnTo>
                  <a:pt x="173" y="506"/>
                </a:lnTo>
                <a:lnTo>
                  <a:pt x="173" y="505"/>
                </a:lnTo>
                <a:lnTo>
                  <a:pt x="172" y="504"/>
                </a:lnTo>
                <a:lnTo>
                  <a:pt x="171" y="504"/>
                </a:lnTo>
                <a:lnTo>
                  <a:pt x="171" y="503"/>
                </a:lnTo>
                <a:lnTo>
                  <a:pt x="170" y="503"/>
                </a:lnTo>
                <a:lnTo>
                  <a:pt x="170" y="502"/>
                </a:lnTo>
                <a:lnTo>
                  <a:pt x="170" y="501"/>
                </a:lnTo>
                <a:lnTo>
                  <a:pt x="170" y="500"/>
                </a:lnTo>
                <a:lnTo>
                  <a:pt x="171" y="499"/>
                </a:lnTo>
                <a:lnTo>
                  <a:pt x="170" y="499"/>
                </a:lnTo>
                <a:lnTo>
                  <a:pt x="168" y="498"/>
                </a:lnTo>
                <a:lnTo>
                  <a:pt x="167" y="498"/>
                </a:lnTo>
                <a:lnTo>
                  <a:pt x="166" y="498"/>
                </a:lnTo>
                <a:lnTo>
                  <a:pt x="166" y="497"/>
                </a:lnTo>
                <a:lnTo>
                  <a:pt x="166" y="495"/>
                </a:lnTo>
                <a:lnTo>
                  <a:pt x="167" y="494"/>
                </a:lnTo>
                <a:lnTo>
                  <a:pt x="168" y="493"/>
                </a:lnTo>
                <a:lnTo>
                  <a:pt x="168" y="492"/>
                </a:lnTo>
                <a:lnTo>
                  <a:pt x="167" y="492"/>
                </a:lnTo>
                <a:lnTo>
                  <a:pt x="166" y="491"/>
                </a:lnTo>
                <a:lnTo>
                  <a:pt x="166" y="490"/>
                </a:lnTo>
                <a:lnTo>
                  <a:pt x="166" y="489"/>
                </a:lnTo>
                <a:lnTo>
                  <a:pt x="166" y="487"/>
                </a:lnTo>
                <a:lnTo>
                  <a:pt x="165" y="486"/>
                </a:lnTo>
                <a:lnTo>
                  <a:pt x="164" y="484"/>
                </a:lnTo>
                <a:lnTo>
                  <a:pt x="165" y="481"/>
                </a:lnTo>
                <a:lnTo>
                  <a:pt x="166" y="481"/>
                </a:lnTo>
                <a:lnTo>
                  <a:pt x="168" y="480"/>
                </a:lnTo>
                <a:lnTo>
                  <a:pt x="170" y="479"/>
                </a:lnTo>
                <a:lnTo>
                  <a:pt x="171" y="477"/>
                </a:lnTo>
                <a:lnTo>
                  <a:pt x="171" y="476"/>
                </a:lnTo>
                <a:lnTo>
                  <a:pt x="170" y="476"/>
                </a:lnTo>
                <a:lnTo>
                  <a:pt x="169" y="476"/>
                </a:lnTo>
                <a:lnTo>
                  <a:pt x="168" y="475"/>
                </a:lnTo>
                <a:lnTo>
                  <a:pt x="169" y="473"/>
                </a:lnTo>
                <a:lnTo>
                  <a:pt x="170" y="472"/>
                </a:lnTo>
                <a:lnTo>
                  <a:pt x="171" y="472"/>
                </a:lnTo>
                <a:lnTo>
                  <a:pt x="170" y="468"/>
                </a:lnTo>
                <a:lnTo>
                  <a:pt x="170" y="467"/>
                </a:lnTo>
                <a:lnTo>
                  <a:pt x="171" y="466"/>
                </a:lnTo>
                <a:lnTo>
                  <a:pt x="171" y="465"/>
                </a:lnTo>
                <a:lnTo>
                  <a:pt x="170" y="464"/>
                </a:lnTo>
                <a:lnTo>
                  <a:pt x="172" y="463"/>
                </a:lnTo>
                <a:lnTo>
                  <a:pt x="172" y="462"/>
                </a:lnTo>
                <a:lnTo>
                  <a:pt x="171" y="461"/>
                </a:lnTo>
                <a:lnTo>
                  <a:pt x="169" y="460"/>
                </a:lnTo>
                <a:lnTo>
                  <a:pt x="169" y="459"/>
                </a:lnTo>
                <a:lnTo>
                  <a:pt x="168" y="459"/>
                </a:lnTo>
                <a:lnTo>
                  <a:pt x="167" y="458"/>
                </a:lnTo>
                <a:lnTo>
                  <a:pt x="166" y="458"/>
                </a:lnTo>
                <a:lnTo>
                  <a:pt x="166" y="457"/>
                </a:lnTo>
                <a:lnTo>
                  <a:pt x="166" y="456"/>
                </a:lnTo>
                <a:lnTo>
                  <a:pt x="167" y="455"/>
                </a:lnTo>
                <a:lnTo>
                  <a:pt x="167" y="454"/>
                </a:lnTo>
                <a:lnTo>
                  <a:pt x="167" y="453"/>
                </a:lnTo>
                <a:lnTo>
                  <a:pt x="166" y="453"/>
                </a:lnTo>
                <a:lnTo>
                  <a:pt x="165" y="452"/>
                </a:lnTo>
                <a:lnTo>
                  <a:pt x="165" y="451"/>
                </a:lnTo>
                <a:lnTo>
                  <a:pt x="164" y="451"/>
                </a:lnTo>
                <a:lnTo>
                  <a:pt x="163" y="449"/>
                </a:lnTo>
                <a:lnTo>
                  <a:pt x="162" y="448"/>
                </a:lnTo>
                <a:lnTo>
                  <a:pt x="161" y="447"/>
                </a:lnTo>
                <a:lnTo>
                  <a:pt x="160" y="446"/>
                </a:lnTo>
                <a:lnTo>
                  <a:pt x="160" y="445"/>
                </a:lnTo>
                <a:lnTo>
                  <a:pt x="160" y="444"/>
                </a:lnTo>
                <a:lnTo>
                  <a:pt x="159" y="444"/>
                </a:lnTo>
                <a:lnTo>
                  <a:pt x="157" y="444"/>
                </a:lnTo>
                <a:lnTo>
                  <a:pt x="157" y="443"/>
                </a:lnTo>
                <a:lnTo>
                  <a:pt x="157" y="442"/>
                </a:lnTo>
                <a:lnTo>
                  <a:pt x="155" y="440"/>
                </a:lnTo>
                <a:lnTo>
                  <a:pt x="154" y="439"/>
                </a:lnTo>
                <a:lnTo>
                  <a:pt x="153" y="439"/>
                </a:lnTo>
                <a:lnTo>
                  <a:pt x="152" y="439"/>
                </a:lnTo>
                <a:lnTo>
                  <a:pt x="152" y="438"/>
                </a:lnTo>
                <a:lnTo>
                  <a:pt x="152" y="437"/>
                </a:lnTo>
                <a:lnTo>
                  <a:pt x="152" y="436"/>
                </a:lnTo>
                <a:lnTo>
                  <a:pt x="151" y="436"/>
                </a:lnTo>
                <a:lnTo>
                  <a:pt x="151" y="437"/>
                </a:lnTo>
                <a:lnTo>
                  <a:pt x="150" y="436"/>
                </a:lnTo>
                <a:lnTo>
                  <a:pt x="150" y="434"/>
                </a:lnTo>
                <a:lnTo>
                  <a:pt x="150" y="432"/>
                </a:lnTo>
                <a:lnTo>
                  <a:pt x="150" y="431"/>
                </a:lnTo>
                <a:lnTo>
                  <a:pt x="149" y="430"/>
                </a:lnTo>
                <a:lnTo>
                  <a:pt x="149" y="429"/>
                </a:lnTo>
                <a:lnTo>
                  <a:pt x="149" y="428"/>
                </a:lnTo>
                <a:lnTo>
                  <a:pt x="148" y="428"/>
                </a:lnTo>
                <a:lnTo>
                  <a:pt x="148" y="427"/>
                </a:lnTo>
                <a:lnTo>
                  <a:pt x="147" y="426"/>
                </a:lnTo>
                <a:lnTo>
                  <a:pt x="147" y="424"/>
                </a:lnTo>
                <a:lnTo>
                  <a:pt x="146" y="424"/>
                </a:lnTo>
                <a:lnTo>
                  <a:pt x="146" y="423"/>
                </a:lnTo>
                <a:lnTo>
                  <a:pt x="146" y="422"/>
                </a:lnTo>
                <a:lnTo>
                  <a:pt x="146" y="421"/>
                </a:lnTo>
                <a:lnTo>
                  <a:pt x="145" y="418"/>
                </a:lnTo>
                <a:lnTo>
                  <a:pt x="144" y="418"/>
                </a:lnTo>
                <a:lnTo>
                  <a:pt x="143" y="416"/>
                </a:lnTo>
                <a:lnTo>
                  <a:pt x="142" y="415"/>
                </a:lnTo>
                <a:lnTo>
                  <a:pt x="142" y="414"/>
                </a:lnTo>
                <a:lnTo>
                  <a:pt x="141" y="414"/>
                </a:lnTo>
                <a:lnTo>
                  <a:pt x="140" y="414"/>
                </a:lnTo>
                <a:lnTo>
                  <a:pt x="139" y="413"/>
                </a:lnTo>
                <a:lnTo>
                  <a:pt x="138" y="412"/>
                </a:lnTo>
                <a:lnTo>
                  <a:pt x="139" y="411"/>
                </a:lnTo>
                <a:lnTo>
                  <a:pt x="139" y="410"/>
                </a:lnTo>
                <a:lnTo>
                  <a:pt x="139" y="409"/>
                </a:lnTo>
                <a:lnTo>
                  <a:pt x="138" y="408"/>
                </a:lnTo>
                <a:lnTo>
                  <a:pt x="139" y="407"/>
                </a:lnTo>
                <a:lnTo>
                  <a:pt x="140" y="407"/>
                </a:lnTo>
                <a:lnTo>
                  <a:pt x="140" y="406"/>
                </a:lnTo>
                <a:lnTo>
                  <a:pt x="139" y="404"/>
                </a:lnTo>
                <a:lnTo>
                  <a:pt x="139" y="402"/>
                </a:lnTo>
                <a:lnTo>
                  <a:pt x="137" y="395"/>
                </a:lnTo>
                <a:lnTo>
                  <a:pt x="137" y="394"/>
                </a:lnTo>
                <a:lnTo>
                  <a:pt x="138" y="393"/>
                </a:lnTo>
                <a:lnTo>
                  <a:pt x="139" y="391"/>
                </a:lnTo>
                <a:lnTo>
                  <a:pt x="139" y="390"/>
                </a:lnTo>
                <a:lnTo>
                  <a:pt x="138" y="389"/>
                </a:lnTo>
                <a:lnTo>
                  <a:pt x="137" y="389"/>
                </a:lnTo>
                <a:lnTo>
                  <a:pt x="136" y="388"/>
                </a:lnTo>
                <a:lnTo>
                  <a:pt x="136" y="387"/>
                </a:lnTo>
                <a:lnTo>
                  <a:pt x="136" y="386"/>
                </a:lnTo>
                <a:lnTo>
                  <a:pt x="135" y="386"/>
                </a:lnTo>
                <a:lnTo>
                  <a:pt x="134" y="386"/>
                </a:lnTo>
                <a:lnTo>
                  <a:pt x="133" y="385"/>
                </a:lnTo>
                <a:lnTo>
                  <a:pt x="133" y="384"/>
                </a:lnTo>
                <a:lnTo>
                  <a:pt x="132" y="383"/>
                </a:lnTo>
                <a:lnTo>
                  <a:pt x="130" y="382"/>
                </a:lnTo>
                <a:lnTo>
                  <a:pt x="129" y="383"/>
                </a:lnTo>
                <a:lnTo>
                  <a:pt x="128" y="383"/>
                </a:lnTo>
                <a:lnTo>
                  <a:pt x="127" y="382"/>
                </a:lnTo>
                <a:lnTo>
                  <a:pt x="126" y="382"/>
                </a:lnTo>
                <a:lnTo>
                  <a:pt x="126" y="380"/>
                </a:lnTo>
                <a:lnTo>
                  <a:pt x="125" y="379"/>
                </a:lnTo>
                <a:lnTo>
                  <a:pt x="124" y="379"/>
                </a:lnTo>
                <a:lnTo>
                  <a:pt x="125" y="378"/>
                </a:lnTo>
                <a:lnTo>
                  <a:pt x="125" y="377"/>
                </a:lnTo>
                <a:lnTo>
                  <a:pt x="124" y="377"/>
                </a:lnTo>
                <a:lnTo>
                  <a:pt x="123" y="377"/>
                </a:lnTo>
                <a:lnTo>
                  <a:pt x="123" y="378"/>
                </a:lnTo>
                <a:lnTo>
                  <a:pt x="122" y="379"/>
                </a:lnTo>
                <a:lnTo>
                  <a:pt x="121" y="379"/>
                </a:lnTo>
                <a:lnTo>
                  <a:pt x="120" y="378"/>
                </a:lnTo>
                <a:lnTo>
                  <a:pt x="120" y="376"/>
                </a:lnTo>
                <a:lnTo>
                  <a:pt x="119" y="376"/>
                </a:lnTo>
                <a:lnTo>
                  <a:pt x="119" y="377"/>
                </a:lnTo>
                <a:lnTo>
                  <a:pt x="118" y="377"/>
                </a:lnTo>
                <a:lnTo>
                  <a:pt x="116" y="376"/>
                </a:lnTo>
                <a:lnTo>
                  <a:pt x="116" y="375"/>
                </a:lnTo>
                <a:lnTo>
                  <a:pt x="116" y="374"/>
                </a:lnTo>
                <a:lnTo>
                  <a:pt x="117" y="373"/>
                </a:lnTo>
                <a:lnTo>
                  <a:pt x="116" y="373"/>
                </a:lnTo>
                <a:lnTo>
                  <a:pt x="115" y="373"/>
                </a:lnTo>
                <a:lnTo>
                  <a:pt x="113" y="373"/>
                </a:lnTo>
                <a:lnTo>
                  <a:pt x="113" y="372"/>
                </a:lnTo>
                <a:lnTo>
                  <a:pt x="112" y="370"/>
                </a:lnTo>
                <a:lnTo>
                  <a:pt x="111" y="370"/>
                </a:lnTo>
                <a:lnTo>
                  <a:pt x="110" y="370"/>
                </a:lnTo>
                <a:lnTo>
                  <a:pt x="109" y="368"/>
                </a:lnTo>
                <a:lnTo>
                  <a:pt x="108" y="367"/>
                </a:lnTo>
                <a:lnTo>
                  <a:pt x="108" y="366"/>
                </a:lnTo>
                <a:lnTo>
                  <a:pt x="108" y="365"/>
                </a:lnTo>
                <a:lnTo>
                  <a:pt x="107" y="365"/>
                </a:lnTo>
                <a:lnTo>
                  <a:pt x="106" y="365"/>
                </a:lnTo>
                <a:lnTo>
                  <a:pt x="105" y="365"/>
                </a:lnTo>
                <a:lnTo>
                  <a:pt x="104" y="364"/>
                </a:lnTo>
                <a:lnTo>
                  <a:pt x="103" y="363"/>
                </a:lnTo>
                <a:lnTo>
                  <a:pt x="103" y="362"/>
                </a:lnTo>
                <a:lnTo>
                  <a:pt x="102" y="362"/>
                </a:lnTo>
                <a:lnTo>
                  <a:pt x="101" y="362"/>
                </a:lnTo>
                <a:lnTo>
                  <a:pt x="100" y="361"/>
                </a:lnTo>
                <a:lnTo>
                  <a:pt x="99" y="361"/>
                </a:lnTo>
                <a:lnTo>
                  <a:pt x="99" y="360"/>
                </a:lnTo>
                <a:lnTo>
                  <a:pt x="98" y="360"/>
                </a:lnTo>
                <a:lnTo>
                  <a:pt x="97" y="361"/>
                </a:lnTo>
                <a:lnTo>
                  <a:pt x="96" y="361"/>
                </a:lnTo>
                <a:lnTo>
                  <a:pt x="96" y="360"/>
                </a:lnTo>
                <a:lnTo>
                  <a:pt x="95" y="359"/>
                </a:lnTo>
                <a:lnTo>
                  <a:pt x="94" y="359"/>
                </a:lnTo>
                <a:lnTo>
                  <a:pt x="94" y="358"/>
                </a:lnTo>
                <a:lnTo>
                  <a:pt x="93" y="358"/>
                </a:lnTo>
                <a:lnTo>
                  <a:pt x="92" y="357"/>
                </a:lnTo>
                <a:lnTo>
                  <a:pt x="91" y="357"/>
                </a:lnTo>
                <a:lnTo>
                  <a:pt x="90" y="357"/>
                </a:lnTo>
                <a:lnTo>
                  <a:pt x="89" y="356"/>
                </a:lnTo>
                <a:lnTo>
                  <a:pt x="88" y="356"/>
                </a:lnTo>
                <a:lnTo>
                  <a:pt x="87" y="356"/>
                </a:lnTo>
                <a:lnTo>
                  <a:pt x="86" y="356"/>
                </a:lnTo>
                <a:lnTo>
                  <a:pt x="85" y="356"/>
                </a:lnTo>
                <a:lnTo>
                  <a:pt x="84" y="356"/>
                </a:lnTo>
                <a:lnTo>
                  <a:pt x="83" y="356"/>
                </a:lnTo>
                <a:lnTo>
                  <a:pt x="82" y="355"/>
                </a:lnTo>
                <a:lnTo>
                  <a:pt x="81" y="355"/>
                </a:lnTo>
                <a:lnTo>
                  <a:pt x="79" y="354"/>
                </a:lnTo>
                <a:lnTo>
                  <a:pt x="79" y="353"/>
                </a:lnTo>
                <a:lnTo>
                  <a:pt x="77" y="352"/>
                </a:lnTo>
                <a:lnTo>
                  <a:pt x="76" y="352"/>
                </a:lnTo>
                <a:lnTo>
                  <a:pt x="76" y="353"/>
                </a:lnTo>
                <a:lnTo>
                  <a:pt x="75" y="353"/>
                </a:lnTo>
                <a:lnTo>
                  <a:pt x="73" y="352"/>
                </a:lnTo>
                <a:lnTo>
                  <a:pt x="73" y="353"/>
                </a:lnTo>
                <a:lnTo>
                  <a:pt x="72" y="353"/>
                </a:lnTo>
                <a:lnTo>
                  <a:pt x="72" y="352"/>
                </a:lnTo>
                <a:lnTo>
                  <a:pt x="71" y="351"/>
                </a:lnTo>
                <a:lnTo>
                  <a:pt x="71" y="350"/>
                </a:lnTo>
                <a:lnTo>
                  <a:pt x="71" y="349"/>
                </a:lnTo>
                <a:lnTo>
                  <a:pt x="71" y="348"/>
                </a:lnTo>
                <a:lnTo>
                  <a:pt x="70" y="348"/>
                </a:lnTo>
                <a:lnTo>
                  <a:pt x="69" y="348"/>
                </a:lnTo>
                <a:lnTo>
                  <a:pt x="68" y="348"/>
                </a:lnTo>
                <a:lnTo>
                  <a:pt x="66" y="349"/>
                </a:lnTo>
                <a:lnTo>
                  <a:pt x="66" y="348"/>
                </a:lnTo>
                <a:lnTo>
                  <a:pt x="65" y="348"/>
                </a:lnTo>
                <a:lnTo>
                  <a:pt x="65" y="346"/>
                </a:lnTo>
                <a:lnTo>
                  <a:pt x="64" y="346"/>
                </a:lnTo>
                <a:lnTo>
                  <a:pt x="62" y="346"/>
                </a:lnTo>
                <a:lnTo>
                  <a:pt x="61" y="346"/>
                </a:lnTo>
                <a:lnTo>
                  <a:pt x="59" y="346"/>
                </a:lnTo>
                <a:lnTo>
                  <a:pt x="59" y="345"/>
                </a:lnTo>
                <a:lnTo>
                  <a:pt x="57" y="345"/>
                </a:lnTo>
                <a:lnTo>
                  <a:pt x="55" y="344"/>
                </a:lnTo>
                <a:lnTo>
                  <a:pt x="54" y="344"/>
                </a:lnTo>
                <a:lnTo>
                  <a:pt x="54" y="342"/>
                </a:lnTo>
                <a:lnTo>
                  <a:pt x="53" y="342"/>
                </a:lnTo>
                <a:lnTo>
                  <a:pt x="51" y="341"/>
                </a:lnTo>
                <a:lnTo>
                  <a:pt x="50" y="341"/>
                </a:lnTo>
                <a:lnTo>
                  <a:pt x="49" y="340"/>
                </a:lnTo>
                <a:lnTo>
                  <a:pt x="49" y="339"/>
                </a:lnTo>
                <a:lnTo>
                  <a:pt x="48" y="339"/>
                </a:lnTo>
                <a:lnTo>
                  <a:pt x="48" y="338"/>
                </a:lnTo>
                <a:lnTo>
                  <a:pt x="47" y="338"/>
                </a:lnTo>
                <a:lnTo>
                  <a:pt x="46" y="336"/>
                </a:lnTo>
                <a:lnTo>
                  <a:pt x="45" y="336"/>
                </a:lnTo>
                <a:lnTo>
                  <a:pt x="44" y="335"/>
                </a:lnTo>
                <a:lnTo>
                  <a:pt x="44" y="334"/>
                </a:lnTo>
                <a:lnTo>
                  <a:pt x="43" y="334"/>
                </a:lnTo>
                <a:lnTo>
                  <a:pt x="43" y="335"/>
                </a:lnTo>
                <a:lnTo>
                  <a:pt x="42" y="334"/>
                </a:lnTo>
                <a:lnTo>
                  <a:pt x="42" y="333"/>
                </a:lnTo>
                <a:lnTo>
                  <a:pt x="41" y="333"/>
                </a:lnTo>
                <a:lnTo>
                  <a:pt x="41" y="332"/>
                </a:lnTo>
                <a:lnTo>
                  <a:pt x="40" y="331"/>
                </a:lnTo>
                <a:lnTo>
                  <a:pt x="40" y="330"/>
                </a:lnTo>
                <a:lnTo>
                  <a:pt x="40" y="327"/>
                </a:lnTo>
                <a:lnTo>
                  <a:pt x="40" y="326"/>
                </a:lnTo>
                <a:lnTo>
                  <a:pt x="39" y="326"/>
                </a:lnTo>
                <a:lnTo>
                  <a:pt x="38" y="326"/>
                </a:lnTo>
                <a:lnTo>
                  <a:pt x="37" y="326"/>
                </a:lnTo>
                <a:lnTo>
                  <a:pt x="37" y="327"/>
                </a:lnTo>
                <a:lnTo>
                  <a:pt x="36" y="327"/>
                </a:lnTo>
                <a:lnTo>
                  <a:pt x="36" y="326"/>
                </a:lnTo>
                <a:lnTo>
                  <a:pt x="35" y="326"/>
                </a:lnTo>
                <a:lnTo>
                  <a:pt x="34" y="325"/>
                </a:lnTo>
                <a:lnTo>
                  <a:pt x="33" y="325"/>
                </a:lnTo>
                <a:lnTo>
                  <a:pt x="32" y="324"/>
                </a:lnTo>
                <a:lnTo>
                  <a:pt x="30" y="325"/>
                </a:lnTo>
                <a:lnTo>
                  <a:pt x="30" y="324"/>
                </a:lnTo>
                <a:lnTo>
                  <a:pt x="29" y="324"/>
                </a:lnTo>
                <a:lnTo>
                  <a:pt x="29" y="323"/>
                </a:lnTo>
                <a:lnTo>
                  <a:pt x="29" y="322"/>
                </a:lnTo>
                <a:lnTo>
                  <a:pt x="28" y="321"/>
                </a:lnTo>
                <a:lnTo>
                  <a:pt x="27" y="320"/>
                </a:lnTo>
                <a:lnTo>
                  <a:pt x="26" y="321"/>
                </a:lnTo>
                <a:lnTo>
                  <a:pt x="25" y="321"/>
                </a:lnTo>
                <a:lnTo>
                  <a:pt x="25" y="320"/>
                </a:lnTo>
                <a:lnTo>
                  <a:pt x="25" y="319"/>
                </a:lnTo>
                <a:lnTo>
                  <a:pt x="24" y="318"/>
                </a:lnTo>
                <a:lnTo>
                  <a:pt x="23" y="318"/>
                </a:lnTo>
                <a:lnTo>
                  <a:pt x="22" y="318"/>
                </a:lnTo>
                <a:lnTo>
                  <a:pt x="21" y="317"/>
                </a:lnTo>
                <a:lnTo>
                  <a:pt x="20" y="317"/>
                </a:lnTo>
                <a:lnTo>
                  <a:pt x="19" y="317"/>
                </a:lnTo>
                <a:lnTo>
                  <a:pt x="19" y="315"/>
                </a:lnTo>
                <a:lnTo>
                  <a:pt x="19" y="314"/>
                </a:lnTo>
                <a:lnTo>
                  <a:pt x="18" y="314"/>
                </a:lnTo>
                <a:lnTo>
                  <a:pt x="17" y="314"/>
                </a:lnTo>
                <a:lnTo>
                  <a:pt x="17" y="313"/>
                </a:lnTo>
                <a:lnTo>
                  <a:pt x="16" y="312"/>
                </a:lnTo>
                <a:lnTo>
                  <a:pt x="15" y="312"/>
                </a:lnTo>
                <a:lnTo>
                  <a:pt x="14" y="309"/>
                </a:lnTo>
                <a:lnTo>
                  <a:pt x="12" y="308"/>
                </a:lnTo>
                <a:lnTo>
                  <a:pt x="12" y="307"/>
                </a:lnTo>
                <a:lnTo>
                  <a:pt x="11" y="306"/>
                </a:lnTo>
                <a:lnTo>
                  <a:pt x="10" y="305"/>
                </a:lnTo>
                <a:lnTo>
                  <a:pt x="11" y="305"/>
                </a:lnTo>
                <a:lnTo>
                  <a:pt x="11" y="304"/>
                </a:lnTo>
                <a:lnTo>
                  <a:pt x="11" y="303"/>
                </a:lnTo>
                <a:lnTo>
                  <a:pt x="11" y="302"/>
                </a:lnTo>
                <a:lnTo>
                  <a:pt x="11" y="301"/>
                </a:lnTo>
                <a:lnTo>
                  <a:pt x="10" y="300"/>
                </a:lnTo>
                <a:lnTo>
                  <a:pt x="9" y="299"/>
                </a:lnTo>
                <a:lnTo>
                  <a:pt x="8" y="298"/>
                </a:lnTo>
                <a:lnTo>
                  <a:pt x="7" y="294"/>
                </a:lnTo>
                <a:lnTo>
                  <a:pt x="6" y="293"/>
                </a:lnTo>
                <a:lnTo>
                  <a:pt x="6" y="292"/>
                </a:lnTo>
                <a:lnTo>
                  <a:pt x="5" y="290"/>
                </a:lnTo>
                <a:lnTo>
                  <a:pt x="5" y="289"/>
                </a:lnTo>
                <a:lnTo>
                  <a:pt x="5" y="287"/>
                </a:lnTo>
                <a:lnTo>
                  <a:pt x="4" y="287"/>
                </a:lnTo>
                <a:lnTo>
                  <a:pt x="4" y="286"/>
                </a:lnTo>
                <a:lnTo>
                  <a:pt x="4" y="284"/>
                </a:lnTo>
                <a:lnTo>
                  <a:pt x="4" y="282"/>
                </a:lnTo>
                <a:lnTo>
                  <a:pt x="4" y="281"/>
                </a:lnTo>
                <a:lnTo>
                  <a:pt x="4" y="280"/>
                </a:lnTo>
                <a:lnTo>
                  <a:pt x="5" y="280"/>
                </a:lnTo>
                <a:lnTo>
                  <a:pt x="6" y="280"/>
                </a:lnTo>
                <a:lnTo>
                  <a:pt x="7" y="280"/>
                </a:lnTo>
                <a:lnTo>
                  <a:pt x="7" y="279"/>
                </a:lnTo>
                <a:lnTo>
                  <a:pt x="7" y="278"/>
                </a:lnTo>
                <a:lnTo>
                  <a:pt x="7" y="276"/>
                </a:lnTo>
                <a:lnTo>
                  <a:pt x="6" y="275"/>
                </a:lnTo>
                <a:lnTo>
                  <a:pt x="5" y="274"/>
                </a:lnTo>
                <a:lnTo>
                  <a:pt x="6" y="273"/>
                </a:lnTo>
                <a:lnTo>
                  <a:pt x="7" y="272"/>
                </a:lnTo>
                <a:lnTo>
                  <a:pt x="6" y="271"/>
                </a:lnTo>
                <a:lnTo>
                  <a:pt x="5" y="271"/>
                </a:lnTo>
                <a:lnTo>
                  <a:pt x="4" y="271"/>
                </a:lnTo>
                <a:lnTo>
                  <a:pt x="4" y="270"/>
                </a:lnTo>
                <a:lnTo>
                  <a:pt x="5" y="269"/>
                </a:lnTo>
                <a:lnTo>
                  <a:pt x="5" y="268"/>
                </a:lnTo>
                <a:lnTo>
                  <a:pt x="5" y="267"/>
                </a:lnTo>
                <a:lnTo>
                  <a:pt x="3" y="267"/>
                </a:lnTo>
                <a:lnTo>
                  <a:pt x="2" y="267"/>
                </a:lnTo>
                <a:lnTo>
                  <a:pt x="1" y="267"/>
                </a:lnTo>
                <a:lnTo>
                  <a:pt x="1" y="266"/>
                </a:lnTo>
                <a:lnTo>
                  <a:pt x="0" y="265"/>
                </a:lnTo>
                <a:lnTo>
                  <a:pt x="1" y="263"/>
                </a:lnTo>
                <a:lnTo>
                  <a:pt x="2" y="263"/>
                </a:lnTo>
                <a:lnTo>
                  <a:pt x="2" y="262"/>
                </a:lnTo>
                <a:lnTo>
                  <a:pt x="2" y="261"/>
                </a:lnTo>
                <a:lnTo>
                  <a:pt x="3" y="260"/>
                </a:lnTo>
                <a:lnTo>
                  <a:pt x="4" y="259"/>
                </a:lnTo>
                <a:lnTo>
                  <a:pt x="4" y="257"/>
                </a:lnTo>
                <a:lnTo>
                  <a:pt x="3" y="256"/>
                </a:lnTo>
                <a:lnTo>
                  <a:pt x="3" y="255"/>
                </a:lnTo>
                <a:lnTo>
                  <a:pt x="4" y="254"/>
                </a:lnTo>
                <a:lnTo>
                  <a:pt x="5" y="253"/>
                </a:lnTo>
                <a:lnTo>
                  <a:pt x="6" y="253"/>
                </a:lnTo>
                <a:lnTo>
                  <a:pt x="7" y="253"/>
                </a:lnTo>
                <a:lnTo>
                  <a:pt x="8" y="253"/>
                </a:lnTo>
                <a:lnTo>
                  <a:pt x="9" y="253"/>
                </a:lnTo>
                <a:lnTo>
                  <a:pt x="9" y="252"/>
                </a:lnTo>
                <a:lnTo>
                  <a:pt x="10" y="252"/>
                </a:lnTo>
                <a:lnTo>
                  <a:pt x="10" y="253"/>
                </a:lnTo>
                <a:lnTo>
                  <a:pt x="11" y="253"/>
                </a:lnTo>
                <a:lnTo>
                  <a:pt x="11" y="252"/>
                </a:lnTo>
                <a:lnTo>
                  <a:pt x="12" y="252"/>
                </a:lnTo>
                <a:lnTo>
                  <a:pt x="12" y="251"/>
                </a:lnTo>
                <a:lnTo>
                  <a:pt x="13" y="251"/>
                </a:lnTo>
                <a:lnTo>
                  <a:pt x="13" y="250"/>
                </a:lnTo>
                <a:lnTo>
                  <a:pt x="14" y="250"/>
                </a:lnTo>
                <a:lnTo>
                  <a:pt x="15" y="250"/>
                </a:lnTo>
                <a:lnTo>
                  <a:pt x="16" y="250"/>
                </a:lnTo>
                <a:lnTo>
                  <a:pt x="17" y="249"/>
                </a:lnTo>
                <a:lnTo>
                  <a:pt x="18" y="249"/>
                </a:lnTo>
                <a:lnTo>
                  <a:pt x="19" y="250"/>
                </a:lnTo>
                <a:lnTo>
                  <a:pt x="20" y="250"/>
                </a:lnTo>
                <a:lnTo>
                  <a:pt x="20" y="251"/>
                </a:lnTo>
                <a:lnTo>
                  <a:pt x="21" y="251"/>
                </a:lnTo>
                <a:lnTo>
                  <a:pt x="22" y="250"/>
                </a:lnTo>
                <a:lnTo>
                  <a:pt x="23" y="249"/>
                </a:lnTo>
                <a:lnTo>
                  <a:pt x="24" y="249"/>
                </a:lnTo>
                <a:lnTo>
                  <a:pt x="25" y="250"/>
                </a:lnTo>
                <a:lnTo>
                  <a:pt x="28" y="250"/>
                </a:lnTo>
                <a:lnTo>
                  <a:pt x="29" y="249"/>
                </a:lnTo>
                <a:lnTo>
                  <a:pt x="30" y="248"/>
                </a:lnTo>
                <a:lnTo>
                  <a:pt x="31" y="248"/>
                </a:lnTo>
                <a:lnTo>
                  <a:pt x="31" y="247"/>
                </a:lnTo>
                <a:lnTo>
                  <a:pt x="30" y="246"/>
                </a:lnTo>
                <a:lnTo>
                  <a:pt x="28" y="244"/>
                </a:lnTo>
                <a:lnTo>
                  <a:pt x="28" y="243"/>
                </a:lnTo>
                <a:lnTo>
                  <a:pt x="27" y="241"/>
                </a:lnTo>
                <a:lnTo>
                  <a:pt x="28" y="241"/>
                </a:lnTo>
                <a:lnTo>
                  <a:pt x="31" y="241"/>
                </a:lnTo>
                <a:lnTo>
                  <a:pt x="32" y="240"/>
                </a:lnTo>
                <a:lnTo>
                  <a:pt x="33" y="239"/>
                </a:lnTo>
                <a:lnTo>
                  <a:pt x="33" y="240"/>
                </a:lnTo>
                <a:lnTo>
                  <a:pt x="34" y="240"/>
                </a:lnTo>
                <a:lnTo>
                  <a:pt x="35" y="239"/>
                </a:lnTo>
                <a:lnTo>
                  <a:pt x="35" y="238"/>
                </a:lnTo>
                <a:lnTo>
                  <a:pt x="35" y="237"/>
                </a:lnTo>
                <a:lnTo>
                  <a:pt x="35" y="236"/>
                </a:lnTo>
                <a:lnTo>
                  <a:pt x="35" y="235"/>
                </a:lnTo>
                <a:lnTo>
                  <a:pt x="35" y="234"/>
                </a:lnTo>
                <a:lnTo>
                  <a:pt x="34" y="233"/>
                </a:lnTo>
                <a:lnTo>
                  <a:pt x="34" y="232"/>
                </a:lnTo>
                <a:lnTo>
                  <a:pt x="33" y="232"/>
                </a:lnTo>
                <a:lnTo>
                  <a:pt x="33" y="230"/>
                </a:lnTo>
                <a:lnTo>
                  <a:pt x="32" y="226"/>
                </a:lnTo>
                <a:lnTo>
                  <a:pt x="31" y="226"/>
                </a:lnTo>
                <a:lnTo>
                  <a:pt x="30" y="226"/>
                </a:lnTo>
                <a:lnTo>
                  <a:pt x="29" y="225"/>
                </a:lnTo>
                <a:lnTo>
                  <a:pt x="28" y="224"/>
                </a:lnTo>
                <a:lnTo>
                  <a:pt x="27" y="224"/>
                </a:lnTo>
                <a:lnTo>
                  <a:pt x="27" y="223"/>
                </a:lnTo>
                <a:lnTo>
                  <a:pt x="27" y="222"/>
                </a:lnTo>
                <a:lnTo>
                  <a:pt x="28" y="222"/>
                </a:lnTo>
                <a:lnTo>
                  <a:pt x="28" y="220"/>
                </a:lnTo>
                <a:lnTo>
                  <a:pt x="28" y="219"/>
                </a:lnTo>
                <a:lnTo>
                  <a:pt x="29" y="219"/>
                </a:lnTo>
                <a:lnTo>
                  <a:pt x="29" y="218"/>
                </a:lnTo>
                <a:lnTo>
                  <a:pt x="30" y="217"/>
                </a:lnTo>
                <a:lnTo>
                  <a:pt x="29" y="217"/>
                </a:lnTo>
                <a:lnTo>
                  <a:pt x="29" y="216"/>
                </a:lnTo>
                <a:lnTo>
                  <a:pt x="28" y="216"/>
                </a:lnTo>
                <a:lnTo>
                  <a:pt x="27" y="215"/>
                </a:lnTo>
                <a:lnTo>
                  <a:pt x="28" y="214"/>
                </a:lnTo>
                <a:lnTo>
                  <a:pt x="28" y="213"/>
                </a:lnTo>
                <a:lnTo>
                  <a:pt x="28" y="212"/>
                </a:lnTo>
                <a:lnTo>
                  <a:pt x="28" y="211"/>
                </a:lnTo>
                <a:lnTo>
                  <a:pt x="30" y="210"/>
                </a:lnTo>
                <a:lnTo>
                  <a:pt x="32" y="210"/>
                </a:lnTo>
                <a:lnTo>
                  <a:pt x="33" y="208"/>
                </a:lnTo>
                <a:lnTo>
                  <a:pt x="33" y="207"/>
                </a:lnTo>
                <a:lnTo>
                  <a:pt x="34" y="207"/>
                </a:lnTo>
                <a:lnTo>
                  <a:pt x="35" y="206"/>
                </a:lnTo>
                <a:lnTo>
                  <a:pt x="35" y="205"/>
                </a:lnTo>
                <a:lnTo>
                  <a:pt x="35" y="204"/>
                </a:lnTo>
                <a:lnTo>
                  <a:pt x="36" y="204"/>
                </a:lnTo>
                <a:lnTo>
                  <a:pt x="36" y="203"/>
                </a:lnTo>
                <a:lnTo>
                  <a:pt x="37" y="203"/>
                </a:lnTo>
                <a:lnTo>
                  <a:pt x="38" y="204"/>
                </a:lnTo>
                <a:lnTo>
                  <a:pt x="39" y="204"/>
                </a:lnTo>
                <a:lnTo>
                  <a:pt x="39" y="203"/>
                </a:lnTo>
                <a:lnTo>
                  <a:pt x="40" y="203"/>
                </a:lnTo>
                <a:lnTo>
                  <a:pt x="40" y="202"/>
                </a:lnTo>
                <a:lnTo>
                  <a:pt x="41" y="202"/>
                </a:lnTo>
                <a:lnTo>
                  <a:pt x="42" y="201"/>
                </a:lnTo>
                <a:lnTo>
                  <a:pt x="43" y="201"/>
                </a:lnTo>
                <a:lnTo>
                  <a:pt x="44" y="201"/>
                </a:lnTo>
                <a:lnTo>
                  <a:pt x="44" y="200"/>
                </a:lnTo>
                <a:lnTo>
                  <a:pt x="44" y="199"/>
                </a:lnTo>
                <a:lnTo>
                  <a:pt x="44" y="198"/>
                </a:lnTo>
                <a:lnTo>
                  <a:pt x="46" y="197"/>
                </a:lnTo>
                <a:lnTo>
                  <a:pt x="47" y="195"/>
                </a:lnTo>
                <a:lnTo>
                  <a:pt x="48" y="194"/>
                </a:lnTo>
                <a:lnTo>
                  <a:pt x="49" y="193"/>
                </a:lnTo>
                <a:lnTo>
                  <a:pt x="50" y="193"/>
                </a:lnTo>
                <a:lnTo>
                  <a:pt x="50" y="192"/>
                </a:lnTo>
                <a:lnTo>
                  <a:pt x="50" y="191"/>
                </a:lnTo>
                <a:lnTo>
                  <a:pt x="50" y="190"/>
                </a:lnTo>
                <a:lnTo>
                  <a:pt x="50" y="188"/>
                </a:lnTo>
                <a:lnTo>
                  <a:pt x="50" y="187"/>
                </a:lnTo>
                <a:lnTo>
                  <a:pt x="50" y="186"/>
                </a:lnTo>
                <a:lnTo>
                  <a:pt x="51" y="186"/>
                </a:lnTo>
                <a:lnTo>
                  <a:pt x="51" y="185"/>
                </a:lnTo>
                <a:lnTo>
                  <a:pt x="52" y="184"/>
                </a:lnTo>
                <a:lnTo>
                  <a:pt x="52" y="183"/>
                </a:lnTo>
                <a:lnTo>
                  <a:pt x="52" y="181"/>
                </a:lnTo>
                <a:lnTo>
                  <a:pt x="53" y="180"/>
                </a:lnTo>
                <a:lnTo>
                  <a:pt x="53" y="179"/>
                </a:lnTo>
                <a:lnTo>
                  <a:pt x="53" y="178"/>
                </a:lnTo>
                <a:lnTo>
                  <a:pt x="53" y="177"/>
                </a:lnTo>
                <a:lnTo>
                  <a:pt x="54" y="177"/>
                </a:lnTo>
                <a:lnTo>
                  <a:pt x="56" y="176"/>
                </a:lnTo>
                <a:lnTo>
                  <a:pt x="57" y="176"/>
                </a:lnTo>
                <a:lnTo>
                  <a:pt x="58" y="177"/>
                </a:lnTo>
                <a:lnTo>
                  <a:pt x="60" y="177"/>
                </a:lnTo>
                <a:lnTo>
                  <a:pt x="61" y="177"/>
                </a:lnTo>
                <a:lnTo>
                  <a:pt x="62" y="177"/>
                </a:lnTo>
                <a:lnTo>
                  <a:pt x="63" y="177"/>
                </a:lnTo>
                <a:lnTo>
                  <a:pt x="63" y="176"/>
                </a:lnTo>
                <a:lnTo>
                  <a:pt x="62" y="175"/>
                </a:lnTo>
                <a:lnTo>
                  <a:pt x="62" y="174"/>
                </a:lnTo>
                <a:lnTo>
                  <a:pt x="63" y="174"/>
                </a:lnTo>
                <a:lnTo>
                  <a:pt x="63" y="173"/>
                </a:lnTo>
                <a:lnTo>
                  <a:pt x="64" y="173"/>
                </a:lnTo>
                <a:lnTo>
                  <a:pt x="65" y="173"/>
                </a:lnTo>
                <a:lnTo>
                  <a:pt x="67" y="174"/>
                </a:lnTo>
                <a:lnTo>
                  <a:pt x="67" y="173"/>
                </a:lnTo>
                <a:lnTo>
                  <a:pt x="68" y="172"/>
                </a:lnTo>
                <a:lnTo>
                  <a:pt x="68" y="171"/>
                </a:lnTo>
                <a:lnTo>
                  <a:pt x="71" y="168"/>
                </a:lnTo>
                <a:lnTo>
                  <a:pt x="72" y="168"/>
                </a:lnTo>
                <a:lnTo>
                  <a:pt x="73" y="168"/>
                </a:lnTo>
                <a:lnTo>
                  <a:pt x="74" y="168"/>
                </a:lnTo>
                <a:lnTo>
                  <a:pt x="74" y="167"/>
                </a:lnTo>
                <a:lnTo>
                  <a:pt x="75" y="167"/>
                </a:lnTo>
                <a:lnTo>
                  <a:pt x="76" y="166"/>
                </a:lnTo>
                <a:lnTo>
                  <a:pt x="75" y="165"/>
                </a:lnTo>
                <a:lnTo>
                  <a:pt x="76" y="165"/>
                </a:lnTo>
                <a:lnTo>
                  <a:pt x="77" y="165"/>
                </a:lnTo>
                <a:lnTo>
                  <a:pt x="77" y="164"/>
                </a:lnTo>
                <a:lnTo>
                  <a:pt x="76" y="164"/>
                </a:lnTo>
                <a:lnTo>
                  <a:pt x="75" y="164"/>
                </a:lnTo>
                <a:lnTo>
                  <a:pt x="75" y="163"/>
                </a:lnTo>
                <a:lnTo>
                  <a:pt x="74" y="163"/>
                </a:lnTo>
                <a:lnTo>
                  <a:pt x="73" y="163"/>
                </a:lnTo>
                <a:lnTo>
                  <a:pt x="73" y="162"/>
                </a:lnTo>
                <a:lnTo>
                  <a:pt x="71" y="161"/>
                </a:lnTo>
                <a:lnTo>
                  <a:pt x="70" y="161"/>
                </a:lnTo>
                <a:lnTo>
                  <a:pt x="70" y="160"/>
                </a:lnTo>
                <a:lnTo>
                  <a:pt x="69" y="159"/>
                </a:lnTo>
                <a:lnTo>
                  <a:pt x="68" y="159"/>
                </a:lnTo>
                <a:lnTo>
                  <a:pt x="66" y="159"/>
                </a:lnTo>
                <a:lnTo>
                  <a:pt x="65" y="158"/>
                </a:lnTo>
                <a:lnTo>
                  <a:pt x="64" y="158"/>
                </a:lnTo>
                <a:lnTo>
                  <a:pt x="63" y="158"/>
                </a:lnTo>
                <a:lnTo>
                  <a:pt x="63" y="157"/>
                </a:lnTo>
                <a:lnTo>
                  <a:pt x="63" y="156"/>
                </a:lnTo>
                <a:lnTo>
                  <a:pt x="64" y="156"/>
                </a:lnTo>
                <a:lnTo>
                  <a:pt x="63" y="156"/>
                </a:lnTo>
                <a:lnTo>
                  <a:pt x="63" y="155"/>
                </a:lnTo>
                <a:lnTo>
                  <a:pt x="62" y="155"/>
                </a:lnTo>
                <a:lnTo>
                  <a:pt x="61" y="155"/>
                </a:lnTo>
                <a:lnTo>
                  <a:pt x="59" y="155"/>
                </a:lnTo>
                <a:lnTo>
                  <a:pt x="59" y="154"/>
                </a:lnTo>
                <a:lnTo>
                  <a:pt x="57" y="153"/>
                </a:lnTo>
                <a:lnTo>
                  <a:pt x="57" y="152"/>
                </a:lnTo>
                <a:lnTo>
                  <a:pt x="56" y="152"/>
                </a:lnTo>
                <a:lnTo>
                  <a:pt x="54" y="152"/>
                </a:lnTo>
                <a:lnTo>
                  <a:pt x="53" y="153"/>
                </a:lnTo>
                <a:lnTo>
                  <a:pt x="52" y="153"/>
                </a:lnTo>
                <a:lnTo>
                  <a:pt x="51" y="153"/>
                </a:lnTo>
                <a:lnTo>
                  <a:pt x="51" y="152"/>
                </a:lnTo>
                <a:lnTo>
                  <a:pt x="50" y="152"/>
                </a:lnTo>
                <a:lnTo>
                  <a:pt x="49" y="151"/>
                </a:lnTo>
                <a:lnTo>
                  <a:pt x="49" y="150"/>
                </a:lnTo>
                <a:lnTo>
                  <a:pt x="49" y="149"/>
                </a:lnTo>
                <a:lnTo>
                  <a:pt x="48" y="149"/>
                </a:lnTo>
                <a:lnTo>
                  <a:pt x="47" y="149"/>
                </a:lnTo>
                <a:lnTo>
                  <a:pt x="47" y="150"/>
                </a:lnTo>
                <a:lnTo>
                  <a:pt x="46" y="150"/>
                </a:lnTo>
                <a:lnTo>
                  <a:pt x="45" y="150"/>
                </a:lnTo>
                <a:lnTo>
                  <a:pt x="44" y="150"/>
                </a:lnTo>
                <a:lnTo>
                  <a:pt x="43" y="149"/>
                </a:lnTo>
                <a:lnTo>
                  <a:pt x="44" y="148"/>
                </a:lnTo>
                <a:lnTo>
                  <a:pt x="43" y="148"/>
                </a:lnTo>
                <a:lnTo>
                  <a:pt x="43" y="147"/>
                </a:lnTo>
                <a:lnTo>
                  <a:pt x="43" y="146"/>
                </a:lnTo>
                <a:lnTo>
                  <a:pt x="43" y="145"/>
                </a:lnTo>
                <a:lnTo>
                  <a:pt x="42" y="144"/>
                </a:lnTo>
                <a:lnTo>
                  <a:pt x="42" y="143"/>
                </a:lnTo>
                <a:lnTo>
                  <a:pt x="41" y="143"/>
                </a:lnTo>
                <a:lnTo>
                  <a:pt x="40" y="142"/>
                </a:lnTo>
                <a:lnTo>
                  <a:pt x="39" y="141"/>
                </a:lnTo>
                <a:lnTo>
                  <a:pt x="39" y="140"/>
                </a:lnTo>
                <a:lnTo>
                  <a:pt x="39" y="139"/>
                </a:lnTo>
                <a:lnTo>
                  <a:pt x="38" y="138"/>
                </a:lnTo>
                <a:lnTo>
                  <a:pt x="38" y="137"/>
                </a:lnTo>
                <a:lnTo>
                  <a:pt x="38" y="136"/>
                </a:lnTo>
                <a:lnTo>
                  <a:pt x="39" y="135"/>
                </a:lnTo>
                <a:lnTo>
                  <a:pt x="39" y="134"/>
                </a:lnTo>
                <a:lnTo>
                  <a:pt x="39" y="133"/>
                </a:lnTo>
                <a:lnTo>
                  <a:pt x="39" y="132"/>
                </a:lnTo>
                <a:lnTo>
                  <a:pt x="40" y="131"/>
                </a:lnTo>
                <a:lnTo>
                  <a:pt x="40" y="130"/>
                </a:lnTo>
                <a:lnTo>
                  <a:pt x="40" y="128"/>
                </a:lnTo>
                <a:lnTo>
                  <a:pt x="41" y="127"/>
                </a:lnTo>
                <a:lnTo>
                  <a:pt x="41" y="126"/>
                </a:lnTo>
                <a:lnTo>
                  <a:pt x="40" y="126"/>
                </a:lnTo>
                <a:lnTo>
                  <a:pt x="39" y="125"/>
                </a:lnTo>
                <a:lnTo>
                  <a:pt x="38" y="125"/>
                </a:lnTo>
                <a:lnTo>
                  <a:pt x="37" y="125"/>
                </a:lnTo>
                <a:lnTo>
                  <a:pt x="36" y="125"/>
                </a:lnTo>
                <a:lnTo>
                  <a:pt x="35" y="124"/>
                </a:lnTo>
                <a:lnTo>
                  <a:pt x="34" y="124"/>
                </a:lnTo>
                <a:lnTo>
                  <a:pt x="33" y="124"/>
                </a:lnTo>
                <a:lnTo>
                  <a:pt x="32" y="124"/>
                </a:lnTo>
                <a:lnTo>
                  <a:pt x="31" y="124"/>
                </a:lnTo>
                <a:lnTo>
                  <a:pt x="30" y="125"/>
                </a:lnTo>
                <a:lnTo>
                  <a:pt x="29" y="125"/>
                </a:lnTo>
                <a:lnTo>
                  <a:pt x="28" y="124"/>
                </a:lnTo>
                <a:lnTo>
                  <a:pt x="28" y="123"/>
                </a:lnTo>
                <a:lnTo>
                  <a:pt x="27" y="122"/>
                </a:lnTo>
                <a:lnTo>
                  <a:pt x="26" y="121"/>
                </a:lnTo>
                <a:lnTo>
                  <a:pt x="26" y="120"/>
                </a:lnTo>
                <a:lnTo>
                  <a:pt x="25" y="120"/>
                </a:lnTo>
                <a:lnTo>
                  <a:pt x="24" y="120"/>
                </a:lnTo>
                <a:lnTo>
                  <a:pt x="23" y="119"/>
                </a:lnTo>
                <a:lnTo>
                  <a:pt x="22" y="117"/>
                </a:lnTo>
                <a:lnTo>
                  <a:pt x="21" y="115"/>
                </a:lnTo>
                <a:lnTo>
                  <a:pt x="22" y="114"/>
                </a:lnTo>
                <a:lnTo>
                  <a:pt x="23" y="114"/>
                </a:lnTo>
                <a:lnTo>
                  <a:pt x="23" y="113"/>
                </a:lnTo>
                <a:lnTo>
                  <a:pt x="24" y="110"/>
                </a:lnTo>
                <a:lnTo>
                  <a:pt x="25" y="109"/>
                </a:lnTo>
                <a:lnTo>
                  <a:pt x="25" y="108"/>
                </a:lnTo>
                <a:lnTo>
                  <a:pt x="26" y="108"/>
                </a:lnTo>
                <a:lnTo>
                  <a:pt x="26" y="107"/>
                </a:lnTo>
                <a:lnTo>
                  <a:pt x="26" y="106"/>
                </a:lnTo>
                <a:lnTo>
                  <a:pt x="26" y="105"/>
                </a:lnTo>
                <a:lnTo>
                  <a:pt x="26" y="104"/>
                </a:lnTo>
                <a:lnTo>
                  <a:pt x="27" y="104"/>
                </a:lnTo>
                <a:lnTo>
                  <a:pt x="27" y="101"/>
                </a:lnTo>
                <a:lnTo>
                  <a:pt x="26" y="101"/>
                </a:lnTo>
                <a:lnTo>
                  <a:pt x="26" y="100"/>
                </a:lnTo>
                <a:lnTo>
                  <a:pt x="25" y="98"/>
                </a:lnTo>
                <a:lnTo>
                  <a:pt x="26" y="97"/>
                </a:lnTo>
                <a:lnTo>
                  <a:pt x="27" y="97"/>
                </a:lnTo>
                <a:lnTo>
                  <a:pt x="27" y="95"/>
                </a:lnTo>
                <a:lnTo>
                  <a:pt x="26" y="95"/>
                </a:lnTo>
                <a:lnTo>
                  <a:pt x="25" y="94"/>
                </a:lnTo>
                <a:lnTo>
                  <a:pt x="25" y="93"/>
                </a:lnTo>
                <a:lnTo>
                  <a:pt x="25" y="92"/>
                </a:lnTo>
                <a:lnTo>
                  <a:pt x="25" y="91"/>
                </a:lnTo>
                <a:lnTo>
                  <a:pt x="25" y="90"/>
                </a:lnTo>
                <a:lnTo>
                  <a:pt x="26" y="89"/>
                </a:lnTo>
                <a:lnTo>
                  <a:pt x="26" y="88"/>
                </a:lnTo>
                <a:lnTo>
                  <a:pt x="26" y="87"/>
                </a:lnTo>
                <a:lnTo>
                  <a:pt x="25" y="86"/>
                </a:lnTo>
                <a:lnTo>
                  <a:pt x="25" y="85"/>
                </a:lnTo>
                <a:lnTo>
                  <a:pt x="25" y="84"/>
                </a:lnTo>
                <a:lnTo>
                  <a:pt x="25" y="83"/>
                </a:lnTo>
                <a:lnTo>
                  <a:pt x="24" y="83"/>
                </a:lnTo>
                <a:lnTo>
                  <a:pt x="24" y="80"/>
                </a:lnTo>
                <a:lnTo>
                  <a:pt x="23" y="77"/>
                </a:lnTo>
                <a:lnTo>
                  <a:pt x="22" y="77"/>
                </a:lnTo>
                <a:lnTo>
                  <a:pt x="21" y="77"/>
                </a:lnTo>
                <a:lnTo>
                  <a:pt x="21" y="76"/>
                </a:lnTo>
                <a:lnTo>
                  <a:pt x="20" y="75"/>
                </a:lnTo>
                <a:lnTo>
                  <a:pt x="19" y="75"/>
                </a:lnTo>
                <a:lnTo>
                  <a:pt x="19" y="74"/>
                </a:lnTo>
                <a:lnTo>
                  <a:pt x="18" y="74"/>
                </a:lnTo>
                <a:lnTo>
                  <a:pt x="18" y="73"/>
                </a:lnTo>
                <a:lnTo>
                  <a:pt x="19" y="73"/>
                </a:lnTo>
                <a:lnTo>
                  <a:pt x="19" y="72"/>
                </a:lnTo>
                <a:lnTo>
                  <a:pt x="19" y="71"/>
                </a:lnTo>
                <a:lnTo>
                  <a:pt x="19" y="70"/>
                </a:lnTo>
                <a:lnTo>
                  <a:pt x="21" y="69"/>
                </a:lnTo>
                <a:lnTo>
                  <a:pt x="22" y="69"/>
                </a:lnTo>
                <a:lnTo>
                  <a:pt x="23" y="69"/>
                </a:lnTo>
                <a:lnTo>
                  <a:pt x="24" y="69"/>
                </a:lnTo>
                <a:lnTo>
                  <a:pt x="24" y="68"/>
                </a:lnTo>
                <a:lnTo>
                  <a:pt x="24" y="67"/>
                </a:lnTo>
                <a:lnTo>
                  <a:pt x="23" y="67"/>
                </a:lnTo>
                <a:lnTo>
                  <a:pt x="23" y="66"/>
                </a:lnTo>
                <a:lnTo>
                  <a:pt x="23" y="65"/>
                </a:lnTo>
                <a:lnTo>
                  <a:pt x="24" y="65"/>
                </a:lnTo>
                <a:lnTo>
                  <a:pt x="24" y="64"/>
                </a:lnTo>
                <a:lnTo>
                  <a:pt x="23" y="63"/>
                </a:lnTo>
                <a:lnTo>
                  <a:pt x="23" y="62"/>
                </a:lnTo>
                <a:lnTo>
                  <a:pt x="23" y="61"/>
                </a:lnTo>
                <a:lnTo>
                  <a:pt x="23" y="60"/>
                </a:lnTo>
                <a:lnTo>
                  <a:pt x="24" y="60"/>
                </a:lnTo>
                <a:lnTo>
                  <a:pt x="25" y="61"/>
                </a:lnTo>
                <a:lnTo>
                  <a:pt x="26" y="61"/>
                </a:lnTo>
                <a:lnTo>
                  <a:pt x="27" y="62"/>
                </a:lnTo>
                <a:lnTo>
                  <a:pt x="27" y="61"/>
                </a:lnTo>
                <a:lnTo>
                  <a:pt x="28" y="61"/>
                </a:lnTo>
                <a:lnTo>
                  <a:pt x="29" y="61"/>
                </a:lnTo>
                <a:lnTo>
                  <a:pt x="30" y="61"/>
                </a:lnTo>
                <a:lnTo>
                  <a:pt x="31" y="61"/>
                </a:lnTo>
                <a:lnTo>
                  <a:pt x="34" y="61"/>
                </a:lnTo>
                <a:lnTo>
                  <a:pt x="35" y="62"/>
                </a:lnTo>
                <a:lnTo>
                  <a:pt x="35" y="61"/>
                </a:lnTo>
                <a:lnTo>
                  <a:pt x="35" y="60"/>
                </a:lnTo>
                <a:lnTo>
                  <a:pt x="35" y="59"/>
                </a:lnTo>
                <a:lnTo>
                  <a:pt x="36" y="59"/>
                </a:lnTo>
                <a:lnTo>
                  <a:pt x="36" y="58"/>
                </a:lnTo>
                <a:lnTo>
                  <a:pt x="37" y="58"/>
                </a:lnTo>
                <a:lnTo>
                  <a:pt x="37" y="59"/>
                </a:lnTo>
                <a:lnTo>
                  <a:pt x="38" y="59"/>
                </a:lnTo>
                <a:lnTo>
                  <a:pt x="39" y="59"/>
                </a:lnTo>
                <a:lnTo>
                  <a:pt x="40" y="59"/>
                </a:lnTo>
                <a:lnTo>
                  <a:pt x="41" y="59"/>
                </a:lnTo>
                <a:lnTo>
                  <a:pt x="42" y="58"/>
                </a:lnTo>
                <a:lnTo>
                  <a:pt x="42" y="57"/>
                </a:lnTo>
                <a:lnTo>
                  <a:pt x="43" y="57"/>
                </a:lnTo>
                <a:lnTo>
                  <a:pt x="45" y="58"/>
                </a:lnTo>
                <a:lnTo>
                  <a:pt x="45" y="59"/>
                </a:lnTo>
                <a:lnTo>
                  <a:pt x="46" y="59"/>
                </a:lnTo>
                <a:lnTo>
                  <a:pt x="47" y="59"/>
                </a:lnTo>
                <a:lnTo>
                  <a:pt x="48" y="59"/>
                </a:lnTo>
                <a:lnTo>
                  <a:pt x="48" y="58"/>
                </a:lnTo>
                <a:lnTo>
                  <a:pt x="50" y="57"/>
                </a:lnTo>
                <a:lnTo>
                  <a:pt x="51" y="57"/>
                </a:lnTo>
                <a:lnTo>
                  <a:pt x="52" y="57"/>
                </a:lnTo>
                <a:lnTo>
                  <a:pt x="54" y="56"/>
                </a:lnTo>
                <a:lnTo>
                  <a:pt x="56" y="56"/>
                </a:lnTo>
                <a:lnTo>
                  <a:pt x="58" y="55"/>
                </a:lnTo>
                <a:lnTo>
                  <a:pt x="58" y="54"/>
                </a:lnTo>
                <a:lnTo>
                  <a:pt x="59" y="54"/>
                </a:lnTo>
                <a:lnTo>
                  <a:pt x="61" y="55"/>
                </a:lnTo>
                <a:lnTo>
                  <a:pt x="62" y="56"/>
                </a:lnTo>
                <a:lnTo>
                  <a:pt x="64" y="57"/>
                </a:lnTo>
                <a:lnTo>
                  <a:pt x="65" y="57"/>
                </a:lnTo>
                <a:lnTo>
                  <a:pt x="66" y="56"/>
                </a:lnTo>
                <a:lnTo>
                  <a:pt x="66" y="54"/>
                </a:lnTo>
                <a:lnTo>
                  <a:pt x="66" y="53"/>
                </a:lnTo>
                <a:lnTo>
                  <a:pt x="66" y="52"/>
                </a:lnTo>
                <a:lnTo>
                  <a:pt x="67" y="52"/>
                </a:lnTo>
                <a:lnTo>
                  <a:pt x="67" y="51"/>
                </a:lnTo>
                <a:lnTo>
                  <a:pt x="68" y="51"/>
                </a:lnTo>
                <a:lnTo>
                  <a:pt x="68" y="52"/>
                </a:lnTo>
                <a:lnTo>
                  <a:pt x="68" y="51"/>
                </a:lnTo>
                <a:lnTo>
                  <a:pt x="69" y="49"/>
                </a:lnTo>
                <a:lnTo>
                  <a:pt x="69" y="48"/>
                </a:lnTo>
                <a:lnTo>
                  <a:pt x="69" y="47"/>
                </a:lnTo>
                <a:lnTo>
                  <a:pt x="69" y="46"/>
                </a:lnTo>
                <a:lnTo>
                  <a:pt x="70" y="46"/>
                </a:lnTo>
                <a:lnTo>
                  <a:pt x="69" y="45"/>
                </a:lnTo>
                <a:lnTo>
                  <a:pt x="69" y="43"/>
                </a:lnTo>
                <a:lnTo>
                  <a:pt x="69" y="42"/>
                </a:lnTo>
                <a:lnTo>
                  <a:pt x="69" y="41"/>
                </a:lnTo>
                <a:lnTo>
                  <a:pt x="69" y="39"/>
                </a:lnTo>
                <a:lnTo>
                  <a:pt x="70" y="38"/>
                </a:lnTo>
                <a:lnTo>
                  <a:pt x="71" y="38"/>
                </a:lnTo>
                <a:lnTo>
                  <a:pt x="72" y="38"/>
                </a:lnTo>
                <a:lnTo>
                  <a:pt x="72" y="39"/>
                </a:lnTo>
                <a:lnTo>
                  <a:pt x="75" y="38"/>
                </a:lnTo>
                <a:lnTo>
                  <a:pt x="76" y="36"/>
                </a:lnTo>
                <a:lnTo>
                  <a:pt x="76" y="35"/>
                </a:lnTo>
                <a:lnTo>
                  <a:pt x="77" y="34"/>
                </a:lnTo>
                <a:lnTo>
                  <a:pt x="77" y="33"/>
                </a:lnTo>
                <a:lnTo>
                  <a:pt x="77" y="32"/>
                </a:lnTo>
                <a:lnTo>
                  <a:pt x="78" y="32"/>
                </a:lnTo>
                <a:lnTo>
                  <a:pt x="78" y="30"/>
                </a:lnTo>
                <a:lnTo>
                  <a:pt x="78" y="29"/>
                </a:lnTo>
                <a:lnTo>
                  <a:pt x="77" y="28"/>
                </a:lnTo>
                <a:lnTo>
                  <a:pt x="77" y="27"/>
                </a:lnTo>
                <a:lnTo>
                  <a:pt x="77" y="26"/>
                </a:lnTo>
                <a:lnTo>
                  <a:pt x="77" y="25"/>
                </a:lnTo>
                <a:lnTo>
                  <a:pt x="75" y="25"/>
                </a:lnTo>
                <a:lnTo>
                  <a:pt x="75" y="24"/>
                </a:lnTo>
                <a:lnTo>
                  <a:pt x="74" y="24"/>
                </a:lnTo>
                <a:lnTo>
                  <a:pt x="74" y="23"/>
                </a:lnTo>
                <a:lnTo>
                  <a:pt x="74" y="22"/>
                </a:lnTo>
                <a:lnTo>
                  <a:pt x="74" y="21"/>
                </a:lnTo>
                <a:lnTo>
                  <a:pt x="73" y="18"/>
                </a:lnTo>
                <a:lnTo>
                  <a:pt x="72" y="17"/>
                </a:lnTo>
                <a:lnTo>
                  <a:pt x="73" y="15"/>
                </a:lnTo>
                <a:lnTo>
                  <a:pt x="73" y="14"/>
                </a:lnTo>
                <a:lnTo>
                  <a:pt x="75" y="14"/>
                </a:lnTo>
                <a:lnTo>
                  <a:pt x="76" y="14"/>
                </a:lnTo>
                <a:lnTo>
                  <a:pt x="77" y="14"/>
                </a:lnTo>
                <a:lnTo>
                  <a:pt x="78" y="13"/>
                </a:lnTo>
                <a:lnTo>
                  <a:pt x="79" y="13"/>
                </a:lnTo>
                <a:lnTo>
                  <a:pt x="79" y="12"/>
                </a:lnTo>
                <a:lnTo>
                  <a:pt x="80" y="12"/>
                </a:lnTo>
                <a:lnTo>
                  <a:pt x="85" y="11"/>
                </a:lnTo>
                <a:lnTo>
                  <a:pt x="86" y="9"/>
                </a:lnTo>
                <a:lnTo>
                  <a:pt x="86" y="10"/>
                </a:lnTo>
                <a:lnTo>
                  <a:pt x="90" y="9"/>
                </a:lnTo>
                <a:lnTo>
                  <a:pt x="91" y="9"/>
                </a:lnTo>
                <a:lnTo>
                  <a:pt x="92" y="8"/>
                </a:lnTo>
                <a:lnTo>
                  <a:pt x="93" y="8"/>
                </a:lnTo>
                <a:lnTo>
                  <a:pt x="93" y="7"/>
                </a:lnTo>
                <a:lnTo>
                  <a:pt x="94" y="7"/>
                </a:lnTo>
                <a:lnTo>
                  <a:pt x="93" y="6"/>
                </a:lnTo>
                <a:lnTo>
                  <a:pt x="95" y="2"/>
                </a:lnTo>
                <a:lnTo>
                  <a:pt x="96" y="1"/>
                </a:lnTo>
                <a:lnTo>
                  <a:pt x="98" y="0"/>
                </a:lnTo>
                <a:lnTo>
                  <a:pt x="99" y="0"/>
                </a:lnTo>
                <a:lnTo>
                  <a:pt x="100" y="0"/>
                </a:lnTo>
                <a:lnTo>
                  <a:pt x="102" y="0"/>
                </a:lnTo>
                <a:lnTo>
                  <a:pt x="104" y="0"/>
                </a:lnTo>
                <a:lnTo>
                  <a:pt x="107" y="1"/>
                </a:lnTo>
                <a:lnTo>
                  <a:pt x="108" y="1"/>
                </a:lnTo>
                <a:lnTo>
                  <a:pt x="109" y="1"/>
                </a:lnTo>
                <a:lnTo>
                  <a:pt x="111" y="1"/>
                </a:lnTo>
                <a:lnTo>
                  <a:pt x="112" y="1"/>
                </a:lnTo>
                <a:lnTo>
                  <a:pt x="112" y="0"/>
                </a:lnTo>
                <a:lnTo>
                  <a:pt x="113" y="0"/>
                </a:lnTo>
                <a:lnTo>
                  <a:pt x="117" y="2"/>
                </a:lnTo>
                <a:lnTo>
                  <a:pt x="118" y="3"/>
                </a:lnTo>
                <a:lnTo>
                  <a:pt x="119" y="3"/>
                </a:lnTo>
                <a:lnTo>
                  <a:pt x="120" y="4"/>
                </a:lnTo>
                <a:lnTo>
                  <a:pt x="121" y="4"/>
                </a:lnTo>
                <a:lnTo>
                  <a:pt x="122" y="5"/>
                </a:lnTo>
                <a:lnTo>
                  <a:pt x="123" y="7"/>
                </a:lnTo>
                <a:lnTo>
                  <a:pt x="124" y="9"/>
                </a:lnTo>
                <a:lnTo>
                  <a:pt x="125" y="10"/>
                </a:lnTo>
                <a:lnTo>
                  <a:pt x="126" y="11"/>
                </a:lnTo>
                <a:lnTo>
                  <a:pt x="127" y="12"/>
                </a:lnTo>
                <a:lnTo>
                  <a:pt x="128" y="12"/>
                </a:lnTo>
                <a:lnTo>
                  <a:pt x="128" y="13"/>
                </a:lnTo>
                <a:lnTo>
                  <a:pt x="129" y="13"/>
                </a:lnTo>
                <a:lnTo>
                  <a:pt x="130" y="13"/>
                </a:lnTo>
                <a:lnTo>
                  <a:pt x="131" y="15"/>
                </a:lnTo>
                <a:lnTo>
                  <a:pt x="132" y="19"/>
                </a:lnTo>
                <a:lnTo>
                  <a:pt x="133" y="20"/>
                </a:lnTo>
                <a:lnTo>
                  <a:pt x="135" y="21"/>
                </a:lnTo>
                <a:lnTo>
                  <a:pt x="136" y="21"/>
                </a:lnTo>
                <a:lnTo>
                  <a:pt x="136" y="22"/>
                </a:lnTo>
                <a:lnTo>
                  <a:pt x="137" y="22"/>
                </a:lnTo>
                <a:lnTo>
                  <a:pt x="137" y="21"/>
                </a:lnTo>
                <a:lnTo>
                  <a:pt x="138" y="21"/>
                </a:lnTo>
                <a:lnTo>
                  <a:pt x="139" y="21"/>
                </a:lnTo>
                <a:lnTo>
                  <a:pt x="140" y="21"/>
                </a:lnTo>
                <a:lnTo>
                  <a:pt x="141" y="21"/>
                </a:lnTo>
                <a:lnTo>
                  <a:pt x="142" y="21"/>
                </a:lnTo>
                <a:lnTo>
                  <a:pt x="142" y="20"/>
                </a:lnTo>
                <a:lnTo>
                  <a:pt x="145" y="21"/>
                </a:lnTo>
                <a:lnTo>
                  <a:pt x="147" y="22"/>
                </a:lnTo>
                <a:lnTo>
                  <a:pt x="148" y="23"/>
                </a:lnTo>
                <a:lnTo>
                  <a:pt x="149" y="24"/>
                </a:lnTo>
                <a:lnTo>
                  <a:pt x="150" y="24"/>
                </a:lnTo>
                <a:lnTo>
                  <a:pt x="152" y="25"/>
                </a:lnTo>
                <a:lnTo>
                  <a:pt x="152" y="24"/>
                </a:lnTo>
                <a:lnTo>
                  <a:pt x="153" y="24"/>
                </a:lnTo>
                <a:lnTo>
                  <a:pt x="154" y="24"/>
                </a:lnTo>
                <a:lnTo>
                  <a:pt x="155" y="25"/>
                </a:lnTo>
                <a:lnTo>
                  <a:pt x="156" y="26"/>
                </a:lnTo>
                <a:lnTo>
                  <a:pt x="157" y="27"/>
                </a:lnTo>
                <a:lnTo>
                  <a:pt x="159" y="28"/>
                </a:lnTo>
                <a:lnTo>
                  <a:pt x="160" y="28"/>
                </a:lnTo>
                <a:lnTo>
                  <a:pt x="161" y="28"/>
                </a:lnTo>
                <a:lnTo>
                  <a:pt x="162" y="30"/>
                </a:lnTo>
                <a:lnTo>
                  <a:pt x="162" y="31"/>
                </a:lnTo>
                <a:lnTo>
                  <a:pt x="163" y="31"/>
                </a:lnTo>
                <a:lnTo>
                  <a:pt x="164" y="30"/>
                </a:lnTo>
                <a:lnTo>
                  <a:pt x="166" y="30"/>
                </a:lnTo>
                <a:lnTo>
                  <a:pt x="167" y="30"/>
                </a:lnTo>
                <a:lnTo>
                  <a:pt x="167" y="31"/>
                </a:lnTo>
                <a:lnTo>
                  <a:pt x="170" y="31"/>
                </a:lnTo>
                <a:lnTo>
                  <a:pt x="171" y="30"/>
                </a:lnTo>
                <a:lnTo>
                  <a:pt x="172" y="30"/>
                </a:lnTo>
                <a:lnTo>
                  <a:pt x="173" y="30"/>
                </a:lnTo>
                <a:lnTo>
                  <a:pt x="174" y="30"/>
                </a:lnTo>
                <a:lnTo>
                  <a:pt x="179" y="30"/>
                </a:lnTo>
                <a:lnTo>
                  <a:pt x="180" y="30"/>
                </a:lnTo>
                <a:lnTo>
                  <a:pt x="181" y="30"/>
                </a:lnTo>
                <a:lnTo>
                  <a:pt x="181" y="29"/>
                </a:lnTo>
                <a:lnTo>
                  <a:pt x="182" y="29"/>
                </a:lnTo>
                <a:lnTo>
                  <a:pt x="182" y="28"/>
                </a:lnTo>
                <a:lnTo>
                  <a:pt x="183" y="28"/>
                </a:lnTo>
                <a:lnTo>
                  <a:pt x="185" y="29"/>
                </a:lnTo>
                <a:lnTo>
                  <a:pt x="187" y="30"/>
                </a:lnTo>
                <a:lnTo>
                  <a:pt x="189" y="30"/>
                </a:lnTo>
                <a:lnTo>
                  <a:pt x="195" y="32"/>
                </a:lnTo>
                <a:lnTo>
                  <a:pt x="194" y="32"/>
                </a:lnTo>
                <a:lnTo>
                  <a:pt x="194" y="33"/>
                </a:lnTo>
                <a:lnTo>
                  <a:pt x="194" y="35"/>
                </a:lnTo>
                <a:lnTo>
                  <a:pt x="192" y="37"/>
                </a:lnTo>
                <a:lnTo>
                  <a:pt x="193" y="38"/>
                </a:lnTo>
                <a:lnTo>
                  <a:pt x="194" y="39"/>
                </a:lnTo>
                <a:lnTo>
                  <a:pt x="195" y="40"/>
                </a:lnTo>
                <a:lnTo>
                  <a:pt x="196" y="41"/>
                </a:lnTo>
                <a:lnTo>
                  <a:pt x="196" y="42"/>
                </a:lnTo>
                <a:lnTo>
                  <a:pt x="197" y="42"/>
                </a:lnTo>
                <a:lnTo>
                  <a:pt x="198" y="44"/>
                </a:lnTo>
                <a:lnTo>
                  <a:pt x="199" y="46"/>
                </a:lnTo>
                <a:lnTo>
                  <a:pt x="200" y="47"/>
                </a:lnTo>
                <a:lnTo>
                  <a:pt x="200" y="48"/>
                </a:lnTo>
                <a:lnTo>
                  <a:pt x="199" y="49"/>
                </a:lnTo>
                <a:lnTo>
                  <a:pt x="199" y="50"/>
                </a:lnTo>
                <a:lnTo>
                  <a:pt x="198" y="50"/>
                </a:lnTo>
                <a:lnTo>
                  <a:pt x="198" y="51"/>
                </a:lnTo>
                <a:lnTo>
                  <a:pt x="199" y="51"/>
                </a:lnTo>
                <a:lnTo>
                  <a:pt x="199" y="52"/>
                </a:lnTo>
                <a:lnTo>
                  <a:pt x="200" y="53"/>
                </a:lnTo>
                <a:lnTo>
                  <a:pt x="199" y="55"/>
                </a:lnTo>
                <a:lnTo>
                  <a:pt x="199" y="56"/>
                </a:lnTo>
                <a:lnTo>
                  <a:pt x="198" y="56"/>
                </a:lnTo>
                <a:lnTo>
                  <a:pt x="198" y="57"/>
                </a:lnTo>
                <a:lnTo>
                  <a:pt x="198" y="58"/>
                </a:lnTo>
                <a:lnTo>
                  <a:pt x="197" y="58"/>
                </a:lnTo>
                <a:lnTo>
                  <a:pt x="196" y="58"/>
                </a:lnTo>
                <a:lnTo>
                  <a:pt x="194" y="59"/>
                </a:lnTo>
                <a:lnTo>
                  <a:pt x="194" y="60"/>
                </a:lnTo>
                <a:lnTo>
                  <a:pt x="194" y="61"/>
                </a:lnTo>
                <a:lnTo>
                  <a:pt x="194" y="62"/>
                </a:lnTo>
                <a:lnTo>
                  <a:pt x="193" y="62"/>
                </a:lnTo>
                <a:lnTo>
                  <a:pt x="193" y="63"/>
                </a:lnTo>
                <a:lnTo>
                  <a:pt x="193" y="65"/>
                </a:lnTo>
                <a:lnTo>
                  <a:pt x="194" y="66"/>
                </a:lnTo>
                <a:lnTo>
                  <a:pt x="195" y="66"/>
                </a:lnTo>
                <a:lnTo>
                  <a:pt x="196" y="68"/>
                </a:lnTo>
                <a:lnTo>
                  <a:pt x="197" y="69"/>
                </a:lnTo>
                <a:lnTo>
                  <a:pt x="197" y="71"/>
                </a:lnTo>
                <a:lnTo>
                  <a:pt x="196" y="71"/>
                </a:lnTo>
                <a:lnTo>
                  <a:pt x="195" y="72"/>
                </a:lnTo>
                <a:lnTo>
                  <a:pt x="195" y="73"/>
                </a:lnTo>
                <a:lnTo>
                  <a:pt x="194" y="74"/>
                </a:lnTo>
                <a:lnTo>
                  <a:pt x="193" y="74"/>
                </a:lnTo>
                <a:lnTo>
                  <a:pt x="193" y="76"/>
                </a:lnTo>
                <a:lnTo>
                  <a:pt x="192" y="77"/>
                </a:lnTo>
                <a:lnTo>
                  <a:pt x="193" y="78"/>
                </a:lnTo>
                <a:lnTo>
                  <a:pt x="194" y="78"/>
                </a:lnTo>
                <a:lnTo>
                  <a:pt x="194" y="79"/>
                </a:lnTo>
                <a:lnTo>
                  <a:pt x="195" y="79"/>
                </a:lnTo>
                <a:lnTo>
                  <a:pt x="195" y="80"/>
                </a:lnTo>
                <a:lnTo>
                  <a:pt x="196" y="81"/>
                </a:lnTo>
                <a:lnTo>
                  <a:pt x="197" y="82"/>
                </a:lnTo>
                <a:lnTo>
                  <a:pt x="197" y="83"/>
                </a:lnTo>
                <a:lnTo>
                  <a:pt x="198" y="83"/>
                </a:lnTo>
                <a:lnTo>
                  <a:pt x="199" y="83"/>
                </a:lnTo>
                <a:lnTo>
                  <a:pt x="200" y="82"/>
                </a:lnTo>
                <a:lnTo>
                  <a:pt x="200" y="81"/>
                </a:lnTo>
                <a:lnTo>
                  <a:pt x="201" y="81"/>
                </a:lnTo>
                <a:lnTo>
                  <a:pt x="202" y="82"/>
                </a:lnTo>
                <a:lnTo>
                  <a:pt x="203" y="84"/>
                </a:lnTo>
                <a:lnTo>
                  <a:pt x="203" y="85"/>
                </a:lnTo>
                <a:lnTo>
                  <a:pt x="204" y="87"/>
                </a:lnTo>
                <a:lnTo>
                  <a:pt x="204" y="88"/>
                </a:lnTo>
                <a:lnTo>
                  <a:pt x="204" y="89"/>
                </a:lnTo>
                <a:lnTo>
                  <a:pt x="205" y="89"/>
                </a:lnTo>
                <a:lnTo>
                  <a:pt x="205" y="90"/>
                </a:lnTo>
                <a:lnTo>
                  <a:pt x="205" y="91"/>
                </a:lnTo>
                <a:lnTo>
                  <a:pt x="205" y="92"/>
                </a:lnTo>
                <a:lnTo>
                  <a:pt x="206" y="93"/>
                </a:lnTo>
                <a:lnTo>
                  <a:pt x="205" y="94"/>
                </a:lnTo>
                <a:lnTo>
                  <a:pt x="204" y="95"/>
                </a:lnTo>
                <a:lnTo>
                  <a:pt x="204" y="96"/>
                </a:lnTo>
                <a:lnTo>
                  <a:pt x="205" y="96"/>
                </a:lnTo>
                <a:lnTo>
                  <a:pt x="205" y="97"/>
                </a:lnTo>
                <a:lnTo>
                  <a:pt x="205" y="98"/>
                </a:lnTo>
                <a:lnTo>
                  <a:pt x="206" y="98"/>
                </a:lnTo>
                <a:lnTo>
                  <a:pt x="207" y="98"/>
                </a:lnTo>
                <a:lnTo>
                  <a:pt x="208" y="98"/>
                </a:lnTo>
                <a:lnTo>
                  <a:pt x="209" y="97"/>
                </a:lnTo>
                <a:lnTo>
                  <a:pt x="210" y="97"/>
                </a:lnTo>
                <a:lnTo>
                  <a:pt x="210" y="98"/>
                </a:lnTo>
                <a:lnTo>
                  <a:pt x="211" y="99"/>
                </a:lnTo>
                <a:lnTo>
                  <a:pt x="211" y="100"/>
                </a:lnTo>
                <a:lnTo>
                  <a:pt x="211" y="101"/>
                </a:lnTo>
                <a:lnTo>
                  <a:pt x="212" y="102"/>
                </a:lnTo>
                <a:lnTo>
                  <a:pt x="212" y="103"/>
                </a:lnTo>
                <a:lnTo>
                  <a:pt x="213" y="103"/>
                </a:lnTo>
                <a:lnTo>
                  <a:pt x="213" y="104"/>
                </a:lnTo>
                <a:lnTo>
                  <a:pt x="214" y="104"/>
                </a:lnTo>
                <a:lnTo>
                  <a:pt x="215" y="104"/>
                </a:lnTo>
                <a:lnTo>
                  <a:pt x="216" y="105"/>
                </a:lnTo>
                <a:lnTo>
                  <a:pt x="217" y="105"/>
                </a:lnTo>
                <a:lnTo>
                  <a:pt x="218" y="106"/>
                </a:lnTo>
                <a:lnTo>
                  <a:pt x="220" y="106"/>
                </a:lnTo>
                <a:lnTo>
                  <a:pt x="220" y="107"/>
                </a:lnTo>
                <a:lnTo>
                  <a:pt x="221" y="108"/>
                </a:lnTo>
                <a:lnTo>
                  <a:pt x="222" y="110"/>
                </a:lnTo>
                <a:lnTo>
                  <a:pt x="222" y="111"/>
                </a:lnTo>
                <a:lnTo>
                  <a:pt x="222" y="112"/>
                </a:lnTo>
                <a:lnTo>
                  <a:pt x="221" y="112"/>
                </a:lnTo>
                <a:lnTo>
                  <a:pt x="221" y="113"/>
                </a:lnTo>
                <a:lnTo>
                  <a:pt x="221" y="114"/>
                </a:lnTo>
                <a:lnTo>
                  <a:pt x="222" y="114"/>
                </a:lnTo>
                <a:lnTo>
                  <a:pt x="222" y="115"/>
                </a:lnTo>
                <a:lnTo>
                  <a:pt x="223" y="116"/>
                </a:lnTo>
                <a:lnTo>
                  <a:pt x="224" y="117"/>
                </a:lnTo>
                <a:lnTo>
                  <a:pt x="225" y="118"/>
                </a:lnTo>
                <a:lnTo>
                  <a:pt x="226" y="118"/>
                </a:lnTo>
                <a:lnTo>
                  <a:pt x="226" y="119"/>
                </a:lnTo>
                <a:lnTo>
                  <a:pt x="226" y="120"/>
                </a:lnTo>
                <a:lnTo>
                  <a:pt x="227" y="120"/>
                </a:lnTo>
                <a:lnTo>
                  <a:pt x="228" y="120"/>
                </a:lnTo>
                <a:lnTo>
                  <a:pt x="229" y="121"/>
                </a:lnTo>
                <a:lnTo>
                  <a:pt x="229" y="122"/>
                </a:lnTo>
                <a:lnTo>
                  <a:pt x="229" y="123"/>
                </a:lnTo>
                <a:lnTo>
                  <a:pt x="230" y="123"/>
                </a:lnTo>
                <a:lnTo>
                  <a:pt x="230" y="124"/>
                </a:lnTo>
                <a:lnTo>
                  <a:pt x="229" y="124"/>
                </a:lnTo>
                <a:lnTo>
                  <a:pt x="229" y="125"/>
                </a:lnTo>
                <a:lnTo>
                  <a:pt x="229" y="126"/>
                </a:lnTo>
                <a:lnTo>
                  <a:pt x="228" y="126"/>
                </a:lnTo>
                <a:lnTo>
                  <a:pt x="227" y="126"/>
                </a:lnTo>
                <a:lnTo>
                  <a:pt x="226" y="127"/>
                </a:lnTo>
                <a:lnTo>
                  <a:pt x="225" y="127"/>
                </a:lnTo>
                <a:lnTo>
                  <a:pt x="225" y="126"/>
                </a:lnTo>
                <a:lnTo>
                  <a:pt x="225" y="127"/>
                </a:lnTo>
                <a:lnTo>
                  <a:pt x="224" y="127"/>
                </a:lnTo>
                <a:lnTo>
                  <a:pt x="223" y="127"/>
                </a:lnTo>
                <a:lnTo>
                  <a:pt x="224" y="128"/>
                </a:lnTo>
                <a:lnTo>
                  <a:pt x="224" y="129"/>
                </a:lnTo>
                <a:lnTo>
                  <a:pt x="225" y="131"/>
                </a:lnTo>
                <a:lnTo>
                  <a:pt x="225" y="132"/>
                </a:lnTo>
                <a:lnTo>
                  <a:pt x="225" y="133"/>
                </a:lnTo>
                <a:lnTo>
                  <a:pt x="226" y="133"/>
                </a:lnTo>
                <a:lnTo>
                  <a:pt x="227" y="133"/>
                </a:lnTo>
                <a:lnTo>
                  <a:pt x="227" y="134"/>
                </a:lnTo>
                <a:lnTo>
                  <a:pt x="228" y="134"/>
                </a:lnTo>
                <a:lnTo>
                  <a:pt x="229" y="135"/>
                </a:lnTo>
                <a:lnTo>
                  <a:pt x="230" y="136"/>
                </a:lnTo>
                <a:lnTo>
                  <a:pt x="230" y="137"/>
                </a:lnTo>
                <a:lnTo>
                  <a:pt x="231" y="137"/>
                </a:lnTo>
                <a:lnTo>
                  <a:pt x="232" y="138"/>
                </a:lnTo>
                <a:lnTo>
                  <a:pt x="231" y="139"/>
                </a:lnTo>
                <a:lnTo>
                  <a:pt x="231" y="140"/>
                </a:lnTo>
                <a:lnTo>
                  <a:pt x="230" y="141"/>
                </a:lnTo>
                <a:lnTo>
                  <a:pt x="229" y="142"/>
                </a:lnTo>
                <a:lnTo>
                  <a:pt x="228" y="143"/>
                </a:lnTo>
                <a:lnTo>
                  <a:pt x="228" y="145"/>
                </a:lnTo>
                <a:lnTo>
                  <a:pt x="229" y="146"/>
                </a:lnTo>
                <a:lnTo>
                  <a:pt x="229" y="147"/>
                </a:lnTo>
                <a:lnTo>
                  <a:pt x="230" y="147"/>
                </a:lnTo>
                <a:lnTo>
                  <a:pt x="231" y="146"/>
                </a:lnTo>
                <a:lnTo>
                  <a:pt x="232" y="146"/>
                </a:lnTo>
                <a:lnTo>
                  <a:pt x="232" y="147"/>
                </a:lnTo>
                <a:lnTo>
                  <a:pt x="232" y="148"/>
                </a:lnTo>
                <a:lnTo>
                  <a:pt x="233" y="149"/>
                </a:lnTo>
                <a:lnTo>
                  <a:pt x="233" y="150"/>
                </a:lnTo>
                <a:lnTo>
                  <a:pt x="233" y="151"/>
                </a:lnTo>
                <a:lnTo>
                  <a:pt x="234" y="151"/>
                </a:lnTo>
                <a:lnTo>
                  <a:pt x="235" y="152"/>
                </a:lnTo>
                <a:lnTo>
                  <a:pt x="237" y="154"/>
                </a:lnTo>
                <a:lnTo>
                  <a:pt x="238" y="155"/>
                </a:lnTo>
                <a:lnTo>
                  <a:pt x="239" y="155"/>
                </a:lnTo>
                <a:lnTo>
                  <a:pt x="240" y="155"/>
                </a:lnTo>
                <a:lnTo>
                  <a:pt x="241" y="155"/>
                </a:lnTo>
                <a:lnTo>
                  <a:pt x="241" y="156"/>
                </a:lnTo>
                <a:lnTo>
                  <a:pt x="240" y="156"/>
                </a:lnTo>
                <a:lnTo>
                  <a:pt x="240" y="157"/>
                </a:lnTo>
                <a:lnTo>
                  <a:pt x="240" y="160"/>
                </a:lnTo>
                <a:lnTo>
                  <a:pt x="241" y="160"/>
                </a:lnTo>
                <a:lnTo>
                  <a:pt x="242" y="160"/>
                </a:lnTo>
                <a:lnTo>
                  <a:pt x="242" y="161"/>
                </a:lnTo>
                <a:lnTo>
                  <a:pt x="243" y="161"/>
                </a:lnTo>
                <a:lnTo>
                  <a:pt x="243" y="164"/>
                </a:lnTo>
                <a:lnTo>
                  <a:pt x="243" y="165"/>
                </a:lnTo>
                <a:lnTo>
                  <a:pt x="243" y="166"/>
                </a:lnTo>
                <a:lnTo>
                  <a:pt x="242" y="169"/>
                </a:lnTo>
                <a:lnTo>
                  <a:pt x="242" y="170"/>
                </a:lnTo>
                <a:lnTo>
                  <a:pt x="241" y="172"/>
                </a:lnTo>
                <a:lnTo>
                  <a:pt x="241" y="174"/>
                </a:lnTo>
                <a:lnTo>
                  <a:pt x="241" y="175"/>
                </a:lnTo>
                <a:lnTo>
                  <a:pt x="241" y="176"/>
                </a:lnTo>
                <a:lnTo>
                  <a:pt x="242" y="176"/>
                </a:lnTo>
                <a:lnTo>
                  <a:pt x="243" y="176"/>
                </a:lnTo>
                <a:lnTo>
                  <a:pt x="243" y="177"/>
                </a:lnTo>
                <a:lnTo>
                  <a:pt x="244" y="177"/>
                </a:lnTo>
                <a:lnTo>
                  <a:pt x="244" y="178"/>
                </a:lnTo>
                <a:lnTo>
                  <a:pt x="244" y="179"/>
                </a:lnTo>
                <a:lnTo>
                  <a:pt x="244" y="180"/>
                </a:lnTo>
                <a:lnTo>
                  <a:pt x="245" y="181"/>
                </a:lnTo>
                <a:lnTo>
                  <a:pt x="245" y="182"/>
                </a:lnTo>
                <a:lnTo>
                  <a:pt x="246" y="182"/>
                </a:lnTo>
                <a:lnTo>
                  <a:pt x="247" y="182"/>
                </a:lnTo>
                <a:lnTo>
                  <a:pt x="248" y="183"/>
                </a:lnTo>
                <a:lnTo>
                  <a:pt x="248" y="184"/>
                </a:lnTo>
                <a:lnTo>
                  <a:pt x="248" y="185"/>
                </a:lnTo>
                <a:lnTo>
                  <a:pt x="248" y="186"/>
                </a:lnTo>
                <a:lnTo>
                  <a:pt x="248" y="188"/>
                </a:lnTo>
                <a:lnTo>
                  <a:pt x="248" y="189"/>
                </a:lnTo>
                <a:lnTo>
                  <a:pt x="246" y="190"/>
                </a:lnTo>
                <a:lnTo>
                  <a:pt x="246" y="191"/>
                </a:lnTo>
                <a:lnTo>
                  <a:pt x="246" y="192"/>
                </a:lnTo>
                <a:lnTo>
                  <a:pt x="247" y="192"/>
                </a:lnTo>
                <a:lnTo>
                  <a:pt x="246" y="193"/>
                </a:lnTo>
                <a:lnTo>
                  <a:pt x="245" y="193"/>
                </a:lnTo>
                <a:lnTo>
                  <a:pt x="245" y="194"/>
                </a:lnTo>
                <a:lnTo>
                  <a:pt x="245" y="195"/>
                </a:lnTo>
                <a:lnTo>
                  <a:pt x="246" y="196"/>
                </a:lnTo>
                <a:lnTo>
                  <a:pt x="246" y="198"/>
                </a:lnTo>
                <a:lnTo>
                  <a:pt x="246" y="199"/>
                </a:lnTo>
                <a:lnTo>
                  <a:pt x="245" y="199"/>
                </a:lnTo>
                <a:lnTo>
                  <a:pt x="245" y="200"/>
                </a:lnTo>
                <a:lnTo>
                  <a:pt x="244" y="200"/>
                </a:lnTo>
                <a:lnTo>
                  <a:pt x="243" y="202"/>
                </a:lnTo>
                <a:lnTo>
                  <a:pt x="243" y="203"/>
                </a:lnTo>
                <a:lnTo>
                  <a:pt x="244" y="203"/>
                </a:lnTo>
                <a:lnTo>
                  <a:pt x="245" y="203"/>
                </a:lnTo>
                <a:lnTo>
                  <a:pt x="246" y="203"/>
                </a:lnTo>
                <a:lnTo>
                  <a:pt x="247" y="203"/>
                </a:lnTo>
                <a:lnTo>
                  <a:pt x="248" y="203"/>
                </a:lnTo>
                <a:lnTo>
                  <a:pt x="248" y="204"/>
                </a:lnTo>
                <a:lnTo>
                  <a:pt x="249" y="204"/>
                </a:lnTo>
                <a:lnTo>
                  <a:pt x="250" y="204"/>
                </a:lnTo>
                <a:lnTo>
                  <a:pt x="251" y="204"/>
                </a:lnTo>
                <a:lnTo>
                  <a:pt x="251" y="205"/>
                </a:lnTo>
                <a:lnTo>
                  <a:pt x="252" y="206"/>
                </a:lnTo>
                <a:lnTo>
                  <a:pt x="252" y="207"/>
                </a:lnTo>
                <a:lnTo>
                  <a:pt x="252" y="208"/>
                </a:lnTo>
                <a:lnTo>
                  <a:pt x="252" y="209"/>
                </a:lnTo>
                <a:lnTo>
                  <a:pt x="251" y="210"/>
                </a:lnTo>
                <a:lnTo>
                  <a:pt x="251" y="211"/>
                </a:lnTo>
                <a:lnTo>
                  <a:pt x="251" y="213"/>
                </a:lnTo>
                <a:lnTo>
                  <a:pt x="250" y="215"/>
                </a:lnTo>
                <a:lnTo>
                  <a:pt x="251" y="217"/>
                </a:lnTo>
                <a:lnTo>
                  <a:pt x="252" y="218"/>
                </a:lnTo>
                <a:lnTo>
                  <a:pt x="252" y="219"/>
                </a:lnTo>
                <a:lnTo>
                  <a:pt x="253" y="219"/>
                </a:lnTo>
                <a:lnTo>
                  <a:pt x="254" y="219"/>
                </a:lnTo>
                <a:lnTo>
                  <a:pt x="254" y="220"/>
                </a:lnTo>
                <a:lnTo>
                  <a:pt x="254" y="221"/>
                </a:lnTo>
                <a:lnTo>
                  <a:pt x="254" y="223"/>
                </a:lnTo>
                <a:lnTo>
                  <a:pt x="254" y="224"/>
                </a:lnTo>
                <a:lnTo>
                  <a:pt x="255" y="225"/>
                </a:lnTo>
                <a:lnTo>
                  <a:pt x="256" y="226"/>
                </a:lnTo>
                <a:lnTo>
                  <a:pt x="257" y="227"/>
                </a:lnTo>
                <a:lnTo>
                  <a:pt x="257" y="228"/>
                </a:lnTo>
                <a:lnTo>
                  <a:pt x="258" y="229"/>
                </a:lnTo>
                <a:lnTo>
                  <a:pt x="259" y="230"/>
                </a:lnTo>
                <a:lnTo>
                  <a:pt x="260" y="230"/>
                </a:lnTo>
                <a:lnTo>
                  <a:pt x="261" y="231"/>
                </a:lnTo>
                <a:lnTo>
                  <a:pt x="261" y="232"/>
                </a:lnTo>
                <a:lnTo>
                  <a:pt x="262" y="232"/>
                </a:lnTo>
                <a:lnTo>
                  <a:pt x="263" y="233"/>
                </a:lnTo>
                <a:lnTo>
                  <a:pt x="264" y="233"/>
                </a:lnTo>
                <a:lnTo>
                  <a:pt x="264" y="234"/>
                </a:lnTo>
                <a:lnTo>
                  <a:pt x="265" y="234"/>
                </a:lnTo>
                <a:lnTo>
                  <a:pt x="265" y="235"/>
                </a:lnTo>
                <a:lnTo>
                  <a:pt x="266" y="235"/>
                </a:lnTo>
                <a:lnTo>
                  <a:pt x="266" y="236"/>
                </a:lnTo>
                <a:lnTo>
                  <a:pt x="267" y="236"/>
                </a:lnTo>
                <a:lnTo>
                  <a:pt x="268" y="236"/>
                </a:lnTo>
                <a:lnTo>
                  <a:pt x="268" y="237"/>
                </a:lnTo>
                <a:lnTo>
                  <a:pt x="269" y="237"/>
                </a:lnTo>
                <a:lnTo>
                  <a:pt x="271" y="238"/>
                </a:lnTo>
                <a:lnTo>
                  <a:pt x="272" y="238"/>
                </a:lnTo>
                <a:lnTo>
                  <a:pt x="273" y="238"/>
                </a:lnTo>
                <a:lnTo>
                  <a:pt x="275" y="238"/>
                </a:lnTo>
                <a:lnTo>
                  <a:pt x="276" y="238"/>
                </a:lnTo>
                <a:lnTo>
                  <a:pt x="276" y="239"/>
                </a:lnTo>
                <a:lnTo>
                  <a:pt x="277" y="239"/>
                </a:lnTo>
                <a:lnTo>
                  <a:pt x="276" y="240"/>
                </a:lnTo>
                <a:lnTo>
                  <a:pt x="276" y="241"/>
                </a:lnTo>
                <a:lnTo>
                  <a:pt x="277" y="242"/>
                </a:lnTo>
                <a:lnTo>
                  <a:pt x="278" y="242"/>
                </a:lnTo>
                <a:lnTo>
                  <a:pt x="278" y="243"/>
                </a:lnTo>
                <a:lnTo>
                  <a:pt x="279" y="243"/>
                </a:lnTo>
                <a:lnTo>
                  <a:pt x="280" y="244"/>
                </a:lnTo>
                <a:lnTo>
                  <a:pt x="281" y="244"/>
                </a:lnTo>
                <a:lnTo>
                  <a:pt x="281" y="245"/>
                </a:lnTo>
                <a:lnTo>
                  <a:pt x="281" y="246"/>
                </a:lnTo>
                <a:lnTo>
                  <a:pt x="282" y="246"/>
                </a:lnTo>
                <a:lnTo>
                  <a:pt x="284" y="246"/>
                </a:lnTo>
                <a:lnTo>
                  <a:pt x="284" y="245"/>
                </a:lnTo>
                <a:lnTo>
                  <a:pt x="285" y="244"/>
                </a:lnTo>
                <a:lnTo>
                  <a:pt x="286" y="244"/>
                </a:lnTo>
                <a:lnTo>
                  <a:pt x="286" y="243"/>
                </a:lnTo>
                <a:lnTo>
                  <a:pt x="287" y="244"/>
                </a:lnTo>
                <a:lnTo>
                  <a:pt x="287" y="245"/>
                </a:lnTo>
                <a:lnTo>
                  <a:pt x="288" y="245"/>
                </a:lnTo>
                <a:lnTo>
                  <a:pt x="288" y="246"/>
                </a:lnTo>
                <a:lnTo>
                  <a:pt x="289" y="246"/>
                </a:lnTo>
                <a:lnTo>
                  <a:pt x="290" y="246"/>
                </a:lnTo>
                <a:lnTo>
                  <a:pt x="292" y="245"/>
                </a:lnTo>
                <a:lnTo>
                  <a:pt x="292" y="246"/>
                </a:lnTo>
                <a:lnTo>
                  <a:pt x="292" y="247"/>
                </a:lnTo>
                <a:lnTo>
                  <a:pt x="293" y="248"/>
                </a:lnTo>
                <a:lnTo>
                  <a:pt x="294" y="248"/>
                </a:lnTo>
                <a:lnTo>
                  <a:pt x="295" y="248"/>
                </a:lnTo>
                <a:lnTo>
                  <a:pt x="295" y="247"/>
                </a:lnTo>
                <a:lnTo>
                  <a:pt x="297" y="247"/>
                </a:lnTo>
                <a:lnTo>
                  <a:pt x="297" y="248"/>
                </a:lnTo>
                <a:lnTo>
                  <a:pt x="297" y="250"/>
                </a:lnTo>
                <a:lnTo>
                  <a:pt x="298" y="251"/>
                </a:lnTo>
                <a:lnTo>
                  <a:pt x="299" y="251"/>
                </a:lnTo>
                <a:lnTo>
                  <a:pt x="300" y="250"/>
                </a:lnTo>
                <a:lnTo>
                  <a:pt x="300" y="251"/>
                </a:lnTo>
                <a:lnTo>
                  <a:pt x="301" y="251"/>
                </a:lnTo>
                <a:lnTo>
                  <a:pt x="301" y="252"/>
                </a:lnTo>
                <a:lnTo>
                  <a:pt x="301" y="253"/>
                </a:lnTo>
                <a:lnTo>
                  <a:pt x="302" y="254"/>
                </a:lnTo>
                <a:lnTo>
                  <a:pt x="303" y="254"/>
                </a:lnTo>
                <a:lnTo>
                  <a:pt x="304" y="254"/>
                </a:lnTo>
                <a:lnTo>
                  <a:pt x="306" y="254"/>
                </a:lnTo>
                <a:lnTo>
                  <a:pt x="307" y="254"/>
                </a:lnTo>
                <a:lnTo>
                  <a:pt x="310" y="255"/>
                </a:lnTo>
                <a:lnTo>
                  <a:pt x="311" y="255"/>
                </a:lnTo>
                <a:lnTo>
                  <a:pt x="311" y="256"/>
                </a:lnTo>
                <a:lnTo>
                  <a:pt x="313" y="257"/>
                </a:lnTo>
                <a:lnTo>
                  <a:pt x="314" y="258"/>
                </a:lnTo>
                <a:lnTo>
                  <a:pt x="315" y="259"/>
                </a:lnTo>
                <a:lnTo>
                  <a:pt x="316" y="261"/>
                </a:lnTo>
                <a:lnTo>
                  <a:pt x="316" y="262"/>
                </a:lnTo>
                <a:lnTo>
                  <a:pt x="315" y="262"/>
                </a:lnTo>
                <a:lnTo>
                  <a:pt x="316" y="263"/>
                </a:lnTo>
                <a:lnTo>
                  <a:pt x="317" y="265"/>
                </a:lnTo>
                <a:lnTo>
                  <a:pt x="317" y="266"/>
                </a:lnTo>
                <a:lnTo>
                  <a:pt x="316" y="266"/>
                </a:lnTo>
                <a:lnTo>
                  <a:pt x="317" y="267"/>
                </a:lnTo>
                <a:lnTo>
                  <a:pt x="318" y="267"/>
                </a:lnTo>
                <a:lnTo>
                  <a:pt x="318" y="266"/>
                </a:lnTo>
                <a:lnTo>
                  <a:pt x="320" y="268"/>
                </a:lnTo>
                <a:lnTo>
                  <a:pt x="320" y="269"/>
                </a:lnTo>
                <a:lnTo>
                  <a:pt x="319" y="269"/>
                </a:lnTo>
                <a:lnTo>
                  <a:pt x="319" y="271"/>
                </a:lnTo>
                <a:lnTo>
                  <a:pt x="319" y="272"/>
                </a:lnTo>
                <a:lnTo>
                  <a:pt x="319" y="273"/>
                </a:lnTo>
                <a:lnTo>
                  <a:pt x="319" y="274"/>
                </a:lnTo>
                <a:lnTo>
                  <a:pt x="320" y="275"/>
                </a:lnTo>
                <a:lnTo>
                  <a:pt x="320" y="274"/>
                </a:lnTo>
                <a:lnTo>
                  <a:pt x="321" y="274"/>
                </a:lnTo>
                <a:lnTo>
                  <a:pt x="322" y="275"/>
                </a:lnTo>
                <a:lnTo>
                  <a:pt x="322" y="276"/>
                </a:lnTo>
                <a:lnTo>
                  <a:pt x="321" y="276"/>
                </a:lnTo>
                <a:lnTo>
                  <a:pt x="321" y="277"/>
                </a:lnTo>
                <a:lnTo>
                  <a:pt x="321" y="278"/>
                </a:lnTo>
                <a:lnTo>
                  <a:pt x="322" y="278"/>
                </a:lnTo>
                <a:lnTo>
                  <a:pt x="321" y="278"/>
                </a:lnTo>
                <a:lnTo>
                  <a:pt x="321" y="279"/>
                </a:lnTo>
                <a:lnTo>
                  <a:pt x="321" y="280"/>
                </a:lnTo>
                <a:lnTo>
                  <a:pt x="321" y="281"/>
                </a:lnTo>
                <a:lnTo>
                  <a:pt x="322" y="282"/>
                </a:lnTo>
                <a:lnTo>
                  <a:pt x="323" y="284"/>
                </a:lnTo>
                <a:lnTo>
                  <a:pt x="323" y="285"/>
                </a:lnTo>
                <a:lnTo>
                  <a:pt x="323" y="286"/>
                </a:lnTo>
                <a:lnTo>
                  <a:pt x="323" y="287"/>
                </a:lnTo>
                <a:lnTo>
                  <a:pt x="324" y="288"/>
                </a:lnTo>
                <a:lnTo>
                  <a:pt x="324" y="289"/>
                </a:lnTo>
                <a:lnTo>
                  <a:pt x="324" y="290"/>
                </a:lnTo>
                <a:lnTo>
                  <a:pt x="325" y="290"/>
                </a:lnTo>
                <a:lnTo>
                  <a:pt x="325" y="289"/>
                </a:lnTo>
                <a:lnTo>
                  <a:pt x="326" y="289"/>
                </a:lnTo>
                <a:lnTo>
                  <a:pt x="327" y="289"/>
                </a:lnTo>
                <a:lnTo>
                  <a:pt x="328" y="289"/>
                </a:lnTo>
                <a:lnTo>
                  <a:pt x="329" y="289"/>
                </a:lnTo>
                <a:lnTo>
                  <a:pt x="330" y="289"/>
                </a:lnTo>
                <a:lnTo>
                  <a:pt x="330" y="290"/>
                </a:lnTo>
                <a:lnTo>
                  <a:pt x="331" y="291"/>
                </a:lnTo>
                <a:lnTo>
                  <a:pt x="334" y="290"/>
                </a:lnTo>
                <a:lnTo>
                  <a:pt x="335" y="289"/>
                </a:lnTo>
                <a:lnTo>
                  <a:pt x="335" y="288"/>
                </a:lnTo>
                <a:lnTo>
                  <a:pt x="336" y="287"/>
                </a:lnTo>
                <a:lnTo>
                  <a:pt x="337" y="287"/>
                </a:lnTo>
                <a:lnTo>
                  <a:pt x="337" y="288"/>
                </a:lnTo>
                <a:lnTo>
                  <a:pt x="337" y="289"/>
                </a:lnTo>
                <a:lnTo>
                  <a:pt x="338" y="289"/>
                </a:lnTo>
                <a:lnTo>
                  <a:pt x="338" y="290"/>
                </a:lnTo>
                <a:lnTo>
                  <a:pt x="339" y="290"/>
                </a:lnTo>
                <a:lnTo>
                  <a:pt x="339" y="289"/>
                </a:lnTo>
                <a:lnTo>
                  <a:pt x="340" y="289"/>
                </a:lnTo>
                <a:lnTo>
                  <a:pt x="341" y="289"/>
                </a:lnTo>
                <a:lnTo>
                  <a:pt x="341" y="288"/>
                </a:lnTo>
                <a:lnTo>
                  <a:pt x="343" y="287"/>
                </a:lnTo>
                <a:lnTo>
                  <a:pt x="344" y="287"/>
                </a:lnTo>
                <a:lnTo>
                  <a:pt x="347" y="290"/>
                </a:lnTo>
                <a:lnTo>
                  <a:pt x="348" y="290"/>
                </a:lnTo>
                <a:lnTo>
                  <a:pt x="350" y="292"/>
                </a:lnTo>
                <a:lnTo>
                  <a:pt x="352" y="292"/>
                </a:lnTo>
                <a:lnTo>
                  <a:pt x="352" y="293"/>
                </a:lnTo>
                <a:lnTo>
                  <a:pt x="353" y="294"/>
                </a:lnTo>
                <a:lnTo>
                  <a:pt x="355" y="295"/>
                </a:lnTo>
                <a:lnTo>
                  <a:pt x="355" y="296"/>
                </a:lnTo>
                <a:lnTo>
                  <a:pt x="356" y="296"/>
                </a:lnTo>
                <a:lnTo>
                  <a:pt x="357" y="296"/>
                </a:lnTo>
                <a:lnTo>
                  <a:pt x="359" y="297"/>
                </a:lnTo>
                <a:lnTo>
                  <a:pt x="361" y="298"/>
                </a:lnTo>
                <a:lnTo>
                  <a:pt x="362" y="298"/>
                </a:lnTo>
                <a:lnTo>
                  <a:pt x="363" y="298"/>
                </a:lnTo>
                <a:lnTo>
                  <a:pt x="364" y="298"/>
                </a:lnTo>
                <a:lnTo>
                  <a:pt x="366" y="299"/>
                </a:lnTo>
                <a:lnTo>
                  <a:pt x="367" y="299"/>
                </a:lnTo>
                <a:lnTo>
                  <a:pt x="368" y="299"/>
                </a:lnTo>
                <a:lnTo>
                  <a:pt x="369" y="299"/>
                </a:lnTo>
                <a:lnTo>
                  <a:pt x="370" y="300"/>
                </a:lnTo>
                <a:lnTo>
                  <a:pt x="371" y="300"/>
                </a:lnTo>
                <a:lnTo>
                  <a:pt x="372" y="300"/>
                </a:lnTo>
                <a:lnTo>
                  <a:pt x="373" y="301"/>
                </a:lnTo>
                <a:lnTo>
                  <a:pt x="373" y="302"/>
                </a:lnTo>
                <a:lnTo>
                  <a:pt x="374" y="303"/>
                </a:lnTo>
                <a:lnTo>
                  <a:pt x="375" y="305"/>
                </a:lnTo>
                <a:lnTo>
                  <a:pt x="376" y="306"/>
                </a:lnTo>
                <a:lnTo>
                  <a:pt x="376" y="307"/>
                </a:lnTo>
                <a:lnTo>
                  <a:pt x="377" y="309"/>
                </a:lnTo>
                <a:lnTo>
                  <a:pt x="377" y="310"/>
                </a:lnTo>
                <a:lnTo>
                  <a:pt x="377" y="311"/>
                </a:lnTo>
                <a:lnTo>
                  <a:pt x="377" y="312"/>
                </a:lnTo>
                <a:lnTo>
                  <a:pt x="378" y="312"/>
                </a:lnTo>
                <a:lnTo>
                  <a:pt x="379" y="312"/>
                </a:lnTo>
                <a:lnTo>
                  <a:pt x="380" y="313"/>
                </a:lnTo>
                <a:lnTo>
                  <a:pt x="380" y="314"/>
                </a:lnTo>
                <a:lnTo>
                  <a:pt x="381" y="314"/>
                </a:lnTo>
                <a:lnTo>
                  <a:pt x="381" y="313"/>
                </a:lnTo>
                <a:lnTo>
                  <a:pt x="382" y="313"/>
                </a:lnTo>
                <a:lnTo>
                  <a:pt x="383" y="313"/>
                </a:lnTo>
                <a:lnTo>
                  <a:pt x="383" y="314"/>
                </a:lnTo>
                <a:lnTo>
                  <a:pt x="384" y="313"/>
                </a:lnTo>
                <a:lnTo>
                  <a:pt x="385" y="312"/>
                </a:lnTo>
                <a:lnTo>
                  <a:pt x="386" y="312"/>
                </a:lnTo>
                <a:lnTo>
                  <a:pt x="387" y="313"/>
                </a:lnTo>
                <a:lnTo>
                  <a:pt x="387" y="314"/>
                </a:lnTo>
                <a:lnTo>
                  <a:pt x="387" y="315"/>
                </a:lnTo>
                <a:lnTo>
                  <a:pt x="387" y="316"/>
                </a:lnTo>
                <a:lnTo>
                  <a:pt x="388" y="316"/>
                </a:lnTo>
                <a:lnTo>
                  <a:pt x="389" y="316"/>
                </a:lnTo>
                <a:lnTo>
                  <a:pt x="389" y="315"/>
                </a:lnTo>
                <a:lnTo>
                  <a:pt x="390" y="315"/>
                </a:lnTo>
                <a:lnTo>
                  <a:pt x="391" y="316"/>
                </a:lnTo>
                <a:lnTo>
                  <a:pt x="391" y="317"/>
                </a:lnTo>
                <a:lnTo>
                  <a:pt x="392" y="317"/>
                </a:lnTo>
                <a:lnTo>
                  <a:pt x="392" y="318"/>
                </a:lnTo>
                <a:lnTo>
                  <a:pt x="393" y="317"/>
                </a:lnTo>
                <a:lnTo>
                  <a:pt x="395" y="317"/>
                </a:lnTo>
                <a:lnTo>
                  <a:pt x="396" y="317"/>
                </a:lnTo>
                <a:lnTo>
                  <a:pt x="396" y="318"/>
                </a:lnTo>
                <a:lnTo>
                  <a:pt x="397" y="319"/>
                </a:lnTo>
                <a:lnTo>
                  <a:pt x="397" y="320"/>
                </a:lnTo>
                <a:lnTo>
                  <a:pt x="398" y="322"/>
                </a:lnTo>
                <a:lnTo>
                  <a:pt x="398" y="323"/>
                </a:lnTo>
                <a:lnTo>
                  <a:pt x="398" y="325"/>
                </a:lnTo>
                <a:lnTo>
                  <a:pt x="399" y="325"/>
                </a:lnTo>
                <a:lnTo>
                  <a:pt x="400" y="326"/>
                </a:lnTo>
                <a:lnTo>
                  <a:pt x="401" y="326"/>
                </a:lnTo>
                <a:lnTo>
                  <a:pt x="402" y="325"/>
                </a:lnTo>
                <a:lnTo>
                  <a:pt x="402" y="324"/>
                </a:lnTo>
                <a:lnTo>
                  <a:pt x="402" y="323"/>
                </a:lnTo>
                <a:lnTo>
                  <a:pt x="402" y="322"/>
                </a:lnTo>
                <a:lnTo>
                  <a:pt x="403" y="321"/>
                </a:lnTo>
                <a:lnTo>
                  <a:pt x="404" y="321"/>
                </a:lnTo>
                <a:lnTo>
                  <a:pt x="404" y="320"/>
                </a:lnTo>
                <a:lnTo>
                  <a:pt x="406" y="317"/>
                </a:lnTo>
                <a:lnTo>
                  <a:pt x="407" y="315"/>
                </a:lnTo>
                <a:lnTo>
                  <a:pt x="407" y="314"/>
                </a:lnTo>
                <a:lnTo>
                  <a:pt x="407" y="313"/>
                </a:lnTo>
                <a:lnTo>
                  <a:pt x="407" y="312"/>
                </a:lnTo>
                <a:lnTo>
                  <a:pt x="408" y="311"/>
                </a:lnTo>
                <a:lnTo>
                  <a:pt x="408" y="310"/>
                </a:lnTo>
                <a:lnTo>
                  <a:pt x="408" y="309"/>
                </a:lnTo>
                <a:lnTo>
                  <a:pt x="408" y="308"/>
                </a:lnTo>
                <a:lnTo>
                  <a:pt x="408" y="306"/>
                </a:lnTo>
                <a:lnTo>
                  <a:pt x="409" y="305"/>
                </a:lnTo>
                <a:lnTo>
                  <a:pt x="409" y="304"/>
                </a:lnTo>
                <a:lnTo>
                  <a:pt x="409" y="303"/>
                </a:lnTo>
                <a:lnTo>
                  <a:pt x="409" y="302"/>
                </a:lnTo>
                <a:lnTo>
                  <a:pt x="409" y="301"/>
                </a:lnTo>
                <a:lnTo>
                  <a:pt x="410" y="300"/>
                </a:lnTo>
                <a:lnTo>
                  <a:pt x="411" y="299"/>
                </a:lnTo>
                <a:lnTo>
                  <a:pt x="412" y="299"/>
                </a:lnTo>
                <a:lnTo>
                  <a:pt x="412" y="298"/>
                </a:lnTo>
                <a:lnTo>
                  <a:pt x="412" y="297"/>
                </a:lnTo>
                <a:lnTo>
                  <a:pt x="412" y="295"/>
                </a:lnTo>
                <a:lnTo>
                  <a:pt x="413" y="294"/>
                </a:lnTo>
                <a:lnTo>
                  <a:pt x="412" y="293"/>
                </a:lnTo>
                <a:lnTo>
                  <a:pt x="412" y="291"/>
                </a:lnTo>
                <a:lnTo>
                  <a:pt x="412" y="290"/>
                </a:lnTo>
                <a:lnTo>
                  <a:pt x="412" y="289"/>
                </a:lnTo>
                <a:lnTo>
                  <a:pt x="411" y="289"/>
                </a:lnTo>
                <a:lnTo>
                  <a:pt x="411" y="286"/>
                </a:lnTo>
                <a:lnTo>
                  <a:pt x="410" y="286"/>
                </a:lnTo>
                <a:lnTo>
                  <a:pt x="409" y="285"/>
                </a:lnTo>
                <a:lnTo>
                  <a:pt x="408" y="285"/>
                </a:lnTo>
                <a:lnTo>
                  <a:pt x="409" y="284"/>
                </a:lnTo>
                <a:lnTo>
                  <a:pt x="409" y="283"/>
                </a:lnTo>
                <a:lnTo>
                  <a:pt x="409" y="282"/>
                </a:lnTo>
                <a:lnTo>
                  <a:pt x="409" y="281"/>
                </a:lnTo>
                <a:lnTo>
                  <a:pt x="411" y="280"/>
                </a:lnTo>
                <a:lnTo>
                  <a:pt x="411" y="279"/>
                </a:lnTo>
                <a:lnTo>
                  <a:pt x="412" y="279"/>
                </a:lnTo>
                <a:lnTo>
                  <a:pt x="413" y="279"/>
                </a:lnTo>
                <a:lnTo>
                  <a:pt x="414" y="281"/>
                </a:lnTo>
                <a:lnTo>
                  <a:pt x="415" y="282"/>
                </a:lnTo>
                <a:lnTo>
                  <a:pt x="415" y="283"/>
                </a:lnTo>
                <a:lnTo>
                  <a:pt x="416" y="283"/>
                </a:lnTo>
                <a:lnTo>
                  <a:pt x="416" y="282"/>
                </a:lnTo>
                <a:lnTo>
                  <a:pt x="417" y="282"/>
                </a:lnTo>
                <a:lnTo>
                  <a:pt x="418" y="282"/>
                </a:lnTo>
                <a:lnTo>
                  <a:pt x="419" y="281"/>
                </a:lnTo>
                <a:lnTo>
                  <a:pt x="420" y="281"/>
                </a:lnTo>
                <a:lnTo>
                  <a:pt x="421" y="281"/>
                </a:lnTo>
                <a:lnTo>
                  <a:pt x="421" y="282"/>
                </a:lnTo>
                <a:lnTo>
                  <a:pt x="422" y="282"/>
                </a:lnTo>
                <a:lnTo>
                  <a:pt x="423" y="283"/>
                </a:lnTo>
                <a:lnTo>
                  <a:pt x="424" y="283"/>
                </a:lnTo>
                <a:lnTo>
                  <a:pt x="424" y="282"/>
                </a:lnTo>
                <a:lnTo>
                  <a:pt x="424" y="281"/>
                </a:lnTo>
                <a:lnTo>
                  <a:pt x="425" y="279"/>
                </a:lnTo>
                <a:lnTo>
                  <a:pt x="425" y="278"/>
                </a:lnTo>
                <a:lnTo>
                  <a:pt x="424" y="278"/>
                </a:lnTo>
                <a:lnTo>
                  <a:pt x="425" y="278"/>
                </a:lnTo>
                <a:lnTo>
                  <a:pt x="425" y="277"/>
                </a:lnTo>
                <a:lnTo>
                  <a:pt x="426" y="277"/>
                </a:lnTo>
                <a:lnTo>
                  <a:pt x="426" y="276"/>
                </a:lnTo>
                <a:lnTo>
                  <a:pt x="426" y="275"/>
                </a:lnTo>
                <a:lnTo>
                  <a:pt x="427" y="273"/>
                </a:lnTo>
                <a:lnTo>
                  <a:pt x="428" y="273"/>
                </a:lnTo>
                <a:lnTo>
                  <a:pt x="428" y="272"/>
                </a:lnTo>
                <a:lnTo>
                  <a:pt x="428" y="271"/>
                </a:lnTo>
                <a:lnTo>
                  <a:pt x="429" y="270"/>
                </a:lnTo>
                <a:lnTo>
                  <a:pt x="429" y="269"/>
                </a:lnTo>
                <a:lnTo>
                  <a:pt x="430" y="266"/>
                </a:lnTo>
                <a:lnTo>
                  <a:pt x="429" y="266"/>
                </a:lnTo>
                <a:lnTo>
                  <a:pt x="429" y="265"/>
                </a:lnTo>
                <a:lnTo>
                  <a:pt x="429" y="264"/>
                </a:lnTo>
                <a:lnTo>
                  <a:pt x="429" y="263"/>
                </a:lnTo>
                <a:lnTo>
                  <a:pt x="429" y="262"/>
                </a:lnTo>
                <a:lnTo>
                  <a:pt x="429" y="261"/>
                </a:lnTo>
                <a:lnTo>
                  <a:pt x="431" y="261"/>
                </a:lnTo>
                <a:lnTo>
                  <a:pt x="432" y="262"/>
                </a:lnTo>
                <a:lnTo>
                  <a:pt x="433" y="261"/>
                </a:lnTo>
                <a:lnTo>
                  <a:pt x="434" y="262"/>
                </a:lnTo>
                <a:lnTo>
                  <a:pt x="434" y="263"/>
                </a:lnTo>
                <a:lnTo>
                  <a:pt x="434" y="266"/>
                </a:lnTo>
                <a:lnTo>
                  <a:pt x="434" y="267"/>
                </a:lnTo>
                <a:lnTo>
                  <a:pt x="434" y="268"/>
                </a:lnTo>
                <a:lnTo>
                  <a:pt x="435" y="268"/>
                </a:lnTo>
                <a:lnTo>
                  <a:pt x="436" y="269"/>
                </a:lnTo>
                <a:lnTo>
                  <a:pt x="436" y="270"/>
                </a:lnTo>
                <a:lnTo>
                  <a:pt x="436" y="271"/>
                </a:lnTo>
                <a:lnTo>
                  <a:pt x="437" y="271"/>
                </a:lnTo>
                <a:lnTo>
                  <a:pt x="438" y="272"/>
                </a:lnTo>
                <a:lnTo>
                  <a:pt x="438" y="273"/>
                </a:lnTo>
                <a:lnTo>
                  <a:pt x="439" y="274"/>
                </a:lnTo>
                <a:lnTo>
                  <a:pt x="439" y="273"/>
                </a:lnTo>
                <a:lnTo>
                  <a:pt x="440" y="273"/>
                </a:lnTo>
                <a:lnTo>
                  <a:pt x="440" y="274"/>
                </a:lnTo>
                <a:lnTo>
                  <a:pt x="440" y="275"/>
                </a:lnTo>
                <a:lnTo>
                  <a:pt x="440" y="276"/>
                </a:lnTo>
                <a:lnTo>
                  <a:pt x="440" y="277"/>
                </a:lnTo>
                <a:lnTo>
                  <a:pt x="440" y="278"/>
                </a:lnTo>
                <a:lnTo>
                  <a:pt x="441" y="280"/>
                </a:lnTo>
                <a:lnTo>
                  <a:pt x="441" y="281"/>
                </a:lnTo>
                <a:lnTo>
                  <a:pt x="441" y="282"/>
                </a:lnTo>
                <a:lnTo>
                  <a:pt x="442" y="283"/>
                </a:lnTo>
                <a:lnTo>
                  <a:pt x="443" y="284"/>
                </a:lnTo>
                <a:lnTo>
                  <a:pt x="445" y="284"/>
                </a:lnTo>
                <a:lnTo>
                  <a:pt x="446" y="284"/>
                </a:lnTo>
                <a:lnTo>
                  <a:pt x="448" y="284"/>
                </a:lnTo>
                <a:lnTo>
                  <a:pt x="449" y="284"/>
                </a:lnTo>
                <a:lnTo>
                  <a:pt x="450" y="285"/>
                </a:lnTo>
                <a:lnTo>
                  <a:pt x="450" y="286"/>
                </a:lnTo>
                <a:lnTo>
                  <a:pt x="451" y="286"/>
                </a:lnTo>
                <a:lnTo>
                  <a:pt x="452" y="286"/>
                </a:lnTo>
                <a:lnTo>
                  <a:pt x="453" y="286"/>
                </a:lnTo>
                <a:lnTo>
                  <a:pt x="454" y="286"/>
                </a:lnTo>
                <a:lnTo>
                  <a:pt x="455" y="287"/>
                </a:lnTo>
                <a:lnTo>
                  <a:pt x="455" y="288"/>
                </a:lnTo>
                <a:lnTo>
                  <a:pt x="454" y="288"/>
                </a:lnTo>
                <a:lnTo>
                  <a:pt x="455" y="288"/>
                </a:lnTo>
                <a:lnTo>
                  <a:pt x="455" y="289"/>
                </a:lnTo>
                <a:lnTo>
                  <a:pt x="454" y="289"/>
                </a:lnTo>
                <a:lnTo>
                  <a:pt x="454" y="291"/>
                </a:lnTo>
                <a:lnTo>
                  <a:pt x="453" y="292"/>
                </a:lnTo>
                <a:lnTo>
                  <a:pt x="453" y="293"/>
                </a:lnTo>
                <a:lnTo>
                  <a:pt x="453" y="294"/>
                </a:lnTo>
                <a:lnTo>
                  <a:pt x="454" y="294"/>
                </a:lnTo>
                <a:lnTo>
                  <a:pt x="454" y="293"/>
                </a:lnTo>
                <a:lnTo>
                  <a:pt x="455" y="293"/>
                </a:lnTo>
                <a:lnTo>
                  <a:pt x="456" y="294"/>
                </a:lnTo>
                <a:lnTo>
                  <a:pt x="457" y="294"/>
                </a:lnTo>
                <a:lnTo>
                  <a:pt x="458" y="294"/>
                </a:lnTo>
                <a:lnTo>
                  <a:pt x="459" y="294"/>
                </a:lnTo>
                <a:lnTo>
                  <a:pt x="460" y="294"/>
                </a:lnTo>
                <a:lnTo>
                  <a:pt x="460" y="295"/>
                </a:lnTo>
                <a:lnTo>
                  <a:pt x="461" y="296"/>
                </a:lnTo>
                <a:lnTo>
                  <a:pt x="461" y="297"/>
                </a:lnTo>
                <a:lnTo>
                  <a:pt x="461" y="298"/>
                </a:lnTo>
                <a:lnTo>
                  <a:pt x="461" y="299"/>
                </a:lnTo>
                <a:lnTo>
                  <a:pt x="462" y="299"/>
                </a:lnTo>
                <a:lnTo>
                  <a:pt x="463" y="301"/>
                </a:lnTo>
                <a:lnTo>
                  <a:pt x="463" y="300"/>
                </a:lnTo>
                <a:lnTo>
                  <a:pt x="464" y="300"/>
                </a:lnTo>
                <a:lnTo>
                  <a:pt x="465" y="301"/>
                </a:lnTo>
                <a:lnTo>
                  <a:pt x="466" y="302"/>
                </a:lnTo>
                <a:lnTo>
                  <a:pt x="467" y="302"/>
                </a:lnTo>
                <a:lnTo>
                  <a:pt x="466" y="302"/>
                </a:lnTo>
                <a:lnTo>
                  <a:pt x="466" y="303"/>
                </a:lnTo>
                <a:lnTo>
                  <a:pt x="466" y="304"/>
                </a:lnTo>
                <a:lnTo>
                  <a:pt x="467" y="306"/>
                </a:lnTo>
                <a:lnTo>
                  <a:pt x="468" y="307"/>
                </a:lnTo>
                <a:lnTo>
                  <a:pt x="467" y="308"/>
                </a:lnTo>
                <a:lnTo>
                  <a:pt x="467" y="310"/>
                </a:lnTo>
                <a:lnTo>
                  <a:pt x="467" y="311"/>
                </a:lnTo>
                <a:lnTo>
                  <a:pt x="467" y="312"/>
                </a:lnTo>
                <a:lnTo>
                  <a:pt x="466" y="314"/>
                </a:lnTo>
                <a:lnTo>
                  <a:pt x="467" y="314"/>
                </a:lnTo>
                <a:lnTo>
                  <a:pt x="467" y="315"/>
                </a:lnTo>
                <a:lnTo>
                  <a:pt x="467" y="316"/>
                </a:lnTo>
                <a:lnTo>
                  <a:pt x="467" y="317"/>
                </a:lnTo>
                <a:lnTo>
                  <a:pt x="467" y="318"/>
                </a:lnTo>
                <a:lnTo>
                  <a:pt x="468" y="322"/>
                </a:lnTo>
                <a:lnTo>
                  <a:pt x="468" y="324"/>
                </a:lnTo>
                <a:lnTo>
                  <a:pt x="469" y="324"/>
                </a:lnTo>
                <a:lnTo>
                  <a:pt x="469" y="325"/>
                </a:lnTo>
                <a:lnTo>
                  <a:pt x="469" y="327"/>
                </a:lnTo>
                <a:lnTo>
                  <a:pt x="469" y="328"/>
                </a:lnTo>
                <a:lnTo>
                  <a:pt x="469" y="329"/>
                </a:lnTo>
                <a:lnTo>
                  <a:pt x="469" y="331"/>
                </a:lnTo>
                <a:lnTo>
                  <a:pt x="469" y="332"/>
                </a:lnTo>
                <a:lnTo>
                  <a:pt x="468" y="332"/>
                </a:lnTo>
                <a:lnTo>
                  <a:pt x="467" y="332"/>
                </a:lnTo>
                <a:lnTo>
                  <a:pt x="466" y="333"/>
                </a:lnTo>
                <a:lnTo>
                  <a:pt x="466" y="334"/>
                </a:lnTo>
                <a:lnTo>
                  <a:pt x="466" y="335"/>
                </a:lnTo>
                <a:lnTo>
                  <a:pt x="465" y="335"/>
                </a:lnTo>
                <a:lnTo>
                  <a:pt x="464" y="336"/>
                </a:lnTo>
                <a:lnTo>
                  <a:pt x="463" y="336"/>
                </a:lnTo>
                <a:lnTo>
                  <a:pt x="464" y="337"/>
                </a:lnTo>
                <a:lnTo>
                  <a:pt x="463" y="338"/>
                </a:lnTo>
                <a:lnTo>
                  <a:pt x="463" y="339"/>
                </a:lnTo>
                <a:lnTo>
                  <a:pt x="462" y="339"/>
                </a:lnTo>
                <a:lnTo>
                  <a:pt x="462" y="338"/>
                </a:lnTo>
                <a:lnTo>
                  <a:pt x="461" y="338"/>
                </a:lnTo>
                <a:lnTo>
                  <a:pt x="461" y="339"/>
                </a:lnTo>
                <a:lnTo>
                  <a:pt x="460" y="341"/>
                </a:lnTo>
                <a:lnTo>
                  <a:pt x="461" y="341"/>
                </a:lnTo>
                <a:lnTo>
                  <a:pt x="461" y="342"/>
                </a:lnTo>
                <a:lnTo>
                  <a:pt x="462" y="342"/>
                </a:lnTo>
                <a:lnTo>
                  <a:pt x="463" y="343"/>
                </a:lnTo>
                <a:lnTo>
                  <a:pt x="464" y="344"/>
                </a:lnTo>
                <a:lnTo>
                  <a:pt x="464" y="347"/>
                </a:lnTo>
                <a:lnTo>
                  <a:pt x="465" y="347"/>
                </a:lnTo>
                <a:lnTo>
                  <a:pt x="466" y="347"/>
                </a:lnTo>
                <a:lnTo>
                  <a:pt x="467" y="348"/>
                </a:lnTo>
                <a:lnTo>
                  <a:pt x="467" y="349"/>
                </a:lnTo>
                <a:lnTo>
                  <a:pt x="468" y="349"/>
                </a:lnTo>
                <a:lnTo>
                  <a:pt x="469" y="349"/>
                </a:lnTo>
                <a:lnTo>
                  <a:pt x="470" y="349"/>
                </a:lnTo>
                <a:lnTo>
                  <a:pt x="471" y="349"/>
                </a:lnTo>
                <a:lnTo>
                  <a:pt x="472" y="349"/>
                </a:lnTo>
                <a:lnTo>
                  <a:pt x="473" y="349"/>
                </a:lnTo>
                <a:lnTo>
                  <a:pt x="473" y="350"/>
                </a:lnTo>
                <a:lnTo>
                  <a:pt x="474" y="351"/>
                </a:lnTo>
                <a:lnTo>
                  <a:pt x="476" y="351"/>
                </a:lnTo>
                <a:lnTo>
                  <a:pt x="476" y="350"/>
                </a:lnTo>
                <a:lnTo>
                  <a:pt x="477" y="350"/>
                </a:lnTo>
                <a:lnTo>
                  <a:pt x="478" y="351"/>
                </a:lnTo>
                <a:lnTo>
                  <a:pt x="478" y="354"/>
                </a:lnTo>
                <a:lnTo>
                  <a:pt x="479" y="354"/>
                </a:lnTo>
                <a:lnTo>
                  <a:pt x="480" y="355"/>
                </a:lnTo>
                <a:lnTo>
                  <a:pt x="481" y="355"/>
                </a:lnTo>
                <a:lnTo>
                  <a:pt x="482" y="355"/>
                </a:lnTo>
                <a:lnTo>
                  <a:pt x="482" y="354"/>
                </a:lnTo>
                <a:lnTo>
                  <a:pt x="481" y="354"/>
                </a:lnTo>
                <a:lnTo>
                  <a:pt x="481" y="353"/>
                </a:lnTo>
                <a:lnTo>
                  <a:pt x="482" y="352"/>
                </a:lnTo>
                <a:lnTo>
                  <a:pt x="483" y="352"/>
                </a:lnTo>
                <a:lnTo>
                  <a:pt x="483" y="351"/>
                </a:lnTo>
                <a:lnTo>
                  <a:pt x="483" y="350"/>
                </a:lnTo>
                <a:lnTo>
                  <a:pt x="483" y="349"/>
                </a:lnTo>
                <a:lnTo>
                  <a:pt x="484" y="348"/>
                </a:lnTo>
                <a:lnTo>
                  <a:pt x="485" y="346"/>
                </a:lnTo>
                <a:lnTo>
                  <a:pt x="485" y="343"/>
                </a:lnTo>
                <a:lnTo>
                  <a:pt x="484" y="342"/>
                </a:lnTo>
                <a:lnTo>
                  <a:pt x="484" y="341"/>
                </a:lnTo>
                <a:lnTo>
                  <a:pt x="484" y="340"/>
                </a:lnTo>
                <a:lnTo>
                  <a:pt x="485" y="340"/>
                </a:lnTo>
                <a:lnTo>
                  <a:pt x="485" y="339"/>
                </a:lnTo>
                <a:lnTo>
                  <a:pt x="485" y="337"/>
                </a:lnTo>
                <a:lnTo>
                  <a:pt x="485" y="336"/>
                </a:lnTo>
                <a:lnTo>
                  <a:pt x="486" y="336"/>
                </a:lnTo>
                <a:lnTo>
                  <a:pt x="486" y="335"/>
                </a:lnTo>
                <a:lnTo>
                  <a:pt x="486" y="334"/>
                </a:lnTo>
                <a:lnTo>
                  <a:pt x="487" y="332"/>
                </a:lnTo>
                <a:lnTo>
                  <a:pt x="487" y="331"/>
                </a:lnTo>
                <a:lnTo>
                  <a:pt x="488" y="331"/>
                </a:lnTo>
                <a:lnTo>
                  <a:pt x="488" y="332"/>
                </a:lnTo>
                <a:lnTo>
                  <a:pt x="489" y="332"/>
                </a:lnTo>
                <a:lnTo>
                  <a:pt x="490" y="331"/>
                </a:lnTo>
                <a:lnTo>
                  <a:pt x="491" y="331"/>
                </a:lnTo>
                <a:lnTo>
                  <a:pt x="491" y="330"/>
                </a:lnTo>
                <a:lnTo>
                  <a:pt x="490" y="330"/>
                </a:lnTo>
                <a:lnTo>
                  <a:pt x="490" y="329"/>
                </a:lnTo>
                <a:lnTo>
                  <a:pt x="490" y="328"/>
                </a:lnTo>
                <a:lnTo>
                  <a:pt x="490" y="327"/>
                </a:lnTo>
                <a:lnTo>
                  <a:pt x="491" y="327"/>
                </a:lnTo>
                <a:lnTo>
                  <a:pt x="491" y="328"/>
                </a:lnTo>
                <a:lnTo>
                  <a:pt x="492" y="328"/>
                </a:lnTo>
                <a:lnTo>
                  <a:pt x="494" y="329"/>
                </a:lnTo>
                <a:lnTo>
                  <a:pt x="495" y="330"/>
                </a:lnTo>
                <a:lnTo>
                  <a:pt x="496" y="330"/>
                </a:lnTo>
                <a:lnTo>
                  <a:pt x="497" y="330"/>
                </a:lnTo>
                <a:lnTo>
                  <a:pt x="500" y="332"/>
                </a:lnTo>
                <a:lnTo>
                  <a:pt x="500" y="331"/>
                </a:lnTo>
                <a:lnTo>
                  <a:pt x="501" y="331"/>
                </a:lnTo>
                <a:lnTo>
                  <a:pt x="502" y="332"/>
                </a:lnTo>
                <a:lnTo>
                  <a:pt x="502" y="333"/>
                </a:lnTo>
                <a:lnTo>
                  <a:pt x="503" y="333"/>
                </a:lnTo>
                <a:lnTo>
                  <a:pt x="504" y="333"/>
                </a:lnTo>
                <a:lnTo>
                  <a:pt x="504" y="332"/>
                </a:lnTo>
                <a:lnTo>
                  <a:pt x="505" y="332"/>
                </a:lnTo>
                <a:lnTo>
                  <a:pt x="505" y="331"/>
                </a:lnTo>
                <a:lnTo>
                  <a:pt x="507" y="330"/>
                </a:lnTo>
                <a:lnTo>
                  <a:pt x="509" y="329"/>
                </a:lnTo>
                <a:lnTo>
                  <a:pt x="509" y="328"/>
                </a:lnTo>
                <a:lnTo>
                  <a:pt x="510" y="328"/>
                </a:lnTo>
                <a:lnTo>
                  <a:pt x="511" y="328"/>
                </a:lnTo>
                <a:lnTo>
                  <a:pt x="512" y="328"/>
                </a:lnTo>
                <a:lnTo>
                  <a:pt x="513" y="327"/>
                </a:lnTo>
                <a:lnTo>
                  <a:pt x="513" y="326"/>
                </a:lnTo>
                <a:lnTo>
                  <a:pt x="514" y="326"/>
                </a:lnTo>
                <a:lnTo>
                  <a:pt x="515" y="326"/>
                </a:lnTo>
                <a:lnTo>
                  <a:pt x="515" y="327"/>
                </a:lnTo>
                <a:lnTo>
                  <a:pt x="514" y="327"/>
                </a:lnTo>
                <a:lnTo>
                  <a:pt x="514" y="328"/>
                </a:lnTo>
                <a:lnTo>
                  <a:pt x="515" y="329"/>
                </a:lnTo>
                <a:lnTo>
                  <a:pt x="514" y="329"/>
                </a:lnTo>
                <a:lnTo>
                  <a:pt x="513" y="331"/>
                </a:lnTo>
                <a:lnTo>
                  <a:pt x="513" y="332"/>
                </a:lnTo>
                <a:lnTo>
                  <a:pt x="512" y="334"/>
                </a:lnTo>
                <a:lnTo>
                  <a:pt x="510" y="336"/>
                </a:lnTo>
                <a:lnTo>
                  <a:pt x="510" y="337"/>
                </a:lnTo>
                <a:lnTo>
                  <a:pt x="510" y="338"/>
                </a:lnTo>
                <a:lnTo>
                  <a:pt x="511" y="338"/>
                </a:lnTo>
                <a:lnTo>
                  <a:pt x="512" y="338"/>
                </a:lnTo>
                <a:lnTo>
                  <a:pt x="513" y="337"/>
                </a:lnTo>
                <a:lnTo>
                  <a:pt x="513" y="336"/>
                </a:lnTo>
                <a:lnTo>
                  <a:pt x="513" y="335"/>
                </a:lnTo>
                <a:lnTo>
                  <a:pt x="514" y="335"/>
                </a:lnTo>
                <a:lnTo>
                  <a:pt x="514" y="334"/>
                </a:lnTo>
                <a:lnTo>
                  <a:pt x="515" y="333"/>
                </a:lnTo>
                <a:lnTo>
                  <a:pt x="516" y="332"/>
                </a:lnTo>
                <a:lnTo>
                  <a:pt x="517" y="332"/>
                </a:lnTo>
                <a:lnTo>
                  <a:pt x="517" y="331"/>
                </a:lnTo>
                <a:lnTo>
                  <a:pt x="518" y="332"/>
                </a:lnTo>
                <a:lnTo>
                  <a:pt x="519" y="332"/>
                </a:lnTo>
                <a:lnTo>
                  <a:pt x="519" y="333"/>
                </a:lnTo>
                <a:lnTo>
                  <a:pt x="520" y="334"/>
                </a:lnTo>
                <a:lnTo>
                  <a:pt x="520" y="335"/>
                </a:lnTo>
                <a:lnTo>
                  <a:pt x="520" y="336"/>
                </a:lnTo>
                <a:lnTo>
                  <a:pt x="521" y="339"/>
                </a:lnTo>
                <a:lnTo>
                  <a:pt x="522" y="339"/>
                </a:lnTo>
                <a:lnTo>
                  <a:pt x="523" y="338"/>
                </a:lnTo>
                <a:lnTo>
                  <a:pt x="523" y="337"/>
                </a:lnTo>
                <a:lnTo>
                  <a:pt x="524" y="338"/>
                </a:lnTo>
                <a:lnTo>
                  <a:pt x="524" y="339"/>
                </a:lnTo>
                <a:lnTo>
                  <a:pt x="525" y="339"/>
                </a:lnTo>
                <a:lnTo>
                  <a:pt x="526" y="339"/>
                </a:lnTo>
                <a:lnTo>
                  <a:pt x="526" y="340"/>
                </a:lnTo>
                <a:lnTo>
                  <a:pt x="526" y="341"/>
                </a:lnTo>
                <a:lnTo>
                  <a:pt x="526" y="342"/>
                </a:lnTo>
                <a:lnTo>
                  <a:pt x="526" y="344"/>
                </a:lnTo>
                <a:lnTo>
                  <a:pt x="528" y="345"/>
                </a:lnTo>
                <a:lnTo>
                  <a:pt x="529" y="346"/>
                </a:lnTo>
                <a:lnTo>
                  <a:pt x="529" y="347"/>
                </a:lnTo>
                <a:lnTo>
                  <a:pt x="530" y="347"/>
                </a:lnTo>
                <a:lnTo>
                  <a:pt x="530" y="348"/>
                </a:lnTo>
                <a:lnTo>
                  <a:pt x="531" y="349"/>
                </a:lnTo>
                <a:lnTo>
                  <a:pt x="532" y="351"/>
                </a:lnTo>
                <a:lnTo>
                  <a:pt x="532" y="352"/>
                </a:lnTo>
                <a:lnTo>
                  <a:pt x="533" y="352"/>
                </a:lnTo>
                <a:lnTo>
                  <a:pt x="533" y="353"/>
                </a:lnTo>
                <a:lnTo>
                  <a:pt x="532" y="353"/>
                </a:lnTo>
                <a:lnTo>
                  <a:pt x="531" y="353"/>
                </a:lnTo>
                <a:lnTo>
                  <a:pt x="531" y="354"/>
                </a:lnTo>
                <a:lnTo>
                  <a:pt x="532" y="354"/>
                </a:lnTo>
                <a:lnTo>
                  <a:pt x="533" y="354"/>
                </a:lnTo>
                <a:lnTo>
                  <a:pt x="533" y="355"/>
                </a:lnTo>
                <a:lnTo>
                  <a:pt x="533" y="356"/>
                </a:lnTo>
                <a:lnTo>
                  <a:pt x="532" y="356"/>
                </a:lnTo>
                <a:lnTo>
                  <a:pt x="531" y="356"/>
                </a:lnTo>
                <a:lnTo>
                  <a:pt x="531" y="357"/>
                </a:lnTo>
                <a:lnTo>
                  <a:pt x="532" y="357"/>
                </a:lnTo>
                <a:lnTo>
                  <a:pt x="533" y="357"/>
                </a:lnTo>
                <a:lnTo>
                  <a:pt x="534" y="357"/>
                </a:lnTo>
                <a:lnTo>
                  <a:pt x="535" y="358"/>
                </a:lnTo>
                <a:lnTo>
                  <a:pt x="534" y="360"/>
                </a:lnTo>
                <a:lnTo>
                  <a:pt x="534" y="361"/>
                </a:lnTo>
                <a:lnTo>
                  <a:pt x="535" y="361"/>
                </a:lnTo>
                <a:lnTo>
                  <a:pt x="536" y="360"/>
                </a:lnTo>
                <a:lnTo>
                  <a:pt x="536" y="361"/>
                </a:lnTo>
                <a:lnTo>
                  <a:pt x="536" y="362"/>
                </a:lnTo>
                <a:lnTo>
                  <a:pt x="536" y="363"/>
                </a:lnTo>
                <a:lnTo>
                  <a:pt x="537" y="363"/>
                </a:lnTo>
                <a:lnTo>
                  <a:pt x="537" y="364"/>
                </a:lnTo>
                <a:lnTo>
                  <a:pt x="537" y="365"/>
                </a:lnTo>
                <a:lnTo>
                  <a:pt x="538" y="365"/>
                </a:lnTo>
                <a:lnTo>
                  <a:pt x="539" y="366"/>
                </a:lnTo>
                <a:lnTo>
                  <a:pt x="540" y="366"/>
                </a:lnTo>
                <a:lnTo>
                  <a:pt x="540" y="365"/>
                </a:lnTo>
                <a:lnTo>
                  <a:pt x="541" y="366"/>
                </a:lnTo>
                <a:lnTo>
                  <a:pt x="541" y="367"/>
                </a:lnTo>
                <a:lnTo>
                  <a:pt x="542" y="367"/>
                </a:lnTo>
                <a:lnTo>
                  <a:pt x="542" y="368"/>
                </a:lnTo>
                <a:lnTo>
                  <a:pt x="541" y="368"/>
                </a:lnTo>
                <a:lnTo>
                  <a:pt x="542" y="369"/>
                </a:lnTo>
                <a:lnTo>
                  <a:pt x="543" y="368"/>
                </a:lnTo>
                <a:lnTo>
                  <a:pt x="544" y="368"/>
                </a:lnTo>
                <a:lnTo>
                  <a:pt x="545" y="368"/>
                </a:lnTo>
                <a:lnTo>
                  <a:pt x="544" y="369"/>
                </a:lnTo>
                <a:lnTo>
                  <a:pt x="545" y="370"/>
                </a:lnTo>
                <a:lnTo>
                  <a:pt x="546" y="369"/>
                </a:lnTo>
                <a:lnTo>
                  <a:pt x="547" y="369"/>
                </a:lnTo>
                <a:lnTo>
                  <a:pt x="546" y="370"/>
                </a:lnTo>
                <a:lnTo>
                  <a:pt x="547" y="371"/>
                </a:lnTo>
                <a:lnTo>
                  <a:pt x="548" y="371"/>
                </a:lnTo>
                <a:lnTo>
                  <a:pt x="549" y="371"/>
                </a:lnTo>
                <a:lnTo>
                  <a:pt x="549" y="372"/>
                </a:lnTo>
                <a:lnTo>
                  <a:pt x="549" y="373"/>
                </a:lnTo>
                <a:lnTo>
                  <a:pt x="550" y="372"/>
                </a:lnTo>
                <a:lnTo>
                  <a:pt x="551" y="373"/>
                </a:lnTo>
                <a:lnTo>
                  <a:pt x="552" y="373"/>
                </a:lnTo>
                <a:lnTo>
                  <a:pt x="553" y="374"/>
                </a:lnTo>
                <a:lnTo>
                  <a:pt x="554" y="374"/>
                </a:lnTo>
                <a:lnTo>
                  <a:pt x="554" y="375"/>
                </a:lnTo>
                <a:lnTo>
                  <a:pt x="557" y="376"/>
                </a:lnTo>
                <a:lnTo>
                  <a:pt x="558" y="376"/>
                </a:lnTo>
                <a:lnTo>
                  <a:pt x="557" y="373"/>
                </a:lnTo>
                <a:lnTo>
                  <a:pt x="556" y="372"/>
                </a:lnTo>
                <a:lnTo>
                  <a:pt x="556" y="371"/>
                </a:lnTo>
                <a:lnTo>
                  <a:pt x="556" y="370"/>
                </a:lnTo>
                <a:lnTo>
                  <a:pt x="556" y="369"/>
                </a:lnTo>
                <a:lnTo>
                  <a:pt x="556" y="368"/>
                </a:lnTo>
                <a:lnTo>
                  <a:pt x="556" y="367"/>
                </a:lnTo>
                <a:lnTo>
                  <a:pt x="557" y="365"/>
                </a:lnTo>
                <a:lnTo>
                  <a:pt x="557" y="363"/>
                </a:lnTo>
                <a:lnTo>
                  <a:pt x="557" y="362"/>
                </a:lnTo>
                <a:lnTo>
                  <a:pt x="557" y="361"/>
                </a:lnTo>
                <a:lnTo>
                  <a:pt x="556" y="361"/>
                </a:lnTo>
                <a:lnTo>
                  <a:pt x="557" y="359"/>
                </a:lnTo>
                <a:lnTo>
                  <a:pt x="557" y="358"/>
                </a:lnTo>
                <a:lnTo>
                  <a:pt x="557" y="357"/>
                </a:lnTo>
                <a:lnTo>
                  <a:pt x="557" y="356"/>
                </a:lnTo>
                <a:lnTo>
                  <a:pt x="558" y="355"/>
                </a:lnTo>
                <a:lnTo>
                  <a:pt x="559" y="354"/>
                </a:lnTo>
                <a:lnTo>
                  <a:pt x="560" y="354"/>
                </a:lnTo>
                <a:lnTo>
                  <a:pt x="562" y="356"/>
                </a:lnTo>
                <a:lnTo>
                  <a:pt x="563" y="357"/>
                </a:lnTo>
                <a:lnTo>
                  <a:pt x="564" y="357"/>
                </a:lnTo>
                <a:lnTo>
                  <a:pt x="564" y="358"/>
                </a:lnTo>
                <a:lnTo>
                  <a:pt x="565" y="358"/>
                </a:lnTo>
                <a:lnTo>
                  <a:pt x="566" y="358"/>
                </a:lnTo>
                <a:lnTo>
                  <a:pt x="567" y="357"/>
                </a:lnTo>
                <a:lnTo>
                  <a:pt x="567" y="356"/>
                </a:lnTo>
                <a:lnTo>
                  <a:pt x="567" y="355"/>
                </a:lnTo>
                <a:lnTo>
                  <a:pt x="566" y="355"/>
                </a:lnTo>
                <a:lnTo>
                  <a:pt x="566" y="354"/>
                </a:lnTo>
                <a:lnTo>
                  <a:pt x="566" y="353"/>
                </a:lnTo>
                <a:lnTo>
                  <a:pt x="566" y="352"/>
                </a:lnTo>
                <a:lnTo>
                  <a:pt x="566" y="351"/>
                </a:lnTo>
                <a:lnTo>
                  <a:pt x="565" y="349"/>
                </a:lnTo>
                <a:lnTo>
                  <a:pt x="564" y="348"/>
                </a:lnTo>
                <a:lnTo>
                  <a:pt x="563" y="347"/>
                </a:lnTo>
                <a:lnTo>
                  <a:pt x="562" y="346"/>
                </a:lnTo>
                <a:lnTo>
                  <a:pt x="562" y="345"/>
                </a:lnTo>
                <a:lnTo>
                  <a:pt x="562" y="344"/>
                </a:lnTo>
                <a:lnTo>
                  <a:pt x="562" y="343"/>
                </a:lnTo>
                <a:lnTo>
                  <a:pt x="563" y="343"/>
                </a:lnTo>
                <a:lnTo>
                  <a:pt x="563" y="344"/>
                </a:lnTo>
                <a:lnTo>
                  <a:pt x="563" y="345"/>
                </a:lnTo>
                <a:lnTo>
                  <a:pt x="564" y="345"/>
                </a:lnTo>
                <a:lnTo>
                  <a:pt x="564" y="344"/>
                </a:lnTo>
                <a:lnTo>
                  <a:pt x="566" y="345"/>
                </a:lnTo>
                <a:lnTo>
                  <a:pt x="566" y="346"/>
                </a:lnTo>
                <a:lnTo>
                  <a:pt x="567" y="347"/>
                </a:lnTo>
                <a:lnTo>
                  <a:pt x="568" y="347"/>
                </a:lnTo>
                <a:lnTo>
                  <a:pt x="569" y="348"/>
                </a:lnTo>
                <a:lnTo>
                  <a:pt x="571" y="349"/>
                </a:lnTo>
                <a:lnTo>
                  <a:pt x="572" y="349"/>
                </a:lnTo>
                <a:lnTo>
                  <a:pt x="573" y="350"/>
                </a:lnTo>
                <a:lnTo>
                  <a:pt x="574" y="350"/>
                </a:lnTo>
                <a:lnTo>
                  <a:pt x="574" y="349"/>
                </a:lnTo>
                <a:lnTo>
                  <a:pt x="575" y="348"/>
                </a:lnTo>
                <a:lnTo>
                  <a:pt x="575" y="347"/>
                </a:lnTo>
                <a:lnTo>
                  <a:pt x="576" y="347"/>
                </a:lnTo>
                <a:lnTo>
                  <a:pt x="576" y="348"/>
                </a:lnTo>
                <a:lnTo>
                  <a:pt x="576" y="350"/>
                </a:lnTo>
                <a:lnTo>
                  <a:pt x="576" y="351"/>
                </a:lnTo>
                <a:lnTo>
                  <a:pt x="576" y="352"/>
                </a:lnTo>
                <a:lnTo>
                  <a:pt x="577" y="352"/>
                </a:lnTo>
                <a:lnTo>
                  <a:pt x="578" y="353"/>
                </a:lnTo>
                <a:lnTo>
                  <a:pt x="579" y="352"/>
                </a:lnTo>
                <a:lnTo>
                  <a:pt x="580" y="351"/>
                </a:lnTo>
                <a:lnTo>
                  <a:pt x="580" y="350"/>
                </a:lnTo>
                <a:lnTo>
                  <a:pt x="581" y="349"/>
                </a:lnTo>
                <a:lnTo>
                  <a:pt x="581" y="350"/>
                </a:lnTo>
                <a:lnTo>
                  <a:pt x="582" y="351"/>
                </a:lnTo>
                <a:lnTo>
                  <a:pt x="584" y="352"/>
                </a:lnTo>
                <a:lnTo>
                  <a:pt x="585" y="352"/>
                </a:lnTo>
                <a:lnTo>
                  <a:pt x="586" y="352"/>
                </a:lnTo>
                <a:lnTo>
                  <a:pt x="586" y="351"/>
                </a:lnTo>
                <a:lnTo>
                  <a:pt x="587" y="351"/>
                </a:lnTo>
                <a:lnTo>
                  <a:pt x="588" y="351"/>
                </a:lnTo>
                <a:lnTo>
                  <a:pt x="588" y="352"/>
                </a:lnTo>
                <a:lnTo>
                  <a:pt x="589" y="352"/>
                </a:lnTo>
                <a:lnTo>
                  <a:pt x="589" y="353"/>
                </a:lnTo>
                <a:lnTo>
                  <a:pt x="590" y="353"/>
                </a:lnTo>
                <a:lnTo>
                  <a:pt x="591" y="353"/>
                </a:lnTo>
                <a:lnTo>
                  <a:pt x="591" y="354"/>
                </a:lnTo>
                <a:lnTo>
                  <a:pt x="592" y="354"/>
                </a:lnTo>
                <a:lnTo>
                  <a:pt x="593" y="353"/>
                </a:lnTo>
                <a:lnTo>
                  <a:pt x="593" y="354"/>
                </a:lnTo>
                <a:lnTo>
                  <a:pt x="593" y="355"/>
                </a:lnTo>
                <a:lnTo>
                  <a:pt x="594" y="355"/>
                </a:lnTo>
                <a:lnTo>
                  <a:pt x="595" y="355"/>
                </a:lnTo>
                <a:lnTo>
                  <a:pt x="596" y="355"/>
                </a:lnTo>
                <a:lnTo>
                  <a:pt x="596" y="356"/>
                </a:lnTo>
                <a:lnTo>
                  <a:pt x="597" y="357"/>
                </a:lnTo>
                <a:lnTo>
                  <a:pt x="597" y="358"/>
                </a:lnTo>
                <a:lnTo>
                  <a:pt x="597" y="359"/>
                </a:lnTo>
                <a:lnTo>
                  <a:pt x="598" y="359"/>
                </a:lnTo>
                <a:lnTo>
                  <a:pt x="599" y="359"/>
                </a:lnTo>
                <a:lnTo>
                  <a:pt x="599" y="358"/>
                </a:lnTo>
                <a:lnTo>
                  <a:pt x="600" y="358"/>
                </a:lnTo>
                <a:lnTo>
                  <a:pt x="600" y="359"/>
                </a:lnTo>
                <a:lnTo>
                  <a:pt x="601" y="359"/>
                </a:lnTo>
                <a:lnTo>
                  <a:pt x="602" y="361"/>
                </a:lnTo>
                <a:lnTo>
                  <a:pt x="602" y="362"/>
                </a:lnTo>
                <a:lnTo>
                  <a:pt x="603" y="362"/>
                </a:lnTo>
                <a:lnTo>
                  <a:pt x="604" y="361"/>
                </a:lnTo>
                <a:lnTo>
                  <a:pt x="605" y="360"/>
                </a:lnTo>
                <a:lnTo>
                  <a:pt x="606" y="359"/>
                </a:lnTo>
                <a:lnTo>
                  <a:pt x="607" y="358"/>
                </a:lnTo>
                <a:lnTo>
                  <a:pt x="608" y="358"/>
                </a:lnTo>
                <a:lnTo>
                  <a:pt x="609" y="357"/>
                </a:lnTo>
                <a:lnTo>
                  <a:pt x="610" y="357"/>
                </a:lnTo>
                <a:lnTo>
                  <a:pt x="611" y="357"/>
                </a:lnTo>
                <a:lnTo>
                  <a:pt x="612" y="357"/>
                </a:lnTo>
                <a:lnTo>
                  <a:pt x="613" y="357"/>
                </a:lnTo>
                <a:lnTo>
                  <a:pt x="614" y="357"/>
                </a:lnTo>
                <a:lnTo>
                  <a:pt x="615" y="356"/>
                </a:lnTo>
                <a:lnTo>
                  <a:pt x="615" y="355"/>
                </a:lnTo>
                <a:lnTo>
                  <a:pt x="616" y="355"/>
                </a:lnTo>
                <a:lnTo>
                  <a:pt x="617" y="355"/>
                </a:lnTo>
                <a:lnTo>
                  <a:pt x="617" y="354"/>
                </a:lnTo>
                <a:lnTo>
                  <a:pt x="618" y="354"/>
                </a:lnTo>
                <a:lnTo>
                  <a:pt x="618" y="353"/>
                </a:lnTo>
                <a:lnTo>
                  <a:pt x="619" y="352"/>
                </a:lnTo>
                <a:lnTo>
                  <a:pt x="620" y="350"/>
                </a:lnTo>
                <a:lnTo>
                  <a:pt x="621" y="350"/>
                </a:lnTo>
                <a:lnTo>
                  <a:pt x="623" y="349"/>
                </a:lnTo>
                <a:lnTo>
                  <a:pt x="623" y="348"/>
                </a:lnTo>
                <a:lnTo>
                  <a:pt x="624" y="348"/>
                </a:lnTo>
                <a:lnTo>
                  <a:pt x="624" y="347"/>
                </a:lnTo>
                <a:lnTo>
                  <a:pt x="625" y="347"/>
                </a:lnTo>
                <a:lnTo>
                  <a:pt x="626" y="347"/>
                </a:lnTo>
                <a:lnTo>
                  <a:pt x="627" y="347"/>
                </a:lnTo>
                <a:lnTo>
                  <a:pt x="627" y="346"/>
                </a:lnTo>
                <a:lnTo>
                  <a:pt x="628" y="346"/>
                </a:lnTo>
                <a:lnTo>
                  <a:pt x="628" y="347"/>
                </a:lnTo>
                <a:lnTo>
                  <a:pt x="629" y="348"/>
                </a:lnTo>
                <a:lnTo>
                  <a:pt x="631" y="349"/>
                </a:lnTo>
                <a:lnTo>
                  <a:pt x="632" y="349"/>
                </a:lnTo>
                <a:lnTo>
                  <a:pt x="633" y="349"/>
                </a:lnTo>
                <a:lnTo>
                  <a:pt x="634" y="349"/>
                </a:lnTo>
                <a:lnTo>
                  <a:pt x="633" y="348"/>
                </a:lnTo>
                <a:lnTo>
                  <a:pt x="634" y="348"/>
                </a:lnTo>
                <a:lnTo>
                  <a:pt x="634" y="349"/>
                </a:lnTo>
                <a:lnTo>
                  <a:pt x="634" y="350"/>
                </a:lnTo>
                <a:lnTo>
                  <a:pt x="634" y="351"/>
                </a:lnTo>
                <a:lnTo>
                  <a:pt x="633" y="352"/>
                </a:lnTo>
                <a:lnTo>
                  <a:pt x="634" y="356"/>
                </a:lnTo>
                <a:lnTo>
                  <a:pt x="635" y="356"/>
                </a:lnTo>
                <a:lnTo>
                  <a:pt x="636" y="356"/>
                </a:lnTo>
                <a:lnTo>
                  <a:pt x="635" y="356"/>
                </a:lnTo>
                <a:lnTo>
                  <a:pt x="635" y="355"/>
                </a:lnTo>
                <a:lnTo>
                  <a:pt x="635" y="353"/>
                </a:lnTo>
                <a:lnTo>
                  <a:pt x="635" y="352"/>
                </a:lnTo>
                <a:lnTo>
                  <a:pt x="636" y="351"/>
                </a:lnTo>
                <a:lnTo>
                  <a:pt x="637" y="351"/>
                </a:lnTo>
                <a:lnTo>
                  <a:pt x="638" y="351"/>
                </a:lnTo>
                <a:lnTo>
                  <a:pt x="639" y="351"/>
                </a:lnTo>
                <a:lnTo>
                  <a:pt x="640" y="351"/>
                </a:lnTo>
                <a:lnTo>
                  <a:pt x="642" y="351"/>
                </a:lnTo>
                <a:lnTo>
                  <a:pt x="643" y="350"/>
                </a:lnTo>
                <a:lnTo>
                  <a:pt x="643" y="349"/>
                </a:lnTo>
                <a:lnTo>
                  <a:pt x="644" y="348"/>
                </a:lnTo>
                <a:lnTo>
                  <a:pt x="645" y="347"/>
                </a:lnTo>
                <a:lnTo>
                  <a:pt x="646" y="346"/>
                </a:lnTo>
                <a:lnTo>
                  <a:pt x="646" y="347"/>
                </a:lnTo>
                <a:lnTo>
                  <a:pt x="647" y="346"/>
                </a:lnTo>
                <a:lnTo>
                  <a:pt x="648" y="346"/>
                </a:lnTo>
                <a:lnTo>
                  <a:pt x="650" y="344"/>
                </a:lnTo>
                <a:lnTo>
                  <a:pt x="650" y="342"/>
                </a:lnTo>
                <a:lnTo>
                  <a:pt x="651" y="341"/>
                </a:lnTo>
                <a:lnTo>
                  <a:pt x="653" y="339"/>
                </a:lnTo>
                <a:lnTo>
                  <a:pt x="654" y="337"/>
                </a:lnTo>
                <a:lnTo>
                  <a:pt x="654" y="336"/>
                </a:lnTo>
                <a:lnTo>
                  <a:pt x="654" y="335"/>
                </a:lnTo>
                <a:lnTo>
                  <a:pt x="654" y="334"/>
                </a:lnTo>
                <a:lnTo>
                  <a:pt x="654" y="333"/>
                </a:lnTo>
                <a:lnTo>
                  <a:pt x="654" y="332"/>
                </a:lnTo>
                <a:lnTo>
                  <a:pt x="654" y="330"/>
                </a:lnTo>
                <a:lnTo>
                  <a:pt x="654" y="329"/>
                </a:lnTo>
                <a:lnTo>
                  <a:pt x="654" y="328"/>
                </a:lnTo>
                <a:lnTo>
                  <a:pt x="655" y="327"/>
                </a:lnTo>
                <a:lnTo>
                  <a:pt x="656" y="327"/>
                </a:lnTo>
                <a:lnTo>
                  <a:pt x="656" y="326"/>
                </a:lnTo>
                <a:lnTo>
                  <a:pt x="656" y="325"/>
                </a:lnTo>
                <a:lnTo>
                  <a:pt x="655" y="325"/>
                </a:lnTo>
                <a:lnTo>
                  <a:pt x="655" y="324"/>
                </a:lnTo>
                <a:lnTo>
                  <a:pt x="655" y="323"/>
                </a:lnTo>
                <a:lnTo>
                  <a:pt x="655" y="322"/>
                </a:lnTo>
                <a:lnTo>
                  <a:pt x="655" y="321"/>
                </a:lnTo>
                <a:lnTo>
                  <a:pt x="656" y="321"/>
                </a:lnTo>
                <a:lnTo>
                  <a:pt x="656" y="319"/>
                </a:lnTo>
                <a:lnTo>
                  <a:pt x="656" y="318"/>
                </a:lnTo>
                <a:lnTo>
                  <a:pt x="657" y="317"/>
                </a:lnTo>
                <a:lnTo>
                  <a:pt x="656" y="317"/>
                </a:lnTo>
                <a:lnTo>
                  <a:pt x="656" y="316"/>
                </a:lnTo>
                <a:lnTo>
                  <a:pt x="655" y="316"/>
                </a:lnTo>
                <a:lnTo>
                  <a:pt x="654" y="315"/>
                </a:lnTo>
                <a:lnTo>
                  <a:pt x="654" y="314"/>
                </a:lnTo>
                <a:lnTo>
                  <a:pt x="654" y="313"/>
                </a:lnTo>
                <a:lnTo>
                  <a:pt x="654" y="312"/>
                </a:lnTo>
                <a:lnTo>
                  <a:pt x="654" y="310"/>
                </a:lnTo>
                <a:lnTo>
                  <a:pt x="653" y="309"/>
                </a:lnTo>
                <a:lnTo>
                  <a:pt x="652" y="309"/>
                </a:lnTo>
                <a:lnTo>
                  <a:pt x="651" y="309"/>
                </a:lnTo>
                <a:lnTo>
                  <a:pt x="651" y="308"/>
                </a:lnTo>
                <a:lnTo>
                  <a:pt x="650" y="306"/>
                </a:lnTo>
                <a:lnTo>
                  <a:pt x="649" y="306"/>
                </a:lnTo>
                <a:lnTo>
                  <a:pt x="649" y="305"/>
                </a:lnTo>
                <a:lnTo>
                  <a:pt x="648" y="305"/>
                </a:lnTo>
                <a:lnTo>
                  <a:pt x="648" y="304"/>
                </a:lnTo>
                <a:lnTo>
                  <a:pt x="647" y="303"/>
                </a:lnTo>
                <a:lnTo>
                  <a:pt x="646" y="303"/>
                </a:lnTo>
                <a:lnTo>
                  <a:pt x="645" y="302"/>
                </a:lnTo>
                <a:lnTo>
                  <a:pt x="645" y="301"/>
                </a:lnTo>
                <a:lnTo>
                  <a:pt x="644" y="301"/>
                </a:lnTo>
                <a:lnTo>
                  <a:pt x="643" y="301"/>
                </a:lnTo>
                <a:lnTo>
                  <a:pt x="641" y="301"/>
                </a:lnTo>
                <a:lnTo>
                  <a:pt x="640" y="301"/>
                </a:lnTo>
                <a:lnTo>
                  <a:pt x="639" y="301"/>
                </a:lnTo>
                <a:lnTo>
                  <a:pt x="638" y="299"/>
                </a:lnTo>
                <a:lnTo>
                  <a:pt x="638" y="298"/>
                </a:lnTo>
                <a:lnTo>
                  <a:pt x="639" y="297"/>
                </a:lnTo>
                <a:lnTo>
                  <a:pt x="639" y="296"/>
                </a:lnTo>
                <a:lnTo>
                  <a:pt x="640" y="296"/>
                </a:lnTo>
                <a:lnTo>
                  <a:pt x="639" y="296"/>
                </a:lnTo>
                <a:lnTo>
                  <a:pt x="639" y="295"/>
                </a:lnTo>
                <a:lnTo>
                  <a:pt x="639" y="294"/>
                </a:lnTo>
                <a:lnTo>
                  <a:pt x="639" y="293"/>
                </a:lnTo>
                <a:lnTo>
                  <a:pt x="639" y="292"/>
                </a:lnTo>
                <a:lnTo>
                  <a:pt x="640" y="291"/>
                </a:lnTo>
                <a:lnTo>
                  <a:pt x="640" y="290"/>
                </a:lnTo>
                <a:lnTo>
                  <a:pt x="640" y="289"/>
                </a:lnTo>
                <a:lnTo>
                  <a:pt x="640" y="288"/>
                </a:lnTo>
                <a:lnTo>
                  <a:pt x="640" y="287"/>
                </a:lnTo>
                <a:lnTo>
                  <a:pt x="640" y="286"/>
                </a:lnTo>
                <a:lnTo>
                  <a:pt x="640" y="285"/>
                </a:lnTo>
                <a:lnTo>
                  <a:pt x="639" y="285"/>
                </a:lnTo>
                <a:lnTo>
                  <a:pt x="639" y="284"/>
                </a:lnTo>
                <a:lnTo>
                  <a:pt x="639" y="283"/>
                </a:lnTo>
                <a:lnTo>
                  <a:pt x="640" y="283"/>
                </a:lnTo>
                <a:lnTo>
                  <a:pt x="641" y="283"/>
                </a:lnTo>
                <a:lnTo>
                  <a:pt x="645" y="284"/>
                </a:lnTo>
                <a:lnTo>
                  <a:pt x="647" y="284"/>
                </a:lnTo>
                <a:lnTo>
                  <a:pt x="648" y="284"/>
                </a:lnTo>
                <a:lnTo>
                  <a:pt x="649" y="284"/>
                </a:lnTo>
                <a:lnTo>
                  <a:pt x="648" y="282"/>
                </a:lnTo>
                <a:lnTo>
                  <a:pt x="648" y="281"/>
                </a:lnTo>
                <a:lnTo>
                  <a:pt x="647" y="280"/>
                </a:lnTo>
                <a:lnTo>
                  <a:pt x="647" y="279"/>
                </a:lnTo>
                <a:lnTo>
                  <a:pt x="647" y="278"/>
                </a:lnTo>
                <a:lnTo>
                  <a:pt x="647" y="277"/>
                </a:lnTo>
                <a:lnTo>
                  <a:pt x="647" y="276"/>
                </a:lnTo>
                <a:lnTo>
                  <a:pt x="648" y="276"/>
                </a:lnTo>
                <a:lnTo>
                  <a:pt x="648" y="275"/>
                </a:lnTo>
                <a:lnTo>
                  <a:pt x="649" y="275"/>
                </a:lnTo>
                <a:lnTo>
                  <a:pt x="649" y="274"/>
                </a:lnTo>
                <a:lnTo>
                  <a:pt x="649" y="273"/>
                </a:lnTo>
                <a:lnTo>
                  <a:pt x="649" y="272"/>
                </a:lnTo>
                <a:lnTo>
                  <a:pt x="649" y="271"/>
                </a:lnTo>
                <a:lnTo>
                  <a:pt x="647" y="271"/>
                </a:lnTo>
                <a:lnTo>
                  <a:pt x="647" y="270"/>
                </a:lnTo>
                <a:lnTo>
                  <a:pt x="646" y="269"/>
                </a:lnTo>
                <a:lnTo>
                  <a:pt x="645" y="269"/>
                </a:lnTo>
                <a:lnTo>
                  <a:pt x="643" y="269"/>
                </a:lnTo>
                <a:lnTo>
                  <a:pt x="642" y="269"/>
                </a:lnTo>
                <a:lnTo>
                  <a:pt x="643" y="268"/>
                </a:lnTo>
                <a:lnTo>
                  <a:pt x="643" y="266"/>
                </a:lnTo>
                <a:lnTo>
                  <a:pt x="642" y="264"/>
                </a:lnTo>
                <a:lnTo>
                  <a:pt x="642" y="263"/>
                </a:lnTo>
                <a:lnTo>
                  <a:pt x="643" y="263"/>
                </a:lnTo>
                <a:lnTo>
                  <a:pt x="643" y="262"/>
                </a:lnTo>
                <a:lnTo>
                  <a:pt x="644" y="262"/>
                </a:lnTo>
                <a:lnTo>
                  <a:pt x="644" y="261"/>
                </a:lnTo>
                <a:lnTo>
                  <a:pt x="645" y="261"/>
                </a:lnTo>
                <a:lnTo>
                  <a:pt x="646" y="261"/>
                </a:lnTo>
                <a:lnTo>
                  <a:pt x="647" y="261"/>
                </a:lnTo>
                <a:lnTo>
                  <a:pt x="647" y="260"/>
                </a:lnTo>
                <a:lnTo>
                  <a:pt x="647" y="258"/>
                </a:lnTo>
                <a:lnTo>
                  <a:pt x="647" y="257"/>
                </a:lnTo>
                <a:lnTo>
                  <a:pt x="646" y="256"/>
                </a:lnTo>
                <a:lnTo>
                  <a:pt x="645" y="256"/>
                </a:lnTo>
                <a:lnTo>
                  <a:pt x="645" y="255"/>
                </a:lnTo>
                <a:lnTo>
                  <a:pt x="644" y="254"/>
                </a:lnTo>
                <a:lnTo>
                  <a:pt x="645" y="254"/>
                </a:lnTo>
                <a:lnTo>
                  <a:pt x="645" y="253"/>
                </a:lnTo>
                <a:lnTo>
                  <a:pt x="645" y="252"/>
                </a:lnTo>
                <a:lnTo>
                  <a:pt x="646" y="251"/>
                </a:lnTo>
                <a:lnTo>
                  <a:pt x="646" y="250"/>
                </a:lnTo>
                <a:lnTo>
                  <a:pt x="645" y="250"/>
                </a:lnTo>
                <a:lnTo>
                  <a:pt x="645" y="249"/>
                </a:lnTo>
                <a:lnTo>
                  <a:pt x="643" y="249"/>
                </a:lnTo>
                <a:lnTo>
                  <a:pt x="643" y="247"/>
                </a:lnTo>
                <a:lnTo>
                  <a:pt x="642" y="247"/>
                </a:lnTo>
                <a:lnTo>
                  <a:pt x="642" y="246"/>
                </a:lnTo>
                <a:lnTo>
                  <a:pt x="641" y="246"/>
                </a:lnTo>
                <a:lnTo>
                  <a:pt x="641" y="244"/>
                </a:lnTo>
                <a:lnTo>
                  <a:pt x="642" y="243"/>
                </a:lnTo>
                <a:lnTo>
                  <a:pt x="642" y="242"/>
                </a:lnTo>
                <a:lnTo>
                  <a:pt x="642" y="241"/>
                </a:lnTo>
                <a:lnTo>
                  <a:pt x="641" y="242"/>
                </a:lnTo>
                <a:lnTo>
                  <a:pt x="640" y="242"/>
                </a:lnTo>
                <a:lnTo>
                  <a:pt x="640" y="241"/>
                </a:lnTo>
                <a:lnTo>
                  <a:pt x="639" y="240"/>
                </a:lnTo>
                <a:lnTo>
                  <a:pt x="640" y="238"/>
                </a:lnTo>
                <a:lnTo>
                  <a:pt x="641" y="236"/>
                </a:lnTo>
                <a:lnTo>
                  <a:pt x="641" y="235"/>
                </a:lnTo>
                <a:lnTo>
                  <a:pt x="641" y="234"/>
                </a:lnTo>
                <a:lnTo>
                  <a:pt x="642" y="234"/>
                </a:lnTo>
                <a:lnTo>
                  <a:pt x="644" y="233"/>
                </a:lnTo>
                <a:lnTo>
                  <a:pt x="644" y="232"/>
                </a:lnTo>
                <a:lnTo>
                  <a:pt x="645" y="232"/>
                </a:lnTo>
                <a:lnTo>
                  <a:pt x="646" y="232"/>
                </a:lnTo>
                <a:lnTo>
                  <a:pt x="646" y="231"/>
                </a:lnTo>
                <a:lnTo>
                  <a:pt x="646" y="230"/>
                </a:lnTo>
                <a:lnTo>
                  <a:pt x="646" y="229"/>
                </a:lnTo>
                <a:lnTo>
                  <a:pt x="647" y="229"/>
                </a:lnTo>
                <a:lnTo>
                  <a:pt x="648" y="229"/>
                </a:lnTo>
                <a:lnTo>
                  <a:pt x="648" y="230"/>
                </a:lnTo>
                <a:lnTo>
                  <a:pt x="649" y="229"/>
                </a:lnTo>
                <a:lnTo>
                  <a:pt x="649" y="227"/>
                </a:lnTo>
                <a:lnTo>
                  <a:pt x="649" y="226"/>
                </a:lnTo>
                <a:lnTo>
                  <a:pt x="650" y="226"/>
                </a:lnTo>
                <a:lnTo>
                  <a:pt x="651" y="225"/>
                </a:lnTo>
                <a:lnTo>
                  <a:pt x="652" y="225"/>
                </a:lnTo>
                <a:lnTo>
                  <a:pt x="654" y="225"/>
                </a:lnTo>
                <a:lnTo>
                  <a:pt x="655" y="225"/>
                </a:lnTo>
                <a:lnTo>
                  <a:pt x="655" y="226"/>
                </a:lnTo>
                <a:lnTo>
                  <a:pt x="654" y="226"/>
                </a:lnTo>
                <a:lnTo>
                  <a:pt x="654" y="227"/>
                </a:lnTo>
                <a:lnTo>
                  <a:pt x="655" y="228"/>
                </a:lnTo>
                <a:lnTo>
                  <a:pt x="657" y="228"/>
                </a:lnTo>
                <a:lnTo>
                  <a:pt x="657" y="227"/>
                </a:lnTo>
                <a:lnTo>
                  <a:pt x="657" y="225"/>
                </a:lnTo>
                <a:lnTo>
                  <a:pt x="658" y="225"/>
                </a:lnTo>
                <a:lnTo>
                  <a:pt x="659" y="225"/>
                </a:lnTo>
                <a:lnTo>
                  <a:pt x="658" y="225"/>
                </a:lnTo>
                <a:lnTo>
                  <a:pt x="659" y="226"/>
                </a:lnTo>
                <a:lnTo>
                  <a:pt x="661" y="227"/>
                </a:lnTo>
                <a:lnTo>
                  <a:pt x="662" y="227"/>
                </a:lnTo>
                <a:lnTo>
                  <a:pt x="663" y="227"/>
                </a:lnTo>
                <a:lnTo>
                  <a:pt x="665" y="226"/>
                </a:lnTo>
                <a:lnTo>
                  <a:pt x="666" y="226"/>
                </a:lnTo>
                <a:lnTo>
                  <a:pt x="667" y="226"/>
                </a:lnTo>
                <a:lnTo>
                  <a:pt x="667" y="227"/>
                </a:lnTo>
                <a:lnTo>
                  <a:pt x="668" y="227"/>
                </a:lnTo>
                <a:lnTo>
                  <a:pt x="670" y="227"/>
                </a:lnTo>
                <a:lnTo>
                  <a:pt x="671" y="228"/>
                </a:lnTo>
                <a:lnTo>
                  <a:pt x="672" y="230"/>
                </a:lnTo>
                <a:lnTo>
                  <a:pt x="672" y="231"/>
                </a:lnTo>
                <a:lnTo>
                  <a:pt x="673" y="231"/>
                </a:lnTo>
                <a:lnTo>
                  <a:pt x="673" y="232"/>
                </a:lnTo>
                <a:lnTo>
                  <a:pt x="674" y="232"/>
                </a:lnTo>
                <a:lnTo>
                  <a:pt x="675" y="232"/>
                </a:lnTo>
                <a:lnTo>
                  <a:pt x="675" y="233"/>
                </a:lnTo>
                <a:lnTo>
                  <a:pt x="675" y="234"/>
                </a:lnTo>
                <a:lnTo>
                  <a:pt x="675" y="235"/>
                </a:lnTo>
                <a:lnTo>
                  <a:pt x="675" y="236"/>
                </a:lnTo>
                <a:lnTo>
                  <a:pt x="676" y="236"/>
                </a:lnTo>
                <a:lnTo>
                  <a:pt x="677" y="237"/>
                </a:lnTo>
                <a:lnTo>
                  <a:pt x="677" y="239"/>
                </a:lnTo>
                <a:lnTo>
                  <a:pt x="677" y="240"/>
                </a:lnTo>
                <a:lnTo>
                  <a:pt x="678" y="240"/>
                </a:lnTo>
                <a:lnTo>
                  <a:pt x="679" y="241"/>
                </a:lnTo>
                <a:lnTo>
                  <a:pt x="680" y="242"/>
                </a:lnTo>
                <a:lnTo>
                  <a:pt x="680" y="243"/>
                </a:lnTo>
                <a:lnTo>
                  <a:pt x="679" y="243"/>
                </a:lnTo>
                <a:lnTo>
                  <a:pt x="680" y="244"/>
                </a:lnTo>
                <a:lnTo>
                  <a:pt x="680" y="245"/>
                </a:lnTo>
                <a:lnTo>
                  <a:pt x="680" y="246"/>
                </a:lnTo>
                <a:lnTo>
                  <a:pt x="681" y="246"/>
                </a:lnTo>
                <a:lnTo>
                  <a:pt x="682" y="246"/>
                </a:lnTo>
                <a:lnTo>
                  <a:pt x="682" y="247"/>
                </a:lnTo>
                <a:lnTo>
                  <a:pt x="683" y="248"/>
                </a:lnTo>
                <a:lnTo>
                  <a:pt x="682" y="248"/>
                </a:lnTo>
                <a:lnTo>
                  <a:pt x="683" y="249"/>
                </a:lnTo>
                <a:lnTo>
                  <a:pt x="683" y="250"/>
                </a:lnTo>
                <a:lnTo>
                  <a:pt x="684" y="251"/>
                </a:lnTo>
                <a:lnTo>
                  <a:pt x="684" y="250"/>
                </a:lnTo>
                <a:lnTo>
                  <a:pt x="685" y="250"/>
                </a:lnTo>
                <a:lnTo>
                  <a:pt x="685" y="249"/>
                </a:lnTo>
                <a:lnTo>
                  <a:pt x="686" y="248"/>
                </a:lnTo>
                <a:lnTo>
                  <a:pt x="685" y="247"/>
                </a:lnTo>
                <a:lnTo>
                  <a:pt x="685" y="246"/>
                </a:lnTo>
                <a:lnTo>
                  <a:pt x="685" y="245"/>
                </a:lnTo>
                <a:lnTo>
                  <a:pt x="686" y="244"/>
                </a:lnTo>
                <a:lnTo>
                  <a:pt x="686" y="243"/>
                </a:lnTo>
                <a:lnTo>
                  <a:pt x="685" y="241"/>
                </a:lnTo>
                <a:lnTo>
                  <a:pt x="686" y="241"/>
                </a:lnTo>
                <a:lnTo>
                  <a:pt x="686" y="240"/>
                </a:lnTo>
                <a:lnTo>
                  <a:pt x="685" y="240"/>
                </a:lnTo>
                <a:lnTo>
                  <a:pt x="685" y="239"/>
                </a:lnTo>
                <a:lnTo>
                  <a:pt x="685" y="238"/>
                </a:lnTo>
                <a:lnTo>
                  <a:pt x="686" y="238"/>
                </a:lnTo>
                <a:lnTo>
                  <a:pt x="686" y="237"/>
                </a:lnTo>
                <a:lnTo>
                  <a:pt x="687" y="236"/>
                </a:lnTo>
                <a:lnTo>
                  <a:pt x="688" y="235"/>
                </a:lnTo>
                <a:lnTo>
                  <a:pt x="689" y="236"/>
                </a:lnTo>
                <a:lnTo>
                  <a:pt x="691" y="235"/>
                </a:lnTo>
                <a:lnTo>
                  <a:pt x="692" y="235"/>
                </a:lnTo>
                <a:lnTo>
                  <a:pt x="693" y="235"/>
                </a:lnTo>
                <a:lnTo>
                  <a:pt x="695" y="236"/>
                </a:lnTo>
                <a:lnTo>
                  <a:pt x="696" y="236"/>
                </a:lnTo>
                <a:lnTo>
                  <a:pt x="697" y="236"/>
                </a:lnTo>
                <a:lnTo>
                  <a:pt x="698" y="236"/>
                </a:lnTo>
                <a:lnTo>
                  <a:pt x="700" y="236"/>
                </a:lnTo>
                <a:lnTo>
                  <a:pt x="701" y="236"/>
                </a:lnTo>
                <a:lnTo>
                  <a:pt x="702" y="236"/>
                </a:lnTo>
                <a:lnTo>
                  <a:pt x="703" y="237"/>
                </a:lnTo>
                <a:lnTo>
                  <a:pt x="704" y="238"/>
                </a:lnTo>
                <a:lnTo>
                  <a:pt x="704" y="239"/>
                </a:lnTo>
                <a:lnTo>
                  <a:pt x="704" y="240"/>
                </a:lnTo>
                <a:lnTo>
                  <a:pt x="705" y="240"/>
                </a:lnTo>
                <a:lnTo>
                  <a:pt x="706" y="241"/>
                </a:lnTo>
                <a:lnTo>
                  <a:pt x="706" y="242"/>
                </a:lnTo>
                <a:lnTo>
                  <a:pt x="706" y="243"/>
                </a:lnTo>
                <a:lnTo>
                  <a:pt x="707" y="243"/>
                </a:lnTo>
                <a:lnTo>
                  <a:pt x="707" y="244"/>
                </a:lnTo>
                <a:lnTo>
                  <a:pt x="708" y="244"/>
                </a:lnTo>
                <a:lnTo>
                  <a:pt x="708" y="245"/>
                </a:lnTo>
                <a:lnTo>
                  <a:pt x="708" y="246"/>
                </a:lnTo>
                <a:lnTo>
                  <a:pt x="709" y="246"/>
                </a:lnTo>
                <a:lnTo>
                  <a:pt x="710" y="246"/>
                </a:lnTo>
                <a:lnTo>
                  <a:pt x="711" y="247"/>
                </a:lnTo>
                <a:lnTo>
                  <a:pt x="713" y="249"/>
                </a:lnTo>
                <a:lnTo>
                  <a:pt x="714" y="249"/>
                </a:lnTo>
                <a:lnTo>
                  <a:pt x="714" y="250"/>
                </a:lnTo>
                <a:lnTo>
                  <a:pt x="716" y="252"/>
                </a:lnTo>
                <a:lnTo>
                  <a:pt x="717" y="253"/>
                </a:lnTo>
                <a:lnTo>
                  <a:pt x="717" y="254"/>
                </a:lnTo>
                <a:lnTo>
                  <a:pt x="718" y="254"/>
                </a:lnTo>
                <a:lnTo>
                  <a:pt x="719" y="256"/>
                </a:lnTo>
                <a:lnTo>
                  <a:pt x="720" y="257"/>
                </a:lnTo>
                <a:lnTo>
                  <a:pt x="720" y="258"/>
                </a:lnTo>
                <a:lnTo>
                  <a:pt x="721" y="258"/>
                </a:lnTo>
                <a:lnTo>
                  <a:pt x="721" y="259"/>
                </a:lnTo>
                <a:lnTo>
                  <a:pt x="722" y="260"/>
                </a:lnTo>
                <a:lnTo>
                  <a:pt x="723" y="260"/>
                </a:lnTo>
                <a:lnTo>
                  <a:pt x="724" y="262"/>
                </a:lnTo>
                <a:lnTo>
                  <a:pt x="724" y="263"/>
                </a:lnTo>
                <a:lnTo>
                  <a:pt x="725" y="263"/>
                </a:lnTo>
                <a:lnTo>
                  <a:pt x="725" y="262"/>
                </a:lnTo>
                <a:lnTo>
                  <a:pt x="726" y="261"/>
                </a:lnTo>
                <a:lnTo>
                  <a:pt x="727" y="260"/>
                </a:lnTo>
                <a:lnTo>
                  <a:pt x="728" y="259"/>
                </a:lnTo>
                <a:lnTo>
                  <a:pt x="728" y="258"/>
                </a:lnTo>
                <a:lnTo>
                  <a:pt x="728" y="257"/>
                </a:lnTo>
                <a:lnTo>
                  <a:pt x="729" y="256"/>
                </a:lnTo>
                <a:lnTo>
                  <a:pt x="730" y="256"/>
                </a:lnTo>
                <a:lnTo>
                  <a:pt x="730" y="255"/>
                </a:lnTo>
                <a:lnTo>
                  <a:pt x="730" y="253"/>
                </a:lnTo>
                <a:lnTo>
                  <a:pt x="730" y="252"/>
                </a:lnTo>
                <a:lnTo>
                  <a:pt x="730" y="251"/>
                </a:lnTo>
                <a:lnTo>
                  <a:pt x="730" y="250"/>
                </a:lnTo>
                <a:lnTo>
                  <a:pt x="731" y="250"/>
                </a:lnTo>
                <a:lnTo>
                  <a:pt x="733" y="249"/>
                </a:lnTo>
                <a:lnTo>
                  <a:pt x="733" y="248"/>
                </a:lnTo>
                <a:lnTo>
                  <a:pt x="734" y="247"/>
                </a:lnTo>
                <a:lnTo>
                  <a:pt x="735" y="246"/>
                </a:lnTo>
                <a:lnTo>
                  <a:pt x="735" y="245"/>
                </a:lnTo>
                <a:lnTo>
                  <a:pt x="735" y="244"/>
                </a:lnTo>
                <a:lnTo>
                  <a:pt x="734" y="243"/>
                </a:lnTo>
                <a:lnTo>
                  <a:pt x="734" y="242"/>
                </a:lnTo>
                <a:lnTo>
                  <a:pt x="735" y="242"/>
                </a:lnTo>
                <a:lnTo>
                  <a:pt x="738" y="241"/>
                </a:lnTo>
                <a:lnTo>
                  <a:pt x="739" y="240"/>
                </a:lnTo>
                <a:lnTo>
                  <a:pt x="740" y="238"/>
                </a:lnTo>
                <a:lnTo>
                  <a:pt x="741" y="238"/>
                </a:lnTo>
                <a:lnTo>
                  <a:pt x="741" y="237"/>
                </a:lnTo>
                <a:lnTo>
                  <a:pt x="742" y="235"/>
                </a:lnTo>
                <a:lnTo>
                  <a:pt x="742" y="234"/>
                </a:lnTo>
                <a:lnTo>
                  <a:pt x="743" y="233"/>
                </a:lnTo>
                <a:lnTo>
                  <a:pt x="742" y="232"/>
                </a:lnTo>
                <a:lnTo>
                  <a:pt x="742" y="231"/>
                </a:lnTo>
                <a:lnTo>
                  <a:pt x="743" y="231"/>
                </a:lnTo>
                <a:lnTo>
                  <a:pt x="744" y="230"/>
                </a:lnTo>
                <a:lnTo>
                  <a:pt x="744" y="229"/>
                </a:lnTo>
                <a:lnTo>
                  <a:pt x="745" y="229"/>
                </a:lnTo>
                <a:lnTo>
                  <a:pt x="745" y="228"/>
                </a:lnTo>
                <a:lnTo>
                  <a:pt x="744" y="228"/>
                </a:lnTo>
                <a:lnTo>
                  <a:pt x="744" y="227"/>
                </a:lnTo>
                <a:lnTo>
                  <a:pt x="744" y="226"/>
                </a:lnTo>
                <a:lnTo>
                  <a:pt x="743" y="225"/>
                </a:lnTo>
                <a:lnTo>
                  <a:pt x="742" y="224"/>
                </a:lnTo>
                <a:lnTo>
                  <a:pt x="741" y="224"/>
                </a:lnTo>
                <a:lnTo>
                  <a:pt x="740" y="224"/>
                </a:lnTo>
                <a:lnTo>
                  <a:pt x="740" y="223"/>
                </a:lnTo>
                <a:lnTo>
                  <a:pt x="740" y="222"/>
                </a:lnTo>
                <a:lnTo>
                  <a:pt x="738" y="222"/>
                </a:lnTo>
                <a:lnTo>
                  <a:pt x="737" y="222"/>
                </a:lnTo>
                <a:lnTo>
                  <a:pt x="736" y="222"/>
                </a:lnTo>
                <a:lnTo>
                  <a:pt x="735" y="222"/>
                </a:lnTo>
                <a:lnTo>
                  <a:pt x="734" y="222"/>
                </a:lnTo>
                <a:lnTo>
                  <a:pt x="734" y="221"/>
                </a:lnTo>
                <a:lnTo>
                  <a:pt x="733" y="220"/>
                </a:lnTo>
                <a:lnTo>
                  <a:pt x="732" y="220"/>
                </a:lnTo>
                <a:lnTo>
                  <a:pt x="731" y="219"/>
                </a:lnTo>
                <a:lnTo>
                  <a:pt x="730" y="218"/>
                </a:lnTo>
                <a:lnTo>
                  <a:pt x="730" y="217"/>
                </a:lnTo>
                <a:lnTo>
                  <a:pt x="730" y="216"/>
                </a:lnTo>
                <a:lnTo>
                  <a:pt x="730" y="214"/>
                </a:lnTo>
                <a:lnTo>
                  <a:pt x="731" y="213"/>
                </a:lnTo>
                <a:lnTo>
                  <a:pt x="731" y="212"/>
                </a:lnTo>
                <a:lnTo>
                  <a:pt x="731" y="211"/>
                </a:lnTo>
                <a:lnTo>
                  <a:pt x="731" y="209"/>
                </a:lnTo>
                <a:lnTo>
                  <a:pt x="732" y="207"/>
                </a:lnTo>
                <a:lnTo>
                  <a:pt x="732" y="206"/>
                </a:lnTo>
                <a:lnTo>
                  <a:pt x="732" y="204"/>
                </a:lnTo>
                <a:lnTo>
                  <a:pt x="733" y="204"/>
                </a:lnTo>
                <a:lnTo>
                  <a:pt x="733" y="203"/>
                </a:lnTo>
                <a:lnTo>
                  <a:pt x="734" y="203"/>
                </a:lnTo>
                <a:lnTo>
                  <a:pt x="734" y="202"/>
                </a:lnTo>
                <a:lnTo>
                  <a:pt x="734" y="201"/>
                </a:lnTo>
                <a:lnTo>
                  <a:pt x="735" y="201"/>
                </a:lnTo>
                <a:lnTo>
                  <a:pt x="735" y="200"/>
                </a:lnTo>
                <a:lnTo>
                  <a:pt x="736" y="200"/>
                </a:lnTo>
                <a:lnTo>
                  <a:pt x="737" y="197"/>
                </a:lnTo>
                <a:lnTo>
                  <a:pt x="738" y="197"/>
                </a:lnTo>
                <a:lnTo>
                  <a:pt x="738" y="196"/>
                </a:lnTo>
                <a:lnTo>
                  <a:pt x="738" y="195"/>
                </a:lnTo>
                <a:lnTo>
                  <a:pt x="738" y="194"/>
                </a:lnTo>
                <a:lnTo>
                  <a:pt x="739" y="193"/>
                </a:lnTo>
                <a:lnTo>
                  <a:pt x="741" y="193"/>
                </a:lnTo>
                <a:lnTo>
                  <a:pt x="742" y="192"/>
                </a:lnTo>
                <a:lnTo>
                  <a:pt x="743" y="192"/>
                </a:lnTo>
                <a:lnTo>
                  <a:pt x="744" y="192"/>
                </a:lnTo>
                <a:lnTo>
                  <a:pt x="747" y="192"/>
                </a:lnTo>
                <a:lnTo>
                  <a:pt x="750" y="192"/>
                </a:lnTo>
                <a:lnTo>
                  <a:pt x="751" y="192"/>
                </a:lnTo>
                <a:lnTo>
                  <a:pt x="752" y="191"/>
                </a:lnTo>
                <a:lnTo>
                  <a:pt x="751" y="191"/>
                </a:lnTo>
                <a:lnTo>
                  <a:pt x="751" y="190"/>
                </a:lnTo>
                <a:lnTo>
                  <a:pt x="751" y="188"/>
                </a:lnTo>
                <a:lnTo>
                  <a:pt x="751" y="186"/>
                </a:lnTo>
                <a:lnTo>
                  <a:pt x="751" y="184"/>
                </a:lnTo>
                <a:lnTo>
                  <a:pt x="752" y="183"/>
                </a:lnTo>
                <a:lnTo>
                  <a:pt x="752" y="182"/>
                </a:lnTo>
                <a:lnTo>
                  <a:pt x="752" y="181"/>
                </a:lnTo>
                <a:lnTo>
                  <a:pt x="752" y="179"/>
                </a:lnTo>
                <a:lnTo>
                  <a:pt x="752" y="178"/>
                </a:lnTo>
                <a:lnTo>
                  <a:pt x="752" y="177"/>
                </a:lnTo>
                <a:lnTo>
                  <a:pt x="753" y="177"/>
                </a:lnTo>
                <a:lnTo>
                  <a:pt x="753" y="174"/>
                </a:lnTo>
                <a:lnTo>
                  <a:pt x="752" y="173"/>
                </a:lnTo>
                <a:lnTo>
                  <a:pt x="751" y="173"/>
                </a:lnTo>
                <a:lnTo>
                  <a:pt x="751" y="172"/>
                </a:lnTo>
                <a:lnTo>
                  <a:pt x="751" y="171"/>
                </a:lnTo>
                <a:lnTo>
                  <a:pt x="752" y="171"/>
                </a:lnTo>
                <a:lnTo>
                  <a:pt x="753" y="170"/>
                </a:lnTo>
                <a:lnTo>
                  <a:pt x="754" y="169"/>
                </a:lnTo>
                <a:lnTo>
                  <a:pt x="754" y="170"/>
                </a:lnTo>
                <a:lnTo>
                  <a:pt x="755" y="170"/>
                </a:lnTo>
                <a:lnTo>
                  <a:pt x="755" y="169"/>
                </a:lnTo>
                <a:lnTo>
                  <a:pt x="757" y="169"/>
                </a:lnTo>
                <a:lnTo>
                  <a:pt x="757" y="170"/>
                </a:lnTo>
                <a:lnTo>
                  <a:pt x="758" y="171"/>
                </a:lnTo>
                <a:lnTo>
                  <a:pt x="759" y="171"/>
                </a:lnTo>
                <a:lnTo>
                  <a:pt x="760" y="170"/>
                </a:lnTo>
                <a:lnTo>
                  <a:pt x="761" y="170"/>
                </a:lnTo>
                <a:lnTo>
                  <a:pt x="762" y="170"/>
                </a:lnTo>
                <a:lnTo>
                  <a:pt x="762" y="168"/>
                </a:lnTo>
                <a:lnTo>
                  <a:pt x="762" y="167"/>
                </a:lnTo>
                <a:lnTo>
                  <a:pt x="762" y="166"/>
                </a:lnTo>
                <a:lnTo>
                  <a:pt x="762" y="165"/>
                </a:lnTo>
                <a:lnTo>
                  <a:pt x="762" y="164"/>
                </a:lnTo>
                <a:lnTo>
                  <a:pt x="763" y="162"/>
                </a:lnTo>
                <a:lnTo>
                  <a:pt x="764" y="161"/>
                </a:lnTo>
                <a:lnTo>
                  <a:pt x="764" y="160"/>
                </a:lnTo>
                <a:lnTo>
                  <a:pt x="765" y="160"/>
                </a:lnTo>
                <a:lnTo>
                  <a:pt x="765" y="161"/>
                </a:lnTo>
                <a:lnTo>
                  <a:pt x="766" y="162"/>
                </a:lnTo>
                <a:lnTo>
                  <a:pt x="766" y="163"/>
                </a:lnTo>
                <a:lnTo>
                  <a:pt x="767" y="163"/>
                </a:lnTo>
                <a:lnTo>
                  <a:pt x="767" y="164"/>
                </a:lnTo>
                <a:lnTo>
                  <a:pt x="769" y="165"/>
                </a:lnTo>
                <a:lnTo>
                  <a:pt x="771" y="165"/>
                </a:lnTo>
                <a:lnTo>
                  <a:pt x="771" y="167"/>
                </a:lnTo>
                <a:lnTo>
                  <a:pt x="771" y="168"/>
                </a:lnTo>
                <a:lnTo>
                  <a:pt x="772" y="169"/>
                </a:lnTo>
                <a:lnTo>
                  <a:pt x="773" y="169"/>
                </a:lnTo>
                <a:lnTo>
                  <a:pt x="774" y="170"/>
                </a:lnTo>
                <a:lnTo>
                  <a:pt x="774" y="172"/>
                </a:lnTo>
                <a:lnTo>
                  <a:pt x="774" y="173"/>
                </a:lnTo>
                <a:lnTo>
                  <a:pt x="774" y="174"/>
                </a:lnTo>
                <a:lnTo>
                  <a:pt x="774" y="175"/>
                </a:lnTo>
                <a:lnTo>
                  <a:pt x="773" y="177"/>
                </a:lnTo>
                <a:lnTo>
                  <a:pt x="773" y="178"/>
                </a:lnTo>
                <a:lnTo>
                  <a:pt x="774" y="180"/>
                </a:lnTo>
                <a:lnTo>
                  <a:pt x="773" y="182"/>
                </a:lnTo>
                <a:lnTo>
                  <a:pt x="773" y="183"/>
                </a:lnTo>
                <a:lnTo>
                  <a:pt x="773" y="184"/>
                </a:lnTo>
                <a:lnTo>
                  <a:pt x="774" y="185"/>
                </a:lnTo>
                <a:lnTo>
                  <a:pt x="774" y="186"/>
                </a:lnTo>
                <a:lnTo>
                  <a:pt x="775" y="186"/>
                </a:lnTo>
                <a:lnTo>
                  <a:pt x="777" y="187"/>
                </a:lnTo>
                <a:lnTo>
                  <a:pt x="778" y="188"/>
                </a:lnTo>
                <a:lnTo>
                  <a:pt x="778" y="189"/>
                </a:lnTo>
                <a:lnTo>
                  <a:pt x="777" y="191"/>
                </a:lnTo>
                <a:lnTo>
                  <a:pt x="777" y="192"/>
                </a:lnTo>
                <a:lnTo>
                  <a:pt x="777" y="193"/>
                </a:lnTo>
                <a:lnTo>
                  <a:pt x="779" y="193"/>
                </a:lnTo>
                <a:lnTo>
                  <a:pt x="780" y="194"/>
                </a:lnTo>
                <a:lnTo>
                  <a:pt x="779" y="195"/>
                </a:lnTo>
                <a:lnTo>
                  <a:pt x="778" y="195"/>
                </a:lnTo>
                <a:lnTo>
                  <a:pt x="777" y="195"/>
                </a:lnTo>
                <a:lnTo>
                  <a:pt x="775" y="197"/>
                </a:lnTo>
                <a:lnTo>
                  <a:pt x="775" y="198"/>
                </a:lnTo>
                <a:lnTo>
                  <a:pt x="776" y="198"/>
                </a:lnTo>
                <a:lnTo>
                  <a:pt x="775" y="200"/>
                </a:lnTo>
                <a:lnTo>
                  <a:pt x="775" y="201"/>
                </a:lnTo>
                <a:lnTo>
                  <a:pt x="774" y="201"/>
                </a:lnTo>
                <a:lnTo>
                  <a:pt x="773" y="202"/>
                </a:lnTo>
                <a:lnTo>
                  <a:pt x="773" y="203"/>
                </a:lnTo>
                <a:lnTo>
                  <a:pt x="772" y="203"/>
                </a:lnTo>
                <a:lnTo>
                  <a:pt x="771" y="205"/>
                </a:lnTo>
                <a:lnTo>
                  <a:pt x="770" y="205"/>
                </a:lnTo>
                <a:lnTo>
                  <a:pt x="770" y="206"/>
                </a:lnTo>
                <a:lnTo>
                  <a:pt x="769" y="208"/>
                </a:lnTo>
                <a:lnTo>
                  <a:pt x="769" y="209"/>
                </a:lnTo>
                <a:lnTo>
                  <a:pt x="769" y="210"/>
                </a:lnTo>
                <a:lnTo>
                  <a:pt x="769" y="211"/>
                </a:lnTo>
                <a:lnTo>
                  <a:pt x="768" y="211"/>
                </a:lnTo>
                <a:lnTo>
                  <a:pt x="768" y="212"/>
                </a:lnTo>
                <a:lnTo>
                  <a:pt x="768" y="213"/>
                </a:lnTo>
                <a:lnTo>
                  <a:pt x="768" y="215"/>
                </a:lnTo>
                <a:lnTo>
                  <a:pt x="767" y="216"/>
                </a:lnTo>
                <a:lnTo>
                  <a:pt x="767" y="217"/>
                </a:lnTo>
                <a:lnTo>
                  <a:pt x="767" y="218"/>
                </a:lnTo>
                <a:lnTo>
                  <a:pt x="768" y="218"/>
                </a:lnTo>
                <a:lnTo>
                  <a:pt x="768" y="219"/>
                </a:lnTo>
                <a:lnTo>
                  <a:pt x="768" y="220"/>
                </a:lnTo>
                <a:lnTo>
                  <a:pt x="766" y="220"/>
                </a:lnTo>
                <a:lnTo>
                  <a:pt x="765" y="220"/>
                </a:lnTo>
                <a:lnTo>
                  <a:pt x="765" y="221"/>
                </a:lnTo>
                <a:lnTo>
                  <a:pt x="764" y="221"/>
                </a:lnTo>
                <a:lnTo>
                  <a:pt x="764" y="222"/>
                </a:lnTo>
                <a:lnTo>
                  <a:pt x="764" y="223"/>
                </a:lnTo>
                <a:lnTo>
                  <a:pt x="763" y="223"/>
                </a:lnTo>
                <a:lnTo>
                  <a:pt x="762" y="224"/>
                </a:lnTo>
                <a:lnTo>
                  <a:pt x="761" y="224"/>
                </a:lnTo>
                <a:lnTo>
                  <a:pt x="760" y="224"/>
                </a:lnTo>
                <a:lnTo>
                  <a:pt x="760" y="225"/>
                </a:lnTo>
                <a:lnTo>
                  <a:pt x="760" y="226"/>
                </a:lnTo>
                <a:lnTo>
                  <a:pt x="759" y="227"/>
                </a:lnTo>
                <a:lnTo>
                  <a:pt x="759" y="228"/>
                </a:lnTo>
                <a:lnTo>
                  <a:pt x="759" y="229"/>
                </a:lnTo>
                <a:lnTo>
                  <a:pt x="758" y="227"/>
                </a:lnTo>
                <a:lnTo>
                  <a:pt x="757" y="226"/>
                </a:lnTo>
                <a:lnTo>
                  <a:pt x="756" y="225"/>
                </a:lnTo>
                <a:lnTo>
                  <a:pt x="756" y="226"/>
                </a:lnTo>
                <a:lnTo>
                  <a:pt x="753" y="226"/>
                </a:lnTo>
                <a:lnTo>
                  <a:pt x="753" y="227"/>
                </a:lnTo>
                <a:lnTo>
                  <a:pt x="753" y="228"/>
                </a:lnTo>
                <a:lnTo>
                  <a:pt x="752" y="228"/>
                </a:lnTo>
                <a:lnTo>
                  <a:pt x="751" y="228"/>
                </a:lnTo>
                <a:lnTo>
                  <a:pt x="750" y="229"/>
                </a:lnTo>
                <a:lnTo>
                  <a:pt x="749" y="230"/>
                </a:lnTo>
                <a:lnTo>
                  <a:pt x="750" y="230"/>
                </a:lnTo>
                <a:lnTo>
                  <a:pt x="750" y="231"/>
                </a:lnTo>
                <a:lnTo>
                  <a:pt x="750" y="232"/>
                </a:lnTo>
                <a:lnTo>
                  <a:pt x="750" y="233"/>
                </a:lnTo>
                <a:lnTo>
                  <a:pt x="750" y="234"/>
                </a:lnTo>
                <a:lnTo>
                  <a:pt x="752" y="236"/>
                </a:lnTo>
                <a:lnTo>
                  <a:pt x="753" y="237"/>
                </a:lnTo>
                <a:lnTo>
                  <a:pt x="754" y="236"/>
                </a:lnTo>
                <a:lnTo>
                  <a:pt x="755" y="238"/>
                </a:lnTo>
                <a:lnTo>
                  <a:pt x="756" y="238"/>
                </a:lnTo>
                <a:lnTo>
                  <a:pt x="756" y="239"/>
                </a:lnTo>
                <a:lnTo>
                  <a:pt x="757" y="239"/>
                </a:lnTo>
                <a:lnTo>
                  <a:pt x="759" y="240"/>
                </a:lnTo>
                <a:lnTo>
                  <a:pt x="759" y="241"/>
                </a:lnTo>
                <a:lnTo>
                  <a:pt x="760" y="241"/>
                </a:lnTo>
                <a:lnTo>
                  <a:pt x="759" y="241"/>
                </a:lnTo>
                <a:lnTo>
                  <a:pt x="759" y="242"/>
                </a:lnTo>
                <a:lnTo>
                  <a:pt x="760" y="244"/>
                </a:lnTo>
                <a:lnTo>
                  <a:pt x="760" y="245"/>
                </a:lnTo>
                <a:lnTo>
                  <a:pt x="761" y="245"/>
                </a:lnTo>
                <a:lnTo>
                  <a:pt x="761" y="246"/>
                </a:lnTo>
                <a:lnTo>
                  <a:pt x="761" y="247"/>
                </a:lnTo>
                <a:lnTo>
                  <a:pt x="761" y="248"/>
                </a:lnTo>
                <a:lnTo>
                  <a:pt x="760" y="252"/>
                </a:lnTo>
                <a:lnTo>
                  <a:pt x="761" y="254"/>
                </a:lnTo>
                <a:lnTo>
                  <a:pt x="760" y="256"/>
                </a:lnTo>
                <a:lnTo>
                  <a:pt x="758" y="257"/>
                </a:lnTo>
                <a:lnTo>
                  <a:pt x="758" y="258"/>
                </a:lnTo>
                <a:lnTo>
                  <a:pt x="758" y="260"/>
                </a:lnTo>
                <a:lnTo>
                  <a:pt x="759" y="260"/>
                </a:lnTo>
                <a:lnTo>
                  <a:pt x="760" y="260"/>
                </a:lnTo>
                <a:lnTo>
                  <a:pt x="760" y="261"/>
                </a:lnTo>
                <a:lnTo>
                  <a:pt x="761" y="261"/>
                </a:lnTo>
                <a:lnTo>
                  <a:pt x="761" y="262"/>
                </a:lnTo>
                <a:lnTo>
                  <a:pt x="762" y="262"/>
                </a:lnTo>
                <a:lnTo>
                  <a:pt x="763" y="262"/>
                </a:lnTo>
                <a:lnTo>
                  <a:pt x="764" y="262"/>
                </a:lnTo>
                <a:lnTo>
                  <a:pt x="764" y="263"/>
                </a:lnTo>
                <a:lnTo>
                  <a:pt x="765" y="263"/>
                </a:lnTo>
                <a:lnTo>
                  <a:pt x="767" y="262"/>
                </a:lnTo>
                <a:lnTo>
                  <a:pt x="767" y="261"/>
                </a:lnTo>
                <a:lnTo>
                  <a:pt x="767" y="259"/>
                </a:lnTo>
                <a:lnTo>
                  <a:pt x="768" y="257"/>
                </a:lnTo>
                <a:lnTo>
                  <a:pt x="769" y="257"/>
                </a:lnTo>
                <a:lnTo>
                  <a:pt x="770" y="256"/>
                </a:lnTo>
                <a:lnTo>
                  <a:pt x="771" y="256"/>
                </a:lnTo>
                <a:lnTo>
                  <a:pt x="771" y="255"/>
                </a:lnTo>
                <a:lnTo>
                  <a:pt x="772" y="255"/>
                </a:lnTo>
                <a:lnTo>
                  <a:pt x="773" y="255"/>
                </a:lnTo>
                <a:lnTo>
                  <a:pt x="774" y="254"/>
                </a:lnTo>
                <a:lnTo>
                  <a:pt x="775" y="252"/>
                </a:lnTo>
                <a:lnTo>
                  <a:pt x="775" y="251"/>
                </a:lnTo>
                <a:lnTo>
                  <a:pt x="776" y="249"/>
                </a:lnTo>
                <a:lnTo>
                  <a:pt x="777" y="249"/>
                </a:lnTo>
                <a:lnTo>
                  <a:pt x="777" y="247"/>
                </a:lnTo>
                <a:lnTo>
                  <a:pt x="777" y="246"/>
                </a:lnTo>
                <a:lnTo>
                  <a:pt x="778" y="246"/>
                </a:lnTo>
                <a:lnTo>
                  <a:pt x="778" y="247"/>
                </a:lnTo>
                <a:lnTo>
                  <a:pt x="781" y="247"/>
                </a:lnTo>
                <a:lnTo>
                  <a:pt x="782" y="246"/>
                </a:lnTo>
                <a:lnTo>
                  <a:pt x="783" y="246"/>
                </a:lnTo>
                <a:lnTo>
                  <a:pt x="784" y="245"/>
                </a:lnTo>
                <a:lnTo>
                  <a:pt x="784" y="244"/>
                </a:lnTo>
                <a:lnTo>
                  <a:pt x="785" y="244"/>
                </a:lnTo>
                <a:lnTo>
                  <a:pt x="786" y="244"/>
                </a:lnTo>
                <a:lnTo>
                  <a:pt x="787" y="244"/>
                </a:lnTo>
                <a:lnTo>
                  <a:pt x="788" y="244"/>
                </a:lnTo>
                <a:lnTo>
                  <a:pt x="789" y="245"/>
                </a:lnTo>
                <a:lnTo>
                  <a:pt x="790" y="245"/>
                </a:lnTo>
                <a:lnTo>
                  <a:pt x="792" y="245"/>
                </a:lnTo>
                <a:lnTo>
                  <a:pt x="793" y="245"/>
                </a:lnTo>
                <a:lnTo>
                  <a:pt x="794" y="245"/>
                </a:lnTo>
                <a:lnTo>
                  <a:pt x="795" y="245"/>
                </a:lnTo>
                <a:lnTo>
                  <a:pt x="796" y="245"/>
                </a:lnTo>
                <a:lnTo>
                  <a:pt x="797" y="246"/>
                </a:lnTo>
                <a:lnTo>
                  <a:pt x="798" y="246"/>
                </a:lnTo>
                <a:lnTo>
                  <a:pt x="799" y="245"/>
                </a:lnTo>
                <a:lnTo>
                  <a:pt x="800" y="245"/>
                </a:lnTo>
                <a:lnTo>
                  <a:pt x="801" y="245"/>
                </a:lnTo>
                <a:lnTo>
                  <a:pt x="801" y="246"/>
                </a:lnTo>
                <a:lnTo>
                  <a:pt x="802" y="246"/>
                </a:lnTo>
                <a:lnTo>
                  <a:pt x="802" y="245"/>
                </a:lnTo>
                <a:lnTo>
                  <a:pt x="802" y="244"/>
                </a:lnTo>
                <a:lnTo>
                  <a:pt x="802" y="243"/>
                </a:lnTo>
                <a:lnTo>
                  <a:pt x="803" y="244"/>
                </a:lnTo>
                <a:lnTo>
                  <a:pt x="803" y="243"/>
                </a:lnTo>
                <a:lnTo>
                  <a:pt x="804" y="242"/>
                </a:lnTo>
                <a:lnTo>
                  <a:pt x="804" y="241"/>
                </a:lnTo>
                <a:lnTo>
                  <a:pt x="803" y="241"/>
                </a:lnTo>
                <a:lnTo>
                  <a:pt x="803" y="240"/>
                </a:lnTo>
                <a:lnTo>
                  <a:pt x="803" y="239"/>
                </a:lnTo>
                <a:lnTo>
                  <a:pt x="804" y="239"/>
                </a:lnTo>
                <a:lnTo>
                  <a:pt x="805" y="238"/>
                </a:lnTo>
                <a:lnTo>
                  <a:pt x="805" y="237"/>
                </a:lnTo>
                <a:lnTo>
                  <a:pt x="805" y="236"/>
                </a:lnTo>
                <a:lnTo>
                  <a:pt x="805" y="235"/>
                </a:lnTo>
                <a:lnTo>
                  <a:pt x="807" y="233"/>
                </a:lnTo>
                <a:lnTo>
                  <a:pt x="807" y="232"/>
                </a:lnTo>
                <a:lnTo>
                  <a:pt x="807" y="231"/>
                </a:lnTo>
                <a:lnTo>
                  <a:pt x="806" y="231"/>
                </a:lnTo>
                <a:lnTo>
                  <a:pt x="806" y="230"/>
                </a:lnTo>
                <a:lnTo>
                  <a:pt x="806" y="229"/>
                </a:lnTo>
                <a:lnTo>
                  <a:pt x="807" y="228"/>
                </a:lnTo>
                <a:lnTo>
                  <a:pt x="807" y="226"/>
                </a:lnTo>
                <a:lnTo>
                  <a:pt x="807" y="225"/>
                </a:lnTo>
                <a:lnTo>
                  <a:pt x="808" y="225"/>
                </a:lnTo>
                <a:lnTo>
                  <a:pt x="808" y="226"/>
                </a:lnTo>
                <a:lnTo>
                  <a:pt x="808" y="227"/>
                </a:lnTo>
                <a:lnTo>
                  <a:pt x="808" y="228"/>
                </a:lnTo>
                <a:lnTo>
                  <a:pt x="809" y="228"/>
                </a:lnTo>
                <a:lnTo>
                  <a:pt x="810" y="228"/>
                </a:lnTo>
                <a:lnTo>
                  <a:pt x="810" y="229"/>
                </a:lnTo>
                <a:lnTo>
                  <a:pt x="811" y="229"/>
                </a:lnTo>
                <a:lnTo>
                  <a:pt x="812" y="229"/>
                </a:lnTo>
                <a:lnTo>
                  <a:pt x="813" y="230"/>
                </a:lnTo>
                <a:lnTo>
                  <a:pt x="813" y="231"/>
                </a:lnTo>
                <a:lnTo>
                  <a:pt x="814" y="231"/>
                </a:lnTo>
                <a:lnTo>
                  <a:pt x="814" y="232"/>
                </a:lnTo>
                <a:lnTo>
                  <a:pt x="814" y="233"/>
                </a:lnTo>
                <a:lnTo>
                  <a:pt x="814" y="234"/>
                </a:lnTo>
                <a:lnTo>
                  <a:pt x="815" y="235"/>
                </a:lnTo>
                <a:lnTo>
                  <a:pt x="815" y="236"/>
                </a:lnTo>
                <a:lnTo>
                  <a:pt x="815" y="237"/>
                </a:lnTo>
                <a:lnTo>
                  <a:pt x="817" y="238"/>
                </a:lnTo>
                <a:lnTo>
                  <a:pt x="818" y="238"/>
                </a:lnTo>
                <a:lnTo>
                  <a:pt x="819" y="239"/>
                </a:lnTo>
                <a:lnTo>
                  <a:pt x="820" y="239"/>
                </a:lnTo>
                <a:lnTo>
                  <a:pt x="821" y="239"/>
                </a:lnTo>
                <a:lnTo>
                  <a:pt x="822" y="240"/>
                </a:lnTo>
                <a:lnTo>
                  <a:pt x="823" y="240"/>
                </a:lnTo>
                <a:lnTo>
                  <a:pt x="824" y="240"/>
                </a:lnTo>
                <a:lnTo>
                  <a:pt x="824" y="239"/>
                </a:lnTo>
                <a:lnTo>
                  <a:pt x="825" y="238"/>
                </a:lnTo>
                <a:lnTo>
                  <a:pt x="824" y="237"/>
                </a:lnTo>
                <a:lnTo>
                  <a:pt x="824" y="236"/>
                </a:lnTo>
                <a:lnTo>
                  <a:pt x="825" y="235"/>
                </a:lnTo>
                <a:lnTo>
                  <a:pt x="825" y="234"/>
                </a:lnTo>
                <a:lnTo>
                  <a:pt x="824" y="233"/>
                </a:lnTo>
                <a:lnTo>
                  <a:pt x="824" y="232"/>
                </a:lnTo>
                <a:lnTo>
                  <a:pt x="824" y="231"/>
                </a:lnTo>
                <a:lnTo>
                  <a:pt x="824" y="230"/>
                </a:lnTo>
                <a:lnTo>
                  <a:pt x="824" y="229"/>
                </a:lnTo>
                <a:lnTo>
                  <a:pt x="824" y="228"/>
                </a:lnTo>
                <a:lnTo>
                  <a:pt x="824" y="227"/>
                </a:lnTo>
                <a:lnTo>
                  <a:pt x="823" y="225"/>
                </a:lnTo>
                <a:lnTo>
                  <a:pt x="823" y="224"/>
                </a:lnTo>
                <a:lnTo>
                  <a:pt x="823" y="223"/>
                </a:lnTo>
                <a:lnTo>
                  <a:pt x="823" y="222"/>
                </a:lnTo>
                <a:lnTo>
                  <a:pt x="823" y="221"/>
                </a:lnTo>
                <a:lnTo>
                  <a:pt x="823" y="220"/>
                </a:lnTo>
                <a:lnTo>
                  <a:pt x="822" y="220"/>
                </a:lnTo>
                <a:lnTo>
                  <a:pt x="821" y="219"/>
                </a:lnTo>
                <a:lnTo>
                  <a:pt x="820" y="219"/>
                </a:lnTo>
                <a:lnTo>
                  <a:pt x="820" y="218"/>
                </a:lnTo>
                <a:lnTo>
                  <a:pt x="821" y="218"/>
                </a:lnTo>
                <a:lnTo>
                  <a:pt x="821" y="217"/>
                </a:lnTo>
                <a:lnTo>
                  <a:pt x="821" y="216"/>
                </a:lnTo>
                <a:lnTo>
                  <a:pt x="822" y="216"/>
                </a:lnTo>
                <a:lnTo>
                  <a:pt x="823" y="216"/>
                </a:lnTo>
                <a:lnTo>
                  <a:pt x="823" y="215"/>
                </a:lnTo>
                <a:lnTo>
                  <a:pt x="824" y="214"/>
                </a:lnTo>
                <a:lnTo>
                  <a:pt x="825" y="214"/>
                </a:lnTo>
                <a:lnTo>
                  <a:pt x="825" y="213"/>
                </a:lnTo>
                <a:lnTo>
                  <a:pt x="826" y="212"/>
                </a:lnTo>
                <a:lnTo>
                  <a:pt x="827" y="212"/>
                </a:lnTo>
                <a:lnTo>
                  <a:pt x="828" y="211"/>
                </a:lnTo>
                <a:lnTo>
                  <a:pt x="828" y="210"/>
                </a:lnTo>
                <a:lnTo>
                  <a:pt x="829" y="210"/>
                </a:lnTo>
                <a:lnTo>
                  <a:pt x="828" y="210"/>
                </a:lnTo>
                <a:lnTo>
                  <a:pt x="828" y="209"/>
                </a:lnTo>
                <a:lnTo>
                  <a:pt x="828" y="208"/>
                </a:lnTo>
                <a:lnTo>
                  <a:pt x="828" y="207"/>
                </a:lnTo>
                <a:lnTo>
                  <a:pt x="829" y="206"/>
                </a:lnTo>
                <a:lnTo>
                  <a:pt x="830" y="206"/>
                </a:lnTo>
                <a:lnTo>
                  <a:pt x="831" y="206"/>
                </a:lnTo>
                <a:lnTo>
                  <a:pt x="832" y="205"/>
                </a:lnTo>
                <a:lnTo>
                  <a:pt x="833" y="205"/>
                </a:lnTo>
                <a:lnTo>
                  <a:pt x="833" y="204"/>
                </a:lnTo>
                <a:lnTo>
                  <a:pt x="833" y="203"/>
                </a:lnTo>
                <a:lnTo>
                  <a:pt x="832" y="203"/>
                </a:lnTo>
                <a:lnTo>
                  <a:pt x="833" y="202"/>
                </a:lnTo>
                <a:lnTo>
                  <a:pt x="833" y="201"/>
                </a:lnTo>
                <a:lnTo>
                  <a:pt x="834" y="200"/>
                </a:lnTo>
                <a:lnTo>
                  <a:pt x="834" y="199"/>
                </a:lnTo>
                <a:lnTo>
                  <a:pt x="835" y="199"/>
                </a:lnTo>
                <a:lnTo>
                  <a:pt x="835" y="200"/>
                </a:lnTo>
                <a:lnTo>
                  <a:pt x="835" y="201"/>
                </a:lnTo>
                <a:lnTo>
                  <a:pt x="835" y="202"/>
                </a:lnTo>
                <a:lnTo>
                  <a:pt x="837" y="203"/>
                </a:lnTo>
                <a:lnTo>
                  <a:pt x="837" y="202"/>
                </a:lnTo>
                <a:lnTo>
                  <a:pt x="838" y="202"/>
                </a:lnTo>
                <a:lnTo>
                  <a:pt x="838" y="201"/>
                </a:lnTo>
                <a:lnTo>
                  <a:pt x="839" y="201"/>
                </a:lnTo>
                <a:lnTo>
                  <a:pt x="840" y="202"/>
                </a:lnTo>
                <a:lnTo>
                  <a:pt x="840" y="203"/>
                </a:lnTo>
                <a:lnTo>
                  <a:pt x="841" y="204"/>
                </a:lnTo>
                <a:lnTo>
                  <a:pt x="841" y="205"/>
                </a:lnTo>
                <a:lnTo>
                  <a:pt x="842" y="205"/>
                </a:lnTo>
                <a:lnTo>
                  <a:pt x="843" y="205"/>
                </a:lnTo>
                <a:lnTo>
                  <a:pt x="844" y="204"/>
                </a:lnTo>
                <a:lnTo>
                  <a:pt x="845" y="204"/>
                </a:lnTo>
                <a:lnTo>
                  <a:pt x="846" y="203"/>
                </a:lnTo>
                <a:lnTo>
                  <a:pt x="847" y="202"/>
                </a:lnTo>
                <a:lnTo>
                  <a:pt x="848" y="202"/>
                </a:lnTo>
                <a:lnTo>
                  <a:pt x="848" y="203"/>
                </a:lnTo>
                <a:lnTo>
                  <a:pt x="849" y="203"/>
                </a:lnTo>
                <a:lnTo>
                  <a:pt x="849" y="204"/>
                </a:lnTo>
                <a:lnTo>
                  <a:pt x="849" y="205"/>
                </a:lnTo>
                <a:lnTo>
                  <a:pt x="849" y="206"/>
                </a:lnTo>
                <a:lnTo>
                  <a:pt x="850" y="206"/>
                </a:lnTo>
                <a:lnTo>
                  <a:pt x="851" y="206"/>
                </a:lnTo>
                <a:lnTo>
                  <a:pt x="852" y="205"/>
                </a:lnTo>
                <a:lnTo>
                  <a:pt x="851" y="203"/>
                </a:lnTo>
                <a:lnTo>
                  <a:pt x="851" y="202"/>
                </a:lnTo>
                <a:lnTo>
                  <a:pt x="852" y="202"/>
                </a:lnTo>
                <a:lnTo>
                  <a:pt x="853" y="202"/>
                </a:lnTo>
                <a:lnTo>
                  <a:pt x="854" y="203"/>
                </a:lnTo>
                <a:lnTo>
                  <a:pt x="854" y="204"/>
                </a:lnTo>
                <a:lnTo>
                  <a:pt x="856" y="204"/>
                </a:lnTo>
                <a:lnTo>
                  <a:pt x="856" y="203"/>
                </a:lnTo>
                <a:lnTo>
                  <a:pt x="856" y="202"/>
                </a:lnTo>
                <a:lnTo>
                  <a:pt x="856" y="201"/>
                </a:lnTo>
                <a:lnTo>
                  <a:pt x="857" y="201"/>
                </a:lnTo>
                <a:lnTo>
                  <a:pt x="857" y="200"/>
                </a:lnTo>
                <a:lnTo>
                  <a:pt x="857" y="199"/>
                </a:lnTo>
                <a:lnTo>
                  <a:pt x="858" y="199"/>
                </a:lnTo>
                <a:lnTo>
                  <a:pt x="859" y="199"/>
                </a:lnTo>
                <a:lnTo>
                  <a:pt x="860" y="198"/>
                </a:lnTo>
                <a:lnTo>
                  <a:pt x="860" y="197"/>
                </a:lnTo>
                <a:lnTo>
                  <a:pt x="861" y="197"/>
                </a:lnTo>
                <a:lnTo>
                  <a:pt x="862" y="197"/>
                </a:lnTo>
                <a:lnTo>
                  <a:pt x="863" y="196"/>
                </a:lnTo>
                <a:lnTo>
                  <a:pt x="863" y="195"/>
                </a:lnTo>
                <a:lnTo>
                  <a:pt x="864" y="194"/>
                </a:lnTo>
                <a:lnTo>
                  <a:pt x="865" y="193"/>
                </a:lnTo>
                <a:lnTo>
                  <a:pt x="865" y="194"/>
                </a:lnTo>
                <a:lnTo>
                  <a:pt x="866" y="194"/>
                </a:lnTo>
                <a:lnTo>
                  <a:pt x="867" y="195"/>
                </a:lnTo>
                <a:lnTo>
                  <a:pt x="868" y="195"/>
                </a:lnTo>
                <a:lnTo>
                  <a:pt x="868" y="194"/>
                </a:lnTo>
                <a:lnTo>
                  <a:pt x="868" y="193"/>
                </a:lnTo>
                <a:lnTo>
                  <a:pt x="867" y="192"/>
                </a:lnTo>
                <a:lnTo>
                  <a:pt x="866" y="192"/>
                </a:lnTo>
                <a:lnTo>
                  <a:pt x="865" y="192"/>
                </a:lnTo>
                <a:lnTo>
                  <a:pt x="865" y="191"/>
                </a:lnTo>
                <a:lnTo>
                  <a:pt x="866" y="190"/>
                </a:lnTo>
                <a:lnTo>
                  <a:pt x="867" y="190"/>
                </a:lnTo>
                <a:lnTo>
                  <a:pt x="868" y="190"/>
                </a:lnTo>
                <a:lnTo>
                  <a:pt x="868" y="191"/>
                </a:lnTo>
                <a:lnTo>
                  <a:pt x="868" y="192"/>
                </a:lnTo>
                <a:lnTo>
                  <a:pt x="869" y="194"/>
                </a:lnTo>
                <a:lnTo>
                  <a:pt x="870" y="194"/>
                </a:lnTo>
                <a:lnTo>
                  <a:pt x="871" y="193"/>
                </a:lnTo>
                <a:lnTo>
                  <a:pt x="871" y="192"/>
                </a:lnTo>
                <a:lnTo>
                  <a:pt x="870" y="191"/>
                </a:lnTo>
                <a:lnTo>
                  <a:pt x="869" y="191"/>
                </a:lnTo>
                <a:lnTo>
                  <a:pt x="868" y="190"/>
                </a:lnTo>
                <a:lnTo>
                  <a:pt x="868" y="189"/>
                </a:lnTo>
                <a:lnTo>
                  <a:pt x="866" y="188"/>
                </a:lnTo>
                <a:lnTo>
                  <a:pt x="866" y="186"/>
                </a:lnTo>
                <a:lnTo>
                  <a:pt x="867" y="184"/>
                </a:lnTo>
                <a:lnTo>
                  <a:pt x="867" y="183"/>
                </a:lnTo>
                <a:lnTo>
                  <a:pt x="867" y="182"/>
                </a:lnTo>
                <a:lnTo>
                  <a:pt x="866" y="181"/>
                </a:lnTo>
                <a:lnTo>
                  <a:pt x="865" y="180"/>
                </a:lnTo>
                <a:lnTo>
                  <a:pt x="865" y="178"/>
                </a:lnTo>
                <a:lnTo>
                  <a:pt x="866" y="177"/>
                </a:lnTo>
                <a:lnTo>
                  <a:pt x="867" y="177"/>
                </a:lnTo>
                <a:lnTo>
                  <a:pt x="868" y="178"/>
                </a:lnTo>
                <a:lnTo>
                  <a:pt x="869" y="178"/>
                </a:lnTo>
                <a:lnTo>
                  <a:pt x="870" y="178"/>
                </a:lnTo>
                <a:lnTo>
                  <a:pt x="870" y="177"/>
                </a:lnTo>
                <a:lnTo>
                  <a:pt x="870" y="175"/>
                </a:lnTo>
                <a:lnTo>
                  <a:pt x="870" y="174"/>
                </a:lnTo>
                <a:lnTo>
                  <a:pt x="869" y="174"/>
                </a:lnTo>
                <a:lnTo>
                  <a:pt x="868" y="174"/>
                </a:lnTo>
                <a:lnTo>
                  <a:pt x="867" y="173"/>
                </a:lnTo>
                <a:lnTo>
                  <a:pt x="866" y="173"/>
                </a:lnTo>
                <a:lnTo>
                  <a:pt x="866" y="172"/>
                </a:lnTo>
                <a:lnTo>
                  <a:pt x="866" y="171"/>
                </a:lnTo>
                <a:lnTo>
                  <a:pt x="866" y="170"/>
                </a:lnTo>
                <a:lnTo>
                  <a:pt x="865" y="170"/>
                </a:lnTo>
                <a:lnTo>
                  <a:pt x="865" y="169"/>
                </a:lnTo>
                <a:lnTo>
                  <a:pt x="864" y="169"/>
                </a:lnTo>
                <a:lnTo>
                  <a:pt x="863" y="168"/>
                </a:lnTo>
                <a:lnTo>
                  <a:pt x="862" y="168"/>
                </a:lnTo>
                <a:lnTo>
                  <a:pt x="861" y="168"/>
                </a:lnTo>
                <a:lnTo>
                  <a:pt x="860" y="168"/>
                </a:lnTo>
                <a:lnTo>
                  <a:pt x="859" y="168"/>
                </a:lnTo>
                <a:lnTo>
                  <a:pt x="858" y="167"/>
                </a:lnTo>
                <a:lnTo>
                  <a:pt x="857" y="165"/>
                </a:lnTo>
                <a:lnTo>
                  <a:pt x="856" y="165"/>
                </a:lnTo>
                <a:lnTo>
                  <a:pt x="855" y="164"/>
                </a:lnTo>
                <a:lnTo>
                  <a:pt x="853" y="163"/>
                </a:lnTo>
                <a:lnTo>
                  <a:pt x="852" y="163"/>
                </a:lnTo>
                <a:lnTo>
                  <a:pt x="851" y="163"/>
                </a:lnTo>
                <a:lnTo>
                  <a:pt x="850" y="163"/>
                </a:lnTo>
                <a:lnTo>
                  <a:pt x="849" y="162"/>
                </a:lnTo>
                <a:lnTo>
                  <a:pt x="848" y="162"/>
                </a:lnTo>
                <a:lnTo>
                  <a:pt x="848" y="161"/>
                </a:lnTo>
                <a:lnTo>
                  <a:pt x="847" y="161"/>
                </a:lnTo>
                <a:lnTo>
                  <a:pt x="847" y="160"/>
                </a:lnTo>
                <a:lnTo>
                  <a:pt x="847" y="159"/>
                </a:lnTo>
                <a:lnTo>
                  <a:pt x="847" y="158"/>
                </a:lnTo>
                <a:lnTo>
                  <a:pt x="847" y="157"/>
                </a:lnTo>
                <a:lnTo>
                  <a:pt x="847" y="156"/>
                </a:lnTo>
                <a:lnTo>
                  <a:pt x="847" y="155"/>
                </a:lnTo>
                <a:lnTo>
                  <a:pt x="847" y="154"/>
                </a:lnTo>
                <a:lnTo>
                  <a:pt x="846" y="154"/>
                </a:lnTo>
                <a:lnTo>
                  <a:pt x="846" y="153"/>
                </a:lnTo>
                <a:lnTo>
                  <a:pt x="845" y="153"/>
                </a:lnTo>
                <a:lnTo>
                  <a:pt x="845" y="152"/>
                </a:lnTo>
                <a:lnTo>
                  <a:pt x="844" y="150"/>
                </a:lnTo>
                <a:lnTo>
                  <a:pt x="844" y="149"/>
                </a:lnTo>
                <a:lnTo>
                  <a:pt x="844" y="148"/>
                </a:lnTo>
                <a:lnTo>
                  <a:pt x="844" y="147"/>
                </a:lnTo>
                <a:lnTo>
                  <a:pt x="845" y="145"/>
                </a:lnTo>
                <a:lnTo>
                  <a:pt x="846" y="142"/>
                </a:lnTo>
                <a:lnTo>
                  <a:pt x="847" y="139"/>
                </a:lnTo>
                <a:lnTo>
                  <a:pt x="848" y="138"/>
                </a:lnTo>
                <a:lnTo>
                  <a:pt x="849" y="137"/>
                </a:lnTo>
                <a:lnTo>
                  <a:pt x="849" y="136"/>
                </a:lnTo>
                <a:lnTo>
                  <a:pt x="848" y="135"/>
                </a:lnTo>
                <a:lnTo>
                  <a:pt x="847" y="135"/>
                </a:lnTo>
                <a:lnTo>
                  <a:pt x="846" y="135"/>
                </a:lnTo>
                <a:lnTo>
                  <a:pt x="845" y="136"/>
                </a:lnTo>
                <a:lnTo>
                  <a:pt x="844" y="137"/>
                </a:lnTo>
                <a:lnTo>
                  <a:pt x="844" y="138"/>
                </a:lnTo>
                <a:lnTo>
                  <a:pt x="843" y="140"/>
                </a:lnTo>
                <a:lnTo>
                  <a:pt x="842" y="140"/>
                </a:lnTo>
                <a:lnTo>
                  <a:pt x="841" y="140"/>
                </a:lnTo>
                <a:lnTo>
                  <a:pt x="840" y="139"/>
                </a:lnTo>
                <a:lnTo>
                  <a:pt x="839" y="139"/>
                </a:lnTo>
                <a:lnTo>
                  <a:pt x="839" y="138"/>
                </a:lnTo>
                <a:lnTo>
                  <a:pt x="839" y="137"/>
                </a:lnTo>
                <a:lnTo>
                  <a:pt x="839" y="136"/>
                </a:lnTo>
                <a:lnTo>
                  <a:pt x="840" y="135"/>
                </a:lnTo>
                <a:lnTo>
                  <a:pt x="841" y="134"/>
                </a:lnTo>
                <a:lnTo>
                  <a:pt x="843" y="133"/>
                </a:lnTo>
                <a:lnTo>
                  <a:pt x="844" y="133"/>
                </a:lnTo>
                <a:lnTo>
                  <a:pt x="845" y="131"/>
                </a:lnTo>
                <a:lnTo>
                  <a:pt x="845" y="130"/>
                </a:lnTo>
                <a:lnTo>
                  <a:pt x="845" y="129"/>
                </a:lnTo>
                <a:lnTo>
                  <a:pt x="843" y="127"/>
                </a:lnTo>
                <a:lnTo>
                  <a:pt x="842" y="126"/>
                </a:lnTo>
                <a:lnTo>
                  <a:pt x="841" y="125"/>
                </a:lnTo>
                <a:lnTo>
                  <a:pt x="840" y="125"/>
                </a:lnTo>
                <a:lnTo>
                  <a:pt x="839" y="125"/>
                </a:lnTo>
                <a:lnTo>
                  <a:pt x="839" y="124"/>
                </a:lnTo>
                <a:lnTo>
                  <a:pt x="837" y="124"/>
                </a:lnTo>
                <a:lnTo>
                  <a:pt x="833" y="124"/>
                </a:lnTo>
                <a:lnTo>
                  <a:pt x="832" y="124"/>
                </a:lnTo>
                <a:lnTo>
                  <a:pt x="832" y="123"/>
                </a:lnTo>
                <a:lnTo>
                  <a:pt x="831" y="122"/>
                </a:lnTo>
                <a:lnTo>
                  <a:pt x="832" y="121"/>
                </a:lnTo>
                <a:lnTo>
                  <a:pt x="832" y="120"/>
                </a:lnTo>
                <a:lnTo>
                  <a:pt x="833" y="119"/>
                </a:lnTo>
                <a:lnTo>
                  <a:pt x="834" y="119"/>
                </a:lnTo>
                <a:lnTo>
                  <a:pt x="835" y="118"/>
                </a:lnTo>
                <a:lnTo>
                  <a:pt x="836" y="117"/>
                </a:lnTo>
                <a:lnTo>
                  <a:pt x="836" y="116"/>
                </a:lnTo>
                <a:lnTo>
                  <a:pt x="836" y="115"/>
                </a:lnTo>
                <a:lnTo>
                  <a:pt x="837" y="114"/>
                </a:lnTo>
                <a:lnTo>
                  <a:pt x="837" y="113"/>
                </a:lnTo>
                <a:lnTo>
                  <a:pt x="836" y="112"/>
                </a:lnTo>
                <a:lnTo>
                  <a:pt x="836" y="111"/>
                </a:lnTo>
                <a:lnTo>
                  <a:pt x="835" y="110"/>
                </a:lnTo>
                <a:lnTo>
                  <a:pt x="834" y="110"/>
                </a:lnTo>
                <a:lnTo>
                  <a:pt x="834" y="109"/>
                </a:lnTo>
                <a:lnTo>
                  <a:pt x="834" y="108"/>
                </a:lnTo>
                <a:lnTo>
                  <a:pt x="833" y="108"/>
                </a:lnTo>
                <a:lnTo>
                  <a:pt x="832" y="108"/>
                </a:lnTo>
                <a:lnTo>
                  <a:pt x="831" y="107"/>
                </a:lnTo>
                <a:lnTo>
                  <a:pt x="831" y="106"/>
                </a:lnTo>
                <a:lnTo>
                  <a:pt x="831" y="105"/>
                </a:lnTo>
                <a:lnTo>
                  <a:pt x="830" y="104"/>
                </a:lnTo>
                <a:lnTo>
                  <a:pt x="829" y="102"/>
                </a:lnTo>
                <a:lnTo>
                  <a:pt x="827" y="100"/>
                </a:lnTo>
                <a:lnTo>
                  <a:pt x="826" y="99"/>
                </a:lnTo>
                <a:lnTo>
                  <a:pt x="826" y="98"/>
                </a:lnTo>
                <a:lnTo>
                  <a:pt x="825" y="96"/>
                </a:lnTo>
                <a:lnTo>
                  <a:pt x="825" y="95"/>
                </a:lnTo>
                <a:lnTo>
                  <a:pt x="824" y="94"/>
                </a:lnTo>
                <a:lnTo>
                  <a:pt x="823" y="93"/>
                </a:lnTo>
                <a:lnTo>
                  <a:pt x="822" y="93"/>
                </a:lnTo>
                <a:lnTo>
                  <a:pt x="820" y="91"/>
                </a:lnTo>
                <a:lnTo>
                  <a:pt x="820" y="90"/>
                </a:lnTo>
                <a:lnTo>
                  <a:pt x="819" y="89"/>
                </a:lnTo>
                <a:lnTo>
                  <a:pt x="818" y="88"/>
                </a:lnTo>
                <a:lnTo>
                  <a:pt x="817" y="87"/>
                </a:lnTo>
                <a:lnTo>
                  <a:pt x="816" y="87"/>
                </a:lnTo>
                <a:lnTo>
                  <a:pt x="815" y="87"/>
                </a:lnTo>
                <a:lnTo>
                  <a:pt x="815" y="86"/>
                </a:lnTo>
                <a:lnTo>
                  <a:pt x="816" y="86"/>
                </a:lnTo>
                <a:lnTo>
                  <a:pt x="816" y="85"/>
                </a:lnTo>
                <a:lnTo>
                  <a:pt x="817" y="84"/>
                </a:lnTo>
                <a:lnTo>
                  <a:pt x="821" y="83"/>
                </a:lnTo>
                <a:lnTo>
                  <a:pt x="822" y="83"/>
                </a:lnTo>
                <a:lnTo>
                  <a:pt x="823" y="83"/>
                </a:lnTo>
                <a:lnTo>
                  <a:pt x="823" y="84"/>
                </a:lnTo>
                <a:lnTo>
                  <a:pt x="823" y="85"/>
                </a:lnTo>
                <a:lnTo>
                  <a:pt x="822" y="85"/>
                </a:lnTo>
                <a:lnTo>
                  <a:pt x="822" y="86"/>
                </a:lnTo>
                <a:lnTo>
                  <a:pt x="823" y="86"/>
                </a:lnTo>
                <a:lnTo>
                  <a:pt x="823" y="85"/>
                </a:lnTo>
                <a:lnTo>
                  <a:pt x="823" y="84"/>
                </a:lnTo>
                <a:lnTo>
                  <a:pt x="826" y="84"/>
                </a:lnTo>
                <a:lnTo>
                  <a:pt x="825" y="84"/>
                </a:lnTo>
                <a:lnTo>
                  <a:pt x="825" y="85"/>
                </a:lnTo>
                <a:lnTo>
                  <a:pt x="826" y="85"/>
                </a:lnTo>
                <a:lnTo>
                  <a:pt x="826" y="86"/>
                </a:lnTo>
                <a:lnTo>
                  <a:pt x="827" y="86"/>
                </a:lnTo>
                <a:lnTo>
                  <a:pt x="828" y="86"/>
                </a:lnTo>
                <a:lnTo>
                  <a:pt x="829" y="86"/>
                </a:lnTo>
                <a:lnTo>
                  <a:pt x="828" y="87"/>
                </a:lnTo>
                <a:lnTo>
                  <a:pt x="827" y="87"/>
                </a:lnTo>
                <a:lnTo>
                  <a:pt x="828" y="87"/>
                </a:lnTo>
                <a:lnTo>
                  <a:pt x="828" y="88"/>
                </a:lnTo>
                <a:lnTo>
                  <a:pt x="829" y="88"/>
                </a:lnTo>
                <a:lnTo>
                  <a:pt x="829" y="87"/>
                </a:lnTo>
                <a:lnTo>
                  <a:pt x="830" y="87"/>
                </a:lnTo>
                <a:lnTo>
                  <a:pt x="831" y="87"/>
                </a:lnTo>
                <a:lnTo>
                  <a:pt x="832" y="87"/>
                </a:lnTo>
                <a:lnTo>
                  <a:pt x="833" y="87"/>
                </a:lnTo>
                <a:lnTo>
                  <a:pt x="832" y="87"/>
                </a:lnTo>
                <a:lnTo>
                  <a:pt x="831" y="86"/>
                </a:lnTo>
                <a:lnTo>
                  <a:pt x="832" y="86"/>
                </a:lnTo>
                <a:lnTo>
                  <a:pt x="833" y="86"/>
                </a:lnTo>
                <a:lnTo>
                  <a:pt x="833" y="85"/>
                </a:lnTo>
                <a:lnTo>
                  <a:pt x="834" y="85"/>
                </a:lnTo>
                <a:lnTo>
                  <a:pt x="833" y="84"/>
                </a:lnTo>
                <a:lnTo>
                  <a:pt x="833" y="83"/>
                </a:lnTo>
                <a:lnTo>
                  <a:pt x="834" y="82"/>
                </a:lnTo>
                <a:lnTo>
                  <a:pt x="835" y="82"/>
                </a:lnTo>
                <a:lnTo>
                  <a:pt x="835" y="83"/>
                </a:lnTo>
                <a:lnTo>
                  <a:pt x="836" y="84"/>
                </a:lnTo>
                <a:lnTo>
                  <a:pt x="835" y="84"/>
                </a:lnTo>
                <a:lnTo>
                  <a:pt x="835" y="85"/>
                </a:lnTo>
                <a:lnTo>
                  <a:pt x="834" y="85"/>
                </a:lnTo>
                <a:lnTo>
                  <a:pt x="835" y="86"/>
                </a:lnTo>
                <a:lnTo>
                  <a:pt x="835" y="87"/>
                </a:lnTo>
                <a:lnTo>
                  <a:pt x="836" y="87"/>
                </a:lnTo>
                <a:lnTo>
                  <a:pt x="837" y="87"/>
                </a:lnTo>
                <a:lnTo>
                  <a:pt x="837" y="86"/>
                </a:lnTo>
                <a:lnTo>
                  <a:pt x="836" y="86"/>
                </a:lnTo>
                <a:lnTo>
                  <a:pt x="836" y="85"/>
                </a:lnTo>
                <a:lnTo>
                  <a:pt x="836" y="84"/>
                </a:lnTo>
                <a:lnTo>
                  <a:pt x="837" y="83"/>
                </a:lnTo>
                <a:lnTo>
                  <a:pt x="837" y="82"/>
                </a:lnTo>
                <a:lnTo>
                  <a:pt x="838" y="82"/>
                </a:lnTo>
                <a:lnTo>
                  <a:pt x="839" y="82"/>
                </a:lnTo>
                <a:lnTo>
                  <a:pt x="840" y="83"/>
                </a:lnTo>
                <a:lnTo>
                  <a:pt x="841" y="84"/>
                </a:lnTo>
                <a:lnTo>
                  <a:pt x="841" y="85"/>
                </a:lnTo>
                <a:lnTo>
                  <a:pt x="842" y="84"/>
                </a:lnTo>
                <a:lnTo>
                  <a:pt x="843" y="83"/>
                </a:lnTo>
                <a:lnTo>
                  <a:pt x="844" y="82"/>
                </a:lnTo>
                <a:lnTo>
                  <a:pt x="844" y="81"/>
                </a:lnTo>
                <a:lnTo>
                  <a:pt x="845" y="81"/>
                </a:lnTo>
                <a:lnTo>
                  <a:pt x="846" y="81"/>
                </a:lnTo>
                <a:lnTo>
                  <a:pt x="846" y="82"/>
                </a:lnTo>
                <a:lnTo>
                  <a:pt x="846" y="83"/>
                </a:lnTo>
                <a:lnTo>
                  <a:pt x="845" y="83"/>
                </a:lnTo>
                <a:lnTo>
                  <a:pt x="845" y="86"/>
                </a:lnTo>
                <a:lnTo>
                  <a:pt x="844" y="86"/>
                </a:lnTo>
                <a:lnTo>
                  <a:pt x="845" y="87"/>
                </a:lnTo>
                <a:lnTo>
                  <a:pt x="847" y="85"/>
                </a:lnTo>
                <a:lnTo>
                  <a:pt x="847" y="84"/>
                </a:lnTo>
                <a:lnTo>
                  <a:pt x="847" y="83"/>
                </a:lnTo>
                <a:lnTo>
                  <a:pt x="848" y="83"/>
                </a:lnTo>
                <a:lnTo>
                  <a:pt x="849" y="84"/>
                </a:lnTo>
                <a:lnTo>
                  <a:pt x="849" y="85"/>
                </a:lnTo>
                <a:lnTo>
                  <a:pt x="850" y="86"/>
                </a:lnTo>
                <a:lnTo>
                  <a:pt x="850" y="87"/>
                </a:lnTo>
                <a:lnTo>
                  <a:pt x="851" y="86"/>
                </a:lnTo>
                <a:lnTo>
                  <a:pt x="851" y="85"/>
                </a:lnTo>
                <a:lnTo>
                  <a:pt x="852" y="85"/>
                </a:lnTo>
                <a:lnTo>
                  <a:pt x="852" y="84"/>
                </a:lnTo>
                <a:lnTo>
                  <a:pt x="852" y="85"/>
                </a:lnTo>
                <a:lnTo>
                  <a:pt x="853" y="85"/>
                </a:lnTo>
                <a:lnTo>
                  <a:pt x="853" y="86"/>
                </a:lnTo>
                <a:lnTo>
                  <a:pt x="853" y="87"/>
                </a:lnTo>
                <a:lnTo>
                  <a:pt x="854" y="87"/>
                </a:lnTo>
                <a:lnTo>
                  <a:pt x="855" y="87"/>
                </a:lnTo>
                <a:lnTo>
                  <a:pt x="855" y="86"/>
                </a:lnTo>
                <a:lnTo>
                  <a:pt x="856" y="86"/>
                </a:lnTo>
                <a:lnTo>
                  <a:pt x="857" y="86"/>
                </a:lnTo>
                <a:lnTo>
                  <a:pt x="858" y="86"/>
                </a:lnTo>
                <a:lnTo>
                  <a:pt x="858" y="87"/>
                </a:lnTo>
                <a:lnTo>
                  <a:pt x="858" y="86"/>
                </a:lnTo>
                <a:lnTo>
                  <a:pt x="858" y="85"/>
                </a:lnTo>
                <a:lnTo>
                  <a:pt x="859" y="80"/>
                </a:lnTo>
                <a:lnTo>
                  <a:pt x="859" y="79"/>
                </a:lnTo>
                <a:lnTo>
                  <a:pt x="860" y="77"/>
                </a:lnTo>
                <a:lnTo>
                  <a:pt x="861" y="74"/>
                </a:lnTo>
                <a:lnTo>
                  <a:pt x="862" y="73"/>
                </a:lnTo>
                <a:lnTo>
                  <a:pt x="863" y="72"/>
                </a:lnTo>
                <a:lnTo>
                  <a:pt x="863" y="71"/>
                </a:lnTo>
                <a:lnTo>
                  <a:pt x="864" y="69"/>
                </a:lnTo>
                <a:lnTo>
                  <a:pt x="864" y="68"/>
                </a:lnTo>
                <a:lnTo>
                  <a:pt x="864" y="67"/>
                </a:lnTo>
                <a:lnTo>
                  <a:pt x="865" y="65"/>
                </a:lnTo>
                <a:lnTo>
                  <a:pt x="866" y="64"/>
                </a:lnTo>
                <a:lnTo>
                  <a:pt x="866" y="63"/>
                </a:lnTo>
                <a:lnTo>
                  <a:pt x="867" y="63"/>
                </a:lnTo>
                <a:lnTo>
                  <a:pt x="869" y="63"/>
                </a:lnTo>
                <a:lnTo>
                  <a:pt x="870" y="64"/>
                </a:lnTo>
                <a:lnTo>
                  <a:pt x="871" y="64"/>
                </a:lnTo>
                <a:lnTo>
                  <a:pt x="871" y="65"/>
                </a:lnTo>
                <a:lnTo>
                  <a:pt x="871" y="66"/>
                </a:lnTo>
                <a:lnTo>
                  <a:pt x="872" y="65"/>
                </a:lnTo>
                <a:lnTo>
                  <a:pt x="874" y="65"/>
                </a:lnTo>
                <a:lnTo>
                  <a:pt x="875" y="65"/>
                </a:lnTo>
                <a:lnTo>
                  <a:pt x="876" y="65"/>
                </a:lnTo>
                <a:lnTo>
                  <a:pt x="877" y="65"/>
                </a:lnTo>
                <a:lnTo>
                  <a:pt x="878" y="64"/>
                </a:lnTo>
                <a:lnTo>
                  <a:pt x="879" y="63"/>
                </a:lnTo>
                <a:lnTo>
                  <a:pt x="881" y="63"/>
                </a:lnTo>
                <a:lnTo>
                  <a:pt x="882" y="63"/>
                </a:lnTo>
                <a:lnTo>
                  <a:pt x="883" y="63"/>
                </a:lnTo>
                <a:lnTo>
                  <a:pt x="884" y="63"/>
                </a:lnTo>
                <a:lnTo>
                  <a:pt x="885" y="63"/>
                </a:lnTo>
                <a:lnTo>
                  <a:pt x="886" y="63"/>
                </a:lnTo>
                <a:lnTo>
                  <a:pt x="887" y="63"/>
                </a:lnTo>
                <a:lnTo>
                  <a:pt x="888" y="63"/>
                </a:lnTo>
                <a:lnTo>
                  <a:pt x="888" y="62"/>
                </a:lnTo>
                <a:lnTo>
                  <a:pt x="888" y="61"/>
                </a:lnTo>
                <a:lnTo>
                  <a:pt x="889" y="60"/>
                </a:lnTo>
                <a:lnTo>
                  <a:pt x="891" y="60"/>
                </a:lnTo>
                <a:lnTo>
                  <a:pt x="892" y="60"/>
                </a:lnTo>
                <a:lnTo>
                  <a:pt x="893" y="60"/>
                </a:lnTo>
                <a:lnTo>
                  <a:pt x="894" y="60"/>
                </a:lnTo>
                <a:lnTo>
                  <a:pt x="895" y="60"/>
                </a:lnTo>
                <a:lnTo>
                  <a:pt x="896" y="61"/>
                </a:lnTo>
                <a:lnTo>
                  <a:pt x="897" y="61"/>
                </a:lnTo>
                <a:lnTo>
                  <a:pt x="897" y="62"/>
                </a:lnTo>
                <a:lnTo>
                  <a:pt x="898" y="63"/>
                </a:lnTo>
                <a:lnTo>
                  <a:pt x="899" y="63"/>
                </a:lnTo>
                <a:lnTo>
                  <a:pt x="900" y="63"/>
                </a:lnTo>
                <a:lnTo>
                  <a:pt x="901" y="63"/>
                </a:lnTo>
                <a:lnTo>
                  <a:pt x="901" y="64"/>
                </a:lnTo>
                <a:lnTo>
                  <a:pt x="902" y="65"/>
                </a:lnTo>
                <a:lnTo>
                  <a:pt x="902" y="66"/>
                </a:lnTo>
                <a:lnTo>
                  <a:pt x="903" y="66"/>
                </a:lnTo>
                <a:lnTo>
                  <a:pt x="903" y="65"/>
                </a:lnTo>
                <a:lnTo>
                  <a:pt x="903" y="64"/>
                </a:lnTo>
                <a:lnTo>
                  <a:pt x="903" y="63"/>
                </a:lnTo>
                <a:lnTo>
                  <a:pt x="904" y="62"/>
                </a:lnTo>
                <a:lnTo>
                  <a:pt x="905" y="61"/>
                </a:lnTo>
                <a:lnTo>
                  <a:pt x="904" y="60"/>
                </a:lnTo>
                <a:lnTo>
                  <a:pt x="904" y="59"/>
                </a:lnTo>
                <a:lnTo>
                  <a:pt x="904" y="58"/>
                </a:lnTo>
                <a:lnTo>
                  <a:pt x="903" y="57"/>
                </a:lnTo>
                <a:lnTo>
                  <a:pt x="902" y="57"/>
                </a:lnTo>
                <a:lnTo>
                  <a:pt x="901" y="57"/>
                </a:lnTo>
                <a:lnTo>
                  <a:pt x="901" y="58"/>
                </a:lnTo>
                <a:lnTo>
                  <a:pt x="900" y="58"/>
                </a:lnTo>
                <a:lnTo>
                  <a:pt x="900" y="57"/>
                </a:lnTo>
                <a:lnTo>
                  <a:pt x="900" y="56"/>
                </a:lnTo>
                <a:lnTo>
                  <a:pt x="899" y="55"/>
                </a:lnTo>
                <a:lnTo>
                  <a:pt x="898" y="54"/>
                </a:lnTo>
                <a:lnTo>
                  <a:pt x="897" y="53"/>
                </a:lnTo>
                <a:lnTo>
                  <a:pt x="896" y="53"/>
                </a:lnTo>
                <a:lnTo>
                  <a:pt x="895" y="52"/>
                </a:lnTo>
                <a:lnTo>
                  <a:pt x="894" y="51"/>
                </a:lnTo>
                <a:lnTo>
                  <a:pt x="893" y="50"/>
                </a:lnTo>
                <a:lnTo>
                  <a:pt x="895" y="49"/>
                </a:lnTo>
                <a:lnTo>
                  <a:pt x="895" y="50"/>
                </a:lnTo>
                <a:lnTo>
                  <a:pt x="896" y="50"/>
                </a:lnTo>
                <a:lnTo>
                  <a:pt x="896" y="49"/>
                </a:lnTo>
                <a:lnTo>
                  <a:pt x="896" y="47"/>
                </a:lnTo>
                <a:lnTo>
                  <a:pt x="897" y="47"/>
                </a:lnTo>
                <a:lnTo>
                  <a:pt x="898" y="48"/>
                </a:lnTo>
                <a:lnTo>
                  <a:pt x="899" y="47"/>
                </a:lnTo>
                <a:lnTo>
                  <a:pt x="899" y="46"/>
                </a:lnTo>
                <a:lnTo>
                  <a:pt x="900" y="46"/>
                </a:lnTo>
                <a:lnTo>
                  <a:pt x="901" y="46"/>
                </a:lnTo>
                <a:lnTo>
                  <a:pt x="901" y="47"/>
                </a:lnTo>
                <a:lnTo>
                  <a:pt x="902" y="47"/>
                </a:lnTo>
                <a:lnTo>
                  <a:pt x="902" y="46"/>
                </a:lnTo>
                <a:lnTo>
                  <a:pt x="902" y="45"/>
                </a:lnTo>
                <a:lnTo>
                  <a:pt x="902" y="44"/>
                </a:lnTo>
                <a:lnTo>
                  <a:pt x="903" y="44"/>
                </a:lnTo>
                <a:lnTo>
                  <a:pt x="904" y="43"/>
                </a:lnTo>
                <a:lnTo>
                  <a:pt x="904" y="42"/>
                </a:lnTo>
                <a:lnTo>
                  <a:pt x="905" y="41"/>
                </a:lnTo>
                <a:lnTo>
                  <a:pt x="906" y="42"/>
                </a:lnTo>
                <a:lnTo>
                  <a:pt x="908" y="41"/>
                </a:lnTo>
                <a:lnTo>
                  <a:pt x="910" y="40"/>
                </a:lnTo>
                <a:lnTo>
                  <a:pt x="910" y="39"/>
                </a:lnTo>
                <a:lnTo>
                  <a:pt x="910" y="38"/>
                </a:lnTo>
                <a:lnTo>
                  <a:pt x="911" y="37"/>
                </a:lnTo>
                <a:lnTo>
                  <a:pt x="912" y="37"/>
                </a:lnTo>
                <a:lnTo>
                  <a:pt x="913" y="37"/>
                </a:lnTo>
                <a:lnTo>
                  <a:pt x="913" y="36"/>
                </a:lnTo>
                <a:lnTo>
                  <a:pt x="914" y="35"/>
                </a:lnTo>
                <a:lnTo>
                  <a:pt x="915" y="35"/>
                </a:lnTo>
                <a:lnTo>
                  <a:pt x="915" y="34"/>
                </a:lnTo>
                <a:lnTo>
                  <a:pt x="915" y="33"/>
                </a:lnTo>
                <a:lnTo>
                  <a:pt x="916" y="32"/>
                </a:lnTo>
                <a:lnTo>
                  <a:pt x="917" y="33"/>
                </a:lnTo>
                <a:lnTo>
                  <a:pt x="918" y="33"/>
                </a:lnTo>
                <a:lnTo>
                  <a:pt x="919" y="32"/>
                </a:lnTo>
                <a:lnTo>
                  <a:pt x="921" y="32"/>
                </a:lnTo>
                <a:lnTo>
                  <a:pt x="923" y="33"/>
                </a:lnTo>
                <a:lnTo>
                  <a:pt x="924" y="32"/>
                </a:lnTo>
                <a:lnTo>
                  <a:pt x="925" y="31"/>
                </a:lnTo>
                <a:lnTo>
                  <a:pt x="925" y="30"/>
                </a:lnTo>
                <a:lnTo>
                  <a:pt x="925" y="28"/>
                </a:lnTo>
                <a:lnTo>
                  <a:pt x="926" y="28"/>
                </a:lnTo>
                <a:lnTo>
                  <a:pt x="927" y="27"/>
                </a:lnTo>
                <a:lnTo>
                  <a:pt x="927" y="26"/>
                </a:lnTo>
                <a:lnTo>
                  <a:pt x="927" y="25"/>
                </a:lnTo>
                <a:lnTo>
                  <a:pt x="930" y="25"/>
                </a:lnTo>
                <a:lnTo>
                  <a:pt x="931" y="25"/>
                </a:lnTo>
                <a:lnTo>
                  <a:pt x="932" y="25"/>
                </a:lnTo>
                <a:lnTo>
                  <a:pt x="933" y="25"/>
                </a:lnTo>
                <a:lnTo>
                  <a:pt x="934" y="26"/>
                </a:lnTo>
                <a:lnTo>
                  <a:pt x="937" y="26"/>
                </a:lnTo>
                <a:lnTo>
                  <a:pt x="937" y="25"/>
                </a:lnTo>
                <a:lnTo>
                  <a:pt x="937" y="24"/>
                </a:lnTo>
                <a:lnTo>
                  <a:pt x="938" y="23"/>
                </a:lnTo>
                <a:lnTo>
                  <a:pt x="939" y="21"/>
                </a:lnTo>
                <a:lnTo>
                  <a:pt x="938" y="21"/>
                </a:lnTo>
                <a:lnTo>
                  <a:pt x="938" y="20"/>
                </a:lnTo>
                <a:lnTo>
                  <a:pt x="938" y="19"/>
                </a:lnTo>
                <a:lnTo>
                  <a:pt x="940" y="18"/>
                </a:lnTo>
                <a:lnTo>
                  <a:pt x="941" y="17"/>
                </a:lnTo>
                <a:lnTo>
                  <a:pt x="946" y="17"/>
                </a:lnTo>
                <a:lnTo>
                  <a:pt x="947" y="17"/>
                </a:lnTo>
                <a:lnTo>
                  <a:pt x="947" y="18"/>
                </a:lnTo>
                <a:lnTo>
                  <a:pt x="948" y="18"/>
                </a:lnTo>
                <a:lnTo>
                  <a:pt x="948" y="19"/>
                </a:lnTo>
                <a:lnTo>
                  <a:pt x="950" y="20"/>
                </a:lnTo>
                <a:lnTo>
                  <a:pt x="951" y="20"/>
                </a:lnTo>
                <a:lnTo>
                  <a:pt x="952" y="21"/>
                </a:lnTo>
                <a:lnTo>
                  <a:pt x="954" y="21"/>
                </a:lnTo>
                <a:lnTo>
                  <a:pt x="954" y="22"/>
                </a:lnTo>
                <a:lnTo>
                  <a:pt x="953" y="22"/>
                </a:lnTo>
                <a:lnTo>
                  <a:pt x="953" y="23"/>
                </a:lnTo>
                <a:lnTo>
                  <a:pt x="953" y="24"/>
                </a:lnTo>
                <a:lnTo>
                  <a:pt x="954" y="24"/>
                </a:lnTo>
                <a:lnTo>
                  <a:pt x="954" y="2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3" name=""/>
          <p:cNvSpPr/>
          <p:nvPr/>
        </p:nvSpPr>
        <p:spPr>
          <a:xfrm>
            <a:off x="4170960" y="2128680"/>
            <a:ext cx="389520" cy="341640"/>
          </a:xfrm>
          <a:custGeom>
            <a:avLst/>
            <a:gdLst/>
            <a:ahLst/>
            <a:rect l="0" t="0" r="r" b="b"/>
            <a:pathLst>
              <a:path w="1082" h="949">
                <a:moveTo>
                  <a:pt x="709" y="4"/>
                </a:moveTo>
                <a:lnTo>
                  <a:pt x="709" y="6"/>
                </a:lnTo>
                <a:lnTo>
                  <a:pt x="709" y="7"/>
                </a:lnTo>
                <a:lnTo>
                  <a:pt x="709" y="8"/>
                </a:lnTo>
                <a:lnTo>
                  <a:pt x="710" y="8"/>
                </a:lnTo>
                <a:lnTo>
                  <a:pt x="710" y="10"/>
                </a:lnTo>
                <a:lnTo>
                  <a:pt x="710" y="11"/>
                </a:lnTo>
                <a:lnTo>
                  <a:pt x="710" y="12"/>
                </a:lnTo>
                <a:lnTo>
                  <a:pt x="711" y="13"/>
                </a:lnTo>
                <a:lnTo>
                  <a:pt x="711" y="14"/>
                </a:lnTo>
                <a:lnTo>
                  <a:pt x="711" y="15"/>
                </a:lnTo>
                <a:lnTo>
                  <a:pt x="712" y="16"/>
                </a:lnTo>
                <a:lnTo>
                  <a:pt x="713" y="16"/>
                </a:lnTo>
                <a:lnTo>
                  <a:pt x="714" y="15"/>
                </a:lnTo>
                <a:lnTo>
                  <a:pt x="714" y="14"/>
                </a:lnTo>
                <a:lnTo>
                  <a:pt x="714" y="13"/>
                </a:lnTo>
                <a:lnTo>
                  <a:pt x="713" y="13"/>
                </a:lnTo>
                <a:lnTo>
                  <a:pt x="713" y="12"/>
                </a:lnTo>
                <a:lnTo>
                  <a:pt x="714" y="12"/>
                </a:lnTo>
                <a:lnTo>
                  <a:pt x="717" y="10"/>
                </a:lnTo>
                <a:lnTo>
                  <a:pt x="718" y="10"/>
                </a:lnTo>
                <a:lnTo>
                  <a:pt x="718" y="11"/>
                </a:lnTo>
                <a:lnTo>
                  <a:pt x="719" y="11"/>
                </a:lnTo>
                <a:lnTo>
                  <a:pt x="719" y="12"/>
                </a:lnTo>
                <a:lnTo>
                  <a:pt x="720" y="12"/>
                </a:lnTo>
                <a:lnTo>
                  <a:pt x="721" y="12"/>
                </a:lnTo>
                <a:lnTo>
                  <a:pt x="722" y="12"/>
                </a:lnTo>
                <a:lnTo>
                  <a:pt x="723" y="12"/>
                </a:lnTo>
                <a:lnTo>
                  <a:pt x="724" y="12"/>
                </a:lnTo>
                <a:lnTo>
                  <a:pt x="724" y="13"/>
                </a:lnTo>
                <a:lnTo>
                  <a:pt x="724" y="14"/>
                </a:lnTo>
                <a:lnTo>
                  <a:pt x="724" y="15"/>
                </a:lnTo>
                <a:lnTo>
                  <a:pt x="725" y="15"/>
                </a:lnTo>
                <a:lnTo>
                  <a:pt x="726" y="15"/>
                </a:lnTo>
                <a:lnTo>
                  <a:pt x="728" y="15"/>
                </a:lnTo>
                <a:lnTo>
                  <a:pt x="729" y="15"/>
                </a:lnTo>
                <a:lnTo>
                  <a:pt x="730" y="16"/>
                </a:lnTo>
                <a:lnTo>
                  <a:pt x="731" y="15"/>
                </a:lnTo>
                <a:lnTo>
                  <a:pt x="732" y="14"/>
                </a:lnTo>
                <a:lnTo>
                  <a:pt x="732" y="12"/>
                </a:lnTo>
                <a:lnTo>
                  <a:pt x="733" y="11"/>
                </a:lnTo>
                <a:lnTo>
                  <a:pt x="733" y="12"/>
                </a:lnTo>
                <a:lnTo>
                  <a:pt x="733" y="13"/>
                </a:lnTo>
                <a:lnTo>
                  <a:pt x="734" y="13"/>
                </a:lnTo>
                <a:lnTo>
                  <a:pt x="735" y="10"/>
                </a:lnTo>
                <a:lnTo>
                  <a:pt x="736" y="9"/>
                </a:lnTo>
                <a:lnTo>
                  <a:pt x="735" y="9"/>
                </a:lnTo>
                <a:lnTo>
                  <a:pt x="735" y="8"/>
                </a:lnTo>
                <a:lnTo>
                  <a:pt x="735" y="7"/>
                </a:lnTo>
                <a:lnTo>
                  <a:pt x="737" y="7"/>
                </a:lnTo>
                <a:lnTo>
                  <a:pt x="738" y="6"/>
                </a:lnTo>
                <a:lnTo>
                  <a:pt x="739" y="5"/>
                </a:lnTo>
                <a:lnTo>
                  <a:pt x="739" y="4"/>
                </a:lnTo>
                <a:lnTo>
                  <a:pt x="740" y="4"/>
                </a:lnTo>
                <a:lnTo>
                  <a:pt x="741" y="5"/>
                </a:lnTo>
                <a:lnTo>
                  <a:pt x="742" y="5"/>
                </a:lnTo>
                <a:lnTo>
                  <a:pt x="742" y="7"/>
                </a:lnTo>
                <a:lnTo>
                  <a:pt x="743" y="7"/>
                </a:lnTo>
                <a:lnTo>
                  <a:pt x="743" y="9"/>
                </a:lnTo>
                <a:lnTo>
                  <a:pt x="744" y="11"/>
                </a:lnTo>
                <a:lnTo>
                  <a:pt x="745" y="11"/>
                </a:lnTo>
                <a:lnTo>
                  <a:pt x="746" y="12"/>
                </a:lnTo>
                <a:lnTo>
                  <a:pt x="747" y="13"/>
                </a:lnTo>
                <a:lnTo>
                  <a:pt x="747" y="14"/>
                </a:lnTo>
                <a:lnTo>
                  <a:pt x="748" y="14"/>
                </a:lnTo>
                <a:lnTo>
                  <a:pt x="749" y="15"/>
                </a:lnTo>
                <a:lnTo>
                  <a:pt x="750" y="15"/>
                </a:lnTo>
                <a:lnTo>
                  <a:pt x="751" y="16"/>
                </a:lnTo>
                <a:lnTo>
                  <a:pt x="750" y="17"/>
                </a:lnTo>
                <a:lnTo>
                  <a:pt x="750" y="18"/>
                </a:lnTo>
                <a:lnTo>
                  <a:pt x="750" y="19"/>
                </a:lnTo>
                <a:lnTo>
                  <a:pt x="749" y="20"/>
                </a:lnTo>
                <a:lnTo>
                  <a:pt x="749" y="22"/>
                </a:lnTo>
                <a:lnTo>
                  <a:pt x="749" y="23"/>
                </a:lnTo>
                <a:lnTo>
                  <a:pt x="748" y="24"/>
                </a:lnTo>
                <a:lnTo>
                  <a:pt x="747" y="26"/>
                </a:lnTo>
                <a:lnTo>
                  <a:pt x="747" y="27"/>
                </a:lnTo>
                <a:lnTo>
                  <a:pt x="747" y="32"/>
                </a:lnTo>
                <a:lnTo>
                  <a:pt x="747" y="34"/>
                </a:lnTo>
                <a:lnTo>
                  <a:pt x="747" y="35"/>
                </a:lnTo>
                <a:lnTo>
                  <a:pt x="748" y="35"/>
                </a:lnTo>
                <a:lnTo>
                  <a:pt x="749" y="35"/>
                </a:lnTo>
                <a:lnTo>
                  <a:pt x="750" y="36"/>
                </a:lnTo>
                <a:lnTo>
                  <a:pt x="751" y="36"/>
                </a:lnTo>
                <a:lnTo>
                  <a:pt x="752" y="37"/>
                </a:lnTo>
                <a:lnTo>
                  <a:pt x="753" y="37"/>
                </a:lnTo>
                <a:lnTo>
                  <a:pt x="753" y="38"/>
                </a:lnTo>
                <a:lnTo>
                  <a:pt x="753" y="39"/>
                </a:lnTo>
                <a:lnTo>
                  <a:pt x="753" y="40"/>
                </a:lnTo>
                <a:lnTo>
                  <a:pt x="753" y="41"/>
                </a:lnTo>
                <a:lnTo>
                  <a:pt x="753" y="43"/>
                </a:lnTo>
                <a:lnTo>
                  <a:pt x="753" y="45"/>
                </a:lnTo>
                <a:lnTo>
                  <a:pt x="752" y="46"/>
                </a:lnTo>
                <a:lnTo>
                  <a:pt x="752" y="47"/>
                </a:lnTo>
                <a:lnTo>
                  <a:pt x="751" y="47"/>
                </a:lnTo>
                <a:lnTo>
                  <a:pt x="751" y="48"/>
                </a:lnTo>
                <a:lnTo>
                  <a:pt x="752" y="48"/>
                </a:lnTo>
                <a:lnTo>
                  <a:pt x="753" y="49"/>
                </a:lnTo>
                <a:lnTo>
                  <a:pt x="755" y="49"/>
                </a:lnTo>
                <a:lnTo>
                  <a:pt x="756" y="50"/>
                </a:lnTo>
                <a:lnTo>
                  <a:pt x="756" y="51"/>
                </a:lnTo>
                <a:lnTo>
                  <a:pt x="757" y="52"/>
                </a:lnTo>
                <a:lnTo>
                  <a:pt x="758" y="52"/>
                </a:lnTo>
                <a:lnTo>
                  <a:pt x="759" y="52"/>
                </a:lnTo>
                <a:lnTo>
                  <a:pt x="760" y="51"/>
                </a:lnTo>
                <a:lnTo>
                  <a:pt x="761" y="52"/>
                </a:lnTo>
                <a:lnTo>
                  <a:pt x="762" y="53"/>
                </a:lnTo>
                <a:lnTo>
                  <a:pt x="762" y="52"/>
                </a:lnTo>
                <a:lnTo>
                  <a:pt x="762" y="50"/>
                </a:lnTo>
                <a:lnTo>
                  <a:pt x="762" y="48"/>
                </a:lnTo>
                <a:lnTo>
                  <a:pt x="763" y="47"/>
                </a:lnTo>
                <a:lnTo>
                  <a:pt x="765" y="47"/>
                </a:lnTo>
                <a:lnTo>
                  <a:pt x="765" y="45"/>
                </a:lnTo>
                <a:lnTo>
                  <a:pt x="765" y="44"/>
                </a:lnTo>
                <a:lnTo>
                  <a:pt x="765" y="43"/>
                </a:lnTo>
                <a:lnTo>
                  <a:pt x="764" y="43"/>
                </a:lnTo>
                <a:lnTo>
                  <a:pt x="764" y="42"/>
                </a:lnTo>
                <a:lnTo>
                  <a:pt x="766" y="42"/>
                </a:lnTo>
                <a:lnTo>
                  <a:pt x="767" y="43"/>
                </a:lnTo>
                <a:lnTo>
                  <a:pt x="768" y="43"/>
                </a:lnTo>
                <a:lnTo>
                  <a:pt x="769" y="42"/>
                </a:lnTo>
                <a:lnTo>
                  <a:pt x="771" y="40"/>
                </a:lnTo>
                <a:lnTo>
                  <a:pt x="771" y="39"/>
                </a:lnTo>
                <a:lnTo>
                  <a:pt x="772" y="38"/>
                </a:lnTo>
                <a:lnTo>
                  <a:pt x="772" y="37"/>
                </a:lnTo>
                <a:lnTo>
                  <a:pt x="772" y="36"/>
                </a:lnTo>
                <a:lnTo>
                  <a:pt x="773" y="36"/>
                </a:lnTo>
                <a:lnTo>
                  <a:pt x="774" y="36"/>
                </a:lnTo>
                <a:lnTo>
                  <a:pt x="777" y="37"/>
                </a:lnTo>
                <a:lnTo>
                  <a:pt x="782" y="37"/>
                </a:lnTo>
                <a:lnTo>
                  <a:pt x="784" y="36"/>
                </a:lnTo>
                <a:lnTo>
                  <a:pt x="785" y="36"/>
                </a:lnTo>
                <a:lnTo>
                  <a:pt x="786" y="36"/>
                </a:lnTo>
                <a:lnTo>
                  <a:pt x="789" y="36"/>
                </a:lnTo>
                <a:lnTo>
                  <a:pt x="789" y="35"/>
                </a:lnTo>
                <a:lnTo>
                  <a:pt x="790" y="34"/>
                </a:lnTo>
                <a:lnTo>
                  <a:pt x="791" y="34"/>
                </a:lnTo>
                <a:lnTo>
                  <a:pt x="791" y="33"/>
                </a:lnTo>
                <a:lnTo>
                  <a:pt x="791" y="32"/>
                </a:lnTo>
                <a:lnTo>
                  <a:pt x="792" y="30"/>
                </a:lnTo>
                <a:lnTo>
                  <a:pt x="793" y="30"/>
                </a:lnTo>
                <a:lnTo>
                  <a:pt x="794" y="29"/>
                </a:lnTo>
                <a:lnTo>
                  <a:pt x="794" y="28"/>
                </a:lnTo>
                <a:lnTo>
                  <a:pt x="795" y="27"/>
                </a:lnTo>
                <a:lnTo>
                  <a:pt x="796" y="26"/>
                </a:lnTo>
                <a:lnTo>
                  <a:pt x="797" y="25"/>
                </a:lnTo>
                <a:lnTo>
                  <a:pt x="798" y="26"/>
                </a:lnTo>
                <a:lnTo>
                  <a:pt x="799" y="26"/>
                </a:lnTo>
                <a:lnTo>
                  <a:pt x="802" y="27"/>
                </a:lnTo>
                <a:lnTo>
                  <a:pt x="803" y="27"/>
                </a:lnTo>
                <a:lnTo>
                  <a:pt x="804" y="27"/>
                </a:lnTo>
                <a:lnTo>
                  <a:pt x="806" y="28"/>
                </a:lnTo>
                <a:lnTo>
                  <a:pt x="807" y="29"/>
                </a:lnTo>
                <a:lnTo>
                  <a:pt x="808" y="30"/>
                </a:lnTo>
                <a:lnTo>
                  <a:pt x="808" y="31"/>
                </a:lnTo>
                <a:lnTo>
                  <a:pt x="808" y="32"/>
                </a:lnTo>
                <a:lnTo>
                  <a:pt x="809" y="32"/>
                </a:lnTo>
                <a:lnTo>
                  <a:pt x="811" y="32"/>
                </a:lnTo>
                <a:lnTo>
                  <a:pt x="812" y="32"/>
                </a:lnTo>
                <a:lnTo>
                  <a:pt x="813" y="31"/>
                </a:lnTo>
                <a:lnTo>
                  <a:pt x="813" y="30"/>
                </a:lnTo>
                <a:lnTo>
                  <a:pt x="815" y="29"/>
                </a:lnTo>
                <a:lnTo>
                  <a:pt x="817" y="28"/>
                </a:lnTo>
                <a:lnTo>
                  <a:pt x="818" y="28"/>
                </a:lnTo>
                <a:lnTo>
                  <a:pt x="819" y="28"/>
                </a:lnTo>
                <a:lnTo>
                  <a:pt x="819" y="27"/>
                </a:lnTo>
                <a:lnTo>
                  <a:pt x="819" y="28"/>
                </a:lnTo>
                <a:lnTo>
                  <a:pt x="820" y="28"/>
                </a:lnTo>
                <a:lnTo>
                  <a:pt x="820" y="29"/>
                </a:lnTo>
                <a:lnTo>
                  <a:pt x="820" y="30"/>
                </a:lnTo>
                <a:lnTo>
                  <a:pt x="821" y="31"/>
                </a:lnTo>
                <a:lnTo>
                  <a:pt x="822" y="31"/>
                </a:lnTo>
                <a:lnTo>
                  <a:pt x="824" y="32"/>
                </a:lnTo>
                <a:lnTo>
                  <a:pt x="825" y="32"/>
                </a:lnTo>
                <a:lnTo>
                  <a:pt x="826" y="32"/>
                </a:lnTo>
                <a:lnTo>
                  <a:pt x="826" y="33"/>
                </a:lnTo>
                <a:lnTo>
                  <a:pt x="825" y="33"/>
                </a:lnTo>
                <a:lnTo>
                  <a:pt x="825" y="34"/>
                </a:lnTo>
                <a:lnTo>
                  <a:pt x="824" y="35"/>
                </a:lnTo>
                <a:lnTo>
                  <a:pt x="824" y="36"/>
                </a:lnTo>
                <a:lnTo>
                  <a:pt x="825" y="36"/>
                </a:lnTo>
                <a:lnTo>
                  <a:pt x="826" y="36"/>
                </a:lnTo>
                <a:lnTo>
                  <a:pt x="828" y="36"/>
                </a:lnTo>
                <a:lnTo>
                  <a:pt x="828" y="35"/>
                </a:lnTo>
                <a:lnTo>
                  <a:pt x="829" y="35"/>
                </a:lnTo>
                <a:lnTo>
                  <a:pt x="829" y="34"/>
                </a:lnTo>
                <a:lnTo>
                  <a:pt x="830" y="34"/>
                </a:lnTo>
                <a:lnTo>
                  <a:pt x="830" y="33"/>
                </a:lnTo>
                <a:lnTo>
                  <a:pt x="831" y="32"/>
                </a:lnTo>
                <a:lnTo>
                  <a:pt x="831" y="31"/>
                </a:lnTo>
                <a:lnTo>
                  <a:pt x="830" y="30"/>
                </a:lnTo>
                <a:lnTo>
                  <a:pt x="830" y="29"/>
                </a:lnTo>
                <a:lnTo>
                  <a:pt x="831" y="28"/>
                </a:lnTo>
                <a:lnTo>
                  <a:pt x="831" y="27"/>
                </a:lnTo>
                <a:lnTo>
                  <a:pt x="832" y="27"/>
                </a:lnTo>
                <a:lnTo>
                  <a:pt x="832" y="26"/>
                </a:lnTo>
                <a:lnTo>
                  <a:pt x="832" y="25"/>
                </a:lnTo>
                <a:lnTo>
                  <a:pt x="832" y="24"/>
                </a:lnTo>
                <a:lnTo>
                  <a:pt x="832" y="23"/>
                </a:lnTo>
                <a:lnTo>
                  <a:pt x="833" y="23"/>
                </a:lnTo>
                <a:lnTo>
                  <a:pt x="835" y="23"/>
                </a:lnTo>
                <a:lnTo>
                  <a:pt x="836" y="24"/>
                </a:lnTo>
                <a:lnTo>
                  <a:pt x="837" y="24"/>
                </a:lnTo>
                <a:lnTo>
                  <a:pt x="838" y="24"/>
                </a:lnTo>
                <a:lnTo>
                  <a:pt x="839" y="25"/>
                </a:lnTo>
                <a:lnTo>
                  <a:pt x="840" y="25"/>
                </a:lnTo>
                <a:lnTo>
                  <a:pt x="840" y="27"/>
                </a:lnTo>
                <a:lnTo>
                  <a:pt x="839" y="29"/>
                </a:lnTo>
                <a:lnTo>
                  <a:pt x="838" y="31"/>
                </a:lnTo>
                <a:lnTo>
                  <a:pt x="838" y="32"/>
                </a:lnTo>
                <a:lnTo>
                  <a:pt x="839" y="33"/>
                </a:lnTo>
                <a:lnTo>
                  <a:pt x="839" y="34"/>
                </a:lnTo>
                <a:lnTo>
                  <a:pt x="840" y="37"/>
                </a:lnTo>
                <a:lnTo>
                  <a:pt x="841" y="38"/>
                </a:lnTo>
                <a:lnTo>
                  <a:pt x="841" y="39"/>
                </a:lnTo>
                <a:lnTo>
                  <a:pt x="841" y="41"/>
                </a:lnTo>
                <a:lnTo>
                  <a:pt x="841" y="42"/>
                </a:lnTo>
                <a:lnTo>
                  <a:pt x="842" y="44"/>
                </a:lnTo>
                <a:lnTo>
                  <a:pt x="842" y="47"/>
                </a:lnTo>
                <a:lnTo>
                  <a:pt x="843" y="49"/>
                </a:lnTo>
                <a:lnTo>
                  <a:pt x="843" y="50"/>
                </a:lnTo>
                <a:lnTo>
                  <a:pt x="843" y="51"/>
                </a:lnTo>
                <a:lnTo>
                  <a:pt x="844" y="51"/>
                </a:lnTo>
                <a:lnTo>
                  <a:pt x="846" y="52"/>
                </a:lnTo>
                <a:lnTo>
                  <a:pt x="847" y="52"/>
                </a:lnTo>
                <a:lnTo>
                  <a:pt x="848" y="53"/>
                </a:lnTo>
                <a:lnTo>
                  <a:pt x="848" y="54"/>
                </a:lnTo>
                <a:lnTo>
                  <a:pt x="849" y="55"/>
                </a:lnTo>
                <a:lnTo>
                  <a:pt x="849" y="56"/>
                </a:lnTo>
                <a:lnTo>
                  <a:pt x="849" y="61"/>
                </a:lnTo>
                <a:lnTo>
                  <a:pt x="849" y="62"/>
                </a:lnTo>
                <a:lnTo>
                  <a:pt x="850" y="63"/>
                </a:lnTo>
                <a:lnTo>
                  <a:pt x="850" y="64"/>
                </a:lnTo>
                <a:lnTo>
                  <a:pt x="850" y="65"/>
                </a:lnTo>
                <a:lnTo>
                  <a:pt x="850" y="66"/>
                </a:lnTo>
                <a:lnTo>
                  <a:pt x="850" y="67"/>
                </a:lnTo>
                <a:lnTo>
                  <a:pt x="850" y="68"/>
                </a:lnTo>
                <a:lnTo>
                  <a:pt x="849" y="69"/>
                </a:lnTo>
                <a:lnTo>
                  <a:pt x="849" y="70"/>
                </a:lnTo>
                <a:lnTo>
                  <a:pt x="848" y="70"/>
                </a:lnTo>
                <a:lnTo>
                  <a:pt x="848" y="71"/>
                </a:lnTo>
                <a:lnTo>
                  <a:pt x="849" y="73"/>
                </a:lnTo>
                <a:lnTo>
                  <a:pt x="849" y="74"/>
                </a:lnTo>
                <a:lnTo>
                  <a:pt x="850" y="75"/>
                </a:lnTo>
                <a:lnTo>
                  <a:pt x="850" y="78"/>
                </a:lnTo>
                <a:lnTo>
                  <a:pt x="850" y="79"/>
                </a:lnTo>
                <a:lnTo>
                  <a:pt x="850" y="80"/>
                </a:lnTo>
                <a:lnTo>
                  <a:pt x="852" y="80"/>
                </a:lnTo>
                <a:lnTo>
                  <a:pt x="855" y="81"/>
                </a:lnTo>
                <a:lnTo>
                  <a:pt x="856" y="82"/>
                </a:lnTo>
                <a:lnTo>
                  <a:pt x="856" y="84"/>
                </a:lnTo>
                <a:lnTo>
                  <a:pt x="856" y="86"/>
                </a:lnTo>
                <a:lnTo>
                  <a:pt x="856" y="87"/>
                </a:lnTo>
                <a:lnTo>
                  <a:pt x="856" y="88"/>
                </a:lnTo>
                <a:lnTo>
                  <a:pt x="855" y="88"/>
                </a:lnTo>
                <a:lnTo>
                  <a:pt x="854" y="89"/>
                </a:lnTo>
                <a:lnTo>
                  <a:pt x="854" y="90"/>
                </a:lnTo>
                <a:lnTo>
                  <a:pt x="851" y="93"/>
                </a:lnTo>
                <a:lnTo>
                  <a:pt x="851" y="94"/>
                </a:lnTo>
                <a:lnTo>
                  <a:pt x="851" y="95"/>
                </a:lnTo>
                <a:lnTo>
                  <a:pt x="850" y="95"/>
                </a:lnTo>
                <a:lnTo>
                  <a:pt x="850" y="96"/>
                </a:lnTo>
                <a:lnTo>
                  <a:pt x="849" y="96"/>
                </a:lnTo>
                <a:lnTo>
                  <a:pt x="849" y="100"/>
                </a:lnTo>
                <a:lnTo>
                  <a:pt x="850" y="100"/>
                </a:lnTo>
                <a:lnTo>
                  <a:pt x="850" y="101"/>
                </a:lnTo>
                <a:lnTo>
                  <a:pt x="850" y="102"/>
                </a:lnTo>
                <a:lnTo>
                  <a:pt x="849" y="102"/>
                </a:lnTo>
                <a:lnTo>
                  <a:pt x="849" y="104"/>
                </a:lnTo>
                <a:lnTo>
                  <a:pt x="849" y="105"/>
                </a:lnTo>
                <a:lnTo>
                  <a:pt x="848" y="106"/>
                </a:lnTo>
                <a:lnTo>
                  <a:pt x="848" y="107"/>
                </a:lnTo>
                <a:lnTo>
                  <a:pt x="847" y="108"/>
                </a:lnTo>
                <a:lnTo>
                  <a:pt x="849" y="108"/>
                </a:lnTo>
                <a:lnTo>
                  <a:pt x="850" y="108"/>
                </a:lnTo>
                <a:lnTo>
                  <a:pt x="851" y="108"/>
                </a:lnTo>
                <a:lnTo>
                  <a:pt x="851" y="109"/>
                </a:lnTo>
                <a:lnTo>
                  <a:pt x="852" y="109"/>
                </a:lnTo>
                <a:lnTo>
                  <a:pt x="853" y="110"/>
                </a:lnTo>
                <a:lnTo>
                  <a:pt x="855" y="110"/>
                </a:lnTo>
                <a:lnTo>
                  <a:pt x="856" y="112"/>
                </a:lnTo>
                <a:lnTo>
                  <a:pt x="858" y="113"/>
                </a:lnTo>
                <a:lnTo>
                  <a:pt x="859" y="113"/>
                </a:lnTo>
                <a:lnTo>
                  <a:pt x="862" y="114"/>
                </a:lnTo>
                <a:lnTo>
                  <a:pt x="863" y="114"/>
                </a:lnTo>
                <a:lnTo>
                  <a:pt x="864" y="115"/>
                </a:lnTo>
                <a:lnTo>
                  <a:pt x="865" y="116"/>
                </a:lnTo>
                <a:lnTo>
                  <a:pt x="867" y="116"/>
                </a:lnTo>
                <a:lnTo>
                  <a:pt x="868" y="116"/>
                </a:lnTo>
                <a:lnTo>
                  <a:pt x="869" y="116"/>
                </a:lnTo>
                <a:lnTo>
                  <a:pt x="870" y="116"/>
                </a:lnTo>
                <a:lnTo>
                  <a:pt x="872" y="117"/>
                </a:lnTo>
                <a:lnTo>
                  <a:pt x="873" y="117"/>
                </a:lnTo>
                <a:lnTo>
                  <a:pt x="875" y="117"/>
                </a:lnTo>
                <a:lnTo>
                  <a:pt x="876" y="117"/>
                </a:lnTo>
                <a:lnTo>
                  <a:pt x="877" y="117"/>
                </a:lnTo>
                <a:lnTo>
                  <a:pt x="878" y="117"/>
                </a:lnTo>
                <a:lnTo>
                  <a:pt x="878" y="116"/>
                </a:lnTo>
                <a:lnTo>
                  <a:pt x="878" y="115"/>
                </a:lnTo>
                <a:lnTo>
                  <a:pt x="879" y="114"/>
                </a:lnTo>
                <a:lnTo>
                  <a:pt x="881" y="114"/>
                </a:lnTo>
                <a:lnTo>
                  <a:pt x="883" y="113"/>
                </a:lnTo>
                <a:lnTo>
                  <a:pt x="883" y="112"/>
                </a:lnTo>
                <a:lnTo>
                  <a:pt x="884" y="112"/>
                </a:lnTo>
                <a:lnTo>
                  <a:pt x="885" y="112"/>
                </a:lnTo>
                <a:lnTo>
                  <a:pt x="885" y="113"/>
                </a:lnTo>
                <a:lnTo>
                  <a:pt x="886" y="113"/>
                </a:lnTo>
                <a:lnTo>
                  <a:pt x="888" y="113"/>
                </a:lnTo>
                <a:lnTo>
                  <a:pt x="888" y="112"/>
                </a:lnTo>
                <a:lnTo>
                  <a:pt x="888" y="111"/>
                </a:lnTo>
                <a:lnTo>
                  <a:pt x="888" y="110"/>
                </a:lnTo>
                <a:lnTo>
                  <a:pt x="889" y="110"/>
                </a:lnTo>
                <a:lnTo>
                  <a:pt x="889" y="109"/>
                </a:lnTo>
                <a:lnTo>
                  <a:pt x="890" y="110"/>
                </a:lnTo>
                <a:lnTo>
                  <a:pt x="891" y="110"/>
                </a:lnTo>
                <a:lnTo>
                  <a:pt x="893" y="112"/>
                </a:lnTo>
                <a:lnTo>
                  <a:pt x="893" y="113"/>
                </a:lnTo>
                <a:lnTo>
                  <a:pt x="892" y="113"/>
                </a:lnTo>
                <a:lnTo>
                  <a:pt x="892" y="114"/>
                </a:lnTo>
                <a:lnTo>
                  <a:pt x="893" y="114"/>
                </a:lnTo>
                <a:lnTo>
                  <a:pt x="894" y="114"/>
                </a:lnTo>
                <a:lnTo>
                  <a:pt x="895" y="113"/>
                </a:lnTo>
                <a:lnTo>
                  <a:pt x="895" y="114"/>
                </a:lnTo>
                <a:lnTo>
                  <a:pt x="896" y="115"/>
                </a:lnTo>
                <a:lnTo>
                  <a:pt x="897" y="115"/>
                </a:lnTo>
                <a:lnTo>
                  <a:pt x="898" y="114"/>
                </a:lnTo>
                <a:lnTo>
                  <a:pt x="899" y="114"/>
                </a:lnTo>
                <a:lnTo>
                  <a:pt x="899" y="113"/>
                </a:lnTo>
                <a:lnTo>
                  <a:pt x="900" y="113"/>
                </a:lnTo>
                <a:lnTo>
                  <a:pt x="901" y="113"/>
                </a:lnTo>
                <a:lnTo>
                  <a:pt x="901" y="114"/>
                </a:lnTo>
                <a:lnTo>
                  <a:pt x="901" y="115"/>
                </a:lnTo>
                <a:lnTo>
                  <a:pt x="901" y="116"/>
                </a:lnTo>
                <a:lnTo>
                  <a:pt x="901" y="117"/>
                </a:lnTo>
                <a:lnTo>
                  <a:pt x="901" y="118"/>
                </a:lnTo>
                <a:lnTo>
                  <a:pt x="900" y="119"/>
                </a:lnTo>
                <a:lnTo>
                  <a:pt x="899" y="120"/>
                </a:lnTo>
                <a:lnTo>
                  <a:pt x="898" y="121"/>
                </a:lnTo>
                <a:lnTo>
                  <a:pt x="898" y="122"/>
                </a:lnTo>
                <a:lnTo>
                  <a:pt x="896" y="124"/>
                </a:lnTo>
                <a:lnTo>
                  <a:pt x="896" y="125"/>
                </a:lnTo>
                <a:lnTo>
                  <a:pt x="897" y="126"/>
                </a:lnTo>
                <a:lnTo>
                  <a:pt x="897" y="127"/>
                </a:lnTo>
                <a:lnTo>
                  <a:pt x="897" y="128"/>
                </a:lnTo>
                <a:lnTo>
                  <a:pt x="897" y="129"/>
                </a:lnTo>
                <a:lnTo>
                  <a:pt x="897" y="130"/>
                </a:lnTo>
                <a:lnTo>
                  <a:pt x="897" y="131"/>
                </a:lnTo>
                <a:lnTo>
                  <a:pt x="897" y="132"/>
                </a:lnTo>
                <a:lnTo>
                  <a:pt x="898" y="132"/>
                </a:lnTo>
                <a:lnTo>
                  <a:pt x="898" y="134"/>
                </a:lnTo>
                <a:lnTo>
                  <a:pt x="897" y="134"/>
                </a:lnTo>
                <a:lnTo>
                  <a:pt x="897" y="135"/>
                </a:lnTo>
                <a:lnTo>
                  <a:pt x="896" y="135"/>
                </a:lnTo>
                <a:lnTo>
                  <a:pt x="895" y="135"/>
                </a:lnTo>
                <a:lnTo>
                  <a:pt x="893" y="135"/>
                </a:lnTo>
                <a:lnTo>
                  <a:pt x="892" y="135"/>
                </a:lnTo>
                <a:lnTo>
                  <a:pt x="891" y="137"/>
                </a:lnTo>
                <a:lnTo>
                  <a:pt x="892" y="141"/>
                </a:lnTo>
                <a:lnTo>
                  <a:pt x="893" y="141"/>
                </a:lnTo>
                <a:lnTo>
                  <a:pt x="893" y="142"/>
                </a:lnTo>
                <a:lnTo>
                  <a:pt x="892" y="142"/>
                </a:lnTo>
                <a:lnTo>
                  <a:pt x="892" y="143"/>
                </a:lnTo>
                <a:lnTo>
                  <a:pt x="892" y="144"/>
                </a:lnTo>
                <a:lnTo>
                  <a:pt x="892" y="145"/>
                </a:lnTo>
                <a:lnTo>
                  <a:pt x="893" y="146"/>
                </a:lnTo>
                <a:lnTo>
                  <a:pt x="894" y="147"/>
                </a:lnTo>
                <a:lnTo>
                  <a:pt x="894" y="148"/>
                </a:lnTo>
                <a:lnTo>
                  <a:pt x="895" y="149"/>
                </a:lnTo>
                <a:lnTo>
                  <a:pt x="894" y="150"/>
                </a:lnTo>
                <a:lnTo>
                  <a:pt x="894" y="151"/>
                </a:lnTo>
                <a:lnTo>
                  <a:pt x="895" y="151"/>
                </a:lnTo>
                <a:lnTo>
                  <a:pt x="896" y="151"/>
                </a:lnTo>
                <a:lnTo>
                  <a:pt x="896" y="152"/>
                </a:lnTo>
                <a:lnTo>
                  <a:pt x="896" y="153"/>
                </a:lnTo>
                <a:lnTo>
                  <a:pt x="897" y="155"/>
                </a:lnTo>
                <a:lnTo>
                  <a:pt x="898" y="155"/>
                </a:lnTo>
                <a:lnTo>
                  <a:pt x="899" y="155"/>
                </a:lnTo>
                <a:lnTo>
                  <a:pt x="899" y="156"/>
                </a:lnTo>
                <a:lnTo>
                  <a:pt x="898" y="156"/>
                </a:lnTo>
                <a:lnTo>
                  <a:pt x="898" y="158"/>
                </a:lnTo>
                <a:lnTo>
                  <a:pt x="898" y="159"/>
                </a:lnTo>
                <a:lnTo>
                  <a:pt x="898" y="160"/>
                </a:lnTo>
                <a:lnTo>
                  <a:pt x="898" y="161"/>
                </a:lnTo>
                <a:lnTo>
                  <a:pt x="898" y="162"/>
                </a:lnTo>
                <a:lnTo>
                  <a:pt x="897" y="162"/>
                </a:lnTo>
                <a:lnTo>
                  <a:pt x="895" y="162"/>
                </a:lnTo>
                <a:lnTo>
                  <a:pt x="894" y="163"/>
                </a:lnTo>
                <a:lnTo>
                  <a:pt x="893" y="164"/>
                </a:lnTo>
                <a:lnTo>
                  <a:pt x="893" y="165"/>
                </a:lnTo>
                <a:lnTo>
                  <a:pt x="893" y="166"/>
                </a:lnTo>
                <a:lnTo>
                  <a:pt x="893" y="167"/>
                </a:lnTo>
                <a:lnTo>
                  <a:pt x="893" y="168"/>
                </a:lnTo>
                <a:lnTo>
                  <a:pt x="893" y="169"/>
                </a:lnTo>
                <a:lnTo>
                  <a:pt x="893" y="171"/>
                </a:lnTo>
                <a:lnTo>
                  <a:pt x="893" y="172"/>
                </a:lnTo>
                <a:lnTo>
                  <a:pt x="894" y="175"/>
                </a:lnTo>
                <a:lnTo>
                  <a:pt x="896" y="175"/>
                </a:lnTo>
                <a:lnTo>
                  <a:pt x="897" y="175"/>
                </a:lnTo>
                <a:lnTo>
                  <a:pt x="898" y="176"/>
                </a:lnTo>
                <a:lnTo>
                  <a:pt x="899" y="177"/>
                </a:lnTo>
                <a:lnTo>
                  <a:pt x="899" y="179"/>
                </a:lnTo>
                <a:lnTo>
                  <a:pt x="900" y="179"/>
                </a:lnTo>
                <a:lnTo>
                  <a:pt x="901" y="179"/>
                </a:lnTo>
                <a:lnTo>
                  <a:pt x="901" y="178"/>
                </a:lnTo>
                <a:lnTo>
                  <a:pt x="904" y="177"/>
                </a:lnTo>
                <a:lnTo>
                  <a:pt x="905" y="177"/>
                </a:lnTo>
                <a:lnTo>
                  <a:pt x="906" y="177"/>
                </a:lnTo>
                <a:lnTo>
                  <a:pt x="907" y="176"/>
                </a:lnTo>
                <a:lnTo>
                  <a:pt x="908" y="176"/>
                </a:lnTo>
                <a:lnTo>
                  <a:pt x="909" y="176"/>
                </a:lnTo>
                <a:lnTo>
                  <a:pt x="910" y="176"/>
                </a:lnTo>
                <a:lnTo>
                  <a:pt x="911" y="174"/>
                </a:lnTo>
                <a:lnTo>
                  <a:pt x="911" y="173"/>
                </a:lnTo>
                <a:lnTo>
                  <a:pt x="911" y="172"/>
                </a:lnTo>
                <a:lnTo>
                  <a:pt x="910" y="172"/>
                </a:lnTo>
                <a:lnTo>
                  <a:pt x="909" y="172"/>
                </a:lnTo>
                <a:lnTo>
                  <a:pt x="909" y="173"/>
                </a:lnTo>
                <a:lnTo>
                  <a:pt x="908" y="173"/>
                </a:lnTo>
                <a:lnTo>
                  <a:pt x="907" y="173"/>
                </a:lnTo>
                <a:lnTo>
                  <a:pt x="907" y="172"/>
                </a:lnTo>
                <a:lnTo>
                  <a:pt x="907" y="170"/>
                </a:lnTo>
                <a:lnTo>
                  <a:pt x="907" y="169"/>
                </a:lnTo>
                <a:lnTo>
                  <a:pt x="908" y="169"/>
                </a:lnTo>
                <a:lnTo>
                  <a:pt x="908" y="168"/>
                </a:lnTo>
                <a:lnTo>
                  <a:pt x="909" y="167"/>
                </a:lnTo>
                <a:lnTo>
                  <a:pt x="909" y="166"/>
                </a:lnTo>
                <a:lnTo>
                  <a:pt x="910" y="165"/>
                </a:lnTo>
                <a:lnTo>
                  <a:pt x="912" y="164"/>
                </a:lnTo>
                <a:lnTo>
                  <a:pt x="913" y="164"/>
                </a:lnTo>
                <a:lnTo>
                  <a:pt x="914" y="164"/>
                </a:lnTo>
                <a:lnTo>
                  <a:pt x="914" y="163"/>
                </a:lnTo>
                <a:lnTo>
                  <a:pt x="914" y="162"/>
                </a:lnTo>
                <a:lnTo>
                  <a:pt x="914" y="161"/>
                </a:lnTo>
                <a:lnTo>
                  <a:pt x="913" y="160"/>
                </a:lnTo>
                <a:lnTo>
                  <a:pt x="912" y="158"/>
                </a:lnTo>
                <a:lnTo>
                  <a:pt x="912" y="157"/>
                </a:lnTo>
                <a:lnTo>
                  <a:pt x="911" y="157"/>
                </a:lnTo>
                <a:lnTo>
                  <a:pt x="910" y="157"/>
                </a:lnTo>
                <a:lnTo>
                  <a:pt x="909" y="156"/>
                </a:lnTo>
                <a:lnTo>
                  <a:pt x="909" y="155"/>
                </a:lnTo>
                <a:lnTo>
                  <a:pt x="908" y="155"/>
                </a:lnTo>
                <a:lnTo>
                  <a:pt x="908" y="154"/>
                </a:lnTo>
                <a:lnTo>
                  <a:pt x="907" y="153"/>
                </a:lnTo>
                <a:lnTo>
                  <a:pt x="906" y="153"/>
                </a:lnTo>
                <a:lnTo>
                  <a:pt x="904" y="152"/>
                </a:lnTo>
                <a:lnTo>
                  <a:pt x="904" y="151"/>
                </a:lnTo>
                <a:lnTo>
                  <a:pt x="904" y="149"/>
                </a:lnTo>
                <a:lnTo>
                  <a:pt x="904" y="148"/>
                </a:lnTo>
                <a:lnTo>
                  <a:pt x="906" y="148"/>
                </a:lnTo>
                <a:lnTo>
                  <a:pt x="907" y="147"/>
                </a:lnTo>
                <a:lnTo>
                  <a:pt x="908" y="147"/>
                </a:lnTo>
                <a:lnTo>
                  <a:pt x="909" y="147"/>
                </a:lnTo>
                <a:lnTo>
                  <a:pt x="910" y="147"/>
                </a:lnTo>
                <a:lnTo>
                  <a:pt x="911" y="147"/>
                </a:lnTo>
                <a:lnTo>
                  <a:pt x="911" y="146"/>
                </a:lnTo>
                <a:lnTo>
                  <a:pt x="912" y="146"/>
                </a:lnTo>
                <a:lnTo>
                  <a:pt x="913" y="146"/>
                </a:lnTo>
                <a:lnTo>
                  <a:pt x="914" y="146"/>
                </a:lnTo>
                <a:lnTo>
                  <a:pt x="914" y="145"/>
                </a:lnTo>
                <a:lnTo>
                  <a:pt x="915" y="145"/>
                </a:lnTo>
                <a:lnTo>
                  <a:pt x="915" y="144"/>
                </a:lnTo>
                <a:lnTo>
                  <a:pt x="915" y="143"/>
                </a:lnTo>
                <a:lnTo>
                  <a:pt x="915" y="142"/>
                </a:lnTo>
                <a:lnTo>
                  <a:pt x="916" y="142"/>
                </a:lnTo>
                <a:lnTo>
                  <a:pt x="917" y="142"/>
                </a:lnTo>
                <a:lnTo>
                  <a:pt x="917" y="143"/>
                </a:lnTo>
                <a:lnTo>
                  <a:pt x="918" y="143"/>
                </a:lnTo>
                <a:lnTo>
                  <a:pt x="918" y="144"/>
                </a:lnTo>
                <a:lnTo>
                  <a:pt x="918" y="145"/>
                </a:lnTo>
                <a:lnTo>
                  <a:pt x="918" y="146"/>
                </a:lnTo>
                <a:lnTo>
                  <a:pt x="919" y="147"/>
                </a:lnTo>
                <a:lnTo>
                  <a:pt x="919" y="148"/>
                </a:lnTo>
                <a:lnTo>
                  <a:pt x="920" y="148"/>
                </a:lnTo>
                <a:lnTo>
                  <a:pt x="921" y="148"/>
                </a:lnTo>
                <a:lnTo>
                  <a:pt x="922" y="148"/>
                </a:lnTo>
                <a:lnTo>
                  <a:pt x="923" y="150"/>
                </a:lnTo>
                <a:lnTo>
                  <a:pt x="923" y="151"/>
                </a:lnTo>
                <a:lnTo>
                  <a:pt x="922" y="151"/>
                </a:lnTo>
                <a:lnTo>
                  <a:pt x="922" y="152"/>
                </a:lnTo>
                <a:lnTo>
                  <a:pt x="923" y="152"/>
                </a:lnTo>
                <a:lnTo>
                  <a:pt x="924" y="153"/>
                </a:lnTo>
                <a:lnTo>
                  <a:pt x="926" y="154"/>
                </a:lnTo>
                <a:lnTo>
                  <a:pt x="927" y="154"/>
                </a:lnTo>
                <a:lnTo>
                  <a:pt x="928" y="155"/>
                </a:lnTo>
                <a:lnTo>
                  <a:pt x="929" y="156"/>
                </a:lnTo>
                <a:lnTo>
                  <a:pt x="928" y="158"/>
                </a:lnTo>
                <a:lnTo>
                  <a:pt x="927" y="160"/>
                </a:lnTo>
                <a:lnTo>
                  <a:pt x="927" y="161"/>
                </a:lnTo>
                <a:lnTo>
                  <a:pt x="926" y="163"/>
                </a:lnTo>
                <a:lnTo>
                  <a:pt x="925" y="165"/>
                </a:lnTo>
                <a:lnTo>
                  <a:pt x="926" y="165"/>
                </a:lnTo>
                <a:lnTo>
                  <a:pt x="928" y="166"/>
                </a:lnTo>
                <a:lnTo>
                  <a:pt x="929" y="166"/>
                </a:lnTo>
                <a:lnTo>
                  <a:pt x="930" y="166"/>
                </a:lnTo>
                <a:lnTo>
                  <a:pt x="930" y="167"/>
                </a:lnTo>
                <a:lnTo>
                  <a:pt x="929" y="168"/>
                </a:lnTo>
                <a:lnTo>
                  <a:pt x="929" y="169"/>
                </a:lnTo>
                <a:lnTo>
                  <a:pt x="929" y="171"/>
                </a:lnTo>
                <a:lnTo>
                  <a:pt x="929" y="172"/>
                </a:lnTo>
                <a:lnTo>
                  <a:pt x="929" y="174"/>
                </a:lnTo>
                <a:lnTo>
                  <a:pt x="927" y="175"/>
                </a:lnTo>
                <a:lnTo>
                  <a:pt x="926" y="177"/>
                </a:lnTo>
                <a:lnTo>
                  <a:pt x="926" y="178"/>
                </a:lnTo>
                <a:lnTo>
                  <a:pt x="927" y="178"/>
                </a:lnTo>
                <a:lnTo>
                  <a:pt x="927" y="179"/>
                </a:lnTo>
                <a:lnTo>
                  <a:pt x="928" y="179"/>
                </a:lnTo>
                <a:lnTo>
                  <a:pt x="928" y="180"/>
                </a:lnTo>
                <a:lnTo>
                  <a:pt x="927" y="181"/>
                </a:lnTo>
                <a:lnTo>
                  <a:pt x="927" y="182"/>
                </a:lnTo>
                <a:lnTo>
                  <a:pt x="926" y="182"/>
                </a:lnTo>
                <a:lnTo>
                  <a:pt x="924" y="183"/>
                </a:lnTo>
                <a:lnTo>
                  <a:pt x="923" y="184"/>
                </a:lnTo>
                <a:lnTo>
                  <a:pt x="922" y="184"/>
                </a:lnTo>
                <a:lnTo>
                  <a:pt x="922" y="185"/>
                </a:lnTo>
                <a:lnTo>
                  <a:pt x="921" y="186"/>
                </a:lnTo>
                <a:lnTo>
                  <a:pt x="921" y="187"/>
                </a:lnTo>
                <a:lnTo>
                  <a:pt x="920" y="187"/>
                </a:lnTo>
                <a:lnTo>
                  <a:pt x="920" y="188"/>
                </a:lnTo>
                <a:lnTo>
                  <a:pt x="920" y="191"/>
                </a:lnTo>
                <a:lnTo>
                  <a:pt x="921" y="191"/>
                </a:lnTo>
                <a:lnTo>
                  <a:pt x="921" y="192"/>
                </a:lnTo>
                <a:lnTo>
                  <a:pt x="922" y="192"/>
                </a:lnTo>
                <a:lnTo>
                  <a:pt x="922" y="193"/>
                </a:lnTo>
                <a:lnTo>
                  <a:pt x="923" y="195"/>
                </a:lnTo>
                <a:lnTo>
                  <a:pt x="923" y="196"/>
                </a:lnTo>
                <a:lnTo>
                  <a:pt x="923" y="197"/>
                </a:lnTo>
                <a:lnTo>
                  <a:pt x="923" y="198"/>
                </a:lnTo>
                <a:lnTo>
                  <a:pt x="924" y="198"/>
                </a:lnTo>
                <a:lnTo>
                  <a:pt x="925" y="198"/>
                </a:lnTo>
                <a:lnTo>
                  <a:pt x="926" y="198"/>
                </a:lnTo>
                <a:lnTo>
                  <a:pt x="926" y="199"/>
                </a:lnTo>
                <a:lnTo>
                  <a:pt x="927" y="200"/>
                </a:lnTo>
                <a:lnTo>
                  <a:pt x="927" y="201"/>
                </a:lnTo>
                <a:lnTo>
                  <a:pt x="927" y="202"/>
                </a:lnTo>
                <a:lnTo>
                  <a:pt x="926" y="204"/>
                </a:lnTo>
                <a:lnTo>
                  <a:pt x="927" y="204"/>
                </a:lnTo>
                <a:lnTo>
                  <a:pt x="927" y="205"/>
                </a:lnTo>
                <a:lnTo>
                  <a:pt x="928" y="205"/>
                </a:lnTo>
                <a:lnTo>
                  <a:pt x="929" y="203"/>
                </a:lnTo>
                <a:lnTo>
                  <a:pt x="929" y="202"/>
                </a:lnTo>
                <a:lnTo>
                  <a:pt x="929" y="201"/>
                </a:lnTo>
                <a:lnTo>
                  <a:pt x="929" y="200"/>
                </a:lnTo>
                <a:lnTo>
                  <a:pt x="929" y="199"/>
                </a:lnTo>
                <a:lnTo>
                  <a:pt x="930" y="199"/>
                </a:lnTo>
                <a:lnTo>
                  <a:pt x="932" y="199"/>
                </a:lnTo>
                <a:lnTo>
                  <a:pt x="933" y="198"/>
                </a:lnTo>
                <a:lnTo>
                  <a:pt x="934" y="197"/>
                </a:lnTo>
                <a:lnTo>
                  <a:pt x="934" y="196"/>
                </a:lnTo>
                <a:lnTo>
                  <a:pt x="935" y="194"/>
                </a:lnTo>
                <a:lnTo>
                  <a:pt x="936" y="194"/>
                </a:lnTo>
                <a:lnTo>
                  <a:pt x="937" y="194"/>
                </a:lnTo>
                <a:lnTo>
                  <a:pt x="937" y="193"/>
                </a:lnTo>
                <a:lnTo>
                  <a:pt x="938" y="193"/>
                </a:lnTo>
                <a:lnTo>
                  <a:pt x="938" y="194"/>
                </a:lnTo>
                <a:lnTo>
                  <a:pt x="938" y="195"/>
                </a:lnTo>
                <a:lnTo>
                  <a:pt x="938" y="197"/>
                </a:lnTo>
                <a:lnTo>
                  <a:pt x="939" y="198"/>
                </a:lnTo>
                <a:lnTo>
                  <a:pt x="939" y="199"/>
                </a:lnTo>
                <a:lnTo>
                  <a:pt x="940" y="199"/>
                </a:lnTo>
                <a:lnTo>
                  <a:pt x="940" y="201"/>
                </a:lnTo>
                <a:lnTo>
                  <a:pt x="941" y="202"/>
                </a:lnTo>
                <a:lnTo>
                  <a:pt x="942" y="203"/>
                </a:lnTo>
                <a:lnTo>
                  <a:pt x="944" y="203"/>
                </a:lnTo>
                <a:lnTo>
                  <a:pt x="944" y="202"/>
                </a:lnTo>
                <a:lnTo>
                  <a:pt x="945" y="202"/>
                </a:lnTo>
                <a:lnTo>
                  <a:pt x="946" y="201"/>
                </a:lnTo>
                <a:lnTo>
                  <a:pt x="948" y="200"/>
                </a:lnTo>
                <a:lnTo>
                  <a:pt x="950" y="199"/>
                </a:lnTo>
                <a:lnTo>
                  <a:pt x="951" y="199"/>
                </a:lnTo>
                <a:lnTo>
                  <a:pt x="951" y="198"/>
                </a:lnTo>
                <a:lnTo>
                  <a:pt x="953" y="199"/>
                </a:lnTo>
                <a:lnTo>
                  <a:pt x="955" y="199"/>
                </a:lnTo>
                <a:lnTo>
                  <a:pt x="955" y="198"/>
                </a:lnTo>
                <a:lnTo>
                  <a:pt x="956" y="198"/>
                </a:lnTo>
                <a:lnTo>
                  <a:pt x="957" y="199"/>
                </a:lnTo>
                <a:lnTo>
                  <a:pt x="957" y="200"/>
                </a:lnTo>
                <a:lnTo>
                  <a:pt x="958" y="200"/>
                </a:lnTo>
                <a:lnTo>
                  <a:pt x="958" y="201"/>
                </a:lnTo>
                <a:lnTo>
                  <a:pt x="957" y="201"/>
                </a:lnTo>
                <a:lnTo>
                  <a:pt x="957" y="202"/>
                </a:lnTo>
                <a:lnTo>
                  <a:pt x="957" y="203"/>
                </a:lnTo>
                <a:lnTo>
                  <a:pt x="957" y="204"/>
                </a:lnTo>
                <a:lnTo>
                  <a:pt x="958" y="204"/>
                </a:lnTo>
                <a:lnTo>
                  <a:pt x="959" y="204"/>
                </a:lnTo>
                <a:lnTo>
                  <a:pt x="962" y="205"/>
                </a:lnTo>
                <a:lnTo>
                  <a:pt x="963" y="206"/>
                </a:lnTo>
                <a:lnTo>
                  <a:pt x="965" y="207"/>
                </a:lnTo>
                <a:lnTo>
                  <a:pt x="966" y="207"/>
                </a:lnTo>
                <a:lnTo>
                  <a:pt x="967" y="209"/>
                </a:lnTo>
                <a:lnTo>
                  <a:pt x="969" y="209"/>
                </a:lnTo>
                <a:lnTo>
                  <a:pt x="971" y="209"/>
                </a:lnTo>
                <a:lnTo>
                  <a:pt x="972" y="207"/>
                </a:lnTo>
                <a:lnTo>
                  <a:pt x="973" y="205"/>
                </a:lnTo>
                <a:lnTo>
                  <a:pt x="972" y="204"/>
                </a:lnTo>
                <a:lnTo>
                  <a:pt x="972" y="203"/>
                </a:lnTo>
                <a:lnTo>
                  <a:pt x="972" y="202"/>
                </a:lnTo>
                <a:lnTo>
                  <a:pt x="972" y="201"/>
                </a:lnTo>
                <a:lnTo>
                  <a:pt x="973" y="200"/>
                </a:lnTo>
                <a:lnTo>
                  <a:pt x="974" y="199"/>
                </a:lnTo>
                <a:lnTo>
                  <a:pt x="974" y="198"/>
                </a:lnTo>
                <a:lnTo>
                  <a:pt x="974" y="197"/>
                </a:lnTo>
                <a:lnTo>
                  <a:pt x="975" y="197"/>
                </a:lnTo>
                <a:lnTo>
                  <a:pt x="976" y="198"/>
                </a:lnTo>
                <a:lnTo>
                  <a:pt x="977" y="198"/>
                </a:lnTo>
                <a:lnTo>
                  <a:pt x="977" y="199"/>
                </a:lnTo>
                <a:lnTo>
                  <a:pt x="977" y="200"/>
                </a:lnTo>
                <a:lnTo>
                  <a:pt x="977" y="201"/>
                </a:lnTo>
                <a:lnTo>
                  <a:pt x="979" y="201"/>
                </a:lnTo>
                <a:lnTo>
                  <a:pt x="980" y="201"/>
                </a:lnTo>
                <a:lnTo>
                  <a:pt x="981" y="201"/>
                </a:lnTo>
                <a:lnTo>
                  <a:pt x="982" y="202"/>
                </a:lnTo>
                <a:lnTo>
                  <a:pt x="982" y="203"/>
                </a:lnTo>
                <a:lnTo>
                  <a:pt x="984" y="204"/>
                </a:lnTo>
                <a:lnTo>
                  <a:pt x="985" y="204"/>
                </a:lnTo>
                <a:lnTo>
                  <a:pt x="986" y="203"/>
                </a:lnTo>
                <a:lnTo>
                  <a:pt x="986" y="202"/>
                </a:lnTo>
                <a:lnTo>
                  <a:pt x="986" y="201"/>
                </a:lnTo>
                <a:lnTo>
                  <a:pt x="987" y="201"/>
                </a:lnTo>
                <a:lnTo>
                  <a:pt x="988" y="201"/>
                </a:lnTo>
                <a:lnTo>
                  <a:pt x="988" y="199"/>
                </a:lnTo>
                <a:lnTo>
                  <a:pt x="987" y="197"/>
                </a:lnTo>
                <a:lnTo>
                  <a:pt x="987" y="196"/>
                </a:lnTo>
                <a:lnTo>
                  <a:pt x="986" y="196"/>
                </a:lnTo>
                <a:lnTo>
                  <a:pt x="985" y="195"/>
                </a:lnTo>
                <a:lnTo>
                  <a:pt x="985" y="194"/>
                </a:lnTo>
                <a:lnTo>
                  <a:pt x="985" y="193"/>
                </a:lnTo>
                <a:lnTo>
                  <a:pt x="984" y="192"/>
                </a:lnTo>
                <a:lnTo>
                  <a:pt x="984" y="191"/>
                </a:lnTo>
                <a:lnTo>
                  <a:pt x="984" y="190"/>
                </a:lnTo>
                <a:lnTo>
                  <a:pt x="984" y="189"/>
                </a:lnTo>
                <a:lnTo>
                  <a:pt x="985" y="188"/>
                </a:lnTo>
                <a:lnTo>
                  <a:pt x="986" y="188"/>
                </a:lnTo>
                <a:lnTo>
                  <a:pt x="987" y="188"/>
                </a:lnTo>
                <a:lnTo>
                  <a:pt x="988" y="186"/>
                </a:lnTo>
                <a:lnTo>
                  <a:pt x="989" y="186"/>
                </a:lnTo>
                <a:lnTo>
                  <a:pt x="990" y="184"/>
                </a:lnTo>
                <a:lnTo>
                  <a:pt x="990" y="183"/>
                </a:lnTo>
                <a:lnTo>
                  <a:pt x="991" y="181"/>
                </a:lnTo>
                <a:lnTo>
                  <a:pt x="992" y="180"/>
                </a:lnTo>
                <a:lnTo>
                  <a:pt x="992" y="179"/>
                </a:lnTo>
                <a:lnTo>
                  <a:pt x="993" y="177"/>
                </a:lnTo>
                <a:lnTo>
                  <a:pt x="993" y="176"/>
                </a:lnTo>
                <a:lnTo>
                  <a:pt x="994" y="176"/>
                </a:lnTo>
                <a:lnTo>
                  <a:pt x="994" y="175"/>
                </a:lnTo>
                <a:lnTo>
                  <a:pt x="993" y="174"/>
                </a:lnTo>
                <a:lnTo>
                  <a:pt x="993" y="173"/>
                </a:lnTo>
                <a:lnTo>
                  <a:pt x="994" y="172"/>
                </a:lnTo>
                <a:lnTo>
                  <a:pt x="994" y="171"/>
                </a:lnTo>
                <a:lnTo>
                  <a:pt x="995" y="171"/>
                </a:lnTo>
                <a:lnTo>
                  <a:pt x="996" y="170"/>
                </a:lnTo>
                <a:lnTo>
                  <a:pt x="995" y="169"/>
                </a:lnTo>
                <a:lnTo>
                  <a:pt x="994" y="168"/>
                </a:lnTo>
                <a:lnTo>
                  <a:pt x="993" y="168"/>
                </a:lnTo>
                <a:lnTo>
                  <a:pt x="994" y="167"/>
                </a:lnTo>
                <a:lnTo>
                  <a:pt x="995" y="165"/>
                </a:lnTo>
                <a:lnTo>
                  <a:pt x="995" y="164"/>
                </a:lnTo>
                <a:lnTo>
                  <a:pt x="996" y="161"/>
                </a:lnTo>
                <a:lnTo>
                  <a:pt x="995" y="161"/>
                </a:lnTo>
                <a:lnTo>
                  <a:pt x="995" y="160"/>
                </a:lnTo>
                <a:lnTo>
                  <a:pt x="996" y="159"/>
                </a:lnTo>
                <a:lnTo>
                  <a:pt x="995" y="158"/>
                </a:lnTo>
                <a:lnTo>
                  <a:pt x="995" y="157"/>
                </a:lnTo>
                <a:lnTo>
                  <a:pt x="994" y="157"/>
                </a:lnTo>
                <a:lnTo>
                  <a:pt x="995" y="157"/>
                </a:lnTo>
                <a:lnTo>
                  <a:pt x="995" y="156"/>
                </a:lnTo>
                <a:lnTo>
                  <a:pt x="997" y="156"/>
                </a:lnTo>
                <a:lnTo>
                  <a:pt x="998" y="155"/>
                </a:lnTo>
                <a:lnTo>
                  <a:pt x="998" y="154"/>
                </a:lnTo>
                <a:lnTo>
                  <a:pt x="997" y="153"/>
                </a:lnTo>
                <a:lnTo>
                  <a:pt x="998" y="153"/>
                </a:lnTo>
                <a:lnTo>
                  <a:pt x="999" y="153"/>
                </a:lnTo>
                <a:lnTo>
                  <a:pt x="1000" y="153"/>
                </a:lnTo>
                <a:lnTo>
                  <a:pt x="1000" y="152"/>
                </a:lnTo>
                <a:lnTo>
                  <a:pt x="1000" y="150"/>
                </a:lnTo>
                <a:lnTo>
                  <a:pt x="999" y="150"/>
                </a:lnTo>
                <a:lnTo>
                  <a:pt x="999" y="149"/>
                </a:lnTo>
                <a:lnTo>
                  <a:pt x="998" y="149"/>
                </a:lnTo>
                <a:lnTo>
                  <a:pt x="999" y="149"/>
                </a:lnTo>
                <a:lnTo>
                  <a:pt x="1000" y="149"/>
                </a:lnTo>
                <a:lnTo>
                  <a:pt x="1001" y="148"/>
                </a:lnTo>
                <a:lnTo>
                  <a:pt x="1001" y="147"/>
                </a:lnTo>
                <a:lnTo>
                  <a:pt x="1002" y="147"/>
                </a:lnTo>
                <a:lnTo>
                  <a:pt x="1002" y="146"/>
                </a:lnTo>
                <a:lnTo>
                  <a:pt x="1002" y="145"/>
                </a:lnTo>
                <a:lnTo>
                  <a:pt x="1003" y="144"/>
                </a:lnTo>
                <a:lnTo>
                  <a:pt x="1004" y="143"/>
                </a:lnTo>
                <a:lnTo>
                  <a:pt x="1004" y="144"/>
                </a:lnTo>
                <a:lnTo>
                  <a:pt x="1005" y="143"/>
                </a:lnTo>
                <a:lnTo>
                  <a:pt x="1006" y="143"/>
                </a:lnTo>
                <a:lnTo>
                  <a:pt x="1006" y="142"/>
                </a:lnTo>
                <a:lnTo>
                  <a:pt x="1007" y="143"/>
                </a:lnTo>
                <a:lnTo>
                  <a:pt x="1008" y="143"/>
                </a:lnTo>
                <a:lnTo>
                  <a:pt x="1009" y="144"/>
                </a:lnTo>
                <a:lnTo>
                  <a:pt x="1012" y="142"/>
                </a:lnTo>
                <a:lnTo>
                  <a:pt x="1013" y="141"/>
                </a:lnTo>
                <a:lnTo>
                  <a:pt x="1014" y="140"/>
                </a:lnTo>
                <a:lnTo>
                  <a:pt x="1015" y="139"/>
                </a:lnTo>
                <a:lnTo>
                  <a:pt x="1016" y="139"/>
                </a:lnTo>
                <a:lnTo>
                  <a:pt x="1016" y="140"/>
                </a:lnTo>
                <a:lnTo>
                  <a:pt x="1016" y="141"/>
                </a:lnTo>
                <a:lnTo>
                  <a:pt x="1015" y="141"/>
                </a:lnTo>
                <a:lnTo>
                  <a:pt x="1015" y="142"/>
                </a:lnTo>
                <a:lnTo>
                  <a:pt x="1014" y="145"/>
                </a:lnTo>
                <a:lnTo>
                  <a:pt x="1014" y="146"/>
                </a:lnTo>
                <a:lnTo>
                  <a:pt x="1014" y="147"/>
                </a:lnTo>
                <a:lnTo>
                  <a:pt x="1014" y="148"/>
                </a:lnTo>
                <a:lnTo>
                  <a:pt x="1014" y="149"/>
                </a:lnTo>
                <a:lnTo>
                  <a:pt x="1014" y="152"/>
                </a:lnTo>
                <a:lnTo>
                  <a:pt x="1015" y="157"/>
                </a:lnTo>
                <a:lnTo>
                  <a:pt x="1015" y="158"/>
                </a:lnTo>
                <a:lnTo>
                  <a:pt x="1015" y="159"/>
                </a:lnTo>
                <a:lnTo>
                  <a:pt x="1015" y="160"/>
                </a:lnTo>
                <a:lnTo>
                  <a:pt x="1016" y="161"/>
                </a:lnTo>
                <a:lnTo>
                  <a:pt x="1016" y="162"/>
                </a:lnTo>
                <a:lnTo>
                  <a:pt x="1017" y="162"/>
                </a:lnTo>
                <a:lnTo>
                  <a:pt x="1018" y="162"/>
                </a:lnTo>
                <a:lnTo>
                  <a:pt x="1018" y="163"/>
                </a:lnTo>
                <a:lnTo>
                  <a:pt x="1017" y="163"/>
                </a:lnTo>
                <a:lnTo>
                  <a:pt x="1018" y="163"/>
                </a:lnTo>
                <a:lnTo>
                  <a:pt x="1019" y="163"/>
                </a:lnTo>
                <a:lnTo>
                  <a:pt x="1020" y="164"/>
                </a:lnTo>
                <a:lnTo>
                  <a:pt x="1020" y="165"/>
                </a:lnTo>
                <a:lnTo>
                  <a:pt x="1019" y="167"/>
                </a:lnTo>
                <a:lnTo>
                  <a:pt x="1018" y="169"/>
                </a:lnTo>
                <a:lnTo>
                  <a:pt x="1017" y="169"/>
                </a:lnTo>
                <a:lnTo>
                  <a:pt x="1017" y="170"/>
                </a:lnTo>
                <a:lnTo>
                  <a:pt x="1017" y="171"/>
                </a:lnTo>
                <a:lnTo>
                  <a:pt x="1017" y="174"/>
                </a:lnTo>
                <a:lnTo>
                  <a:pt x="1018" y="176"/>
                </a:lnTo>
                <a:lnTo>
                  <a:pt x="1018" y="177"/>
                </a:lnTo>
                <a:lnTo>
                  <a:pt x="1019" y="177"/>
                </a:lnTo>
                <a:lnTo>
                  <a:pt x="1020" y="178"/>
                </a:lnTo>
                <a:lnTo>
                  <a:pt x="1021" y="178"/>
                </a:lnTo>
                <a:lnTo>
                  <a:pt x="1020" y="178"/>
                </a:lnTo>
                <a:lnTo>
                  <a:pt x="1020" y="179"/>
                </a:lnTo>
                <a:lnTo>
                  <a:pt x="1021" y="179"/>
                </a:lnTo>
                <a:lnTo>
                  <a:pt x="1021" y="180"/>
                </a:lnTo>
                <a:lnTo>
                  <a:pt x="1022" y="180"/>
                </a:lnTo>
                <a:lnTo>
                  <a:pt x="1023" y="181"/>
                </a:lnTo>
                <a:lnTo>
                  <a:pt x="1022" y="182"/>
                </a:lnTo>
                <a:lnTo>
                  <a:pt x="1022" y="183"/>
                </a:lnTo>
                <a:lnTo>
                  <a:pt x="1024" y="184"/>
                </a:lnTo>
                <a:lnTo>
                  <a:pt x="1026" y="183"/>
                </a:lnTo>
                <a:lnTo>
                  <a:pt x="1027" y="182"/>
                </a:lnTo>
                <a:lnTo>
                  <a:pt x="1028" y="182"/>
                </a:lnTo>
                <a:lnTo>
                  <a:pt x="1028" y="181"/>
                </a:lnTo>
                <a:lnTo>
                  <a:pt x="1028" y="180"/>
                </a:lnTo>
                <a:lnTo>
                  <a:pt x="1029" y="180"/>
                </a:lnTo>
                <a:lnTo>
                  <a:pt x="1030" y="180"/>
                </a:lnTo>
                <a:lnTo>
                  <a:pt x="1031" y="180"/>
                </a:lnTo>
                <a:lnTo>
                  <a:pt x="1031" y="181"/>
                </a:lnTo>
                <a:lnTo>
                  <a:pt x="1032" y="181"/>
                </a:lnTo>
                <a:lnTo>
                  <a:pt x="1033" y="181"/>
                </a:lnTo>
                <a:lnTo>
                  <a:pt x="1034" y="181"/>
                </a:lnTo>
                <a:lnTo>
                  <a:pt x="1034" y="182"/>
                </a:lnTo>
                <a:lnTo>
                  <a:pt x="1033" y="183"/>
                </a:lnTo>
                <a:lnTo>
                  <a:pt x="1033" y="184"/>
                </a:lnTo>
                <a:lnTo>
                  <a:pt x="1032" y="184"/>
                </a:lnTo>
                <a:lnTo>
                  <a:pt x="1032" y="186"/>
                </a:lnTo>
                <a:lnTo>
                  <a:pt x="1033" y="186"/>
                </a:lnTo>
                <a:lnTo>
                  <a:pt x="1033" y="185"/>
                </a:lnTo>
                <a:lnTo>
                  <a:pt x="1034" y="185"/>
                </a:lnTo>
                <a:lnTo>
                  <a:pt x="1034" y="184"/>
                </a:lnTo>
                <a:lnTo>
                  <a:pt x="1035" y="183"/>
                </a:lnTo>
                <a:lnTo>
                  <a:pt x="1036" y="183"/>
                </a:lnTo>
                <a:lnTo>
                  <a:pt x="1037" y="183"/>
                </a:lnTo>
                <a:lnTo>
                  <a:pt x="1037" y="184"/>
                </a:lnTo>
                <a:lnTo>
                  <a:pt x="1039" y="184"/>
                </a:lnTo>
                <a:lnTo>
                  <a:pt x="1040" y="184"/>
                </a:lnTo>
                <a:lnTo>
                  <a:pt x="1040" y="185"/>
                </a:lnTo>
                <a:lnTo>
                  <a:pt x="1039" y="185"/>
                </a:lnTo>
                <a:lnTo>
                  <a:pt x="1038" y="185"/>
                </a:lnTo>
                <a:lnTo>
                  <a:pt x="1037" y="186"/>
                </a:lnTo>
                <a:lnTo>
                  <a:pt x="1037" y="187"/>
                </a:lnTo>
                <a:lnTo>
                  <a:pt x="1035" y="187"/>
                </a:lnTo>
                <a:lnTo>
                  <a:pt x="1035" y="188"/>
                </a:lnTo>
                <a:lnTo>
                  <a:pt x="1036" y="188"/>
                </a:lnTo>
                <a:lnTo>
                  <a:pt x="1036" y="189"/>
                </a:lnTo>
                <a:lnTo>
                  <a:pt x="1035" y="191"/>
                </a:lnTo>
                <a:lnTo>
                  <a:pt x="1035" y="192"/>
                </a:lnTo>
                <a:lnTo>
                  <a:pt x="1034" y="192"/>
                </a:lnTo>
                <a:lnTo>
                  <a:pt x="1034" y="193"/>
                </a:lnTo>
                <a:lnTo>
                  <a:pt x="1034" y="194"/>
                </a:lnTo>
                <a:lnTo>
                  <a:pt x="1034" y="195"/>
                </a:lnTo>
                <a:lnTo>
                  <a:pt x="1033" y="196"/>
                </a:lnTo>
                <a:lnTo>
                  <a:pt x="1032" y="197"/>
                </a:lnTo>
                <a:lnTo>
                  <a:pt x="1031" y="200"/>
                </a:lnTo>
                <a:lnTo>
                  <a:pt x="1031" y="201"/>
                </a:lnTo>
                <a:lnTo>
                  <a:pt x="1031" y="202"/>
                </a:lnTo>
                <a:lnTo>
                  <a:pt x="1031" y="203"/>
                </a:lnTo>
                <a:lnTo>
                  <a:pt x="1032" y="206"/>
                </a:lnTo>
                <a:lnTo>
                  <a:pt x="1032" y="207"/>
                </a:lnTo>
                <a:lnTo>
                  <a:pt x="1031" y="207"/>
                </a:lnTo>
                <a:lnTo>
                  <a:pt x="1030" y="207"/>
                </a:lnTo>
                <a:lnTo>
                  <a:pt x="1030" y="208"/>
                </a:lnTo>
                <a:lnTo>
                  <a:pt x="1031" y="210"/>
                </a:lnTo>
                <a:lnTo>
                  <a:pt x="1031" y="211"/>
                </a:lnTo>
                <a:lnTo>
                  <a:pt x="1031" y="212"/>
                </a:lnTo>
                <a:lnTo>
                  <a:pt x="1030" y="213"/>
                </a:lnTo>
                <a:lnTo>
                  <a:pt x="1029" y="214"/>
                </a:lnTo>
                <a:lnTo>
                  <a:pt x="1029" y="216"/>
                </a:lnTo>
                <a:lnTo>
                  <a:pt x="1029" y="217"/>
                </a:lnTo>
                <a:lnTo>
                  <a:pt x="1027" y="219"/>
                </a:lnTo>
                <a:lnTo>
                  <a:pt x="1026" y="221"/>
                </a:lnTo>
                <a:lnTo>
                  <a:pt x="1027" y="221"/>
                </a:lnTo>
                <a:lnTo>
                  <a:pt x="1027" y="222"/>
                </a:lnTo>
                <a:lnTo>
                  <a:pt x="1027" y="223"/>
                </a:lnTo>
                <a:lnTo>
                  <a:pt x="1026" y="224"/>
                </a:lnTo>
                <a:lnTo>
                  <a:pt x="1025" y="224"/>
                </a:lnTo>
                <a:lnTo>
                  <a:pt x="1025" y="225"/>
                </a:lnTo>
                <a:lnTo>
                  <a:pt x="1025" y="226"/>
                </a:lnTo>
                <a:lnTo>
                  <a:pt x="1025" y="227"/>
                </a:lnTo>
                <a:lnTo>
                  <a:pt x="1025" y="229"/>
                </a:lnTo>
                <a:lnTo>
                  <a:pt x="1025" y="230"/>
                </a:lnTo>
                <a:lnTo>
                  <a:pt x="1025" y="233"/>
                </a:lnTo>
                <a:lnTo>
                  <a:pt x="1024" y="233"/>
                </a:lnTo>
                <a:lnTo>
                  <a:pt x="1024" y="234"/>
                </a:lnTo>
                <a:lnTo>
                  <a:pt x="1025" y="234"/>
                </a:lnTo>
                <a:lnTo>
                  <a:pt x="1026" y="234"/>
                </a:lnTo>
                <a:lnTo>
                  <a:pt x="1026" y="232"/>
                </a:lnTo>
                <a:lnTo>
                  <a:pt x="1027" y="232"/>
                </a:lnTo>
                <a:lnTo>
                  <a:pt x="1028" y="232"/>
                </a:lnTo>
                <a:lnTo>
                  <a:pt x="1029" y="232"/>
                </a:lnTo>
                <a:lnTo>
                  <a:pt x="1030" y="230"/>
                </a:lnTo>
                <a:lnTo>
                  <a:pt x="1030" y="229"/>
                </a:lnTo>
                <a:lnTo>
                  <a:pt x="1030" y="228"/>
                </a:lnTo>
                <a:lnTo>
                  <a:pt x="1031" y="228"/>
                </a:lnTo>
                <a:lnTo>
                  <a:pt x="1031" y="227"/>
                </a:lnTo>
                <a:lnTo>
                  <a:pt x="1033" y="227"/>
                </a:lnTo>
                <a:lnTo>
                  <a:pt x="1033" y="228"/>
                </a:lnTo>
                <a:lnTo>
                  <a:pt x="1034" y="229"/>
                </a:lnTo>
                <a:lnTo>
                  <a:pt x="1035" y="229"/>
                </a:lnTo>
                <a:lnTo>
                  <a:pt x="1036" y="230"/>
                </a:lnTo>
                <a:lnTo>
                  <a:pt x="1037" y="230"/>
                </a:lnTo>
                <a:lnTo>
                  <a:pt x="1038" y="231"/>
                </a:lnTo>
                <a:lnTo>
                  <a:pt x="1038" y="232"/>
                </a:lnTo>
                <a:lnTo>
                  <a:pt x="1039" y="232"/>
                </a:lnTo>
                <a:lnTo>
                  <a:pt x="1039" y="233"/>
                </a:lnTo>
                <a:lnTo>
                  <a:pt x="1039" y="234"/>
                </a:lnTo>
                <a:lnTo>
                  <a:pt x="1037" y="236"/>
                </a:lnTo>
                <a:lnTo>
                  <a:pt x="1037" y="237"/>
                </a:lnTo>
                <a:lnTo>
                  <a:pt x="1036" y="238"/>
                </a:lnTo>
                <a:lnTo>
                  <a:pt x="1035" y="239"/>
                </a:lnTo>
                <a:lnTo>
                  <a:pt x="1034" y="239"/>
                </a:lnTo>
                <a:lnTo>
                  <a:pt x="1033" y="239"/>
                </a:lnTo>
                <a:lnTo>
                  <a:pt x="1033" y="238"/>
                </a:lnTo>
                <a:lnTo>
                  <a:pt x="1033" y="239"/>
                </a:lnTo>
                <a:lnTo>
                  <a:pt x="1032" y="239"/>
                </a:lnTo>
                <a:lnTo>
                  <a:pt x="1031" y="241"/>
                </a:lnTo>
                <a:lnTo>
                  <a:pt x="1030" y="241"/>
                </a:lnTo>
                <a:lnTo>
                  <a:pt x="1029" y="241"/>
                </a:lnTo>
                <a:lnTo>
                  <a:pt x="1029" y="242"/>
                </a:lnTo>
                <a:lnTo>
                  <a:pt x="1029" y="243"/>
                </a:lnTo>
                <a:lnTo>
                  <a:pt x="1029" y="244"/>
                </a:lnTo>
                <a:lnTo>
                  <a:pt x="1029" y="246"/>
                </a:lnTo>
                <a:lnTo>
                  <a:pt x="1028" y="247"/>
                </a:lnTo>
                <a:lnTo>
                  <a:pt x="1027" y="247"/>
                </a:lnTo>
                <a:lnTo>
                  <a:pt x="1026" y="247"/>
                </a:lnTo>
                <a:lnTo>
                  <a:pt x="1026" y="250"/>
                </a:lnTo>
                <a:lnTo>
                  <a:pt x="1028" y="254"/>
                </a:lnTo>
                <a:lnTo>
                  <a:pt x="1029" y="258"/>
                </a:lnTo>
                <a:lnTo>
                  <a:pt x="1028" y="259"/>
                </a:lnTo>
                <a:lnTo>
                  <a:pt x="1029" y="262"/>
                </a:lnTo>
                <a:lnTo>
                  <a:pt x="1029" y="264"/>
                </a:lnTo>
                <a:lnTo>
                  <a:pt x="1029" y="266"/>
                </a:lnTo>
                <a:lnTo>
                  <a:pt x="1029" y="267"/>
                </a:lnTo>
                <a:lnTo>
                  <a:pt x="1030" y="267"/>
                </a:lnTo>
                <a:lnTo>
                  <a:pt x="1032" y="268"/>
                </a:lnTo>
                <a:lnTo>
                  <a:pt x="1033" y="268"/>
                </a:lnTo>
                <a:lnTo>
                  <a:pt x="1033" y="269"/>
                </a:lnTo>
                <a:lnTo>
                  <a:pt x="1032" y="269"/>
                </a:lnTo>
                <a:lnTo>
                  <a:pt x="1031" y="269"/>
                </a:lnTo>
                <a:lnTo>
                  <a:pt x="1030" y="270"/>
                </a:lnTo>
                <a:lnTo>
                  <a:pt x="1032" y="271"/>
                </a:lnTo>
                <a:lnTo>
                  <a:pt x="1033" y="272"/>
                </a:lnTo>
                <a:lnTo>
                  <a:pt x="1034" y="273"/>
                </a:lnTo>
                <a:lnTo>
                  <a:pt x="1035" y="273"/>
                </a:lnTo>
                <a:lnTo>
                  <a:pt x="1035" y="274"/>
                </a:lnTo>
                <a:lnTo>
                  <a:pt x="1034" y="275"/>
                </a:lnTo>
                <a:lnTo>
                  <a:pt x="1034" y="276"/>
                </a:lnTo>
                <a:lnTo>
                  <a:pt x="1034" y="277"/>
                </a:lnTo>
                <a:lnTo>
                  <a:pt x="1034" y="278"/>
                </a:lnTo>
                <a:lnTo>
                  <a:pt x="1034" y="279"/>
                </a:lnTo>
                <a:lnTo>
                  <a:pt x="1035" y="279"/>
                </a:lnTo>
                <a:lnTo>
                  <a:pt x="1035" y="280"/>
                </a:lnTo>
                <a:lnTo>
                  <a:pt x="1034" y="280"/>
                </a:lnTo>
                <a:lnTo>
                  <a:pt x="1034" y="282"/>
                </a:lnTo>
                <a:lnTo>
                  <a:pt x="1033" y="282"/>
                </a:lnTo>
                <a:lnTo>
                  <a:pt x="1034" y="283"/>
                </a:lnTo>
                <a:lnTo>
                  <a:pt x="1033" y="284"/>
                </a:lnTo>
                <a:lnTo>
                  <a:pt x="1033" y="286"/>
                </a:lnTo>
                <a:lnTo>
                  <a:pt x="1034" y="287"/>
                </a:lnTo>
                <a:lnTo>
                  <a:pt x="1034" y="288"/>
                </a:lnTo>
                <a:lnTo>
                  <a:pt x="1035" y="288"/>
                </a:lnTo>
                <a:lnTo>
                  <a:pt x="1035" y="287"/>
                </a:lnTo>
                <a:lnTo>
                  <a:pt x="1036" y="287"/>
                </a:lnTo>
                <a:lnTo>
                  <a:pt x="1036" y="288"/>
                </a:lnTo>
                <a:lnTo>
                  <a:pt x="1039" y="291"/>
                </a:lnTo>
                <a:lnTo>
                  <a:pt x="1039" y="292"/>
                </a:lnTo>
                <a:lnTo>
                  <a:pt x="1041" y="294"/>
                </a:lnTo>
                <a:lnTo>
                  <a:pt x="1041" y="295"/>
                </a:lnTo>
                <a:lnTo>
                  <a:pt x="1040" y="296"/>
                </a:lnTo>
                <a:lnTo>
                  <a:pt x="1039" y="297"/>
                </a:lnTo>
                <a:lnTo>
                  <a:pt x="1040" y="297"/>
                </a:lnTo>
                <a:lnTo>
                  <a:pt x="1042" y="297"/>
                </a:lnTo>
                <a:lnTo>
                  <a:pt x="1044" y="298"/>
                </a:lnTo>
                <a:lnTo>
                  <a:pt x="1046" y="298"/>
                </a:lnTo>
                <a:lnTo>
                  <a:pt x="1046" y="297"/>
                </a:lnTo>
                <a:lnTo>
                  <a:pt x="1047" y="297"/>
                </a:lnTo>
                <a:lnTo>
                  <a:pt x="1048" y="297"/>
                </a:lnTo>
                <a:lnTo>
                  <a:pt x="1049" y="298"/>
                </a:lnTo>
                <a:lnTo>
                  <a:pt x="1049" y="299"/>
                </a:lnTo>
                <a:lnTo>
                  <a:pt x="1051" y="301"/>
                </a:lnTo>
                <a:lnTo>
                  <a:pt x="1052" y="302"/>
                </a:lnTo>
                <a:lnTo>
                  <a:pt x="1053" y="302"/>
                </a:lnTo>
                <a:lnTo>
                  <a:pt x="1054" y="302"/>
                </a:lnTo>
                <a:lnTo>
                  <a:pt x="1055" y="303"/>
                </a:lnTo>
                <a:lnTo>
                  <a:pt x="1056" y="303"/>
                </a:lnTo>
                <a:lnTo>
                  <a:pt x="1058" y="305"/>
                </a:lnTo>
                <a:lnTo>
                  <a:pt x="1058" y="306"/>
                </a:lnTo>
                <a:lnTo>
                  <a:pt x="1057" y="307"/>
                </a:lnTo>
                <a:lnTo>
                  <a:pt x="1057" y="308"/>
                </a:lnTo>
                <a:lnTo>
                  <a:pt x="1057" y="309"/>
                </a:lnTo>
                <a:lnTo>
                  <a:pt x="1057" y="310"/>
                </a:lnTo>
                <a:lnTo>
                  <a:pt x="1058" y="312"/>
                </a:lnTo>
                <a:lnTo>
                  <a:pt x="1058" y="313"/>
                </a:lnTo>
                <a:lnTo>
                  <a:pt x="1059" y="313"/>
                </a:lnTo>
                <a:lnTo>
                  <a:pt x="1060" y="313"/>
                </a:lnTo>
                <a:lnTo>
                  <a:pt x="1060" y="314"/>
                </a:lnTo>
                <a:lnTo>
                  <a:pt x="1059" y="318"/>
                </a:lnTo>
                <a:lnTo>
                  <a:pt x="1059" y="321"/>
                </a:lnTo>
                <a:lnTo>
                  <a:pt x="1058" y="321"/>
                </a:lnTo>
                <a:lnTo>
                  <a:pt x="1058" y="322"/>
                </a:lnTo>
                <a:lnTo>
                  <a:pt x="1057" y="322"/>
                </a:lnTo>
                <a:lnTo>
                  <a:pt x="1056" y="325"/>
                </a:lnTo>
                <a:lnTo>
                  <a:pt x="1057" y="328"/>
                </a:lnTo>
                <a:lnTo>
                  <a:pt x="1058" y="329"/>
                </a:lnTo>
                <a:lnTo>
                  <a:pt x="1058" y="330"/>
                </a:lnTo>
                <a:lnTo>
                  <a:pt x="1057" y="330"/>
                </a:lnTo>
                <a:lnTo>
                  <a:pt x="1055" y="330"/>
                </a:lnTo>
                <a:lnTo>
                  <a:pt x="1053" y="331"/>
                </a:lnTo>
                <a:lnTo>
                  <a:pt x="1054" y="332"/>
                </a:lnTo>
                <a:lnTo>
                  <a:pt x="1053" y="332"/>
                </a:lnTo>
                <a:lnTo>
                  <a:pt x="1053" y="333"/>
                </a:lnTo>
                <a:lnTo>
                  <a:pt x="1052" y="333"/>
                </a:lnTo>
                <a:lnTo>
                  <a:pt x="1051" y="333"/>
                </a:lnTo>
                <a:lnTo>
                  <a:pt x="1051" y="332"/>
                </a:lnTo>
                <a:lnTo>
                  <a:pt x="1050" y="332"/>
                </a:lnTo>
                <a:lnTo>
                  <a:pt x="1050" y="331"/>
                </a:lnTo>
                <a:lnTo>
                  <a:pt x="1050" y="332"/>
                </a:lnTo>
                <a:lnTo>
                  <a:pt x="1047" y="333"/>
                </a:lnTo>
                <a:lnTo>
                  <a:pt x="1045" y="336"/>
                </a:lnTo>
                <a:lnTo>
                  <a:pt x="1044" y="336"/>
                </a:lnTo>
                <a:lnTo>
                  <a:pt x="1043" y="336"/>
                </a:lnTo>
                <a:lnTo>
                  <a:pt x="1042" y="337"/>
                </a:lnTo>
                <a:lnTo>
                  <a:pt x="1042" y="338"/>
                </a:lnTo>
                <a:lnTo>
                  <a:pt x="1040" y="340"/>
                </a:lnTo>
                <a:lnTo>
                  <a:pt x="1039" y="340"/>
                </a:lnTo>
                <a:lnTo>
                  <a:pt x="1038" y="341"/>
                </a:lnTo>
                <a:lnTo>
                  <a:pt x="1037" y="343"/>
                </a:lnTo>
                <a:lnTo>
                  <a:pt x="1037" y="344"/>
                </a:lnTo>
                <a:lnTo>
                  <a:pt x="1035" y="345"/>
                </a:lnTo>
                <a:lnTo>
                  <a:pt x="1034" y="345"/>
                </a:lnTo>
                <a:lnTo>
                  <a:pt x="1033" y="346"/>
                </a:lnTo>
                <a:lnTo>
                  <a:pt x="1033" y="347"/>
                </a:lnTo>
                <a:lnTo>
                  <a:pt x="1032" y="348"/>
                </a:lnTo>
                <a:lnTo>
                  <a:pt x="1031" y="348"/>
                </a:lnTo>
                <a:lnTo>
                  <a:pt x="1030" y="348"/>
                </a:lnTo>
                <a:lnTo>
                  <a:pt x="1029" y="349"/>
                </a:lnTo>
                <a:lnTo>
                  <a:pt x="1030" y="351"/>
                </a:lnTo>
                <a:lnTo>
                  <a:pt x="1031" y="353"/>
                </a:lnTo>
                <a:lnTo>
                  <a:pt x="1032" y="355"/>
                </a:lnTo>
                <a:lnTo>
                  <a:pt x="1031" y="355"/>
                </a:lnTo>
                <a:lnTo>
                  <a:pt x="1031" y="356"/>
                </a:lnTo>
                <a:lnTo>
                  <a:pt x="1030" y="359"/>
                </a:lnTo>
                <a:lnTo>
                  <a:pt x="1030" y="360"/>
                </a:lnTo>
                <a:lnTo>
                  <a:pt x="1029" y="360"/>
                </a:lnTo>
                <a:lnTo>
                  <a:pt x="1027" y="360"/>
                </a:lnTo>
                <a:lnTo>
                  <a:pt x="1025" y="359"/>
                </a:lnTo>
                <a:lnTo>
                  <a:pt x="1023" y="359"/>
                </a:lnTo>
                <a:lnTo>
                  <a:pt x="1023" y="360"/>
                </a:lnTo>
                <a:lnTo>
                  <a:pt x="1022" y="360"/>
                </a:lnTo>
                <a:lnTo>
                  <a:pt x="1022" y="361"/>
                </a:lnTo>
                <a:lnTo>
                  <a:pt x="1021" y="361"/>
                </a:lnTo>
                <a:lnTo>
                  <a:pt x="1021" y="360"/>
                </a:lnTo>
                <a:lnTo>
                  <a:pt x="1021" y="359"/>
                </a:lnTo>
                <a:lnTo>
                  <a:pt x="1021" y="358"/>
                </a:lnTo>
                <a:lnTo>
                  <a:pt x="1017" y="358"/>
                </a:lnTo>
                <a:lnTo>
                  <a:pt x="1016" y="354"/>
                </a:lnTo>
                <a:lnTo>
                  <a:pt x="1014" y="353"/>
                </a:lnTo>
                <a:lnTo>
                  <a:pt x="1014" y="354"/>
                </a:lnTo>
                <a:lnTo>
                  <a:pt x="1013" y="354"/>
                </a:lnTo>
                <a:lnTo>
                  <a:pt x="1013" y="355"/>
                </a:lnTo>
                <a:lnTo>
                  <a:pt x="1012" y="356"/>
                </a:lnTo>
                <a:lnTo>
                  <a:pt x="1010" y="358"/>
                </a:lnTo>
                <a:lnTo>
                  <a:pt x="1009" y="358"/>
                </a:lnTo>
                <a:lnTo>
                  <a:pt x="1009" y="359"/>
                </a:lnTo>
                <a:lnTo>
                  <a:pt x="1008" y="359"/>
                </a:lnTo>
                <a:lnTo>
                  <a:pt x="1006" y="361"/>
                </a:lnTo>
                <a:lnTo>
                  <a:pt x="1006" y="362"/>
                </a:lnTo>
                <a:lnTo>
                  <a:pt x="1005" y="362"/>
                </a:lnTo>
                <a:lnTo>
                  <a:pt x="1005" y="363"/>
                </a:lnTo>
                <a:lnTo>
                  <a:pt x="1004" y="363"/>
                </a:lnTo>
                <a:lnTo>
                  <a:pt x="1004" y="362"/>
                </a:lnTo>
                <a:lnTo>
                  <a:pt x="1004" y="361"/>
                </a:lnTo>
                <a:lnTo>
                  <a:pt x="1005" y="361"/>
                </a:lnTo>
                <a:lnTo>
                  <a:pt x="1005" y="360"/>
                </a:lnTo>
                <a:lnTo>
                  <a:pt x="1005" y="359"/>
                </a:lnTo>
                <a:lnTo>
                  <a:pt x="1005" y="358"/>
                </a:lnTo>
                <a:lnTo>
                  <a:pt x="1004" y="357"/>
                </a:lnTo>
                <a:lnTo>
                  <a:pt x="1003" y="356"/>
                </a:lnTo>
                <a:lnTo>
                  <a:pt x="1003" y="355"/>
                </a:lnTo>
                <a:lnTo>
                  <a:pt x="1002" y="355"/>
                </a:lnTo>
                <a:lnTo>
                  <a:pt x="1002" y="356"/>
                </a:lnTo>
                <a:lnTo>
                  <a:pt x="1001" y="356"/>
                </a:lnTo>
                <a:lnTo>
                  <a:pt x="1000" y="358"/>
                </a:lnTo>
                <a:lnTo>
                  <a:pt x="1000" y="359"/>
                </a:lnTo>
                <a:lnTo>
                  <a:pt x="998" y="360"/>
                </a:lnTo>
                <a:lnTo>
                  <a:pt x="997" y="361"/>
                </a:lnTo>
                <a:lnTo>
                  <a:pt x="996" y="361"/>
                </a:lnTo>
                <a:lnTo>
                  <a:pt x="996" y="362"/>
                </a:lnTo>
                <a:lnTo>
                  <a:pt x="996" y="363"/>
                </a:lnTo>
                <a:lnTo>
                  <a:pt x="997" y="363"/>
                </a:lnTo>
                <a:lnTo>
                  <a:pt x="998" y="363"/>
                </a:lnTo>
                <a:lnTo>
                  <a:pt x="999" y="363"/>
                </a:lnTo>
                <a:lnTo>
                  <a:pt x="999" y="362"/>
                </a:lnTo>
                <a:lnTo>
                  <a:pt x="999" y="361"/>
                </a:lnTo>
                <a:lnTo>
                  <a:pt x="1000" y="360"/>
                </a:lnTo>
                <a:lnTo>
                  <a:pt x="1001" y="360"/>
                </a:lnTo>
                <a:lnTo>
                  <a:pt x="1001" y="359"/>
                </a:lnTo>
                <a:lnTo>
                  <a:pt x="1001" y="360"/>
                </a:lnTo>
                <a:lnTo>
                  <a:pt x="1002" y="360"/>
                </a:lnTo>
                <a:lnTo>
                  <a:pt x="1002" y="361"/>
                </a:lnTo>
                <a:lnTo>
                  <a:pt x="1001" y="363"/>
                </a:lnTo>
                <a:lnTo>
                  <a:pt x="999" y="365"/>
                </a:lnTo>
                <a:lnTo>
                  <a:pt x="998" y="365"/>
                </a:lnTo>
                <a:lnTo>
                  <a:pt x="998" y="366"/>
                </a:lnTo>
                <a:lnTo>
                  <a:pt x="997" y="366"/>
                </a:lnTo>
                <a:lnTo>
                  <a:pt x="998" y="367"/>
                </a:lnTo>
                <a:lnTo>
                  <a:pt x="998" y="368"/>
                </a:lnTo>
                <a:lnTo>
                  <a:pt x="998" y="370"/>
                </a:lnTo>
                <a:lnTo>
                  <a:pt x="997" y="371"/>
                </a:lnTo>
                <a:lnTo>
                  <a:pt x="997" y="372"/>
                </a:lnTo>
                <a:lnTo>
                  <a:pt x="997" y="373"/>
                </a:lnTo>
                <a:lnTo>
                  <a:pt x="998" y="373"/>
                </a:lnTo>
                <a:lnTo>
                  <a:pt x="998" y="376"/>
                </a:lnTo>
                <a:lnTo>
                  <a:pt x="997" y="376"/>
                </a:lnTo>
                <a:lnTo>
                  <a:pt x="997" y="375"/>
                </a:lnTo>
                <a:lnTo>
                  <a:pt x="996" y="375"/>
                </a:lnTo>
                <a:lnTo>
                  <a:pt x="995" y="375"/>
                </a:lnTo>
                <a:lnTo>
                  <a:pt x="995" y="376"/>
                </a:lnTo>
                <a:lnTo>
                  <a:pt x="995" y="377"/>
                </a:lnTo>
                <a:lnTo>
                  <a:pt x="996" y="379"/>
                </a:lnTo>
                <a:lnTo>
                  <a:pt x="995" y="379"/>
                </a:lnTo>
                <a:lnTo>
                  <a:pt x="994" y="379"/>
                </a:lnTo>
                <a:lnTo>
                  <a:pt x="993" y="380"/>
                </a:lnTo>
                <a:lnTo>
                  <a:pt x="992" y="380"/>
                </a:lnTo>
                <a:lnTo>
                  <a:pt x="992" y="379"/>
                </a:lnTo>
                <a:lnTo>
                  <a:pt x="991" y="379"/>
                </a:lnTo>
                <a:lnTo>
                  <a:pt x="991" y="380"/>
                </a:lnTo>
                <a:lnTo>
                  <a:pt x="990" y="380"/>
                </a:lnTo>
                <a:lnTo>
                  <a:pt x="990" y="381"/>
                </a:lnTo>
                <a:lnTo>
                  <a:pt x="990" y="382"/>
                </a:lnTo>
                <a:lnTo>
                  <a:pt x="989" y="382"/>
                </a:lnTo>
                <a:lnTo>
                  <a:pt x="988" y="381"/>
                </a:lnTo>
                <a:lnTo>
                  <a:pt x="987" y="380"/>
                </a:lnTo>
                <a:lnTo>
                  <a:pt x="986" y="379"/>
                </a:lnTo>
                <a:lnTo>
                  <a:pt x="985" y="380"/>
                </a:lnTo>
                <a:lnTo>
                  <a:pt x="986" y="381"/>
                </a:lnTo>
                <a:lnTo>
                  <a:pt x="986" y="384"/>
                </a:lnTo>
                <a:lnTo>
                  <a:pt x="987" y="384"/>
                </a:lnTo>
                <a:lnTo>
                  <a:pt x="987" y="385"/>
                </a:lnTo>
                <a:lnTo>
                  <a:pt x="987" y="387"/>
                </a:lnTo>
                <a:lnTo>
                  <a:pt x="986" y="388"/>
                </a:lnTo>
                <a:lnTo>
                  <a:pt x="986" y="389"/>
                </a:lnTo>
                <a:lnTo>
                  <a:pt x="985" y="391"/>
                </a:lnTo>
                <a:lnTo>
                  <a:pt x="985" y="392"/>
                </a:lnTo>
                <a:lnTo>
                  <a:pt x="984" y="391"/>
                </a:lnTo>
                <a:lnTo>
                  <a:pt x="983" y="391"/>
                </a:lnTo>
                <a:lnTo>
                  <a:pt x="982" y="391"/>
                </a:lnTo>
                <a:lnTo>
                  <a:pt x="979" y="393"/>
                </a:lnTo>
                <a:lnTo>
                  <a:pt x="977" y="394"/>
                </a:lnTo>
                <a:lnTo>
                  <a:pt x="976" y="393"/>
                </a:lnTo>
                <a:lnTo>
                  <a:pt x="975" y="393"/>
                </a:lnTo>
                <a:lnTo>
                  <a:pt x="975" y="394"/>
                </a:lnTo>
                <a:lnTo>
                  <a:pt x="975" y="395"/>
                </a:lnTo>
                <a:lnTo>
                  <a:pt x="974" y="397"/>
                </a:lnTo>
                <a:lnTo>
                  <a:pt x="973" y="397"/>
                </a:lnTo>
                <a:lnTo>
                  <a:pt x="973" y="398"/>
                </a:lnTo>
                <a:lnTo>
                  <a:pt x="972" y="398"/>
                </a:lnTo>
                <a:lnTo>
                  <a:pt x="972" y="399"/>
                </a:lnTo>
                <a:lnTo>
                  <a:pt x="972" y="400"/>
                </a:lnTo>
                <a:lnTo>
                  <a:pt x="971" y="400"/>
                </a:lnTo>
                <a:lnTo>
                  <a:pt x="971" y="401"/>
                </a:lnTo>
                <a:lnTo>
                  <a:pt x="969" y="401"/>
                </a:lnTo>
                <a:lnTo>
                  <a:pt x="969" y="402"/>
                </a:lnTo>
                <a:lnTo>
                  <a:pt x="968" y="403"/>
                </a:lnTo>
                <a:lnTo>
                  <a:pt x="966" y="404"/>
                </a:lnTo>
                <a:lnTo>
                  <a:pt x="965" y="404"/>
                </a:lnTo>
                <a:lnTo>
                  <a:pt x="961" y="406"/>
                </a:lnTo>
                <a:lnTo>
                  <a:pt x="961" y="407"/>
                </a:lnTo>
                <a:lnTo>
                  <a:pt x="963" y="408"/>
                </a:lnTo>
                <a:lnTo>
                  <a:pt x="964" y="408"/>
                </a:lnTo>
                <a:lnTo>
                  <a:pt x="964" y="410"/>
                </a:lnTo>
                <a:lnTo>
                  <a:pt x="965" y="412"/>
                </a:lnTo>
                <a:lnTo>
                  <a:pt x="965" y="416"/>
                </a:lnTo>
                <a:lnTo>
                  <a:pt x="964" y="417"/>
                </a:lnTo>
                <a:lnTo>
                  <a:pt x="963" y="417"/>
                </a:lnTo>
                <a:lnTo>
                  <a:pt x="962" y="421"/>
                </a:lnTo>
                <a:lnTo>
                  <a:pt x="962" y="422"/>
                </a:lnTo>
                <a:lnTo>
                  <a:pt x="961" y="422"/>
                </a:lnTo>
                <a:lnTo>
                  <a:pt x="960" y="423"/>
                </a:lnTo>
                <a:lnTo>
                  <a:pt x="959" y="424"/>
                </a:lnTo>
                <a:lnTo>
                  <a:pt x="959" y="425"/>
                </a:lnTo>
                <a:lnTo>
                  <a:pt x="958" y="427"/>
                </a:lnTo>
                <a:lnTo>
                  <a:pt x="957" y="428"/>
                </a:lnTo>
                <a:lnTo>
                  <a:pt x="957" y="427"/>
                </a:lnTo>
                <a:lnTo>
                  <a:pt x="956" y="426"/>
                </a:lnTo>
                <a:lnTo>
                  <a:pt x="955" y="426"/>
                </a:lnTo>
                <a:lnTo>
                  <a:pt x="954" y="426"/>
                </a:lnTo>
                <a:lnTo>
                  <a:pt x="953" y="427"/>
                </a:lnTo>
                <a:lnTo>
                  <a:pt x="953" y="428"/>
                </a:lnTo>
                <a:lnTo>
                  <a:pt x="951" y="429"/>
                </a:lnTo>
                <a:lnTo>
                  <a:pt x="949" y="431"/>
                </a:lnTo>
                <a:lnTo>
                  <a:pt x="948" y="431"/>
                </a:lnTo>
                <a:lnTo>
                  <a:pt x="947" y="431"/>
                </a:lnTo>
                <a:lnTo>
                  <a:pt x="946" y="431"/>
                </a:lnTo>
                <a:lnTo>
                  <a:pt x="945" y="430"/>
                </a:lnTo>
                <a:lnTo>
                  <a:pt x="942" y="432"/>
                </a:lnTo>
                <a:lnTo>
                  <a:pt x="941" y="432"/>
                </a:lnTo>
                <a:lnTo>
                  <a:pt x="941" y="433"/>
                </a:lnTo>
                <a:lnTo>
                  <a:pt x="943" y="433"/>
                </a:lnTo>
                <a:lnTo>
                  <a:pt x="943" y="434"/>
                </a:lnTo>
                <a:lnTo>
                  <a:pt x="943" y="433"/>
                </a:lnTo>
                <a:lnTo>
                  <a:pt x="943" y="434"/>
                </a:lnTo>
                <a:lnTo>
                  <a:pt x="944" y="434"/>
                </a:lnTo>
                <a:lnTo>
                  <a:pt x="945" y="434"/>
                </a:lnTo>
                <a:lnTo>
                  <a:pt x="946" y="436"/>
                </a:lnTo>
                <a:lnTo>
                  <a:pt x="948" y="437"/>
                </a:lnTo>
                <a:lnTo>
                  <a:pt x="949" y="438"/>
                </a:lnTo>
                <a:lnTo>
                  <a:pt x="950" y="437"/>
                </a:lnTo>
                <a:lnTo>
                  <a:pt x="951" y="437"/>
                </a:lnTo>
                <a:lnTo>
                  <a:pt x="951" y="438"/>
                </a:lnTo>
                <a:lnTo>
                  <a:pt x="952" y="439"/>
                </a:lnTo>
                <a:lnTo>
                  <a:pt x="951" y="439"/>
                </a:lnTo>
                <a:lnTo>
                  <a:pt x="952" y="441"/>
                </a:lnTo>
                <a:lnTo>
                  <a:pt x="952" y="442"/>
                </a:lnTo>
                <a:lnTo>
                  <a:pt x="954" y="443"/>
                </a:lnTo>
                <a:lnTo>
                  <a:pt x="956" y="443"/>
                </a:lnTo>
                <a:lnTo>
                  <a:pt x="957" y="444"/>
                </a:lnTo>
                <a:lnTo>
                  <a:pt x="957" y="445"/>
                </a:lnTo>
                <a:lnTo>
                  <a:pt x="957" y="446"/>
                </a:lnTo>
                <a:lnTo>
                  <a:pt x="958" y="447"/>
                </a:lnTo>
                <a:lnTo>
                  <a:pt x="957" y="448"/>
                </a:lnTo>
                <a:lnTo>
                  <a:pt x="956" y="449"/>
                </a:lnTo>
                <a:lnTo>
                  <a:pt x="957" y="450"/>
                </a:lnTo>
                <a:lnTo>
                  <a:pt x="959" y="449"/>
                </a:lnTo>
                <a:lnTo>
                  <a:pt x="960" y="448"/>
                </a:lnTo>
                <a:lnTo>
                  <a:pt x="961" y="446"/>
                </a:lnTo>
                <a:lnTo>
                  <a:pt x="962" y="446"/>
                </a:lnTo>
                <a:lnTo>
                  <a:pt x="962" y="445"/>
                </a:lnTo>
                <a:lnTo>
                  <a:pt x="963" y="446"/>
                </a:lnTo>
                <a:lnTo>
                  <a:pt x="965" y="445"/>
                </a:lnTo>
                <a:lnTo>
                  <a:pt x="965" y="444"/>
                </a:lnTo>
                <a:lnTo>
                  <a:pt x="964" y="444"/>
                </a:lnTo>
                <a:lnTo>
                  <a:pt x="965" y="443"/>
                </a:lnTo>
                <a:lnTo>
                  <a:pt x="965" y="444"/>
                </a:lnTo>
                <a:lnTo>
                  <a:pt x="965" y="446"/>
                </a:lnTo>
                <a:lnTo>
                  <a:pt x="965" y="447"/>
                </a:lnTo>
                <a:lnTo>
                  <a:pt x="966" y="447"/>
                </a:lnTo>
                <a:lnTo>
                  <a:pt x="970" y="446"/>
                </a:lnTo>
                <a:lnTo>
                  <a:pt x="971" y="445"/>
                </a:lnTo>
                <a:lnTo>
                  <a:pt x="971" y="441"/>
                </a:lnTo>
                <a:lnTo>
                  <a:pt x="969" y="441"/>
                </a:lnTo>
                <a:lnTo>
                  <a:pt x="969" y="440"/>
                </a:lnTo>
                <a:lnTo>
                  <a:pt x="969" y="439"/>
                </a:lnTo>
                <a:lnTo>
                  <a:pt x="971" y="438"/>
                </a:lnTo>
                <a:lnTo>
                  <a:pt x="972" y="439"/>
                </a:lnTo>
                <a:lnTo>
                  <a:pt x="973" y="438"/>
                </a:lnTo>
                <a:lnTo>
                  <a:pt x="975" y="436"/>
                </a:lnTo>
                <a:lnTo>
                  <a:pt x="976" y="435"/>
                </a:lnTo>
                <a:lnTo>
                  <a:pt x="977" y="434"/>
                </a:lnTo>
                <a:lnTo>
                  <a:pt x="978" y="433"/>
                </a:lnTo>
                <a:lnTo>
                  <a:pt x="979" y="433"/>
                </a:lnTo>
                <a:lnTo>
                  <a:pt x="980" y="433"/>
                </a:lnTo>
                <a:lnTo>
                  <a:pt x="981" y="432"/>
                </a:lnTo>
                <a:lnTo>
                  <a:pt x="982" y="430"/>
                </a:lnTo>
                <a:lnTo>
                  <a:pt x="983" y="427"/>
                </a:lnTo>
                <a:lnTo>
                  <a:pt x="985" y="427"/>
                </a:lnTo>
                <a:lnTo>
                  <a:pt x="985" y="428"/>
                </a:lnTo>
                <a:lnTo>
                  <a:pt x="986" y="428"/>
                </a:lnTo>
                <a:lnTo>
                  <a:pt x="987" y="428"/>
                </a:lnTo>
                <a:lnTo>
                  <a:pt x="988" y="428"/>
                </a:lnTo>
                <a:lnTo>
                  <a:pt x="989" y="427"/>
                </a:lnTo>
                <a:lnTo>
                  <a:pt x="990" y="426"/>
                </a:lnTo>
                <a:lnTo>
                  <a:pt x="993" y="424"/>
                </a:lnTo>
                <a:lnTo>
                  <a:pt x="995" y="424"/>
                </a:lnTo>
                <a:lnTo>
                  <a:pt x="996" y="424"/>
                </a:lnTo>
                <a:lnTo>
                  <a:pt x="999" y="422"/>
                </a:lnTo>
                <a:lnTo>
                  <a:pt x="1001" y="422"/>
                </a:lnTo>
                <a:lnTo>
                  <a:pt x="1002" y="422"/>
                </a:lnTo>
                <a:lnTo>
                  <a:pt x="1003" y="422"/>
                </a:lnTo>
                <a:lnTo>
                  <a:pt x="1003" y="423"/>
                </a:lnTo>
                <a:lnTo>
                  <a:pt x="1003" y="424"/>
                </a:lnTo>
                <a:lnTo>
                  <a:pt x="1003" y="425"/>
                </a:lnTo>
                <a:lnTo>
                  <a:pt x="1002" y="425"/>
                </a:lnTo>
                <a:lnTo>
                  <a:pt x="1001" y="426"/>
                </a:lnTo>
                <a:lnTo>
                  <a:pt x="1000" y="426"/>
                </a:lnTo>
                <a:lnTo>
                  <a:pt x="1000" y="427"/>
                </a:lnTo>
                <a:lnTo>
                  <a:pt x="999" y="429"/>
                </a:lnTo>
                <a:lnTo>
                  <a:pt x="998" y="433"/>
                </a:lnTo>
                <a:lnTo>
                  <a:pt x="998" y="434"/>
                </a:lnTo>
                <a:lnTo>
                  <a:pt x="1002" y="434"/>
                </a:lnTo>
                <a:lnTo>
                  <a:pt x="1003" y="434"/>
                </a:lnTo>
                <a:lnTo>
                  <a:pt x="1003" y="433"/>
                </a:lnTo>
                <a:lnTo>
                  <a:pt x="1005" y="433"/>
                </a:lnTo>
                <a:lnTo>
                  <a:pt x="1007" y="433"/>
                </a:lnTo>
                <a:lnTo>
                  <a:pt x="1008" y="433"/>
                </a:lnTo>
                <a:lnTo>
                  <a:pt x="1009" y="434"/>
                </a:lnTo>
                <a:lnTo>
                  <a:pt x="1009" y="433"/>
                </a:lnTo>
                <a:lnTo>
                  <a:pt x="1010" y="431"/>
                </a:lnTo>
                <a:lnTo>
                  <a:pt x="1011" y="430"/>
                </a:lnTo>
                <a:lnTo>
                  <a:pt x="1012" y="430"/>
                </a:lnTo>
                <a:lnTo>
                  <a:pt x="1013" y="430"/>
                </a:lnTo>
                <a:lnTo>
                  <a:pt x="1015" y="429"/>
                </a:lnTo>
                <a:lnTo>
                  <a:pt x="1016" y="428"/>
                </a:lnTo>
                <a:lnTo>
                  <a:pt x="1017" y="426"/>
                </a:lnTo>
                <a:lnTo>
                  <a:pt x="1017" y="424"/>
                </a:lnTo>
                <a:lnTo>
                  <a:pt x="1019" y="422"/>
                </a:lnTo>
                <a:lnTo>
                  <a:pt x="1019" y="421"/>
                </a:lnTo>
                <a:lnTo>
                  <a:pt x="1020" y="420"/>
                </a:lnTo>
                <a:lnTo>
                  <a:pt x="1021" y="419"/>
                </a:lnTo>
                <a:lnTo>
                  <a:pt x="1022" y="419"/>
                </a:lnTo>
                <a:lnTo>
                  <a:pt x="1022" y="416"/>
                </a:lnTo>
                <a:lnTo>
                  <a:pt x="1024" y="415"/>
                </a:lnTo>
                <a:lnTo>
                  <a:pt x="1025" y="416"/>
                </a:lnTo>
                <a:lnTo>
                  <a:pt x="1025" y="418"/>
                </a:lnTo>
                <a:lnTo>
                  <a:pt x="1025" y="419"/>
                </a:lnTo>
                <a:lnTo>
                  <a:pt x="1026" y="420"/>
                </a:lnTo>
                <a:lnTo>
                  <a:pt x="1026" y="421"/>
                </a:lnTo>
                <a:lnTo>
                  <a:pt x="1028" y="420"/>
                </a:lnTo>
                <a:lnTo>
                  <a:pt x="1029" y="420"/>
                </a:lnTo>
                <a:lnTo>
                  <a:pt x="1029" y="419"/>
                </a:lnTo>
                <a:lnTo>
                  <a:pt x="1031" y="419"/>
                </a:lnTo>
                <a:lnTo>
                  <a:pt x="1032" y="419"/>
                </a:lnTo>
                <a:lnTo>
                  <a:pt x="1034" y="418"/>
                </a:lnTo>
                <a:lnTo>
                  <a:pt x="1035" y="418"/>
                </a:lnTo>
                <a:lnTo>
                  <a:pt x="1036" y="418"/>
                </a:lnTo>
                <a:lnTo>
                  <a:pt x="1037" y="418"/>
                </a:lnTo>
                <a:lnTo>
                  <a:pt x="1038" y="418"/>
                </a:lnTo>
                <a:lnTo>
                  <a:pt x="1039" y="418"/>
                </a:lnTo>
                <a:lnTo>
                  <a:pt x="1039" y="417"/>
                </a:lnTo>
                <a:lnTo>
                  <a:pt x="1039" y="416"/>
                </a:lnTo>
                <a:lnTo>
                  <a:pt x="1039" y="415"/>
                </a:lnTo>
                <a:lnTo>
                  <a:pt x="1043" y="414"/>
                </a:lnTo>
                <a:lnTo>
                  <a:pt x="1044" y="414"/>
                </a:lnTo>
                <a:lnTo>
                  <a:pt x="1044" y="415"/>
                </a:lnTo>
                <a:lnTo>
                  <a:pt x="1045" y="415"/>
                </a:lnTo>
                <a:lnTo>
                  <a:pt x="1045" y="416"/>
                </a:lnTo>
                <a:lnTo>
                  <a:pt x="1046" y="416"/>
                </a:lnTo>
                <a:lnTo>
                  <a:pt x="1046" y="415"/>
                </a:lnTo>
                <a:lnTo>
                  <a:pt x="1047" y="415"/>
                </a:lnTo>
                <a:lnTo>
                  <a:pt x="1046" y="415"/>
                </a:lnTo>
                <a:lnTo>
                  <a:pt x="1046" y="414"/>
                </a:lnTo>
                <a:lnTo>
                  <a:pt x="1047" y="414"/>
                </a:lnTo>
                <a:lnTo>
                  <a:pt x="1048" y="415"/>
                </a:lnTo>
                <a:lnTo>
                  <a:pt x="1048" y="416"/>
                </a:lnTo>
                <a:lnTo>
                  <a:pt x="1050" y="416"/>
                </a:lnTo>
                <a:lnTo>
                  <a:pt x="1050" y="415"/>
                </a:lnTo>
                <a:lnTo>
                  <a:pt x="1050" y="414"/>
                </a:lnTo>
                <a:lnTo>
                  <a:pt x="1050" y="413"/>
                </a:lnTo>
                <a:lnTo>
                  <a:pt x="1051" y="413"/>
                </a:lnTo>
                <a:lnTo>
                  <a:pt x="1051" y="414"/>
                </a:lnTo>
                <a:lnTo>
                  <a:pt x="1052" y="414"/>
                </a:lnTo>
                <a:lnTo>
                  <a:pt x="1053" y="414"/>
                </a:lnTo>
                <a:lnTo>
                  <a:pt x="1054" y="414"/>
                </a:lnTo>
                <a:lnTo>
                  <a:pt x="1054" y="415"/>
                </a:lnTo>
                <a:lnTo>
                  <a:pt x="1057" y="420"/>
                </a:lnTo>
                <a:lnTo>
                  <a:pt x="1058" y="420"/>
                </a:lnTo>
                <a:lnTo>
                  <a:pt x="1060" y="419"/>
                </a:lnTo>
                <a:lnTo>
                  <a:pt x="1062" y="419"/>
                </a:lnTo>
                <a:lnTo>
                  <a:pt x="1062" y="418"/>
                </a:lnTo>
                <a:lnTo>
                  <a:pt x="1063" y="417"/>
                </a:lnTo>
                <a:lnTo>
                  <a:pt x="1064" y="417"/>
                </a:lnTo>
                <a:lnTo>
                  <a:pt x="1064" y="418"/>
                </a:lnTo>
                <a:lnTo>
                  <a:pt x="1065" y="418"/>
                </a:lnTo>
                <a:lnTo>
                  <a:pt x="1064" y="421"/>
                </a:lnTo>
                <a:lnTo>
                  <a:pt x="1063" y="422"/>
                </a:lnTo>
                <a:lnTo>
                  <a:pt x="1062" y="425"/>
                </a:lnTo>
                <a:lnTo>
                  <a:pt x="1062" y="427"/>
                </a:lnTo>
                <a:lnTo>
                  <a:pt x="1062" y="428"/>
                </a:lnTo>
                <a:lnTo>
                  <a:pt x="1063" y="429"/>
                </a:lnTo>
                <a:lnTo>
                  <a:pt x="1064" y="428"/>
                </a:lnTo>
                <a:lnTo>
                  <a:pt x="1066" y="428"/>
                </a:lnTo>
                <a:lnTo>
                  <a:pt x="1067" y="430"/>
                </a:lnTo>
                <a:lnTo>
                  <a:pt x="1066" y="430"/>
                </a:lnTo>
                <a:lnTo>
                  <a:pt x="1066" y="431"/>
                </a:lnTo>
                <a:lnTo>
                  <a:pt x="1065" y="430"/>
                </a:lnTo>
                <a:lnTo>
                  <a:pt x="1064" y="430"/>
                </a:lnTo>
                <a:lnTo>
                  <a:pt x="1062" y="430"/>
                </a:lnTo>
                <a:lnTo>
                  <a:pt x="1062" y="431"/>
                </a:lnTo>
                <a:lnTo>
                  <a:pt x="1062" y="432"/>
                </a:lnTo>
                <a:lnTo>
                  <a:pt x="1063" y="432"/>
                </a:lnTo>
                <a:lnTo>
                  <a:pt x="1064" y="432"/>
                </a:lnTo>
                <a:lnTo>
                  <a:pt x="1065" y="432"/>
                </a:lnTo>
                <a:lnTo>
                  <a:pt x="1067" y="433"/>
                </a:lnTo>
                <a:lnTo>
                  <a:pt x="1067" y="434"/>
                </a:lnTo>
                <a:lnTo>
                  <a:pt x="1068" y="434"/>
                </a:lnTo>
                <a:lnTo>
                  <a:pt x="1068" y="433"/>
                </a:lnTo>
                <a:lnTo>
                  <a:pt x="1069" y="432"/>
                </a:lnTo>
                <a:lnTo>
                  <a:pt x="1068" y="431"/>
                </a:lnTo>
                <a:lnTo>
                  <a:pt x="1067" y="431"/>
                </a:lnTo>
                <a:lnTo>
                  <a:pt x="1067" y="430"/>
                </a:lnTo>
                <a:lnTo>
                  <a:pt x="1068" y="430"/>
                </a:lnTo>
                <a:lnTo>
                  <a:pt x="1068" y="429"/>
                </a:lnTo>
                <a:lnTo>
                  <a:pt x="1068" y="428"/>
                </a:lnTo>
                <a:lnTo>
                  <a:pt x="1070" y="428"/>
                </a:lnTo>
                <a:lnTo>
                  <a:pt x="1074" y="430"/>
                </a:lnTo>
                <a:lnTo>
                  <a:pt x="1074" y="431"/>
                </a:lnTo>
                <a:lnTo>
                  <a:pt x="1073" y="432"/>
                </a:lnTo>
                <a:lnTo>
                  <a:pt x="1073" y="435"/>
                </a:lnTo>
                <a:lnTo>
                  <a:pt x="1074" y="439"/>
                </a:lnTo>
                <a:lnTo>
                  <a:pt x="1075" y="439"/>
                </a:lnTo>
                <a:lnTo>
                  <a:pt x="1076" y="440"/>
                </a:lnTo>
                <a:lnTo>
                  <a:pt x="1078" y="441"/>
                </a:lnTo>
                <a:lnTo>
                  <a:pt x="1078" y="442"/>
                </a:lnTo>
                <a:lnTo>
                  <a:pt x="1078" y="444"/>
                </a:lnTo>
                <a:lnTo>
                  <a:pt x="1078" y="445"/>
                </a:lnTo>
                <a:lnTo>
                  <a:pt x="1077" y="446"/>
                </a:lnTo>
                <a:lnTo>
                  <a:pt x="1076" y="446"/>
                </a:lnTo>
                <a:lnTo>
                  <a:pt x="1076" y="447"/>
                </a:lnTo>
                <a:lnTo>
                  <a:pt x="1076" y="449"/>
                </a:lnTo>
                <a:lnTo>
                  <a:pt x="1077" y="449"/>
                </a:lnTo>
                <a:lnTo>
                  <a:pt x="1079" y="449"/>
                </a:lnTo>
                <a:lnTo>
                  <a:pt x="1080" y="451"/>
                </a:lnTo>
                <a:lnTo>
                  <a:pt x="1080" y="452"/>
                </a:lnTo>
                <a:lnTo>
                  <a:pt x="1081" y="453"/>
                </a:lnTo>
                <a:lnTo>
                  <a:pt x="1082" y="453"/>
                </a:lnTo>
                <a:lnTo>
                  <a:pt x="1082" y="454"/>
                </a:lnTo>
                <a:lnTo>
                  <a:pt x="1081" y="455"/>
                </a:lnTo>
                <a:lnTo>
                  <a:pt x="1081" y="456"/>
                </a:lnTo>
                <a:lnTo>
                  <a:pt x="1080" y="456"/>
                </a:lnTo>
                <a:lnTo>
                  <a:pt x="1079" y="456"/>
                </a:lnTo>
                <a:lnTo>
                  <a:pt x="1078" y="456"/>
                </a:lnTo>
                <a:lnTo>
                  <a:pt x="1077" y="457"/>
                </a:lnTo>
                <a:lnTo>
                  <a:pt x="1077" y="458"/>
                </a:lnTo>
                <a:lnTo>
                  <a:pt x="1078" y="458"/>
                </a:lnTo>
                <a:lnTo>
                  <a:pt x="1078" y="459"/>
                </a:lnTo>
                <a:lnTo>
                  <a:pt x="1078" y="460"/>
                </a:lnTo>
                <a:lnTo>
                  <a:pt x="1075" y="460"/>
                </a:lnTo>
                <a:lnTo>
                  <a:pt x="1075" y="459"/>
                </a:lnTo>
                <a:lnTo>
                  <a:pt x="1074" y="459"/>
                </a:lnTo>
                <a:lnTo>
                  <a:pt x="1074" y="458"/>
                </a:lnTo>
                <a:lnTo>
                  <a:pt x="1073" y="458"/>
                </a:lnTo>
                <a:lnTo>
                  <a:pt x="1073" y="459"/>
                </a:lnTo>
                <a:lnTo>
                  <a:pt x="1072" y="459"/>
                </a:lnTo>
                <a:lnTo>
                  <a:pt x="1070" y="461"/>
                </a:lnTo>
                <a:lnTo>
                  <a:pt x="1070" y="462"/>
                </a:lnTo>
                <a:lnTo>
                  <a:pt x="1069" y="462"/>
                </a:lnTo>
                <a:lnTo>
                  <a:pt x="1069" y="463"/>
                </a:lnTo>
                <a:lnTo>
                  <a:pt x="1066" y="464"/>
                </a:lnTo>
                <a:lnTo>
                  <a:pt x="1064" y="465"/>
                </a:lnTo>
                <a:lnTo>
                  <a:pt x="1061" y="467"/>
                </a:lnTo>
                <a:lnTo>
                  <a:pt x="1060" y="468"/>
                </a:lnTo>
                <a:lnTo>
                  <a:pt x="1060" y="469"/>
                </a:lnTo>
                <a:lnTo>
                  <a:pt x="1060" y="473"/>
                </a:lnTo>
                <a:lnTo>
                  <a:pt x="1060" y="474"/>
                </a:lnTo>
                <a:lnTo>
                  <a:pt x="1061" y="474"/>
                </a:lnTo>
                <a:lnTo>
                  <a:pt x="1062" y="474"/>
                </a:lnTo>
                <a:lnTo>
                  <a:pt x="1064" y="472"/>
                </a:lnTo>
                <a:lnTo>
                  <a:pt x="1064" y="471"/>
                </a:lnTo>
                <a:lnTo>
                  <a:pt x="1064" y="470"/>
                </a:lnTo>
                <a:lnTo>
                  <a:pt x="1065" y="470"/>
                </a:lnTo>
                <a:lnTo>
                  <a:pt x="1065" y="469"/>
                </a:lnTo>
                <a:lnTo>
                  <a:pt x="1066" y="468"/>
                </a:lnTo>
                <a:lnTo>
                  <a:pt x="1066" y="467"/>
                </a:lnTo>
                <a:lnTo>
                  <a:pt x="1067" y="466"/>
                </a:lnTo>
                <a:lnTo>
                  <a:pt x="1067" y="465"/>
                </a:lnTo>
                <a:lnTo>
                  <a:pt x="1068" y="465"/>
                </a:lnTo>
                <a:lnTo>
                  <a:pt x="1068" y="466"/>
                </a:lnTo>
                <a:lnTo>
                  <a:pt x="1069" y="466"/>
                </a:lnTo>
                <a:lnTo>
                  <a:pt x="1070" y="466"/>
                </a:lnTo>
                <a:lnTo>
                  <a:pt x="1070" y="467"/>
                </a:lnTo>
                <a:lnTo>
                  <a:pt x="1069" y="467"/>
                </a:lnTo>
                <a:lnTo>
                  <a:pt x="1070" y="468"/>
                </a:lnTo>
                <a:lnTo>
                  <a:pt x="1071" y="469"/>
                </a:lnTo>
                <a:lnTo>
                  <a:pt x="1072" y="468"/>
                </a:lnTo>
                <a:lnTo>
                  <a:pt x="1073" y="469"/>
                </a:lnTo>
                <a:lnTo>
                  <a:pt x="1074" y="469"/>
                </a:lnTo>
                <a:lnTo>
                  <a:pt x="1075" y="470"/>
                </a:lnTo>
                <a:lnTo>
                  <a:pt x="1074" y="471"/>
                </a:lnTo>
                <a:lnTo>
                  <a:pt x="1074" y="473"/>
                </a:lnTo>
                <a:lnTo>
                  <a:pt x="1075" y="474"/>
                </a:lnTo>
                <a:lnTo>
                  <a:pt x="1075" y="475"/>
                </a:lnTo>
                <a:lnTo>
                  <a:pt x="1074" y="476"/>
                </a:lnTo>
                <a:lnTo>
                  <a:pt x="1074" y="477"/>
                </a:lnTo>
                <a:lnTo>
                  <a:pt x="1073" y="478"/>
                </a:lnTo>
                <a:lnTo>
                  <a:pt x="1072" y="479"/>
                </a:lnTo>
                <a:lnTo>
                  <a:pt x="1072" y="480"/>
                </a:lnTo>
                <a:lnTo>
                  <a:pt x="1072" y="483"/>
                </a:lnTo>
                <a:lnTo>
                  <a:pt x="1072" y="484"/>
                </a:lnTo>
                <a:lnTo>
                  <a:pt x="1075" y="486"/>
                </a:lnTo>
                <a:lnTo>
                  <a:pt x="1077" y="489"/>
                </a:lnTo>
                <a:lnTo>
                  <a:pt x="1076" y="490"/>
                </a:lnTo>
                <a:lnTo>
                  <a:pt x="1076" y="494"/>
                </a:lnTo>
                <a:lnTo>
                  <a:pt x="1077" y="494"/>
                </a:lnTo>
                <a:lnTo>
                  <a:pt x="1077" y="495"/>
                </a:lnTo>
                <a:lnTo>
                  <a:pt x="1077" y="496"/>
                </a:lnTo>
                <a:lnTo>
                  <a:pt x="1075" y="496"/>
                </a:lnTo>
                <a:lnTo>
                  <a:pt x="1074" y="496"/>
                </a:lnTo>
                <a:lnTo>
                  <a:pt x="1073" y="494"/>
                </a:lnTo>
                <a:lnTo>
                  <a:pt x="1074" y="493"/>
                </a:lnTo>
                <a:lnTo>
                  <a:pt x="1074" y="492"/>
                </a:lnTo>
                <a:lnTo>
                  <a:pt x="1072" y="492"/>
                </a:lnTo>
                <a:lnTo>
                  <a:pt x="1071" y="492"/>
                </a:lnTo>
                <a:lnTo>
                  <a:pt x="1071" y="493"/>
                </a:lnTo>
                <a:lnTo>
                  <a:pt x="1071" y="494"/>
                </a:lnTo>
                <a:lnTo>
                  <a:pt x="1070" y="494"/>
                </a:lnTo>
                <a:lnTo>
                  <a:pt x="1069" y="493"/>
                </a:lnTo>
                <a:lnTo>
                  <a:pt x="1069" y="492"/>
                </a:lnTo>
                <a:lnTo>
                  <a:pt x="1067" y="492"/>
                </a:lnTo>
                <a:lnTo>
                  <a:pt x="1066" y="492"/>
                </a:lnTo>
                <a:lnTo>
                  <a:pt x="1066" y="493"/>
                </a:lnTo>
                <a:lnTo>
                  <a:pt x="1066" y="494"/>
                </a:lnTo>
                <a:lnTo>
                  <a:pt x="1064" y="494"/>
                </a:lnTo>
                <a:lnTo>
                  <a:pt x="1062" y="494"/>
                </a:lnTo>
                <a:lnTo>
                  <a:pt x="1061" y="496"/>
                </a:lnTo>
                <a:lnTo>
                  <a:pt x="1060" y="497"/>
                </a:lnTo>
                <a:lnTo>
                  <a:pt x="1056" y="498"/>
                </a:lnTo>
                <a:lnTo>
                  <a:pt x="1056" y="499"/>
                </a:lnTo>
                <a:lnTo>
                  <a:pt x="1057" y="499"/>
                </a:lnTo>
                <a:lnTo>
                  <a:pt x="1058" y="500"/>
                </a:lnTo>
                <a:lnTo>
                  <a:pt x="1058" y="501"/>
                </a:lnTo>
                <a:lnTo>
                  <a:pt x="1058" y="502"/>
                </a:lnTo>
                <a:lnTo>
                  <a:pt x="1057" y="503"/>
                </a:lnTo>
                <a:lnTo>
                  <a:pt x="1056" y="502"/>
                </a:lnTo>
                <a:lnTo>
                  <a:pt x="1055" y="501"/>
                </a:lnTo>
                <a:lnTo>
                  <a:pt x="1052" y="501"/>
                </a:lnTo>
                <a:lnTo>
                  <a:pt x="1051" y="501"/>
                </a:lnTo>
                <a:lnTo>
                  <a:pt x="1052" y="502"/>
                </a:lnTo>
                <a:lnTo>
                  <a:pt x="1053" y="503"/>
                </a:lnTo>
                <a:lnTo>
                  <a:pt x="1053" y="504"/>
                </a:lnTo>
                <a:lnTo>
                  <a:pt x="1050" y="506"/>
                </a:lnTo>
                <a:lnTo>
                  <a:pt x="1048" y="506"/>
                </a:lnTo>
                <a:lnTo>
                  <a:pt x="1045" y="507"/>
                </a:lnTo>
                <a:lnTo>
                  <a:pt x="1044" y="507"/>
                </a:lnTo>
                <a:lnTo>
                  <a:pt x="1042" y="506"/>
                </a:lnTo>
                <a:lnTo>
                  <a:pt x="1040" y="506"/>
                </a:lnTo>
                <a:lnTo>
                  <a:pt x="1039" y="505"/>
                </a:lnTo>
                <a:lnTo>
                  <a:pt x="1038" y="506"/>
                </a:lnTo>
                <a:lnTo>
                  <a:pt x="1038" y="507"/>
                </a:lnTo>
                <a:lnTo>
                  <a:pt x="1035" y="507"/>
                </a:lnTo>
                <a:lnTo>
                  <a:pt x="1035" y="508"/>
                </a:lnTo>
                <a:lnTo>
                  <a:pt x="1035" y="509"/>
                </a:lnTo>
                <a:lnTo>
                  <a:pt x="1036" y="510"/>
                </a:lnTo>
                <a:lnTo>
                  <a:pt x="1036" y="511"/>
                </a:lnTo>
                <a:lnTo>
                  <a:pt x="1037" y="511"/>
                </a:lnTo>
                <a:lnTo>
                  <a:pt x="1037" y="512"/>
                </a:lnTo>
                <a:lnTo>
                  <a:pt x="1037" y="513"/>
                </a:lnTo>
                <a:lnTo>
                  <a:pt x="1037" y="515"/>
                </a:lnTo>
                <a:lnTo>
                  <a:pt x="1038" y="515"/>
                </a:lnTo>
                <a:lnTo>
                  <a:pt x="1040" y="516"/>
                </a:lnTo>
                <a:lnTo>
                  <a:pt x="1042" y="516"/>
                </a:lnTo>
                <a:lnTo>
                  <a:pt x="1043" y="517"/>
                </a:lnTo>
                <a:lnTo>
                  <a:pt x="1043" y="518"/>
                </a:lnTo>
                <a:lnTo>
                  <a:pt x="1044" y="518"/>
                </a:lnTo>
                <a:lnTo>
                  <a:pt x="1045" y="518"/>
                </a:lnTo>
                <a:lnTo>
                  <a:pt x="1046" y="517"/>
                </a:lnTo>
                <a:lnTo>
                  <a:pt x="1048" y="518"/>
                </a:lnTo>
                <a:lnTo>
                  <a:pt x="1048" y="519"/>
                </a:lnTo>
                <a:lnTo>
                  <a:pt x="1050" y="520"/>
                </a:lnTo>
                <a:lnTo>
                  <a:pt x="1052" y="521"/>
                </a:lnTo>
                <a:lnTo>
                  <a:pt x="1052" y="522"/>
                </a:lnTo>
                <a:lnTo>
                  <a:pt x="1051" y="522"/>
                </a:lnTo>
                <a:lnTo>
                  <a:pt x="1051" y="523"/>
                </a:lnTo>
                <a:lnTo>
                  <a:pt x="1053" y="525"/>
                </a:lnTo>
                <a:lnTo>
                  <a:pt x="1054" y="527"/>
                </a:lnTo>
                <a:lnTo>
                  <a:pt x="1054" y="530"/>
                </a:lnTo>
                <a:lnTo>
                  <a:pt x="1054" y="533"/>
                </a:lnTo>
                <a:lnTo>
                  <a:pt x="1055" y="533"/>
                </a:lnTo>
                <a:lnTo>
                  <a:pt x="1056" y="533"/>
                </a:lnTo>
                <a:lnTo>
                  <a:pt x="1056" y="535"/>
                </a:lnTo>
                <a:lnTo>
                  <a:pt x="1056" y="536"/>
                </a:lnTo>
                <a:lnTo>
                  <a:pt x="1056" y="537"/>
                </a:lnTo>
                <a:lnTo>
                  <a:pt x="1057" y="537"/>
                </a:lnTo>
                <a:lnTo>
                  <a:pt x="1058" y="539"/>
                </a:lnTo>
                <a:lnTo>
                  <a:pt x="1059" y="539"/>
                </a:lnTo>
                <a:lnTo>
                  <a:pt x="1058" y="539"/>
                </a:lnTo>
                <a:lnTo>
                  <a:pt x="1058" y="540"/>
                </a:lnTo>
                <a:lnTo>
                  <a:pt x="1057" y="541"/>
                </a:lnTo>
                <a:lnTo>
                  <a:pt x="1056" y="542"/>
                </a:lnTo>
                <a:lnTo>
                  <a:pt x="1055" y="542"/>
                </a:lnTo>
                <a:lnTo>
                  <a:pt x="1053" y="543"/>
                </a:lnTo>
                <a:lnTo>
                  <a:pt x="1053" y="544"/>
                </a:lnTo>
                <a:lnTo>
                  <a:pt x="1053" y="545"/>
                </a:lnTo>
                <a:lnTo>
                  <a:pt x="1053" y="546"/>
                </a:lnTo>
                <a:lnTo>
                  <a:pt x="1054" y="546"/>
                </a:lnTo>
                <a:lnTo>
                  <a:pt x="1055" y="548"/>
                </a:lnTo>
                <a:lnTo>
                  <a:pt x="1054" y="549"/>
                </a:lnTo>
                <a:lnTo>
                  <a:pt x="1052" y="550"/>
                </a:lnTo>
                <a:lnTo>
                  <a:pt x="1051" y="552"/>
                </a:lnTo>
                <a:lnTo>
                  <a:pt x="1050" y="552"/>
                </a:lnTo>
                <a:lnTo>
                  <a:pt x="1050" y="553"/>
                </a:lnTo>
                <a:lnTo>
                  <a:pt x="1051" y="554"/>
                </a:lnTo>
                <a:lnTo>
                  <a:pt x="1051" y="555"/>
                </a:lnTo>
                <a:lnTo>
                  <a:pt x="1052" y="555"/>
                </a:lnTo>
                <a:lnTo>
                  <a:pt x="1052" y="554"/>
                </a:lnTo>
                <a:lnTo>
                  <a:pt x="1053" y="554"/>
                </a:lnTo>
                <a:lnTo>
                  <a:pt x="1054" y="555"/>
                </a:lnTo>
                <a:lnTo>
                  <a:pt x="1054" y="556"/>
                </a:lnTo>
                <a:lnTo>
                  <a:pt x="1053" y="556"/>
                </a:lnTo>
                <a:lnTo>
                  <a:pt x="1053" y="557"/>
                </a:lnTo>
                <a:lnTo>
                  <a:pt x="1050" y="559"/>
                </a:lnTo>
                <a:lnTo>
                  <a:pt x="1048" y="559"/>
                </a:lnTo>
                <a:lnTo>
                  <a:pt x="1047" y="560"/>
                </a:lnTo>
                <a:lnTo>
                  <a:pt x="1047" y="561"/>
                </a:lnTo>
                <a:lnTo>
                  <a:pt x="1046" y="561"/>
                </a:lnTo>
                <a:lnTo>
                  <a:pt x="1045" y="562"/>
                </a:lnTo>
                <a:lnTo>
                  <a:pt x="1044" y="562"/>
                </a:lnTo>
                <a:lnTo>
                  <a:pt x="1044" y="563"/>
                </a:lnTo>
                <a:lnTo>
                  <a:pt x="1044" y="564"/>
                </a:lnTo>
                <a:lnTo>
                  <a:pt x="1043" y="565"/>
                </a:lnTo>
                <a:lnTo>
                  <a:pt x="1043" y="566"/>
                </a:lnTo>
                <a:lnTo>
                  <a:pt x="1042" y="567"/>
                </a:lnTo>
                <a:lnTo>
                  <a:pt x="1042" y="568"/>
                </a:lnTo>
                <a:lnTo>
                  <a:pt x="1042" y="569"/>
                </a:lnTo>
                <a:lnTo>
                  <a:pt x="1042" y="571"/>
                </a:lnTo>
                <a:lnTo>
                  <a:pt x="1040" y="571"/>
                </a:lnTo>
                <a:lnTo>
                  <a:pt x="1039" y="574"/>
                </a:lnTo>
                <a:lnTo>
                  <a:pt x="1039" y="576"/>
                </a:lnTo>
                <a:lnTo>
                  <a:pt x="1040" y="579"/>
                </a:lnTo>
                <a:lnTo>
                  <a:pt x="1039" y="580"/>
                </a:lnTo>
                <a:lnTo>
                  <a:pt x="1038" y="580"/>
                </a:lnTo>
                <a:lnTo>
                  <a:pt x="1037" y="580"/>
                </a:lnTo>
                <a:lnTo>
                  <a:pt x="1036" y="581"/>
                </a:lnTo>
                <a:lnTo>
                  <a:pt x="1035" y="583"/>
                </a:lnTo>
                <a:lnTo>
                  <a:pt x="1035" y="584"/>
                </a:lnTo>
                <a:lnTo>
                  <a:pt x="1036" y="585"/>
                </a:lnTo>
                <a:lnTo>
                  <a:pt x="1037" y="587"/>
                </a:lnTo>
                <a:lnTo>
                  <a:pt x="1037" y="588"/>
                </a:lnTo>
                <a:lnTo>
                  <a:pt x="1037" y="589"/>
                </a:lnTo>
                <a:lnTo>
                  <a:pt x="1037" y="590"/>
                </a:lnTo>
                <a:lnTo>
                  <a:pt x="1038" y="591"/>
                </a:lnTo>
                <a:lnTo>
                  <a:pt x="1039" y="591"/>
                </a:lnTo>
                <a:lnTo>
                  <a:pt x="1039" y="590"/>
                </a:lnTo>
                <a:lnTo>
                  <a:pt x="1040" y="590"/>
                </a:lnTo>
                <a:lnTo>
                  <a:pt x="1041" y="591"/>
                </a:lnTo>
                <a:lnTo>
                  <a:pt x="1042" y="591"/>
                </a:lnTo>
                <a:lnTo>
                  <a:pt x="1044" y="591"/>
                </a:lnTo>
                <a:lnTo>
                  <a:pt x="1045" y="591"/>
                </a:lnTo>
                <a:lnTo>
                  <a:pt x="1047" y="594"/>
                </a:lnTo>
                <a:lnTo>
                  <a:pt x="1048" y="595"/>
                </a:lnTo>
                <a:lnTo>
                  <a:pt x="1048" y="596"/>
                </a:lnTo>
                <a:lnTo>
                  <a:pt x="1048" y="597"/>
                </a:lnTo>
                <a:lnTo>
                  <a:pt x="1050" y="596"/>
                </a:lnTo>
                <a:lnTo>
                  <a:pt x="1051" y="596"/>
                </a:lnTo>
                <a:lnTo>
                  <a:pt x="1052" y="594"/>
                </a:lnTo>
                <a:lnTo>
                  <a:pt x="1054" y="593"/>
                </a:lnTo>
                <a:lnTo>
                  <a:pt x="1056" y="592"/>
                </a:lnTo>
                <a:lnTo>
                  <a:pt x="1062" y="591"/>
                </a:lnTo>
                <a:lnTo>
                  <a:pt x="1064" y="591"/>
                </a:lnTo>
                <a:lnTo>
                  <a:pt x="1065" y="591"/>
                </a:lnTo>
                <a:lnTo>
                  <a:pt x="1066" y="590"/>
                </a:lnTo>
                <a:lnTo>
                  <a:pt x="1067" y="589"/>
                </a:lnTo>
                <a:lnTo>
                  <a:pt x="1067" y="588"/>
                </a:lnTo>
                <a:lnTo>
                  <a:pt x="1067" y="587"/>
                </a:lnTo>
                <a:lnTo>
                  <a:pt x="1068" y="586"/>
                </a:lnTo>
                <a:lnTo>
                  <a:pt x="1070" y="585"/>
                </a:lnTo>
                <a:lnTo>
                  <a:pt x="1071" y="585"/>
                </a:lnTo>
                <a:lnTo>
                  <a:pt x="1072" y="586"/>
                </a:lnTo>
                <a:lnTo>
                  <a:pt x="1072" y="587"/>
                </a:lnTo>
                <a:lnTo>
                  <a:pt x="1072" y="588"/>
                </a:lnTo>
                <a:lnTo>
                  <a:pt x="1073" y="588"/>
                </a:lnTo>
                <a:lnTo>
                  <a:pt x="1072" y="588"/>
                </a:lnTo>
                <a:lnTo>
                  <a:pt x="1072" y="589"/>
                </a:lnTo>
                <a:lnTo>
                  <a:pt x="1072" y="588"/>
                </a:lnTo>
                <a:lnTo>
                  <a:pt x="1072" y="589"/>
                </a:lnTo>
                <a:lnTo>
                  <a:pt x="1071" y="589"/>
                </a:lnTo>
                <a:lnTo>
                  <a:pt x="1070" y="591"/>
                </a:lnTo>
                <a:lnTo>
                  <a:pt x="1069" y="592"/>
                </a:lnTo>
                <a:lnTo>
                  <a:pt x="1069" y="593"/>
                </a:lnTo>
                <a:lnTo>
                  <a:pt x="1069" y="594"/>
                </a:lnTo>
                <a:lnTo>
                  <a:pt x="1068" y="596"/>
                </a:lnTo>
                <a:lnTo>
                  <a:pt x="1068" y="597"/>
                </a:lnTo>
                <a:lnTo>
                  <a:pt x="1067" y="598"/>
                </a:lnTo>
                <a:lnTo>
                  <a:pt x="1066" y="599"/>
                </a:lnTo>
                <a:lnTo>
                  <a:pt x="1066" y="600"/>
                </a:lnTo>
                <a:lnTo>
                  <a:pt x="1067" y="601"/>
                </a:lnTo>
                <a:lnTo>
                  <a:pt x="1068" y="601"/>
                </a:lnTo>
                <a:lnTo>
                  <a:pt x="1069" y="603"/>
                </a:lnTo>
                <a:lnTo>
                  <a:pt x="1069" y="605"/>
                </a:lnTo>
                <a:lnTo>
                  <a:pt x="1069" y="606"/>
                </a:lnTo>
                <a:lnTo>
                  <a:pt x="1069" y="607"/>
                </a:lnTo>
                <a:lnTo>
                  <a:pt x="1070" y="607"/>
                </a:lnTo>
                <a:lnTo>
                  <a:pt x="1071" y="607"/>
                </a:lnTo>
                <a:lnTo>
                  <a:pt x="1071" y="606"/>
                </a:lnTo>
                <a:lnTo>
                  <a:pt x="1072" y="607"/>
                </a:lnTo>
                <a:lnTo>
                  <a:pt x="1073" y="608"/>
                </a:lnTo>
                <a:lnTo>
                  <a:pt x="1072" y="609"/>
                </a:lnTo>
                <a:lnTo>
                  <a:pt x="1071" y="609"/>
                </a:lnTo>
                <a:lnTo>
                  <a:pt x="1070" y="610"/>
                </a:lnTo>
                <a:lnTo>
                  <a:pt x="1071" y="611"/>
                </a:lnTo>
                <a:lnTo>
                  <a:pt x="1071" y="612"/>
                </a:lnTo>
                <a:lnTo>
                  <a:pt x="1072" y="612"/>
                </a:lnTo>
                <a:lnTo>
                  <a:pt x="1073" y="613"/>
                </a:lnTo>
                <a:lnTo>
                  <a:pt x="1073" y="614"/>
                </a:lnTo>
                <a:lnTo>
                  <a:pt x="1073" y="615"/>
                </a:lnTo>
                <a:lnTo>
                  <a:pt x="1072" y="615"/>
                </a:lnTo>
                <a:lnTo>
                  <a:pt x="1072" y="616"/>
                </a:lnTo>
                <a:lnTo>
                  <a:pt x="1074" y="619"/>
                </a:lnTo>
                <a:lnTo>
                  <a:pt x="1075" y="619"/>
                </a:lnTo>
                <a:lnTo>
                  <a:pt x="1076" y="619"/>
                </a:lnTo>
                <a:lnTo>
                  <a:pt x="1077" y="618"/>
                </a:lnTo>
                <a:lnTo>
                  <a:pt x="1078" y="618"/>
                </a:lnTo>
                <a:lnTo>
                  <a:pt x="1078" y="619"/>
                </a:lnTo>
                <a:lnTo>
                  <a:pt x="1080" y="621"/>
                </a:lnTo>
                <a:lnTo>
                  <a:pt x="1080" y="622"/>
                </a:lnTo>
                <a:lnTo>
                  <a:pt x="1081" y="622"/>
                </a:lnTo>
                <a:lnTo>
                  <a:pt x="1081" y="625"/>
                </a:lnTo>
                <a:lnTo>
                  <a:pt x="1081" y="626"/>
                </a:lnTo>
                <a:lnTo>
                  <a:pt x="1080" y="628"/>
                </a:lnTo>
                <a:lnTo>
                  <a:pt x="1078" y="629"/>
                </a:lnTo>
                <a:lnTo>
                  <a:pt x="1077" y="629"/>
                </a:lnTo>
                <a:lnTo>
                  <a:pt x="1076" y="629"/>
                </a:lnTo>
                <a:lnTo>
                  <a:pt x="1074" y="629"/>
                </a:lnTo>
                <a:lnTo>
                  <a:pt x="1074" y="630"/>
                </a:lnTo>
                <a:lnTo>
                  <a:pt x="1072" y="630"/>
                </a:lnTo>
                <a:lnTo>
                  <a:pt x="1071" y="630"/>
                </a:lnTo>
                <a:lnTo>
                  <a:pt x="1070" y="629"/>
                </a:lnTo>
                <a:lnTo>
                  <a:pt x="1069" y="631"/>
                </a:lnTo>
                <a:lnTo>
                  <a:pt x="1070" y="634"/>
                </a:lnTo>
                <a:lnTo>
                  <a:pt x="1070" y="636"/>
                </a:lnTo>
                <a:lnTo>
                  <a:pt x="1070" y="637"/>
                </a:lnTo>
                <a:lnTo>
                  <a:pt x="1070" y="638"/>
                </a:lnTo>
                <a:lnTo>
                  <a:pt x="1072" y="639"/>
                </a:lnTo>
                <a:lnTo>
                  <a:pt x="1074" y="639"/>
                </a:lnTo>
                <a:lnTo>
                  <a:pt x="1075" y="639"/>
                </a:lnTo>
                <a:lnTo>
                  <a:pt x="1075" y="640"/>
                </a:lnTo>
                <a:lnTo>
                  <a:pt x="1076" y="640"/>
                </a:lnTo>
                <a:lnTo>
                  <a:pt x="1075" y="641"/>
                </a:lnTo>
                <a:lnTo>
                  <a:pt x="1075" y="642"/>
                </a:lnTo>
                <a:lnTo>
                  <a:pt x="1076" y="643"/>
                </a:lnTo>
                <a:lnTo>
                  <a:pt x="1076" y="644"/>
                </a:lnTo>
                <a:lnTo>
                  <a:pt x="1076" y="646"/>
                </a:lnTo>
                <a:lnTo>
                  <a:pt x="1076" y="647"/>
                </a:lnTo>
                <a:lnTo>
                  <a:pt x="1075" y="648"/>
                </a:lnTo>
                <a:lnTo>
                  <a:pt x="1074" y="648"/>
                </a:lnTo>
                <a:lnTo>
                  <a:pt x="1073" y="649"/>
                </a:lnTo>
                <a:lnTo>
                  <a:pt x="1072" y="649"/>
                </a:lnTo>
                <a:lnTo>
                  <a:pt x="1073" y="650"/>
                </a:lnTo>
                <a:lnTo>
                  <a:pt x="1072" y="651"/>
                </a:lnTo>
                <a:lnTo>
                  <a:pt x="1071" y="652"/>
                </a:lnTo>
                <a:lnTo>
                  <a:pt x="1070" y="652"/>
                </a:lnTo>
                <a:lnTo>
                  <a:pt x="1069" y="652"/>
                </a:lnTo>
                <a:lnTo>
                  <a:pt x="1068" y="654"/>
                </a:lnTo>
                <a:lnTo>
                  <a:pt x="1067" y="654"/>
                </a:lnTo>
                <a:lnTo>
                  <a:pt x="1067" y="655"/>
                </a:lnTo>
                <a:lnTo>
                  <a:pt x="1066" y="656"/>
                </a:lnTo>
                <a:lnTo>
                  <a:pt x="1064" y="656"/>
                </a:lnTo>
                <a:lnTo>
                  <a:pt x="1063" y="656"/>
                </a:lnTo>
                <a:lnTo>
                  <a:pt x="1063" y="657"/>
                </a:lnTo>
                <a:lnTo>
                  <a:pt x="1064" y="657"/>
                </a:lnTo>
                <a:lnTo>
                  <a:pt x="1066" y="657"/>
                </a:lnTo>
                <a:lnTo>
                  <a:pt x="1069" y="659"/>
                </a:lnTo>
                <a:lnTo>
                  <a:pt x="1068" y="664"/>
                </a:lnTo>
                <a:lnTo>
                  <a:pt x="1068" y="665"/>
                </a:lnTo>
                <a:lnTo>
                  <a:pt x="1068" y="666"/>
                </a:lnTo>
                <a:lnTo>
                  <a:pt x="1067" y="667"/>
                </a:lnTo>
                <a:lnTo>
                  <a:pt x="1066" y="668"/>
                </a:lnTo>
                <a:lnTo>
                  <a:pt x="1065" y="668"/>
                </a:lnTo>
                <a:lnTo>
                  <a:pt x="1063" y="669"/>
                </a:lnTo>
                <a:lnTo>
                  <a:pt x="1061" y="670"/>
                </a:lnTo>
                <a:lnTo>
                  <a:pt x="1060" y="671"/>
                </a:lnTo>
                <a:lnTo>
                  <a:pt x="1061" y="672"/>
                </a:lnTo>
                <a:lnTo>
                  <a:pt x="1061" y="673"/>
                </a:lnTo>
                <a:lnTo>
                  <a:pt x="1061" y="674"/>
                </a:lnTo>
                <a:lnTo>
                  <a:pt x="1061" y="676"/>
                </a:lnTo>
                <a:lnTo>
                  <a:pt x="1060" y="677"/>
                </a:lnTo>
                <a:lnTo>
                  <a:pt x="1058" y="680"/>
                </a:lnTo>
                <a:lnTo>
                  <a:pt x="1057" y="681"/>
                </a:lnTo>
                <a:lnTo>
                  <a:pt x="1055" y="683"/>
                </a:lnTo>
                <a:lnTo>
                  <a:pt x="1054" y="683"/>
                </a:lnTo>
                <a:lnTo>
                  <a:pt x="1052" y="683"/>
                </a:lnTo>
                <a:lnTo>
                  <a:pt x="1052" y="684"/>
                </a:lnTo>
                <a:lnTo>
                  <a:pt x="1051" y="684"/>
                </a:lnTo>
                <a:lnTo>
                  <a:pt x="1051" y="687"/>
                </a:lnTo>
                <a:lnTo>
                  <a:pt x="1051" y="689"/>
                </a:lnTo>
                <a:lnTo>
                  <a:pt x="1052" y="690"/>
                </a:lnTo>
                <a:lnTo>
                  <a:pt x="1052" y="691"/>
                </a:lnTo>
                <a:lnTo>
                  <a:pt x="1052" y="692"/>
                </a:lnTo>
                <a:lnTo>
                  <a:pt x="1051" y="693"/>
                </a:lnTo>
                <a:lnTo>
                  <a:pt x="1051" y="694"/>
                </a:lnTo>
                <a:lnTo>
                  <a:pt x="1051" y="695"/>
                </a:lnTo>
                <a:lnTo>
                  <a:pt x="1052" y="697"/>
                </a:lnTo>
                <a:lnTo>
                  <a:pt x="1051" y="697"/>
                </a:lnTo>
                <a:lnTo>
                  <a:pt x="1051" y="698"/>
                </a:lnTo>
                <a:lnTo>
                  <a:pt x="1050" y="698"/>
                </a:lnTo>
                <a:lnTo>
                  <a:pt x="1050" y="699"/>
                </a:lnTo>
                <a:lnTo>
                  <a:pt x="1051" y="700"/>
                </a:lnTo>
                <a:lnTo>
                  <a:pt x="1052" y="700"/>
                </a:lnTo>
                <a:lnTo>
                  <a:pt x="1052" y="702"/>
                </a:lnTo>
                <a:lnTo>
                  <a:pt x="1053" y="705"/>
                </a:lnTo>
                <a:lnTo>
                  <a:pt x="1051" y="705"/>
                </a:lnTo>
                <a:lnTo>
                  <a:pt x="1050" y="705"/>
                </a:lnTo>
                <a:lnTo>
                  <a:pt x="1048" y="705"/>
                </a:lnTo>
                <a:lnTo>
                  <a:pt x="1047" y="705"/>
                </a:lnTo>
                <a:lnTo>
                  <a:pt x="1047" y="706"/>
                </a:lnTo>
                <a:lnTo>
                  <a:pt x="1048" y="706"/>
                </a:lnTo>
                <a:lnTo>
                  <a:pt x="1048" y="707"/>
                </a:lnTo>
                <a:lnTo>
                  <a:pt x="1048" y="708"/>
                </a:lnTo>
                <a:lnTo>
                  <a:pt x="1045" y="709"/>
                </a:lnTo>
                <a:lnTo>
                  <a:pt x="1044" y="709"/>
                </a:lnTo>
                <a:lnTo>
                  <a:pt x="1042" y="709"/>
                </a:lnTo>
                <a:lnTo>
                  <a:pt x="1039" y="709"/>
                </a:lnTo>
                <a:lnTo>
                  <a:pt x="1038" y="709"/>
                </a:lnTo>
                <a:lnTo>
                  <a:pt x="1037" y="708"/>
                </a:lnTo>
                <a:lnTo>
                  <a:pt x="1036" y="706"/>
                </a:lnTo>
                <a:lnTo>
                  <a:pt x="1034" y="705"/>
                </a:lnTo>
                <a:lnTo>
                  <a:pt x="1033" y="705"/>
                </a:lnTo>
                <a:lnTo>
                  <a:pt x="1032" y="705"/>
                </a:lnTo>
                <a:lnTo>
                  <a:pt x="1031" y="705"/>
                </a:lnTo>
                <a:lnTo>
                  <a:pt x="1028" y="705"/>
                </a:lnTo>
                <a:lnTo>
                  <a:pt x="1028" y="704"/>
                </a:lnTo>
                <a:lnTo>
                  <a:pt x="1028" y="703"/>
                </a:lnTo>
                <a:lnTo>
                  <a:pt x="1028" y="702"/>
                </a:lnTo>
                <a:lnTo>
                  <a:pt x="1028" y="701"/>
                </a:lnTo>
                <a:lnTo>
                  <a:pt x="1028" y="700"/>
                </a:lnTo>
                <a:lnTo>
                  <a:pt x="1027" y="700"/>
                </a:lnTo>
                <a:lnTo>
                  <a:pt x="1026" y="700"/>
                </a:lnTo>
                <a:lnTo>
                  <a:pt x="1026" y="699"/>
                </a:lnTo>
                <a:lnTo>
                  <a:pt x="1026" y="698"/>
                </a:lnTo>
                <a:lnTo>
                  <a:pt x="1027" y="698"/>
                </a:lnTo>
                <a:lnTo>
                  <a:pt x="1028" y="698"/>
                </a:lnTo>
                <a:lnTo>
                  <a:pt x="1028" y="697"/>
                </a:lnTo>
                <a:lnTo>
                  <a:pt x="1028" y="695"/>
                </a:lnTo>
                <a:lnTo>
                  <a:pt x="1028" y="694"/>
                </a:lnTo>
                <a:lnTo>
                  <a:pt x="1027" y="694"/>
                </a:lnTo>
                <a:lnTo>
                  <a:pt x="1027" y="693"/>
                </a:lnTo>
                <a:lnTo>
                  <a:pt x="1025" y="692"/>
                </a:lnTo>
                <a:lnTo>
                  <a:pt x="1024" y="692"/>
                </a:lnTo>
                <a:lnTo>
                  <a:pt x="1023" y="691"/>
                </a:lnTo>
                <a:lnTo>
                  <a:pt x="1022" y="691"/>
                </a:lnTo>
                <a:lnTo>
                  <a:pt x="1021" y="692"/>
                </a:lnTo>
                <a:lnTo>
                  <a:pt x="1020" y="693"/>
                </a:lnTo>
                <a:lnTo>
                  <a:pt x="1022" y="696"/>
                </a:lnTo>
                <a:lnTo>
                  <a:pt x="1025" y="697"/>
                </a:lnTo>
                <a:lnTo>
                  <a:pt x="1025" y="698"/>
                </a:lnTo>
                <a:lnTo>
                  <a:pt x="1024" y="699"/>
                </a:lnTo>
                <a:lnTo>
                  <a:pt x="1023" y="700"/>
                </a:lnTo>
                <a:lnTo>
                  <a:pt x="1023" y="701"/>
                </a:lnTo>
                <a:lnTo>
                  <a:pt x="1022" y="701"/>
                </a:lnTo>
                <a:lnTo>
                  <a:pt x="1021" y="701"/>
                </a:lnTo>
                <a:lnTo>
                  <a:pt x="1020" y="700"/>
                </a:lnTo>
                <a:lnTo>
                  <a:pt x="1019" y="701"/>
                </a:lnTo>
                <a:lnTo>
                  <a:pt x="1019" y="702"/>
                </a:lnTo>
                <a:lnTo>
                  <a:pt x="1019" y="703"/>
                </a:lnTo>
                <a:lnTo>
                  <a:pt x="1018" y="704"/>
                </a:lnTo>
                <a:lnTo>
                  <a:pt x="1018" y="705"/>
                </a:lnTo>
                <a:lnTo>
                  <a:pt x="1017" y="705"/>
                </a:lnTo>
                <a:lnTo>
                  <a:pt x="1017" y="704"/>
                </a:lnTo>
                <a:lnTo>
                  <a:pt x="1015" y="703"/>
                </a:lnTo>
                <a:lnTo>
                  <a:pt x="1015" y="702"/>
                </a:lnTo>
                <a:lnTo>
                  <a:pt x="1014" y="701"/>
                </a:lnTo>
                <a:lnTo>
                  <a:pt x="1014" y="700"/>
                </a:lnTo>
                <a:lnTo>
                  <a:pt x="1014" y="699"/>
                </a:lnTo>
                <a:lnTo>
                  <a:pt x="1015" y="699"/>
                </a:lnTo>
                <a:lnTo>
                  <a:pt x="1016" y="698"/>
                </a:lnTo>
                <a:lnTo>
                  <a:pt x="1017" y="698"/>
                </a:lnTo>
                <a:lnTo>
                  <a:pt x="1017" y="697"/>
                </a:lnTo>
                <a:lnTo>
                  <a:pt x="1016" y="694"/>
                </a:lnTo>
                <a:lnTo>
                  <a:pt x="1016" y="693"/>
                </a:lnTo>
                <a:lnTo>
                  <a:pt x="1015" y="692"/>
                </a:lnTo>
                <a:lnTo>
                  <a:pt x="1014" y="692"/>
                </a:lnTo>
                <a:lnTo>
                  <a:pt x="1013" y="691"/>
                </a:lnTo>
                <a:lnTo>
                  <a:pt x="1012" y="691"/>
                </a:lnTo>
                <a:lnTo>
                  <a:pt x="1011" y="691"/>
                </a:lnTo>
                <a:lnTo>
                  <a:pt x="1010" y="691"/>
                </a:lnTo>
                <a:lnTo>
                  <a:pt x="1010" y="692"/>
                </a:lnTo>
                <a:lnTo>
                  <a:pt x="1009" y="692"/>
                </a:lnTo>
                <a:lnTo>
                  <a:pt x="1008" y="692"/>
                </a:lnTo>
                <a:lnTo>
                  <a:pt x="1007" y="692"/>
                </a:lnTo>
                <a:lnTo>
                  <a:pt x="1005" y="695"/>
                </a:lnTo>
                <a:lnTo>
                  <a:pt x="1004" y="696"/>
                </a:lnTo>
                <a:lnTo>
                  <a:pt x="1004" y="698"/>
                </a:lnTo>
                <a:lnTo>
                  <a:pt x="1003" y="697"/>
                </a:lnTo>
                <a:lnTo>
                  <a:pt x="1000" y="696"/>
                </a:lnTo>
                <a:lnTo>
                  <a:pt x="999" y="696"/>
                </a:lnTo>
                <a:lnTo>
                  <a:pt x="999" y="695"/>
                </a:lnTo>
                <a:lnTo>
                  <a:pt x="998" y="695"/>
                </a:lnTo>
                <a:lnTo>
                  <a:pt x="998" y="696"/>
                </a:lnTo>
                <a:lnTo>
                  <a:pt x="997" y="696"/>
                </a:lnTo>
                <a:lnTo>
                  <a:pt x="996" y="696"/>
                </a:lnTo>
                <a:lnTo>
                  <a:pt x="994" y="695"/>
                </a:lnTo>
                <a:lnTo>
                  <a:pt x="993" y="695"/>
                </a:lnTo>
                <a:lnTo>
                  <a:pt x="992" y="695"/>
                </a:lnTo>
                <a:lnTo>
                  <a:pt x="988" y="698"/>
                </a:lnTo>
                <a:lnTo>
                  <a:pt x="988" y="699"/>
                </a:lnTo>
                <a:lnTo>
                  <a:pt x="989" y="699"/>
                </a:lnTo>
                <a:lnTo>
                  <a:pt x="990" y="701"/>
                </a:lnTo>
                <a:lnTo>
                  <a:pt x="990" y="702"/>
                </a:lnTo>
                <a:lnTo>
                  <a:pt x="989" y="702"/>
                </a:lnTo>
                <a:lnTo>
                  <a:pt x="989" y="701"/>
                </a:lnTo>
                <a:lnTo>
                  <a:pt x="988" y="701"/>
                </a:lnTo>
                <a:lnTo>
                  <a:pt x="987" y="702"/>
                </a:lnTo>
                <a:lnTo>
                  <a:pt x="986" y="704"/>
                </a:lnTo>
                <a:lnTo>
                  <a:pt x="986" y="705"/>
                </a:lnTo>
                <a:lnTo>
                  <a:pt x="986" y="706"/>
                </a:lnTo>
                <a:lnTo>
                  <a:pt x="985" y="706"/>
                </a:lnTo>
                <a:lnTo>
                  <a:pt x="984" y="705"/>
                </a:lnTo>
                <a:lnTo>
                  <a:pt x="983" y="705"/>
                </a:lnTo>
                <a:lnTo>
                  <a:pt x="982" y="706"/>
                </a:lnTo>
                <a:lnTo>
                  <a:pt x="982" y="707"/>
                </a:lnTo>
                <a:lnTo>
                  <a:pt x="983" y="707"/>
                </a:lnTo>
                <a:lnTo>
                  <a:pt x="983" y="708"/>
                </a:lnTo>
                <a:lnTo>
                  <a:pt x="982" y="708"/>
                </a:lnTo>
                <a:lnTo>
                  <a:pt x="981" y="709"/>
                </a:lnTo>
                <a:lnTo>
                  <a:pt x="981" y="708"/>
                </a:lnTo>
                <a:lnTo>
                  <a:pt x="980" y="708"/>
                </a:lnTo>
                <a:lnTo>
                  <a:pt x="980" y="707"/>
                </a:lnTo>
                <a:lnTo>
                  <a:pt x="979" y="706"/>
                </a:lnTo>
                <a:lnTo>
                  <a:pt x="976" y="708"/>
                </a:lnTo>
                <a:lnTo>
                  <a:pt x="974" y="709"/>
                </a:lnTo>
                <a:lnTo>
                  <a:pt x="972" y="712"/>
                </a:lnTo>
                <a:lnTo>
                  <a:pt x="971" y="712"/>
                </a:lnTo>
                <a:lnTo>
                  <a:pt x="971" y="714"/>
                </a:lnTo>
                <a:lnTo>
                  <a:pt x="972" y="718"/>
                </a:lnTo>
                <a:lnTo>
                  <a:pt x="973" y="719"/>
                </a:lnTo>
                <a:lnTo>
                  <a:pt x="975" y="719"/>
                </a:lnTo>
                <a:lnTo>
                  <a:pt x="976" y="719"/>
                </a:lnTo>
                <a:lnTo>
                  <a:pt x="978" y="718"/>
                </a:lnTo>
                <a:lnTo>
                  <a:pt x="979" y="718"/>
                </a:lnTo>
                <a:lnTo>
                  <a:pt x="980" y="719"/>
                </a:lnTo>
                <a:lnTo>
                  <a:pt x="981" y="719"/>
                </a:lnTo>
                <a:lnTo>
                  <a:pt x="983" y="717"/>
                </a:lnTo>
                <a:lnTo>
                  <a:pt x="984" y="717"/>
                </a:lnTo>
                <a:lnTo>
                  <a:pt x="984" y="716"/>
                </a:lnTo>
                <a:lnTo>
                  <a:pt x="986" y="714"/>
                </a:lnTo>
                <a:lnTo>
                  <a:pt x="987" y="713"/>
                </a:lnTo>
                <a:lnTo>
                  <a:pt x="987" y="712"/>
                </a:lnTo>
                <a:lnTo>
                  <a:pt x="987" y="710"/>
                </a:lnTo>
                <a:lnTo>
                  <a:pt x="988" y="710"/>
                </a:lnTo>
                <a:lnTo>
                  <a:pt x="989" y="710"/>
                </a:lnTo>
                <a:lnTo>
                  <a:pt x="990" y="709"/>
                </a:lnTo>
                <a:lnTo>
                  <a:pt x="990" y="708"/>
                </a:lnTo>
                <a:lnTo>
                  <a:pt x="990" y="707"/>
                </a:lnTo>
                <a:lnTo>
                  <a:pt x="991" y="707"/>
                </a:lnTo>
                <a:lnTo>
                  <a:pt x="994" y="708"/>
                </a:lnTo>
                <a:lnTo>
                  <a:pt x="994" y="709"/>
                </a:lnTo>
                <a:lnTo>
                  <a:pt x="995" y="709"/>
                </a:lnTo>
                <a:lnTo>
                  <a:pt x="996" y="709"/>
                </a:lnTo>
                <a:lnTo>
                  <a:pt x="997" y="709"/>
                </a:lnTo>
                <a:lnTo>
                  <a:pt x="998" y="708"/>
                </a:lnTo>
                <a:lnTo>
                  <a:pt x="998" y="707"/>
                </a:lnTo>
                <a:lnTo>
                  <a:pt x="998" y="706"/>
                </a:lnTo>
                <a:lnTo>
                  <a:pt x="999" y="705"/>
                </a:lnTo>
                <a:lnTo>
                  <a:pt x="1000" y="705"/>
                </a:lnTo>
                <a:lnTo>
                  <a:pt x="1000" y="706"/>
                </a:lnTo>
                <a:lnTo>
                  <a:pt x="1000" y="707"/>
                </a:lnTo>
                <a:lnTo>
                  <a:pt x="1000" y="708"/>
                </a:lnTo>
                <a:lnTo>
                  <a:pt x="1001" y="708"/>
                </a:lnTo>
                <a:lnTo>
                  <a:pt x="1002" y="709"/>
                </a:lnTo>
                <a:lnTo>
                  <a:pt x="1004" y="710"/>
                </a:lnTo>
                <a:lnTo>
                  <a:pt x="1005" y="710"/>
                </a:lnTo>
                <a:lnTo>
                  <a:pt x="1004" y="711"/>
                </a:lnTo>
                <a:lnTo>
                  <a:pt x="1003" y="711"/>
                </a:lnTo>
                <a:lnTo>
                  <a:pt x="1003" y="712"/>
                </a:lnTo>
                <a:lnTo>
                  <a:pt x="1004" y="713"/>
                </a:lnTo>
                <a:lnTo>
                  <a:pt x="1004" y="714"/>
                </a:lnTo>
                <a:lnTo>
                  <a:pt x="1004" y="715"/>
                </a:lnTo>
                <a:lnTo>
                  <a:pt x="1003" y="716"/>
                </a:lnTo>
                <a:lnTo>
                  <a:pt x="1002" y="716"/>
                </a:lnTo>
                <a:lnTo>
                  <a:pt x="1001" y="718"/>
                </a:lnTo>
                <a:lnTo>
                  <a:pt x="1000" y="721"/>
                </a:lnTo>
                <a:lnTo>
                  <a:pt x="998" y="725"/>
                </a:lnTo>
                <a:lnTo>
                  <a:pt x="997" y="727"/>
                </a:lnTo>
                <a:lnTo>
                  <a:pt x="997" y="728"/>
                </a:lnTo>
                <a:lnTo>
                  <a:pt x="997" y="729"/>
                </a:lnTo>
                <a:lnTo>
                  <a:pt x="998" y="731"/>
                </a:lnTo>
                <a:lnTo>
                  <a:pt x="999" y="731"/>
                </a:lnTo>
                <a:lnTo>
                  <a:pt x="1000" y="731"/>
                </a:lnTo>
                <a:lnTo>
                  <a:pt x="1000" y="732"/>
                </a:lnTo>
                <a:lnTo>
                  <a:pt x="1000" y="733"/>
                </a:lnTo>
                <a:lnTo>
                  <a:pt x="999" y="733"/>
                </a:lnTo>
                <a:lnTo>
                  <a:pt x="999" y="734"/>
                </a:lnTo>
                <a:lnTo>
                  <a:pt x="999" y="735"/>
                </a:lnTo>
                <a:lnTo>
                  <a:pt x="1000" y="738"/>
                </a:lnTo>
                <a:lnTo>
                  <a:pt x="1000" y="739"/>
                </a:lnTo>
                <a:lnTo>
                  <a:pt x="1000" y="740"/>
                </a:lnTo>
                <a:lnTo>
                  <a:pt x="1001" y="741"/>
                </a:lnTo>
                <a:lnTo>
                  <a:pt x="1002" y="741"/>
                </a:lnTo>
                <a:lnTo>
                  <a:pt x="1003" y="741"/>
                </a:lnTo>
                <a:lnTo>
                  <a:pt x="1004" y="742"/>
                </a:lnTo>
                <a:lnTo>
                  <a:pt x="1005" y="742"/>
                </a:lnTo>
                <a:lnTo>
                  <a:pt x="1007" y="744"/>
                </a:lnTo>
                <a:lnTo>
                  <a:pt x="1008" y="744"/>
                </a:lnTo>
                <a:lnTo>
                  <a:pt x="1007" y="745"/>
                </a:lnTo>
                <a:lnTo>
                  <a:pt x="1007" y="746"/>
                </a:lnTo>
                <a:lnTo>
                  <a:pt x="1006" y="747"/>
                </a:lnTo>
                <a:lnTo>
                  <a:pt x="1005" y="747"/>
                </a:lnTo>
                <a:lnTo>
                  <a:pt x="1004" y="746"/>
                </a:lnTo>
                <a:lnTo>
                  <a:pt x="1004" y="747"/>
                </a:lnTo>
                <a:lnTo>
                  <a:pt x="1003" y="748"/>
                </a:lnTo>
                <a:lnTo>
                  <a:pt x="1002" y="750"/>
                </a:lnTo>
                <a:lnTo>
                  <a:pt x="1001" y="750"/>
                </a:lnTo>
                <a:lnTo>
                  <a:pt x="1000" y="750"/>
                </a:lnTo>
                <a:lnTo>
                  <a:pt x="1001" y="750"/>
                </a:lnTo>
                <a:lnTo>
                  <a:pt x="1000" y="750"/>
                </a:lnTo>
                <a:lnTo>
                  <a:pt x="1000" y="749"/>
                </a:lnTo>
                <a:lnTo>
                  <a:pt x="998" y="751"/>
                </a:lnTo>
                <a:lnTo>
                  <a:pt x="997" y="752"/>
                </a:lnTo>
                <a:lnTo>
                  <a:pt x="996" y="752"/>
                </a:lnTo>
                <a:lnTo>
                  <a:pt x="994" y="751"/>
                </a:lnTo>
                <a:lnTo>
                  <a:pt x="993" y="750"/>
                </a:lnTo>
                <a:lnTo>
                  <a:pt x="991" y="748"/>
                </a:lnTo>
                <a:lnTo>
                  <a:pt x="990" y="748"/>
                </a:lnTo>
                <a:lnTo>
                  <a:pt x="989" y="748"/>
                </a:lnTo>
                <a:lnTo>
                  <a:pt x="987" y="749"/>
                </a:lnTo>
                <a:lnTo>
                  <a:pt x="986" y="747"/>
                </a:lnTo>
                <a:lnTo>
                  <a:pt x="986" y="746"/>
                </a:lnTo>
                <a:lnTo>
                  <a:pt x="983" y="744"/>
                </a:lnTo>
                <a:lnTo>
                  <a:pt x="982" y="744"/>
                </a:lnTo>
                <a:lnTo>
                  <a:pt x="979" y="744"/>
                </a:lnTo>
                <a:lnTo>
                  <a:pt x="978" y="746"/>
                </a:lnTo>
                <a:lnTo>
                  <a:pt x="977" y="746"/>
                </a:lnTo>
                <a:lnTo>
                  <a:pt x="976" y="747"/>
                </a:lnTo>
                <a:lnTo>
                  <a:pt x="974" y="747"/>
                </a:lnTo>
                <a:lnTo>
                  <a:pt x="972" y="747"/>
                </a:lnTo>
                <a:lnTo>
                  <a:pt x="971" y="747"/>
                </a:lnTo>
                <a:lnTo>
                  <a:pt x="971" y="746"/>
                </a:lnTo>
                <a:lnTo>
                  <a:pt x="972" y="746"/>
                </a:lnTo>
                <a:lnTo>
                  <a:pt x="972" y="745"/>
                </a:lnTo>
                <a:lnTo>
                  <a:pt x="972" y="744"/>
                </a:lnTo>
                <a:lnTo>
                  <a:pt x="971" y="744"/>
                </a:lnTo>
                <a:lnTo>
                  <a:pt x="970" y="744"/>
                </a:lnTo>
                <a:lnTo>
                  <a:pt x="970" y="745"/>
                </a:lnTo>
                <a:lnTo>
                  <a:pt x="967" y="744"/>
                </a:lnTo>
                <a:lnTo>
                  <a:pt x="966" y="745"/>
                </a:lnTo>
                <a:lnTo>
                  <a:pt x="965" y="745"/>
                </a:lnTo>
                <a:lnTo>
                  <a:pt x="964" y="745"/>
                </a:lnTo>
                <a:lnTo>
                  <a:pt x="964" y="746"/>
                </a:lnTo>
                <a:lnTo>
                  <a:pt x="963" y="746"/>
                </a:lnTo>
                <a:lnTo>
                  <a:pt x="961" y="747"/>
                </a:lnTo>
                <a:lnTo>
                  <a:pt x="960" y="747"/>
                </a:lnTo>
                <a:lnTo>
                  <a:pt x="959" y="747"/>
                </a:lnTo>
                <a:lnTo>
                  <a:pt x="959" y="748"/>
                </a:lnTo>
                <a:lnTo>
                  <a:pt x="958" y="749"/>
                </a:lnTo>
                <a:lnTo>
                  <a:pt x="958" y="750"/>
                </a:lnTo>
                <a:lnTo>
                  <a:pt x="958" y="751"/>
                </a:lnTo>
                <a:lnTo>
                  <a:pt x="957" y="751"/>
                </a:lnTo>
                <a:lnTo>
                  <a:pt x="956" y="749"/>
                </a:lnTo>
                <a:lnTo>
                  <a:pt x="955" y="749"/>
                </a:lnTo>
                <a:lnTo>
                  <a:pt x="955" y="748"/>
                </a:lnTo>
                <a:lnTo>
                  <a:pt x="955" y="747"/>
                </a:lnTo>
                <a:lnTo>
                  <a:pt x="954" y="746"/>
                </a:lnTo>
                <a:lnTo>
                  <a:pt x="953" y="746"/>
                </a:lnTo>
                <a:lnTo>
                  <a:pt x="951" y="745"/>
                </a:lnTo>
                <a:lnTo>
                  <a:pt x="952" y="742"/>
                </a:lnTo>
                <a:lnTo>
                  <a:pt x="953" y="741"/>
                </a:lnTo>
                <a:lnTo>
                  <a:pt x="954" y="741"/>
                </a:lnTo>
                <a:lnTo>
                  <a:pt x="954" y="740"/>
                </a:lnTo>
                <a:lnTo>
                  <a:pt x="954" y="739"/>
                </a:lnTo>
                <a:lnTo>
                  <a:pt x="953" y="738"/>
                </a:lnTo>
                <a:lnTo>
                  <a:pt x="953" y="737"/>
                </a:lnTo>
                <a:lnTo>
                  <a:pt x="952" y="736"/>
                </a:lnTo>
                <a:lnTo>
                  <a:pt x="951" y="736"/>
                </a:lnTo>
                <a:lnTo>
                  <a:pt x="951" y="734"/>
                </a:lnTo>
                <a:lnTo>
                  <a:pt x="952" y="732"/>
                </a:lnTo>
                <a:lnTo>
                  <a:pt x="951" y="731"/>
                </a:lnTo>
                <a:lnTo>
                  <a:pt x="948" y="731"/>
                </a:lnTo>
                <a:lnTo>
                  <a:pt x="948" y="730"/>
                </a:lnTo>
                <a:lnTo>
                  <a:pt x="947" y="730"/>
                </a:lnTo>
                <a:lnTo>
                  <a:pt x="947" y="729"/>
                </a:lnTo>
                <a:lnTo>
                  <a:pt x="945" y="729"/>
                </a:lnTo>
                <a:lnTo>
                  <a:pt x="944" y="729"/>
                </a:lnTo>
                <a:lnTo>
                  <a:pt x="942" y="729"/>
                </a:lnTo>
                <a:lnTo>
                  <a:pt x="940" y="729"/>
                </a:lnTo>
                <a:lnTo>
                  <a:pt x="939" y="731"/>
                </a:lnTo>
                <a:lnTo>
                  <a:pt x="937" y="732"/>
                </a:lnTo>
                <a:lnTo>
                  <a:pt x="936" y="732"/>
                </a:lnTo>
                <a:lnTo>
                  <a:pt x="934" y="732"/>
                </a:lnTo>
                <a:lnTo>
                  <a:pt x="933" y="732"/>
                </a:lnTo>
                <a:lnTo>
                  <a:pt x="933" y="734"/>
                </a:lnTo>
                <a:lnTo>
                  <a:pt x="933" y="736"/>
                </a:lnTo>
                <a:lnTo>
                  <a:pt x="934" y="736"/>
                </a:lnTo>
                <a:lnTo>
                  <a:pt x="935" y="736"/>
                </a:lnTo>
                <a:lnTo>
                  <a:pt x="934" y="737"/>
                </a:lnTo>
                <a:lnTo>
                  <a:pt x="934" y="738"/>
                </a:lnTo>
                <a:lnTo>
                  <a:pt x="934" y="740"/>
                </a:lnTo>
                <a:lnTo>
                  <a:pt x="933" y="739"/>
                </a:lnTo>
                <a:lnTo>
                  <a:pt x="932" y="739"/>
                </a:lnTo>
                <a:lnTo>
                  <a:pt x="931" y="739"/>
                </a:lnTo>
                <a:lnTo>
                  <a:pt x="930" y="739"/>
                </a:lnTo>
                <a:lnTo>
                  <a:pt x="929" y="740"/>
                </a:lnTo>
                <a:lnTo>
                  <a:pt x="929" y="742"/>
                </a:lnTo>
                <a:lnTo>
                  <a:pt x="929" y="743"/>
                </a:lnTo>
                <a:lnTo>
                  <a:pt x="929" y="744"/>
                </a:lnTo>
                <a:lnTo>
                  <a:pt x="930" y="744"/>
                </a:lnTo>
                <a:lnTo>
                  <a:pt x="930" y="745"/>
                </a:lnTo>
                <a:lnTo>
                  <a:pt x="929" y="745"/>
                </a:lnTo>
                <a:lnTo>
                  <a:pt x="929" y="747"/>
                </a:lnTo>
                <a:lnTo>
                  <a:pt x="930" y="747"/>
                </a:lnTo>
                <a:lnTo>
                  <a:pt x="931" y="748"/>
                </a:lnTo>
                <a:lnTo>
                  <a:pt x="932" y="749"/>
                </a:lnTo>
                <a:lnTo>
                  <a:pt x="933" y="749"/>
                </a:lnTo>
                <a:lnTo>
                  <a:pt x="933" y="750"/>
                </a:lnTo>
                <a:lnTo>
                  <a:pt x="934" y="750"/>
                </a:lnTo>
                <a:lnTo>
                  <a:pt x="935" y="751"/>
                </a:lnTo>
                <a:lnTo>
                  <a:pt x="935" y="752"/>
                </a:lnTo>
                <a:lnTo>
                  <a:pt x="935" y="754"/>
                </a:lnTo>
                <a:lnTo>
                  <a:pt x="935" y="753"/>
                </a:lnTo>
                <a:lnTo>
                  <a:pt x="934" y="753"/>
                </a:lnTo>
                <a:lnTo>
                  <a:pt x="933" y="753"/>
                </a:lnTo>
                <a:lnTo>
                  <a:pt x="932" y="752"/>
                </a:lnTo>
                <a:lnTo>
                  <a:pt x="930" y="751"/>
                </a:lnTo>
                <a:lnTo>
                  <a:pt x="928" y="752"/>
                </a:lnTo>
                <a:lnTo>
                  <a:pt x="926" y="752"/>
                </a:lnTo>
                <a:lnTo>
                  <a:pt x="926" y="753"/>
                </a:lnTo>
                <a:lnTo>
                  <a:pt x="925" y="753"/>
                </a:lnTo>
                <a:lnTo>
                  <a:pt x="924" y="754"/>
                </a:lnTo>
                <a:lnTo>
                  <a:pt x="923" y="757"/>
                </a:lnTo>
                <a:lnTo>
                  <a:pt x="922" y="758"/>
                </a:lnTo>
                <a:lnTo>
                  <a:pt x="922" y="759"/>
                </a:lnTo>
                <a:lnTo>
                  <a:pt x="921" y="760"/>
                </a:lnTo>
                <a:lnTo>
                  <a:pt x="922" y="761"/>
                </a:lnTo>
                <a:lnTo>
                  <a:pt x="922" y="762"/>
                </a:lnTo>
                <a:lnTo>
                  <a:pt x="923" y="762"/>
                </a:lnTo>
                <a:lnTo>
                  <a:pt x="924" y="762"/>
                </a:lnTo>
                <a:lnTo>
                  <a:pt x="924" y="763"/>
                </a:lnTo>
                <a:lnTo>
                  <a:pt x="925" y="765"/>
                </a:lnTo>
                <a:lnTo>
                  <a:pt x="924" y="765"/>
                </a:lnTo>
                <a:lnTo>
                  <a:pt x="923" y="765"/>
                </a:lnTo>
                <a:lnTo>
                  <a:pt x="922" y="763"/>
                </a:lnTo>
                <a:lnTo>
                  <a:pt x="921" y="763"/>
                </a:lnTo>
                <a:lnTo>
                  <a:pt x="921" y="762"/>
                </a:lnTo>
                <a:lnTo>
                  <a:pt x="920" y="762"/>
                </a:lnTo>
                <a:lnTo>
                  <a:pt x="918" y="768"/>
                </a:lnTo>
                <a:lnTo>
                  <a:pt x="918" y="770"/>
                </a:lnTo>
                <a:lnTo>
                  <a:pt x="919" y="770"/>
                </a:lnTo>
                <a:lnTo>
                  <a:pt x="919" y="771"/>
                </a:lnTo>
                <a:lnTo>
                  <a:pt x="919" y="772"/>
                </a:lnTo>
                <a:lnTo>
                  <a:pt x="918" y="773"/>
                </a:lnTo>
                <a:lnTo>
                  <a:pt x="917" y="773"/>
                </a:lnTo>
                <a:lnTo>
                  <a:pt x="917" y="774"/>
                </a:lnTo>
                <a:lnTo>
                  <a:pt x="917" y="775"/>
                </a:lnTo>
                <a:lnTo>
                  <a:pt x="917" y="776"/>
                </a:lnTo>
                <a:lnTo>
                  <a:pt x="918" y="776"/>
                </a:lnTo>
                <a:lnTo>
                  <a:pt x="919" y="777"/>
                </a:lnTo>
                <a:lnTo>
                  <a:pt x="920" y="777"/>
                </a:lnTo>
                <a:lnTo>
                  <a:pt x="921" y="776"/>
                </a:lnTo>
                <a:lnTo>
                  <a:pt x="922" y="776"/>
                </a:lnTo>
                <a:lnTo>
                  <a:pt x="922" y="778"/>
                </a:lnTo>
                <a:lnTo>
                  <a:pt x="922" y="780"/>
                </a:lnTo>
                <a:lnTo>
                  <a:pt x="923" y="782"/>
                </a:lnTo>
                <a:lnTo>
                  <a:pt x="924" y="784"/>
                </a:lnTo>
                <a:lnTo>
                  <a:pt x="923" y="784"/>
                </a:lnTo>
                <a:lnTo>
                  <a:pt x="923" y="786"/>
                </a:lnTo>
                <a:lnTo>
                  <a:pt x="924" y="789"/>
                </a:lnTo>
                <a:lnTo>
                  <a:pt x="925" y="791"/>
                </a:lnTo>
                <a:lnTo>
                  <a:pt x="925" y="792"/>
                </a:lnTo>
                <a:lnTo>
                  <a:pt x="924" y="793"/>
                </a:lnTo>
                <a:lnTo>
                  <a:pt x="924" y="796"/>
                </a:lnTo>
                <a:lnTo>
                  <a:pt x="924" y="797"/>
                </a:lnTo>
                <a:lnTo>
                  <a:pt x="923" y="797"/>
                </a:lnTo>
                <a:lnTo>
                  <a:pt x="922" y="796"/>
                </a:lnTo>
                <a:lnTo>
                  <a:pt x="918" y="792"/>
                </a:lnTo>
                <a:lnTo>
                  <a:pt x="918" y="791"/>
                </a:lnTo>
                <a:lnTo>
                  <a:pt x="918" y="790"/>
                </a:lnTo>
                <a:lnTo>
                  <a:pt x="918" y="789"/>
                </a:lnTo>
                <a:lnTo>
                  <a:pt x="919" y="788"/>
                </a:lnTo>
                <a:lnTo>
                  <a:pt x="918" y="788"/>
                </a:lnTo>
                <a:lnTo>
                  <a:pt x="917" y="786"/>
                </a:lnTo>
                <a:lnTo>
                  <a:pt x="915" y="785"/>
                </a:lnTo>
                <a:lnTo>
                  <a:pt x="912" y="783"/>
                </a:lnTo>
                <a:lnTo>
                  <a:pt x="913" y="783"/>
                </a:lnTo>
                <a:lnTo>
                  <a:pt x="913" y="782"/>
                </a:lnTo>
                <a:lnTo>
                  <a:pt x="911" y="780"/>
                </a:lnTo>
                <a:lnTo>
                  <a:pt x="909" y="778"/>
                </a:lnTo>
                <a:lnTo>
                  <a:pt x="907" y="776"/>
                </a:lnTo>
                <a:lnTo>
                  <a:pt x="905" y="775"/>
                </a:lnTo>
                <a:lnTo>
                  <a:pt x="904" y="775"/>
                </a:lnTo>
                <a:lnTo>
                  <a:pt x="903" y="776"/>
                </a:lnTo>
                <a:lnTo>
                  <a:pt x="903" y="775"/>
                </a:lnTo>
                <a:lnTo>
                  <a:pt x="903" y="774"/>
                </a:lnTo>
                <a:lnTo>
                  <a:pt x="903" y="773"/>
                </a:lnTo>
                <a:lnTo>
                  <a:pt x="901" y="770"/>
                </a:lnTo>
                <a:lnTo>
                  <a:pt x="901" y="769"/>
                </a:lnTo>
                <a:lnTo>
                  <a:pt x="898" y="768"/>
                </a:lnTo>
                <a:lnTo>
                  <a:pt x="898" y="767"/>
                </a:lnTo>
                <a:lnTo>
                  <a:pt x="897" y="767"/>
                </a:lnTo>
                <a:lnTo>
                  <a:pt x="894" y="768"/>
                </a:lnTo>
                <a:lnTo>
                  <a:pt x="891" y="769"/>
                </a:lnTo>
                <a:lnTo>
                  <a:pt x="890" y="769"/>
                </a:lnTo>
                <a:lnTo>
                  <a:pt x="889" y="769"/>
                </a:lnTo>
                <a:lnTo>
                  <a:pt x="889" y="770"/>
                </a:lnTo>
                <a:lnTo>
                  <a:pt x="888" y="771"/>
                </a:lnTo>
                <a:lnTo>
                  <a:pt x="888" y="772"/>
                </a:lnTo>
                <a:lnTo>
                  <a:pt x="887" y="772"/>
                </a:lnTo>
                <a:lnTo>
                  <a:pt x="886" y="771"/>
                </a:lnTo>
                <a:lnTo>
                  <a:pt x="885" y="771"/>
                </a:lnTo>
                <a:lnTo>
                  <a:pt x="885" y="770"/>
                </a:lnTo>
                <a:lnTo>
                  <a:pt x="885" y="768"/>
                </a:lnTo>
                <a:lnTo>
                  <a:pt x="885" y="767"/>
                </a:lnTo>
                <a:lnTo>
                  <a:pt x="884" y="767"/>
                </a:lnTo>
                <a:lnTo>
                  <a:pt x="884" y="765"/>
                </a:lnTo>
                <a:lnTo>
                  <a:pt x="882" y="762"/>
                </a:lnTo>
                <a:lnTo>
                  <a:pt x="881" y="761"/>
                </a:lnTo>
                <a:lnTo>
                  <a:pt x="880" y="760"/>
                </a:lnTo>
                <a:lnTo>
                  <a:pt x="877" y="759"/>
                </a:lnTo>
                <a:lnTo>
                  <a:pt x="876" y="758"/>
                </a:lnTo>
                <a:lnTo>
                  <a:pt x="874" y="757"/>
                </a:lnTo>
                <a:lnTo>
                  <a:pt x="873" y="755"/>
                </a:lnTo>
                <a:lnTo>
                  <a:pt x="872" y="754"/>
                </a:lnTo>
                <a:lnTo>
                  <a:pt x="873" y="754"/>
                </a:lnTo>
                <a:lnTo>
                  <a:pt x="873" y="753"/>
                </a:lnTo>
                <a:lnTo>
                  <a:pt x="872" y="752"/>
                </a:lnTo>
                <a:lnTo>
                  <a:pt x="871" y="752"/>
                </a:lnTo>
                <a:lnTo>
                  <a:pt x="869" y="752"/>
                </a:lnTo>
                <a:lnTo>
                  <a:pt x="866" y="755"/>
                </a:lnTo>
                <a:lnTo>
                  <a:pt x="865" y="754"/>
                </a:lnTo>
                <a:lnTo>
                  <a:pt x="864" y="754"/>
                </a:lnTo>
                <a:lnTo>
                  <a:pt x="864" y="755"/>
                </a:lnTo>
                <a:lnTo>
                  <a:pt x="864" y="756"/>
                </a:lnTo>
                <a:lnTo>
                  <a:pt x="863" y="756"/>
                </a:lnTo>
                <a:lnTo>
                  <a:pt x="863" y="757"/>
                </a:lnTo>
                <a:lnTo>
                  <a:pt x="863" y="759"/>
                </a:lnTo>
                <a:lnTo>
                  <a:pt x="862" y="761"/>
                </a:lnTo>
                <a:lnTo>
                  <a:pt x="862" y="762"/>
                </a:lnTo>
                <a:lnTo>
                  <a:pt x="863" y="762"/>
                </a:lnTo>
                <a:lnTo>
                  <a:pt x="863" y="763"/>
                </a:lnTo>
                <a:lnTo>
                  <a:pt x="862" y="764"/>
                </a:lnTo>
                <a:lnTo>
                  <a:pt x="861" y="764"/>
                </a:lnTo>
                <a:lnTo>
                  <a:pt x="860" y="765"/>
                </a:lnTo>
                <a:lnTo>
                  <a:pt x="859" y="764"/>
                </a:lnTo>
                <a:lnTo>
                  <a:pt x="857" y="765"/>
                </a:lnTo>
                <a:lnTo>
                  <a:pt x="856" y="765"/>
                </a:lnTo>
                <a:lnTo>
                  <a:pt x="856" y="766"/>
                </a:lnTo>
                <a:lnTo>
                  <a:pt x="855" y="766"/>
                </a:lnTo>
                <a:lnTo>
                  <a:pt x="855" y="767"/>
                </a:lnTo>
                <a:lnTo>
                  <a:pt x="854" y="767"/>
                </a:lnTo>
                <a:lnTo>
                  <a:pt x="853" y="768"/>
                </a:lnTo>
                <a:lnTo>
                  <a:pt x="852" y="768"/>
                </a:lnTo>
                <a:lnTo>
                  <a:pt x="852" y="769"/>
                </a:lnTo>
                <a:lnTo>
                  <a:pt x="852" y="770"/>
                </a:lnTo>
                <a:lnTo>
                  <a:pt x="853" y="771"/>
                </a:lnTo>
                <a:lnTo>
                  <a:pt x="854" y="772"/>
                </a:lnTo>
                <a:lnTo>
                  <a:pt x="854" y="773"/>
                </a:lnTo>
                <a:lnTo>
                  <a:pt x="855" y="773"/>
                </a:lnTo>
                <a:lnTo>
                  <a:pt x="854" y="774"/>
                </a:lnTo>
                <a:lnTo>
                  <a:pt x="854" y="775"/>
                </a:lnTo>
                <a:lnTo>
                  <a:pt x="853" y="775"/>
                </a:lnTo>
                <a:lnTo>
                  <a:pt x="851" y="775"/>
                </a:lnTo>
                <a:lnTo>
                  <a:pt x="850" y="773"/>
                </a:lnTo>
                <a:lnTo>
                  <a:pt x="849" y="770"/>
                </a:lnTo>
                <a:lnTo>
                  <a:pt x="848" y="770"/>
                </a:lnTo>
                <a:lnTo>
                  <a:pt x="847" y="770"/>
                </a:lnTo>
                <a:lnTo>
                  <a:pt x="847" y="771"/>
                </a:lnTo>
                <a:lnTo>
                  <a:pt x="847" y="770"/>
                </a:lnTo>
                <a:lnTo>
                  <a:pt x="844" y="769"/>
                </a:lnTo>
                <a:lnTo>
                  <a:pt x="842" y="770"/>
                </a:lnTo>
                <a:lnTo>
                  <a:pt x="840" y="771"/>
                </a:lnTo>
                <a:lnTo>
                  <a:pt x="837" y="772"/>
                </a:lnTo>
                <a:lnTo>
                  <a:pt x="837" y="773"/>
                </a:lnTo>
                <a:lnTo>
                  <a:pt x="838" y="774"/>
                </a:lnTo>
                <a:lnTo>
                  <a:pt x="838" y="775"/>
                </a:lnTo>
                <a:lnTo>
                  <a:pt x="839" y="775"/>
                </a:lnTo>
                <a:lnTo>
                  <a:pt x="840" y="774"/>
                </a:lnTo>
                <a:lnTo>
                  <a:pt x="842" y="776"/>
                </a:lnTo>
                <a:lnTo>
                  <a:pt x="842" y="777"/>
                </a:lnTo>
                <a:lnTo>
                  <a:pt x="842" y="778"/>
                </a:lnTo>
                <a:lnTo>
                  <a:pt x="843" y="779"/>
                </a:lnTo>
                <a:lnTo>
                  <a:pt x="844" y="779"/>
                </a:lnTo>
                <a:lnTo>
                  <a:pt x="844" y="780"/>
                </a:lnTo>
                <a:lnTo>
                  <a:pt x="844" y="781"/>
                </a:lnTo>
                <a:lnTo>
                  <a:pt x="843" y="782"/>
                </a:lnTo>
                <a:lnTo>
                  <a:pt x="842" y="783"/>
                </a:lnTo>
                <a:lnTo>
                  <a:pt x="841" y="783"/>
                </a:lnTo>
                <a:lnTo>
                  <a:pt x="838" y="782"/>
                </a:lnTo>
                <a:lnTo>
                  <a:pt x="837" y="782"/>
                </a:lnTo>
                <a:lnTo>
                  <a:pt x="836" y="782"/>
                </a:lnTo>
                <a:lnTo>
                  <a:pt x="835" y="783"/>
                </a:lnTo>
                <a:lnTo>
                  <a:pt x="833" y="783"/>
                </a:lnTo>
                <a:lnTo>
                  <a:pt x="835" y="783"/>
                </a:lnTo>
                <a:lnTo>
                  <a:pt x="836" y="784"/>
                </a:lnTo>
                <a:lnTo>
                  <a:pt x="837" y="785"/>
                </a:lnTo>
                <a:lnTo>
                  <a:pt x="837" y="786"/>
                </a:lnTo>
                <a:lnTo>
                  <a:pt x="837" y="785"/>
                </a:lnTo>
                <a:lnTo>
                  <a:pt x="837" y="786"/>
                </a:lnTo>
                <a:lnTo>
                  <a:pt x="837" y="788"/>
                </a:lnTo>
                <a:lnTo>
                  <a:pt x="837" y="790"/>
                </a:lnTo>
                <a:lnTo>
                  <a:pt x="837" y="791"/>
                </a:lnTo>
                <a:lnTo>
                  <a:pt x="836" y="791"/>
                </a:lnTo>
                <a:lnTo>
                  <a:pt x="835" y="792"/>
                </a:lnTo>
                <a:lnTo>
                  <a:pt x="836" y="793"/>
                </a:lnTo>
                <a:lnTo>
                  <a:pt x="836" y="794"/>
                </a:lnTo>
                <a:lnTo>
                  <a:pt x="837" y="794"/>
                </a:lnTo>
                <a:lnTo>
                  <a:pt x="837" y="795"/>
                </a:lnTo>
                <a:lnTo>
                  <a:pt x="838" y="796"/>
                </a:lnTo>
                <a:lnTo>
                  <a:pt x="838" y="797"/>
                </a:lnTo>
                <a:lnTo>
                  <a:pt x="837" y="797"/>
                </a:lnTo>
                <a:lnTo>
                  <a:pt x="837" y="799"/>
                </a:lnTo>
                <a:lnTo>
                  <a:pt x="837" y="800"/>
                </a:lnTo>
                <a:lnTo>
                  <a:pt x="836" y="802"/>
                </a:lnTo>
                <a:lnTo>
                  <a:pt x="835" y="803"/>
                </a:lnTo>
                <a:lnTo>
                  <a:pt x="833" y="804"/>
                </a:lnTo>
                <a:lnTo>
                  <a:pt x="833" y="805"/>
                </a:lnTo>
                <a:lnTo>
                  <a:pt x="835" y="805"/>
                </a:lnTo>
                <a:lnTo>
                  <a:pt x="836" y="806"/>
                </a:lnTo>
                <a:lnTo>
                  <a:pt x="836" y="807"/>
                </a:lnTo>
                <a:lnTo>
                  <a:pt x="836" y="808"/>
                </a:lnTo>
                <a:lnTo>
                  <a:pt x="835" y="808"/>
                </a:lnTo>
                <a:lnTo>
                  <a:pt x="835" y="809"/>
                </a:lnTo>
                <a:lnTo>
                  <a:pt x="833" y="810"/>
                </a:lnTo>
                <a:lnTo>
                  <a:pt x="833" y="811"/>
                </a:lnTo>
                <a:lnTo>
                  <a:pt x="833" y="812"/>
                </a:lnTo>
                <a:lnTo>
                  <a:pt x="835" y="813"/>
                </a:lnTo>
                <a:lnTo>
                  <a:pt x="835" y="815"/>
                </a:lnTo>
                <a:lnTo>
                  <a:pt x="835" y="816"/>
                </a:lnTo>
                <a:lnTo>
                  <a:pt x="833" y="816"/>
                </a:lnTo>
                <a:lnTo>
                  <a:pt x="832" y="816"/>
                </a:lnTo>
                <a:lnTo>
                  <a:pt x="831" y="817"/>
                </a:lnTo>
                <a:lnTo>
                  <a:pt x="830" y="818"/>
                </a:lnTo>
                <a:lnTo>
                  <a:pt x="829" y="820"/>
                </a:lnTo>
                <a:lnTo>
                  <a:pt x="828" y="821"/>
                </a:lnTo>
                <a:lnTo>
                  <a:pt x="827" y="821"/>
                </a:lnTo>
                <a:lnTo>
                  <a:pt x="826" y="822"/>
                </a:lnTo>
                <a:lnTo>
                  <a:pt x="825" y="823"/>
                </a:lnTo>
                <a:lnTo>
                  <a:pt x="823" y="823"/>
                </a:lnTo>
                <a:lnTo>
                  <a:pt x="821" y="823"/>
                </a:lnTo>
                <a:lnTo>
                  <a:pt x="820" y="823"/>
                </a:lnTo>
                <a:lnTo>
                  <a:pt x="819" y="823"/>
                </a:lnTo>
                <a:lnTo>
                  <a:pt x="817" y="822"/>
                </a:lnTo>
                <a:lnTo>
                  <a:pt x="816" y="823"/>
                </a:lnTo>
                <a:lnTo>
                  <a:pt x="815" y="823"/>
                </a:lnTo>
                <a:lnTo>
                  <a:pt x="813" y="823"/>
                </a:lnTo>
                <a:lnTo>
                  <a:pt x="813" y="824"/>
                </a:lnTo>
                <a:lnTo>
                  <a:pt x="811" y="824"/>
                </a:lnTo>
                <a:lnTo>
                  <a:pt x="810" y="824"/>
                </a:lnTo>
                <a:lnTo>
                  <a:pt x="809" y="823"/>
                </a:lnTo>
                <a:lnTo>
                  <a:pt x="808" y="823"/>
                </a:lnTo>
                <a:lnTo>
                  <a:pt x="808" y="824"/>
                </a:lnTo>
                <a:lnTo>
                  <a:pt x="807" y="826"/>
                </a:lnTo>
                <a:lnTo>
                  <a:pt x="806" y="826"/>
                </a:lnTo>
                <a:lnTo>
                  <a:pt x="805" y="826"/>
                </a:lnTo>
                <a:lnTo>
                  <a:pt x="804" y="826"/>
                </a:lnTo>
                <a:lnTo>
                  <a:pt x="803" y="827"/>
                </a:lnTo>
                <a:lnTo>
                  <a:pt x="802" y="827"/>
                </a:lnTo>
                <a:lnTo>
                  <a:pt x="801" y="827"/>
                </a:lnTo>
                <a:lnTo>
                  <a:pt x="800" y="828"/>
                </a:lnTo>
                <a:lnTo>
                  <a:pt x="799" y="829"/>
                </a:lnTo>
                <a:lnTo>
                  <a:pt x="796" y="831"/>
                </a:lnTo>
                <a:lnTo>
                  <a:pt x="795" y="832"/>
                </a:lnTo>
                <a:lnTo>
                  <a:pt x="794" y="832"/>
                </a:lnTo>
                <a:lnTo>
                  <a:pt x="793" y="833"/>
                </a:lnTo>
                <a:lnTo>
                  <a:pt x="792" y="833"/>
                </a:lnTo>
                <a:lnTo>
                  <a:pt x="791" y="833"/>
                </a:lnTo>
                <a:lnTo>
                  <a:pt x="790" y="833"/>
                </a:lnTo>
                <a:lnTo>
                  <a:pt x="788" y="835"/>
                </a:lnTo>
                <a:lnTo>
                  <a:pt x="787" y="835"/>
                </a:lnTo>
                <a:lnTo>
                  <a:pt x="786" y="835"/>
                </a:lnTo>
                <a:lnTo>
                  <a:pt x="785" y="835"/>
                </a:lnTo>
                <a:lnTo>
                  <a:pt x="785" y="836"/>
                </a:lnTo>
                <a:lnTo>
                  <a:pt x="785" y="838"/>
                </a:lnTo>
                <a:lnTo>
                  <a:pt x="784" y="839"/>
                </a:lnTo>
                <a:lnTo>
                  <a:pt x="783" y="839"/>
                </a:lnTo>
                <a:lnTo>
                  <a:pt x="782" y="839"/>
                </a:lnTo>
                <a:lnTo>
                  <a:pt x="779" y="840"/>
                </a:lnTo>
                <a:lnTo>
                  <a:pt x="778" y="839"/>
                </a:lnTo>
                <a:lnTo>
                  <a:pt x="777" y="839"/>
                </a:lnTo>
                <a:lnTo>
                  <a:pt x="776" y="839"/>
                </a:lnTo>
                <a:lnTo>
                  <a:pt x="775" y="838"/>
                </a:lnTo>
                <a:lnTo>
                  <a:pt x="774" y="839"/>
                </a:lnTo>
                <a:lnTo>
                  <a:pt x="773" y="839"/>
                </a:lnTo>
                <a:lnTo>
                  <a:pt x="771" y="841"/>
                </a:lnTo>
                <a:lnTo>
                  <a:pt x="769" y="840"/>
                </a:lnTo>
                <a:lnTo>
                  <a:pt x="768" y="840"/>
                </a:lnTo>
                <a:lnTo>
                  <a:pt x="768" y="839"/>
                </a:lnTo>
                <a:lnTo>
                  <a:pt x="767" y="840"/>
                </a:lnTo>
                <a:lnTo>
                  <a:pt x="766" y="841"/>
                </a:lnTo>
                <a:lnTo>
                  <a:pt x="765" y="840"/>
                </a:lnTo>
                <a:lnTo>
                  <a:pt x="765" y="839"/>
                </a:lnTo>
                <a:lnTo>
                  <a:pt x="766" y="838"/>
                </a:lnTo>
                <a:lnTo>
                  <a:pt x="767" y="838"/>
                </a:lnTo>
                <a:lnTo>
                  <a:pt x="769" y="836"/>
                </a:lnTo>
                <a:lnTo>
                  <a:pt x="770" y="835"/>
                </a:lnTo>
                <a:lnTo>
                  <a:pt x="770" y="834"/>
                </a:lnTo>
                <a:lnTo>
                  <a:pt x="769" y="833"/>
                </a:lnTo>
                <a:lnTo>
                  <a:pt x="768" y="832"/>
                </a:lnTo>
                <a:lnTo>
                  <a:pt x="768" y="831"/>
                </a:lnTo>
                <a:lnTo>
                  <a:pt x="769" y="831"/>
                </a:lnTo>
                <a:lnTo>
                  <a:pt x="769" y="830"/>
                </a:lnTo>
                <a:lnTo>
                  <a:pt x="768" y="830"/>
                </a:lnTo>
                <a:lnTo>
                  <a:pt x="768" y="829"/>
                </a:lnTo>
                <a:lnTo>
                  <a:pt x="767" y="828"/>
                </a:lnTo>
                <a:lnTo>
                  <a:pt x="766" y="827"/>
                </a:lnTo>
                <a:lnTo>
                  <a:pt x="765" y="827"/>
                </a:lnTo>
                <a:lnTo>
                  <a:pt x="765" y="826"/>
                </a:lnTo>
                <a:lnTo>
                  <a:pt x="764" y="826"/>
                </a:lnTo>
                <a:lnTo>
                  <a:pt x="765" y="825"/>
                </a:lnTo>
                <a:lnTo>
                  <a:pt x="765" y="824"/>
                </a:lnTo>
                <a:lnTo>
                  <a:pt x="764" y="824"/>
                </a:lnTo>
                <a:lnTo>
                  <a:pt x="764" y="822"/>
                </a:lnTo>
                <a:lnTo>
                  <a:pt x="765" y="820"/>
                </a:lnTo>
                <a:lnTo>
                  <a:pt x="765" y="819"/>
                </a:lnTo>
                <a:lnTo>
                  <a:pt x="764" y="817"/>
                </a:lnTo>
                <a:lnTo>
                  <a:pt x="763" y="816"/>
                </a:lnTo>
                <a:lnTo>
                  <a:pt x="762" y="816"/>
                </a:lnTo>
                <a:lnTo>
                  <a:pt x="761" y="816"/>
                </a:lnTo>
                <a:lnTo>
                  <a:pt x="760" y="817"/>
                </a:lnTo>
                <a:lnTo>
                  <a:pt x="760" y="818"/>
                </a:lnTo>
                <a:lnTo>
                  <a:pt x="760" y="819"/>
                </a:lnTo>
                <a:lnTo>
                  <a:pt x="759" y="819"/>
                </a:lnTo>
                <a:lnTo>
                  <a:pt x="757" y="820"/>
                </a:lnTo>
                <a:lnTo>
                  <a:pt x="755" y="821"/>
                </a:lnTo>
                <a:lnTo>
                  <a:pt x="755" y="822"/>
                </a:lnTo>
                <a:lnTo>
                  <a:pt x="755" y="823"/>
                </a:lnTo>
                <a:lnTo>
                  <a:pt x="754" y="823"/>
                </a:lnTo>
                <a:lnTo>
                  <a:pt x="754" y="824"/>
                </a:lnTo>
                <a:lnTo>
                  <a:pt x="753" y="824"/>
                </a:lnTo>
                <a:lnTo>
                  <a:pt x="752" y="825"/>
                </a:lnTo>
                <a:lnTo>
                  <a:pt x="751" y="825"/>
                </a:lnTo>
                <a:lnTo>
                  <a:pt x="751" y="824"/>
                </a:lnTo>
                <a:lnTo>
                  <a:pt x="752" y="823"/>
                </a:lnTo>
                <a:lnTo>
                  <a:pt x="753" y="822"/>
                </a:lnTo>
                <a:lnTo>
                  <a:pt x="752" y="821"/>
                </a:lnTo>
                <a:lnTo>
                  <a:pt x="752" y="820"/>
                </a:lnTo>
                <a:lnTo>
                  <a:pt x="753" y="820"/>
                </a:lnTo>
                <a:lnTo>
                  <a:pt x="753" y="819"/>
                </a:lnTo>
                <a:lnTo>
                  <a:pt x="752" y="819"/>
                </a:lnTo>
                <a:lnTo>
                  <a:pt x="751" y="820"/>
                </a:lnTo>
                <a:lnTo>
                  <a:pt x="750" y="819"/>
                </a:lnTo>
                <a:lnTo>
                  <a:pt x="750" y="818"/>
                </a:lnTo>
                <a:lnTo>
                  <a:pt x="750" y="817"/>
                </a:lnTo>
                <a:lnTo>
                  <a:pt x="749" y="817"/>
                </a:lnTo>
                <a:lnTo>
                  <a:pt x="748" y="817"/>
                </a:lnTo>
                <a:lnTo>
                  <a:pt x="748" y="816"/>
                </a:lnTo>
                <a:lnTo>
                  <a:pt x="747" y="816"/>
                </a:lnTo>
                <a:lnTo>
                  <a:pt x="747" y="815"/>
                </a:lnTo>
                <a:lnTo>
                  <a:pt x="746" y="815"/>
                </a:lnTo>
                <a:lnTo>
                  <a:pt x="747" y="815"/>
                </a:lnTo>
                <a:lnTo>
                  <a:pt x="748" y="814"/>
                </a:lnTo>
                <a:lnTo>
                  <a:pt x="747" y="814"/>
                </a:lnTo>
                <a:lnTo>
                  <a:pt x="747" y="813"/>
                </a:lnTo>
                <a:lnTo>
                  <a:pt x="746" y="813"/>
                </a:lnTo>
                <a:lnTo>
                  <a:pt x="745" y="812"/>
                </a:lnTo>
                <a:lnTo>
                  <a:pt x="746" y="811"/>
                </a:lnTo>
                <a:lnTo>
                  <a:pt x="747" y="811"/>
                </a:lnTo>
                <a:lnTo>
                  <a:pt x="747" y="809"/>
                </a:lnTo>
                <a:lnTo>
                  <a:pt x="746" y="808"/>
                </a:lnTo>
                <a:lnTo>
                  <a:pt x="746" y="807"/>
                </a:lnTo>
                <a:lnTo>
                  <a:pt x="746" y="806"/>
                </a:lnTo>
                <a:lnTo>
                  <a:pt x="745" y="806"/>
                </a:lnTo>
                <a:lnTo>
                  <a:pt x="744" y="805"/>
                </a:lnTo>
                <a:lnTo>
                  <a:pt x="744" y="804"/>
                </a:lnTo>
                <a:lnTo>
                  <a:pt x="745" y="804"/>
                </a:lnTo>
                <a:lnTo>
                  <a:pt x="746" y="803"/>
                </a:lnTo>
                <a:lnTo>
                  <a:pt x="747" y="803"/>
                </a:lnTo>
                <a:lnTo>
                  <a:pt x="747" y="802"/>
                </a:lnTo>
                <a:lnTo>
                  <a:pt x="747" y="801"/>
                </a:lnTo>
                <a:lnTo>
                  <a:pt x="746" y="800"/>
                </a:lnTo>
                <a:lnTo>
                  <a:pt x="745" y="800"/>
                </a:lnTo>
                <a:lnTo>
                  <a:pt x="744" y="800"/>
                </a:lnTo>
                <a:lnTo>
                  <a:pt x="743" y="800"/>
                </a:lnTo>
                <a:lnTo>
                  <a:pt x="742" y="801"/>
                </a:lnTo>
                <a:lnTo>
                  <a:pt x="742" y="802"/>
                </a:lnTo>
                <a:lnTo>
                  <a:pt x="741" y="802"/>
                </a:lnTo>
                <a:lnTo>
                  <a:pt x="741" y="803"/>
                </a:lnTo>
                <a:lnTo>
                  <a:pt x="740" y="803"/>
                </a:lnTo>
                <a:lnTo>
                  <a:pt x="740" y="802"/>
                </a:lnTo>
                <a:lnTo>
                  <a:pt x="739" y="802"/>
                </a:lnTo>
                <a:lnTo>
                  <a:pt x="739" y="803"/>
                </a:lnTo>
                <a:lnTo>
                  <a:pt x="738" y="803"/>
                </a:lnTo>
                <a:lnTo>
                  <a:pt x="738" y="804"/>
                </a:lnTo>
                <a:lnTo>
                  <a:pt x="738" y="805"/>
                </a:lnTo>
                <a:lnTo>
                  <a:pt x="739" y="806"/>
                </a:lnTo>
                <a:lnTo>
                  <a:pt x="738" y="806"/>
                </a:lnTo>
                <a:lnTo>
                  <a:pt x="737" y="807"/>
                </a:lnTo>
                <a:lnTo>
                  <a:pt x="737" y="808"/>
                </a:lnTo>
                <a:lnTo>
                  <a:pt x="736" y="808"/>
                </a:lnTo>
                <a:lnTo>
                  <a:pt x="737" y="809"/>
                </a:lnTo>
                <a:lnTo>
                  <a:pt x="737" y="811"/>
                </a:lnTo>
                <a:lnTo>
                  <a:pt x="736" y="812"/>
                </a:lnTo>
                <a:lnTo>
                  <a:pt x="736" y="813"/>
                </a:lnTo>
                <a:lnTo>
                  <a:pt x="735" y="813"/>
                </a:lnTo>
                <a:lnTo>
                  <a:pt x="734" y="812"/>
                </a:lnTo>
                <a:lnTo>
                  <a:pt x="733" y="812"/>
                </a:lnTo>
                <a:lnTo>
                  <a:pt x="733" y="813"/>
                </a:lnTo>
                <a:lnTo>
                  <a:pt x="734" y="814"/>
                </a:lnTo>
                <a:lnTo>
                  <a:pt x="733" y="815"/>
                </a:lnTo>
                <a:lnTo>
                  <a:pt x="731" y="814"/>
                </a:lnTo>
                <a:lnTo>
                  <a:pt x="730" y="814"/>
                </a:lnTo>
                <a:lnTo>
                  <a:pt x="729" y="814"/>
                </a:lnTo>
                <a:lnTo>
                  <a:pt x="728" y="815"/>
                </a:lnTo>
                <a:lnTo>
                  <a:pt x="724" y="818"/>
                </a:lnTo>
                <a:lnTo>
                  <a:pt x="723" y="819"/>
                </a:lnTo>
                <a:lnTo>
                  <a:pt x="722" y="820"/>
                </a:lnTo>
                <a:lnTo>
                  <a:pt x="721" y="820"/>
                </a:lnTo>
                <a:lnTo>
                  <a:pt x="720" y="821"/>
                </a:lnTo>
                <a:lnTo>
                  <a:pt x="720" y="822"/>
                </a:lnTo>
                <a:lnTo>
                  <a:pt x="719" y="822"/>
                </a:lnTo>
                <a:lnTo>
                  <a:pt x="718" y="822"/>
                </a:lnTo>
                <a:lnTo>
                  <a:pt x="716" y="823"/>
                </a:lnTo>
                <a:lnTo>
                  <a:pt x="715" y="823"/>
                </a:lnTo>
                <a:lnTo>
                  <a:pt x="711" y="822"/>
                </a:lnTo>
                <a:lnTo>
                  <a:pt x="710" y="822"/>
                </a:lnTo>
                <a:lnTo>
                  <a:pt x="710" y="820"/>
                </a:lnTo>
                <a:lnTo>
                  <a:pt x="711" y="819"/>
                </a:lnTo>
                <a:lnTo>
                  <a:pt x="710" y="818"/>
                </a:lnTo>
                <a:lnTo>
                  <a:pt x="710" y="817"/>
                </a:lnTo>
                <a:lnTo>
                  <a:pt x="711" y="817"/>
                </a:lnTo>
                <a:lnTo>
                  <a:pt x="711" y="816"/>
                </a:lnTo>
                <a:lnTo>
                  <a:pt x="711" y="815"/>
                </a:lnTo>
                <a:lnTo>
                  <a:pt x="712" y="815"/>
                </a:lnTo>
                <a:lnTo>
                  <a:pt x="712" y="814"/>
                </a:lnTo>
                <a:lnTo>
                  <a:pt x="712" y="813"/>
                </a:lnTo>
                <a:lnTo>
                  <a:pt x="712" y="812"/>
                </a:lnTo>
                <a:lnTo>
                  <a:pt x="712" y="811"/>
                </a:lnTo>
                <a:lnTo>
                  <a:pt x="713" y="811"/>
                </a:lnTo>
                <a:lnTo>
                  <a:pt x="713" y="810"/>
                </a:lnTo>
                <a:lnTo>
                  <a:pt x="712" y="810"/>
                </a:lnTo>
                <a:lnTo>
                  <a:pt x="712" y="809"/>
                </a:lnTo>
                <a:lnTo>
                  <a:pt x="712" y="808"/>
                </a:lnTo>
                <a:lnTo>
                  <a:pt x="713" y="808"/>
                </a:lnTo>
                <a:lnTo>
                  <a:pt x="713" y="807"/>
                </a:lnTo>
                <a:lnTo>
                  <a:pt x="712" y="807"/>
                </a:lnTo>
                <a:lnTo>
                  <a:pt x="712" y="806"/>
                </a:lnTo>
                <a:lnTo>
                  <a:pt x="711" y="806"/>
                </a:lnTo>
                <a:lnTo>
                  <a:pt x="710" y="806"/>
                </a:lnTo>
                <a:lnTo>
                  <a:pt x="710" y="807"/>
                </a:lnTo>
                <a:lnTo>
                  <a:pt x="709" y="807"/>
                </a:lnTo>
                <a:lnTo>
                  <a:pt x="708" y="808"/>
                </a:lnTo>
                <a:lnTo>
                  <a:pt x="707" y="808"/>
                </a:lnTo>
                <a:lnTo>
                  <a:pt x="706" y="809"/>
                </a:lnTo>
                <a:lnTo>
                  <a:pt x="706" y="810"/>
                </a:lnTo>
                <a:lnTo>
                  <a:pt x="705" y="810"/>
                </a:lnTo>
                <a:lnTo>
                  <a:pt x="705" y="809"/>
                </a:lnTo>
                <a:lnTo>
                  <a:pt x="705" y="808"/>
                </a:lnTo>
                <a:lnTo>
                  <a:pt x="703" y="808"/>
                </a:lnTo>
                <a:lnTo>
                  <a:pt x="702" y="807"/>
                </a:lnTo>
                <a:lnTo>
                  <a:pt x="702" y="806"/>
                </a:lnTo>
                <a:lnTo>
                  <a:pt x="702" y="805"/>
                </a:lnTo>
                <a:lnTo>
                  <a:pt x="701" y="804"/>
                </a:lnTo>
                <a:lnTo>
                  <a:pt x="700" y="804"/>
                </a:lnTo>
                <a:lnTo>
                  <a:pt x="701" y="803"/>
                </a:lnTo>
                <a:lnTo>
                  <a:pt x="701" y="801"/>
                </a:lnTo>
                <a:lnTo>
                  <a:pt x="701" y="800"/>
                </a:lnTo>
                <a:lnTo>
                  <a:pt x="701" y="799"/>
                </a:lnTo>
                <a:lnTo>
                  <a:pt x="701" y="798"/>
                </a:lnTo>
                <a:lnTo>
                  <a:pt x="700" y="798"/>
                </a:lnTo>
                <a:lnTo>
                  <a:pt x="699" y="798"/>
                </a:lnTo>
                <a:lnTo>
                  <a:pt x="699" y="797"/>
                </a:lnTo>
                <a:lnTo>
                  <a:pt x="698" y="797"/>
                </a:lnTo>
                <a:lnTo>
                  <a:pt x="697" y="796"/>
                </a:lnTo>
                <a:lnTo>
                  <a:pt x="697" y="795"/>
                </a:lnTo>
                <a:lnTo>
                  <a:pt x="698" y="794"/>
                </a:lnTo>
                <a:lnTo>
                  <a:pt x="699" y="791"/>
                </a:lnTo>
                <a:lnTo>
                  <a:pt x="700" y="788"/>
                </a:lnTo>
                <a:lnTo>
                  <a:pt x="701" y="788"/>
                </a:lnTo>
                <a:lnTo>
                  <a:pt x="700" y="787"/>
                </a:lnTo>
                <a:lnTo>
                  <a:pt x="699" y="787"/>
                </a:lnTo>
                <a:lnTo>
                  <a:pt x="698" y="787"/>
                </a:lnTo>
                <a:lnTo>
                  <a:pt x="697" y="787"/>
                </a:lnTo>
                <a:lnTo>
                  <a:pt x="696" y="787"/>
                </a:lnTo>
                <a:lnTo>
                  <a:pt x="695" y="786"/>
                </a:lnTo>
                <a:lnTo>
                  <a:pt x="695" y="784"/>
                </a:lnTo>
                <a:lnTo>
                  <a:pt x="694" y="784"/>
                </a:lnTo>
                <a:lnTo>
                  <a:pt x="694" y="783"/>
                </a:lnTo>
                <a:lnTo>
                  <a:pt x="693" y="783"/>
                </a:lnTo>
                <a:lnTo>
                  <a:pt x="692" y="783"/>
                </a:lnTo>
                <a:lnTo>
                  <a:pt x="691" y="783"/>
                </a:lnTo>
                <a:lnTo>
                  <a:pt x="691" y="785"/>
                </a:lnTo>
                <a:lnTo>
                  <a:pt x="689" y="786"/>
                </a:lnTo>
                <a:lnTo>
                  <a:pt x="688" y="786"/>
                </a:lnTo>
                <a:lnTo>
                  <a:pt x="687" y="785"/>
                </a:lnTo>
                <a:lnTo>
                  <a:pt x="686" y="784"/>
                </a:lnTo>
                <a:lnTo>
                  <a:pt x="685" y="784"/>
                </a:lnTo>
                <a:lnTo>
                  <a:pt x="684" y="785"/>
                </a:lnTo>
                <a:lnTo>
                  <a:pt x="683" y="784"/>
                </a:lnTo>
                <a:lnTo>
                  <a:pt x="682" y="784"/>
                </a:lnTo>
                <a:lnTo>
                  <a:pt x="681" y="785"/>
                </a:lnTo>
                <a:lnTo>
                  <a:pt x="681" y="784"/>
                </a:lnTo>
                <a:lnTo>
                  <a:pt x="680" y="784"/>
                </a:lnTo>
                <a:lnTo>
                  <a:pt x="680" y="783"/>
                </a:lnTo>
                <a:lnTo>
                  <a:pt x="679" y="782"/>
                </a:lnTo>
                <a:lnTo>
                  <a:pt x="679" y="781"/>
                </a:lnTo>
                <a:lnTo>
                  <a:pt x="679" y="780"/>
                </a:lnTo>
                <a:lnTo>
                  <a:pt x="679" y="779"/>
                </a:lnTo>
                <a:lnTo>
                  <a:pt x="680" y="779"/>
                </a:lnTo>
                <a:lnTo>
                  <a:pt x="681" y="779"/>
                </a:lnTo>
                <a:lnTo>
                  <a:pt x="681" y="778"/>
                </a:lnTo>
                <a:lnTo>
                  <a:pt x="682" y="778"/>
                </a:lnTo>
                <a:lnTo>
                  <a:pt x="683" y="777"/>
                </a:lnTo>
                <a:lnTo>
                  <a:pt x="683" y="776"/>
                </a:lnTo>
                <a:lnTo>
                  <a:pt x="683" y="775"/>
                </a:lnTo>
                <a:lnTo>
                  <a:pt x="683" y="774"/>
                </a:lnTo>
                <a:lnTo>
                  <a:pt x="684" y="773"/>
                </a:lnTo>
                <a:lnTo>
                  <a:pt x="684" y="772"/>
                </a:lnTo>
                <a:lnTo>
                  <a:pt x="683" y="772"/>
                </a:lnTo>
                <a:lnTo>
                  <a:pt x="683" y="771"/>
                </a:lnTo>
                <a:lnTo>
                  <a:pt x="683" y="770"/>
                </a:lnTo>
                <a:lnTo>
                  <a:pt x="683" y="769"/>
                </a:lnTo>
                <a:lnTo>
                  <a:pt x="682" y="769"/>
                </a:lnTo>
                <a:lnTo>
                  <a:pt x="682" y="768"/>
                </a:lnTo>
                <a:lnTo>
                  <a:pt x="681" y="768"/>
                </a:lnTo>
                <a:lnTo>
                  <a:pt x="682" y="767"/>
                </a:lnTo>
                <a:lnTo>
                  <a:pt x="682" y="766"/>
                </a:lnTo>
                <a:lnTo>
                  <a:pt x="683" y="766"/>
                </a:lnTo>
                <a:lnTo>
                  <a:pt x="683" y="765"/>
                </a:lnTo>
                <a:lnTo>
                  <a:pt x="682" y="765"/>
                </a:lnTo>
                <a:lnTo>
                  <a:pt x="681" y="765"/>
                </a:lnTo>
                <a:lnTo>
                  <a:pt x="681" y="764"/>
                </a:lnTo>
                <a:lnTo>
                  <a:pt x="680" y="764"/>
                </a:lnTo>
                <a:lnTo>
                  <a:pt x="679" y="764"/>
                </a:lnTo>
                <a:lnTo>
                  <a:pt x="679" y="765"/>
                </a:lnTo>
                <a:lnTo>
                  <a:pt x="678" y="764"/>
                </a:lnTo>
                <a:lnTo>
                  <a:pt x="678" y="762"/>
                </a:lnTo>
                <a:lnTo>
                  <a:pt x="677" y="761"/>
                </a:lnTo>
                <a:lnTo>
                  <a:pt x="676" y="761"/>
                </a:lnTo>
                <a:lnTo>
                  <a:pt x="675" y="760"/>
                </a:lnTo>
                <a:lnTo>
                  <a:pt x="673" y="759"/>
                </a:lnTo>
                <a:lnTo>
                  <a:pt x="670" y="757"/>
                </a:lnTo>
                <a:lnTo>
                  <a:pt x="669" y="757"/>
                </a:lnTo>
                <a:lnTo>
                  <a:pt x="667" y="756"/>
                </a:lnTo>
                <a:lnTo>
                  <a:pt x="666" y="755"/>
                </a:lnTo>
                <a:lnTo>
                  <a:pt x="665" y="754"/>
                </a:lnTo>
                <a:lnTo>
                  <a:pt x="664" y="753"/>
                </a:lnTo>
                <a:lnTo>
                  <a:pt x="664" y="752"/>
                </a:lnTo>
                <a:lnTo>
                  <a:pt x="664" y="750"/>
                </a:lnTo>
                <a:lnTo>
                  <a:pt x="665" y="748"/>
                </a:lnTo>
                <a:lnTo>
                  <a:pt x="665" y="747"/>
                </a:lnTo>
                <a:lnTo>
                  <a:pt x="666" y="747"/>
                </a:lnTo>
                <a:lnTo>
                  <a:pt x="666" y="746"/>
                </a:lnTo>
                <a:lnTo>
                  <a:pt x="665" y="745"/>
                </a:lnTo>
                <a:lnTo>
                  <a:pt x="664" y="745"/>
                </a:lnTo>
                <a:lnTo>
                  <a:pt x="663" y="745"/>
                </a:lnTo>
                <a:lnTo>
                  <a:pt x="662" y="744"/>
                </a:lnTo>
                <a:lnTo>
                  <a:pt x="662" y="743"/>
                </a:lnTo>
                <a:lnTo>
                  <a:pt x="661" y="743"/>
                </a:lnTo>
                <a:lnTo>
                  <a:pt x="660" y="743"/>
                </a:lnTo>
                <a:lnTo>
                  <a:pt x="659" y="743"/>
                </a:lnTo>
                <a:lnTo>
                  <a:pt x="659" y="744"/>
                </a:lnTo>
                <a:lnTo>
                  <a:pt x="659" y="745"/>
                </a:lnTo>
                <a:lnTo>
                  <a:pt x="658" y="745"/>
                </a:lnTo>
                <a:lnTo>
                  <a:pt x="657" y="745"/>
                </a:lnTo>
                <a:lnTo>
                  <a:pt x="656" y="748"/>
                </a:lnTo>
                <a:lnTo>
                  <a:pt x="656" y="749"/>
                </a:lnTo>
                <a:lnTo>
                  <a:pt x="654" y="750"/>
                </a:lnTo>
                <a:lnTo>
                  <a:pt x="653" y="750"/>
                </a:lnTo>
                <a:lnTo>
                  <a:pt x="650" y="751"/>
                </a:lnTo>
                <a:lnTo>
                  <a:pt x="649" y="752"/>
                </a:lnTo>
                <a:lnTo>
                  <a:pt x="648" y="753"/>
                </a:lnTo>
                <a:lnTo>
                  <a:pt x="647" y="752"/>
                </a:lnTo>
                <a:lnTo>
                  <a:pt x="646" y="752"/>
                </a:lnTo>
                <a:lnTo>
                  <a:pt x="646" y="753"/>
                </a:lnTo>
                <a:lnTo>
                  <a:pt x="644" y="753"/>
                </a:lnTo>
                <a:lnTo>
                  <a:pt x="643" y="752"/>
                </a:lnTo>
                <a:lnTo>
                  <a:pt x="642" y="752"/>
                </a:lnTo>
                <a:lnTo>
                  <a:pt x="641" y="752"/>
                </a:lnTo>
                <a:lnTo>
                  <a:pt x="640" y="752"/>
                </a:lnTo>
                <a:lnTo>
                  <a:pt x="639" y="752"/>
                </a:lnTo>
                <a:lnTo>
                  <a:pt x="637" y="752"/>
                </a:lnTo>
                <a:lnTo>
                  <a:pt x="636" y="753"/>
                </a:lnTo>
                <a:lnTo>
                  <a:pt x="635" y="754"/>
                </a:lnTo>
                <a:lnTo>
                  <a:pt x="634" y="754"/>
                </a:lnTo>
                <a:lnTo>
                  <a:pt x="634" y="755"/>
                </a:lnTo>
                <a:lnTo>
                  <a:pt x="634" y="756"/>
                </a:lnTo>
                <a:lnTo>
                  <a:pt x="634" y="757"/>
                </a:lnTo>
                <a:lnTo>
                  <a:pt x="634" y="758"/>
                </a:lnTo>
                <a:lnTo>
                  <a:pt x="635" y="759"/>
                </a:lnTo>
                <a:lnTo>
                  <a:pt x="636" y="760"/>
                </a:lnTo>
                <a:lnTo>
                  <a:pt x="636" y="761"/>
                </a:lnTo>
                <a:lnTo>
                  <a:pt x="636" y="762"/>
                </a:lnTo>
                <a:lnTo>
                  <a:pt x="636" y="763"/>
                </a:lnTo>
                <a:lnTo>
                  <a:pt x="635" y="763"/>
                </a:lnTo>
                <a:lnTo>
                  <a:pt x="635" y="764"/>
                </a:lnTo>
                <a:lnTo>
                  <a:pt x="634" y="764"/>
                </a:lnTo>
                <a:lnTo>
                  <a:pt x="632" y="765"/>
                </a:lnTo>
                <a:lnTo>
                  <a:pt x="630" y="765"/>
                </a:lnTo>
                <a:lnTo>
                  <a:pt x="629" y="765"/>
                </a:lnTo>
                <a:lnTo>
                  <a:pt x="628" y="766"/>
                </a:lnTo>
                <a:lnTo>
                  <a:pt x="626" y="766"/>
                </a:lnTo>
                <a:lnTo>
                  <a:pt x="625" y="767"/>
                </a:lnTo>
                <a:lnTo>
                  <a:pt x="625" y="768"/>
                </a:lnTo>
                <a:lnTo>
                  <a:pt x="625" y="769"/>
                </a:lnTo>
                <a:lnTo>
                  <a:pt x="625" y="770"/>
                </a:lnTo>
                <a:lnTo>
                  <a:pt x="624" y="770"/>
                </a:lnTo>
                <a:lnTo>
                  <a:pt x="623" y="772"/>
                </a:lnTo>
                <a:lnTo>
                  <a:pt x="623" y="773"/>
                </a:lnTo>
                <a:lnTo>
                  <a:pt x="623" y="774"/>
                </a:lnTo>
                <a:lnTo>
                  <a:pt x="622" y="775"/>
                </a:lnTo>
                <a:lnTo>
                  <a:pt x="622" y="776"/>
                </a:lnTo>
                <a:lnTo>
                  <a:pt x="622" y="777"/>
                </a:lnTo>
                <a:lnTo>
                  <a:pt x="621" y="778"/>
                </a:lnTo>
                <a:lnTo>
                  <a:pt x="620" y="777"/>
                </a:lnTo>
                <a:lnTo>
                  <a:pt x="619" y="777"/>
                </a:lnTo>
                <a:lnTo>
                  <a:pt x="617" y="778"/>
                </a:lnTo>
                <a:lnTo>
                  <a:pt x="616" y="778"/>
                </a:lnTo>
                <a:lnTo>
                  <a:pt x="616" y="779"/>
                </a:lnTo>
                <a:lnTo>
                  <a:pt x="616" y="780"/>
                </a:lnTo>
                <a:lnTo>
                  <a:pt x="616" y="781"/>
                </a:lnTo>
                <a:lnTo>
                  <a:pt x="617" y="781"/>
                </a:lnTo>
                <a:lnTo>
                  <a:pt x="617" y="782"/>
                </a:lnTo>
                <a:lnTo>
                  <a:pt x="617" y="783"/>
                </a:lnTo>
                <a:lnTo>
                  <a:pt x="617" y="784"/>
                </a:lnTo>
                <a:lnTo>
                  <a:pt x="617" y="785"/>
                </a:lnTo>
                <a:lnTo>
                  <a:pt x="618" y="785"/>
                </a:lnTo>
                <a:lnTo>
                  <a:pt x="618" y="786"/>
                </a:lnTo>
                <a:lnTo>
                  <a:pt x="619" y="786"/>
                </a:lnTo>
                <a:lnTo>
                  <a:pt x="618" y="787"/>
                </a:lnTo>
                <a:lnTo>
                  <a:pt x="619" y="788"/>
                </a:lnTo>
                <a:lnTo>
                  <a:pt x="619" y="789"/>
                </a:lnTo>
                <a:lnTo>
                  <a:pt x="619" y="790"/>
                </a:lnTo>
                <a:lnTo>
                  <a:pt x="619" y="791"/>
                </a:lnTo>
                <a:lnTo>
                  <a:pt x="619" y="792"/>
                </a:lnTo>
                <a:lnTo>
                  <a:pt x="620" y="794"/>
                </a:lnTo>
                <a:lnTo>
                  <a:pt x="620" y="795"/>
                </a:lnTo>
                <a:lnTo>
                  <a:pt x="621" y="795"/>
                </a:lnTo>
                <a:lnTo>
                  <a:pt x="622" y="795"/>
                </a:lnTo>
                <a:lnTo>
                  <a:pt x="624" y="795"/>
                </a:lnTo>
                <a:lnTo>
                  <a:pt x="625" y="795"/>
                </a:lnTo>
                <a:lnTo>
                  <a:pt x="625" y="796"/>
                </a:lnTo>
                <a:lnTo>
                  <a:pt x="626" y="798"/>
                </a:lnTo>
                <a:lnTo>
                  <a:pt x="625" y="798"/>
                </a:lnTo>
                <a:lnTo>
                  <a:pt x="625" y="799"/>
                </a:lnTo>
                <a:lnTo>
                  <a:pt x="625" y="800"/>
                </a:lnTo>
                <a:lnTo>
                  <a:pt x="625" y="801"/>
                </a:lnTo>
                <a:lnTo>
                  <a:pt x="625" y="802"/>
                </a:lnTo>
                <a:lnTo>
                  <a:pt x="625" y="803"/>
                </a:lnTo>
                <a:lnTo>
                  <a:pt x="624" y="804"/>
                </a:lnTo>
                <a:lnTo>
                  <a:pt x="624" y="805"/>
                </a:lnTo>
                <a:lnTo>
                  <a:pt x="625" y="806"/>
                </a:lnTo>
                <a:lnTo>
                  <a:pt x="625" y="807"/>
                </a:lnTo>
                <a:lnTo>
                  <a:pt x="625" y="808"/>
                </a:lnTo>
                <a:lnTo>
                  <a:pt x="625" y="809"/>
                </a:lnTo>
                <a:lnTo>
                  <a:pt x="626" y="810"/>
                </a:lnTo>
                <a:lnTo>
                  <a:pt x="626" y="811"/>
                </a:lnTo>
                <a:lnTo>
                  <a:pt x="626" y="812"/>
                </a:lnTo>
                <a:lnTo>
                  <a:pt x="625" y="812"/>
                </a:lnTo>
                <a:lnTo>
                  <a:pt x="625" y="813"/>
                </a:lnTo>
                <a:lnTo>
                  <a:pt x="624" y="813"/>
                </a:lnTo>
                <a:lnTo>
                  <a:pt x="623" y="813"/>
                </a:lnTo>
                <a:lnTo>
                  <a:pt x="622" y="814"/>
                </a:lnTo>
                <a:lnTo>
                  <a:pt x="621" y="815"/>
                </a:lnTo>
                <a:lnTo>
                  <a:pt x="621" y="816"/>
                </a:lnTo>
                <a:lnTo>
                  <a:pt x="621" y="817"/>
                </a:lnTo>
                <a:lnTo>
                  <a:pt x="623" y="818"/>
                </a:lnTo>
                <a:lnTo>
                  <a:pt x="623" y="819"/>
                </a:lnTo>
                <a:lnTo>
                  <a:pt x="622" y="819"/>
                </a:lnTo>
                <a:lnTo>
                  <a:pt x="621" y="819"/>
                </a:lnTo>
                <a:lnTo>
                  <a:pt x="620" y="820"/>
                </a:lnTo>
                <a:lnTo>
                  <a:pt x="619" y="820"/>
                </a:lnTo>
                <a:lnTo>
                  <a:pt x="618" y="820"/>
                </a:lnTo>
                <a:lnTo>
                  <a:pt x="618" y="819"/>
                </a:lnTo>
                <a:lnTo>
                  <a:pt x="617" y="819"/>
                </a:lnTo>
                <a:lnTo>
                  <a:pt x="615" y="818"/>
                </a:lnTo>
                <a:lnTo>
                  <a:pt x="614" y="818"/>
                </a:lnTo>
                <a:lnTo>
                  <a:pt x="613" y="817"/>
                </a:lnTo>
                <a:lnTo>
                  <a:pt x="611" y="817"/>
                </a:lnTo>
                <a:lnTo>
                  <a:pt x="609" y="817"/>
                </a:lnTo>
                <a:lnTo>
                  <a:pt x="609" y="818"/>
                </a:lnTo>
                <a:lnTo>
                  <a:pt x="608" y="818"/>
                </a:lnTo>
                <a:lnTo>
                  <a:pt x="607" y="819"/>
                </a:lnTo>
                <a:lnTo>
                  <a:pt x="606" y="820"/>
                </a:lnTo>
                <a:lnTo>
                  <a:pt x="605" y="822"/>
                </a:lnTo>
                <a:lnTo>
                  <a:pt x="605" y="823"/>
                </a:lnTo>
                <a:lnTo>
                  <a:pt x="605" y="828"/>
                </a:lnTo>
                <a:lnTo>
                  <a:pt x="605" y="829"/>
                </a:lnTo>
                <a:lnTo>
                  <a:pt x="605" y="830"/>
                </a:lnTo>
                <a:lnTo>
                  <a:pt x="604" y="830"/>
                </a:lnTo>
                <a:lnTo>
                  <a:pt x="604" y="831"/>
                </a:lnTo>
                <a:lnTo>
                  <a:pt x="603" y="831"/>
                </a:lnTo>
                <a:lnTo>
                  <a:pt x="602" y="831"/>
                </a:lnTo>
                <a:lnTo>
                  <a:pt x="601" y="831"/>
                </a:lnTo>
                <a:lnTo>
                  <a:pt x="600" y="831"/>
                </a:lnTo>
                <a:lnTo>
                  <a:pt x="599" y="831"/>
                </a:lnTo>
                <a:lnTo>
                  <a:pt x="598" y="831"/>
                </a:lnTo>
                <a:lnTo>
                  <a:pt x="598" y="830"/>
                </a:lnTo>
                <a:lnTo>
                  <a:pt x="597" y="830"/>
                </a:lnTo>
                <a:lnTo>
                  <a:pt x="596" y="831"/>
                </a:lnTo>
                <a:lnTo>
                  <a:pt x="595" y="831"/>
                </a:lnTo>
                <a:lnTo>
                  <a:pt x="594" y="831"/>
                </a:lnTo>
                <a:lnTo>
                  <a:pt x="593" y="832"/>
                </a:lnTo>
                <a:lnTo>
                  <a:pt x="592" y="832"/>
                </a:lnTo>
                <a:lnTo>
                  <a:pt x="591" y="832"/>
                </a:lnTo>
                <a:lnTo>
                  <a:pt x="591" y="833"/>
                </a:lnTo>
                <a:lnTo>
                  <a:pt x="590" y="833"/>
                </a:lnTo>
                <a:lnTo>
                  <a:pt x="589" y="833"/>
                </a:lnTo>
                <a:lnTo>
                  <a:pt x="588" y="833"/>
                </a:lnTo>
                <a:lnTo>
                  <a:pt x="587" y="834"/>
                </a:lnTo>
                <a:lnTo>
                  <a:pt x="586" y="834"/>
                </a:lnTo>
                <a:lnTo>
                  <a:pt x="584" y="834"/>
                </a:lnTo>
                <a:lnTo>
                  <a:pt x="583" y="833"/>
                </a:lnTo>
                <a:lnTo>
                  <a:pt x="582" y="833"/>
                </a:lnTo>
                <a:lnTo>
                  <a:pt x="581" y="832"/>
                </a:lnTo>
                <a:lnTo>
                  <a:pt x="581" y="831"/>
                </a:lnTo>
                <a:lnTo>
                  <a:pt x="580" y="831"/>
                </a:lnTo>
                <a:lnTo>
                  <a:pt x="580" y="832"/>
                </a:lnTo>
                <a:lnTo>
                  <a:pt x="579" y="832"/>
                </a:lnTo>
                <a:lnTo>
                  <a:pt x="578" y="833"/>
                </a:lnTo>
                <a:lnTo>
                  <a:pt x="577" y="833"/>
                </a:lnTo>
                <a:lnTo>
                  <a:pt x="577" y="834"/>
                </a:lnTo>
                <a:lnTo>
                  <a:pt x="576" y="834"/>
                </a:lnTo>
                <a:lnTo>
                  <a:pt x="575" y="835"/>
                </a:lnTo>
                <a:lnTo>
                  <a:pt x="574" y="836"/>
                </a:lnTo>
                <a:lnTo>
                  <a:pt x="573" y="836"/>
                </a:lnTo>
                <a:lnTo>
                  <a:pt x="572" y="836"/>
                </a:lnTo>
                <a:lnTo>
                  <a:pt x="571" y="835"/>
                </a:lnTo>
                <a:lnTo>
                  <a:pt x="570" y="835"/>
                </a:lnTo>
                <a:lnTo>
                  <a:pt x="569" y="833"/>
                </a:lnTo>
                <a:lnTo>
                  <a:pt x="568" y="833"/>
                </a:lnTo>
                <a:lnTo>
                  <a:pt x="567" y="833"/>
                </a:lnTo>
                <a:lnTo>
                  <a:pt x="567" y="832"/>
                </a:lnTo>
                <a:lnTo>
                  <a:pt x="566" y="832"/>
                </a:lnTo>
                <a:lnTo>
                  <a:pt x="565" y="833"/>
                </a:lnTo>
                <a:lnTo>
                  <a:pt x="564" y="833"/>
                </a:lnTo>
                <a:lnTo>
                  <a:pt x="564" y="834"/>
                </a:lnTo>
                <a:lnTo>
                  <a:pt x="563" y="834"/>
                </a:lnTo>
                <a:lnTo>
                  <a:pt x="562" y="834"/>
                </a:lnTo>
                <a:lnTo>
                  <a:pt x="560" y="835"/>
                </a:lnTo>
                <a:lnTo>
                  <a:pt x="559" y="835"/>
                </a:lnTo>
                <a:lnTo>
                  <a:pt x="558" y="835"/>
                </a:lnTo>
                <a:lnTo>
                  <a:pt x="558" y="836"/>
                </a:lnTo>
                <a:lnTo>
                  <a:pt x="557" y="836"/>
                </a:lnTo>
                <a:lnTo>
                  <a:pt x="557" y="838"/>
                </a:lnTo>
                <a:lnTo>
                  <a:pt x="557" y="840"/>
                </a:lnTo>
                <a:lnTo>
                  <a:pt x="557" y="842"/>
                </a:lnTo>
                <a:lnTo>
                  <a:pt x="557" y="843"/>
                </a:lnTo>
                <a:lnTo>
                  <a:pt x="555" y="844"/>
                </a:lnTo>
                <a:lnTo>
                  <a:pt x="554" y="845"/>
                </a:lnTo>
                <a:lnTo>
                  <a:pt x="553" y="845"/>
                </a:lnTo>
                <a:lnTo>
                  <a:pt x="552" y="846"/>
                </a:lnTo>
                <a:lnTo>
                  <a:pt x="552" y="847"/>
                </a:lnTo>
                <a:lnTo>
                  <a:pt x="551" y="847"/>
                </a:lnTo>
                <a:lnTo>
                  <a:pt x="550" y="847"/>
                </a:lnTo>
                <a:lnTo>
                  <a:pt x="549" y="848"/>
                </a:lnTo>
                <a:lnTo>
                  <a:pt x="549" y="849"/>
                </a:lnTo>
                <a:lnTo>
                  <a:pt x="549" y="850"/>
                </a:lnTo>
                <a:lnTo>
                  <a:pt x="548" y="851"/>
                </a:lnTo>
                <a:lnTo>
                  <a:pt x="548" y="852"/>
                </a:lnTo>
                <a:lnTo>
                  <a:pt x="547" y="852"/>
                </a:lnTo>
                <a:lnTo>
                  <a:pt x="544" y="852"/>
                </a:lnTo>
                <a:lnTo>
                  <a:pt x="542" y="852"/>
                </a:lnTo>
                <a:lnTo>
                  <a:pt x="541" y="852"/>
                </a:lnTo>
                <a:lnTo>
                  <a:pt x="540" y="853"/>
                </a:lnTo>
                <a:lnTo>
                  <a:pt x="539" y="854"/>
                </a:lnTo>
                <a:lnTo>
                  <a:pt x="537" y="854"/>
                </a:lnTo>
                <a:lnTo>
                  <a:pt x="537" y="855"/>
                </a:lnTo>
                <a:lnTo>
                  <a:pt x="536" y="856"/>
                </a:lnTo>
                <a:lnTo>
                  <a:pt x="536" y="857"/>
                </a:lnTo>
                <a:lnTo>
                  <a:pt x="535" y="858"/>
                </a:lnTo>
                <a:lnTo>
                  <a:pt x="535" y="859"/>
                </a:lnTo>
                <a:lnTo>
                  <a:pt x="534" y="859"/>
                </a:lnTo>
                <a:lnTo>
                  <a:pt x="533" y="859"/>
                </a:lnTo>
                <a:lnTo>
                  <a:pt x="532" y="859"/>
                </a:lnTo>
                <a:lnTo>
                  <a:pt x="531" y="860"/>
                </a:lnTo>
                <a:lnTo>
                  <a:pt x="529" y="860"/>
                </a:lnTo>
                <a:lnTo>
                  <a:pt x="528" y="861"/>
                </a:lnTo>
                <a:lnTo>
                  <a:pt x="526" y="861"/>
                </a:lnTo>
                <a:lnTo>
                  <a:pt x="525" y="861"/>
                </a:lnTo>
                <a:lnTo>
                  <a:pt x="525" y="862"/>
                </a:lnTo>
                <a:lnTo>
                  <a:pt x="524" y="862"/>
                </a:lnTo>
                <a:lnTo>
                  <a:pt x="523" y="862"/>
                </a:lnTo>
                <a:lnTo>
                  <a:pt x="522" y="863"/>
                </a:lnTo>
                <a:lnTo>
                  <a:pt x="522" y="864"/>
                </a:lnTo>
                <a:lnTo>
                  <a:pt x="521" y="865"/>
                </a:lnTo>
                <a:lnTo>
                  <a:pt x="521" y="866"/>
                </a:lnTo>
                <a:lnTo>
                  <a:pt x="520" y="866"/>
                </a:lnTo>
                <a:lnTo>
                  <a:pt x="519" y="866"/>
                </a:lnTo>
                <a:lnTo>
                  <a:pt x="518" y="866"/>
                </a:lnTo>
                <a:lnTo>
                  <a:pt x="517" y="867"/>
                </a:lnTo>
                <a:lnTo>
                  <a:pt x="516" y="867"/>
                </a:lnTo>
                <a:lnTo>
                  <a:pt x="515" y="867"/>
                </a:lnTo>
                <a:lnTo>
                  <a:pt x="515" y="868"/>
                </a:lnTo>
                <a:lnTo>
                  <a:pt x="514" y="868"/>
                </a:lnTo>
                <a:lnTo>
                  <a:pt x="514" y="869"/>
                </a:lnTo>
                <a:lnTo>
                  <a:pt x="512" y="869"/>
                </a:lnTo>
                <a:lnTo>
                  <a:pt x="511" y="869"/>
                </a:lnTo>
                <a:lnTo>
                  <a:pt x="510" y="869"/>
                </a:lnTo>
                <a:lnTo>
                  <a:pt x="509" y="870"/>
                </a:lnTo>
                <a:lnTo>
                  <a:pt x="508" y="870"/>
                </a:lnTo>
                <a:lnTo>
                  <a:pt x="507" y="870"/>
                </a:lnTo>
                <a:lnTo>
                  <a:pt x="507" y="871"/>
                </a:lnTo>
                <a:lnTo>
                  <a:pt x="506" y="871"/>
                </a:lnTo>
                <a:lnTo>
                  <a:pt x="505" y="872"/>
                </a:lnTo>
                <a:lnTo>
                  <a:pt x="504" y="872"/>
                </a:lnTo>
                <a:lnTo>
                  <a:pt x="502" y="872"/>
                </a:lnTo>
                <a:lnTo>
                  <a:pt x="500" y="872"/>
                </a:lnTo>
                <a:lnTo>
                  <a:pt x="500" y="873"/>
                </a:lnTo>
                <a:lnTo>
                  <a:pt x="498" y="873"/>
                </a:lnTo>
                <a:lnTo>
                  <a:pt x="497" y="874"/>
                </a:lnTo>
                <a:lnTo>
                  <a:pt x="497" y="875"/>
                </a:lnTo>
                <a:lnTo>
                  <a:pt x="496" y="875"/>
                </a:lnTo>
                <a:lnTo>
                  <a:pt x="493" y="875"/>
                </a:lnTo>
                <a:lnTo>
                  <a:pt x="492" y="875"/>
                </a:lnTo>
                <a:lnTo>
                  <a:pt x="491" y="875"/>
                </a:lnTo>
                <a:lnTo>
                  <a:pt x="491" y="874"/>
                </a:lnTo>
                <a:lnTo>
                  <a:pt x="490" y="874"/>
                </a:lnTo>
                <a:lnTo>
                  <a:pt x="488" y="874"/>
                </a:lnTo>
                <a:lnTo>
                  <a:pt x="488" y="875"/>
                </a:lnTo>
                <a:lnTo>
                  <a:pt x="487" y="875"/>
                </a:lnTo>
                <a:lnTo>
                  <a:pt x="487" y="876"/>
                </a:lnTo>
                <a:lnTo>
                  <a:pt x="486" y="876"/>
                </a:lnTo>
                <a:lnTo>
                  <a:pt x="485" y="876"/>
                </a:lnTo>
                <a:lnTo>
                  <a:pt x="484" y="876"/>
                </a:lnTo>
                <a:lnTo>
                  <a:pt x="483" y="876"/>
                </a:lnTo>
                <a:lnTo>
                  <a:pt x="482" y="875"/>
                </a:lnTo>
                <a:lnTo>
                  <a:pt x="482" y="874"/>
                </a:lnTo>
                <a:lnTo>
                  <a:pt x="481" y="874"/>
                </a:lnTo>
                <a:lnTo>
                  <a:pt x="480" y="874"/>
                </a:lnTo>
                <a:lnTo>
                  <a:pt x="479" y="874"/>
                </a:lnTo>
                <a:lnTo>
                  <a:pt x="478" y="874"/>
                </a:lnTo>
                <a:lnTo>
                  <a:pt x="478" y="875"/>
                </a:lnTo>
                <a:lnTo>
                  <a:pt x="478" y="876"/>
                </a:lnTo>
                <a:lnTo>
                  <a:pt x="477" y="876"/>
                </a:lnTo>
                <a:lnTo>
                  <a:pt x="476" y="877"/>
                </a:lnTo>
                <a:lnTo>
                  <a:pt x="476" y="878"/>
                </a:lnTo>
                <a:lnTo>
                  <a:pt x="475" y="878"/>
                </a:lnTo>
                <a:lnTo>
                  <a:pt x="475" y="879"/>
                </a:lnTo>
                <a:lnTo>
                  <a:pt x="474" y="880"/>
                </a:lnTo>
                <a:lnTo>
                  <a:pt x="473" y="880"/>
                </a:lnTo>
                <a:lnTo>
                  <a:pt x="472" y="880"/>
                </a:lnTo>
                <a:lnTo>
                  <a:pt x="472" y="879"/>
                </a:lnTo>
                <a:lnTo>
                  <a:pt x="471" y="879"/>
                </a:lnTo>
                <a:lnTo>
                  <a:pt x="470" y="879"/>
                </a:lnTo>
                <a:lnTo>
                  <a:pt x="469" y="878"/>
                </a:lnTo>
                <a:lnTo>
                  <a:pt x="467" y="878"/>
                </a:lnTo>
                <a:lnTo>
                  <a:pt x="466" y="880"/>
                </a:lnTo>
                <a:lnTo>
                  <a:pt x="466" y="881"/>
                </a:lnTo>
                <a:lnTo>
                  <a:pt x="467" y="882"/>
                </a:lnTo>
                <a:lnTo>
                  <a:pt x="468" y="882"/>
                </a:lnTo>
                <a:lnTo>
                  <a:pt x="468" y="883"/>
                </a:lnTo>
                <a:lnTo>
                  <a:pt x="469" y="883"/>
                </a:lnTo>
                <a:lnTo>
                  <a:pt x="469" y="884"/>
                </a:lnTo>
                <a:lnTo>
                  <a:pt x="470" y="884"/>
                </a:lnTo>
                <a:lnTo>
                  <a:pt x="470" y="885"/>
                </a:lnTo>
                <a:lnTo>
                  <a:pt x="470" y="886"/>
                </a:lnTo>
                <a:lnTo>
                  <a:pt x="471" y="888"/>
                </a:lnTo>
                <a:lnTo>
                  <a:pt x="472" y="889"/>
                </a:lnTo>
                <a:lnTo>
                  <a:pt x="473" y="890"/>
                </a:lnTo>
                <a:lnTo>
                  <a:pt x="473" y="891"/>
                </a:lnTo>
                <a:lnTo>
                  <a:pt x="474" y="891"/>
                </a:lnTo>
                <a:lnTo>
                  <a:pt x="475" y="891"/>
                </a:lnTo>
                <a:lnTo>
                  <a:pt x="475" y="893"/>
                </a:lnTo>
                <a:lnTo>
                  <a:pt x="476" y="893"/>
                </a:lnTo>
                <a:lnTo>
                  <a:pt x="476" y="894"/>
                </a:lnTo>
                <a:lnTo>
                  <a:pt x="476" y="895"/>
                </a:lnTo>
                <a:lnTo>
                  <a:pt x="475" y="896"/>
                </a:lnTo>
                <a:lnTo>
                  <a:pt x="476" y="896"/>
                </a:lnTo>
                <a:lnTo>
                  <a:pt x="476" y="897"/>
                </a:lnTo>
                <a:lnTo>
                  <a:pt x="477" y="898"/>
                </a:lnTo>
                <a:lnTo>
                  <a:pt x="477" y="899"/>
                </a:lnTo>
                <a:lnTo>
                  <a:pt x="477" y="900"/>
                </a:lnTo>
                <a:lnTo>
                  <a:pt x="477" y="901"/>
                </a:lnTo>
                <a:lnTo>
                  <a:pt x="477" y="902"/>
                </a:lnTo>
                <a:lnTo>
                  <a:pt x="476" y="903"/>
                </a:lnTo>
                <a:lnTo>
                  <a:pt x="476" y="904"/>
                </a:lnTo>
                <a:lnTo>
                  <a:pt x="476" y="905"/>
                </a:lnTo>
                <a:lnTo>
                  <a:pt x="476" y="906"/>
                </a:lnTo>
                <a:lnTo>
                  <a:pt x="476" y="907"/>
                </a:lnTo>
                <a:lnTo>
                  <a:pt x="476" y="908"/>
                </a:lnTo>
                <a:lnTo>
                  <a:pt x="476" y="909"/>
                </a:lnTo>
                <a:lnTo>
                  <a:pt x="475" y="910"/>
                </a:lnTo>
                <a:lnTo>
                  <a:pt x="474" y="911"/>
                </a:lnTo>
                <a:lnTo>
                  <a:pt x="474" y="912"/>
                </a:lnTo>
                <a:lnTo>
                  <a:pt x="474" y="913"/>
                </a:lnTo>
                <a:lnTo>
                  <a:pt x="474" y="914"/>
                </a:lnTo>
                <a:lnTo>
                  <a:pt x="473" y="915"/>
                </a:lnTo>
                <a:lnTo>
                  <a:pt x="473" y="916"/>
                </a:lnTo>
                <a:lnTo>
                  <a:pt x="472" y="916"/>
                </a:lnTo>
                <a:lnTo>
                  <a:pt x="472" y="917"/>
                </a:lnTo>
                <a:lnTo>
                  <a:pt x="472" y="918"/>
                </a:lnTo>
                <a:lnTo>
                  <a:pt x="472" y="919"/>
                </a:lnTo>
                <a:lnTo>
                  <a:pt x="471" y="919"/>
                </a:lnTo>
                <a:lnTo>
                  <a:pt x="471" y="920"/>
                </a:lnTo>
                <a:lnTo>
                  <a:pt x="470" y="920"/>
                </a:lnTo>
                <a:lnTo>
                  <a:pt x="469" y="920"/>
                </a:lnTo>
                <a:lnTo>
                  <a:pt x="469" y="919"/>
                </a:lnTo>
                <a:lnTo>
                  <a:pt x="468" y="919"/>
                </a:lnTo>
                <a:lnTo>
                  <a:pt x="467" y="919"/>
                </a:lnTo>
                <a:lnTo>
                  <a:pt x="466" y="920"/>
                </a:lnTo>
                <a:lnTo>
                  <a:pt x="466" y="921"/>
                </a:lnTo>
                <a:lnTo>
                  <a:pt x="465" y="922"/>
                </a:lnTo>
                <a:lnTo>
                  <a:pt x="465" y="923"/>
                </a:lnTo>
                <a:lnTo>
                  <a:pt x="465" y="924"/>
                </a:lnTo>
                <a:lnTo>
                  <a:pt x="465" y="925"/>
                </a:lnTo>
                <a:lnTo>
                  <a:pt x="464" y="925"/>
                </a:lnTo>
                <a:lnTo>
                  <a:pt x="464" y="926"/>
                </a:lnTo>
                <a:lnTo>
                  <a:pt x="463" y="926"/>
                </a:lnTo>
                <a:lnTo>
                  <a:pt x="462" y="926"/>
                </a:lnTo>
                <a:lnTo>
                  <a:pt x="462" y="927"/>
                </a:lnTo>
                <a:lnTo>
                  <a:pt x="461" y="927"/>
                </a:lnTo>
                <a:lnTo>
                  <a:pt x="461" y="928"/>
                </a:lnTo>
                <a:lnTo>
                  <a:pt x="460" y="929"/>
                </a:lnTo>
                <a:lnTo>
                  <a:pt x="459" y="930"/>
                </a:lnTo>
                <a:lnTo>
                  <a:pt x="458" y="930"/>
                </a:lnTo>
                <a:lnTo>
                  <a:pt x="456" y="930"/>
                </a:lnTo>
                <a:lnTo>
                  <a:pt x="456" y="931"/>
                </a:lnTo>
                <a:lnTo>
                  <a:pt x="455" y="931"/>
                </a:lnTo>
                <a:lnTo>
                  <a:pt x="454" y="931"/>
                </a:lnTo>
                <a:lnTo>
                  <a:pt x="454" y="932"/>
                </a:lnTo>
                <a:lnTo>
                  <a:pt x="453" y="932"/>
                </a:lnTo>
                <a:lnTo>
                  <a:pt x="452" y="932"/>
                </a:lnTo>
                <a:lnTo>
                  <a:pt x="451" y="932"/>
                </a:lnTo>
                <a:lnTo>
                  <a:pt x="451" y="933"/>
                </a:lnTo>
                <a:lnTo>
                  <a:pt x="450" y="933"/>
                </a:lnTo>
                <a:lnTo>
                  <a:pt x="449" y="934"/>
                </a:lnTo>
                <a:lnTo>
                  <a:pt x="449" y="935"/>
                </a:lnTo>
                <a:lnTo>
                  <a:pt x="448" y="935"/>
                </a:lnTo>
                <a:lnTo>
                  <a:pt x="448" y="936"/>
                </a:lnTo>
                <a:lnTo>
                  <a:pt x="448" y="937"/>
                </a:lnTo>
                <a:lnTo>
                  <a:pt x="448" y="938"/>
                </a:lnTo>
                <a:lnTo>
                  <a:pt x="447" y="939"/>
                </a:lnTo>
                <a:lnTo>
                  <a:pt x="447" y="940"/>
                </a:lnTo>
                <a:lnTo>
                  <a:pt x="447" y="941"/>
                </a:lnTo>
                <a:lnTo>
                  <a:pt x="446" y="941"/>
                </a:lnTo>
                <a:lnTo>
                  <a:pt x="446" y="942"/>
                </a:lnTo>
                <a:lnTo>
                  <a:pt x="445" y="943"/>
                </a:lnTo>
                <a:lnTo>
                  <a:pt x="445" y="944"/>
                </a:lnTo>
                <a:lnTo>
                  <a:pt x="444" y="944"/>
                </a:lnTo>
                <a:lnTo>
                  <a:pt x="444" y="945"/>
                </a:lnTo>
                <a:lnTo>
                  <a:pt x="443" y="945"/>
                </a:lnTo>
                <a:lnTo>
                  <a:pt x="442" y="945"/>
                </a:lnTo>
                <a:lnTo>
                  <a:pt x="441" y="945"/>
                </a:lnTo>
                <a:lnTo>
                  <a:pt x="441" y="944"/>
                </a:lnTo>
                <a:lnTo>
                  <a:pt x="440" y="944"/>
                </a:lnTo>
                <a:lnTo>
                  <a:pt x="440" y="943"/>
                </a:lnTo>
                <a:lnTo>
                  <a:pt x="439" y="943"/>
                </a:lnTo>
                <a:lnTo>
                  <a:pt x="439" y="942"/>
                </a:lnTo>
                <a:lnTo>
                  <a:pt x="438" y="942"/>
                </a:lnTo>
                <a:lnTo>
                  <a:pt x="437" y="942"/>
                </a:lnTo>
                <a:lnTo>
                  <a:pt x="438" y="941"/>
                </a:lnTo>
                <a:lnTo>
                  <a:pt x="437" y="940"/>
                </a:lnTo>
                <a:lnTo>
                  <a:pt x="437" y="939"/>
                </a:lnTo>
                <a:lnTo>
                  <a:pt x="436" y="939"/>
                </a:lnTo>
                <a:lnTo>
                  <a:pt x="436" y="938"/>
                </a:lnTo>
                <a:lnTo>
                  <a:pt x="435" y="938"/>
                </a:lnTo>
                <a:lnTo>
                  <a:pt x="434" y="938"/>
                </a:lnTo>
                <a:lnTo>
                  <a:pt x="434" y="937"/>
                </a:lnTo>
                <a:lnTo>
                  <a:pt x="433" y="937"/>
                </a:lnTo>
                <a:lnTo>
                  <a:pt x="432" y="936"/>
                </a:lnTo>
                <a:lnTo>
                  <a:pt x="432" y="935"/>
                </a:lnTo>
                <a:lnTo>
                  <a:pt x="431" y="935"/>
                </a:lnTo>
                <a:lnTo>
                  <a:pt x="431" y="934"/>
                </a:lnTo>
                <a:lnTo>
                  <a:pt x="431" y="933"/>
                </a:lnTo>
                <a:lnTo>
                  <a:pt x="430" y="933"/>
                </a:lnTo>
                <a:lnTo>
                  <a:pt x="430" y="932"/>
                </a:lnTo>
                <a:lnTo>
                  <a:pt x="430" y="931"/>
                </a:lnTo>
                <a:lnTo>
                  <a:pt x="429" y="931"/>
                </a:lnTo>
                <a:lnTo>
                  <a:pt x="429" y="930"/>
                </a:lnTo>
                <a:lnTo>
                  <a:pt x="429" y="929"/>
                </a:lnTo>
                <a:lnTo>
                  <a:pt x="429" y="928"/>
                </a:lnTo>
                <a:lnTo>
                  <a:pt x="428" y="928"/>
                </a:lnTo>
                <a:lnTo>
                  <a:pt x="429" y="927"/>
                </a:lnTo>
                <a:lnTo>
                  <a:pt x="428" y="927"/>
                </a:lnTo>
                <a:lnTo>
                  <a:pt x="428" y="926"/>
                </a:lnTo>
                <a:lnTo>
                  <a:pt x="427" y="926"/>
                </a:lnTo>
                <a:lnTo>
                  <a:pt x="427" y="927"/>
                </a:lnTo>
                <a:lnTo>
                  <a:pt x="426" y="927"/>
                </a:lnTo>
                <a:lnTo>
                  <a:pt x="422" y="927"/>
                </a:lnTo>
                <a:lnTo>
                  <a:pt x="421" y="927"/>
                </a:lnTo>
                <a:lnTo>
                  <a:pt x="420" y="927"/>
                </a:lnTo>
                <a:lnTo>
                  <a:pt x="419" y="927"/>
                </a:lnTo>
                <a:lnTo>
                  <a:pt x="418" y="927"/>
                </a:lnTo>
                <a:lnTo>
                  <a:pt x="418" y="926"/>
                </a:lnTo>
                <a:lnTo>
                  <a:pt x="417" y="926"/>
                </a:lnTo>
                <a:lnTo>
                  <a:pt x="416" y="926"/>
                </a:lnTo>
                <a:lnTo>
                  <a:pt x="415" y="926"/>
                </a:lnTo>
                <a:lnTo>
                  <a:pt x="414" y="926"/>
                </a:lnTo>
                <a:lnTo>
                  <a:pt x="414" y="927"/>
                </a:lnTo>
                <a:lnTo>
                  <a:pt x="413" y="927"/>
                </a:lnTo>
                <a:lnTo>
                  <a:pt x="413" y="928"/>
                </a:lnTo>
                <a:lnTo>
                  <a:pt x="413" y="929"/>
                </a:lnTo>
                <a:lnTo>
                  <a:pt x="412" y="929"/>
                </a:lnTo>
                <a:lnTo>
                  <a:pt x="411" y="929"/>
                </a:lnTo>
                <a:lnTo>
                  <a:pt x="411" y="930"/>
                </a:lnTo>
                <a:lnTo>
                  <a:pt x="410" y="930"/>
                </a:lnTo>
                <a:lnTo>
                  <a:pt x="409" y="930"/>
                </a:lnTo>
                <a:lnTo>
                  <a:pt x="409" y="931"/>
                </a:lnTo>
                <a:lnTo>
                  <a:pt x="408" y="931"/>
                </a:lnTo>
                <a:lnTo>
                  <a:pt x="407" y="932"/>
                </a:lnTo>
                <a:lnTo>
                  <a:pt x="406" y="932"/>
                </a:lnTo>
                <a:lnTo>
                  <a:pt x="404" y="932"/>
                </a:lnTo>
                <a:lnTo>
                  <a:pt x="403" y="932"/>
                </a:lnTo>
                <a:lnTo>
                  <a:pt x="402" y="932"/>
                </a:lnTo>
                <a:lnTo>
                  <a:pt x="402" y="931"/>
                </a:lnTo>
                <a:lnTo>
                  <a:pt x="401" y="931"/>
                </a:lnTo>
                <a:lnTo>
                  <a:pt x="400" y="931"/>
                </a:lnTo>
                <a:lnTo>
                  <a:pt x="400" y="930"/>
                </a:lnTo>
                <a:lnTo>
                  <a:pt x="399" y="930"/>
                </a:lnTo>
                <a:lnTo>
                  <a:pt x="399" y="929"/>
                </a:lnTo>
                <a:lnTo>
                  <a:pt x="398" y="929"/>
                </a:lnTo>
                <a:lnTo>
                  <a:pt x="397" y="929"/>
                </a:lnTo>
                <a:lnTo>
                  <a:pt x="397" y="928"/>
                </a:lnTo>
                <a:lnTo>
                  <a:pt x="396" y="928"/>
                </a:lnTo>
                <a:lnTo>
                  <a:pt x="396" y="927"/>
                </a:lnTo>
                <a:lnTo>
                  <a:pt x="396" y="926"/>
                </a:lnTo>
                <a:lnTo>
                  <a:pt x="395" y="926"/>
                </a:lnTo>
                <a:lnTo>
                  <a:pt x="395" y="925"/>
                </a:lnTo>
                <a:lnTo>
                  <a:pt x="394" y="925"/>
                </a:lnTo>
                <a:lnTo>
                  <a:pt x="393" y="925"/>
                </a:lnTo>
                <a:lnTo>
                  <a:pt x="393" y="924"/>
                </a:lnTo>
                <a:lnTo>
                  <a:pt x="392" y="924"/>
                </a:lnTo>
                <a:lnTo>
                  <a:pt x="391" y="924"/>
                </a:lnTo>
                <a:lnTo>
                  <a:pt x="390" y="924"/>
                </a:lnTo>
                <a:lnTo>
                  <a:pt x="390" y="923"/>
                </a:lnTo>
                <a:lnTo>
                  <a:pt x="389" y="922"/>
                </a:lnTo>
                <a:lnTo>
                  <a:pt x="389" y="921"/>
                </a:lnTo>
                <a:lnTo>
                  <a:pt x="388" y="921"/>
                </a:lnTo>
                <a:lnTo>
                  <a:pt x="387" y="921"/>
                </a:lnTo>
                <a:lnTo>
                  <a:pt x="387" y="920"/>
                </a:lnTo>
                <a:lnTo>
                  <a:pt x="386" y="919"/>
                </a:lnTo>
                <a:lnTo>
                  <a:pt x="385" y="919"/>
                </a:lnTo>
                <a:lnTo>
                  <a:pt x="385" y="918"/>
                </a:lnTo>
                <a:lnTo>
                  <a:pt x="384" y="918"/>
                </a:lnTo>
                <a:lnTo>
                  <a:pt x="383" y="918"/>
                </a:lnTo>
                <a:lnTo>
                  <a:pt x="382" y="918"/>
                </a:lnTo>
                <a:lnTo>
                  <a:pt x="381" y="917"/>
                </a:lnTo>
                <a:lnTo>
                  <a:pt x="380" y="917"/>
                </a:lnTo>
                <a:lnTo>
                  <a:pt x="379" y="917"/>
                </a:lnTo>
                <a:lnTo>
                  <a:pt x="378" y="917"/>
                </a:lnTo>
                <a:lnTo>
                  <a:pt x="377" y="917"/>
                </a:lnTo>
                <a:lnTo>
                  <a:pt x="376" y="917"/>
                </a:lnTo>
                <a:lnTo>
                  <a:pt x="376" y="918"/>
                </a:lnTo>
                <a:lnTo>
                  <a:pt x="374" y="918"/>
                </a:lnTo>
                <a:lnTo>
                  <a:pt x="374" y="917"/>
                </a:lnTo>
                <a:lnTo>
                  <a:pt x="373" y="917"/>
                </a:lnTo>
                <a:lnTo>
                  <a:pt x="372" y="917"/>
                </a:lnTo>
                <a:lnTo>
                  <a:pt x="371" y="917"/>
                </a:lnTo>
                <a:lnTo>
                  <a:pt x="370" y="917"/>
                </a:lnTo>
                <a:lnTo>
                  <a:pt x="369" y="916"/>
                </a:lnTo>
                <a:lnTo>
                  <a:pt x="368" y="916"/>
                </a:lnTo>
                <a:lnTo>
                  <a:pt x="368" y="915"/>
                </a:lnTo>
                <a:lnTo>
                  <a:pt x="367" y="915"/>
                </a:lnTo>
                <a:lnTo>
                  <a:pt x="367" y="914"/>
                </a:lnTo>
                <a:lnTo>
                  <a:pt x="367" y="913"/>
                </a:lnTo>
                <a:lnTo>
                  <a:pt x="367" y="912"/>
                </a:lnTo>
                <a:lnTo>
                  <a:pt x="366" y="911"/>
                </a:lnTo>
                <a:lnTo>
                  <a:pt x="365" y="911"/>
                </a:lnTo>
                <a:lnTo>
                  <a:pt x="365" y="910"/>
                </a:lnTo>
                <a:lnTo>
                  <a:pt x="363" y="910"/>
                </a:lnTo>
                <a:lnTo>
                  <a:pt x="363" y="911"/>
                </a:lnTo>
                <a:lnTo>
                  <a:pt x="362" y="911"/>
                </a:lnTo>
                <a:lnTo>
                  <a:pt x="361" y="912"/>
                </a:lnTo>
                <a:lnTo>
                  <a:pt x="360" y="912"/>
                </a:lnTo>
                <a:lnTo>
                  <a:pt x="360" y="913"/>
                </a:lnTo>
                <a:lnTo>
                  <a:pt x="359" y="913"/>
                </a:lnTo>
                <a:lnTo>
                  <a:pt x="356" y="913"/>
                </a:lnTo>
                <a:lnTo>
                  <a:pt x="356" y="912"/>
                </a:lnTo>
                <a:lnTo>
                  <a:pt x="356" y="913"/>
                </a:lnTo>
                <a:lnTo>
                  <a:pt x="356" y="912"/>
                </a:lnTo>
                <a:lnTo>
                  <a:pt x="355" y="912"/>
                </a:lnTo>
                <a:lnTo>
                  <a:pt x="354" y="912"/>
                </a:lnTo>
                <a:lnTo>
                  <a:pt x="353" y="912"/>
                </a:lnTo>
                <a:lnTo>
                  <a:pt x="352" y="912"/>
                </a:lnTo>
                <a:lnTo>
                  <a:pt x="351" y="912"/>
                </a:lnTo>
                <a:lnTo>
                  <a:pt x="350" y="912"/>
                </a:lnTo>
                <a:lnTo>
                  <a:pt x="350" y="911"/>
                </a:lnTo>
                <a:lnTo>
                  <a:pt x="349" y="911"/>
                </a:lnTo>
                <a:lnTo>
                  <a:pt x="348" y="911"/>
                </a:lnTo>
                <a:lnTo>
                  <a:pt x="347" y="911"/>
                </a:lnTo>
                <a:lnTo>
                  <a:pt x="346" y="910"/>
                </a:lnTo>
                <a:lnTo>
                  <a:pt x="345" y="909"/>
                </a:lnTo>
                <a:lnTo>
                  <a:pt x="345" y="905"/>
                </a:lnTo>
                <a:lnTo>
                  <a:pt x="345" y="904"/>
                </a:lnTo>
                <a:lnTo>
                  <a:pt x="344" y="904"/>
                </a:lnTo>
                <a:lnTo>
                  <a:pt x="344" y="903"/>
                </a:lnTo>
                <a:lnTo>
                  <a:pt x="343" y="903"/>
                </a:lnTo>
                <a:lnTo>
                  <a:pt x="343" y="902"/>
                </a:lnTo>
                <a:lnTo>
                  <a:pt x="342" y="902"/>
                </a:lnTo>
                <a:lnTo>
                  <a:pt x="341" y="902"/>
                </a:lnTo>
                <a:lnTo>
                  <a:pt x="341" y="901"/>
                </a:lnTo>
                <a:lnTo>
                  <a:pt x="340" y="901"/>
                </a:lnTo>
                <a:lnTo>
                  <a:pt x="340" y="900"/>
                </a:lnTo>
                <a:lnTo>
                  <a:pt x="340" y="899"/>
                </a:lnTo>
                <a:lnTo>
                  <a:pt x="339" y="899"/>
                </a:lnTo>
                <a:lnTo>
                  <a:pt x="339" y="898"/>
                </a:lnTo>
                <a:lnTo>
                  <a:pt x="338" y="898"/>
                </a:lnTo>
                <a:lnTo>
                  <a:pt x="338" y="897"/>
                </a:lnTo>
                <a:lnTo>
                  <a:pt x="338" y="896"/>
                </a:lnTo>
                <a:lnTo>
                  <a:pt x="338" y="895"/>
                </a:lnTo>
                <a:lnTo>
                  <a:pt x="338" y="894"/>
                </a:lnTo>
                <a:lnTo>
                  <a:pt x="337" y="894"/>
                </a:lnTo>
                <a:lnTo>
                  <a:pt x="337" y="893"/>
                </a:lnTo>
                <a:lnTo>
                  <a:pt x="337" y="892"/>
                </a:lnTo>
                <a:lnTo>
                  <a:pt x="337" y="891"/>
                </a:lnTo>
                <a:lnTo>
                  <a:pt x="337" y="890"/>
                </a:lnTo>
                <a:lnTo>
                  <a:pt x="336" y="889"/>
                </a:lnTo>
                <a:lnTo>
                  <a:pt x="336" y="888"/>
                </a:lnTo>
                <a:lnTo>
                  <a:pt x="336" y="887"/>
                </a:lnTo>
                <a:lnTo>
                  <a:pt x="335" y="887"/>
                </a:lnTo>
                <a:lnTo>
                  <a:pt x="333" y="886"/>
                </a:lnTo>
                <a:lnTo>
                  <a:pt x="333" y="885"/>
                </a:lnTo>
                <a:lnTo>
                  <a:pt x="332" y="885"/>
                </a:lnTo>
                <a:lnTo>
                  <a:pt x="331" y="885"/>
                </a:lnTo>
                <a:lnTo>
                  <a:pt x="329" y="885"/>
                </a:lnTo>
                <a:lnTo>
                  <a:pt x="328" y="884"/>
                </a:lnTo>
                <a:lnTo>
                  <a:pt x="327" y="884"/>
                </a:lnTo>
                <a:lnTo>
                  <a:pt x="326" y="883"/>
                </a:lnTo>
                <a:lnTo>
                  <a:pt x="324" y="883"/>
                </a:lnTo>
                <a:lnTo>
                  <a:pt x="322" y="883"/>
                </a:lnTo>
                <a:lnTo>
                  <a:pt x="321" y="883"/>
                </a:lnTo>
                <a:lnTo>
                  <a:pt x="320" y="884"/>
                </a:lnTo>
                <a:lnTo>
                  <a:pt x="319" y="884"/>
                </a:lnTo>
                <a:lnTo>
                  <a:pt x="318" y="884"/>
                </a:lnTo>
                <a:lnTo>
                  <a:pt x="316" y="885"/>
                </a:lnTo>
                <a:lnTo>
                  <a:pt x="316" y="886"/>
                </a:lnTo>
                <a:lnTo>
                  <a:pt x="315" y="886"/>
                </a:lnTo>
                <a:lnTo>
                  <a:pt x="315" y="887"/>
                </a:lnTo>
                <a:lnTo>
                  <a:pt x="314" y="887"/>
                </a:lnTo>
                <a:lnTo>
                  <a:pt x="311" y="887"/>
                </a:lnTo>
                <a:lnTo>
                  <a:pt x="310" y="887"/>
                </a:lnTo>
                <a:lnTo>
                  <a:pt x="309" y="887"/>
                </a:lnTo>
                <a:lnTo>
                  <a:pt x="308" y="887"/>
                </a:lnTo>
                <a:lnTo>
                  <a:pt x="307" y="886"/>
                </a:lnTo>
                <a:lnTo>
                  <a:pt x="306" y="886"/>
                </a:lnTo>
                <a:lnTo>
                  <a:pt x="305" y="886"/>
                </a:lnTo>
                <a:lnTo>
                  <a:pt x="304" y="886"/>
                </a:lnTo>
                <a:lnTo>
                  <a:pt x="303" y="886"/>
                </a:lnTo>
                <a:lnTo>
                  <a:pt x="302" y="885"/>
                </a:lnTo>
                <a:lnTo>
                  <a:pt x="302" y="884"/>
                </a:lnTo>
                <a:lnTo>
                  <a:pt x="301" y="883"/>
                </a:lnTo>
                <a:lnTo>
                  <a:pt x="301" y="882"/>
                </a:lnTo>
                <a:lnTo>
                  <a:pt x="301" y="881"/>
                </a:lnTo>
                <a:lnTo>
                  <a:pt x="302" y="881"/>
                </a:lnTo>
                <a:lnTo>
                  <a:pt x="302" y="880"/>
                </a:lnTo>
                <a:lnTo>
                  <a:pt x="302" y="879"/>
                </a:lnTo>
                <a:lnTo>
                  <a:pt x="301" y="879"/>
                </a:lnTo>
                <a:lnTo>
                  <a:pt x="300" y="878"/>
                </a:lnTo>
                <a:lnTo>
                  <a:pt x="300" y="879"/>
                </a:lnTo>
                <a:lnTo>
                  <a:pt x="299" y="879"/>
                </a:lnTo>
                <a:lnTo>
                  <a:pt x="298" y="879"/>
                </a:lnTo>
                <a:lnTo>
                  <a:pt x="297" y="879"/>
                </a:lnTo>
                <a:lnTo>
                  <a:pt x="297" y="878"/>
                </a:lnTo>
                <a:lnTo>
                  <a:pt x="297" y="877"/>
                </a:lnTo>
                <a:lnTo>
                  <a:pt x="297" y="876"/>
                </a:lnTo>
                <a:lnTo>
                  <a:pt x="296" y="875"/>
                </a:lnTo>
                <a:lnTo>
                  <a:pt x="296" y="876"/>
                </a:lnTo>
                <a:lnTo>
                  <a:pt x="294" y="876"/>
                </a:lnTo>
                <a:lnTo>
                  <a:pt x="294" y="875"/>
                </a:lnTo>
                <a:lnTo>
                  <a:pt x="293" y="875"/>
                </a:lnTo>
                <a:lnTo>
                  <a:pt x="293" y="874"/>
                </a:lnTo>
                <a:lnTo>
                  <a:pt x="293" y="873"/>
                </a:lnTo>
                <a:lnTo>
                  <a:pt x="292" y="873"/>
                </a:lnTo>
                <a:lnTo>
                  <a:pt x="291" y="873"/>
                </a:lnTo>
                <a:lnTo>
                  <a:pt x="290" y="873"/>
                </a:lnTo>
                <a:lnTo>
                  <a:pt x="289" y="873"/>
                </a:lnTo>
                <a:lnTo>
                  <a:pt x="288" y="873"/>
                </a:lnTo>
                <a:lnTo>
                  <a:pt x="288" y="874"/>
                </a:lnTo>
                <a:lnTo>
                  <a:pt x="287" y="874"/>
                </a:lnTo>
                <a:lnTo>
                  <a:pt x="285" y="876"/>
                </a:lnTo>
                <a:lnTo>
                  <a:pt x="285" y="877"/>
                </a:lnTo>
                <a:lnTo>
                  <a:pt x="285" y="878"/>
                </a:lnTo>
                <a:lnTo>
                  <a:pt x="284" y="878"/>
                </a:lnTo>
                <a:lnTo>
                  <a:pt x="283" y="879"/>
                </a:lnTo>
                <a:lnTo>
                  <a:pt x="283" y="880"/>
                </a:lnTo>
                <a:lnTo>
                  <a:pt x="282" y="880"/>
                </a:lnTo>
                <a:lnTo>
                  <a:pt x="281" y="879"/>
                </a:lnTo>
                <a:lnTo>
                  <a:pt x="280" y="879"/>
                </a:lnTo>
                <a:lnTo>
                  <a:pt x="279" y="879"/>
                </a:lnTo>
                <a:lnTo>
                  <a:pt x="278" y="879"/>
                </a:lnTo>
                <a:lnTo>
                  <a:pt x="278" y="880"/>
                </a:lnTo>
                <a:lnTo>
                  <a:pt x="277" y="881"/>
                </a:lnTo>
                <a:lnTo>
                  <a:pt x="277" y="882"/>
                </a:lnTo>
                <a:lnTo>
                  <a:pt x="277" y="883"/>
                </a:lnTo>
                <a:lnTo>
                  <a:pt x="276" y="883"/>
                </a:lnTo>
                <a:lnTo>
                  <a:pt x="275" y="883"/>
                </a:lnTo>
                <a:lnTo>
                  <a:pt x="273" y="884"/>
                </a:lnTo>
                <a:lnTo>
                  <a:pt x="272" y="885"/>
                </a:lnTo>
                <a:lnTo>
                  <a:pt x="271" y="885"/>
                </a:lnTo>
                <a:lnTo>
                  <a:pt x="271" y="886"/>
                </a:lnTo>
                <a:lnTo>
                  <a:pt x="270" y="886"/>
                </a:lnTo>
                <a:lnTo>
                  <a:pt x="270" y="887"/>
                </a:lnTo>
                <a:lnTo>
                  <a:pt x="269" y="888"/>
                </a:lnTo>
                <a:lnTo>
                  <a:pt x="268" y="889"/>
                </a:lnTo>
                <a:lnTo>
                  <a:pt x="267" y="889"/>
                </a:lnTo>
                <a:lnTo>
                  <a:pt x="267" y="890"/>
                </a:lnTo>
                <a:lnTo>
                  <a:pt x="267" y="891"/>
                </a:lnTo>
                <a:lnTo>
                  <a:pt x="267" y="892"/>
                </a:lnTo>
                <a:lnTo>
                  <a:pt x="266" y="893"/>
                </a:lnTo>
                <a:lnTo>
                  <a:pt x="265" y="895"/>
                </a:lnTo>
                <a:lnTo>
                  <a:pt x="264" y="896"/>
                </a:lnTo>
                <a:lnTo>
                  <a:pt x="262" y="897"/>
                </a:lnTo>
                <a:lnTo>
                  <a:pt x="261" y="897"/>
                </a:lnTo>
                <a:lnTo>
                  <a:pt x="260" y="898"/>
                </a:lnTo>
                <a:lnTo>
                  <a:pt x="260" y="899"/>
                </a:lnTo>
                <a:lnTo>
                  <a:pt x="260" y="900"/>
                </a:lnTo>
                <a:lnTo>
                  <a:pt x="261" y="900"/>
                </a:lnTo>
                <a:lnTo>
                  <a:pt x="261" y="901"/>
                </a:lnTo>
                <a:lnTo>
                  <a:pt x="261" y="902"/>
                </a:lnTo>
                <a:lnTo>
                  <a:pt x="261" y="903"/>
                </a:lnTo>
                <a:lnTo>
                  <a:pt x="260" y="903"/>
                </a:lnTo>
                <a:lnTo>
                  <a:pt x="260" y="905"/>
                </a:lnTo>
                <a:lnTo>
                  <a:pt x="260" y="906"/>
                </a:lnTo>
                <a:lnTo>
                  <a:pt x="260" y="907"/>
                </a:lnTo>
                <a:lnTo>
                  <a:pt x="259" y="907"/>
                </a:lnTo>
                <a:lnTo>
                  <a:pt x="259" y="908"/>
                </a:lnTo>
                <a:lnTo>
                  <a:pt x="258" y="908"/>
                </a:lnTo>
                <a:lnTo>
                  <a:pt x="258" y="909"/>
                </a:lnTo>
                <a:lnTo>
                  <a:pt x="258" y="910"/>
                </a:lnTo>
                <a:lnTo>
                  <a:pt x="259" y="910"/>
                </a:lnTo>
                <a:lnTo>
                  <a:pt x="259" y="911"/>
                </a:lnTo>
                <a:lnTo>
                  <a:pt x="259" y="912"/>
                </a:lnTo>
                <a:lnTo>
                  <a:pt x="260" y="913"/>
                </a:lnTo>
                <a:lnTo>
                  <a:pt x="260" y="914"/>
                </a:lnTo>
                <a:lnTo>
                  <a:pt x="260" y="915"/>
                </a:lnTo>
                <a:lnTo>
                  <a:pt x="259" y="915"/>
                </a:lnTo>
                <a:lnTo>
                  <a:pt x="257" y="915"/>
                </a:lnTo>
                <a:lnTo>
                  <a:pt x="256" y="915"/>
                </a:lnTo>
                <a:lnTo>
                  <a:pt x="255" y="916"/>
                </a:lnTo>
                <a:lnTo>
                  <a:pt x="254" y="917"/>
                </a:lnTo>
                <a:lnTo>
                  <a:pt x="253" y="917"/>
                </a:lnTo>
                <a:lnTo>
                  <a:pt x="250" y="919"/>
                </a:lnTo>
                <a:lnTo>
                  <a:pt x="249" y="919"/>
                </a:lnTo>
                <a:lnTo>
                  <a:pt x="248" y="919"/>
                </a:lnTo>
                <a:lnTo>
                  <a:pt x="246" y="919"/>
                </a:lnTo>
                <a:lnTo>
                  <a:pt x="245" y="919"/>
                </a:lnTo>
                <a:lnTo>
                  <a:pt x="245" y="920"/>
                </a:lnTo>
                <a:lnTo>
                  <a:pt x="243" y="920"/>
                </a:lnTo>
                <a:lnTo>
                  <a:pt x="243" y="919"/>
                </a:lnTo>
                <a:lnTo>
                  <a:pt x="243" y="920"/>
                </a:lnTo>
                <a:lnTo>
                  <a:pt x="242" y="920"/>
                </a:lnTo>
                <a:lnTo>
                  <a:pt x="241" y="920"/>
                </a:lnTo>
                <a:lnTo>
                  <a:pt x="240" y="921"/>
                </a:lnTo>
                <a:lnTo>
                  <a:pt x="239" y="921"/>
                </a:lnTo>
                <a:lnTo>
                  <a:pt x="237" y="921"/>
                </a:lnTo>
                <a:lnTo>
                  <a:pt x="236" y="921"/>
                </a:lnTo>
                <a:lnTo>
                  <a:pt x="235" y="922"/>
                </a:lnTo>
                <a:lnTo>
                  <a:pt x="234" y="922"/>
                </a:lnTo>
                <a:lnTo>
                  <a:pt x="233" y="923"/>
                </a:lnTo>
                <a:lnTo>
                  <a:pt x="231" y="924"/>
                </a:lnTo>
                <a:lnTo>
                  <a:pt x="230" y="925"/>
                </a:lnTo>
                <a:lnTo>
                  <a:pt x="229" y="925"/>
                </a:lnTo>
                <a:lnTo>
                  <a:pt x="229" y="926"/>
                </a:lnTo>
                <a:lnTo>
                  <a:pt x="228" y="927"/>
                </a:lnTo>
                <a:lnTo>
                  <a:pt x="228" y="928"/>
                </a:lnTo>
                <a:lnTo>
                  <a:pt x="228" y="929"/>
                </a:lnTo>
                <a:lnTo>
                  <a:pt x="228" y="932"/>
                </a:lnTo>
                <a:lnTo>
                  <a:pt x="227" y="933"/>
                </a:lnTo>
                <a:lnTo>
                  <a:pt x="226" y="934"/>
                </a:lnTo>
                <a:lnTo>
                  <a:pt x="226" y="935"/>
                </a:lnTo>
                <a:lnTo>
                  <a:pt x="225" y="935"/>
                </a:lnTo>
                <a:lnTo>
                  <a:pt x="225" y="937"/>
                </a:lnTo>
                <a:lnTo>
                  <a:pt x="224" y="937"/>
                </a:lnTo>
                <a:lnTo>
                  <a:pt x="224" y="938"/>
                </a:lnTo>
                <a:lnTo>
                  <a:pt x="223" y="938"/>
                </a:lnTo>
                <a:lnTo>
                  <a:pt x="222" y="938"/>
                </a:lnTo>
                <a:lnTo>
                  <a:pt x="221" y="938"/>
                </a:lnTo>
                <a:lnTo>
                  <a:pt x="221" y="939"/>
                </a:lnTo>
                <a:lnTo>
                  <a:pt x="219" y="939"/>
                </a:lnTo>
                <a:lnTo>
                  <a:pt x="219" y="938"/>
                </a:lnTo>
                <a:lnTo>
                  <a:pt x="218" y="938"/>
                </a:lnTo>
                <a:lnTo>
                  <a:pt x="218" y="939"/>
                </a:lnTo>
                <a:lnTo>
                  <a:pt x="217" y="939"/>
                </a:lnTo>
                <a:lnTo>
                  <a:pt x="217" y="940"/>
                </a:lnTo>
                <a:lnTo>
                  <a:pt x="216" y="940"/>
                </a:lnTo>
                <a:lnTo>
                  <a:pt x="215" y="940"/>
                </a:lnTo>
                <a:lnTo>
                  <a:pt x="214" y="940"/>
                </a:lnTo>
                <a:lnTo>
                  <a:pt x="213" y="940"/>
                </a:lnTo>
                <a:lnTo>
                  <a:pt x="212" y="940"/>
                </a:lnTo>
                <a:lnTo>
                  <a:pt x="210" y="941"/>
                </a:lnTo>
                <a:lnTo>
                  <a:pt x="209" y="941"/>
                </a:lnTo>
                <a:lnTo>
                  <a:pt x="208" y="942"/>
                </a:lnTo>
                <a:lnTo>
                  <a:pt x="208" y="943"/>
                </a:lnTo>
                <a:lnTo>
                  <a:pt x="207" y="943"/>
                </a:lnTo>
                <a:lnTo>
                  <a:pt x="207" y="944"/>
                </a:lnTo>
                <a:lnTo>
                  <a:pt x="207" y="946"/>
                </a:lnTo>
                <a:lnTo>
                  <a:pt x="206" y="947"/>
                </a:lnTo>
                <a:lnTo>
                  <a:pt x="206" y="949"/>
                </a:lnTo>
                <a:lnTo>
                  <a:pt x="205" y="949"/>
                </a:lnTo>
                <a:lnTo>
                  <a:pt x="204" y="949"/>
                </a:lnTo>
                <a:lnTo>
                  <a:pt x="202" y="949"/>
                </a:lnTo>
                <a:lnTo>
                  <a:pt x="201" y="949"/>
                </a:lnTo>
                <a:lnTo>
                  <a:pt x="200" y="948"/>
                </a:lnTo>
                <a:lnTo>
                  <a:pt x="199" y="948"/>
                </a:lnTo>
                <a:lnTo>
                  <a:pt x="199" y="947"/>
                </a:lnTo>
                <a:lnTo>
                  <a:pt x="198" y="947"/>
                </a:lnTo>
                <a:lnTo>
                  <a:pt x="197" y="946"/>
                </a:lnTo>
                <a:lnTo>
                  <a:pt x="197" y="945"/>
                </a:lnTo>
                <a:lnTo>
                  <a:pt x="198" y="945"/>
                </a:lnTo>
                <a:lnTo>
                  <a:pt x="198" y="944"/>
                </a:lnTo>
                <a:lnTo>
                  <a:pt x="198" y="943"/>
                </a:lnTo>
                <a:lnTo>
                  <a:pt x="197" y="943"/>
                </a:lnTo>
                <a:lnTo>
                  <a:pt x="196" y="942"/>
                </a:lnTo>
                <a:lnTo>
                  <a:pt x="194" y="942"/>
                </a:lnTo>
                <a:lnTo>
                  <a:pt x="193" y="942"/>
                </a:lnTo>
                <a:lnTo>
                  <a:pt x="191" y="942"/>
                </a:lnTo>
                <a:lnTo>
                  <a:pt x="190" y="941"/>
                </a:lnTo>
                <a:lnTo>
                  <a:pt x="189" y="941"/>
                </a:lnTo>
                <a:lnTo>
                  <a:pt x="188" y="941"/>
                </a:lnTo>
                <a:lnTo>
                  <a:pt x="186" y="941"/>
                </a:lnTo>
                <a:lnTo>
                  <a:pt x="185" y="941"/>
                </a:lnTo>
                <a:lnTo>
                  <a:pt x="184" y="940"/>
                </a:lnTo>
                <a:lnTo>
                  <a:pt x="182" y="937"/>
                </a:lnTo>
                <a:lnTo>
                  <a:pt x="179" y="934"/>
                </a:lnTo>
                <a:lnTo>
                  <a:pt x="179" y="932"/>
                </a:lnTo>
                <a:lnTo>
                  <a:pt x="179" y="931"/>
                </a:lnTo>
                <a:lnTo>
                  <a:pt x="178" y="931"/>
                </a:lnTo>
                <a:lnTo>
                  <a:pt x="177" y="930"/>
                </a:lnTo>
                <a:lnTo>
                  <a:pt x="176" y="930"/>
                </a:lnTo>
                <a:lnTo>
                  <a:pt x="174" y="930"/>
                </a:lnTo>
                <a:lnTo>
                  <a:pt x="173" y="929"/>
                </a:lnTo>
                <a:lnTo>
                  <a:pt x="173" y="928"/>
                </a:lnTo>
                <a:lnTo>
                  <a:pt x="172" y="927"/>
                </a:lnTo>
                <a:lnTo>
                  <a:pt x="171" y="927"/>
                </a:lnTo>
                <a:lnTo>
                  <a:pt x="169" y="927"/>
                </a:lnTo>
                <a:lnTo>
                  <a:pt x="167" y="926"/>
                </a:lnTo>
                <a:lnTo>
                  <a:pt x="166" y="926"/>
                </a:lnTo>
                <a:lnTo>
                  <a:pt x="166" y="925"/>
                </a:lnTo>
                <a:lnTo>
                  <a:pt x="166" y="924"/>
                </a:lnTo>
                <a:lnTo>
                  <a:pt x="167" y="923"/>
                </a:lnTo>
                <a:lnTo>
                  <a:pt x="168" y="921"/>
                </a:lnTo>
                <a:lnTo>
                  <a:pt x="168" y="920"/>
                </a:lnTo>
                <a:lnTo>
                  <a:pt x="168" y="919"/>
                </a:lnTo>
                <a:lnTo>
                  <a:pt x="168" y="918"/>
                </a:lnTo>
                <a:lnTo>
                  <a:pt x="169" y="918"/>
                </a:lnTo>
                <a:lnTo>
                  <a:pt x="169" y="917"/>
                </a:lnTo>
                <a:lnTo>
                  <a:pt x="169" y="916"/>
                </a:lnTo>
                <a:lnTo>
                  <a:pt x="168" y="915"/>
                </a:lnTo>
                <a:lnTo>
                  <a:pt x="168" y="914"/>
                </a:lnTo>
                <a:lnTo>
                  <a:pt x="167" y="914"/>
                </a:lnTo>
                <a:lnTo>
                  <a:pt x="167" y="912"/>
                </a:lnTo>
                <a:lnTo>
                  <a:pt x="168" y="911"/>
                </a:lnTo>
                <a:lnTo>
                  <a:pt x="168" y="909"/>
                </a:lnTo>
                <a:lnTo>
                  <a:pt x="169" y="907"/>
                </a:lnTo>
                <a:lnTo>
                  <a:pt x="170" y="907"/>
                </a:lnTo>
                <a:lnTo>
                  <a:pt x="172" y="905"/>
                </a:lnTo>
                <a:lnTo>
                  <a:pt x="174" y="903"/>
                </a:lnTo>
                <a:lnTo>
                  <a:pt x="175" y="902"/>
                </a:lnTo>
                <a:lnTo>
                  <a:pt x="175" y="901"/>
                </a:lnTo>
                <a:lnTo>
                  <a:pt x="175" y="900"/>
                </a:lnTo>
                <a:lnTo>
                  <a:pt x="177" y="898"/>
                </a:lnTo>
                <a:lnTo>
                  <a:pt x="178" y="895"/>
                </a:lnTo>
                <a:lnTo>
                  <a:pt x="180" y="894"/>
                </a:lnTo>
                <a:lnTo>
                  <a:pt x="181" y="893"/>
                </a:lnTo>
                <a:lnTo>
                  <a:pt x="183" y="893"/>
                </a:lnTo>
                <a:lnTo>
                  <a:pt x="184" y="893"/>
                </a:lnTo>
                <a:lnTo>
                  <a:pt x="184" y="892"/>
                </a:lnTo>
                <a:lnTo>
                  <a:pt x="185" y="892"/>
                </a:lnTo>
                <a:lnTo>
                  <a:pt x="186" y="891"/>
                </a:lnTo>
                <a:lnTo>
                  <a:pt x="186" y="890"/>
                </a:lnTo>
                <a:lnTo>
                  <a:pt x="186" y="889"/>
                </a:lnTo>
                <a:lnTo>
                  <a:pt x="186" y="888"/>
                </a:lnTo>
                <a:lnTo>
                  <a:pt x="187" y="887"/>
                </a:lnTo>
                <a:lnTo>
                  <a:pt x="188" y="886"/>
                </a:lnTo>
                <a:lnTo>
                  <a:pt x="189" y="885"/>
                </a:lnTo>
                <a:lnTo>
                  <a:pt x="189" y="884"/>
                </a:lnTo>
                <a:lnTo>
                  <a:pt x="189" y="883"/>
                </a:lnTo>
                <a:lnTo>
                  <a:pt x="190" y="882"/>
                </a:lnTo>
                <a:lnTo>
                  <a:pt x="191" y="882"/>
                </a:lnTo>
                <a:lnTo>
                  <a:pt x="191" y="881"/>
                </a:lnTo>
                <a:lnTo>
                  <a:pt x="191" y="880"/>
                </a:lnTo>
                <a:lnTo>
                  <a:pt x="191" y="879"/>
                </a:lnTo>
                <a:lnTo>
                  <a:pt x="191" y="878"/>
                </a:lnTo>
                <a:lnTo>
                  <a:pt x="193" y="877"/>
                </a:lnTo>
                <a:lnTo>
                  <a:pt x="194" y="877"/>
                </a:lnTo>
                <a:lnTo>
                  <a:pt x="195" y="877"/>
                </a:lnTo>
                <a:lnTo>
                  <a:pt x="196" y="876"/>
                </a:lnTo>
                <a:lnTo>
                  <a:pt x="195" y="876"/>
                </a:lnTo>
                <a:lnTo>
                  <a:pt x="195" y="875"/>
                </a:lnTo>
                <a:lnTo>
                  <a:pt x="195" y="874"/>
                </a:lnTo>
                <a:lnTo>
                  <a:pt x="196" y="874"/>
                </a:lnTo>
                <a:lnTo>
                  <a:pt x="198" y="873"/>
                </a:lnTo>
                <a:lnTo>
                  <a:pt x="199" y="873"/>
                </a:lnTo>
                <a:lnTo>
                  <a:pt x="200" y="872"/>
                </a:lnTo>
                <a:lnTo>
                  <a:pt x="200" y="871"/>
                </a:lnTo>
                <a:lnTo>
                  <a:pt x="199" y="870"/>
                </a:lnTo>
                <a:lnTo>
                  <a:pt x="199" y="869"/>
                </a:lnTo>
                <a:lnTo>
                  <a:pt x="199" y="868"/>
                </a:lnTo>
                <a:lnTo>
                  <a:pt x="199" y="867"/>
                </a:lnTo>
                <a:lnTo>
                  <a:pt x="199" y="866"/>
                </a:lnTo>
                <a:lnTo>
                  <a:pt x="198" y="865"/>
                </a:lnTo>
                <a:lnTo>
                  <a:pt x="198" y="864"/>
                </a:lnTo>
                <a:lnTo>
                  <a:pt x="197" y="863"/>
                </a:lnTo>
                <a:lnTo>
                  <a:pt x="196" y="862"/>
                </a:lnTo>
                <a:lnTo>
                  <a:pt x="195" y="860"/>
                </a:lnTo>
                <a:lnTo>
                  <a:pt x="194" y="860"/>
                </a:lnTo>
                <a:lnTo>
                  <a:pt x="193" y="860"/>
                </a:lnTo>
                <a:lnTo>
                  <a:pt x="192" y="859"/>
                </a:lnTo>
                <a:lnTo>
                  <a:pt x="189" y="859"/>
                </a:lnTo>
                <a:lnTo>
                  <a:pt x="188" y="860"/>
                </a:lnTo>
                <a:lnTo>
                  <a:pt x="187" y="860"/>
                </a:lnTo>
                <a:lnTo>
                  <a:pt x="186" y="860"/>
                </a:lnTo>
                <a:lnTo>
                  <a:pt x="185" y="860"/>
                </a:lnTo>
                <a:lnTo>
                  <a:pt x="184" y="860"/>
                </a:lnTo>
                <a:lnTo>
                  <a:pt x="183" y="860"/>
                </a:lnTo>
                <a:lnTo>
                  <a:pt x="183" y="859"/>
                </a:lnTo>
                <a:lnTo>
                  <a:pt x="184" y="859"/>
                </a:lnTo>
                <a:lnTo>
                  <a:pt x="186" y="859"/>
                </a:lnTo>
                <a:lnTo>
                  <a:pt x="187" y="859"/>
                </a:lnTo>
                <a:lnTo>
                  <a:pt x="190" y="859"/>
                </a:lnTo>
                <a:lnTo>
                  <a:pt x="191" y="859"/>
                </a:lnTo>
                <a:lnTo>
                  <a:pt x="192" y="858"/>
                </a:lnTo>
                <a:lnTo>
                  <a:pt x="193" y="857"/>
                </a:lnTo>
                <a:lnTo>
                  <a:pt x="194" y="857"/>
                </a:lnTo>
                <a:lnTo>
                  <a:pt x="194" y="856"/>
                </a:lnTo>
                <a:lnTo>
                  <a:pt x="195" y="856"/>
                </a:lnTo>
                <a:lnTo>
                  <a:pt x="195" y="855"/>
                </a:lnTo>
                <a:lnTo>
                  <a:pt x="195" y="854"/>
                </a:lnTo>
                <a:lnTo>
                  <a:pt x="195" y="852"/>
                </a:lnTo>
                <a:lnTo>
                  <a:pt x="196" y="851"/>
                </a:lnTo>
                <a:lnTo>
                  <a:pt x="197" y="850"/>
                </a:lnTo>
                <a:lnTo>
                  <a:pt x="197" y="848"/>
                </a:lnTo>
                <a:lnTo>
                  <a:pt x="197" y="847"/>
                </a:lnTo>
                <a:lnTo>
                  <a:pt x="197" y="846"/>
                </a:lnTo>
                <a:lnTo>
                  <a:pt x="198" y="846"/>
                </a:lnTo>
                <a:lnTo>
                  <a:pt x="199" y="845"/>
                </a:lnTo>
                <a:lnTo>
                  <a:pt x="200" y="844"/>
                </a:lnTo>
                <a:lnTo>
                  <a:pt x="201" y="843"/>
                </a:lnTo>
                <a:lnTo>
                  <a:pt x="201" y="842"/>
                </a:lnTo>
                <a:lnTo>
                  <a:pt x="201" y="841"/>
                </a:lnTo>
                <a:lnTo>
                  <a:pt x="201" y="840"/>
                </a:lnTo>
                <a:lnTo>
                  <a:pt x="203" y="839"/>
                </a:lnTo>
                <a:lnTo>
                  <a:pt x="204" y="837"/>
                </a:lnTo>
                <a:lnTo>
                  <a:pt x="204" y="834"/>
                </a:lnTo>
                <a:lnTo>
                  <a:pt x="203" y="833"/>
                </a:lnTo>
                <a:lnTo>
                  <a:pt x="202" y="832"/>
                </a:lnTo>
                <a:lnTo>
                  <a:pt x="203" y="832"/>
                </a:lnTo>
                <a:lnTo>
                  <a:pt x="203" y="831"/>
                </a:lnTo>
                <a:lnTo>
                  <a:pt x="204" y="830"/>
                </a:lnTo>
                <a:lnTo>
                  <a:pt x="206" y="829"/>
                </a:lnTo>
                <a:lnTo>
                  <a:pt x="207" y="829"/>
                </a:lnTo>
                <a:lnTo>
                  <a:pt x="208" y="829"/>
                </a:lnTo>
                <a:lnTo>
                  <a:pt x="209" y="829"/>
                </a:lnTo>
                <a:lnTo>
                  <a:pt x="211" y="831"/>
                </a:lnTo>
                <a:lnTo>
                  <a:pt x="211" y="832"/>
                </a:lnTo>
                <a:lnTo>
                  <a:pt x="213" y="834"/>
                </a:lnTo>
                <a:lnTo>
                  <a:pt x="216" y="838"/>
                </a:lnTo>
                <a:lnTo>
                  <a:pt x="218" y="839"/>
                </a:lnTo>
                <a:lnTo>
                  <a:pt x="219" y="839"/>
                </a:lnTo>
                <a:lnTo>
                  <a:pt x="220" y="838"/>
                </a:lnTo>
                <a:lnTo>
                  <a:pt x="220" y="837"/>
                </a:lnTo>
                <a:lnTo>
                  <a:pt x="219" y="836"/>
                </a:lnTo>
                <a:lnTo>
                  <a:pt x="219" y="835"/>
                </a:lnTo>
                <a:lnTo>
                  <a:pt x="218" y="834"/>
                </a:lnTo>
                <a:lnTo>
                  <a:pt x="218" y="833"/>
                </a:lnTo>
                <a:lnTo>
                  <a:pt x="218" y="832"/>
                </a:lnTo>
                <a:lnTo>
                  <a:pt x="219" y="831"/>
                </a:lnTo>
                <a:lnTo>
                  <a:pt x="220" y="831"/>
                </a:lnTo>
                <a:lnTo>
                  <a:pt x="219" y="831"/>
                </a:lnTo>
                <a:lnTo>
                  <a:pt x="218" y="829"/>
                </a:lnTo>
                <a:lnTo>
                  <a:pt x="218" y="826"/>
                </a:lnTo>
                <a:lnTo>
                  <a:pt x="218" y="825"/>
                </a:lnTo>
                <a:lnTo>
                  <a:pt x="219" y="824"/>
                </a:lnTo>
                <a:lnTo>
                  <a:pt x="220" y="824"/>
                </a:lnTo>
                <a:lnTo>
                  <a:pt x="221" y="824"/>
                </a:lnTo>
                <a:lnTo>
                  <a:pt x="221" y="823"/>
                </a:lnTo>
                <a:lnTo>
                  <a:pt x="222" y="823"/>
                </a:lnTo>
                <a:lnTo>
                  <a:pt x="221" y="823"/>
                </a:lnTo>
                <a:lnTo>
                  <a:pt x="220" y="820"/>
                </a:lnTo>
                <a:lnTo>
                  <a:pt x="220" y="818"/>
                </a:lnTo>
                <a:lnTo>
                  <a:pt x="219" y="817"/>
                </a:lnTo>
                <a:lnTo>
                  <a:pt x="218" y="818"/>
                </a:lnTo>
                <a:lnTo>
                  <a:pt x="217" y="818"/>
                </a:lnTo>
                <a:lnTo>
                  <a:pt x="216" y="820"/>
                </a:lnTo>
                <a:lnTo>
                  <a:pt x="215" y="820"/>
                </a:lnTo>
                <a:lnTo>
                  <a:pt x="215" y="819"/>
                </a:lnTo>
                <a:lnTo>
                  <a:pt x="214" y="818"/>
                </a:lnTo>
                <a:lnTo>
                  <a:pt x="213" y="818"/>
                </a:lnTo>
                <a:lnTo>
                  <a:pt x="213" y="817"/>
                </a:lnTo>
                <a:lnTo>
                  <a:pt x="213" y="816"/>
                </a:lnTo>
                <a:lnTo>
                  <a:pt x="212" y="816"/>
                </a:lnTo>
                <a:lnTo>
                  <a:pt x="211" y="816"/>
                </a:lnTo>
                <a:lnTo>
                  <a:pt x="210" y="815"/>
                </a:lnTo>
                <a:lnTo>
                  <a:pt x="209" y="815"/>
                </a:lnTo>
                <a:lnTo>
                  <a:pt x="209" y="816"/>
                </a:lnTo>
                <a:lnTo>
                  <a:pt x="209" y="815"/>
                </a:lnTo>
                <a:lnTo>
                  <a:pt x="208" y="815"/>
                </a:lnTo>
                <a:lnTo>
                  <a:pt x="208" y="816"/>
                </a:lnTo>
                <a:lnTo>
                  <a:pt x="208" y="817"/>
                </a:lnTo>
                <a:lnTo>
                  <a:pt x="208" y="818"/>
                </a:lnTo>
                <a:lnTo>
                  <a:pt x="207" y="818"/>
                </a:lnTo>
                <a:lnTo>
                  <a:pt x="206" y="818"/>
                </a:lnTo>
                <a:lnTo>
                  <a:pt x="205" y="817"/>
                </a:lnTo>
                <a:lnTo>
                  <a:pt x="205" y="816"/>
                </a:lnTo>
                <a:lnTo>
                  <a:pt x="204" y="816"/>
                </a:lnTo>
                <a:lnTo>
                  <a:pt x="203" y="816"/>
                </a:lnTo>
                <a:lnTo>
                  <a:pt x="203" y="815"/>
                </a:lnTo>
                <a:lnTo>
                  <a:pt x="201" y="814"/>
                </a:lnTo>
                <a:lnTo>
                  <a:pt x="200" y="814"/>
                </a:lnTo>
                <a:lnTo>
                  <a:pt x="200" y="813"/>
                </a:lnTo>
                <a:lnTo>
                  <a:pt x="200" y="812"/>
                </a:lnTo>
                <a:lnTo>
                  <a:pt x="199" y="811"/>
                </a:lnTo>
                <a:lnTo>
                  <a:pt x="198" y="811"/>
                </a:lnTo>
                <a:lnTo>
                  <a:pt x="198" y="812"/>
                </a:lnTo>
                <a:lnTo>
                  <a:pt x="197" y="811"/>
                </a:lnTo>
                <a:lnTo>
                  <a:pt x="196" y="811"/>
                </a:lnTo>
                <a:lnTo>
                  <a:pt x="196" y="812"/>
                </a:lnTo>
                <a:lnTo>
                  <a:pt x="195" y="812"/>
                </a:lnTo>
                <a:lnTo>
                  <a:pt x="194" y="812"/>
                </a:lnTo>
                <a:lnTo>
                  <a:pt x="193" y="812"/>
                </a:lnTo>
                <a:lnTo>
                  <a:pt x="192" y="812"/>
                </a:lnTo>
                <a:lnTo>
                  <a:pt x="193" y="813"/>
                </a:lnTo>
                <a:lnTo>
                  <a:pt x="192" y="814"/>
                </a:lnTo>
                <a:lnTo>
                  <a:pt x="191" y="814"/>
                </a:lnTo>
                <a:lnTo>
                  <a:pt x="190" y="813"/>
                </a:lnTo>
                <a:lnTo>
                  <a:pt x="189" y="812"/>
                </a:lnTo>
                <a:lnTo>
                  <a:pt x="188" y="812"/>
                </a:lnTo>
                <a:lnTo>
                  <a:pt x="187" y="812"/>
                </a:lnTo>
                <a:lnTo>
                  <a:pt x="187" y="811"/>
                </a:lnTo>
                <a:lnTo>
                  <a:pt x="187" y="810"/>
                </a:lnTo>
                <a:lnTo>
                  <a:pt x="188" y="810"/>
                </a:lnTo>
                <a:lnTo>
                  <a:pt x="189" y="810"/>
                </a:lnTo>
                <a:lnTo>
                  <a:pt x="189" y="809"/>
                </a:lnTo>
                <a:lnTo>
                  <a:pt x="189" y="808"/>
                </a:lnTo>
                <a:lnTo>
                  <a:pt x="188" y="807"/>
                </a:lnTo>
                <a:lnTo>
                  <a:pt x="188" y="806"/>
                </a:lnTo>
                <a:lnTo>
                  <a:pt x="188" y="805"/>
                </a:lnTo>
                <a:lnTo>
                  <a:pt x="188" y="804"/>
                </a:lnTo>
                <a:lnTo>
                  <a:pt x="188" y="803"/>
                </a:lnTo>
                <a:lnTo>
                  <a:pt x="189" y="803"/>
                </a:lnTo>
                <a:lnTo>
                  <a:pt x="189" y="802"/>
                </a:lnTo>
                <a:lnTo>
                  <a:pt x="188" y="802"/>
                </a:lnTo>
                <a:lnTo>
                  <a:pt x="188" y="800"/>
                </a:lnTo>
                <a:lnTo>
                  <a:pt x="187" y="800"/>
                </a:lnTo>
                <a:lnTo>
                  <a:pt x="188" y="799"/>
                </a:lnTo>
                <a:lnTo>
                  <a:pt x="187" y="798"/>
                </a:lnTo>
                <a:lnTo>
                  <a:pt x="187" y="797"/>
                </a:lnTo>
                <a:lnTo>
                  <a:pt x="186" y="797"/>
                </a:lnTo>
                <a:lnTo>
                  <a:pt x="185" y="797"/>
                </a:lnTo>
                <a:lnTo>
                  <a:pt x="182" y="797"/>
                </a:lnTo>
                <a:lnTo>
                  <a:pt x="181" y="796"/>
                </a:lnTo>
                <a:lnTo>
                  <a:pt x="180" y="795"/>
                </a:lnTo>
                <a:lnTo>
                  <a:pt x="179" y="795"/>
                </a:lnTo>
                <a:lnTo>
                  <a:pt x="178" y="793"/>
                </a:lnTo>
                <a:lnTo>
                  <a:pt x="178" y="792"/>
                </a:lnTo>
                <a:lnTo>
                  <a:pt x="177" y="791"/>
                </a:lnTo>
                <a:lnTo>
                  <a:pt x="176" y="790"/>
                </a:lnTo>
                <a:lnTo>
                  <a:pt x="175" y="789"/>
                </a:lnTo>
                <a:lnTo>
                  <a:pt x="174" y="789"/>
                </a:lnTo>
                <a:lnTo>
                  <a:pt x="173" y="790"/>
                </a:lnTo>
                <a:lnTo>
                  <a:pt x="172" y="791"/>
                </a:lnTo>
                <a:lnTo>
                  <a:pt x="172" y="792"/>
                </a:lnTo>
                <a:lnTo>
                  <a:pt x="171" y="791"/>
                </a:lnTo>
                <a:lnTo>
                  <a:pt x="170" y="791"/>
                </a:lnTo>
                <a:lnTo>
                  <a:pt x="170" y="790"/>
                </a:lnTo>
                <a:lnTo>
                  <a:pt x="169" y="790"/>
                </a:lnTo>
                <a:lnTo>
                  <a:pt x="168" y="789"/>
                </a:lnTo>
                <a:lnTo>
                  <a:pt x="168" y="788"/>
                </a:lnTo>
                <a:lnTo>
                  <a:pt x="169" y="788"/>
                </a:lnTo>
                <a:lnTo>
                  <a:pt x="169" y="787"/>
                </a:lnTo>
                <a:lnTo>
                  <a:pt x="169" y="786"/>
                </a:lnTo>
                <a:lnTo>
                  <a:pt x="169" y="785"/>
                </a:lnTo>
                <a:lnTo>
                  <a:pt x="170" y="784"/>
                </a:lnTo>
                <a:lnTo>
                  <a:pt x="169" y="783"/>
                </a:lnTo>
                <a:lnTo>
                  <a:pt x="169" y="781"/>
                </a:lnTo>
                <a:lnTo>
                  <a:pt x="170" y="781"/>
                </a:lnTo>
                <a:lnTo>
                  <a:pt x="169" y="780"/>
                </a:lnTo>
                <a:lnTo>
                  <a:pt x="169" y="779"/>
                </a:lnTo>
                <a:lnTo>
                  <a:pt x="169" y="778"/>
                </a:lnTo>
                <a:lnTo>
                  <a:pt x="169" y="777"/>
                </a:lnTo>
                <a:lnTo>
                  <a:pt x="170" y="776"/>
                </a:lnTo>
                <a:lnTo>
                  <a:pt x="171" y="775"/>
                </a:lnTo>
                <a:lnTo>
                  <a:pt x="171" y="774"/>
                </a:lnTo>
                <a:lnTo>
                  <a:pt x="171" y="773"/>
                </a:lnTo>
                <a:lnTo>
                  <a:pt x="171" y="770"/>
                </a:lnTo>
                <a:lnTo>
                  <a:pt x="171" y="769"/>
                </a:lnTo>
                <a:lnTo>
                  <a:pt x="172" y="767"/>
                </a:lnTo>
                <a:lnTo>
                  <a:pt x="171" y="767"/>
                </a:lnTo>
                <a:lnTo>
                  <a:pt x="171" y="766"/>
                </a:lnTo>
                <a:lnTo>
                  <a:pt x="171" y="765"/>
                </a:lnTo>
                <a:lnTo>
                  <a:pt x="172" y="764"/>
                </a:lnTo>
                <a:lnTo>
                  <a:pt x="171" y="764"/>
                </a:lnTo>
                <a:lnTo>
                  <a:pt x="170" y="763"/>
                </a:lnTo>
                <a:lnTo>
                  <a:pt x="170" y="764"/>
                </a:lnTo>
                <a:lnTo>
                  <a:pt x="169" y="765"/>
                </a:lnTo>
                <a:lnTo>
                  <a:pt x="170" y="766"/>
                </a:lnTo>
                <a:lnTo>
                  <a:pt x="171" y="767"/>
                </a:lnTo>
                <a:lnTo>
                  <a:pt x="170" y="767"/>
                </a:lnTo>
                <a:lnTo>
                  <a:pt x="169" y="767"/>
                </a:lnTo>
                <a:lnTo>
                  <a:pt x="169" y="766"/>
                </a:lnTo>
                <a:lnTo>
                  <a:pt x="168" y="766"/>
                </a:lnTo>
                <a:lnTo>
                  <a:pt x="168" y="765"/>
                </a:lnTo>
                <a:lnTo>
                  <a:pt x="167" y="765"/>
                </a:lnTo>
                <a:lnTo>
                  <a:pt x="166" y="765"/>
                </a:lnTo>
                <a:lnTo>
                  <a:pt x="166" y="764"/>
                </a:lnTo>
                <a:lnTo>
                  <a:pt x="165" y="764"/>
                </a:lnTo>
                <a:lnTo>
                  <a:pt x="165" y="765"/>
                </a:lnTo>
                <a:lnTo>
                  <a:pt x="163" y="766"/>
                </a:lnTo>
                <a:lnTo>
                  <a:pt x="163" y="767"/>
                </a:lnTo>
                <a:lnTo>
                  <a:pt x="162" y="768"/>
                </a:lnTo>
                <a:lnTo>
                  <a:pt x="161" y="768"/>
                </a:lnTo>
                <a:lnTo>
                  <a:pt x="158" y="771"/>
                </a:lnTo>
                <a:lnTo>
                  <a:pt x="157" y="771"/>
                </a:lnTo>
                <a:lnTo>
                  <a:pt x="156" y="771"/>
                </a:lnTo>
                <a:lnTo>
                  <a:pt x="155" y="771"/>
                </a:lnTo>
                <a:lnTo>
                  <a:pt x="154" y="770"/>
                </a:lnTo>
                <a:lnTo>
                  <a:pt x="153" y="770"/>
                </a:lnTo>
                <a:lnTo>
                  <a:pt x="152" y="770"/>
                </a:lnTo>
                <a:lnTo>
                  <a:pt x="152" y="771"/>
                </a:lnTo>
                <a:lnTo>
                  <a:pt x="152" y="773"/>
                </a:lnTo>
                <a:lnTo>
                  <a:pt x="152" y="774"/>
                </a:lnTo>
                <a:lnTo>
                  <a:pt x="151" y="775"/>
                </a:lnTo>
                <a:lnTo>
                  <a:pt x="149" y="775"/>
                </a:lnTo>
                <a:lnTo>
                  <a:pt x="149" y="774"/>
                </a:lnTo>
                <a:lnTo>
                  <a:pt x="149" y="773"/>
                </a:lnTo>
                <a:lnTo>
                  <a:pt x="148" y="772"/>
                </a:lnTo>
                <a:lnTo>
                  <a:pt x="146" y="771"/>
                </a:lnTo>
                <a:lnTo>
                  <a:pt x="146" y="769"/>
                </a:lnTo>
                <a:lnTo>
                  <a:pt x="147" y="769"/>
                </a:lnTo>
                <a:lnTo>
                  <a:pt x="148" y="768"/>
                </a:lnTo>
                <a:lnTo>
                  <a:pt x="149" y="768"/>
                </a:lnTo>
                <a:lnTo>
                  <a:pt x="149" y="766"/>
                </a:lnTo>
                <a:lnTo>
                  <a:pt x="149" y="765"/>
                </a:lnTo>
                <a:lnTo>
                  <a:pt x="149" y="764"/>
                </a:lnTo>
                <a:lnTo>
                  <a:pt x="149" y="763"/>
                </a:lnTo>
                <a:lnTo>
                  <a:pt x="149" y="762"/>
                </a:lnTo>
                <a:lnTo>
                  <a:pt x="149" y="761"/>
                </a:lnTo>
                <a:lnTo>
                  <a:pt x="149" y="760"/>
                </a:lnTo>
                <a:lnTo>
                  <a:pt x="149" y="759"/>
                </a:lnTo>
                <a:lnTo>
                  <a:pt x="148" y="757"/>
                </a:lnTo>
                <a:lnTo>
                  <a:pt x="147" y="755"/>
                </a:lnTo>
                <a:lnTo>
                  <a:pt x="148" y="755"/>
                </a:lnTo>
                <a:lnTo>
                  <a:pt x="147" y="753"/>
                </a:lnTo>
                <a:lnTo>
                  <a:pt x="147" y="752"/>
                </a:lnTo>
                <a:lnTo>
                  <a:pt x="146" y="752"/>
                </a:lnTo>
                <a:lnTo>
                  <a:pt x="145" y="752"/>
                </a:lnTo>
                <a:lnTo>
                  <a:pt x="145" y="751"/>
                </a:lnTo>
                <a:lnTo>
                  <a:pt x="144" y="751"/>
                </a:lnTo>
                <a:lnTo>
                  <a:pt x="144" y="750"/>
                </a:lnTo>
                <a:lnTo>
                  <a:pt x="143" y="750"/>
                </a:lnTo>
                <a:lnTo>
                  <a:pt x="142" y="751"/>
                </a:lnTo>
                <a:lnTo>
                  <a:pt x="142" y="750"/>
                </a:lnTo>
                <a:lnTo>
                  <a:pt x="140" y="751"/>
                </a:lnTo>
                <a:lnTo>
                  <a:pt x="140" y="752"/>
                </a:lnTo>
                <a:lnTo>
                  <a:pt x="139" y="752"/>
                </a:lnTo>
                <a:lnTo>
                  <a:pt x="138" y="752"/>
                </a:lnTo>
                <a:lnTo>
                  <a:pt x="138" y="753"/>
                </a:lnTo>
                <a:lnTo>
                  <a:pt x="137" y="753"/>
                </a:lnTo>
                <a:lnTo>
                  <a:pt x="136" y="754"/>
                </a:lnTo>
                <a:lnTo>
                  <a:pt x="136" y="753"/>
                </a:lnTo>
                <a:lnTo>
                  <a:pt x="137" y="752"/>
                </a:lnTo>
                <a:lnTo>
                  <a:pt x="137" y="751"/>
                </a:lnTo>
                <a:lnTo>
                  <a:pt x="136" y="750"/>
                </a:lnTo>
                <a:lnTo>
                  <a:pt x="136" y="749"/>
                </a:lnTo>
                <a:lnTo>
                  <a:pt x="135" y="749"/>
                </a:lnTo>
                <a:lnTo>
                  <a:pt x="134" y="749"/>
                </a:lnTo>
                <a:lnTo>
                  <a:pt x="133" y="749"/>
                </a:lnTo>
                <a:lnTo>
                  <a:pt x="132" y="749"/>
                </a:lnTo>
                <a:lnTo>
                  <a:pt x="131" y="749"/>
                </a:lnTo>
                <a:lnTo>
                  <a:pt x="130" y="745"/>
                </a:lnTo>
                <a:lnTo>
                  <a:pt x="129" y="744"/>
                </a:lnTo>
                <a:lnTo>
                  <a:pt x="128" y="744"/>
                </a:lnTo>
                <a:lnTo>
                  <a:pt x="128" y="743"/>
                </a:lnTo>
                <a:lnTo>
                  <a:pt x="129" y="741"/>
                </a:lnTo>
                <a:lnTo>
                  <a:pt x="127" y="738"/>
                </a:lnTo>
                <a:lnTo>
                  <a:pt x="127" y="737"/>
                </a:lnTo>
                <a:lnTo>
                  <a:pt x="127" y="734"/>
                </a:lnTo>
                <a:lnTo>
                  <a:pt x="128" y="730"/>
                </a:lnTo>
                <a:lnTo>
                  <a:pt x="128" y="729"/>
                </a:lnTo>
                <a:lnTo>
                  <a:pt x="129" y="728"/>
                </a:lnTo>
                <a:lnTo>
                  <a:pt x="129" y="727"/>
                </a:lnTo>
                <a:lnTo>
                  <a:pt x="128" y="726"/>
                </a:lnTo>
                <a:lnTo>
                  <a:pt x="128" y="725"/>
                </a:lnTo>
                <a:lnTo>
                  <a:pt x="128" y="724"/>
                </a:lnTo>
                <a:lnTo>
                  <a:pt x="129" y="724"/>
                </a:lnTo>
                <a:lnTo>
                  <a:pt x="129" y="723"/>
                </a:lnTo>
                <a:lnTo>
                  <a:pt x="128" y="722"/>
                </a:lnTo>
                <a:lnTo>
                  <a:pt x="129" y="722"/>
                </a:lnTo>
                <a:lnTo>
                  <a:pt x="129" y="721"/>
                </a:lnTo>
                <a:lnTo>
                  <a:pt x="130" y="720"/>
                </a:lnTo>
                <a:lnTo>
                  <a:pt x="129" y="718"/>
                </a:lnTo>
                <a:lnTo>
                  <a:pt x="129" y="717"/>
                </a:lnTo>
                <a:lnTo>
                  <a:pt x="130" y="716"/>
                </a:lnTo>
                <a:lnTo>
                  <a:pt x="130" y="715"/>
                </a:lnTo>
                <a:lnTo>
                  <a:pt x="131" y="716"/>
                </a:lnTo>
                <a:lnTo>
                  <a:pt x="132" y="718"/>
                </a:lnTo>
                <a:lnTo>
                  <a:pt x="133" y="718"/>
                </a:lnTo>
                <a:lnTo>
                  <a:pt x="133" y="719"/>
                </a:lnTo>
                <a:lnTo>
                  <a:pt x="134" y="720"/>
                </a:lnTo>
                <a:lnTo>
                  <a:pt x="134" y="721"/>
                </a:lnTo>
                <a:lnTo>
                  <a:pt x="135" y="721"/>
                </a:lnTo>
                <a:lnTo>
                  <a:pt x="136" y="722"/>
                </a:lnTo>
                <a:lnTo>
                  <a:pt x="137" y="722"/>
                </a:lnTo>
                <a:lnTo>
                  <a:pt x="138" y="722"/>
                </a:lnTo>
                <a:lnTo>
                  <a:pt x="139" y="722"/>
                </a:lnTo>
                <a:lnTo>
                  <a:pt x="139" y="721"/>
                </a:lnTo>
                <a:lnTo>
                  <a:pt x="140" y="721"/>
                </a:lnTo>
                <a:lnTo>
                  <a:pt x="140" y="720"/>
                </a:lnTo>
                <a:lnTo>
                  <a:pt x="140" y="719"/>
                </a:lnTo>
                <a:lnTo>
                  <a:pt x="141" y="718"/>
                </a:lnTo>
                <a:lnTo>
                  <a:pt x="141" y="717"/>
                </a:lnTo>
                <a:lnTo>
                  <a:pt x="141" y="716"/>
                </a:lnTo>
                <a:lnTo>
                  <a:pt x="142" y="716"/>
                </a:lnTo>
                <a:lnTo>
                  <a:pt x="143" y="716"/>
                </a:lnTo>
                <a:lnTo>
                  <a:pt x="143" y="714"/>
                </a:lnTo>
                <a:lnTo>
                  <a:pt x="143" y="713"/>
                </a:lnTo>
                <a:lnTo>
                  <a:pt x="144" y="711"/>
                </a:lnTo>
                <a:lnTo>
                  <a:pt x="144" y="710"/>
                </a:lnTo>
                <a:lnTo>
                  <a:pt x="144" y="709"/>
                </a:lnTo>
                <a:lnTo>
                  <a:pt x="143" y="709"/>
                </a:lnTo>
                <a:lnTo>
                  <a:pt x="144" y="709"/>
                </a:lnTo>
                <a:lnTo>
                  <a:pt x="145" y="709"/>
                </a:lnTo>
                <a:lnTo>
                  <a:pt x="146" y="708"/>
                </a:lnTo>
                <a:lnTo>
                  <a:pt x="145" y="708"/>
                </a:lnTo>
                <a:lnTo>
                  <a:pt x="145" y="707"/>
                </a:lnTo>
                <a:lnTo>
                  <a:pt x="146" y="707"/>
                </a:lnTo>
                <a:lnTo>
                  <a:pt x="147" y="705"/>
                </a:lnTo>
                <a:lnTo>
                  <a:pt x="148" y="704"/>
                </a:lnTo>
                <a:lnTo>
                  <a:pt x="149" y="704"/>
                </a:lnTo>
                <a:lnTo>
                  <a:pt x="149" y="703"/>
                </a:lnTo>
                <a:lnTo>
                  <a:pt x="148" y="702"/>
                </a:lnTo>
                <a:lnTo>
                  <a:pt x="148" y="701"/>
                </a:lnTo>
                <a:lnTo>
                  <a:pt x="148" y="700"/>
                </a:lnTo>
                <a:lnTo>
                  <a:pt x="147" y="700"/>
                </a:lnTo>
                <a:lnTo>
                  <a:pt x="148" y="699"/>
                </a:lnTo>
                <a:lnTo>
                  <a:pt x="149" y="697"/>
                </a:lnTo>
                <a:lnTo>
                  <a:pt x="149" y="696"/>
                </a:lnTo>
                <a:lnTo>
                  <a:pt x="150" y="695"/>
                </a:lnTo>
                <a:lnTo>
                  <a:pt x="151" y="694"/>
                </a:lnTo>
                <a:lnTo>
                  <a:pt x="150" y="693"/>
                </a:lnTo>
                <a:lnTo>
                  <a:pt x="150" y="692"/>
                </a:lnTo>
                <a:lnTo>
                  <a:pt x="150" y="691"/>
                </a:lnTo>
                <a:lnTo>
                  <a:pt x="150" y="690"/>
                </a:lnTo>
                <a:lnTo>
                  <a:pt x="150" y="689"/>
                </a:lnTo>
                <a:lnTo>
                  <a:pt x="149" y="689"/>
                </a:lnTo>
                <a:lnTo>
                  <a:pt x="148" y="689"/>
                </a:lnTo>
                <a:lnTo>
                  <a:pt x="147" y="690"/>
                </a:lnTo>
                <a:lnTo>
                  <a:pt x="147" y="689"/>
                </a:lnTo>
                <a:lnTo>
                  <a:pt x="146" y="689"/>
                </a:lnTo>
                <a:lnTo>
                  <a:pt x="147" y="689"/>
                </a:lnTo>
                <a:lnTo>
                  <a:pt x="147" y="688"/>
                </a:lnTo>
                <a:lnTo>
                  <a:pt x="146" y="687"/>
                </a:lnTo>
                <a:lnTo>
                  <a:pt x="146" y="685"/>
                </a:lnTo>
                <a:lnTo>
                  <a:pt x="147" y="684"/>
                </a:lnTo>
                <a:lnTo>
                  <a:pt x="148" y="683"/>
                </a:lnTo>
                <a:lnTo>
                  <a:pt x="149" y="684"/>
                </a:lnTo>
                <a:lnTo>
                  <a:pt x="149" y="683"/>
                </a:lnTo>
                <a:lnTo>
                  <a:pt x="150" y="682"/>
                </a:lnTo>
                <a:lnTo>
                  <a:pt x="151" y="681"/>
                </a:lnTo>
                <a:lnTo>
                  <a:pt x="151" y="680"/>
                </a:lnTo>
                <a:lnTo>
                  <a:pt x="152" y="680"/>
                </a:lnTo>
                <a:lnTo>
                  <a:pt x="152" y="679"/>
                </a:lnTo>
                <a:lnTo>
                  <a:pt x="151" y="678"/>
                </a:lnTo>
                <a:lnTo>
                  <a:pt x="151" y="677"/>
                </a:lnTo>
                <a:lnTo>
                  <a:pt x="151" y="676"/>
                </a:lnTo>
                <a:lnTo>
                  <a:pt x="151" y="675"/>
                </a:lnTo>
                <a:lnTo>
                  <a:pt x="152" y="675"/>
                </a:lnTo>
                <a:lnTo>
                  <a:pt x="152" y="674"/>
                </a:lnTo>
                <a:lnTo>
                  <a:pt x="153" y="674"/>
                </a:lnTo>
                <a:lnTo>
                  <a:pt x="153" y="673"/>
                </a:lnTo>
                <a:lnTo>
                  <a:pt x="154" y="673"/>
                </a:lnTo>
                <a:lnTo>
                  <a:pt x="154" y="672"/>
                </a:lnTo>
                <a:lnTo>
                  <a:pt x="154" y="671"/>
                </a:lnTo>
                <a:lnTo>
                  <a:pt x="155" y="670"/>
                </a:lnTo>
                <a:lnTo>
                  <a:pt x="155" y="669"/>
                </a:lnTo>
                <a:lnTo>
                  <a:pt x="155" y="668"/>
                </a:lnTo>
                <a:lnTo>
                  <a:pt x="155" y="666"/>
                </a:lnTo>
                <a:lnTo>
                  <a:pt x="156" y="665"/>
                </a:lnTo>
                <a:lnTo>
                  <a:pt x="155" y="664"/>
                </a:lnTo>
                <a:lnTo>
                  <a:pt x="155" y="663"/>
                </a:lnTo>
                <a:lnTo>
                  <a:pt x="155" y="662"/>
                </a:lnTo>
                <a:lnTo>
                  <a:pt x="155" y="661"/>
                </a:lnTo>
                <a:lnTo>
                  <a:pt x="156" y="660"/>
                </a:lnTo>
                <a:lnTo>
                  <a:pt x="157" y="657"/>
                </a:lnTo>
                <a:lnTo>
                  <a:pt x="156" y="655"/>
                </a:lnTo>
                <a:lnTo>
                  <a:pt x="154" y="652"/>
                </a:lnTo>
                <a:lnTo>
                  <a:pt x="154" y="651"/>
                </a:lnTo>
                <a:lnTo>
                  <a:pt x="154" y="650"/>
                </a:lnTo>
                <a:lnTo>
                  <a:pt x="155" y="650"/>
                </a:lnTo>
                <a:lnTo>
                  <a:pt x="156" y="650"/>
                </a:lnTo>
                <a:lnTo>
                  <a:pt x="157" y="650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1" y="653"/>
                </a:lnTo>
                <a:lnTo>
                  <a:pt x="162" y="653"/>
                </a:lnTo>
                <a:lnTo>
                  <a:pt x="162" y="652"/>
                </a:lnTo>
                <a:lnTo>
                  <a:pt x="163" y="652"/>
                </a:lnTo>
                <a:lnTo>
                  <a:pt x="163" y="651"/>
                </a:lnTo>
                <a:lnTo>
                  <a:pt x="164" y="650"/>
                </a:lnTo>
                <a:lnTo>
                  <a:pt x="165" y="650"/>
                </a:lnTo>
                <a:lnTo>
                  <a:pt x="165" y="649"/>
                </a:lnTo>
                <a:lnTo>
                  <a:pt x="166" y="649"/>
                </a:lnTo>
                <a:lnTo>
                  <a:pt x="166" y="648"/>
                </a:lnTo>
                <a:lnTo>
                  <a:pt x="167" y="646"/>
                </a:lnTo>
                <a:lnTo>
                  <a:pt x="167" y="645"/>
                </a:lnTo>
                <a:lnTo>
                  <a:pt x="167" y="644"/>
                </a:lnTo>
                <a:lnTo>
                  <a:pt x="167" y="642"/>
                </a:lnTo>
                <a:lnTo>
                  <a:pt x="166" y="642"/>
                </a:lnTo>
                <a:lnTo>
                  <a:pt x="166" y="641"/>
                </a:lnTo>
                <a:lnTo>
                  <a:pt x="165" y="640"/>
                </a:lnTo>
                <a:lnTo>
                  <a:pt x="165" y="639"/>
                </a:lnTo>
                <a:lnTo>
                  <a:pt x="165" y="636"/>
                </a:lnTo>
                <a:lnTo>
                  <a:pt x="165" y="635"/>
                </a:lnTo>
                <a:lnTo>
                  <a:pt x="165" y="634"/>
                </a:lnTo>
                <a:lnTo>
                  <a:pt x="165" y="633"/>
                </a:lnTo>
                <a:lnTo>
                  <a:pt x="166" y="632"/>
                </a:lnTo>
                <a:lnTo>
                  <a:pt x="167" y="632"/>
                </a:lnTo>
                <a:lnTo>
                  <a:pt x="168" y="630"/>
                </a:lnTo>
                <a:lnTo>
                  <a:pt x="168" y="629"/>
                </a:lnTo>
                <a:lnTo>
                  <a:pt x="168" y="628"/>
                </a:lnTo>
                <a:lnTo>
                  <a:pt x="169" y="627"/>
                </a:lnTo>
                <a:lnTo>
                  <a:pt x="169" y="626"/>
                </a:lnTo>
                <a:lnTo>
                  <a:pt x="169" y="625"/>
                </a:lnTo>
                <a:lnTo>
                  <a:pt x="169" y="624"/>
                </a:lnTo>
                <a:lnTo>
                  <a:pt x="170" y="624"/>
                </a:lnTo>
                <a:lnTo>
                  <a:pt x="170" y="623"/>
                </a:lnTo>
                <a:lnTo>
                  <a:pt x="171" y="623"/>
                </a:lnTo>
                <a:lnTo>
                  <a:pt x="171" y="622"/>
                </a:lnTo>
                <a:lnTo>
                  <a:pt x="171" y="621"/>
                </a:lnTo>
                <a:lnTo>
                  <a:pt x="170" y="620"/>
                </a:lnTo>
                <a:lnTo>
                  <a:pt x="170" y="618"/>
                </a:lnTo>
                <a:lnTo>
                  <a:pt x="170" y="617"/>
                </a:lnTo>
                <a:lnTo>
                  <a:pt x="170" y="616"/>
                </a:lnTo>
                <a:lnTo>
                  <a:pt x="171" y="614"/>
                </a:lnTo>
                <a:lnTo>
                  <a:pt x="171" y="613"/>
                </a:lnTo>
                <a:lnTo>
                  <a:pt x="172" y="612"/>
                </a:lnTo>
                <a:lnTo>
                  <a:pt x="172" y="611"/>
                </a:lnTo>
                <a:lnTo>
                  <a:pt x="173" y="611"/>
                </a:lnTo>
                <a:lnTo>
                  <a:pt x="174" y="610"/>
                </a:lnTo>
                <a:lnTo>
                  <a:pt x="175" y="609"/>
                </a:lnTo>
                <a:lnTo>
                  <a:pt x="176" y="608"/>
                </a:lnTo>
                <a:lnTo>
                  <a:pt x="177" y="607"/>
                </a:lnTo>
                <a:lnTo>
                  <a:pt x="177" y="606"/>
                </a:lnTo>
                <a:lnTo>
                  <a:pt x="177" y="605"/>
                </a:lnTo>
                <a:lnTo>
                  <a:pt x="178" y="605"/>
                </a:lnTo>
                <a:lnTo>
                  <a:pt x="179" y="603"/>
                </a:lnTo>
                <a:lnTo>
                  <a:pt x="179" y="602"/>
                </a:lnTo>
                <a:lnTo>
                  <a:pt x="181" y="602"/>
                </a:lnTo>
                <a:lnTo>
                  <a:pt x="182" y="602"/>
                </a:lnTo>
                <a:lnTo>
                  <a:pt x="183" y="601"/>
                </a:lnTo>
                <a:lnTo>
                  <a:pt x="184" y="601"/>
                </a:lnTo>
                <a:lnTo>
                  <a:pt x="184" y="600"/>
                </a:lnTo>
                <a:lnTo>
                  <a:pt x="185" y="600"/>
                </a:lnTo>
                <a:lnTo>
                  <a:pt x="187" y="600"/>
                </a:lnTo>
                <a:lnTo>
                  <a:pt x="189" y="600"/>
                </a:lnTo>
                <a:lnTo>
                  <a:pt x="191" y="599"/>
                </a:lnTo>
                <a:lnTo>
                  <a:pt x="191" y="598"/>
                </a:lnTo>
                <a:lnTo>
                  <a:pt x="191" y="597"/>
                </a:lnTo>
                <a:lnTo>
                  <a:pt x="191" y="596"/>
                </a:lnTo>
                <a:lnTo>
                  <a:pt x="191" y="595"/>
                </a:lnTo>
                <a:lnTo>
                  <a:pt x="193" y="593"/>
                </a:lnTo>
                <a:lnTo>
                  <a:pt x="194" y="593"/>
                </a:lnTo>
                <a:lnTo>
                  <a:pt x="195" y="593"/>
                </a:lnTo>
                <a:lnTo>
                  <a:pt x="196" y="592"/>
                </a:lnTo>
                <a:lnTo>
                  <a:pt x="195" y="591"/>
                </a:lnTo>
                <a:lnTo>
                  <a:pt x="196" y="590"/>
                </a:lnTo>
                <a:lnTo>
                  <a:pt x="195" y="590"/>
                </a:lnTo>
                <a:lnTo>
                  <a:pt x="193" y="589"/>
                </a:lnTo>
                <a:lnTo>
                  <a:pt x="193" y="588"/>
                </a:lnTo>
                <a:lnTo>
                  <a:pt x="192" y="586"/>
                </a:lnTo>
                <a:lnTo>
                  <a:pt x="192" y="585"/>
                </a:lnTo>
                <a:lnTo>
                  <a:pt x="193" y="584"/>
                </a:lnTo>
                <a:lnTo>
                  <a:pt x="193" y="583"/>
                </a:lnTo>
                <a:lnTo>
                  <a:pt x="192" y="580"/>
                </a:lnTo>
                <a:lnTo>
                  <a:pt x="192" y="579"/>
                </a:lnTo>
                <a:lnTo>
                  <a:pt x="191" y="578"/>
                </a:lnTo>
                <a:lnTo>
                  <a:pt x="189" y="578"/>
                </a:lnTo>
                <a:lnTo>
                  <a:pt x="188" y="578"/>
                </a:lnTo>
                <a:lnTo>
                  <a:pt x="188" y="577"/>
                </a:lnTo>
                <a:lnTo>
                  <a:pt x="187" y="575"/>
                </a:lnTo>
                <a:lnTo>
                  <a:pt x="186" y="575"/>
                </a:lnTo>
                <a:lnTo>
                  <a:pt x="186" y="573"/>
                </a:lnTo>
                <a:lnTo>
                  <a:pt x="187" y="572"/>
                </a:lnTo>
                <a:lnTo>
                  <a:pt x="187" y="570"/>
                </a:lnTo>
                <a:lnTo>
                  <a:pt x="187" y="569"/>
                </a:lnTo>
                <a:lnTo>
                  <a:pt x="187" y="568"/>
                </a:lnTo>
                <a:lnTo>
                  <a:pt x="186" y="567"/>
                </a:lnTo>
                <a:lnTo>
                  <a:pt x="184" y="566"/>
                </a:lnTo>
                <a:lnTo>
                  <a:pt x="184" y="565"/>
                </a:lnTo>
                <a:lnTo>
                  <a:pt x="183" y="563"/>
                </a:lnTo>
                <a:lnTo>
                  <a:pt x="182" y="563"/>
                </a:lnTo>
                <a:lnTo>
                  <a:pt x="181" y="562"/>
                </a:lnTo>
                <a:lnTo>
                  <a:pt x="180" y="561"/>
                </a:lnTo>
                <a:lnTo>
                  <a:pt x="179" y="561"/>
                </a:lnTo>
                <a:lnTo>
                  <a:pt x="177" y="560"/>
                </a:lnTo>
                <a:lnTo>
                  <a:pt x="176" y="560"/>
                </a:lnTo>
                <a:lnTo>
                  <a:pt x="175" y="560"/>
                </a:lnTo>
                <a:lnTo>
                  <a:pt x="175" y="559"/>
                </a:lnTo>
                <a:lnTo>
                  <a:pt x="175" y="558"/>
                </a:lnTo>
                <a:lnTo>
                  <a:pt x="175" y="557"/>
                </a:lnTo>
                <a:lnTo>
                  <a:pt x="176" y="556"/>
                </a:lnTo>
                <a:lnTo>
                  <a:pt x="177" y="554"/>
                </a:lnTo>
                <a:lnTo>
                  <a:pt x="177" y="553"/>
                </a:lnTo>
                <a:lnTo>
                  <a:pt x="177" y="552"/>
                </a:lnTo>
                <a:lnTo>
                  <a:pt x="177" y="551"/>
                </a:lnTo>
                <a:lnTo>
                  <a:pt x="176" y="551"/>
                </a:lnTo>
                <a:lnTo>
                  <a:pt x="175" y="551"/>
                </a:lnTo>
                <a:lnTo>
                  <a:pt x="176" y="550"/>
                </a:lnTo>
                <a:lnTo>
                  <a:pt x="175" y="549"/>
                </a:lnTo>
                <a:lnTo>
                  <a:pt x="174" y="547"/>
                </a:lnTo>
                <a:lnTo>
                  <a:pt x="173" y="547"/>
                </a:lnTo>
                <a:lnTo>
                  <a:pt x="172" y="547"/>
                </a:lnTo>
                <a:lnTo>
                  <a:pt x="171" y="547"/>
                </a:lnTo>
                <a:lnTo>
                  <a:pt x="170" y="548"/>
                </a:lnTo>
                <a:lnTo>
                  <a:pt x="169" y="548"/>
                </a:lnTo>
                <a:lnTo>
                  <a:pt x="168" y="547"/>
                </a:lnTo>
                <a:lnTo>
                  <a:pt x="165" y="547"/>
                </a:lnTo>
                <a:lnTo>
                  <a:pt x="164" y="547"/>
                </a:lnTo>
                <a:lnTo>
                  <a:pt x="163" y="547"/>
                </a:lnTo>
                <a:lnTo>
                  <a:pt x="162" y="547"/>
                </a:lnTo>
                <a:lnTo>
                  <a:pt x="161" y="548"/>
                </a:lnTo>
                <a:lnTo>
                  <a:pt x="160" y="549"/>
                </a:lnTo>
                <a:lnTo>
                  <a:pt x="157" y="547"/>
                </a:lnTo>
                <a:lnTo>
                  <a:pt x="156" y="546"/>
                </a:lnTo>
                <a:lnTo>
                  <a:pt x="155" y="544"/>
                </a:lnTo>
                <a:lnTo>
                  <a:pt x="155" y="543"/>
                </a:lnTo>
                <a:lnTo>
                  <a:pt x="155" y="542"/>
                </a:lnTo>
                <a:lnTo>
                  <a:pt x="155" y="540"/>
                </a:lnTo>
                <a:lnTo>
                  <a:pt x="155" y="539"/>
                </a:lnTo>
                <a:lnTo>
                  <a:pt x="156" y="538"/>
                </a:lnTo>
                <a:lnTo>
                  <a:pt x="156" y="536"/>
                </a:lnTo>
                <a:lnTo>
                  <a:pt x="156" y="534"/>
                </a:lnTo>
                <a:lnTo>
                  <a:pt x="155" y="532"/>
                </a:lnTo>
                <a:lnTo>
                  <a:pt x="154" y="531"/>
                </a:lnTo>
                <a:lnTo>
                  <a:pt x="153" y="531"/>
                </a:lnTo>
                <a:lnTo>
                  <a:pt x="152" y="530"/>
                </a:lnTo>
                <a:lnTo>
                  <a:pt x="152" y="529"/>
                </a:lnTo>
                <a:lnTo>
                  <a:pt x="152" y="528"/>
                </a:lnTo>
                <a:lnTo>
                  <a:pt x="152" y="527"/>
                </a:lnTo>
                <a:lnTo>
                  <a:pt x="150" y="525"/>
                </a:lnTo>
                <a:lnTo>
                  <a:pt x="150" y="524"/>
                </a:lnTo>
                <a:lnTo>
                  <a:pt x="149" y="524"/>
                </a:lnTo>
                <a:lnTo>
                  <a:pt x="148" y="524"/>
                </a:lnTo>
                <a:lnTo>
                  <a:pt x="148" y="523"/>
                </a:lnTo>
                <a:lnTo>
                  <a:pt x="149" y="523"/>
                </a:lnTo>
                <a:lnTo>
                  <a:pt x="148" y="522"/>
                </a:lnTo>
                <a:lnTo>
                  <a:pt x="147" y="522"/>
                </a:lnTo>
                <a:lnTo>
                  <a:pt x="146" y="522"/>
                </a:lnTo>
                <a:lnTo>
                  <a:pt x="145" y="522"/>
                </a:lnTo>
                <a:lnTo>
                  <a:pt x="144" y="522"/>
                </a:lnTo>
                <a:lnTo>
                  <a:pt x="144" y="523"/>
                </a:lnTo>
                <a:lnTo>
                  <a:pt x="144" y="524"/>
                </a:lnTo>
                <a:lnTo>
                  <a:pt x="144" y="525"/>
                </a:lnTo>
                <a:lnTo>
                  <a:pt x="144" y="527"/>
                </a:lnTo>
                <a:lnTo>
                  <a:pt x="143" y="528"/>
                </a:lnTo>
                <a:lnTo>
                  <a:pt x="143" y="529"/>
                </a:lnTo>
                <a:lnTo>
                  <a:pt x="141" y="531"/>
                </a:lnTo>
                <a:lnTo>
                  <a:pt x="141" y="532"/>
                </a:lnTo>
                <a:lnTo>
                  <a:pt x="141" y="533"/>
                </a:lnTo>
                <a:lnTo>
                  <a:pt x="141" y="534"/>
                </a:lnTo>
                <a:lnTo>
                  <a:pt x="140" y="535"/>
                </a:lnTo>
                <a:lnTo>
                  <a:pt x="139" y="535"/>
                </a:lnTo>
                <a:lnTo>
                  <a:pt x="138" y="535"/>
                </a:lnTo>
                <a:lnTo>
                  <a:pt x="138" y="536"/>
                </a:lnTo>
                <a:lnTo>
                  <a:pt x="138" y="537"/>
                </a:lnTo>
                <a:lnTo>
                  <a:pt x="138" y="538"/>
                </a:lnTo>
                <a:lnTo>
                  <a:pt x="137" y="538"/>
                </a:lnTo>
                <a:lnTo>
                  <a:pt x="136" y="540"/>
                </a:lnTo>
                <a:lnTo>
                  <a:pt x="135" y="541"/>
                </a:lnTo>
                <a:lnTo>
                  <a:pt x="134" y="540"/>
                </a:lnTo>
                <a:lnTo>
                  <a:pt x="133" y="540"/>
                </a:lnTo>
                <a:lnTo>
                  <a:pt x="131" y="540"/>
                </a:lnTo>
                <a:lnTo>
                  <a:pt x="130" y="541"/>
                </a:lnTo>
                <a:lnTo>
                  <a:pt x="129" y="542"/>
                </a:lnTo>
                <a:lnTo>
                  <a:pt x="128" y="542"/>
                </a:lnTo>
                <a:lnTo>
                  <a:pt x="127" y="542"/>
                </a:lnTo>
                <a:lnTo>
                  <a:pt x="127" y="541"/>
                </a:lnTo>
                <a:lnTo>
                  <a:pt x="128" y="540"/>
                </a:lnTo>
                <a:lnTo>
                  <a:pt x="127" y="540"/>
                </a:lnTo>
                <a:lnTo>
                  <a:pt x="127" y="539"/>
                </a:lnTo>
                <a:lnTo>
                  <a:pt x="126" y="538"/>
                </a:lnTo>
                <a:lnTo>
                  <a:pt x="125" y="538"/>
                </a:lnTo>
                <a:lnTo>
                  <a:pt x="124" y="538"/>
                </a:lnTo>
                <a:lnTo>
                  <a:pt x="123" y="538"/>
                </a:lnTo>
                <a:lnTo>
                  <a:pt x="121" y="538"/>
                </a:lnTo>
                <a:lnTo>
                  <a:pt x="121" y="539"/>
                </a:lnTo>
                <a:lnTo>
                  <a:pt x="121" y="540"/>
                </a:lnTo>
                <a:lnTo>
                  <a:pt x="120" y="540"/>
                </a:lnTo>
                <a:lnTo>
                  <a:pt x="119" y="540"/>
                </a:lnTo>
                <a:lnTo>
                  <a:pt x="118" y="540"/>
                </a:lnTo>
                <a:lnTo>
                  <a:pt x="119" y="540"/>
                </a:lnTo>
                <a:lnTo>
                  <a:pt x="119" y="541"/>
                </a:lnTo>
                <a:lnTo>
                  <a:pt x="118" y="541"/>
                </a:lnTo>
                <a:lnTo>
                  <a:pt x="118" y="540"/>
                </a:lnTo>
                <a:lnTo>
                  <a:pt x="117" y="539"/>
                </a:lnTo>
                <a:lnTo>
                  <a:pt x="116" y="539"/>
                </a:lnTo>
                <a:lnTo>
                  <a:pt x="115" y="539"/>
                </a:lnTo>
                <a:lnTo>
                  <a:pt x="114" y="539"/>
                </a:lnTo>
                <a:lnTo>
                  <a:pt x="114" y="540"/>
                </a:lnTo>
                <a:lnTo>
                  <a:pt x="113" y="540"/>
                </a:lnTo>
                <a:lnTo>
                  <a:pt x="112" y="540"/>
                </a:lnTo>
                <a:lnTo>
                  <a:pt x="111" y="539"/>
                </a:lnTo>
                <a:lnTo>
                  <a:pt x="109" y="539"/>
                </a:lnTo>
                <a:lnTo>
                  <a:pt x="108" y="539"/>
                </a:lnTo>
                <a:lnTo>
                  <a:pt x="106" y="537"/>
                </a:lnTo>
                <a:lnTo>
                  <a:pt x="106" y="536"/>
                </a:lnTo>
                <a:lnTo>
                  <a:pt x="105" y="537"/>
                </a:lnTo>
                <a:lnTo>
                  <a:pt x="103" y="537"/>
                </a:lnTo>
                <a:lnTo>
                  <a:pt x="102" y="537"/>
                </a:lnTo>
                <a:lnTo>
                  <a:pt x="102" y="536"/>
                </a:lnTo>
                <a:lnTo>
                  <a:pt x="100" y="535"/>
                </a:lnTo>
                <a:lnTo>
                  <a:pt x="99" y="535"/>
                </a:lnTo>
                <a:lnTo>
                  <a:pt x="98" y="535"/>
                </a:lnTo>
                <a:lnTo>
                  <a:pt x="97" y="536"/>
                </a:lnTo>
                <a:lnTo>
                  <a:pt x="96" y="536"/>
                </a:lnTo>
                <a:lnTo>
                  <a:pt x="95" y="535"/>
                </a:lnTo>
                <a:lnTo>
                  <a:pt x="93" y="536"/>
                </a:lnTo>
                <a:lnTo>
                  <a:pt x="93" y="537"/>
                </a:lnTo>
                <a:lnTo>
                  <a:pt x="93" y="538"/>
                </a:lnTo>
                <a:lnTo>
                  <a:pt x="92" y="539"/>
                </a:lnTo>
                <a:lnTo>
                  <a:pt x="91" y="540"/>
                </a:lnTo>
                <a:lnTo>
                  <a:pt x="90" y="542"/>
                </a:lnTo>
                <a:lnTo>
                  <a:pt x="90" y="543"/>
                </a:lnTo>
                <a:lnTo>
                  <a:pt x="89" y="544"/>
                </a:lnTo>
                <a:lnTo>
                  <a:pt x="88" y="545"/>
                </a:lnTo>
                <a:lnTo>
                  <a:pt x="88" y="546"/>
                </a:lnTo>
                <a:lnTo>
                  <a:pt x="86" y="548"/>
                </a:lnTo>
                <a:lnTo>
                  <a:pt x="85" y="549"/>
                </a:lnTo>
                <a:lnTo>
                  <a:pt x="84" y="549"/>
                </a:lnTo>
                <a:lnTo>
                  <a:pt x="84" y="550"/>
                </a:lnTo>
                <a:lnTo>
                  <a:pt x="83" y="552"/>
                </a:lnTo>
                <a:lnTo>
                  <a:pt x="83" y="554"/>
                </a:lnTo>
                <a:lnTo>
                  <a:pt x="84" y="555"/>
                </a:lnTo>
                <a:lnTo>
                  <a:pt x="84" y="556"/>
                </a:lnTo>
                <a:lnTo>
                  <a:pt x="84" y="557"/>
                </a:lnTo>
                <a:lnTo>
                  <a:pt x="84" y="558"/>
                </a:lnTo>
                <a:lnTo>
                  <a:pt x="84" y="559"/>
                </a:lnTo>
                <a:lnTo>
                  <a:pt x="84" y="560"/>
                </a:lnTo>
                <a:lnTo>
                  <a:pt x="85" y="560"/>
                </a:lnTo>
                <a:lnTo>
                  <a:pt x="82" y="562"/>
                </a:lnTo>
                <a:lnTo>
                  <a:pt x="81" y="562"/>
                </a:lnTo>
                <a:lnTo>
                  <a:pt x="81" y="563"/>
                </a:lnTo>
                <a:lnTo>
                  <a:pt x="80" y="563"/>
                </a:lnTo>
                <a:lnTo>
                  <a:pt x="79" y="562"/>
                </a:lnTo>
                <a:lnTo>
                  <a:pt x="78" y="562"/>
                </a:lnTo>
                <a:lnTo>
                  <a:pt x="77" y="562"/>
                </a:lnTo>
                <a:lnTo>
                  <a:pt x="77" y="561"/>
                </a:lnTo>
                <a:lnTo>
                  <a:pt x="76" y="561"/>
                </a:lnTo>
                <a:lnTo>
                  <a:pt x="75" y="562"/>
                </a:lnTo>
                <a:lnTo>
                  <a:pt x="74" y="562"/>
                </a:lnTo>
                <a:lnTo>
                  <a:pt x="73" y="562"/>
                </a:lnTo>
                <a:lnTo>
                  <a:pt x="72" y="562"/>
                </a:lnTo>
                <a:lnTo>
                  <a:pt x="72" y="561"/>
                </a:lnTo>
                <a:lnTo>
                  <a:pt x="71" y="561"/>
                </a:lnTo>
                <a:lnTo>
                  <a:pt x="71" y="560"/>
                </a:lnTo>
                <a:lnTo>
                  <a:pt x="70" y="560"/>
                </a:lnTo>
                <a:lnTo>
                  <a:pt x="68" y="561"/>
                </a:lnTo>
                <a:lnTo>
                  <a:pt x="67" y="561"/>
                </a:lnTo>
                <a:lnTo>
                  <a:pt x="65" y="560"/>
                </a:lnTo>
                <a:lnTo>
                  <a:pt x="64" y="560"/>
                </a:lnTo>
                <a:lnTo>
                  <a:pt x="62" y="560"/>
                </a:lnTo>
                <a:lnTo>
                  <a:pt x="61" y="561"/>
                </a:lnTo>
                <a:lnTo>
                  <a:pt x="60" y="561"/>
                </a:lnTo>
                <a:lnTo>
                  <a:pt x="59" y="561"/>
                </a:lnTo>
                <a:lnTo>
                  <a:pt x="56" y="561"/>
                </a:lnTo>
                <a:lnTo>
                  <a:pt x="56" y="562"/>
                </a:lnTo>
                <a:lnTo>
                  <a:pt x="55" y="562"/>
                </a:lnTo>
                <a:lnTo>
                  <a:pt x="54" y="562"/>
                </a:lnTo>
                <a:lnTo>
                  <a:pt x="54" y="561"/>
                </a:lnTo>
                <a:lnTo>
                  <a:pt x="52" y="561"/>
                </a:lnTo>
                <a:lnTo>
                  <a:pt x="51" y="561"/>
                </a:lnTo>
                <a:lnTo>
                  <a:pt x="50" y="561"/>
                </a:lnTo>
                <a:lnTo>
                  <a:pt x="49" y="561"/>
                </a:lnTo>
                <a:lnTo>
                  <a:pt x="48" y="561"/>
                </a:lnTo>
                <a:lnTo>
                  <a:pt x="47" y="562"/>
                </a:lnTo>
                <a:lnTo>
                  <a:pt x="46" y="562"/>
                </a:lnTo>
                <a:lnTo>
                  <a:pt x="46" y="561"/>
                </a:lnTo>
                <a:lnTo>
                  <a:pt x="45" y="560"/>
                </a:lnTo>
                <a:lnTo>
                  <a:pt x="44" y="560"/>
                </a:lnTo>
                <a:lnTo>
                  <a:pt x="44" y="559"/>
                </a:lnTo>
                <a:lnTo>
                  <a:pt x="43" y="558"/>
                </a:lnTo>
                <a:lnTo>
                  <a:pt x="42" y="558"/>
                </a:lnTo>
                <a:lnTo>
                  <a:pt x="41" y="558"/>
                </a:lnTo>
                <a:lnTo>
                  <a:pt x="39" y="558"/>
                </a:lnTo>
                <a:lnTo>
                  <a:pt x="38" y="558"/>
                </a:lnTo>
                <a:lnTo>
                  <a:pt x="37" y="557"/>
                </a:lnTo>
                <a:lnTo>
                  <a:pt x="37" y="556"/>
                </a:lnTo>
                <a:lnTo>
                  <a:pt x="37" y="555"/>
                </a:lnTo>
                <a:lnTo>
                  <a:pt x="37" y="554"/>
                </a:lnTo>
                <a:lnTo>
                  <a:pt x="38" y="553"/>
                </a:lnTo>
                <a:lnTo>
                  <a:pt x="37" y="553"/>
                </a:lnTo>
                <a:lnTo>
                  <a:pt x="36" y="552"/>
                </a:lnTo>
                <a:lnTo>
                  <a:pt x="36" y="551"/>
                </a:lnTo>
                <a:lnTo>
                  <a:pt x="35" y="551"/>
                </a:lnTo>
                <a:lnTo>
                  <a:pt x="35" y="550"/>
                </a:lnTo>
                <a:lnTo>
                  <a:pt x="33" y="550"/>
                </a:lnTo>
                <a:lnTo>
                  <a:pt x="32" y="549"/>
                </a:lnTo>
                <a:lnTo>
                  <a:pt x="31" y="549"/>
                </a:lnTo>
                <a:lnTo>
                  <a:pt x="29" y="547"/>
                </a:lnTo>
                <a:lnTo>
                  <a:pt x="28" y="546"/>
                </a:lnTo>
                <a:lnTo>
                  <a:pt x="29" y="546"/>
                </a:lnTo>
                <a:lnTo>
                  <a:pt x="29" y="544"/>
                </a:lnTo>
                <a:lnTo>
                  <a:pt x="29" y="543"/>
                </a:lnTo>
                <a:lnTo>
                  <a:pt x="28" y="542"/>
                </a:lnTo>
                <a:lnTo>
                  <a:pt x="28" y="541"/>
                </a:lnTo>
                <a:lnTo>
                  <a:pt x="27" y="540"/>
                </a:lnTo>
                <a:lnTo>
                  <a:pt x="26" y="539"/>
                </a:lnTo>
                <a:lnTo>
                  <a:pt x="25" y="539"/>
                </a:lnTo>
                <a:lnTo>
                  <a:pt x="25" y="538"/>
                </a:lnTo>
                <a:lnTo>
                  <a:pt x="26" y="537"/>
                </a:lnTo>
                <a:lnTo>
                  <a:pt x="26" y="536"/>
                </a:lnTo>
                <a:lnTo>
                  <a:pt x="28" y="533"/>
                </a:lnTo>
                <a:lnTo>
                  <a:pt x="28" y="531"/>
                </a:lnTo>
                <a:lnTo>
                  <a:pt x="27" y="530"/>
                </a:lnTo>
                <a:lnTo>
                  <a:pt x="28" y="529"/>
                </a:lnTo>
                <a:lnTo>
                  <a:pt x="28" y="528"/>
                </a:lnTo>
                <a:lnTo>
                  <a:pt x="27" y="526"/>
                </a:lnTo>
                <a:lnTo>
                  <a:pt x="28" y="525"/>
                </a:lnTo>
                <a:lnTo>
                  <a:pt x="28" y="524"/>
                </a:lnTo>
                <a:lnTo>
                  <a:pt x="29" y="524"/>
                </a:lnTo>
                <a:lnTo>
                  <a:pt x="29" y="523"/>
                </a:lnTo>
                <a:lnTo>
                  <a:pt x="29" y="522"/>
                </a:lnTo>
                <a:lnTo>
                  <a:pt x="30" y="521"/>
                </a:lnTo>
                <a:lnTo>
                  <a:pt x="30" y="520"/>
                </a:lnTo>
                <a:lnTo>
                  <a:pt x="30" y="519"/>
                </a:lnTo>
                <a:lnTo>
                  <a:pt x="30" y="517"/>
                </a:lnTo>
                <a:lnTo>
                  <a:pt x="29" y="516"/>
                </a:lnTo>
                <a:lnTo>
                  <a:pt x="28" y="515"/>
                </a:lnTo>
                <a:lnTo>
                  <a:pt x="27" y="516"/>
                </a:lnTo>
                <a:lnTo>
                  <a:pt x="27" y="517"/>
                </a:lnTo>
                <a:lnTo>
                  <a:pt x="26" y="518"/>
                </a:lnTo>
                <a:lnTo>
                  <a:pt x="25" y="518"/>
                </a:lnTo>
                <a:lnTo>
                  <a:pt x="24" y="517"/>
                </a:lnTo>
                <a:lnTo>
                  <a:pt x="24" y="516"/>
                </a:lnTo>
                <a:lnTo>
                  <a:pt x="23" y="516"/>
                </a:lnTo>
                <a:lnTo>
                  <a:pt x="22" y="516"/>
                </a:lnTo>
                <a:lnTo>
                  <a:pt x="22" y="515"/>
                </a:lnTo>
                <a:lnTo>
                  <a:pt x="22" y="514"/>
                </a:lnTo>
                <a:lnTo>
                  <a:pt x="22" y="512"/>
                </a:lnTo>
                <a:lnTo>
                  <a:pt x="21" y="511"/>
                </a:lnTo>
                <a:lnTo>
                  <a:pt x="20" y="511"/>
                </a:lnTo>
                <a:lnTo>
                  <a:pt x="21" y="510"/>
                </a:lnTo>
                <a:lnTo>
                  <a:pt x="21" y="508"/>
                </a:lnTo>
                <a:lnTo>
                  <a:pt x="20" y="507"/>
                </a:lnTo>
                <a:lnTo>
                  <a:pt x="19" y="506"/>
                </a:lnTo>
                <a:lnTo>
                  <a:pt x="18" y="503"/>
                </a:lnTo>
                <a:lnTo>
                  <a:pt x="18" y="502"/>
                </a:lnTo>
                <a:lnTo>
                  <a:pt x="18" y="501"/>
                </a:lnTo>
                <a:lnTo>
                  <a:pt x="18" y="500"/>
                </a:lnTo>
                <a:lnTo>
                  <a:pt x="18" y="499"/>
                </a:lnTo>
                <a:lnTo>
                  <a:pt x="19" y="497"/>
                </a:lnTo>
                <a:lnTo>
                  <a:pt x="19" y="496"/>
                </a:lnTo>
                <a:lnTo>
                  <a:pt x="20" y="496"/>
                </a:lnTo>
                <a:lnTo>
                  <a:pt x="21" y="495"/>
                </a:lnTo>
                <a:lnTo>
                  <a:pt x="22" y="494"/>
                </a:lnTo>
                <a:lnTo>
                  <a:pt x="21" y="493"/>
                </a:lnTo>
                <a:lnTo>
                  <a:pt x="21" y="492"/>
                </a:lnTo>
                <a:lnTo>
                  <a:pt x="22" y="492"/>
                </a:lnTo>
                <a:lnTo>
                  <a:pt x="23" y="491"/>
                </a:lnTo>
                <a:lnTo>
                  <a:pt x="25" y="491"/>
                </a:lnTo>
                <a:lnTo>
                  <a:pt x="27" y="490"/>
                </a:lnTo>
                <a:lnTo>
                  <a:pt x="28" y="489"/>
                </a:lnTo>
                <a:lnTo>
                  <a:pt x="29" y="489"/>
                </a:lnTo>
                <a:lnTo>
                  <a:pt x="30" y="489"/>
                </a:lnTo>
                <a:lnTo>
                  <a:pt x="31" y="489"/>
                </a:lnTo>
                <a:lnTo>
                  <a:pt x="32" y="487"/>
                </a:lnTo>
                <a:lnTo>
                  <a:pt x="31" y="486"/>
                </a:lnTo>
                <a:lnTo>
                  <a:pt x="30" y="484"/>
                </a:lnTo>
                <a:lnTo>
                  <a:pt x="30" y="482"/>
                </a:lnTo>
                <a:lnTo>
                  <a:pt x="29" y="481"/>
                </a:lnTo>
                <a:lnTo>
                  <a:pt x="29" y="480"/>
                </a:lnTo>
                <a:lnTo>
                  <a:pt x="29" y="479"/>
                </a:lnTo>
                <a:lnTo>
                  <a:pt x="29" y="478"/>
                </a:lnTo>
                <a:lnTo>
                  <a:pt x="30" y="477"/>
                </a:lnTo>
                <a:lnTo>
                  <a:pt x="31" y="475"/>
                </a:lnTo>
                <a:lnTo>
                  <a:pt x="32" y="474"/>
                </a:lnTo>
                <a:lnTo>
                  <a:pt x="32" y="473"/>
                </a:lnTo>
                <a:lnTo>
                  <a:pt x="31" y="472"/>
                </a:lnTo>
                <a:lnTo>
                  <a:pt x="30" y="471"/>
                </a:lnTo>
                <a:lnTo>
                  <a:pt x="29" y="470"/>
                </a:lnTo>
                <a:lnTo>
                  <a:pt x="27" y="469"/>
                </a:lnTo>
                <a:lnTo>
                  <a:pt x="27" y="468"/>
                </a:lnTo>
                <a:lnTo>
                  <a:pt x="27" y="467"/>
                </a:lnTo>
                <a:lnTo>
                  <a:pt x="26" y="465"/>
                </a:lnTo>
                <a:lnTo>
                  <a:pt x="26" y="464"/>
                </a:lnTo>
                <a:lnTo>
                  <a:pt x="26" y="463"/>
                </a:lnTo>
                <a:lnTo>
                  <a:pt x="25" y="462"/>
                </a:lnTo>
                <a:lnTo>
                  <a:pt x="24" y="461"/>
                </a:lnTo>
                <a:lnTo>
                  <a:pt x="23" y="459"/>
                </a:lnTo>
                <a:lnTo>
                  <a:pt x="23" y="458"/>
                </a:lnTo>
                <a:lnTo>
                  <a:pt x="23" y="457"/>
                </a:lnTo>
                <a:lnTo>
                  <a:pt x="22" y="456"/>
                </a:lnTo>
                <a:lnTo>
                  <a:pt x="21" y="455"/>
                </a:lnTo>
                <a:lnTo>
                  <a:pt x="21" y="454"/>
                </a:lnTo>
                <a:lnTo>
                  <a:pt x="20" y="453"/>
                </a:lnTo>
                <a:lnTo>
                  <a:pt x="20" y="452"/>
                </a:lnTo>
                <a:lnTo>
                  <a:pt x="19" y="452"/>
                </a:lnTo>
                <a:lnTo>
                  <a:pt x="19" y="451"/>
                </a:lnTo>
                <a:lnTo>
                  <a:pt x="18" y="451"/>
                </a:lnTo>
                <a:lnTo>
                  <a:pt x="17" y="451"/>
                </a:lnTo>
                <a:lnTo>
                  <a:pt x="16" y="451"/>
                </a:lnTo>
                <a:lnTo>
                  <a:pt x="13" y="451"/>
                </a:lnTo>
                <a:lnTo>
                  <a:pt x="12" y="452"/>
                </a:lnTo>
                <a:lnTo>
                  <a:pt x="11" y="453"/>
                </a:lnTo>
                <a:lnTo>
                  <a:pt x="10" y="454"/>
                </a:lnTo>
                <a:lnTo>
                  <a:pt x="10" y="455"/>
                </a:lnTo>
                <a:lnTo>
                  <a:pt x="10" y="456"/>
                </a:lnTo>
                <a:lnTo>
                  <a:pt x="10" y="457"/>
                </a:lnTo>
                <a:lnTo>
                  <a:pt x="9" y="457"/>
                </a:lnTo>
                <a:lnTo>
                  <a:pt x="7" y="458"/>
                </a:lnTo>
                <a:lnTo>
                  <a:pt x="6" y="458"/>
                </a:lnTo>
                <a:lnTo>
                  <a:pt x="5" y="459"/>
                </a:lnTo>
                <a:lnTo>
                  <a:pt x="4" y="459"/>
                </a:lnTo>
                <a:lnTo>
                  <a:pt x="4" y="460"/>
                </a:lnTo>
                <a:lnTo>
                  <a:pt x="3" y="460"/>
                </a:lnTo>
                <a:lnTo>
                  <a:pt x="2" y="460"/>
                </a:lnTo>
                <a:lnTo>
                  <a:pt x="2" y="459"/>
                </a:lnTo>
                <a:lnTo>
                  <a:pt x="3" y="459"/>
                </a:lnTo>
                <a:lnTo>
                  <a:pt x="4" y="458"/>
                </a:lnTo>
                <a:lnTo>
                  <a:pt x="5" y="458"/>
                </a:lnTo>
                <a:lnTo>
                  <a:pt x="4" y="457"/>
                </a:lnTo>
                <a:lnTo>
                  <a:pt x="4" y="456"/>
                </a:lnTo>
                <a:lnTo>
                  <a:pt x="4" y="454"/>
                </a:lnTo>
                <a:lnTo>
                  <a:pt x="3" y="454"/>
                </a:lnTo>
                <a:lnTo>
                  <a:pt x="2" y="454"/>
                </a:lnTo>
                <a:lnTo>
                  <a:pt x="2" y="453"/>
                </a:lnTo>
                <a:lnTo>
                  <a:pt x="1" y="452"/>
                </a:lnTo>
                <a:lnTo>
                  <a:pt x="1" y="451"/>
                </a:lnTo>
                <a:lnTo>
                  <a:pt x="1" y="450"/>
                </a:lnTo>
                <a:lnTo>
                  <a:pt x="0" y="450"/>
                </a:lnTo>
                <a:lnTo>
                  <a:pt x="0" y="449"/>
                </a:lnTo>
                <a:lnTo>
                  <a:pt x="0" y="448"/>
                </a:lnTo>
                <a:lnTo>
                  <a:pt x="1" y="448"/>
                </a:lnTo>
                <a:lnTo>
                  <a:pt x="2" y="446"/>
                </a:lnTo>
                <a:lnTo>
                  <a:pt x="2" y="445"/>
                </a:lnTo>
                <a:lnTo>
                  <a:pt x="3" y="445"/>
                </a:lnTo>
                <a:lnTo>
                  <a:pt x="4" y="446"/>
                </a:lnTo>
                <a:lnTo>
                  <a:pt x="5" y="447"/>
                </a:lnTo>
                <a:lnTo>
                  <a:pt x="6" y="447"/>
                </a:lnTo>
                <a:lnTo>
                  <a:pt x="7" y="447"/>
                </a:lnTo>
                <a:lnTo>
                  <a:pt x="7" y="448"/>
                </a:lnTo>
                <a:lnTo>
                  <a:pt x="8" y="448"/>
                </a:lnTo>
                <a:lnTo>
                  <a:pt x="9" y="448"/>
                </a:lnTo>
                <a:lnTo>
                  <a:pt x="10" y="448"/>
                </a:lnTo>
                <a:lnTo>
                  <a:pt x="11" y="448"/>
                </a:lnTo>
                <a:lnTo>
                  <a:pt x="10" y="447"/>
                </a:lnTo>
                <a:lnTo>
                  <a:pt x="11" y="447"/>
                </a:lnTo>
                <a:lnTo>
                  <a:pt x="11" y="446"/>
                </a:lnTo>
                <a:lnTo>
                  <a:pt x="10" y="445"/>
                </a:lnTo>
                <a:lnTo>
                  <a:pt x="10" y="444"/>
                </a:lnTo>
                <a:lnTo>
                  <a:pt x="10" y="443"/>
                </a:lnTo>
                <a:lnTo>
                  <a:pt x="9" y="442"/>
                </a:lnTo>
                <a:lnTo>
                  <a:pt x="8" y="443"/>
                </a:lnTo>
                <a:lnTo>
                  <a:pt x="7" y="443"/>
                </a:lnTo>
                <a:lnTo>
                  <a:pt x="6" y="443"/>
                </a:lnTo>
                <a:lnTo>
                  <a:pt x="6" y="442"/>
                </a:lnTo>
                <a:lnTo>
                  <a:pt x="5" y="442"/>
                </a:lnTo>
                <a:lnTo>
                  <a:pt x="4" y="441"/>
                </a:lnTo>
                <a:lnTo>
                  <a:pt x="3" y="441"/>
                </a:lnTo>
                <a:lnTo>
                  <a:pt x="4" y="441"/>
                </a:lnTo>
                <a:lnTo>
                  <a:pt x="4" y="439"/>
                </a:lnTo>
                <a:lnTo>
                  <a:pt x="5" y="437"/>
                </a:lnTo>
                <a:lnTo>
                  <a:pt x="6" y="437"/>
                </a:lnTo>
                <a:lnTo>
                  <a:pt x="7" y="437"/>
                </a:lnTo>
                <a:lnTo>
                  <a:pt x="7" y="436"/>
                </a:lnTo>
                <a:lnTo>
                  <a:pt x="8" y="437"/>
                </a:lnTo>
                <a:lnTo>
                  <a:pt x="8" y="436"/>
                </a:lnTo>
                <a:lnTo>
                  <a:pt x="9" y="435"/>
                </a:lnTo>
                <a:lnTo>
                  <a:pt x="10" y="436"/>
                </a:lnTo>
                <a:lnTo>
                  <a:pt x="11" y="436"/>
                </a:lnTo>
                <a:lnTo>
                  <a:pt x="12" y="436"/>
                </a:lnTo>
                <a:lnTo>
                  <a:pt x="12" y="435"/>
                </a:lnTo>
                <a:lnTo>
                  <a:pt x="13" y="435"/>
                </a:lnTo>
                <a:lnTo>
                  <a:pt x="13" y="434"/>
                </a:lnTo>
                <a:lnTo>
                  <a:pt x="14" y="435"/>
                </a:lnTo>
                <a:lnTo>
                  <a:pt x="15" y="435"/>
                </a:lnTo>
                <a:lnTo>
                  <a:pt x="16" y="435"/>
                </a:lnTo>
                <a:lnTo>
                  <a:pt x="17" y="435"/>
                </a:lnTo>
                <a:lnTo>
                  <a:pt x="17" y="436"/>
                </a:lnTo>
                <a:lnTo>
                  <a:pt x="18" y="435"/>
                </a:lnTo>
                <a:lnTo>
                  <a:pt x="18" y="434"/>
                </a:lnTo>
                <a:lnTo>
                  <a:pt x="19" y="434"/>
                </a:lnTo>
                <a:lnTo>
                  <a:pt x="20" y="434"/>
                </a:lnTo>
                <a:lnTo>
                  <a:pt x="20" y="433"/>
                </a:lnTo>
                <a:lnTo>
                  <a:pt x="20" y="432"/>
                </a:lnTo>
                <a:lnTo>
                  <a:pt x="20" y="431"/>
                </a:lnTo>
                <a:lnTo>
                  <a:pt x="20" y="430"/>
                </a:lnTo>
                <a:lnTo>
                  <a:pt x="19" y="429"/>
                </a:lnTo>
                <a:lnTo>
                  <a:pt x="20" y="429"/>
                </a:lnTo>
                <a:lnTo>
                  <a:pt x="20" y="428"/>
                </a:lnTo>
                <a:lnTo>
                  <a:pt x="21" y="429"/>
                </a:lnTo>
                <a:lnTo>
                  <a:pt x="22" y="429"/>
                </a:lnTo>
                <a:lnTo>
                  <a:pt x="22" y="428"/>
                </a:lnTo>
                <a:lnTo>
                  <a:pt x="22" y="427"/>
                </a:lnTo>
                <a:lnTo>
                  <a:pt x="22" y="426"/>
                </a:lnTo>
                <a:lnTo>
                  <a:pt x="23" y="426"/>
                </a:lnTo>
                <a:lnTo>
                  <a:pt x="23" y="425"/>
                </a:lnTo>
                <a:lnTo>
                  <a:pt x="24" y="424"/>
                </a:lnTo>
                <a:lnTo>
                  <a:pt x="25" y="424"/>
                </a:lnTo>
                <a:lnTo>
                  <a:pt x="25" y="423"/>
                </a:lnTo>
                <a:lnTo>
                  <a:pt x="25" y="422"/>
                </a:lnTo>
                <a:lnTo>
                  <a:pt x="26" y="421"/>
                </a:lnTo>
                <a:lnTo>
                  <a:pt x="27" y="421"/>
                </a:lnTo>
                <a:lnTo>
                  <a:pt x="27" y="420"/>
                </a:lnTo>
                <a:lnTo>
                  <a:pt x="27" y="419"/>
                </a:lnTo>
                <a:lnTo>
                  <a:pt x="27" y="418"/>
                </a:lnTo>
                <a:lnTo>
                  <a:pt x="28" y="418"/>
                </a:lnTo>
                <a:lnTo>
                  <a:pt x="29" y="418"/>
                </a:lnTo>
                <a:lnTo>
                  <a:pt x="30" y="417"/>
                </a:lnTo>
                <a:lnTo>
                  <a:pt x="31" y="417"/>
                </a:lnTo>
                <a:lnTo>
                  <a:pt x="32" y="415"/>
                </a:lnTo>
                <a:lnTo>
                  <a:pt x="32" y="414"/>
                </a:lnTo>
                <a:lnTo>
                  <a:pt x="33" y="413"/>
                </a:lnTo>
                <a:lnTo>
                  <a:pt x="34" y="413"/>
                </a:lnTo>
                <a:lnTo>
                  <a:pt x="35" y="412"/>
                </a:lnTo>
                <a:lnTo>
                  <a:pt x="35" y="411"/>
                </a:lnTo>
                <a:lnTo>
                  <a:pt x="34" y="410"/>
                </a:lnTo>
                <a:lnTo>
                  <a:pt x="35" y="410"/>
                </a:lnTo>
                <a:lnTo>
                  <a:pt x="36" y="411"/>
                </a:lnTo>
                <a:lnTo>
                  <a:pt x="37" y="411"/>
                </a:lnTo>
                <a:lnTo>
                  <a:pt x="37" y="410"/>
                </a:lnTo>
                <a:lnTo>
                  <a:pt x="37" y="408"/>
                </a:lnTo>
                <a:lnTo>
                  <a:pt x="37" y="407"/>
                </a:lnTo>
                <a:lnTo>
                  <a:pt x="40" y="408"/>
                </a:lnTo>
                <a:lnTo>
                  <a:pt x="43" y="407"/>
                </a:lnTo>
                <a:lnTo>
                  <a:pt x="44" y="406"/>
                </a:lnTo>
                <a:lnTo>
                  <a:pt x="44" y="404"/>
                </a:lnTo>
                <a:lnTo>
                  <a:pt x="45" y="403"/>
                </a:lnTo>
                <a:lnTo>
                  <a:pt x="47" y="403"/>
                </a:lnTo>
                <a:lnTo>
                  <a:pt x="48" y="403"/>
                </a:lnTo>
                <a:lnTo>
                  <a:pt x="48" y="400"/>
                </a:lnTo>
                <a:lnTo>
                  <a:pt x="49" y="399"/>
                </a:lnTo>
                <a:lnTo>
                  <a:pt x="50" y="398"/>
                </a:lnTo>
                <a:lnTo>
                  <a:pt x="50" y="397"/>
                </a:lnTo>
                <a:lnTo>
                  <a:pt x="50" y="396"/>
                </a:lnTo>
                <a:lnTo>
                  <a:pt x="50" y="394"/>
                </a:lnTo>
                <a:lnTo>
                  <a:pt x="51" y="393"/>
                </a:lnTo>
                <a:lnTo>
                  <a:pt x="52" y="393"/>
                </a:lnTo>
                <a:lnTo>
                  <a:pt x="53" y="393"/>
                </a:lnTo>
                <a:lnTo>
                  <a:pt x="54" y="392"/>
                </a:lnTo>
                <a:lnTo>
                  <a:pt x="55" y="392"/>
                </a:lnTo>
                <a:lnTo>
                  <a:pt x="55" y="391"/>
                </a:lnTo>
                <a:lnTo>
                  <a:pt x="56" y="391"/>
                </a:lnTo>
                <a:lnTo>
                  <a:pt x="55" y="391"/>
                </a:lnTo>
                <a:lnTo>
                  <a:pt x="55" y="389"/>
                </a:lnTo>
                <a:lnTo>
                  <a:pt x="55" y="388"/>
                </a:lnTo>
                <a:lnTo>
                  <a:pt x="56" y="386"/>
                </a:lnTo>
                <a:lnTo>
                  <a:pt x="56" y="383"/>
                </a:lnTo>
                <a:lnTo>
                  <a:pt x="56" y="382"/>
                </a:lnTo>
                <a:lnTo>
                  <a:pt x="56" y="383"/>
                </a:lnTo>
                <a:lnTo>
                  <a:pt x="57" y="383"/>
                </a:lnTo>
                <a:lnTo>
                  <a:pt x="57" y="382"/>
                </a:lnTo>
                <a:lnTo>
                  <a:pt x="57" y="381"/>
                </a:lnTo>
                <a:lnTo>
                  <a:pt x="57" y="380"/>
                </a:lnTo>
                <a:lnTo>
                  <a:pt x="58" y="380"/>
                </a:lnTo>
                <a:lnTo>
                  <a:pt x="58" y="379"/>
                </a:lnTo>
                <a:lnTo>
                  <a:pt x="59" y="379"/>
                </a:lnTo>
                <a:lnTo>
                  <a:pt x="59" y="378"/>
                </a:lnTo>
                <a:lnTo>
                  <a:pt x="60" y="377"/>
                </a:lnTo>
                <a:lnTo>
                  <a:pt x="60" y="376"/>
                </a:lnTo>
                <a:lnTo>
                  <a:pt x="60" y="375"/>
                </a:lnTo>
                <a:lnTo>
                  <a:pt x="60" y="374"/>
                </a:lnTo>
                <a:lnTo>
                  <a:pt x="60" y="373"/>
                </a:lnTo>
                <a:lnTo>
                  <a:pt x="60" y="372"/>
                </a:lnTo>
                <a:lnTo>
                  <a:pt x="61" y="371"/>
                </a:lnTo>
                <a:lnTo>
                  <a:pt x="62" y="372"/>
                </a:lnTo>
                <a:lnTo>
                  <a:pt x="63" y="373"/>
                </a:lnTo>
                <a:lnTo>
                  <a:pt x="64" y="373"/>
                </a:lnTo>
                <a:lnTo>
                  <a:pt x="65" y="373"/>
                </a:lnTo>
                <a:lnTo>
                  <a:pt x="65" y="374"/>
                </a:lnTo>
                <a:lnTo>
                  <a:pt x="65" y="375"/>
                </a:lnTo>
                <a:lnTo>
                  <a:pt x="66" y="375"/>
                </a:lnTo>
                <a:lnTo>
                  <a:pt x="67" y="375"/>
                </a:lnTo>
                <a:lnTo>
                  <a:pt x="68" y="375"/>
                </a:lnTo>
                <a:lnTo>
                  <a:pt x="69" y="376"/>
                </a:lnTo>
                <a:lnTo>
                  <a:pt x="69" y="377"/>
                </a:lnTo>
                <a:lnTo>
                  <a:pt x="70" y="376"/>
                </a:lnTo>
                <a:lnTo>
                  <a:pt x="71" y="376"/>
                </a:lnTo>
                <a:lnTo>
                  <a:pt x="73" y="375"/>
                </a:lnTo>
                <a:lnTo>
                  <a:pt x="74" y="374"/>
                </a:lnTo>
                <a:lnTo>
                  <a:pt x="75" y="374"/>
                </a:lnTo>
                <a:lnTo>
                  <a:pt x="76" y="374"/>
                </a:lnTo>
                <a:lnTo>
                  <a:pt x="76" y="375"/>
                </a:lnTo>
                <a:lnTo>
                  <a:pt x="76" y="376"/>
                </a:lnTo>
                <a:lnTo>
                  <a:pt x="76" y="378"/>
                </a:lnTo>
                <a:lnTo>
                  <a:pt x="77" y="378"/>
                </a:lnTo>
                <a:lnTo>
                  <a:pt x="77" y="379"/>
                </a:lnTo>
                <a:lnTo>
                  <a:pt x="76" y="382"/>
                </a:lnTo>
                <a:lnTo>
                  <a:pt x="76" y="383"/>
                </a:lnTo>
                <a:lnTo>
                  <a:pt x="76" y="385"/>
                </a:lnTo>
                <a:lnTo>
                  <a:pt x="77" y="385"/>
                </a:lnTo>
                <a:lnTo>
                  <a:pt x="78" y="386"/>
                </a:lnTo>
                <a:lnTo>
                  <a:pt x="78" y="387"/>
                </a:lnTo>
                <a:lnTo>
                  <a:pt x="80" y="388"/>
                </a:lnTo>
                <a:lnTo>
                  <a:pt x="81" y="388"/>
                </a:lnTo>
                <a:lnTo>
                  <a:pt x="83" y="389"/>
                </a:lnTo>
                <a:lnTo>
                  <a:pt x="84" y="391"/>
                </a:lnTo>
                <a:lnTo>
                  <a:pt x="86" y="392"/>
                </a:lnTo>
                <a:lnTo>
                  <a:pt x="87" y="393"/>
                </a:lnTo>
                <a:lnTo>
                  <a:pt x="88" y="394"/>
                </a:lnTo>
                <a:lnTo>
                  <a:pt x="89" y="394"/>
                </a:lnTo>
                <a:lnTo>
                  <a:pt x="90" y="394"/>
                </a:lnTo>
                <a:lnTo>
                  <a:pt x="91" y="394"/>
                </a:lnTo>
                <a:lnTo>
                  <a:pt x="92" y="393"/>
                </a:lnTo>
                <a:lnTo>
                  <a:pt x="93" y="393"/>
                </a:lnTo>
                <a:lnTo>
                  <a:pt x="94" y="395"/>
                </a:lnTo>
                <a:lnTo>
                  <a:pt x="96" y="395"/>
                </a:lnTo>
                <a:lnTo>
                  <a:pt x="97" y="396"/>
                </a:lnTo>
                <a:lnTo>
                  <a:pt x="97" y="397"/>
                </a:lnTo>
                <a:lnTo>
                  <a:pt x="97" y="398"/>
                </a:lnTo>
                <a:lnTo>
                  <a:pt x="96" y="399"/>
                </a:lnTo>
                <a:lnTo>
                  <a:pt x="96" y="400"/>
                </a:lnTo>
                <a:lnTo>
                  <a:pt x="97" y="400"/>
                </a:lnTo>
                <a:lnTo>
                  <a:pt x="98" y="401"/>
                </a:lnTo>
                <a:lnTo>
                  <a:pt x="98" y="403"/>
                </a:lnTo>
                <a:lnTo>
                  <a:pt x="99" y="403"/>
                </a:lnTo>
                <a:lnTo>
                  <a:pt x="100" y="404"/>
                </a:lnTo>
                <a:lnTo>
                  <a:pt x="100" y="405"/>
                </a:lnTo>
                <a:lnTo>
                  <a:pt x="102" y="406"/>
                </a:lnTo>
                <a:lnTo>
                  <a:pt x="102" y="407"/>
                </a:lnTo>
                <a:lnTo>
                  <a:pt x="103" y="408"/>
                </a:lnTo>
                <a:lnTo>
                  <a:pt x="104" y="408"/>
                </a:lnTo>
                <a:lnTo>
                  <a:pt x="105" y="408"/>
                </a:lnTo>
                <a:lnTo>
                  <a:pt x="105" y="407"/>
                </a:lnTo>
                <a:lnTo>
                  <a:pt x="106" y="406"/>
                </a:lnTo>
                <a:lnTo>
                  <a:pt x="107" y="404"/>
                </a:lnTo>
                <a:lnTo>
                  <a:pt x="108" y="403"/>
                </a:lnTo>
                <a:lnTo>
                  <a:pt x="108" y="404"/>
                </a:lnTo>
                <a:lnTo>
                  <a:pt x="109" y="405"/>
                </a:lnTo>
                <a:lnTo>
                  <a:pt x="110" y="405"/>
                </a:lnTo>
                <a:lnTo>
                  <a:pt x="111" y="405"/>
                </a:lnTo>
                <a:lnTo>
                  <a:pt x="112" y="405"/>
                </a:lnTo>
                <a:lnTo>
                  <a:pt x="112" y="404"/>
                </a:lnTo>
                <a:lnTo>
                  <a:pt x="112" y="403"/>
                </a:lnTo>
                <a:lnTo>
                  <a:pt x="111" y="402"/>
                </a:lnTo>
                <a:lnTo>
                  <a:pt x="111" y="401"/>
                </a:lnTo>
                <a:lnTo>
                  <a:pt x="113" y="401"/>
                </a:lnTo>
                <a:lnTo>
                  <a:pt x="114" y="403"/>
                </a:lnTo>
                <a:lnTo>
                  <a:pt x="115" y="403"/>
                </a:lnTo>
                <a:lnTo>
                  <a:pt x="116" y="402"/>
                </a:lnTo>
                <a:lnTo>
                  <a:pt x="118" y="401"/>
                </a:lnTo>
                <a:lnTo>
                  <a:pt x="119" y="401"/>
                </a:lnTo>
                <a:lnTo>
                  <a:pt x="119" y="400"/>
                </a:lnTo>
                <a:lnTo>
                  <a:pt x="120" y="399"/>
                </a:lnTo>
                <a:lnTo>
                  <a:pt x="118" y="396"/>
                </a:lnTo>
                <a:lnTo>
                  <a:pt x="117" y="394"/>
                </a:lnTo>
                <a:lnTo>
                  <a:pt x="118" y="393"/>
                </a:lnTo>
                <a:lnTo>
                  <a:pt x="119" y="393"/>
                </a:lnTo>
                <a:lnTo>
                  <a:pt x="120" y="391"/>
                </a:lnTo>
                <a:lnTo>
                  <a:pt x="121" y="389"/>
                </a:lnTo>
                <a:lnTo>
                  <a:pt x="122" y="389"/>
                </a:lnTo>
                <a:lnTo>
                  <a:pt x="125" y="387"/>
                </a:lnTo>
                <a:lnTo>
                  <a:pt x="127" y="383"/>
                </a:lnTo>
                <a:lnTo>
                  <a:pt x="127" y="382"/>
                </a:lnTo>
                <a:lnTo>
                  <a:pt x="128" y="381"/>
                </a:lnTo>
                <a:lnTo>
                  <a:pt x="129" y="380"/>
                </a:lnTo>
                <a:lnTo>
                  <a:pt x="129" y="379"/>
                </a:lnTo>
                <a:lnTo>
                  <a:pt x="131" y="379"/>
                </a:lnTo>
                <a:lnTo>
                  <a:pt x="134" y="375"/>
                </a:lnTo>
                <a:lnTo>
                  <a:pt x="135" y="374"/>
                </a:lnTo>
                <a:lnTo>
                  <a:pt x="135" y="373"/>
                </a:lnTo>
                <a:lnTo>
                  <a:pt x="134" y="372"/>
                </a:lnTo>
                <a:lnTo>
                  <a:pt x="134" y="371"/>
                </a:lnTo>
                <a:lnTo>
                  <a:pt x="136" y="368"/>
                </a:lnTo>
                <a:lnTo>
                  <a:pt x="136" y="367"/>
                </a:lnTo>
                <a:lnTo>
                  <a:pt x="138" y="367"/>
                </a:lnTo>
                <a:lnTo>
                  <a:pt x="139" y="367"/>
                </a:lnTo>
                <a:lnTo>
                  <a:pt x="139" y="368"/>
                </a:lnTo>
                <a:lnTo>
                  <a:pt x="140" y="368"/>
                </a:lnTo>
                <a:lnTo>
                  <a:pt x="141" y="368"/>
                </a:lnTo>
                <a:lnTo>
                  <a:pt x="142" y="368"/>
                </a:lnTo>
                <a:lnTo>
                  <a:pt x="143" y="368"/>
                </a:lnTo>
                <a:lnTo>
                  <a:pt x="145" y="369"/>
                </a:lnTo>
                <a:lnTo>
                  <a:pt x="146" y="370"/>
                </a:lnTo>
                <a:lnTo>
                  <a:pt x="147" y="369"/>
                </a:lnTo>
                <a:lnTo>
                  <a:pt x="147" y="370"/>
                </a:lnTo>
                <a:lnTo>
                  <a:pt x="147" y="371"/>
                </a:lnTo>
                <a:lnTo>
                  <a:pt x="147" y="372"/>
                </a:lnTo>
                <a:lnTo>
                  <a:pt x="148" y="372"/>
                </a:lnTo>
                <a:lnTo>
                  <a:pt x="148" y="374"/>
                </a:lnTo>
                <a:lnTo>
                  <a:pt x="149" y="374"/>
                </a:lnTo>
                <a:lnTo>
                  <a:pt x="150" y="374"/>
                </a:lnTo>
                <a:lnTo>
                  <a:pt x="151" y="374"/>
                </a:lnTo>
                <a:lnTo>
                  <a:pt x="151" y="375"/>
                </a:lnTo>
                <a:lnTo>
                  <a:pt x="156" y="377"/>
                </a:lnTo>
                <a:lnTo>
                  <a:pt x="161" y="378"/>
                </a:lnTo>
                <a:lnTo>
                  <a:pt x="162" y="378"/>
                </a:lnTo>
                <a:lnTo>
                  <a:pt x="163" y="378"/>
                </a:lnTo>
                <a:lnTo>
                  <a:pt x="163" y="379"/>
                </a:lnTo>
                <a:lnTo>
                  <a:pt x="162" y="379"/>
                </a:lnTo>
                <a:lnTo>
                  <a:pt x="162" y="380"/>
                </a:lnTo>
                <a:lnTo>
                  <a:pt x="161" y="380"/>
                </a:lnTo>
                <a:lnTo>
                  <a:pt x="162" y="381"/>
                </a:lnTo>
                <a:lnTo>
                  <a:pt x="163" y="381"/>
                </a:lnTo>
                <a:lnTo>
                  <a:pt x="164" y="381"/>
                </a:lnTo>
                <a:lnTo>
                  <a:pt x="165" y="381"/>
                </a:lnTo>
                <a:lnTo>
                  <a:pt x="165" y="382"/>
                </a:lnTo>
                <a:lnTo>
                  <a:pt x="165" y="383"/>
                </a:lnTo>
                <a:lnTo>
                  <a:pt x="165" y="384"/>
                </a:lnTo>
                <a:lnTo>
                  <a:pt x="168" y="391"/>
                </a:lnTo>
                <a:lnTo>
                  <a:pt x="169" y="392"/>
                </a:lnTo>
                <a:lnTo>
                  <a:pt x="169" y="393"/>
                </a:lnTo>
                <a:lnTo>
                  <a:pt x="170" y="393"/>
                </a:lnTo>
                <a:lnTo>
                  <a:pt x="170" y="394"/>
                </a:lnTo>
                <a:lnTo>
                  <a:pt x="171" y="395"/>
                </a:lnTo>
                <a:lnTo>
                  <a:pt x="170" y="395"/>
                </a:lnTo>
                <a:lnTo>
                  <a:pt x="170" y="396"/>
                </a:lnTo>
                <a:lnTo>
                  <a:pt x="171" y="396"/>
                </a:lnTo>
                <a:lnTo>
                  <a:pt x="171" y="395"/>
                </a:lnTo>
                <a:lnTo>
                  <a:pt x="172" y="395"/>
                </a:lnTo>
                <a:lnTo>
                  <a:pt x="173" y="395"/>
                </a:lnTo>
                <a:lnTo>
                  <a:pt x="174" y="395"/>
                </a:lnTo>
                <a:lnTo>
                  <a:pt x="175" y="395"/>
                </a:lnTo>
                <a:lnTo>
                  <a:pt x="176" y="395"/>
                </a:lnTo>
                <a:lnTo>
                  <a:pt x="177" y="395"/>
                </a:lnTo>
                <a:lnTo>
                  <a:pt x="178" y="397"/>
                </a:lnTo>
                <a:lnTo>
                  <a:pt x="179" y="398"/>
                </a:lnTo>
                <a:lnTo>
                  <a:pt x="182" y="399"/>
                </a:lnTo>
                <a:lnTo>
                  <a:pt x="183" y="400"/>
                </a:lnTo>
                <a:lnTo>
                  <a:pt x="184" y="400"/>
                </a:lnTo>
                <a:lnTo>
                  <a:pt x="187" y="398"/>
                </a:lnTo>
                <a:lnTo>
                  <a:pt x="191" y="397"/>
                </a:lnTo>
                <a:lnTo>
                  <a:pt x="192" y="398"/>
                </a:lnTo>
                <a:lnTo>
                  <a:pt x="193" y="398"/>
                </a:lnTo>
                <a:lnTo>
                  <a:pt x="195" y="398"/>
                </a:lnTo>
                <a:lnTo>
                  <a:pt x="197" y="395"/>
                </a:lnTo>
                <a:lnTo>
                  <a:pt x="200" y="394"/>
                </a:lnTo>
                <a:lnTo>
                  <a:pt x="203" y="393"/>
                </a:lnTo>
                <a:lnTo>
                  <a:pt x="205" y="394"/>
                </a:lnTo>
                <a:lnTo>
                  <a:pt x="207" y="394"/>
                </a:lnTo>
                <a:lnTo>
                  <a:pt x="208" y="392"/>
                </a:lnTo>
                <a:lnTo>
                  <a:pt x="209" y="392"/>
                </a:lnTo>
                <a:lnTo>
                  <a:pt x="211" y="395"/>
                </a:lnTo>
                <a:lnTo>
                  <a:pt x="212" y="398"/>
                </a:lnTo>
                <a:lnTo>
                  <a:pt x="213" y="398"/>
                </a:lnTo>
                <a:lnTo>
                  <a:pt x="215" y="398"/>
                </a:lnTo>
                <a:lnTo>
                  <a:pt x="218" y="392"/>
                </a:lnTo>
                <a:lnTo>
                  <a:pt x="219" y="391"/>
                </a:lnTo>
                <a:lnTo>
                  <a:pt x="222" y="391"/>
                </a:lnTo>
                <a:lnTo>
                  <a:pt x="223" y="392"/>
                </a:lnTo>
                <a:lnTo>
                  <a:pt x="226" y="394"/>
                </a:lnTo>
                <a:lnTo>
                  <a:pt x="227" y="395"/>
                </a:lnTo>
                <a:lnTo>
                  <a:pt x="227" y="400"/>
                </a:lnTo>
                <a:lnTo>
                  <a:pt x="227" y="401"/>
                </a:lnTo>
                <a:lnTo>
                  <a:pt x="227" y="402"/>
                </a:lnTo>
                <a:lnTo>
                  <a:pt x="229" y="403"/>
                </a:lnTo>
                <a:lnTo>
                  <a:pt x="230" y="403"/>
                </a:lnTo>
                <a:lnTo>
                  <a:pt x="231" y="403"/>
                </a:lnTo>
                <a:lnTo>
                  <a:pt x="232" y="402"/>
                </a:lnTo>
                <a:lnTo>
                  <a:pt x="233" y="402"/>
                </a:lnTo>
                <a:lnTo>
                  <a:pt x="234" y="402"/>
                </a:lnTo>
                <a:lnTo>
                  <a:pt x="234" y="401"/>
                </a:lnTo>
                <a:lnTo>
                  <a:pt x="234" y="400"/>
                </a:lnTo>
                <a:lnTo>
                  <a:pt x="235" y="401"/>
                </a:lnTo>
                <a:lnTo>
                  <a:pt x="236" y="401"/>
                </a:lnTo>
                <a:lnTo>
                  <a:pt x="236" y="400"/>
                </a:lnTo>
                <a:lnTo>
                  <a:pt x="236" y="399"/>
                </a:lnTo>
                <a:lnTo>
                  <a:pt x="237" y="399"/>
                </a:lnTo>
                <a:lnTo>
                  <a:pt x="237" y="398"/>
                </a:lnTo>
                <a:lnTo>
                  <a:pt x="237" y="397"/>
                </a:lnTo>
                <a:lnTo>
                  <a:pt x="237" y="396"/>
                </a:lnTo>
                <a:lnTo>
                  <a:pt x="239" y="395"/>
                </a:lnTo>
                <a:lnTo>
                  <a:pt x="240" y="395"/>
                </a:lnTo>
                <a:lnTo>
                  <a:pt x="242" y="394"/>
                </a:lnTo>
                <a:lnTo>
                  <a:pt x="243" y="393"/>
                </a:lnTo>
                <a:lnTo>
                  <a:pt x="243" y="392"/>
                </a:lnTo>
                <a:lnTo>
                  <a:pt x="244" y="392"/>
                </a:lnTo>
                <a:lnTo>
                  <a:pt x="245" y="391"/>
                </a:lnTo>
                <a:lnTo>
                  <a:pt x="246" y="391"/>
                </a:lnTo>
                <a:lnTo>
                  <a:pt x="246" y="390"/>
                </a:lnTo>
                <a:lnTo>
                  <a:pt x="247" y="390"/>
                </a:lnTo>
                <a:lnTo>
                  <a:pt x="248" y="390"/>
                </a:lnTo>
                <a:lnTo>
                  <a:pt x="252" y="388"/>
                </a:lnTo>
                <a:lnTo>
                  <a:pt x="254" y="387"/>
                </a:lnTo>
                <a:lnTo>
                  <a:pt x="255" y="386"/>
                </a:lnTo>
                <a:lnTo>
                  <a:pt x="256" y="385"/>
                </a:lnTo>
                <a:lnTo>
                  <a:pt x="259" y="381"/>
                </a:lnTo>
                <a:lnTo>
                  <a:pt x="260" y="381"/>
                </a:lnTo>
                <a:lnTo>
                  <a:pt x="261" y="381"/>
                </a:lnTo>
                <a:lnTo>
                  <a:pt x="261" y="382"/>
                </a:lnTo>
                <a:lnTo>
                  <a:pt x="262" y="382"/>
                </a:lnTo>
                <a:lnTo>
                  <a:pt x="262" y="381"/>
                </a:lnTo>
                <a:lnTo>
                  <a:pt x="261" y="381"/>
                </a:lnTo>
                <a:lnTo>
                  <a:pt x="262" y="380"/>
                </a:lnTo>
                <a:lnTo>
                  <a:pt x="261" y="380"/>
                </a:lnTo>
                <a:lnTo>
                  <a:pt x="262" y="380"/>
                </a:lnTo>
                <a:lnTo>
                  <a:pt x="263" y="379"/>
                </a:lnTo>
                <a:lnTo>
                  <a:pt x="264" y="379"/>
                </a:lnTo>
                <a:lnTo>
                  <a:pt x="265" y="378"/>
                </a:lnTo>
                <a:lnTo>
                  <a:pt x="266" y="377"/>
                </a:lnTo>
                <a:lnTo>
                  <a:pt x="268" y="377"/>
                </a:lnTo>
                <a:lnTo>
                  <a:pt x="269" y="377"/>
                </a:lnTo>
                <a:lnTo>
                  <a:pt x="271" y="379"/>
                </a:lnTo>
                <a:lnTo>
                  <a:pt x="272" y="379"/>
                </a:lnTo>
                <a:lnTo>
                  <a:pt x="274" y="378"/>
                </a:lnTo>
                <a:lnTo>
                  <a:pt x="275" y="378"/>
                </a:lnTo>
                <a:lnTo>
                  <a:pt x="276" y="378"/>
                </a:lnTo>
                <a:lnTo>
                  <a:pt x="278" y="378"/>
                </a:lnTo>
                <a:lnTo>
                  <a:pt x="280" y="379"/>
                </a:lnTo>
                <a:lnTo>
                  <a:pt x="281" y="380"/>
                </a:lnTo>
                <a:lnTo>
                  <a:pt x="282" y="380"/>
                </a:lnTo>
                <a:lnTo>
                  <a:pt x="282" y="379"/>
                </a:lnTo>
                <a:lnTo>
                  <a:pt x="283" y="379"/>
                </a:lnTo>
                <a:lnTo>
                  <a:pt x="284" y="380"/>
                </a:lnTo>
                <a:lnTo>
                  <a:pt x="284" y="381"/>
                </a:lnTo>
                <a:lnTo>
                  <a:pt x="285" y="382"/>
                </a:lnTo>
                <a:lnTo>
                  <a:pt x="286" y="382"/>
                </a:lnTo>
                <a:lnTo>
                  <a:pt x="286" y="385"/>
                </a:lnTo>
                <a:lnTo>
                  <a:pt x="286" y="387"/>
                </a:lnTo>
                <a:lnTo>
                  <a:pt x="287" y="387"/>
                </a:lnTo>
                <a:lnTo>
                  <a:pt x="288" y="387"/>
                </a:lnTo>
                <a:lnTo>
                  <a:pt x="288" y="386"/>
                </a:lnTo>
                <a:lnTo>
                  <a:pt x="288" y="385"/>
                </a:lnTo>
                <a:lnTo>
                  <a:pt x="289" y="384"/>
                </a:lnTo>
                <a:lnTo>
                  <a:pt x="290" y="383"/>
                </a:lnTo>
                <a:lnTo>
                  <a:pt x="292" y="381"/>
                </a:lnTo>
                <a:lnTo>
                  <a:pt x="293" y="380"/>
                </a:lnTo>
                <a:lnTo>
                  <a:pt x="293" y="379"/>
                </a:lnTo>
                <a:lnTo>
                  <a:pt x="294" y="377"/>
                </a:lnTo>
                <a:lnTo>
                  <a:pt x="294" y="376"/>
                </a:lnTo>
                <a:lnTo>
                  <a:pt x="295" y="375"/>
                </a:lnTo>
                <a:lnTo>
                  <a:pt x="295" y="374"/>
                </a:lnTo>
                <a:lnTo>
                  <a:pt x="295" y="373"/>
                </a:lnTo>
                <a:lnTo>
                  <a:pt x="294" y="373"/>
                </a:lnTo>
                <a:lnTo>
                  <a:pt x="294" y="372"/>
                </a:lnTo>
                <a:lnTo>
                  <a:pt x="295" y="371"/>
                </a:lnTo>
                <a:lnTo>
                  <a:pt x="296" y="369"/>
                </a:lnTo>
                <a:lnTo>
                  <a:pt x="296" y="367"/>
                </a:lnTo>
                <a:lnTo>
                  <a:pt x="296" y="366"/>
                </a:lnTo>
                <a:lnTo>
                  <a:pt x="295" y="366"/>
                </a:lnTo>
                <a:lnTo>
                  <a:pt x="296" y="365"/>
                </a:lnTo>
                <a:lnTo>
                  <a:pt x="296" y="364"/>
                </a:lnTo>
                <a:lnTo>
                  <a:pt x="296" y="363"/>
                </a:lnTo>
                <a:lnTo>
                  <a:pt x="297" y="362"/>
                </a:lnTo>
                <a:lnTo>
                  <a:pt x="298" y="362"/>
                </a:lnTo>
                <a:lnTo>
                  <a:pt x="299" y="360"/>
                </a:lnTo>
                <a:lnTo>
                  <a:pt x="300" y="359"/>
                </a:lnTo>
                <a:lnTo>
                  <a:pt x="300" y="358"/>
                </a:lnTo>
                <a:lnTo>
                  <a:pt x="300" y="357"/>
                </a:lnTo>
                <a:lnTo>
                  <a:pt x="300" y="356"/>
                </a:lnTo>
                <a:lnTo>
                  <a:pt x="300" y="355"/>
                </a:lnTo>
                <a:lnTo>
                  <a:pt x="300" y="354"/>
                </a:lnTo>
                <a:lnTo>
                  <a:pt x="299" y="354"/>
                </a:lnTo>
                <a:lnTo>
                  <a:pt x="298" y="352"/>
                </a:lnTo>
                <a:lnTo>
                  <a:pt x="298" y="351"/>
                </a:lnTo>
                <a:lnTo>
                  <a:pt x="296" y="352"/>
                </a:lnTo>
                <a:lnTo>
                  <a:pt x="295" y="352"/>
                </a:lnTo>
                <a:lnTo>
                  <a:pt x="295" y="351"/>
                </a:lnTo>
                <a:lnTo>
                  <a:pt x="297" y="350"/>
                </a:lnTo>
                <a:lnTo>
                  <a:pt x="298" y="348"/>
                </a:lnTo>
                <a:lnTo>
                  <a:pt x="298" y="346"/>
                </a:lnTo>
                <a:lnTo>
                  <a:pt x="297" y="346"/>
                </a:lnTo>
                <a:lnTo>
                  <a:pt x="297" y="345"/>
                </a:lnTo>
                <a:lnTo>
                  <a:pt x="298" y="345"/>
                </a:lnTo>
                <a:lnTo>
                  <a:pt x="298" y="344"/>
                </a:lnTo>
                <a:lnTo>
                  <a:pt x="298" y="345"/>
                </a:lnTo>
                <a:lnTo>
                  <a:pt x="300" y="343"/>
                </a:lnTo>
                <a:lnTo>
                  <a:pt x="303" y="342"/>
                </a:lnTo>
                <a:lnTo>
                  <a:pt x="305" y="340"/>
                </a:lnTo>
                <a:lnTo>
                  <a:pt x="307" y="339"/>
                </a:lnTo>
                <a:lnTo>
                  <a:pt x="308" y="338"/>
                </a:lnTo>
                <a:lnTo>
                  <a:pt x="308" y="337"/>
                </a:lnTo>
                <a:lnTo>
                  <a:pt x="308" y="335"/>
                </a:lnTo>
                <a:lnTo>
                  <a:pt x="307" y="334"/>
                </a:lnTo>
                <a:lnTo>
                  <a:pt x="306" y="333"/>
                </a:lnTo>
                <a:lnTo>
                  <a:pt x="307" y="333"/>
                </a:lnTo>
                <a:lnTo>
                  <a:pt x="307" y="332"/>
                </a:lnTo>
                <a:lnTo>
                  <a:pt x="308" y="332"/>
                </a:lnTo>
                <a:lnTo>
                  <a:pt x="308" y="331"/>
                </a:lnTo>
                <a:lnTo>
                  <a:pt x="309" y="329"/>
                </a:lnTo>
                <a:lnTo>
                  <a:pt x="309" y="328"/>
                </a:lnTo>
                <a:lnTo>
                  <a:pt x="309" y="327"/>
                </a:lnTo>
                <a:lnTo>
                  <a:pt x="308" y="325"/>
                </a:lnTo>
                <a:lnTo>
                  <a:pt x="307" y="322"/>
                </a:lnTo>
                <a:lnTo>
                  <a:pt x="308" y="320"/>
                </a:lnTo>
                <a:lnTo>
                  <a:pt x="308" y="319"/>
                </a:lnTo>
                <a:lnTo>
                  <a:pt x="309" y="319"/>
                </a:lnTo>
                <a:lnTo>
                  <a:pt x="309" y="318"/>
                </a:lnTo>
                <a:lnTo>
                  <a:pt x="311" y="316"/>
                </a:lnTo>
                <a:lnTo>
                  <a:pt x="311" y="315"/>
                </a:lnTo>
                <a:lnTo>
                  <a:pt x="312" y="314"/>
                </a:lnTo>
                <a:lnTo>
                  <a:pt x="313" y="314"/>
                </a:lnTo>
                <a:lnTo>
                  <a:pt x="315" y="313"/>
                </a:lnTo>
                <a:lnTo>
                  <a:pt x="315" y="312"/>
                </a:lnTo>
                <a:lnTo>
                  <a:pt x="316" y="311"/>
                </a:lnTo>
                <a:lnTo>
                  <a:pt x="316" y="310"/>
                </a:lnTo>
                <a:lnTo>
                  <a:pt x="317" y="309"/>
                </a:lnTo>
                <a:lnTo>
                  <a:pt x="319" y="309"/>
                </a:lnTo>
                <a:lnTo>
                  <a:pt x="320" y="308"/>
                </a:lnTo>
                <a:lnTo>
                  <a:pt x="321" y="308"/>
                </a:lnTo>
                <a:lnTo>
                  <a:pt x="322" y="308"/>
                </a:lnTo>
                <a:lnTo>
                  <a:pt x="323" y="308"/>
                </a:lnTo>
                <a:lnTo>
                  <a:pt x="323" y="309"/>
                </a:lnTo>
                <a:lnTo>
                  <a:pt x="324" y="309"/>
                </a:lnTo>
                <a:lnTo>
                  <a:pt x="325" y="308"/>
                </a:lnTo>
                <a:lnTo>
                  <a:pt x="324" y="307"/>
                </a:lnTo>
                <a:lnTo>
                  <a:pt x="325" y="306"/>
                </a:lnTo>
                <a:lnTo>
                  <a:pt x="326" y="306"/>
                </a:lnTo>
                <a:lnTo>
                  <a:pt x="328" y="306"/>
                </a:lnTo>
                <a:lnTo>
                  <a:pt x="330" y="306"/>
                </a:lnTo>
                <a:lnTo>
                  <a:pt x="331" y="306"/>
                </a:lnTo>
                <a:lnTo>
                  <a:pt x="332" y="305"/>
                </a:lnTo>
                <a:lnTo>
                  <a:pt x="332" y="304"/>
                </a:lnTo>
                <a:lnTo>
                  <a:pt x="333" y="304"/>
                </a:lnTo>
                <a:lnTo>
                  <a:pt x="334" y="304"/>
                </a:lnTo>
                <a:lnTo>
                  <a:pt x="335" y="305"/>
                </a:lnTo>
                <a:lnTo>
                  <a:pt x="336" y="305"/>
                </a:lnTo>
                <a:lnTo>
                  <a:pt x="337" y="305"/>
                </a:lnTo>
                <a:lnTo>
                  <a:pt x="337" y="304"/>
                </a:lnTo>
                <a:lnTo>
                  <a:pt x="339" y="304"/>
                </a:lnTo>
                <a:lnTo>
                  <a:pt x="341" y="304"/>
                </a:lnTo>
                <a:lnTo>
                  <a:pt x="342" y="304"/>
                </a:lnTo>
                <a:lnTo>
                  <a:pt x="342" y="305"/>
                </a:lnTo>
                <a:lnTo>
                  <a:pt x="343" y="305"/>
                </a:lnTo>
                <a:lnTo>
                  <a:pt x="345" y="305"/>
                </a:lnTo>
                <a:lnTo>
                  <a:pt x="346" y="306"/>
                </a:lnTo>
                <a:lnTo>
                  <a:pt x="347" y="307"/>
                </a:lnTo>
                <a:lnTo>
                  <a:pt x="348" y="308"/>
                </a:lnTo>
                <a:lnTo>
                  <a:pt x="350" y="308"/>
                </a:lnTo>
                <a:lnTo>
                  <a:pt x="350" y="309"/>
                </a:lnTo>
                <a:lnTo>
                  <a:pt x="351" y="310"/>
                </a:lnTo>
                <a:lnTo>
                  <a:pt x="351" y="311"/>
                </a:lnTo>
                <a:lnTo>
                  <a:pt x="351" y="312"/>
                </a:lnTo>
                <a:lnTo>
                  <a:pt x="351" y="313"/>
                </a:lnTo>
                <a:lnTo>
                  <a:pt x="352" y="313"/>
                </a:lnTo>
                <a:lnTo>
                  <a:pt x="352" y="314"/>
                </a:lnTo>
                <a:lnTo>
                  <a:pt x="353" y="315"/>
                </a:lnTo>
                <a:lnTo>
                  <a:pt x="354" y="315"/>
                </a:lnTo>
                <a:lnTo>
                  <a:pt x="356" y="315"/>
                </a:lnTo>
                <a:lnTo>
                  <a:pt x="357" y="315"/>
                </a:lnTo>
                <a:lnTo>
                  <a:pt x="358" y="315"/>
                </a:lnTo>
                <a:lnTo>
                  <a:pt x="359" y="315"/>
                </a:lnTo>
                <a:lnTo>
                  <a:pt x="360" y="315"/>
                </a:lnTo>
                <a:lnTo>
                  <a:pt x="362" y="316"/>
                </a:lnTo>
                <a:lnTo>
                  <a:pt x="362" y="318"/>
                </a:lnTo>
                <a:lnTo>
                  <a:pt x="362" y="319"/>
                </a:lnTo>
                <a:lnTo>
                  <a:pt x="363" y="321"/>
                </a:lnTo>
                <a:lnTo>
                  <a:pt x="364" y="321"/>
                </a:lnTo>
                <a:lnTo>
                  <a:pt x="365" y="322"/>
                </a:lnTo>
                <a:lnTo>
                  <a:pt x="365" y="323"/>
                </a:lnTo>
                <a:lnTo>
                  <a:pt x="365" y="324"/>
                </a:lnTo>
                <a:lnTo>
                  <a:pt x="366" y="326"/>
                </a:lnTo>
                <a:lnTo>
                  <a:pt x="367" y="327"/>
                </a:lnTo>
                <a:lnTo>
                  <a:pt x="368" y="328"/>
                </a:lnTo>
                <a:lnTo>
                  <a:pt x="369" y="328"/>
                </a:lnTo>
                <a:lnTo>
                  <a:pt x="369" y="327"/>
                </a:lnTo>
                <a:lnTo>
                  <a:pt x="370" y="327"/>
                </a:lnTo>
                <a:lnTo>
                  <a:pt x="370" y="326"/>
                </a:lnTo>
                <a:lnTo>
                  <a:pt x="370" y="325"/>
                </a:lnTo>
                <a:lnTo>
                  <a:pt x="371" y="324"/>
                </a:lnTo>
                <a:lnTo>
                  <a:pt x="372" y="323"/>
                </a:lnTo>
                <a:lnTo>
                  <a:pt x="373" y="322"/>
                </a:lnTo>
                <a:lnTo>
                  <a:pt x="374" y="322"/>
                </a:lnTo>
                <a:lnTo>
                  <a:pt x="375" y="323"/>
                </a:lnTo>
                <a:lnTo>
                  <a:pt x="376" y="323"/>
                </a:lnTo>
                <a:lnTo>
                  <a:pt x="377" y="324"/>
                </a:lnTo>
                <a:lnTo>
                  <a:pt x="379" y="324"/>
                </a:lnTo>
                <a:lnTo>
                  <a:pt x="382" y="323"/>
                </a:lnTo>
                <a:lnTo>
                  <a:pt x="383" y="323"/>
                </a:lnTo>
                <a:lnTo>
                  <a:pt x="383" y="322"/>
                </a:lnTo>
                <a:lnTo>
                  <a:pt x="383" y="321"/>
                </a:lnTo>
                <a:lnTo>
                  <a:pt x="383" y="319"/>
                </a:lnTo>
                <a:lnTo>
                  <a:pt x="383" y="318"/>
                </a:lnTo>
                <a:lnTo>
                  <a:pt x="385" y="317"/>
                </a:lnTo>
                <a:lnTo>
                  <a:pt x="386" y="317"/>
                </a:lnTo>
                <a:lnTo>
                  <a:pt x="388" y="316"/>
                </a:lnTo>
                <a:lnTo>
                  <a:pt x="390" y="316"/>
                </a:lnTo>
                <a:lnTo>
                  <a:pt x="391" y="315"/>
                </a:lnTo>
                <a:lnTo>
                  <a:pt x="392" y="316"/>
                </a:lnTo>
                <a:lnTo>
                  <a:pt x="393" y="315"/>
                </a:lnTo>
                <a:lnTo>
                  <a:pt x="394" y="315"/>
                </a:lnTo>
                <a:lnTo>
                  <a:pt x="395" y="315"/>
                </a:lnTo>
                <a:lnTo>
                  <a:pt x="396" y="316"/>
                </a:lnTo>
                <a:lnTo>
                  <a:pt x="397" y="316"/>
                </a:lnTo>
                <a:lnTo>
                  <a:pt x="398" y="316"/>
                </a:lnTo>
                <a:lnTo>
                  <a:pt x="399" y="316"/>
                </a:lnTo>
                <a:lnTo>
                  <a:pt x="400" y="317"/>
                </a:lnTo>
                <a:lnTo>
                  <a:pt x="401" y="317"/>
                </a:lnTo>
                <a:lnTo>
                  <a:pt x="403" y="317"/>
                </a:lnTo>
                <a:lnTo>
                  <a:pt x="404" y="317"/>
                </a:lnTo>
                <a:lnTo>
                  <a:pt x="405" y="318"/>
                </a:lnTo>
                <a:lnTo>
                  <a:pt x="406" y="317"/>
                </a:lnTo>
                <a:lnTo>
                  <a:pt x="408" y="315"/>
                </a:lnTo>
                <a:lnTo>
                  <a:pt x="409" y="313"/>
                </a:lnTo>
                <a:lnTo>
                  <a:pt x="410" y="313"/>
                </a:lnTo>
                <a:lnTo>
                  <a:pt x="409" y="312"/>
                </a:lnTo>
                <a:lnTo>
                  <a:pt x="410" y="312"/>
                </a:lnTo>
                <a:lnTo>
                  <a:pt x="411" y="311"/>
                </a:lnTo>
                <a:lnTo>
                  <a:pt x="412" y="311"/>
                </a:lnTo>
                <a:lnTo>
                  <a:pt x="413" y="311"/>
                </a:lnTo>
                <a:lnTo>
                  <a:pt x="414" y="311"/>
                </a:lnTo>
                <a:lnTo>
                  <a:pt x="416" y="309"/>
                </a:lnTo>
                <a:lnTo>
                  <a:pt x="417" y="309"/>
                </a:lnTo>
                <a:lnTo>
                  <a:pt x="418" y="309"/>
                </a:lnTo>
                <a:lnTo>
                  <a:pt x="419" y="309"/>
                </a:lnTo>
                <a:lnTo>
                  <a:pt x="420" y="309"/>
                </a:lnTo>
                <a:lnTo>
                  <a:pt x="420" y="312"/>
                </a:lnTo>
                <a:lnTo>
                  <a:pt x="421" y="313"/>
                </a:lnTo>
                <a:lnTo>
                  <a:pt x="422" y="313"/>
                </a:lnTo>
                <a:lnTo>
                  <a:pt x="423" y="312"/>
                </a:lnTo>
                <a:lnTo>
                  <a:pt x="424" y="312"/>
                </a:lnTo>
                <a:lnTo>
                  <a:pt x="428" y="310"/>
                </a:lnTo>
                <a:lnTo>
                  <a:pt x="429" y="309"/>
                </a:lnTo>
                <a:lnTo>
                  <a:pt x="431" y="308"/>
                </a:lnTo>
                <a:lnTo>
                  <a:pt x="433" y="309"/>
                </a:lnTo>
                <a:lnTo>
                  <a:pt x="434" y="309"/>
                </a:lnTo>
                <a:lnTo>
                  <a:pt x="435" y="309"/>
                </a:lnTo>
                <a:lnTo>
                  <a:pt x="436" y="309"/>
                </a:lnTo>
                <a:lnTo>
                  <a:pt x="437" y="309"/>
                </a:lnTo>
                <a:lnTo>
                  <a:pt x="438" y="309"/>
                </a:lnTo>
                <a:lnTo>
                  <a:pt x="439" y="308"/>
                </a:lnTo>
                <a:lnTo>
                  <a:pt x="440" y="308"/>
                </a:lnTo>
                <a:lnTo>
                  <a:pt x="440" y="307"/>
                </a:lnTo>
                <a:lnTo>
                  <a:pt x="443" y="306"/>
                </a:lnTo>
                <a:lnTo>
                  <a:pt x="444" y="306"/>
                </a:lnTo>
                <a:lnTo>
                  <a:pt x="444" y="305"/>
                </a:lnTo>
                <a:lnTo>
                  <a:pt x="444" y="304"/>
                </a:lnTo>
                <a:lnTo>
                  <a:pt x="444" y="303"/>
                </a:lnTo>
                <a:lnTo>
                  <a:pt x="445" y="303"/>
                </a:lnTo>
                <a:lnTo>
                  <a:pt x="446" y="303"/>
                </a:lnTo>
                <a:lnTo>
                  <a:pt x="446" y="302"/>
                </a:lnTo>
                <a:lnTo>
                  <a:pt x="446" y="303"/>
                </a:lnTo>
                <a:lnTo>
                  <a:pt x="447" y="303"/>
                </a:lnTo>
                <a:lnTo>
                  <a:pt x="449" y="303"/>
                </a:lnTo>
                <a:lnTo>
                  <a:pt x="450" y="302"/>
                </a:lnTo>
                <a:lnTo>
                  <a:pt x="451" y="302"/>
                </a:lnTo>
                <a:lnTo>
                  <a:pt x="452" y="302"/>
                </a:lnTo>
                <a:lnTo>
                  <a:pt x="453" y="302"/>
                </a:lnTo>
                <a:lnTo>
                  <a:pt x="455" y="302"/>
                </a:lnTo>
                <a:lnTo>
                  <a:pt x="457" y="303"/>
                </a:lnTo>
                <a:lnTo>
                  <a:pt x="460" y="304"/>
                </a:lnTo>
                <a:lnTo>
                  <a:pt x="461" y="304"/>
                </a:lnTo>
                <a:lnTo>
                  <a:pt x="461" y="305"/>
                </a:lnTo>
                <a:lnTo>
                  <a:pt x="462" y="305"/>
                </a:lnTo>
                <a:lnTo>
                  <a:pt x="463" y="305"/>
                </a:lnTo>
                <a:lnTo>
                  <a:pt x="464" y="305"/>
                </a:lnTo>
                <a:lnTo>
                  <a:pt x="465" y="305"/>
                </a:lnTo>
                <a:lnTo>
                  <a:pt x="466" y="306"/>
                </a:lnTo>
                <a:lnTo>
                  <a:pt x="467" y="306"/>
                </a:lnTo>
                <a:lnTo>
                  <a:pt x="467" y="307"/>
                </a:lnTo>
                <a:lnTo>
                  <a:pt x="468" y="307"/>
                </a:lnTo>
                <a:lnTo>
                  <a:pt x="469" y="307"/>
                </a:lnTo>
                <a:lnTo>
                  <a:pt x="470" y="305"/>
                </a:lnTo>
                <a:lnTo>
                  <a:pt x="471" y="305"/>
                </a:lnTo>
                <a:lnTo>
                  <a:pt x="474" y="306"/>
                </a:lnTo>
                <a:lnTo>
                  <a:pt x="474" y="305"/>
                </a:lnTo>
                <a:lnTo>
                  <a:pt x="475" y="304"/>
                </a:lnTo>
                <a:lnTo>
                  <a:pt x="476" y="304"/>
                </a:lnTo>
                <a:lnTo>
                  <a:pt x="477" y="304"/>
                </a:lnTo>
                <a:lnTo>
                  <a:pt x="478" y="304"/>
                </a:lnTo>
                <a:lnTo>
                  <a:pt x="479" y="303"/>
                </a:lnTo>
                <a:lnTo>
                  <a:pt x="481" y="302"/>
                </a:lnTo>
                <a:lnTo>
                  <a:pt x="482" y="300"/>
                </a:lnTo>
                <a:lnTo>
                  <a:pt x="484" y="299"/>
                </a:lnTo>
                <a:lnTo>
                  <a:pt x="485" y="299"/>
                </a:lnTo>
                <a:lnTo>
                  <a:pt x="486" y="297"/>
                </a:lnTo>
                <a:lnTo>
                  <a:pt x="488" y="296"/>
                </a:lnTo>
                <a:lnTo>
                  <a:pt x="489" y="295"/>
                </a:lnTo>
                <a:lnTo>
                  <a:pt x="490" y="295"/>
                </a:lnTo>
                <a:lnTo>
                  <a:pt x="490" y="296"/>
                </a:lnTo>
                <a:lnTo>
                  <a:pt x="491" y="295"/>
                </a:lnTo>
                <a:lnTo>
                  <a:pt x="492" y="295"/>
                </a:lnTo>
                <a:lnTo>
                  <a:pt x="493" y="294"/>
                </a:lnTo>
                <a:lnTo>
                  <a:pt x="494" y="293"/>
                </a:lnTo>
                <a:lnTo>
                  <a:pt x="495" y="293"/>
                </a:lnTo>
                <a:lnTo>
                  <a:pt x="495" y="292"/>
                </a:lnTo>
                <a:lnTo>
                  <a:pt x="494" y="292"/>
                </a:lnTo>
                <a:lnTo>
                  <a:pt x="493" y="292"/>
                </a:lnTo>
                <a:lnTo>
                  <a:pt x="493" y="293"/>
                </a:lnTo>
                <a:lnTo>
                  <a:pt x="492" y="293"/>
                </a:lnTo>
                <a:lnTo>
                  <a:pt x="492" y="292"/>
                </a:lnTo>
                <a:lnTo>
                  <a:pt x="491" y="292"/>
                </a:lnTo>
                <a:lnTo>
                  <a:pt x="491" y="291"/>
                </a:lnTo>
                <a:lnTo>
                  <a:pt x="490" y="291"/>
                </a:lnTo>
                <a:lnTo>
                  <a:pt x="490" y="290"/>
                </a:lnTo>
                <a:lnTo>
                  <a:pt x="491" y="289"/>
                </a:lnTo>
                <a:lnTo>
                  <a:pt x="491" y="288"/>
                </a:lnTo>
                <a:lnTo>
                  <a:pt x="492" y="287"/>
                </a:lnTo>
                <a:lnTo>
                  <a:pt x="493" y="286"/>
                </a:lnTo>
                <a:lnTo>
                  <a:pt x="494" y="286"/>
                </a:lnTo>
                <a:lnTo>
                  <a:pt x="494" y="285"/>
                </a:lnTo>
                <a:lnTo>
                  <a:pt x="494" y="284"/>
                </a:lnTo>
                <a:lnTo>
                  <a:pt x="494" y="283"/>
                </a:lnTo>
                <a:lnTo>
                  <a:pt x="494" y="282"/>
                </a:lnTo>
                <a:lnTo>
                  <a:pt x="493" y="282"/>
                </a:lnTo>
                <a:lnTo>
                  <a:pt x="492" y="282"/>
                </a:lnTo>
                <a:lnTo>
                  <a:pt x="492" y="281"/>
                </a:lnTo>
                <a:lnTo>
                  <a:pt x="491" y="281"/>
                </a:lnTo>
                <a:lnTo>
                  <a:pt x="492" y="281"/>
                </a:lnTo>
                <a:lnTo>
                  <a:pt x="493" y="280"/>
                </a:lnTo>
                <a:lnTo>
                  <a:pt x="492" y="280"/>
                </a:lnTo>
                <a:lnTo>
                  <a:pt x="492" y="279"/>
                </a:lnTo>
                <a:lnTo>
                  <a:pt x="492" y="278"/>
                </a:lnTo>
                <a:lnTo>
                  <a:pt x="491" y="278"/>
                </a:lnTo>
                <a:lnTo>
                  <a:pt x="490" y="278"/>
                </a:lnTo>
                <a:lnTo>
                  <a:pt x="490" y="277"/>
                </a:lnTo>
                <a:lnTo>
                  <a:pt x="489" y="277"/>
                </a:lnTo>
                <a:lnTo>
                  <a:pt x="488" y="277"/>
                </a:lnTo>
                <a:lnTo>
                  <a:pt x="487" y="277"/>
                </a:lnTo>
                <a:lnTo>
                  <a:pt x="487" y="276"/>
                </a:lnTo>
                <a:lnTo>
                  <a:pt x="487" y="275"/>
                </a:lnTo>
                <a:lnTo>
                  <a:pt x="488" y="275"/>
                </a:lnTo>
                <a:lnTo>
                  <a:pt x="488" y="274"/>
                </a:lnTo>
                <a:lnTo>
                  <a:pt x="488" y="273"/>
                </a:lnTo>
                <a:lnTo>
                  <a:pt x="488" y="272"/>
                </a:lnTo>
                <a:lnTo>
                  <a:pt x="488" y="271"/>
                </a:lnTo>
                <a:lnTo>
                  <a:pt x="488" y="270"/>
                </a:lnTo>
                <a:lnTo>
                  <a:pt x="488" y="269"/>
                </a:lnTo>
                <a:lnTo>
                  <a:pt x="489" y="269"/>
                </a:lnTo>
                <a:lnTo>
                  <a:pt x="489" y="268"/>
                </a:lnTo>
                <a:lnTo>
                  <a:pt x="490" y="268"/>
                </a:lnTo>
                <a:lnTo>
                  <a:pt x="490" y="267"/>
                </a:lnTo>
                <a:lnTo>
                  <a:pt x="491" y="267"/>
                </a:lnTo>
                <a:lnTo>
                  <a:pt x="491" y="266"/>
                </a:lnTo>
                <a:lnTo>
                  <a:pt x="492" y="266"/>
                </a:lnTo>
                <a:lnTo>
                  <a:pt x="492" y="265"/>
                </a:lnTo>
                <a:lnTo>
                  <a:pt x="491" y="265"/>
                </a:lnTo>
                <a:lnTo>
                  <a:pt x="490" y="264"/>
                </a:lnTo>
                <a:lnTo>
                  <a:pt x="490" y="263"/>
                </a:lnTo>
                <a:lnTo>
                  <a:pt x="490" y="262"/>
                </a:lnTo>
                <a:lnTo>
                  <a:pt x="489" y="262"/>
                </a:lnTo>
                <a:lnTo>
                  <a:pt x="489" y="261"/>
                </a:lnTo>
                <a:lnTo>
                  <a:pt x="489" y="260"/>
                </a:lnTo>
                <a:lnTo>
                  <a:pt x="488" y="260"/>
                </a:lnTo>
                <a:lnTo>
                  <a:pt x="488" y="259"/>
                </a:lnTo>
                <a:lnTo>
                  <a:pt x="487" y="259"/>
                </a:lnTo>
                <a:lnTo>
                  <a:pt x="487" y="258"/>
                </a:lnTo>
                <a:lnTo>
                  <a:pt x="486" y="258"/>
                </a:lnTo>
                <a:lnTo>
                  <a:pt x="486" y="257"/>
                </a:lnTo>
                <a:lnTo>
                  <a:pt x="485" y="256"/>
                </a:lnTo>
                <a:lnTo>
                  <a:pt x="485" y="255"/>
                </a:lnTo>
                <a:lnTo>
                  <a:pt x="484" y="255"/>
                </a:lnTo>
                <a:lnTo>
                  <a:pt x="483" y="255"/>
                </a:lnTo>
                <a:lnTo>
                  <a:pt x="482" y="255"/>
                </a:lnTo>
                <a:lnTo>
                  <a:pt x="482" y="256"/>
                </a:lnTo>
                <a:lnTo>
                  <a:pt x="481" y="256"/>
                </a:lnTo>
                <a:lnTo>
                  <a:pt x="480" y="256"/>
                </a:lnTo>
                <a:lnTo>
                  <a:pt x="480" y="255"/>
                </a:lnTo>
                <a:lnTo>
                  <a:pt x="479" y="255"/>
                </a:lnTo>
                <a:lnTo>
                  <a:pt x="478" y="255"/>
                </a:lnTo>
                <a:lnTo>
                  <a:pt x="477" y="255"/>
                </a:lnTo>
                <a:lnTo>
                  <a:pt x="477" y="254"/>
                </a:lnTo>
                <a:lnTo>
                  <a:pt x="476" y="254"/>
                </a:lnTo>
                <a:lnTo>
                  <a:pt x="476" y="253"/>
                </a:lnTo>
                <a:lnTo>
                  <a:pt x="476" y="252"/>
                </a:lnTo>
                <a:lnTo>
                  <a:pt x="476" y="251"/>
                </a:lnTo>
                <a:lnTo>
                  <a:pt x="477" y="250"/>
                </a:lnTo>
                <a:lnTo>
                  <a:pt x="478" y="248"/>
                </a:lnTo>
                <a:lnTo>
                  <a:pt x="478" y="247"/>
                </a:lnTo>
                <a:lnTo>
                  <a:pt x="478" y="246"/>
                </a:lnTo>
                <a:lnTo>
                  <a:pt x="479" y="246"/>
                </a:lnTo>
                <a:lnTo>
                  <a:pt x="480" y="246"/>
                </a:lnTo>
                <a:lnTo>
                  <a:pt x="480" y="245"/>
                </a:lnTo>
                <a:lnTo>
                  <a:pt x="480" y="244"/>
                </a:lnTo>
                <a:lnTo>
                  <a:pt x="480" y="242"/>
                </a:lnTo>
                <a:lnTo>
                  <a:pt x="480" y="241"/>
                </a:lnTo>
                <a:lnTo>
                  <a:pt x="479" y="240"/>
                </a:lnTo>
                <a:lnTo>
                  <a:pt x="478" y="238"/>
                </a:lnTo>
                <a:lnTo>
                  <a:pt x="478" y="237"/>
                </a:lnTo>
                <a:lnTo>
                  <a:pt x="477" y="237"/>
                </a:lnTo>
                <a:lnTo>
                  <a:pt x="477" y="236"/>
                </a:lnTo>
                <a:lnTo>
                  <a:pt x="476" y="236"/>
                </a:lnTo>
                <a:lnTo>
                  <a:pt x="475" y="236"/>
                </a:lnTo>
                <a:lnTo>
                  <a:pt x="474" y="236"/>
                </a:lnTo>
                <a:lnTo>
                  <a:pt x="474" y="235"/>
                </a:lnTo>
                <a:lnTo>
                  <a:pt x="473" y="235"/>
                </a:lnTo>
                <a:lnTo>
                  <a:pt x="473" y="234"/>
                </a:lnTo>
                <a:lnTo>
                  <a:pt x="473" y="232"/>
                </a:lnTo>
                <a:lnTo>
                  <a:pt x="472" y="232"/>
                </a:lnTo>
                <a:lnTo>
                  <a:pt x="471" y="232"/>
                </a:lnTo>
                <a:lnTo>
                  <a:pt x="471" y="231"/>
                </a:lnTo>
                <a:lnTo>
                  <a:pt x="470" y="231"/>
                </a:lnTo>
                <a:lnTo>
                  <a:pt x="470" y="230"/>
                </a:lnTo>
                <a:lnTo>
                  <a:pt x="470" y="229"/>
                </a:lnTo>
                <a:lnTo>
                  <a:pt x="470" y="228"/>
                </a:lnTo>
                <a:lnTo>
                  <a:pt x="469" y="228"/>
                </a:lnTo>
                <a:lnTo>
                  <a:pt x="468" y="228"/>
                </a:lnTo>
                <a:lnTo>
                  <a:pt x="467" y="228"/>
                </a:lnTo>
                <a:lnTo>
                  <a:pt x="466" y="227"/>
                </a:lnTo>
                <a:lnTo>
                  <a:pt x="465" y="226"/>
                </a:lnTo>
                <a:lnTo>
                  <a:pt x="464" y="226"/>
                </a:lnTo>
                <a:lnTo>
                  <a:pt x="463" y="225"/>
                </a:lnTo>
                <a:lnTo>
                  <a:pt x="461" y="224"/>
                </a:lnTo>
                <a:lnTo>
                  <a:pt x="459" y="223"/>
                </a:lnTo>
                <a:lnTo>
                  <a:pt x="458" y="222"/>
                </a:lnTo>
                <a:lnTo>
                  <a:pt x="457" y="223"/>
                </a:lnTo>
                <a:lnTo>
                  <a:pt x="457" y="222"/>
                </a:lnTo>
                <a:lnTo>
                  <a:pt x="456" y="222"/>
                </a:lnTo>
                <a:lnTo>
                  <a:pt x="455" y="222"/>
                </a:lnTo>
                <a:lnTo>
                  <a:pt x="454" y="222"/>
                </a:lnTo>
                <a:lnTo>
                  <a:pt x="453" y="222"/>
                </a:lnTo>
                <a:lnTo>
                  <a:pt x="452" y="222"/>
                </a:lnTo>
                <a:lnTo>
                  <a:pt x="451" y="222"/>
                </a:lnTo>
                <a:lnTo>
                  <a:pt x="450" y="222"/>
                </a:lnTo>
                <a:lnTo>
                  <a:pt x="449" y="223"/>
                </a:lnTo>
                <a:lnTo>
                  <a:pt x="448" y="223"/>
                </a:lnTo>
                <a:lnTo>
                  <a:pt x="446" y="225"/>
                </a:lnTo>
                <a:lnTo>
                  <a:pt x="444" y="226"/>
                </a:lnTo>
                <a:lnTo>
                  <a:pt x="443" y="227"/>
                </a:lnTo>
                <a:lnTo>
                  <a:pt x="440" y="228"/>
                </a:lnTo>
                <a:lnTo>
                  <a:pt x="439" y="228"/>
                </a:lnTo>
                <a:lnTo>
                  <a:pt x="439" y="229"/>
                </a:lnTo>
                <a:lnTo>
                  <a:pt x="438" y="229"/>
                </a:lnTo>
                <a:lnTo>
                  <a:pt x="437" y="229"/>
                </a:lnTo>
                <a:lnTo>
                  <a:pt x="437" y="230"/>
                </a:lnTo>
                <a:lnTo>
                  <a:pt x="437" y="231"/>
                </a:lnTo>
                <a:lnTo>
                  <a:pt x="438" y="231"/>
                </a:lnTo>
                <a:lnTo>
                  <a:pt x="438" y="232"/>
                </a:lnTo>
                <a:lnTo>
                  <a:pt x="439" y="232"/>
                </a:lnTo>
                <a:lnTo>
                  <a:pt x="439" y="233"/>
                </a:lnTo>
                <a:lnTo>
                  <a:pt x="439" y="234"/>
                </a:lnTo>
                <a:lnTo>
                  <a:pt x="438" y="234"/>
                </a:lnTo>
                <a:lnTo>
                  <a:pt x="437" y="234"/>
                </a:lnTo>
                <a:lnTo>
                  <a:pt x="436" y="234"/>
                </a:lnTo>
                <a:lnTo>
                  <a:pt x="436" y="233"/>
                </a:lnTo>
                <a:lnTo>
                  <a:pt x="436" y="232"/>
                </a:lnTo>
                <a:lnTo>
                  <a:pt x="435" y="232"/>
                </a:lnTo>
                <a:lnTo>
                  <a:pt x="435" y="231"/>
                </a:lnTo>
                <a:lnTo>
                  <a:pt x="434" y="231"/>
                </a:lnTo>
                <a:lnTo>
                  <a:pt x="433" y="232"/>
                </a:lnTo>
                <a:lnTo>
                  <a:pt x="432" y="232"/>
                </a:lnTo>
                <a:lnTo>
                  <a:pt x="431" y="232"/>
                </a:lnTo>
                <a:lnTo>
                  <a:pt x="430" y="232"/>
                </a:lnTo>
                <a:lnTo>
                  <a:pt x="430" y="234"/>
                </a:lnTo>
                <a:lnTo>
                  <a:pt x="429" y="234"/>
                </a:lnTo>
                <a:lnTo>
                  <a:pt x="428" y="233"/>
                </a:lnTo>
                <a:lnTo>
                  <a:pt x="428" y="232"/>
                </a:lnTo>
                <a:lnTo>
                  <a:pt x="427" y="231"/>
                </a:lnTo>
                <a:lnTo>
                  <a:pt x="427" y="230"/>
                </a:lnTo>
                <a:lnTo>
                  <a:pt x="427" y="229"/>
                </a:lnTo>
                <a:lnTo>
                  <a:pt x="426" y="228"/>
                </a:lnTo>
                <a:lnTo>
                  <a:pt x="425" y="228"/>
                </a:lnTo>
                <a:lnTo>
                  <a:pt x="424" y="227"/>
                </a:lnTo>
                <a:lnTo>
                  <a:pt x="422" y="226"/>
                </a:lnTo>
                <a:lnTo>
                  <a:pt x="421" y="227"/>
                </a:lnTo>
                <a:lnTo>
                  <a:pt x="421" y="228"/>
                </a:lnTo>
                <a:lnTo>
                  <a:pt x="422" y="228"/>
                </a:lnTo>
                <a:lnTo>
                  <a:pt x="421" y="229"/>
                </a:lnTo>
                <a:lnTo>
                  <a:pt x="420" y="229"/>
                </a:lnTo>
                <a:lnTo>
                  <a:pt x="419" y="228"/>
                </a:lnTo>
                <a:lnTo>
                  <a:pt x="418" y="228"/>
                </a:lnTo>
                <a:lnTo>
                  <a:pt x="417" y="228"/>
                </a:lnTo>
                <a:lnTo>
                  <a:pt x="416" y="229"/>
                </a:lnTo>
                <a:lnTo>
                  <a:pt x="415" y="230"/>
                </a:lnTo>
                <a:lnTo>
                  <a:pt x="415" y="231"/>
                </a:lnTo>
                <a:lnTo>
                  <a:pt x="414" y="231"/>
                </a:lnTo>
                <a:lnTo>
                  <a:pt x="414" y="232"/>
                </a:lnTo>
                <a:lnTo>
                  <a:pt x="413" y="232"/>
                </a:lnTo>
                <a:lnTo>
                  <a:pt x="411" y="231"/>
                </a:lnTo>
                <a:lnTo>
                  <a:pt x="410" y="231"/>
                </a:lnTo>
                <a:lnTo>
                  <a:pt x="410" y="230"/>
                </a:lnTo>
                <a:lnTo>
                  <a:pt x="410" y="229"/>
                </a:lnTo>
                <a:lnTo>
                  <a:pt x="410" y="228"/>
                </a:lnTo>
                <a:lnTo>
                  <a:pt x="411" y="228"/>
                </a:lnTo>
                <a:lnTo>
                  <a:pt x="410" y="227"/>
                </a:lnTo>
                <a:lnTo>
                  <a:pt x="409" y="226"/>
                </a:lnTo>
                <a:lnTo>
                  <a:pt x="408" y="225"/>
                </a:lnTo>
                <a:lnTo>
                  <a:pt x="407" y="224"/>
                </a:lnTo>
                <a:lnTo>
                  <a:pt x="407" y="222"/>
                </a:lnTo>
                <a:lnTo>
                  <a:pt x="407" y="221"/>
                </a:lnTo>
                <a:lnTo>
                  <a:pt x="408" y="221"/>
                </a:lnTo>
                <a:lnTo>
                  <a:pt x="408" y="220"/>
                </a:lnTo>
                <a:lnTo>
                  <a:pt x="408" y="219"/>
                </a:lnTo>
                <a:lnTo>
                  <a:pt x="409" y="217"/>
                </a:lnTo>
                <a:lnTo>
                  <a:pt x="409" y="216"/>
                </a:lnTo>
                <a:lnTo>
                  <a:pt x="409" y="215"/>
                </a:lnTo>
                <a:lnTo>
                  <a:pt x="409" y="214"/>
                </a:lnTo>
                <a:lnTo>
                  <a:pt x="410" y="214"/>
                </a:lnTo>
                <a:lnTo>
                  <a:pt x="411" y="214"/>
                </a:lnTo>
                <a:lnTo>
                  <a:pt x="411" y="213"/>
                </a:lnTo>
                <a:lnTo>
                  <a:pt x="411" y="212"/>
                </a:lnTo>
                <a:lnTo>
                  <a:pt x="411" y="211"/>
                </a:lnTo>
                <a:lnTo>
                  <a:pt x="412" y="209"/>
                </a:lnTo>
                <a:lnTo>
                  <a:pt x="412" y="208"/>
                </a:lnTo>
                <a:lnTo>
                  <a:pt x="413" y="208"/>
                </a:lnTo>
                <a:lnTo>
                  <a:pt x="412" y="207"/>
                </a:lnTo>
                <a:lnTo>
                  <a:pt x="411" y="207"/>
                </a:lnTo>
                <a:lnTo>
                  <a:pt x="411" y="206"/>
                </a:lnTo>
                <a:lnTo>
                  <a:pt x="410" y="206"/>
                </a:lnTo>
                <a:lnTo>
                  <a:pt x="410" y="205"/>
                </a:lnTo>
                <a:lnTo>
                  <a:pt x="409" y="205"/>
                </a:lnTo>
                <a:lnTo>
                  <a:pt x="409" y="204"/>
                </a:lnTo>
                <a:lnTo>
                  <a:pt x="410" y="204"/>
                </a:lnTo>
                <a:lnTo>
                  <a:pt x="409" y="204"/>
                </a:lnTo>
                <a:lnTo>
                  <a:pt x="408" y="205"/>
                </a:lnTo>
                <a:lnTo>
                  <a:pt x="407" y="205"/>
                </a:lnTo>
                <a:lnTo>
                  <a:pt x="406" y="205"/>
                </a:lnTo>
                <a:lnTo>
                  <a:pt x="406" y="204"/>
                </a:lnTo>
                <a:lnTo>
                  <a:pt x="405" y="204"/>
                </a:lnTo>
                <a:lnTo>
                  <a:pt x="405" y="203"/>
                </a:lnTo>
                <a:lnTo>
                  <a:pt x="404" y="203"/>
                </a:lnTo>
                <a:lnTo>
                  <a:pt x="404" y="202"/>
                </a:lnTo>
                <a:lnTo>
                  <a:pt x="402" y="199"/>
                </a:lnTo>
                <a:lnTo>
                  <a:pt x="402" y="197"/>
                </a:lnTo>
                <a:lnTo>
                  <a:pt x="401" y="195"/>
                </a:lnTo>
                <a:lnTo>
                  <a:pt x="401" y="194"/>
                </a:lnTo>
                <a:lnTo>
                  <a:pt x="400" y="193"/>
                </a:lnTo>
                <a:lnTo>
                  <a:pt x="399" y="193"/>
                </a:lnTo>
                <a:lnTo>
                  <a:pt x="397" y="193"/>
                </a:lnTo>
                <a:lnTo>
                  <a:pt x="396" y="193"/>
                </a:lnTo>
                <a:lnTo>
                  <a:pt x="396" y="192"/>
                </a:lnTo>
                <a:lnTo>
                  <a:pt x="396" y="191"/>
                </a:lnTo>
                <a:lnTo>
                  <a:pt x="395" y="191"/>
                </a:lnTo>
                <a:lnTo>
                  <a:pt x="395" y="190"/>
                </a:lnTo>
                <a:lnTo>
                  <a:pt x="395" y="189"/>
                </a:lnTo>
                <a:lnTo>
                  <a:pt x="394" y="188"/>
                </a:lnTo>
                <a:lnTo>
                  <a:pt x="394" y="187"/>
                </a:lnTo>
                <a:lnTo>
                  <a:pt x="393" y="187"/>
                </a:lnTo>
                <a:lnTo>
                  <a:pt x="392" y="187"/>
                </a:lnTo>
                <a:lnTo>
                  <a:pt x="391" y="188"/>
                </a:lnTo>
                <a:lnTo>
                  <a:pt x="391" y="189"/>
                </a:lnTo>
                <a:lnTo>
                  <a:pt x="391" y="190"/>
                </a:lnTo>
                <a:lnTo>
                  <a:pt x="391" y="191"/>
                </a:lnTo>
                <a:lnTo>
                  <a:pt x="392" y="192"/>
                </a:lnTo>
                <a:lnTo>
                  <a:pt x="393" y="192"/>
                </a:lnTo>
                <a:lnTo>
                  <a:pt x="392" y="193"/>
                </a:lnTo>
                <a:lnTo>
                  <a:pt x="389" y="193"/>
                </a:lnTo>
                <a:lnTo>
                  <a:pt x="388" y="193"/>
                </a:lnTo>
                <a:lnTo>
                  <a:pt x="385" y="194"/>
                </a:lnTo>
                <a:lnTo>
                  <a:pt x="385" y="195"/>
                </a:lnTo>
                <a:lnTo>
                  <a:pt x="385" y="197"/>
                </a:lnTo>
                <a:lnTo>
                  <a:pt x="385" y="199"/>
                </a:lnTo>
                <a:lnTo>
                  <a:pt x="385" y="200"/>
                </a:lnTo>
                <a:lnTo>
                  <a:pt x="385" y="201"/>
                </a:lnTo>
                <a:lnTo>
                  <a:pt x="384" y="201"/>
                </a:lnTo>
                <a:lnTo>
                  <a:pt x="382" y="200"/>
                </a:lnTo>
                <a:lnTo>
                  <a:pt x="379" y="199"/>
                </a:lnTo>
                <a:lnTo>
                  <a:pt x="377" y="199"/>
                </a:lnTo>
                <a:lnTo>
                  <a:pt x="376" y="198"/>
                </a:lnTo>
                <a:lnTo>
                  <a:pt x="376" y="197"/>
                </a:lnTo>
                <a:lnTo>
                  <a:pt x="375" y="196"/>
                </a:lnTo>
                <a:lnTo>
                  <a:pt x="374" y="195"/>
                </a:lnTo>
                <a:lnTo>
                  <a:pt x="374" y="194"/>
                </a:lnTo>
                <a:lnTo>
                  <a:pt x="373" y="193"/>
                </a:lnTo>
                <a:lnTo>
                  <a:pt x="373" y="192"/>
                </a:lnTo>
                <a:lnTo>
                  <a:pt x="372" y="192"/>
                </a:lnTo>
                <a:lnTo>
                  <a:pt x="371" y="193"/>
                </a:lnTo>
                <a:lnTo>
                  <a:pt x="371" y="192"/>
                </a:lnTo>
                <a:lnTo>
                  <a:pt x="370" y="192"/>
                </a:lnTo>
                <a:lnTo>
                  <a:pt x="370" y="191"/>
                </a:lnTo>
                <a:lnTo>
                  <a:pt x="369" y="191"/>
                </a:lnTo>
                <a:lnTo>
                  <a:pt x="369" y="192"/>
                </a:lnTo>
                <a:lnTo>
                  <a:pt x="369" y="193"/>
                </a:lnTo>
                <a:lnTo>
                  <a:pt x="369" y="194"/>
                </a:lnTo>
                <a:lnTo>
                  <a:pt x="368" y="193"/>
                </a:lnTo>
                <a:lnTo>
                  <a:pt x="368" y="192"/>
                </a:lnTo>
                <a:lnTo>
                  <a:pt x="367" y="190"/>
                </a:lnTo>
                <a:lnTo>
                  <a:pt x="368" y="190"/>
                </a:lnTo>
                <a:lnTo>
                  <a:pt x="368" y="189"/>
                </a:lnTo>
                <a:lnTo>
                  <a:pt x="369" y="187"/>
                </a:lnTo>
                <a:lnTo>
                  <a:pt x="369" y="186"/>
                </a:lnTo>
                <a:lnTo>
                  <a:pt x="370" y="186"/>
                </a:lnTo>
                <a:lnTo>
                  <a:pt x="370" y="184"/>
                </a:lnTo>
                <a:lnTo>
                  <a:pt x="370" y="183"/>
                </a:lnTo>
                <a:lnTo>
                  <a:pt x="370" y="182"/>
                </a:lnTo>
                <a:lnTo>
                  <a:pt x="370" y="180"/>
                </a:lnTo>
                <a:lnTo>
                  <a:pt x="370" y="179"/>
                </a:lnTo>
                <a:lnTo>
                  <a:pt x="370" y="178"/>
                </a:lnTo>
                <a:lnTo>
                  <a:pt x="370" y="177"/>
                </a:lnTo>
                <a:lnTo>
                  <a:pt x="369" y="176"/>
                </a:lnTo>
                <a:lnTo>
                  <a:pt x="368" y="175"/>
                </a:lnTo>
                <a:lnTo>
                  <a:pt x="368" y="174"/>
                </a:lnTo>
                <a:lnTo>
                  <a:pt x="368" y="173"/>
                </a:lnTo>
                <a:lnTo>
                  <a:pt x="369" y="173"/>
                </a:lnTo>
                <a:lnTo>
                  <a:pt x="369" y="172"/>
                </a:lnTo>
                <a:lnTo>
                  <a:pt x="369" y="170"/>
                </a:lnTo>
                <a:lnTo>
                  <a:pt x="369" y="169"/>
                </a:lnTo>
                <a:lnTo>
                  <a:pt x="368" y="168"/>
                </a:lnTo>
                <a:lnTo>
                  <a:pt x="367" y="167"/>
                </a:lnTo>
                <a:lnTo>
                  <a:pt x="366" y="168"/>
                </a:lnTo>
                <a:lnTo>
                  <a:pt x="364" y="167"/>
                </a:lnTo>
                <a:lnTo>
                  <a:pt x="363" y="166"/>
                </a:lnTo>
                <a:lnTo>
                  <a:pt x="362" y="166"/>
                </a:lnTo>
                <a:lnTo>
                  <a:pt x="362" y="165"/>
                </a:lnTo>
                <a:lnTo>
                  <a:pt x="362" y="164"/>
                </a:lnTo>
                <a:lnTo>
                  <a:pt x="362" y="163"/>
                </a:lnTo>
                <a:lnTo>
                  <a:pt x="363" y="163"/>
                </a:lnTo>
                <a:lnTo>
                  <a:pt x="363" y="162"/>
                </a:lnTo>
                <a:lnTo>
                  <a:pt x="364" y="162"/>
                </a:lnTo>
                <a:lnTo>
                  <a:pt x="364" y="161"/>
                </a:lnTo>
                <a:lnTo>
                  <a:pt x="363" y="160"/>
                </a:lnTo>
                <a:lnTo>
                  <a:pt x="362" y="159"/>
                </a:lnTo>
                <a:lnTo>
                  <a:pt x="362" y="158"/>
                </a:lnTo>
                <a:lnTo>
                  <a:pt x="363" y="157"/>
                </a:lnTo>
                <a:lnTo>
                  <a:pt x="364" y="157"/>
                </a:lnTo>
                <a:lnTo>
                  <a:pt x="365" y="156"/>
                </a:lnTo>
                <a:lnTo>
                  <a:pt x="365" y="155"/>
                </a:lnTo>
                <a:lnTo>
                  <a:pt x="365" y="153"/>
                </a:lnTo>
                <a:lnTo>
                  <a:pt x="365" y="152"/>
                </a:lnTo>
                <a:lnTo>
                  <a:pt x="365" y="151"/>
                </a:lnTo>
                <a:lnTo>
                  <a:pt x="365" y="150"/>
                </a:lnTo>
                <a:lnTo>
                  <a:pt x="366" y="150"/>
                </a:lnTo>
                <a:lnTo>
                  <a:pt x="368" y="150"/>
                </a:lnTo>
                <a:lnTo>
                  <a:pt x="369" y="150"/>
                </a:lnTo>
                <a:lnTo>
                  <a:pt x="369" y="149"/>
                </a:lnTo>
                <a:lnTo>
                  <a:pt x="370" y="149"/>
                </a:lnTo>
                <a:lnTo>
                  <a:pt x="371" y="149"/>
                </a:lnTo>
                <a:lnTo>
                  <a:pt x="372" y="149"/>
                </a:lnTo>
                <a:lnTo>
                  <a:pt x="373" y="148"/>
                </a:lnTo>
                <a:lnTo>
                  <a:pt x="372" y="147"/>
                </a:lnTo>
                <a:lnTo>
                  <a:pt x="373" y="147"/>
                </a:lnTo>
                <a:lnTo>
                  <a:pt x="373" y="146"/>
                </a:lnTo>
                <a:lnTo>
                  <a:pt x="374" y="146"/>
                </a:lnTo>
                <a:lnTo>
                  <a:pt x="375" y="147"/>
                </a:lnTo>
                <a:lnTo>
                  <a:pt x="375" y="146"/>
                </a:lnTo>
                <a:lnTo>
                  <a:pt x="375" y="145"/>
                </a:lnTo>
                <a:lnTo>
                  <a:pt x="375" y="144"/>
                </a:lnTo>
                <a:lnTo>
                  <a:pt x="375" y="143"/>
                </a:lnTo>
                <a:lnTo>
                  <a:pt x="375" y="142"/>
                </a:lnTo>
                <a:lnTo>
                  <a:pt x="375" y="141"/>
                </a:lnTo>
                <a:lnTo>
                  <a:pt x="376" y="141"/>
                </a:lnTo>
                <a:lnTo>
                  <a:pt x="376" y="140"/>
                </a:lnTo>
                <a:lnTo>
                  <a:pt x="377" y="140"/>
                </a:lnTo>
                <a:lnTo>
                  <a:pt x="377" y="139"/>
                </a:lnTo>
                <a:lnTo>
                  <a:pt x="376" y="139"/>
                </a:lnTo>
                <a:lnTo>
                  <a:pt x="376" y="138"/>
                </a:lnTo>
                <a:lnTo>
                  <a:pt x="377" y="137"/>
                </a:lnTo>
                <a:lnTo>
                  <a:pt x="377" y="136"/>
                </a:lnTo>
                <a:lnTo>
                  <a:pt x="377" y="135"/>
                </a:lnTo>
                <a:lnTo>
                  <a:pt x="378" y="135"/>
                </a:lnTo>
                <a:lnTo>
                  <a:pt x="379" y="135"/>
                </a:lnTo>
                <a:lnTo>
                  <a:pt x="379" y="136"/>
                </a:lnTo>
                <a:lnTo>
                  <a:pt x="380" y="136"/>
                </a:lnTo>
                <a:lnTo>
                  <a:pt x="381" y="136"/>
                </a:lnTo>
                <a:lnTo>
                  <a:pt x="382" y="135"/>
                </a:lnTo>
                <a:lnTo>
                  <a:pt x="382" y="134"/>
                </a:lnTo>
                <a:lnTo>
                  <a:pt x="382" y="133"/>
                </a:lnTo>
                <a:lnTo>
                  <a:pt x="383" y="133"/>
                </a:lnTo>
                <a:lnTo>
                  <a:pt x="383" y="132"/>
                </a:lnTo>
                <a:lnTo>
                  <a:pt x="384" y="132"/>
                </a:lnTo>
                <a:lnTo>
                  <a:pt x="385" y="131"/>
                </a:lnTo>
                <a:lnTo>
                  <a:pt x="384" y="131"/>
                </a:lnTo>
                <a:lnTo>
                  <a:pt x="385" y="130"/>
                </a:lnTo>
                <a:lnTo>
                  <a:pt x="386" y="130"/>
                </a:lnTo>
                <a:lnTo>
                  <a:pt x="387" y="130"/>
                </a:lnTo>
                <a:lnTo>
                  <a:pt x="388" y="132"/>
                </a:lnTo>
                <a:lnTo>
                  <a:pt x="388" y="133"/>
                </a:lnTo>
                <a:lnTo>
                  <a:pt x="388" y="134"/>
                </a:lnTo>
                <a:lnTo>
                  <a:pt x="388" y="135"/>
                </a:lnTo>
                <a:lnTo>
                  <a:pt x="389" y="135"/>
                </a:lnTo>
                <a:lnTo>
                  <a:pt x="390" y="135"/>
                </a:lnTo>
                <a:lnTo>
                  <a:pt x="392" y="134"/>
                </a:lnTo>
                <a:lnTo>
                  <a:pt x="392" y="133"/>
                </a:lnTo>
                <a:lnTo>
                  <a:pt x="392" y="132"/>
                </a:lnTo>
                <a:lnTo>
                  <a:pt x="392" y="131"/>
                </a:lnTo>
                <a:lnTo>
                  <a:pt x="393" y="131"/>
                </a:lnTo>
                <a:lnTo>
                  <a:pt x="395" y="132"/>
                </a:lnTo>
                <a:lnTo>
                  <a:pt x="397" y="133"/>
                </a:lnTo>
                <a:lnTo>
                  <a:pt x="398" y="133"/>
                </a:lnTo>
                <a:lnTo>
                  <a:pt x="399" y="133"/>
                </a:lnTo>
                <a:lnTo>
                  <a:pt x="401" y="133"/>
                </a:lnTo>
                <a:lnTo>
                  <a:pt x="402" y="133"/>
                </a:lnTo>
                <a:lnTo>
                  <a:pt x="403" y="133"/>
                </a:lnTo>
                <a:lnTo>
                  <a:pt x="403" y="132"/>
                </a:lnTo>
                <a:lnTo>
                  <a:pt x="404" y="132"/>
                </a:lnTo>
                <a:lnTo>
                  <a:pt x="405" y="132"/>
                </a:lnTo>
                <a:lnTo>
                  <a:pt x="406" y="133"/>
                </a:lnTo>
                <a:lnTo>
                  <a:pt x="407" y="133"/>
                </a:lnTo>
                <a:lnTo>
                  <a:pt x="408" y="133"/>
                </a:lnTo>
                <a:lnTo>
                  <a:pt x="408" y="132"/>
                </a:lnTo>
                <a:lnTo>
                  <a:pt x="409" y="132"/>
                </a:lnTo>
                <a:lnTo>
                  <a:pt x="409" y="133"/>
                </a:lnTo>
                <a:lnTo>
                  <a:pt x="410" y="134"/>
                </a:lnTo>
                <a:lnTo>
                  <a:pt x="411" y="134"/>
                </a:lnTo>
                <a:lnTo>
                  <a:pt x="411" y="133"/>
                </a:lnTo>
                <a:lnTo>
                  <a:pt x="413" y="132"/>
                </a:lnTo>
                <a:lnTo>
                  <a:pt x="414" y="133"/>
                </a:lnTo>
                <a:lnTo>
                  <a:pt x="414" y="132"/>
                </a:lnTo>
                <a:lnTo>
                  <a:pt x="415" y="132"/>
                </a:lnTo>
                <a:lnTo>
                  <a:pt x="415" y="131"/>
                </a:lnTo>
                <a:lnTo>
                  <a:pt x="415" y="130"/>
                </a:lnTo>
                <a:lnTo>
                  <a:pt x="414" y="130"/>
                </a:lnTo>
                <a:lnTo>
                  <a:pt x="413" y="129"/>
                </a:lnTo>
                <a:lnTo>
                  <a:pt x="412" y="128"/>
                </a:lnTo>
                <a:lnTo>
                  <a:pt x="412" y="125"/>
                </a:lnTo>
                <a:lnTo>
                  <a:pt x="412" y="124"/>
                </a:lnTo>
                <a:lnTo>
                  <a:pt x="412" y="123"/>
                </a:lnTo>
                <a:lnTo>
                  <a:pt x="411" y="122"/>
                </a:lnTo>
                <a:lnTo>
                  <a:pt x="411" y="121"/>
                </a:lnTo>
                <a:lnTo>
                  <a:pt x="412" y="121"/>
                </a:lnTo>
                <a:lnTo>
                  <a:pt x="412" y="119"/>
                </a:lnTo>
                <a:lnTo>
                  <a:pt x="413" y="119"/>
                </a:lnTo>
                <a:lnTo>
                  <a:pt x="414" y="119"/>
                </a:lnTo>
                <a:lnTo>
                  <a:pt x="415" y="118"/>
                </a:lnTo>
                <a:lnTo>
                  <a:pt x="416" y="118"/>
                </a:lnTo>
                <a:lnTo>
                  <a:pt x="418" y="117"/>
                </a:lnTo>
                <a:lnTo>
                  <a:pt x="419" y="117"/>
                </a:lnTo>
                <a:lnTo>
                  <a:pt x="420" y="116"/>
                </a:lnTo>
                <a:lnTo>
                  <a:pt x="420" y="115"/>
                </a:lnTo>
                <a:lnTo>
                  <a:pt x="420" y="114"/>
                </a:lnTo>
                <a:lnTo>
                  <a:pt x="419" y="113"/>
                </a:lnTo>
                <a:lnTo>
                  <a:pt x="419" y="112"/>
                </a:lnTo>
                <a:lnTo>
                  <a:pt x="420" y="111"/>
                </a:lnTo>
                <a:lnTo>
                  <a:pt x="421" y="111"/>
                </a:lnTo>
                <a:lnTo>
                  <a:pt x="421" y="110"/>
                </a:lnTo>
                <a:lnTo>
                  <a:pt x="422" y="110"/>
                </a:lnTo>
                <a:lnTo>
                  <a:pt x="422" y="109"/>
                </a:lnTo>
                <a:lnTo>
                  <a:pt x="423" y="109"/>
                </a:lnTo>
                <a:lnTo>
                  <a:pt x="423" y="107"/>
                </a:lnTo>
                <a:lnTo>
                  <a:pt x="425" y="105"/>
                </a:lnTo>
                <a:lnTo>
                  <a:pt x="425" y="103"/>
                </a:lnTo>
                <a:lnTo>
                  <a:pt x="425" y="102"/>
                </a:lnTo>
                <a:lnTo>
                  <a:pt x="425" y="100"/>
                </a:lnTo>
                <a:lnTo>
                  <a:pt x="425" y="99"/>
                </a:lnTo>
                <a:lnTo>
                  <a:pt x="427" y="101"/>
                </a:lnTo>
                <a:lnTo>
                  <a:pt x="427" y="102"/>
                </a:lnTo>
                <a:lnTo>
                  <a:pt x="427" y="103"/>
                </a:lnTo>
                <a:lnTo>
                  <a:pt x="429" y="104"/>
                </a:lnTo>
                <a:lnTo>
                  <a:pt x="430" y="103"/>
                </a:lnTo>
                <a:lnTo>
                  <a:pt x="431" y="103"/>
                </a:lnTo>
                <a:lnTo>
                  <a:pt x="432" y="103"/>
                </a:lnTo>
                <a:lnTo>
                  <a:pt x="433" y="105"/>
                </a:lnTo>
                <a:lnTo>
                  <a:pt x="434" y="106"/>
                </a:lnTo>
                <a:lnTo>
                  <a:pt x="435" y="107"/>
                </a:lnTo>
                <a:lnTo>
                  <a:pt x="435" y="108"/>
                </a:lnTo>
                <a:lnTo>
                  <a:pt x="436" y="108"/>
                </a:lnTo>
                <a:lnTo>
                  <a:pt x="436" y="109"/>
                </a:lnTo>
                <a:lnTo>
                  <a:pt x="435" y="109"/>
                </a:lnTo>
                <a:lnTo>
                  <a:pt x="435" y="110"/>
                </a:lnTo>
                <a:lnTo>
                  <a:pt x="435" y="111"/>
                </a:lnTo>
                <a:lnTo>
                  <a:pt x="436" y="111"/>
                </a:lnTo>
                <a:lnTo>
                  <a:pt x="437" y="111"/>
                </a:lnTo>
                <a:lnTo>
                  <a:pt x="438" y="111"/>
                </a:lnTo>
                <a:lnTo>
                  <a:pt x="437" y="112"/>
                </a:lnTo>
                <a:lnTo>
                  <a:pt x="437" y="113"/>
                </a:lnTo>
                <a:lnTo>
                  <a:pt x="438" y="114"/>
                </a:lnTo>
                <a:lnTo>
                  <a:pt x="439" y="114"/>
                </a:lnTo>
                <a:lnTo>
                  <a:pt x="439" y="113"/>
                </a:lnTo>
                <a:lnTo>
                  <a:pt x="440" y="114"/>
                </a:lnTo>
                <a:lnTo>
                  <a:pt x="441" y="115"/>
                </a:lnTo>
                <a:lnTo>
                  <a:pt x="442" y="115"/>
                </a:lnTo>
                <a:lnTo>
                  <a:pt x="443" y="115"/>
                </a:lnTo>
                <a:lnTo>
                  <a:pt x="443" y="114"/>
                </a:lnTo>
                <a:lnTo>
                  <a:pt x="444" y="114"/>
                </a:lnTo>
                <a:lnTo>
                  <a:pt x="445" y="115"/>
                </a:lnTo>
                <a:lnTo>
                  <a:pt x="446" y="116"/>
                </a:lnTo>
                <a:lnTo>
                  <a:pt x="446" y="117"/>
                </a:lnTo>
                <a:lnTo>
                  <a:pt x="447" y="117"/>
                </a:lnTo>
                <a:lnTo>
                  <a:pt x="447" y="118"/>
                </a:lnTo>
                <a:lnTo>
                  <a:pt x="447" y="119"/>
                </a:lnTo>
                <a:lnTo>
                  <a:pt x="447" y="120"/>
                </a:lnTo>
                <a:lnTo>
                  <a:pt x="446" y="120"/>
                </a:lnTo>
                <a:lnTo>
                  <a:pt x="447" y="120"/>
                </a:lnTo>
                <a:lnTo>
                  <a:pt x="447" y="121"/>
                </a:lnTo>
                <a:lnTo>
                  <a:pt x="448" y="121"/>
                </a:lnTo>
                <a:lnTo>
                  <a:pt x="448" y="122"/>
                </a:lnTo>
                <a:lnTo>
                  <a:pt x="448" y="123"/>
                </a:lnTo>
                <a:lnTo>
                  <a:pt x="449" y="124"/>
                </a:lnTo>
                <a:lnTo>
                  <a:pt x="449" y="125"/>
                </a:lnTo>
                <a:lnTo>
                  <a:pt x="450" y="126"/>
                </a:lnTo>
                <a:lnTo>
                  <a:pt x="451" y="126"/>
                </a:lnTo>
                <a:lnTo>
                  <a:pt x="453" y="126"/>
                </a:lnTo>
                <a:lnTo>
                  <a:pt x="453" y="125"/>
                </a:lnTo>
                <a:lnTo>
                  <a:pt x="453" y="124"/>
                </a:lnTo>
                <a:lnTo>
                  <a:pt x="454" y="124"/>
                </a:lnTo>
                <a:lnTo>
                  <a:pt x="456" y="124"/>
                </a:lnTo>
                <a:lnTo>
                  <a:pt x="457" y="124"/>
                </a:lnTo>
                <a:lnTo>
                  <a:pt x="459" y="125"/>
                </a:lnTo>
                <a:lnTo>
                  <a:pt x="461" y="125"/>
                </a:lnTo>
                <a:lnTo>
                  <a:pt x="461" y="126"/>
                </a:lnTo>
                <a:lnTo>
                  <a:pt x="461" y="127"/>
                </a:lnTo>
                <a:lnTo>
                  <a:pt x="461" y="128"/>
                </a:lnTo>
                <a:lnTo>
                  <a:pt x="461" y="129"/>
                </a:lnTo>
                <a:lnTo>
                  <a:pt x="462" y="130"/>
                </a:lnTo>
                <a:lnTo>
                  <a:pt x="463" y="130"/>
                </a:lnTo>
                <a:lnTo>
                  <a:pt x="464" y="132"/>
                </a:lnTo>
                <a:lnTo>
                  <a:pt x="464" y="133"/>
                </a:lnTo>
                <a:lnTo>
                  <a:pt x="464" y="134"/>
                </a:lnTo>
                <a:lnTo>
                  <a:pt x="464" y="135"/>
                </a:lnTo>
                <a:lnTo>
                  <a:pt x="465" y="137"/>
                </a:lnTo>
                <a:lnTo>
                  <a:pt x="466" y="138"/>
                </a:lnTo>
                <a:lnTo>
                  <a:pt x="467" y="138"/>
                </a:lnTo>
                <a:lnTo>
                  <a:pt x="468" y="138"/>
                </a:lnTo>
                <a:lnTo>
                  <a:pt x="469" y="138"/>
                </a:lnTo>
                <a:lnTo>
                  <a:pt x="470" y="138"/>
                </a:lnTo>
                <a:lnTo>
                  <a:pt x="471" y="138"/>
                </a:lnTo>
                <a:lnTo>
                  <a:pt x="471" y="139"/>
                </a:lnTo>
                <a:lnTo>
                  <a:pt x="472" y="140"/>
                </a:lnTo>
                <a:lnTo>
                  <a:pt x="473" y="140"/>
                </a:lnTo>
                <a:lnTo>
                  <a:pt x="473" y="141"/>
                </a:lnTo>
                <a:lnTo>
                  <a:pt x="475" y="142"/>
                </a:lnTo>
                <a:lnTo>
                  <a:pt x="476" y="144"/>
                </a:lnTo>
                <a:lnTo>
                  <a:pt x="477" y="144"/>
                </a:lnTo>
                <a:lnTo>
                  <a:pt x="478" y="144"/>
                </a:lnTo>
                <a:lnTo>
                  <a:pt x="479" y="145"/>
                </a:lnTo>
                <a:lnTo>
                  <a:pt x="480" y="145"/>
                </a:lnTo>
                <a:lnTo>
                  <a:pt x="480" y="146"/>
                </a:lnTo>
                <a:lnTo>
                  <a:pt x="481" y="146"/>
                </a:lnTo>
                <a:lnTo>
                  <a:pt x="481" y="145"/>
                </a:lnTo>
                <a:lnTo>
                  <a:pt x="482" y="145"/>
                </a:lnTo>
                <a:lnTo>
                  <a:pt x="483" y="145"/>
                </a:lnTo>
                <a:lnTo>
                  <a:pt x="484" y="148"/>
                </a:lnTo>
                <a:lnTo>
                  <a:pt x="485" y="148"/>
                </a:lnTo>
                <a:lnTo>
                  <a:pt x="485" y="149"/>
                </a:lnTo>
                <a:lnTo>
                  <a:pt x="485" y="150"/>
                </a:lnTo>
                <a:lnTo>
                  <a:pt x="486" y="151"/>
                </a:lnTo>
                <a:lnTo>
                  <a:pt x="486" y="152"/>
                </a:lnTo>
                <a:lnTo>
                  <a:pt x="488" y="154"/>
                </a:lnTo>
                <a:lnTo>
                  <a:pt x="490" y="156"/>
                </a:lnTo>
                <a:lnTo>
                  <a:pt x="490" y="157"/>
                </a:lnTo>
                <a:lnTo>
                  <a:pt x="491" y="157"/>
                </a:lnTo>
                <a:lnTo>
                  <a:pt x="493" y="157"/>
                </a:lnTo>
                <a:lnTo>
                  <a:pt x="494" y="157"/>
                </a:lnTo>
                <a:lnTo>
                  <a:pt x="495" y="157"/>
                </a:lnTo>
                <a:lnTo>
                  <a:pt x="497" y="157"/>
                </a:lnTo>
                <a:lnTo>
                  <a:pt x="498" y="158"/>
                </a:lnTo>
                <a:lnTo>
                  <a:pt x="499" y="157"/>
                </a:lnTo>
                <a:lnTo>
                  <a:pt x="499" y="156"/>
                </a:lnTo>
                <a:lnTo>
                  <a:pt x="499" y="155"/>
                </a:lnTo>
                <a:lnTo>
                  <a:pt x="499" y="154"/>
                </a:lnTo>
                <a:lnTo>
                  <a:pt x="498" y="153"/>
                </a:lnTo>
                <a:lnTo>
                  <a:pt x="499" y="152"/>
                </a:lnTo>
                <a:lnTo>
                  <a:pt x="499" y="151"/>
                </a:lnTo>
                <a:lnTo>
                  <a:pt x="499" y="149"/>
                </a:lnTo>
                <a:lnTo>
                  <a:pt x="498" y="149"/>
                </a:lnTo>
                <a:lnTo>
                  <a:pt x="498" y="148"/>
                </a:lnTo>
                <a:lnTo>
                  <a:pt x="498" y="147"/>
                </a:lnTo>
                <a:lnTo>
                  <a:pt x="499" y="147"/>
                </a:lnTo>
                <a:lnTo>
                  <a:pt x="499" y="146"/>
                </a:lnTo>
                <a:lnTo>
                  <a:pt x="500" y="144"/>
                </a:lnTo>
                <a:lnTo>
                  <a:pt x="500" y="143"/>
                </a:lnTo>
                <a:lnTo>
                  <a:pt x="501" y="142"/>
                </a:lnTo>
                <a:lnTo>
                  <a:pt x="501" y="141"/>
                </a:lnTo>
                <a:lnTo>
                  <a:pt x="500" y="141"/>
                </a:lnTo>
                <a:lnTo>
                  <a:pt x="500" y="140"/>
                </a:lnTo>
                <a:lnTo>
                  <a:pt x="500" y="139"/>
                </a:lnTo>
                <a:lnTo>
                  <a:pt x="501" y="139"/>
                </a:lnTo>
                <a:lnTo>
                  <a:pt x="502" y="138"/>
                </a:lnTo>
                <a:lnTo>
                  <a:pt x="503" y="138"/>
                </a:lnTo>
                <a:lnTo>
                  <a:pt x="504" y="138"/>
                </a:lnTo>
                <a:lnTo>
                  <a:pt x="504" y="139"/>
                </a:lnTo>
                <a:lnTo>
                  <a:pt x="506" y="140"/>
                </a:lnTo>
                <a:lnTo>
                  <a:pt x="508" y="141"/>
                </a:lnTo>
                <a:lnTo>
                  <a:pt x="509" y="141"/>
                </a:lnTo>
                <a:lnTo>
                  <a:pt x="509" y="140"/>
                </a:lnTo>
                <a:lnTo>
                  <a:pt x="510" y="140"/>
                </a:lnTo>
                <a:lnTo>
                  <a:pt x="515" y="144"/>
                </a:lnTo>
                <a:lnTo>
                  <a:pt x="515" y="145"/>
                </a:lnTo>
                <a:lnTo>
                  <a:pt x="515" y="146"/>
                </a:lnTo>
                <a:lnTo>
                  <a:pt x="516" y="146"/>
                </a:lnTo>
                <a:lnTo>
                  <a:pt x="517" y="146"/>
                </a:lnTo>
                <a:lnTo>
                  <a:pt x="518" y="145"/>
                </a:lnTo>
                <a:lnTo>
                  <a:pt x="519" y="144"/>
                </a:lnTo>
                <a:lnTo>
                  <a:pt x="520" y="144"/>
                </a:lnTo>
                <a:lnTo>
                  <a:pt x="520" y="145"/>
                </a:lnTo>
                <a:lnTo>
                  <a:pt x="521" y="145"/>
                </a:lnTo>
                <a:lnTo>
                  <a:pt x="522" y="144"/>
                </a:lnTo>
                <a:lnTo>
                  <a:pt x="522" y="143"/>
                </a:lnTo>
                <a:lnTo>
                  <a:pt x="520" y="142"/>
                </a:lnTo>
                <a:lnTo>
                  <a:pt x="520" y="141"/>
                </a:lnTo>
                <a:lnTo>
                  <a:pt x="519" y="141"/>
                </a:lnTo>
                <a:lnTo>
                  <a:pt x="518" y="140"/>
                </a:lnTo>
                <a:lnTo>
                  <a:pt x="518" y="139"/>
                </a:lnTo>
                <a:lnTo>
                  <a:pt x="517" y="137"/>
                </a:lnTo>
                <a:lnTo>
                  <a:pt x="516" y="136"/>
                </a:lnTo>
                <a:lnTo>
                  <a:pt x="515" y="136"/>
                </a:lnTo>
                <a:lnTo>
                  <a:pt x="514" y="135"/>
                </a:lnTo>
                <a:lnTo>
                  <a:pt x="514" y="134"/>
                </a:lnTo>
                <a:lnTo>
                  <a:pt x="515" y="134"/>
                </a:lnTo>
                <a:lnTo>
                  <a:pt x="516" y="132"/>
                </a:lnTo>
                <a:lnTo>
                  <a:pt x="517" y="133"/>
                </a:lnTo>
                <a:lnTo>
                  <a:pt x="517" y="134"/>
                </a:lnTo>
                <a:lnTo>
                  <a:pt x="518" y="134"/>
                </a:lnTo>
                <a:lnTo>
                  <a:pt x="519" y="134"/>
                </a:lnTo>
                <a:lnTo>
                  <a:pt x="520" y="134"/>
                </a:lnTo>
                <a:lnTo>
                  <a:pt x="520" y="135"/>
                </a:lnTo>
                <a:lnTo>
                  <a:pt x="521" y="136"/>
                </a:lnTo>
                <a:lnTo>
                  <a:pt x="521" y="137"/>
                </a:lnTo>
                <a:lnTo>
                  <a:pt x="521" y="138"/>
                </a:lnTo>
                <a:lnTo>
                  <a:pt x="522" y="139"/>
                </a:lnTo>
                <a:lnTo>
                  <a:pt x="523" y="139"/>
                </a:lnTo>
                <a:lnTo>
                  <a:pt x="525" y="137"/>
                </a:lnTo>
                <a:lnTo>
                  <a:pt x="525" y="136"/>
                </a:lnTo>
                <a:lnTo>
                  <a:pt x="524" y="136"/>
                </a:lnTo>
                <a:lnTo>
                  <a:pt x="523" y="136"/>
                </a:lnTo>
                <a:lnTo>
                  <a:pt x="522" y="136"/>
                </a:lnTo>
                <a:lnTo>
                  <a:pt x="522" y="135"/>
                </a:lnTo>
                <a:lnTo>
                  <a:pt x="522" y="134"/>
                </a:lnTo>
                <a:lnTo>
                  <a:pt x="521" y="134"/>
                </a:lnTo>
                <a:lnTo>
                  <a:pt x="521" y="133"/>
                </a:lnTo>
                <a:lnTo>
                  <a:pt x="520" y="133"/>
                </a:lnTo>
                <a:lnTo>
                  <a:pt x="519" y="132"/>
                </a:lnTo>
                <a:lnTo>
                  <a:pt x="519" y="131"/>
                </a:lnTo>
                <a:lnTo>
                  <a:pt x="519" y="130"/>
                </a:lnTo>
                <a:lnTo>
                  <a:pt x="519" y="129"/>
                </a:lnTo>
                <a:lnTo>
                  <a:pt x="520" y="128"/>
                </a:lnTo>
                <a:lnTo>
                  <a:pt x="522" y="125"/>
                </a:lnTo>
                <a:lnTo>
                  <a:pt x="522" y="122"/>
                </a:lnTo>
                <a:lnTo>
                  <a:pt x="521" y="122"/>
                </a:lnTo>
                <a:lnTo>
                  <a:pt x="521" y="121"/>
                </a:lnTo>
                <a:lnTo>
                  <a:pt x="521" y="119"/>
                </a:lnTo>
                <a:lnTo>
                  <a:pt x="522" y="120"/>
                </a:lnTo>
                <a:lnTo>
                  <a:pt x="524" y="119"/>
                </a:lnTo>
                <a:lnTo>
                  <a:pt x="524" y="118"/>
                </a:lnTo>
                <a:lnTo>
                  <a:pt x="525" y="117"/>
                </a:lnTo>
                <a:lnTo>
                  <a:pt x="525" y="116"/>
                </a:lnTo>
                <a:lnTo>
                  <a:pt x="524" y="115"/>
                </a:lnTo>
                <a:lnTo>
                  <a:pt x="524" y="114"/>
                </a:lnTo>
                <a:lnTo>
                  <a:pt x="523" y="114"/>
                </a:lnTo>
                <a:lnTo>
                  <a:pt x="523" y="113"/>
                </a:lnTo>
                <a:lnTo>
                  <a:pt x="522" y="112"/>
                </a:lnTo>
                <a:lnTo>
                  <a:pt x="523" y="112"/>
                </a:lnTo>
                <a:lnTo>
                  <a:pt x="523" y="111"/>
                </a:lnTo>
                <a:lnTo>
                  <a:pt x="523" y="110"/>
                </a:lnTo>
                <a:lnTo>
                  <a:pt x="522" y="110"/>
                </a:lnTo>
                <a:lnTo>
                  <a:pt x="521" y="108"/>
                </a:lnTo>
                <a:lnTo>
                  <a:pt x="520" y="108"/>
                </a:lnTo>
                <a:lnTo>
                  <a:pt x="520" y="106"/>
                </a:lnTo>
                <a:lnTo>
                  <a:pt x="520" y="105"/>
                </a:lnTo>
                <a:lnTo>
                  <a:pt x="519" y="104"/>
                </a:lnTo>
                <a:lnTo>
                  <a:pt x="518" y="102"/>
                </a:lnTo>
                <a:lnTo>
                  <a:pt x="517" y="102"/>
                </a:lnTo>
                <a:lnTo>
                  <a:pt x="517" y="101"/>
                </a:lnTo>
                <a:lnTo>
                  <a:pt x="516" y="101"/>
                </a:lnTo>
                <a:lnTo>
                  <a:pt x="514" y="100"/>
                </a:lnTo>
                <a:lnTo>
                  <a:pt x="514" y="99"/>
                </a:lnTo>
                <a:lnTo>
                  <a:pt x="513" y="98"/>
                </a:lnTo>
                <a:lnTo>
                  <a:pt x="513" y="97"/>
                </a:lnTo>
                <a:lnTo>
                  <a:pt x="512" y="96"/>
                </a:lnTo>
                <a:lnTo>
                  <a:pt x="512" y="95"/>
                </a:lnTo>
                <a:lnTo>
                  <a:pt x="512" y="94"/>
                </a:lnTo>
                <a:lnTo>
                  <a:pt x="511" y="92"/>
                </a:lnTo>
                <a:lnTo>
                  <a:pt x="512" y="92"/>
                </a:lnTo>
                <a:lnTo>
                  <a:pt x="513" y="92"/>
                </a:lnTo>
                <a:lnTo>
                  <a:pt x="514" y="92"/>
                </a:lnTo>
                <a:lnTo>
                  <a:pt x="514" y="91"/>
                </a:lnTo>
                <a:lnTo>
                  <a:pt x="513" y="91"/>
                </a:lnTo>
                <a:lnTo>
                  <a:pt x="513" y="90"/>
                </a:lnTo>
                <a:lnTo>
                  <a:pt x="512" y="89"/>
                </a:lnTo>
                <a:lnTo>
                  <a:pt x="511" y="89"/>
                </a:lnTo>
                <a:lnTo>
                  <a:pt x="511" y="88"/>
                </a:lnTo>
                <a:lnTo>
                  <a:pt x="511" y="87"/>
                </a:lnTo>
                <a:lnTo>
                  <a:pt x="512" y="87"/>
                </a:lnTo>
                <a:lnTo>
                  <a:pt x="513" y="87"/>
                </a:lnTo>
                <a:lnTo>
                  <a:pt x="514" y="86"/>
                </a:lnTo>
                <a:lnTo>
                  <a:pt x="514" y="85"/>
                </a:lnTo>
                <a:lnTo>
                  <a:pt x="513" y="84"/>
                </a:lnTo>
                <a:lnTo>
                  <a:pt x="514" y="84"/>
                </a:lnTo>
                <a:lnTo>
                  <a:pt x="515" y="84"/>
                </a:lnTo>
                <a:lnTo>
                  <a:pt x="515" y="85"/>
                </a:lnTo>
                <a:lnTo>
                  <a:pt x="516" y="86"/>
                </a:lnTo>
                <a:lnTo>
                  <a:pt x="516" y="87"/>
                </a:lnTo>
                <a:lnTo>
                  <a:pt x="517" y="87"/>
                </a:lnTo>
                <a:lnTo>
                  <a:pt x="518" y="89"/>
                </a:lnTo>
                <a:lnTo>
                  <a:pt x="521" y="91"/>
                </a:lnTo>
                <a:lnTo>
                  <a:pt x="522" y="91"/>
                </a:lnTo>
                <a:lnTo>
                  <a:pt x="522" y="92"/>
                </a:lnTo>
                <a:lnTo>
                  <a:pt x="523" y="92"/>
                </a:lnTo>
                <a:lnTo>
                  <a:pt x="524" y="93"/>
                </a:lnTo>
                <a:lnTo>
                  <a:pt x="524" y="94"/>
                </a:lnTo>
                <a:lnTo>
                  <a:pt x="524" y="95"/>
                </a:lnTo>
                <a:lnTo>
                  <a:pt x="525" y="95"/>
                </a:lnTo>
                <a:lnTo>
                  <a:pt x="525" y="94"/>
                </a:lnTo>
                <a:lnTo>
                  <a:pt x="526" y="95"/>
                </a:lnTo>
                <a:lnTo>
                  <a:pt x="526" y="97"/>
                </a:lnTo>
                <a:lnTo>
                  <a:pt x="527" y="97"/>
                </a:lnTo>
                <a:lnTo>
                  <a:pt x="528" y="97"/>
                </a:lnTo>
                <a:lnTo>
                  <a:pt x="529" y="97"/>
                </a:lnTo>
                <a:lnTo>
                  <a:pt x="530" y="98"/>
                </a:lnTo>
                <a:lnTo>
                  <a:pt x="531" y="99"/>
                </a:lnTo>
                <a:lnTo>
                  <a:pt x="531" y="100"/>
                </a:lnTo>
                <a:lnTo>
                  <a:pt x="531" y="101"/>
                </a:lnTo>
                <a:lnTo>
                  <a:pt x="531" y="103"/>
                </a:lnTo>
                <a:lnTo>
                  <a:pt x="531" y="104"/>
                </a:lnTo>
                <a:lnTo>
                  <a:pt x="531" y="106"/>
                </a:lnTo>
                <a:lnTo>
                  <a:pt x="531" y="107"/>
                </a:lnTo>
                <a:lnTo>
                  <a:pt x="531" y="108"/>
                </a:lnTo>
                <a:lnTo>
                  <a:pt x="533" y="110"/>
                </a:lnTo>
                <a:lnTo>
                  <a:pt x="535" y="111"/>
                </a:lnTo>
                <a:lnTo>
                  <a:pt x="537" y="112"/>
                </a:lnTo>
                <a:lnTo>
                  <a:pt x="538" y="112"/>
                </a:lnTo>
                <a:lnTo>
                  <a:pt x="540" y="113"/>
                </a:lnTo>
                <a:lnTo>
                  <a:pt x="541" y="114"/>
                </a:lnTo>
                <a:lnTo>
                  <a:pt x="540" y="115"/>
                </a:lnTo>
                <a:lnTo>
                  <a:pt x="541" y="118"/>
                </a:lnTo>
                <a:lnTo>
                  <a:pt x="542" y="118"/>
                </a:lnTo>
                <a:lnTo>
                  <a:pt x="543" y="119"/>
                </a:lnTo>
                <a:lnTo>
                  <a:pt x="544" y="119"/>
                </a:lnTo>
                <a:lnTo>
                  <a:pt x="545" y="118"/>
                </a:lnTo>
                <a:lnTo>
                  <a:pt x="546" y="118"/>
                </a:lnTo>
                <a:lnTo>
                  <a:pt x="547" y="121"/>
                </a:lnTo>
                <a:lnTo>
                  <a:pt x="546" y="122"/>
                </a:lnTo>
                <a:lnTo>
                  <a:pt x="544" y="123"/>
                </a:lnTo>
                <a:lnTo>
                  <a:pt x="544" y="122"/>
                </a:lnTo>
                <a:lnTo>
                  <a:pt x="543" y="122"/>
                </a:lnTo>
                <a:lnTo>
                  <a:pt x="542" y="122"/>
                </a:lnTo>
                <a:lnTo>
                  <a:pt x="541" y="122"/>
                </a:lnTo>
                <a:lnTo>
                  <a:pt x="541" y="123"/>
                </a:lnTo>
                <a:lnTo>
                  <a:pt x="542" y="124"/>
                </a:lnTo>
                <a:lnTo>
                  <a:pt x="543" y="125"/>
                </a:lnTo>
                <a:lnTo>
                  <a:pt x="544" y="125"/>
                </a:lnTo>
                <a:lnTo>
                  <a:pt x="545" y="126"/>
                </a:lnTo>
                <a:lnTo>
                  <a:pt x="545" y="129"/>
                </a:lnTo>
                <a:lnTo>
                  <a:pt x="544" y="129"/>
                </a:lnTo>
                <a:lnTo>
                  <a:pt x="544" y="130"/>
                </a:lnTo>
                <a:lnTo>
                  <a:pt x="543" y="131"/>
                </a:lnTo>
                <a:lnTo>
                  <a:pt x="542" y="131"/>
                </a:lnTo>
                <a:lnTo>
                  <a:pt x="542" y="130"/>
                </a:lnTo>
                <a:lnTo>
                  <a:pt x="541" y="129"/>
                </a:lnTo>
                <a:lnTo>
                  <a:pt x="540" y="130"/>
                </a:lnTo>
                <a:lnTo>
                  <a:pt x="540" y="132"/>
                </a:lnTo>
                <a:lnTo>
                  <a:pt x="539" y="133"/>
                </a:lnTo>
                <a:lnTo>
                  <a:pt x="540" y="134"/>
                </a:lnTo>
                <a:lnTo>
                  <a:pt x="541" y="135"/>
                </a:lnTo>
                <a:lnTo>
                  <a:pt x="541" y="136"/>
                </a:lnTo>
                <a:lnTo>
                  <a:pt x="541" y="138"/>
                </a:lnTo>
                <a:lnTo>
                  <a:pt x="541" y="142"/>
                </a:lnTo>
                <a:lnTo>
                  <a:pt x="539" y="144"/>
                </a:lnTo>
                <a:lnTo>
                  <a:pt x="538" y="145"/>
                </a:lnTo>
                <a:lnTo>
                  <a:pt x="537" y="145"/>
                </a:lnTo>
                <a:lnTo>
                  <a:pt x="537" y="146"/>
                </a:lnTo>
                <a:lnTo>
                  <a:pt x="536" y="147"/>
                </a:lnTo>
                <a:lnTo>
                  <a:pt x="535" y="147"/>
                </a:lnTo>
                <a:lnTo>
                  <a:pt x="533" y="147"/>
                </a:lnTo>
                <a:lnTo>
                  <a:pt x="532" y="148"/>
                </a:lnTo>
                <a:lnTo>
                  <a:pt x="531" y="149"/>
                </a:lnTo>
                <a:lnTo>
                  <a:pt x="531" y="150"/>
                </a:lnTo>
                <a:lnTo>
                  <a:pt x="532" y="152"/>
                </a:lnTo>
                <a:lnTo>
                  <a:pt x="532" y="153"/>
                </a:lnTo>
                <a:lnTo>
                  <a:pt x="532" y="154"/>
                </a:lnTo>
                <a:lnTo>
                  <a:pt x="532" y="155"/>
                </a:lnTo>
                <a:lnTo>
                  <a:pt x="533" y="155"/>
                </a:lnTo>
                <a:lnTo>
                  <a:pt x="534" y="155"/>
                </a:lnTo>
                <a:lnTo>
                  <a:pt x="535" y="154"/>
                </a:lnTo>
                <a:lnTo>
                  <a:pt x="536" y="154"/>
                </a:lnTo>
                <a:lnTo>
                  <a:pt x="536" y="155"/>
                </a:lnTo>
                <a:lnTo>
                  <a:pt x="536" y="154"/>
                </a:lnTo>
                <a:lnTo>
                  <a:pt x="537" y="154"/>
                </a:lnTo>
                <a:lnTo>
                  <a:pt x="537" y="153"/>
                </a:lnTo>
                <a:lnTo>
                  <a:pt x="537" y="152"/>
                </a:lnTo>
                <a:lnTo>
                  <a:pt x="536" y="151"/>
                </a:lnTo>
                <a:lnTo>
                  <a:pt x="536" y="150"/>
                </a:lnTo>
                <a:lnTo>
                  <a:pt x="537" y="150"/>
                </a:lnTo>
                <a:lnTo>
                  <a:pt x="537" y="149"/>
                </a:lnTo>
                <a:lnTo>
                  <a:pt x="539" y="151"/>
                </a:lnTo>
                <a:lnTo>
                  <a:pt x="541" y="152"/>
                </a:lnTo>
                <a:lnTo>
                  <a:pt x="543" y="151"/>
                </a:lnTo>
                <a:lnTo>
                  <a:pt x="544" y="151"/>
                </a:lnTo>
                <a:lnTo>
                  <a:pt x="544" y="152"/>
                </a:lnTo>
                <a:lnTo>
                  <a:pt x="544" y="153"/>
                </a:lnTo>
                <a:lnTo>
                  <a:pt x="544" y="154"/>
                </a:lnTo>
                <a:lnTo>
                  <a:pt x="545" y="155"/>
                </a:lnTo>
                <a:lnTo>
                  <a:pt x="547" y="156"/>
                </a:lnTo>
                <a:lnTo>
                  <a:pt x="548" y="156"/>
                </a:lnTo>
                <a:lnTo>
                  <a:pt x="549" y="155"/>
                </a:lnTo>
                <a:lnTo>
                  <a:pt x="549" y="154"/>
                </a:lnTo>
                <a:lnTo>
                  <a:pt x="550" y="153"/>
                </a:lnTo>
                <a:lnTo>
                  <a:pt x="550" y="155"/>
                </a:lnTo>
                <a:lnTo>
                  <a:pt x="552" y="156"/>
                </a:lnTo>
                <a:lnTo>
                  <a:pt x="553" y="155"/>
                </a:lnTo>
                <a:lnTo>
                  <a:pt x="554" y="155"/>
                </a:lnTo>
                <a:lnTo>
                  <a:pt x="556" y="156"/>
                </a:lnTo>
                <a:lnTo>
                  <a:pt x="556" y="157"/>
                </a:lnTo>
                <a:lnTo>
                  <a:pt x="556" y="158"/>
                </a:lnTo>
                <a:lnTo>
                  <a:pt x="555" y="160"/>
                </a:lnTo>
                <a:lnTo>
                  <a:pt x="556" y="161"/>
                </a:lnTo>
                <a:lnTo>
                  <a:pt x="557" y="161"/>
                </a:lnTo>
                <a:lnTo>
                  <a:pt x="558" y="162"/>
                </a:lnTo>
                <a:lnTo>
                  <a:pt x="559" y="161"/>
                </a:lnTo>
                <a:lnTo>
                  <a:pt x="560" y="161"/>
                </a:lnTo>
                <a:lnTo>
                  <a:pt x="562" y="159"/>
                </a:lnTo>
                <a:lnTo>
                  <a:pt x="564" y="158"/>
                </a:lnTo>
                <a:lnTo>
                  <a:pt x="565" y="158"/>
                </a:lnTo>
                <a:lnTo>
                  <a:pt x="565" y="155"/>
                </a:lnTo>
                <a:lnTo>
                  <a:pt x="565" y="154"/>
                </a:lnTo>
                <a:lnTo>
                  <a:pt x="564" y="153"/>
                </a:lnTo>
                <a:lnTo>
                  <a:pt x="564" y="152"/>
                </a:lnTo>
                <a:lnTo>
                  <a:pt x="563" y="151"/>
                </a:lnTo>
                <a:lnTo>
                  <a:pt x="561" y="148"/>
                </a:lnTo>
                <a:lnTo>
                  <a:pt x="560" y="147"/>
                </a:lnTo>
                <a:lnTo>
                  <a:pt x="560" y="145"/>
                </a:lnTo>
                <a:lnTo>
                  <a:pt x="561" y="145"/>
                </a:lnTo>
                <a:lnTo>
                  <a:pt x="561" y="143"/>
                </a:lnTo>
                <a:lnTo>
                  <a:pt x="562" y="142"/>
                </a:lnTo>
                <a:lnTo>
                  <a:pt x="563" y="140"/>
                </a:lnTo>
                <a:lnTo>
                  <a:pt x="566" y="140"/>
                </a:lnTo>
                <a:lnTo>
                  <a:pt x="568" y="139"/>
                </a:lnTo>
                <a:lnTo>
                  <a:pt x="570" y="139"/>
                </a:lnTo>
                <a:lnTo>
                  <a:pt x="571" y="138"/>
                </a:lnTo>
                <a:lnTo>
                  <a:pt x="571" y="137"/>
                </a:lnTo>
                <a:lnTo>
                  <a:pt x="571" y="136"/>
                </a:lnTo>
                <a:lnTo>
                  <a:pt x="570" y="136"/>
                </a:lnTo>
                <a:lnTo>
                  <a:pt x="569" y="136"/>
                </a:lnTo>
                <a:lnTo>
                  <a:pt x="569" y="135"/>
                </a:lnTo>
                <a:lnTo>
                  <a:pt x="568" y="135"/>
                </a:lnTo>
                <a:lnTo>
                  <a:pt x="567" y="134"/>
                </a:lnTo>
                <a:lnTo>
                  <a:pt x="567" y="133"/>
                </a:lnTo>
                <a:lnTo>
                  <a:pt x="566" y="133"/>
                </a:lnTo>
                <a:lnTo>
                  <a:pt x="566" y="130"/>
                </a:lnTo>
                <a:lnTo>
                  <a:pt x="566" y="129"/>
                </a:lnTo>
                <a:lnTo>
                  <a:pt x="567" y="128"/>
                </a:lnTo>
                <a:lnTo>
                  <a:pt x="568" y="128"/>
                </a:lnTo>
                <a:lnTo>
                  <a:pt x="570" y="127"/>
                </a:lnTo>
                <a:lnTo>
                  <a:pt x="571" y="126"/>
                </a:lnTo>
                <a:lnTo>
                  <a:pt x="572" y="127"/>
                </a:lnTo>
                <a:lnTo>
                  <a:pt x="572" y="128"/>
                </a:lnTo>
                <a:lnTo>
                  <a:pt x="572" y="129"/>
                </a:lnTo>
                <a:lnTo>
                  <a:pt x="573" y="130"/>
                </a:lnTo>
                <a:lnTo>
                  <a:pt x="573" y="131"/>
                </a:lnTo>
                <a:lnTo>
                  <a:pt x="575" y="133"/>
                </a:lnTo>
                <a:lnTo>
                  <a:pt x="576" y="133"/>
                </a:lnTo>
                <a:lnTo>
                  <a:pt x="576" y="132"/>
                </a:lnTo>
                <a:lnTo>
                  <a:pt x="577" y="132"/>
                </a:lnTo>
                <a:lnTo>
                  <a:pt x="577" y="131"/>
                </a:lnTo>
                <a:lnTo>
                  <a:pt x="578" y="131"/>
                </a:lnTo>
                <a:lnTo>
                  <a:pt x="579" y="131"/>
                </a:lnTo>
                <a:lnTo>
                  <a:pt x="579" y="129"/>
                </a:lnTo>
                <a:lnTo>
                  <a:pt x="580" y="128"/>
                </a:lnTo>
                <a:lnTo>
                  <a:pt x="579" y="128"/>
                </a:lnTo>
                <a:lnTo>
                  <a:pt x="579" y="127"/>
                </a:lnTo>
                <a:lnTo>
                  <a:pt x="579" y="126"/>
                </a:lnTo>
                <a:lnTo>
                  <a:pt x="580" y="126"/>
                </a:lnTo>
                <a:lnTo>
                  <a:pt x="581" y="126"/>
                </a:lnTo>
                <a:lnTo>
                  <a:pt x="583" y="126"/>
                </a:lnTo>
                <a:lnTo>
                  <a:pt x="584" y="126"/>
                </a:lnTo>
                <a:lnTo>
                  <a:pt x="585" y="126"/>
                </a:lnTo>
                <a:lnTo>
                  <a:pt x="585" y="125"/>
                </a:lnTo>
                <a:lnTo>
                  <a:pt x="586" y="125"/>
                </a:lnTo>
                <a:lnTo>
                  <a:pt x="586" y="124"/>
                </a:lnTo>
                <a:lnTo>
                  <a:pt x="586" y="123"/>
                </a:lnTo>
                <a:lnTo>
                  <a:pt x="586" y="121"/>
                </a:lnTo>
                <a:lnTo>
                  <a:pt x="586" y="120"/>
                </a:lnTo>
                <a:lnTo>
                  <a:pt x="585" y="120"/>
                </a:lnTo>
                <a:lnTo>
                  <a:pt x="586" y="119"/>
                </a:lnTo>
                <a:lnTo>
                  <a:pt x="586" y="118"/>
                </a:lnTo>
                <a:lnTo>
                  <a:pt x="587" y="117"/>
                </a:lnTo>
                <a:lnTo>
                  <a:pt x="589" y="112"/>
                </a:lnTo>
                <a:lnTo>
                  <a:pt x="589" y="111"/>
                </a:lnTo>
                <a:lnTo>
                  <a:pt x="587" y="111"/>
                </a:lnTo>
                <a:lnTo>
                  <a:pt x="586" y="111"/>
                </a:lnTo>
                <a:lnTo>
                  <a:pt x="585" y="112"/>
                </a:lnTo>
                <a:lnTo>
                  <a:pt x="584" y="112"/>
                </a:lnTo>
                <a:lnTo>
                  <a:pt x="583" y="110"/>
                </a:lnTo>
                <a:lnTo>
                  <a:pt x="583" y="109"/>
                </a:lnTo>
                <a:lnTo>
                  <a:pt x="584" y="109"/>
                </a:lnTo>
                <a:lnTo>
                  <a:pt x="584" y="108"/>
                </a:lnTo>
                <a:lnTo>
                  <a:pt x="583" y="105"/>
                </a:lnTo>
                <a:lnTo>
                  <a:pt x="582" y="104"/>
                </a:lnTo>
                <a:lnTo>
                  <a:pt x="581" y="104"/>
                </a:lnTo>
                <a:lnTo>
                  <a:pt x="580" y="104"/>
                </a:lnTo>
                <a:lnTo>
                  <a:pt x="579" y="103"/>
                </a:lnTo>
                <a:lnTo>
                  <a:pt x="578" y="103"/>
                </a:lnTo>
                <a:lnTo>
                  <a:pt x="578" y="102"/>
                </a:lnTo>
                <a:lnTo>
                  <a:pt x="577" y="100"/>
                </a:lnTo>
                <a:lnTo>
                  <a:pt x="578" y="98"/>
                </a:lnTo>
                <a:lnTo>
                  <a:pt x="578" y="97"/>
                </a:lnTo>
                <a:lnTo>
                  <a:pt x="579" y="97"/>
                </a:lnTo>
                <a:lnTo>
                  <a:pt x="579" y="96"/>
                </a:lnTo>
                <a:lnTo>
                  <a:pt x="581" y="93"/>
                </a:lnTo>
                <a:lnTo>
                  <a:pt x="583" y="93"/>
                </a:lnTo>
                <a:lnTo>
                  <a:pt x="584" y="93"/>
                </a:lnTo>
                <a:lnTo>
                  <a:pt x="584" y="94"/>
                </a:lnTo>
                <a:lnTo>
                  <a:pt x="584" y="95"/>
                </a:lnTo>
                <a:lnTo>
                  <a:pt x="585" y="95"/>
                </a:lnTo>
                <a:lnTo>
                  <a:pt x="585" y="94"/>
                </a:lnTo>
                <a:lnTo>
                  <a:pt x="586" y="94"/>
                </a:lnTo>
                <a:lnTo>
                  <a:pt x="586" y="93"/>
                </a:lnTo>
                <a:lnTo>
                  <a:pt x="587" y="93"/>
                </a:lnTo>
                <a:lnTo>
                  <a:pt x="587" y="92"/>
                </a:lnTo>
                <a:lnTo>
                  <a:pt x="589" y="90"/>
                </a:lnTo>
                <a:lnTo>
                  <a:pt x="590" y="90"/>
                </a:lnTo>
                <a:lnTo>
                  <a:pt x="590" y="89"/>
                </a:lnTo>
                <a:lnTo>
                  <a:pt x="590" y="90"/>
                </a:lnTo>
                <a:lnTo>
                  <a:pt x="591" y="90"/>
                </a:lnTo>
                <a:lnTo>
                  <a:pt x="592" y="89"/>
                </a:lnTo>
                <a:lnTo>
                  <a:pt x="594" y="89"/>
                </a:lnTo>
                <a:lnTo>
                  <a:pt x="594" y="88"/>
                </a:lnTo>
                <a:lnTo>
                  <a:pt x="595" y="87"/>
                </a:lnTo>
                <a:lnTo>
                  <a:pt x="597" y="90"/>
                </a:lnTo>
                <a:lnTo>
                  <a:pt x="598" y="90"/>
                </a:lnTo>
                <a:lnTo>
                  <a:pt x="598" y="91"/>
                </a:lnTo>
                <a:lnTo>
                  <a:pt x="598" y="92"/>
                </a:lnTo>
                <a:lnTo>
                  <a:pt x="598" y="93"/>
                </a:lnTo>
                <a:lnTo>
                  <a:pt x="599" y="93"/>
                </a:lnTo>
                <a:lnTo>
                  <a:pt x="600" y="96"/>
                </a:lnTo>
                <a:lnTo>
                  <a:pt x="602" y="95"/>
                </a:lnTo>
                <a:lnTo>
                  <a:pt x="603" y="95"/>
                </a:lnTo>
                <a:lnTo>
                  <a:pt x="603" y="94"/>
                </a:lnTo>
                <a:lnTo>
                  <a:pt x="604" y="94"/>
                </a:lnTo>
                <a:lnTo>
                  <a:pt x="605" y="95"/>
                </a:lnTo>
                <a:lnTo>
                  <a:pt x="607" y="95"/>
                </a:lnTo>
                <a:lnTo>
                  <a:pt x="608" y="95"/>
                </a:lnTo>
                <a:lnTo>
                  <a:pt x="607" y="95"/>
                </a:lnTo>
                <a:lnTo>
                  <a:pt x="607" y="93"/>
                </a:lnTo>
                <a:lnTo>
                  <a:pt x="607" y="92"/>
                </a:lnTo>
                <a:lnTo>
                  <a:pt x="607" y="91"/>
                </a:lnTo>
                <a:lnTo>
                  <a:pt x="606" y="91"/>
                </a:lnTo>
                <a:lnTo>
                  <a:pt x="606" y="90"/>
                </a:lnTo>
                <a:lnTo>
                  <a:pt x="606" y="89"/>
                </a:lnTo>
                <a:lnTo>
                  <a:pt x="605" y="88"/>
                </a:lnTo>
                <a:lnTo>
                  <a:pt x="605" y="87"/>
                </a:lnTo>
                <a:lnTo>
                  <a:pt x="605" y="86"/>
                </a:lnTo>
                <a:lnTo>
                  <a:pt x="606" y="85"/>
                </a:lnTo>
                <a:lnTo>
                  <a:pt x="607" y="83"/>
                </a:lnTo>
                <a:lnTo>
                  <a:pt x="606" y="82"/>
                </a:lnTo>
                <a:lnTo>
                  <a:pt x="606" y="81"/>
                </a:lnTo>
                <a:lnTo>
                  <a:pt x="606" y="80"/>
                </a:lnTo>
                <a:lnTo>
                  <a:pt x="606" y="79"/>
                </a:lnTo>
                <a:lnTo>
                  <a:pt x="605" y="79"/>
                </a:lnTo>
                <a:lnTo>
                  <a:pt x="606" y="78"/>
                </a:lnTo>
                <a:lnTo>
                  <a:pt x="607" y="78"/>
                </a:lnTo>
                <a:lnTo>
                  <a:pt x="608" y="78"/>
                </a:lnTo>
                <a:lnTo>
                  <a:pt x="609" y="78"/>
                </a:lnTo>
                <a:lnTo>
                  <a:pt x="611" y="77"/>
                </a:lnTo>
                <a:lnTo>
                  <a:pt x="611" y="76"/>
                </a:lnTo>
                <a:lnTo>
                  <a:pt x="611" y="74"/>
                </a:lnTo>
                <a:lnTo>
                  <a:pt x="611" y="73"/>
                </a:lnTo>
                <a:lnTo>
                  <a:pt x="611" y="72"/>
                </a:lnTo>
                <a:lnTo>
                  <a:pt x="611" y="71"/>
                </a:lnTo>
                <a:lnTo>
                  <a:pt x="612" y="71"/>
                </a:lnTo>
                <a:lnTo>
                  <a:pt x="615" y="72"/>
                </a:lnTo>
                <a:lnTo>
                  <a:pt x="615" y="73"/>
                </a:lnTo>
                <a:lnTo>
                  <a:pt x="615" y="74"/>
                </a:lnTo>
                <a:lnTo>
                  <a:pt x="615" y="75"/>
                </a:lnTo>
                <a:lnTo>
                  <a:pt x="615" y="76"/>
                </a:lnTo>
                <a:lnTo>
                  <a:pt x="616" y="75"/>
                </a:lnTo>
                <a:lnTo>
                  <a:pt x="618" y="75"/>
                </a:lnTo>
                <a:lnTo>
                  <a:pt x="618" y="74"/>
                </a:lnTo>
                <a:lnTo>
                  <a:pt x="617" y="74"/>
                </a:lnTo>
                <a:lnTo>
                  <a:pt x="616" y="74"/>
                </a:lnTo>
                <a:lnTo>
                  <a:pt x="617" y="73"/>
                </a:lnTo>
                <a:lnTo>
                  <a:pt x="617" y="71"/>
                </a:lnTo>
                <a:lnTo>
                  <a:pt x="618" y="70"/>
                </a:lnTo>
                <a:lnTo>
                  <a:pt x="618" y="69"/>
                </a:lnTo>
                <a:lnTo>
                  <a:pt x="619" y="69"/>
                </a:lnTo>
                <a:lnTo>
                  <a:pt x="620" y="69"/>
                </a:lnTo>
                <a:lnTo>
                  <a:pt x="621" y="70"/>
                </a:lnTo>
                <a:lnTo>
                  <a:pt x="621" y="71"/>
                </a:lnTo>
                <a:lnTo>
                  <a:pt x="621" y="72"/>
                </a:lnTo>
                <a:lnTo>
                  <a:pt x="621" y="73"/>
                </a:lnTo>
                <a:lnTo>
                  <a:pt x="620" y="73"/>
                </a:lnTo>
                <a:lnTo>
                  <a:pt x="619" y="74"/>
                </a:lnTo>
                <a:lnTo>
                  <a:pt x="619" y="75"/>
                </a:lnTo>
                <a:lnTo>
                  <a:pt x="620" y="75"/>
                </a:lnTo>
                <a:lnTo>
                  <a:pt x="621" y="75"/>
                </a:lnTo>
                <a:lnTo>
                  <a:pt x="623" y="74"/>
                </a:lnTo>
                <a:lnTo>
                  <a:pt x="624" y="74"/>
                </a:lnTo>
                <a:lnTo>
                  <a:pt x="624" y="73"/>
                </a:lnTo>
                <a:lnTo>
                  <a:pt x="625" y="71"/>
                </a:lnTo>
                <a:lnTo>
                  <a:pt x="625" y="70"/>
                </a:lnTo>
                <a:lnTo>
                  <a:pt x="628" y="70"/>
                </a:lnTo>
                <a:lnTo>
                  <a:pt x="629" y="70"/>
                </a:lnTo>
                <a:lnTo>
                  <a:pt x="631" y="70"/>
                </a:lnTo>
                <a:lnTo>
                  <a:pt x="633" y="71"/>
                </a:lnTo>
                <a:lnTo>
                  <a:pt x="634" y="71"/>
                </a:lnTo>
                <a:lnTo>
                  <a:pt x="634" y="72"/>
                </a:lnTo>
                <a:lnTo>
                  <a:pt x="634" y="73"/>
                </a:lnTo>
                <a:lnTo>
                  <a:pt x="635" y="73"/>
                </a:lnTo>
                <a:lnTo>
                  <a:pt x="635" y="72"/>
                </a:lnTo>
                <a:lnTo>
                  <a:pt x="635" y="71"/>
                </a:lnTo>
                <a:lnTo>
                  <a:pt x="636" y="71"/>
                </a:lnTo>
                <a:lnTo>
                  <a:pt x="637" y="72"/>
                </a:lnTo>
                <a:lnTo>
                  <a:pt x="638" y="72"/>
                </a:lnTo>
                <a:lnTo>
                  <a:pt x="639" y="71"/>
                </a:lnTo>
                <a:lnTo>
                  <a:pt x="640" y="70"/>
                </a:lnTo>
                <a:lnTo>
                  <a:pt x="642" y="70"/>
                </a:lnTo>
                <a:lnTo>
                  <a:pt x="643" y="72"/>
                </a:lnTo>
                <a:lnTo>
                  <a:pt x="644" y="74"/>
                </a:lnTo>
                <a:lnTo>
                  <a:pt x="644" y="75"/>
                </a:lnTo>
                <a:lnTo>
                  <a:pt x="644" y="76"/>
                </a:lnTo>
                <a:lnTo>
                  <a:pt x="643" y="77"/>
                </a:lnTo>
                <a:lnTo>
                  <a:pt x="643" y="79"/>
                </a:lnTo>
                <a:lnTo>
                  <a:pt x="643" y="80"/>
                </a:lnTo>
                <a:lnTo>
                  <a:pt x="645" y="81"/>
                </a:lnTo>
                <a:lnTo>
                  <a:pt x="645" y="80"/>
                </a:lnTo>
                <a:lnTo>
                  <a:pt x="648" y="81"/>
                </a:lnTo>
                <a:lnTo>
                  <a:pt x="649" y="81"/>
                </a:lnTo>
                <a:lnTo>
                  <a:pt x="648" y="81"/>
                </a:lnTo>
                <a:lnTo>
                  <a:pt x="648" y="82"/>
                </a:lnTo>
                <a:lnTo>
                  <a:pt x="647" y="82"/>
                </a:lnTo>
                <a:lnTo>
                  <a:pt x="646" y="84"/>
                </a:lnTo>
                <a:lnTo>
                  <a:pt x="646" y="85"/>
                </a:lnTo>
                <a:lnTo>
                  <a:pt x="646" y="87"/>
                </a:lnTo>
                <a:lnTo>
                  <a:pt x="646" y="89"/>
                </a:lnTo>
                <a:lnTo>
                  <a:pt x="647" y="90"/>
                </a:lnTo>
                <a:lnTo>
                  <a:pt x="648" y="90"/>
                </a:lnTo>
                <a:lnTo>
                  <a:pt x="647" y="91"/>
                </a:lnTo>
                <a:lnTo>
                  <a:pt x="647" y="92"/>
                </a:lnTo>
                <a:lnTo>
                  <a:pt x="647" y="93"/>
                </a:lnTo>
                <a:lnTo>
                  <a:pt x="647" y="94"/>
                </a:lnTo>
                <a:lnTo>
                  <a:pt x="648" y="94"/>
                </a:lnTo>
                <a:lnTo>
                  <a:pt x="650" y="94"/>
                </a:lnTo>
                <a:lnTo>
                  <a:pt x="652" y="96"/>
                </a:lnTo>
                <a:lnTo>
                  <a:pt x="653" y="96"/>
                </a:lnTo>
                <a:lnTo>
                  <a:pt x="654" y="95"/>
                </a:lnTo>
                <a:lnTo>
                  <a:pt x="654" y="93"/>
                </a:lnTo>
                <a:lnTo>
                  <a:pt x="653" y="92"/>
                </a:lnTo>
                <a:lnTo>
                  <a:pt x="654" y="90"/>
                </a:lnTo>
                <a:lnTo>
                  <a:pt x="654" y="89"/>
                </a:lnTo>
                <a:lnTo>
                  <a:pt x="655" y="90"/>
                </a:lnTo>
                <a:lnTo>
                  <a:pt x="656" y="90"/>
                </a:lnTo>
                <a:lnTo>
                  <a:pt x="656" y="89"/>
                </a:lnTo>
                <a:lnTo>
                  <a:pt x="657" y="89"/>
                </a:lnTo>
                <a:lnTo>
                  <a:pt x="657" y="88"/>
                </a:lnTo>
                <a:lnTo>
                  <a:pt x="659" y="88"/>
                </a:lnTo>
                <a:lnTo>
                  <a:pt x="660" y="88"/>
                </a:lnTo>
                <a:lnTo>
                  <a:pt x="661" y="87"/>
                </a:lnTo>
                <a:lnTo>
                  <a:pt x="662" y="87"/>
                </a:lnTo>
                <a:lnTo>
                  <a:pt x="662" y="86"/>
                </a:lnTo>
                <a:lnTo>
                  <a:pt x="664" y="86"/>
                </a:lnTo>
                <a:lnTo>
                  <a:pt x="666" y="86"/>
                </a:lnTo>
                <a:lnTo>
                  <a:pt x="667" y="86"/>
                </a:lnTo>
                <a:lnTo>
                  <a:pt x="668" y="86"/>
                </a:lnTo>
                <a:lnTo>
                  <a:pt x="668" y="85"/>
                </a:lnTo>
                <a:lnTo>
                  <a:pt x="668" y="84"/>
                </a:lnTo>
                <a:lnTo>
                  <a:pt x="668" y="83"/>
                </a:lnTo>
                <a:lnTo>
                  <a:pt x="669" y="83"/>
                </a:lnTo>
                <a:lnTo>
                  <a:pt x="670" y="82"/>
                </a:lnTo>
                <a:lnTo>
                  <a:pt x="669" y="82"/>
                </a:lnTo>
                <a:lnTo>
                  <a:pt x="669" y="81"/>
                </a:lnTo>
                <a:lnTo>
                  <a:pt x="668" y="81"/>
                </a:lnTo>
                <a:lnTo>
                  <a:pt x="668" y="80"/>
                </a:lnTo>
                <a:lnTo>
                  <a:pt x="667" y="79"/>
                </a:lnTo>
                <a:lnTo>
                  <a:pt x="668" y="79"/>
                </a:lnTo>
                <a:lnTo>
                  <a:pt x="672" y="78"/>
                </a:lnTo>
                <a:lnTo>
                  <a:pt x="673" y="78"/>
                </a:lnTo>
                <a:lnTo>
                  <a:pt x="674" y="78"/>
                </a:lnTo>
                <a:lnTo>
                  <a:pt x="675" y="78"/>
                </a:lnTo>
                <a:lnTo>
                  <a:pt x="676" y="77"/>
                </a:lnTo>
                <a:lnTo>
                  <a:pt x="677" y="77"/>
                </a:lnTo>
                <a:lnTo>
                  <a:pt x="678" y="76"/>
                </a:lnTo>
                <a:lnTo>
                  <a:pt x="678" y="75"/>
                </a:lnTo>
                <a:lnTo>
                  <a:pt x="679" y="75"/>
                </a:lnTo>
                <a:lnTo>
                  <a:pt x="679" y="74"/>
                </a:lnTo>
                <a:lnTo>
                  <a:pt x="678" y="74"/>
                </a:lnTo>
                <a:lnTo>
                  <a:pt x="678" y="73"/>
                </a:lnTo>
                <a:lnTo>
                  <a:pt x="678" y="72"/>
                </a:lnTo>
                <a:lnTo>
                  <a:pt x="679" y="72"/>
                </a:lnTo>
                <a:lnTo>
                  <a:pt x="679" y="71"/>
                </a:lnTo>
                <a:lnTo>
                  <a:pt x="679" y="70"/>
                </a:lnTo>
                <a:lnTo>
                  <a:pt x="680" y="70"/>
                </a:lnTo>
                <a:lnTo>
                  <a:pt x="681" y="70"/>
                </a:lnTo>
                <a:lnTo>
                  <a:pt x="682" y="70"/>
                </a:lnTo>
                <a:lnTo>
                  <a:pt x="682" y="69"/>
                </a:lnTo>
                <a:lnTo>
                  <a:pt x="682" y="68"/>
                </a:lnTo>
                <a:lnTo>
                  <a:pt x="682" y="67"/>
                </a:lnTo>
                <a:lnTo>
                  <a:pt x="682" y="66"/>
                </a:lnTo>
                <a:lnTo>
                  <a:pt x="681" y="64"/>
                </a:lnTo>
                <a:lnTo>
                  <a:pt x="682" y="64"/>
                </a:lnTo>
                <a:lnTo>
                  <a:pt x="683" y="61"/>
                </a:lnTo>
                <a:lnTo>
                  <a:pt x="684" y="59"/>
                </a:lnTo>
                <a:lnTo>
                  <a:pt x="686" y="57"/>
                </a:lnTo>
                <a:lnTo>
                  <a:pt x="686" y="56"/>
                </a:lnTo>
                <a:lnTo>
                  <a:pt x="685" y="55"/>
                </a:lnTo>
                <a:lnTo>
                  <a:pt x="685" y="56"/>
                </a:lnTo>
                <a:lnTo>
                  <a:pt x="684" y="56"/>
                </a:lnTo>
                <a:lnTo>
                  <a:pt x="683" y="55"/>
                </a:lnTo>
                <a:lnTo>
                  <a:pt x="681" y="55"/>
                </a:lnTo>
                <a:lnTo>
                  <a:pt x="681" y="54"/>
                </a:lnTo>
                <a:lnTo>
                  <a:pt x="680" y="54"/>
                </a:lnTo>
                <a:lnTo>
                  <a:pt x="679" y="52"/>
                </a:lnTo>
                <a:lnTo>
                  <a:pt x="679" y="51"/>
                </a:lnTo>
                <a:lnTo>
                  <a:pt x="680" y="51"/>
                </a:lnTo>
                <a:lnTo>
                  <a:pt x="679" y="50"/>
                </a:lnTo>
                <a:lnTo>
                  <a:pt x="679" y="49"/>
                </a:lnTo>
                <a:lnTo>
                  <a:pt x="678" y="48"/>
                </a:lnTo>
                <a:lnTo>
                  <a:pt x="677" y="47"/>
                </a:lnTo>
                <a:lnTo>
                  <a:pt x="676" y="48"/>
                </a:lnTo>
                <a:lnTo>
                  <a:pt x="675" y="48"/>
                </a:lnTo>
                <a:lnTo>
                  <a:pt x="674" y="48"/>
                </a:lnTo>
                <a:lnTo>
                  <a:pt x="673" y="47"/>
                </a:lnTo>
                <a:lnTo>
                  <a:pt x="672" y="45"/>
                </a:lnTo>
                <a:lnTo>
                  <a:pt x="672" y="44"/>
                </a:lnTo>
                <a:lnTo>
                  <a:pt x="674" y="41"/>
                </a:lnTo>
                <a:lnTo>
                  <a:pt x="675" y="40"/>
                </a:lnTo>
                <a:lnTo>
                  <a:pt x="676" y="40"/>
                </a:lnTo>
                <a:lnTo>
                  <a:pt x="677" y="40"/>
                </a:lnTo>
                <a:lnTo>
                  <a:pt x="678" y="39"/>
                </a:lnTo>
                <a:lnTo>
                  <a:pt x="678" y="38"/>
                </a:lnTo>
                <a:lnTo>
                  <a:pt x="677" y="37"/>
                </a:lnTo>
                <a:lnTo>
                  <a:pt x="677" y="36"/>
                </a:lnTo>
                <a:lnTo>
                  <a:pt x="677" y="34"/>
                </a:lnTo>
                <a:lnTo>
                  <a:pt x="676" y="34"/>
                </a:lnTo>
                <a:lnTo>
                  <a:pt x="674" y="33"/>
                </a:lnTo>
                <a:lnTo>
                  <a:pt x="674" y="32"/>
                </a:lnTo>
                <a:lnTo>
                  <a:pt x="673" y="30"/>
                </a:lnTo>
                <a:lnTo>
                  <a:pt x="673" y="28"/>
                </a:lnTo>
                <a:lnTo>
                  <a:pt x="673" y="27"/>
                </a:lnTo>
                <a:lnTo>
                  <a:pt x="674" y="25"/>
                </a:lnTo>
                <a:lnTo>
                  <a:pt x="675" y="27"/>
                </a:lnTo>
                <a:lnTo>
                  <a:pt x="676" y="27"/>
                </a:lnTo>
                <a:lnTo>
                  <a:pt x="677" y="27"/>
                </a:lnTo>
                <a:lnTo>
                  <a:pt x="677" y="28"/>
                </a:lnTo>
                <a:lnTo>
                  <a:pt x="678" y="27"/>
                </a:lnTo>
                <a:lnTo>
                  <a:pt x="679" y="27"/>
                </a:lnTo>
                <a:lnTo>
                  <a:pt x="680" y="27"/>
                </a:lnTo>
                <a:lnTo>
                  <a:pt x="681" y="26"/>
                </a:lnTo>
                <a:lnTo>
                  <a:pt x="681" y="25"/>
                </a:lnTo>
                <a:lnTo>
                  <a:pt x="681" y="24"/>
                </a:lnTo>
                <a:lnTo>
                  <a:pt x="681" y="23"/>
                </a:lnTo>
                <a:lnTo>
                  <a:pt x="682" y="22"/>
                </a:lnTo>
                <a:lnTo>
                  <a:pt x="683" y="21"/>
                </a:lnTo>
                <a:lnTo>
                  <a:pt x="683" y="20"/>
                </a:lnTo>
                <a:lnTo>
                  <a:pt x="683" y="19"/>
                </a:lnTo>
                <a:lnTo>
                  <a:pt x="682" y="18"/>
                </a:lnTo>
                <a:lnTo>
                  <a:pt x="681" y="18"/>
                </a:lnTo>
                <a:lnTo>
                  <a:pt x="681" y="19"/>
                </a:lnTo>
                <a:lnTo>
                  <a:pt x="680" y="19"/>
                </a:lnTo>
                <a:lnTo>
                  <a:pt x="680" y="18"/>
                </a:lnTo>
                <a:lnTo>
                  <a:pt x="679" y="18"/>
                </a:lnTo>
                <a:lnTo>
                  <a:pt x="679" y="17"/>
                </a:lnTo>
                <a:lnTo>
                  <a:pt x="679" y="15"/>
                </a:lnTo>
                <a:lnTo>
                  <a:pt x="680" y="13"/>
                </a:lnTo>
                <a:lnTo>
                  <a:pt x="679" y="12"/>
                </a:lnTo>
                <a:lnTo>
                  <a:pt x="679" y="11"/>
                </a:lnTo>
                <a:lnTo>
                  <a:pt x="678" y="10"/>
                </a:lnTo>
                <a:lnTo>
                  <a:pt x="678" y="9"/>
                </a:lnTo>
                <a:lnTo>
                  <a:pt x="678" y="8"/>
                </a:lnTo>
                <a:lnTo>
                  <a:pt x="679" y="8"/>
                </a:lnTo>
                <a:lnTo>
                  <a:pt x="679" y="7"/>
                </a:lnTo>
                <a:lnTo>
                  <a:pt x="680" y="7"/>
                </a:lnTo>
                <a:lnTo>
                  <a:pt x="681" y="7"/>
                </a:lnTo>
                <a:lnTo>
                  <a:pt x="682" y="7"/>
                </a:lnTo>
                <a:lnTo>
                  <a:pt x="683" y="7"/>
                </a:lnTo>
                <a:lnTo>
                  <a:pt x="683" y="6"/>
                </a:lnTo>
                <a:lnTo>
                  <a:pt x="684" y="6"/>
                </a:lnTo>
                <a:lnTo>
                  <a:pt x="685" y="4"/>
                </a:lnTo>
                <a:lnTo>
                  <a:pt x="686" y="5"/>
                </a:lnTo>
                <a:lnTo>
                  <a:pt x="688" y="6"/>
                </a:lnTo>
                <a:lnTo>
                  <a:pt x="688" y="5"/>
                </a:lnTo>
                <a:lnTo>
                  <a:pt x="688" y="6"/>
                </a:lnTo>
                <a:lnTo>
                  <a:pt x="689" y="6"/>
                </a:lnTo>
                <a:lnTo>
                  <a:pt x="689" y="8"/>
                </a:lnTo>
                <a:lnTo>
                  <a:pt x="689" y="9"/>
                </a:lnTo>
                <a:lnTo>
                  <a:pt x="689" y="10"/>
                </a:lnTo>
                <a:lnTo>
                  <a:pt x="690" y="11"/>
                </a:lnTo>
                <a:lnTo>
                  <a:pt x="691" y="11"/>
                </a:lnTo>
                <a:lnTo>
                  <a:pt x="693" y="10"/>
                </a:lnTo>
                <a:lnTo>
                  <a:pt x="694" y="10"/>
                </a:lnTo>
                <a:lnTo>
                  <a:pt x="694" y="9"/>
                </a:lnTo>
                <a:lnTo>
                  <a:pt x="695" y="9"/>
                </a:lnTo>
                <a:lnTo>
                  <a:pt x="697" y="7"/>
                </a:lnTo>
                <a:lnTo>
                  <a:pt x="698" y="6"/>
                </a:lnTo>
                <a:lnTo>
                  <a:pt x="700" y="5"/>
                </a:lnTo>
                <a:lnTo>
                  <a:pt x="700" y="6"/>
                </a:lnTo>
                <a:lnTo>
                  <a:pt x="701" y="6"/>
                </a:lnTo>
                <a:lnTo>
                  <a:pt x="703" y="4"/>
                </a:lnTo>
                <a:lnTo>
                  <a:pt x="704" y="3"/>
                </a:lnTo>
                <a:lnTo>
                  <a:pt x="704" y="2"/>
                </a:lnTo>
                <a:lnTo>
                  <a:pt x="704" y="1"/>
                </a:lnTo>
                <a:lnTo>
                  <a:pt x="705" y="1"/>
                </a:lnTo>
                <a:lnTo>
                  <a:pt x="706" y="0"/>
                </a:lnTo>
                <a:lnTo>
                  <a:pt x="707" y="1"/>
                </a:lnTo>
                <a:lnTo>
                  <a:pt x="708" y="1"/>
                </a:lnTo>
                <a:lnTo>
                  <a:pt x="708" y="3"/>
                </a:lnTo>
                <a:lnTo>
                  <a:pt x="709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4" name=""/>
          <p:cNvSpPr/>
          <p:nvPr/>
        </p:nvSpPr>
        <p:spPr>
          <a:xfrm>
            <a:off x="3757680" y="2119680"/>
            <a:ext cx="586080" cy="600120"/>
          </a:xfrm>
          <a:custGeom>
            <a:avLst/>
            <a:gdLst/>
            <a:ahLst/>
            <a:rect l="0" t="0" r="r" b="b"/>
            <a:pathLst>
              <a:path w="1628" h="1667">
                <a:moveTo>
                  <a:pt x="362" y="0"/>
                </a:moveTo>
                <a:lnTo>
                  <a:pt x="362" y="1"/>
                </a:lnTo>
                <a:lnTo>
                  <a:pt x="362" y="2"/>
                </a:lnTo>
                <a:lnTo>
                  <a:pt x="362" y="3"/>
                </a:lnTo>
                <a:lnTo>
                  <a:pt x="363" y="4"/>
                </a:lnTo>
                <a:lnTo>
                  <a:pt x="363" y="5"/>
                </a:lnTo>
                <a:lnTo>
                  <a:pt x="362" y="6"/>
                </a:lnTo>
                <a:lnTo>
                  <a:pt x="362" y="7"/>
                </a:lnTo>
                <a:lnTo>
                  <a:pt x="362" y="15"/>
                </a:lnTo>
                <a:lnTo>
                  <a:pt x="361" y="16"/>
                </a:lnTo>
                <a:lnTo>
                  <a:pt x="360" y="17"/>
                </a:lnTo>
                <a:lnTo>
                  <a:pt x="361" y="18"/>
                </a:lnTo>
                <a:lnTo>
                  <a:pt x="361" y="19"/>
                </a:lnTo>
                <a:lnTo>
                  <a:pt x="361" y="20"/>
                </a:lnTo>
                <a:lnTo>
                  <a:pt x="361" y="21"/>
                </a:lnTo>
                <a:lnTo>
                  <a:pt x="361" y="23"/>
                </a:lnTo>
                <a:lnTo>
                  <a:pt x="361" y="24"/>
                </a:lnTo>
                <a:lnTo>
                  <a:pt x="361" y="25"/>
                </a:lnTo>
                <a:lnTo>
                  <a:pt x="361" y="27"/>
                </a:lnTo>
                <a:lnTo>
                  <a:pt x="361" y="30"/>
                </a:lnTo>
                <a:lnTo>
                  <a:pt x="360" y="30"/>
                </a:lnTo>
                <a:lnTo>
                  <a:pt x="361" y="31"/>
                </a:lnTo>
                <a:lnTo>
                  <a:pt x="361" y="32"/>
                </a:lnTo>
                <a:lnTo>
                  <a:pt x="361" y="34"/>
                </a:lnTo>
                <a:lnTo>
                  <a:pt x="361" y="39"/>
                </a:lnTo>
                <a:lnTo>
                  <a:pt x="362" y="40"/>
                </a:lnTo>
                <a:lnTo>
                  <a:pt x="362" y="42"/>
                </a:lnTo>
                <a:lnTo>
                  <a:pt x="362" y="44"/>
                </a:lnTo>
                <a:lnTo>
                  <a:pt x="361" y="46"/>
                </a:lnTo>
                <a:lnTo>
                  <a:pt x="361" y="50"/>
                </a:lnTo>
                <a:lnTo>
                  <a:pt x="362" y="51"/>
                </a:lnTo>
                <a:lnTo>
                  <a:pt x="362" y="52"/>
                </a:lnTo>
                <a:lnTo>
                  <a:pt x="361" y="53"/>
                </a:lnTo>
                <a:lnTo>
                  <a:pt x="361" y="54"/>
                </a:lnTo>
                <a:lnTo>
                  <a:pt x="361" y="55"/>
                </a:lnTo>
                <a:lnTo>
                  <a:pt x="362" y="55"/>
                </a:lnTo>
                <a:lnTo>
                  <a:pt x="362" y="56"/>
                </a:lnTo>
                <a:lnTo>
                  <a:pt x="362" y="57"/>
                </a:lnTo>
                <a:lnTo>
                  <a:pt x="361" y="58"/>
                </a:lnTo>
                <a:lnTo>
                  <a:pt x="361" y="60"/>
                </a:lnTo>
                <a:lnTo>
                  <a:pt x="361" y="63"/>
                </a:lnTo>
                <a:lnTo>
                  <a:pt x="361" y="65"/>
                </a:lnTo>
                <a:lnTo>
                  <a:pt x="361" y="67"/>
                </a:lnTo>
                <a:lnTo>
                  <a:pt x="360" y="68"/>
                </a:lnTo>
                <a:lnTo>
                  <a:pt x="359" y="69"/>
                </a:lnTo>
                <a:lnTo>
                  <a:pt x="358" y="69"/>
                </a:lnTo>
                <a:lnTo>
                  <a:pt x="358" y="70"/>
                </a:lnTo>
                <a:lnTo>
                  <a:pt x="358" y="71"/>
                </a:lnTo>
                <a:lnTo>
                  <a:pt x="358" y="72"/>
                </a:lnTo>
                <a:lnTo>
                  <a:pt x="357" y="74"/>
                </a:lnTo>
                <a:lnTo>
                  <a:pt x="356" y="78"/>
                </a:lnTo>
                <a:lnTo>
                  <a:pt x="356" y="79"/>
                </a:lnTo>
                <a:lnTo>
                  <a:pt x="356" y="81"/>
                </a:lnTo>
                <a:lnTo>
                  <a:pt x="356" y="84"/>
                </a:lnTo>
                <a:lnTo>
                  <a:pt x="356" y="87"/>
                </a:lnTo>
                <a:lnTo>
                  <a:pt x="357" y="88"/>
                </a:lnTo>
                <a:lnTo>
                  <a:pt x="358" y="91"/>
                </a:lnTo>
                <a:lnTo>
                  <a:pt x="357" y="91"/>
                </a:lnTo>
                <a:lnTo>
                  <a:pt x="357" y="93"/>
                </a:lnTo>
                <a:lnTo>
                  <a:pt x="357" y="94"/>
                </a:lnTo>
                <a:lnTo>
                  <a:pt x="357" y="95"/>
                </a:lnTo>
                <a:lnTo>
                  <a:pt x="358" y="96"/>
                </a:lnTo>
                <a:lnTo>
                  <a:pt x="359" y="98"/>
                </a:lnTo>
                <a:lnTo>
                  <a:pt x="360" y="100"/>
                </a:lnTo>
                <a:lnTo>
                  <a:pt x="360" y="101"/>
                </a:lnTo>
                <a:lnTo>
                  <a:pt x="360" y="102"/>
                </a:lnTo>
                <a:lnTo>
                  <a:pt x="359" y="103"/>
                </a:lnTo>
                <a:lnTo>
                  <a:pt x="359" y="104"/>
                </a:lnTo>
                <a:lnTo>
                  <a:pt x="360" y="105"/>
                </a:lnTo>
                <a:lnTo>
                  <a:pt x="360" y="106"/>
                </a:lnTo>
                <a:lnTo>
                  <a:pt x="359" y="107"/>
                </a:lnTo>
                <a:lnTo>
                  <a:pt x="358" y="107"/>
                </a:lnTo>
                <a:lnTo>
                  <a:pt x="358" y="108"/>
                </a:lnTo>
                <a:lnTo>
                  <a:pt x="358" y="109"/>
                </a:lnTo>
                <a:lnTo>
                  <a:pt x="360" y="110"/>
                </a:lnTo>
                <a:lnTo>
                  <a:pt x="361" y="111"/>
                </a:lnTo>
                <a:lnTo>
                  <a:pt x="361" y="112"/>
                </a:lnTo>
                <a:lnTo>
                  <a:pt x="360" y="113"/>
                </a:lnTo>
                <a:lnTo>
                  <a:pt x="360" y="114"/>
                </a:lnTo>
                <a:lnTo>
                  <a:pt x="360" y="115"/>
                </a:lnTo>
                <a:lnTo>
                  <a:pt x="361" y="115"/>
                </a:lnTo>
                <a:lnTo>
                  <a:pt x="361" y="116"/>
                </a:lnTo>
                <a:lnTo>
                  <a:pt x="361" y="118"/>
                </a:lnTo>
                <a:lnTo>
                  <a:pt x="361" y="119"/>
                </a:lnTo>
                <a:lnTo>
                  <a:pt x="361" y="120"/>
                </a:lnTo>
                <a:lnTo>
                  <a:pt x="362" y="120"/>
                </a:lnTo>
                <a:lnTo>
                  <a:pt x="364" y="121"/>
                </a:lnTo>
                <a:lnTo>
                  <a:pt x="364" y="122"/>
                </a:lnTo>
                <a:lnTo>
                  <a:pt x="363" y="123"/>
                </a:lnTo>
                <a:lnTo>
                  <a:pt x="363" y="124"/>
                </a:lnTo>
                <a:lnTo>
                  <a:pt x="364" y="124"/>
                </a:lnTo>
                <a:lnTo>
                  <a:pt x="365" y="125"/>
                </a:lnTo>
                <a:lnTo>
                  <a:pt x="365" y="127"/>
                </a:lnTo>
                <a:lnTo>
                  <a:pt x="364" y="128"/>
                </a:lnTo>
                <a:lnTo>
                  <a:pt x="364" y="129"/>
                </a:lnTo>
                <a:lnTo>
                  <a:pt x="366" y="130"/>
                </a:lnTo>
                <a:lnTo>
                  <a:pt x="367" y="130"/>
                </a:lnTo>
                <a:lnTo>
                  <a:pt x="367" y="131"/>
                </a:lnTo>
                <a:lnTo>
                  <a:pt x="366" y="133"/>
                </a:lnTo>
                <a:lnTo>
                  <a:pt x="365" y="134"/>
                </a:lnTo>
                <a:lnTo>
                  <a:pt x="364" y="135"/>
                </a:lnTo>
                <a:lnTo>
                  <a:pt x="364" y="137"/>
                </a:lnTo>
                <a:lnTo>
                  <a:pt x="365" y="138"/>
                </a:lnTo>
                <a:lnTo>
                  <a:pt x="365" y="140"/>
                </a:lnTo>
                <a:lnTo>
                  <a:pt x="366" y="144"/>
                </a:lnTo>
                <a:lnTo>
                  <a:pt x="367" y="148"/>
                </a:lnTo>
                <a:lnTo>
                  <a:pt x="367" y="150"/>
                </a:lnTo>
                <a:lnTo>
                  <a:pt x="367" y="152"/>
                </a:lnTo>
                <a:lnTo>
                  <a:pt x="366" y="154"/>
                </a:lnTo>
                <a:lnTo>
                  <a:pt x="366" y="155"/>
                </a:lnTo>
                <a:lnTo>
                  <a:pt x="365" y="159"/>
                </a:lnTo>
                <a:lnTo>
                  <a:pt x="366" y="160"/>
                </a:lnTo>
                <a:lnTo>
                  <a:pt x="366" y="161"/>
                </a:lnTo>
                <a:lnTo>
                  <a:pt x="365" y="162"/>
                </a:lnTo>
                <a:lnTo>
                  <a:pt x="363" y="163"/>
                </a:lnTo>
                <a:lnTo>
                  <a:pt x="362" y="163"/>
                </a:lnTo>
                <a:lnTo>
                  <a:pt x="362" y="164"/>
                </a:lnTo>
                <a:lnTo>
                  <a:pt x="362" y="165"/>
                </a:lnTo>
                <a:lnTo>
                  <a:pt x="363" y="165"/>
                </a:lnTo>
                <a:lnTo>
                  <a:pt x="363" y="166"/>
                </a:lnTo>
                <a:lnTo>
                  <a:pt x="363" y="167"/>
                </a:lnTo>
                <a:lnTo>
                  <a:pt x="363" y="168"/>
                </a:lnTo>
                <a:lnTo>
                  <a:pt x="363" y="169"/>
                </a:lnTo>
                <a:lnTo>
                  <a:pt x="364" y="169"/>
                </a:lnTo>
                <a:lnTo>
                  <a:pt x="364" y="170"/>
                </a:lnTo>
                <a:lnTo>
                  <a:pt x="365" y="170"/>
                </a:lnTo>
                <a:lnTo>
                  <a:pt x="365" y="171"/>
                </a:lnTo>
                <a:lnTo>
                  <a:pt x="368" y="173"/>
                </a:lnTo>
                <a:lnTo>
                  <a:pt x="369" y="177"/>
                </a:lnTo>
                <a:lnTo>
                  <a:pt x="371" y="180"/>
                </a:lnTo>
                <a:lnTo>
                  <a:pt x="372" y="180"/>
                </a:lnTo>
                <a:lnTo>
                  <a:pt x="373" y="180"/>
                </a:lnTo>
                <a:lnTo>
                  <a:pt x="372" y="181"/>
                </a:lnTo>
                <a:lnTo>
                  <a:pt x="372" y="183"/>
                </a:lnTo>
                <a:lnTo>
                  <a:pt x="373" y="186"/>
                </a:lnTo>
                <a:lnTo>
                  <a:pt x="373" y="187"/>
                </a:lnTo>
                <a:lnTo>
                  <a:pt x="374" y="187"/>
                </a:lnTo>
                <a:lnTo>
                  <a:pt x="376" y="189"/>
                </a:lnTo>
                <a:lnTo>
                  <a:pt x="377" y="189"/>
                </a:lnTo>
                <a:lnTo>
                  <a:pt x="377" y="190"/>
                </a:lnTo>
                <a:lnTo>
                  <a:pt x="378" y="190"/>
                </a:lnTo>
                <a:lnTo>
                  <a:pt x="379" y="190"/>
                </a:lnTo>
                <a:lnTo>
                  <a:pt x="380" y="191"/>
                </a:lnTo>
                <a:lnTo>
                  <a:pt x="381" y="191"/>
                </a:lnTo>
                <a:lnTo>
                  <a:pt x="382" y="192"/>
                </a:lnTo>
                <a:lnTo>
                  <a:pt x="382" y="193"/>
                </a:lnTo>
                <a:lnTo>
                  <a:pt x="382" y="194"/>
                </a:lnTo>
                <a:lnTo>
                  <a:pt x="382" y="196"/>
                </a:lnTo>
                <a:lnTo>
                  <a:pt x="382" y="197"/>
                </a:lnTo>
                <a:lnTo>
                  <a:pt x="381" y="197"/>
                </a:lnTo>
                <a:lnTo>
                  <a:pt x="381" y="198"/>
                </a:lnTo>
                <a:lnTo>
                  <a:pt x="381" y="199"/>
                </a:lnTo>
                <a:lnTo>
                  <a:pt x="381" y="200"/>
                </a:lnTo>
                <a:lnTo>
                  <a:pt x="382" y="200"/>
                </a:lnTo>
                <a:lnTo>
                  <a:pt x="384" y="200"/>
                </a:lnTo>
                <a:lnTo>
                  <a:pt x="385" y="202"/>
                </a:lnTo>
                <a:lnTo>
                  <a:pt x="385" y="204"/>
                </a:lnTo>
                <a:lnTo>
                  <a:pt x="385" y="205"/>
                </a:lnTo>
                <a:lnTo>
                  <a:pt x="385" y="206"/>
                </a:lnTo>
                <a:lnTo>
                  <a:pt x="387" y="208"/>
                </a:lnTo>
                <a:lnTo>
                  <a:pt x="388" y="209"/>
                </a:lnTo>
                <a:lnTo>
                  <a:pt x="390" y="210"/>
                </a:lnTo>
                <a:lnTo>
                  <a:pt x="391" y="210"/>
                </a:lnTo>
                <a:lnTo>
                  <a:pt x="391" y="211"/>
                </a:lnTo>
                <a:lnTo>
                  <a:pt x="392" y="212"/>
                </a:lnTo>
                <a:lnTo>
                  <a:pt x="392" y="213"/>
                </a:lnTo>
                <a:lnTo>
                  <a:pt x="393" y="215"/>
                </a:lnTo>
                <a:lnTo>
                  <a:pt x="396" y="216"/>
                </a:lnTo>
                <a:lnTo>
                  <a:pt x="399" y="220"/>
                </a:lnTo>
                <a:lnTo>
                  <a:pt x="399" y="221"/>
                </a:lnTo>
                <a:lnTo>
                  <a:pt x="400" y="222"/>
                </a:lnTo>
                <a:lnTo>
                  <a:pt x="401" y="223"/>
                </a:lnTo>
                <a:lnTo>
                  <a:pt x="401" y="221"/>
                </a:lnTo>
                <a:lnTo>
                  <a:pt x="400" y="219"/>
                </a:lnTo>
                <a:lnTo>
                  <a:pt x="399" y="216"/>
                </a:lnTo>
                <a:lnTo>
                  <a:pt x="399" y="212"/>
                </a:lnTo>
                <a:lnTo>
                  <a:pt x="399" y="211"/>
                </a:lnTo>
                <a:lnTo>
                  <a:pt x="399" y="209"/>
                </a:lnTo>
                <a:lnTo>
                  <a:pt x="400" y="205"/>
                </a:lnTo>
                <a:lnTo>
                  <a:pt x="401" y="203"/>
                </a:lnTo>
                <a:lnTo>
                  <a:pt x="403" y="200"/>
                </a:lnTo>
                <a:lnTo>
                  <a:pt x="404" y="199"/>
                </a:lnTo>
                <a:lnTo>
                  <a:pt x="405" y="199"/>
                </a:lnTo>
                <a:lnTo>
                  <a:pt x="405" y="197"/>
                </a:lnTo>
                <a:lnTo>
                  <a:pt x="405" y="195"/>
                </a:lnTo>
                <a:lnTo>
                  <a:pt x="404" y="193"/>
                </a:lnTo>
                <a:lnTo>
                  <a:pt x="404" y="192"/>
                </a:lnTo>
                <a:lnTo>
                  <a:pt x="403" y="192"/>
                </a:lnTo>
                <a:lnTo>
                  <a:pt x="402" y="192"/>
                </a:lnTo>
                <a:lnTo>
                  <a:pt x="401" y="188"/>
                </a:lnTo>
                <a:lnTo>
                  <a:pt x="402" y="188"/>
                </a:lnTo>
                <a:lnTo>
                  <a:pt x="403" y="188"/>
                </a:lnTo>
                <a:lnTo>
                  <a:pt x="404" y="186"/>
                </a:lnTo>
                <a:lnTo>
                  <a:pt x="404" y="185"/>
                </a:lnTo>
                <a:lnTo>
                  <a:pt x="404" y="184"/>
                </a:lnTo>
                <a:lnTo>
                  <a:pt x="404" y="182"/>
                </a:lnTo>
                <a:lnTo>
                  <a:pt x="405" y="180"/>
                </a:lnTo>
                <a:lnTo>
                  <a:pt x="406" y="179"/>
                </a:lnTo>
                <a:lnTo>
                  <a:pt x="407" y="178"/>
                </a:lnTo>
                <a:lnTo>
                  <a:pt x="407" y="177"/>
                </a:lnTo>
                <a:lnTo>
                  <a:pt x="408" y="174"/>
                </a:lnTo>
                <a:lnTo>
                  <a:pt x="409" y="174"/>
                </a:lnTo>
                <a:lnTo>
                  <a:pt x="410" y="173"/>
                </a:lnTo>
                <a:lnTo>
                  <a:pt x="410" y="172"/>
                </a:lnTo>
                <a:lnTo>
                  <a:pt x="410" y="170"/>
                </a:lnTo>
                <a:lnTo>
                  <a:pt x="409" y="168"/>
                </a:lnTo>
                <a:lnTo>
                  <a:pt x="408" y="168"/>
                </a:lnTo>
                <a:lnTo>
                  <a:pt x="407" y="168"/>
                </a:lnTo>
                <a:lnTo>
                  <a:pt x="406" y="168"/>
                </a:lnTo>
                <a:lnTo>
                  <a:pt x="404" y="165"/>
                </a:lnTo>
                <a:lnTo>
                  <a:pt x="404" y="163"/>
                </a:lnTo>
                <a:lnTo>
                  <a:pt x="406" y="162"/>
                </a:lnTo>
                <a:lnTo>
                  <a:pt x="408" y="160"/>
                </a:lnTo>
                <a:lnTo>
                  <a:pt x="407" y="160"/>
                </a:lnTo>
                <a:lnTo>
                  <a:pt x="407" y="157"/>
                </a:lnTo>
                <a:lnTo>
                  <a:pt x="407" y="156"/>
                </a:lnTo>
                <a:lnTo>
                  <a:pt x="405" y="154"/>
                </a:lnTo>
                <a:lnTo>
                  <a:pt x="404" y="154"/>
                </a:lnTo>
                <a:lnTo>
                  <a:pt x="404" y="153"/>
                </a:lnTo>
                <a:lnTo>
                  <a:pt x="404" y="150"/>
                </a:lnTo>
                <a:lnTo>
                  <a:pt x="405" y="145"/>
                </a:lnTo>
                <a:lnTo>
                  <a:pt x="406" y="144"/>
                </a:lnTo>
                <a:lnTo>
                  <a:pt x="405" y="142"/>
                </a:lnTo>
                <a:lnTo>
                  <a:pt x="406" y="141"/>
                </a:lnTo>
                <a:lnTo>
                  <a:pt x="407" y="141"/>
                </a:lnTo>
                <a:lnTo>
                  <a:pt x="410" y="140"/>
                </a:lnTo>
                <a:lnTo>
                  <a:pt x="412" y="140"/>
                </a:lnTo>
                <a:lnTo>
                  <a:pt x="413" y="141"/>
                </a:lnTo>
                <a:lnTo>
                  <a:pt x="414" y="141"/>
                </a:lnTo>
                <a:lnTo>
                  <a:pt x="416" y="142"/>
                </a:lnTo>
                <a:lnTo>
                  <a:pt x="416" y="141"/>
                </a:lnTo>
                <a:lnTo>
                  <a:pt x="417" y="139"/>
                </a:lnTo>
                <a:lnTo>
                  <a:pt x="417" y="137"/>
                </a:lnTo>
                <a:lnTo>
                  <a:pt x="417" y="136"/>
                </a:lnTo>
                <a:lnTo>
                  <a:pt x="417" y="135"/>
                </a:lnTo>
                <a:lnTo>
                  <a:pt x="418" y="135"/>
                </a:lnTo>
                <a:lnTo>
                  <a:pt x="420" y="133"/>
                </a:lnTo>
                <a:lnTo>
                  <a:pt x="422" y="132"/>
                </a:lnTo>
                <a:lnTo>
                  <a:pt x="423" y="131"/>
                </a:lnTo>
                <a:lnTo>
                  <a:pt x="423" y="130"/>
                </a:lnTo>
                <a:lnTo>
                  <a:pt x="423" y="129"/>
                </a:lnTo>
                <a:lnTo>
                  <a:pt x="423" y="128"/>
                </a:lnTo>
                <a:lnTo>
                  <a:pt x="425" y="128"/>
                </a:lnTo>
                <a:lnTo>
                  <a:pt x="426" y="128"/>
                </a:lnTo>
                <a:lnTo>
                  <a:pt x="426" y="129"/>
                </a:lnTo>
                <a:lnTo>
                  <a:pt x="428" y="129"/>
                </a:lnTo>
                <a:lnTo>
                  <a:pt x="429" y="128"/>
                </a:lnTo>
                <a:lnTo>
                  <a:pt x="431" y="127"/>
                </a:lnTo>
                <a:lnTo>
                  <a:pt x="431" y="126"/>
                </a:lnTo>
                <a:lnTo>
                  <a:pt x="431" y="122"/>
                </a:lnTo>
                <a:lnTo>
                  <a:pt x="432" y="119"/>
                </a:lnTo>
                <a:lnTo>
                  <a:pt x="432" y="117"/>
                </a:lnTo>
                <a:lnTo>
                  <a:pt x="431" y="117"/>
                </a:lnTo>
                <a:lnTo>
                  <a:pt x="430" y="116"/>
                </a:lnTo>
                <a:lnTo>
                  <a:pt x="430" y="115"/>
                </a:lnTo>
                <a:lnTo>
                  <a:pt x="432" y="114"/>
                </a:lnTo>
                <a:lnTo>
                  <a:pt x="432" y="113"/>
                </a:lnTo>
                <a:lnTo>
                  <a:pt x="433" y="112"/>
                </a:lnTo>
                <a:lnTo>
                  <a:pt x="434" y="111"/>
                </a:lnTo>
                <a:lnTo>
                  <a:pt x="434" y="110"/>
                </a:lnTo>
                <a:lnTo>
                  <a:pt x="435" y="109"/>
                </a:lnTo>
                <a:lnTo>
                  <a:pt x="435" y="108"/>
                </a:lnTo>
                <a:lnTo>
                  <a:pt x="436" y="108"/>
                </a:lnTo>
                <a:lnTo>
                  <a:pt x="437" y="109"/>
                </a:lnTo>
                <a:lnTo>
                  <a:pt x="439" y="108"/>
                </a:lnTo>
                <a:lnTo>
                  <a:pt x="443" y="107"/>
                </a:lnTo>
                <a:lnTo>
                  <a:pt x="443" y="106"/>
                </a:lnTo>
                <a:lnTo>
                  <a:pt x="444" y="106"/>
                </a:lnTo>
                <a:lnTo>
                  <a:pt x="443" y="105"/>
                </a:lnTo>
                <a:lnTo>
                  <a:pt x="444" y="104"/>
                </a:lnTo>
                <a:lnTo>
                  <a:pt x="445" y="104"/>
                </a:lnTo>
                <a:lnTo>
                  <a:pt x="446" y="104"/>
                </a:lnTo>
                <a:lnTo>
                  <a:pt x="445" y="102"/>
                </a:lnTo>
                <a:lnTo>
                  <a:pt x="444" y="101"/>
                </a:lnTo>
                <a:lnTo>
                  <a:pt x="444" y="97"/>
                </a:lnTo>
                <a:lnTo>
                  <a:pt x="444" y="96"/>
                </a:lnTo>
                <a:lnTo>
                  <a:pt x="445" y="94"/>
                </a:lnTo>
                <a:lnTo>
                  <a:pt x="446" y="94"/>
                </a:lnTo>
                <a:lnTo>
                  <a:pt x="447" y="92"/>
                </a:lnTo>
                <a:lnTo>
                  <a:pt x="448" y="92"/>
                </a:lnTo>
                <a:lnTo>
                  <a:pt x="447" y="90"/>
                </a:lnTo>
                <a:lnTo>
                  <a:pt x="448" y="89"/>
                </a:lnTo>
                <a:lnTo>
                  <a:pt x="453" y="89"/>
                </a:lnTo>
                <a:lnTo>
                  <a:pt x="455" y="89"/>
                </a:lnTo>
                <a:lnTo>
                  <a:pt x="458" y="90"/>
                </a:lnTo>
                <a:lnTo>
                  <a:pt x="459" y="90"/>
                </a:lnTo>
                <a:lnTo>
                  <a:pt x="460" y="89"/>
                </a:lnTo>
                <a:lnTo>
                  <a:pt x="460" y="88"/>
                </a:lnTo>
                <a:lnTo>
                  <a:pt x="461" y="87"/>
                </a:lnTo>
                <a:lnTo>
                  <a:pt x="462" y="86"/>
                </a:lnTo>
                <a:lnTo>
                  <a:pt x="462" y="85"/>
                </a:lnTo>
                <a:lnTo>
                  <a:pt x="463" y="85"/>
                </a:lnTo>
                <a:lnTo>
                  <a:pt x="464" y="85"/>
                </a:lnTo>
                <a:lnTo>
                  <a:pt x="465" y="83"/>
                </a:lnTo>
                <a:lnTo>
                  <a:pt x="465" y="84"/>
                </a:lnTo>
                <a:lnTo>
                  <a:pt x="465" y="87"/>
                </a:lnTo>
                <a:lnTo>
                  <a:pt x="466" y="90"/>
                </a:lnTo>
                <a:lnTo>
                  <a:pt x="466" y="91"/>
                </a:lnTo>
                <a:lnTo>
                  <a:pt x="465" y="96"/>
                </a:lnTo>
                <a:lnTo>
                  <a:pt x="465" y="98"/>
                </a:lnTo>
                <a:lnTo>
                  <a:pt x="465" y="102"/>
                </a:lnTo>
                <a:lnTo>
                  <a:pt x="465" y="104"/>
                </a:lnTo>
                <a:lnTo>
                  <a:pt x="466" y="104"/>
                </a:lnTo>
                <a:lnTo>
                  <a:pt x="467" y="106"/>
                </a:lnTo>
                <a:lnTo>
                  <a:pt x="467" y="107"/>
                </a:lnTo>
                <a:lnTo>
                  <a:pt x="466" y="108"/>
                </a:lnTo>
                <a:lnTo>
                  <a:pt x="466" y="109"/>
                </a:lnTo>
                <a:lnTo>
                  <a:pt x="470" y="112"/>
                </a:lnTo>
                <a:lnTo>
                  <a:pt x="470" y="113"/>
                </a:lnTo>
                <a:lnTo>
                  <a:pt x="471" y="114"/>
                </a:lnTo>
                <a:lnTo>
                  <a:pt x="474" y="114"/>
                </a:lnTo>
                <a:lnTo>
                  <a:pt x="477" y="114"/>
                </a:lnTo>
                <a:lnTo>
                  <a:pt x="479" y="117"/>
                </a:lnTo>
                <a:lnTo>
                  <a:pt x="482" y="120"/>
                </a:lnTo>
                <a:lnTo>
                  <a:pt x="483" y="121"/>
                </a:lnTo>
                <a:lnTo>
                  <a:pt x="485" y="123"/>
                </a:lnTo>
                <a:lnTo>
                  <a:pt x="485" y="124"/>
                </a:lnTo>
                <a:lnTo>
                  <a:pt x="484" y="124"/>
                </a:lnTo>
                <a:lnTo>
                  <a:pt x="483" y="125"/>
                </a:lnTo>
                <a:lnTo>
                  <a:pt x="483" y="129"/>
                </a:lnTo>
                <a:lnTo>
                  <a:pt x="485" y="129"/>
                </a:lnTo>
                <a:lnTo>
                  <a:pt x="486" y="129"/>
                </a:lnTo>
                <a:lnTo>
                  <a:pt x="487" y="128"/>
                </a:lnTo>
                <a:lnTo>
                  <a:pt x="488" y="128"/>
                </a:lnTo>
                <a:lnTo>
                  <a:pt x="490" y="128"/>
                </a:lnTo>
                <a:lnTo>
                  <a:pt x="490" y="129"/>
                </a:lnTo>
                <a:lnTo>
                  <a:pt x="490" y="131"/>
                </a:lnTo>
                <a:lnTo>
                  <a:pt x="490" y="133"/>
                </a:lnTo>
                <a:lnTo>
                  <a:pt x="491" y="133"/>
                </a:lnTo>
                <a:lnTo>
                  <a:pt x="492" y="134"/>
                </a:lnTo>
                <a:lnTo>
                  <a:pt x="496" y="135"/>
                </a:lnTo>
                <a:lnTo>
                  <a:pt x="497" y="136"/>
                </a:lnTo>
                <a:lnTo>
                  <a:pt x="498" y="136"/>
                </a:lnTo>
                <a:lnTo>
                  <a:pt x="499" y="137"/>
                </a:lnTo>
                <a:lnTo>
                  <a:pt x="501" y="139"/>
                </a:lnTo>
                <a:lnTo>
                  <a:pt x="503" y="140"/>
                </a:lnTo>
                <a:lnTo>
                  <a:pt x="504" y="141"/>
                </a:lnTo>
                <a:lnTo>
                  <a:pt x="505" y="144"/>
                </a:lnTo>
                <a:lnTo>
                  <a:pt x="505" y="146"/>
                </a:lnTo>
                <a:lnTo>
                  <a:pt x="505" y="148"/>
                </a:lnTo>
                <a:lnTo>
                  <a:pt x="505" y="149"/>
                </a:lnTo>
                <a:lnTo>
                  <a:pt x="506" y="150"/>
                </a:lnTo>
                <a:lnTo>
                  <a:pt x="507" y="150"/>
                </a:lnTo>
                <a:lnTo>
                  <a:pt x="507" y="149"/>
                </a:lnTo>
                <a:lnTo>
                  <a:pt x="508" y="149"/>
                </a:lnTo>
                <a:lnTo>
                  <a:pt x="509" y="151"/>
                </a:lnTo>
                <a:lnTo>
                  <a:pt x="509" y="154"/>
                </a:lnTo>
                <a:lnTo>
                  <a:pt x="509" y="156"/>
                </a:lnTo>
                <a:lnTo>
                  <a:pt x="509" y="161"/>
                </a:lnTo>
                <a:lnTo>
                  <a:pt x="510" y="163"/>
                </a:lnTo>
                <a:lnTo>
                  <a:pt x="511" y="164"/>
                </a:lnTo>
                <a:lnTo>
                  <a:pt x="512" y="164"/>
                </a:lnTo>
                <a:lnTo>
                  <a:pt x="514" y="165"/>
                </a:lnTo>
                <a:lnTo>
                  <a:pt x="517" y="167"/>
                </a:lnTo>
                <a:lnTo>
                  <a:pt x="518" y="168"/>
                </a:lnTo>
                <a:lnTo>
                  <a:pt x="521" y="168"/>
                </a:lnTo>
                <a:lnTo>
                  <a:pt x="522" y="170"/>
                </a:lnTo>
                <a:lnTo>
                  <a:pt x="522" y="171"/>
                </a:lnTo>
                <a:lnTo>
                  <a:pt x="524" y="173"/>
                </a:lnTo>
                <a:lnTo>
                  <a:pt x="523" y="174"/>
                </a:lnTo>
                <a:lnTo>
                  <a:pt x="521" y="177"/>
                </a:lnTo>
                <a:lnTo>
                  <a:pt x="522" y="177"/>
                </a:lnTo>
                <a:lnTo>
                  <a:pt x="522" y="178"/>
                </a:lnTo>
                <a:lnTo>
                  <a:pt x="521" y="180"/>
                </a:lnTo>
                <a:lnTo>
                  <a:pt x="520" y="181"/>
                </a:lnTo>
                <a:lnTo>
                  <a:pt x="520" y="182"/>
                </a:lnTo>
                <a:lnTo>
                  <a:pt x="520" y="184"/>
                </a:lnTo>
                <a:lnTo>
                  <a:pt x="522" y="184"/>
                </a:lnTo>
                <a:lnTo>
                  <a:pt x="527" y="185"/>
                </a:lnTo>
                <a:lnTo>
                  <a:pt x="528" y="187"/>
                </a:lnTo>
                <a:lnTo>
                  <a:pt x="531" y="188"/>
                </a:lnTo>
                <a:lnTo>
                  <a:pt x="534" y="188"/>
                </a:lnTo>
                <a:lnTo>
                  <a:pt x="536" y="191"/>
                </a:lnTo>
                <a:lnTo>
                  <a:pt x="538" y="193"/>
                </a:lnTo>
                <a:lnTo>
                  <a:pt x="540" y="193"/>
                </a:lnTo>
                <a:lnTo>
                  <a:pt x="540" y="195"/>
                </a:lnTo>
                <a:lnTo>
                  <a:pt x="540" y="196"/>
                </a:lnTo>
                <a:lnTo>
                  <a:pt x="539" y="200"/>
                </a:lnTo>
                <a:lnTo>
                  <a:pt x="539" y="201"/>
                </a:lnTo>
                <a:lnTo>
                  <a:pt x="537" y="200"/>
                </a:lnTo>
                <a:lnTo>
                  <a:pt x="536" y="201"/>
                </a:lnTo>
                <a:lnTo>
                  <a:pt x="535" y="201"/>
                </a:lnTo>
                <a:lnTo>
                  <a:pt x="535" y="202"/>
                </a:lnTo>
                <a:lnTo>
                  <a:pt x="536" y="203"/>
                </a:lnTo>
                <a:lnTo>
                  <a:pt x="536" y="204"/>
                </a:lnTo>
                <a:lnTo>
                  <a:pt x="537" y="205"/>
                </a:lnTo>
                <a:lnTo>
                  <a:pt x="538" y="205"/>
                </a:lnTo>
                <a:lnTo>
                  <a:pt x="542" y="208"/>
                </a:lnTo>
                <a:lnTo>
                  <a:pt x="542" y="209"/>
                </a:lnTo>
                <a:lnTo>
                  <a:pt x="542" y="210"/>
                </a:lnTo>
                <a:lnTo>
                  <a:pt x="540" y="212"/>
                </a:lnTo>
                <a:lnTo>
                  <a:pt x="539" y="212"/>
                </a:lnTo>
                <a:lnTo>
                  <a:pt x="538" y="213"/>
                </a:lnTo>
                <a:lnTo>
                  <a:pt x="538" y="214"/>
                </a:lnTo>
                <a:lnTo>
                  <a:pt x="538" y="215"/>
                </a:lnTo>
                <a:lnTo>
                  <a:pt x="539" y="215"/>
                </a:lnTo>
                <a:lnTo>
                  <a:pt x="537" y="216"/>
                </a:lnTo>
                <a:lnTo>
                  <a:pt x="535" y="218"/>
                </a:lnTo>
                <a:lnTo>
                  <a:pt x="534" y="218"/>
                </a:lnTo>
                <a:lnTo>
                  <a:pt x="533" y="218"/>
                </a:lnTo>
                <a:lnTo>
                  <a:pt x="532" y="218"/>
                </a:lnTo>
                <a:lnTo>
                  <a:pt x="531" y="219"/>
                </a:lnTo>
                <a:lnTo>
                  <a:pt x="530" y="219"/>
                </a:lnTo>
                <a:lnTo>
                  <a:pt x="529" y="219"/>
                </a:lnTo>
                <a:lnTo>
                  <a:pt x="528" y="219"/>
                </a:lnTo>
                <a:lnTo>
                  <a:pt x="527" y="219"/>
                </a:lnTo>
                <a:lnTo>
                  <a:pt x="526" y="219"/>
                </a:lnTo>
                <a:lnTo>
                  <a:pt x="526" y="220"/>
                </a:lnTo>
                <a:lnTo>
                  <a:pt x="525" y="221"/>
                </a:lnTo>
                <a:lnTo>
                  <a:pt x="524" y="223"/>
                </a:lnTo>
                <a:lnTo>
                  <a:pt x="522" y="223"/>
                </a:lnTo>
                <a:lnTo>
                  <a:pt x="522" y="222"/>
                </a:lnTo>
                <a:lnTo>
                  <a:pt x="521" y="221"/>
                </a:lnTo>
                <a:lnTo>
                  <a:pt x="519" y="220"/>
                </a:lnTo>
                <a:lnTo>
                  <a:pt x="517" y="222"/>
                </a:lnTo>
                <a:lnTo>
                  <a:pt x="515" y="222"/>
                </a:lnTo>
                <a:lnTo>
                  <a:pt x="514" y="222"/>
                </a:lnTo>
                <a:lnTo>
                  <a:pt x="513" y="222"/>
                </a:lnTo>
                <a:lnTo>
                  <a:pt x="513" y="225"/>
                </a:lnTo>
                <a:lnTo>
                  <a:pt x="512" y="226"/>
                </a:lnTo>
                <a:lnTo>
                  <a:pt x="512" y="227"/>
                </a:lnTo>
                <a:lnTo>
                  <a:pt x="511" y="229"/>
                </a:lnTo>
                <a:lnTo>
                  <a:pt x="511" y="230"/>
                </a:lnTo>
                <a:lnTo>
                  <a:pt x="512" y="230"/>
                </a:lnTo>
                <a:lnTo>
                  <a:pt x="513" y="232"/>
                </a:lnTo>
                <a:lnTo>
                  <a:pt x="514" y="233"/>
                </a:lnTo>
                <a:lnTo>
                  <a:pt x="515" y="234"/>
                </a:lnTo>
                <a:lnTo>
                  <a:pt x="515" y="235"/>
                </a:lnTo>
                <a:lnTo>
                  <a:pt x="515" y="236"/>
                </a:lnTo>
                <a:lnTo>
                  <a:pt x="516" y="238"/>
                </a:lnTo>
                <a:lnTo>
                  <a:pt x="517" y="239"/>
                </a:lnTo>
                <a:lnTo>
                  <a:pt x="517" y="240"/>
                </a:lnTo>
                <a:lnTo>
                  <a:pt x="518" y="242"/>
                </a:lnTo>
                <a:lnTo>
                  <a:pt x="518" y="243"/>
                </a:lnTo>
                <a:lnTo>
                  <a:pt x="518" y="244"/>
                </a:lnTo>
                <a:lnTo>
                  <a:pt x="518" y="245"/>
                </a:lnTo>
                <a:lnTo>
                  <a:pt x="519" y="245"/>
                </a:lnTo>
                <a:lnTo>
                  <a:pt x="519" y="248"/>
                </a:lnTo>
                <a:lnTo>
                  <a:pt x="520" y="249"/>
                </a:lnTo>
                <a:lnTo>
                  <a:pt x="520" y="250"/>
                </a:lnTo>
                <a:lnTo>
                  <a:pt x="520" y="251"/>
                </a:lnTo>
                <a:lnTo>
                  <a:pt x="522" y="254"/>
                </a:lnTo>
                <a:lnTo>
                  <a:pt x="523" y="255"/>
                </a:lnTo>
                <a:lnTo>
                  <a:pt x="527" y="256"/>
                </a:lnTo>
                <a:lnTo>
                  <a:pt x="528" y="257"/>
                </a:lnTo>
                <a:lnTo>
                  <a:pt x="529" y="258"/>
                </a:lnTo>
                <a:lnTo>
                  <a:pt x="531" y="261"/>
                </a:lnTo>
                <a:lnTo>
                  <a:pt x="531" y="262"/>
                </a:lnTo>
                <a:lnTo>
                  <a:pt x="532" y="262"/>
                </a:lnTo>
                <a:lnTo>
                  <a:pt x="533" y="264"/>
                </a:lnTo>
                <a:lnTo>
                  <a:pt x="535" y="267"/>
                </a:lnTo>
                <a:lnTo>
                  <a:pt x="538" y="270"/>
                </a:lnTo>
                <a:lnTo>
                  <a:pt x="539" y="270"/>
                </a:lnTo>
                <a:lnTo>
                  <a:pt x="539" y="271"/>
                </a:lnTo>
                <a:lnTo>
                  <a:pt x="540" y="271"/>
                </a:lnTo>
                <a:lnTo>
                  <a:pt x="540" y="272"/>
                </a:lnTo>
                <a:lnTo>
                  <a:pt x="541" y="274"/>
                </a:lnTo>
                <a:lnTo>
                  <a:pt x="540" y="275"/>
                </a:lnTo>
                <a:lnTo>
                  <a:pt x="540" y="274"/>
                </a:lnTo>
                <a:lnTo>
                  <a:pt x="540" y="275"/>
                </a:lnTo>
                <a:lnTo>
                  <a:pt x="538" y="277"/>
                </a:lnTo>
                <a:lnTo>
                  <a:pt x="536" y="279"/>
                </a:lnTo>
                <a:lnTo>
                  <a:pt x="535" y="281"/>
                </a:lnTo>
                <a:lnTo>
                  <a:pt x="535" y="282"/>
                </a:lnTo>
                <a:lnTo>
                  <a:pt x="536" y="282"/>
                </a:lnTo>
                <a:lnTo>
                  <a:pt x="537" y="282"/>
                </a:lnTo>
                <a:lnTo>
                  <a:pt x="538" y="282"/>
                </a:lnTo>
                <a:lnTo>
                  <a:pt x="541" y="285"/>
                </a:lnTo>
                <a:lnTo>
                  <a:pt x="542" y="286"/>
                </a:lnTo>
                <a:lnTo>
                  <a:pt x="543" y="286"/>
                </a:lnTo>
                <a:lnTo>
                  <a:pt x="545" y="286"/>
                </a:lnTo>
                <a:lnTo>
                  <a:pt x="546" y="287"/>
                </a:lnTo>
                <a:lnTo>
                  <a:pt x="546" y="288"/>
                </a:lnTo>
                <a:lnTo>
                  <a:pt x="547" y="288"/>
                </a:lnTo>
                <a:lnTo>
                  <a:pt x="548" y="288"/>
                </a:lnTo>
                <a:lnTo>
                  <a:pt x="552" y="289"/>
                </a:lnTo>
                <a:lnTo>
                  <a:pt x="553" y="289"/>
                </a:lnTo>
                <a:lnTo>
                  <a:pt x="553" y="288"/>
                </a:lnTo>
                <a:lnTo>
                  <a:pt x="554" y="288"/>
                </a:lnTo>
                <a:lnTo>
                  <a:pt x="555" y="289"/>
                </a:lnTo>
                <a:lnTo>
                  <a:pt x="557" y="289"/>
                </a:lnTo>
                <a:lnTo>
                  <a:pt x="558" y="289"/>
                </a:lnTo>
                <a:lnTo>
                  <a:pt x="560" y="290"/>
                </a:lnTo>
                <a:lnTo>
                  <a:pt x="560" y="291"/>
                </a:lnTo>
                <a:lnTo>
                  <a:pt x="560" y="292"/>
                </a:lnTo>
                <a:lnTo>
                  <a:pt x="559" y="292"/>
                </a:lnTo>
                <a:lnTo>
                  <a:pt x="559" y="293"/>
                </a:lnTo>
                <a:lnTo>
                  <a:pt x="559" y="294"/>
                </a:lnTo>
                <a:lnTo>
                  <a:pt x="560" y="294"/>
                </a:lnTo>
                <a:lnTo>
                  <a:pt x="560" y="296"/>
                </a:lnTo>
                <a:lnTo>
                  <a:pt x="560" y="297"/>
                </a:lnTo>
                <a:lnTo>
                  <a:pt x="557" y="299"/>
                </a:lnTo>
                <a:lnTo>
                  <a:pt x="556" y="299"/>
                </a:lnTo>
                <a:lnTo>
                  <a:pt x="556" y="300"/>
                </a:lnTo>
                <a:lnTo>
                  <a:pt x="556" y="301"/>
                </a:lnTo>
                <a:lnTo>
                  <a:pt x="556" y="302"/>
                </a:lnTo>
                <a:lnTo>
                  <a:pt x="556" y="303"/>
                </a:lnTo>
                <a:lnTo>
                  <a:pt x="557" y="304"/>
                </a:lnTo>
                <a:lnTo>
                  <a:pt x="558" y="304"/>
                </a:lnTo>
                <a:lnTo>
                  <a:pt x="559" y="305"/>
                </a:lnTo>
                <a:lnTo>
                  <a:pt x="559" y="307"/>
                </a:lnTo>
                <a:lnTo>
                  <a:pt x="558" y="309"/>
                </a:lnTo>
                <a:lnTo>
                  <a:pt x="559" y="310"/>
                </a:lnTo>
                <a:lnTo>
                  <a:pt x="559" y="313"/>
                </a:lnTo>
                <a:lnTo>
                  <a:pt x="558" y="315"/>
                </a:lnTo>
                <a:lnTo>
                  <a:pt x="558" y="316"/>
                </a:lnTo>
                <a:lnTo>
                  <a:pt x="559" y="319"/>
                </a:lnTo>
                <a:lnTo>
                  <a:pt x="560" y="319"/>
                </a:lnTo>
                <a:lnTo>
                  <a:pt x="561" y="319"/>
                </a:lnTo>
                <a:lnTo>
                  <a:pt x="562" y="320"/>
                </a:lnTo>
                <a:lnTo>
                  <a:pt x="562" y="319"/>
                </a:lnTo>
                <a:lnTo>
                  <a:pt x="563" y="319"/>
                </a:lnTo>
                <a:lnTo>
                  <a:pt x="564" y="319"/>
                </a:lnTo>
                <a:lnTo>
                  <a:pt x="564" y="318"/>
                </a:lnTo>
                <a:lnTo>
                  <a:pt x="565" y="318"/>
                </a:lnTo>
                <a:lnTo>
                  <a:pt x="565" y="317"/>
                </a:lnTo>
                <a:lnTo>
                  <a:pt x="565" y="316"/>
                </a:lnTo>
                <a:lnTo>
                  <a:pt x="565" y="315"/>
                </a:lnTo>
                <a:lnTo>
                  <a:pt x="566" y="315"/>
                </a:lnTo>
                <a:lnTo>
                  <a:pt x="566" y="313"/>
                </a:lnTo>
                <a:lnTo>
                  <a:pt x="567" y="312"/>
                </a:lnTo>
                <a:lnTo>
                  <a:pt x="568" y="312"/>
                </a:lnTo>
                <a:lnTo>
                  <a:pt x="569" y="312"/>
                </a:lnTo>
                <a:lnTo>
                  <a:pt x="569" y="313"/>
                </a:lnTo>
                <a:lnTo>
                  <a:pt x="570" y="313"/>
                </a:lnTo>
                <a:lnTo>
                  <a:pt x="571" y="313"/>
                </a:lnTo>
                <a:lnTo>
                  <a:pt x="572" y="311"/>
                </a:lnTo>
                <a:lnTo>
                  <a:pt x="572" y="310"/>
                </a:lnTo>
                <a:lnTo>
                  <a:pt x="572" y="309"/>
                </a:lnTo>
                <a:lnTo>
                  <a:pt x="572" y="308"/>
                </a:lnTo>
                <a:lnTo>
                  <a:pt x="574" y="307"/>
                </a:lnTo>
                <a:lnTo>
                  <a:pt x="574" y="306"/>
                </a:lnTo>
                <a:lnTo>
                  <a:pt x="577" y="303"/>
                </a:lnTo>
                <a:lnTo>
                  <a:pt x="578" y="301"/>
                </a:lnTo>
                <a:lnTo>
                  <a:pt x="578" y="300"/>
                </a:lnTo>
                <a:lnTo>
                  <a:pt x="578" y="299"/>
                </a:lnTo>
                <a:lnTo>
                  <a:pt x="578" y="297"/>
                </a:lnTo>
                <a:lnTo>
                  <a:pt x="579" y="296"/>
                </a:lnTo>
                <a:lnTo>
                  <a:pt x="579" y="295"/>
                </a:lnTo>
                <a:lnTo>
                  <a:pt x="580" y="295"/>
                </a:lnTo>
                <a:lnTo>
                  <a:pt x="582" y="294"/>
                </a:lnTo>
                <a:lnTo>
                  <a:pt x="582" y="292"/>
                </a:lnTo>
                <a:lnTo>
                  <a:pt x="582" y="291"/>
                </a:lnTo>
                <a:lnTo>
                  <a:pt x="584" y="291"/>
                </a:lnTo>
                <a:lnTo>
                  <a:pt x="585" y="291"/>
                </a:lnTo>
                <a:lnTo>
                  <a:pt x="589" y="292"/>
                </a:lnTo>
                <a:lnTo>
                  <a:pt x="590" y="293"/>
                </a:lnTo>
                <a:lnTo>
                  <a:pt x="591" y="293"/>
                </a:lnTo>
                <a:lnTo>
                  <a:pt x="591" y="294"/>
                </a:lnTo>
                <a:lnTo>
                  <a:pt x="592" y="294"/>
                </a:lnTo>
                <a:lnTo>
                  <a:pt x="592" y="295"/>
                </a:lnTo>
                <a:lnTo>
                  <a:pt x="593" y="295"/>
                </a:lnTo>
                <a:lnTo>
                  <a:pt x="594" y="295"/>
                </a:lnTo>
                <a:lnTo>
                  <a:pt x="595" y="294"/>
                </a:lnTo>
                <a:lnTo>
                  <a:pt x="596" y="297"/>
                </a:lnTo>
                <a:lnTo>
                  <a:pt x="596" y="299"/>
                </a:lnTo>
                <a:lnTo>
                  <a:pt x="597" y="301"/>
                </a:lnTo>
                <a:lnTo>
                  <a:pt x="598" y="301"/>
                </a:lnTo>
                <a:lnTo>
                  <a:pt x="598" y="300"/>
                </a:lnTo>
                <a:lnTo>
                  <a:pt x="599" y="300"/>
                </a:lnTo>
                <a:lnTo>
                  <a:pt x="600" y="300"/>
                </a:lnTo>
                <a:lnTo>
                  <a:pt x="601" y="300"/>
                </a:lnTo>
                <a:lnTo>
                  <a:pt x="601" y="301"/>
                </a:lnTo>
                <a:lnTo>
                  <a:pt x="601" y="302"/>
                </a:lnTo>
                <a:lnTo>
                  <a:pt x="602" y="303"/>
                </a:lnTo>
                <a:lnTo>
                  <a:pt x="604" y="302"/>
                </a:lnTo>
                <a:lnTo>
                  <a:pt x="604" y="301"/>
                </a:lnTo>
                <a:lnTo>
                  <a:pt x="604" y="300"/>
                </a:lnTo>
                <a:lnTo>
                  <a:pt x="605" y="300"/>
                </a:lnTo>
                <a:lnTo>
                  <a:pt x="607" y="298"/>
                </a:lnTo>
                <a:lnTo>
                  <a:pt x="609" y="297"/>
                </a:lnTo>
                <a:lnTo>
                  <a:pt x="611" y="296"/>
                </a:lnTo>
                <a:lnTo>
                  <a:pt x="611" y="295"/>
                </a:lnTo>
                <a:lnTo>
                  <a:pt x="613" y="295"/>
                </a:lnTo>
                <a:lnTo>
                  <a:pt x="613" y="294"/>
                </a:lnTo>
                <a:lnTo>
                  <a:pt x="614" y="294"/>
                </a:lnTo>
                <a:lnTo>
                  <a:pt x="614" y="293"/>
                </a:lnTo>
                <a:lnTo>
                  <a:pt x="614" y="292"/>
                </a:lnTo>
                <a:lnTo>
                  <a:pt x="614" y="291"/>
                </a:lnTo>
                <a:lnTo>
                  <a:pt x="614" y="290"/>
                </a:lnTo>
                <a:lnTo>
                  <a:pt x="616" y="286"/>
                </a:lnTo>
                <a:lnTo>
                  <a:pt x="617" y="285"/>
                </a:lnTo>
                <a:lnTo>
                  <a:pt x="618" y="284"/>
                </a:lnTo>
                <a:lnTo>
                  <a:pt x="619" y="284"/>
                </a:lnTo>
                <a:lnTo>
                  <a:pt x="619" y="283"/>
                </a:lnTo>
                <a:lnTo>
                  <a:pt x="619" y="282"/>
                </a:lnTo>
                <a:lnTo>
                  <a:pt x="620" y="282"/>
                </a:lnTo>
                <a:lnTo>
                  <a:pt x="621" y="282"/>
                </a:lnTo>
                <a:lnTo>
                  <a:pt x="622" y="283"/>
                </a:lnTo>
                <a:lnTo>
                  <a:pt x="622" y="284"/>
                </a:lnTo>
                <a:lnTo>
                  <a:pt x="623" y="283"/>
                </a:lnTo>
                <a:lnTo>
                  <a:pt x="623" y="282"/>
                </a:lnTo>
                <a:lnTo>
                  <a:pt x="624" y="282"/>
                </a:lnTo>
                <a:lnTo>
                  <a:pt x="625" y="281"/>
                </a:lnTo>
                <a:lnTo>
                  <a:pt x="627" y="281"/>
                </a:lnTo>
                <a:lnTo>
                  <a:pt x="629" y="284"/>
                </a:lnTo>
                <a:lnTo>
                  <a:pt x="629" y="285"/>
                </a:lnTo>
                <a:lnTo>
                  <a:pt x="630" y="286"/>
                </a:lnTo>
                <a:lnTo>
                  <a:pt x="631" y="288"/>
                </a:lnTo>
                <a:lnTo>
                  <a:pt x="631" y="290"/>
                </a:lnTo>
                <a:lnTo>
                  <a:pt x="630" y="291"/>
                </a:lnTo>
                <a:lnTo>
                  <a:pt x="630" y="292"/>
                </a:lnTo>
                <a:lnTo>
                  <a:pt x="631" y="292"/>
                </a:lnTo>
                <a:lnTo>
                  <a:pt x="632" y="293"/>
                </a:lnTo>
                <a:lnTo>
                  <a:pt x="632" y="294"/>
                </a:lnTo>
                <a:lnTo>
                  <a:pt x="634" y="294"/>
                </a:lnTo>
                <a:lnTo>
                  <a:pt x="634" y="295"/>
                </a:lnTo>
                <a:lnTo>
                  <a:pt x="633" y="296"/>
                </a:lnTo>
                <a:lnTo>
                  <a:pt x="633" y="297"/>
                </a:lnTo>
                <a:lnTo>
                  <a:pt x="632" y="298"/>
                </a:lnTo>
                <a:lnTo>
                  <a:pt x="631" y="298"/>
                </a:lnTo>
                <a:lnTo>
                  <a:pt x="631" y="299"/>
                </a:lnTo>
                <a:lnTo>
                  <a:pt x="631" y="302"/>
                </a:lnTo>
                <a:lnTo>
                  <a:pt x="630" y="302"/>
                </a:lnTo>
                <a:lnTo>
                  <a:pt x="630" y="303"/>
                </a:lnTo>
                <a:lnTo>
                  <a:pt x="630" y="304"/>
                </a:lnTo>
                <a:lnTo>
                  <a:pt x="631" y="306"/>
                </a:lnTo>
                <a:lnTo>
                  <a:pt x="631" y="307"/>
                </a:lnTo>
                <a:lnTo>
                  <a:pt x="633" y="308"/>
                </a:lnTo>
                <a:lnTo>
                  <a:pt x="635" y="309"/>
                </a:lnTo>
                <a:lnTo>
                  <a:pt x="636" y="311"/>
                </a:lnTo>
                <a:lnTo>
                  <a:pt x="638" y="312"/>
                </a:lnTo>
                <a:lnTo>
                  <a:pt x="639" y="313"/>
                </a:lnTo>
                <a:lnTo>
                  <a:pt x="640" y="313"/>
                </a:lnTo>
                <a:lnTo>
                  <a:pt x="640" y="314"/>
                </a:lnTo>
                <a:lnTo>
                  <a:pt x="642" y="318"/>
                </a:lnTo>
                <a:lnTo>
                  <a:pt x="643" y="319"/>
                </a:lnTo>
                <a:lnTo>
                  <a:pt x="643" y="321"/>
                </a:lnTo>
                <a:lnTo>
                  <a:pt x="643" y="324"/>
                </a:lnTo>
                <a:lnTo>
                  <a:pt x="643" y="328"/>
                </a:lnTo>
                <a:lnTo>
                  <a:pt x="643" y="329"/>
                </a:lnTo>
                <a:lnTo>
                  <a:pt x="644" y="329"/>
                </a:lnTo>
                <a:lnTo>
                  <a:pt x="644" y="330"/>
                </a:lnTo>
                <a:lnTo>
                  <a:pt x="645" y="331"/>
                </a:lnTo>
                <a:lnTo>
                  <a:pt x="646" y="331"/>
                </a:lnTo>
                <a:lnTo>
                  <a:pt x="648" y="331"/>
                </a:lnTo>
                <a:lnTo>
                  <a:pt x="649" y="331"/>
                </a:lnTo>
                <a:lnTo>
                  <a:pt x="652" y="331"/>
                </a:lnTo>
                <a:lnTo>
                  <a:pt x="653" y="331"/>
                </a:lnTo>
                <a:lnTo>
                  <a:pt x="653" y="332"/>
                </a:lnTo>
                <a:lnTo>
                  <a:pt x="654" y="332"/>
                </a:lnTo>
                <a:lnTo>
                  <a:pt x="654" y="333"/>
                </a:lnTo>
                <a:lnTo>
                  <a:pt x="655" y="333"/>
                </a:lnTo>
                <a:lnTo>
                  <a:pt x="655" y="334"/>
                </a:lnTo>
                <a:lnTo>
                  <a:pt x="654" y="335"/>
                </a:lnTo>
                <a:lnTo>
                  <a:pt x="653" y="336"/>
                </a:lnTo>
                <a:lnTo>
                  <a:pt x="652" y="336"/>
                </a:lnTo>
                <a:lnTo>
                  <a:pt x="652" y="337"/>
                </a:lnTo>
                <a:lnTo>
                  <a:pt x="652" y="338"/>
                </a:lnTo>
                <a:lnTo>
                  <a:pt x="653" y="339"/>
                </a:lnTo>
                <a:lnTo>
                  <a:pt x="654" y="339"/>
                </a:lnTo>
                <a:lnTo>
                  <a:pt x="655" y="339"/>
                </a:lnTo>
                <a:lnTo>
                  <a:pt x="656" y="340"/>
                </a:lnTo>
                <a:lnTo>
                  <a:pt x="655" y="340"/>
                </a:lnTo>
                <a:lnTo>
                  <a:pt x="654" y="341"/>
                </a:lnTo>
                <a:lnTo>
                  <a:pt x="652" y="343"/>
                </a:lnTo>
                <a:lnTo>
                  <a:pt x="651" y="345"/>
                </a:lnTo>
                <a:lnTo>
                  <a:pt x="652" y="346"/>
                </a:lnTo>
                <a:lnTo>
                  <a:pt x="654" y="345"/>
                </a:lnTo>
                <a:lnTo>
                  <a:pt x="654" y="344"/>
                </a:lnTo>
                <a:lnTo>
                  <a:pt x="655" y="344"/>
                </a:lnTo>
                <a:lnTo>
                  <a:pt x="656" y="344"/>
                </a:lnTo>
                <a:lnTo>
                  <a:pt x="656" y="345"/>
                </a:lnTo>
                <a:lnTo>
                  <a:pt x="656" y="347"/>
                </a:lnTo>
                <a:lnTo>
                  <a:pt x="656" y="348"/>
                </a:lnTo>
                <a:lnTo>
                  <a:pt x="656" y="349"/>
                </a:lnTo>
                <a:lnTo>
                  <a:pt x="657" y="349"/>
                </a:lnTo>
                <a:lnTo>
                  <a:pt x="660" y="353"/>
                </a:lnTo>
                <a:lnTo>
                  <a:pt x="660" y="354"/>
                </a:lnTo>
                <a:lnTo>
                  <a:pt x="661" y="354"/>
                </a:lnTo>
                <a:lnTo>
                  <a:pt x="661" y="355"/>
                </a:lnTo>
                <a:lnTo>
                  <a:pt x="661" y="357"/>
                </a:lnTo>
                <a:lnTo>
                  <a:pt x="662" y="357"/>
                </a:lnTo>
                <a:lnTo>
                  <a:pt x="661" y="358"/>
                </a:lnTo>
                <a:lnTo>
                  <a:pt x="663" y="362"/>
                </a:lnTo>
                <a:lnTo>
                  <a:pt x="664" y="362"/>
                </a:lnTo>
                <a:lnTo>
                  <a:pt x="664" y="363"/>
                </a:lnTo>
                <a:lnTo>
                  <a:pt x="665" y="363"/>
                </a:lnTo>
                <a:lnTo>
                  <a:pt x="665" y="364"/>
                </a:lnTo>
                <a:lnTo>
                  <a:pt x="665" y="365"/>
                </a:lnTo>
                <a:lnTo>
                  <a:pt x="666" y="366"/>
                </a:lnTo>
                <a:lnTo>
                  <a:pt x="665" y="370"/>
                </a:lnTo>
                <a:lnTo>
                  <a:pt x="665" y="371"/>
                </a:lnTo>
                <a:lnTo>
                  <a:pt x="664" y="371"/>
                </a:lnTo>
                <a:lnTo>
                  <a:pt x="664" y="373"/>
                </a:lnTo>
                <a:lnTo>
                  <a:pt x="663" y="378"/>
                </a:lnTo>
                <a:lnTo>
                  <a:pt x="663" y="379"/>
                </a:lnTo>
                <a:lnTo>
                  <a:pt x="664" y="378"/>
                </a:lnTo>
                <a:lnTo>
                  <a:pt x="665" y="378"/>
                </a:lnTo>
                <a:lnTo>
                  <a:pt x="665" y="377"/>
                </a:lnTo>
                <a:lnTo>
                  <a:pt x="666" y="376"/>
                </a:lnTo>
                <a:lnTo>
                  <a:pt x="666" y="375"/>
                </a:lnTo>
                <a:lnTo>
                  <a:pt x="667" y="375"/>
                </a:lnTo>
                <a:lnTo>
                  <a:pt x="669" y="376"/>
                </a:lnTo>
                <a:lnTo>
                  <a:pt x="671" y="378"/>
                </a:lnTo>
                <a:lnTo>
                  <a:pt x="673" y="381"/>
                </a:lnTo>
                <a:lnTo>
                  <a:pt x="673" y="382"/>
                </a:lnTo>
                <a:lnTo>
                  <a:pt x="673" y="383"/>
                </a:lnTo>
                <a:lnTo>
                  <a:pt x="672" y="383"/>
                </a:lnTo>
                <a:lnTo>
                  <a:pt x="672" y="384"/>
                </a:lnTo>
                <a:lnTo>
                  <a:pt x="674" y="390"/>
                </a:lnTo>
                <a:lnTo>
                  <a:pt x="675" y="391"/>
                </a:lnTo>
                <a:lnTo>
                  <a:pt x="677" y="394"/>
                </a:lnTo>
                <a:lnTo>
                  <a:pt x="677" y="395"/>
                </a:lnTo>
                <a:lnTo>
                  <a:pt x="678" y="395"/>
                </a:lnTo>
                <a:lnTo>
                  <a:pt x="679" y="396"/>
                </a:lnTo>
                <a:lnTo>
                  <a:pt x="679" y="398"/>
                </a:lnTo>
                <a:lnTo>
                  <a:pt x="679" y="399"/>
                </a:lnTo>
                <a:lnTo>
                  <a:pt x="680" y="400"/>
                </a:lnTo>
                <a:lnTo>
                  <a:pt x="680" y="401"/>
                </a:lnTo>
                <a:lnTo>
                  <a:pt x="681" y="401"/>
                </a:lnTo>
                <a:lnTo>
                  <a:pt x="682" y="402"/>
                </a:lnTo>
                <a:lnTo>
                  <a:pt x="683" y="402"/>
                </a:lnTo>
                <a:lnTo>
                  <a:pt x="684" y="402"/>
                </a:lnTo>
                <a:lnTo>
                  <a:pt x="684" y="405"/>
                </a:lnTo>
                <a:lnTo>
                  <a:pt x="683" y="405"/>
                </a:lnTo>
                <a:lnTo>
                  <a:pt x="683" y="406"/>
                </a:lnTo>
                <a:lnTo>
                  <a:pt x="682" y="407"/>
                </a:lnTo>
                <a:lnTo>
                  <a:pt x="681" y="408"/>
                </a:lnTo>
                <a:lnTo>
                  <a:pt x="681" y="409"/>
                </a:lnTo>
                <a:lnTo>
                  <a:pt x="682" y="409"/>
                </a:lnTo>
                <a:lnTo>
                  <a:pt x="683" y="410"/>
                </a:lnTo>
                <a:lnTo>
                  <a:pt x="685" y="412"/>
                </a:lnTo>
                <a:lnTo>
                  <a:pt x="685" y="415"/>
                </a:lnTo>
                <a:lnTo>
                  <a:pt x="684" y="416"/>
                </a:lnTo>
                <a:lnTo>
                  <a:pt x="684" y="417"/>
                </a:lnTo>
                <a:lnTo>
                  <a:pt x="685" y="420"/>
                </a:lnTo>
                <a:lnTo>
                  <a:pt x="687" y="422"/>
                </a:lnTo>
                <a:lnTo>
                  <a:pt x="687" y="423"/>
                </a:lnTo>
                <a:lnTo>
                  <a:pt x="687" y="424"/>
                </a:lnTo>
                <a:lnTo>
                  <a:pt x="686" y="424"/>
                </a:lnTo>
                <a:lnTo>
                  <a:pt x="686" y="425"/>
                </a:lnTo>
                <a:lnTo>
                  <a:pt x="686" y="427"/>
                </a:lnTo>
                <a:lnTo>
                  <a:pt x="687" y="429"/>
                </a:lnTo>
                <a:lnTo>
                  <a:pt x="688" y="429"/>
                </a:lnTo>
                <a:lnTo>
                  <a:pt x="689" y="429"/>
                </a:lnTo>
                <a:lnTo>
                  <a:pt x="689" y="430"/>
                </a:lnTo>
                <a:lnTo>
                  <a:pt x="689" y="431"/>
                </a:lnTo>
                <a:lnTo>
                  <a:pt x="689" y="432"/>
                </a:lnTo>
                <a:lnTo>
                  <a:pt x="692" y="433"/>
                </a:lnTo>
                <a:lnTo>
                  <a:pt x="693" y="434"/>
                </a:lnTo>
                <a:lnTo>
                  <a:pt x="693" y="433"/>
                </a:lnTo>
                <a:lnTo>
                  <a:pt x="694" y="433"/>
                </a:lnTo>
                <a:lnTo>
                  <a:pt x="694" y="432"/>
                </a:lnTo>
                <a:lnTo>
                  <a:pt x="695" y="432"/>
                </a:lnTo>
                <a:lnTo>
                  <a:pt x="697" y="431"/>
                </a:lnTo>
                <a:lnTo>
                  <a:pt x="698" y="431"/>
                </a:lnTo>
                <a:lnTo>
                  <a:pt x="700" y="431"/>
                </a:lnTo>
                <a:lnTo>
                  <a:pt x="701" y="431"/>
                </a:lnTo>
                <a:lnTo>
                  <a:pt x="704" y="432"/>
                </a:lnTo>
                <a:lnTo>
                  <a:pt x="705" y="432"/>
                </a:lnTo>
                <a:lnTo>
                  <a:pt x="705" y="433"/>
                </a:lnTo>
                <a:lnTo>
                  <a:pt x="706" y="433"/>
                </a:lnTo>
                <a:lnTo>
                  <a:pt x="708" y="433"/>
                </a:lnTo>
                <a:lnTo>
                  <a:pt x="709" y="435"/>
                </a:lnTo>
                <a:lnTo>
                  <a:pt x="709" y="438"/>
                </a:lnTo>
                <a:lnTo>
                  <a:pt x="709" y="440"/>
                </a:lnTo>
                <a:lnTo>
                  <a:pt x="708" y="440"/>
                </a:lnTo>
                <a:lnTo>
                  <a:pt x="708" y="442"/>
                </a:lnTo>
                <a:lnTo>
                  <a:pt x="707" y="445"/>
                </a:lnTo>
                <a:lnTo>
                  <a:pt x="706" y="447"/>
                </a:lnTo>
                <a:lnTo>
                  <a:pt x="706" y="448"/>
                </a:lnTo>
                <a:lnTo>
                  <a:pt x="705" y="451"/>
                </a:lnTo>
                <a:lnTo>
                  <a:pt x="704" y="451"/>
                </a:lnTo>
                <a:lnTo>
                  <a:pt x="704" y="452"/>
                </a:lnTo>
                <a:lnTo>
                  <a:pt x="704" y="453"/>
                </a:lnTo>
                <a:lnTo>
                  <a:pt x="705" y="453"/>
                </a:lnTo>
                <a:lnTo>
                  <a:pt x="706" y="454"/>
                </a:lnTo>
                <a:lnTo>
                  <a:pt x="706" y="455"/>
                </a:lnTo>
                <a:lnTo>
                  <a:pt x="706" y="457"/>
                </a:lnTo>
                <a:lnTo>
                  <a:pt x="705" y="458"/>
                </a:lnTo>
                <a:lnTo>
                  <a:pt x="704" y="458"/>
                </a:lnTo>
                <a:lnTo>
                  <a:pt x="704" y="459"/>
                </a:lnTo>
                <a:lnTo>
                  <a:pt x="703" y="459"/>
                </a:lnTo>
                <a:lnTo>
                  <a:pt x="703" y="460"/>
                </a:lnTo>
                <a:lnTo>
                  <a:pt x="704" y="460"/>
                </a:lnTo>
                <a:lnTo>
                  <a:pt x="704" y="461"/>
                </a:lnTo>
                <a:lnTo>
                  <a:pt x="704" y="463"/>
                </a:lnTo>
                <a:lnTo>
                  <a:pt x="704" y="464"/>
                </a:lnTo>
                <a:lnTo>
                  <a:pt x="703" y="464"/>
                </a:lnTo>
                <a:lnTo>
                  <a:pt x="703" y="465"/>
                </a:lnTo>
                <a:lnTo>
                  <a:pt x="702" y="466"/>
                </a:lnTo>
                <a:lnTo>
                  <a:pt x="702" y="469"/>
                </a:lnTo>
                <a:lnTo>
                  <a:pt x="705" y="471"/>
                </a:lnTo>
                <a:lnTo>
                  <a:pt x="706" y="471"/>
                </a:lnTo>
                <a:lnTo>
                  <a:pt x="706" y="472"/>
                </a:lnTo>
                <a:lnTo>
                  <a:pt x="707" y="472"/>
                </a:lnTo>
                <a:lnTo>
                  <a:pt x="709" y="472"/>
                </a:lnTo>
                <a:lnTo>
                  <a:pt x="710" y="473"/>
                </a:lnTo>
                <a:lnTo>
                  <a:pt x="711" y="473"/>
                </a:lnTo>
                <a:lnTo>
                  <a:pt x="711" y="474"/>
                </a:lnTo>
                <a:lnTo>
                  <a:pt x="713" y="475"/>
                </a:lnTo>
                <a:lnTo>
                  <a:pt x="714" y="476"/>
                </a:lnTo>
                <a:lnTo>
                  <a:pt x="715" y="476"/>
                </a:lnTo>
                <a:lnTo>
                  <a:pt x="715" y="475"/>
                </a:lnTo>
                <a:lnTo>
                  <a:pt x="717" y="476"/>
                </a:lnTo>
                <a:lnTo>
                  <a:pt x="718" y="477"/>
                </a:lnTo>
                <a:lnTo>
                  <a:pt x="718" y="479"/>
                </a:lnTo>
                <a:lnTo>
                  <a:pt x="718" y="480"/>
                </a:lnTo>
                <a:lnTo>
                  <a:pt x="718" y="481"/>
                </a:lnTo>
                <a:lnTo>
                  <a:pt x="718" y="482"/>
                </a:lnTo>
                <a:lnTo>
                  <a:pt x="718" y="483"/>
                </a:lnTo>
                <a:lnTo>
                  <a:pt x="719" y="484"/>
                </a:lnTo>
                <a:lnTo>
                  <a:pt x="723" y="484"/>
                </a:lnTo>
                <a:lnTo>
                  <a:pt x="723" y="483"/>
                </a:lnTo>
                <a:lnTo>
                  <a:pt x="724" y="483"/>
                </a:lnTo>
                <a:lnTo>
                  <a:pt x="725" y="483"/>
                </a:lnTo>
                <a:lnTo>
                  <a:pt x="725" y="484"/>
                </a:lnTo>
                <a:lnTo>
                  <a:pt x="725" y="485"/>
                </a:lnTo>
                <a:lnTo>
                  <a:pt x="724" y="485"/>
                </a:lnTo>
                <a:lnTo>
                  <a:pt x="724" y="487"/>
                </a:lnTo>
                <a:lnTo>
                  <a:pt x="723" y="488"/>
                </a:lnTo>
                <a:lnTo>
                  <a:pt x="723" y="489"/>
                </a:lnTo>
                <a:lnTo>
                  <a:pt x="723" y="490"/>
                </a:lnTo>
                <a:lnTo>
                  <a:pt x="723" y="491"/>
                </a:lnTo>
                <a:lnTo>
                  <a:pt x="724" y="492"/>
                </a:lnTo>
                <a:lnTo>
                  <a:pt x="724" y="493"/>
                </a:lnTo>
                <a:lnTo>
                  <a:pt x="724" y="494"/>
                </a:lnTo>
                <a:lnTo>
                  <a:pt x="725" y="494"/>
                </a:lnTo>
                <a:lnTo>
                  <a:pt x="726" y="494"/>
                </a:lnTo>
                <a:lnTo>
                  <a:pt x="726" y="495"/>
                </a:lnTo>
                <a:lnTo>
                  <a:pt x="727" y="495"/>
                </a:lnTo>
                <a:lnTo>
                  <a:pt x="728" y="495"/>
                </a:lnTo>
                <a:lnTo>
                  <a:pt x="728" y="496"/>
                </a:lnTo>
                <a:lnTo>
                  <a:pt x="729" y="496"/>
                </a:lnTo>
                <a:lnTo>
                  <a:pt x="730" y="496"/>
                </a:lnTo>
                <a:lnTo>
                  <a:pt x="731" y="495"/>
                </a:lnTo>
                <a:lnTo>
                  <a:pt x="732" y="495"/>
                </a:lnTo>
                <a:lnTo>
                  <a:pt x="732" y="494"/>
                </a:lnTo>
                <a:lnTo>
                  <a:pt x="733" y="494"/>
                </a:lnTo>
                <a:lnTo>
                  <a:pt x="733" y="495"/>
                </a:lnTo>
                <a:lnTo>
                  <a:pt x="734" y="496"/>
                </a:lnTo>
                <a:lnTo>
                  <a:pt x="734" y="497"/>
                </a:lnTo>
                <a:lnTo>
                  <a:pt x="735" y="498"/>
                </a:lnTo>
                <a:lnTo>
                  <a:pt x="738" y="498"/>
                </a:lnTo>
                <a:lnTo>
                  <a:pt x="740" y="498"/>
                </a:lnTo>
                <a:lnTo>
                  <a:pt x="742" y="499"/>
                </a:lnTo>
                <a:lnTo>
                  <a:pt x="743" y="499"/>
                </a:lnTo>
                <a:lnTo>
                  <a:pt x="743" y="500"/>
                </a:lnTo>
                <a:lnTo>
                  <a:pt x="743" y="502"/>
                </a:lnTo>
                <a:lnTo>
                  <a:pt x="744" y="503"/>
                </a:lnTo>
                <a:lnTo>
                  <a:pt x="746" y="505"/>
                </a:lnTo>
                <a:lnTo>
                  <a:pt x="747" y="506"/>
                </a:lnTo>
                <a:lnTo>
                  <a:pt x="748" y="507"/>
                </a:lnTo>
                <a:lnTo>
                  <a:pt x="748" y="508"/>
                </a:lnTo>
                <a:lnTo>
                  <a:pt x="748" y="509"/>
                </a:lnTo>
                <a:lnTo>
                  <a:pt x="747" y="510"/>
                </a:lnTo>
                <a:lnTo>
                  <a:pt x="747" y="511"/>
                </a:lnTo>
                <a:lnTo>
                  <a:pt x="745" y="514"/>
                </a:lnTo>
                <a:lnTo>
                  <a:pt x="745" y="515"/>
                </a:lnTo>
                <a:lnTo>
                  <a:pt x="744" y="515"/>
                </a:lnTo>
                <a:lnTo>
                  <a:pt x="743" y="515"/>
                </a:lnTo>
                <a:lnTo>
                  <a:pt x="743" y="516"/>
                </a:lnTo>
                <a:lnTo>
                  <a:pt x="744" y="516"/>
                </a:lnTo>
                <a:lnTo>
                  <a:pt x="744" y="517"/>
                </a:lnTo>
                <a:lnTo>
                  <a:pt x="744" y="518"/>
                </a:lnTo>
                <a:lnTo>
                  <a:pt x="744" y="519"/>
                </a:lnTo>
                <a:lnTo>
                  <a:pt x="743" y="520"/>
                </a:lnTo>
                <a:lnTo>
                  <a:pt x="742" y="520"/>
                </a:lnTo>
                <a:lnTo>
                  <a:pt x="742" y="521"/>
                </a:lnTo>
                <a:lnTo>
                  <a:pt x="741" y="521"/>
                </a:lnTo>
                <a:lnTo>
                  <a:pt x="740" y="521"/>
                </a:lnTo>
                <a:lnTo>
                  <a:pt x="740" y="522"/>
                </a:lnTo>
                <a:lnTo>
                  <a:pt x="740" y="523"/>
                </a:lnTo>
                <a:lnTo>
                  <a:pt x="741" y="523"/>
                </a:lnTo>
                <a:lnTo>
                  <a:pt x="742" y="523"/>
                </a:lnTo>
                <a:lnTo>
                  <a:pt x="742" y="524"/>
                </a:lnTo>
                <a:lnTo>
                  <a:pt x="743" y="524"/>
                </a:lnTo>
                <a:lnTo>
                  <a:pt x="743" y="525"/>
                </a:lnTo>
                <a:lnTo>
                  <a:pt x="744" y="525"/>
                </a:lnTo>
                <a:lnTo>
                  <a:pt x="744" y="526"/>
                </a:lnTo>
                <a:lnTo>
                  <a:pt x="743" y="526"/>
                </a:lnTo>
                <a:lnTo>
                  <a:pt x="744" y="526"/>
                </a:lnTo>
                <a:lnTo>
                  <a:pt x="745" y="526"/>
                </a:lnTo>
                <a:lnTo>
                  <a:pt x="746" y="526"/>
                </a:lnTo>
                <a:lnTo>
                  <a:pt x="746" y="527"/>
                </a:lnTo>
                <a:lnTo>
                  <a:pt x="746" y="529"/>
                </a:lnTo>
                <a:lnTo>
                  <a:pt x="746" y="531"/>
                </a:lnTo>
                <a:lnTo>
                  <a:pt x="745" y="532"/>
                </a:lnTo>
                <a:lnTo>
                  <a:pt x="746" y="532"/>
                </a:lnTo>
                <a:lnTo>
                  <a:pt x="747" y="532"/>
                </a:lnTo>
                <a:lnTo>
                  <a:pt x="750" y="532"/>
                </a:lnTo>
                <a:lnTo>
                  <a:pt x="751" y="532"/>
                </a:lnTo>
                <a:lnTo>
                  <a:pt x="751" y="531"/>
                </a:lnTo>
                <a:lnTo>
                  <a:pt x="751" y="530"/>
                </a:lnTo>
                <a:lnTo>
                  <a:pt x="752" y="529"/>
                </a:lnTo>
                <a:lnTo>
                  <a:pt x="753" y="529"/>
                </a:lnTo>
                <a:lnTo>
                  <a:pt x="753" y="528"/>
                </a:lnTo>
                <a:lnTo>
                  <a:pt x="754" y="528"/>
                </a:lnTo>
                <a:lnTo>
                  <a:pt x="754" y="529"/>
                </a:lnTo>
                <a:lnTo>
                  <a:pt x="755" y="529"/>
                </a:lnTo>
                <a:lnTo>
                  <a:pt x="756" y="530"/>
                </a:lnTo>
                <a:lnTo>
                  <a:pt x="757" y="531"/>
                </a:lnTo>
                <a:lnTo>
                  <a:pt x="758" y="531"/>
                </a:lnTo>
                <a:lnTo>
                  <a:pt x="758" y="530"/>
                </a:lnTo>
                <a:lnTo>
                  <a:pt x="758" y="528"/>
                </a:lnTo>
                <a:lnTo>
                  <a:pt x="759" y="527"/>
                </a:lnTo>
                <a:lnTo>
                  <a:pt x="758" y="526"/>
                </a:lnTo>
                <a:lnTo>
                  <a:pt x="757" y="524"/>
                </a:lnTo>
                <a:lnTo>
                  <a:pt x="757" y="523"/>
                </a:lnTo>
                <a:lnTo>
                  <a:pt x="756" y="523"/>
                </a:lnTo>
                <a:lnTo>
                  <a:pt x="756" y="522"/>
                </a:lnTo>
                <a:lnTo>
                  <a:pt x="756" y="521"/>
                </a:lnTo>
                <a:lnTo>
                  <a:pt x="757" y="521"/>
                </a:lnTo>
                <a:lnTo>
                  <a:pt x="757" y="520"/>
                </a:lnTo>
                <a:lnTo>
                  <a:pt x="759" y="520"/>
                </a:lnTo>
                <a:lnTo>
                  <a:pt x="760" y="520"/>
                </a:lnTo>
                <a:lnTo>
                  <a:pt x="761" y="520"/>
                </a:lnTo>
                <a:lnTo>
                  <a:pt x="762" y="520"/>
                </a:lnTo>
                <a:lnTo>
                  <a:pt x="763" y="521"/>
                </a:lnTo>
                <a:lnTo>
                  <a:pt x="764" y="522"/>
                </a:lnTo>
                <a:lnTo>
                  <a:pt x="765" y="522"/>
                </a:lnTo>
                <a:lnTo>
                  <a:pt x="766" y="523"/>
                </a:lnTo>
                <a:lnTo>
                  <a:pt x="767" y="523"/>
                </a:lnTo>
                <a:lnTo>
                  <a:pt x="768" y="523"/>
                </a:lnTo>
                <a:lnTo>
                  <a:pt x="768" y="524"/>
                </a:lnTo>
                <a:lnTo>
                  <a:pt x="768" y="525"/>
                </a:lnTo>
                <a:lnTo>
                  <a:pt x="768" y="526"/>
                </a:lnTo>
                <a:lnTo>
                  <a:pt x="767" y="526"/>
                </a:lnTo>
                <a:lnTo>
                  <a:pt x="766" y="526"/>
                </a:lnTo>
                <a:lnTo>
                  <a:pt x="766" y="525"/>
                </a:lnTo>
                <a:lnTo>
                  <a:pt x="766" y="526"/>
                </a:lnTo>
                <a:lnTo>
                  <a:pt x="765" y="526"/>
                </a:lnTo>
                <a:lnTo>
                  <a:pt x="764" y="527"/>
                </a:lnTo>
                <a:lnTo>
                  <a:pt x="764" y="528"/>
                </a:lnTo>
                <a:lnTo>
                  <a:pt x="764" y="529"/>
                </a:lnTo>
                <a:lnTo>
                  <a:pt x="765" y="529"/>
                </a:lnTo>
                <a:lnTo>
                  <a:pt x="766" y="530"/>
                </a:lnTo>
                <a:lnTo>
                  <a:pt x="764" y="531"/>
                </a:lnTo>
                <a:lnTo>
                  <a:pt x="761" y="532"/>
                </a:lnTo>
                <a:lnTo>
                  <a:pt x="761" y="533"/>
                </a:lnTo>
                <a:lnTo>
                  <a:pt x="760" y="533"/>
                </a:lnTo>
                <a:lnTo>
                  <a:pt x="760" y="534"/>
                </a:lnTo>
                <a:lnTo>
                  <a:pt x="760" y="535"/>
                </a:lnTo>
                <a:lnTo>
                  <a:pt x="758" y="536"/>
                </a:lnTo>
                <a:lnTo>
                  <a:pt x="757" y="536"/>
                </a:lnTo>
                <a:lnTo>
                  <a:pt x="757" y="538"/>
                </a:lnTo>
                <a:lnTo>
                  <a:pt x="757" y="539"/>
                </a:lnTo>
                <a:lnTo>
                  <a:pt x="758" y="540"/>
                </a:lnTo>
                <a:lnTo>
                  <a:pt x="759" y="540"/>
                </a:lnTo>
                <a:lnTo>
                  <a:pt x="760" y="541"/>
                </a:lnTo>
                <a:lnTo>
                  <a:pt x="761" y="542"/>
                </a:lnTo>
                <a:lnTo>
                  <a:pt x="762" y="543"/>
                </a:lnTo>
                <a:lnTo>
                  <a:pt x="760" y="546"/>
                </a:lnTo>
                <a:lnTo>
                  <a:pt x="758" y="549"/>
                </a:lnTo>
                <a:lnTo>
                  <a:pt x="758" y="550"/>
                </a:lnTo>
                <a:lnTo>
                  <a:pt x="758" y="551"/>
                </a:lnTo>
                <a:lnTo>
                  <a:pt x="759" y="551"/>
                </a:lnTo>
                <a:lnTo>
                  <a:pt x="759" y="553"/>
                </a:lnTo>
                <a:lnTo>
                  <a:pt x="759" y="554"/>
                </a:lnTo>
                <a:lnTo>
                  <a:pt x="758" y="555"/>
                </a:lnTo>
                <a:lnTo>
                  <a:pt x="758" y="556"/>
                </a:lnTo>
                <a:lnTo>
                  <a:pt x="757" y="556"/>
                </a:lnTo>
                <a:lnTo>
                  <a:pt x="756" y="557"/>
                </a:lnTo>
                <a:lnTo>
                  <a:pt x="755" y="557"/>
                </a:lnTo>
                <a:lnTo>
                  <a:pt x="754" y="557"/>
                </a:lnTo>
                <a:lnTo>
                  <a:pt x="754" y="556"/>
                </a:lnTo>
                <a:lnTo>
                  <a:pt x="753" y="556"/>
                </a:lnTo>
                <a:lnTo>
                  <a:pt x="752" y="556"/>
                </a:lnTo>
                <a:lnTo>
                  <a:pt x="752" y="557"/>
                </a:lnTo>
                <a:lnTo>
                  <a:pt x="751" y="557"/>
                </a:lnTo>
                <a:lnTo>
                  <a:pt x="749" y="557"/>
                </a:lnTo>
                <a:lnTo>
                  <a:pt x="748" y="556"/>
                </a:lnTo>
                <a:lnTo>
                  <a:pt x="747" y="556"/>
                </a:lnTo>
                <a:lnTo>
                  <a:pt x="746" y="556"/>
                </a:lnTo>
                <a:lnTo>
                  <a:pt x="746" y="557"/>
                </a:lnTo>
                <a:lnTo>
                  <a:pt x="746" y="559"/>
                </a:lnTo>
                <a:lnTo>
                  <a:pt x="746" y="561"/>
                </a:lnTo>
                <a:lnTo>
                  <a:pt x="746" y="564"/>
                </a:lnTo>
                <a:lnTo>
                  <a:pt x="747" y="566"/>
                </a:lnTo>
                <a:lnTo>
                  <a:pt x="746" y="568"/>
                </a:lnTo>
                <a:lnTo>
                  <a:pt x="746" y="569"/>
                </a:lnTo>
                <a:lnTo>
                  <a:pt x="747" y="569"/>
                </a:lnTo>
                <a:lnTo>
                  <a:pt x="748" y="568"/>
                </a:lnTo>
                <a:lnTo>
                  <a:pt x="748" y="567"/>
                </a:lnTo>
                <a:lnTo>
                  <a:pt x="749" y="567"/>
                </a:lnTo>
                <a:lnTo>
                  <a:pt x="750" y="567"/>
                </a:lnTo>
                <a:lnTo>
                  <a:pt x="749" y="569"/>
                </a:lnTo>
                <a:lnTo>
                  <a:pt x="750" y="571"/>
                </a:lnTo>
                <a:lnTo>
                  <a:pt x="751" y="571"/>
                </a:lnTo>
                <a:lnTo>
                  <a:pt x="752" y="571"/>
                </a:lnTo>
                <a:lnTo>
                  <a:pt x="752" y="570"/>
                </a:lnTo>
                <a:lnTo>
                  <a:pt x="753" y="570"/>
                </a:lnTo>
                <a:lnTo>
                  <a:pt x="754" y="572"/>
                </a:lnTo>
                <a:lnTo>
                  <a:pt x="753" y="573"/>
                </a:lnTo>
                <a:lnTo>
                  <a:pt x="753" y="574"/>
                </a:lnTo>
                <a:lnTo>
                  <a:pt x="753" y="575"/>
                </a:lnTo>
                <a:lnTo>
                  <a:pt x="756" y="578"/>
                </a:lnTo>
                <a:lnTo>
                  <a:pt x="756" y="579"/>
                </a:lnTo>
                <a:lnTo>
                  <a:pt x="759" y="578"/>
                </a:lnTo>
                <a:lnTo>
                  <a:pt x="762" y="578"/>
                </a:lnTo>
                <a:lnTo>
                  <a:pt x="764" y="578"/>
                </a:lnTo>
                <a:lnTo>
                  <a:pt x="766" y="579"/>
                </a:lnTo>
                <a:lnTo>
                  <a:pt x="767" y="581"/>
                </a:lnTo>
                <a:lnTo>
                  <a:pt x="769" y="584"/>
                </a:lnTo>
                <a:lnTo>
                  <a:pt x="769" y="585"/>
                </a:lnTo>
                <a:lnTo>
                  <a:pt x="772" y="586"/>
                </a:lnTo>
                <a:lnTo>
                  <a:pt x="773" y="587"/>
                </a:lnTo>
                <a:lnTo>
                  <a:pt x="774" y="588"/>
                </a:lnTo>
                <a:lnTo>
                  <a:pt x="776" y="589"/>
                </a:lnTo>
                <a:lnTo>
                  <a:pt x="778" y="590"/>
                </a:lnTo>
                <a:lnTo>
                  <a:pt x="778" y="591"/>
                </a:lnTo>
                <a:lnTo>
                  <a:pt x="779" y="593"/>
                </a:lnTo>
                <a:lnTo>
                  <a:pt x="782" y="595"/>
                </a:lnTo>
                <a:lnTo>
                  <a:pt x="784" y="597"/>
                </a:lnTo>
                <a:lnTo>
                  <a:pt x="787" y="600"/>
                </a:lnTo>
                <a:lnTo>
                  <a:pt x="788" y="600"/>
                </a:lnTo>
                <a:lnTo>
                  <a:pt x="788" y="602"/>
                </a:lnTo>
                <a:lnTo>
                  <a:pt x="788" y="603"/>
                </a:lnTo>
                <a:lnTo>
                  <a:pt x="787" y="604"/>
                </a:lnTo>
                <a:lnTo>
                  <a:pt x="787" y="606"/>
                </a:lnTo>
                <a:lnTo>
                  <a:pt x="787" y="608"/>
                </a:lnTo>
                <a:lnTo>
                  <a:pt x="788" y="608"/>
                </a:lnTo>
                <a:lnTo>
                  <a:pt x="789" y="608"/>
                </a:lnTo>
                <a:lnTo>
                  <a:pt x="791" y="609"/>
                </a:lnTo>
                <a:lnTo>
                  <a:pt x="792" y="610"/>
                </a:lnTo>
                <a:lnTo>
                  <a:pt x="793" y="610"/>
                </a:lnTo>
                <a:lnTo>
                  <a:pt x="793" y="611"/>
                </a:lnTo>
                <a:lnTo>
                  <a:pt x="792" y="612"/>
                </a:lnTo>
                <a:lnTo>
                  <a:pt x="791" y="614"/>
                </a:lnTo>
                <a:lnTo>
                  <a:pt x="789" y="614"/>
                </a:lnTo>
                <a:lnTo>
                  <a:pt x="788" y="614"/>
                </a:lnTo>
                <a:lnTo>
                  <a:pt x="788" y="615"/>
                </a:lnTo>
                <a:lnTo>
                  <a:pt x="788" y="616"/>
                </a:lnTo>
                <a:lnTo>
                  <a:pt x="789" y="617"/>
                </a:lnTo>
                <a:lnTo>
                  <a:pt x="790" y="617"/>
                </a:lnTo>
                <a:lnTo>
                  <a:pt x="791" y="617"/>
                </a:lnTo>
                <a:lnTo>
                  <a:pt x="792" y="618"/>
                </a:lnTo>
                <a:lnTo>
                  <a:pt x="792" y="619"/>
                </a:lnTo>
                <a:lnTo>
                  <a:pt x="790" y="619"/>
                </a:lnTo>
                <a:lnTo>
                  <a:pt x="787" y="618"/>
                </a:lnTo>
                <a:lnTo>
                  <a:pt x="786" y="617"/>
                </a:lnTo>
                <a:lnTo>
                  <a:pt x="786" y="616"/>
                </a:lnTo>
                <a:lnTo>
                  <a:pt x="785" y="617"/>
                </a:lnTo>
                <a:lnTo>
                  <a:pt x="782" y="617"/>
                </a:lnTo>
                <a:lnTo>
                  <a:pt x="780" y="619"/>
                </a:lnTo>
                <a:lnTo>
                  <a:pt x="780" y="622"/>
                </a:lnTo>
                <a:lnTo>
                  <a:pt x="779" y="622"/>
                </a:lnTo>
                <a:lnTo>
                  <a:pt x="778" y="623"/>
                </a:lnTo>
                <a:lnTo>
                  <a:pt x="778" y="624"/>
                </a:lnTo>
                <a:lnTo>
                  <a:pt x="779" y="624"/>
                </a:lnTo>
                <a:lnTo>
                  <a:pt x="780" y="624"/>
                </a:lnTo>
                <a:lnTo>
                  <a:pt x="780" y="625"/>
                </a:lnTo>
                <a:lnTo>
                  <a:pt x="780" y="627"/>
                </a:lnTo>
                <a:lnTo>
                  <a:pt x="782" y="628"/>
                </a:lnTo>
                <a:lnTo>
                  <a:pt x="782" y="629"/>
                </a:lnTo>
                <a:lnTo>
                  <a:pt x="784" y="630"/>
                </a:lnTo>
                <a:lnTo>
                  <a:pt x="783" y="630"/>
                </a:lnTo>
                <a:lnTo>
                  <a:pt x="783" y="631"/>
                </a:lnTo>
                <a:lnTo>
                  <a:pt x="783" y="632"/>
                </a:lnTo>
                <a:lnTo>
                  <a:pt x="784" y="632"/>
                </a:lnTo>
                <a:lnTo>
                  <a:pt x="785" y="635"/>
                </a:lnTo>
                <a:lnTo>
                  <a:pt x="786" y="635"/>
                </a:lnTo>
                <a:lnTo>
                  <a:pt x="788" y="635"/>
                </a:lnTo>
                <a:lnTo>
                  <a:pt x="788" y="634"/>
                </a:lnTo>
                <a:lnTo>
                  <a:pt x="789" y="634"/>
                </a:lnTo>
                <a:lnTo>
                  <a:pt x="790" y="633"/>
                </a:lnTo>
                <a:lnTo>
                  <a:pt x="791" y="633"/>
                </a:lnTo>
                <a:lnTo>
                  <a:pt x="792" y="634"/>
                </a:lnTo>
                <a:lnTo>
                  <a:pt x="793" y="634"/>
                </a:lnTo>
                <a:lnTo>
                  <a:pt x="794" y="634"/>
                </a:lnTo>
                <a:lnTo>
                  <a:pt x="797" y="632"/>
                </a:lnTo>
                <a:lnTo>
                  <a:pt x="798" y="632"/>
                </a:lnTo>
                <a:lnTo>
                  <a:pt x="798" y="633"/>
                </a:lnTo>
                <a:lnTo>
                  <a:pt x="798" y="634"/>
                </a:lnTo>
                <a:lnTo>
                  <a:pt x="798" y="635"/>
                </a:lnTo>
                <a:lnTo>
                  <a:pt x="799" y="635"/>
                </a:lnTo>
                <a:lnTo>
                  <a:pt x="799" y="636"/>
                </a:lnTo>
                <a:lnTo>
                  <a:pt x="801" y="636"/>
                </a:lnTo>
                <a:lnTo>
                  <a:pt x="802" y="636"/>
                </a:lnTo>
                <a:lnTo>
                  <a:pt x="803" y="636"/>
                </a:lnTo>
                <a:lnTo>
                  <a:pt x="805" y="637"/>
                </a:lnTo>
                <a:lnTo>
                  <a:pt x="806" y="637"/>
                </a:lnTo>
                <a:lnTo>
                  <a:pt x="806" y="638"/>
                </a:lnTo>
                <a:lnTo>
                  <a:pt x="809" y="640"/>
                </a:lnTo>
                <a:lnTo>
                  <a:pt x="810" y="644"/>
                </a:lnTo>
                <a:lnTo>
                  <a:pt x="811" y="644"/>
                </a:lnTo>
                <a:lnTo>
                  <a:pt x="811" y="645"/>
                </a:lnTo>
                <a:lnTo>
                  <a:pt x="813" y="646"/>
                </a:lnTo>
                <a:lnTo>
                  <a:pt x="816" y="648"/>
                </a:lnTo>
                <a:lnTo>
                  <a:pt x="818" y="649"/>
                </a:lnTo>
                <a:lnTo>
                  <a:pt x="819" y="649"/>
                </a:lnTo>
                <a:lnTo>
                  <a:pt x="819" y="651"/>
                </a:lnTo>
                <a:lnTo>
                  <a:pt x="818" y="651"/>
                </a:lnTo>
                <a:lnTo>
                  <a:pt x="817" y="651"/>
                </a:lnTo>
                <a:lnTo>
                  <a:pt x="817" y="652"/>
                </a:lnTo>
                <a:lnTo>
                  <a:pt x="816" y="652"/>
                </a:lnTo>
                <a:lnTo>
                  <a:pt x="816" y="653"/>
                </a:lnTo>
                <a:lnTo>
                  <a:pt x="816" y="659"/>
                </a:lnTo>
                <a:lnTo>
                  <a:pt x="817" y="661"/>
                </a:lnTo>
                <a:lnTo>
                  <a:pt x="819" y="664"/>
                </a:lnTo>
                <a:lnTo>
                  <a:pt x="820" y="665"/>
                </a:lnTo>
                <a:lnTo>
                  <a:pt x="821" y="665"/>
                </a:lnTo>
                <a:lnTo>
                  <a:pt x="822" y="665"/>
                </a:lnTo>
                <a:lnTo>
                  <a:pt x="823" y="665"/>
                </a:lnTo>
                <a:lnTo>
                  <a:pt x="823" y="666"/>
                </a:lnTo>
                <a:lnTo>
                  <a:pt x="823" y="669"/>
                </a:lnTo>
                <a:lnTo>
                  <a:pt x="823" y="670"/>
                </a:lnTo>
                <a:lnTo>
                  <a:pt x="822" y="670"/>
                </a:lnTo>
                <a:lnTo>
                  <a:pt x="822" y="671"/>
                </a:lnTo>
                <a:lnTo>
                  <a:pt x="822" y="672"/>
                </a:lnTo>
                <a:lnTo>
                  <a:pt x="822" y="673"/>
                </a:lnTo>
                <a:lnTo>
                  <a:pt x="823" y="673"/>
                </a:lnTo>
                <a:lnTo>
                  <a:pt x="823" y="672"/>
                </a:lnTo>
                <a:lnTo>
                  <a:pt x="824" y="672"/>
                </a:lnTo>
                <a:lnTo>
                  <a:pt x="825" y="672"/>
                </a:lnTo>
                <a:lnTo>
                  <a:pt x="826" y="672"/>
                </a:lnTo>
                <a:lnTo>
                  <a:pt x="827" y="672"/>
                </a:lnTo>
                <a:lnTo>
                  <a:pt x="828" y="672"/>
                </a:lnTo>
                <a:lnTo>
                  <a:pt x="828" y="671"/>
                </a:lnTo>
                <a:lnTo>
                  <a:pt x="829" y="669"/>
                </a:lnTo>
                <a:lnTo>
                  <a:pt x="830" y="667"/>
                </a:lnTo>
                <a:lnTo>
                  <a:pt x="832" y="665"/>
                </a:lnTo>
                <a:lnTo>
                  <a:pt x="833" y="664"/>
                </a:lnTo>
                <a:lnTo>
                  <a:pt x="834" y="662"/>
                </a:lnTo>
                <a:lnTo>
                  <a:pt x="835" y="661"/>
                </a:lnTo>
                <a:lnTo>
                  <a:pt x="837" y="661"/>
                </a:lnTo>
                <a:lnTo>
                  <a:pt x="838" y="661"/>
                </a:lnTo>
                <a:lnTo>
                  <a:pt x="841" y="662"/>
                </a:lnTo>
                <a:lnTo>
                  <a:pt x="842" y="662"/>
                </a:lnTo>
                <a:lnTo>
                  <a:pt x="842" y="663"/>
                </a:lnTo>
                <a:lnTo>
                  <a:pt x="845" y="665"/>
                </a:lnTo>
                <a:lnTo>
                  <a:pt x="845" y="666"/>
                </a:lnTo>
                <a:lnTo>
                  <a:pt x="850" y="665"/>
                </a:lnTo>
                <a:lnTo>
                  <a:pt x="851" y="665"/>
                </a:lnTo>
                <a:lnTo>
                  <a:pt x="852" y="665"/>
                </a:lnTo>
                <a:lnTo>
                  <a:pt x="853" y="665"/>
                </a:lnTo>
                <a:lnTo>
                  <a:pt x="854" y="665"/>
                </a:lnTo>
                <a:lnTo>
                  <a:pt x="856" y="664"/>
                </a:lnTo>
                <a:lnTo>
                  <a:pt x="857" y="664"/>
                </a:lnTo>
                <a:lnTo>
                  <a:pt x="858" y="664"/>
                </a:lnTo>
                <a:lnTo>
                  <a:pt x="858" y="665"/>
                </a:lnTo>
                <a:lnTo>
                  <a:pt x="859" y="666"/>
                </a:lnTo>
                <a:lnTo>
                  <a:pt x="860" y="667"/>
                </a:lnTo>
                <a:lnTo>
                  <a:pt x="864" y="669"/>
                </a:lnTo>
                <a:lnTo>
                  <a:pt x="865" y="670"/>
                </a:lnTo>
                <a:lnTo>
                  <a:pt x="867" y="671"/>
                </a:lnTo>
                <a:lnTo>
                  <a:pt x="868" y="670"/>
                </a:lnTo>
                <a:lnTo>
                  <a:pt x="869" y="670"/>
                </a:lnTo>
                <a:lnTo>
                  <a:pt x="869" y="671"/>
                </a:lnTo>
                <a:lnTo>
                  <a:pt x="870" y="671"/>
                </a:lnTo>
                <a:lnTo>
                  <a:pt x="871" y="670"/>
                </a:lnTo>
                <a:lnTo>
                  <a:pt x="872" y="670"/>
                </a:lnTo>
                <a:lnTo>
                  <a:pt x="872" y="669"/>
                </a:lnTo>
                <a:lnTo>
                  <a:pt x="873" y="668"/>
                </a:lnTo>
                <a:lnTo>
                  <a:pt x="873" y="667"/>
                </a:lnTo>
                <a:lnTo>
                  <a:pt x="874" y="667"/>
                </a:lnTo>
                <a:lnTo>
                  <a:pt x="874" y="666"/>
                </a:lnTo>
                <a:lnTo>
                  <a:pt x="875" y="666"/>
                </a:lnTo>
                <a:lnTo>
                  <a:pt x="876" y="666"/>
                </a:lnTo>
                <a:lnTo>
                  <a:pt x="877" y="666"/>
                </a:lnTo>
                <a:lnTo>
                  <a:pt x="877" y="664"/>
                </a:lnTo>
                <a:lnTo>
                  <a:pt x="877" y="663"/>
                </a:lnTo>
                <a:lnTo>
                  <a:pt x="878" y="662"/>
                </a:lnTo>
                <a:lnTo>
                  <a:pt x="879" y="661"/>
                </a:lnTo>
                <a:lnTo>
                  <a:pt x="880" y="662"/>
                </a:lnTo>
                <a:lnTo>
                  <a:pt x="881" y="662"/>
                </a:lnTo>
                <a:lnTo>
                  <a:pt x="881" y="661"/>
                </a:lnTo>
                <a:lnTo>
                  <a:pt x="881" y="660"/>
                </a:lnTo>
                <a:lnTo>
                  <a:pt x="883" y="658"/>
                </a:lnTo>
                <a:lnTo>
                  <a:pt x="883" y="657"/>
                </a:lnTo>
                <a:lnTo>
                  <a:pt x="884" y="656"/>
                </a:lnTo>
                <a:lnTo>
                  <a:pt x="885" y="654"/>
                </a:lnTo>
                <a:lnTo>
                  <a:pt x="887" y="652"/>
                </a:lnTo>
                <a:lnTo>
                  <a:pt x="888" y="652"/>
                </a:lnTo>
                <a:lnTo>
                  <a:pt x="889" y="652"/>
                </a:lnTo>
                <a:lnTo>
                  <a:pt x="890" y="652"/>
                </a:lnTo>
                <a:lnTo>
                  <a:pt x="893" y="649"/>
                </a:lnTo>
                <a:lnTo>
                  <a:pt x="894" y="649"/>
                </a:lnTo>
                <a:lnTo>
                  <a:pt x="895" y="649"/>
                </a:lnTo>
                <a:lnTo>
                  <a:pt x="896" y="648"/>
                </a:lnTo>
                <a:lnTo>
                  <a:pt x="896" y="647"/>
                </a:lnTo>
                <a:lnTo>
                  <a:pt x="897" y="646"/>
                </a:lnTo>
                <a:lnTo>
                  <a:pt x="898" y="646"/>
                </a:lnTo>
                <a:lnTo>
                  <a:pt x="898" y="645"/>
                </a:lnTo>
                <a:lnTo>
                  <a:pt x="898" y="643"/>
                </a:lnTo>
                <a:lnTo>
                  <a:pt x="898" y="642"/>
                </a:lnTo>
                <a:lnTo>
                  <a:pt x="898" y="641"/>
                </a:lnTo>
                <a:lnTo>
                  <a:pt x="899" y="641"/>
                </a:lnTo>
                <a:lnTo>
                  <a:pt x="900" y="640"/>
                </a:lnTo>
                <a:lnTo>
                  <a:pt x="901" y="639"/>
                </a:lnTo>
                <a:lnTo>
                  <a:pt x="902" y="640"/>
                </a:lnTo>
                <a:lnTo>
                  <a:pt x="904" y="640"/>
                </a:lnTo>
                <a:lnTo>
                  <a:pt x="905" y="640"/>
                </a:lnTo>
                <a:lnTo>
                  <a:pt x="906" y="640"/>
                </a:lnTo>
                <a:lnTo>
                  <a:pt x="907" y="639"/>
                </a:lnTo>
                <a:lnTo>
                  <a:pt x="908" y="639"/>
                </a:lnTo>
                <a:lnTo>
                  <a:pt x="909" y="639"/>
                </a:lnTo>
                <a:lnTo>
                  <a:pt x="909" y="638"/>
                </a:lnTo>
                <a:lnTo>
                  <a:pt x="910" y="638"/>
                </a:lnTo>
                <a:lnTo>
                  <a:pt x="911" y="639"/>
                </a:lnTo>
                <a:lnTo>
                  <a:pt x="911" y="638"/>
                </a:lnTo>
                <a:lnTo>
                  <a:pt x="912" y="637"/>
                </a:lnTo>
                <a:lnTo>
                  <a:pt x="913" y="637"/>
                </a:lnTo>
                <a:lnTo>
                  <a:pt x="914" y="637"/>
                </a:lnTo>
                <a:lnTo>
                  <a:pt x="916" y="636"/>
                </a:lnTo>
                <a:lnTo>
                  <a:pt x="916" y="635"/>
                </a:lnTo>
                <a:lnTo>
                  <a:pt x="917" y="635"/>
                </a:lnTo>
                <a:lnTo>
                  <a:pt x="918" y="635"/>
                </a:lnTo>
                <a:lnTo>
                  <a:pt x="919" y="634"/>
                </a:lnTo>
                <a:lnTo>
                  <a:pt x="920" y="633"/>
                </a:lnTo>
                <a:lnTo>
                  <a:pt x="920" y="632"/>
                </a:lnTo>
                <a:lnTo>
                  <a:pt x="922" y="630"/>
                </a:lnTo>
                <a:lnTo>
                  <a:pt x="923" y="629"/>
                </a:lnTo>
                <a:lnTo>
                  <a:pt x="924" y="628"/>
                </a:lnTo>
                <a:lnTo>
                  <a:pt x="924" y="626"/>
                </a:lnTo>
                <a:lnTo>
                  <a:pt x="925" y="625"/>
                </a:lnTo>
                <a:lnTo>
                  <a:pt x="926" y="625"/>
                </a:lnTo>
                <a:lnTo>
                  <a:pt x="930" y="624"/>
                </a:lnTo>
                <a:lnTo>
                  <a:pt x="931" y="624"/>
                </a:lnTo>
                <a:lnTo>
                  <a:pt x="932" y="624"/>
                </a:lnTo>
                <a:lnTo>
                  <a:pt x="933" y="624"/>
                </a:lnTo>
                <a:lnTo>
                  <a:pt x="935" y="624"/>
                </a:lnTo>
                <a:lnTo>
                  <a:pt x="936" y="623"/>
                </a:lnTo>
                <a:lnTo>
                  <a:pt x="938" y="623"/>
                </a:lnTo>
                <a:lnTo>
                  <a:pt x="942" y="621"/>
                </a:lnTo>
                <a:lnTo>
                  <a:pt x="944" y="620"/>
                </a:lnTo>
                <a:lnTo>
                  <a:pt x="946" y="620"/>
                </a:lnTo>
                <a:lnTo>
                  <a:pt x="947" y="619"/>
                </a:lnTo>
                <a:lnTo>
                  <a:pt x="951" y="618"/>
                </a:lnTo>
                <a:lnTo>
                  <a:pt x="952" y="618"/>
                </a:lnTo>
                <a:lnTo>
                  <a:pt x="952" y="617"/>
                </a:lnTo>
                <a:lnTo>
                  <a:pt x="953" y="617"/>
                </a:lnTo>
                <a:lnTo>
                  <a:pt x="954" y="616"/>
                </a:lnTo>
                <a:lnTo>
                  <a:pt x="954" y="615"/>
                </a:lnTo>
                <a:lnTo>
                  <a:pt x="954" y="614"/>
                </a:lnTo>
                <a:lnTo>
                  <a:pt x="954" y="613"/>
                </a:lnTo>
                <a:lnTo>
                  <a:pt x="955" y="612"/>
                </a:lnTo>
                <a:lnTo>
                  <a:pt x="956" y="612"/>
                </a:lnTo>
                <a:lnTo>
                  <a:pt x="958" y="612"/>
                </a:lnTo>
                <a:lnTo>
                  <a:pt x="959" y="612"/>
                </a:lnTo>
                <a:lnTo>
                  <a:pt x="960" y="613"/>
                </a:lnTo>
                <a:lnTo>
                  <a:pt x="961" y="613"/>
                </a:lnTo>
                <a:lnTo>
                  <a:pt x="961" y="614"/>
                </a:lnTo>
                <a:lnTo>
                  <a:pt x="962" y="614"/>
                </a:lnTo>
                <a:lnTo>
                  <a:pt x="963" y="615"/>
                </a:lnTo>
                <a:lnTo>
                  <a:pt x="965" y="616"/>
                </a:lnTo>
                <a:lnTo>
                  <a:pt x="966" y="616"/>
                </a:lnTo>
                <a:lnTo>
                  <a:pt x="967" y="616"/>
                </a:lnTo>
                <a:lnTo>
                  <a:pt x="968" y="616"/>
                </a:lnTo>
                <a:lnTo>
                  <a:pt x="969" y="617"/>
                </a:lnTo>
                <a:lnTo>
                  <a:pt x="970" y="619"/>
                </a:lnTo>
                <a:lnTo>
                  <a:pt x="970" y="621"/>
                </a:lnTo>
                <a:lnTo>
                  <a:pt x="971" y="623"/>
                </a:lnTo>
                <a:lnTo>
                  <a:pt x="971" y="624"/>
                </a:lnTo>
                <a:lnTo>
                  <a:pt x="970" y="624"/>
                </a:lnTo>
                <a:lnTo>
                  <a:pt x="970" y="625"/>
                </a:lnTo>
                <a:lnTo>
                  <a:pt x="969" y="625"/>
                </a:lnTo>
                <a:lnTo>
                  <a:pt x="966" y="628"/>
                </a:lnTo>
                <a:lnTo>
                  <a:pt x="966" y="629"/>
                </a:lnTo>
                <a:lnTo>
                  <a:pt x="965" y="629"/>
                </a:lnTo>
                <a:lnTo>
                  <a:pt x="965" y="630"/>
                </a:lnTo>
                <a:lnTo>
                  <a:pt x="965" y="632"/>
                </a:lnTo>
                <a:lnTo>
                  <a:pt x="965" y="633"/>
                </a:lnTo>
                <a:lnTo>
                  <a:pt x="964" y="634"/>
                </a:lnTo>
                <a:lnTo>
                  <a:pt x="964" y="635"/>
                </a:lnTo>
                <a:lnTo>
                  <a:pt x="964" y="636"/>
                </a:lnTo>
                <a:lnTo>
                  <a:pt x="965" y="636"/>
                </a:lnTo>
                <a:lnTo>
                  <a:pt x="967" y="636"/>
                </a:lnTo>
                <a:lnTo>
                  <a:pt x="968" y="637"/>
                </a:lnTo>
                <a:lnTo>
                  <a:pt x="970" y="639"/>
                </a:lnTo>
                <a:lnTo>
                  <a:pt x="971" y="640"/>
                </a:lnTo>
                <a:lnTo>
                  <a:pt x="972" y="640"/>
                </a:lnTo>
                <a:lnTo>
                  <a:pt x="973" y="641"/>
                </a:lnTo>
                <a:lnTo>
                  <a:pt x="974" y="641"/>
                </a:lnTo>
                <a:lnTo>
                  <a:pt x="975" y="642"/>
                </a:lnTo>
                <a:lnTo>
                  <a:pt x="975" y="644"/>
                </a:lnTo>
                <a:lnTo>
                  <a:pt x="976" y="644"/>
                </a:lnTo>
                <a:lnTo>
                  <a:pt x="976" y="645"/>
                </a:lnTo>
                <a:lnTo>
                  <a:pt x="977" y="645"/>
                </a:lnTo>
                <a:lnTo>
                  <a:pt x="979" y="644"/>
                </a:lnTo>
                <a:lnTo>
                  <a:pt x="980" y="644"/>
                </a:lnTo>
                <a:lnTo>
                  <a:pt x="981" y="643"/>
                </a:lnTo>
                <a:lnTo>
                  <a:pt x="982" y="643"/>
                </a:lnTo>
                <a:lnTo>
                  <a:pt x="982" y="644"/>
                </a:lnTo>
                <a:lnTo>
                  <a:pt x="983" y="644"/>
                </a:lnTo>
                <a:lnTo>
                  <a:pt x="984" y="644"/>
                </a:lnTo>
                <a:lnTo>
                  <a:pt x="984" y="643"/>
                </a:lnTo>
                <a:lnTo>
                  <a:pt x="985" y="641"/>
                </a:lnTo>
                <a:lnTo>
                  <a:pt x="986" y="640"/>
                </a:lnTo>
                <a:lnTo>
                  <a:pt x="986" y="639"/>
                </a:lnTo>
                <a:lnTo>
                  <a:pt x="986" y="637"/>
                </a:lnTo>
                <a:lnTo>
                  <a:pt x="986" y="636"/>
                </a:lnTo>
                <a:lnTo>
                  <a:pt x="987" y="635"/>
                </a:lnTo>
                <a:lnTo>
                  <a:pt x="988" y="634"/>
                </a:lnTo>
                <a:lnTo>
                  <a:pt x="989" y="633"/>
                </a:lnTo>
                <a:lnTo>
                  <a:pt x="989" y="632"/>
                </a:lnTo>
                <a:lnTo>
                  <a:pt x="991" y="631"/>
                </a:lnTo>
                <a:lnTo>
                  <a:pt x="992" y="631"/>
                </a:lnTo>
                <a:lnTo>
                  <a:pt x="993" y="631"/>
                </a:lnTo>
                <a:lnTo>
                  <a:pt x="994" y="630"/>
                </a:lnTo>
                <a:lnTo>
                  <a:pt x="994" y="629"/>
                </a:lnTo>
                <a:lnTo>
                  <a:pt x="995" y="628"/>
                </a:lnTo>
                <a:lnTo>
                  <a:pt x="996" y="627"/>
                </a:lnTo>
                <a:lnTo>
                  <a:pt x="997" y="626"/>
                </a:lnTo>
                <a:lnTo>
                  <a:pt x="998" y="626"/>
                </a:lnTo>
                <a:lnTo>
                  <a:pt x="999" y="626"/>
                </a:lnTo>
                <a:lnTo>
                  <a:pt x="1000" y="625"/>
                </a:lnTo>
                <a:lnTo>
                  <a:pt x="1001" y="625"/>
                </a:lnTo>
                <a:lnTo>
                  <a:pt x="1002" y="625"/>
                </a:lnTo>
                <a:lnTo>
                  <a:pt x="1003" y="625"/>
                </a:lnTo>
                <a:lnTo>
                  <a:pt x="1005" y="625"/>
                </a:lnTo>
                <a:lnTo>
                  <a:pt x="1007" y="625"/>
                </a:lnTo>
                <a:lnTo>
                  <a:pt x="1007" y="624"/>
                </a:lnTo>
                <a:lnTo>
                  <a:pt x="1007" y="623"/>
                </a:lnTo>
                <a:lnTo>
                  <a:pt x="1008" y="623"/>
                </a:lnTo>
                <a:lnTo>
                  <a:pt x="1009" y="622"/>
                </a:lnTo>
                <a:lnTo>
                  <a:pt x="1010" y="622"/>
                </a:lnTo>
                <a:lnTo>
                  <a:pt x="1010" y="621"/>
                </a:lnTo>
                <a:lnTo>
                  <a:pt x="1010" y="620"/>
                </a:lnTo>
                <a:lnTo>
                  <a:pt x="1012" y="619"/>
                </a:lnTo>
                <a:lnTo>
                  <a:pt x="1013" y="618"/>
                </a:lnTo>
                <a:lnTo>
                  <a:pt x="1013" y="617"/>
                </a:lnTo>
                <a:lnTo>
                  <a:pt x="1013" y="616"/>
                </a:lnTo>
                <a:lnTo>
                  <a:pt x="1014" y="614"/>
                </a:lnTo>
                <a:lnTo>
                  <a:pt x="1015" y="613"/>
                </a:lnTo>
                <a:lnTo>
                  <a:pt x="1016" y="613"/>
                </a:lnTo>
                <a:lnTo>
                  <a:pt x="1016" y="614"/>
                </a:lnTo>
                <a:lnTo>
                  <a:pt x="1017" y="614"/>
                </a:lnTo>
                <a:lnTo>
                  <a:pt x="1016" y="616"/>
                </a:lnTo>
                <a:lnTo>
                  <a:pt x="1017" y="617"/>
                </a:lnTo>
                <a:lnTo>
                  <a:pt x="1017" y="618"/>
                </a:lnTo>
                <a:lnTo>
                  <a:pt x="1018" y="618"/>
                </a:lnTo>
                <a:lnTo>
                  <a:pt x="1019" y="618"/>
                </a:lnTo>
                <a:lnTo>
                  <a:pt x="1020" y="618"/>
                </a:lnTo>
                <a:lnTo>
                  <a:pt x="1022" y="618"/>
                </a:lnTo>
                <a:lnTo>
                  <a:pt x="1024" y="619"/>
                </a:lnTo>
                <a:lnTo>
                  <a:pt x="1026" y="618"/>
                </a:lnTo>
                <a:lnTo>
                  <a:pt x="1027" y="618"/>
                </a:lnTo>
                <a:lnTo>
                  <a:pt x="1030" y="618"/>
                </a:lnTo>
                <a:lnTo>
                  <a:pt x="1032" y="618"/>
                </a:lnTo>
                <a:lnTo>
                  <a:pt x="1033" y="618"/>
                </a:lnTo>
                <a:lnTo>
                  <a:pt x="1034" y="617"/>
                </a:lnTo>
                <a:lnTo>
                  <a:pt x="1035" y="616"/>
                </a:lnTo>
                <a:lnTo>
                  <a:pt x="1035" y="615"/>
                </a:lnTo>
                <a:lnTo>
                  <a:pt x="1035" y="614"/>
                </a:lnTo>
                <a:lnTo>
                  <a:pt x="1036" y="614"/>
                </a:lnTo>
                <a:lnTo>
                  <a:pt x="1036" y="613"/>
                </a:lnTo>
                <a:lnTo>
                  <a:pt x="1037" y="612"/>
                </a:lnTo>
                <a:lnTo>
                  <a:pt x="1037" y="611"/>
                </a:lnTo>
                <a:lnTo>
                  <a:pt x="1036" y="610"/>
                </a:lnTo>
                <a:lnTo>
                  <a:pt x="1036" y="609"/>
                </a:lnTo>
                <a:lnTo>
                  <a:pt x="1036" y="608"/>
                </a:lnTo>
                <a:lnTo>
                  <a:pt x="1035" y="605"/>
                </a:lnTo>
                <a:lnTo>
                  <a:pt x="1035" y="604"/>
                </a:lnTo>
                <a:lnTo>
                  <a:pt x="1035" y="603"/>
                </a:lnTo>
                <a:lnTo>
                  <a:pt x="1036" y="600"/>
                </a:lnTo>
                <a:lnTo>
                  <a:pt x="1036" y="599"/>
                </a:lnTo>
                <a:lnTo>
                  <a:pt x="1036" y="598"/>
                </a:lnTo>
                <a:lnTo>
                  <a:pt x="1037" y="597"/>
                </a:lnTo>
                <a:lnTo>
                  <a:pt x="1037" y="596"/>
                </a:lnTo>
                <a:lnTo>
                  <a:pt x="1037" y="594"/>
                </a:lnTo>
                <a:lnTo>
                  <a:pt x="1036" y="592"/>
                </a:lnTo>
                <a:lnTo>
                  <a:pt x="1036" y="591"/>
                </a:lnTo>
                <a:lnTo>
                  <a:pt x="1036" y="590"/>
                </a:lnTo>
                <a:lnTo>
                  <a:pt x="1036" y="589"/>
                </a:lnTo>
                <a:lnTo>
                  <a:pt x="1038" y="589"/>
                </a:lnTo>
                <a:lnTo>
                  <a:pt x="1039" y="589"/>
                </a:lnTo>
                <a:lnTo>
                  <a:pt x="1040" y="589"/>
                </a:lnTo>
                <a:lnTo>
                  <a:pt x="1041" y="589"/>
                </a:lnTo>
                <a:lnTo>
                  <a:pt x="1042" y="589"/>
                </a:lnTo>
                <a:lnTo>
                  <a:pt x="1043" y="589"/>
                </a:lnTo>
                <a:lnTo>
                  <a:pt x="1044" y="589"/>
                </a:lnTo>
                <a:lnTo>
                  <a:pt x="1044" y="588"/>
                </a:lnTo>
                <a:lnTo>
                  <a:pt x="1045" y="586"/>
                </a:lnTo>
                <a:lnTo>
                  <a:pt x="1045" y="584"/>
                </a:lnTo>
                <a:lnTo>
                  <a:pt x="1046" y="583"/>
                </a:lnTo>
                <a:lnTo>
                  <a:pt x="1047" y="583"/>
                </a:lnTo>
                <a:lnTo>
                  <a:pt x="1048" y="582"/>
                </a:lnTo>
                <a:lnTo>
                  <a:pt x="1048" y="581"/>
                </a:lnTo>
                <a:lnTo>
                  <a:pt x="1048" y="580"/>
                </a:lnTo>
                <a:lnTo>
                  <a:pt x="1048" y="579"/>
                </a:lnTo>
                <a:lnTo>
                  <a:pt x="1048" y="578"/>
                </a:lnTo>
                <a:lnTo>
                  <a:pt x="1048" y="577"/>
                </a:lnTo>
                <a:lnTo>
                  <a:pt x="1048" y="576"/>
                </a:lnTo>
                <a:lnTo>
                  <a:pt x="1048" y="575"/>
                </a:lnTo>
                <a:lnTo>
                  <a:pt x="1047" y="575"/>
                </a:lnTo>
                <a:lnTo>
                  <a:pt x="1047" y="574"/>
                </a:lnTo>
                <a:lnTo>
                  <a:pt x="1045" y="575"/>
                </a:lnTo>
                <a:lnTo>
                  <a:pt x="1044" y="575"/>
                </a:lnTo>
                <a:lnTo>
                  <a:pt x="1044" y="573"/>
                </a:lnTo>
                <a:lnTo>
                  <a:pt x="1043" y="572"/>
                </a:lnTo>
                <a:lnTo>
                  <a:pt x="1043" y="571"/>
                </a:lnTo>
                <a:lnTo>
                  <a:pt x="1043" y="570"/>
                </a:lnTo>
                <a:lnTo>
                  <a:pt x="1042" y="569"/>
                </a:lnTo>
                <a:lnTo>
                  <a:pt x="1042" y="568"/>
                </a:lnTo>
                <a:lnTo>
                  <a:pt x="1041" y="567"/>
                </a:lnTo>
                <a:lnTo>
                  <a:pt x="1042" y="566"/>
                </a:lnTo>
                <a:lnTo>
                  <a:pt x="1043" y="566"/>
                </a:lnTo>
                <a:lnTo>
                  <a:pt x="1043" y="565"/>
                </a:lnTo>
                <a:lnTo>
                  <a:pt x="1043" y="564"/>
                </a:lnTo>
                <a:lnTo>
                  <a:pt x="1043" y="563"/>
                </a:lnTo>
                <a:lnTo>
                  <a:pt x="1043" y="562"/>
                </a:lnTo>
                <a:lnTo>
                  <a:pt x="1043" y="560"/>
                </a:lnTo>
                <a:lnTo>
                  <a:pt x="1043" y="559"/>
                </a:lnTo>
                <a:lnTo>
                  <a:pt x="1043" y="557"/>
                </a:lnTo>
                <a:lnTo>
                  <a:pt x="1043" y="556"/>
                </a:lnTo>
                <a:lnTo>
                  <a:pt x="1043" y="555"/>
                </a:lnTo>
                <a:lnTo>
                  <a:pt x="1043" y="554"/>
                </a:lnTo>
                <a:lnTo>
                  <a:pt x="1043" y="553"/>
                </a:lnTo>
                <a:lnTo>
                  <a:pt x="1042" y="551"/>
                </a:lnTo>
                <a:lnTo>
                  <a:pt x="1041" y="551"/>
                </a:lnTo>
                <a:lnTo>
                  <a:pt x="1040" y="550"/>
                </a:lnTo>
                <a:lnTo>
                  <a:pt x="1039" y="549"/>
                </a:lnTo>
                <a:lnTo>
                  <a:pt x="1040" y="545"/>
                </a:lnTo>
                <a:lnTo>
                  <a:pt x="1040" y="543"/>
                </a:lnTo>
                <a:lnTo>
                  <a:pt x="1039" y="542"/>
                </a:lnTo>
                <a:lnTo>
                  <a:pt x="1039" y="541"/>
                </a:lnTo>
                <a:lnTo>
                  <a:pt x="1038" y="541"/>
                </a:lnTo>
                <a:lnTo>
                  <a:pt x="1038" y="540"/>
                </a:lnTo>
                <a:lnTo>
                  <a:pt x="1038" y="539"/>
                </a:lnTo>
                <a:lnTo>
                  <a:pt x="1039" y="539"/>
                </a:lnTo>
                <a:lnTo>
                  <a:pt x="1039" y="538"/>
                </a:lnTo>
                <a:lnTo>
                  <a:pt x="1039" y="537"/>
                </a:lnTo>
                <a:lnTo>
                  <a:pt x="1038" y="537"/>
                </a:lnTo>
                <a:lnTo>
                  <a:pt x="1037" y="536"/>
                </a:lnTo>
                <a:lnTo>
                  <a:pt x="1037" y="535"/>
                </a:lnTo>
                <a:lnTo>
                  <a:pt x="1037" y="534"/>
                </a:lnTo>
                <a:lnTo>
                  <a:pt x="1037" y="533"/>
                </a:lnTo>
                <a:lnTo>
                  <a:pt x="1036" y="532"/>
                </a:lnTo>
                <a:lnTo>
                  <a:pt x="1036" y="531"/>
                </a:lnTo>
                <a:lnTo>
                  <a:pt x="1037" y="531"/>
                </a:lnTo>
                <a:lnTo>
                  <a:pt x="1037" y="530"/>
                </a:lnTo>
                <a:lnTo>
                  <a:pt x="1037" y="529"/>
                </a:lnTo>
                <a:lnTo>
                  <a:pt x="1036" y="528"/>
                </a:lnTo>
                <a:lnTo>
                  <a:pt x="1035" y="527"/>
                </a:lnTo>
                <a:lnTo>
                  <a:pt x="1035" y="526"/>
                </a:lnTo>
                <a:lnTo>
                  <a:pt x="1036" y="524"/>
                </a:lnTo>
                <a:lnTo>
                  <a:pt x="1035" y="523"/>
                </a:lnTo>
                <a:lnTo>
                  <a:pt x="1035" y="522"/>
                </a:lnTo>
                <a:lnTo>
                  <a:pt x="1034" y="521"/>
                </a:lnTo>
                <a:lnTo>
                  <a:pt x="1033" y="520"/>
                </a:lnTo>
                <a:lnTo>
                  <a:pt x="1033" y="519"/>
                </a:lnTo>
                <a:lnTo>
                  <a:pt x="1034" y="519"/>
                </a:lnTo>
                <a:lnTo>
                  <a:pt x="1034" y="518"/>
                </a:lnTo>
                <a:lnTo>
                  <a:pt x="1034" y="517"/>
                </a:lnTo>
                <a:lnTo>
                  <a:pt x="1033" y="517"/>
                </a:lnTo>
                <a:lnTo>
                  <a:pt x="1033" y="516"/>
                </a:lnTo>
                <a:lnTo>
                  <a:pt x="1032" y="516"/>
                </a:lnTo>
                <a:lnTo>
                  <a:pt x="1031" y="516"/>
                </a:lnTo>
                <a:lnTo>
                  <a:pt x="1030" y="515"/>
                </a:lnTo>
                <a:lnTo>
                  <a:pt x="1029" y="514"/>
                </a:lnTo>
                <a:lnTo>
                  <a:pt x="1028" y="513"/>
                </a:lnTo>
                <a:lnTo>
                  <a:pt x="1028" y="512"/>
                </a:lnTo>
                <a:lnTo>
                  <a:pt x="1027" y="511"/>
                </a:lnTo>
                <a:lnTo>
                  <a:pt x="1027" y="510"/>
                </a:lnTo>
                <a:lnTo>
                  <a:pt x="1025" y="508"/>
                </a:lnTo>
                <a:lnTo>
                  <a:pt x="1024" y="505"/>
                </a:lnTo>
                <a:lnTo>
                  <a:pt x="1022" y="503"/>
                </a:lnTo>
                <a:lnTo>
                  <a:pt x="1022" y="502"/>
                </a:lnTo>
                <a:lnTo>
                  <a:pt x="1021" y="502"/>
                </a:lnTo>
                <a:lnTo>
                  <a:pt x="1021" y="501"/>
                </a:lnTo>
                <a:lnTo>
                  <a:pt x="1021" y="500"/>
                </a:lnTo>
                <a:lnTo>
                  <a:pt x="1020" y="497"/>
                </a:lnTo>
                <a:lnTo>
                  <a:pt x="1020" y="496"/>
                </a:lnTo>
                <a:lnTo>
                  <a:pt x="1020" y="495"/>
                </a:lnTo>
                <a:lnTo>
                  <a:pt x="1019" y="493"/>
                </a:lnTo>
                <a:lnTo>
                  <a:pt x="1019" y="492"/>
                </a:lnTo>
                <a:lnTo>
                  <a:pt x="1020" y="492"/>
                </a:lnTo>
                <a:lnTo>
                  <a:pt x="1020" y="491"/>
                </a:lnTo>
                <a:lnTo>
                  <a:pt x="1020" y="490"/>
                </a:lnTo>
                <a:lnTo>
                  <a:pt x="1020" y="489"/>
                </a:lnTo>
                <a:lnTo>
                  <a:pt x="1021" y="489"/>
                </a:lnTo>
                <a:lnTo>
                  <a:pt x="1021" y="488"/>
                </a:lnTo>
                <a:lnTo>
                  <a:pt x="1020" y="486"/>
                </a:lnTo>
                <a:lnTo>
                  <a:pt x="1020" y="485"/>
                </a:lnTo>
                <a:lnTo>
                  <a:pt x="1021" y="484"/>
                </a:lnTo>
                <a:lnTo>
                  <a:pt x="1021" y="483"/>
                </a:lnTo>
                <a:lnTo>
                  <a:pt x="1020" y="482"/>
                </a:lnTo>
                <a:lnTo>
                  <a:pt x="1019" y="480"/>
                </a:lnTo>
                <a:lnTo>
                  <a:pt x="1018" y="480"/>
                </a:lnTo>
                <a:lnTo>
                  <a:pt x="1018" y="479"/>
                </a:lnTo>
                <a:lnTo>
                  <a:pt x="1017" y="478"/>
                </a:lnTo>
                <a:lnTo>
                  <a:pt x="1016" y="477"/>
                </a:lnTo>
                <a:lnTo>
                  <a:pt x="1017" y="477"/>
                </a:lnTo>
                <a:lnTo>
                  <a:pt x="1017" y="476"/>
                </a:lnTo>
                <a:lnTo>
                  <a:pt x="1018" y="476"/>
                </a:lnTo>
                <a:lnTo>
                  <a:pt x="1018" y="475"/>
                </a:lnTo>
                <a:lnTo>
                  <a:pt x="1019" y="472"/>
                </a:lnTo>
                <a:lnTo>
                  <a:pt x="1019" y="471"/>
                </a:lnTo>
                <a:lnTo>
                  <a:pt x="1020" y="470"/>
                </a:lnTo>
                <a:lnTo>
                  <a:pt x="1020" y="469"/>
                </a:lnTo>
                <a:lnTo>
                  <a:pt x="1021" y="468"/>
                </a:lnTo>
                <a:lnTo>
                  <a:pt x="1022" y="468"/>
                </a:lnTo>
                <a:lnTo>
                  <a:pt x="1022" y="467"/>
                </a:lnTo>
                <a:lnTo>
                  <a:pt x="1022" y="465"/>
                </a:lnTo>
                <a:lnTo>
                  <a:pt x="1022" y="464"/>
                </a:lnTo>
                <a:lnTo>
                  <a:pt x="1023" y="462"/>
                </a:lnTo>
                <a:lnTo>
                  <a:pt x="1024" y="461"/>
                </a:lnTo>
                <a:lnTo>
                  <a:pt x="1024" y="460"/>
                </a:lnTo>
                <a:lnTo>
                  <a:pt x="1024" y="459"/>
                </a:lnTo>
                <a:lnTo>
                  <a:pt x="1024" y="458"/>
                </a:lnTo>
                <a:lnTo>
                  <a:pt x="1025" y="456"/>
                </a:lnTo>
                <a:lnTo>
                  <a:pt x="1025" y="454"/>
                </a:lnTo>
                <a:lnTo>
                  <a:pt x="1024" y="451"/>
                </a:lnTo>
                <a:lnTo>
                  <a:pt x="1023" y="449"/>
                </a:lnTo>
                <a:lnTo>
                  <a:pt x="1023" y="448"/>
                </a:lnTo>
                <a:lnTo>
                  <a:pt x="1024" y="447"/>
                </a:lnTo>
                <a:lnTo>
                  <a:pt x="1024" y="446"/>
                </a:lnTo>
                <a:lnTo>
                  <a:pt x="1023" y="445"/>
                </a:lnTo>
                <a:lnTo>
                  <a:pt x="1023" y="444"/>
                </a:lnTo>
                <a:lnTo>
                  <a:pt x="1023" y="443"/>
                </a:lnTo>
                <a:lnTo>
                  <a:pt x="1023" y="442"/>
                </a:lnTo>
                <a:lnTo>
                  <a:pt x="1023" y="440"/>
                </a:lnTo>
                <a:lnTo>
                  <a:pt x="1023" y="438"/>
                </a:lnTo>
                <a:lnTo>
                  <a:pt x="1023" y="436"/>
                </a:lnTo>
                <a:lnTo>
                  <a:pt x="1023" y="435"/>
                </a:lnTo>
                <a:lnTo>
                  <a:pt x="1023" y="434"/>
                </a:lnTo>
                <a:lnTo>
                  <a:pt x="1022" y="434"/>
                </a:lnTo>
                <a:lnTo>
                  <a:pt x="1021" y="433"/>
                </a:lnTo>
                <a:lnTo>
                  <a:pt x="1020" y="432"/>
                </a:lnTo>
                <a:lnTo>
                  <a:pt x="1020" y="430"/>
                </a:lnTo>
                <a:lnTo>
                  <a:pt x="1020" y="429"/>
                </a:lnTo>
                <a:lnTo>
                  <a:pt x="1020" y="428"/>
                </a:lnTo>
                <a:lnTo>
                  <a:pt x="1020" y="427"/>
                </a:lnTo>
                <a:lnTo>
                  <a:pt x="1020" y="426"/>
                </a:lnTo>
                <a:lnTo>
                  <a:pt x="1020" y="425"/>
                </a:lnTo>
                <a:lnTo>
                  <a:pt x="1020" y="423"/>
                </a:lnTo>
                <a:lnTo>
                  <a:pt x="1020" y="422"/>
                </a:lnTo>
                <a:lnTo>
                  <a:pt x="1021" y="421"/>
                </a:lnTo>
                <a:lnTo>
                  <a:pt x="1022" y="419"/>
                </a:lnTo>
                <a:lnTo>
                  <a:pt x="1023" y="418"/>
                </a:lnTo>
                <a:lnTo>
                  <a:pt x="1023" y="416"/>
                </a:lnTo>
                <a:lnTo>
                  <a:pt x="1024" y="416"/>
                </a:lnTo>
                <a:lnTo>
                  <a:pt x="1024" y="415"/>
                </a:lnTo>
                <a:lnTo>
                  <a:pt x="1024" y="414"/>
                </a:lnTo>
                <a:lnTo>
                  <a:pt x="1025" y="412"/>
                </a:lnTo>
                <a:lnTo>
                  <a:pt x="1025" y="411"/>
                </a:lnTo>
                <a:lnTo>
                  <a:pt x="1026" y="409"/>
                </a:lnTo>
                <a:lnTo>
                  <a:pt x="1027" y="408"/>
                </a:lnTo>
                <a:lnTo>
                  <a:pt x="1027" y="407"/>
                </a:lnTo>
                <a:lnTo>
                  <a:pt x="1029" y="405"/>
                </a:lnTo>
                <a:lnTo>
                  <a:pt x="1030" y="403"/>
                </a:lnTo>
                <a:lnTo>
                  <a:pt x="1030" y="402"/>
                </a:lnTo>
                <a:lnTo>
                  <a:pt x="1031" y="400"/>
                </a:lnTo>
                <a:lnTo>
                  <a:pt x="1031" y="399"/>
                </a:lnTo>
                <a:lnTo>
                  <a:pt x="1032" y="399"/>
                </a:lnTo>
                <a:lnTo>
                  <a:pt x="1033" y="399"/>
                </a:lnTo>
                <a:lnTo>
                  <a:pt x="1034" y="400"/>
                </a:lnTo>
                <a:lnTo>
                  <a:pt x="1034" y="402"/>
                </a:lnTo>
                <a:lnTo>
                  <a:pt x="1034" y="403"/>
                </a:lnTo>
                <a:lnTo>
                  <a:pt x="1035" y="403"/>
                </a:lnTo>
                <a:lnTo>
                  <a:pt x="1035" y="404"/>
                </a:lnTo>
                <a:lnTo>
                  <a:pt x="1036" y="406"/>
                </a:lnTo>
                <a:lnTo>
                  <a:pt x="1038" y="408"/>
                </a:lnTo>
                <a:lnTo>
                  <a:pt x="1039" y="408"/>
                </a:lnTo>
                <a:lnTo>
                  <a:pt x="1040" y="407"/>
                </a:lnTo>
                <a:lnTo>
                  <a:pt x="1041" y="407"/>
                </a:lnTo>
                <a:lnTo>
                  <a:pt x="1042" y="407"/>
                </a:lnTo>
                <a:lnTo>
                  <a:pt x="1043" y="406"/>
                </a:lnTo>
                <a:lnTo>
                  <a:pt x="1045" y="406"/>
                </a:lnTo>
                <a:lnTo>
                  <a:pt x="1046" y="405"/>
                </a:lnTo>
                <a:lnTo>
                  <a:pt x="1047" y="404"/>
                </a:lnTo>
                <a:lnTo>
                  <a:pt x="1050" y="401"/>
                </a:lnTo>
                <a:lnTo>
                  <a:pt x="1051" y="400"/>
                </a:lnTo>
                <a:lnTo>
                  <a:pt x="1052" y="399"/>
                </a:lnTo>
                <a:lnTo>
                  <a:pt x="1053" y="399"/>
                </a:lnTo>
                <a:lnTo>
                  <a:pt x="1054" y="400"/>
                </a:lnTo>
                <a:lnTo>
                  <a:pt x="1055" y="402"/>
                </a:lnTo>
                <a:lnTo>
                  <a:pt x="1056" y="402"/>
                </a:lnTo>
                <a:lnTo>
                  <a:pt x="1057" y="402"/>
                </a:lnTo>
                <a:lnTo>
                  <a:pt x="1058" y="402"/>
                </a:lnTo>
                <a:lnTo>
                  <a:pt x="1059" y="402"/>
                </a:lnTo>
                <a:lnTo>
                  <a:pt x="1060" y="402"/>
                </a:lnTo>
                <a:lnTo>
                  <a:pt x="1061" y="402"/>
                </a:lnTo>
                <a:lnTo>
                  <a:pt x="1062" y="401"/>
                </a:lnTo>
                <a:lnTo>
                  <a:pt x="1064" y="399"/>
                </a:lnTo>
                <a:lnTo>
                  <a:pt x="1065" y="399"/>
                </a:lnTo>
                <a:lnTo>
                  <a:pt x="1067" y="398"/>
                </a:lnTo>
                <a:lnTo>
                  <a:pt x="1067" y="397"/>
                </a:lnTo>
                <a:lnTo>
                  <a:pt x="1067" y="396"/>
                </a:lnTo>
                <a:lnTo>
                  <a:pt x="1068" y="395"/>
                </a:lnTo>
                <a:lnTo>
                  <a:pt x="1067" y="393"/>
                </a:lnTo>
                <a:lnTo>
                  <a:pt x="1067" y="392"/>
                </a:lnTo>
                <a:lnTo>
                  <a:pt x="1069" y="389"/>
                </a:lnTo>
                <a:lnTo>
                  <a:pt x="1071" y="386"/>
                </a:lnTo>
                <a:lnTo>
                  <a:pt x="1071" y="385"/>
                </a:lnTo>
                <a:lnTo>
                  <a:pt x="1072" y="384"/>
                </a:lnTo>
                <a:lnTo>
                  <a:pt x="1072" y="383"/>
                </a:lnTo>
                <a:lnTo>
                  <a:pt x="1074" y="383"/>
                </a:lnTo>
                <a:lnTo>
                  <a:pt x="1074" y="382"/>
                </a:lnTo>
                <a:lnTo>
                  <a:pt x="1074" y="381"/>
                </a:lnTo>
                <a:lnTo>
                  <a:pt x="1074" y="380"/>
                </a:lnTo>
                <a:lnTo>
                  <a:pt x="1075" y="378"/>
                </a:lnTo>
                <a:lnTo>
                  <a:pt x="1076" y="377"/>
                </a:lnTo>
                <a:lnTo>
                  <a:pt x="1077" y="376"/>
                </a:lnTo>
                <a:lnTo>
                  <a:pt x="1078" y="376"/>
                </a:lnTo>
                <a:lnTo>
                  <a:pt x="1079" y="375"/>
                </a:lnTo>
                <a:lnTo>
                  <a:pt x="1080" y="373"/>
                </a:lnTo>
                <a:lnTo>
                  <a:pt x="1081" y="372"/>
                </a:lnTo>
                <a:lnTo>
                  <a:pt x="1081" y="371"/>
                </a:lnTo>
                <a:lnTo>
                  <a:pt x="1081" y="370"/>
                </a:lnTo>
                <a:lnTo>
                  <a:pt x="1081" y="369"/>
                </a:lnTo>
                <a:lnTo>
                  <a:pt x="1082" y="369"/>
                </a:lnTo>
                <a:lnTo>
                  <a:pt x="1082" y="368"/>
                </a:lnTo>
                <a:lnTo>
                  <a:pt x="1083" y="368"/>
                </a:lnTo>
                <a:lnTo>
                  <a:pt x="1084" y="367"/>
                </a:lnTo>
                <a:lnTo>
                  <a:pt x="1085" y="367"/>
                </a:lnTo>
                <a:lnTo>
                  <a:pt x="1086" y="368"/>
                </a:lnTo>
                <a:lnTo>
                  <a:pt x="1087" y="368"/>
                </a:lnTo>
                <a:lnTo>
                  <a:pt x="1089" y="368"/>
                </a:lnTo>
                <a:lnTo>
                  <a:pt x="1090" y="368"/>
                </a:lnTo>
                <a:lnTo>
                  <a:pt x="1091" y="369"/>
                </a:lnTo>
                <a:lnTo>
                  <a:pt x="1092" y="369"/>
                </a:lnTo>
                <a:lnTo>
                  <a:pt x="1093" y="369"/>
                </a:lnTo>
                <a:lnTo>
                  <a:pt x="1094" y="369"/>
                </a:lnTo>
                <a:lnTo>
                  <a:pt x="1095" y="369"/>
                </a:lnTo>
                <a:lnTo>
                  <a:pt x="1095" y="368"/>
                </a:lnTo>
                <a:lnTo>
                  <a:pt x="1095" y="366"/>
                </a:lnTo>
                <a:lnTo>
                  <a:pt x="1095" y="364"/>
                </a:lnTo>
                <a:lnTo>
                  <a:pt x="1096" y="363"/>
                </a:lnTo>
                <a:lnTo>
                  <a:pt x="1096" y="362"/>
                </a:lnTo>
                <a:lnTo>
                  <a:pt x="1096" y="361"/>
                </a:lnTo>
                <a:lnTo>
                  <a:pt x="1095" y="360"/>
                </a:lnTo>
                <a:lnTo>
                  <a:pt x="1095" y="359"/>
                </a:lnTo>
                <a:lnTo>
                  <a:pt x="1093" y="358"/>
                </a:lnTo>
                <a:lnTo>
                  <a:pt x="1093" y="357"/>
                </a:lnTo>
                <a:lnTo>
                  <a:pt x="1092" y="356"/>
                </a:lnTo>
                <a:lnTo>
                  <a:pt x="1092" y="355"/>
                </a:lnTo>
                <a:lnTo>
                  <a:pt x="1093" y="355"/>
                </a:lnTo>
                <a:lnTo>
                  <a:pt x="1094" y="354"/>
                </a:lnTo>
                <a:lnTo>
                  <a:pt x="1094" y="355"/>
                </a:lnTo>
                <a:lnTo>
                  <a:pt x="1095" y="355"/>
                </a:lnTo>
                <a:lnTo>
                  <a:pt x="1096" y="353"/>
                </a:lnTo>
                <a:lnTo>
                  <a:pt x="1099" y="350"/>
                </a:lnTo>
                <a:lnTo>
                  <a:pt x="1101" y="349"/>
                </a:lnTo>
                <a:lnTo>
                  <a:pt x="1102" y="347"/>
                </a:lnTo>
                <a:lnTo>
                  <a:pt x="1103" y="347"/>
                </a:lnTo>
                <a:lnTo>
                  <a:pt x="1103" y="346"/>
                </a:lnTo>
                <a:lnTo>
                  <a:pt x="1104" y="346"/>
                </a:lnTo>
                <a:lnTo>
                  <a:pt x="1105" y="346"/>
                </a:lnTo>
                <a:lnTo>
                  <a:pt x="1105" y="345"/>
                </a:lnTo>
                <a:lnTo>
                  <a:pt x="1106" y="345"/>
                </a:lnTo>
                <a:lnTo>
                  <a:pt x="1107" y="344"/>
                </a:lnTo>
                <a:lnTo>
                  <a:pt x="1107" y="343"/>
                </a:lnTo>
                <a:lnTo>
                  <a:pt x="1108" y="341"/>
                </a:lnTo>
                <a:lnTo>
                  <a:pt x="1109" y="340"/>
                </a:lnTo>
                <a:lnTo>
                  <a:pt x="1109" y="339"/>
                </a:lnTo>
                <a:lnTo>
                  <a:pt x="1110" y="339"/>
                </a:lnTo>
                <a:lnTo>
                  <a:pt x="1111" y="339"/>
                </a:lnTo>
                <a:lnTo>
                  <a:pt x="1113" y="339"/>
                </a:lnTo>
                <a:lnTo>
                  <a:pt x="1114" y="339"/>
                </a:lnTo>
                <a:lnTo>
                  <a:pt x="1114" y="338"/>
                </a:lnTo>
                <a:lnTo>
                  <a:pt x="1115" y="337"/>
                </a:lnTo>
                <a:lnTo>
                  <a:pt x="1115" y="336"/>
                </a:lnTo>
                <a:lnTo>
                  <a:pt x="1118" y="333"/>
                </a:lnTo>
                <a:lnTo>
                  <a:pt x="1119" y="332"/>
                </a:lnTo>
                <a:lnTo>
                  <a:pt x="1120" y="332"/>
                </a:lnTo>
                <a:lnTo>
                  <a:pt x="1121" y="332"/>
                </a:lnTo>
                <a:lnTo>
                  <a:pt x="1122" y="331"/>
                </a:lnTo>
                <a:lnTo>
                  <a:pt x="1122" y="330"/>
                </a:lnTo>
                <a:lnTo>
                  <a:pt x="1123" y="330"/>
                </a:lnTo>
                <a:lnTo>
                  <a:pt x="1124" y="329"/>
                </a:lnTo>
                <a:lnTo>
                  <a:pt x="1125" y="328"/>
                </a:lnTo>
                <a:lnTo>
                  <a:pt x="1125" y="327"/>
                </a:lnTo>
                <a:lnTo>
                  <a:pt x="1126" y="325"/>
                </a:lnTo>
                <a:lnTo>
                  <a:pt x="1127" y="324"/>
                </a:lnTo>
                <a:lnTo>
                  <a:pt x="1128" y="324"/>
                </a:lnTo>
                <a:lnTo>
                  <a:pt x="1129" y="323"/>
                </a:lnTo>
                <a:lnTo>
                  <a:pt x="1131" y="322"/>
                </a:lnTo>
                <a:lnTo>
                  <a:pt x="1133" y="319"/>
                </a:lnTo>
                <a:lnTo>
                  <a:pt x="1133" y="318"/>
                </a:lnTo>
                <a:lnTo>
                  <a:pt x="1134" y="315"/>
                </a:lnTo>
                <a:lnTo>
                  <a:pt x="1135" y="313"/>
                </a:lnTo>
                <a:lnTo>
                  <a:pt x="1135" y="312"/>
                </a:lnTo>
                <a:lnTo>
                  <a:pt x="1134" y="311"/>
                </a:lnTo>
                <a:lnTo>
                  <a:pt x="1134" y="310"/>
                </a:lnTo>
                <a:lnTo>
                  <a:pt x="1133" y="306"/>
                </a:lnTo>
                <a:lnTo>
                  <a:pt x="1133" y="305"/>
                </a:lnTo>
                <a:lnTo>
                  <a:pt x="1133" y="303"/>
                </a:lnTo>
                <a:lnTo>
                  <a:pt x="1133" y="301"/>
                </a:lnTo>
                <a:lnTo>
                  <a:pt x="1134" y="298"/>
                </a:lnTo>
                <a:lnTo>
                  <a:pt x="1134" y="297"/>
                </a:lnTo>
                <a:lnTo>
                  <a:pt x="1135" y="296"/>
                </a:lnTo>
                <a:lnTo>
                  <a:pt x="1137" y="294"/>
                </a:lnTo>
                <a:lnTo>
                  <a:pt x="1138" y="293"/>
                </a:lnTo>
                <a:lnTo>
                  <a:pt x="1138" y="292"/>
                </a:lnTo>
                <a:lnTo>
                  <a:pt x="1139" y="291"/>
                </a:lnTo>
                <a:lnTo>
                  <a:pt x="1140" y="290"/>
                </a:lnTo>
                <a:lnTo>
                  <a:pt x="1141" y="290"/>
                </a:lnTo>
                <a:lnTo>
                  <a:pt x="1143" y="289"/>
                </a:lnTo>
                <a:lnTo>
                  <a:pt x="1144" y="289"/>
                </a:lnTo>
                <a:lnTo>
                  <a:pt x="1145" y="288"/>
                </a:lnTo>
                <a:lnTo>
                  <a:pt x="1145" y="287"/>
                </a:lnTo>
                <a:lnTo>
                  <a:pt x="1145" y="286"/>
                </a:lnTo>
                <a:lnTo>
                  <a:pt x="1145" y="285"/>
                </a:lnTo>
                <a:lnTo>
                  <a:pt x="1144" y="284"/>
                </a:lnTo>
                <a:lnTo>
                  <a:pt x="1143" y="284"/>
                </a:lnTo>
                <a:lnTo>
                  <a:pt x="1142" y="285"/>
                </a:lnTo>
                <a:lnTo>
                  <a:pt x="1141" y="286"/>
                </a:lnTo>
                <a:lnTo>
                  <a:pt x="1141" y="287"/>
                </a:lnTo>
                <a:lnTo>
                  <a:pt x="1140" y="287"/>
                </a:lnTo>
                <a:lnTo>
                  <a:pt x="1139" y="287"/>
                </a:lnTo>
                <a:lnTo>
                  <a:pt x="1136" y="287"/>
                </a:lnTo>
                <a:lnTo>
                  <a:pt x="1134" y="285"/>
                </a:lnTo>
                <a:lnTo>
                  <a:pt x="1134" y="284"/>
                </a:lnTo>
                <a:lnTo>
                  <a:pt x="1133" y="283"/>
                </a:lnTo>
                <a:lnTo>
                  <a:pt x="1133" y="282"/>
                </a:lnTo>
                <a:lnTo>
                  <a:pt x="1133" y="281"/>
                </a:lnTo>
                <a:lnTo>
                  <a:pt x="1133" y="280"/>
                </a:lnTo>
                <a:lnTo>
                  <a:pt x="1132" y="280"/>
                </a:lnTo>
                <a:lnTo>
                  <a:pt x="1132" y="279"/>
                </a:lnTo>
                <a:lnTo>
                  <a:pt x="1133" y="278"/>
                </a:lnTo>
                <a:lnTo>
                  <a:pt x="1133" y="277"/>
                </a:lnTo>
                <a:lnTo>
                  <a:pt x="1133" y="276"/>
                </a:lnTo>
                <a:lnTo>
                  <a:pt x="1133" y="275"/>
                </a:lnTo>
                <a:lnTo>
                  <a:pt x="1132" y="274"/>
                </a:lnTo>
                <a:lnTo>
                  <a:pt x="1131" y="273"/>
                </a:lnTo>
                <a:lnTo>
                  <a:pt x="1130" y="273"/>
                </a:lnTo>
                <a:lnTo>
                  <a:pt x="1128" y="273"/>
                </a:lnTo>
                <a:lnTo>
                  <a:pt x="1128" y="274"/>
                </a:lnTo>
                <a:lnTo>
                  <a:pt x="1127" y="275"/>
                </a:lnTo>
                <a:lnTo>
                  <a:pt x="1126" y="275"/>
                </a:lnTo>
                <a:lnTo>
                  <a:pt x="1126" y="276"/>
                </a:lnTo>
                <a:lnTo>
                  <a:pt x="1126" y="275"/>
                </a:lnTo>
                <a:lnTo>
                  <a:pt x="1125" y="275"/>
                </a:lnTo>
                <a:lnTo>
                  <a:pt x="1124" y="274"/>
                </a:lnTo>
                <a:lnTo>
                  <a:pt x="1123" y="274"/>
                </a:lnTo>
                <a:lnTo>
                  <a:pt x="1123" y="273"/>
                </a:lnTo>
                <a:lnTo>
                  <a:pt x="1122" y="273"/>
                </a:lnTo>
                <a:lnTo>
                  <a:pt x="1122" y="272"/>
                </a:lnTo>
                <a:lnTo>
                  <a:pt x="1121" y="271"/>
                </a:lnTo>
                <a:lnTo>
                  <a:pt x="1121" y="269"/>
                </a:lnTo>
                <a:lnTo>
                  <a:pt x="1121" y="268"/>
                </a:lnTo>
                <a:lnTo>
                  <a:pt x="1121" y="267"/>
                </a:lnTo>
                <a:lnTo>
                  <a:pt x="1121" y="265"/>
                </a:lnTo>
                <a:lnTo>
                  <a:pt x="1122" y="265"/>
                </a:lnTo>
                <a:lnTo>
                  <a:pt x="1122" y="264"/>
                </a:lnTo>
                <a:lnTo>
                  <a:pt x="1123" y="264"/>
                </a:lnTo>
                <a:lnTo>
                  <a:pt x="1124" y="263"/>
                </a:lnTo>
                <a:lnTo>
                  <a:pt x="1125" y="262"/>
                </a:lnTo>
                <a:lnTo>
                  <a:pt x="1126" y="260"/>
                </a:lnTo>
                <a:lnTo>
                  <a:pt x="1126" y="259"/>
                </a:lnTo>
                <a:lnTo>
                  <a:pt x="1126" y="258"/>
                </a:lnTo>
                <a:lnTo>
                  <a:pt x="1125" y="258"/>
                </a:lnTo>
                <a:lnTo>
                  <a:pt x="1125" y="257"/>
                </a:lnTo>
                <a:lnTo>
                  <a:pt x="1125" y="256"/>
                </a:lnTo>
                <a:lnTo>
                  <a:pt x="1125" y="255"/>
                </a:lnTo>
                <a:lnTo>
                  <a:pt x="1126" y="254"/>
                </a:lnTo>
                <a:lnTo>
                  <a:pt x="1126" y="255"/>
                </a:lnTo>
                <a:lnTo>
                  <a:pt x="1127" y="255"/>
                </a:lnTo>
                <a:lnTo>
                  <a:pt x="1128" y="255"/>
                </a:lnTo>
                <a:lnTo>
                  <a:pt x="1129" y="254"/>
                </a:lnTo>
                <a:lnTo>
                  <a:pt x="1130" y="253"/>
                </a:lnTo>
                <a:lnTo>
                  <a:pt x="1130" y="252"/>
                </a:lnTo>
                <a:lnTo>
                  <a:pt x="1131" y="252"/>
                </a:lnTo>
                <a:lnTo>
                  <a:pt x="1132" y="251"/>
                </a:lnTo>
                <a:lnTo>
                  <a:pt x="1133" y="251"/>
                </a:lnTo>
                <a:lnTo>
                  <a:pt x="1134" y="251"/>
                </a:lnTo>
                <a:lnTo>
                  <a:pt x="1135" y="250"/>
                </a:lnTo>
                <a:lnTo>
                  <a:pt x="1135" y="249"/>
                </a:lnTo>
                <a:lnTo>
                  <a:pt x="1136" y="249"/>
                </a:lnTo>
                <a:lnTo>
                  <a:pt x="1136" y="248"/>
                </a:lnTo>
                <a:lnTo>
                  <a:pt x="1137" y="248"/>
                </a:lnTo>
                <a:lnTo>
                  <a:pt x="1137" y="247"/>
                </a:lnTo>
                <a:lnTo>
                  <a:pt x="1139" y="246"/>
                </a:lnTo>
                <a:lnTo>
                  <a:pt x="1140" y="246"/>
                </a:lnTo>
                <a:lnTo>
                  <a:pt x="1140" y="245"/>
                </a:lnTo>
                <a:lnTo>
                  <a:pt x="1141" y="245"/>
                </a:lnTo>
                <a:lnTo>
                  <a:pt x="1141" y="244"/>
                </a:lnTo>
                <a:lnTo>
                  <a:pt x="1141" y="243"/>
                </a:lnTo>
                <a:lnTo>
                  <a:pt x="1141" y="242"/>
                </a:lnTo>
                <a:lnTo>
                  <a:pt x="1142" y="242"/>
                </a:lnTo>
                <a:lnTo>
                  <a:pt x="1143" y="242"/>
                </a:lnTo>
                <a:lnTo>
                  <a:pt x="1143" y="241"/>
                </a:lnTo>
                <a:lnTo>
                  <a:pt x="1144" y="240"/>
                </a:lnTo>
                <a:lnTo>
                  <a:pt x="1144" y="239"/>
                </a:lnTo>
                <a:lnTo>
                  <a:pt x="1145" y="237"/>
                </a:lnTo>
                <a:lnTo>
                  <a:pt x="1146" y="237"/>
                </a:lnTo>
                <a:lnTo>
                  <a:pt x="1146" y="236"/>
                </a:lnTo>
                <a:lnTo>
                  <a:pt x="1146" y="235"/>
                </a:lnTo>
                <a:lnTo>
                  <a:pt x="1146" y="234"/>
                </a:lnTo>
                <a:lnTo>
                  <a:pt x="1146" y="233"/>
                </a:lnTo>
                <a:lnTo>
                  <a:pt x="1147" y="233"/>
                </a:lnTo>
                <a:lnTo>
                  <a:pt x="1148" y="233"/>
                </a:lnTo>
                <a:lnTo>
                  <a:pt x="1148" y="232"/>
                </a:lnTo>
                <a:lnTo>
                  <a:pt x="1149" y="232"/>
                </a:lnTo>
                <a:lnTo>
                  <a:pt x="1150" y="232"/>
                </a:lnTo>
                <a:lnTo>
                  <a:pt x="1152" y="231"/>
                </a:lnTo>
                <a:lnTo>
                  <a:pt x="1153" y="231"/>
                </a:lnTo>
                <a:lnTo>
                  <a:pt x="1154" y="231"/>
                </a:lnTo>
                <a:lnTo>
                  <a:pt x="1155" y="230"/>
                </a:lnTo>
                <a:lnTo>
                  <a:pt x="1156" y="230"/>
                </a:lnTo>
                <a:lnTo>
                  <a:pt x="1156" y="229"/>
                </a:lnTo>
                <a:lnTo>
                  <a:pt x="1157" y="228"/>
                </a:lnTo>
                <a:lnTo>
                  <a:pt x="1158" y="227"/>
                </a:lnTo>
                <a:lnTo>
                  <a:pt x="1159" y="227"/>
                </a:lnTo>
                <a:lnTo>
                  <a:pt x="1159" y="226"/>
                </a:lnTo>
                <a:lnTo>
                  <a:pt x="1159" y="227"/>
                </a:lnTo>
                <a:lnTo>
                  <a:pt x="1160" y="227"/>
                </a:lnTo>
                <a:lnTo>
                  <a:pt x="1161" y="227"/>
                </a:lnTo>
                <a:lnTo>
                  <a:pt x="1162" y="228"/>
                </a:lnTo>
                <a:lnTo>
                  <a:pt x="1162" y="229"/>
                </a:lnTo>
                <a:lnTo>
                  <a:pt x="1163" y="229"/>
                </a:lnTo>
                <a:lnTo>
                  <a:pt x="1164" y="230"/>
                </a:lnTo>
                <a:lnTo>
                  <a:pt x="1165" y="231"/>
                </a:lnTo>
                <a:lnTo>
                  <a:pt x="1166" y="231"/>
                </a:lnTo>
                <a:lnTo>
                  <a:pt x="1166" y="232"/>
                </a:lnTo>
                <a:lnTo>
                  <a:pt x="1167" y="232"/>
                </a:lnTo>
                <a:lnTo>
                  <a:pt x="1168" y="232"/>
                </a:lnTo>
                <a:lnTo>
                  <a:pt x="1168" y="233"/>
                </a:lnTo>
                <a:lnTo>
                  <a:pt x="1169" y="233"/>
                </a:lnTo>
                <a:lnTo>
                  <a:pt x="1169" y="234"/>
                </a:lnTo>
                <a:lnTo>
                  <a:pt x="1169" y="235"/>
                </a:lnTo>
                <a:lnTo>
                  <a:pt x="1169" y="236"/>
                </a:lnTo>
                <a:lnTo>
                  <a:pt x="1169" y="237"/>
                </a:lnTo>
                <a:lnTo>
                  <a:pt x="1169" y="238"/>
                </a:lnTo>
                <a:lnTo>
                  <a:pt x="1170" y="239"/>
                </a:lnTo>
                <a:lnTo>
                  <a:pt x="1171" y="240"/>
                </a:lnTo>
                <a:lnTo>
                  <a:pt x="1172" y="240"/>
                </a:lnTo>
                <a:lnTo>
                  <a:pt x="1173" y="240"/>
                </a:lnTo>
                <a:lnTo>
                  <a:pt x="1173" y="239"/>
                </a:lnTo>
                <a:lnTo>
                  <a:pt x="1174" y="239"/>
                </a:lnTo>
                <a:lnTo>
                  <a:pt x="1174" y="238"/>
                </a:lnTo>
                <a:lnTo>
                  <a:pt x="1175" y="237"/>
                </a:lnTo>
                <a:lnTo>
                  <a:pt x="1175" y="236"/>
                </a:lnTo>
                <a:lnTo>
                  <a:pt x="1175" y="235"/>
                </a:lnTo>
                <a:lnTo>
                  <a:pt x="1175" y="234"/>
                </a:lnTo>
                <a:lnTo>
                  <a:pt x="1175" y="233"/>
                </a:lnTo>
                <a:lnTo>
                  <a:pt x="1176" y="233"/>
                </a:lnTo>
                <a:lnTo>
                  <a:pt x="1177" y="232"/>
                </a:lnTo>
                <a:lnTo>
                  <a:pt x="1179" y="232"/>
                </a:lnTo>
                <a:lnTo>
                  <a:pt x="1180" y="232"/>
                </a:lnTo>
                <a:lnTo>
                  <a:pt x="1181" y="233"/>
                </a:lnTo>
                <a:lnTo>
                  <a:pt x="1182" y="233"/>
                </a:lnTo>
                <a:lnTo>
                  <a:pt x="1183" y="233"/>
                </a:lnTo>
                <a:lnTo>
                  <a:pt x="1183" y="232"/>
                </a:lnTo>
                <a:lnTo>
                  <a:pt x="1184" y="231"/>
                </a:lnTo>
                <a:lnTo>
                  <a:pt x="1185" y="230"/>
                </a:lnTo>
                <a:lnTo>
                  <a:pt x="1185" y="229"/>
                </a:lnTo>
                <a:lnTo>
                  <a:pt x="1185" y="228"/>
                </a:lnTo>
                <a:lnTo>
                  <a:pt x="1186" y="228"/>
                </a:lnTo>
                <a:lnTo>
                  <a:pt x="1188" y="227"/>
                </a:lnTo>
                <a:lnTo>
                  <a:pt x="1189" y="227"/>
                </a:lnTo>
                <a:lnTo>
                  <a:pt x="1190" y="226"/>
                </a:lnTo>
                <a:lnTo>
                  <a:pt x="1191" y="226"/>
                </a:lnTo>
                <a:lnTo>
                  <a:pt x="1192" y="225"/>
                </a:lnTo>
                <a:lnTo>
                  <a:pt x="1192" y="224"/>
                </a:lnTo>
                <a:lnTo>
                  <a:pt x="1193" y="222"/>
                </a:lnTo>
                <a:lnTo>
                  <a:pt x="1196" y="222"/>
                </a:lnTo>
                <a:lnTo>
                  <a:pt x="1197" y="222"/>
                </a:lnTo>
                <a:lnTo>
                  <a:pt x="1198" y="220"/>
                </a:lnTo>
                <a:lnTo>
                  <a:pt x="1199" y="220"/>
                </a:lnTo>
                <a:lnTo>
                  <a:pt x="1200" y="220"/>
                </a:lnTo>
                <a:lnTo>
                  <a:pt x="1200" y="219"/>
                </a:lnTo>
                <a:lnTo>
                  <a:pt x="1201" y="219"/>
                </a:lnTo>
                <a:lnTo>
                  <a:pt x="1201" y="218"/>
                </a:lnTo>
                <a:lnTo>
                  <a:pt x="1202" y="217"/>
                </a:lnTo>
                <a:lnTo>
                  <a:pt x="1202" y="216"/>
                </a:lnTo>
                <a:lnTo>
                  <a:pt x="1202" y="215"/>
                </a:lnTo>
                <a:lnTo>
                  <a:pt x="1201" y="213"/>
                </a:lnTo>
                <a:lnTo>
                  <a:pt x="1200" y="212"/>
                </a:lnTo>
                <a:lnTo>
                  <a:pt x="1200" y="211"/>
                </a:lnTo>
                <a:lnTo>
                  <a:pt x="1199" y="211"/>
                </a:lnTo>
                <a:lnTo>
                  <a:pt x="1199" y="210"/>
                </a:lnTo>
                <a:lnTo>
                  <a:pt x="1198" y="210"/>
                </a:lnTo>
                <a:lnTo>
                  <a:pt x="1198" y="209"/>
                </a:lnTo>
                <a:lnTo>
                  <a:pt x="1198" y="208"/>
                </a:lnTo>
                <a:lnTo>
                  <a:pt x="1198" y="207"/>
                </a:lnTo>
                <a:lnTo>
                  <a:pt x="1198" y="205"/>
                </a:lnTo>
                <a:lnTo>
                  <a:pt x="1199" y="205"/>
                </a:lnTo>
                <a:lnTo>
                  <a:pt x="1199" y="204"/>
                </a:lnTo>
                <a:lnTo>
                  <a:pt x="1199" y="202"/>
                </a:lnTo>
                <a:lnTo>
                  <a:pt x="1199" y="200"/>
                </a:lnTo>
                <a:lnTo>
                  <a:pt x="1198" y="199"/>
                </a:lnTo>
                <a:lnTo>
                  <a:pt x="1198" y="198"/>
                </a:lnTo>
                <a:lnTo>
                  <a:pt x="1198" y="197"/>
                </a:lnTo>
                <a:lnTo>
                  <a:pt x="1197" y="197"/>
                </a:lnTo>
                <a:lnTo>
                  <a:pt x="1196" y="196"/>
                </a:lnTo>
                <a:lnTo>
                  <a:pt x="1195" y="195"/>
                </a:lnTo>
                <a:lnTo>
                  <a:pt x="1195" y="194"/>
                </a:lnTo>
                <a:lnTo>
                  <a:pt x="1194" y="192"/>
                </a:lnTo>
                <a:lnTo>
                  <a:pt x="1194" y="191"/>
                </a:lnTo>
                <a:lnTo>
                  <a:pt x="1194" y="190"/>
                </a:lnTo>
                <a:lnTo>
                  <a:pt x="1194" y="189"/>
                </a:lnTo>
                <a:lnTo>
                  <a:pt x="1194" y="188"/>
                </a:lnTo>
                <a:lnTo>
                  <a:pt x="1194" y="187"/>
                </a:lnTo>
                <a:lnTo>
                  <a:pt x="1194" y="186"/>
                </a:lnTo>
                <a:lnTo>
                  <a:pt x="1193" y="185"/>
                </a:lnTo>
                <a:lnTo>
                  <a:pt x="1193" y="184"/>
                </a:lnTo>
                <a:lnTo>
                  <a:pt x="1192" y="183"/>
                </a:lnTo>
                <a:lnTo>
                  <a:pt x="1192" y="182"/>
                </a:lnTo>
                <a:lnTo>
                  <a:pt x="1192" y="181"/>
                </a:lnTo>
                <a:lnTo>
                  <a:pt x="1191" y="181"/>
                </a:lnTo>
                <a:lnTo>
                  <a:pt x="1191" y="180"/>
                </a:lnTo>
                <a:lnTo>
                  <a:pt x="1191" y="179"/>
                </a:lnTo>
                <a:lnTo>
                  <a:pt x="1190" y="179"/>
                </a:lnTo>
                <a:lnTo>
                  <a:pt x="1189" y="178"/>
                </a:lnTo>
                <a:lnTo>
                  <a:pt x="1189" y="177"/>
                </a:lnTo>
                <a:lnTo>
                  <a:pt x="1188" y="177"/>
                </a:lnTo>
                <a:lnTo>
                  <a:pt x="1187" y="176"/>
                </a:lnTo>
                <a:lnTo>
                  <a:pt x="1185" y="173"/>
                </a:lnTo>
                <a:lnTo>
                  <a:pt x="1186" y="173"/>
                </a:lnTo>
                <a:lnTo>
                  <a:pt x="1186" y="172"/>
                </a:lnTo>
                <a:lnTo>
                  <a:pt x="1187" y="172"/>
                </a:lnTo>
                <a:lnTo>
                  <a:pt x="1188" y="172"/>
                </a:lnTo>
                <a:lnTo>
                  <a:pt x="1189" y="172"/>
                </a:lnTo>
                <a:lnTo>
                  <a:pt x="1189" y="171"/>
                </a:lnTo>
                <a:lnTo>
                  <a:pt x="1189" y="170"/>
                </a:lnTo>
                <a:lnTo>
                  <a:pt x="1189" y="168"/>
                </a:lnTo>
                <a:lnTo>
                  <a:pt x="1189" y="167"/>
                </a:lnTo>
                <a:lnTo>
                  <a:pt x="1189" y="166"/>
                </a:lnTo>
                <a:lnTo>
                  <a:pt x="1189" y="165"/>
                </a:lnTo>
                <a:lnTo>
                  <a:pt x="1190" y="165"/>
                </a:lnTo>
                <a:lnTo>
                  <a:pt x="1190" y="164"/>
                </a:lnTo>
                <a:lnTo>
                  <a:pt x="1191" y="164"/>
                </a:lnTo>
                <a:lnTo>
                  <a:pt x="1192" y="164"/>
                </a:lnTo>
                <a:lnTo>
                  <a:pt x="1192" y="163"/>
                </a:lnTo>
                <a:lnTo>
                  <a:pt x="1193" y="163"/>
                </a:lnTo>
                <a:lnTo>
                  <a:pt x="1193" y="162"/>
                </a:lnTo>
                <a:lnTo>
                  <a:pt x="1194" y="162"/>
                </a:lnTo>
                <a:lnTo>
                  <a:pt x="1195" y="161"/>
                </a:lnTo>
                <a:lnTo>
                  <a:pt x="1195" y="160"/>
                </a:lnTo>
                <a:lnTo>
                  <a:pt x="1196" y="160"/>
                </a:lnTo>
                <a:lnTo>
                  <a:pt x="1196" y="159"/>
                </a:lnTo>
                <a:lnTo>
                  <a:pt x="1195" y="159"/>
                </a:lnTo>
                <a:lnTo>
                  <a:pt x="1195" y="158"/>
                </a:lnTo>
                <a:lnTo>
                  <a:pt x="1195" y="157"/>
                </a:lnTo>
                <a:lnTo>
                  <a:pt x="1195" y="156"/>
                </a:lnTo>
                <a:lnTo>
                  <a:pt x="1195" y="155"/>
                </a:lnTo>
                <a:lnTo>
                  <a:pt x="1195" y="153"/>
                </a:lnTo>
                <a:lnTo>
                  <a:pt x="1196" y="152"/>
                </a:lnTo>
                <a:lnTo>
                  <a:pt x="1196" y="151"/>
                </a:lnTo>
                <a:lnTo>
                  <a:pt x="1197" y="151"/>
                </a:lnTo>
                <a:lnTo>
                  <a:pt x="1197" y="150"/>
                </a:lnTo>
                <a:lnTo>
                  <a:pt x="1196" y="149"/>
                </a:lnTo>
                <a:lnTo>
                  <a:pt x="1196" y="148"/>
                </a:lnTo>
                <a:lnTo>
                  <a:pt x="1196" y="147"/>
                </a:lnTo>
                <a:lnTo>
                  <a:pt x="1196" y="146"/>
                </a:lnTo>
                <a:lnTo>
                  <a:pt x="1197" y="146"/>
                </a:lnTo>
                <a:lnTo>
                  <a:pt x="1197" y="145"/>
                </a:lnTo>
                <a:lnTo>
                  <a:pt x="1197" y="144"/>
                </a:lnTo>
                <a:lnTo>
                  <a:pt x="1198" y="144"/>
                </a:lnTo>
                <a:lnTo>
                  <a:pt x="1198" y="143"/>
                </a:lnTo>
                <a:lnTo>
                  <a:pt x="1199" y="143"/>
                </a:lnTo>
                <a:lnTo>
                  <a:pt x="1200" y="144"/>
                </a:lnTo>
                <a:lnTo>
                  <a:pt x="1201" y="144"/>
                </a:lnTo>
                <a:lnTo>
                  <a:pt x="1201" y="145"/>
                </a:lnTo>
                <a:lnTo>
                  <a:pt x="1202" y="146"/>
                </a:lnTo>
                <a:lnTo>
                  <a:pt x="1202" y="147"/>
                </a:lnTo>
                <a:lnTo>
                  <a:pt x="1202" y="148"/>
                </a:lnTo>
                <a:lnTo>
                  <a:pt x="1202" y="149"/>
                </a:lnTo>
                <a:lnTo>
                  <a:pt x="1202" y="150"/>
                </a:lnTo>
                <a:lnTo>
                  <a:pt x="1202" y="151"/>
                </a:lnTo>
                <a:lnTo>
                  <a:pt x="1202" y="152"/>
                </a:lnTo>
                <a:lnTo>
                  <a:pt x="1203" y="152"/>
                </a:lnTo>
                <a:lnTo>
                  <a:pt x="1203" y="153"/>
                </a:lnTo>
                <a:lnTo>
                  <a:pt x="1204" y="153"/>
                </a:lnTo>
                <a:lnTo>
                  <a:pt x="1206" y="153"/>
                </a:lnTo>
                <a:lnTo>
                  <a:pt x="1207" y="153"/>
                </a:lnTo>
                <a:lnTo>
                  <a:pt x="1207" y="152"/>
                </a:lnTo>
                <a:lnTo>
                  <a:pt x="1208" y="152"/>
                </a:lnTo>
                <a:lnTo>
                  <a:pt x="1208" y="151"/>
                </a:lnTo>
                <a:lnTo>
                  <a:pt x="1209" y="151"/>
                </a:lnTo>
                <a:lnTo>
                  <a:pt x="1210" y="151"/>
                </a:lnTo>
                <a:lnTo>
                  <a:pt x="1210" y="152"/>
                </a:lnTo>
                <a:lnTo>
                  <a:pt x="1211" y="152"/>
                </a:lnTo>
                <a:lnTo>
                  <a:pt x="1212" y="152"/>
                </a:lnTo>
                <a:lnTo>
                  <a:pt x="1213" y="153"/>
                </a:lnTo>
                <a:lnTo>
                  <a:pt x="1214" y="154"/>
                </a:lnTo>
                <a:lnTo>
                  <a:pt x="1214" y="155"/>
                </a:lnTo>
                <a:lnTo>
                  <a:pt x="1214" y="156"/>
                </a:lnTo>
                <a:lnTo>
                  <a:pt x="1214" y="157"/>
                </a:lnTo>
                <a:lnTo>
                  <a:pt x="1215" y="157"/>
                </a:lnTo>
                <a:lnTo>
                  <a:pt x="1216" y="157"/>
                </a:lnTo>
                <a:lnTo>
                  <a:pt x="1217" y="157"/>
                </a:lnTo>
                <a:lnTo>
                  <a:pt x="1218" y="157"/>
                </a:lnTo>
                <a:lnTo>
                  <a:pt x="1218" y="156"/>
                </a:lnTo>
                <a:lnTo>
                  <a:pt x="1221" y="155"/>
                </a:lnTo>
                <a:lnTo>
                  <a:pt x="1222" y="155"/>
                </a:lnTo>
                <a:lnTo>
                  <a:pt x="1223" y="155"/>
                </a:lnTo>
                <a:lnTo>
                  <a:pt x="1224" y="155"/>
                </a:lnTo>
                <a:lnTo>
                  <a:pt x="1225" y="155"/>
                </a:lnTo>
                <a:lnTo>
                  <a:pt x="1225" y="154"/>
                </a:lnTo>
                <a:lnTo>
                  <a:pt x="1226" y="154"/>
                </a:lnTo>
                <a:lnTo>
                  <a:pt x="1227" y="154"/>
                </a:lnTo>
                <a:lnTo>
                  <a:pt x="1228" y="154"/>
                </a:lnTo>
                <a:lnTo>
                  <a:pt x="1229" y="153"/>
                </a:lnTo>
                <a:lnTo>
                  <a:pt x="1231" y="153"/>
                </a:lnTo>
                <a:lnTo>
                  <a:pt x="1232" y="153"/>
                </a:lnTo>
                <a:lnTo>
                  <a:pt x="1233" y="152"/>
                </a:lnTo>
                <a:lnTo>
                  <a:pt x="1234" y="152"/>
                </a:lnTo>
                <a:lnTo>
                  <a:pt x="1235" y="152"/>
                </a:lnTo>
                <a:lnTo>
                  <a:pt x="1236" y="152"/>
                </a:lnTo>
                <a:lnTo>
                  <a:pt x="1236" y="153"/>
                </a:lnTo>
                <a:lnTo>
                  <a:pt x="1237" y="153"/>
                </a:lnTo>
                <a:lnTo>
                  <a:pt x="1237" y="154"/>
                </a:lnTo>
                <a:lnTo>
                  <a:pt x="1238" y="154"/>
                </a:lnTo>
                <a:lnTo>
                  <a:pt x="1239" y="155"/>
                </a:lnTo>
                <a:lnTo>
                  <a:pt x="1239" y="156"/>
                </a:lnTo>
                <a:lnTo>
                  <a:pt x="1240" y="157"/>
                </a:lnTo>
                <a:lnTo>
                  <a:pt x="1241" y="157"/>
                </a:lnTo>
                <a:lnTo>
                  <a:pt x="1242" y="157"/>
                </a:lnTo>
                <a:lnTo>
                  <a:pt x="1243" y="156"/>
                </a:lnTo>
                <a:lnTo>
                  <a:pt x="1244" y="156"/>
                </a:lnTo>
                <a:lnTo>
                  <a:pt x="1244" y="155"/>
                </a:lnTo>
                <a:lnTo>
                  <a:pt x="1244" y="154"/>
                </a:lnTo>
                <a:lnTo>
                  <a:pt x="1244" y="153"/>
                </a:lnTo>
                <a:lnTo>
                  <a:pt x="1245" y="152"/>
                </a:lnTo>
                <a:lnTo>
                  <a:pt x="1245" y="151"/>
                </a:lnTo>
                <a:lnTo>
                  <a:pt x="1246" y="151"/>
                </a:lnTo>
                <a:lnTo>
                  <a:pt x="1246" y="150"/>
                </a:lnTo>
                <a:lnTo>
                  <a:pt x="1247" y="150"/>
                </a:lnTo>
                <a:lnTo>
                  <a:pt x="1248" y="150"/>
                </a:lnTo>
                <a:lnTo>
                  <a:pt x="1249" y="150"/>
                </a:lnTo>
                <a:lnTo>
                  <a:pt x="1250" y="150"/>
                </a:lnTo>
                <a:lnTo>
                  <a:pt x="1251" y="150"/>
                </a:lnTo>
                <a:lnTo>
                  <a:pt x="1252" y="150"/>
                </a:lnTo>
                <a:lnTo>
                  <a:pt x="1253" y="150"/>
                </a:lnTo>
                <a:lnTo>
                  <a:pt x="1254" y="150"/>
                </a:lnTo>
                <a:lnTo>
                  <a:pt x="1254" y="149"/>
                </a:lnTo>
                <a:lnTo>
                  <a:pt x="1255" y="149"/>
                </a:lnTo>
                <a:lnTo>
                  <a:pt x="1255" y="150"/>
                </a:lnTo>
                <a:lnTo>
                  <a:pt x="1256" y="150"/>
                </a:lnTo>
                <a:lnTo>
                  <a:pt x="1258" y="151"/>
                </a:lnTo>
                <a:lnTo>
                  <a:pt x="1259" y="151"/>
                </a:lnTo>
                <a:lnTo>
                  <a:pt x="1260" y="151"/>
                </a:lnTo>
                <a:lnTo>
                  <a:pt x="1261" y="150"/>
                </a:lnTo>
                <a:lnTo>
                  <a:pt x="1262" y="150"/>
                </a:lnTo>
                <a:lnTo>
                  <a:pt x="1263" y="150"/>
                </a:lnTo>
                <a:lnTo>
                  <a:pt x="1264" y="150"/>
                </a:lnTo>
                <a:lnTo>
                  <a:pt x="1265" y="151"/>
                </a:lnTo>
                <a:lnTo>
                  <a:pt x="1266" y="151"/>
                </a:lnTo>
                <a:lnTo>
                  <a:pt x="1267" y="150"/>
                </a:lnTo>
                <a:lnTo>
                  <a:pt x="1267" y="149"/>
                </a:lnTo>
                <a:lnTo>
                  <a:pt x="1268" y="149"/>
                </a:lnTo>
                <a:lnTo>
                  <a:pt x="1268" y="148"/>
                </a:lnTo>
                <a:lnTo>
                  <a:pt x="1267" y="147"/>
                </a:lnTo>
                <a:lnTo>
                  <a:pt x="1267" y="146"/>
                </a:lnTo>
                <a:lnTo>
                  <a:pt x="1268" y="146"/>
                </a:lnTo>
                <a:lnTo>
                  <a:pt x="1268" y="145"/>
                </a:lnTo>
                <a:lnTo>
                  <a:pt x="1269" y="145"/>
                </a:lnTo>
                <a:lnTo>
                  <a:pt x="1270" y="146"/>
                </a:lnTo>
                <a:lnTo>
                  <a:pt x="1270" y="147"/>
                </a:lnTo>
                <a:lnTo>
                  <a:pt x="1271" y="148"/>
                </a:lnTo>
                <a:lnTo>
                  <a:pt x="1271" y="149"/>
                </a:lnTo>
                <a:lnTo>
                  <a:pt x="1272" y="150"/>
                </a:lnTo>
                <a:lnTo>
                  <a:pt x="1273" y="151"/>
                </a:lnTo>
                <a:lnTo>
                  <a:pt x="1273" y="152"/>
                </a:lnTo>
                <a:lnTo>
                  <a:pt x="1274" y="152"/>
                </a:lnTo>
                <a:lnTo>
                  <a:pt x="1275" y="152"/>
                </a:lnTo>
                <a:lnTo>
                  <a:pt x="1275" y="151"/>
                </a:lnTo>
                <a:lnTo>
                  <a:pt x="1276" y="151"/>
                </a:lnTo>
                <a:lnTo>
                  <a:pt x="1277" y="151"/>
                </a:lnTo>
                <a:lnTo>
                  <a:pt x="1278" y="151"/>
                </a:lnTo>
                <a:lnTo>
                  <a:pt x="1278" y="152"/>
                </a:lnTo>
                <a:lnTo>
                  <a:pt x="1278" y="153"/>
                </a:lnTo>
                <a:lnTo>
                  <a:pt x="1278" y="154"/>
                </a:lnTo>
                <a:lnTo>
                  <a:pt x="1278" y="155"/>
                </a:lnTo>
                <a:lnTo>
                  <a:pt x="1279" y="155"/>
                </a:lnTo>
                <a:lnTo>
                  <a:pt x="1280" y="155"/>
                </a:lnTo>
                <a:lnTo>
                  <a:pt x="1282" y="154"/>
                </a:lnTo>
                <a:lnTo>
                  <a:pt x="1283" y="153"/>
                </a:lnTo>
                <a:lnTo>
                  <a:pt x="1283" y="152"/>
                </a:lnTo>
                <a:lnTo>
                  <a:pt x="1284" y="151"/>
                </a:lnTo>
                <a:lnTo>
                  <a:pt x="1285" y="150"/>
                </a:lnTo>
                <a:lnTo>
                  <a:pt x="1287" y="149"/>
                </a:lnTo>
                <a:lnTo>
                  <a:pt x="1288" y="149"/>
                </a:lnTo>
                <a:lnTo>
                  <a:pt x="1289" y="149"/>
                </a:lnTo>
                <a:lnTo>
                  <a:pt x="1290" y="149"/>
                </a:lnTo>
                <a:lnTo>
                  <a:pt x="1290" y="148"/>
                </a:lnTo>
                <a:lnTo>
                  <a:pt x="1291" y="148"/>
                </a:lnTo>
                <a:lnTo>
                  <a:pt x="1292" y="149"/>
                </a:lnTo>
                <a:lnTo>
                  <a:pt x="1293" y="149"/>
                </a:lnTo>
                <a:lnTo>
                  <a:pt x="1293" y="150"/>
                </a:lnTo>
                <a:lnTo>
                  <a:pt x="1294" y="150"/>
                </a:lnTo>
                <a:lnTo>
                  <a:pt x="1295" y="150"/>
                </a:lnTo>
                <a:lnTo>
                  <a:pt x="1296" y="150"/>
                </a:lnTo>
                <a:lnTo>
                  <a:pt x="1297" y="150"/>
                </a:lnTo>
                <a:lnTo>
                  <a:pt x="1297" y="151"/>
                </a:lnTo>
                <a:lnTo>
                  <a:pt x="1297" y="150"/>
                </a:lnTo>
                <a:lnTo>
                  <a:pt x="1298" y="151"/>
                </a:lnTo>
                <a:lnTo>
                  <a:pt x="1298" y="152"/>
                </a:lnTo>
                <a:lnTo>
                  <a:pt x="1299" y="152"/>
                </a:lnTo>
                <a:lnTo>
                  <a:pt x="1300" y="153"/>
                </a:lnTo>
                <a:lnTo>
                  <a:pt x="1301" y="153"/>
                </a:lnTo>
                <a:lnTo>
                  <a:pt x="1300" y="154"/>
                </a:lnTo>
                <a:lnTo>
                  <a:pt x="1299" y="154"/>
                </a:lnTo>
                <a:lnTo>
                  <a:pt x="1299" y="155"/>
                </a:lnTo>
                <a:lnTo>
                  <a:pt x="1299" y="157"/>
                </a:lnTo>
                <a:lnTo>
                  <a:pt x="1299" y="158"/>
                </a:lnTo>
                <a:lnTo>
                  <a:pt x="1299" y="159"/>
                </a:lnTo>
                <a:lnTo>
                  <a:pt x="1298" y="159"/>
                </a:lnTo>
                <a:lnTo>
                  <a:pt x="1297" y="159"/>
                </a:lnTo>
                <a:lnTo>
                  <a:pt x="1296" y="159"/>
                </a:lnTo>
                <a:lnTo>
                  <a:pt x="1295" y="159"/>
                </a:lnTo>
                <a:lnTo>
                  <a:pt x="1294" y="159"/>
                </a:lnTo>
                <a:lnTo>
                  <a:pt x="1294" y="158"/>
                </a:lnTo>
                <a:lnTo>
                  <a:pt x="1293" y="159"/>
                </a:lnTo>
                <a:lnTo>
                  <a:pt x="1292" y="159"/>
                </a:lnTo>
                <a:lnTo>
                  <a:pt x="1291" y="159"/>
                </a:lnTo>
                <a:lnTo>
                  <a:pt x="1291" y="160"/>
                </a:lnTo>
                <a:lnTo>
                  <a:pt x="1290" y="160"/>
                </a:lnTo>
                <a:lnTo>
                  <a:pt x="1290" y="161"/>
                </a:lnTo>
                <a:lnTo>
                  <a:pt x="1289" y="163"/>
                </a:lnTo>
                <a:lnTo>
                  <a:pt x="1289" y="164"/>
                </a:lnTo>
                <a:lnTo>
                  <a:pt x="1289" y="165"/>
                </a:lnTo>
                <a:lnTo>
                  <a:pt x="1288" y="165"/>
                </a:lnTo>
                <a:lnTo>
                  <a:pt x="1288" y="166"/>
                </a:lnTo>
                <a:lnTo>
                  <a:pt x="1288" y="167"/>
                </a:lnTo>
                <a:lnTo>
                  <a:pt x="1286" y="167"/>
                </a:lnTo>
                <a:lnTo>
                  <a:pt x="1285" y="167"/>
                </a:lnTo>
                <a:lnTo>
                  <a:pt x="1284" y="166"/>
                </a:lnTo>
                <a:lnTo>
                  <a:pt x="1283" y="166"/>
                </a:lnTo>
                <a:lnTo>
                  <a:pt x="1283" y="167"/>
                </a:lnTo>
                <a:lnTo>
                  <a:pt x="1282" y="168"/>
                </a:lnTo>
                <a:lnTo>
                  <a:pt x="1282" y="169"/>
                </a:lnTo>
                <a:lnTo>
                  <a:pt x="1282" y="170"/>
                </a:lnTo>
                <a:lnTo>
                  <a:pt x="1282" y="171"/>
                </a:lnTo>
                <a:lnTo>
                  <a:pt x="1281" y="171"/>
                </a:lnTo>
                <a:lnTo>
                  <a:pt x="1280" y="171"/>
                </a:lnTo>
                <a:lnTo>
                  <a:pt x="1279" y="171"/>
                </a:lnTo>
                <a:lnTo>
                  <a:pt x="1279" y="170"/>
                </a:lnTo>
                <a:lnTo>
                  <a:pt x="1277" y="170"/>
                </a:lnTo>
                <a:lnTo>
                  <a:pt x="1277" y="171"/>
                </a:lnTo>
                <a:lnTo>
                  <a:pt x="1276" y="171"/>
                </a:lnTo>
                <a:lnTo>
                  <a:pt x="1276" y="172"/>
                </a:lnTo>
                <a:lnTo>
                  <a:pt x="1275" y="172"/>
                </a:lnTo>
                <a:lnTo>
                  <a:pt x="1273" y="171"/>
                </a:lnTo>
                <a:lnTo>
                  <a:pt x="1272" y="171"/>
                </a:lnTo>
                <a:lnTo>
                  <a:pt x="1271" y="171"/>
                </a:lnTo>
                <a:lnTo>
                  <a:pt x="1270" y="171"/>
                </a:lnTo>
                <a:lnTo>
                  <a:pt x="1269" y="172"/>
                </a:lnTo>
                <a:lnTo>
                  <a:pt x="1269" y="173"/>
                </a:lnTo>
                <a:lnTo>
                  <a:pt x="1268" y="173"/>
                </a:lnTo>
                <a:lnTo>
                  <a:pt x="1268" y="174"/>
                </a:lnTo>
                <a:lnTo>
                  <a:pt x="1268" y="175"/>
                </a:lnTo>
                <a:lnTo>
                  <a:pt x="1268" y="176"/>
                </a:lnTo>
                <a:lnTo>
                  <a:pt x="1268" y="177"/>
                </a:lnTo>
                <a:lnTo>
                  <a:pt x="1269" y="177"/>
                </a:lnTo>
                <a:lnTo>
                  <a:pt x="1270" y="178"/>
                </a:lnTo>
                <a:lnTo>
                  <a:pt x="1271" y="178"/>
                </a:lnTo>
                <a:lnTo>
                  <a:pt x="1272" y="178"/>
                </a:lnTo>
                <a:lnTo>
                  <a:pt x="1272" y="179"/>
                </a:lnTo>
                <a:lnTo>
                  <a:pt x="1271" y="179"/>
                </a:lnTo>
                <a:lnTo>
                  <a:pt x="1271" y="180"/>
                </a:lnTo>
                <a:lnTo>
                  <a:pt x="1271" y="181"/>
                </a:lnTo>
                <a:lnTo>
                  <a:pt x="1270" y="181"/>
                </a:lnTo>
                <a:lnTo>
                  <a:pt x="1271" y="182"/>
                </a:lnTo>
                <a:lnTo>
                  <a:pt x="1271" y="183"/>
                </a:lnTo>
                <a:lnTo>
                  <a:pt x="1272" y="184"/>
                </a:lnTo>
                <a:lnTo>
                  <a:pt x="1272" y="185"/>
                </a:lnTo>
                <a:lnTo>
                  <a:pt x="1272" y="186"/>
                </a:lnTo>
                <a:lnTo>
                  <a:pt x="1271" y="187"/>
                </a:lnTo>
                <a:lnTo>
                  <a:pt x="1271" y="188"/>
                </a:lnTo>
                <a:lnTo>
                  <a:pt x="1270" y="188"/>
                </a:lnTo>
                <a:lnTo>
                  <a:pt x="1270" y="189"/>
                </a:lnTo>
                <a:lnTo>
                  <a:pt x="1270" y="190"/>
                </a:lnTo>
                <a:lnTo>
                  <a:pt x="1271" y="191"/>
                </a:lnTo>
                <a:lnTo>
                  <a:pt x="1271" y="192"/>
                </a:lnTo>
                <a:lnTo>
                  <a:pt x="1272" y="193"/>
                </a:lnTo>
                <a:lnTo>
                  <a:pt x="1272" y="194"/>
                </a:lnTo>
                <a:lnTo>
                  <a:pt x="1272" y="195"/>
                </a:lnTo>
                <a:lnTo>
                  <a:pt x="1271" y="195"/>
                </a:lnTo>
                <a:lnTo>
                  <a:pt x="1271" y="196"/>
                </a:lnTo>
                <a:lnTo>
                  <a:pt x="1270" y="196"/>
                </a:lnTo>
                <a:lnTo>
                  <a:pt x="1270" y="197"/>
                </a:lnTo>
                <a:lnTo>
                  <a:pt x="1269" y="197"/>
                </a:lnTo>
                <a:lnTo>
                  <a:pt x="1269" y="199"/>
                </a:lnTo>
                <a:lnTo>
                  <a:pt x="1270" y="199"/>
                </a:lnTo>
                <a:lnTo>
                  <a:pt x="1270" y="200"/>
                </a:lnTo>
                <a:lnTo>
                  <a:pt x="1270" y="201"/>
                </a:lnTo>
                <a:lnTo>
                  <a:pt x="1271" y="201"/>
                </a:lnTo>
                <a:lnTo>
                  <a:pt x="1273" y="201"/>
                </a:lnTo>
                <a:lnTo>
                  <a:pt x="1273" y="202"/>
                </a:lnTo>
                <a:lnTo>
                  <a:pt x="1272" y="203"/>
                </a:lnTo>
                <a:lnTo>
                  <a:pt x="1272" y="205"/>
                </a:lnTo>
                <a:lnTo>
                  <a:pt x="1272" y="206"/>
                </a:lnTo>
                <a:lnTo>
                  <a:pt x="1273" y="207"/>
                </a:lnTo>
                <a:lnTo>
                  <a:pt x="1273" y="208"/>
                </a:lnTo>
                <a:lnTo>
                  <a:pt x="1275" y="211"/>
                </a:lnTo>
                <a:lnTo>
                  <a:pt x="1275" y="212"/>
                </a:lnTo>
                <a:lnTo>
                  <a:pt x="1276" y="213"/>
                </a:lnTo>
                <a:lnTo>
                  <a:pt x="1277" y="214"/>
                </a:lnTo>
                <a:lnTo>
                  <a:pt x="1278" y="214"/>
                </a:lnTo>
                <a:lnTo>
                  <a:pt x="1277" y="214"/>
                </a:lnTo>
                <a:lnTo>
                  <a:pt x="1277" y="215"/>
                </a:lnTo>
                <a:lnTo>
                  <a:pt x="1276" y="217"/>
                </a:lnTo>
                <a:lnTo>
                  <a:pt x="1275" y="217"/>
                </a:lnTo>
                <a:lnTo>
                  <a:pt x="1276" y="218"/>
                </a:lnTo>
                <a:lnTo>
                  <a:pt x="1278" y="219"/>
                </a:lnTo>
                <a:lnTo>
                  <a:pt x="1279" y="219"/>
                </a:lnTo>
                <a:lnTo>
                  <a:pt x="1280" y="218"/>
                </a:lnTo>
                <a:lnTo>
                  <a:pt x="1281" y="218"/>
                </a:lnTo>
                <a:lnTo>
                  <a:pt x="1282" y="217"/>
                </a:lnTo>
                <a:lnTo>
                  <a:pt x="1282" y="216"/>
                </a:lnTo>
                <a:lnTo>
                  <a:pt x="1283" y="215"/>
                </a:lnTo>
                <a:lnTo>
                  <a:pt x="1284" y="214"/>
                </a:lnTo>
                <a:lnTo>
                  <a:pt x="1285" y="213"/>
                </a:lnTo>
                <a:lnTo>
                  <a:pt x="1286" y="212"/>
                </a:lnTo>
                <a:lnTo>
                  <a:pt x="1287" y="213"/>
                </a:lnTo>
                <a:lnTo>
                  <a:pt x="1287" y="212"/>
                </a:lnTo>
                <a:lnTo>
                  <a:pt x="1288" y="212"/>
                </a:lnTo>
                <a:lnTo>
                  <a:pt x="1289" y="212"/>
                </a:lnTo>
                <a:lnTo>
                  <a:pt x="1290" y="213"/>
                </a:lnTo>
                <a:lnTo>
                  <a:pt x="1292" y="214"/>
                </a:lnTo>
                <a:lnTo>
                  <a:pt x="1293" y="215"/>
                </a:lnTo>
                <a:lnTo>
                  <a:pt x="1293" y="216"/>
                </a:lnTo>
                <a:lnTo>
                  <a:pt x="1293" y="217"/>
                </a:lnTo>
                <a:lnTo>
                  <a:pt x="1293" y="218"/>
                </a:lnTo>
                <a:lnTo>
                  <a:pt x="1293" y="219"/>
                </a:lnTo>
                <a:lnTo>
                  <a:pt x="1294" y="221"/>
                </a:lnTo>
                <a:lnTo>
                  <a:pt x="1295" y="222"/>
                </a:lnTo>
                <a:lnTo>
                  <a:pt x="1295" y="223"/>
                </a:lnTo>
                <a:lnTo>
                  <a:pt x="1296" y="224"/>
                </a:lnTo>
                <a:lnTo>
                  <a:pt x="1296" y="225"/>
                </a:lnTo>
                <a:lnTo>
                  <a:pt x="1296" y="226"/>
                </a:lnTo>
                <a:lnTo>
                  <a:pt x="1297" y="226"/>
                </a:lnTo>
                <a:lnTo>
                  <a:pt x="1298" y="226"/>
                </a:lnTo>
                <a:lnTo>
                  <a:pt x="1299" y="226"/>
                </a:lnTo>
                <a:lnTo>
                  <a:pt x="1300" y="226"/>
                </a:lnTo>
                <a:lnTo>
                  <a:pt x="1301" y="225"/>
                </a:lnTo>
                <a:lnTo>
                  <a:pt x="1304" y="226"/>
                </a:lnTo>
                <a:lnTo>
                  <a:pt x="1303" y="228"/>
                </a:lnTo>
                <a:lnTo>
                  <a:pt x="1303" y="229"/>
                </a:lnTo>
                <a:lnTo>
                  <a:pt x="1307" y="231"/>
                </a:lnTo>
                <a:lnTo>
                  <a:pt x="1307" y="232"/>
                </a:lnTo>
                <a:lnTo>
                  <a:pt x="1306" y="232"/>
                </a:lnTo>
                <a:lnTo>
                  <a:pt x="1306" y="233"/>
                </a:lnTo>
                <a:lnTo>
                  <a:pt x="1304" y="235"/>
                </a:lnTo>
                <a:lnTo>
                  <a:pt x="1304" y="236"/>
                </a:lnTo>
                <a:lnTo>
                  <a:pt x="1304" y="237"/>
                </a:lnTo>
                <a:lnTo>
                  <a:pt x="1303" y="237"/>
                </a:lnTo>
                <a:lnTo>
                  <a:pt x="1303" y="238"/>
                </a:lnTo>
                <a:lnTo>
                  <a:pt x="1301" y="239"/>
                </a:lnTo>
                <a:lnTo>
                  <a:pt x="1300" y="239"/>
                </a:lnTo>
                <a:lnTo>
                  <a:pt x="1298" y="239"/>
                </a:lnTo>
                <a:lnTo>
                  <a:pt x="1298" y="240"/>
                </a:lnTo>
                <a:lnTo>
                  <a:pt x="1297" y="240"/>
                </a:lnTo>
                <a:lnTo>
                  <a:pt x="1296" y="240"/>
                </a:lnTo>
                <a:lnTo>
                  <a:pt x="1295" y="240"/>
                </a:lnTo>
                <a:lnTo>
                  <a:pt x="1295" y="241"/>
                </a:lnTo>
                <a:lnTo>
                  <a:pt x="1295" y="242"/>
                </a:lnTo>
                <a:lnTo>
                  <a:pt x="1296" y="242"/>
                </a:lnTo>
                <a:lnTo>
                  <a:pt x="1296" y="243"/>
                </a:lnTo>
                <a:lnTo>
                  <a:pt x="1296" y="245"/>
                </a:lnTo>
                <a:lnTo>
                  <a:pt x="1297" y="246"/>
                </a:lnTo>
                <a:lnTo>
                  <a:pt x="1298" y="246"/>
                </a:lnTo>
                <a:lnTo>
                  <a:pt x="1299" y="247"/>
                </a:lnTo>
                <a:lnTo>
                  <a:pt x="1301" y="247"/>
                </a:lnTo>
                <a:lnTo>
                  <a:pt x="1302" y="247"/>
                </a:lnTo>
                <a:lnTo>
                  <a:pt x="1303" y="247"/>
                </a:lnTo>
                <a:lnTo>
                  <a:pt x="1303" y="246"/>
                </a:lnTo>
                <a:lnTo>
                  <a:pt x="1304" y="246"/>
                </a:lnTo>
                <a:lnTo>
                  <a:pt x="1305" y="247"/>
                </a:lnTo>
                <a:lnTo>
                  <a:pt x="1306" y="247"/>
                </a:lnTo>
                <a:lnTo>
                  <a:pt x="1305" y="248"/>
                </a:lnTo>
                <a:lnTo>
                  <a:pt x="1304" y="249"/>
                </a:lnTo>
                <a:lnTo>
                  <a:pt x="1303" y="251"/>
                </a:lnTo>
                <a:lnTo>
                  <a:pt x="1303" y="252"/>
                </a:lnTo>
                <a:lnTo>
                  <a:pt x="1303" y="253"/>
                </a:lnTo>
                <a:lnTo>
                  <a:pt x="1304" y="254"/>
                </a:lnTo>
                <a:lnTo>
                  <a:pt x="1304" y="255"/>
                </a:lnTo>
                <a:lnTo>
                  <a:pt x="1304" y="257"/>
                </a:lnTo>
                <a:lnTo>
                  <a:pt x="1304" y="258"/>
                </a:lnTo>
                <a:lnTo>
                  <a:pt x="1303" y="258"/>
                </a:lnTo>
                <a:lnTo>
                  <a:pt x="1302" y="258"/>
                </a:lnTo>
                <a:lnTo>
                  <a:pt x="1301" y="258"/>
                </a:lnTo>
                <a:lnTo>
                  <a:pt x="1301" y="260"/>
                </a:lnTo>
                <a:lnTo>
                  <a:pt x="1300" y="261"/>
                </a:lnTo>
                <a:lnTo>
                  <a:pt x="1298" y="262"/>
                </a:lnTo>
                <a:lnTo>
                  <a:pt x="1297" y="262"/>
                </a:lnTo>
                <a:lnTo>
                  <a:pt x="1296" y="262"/>
                </a:lnTo>
                <a:lnTo>
                  <a:pt x="1295" y="263"/>
                </a:lnTo>
                <a:lnTo>
                  <a:pt x="1294" y="263"/>
                </a:lnTo>
                <a:lnTo>
                  <a:pt x="1294" y="264"/>
                </a:lnTo>
                <a:lnTo>
                  <a:pt x="1295" y="265"/>
                </a:lnTo>
                <a:lnTo>
                  <a:pt x="1295" y="267"/>
                </a:lnTo>
                <a:lnTo>
                  <a:pt x="1294" y="269"/>
                </a:lnTo>
                <a:lnTo>
                  <a:pt x="1293" y="269"/>
                </a:lnTo>
                <a:lnTo>
                  <a:pt x="1292" y="269"/>
                </a:lnTo>
                <a:lnTo>
                  <a:pt x="1291" y="270"/>
                </a:lnTo>
                <a:lnTo>
                  <a:pt x="1291" y="271"/>
                </a:lnTo>
                <a:lnTo>
                  <a:pt x="1289" y="271"/>
                </a:lnTo>
                <a:lnTo>
                  <a:pt x="1288" y="271"/>
                </a:lnTo>
                <a:lnTo>
                  <a:pt x="1288" y="270"/>
                </a:lnTo>
                <a:lnTo>
                  <a:pt x="1287" y="270"/>
                </a:lnTo>
                <a:lnTo>
                  <a:pt x="1285" y="270"/>
                </a:lnTo>
                <a:lnTo>
                  <a:pt x="1284" y="270"/>
                </a:lnTo>
                <a:lnTo>
                  <a:pt x="1283" y="270"/>
                </a:lnTo>
                <a:lnTo>
                  <a:pt x="1282" y="270"/>
                </a:lnTo>
                <a:lnTo>
                  <a:pt x="1281" y="270"/>
                </a:lnTo>
                <a:lnTo>
                  <a:pt x="1280" y="270"/>
                </a:lnTo>
                <a:lnTo>
                  <a:pt x="1279" y="270"/>
                </a:lnTo>
                <a:lnTo>
                  <a:pt x="1278" y="271"/>
                </a:lnTo>
                <a:lnTo>
                  <a:pt x="1277" y="271"/>
                </a:lnTo>
                <a:lnTo>
                  <a:pt x="1277" y="272"/>
                </a:lnTo>
                <a:lnTo>
                  <a:pt x="1277" y="273"/>
                </a:lnTo>
                <a:lnTo>
                  <a:pt x="1278" y="273"/>
                </a:lnTo>
                <a:lnTo>
                  <a:pt x="1279" y="274"/>
                </a:lnTo>
                <a:lnTo>
                  <a:pt x="1283" y="276"/>
                </a:lnTo>
                <a:lnTo>
                  <a:pt x="1284" y="277"/>
                </a:lnTo>
                <a:lnTo>
                  <a:pt x="1285" y="277"/>
                </a:lnTo>
                <a:lnTo>
                  <a:pt x="1286" y="277"/>
                </a:lnTo>
                <a:lnTo>
                  <a:pt x="1286" y="278"/>
                </a:lnTo>
                <a:lnTo>
                  <a:pt x="1287" y="277"/>
                </a:lnTo>
                <a:lnTo>
                  <a:pt x="1287" y="278"/>
                </a:lnTo>
                <a:lnTo>
                  <a:pt x="1289" y="279"/>
                </a:lnTo>
                <a:lnTo>
                  <a:pt x="1289" y="280"/>
                </a:lnTo>
                <a:lnTo>
                  <a:pt x="1290" y="281"/>
                </a:lnTo>
                <a:lnTo>
                  <a:pt x="1290" y="282"/>
                </a:lnTo>
                <a:lnTo>
                  <a:pt x="1291" y="282"/>
                </a:lnTo>
                <a:lnTo>
                  <a:pt x="1291" y="283"/>
                </a:lnTo>
                <a:lnTo>
                  <a:pt x="1291" y="284"/>
                </a:lnTo>
                <a:lnTo>
                  <a:pt x="1290" y="283"/>
                </a:lnTo>
                <a:lnTo>
                  <a:pt x="1290" y="284"/>
                </a:lnTo>
                <a:lnTo>
                  <a:pt x="1291" y="285"/>
                </a:lnTo>
                <a:lnTo>
                  <a:pt x="1291" y="286"/>
                </a:lnTo>
                <a:lnTo>
                  <a:pt x="1292" y="286"/>
                </a:lnTo>
                <a:lnTo>
                  <a:pt x="1293" y="287"/>
                </a:lnTo>
                <a:lnTo>
                  <a:pt x="1292" y="287"/>
                </a:lnTo>
                <a:lnTo>
                  <a:pt x="1292" y="288"/>
                </a:lnTo>
                <a:lnTo>
                  <a:pt x="1293" y="289"/>
                </a:lnTo>
                <a:lnTo>
                  <a:pt x="1294" y="289"/>
                </a:lnTo>
                <a:lnTo>
                  <a:pt x="1293" y="290"/>
                </a:lnTo>
                <a:lnTo>
                  <a:pt x="1294" y="290"/>
                </a:lnTo>
                <a:lnTo>
                  <a:pt x="1294" y="291"/>
                </a:lnTo>
                <a:lnTo>
                  <a:pt x="1295" y="291"/>
                </a:lnTo>
                <a:lnTo>
                  <a:pt x="1296" y="291"/>
                </a:lnTo>
                <a:lnTo>
                  <a:pt x="1297" y="291"/>
                </a:lnTo>
                <a:lnTo>
                  <a:pt x="1298" y="292"/>
                </a:lnTo>
                <a:lnTo>
                  <a:pt x="1298" y="293"/>
                </a:lnTo>
                <a:lnTo>
                  <a:pt x="1299" y="293"/>
                </a:lnTo>
                <a:lnTo>
                  <a:pt x="1299" y="294"/>
                </a:lnTo>
                <a:lnTo>
                  <a:pt x="1300" y="294"/>
                </a:lnTo>
                <a:lnTo>
                  <a:pt x="1301" y="295"/>
                </a:lnTo>
                <a:lnTo>
                  <a:pt x="1301" y="296"/>
                </a:lnTo>
                <a:lnTo>
                  <a:pt x="1302" y="296"/>
                </a:lnTo>
                <a:lnTo>
                  <a:pt x="1302" y="297"/>
                </a:lnTo>
                <a:lnTo>
                  <a:pt x="1303" y="297"/>
                </a:lnTo>
                <a:lnTo>
                  <a:pt x="1304" y="296"/>
                </a:lnTo>
                <a:lnTo>
                  <a:pt x="1304" y="297"/>
                </a:lnTo>
                <a:lnTo>
                  <a:pt x="1304" y="298"/>
                </a:lnTo>
                <a:lnTo>
                  <a:pt x="1305" y="298"/>
                </a:lnTo>
                <a:lnTo>
                  <a:pt x="1305" y="299"/>
                </a:lnTo>
                <a:lnTo>
                  <a:pt x="1306" y="300"/>
                </a:lnTo>
                <a:lnTo>
                  <a:pt x="1307" y="300"/>
                </a:lnTo>
                <a:lnTo>
                  <a:pt x="1307" y="301"/>
                </a:lnTo>
                <a:lnTo>
                  <a:pt x="1308" y="302"/>
                </a:lnTo>
                <a:lnTo>
                  <a:pt x="1309" y="302"/>
                </a:lnTo>
                <a:lnTo>
                  <a:pt x="1310" y="302"/>
                </a:lnTo>
                <a:lnTo>
                  <a:pt x="1311" y="302"/>
                </a:lnTo>
                <a:lnTo>
                  <a:pt x="1311" y="303"/>
                </a:lnTo>
                <a:lnTo>
                  <a:pt x="1312" y="303"/>
                </a:lnTo>
                <a:lnTo>
                  <a:pt x="1312" y="304"/>
                </a:lnTo>
                <a:lnTo>
                  <a:pt x="1313" y="305"/>
                </a:lnTo>
                <a:lnTo>
                  <a:pt x="1313" y="306"/>
                </a:lnTo>
                <a:lnTo>
                  <a:pt x="1314" y="307"/>
                </a:lnTo>
                <a:lnTo>
                  <a:pt x="1315" y="307"/>
                </a:lnTo>
                <a:lnTo>
                  <a:pt x="1315" y="306"/>
                </a:lnTo>
                <a:lnTo>
                  <a:pt x="1316" y="306"/>
                </a:lnTo>
                <a:lnTo>
                  <a:pt x="1317" y="305"/>
                </a:lnTo>
                <a:lnTo>
                  <a:pt x="1318" y="305"/>
                </a:lnTo>
                <a:lnTo>
                  <a:pt x="1319" y="305"/>
                </a:lnTo>
                <a:lnTo>
                  <a:pt x="1320" y="305"/>
                </a:lnTo>
                <a:lnTo>
                  <a:pt x="1320" y="306"/>
                </a:lnTo>
                <a:lnTo>
                  <a:pt x="1321" y="306"/>
                </a:lnTo>
                <a:lnTo>
                  <a:pt x="1321" y="307"/>
                </a:lnTo>
                <a:lnTo>
                  <a:pt x="1321" y="308"/>
                </a:lnTo>
                <a:lnTo>
                  <a:pt x="1322" y="307"/>
                </a:lnTo>
                <a:lnTo>
                  <a:pt x="1322" y="308"/>
                </a:lnTo>
                <a:lnTo>
                  <a:pt x="1323" y="308"/>
                </a:lnTo>
                <a:lnTo>
                  <a:pt x="1323" y="309"/>
                </a:lnTo>
                <a:lnTo>
                  <a:pt x="1323" y="310"/>
                </a:lnTo>
                <a:lnTo>
                  <a:pt x="1323" y="311"/>
                </a:lnTo>
                <a:lnTo>
                  <a:pt x="1323" y="312"/>
                </a:lnTo>
                <a:lnTo>
                  <a:pt x="1324" y="312"/>
                </a:lnTo>
                <a:lnTo>
                  <a:pt x="1325" y="312"/>
                </a:lnTo>
                <a:lnTo>
                  <a:pt x="1325" y="313"/>
                </a:lnTo>
                <a:lnTo>
                  <a:pt x="1325" y="314"/>
                </a:lnTo>
                <a:lnTo>
                  <a:pt x="1326" y="314"/>
                </a:lnTo>
                <a:lnTo>
                  <a:pt x="1326" y="315"/>
                </a:lnTo>
                <a:lnTo>
                  <a:pt x="1327" y="314"/>
                </a:lnTo>
                <a:lnTo>
                  <a:pt x="1328" y="314"/>
                </a:lnTo>
                <a:lnTo>
                  <a:pt x="1328" y="313"/>
                </a:lnTo>
                <a:lnTo>
                  <a:pt x="1329" y="313"/>
                </a:lnTo>
                <a:lnTo>
                  <a:pt x="1330" y="313"/>
                </a:lnTo>
                <a:lnTo>
                  <a:pt x="1330" y="312"/>
                </a:lnTo>
                <a:lnTo>
                  <a:pt x="1331" y="312"/>
                </a:lnTo>
                <a:lnTo>
                  <a:pt x="1332" y="311"/>
                </a:lnTo>
                <a:lnTo>
                  <a:pt x="1333" y="311"/>
                </a:lnTo>
                <a:lnTo>
                  <a:pt x="1334" y="311"/>
                </a:lnTo>
                <a:lnTo>
                  <a:pt x="1335" y="311"/>
                </a:lnTo>
                <a:lnTo>
                  <a:pt x="1336" y="311"/>
                </a:lnTo>
                <a:lnTo>
                  <a:pt x="1336" y="312"/>
                </a:lnTo>
                <a:lnTo>
                  <a:pt x="1336" y="313"/>
                </a:lnTo>
                <a:lnTo>
                  <a:pt x="1337" y="313"/>
                </a:lnTo>
                <a:lnTo>
                  <a:pt x="1337" y="312"/>
                </a:lnTo>
                <a:lnTo>
                  <a:pt x="1338" y="312"/>
                </a:lnTo>
                <a:lnTo>
                  <a:pt x="1338" y="311"/>
                </a:lnTo>
                <a:lnTo>
                  <a:pt x="1339" y="311"/>
                </a:lnTo>
                <a:lnTo>
                  <a:pt x="1340" y="310"/>
                </a:lnTo>
                <a:lnTo>
                  <a:pt x="1341" y="309"/>
                </a:lnTo>
                <a:lnTo>
                  <a:pt x="1342" y="308"/>
                </a:lnTo>
                <a:lnTo>
                  <a:pt x="1343" y="308"/>
                </a:lnTo>
                <a:lnTo>
                  <a:pt x="1344" y="307"/>
                </a:lnTo>
                <a:lnTo>
                  <a:pt x="1345" y="306"/>
                </a:lnTo>
                <a:lnTo>
                  <a:pt x="1346" y="306"/>
                </a:lnTo>
                <a:lnTo>
                  <a:pt x="1347" y="306"/>
                </a:lnTo>
                <a:lnTo>
                  <a:pt x="1348" y="306"/>
                </a:lnTo>
                <a:lnTo>
                  <a:pt x="1349" y="305"/>
                </a:lnTo>
                <a:lnTo>
                  <a:pt x="1350" y="304"/>
                </a:lnTo>
                <a:lnTo>
                  <a:pt x="1352" y="303"/>
                </a:lnTo>
                <a:lnTo>
                  <a:pt x="1353" y="303"/>
                </a:lnTo>
                <a:lnTo>
                  <a:pt x="1354" y="303"/>
                </a:lnTo>
                <a:lnTo>
                  <a:pt x="1355" y="303"/>
                </a:lnTo>
                <a:lnTo>
                  <a:pt x="1356" y="302"/>
                </a:lnTo>
                <a:lnTo>
                  <a:pt x="1357" y="302"/>
                </a:lnTo>
                <a:lnTo>
                  <a:pt x="1358" y="302"/>
                </a:lnTo>
                <a:lnTo>
                  <a:pt x="1358" y="303"/>
                </a:lnTo>
                <a:lnTo>
                  <a:pt x="1357" y="303"/>
                </a:lnTo>
                <a:lnTo>
                  <a:pt x="1357" y="304"/>
                </a:lnTo>
                <a:lnTo>
                  <a:pt x="1358" y="304"/>
                </a:lnTo>
                <a:lnTo>
                  <a:pt x="1357" y="305"/>
                </a:lnTo>
                <a:lnTo>
                  <a:pt x="1358" y="305"/>
                </a:lnTo>
                <a:lnTo>
                  <a:pt x="1358" y="306"/>
                </a:lnTo>
                <a:lnTo>
                  <a:pt x="1359" y="306"/>
                </a:lnTo>
                <a:lnTo>
                  <a:pt x="1361" y="306"/>
                </a:lnTo>
                <a:lnTo>
                  <a:pt x="1361" y="305"/>
                </a:lnTo>
                <a:lnTo>
                  <a:pt x="1362" y="305"/>
                </a:lnTo>
                <a:lnTo>
                  <a:pt x="1363" y="304"/>
                </a:lnTo>
                <a:lnTo>
                  <a:pt x="1364" y="304"/>
                </a:lnTo>
                <a:lnTo>
                  <a:pt x="1365" y="304"/>
                </a:lnTo>
                <a:lnTo>
                  <a:pt x="1365" y="303"/>
                </a:lnTo>
                <a:lnTo>
                  <a:pt x="1366" y="302"/>
                </a:lnTo>
                <a:lnTo>
                  <a:pt x="1366" y="303"/>
                </a:lnTo>
                <a:lnTo>
                  <a:pt x="1367" y="303"/>
                </a:lnTo>
                <a:lnTo>
                  <a:pt x="1367" y="302"/>
                </a:lnTo>
                <a:lnTo>
                  <a:pt x="1368" y="302"/>
                </a:lnTo>
                <a:lnTo>
                  <a:pt x="1369" y="302"/>
                </a:lnTo>
                <a:lnTo>
                  <a:pt x="1369" y="303"/>
                </a:lnTo>
                <a:lnTo>
                  <a:pt x="1370" y="303"/>
                </a:lnTo>
                <a:lnTo>
                  <a:pt x="1371" y="303"/>
                </a:lnTo>
                <a:lnTo>
                  <a:pt x="1372" y="303"/>
                </a:lnTo>
                <a:lnTo>
                  <a:pt x="1372" y="302"/>
                </a:lnTo>
                <a:lnTo>
                  <a:pt x="1373" y="302"/>
                </a:lnTo>
                <a:lnTo>
                  <a:pt x="1374" y="302"/>
                </a:lnTo>
                <a:lnTo>
                  <a:pt x="1375" y="302"/>
                </a:lnTo>
                <a:lnTo>
                  <a:pt x="1376" y="302"/>
                </a:lnTo>
                <a:lnTo>
                  <a:pt x="1377" y="302"/>
                </a:lnTo>
                <a:lnTo>
                  <a:pt x="1378" y="302"/>
                </a:lnTo>
                <a:lnTo>
                  <a:pt x="1379" y="301"/>
                </a:lnTo>
                <a:lnTo>
                  <a:pt x="1380" y="301"/>
                </a:lnTo>
                <a:lnTo>
                  <a:pt x="1381" y="300"/>
                </a:lnTo>
                <a:lnTo>
                  <a:pt x="1382" y="300"/>
                </a:lnTo>
                <a:lnTo>
                  <a:pt x="1382" y="298"/>
                </a:lnTo>
                <a:lnTo>
                  <a:pt x="1382" y="297"/>
                </a:lnTo>
                <a:lnTo>
                  <a:pt x="1382" y="296"/>
                </a:lnTo>
                <a:lnTo>
                  <a:pt x="1383" y="296"/>
                </a:lnTo>
                <a:lnTo>
                  <a:pt x="1384" y="295"/>
                </a:lnTo>
                <a:lnTo>
                  <a:pt x="1385" y="295"/>
                </a:lnTo>
                <a:lnTo>
                  <a:pt x="1386" y="295"/>
                </a:lnTo>
                <a:lnTo>
                  <a:pt x="1387" y="294"/>
                </a:lnTo>
                <a:lnTo>
                  <a:pt x="1388" y="294"/>
                </a:lnTo>
                <a:lnTo>
                  <a:pt x="1388" y="293"/>
                </a:lnTo>
                <a:lnTo>
                  <a:pt x="1387" y="293"/>
                </a:lnTo>
                <a:lnTo>
                  <a:pt x="1387" y="292"/>
                </a:lnTo>
                <a:lnTo>
                  <a:pt x="1386" y="292"/>
                </a:lnTo>
                <a:lnTo>
                  <a:pt x="1385" y="292"/>
                </a:lnTo>
                <a:lnTo>
                  <a:pt x="1385" y="291"/>
                </a:lnTo>
                <a:lnTo>
                  <a:pt x="1385" y="290"/>
                </a:lnTo>
                <a:lnTo>
                  <a:pt x="1385" y="289"/>
                </a:lnTo>
                <a:lnTo>
                  <a:pt x="1386" y="289"/>
                </a:lnTo>
                <a:lnTo>
                  <a:pt x="1387" y="289"/>
                </a:lnTo>
                <a:lnTo>
                  <a:pt x="1388" y="289"/>
                </a:lnTo>
                <a:lnTo>
                  <a:pt x="1388" y="288"/>
                </a:lnTo>
                <a:lnTo>
                  <a:pt x="1388" y="287"/>
                </a:lnTo>
                <a:lnTo>
                  <a:pt x="1389" y="287"/>
                </a:lnTo>
                <a:lnTo>
                  <a:pt x="1389" y="286"/>
                </a:lnTo>
                <a:lnTo>
                  <a:pt x="1390" y="285"/>
                </a:lnTo>
                <a:lnTo>
                  <a:pt x="1391" y="286"/>
                </a:lnTo>
                <a:lnTo>
                  <a:pt x="1392" y="286"/>
                </a:lnTo>
                <a:lnTo>
                  <a:pt x="1393" y="286"/>
                </a:lnTo>
                <a:lnTo>
                  <a:pt x="1393" y="285"/>
                </a:lnTo>
                <a:lnTo>
                  <a:pt x="1393" y="283"/>
                </a:lnTo>
                <a:lnTo>
                  <a:pt x="1394" y="283"/>
                </a:lnTo>
                <a:lnTo>
                  <a:pt x="1394" y="282"/>
                </a:lnTo>
                <a:lnTo>
                  <a:pt x="1395" y="281"/>
                </a:lnTo>
                <a:lnTo>
                  <a:pt x="1395" y="280"/>
                </a:lnTo>
                <a:lnTo>
                  <a:pt x="1395" y="279"/>
                </a:lnTo>
                <a:lnTo>
                  <a:pt x="1396" y="279"/>
                </a:lnTo>
                <a:lnTo>
                  <a:pt x="1397" y="279"/>
                </a:lnTo>
                <a:lnTo>
                  <a:pt x="1397" y="278"/>
                </a:lnTo>
                <a:lnTo>
                  <a:pt x="1398" y="278"/>
                </a:lnTo>
                <a:lnTo>
                  <a:pt x="1398" y="277"/>
                </a:lnTo>
                <a:lnTo>
                  <a:pt x="1397" y="276"/>
                </a:lnTo>
                <a:lnTo>
                  <a:pt x="1397" y="275"/>
                </a:lnTo>
                <a:lnTo>
                  <a:pt x="1397" y="274"/>
                </a:lnTo>
                <a:lnTo>
                  <a:pt x="1398" y="274"/>
                </a:lnTo>
                <a:lnTo>
                  <a:pt x="1398" y="273"/>
                </a:lnTo>
                <a:lnTo>
                  <a:pt x="1398" y="272"/>
                </a:lnTo>
                <a:lnTo>
                  <a:pt x="1398" y="271"/>
                </a:lnTo>
                <a:lnTo>
                  <a:pt x="1398" y="270"/>
                </a:lnTo>
                <a:lnTo>
                  <a:pt x="1398" y="269"/>
                </a:lnTo>
                <a:lnTo>
                  <a:pt x="1399" y="269"/>
                </a:lnTo>
                <a:lnTo>
                  <a:pt x="1400" y="269"/>
                </a:lnTo>
                <a:lnTo>
                  <a:pt x="1401" y="268"/>
                </a:lnTo>
                <a:lnTo>
                  <a:pt x="1402" y="268"/>
                </a:lnTo>
                <a:lnTo>
                  <a:pt x="1402" y="269"/>
                </a:lnTo>
                <a:lnTo>
                  <a:pt x="1403" y="269"/>
                </a:lnTo>
                <a:lnTo>
                  <a:pt x="1404" y="268"/>
                </a:lnTo>
                <a:lnTo>
                  <a:pt x="1405" y="268"/>
                </a:lnTo>
                <a:lnTo>
                  <a:pt x="1405" y="267"/>
                </a:lnTo>
                <a:lnTo>
                  <a:pt x="1406" y="267"/>
                </a:lnTo>
                <a:lnTo>
                  <a:pt x="1407" y="267"/>
                </a:lnTo>
                <a:lnTo>
                  <a:pt x="1407" y="266"/>
                </a:lnTo>
                <a:lnTo>
                  <a:pt x="1408" y="266"/>
                </a:lnTo>
                <a:lnTo>
                  <a:pt x="1408" y="265"/>
                </a:lnTo>
                <a:lnTo>
                  <a:pt x="1409" y="265"/>
                </a:lnTo>
                <a:lnTo>
                  <a:pt x="1409" y="264"/>
                </a:lnTo>
                <a:lnTo>
                  <a:pt x="1410" y="264"/>
                </a:lnTo>
                <a:lnTo>
                  <a:pt x="1410" y="263"/>
                </a:lnTo>
                <a:lnTo>
                  <a:pt x="1410" y="262"/>
                </a:lnTo>
                <a:lnTo>
                  <a:pt x="1411" y="262"/>
                </a:lnTo>
                <a:lnTo>
                  <a:pt x="1412" y="262"/>
                </a:lnTo>
                <a:lnTo>
                  <a:pt x="1413" y="262"/>
                </a:lnTo>
                <a:lnTo>
                  <a:pt x="1413" y="263"/>
                </a:lnTo>
                <a:lnTo>
                  <a:pt x="1414" y="263"/>
                </a:lnTo>
                <a:lnTo>
                  <a:pt x="1414" y="264"/>
                </a:lnTo>
                <a:lnTo>
                  <a:pt x="1415" y="264"/>
                </a:lnTo>
                <a:lnTo>
                  <a:pt x="1416" y="264"/>
                </a:lnTo>
                <a:lnTo>
                  <a:pt x="1416" y="265"/>
                </a:lnTo>
                <a:lnTo>
                  <a:pt x="1417" y="265"/>
                </a:lnTo>
                <a:lnTo>
                  <a:pt x="1418" y="264"/>
                </a:lnTo>
                <a:lnTo>
                  <a:pt x="1419" y="265"/>
                </a:lnTo>
                <a:lnTo>
                  <a:pt x="1420" y="265"/>
                </a:lnTo>
                <a:lnTo>
                  <a:pt x="1421" y="265"/>
                </a:lnTo>
                <a:lnTo>
                  <a:pt x="1422" y="266"/>
                </a:lnTo>
                <a:lnTo>
                  <a:pt x="1423" y="266"/>
                </a:lnTo>
                <a:lnTo>
                  <a:pt x="1423" y="267"/>
                </a:lnTo>
                <a:lnTo>
                  <a:pt x="1424" y="267"/>
                </a:lnTo>
                <a:lnTo>
                  <a:pt x="1424" y="268"/>
                </a:lnTo>
                <a:lnTo>
                  <a:pt x="1425" y="268"/>
                </a:lnTo>
                <a:lnTo>
                  <a:pt x="1426" y="268"/>
                </a:lnTo>
                <a:lnTo>
                  <a:pt x="1428" y="268"/>
                </a:lnTo>
                <a:lnTo>
                  <a:pt x="1429" y="268"/>
                </a:lnTo>
                <a:lnTo>
                  <a:pt x="1430" y="268"/>
                </a:lnTo>
                <a:lnTo>
                  <a:pt x="1431" y="268"/>
                </a:lnTo>
                <a:lnTo>
                  <a:pt x="1432" y="268"/>
                </a:lnTo>
                <a:lnTo>
                  <a:pt x="1432" y="267"/>
                </a:lnTo>
                <a:lnTo>
                  <a:pt x="1432" y="268"/>
                </a:lnTo>
                <a:lnTo>
                  <a:pt x="1433" y="268"/>
                </a:lnTo>
                <a:lnTo>
                  <a:pt x="1434" y="268"/>
                </a:lnTo>
                <a:lnTo>
                  <a:pt x="1435" y="268"/>
                </a:lnTo>
                <a:lnTo>
                  <a:pt x="1434" y="269"/>
                </a:lnTo>
                <a:lnTo>
                  <a:pt x="1435" y="269"/>
                </a:lnTo>
                <a:lnTo>
                  <a:pt x="1435" y="270"/>
                </a:lnTo>
                <a:lnTo>
                  <a:pt x="1436" y="271"/>
                </a:lnTo>
                <a:lnTo>
                  <a:pt x="1436" y="272"/>
                </a:lnTo>
                <a:lnTo>
                  <a:pt x="1435" y="272"/>
                </a:lnTo>
                <a:lnTo>
                  <a:pt x="1435" y="273"/>
                </a:lnTo>
                <a:lnTo>
                  <a:pt x="1435" y="274"/>
                </a:lnTo>
                <a:lnTo>
                  <a:pt x="1434" y="275"/>
                </a:lnTo>
                <a:lnTo>
                  <a:pt x="1433" y="276"/>
                </a:lnTo>
                <a:lnTo>
                  <a:pt x="1432" y="277"/>
                </a:lnTo>
                <a:lnTo>
                  <a:pt x="1433" y="278"/>
                </a:lnTo>
                <a:lnTo>
                  <a:pt x="1433" y="279"/>
                </a:lnTo>
                <a:lnTo>
                  <a:pt x="1433" y="280"/>
                </a:lnTo>
                <a:lnTo>
                  <a:pt x="1434" y="280"/>
                </a:lnTo>
                <a:lnTo>
                  <a:pt x="1434" y="281"/>
                </a:lnTo>
                <a:lnTo>
                  <a:pt x="1434" y="282"/>
                </a:lnTo>
                <a:lnTo>
                  <a:pt x="1435" y="282"/>
                </a:lnTo>
                <a:lnTo>
                  <a:pt x="1435" y="283"/>
                </a:lnTo>
                <a:lnTo>
                  <a:pt x="1436" y="283"/>
                </a:lnTo>
                <a:lnTo>
                  <a:pt x="1437" y="283"/>
                </a:lnTo>
                <a:lnTo>
                  <a:pt x="1438" y="283"/>
                </a:lnTo>
                <a:lnTo>
                  <a:pt x="1439" y="283"/>
                </a:lnTo>
                <a:lnTo>
                  <a:pt x="1439" y="284"/>
                </a:lnTo>
                <a:lnTo>
                  <a:pt x="1440" y="283"/>
                </a:lnTo>
                <a:lnTo>
                  <a:pt x="1440" y="284"/>
                </a:lnTo>
                <a:lnTo>
                  <a:pt x="1441" y="284"/>
                </a:lnTo>
                <a:lnTo>
                  <a:pt x="1442" y="284"/>
                </a:lnTo>
                <a:lnTo>
                  <a:pt x="1443" y="283"/>
                </a:lnTo>
                <a:lnTo>
                  <a:pt x="1443" y="282"/>
                </a:lnTo>
                <a:lnTo>
                  <a:pt x="1444" y="282"/>
                </a:lnTo>
                <a:lnTo>
                  <a:pt x="1444" y="281"/>
                </a:lnTo>
                <a:lnTo>
                  <a:pt x="1445" y="281"/>
                </a:lnTo>
                <a:lnTo>
                  <a:pt x="1446" y="281"/>
                </a:lnTo>
                <a:lnTo>
                  <a:pt x="1446" y="280"/>
                </a:lnTo>
                <a:lnTo>
                  <a:pt x="1447" y="280"/>
                </a:lnTo>
                <a:lnTo>
                  <a:pt x="1447" y="281"/>
                </a:lnTo>
                <a:lnTo>
                  <a:pt x="1447" y="282"/>
                </a:lnTo>
                <a:lnTo>
                  <a:pt x="1448" y="282"/>
                </a:lnTo>
                <a:lnTo>
                  <a:pt x="1449" y="282"/>
                </a:lnTo>
                <a:lnTo>
                  <a:pt x="1450" y="282"/>
                </a:lnTo>
                <a:lnTo>
                  <a:pt x="1451" y="283"/>
                </a:lnTo>
                <a:lnTo>
                  <a:pt x="1451" y="285"/>
                </a:lnTo>
                <a:lnTo>
                  <a:pt x="1451" y="286"/>
                </a:lnTo>
                <a:lnTo>
                  <a:pt x="1451" y="287"/>
                </a:lnTo>
                <a:lnTo>
                  <a:pt x="1452" y="287"/>
                </a:lnTo>
                <a:lnTo>
                  <a:pt x="1452" y="288"/>
                </a:lnTo>
                <a:lnTo>
                  <a:pt x="1453" y="288"/>
                </a:lnTo>
                <a:lnTo>
                  <a:pt x="1453" y="289"/>
                </a:lnTo>
                <a:lnTo>
                  <a:pt x="1453" y="290"/>
                </a:lnTo>
                <a:lnTo>
                  <a:pt x="1453" y="291"/>
                </a:lnTo>
                <a:lnTo>
                  <a:pt x="1453" y="292"/>
                </a:lnTo>
                <a:lnTo>
                  <a:pt x="1453" y="293"/>
                </a:lnTo>
                <a:lnTo>
                  <a:pt x="1453" y="295"/>
                </a:lnTo>
                <a:lnTo>
                  <a:pt x="1453" y="296"/>
                </a:lnTo>
                <a:lnTo>
                  <a:pt x="1453" y="297"/>
                </a:lnTo>
                <a:lnTo>
                  <a:pt x="1452" y="297"/>
                </a:lnTo>
                <a:lnTo>
                  <a:pt x="1452" y="298"/>
                </a:lnTo>
                <a:lnTo>
                  <a:pt x="1451" y="298"/>
                </a:lnTo>
                <a:lnTo>
                  <a:pt x="1451" y="299"/>
                </a:lnTo>
                <a:lnTo>
                  <a:pt x="1450" y="300"/>
                </a:lnTo>
                <a:lnTo>
                  <a:pt x="1449" y="300"/>
                </a:lnTo>
                <a:lnTo>
                  <a:pt x="1448" y="300"/>
                </a:lnTo>
                <a:lnTo>
                  <a:pt x="1447" y="300"/>
                </a:lnTo>
                <a:lnTo>
                  <a:pt x="1446" y="301"/>
                </a:lnTo>
                <a:lnTo>
                  <a:pt x="1445" y="302"/>
                </a:lnTo>
                <a:lnTo>
                  <a:pt x="1445" y="303"/>
                </a:lnTo>
                <a:lnTo>
                  <a:pt x="1444" y="303"/>
                </a:lnTo>
                <a:lnTo>
                  <a:pt x="1444" y="304"/>
                </a:lnTo>
                <a:lnTo>
                  <a:pt x="1445" y="305"/>
                </a:lnTo>
                <a:lnTo>
                  <a:pt x="1445" y="306"/>
                </a:lnTo>
                <a:lnTo>
                  <a:pt x="1446" y="307"/>
                </a:lnTo>
                <a:lnTo>
                  <a:pt x="1446" y="308"/>
                </a:lnTo>
                <a:lnTo>
                  <a:pt x="1446" y="309"/>
                </a:lnTo>
                <a:lnTo>
                  <a:pt x="1446" y="310"/>
                </a:lnTo>
                <a:lnTo>
                  <a:pt x="1447" y="310"/>
                </a:lnTo>
                <a:lnTo>
                  <a:pt x="1447" y="311"/>
                </a:lnTo>
                <a:lnTo>
                  <a:pt x="1447" y="312"/>
                </a:lnTo>
                <a:lnTo>
                  <a:pt x="1446" y="312"/>
                </a:lnTo>
                <a:lnTo>
                  <a:pt x="1447" y="313"/>
                </a:lnTo>
                <a:lnTo>
                  <a:pt x="1447" y="314"/>
                </a:lnTo>
                <a:lnTo>
                  <a:pt x="1447" y="315"/>
                </a:lnTo>
                <a:lnTo>
                  <a:pt x="1447" y="316"/>
                </a:lnTo>
                <a:lnTo>
                  <a:pt x="1446" y="316"/>
                </a:lnTo>
                <a:lnTo>
                  <a:pt x="1445" y="317"/>
                </a:lnTo>
                <a:lnTo>
                  <a:pt x="1446" y="318"/>
                </a:lnTo>
                <a:lnTo>
                  <a:pt x="1447" y="318"/>
                </a:lnTo>
                <a:lnTo>
                  <a:pt x="1448" y="318"/>
                </a:lnTo>
                <a:lnTo>
                  <a:pt x="1448" y="317"/>
                </a:lnTo>
                <a:lnTo>
                  <a:pt x="1449" y="317"/>
                </a:lnTo>
                <a:lnTo>
                  <a:pt x="1449" y="318"/>
                </a:lnTo>
                <a:lnTo>
                  <a:pt x="1450" y="319"/>
                </a:lnTo>
                <a:lnTo>
                  <a:pt x="1451" y="319"/>
                </a:lnTo>
                <a:lnTo>
                  <a:pt x="1453" y="319"/>
                </a:lnTo>
                <a:lnTo>
                  <a:pt x="1454" y="320"/>
                </a:lnTo>
                <a:lnTo>
                  <a:pt x="1456" y="319"/>
                </a:lnTo>
                <a:lnTo>
                  <a:pt x="1458" y="319"/>
                </a:lnTo>
                <a:lnTo>
                  <a:pt x="1459" y="319"/>
                </a:lnTo>
                <a:lnTo>
                  <a:pt x="1459" y="321"/>
                </a:lnTo>
                <a:lnTo>
                  <a:pt x="1458" y="321"/>
                </a:lnTo>
                <a:lnTo>
                  <a:pt x="1457" y="321"/>
                </a:lnTo>
                <a:lnTo>
                  <a:pt x="1456" y="321"/>
                </a:lnTo>
                <a:lnTo>
                  <a:pt x="1455" y="321"/>
                </a:lnTo>
                <a:lnTo>
                  <a:pt x="1454" y="321"/>
                </a:lnTo>
                <a:lnTo>
                  <a:pt x="1454" y="322"/>
                </a:lnTo>
                <a:lnTo>
                  <a:pt x="1454" y="323"/>
                </a:lnTo>
                <a:lnTo>
                  <a:pt x="1454" y="324"/>
                </a:lnTo>
                <a:lnTo>
                  <a:pt x="1453" y="324"/>
                </a:lnTo>
                <a:lnTo>
                  <a:pt x="1452" y="324"/>
                </a:lnTo>
                <a:lnTo>
                  <a:pt x="1451" y="324"/>
                </a:lnTo>
                <a:lnTo>
                  <a:pt x="1452" y="324"/>
                </a:lnTo>
                <a:lnTo>
                  <a:pt x="1452" y="325"/>
                </a:lnTo>
                <a:lnTo>
                  <a:pt x="1452" y="326"/>
                </a:lnTo>
                <a:lnTo>
                  <a:pt x="1453" y="328"/>
                </a:lnTo>
                <a:lnTo>
                  <a:pt x="1454" y="328"/>
                </a:lnTo>
                <a:lnTo>
                  <a:pt x="1455" y="329"/>
                </a:lnTo>
                <a:lnTo>
                  <a:pt x="1455" y="330"/>
                </a:lnTo>
                <a:lnTo>
                  <a:pt x="1454" y="330"/>
                </a:lnTo>
                <a:lnTo>
                  <a:pt x="1454" y="331"/>
                </a:lnTo>
                <a:lnTo>
                  <a:pt x="1455" y="331"/>
                </a:lnTo>
                <a:lnTo>
                  <a:pt x="1455" y="332"/>
                </a:lnTo>
                <a:lnTo>
                  <a:pt x="1455" y="333"/>
                </a:lnTo>
                <a:lnTo>
                  <a:pt x="1455" y="334"/>
                </a:lnTo>
                <a:lnTo>
                  <a:pt x="1454" y="334"/>
                </a:lnTo>
                <a:lnTo>
                  <a:pt x="1454" y="335"/>
                </a:lnTo>
                <a:lnTo>
                  <a:pt x="1454" y="336"/>
                </a:lnTo>
                <a:lnTo>
                  <a:pt x="1454" y="337"/>
                </a:lnTo>
                <a:lnTo>
                  <a:pt x="1455" y="337"/>
                </a:lnTo>
                <a:lnTo>
                  <a:pt x="1455" y="338"/>
                </a:lnTo>
                <a:lnTo>
                  <a:pt x="1455" y="339"/>
                </a:lnTo>
                <a:lnTo>
                  <a:pt x="1455" y="340"/>
                </a:lnTo>
                <a:lnTo>
                  <a:pt x="1455" y="341"/>
                </a:lnTo>
                <a:lnTo>
                  <a:pt x="1456" y="341"/>
                </a:lnTo>
                <a:lnTo>
                  <a:pt x="1457" y="341"/>
                </a:lnTo>
                <a:lnTo>
                  <a:pt x="1457" y="342"/>
                </a:lnTo>
                <a:lnTo>
                  <a:pt x="1458" y="342"/>
                </a:lnTo>
                <a:lnTo>
                  <a:pt x="1458" y="343"/>
                </a:lnTo>
                <a:lnTo>
                  <a:pt x="1457" y="343"/>
                </a:lnTo>
                <a:lnTo>
                  <a:pt x="1457" y="344"/>
                </a:lnTo>
                <a:lnTo>
                  <a:pt x="1456" y="346"/>
                </a:lnTo>
                <a:lnTo>
                  <a:pt x="1457" y="349"/>
                </a:lnTo>
                <a:lnTo>
                  <a:pt x="1458" y="351"/>
                </a:lnTo>
                <a:lnTo>
                  <a:pt x="1458" y="352"/>
                </a:lnTo>
                <a:lnTo>
                  <a:pt x="1458" y="353"/>
                </a:lnTo>
                <a:lnTo>
                  <a:pt x="1457" y="355"/>
                </a:lnTo>
                <a:lnTo>
                  <a:pt x="1457" y="356"/>
                </a:lnTo>
                <a:lnTo>
                  <a:pt x="1456" y="356"/>
                </a:lnTo>
                <a:lnTo>
                  <a:pt x="1456" y="357"/>
                </a:lnTo>
                <a:lnTo>
                  <a:pt x="1455" y="357"/>
                </a:lnTo>
                <a:lnTo>
                  <a:pt x="1456" y="358"/>
                </a:lnTo>
                <a:lnTo>
                  <a:pt x="1457" y="359"/>
                </a:lnTo>
                <a:lnTo>
                  <a:pt x="1457" y="361"/>
                </a:lnTo>
                <a:lnTo>
                  <a:pt x="1457" y="362"/>
                </a:lnTo>
                <a:lnTo>
                  <a:pt x="1456" y="363"/>
                </a:lnTo>
                <a:lnTo>
                  <a:pt x="1454" y="364"/>
                </a:lnTo>
                <a:lnTo>
                  <a:pt x="1452" y="366"/>
                </a:lnTo>
                <a:lnTo>
                  <a:pt x="1449" y="367"/>
                </a:lnTo>
                <a:lnTo>
                  <a:pt x="1447" y="369"/>
                </a:lnTo>
                <a:lnTo>
                  <a:pt x="1447" y="368"/>
                </a:lnTo>
                <a:lnTo>
                  <a:pt x="1447" y="369"/>
                </a:lnTo>
                <a:lnTo>
                  <a:pt x="1446" y="369"/>
                </a:lnTo>
                <a:lnTo>
                  <a:pt x="1446" y="370"/>
                </a:lnTo>
                <a:lnTo>
                  <a:pt x="1447" y="370"/>
                </a:lnTo>
                <a:lnTo>
                  <a:pt x="1447" y="372"/>
                </a:lnTo>
                <a:lnTo>
                  <a:pt x="1446" y="374"/>
                </a:lnTo>
                <a:lnTo>
                  <a:pt x="1444" y="375"/>
                </a:lnTo>
                <a:lnTo>
                  <a:pt x="1444" y="376"/>
                </a:lnTo>
                <a:lnTo>
                  <a:pt x="1445" y="376"/>
                </a:lnTo>
                <a:lnTo>
                  <a:pt x="1447" y="375"/>
                </a:lnTo>
                <a:lnTo>
                  <a:pt x="1447" y="376"/>
                </a:lnTo>
                <a:lnTo>
                  <a:pt x="1448" y="378"/>
                </a:lnTo>
                <a:lnTo>
                  <a:pt x="1449" y="378"/>
                </a:lnTo>
                <a:lnTo>
                  <a:pt x="1449" y="379"/>
                </a:lnTo>
                <a:lnTo>
                  <a:pt x="1449" y="380"/>
                </a:lnTo>
                <a:lnTo>
                  <a:pt x="1449" y="381"/>
                </a:lnTo>
                <a:lnTo>
                  <a:pt x="1449" y="382"/>
                </a:lnTo>
                <a:lnTo>
                  <a:pt x="1449" y="383"/>
                </a:lnTo>
                <a:lnTo>
                  <a:pt x="1448" y="384"/>
                </a:lnTo>
                <a:lnTo>
                  <a:pt x="1447" y="386"/>
                </a:lnTo>
                <a:lnTo>
                  <a:pt x="1446" y="386"/>
                </a:lnTo>
                <a:lnTo>
                  <a:pt x="1445" y="387"/>
                </a:lnTo>
                <a:lnTo>
                  <a:pt x="1445" y="388"/>
                </a:lnTo>
                <a:lnTo>
                  <a:pt x="1445" y="389"/>
                </a:lnTo>
                <a:lnTo>
                  <a:pt x="1444" y="390"/>
                </a:lnTo>
                <a:lnTo>
                  <a:pt x="1445" y="390"/>
                </a:lnTo>
                <a:lnTo>
                  <a:pt x="1445" y="391"/>
                </a:lnTo>
                <a:lnTo>
                  <a:pt x="1445" y="393"/>
                </a:lnTo>
                <a:lnTo>
                  <a:pt x="1444" y="395"/>
                </a:lnTo>
                <a:lnTo>
                  <a:pt x="1443" y="396"/>
                </a:lnTo>
                <a:lnTo>
                  <a:pt x="1443" y="397"/>
                </a:lnTo>
                <a:lnTo>
                  <a:pt x="1444" y="397"/>
                </a:lnTo>
                <a:lnTo>
                  <a:pt x="1444" y="398"/>
                </a:lnTo>
                <a:lnTo>
                  <a:pt x="1444" y="399"/>
                </a:lnTo>
                <a:lnTo>
                  <a:pt x="1443" y="400"/>
                </a:lnTo>
                <a:lnTo>
                  <a:pt x="1443" y="401"/>
                </a:lnTo>
                <a:lnTo>
                  <a:pt x="1442" y="403"/>
                </a:lnTo>
                <a:lnTo>
                  <a:pt x="1442" y="404"/>
                </a:lnTo>
                <a:lnTo>
                  <a:pt x="1441" y="405"/>
                </a:lnTo>
                <a:lnTo>
                  <a:pt x="1439" y="407"/>
                </a:lnTo>
                <a:lnTo>
                  <a:pt x="1438" y="408"/>
                </a:lnTo>
                <a:lnTo>
                  <a:pt x="1437" y="409"/>
                </a:lnTo>
                <a:lnTo>
                  <a:pt x="1437" y="410"/>
                </a:lnTo>
                <a:lnTo>
                  <a:pt x="1437" y="411"/>
                </a:lnTo>
                <a:lnTo>
                  <a:pt x="1436" y="411"/>
                </a:lnTo>
                <a:lnTo>
                  <a:pt x="1435" y="411"/>
                </a:lnTo>
                <a:lnTo>
                  <a:pt x="1435" y="409"/>
                </a:lnTo>
                <a:lnTo>
                  <a:pt x="1435" y="406"/>
                </a:lnTo>
                <a:lnTo>
                  <a:pt x="1434" y="406"/>
                </a:lnTo>
                <a:lnTo>
                  <a:pt x="1433" y="405"/>
                </a:lnTo>
                <a:lnTo>
                  <a:pt x="1433" y="404"/>
                </a:lnTo>
                <a:lnTo>
                  <a:pt x="1432" y="403"/>
                </a:lnTo>
                <a:lnTo>
                  <a:pt x="1431" y="403"/>
                </a:lnTo>
                <a:lnTo>
                  <a:pt x="1431" y="404"/>
                </a:lnTo>
                <a:lnTo>
                  <a:pt x="1430" y="404"/>
                </a:lnTo>
                <a:lnTo>
                  <a:pt x="1429" y="403"/>
                </a:lnTo>
                <a:lnTo>
                  <a:pt x="1427" y="402"/>
                </a:lnTo>
                <a:lnTo>
                  <a:pt x="1425" y="402"/>
                </a:lnTo>
                <a:lnTo>
                  <a:pt x="1424" y="402"/>
                </a:lnTo>
                <a:lnTo>
                  <a:pt x="1423" y="402"/>
                </a:lnTo>
                <a:lnTo>
                  <a:pt x="1421" y="403"/>
                </a:lnTo>
                <a:lnTo>
                  <a:pt x="1420" y="403"/>
                </a:lnTo>
                <a:lnTo>
                  <a:pt x="1418" y="401"/>
                </a:lnTo>
                <a:lnTo>
                  <a:pt x="1417" y="401"/>
                </a:lnTo>
                <a:lnTo>
                  <a:pt x="1415" y="401"/>
                </a:lnTo>
                <a:lnTo>
                  <a:pt x="1414" y="402"/>
                </a:lnTo>
                <a:lnTo>
                  <a:pt x="1413" y="403"/>
                </a:lnTo>
                <a:lnTo>
                  <a:pt x="1412" y="403"/>
                </a:lnTo>
                <a:lnTo>
                  <a:pt x="1411" y="404"/>
                </a:lnTo>
                <a:lnTo>
                  <a:pt x="1410" y="404"/>
                </a:lnTo>
                <a:lnTo>
                  <a:pt x="1411" y="404"/>
                </a:lnTo>
                <a:lnTo>
                  <a:pt x="1410" y="405"/>
                </a:lnTo>
                <a:lnTo>
                  <a:pt x="1411" y="405"/>
                </a:lnTo>
                <a:lnTo>
                  <a:pt x="1411" y="406"/>
                </a:lnTo>
                <a:lnTo>
                  <a:pt x="1410" y="406"/>
                </a:lnTo>
                <a:lnTo>
                  <a:pt x="1410" y="405"/>
                </a:lnTo>
                <a:lnTo>
                  <a:pt x="1409" y="405"/>
                </a:lnTo>
                <a:lnTo>
                  <a:pt x="1408" y="405"/>
                </a:lnTo>
                <a:lnTo>
                  <a:pt x="1405" y="409"/>
                </a:lnTo>
                <a:lnTo>
                  <a:pt x="1404" y="410"/>
                </a:lnTo>
                <a:lnTo>
                  <a:pt x="1403" y="411"/>
                </a:lnTo>
                <a:lnTo>
                  <a:pt x="1401" y="412"/>
                </a:lnTo>
                <a:lnTo>
                  <a:pt x="1397" y="414"/>
                </a:lnTo>
                <a:lnTo>
                  <a:pt x="1396" y="414"/>
                </a:lnTo>
                <a:lnTo>
                  <a:pt x="1395" y="414"/>
                </a:lnTo>
                <a:lnTo>
                  <a:pt x="1395" y="415"/>
                </a:lnTo>
                <a:lnTo>
                  <a:pt x="1394" y="415"/>
                </a:lnTo>
                <a:lnTo>
                  <a:pt x="1393" y="416"/>
                </a:lnTo>
                <a:lnTo>
                  <a:pt x="1392" y="416"/>
                </a:lnTo>
                <a:lnTo>
                  <a:pt x="1392" y="417"/>
                </a:lnTo>
                <a:lnTo>
                  <a:pt x="1391" y="418"/>
                </a:lnTo>
                <a:lnTo>
                  <a:pt x="1389" y="419"/>
                </a:lnTo>
                <a:lnTo>
                  <a:pt x="1388" y="419"/>
                </a:lnTo>
                <a:lnTo>
                  <a:pt x="1386" y="420"/>
                </a:lnTo>
                <a:lnTo>
                  <a:pt x="1386" y="421"/>
                </a:lnTo>
                <a:lnTo>
                  <a:pt x="1386" y="422"/>
                </a:lnTo>
                <a:lnTo>
                  <a:pt x="1386" y="423"/>
                </a:lnTo>
                <a:lnTo>
                  <a:pt x="1385" y="423"/>
                </a:lnTo>
                <a:lnTo>
                  <a:pt x="1385" y="424"/>
                </a:lnTo>
                <a:lnTo>
                  <a:pt x="1385" y="425"/>
                </a:lnTo>
                <a:lnTo>
                  <a:pt x="1384" y="425"/>
                </a:lnTo>
                <a:lnTo>
                  <a:pt x="1383" y="424"/>
                </a:lnTo>
                <a:lnTo>
                  <a:pt x="1383" y="425"/>
                </a:lnTo>
                <a:lnTo>
                  <a:pt x="1383" y="426"/>
                </a:lnTo>
                <a:lnTo>
                  <a:pt x="1382" y="426"/>
                </a:lnTo>
                <a:lnTo>
                  <a:pt x="1381" y="426"/>
                </a:lnTo>
                <a:lnTo>
                  <a:pt x="1380" y="427"/>
                </a:lnTo>
                <a:lnTo>
                  <a:pt x="1379" y="427"/>
                </a:lnTo>
                <a:lnTo>
                  <a:pt x="1378" y="427"/>
                </a:lnTo>
                <a:lnTo>
                  <a:pt x="1376" y="426"/>
                </a:lnTo>
                <a:lnTo>
                  <a:pt x="1376" y="425"/>
                </a:lnTo>
                <a:lnTo>
                  <a:pt x="1376" y="424"/>
                </a:lnTo>
                <a:lnTo>
                  <a:pt x="1376" y="419"/>
                </a:lnTo>
                <a:lnTo>
                  <a:pt x="1375" y="418"/>
                </a:lnTo>
                <a:lnTo>
                  <a:pt x="1372" y="416"/>
                </a:lnTo>
                <a:lnTo>
                  <a:pt x="1371" y="415"/>
                </a:lnTo>
                <a:lnTo>
                  <a:pt x="1368" y="415"/>
                </a:lnTo>
                <a:lnTo>
                  <a:pt x="1367" y="416"/>
                </a:lnTo>
                <a:lnTo>
                  <a:pt x="1364" y="422"/>
                </a:lnTo>
                <a:lnTo>
                  <a:pt x="1362" y="422"/>
                </a:lnTo>
                <a:lnTo>
                  <a:pt x="1361" y="422"/>
                </a:lnTo>
                <a:lnTo>
                  <a:pt x="1360" y="419"/>
                </a:lnTo>
                <a:lnTo>
                  <a:pt x="1358" y="416"/>
                </a:lnTo>
                <a:lnTo>
                  <a:pt x="1357" y="416"/>
                </a:lnTo>
                <a:lnTo>
                  <a:pt x="1356" y="418"/>
                </a:lnTo>
                <a:lnTo>
                  <a:pt x="1354" y="418"/>
                </a:lnTo>
                <a:lnTo>
                  <a:pt x="1352" y="417"/>
                </a:lnTo>
                <a:lnTo>
                  <a:pt x="1349" y="418"/>
                </a:lnTo>
                <a:lnTo>
                  <a:pt x="1346" y="419"/>
                </a:lnTo>
                <a:lnTo>
                  <a:pt x="1344" y="422"/>
                </a:lnTo>
                <a:lnTo>
                  <a:pt x="1342" y="422"/>
                </a:lnTo>
                <a:lnTo>
                  <a:pt x="1341" y="422"/>
                </a:lnTo>
                <a:lnTo>
                  <a:pt x="1340" y="421"/>
                </a:lnTo>
                <a:lnTo>
                  <a:pt x="1336" y="422"/>
                </a:lnTo>
                <a:lnTo>
                  <a:pt x="1333" y="424"/>
                </a:lnTo>
                <a:lnTo>
                  <a:pt x="1332" y="424"/>
                </a:lnTo>
                <a:lnTo>
                  <a:pt x="1331" y="423"/>
                </a:lnTo>
                <a:lnTo>
                  <a:pt x="1328" y="422"/>
                </a:lnTo>
                <a:lnTo>
                  <a:pt x="1327" y="421"/>
                </a:lnTo>
                <a:lnTo>
                  <a:pt x="1326" y="419"/>
                </a:lnTo>
                <a:lnTo>
                  <a:pt x="1325" y="419"/>
                </a:lnTo>
                <a:lnTo>
                  <a:pt x="1324" y="419"/>
                </a:lnTo>
                <a:lnTo>
                  <a:pt x="1323" y="419"/>
                </a:lnTo>
                <a:lnTo>
                  <a:pt x="1322" y="419"/>
                </a:lnTo>
                <a:lnTo>
                  <a:pt x="1321" y="419"/>
                </a:lnTo>
                <a:lnTo>
                  <a:pt x="1320" y="419"/>
                </a:lnTo>
                <a:lnTo>
                  <a:pt x="1320" y="420"/>
                </a:lnTo>
                <a:lnTo>
                  <a:pt x="1319" y="420"/>
                </a:lnTo>
                <a:lnTo>
                  <a:pt x="1319" y="419"/>
                </a:lnTo>
                <a:lnTo>
                  <a:pt x="1320" y="419"/>
                </a:lnTo>
                <a:lnTo>
                  <a:pt x="1319" y="418"/>
                </a:lnTo>
                <a:lnTo>
                  <a:pt x="1319" y="417"/>
                </a:lnTo>
                <a:lnTo>
                  <a:pt x="1318" y="417"/>
                </a:lnTo>
                <a:lnTo>
                  <a:pt x="1318" y="416"/>
                </a:lnTo>
                <a:lnTo>
                  <a:pt x="1317" y="415"/>
                </a:lnTo>
                <a:lnTo>
                  <a:pt x="1314" y="408"/>
                </a:lnTo>
                <a:lnTo>
                  <a:pt x="1314" y="407"/>
                </a:lnTo>
                <a:lnTo>
                  <a:pt x="1314" y="406"/>
                </a:lnTo>
                <a:lnTo>
                  <a:pt x="1314" y="405"/>
                </a:lnTo>
                <a:lnTo>
                  <a:pt x="1313" y="405"/>
                </a:lnTo>
                <a:lnTo>
                  <a:pt x="1312" y="405"/>
                </a:lnTo>
                <a:lnTo>
                  <a:pt x="1311" y="405"/>
                </a:lnTo>
                <a:lnTo>
                  <a:pt x="1310" y="404"/>
                </a:lnTo>
                <a:lnTo>
                  <a:pt x="1311" y="404"/>
                </a:lnTo>
                <a:lnTo>
                  <a:pt x="1311" y="403"/>
                </a:lnTo>
                <a:lnTo>
                  <a:pt x="1312" y="403"/>
                </a:lnTo>
                <a:lnTo>
                  <a:pt x="1312" y="402"/>
                </a:lnTo>
                <a:lnTo>
                  <a:pt x="1311" y="402"/>
                </a:lnTo>
                <a:lnTo>
                  <a:pt x="1310" y="402"/>
                </a:lnTo>
                <a:lnTo>
                  <a:pt x="1305" y="401"/>
                </a:lnTo>
                <a:lnTo>
                  <a:pt x="1300" y="399"/>
                </a:lnTo>
                <a:lnTo>
                  <a:pt x="1300" y="398"/>
                </a:lnTo>
                <a:lnTo>
                  <a:pt x="1299" y="398"/>
                </a:lnTo>
                <a:lnTo>
                  <a:pt x="1298" y="398"/>
                </a:lnTo>
                <a:lnTo>
                  <a:pt x="1297" y="398"/>
                </a:lnTo>
                <a:lnTo>
                  <a:pt x="1297" y="396"/>
                </a:lnTo>
                <a:lnTo>
                  <a:pt x="1296" y="396"/>
                </a:lnTo>
                <a:lnTo>
                  <a:pt x="1296" y="395"/>
                </a:lnTo>
                <a:lnTo>
                  <a:pt x="1296" y="394"/>
                </a:lnTo>
                <a:lnTo>
                  <a:pt x="1296" y="393"/>
                </a:lnTo>
                <a:lnTo>
                  <a:pt x="1295" y="394"/>
                </a:lnTo>
                <a:lnTo>
                  <a:pt x="1294" y="393"/>
                </a:lnTo>
                <a:lnTo>
                  <a:pt x="1292" y="392"/>
                </a:lnTo>
                <a:lnTo>
                  <a:pt x="1291" y="392"/>
                </a:lnTo>
                <a:lnTo>
                  <a:pt x="1290" y="392"/>
                </a:lnTo>
                <a:lnTo>
                  <a:pt x="1289" y="392"/>
                </a:lnTo>
                <a:lnTo>
                  <a:pt x="1288" y="392"/>
                </a:lnTo>
                <a:lnTo>
                  <a:pt x="1288" y="391"/>
                </a:lnTo>
                <a:lnTo>
                  <a:pt x="1287" y="391"/>
                </a:lnTo>
                <a:lnTo>
                  <a:pt x="1285" y="391"/>
                </a:lnTo>
                <a:lnTo>
                  <a:pt x="1285" y="392"/>
                </a:lnTo>
                <a:lnTo>
                  <a:pt x="1283" y="395"/>
                </a:lnTo>
                <a:lnTo>
                  <a:pt x="1283" y="396"/>
                </a:lnTo>
                <a:lnTo>
                  <a:pt x="1284" y="397"/>
                </a:lnTo>
                <a:lnTo>
                  <a:pt x="1284" y="398"/>
                </a:lnTo>
                <a:lnTo>
                  <a:pt x="1283" y="399"/>
                </a:lnTo>
                <a:lnTo>
                  <a:pt x="1280" y="403"/>
                </a:lnTo>
                <a:lnTo>
                  <a:pt x="1278" y="403"/>
                </a:lnTo>
                <a:lnTo>
                  <a:pt x="1278" y="404"/>
                </a:lnTo>
                <a:lnTo>
                  <a:pt x="1277" y="405"/>
                </a:lnTo>
                <a:lnTo>
                  <a:pt x="1276" y="406"/>
                </a:lnTo>
                <a:lnTo>
                  <a:pt x="1276" y="407"/>
                </a:lnTo>
                <a:lnTo>
                  <a:pt x="1274" y="411"/>
                </a:lnTo>
                <a:lnTo>
                  <a:pt x="1271" y="413"/>
                </a:lnTo>
                <a:lnTo>
                  <a:pt x="1270" y="413"/>
                </a:lnTo>
                <a:lnTo>
                  <a:pt x="1269" y="415"/>
                </a:lnTo>
                <a:lnTo>
                  <a:pt x="1268" y="417"/>
                </a:lnTo>
                <a:lnTo>
                  <a:pt x="1267" y="417"/>
                </a:lnTo>
                <a:lnTo>
                  <a:pt x="1266" y="418"/>
                </a:lnTo>
                <a:lnTo>
                  <a:pt x="1267" y="420"/>
                </a:lnTo>
                <a:lnTo>
                  <a:pt x="1269" y="423"/>
                </a:lnTo>
                <a:lnTo>
                  <a:pt x="1268" y="424"/>
                </a:lnTo>
                <a:lnTo>
                  <a:pt x="1268" y="425"/>
                </a:lnTo>
                <a:lnTo>
                  <a:pt x="1267" y="425"/>
                </a:lnTo>
                <a:lnTo>
                  <a:pt x="1265" y="426"/>
                </a:lnTo>
                <a:lnTo>
                  <a:pt x="1264" y="427"/>
                </a:lnTo>
                <a:lnTo>
                  <a:pt x="1263" y="427"/>
                </a:lnTo>
                <a:lnTo>
                  <a:pt x="1262" y="425"/>
                </a:lnTo>
                <a:lnTo>
                  <a:pt x="1260" y="425"/>
                </a:lnTo>
                <a:lnTo>
                  <a:pt x="1260" y="426"/>
                </a:lnTo>
                <a:lnTo>
                  <a:pt x="1261" y="427"/>
                </a:lnTo>
                <a:lnTo>
                  <a:pt x="1261" y="428"/>
                </a:lnTo>
                <a:lnTo>
                  <a:pt x="1261" y="429"/>
                </a:lnTo>
                <a:lnTo>
                  <a:pt x="1260" y="429"/>
                </a:lnTo>
                <a:lnTo>
                  <a:pt x="1259" y="429"/>
                </a:lnTo>
                <a:lnTo>
                  <a:pt x="1258" y="429"/>
                </a:lnTo>
                <a:lnTo>
                  <a:pt x="1257" y="428"/>
                </a:lnTo>
                <a:lnTo>
                  <a:pt x="1257" y="427"/>
                </a:lnTo>
                <a:lnTo>
                  <a:pt x="1256" y="428"/>
                </a:lnTo>
                <a:lnTo>
                  <a:pt x="1255" y="430"/>
                </a:lnTo>
                <a:lnTo>
                  <a:pt x="1254" y="431"/>
                </a:lnTo>
                <a:lnTo>
                  <a:pt x="1254" y="432"/>
                </a:lnTo>
                <a:lnTo>
                  <a:pt x="1253" y="432"/>
                </a:lnTo>
                <a:lnTo>
                  <a:pt x="1252" y="432"/>
                </a:lnTo>
                <a:lnTo>
                  <a:pt x="1251" y="431"/>
                </a:lnTo>
                <a:lnTo>
                  <a:pt x="1251" y="430"/>
                </a:lnTo>
                <a:lnTo>
                  <a:pt x="1249" y="429"/>
                </a:lnTo>
                <a:lnTo>
                  <a:pt x="1249" y="428"/>
                </a:lnTo>
                <a:lnTo>
                  <a:pt x="1248" y="427"/>
                </a:lnTo>
                <a:lnTo>
                  <a:pt x="1247" y="427"/>
                </a:lnTo>
                <a:lnTo>
                  <a:pt x="1247" y="425"/>
                </a:lnTo>
                <a:lnTo>
                  <a:pt x="1246" y="424"/>
                </a:lnTo>
                <a:lnTo>
                  <a:pt x="1245" y="424"/>
                </a:lnTo>
                <a:lnTo>
                  <a:pt x="1245" y="423"/>
                </a:lnTo>
                <a:lnTo>
                  <a:pt x="1246" y="422"/>
                </a:lnTo>
                <a:lnTo>
                  <a:pt x="1246" y="421"/>
                </a:lnTo>
                <a:lnTo>
                  <a:pt x="1246" y="420"/>
                </a:lnTo>
                <a:lnTo>
                  <a:pt x="1245" y="419"/>
                </a:lnTo>
                <a:lnTo>
                  <a:pt x="1243" y="419"/>
                </a:lnTo>
                <a:lnTo>
                  <a:pt x="1242" y="417"/>
                </a:lnTo>
                <a:lnTo>
                  <a:pt x="1241" y="417"/>
                </a:lnTo>
                <a:lnTo>
                  <a:pt x="1240" y="418"/>
                </a:lnTo>
                <a:lnTo>
                  <a:pt x="1239" y="418"/>
                </a:lnTo>
                <a:lnTo>
                  <a:pt x="1238" y="418"/>
                </a:lnTo>
                <a:lnTo>
                  <a:pt x="1237" y="418"/>
                </a:lnTo>
                <a:lnTo>
                  <a:pt x="1236" y="417"/>
                </a:lnTo>
                <a:lnTo>
                  <a:pt x="1235" y="416"/>
                </a:lnTo>
                <a:lnTo>
                  <a:pt x="1233" y="415"/>
                </a:lnTo>
                <a:lnTo>
                  <a:pt x="1232" y="413"/>
                </a:lnTo>
                <a:lnTo>
                  <a:pt x="1230" y="412"/>
                </a:lnTo>
                <a:lnTo>
                  <a:pt x="1229" y="412"/>
                </a:lnTo>
                <a:lnTo>
                  <a:pt x="1227" y="411"/>
                </a:lnTo>
                <a:lnTo>
                  <a:pt x="1227" y="410"/>
                </a:lnTo>
                <a:lnTo>
                  <a:pt x="1226" y="409"/>
                </a:lnTo>
                <a:lnTo>
                  <a:pt x="1225" y="409"/>
                </a:lnTo>
                <a:lnTo>
                  <a:pt x="1225" y="407"/>
                </a:lnTo>
                <a:lnTo>
                  <a:pt x="1225" y="406"/>
                </a:lnTo>
                <a:lnTo>
                  <a:pt x="1226" y="403"/>
                </a:lnTo>
                <a:lnTo>
                  <a:pt x="1226" y="402"/>
                </a:lnTo>
                <a:lnTo>
                  <a:pt x="1225" y="402"/>
                </a:lnTo>
                <a:lnTo>
                  <a:pt x="1225" y="400"/>
                </a:lnTo>
                <a:lnTo>
                  <a:pt x="1225" y="399"/>
                </a:lnTo>
                <a:lnTo>
                  <a:pt x="1225" y="398"/>
                </a:lnTo>
                <a:lnTo>
                  <a:pt x="1224" y="398"/>
                </a:lnTo>
                <a:lnTo>
                  <a:pt x="1223" y="398"/>
                </a:lnTo>
                <a:lnTo>
                  <a:pt x="1222" y="399"/>
                </a:lnTo>
                <a:lnTo>
                  <a:pt x="1220" y="400"/>
                </a:lnTo>
                <a:lnTo>
                  <a:pt x="1219" y="400"/>
                </a:lnTo>
                <a:lnTo>
                  <a:pt x="1218" y="401"/>
                </a:lnTo>
                <a:lnTo>
                  <a:pt x="1218" y="400"/>
                </a:lnTo>
                <a:lnTo>
                  <a:pt x="1217" y="399"/>
                </a:lnTo>
                <a:lnTo>
                  <a:pt x="1216" y="399"/>
                </a:lnTo>
                <a:lnTo>
                  <a:pt x="1215" y="399"/>
                </a:lnTo>
                <a:lnTo>
                  <a:pt x="1214" y="399"/>
                </a:lnTo>
                <a:lnTo>
                  <a:pt x="1214" y="398"/>
                </a:lnTo>
                <a:lnTo>
                  <a:pt x="1214" y="397"/>
                </a:lnTo>
                <a:lnTo>
                  <a:pt x="1213" y="397"/>
                </a:lnTo>
                <a:lnTo>
                  <a:pt x="1212" y="397"/>
                </a:lnTo>
                <a:lnTo>
                  <a:pt x="1211" y="396"/>
                </a:lnTo>
                <a:lnTo>
                  <a:pt x="1210" y="395"/>
                </a:lnTo>
                <a:lnTo>
                  <a:pt x="1209" y="396"/>
                </a:lnTo>
                <a:lnTo>
                  <a:pt x="1209" y="397"/>
                </a:lnTo>
                <a:lnTo>
                  <a:pt x="1209" y="398"/>
                </a:lnTo>
                <a:lnTo>
                  <a:pt x="1209" y="399"/>
                </a:lnTo>
                <a:lnTo>
                  <a:pt x="1209" y="400"/>
                </a:lnTo>
                <a:lnTo>
                  <a:pt x="1209" y="401"/>
                </a:lnTo>
                <a:lnTo>
                  <a:pt x="1208" y="402"/>
                </a:lnTo>
                <a:lnTo>
                  <a:pt x="1208" y="403"/>
                </a:lnTo>
                <a:lnTo>
                  <a:pt x="1207" y="403"/>
                </a:lnTo>
                <a:lnTo>
                  <a:pt x="1207" y="404"/>
                </a:lnTo>
                <a:lnTo>
                  <a:pt x="1206" y="404"/>
                </a:lnTo>
                <a:lnTo>
                  <a:pt x="1206" y="405"/>
                </a:lnTo>
                <a:lnTo>
                  <a:pt x="1206" y="406"/>
                </a:lnTo>
                <a:lnTo>
                  <a:pt x="1206" y="407"/>
                </a:lnTo>
                <a:lnTo>
                  <a:pt x="1205" y="407"/>
                </a:lnTo>
                <a:lnTo>
                  <a:pt x="1205" y="406"/>
                </a:lnTo>
                <a:lnTo>
                  <a:pt x="1205" y="407"/>
                </a:lnTo>
                <a:lnTo>
                  <a:pt x="1205" y="410"/>
                </a:lnTo>
                <a:lnTo>
                  <a:pt x="1204" y="412"/>
                </a:lnTo>
                <a:lnTo>
                  <a:pt x="1204" y="413"/>
                </a:lnTo>
                <a:lnTo>
                  <a:pt x="1204" y="415"/>
                </a:lnTo>
                <a:lnTo>
                  <a:pt x="1205" y="415"/>
                </a:lnTo>
                <a:lnTo>
                  <a:pt x="1204" y="415"/>
                </a:lnTo>
                <a:lnTo>
                  <a:pt x="1204" y="416"/>
                </a:lnTo>
                <a:lnTo>
                  <a:pt x="1203" y="416"/>
                </a:lnTo>
                <a:lnTo>
                  <a:pt x="1202" y="417"/>
                </a:lnTo>
                <a:lnTo>
                  <a:pt x="1201" y="417"/>
                </a:lnTo>
                <a:lnTo>
                  <a:pt x="1200" y="417"/>
                </a:lnTo>
                <a:lnTo>
                  <a:pt x="1199" y="418"/>
                </a:lnTo>
                <a:lnTo>
                  <a:pt x="1199" y="420"/>
                </a:lnTo>
                <a:lnTo>
                  <a:pt x="1199" y="421"/>
                </a:lnTo>
                <a:lnTo>
                  <a:pt x="1199" y="422"/>
                </a:lnTo>
                <a:lnTo>
                  <a:pt x="1198" y="423"/>
                </a:lnTo>
                <a:lnTo>
                  <a:pt x="1197" y="424"/>
                </a:lnTo>
                <a:lnTo>
                  <a:pt x="1197" y="427"/>
                </a:lnTo>
                <a:lnTo>
                  <a:pt x="1196" y="427"/>
                </a:lnTo>
                <a:lnTo>
                  <a:pt x="1194" y="427"/>
                </a:lnTo>
                <a:lnTo>
                  <a:pt x="1193" y="428"/>
                </a:lnTo>
                <a:lnTo>
                  <a:pt x="1193" y="430"/>
                </a:lnTo>
                <a:lnTo>
                  <a:pt x="1192" y="431"/>
                </a:lnTo>
                <a:lnTo>
                  <a:pt x="1189" y="432"/>
                </a:lnTo>
                <a:lnTo>
                  <a:pt x="1186" y="431"/>
                </a:lnTo>
                <a:lnTo>
                  <a:pt x="1186" y="432"/>
                </a:lnTo>
                <a:lnTo>
                  <a:pt x="1186" y="434"/>
                </a:lnTo>
                <a:lnTo>
                  <a:pt x="1186" y="435"/>
                </a:lnTo>
                <a:lnTo>
                  <a:pt x="1185" y="435"/>
                </a:lnTo>
                <a:lnTo>
                  <a:pt x="1184" y="434"/>
                </a:lnTo>
                <a:lnTo>
                  <a:pt x="1183" y="434"/>
                </a:lnTo>
                <a:lnTo>
                  <a:pt x="1184" y="435"/>
                </a:lnTo>
                <a:lnTo>
                  <a:pt x="1184" y="436"/>
                </a:lnTo>
                <a:lnTo>
                  <a:pt x="1183" y="437"/>
                </a:lnTo>
                <a:lnTo>
                  <a:pt x="1182" y="437"/>
                </a:lnTo>
                <a:lnTo>
                  <a:pt x="1181" y="438"/>
                </a:lnTo>
                <a:lnTo>
                  <a:pt x="1181" y="439"/>
                </a:lnTo>
                <a:lnTo>
                  <a:pt x="1180" y="441"/>
                </a:lnTo>
                <a:lnTo>
                  <a:pt x="1179" y="441"/>
                </a:lnTo>
                <a:lnTo>
                  <a:pt x="1178" y="442"/>
                </a:lnTo>
                <a:lnTo>
                  <a:pt x="1177" y="442"/>
                </a:lnTo>
                <a:lnTo>
                  <a:pt x="1176" y="442"/>
                </a:lnTo>
                <a:lnTo>
                  <a:pt x="1176" y="443"/>
                </a:lnTo>
                <a:lnTo>
                  <a:pt x="1176" y="444"/>
                </a:lnTo>
                <a:lnTo>
                  <a:pt x="1176" y="445"/>
                </a:lnTo>
                <a:lnTo>
                  <a:pt x="1175" y="445"/>
                </a:lnTo>
                <a:lnTo>
                  <a:pt x="1174" y="446"/>
                </a:lnTo>
                <a:lnTo>
                  <a:pt x="1174" y="447"/>
                </a:lnTo>
                <a:lnTo>
                  <a:pt x="1174" y="448"/>
                </a:lnTo>
                <a:lnTo>
                  <a:pt x="1173" y="448"/>
                </a:lnTo>
                <a:lnTo>
                  <a:pt x="1172" y="449"/>
                </a:lnTo>
                <a:lnTo>
                  <a:pt x="1172" y="450"/>
                </a:lnTo>
                <a:lnTo>
                  <a:pt x="1171" y="450"/>
                </a:lnTo>
                <a:lnTo>
                  <a:pt x="1171" y="451"/>
                </a:lnTo>
                <a:lnTo>
                  <a:pt x="1171" y="452"/>
                </a:lnTo>
                <a:lnTo>
                  <a:pt x="1171" y="453"/>
                </a:lnTo>
                <a:lnTo>
                  <a:pt x="1170" y="453"/>
                </a:lnTo>
                <a:lnTo>
                  <a:pt x="1169" y="452"/>
                </a:lnTo>
                <a:lnTo>
                  <a:pt x="1169" y="453"/>
                </a:lnTo>
                <a:lnTo>
                  <a:pt x="1168" y="453"/>
                </a:lnTo>
                <a:lnTo>
                  <a:pt x="1169" y="454"/>
                </a:lnTo>
                <a:lnTo>
                  <a:pt x="1169" y="455"/>
                </a:lnTo>
                <a:lnTo>
                  <a:pt x="1169" y="456"/>
                </a:lnTo>
                <a:lnTo>
                  <a:pt x="1169" y="457"/>
                </a:lnTo>
                <a:lnTo>
                  <a:pt x="1169" y="458"/>
                </a:lnTo>
                <a:lnTo>
                  <a:pt x="1168" y="458"/>
                </a:lnTo>
                <a:lnTo>
                  <a:pt x="1167" y="458"/>
                </a:lnTo>
                <a:lnTo>
                  <a:pt x="1167" y="459"/>
                </a:lnTo>
                <a:lnTo>
                  <a:pt x="1166" y="460"/>
                </a:lnTo>
                <a:lnTo>
                  <a:pt x="1166" y="459"/>
                </a:lnTo>
                <a:lnTo>
                  <a:pt x="1165" y="459"/>
                </a:lnTo>
                <a:lnTo>
                  <a:pt x="1164" y="459"/>
                </a:lnTo>
                <a:lnTo>
                  <a:pt x="1163" y="459"/>
                </a:lnTo>
                <a:lnTo>
                  <a:pt x="1162" y="458"/>
                </a:lnTo>
                <a:lnTo>
                  <a:pt x="1162" y="459"/>
                </a:lnTo>
                <a:lnTo>
                  <a:pt x="1161" y="459"/>
                </a:lnTo>
                <a:lnTo>
                  <a:pt x="1161" y="460"/>
                </a:lnTo>
                <a:lnTo>
                  <a:pt x="1160" y="460"/>
                </a:lnTo>
                <a:lnTo>
                  <a:pt x="1159" y="460"/>
                </a:lnTo>
                <a:lnTo>
                  <a:pt x="1158" y="459"/>
                </a:lnTo>
                <a:lnTo>
                  <a:pt x="1157" y="460"/>
                </a:lnTo>
                <a:lnTo>
                  <a:pt x="1157" y="461"/>
                </a:lnTo>
                <a:lnTo>
                  <a:pt x="1156" y="460"/>
                </a:lnTo>
                <a:lnTo>
                  <a:pt x="1156" y="461"/>
                </a:lnTo>
                <a:lnTo>
                  <a:pt x="1155" y="461"/>
                </a:lnTo>
                <a:lnTo>
                  <a:pt x="1154" y="461"/>
                </a:lnTo>
                <a:lnTo>
                  <a:pt x="1153" y="463"/>
                </a:lnTo>
                <a:lnTo>
                  <a:pt x="1153" y="465"/>
                </a:lnTo>
                <a:lnTo>
                  <a:pt x="1152" y="465"/>
                </a:lnTo>
                <a:lnTo>
                  <a:pt x="1153" y="465"/>
                </a:lnTo>
                <a:lnTo>
                  <a:pt x="1154" y="466"/>
                </a:lnTo>
                <a:lnTo>
                  <a:pt x="1155" y="466"/>
                </a:lnTo>
                <a:lnTo>
                  <a:pt x="1155" y="467"/>
                </a:lnTo>
                <a:lnTo>
                  <a:pt x="1156" y="467"/>
                </a:lnTo>
                <a:lnTo>
                  <a:pt x="1157" y="467"/>
                </a:lnTo>
                <a:lnTo>
                  <a:pt x="1158" y="466"/>
                </a:lnTo>
                <a:lnTo>
                  <a:pt x="1159" y="467"/>
                </a:lnTo>
                <a:lnTo>
                  <a:pt x="1159" y="468"/>
                </a:lnTo>
                <a:lnTo>
                  <a:pt x="1159" y="469"/>
                </a:lnTo>
                <a:lnTo>
                  <a:pt x="1160" y="470"/>
                </a:lnTo>
                <a:lnTo>
                  <a:pt x="1160" y="471"/>
                </a:lnTo>
                <a:lnTo>
                  <a:pt x="1159" y="471"/>
                </a:lnTo>
                <a:lnTo>
                  <a:pt x="1160" y="472"/>
                </a:lnTo>
                <a:lnTo>
                  <a:pt x="1159" y="472"/>
                </a:lnTo>
                <a:lnTo>
                  <a:pt x="1158" y="472"/>
                </a:lnTo>
                <a:lnTo>
                  <a:pt x="1157" y="472"/>
                </a:lnTo>
                <a:lnTo>
                  <a:pt x="1156" y="472"/>
                </a:lnTo>
                <a:lnTo>
                  <a:pt x="1156" y="471"/>
                </a:lnTo>
                <a:lnTo>
                  <a:pt x="1155" y="471"/>
                </a:lnTo>
                <a:lnTo>
                  <a:pt x="1154" y="471"/>
                </a:lnTo>
                <a:lnTo>
                  <a:pt x="1153" y="470"/>
                </a:lnTo>
                <a:lnTo>
                  <a:pt x="1152" y="469"/>
                </a:lnTo>
                <a:lnTo>
                  <a:pt x="1151" y="469"/>
                </a:lnTo>
                <a:lnTo>
                  <a:pt x="1151" y="470"/>
                </a:lnTo>
                <a:lnTo>
                  <a:pt x="1150" y="472"/>
                </a:lnTo>
                <a:lnTo>
                  <a:pt x="1149" y="472"/>
                </a:lnTo>
                <a:lnTo>
                  <a:pt x="1149" y="473"/>
                </a:lnTo>
                <a:lnTo>
                  <a:pt x="1149" y="474"/>
                </a:lnTo>
                <a:lnTo>
                  <a:pt x="1150" y="474"/>
                </a:lnTo>
                <a:lnTo>
                  <a:pt x="1150" y="475"/>
                </a:lnTo>
                <a:lnTo>
                  <a:pt x="1150" y="476"/>
                </a:lnTo>
                <a:lnTo>
                  <a:pt x="1151" y="477"/>
                </a:lnTo>
                <a:lnTo>
                  <a:pt x="1151" y="478"/>
                </a:lnTo>
                <a:lnTo>
                  <a:pt x="1152" y="478"/>
                </a:lnTo>
                <a:lnTo>
                  <a:pt x="1153" y="478"/>
                </a:lnTo>
                <a:lnTo>
                  <a:pt x="1153" y="480"/>
                </a:lnTo>
                <a:lnTo>
                  <a:pt x="1153" y="481"/>
                </a:lnTo>
                <a:lnTo>
                  <a:pt x="1154" y="482"/>
                </a:lnTo>
                <a:lnTo>
                  <a:pt x="1153" y="482"/>
                </a:lnTo>
                <a:lnTo>
                  <a:pt x="1152" y="483"/>
                </a:lnTo>
                <a:lnTo>
                  <a:pt x="1151" y="483"/>
                </a:lnTo>
                <a:lnTo>
                  <a:pt x="1151" y="484"/>
                </a:lnTo>
                <a:lnTo>
                  <a:pt x="1152" y="484"/>
                </a:lnTo>
                <a:lnTo>
                  <a:pt x="1153" y="484"/>
                </a:lnTo>
                <a:lnTo>
                  <a:pt x="1153" y="483"/>
                </a:lnTo>
                <a:lnTo>
                  <a:pt x="1154" y="483"/>
                </a:lnTo>
                <a:lnTo>
                  <a:pt x="1155" y="482"/>
                </a:lnTo>
                <a:lnTo>
                  <a:pt x="1156" y="482"/>
                </a:lnTo>
                <a:lnTo>
                  <a:pt x="1158" y="481"/>
                </a:lnTo>
                <a:lnTo>
                  <a:pt x="1159" y="481"/>
                </a:lnTo>
                <a:lnTo>
                  <a:pt x="1159" y="480"/>
                </a:lnTo>
                <a:lnTo>
                  <a:pt x="1159" y="479"/>
                </a:lnTo>
                <a:lnTo>
                  <a:pt x="1159" y="478"/>
                </a:lnTo>
                <a:lnTo>
                  <a:pt x="1160" y="477"/>
                </a:lnTo>
                <a:lnTo>
                  <a:pt x="1161" y="476"/>
                </a:lnTo>
                <a:lnTo>
                  <a:pt x="1162" y="475"/>
                </a:lnTo>
                <a:lnTo>
                  <a:pt x="1165" y="475"/>
                </a:lnTo>
                <a:lnTo>
                  <a:pt x="1166" y="475"/>
                </a:lnTo>
                <a:lnTo>
                  <a:pt x="1167" y="475"/>
                </a:lnTo>
                <a:lnTo>
                  <a:pt x="1168" y="475"/>
                </a:lnTo>
                <a:lnTo>
                  <a:pt x="1168" y="476"/>
                </a:lnTo>
                <a:lnTo>
                  <a:pt x="1169" y="476"/>
                </a:lnTo>
                <a:lnTo>
                  <a:pt x="1169" y="477"/>
                </a:lnTo>
                <a:lnTo>
                  <a:pt x="1170" y="478"/>
                </a:lnTo>
                <a:lnTo>
                  <a:pt x="1170" y="479"/>
                </a:lnTo>
                <a:lnTo>
                  <a:pt x="1171" y="480"/>
                </a:lnTo>
                <a:lnTo>
                  <a:pt x="1172" y="481"/>
                </a:lnTo>
                <a:lnTo>
                  <a:pt x="1172" y="482"/>
                </a:lnTo>
                <a:lnTo>
                  <a:pt x="1172" y="483"/>
                </a:lnTo>
                <a:lnTo>
                  <a:pt x="1173" y="485"/>
                </a:lnTo>
                <a:lnTo>
                  <a:pt x="1174" y="486"/>
                </a:lnTo>
                <a:lnTo>
                  <a:pt x="1175" y="487"/>
                </a:lnTo>
                <a:lnTo>
                  <a:pt x="1175" y="488"/>
                </a:lnTo>
                <a:lnTo>
                  <a:pt x="1175" y="489"/>
                </a:lnTo>
                <a:lnTo>
                  <a:pt x="1176" y="491"/>
                </a:lnTo>
                <a:lnTo>
                  <a:pt x="1176" y="492"/>
                </a:lnTo>
                <a:lnTo>
                  <a:pt x="1176" y="493"/>
                </a:lnTo>
                <a:lnTo>
                  <a:pt x="1178" y="494"/>
                </a:lnTo>
                <a:lnTo>
                  <a:pt x="1179" y="495"/>
                </a:lnTo>
                <a:lnTo>
                  <a:pt x="1180" y="496"/>
                </a:lnTo>
                <a:lnTo>
                  <a:pt x="1181" y="497"/>
                </a:lnTo>
                <a:lnTo>
                  <a:pt x="1181" y="498"/>
                </a:lnTo>
                <a:lnTo>
                  <a:pt x="1180" y="499"/>
                </a:lnTo>
                <a:lnTo>
                  <a:pt x="1179" y="501"/>
                </a:lnTo>
                <a:lnTo>
                  <a:pt x="1178" y="502"/>
                </a:lnTo>
                <a:lnTo>
                  <a:pt x="1178" y="503"/>
                </a:lnTo>
                <a:lnTo>
                  <a:pt x="1178" y="504"/>
                </a:lnTo>
                <a:lnTo>
                  <a:pt x="1178" y="505"/>
                </a:lnTo>
                <a:lnTo>
                  <a:pt x="1179" y="506"/>
                </a:lnTo>
                <a:lnTo>
                  <a:pt x="1179" y="508"/>
                </a:lnTo>
                <a:lnTo>
                  <a:pt x="1180" y="510"/>
                </a:lnTo>
                <a:lnTo>
                  <a:pt x="1181" y="511"/>
                </a:lnTo>
                <a:lnTo>
                  <a:pt x="1180" y="513"/>
                </a:lnTo>
                <a:lnTo>
                  <a:pt x="1179" y="513"/>
                </a:lnTo>
                <a:lnTo>
                  <a:pt x="1178" y="513"/>
                </a:lnTo>
                <a:lnTo>
                  <a:pt x="1177" y="513"/>
                </a:lnTo>
                <a:lnTo>
                  <a:pt x="1176" y="514"/>
                </a:lnTo>
                <a:lnTo>
                  <a:pt x="1174" y="515"/>
                </a:lnTo>
                <a:lnTo>
                  <a:pt x="1172" y="515"/>
                </a:lnTo>
                <a:lnTo>
                  <a:pt x="1171" y="516"/>
                </a:lnTo>
                <a:lnTo>
                  <a:pt x="1170" y="516"/>
                </a:lnTo>
                <a:lnTo>
                  <a:pt x="1170" y="517"/>
                </a:lnTo>
                <a:lnTo>
                  <a:pt x="1171" y="518"/>
                </a:lnTo>
                <a:lnTo>
                  <a:pt x="1170" y="519"/>
                </a:lnTo>
                <a:lnTo>
                  <a:pt x="1169" y="520"/>
                </a:lnTo>
                <a:lnTo>
                  <a:pt x="1168" y="520"/>
                </a:lnTo>
                <a:lnTo>
                  <a:pt x="1168" y="521"/>
                </a:lnTo>
                <a:lnTo>
                  <a:pt x="1167" y="523"/>
                </a:lnTo>
                <a:lnTo>
                  <a:pt x="1167" y="524"/>
                </a:lnTo>
                <a:lnTo>
                  <a:pt x="1167" y="525"/>
                </a:lnTo>
                <a:lnTo>
                  <a:pt x="1167" y="526"/>
                </a:lnTo>
                <a:lnTo>
                  <a:pt x="1167" y="527"/>
                </a:lnTo>
                <a:lnTo>
                  <a:pt x="1168" y="530"/>
                </a:lnTo>
                <a:lnTo>
                  <a:pt x="1169" y="531"/>
                </a:lnTo>
                <a:lnTo>
                  <a:pt x="1170" y="532"/>
                </a:lnTo>
                <a:lnTo>
                  <a:pt x="1170" y="534"/>
                </a:lnTo>
                <a:lnTo>
                  <a:pt x="1169" y="535"/>
                </a:lnTo>
                <a:lnTo>
                  <a:pt x="1170" y="535"/>
                </a:lnTo>
                <a:lnTo>
                  <a:pt x="1171" y="536"/>
                </a:lnTo>
                <a:lnTo>
                  <a:pt x="1171" y="538"/>
                </a:lnTo>
                <a:lnTo>
                  <a:pt x="1171" y="539"/>
                </a:lnTo>
                <a:lnTo>
                  <a:pt x="1171" y="540"/>
                </a:lnTo>
                <a:lnTo>
                  <a:pt x="1172" y="540"/>
                </a:lnTo>
                <a:lnTo>
                  <a:pt x="1173" y="540"/>
                </a:lnTo>
                <a:lnTo>
                  <a:pt x="1173" y="541"/>
                </a:lnTo>
                <a:lnTo>
                  <a:pt x="1174" y="542"/>
                </a:lnTo>
                <a:lnTo>
                  <a:pt x="1175" y="542"/>
                </a:lnTo>
                <a:lnTo>
                  <a:pt x="1176" y="541"/>
                </a:lnTo>
                <a:lnTo>
                  <a:pt x="1176" y="540"/>
                </a:lnTo>
                <a:lnTo>
                  <a:pt x="1177" y="539"/>
                </a:lnTo>
                <a:lnTo>
                  <a:pt x="1178" y="540"/>
                </a:lnTo>
                <a:lnTo>
                  <a:pt x="1179" y="541"/>
                </a:lnTo>
                <a:lnTo>
                  <a:pt x="1179" y="543"/>
                </a:lnTo>
                <a:lnTo>
                  <a:pt x="1179" y="544"/>
                </a:lnTo>
                <a:lnTo>
                  <a:pt x="1179" y="545"/>
                </a:lnTo>
                <a:lnTo>
                  <a:pt x="1178" y="546"/>
                </a:lnTo>
                <a:lnTo>
                  <a:pt x="1178" y="547"/>
                </a:lnTo>
                <a:lnTo>
                  <a:pt x="1178" y="548"/>
                </a:lnTo>
                <a:lnTo>
                  <a:pt x="1177" y="548"/>
                </a:lnTo>
                <a:lnTo>
                  <a:pt x="1177" y="549"/>
                </a:lnTo>
                <a:lnTo>
                  <a:pt x="1176" y="550"/>
                </a:lnTo>
                <a:lnTo>
                  <a:pt x="1177" y="552"/>
                </a:lnTo>
                <a:lnTo>
                  <a:pt x="1177" y="553"/>
                </a:lnTo>
                <a:lnTo>
                  <a:pt x="1176" y="554"/>
                </a:lnTo>
                <a:lnTo>
                  <a:pt x="1177" y="555"/>
                </a:lnTo>
                <a:lnTo>
                  <a:pt x="1177" y="557"/>
                </a:lnTo>
                <a:lnTo>
                  <a:pt x="1175" y="560"/>
                </a:lnTo>
                <a:lnTo>
                  <a:pt x="1175" y="561"/>
                </a:lnTo>
                <a:lnTo>
                  <a:pt x="1174" y="562"/>
                </a:lnTo>
                <a:lnTo>
                  <a:pt x="1174" y="563"/>
                </a:lnTo>
                <a:lnTo>
                  <a:pt x="1175" y="563"/>
                </a:lnTo>
                <a:lnTo>
                  <a:pt x="1176" y="564"/>
                </a:lnTo>
                <a:lnTo>
                  <a:pt x="1177" y="565"/>
                </a:lnTo>
                <a:lnTo>
                  <a:pt x="1177" y="566"/>
                </a:lnTo>
                <a:lnTo>
                  <a:pt x="1178" y="567"/>
                </a:lnTo>
                <a:lnTo>
                  <a:pt x="1178" y="568"/>
                </a:lnTo>
                <a:lnTo>
                  <a:pt x="1178" y="570"/>
                </a:lnTo>
                <a:lnTo>
                  <a:pt x="1177" y="570"/>
                </a:lnTo>
                <a:lnTo>
                  <a:pt x="1178" y="571"/>
                </a:lnTo>
                <a:lnTo>
                  <a:pt x="1180" y="573"/>
                </a:lnTo>
                <a:lnTo>
                  <a:pt x="1181" y="573"/>
                </a:lnTo>
                <a:lnTo>
                  <a:pt x="1182" y="574"/>
                </a:lnTo>
                <a:lnTo>
                  <a:pt x="1184" y="574"/>
                </a:lnTo>
                <a:lnTo>
                  <a:pt x="1184" y="575"/>
                </a:lnTo>
                <a:lnTo>
                  <a:pt x="1185" y="575"/>
                </a:lnTo>
                <a:lnTo>
                  <a:pt x="1185" y="576"/>
                </a:lnTo>
                <a:lnTo>
                  <a:pt x="1186" y="577"/>
                </a:lnTo>
                <a:lnTo>
                  <a:pt x="1187" y="577"/>
                </a:lnTo>
                <a:lnTo>
                  <a:pt x="1186" y="578"/>
                </a:lnTo>
                <a:lnTo>
                  <a:pt x="1186" y="579"/>
                </a:lnTo>
                <a:lnTo>
                  <a:pt x="1186" y="580"/>
                </a:lnTo>
                <a:lnTo>
                  <a:pt x="1186" y="581"/>
                </a:lnTo>
                <a:lnTo>
                  <a:pt x="1187" y="582"/>
                </a:lnTo>
                <a:lnTo>
                  <a:pt x="1188" y="582"/>
                </a:lnTo>
                <a:lnTo>
                  <a:pt x="1190" y="582"/>
                </a:lnTo>
                <a:lnTo>
                  <a:pt x="1191" y="582"/>
                </a:lnTo>
                <a:lnTo>
                  <a:pt x="1192" y="582"/>
                </a:lnTo>
                <a:lnTo>
                  <a:pt x="1193" y="583"/>
                </a:lnTo>
                <a:lnTo>
                  <a:pt x="1193" y="584"/>
                </a:lnTo>
                <a:lnTo>
                  <a:pt x="1194" y="584"/>
                </a:lnTo>
                <a:lnTo>
                  <a:pt x="1195" y="585"/>
                </a:lnTo>
                <a:lnTo>
                  <a:pt x="1195" y="586"/>
                </a:lnTo>
                <a:lnTo>
                  <a:pt x="1196" y="586"/>
                </a:lnTo>
                <a:lnTo>
                  <a:pt x="1197" y="585"/>
                </a:lnTo>
                <a:lnTo>
                  <a:pt x="1198" y="585"/>
                </a:lnTo>
                <a:lnTo>
                  <a:pt x="1199" y="585"/>
                </a:lnTo>
                <a:lnTo>
                  <a:pt x="1200" y="585"/>
                </a:lnTo>
                <a:lnTo>
                  <a:pt x="1201" y="585"/>
                </a:lnTo>
                <a:lnTo>
                  <a:pt x="1203" y="585"/>
                </a:lnTo>
                <a:lnTo>
                  <a:pt x="1203" y="586"/>
                </a:lnTo>
                <a:lnTo>
                  <a:pt x="1204" y="586"/>
                </a:lnTo>
                <a:lnTo>
                  <a:pt x="1205" y="586"/>
                </a:lnTo>
                <a:lnTo>
                  <a:pt x="1205" y="585"/>
                </a:lnTo>
                <a:lnTo>
                  <a:pt x="1208" y="585"/>
                </a:lnTo>
                <a:lnTo>
                  <a:pt x="1209" y="585"/>
                </a:lnTo>
                <a:lnTo>
                  <a:pt x="1210" y="585"/>
                </a:lnTo>
                <a:lnTo>
                  <a:pt x="1211" y="584"/>
                </a:lnTo>
                <a:lnTo>
                  <a:pt x="1213" y="584"/>
                </a:lnTo>
                <a:lnTo>
                  <a:pt x="1214" y="584"/>
                </a:lnTo>
                <a:lnTo>
                  <a:pt x="1216" y="585"/>
                </a:lnTo>
                <a:lnTo>
                  <a:pt x="1217" y="585"/>
                </a:lnTo>
                <a:lnTo>
                  <a:pt x="1219" y="584"/>
                </a:lnTo>
                <a:lnTo>
                  <a:pt x="1220" y="584"/>
                </a:lnTo>
                <a:lnTo>
                  <a:pt x="1220" y="585"/>
                </a:lnTo>
                <a:lnTo>
                  <a:pt x="1221" y="585"/>
                </a:lnTo>
                <a:lnTo>
                  <a:pt x="1221" y="586"/>
                </a:lnTo>
                <a:lnTo>
                  <a:pt x="1222" y="586"/>
                </a:lnTo>
                <a:lnTo>
                  <a:pt x="1223" y="586"/>
                </a:lnTo>
                <a:lnTo>
                  <a:pt x="1224" y="586"/>
                </a:lnTo>
                <a:lnTo>
                  <a:pt x="1225" y="585"/>
                </a:lnTo>
                <a:lnTo>
                  <a:pt x="1226" y="585"/>
                </a:lnTo>
                <a:lnTo>
                  <a:pt x="1226" y="586"/>
                </a:lnTo>
                <a:lnTo>
                  <a:pt x="1227" y="586"/>
                </a:lnTo>
                <a:lnTo>
                  <a:pt x="1228" y="586"/>
                </a:lnTo>
                <a:lnTo>
                  <a:pt x="1229" y="587"/>
                </a:lnTo>
                <a:lnTo>
                  <a:pt x="1230" y="587"/>
                </a:lnTo>
                <a:lnTo>
                  <a:pt x="1230" y="586"/>
                </a:lnTo>
                <a:lnTo>
                  <a:pt x="1231" y="586"/>
                </a:lnTo>
                <a:lnTo>
                  <a:pt x="1234" y="584"/>
                </a:lnTo>
                <a:lnTo>
                  <a:pt x="1233" y="584"/>
                </a:lnTo>
                <a:lnTo>
                  <a:pt x="1233" y="583"/>
                </a:lnTo>
                <a:lnTo>
                  <a:pt x="1233" y="582"/>
                </a:lnTo>
                <a:lnTo>
                  <a:pt x="1233" y="581"/>
                </a:lnTo>
                <a:lnTo>
                  <a:pt x="1233" y="580"/>
                </a:lnTo>
                <a:lnTo>
                  <a:pt x="1233" y="579"/>
                </a:lnTo>
                <a:lnTo>
                  <a:pt x="1232" y="578"/>
                </a:lnTo>
                <a:lnTo>
                  <a:pt x="1232" y="576"/>
                </a:lnTo>
                <a:lnTo>
                  <a:pt x="1233" y="574"/>
                </a:lnTo>
                <a:lnTo>
                  <a:pt x="1233" y="573"/>
                </a:lnTo>
                <a:lnTo>
                  <a:pt x="1234" y="573"/>
                </a:lnTo>
                <a:lnTo>
                  <a:pt x="1235" y="572"/>
                </a:lnTo>
                <a:lnTo>
                  <a:pt x="1237" y="570"/>
                </a:lnTo>
                <a:lnTo>
                  <a:pt x="1237" y="569"/>
                </a:lnTo>
                <a:lnTo>
                  <a:pt x="1238" y="568"/>
                </a:lnTo>
                <a:lnTo>
                  <a:pt x="1239" y="567"/>
                </a:lnTo>
                <a:lnTo>
                  <a:pt x="1239" y="566"/>
                </a:lnTo>
                <a:lnTo>
                  <a:pt x="1240" y="564"/>
                </a:lnTo>
                <a:lnTo>
                  <a:pt x="1241" y="563"/>
                </a:lnTo>
                <a:lnTo>
                  <a:pt x="1242" y="562"/>
                </a:lnTo>
                <a:lnTo>
                  <a:pt x="1242" y="561"/>
                </a:lnTo>
                <a:lnTo>
                  <a:pt x="1242" y="560"/>
                </a:lnTo>
                <a:lnTo>
                  <a:pt x="1244" y="559"/>
                </a:lnTo>
                <a:lnTo>
                  <a:pt x="1245" y="560"/>
                </a:lnTo>
                <a:lnTo>
                  <a:pt x="1246" y="560"/>
                </a:lnTo>
                <a:lnTo>
                  <a:pt x="1247" y="559"/>
                </a:lnTo>
                <a:lnTo>
                  <a:pt x="1248" y="559"/>
                </a:lnTo>
                <a:lnTo>
                  <a:pt x="1249" y="559"/>
                </a:lnTo>
                <a:lnTo>
                  <a:pt x="1251" y="560"/>
                </a:lnTo>
                <a:lnTo>
                  <a:pt x="1251" y="561"/>
                </a:lnTo>
                <a:lnTo>
                  <a:pt x="1252" y="561"/>
                </a:lnTo>
                <a:lnTo>
                  <a:pt x="1254" y="561"/>
                </a:lnTo>
                <a:lnTo>
                  <a:pt x="1255" y="560"/>
                </a:lnTo>
                <a:lnTo>
                  <a:pt x="1255" y="561"/>
                </a:lnTo>
                <a:lnTo>
                  <a:pt x="1257" y="563"/>
                </a:lnTo>
                <a:lnTo>
                  <a:pt x="1258" y="563"/>
                </a:lnTo>
                <a:lnTo>
                  <a:pt x="1260" y="563"/>
                </a:lnTo>
                <a:lnTo>
                  <a:pt x="1261" y="564"/>
                </a:lnTo>
                <a:lnTo>
                  <a:pt x="1262" y="564"/>
                </a:lnTo>
                <a:lnTo>
                  <a:pt x="1263" y="564"/>
                </a:lnTo>
                <a:lnTo>
                  <a:pt x="1263" y="563"/>
                </a:lnTo>
                <a:lnTo>
                  <a:pt x="1264" y="563"/>
                </a:lnTo>
                <a:lnTo>
                  <a:pt x="1265" y="563"/>
                </a:lnTo>
                <a:lnTo>
                  <a:pt x="1266" y="563"/>
                </a:lnTo>
                <a:lnTo>
                  <a:pt x="1267" y="564"/>
                </a:lnTo>
                <a:lnTo>
                  <a:pt x="1267" y="565"/>
                </a:lnTo>
                <a:lnTo>
                  <a:pt x="1268" y="565"/>
                </a:lnTo>
                <a:lnTo>
                  <a:pt x="1268" y="564"/>
                </a:lnTo>
                <a:lnTo>
                  <a:pt x="1267" y="564"/>
                </a:lnTo>
                <a:lnTo>
                  <a:pt x="1268" y="564"/>
                </a:lnTo>
                <a:lnTo>
                  <a:pt x="1269" y="564"/>
                </a:lnTo>
                <a:lnTo>
                  <a:pt x="1270" y="564"/>
                </a:lnTo>
                <a:lnTo>
                  <a:pt x="1270" y="563"/>
                </a:lnTo>
                <a:lnTo>
                  <a:pt x="1270" y="562"/>
                </a:lnTo>
                <a:lnTo>
                  <a:pt x="1272" y="562"/>
                </a:lnTo>
                <a:lnTo>
                  <a:pt x="1273" y="562"/>
                </a:lnTo>
                <a:lnTo>
                  <a:pt x="1274" y="562"/>
                </a:lnTo>
                <a:lnTo>
                  <a:pt x="1275" y="562"/>
                </a:lnTo>
                <a:lnTo>
                  <a:pt x="1276" y="563"/>
                </a:lnTo>
                <a:lnTo>
                  <a:pt x="1276" y="564"/>
                </a:lnTo>
                <a:lnTo>
                  <a:pt x="1277" y="564"/>
                </a:lnTo>
                <a:lnTo>
                  <a:pt x="1276" y="565"/>
                </a:lnTo>
                <a:lnTo>
                  <a:pt x="1276" y="566"/>
                </a:lnTo>
                <a:lnTo>
                  <a:pt x="1277" y="566"/>
                </a:lnTo>
                <a:lnTo>
                  <a:pt x="1278" y="566"/>
                </a:lnTo>
                <a:lnTo>
                  <a:pt x="1279" y="565"/>
                </a:lnTo>
                <a:lnTo>
                  <a:pt x="1280" y="564"/>
                </a:lnTo>
                <a:lnTo>
                  <a:pt x="1282" y="564"/>
                </a:lnTo>
                <a:lnTo>
                  <a:pt x="1283" y="564"/>
                </a:lnTo>
                <a:lnTo>
                  <a:pt x="1284" y="565"/>
                </a:lnTo>
                <a:lnTo>
                  <a:pt x="1285" y="564"/>
                </a:lnTo>
                <a:lnTo>
                  <a:pt x="1286" y="562"/>
                </a:lnTo>
                <a:lnTo>
                  <a:pt x="1287" y="562"/>
                </a:lnTo>
                <a:lnTo>
                  <a:pt x="1287" y="561"/>
                </a:lnTo>
                <a:lnTo>
                  <a:pt x="1287" y="560"/>
                </a:lnTo>
                <a:lnTo>
                  <a:pt x="1287" y="559"/>
                </a:lnTo>
                <a:lnTo>
                  <a:pt x="1288" y="559"/>
                </a:lnTo>
                <a:lnTo>
                  <a:pt x="1289" y="559"/>
                </a:lnTo>
                <a:lnTo>
                  <a:pt x="1290" y="558"/>
                </a:lnTo>
                <a:lnTo>
                  <a:pt x="1290" y="557"/>
                </a:lnTo>
                <a:lnTo>
                  <a:pt x="1290" y="556"/>
                </a:lnTo>
                <a:lnTo>
                  <a:pt x="1290" y="555"/>
                </a:lnTo>
                <a:lnTo>
                  <a:pt x="1292" y="553"/>
                </a:lnTo>
                <a:lnTo>
                  <a:pt x="1292" y="552"/>
                </a:lnTo>
                <a:lnTo>
                  <a:pt x="1293" y="551"/>
                </a:lnTo>
                <a:lnTo>
                  <a:pt x="1293" y="549"/>
                </a:lnTo>
                <a:lnTo>
                  <a:pt x="1293" y="548"/>
                </a:lnTo>
                <a:lnTo>
                  <a:pt x="1293" y="547"/>
                </a:lnTo>
                <a:lnTo>
                  <a:pt x="1293" y="546"/>
                </a:lnTo>
                <a:lnTo>
                  <a:pt x="1294" y="546"/>
                </a:lnTo>
                <a:lnTo>
                  <a:pt x="1295" y="546"/>
                </a:lnTo>
                <a:lnTo>
                  <a:pt x="1296" y="546"/>
                </a:lnTo>
                <a:lnTo>
                  <a:pt x="1297" y="546"/>
                </a:lnTo>
                <a:lnTo>
                  <a:pt x="1298" y="547"/>
                </a:lnTo>
                <a:lnTo>
                  <a:pt x="1297" y="547"/>
                </a:lnTo>
                <a:lnTo>
                  <a:pt x="1297" y="548"/>
                </a:lnTo>
                <a:lnTo>
                  <a:pt x="1298" y="548"/>
                </a:lnTo>
                <a:lnTo>
                  <a:pt x="1299" y="548"/>
                </a:lnTo>
                <a:lnTo>
                  <a:pt x="1299" y="549"/>
                </a:lnTo>
                <a:lnTo>
                  <a:pt x="1301" y="551"/>
                </a:lnTo>
                <a:lnTo>
                  <a:pt x="1301" y="552"/>
                </a:lnTo>
                <a:lnTo>
                  <a:pt x="1301" y="553"/>
                </a:lnTo>
                <a:lnTo>
                  <a:pt x="1301" y="554"/>
                </a:lnTo>
                <a:lnTo>
                  <a:pt x="1302" y="555"/>
                </a:lnTo>
                <a:lnTo>
                  <a:pt x="1303" y="555"/>
                </a:lnTo>
                <a:lnTo>
                  <a:pt x="1304" y="556"/>
                </a:lnTo>
                <a:lnTo>
                  <a:pt x="1305" y="558"/>
                </a:lnTo>
                <a:lnTo>
                  <a:pt x="1305" y="560"/>
                </a:lnTo>
                <a:lnTo>
                  <a:pt x="1305" y="562"/>
                </a:lnTo>
                <a:lnTo>
                  <a:pt x="1304" y="563"/>
                </a:lnTo>
                <a:lnTo>
                  <a:pt x="1304" y="564"/>
                </a:lnTo>
                <a:lnTo>
                  <a:pt x="1304" y="566"/>
                </a:lnTo>
                <a:lnTo>
                  <a:pt x="1304" y="567"/>
                </a:lnTo>
                <a:lnTo>
                  <a:pt x="1304" y="568"/>
                </a:lnTo>
                <a:lnTo>
                  <a:pt x="1305" y="570"/>
                </a:lnTo>
                <a:lnTo>
                  <a:pt x="1306" y="571"/>
                </a:lnTo>
                <a:lnTo>
                  <a:pt x="1309" y="573"/>
                </a:lnTo>
                <a:lnTo>
                  <a:pt x="1310" y="572"/>
                </a:lnTo>
                <a:lnTo>
                  <a:pt x="1311" y="571"/>
                </a:lnTo>
                <a:lnTo>
                  <a:pt x="1312" y="571"/>
                </a:lnTo>
                <a:lnTo>
                  <a:pt x="1313" y="571"/>
                </a:lnTo>
                <a:lnTo>
                  <a:pt x="1314" y="571"/>
                </a:lnTo>
                <a:lnTo>
                  <a:pt x="1317" y="571"/>
                </a:lnTo>
                <a:lnTo>
                  <a:pt x="1318" y="572"/>
                </a:lnTo>
                <a:lnTo>
                  <a:pt x="1319" y="572"/>
                </a:lnTo>
                <a:lnTo>
                  <a:pt x="1320" y="571"/>
                </a:lnTo>
                <a:lnTo>
                  <a:pt x="1321" y="571"/>
                </a:lnTo>
                <a:lnTo>
                  <a:pt x="1322" y="571"/>
                </a:lnTo>
                <a:lnTo>
                  <a:pt x="1323" y="571"/>
                </a:lnTo>
                <a:lnTo>
                  <a:pt x="1324" y="573"/>
                </a:lnTo>
                <a:lnTo>
                  <a:pt x="1325" y="574"/>
                </a:lnTo>
                <a:lnTo>
                  <a:pt x="1324" y="575"/>
                </a:lnTo>
                <a:lnTo>
                  <a:pt x="1325" y="575"/>
                </a:lnTo>
                <a:lnTo>
                  <a:pt x="1326" y="575"/>
                </a:lnTo>
                <a:lnTo>
                  <a:pt x="1326" y="576"/>
                </a:lnTo>
                <a:lnTo>
                  <a:pt x="1326" y="577"/>
                </a:lnTo>
                <a:lnTo>
                  <a:pt x="1326" y="578"/>
                </a:lnTo>
                <a:lnTo>
                  <a:pt x="1325" y="580"/>
                </a:lnTo>
                <a:lnTo>
                  <a:pt x="1324" y="581"/>
                </a:lnTo>
                <a:lnTo>
                  <a:pt x="1324" y="582"/>
                </a:lnTo>
                <a:lnTo>
                  <a:pt x="1324" y="583"/>
                </a:lnTo>
                <a:lnTo>
                  <a:pt x="1324" y="584"/>
                </a:lnTo>
                <a:lnTo>
                  <a:pt x="1325" y="584"/>
                </a:lnTo>
                <a:lnTo>
                  <a:pt x="1326" y="584"/>
                </a:lnTo>
                <a:lnTo>
                  <a:pt x="1328" y="585"/>
                </a:lnTo>
                <a:lnTo>
                  <a:pt x="1329" y="585"/>
                </a:lnTo>
                <a:lnTo>
                  <a:pt x="1330" y="586"/>
                </a:lnTo>
                <a:lnTo>
                  <a:pt x="1331" y="587"/>
                </a:lnTo>
                <a:lnTo>
                  <a:pt x="1332" y="587"/>
                </a:lnTo>
                <a:lnTo>
                  <a:pt x="1333" y="589"/>
                </a:lnTo>
                <a:lnTo>
                  <a:pt x="1333" y="590"/>
                </a:lnTo>
                <a:lnTo>
                  <a:pt x="1335" y="591"/>
                </a:lnTo>
                <a:lnTo>
                  <a:pt x="1336" y="592"/>
                </a:lnTo>
                <a:lnTo>
                  <a:pt x="1336" y="593"/>
                </a:lnTo>
                <a:lnTo>
                  <a:pt x="1336" y="594"/>
                </a:lnTo>
                <a:lnTo>
                  <a:pt x="1336" y="596"/>
                </a:lnTo>
                <a:lnTo>
                  <a:pt x="1335" y="597"/>
                </a:lnTo>
                <a:lnTo>
                  <a:pt x="1335" y="599"/>
                </a:lnTo>
                <a:lnTo>
                  <a:pt x="1336" y="599"/>
                </a:lnTo>
                <a:lnTo>
                  <a:pt x="1337" y="601"/>
                </a:lnTo>
                <a:lnTo>
                  <a:pt x="1337" y="602"/>
                </a:lnTo>
                <a:lnTo>
                  <a:pt x="1338" y="602"/>
                </a:lnTo>
                <a:lnTo>
                  <a:pt x="1340" y="602"/>
                </a:lnTo>
                <a:lnTo>
                  <a:pt x="1341" y="603"/>
                </a:lnTo>
                <a:lnTo>
                  <a:pt x="1341" y="604"/>
                </a:lnTo>
                <a:lnTo>
                  <a:pt x="1342" y="607"/>
                </a:lnTo>
                <a:lnTo>
                  <a:pt x="1342" y="608"/>
                </a:lnTo>
                <a:lnTo>
                  <a:pt x="1341" y="609"/>
                </a:lnTo>
                <a:lnTo>
                  <a:pt x="1341" y="610"/>
                </a:lnTo>
                <a:lnTo>
                  <a:pt x="1342" y="612"/>
                </a:lnTo>
                <a:lnTo>
                  <a:pt x="1342" y="613"/>
                </a:lnTo>
                <a:lnTo>
                  <a:pt x="1344" y="614"/>
                </a:lnTo>
                <a:lnTo>
                  <a:pt x="1345" y="614"/>
                </a:lnTo>
                <a:lnTo>
                  <a:pt x="1344" y="615"/>
                </a:lnTo>
                <a:lnTo>
                  <a:pt x="1345" y="616"/>
                </a:lnTo>
                <a:lnTo>
                  <a:pt x="1344" y="617"/>
                </a:lnTo>
                <a:lnTo>
                  <a:pt x="1343" y="617"/>
                </a:lnTo>
                <a:lnTo>
                  <a:pt x="1342" y="617"/>
                </a:lnTo>
                <a:lnTo>
                  <a:pt x="1340" y="619"/>
                </a:lnTo>
                <a:lnTo>
                  <a:pt x="1340" y="620"/>
                </a:lnTo>
                <a:lnTo>
                  <a:pt x="1340" y="621"/>
                </a:lnTo>
                <a:lnTo>
                  <a:pt x="1340" y="622"/>
                </a:lnTo>
                <a:lnTo>
                  <a:pt x="1340" y="623"/>
                </a:lnTo>
                <a:lnTo>
                  <a:pt x="1338" y="624"/>
                </a:lnTo>
                <a:lnTo>
                  <a:pt x="1336" y="624"/>
                </a:lnTo>
                <a:lnTo>
                  <a:pt x="1334" y="624"/>
                </a:lnTo>
                <a:lnTo>
                  <a:pt x="1333" y="624"/>
                </a:lnTo>
                <a:lnTo>
                  <a:pt x="1333" y="625"/>
                </a:lnTo>
                <a:lnTo>
                  <a:pt x="1332" y="625"/>
                </a:lnTo>
                <a:lnTo>
                  <a:pt x="1331" y="626"/>
                </a:lnTo>
                <a:lnTo>
                  <a:pt x="1330" y="626"/>
                </a:lnTo>
                <a:lnTo>
                  <a:pt x="1328" y="626"/>
                </a:lnTo>
                <a:lnTo>
                  <a:pt x="1328" y="627"/>
                </a:lnTo>
                <a:lnTo>
                  <a:pt x="1327" y="629"/>
                </a:lnTo>
                <a:lnTo>
                  <a:pt x="1326" y="629"/>
                </a:lnTo>
                <a:lnTo>
                  <a:pt x="1326" y="630"/>
                </a:lnTo>
                <a:lnTo>
                  <a:pt x="1326" y="631"/>
                </a:lnTo>
                <a:lnTo>
                  <a:pt x="1325" y="632"/>
                </a:lnTo>
                <a:lnTo>
                  <a:pt x="1324" y="633"/>
                </a:lnTo>
                <a:lnTo>
                  <a:pt x="1323" y="634"/>
                </a:lnTo>
                <a:lnTo>
                  <a:pt x="1322" y="635"/>
                </a:lnTo>
                <a:lnTo>
                  <a:pt x="1321" y="635"/>
                </a:lnTo>
                <a:lnTo>
                  <a:pt x="1321" y="636"/>
                </a:lnTo>
                <a:lnTo>
                  <a:pt x="1320" y="637"/>
                </a:lnTo>
                <a:lnTo>
                  <a:pt x="1320" y="638"/>
                </a:lnTo>
                <a:lnTo>
                  <a:pt x="1319" y="640"/>
                </a:lnTo>
                <a:lnTo>
                  <a:pt x="1319" y="641"/>
                </a:lnTo>
                <a:lnTo>
                  <a:pt x="1319" y="642"/>
                </a:lnTo>
                <a:lnTo>
                  <a:pt x="1319" y="644"/>
                </a:lnTo>
                <a:lnTo>
                  <a:pt x="1320" y="645"/>
                </a:lnTo>
                <a:lnTo>
                  <a:pt x="1320" y="646"/>
                </a:lnTo>
                <a:lnTo>
                  <a:pt x="1320" y="647"/>
                </a:lnTo>
                <a:lnTo>
                  <a:pt x="1319" y="647"/>
                </a:lnTo>
                <a:lnTo>
                  <a:pt x="1319" y="648"/>
                </a:lnTo>
                <a:lnTo>
                  <a:pt x="1318" y="648"/>
                </a:lnTo>
                <a:lnTo>
                  <a:pt x="1318" y="649"/>
                </a:lnTo>
                <a:lnTo>
                  <a:pt x="1318" y="650"/>
                </a:lnTo>
                <a:lnTo>
                  <a:pt x="1318" y="651"/>
                </a:lnTo>
                <a:lnTo>
                  <a:pt x="1317" y="652"/>
                </a:lnTo>
                <a:lnTo>
                  <a:pt x="1317" y="653"/>
                </a:lnTo>
                <a:lnTo>
                  <a:pt x="1317" y="654"/>
                </a:lnTo>
                <a:lnTo>
                  <a:pt x="1316" y="656"/>
                </a:lnTo>
                <a:lnTo>
                  <a:pt x="1315" y="656"/>
                </a:lnTo>
                <a:lnTo>
                  <a:pt x="1314" y="657"/>
                </a:lnTo>
                <a:lnTo>
                  <a:pt x="1314" y="658"/>
                </a:lnTo>
                <a:lnTo>
                  <a:pt x="1314" y="659"/>
                </a:lnTo>
                <a:lnTo>
                  <a:pt x="1314" y="660"/>
                </a:lnTo>
                <a:lnTo>
                  <a:pt x="1314" y="663"/>
                </a:lnTo>
                <a:lnTo>
                  <a:pt x="1314" y="664"/>
                </a:lnTo>
                <a:lnTo>
                  <a:pt x="1315" y="665"/>
                </a:lnTo>
                <a:lnTo>
                  <a:pt x="1315" y="666"/>
                </a:lnTo>
                <a:lnTo>
                  <a:pt x="1316" y="666"/>
                </a:lnTo>
                <a:lnTo>
                  <a:pt x="1316" y="668"/>
                </a:lnTo>
                <a:lnTo>
                  <a:pt x="1316" y="669"/>
                </a:lnTo>
                <a:lnTo>
                  <a:pt x="1316" y="670"/>
                </a:lnTo>
                <a:lnTo>
                  <a:pt x="1315" y="672"/>
                </a:lnTo>
                <a:lnTo>
                  <a:pt x="1315" y="673"/>
                </a:lnTo>
                <a:lnTo>
                  <a:pt x="1314" y="673"/>
                </a:lnTo>
                <a:lnTo>
                  <a:pt x="1314" y="674"/>
                </a:lnTo>
                <a:lnTo>
                  <a:pt x="1313" y="674"/>
                </a:lnTo>
                <a:lnTo>
                  <a:pt x="1312" y="675"/>
                </a:lnTo>
                <a:lnTo>
                  <a:pt x="1312" y="676"/>
                </a:lnTo>
                <a:lnTo>
                  <a:pt x="1311" y="676"/>
                </a:lnTo>
                <a:lnTo>
                  <a:pt x="1311" y="677"/>
                </a:lnTo>
                <a:lnTo>
                  <a:pt x="1310" y="677"/>
                </a:lnTo>
                <a:lnTo>
                  <a:pt x="1309" y="677"/>
                </a:lnTo>
                <a:lnTo>
                  <a:pt x="1309" y="676"/>
                </a:lnTo>
                <a:lnTo>
                  <a:pt x="1308" y="676"/>
                </a:lnTo>
                <a:lnTo>
                  <a:pt x="1306" y="674"/>
                </a:lnTo>
                <a:lnTo>
                  <a:pt x="1305" y="674"/>
                </a:lnTo>
                <a:lnTo>
                  <a:pt x="1304" y="674"/>
                </a:lnTo>
                <a:lnTo>
                  <a:pt x="1303" y="674"/>
                </a:lnTo>
                <a:lnTo>
                  <a:pt x="1303" y="675"/>
                </a:lnTo>
                <a:lnTo>
                  <a:pt x="1303" y="676"/>
                </a:lnTo>
                <a:lnTo>
                  <a:pt x="1305" y="679"/>
                </a:lnTo>
                <a:lnTo>
                  <a:pt x="1306" y="681"/>
                </a:lnTo>
                <a:lnTo>
                  <a:pt x="1305" y="684"/>
                </a:lnTo>
                <a:lnTo>
                  <a:pt x="1304" y="685"/>
                </a:lnTo>
                <a:lnTo>
                  <a:pt x="1304" y="686"/>
                </a:lnTo>
                <a:lnTo>
                  <a:pt x="1304" y="687"/>
                </a:lnTo>
                <a:lnTo>
                  <a:pt x="1304" y="688"/>
                </a:lnTo>
                <a:lnTo>
                  <a:pt x="1305" y="689"/>
                </a:lnTo>
                <a:lnTo>
                  <a:pt x="1304" y="690"/>
                </a:lnTo>
                <a:lnTo>
                  <a:pt x="1304" y="692"/>
                </a:lnTo>
                <a:lnTo>
                  <a:pt x="1304" y="693"/>
                </a:lnTo>
                <a:lnTo>
                  <a:pt x="1304" y="694"/>
                </a:lnTo>
                <a:lnTo>
                  <a:pt x="1303" y="695"/>
                </a:lnTo>
                <a:lnTo>
                  <a:pt x="1303" y="696"/>
                </a:lnTo>
                <a:lnTo>
                  <a:pt x="1303" y="697"/>
                </a:lnTo>
                <a:lnTo>
                  <a:pt x="1302" y="697"/>
                </a:lnTo>
                <a:lnTo>
                  <a:pt x="1302" y="698"/>
                </a:lnTo>
                <a:lnTo>
                  <a:pt x="1301" y="698"/>
                </a:lnTo>
                <a:lnTo>
                  <a:pt x="1301" y="699"/>
                </a:lnTo>
                <a:lnTo>
                  <a:pt x="1300" y="699"/>
                </a:lnTo>
                <a:lnTo>
                  <a:pt x="1300" y="700"/>
                </a:lnTo>
                <a:lnTo>
                  <a:pt x="1300" y="701"/>
                </a:lnTo>
                <a:lnTo>
                  <a:pt x="1300" y="702"/>
                </a:lnTo>
                <a:lnTo>
                  <a:pt x="1301" y="703"/>
                </a:lnTo>
                <a:lnTo>
                  <a:pt x="1301" y="704"/>
                </a:lnTo>
                <a:lnTo>
                  <a:pt x="1300" y="704"/>
                </a:lnTo>
                <a:lnTo>
                  <a:pt x="1300" y="705"/>
                </a:lnTo>
                <a:lnTo>
                  <a:pt x="1299" y="706"/>
                </a:lnTo>
                <a:lnTo>
                  <a:pt x="1298" y="707"/>
                </a:lnTo>
                <a:lnTo>
                  <a:pt x="1298" y="708"/>
                </a:lnTo>
                <a:lnTo>
                  <a:pt x="1297" y="707"/>
                </a:lnTo>
                <a:lnTo>
                  <a:pt x="1296" y="708"/>
                </a:lnTo>
                <a:lnTo>
                  <a:pt x="1295" y="709"/>
                </a:lnTo>
                <a:lnTo>
                  <a:pt x="1295" y="711"/>
                </a:lnTo>
                <a:lnTo>
                  <a:pt x="1296" y="712"/>
                </a:lnTo>
                <a:lnTo>
                  <a:pt x="1296" y="713"/>
                </a:lnTo>
                <a:lnTo>
                  <a:pt x="1295" y="713"/>
                </a:lnTo>
                <a:lnTo>
                  <a:pt x="1296" y="713"/>
                </a:lnTo>
                <a:lnTo>
                  <a:pt x="1296" y="714"/>
                </a:lnTo>
                <a:lnTo>
                  <a:pt x="1297" y="713"/>
                </a:lnTo>
                <a:lnTo>
                  <a:pt x="1298" y="713"/>
                </a:lnTo>
                <a:lnTo>
                  <a:pt x="1299" y="713"/>
                </a:lnTo>
                <a:lnTo>
                  <a:pt x="1299" y="714"/>
                </a:lnTo>
                <a:lnTo>
                  <a:pt x="1299" y="715"/>
                </a:lnTo>
                <a:lnTo>
                  <a:pt x="1299" y="716"/>
                </a:lnTo>
                <a:lnTo>
                  <a:pt x="1299" y="717"/>
                </a:lnTo>
                <a:lnTo>
                  <a:pt x="1300" y="718"/>
                </a:lnTo>
                <a:lnTo>
                  <a:pt x="1299" y="719"/>
                </a:lnTo>
                <a:lnTo>
                  <a:pt x="1298" y="720"/>
                </a:lnTo>
                <a:lnTo>
                  <a:pt x="1298" y="721"/>
                </a:lnTo>
                <a:lnTo>
                  <a:pt x="1297" y="723"/>
                </a:lnTo>
                <a:lnTo>
                  <a:pt x="1296" y="724"/>
                </a:lnTo>
                <a:lnTo>
                  <a:pt x="1297" y="724"/>
                </a:lnTo>
                <a:lnTo>
                  <a:pt x="1297" y="725"/>
                </a:lnTo>
                <a:lnTo>
                  <a:pt x="1297" y="726"/>
                </a:lnTo>
                <a:lnTo>
                  <a:pt x="1298" y="727"/>
                </a:lnTo>
                <a:lnTo>
                  <a:pt x="1298" y="728"/>
                </a:lnTo>
                <a:lnTo>
                  <a:pt x="1297" y="728"/>
                </a:lnTo>
                <a:lnTo>
                  <a:pt x="1296" y="729"/>
                </a:lnTo>
                <a:lnTo>
                  <a:pt x="1295" y="731"/>
                </a:lnTo>
                <a:lnTo>
                  <a:pt x="1294" y="731"/>
                </a:lnTo>
                <a:lnTo>
                  <a:pt x="1294" y="732"/>
                </a:lnTo>
                <a:lnTo>
                  <a:pt x="1295" y="732"/>
                </a:lnTo>
                <a:lnTo>
                  <a:pt x="1294" y="733"/>
                </a:lnTo>
                <a:lnTo>
                  <a:pt x="1293" y="733"/>
                </a:lnTo>
                <a:lnTo>
                  <a:pt x="1292" y="733"/>
                </a:lnTo>
                <a:lnTo>
                  <a:pt x="1293" y="733"/>
                </a:lnTo>
                <a:lnTo>
                  <a:pt x="1293" y="734"/>
                </a:lnTo>
                <a:lnTo>
                  <a:pt x="1293" y="735"/>
                </a:lnTo>
                <a:lnTo>
                  <a:pt x="1292" y="737"/>
                </a:lnTo>
                <a:lnTo>
                  <a:pt x="1292" y="738"/>
                </a:lnTo>
                <a:lnTo>
                  <a:pt x="1292" y="740"/>
                </a:lnTo>
                <a:lnTo>
                  <a:pt x="1291" y="740"/>
                </a:lnTo>
                <a:lnTo>
                  <a:pt x="1290" y="740"/>
                </a:lnTo>
                <a:lnTo>
                  <a:pt x="1290" y="741"/>
                </a:lnTo>
                <a:lnTo>
                  <a:pt x="1290" y="742"/>
                </a:lnTo>
                <a:lnTo>
                  <a:pt x="1289" y="743"/>
                </a:lnTo>
                <a:lnTo>
                  <a:pt x="1289" y="744"/>
                </a:lnTo>
                <a:lnTo>
                  <a:pt x="1289" y="745"/>
                </a:lnTo>
                <a:lnTo>
                  <a:pt x="1288" y="745"/>
                </a:lnTo>
                <a:lnTo>
                  <a:pt x="1288" y="746"/>
                </a:lnTo>
                <a:lnTo>
                  <a:pt x="1287" y="746"/>
                </a:lnTo>
                <a:lnTo>
                  <a:pt x="1286" y="746"/>
                </a:lnTo>
                <a:lnTo>
                  <a:pt x="1285" y="746"/>
                </a:lnTo>
                <a:lnTo>
                  <a:pt x="1284" y="745"/>
                </a:lnTo>
                <a:lnTo>
                  <a:pt x="1283" y="745"/>
                </a:lnTo>
                <a:lnTo>
                  <a:pt x="1283" y="744"/>
                </a:lnTo>
                <a:lnTo>
                  <a:pt x="1282" y="743"/>
                </a:lnTo>
                <a:lnTo>
                  <a:pt x="1282" y="742"/>
                </a:lnTo>
                <a:lnTo>
                  <a:pt x="1281" y="742"/>
                </a:lnTo>
                <a:lnTo>
                  <a:pt x="1280" y="740"/>
                </a:lnTo>
                <a:lnTo>
                  <a:pt x="1279" y="739"/>
                </a:lnTo>
                <a:lnTo>
                  <a:pt x="1279" y="740"/>
                </a:lnTo>
                <a:lnTo>
                  <a:pt x="1278" y="741"/>
                </a:lnTo>
                <a:lnTo>
                  <a:pt x="1278" y="742"/>
                </a:lnTo>
                <a:lnTo>
                  <a:pt x="1279" y="744"/>
                </a:lnTo>
                <a:lnTo>
                  <a:pt x="1278" y="745"/>
                </a:lnTo>
                <a:lnTo>
                  <a:pt x="1278" y="746"/>
                </a:lnTo>
                <a:lnTo>
                  <a:pt x="1277" y="746"/>
                </a:lnTo>
                <a:lnTo>
                  <a:pt x="1278" y="747"/>
                </a:lnTo>
                <a:lnTo>
                  <a:pt x="1278" y="748"/>
                </a:lnTo>
                <a:lnTo>
                  <a:pt x="1277" y="748"/>
                </a:lnTo>
                <a:lnTo>
                  <a:pt x="1277" y="749"/>
                </a:lnTo>
                <a:lnTo>
                  <a:pt x="1277" y="750"/>
                </a:lnTo>
                <a:lnTo>
                  <a:pt x="1278" y="751"/>
                </a:lnTo>
                <a:lnTo>
                  <a:pt x="1278" y="752"/>
                </a:lnTo>
                <a:lnTo>
                  <a:pt x="1277" y="753"/>
                </a:lnTo>
                <a:lnTo>
                  <a:pt x="1277" y="754"/>
                </a:lnTo>
                <a:lnTo>
                  <a:pt x="1276" y="758"/>
                </a:lnTo>
                <a:lnTo>
                  <a:pt x="1276" y="761"/>
                </a:lnTo>
                <a:lnTo>
                  <a:pt x="1276" y="762"/>
                </a:lnTo>
                <a:lnTo>
                  <a:pt x="1278" y="765"/>
                </a:lnTo>
                <a:lnTo>
                  <a:pt x="1277" y="767"/>
                </a:lnTo>
                <a:lnTo>
                  <a:pt x="1277" y="768"/>
                </a:lnTo>
                <a:lnTo>
                  <a:pt x="1278" y="768"/>
                </a:lnTo>
                <a:lnTo>
                  <a:pt x="1279" y="769"/>
                </a:lnTo>
                <a:lnTo>
                  <a:pt x="1280" y="773"/>
                </a:lnTo>
                <a:lnTo>
                  <a:pt x="1281" y="773"/>
                </a:lnTo>
                <a:lnTo>
                  <a:pt x="1282" y="773"/>
                </a:lnTo>
                <a:lnTo>
                  <a:pt x="1283" y="773"/>
                </a:lnTo>
                <a:lnTo>
                  <a:pt x="1284" y="773"/>
                </a:lnTo>
                <a:lnTo>
                  <a:pt x="1285" y="773"/>
                </a:lnTo>
                <a:lnTo>
                  <a:pt x="1285" y="774"/>
                </a:lnTo>
                <a:lnTo>
                  <a:pt x="1286" y="775"/>
                </a:lnTo>
                <a:lnTo>
                  <a:pt x="1286" y="776"/>
                </a:lnTo>
                <a:lnTo>
                  <a:pt x="1285" y="777"/>
                </a:lnTo>
                <a:lnTo>
                  <a:pt x="1285" y="778"/>
                </a:lnTo>
                <a:lnTo>
                  <a:pt x="1286" y="777"/>
                </a:lnTo>
                <a:lnTo>
                  <a:pt x="1287" y="777"/>
                </a:lnTo>
                <a:lnTo>
                  <a:pt x="1287" y="776"/>
                </a:lnTo>
                <a:lnTo>
                  <a:pt x="1288" y="776"/>
                </a:lnTo>
                <a:lnTo>
                  <a:pt x="1289" y="776"/>
                </a:lnTo>
                <a:lnTo>
                  <a:pt x="1289" y="775"/>
                </a:lnTo>
                <a:lnTo>
                  <a:pt x="1291" y="774"/>
                </a:lnTo>
                <a:lnTo>
                  <a:pt x="1291" y="775"/>
                </a:lnTo>
                <a:lnTo>
                  <a:pt x="1292" y="774"/>
                </a:lnTo>
                <a:lnTo>
                  <a:pt x="1293" y="774"/>
                </a:lnTo>
                <a:lnTo>
                  <a:pt x="1293" y="775"/>
                </a:lnTo>
                <a:lnTo>
                  <a:pt x="1294" y="775"/>
                </a:lnTo>
                <a:lnTo>
                  <a:pt x="1294" y="776"/>
                </a:lnTo>
                <a:lnTo>
                  <a:pt x="1295" y="776"/>
                </a:lnTo>
                <a:lnTo>
                  <a:pt x="1296" y="776"/>
                </a:lnTo>
                <a:lnTo>
                  <a:pt x="1296" y="777"/>
                </a:lnTo>
                <a:lnTo>
                  <a:pt x="1297" y="779"/>
                </a:lnTo>
                <a:lnTo>
                  <a:pt x="1296" y="779"/>
                </a:lnTo>
                <a:lnTo>
                  <a:pt x="1297" y="781"/>
                </a:lnTo>
                <a:lnTo>
                  <a:pt x="1298" y="783"/>
                </a:lnTo>
                <a:lnTo>
                  <a:pt x="1298" y="784"/>
                </a:lnTo>
                <a:lnTo>
                  <a:pt x="1298" y="785"/>
                </a:lnTo>
                <a:lnTo>
                  <a:pt x="1298" y="786"/>
                </a:lnTo>
                <a:lnTo>
                  <a:pt x="1298" y="787"/>
                </a:lnTo>
                <a:lnTo>
                  <a:pt x="1298" y="788"/>
                </a:lnTo>
                <a:lnTo>
                  <a:pt x="1298" y="789"/>
                </a:lnTo>
                <a:lnTo>
                  <a:pt x="1298" y="790"/>
                </a:lnTo>
                <a:lnTo>
                  <a:pt x="1298" y="792"/>
                </a:lnTo>
                <a:lnTo>
                  <a:pt x="1297" y="792"/>
                </a:lnTo>
                <a:lnTo>
                  <a:pt x="1296" y="793"/>
                </a:lnTo>
                <a:lnTo>
                  <a:pt x="1295" y="793"/>
                </a:lnTo>
                <a:lnTo>
                  <a:pt x="1295" y="795"/>
                </a:lnTo>
                <a:lnTo>
                  <a:pt x="1297" y="796"/>
                </a:lnTo>
                <a:lnTo>
                  <a:pt x="1298" y="797"/>
                </a:lnTo>
                <a:lnTo>
                  <a:pt x="1298" y="798"/>
                </a:lnTo>
                <a:lnTo>
                  <a:pt x="1298" y="799"/>
                </a:lnTo>
                <a:lnTo>
                  <a:pt x="1300" y="799"/>
                </a:lnTo>
                <a:lnTo>
                  <a:pt x="1301" y="798"/>
                </a:lnTo>
                <a:lnTo>
                  <a:pt x="1301" y="797"/>
                </a:lnTo>
                <a:lnTo>
                  <a:pt x="1301" y="795"/>
                </a:lnTo>
                <a:lnTo>
                  <a:pt x="1301" y="794"/>
                </a:lnTo>
                <a:lnTo>
                  <a:pt x="1302" y="794"/>
                </a:lnTo>
                <a:lnTo>
                  <a:pt x="1303" y="794"/>
                </a:lnTo>
                <a:lnTo>
                  <a:pt x="1304" y="795"/>
                </a:lnTo>
                <a:lnTo>
                  <a:pt x="1305" y="795"/>
                </a:lnTo>
                <a:lnTo>
                  <a:pt x="1306" y="795"/>
                </a:lnTo>
                <a:lnTo>
                  <a:pt x="1307" y="795"/>
                </a:lnTo>
                <a:lnTo>
                  <a:pt x="1310" y="792"/>
                </a:lnTo>
                <a:lnTo>
                  <a:pt x="1311" y="792"/>
                </a:lnTo>
                <a:lnTo>
                  <a:pt x="1312" y="791"/>
                </a:lnTo>
                <a:lnTo>
                  <a:pt x="1312" y="790"/>
                </a:lnTo>
                <a:lnTo>
                  <a:pt x="1314" y="789"/>
                </a:lnTo>
                <a:lnTo>
                  <a:pt x="1314" y="788"/>
                </a:lnTo>
                <a:lnTo>
                  <a:pt x="1315" y="788"/>
                </a:lnTo>
                <a:lnTo>
                  <a:pt x="1315" y="789"/>
                </a:lnTo>
                <a:lnTo>
                  <a:pt x="1316" y="789"/>
                </a:lnTo>
                <a:lnTo>
                  <a:pt x="1317" y="789"/>
                </a:lnTo>
                <a:lnTo>
                  <a:pt x="1317" y="790"/>
                </a:lnTo>
                <a:lnTo>
                  <a:pt x="1318" y="790"/>
                </a:lnTo>
                <a:lnTo>
                  <a:pt x="1318" y="791"/>
                </a:lnTo>
                <a:lnTo>
                  <a:pt x="1319" y="791"/>
                </a:lnTo>
                <a:lnTo>
                  <a:pt x="1320" y="791"/>
                </a:lnTo>
                <a:lnTo>
                  <a:pt x="1319" y="790"/>
                </a:lnTo>
                <a:lnTo>
                  <a:pt x="1318" y="789"/>
                </a:lnTo>
                <a:lnTo>
                  <a:pt x="1319" y="788"/>
                </a:lnTo>
                <a:lnTo>
                  <a:pt x="1319" y="787"/>
                </a:lnTo>
                <a:lnTo>
                  <a:pt x="1320" y="788"/>
                </a:lnTo>
                <a:lnTo>
                  <a:pt x="1321" y="788"/>
                </a:lnTo>
                <a:lnTo>
                  <a:pt x="1320" y="789"/>
                </a:lnTo>
                <a:lnTo>
                  <a:pt x="1320" y="790"/>
                </a:lnTo>
                <a:lnTo>
                  <a:pt x="1320" y="791"/>
                </a:lnTo>
                <a:lnTo>
                  <a:pt x="1321" y="791"/>
                </a:lnTo>
                <a:lnTo>
                  <a:pt x="1320" y="793"/>
                </a:lnTo>
                <a:lnTo>
                  <a:pt x="1320" y="794"/>
                </a:lnTo>
                <a:lnTo>
                  <a:pt x="1320" y="797"/>
                </a:lnTo>
                <a:lnTo>
                  <a:pt x="1320" y="798"/>
                </a:lnTo>
                <a:lnTo>
                  <a:pt x="1320" y="799"/>
                </a:lnTo>
                <a:lnTo>
                  <a:pt x="1319" y="800"/>
                </a:lnTo>
                <a:lnTo>
                  <a:pt x="1318" y="801"/>
                </a:lnTo>
                <a:lnTo>
                  <a:pt x="1318" y="802"/>
                </a:lnTo>
                <a:lnTo>
                  <a:pt x="1318" y="803"/>
                </a:lnTo>
                <a:lnTo>
                  <a:pt x="1318" y="804"/>
                </a:lnTo>
                <a:lnTo>
                  <a:pt x="1319" y="805"/>
                </a:lnTo>
                <a:lnTo>
                  <a:pt x="1318" y="805"/>
                </a:lnTo>
                <a:lnTo>
                  <a:pt x="1318" y="807"/>
                </a:lnTo>
                <a:lnTo>
                  <a:pt x="1319" y="808"/>
                </a:lnTo>
                <a:lnTo>
                  <a:pt x="1318" y="809"/>
                </a:lnTo>
                <a:lnTo>
                  <a:pt x="1318" y="810"/>
                </a:lnTo>
                <a:lnTo>
                  <a:pt x="1318" y="811"/>
                </a:lnTo>
                <a:lnTo>
                  <a:pt x="1318" y="812"/>
                </a:lnTo>
                <a:lnTo>
                  <a:pt x="1317" y="812"/>
                </a:lnTo>
                <a:lnTo>
                  <a:pt x="1317" y="813"/>
                </a:lnTo>
                <a:lnTo>
                  <a:pt x="1318" y="814"/>
                </a:lnTo>
                <a:lnTo>
                  <a:pt x="1319" y="814"/>
                </a:lnTo>
                <a:lnTo>
                  <a:pt x="1319" y="815"/>
                </a:lnTo>
                <a:lnTo>
                  <a:pt x="1320" y="815"/>
                </a:lnTo>
                <a:lnTo>
                  <a:pt x="1321" y="816"/>
                </a:lnTo>
                <a:lnTo>
                  <a:pt x="1321" y="815"/>
                </a:lnTo>
                <a:lnTo>
                  <a:pt x="1322" y="814"/>
                </a:lnTo>
                <a:lnTo>
                  <a:pt x="1323" y="813"/>
                </a:lnTo>
                <a:lnTo>
                  <a:pt x="1324" y="813"/>
                </a:lnTo>
                <a:lnTo>
                  <a:pt x="1325" y="814"/>
                </a:lnTo>
                <a:lnTo>
                  <a:pt x="1326" y="815"/>
                </a:lnTo>
                <a:lnTo>
                  <a:pt x="1327" y="816"/>
                </a:lnTo>
                <a:lnTo>
                  <a:pt x="1327" y="817"/>
                </a:lnTo>
                <a:lnTo>
                  <a:pt x="1328" y="819"/>
                </a:lnTo>
                <a:lnTo>
                  <a:pt x="1329" y="819"/>
                </a:lnTo>
                <a:lnTo>
                  <a:pt x="1330" y="820"/>
                </a:lnTo>
                <a:lnTo>
                  <a:pt x="1331" y="821"/>
                </a:lnTo>
                <a:lnTo>
                  <a:pt x="1334" y="821"/>
                </a:lnTo>
                <a:lnTo>
                  <a:pt x="1335" y="821"/>
                </a:lnTo>
                <a:lnTo>
                  <a:pt x="1336" y="821"/>
                </a:lnTo>
                <a:lnTo>
                  <a:pt x="1336" y="822"/>
                </a:lnTo>
                <a:lnTo>
                  <a:pt x="1337" y="823"/>
                </a:lnTo>
                <a:lnTo>
                  <a:pt x="1336" y="824"/>
                </a:lnTo>
                <a:lnTo>
                  <a:pt x="1337" y="824"/>
                </a:lnTo>
                <a:lnTo>
                  <a:pt x="1337" y="826"/>
                </a:lnTo>
                <a:lnTo>
                  <a:pt x="1338" y="826"/>
                </a:lnTo>
                <a:lnTo>
                  <a:pt x="1338" y="827"/>
                </a:lnTo>
                <a:lnTo>
                  <a:pt x="1337" y="827"/>
                </a:lnTo>
                <a:lnTo>
                  <a:pt x="1337" y="828"/>
                </a:lnTo>
                <a:lnTo>
                  <a:pt x="1337" y="829"/>
                </a:lnTo>
                <a:lnTo>
                  <a:pt x="1337" y="830"/>
                </a:lnTo>
                <a:lnTo>
                  <a:pt x="1337" y="831"/>
                </a:lnTo>
                <a:lnTo>
                  <a:pt x="1338" y="832"/>
                </a:lnTo>
                <a:lnTo>
                  <a:pt x="1338" y="833"/>
                </a:lnTo>
                <a:lnTo>
                  <a:pt x="1338" y="834"/>
                </a:lnTo>
                <a:lnTo>
                  <a:pt x="1337" y="834"/>
                </a:lnTo>
                <a:lnTo>
                  <a:pt x="1336" y="834"/>
                </a:lnTo>
                <a:lnTo>
                  <a:pt x="1336" y="835"/>
                </a:lnTo>
                <a:lnTo>
                  <a:pt x="1336" y="836"/>
                </a:lnTo>
                <a:lnTo>
                  <a:pt x="1337" y="836"/>
                </a:lnTo>
                <a:lnTo>
                  <a:pt x="1338" y="836"/>
                </a:lnTo>
                <a:lnTo>
                  <a:pt x="1339" y="837"/>
                </a:lnTo>
                <a:lnTo>
                  <a:pt x="1340" y="838"/>
                </a:lnTo>
                <a:lnTo>
                  <a:pt x="1341" y="838"/>
                </a:lnTo>
                <a:lnTo>
                  <a:pt x="1342" y="837"/>
                </a:lnTo>
                <a:lnTo>
                  <a:pt x="1341" y="836"/>
                </a:lnTo>
                <a:lnTo>
                  <a:pt x="1342" y="836"/>
                </a:lnTo>
                <a:lnTo>
                  <a:pt x="1343" y="836"/>
                </a:lnTo>
                <a:lnTo>
                  <a:pt x="1344" y="836"/>
                </a:lnTo>
                <a:lnTo>
                  <a:pt x="1345" y="836"/>
                </a:lnTo>
                <a:lnTo>
                  <a:pt x="1345" y="835"/>
                </a:lnTo>
                <a:lnTo>
                  <a:pt x="1346" y="835"/>
                </a:lnTo>
                <a:lnTo>
                  <a:pt x="1347" y="836"/>
                </a:lnTo>
                <a:lnTo>
                  <a:pt x="1347" y="835"/>
                </a:lnTo>
                <a:lnTo>
                  <a:pt x="1348" y="835"/>
                </a:lnTo>
                <a:lnTo>
                  <a:pt x="1349" y="836"/>
                </a:lnTo>
                <a:lnTo>
                  <a:pt x="1349" y="837"/>
                </a:lnTo>
                <a:lnTo>
                  <a:pt x="1349" y="838"/>
                </a:lnTo>
                <a:lnTo>
                  <a:pt x="1350" y="838"/>
                </a:lnTo>
                <a:lnTo>
                  <a:pt x="1352" y="839"/>
                </a:lnTo>
                <a:lnTo>
                  <a:pt x="1352" y="840"/>
                </a:lnTo>
                <a:lnTo>
                  <a:pt x="1353" y="840"/>
                </a:lnTo>
                <a:lnTo>
                  <a:pt x="1354" y="840"/>
                </a:lnTo>
                <a:lnTo>
                  <a:pt x="1354" y="841"/>
                </a:lnTo>
                <a:lnTo>
                  <a:pt x="1355" y="842"/>
                </a:lnTo>
                <a:lnTo>
                  <a:pt x="1356" y="842"/>
                </a:lnTo>
                <a:lnTo>
                  <a:pt x="1357" y="842"/>
                </a:lnTo>
                <a:lnTo>
                  <a:pt x="1357" y="841"/>
                </a:lnTo>
                <a:lnTo>
                  <a:pt x="1357" y="840"/>
                </a:lnTo>
                <a:lnTo>
                  <a:pt x="1357" y="839"/>
                </a:lnTo>
                <a:lnTo>
                  <a:pt x="1358" y="839"/>
                </a:lnTo>
                <a:lnTo>
                  <a:pt x="1358" y="840"/>
                </a:lnTo>
                <a:lnTo>
                  <a:pt x="1358" y="839"/>
                </a:lnTo>
                <a:lnTo>
                  <a:pt x="1359" y="839"/>
                </a:lnTo>
                <a:lnTo>
                  <a:pt x="1360" y="840"/>
                </a:lnTo>
                <a:lnTo>
                  <a:pt x="1361" y="840"/>
                </a:lnTo>
                <a:lnTo>
                  <a:pt x="1362" y="840"/>
                </a:lnTo>
                <a:lnTo>
                  <a:pt x="1362" y="841"/>
                </a:lnTo>
                <a:lnTo>
                  <a:pt x="1362" y="842"/>
                </a:lnTo>
                <a:lnTo>
                  <a:pt x="1363" y="842"/>
                </a:lnTo>
                <a:lnTo>
                  <a:pt x="1364" y="843"/>
                </a:lnTo>
                <a:lnTo>
                  <a:pt x="1364" y="844"/>
                </a:lnTo>
                <a:lnTo>
                  <a:pt x="1365" y="844"/>
                </a:lnTo>
                <a:lnTo>
                  <a:pt x="1366" y="842"/>
                </a:lnTo>
                <a:lnTo>
                  <a:pt x="1367" y="842"/>
                </a:lnTo>
                <a:lnTo>
                  <a:pt x="1368" y="841"/>
                </a:lnTo>
                <a:lnTo>
                  <a:pt x="1369" y="842"/>
                </a:lnTo>
                <a:lnTo>
                  <a:pt x="1369" y="844"/>
                </a:lnTo>
                <a:lnTo>
                  <a:pt x="1370" y="847"/>
                </a:lnTo>
                <a:lnTo>
                  <a:pt x="1371" y="847"/>
                </a:lnTo>
                <a:lnTo>
                  <a:pt x="1370" y="847"/>
                </a:lnTo>
                <a:lnTo>
                  <a:pt x="1370" y="848"/>
                </a:lnTo>
                <a:lnTo>
                  <a:pt x="1369" y="848"/>
                </a:lnTo>
                <a:lnTo>
                  <a:pt x="1368" y="848"/>
                </a:lnTo>
                <a:lnTo>
                  <a:pt x="1367" y="849"/>
                </a:lnTo>
                <a:lnTo>
                  <a:pt x="1367" y="850"/>
                </a:lnTo>
                <a:lnTo>
                  <a:pt x="1367" y="853"/>
                </a:lnTo>
                <a:lnTo>
                  <a:pt x="1368" y="855"/>
                </a:lnTo>
                <a:lnTo>
                  <a:pt x="1369" y="855"/>
                </a:lnTo>
                <a:lnTo>
                  <a:pt x="1368" y="855"/>
                </a:lnTo>
                <a:lnTo>
                  <a:pt x="1367" y="856"/>
                </a:lnTo>
                <a:lnTo>
                  <a:pt x="1367" y="857"/>
                </a:lnTo>
                <a:lnTo>
                  <a:pt x="1367" y="858"/>
                </a:lnTo>
                <a:lnTo>
                  <a:pt x="1368" y="859"/>
                </a:lnTo>
                <a:lnTo>
                  <a:pt x="1368" y="860"/>
                </a:lnTo>
                <a:lnTo>
                  <a:pt x="1369" y="861"/>
                </a:lnTo>
                <a:lnTo>
                  <a:pt x="1369" y="862"/>
                </a:lnTo>
                <a:lnTo>
                  <a:pt x="1368" y="863"/>
                </a:lnTo>
                <a:lnTo>
                  <a:pt x="1367" y="863"/>
                </a:lnTo>
                <a:lnTo>
                  <a:pt x="1365" y="862"/>
                </a:lnTo>
                <a:lnTo>
                  <a:pt x="1362" y="858"/>
                </a:lnTo>
                <a:lnTo>
                  <a:pt x="1360" y="856"/>
                </a:lnTo>
                <a:lnTo>
                  <a:pt x="1360" y="855"/>
                </a:lnTo>
                <a:lnTo>
                  <a:pt x="1358" y="853"/>
                </a:lnTo>
                <a:lnTo>
                  <a:pt x="1357" y="853"/>
                </a:lnTo>
                <a:lnTo>
                  <a:pt x="1356" y="853"/>
                </a:lnTo>
                <a:lnTo>
                  <a:pt x="1355" y="853"/>
                </a:lnTo>
                <a:lnTo>
                  <a:pt x="1353" y="854"/>
                </a:lnTo>
                <a:lnTo>
                  <a:pt x="1352" y="855"/>
                </a:lnTo>
                <a:lnTo>
                  <a:pt x="1352" y="856"/>
                </a:lnTo>
                <a:lnTo>
                  <a:pt x="1351" y="856"/>
                </a:lnTo>
                <a:lnTo>
                  <a:pt x="1352" y="857"/>
                </a:lnTo>
                <a:lnTo>
                  <a:pt x="1353" y="858"/>
                </a:lnTo>
                <a:lnTo>
                  <a:pt x="1353" y="861"/>
                </a:lnTo>
                <a:lnTo>
                  <a:pt x="1352" y="863"/>
                </a:lnTo>
                <a:lnTo>
                  <a:pt x="1350" y="864"/>
                </a:lnTo>
                <a:lnTo>
                  <a:pt x="1350" y="865"/>
                </a:lnTo>
                <a:lnTo>
                  <a:pt x="1350" y="866"/>
                </a:lnTo>
                <a:lnTo>
                  <a:pt x="1350" y="867"/>
                </a:lnTo>
                <a:lnTo>
                  <a:pt x="1349" y="868"/>
                </a:lnTo>
                <a:lnTo>
                  <a:pt x="1348" y="869"/>
                </a:lnTo>
                <a:lnTo>
                  <a:pt x="1347" y="870"/>
                </a:lnTo>
                <a:lnTo>
                  <a:pt x="1346" y="870"/>
                </a:lnTo>
                <a:lnTo>
                  <a:pt x="1346" y="871"/>
                </a:lnTo>
                <a:lnTo>
                  <a:pt x="1346" y="872"/>
                </a:lnTo>
                <a:lnTo>
                  <a:pt x="1346" y="874"/>
                </a:lnTo>
                <a:lnTo>
                  <a:pt x="1345" y="875"/>
                </a:lnTo>
                <a:lnTo>
                  <a:pt x="1344" y="876"/>
                </a:lnTo>
                <a:lnTo>
                  <a:pt x="1344" y="878"/>
                </a:lnTo>
                <a:lnTo>
                  <a:pt x="1344" y="879"/>
                </a:lnTo>
                <a:lnTo>
                  <a:pt x="1344" y="880"/>
                </a:lnTo>
                <a:lnTo>
                  <a:pt x="1343" y="880"/>
                </a:lnTo>
                <a:lnTo>
                  <a:pt x="1343" y="881"/>
                </a:lnTo>
                <a:lnTo>
                  <a:pt x="1342" y="881"/>
                </a:lnTo>
                <a:lnTo>
                  <a:pt x="1341" y="882"/>
                </a:lnTo>
                <a:lnTo>
                  <a:pt x="1340" y="883"/>
                </a:lnTo>
                <a:lnTo>
                  <a:pt x="1339" y="883"/>
                </a:lnTo>
                <a:lnTo>
                  <a:pt x="1336" y="883"/>
                </a:lnTo>
                <a:lnTo>
                  <a:pt x="1335" y="883"/>
                </a:lnTo>
                <a:lnTo>
                  <a:pt x="1333" y="883"/>
                </a:lnTo>
                <a:lnTo>
                  <a:pt x="1332" y="883"/>
                </a:lnTo>
                <a:lnTo>
                  <a:pt x="1332" y="884"/>
                </a:lnTo>
                <a:lnTo>
                  <a:pt x="1333" y="884"/>
                </a:lnTo>
                <a:lnTo>
                  <a:pt x="1334" y="884"/>
                </a:lnTo>
                <a:lnTo>
                  <a:pt x="1335" y="884"/>
                </a:lnTo>
                <a:lnTo>
                  <a:pt x="1336" y="884"/>
                </a:lnTo>
                <a:lnTo>
                  <a:pt x="1337" y="884"/>
                </a:lnTo>
                <a:lnTo>
                  <a:pt x="1338" y="883"/>
                </a:lnTo>
                <a:lnTo>
                  <a:pt x="1341" y="883"/>
                </a:lnTo>
                <a:lnTo>
                  <a:pt x="1342" y="884"/>
                </a:lnTo>
                <a:lnTo>
                  <a:pt x="1343" y="884"/>
                </a:lnTo>
                <a:lnTo>
                  <a:pt x="1344" y="884"/>
                </a:lnTo>
                <a:lnTo>
                  <a:pt x="1345" y="886"/>
                </a:lnTo>
                <a:lnTo>
                  <a:pt x="1346" y="887"/>
                </a:lnTo>
                <a:lnTo>
                  <a:pt x="1347" y="888"/>
                </a:lnTo>
                <a:lnTo>
                  <a:pt x="1347" y="889"/>
                </a:lnTo>
                <a:lnTo>
                  <a:pt x="1348" y="890"/>
                </a:lnTo>
                <a:lnTo>
                  <a:pt x="1348" y="891"/>
                </a:lnTo>
                <a:lnTo>
                  <a:pt x="1348" y="892"/>
                </a:lnTo>
                <a:lnTo>
                  <a:pt x="1348" y="893"/>
                </a:lnTo>
                <a:lnTo>
                  <a:pt x="1348" y="894"/>
                </a:lnTo>
                <a:lnTo>
                  <a:pt x="1349" y="895"/>
                </a:lnTo>
                <a:lnTo>
                  <a:pt x="1349" y="896"/>
                </a:lnTo>
                <a:lnTo>
                  <a:pt x="1348" y="897"/>
                </a:lnTo>
                <a:lnTo>
                  <a:pt x="1347" y="897"/>
                </a:lnTo>
                <a:lnTo>
                  <a:pt x="1345" y="898"/>
                </a:lnTo>
                <a:lnTo>
                  <a:pt x="1344" y="898"/>
                </a:lnTo>
                <a:lnTo>
                  <a:pt x="1344" y="899"/>
                </a:lnTo>
                <a:lnTo>
                  <a:pt x="1344" y="900"/>
                </a:lnTo>
                <a:lnTo>
                  <a:pt x="1345" y="900"/>
                </a:lnTo>
                <a:lnTo>
                  <a:pt x="1344" y="901"/>
                </a:lnTo>
                <a:lnTo>
                  <a:pt x="1343" y="901"/>
                </a:lnTo>
                <a:lnTo>
                  <a:pt x="1342" y="901"/>
                </a:lnTo>
                <a:lnTo>
                  <a:pt x="1340" y="902"/>
                </a:lnTo>
                <a:lnTo>
                  <a:pt x="1340" y="903"/>
                </a:lnTo>
                <a:lnTo>
                  <a:pt x="1340" y="904"/>
                </a:lnTo>
                <a:lnTo>
                  <a:pt x="1340" y="905"/>
                </a:lnTo>
                <a:lnTo>
                  <a:pt x="1340" y="906"/>
                </a:lnTo>
                <a:lnTo>
                  <a:pt x="1339" y="906"/>
                </a:lnTo>
                <a:lnTo>
                  <a:pt x="1338" y="907"/>
                </a:lnTo>
                <a:lnTo>
                  <a:pt x="1338" y="908"/>
                </a:lnTo>
                <a:lnTo>
                  <a:pt x="1338" y="909"/>
                </a:lnTo>
                <a:lnTo>
                  <a:pt x="1337" y="910"/>
                </a:lnTo>
                <a:lnTo>
                  <a:pt x="1336" y="911"/>
                </a:lnTo>
                <a:lnTo>
                  <a:pt x="1335" y="912"/>
                </a:lnTo>
                <a:lnTo>
                  <a:pt x="1335" y="913"/>
                </a:lnTo>
                <a:lnTo>
                  <a:pt x="1335" y="914"/>
                </a:lnTo>
                <a:lnTo>
                  <a:pt x="1335" y="915"/>
                </a:lnTo>
                <a:lnTo>
                  <a:pt x="1334" y="916"/>
                </a:lnTo>
                <a:lnTo>
                  <a:pt x="1333" y="916"/>
                </a:lnTo>
                <a:lnTo>
                  <a:pt x="1333" y="917"/>
                </a:lnTo>
                <a:lnTo>
                  <a:pt x="1332" y="917"/>
                </a:lnTo>
                <a:lnTo>
                  <a:pt x="1330" y="917"/>
                </a:lnTo>
                <a:lnTo>
                  <a:pt x="1329" y="918"/>
                </a:lnTo>
                <a:lnTo>
                  <a:pt x="1327" y="919"/>
                </a:lnTo>
                <a:lnTo>
                  <a:pt x="1326" y="922"/>
                </a:lnTo>
                <a:lnTo>
                  <a:pt x="1324" y="924"/>
                </a:lnTo>
                <a:lnTo>
                  <a:pt x="1324" y="925"/>
                </a:lnTo>
                <a:lnTo>
                  <a:pt x="1324" y="926"/>
                </a:lnTo>
                <a:lnTo>
                  <a:pt x="1323" y="927"/>
                </a:lnTo>
                <a:lnTo>
                  <a:pt x="1321" y="929"/>
                </a:lnTo>
                <a:lnTo>
                  <a:pt x="1319" y="931"/>
                </a:lnTo>
                <a:lnTo>
                  <a:pt x="1318" y="931"/>
                </a:lnTo>
                <a:lnTo>
                  <a:pt x="1317" y="933"/>
                </a:lnTo>
                <a:lnTo>
                  <a:pt x="1317" y="935"/>
                </a:lnTo>
                <a:lnTo>
                  <a:pt x="1316" y="936"/>
                </a:lnTo>
                <a:lnTo>
                  <a:pt x="1316" y="938"/>
                </a:lnTo>
                <a:lnTo>
                  <a:pt x="1317" y="938"/>
                </a:lnTo>
                <a:lnTo>
                  <a:pt x="1317" y="939"/>
                </a:lnTo>
                <a:lnTo>
                  <a:pt x="1318" y="940"/>
                </a:lnTo>
                <a:lnTo>
                  <a:pt x="1318" y="941"/>
                </a:lnTo>
                <a:lnTo>
                  <a:pt x="1318" y="942"/>
                </a:lnTo>
                <a:lnTo>
                  <a:pt x="1317" y="942"/>
                </a:lnTo>
                <a:lnTo>
                  <a:pt x="1317" y="943"/>
                </a:lnTo>
                <a:lnTo>
                  <a:pt x="1317" y="944"/>
                </a:lnTo>
                <a:lnTo>
                  <a:pt x="1317" y="945"/>
                </a:lnTo>
                <a:lnTo>
                  <a:pt x="1316" y="947"/>
                </a:lnTo>
                <a:lnTo>
                  <a:pt x="1315" y="948"/>
                </a:lnTo>
                <a:lnTo>
                  <a:pt x="1315" y="949"/>
                </a:lnTo>
                <a:lnTo>
                  <a:pt x="1315" y="950"/>
                </a:lnTo>
                <a:lnTo>
                  <a:pt x="1313" y="951"/>
                </a:lnTo>
                <a:lnTo>
                  <a:pt x="1313" y="952"/>
                </a:lnTo>
                <a:lnTo>
                  <a:pt x="1312" y="954"/>
                </a:lnTo>
                <a:lnTo>
                  <a:pt x="1312" y="956"/>
                </a:lnTo>
                <a:lnTo>
                  <a:pt x="1311" y="957"/>
                </a:lnTo>
                <a:lnTo>
                  <a:pt x="1310" y="959"/>
                </a:lnTo>
                <a:lnTo>
                  <a:pt x="1310" y="960"/>
                </a:lnTo>
                <a:lnTo>
                  <a:pt x="1309" y="962"/>
                </a:lnTo>
                <a:lnTo>
                  <a:pt x="1308" y="965"/>
                </a:lnTo>
                <a:lnTo>
                  <a:pt x="1308" y="966"/>
                </a:lnTo>
                <a:lnTo>
                  <a:pt x="1307" y="966"/>
                </a:lnTo>
                <a:lnTo>
                  <a:pt x="1306" y="966"/>
                </a:lnTo>
                <a:lnTo>
                  <a:pt x="1305" y="966"/>
                </a:lnTo>
                <a:lnTo>
                  <a:pt x="1305" y="967"/>
                </a:lnTo>
                <a:lnTo>
                  <a:pt x="1304" y="967"/>
                </a:lnTo>
                <a:lnTo>
                  <a:pt x="1304" y="968"/>
                </a:lnTo>
                <a:lnTo>
                  <a:pt x="1303" y="968"/>
                </a:lnTo>
                <a:lnTo>
                  <a:pt x="1302" y="968"/>
                </a:lnTo>
                <a:lnTo>
                  <a:pt x="1301" y="968"/>
                </a:lnTo>
                <a:lnTo>
                  <a:pt x="1300" y="968"/>
                </a:lnTo>
                <a:lnTo>
                  <a:pt x="1300" y="969"/>
                </a:lnTo>
                <a:lnTo>
                  <a:pt x="1301" y="970"/>
                </a:lnTo>
                <a:lnTo>
                  <a:pt x="1301" y="969"/>
                </a:lnTo>
                <a:lnTo>
                  <a:pt x="1302" y="970"/>
                </a:lnTo>
                <a:lnTo>
                  <a:pt x="1302" y="969"/>
                </a:lnTo>
                <a:lnTo>
                  <a:pt x="1303" y="969"/>
                </a:lnTo>
                <a:lnTo>
                  <a:pt x="1303" y="970"/>
                </a:lnTo>
                <a:lnTo>
                  <a:pt x="1304" y="969"/>
                </a:lnTo>
                <a:lnTo>
                  <a:pt x="1305" y="969"/>
                </a:lnTo>
                <a:lnTo>
                  <a:pt x="1304" y="969"/>
                </a:lnTo>
                <a:lnTo>
                  <a:pt x="1305" y="968"/>
                </a:lnTo>
                <a:lnTo>
                  <a:pt x="1305" y="967"/>
                </a:lnTo>
                <a:lnTo>
                  <a:pt x="1306" y="968"/>
                </a:lnTo>
                <a:lnTo>
                  <a:pt x="1307" y="968"/>
                </a:lnTo>
                <a:lnTo>
                  <a:pt x="1307" y="967"/>
                </a:lnTo>
                <a:lnTo>
                  <a:pt x="1307" y="969"/>
                </a:lnTo>
                <a:lnTo>
                  <a:pt x="1308" y="970"/>
                </a:lnTo>
                <a:lnTo>
                  <a:pt x="1309" y="970"/>
                </a:lnTo>
                <a:lnTo>
                  <a:pt x="1310" y="970"/>
                </a:lnTo>
                <a:lnTo>
                  <a:pt x="1310" y="971"/>
                </a:lnTo>
                <a:lnTo>
                  <a:pt x="1310" y="973"/>
                </a:lnTo>
                <a:lnTo>
                  <a:pt x="1310" y="975"/>
                </a:lnTo>
                <a:lnTo>
                  <a:pt x="1310" y="977"/>
                </a:lnTo>
                <a:lnTo>
                  <a:pt x="1310" y="979"/>
                </a:lnTo>
                <a:lnTo>
                  <a:pt x="1311" y="980"/>
                </a:lnTo>
                <a:lnTo>
                  <a:pt x="1311" y="982"/>
                </a:lnTo>
                <a:lnTo>
                  <a:pt x="1312" y="984"/>
                </a:lnTo>
                <a:lnTo>
                  <a:pt x="1312" y="985"/>
                </a:lnTo>
                <a:lnTo>
                  <a:pt x="1312" y="986"/>
                </a:lnTo>
                <a:lnTo>
                  <a:pt x="1312" y="987"/>
                </a:lnTo>
                <a:lnTo>
                  <a:pt x="1313" y="990"/>
                </a:lnTo>
                <a:lnTo>
                  <a:pt x="1314" y="991"/>
                </a:lnTo>
                <a:lnTo>
                  <a:pt x="1315" y="991"/>
                </a:lnTo>
                <a:lnTo>
                  <a:pt x="1315" y="990"/>
                </a:lnTo>
                <a:lnTo>
                  <a:pt x="1316" y="990"/>
                </a:lnTo>
                <a:lnTo>
                  <a:pt x="1317" y="991"/>
                </a:lnTo>
                <a:lnTo>
                  <a:pt x="1317" y="992"/>
                </a:lnTo>
                <a:lnTo>
                  <a:pt x="1318" y="993"/>
                </a:lnTo>
                <a:lnTo>
                  <a:pt x="1319" y="994"/>
                </a:lnTo>
                <a:lnTo>
                  <a:pt x="1318" y="995"/>
                </a:lnTo>
                <a:lnTo>
                  <a:pt x="1317" y="995"/>
                </a:lnTo>
                <a:lnTo>
                  <a:pt x="1317" y="996"/>
                </a:lnTo>
                <a:lnTo>
                  <a:pt x="1318" y="997"/>
                </a:lnTo>
                <a:lnTo>
                  <a:pt x="1318" y="998"/>
                </a:lnTo>
                <a:lnTo>
                  <a:pt x="1318" y="999"/>
                </a:lnTo>
                <a:lnTo>
                  <a:pt x="1319" y="1001"/>
                </a:lnTo>
                <a:lnTo>
                  <a:pt x="1320" y="1002"/>
                </a:lnTo>
                <a:lnTo>
                  <a:pt x="1321" y="1002"/>
                </a:lnTo>
                <a:lnTo>
                  <a:pt x="1321" y="1003"/>
                </a:lnTo>
                <a:lnTo>
                  <a:pt x="1322" y="1003"/>
                </a:lnTo>
                <a:lnTo>
                  <a:pt x="1322" y="1004"/>
                </a:lnTo>
                <a:lnTo>
                  <a:pt x="1322" y="1005"/>
                </a:lnTo>
                <a:lnTo>
                  <a:pt x="1322" y="1006"/>
                </a:lnTo>
                <a:lnTo>
                  <a:pt x="1323" y="1007"/>
                </a:lnTo>
                <a:lnTo>
                  <a:pt x="1323" y="1008"/>
                </a:lnTo>
                <a:lnTo>
                  <a:pt x="1322" y="1009"/>
                </a:lnTo>
                <a:lnTo>
                  <a:pt x="1323" y="1010"/>
                </a:lnTo>
                <a:lnTo>
                  <a:pt x="1323" y="1011"/>
                </a:lnTo>
                <a:lnTo>
                  <a:pt x="1323" y="1012"/>
                </a:lnTo>
                <a:lnTo>
                  <a:pt x="1323" y="1013"/>
                </a:lnTo>
                <a:lnTo>
                  <a:pt x="1324" y="1014"/>
                </a:lnTo>
                <a:lnTo>
                  <a:pt x="1325" y="1014"/>
                </a:lnTo>
                <a:lnTo>
                  <a:pt x="1325" y="1013"/>
                </a:lnTo>
                <a:lnTo>
                  <a:pt x="1326" y="1013"/>
                </a:lnTo>
                <a:lnTo>
                  <a:pt x="1327" y="1013"/>
                </a:lnTo>
                <a:lnTo>
                  <a:pt x="1328" y="1013"/>
                </a:lnTo>
                <a:lnTo>
                  <a:pt x="1330" y="1013"/>
                </a:lnTo>
                <a:lnTo>
                  <a:pt x="1331" y="1014"/>
                </a:lnTo>
                <a:lnTo>
                  <a:pt x="1332" y="1015"/>
                </a:lnTo>
                <a:lnTo>
                  <a:pt x="1332" y="1016"/>
                </a:lnTo>
                <a:lnTo>
                  <a:pt x="1332" y="1017"/>
                </a:lnTo>
                <a:lnTo>
                  <a:pt x="1333" y="1017"/>
                </a:lnTo>
                <a:lnTo>
                  <a:pt x="1333" y="1018"/>
                </a:lnTo>
                <a:lnTo>
                  <a:pt x="1332" y="1018"/>
                </a:lnTo>
                <a:lnTo>
                  <a:pt x="1332" y="1019"/>
                </a:lnTo>
                <a:lnTo>
                  <a:pt x="1331" y="1019"/>
                </a:lnTo>
                <a:lnTo>
                  <a:pt x="1331" y="1020"/>
                </a:lnTo>
                <a:lnTo>
                  <a:pt x="1331" y="1021"/>
                </a:lnTo>
                <a:lnTo>
                  <a:pt x="1330" y="1021"/>
                </a:lnTo>
                <a:lnTo>
                  <a:pt x="1330" y="1022"/>
                </a:lnTo>
                <a:lnTo>
                  <a:pt x="1329" y="1022"/>
                </a:lnTo>
                <a:lnTo>
                  <a:pt x="1329" y="1023"/>
                </a:lnTo>
                <a:lnTo>
                  <a:pt x="1330" y="1022"/>
                </a:lnTo>
                <a:lnTo>
                  <a:pt x="1332" y="1023"/>
                </a:lnTo>
                <a:lnTo>
                  <a:pt x="1333" y="1024"/>
                </a:lnTo>
                <a:lnTo>
                  <a:pt x="1334" y="1024"/>
                </a:lnTo>
                <a:lnTo>
                  <a:pt x="1335" y="1024"/>
                </a:lnTo>
                <a:lnTo>
                  <a:pt x="1336" y="1024"/>
                </a:lnTo>
                <a:lnTo>
                  <a:pt x="1337" y="1025"/>
                </a:lnTo>
                <a:lnTo>
                  <a:pt x="1339" y="1027"/>
                </a:lnTo>
                <a:lnTo>
                  <a:pt x="1339" y="1028"/>
                </a:lnTo>
                <a:lnTo>
                  <a:pt x="1340" y="1028"/>
                </a:lnTo>
                <a:lnTo>
                  <a:pt x="1341" y="1029"/>
                </a:lnTo>
                <a:lnTo>
                  <a:pt x="1342" y="1029"/>
                </a:lnTo>
                <a:lnTo>
                  <a:pt x="1342" y="1030"/>
                </a:lnTo>
                <a:lnTo>
                  <a:pt x="1342" y="1031"/>
                </a:lnTo>
                <a:lnTo>
                  <a:pt x="1343" y="1031"/>
                </a:lnTo>
                <a:lnTo>
                  <a:pt x="1343" y="1032"/>
                </a:lnTo>
                <a:lnTo>
                  <a:pt x="1343" y="1033"/>
                </a:lnTo>
                <a:lnTo>
                  <a:pt x="1344" y="1033"/>
                </a:lnTo>
                <a:lnTo>
                  <a:pt x="1345" y="1033"/>
                </a:lnTo>
                <a:lnTo>
                  <a:pt x="1345" y="1034"/>
                </a:lnTo>
                <a:lnTo>
                  <a:pt x="1346" y="1034"/>
                </a:lnTo>
                <a:lnTo>
                  <a:pt x="1347" y="1034"/>
                </a:lnTo>
                <a:lnTo>
                  <a:pt x="1348" y="1034"/>
                </a:lnTo>
                <a:lnTo>
                  <a:pt x="1348" y="1033"/>
                </a:lnTo>
                <a:lnTo>
                  <a:pt x="1349" y="1033"/>
                </a:lnTo>
                <a:lnTo>
                  <a:pt x="1350" y="1032"/>
                </a:lnTo>
                <a:lnTo>
                  <a:pt x="1350" y="1031"/>
                </a:lnTo>
                <a:lnTo>
                  <a:pt x="1351" y="1031"/>
                </a:lnTo>
                <a:lnTo>
                  <a:pt x="1351" y="1030"/>
                </a:lnTo>
                <a:lnTo>
                  <a:pt x="1351" y="1029"/>
                </a:lnTo>
                <a:lnTo>
                  <a:pt x="1351" y="1028"/>
                </a:lnTo>
                <a:lnTo>
                  <a:pt x="1350" y="1028"/>
                </a:lnTo>
                <a:lnTo>
                  <a:pt x="1349" y="1027"/>
                </a:lnTo>
                <a:lnTo>
                  <a:pt x="1349" y="1026"/>
                </a:lnTo>
                <a:lnTo>
                  <a:pt x="1350" y="1025"/>
                </a:lnTo>
                <a:lnTo>
                  <a:pt x="1350" y="1024"/>
                </a:lnTo>
                <a:lnTo>
                  <a:pt x="1350" y="1023"/>
                </a:lnTo>
                <a:lnTo>
                  <a:pt x="1349" y="1022"/>
                </a:lnTo>
                <a:lnTo>
                  <a:pt x="1349" y="1021"/>
                </a:lnTo>
                <a:lnTo>
                  <a:pt x="1348" y="1020"/>
                </a:lnTo>
                <a:lnTo>
                  <a:pt x="1348" y="1019"/>
                </a:lnTo>
                <a:lnTo>
                  <a:pt x="1348" y="1017"/>
                </a:lnTo>
                <a:lnTo>
                  <a:pt x="1348" y="1016"/>
                </a:lnTo>
                <a:lnTo>
                  <a:pt x="1348" y="1015"/>
                </a:lnTo>
                <a:lnTo>
                  <a:pt x="1347" y="1014"/>
                </a:lnTo>
                <a:lnTo>
                  <a:pt x="1347" y="1013"/>
                </a:lnTo>
                <a:lnTo>
                  <a:pt x="1348" y="1012"/>
                </a:lnTo>
                <a:lnTo>
                  <a:pt x="1349" y="1010"/>
                </a:lnTo>
                <a:lnTo>
                  <a:pt x="1349" y="1009"/>
                </a:lnTo>
                <a:lnTo>
                  <a:pt x="1350" y="1009"/>
                </a:lnTo>
                <a:lnTo>
                  <a:pt x="1351" y="1009"/>
                </a:lnTo>
                <a:lnTo>
                  <a:pt x="1352" y="1008"/>
                </a:lnTo>
                <a:lnTo>
                  <a:pt x="1352" y="1009"/>
                </a:lnTo>
                <a:lnTo>
                  <a:pt x="1353" y="1009"/>
                </a:lnTo>
                <a:lnTo>
                  <a:pt x="1355" y="1010"/>
                </a:lnTo>
                <a:lnTo>
                  <a:pt x="1356" y="1010"/>
                </a:lnTo>
                <a:lnTo>
                  <a:pt x="1356" y="1006"/>
                </a:lnTo>
                <a:lnTo>
                  <a:pt x="1357" y="1006"/>
                </a:lnTo>
                <a:lnTo>
                  <a:pt x="1358" y="1006"/>
                </a:lnTo>
                <a:lnTo>
                  <a:pt x="1359" y="1006"/>
                </a:lnTo>
                <a:lnTo>
                  <a:pt x="1360" y="1006"/>
                </a:lnTo>
                <a:lnTo>
                  <a:pt x="1360" y="1007"/>
                </a:lnTo>
                <a:lnTo>
                  <a:pt x="1360" y="1008"/>
                </a:lnTo>
                <a:lnTo>
                  <a:pt x="1361" y="1009"/>
                </a:lnTo>
                <a:lnTo>
                  <a:pt x="1362" y="1009"/>
                </a:lnTo>
                <a:lnTo>
                  <a:pt x="1363" y="1009"/>
                </a:lnTo>
                <a:lnTo>
                  <a:pt x="1364" y="1009"/>
                </a:lnTo>
                <a:lnTo>
                  <a:pt x="1366" y="1009"/>
                </a:lnTo>
                <a:lnTo>
                  <a:pt x="1367" y="1010"/>
                </a:lnTo>
                <a:lnTo>
                  <a:pt x="1368" y="1010"/>
                </a:lnTo>
                <a:lnTo>
                  <a:pt x="1369" y="1010"/>
                </a:lnTo>
                <a:lnTo>
                  <a:pt x="1371" y="1009"/>
                </a:lnTo>
                <a:lnTo>
                  <a:pt x="1372" y="1008"/>
                </a:lnTo>
                <a:lnTo>
                  <a:pt x="1374" y="1008"/>
                </a:lnTo>
                <a:lnTo>
                  <a:pt x="1374" y="1009"/>
                </a:lnTo>
                <a:lnTo>
                  <a:pt x="1374" y="1010"/>
                </a:lnTo>
                <a:lnTo>
                  <a:pt x="1375" y="1010"/>
                </a:lnTo>
                <a:lnTo>
                  <a:pt x="1376" y="1010"/>
                </a:lnTo>
                <a:lnTo>
                  <a:pt x="1377" y="1010"/>
                </a:lnTo>
                <a:lnTo>
                  <a:pt x="1377" y="1011"/>
                </a:lnTo>
                <a:lnTo>
                  <a:pt x="1378" y="1011"/>
                </a:lnTo>
                <a:lnTo>
                  <a:pt x="1379" y="1011"/>
                </a:lnTo>
                <a:lnTo>
                  <a:pt x="1380" y="1011"/>
                </a:lnTo>
                <a:lnTo>
                  <a:pt x="1381" y="1011"/>
                </a:lnTo>
                <a:lnTo>
                  <a:pt x="1382" y="1012"/>
                </a:lnTo>
                <a:lnTo>
                  <a:pt x="1384" y="1012"/>
                </a:lnTo>
                <a:lnTo>
                  <a:pt x="1386" y="1013"/>
                </a:lnTo>
                <a:lnTo>
                  <a:pt x="1387" y="1013"/>
                </a:lnTo>
                <a:lnTo>
                  <a:pt x="1388" y="1014"/>
                </a:lnTo>
                <a:lnTo>
                  <a:pt x="1389" y="1015"/>
                </a:lnTo>
                <a:lnTo>
                  <a:pt x="1389" y="1016"/>
                </a:lnTo>
                <a:lnTo>
                  <a:pt x="1388" y="1016"/>
                </a:lnTo>
                <a:lnTo>
                  <a:pt x="1389" y="1016"/>
                </a:lnTo>
                <a:lnTo>
                  <a:pt x="1390" y="1016"/>
                </a:lnTo>
                <a:lnTo>
                  <a:pt x="1391" y="1016"/>
                </a:lnTo>
                <a:lnTo>
                  <a:pt x="1392" y="1016"/>
                </a:lnTo>
                <a:lnTo>
                  <a:pt x="1394" y="1016"/>
                </a:lnTo>
                <a:lnTo>
                  <a:pt x="1395" y="1016"/>
                </a:lnTo>
                <a:lnTo>
                  <a:pt x="1396" y="1016"/>
                </a:lnTo>
                <a:lnTo>
                  <a:pt x="1398" y="1016"/>
                </a:lnTo>
                <a:lnTo>
                  <a:pt x="1400" y="1014"/>
                </a:lnTo>
                <a:lnTo>
                  <a:pt x="1400" y="1013"/>
                </a:lnTo>
                <a:lnTo>
                  <a:pt x="1401" y="1012"/>
                </a:lnTo>
                <a:lnTo>
                  <a:pt x="1402" y="1012"/>
                </a:lnTo>
                <a:lnTo>
                  <a:pt x="1403" y="1011"/>
                </a:lnTo>
                <a:lnTo>
                  <a:pt x="1406" y="1011"/>
                </a:lnTo>
                <a:lnTo>
                  <a:pt x="1407" y="1011"/>
                </a:lnTo>
                <a:lnTo>
                  <a:pt x="1407" y="1010"/>
                </a:lnTo>
                <a:lnTo>
                  <a:pt x="1408" y="1010"/>
                </a:lnTo>
                <a:lnTo>
                  <a:pt x="1409" y="1010"/>
                </a:lnTo>
                <a:lnTo>
                  <a:pt x="1410" y="1009"/>
                </a:lnTo>
                <a:lnTo>
                  <a:pt x="1411" y="1009"/>
                </a:lnTo>
                <a:lnTo>
                  <a:pt x="1412" y="1009"/>
                </a:lnTo>
                <a:lnTo>
                  <a:pt x="1413" y="1010"/>
                </a:lnTo>
                <a:lnTo>
                  <a:pt x="1412" y="1011"/>
                </a:lnTo>
                <a:lnTo>
                  <a:pt x="1413" y="1011"/>
                </a:lnTo>
                <a:lnTo>
                  <a:pt x="1413" y="1012"/>
                </a:lnTo>
                <a:lnTo>
                  <a:pt x="1414" y="1012"/>
                </a:lnTo>
                <a:lnTo>
                  <a:pt x="1415" y="1012"/>
                </a:lnTo>
                <a:lnTo>
                  <a:pt x="1415" y="1011"/>
                </a:lnTo>
                <a:lnTo>
                  <a:pt x="1416" y="1012"/>
                </a:lnTo>
                <a:lnTo>
                  <a:pt x="1417" y="1012"/>
                </a:lnTo>
                <a:lnTo>
                  <a:pt x="1418" y="1013"/>
                </a:lnTo>
                <a:lnTo>
                  <a:pt x="1420" y="1014"/>
                </a:lnTo>
                <a:lnTo>
                  <a:pt x="1421" y="1014"/>
                </a:lnTo>
                <a:lnTo>
                  <a:pt x="1421" y="1015"/>
                </a:lnTo>
                <a:lnTo>
                  <a:pt x="1422" y="1015"/>
                </a:lnTo>
                <a:lnTo>
                  <a:pt x="1423" y="1015"/>
                </a:lnTo>
                <a:lnTo>
                  <a:pt x="1423" y="1016"/>
                </a:lnTo>
                <a:lnTo>
                  <a:pt x="1422" y="1016"/>
                </a:lnTo>
                <a:lnTo>
                  <a:pt x="1422" y="1017"/>
                </a:lnTo>
                <a:lnTo>
                  <a:pt x="1421" y="1017"/>
                </a:lnTo>
                <a:lnTo>
                  <a:pt x="1421" y="1018"/>
                </a:lnTo>
                <a:lnTo>
                  <a:pt x="1422" y="1018"/>
                </a:lnTo>
                <a:lnTo>
                  <a:pt x="1423" y="1018"/>
                </a:lnTo>
                <a:lnTo>
                  <a:pt x="1423" y="1019"/>
                </a:lnTo>
                <a:lnTo>
                  <a:pt x="1422" y="1020"/>
                </a:lnTo>
                <a:lnTo>
                  <a:pt x="1421" y="1020"/>
                </a:lnTo>
                <a:lnTo>
                  <a:pt x="1421" y="1021"/>
                </a:lnTo>
                <a:lnTo>
                  <a:pt x="1421" y="1022"/>
                </a:lnTo>
                <a:lnTo>
                  <a:pt x="1422" y="1022"/>
                </a:lnTo>
                <a:lnTo>
                  <a:pt x="1423" y="1022"/>
                </a:lnTo>
                <a:lnTo>
                  <a:pt x="1423" y="1023"/>
                </a:lnTo>
                <a:lnTo>
                  <a:pt x="1423" y="1025"/>
                </a:lnTo>
                <a:lnTo>
                  <a:pt x="1424" y="1025"/>
                </a:lnTo>
                <a:lnTo>
                  <a:pt x="1425" y="1024"/>
                </a:lnTo>
                <a:lnTo>
                  <a:pt x="1426" y="1024"/>
                </a:lnTo>
                <a:lnTo>
                  <a:pt x="1427" y="1024"/>
                </a:lnTo>
                <a:lnTo>
                  <a:pt x="1428" y="1024"/>
                </a:lnTo>
                <a:lnTo>
                  <a:pt x="1429" y="1024"/>
                </a:lnTo>
                <a:lnTo>
                  <a:pt x="1430" y="1024"/>
                </a:lnTo>
                <a:lnTo>
                  <a:pt x="1430" y="1025"/>
                </a:lnTo>
                <a:lnTo>
                  <a:pt x="1431" y="1026"/>
                </a:lnTo>
                <a:lnTo>
                  <a:pt x="1433" y="1027"/>
                </a:lnTo>
                <a:lnTo>
                  <a:pt x="1434" y="1028"/>
                </a:lnTo>
                <a:lnTo>
                  <a:pt x="1434" y="1029"/>
                </a:lnTo>
                <a:lnTo>
                  <a:pt x="1435" y="1029"/>
                </a:lnTo>
                <a:lnTo>
                  <a:pt x="1436" y="1030"/>
                </a:lnTo>
                <a:lnTo>
                  <a:pt x="1438" y="1030"/>
                </a:lnTo>
                <a:lnTo>
                  <a:pt x="1439" y="1031"/>
                </a:lnTo>
                <a:lnTo>
                  <a:pt x="1440" y="1032"/>
                </a:lnTo>
                <a:lnTo>
                  <a:pt x="1439" y="1033"/>
                </a:lnTo>
                <a:lnTo>
                  <a:pt x="1436" y="1035"/>
                </a:lnTo>
                <a:lnTo>
                  <a:pt x="1436" y="1036"/>
                </a:lnTo>
                <a:lnTo>
                  <a:pt x="1435" y="1036"/>
                </a:lnTo>
                <a:lnTo>
                  <a:pt x="1434" y="1038"/>
                </a:lnTo>
                <a:lnTo>
                  <a:pt x="1435" y="1039"/>
                </a:lnTo>
                <a:lnTo>
                  <a:pt x="1436" y="1039"/>
                </a:lnTo>
                <a:lnTo>
                  <a:pt x="1436" y="1040"/>
                </a:lnTo>
                <a:lnTo>
                  <a:pt x="1436" y="1041"/>
                </a:lnTo>
                <a:lnTo>
                  <a:pt x="1435" y="1041"/>
                </a:lnTo>
                <a:lnTo>
                  <a:pt x="1434" y="1041"/>
                </a:lnTo>
                <a:lnTo>
                  <a:pt x="1434" y="1040"/>
                </a:lnTo>
                <a:lnTo>
                  <a:pt x="1433" y="1040"/>
                </a:lnTo>
                <a:lnTo>
                  <a:pt x="1433" y="1041"/>
                </a:lnTo>
                <a:lnTo>
                  <a:pt x="1432" y="1042"/>
                </a:lnTo>
                <a:lnTo>
                  <a:pt x="1433" y="1042"/>
                </a:lnTo>
                <a:lnTo>
                  <a:pt x="1434" y="1042"/>
                </a:lnTo>
                <a:lnTo>
                  <a:pt x="1434" y="1043"/>
                </a:lnTo>
                <a:lnTo>
                  <a:pt x="1436" y="1045"/>
                </a:lnTo>
                <a:lnTo>
                  <a:pt x="1437" y="1046"/>
                </a:lnTo>
                <a:lnTo>
                  <a:pt x="1436" y="1047"/>
                </a:lnTo>
                <a:lnTo>
                  <a:pt x="1436" y="1048"/>
                </a:lnTo>
                <a:lnTo>
                  <a:pt x="1437" y="1048"/>
                </a:lnTo>
                <a:lnTo>
                  <a:pt x="1439" y="1047"/>
                </a:lnTo>
                <a:lnTo>
                  <a:pt x="1440" y="1047"/>
                </a:lnTo>
                <a:lnTo>
                  <a:pt x="1440" y="1048"/>
                </a:lnTo>
                <a:lnTo>
                  <a:pt x="1440" y="1050"/>
                </a:lnTo>
                <a:lnTo>
                  <a:pt x="1441" y="1050"/>
                </a:lnTo>
                <a:lnTo>
                  <a:pt x="1441" y="1052"/>
                </a:lnTo>
                <a:lnTo>
                  <a:pt x="1441" y="1053"/>
                </a:lnTo>
                <a:lnTo>
                  <a:pt x="1442" y="1054"/>
                </a:lnTo>
                <a:lnTo>
                  <a:pt x="1442" y="1055"/>
                </a:lnTo>
                <a:lnTo>
                  <a:pt x="1443" y="1056"/>
                </a:lnTo>
                <a:lnTo>
                  <a:pt x="1443" y="1055"/>
                </a:lnTo>
                <a:lnTo>
                  <a:pt x="1444" y="1055"/>
                </a:lnTo>
                <a:lnTo>
                  <a:pt x="1444" y="1054"/>
                </a:lnTo>
                <a:lnTo>
                  <a:pt x="1444" y="1055"/>
                </a:lnTo>
                <a:lnTo>
                  <a:pt x="1445" y="1054"/>
                </a:lnTo>
                <a:lnTo>
                  <a:pt x="1446" y="1054"/>
                </a:lnTo>
                <a:lnTo>
                  <a:pt x="1446" y="1055"/>
                </a:lnTo>
                <a:lnTo>
                  <a:pt x="1446" y="1056"/>
                </a:lnTo>
                <a:lnTo>
                  <a:pt x="1447" y="1057"/>
                </a:lnTo>
                <a:lnTo>
                  <a:pt x="1447" y="1056"/>
                </a:lnTo>
                <a:lnTo>
                  <a:pt x="1448" y="1056"/>
                </a:lnTo>
                <a:lnTo>
                  <a:pt x="1448" y="1057"/>
                </a:lnTo>
                <a:lnTo>
                  <a:pt x="1448" y="1058"/>
                </a:lnTo>
                <a:lnTo>
                  <a:pt x="1448" y="1059"/>
                </a:lnTo>
                <a:lnTo>
                  <a:pt x="1447" y="1060"/>
                </a:lnTo>
                <a:lnTo>
                  <a:pt x="1447" y="1062"/>
                </a:lnTo>
                <a:lnTo>
                  <a:pt x="1446" y="1063"/>
                </a:lnTo>
                <a:lnTo>
                  <a:pt x="1445" y="1063"/>
                </a:lnTo>
                <a:lnTo>
                  <a:pt x="1445" y="1064"/>
                </a:lnTo>
                <a:lnTo>
                  <a:pt x="1445" y="1065"/>
                </a:lnTo>
                <a:lnTo>
                  <a:pt x="1445" y="1066"/>
                </a:lnTo>
                <a:lnTo>
                  <a:pt x="1444" y="1066"/>
                </a:lnTo>
                <a:lnTo>
                  <a:pt x="1443" y="1066"/>
                </a:lnTo>
                <a:lnTo>
                  <a:pt x="1442" y="1067"/>
                </a:lnTo>
                <a:lnTo>
                  <a:pt x="1442" y="1065"/>
                </a:lnTo>
                <a:lnTo>
                  <a:pt x="1441" y="1065"/>
                </a:lnTo>
                <a:lnTo>
                  <a:pt x="1440" y="1065"/>
                </a:lnTo>
                <a:lnTo>
                  <a:pt x="1440" y="1066"/>
                </a:lnTo>
                <a:lnTo>
                  <a:pt x="1439" y="1065"/>
                </a:lnTo>
                <a:lnTo>
                  <a:pt x="1438" y="1065"/>
                </a:lnTo>
                <a:lnTo>
                  <a:pt x="1437" y="1065"/>
                </a:lnTo>
                <a:lnTo>
                  <a:pt x="1437" y="1066"/>
                </a:lnTo>
                <a:lnTo>
                  <a:pt x="1436" y="1067"/>
                </a:lnTo>
                <a:lnTo>
                  <a:pt x="1436" y="1068"/>
                </a:lnTo>
                <a:lnTo>
                  <a:pt x="1436" y="1069"/>
                </a:lnTo>
                <a:lnTo>
                  <a:pt x="1437" y="1069"/>
                </a:lnTo>
                <a:lnTo>
                  <a:pt x="1437" y="1070"/>
                </a:lnTo>
                <a:lnTo>
                  <a:pt x="1436" y="1070"/>
                </a:lnTo>
                <a:lnTo>
                  <a:pt x="1436" y="1071"/>
                </a:lnTo>
                <a:lnTo>
                  <a:pt x="1437" y="1073"/>
                </a:lnTo>
                <a:lnTo>
                  <a:pt x="1438" y="1073"/>
                </a:lnTo>
                <a:lnTo>
                  <a:pt x="1439" y="1074"/>
                </a:lnTo>
                <a:lnTo>
                  <a:pt x="1439" y="1075"/>
                </a:lnTo>
                <a:lnTo>
                  <a:pt x="1439" y="1076"/>
                </a:lnTo>
                <a:lnTo>
                  <a:pt x="1440" y="1078"/>
                </a:lnTo>
                <a:lnTo>
                  <a:pt x="1442" y="1080"/>
                </a:lnTo>
                <a:lnTo>
                  <a:pt x="1445" y="1081"/>
                </a:lnTo>
                <a:lnTo>
                  <a:pt x="1446" y="1083"/>
                </a:lnTo>
                <a:lnTo>
                  <a:pt x="1447" y="1084"/>
                </a:lnTo>
                <a:lnTo>
                  <a:pt x="1448" y="1084"/>
                </a:lnTo>
                <a:lnTo>
                  <a:pt x="1449" y="1085"/>
                </a:lnTo>
                <a:lnTo>
                  <a:pt x="1450" y="1086"/>
                </a:lnTo>
                <a:lnTo>
                  <a:pt x="1451" y="1087"/>
                </a:lnTo>
                <a:lnTo>
                  <a:pt x="1451" y="1086"/>
                </a:lnTo>
                <a:lnTo>
                  <a:pt x="1452" y="1086"/>
                </a:lnTo>
                <a:lnTo>
                  <a:pt x="1453" y="1086"/>
                </a:lnTo>
                <a:lnTo>
                  <a:pt x="1454" y="1086"/>
                </a:lnTo>
                <a:lnTo>
                  <a:pt x="1455" y="1086"/>
                </a:lnTo>
                <a:lnTo>
                  <a:pt x="1456" y="1086"/>
                </a:lnTo>
                <a:lnTo>
                  <a:pt x="1456" y="1085"/>
                </a:lnTo>
                <a:lnTo>
                  <a:pt x="1457" y="1084"/>
                </a:lnTo>
                <a:lnTo>
                  <a:pt x="1457" y="1083"/>
                </a:lnTo>
                <a:lnTo>
                  <a:pt x="1457" y="1082"/>
                </a:lnTo>
                <a:lnTo>
                  <a:pt x="1456" y="1082"/>
                </a:lnTo>
                <a:lnTo>
                  <a:pt x="1455" y="1081"/>
                </a:lnTo>
                <a:lnTo>
                  <a:pt x="1454" y="1080"/>
                </a:lnTo>
                <a:lnTo>
                  <a:pt x="1453" y="1080"/>
                </a:lnTo>
                <a:lnTo>
                  <a:pt x="1453" y="1079"/>
                </a:lnTo>
                <a:lnTo>
                  <a:pt x="1454" y="1078"/>
                </a:lnTo>
                <a:lnTo>
                  <a:pt x="1455" y="1079"/>
                </a:lnTo>
                <a:lnTo>
                  <a:pt x="1456" y="1079"/>
                </a:lnTo>
                <a:lnTo>
                  <a:pt x="1456" y="1077"/>
                </a:lnTo>
                <a:lnTo>
                  <a:pt x="1457" y="1077"/>
                </a:lnTo>
                <a:lnTo>
                  <a:pt x="1457" y="1076"/>
                </a:lnTo>
                <a:lnTo>
                  <a:pt x="1458" y="1076"/>
                </a:lnTo>
                <a:lnTo>
                  <a:pt x="1459" y="1076"/>
                </a:lnTo>
                <a:lnTo>
                  <a:pt x="1460" y="1076"/>
                </a:lnTo>
                <a:lnTo>
                  <a:pt x="1460" y="1075"/>
                </a:lnTo>
                <a:lnTo>
                  <a:pt x="1461" y="1075"/>
                </a:lnTo>
                <a:lnTo>
                  <a:pt x="1462" y="1075"/>
                </a:lnTo>
                <a:lnTo>
                  <a:pt x="1463" y="1076"/>
                </a:lnTo>
                <a:lnTo>
                  <a:pt x="1464" y="1076"/>
                </a:lnTo>
                <a:lnTo>
                  <a:pt x="1464" y="1077"/>
                </a:lnTo>
                <a:lnTo>
                  <a:pt x="1464" y="1078"/>
                </a:lnTo>
                <a:lnTo>
                  <a:pt x="1464" y="1079"/>
                </a:lnTo>
                <a:lnTo>
                  <a:pt x="1464" y="1080"/>
                </a:lnTo>
                <a:lnTo>
                  <a:pt x="1465" y="1080"/>
                </a:lnTo>
                <a:lnTo>
                  <a:pt x="1466" y="1080"/>
                </a:lnTo>
                <a:lnTo>
                  <a:pt x="1466" y="1079"/>
                </a:lnTo>
                <a:lnTo>
                  <a:pt x="1466" y="1080"/>
                </a:lnTo>
                <a:lnTo>
                  <a:pt x="1467" y="1080"/>
                </a:lnTo>
                <a:lnTo>
                  <a:pt x="1467" y="1081"/>
                </a:lnTo>
                <a:lnTo>
                  <a:pt x="1468" y="1082"/>
                </a:lnTo>
                <a:lnTo>
                  <a:pt x="1469" y="1082"/>
                </a:lnTo>
                <a:lnTo>
                  <a:pt x="1470" y="1082"/>
                </a:lnTo>
                <a:lnTo>
                  <a:pt x="1470" y="1083"/>
                </a:lnTo>
                <a:lnTo>
                  <a:pt x="1471" y="1083"/>
                </a:lnTo>
                <a:lnTo>
                  <a:pt x="1472" y="1083"/>
                </a:lnTo>
                <a:lnTo>
                  <a:pt x="1473" y="1083"/>
                </a:lnTo>
                <a:lnTo>
                  <a:pt x="1473" y="1084"/>
                </a:lnTo>
                <a:lnTo>
                  <a:pt x="1474" y="1085"/>
                </a:lnTo>
                <a:lnTo>
                  <a:pt x="1475" y="1086"/>
                </a:lnTo>
                <a:lnTo>
                  <a:pt x="1476" y="1086"/>
                </a:lnTo>
                <a:lnTo>
                  <a:pt x="1477" y="1086"/>
                </a:lnTo>
                <a:lnTo>
                  <a:pt x="1477" y="1087"/>
                </a:lnTo>
                <a:lnTo>
                  <a:pt x="1477" y="1088"/>
                </a:lnTo>
                <a:lnTo>
                  <a:pt x="1477" y="1089"/>
                </a:lnTo>
                <a:lnTo>
                  <a:pt x="1478" y="1089"/>
                </a:lnTo>
                <a:lnTo>
                  <a:pt x="1478" y="1090"/>
                </a:lnTo>
                <a:lnTo>
                  <a:pt x="1478" y="1091"/>
                </a:lnTo>
                <a:lnTo>
                  <a:pt x="1479" y="1091"/>
                </a:lnTo>
                <a:lnTo>
                  <a:pt x="1479" y="1092"/>
                </a:lnTo>
                <a:lnTo>
                  <a:pt x="1480" y="1093"/>
                </a:lnTo>
                <a:lnTo>
                  <a:pt x="1481" y="1093"/>
                </a:lnTo>
                <a:lnTo>
                  <a:pt x="1482" y="1093"/>
                </a:lnTo>
                <a:lnTo>
                  <a:pt x="1483" y="1093"/>
                </a:lnTo>
                <a:lnTo>
                  <a:pt x="1483" y="1092"/>
                </a:lnTo>
                <a:lnTo>
                  <a:pt x="1484" y="1092"/>
                </a:lnTo>
                <a:lnTo>
                  <a:pt x="1485" y="1092"/>
                </a:lnTo>
                <a:lnTo>
                  <a:pt x="1486" y="1093"/>
                </a:lnTo>
                <a:lnTo>
                  <a:pt x="1487" y="1093"/>
                </a:lnTo>
                <a:lnTo>
                  <a:pt x="1488" y="1093"/>
                </a:lnTo>
                <a:lnTo>
                  <a:pt x="1489" y="1093"/>
                </a:lnTo>
                <a:lnTo>
                  <a:pt x="1490" y="1094"/>
                </a:lnTo>
                <a:lnTo>
                  <a:pt x="1491" y="1094"/>
                </a:lnTo>
                <a:lnTo>
                  <a:pt x="1493" y="1095"/>
                </a:lnTo>
                <a:lnTo>
                  <a:pt x="1494" y="1095"/>
                </a:lnTo>
                <a:lnTo>
                  <a:pt x="1495" y="1095"/>
                </a:lnTo>
                <a:lnTo>
                  <a:pt x="1496" y="1094"/>
                </a:lnTo>
                <a:lnTo>
                  <a:pt x="1498" y="1094"/>
                </a:lnTo>
                <a:lnTo>
                  <a:pt x="1498" y="1093"/>
                </a:lnTo>
                <a:lnTo>
                  <a:pt x="1498" y="1092"/>
                </a:lnTo>
                <a:lnTo>
                  <a:pt x="1498" y="1091"/>
                </a:lnTo>
                <a:lnTo>
                  <a:pt x="1497" y="1090"/>
                </a:lnTo>
                <a:lnTo>
                  <a:pt x="1497" y="1089"/>
                </a:lnTo>
                <a:lnTo>
                  <a:pt x="1497" y="1088"/>
                </a:lnTo>
                <a:lnTo>
                  <a:pt x="1498" y="1086"/>
                </a:lnTo>
                <a:lnTo>
                  <a:pt x="1498" y="1085"/>
                </a:lnTo>
                <a:lnTo>
                  <a:pt x="1499" y="1085"/>
                </a:lnTo>
                <a:lnTo>
                  <a:pt x="1499" y="1083"/>
                </a:lnTo>
                <a:lnTo>
                  <a:pt x="1499" y="1082"/>
                </a:lnTo>
                <a:lnTo>
                  <a:pt x="1499" y="1081"/>
                </a:lnTo>
                <a:lnTo>
                  <a:pt x="1499" y="1079"/>
                </a:lnTo>
                <a:lnTo>
                  <a:pt x="1500" y="1078"/>
                </a:lnTo>
                <a:lnTo>
                  <a:pt x="1500" y="1077"/>
                </a:lnTo>
                <a:lnTo>
                  <a:pt x="1501" y="1077"/>
                </a:lnTo>
                <a:lnTo>
                  <a:pt x="1502" y="1076"/>
                </a:lnTo>
                <a:lnTo>
                  <a:pt x="1502" y="1075"/>
                </a:lnTo>
                <a:lnTo>
                  <a:pt x="1501" y="1074"/>
                </a:lnTo>
                <a:lnTo>
                  <a:pt x="1501" y="1073"/>
                </a:lnTo>
                <a:lnTo>
                  <a:pt x="1502" y="1072"/>
                </a:lnTo>
                <a:lnTo>
                  <a:pt x="1503" y="1073"/>
                </a:lnTo>
                <a:lnTo>
                  <a:pt x="1504" y="1073"/>
                </a:lnTo>
                <a:lnTo>
                  <a:pt x="1505" y="1073"/>
                </a:lnTo>
                <a:lnTo>
                  <a:pt x="1505" y="1074"/>
                </a:lnTo>
                <a:lnTo>
                  <a:pt x="1507" y="1073"/>
                </a:lnTo>
                <a:lnTo>
                  <a:pt x="1507" y="1072"/>
                </a:lnTo>
                <a:lnTo>
                  <a:pt x="1508" y="1072"/>
                </a:lnTo>
                <a:lnTo>
                  <a:pt x="1509" y="1072"/>
                </a:lnTo>
                <a:lnTo>
                  <a:pt x="1511" y="1072"/>
                </a:lnTo>
                <a:lnTo>
                  <a:pt x="1512" y="1072"/>
                </a:lnTo>
                <a:lnTo>
                  <a:pt x="1513" y="1072"/>
                </a:lnTo>
                <a:lnTo>
                  <a:pt x="1514" y="1071"/>
                </a:lnTo>
                <a:lnTo>
                  <a:pt x="1515" y="1070"/>
                </a:lnTo>
                <a:lnTo>
                  <a:pt x="1515" y="1071"/>
                </a:lnTo>
                <a:lnTo>
                  <a:pt x="1516" y="1071"/>
                </a:lnTo>
                <a:lnTo>
                  <a:pt x="1517" y="1071"/>
                </a:lnTo>
                <a:lnTo>
                  <a:pt x="1518" y="1071"/>
                </a:lnTo>
                <a:lnTo>
                  <a:pt x="1520" y="1073"/>
                </a:lnTo>
                <a:lnTo>
                  <a:pt x="1520" y="1075"/>
                </a:lnTo>
                <a:lnTo>
                  <a:pt x="1520" y="1076"/>
                </a:lnTo>
                <a:lnTo>
                  <a:pt x="1520" y="1077"/>
                </a:lnTo>
                <a:lnTo>
                  <a:pt x="1520" y="1078"/>
                </a:lnTo>
                <a:lnTo>
                  <a:pt x="1521" y="1078"/>
                </a:lnTo>
                <a:lnTo>
                  <a:pt x="1522" y="1078"/>
                </a:lnTo>
                <a:lnTo>
                  <a:pt x="1522" y="1079"/>
                </a:lnTo>
                <a:lnTo>
                  <a:pt x="1521" y="1079"/>
                </a:lnTo>
                <a:lnTo>
                  <a:pt x="1521" y="1080"/>
                </a:lnTo>
                <a:lnTo>
                  <a:pt x="1521" y="1081"/>
                </a:lnTo>
                <a:lnTo>
                  <a:pt x="1522" y="1081"/>
                </a:lnTo>
                <a:lnTo>
                  <a:pt x="1523" y="1081"/>
                </a:lnTo>
                <a:lnTo>
                  <a:pt x="1523" y="1082"/>
                </a:lnTo>
                <a:lnTo>
                  <a:pt x="1523" y="1083"/>
                </a:lnTo>
                <a:lnTo>
                  <a:pt x="1522" y="1083"/>
                </a:lnTo>
                <a:lnTo>
                  <a:pt x="1522" y="1084"/>
                </a:lnTo>
                <a:lnTo>
                  <a:pt x="1523" y="1085"/>
                </a:lnTo>
                <a:lnTo>
                  <a:pt x="1523" y="1086"/>
                </a:lnTo>
                <a:lnTo>
                  <a:pt x="1522" y="1087"/>
                </a:lnTo>
                <a:lnTo>
                  <a:pt x="1522" y="1088"/>
                </a:lnTo>
                <a:lnTo>
                  <a:pt x="1523" y="1091"/>
                </a:lnTo>
                <a:lnTo>
                  <a:pt x="1524" y="1092"/>
                </a:lnTo>
                <a:lnTo>
                  <a:pt x="1524" y="1093"/>
                </a:lnTo>
                <a:lnTo>
                  <a:pt x="1525" y="1092"/>
                </a:lnTo>
                <a:lnTo>
                  <a:pt x="1525" y="1091"/>
                </a:lnTo>
                <a:lnTo>
                  <a:pt x="1526" y="1091"/>
                </a:lnTo>
                <a:lnTo>
                  <a:pt x="1527" y="1091"/>
                </a:lnTo>
                <a:lnTo>
                  <a:pt x="1528" y="1091"/>
                </a:lnTo>
                <a:lnTo>
                  <a:pt x="1529" y="1091"/>
                </a:lnTo>
                <a:lnTo>
                  <a:pt x="1530" y="1090"/>
                </a:lnTo>
                <a:lnTo>
                  <a:pt x="1531" y="1089"/>
                </a:lnTo>
                <a:lnTo>
                  <a:pt x="1532" y="1088"/>
                </a:lnTo>
                <a:lnTo>
                  <a:pt x="1533" y="1086"/>
                </a:lnTo>
                <a:lnTo>
                  <a:pt x="1534" y="1086"/>
                </a:lnTo>
                <a:lnTo>
                  <a:pt x="1535" y="1086"/>
                </a:lnTo>
                <a:lnTo>
                  <a:pt x="1535" y="1085"/>
                </a:lnTo>
                <a:lnTo>
                  <a:pt x="1535" y="1086"/>
                </a:lnTo>
                <a:lnTo>
                  <a:pt x="1536" y="1086"/>
                </a:lnTo>
                <a:lnTo>
                  <a:pt x="1537" y="1087"/>
                </a:lnTo>
                <a:lnTo>
                  <a:pt x="1538" y="1086"/>
                </a:lnTo>
                <a:lnTo>
                  <a:pt x="1539" y="1086"/>
                </a:lnTo>
                <a:lnTo>
                  <a:pt x="1539" y="1087"/>
                </a:lnTo>
                <a:lnTo>
                  <a:pt x="1539" y="1086"/>
                </a:lnTo>
                <a:lnTo>
                  <a:pt x="1539" y="1087"/>
                </a:lnTo>
                <a:lnTo>
                  <a:pt x="1540" y="1087"/>
                </a:lnTo>
                <a:lnTo>
                  <a:pt x="1541" y="1087"/>
                </a:lnTo>
                <a:lnTo>
                  <a:pt x="1542" y="1087"/>
                </a:lnTo>
                <a:lnTo>
                  <a:pt x="1543" y="1085"/>
                </a:lnTo>
                <a:lnTo>
                  <a:pt x="1544" y="1084"/>
                </a:lnTo>
                <a:lnTo>
                  <a:pt x="1545" y="1084"/>
                </a:lnTo>
                <a:lnTo>
                  <a:pt x="1547" y="1085"/>
                </a:lnTo>
                <a:lnTo>
                  <a:pt x="1548" y="1085"/>
                </a:lnTo>
                <a:lnTo>
                  <a:pt x="1550" y="1085"/>
                </a:lnTo>
                <a:lnTo>
                  <a:pt x="1551" y="1085"/>
                </a:lnTo>
                <a:lnTo>
                  <a:pt x="1552" y="1087"/>
                </a:lnTo>
                <a:lnTo>
                  <a:pt x="1552" y="1088"/>
                </a:lnTo>
                <a:lnTo>
                  <a:pt x="1552" y="1089"/>
                </a:lnTo>
                <a:lnTo>
                  <a:pt x="1550" y="1090"/>
                </a:lnTo>
                <a:lnTo>
                  <a:pt x="1550" y="1091"/>
                </a:lnTo>
                <a:lnTo>
                  <a:pt x="1550" y="1092"/>
                </a:lnTo>
                <a:lnTo>
                  <a:pt x="1551" y="1093"/>
                </a:lnTo>
                <a:lnTo>
                  <a:pt x="1552" y="1093"/>
                </a:lnTo>
                <a:lnTo>
                  <a:pt x="1552" y="1094"/>
                </a:lnTo>
                <a:lnTo>
                  <a:pt x="1553" y="1093"/>
                </a:lnTo>
                <a:lnTo>
                  <a:pt x="1555" y="1093"/>
                </a:lnTo>
                <a:lnTo>
                  <a:pt x="1557" y="1092"/>
                </a:lnTo>
                <a:lnTo>
                  <a:pt x="1558" y="1093"/>
                </a:lnTo>
                <a:lnTo>
                  <a:pt x="1559" y="1092"/>
                </a:lnTo>
                <a:lnTo>
                  <a:pt x="1560" y="1092"/>
                </a:lnTo>
                <a:lnTo>
                  <a:pt x="1561" y="1091"/>
                </a:lnTo>
                <a:lnTo>
                  <a:pt x="1561" y="1090"/>
                </a:lnTo>
                <a:lnTo>
                  <a:pt x="1561" y="1089"/>
                </a:lnTo>
                <a:lnTo>
                  <a:pt x="1562" y="1088"/>
                </a:lnTo>
                <a:lnTo>
                  <a:pt x="1561" y="1087"/>
                </a:lnTo>
                <a:lnTo>
                  <a:pt x="1562" y="1087"/>
                </a:lnTo>
                <a:lnTo>
                  <a:pt x="1563" y="1087"/>
                </a:lnTo>
                <a:lnTo>
                  <a:pt x="1564" y="1088"/>
                </a:lnTo>
                <a:lnTo>
                  <a:pt x="1566" y="1088"/>
                </a:lnTo>
                <a:lnTo>
                  <a:pt x="1567" y="1089"/>
                </a:lnTo>
                <a:lnTo>
                  <a:pt x="1568" y="1089"/>
                </a:lnTo>
                <a:lnTo>
                  <a:pt x="1569" y="1089"/>
                </a:lnTo>
                <a:lnTo>
                  <a:pt x="1569" y="1090"/>
                </a:lnTo>
                <a:lnTo>
                  <a:pt x="1570" y="1090"/>
                </a:lnTo>
                <a:lnTo>
                  <a:pt x="1571" y="1089"/>
                </a:lnTo>
                <a:lnTo>
                  <a:pt x="1572" y="1086"/>
                </a:lnTo>
                <a:lnTo>
                  <a:pt x="1572" y="1085"/>
                </a:lnTo>
                <a:lnTo>
                  <a:pt x="1573" y="1084"/>
                </a:lnTo>
                <a:lnTo>
                  <a:pt x="1572" y="1083"/>
                </a:lnTo>
                <a:lnTo>
                  <a:pt x="1570" y="1082"/>
                </a:lnTo>
                <a:lnTo>
                  <a:pt x="1570" y="1081"/>
                </a:lnTo>
                <a:lnTo>
                  <a:pt x="1571" y="1078"/>
                </a:lnTo>
                <a:lnTo>
                  <a:pt x="1572" y="1076"/>
                </a:lnTo>
                <a:lnTo>
                  <a:pt x="1575" y="1074"/>
                </a:lnTo>
                <a:lnTo>
                  <a:pt x="1578" y="1074"/>
                </a:lnTo>
                <a:lnTo>
                  <a:pt x="1579" y="1075"/>
                </a:lnTo>
                <a:lnTo>
                  <a:pt x="1581" y="1075"/>
                </a:lnTo>
                <a:lnTo>
                  <a:pt x="1582" y="1075"/>
                </a:lnTo>
                <a:lnTo>
                  <a:pt x="1585" y="1075"/>
                </a:lnTo>
                <a:lnTo>
                  <a:pt x="1587" y="1074"/>
                </a:lnTo>
                <a:lnTo>
                  <a:pt x="1588" y="1074"/>
                </a:lnTo>
                <a:lnTo>
                  <a:pt x="1589" y="1074"/>
                </a:lnTo>
                <a:lnTo>
                  <a:pt x="1590" y="1075"/>
                </a:lnTo>
                <a:lnTo>
                  <a:pt x="1591" y="1077"/>
                </a:lnTo>
                <a:lnTo>
                  <a:pt x="1592" y="1078"/>
                </a:lnTo>
                <a:lnTo>
                  <a:pt x="1593" y="1078"/>
                </a:lnTo>
                <a:lnTo>
                  <a:pt x="1594" y="1077"/>
                </a:lnTo>
                <a:lnTo>
                  <a:pt x="1595" y="1077"/>
                </a:lnTo>
                <a:lnTo>
                  <a:pt x="1596" y="1078"/>
                </a:lnTo>
                <a:lnTo>
                  <a:pt x="1597" y="1079"/>
                </a:lnTo>
                <a:lnTo>
                  <a:pt x="1598" y="1079"/>
                </a:lnTo>
                <a:lnTo>
                  <a:pt x="1599" y="1080"/>
                </a:lnTo>
                <a:lnTo>
                  <a:pt x="1599" y="1081"/>
                </a:lnTo>
                <a:lnTo>
                  <a:pt x="1600" y="1084"/>
                </a:lnTo>
                <a:lnTo>
                  <a:pt x="1600" y="1085"/>
                </a:lnTo>
                <a:lnTo>
                  <a:pt x="1600" y="1086"/>
                </a:lnTo>
                <a:lnTo>
                  <a:pt x="1599" y="1086"/>
                </a:lnTo>
                <a:lnTo>
                  <a:pt x="1600" y="1088"/>
                </a:lnTo>
                <a:lnTo>
                  <a:pt x="1600" y="1089"/>
                </a:lnTo>
                <a:lnTo>
                  <a:pt x="1601" y="1089"/>
                </a:lnTo>
                <a:lnTo>
                  <a:pt x="1602" y="1090"/>
                </a:lnTo>
                <a:lnTo>
                  <a:pt x="1603" y="1090"/>
                </a:lnTo>
                <a:lnTo>
                  <a:pt x="1604" y="1091"/>
                </a:lnTo>
                <a:lnTo>
                  <a:pt x="1603" y="1092"/>
                </a:lnTo>
                <a:lnTo>
                  <a:pt x="1604" y="1092"/>
                </a:lnTo>
                <a:lnTo>
                  <a:pt x="1605" y="1092"/>
                </a:lnTo>
                <a:lnTo>
                  <a:pt x="1605" y="1091"/>
                </a:lnTo>
                <a:lnTo>
                  <a:pt x="1606" y="1091"/>
                </a:lnTo>
                <a:lnTo>
                  <a:pt x="1607" y="1092"/>
                </a:lnTo>
                <a:lnTo>
                  <a:pt x="1608" y="1093"/>
                </a:lnTo>
                <a:lnTo>
                  <a:pt x="1607" y="1097"/>
                </a:lnTo>
                <a:lnTo>
                  <a:pt x="1607" y="1098"/>
                </a:lnTo>
                <a:lnTo>
                  <a:pt x="1606" y="1098"/>
                </a:lnTo>
                <a:lnTo>
                  <a:pt x="1605" y="1099"/>
                </a:lnTo>
                <a:lnTo>
                  <a:pt x="1606" y="1100"/>
                </a:lnTo>
                <a:lnTo>
                  <a:pt x="1607" y="1100"/>
                </a:lnTo>
                <a:lnTo>
                  <a:pt x="1608" y="1100"/>
                </a:lnTo>
                <a:lnTo>
                  <a:pt x="1608" y="1101"/>
                </a:lnTo>
                <a:lnTo>
                  <a:pt x="1609" y="1101"/>
                </a:lnTo>
                <a:lnTo>
                  <a:pt x="1609" y="1102"/>
                </a:lnTo>
                <a:lnTo>
                  <a:pt x="1610" y="1103"/>
                </a:lnTo>
                <a:lnTo>
                  <a:pt x="1611" y="1104"/>
                </a:lnTo>
                <a:lnTo>
                  <a:pt x="1611" y="1105"/>
                </a:lnTo>
                <a:lnTo>
                  <a:pt x="1612" y="1105"/>
                </a:lnTo>
                <a:lnTo>
                  <a:pt x="1614" y="1106"/>
                </a:lnTo>
                <a:lnTo>
                  <a:pt x="1615" y="1106"/>
                </a:lnTo>
                <a:lnTo>
                  <a:pt x="1616" y="1107"/>
                </a:lnTo>
                <a:lnTo>
                  <a:pt x="1616" y="1108"/>
                </a:lnTo>
                <a:lnTo>
                  <a:pt x="1616" y="1111"/>
                </a:lnTo>
                <a:lnTo>
                  <a:pt x="1616" y="1114"/>
                </a:lnTo>
                <a:lnTo>
                  <a:pt x="1617" y="1114"/>
                </a:lnTo>
                <a:lnTo>
                  <a:pt x="1618" y="1115"/>
                </a:lnTo>
                <a:lnTo>
                  <a:pt x="1618" y="1116"/>
                </a:lnTo>
                <a:lnTo>
                  <a:pt x="1619" y="1116"/>
                </a:lnTo>
                <a:lnTo>
                  <a:pt x="1620" y="1118"/>
                </a:lnTo>
                <a:lnTo>
                  <a:pt x="1619" y="1119"/>
                </a:lnTo>
                <a:lnTo>
                  <a:pt x="1620" y="1119"/>
                </a:lnTo>
                <a:lnTo>
                  <a:pt x="1620" y="1120"/>
                </a:lnTo>
                <a:lnTo>
                  <a:pt x="1620" y="1121"/>
                </a:lnTo>
                <a:lnTo>
                  <a:pt x="1622" y="1121"/>
                </a:lnTo>
                <a:lnTo>
                  <a:pt x="1623" y="1122"/>
                </a:lnTo>
                <a:lnTo>
                  <a:pt x="1624" y="1122"/>
                </a:lnTo>
                <a:lnTo>
                  <a:pt x="1625" y="1121"/>
                </a:lnTo>
                <a:lnTo>
                  <a:pt x="1626" y="1121"/>
                </a:lnTo>
                <a:lnTo>
                  <a:pt x="1627" y="1122"/>
                </a:lnTo>
                <a:lnTo>
                  <a:pt x="1628" y="1123"/>
                </a:lnTo>
                <a:lnTo>
                  <a:pt x="1628" y="1124"/>
                </a:lnTo>
                <a:lnTo>
                  <a:pt x="1628" y="1125"/>
                </a:lnTo>
                <a:lnTo>
                  <a:pt x="1627" y="1125"/>
                </a:lnTo>
                <a:lnTo>
                  <a:pt x="1627" y="1126"/>
                </a:lnTo>
                <a:lnTo>
                  <a:pt x="1626" y="1126"/>
                </a:lnTo>
                <a:lnTo>
                  <a:pt x="1625" y="1126"/>
                </a:lnTo>
                <a:lnTo>
                  <a:pt x="1625" y="1125"/>
                </a:lnTo>
                <a:lnTo>
                  <a:pt x="1624" y="1125"/>
                </a:lnTo>
                <a:lnTo>
                  <a:pt x="1623" y="1125"/>
                </a:lnTo>
                <a:lnTo>
                  <a:pt x="1623" y="1126"/>
                </a:lnTo>
                <a:lnTo>
                  <a:pt x="1623" y="1127"/>
                </a:lnTo>
                <a:lnTo>
                  <a:pt x="1624" y="1128"/>
                </a:lnTo>
                <a:lnTo>
                  <a:pt x="1624" y="1129"/>
                </a:lnTo>
                <a:lnTo>
                  <a:pt x="1625" y="1129"/>
                </a:lnTo>
                <a:lnTo>
                  <a:pt x="1627" y="1131"/>
                </a:lnTo>
                <a:lnTo>
                  <a:pt x="1627" y="1132"/>
                </a:lnTo>
                <a:lnTo>
                  <a:pt x="1627" y="1134"/>
                </a:lnTo>
                <a:lnTo>
                  <a:pt x="1626" y="1134"/>
                </a:lnTo>
                <a:lnTo>
                  <a:pt x="1625" y="1135"/>
                </a:lnTo>
                <a:lnTo>
                  <a:pt x="1624" y="1135"/>
                </a:lnTo>
                <a:lnTo>
                  <a:pt x="1623" y="1135"/>
                </a:lnTo>
                <a:lnTo>
                  <a:pt x="1622" y="1135"/>
                </a:lnTo>
                <a:lnTo>
                  <a:pt x="1621" y="1135"/>
                </a:lnTo>
                <a:lnTo>
                  <a:pt x="1620" y="1135"/>
                </a:lnTo>
                <a:lnTo>
                  <a:pt x="1620" y="1136"/>
                </a:lnTo>
                <a:lnTo>
                  <a:pt x="1618" y="1137"/>
                </a:lnTo>
                <a:lnTo>
                  <a:pt x="1618" y="1136"/>
                </a:lnTo>
                <a:lnTo>
                  <a:pt x="1617" y="1136"/>
                </a:lnTo>
                <a:lnTo>
                  <a:pt x="1617" y="1137"/>
                </a:lnTo>
                <a:lnTo>
                  <a:pt x="1617" y="1138"/>
                </a:lnTo>
                <a:lnTo>
                  <a:pt x="1616" y="1138"/>
                </a:lnTo>
                <a:lnTo>
                  <a:pt x="1616" y="1139"/>
                </a:lnTo>
                <a:lnTo>
                  <a:pt x="1616" y="1140"/>
                </a:lnTo>
                <a:lnTo>
                  <a:pt x="1617" y="1140"/>
                </a:lnTo>
                <a:lnTo>
                  <a:pt x="1617" y="1143"/>
                </a:lnTo>
                <a:lnTo>
                  <a:pt x="1617" y="1144"/>
                </a:lnTo>
                <a:lnTo>
                  <a:pt x="1618" y="1145"/>
                </a:lnTo>
                <a:lnTo>
                  <a:pt x="1618" y="1147"/>
                </a:lnTo>
                <a:lnTo>
                  <a:pt x="1617" y="1148"/>
                </a:lnTo>
                <a:lnTo>
                  <a:pt x="1618" y="1149"/>
                </a:lnTo>
                <a:lnTo>
                  <a:pt x="1618" y="1152"/>
                </a:lnTo>
                <a:lnTo>
                  <a:pt x="1619" y="1153"/>
                </a:lnTo>
                <a:lnTo>
                  <a:pt x="1620" y="1154"/>
                </a:lnTo>
                <a:lnTo>
                  <a:pt x="1621" y="1154"/>
                </a:lnTo>
                <a:lnTo>
                  <a:pt x="1621" y="1155"/>
                </a:lnTo>
                <a:lnTo>
                  <a:pt x="1621" y="1156"/>
                </a:lnTo>
                <a:lnTo>
                  <a:pt x="1621" y="1157"/>
                </a:lnTo>
                <a:lnTo>
                  <a:pt x="1620" y="1157"/>
                </a:lnTo>
                <a:lnTo>
                  <a:pt x="1620" y="1159"/>
                </a:lnTo>
                <a:lnTo>
                  <a:pt x="1620" y="1160"/>
                </a:lnTo>
                <a:lnTo>
                  <a:pt x="1619" y="1160"/>
                </a:lnTo>
                <a:lnTo>
                  <a:pt x="1619" y="1161"/>
                </a:lnTo>
                <a:lnTo>
                  <a:pt x="1619" y="1162"/>
                </a:lnTo>
                <a:lnTo>
                  <a:pt x="1619" y="1163"/>
                </a:lnTo>
                <a:lnTo>
                  <a:pt x="1619" y="1164"/>
                </a:lnTo>
                <a:lnTo>
                  <a:pt x="1619" y="1166"/>
                </a:lnTo>
                <a:lnTo>
                  <a:pt x="1620" y="1167"/>
                </a:lnTo>
                <a:lnTo>
                  <a:pt x="1619" y="1168"/>
                </a:lnTo>
                <a:lnTo>
                  <a:pt x="1619" y="1169"/>
                </a:lnTo>
                <a:lnTo>
                  <a:pt x="1618" y="1170"/>
                </a:lnTo>
                <a:lnTo>
                  <a:pt x="1617" y="1171"/>
                </a:lnTo>
                <a:lnTo>
                  <a:pt x="1618" y="1171"/>
                </a:lnTo>
                <a:lnTo>
                  <a:pt x="1618" y="1173"/>
                </a:lnTo>
                <a:lnTo>
                  <a:pt x="1616" y="1175"/>
                </a:lnTo>
                <a:lnTo>
                  <a:pt x="1616" y="1176"/>
                </a:lnTo>
                <a:lnTo>
                  <a:pt x="1615" y="1176"/>
                </a:lnTo>
                <a:lnTo>
                  <a:pt x="1614" y="1177"/>
                </a:lnTo>
                <a:lnTo>
                  <a:pt x="1613" y="1178"/>
                </a:lnTo>
                <a:lnTo>
                  <a:pt x="1613" y="1179"/>
                </a:lnTo>
                <a:lnTo>
                  <a:pt x="1613" y="1181"/>
                </a:lnTo>
                <a:lnTo>
                  <a:pt x="1614" y="1182"/>
                </a:lnTo>
                <a:lnTo>
                  <a:pt x="1615" y="1182"/>
                </a:lnTo>
                <a:lnTo>
                  <a:pt x="1615" y="1183"/>
                </a:lnTo>
                <a:lnTo>
                  <a:pt x="1617" y="1184"/>
                </a:lnTo>
                <a:lnTo>
                  <a:pt x="1618" y="1184"/>
                </a:lnTo>
                <a:lnTo>
                  <a:pt x="1617" y="1185"/>
                </a:lnTo>
                <a:lnTo>
                  <a:pt x="1617" y="1186"/>
                </a:lnTo>
                <a:lnTo>
                  <a:pt x="1616" y="1186"/>
                </a:lnTo>
                <a:lnTo>
                  <a:pt x="1615" y="1187"/>
                </a:lnTo>
                <a:lnTo>
                  <a:pt x="1615" y="1188"/>
                </a:lnTo>
                <a:lnTo>
                  <a:pt x="1614" y="1190"/>
                </a:lnTo>
                <a:lnTo>
                  <a:pt x="1614" y="1191"/>
                </a:lnTo>
                <a:lnTo>
                  <a:pt x="1613" y="1191"/>
                </a:lnTo>
                <a:lnTo>
                  <a:pt x="1611" y="1193"/>
                </a:lnTo>
                <a:lnTo>
                  <a:pt x="1611" y="1194"/>
                </a:lnTo>
                <a:lnTo>
                  <a:pt x="1608" y="1194"/>
                </a:lnTo>
                <a:lnTo>
                  <a:pt x="1608" y="1193"/>
                </a:lnTo>
                <a:lnTo>
                  <a:pt x="1607" y="1193"/>
                </a:lnTo>
                <a:lnTo>
                  <a:pt x="1607" y="1195"/>
                </a:lnTo>
                <a:lnTo>
                  <a:pt x="1607" y="1196"/>
                </a:lnTo>
                <a:lnTo>
                  <a:pt x="1606" y="1197"/>
                </a:lnTo>
                <a:lnTo>
                  <a:pt x="1605" y="1197"/>
                </a:lnTo>
                <a:lnTo>
                  <a:pt x="1605" y="1198"/>
                </a:lnTo>
                <a:lnTo>
                  <a:pt x="1606" y="1198"/>
                </a:lnTo>
                <a:lnTo>
                  <a:pt x="1606" y="1199"/>
                </a:lnTo>
                <a:lnTo>
                  <a:pt x="1605" y="1200"/>
                </a:lnTo>
                <a:lnTo>
                  <a:pt x="1605" y="1201"/>
                </a:lnTo>
                <a:lnTo>
                  <a:pt x="1605" y="1202"/>
                </a:lnTo>
                <a:lnTo>
                  <a:pt x="1604" y="1202"/>
                </a:lnTo>
                <a:lnTo>
                  <a:pt x="1603" y="1202"/>
                </a:lnTo>
                <a:lnTo>
                  <a:pt x="1602" y="1202"/>
                </a:lnTo>
                <a:lnTo>
                  <a:pt x="1601" y="1203"/>
                </a:lnTo>
                <a:lnTo>
                  <a:pt x="1600" y="1204"/>
                </a:lnTo>
                <a:lnTo>
                  <a:pt x="1599" y="1203"/>
                </a:lnTo>
                <a:lnTo>
                  <a:pt x="1599" y="1202"/>
                </a:lnTo>
                <a:lnTo>
                  <a:pt x="1598" y="1202"/>
                </a:lnTo>
                <a:lnTo>
                  <a:pt x="1598" y="1203"/>
                </a:lnTo>
                <a:lnTo>
                  <a:pt x="1597" y="1204"/>
                </a:lnTo>
                <a:lnTo>
                  <a:pt x="1597" y="1205"/>
                </a:lnTo>
                <a:lnTo>
                  <a:pt x="1596" y="1205"/>
                </a:lnTo>
                <a:lnTo>
                  <a:pt x="1595" y="1205"/>
                </a:lnTo>
                <a:lnTo>
                  <a:pt x="1596" y="1206"/>
                </a:lnTo>
                <a:lnTo>
                  <a:pt x="1596" y="1207"/>
                </a:lnTo>
                <a:lnTo>
                  <a:pt x="1595" y="1207"/>
                </a:lnTo>
                <a:lnTo>
                  <a:pt x="1594" y="1207"/>
                </a:lnTo>
                <a:lnTo>
                  <a:pt x="1594" y="1208"/>
                </a:lnTo>
                <a:lnTo>
                  <a:pt x="1593" y="1209"/>
                </a:lnTo>
                <a:lnTo>
                  <a:pt x="1593" y="1210"/>
                </a:lnTo>
                <a:lnTo>
                  <a:pt x="1591" y="1210"/>
                </a:lnTo>
                <a:lnTo>
                  <a:pt x="1590" y="1210"/>
                </a:lnTo>
                <a:lnTo>
                  <a:pt x="1590" y="1209"/>
                </a:lnTo>
                <a:lnTo>
                  <a:pt x="1589" y="1209"/>
                </a:lnTo>
                <a:lnTo>
                  <a:pt x="1588" y="1209"/>
                </a:lnTo>
                <a:lnTo>
                  <a:pt x="1588" y="1208"/>
                </a:lnTo>
                <a:lnTo>
                  <a:pt x="1589" y="1208"/>
                </a:lnTo>
                <a:lnTo>
                  <a:pt x="1589" y="1207"/>
                </a:lnTo>
                <a:lnTo>
                  <a:pt x="1590" y="1207"/>
                </a:lnTo>
                <a:lnTo>
                  <a:pt x="1590" y="1206"/>
                </a:lnTo>
                <a:lnTo>
                  <a:pt x="1591" y="1206"/>
                </a:lnTo>
                <a:lnTo>
                  <a:pt x="1591" y="1204"/>
                </a:lnTo>
                <a:lnTo>
                  <a:pt x="1590" y="1202"/>
                </a:lnTo>
                <a:lnTo>
                  <a:pt x="1590" y="1201"/>
                </a:lnTo>
                <a:lnTo>
                  <a:pt x="1589" y="1201"/>
                </a:lnTo>
                <a:lnTo>
                  <a:pt x="1588" y="1201"/>
                </a:lnTo>
                <a:lnTo>
                  <a:pt x="1587" y="1202"/>
                </a:lnTo>
                <a:lnTo>
                  <a:pt x="1586" y="1202"/>
                </a:lnTo>
                <a:lnTo>
                  <a:pt x="1585" y="1202"/>
                </a:lnTo>
                <a:lnTo>
                  <a:pt x="1585" y="1201"/>
                </a:lnTo>
                <a:lnTo>
                  <a:pt x="1584" y="1200"/>
                </a:lnTo>
                <a:lnTo>
                  <a:pt x="1584" y="1201"/>
                </a:lnTo>
                <a:lnTo>
                  <a:pt x="1582" y="1201"/>
                </a:lnTo>
                <a:lnTo>
                  <a:pt x="1581" y="1201"/>
                </a:lnTo>
                <a:lnTo>
                  <a:pt x="1580" y="1200"/>
                </a:lnTo>
                <a:lnTo>
                  <a:pt x="1580" y="1199"/>
                </a:lnTo>
                <a:lnTo>
                  <a:pt x="1579" y="1199"/>
                </a:lnTo>
                <a:lnTo>
                  <a:pt x="1577" y="1198"/>
                </a:lnTo>
                <a:lnTo>
                  <a:pt x="1576" y="1198"/>
                </a:lnTo>
                <a:lnTo>
                  <a:pt x="1576" y="1199"/>
                </a:lnTo>
                <a:lnTo>
                  <a:pt x="1575" y="1199"/>
                </a:lnTo>
                <a:lnTo>
                  <a:pt x="1575" y="1200"/>
                </a:lnTo>
                <a:lnTo>
                  <a:pt x="1574" y="1200"/>
                </a:lnTo>
                <a:lnTo>
                  <a:pt x="1573" y="1200"/>
                </a:lnTo>
                <a:lnTo>
                  <a:pt x="1572" y="1199"/>
                </a:lnTo>
                <a:lnTo>
                  <a:pt x="1573" y="1199"/>
                </a:lnTo>
                <a:lnTo>
                  <a:pt x="1573" y="1198"/>
                </a:lnTo>
                <a:lnTo>
                  <a:pt x="1573" y="1196"/>
                </a:lnTo>
                <a:lnTo>
                  <a:pt x="1570" y="1194"/>
                </a:lnTo>
                <a:lnTo>
                  <a:pt x="1569" y="1194"/>
                </a:lnTo>
                <a:lnTo>
                  <a:pt x="1568" y="1193"/>
                </a:lnTo>
                <a:lnTo>
                  <a:pt x="1566" y="1193"/>
                </a:lnTo>
                <a:lnTo>
                  <a:pt x="1565" y="1194"/>
                </a:lnTo>
                <a:lnTo>
                  <a:pt x="1564" y="1195"/>
                </a:lnTo>
                <a:lnTo>
                  <a:pt x="1563" y="1195"/>
                </a:lnTo>
                <a:lnTo>
                  <a:pt x="1563" y="1194"/>
                </a:lnTo>
                <a:lnTo>
                  <a:pt x="1561" y="1194"/>
                </a:lnTo>
                <a:lnTo>
                  <a:pt x="1560" y="1195"/>
                </a:lnTo>
                <a:lnTo>
                  <a:pt x="1559" y="1196"/>
                </a:lnTo>
                <a:lnTo>
                  <a:pt x="1558" y="1197"/>
                </a:lnTo>
                <a:lnTo>
                  <a:pt x="1557" y="1198"/>
                </a:lnTo>
                <a:lnTo>
                  <a:pt x="1557" y="1199"/>
                </a:lnTo>
                <a:lnTo>
                  <a:pt x="1556" y="1199"/>
                </a:lnTo>
                <a:lnTo>
                  <a:pt x="1556" y="1200"/>
                </a:lnTo>
                <a:lnTo>
                  <a:pt x="1556" y="1201"/>
                </a:lnTo>
                <a:lnTo>
                  <a:pt x="1557" y="1202"/>
                </a:lnTo>
                <a:lnTo>
                  <a:pt x="1556" y="1203"/>
                </a:lnTo>
                <a:lnTo>
                  <a:pt x="1557" y="1203"/>
                </a:lnTo>
                <a:lnTo>
                  <a:pt x="1557" y="1204"/>
                </a:lnTo>
                <a:lnTo>
                  <a:pt x="1556" y="1206"/>
                </a:lnTo>
                <a:lnTo>
                  <a:pt x="1556" y="1207"/>
                </a:lnTo>
                <a:lnTo>
                  <a:pt x="1555" y="1207"/>
                </a:lnTo>
                <a:lnTo>
                  <a:pt x="1554" y="1206"/>
                </a:lnTo>
                <a:lnTo>
                  <a:pt x="1553" y="1206"/>
                </a:lnTo>
                <a:lnTo>
                  <a:pt x="1552" y="1206"/>
                </a:lnTo>
                <a:lnTo>
                  <a:pt x="1551" y="1206"/>
                </a:lnTo>
                <a:lnTo>
                  <a:pt x="1550" y="1206"/>
                </a:lnTo>
                <a:lnTo>
                  <a:pt x="1550" y="1207"/>
                </a:lnTo>
                <a:lnTo>
                  <a:pt x="1549" y="1207"/>
                </a:lnTo>
                <a:lnTo>
                  <a:pt x="1548" y="1208"/>
                </a:lnTo>
                <a:lnTo>
                  <a:pt x="1547" y="1208"/>
                </a:lnTo>
                <a:lnTo>
                  <a:pt x="1546" y="1208"/>
                </a:lnTo>
                <a:lnTo>
                  <a:pt x="1545" y="1209"/>
                </a:lnTo>
                <a:lnTo>
                  <a:pt x="1544" y="1210"/>
                </a:lnTo>
                <a:lnTo>
                  <a:pt x="1544" y="1211"/>
                </a:lnTo>
                <a:lnTo>
                  <a:pt x="1544" y="1212"/>
                </a:lnTo>
                <a:lnTo>
                  <a:pt x="1544" y="1213"/>
                </a:lnTo>
                <a:lnTo>
                  <a:pt x="1543" y="1213"/>
                </a:lnTo>
                <a:lnTo>
                  <a:pt x="1542" y="1214"/>
                </a:lnTo>
                <a:lnTo>
                  <a:pt x="1541" y="1214"/>
                </a:lnTo>
                <a:lnTo>
                  <a:pt x="1540" y="1215"/>
                </a:lnTo>
                <a:lnTo>
                  <a:pt x="1539" y="1216"/>
                </a:lnTo>
                <a:lnTo>
                  <a:pt x="1538" y="1217"/>
                </a:lnTo>
                <a:lnTo>
                  <a:pt x="1538" y="1218"/>
                </a:lnTo>
                <a:lnTo>
                  <a:pt x="1537" y="1218"/>
                </a:lnTo>
                <a:lnTo>
                  <a:pt x="1536" y="1220"/>
                </a:lnTo>
                <a:lnTo>
                  <a:pt x="1534" y="1221"/>
                </a:lnTo>
                <a:lnTo>
                  <a:pt x="1532" y="1221"/>
                </a:lnTo>
                <a:lnTo>
                  <a:pt x="1532" y="1220"/>
                </a:lnTo>
                <a:lnTo>
                  <a:pt x="1531" y="1219"/>
                </a:lnTo>
                <a:lnTo>
                  <a:pt x="1530" y="1219"/>
                </a:lnTo>
                <a:lnTo>
                  <a:pt x="1529" y="1219"/>
                </a:lnTo>
                <a:lnTo>
                  <a:pt x="1528" y="1220"/>
                </a:lnTo>
                <a:lnTo>
                  <a:pt x="1527" y="1220"/>
                </a:lnTo>
                <a:lnTo>
                  <a:pt x="1526" y="1220"/>
                </a:lnTo>
                <a:lnTo>
                  <a:pt x="1524" y="1219"/>
                </a:lnTo>
                <a:lnTo>
                  <a:pt x="1523" y="1219"/>
                </a:lnTo>
                <a:lnTo>
                  <a:pt x="1522" y="1220"/>
                </a:lnTo>
                <a:lnTo>
                  <a:pt x="1521" y="1220"/>
                </a:lnTo>
                <a:lnTo>
                  <a:pt x="1522" y="1221"/>
                </a:lnTo>
                <a:lnTo>
                  <a:pt x="1523" y="1221"/>
                </a:lnTo>
                <a:lnTo>
                  <a:pt x="1524" y="1221"/>
                </a:lnTo>
                <a:lnTo>
                  <a:pt x="1525" y="1221"/>
                </a:lnTo>
                <a:lnTo>
                  <a:pt x="1526" y="1222"/>
                </a:lnTo>
                <a:lnTo>
                  <a:pt x="1527" y="1222"/>
                </a:lnTo>
                <a:lnTo>
                  <a:pt x="1528" y="1222"/>
                </a:lnTo>
                <a:lnTo>
                  <a:pt x="1529" y="1222"/>
                </a:lnTo>
                <a:lnTo>
                  <a:pt x="1529" y="1223"/>
                </a:lnTo>
                <a:lnTo>
                  <a:pt x="1530" y="1223"/>
                </a:lnTo>
                <a:lnTo>
                  <a:pt x="1530" y="1224"/>
                </a:lnTo>
                <a:lnTo>
                  <a:pt x="1530" y="1225"/>
                </a:lnTo>
                <a:lnTo>
                  <a:pt x="1531" y="1226"/>
                </a:lnTo>
                <a:lnTo>
                  <a:pt x="1532" y="1226"/>
                </a:lnTo>
                <a:lnTo>
                  <a:pt x="1533" y="1226"/>
                </a:lnTo>
                <a:lnTo>
                  <a:pt x="1533" y="1227"/>
                </a:lnTo>
                <a:lnTo>
                  <a:pt x="1534" y="1227"/>
                </a:lnTo>
                <a:lnTo>
                  <a:pt x="1533" y="1228"/>
                </a:lnTo>
                <a:lnTo>
                  <a:pt x="1533" y="1229"/>
                </a:lnTo>
                <a:lnTo>
                  <a:pt x="1532" y="1229"/>
                </a:lnTo>
                <a:lnTo>
                  <a:pt x="1531" y="1229"/>
                </a:lnTo>
                <a:lnTo>
                  <a:pt x="1530" y="1229"/>
                </a:lnTo>
                <a:lnTo>
                  <a:pt x="1529" y="1229"/>
                </a:lnTo>
                <a:lnTo>
                  <a:pt x="1529" y="1230"/>
                </a:lnTo>
                <a:lnTo>
                  <a:pt x="1530" y="1231"/>
                </a:lnTo>
                <a:lnTo>
                  <a:pt x="1530" y="1230"/>
                </a:lnTo>
                <a:lnTo>
                  <a:pt x="1531" y="1230"/>
                </a:lnTo>
                <a:lnTo>
                  <a:pt x="1532" y="1231"/>
                </a:lnTo>
                <a:lnTo>
                  <a:pt x="1534" y="1233"/>
                </a:lnTo>
                <a:lnTo>
                  <a:pt x="1535" y="1234"/>
                </a:lnTo>
                <a:lnTo>
                  <a:pt x="1535" y="1235"/>
                </a:lnTo>
                <a:lnTo>
                  <a:pt x="1534" y="1235"/>
                </a:lnTo>
                <a:lnTo>
                  <a:pt x="1533" y="1235"/>
                </a:lnTo>
                <a:lnTo>
                  <a:pt x="1531" y="1236"/>
                </a:lnTo>
                <a:lnTo>
                  <a:pt x="1530" y="1236"/>
                </a:lnTo>
                <a:lnTo>
                  <a:pt x="1529" y="1235"/>
                </a:lnTo>
                <a:lnTo>
                  <a:pt x="1529" y="1234"/>
                </a:lnTo>
                <a:lnTo>
                  <a:pt x="1530" y="1233"/>
                </a:lnTo>
                <a:lnTo>
                  <a:pt x="1530" y="1232"/>
                </a:lnTo>
                <a:lnTo>
                  <a:pt x="1529" y="1232"/>
                </a:lnTo>
                <a:lnTo>
                  <a:pt x="1528" y="1231"/>
                </a:lnTo>
                <a:lnTo>
                  <a:pt x="1526" y="1231"/>
                </a:lnTo>
                <a:lnTo>
                  <a:pt x="1525" y="1231"/>
                </a:lnTo>
                <a:lnTo>
                  <a:pt x="1525" y="1232"/>
                </a:lnTo>
                <a:lnTo>
                  <a:pt x="1524" y="1233"/>
                </a:lnTo>
                <a:lnTo>
                  <a:pt x="1523" y="1233"/>
                </a:lnTo>
                <a:lnTo>
                  <a:pt x="1522" y="1234"/>
                </a:lnTo>
                <a:lnTo>
                  <a:pt x="1521" y="1235"/>
                </a:lnTo>
                <a:lnTo>
                  <a:pt x="1520" y="1236"/>
                </a:lnTo>
                <a:lnTo>
                  <a:pt x="1519" y="1235"/>
                </a:lnTo>
                <a:lnTo>
                  <a:pt x="1518" y="1236"/>
                </a:lnTo>
                <a:lnTo>
                  <a:pt x="1518" y="1237"/>
                </a:lnTo>
                <a:lnTo>
                  <a:pt x="1517" y="1237"/>
                </a:lnTo>
                <a:lnTo>
                  <a:pt x="1515" y="1238"/>
                </a:lnTo>
                <a:lnTo>
                  <a:pt x="1514" y="1238"/>
                </a:lnTo>
                <a:lnTo>
                  <a:pt x="1513" y="1239"/>
                </a:lnTo>
                <a:lnTo>
                  <a:pt x="1513" y="1240"/>
                </a:lnTo>
                <a:lnTo>
                  <a:pt x="1514" y="1240"/>
                </a:lnTo>
                <a:lnTo>
                  <a:pt x="1514" y="1241"/>
                </a:lnTo>
                <a:lnTo>
                  <a:pt x="1512" y="1243"/>
                </a:lnTo>
                <a:lnTo>
                  <a:pt x="1511" y="1243"/>
                </a:lnTo>
                <a:lnTo>
                  <a:pt x="1511" y="1244"/>
                </a:lnTo>
                <a:lnTo>
                  <a:pt x="1510" y="1245"/>
                </a:lnTo>
                <a:lnTo>
                  <a:pt x="1510" y="1246"/>
                </a:lnTo>
                <a:lnTo>
                  <a:pt x="1510" y="1247"/>
                </a:lnTo>
                <a:lnTo>
                  <a:pt x="1509" y="1249"/>
                </a:lnTo>
                <a:lnTo>
                  <a:pt x="1509" y="1250"/>
                </a:lnTo>
                <a:lnTo>
                  <a:pt x="1508" y="1250"/>
                </a:lnTo>
                <a:lnTo>
                  <a:pt x="1507" y="1251"/>
                </a:lnTo>
                <a:lnTo>
                  <a:pt x="1506" y="1251"/>
                </a:lnTo>
                <a:lnTo>
                  <a:pt x="1505" y="1251"/>
                </a:lnTo>
                <a:lnTo>
                  <a:pt x="1504" y="1252"/>
                </a:lnTo>
                <a:lnTo>
                  <a:pt x="1503" y="1252"/>
                </a:lnTo>
                <a:lnTo>
                  <a:pt x="1503" y="1254"/>
                </a:lnTo>
                <a:lnTo>
                  <a:pt x="1504" y="1255"/>
                </a:lnTo>
                <a:lnTo>
                  <a:pt x="1503" y="1255"/>
                </a:lnTo>
                <a:lnTo>
                  <a:pt x="1503" y="1256"/>
                </a:lnTo>
                <a:lnTo>
                  <a:pt x="1503" y="1257"/>
                </a:lnTo>
                <a:lnTo>
                  <a:pt x="1504" y="1258"/>
                </a:lnTo>
                <a:lnTo>
                  <a:pt x="1504" y="1259"/>
                </a:lnTo>
                <a:lnTo>
                  <a:pt x="1505" y="1260"/>
                </a:lnTo>
                <a:lnTo>
                  <a:pt x="1506" y="1261"/>
                </a:lnTo>
                <a:lnTo>
                  <a:pt x="1506" y="1262"/>
                </a:lnTo>
                <a:lnTo>
                  <a:pt x="1505" y="1262"/>
                </a:lnTo>
                <a:lnTo>
                  <a:pt x="1505" y="1263"/>
                </a:lnTo>
                <a:lnTo>
                  <a:pt x="1504" y="1263"/>
                </a:lnTo>
                <a:lnTo>
                  <a:pt x="1503" y="1264"/>
                </a:lnTo>
                <a:lnTo>
                  <a:pt x="1502" y="1264"/>
                </a:lnTo>
                <a:lnTo>
                  <a:pt x="1502" y="1263"/>
                </a:lnTo>
                <a:lnTo>
                  <a:pt x="1501" y="1263"/>
                </a:lnTo>
                <a:lnTo>
                  <a:pt x="1501" y="1262"/>
                </a:lnTo>
                <a:lnTo>
                  <a:pt x="1500" y="1262"/>
                </a:lnTo>
                <a:lnTo>
                  <a:pt x="1499" y="1262"/>
                </a:lnTo>
                <a:lnTo>
                  <a:pt x="1499" y="1261"/>
                </a:lnTo>
                <a:lnTo>
                  <a:pt x="1498" y="1261"/>
                </a:lnTo>
                <a:lnTo>
                  <a:pt x="1497" y="1261"/>
                </a:lnTo>
                <a:lnTo>
                  <a:pt x="1497" y="1260"/>
                </a:lnTo>
                <a:lnTo>
                  <a:pt x="1497" y="1259"/>
                </a:lnTo>
                <a:lnTo>
                  <a:pt x="1497" y="1258"/>
                </a:lnTo>
                <a:lnTo>
                  <a:pt x="1496" y="1258"/>
                </a:lnTo>
                <a:lnTo>
                  <a:pt x="1496" y="1257"/>
                </a:lnTo>
                <a:lnTo>
                  <a:pt x="1496" y="1256"/>
                </a:lnTo>
                <a:lnTo>
                  <a:pt x="1496" y="1255"/>
                </a:lnTo>
                <a:lnTo>
                  <a:pt x="1495" y="1255"/>
                </a:lnTo>
                <a:lnTo>
                  <a:pt x="1495" y="1254"/>
                </a:lnTo>
                <a:lnTo>
                  <a:pt x="1495" y="1253"/>
                </a:lnTo>
                <a:lnTo>
                  <a:pt x="1494" y="1253"/>
                </a:lnTo>
                <a:lnTo>
                  <a:pt x="1494" y="1252"/>
                </a:lnTo>
                <a:lnTo>
                  <a:pt x="1493" y="1252"/>
                </a:lnTo>
                <a:lnTo>
                  <a:pt x="1492" y="1251"/>
                </a:lnTo>
                <a:lnTo>
                  <a:pt x="1492" y="1250"/>
                </a:lnTo>
                <a:lnTo>
                  <a:pt x="1491" y="1249"/>
                </a:lnTo>
                <a:lnTo>
                  <a:pt x="1491" y="1248"/>
                </a:lnTo>
                <a:lnTo>
                  <a:pt x="1490" y="1248"/>
                </a:lnTo>
                <a:lnTo>
                  <a:pt x="1490" y="1247"/>
                </a:lnTo>
                <a:lnTo>
                  <a:pt x="1489" y="1247"/>
                </a:lnTo>
                <a:lnTo>
                  <a:pt x="1489" y="1246"/>
                </a:lnTo>
                <a:lnTo>
                  <a:pt x="1488" y="1246"/>
                </a:lnTo>
                <a:lnTo>
                  <a:pt x="1488" y="1245"/>
                </a:lnTo>
                <a:lnTo>
                  <a:pt x="1488" y="1244"/>
                </a:lnTo>
                <a:lnTo>
                  <a:pt x="1487" y="1244"/>
                </a:lnTo>
                <a:lnTo>
                  <a:pt x="1487" y="1243"/>
                </a:lnTo>
                <a:lnTo>
                  <a:pt x="1487" y="1242"/>
                </a:lnTo>
                <a:lnTo>
                  <a:pt x="1486" y="1242"/>
                </a:lnTo>
                <a:lnTo>
                  <a:pt x="1486" y="1241"/>
                </a:lnTo>
                <a:lnTo>
                  <a:pt x="1485" y="1241"/>
                </a:lnTo>
                <a:lnTo>
                  <a:pt x="1484" y="1241"/>
                </a:lnTo>
                <a:lnTo>
                  <a:pt x="1484" y="1242"/>
                </a:lnTo>
                <a:lnTo>
                  <a:pt x="1483" y="1242"/>
                </a:lnTo>
                <a:lnTo>
                  <a:pt x="1484" y="1242"/>
                </a:lnTo>
                <a:lnTo>
                  <a:pt x="1484" y="1243"/>
                </a:lnTo>
                <a:lnTo>
                  <a:pt x="1483" y="1243"/>
                </a:lnTo>
                <a:lnTo>
                  <a:pt x="1483" y="1244"/>
                </a:lnTo>
                <a:lnTo>
                  <a:pt x="1482" y="1244"/>
                </a:lnTo>
                <a:lnTo>
                  <a:pt x="1481" y="1244"/>
                </a:lnTo>
                <a:lnTo>
                  <a:pt x="1480" y="1244"/>
                </a:lnTo>
                <a:lnTo>
                  <a:pt x="1480" y="1243"/>
                </a:lnTo>
                <a:lnTo>
                  <a:pt x="1479" y="1243"/>
                </a:lnTo>
                <a:lnTo>
                  <a:pt x="1479" y="1242"/>
                </a:lnTo>
                <a:lnTo>
                  <a:pt x="1478" y="1241"/>
                </a:lnTo>
                <a:lnTo>
                  <a:pt x="1477" y="1240"/>
                </a:lnTo>
                <a:lnTo>
                  <a:pt x="1476" y="1239"/>
                </a:lnTo>
                <a:lnTo>
                  <a:pt x="1476" y="1238"/>
                </a:lnTo>
                <a:lnTo>
                  <a:pt x="1476" y="1239"/>
                </a:lnTo>
                <a:lnTo>
                  <a:pt x="1475" y="1239"/>
                </a:lnTo>
                <a:lnTo>
                  <a:pt x="1474" y="1239"/>
                </a:lnTo>
                <a:lnTo>
                  <a:pt x="1474" y="1238"/>
                </a:lnTo>
                <a:lnTo>
                  <a:pt x="1473" y="1237"/>
                </a:lnTo>
                <a:lnTo>
                  <a:pt x="1473" y="1236"/>
                </a:lnTo>
                <a:lnTo>
                  <a:pt x="1472" y="1236"/>
                </a:lnTo>
                <a:lnTo>
                  <a:pt x="1472" y="1235"/>
                </a:lnTo>
                <a:lnTo>
                  <a:pt x="1471" y="1235"/>
                </a:lnTo>
                <a:lnTo>
                  <a:pt x="1471" y="1234"/>
                </a:lnTo>
                <a:lnTo>
                  <a:pt x="1470" y="1234"/>
                </a:lnTo>
                <a:lnTo>
                  <a:pt x="1470" y="1233"/>
                </a:lnTo>
                <a:lnTo>
                  <a:pt x="1469" y="1233"/>
                </a:lnTo>
                <a:lnTo>
                  <a:pt x="1469" y="1232"/>
                </a:lnTo>
                <a:lnTo>
                  <a:pt x="1469" y="1231"/>
                </a:lnTo>
                <a:lnTo>
                  <a:pt x="1469" y="1230"/>
                </a:lnTo>
                <a:lnTo>
                  <a:pt x="1469" y="1229"/>
                </a:lnTo>
                <a:lnTo>
                  <a:pt x="1469" y="1228"/>
                </a:lnTo>
                <a:lnTo>
                  <a:pt x="1469" y="1227"/>
                </a:lnTo>
                <a:lnTo>
                  <a:pt x="1468" y="1227"/>
                </a:lnTo>
                <a:lnTo>
                  <a:pt x="1467" y="1226"/>
                </a:lnTo>
                <a:lnTo>
                  <a:pt x="1466" y="1226"/>
                </a:lnTo>
                <a:lnTo>
                  <a:pt x="1466" y="1225"/>
                </a:lnTo>
                <a:lnTo>
                  <a:pt x="1465" y="1225"/>
                </a:lnTo>
                <a:lnTo>
                  <a:pt x="1465" y="1224"/>
                </a:lnTo>
                <a:lnTo>
                  <a:pt x="1465" y="1223"/>
                </a:lnTo>
                <a:lnTo>
                  <a:pt x="1464" y="1223"/>
                </a:lnTo>
                <a:lnTo>
                  <a:pt x="1463" y="1223"/>
                </a:lnTo>
                <a:lnTo>
                  <a:pt x="1463" y="1224"/>
                </a:lnTo>
                <a:lnTo>
                  <a:pt x="1462" y="1224"/>
                </a:lnTo>
                <a:lnTo>
                  <a:pt x="1462" y="1225"/>
                </a:lnTo>
                <a:lnTo>
                  <a:pt x="1461" y="1225"/>
                </a:lnTo>
                <a:lnTo>
                  <a:pt x="1460" y="1226"/>
                </a:lnTo>
                <a:lnTo>
                  <a:pt x="1460" y="1227"/>
                </a:lnTo>
                <a:lnTo>
                  <a:pt x="1459" y="1227"/>
                </a:lnTo>
                <a:lnTo>
                  <a:pt x="1459" y="1228"/>
                </a:lnTo>
                <a:lnTo>
                  <a:pt x="1459" y="1229"/>
                </a:lnTo>
                <a:lnTo>
                  <a:pt x="1458" y="1229"/>
                </a:lnTo>
                <a:lnTo>
                  <a:pt x="1457" y="1229"/>
                </a:lnTo>
                <a:lnTo>
                  <a:pt x="1457" y="1231"/>
                </a:lnTo>
                <a:lnTo>
                  <a:pt x="1457" y="1232"/>
                </a:lnTo>
                <a:lnTo>
                  <a:pt x="1456" y="1232"/>
                </a:lnTo>
                <a:lnTo>
                  <a:pt x="1457" y="1232"/>
                </a:lnTo>
                <a:lnTo>
                  <a:pt x="1457" y="1233"/>
                </a:lnTo>
                <a:lnTo>
                  <a:pt x="1456" y="1233"/>
                </a:lnTo>
                <a:lnTo>
                  <a:pt x="1455" y="1233"/>
                </a:lnTo>
                <a:lnTo>
                  <a:pt x="1454" y="1233"/>
                </a:lnTo>
                <a:lnTo>
                  <a:pt x="1453" y="1233"/>
                </a:lnTo>
                <a:lnTo>
                  <a:pt x="1452" y="1233"/>
                </a:lnTo>
                <a:lnTo>
                  <a:pt x="1451" y="1233"/>
                </a:lnTo>
                <a:lnTo>
                  <a:pt x="1451" y="1234"/>
                </a:lnTo>
                <a:lnTo>
                  <a:pt x="1450" y="1234"/>
                </a:lnTo>
                <a:lnTo>
                  <a:pt x="1450" y="1235"/>
                </a:lnTo>
                <a:lnTo>
                  <a:pt x="1451" y="1235"/>
                </a:lnTo>
                <a:lnTo>
                  <a:pt x="1451" y="1236"/>
                </a:lnTo>
                <a:lnTo>
                  <a:pt x="1451" y="1237"/>
                </a:lnTo>
                <a:lnTo>
                  <a:pt x="1452" y="1237"/>
                </a:lnTo>
                <a:lnTo>
                  <a:pt x="1452" y="1238"/>
                </a:lnTo>
                <a:lnTo>
                  <a:pt x="1452" y="1239"/>
                </a:lnTo>
                <a:lnTo>
                  <a:pt x="1451" y="1239"/>
                </a:lnTo>
                <a:lnTo>
                  <a:pt x="1450" y="1239"/>
                </a:lnTo>
                <a:lnTo>
                  <a:pt x="1450" y="1240"/>
                </a:lnTo>
                <a:lnTo>
                  <a:pt x="1450" y="1241"/>
                </a:lnTo>
                <a:lnTo>
                  <a:pt x="1450" y="1242"/>
                </a:lnTo>
                <a:lnTo>
                  <a:pt x="1450" y="1243"/>
                </a:lnTo>
                <a:lnTo>
                  <a:pt x="1449" y="1243"/>
                </a:lnTo>
                <a:lnTo>
                  <a:pt x="1448" y="1243"/>
                </a:lnTo>
                <a:lnTo>
                  <a:pt x="1448" y="1244"/>
                </a:lnTo>
                <a:lnTo>
                  <a:pt x="1447" y="1244"/>
                </a:lnTo>
                <a:lnTo>
                  <a:pt x="1447" y="1245"/>
                </a:lnTo>
                <a:lnTo>
                  <a:pt x="1448" y="1245"/>
                </a:lnTo>
                <a:lnTo>
                  <a:pt x="1448" y="1246"/>
                </a:lnTo>
                <a:lnTo>
                  <a:pt x="1449" y="1246"/>
                </a:lnTo>
                <a:lnTo>
                  <a:pt x="1448" y="1246"/>
                </a:lnTo>
                <a:lnTo>
                  <a:pt x="1448" y="1247"/>
                </a:lnTo>
                <a:lnTo>
                  <a:pt x="1448" y="1248"/>
                </a:lnTo>
                <a:lnTo>
                  <a:pt x="1448" y="1249"/>
                </a:lnTo>
                <a:lnTo>
                  <a:pt x="1447" y="1249"/>
                </a:lnTo>
                <a:lnTo>
                  <a:pt x="1446" y="1249"/>
                </a:lnTo>
                <a:lnTo>
                  <a:pt x="1445" y="1249"/>
                </a:lnTo>
                <a:lnTo>
                  <a:pt x="1446" y="1249"/>
                </a:lnTo>
                <a:lnTo>
                  <a:pt x="1446" y="1248"/>
                </a:lnTo>
                <a:lnTo>
                  <a:pt x="1445" y="1248"/>
                </a:lnTo>
                <a:lnTo>
                  <a:pt x="1445" y="1247"/>
                </a:lnTo>
                <a:lnTo>
                  <a:pt x="1444" y="1247"/>
                </a:lnTo>
                <a:lnTo>
                  <a:pt x="1444" y="1248"/>
                </a:lnTo>
                <a:lnTo>
                  <a:pt x="1443" y="1248"/>
                </a:lnTo>
                <a:lnTo>
                  <a:pt x="1443" y="1247"/>
                </a:lnTo>
                <a:lnTo>
                  <a:pt x="1442" y="1247"/>
                </a:lnTo>
                <a:lnTo>
                  <a:pt x="1441" y="1247"/>
                </a:lnTo>
                <a:lnTo>
                  <a:pt x="1440" y="1247"/>
                </a:lnTo>
                <a:lnTo>
                  <a:pt x="1440" y="1246"/>
                </a:lnTo>
                <a:lnTo>
                  <a:pt x="1440" y="1245"/>
                </a:lnTo>
                <a:lnTo>
                  <a:pt x="1439" y="1245"/>
                </a:lnTo>
                <a:lnTo>
                  <a:pt x="1439" y="1246"/>
                </a:lnTo>
                <a:lnTo>
                  <a:pt x="1439" y="1245"/>
                </a:lnTo>
                <a:lnTo>
                  <a:pt x="1439" y="1246"/>
                </a:lnTo>
                <a:lnTo>
                  <a:pt x="1438" y="1246"/>
                </a:lnTo>
                <a:lnTo>
                  <a:pt x="1437" y="1246"/>
                </a:lnTo>
                <a:lnTo>
                  <a:pt x="1437" y="1245"/>
                </a:lnTo>
                <a:lnTo>
                  <a:pt x="1437" y="1244"/>
                </a:lnTo>
                <a:lnTo>
                  <a:pt x="1436" y="1244"/>
                </a:lnTo>
                <a:lnTo>
                  <a:pt x="1435" y="1244"/>
                </a:lnTo>
                <a:lnTo>
                  <a:pt x="1435" y="1245"/>
                </a:lnTo>
                <a:lnTo>
                  <a:pt x="1435" y="1246"/>
                </a:lnTo>
                <a:lnTo>
                  <a:pt x="1434" y="1246"/>
                </a:lnTo>
                <a:lnTo>
                  <a:pt x="1434" y="1247"/>
                </a:lnTo>
                <a:lnTo>
                  <a:pt x="1433" y="1247"/>
                </a:lnTo>
                <a:lnTo>
                  <a:pt x="1432" y="1248"/>
                </a:lnTo>
                <a:lnTo>
                  <a:pt x="1432" y="1249"/>
                </a:lnTo>
                <a:lnTo>
                  <a:pt x="1431" y="1249"/>
                </a:lnTo>
                <a:lnTo>
                  <a:pt x="1430" y="1249"/>
                </a:lnTo>
                <a:lnTo>
                  <a:pt x="1429" y="1249"/>
                </a:lnTo>
                <a:lnTo>
                  <a:pt x="1429" y="1250"/>
                </a:lnTo>
                <a:lnTo>
                  <a:pt x="1428" y="1250"/>
                </a:lnTo>
                <a:lnTo>
                  <a:pt x="1427" y="1250"/>
                </a:lnTo>
                <a:lnTo>
                  <a:pt x="1426" y="1250"/>
                </a:lnTo>
                <a:lnTo>
                  <a:pt x="1427" y="1250"/>
                </a:lnTo>
                <a:lnTo>
                  <a:pt x="1427" y="1251"/>
                </a:lnTo>
                <a:lnTo>
                  <a:pt x="1426" y="1251"/>
                </a:lnTo>
                <a:lnTo>
                  <a:pt x="1425" y="1252"/>
                </a:lnTo>
                <a:lnTo>
                  <a:pt x="1424" y="1252"/>
                </a:lnTo>
                <a:lnTo>
                  <a:pt x="1423" y="1252"/>
                </a:lnTo>
                <a:lnTo>
                  <a:pt x="1422" y="1252"/>
                </a:lnTo>
                <a:lnTo>
                  <a:pt x="1421" y="1252"/>
                </a:lnTo>
                <a:lnTo>
                  <a:pt x="1422" y="1252"/>
                </a:lnTo>
                <a:lnTo>
                  <a:pt x="1422" y="1251"/>
                </a:lnTo>
                <a:lnTo>
                  <a:pt x="1422" y="1250"/>
                </a:lnTo>
                <a:lnTo>
                  <a:pt x="1421" y="1250"/>
                </a:lnTo>
                <a:lnTo>
                  <a:pt x="1421" y="1249"/>
                </a:lnTo>
                <a:lnTo>
                  <a:pt x="1420" y="1249"/>
                </a:lnTo>
                <a:lnTo>
                  <a:pt x="1419" y="1249"/>
                </a:lnTo>
                <a:lnTo>
                  <a:pt x="1419" y="1248"/>
                </a:lnTo>
                <a:lnTo>
                  <a:pt x="1418" y="1248"/>
                </a:lnTo>
                <a:lnTo>
                  <a:pt x="1418" y="1249"/>
                </a:lnTo>
                <a:lnTo>
                  <a:pt x="1417" y="1249"/>
                </a:lnTo>
                <a:lnTo>
                  <a:pt x="1416" y="1249"/>
                </a:lnTo>
                <a:lnTo>
                  <a:pt x="1416" y="1250"/>
                </a:lnTo>
                <a:lnTo>
                  <a:pt x="1415" y="1250"/>
                </a:lnTo>
                <a:lnTo>
                  <a:pt x="1415" y="1251"/>
                </a:lnTo>
                <a:lnTo>
                  <a:pt x="1415" y="1250"/>
                </a:lnTo>
                <a:lnTo>
                  <a:pt x="1414" y="1251"/>
                </a:lnTo>
                <a:lnTo>
                  <a:pt x="1414" y="1252"/>
                </a:lnTo>
                <a:lnTo>
                  <a:pt x="1413" y="1252"/>
                </a:lnTo>
                <a:lnTo>
                  <a:pt x="1412" y="1252"/>
                </a:lnTo>
                <a:lnTo>
                  <a:pt x="1412" y="1253"/>
                </a:lnTo>
                <a:lnTo>
                  <a:pt x="1412" y="1254"/>
                </a:lnTo>
                <a:lnTo>
                  <a:pt x="1411" y="1254"/>
                </a:lnTo>
                <a:lnTo>
                  <a:pt x="1411" y="1255"/>
                </a:lnTo>
                <a:lnTo>
                  <a:pt x="1410" y="1255"/>
                </a:lnTo>
                <a:lnTo>
                  <a:pt x="1409" y="1255"/>
                </a:lnTo>
                <a:lnTo>
                  <a:pt x="1409" y="1256"/>
                </a:lnTo>
                <a:lnTo>
                  <a:pt x="1408" y="1256"/>
                </a:lnTo>
                <a:lnTo>
                  <a:pt x="1408" y="1257"/>
                </a:lnTo>
                <a:lnTo>
                  <a:pt x="1408" y="1258"/>
                </a:lnTo>
                <a:lnTo>
                  <a:pt x="1407" y="1258"/>
                </a:lnTo>
                <a:lnTo>
                  <a:pt x="1406" y="1258"/>
                </a:lnTo>
                <a:lnTo>
                  <a:pt x="1404" y="1258"/>
                </a:lnTo>
                <a:lnTo>
                  <a:pt x="1403" y="1258"/>
                </a:lnTo>
                <a:lnTo>
                  <a:pt x="1403" y="1259"/>
                </a:lnTo>
                <a:lnTo>
                  <a:pt x="1403" y="1260"/>
                </a:lnTo>
                <a:lnTo>
                  <a:pt x="1402" y="1260"/>
                </a:lnTo>
                <a:lnTo>
                  <a:pt x="1402" y="1261"/>
                </a:lnTo>
                <a:lnTo>
                  <a:pt x="1401" y="1261"/>
                </a:lnTo>
                <a:lnTo>
                  <a:pt x="1401" y="1262"/>
                </a:lnTo>
                <a:lnTo>
                  <a:pt x="1400" y="1262"/>
                </a:lnTo>
                <a:lnTo>
                  <a:pt x="1400" y="1261"/>
                </a:lnTo>
                <a:lnTo>
                  <a:pt x="1399" y="1261"/>
                </a:lnTo>
                <a:lnTo>
                  <a:pt x="1398" y="1261"/>
                </a:lnTo>
                <a:lnTo>
                  <a:pt x="1397" y="1261"/>
                </a:lnTo>
                <a:lnTo>
                  <a:pt x="1397" y="1262"/>
                </a:lnTo>
                <a:lnTo>
                  <a:pt x="1396" y="1262"/>
                </a:lnTo>
                <a:lnTo>
                  <a:pt x="1395" y="1263"/>
                </a:lnTo>
                <a:lnTo>
                  <a:pt x="1395" y="1264"/>
                </a:lnTo>
                <a:lnTo>
                  <a:pt x="1395" y="1265"/>
                </a:lnTo>
                <a:lnTo>
                  <a:pt x="1395" y="1266"/>
                </a:lnTo>
                <a:lnTo>
                  <a:pt x="1394" y="1266"/>
                </a:lnTo>
                <a:lnTo>
                  <a:pt x="1394" y="1267"/>
                </a:lnTo>
                <a:lnTo>
                  <a:pt x="1393" y="1268"/>
                </a:lnTo>
                <a:lnTo>
                  <a:pt x="1393" y="1269"/>
                </a:lnTo>
                <a:lnTo>
                  <a:pt x="1394" y="1269"/>
                </a:lnTo>
                <a:lnTo>
                  <a:pt x="1394" y="1270"/>
                </a:lnTo>
                <a:lnTo>
                  <a:pt x="1393" y="1270"/>
                </a:lnTo>
                <a:lnTo>
                  <a:pt x="1394" y="1271"/>
                </a:lnTo>
                <a:lnTo>
                  <a:pt x="1393" y="1271"/>
                </a:lnTo>
                <a:lnTo>
                  <a:pt x="1393" y="1272"/>
                </a:lnTo>
                <a:lnTo>
                  <a:pt x="1392" y="1272"/>
                </a:lnTo>
                <a:lnTo>
                  <a:pt x="1392" y="1271"/>
                </a:lnTo>
                <a:lnTo>
                  <a:pt x="1391" y="1271"/>
                </a:lnTo>
                <a:lnTo>
                  <a:pt x="1390" y="1271"/>
                </a:lnTo>
                <a:lnTo>
                  <a:pt x="1390" y="1270"/>
                </a:lnTo>
                <a:lnTo>
                  <a:pt x="1390" y="1271"/>
                </a:lnTo>
                <a:lnTo>
                  <a:pt x="1389" y="1271"/>
                </a:lnTo>
                <a:lnTo>
                  <a:pt x="1389" y="1270"/>
                </a:lnTo>
                <a:lnTo>
                  <a:pt x="1389" y="1269"/>
                </a:lnTo>
                <a:lnTo>
                  <a:pt x="1388" y="1269"/>
                </a:lnTo>
                <a:lnTo>
                  <a:pt x="1388" y="1268"/>
                </a:lnTo>
                <a:lnTo>
                  <a:pt x="1387" y="1268"/>
                </a:lnTo>
                <a:lnTo>
                  <a:pt x="1387" y="1267"/>
                </a:lnTo>
                <a:lnTo>
                  <a:pt x="1387" y="1266"/>
                </a:lnTo>
                <a:lnTo>
                  <a:pt x="1386" y="1266"/>
                </a:lnTo>
                <a:lnTo>
                  <a:pt x="1385" y="1266"/>
                </a:lnTo>
                <a:lnTo>
                  <a:pt x="1384" y="1266"/>
                </a:lnTo>
                <a:lnTo>
                  <a:pt x="1383" y="1266"/>
                </a:lnTo>
                <a:lnTo>
                  <a:pt x="1382" y="1266"/>
                </a:lnTo>
                <a:lnTo>
                  <a:pt x="1382" y="1267"/>
                </a:lnTo>
                <a:lnTo>
                  <a:pt x="1382" y="1268"/>
                </a:lnTo>
                <a:lnTo>
                  <a:pt x="1381" y="1268"/>
                </a:lnTo>
                <a:lnTo>
                  <a:pt x="1380" y="1269"/>
                </a:lnTo>
                <a:lnTo>
                  <a:pt x="1381" y="1269"/>
                </a:lnTo>
                <a:lnTo>
                  <a:pt x="1380" y="1270"/>
                </a:lnTo>
                <a:lnTo>
                  <a:pt x="1381" y="1270"/>
                </a:lnTo>
                <a:lnTo>
                  <a:pt x="1381" y="1271"/>
                </a:lnTo>
                <a:lnTo>
                  <a:pt x="1380" y="1271"/>
                </a:lnTo>
                <a:lnTo>
                  <a:pt x="1380" y="1272"/>
                </a:lnTo>
                <a:lnTo>
                  <a:pt x="1380" y="1273"/>
                </a:lnTo>
                <a:lnTo>
                  <a:pt x="1381" y="1273"/>
                </a:lnTo>
                <a:lnTo>
                  <a:pt x="1380" y="1273"/>
                </a:lnTo>
                <a:lnTo>
                  <a:pt x="1380" y="1274"/>
                </a:lnTo>
                <a:lnTo>
                  <a:pt x="1380" y="1275"/>
                </a:lnTo>
                <a:lnTo>
                  <a:pt x="1380" y="1276"/>
                </a:lnTo>
                <a:lnTo>
                  <a:pt x="1379" y="1276"/>
                </a:lnTo>
                <a:lnTo>
                  <a:pt x="1379" y="1277"/>
                </a:lnTo>
                <a:lnTo>
                  <a:pt x="1378" y="1277"/>
                </a:lnTo>
                <a:lnTo>
                  <a:pt x="1377" y="1277"/>
                </a:lnTo>
                <a:lnTo>
                  <a:pt x="1376" y="1277"/>
                </a:lnTo>
                <a:lnTo>
                  <a:pt x="1376" y="1276"/>
                </a:lnTo>
                <a:lnTo>
                  <a:pt x="1376" y="1277"/>
                </a:lnTo>
                <a:lnTo>
                  <a:pt x="1375" y="1277"/>
                </a:lnTo>
                <a:lnTo>
                  <a:pt x="1375" y="1278"/>
                </a:lnTo>
                <a:lnTo>
                  <a:pt x="1374" y="1278"/>
                </a:lnTo>
                <a:lnTo>
                  <a:pt x="1373" y="1278"/>
                </a:lnTo>
                <a:lnTo>
                  <a:pt x="1372" y="1278"/>
                </a:lnTo>
                <a:lnTo>
                  <a:pt x="1373" y="1279"/>
                </a:lnTo>
                <a:lnTo>
                  <a:pt x="1373" y="1280"/>
                </a:lnTo>
                <a:lnTo>
                  <a:pt x="1372" y="1280"/>
                </a:lnTo>
                <a:lnTo>
                  <a:pt x="1372" y="1279"/>
                </a:lnTo>
                <a:lnTo>
                  <a:pt x="1371" y="1279"/>
                </a:lnTo>
                <a:lnTo>
                  <a:pt x="1371" y="1280"/>
                </a:lnTo>
                <a:lnTo>
                  <a:pt x="1370" y="1280"/>
                </a:lnTo>
                <a:lnTo>
                  <a:pt x="1369" y="1280"/>
                </a:lnTo>
                <a:lnTo>
                  <a:pt x="1369" y="1279"/>
                </a:lnTo>
                <a:lnTo>
                  <a:pt x="1369" y="1278"/>
                </a:lnTo>
                <a:lnTo>
                  <a:pt x="1367" y="1278"/>
                </a:lnTo>
                <a:lnTo>
                  <a:pt x="1367" y="1279"/>
                </a:lnTo>
                <a:lnTo>
                  <a:pt x="1366" y="1279"/>
                </a:lnTo>
                <a:lnTo>
                  <a:pt x="1366" y="1278"/>
                </a:lnTo>
                <a:lnTo>
                  <a:pt x="1366" y="1279"/>
                </a:lnTo>
                <a:lnTo>
                  <a:pt x="1365" y="1279"/>
                </a:lnTo>
                <a:lnTo>
                  <a:pt x="1365" y="1280"/>
                </a:lnTo>
                <a:lnTo>
                  <a:pt x="1365" y="1281"/>
                </a:lnTo>
                <a:lnTo>
                  <a:pt x="1366" y="1281"/>
                </a:lnTo>
                <a:lnTo>
                  <a:pt x="1366" y="1282"/>
                </a:lnTo>
                <a:lnTo>
                  <a:pt x="1366" y="1283"/>
                </a:lnTo>
                <a:lnTo>
                  <a:pt x="1366" y="1284"/>
                </a:lnTo>
                <a:lnTo>
                  <a:pt x="1366" y="1285"/>
                </a:lnTo>
                <a:lnTo>
                  <a:pt x="1367" y="1286"/>
                </a:lnTo>
                <a:lnTo>
                  <a:pt x="1368" y="1286"/>
                </a:lnTo>
                <a:lnTo>
                  <a:pt x="1368" y="1287"/>
                </a:lnTo>
                <a:lnTo>
                  <a:pt x="1367" y="1287"/>
                </a:lnTo>
                <a:lnTo>
                  <a:pt x="1367" y="1288"/>
                </a:lnTo>
                <a:lnTo>
                  <a:pt x="1368" y="1288"/>
                </a:lnTo>
                <a:lnTo>
                  <a:pt x="1368" y="1289"/>
                </a:lnTo>
                <a:lnTo>
                  <a:pt x="1368" y="1290"/>
                </a:lnTo>
                <a:lnTo>
                  <a:pt x="1368" y="1291"/>
                </a:lnTo>
                <a:lnTo>
                  <a:pt x="1369" y="1291"/>
                </a:lnTo>
                <a:lnTo>
                  <a:pt x="1369" y="1292"/>
                </a:lnTo>
                <a:lnTo>
                  <a:pt x="1369" y="1293"/>
                </a:lnTo>
                <a:lnTo>
                  <a:pt x="1369" y="1294"/>
                </a:lnTo>
                <a:lnTo>
                  <a:pt x="1369" y="1295"/>
                </a:lnTo>
                <a:lnTo>
                  <a:pt x="1369" y="1296"/>
                </a:lnTo>
                <a:lnTo>
                  <a:pt x="1370" y="1296"/>
                </a:lnTo>
                <a:lnTo>
                  <a:pt x="1370" y="1297"/>
                </a:lnTo>
                <a:lnTo>
                  <a:pt x="1370" y="1298"/>
                </a:lnTo>
                <a:lnTo>
                  <a:pt x="1371" y="1298"/>
                </a:lnTo>
                <a:lnTo>
                  <a:pt x="1371" y="1299"/>
                </a:lnTo>
                <a:lnTo>
                  <a:pt x="1371" y="1301"/>
                </a:lnTo>
                <a:lnTo>
                  <a:pt x="1371" y="1302"/>
                </a:lnTo>
                <a:lnTo>
                  <a:pt x="1371" y="1303"/>
                </a:lnTo>
                <a:lnTo>
                  <a:pt x="1371" y="1302"/>
                </a:lnTo>
                <a:lnTo>
                  <a:pt x="1371" y="1303"/>
                </a:lnTo>
                <a:lnTo>
                  <a:pt x="1372" y="1303"/>
                </a:lnTo>
                <a:lnTo>
                  <a:pt x="1372" y="1304"/>
                </a:lnTo>
                <a:lnTo>
                  <a:pt x="1372" y="1305"/>
                </a:lnTo>
                <a:lnTo>
                  <a:pt x="1373" y="1305"/>
                </a:lnTo>
                <a:lnTo>
                  <a:pt x="1374" y="1306"/>
                </a:lnTo>
                <a:lnTo>
                  <a:pt x="1374" y="1307"/>
                </a:lnTo>
                <a:lnTo>
                  <a:pt x="1375" y="1307"/>
                </a:lnTo>
                <a:lnTo>
                  <a:pt x="1375" y="1306"/>
                </a:lnTo>
                <a:lnTo>
                  <a:pt x="1375" y="1307"/>
                </a:lnTo>
                <a:lnTo>
                  <a:pt x="1375" y="1306"/>
                </a:lnTo>
                <a:lnTo>
                  <a:pt x="1376" y="1306"/>
                </a:lnTo>
                <a:lnTo>
                  <a:pt x="1376" y="1307"/>
                </a:lnTo>
                <a:lnTo>
                  <a:pt x="1376" y="1306"/>
                </a:lnTo>
                <a:lnTo>
                  <a:pt x="1376" y="1307"/>
                </a:lnTo>
                <a:lnTo>
                  <a:pt x="1376" y="1306"/>
                </a:lnTo>
                <a:lnTo>
                  <a:pt x="1376" y="1307"/>
                </a:lnTo>
                <a:lnTo>
                  <a:pt x="1377" y="1307"/>
                </a:lnTo>
                <a:lnTo>
                  <a:pt x="1376" y="1307"/>
                </a:lnTo>
                <a:lnTo>
                  <a:pt x="1377" y="1307"/>
                </a:lnTo>
                <a:lnTo>
                  <a:pt x="1377" y="1308"/>
                </a:lnTo>
                <a:lnTo>
                  <a:pt x="1376" y="1308"/>
                </a:lnTo>
                <a:lnTo>
                  <a:pt x="1376" y="1309"/>
                </a:lnTo>
                <a:lnTo>
                  <a:pt x="1377" y="1309"/>
                </a:lnTo>
                <a:lnTo>
                  <a:pt x="1377" y="1310"/>
                </a:lnTo>
                <a:lnTo>
                  <a:pt x="1377" y="1311"/>
                </a:lnTo>
                <a:lnTo>
                  <a:pt x="1377" y="1312"/>
                </a:lnTo>
                <a:lnTo>
                  <a:pt x="1377" y="1313"/>
                </a:lnTo>
                <a:lnTo>
                  <a:pt x="1377" y="1314"/>
                </a:lnTo>
                <a:lnTo>
                  <a:pt x="1376" y="1314"/>
                </a:lnTo>
                <a:lnTo>
                  <a:pt x="1375" y="1314"/>
                </a:lnTo>
                <a:lnTo>
                  <a:pt x="1374" y="1315"/>
                </a:lnTo>
                <a:lnTo>
                  <a:pt x="1374" y="1316"/>
                </a:lnTo>
                <a:lnTo>
                  <a:pt x="1373" y="1316"/>
                </a:lnTo>
                <a:lnTo>
                  <a:pt x="1373" y="1317"/>
                </a:lnTo>
                <a:lnTo>
                  <a:pt x="1373" y="1318"/>
                </a:lnTo>
                <a:lnTo>
                  <a:pt x="1372" y="1318"/>
                </a:lnTo>
                <a:lnTo>
                  <a:pt x="1371" y="1318"/>
                </a:lnTo>
                <a:lnTo>
                  <a:pt x="1371" y="1317"/>
                </a:lnTo>
                <a:lnTo>
                  <a:pt x="1370" y="1317"/>
                </a:lnTo>
                <a:lnTo>
                  <a:pt x="1370" y="1318"/>
                </a:lnTo>
                <a:lnTo>
                  <a:pt x="1369" y="1318"/>
                </a:lnTo>
                <a:lnTo>
                  <a:pt x="1368" y="1318"/>
                </a:lnTo>
                <a:lnTo>
                  <a:pt x="1367" y="1318"/>
                </a:lnTo>
                <a:lnTo>
                  <a:pt x="1367" y="1319"/>
                </a:lnTo>
                <a:lnTo>
                  <a:pt x="1366" y="1319"/>
                </a:lnTo>
                <a:lnTo>
                  <a:pt x="1366" y="1320"/>
                </a:lnTo>
                <a:lnTo>
                  <a:pt x="1365" y="1320"/>
                </a:lnTo>
                <a:lnTo>
                  <a:pt x="1364" y="1320"/>
                </a:lnTo>
                <a:lnTo>
                  <a:pt x="1364" y="1321"/>
                </a:lnTo>
                <a:lnTo>
                  <a:pt x="1363" y="1321"/>
                </a:lnTo>
                <a:lnTo>
                  <a:pt x="1363" y="1322"/>
                </a:lnTo>
                <a:lnTo>
                  <a:pt x="1362" y="1322"/>
                </a:lnTo>
                <a:lnTo>
                  <a:pt x="1362" y="1321"/>
                </a:lnTo>
                <a:lnTo>
                  <a:pt x="1361" y="1321"/>
                </a:lnTo>
                <a:lnTo>
                  <a:pt x="1361" y="1322"/>
                </a:lnTo>
                <a:lnTo>
                  <a:pt x="1360" y="1322"/>
                </a:lnTo>
                <a:lnTo>
                  <a:pt x="1360" y="1323"/>
                </a:lnTo>
                <a:lnTo>
                  <a:pt x="1359" y="1323"/>
                </a:lnTo>
                <a:lnTo>
                  <a:pt x="1359" y="1324"/>
                </a:lnTo>
                <a:lnTo>
                  <a:pt x="1359" y="1325"/>
                </a:lnTo>
                <a:lnTo>
                  <a:pt x="1358" y="1325"/>
                </a:lnTo>
                <a:lnTo>
                  <a:pt x="1358" y="1326"/>
                </a:lnTo>
                <a:lnTo>
                  <a:pt x="1358" y="1327"/>
                </a:lnTo>
                <a:lnTo>
                  <a:pt x="1358" y="1328"/>
                </a:lnTo>
                <a:lnTo>
                  <a:pt x="1358" y="1329"/>
                </a:lnTo>
                <a:lnTo>
                  <a:pt x="1357" y="1329"/>
                </a:lnTo>
                <a:lnTo>
                  <a:pt x="1357" y="1330"/>
                </a:lnTo>
                <a:lnTo>
                  <a:pt x="1357" y="1331"/>
                </a:lnTo>
                <a:lnTo>
                  <a:pt x="1356" y="1331"/>
                </a:lnTo>
                <a:lnTo>
                  <a:pt x="1354" y="1331"/>
                </a:lnTo>
                <a:lnTo>
                  <a:pt x="1353" y="1331"/>
                </a:lnTo>
                <a:lnTo>
                  <a:pt x="1352" y="1331"/>
                </a:lnTo>
                <a:lnTo>
                  <a:pt x="1352" y="1332"/>
                </a:lnTo>
                <a:lnTo>
                  <a:pt x="1351" y="1332"/>
                </a:lnTo>
                <a:lnTo>
                  <a:pt x="1350" y="1332"/>
                </a:lnTo>
                <a:lnTo>
                  <a:pt x="1350" y="1333"/>
                </a:lnTo>
                <a:lnTo>
                  <a:pt x="1351" y="1333"/>
                </a:lnTo>
                <a:lnTo>
                  <a:pt x="1352" y="1333"/>
                </a:lnTo>
                <a:lnTo>
                  <a:pt x="1352" y="1334"/>
                </a:lnTo>
                <a:lnTo>
                  <a:pt x="1352" y="1335"/>
                </a:lnTo>
                <a:lnTo>
                  <a:pt x="1352" y="1336"/>
                </a:lnTo>
                <a:lnTo>
                  <a:pt x="1353" y="1336"/>
                </a:lnTo>
                <a:lnTo>
                  <a:pt x="1353" y="1337"/>
                </a:lnTo>
                <a:lnTo>
                  <a:pt x="1352" y="1337"/>
                </a:lnTo>
                <a:lnTo>
                  <a:pt x="1352" y="1338"/>
                </a:lnTo>
                <a:lnTo>
                  <a:pt x="1351" y="1338"/>
                </a:lnTo>
                <a:lnTo>
                  <a:pt x="1350" y="1338"/>
                </a:lnTo>
                <a:lnTo>
                  <a:pt x="1349" y="1338"/>
                </a:lnTo>
                <a:lnTo>
                  <a:pt x="1348" y="1338"/>
                </a:lnTo>
                <a:lnTo>
                  <a:pt x="1347" y="1338"/>
                </a:lnTo>
                <a:lnTo>
                  <a:pt x="1347" y="1337"/>
                </a:lnTo>
                <a:lnTo>
                  <a:pt x="1346" y="1337"/>
                </a:lnTo>
                <a:lnTo>
                  <a:pt x="1346" y="1338"/>
                </a:lnTo>
                <a:lnTo>
                  <a:pt x="1345" y="1338"/>
                </a:lnTo>
                <a:lnTo>
                  <a:pt x="1344" y="1338"/>
                </a:lnTo>
                <a:lnTo>
                  <a:pt x="1343" y="1338"/>
                </a:lnTo>
                <a:lnTo>
                  <a:pt x="1343" y="1339"/>
                </a:lnTo>
                <a:lnTo>
                  <a:pt x="1342" y="1339"/>
                </a:lnTo>
                <a:lnTo>
                  <a:pt x="1342" y="1338"/>
                </a:lnTo>
                <a:lnTo>
                  <a:pt x="1341" y="1338"/>
                </a:lnTo>
                <a:lnTo>
                  <a:pt x="1341" y="1339"/>
                </a:lnTo>
                <a:lnTo>
                  <a:pt x="1340" y="1339"/>
                </a:lnTo>
                <a:lnTo>
                  <a:pt x="1340" y="1338"/>
                </a:lnTo>
                <a:lnTo>
                  <a:pt x="1339" y="1338"/>
                </a:lnTo>
                <a:lnTo>
                  <a:pt x="1339" y="1337"/>
                </a:lnTo>
                <a:lnTo>
                  <a:pt x="1338" y="1337"/>
                </a:lnTo>
                <a:lnTo>
                  <a:pt x="1338" y="1336"/>
                </a:lnTo>
                <a:lnTo>
                  <a:pt x="1337" y="1336"/>
                </a:lnTo>
                <a:lnTo>
                  <a:pt x="1337" y="1335"/>
                </a:lnTo>
                <a:lnTo>
                  <a:pt x="1336" y="1335"/>
                </a:lnTo>
                <a:lnTo>
                  <a:pt x="1335" y="1335"/>
                </a:lnTo>
                <a:lnTo>
                  <a:pt x="1334" y="1336"/>
                </a:lnTo>
                <a:lnTo>
                  <a:pt x="1334" y="1335"/>
                </a:lnTo>
                <a:lnTo>
                  <a:pt x="1333" y="1335"/>
                </a:lnTo>
                <a:lnTo>
                  <a:pt x="1332" y="1335"/>
                </a:lnTo>
                <a:lnTo>
                  <a:pt x="1332" y="1334"/>
                </a:lnTo>
                <a:lnTo>
                  <a:pt x="1332" y="1333"/>
                </a:lnTo>
                <a:lnTo>
                  <a:pt x="1331" y="1333"/>
                </a:lnTo>
                <a:lnTo>
                  <a:pt x="1331" y="1334"/>
                </a:lnTo>
                <a:lnTo>
                  <a:pt x="1330" y="1335"/>
                </a:lnTo>
                <a:lnTo>
                  <a:pt x="1331" y="1335"/>
                </a:lnTo>
                <a:lnTo>
                  <a:pt x="1330" y="1335"/>
                </a:lnTo>
                <a:lnTo>
                  <a:pt x="1330" y="1336"/>
                </a:lnTo>
                <a:lnTo>
                  <a:pt x="1331" y="1336"/>
                </a:lnTo>
                <a:lnTo>
                  <a:pt x="1331" y="1337"/>
                </a:lnTo>
                <a:lnTo>
                  <a:pt x="1331" y="1338"/>
                </a:lnTo>
                <a:lnTo>
                  <a:pt x="1330" y="1338"/>
                </a:lnTo>
                <a:lnTo>
                  <a:pt x="1330" y="1337"/>
                </a:lnTo>
                <a:lnTo>
                  <a:pt x="1330" y="1338"/>
                </a:lnTo>
                <a:lnTo>
                  <a:pt x="1330" y="1339"/>
                </a:lnTo>
                <a:lnTo>
                  <a:pt x="1329" y="1339"/>
                </a:lnTo>
                <a:lnTo>
                  <a:pt x="1329" y="1338"/>
                </a:lnTo>
                <a:lnTo>
                  <a:pt x="1329" y="1339"/>
                </a:lnTo>
                <a:lnTo>
                  <a:pt x="1328" y="1339"/>
                </a:lnTo>
                <a:lnTo>
                  <a:pt x="1327" y="1339"/>
                </a:lnTo>
                <a:lnTo>
                  <a:pt x="1326" y="1339"/>
                </a:lnTo>
                <a:lnTo>
                  <a:pt x="1327" y="1339"/>
                </a:lnTo>
                <a:lnTo>
                  <a:pt x="1327" y="1338"/>
                </a:lnTo>
                <a:lnTo>
                  <a:pt x="1327" y="1337"/>
                </a:lnTo>
                <a:lnTo>
                  <a:pt x="1328" y="1337"/>
                </a:lnTo>
                <a:lnTo>
                  <a:pt x="1328" y="1336"/>
                </a:lnTo>
                <a:lnTo>
                  <a:pt x="1327" y="1336"/>
                </a:lnTo>
                <a:lnTo>
                  <a:pt x="1327" y="1335"/>
                </a:lnTo>
                <a:lnTo>
                  <a:pt x="1327" y="1334"/>
                </a:lnTo>
                <a:lnTo>
                  <a:pt x="1327" y="1333"/>
                </a:lnTo>
                <a:lnTo>
                  <a:pt x="1326" y="1333"/>
                </a:lnTo>
                <a:lnTo>
                  <a:pt x="1326" y="1332"/>
                </a:lnTo>
                <a:lnTo>
                  <a:pt x="1325" y="1332"/>
                </a:lnTo>
                <a:lnTo>
                  <a:pt x="1324" y="1332"/>
                </a:lnTo>
                <a:lnTo>
                  <a:pt x="1323" y="1332"/>
                </a:lnTo>
                <a:lnTo>
                  <a:pt x="1322" y="1332"/>
                </a:lnTo>
                <a:lnTo>
                  <a:pt x="1322" y="1333"/>
                </a:lnTo>
                <a:lnTo>
                  <a:pt x="1321" y="1333"/>
                </a:lnTo>
                <a:lnTo>
                  <a:pt x="1321" y="1334"/>
                </a:lnTo>
                <a:lnTo>
                  <a:pt x="1321" y="1333"/>
                </a:lnTo>
                <a:lnTo>
                  <a:pt x="1321" y="1334"/>
                </a:lnTo>
                <a:lnTo>
                  <a:pt x="1320" y="1334"/>
                </a:lnTo>
                <a:lnTo>
                  <a:pt x="1319" y="1334"/>
                </a:lnTo>
                <a:lnTo>
                  <a:pt x="1318" y="1334"/>
                </a:lnTo>
                <a:lnTo>
                  <a:pt x="1317" y="1334"/>
                </a:lnTo>
                <a:lnTo>
                  <a:pt x="1316" y="1335"/>
                </a:lnTo>
                <a:lnTo>
                  <a:pt x="1317" y="1335"/>
                </a:lnTo>
                <a:lnTo>
                  <a:pt x="1318" y="1335"/>
                </a:lnTo>
                <a:lnTo>
                  <a:pt x="1318" y="1336"/>
                </a:lnTo>
                <a:lnTo>
                  <a:pt x="1317" y="1336"/>
                </a:lnTo>
                <a:lnTo>
                  <a:pt x="1316" y="1337"/>
                </a:lnTo>
                <a:lnTo>
                  <a:pt x="1315" y="1337"/>
                </a:lnTo>
                <a:lnTo>
                  <a:pt x="1315" y="1338"/>
                </a:lnTo>
                <a:lnTo>
                  <a:pt x="1314" y="1338"/>
                </a:lnTo>
                <a:lnTo>
                  <a:pt x="1313" y="1338"/>
                </a:lnTo>
                <a:lnTo>
                  <a:pt x="1313" y="1339"/>
                </a:lnTo>
                <a:lnTo>
                  <a:pt x="1313" y="1340"/>
                </a:lnTo>
                <a:lnTo>
                  <a:pt x="1312" y="1340"/>
                </a:lnTo>
                <a:lnTo>
                  <a:pt x="1312" y="1341"/>
                </a:lnTo>
                <a:lnTo>
                  <a:pt x="1312" y="1342"/>
                </a:lnTo>
                <a:lnTo>
                  <a:pt x="1312" y="1343"/>
                </a:lnTo>
                <a:lnTo>
                  <a:pt x="1311" y="1343"/>
                </a:lnTo>
                <a:lnTo>
                  <a:pt x="1312" y="1343"/>
                </a:lnTo>
                <a:lnTo>
                  <a:pt x="1311" y="1343"/>
                </a:lnTo>
                <a:lnTo>
                  <a:pt x="1311" y="1344"/>
                </a:lnTo>
                <a:lnTo>
                  <a:pt x="1310" y="1344"/>
                </a:lnTo>
                <a:lnTo>
                  <a:pt x="1310" y="1345"/>
                </a:lnTo>
                <a:lnTo>
                  <a:pt x="1309" y="1345"/>
                </a:lnTo>
                <a:lnTo>
                  <a:pt x="1308" y="1345"/>
                </a:lnTo>
                <a:lnTo>
                  <a:pt x="1308" y="1346"/>
                </a:lnTo>
                <a:lnTo>
                  <a:pt x="1307" y="1346"/>
                </a:lnTo>
                <a:lnTo>
                  <a:pt x="1307" y="1347"/>
                </a:lnTo>
                <a:lnTo>
                  <a:pt x="1306" y="1347"/>
                </a:lnTo>
                <a:lnTo>
                  <a:pt x="1306" y="1348"/>
                </a:lnTo>
                <a:lnTo>
                  <a:pt x="1305" y="1348"/>
                </a:lnTo>
                <a:lnTo>
                  <a:pt x="1305" y="1349"/>
                </a:lnTo>
                <a:lnTo>
                  <a:pt x="1304" y="1349"/>
                </a:lnTo>
                <a:lnTo>
                  <a:pt x="1304" y="1350"/>
                </a:lnTo>
                <a:lnTo>
                  <a:pt x="1303" y="1350"/>
                </a:lnTo>
                <a:lnTo>
                  <a:pt x="1302" y="1350"/>
                </a:lnTo>
                <a:lnTo>
                  <a:pt x="1302" y="1351"/>
                </a:lnTo>
                <a:lnTo>
                  <a:pt x="1301" y="1351"/>
                </a:lnTo>
                <a:lnTo>
                  <a:pt x="1301" y="1352"/>
                </a:lnTo>
                <a:lnTo>
                  <a:pt x="1300" y="1352"/>
                </a:lnTo>
                <a:lnTo>
                  <a:pt x="1299" y="1352"/>
                </a:lnTo>
                <a:lnTo>
                  <a:pt x="1299" y="1353"/>
                </a:lnTo>
                <a:lnTo>
                  <a:pt x="1298" y="1353"/>
                </a:lnTo>
                <a:lnTo>
                  <a:pt x="1297" y="1353"/>
                </a:lnTo>
                <a:lnTo>
                  <a:pt x="1296" y="1353"/>
                </a:lnTo>
                <a:lnTo>
                  <a:pt x="1296" y="1354"/>
                </a:lnTo>
                <a:lnTo>
                  <a:pt x="1295" y="1354"/>
                </a:lnTo>
                <a:lnTo>
                  <a:pt x="1294" y="1354"/>
                </a:lnTo>
                <a:lnTo>
                  <a:pt x="1294" y="1355"/>
                </a:lnTo>
                <a:lnTo>
                  <a:pt x="1293" y="1355"/>
                </a:lnTo>
                <a:lnTo>
                  <a:pt x="1293" y="1356"/>
                </a:lnTo>
                <a:lnTo>
                  <a:pt x="1292" y="1356"/>
                </a:lnTo>
                <a:lnTo>
                  <a:pt x="1292" y="1357"/>
                </a:lnTo>
                <a:lnTo>
                  <a:pt x="1291" y="1357"/>
                </a:lnTo>
                <a:lnTo>
                  <a:pt x="1290" y="1357"/>
                </a:lnTo>
                <a:lnTo>
                  <a:pt x="1290" y="1358"/>
                </a:lnTo>
                <a:lnTo>
                  <a:pt x="1290" y="1359"/>
                </a:lnTo>
                <a:lnTo>
                  <a:pt x="1289" y="1359"/>
                </a:lnTo>
                <a:lnTo>
                  <a:pt x="1289" y="1360"/>
                </a:lnTo>
                <a:lnTo>
                  <a:pt x="1290" y="1360"/>
                </a:lnTo>
                <a:lnTo>
                  <a:pt x="1289" y="1360"/>
                </a:lnTo>
                <a:lnTo>
                  <a:pt x="1289" y="1361"/>
                </a:lnTo>
                <a:lnTo>
                  <a:pt x="1289" y="1362"/>
                </a:lnTo>
                <a:lnTo>
                  <a:pt x="1288" y="1362"/>
                </a:lnTo>
                <a:lnTo>
                  <a:pt x="1287" y="1362"/>
                </a:lnTo>
                <a:lnTo>
                  <a:pt x="1286" y="1362"/>
                </a:lnTo>
                <a:lnTo>
                  <a:pt x="1285" y="1362"/>
                </a:lnTo>
                <a:lnTo>
                  <a:pt x="1285" y="1363"/>
                </a:lnTo>
                <a:lnTo>
                  <a:pt x="1285" y="1364"/>
                </a:lnTo>
                <a:lnTo>
                  <a:pt x="1284" y="1364"/>
                </a:lnTo>
                <a:lnTo>
                  <a:pt x="1284" y="1365"/>
                </a:lnTo>
                <a:lnTo>
                  <a:pt x="1283" y="1365"/>
                </a:lnTo>
                <a:lnTo>
                  <a:pt x="1282" y="1365"/>
                </a:lnTo>
                <a:lnTo>
                  <a:pt x="1282" y="1364"/>
                </a:lnTo>
                <a:lnTo>
                  <a:pt x="1281" y="1364"/>
                </a:lnTo>
                <a:lnTo>
                  <a:pt x="1280" y="1364"/>
                </a:lnTo>
                <a:lnTo>
                  <a:pt x="1279" y="1364"/>
                </a:lnTo>
                <a:lnTo>
                  <a:pt x="1279" y="1363"/>
                </a:lnTo>
                <a:lnTo>
                  <a:pt x="1279" y="1362"/>
                </a:lnTo>
                <a:lnTo>
                  <a:pt x="1278" y="1362"/>
                </a:lnTo>
                <a:lnTo>
                  <a:pt x="1278" y="1361"/>
                </a:lnTo>
                <a:lnTo>
                  <a:pt x="1278" y="1360"/>
                </a:lnTo>
                <a:lnTo>
                  <a:pt x="1278" y="1359"/>
                </a:lnTo>
                <a:lnTo>
                  <a:pt x="1277" y="1359"/>
                </a:lnTo>
                <a:lnTo>
                  <a:pt x="1277" y="1358"/>
                </a:lnTo>
                <a:lnTo>
                  <a:pt x="1276" y="1358"/>
                </a:lnTo>
                <a:lnTo>
                  <a:pt x="1276" y="1357"/>
                </a:lnTo>
                <a:lnTo>
                  <a:pt x="1275" y="1357"/>
                </a:lnTo>
                <a:lnTo>
                  <a:pt x="1274" y="1356"/>
                </a:lnTo>
                <a:lnTo>
                  <a:pt x="1272" y="1356"/>
                </a:lnTo>
                <a:lnTo>
                  <a:pt x="1271" y="1356"/>
                </a:lnTo>
                <a:lnTo>
                  <a:pt x="1270" y="1356"/>
                </a:lnTo>
                <a:lnTo>
                  <a:pt x="1269" y="1356"/>
                </a:lnTo>
                <a:lnTo>
                  <a:pt x="1269" y="1355"/>
                </a:lnTo>
                <a:lnTo>
                  <a:pt x="1268" y="1355"/>
                </a:lnTo>
                <a:lnTo>
                  <a:pt x="1267" y="1355"/>
                </a:lnTo>
                <a:lnTo>
                  <a:pt x="1267" y="1354"/>
                </a:lnTo>
                <a:lnTo>
                  <a:pt x="1266" y="1354"/>
                </a:lnTo>
                <a:lnTo>
                  <a:pt x="1265" y="1354"/>
                </a:lnTo>
                <a:lnTo>
                  <a:pt x="1264" y="1354"/>
                </a:lnTo>
                <a:lnTo>
                  <a:pt x="1264" y="1353"/>
                </a:lnTo>
                <a:lnTo>
                  <a:pt x="1264" y="1352"/>
                </a:lnTo>
                <a:lnTo>
                  <a:pt x="1264" y="1351"/>
                </a:lnTo>
                <a:lnTo>
                  <a:pt x="1263" y="1351"/>
                </a:lnTo>
                <a:lnTo>
                  <a:pt x="1263" y="1350"/>
                </a:lnTo>
                <a:lnTo>
                  <a:pt x="1262" y="1350"/>
                </a:lnTo>
                <a:lnTo>
                  <a:pt x="1262" y="1349"/>
                </a:lnTo>
                <a:lnTo>
                  <a:pt x="1262" y="1348"/>
                </a:lnTo>
                <a:lnTo>
                  <a:pt x="1262" y="1347"/>
                </a:lnTo>
                <a:lnTo>
                  <a:pt x="1261" y="1347"/>
                </a:lnTo>
                <a:lnTo>
                  <a:pt x="1261" y="1346"/>
                </a:lnTo>
                <a:lnTo>
                  <a:pt x="1262" y="1346"/>
                </a:lnTo>
                <a:lnTo>
                  <a:pt x="1261" y="1346"/>
                </a:lnTo>
                <a:lnTo>
                  <a:pt x="1262" y="1346"/>
                </a:lnTo>
                <a:lnTo>
                  <a:pt x="1262" y="1345"/>
                </a:lnTo>
                <a:lnTo>
                  <a:pt x="1262" y="1344"/>
                </a:lnTo>
                <a:lnTo>
                  <a:pt x="1262" y="1343"/>
                </a:lnTo>
                <a:lnTo>
                  <a:pt x="1263" y="1343"/>
                </a:lnTo>
                <a:lnTo>
                  <a:pt x="1263" y="1342"/>
                </a:lnTo>
                <a:lnTo>
                  <a:pt x="1263" y="1341"/>
                </a:lnTo>
                <a:lnTo>
                  <a:pt x="1263" y="1340"/>
                </a:lnTo>
                <a:lnTo>
                  <a:pt x="1264" y="1340"/>
                </a:lnTo>
                <a:lnTo>
                  <a:pt x="1263" y="1340"/>
                </a:lnTo>
                <a:lnTo>
                  <a:pt x="1264" y="1340"/>
                </a:lnTo>
                <a:lnTo>
                  <a:pt x="1264" y="1339"/>
                </a:lnTo>
                <a:lnTo>
                  <a:pt x="1263" y="1338"/>
                </a:lnTo>
                <a:lnTo>
                  <a:pt x="1264" y="1338"/>
                </a:lnTo>
                <a:lnTo>
                  <a:pt x="1264" y="1337"/>
                </a:lnTo>
                <a:lnTo>
                  <a:pt x="1264" y="1336"/>
                </a:lnTo>
                <a:lnTo>
                  <a:pt x="1264" y="1335"/>
                </a:lnTo>
                <a:lnTo>
                  <a:pt x="1264" y="1334"/>
                </a:lnTo>
                <a:lnTo>
                  <a:pt x="1263" y="1334"/>
                </a:lnTo>
                <a:lnTo>
                  <a:pt x="1262" y="1334"/>
                </a:lnTo>
                <a:lnTo>
                  <a:pt x="1262" y="1333"/>
                </a:lnTo>
                <a:lnTo>
                  <a:pt x="1261" y="1333"/>
                </a:lnTo>
                <a:lnTo>
                  <a:pt x="1261" y="1334"/>
                </a:lnTo>
                <a:lnTo>
                  <a:pt x="1260" y="1334"/>
                </a:lnTo>
                <a:lnTo>
                  <a:pt x="1259" y="1334"/>
                </a:lnTo>
                <a:lnTo>
                  <a:pt x="1259" y="1333"/>
                </a:lnTo>
                <a:lnTo>
                  <a:pt x="1259" y="1334"/>
                </a:lnTo>
                <a:lnTo>
                  <a:pt x="1258" y="1334"/>
                </a:lnTo>
                <a:lnTo>
                  <a:pt x="1257" y="1334"/>
                </a:lnTo>
                <a:lnTo>
                  <a:pt x="1257" y="1335"/>
                </a:lnTo>
                <a:lnTo>
                  <a:pt x="1256" y="1335"/>
                </a:lnTo>
                <a:lnTo>
                  <a:pt x="1255" y="1336"/>
                </a:lnTo>
                <a:lnTo>
                  <a:pt x="1254" y="1336"/>
                </a:lnTo>
                <a:lnTo>
                  <a:pt x="1253" y="1336"/>
                </a:lnTo>
                <a:lnTo>
                  <a:pt x="1252" y="1336"/>
                </a:lnTo>
                <a:lnTo>
                  <a:pt x="1251" y="1336"/>
                </a:lnTo>
                <a:lnTo>
                  <a:pt x="1251" y="1337"/>
                </a:lnTo>
                <a:lnTo>
                  <a:pt x="1250" y="1337"/>
                </a:lnTo>
                <a:lnTo>
                  <a:pt x="1249" y="1337"/>
                </a:lnTo>
                <a:lnTo>
                  <a:pt x="1249" y="1338"/>
                </a:lnTo>
                <a:lnTo>
                  <a:pt x="1249" y="1337"/>
                </a:lnTo>
                <a:lnTo>
                  <a:pt x="1248" y="1337"/>
                </a:lnTo>
                <a:lnTo>
                  <a:pt x="1247" y="1337"/>
                </a:lnTo>
                <a:lnTo>
                  <a:pt x="1246" y="1337"/>
                </a:lnTo>
                <a:lnTo>
                  <a:pt x="1246" y="1338"/>
                </a:lnTo>
                <a:lnTo>
                  <a:pt x="1245" y="1338"/>
                </a:lnTo>
                <a:lnTo>
                  <a:pt x="1244" y="1338"/>
                </a:lnTo>
                <a:lnTo>
                  <a:pt x="1244" y="1339"/>
                </a:lnTo>
                <a:lnTo>
                  <a:pt x="1242" y="1339"/>
                </a:lnTo>
                <a:lnTo>
                  <a:pt x="1242" y="1340"/>
                </a:lnTo>
                <a:lnTo>
                  <a:pt x="1241" y="1340"/>
                </a:lnTo>
                <a:lnTo>
                  <a:pt x="1240" y="1340"/>
                </a:lnTo>
                <a:lnTo>
                  <a:pt x="1240" y="1341"/>
                </a:lnTo>
                <a:lnTo>
                  <a:pt x="1239" y="1341"/>
                </a:lnTo>
                <a:lnTo>
                  <a:pt x="1238" y="1341"/>
                </a:lnTo>
                <a:lnTo>
                  <a:pt x="1238" y="1340"/>
                </a:lnTo>
                <a:lnTo>
                  <a:pt x="1238" y="1339"/>
                </a:lnTo>
                <a:lnTo>
                  <a:pt x="1237" y="1339"/>
                </a:lnTo>
                <a:lnTo>
                  <a:pt x="1236" y="1339"/>
                </a:lnTo>
                <a:lnTo>
                  <a:pt x="1236" y="1340"/>
                </a:lnTo>
                <a:lnTo>
                  <a:pt x="1235" y="1340"/>
                </a:lnTo>
                <a:lnTo>
                  <a:pt x="1234" y="1340"/>
                </a:lnTo>
                <a:lnTo>
                  <a:pt x="1234" y="1341"/>
                </a:lnTo>
                <a:lnTo>
                  <a:pt x="1233" y="1341"/>
                </a:lnTo>
                <a:lnTo>
                  <a:pt x="1233" y="1342"/>
                </a:lnTo>
                <a:lnTo>
                  <a:pt x="1233" y="1341"/>
                </a:lnTo>
                <a:lnTo>
                  <a:pt x="1233" y="1342"/>
                </a:lnTo>
                <a:lnTo>
                  <a:pt x="1232" y="1342"/>
                </a:lnTo>
                <a:lnTo>
                  <a:pt x="1232" y="1343"/>
                </a:lnTo>
                <a:lnTo>
                  <a:pt x="1231" y="1343"/>
                </a:lnTo>
                <a:lnTo>
                  <a:pt x="1231" y="1344"/>
                </a:lnTo>
                <a:lnTo>
                  <a:pt x="1231" y="1345"/>
                </a:lnTo>
                <a:lnTo>
                  <a:pt x="1230" y="1345"/>
                </a:lnTo>
                <a:lnTo>
                  <a:pt x="1230" y="1346"/>
                </a:lnTo>
                <a:lnTo>
                  <a:pt x="1230" y="1347"/>
                </a:lnTo>
                <a:lnTo>
                  <a:pt x="1230" y="1348"/>
                </a:lnTo>
                <a:lnTo>
                  <a:pt x="1229" y="1348"/>
                </a:lnTo>
                <a:lnTo>
                  <a:pt x="1229" y="1349"/>
                </a:lnTo>
                <a:lnTo>
                  <a:pt x="1228" y="1349"/>
                </a:lnTo>
                <a:lnTo>
                  <a:pt x="1228" y="1350"/>
                </a:lnTo>
                <a:lnTo>
                  <a:pt x="1227" y="1349"/>
                </a:lnTo>
                <a:lnTo>
                  <a:pt x="1227" y="1350"/>
                </a:lnTo>
                <a:lnTo>
                  <a:pt x="1226" y="1350"/>
                </a:lnTo>
                <a:lnTo>
                  <a:pt x="1225" y="1350"/>
                </a:lnTo>
                <a:lnTo>
                  <a:pt x="1225" y="1351"/>
                </a:lnTo>
                <a:lnTo>
                  <a:pt x="1225" y="1352"/>
                </a:lnTo>
                <a:lnTo>
                  <a:pt x="1224" y="1352"/>
                </a:lnTo>
                <a:lnTo>
                  <a:pt x="1224" y="1353"/>
                </a:lnTo>
                <a:lnTo>
                  <a:pt x="1223" y="1353"/>
                </a:lnTo>
                <a:lnTo>
                  <a:pt x="1223" y="1354"/>
                </a:lnTo>
                <a:lnTo>
                  <a:pt x="1222" y="1354"/>
                </a:lnTo>
                <a:lnTo>
                  <a:pt x="1222" y="1355"/>
                </a:lnTo>
                <a:lnTo>
                  <a:pt x="1221" y="1355"/>
                </a:lnTo>
                <a:lnTo>
                  <a:pt x="1221" y="1356"/>
                </a:lnTo>
                <a:lnTo>
                  <a:pt x="1221" y="1357"/>
                </a:lnTo>
                <a:lnTo>
                  <a:pt x="1220" y="1357"/>
                </a:lnTo>
                <a:lnTo>
                  <a:pt x="1220" y="1358"/>
                </a:lnTo>
                <a:lnTo>
                  <a:pt x="1220" y="1359"/>
                </a:lnTo>
                <a:lnTo>
                  <a:pt x="1220" y="1360"/>
                </a:lnTo>
                <a:lnTo>
                  <a:pt x="1219" y="1360"/>
                </a:lnTo>
                <a:lnTo>
                  <a:pt x="1219" y="1361"/>
                </a:lnTo>
                <a:lnTo>
                  <a:pt x="1219" y="1362"/>
                </a:lnTo>
                <a:lnTo>
                  <a:pt x="1219" y="1363"/>
                </a:lnTo>
                <a:lnTo>
                  <a:pt x="1218" y="1363"/>
                </a:lnTo>
                <a:lnTo>
                  <a:pt x="1218" y="1364"/>
                </a:lnTo>
                <a:lnTo>
                  <a:pt x="1218" y="1365"/>
                </a:lnTo>
                <a:lnTo>
                  <a:pt x="1219" y="1365"/>
                </a:lnTo>
                <a:lnTo>
                  <a:pt x="1219" y="1366"/>
                </a:lnTo>
                <a:lnTo>
                  <a:pt x="1219" y="1365"/>
                </a:lnTo>
                <a:lnTo>
                  <a:pt x="1220" y="1365"/>
                </a:lnTo>
                <a:lnTo>
                  <a:pt x="1220" y="1366"/>
                </a:lnTo>
                <a:lnTo>
                  <a:pt x="1220" y="1367"/>
                </a:lnTo>
                <a:lnTo>
                  <a:pt x="1219" y="1368"/>
                </a:lnTo>
                <a:lnTo>
                  <a:pt x="1219" y="1369"/>
                </a:lnTo>
                <a:lnTo>
                  <a:pt x="1219" y="1370"/>
                </a:lnTo>
                <a:lnTo>
                  <a:pt x="1219" y="1371"/>
                </a:lnTo>
                <a:lnTo>
                  <a:pt x="1218" y="1371"/>
                </a:lnTo>
                <a:lnTo>
                  <a:pt x="1219" y="1371"/>
                </a:lnTo>
                <a:lnTo>
                  <a:pt x="1218" y="1371"/>
                </a:lnTo>
                <a:lnTo>
                  <a:pt x="1218" y="1372"/>
                </a:lnTo>
                <a:lnTo>
                  <a:pt x="1218" y="1373"/>
                </a:lnTo>
                <a:lnTo>
                  <a:pt x="1218" y="1374"/>
                </a:lnTo>
                <a:lnTo>
                  <a:pt x="1218" y="1375"/>
                </a:lnTo>
                <a:lnTo>
                  <a:pt x="1218" y="1376"/>
                </a:lnTo>
                <a:lnTo>
                  <a:pt x="1218" y="1377"/>
                </a:lnTo>
                <a:lnTo>
                  <a:pt x="1217" y="1377"/>
                </a:lnTo>
                <a:lnTo>
                  <a:pt x="1217" y="1378"/>
                </a:lnTo>
                <a:lnTo>
                  <a:pt x="1217" y="1379"/>
                </a:lnTo>
                <a:lnTo>
                  <a:pt x="1218" y="1379"/>
                </a:lnTo>
                <a:lnTo>
                  <a:pt x="1217" y="1379"/>
                </a:lnTo>
                <a:lnTo>
                  <a:pt x="1217" y="1380"/>
                </a:lnTo>
                <a:lnTo>
                  <a:pt x="1217" y="1381"/>
                </a:lnTo>
                <a:lnTo>
                  <a:pt x="1216" y="1381"/>
                </a:lnTo>
                <a:lnTo>
                  <a:pt x="1216" y="1382"/>
                </a:lnTo>
                <a:lnTo>
                  <a:pt x="1216" y="1383"/>
                </a:lnTo>
                <a:lnTo>
                  <a:pt x="1215" y="1383"/>
                </a:lnTo>
                <a:lnTo>
                  <a:pt x="1215" y="1384"/>
                </a:lnTo>
                <a:lnTo>
                  <a:pt x="1215" y="1385"/>
                </a:lnTo>
                <a:lnTo>
                  <a:pt x="1215" y="1386"/>
                </a:lnTo>
                <a:lnTo>
                  <a:pt x="1215" y="1387"/>
                </a:lnTo>
                <a:lnTo>
                  <a:pt x="1215" y="1386"/>
                </a:lnTo>
                <a:lnTo>
                  <a:pt x="1214" y="1386"/>
                </a:lnTo>
                <a:lnTo>
                  <a:pt x="1214" y="1387"/>
                </a:lnTo>
                <a:lnTo>
                  <a:pt x="1213" y="1387"/>
                </a:lnTo>
                <a:lnTo>
                  <a:pt x="1214" y="1387"/>
                </a:lnTo>
                <a:lnTo>
                  <a:pt x="1214" y="1388"/>
                </a:lnTo>
                <a:lnTo>
                  <a:pt x="1215" y="1388"/>
                </a:lnTo>
                <a:lnTo>
                  <a:pt x="1215" y="1389"/>
                </a:lnTo>
                <a:lnTo>
                  <a:pt x="1215" y="1390"/>
                </a:lnTo>
                <a:lnTo>
                  <a:pt x="1214" y="1389"/>
                </a:lnTo>
                <a:lnTo>
                  <a:pt x="1214" y="1390"/>
                </a:lnTo>
                <a:lnTo>
                  <a:pt x="1215" y="1390"/>
                </a:lnTo>
                <a:lnTo>
                  <a:pt x="1215" y="1391"/>
                </a:lnTo>
                <a:lnTo>
                  <a:pt x="1214" y="1391"/>
                </a:lnTo>
                <a:lnTo>
                  <a:pt x="1215" y="1391"/>
                </a:lnTo>
                <a:lnTo>
                  <a:pt x="1215" y="1392"/>
                </a:lnTo>
                <a:lnTo>
                  <a:pt x="1215" y="1393"/>
                </a:lnTo>
                <a:lnTo>
                  <a:pt x="1215" y="1394"/>
                </a:lnTo>
                <a:lnTo>
                  <a:pt x="1215" y="1393"/>
                </a:lnTo>
                <a:lnTo>
                  <a:pt x="1214" y="1393"/>
                </a:lnTo>
                <a:lnTo>
                  <a:pt x="1214" y="1394"/>
                </a:lnTo>
                <a:lnTo>
                  <a:pt x="1213" y="1394"/>
                </a:lnTo>
                <a:lnTo>
                  <a:pt x="1213" y="1395"/>
                </a:lnTo>
                <a:lnTo>
                  <a:pt x="1214" y="1395"/>
                </a:lnTo>
                <a:lnTo>
                  <a:pt x="1214" y="1397"/>
                </a:lnTo>
                <a:lnTo>
                  <a:pt x="1215" y="1397"/>
                </a:lnTo>
                <a:lnTo>
                  <a:pt x="1215" y="1398"/>
                </a:lnTo>
                <a:lnTo>
                  <a:pt x="1214" y="1398"/>
                </a:lnTo>
                <a:lnTo>
                  <a:pt x="1213" y="1398"/>
                </a:lnTo>
                <a:lnTo>
                  <a:pt x="1213" y="1399"/>
                </a:lnTo>
                <a:lnTo>
                  <a:pt x="1212" y="1398"/>
                </a:lnTo>
                <a:lnTo>
                  <a:pt x="1211" y="1398"/>
                </a:lnTo>
                <a:lnTo>
                  <a:pt x="1210" y="1398"/>
                </a:lnTo>
                <a:lnTo>
                  <a:pt x="1210" y="1399"/>
                </a:lnTo>
                <a:lnTo>
                  <a:pt x="1209" y="1399"/>
                </a:lnTo>
                <a:lnTo>
                  <a:pt x="1209" y="1400"/>
                </a:lnTo>
                <a:lnTo>
                  <a:pt x="1208" y="1400"/>
                </a:lnTo>
                <a:lnTo>
                  <a:pt x="1208" y="1401"/>
                </a:lnTo>
                <a:lnTo>
                  <a:pt x="1207" y="1401"/>
                </a:lnTo>
                <a:lnTo>
                  <a:pt x="1207" y="1400"/>
                </a:lnTo>
                <a:lnTo>
                  <a:pt x="1206" y="1400"/>
                </a:lnTo>
                <a:lnTo>
                  <a:pt x="1205" y="1400"/>
                </a:lnTo>
                <a:lnTo>
                  <a:pt x="1205" y="1401"/>
                </a:lnTo>
                <a:lnTo>
                  <a:pt x="1204" y="1401"/>
                </a:lnTo>
                <a:lnTo>
                  <a:pt x="1204" y="1400"/>
                </a:lnTo>
                <a:lnTo>
                  <a:pt x="1203" y="1400"/>
                </a:lnTo>
                <a:lnTo>
                  <a:pt x="1203" y="1399"/>
                </a:lnTo>
                <a:lnTo>
                  <a:pt x="1203" y="1398"/>
                </a:lnTo>
                <a:lnTo>
                  <a:pt x="1202" y="1398"/>
                </a:lnTo>
                <a:lnTo>
                  <a:pt x="1202" y="1397"/>
                </a:lnTo>
                <a:lnTo>
                  <a:pt x="1201" y="1397"/>
                </a:lnTo>
                <a:lnTo>
                  <a:pt x="1200" y="1397"/>
                </a:lnTo>
                <a:lnTo>
                  <a:pt x="1199" y="1397"/>
                </a:lnTo>
                <a:lnTo>
                  <a:pt x="1199" y="1396"/>
                </a:lnTo>
                <a:lnTo>
                  <a:pt x="1199" y="1395"/>
                </a:lnTo>
                <a:lnTo>
                  <a:pt x="1199" y="1394"/>
                </a:lnTo>
                <a:lnTo>
                  <a:pt x="1198" y="1394"/>
                </a:lnTo>
                <a:lnTo>
                  <a:pt x="1197" y="1395"/>
                </a:lnTo>
                <a:lnTo>
                  <a:pt x="1196" y="1395"/>
                </a:lnTo>
                <a:lnTo>
                  <a:pt x="1196" y="1394"/>
                </a:lnTo>
                <a:lnTo>
                  <a:pt x="1196" y="1393"/>
                </a:lnTo>
                <a:lnTo>
                  <a:pt x="1195" y="1392"/>
                </a:lnTo>
                <a:lnTo>
                  <a:pt x="1194" y="1391"/>
                </a:lnTo>
                <a:lnTo>
                  <a:pt x="1193" y="1390"/>
                </a:lnTo>
                <a:lnTo>
                  <a:pt x="1192" y="1389"/>
                </a:lnTo>
                <a:lnTo>
                  <a:pt x="1191" y="1388"/>
                </a:lnTo>
                <a:lnTo>
                  <a:pt x="1190" y="1388"/>
                </a:lnTo>
                <a:lnTo>
                  <a:pt x="1190" y="1389"/>
                </a:lnTo>
                <a:lnTo>
                  <a:pt x="1189" y="1389"/>
                </a:lnTo>
                <a:lnTo>
                  <a:pt x="1188" y="1388"/>
                </a:lnTo>
                <a:lnTo>
                  <a:pt x="1188" y="1387"/>
                </a:lnTo>
                <a:lnTo>
                  <a:pt x="1187" y="1387"/>
                </a:lnTo>
                <a:lnTo>
                  <a:pt x="1187" y="1386"/>
                </a:lnTo>
                <a:lnTo>
                  <a:pt x="1187" y="1385"/>
                </a:lnTo>
                <a:lnTo>
                  <a:pt x="1186" y="1385"/>
                </a:lnTo>
                <a:lnTo>
                  <a:pt x="1186" y="1384"/>
                </a:lnTo>
                <a:lnTo>
                  <a:pt x="1185" y="1384"/>
                </a:lnTo>
                <a:lnTo>
                  <a:pt x="1184" y="1384"/>
                </a:lnTo>
                <a:lnTo>
                  <a:pt x="1184" y="1383"/>
                </a:lnTo>
                <a:lnTo>
                  <a:pt x="1183" y="1383"/>
                </a:lnTo>
                <a:lnTo>
                  <a:pt x="1183" y="1382"/>
                </a:lnTo>
                <a:lnTo>
                  <a:pt x="1182" y="1381"/>
                </a:lnTo>
                <a:lnTo>
                  <a:pt x="1181" y="1380"/>
                </a:lnTo>
                <a:lnTo>
                  <a:pt x="1181" y="1379"/>
                </a:lnTo>
                <a:lnTo>
                  <a:pt x="1180" y="1379"/>
                </a:lnTo>
                <a:lnTo>
                  <a:pt x="1179" y="1379"/>
                </a:lnTo>
                <a:lnTo>
                  <a:pt x="1179" y="1378"/>
                </a:lnTo>
                <a:lnTo>
                  <a:pt x="1178" y="1378"/>
                </a:lnTo>
                <a:lnTo>
                  <a:pt x="1178" y="1377"/>
                </a:lnTo>
                <a:lnTo>
                  <a:pt x="1178" y="1376"/>
                </a:lnTo>
                <a:lnTo>
                  <a:pt x="1178" y="1375"/>
                </a:lnTo>
                <a:lnTo>
                  <a:pt x="1177" y="1375"/>
                </a:lnTo>
                <a:lnTo>
                  <a:pt x="1177" y="1374"/>
                </a:lnTo>
                <a:lnTo>
                  <a:pt x="1177" y="1373"/>
                </a:lnTo>
                <a:lnTo>
                  <a:pt x="1176" y="1373"/>
                </a:lnTo>
                <a:lnTo>
                  <a:pt x="1175" y="1372"/>
                </a:lnTo>
                <a:lnTo>
                  <a:pt x="1175" y="1371"/>
                </a:lnTo>
                <a:lnTo>
                  <a:pt x="1174" y="1371"/>
                </a:lnTo>
                <a:lnTo>
                  <a:pt x="1174" y="1370"/>
                </a:lnTo>
                <a:lnTo>
                  <a:pt x="1174" y="1369"/>
                </a:lnTo>
                <a:lnTo>
                  <a:pt x="1173" y="1369"/>
                </a:lnTo>
                <a:lnTo>
                  <a:pt x="1172" y="1369"/>
                </a:lnTo>
                <a:lnTo>
                  <a:pt x="1172" y="1368"/>
                </a:lnTo>
                <a:lnTo>
                  <a:pt x="1171" y="1367"/>
                </a:lnTo>
                <a:lnTo>
                  <a:pt x="1171" y="1366"/>
                </a:lnTo>
                <a:lnTo>
                  <a:pt x="1170" y="1366"/>
                </a:lnTo>
                <a:lnTo>
                  <a:pt x="1170" y="1365"/>
                </a:lnTo>
                <a:lnTo>
                  <a:pt x="1169" y="1365"/>
                </a:lnTo>
                <a:lnTo>
                  <a:pt x="1169" y="1364"/>
                </a:lnTo>
                <a:lnTo>
                  <a:pt x="1168" y="1364"/>
                </a:lnTo>
                <a:lnTo>
                  <a:pt x="1168" y="1363"/>
                </a:lnTo>
                <a:lnTo>
                  <a:pt x="1167" y="1363"/>
                </a:lnTo>
                <a:lnTo>
                  <a:pt x="1167" y="1364"/>
                </a:lnTo>
                <a:lnTo>
                  <a:pt x="1166" y="1364"/>
                </a:lnTo>
                <a:lnTo>
                  <a:pt x="1165" y="1364"/>
                </a:lnTo>
                <a:lnTo>
                  <a:pt x="1165" y="1363"/>
                </a:lnTo>
                <a:lnTo>
                  <a:pt x="1165" y="1362"/>
                </a:lnTo>
                <a:lnTo>
                  <a:pt x="1164" y="1362"/>
                </a:lnTo>
                <a:lnTo>
                  <a:pt x="1164" y="1361"/>
                </a:lnTo>
                <a:lnTo>
                  <a:pt x="1163" y="1361"/>
                </a:lnTo>
                <a:lnTo>
                  <a:pt x="1163" y="1360"/>
                </a:lnTo>
                <a:lnTo>
                  <a:pt x="1163" y="1359"/>
                </a:lnTo>
                <a:lnTo>
                  <a:pt x="1162" y="1359"/>
                </a:lnTo>
                <a:lnTo>
                  <a:pt x="1162" y="1358"/>
                </a:lnTo>
                <a:lnTo>
                  <a:pt x="1161" y="1358"/>
                </a:lnTo>
                <a:lnTo>
                  <a:pt x="1161" y="1357"/>
                </a:lnTo>
                <a:lnTo>
                  <a:pt x="1161" y="1356"/>
                </a:lnTo>
                <a:lnTo>
                  <a:pt x="1160" y="1356"/>
                </a:lnTo>
                <a:lnTo>
                  <a:pt x="1160" y="1355"/>
                </a:lnTo>
                <a:lnTo>
                  <a:pt x="1159" y="1355"/>
                </a:lnTo>
                <a:lnTo>
                  <a:pt x="1159" y="1354"/>
                </a:lnTo>
                <a:lnTo>
                  <a:pt x="1158" y="1354"/>
                </a:lnTo>
                <a:lnTo>
                  <a:pt x="1157" y="1353"/>
                </a:lnTo>
                <a:lnTo>
                  <a:pt x="1156" y="1352"/>
                </a:lnTo>
                <a:lnTo>
                  <a:pt x="1155" y="1352"/>
                </a:lnTo>
                <a:lnTo>
                  <a:pt x="1154" y="1351"/>
                </a:lnTo>
                <a:lnTo>
                  <a:pt x="1153" y="1351"/>
                </a:lnTo>
                <a:lnTo>
                  <a:pt x="1153" y="1350"/>
                </a:lnTo>
                <a:lnTo>
                  <a:pt x="1152" y="1350"/>
                </a:lnTo>
                <a:lnTo>
                  <a:pt x="1152" y="1349"/>
                </a:lnTo>
                <a:lnTo>
                  <a:pt x="1152" y="1348"/>
                </a:lnTo>
                <a:lnTo>
                  <a:pt x="1151" y="1348"/>
                </a:lnTo>
                <a:lnTo>
                  <a:pt x="1150" y="1348"/>
                </a:lnTo>
                <a:lnTo>
                  <a:pt x="1150" y="1347"/>
                </a:lnTo>
                <a:lnTo>
                  <a:pt x="1149" y="1347"/>
                </a:lnTo>
                <a:lnTo>
                  <a:pt x="1149" y="1346"/>
                </a:lnTo>
                <a:lnTo>
                  <a:pt x="1149" y="1345"/>
                </a:lnTo>
                <a:lnTo>
                  <a:pt x="1149" y="1344"/>
                </a:lnTo>
                <a:lnTo>
                  <a:pt x="1148" y="1343"/>
                </a:lnTo>
                <a:lnTo>
                  <a:pt x="1147" y="1343"/>
                </a:lnTo>
                <a:lnTo>
                  <a:pt x="1146" y="1343"/>
                </a:lnTo>
                <a:lnTo>
                  <a:pt x="1146" y="1342"/>
                </a:lnTo>
                <a:lnTo>
                  <a:pt x="1145" y="1342"/>
                </a:lnTo>
                <a:lnTo>
                  <a:pt x="1145" y="1341"/>
                </a:lnTo>
                <a:lnTo>
                  <a:pt x="1144" y="1341"/>
                </a:lnTo>
                <a:lnTo>
                  <a:pt x="1144" y="1342"/>
                </a:lnTo>
                <a:lnTo>
                  <a:pt x="1144" y="1343"/>
                </a:lnTo>
                <a:lnTo>
                  <a:pt x="1143" y="1343"/>
                </a:lnTo>
                <a:lnTo>
                  <a:pt x="1144" y="1343"/>
                </a:lnTo>
                <a:lnTo>
                  <a:pt x="1144" y="1344"/>
                </a:lnTo>
                <a:lnTo>
                  <a:pt x="1143" y="1343"/>
                </a:lnTo>
                <a:lnTo>
                  <a:pt x="1142" y="1343"/>
                </a:lnTo>
                <a:lnTo>
                  <a:pt x="1141" y="1344"/>
                </a:lnTo>
                <a:lnTo>
                  <a:pt x="1140" y="1344"/>
                </a:lnTo>
                <a:lnTo>
                  <a:pt x="1140" y="1345"/>
                </a:lnTo>
                <a:lnTo>
                  <a:pt x="1140" y="1346"/>
                </a:lnTo>
                <a:lnTo>
                  <a:pt x="1141" y="1346"/>
                </a:lnTo>
                <a:lnTo>
                  <a:pt x="1140" y="1346"/>
                </a:lnTo>
                <a:lnTo>
                  <a:pt x="1140" y="1347"/>
                </a:lnTo>
                <a:lnTo>
                  <a:pt x="1139" y="1347"/>
                </a:lnTo>
                <a:lnTo>
                  <a:pt x="1139" y="1348"/>
                </a:lnTo>
                <a:lnTo>
                  <a:pt x="1138" y="1348"/>
                </a:lnTo>
                <a:lnTo>
                  <a:pt x="1138" y="1349"/>
                </a:lnTo>
                <a:lnTo>
                  <a:pt x="1139" y="1349"/>
                </a:lnTo>
                <a:lnTo>
                  <a:pt x="1139" y="1350"/>
                </a:lnTo>
                <a:lnTo>
                  <a:pt x="1138" y="1350"/>
                </a:lnTo>
                <a:lnTo>
                  <a:pt x="1138" y="1351"/>
                </a:lnTo>
                <a:lnTo>
                  <a:pt x="1137" y="1351"/>
                </a:lnTo>
                <a:lnTo>
                  <a:pt x="1136" y="1351"/>
                </a:lnTo>
                <a:lnTo>
                  <a:pt x="1136" y="1352"/>
                </a:lnTo>
                <a:lnTo>
                  <a:pt x="1136" y="1353"/>
                </a:lnTo>
                <a:lnTo>
                  <a:pt x="1135" y="1353"/>
                </a:lnTo>
                <a:lnTo>
                  <a:pt x="1135" y="1354"/>
                </a:lnTo>
                <a:lnTo>
                  <a:pt x="1134" y="1354"/>
                </a:lnTo>
                <a:lnTo>
                  <a:pt x="1133" y="1354"/>
                </a:lnTo>
                <a:lnTo>
                  <a:pt x="1133" y="1355"/>
                </a:lnTo>
                <a:lnTo>
                  <a:pt x="1133" y="1356"/>
                </a:lnTo>
                <a:lnTo>
                  <a:pt x="1132" y="1356"/>
                </a:lnTo>
                <a:lnTo>
                  <a:pt x="1132" y="1357"/>
                </a:lnTo>
                <a:lnTo>
                  <a:pt x="1131" y="1358"/>
                </a:lnTo>
                <a:lnTo>
                  <a:pt x="1131" y="1359"/>
                </a:lnTo>
                <a:lnTo>
                  <a:pt x="1130" y="1359"/>
                </a:lnTo>
                <a:lnTo>
                  <a:pt x="1130" y="1360"/>
                </a:lnTo>
                <a:lnTo>
                  <a:pt x="1130" y="1361"/>
                </a:lnTo>
                <a:lnTo>
                  <a:pt x="1129" y="1361"/>
                </a:lnTo>
                <a:lnTo>
                  <a:pt x="1129" y="1362"/>
                </a:lnTo>
                <a:lnTo>
                  <a:pt x="1130" y="1362"/>
                </a:lnTo>
                <a:lnTo>
                  <a:pt x="1130" y="1363"/>
                </a:lnTo>
                <a:lnTo>
                  <a:pt x="1130" y="1364"/>
                </a:lnTo>
                <a:lnTo>
                  <a:pt x="1130" y="1365"/>
                </a:lnTo>
                <a:lnTo>
                  <a:pt x="1131" y="1365"/>
                </a:lnTo>
                <a:lnTo>
                  <a:pt x="1131" y="1366"/>
                </a:lnTo>
                <a:lnTo>
                  <a:pt x="1132" y="1366"/>
                </a:lnTo>
                <a:lnTo>
                  <a:pt x="1132" y="1367"/>
                </a:lnTo>
                <a:lnTo>
                  <a:pt x="1132" y="1368"/>
                </a:lnTo>
                <a:lnTo>
                  <a:pt x="1133" y="1368"/>
                </a:lnTo>
                <a:lnTo>
                  <a:pt x="1132" y="1369"/>
                </a:lnTo>
                <a:lnTo>
                  <a:pt x="1132" y="1370"/>
                </a:lnTo>
                <a:lnTo>
                  <a:pt x="1132" y="1371"/>
                </a:lnTo>
                <a:lnTo>
                  <a:pt x="1131" y="1371"/>
                </a:lnTo>
                <a:lnTo>
                  <a:pt x="1131" y="1372"/>
                </a:lnTo>
                <a:lnTo>
                  <a:pt x="1131" y="1373"/>
                </a:lnTo>
                <a:lnTo>
                  <a:pt x="1130" y="1373"/>
                </a:lnTo>
                <a:lnTo>
                  <a:pt x="1129" y="1373"/>
                </a:lnTo>
                <a:lnTo>
                  <a:pt x="1128" y="1373"/>
                </a:lnTo>
                <a:lnTo>
                  <a:pt x="1128" y="1374"/>
                </a:lnTo>
                <a:lnTo>
                  <a:pt x="1127" y="1374"/>
                </a:lnTo>
                <a:lnTo>
                  <a:pt x="1127" y="1375"/>
                </a:lnTo>
                <a:lnTo>
                  <a:pt x="1127" y="1376"/>
                </a:lnTo>
                <a:lnTo>
                  <a:pt x="1126" y="1377"/>
                </a:lnTo>
                <a:lnTo>
                  <a:pt x="1126" y="1378"/>
                </a:lnTo>
                <a:lnTo>
                  <a:pt x="1126" y="1379"/>
                </a:lnTo>
                <a:lnTo>
                  <a:pt x="1125" y="1379"/>
                </a:lnTo>
                <a:lnTo>
                  <a:pt x="1125" y="1380"/>
                </a:lnTo>
                <a:lnTo>
                  <a:pt x="1124" y="1380"/>
                </a:lnTo>
                <a:lnTo>
                  <a:pt x="1124" y="1381"/>
                </a:lnTo>
                <a:lnTo>
                  <a:pt x="1123" y="1381"/>
                </a:lnTo>
                <a:lnTo>
                  <a:pt x="1123" y="1382"/>
                </a:lnTo>
                <a:lnTo>
                  <a:pt x="1122" y="1382"/>
                </a:lnTo>
                <a:lnTo>
                  <a:pt x="1121" y="1381"/>
                </a:lnTo>
                <a:lnTo>
                  <a:pt x="1120" y="1381"/>
                </a:lnTo>
                <a:lnTo>
                  <a:pt x="1119" y="1381"/>
                </a:lnTo>
                <a:lnTo>
                  <a:pt x="1119" y="1380"/>
                </a:lnTo>
                <a:lnTo>
                  <a:pt x="1118" y="1380"/>
                </a:lnTo>
                <a:lnTo>
                  <a:pt x="1118" y="1379"/>
                </a:lnTo>
                <a:lnTo>
                  <a:pt x="1119" y="1379"/>
                </a:lnTo>
                <a:lnTo>
                  <a:pt x="1118" y="1378"/>
                </a:lnTo>
                <a:lnTo>
                  <a:pt x="1117" y="1378"/>
                </a:lnTo>
                <a:lnTo>
                  <a:pt x="1117" y="1377"/>
                </a:lnTo>
                <a:lnTo>
                  <a:pt x="1116" y="1377"/>
                </a:lnTo>
                <a:lnTo>
                  <a:pt x="1115" y="1377"/>
                </a:lnTo>
                <a:lnTo>
                  <a:pt x="1115" y="1376"/>
                </a:lnTo>
                <a:lnTo>
                  <a:pt x="1114" y="1376"/>
                </a:lnTo>
                <a:lnTo>
                  <a:pt x="1115" y="1376"/>
                </a:lnTo>
                <a:lnTo>
                  <a:pt x="1115" y="1375"/>
                </a:lnTo>
                <a:lnTo>
                  <a:pt x="1114" y="1375"/>
                </a:lnTo>
                <a:lnTo>
                  <a:pt x="1113" y="1375"/>
                </a:lnTo>
                <a:lnTo>
                  <a:pt x="1113" y="1374"/>
                </a:lnTo>
                <a:lnTo>
                  <a:pt x="1113" y="1373"/>
                </a:lnTo>
                <a:lnTo>
                  <a:pt x="1113" y="1372"/>
                </a:lnTo>
                <a:lnTo>
                  <a:pt x="1112" y="1372"/>
                </a:lnTo>
                <a:lnTo>
                  <a:pt x="1111" y="1372"/>
                </a:lnTo>
                <a:lnTo>
                  <a:pt x="1111" y="1371"/>
                </a:lnTo>
                <a:lnTo>
                  <a:pt x="1110" y="1371"/>
                </a:lnTo>
                <a:lnTo>
                  <a:pt x="1111" y="1371"/>
                </a:lnTo>
                <a:lnTo>
                  <a:pt x="1111" y="1370"/>
                </a:lnTo>
                <a:lnTo>
                  <a:pt x="1110" y="1370"/>
                </a:lnTo>
                <a:lnTo>
                  <a:pt x="1110" y="1369"/>
                </a:lnTo>
                <a:lnTo>
                  <a:pt x="1109" y="1369"/>
                </a:lnTo>
                <a:lnTo>
                  <a:pt x="1109" y="1368"/>
                </a:lnTo>
                <a:lnTo>
                  <a:pt x="1109" y="1367"/>
                </a:lnTo>
                <a:lnTo>
                  <a:pt x="1109" y="1366"/>
                </a:lnTo>
                <a:lnTo>
                  <a:pt x="1110" y="1365"/>
                </a:lnTo>
                <a:lnTo>
                  <a:pt x="1109" y="1365"/>
                </a:lnTo>
                <a:lnTo>
                  <a:pt x="1109" y="1364"/>
                </a:lnTo>
                <a:lnTo>
                  <a:pt x="1108" y="1364"/>
                </a:lnTo>
                <a:lnTo>
                  <a:pt x="1108" y="1363"/>
                </a:lnTo>
                <a:lnTo>
                  <a:pt x="1108" y="1362"/>
                </a:lnTo>
                <a:lnTo>
                  <a:pt x="1107" y="1362"/>
                </a:lnTo>
                <a:lnTo>
                  <a:pt x="1106" y="1362"/>
                </a:lnTo>
                <a:lnTo>
                  <a:pt x="1106" y="1361"/>
                </a:lnTo>
                <a:lnTo>
                  <a:pt x="1105" y="1361"/>
                </a:lnTo>
                <a:lnTo>
                  <a:pt x="1105" y="1360"/>
                </a:lnTo>
                <a:lnTo>
                  <a:pt x="1105" y="1359"/>
                </a:lnTo>
                <a:lnTo>
                  <a:pt x="1105" y="1358"/>
                </a:lnTo>
                <a:lnTo>
                  <a:pt x="1104" y="1358"/>
                </a:lnTo>
                <a:lnTo>
                  <a:pt x="1104" y="1357"/>
                </a:lnTo>
                <a:lnTo>
                  <a:pt x="1104" y="1356"/>
                </a:lnTo>
                <a:lnTo>
                  <a:pt x="1104" y="1355"/>
                </a:lnTo>
                <a:lnTo>
                  <a:pt x="1104" y="1354"/>
                </a:lnTo>
                <a:lnTo>
                  <a:pt x="1104" y="1353"/>
                </a:lnTo>
                <a:lnTo>
                  <a:pt x="1105" y="1353"/>
                </a:lnTo>
                <a:lnTo>
                  <a:pt x="1106" y="1352"/>
                </a:lnTo>
                <a:lnTo>
                  <a:pt x="1107" y="1352"/>
                </a:lnTo>
                <a:lnTo>
                  <a:pt x="1107" y="1351"/>
                </a:lnTo>
                <a:lnTo>
                  <a:pt x="1106" y="1351"/>
                </a:lnTo>
                <a:lnTo>
                  <a:pt x="1106" y="1350"/>
                </a:lnTo>
                <a:lnTo>
                  <a:pt x="1105" y="1350"/>
                </a:lnTo>
                <a:lnTo>
                  <a:pt x="1105" y="1349"/>
                </a:lnTo>
                <a:lnTo>
                  <a:pt x="1105" y="1348"/>
                </a:lnTo>
                <a:lnTo>
                  <a:pt x="1104" y="1348"/>
                </a:lnTo>
                <a:lnTo>
                  <a:pt x="1103" y="1348"/>
                </a:lnTo>
                <a:lnTo>
                  <a:pt x="1102" y="1348"/>
                </a:lnTo>
                <a:lnTo>
                  <a:pt x="1102" y="1347"/>
                </a:lnTo>
                <a:lnTo>
                  <a:pt x="1102" y="1346"/>
                </a:lnTo>
                <a:lnTo>
                  <a:pt x="1101" y="1346"/>
                </a:lnTo>
                <a:lnTo>
                  <a:pt x="1101" y="1345"/>
                </a:lnTo>
                <a:lnTo>
                  <a:pt x="1100" y="1345"/>
                </a:lnTo>
                <a:lnTo>
                  <a:pt x="1099" y="1345"/>
                </a:lnTo>
                <a:lnTo>
                  <a:pt x="1099" y="1344"/>
                </a:lnTo>
                <a:lnTo>
                  <a:pt x="1098" y="1344"/>
                </a:lnTo>
                <a:lnTo>
                  <a:pt x="1097" y="1344"/>
                </a:lnTo>
                <a:lnTo>
                  <a:pt x="1097" y="1343"/>
                </a:lnTo>
                <a:lnTo>
                  <a:pt x="1096" y="1343"/>
                </a:lnTo>
                <a:lnTo>
                  <a:pt x="1096" y="1342"/>
                </a:lnTo>
                <a:lnTo>
                  <a:pt x="1095" y="1342"/>
                </a:lnTo>
                <a:lnTo>
                  <a:pt x="1095" y="1341"/>
                </a:lnTo>
                <a:lnTo>
                  <a:pt x="1094" y="1341"/>
                </a:lnTo>
                <a:lnTo>
                  <a:pt x="1094" y="1340"/>
                </a:lnTo>
                <a:lnTo>
                  <a:pt x="1093" y="1340"/>
                </a:lnTo>
                <a:lnTo>
                  <a:pt x="1091" y="1340"/>
                </a:lnTo>
                <a:lnTo>
                  <a:pt x="1091" y="1339"/>
                </a:lnTo>
                <a:lnTo>
                  <a:pt x="1090" y="1339"/>
                </a:lnTo>
                <a:lnTo>
                  <a:pt x="1089" y="1339"/>
                </a:lnTo>
                <a:lnTo>
                  <a:pt x="1088" y="1339"/>
                </a:lnTo>
                <a:lnTo>
                  <a:pt x="1087" y="1339"/>
                </a:lnTo>
                <a:lnTo>
                  <a:pt x="1086" y="1339"/>
                </a:lnTo>
                <a:lnTo>
                  <a:pt x="1086" y="1338"/>
                </a:lnTo>
                <a:lnTo>
                  <a:pt x="1085" y="1338"/>
                </a:lnTo>
                <a:lnTo>
                  <a:pt x="1084" y="1338"/>
                </a:lnTo>
                <a:lnTo>
                  <a:pt x="1084" y="1339"/>
                </a:lnTo>
                <a:lnTo>
                  <a:pt x="1083" y="1339"/>
                </a:lnTo>
                <a:lnTo>
                  <a:pt x="1083" y="1340"/>
                </a:lnTo>
                <a:lnTo>
                  <a:pt x="1083" y="1341"/>
                </a:lnTo>
                <a:lnTo>
                  <a:pt x="1083" y="1342"/>
                </a:lnTo>
                <a:lnTo>
                  <a:pt x="1083" y="1343"/>
                </a:lnTo>
                <a:lnTo>
                  <a:pt x="1084" y="1343"/>
                </a:lnTo>
                <a:lnTo>
                  <a:pt x="1083" y="1343"/>
                </a:lnTo>
                <a:lnTo>
                  <a:pt x="1083" y="1344"/>
                </a:lnTo>
                <a:lnTo>
                  <a:pt x="1084" y="1344"/>
                </a:lnTo>
                <a:lnTo>
                  <a:pt x="1083" y="1344"/>
                </a:lnTo>
                <a:lnTo>
                  <a:pt x="1083" y="1345"/>
                </a:lnTo>
                <a:lnTo>
                  <a:pt x="1082" y="1345"/>
                </a:lnTo>
                <a:lnTo>
                  <a:pt x="1082" y="1344"/>
                </a:lnTo>
                <a:lnTo>
                  <a:pt x="1082" y="1345"/>
                </a:lnTo>
                <a:lnTo>
                  <a:pt x="1082" y="1346"/>
                </a:lnTo>
                <a:lnTo>
                  <a:pt x="1081" y="1346"/>
                </a:lnTo>
                <a:lnTo>
                  <a:pt x="1081" y="1347"/>
                </a:lnTo>
                <a:lnTo>
                  <a:pt x="1082" y="1347"/>
                </a:lnTo>
                <a:lnTo>
                  <a:pt x="1081" y="1347"/>
                </a:lnTo>
                <a:lnTo>
                  <a:pt x="1081" y="1348"/>
                </a:lnTo>
                <a:lnTo>
                  <a:pt x="1080" y="1348"/>
                </a:lnTo>
                <a:lnTo>
                  <a:pt x="1080" y="1349"/>
                </a:lnTo>
                <a:lnTo>
                  <a:pt x="1080" y="1350"/>
                </a:lnTo>
                <a:lnTo>
                  <a:pt x="1079" y="1350"/>
                </a:lnTo>
                <a:lnTo>
                  <a:pt x="1079" y="1351"/>
                </a:lnTo>
                <a:lnTo>
                  <a:pt x="1078" y="1351"/>
                </a:lnTo>
                <a:lnTo>
                  <a:pt x="1078" y="1352"/>
                </a:lnTo>
                <a:lnTo>
                  <a:pt x="1077" y="1352"/>
                </a:lnTo>
                <a:lnTo>
                  <a:pt x="1077" y="1353"/>
                </a:lnTo>
                <a:lnTo>
                  <a:pt x="1077" y="1354"/>
                </a:lnTo>
                <a:lnTo>
                  <a:pt x="1077" y="1355"/>
                </a:lnTo>
                <a:lnTo>
                  <a:pt x="1077" y="1356"/>
                </a:lnTo>
                <a:lnTo>
                  <a:pt x="1077" y="1357"/>
                </a:lnTo>
                <a:lnTo>
                  <a:pt x="1077" y="1358"/>
                </a:lnTo>
                <a:lnTo>
                  <a:pt x="1077" y="1359"/>
                </a:lnTo>
                <a:lnTo>
                  <a:pt x="1076" y="1359"/>
                </a:lnTo>
                <a:lnTo>
                  <a:pt x="1076" y="1360"/>
                </a:lnTo>
                <a:lnTo>
                  <a:pt x="1076" y="1361"/>
                </a:lnTo>
                <a:lnTo>
                  <a:pt x="1076" y="1362"/>
                </a:lnTo>
                <a:lnTo>
                  <a:pt x="1076" y="1363"/>
                </a:lnTo>
                <a:lnTo>
                  <a:pt x="1076" y="1364"/>
                </a:lnTo>
                <a:lnTo>
                  <a:pt x="1075" y="1364"/>
                </a:lnTo>
                <a:lnTo>
                  <a:pt x="1075" y="1365"/>
                </a:lnTo>
                <a:lnTo>
                  <a:pt x="1074" y="1365"/>
                </a:lnTo>
                <a:lnTo>
                  <a:pt x="1073" y="1365"/>
                </a:lnTo>
                <a:lnTo>
                  <a:pt x="1072" y="1365"/>
                </a:lnTo>
                <a:lnTo>
                  <a:pt x="1072" y="1366"/>
                </a:lnTo>
                <a:lnTo>
                  <a:pt x="1071" y="1366"/>
                </a:lnTo>
                <a:lnTo>
                  <a:pt x="1071" y="1365"/>
                </a:lnTo>
                <a:lnTo>
                  <a:pt x="1070" y="1365"/>
                </a:lnTo>
                <a:lnTo>
                  <a:pt x="1070" y="1366"/>
                </a:lnTo>
                <a:lnTo>
                  <a:pt x="1069" y="1366"/>
                </a:lnTo>
                <a:lnTo>
                  <a:pt x="1069" y="1367"/>
                </a:lnTo>
                <a:lnTo>
                  <a:pt x="1068" y="1367"/>
                </a:lnTo>
                <a:lnTo>
                  <a:pt x="1068" y="1368"/>
                </a:lnTo>
                <a:lnTo>
                  <a:pt x="1067" y="1368"/>
                </a:lnTo>
                <a:lnTo>
                  <a:pt x="1066" y="1368"/>
                </a:lnTo>
                <a:lnTo>
                  <a:pt x="1066" y="1369"/>
                </a:lnTo>
                <a:lnTo>
                  <a:pt x="1066" y="1370"/>
                </a:lnTo>
                <a:lnTo>
                  <a:pt x="1065" y="1370"/>
                </a:lnTo>
                <a:lnTo>
                  <a:pt x="1065" y="1371"/>
                </a:lnTo>
                <a:lnTo>
                  <a:pt x="1065" y="1370"/>
                </a:lnTo>
                <a:lnTo>
                  <a:pt x="1065" y="1371"/>
                </a:lnTo>
                <a:lnTo>
                  <a:pt x="1064" y="1371"/>
                </a:lnTo>
                <a:lnTo>
                  <a:pt x="1063" y="1371"/>
                </a:lnTo>
                <a:lnTo>
                  <a:pt x="1063" y="1370"/>
                </a:lnTo>
                <a:lnTo>
                  <a:pt x="1062" y="1371"/>
                </a:lnTo>
                <a:lnTo>
                  <a:pt x="1061" y="1371"/>
                </a:lnTo>
                <a:lnTo>
                  <a:pt x="1061" y="1370"/>
                </a:lnTo>
                <a:lnTo>
                  <a:pt x="1060" y="1370"/>
                </a:lnTo>
                <a:lnTo>
                  <a:pt x="1059" y="1370"/>
                </a:lnTo>
                <a:lnTo>
                  <a:pt x="1058" y="1370"/>
                </a:lnTo>
                <a:lnTo>
                  <a:pt x="1058" y="1371"/>
                </a:lnTo>
                <a:lnTo>
                  <a:pt x="1057" y="1371"/>
                </a:lnTo>
                <a:lnTo>
                  <a:pt x="1057" y="1372"/>
                </a:lnTo>
                <a:lnTo>
                  <a:pt x="1057" y="1373"/>
                </a:lnTo>
                <a:lnTo>
                  <a:pt x="1057" y="1374"/>
                </a:lnTo>
                <a:lnTo>
                  <a:pt x="1056" y="1374"/>
                </a:lnTo>
                <a:lnTo>
                  <a:pt x="1055" y="1374"/>
                </a:lnTo>
                <a:lnTo>
                  <a:pt x="1056" y="1374"/>
                </a:lnTo>
                <a:lnTo>
                  <a:pt x="1055" y="1374"/>
                </a:lnTo>
                <a:lnTo>
                  <a:pt x="1055" y="1375"/>
                </a:lnTo>
                <a:lnTo>
                  <a:pt x="1055" y="1376"/>
                </a:lnTo>
                <a:lnTo>
                  <a:pt x="1054" y="1376"/>
                </a:lnTo>
                <a:lnTo>
                  <a:pt x="1054" y="1377"/>
                </a:lnTo>
                <a:lnTo>
                  <a:pt x="1054" y="1378"/>
                </a:lnTo>
                <a:lnTo>
                  <a:pt x="1053" y="1378"/>
                </a:lnTo>
                <a:lnTo>
                  <a:pt x="1054" y="1378"/>
                </a:lnTo>
                <a:lnTo>
                  <a:pt x="1053" y="1378"/>
                </a:lnTo>
                <a:lnTo>
                  <a:pt x="1053" y="1379"/>
                </a:lnTo>
                <a:lnTo>
                  <a:pt x="1053" y="1380"/>
                </a:lnTo>
                <a:lnTo>
                  <a:pt x="1052" y="1380"/>
                </a:lnTo>
                <a:lnTo>
                  <a:pt x="1052" y="1381"/>
                </a:lnTo>
                <a:lnTo>
                  <a:pt x="1052" y="1382"/>
                </a:lnTo>
                <a:lnTo>
                  <a:pt x="1053" y="1382"/>
                </a:lnTo>
                <a:lnTo>
                  <a:pt x="1053" y="1383"/>
                </a:lnTo>
                <a:lnTo>
                  <a:pt x="1053" y="1384"/>
                </a:lnTo>
                <a:lnTo>
                  <a:pt x="1054" y="1384"/>
                </a:lnTo>
                <a:lnTo>
                  <a:pt x="1054" y="1385"/>
                </a:lnTo>
                <a:lnTo>
                  <a:pt x="1055" y="1385"/>
                </a:lnTo>
                <a:lnTo>
                  <a:pt x="1055" y="1386"/>
                </a:lnTo>
                <a:lnTo>
                  <a:pt x="1055" y="1387"/>
                </a:lnTo>
                <a:lnTo>
                  <a:pt x="1056" y="1387"/>
                </a:lnTo>
                <a:lnTo>
                  <a:pt x="1056" y="1388"/>
                </a:lnTo>
                <a:lnTo>
                  <a:pt x="1057" y="1388"/>
                </a:lnTo>
                <a:lnTo>
                  <a:pt x="1056" y="1388"/>
                </a:lnTo>
                <a:lnTo>
                  <a:pt x="1056" y="1389"/>
                </a:lnTo>
                <a:lnTo>
                  <a:pt x="1055" y="1389"/>
                </a:lnTo>
                <a:lnTo>
                  <a:pt x="1055" y="1390"/>
                </a:lnTo>
                <a:lnTo>
                  <a:pt x="1054" y="1390"/>
                </a:lnTo>
                <a:lnTo>
                  <a:pt x="1053" y="1390"/>
                </a:lnTo>
                <a:lnTo>
                  <a:pt x="1053" y="1391"/>
                </a:lnTo>
                <a:lnTo>
                  <a:pt x="1052" y="1391"/>
                </a:lnTo>
                <a:lnTo>
                  <a:pt x="1052" y="1392"/>
                </a:lnTo>
                <a:lnTo>
                  <a:pt x="1051" y="1392"/>
                </a:lnTo>
                <a:lnTo>
                  <a:pt x="1051" y="1391"/>
                </a:lnTo>
                <a:lnTo>
                  <a:pt x="1050" y="1391"/>
                </a:lnTo>
                <a:lnTo>
                  <a:pt x="1050" y="1392"/>
                </a:lnTo>
                <a:lnTo>
                  <a:pt x="1049" y="1392"/>
                </a:lnTo>
                <a:lnTo>
                  <a:pt x="1048" y="1392"/>
                </a:lnTo>
                <a:lnTo>
                  <a:pt x="1047" y="1393"/>
                </a:lnTo>
                <a:lnTo>
                  <a:pt x="1047" y="1394"/>
                </a:lnTo>
                <a:lnTo>
                  <a:pt x="1046" y="1394"/>
                </a:lnTo>
                <a:lnTo>
                  <a:pt x="1045" y="1394"/>
                </a:lnTo>
                <a:lnTo>
                  <a:pt x="1045" y="1395"/>
                </a:lnTo>
                <a:lnTo>
                  <a:pt x="1044" y="1396"/>
                </a:lnTo>
                <a:lnTo>
                  <a:pt x="1043" y="1396"/>
                </a:lnTo>
                <a:lnTo>
                  <a:pt x="1043" y="1397"/>
                </a:lnTo>
                <a:lnTo>
                  <a:pt x="1042" y="1397"/>
                </a:lnTo>
                <a:lnTo>
                  <a:pt x="1042" y="1396"/>
                </a:lnTo>
                <a:lnTo>
                  <a:pt x="1040" y="1396"/>
                </a:lnTo>
                <a:lnTo>
                  <a:pt x="1040" y="1397"/>
                </a:lnTo>
                <a:lnTo>
                  <a:pt x="1039" y="1397"/>
                </a:lnTo>
                <a:lnTo>
                  <a:pt x="1038" y="1397"/>
                </a:lnTo>
                <a:lnTo>
                  <a:pt x="1037" y="1397"/>
                </a:lnTo>
                <a:lnTo>
                  <a:pt x="1037" y="1398"/>
                </a:lnTo>
                <a:lnTo>
                  <a:pt x="1037" y="1399"/>
                </a:lnTo>
                <a:lnTo>
                  <a:pt x="1036" y="1399"/>
                </a:lnTo>
                <a:lnTo>
                  <a:pt x="1036" y="1400"/>
                </a:lnTo>
                <a:lnTo>
                  <a:pt x="1036" y="1401"/>
                </a:lnTo>
                <a:lnTo>
                  <a:pt x="1035" y="1401"/>
                </a:lnTo>
                <a:lnTo>
                  <a:pt x="1035" y="1402"/>
                </a:lnTo>
                <a:lnTo>
                  <a:pt x="1036" y="1402"/>
                </a:lnTo>
                <a:lnTo>
                  <a:pt x="1036" y="1403"/>
                </a:lnTo>
                <a:lnTo>
                  <a:pt x="1035" y="1403"/>
                </a:lnTo>
                <a:lnTo>
                  <a:pt x="1035" y="1404"/>
                </a:lnTo>
                <a:lnTo>
                  <a:pt x="1035" y="1405"/>
                </a:lnTo>
                <a:lnTo>
                  <a:pt x="1036" y="1405"/>
                </a:lnTo>
                <a:lnTo>
                  <a:pt x="1036" y="1406"/>
                </a:lnTo>
                <a:lnTo>
                  <a:pt x="1037" y="1406"/>
                </a:lnTo>
                <a:lnTo>
                  <a:pt x="1036" y="1406"/>
                </a:lnTo>
                <a:lnTo>
                  <a:pt x="1036" y="1407"/>
                </a:lnTo>
                <a:lnTo>
                  <a:pt x="1037" y="1407"/>
                </a:lnTo>
                <a:lnTo>
                  <a:pt x="1037" y="1408"/>
                </a:lnTo>
                <a:lnTo>
                  <a:pt x="1036" y="1408"/>
                </a:lnTo>
                <a:lnTo>
                  <a:pt x="1037" y="1408"/>
                </a:lnTo>
                <a:lnTo>
                  <a:pt x="1037" y="1409"/>
                </a:lnTo>
                <a:lnTo>
                  <a:pt x="1036" y="1409"/>
                </a:lnTo>
                <a:lnTo>
                  <a:pt x="1037" y="1409"/>
                </a:lnTo>
                <a:lnTo>
                  <a:pt x="1036" y="1409"/>
                </a:lnTo>
                <a:lnTo>
                  <a:pt x="1037" y="1409"/>
                </a:lnTo>
                <a:lnTo>
                  <a:pt x="1037" y="1410"/>
                </a:lnTo>
                <a:lnTo>
                  <a:pt x="1036" y="1410"/>
                </a:lnTo>
                <a:lnTo>
                  <a:pt x="1036" y="1409"/>
                </a:lnTo>
                <a:lnTo>
                  <a:pt x="1036" y="1410"/>
                </a:lnTo>
                <a:lnTo>
                  <a:pt x="1035" y="1410"/>
                </a:lnTo>
                <a:lnTo>
                  <a:pt x="1034" y="1410"/>
                </a:lnTo>
                <a:lnTo>
                  <a:pt x="1033" y="1410"/>
                </a:lnTo>
                <a:lnTo>
                  <a:pt x="1033" y="1409"/>
                </a:lnTo>
                <a:lnTo>
                  <a:pt x="1032" y="1409"/>
                </a:lnTo>
                <a:lnTo>
                  <a:pt x="1032" y="1410"/>
                </a:lnTo>
                <a:lnTo>
                  <a:pt x="1031" y="1410"/>
                </a:lnTo>
                <a:lnTo>
                  <a:pt x="1030" y="1410"/>
                </a:lnTo>
                <a:lnTo>
                  <a:pt x="1030" y="1411"/>
                </a:lnTo>
                <a:lnTo>
                  <a:pt x="1030" y="1410"/>
                </a:lnTo>
                <a:lnTo>
                  <a:pt x="1029" y="1410"/>
                </a:lnTo>
                <a:lnTo>
                  <a:pt x="1028" y="1410"/>
                </a:lnTo>
                <a:lnTo>
                  <a:pt x="1027" y="1411"/>
                </a:lnTo>
                <a:lnTo>
                  <a:pt x="1026" y="1411"/>
                </a:lnTo>
                <a:lnTo>
                  <a:pt x="1026" y="1410"/>
                </a:lnTo>
                <a:lnTo>
                  <a:pt x="1025" y="1410"/>
                </a:lnTo>
                <a:lnTo>
                  <a:pt x="1025" y="1409"/>
                </a:lnTo>
                <a:lnTo>
                  <a:pt x="1024" y="1409"/>
                </a:lnTo>
                <a:lnTo>
                  <a:pt x="1024" y="1408"/>
                </a:lnTo>
                <a:lnTo>
                  <a:pt x="1023" y="1407"/>
                </a:lnTo>
                <a:lnTo>
                  <a:pt x="1022" y="1407"/>
                </a:lnTo>
                <a:lnTo>
                  <a:pt x="1021" y="1407"/>
                </a:lnTo>
                <a:lnTo>
                  <a:pt x="1020" y="1407"/>
                </a:lnTo>
                <a:lnTo>
                  <a:pt x="1020" y="1406"/>
                </a:lnTo>
                <a:lnTo>
                  <a:pt x="1020" y="1405"/>
                </a:lnTo>
                <a:lnTo>
                  <a:pt x="1020" y="1404"/>
                </a:lnTo>
                <a:lnTo>
                  <a:pt x="1019" y="1404"/>
                </a:lnTo>
                <a:lnTo>
                  <a:pt x="1019" y="1403"/>
                </a:lnTo>
                <a:lnTo>
                  <a:pt x="1018" y="1403"/>
                </a:lnTo>
                <a:lnTo>
                  <a:pt x="1017" y="1403"/>
                </a:lnTo>
                <a:lnTo>
                  <a:pt x="1017" y="1404"/>
                </a:lnTo>
                <a:lnTo>
                  <a:pt x="1016" y="1404"/>
                </a:lnTo>
                <a:lnTo>
                  <a:pt x="1016" y="1403"/>
                </a:lnTo>
                <a:lnTo>
                  <a:pt x="1015" y="1403"/>
                </a:lnTo>
                <a:lnTo>
                  <a:pt x="1015" y="1404"/>
                </a:lnTo>
                <a:lnTo>
                  <a:pt x="1015" y="1403"/>
                </a:lnTo>
                <a:lnTo>
                  <a:pt x="1015" y="1404"/>
                </a:lnTo>
                <a:lnTo>
                  <a:pt x="1014" y="1403"/>
                </a:lnTo>
                <a:lnTo>
                  <a:pt x="1013" y="1402"/>
                </a:lnTo>
                <a:lnTo>
                  <a:pt x="1012" y="1402"/>
                </a:lnTo>
                <a:lnTo>
                  <a:pt x="1012" y="1403"/>
                </a:lnTo>
                <a:lnTo>
                  <a:pt x="1012" y="1402"/>
                </a:lnTo>
                <a:lnTo>
                  <a:pt x="1011" y="1402"/>
                </a:lnTo>
                <a:lnTo>
                  <a:pt x="1010" y="1402"/>
                </a:lnTo>
                <a:lnTo>
                  <a:pt x="1009" y="1402"/>
                </a:lnTo>
                <a:lnTo>
                  <a:pt x="1008" y="1402"/>
                </a:lnTo>
                <a:lnTo>
                  <a:pt x="1008" y="1401"/>
                </a:lnTo>
                <a:lnTo>
                  <a:pt x="1007" y="1401"/>
                </a:lnTo>
                <a:lnTo>
                  <a:pt x="1007" y="1400"/>
                </a:lnTo>
                <a:lnTo>
                  <a:pt x="1007" y="1399"/>
                </a:lnTo>
                <a:lnTo>
                  <a:pt x="1007" y="1398"/>
                </a:lnTo>
                <a:lnTo>
                  <a:pt x="1007" y="1397"/>
                </a:lnTo>
                <a:lnTo>
                  <a:pt x="1006" y="1397"/>
                </a:lnTo>
                <a:lnTo>
                  <a:pt x="1005" y="1397"/>
                </a:lnTo>
                <a:lnTo>
                  <a:pt x="1004" y="1397"/>
                </a:lnTo>
                <a:lnTo>
                  <a:pt x="1004" y="1396"/>
                </a:lnTo>
                <a:lnTo>
                  <a:pt x="1004" y="1395"/>
                </a:lnTo>
                <a:lnTo>
                  <a:pt x="1004" y="1394"/>
                </a:lnTo>
                <a:lnTo>
                  <a:pt x="1003" y="1394"/>
                </a:lnTo>
                <a:lnTo>
                  <a:pt x="1003" y="1393"/>
                </a:lnTo>
                <a:lnTo>
                  <a:pt x="1002" y="1393"/>
                </a:lnTo>
                <a:lnTo>
                  <a:pt x="1001" y="1393"/>
                </a:lnTo>
                <a:lnTo>
                  <a:pt x="1001" y="1392"/>
                </a:lnTo>
                <a:lnTo>
                  <a:pt x="1001" y="1391"/>
                </a:lnTo>
                <a:lnTo>
                  <a:pt x="1001" y="1390"/>
                </a:lnTo>
                <a:lnTo>
                  <a:pt x="1002" y="1390"/>
                </a:lnTo>
                <a:lnTo>
                  <a:pt x="1002" y="1389"/>
                </a:lnTo>
                <a:lnTo>
                  <a:pt x="1001" y="1389"/>
                </a:lnTo>
                <a:lnTo>
                  <a:pt x="1001" y="1388"/>
                </a:lnTo>
                <a:lnTo>
                  <a:pt x="1000" y="1388"/>
                </a:lnTo>
                <a:lnTo>
                  <a:pt x="1000" y="1389"/>
                </a:lnTo>
                <a:lnTo>
                  <a:pt x="1000" y="1388"/>
                </a:lnTo>
                <a:lnTo>
                  <a:pt x="999" y="1388"/>
                </a:lnTo>
                <a:lnTo>
                  <a:pt x="999" y="1387"/>
                </a:lnTo>
                <a:lnTo>
                  <a:pt x="998" y="1387"/>
                </a:lnTo>
                <a:lnTo>
                  <a:pt x="999" y="1387"/>
                </a:lnTo>
                <a:lnTo>
                  <a:pt x="999" y="1386"/>
                </a:lnTo>
                <a:lnTo>
                  <a:pt x="999" y="1385"/>
                </a:lnTo>
                <a:lnTo>
                  <a:pt x="998" y="1385"/>
                </a:lnTo>
                <a:lnTo>
                  <a:pt x="998" y="1384"/>
                </a:lnTo>
                <a:lnTo>
                  <a:pt x="997" y="1384"/>
                </a:lnTo>
                <a:lnTo>
                  <a:pt x="997" y="1383"/>
                </a:lnTo>
                <a:lnTo>
                  <a:pt x="997" y="1382"/>
                </a:lnTo>
                <a:lnTo>
                  <a:pt x="998" y="1382"/>
                </a:lnTo>
                <a:lnTo>
                  <a:pt x="998" y="1381"/>
                </a:lnTo>
                <a:lnTo>
                  <a:pt x="999" y="1381"/>
                </a:lnTo>
                <a:lnTo>
                  <a:pt x="998" y="1381"/>
                </a:lnTo>
                <a:lnTo>
                  <a:pt x="998" y="1380"/>
                </a:lnTo>
                <a:lnTo>
                  <a:pt x="998" y="1379"/>
                </a:lnTo>
                <a:lnTo>
                  <a:pt x="997" y="1379"/>
                </a:lnTo>
                <a:lnTo>
                  <a:pt x="997" y="1380"/>
                </a:lnTo>
                <a:lnTo>
                  <a:pt x="997" y="1379"/>
                </a:lnTo>
                <a:lnTo>
                  <a:pt x="996" y="1379"/>
                </a:lnTo>
                <a:lnTo>
                  <a:pt x="996" y="1378"/>
                </a:lnTo>
                <a:lnTo>
                  <a:pt x="996" y="1377"/>
                </a:lnTo>
                <a:lnTo>
                  <a:pt x="995" y="1377"/>
                </a:lnTo>
                <a:lnTo>
                  <a:pt x="995" y="1376"/>
                </a:lnTo>
                <a:lnTo>
                  <a:pt x="994" y="1376"/>
                </a:lnTo>
                <a:lnTo>
                  <a:pt x="994" y="1377"/>
                </a:lnTo>
                <a:lnTo>
                  <a:pt x="993" y="1377"/>
                </a:lnTo>
                <a:lnTo>
                  <a:pt x="993" y="1376"/>
                </a:lnTo>
                <a:lnTo>
                  <a:pt x="992" y="1376"/>
                </a:lnTo>
                <a:lnTo>
                  <a:pt x="992" y="1375"/>
                </a:lnTo>
                <a:lnTo>
                  <a:pt x="992" y="1374"/>
                </a:lnTo>
                <a:lnTo>
                  <a:pt x="991" y="1374"/>
                </a:lnTo>
                <a:lnTo>
                  <a:pt x="990" y="1374"/>
                </a:lnTo>
                <a:lnTo>
                  <a:pt x="989" y="1374"/>
                </a:lnTo>
                <a:lnTo>
                  <a:pt x="989" y="1373"/>
                </a:lnTo>
                <a:lnTo>
                  <a:pt x="988" y="1373"/>
                </a:lnTo>
                <a:lnTo>
                  <a:pt x="988" y="1374"/>
                </a:lnTo>
                <a:lnTo>
                  <a:pt x="987" y="1374"/>
                </a:lnTo>
                <a:lnTo>
                  <a:pt x="986" y="1374"/>
                </a:lnTo>
                <a:lnTo>
                  <a:pt x="985" y="1374"/>
                </a:lnTo>
                <a:lnTo>
                  <a:pt x="984" y="1374"/>
                </a:lnTo>
                <a:lnTo>
                  <a:pt x="983" y="1374"/>
                </a:lnTo>
                <a:lnTo>
                  <a:pt x="983" y="1373"/>
                </a:lnTo>
                <a:lnTo>
                  <a:pt x="982" y="1373"/>
                </a:lnTo>
                <a:lnTo>
                  <a:pt x="981" y="1373"/>
                </a:lnTo>
                <a:lnTo>
                  <a:pt x="981" y="1372"/>
                </a:lnTo>
                <a:lnTo>
                  <a:pt x="981" y="1371"/>
                </a:lnTo>
                <a:lnTo>
                  <a:pt x="981" y="1370"/>
                </a:lnTo>
                <a:lnTo>
                  <a:pt x="982" y="1370"/>
                </a:lnTo>
                <a:lnTo>
                  <a:pt x="982" y="1369"/>
                </a:lnTo>
                <a:lnTo>
                  <a:pt x="981" y="1369"/>
                </a:lnTo>
                <a:lnTo>
                  <a:pt x="980" y="1369"/>
                </a:lnTo>
                <a:lnTo>
                  <a:pt x="979" y="1369"/>
                </a:lnTo>
                <a:lnTo>
                  <a:pt x="977" y="1369"/>
                </a:lnTo>
                <a:lnTo>
                  <a:pt x="977" y="1368"/>
                </a:lnTo>
                <a:lnTo>
                  <a:pt x="976" y="1368"/>
                </a:lnTo>
                <a:lnTo>
                  <a:pt x="976" y="1367"/>
                </a:lnTo>
                <a:lnTo>
                  <a:pt x="975" y="1367"/>
                </a:lnTo>
                <a:lnTo>
                  <a:pt x="975" y="1366"/>
                </a:lnTo>
                <a:lnTo>
                  <a:pt x="976" y="1365"/>
                </a:lnTo>
                <a:lnTo>
                  <a:pt x="975" y="1365"/>
                </a:lnTo>
                <a:lnTo>
                  <a:pt x="975" y="1364"/>
                </a:lnTo>
                <a:lnTo>
                  <a:pt x="974" y="1364"/>
                </a:lnTo>
                <a:lnTo>
                  <a:pt x="974" y="1365"/>
                </a:lnTo>
                <a:lnTo>
                  <a:pt x="974" y="1364"/>
                </a:lnTo>
                <a:lnTo>
                  <a:pt x="973" y="1364"/>
                </a:lnTo>
                <a:lnTo>
                  <a:pt x="973" y="1365"/>
                </a:lnTo>
                <a:lnTo>
                  <a:pt x="973" y="1364"/>
                </a:lnTo>
                <a:lnTo>
                  <a:pt x="972" y="1365"/>
                </a:lnTo>
                <a:lnTo>
                  <a:pt x="971" y="1365"/>
                </a:lnTo>
                <a:lnTo>
                  <a:pt x="971" y="1364"/>
                </a:lnTo>
                <a:lnTo>
                  <a:pt x="970" y="1364"/>
                </a:lnTo>
                <a:lnTo>
                  <a:pt x="970" y="1363"/>
                </a:lnTo>
                <a:lnTo>
                  <a:pt x="970" y="1362"/>
                </a:lnTo>
                <a:lnTo>
                  <a:pt x="969" y="1362"/>
                </a:lnTo>
                <a:lnTo>
                  <a:pt x="968" y="1362"/>
                </a:lnTo>
                <a:lnTo>
                  <a:pt x="967" y="1362"/>
                </a:lnTo>
                <a:lnTo>
                  <a:pt x="967" y="1361"/>
                </a:lnTo>
                <a:lnTo>
                  <a:pt x="967" y="1360"/>
                </a:lnTo>
                <a:lnTo>
                  <a:pt x="967" y="1359"/>
                </a:lnTo>
                <a:lnTo>
                  <a:pt x="966" y="1359"/>
                </a:lnTo>
                <a:lnTo>
                  <a:pt x="966" y="1358"/>
                </a:lnTo>
                <a:lnTo>
                  <a:pt x="965" y="1358"/>
                </a:lnTo>
                <a:lnTo>
                  <a:pt x="964" y="1358"/>
                </a:lnTo>
                <a:lnTo>
                  <a:pt x="964" y="1357"/>
                </a:lnTo>
                <a:lnTo>
                  <a:pt x="963" y="1357"/>
                </a:lnTo>
                <a:lnTo>
                  <a:pt x="962" y="1357"/>
                </a:lnTo>
                <a:lnTo>
                  <a:pt x="962" y="1358"/>
                </a:lnTo>
                <a:lnTo>
                  <a:pt x="961" y="1358"/>
                </a:lnTo>
                <a:lnTo>
                  <a:pt x="960" y="1358"/>
                </a:lnTo>
                <a:lnTo>
                  <a:pt x="959" y="1358"/>
                </a:lnTo>
                <a:lnTo>
                  <a:pt x="959" y="1359"/>
                </a:lnTo>
                <a:lnTo>
                  <a:pt x="958" y="1359"/>
                </a:lnTo>
                <a:lnTo>
                  <a:pt x="957" y="1359"/>
                </a:lnTo>
                <a:lnTo>
                  <a:pt x="957" y="1360"/>
                </a:lnTo>
                <a:lnTo>
                  <a:pt x="957" y="1359"/>
                </a:lnTo>
                <a:lnTo>
                  <a:pt x="956" y="1359"/>
                </a:lnTo>
                <a:lnTo>
                  <a:pt x="956" y="1358"/>
                </a:lnTo>
                <a:lnTo>
                  <a:pt x="955" y="1358"/>
                </a:lnTo>
                <a:lnTo>
                  <a:pt x="955" y="1357"/>
                </a:lnTo>
                <a:lnTo>
                  <a:pt x="954" y="1357"/>
                </a:lnTo>
                <a:lnTo>
                  <a:pt x="954" y="1356"/>
                </a:lnTo>
                <a:lnTo>
                  <a:pt x="953" y="1356"/>
                </a:lnTo>
                <a:lnTo>
                  <a:pt x="952" y="1355"/>
                </a:lnTo>
                <a:lnTo>
                  <a:pt x="951" y="1355"/>
                </a:lnTo>
                <a:lnTo>
                  <a:pt x="951" y="1354"/>
                </a:lnTo>
                <a:lnTo>
                  <a:pt x="951" y="1353"/>
                </a:lnTo>
                <a:lnTo>
                  <a:pt x="950" y="1353"/>
                </a:lnTo>
                <a:lnTo>
                  <a:pt x="949" y="1353"/>
                </a:lnTo>
                <a:lnTo>
                  <a:pt x="949" y="1352"/>
                </a:lnTo>
                <a:lnTo>
                  <a:pt x="949" y="1351"/>
                </a:lnTo>
                <a:lnTo>
                  <a:pt x="948" y="1351"/>
                </a:lnTo>
                <a:lnTo>
                  <a:pt x="947" y="1351"/>
                </a:lnTo>
                <a:lnTo>
                  <a:pt x="946" y="1351"/>
                </a:lnTo>
                <a:lnTo>
                  <a:pt x="945" y="1351"/>
                </a:lnTo>
                <a:lnTo>
                  <a:pt x="945" y="1352"/>
                </a:lnTo>
                <a:lnTo>
                  <a:pt x="944" y="1352"/>
                </a:lnTo>
                <a:lnTo>
                  <a:pt x="944" y="1353"/>
                </a:lnTo>
                <a:lnTo>
                  <a:pt x="944" y="1355"/>
                </a:lnTo>
                <a:lnTo>
                  <a:pt x="943" y="1355"/>
                </a:lnTo>
                <a:lnTo>
                  <a:pt x="944" y="1355"/>
                </a:lnTo>
                <a:lnTo>
                  <a:pt x="944" y="1356"/>
                </a:lnTo>
                <a:lnTo>
                  <a:pt x="943" y="1356"/>
                </a:lnTo>
                <a:lnTo>
                  <a:pt x="942" y="1356"/>
                </a:lnTo>
                <a:lnTo>
                  <a:pt x="941" y="1356"/>
                </a:lnTo>
                <a:lnTo>
                  <a:pt x="940" y="1356"/>
                </a:lnTo>
                <a:lnTo>
                  <a:pt x="940" y="1355"/>
                </a:lnTo>
                <a:lnTo>
                  <a:pt x="940" y="1354"/>
                </a:lnTo>
                <a:lnTo>
                  <a:pt x="940" y="1353"/>
                </a:lnTo>
                <a:lnTo>
                  <a:pt x="940" y="1352"/>
                </a:lnTo>
                <a:lnTo>
                  <a:pt x="939" y="1352"/>
                </a:lnTo>
                <a:lnTo>
                  <a:pt x="939" y="1351"/>
                </a:lnTo>
                <a:lnTo>
                  <a:pt x="938" y="1351"/>
                </a:lnTo>
                <a:lnTo>
                  <a:pt x="938" y="1350"/>
                </a:lnTo>
                <a:lnTo>
                  <a:pt x="937" y="1350"/>
                </a:lnTo>
                <a:lnTo>
                  <a:pt x="937" y="1349"/>
                </a:lnTo>
                <a:lnTo>
                  <a:pt x="937" y="1348"/>
                </a:lnTo>
                <a:lnTo>
                  <a:pt x="936" y="1348"/>
                </a:lnTo>
                <a:lnTo>
                  <a:pt x="936" y="1347"/>
                </a:lnTo>
                <a:lnTo>
                  <a:pt x="935" y="1347"/>
                </a:lnTo>
                <a:lnTo>
                  <a:pt x="935" y="1346"/>
                </a:lnTo>
                <a:lnTo>
                  <a:pt x="934" y="1346"/>
                </a:lnTo>
                <a:lnTo>
                  <a:pt x="934" y="1345"/>
                </a:lnTo>
                <a:lnTo>
                  <a:pt x="933" y="1345"/>
                </a:lnTo>
                <a:lnTo>
                  <a:pt x="933" y="1344"/>
                </a:lnTo>
                <a:lnTo>
                  <a:pt x="932" y="1344"/>
                </a:lnTo>
                <a:lnTo>
                  <a:pt x="932" y="1343"/>
                </a:lnTo>
                <a:lnTo>
                  <a:pt x="931" y="1343"/>
                </a:lnTo>
                <a:lnTo>
                  <a:pt x="930" y="1342"/>
                </a:lnTo>
                <a:lnTo>
                  <a:pt x="930" y="1341"/>
                </a:lnTo>
                <a:lnTo>
                  <a:pt x="929" y="1341"/>
                </a:lnTo>
                <a:lnTo>
                  <a:pt x="928" y="1341"/>
                </a:lnTo>
                <a:lnTo>
                  <a:pt x="927" y="1341"/>
                </a:lnTo>
                <a:lnTo>
                  <a:pt x="926" y="1341"/>
                </a:lnTo>
                <a:lnTo>
                  <a:pt x="925" y="1341"/>
                </a:lnTo>
                <a:lnTo>
                  <a:pt x="924" y="1341"/>
                </a:lnTo>
                <a:lnTo>
                  <a:pt x="924" y="1342"/>
                </a:lnTo>
                <a:lnTo>
                  <a:pt x="923" y="1342"/>
                </a:lnTo>
                <a:lnTo>
                  <a:pt x="923" y="1343"/>
                </a:lnTo>
                <a:lnTo>
                  <a:pt x="923" y="1342"/>
                </a:lnTo>
                <a:lnTo>
                  <a:pt x="922" y="1342"/>
                </a:lnTo>
                <a:lnTo>
                  <a:pt x="922" y="1343"/>
                </a:lnTo>
                <a:lnTo>
                  <a:pt x="921" y="1343"/>
                </a:lnTo>
                <a:lnTo>
                  <a:pt x="920" y="1343"/>
                </a:lnTo>
                <a:lnTo>
                  <a:pt x="920" y="1344"/>
                </a:lnTo>
                <a:lnTo>
                  <a:pt x="919" y="1344"/>
                </a:lnTo>
                <a:lnTo>
                  <a:pt x="919" y="1345"/>
                </a:lnTo>
                <a:lnTo>
                  <a:pt x="918" y="1345"/>
                </a:lnTo>
                <a:lnTo>
                  <a:pt x="918" y="1346"/>
                </a:lnTo>
                <a:lnTo>
                  <a:pt x="918" y="1347"/>
                </a:lnTo>
                <a:lnTo>
                  <a:pt x="918" y="1348"/>
                </a:lnTo>
                <a:lnTo>
                  <a:pt x="918" y="1349"/>
                </a:lnTo>
                <a:lnTo>
                  <a:pt x="919" y="1349"/>
                </a:lnTo>
                <a:lnTo>
                  <a:pt x="919" y="1350"/>
                </a:lnTo>
                <a:lnTo>
                  <a:pt x="918" y="1350"/>
                </a:lnTo>
                <a:lnTo>
                  <a:pt x="918" y="1351"/>
                </a:lnTo>
                <a:lnTo>
                  <a:pt x="917" y="1351"/>
                </a:lnTo>
                <a:lnTo>
                  <a:pt x="917" y="1352"/>
                </a:lnTo>
                <a:lnTo>
                  <a:pt x="916" y="1352"/>
                </a:lnTo>
                <a:lnTo>
                  <a:pt x="916" y="1353"/>
                </a:lnTo>
                <a:lnTo>
                  <a:pt x="916" y="1354"/>
                </a:lnTo>
                <a:lnTo>
                  <a:pt x="915" y="1354"/>
                </a:lnTo>
                <a:lnTo>
                  <a:pt x="915" y="1355"/>
                </a:lnTo>
                <a:lnTo>
                  <a:pt x="915" y="1356"/>
                </a:lnTo>
                <a:lnTo>
                  <a:pt x="915" y="1357"/>
                </a:lnTo>
                <a:lnTo>
                  <a:pt x="914" y="1357"/>
                </a:lnTo>
                <a:lnTo>
                  <a:pt x="913" y="1358"/>
                </a:lnTo>
                <a:lnTo>
                  <a:pt x="912" y="1358"/>
                </a:lnTo>
                <a:lnTo>
                  <a:pt x="911" y="1358"/>
                </a:lnTo>
                <a:lnTo>
                  <a:pt x="911" y="1359"/>
                </a:lnTo>
                <a:lnTo>
                  <a:pt x="910" y="1359"/>
                </a:lnTo>
                <a:lnTo>
                  <a:pt x="910" y="1360"/>
                </a:lnTo>
                <a:lnTo>
                  <a:pt x="909" y="1360"/>
                </a:lnTo>
                <a:lnTo>
                  <a:pt x="909" y="1359"/>
                </a:lnTo>
                <a:lnTo>
                  <a:pt x="908" y="1359"/>
                </a:lnTo>
                <a:lnTo>
                  <a:pt x="907" y="1358"/>
                </a:lnTo>
                <a:lnTo>
                  <a:pt x="906" y="1358"/>
                </a:lnTo>
                <a:lnTo>
                  <a:pt x="906" y="1359"/>
                </a:lnTo>
                <a:lnTo>
                  <a:pt x="905" y="1359"/>
                </a:lnTo>
                <a:lnTo>
                  <a:pt x="905" y="1360"/>
                </a:lnTo>
                <a:lnTo>
                  <a:pt x="905" y="1361"/>
                </a:lnTo>
                <a:lnTo>
                  <a:pt x="905" y="1362"/>
                </a:lnTo>
                <a:lnTo>
                  <a:pt x="906" y="1362"/>
                </a:lnTo>
                <a:lnTo>
                  <a:pt x="906" y="1363"/>
                </a:lnTo>
                <a:lnTo>
                  <a:pt x="906" y="1364"/>
                </a:lnTo>
                <a:lnTo>
                  <a:pt x="907" y="1365"/>
                </a:lnTo>
                <a:lnTo>
                  <a:pt x="908" y="1365"/>
                </a:lnTo>
                <a:lnTo>
                  <a:pt x="908" y="1366"/>
                </a:lnTo>
                <a:lnTo>
                  <a:pt x="908" y="1367"/>
                </a:lnTo>
                <a:lnTo>
                  <a:pt x="909" y="1368"/>
                </a:lnTo>
                <a:lnTo>
                  <a:pt x="910" y="1368"/>
                </a:lnTo>
                <a:lnTo>
                  <a:pt x="911" y="1368"/>
                </a:lnTo>
                <a:lnTo>
                  <a:pt x="911" y="1369"/>
                </a:lnTo>
                <a:lnTo>
                  <a:pt x="911" y="1370"/>
                </a:lnTo>
                <a:lnTo>
                  <a:pt x="910" y="1370"/>
                </a:lnTo>
                <a:lnTo>
                  <a:pt x="910" y="1369"/>
                </a:lnTo>
                <a:lnTo>
                  <a:pt x="910" y="1370"/>
                </a:lnTo>
                <a:lnTo>
                  <a:pt x="909" y="1370"/>
                </a:lnTo>
                <a:lnTo>
                  <a:pt x="908" y="1370"/>
                </a:lnTo>
                <a:lnTo>
                  <a:pt x="908" y="1371"/>
                </a:lnTo>
                <a:lnTo>
                  <a:pt x="907" y="1372"/>
                </a:lnTo>
                <a:lnTo>
                  <a:pt x="906" y="1372"/>
                </a:lnTo>
                <a:lnTo>
                  <a:pt x="906" y="1373"/>
                </a:lnTo>
                <a:lnTo>
                  <a:pt x="906" y="1374"/>
                </a:lnTo>
                <a:lnTo>
                  <a:pt x="905" y="1374"/>
                </a:lnTo>
                <a:lnTo>
                  <a:pt x="905" y="1375"/>
                </a:lnTo>
                <a:lnTo>
                  <a:pt x="904" y="1376"/>
                </a:lnTo>
                <a:lnTo>
                  <a:pt x="903" y="1376"/>
                </a:lnTo>
                <a:lnTo>
                  <a:pt x="903" y="1377"/>
                </a:lnTo>
                <a:lnTo>
                  <a:pt x="902" y="1378"/>
                </a:lnTo>
                <a:lnTo>
                  <a:pt x="901" y="1378"/>
                </a:lnTo>
                <a:lnTo>
                  <a:pt x="900" y="1378"/>
                </a:lnTo>
                <a:lnTo>
                  <a:pt x="899" y="1378"/>
                </a:lnTo>
                <a:lnTo>
                  <a:pt x="898" y="1378"/>
                </a:lnTo>
                <a:lnTo>
                  <a:pt x="897" y="1379"/>
                </a:lnTo>
                <a:lnTo>
                  <a:pt x="897" y="1380"/>
                </a:lnTo>
                <a:lnTo>
                  <a:pt x="898" y="1380"/>
                </a:lnTo>
                <a:lnTo>
                  <a:pt x="898" y="1381"/>
                </a:lnTo>
                <a:lnTo>
                  <a:pt x="898" y="1382"/>
                </a:lnTo>
                <a:lnTo>
                  <a:pt x="899" y="1382"/>
                </a:lnTo>
                <a:lnTo>
                  <a:pt x="899" y="1383"/>
                </a:lnTo>
                <a:lnTo>
                  <a:pt x="898" y="1383"/>
                </a:lnTo>
                <a:lnTo>
                  <a:pt x="898" y="1384"/>
                </a:lnTo>
                <a:lnTo>
                  <a:pt x="897" y="1384"/>
                </a:lnTo>
                <a:lnTo>
                  <a:pt x="896" y="1384"/>
                </a:lnTo>
                <a:lnTo>
                  <a:pt x="895" y="1384"/>
                </a:lnTo>
                <a:lnTo>
                  <a:pt x="895" y="1385"/>
                </a:lnTo>
                <a:lnTo>
                  <a:pt x="894" y="1385"/>
                </a:lnTo>
                <a:lnTo>
                  <a:pt x="893" y="1385"/>
                </a:lnTo>
                <a:lnTo>
                  <a:pt x="892" y="1385"/>
                </a:lnTo>
                <a:lnTo>
                  <a:pt x="893" y="1385"/>
                </a:lnTo>
                <a:lnTo>
                  <a:pt x="892" y="1385"/>
                </a:lnTo>
                <a:lnTo>
                  <a:pt x="893" y="1385"/>
                </a:lnTo>
                <a:lnTo>
                  <a:pt x="892" y="1386"/>
                </a:lnTo>
                <a:lnTo>
                  <a:pt x="893" y="1386"/>
                </a:lnTo>
                <a:lnTo>
                  <a:pt x="892" y="1386"/>
                </a:lnTo>
                <a:lnTo>
                  <a:pt x="893" y="1386"/>
                </a:lnTo>
                <a:lnTo>
                  <a:pt x="893" y="1387"/>
                </a:lnTo>
                <a:lnTo>
                  <a:pt x="892" y="1387"/>
                </a:lnTo>
                <a:lnTo>
                  <a:pt x="891" y="1387"/>
                </a:lnTo>
                <a:lnTo>
                  <a:pt x="892" y="1387"/>
                </a:lnTo>
                <a:lnTo>
                  <a:pt x="892" y="1388"/>
                </a:lnTo>
                <a:lnTo>
                  <a:pt x="891" y="1388"/>
                </a:lnTo>
                <a:lnTo>
                  <a:pt x="890" y="1388"/>
                </a:lnTo>
                <a:lnTo>
                  <a:pt x="890" y="1389"/>
                </a:lnTo>
                <a:lnTo>
                  <a:pt x="890" y="1388"/>
                </a:lnTo>
                <a:lnTo>
                  <a:pt x="890" y="1389"/>
                </a:lnTo>
                <a:lnTo>
                  <a:pt x="889" y="1389"/>
                </a:lnTo>
                <a:lnTo>
                  <a:pt x="889" y="1390"/>
                </a:lnTo>
                <a:lnTo>
                  <a:pt x="888" y="1390"/>
                </a:lnTo>
                <a:lnTo>
                  <a:pt x="888" y="1391"/>
                </a:lnTo>
                <a:lnTo>
                  <a:pt x="887" y="1392"/>
                </a:lnTo>
                <a:lnTo>
                  <a:pt x="888" y="1392"/>
                </a:lnTo>
                <a:lnTo>
                  <a:pt x="887" y="1392"/>
                </a:lnTo>
                <a:lnTo>
                  <a:pt x="887" y="1393"/>
                </a:lnTo>
                <a:lnTo>
                  <a:pt x="887" y="1394"/>
                </a:lnTo>
                <a:lnTo>
                  <a:pt x="886" y="1394"/>
                </a:lnTo>
                <a:lnTo>
                  <a:pt x="886" y="1395"/>
                </a:lnTo>
                <a:lnTo>
                  <a:pt x="885" y="1395"/>
                </a:lnTo>
                <a:lnTo>
                  <a:pt x="885" y="1396"/>
                </a:lnTo>
                <a:lnTo>
                  <a:pt x="884" y="1396"/>
                </a:lnTo>
                <a:lnTo>
                  <a:pt x="884" y="1397"/>
                </a:lnTo>
                <a:lnTo>
                  <a:pt x="883" y="1397"/>
                </a:lnTo>
                <a:lnTo>
                  <a:pt x="883" y="1398"/>
                </a:lnTo>
                <a:lnTo>
                  <a:pt x="884" y="1398"/>
                </a:lnTo>
                <a:lnTo>
                  <a:pt x="883" y="1398"/>
                </a:lnTo>
                <a:lnTo>
                  <a:pt x="883" y="1399"/>
                </a:lnTo>
                <a:lnTo>
                  <a:pt x="884" y="1399"/>
                </a:lnTo>
                <a:lnTo>
                  <a:pt x="884" y="1400"/>
                </a:lnTo>
                <a:lnTo>
                  <a:pt x="883" y="1400"/>
                </a:lnTo>
                <a:lnTo>
                  <a:pt x="882" y="1400"/>
                </a:lnTo>
                <a:lnTo>
                  <a:pt x="881" y="1400"/>
                </a:lnTo>
                <a:lnTo>
                  <a:pt x="881" y="1401"/>
                </a:lnTo>
                <a:lnTo>
                  <a:pt x="881" y="1402"/>
                </a:lnTo>
                <a:lnTo>
                  <a:pt x="881" y="1403"/>
                </a:lnTo>
                <a:lnTo>
                  <a:pt x="880" y="1403"/>
                </a:lnTo>
                <a:lnTo>
                  <a:pt x="879" y="1403"/>
                </a:lnTo>
                <a:lnTo>
                  <a:pt x="879" y="1404"/>
                </a:lnTo>
                <a:lnTo>
                  <a:pt x="878" y="1404"/>
                </a:lnTo>
                <a:lnTo>
                  <a:pt x="878" y="1405"/>
                </a:lnTo>
                <a:lnTo>
                  <a:pt x="879" y="1405"/>
                </a:lnTo>
                <a:lnTo>
                  <a:pt x="879" y="1406"/>
                </a:lnTo>
                <a:lnTo>
                  <a:pt x="880" y="1406"/>
                </a:lnTo>
                <a:lnTo>
                  <a:pt x="880" y="1407"/>
                </a:lnTo>
                <a:lnTo>
                  <a:pt x="880" y="1408"/>
                </a:lnTo>
                <a:lnTo>
                  <a:pt x="881" y="1408"/>
                </a:lnTo>
                <a:lnTo>
                  <a:pt x="881" y="1409"/>
                </a:lnTo>
                <a:lnTo>
                  <a:pt x="881" y="1410"/>
                </a:lnTo>
                <a:lnTo>
                  <a:pt x="881" y="1411"/>
                </a:lnTo>
                <a:lnTo>
                  <a:pt x="882" y="1411"/>
                </a:lnTo>
                <a:lnTo>
                  <a:pt x="882" y="1412"/>
                </a:lnTo>
                <a:lnTo>
                  <a:pt x="881" y="1412"/>
                </a:lnTo>
                <a:lnTo>
                  <a:pt x="881" y="1413"/>
                </a:lnTo>
                <a:lnTo>
                  <a:pt x="880" y="1413"/>
                </a:lnTo>
                <a:lnTo>
                  <a:pt x="879" y="1413"/>
                </a:lnTo>
                <a:lnTo>
                  <a:pt x="879" y="1412"/>
                </a:lnTo>
                <a:lnTo>
                  <a:pt x="878" y="1412"/>
                </a:lnTo>
                <a:lnTo>
                  <a:pt x="877" y="1412"/>
                </a:lnTo>
                <a:lnTo>
                  <a:pt x="877" y="1411"/>
                </a:lnTo>
                <a:lnTo>
                  <a:pt x="876" y="1411"/>
                </a:lnTo>
                <a:lnTo>
                  <a:pt x="876" y="1410"/>
                </a:lnTo>
                <a:lnTo>
                  <a:pt x="876" y="1411"/>
                </a:lnTo>
                <a:lnTo>
                  <a:pt x="875" y="1411"/>
                </a:lnTo>
                <a:lnTo>
                  <a:pt x="875" y="1410"/>
                </a:lnTo>
                <a:lnTo>
                  <a:pt x="874" y="1410"/>
                </a:lnTo>
                <a:lnTo>
                  <a:pt x="874" y="1411"/>
                </a:lnTo>
                <a:lnTo>
                  <a:pt x="874" y="1410"/>
                </a:lnTo>
                <a:lnTo>
                  <a:pt x="873" y="1410"/>
                </a:lnTo>
                <a:lnTo>
                  <a:pt x="873" y="1411"/>
                </a:lnTo>
                <a:lnTo>
                  <a:pt x="872" y="1411"/>
                </a:lnTo>
                <a:lnTo>
                  <a:pt x="872" y="1410"/>
                </a:lnTo>
                <a:lnTo>
                  <a:pt x="871" y="1410"/>
                </a:lnTo>
                <a:lnTo>
                  <a:pt x="870" y="1410"/>
                </a:lnTo>
                <a:lnTo>
                  <a:pt x="869" y="1410"/>
                </a:lnTo>
                <a:lnTo>
                  <a:pt x="868" y="1410"/>
                </a:lnTo>
                <a:lnTo>
                  <a:pt x="868" y="1409"/>
                </a:lnTo>
                <a:lnTo>
                  <a:pt x="867" y="1409"/>
                </a:lnTo>
                <a:lnTo>
                  <a:pt x="866" y="1409"/>
                </a:lnTo>
                <a:lnTo>
                  <a:pt x="865" y="1409"/>
                </a:lnTo>
                <a:lnTo>
                  <a:pt x="864" y="1409"/>
                </a:lnTo>
                <a:lnTo>
                  <a:pt x="864" y="1410"/>
                </a:lnTo>
                <a:lnTo>
                  <a:pt x="863" y="1410"/>
                </a:lnTo>
                <a:lnTo>
                  <a:pt x="862" y="1410"/>
                </a:lnTo>
                <a:lnTo>
                  <a:pt x="861" y="1410"/>
                </a:lnTo>
                <a:lnTo>
                  <a:pt x="860" y="1411"/>
                </a:lnTo>
                <a:lnTo>
                  <a:pt x="860" y="1412"/>
                </a:lnTo>
                <a:lnTo>
                  <a:pt x="859" y="1413"/>
                </a:lnTo>
                <a:lnTo>
                  <a:pt x="859" y="1414"/>
                </a:lnTo>
                <a:lnTo>
                  <a:pt x="859" y="1413"/>
                </a:lnTo>
                <a:lnTo>
                  <a:pt x="859" y="1414"/>
                </a:lnTo>
                <a:lnTo>
                  <a:pt x="858" y="1414"/>
                </a:lnTo>
                <a:lnTo>
                  <a:pt x="858" y="1415"/>
                </a:lnTo>
                <a:lnTo>
                  <a:pt x="858" y="1416"/>
                </a:lnTo>
                <a:lnTo>
                  <a:pt x="857" y="1415"/>
                </a:lnTo>
                <a:lnTo>
                  <a:pt x="856" y="1414"/>
                </a:lnTo>
                <a:lnTo>
                  <a:pt x="856" y="1413"/>
                </a:lnTo>
                <a:lnTo>
                  <a:pt x="855" y="1413"/>
                </a:lnTo>
                <a:lnTo>
                  <a:pt x="855" y="1412"/>
                </a:lnTo>
                <a:lnTo>
                  <a:pt x="855" y="1411"/>
                </a:lnTo>
                <a:lnTo>
                  <a:pt x="855" y="1410"/>
                </a:lnTo>
                <a:lnTo>
                  <a:pt x="855" y="1409"/>
                </a:lnTo>
                <a:lnTo>
                  <a:pt x="854" y="1409"/>
                </a:lnTo>
                <a:lnTo>
                  <a:pt x="854" y="1408"/>
                </a:lnTo>
                <a:lnTo>
                  <a:pt x="853" y="1408"/>
                </a:lnTo>
                <a:lnTo>
                  <a:pt x="852" y="1408"/>
                </a:lnTo>
                <a:lnTo>
                  <a:pt x="851" y="1407"/>
                </a:lnTo>
                <a:lnTo>
                  <a:pt x="850" y="1407"/>
                </a:lnTo>
                <a:lnTo>
                  <a:pt x="850" y="1406"/>
                </a:lnTo>
                <a:lnTo>
                  <a:pt x="850" y="1407"/>
                </a:lnTo>
                <a:lnTo>
                  <a:pt x="849" y="1407"/>
                </a:lnTo>
                <a:lnTo>
                  <a:pt x="849" y="1406"/>
                </a:lnTo>
                <a:lnTo>
                  <a:pt x="848" y="1406"/>
                </a:lnTo>
                <a:lnTo>
                  <a:pt x="848" y="1407"/>
                </a:lnTo>
                <a:lnTo>
                  <a:pt x="847" y="1407"/>
                </a:lnTo>
                <a:lnTo>
                  <a:pt x="846" y="1407"/>
                </a:lnTo>
                <a:lnTo>
                  <a:pt x="846" y="1406"/>
                </a:lnTo>
                <a:lnTo>
                  <a:pt x="845" y="1406"/>
                </a:lnTo>
                <a:lnTo>
                  <a:pt x="844" y="1406"/>
                </a:lnTo>
                <a:lnTo>
                  <a:pt x="843" y="1406"/>
                </a:lnTo>
                <a:lnTo>
                  <a:pt x="843" y="1405"/>
                </a:lnTo>
                <a:lnTo>
                  <a:pt x="842" y="1405"/>
                </a:lnTo>
                <a:lnTo>
                  <a:pt x="841" y="1405"/>
                </a:lnTo>
                <a:lnTo>
                  <a:pt x="841" y="1404"/>
                </a:lnTo>
                <a:lnTo>
                  <a:pt x="840" y="1404"/>
                </a:lnTo>
                <a:lnTo>
                  <a:pt x="840" y="1403"/>
                </a:lnTo>
                <a:lnTo>
                  <a:pt x="839" y="1403"/>
                </a:lnTo>
                <a:lnTo>
                  <a:pt x="839" y="1404"/>
                </a:lnTo>
                <a:lnTo>
                  <a:pt x="838" y="1404"/>
                </a:lnTo>
                <a:lnTo>
                  <a:pt x="837" y="1404"/>
                </a:lnTo>
                <a:lnTo>
                  <a:pt x="836" y="1404"/>
                </a:lnTo>
                <a:lnTo>
                  <a:pt x="835" y="1404"/>
                </a:lnTo>
                <a:lnTo>
                  <a:pt x="834" y="1404"/>
                </a:lnTo>
                <a:lnTo>
                  <a:pt x="835" y="1404"/>
                </a:lnTo>
                <a:lnTo>
                  <a:pt x="835" y="1405"/>
                </a:lnTo>
                <a:lnTo>
                  <a:pt x="834" y="1405"/>
                </a:lnTo>
                <a:lnTo>
                  <a:pt x="833" y="1405"/>
                </a:lnTo>
                <a:lnTo>
                  <a:pt x="833" y="1406"/>
                </a:lnTo>
                <a:lnTo>
                  <a:pt x="832" y="1406"/>
                </a:lnTo>
                <a:lnTo>
                  <a:pt x="831" y="1406"/>
                </a:lnTo>
                <a:lnTo>
                  <a:pt x="830" y="1406"/>
                </a:lnTo>
                <a:lnTo>
                  <a:pt x="830" y="1407"/>
                </a:lnTo>
                <a:lnTo>
                  <a:pt x="830" y="1408"/>
                </a:lnTo>
                <a:lnTo>
                  <a:pt x="829" y="1408"/>
                </a:lnTo>
                <a:lnTo>
                  <a:pt x="828" y="1408"/>
                </a:lnTo>
                <a:lnTo>
                  <a:pt x="828" y="1409"/>
                </a:lnTo>
                <a:lnTo>
                  <a:pt x="827" y="1409"/>
                </a:lnTo>
                <a:lnTo>
                  <a:pt x="827" y="1408"/>
                </a:lnTo>
                <a:lnTo>
                  <a:pt x="827" y="1409"/>
                </a:lnTo>
                <a:lnTo>
                  <a:pt x="826" y="1409"/>
                </a:lnTo>
                <a:lnTo>
                  <a:pt x="826" y="1408"/>
                </a:lnTo>
                <a:lnTo>
                  <a:pt x="825" y="1408"/>
                </a:lnTo>
                <a:lnTo>
                  <a:pt x="825" y="1409"/>
                </a:lnTo>
                <a:lnTo>
                  <a:pt x="824" y="1409"/>
                </a:lnTo>
                <a:lnTo>
                  <a:pt x="824" y="1408"/>
                </a:lnTo>
                <a:lnTo>
                  <a:pt x="823" y="1408"/>
                </a:lnTo>
                <a:lnTo>
                  <a:pt x="823" y="1407"/>
                </a:lnTo>
                <a:lnTo>
                  <a:pt x="822" y="1407"/>
                </a:lnTo>
                <a:lnTo>
                  <a:pt x="822" y="1406"/>
                </a:lnTo>
                <a:lnTo>
                  <a:pt x="821" y="1406"/>
                </a:lnTo>
                <a:lnTo>
                  <a:pt x="820" y="1406"/>
                </a:lnTo>
                <a:lnTo>
                  <a:pt x="820" y="1407"/>
                </a:lnTo>
                <a:lnTo>
                  <a:pt x="819" y="1407"/>
                </a:lnTo>
                <a:lnTo>
                  <a:pt x="818" y="1407"/>
                </a:lnTo>
                <a:lnTo>
                  <a:pt x="817" y="1407"/>
                </a:lnTo>
                <a:lnTo>
                  <a:pt x="817" y="1406"/>
                </a:lnTo>
                <a:lnTo>
                  <a:pt x="816" y="1406"/>
                </a:lnTo>
                <a:lnTo>
                  <a:pt x="815" y="1406"/>
                </a:lnTo>
                <a:lnTo>
                  <a:pt x="814" y="1406"/>
                </a:lnTo>
                <a:lnTo>
                  <a:pt x="813" y="1406"/>
                </a:lnTo>
                <a:lnTo>
                  <a:pt x="813" y="1407"/>
                </a:lnTo>
                <a:lnTo>
                  <a:pt x="813" y="1408"/>
                </a:lnTo>
                <a:lnTo>
                  <a:pt x="814" y="1408"/>
                </a:lnTo>
                <a:lnTo>
                  <a:pt x="814" y="1409"/>
                </a:lnTo>
                <a:lnTo>
                  <a:pt x="814" y="1410"/>
                </a:lnTo>
                <a:lnTo>
                  <a:pt x="814" y="1411"/>
                </a:lnTo>
                <a:lnTo>
                  <a:pt x="813" y="1411"/>
                </a:lnTo>
                <a:lnTo>
                  <a:pt x="813" y="1412"/>
                </a:lnTo>
                <a:lnTo>
                  <a:pt x="814" y="1412"/>
                </a:lnTo>
                <a:lnTo>
                  <a:pt x="814" y="1413"/>
                </a:lnTo>
                <a:lnTo>
                  <a:pt x="814" y="1414"/>
                </a:lnTo>
                <a:lnTo>
                  <a:pt x="813" y="1414"/>
                </a:lnTo>
                <a:lnTo>
                  <a:pt x="813" y="1415"/>
                </a:lnTo>
                <a:lnTo>
                  <a:pt x="812" y="1415"/>
                </a:lnTo>
                <a:lnTo>
                  <a:pt x="812" y="1416"/>
                </a:lnTo>
                <a:lnTo>
                  <a:pt x="812" y="1417"/>
                </a:lnTo>
                <a:lnTo>
                  <a:pt x="811" y="1417"/>
                </a:lnTo>
                <a:lnTo>
                  <a:pt x="812" y="1417"/>
                </a:lnTo>
                <a:lnTo>
                  <a:pt x="811" y="1417"/>
                </a:lnTo>
                <a:lnTo>
                  <a:pt x="811" y="1418"/>
                </a:lnTo>
                <a:lnTo>
                  <a:pt x="810" y="1418"/>
                </a:lnTo>
                <a:lnTo>
                  <a:pt x="810" y="1417"/>
                </a:lnTo>
                <a:lnTo>
                  <a:pt x="809" y="1417"/>
                </a:lnTo>
                <a:lnTo>
                  <a:pt x="809" y="1416"/>
                </a:lnTo>
                <a:lnTo>
                  <a:pt x="808" y="1416"/>
                </a:lnTo>
                <a:lnTo>
                  <a:pt x="808" y="1417"/>
                </a:lnTo>
                <a:lnTo>
                  <a:pt x="807" y="1417"/>
                </a:lnTo>
                <a:lnTo>
                  <a:pt x="807" y="1416"/>
                </a:lnTo>
                <a:lnTo>
                  <a:pt x="807" y="1417"/>
                </a:lnTo>
                <a:lnTo>
                  <a:pt x="807" y="1416"/>
                </a:lnTo>
                <a:lnTo>
                  <a:pt x="806" y="1416"/>
                </a:lnTo>
                <a:lnTo>
                  <a:pt x="805" y="1416"/>
                </a:lnTo>
                <a:lnTo>
                  <a:pt x="804" y="1416"/>
                </a:lnTo>
                <a:lnTo>
                  <a:pt x="804" y="1415"/>
                </a:lnTo>
                <a:lnTo>
                  <a:pt x="803" y="1415"/>
                </a:lnTo>
                <a:lnTo>
                  <a:pt x="803" y="1414"/>
                </a:lnTo>
                <a:lnTo>
                  <a:pt x="803" y="1413"/>
                </a:lnTo>
                <a:lnTo>
                  <a:pt x="802" y="1413"/>
                </a:lnTo>
                <a:lnTo>
                  <a:pt x="801" y="1413"/>
                </a:lnTo>
                <a:lnTo>
                  <a:pt x="801" y="1412"/>
                </a:lnTo>
                <a:lnTo>
                  <a:pt x="800" y="1412"/>
                </a:lnTo>
                <a:lnTo>
                  <a:pt x="800" y="1411"/>
                </a:lnTo>
                <a:lnTo>
                  <a:pt x="799" y="1411"/>
                </a:lnTo>
                <a:lnTo>
                  <a:pt x="799" y="1410"/>
                </a:lnTo>
                <a:lnTo>
                  <a:pt x="798" y="1410"/>
                </a:lnTo>
                <a:lnTo>
                  <a:pt x="798" y="1409"/>
                </a:lnTo>
                <a:lnTo>
                  <a:pt x="798" y="1408"/>
                </a:lnTo>
                <a:lnTo>
                  <a:pt x="797" y="1408"/>
                </a:lnTo>
                <a:lnTo>
                  <a:pt x="797" y="1407"/>
                </a:lnTo>
                <a:lnTo>
                  <a:pt x="797" y="1406"/>
                </a:lnTo>
                <a:lnTo>
                  <a:pt x="797" y="1405"/>
                </a:lnTo>
                <a:lnTo>
                  <a:pt x="797" y="1404"/>
                </a:lnTo>
                <a:lnTo>
                  <a:pt x="798" y="1404"/>
                </a:lnTo>
                <a:lnTo>
                  <a:pt x="798" y="1403"/>
                </a:lnTo>
                <a:lnTo>
                  <a:pt x="798" y="1402"/>
                </a:lnTo>
                <a:lnTo>
                  <a:pt x="797" y="1402"/>
                </a:lnTo>
                <a:lnTo>
                  <a:pt x="797" y="1401"/>
                </a:lnTo>
                <a:lnTo>
                  <a:pt x="797" y="1400"/>
                </a:lnTo>
                <a:lnTo>
                  <a:pt x="796" y="1400"/>
                </a:lnTo>
                <a:lnTo>
                  <a:pt x="795" y="1400"/>
                </a:lnTo>
                <a:lnTo>
                  <a:pt x="794" y="1400"/>
                </a:lnTo>
                <a:lnTo>
                  <a:pt x="795" y="1400"/>
                </a:lnTo>
                <a:lnTo>
                  <a:pt x="794" y="1399"/>
                </a:lnTo>
                <a:lnTo>
                  <a:pt x="794" y="1398"/>
                </a:lnTo>
                <a:lnTo>
                  <a:pt x="794" y="1397"/>
                </a:lnTo>
                <a:lnTo>
                  <a:pt x="793" y="1397"/>
                </a:lnTo>
                <a:lnTo>
                  <a:pt x="792" y="1397"/>
                </a:lnTo>
                <a:lnTo>
                  <a:pt x="792" y="1396"/>
                </a:lnTo>
                <a:lnTo>
                  <a:pt x="791" y="1396"/>
                </a:lnTo>
                <a:lnTo>
                  <a:pt x="791" y="1395"/>
                </a:lnTo>
                <a:lnTo>
                  <a:pt x="791" y="1394"/>
                </a:lnTo>
                <a:lnTo>
                  <a:pt x="790" y="1394"/>
                </a:lnTo>
                <a:lnTo>
                  <a:pt x="790" y="1393"/>
                </a:lnTo>
                <a:lnTo>
                  <a:pt x="789" y="1393"/>
                </a:lnTo>
                <a:lnTo>
                  <a:pt x="788" y="1393"/>
                </a:lnTo>
                <a:lnTo>
                  <a:pt x="788" y="1392"/>
                </a:lnTo>
                <a:lnTo>
                  <a:pt x="787" y="1392"/>
                </a:lnTo>
                <a:lnTo>
                  <a:pt x="786" y="1392"/>
                </a:lnTo>
                <a:lnTo>
                  <a:pt x="786" y="1391"/>
                </a:lnTo>
                <a:lnTo>
                  <a:pt x="785" y="1391"/>
                </a:lnTo>
                <a:lnTo>
                  <a:pt x="785" y="1392"/>
                </a:lnTo>
                <a:lnTo>
                  <a:pt x="784" y="1392"/>
                </a:lnTo>
                <a:lnTo>
                  <a:pt x="784" y="1393"/>
                </a:lnTo>
                <a:lnTo>
                  <a:pt x="783" y="1393"/>
                </a:lnTo>
                <a:lnTo>
                  <a:pt x="784" y="1393"/>
                </a:lnTo>
                <a:lnTo>
                  <a:pt x="784" y="1394"/>
                </a:lnTo>
                <a:lnTo>
                  <a:pt x="783" y="1394"/>
                </a:lnTo>
                <a:lnTo>
                  <a:pt x="782" y="1394"/>
                </a:lnTo>
                <a:lnTo>
                  <a:pt x="782" y="1393"/>
                </a:lnTo>
                <a:lnTo>
                  <a:pt x="781" y="1393"/>
                </a:lnTo>
                <a:lnTo>
                  <a:pt x="780" y="1393"/>
                </a:lnTo>
                <a:lnTo>
                  <a:pt x="779" y="1393"/>
                </a:lnTo>
                <a:lnTo>
                  <a:pt x="779" y="1394"/>
                </a:lnTo>
                <a:lnTo>
                  <a:pt x="779" y="1395"/>
                </a:lnTo>
                <a:lnTo>
                  <a:pt x="779" y="1396"/>
                </a:lnTo>
                <a:lnTo>
                  <a:pt x="778" y="1396"/>
                </a:lnTo>
                <a:lnTo>
                  <a:pt x="778" y="1397"/>
                </a:lnTo>
                <a:lnTo>
                  <a:pt x="777" y="1397"/>
                </a:lnTo>
                <a:lnTo>
                  <a:pt x="777" y="1396"/>
                </a:lnTo>
                <a:lnTo>
                  <a:pt x="776" y="1396"/>
                </a:lnTo>
                <a:lnTo>
                  <a:pt x="776" y="1397"/>
                </a:lnTo>
                <a:lnTo>
                  <a:pt x="775" y="1397"/>
                </a:lnTo>
                <a:lnTo>
                  <a:pt x="775" y="1398"/>
                </a:lnTo>
                <a:lnTo>
                  <a:pt x="774" y="1398"/>
                </a:lnTo>
                <a:lnTo>
                  <a:pt x="773" y="1398"/>
                </a:lnTo>
                <a:lnTo>
                  <a:pt x="772" y="1398"/>
                </a:lnTo>
                <a:lnTo>
                  <a:pt x="771" y="1398"/>
                </a:lnTo>
                <a:lnTo>
                  <a:pt x="770" y="1397"/>
                </a:lnTo>
                <a:lnTo>
                  <a:pt x="769" y="1397"/>
                </a:lnTo>
                <a:lnTo>
                  <a:pt x="768" y="1397"/>
                </a:lnTo>
                <a:lnTo>
                  <a:pt x="768" y="1398"/>
                </a:lnTo>
                <a:lnTo>
                  <a:pt x="768" y="1399"/>
                </a:lnTo>
                <a:lnTo>
                  <a:pt x="769" y="1399"/>
                </a:lnTo>
                <a:lnTo>
                  <a:pt x="769" y="1400"/>
                </a:lnTo>
                <a:lnTo>
                  <a:pt x="769" y="1401"/>
                </a:lnTo>
                <a:lnTo>
                  <a:pt x="768" y="1401"/>
                </a:lnTo>
                <a:lnTo>
                  <a:pt x="767" y="1401"/>
                </a:lnTo>
                <a:lnTo>
                  <a:pt x="767" y="1402"/>
                </a:lnTo>
                <a:lnTo>
                  <a:pt x="768" y="1403"/>
                </a:lnTo>
                <a:lnTo>
                  <a:pt x="767" y="1403"/>
                </a:lnTo>
                <a:lnTo>
                  <a:pt x="767" y="1404"/>
                </a:lnTo>
                <a:lnTo>
                  <a:pt x="767" y="1405"/>
                </a:lnTo>
                <a:lnTo>
                  <a:pt x="767" y="1406"/>
                </a:lnTo>
                <a:lnTo>
                  <a:pt x="766" y="1406"/>
                </a:lnTo>
                <a:lnTo>
                  <a:pt x="766" y="1407"/>
                </a:lnTo>
                <a:lnTo>
                  <a:pt x="767" y="1407"/>
                </a:lnTo>
                <a:lnTo>
                  <a:pt x="767" y="1408"/>
                </a:lnTo>
                <a:lnTo>
                  <a:pt x="766" y="1409"/>
                </a:lnTo>
                <a:lnTo>
                  <a:pt x="765" y="1409"/>
                </a:lnTo>
                <a:lnTo>
                  <a:pt x="764" y="1409"/>
                </a:lnTo>
                <a:lnTo>
                  <a:pt x="764" y="1410"/>
                </a:lnTo>
                <a:lnTo>
                  <a:pt x="763" y="1410"/>
                </a:lnTo>
                <a:lnTo>
                  <a:pt x="764" y="1410"/>
                </a:lnTo>
                <a:lnTo>
                  <a:pt x="764" y="1411"/>
                </a:lnTo>
                <a:lnTo>
                  <a:pt x="764" y="1412"/>
                </a:lnTo>
                <a:lnTo>
                  <a:pt x="764" y="1413"/>
                </a:lnTo>
                <a:lnTo>
                  <a:pt x="764" y="1414"/>
                </a:lnTo>
                <a:lnTo>
                  <a:pt x="765" y="1414"/>
                </a:lnTo>
                <a:lnTo>
                  <a:pt x="766" y="1415"/>
                </a:lnTo>
                <a:lnTo>
                  <a:pt x="766" y="1416"/>
                </a:lnTo>
                <a:lnTo>
                  <a:pt x="767" y="1416"/>
                </a:lnTo>
                <a:lnTo>
                  <a:pt x="767" y="1418"/>
                </a:lnTo>
                <a:lnTo>
                  <a:pt x="767" y="1419"/>
                </a:lnTo>
                <a:lnTo>
                  <a:pt x="766" y="1419"/>
                </a:lnTo>
                <a:lnTo>
                  <a:pt x="766" y="1420"/>
                </a:lnTo>
                <a:lnTo>
                  <a:pt x="765" y="1420"/>
                </a:lnTo>
                <a:lnTo>
                  <a:pt x="764" y="1420"/>
                </a:lnTo>
                <a:lnTo>
                  <a:pt x="763" y="1420"/>
                </a:lnTo>
                <a:lnTo>
                  <a:pt x="763" y="1421"/>
                </a:lnTo>
                <a:lnTo>
                  <a:pt x="762" y="1421"/>
                </a:lnTo>
                <a:lnTo>
                  <a:pt x="762" y="1422"/>
                </a:lnTo>
                <a:lnTo>
                  <a:pt x="763" y="1422"/>
                </a:lnTo>
                <a:lnTo>
                  <a:pt x="763" y="1423"/>
                </a:lnTo>
                <a:lnTo>
                  <a:pt x="763" y="1424"/>
                </a:lnTo>
                <a:lnTo>
                  <a:pt x="763" y="1425"/>
                </a:lnTo>
                <a:lnTo>
                  <a:pt x="764" y="1425"/>
                </a:lnTo>
                <a:lnTo>
                  <a:pt x="764" y="1426"/>
                </a:lnTo>
                <a:lnTo>
                  <a:pt x="763" y="1426"/>
                </a:lnTo>
                <a:lnTo>
                  <a:pt x="763" y="1427"/>
                </a:lnTo>
                <a:lnTo>
                  <a:pt x="762" y="1428"/>
                </a:lnTo>
                <a:lnTo>
                  <a:pt x="761" y="1428"/>
                </a:lnTo>
                <a:lnTo>
                  <a:pt x="761" y="1429"/>
                </a:lnTo>
                <a:lnTo>
                  <a:pt x="760" y="1429"/>
                </a:lnTo>
                <a:lnTo>
                  <a:pt x="760" y="1431"/>
                </a:lnTo>
                <a:lnTo>
                  <a:pt x="759" y="1431"/>
                </a:lnTo>
                <a:lnTo>
                  <a:pt x="759" y="1432"/>
                </a:lnTo>
                <a:lnTo>
                  <a:pt x="758" y="1432"/>
                </a:lnTo>
                <a:lnTo>
                  <a:pt x="758" y="1433"/>
                </a:lnTo>
                <a:lnTo>
                  <a:pt x="759" y="1433"/>
                </a:lnTo>
                <a:lnTo>
                  <a:pt x="759" y="1434"/>
                </a:lnTo>
                <a:lnTo>
                  <a:pt x="758" y="1434"/>
                </a:lnTo>
                <a:lnTo>
                  <a:pt x="759" y="1434"/>
                </a:lnTo>
                <a:lnTo>
                  <a:pt x="759" y="1435"/>
                </a:lnTo>
                <a:lnTo>
                  <a:pt x="759" y="1436"/>
                </a:lnTo>
                <a:lnTo>
                  <a:pt x="758" y="1437"/>
                </a:lnTo>
                <a:lnTo>
                  <a:pt x="758" y="1438"/>
                </a:lnTo>
                <a:lnTo>
                  <a:pt x="757" y="1438"/>
                </a:lnTo>
                <a:lnTo>
                  <a:pt x="756" y="1438"/>
                </a:lnTo>
                <a:lnTo>
                  <a:pt x="756" y="1437"/>
                </a:lnTo>
                <a:lnTo>
                  <a:pt x="755" y="1437"/>
                </a:lnTo>
                <a:lnTo>
                  <a:pt x="755" y="1438"/>
                </a:lnTo>
                <a:lnTo>
                  <a:pt x="754" y="1438"/>
                </a:lnTo>
                <a:lnTo>
                  <a:pt x="753" y="1438"/>
                </a:lnTo>
                <a:lnTo>
                  <a:pt x="753" y="1439"/>
                </a:lnTo>
                <a:lnTo>
                  <a:pt x="753" y="1438"/>
                </a:lnTo>
                <a:lnTo>
                  <a:pt x="752" y="1439"/>
                </a:lnTo>
                <a:lnTo>
                  <a:pt x="751" y="1439"/>
                </a:lnTo>
                <a:lnTo>
                  <a:pt x="751" y="1438"/>
                </a:lnTo>
                <a:lnTo>
                  <a:pt x="750" y="1438"/>
                </a:lnTo>
                <a:lnTo>
                  <a:pt x="749" y="1438"/>
                </a:lnTo>
                <a:lnTo>
                  <a:pt x="748" y="1438"/>
                </a:lnTo>
                <a:lnTo>
                  <a:pt x="748" y="1437"/>
                </a:lnTo>
                <a:lnTo>
                  <a:pt x="748" y="1438"/>
                </a:lnTo>
                <a:lnTo>
                  <a:pt x="747" y="1438"/>
                </a:lnTo>
                <a:lnTo>
                  <a:pt x="747" y="1437"/>
                </a:lnTo>
                <a:lnTo>
                  <a:pt x="747" y="1438"/>
                </a:lnTo>
                <a:lnTo>
                  <a:pt x="747" y="1439"/>
                </a:lnTo>
                <a:lnTo>
                  <a:pt x="746" y="1439"/>
                </a:lnTo>
                <a:lnTo>
                  <a:pt x="747" y="1439"/>
                </a:lnTo>
                <a:lnTo>
                  <a:pt x="747" y="1440"/>
                </a:lnTo>
                <a:lnTo>
                  <a:pt x="746" y="1440"/>
                </a:lnTo>
                <a:lnTo>
                  <a:pt x="746" y="1441"/>
                </a:lnTo>
                <a:lnTo>
                  <a:pt x="745" y="1441"/>
                </a:lnTo>
                <a:lnTo>
                  <a:pt x="744" y="1441"/>
                </a:lnTo>
                <a:lnTo>
                  <a:pt x="744" y="1442"/>
                </a:lnTo>
                <a:lnTo>
                  <a:pt x="744" y="1443"/>
                </a:lnTo>
                <a:lnTo>
                  <a:pt x="743" y="1443"/>
                </a:lnTo>
                <a:lnTo>
                  <a:pt x="743" y="1444"/>
                </a:lnTo>
                <a:lnTo>
                  <a:pt x="744" y="1444"/>
                </a:lnTo>
                <a:lnTo>
                  <a:pt x="744" y="1445"/>
                </a:lnTo>
                <a:lnTo>
                  <a:pt x="743" y="1445"/>
                </a:lnTo>
                <a:lnTo>
                  <a:pt x="743" y="1446"/>
                </a:lnTo>
                <a:lnTo>
                  <a:pt x="744" y="1446"/>
                </a:lnTo>
                <a:lnTo>
                  <a:pt x="744" y="1447"/>
                </a:lnTo>
                <a:lnTo>
                  <a:pt x="745" y="1447"/>
                </a:lnTo>
                <a:lnTo>
                  <a:pt x="745" y="1448"/>
                </a:lnTo>
                <a:lnTo>
                  <a:pt x="746" y="1448"/>
                </a:lnTo>
                <a:lnTo>
                  <a:pt x="746" y="1449"/>
                </a:lnTo>
                <a:lnTo>
                  <a:pt x="747" y="1449"/>
                </a:lnTo>
                <a:lnTo>
                  <a:pt x="747" y="1450"/>
                </a:lnTo>
                <a:lnTo>
                  <a:pt x="747" y="1451"/>
                </a:lnTo>
                <a:lnTo>
                  <a:pt x="747" y="1452"/>
                </a:lnTo>
                <a:lnTo>
                  <a:pt x="747" y="1453"/>
                </a:lnTo>
                <a:lnTo>
                  <a:pt x="748" y="1454"/>
                </a:lnTo>
                <a:lnTo>
                  <a:pt x="748" y="1455"/>
                </a:lnTo>
                <a:lnTo>
                  <a:pt x="749" y="1455"/>
                </a:lnTo>
                <a:lnTo>
                  <a:pt x="750" y="1455"/>
                </a:lnTo>
                <a:lnTo>
                  <a:pt x="750" y="1456"/>
                </a:lnTo>
                <a:lnTo>
                  <a:pt x="751" y="1456"/>
                </a:lnTo>
                <a:lnTo>
                  <a:pt x="751" y="1457"/>
                </a:lnTo>
                <a:lnTo>
                  <a:pt x="751" y="1458"/>
                </a:lnTo>
                <a:lnTo>
                  <a:pt x="750" y="1458"/>
                </a:lnTo>
                <a:lnTo>
                  <a:pt x="750" y="1459"/>
                </a:lnTo>
                <a:lnTo>
                  <a:pt x="751" y="1459"/>
                </a:lnTo>
                <a:lnTo>
                  <a:pt x="751" y="1460"/>
                </a:lnTo>
                <a:lnTo>
                  <a:pt x="752" y="1460"/>
                </a:lnTo>
                <a:lnTo>
                  <a:pt x="752" y="1461"/>
                </a:lnTo>
                <a:lnTo>
                  <a:pt x="753" y="1461"/>
                </a:lnTo>
                <a:lnTo>
                  <a:pt x="753" y="1462"/>
                </a:lnTo>
                <a:lnTo>
                  <a:pt x="752" y="1462"/>
                </a:lnTo>
                <a:lnTo>
                  <a:pt x="752" y="1463"/>
                </a:lnTo>
                <a:lnTo>
                  <a:pt x="751" y="1463"/>
                </a:lnTo>
                <a:lnTo>
                  <a:pt x="752" y="1463"/>
                </a:lnTo>
                <a:lnTo>
                  <a:pt x="752" y="1464"/>
                </a:lnTo>
                <a:lnTo>
                  <a:pt x="752" y="1465"/>
                </a:lnTo>
                <a:lnTo>
                  <a:pt x="752" y="1466"/>
                </a:lnTo>
                <a:lnTo>
                  <a:pt x="753" y="1466"/>
                </a:lnTo>
                <a:lnTo>
                  <a:pt x="753" y="1467"/>
                </a:lnTo>
                <a:lnTo>
                  <a:pt x="752" y="1467"/>
                </a:lnTo>
                <a:lnTo>
                  <a:pt x="751" y="1467"/>
                </a:lnTo>
                <a:lnTo>
                  <a:pt x="750" y="1467"/>
                </a:lnTo>
                <a:lnTo>
                  <a:pt x="750" y="1466"/>
                </a:lnTo>
                <a:lnTo>
                  <a:pt x="750" y="1467"/>
                </a:lnTo>
                <a:lnTo>
                  <a:pt x="749" y="1467"/>
                </a:lnTo>
                <a:lnTo>
                  <a:pt x="748" y="1467"/>
                </a:lnTo>
                <a:lnTo>
                  <a:pt x="747" y="1467"/>
                </a:lnTo>
                <a:lnTo>
                  <a:pt x="747" y="1468"/>
                </a:lnTo>
                <a:lnTo>
                  <a:pt x="747" y="1469"/>
                </a:lnTo>
                <a:lnTo>
                  <a:pt x="747" y="1470"/>
                </a:lnTo>
                <a:lnTo>
                  <a:pt x="748" y="1470"/>
                </a:lnTo>
                <a:lnTo>
                  <a:pt x="748" y="1471"/>
                </a:lnTo>
                <a:lnTo>
                  <a:pt x="748" y="1472"/>
                </a:lnTo>
                <a:lnTo>
                  <a:pt x="747" y="1472"/>
                </a:lnTo>
                <a:lnTo>
                  <a:pt x="748" y="1472"/>
                </a:lnTo>
                <a:lnTo>
                  <a:pt x="749" y="1472"/>
                </a:lnTo>
                <a:lnTo>
                  <a:pt x="749" y="1473"/>
                </a:lnTo>
                <a:lnTo>
                  <a:pt x="750" y="1473"/>
                </a:lnTo>
                <a:lnTo>
                  <a:pt x="749" y="1473"/>
                </a:lnTo>
                <a:lnTo>
                  <a:pt x="750" y="1473"/>
                </a:lnTo>
                <a:lnTo>
                  <a:pt x="750" y="1474"/>
                </a:lnTo>
                <a:lnTo>
                  <a:pt x="749" y="1474"/>
                </a:lnTo>
                <a:lnTo>
                  <a:pt x="749" y="1475"/>
                </a:lnTo>
                <a:lnTo>
                  <a:pt x="750" y="1475"/>
                </a:lnTo>
                <a:lnTo>
                  <a:pt x="751" y="1475"/>
                </a:lnTo>
                <a:lnTo>
                  <a:pt x="751" y="1476"/>
                </a:lnTo>
                <a:lnTo>
                  <a:pt x="751" y="1477"/>
                </a:lnTo>
                <a:lnTo>
                  <a:pt x="751" y="1479"/>
                </a:lnTo>
                <a:lnTo>
                  <a:pt x="750" y="1479"/>
                </a:lnTo>
                <a:lnTo>
                  <a:pt x="751" y="1479"/>
                </a:lnTo>
                <a:lnTo>
                  <a:pt x="751" y="1480"/>
                </a:lnTo>
                <a:lnTo>
                  <a:pt x="752" y="1480"/>
                </a:lnTo>
                <a:lnTo>
                  <a:pt x="753" y="1480"/>
                </a:lnTo>
                <a:lnTo>
                  <a:pt x="753" y="1481"/>
                </a:lnTo>
                <a:lnTo>
                  <a:pt x="753" y="1482"/>
                </a:lnTo>
                <a:lnTo>
                  <a:pt x="754" y="1482"/>
                </a:lnTo>
                <a:lnTo>
                  <a:pt x="754" y="1483"/>
                </a:lnTo>
                <a:lnTo>
                  <a:pt x="754" y="1484"/>
                </a:lnTo>
                <a:lnTo>
                  <a:pt x="754" y="1485"/>
                </a:lnTo>
                <a:lnTo>
                  <a:pt x="754" y="1486"/>
                </a:lnTo>
                <a:lnTo>
                  <a:pt x="754" y="1487"/>
                </a:lnTo>
                <a:lnTo>
                  <a:pt x="755" y="1487"/>
                </a:lnTo>
                <a:lnTo>
                  <a:pt x="755" y="1488"/>
                </a:lnTo>
                <a:lnTo>
                  <a:pt x="756" y="1489"/>
                </a:lnTo>
                <a:lnTo>
                  <a:pt x="757" y="1490"/>
                </a:lnTo>
                <a:lnTo>
                  <a:pt x="757" y="1491"/>
                </a:lnTo>
                <a:lnTo>
                  <a:pt x="756" y="1491"/>
                </a:lnTo>
                <a:lnTo>
                  <a:pt x="756" y="1492"/>
                </a:lnTo>
                <a:lnTo>
                  <a:pt x="755" y="1492"/>
                </a:lnTo>
                <a:lnTo>
                  <a:pt x="755" y="1493"/>
                </a:lnTo>
                <a:lnTo>
                  <a:pt x="755" y="1494"/>
                </a:lnTo>
                <a:lnTo>
                  <a:pt x="754" y="1495"/>
                </a:lnTo>
                <a:lnTo>
                  <a:pt x="755" y="1495"/>
                </a:lnTo>
                <a:lnTo>
                  <a:pt x="755" y="1496"/>
                </a:lnTo>
                <a:lnTo>
                  <a:pt x="754" y="1496"/>
                </a:lnTo>
                <a:lnTo>
                  <a:pt x="754" y="1497"/>
                </a:lnTo>
                <a:lnTo>
                  <a:pt x="754" y="1498"/>
                </a:lnTo>
                <a:lnTo>
                  <a:pt x="753" y="1498"/>
                </a:lnTo>
                <a:lnTo>
                  <a:pt x="752" y="1498"/>
                </a:lnTo>
                <a:lnTo>
                  <a:pt x="751" y="1499"/>
                </a:lnTo>
                <a:lnTo>
                  <a:pt x="752" y="1499"/>
                </a:lnTo>
                <a:lnTo>
                  <a:pt x="753" y="1499"/>
                </a:lnTo>
                <a:lnTo>
                  <a:pt x="754" y="1499"/>
                </a:lnTo>
                <a:lnTo>
                  <a:pt x="755" y="1499"/>
                </a:lnTo>
                <a:lnTo>
                  <a:pt x="756" y="1499"/>
                </a:lnTo>
                <a:lnTo>
                  <a:pt x="756" y="1500"/>
                </a:lnTo>
                <a:lnTo>
                  <a:pt x="756" y="1501"/>
                </a:lnTo>
                <a:lnTo>
                  <a:pt x="757" y="1501"/>
                </a:lnTo>
                <a:lnTo>
                  <a:pt x="757" y="1502"/>
                </a:lnTo>
                <a:lnTo>
                  <a:pt x="758" y="1502"/>
                </a:lnTo>
                <a:lnTo>
                  <a:pt x="759" y="1502"/>
                </a:lnTo>
                <a:lnTo>
                  <a:pt x="760" y="1502"/>
                </a:lnTo>
                <a:lnTo>
                  <a:pt x="760" y="1503"/>
                </a:lnTo>
                <a:lnTo>
                  <a:pt x="761" y="1503"/>
                </a:lnTo>
                <a:lnTo>
                  <a:pt x="762" y="1503"/>
                </a:lnTo>
                <a:lnTo>
                  <a:pt x="762" y="1504"/>
                </a:lnTo>
                <a:lnTo>
                  <a:pt x="762" y="1505"/>
                </a:lnTo>
                <a:lnTo>
                  <a:pt x="763" y="1506"/>
                </a:lnTo>
                <a:lnTo>
                  <a:pt x="764" y="1506"/>
                </a:lnTo>
                <a:lnTo>
                  <a:pt x="764" y="1507"/>
                </a:lnTo>
                <a:lnTo>
                  <a:pt x="765" y="1507"/>
                </a:lnTo>
                <a:lnTo>
                  <a:pt x="765" y="1506"/>
                </a:lnTo>
                <a:lnTo>
                  <a:pt x="765" y="1507"/>
                </a:lnTo>
                <a:lnTo>
                  <a:pt x="765" y="1506"/>
                </a:lnTo>
                <a:lnTo>
                  <a:pt x="766" y="1506"/>
                </a:lnTo>
                <a:lnTo>
                  <a:pt x="766" y="1505"/>
                </a:lnTo>
                <a:lnTo>
                  <a:pt x="767" y="1505"/>
                </a:lnTo>
                <a:lnTo>
                  <a:pt x="767" y="1504"/>
                </a:lnTo>
                <a:lnTo>
                  <a:pt x="768" y="1504"/>
                </a:lnTo>
                <a:lnTo>
                  <a:pt x="769" y="1504"/>
                </a:lnTo>
                <a:lnTo>
                  <a:pt x="769" y="1505"/>
                </a:lnTo>
                <a:lnTo>
                  <a:pt x="769" y="1504"/>
                </a:lnTo>
                <a:lnTo>
                  <a:pt x="769" y="1505"/>
                </a:lnTo>
                <a:lnTo>
                  <a:pt x="770" y="1505"/>
                </a:lnTo>
                <a:lnTo>
                  <a:pt x="770" y="1506"/>
                </a:lnTo>
                <a:lnTo>
                  <a:pt x="770" y="1507"/>
                </a:lnTo>
                <a:lnTo>
                  <a:pt x="770" y="1508"/>
                </a:lnTo>
                <a:lnTo>
                  <a:pt x="771" y="1508"/>
                </a:lnTo>
                <a:lnTo>
                  <a:pt x="771" y="1509"/>
                </a:lnTo>
                <a:lnTo>
                  <a:pt x="771" y="1510"/>
                </a:lnTo>
                <a:lnTo>
                  <a:pt x="770" y="1510"/>
                </a:lnTo>
                <a:lnTo>
                  <a:pt x="770" y="1511"/>
                </a:lnTo>
                <a:lnTo>
                  <a:pt x="770" y="1512"/>
                </a:lnTo>
                <a:lnTo>
                  <a:pt x="769" y="1512"/>
                </a:lnTo>
                <a:lnTo>
                  <a:pt x="769" y="1513"/>
                </a:lnTo>
                <a:lnTo>
                  <a:pt x="769" y="1514"/>
                </a:lnTo>
                <a:lnTo>
                  <a:pt x="770" y="1514"/>
                </a:lnTo>
                <a:lnTo>
                  <a:pt x="770" y="1515"/>
                </a:lnTo>
                <a:lnTo>
                  <a:pt x="771" y="1515"/>
                </a:lnTo>
                <a:lnTo>
                  <a:pt x="771" y="1516"/>
                </a:lnTo>
                <a:lnTo>
                  <a:pt x="772" y="1517"/>
                </a:lnTo>
                <a:lnTo>
                  <a:pt x="773" y="1517"/>
                </a:lnTo>
                <a:lnTo>
                  <a:pt x="774" y="1517"/>
                </a:lnTo>
                <a:lnTo>
                  <a:pt x="775" y="1517"/>
                </a:lnTo>
                <a:lnTo>
                  <a:pt x="774" y="1517"/>
                </a:lnTo>
                <a:lnTo>
                  <a:pt x="774" y="1518"/>
                </a:lnTo>
                <a:lnTo>
                  <a:pt x="775" y="1518"/>
                </a:lnTo>
                <a:lnTo>
                  <a:pt x="776" y="1518"/>
                </a:lnTo>
                <a:lnTo>
                  <a:pt x="776" y="1519"/>
                </a:lnTo>
                <a:lnTo>
                  <a:pt x="777" y="1519"/>
                </a:lnTo>
                <a:lnTo>
                  <a:pt x="777" y="1520"/>
                </a:lnTo>
                <a:lnTo>
                  <a:pt x="777" y="1521"/>
                </a:lnTo>
                <a:lnTo>
                  <a:pt x="777" y="1522"/>
                </a:lnTo>
                <a:lnTo>
                  <a:pt x="776" y="1522"/>
                </a:lnTo>
                <a:lnTo>
                  <a:pt x="776" y="1523"/>
                </a:lnTo>
                <a:lnTo>
                  <a:pt x="777" y="1523"/>
                </a:lnTo>
                <a:lnTo>
                  <a:pt x="776" y="1523"/>
                </a:lnTo>
                <a:lnTo>
                  <a:pt x="777" y="1523"/>
                </a:lnTo>
                <a:lnTo>
                  <a:pt x="777" y="1524"/>
                </a:lnTo>
                <a:lnTo>
                  <a:pt x="777" y="1525"/>
                </a:lnTo>
                <a:lnTo>
                  <a:pt x="778" y="1525"/>
                </a:lnTo>
                <a:lnTo>
                  <a:pt x="778" y="1526"/>
                </a:lnTo>
                <a:lnTo>
                  <a:pt x="779" y="1526"/>
                </a:lnTo>
                <a:lnTo>
                  <a:pt x="780" y="1527"/>
                </a:lnTo>
                <a:lnTo>
                  <a:pt x="780" y="1526"/>
                </a:lnTo>
                <a:lnTo>
                  <a:pt x="781" y="1527"/>
                </a:lnTo>
                <a:lnTo>
                  <a:pt x="782" y="1527"/>
                </a:lnTo>
                <a:lnTo>
                  <a:pt x="783" y="1527"/>
                </a:lnTo>
                <a:lnTo>
                  <a:pt x="784" y="1527"/>
                </a:lnTo>
                <a:lnTo>
                  <a:pt x="784" y="1528"/>
                </a:lnTo>
                <a:lnTo>
                  <a:pt x="784" y="1529"/>
                </a:lnTo>
                <a:lnTo>
                  <a:pt x="785" y="1529"/>
                </a:lnTo>
                <a:lnTo>
                  <a:pt x="786" y="1529"/>
                </a:lnTo>
                <a:lnTo>
                  <a:pt x="785" y="1530"/>
                </a:lnTo>
                <a:lnTo>
                  <a:pt x="784" y="1530"/>
                </a:lnTo>
                <a:lnTo>
                  <a:pt x="783" y="1530"/>
                </a:lnTo>
                <a:lnTo>
                  <a:pt x="783" y="1531"/>
                </a:lnTo>
                <a:lnTo>
                  <a:pt x="783" y="1532"/>
                </a:lnTo>
                <a:lnTo>
                  <a:pt x="783" y="1533"/>
                </a:lnTo>
                <a:lnTo>
                  <a:pt x="782" y="1533"/>
                </a:lnTo>
                <a:lnTo>
                  <a:pt x="782" y="1534"/>
                </a:lnTo>
                <a:lnTo>
                  <a:pt x="783" y="1534"/>
                </a:lnTo>
                <a:lnTo>
                  <a:pt x="782" y="1534"/>
                </a:lnTo>
                <a:lnTo>
                  <a:pt x="782" y="1535"/>
                </a:lnTo>
                <a:lnTo>
                  <a:pt x="782" y="1536"/>
                </a:lnTo>
                <a:lnTo>
                  <a:pt x="781" y="1536"/>
                </a:lnTo>
                <a:lnTo>
                  <a:pt x="781" y="1537"/>
                </a:lnTo>
                <a:lnTo>
                  <a:pt x="780" y="1537"/>
                </a:lnTo>
                <a:lnTo>
                  <a:pt x="780" y="1538"/>
                </a:lnTo>
                <a:lnTo>
                  <a:pt x="780" y="1540"/>
                </a:lnTo>
                <a:lnTo>
                  <a:pt x="780" y="1542"/>
                </a:lnTo>
                <a:lnTo>
                  <a:pt x="780" y="1543"/>
                </a:lnTo>
                <a:lnTo>
                  <a:pt x="779" y="1543"/>
                </a:lnTo>
                <a:lnTo>
                  <a:pt x="778" y="1543"/>
                </a:lnTo>
                <a:lnTo>
                  <a:pt x="778" y="1544"/>
                </a:lnTo>
                <a:lnTo>
                  <a:pt x="777" y="1544"/>
                </a:lnTo>
                <a:lnTo>
                  <a:pt x="777" y="1545"/>
                </a:lnTo>
                <a:lnTo>
                  <a:pt x="778" y="1545"/>
                </a:lnTo>
                <a:lnTo>
                  <a:pt x="777" y="1545"/>
                </a:lnTo>
                <a:lnTo>
                  <a:pt x="777" y="1546"/>
                </a:lnTo>
                <a:lnTo>
                  <a:pt x="778" y="1546"/>
                </a:lnTo>
                <a:lnTo>
                  <a:pt x="777" y="1546"/>
                </a:lnTo>
                <a:lnTo>
                  <a:pt x="777" y="1547"/>
                </a:lnTo>
                <a:lnTo>
                  <a:pt x="778" y="1547"/>
                </a:lnTo>
                <a:lnTo>
                  <a:pt x="778" y="1548"/>
                </a:lnTo>
                <a:lnTo>
                  <a:pt x="777" y="1548"/>
                </a:lnTo>
                <a:lnTo>
                  <a:pt x="777" y="1549"/>
                </a:lnTo>
                <a:lnTo>
                  <a:pt x="778" y="1549"/>
                </a:lnTo>
                <a:lnTo>
                  <a:pt x="779" y="1549"/>
                </a:lnTo>
                <a:lnTo>
                  <a:pt x="780" y="1549"/>
                </a:lnTo>
                <a:lnTo>
                  <a:pt x="780" y="1550"/>
                </a:lnTo>
                <a:lnTo>
                  <a:pt x="781" y="1550"/>
                </a:lnTo>
                <a:lnTo>
                  <a:pt x="781" y="1551"/>
                </a:lnTo>
                <a:lnTo>
                  <a:pt x="782" y="1551"/>
                </a:lnTo>
                <a:lnTo>
                  <a:pt x="782" y="1552"/>
                </a:lnTo>
                <a:lnTo>
                  <a:pt x="782" y="1553"/>
                </a:lnTo>
                <a:lnTo>
                  <a:pt x="782" y="1554"/>
                </a:lnTo>
                <a:lnTo>
                  <a:pt x="782" y="1555"/>
                </a:lnTo>
                <a:lnTo>
                  <a:pt x="782" y="1556"/>
                </a:lnTo>
                <a:lnTo>
                  <a:pt x="782" y="1557"/>
                </a:lnTo>
                <a:lnTo>
                  <a:pt x="783" y="1557"/>
                </a:lnTo>
                <a:lnTo>
                  <a:pt x="782" y="1557"/>
                </a:lnTo>
                <a:lnTo>
                  <a:pt x="782" y="1558"/>
                </a:lnTo>
                <a:lnTo>
                  <a:pt x="782" y="1559"/>
                </a:lnTo>
                <a:lnTo>
                  <a:pt x="782" y="1560"/>
                </a:lnTo>
                <a:lnTo>
                  <a:pt x="782" y="1561"/>
                </a:lnTo>
                <a:lnTo>
                  <a:pt x="782" y="1562"/>
                </a:lnTo>
                <a:lnTo>
                  <a:pt x="781" y="1562"/>
                </a:lnTo>
                <a:lnTo>
                  <a:pt x="781" y="1563"/>
                </a:lnTo>
                <a:lnTo>
                  <a:pt x="782" y="1563"/>
                </a:lnTo>
                <a:lnTo>
                  <a:pt x="783" y="1563"/>
                </a:lnTo>
                <a:lnTo>
                  <a:pt x="784" y="1563"/>
                </a:lnTo>
                <a:lnTo>
                  <a:pt x="784" y="1564"/>
                </a:lnTo>
                <a:lnTo>
                  <a:pt x="783" y="1564"/>
                </a:lnTo>
                <a:lnTo>
                  <a:pt x="783" y="1565"/>
                </a:lnTo>
                <a:lnTo>
                  <a:pt x="783" y="1566"/>
                </a:lnTo>
                <a:lnTo>
                  <a:pt x="784" y="1566"/>
                </a:lnTo>
                <a:lnTo>
                  <a:pt x="784" y="1567"/>
                </a:lnTo>
                <a:lnTo>
                  <a:pt x="785" y="1567"/>
                </a:lnTo>
                <a:lnTo>
                  <a:pt x="785" y="1566"/>
                </a:lnTo>
                <a:lnTo>
                  <a:pt x="786" y="1566"/>
                </a:lnTo>
                <a:lnTo>
                  <a:pt x="787" y="1566"/>
                </a:lnTo>
                <a:lnTo>
                  <a:pt x="788" y="1566"/>
                </a:lnTo>
                <a:lnTo>
                  <a:pt x="788" y="1565"/>
                </a:lnTo>
                <a:lnTo>
                  <a:pt x="789" y="1565"/>
                </a:lnTo>
                <a:lnTo>
                  <a:pt x="789" y="1566"/>
                </a:lnTo>
                <a:lnTo>
                  <a:pt x="789" y="1567"/>
                </a:lnTo>
                <a:lnTo>
                  <a:pt x="789" y="1568"/>
                </a:lnTo>
                <a:lnTo>
                  <a:pt x="789" y="1569"/>
                </a:lnTo>
                <a:lnTo>
                  <a:pt x="790" y="1570"/>
                </a:lnTo>
                <a:lnTo>
                  <a:pt x="791" y="1569"/>
                </a:lnTo>
                <a:lnTo>
                  <a:pt x="792" y="1569"/>
                </a:lnTo>
                <a:lnTo>
                  <a:pt x="793" y="1569"/>
                </a:lnTo>
                <a:lnTo>
                  <a:pt x="793" y="1570"/>
                </a:lnTo>
                <a:lnTo>
                  <a:pt x="794" y="1570"/>
                </a:lnTo>
                <a:lnTo>
                  <a:pt x="794" y="1571"/>
                </a:lnTo>
                <a:lnTo>
                  <a:pt x="793" y="1571"/>
                </a:lnTo>
                <a:lnTo>
                  <a:pt x="793" y="1572"/>
                </a:lnTo>
                <a:lnTo>
                  <a:pt x="793" y="1573"/>
                </a:lnTo>
                <a:lnTo>
                  <a:pt x="792" y="1573"/>
                </a:lnTo>
                <a:lnTo>
                  <a:pt x="792" y="1574"/>
                </a:lnTo>
                <a:lnTo>
                  <a:pt x="792" y="1575"/>
                </a:lnTo>
                <a:lnTo>
                  <a:pt x="792" y="1576"/>
                </a:lnTo>
                <a:lnTo>
                  <a:pt x="792" y="1577"/>
                </a:lnTo>
                <a:lnTo>
                  <a:pt x="791" y="1577"/>
                </a:lnTo>
                <a:lnTo>
                  <a:pt x="790" y="1577"/>
                </a:lnTo>
                <a:lnTo>
                  <a:pt x="789" y="1577"/>
                </a:lnTo>
                <a:lnTo>
                  <a:pt x="788" y="1577"/>
                </a:lnTo>
                <a:lnTo>
                  <a:pt x="788" y="1578"/>
                </a:lnTo>
                <a:lnTo>
                  <a:pt x="788" y="1579"/>
                </a:lnTo>
                <a:lnTo>
                  <a:pt x="787" y="1579"/>
                </a:lnTo>
                <a:lnTo>
                  <a:pt x="786" y="1579"/>
                </a:lnTo>
                <a:lnTo>
                  <a:pt x="785" y="1579"/>
                </a:lnTo>
                <a:lnTo>
                  <a:pt x="784" y="1579"/>
                </a:lnTo>
                <a:lnTo>
                  <a:pt x="783" y="1579"/>
                </a:lnTo>
                <a:lnTo>
                  <a:pt x="782" y="1579"/>
                </a:lnTo>
                <a:lnTo>
                  <a:pt x="782" y="1578"/>
                </a:lnTo>
                <a:lnTo>
                  <a:pt x="781" y="1578"/>
                </a:lnTo>
                <a:lnTo>
                  <a:pt x="780" y="1578"/>
                </a:lnTo>
                <a:lnTo>
                  <a:pt x="780" y="1577"/>
                </a:lnTo>
                <a:lnTo>
                  <a:pt x="780" y="1578"/>
                </a:lnTo>
                <a:lnTo>
                  <a:pt x="778" y="1578"/>
                </a:lnTo>
                <a:lnTo>
                  <a:pt x="777" y="1578"/>
                </a:lnTo>
                <a:lnTo>
                  <a:pt x="777" y="1579"/>
                </a:lnTo>
                <a:lnTo>
                  <a:pt x="777" y="1580"/>
                </a:lnTo>
                <a:lnTo>
                  <a:pt x="777" y="1581"/>
                </a:lnTo>
                <a:lnTo>
                  <a:pt x="778" y="1582"/>
                </a:lnTo>
                <a:lnTo>
                  <a:pt x="779" y="1582"/>
                </a:lnTo>
                <a:lnTo>
                  <a:pt x="780" y="1582"/>
                </a:lnTo>
                <a:lnTo>
                  <a:pt x="779" y="1582"/>
                </a:lnTo>
                <a:lnTo>
                  <a:pt x="779" y="1583"/>
                </a:lnTo>
                <a:lnTo>
                  <a:pt x="779" y="1584"/>
                </a:lnTo>
                <a:lnTo>
                  <a:pt x="778" y="1584"/>
                </a:lnTo>
                <a:lnTo>
                  <a:pt x="778" y="1585"/>
                </a:lnTo>
                <a:lnTo>
                  <a:pt x="778" y="1586"/>
                </a:lnTo>
                <a:lnTo>
                  <a:pt x="778" y="1587"/>
                </a:lnTo>
                <a:lnTo>
                  <a:pt x="779" y="1588"/>
                </a:lnTo>
                <a:lnTo>
                  <a:pt x="779" y="1589"/>
                </a:lnTo>
                <a:lnTo>
                  <a:pt x="780" y="1589"/>
                </a:lnTo>
                <a:lnTo>
                  <a:pt x="781" y="1589"/>
                </a:lnTo>
                <a:lnTo>
                  <a:pt x="781" y="1590"/>
                </a:lnTo>
                <a:lnTo>
                  <a:pt x="782" y="1590"/>
                </a:lnTo>
                <a:lnTo>
                  <a:pt x="782" y="1591"/>
                </a:lnTo>
                <a:lnTo>
                  <a:pt x="782" y="1592"/>
                </a:lnTo>
                <a:lnTo>
                  <a:pt x="781" y="1592"/>
                </a:lnTo>
                <a:lnTo>
                  <a:pt x="780" y="1592"/>
                </a:lnTo>
                <a:lnTo>
                  <a:pt x="780" y="1593"/>
                </a:lnTo>
                <a:lnTo>
                  <a:pt x="779" y="1593"/>
                </a:lnTo>
                <a:lnTo>
                  <a:pt x="779" y="1594"/>
                </a:lnTo>
                <a:lnTo>
                  <a:pt x="779" y="1595"/>
                </a:lnTo>
                <a:lnTo>
                  <a:pt x="778" y="1595"/>
                </a:lnTo>
                <a:lnTo>
                  <a:pt x="777" y="1595"/>
                </a:lnTo>
                <a:lnTo>
                  <a:pt x="777" y="1596"/>
                </a:lnTo>
                <a:lnTo>
                  <a:pt x="776" y="1596"/>
                </a:lnTo>
                <a:lnTo>
                  <a:pt x="775" y="1596"/>
                </a:lnTo>
                <a:lnTo>
                  <a:pt x="775" y="1597"/>
                </a:lnTo>
                <a:lnTo>
                  <a:pt x="774" y="1597"/>
                </a:lnTo>
                <a:lnTo>
                  <a:pt x="774" y="1598"/>
                </a:lnTo>
                <a:lnTo>
                  <a:pt x="775" y="1599"/>
                </a:lnTo>
                <a:lnTo>
                  <a:pt x="775" y="1600"/>
                </a:lnTo>
                <a:lnTo>
                  <a:pt x="775" y="1601"/>
                </a:lnTo>
                <a:lnTo>
                  <a:pt x="776" y="1601"/>
                </a:lnTo>
                <a:lnTo>
                  <a:pt x="776" y="1602"/>
                </a:lnTo>
                <a:lnTo>
                  <a:pt x="775" y="1602"/>
                </a:lnTo>
                <a:lnTo>
                  <a:pt x="775" y="1603"/>
                </a:lnTo>
                <a:lnTo>
                  <a:pt x="774" y="1603"/>
                </a:lnTo>
                <a:lnTo>
                  <a:pt x="775" y="1603"/>
                </a:lnTo>
                <a:lnTo>
                  <a:pt x="776" y="1603"/>
                </a:lnTo>
                <a:lnTo>
                  <a:pt x="776" y="1604"/>
                </a:lnTo>
                <a:lnTo>
                  <a:pt x="777" y="1604"/>
                </a:lnTo>
                <a:lnTo>
                  <a:pt x="777" y="1605"/>
                </a:lnTo>
                <a:lnTo>
                  <a:pt x="777" y="1606"/>
                </a:lnTo>
                <a:lnTo>
                  <a:pt x="777" y="1607"/>
                </a:lnTo>
                <a:lnTo>
                  <a:pt x="776" y="1607"/>
                </a:lnTo>
                <a:lnTo>
                  <a:pt x="777" y="1607"/>
                </a:lnTo>
                <a:lnTo>
                  <a:pt x="776" y="1607"/>
                </a:lnTo>
                <a:lnTo>
                  <a:pt x="776" y="1608"/>
                </a:lnTo>
                <a:lnTo>
                  <a:pt x="775" y="1608"/>
                </a:lnTo>
                <a:lnTo>
                  <a:pt x="775" y="1609"/>
                </a:lnTo>
                <a:lnTo>
                  <a:pt x="776" y="1609"/>
                </a:lnTo>
                <a:lnTo>
                  <a:pt x="776" y="1611"/>
                </a:lnTo>
                <a:lnTo>
                  <a:pt x="776" y="1612"/>
                </a:lnTo>
                <a:lnTo>
                  <a:pt x="776" y="1613"/>
                </a:lnTo>
                <a:lnTo>
                  <a:pt x="776" y="1614"/>
                </a:lnTo>
                <a:lnTo>
                  <a:pt x="775" y="1614"/>
                </a:lnTo>
                <a:lnTo>
                  <a:pt x="775" y="1613"/>
                </a:lnTo>
                <a:lnTo>
                  <a:pt x="774" y="1613"/>
                </a:lnTo>
                <a:lnTo>
                  <a:pt x="774" y="1614"/>
                </a:lnTo>
                <a:lnTo>
                  <a:pt x="774" y="1615"/>
                </a:lnTo>
                <a:lnTo>
                  <a:pt x="774" y="1616"/>
                </a:lnTo>
                <a:lnTo>
                  <a:pt x="773" y="1616"/>
                </a:lnTo>
                <a:lnTo>
                  <a:pt x="774" y="1616"/>
                </a:lnTo>
                <a:lnTo>
                  <a:pt x="773" y="1616"/>
                </a:lnTo>
                <a:lnTo>
                  <a:pt x="774" y="1616"/>
                </a:lnTo>
                <a:lnTo>
                  <a:pt x="774" y="1617"/>
                </a:lnTo>
                <a:lnTo>
                  <a:pt x="774" y="1618"/>
                </a:lnTo>
                <a:lnTo>
                  <a:pt x="774" y="1619"/>
                </a:lnTo>
                <a:lnTo>
                  <a:pt x="774" y="1620"/>
                </a:lnTo>
                <a:lnTo>
                  <a:pt x="774" y="1621"/>
                </a:lnTo>
                <a:lnTo>
                  <a:pt x="773" y="1621"/>
                </a:lnTo>
                <a:lnTo>
                  <a:pt x="773" y="1622"/>
                </a:lnTo>
                <a:lnTo>
                  <a:pt x="774" y="1622"/>
                </a:lnTo>
                <a:lnTo>
                  <a:pt x="774" y="1623"/>
                </a:lnTo>
                <a:lnTo>
                  <a:pt x="773" y="1623"/>
                </a:lnTo>
                <a:lnTo>
                  <a:pt x="772" y="1623"/>
                </a:lnTo>
                <a:lnTo>
                  <a:pt x="772" y="1624"/>
                </a:lnTo>
                <a:lnTo>
                  <a:pt x="771" y="1624"/>
                </a:lnTo>
                <a:lnTo>
                  <a:pt x="771" y="1625"/>
                </a:lnTo>
                <a:lnTo>
                  <a:pt x="771" y="1626"/>
                </a:lnTo>
                <a:lnTo>
                  <a:pt x="772" y="1627"/>
                </a:lnTo>
                <a:lnTo>
                  <a:pt x="772" y="1628"/>
                </a:lnTo>
                <a:lnTo>
                  <a:pt x="772" y="1629"/>
                </a:lnTo>
                <a:lnTo>
                  <a:pt x="772" y="1630"/>
                </a:lnTo>
                <a:lnTo>
                  <a:pt x="772" y="1631"/>
                </a:lnTo>
                <a:lnTo>
                  <a:pt x="773" y="1631"/>
                </a:lnTo>
                <a:lnTo>
                  <a:pt x="773" y="1632"/>
                </a:lnTo>
                <a:lnTo>
                  <a:pt x="774" y="1633"/>
                </a:lnTo>
                <a:lnTo>
                  <a:pt x="773" y="1633"/>
                </a:lnTo>
                <a:lnTo>
                  <a:pt x="773" y="1634"/>
                </a:lnTo>
                <a:lnTo>
                  <a:pt x="774" y="1634"/>
                </a:lnTo>
                <a:lnTo>
                  <a:pt x="774" y="1635"/>
                </a:lnTo>
                <a:lnTo>
                  <a:pt x="775" y="1635"/>
                </a:lnTo>
                <a:lnTo>
                  <a:pt x="775" y="1636"/>
                </a:lnTo>
                <a:lnTo>
                  <a:pt x="776" y="1636"/>
                </a:lnTo>
                <a:lnTo>
                  <a:pt x="776" y="1637"/>
                </a:lnTo>
                <a:lnTo>
                  <a:pt x="777" y="1637"/>
                </a:lnTo>
                <a:lnTo>
                  <a:pt x="777" y="1638"/>
                </a:lnTo>
                <a:lnTo>
                  <a:pt x="778" y="1638"/>
                </a:lnTo>
                <a:lnTo>
                  <a:pt x="779" y="1638"/>
                </a:lnTo>
                <a:lnTo>
                  <a:pt x="779" y="1637"/>
                </a:lnTo>
                <a:lnTo>
                  <a:pt x="780" y="1637"/>
                </a:lnTo>
                <a:lnTo>
                  <a:pt x="782" y="1637"/>
                </a:lnTo>
                <a:lnTo>
                  <a:pt x="782" y="1638"/>
                </a:lnTo>
                <a:lnTo>
                  <a:pt x="783" y="1638"/>
                </a:lnTo>
                <a:lnTo>
                  <a:pt x="784" y="1638"/>
                </a:lnTo>
                <a:lnTo>
                  <a:pt x="785" y="1638"/>
                </a:lnTo>
                <a:lnTo>
                  <a:pt x="785" y="1639"/>
                </a:lnTo>
                <a:lnTo>
                  <a:pt x="785" y="1640"/>
                </a:lnTo>
                <a:lnTo>
                  <a:pt x="785" y="1641"/>
                </a:lnTo>
                <a:lnTo>
                  <a:pt x="785" y="1642"/>
                </a:lnTo>
                <a:lnTo>
                  <a:pt x="786" y="1642"/>
                </a:lnTo>
                <a:lnTo>
                  <a:pt x="786" y="1643"/>
                </a:lnTo>
                <a:lnTo>
                  <a:pt x="786" y="1644"/>
                </a:lnTo>
                <a:lnTo>
                  <a:pt x="787" y="1644"/>
                </a:lnTo>
                <a:lnTo>
                  <a:pt x="787" y="1645"/>
                </a:lnTo>
                <a:lnTo>
                  <a:pt x="788" y="1644"/>
                </a:lnTo>
                <a:lnTo>
                  <a:pt x="789" y="1644"/>
                </a:lnTo>
                <a:lnTo>
                  <a:pt x="790" y="1644"/>
                </a:lnTo>
                <a:lnTo>
                  <a:pt x="790" y="1645"/>
                </a:lnTo>
                <a:lnTo>
                  <a:pt x="791" y="1645"/>
                </a:lnTo>
                <a:lnTo>
                  <a:pt x="791" y="1644"/>
                </a:lnTo>
                <a:lnTo>
                  <a:pt x="791" y="1645"/>
                </a:lnTo>
                <a:lnTo>
                  <a:pt x="792" y="1645"/>
                </a:lnTo>
                <a:lnTo>
                  <a:pt x="793" y="1645"/>
                </a:lnTo>
                <a:lnTo>
                  <a:pt x="793" y="1646"/>
                </a:lnTo>
                <a:lnTo>
                  <a:pt x="792" y="1646"/>
                </a:lnTo>
                <a:lnTo>
                  <a:pt x="792" y="1647"/>
                </a:lnTo>
                <a:lnTo>
                  <a:pt x="792" y="1648"/>
                </a:lnTo>
                <a:lnTo>
                  <a:pt x="792" y="1649"/>
                </a:lnTo>
                <a:lnTo>
                  <a:pt x="792" y="1650"/>
                </a:lnTo>
                <a:lnTo>
                  <a:pt x="791" y="1650"/>
                </a:lnTo>
                <a:lnTo>
                  <a:pt x="791" y="1652"/>
                </a:lnTo>
                <a:lnTo>
                  <a:pt x="792" y="1652"/>
                </a:lnTo>
                <a:lnTo>
                  <a:pt x="792" y="1653"/>
                </a:lnTo>
                <a:lnTo>
                  <a:pt x="792" y="1654"/>
                </a:lnTo>
                <a:lnTo>
                  <a:pt x="792" y="1655"/>
                </a:lnTo>
                <a:lnTo>
                  <a:pt x="791" y="1655"/>
                </a:lnTo>
                <a:lnTo>
                  <a:pt x="790" y="1655"/>
                </a:lnTo>
                <a:lnTo>
                  <a:pt x="789" y="1655"/>
                </a:lnTo>
                <a:lnTo>
                  <a:pt x="789" y="1654"/>
                </a:lnTo>
                <a:lnTo>
                  <a:pt x="787" y="1654"/>
                </a:lnTo>
                <a:lnTo>
                  <a:pt x="786" y="1654"/>
                </a:lnTo>
                <a:lnTo>
                  <a:pt x="785" y="1654"/>
                </a:lnTo>
                <a:lnTo>
                  <a:pt x="784" y="1655"/>
                </a:lnTo>
                <a:lnTo>
                  <a:pt x="783" y="1655"/>
                </a:lnTo>
                <a:lnTo>
                  <a:pt x="783" y="1656"/>
                </a:lnTo>
                <a:lnTo>
                  <a:pt x="782" y="1656"/>
                </a:lnTo>
                <a:lnTo>
                  <a:pt x="782" y="1657"/>
                </a:lnTo>
                <a:lnTo>
                  <a:pt x="782" y="1658"/>
                </a:lnTo>
                <a:lnTo>
                  <a:pt x="781" y="1658"/>
                </a:lnTo>
                <a:lnTo>
                  <a:pt x="781" y="1659"/>
                </a:lnTo>
                <a:lnTo>
                  <a:pt x="782" y="1659"/>
                </a:lnTo>
                <a:lnTo>
                  <a:pt x="782" y="1660"/>
                </a:lnTo>
                <a:lnTo>
                  <a:pt x="781" y="1660"/>
                </a:lnTo>
                <a:lnTo>
                  <a:pt x="781" y="1661"/>
                </a:lnTo>
                <a:lnTo>
                  <a:pt x="781" y="1662"/>
                </a:lnTo>
                <a:lnTo>
                  <a:pt x="780" y="1662"/>
                </a:lnTo>
                <a:lnTo>
                  <a:pt x="780" y="1663"/>
                </a:lnTo>
                <a:lnTo>
                  <a:pt x="779" y="1663"/>
                </a:lnTo>
                <a:lnTo>
                  <a:pt x="779" y="1664"/>
                </a:lnTo>
                <a:lnTo>
                  <a:pt x="778" y="1664"/>
                </a:lnTo>
                <a:lnTo>
                  <a:pt x="778" y="1665"/>
                </a:lnTo>
                <a:lnTo>
                  <a:pt x="777" y="1665"/>
                </a:lnTo>
                <a:lnTo>
                  <a:pt x="777" y="1666"/>
                </a:lnTo>
                <a:lnTo>
                  <a:pt x="777" y="1667"/>
                </a:lnTo>
                <a:lnTo>
                  <a:pt x="776" y="1667"/>
                </a:lnTo>
                <a:lnTo>
                  <a:pt x="775" y="1667"/>
                </a:lnTo>
                <a:lnTo>
                  <a:pt x="774" y="1667"/>
                </a:lnTo>
                <a:lnTo>
                  <a:pt x="773" y="1667"/>
                </a:lnTo>
                <a:lnTo>
                  <a:pt x="772" y="1667"/>
                </a:lnTo>
                <a:lnTo>
                  <a:pt x="771" y="1667"/>
                </a:lnTo>
                <a:lnTo>
                  <a:pt x="770" y="1667"/>
                </a:lnTo>
                <a:lnTo>
                  <a:pt x="769" y="1667"/>
                </a:lnTo>
                <a:lnTo>
                  <a:pt x="768" y="1667"/>
                </a:lnTo>
                <a:lnTo>
                  <a:pt x="768" y="1666"/>
                </a:lnTo>
                <a:lnTo>
                  <a:pt x="767" y="1666"/>
                </a:lnTo>
                <a:lnTo>
                  <a:pt x="766" y="1666"/>
                </a:lnTo>
                <a:lnTo>
                  <a:pt x="765" y="1666"/>
                </a:lnTo>
                <a:lnTo>
                  <a:pt x="764" y="1666"/>
                </a:lnTo>
                <a:lnTo>
                  <a:pt x="764" y="1665"/>
                </a:lnTo>
                <a:lnTo>
                  <a:pt x="763" y="1665"/>
                </a:lnTo>
                <a:lnTo>
                  <a:pt x="763" y="1664"/>
                </a:lnTo>
                <a:lnTo>
                  <a:pt x="764" y="1664"/>
                </a:lnTo>
                <a:lnTo>
                  <a:pt x="765" y="1664"/>
                </a:lnTo>
                <a:lnTo>
                  <a:pt x="765" y="1663"/>
                </a:lnTo>
                <a:lnTo>
                  <a:pt x="765" y="1662"/>
                </a:lnTo>
                <a:lnTo>
                  <a:pt x="765" y="1661"/>
                </a:lnTo>
                <a:lnTo>
                  <a:pt x="764" y="1661"/>
                </a:lnTo>
                <a:lnTo>
                  <a:pt x="763" y="1661"/>
                </a:lnTo>
                <a:lnTo>
                  <a:pt x="763" y="1660"/>
                </a:lnTo>
                <a:lnTo>
                  <a:pt x="762" y="1660"/>
                </a:lnTo>
                <a:lnTo>
                  <a:pt x="762" y="1659"/>
                </a:lnTo>
                <a:lnTo>
                  <a:pt x="761" y="1659"/>
                </a:lnTo>
                <a:lnTo>
                  <a:pt x="761" y="1658"/>
                </a:lnTo>
                <a:lnTo>
                  <a:pt x="761" y="1657"/>
                </a:lnTo>
                <a:lnTo>
                  <a:pt x="760" y="1657"/>
                </a:lnTo>
                <a:lnTo>
                  <a:pt x="761" y="1656"/>
                </a:lnTo>
                <a:lnTo>
                  <a:pt x="760" y="1656"/>
                </a:lnTo>
                <a:lnTo>
                  <a:pt x="760" y="1655"/>
                </a:lnTo>
                <a:lnTo>
                  <a:pt x="759" y="1655"/>
                </a:lnTo>
                <a:lnTo>
                  <a:pt x="757" y="1655"/>
                </a:lnTo>
                <a:lnTo>
                  <a:pt x="756" y="1655"/>
                </a:lnTo>
                <a:lnTo>
                  <a:pt x="756" y="1656"/>
                </a:lnTo>
                <a:lnTo>
                  <a:pt x="755" y="1656"/>
                </a:lnTo>
                <a:lnTo>
                  <a:pt x="754" y="1656"/>
                </a:lnTo>
                <a:lnTo>
                  <a:pt x="753" y="1656"/>
                </a:lnTo>
                <a:lnTo>
                  <a:pt x="753" y="1655"/>
                </a:lnTo>
                <a:lnTo>
                  <a:pt x="752" y="1655"/>
                </a:lnTo>
                <a:lnTo>
                  <a:pt x="752" y="1656"/>
                </a:lnTo>
                <a:lnTo>
                  <a:pt x="751" y="1656"/>
                </a:lnTo>
                <a:lnTo>
                  <a:pt x="751" y="1657"/>
                </a:lnTo>
                <a:lnTo>
                  <a:pt x="750" y="1657"/>
                </a:lnTo>
                <a:lnTo>
                  <a:pt x="750" y="1658"/>
                </a:lnTo>
                <a:lnTo>
                  <a:pt x="749" y="1658"/>
                </a:lnTo>
                <a:lnTo>
                  <a:pt x="749" y="1659"/>
                </a:lnTo>
                <a:lnTo>
                  <a:pt x="748" y="1659"/>
                </a:lnTo>
                <a:lnTo>
                  <a:pt x="748" y="1660"/>
                </a:lnTo>
                <a:lnTo>
                  <a:pt x="747" y="1660"/>
                </a:lnTo>
                <a:lnTo>
                  <a:pt x="747" y="1659"/>
                </a:lnTo>
                <a:lnTo>
                  <a:pt x="746" y="1659"/>
                </a:lnTo>
                <a:lnTo>
                  <a:pt x="745" y="1659"/>
                </a:lnTo>
                <a:lnTo>
                  <a:pt x="744" y="1659"/>
                </a:lnTo>
                <a:lnTo>
                  <a:pt x="744" y="1658"/>
                </a:lnTo>
                <a:lnTo>
                  <a:pt x="743" y="1657"/>
                </a:lnTo>
                <a:lnTo>
                  <a:pt x="743" y="1656"/>
                </a:lnTo>
                <a:lnTo>
                  <a:pt x="744" y="1656"/>
                </a:lnTo>
                <a:lnTo>
                  <a:pt x="744" y="1655"/>
                </a:lnTo>
                <a:lnTo>
                  <a:pt x="745" y="1655"/>
                </a:lnTo>
                <a:lnTo>
                  <a:pt x="744" y="1655"/>
                </a:lnTo>
                <a:lnTo>
                  <a:pt x="744" y="1654"/>
                </a:lnTo>
                <a:lnTo>
                  <a:pt x="745" y="1654"/>
                </a:lnTo>
                <a:lnTo>
                  <a:pt x="746" y="1654"/>
                </a:lnTo>
                <a:lnTo>
                  <a:pt x="746" y="1653"/>
                </a:lnTo>
                <a:lnTo>
                  <a:pt x="746" y="1652"/>
                </a:lnTo>
                <a:lnTo>
                  <a:pt x="746" y="1651"/>
                </a:lnTo>
                <a:lnTo>
                  <a:pt x="746" y="1650"/>
                </a:lnTo>
                <a:lnTo>
                  <a:pt x="747" y="1650"/>
                </a:lnTo>
                <a:lnTo>
                  <a:pt x="748" y="1650"/>
                </a:lnTo>
                <a:lnTo>
                  <a:pt x="748" y="1649"/>
                </a:lnTo>
                <a:lnTo>
                  <a:pt x="748" y="1648"/>
                </a:lnTo>
                <a:lnTo>
                  <a:pt x="747" y="1648"/>
                </a:lnTo>
                <a:lnTo>
                  <a:pt x="747" y="1647"/>
                </a:lnTo>
                <a:lnTo>
                  <a:pt x="746" y="1647"/>
                </a:lnTo>
                <a:lnTo>
                  <a:pt x="745" y="1647"/>
                </a:lnTo>
                <a:lnTo>
                  <a:pt x="745" y="1648"/>
                </a:lnTo>
                <a:lnTo>
                  <a:pt x="744" y="1648"/>
                </a:lnTo>
                <a:lnTo>
                  <a:pt x="743" y="1648"/>
                </a:lnTo>
                <a:lnTo>
                  <a:pt x="743" y="1647"/>
                </a:lnTo>
                <a:lnTo>
                  <a:pt x="742" y="1647"/>
                </a:lnTo>
                <a:lnTo>
                  <a:pt x="741" y="1647"/>
                </a:lnTo>
                <a:lnTo>
                  <a:pt x="741" y="1646"/>
                </a:lnTo>
                <a:lnTo>
                  <a:pt x="740" y="1646"/>
                </a:lnTo>
                <a:lnTo>
                  <a:pt x="739" y="1646"/>
                </a:lnTo>
                <a:lnTo>
                  <a:pt x="738" y="1645"/>
                </a:lnTo>
                <a:lnTo>
                  <a:pt x="737" y="1645"/>
                </a:lnTo>
                <a:lnTo>
                  <a:pt x="738" y="1645"/>
                </a:lnTo>
                <a:lnTo>
                  <a:pt x="737" y="1645"/>
                </a:lnTo>
                <a:lnTo>
                  <a:pt x="737" y="1644"/>
                </a:lnTo>
                <a:lnTo>
                  <a:pt x="737" y="1645"/>
                </a:lnTo>
                <a:lnTo>
                  <a:pt x="737" y="1644"/>
                </a:lnTo>
                <a:lnTo>
                  <a:pt x="736" y="1644"/>
                </a:lnTo>
                <a:lnTo>
                  <a:pt x="735" y="1644"/>
                </a:lnTo>
                <a:lnTo>
                  <a:pt x="734" y="1644"/>
                </a:lnTo>
                <a:lnTo>
                  <a:pt x="734" y="1643"/>
                </a:lnTo>
                <a:lnTo>
                  <a:pt x="733" y="1643"/>
                </a:lnTo>
                <a:lnTo>
                  <a:pt x="732" y="1643"/>
                </a:lnTo>
                <a:lnTo>
                  <a:pt x="732" y="1644"/>
                </a:lnTo>
                <a:lnTo>
                  <a:pt x="732" y="1645"/>
                </a:lnTo>
                <a:lnTo>
                  <a:pt x="731" y="1645"/>
                </a:lnTo>
                <a:lnTo>
                  <a:pt x="731" y="1644"/>
                </a:lnTo>
                <a:lnTo>
                  <a:pt x="730" y="1644"/>
                </a:lnTo>
                <a:lnTo>
                  <a:pt x="729" y="1644"/>
                </a:lnTo>
                <a:lnTo>
                  <a:pt x="728" y="1644"/>
                </a:lnTo>
                <a:lnTo>
                  <a:pt x="728" y="1645"/>
                </a:lnTo>
                <a:lnTo>
                  <a:pt x="727" y="1645"/>
                </a:lnTo>
                <a:lnTo>
                  <a:pt x="727" y="1644"/>
                </a:lnTo>
                <a:lnTo>
                  <a:pt x="726" y="1644"/>
                </a:lnTo>
                <a:lnTo>
                  <a:pt x="725" y="1644"/>
                </a:lnTo>
                <a:lnTo>
                  <a:pt x="725" y="1645"/>
                </a:lnTo>
                <a:lnTo>
                  <a:pt x="724" y="1645"/>
                </a:lnTo>
                <a:lnTo>
                  <a:pt x="724" y="1644"/>
                </a:lnTo>
                <a:lnTo>
                  <a:pt x="724" y="1645"/>
                </a:lnTo>
                <a:lnTo>
                  <a:pt x="723" y="1645"/>
                </a:lnTo>
                <a:lnTo>
                  <a:pt x="723" y="1644"/>
                </a:lnTo>
                <a:lnTo>
                  <a:pt x="723" y="1645"/>
                </a:lnTo>
                <a:lnTo>
                  <a:pt x="722" y="1646"/>
                </a:lnTo>
                <a:lnTo>
                  <a:pt x="721" y="1646"/>
                </a:lnTo>
                <a:lnTo>
                  <a:pt x="720" y="1646"/>
                </a:lnTo>
                <a:lnTo>
                  <a:pt x="719" y="1646"/>
                </a:lnTo>
                <a:lnTo>
                  <a:pt x="719" y="1647"/>
                </a:lnTo>
                <a:lnTo>
                  <a:pt x="718" y="1647"/>
                </a:lnTo>
                <a:lnTo>
                  <a:pt x="718" y="1648"/>
                </a:lnTo>
                <a:lnTo>
                  <a:pt x="718" y="1649"/>
                </a:lnTo>
                <a:lnTo>
                  <a:pt x="717" y="1649"/>
                </a:lnTo>
                <a:lnTo>
                  <a:pt x="717" y="1648"/>
                </a:lnTo>
                <a:lnTo>
                  <a:pt x="716" y="1648"/>
                </a:lnTo>
                <a:lnTo>
                  <a:pt x="714" y="1648"/>
                </a:lnTo>
                <a:lnTo>
                  <a:pt x="714" y="1647"/>
                </a:lnTo>
                <a:lnTo>
                  <a:pt x="713" y="1647"/>
                </a:lnTo>
                <a:lnTo>
                  <a:pt x="712" y="1647"/>
                </a:lnTo>
                <a:lnTo>
                  <a:pt x="711" y="1647"/>
                </a:lnTo>
                <a:lnTo>
                  <a:pt x="711" y="1648"/>
                </a:lnTo>
                <a:lnTo>
                  <a:pt x="710" y="1648"/>
                </a:lnTo>
                <a:lnTo>
                  <a:pt x="709" y="1648"/>
                </a:lnTo>
                <a:lnTo>
                  <a:pt x="708" y="1648"/>
                </a:lnTo>
                <a:lnTo>
                  <a:pt x="707" y="1647"/>
                </a:lnTo>
                <a:lnTo>
                  <a:pt x="706" y="1647"/>
                </a:lnTo>
                <a:lnTo>
                  <a:pt x="706" y="1648"/>
                </a:lnTo>
                <a:lnTo>
                  <a:pt x="705" y="1648"/>
                </a:lnTo>
                <a:lnTo>
                  <a:pt x="704" y="1648"/>
                </a:lnTo>
                <a:lnTo>
                  <a:pt x="704" y="1649"/>
                </a:lnTo>
                <a:lnTo>
                  <a:pt x="703" y="1649"/>
                </a:lnTo>
                <a:lnTo>
                  <a:pt x="702" y="1649"/>
                </a:lnTo>
                <a:lnTo>
                  <a:pt x="702" y="1650"/>
                </a:lnTo>
                <a:lnTo>
                  <a:pt x="702" y="1649"/>
                </a:lnTo>
                <a:lnTo>
                  <a:pt x="701" y="1650"/>
                </a:lnTo>
                <a:lnTo>
                  <a:pt x="701" y="1649"/>
                </a:lnTo>
                <a:lnTo>
                  <a:pt x="700" y="1649"/>
                </a:lnTo>
                <a:lnTo>
                  <a:pt x="700" y="1650"/>
                </a:lnTo>
                <a:lnTo>
                  <a:pt x="700" y="1651"/>
                </a:lnTo>
                <a:lnTo>
                  <a:pt x="699" y="1651"/>
                </a:lnTo>
                <a:lnTo>
                  <a:pt x="699" y="1652"/>
                </a:lnTo>
                <a:lnTo>
                  <a:pt x="699" y="1651"/>
                </a:lnTo>
                <a:lnTo>
                  <a:pt x="698" y="1651"/>
                </a:lnTo>
                <a:lnTo>
                  <a:pt x="697" y="1652"/>
                </a:lnTo>
                <a:lnTo>
                  <a:pt x="696" y="1652"/>
                </a:lnTo>
                <a:lnTo>
                  <a:pt x="696" y="1653"/>
                </a:lnTo>
                <a:lnTo>
                  <a:pt x="695" y="1653"/>
                </a:lnTo>
                <a:lnTo>
                  <a:pt x="694" y="1653"/>
                </a:lnTo>
                <a:lnTo>
                  <a:pt x="694" y="1654"/>
                </a:lnTo>
                <a:lnTo>
                  <a:pt x="693" y="1654"/>
                </a:lnTo>
                <a:lnTo>
                  <a:pt x="693" y="1655"/>
                </a:lnTo>
                <a:lnTo>
                  <a:pt x="692" y="1655"/>
                </a:lnTo>
                <a:lnTo>
                  <a:pt x="692" y="1654"/>
                </a:lnTo>
                <a:lnTo>
                  <a:pt x="691" y="1654"/>
                </a:lnTo>
                <a:lnTo>
                  <a:pt x="690" y="1654"/>
                </a:lnTo>
                <a:lnTo>
                  <a:pt x="689" y="1654"/>
                </a:lnTo>
                <a:lnTo>
                  <a:pt x="689" y="1655"/>
                </a:lnTo>
                <a:lnTo>
                  <a:pt x="688" y="1655"/>
                </a:lnTo>
                <a:lnTo>
                  <a:pt x="688" y="1656"/>
                </a:lnTo>
                <a:lnTo>
                  <a:pt x="687" y="1656"/>
                </a:lnTo>
                <a:lnTo>
                  <a:pt x="687" y="1657"/>
                </a:lnTo>
                <a:lnTo>
                  <a:pt x="686" y="1657"/>
                </a:lnTo>
                <a:lnTo>
                  <a:pt x="685" y="1657"/>
                </a:lnTo>
                <a:lnTo>
                  <a:pt x="685" y="1658"/>
                </a:lnTo>
                <a:lnTo>
                  <a:pt x="685" y="1657"/>
                </a:lnTo>
                <a:lnTo>
                  <a:pt x="684" y="1657"/>
                </a:lnTo>
                <a:lnTo>
                  <a:pt x="684" y="1656"/>
                </a:lnTo>
                <a:lnTo>
                  <a:pt x="683" y="1656"/>
                </a:lnTo>
                <a:lnTo>
                  <a:pt x="683" y="1655"/>
                </a:lnTo>
                <a:lnTo>
                  <a:pt x="683" y="1654"/>
                </a:lnTo>
                <a:lnTo>
                  <a:pt x="682" y="1654"/>
                </a:lnTo>
                <a:lnTo>
                  <a:pt x="682" y="1653"/>
                </a:lnTo>
                <a:lnTo>
                  <a:pt x="681" y="1653"/>
                </a:lnTo>
                <a:lnTo>
                  <a:pt x="680" y="1653"/>
                </a:lnTo>
                <a:lnTo>
                  <a:pt x="679" y="1653"/>
                </a:lnTo>
                <a:lnTo>
                  <a:pt x="679" y="1652"/>
                </a:lnTo>
                <a:lnTo>
                  <a:pt x="678" y="1652"/>
                </a:lnTo>
                <a:lnTo>
                  <a:pt x="677" y="1652"/>
                </a:lnTo>
                <a:lnTo>
                  <a:pt x="677" y="1651"/>
                </a:lnTo>
                <a:lnTo>
                  <a:pt x="678" y="1651"/>
                </a:lnTo>
                <a:lnTo>
                  <a:pt x="678" y="1650"/>
                </a:lnTo>
                <a:lnTo>
                  <a:pt x="678" y="1649"/>
                </a:lnTo>
                <a:lnTo>
                  <a:pt x="678" y="1648"/>
                </a:lnTo>
                <a:lnTo>
                  <a:pt x="677" y="1648"/>
                </a:lnTo>
                <a:lnTo>
                  <a:pt x="677" y="1647"/>
                </a:lnTo>
                <a:lnTo>
                  <a:pt x="675" y="1647"/>
                </a:lnTo>
                <a:lnTo>
                  <a:pt x="675" y="1648"/>
                </a:lnTo>
                <a:lnTo>
                  <a:pt x="675" y="1647"/>
                </a:lnTo>
                <a:lnTo>
                  <a:pt x="674" y="1647"/>
                </a:lnTo>
                <a:lnTo>
                  <a:pt x="674" y="1646"/>
                </a:lnTo>
                <a:lnTo>
                  <a:pt x="674" y="1645"/>
                </a:lnTo>
                <a:lnTo>
                  <a:pt x="673" y="1645"/>
                </a:lnTo>
                <a:lnTo>
                  <a:pt x="673" y="1646"/>
                </a:lnTo>
                <a:lnTo>
                  <a:pt x="672" y="1646"/>
                </a:lnTo>
                <a:lnTo>
                  <a:pt x="672" y="1645"/>
                </a:lnTo>
                <a:lnTo>
                  <a:pt x="671" y="1645"/>
                </a:lnTo>
                <a:lnTo>
                  <a:pt x="672" y="1645"/>
                </a:lnTo>
                <a:lnTo>
                  <a:pt x="672" y="1644"/>
                </a:lnTo>
                <a:lnTo>
                  <a:pt x="673" y="1644"/>
                </a:lnTo>
                <a:lnTo>
                  <a:pt x="674" y="1644"/>
                </a:lnTo>
                <a:lnTo>
                  <a:pt x="674" y="1643"/>
                </a:lnTo>
                <a:lnTo>
                  <a:pt x="674" y="1642"/>
                </a:lnTo>
                <a:lnTo>
                  <a:pt x="673" y="1641"/>
                </a:lnTo>
                <a:lnTo>
                  <a:pt x="674" y="1641"/>
                </a:lnTo>
                <a:lnTo>
                  <a:pt x="675" y="1641"/>
                </a:lnTo>
                <a:lnTo>
                  <a:pt x="675" y="1640"/>
                </a:lnTo>
                <a:lnTo>
                  <a:pt x="675" y="1639"/>
                </a:lnTo>
                <a:lnTo>
                  <a:pt x="676" y="1639"/>
                </a:lnTo>
                <a:lnTo>
                  <a:pt x="677" y="1639"/>
                </a:lnTo>
                <a:lnTo>
                  <a:pt x="677" y="1638"/>
                </a:lnTo>
                <a:lnTo>
                  <a:pt x="677" y="1637"/>
                </a:lnTo>
                <a:lnTo>
                  <a:pt x="678" y="1637"/>
                </a:lnTo>
                <a:lnTo>
                  <a:pt x="678" y="1636"/>
                </a:lnTo>
                <a:lnTo>
                  <a:pt x="678" y="1635"/>
                </a:lnTo>
                <a:lnTo>
                  <a:pt x="678" y="1634"/>
                </a:lnTo>
                <a:lnTo>
                  <a:pt x="679" y="1634"/>
                </a:lnTo>
                <a:lnTo>
                  <a:pt x="679" y="1633"/>
                </a:lnTo>
                <a:lnTo>
                  <a:pt x="678" y="1633"/>
                </a:lnTo>
                <a:lnTo>
                  <a:pt x="678" y="1632"/>
                </a:lnTo>
                <a:lnTo>
                  <a:pt x="678" y="1631"/>
                </a:lnTo>
                <a:lnTo>
                  <a:pt x="677" y="1631"/>
                </a:lnTo>
                <a:lnTo>
                  <a:pt x="677" y="1630"/>
                </a:lnTo>
                <a:lnTo>
                  <a:pt x="676" y="1630"/>
                </a:lnTo>
                <a:lnTo>
                  <a:pt x="676" y="1631"/>
                </a:lnTo>
                <a:lnTo>
                  <a:pt x="676" y="1630"/>
                </a:lnTo>
                <a:lnTo>
                  <a:pt x="676" y="1631"/>
                </a:lnTo>
                <a:lnTo>
                  <a:pt x="675" y="1630"/>
                </a:lnTo>
                <a:lnTo>
                  <a:pt x="674" y="1630"/>
                </a:lnTo>
                <a:lnTo>
                  <a:pt x="673" y="1630"/>
                </a:lnTo>
                <a:lnTo>
                  <a:pt x="672" y="1630"/>
                </a:lnTo>
                <a:lnTo>
                  <a:pt x="672" y="1629"/>
                </a:lnTo>
                <a:lnTo>
                  <a:pt x="672" y="1628"/>
                </a:lnTo>
                <a:lnTo>
                  <a:pt x="671" y="1628"/>
                </a:lnTo>
                <a:lnTo>
                  <a:pt x="670" y="1628"/>
                </a:lnTo>
                <a:lnTo>
                  <a:pt x="669" y="1628"/>
                </a:lnTo>
                <a:lnTo>
                  <a:pt x="668" y="1628"/>
                </a:lnTo>
                <a:lnTo>
                  <a:pt x="668" y="1627"/>
                </a:lnTo>
                <a:lnTo>
                  <a:pt x="667" y="1627"/>
                </a:lnTo>
                <a:lnTo>
                  <a:pt x="667" y="1626"/>
                </a:lnTo>
                <a:lnTo>
                  <a:pt x="666" y="1626"/>
                </a:lnTo>
                <a:lnTo>
                  <a:pt x="666" y="1625"/>
                </a:lnTo>
                <a:lnTo>
                  <a:pt x="666" y="1624"/>
                </a:lnTo>
                <a:lnTo>
                  <a:pt x="666" y="1623"/>
                </a:lnTo>
                <a:lnTo>
                  <a:pt x="666" y="1622"/>
                </a:lnTo>
                <a:lnTo>
                  <a:pt x="666" y="1621"/>
                </a:lnTo>
                <a:lnTo>
                  <a:pt x="665" y="1621"/>
                </a:lnTo>
                <a:lnTo>
                  <a:pt x="665" y="1620"/>
                </a:lnTo>
                <a:lnTo>
                  <a:pt x="664" y="1620"/>
                </a:lnTo>
                <a:lnTo>
                  <a:pt x="664" y="1619"/>
                </a:lnTo>
                <a:lnTo>
                  <a:pt x="663" y="1619"/>
                </a:lnTo>
                <a:lnTo>
                  <a:pt x="663" y="1618"/>
                </a:lnTo>
                <a:lnTo>
                  <a:pt x="663" y="1617"/>
                </a:lnTo>
                <a:lnTo>
                  <a:pt x="662" y="1617"/>
                </a:lnTo>
                <a:lnTo>
                  <a:pt x="663" y="1617"/>
                </a:lnTo>
                <a:lnTo>
                  <a:pt x="663" y="1616"/>
                </a:lnTo>
                <a:lnTo>
                  <a:pt x="663" y="1615"/>
                </a:lnTo>
                <a:lnTo>
                  <a:pt x="662" y="1616"/>
                </a:lnTo>
                <a:lnTo>
                  <a:pt x="662" y="1615"/>
                </a:lnTo>
                <a:lnTo>
                  <a:pt x="661" y="1615"/>
                </a:lnTo>
                <a:lnTo>
                  <a:pt x="661" y="1614"/>
                </a:lnTo>
                <a:lnTo>
                  <a:pt x="661" y="1613"/>
                </a:lnTo>
                <a:lnTo>
                  <a:pt x="660" y="1613"/>
                </a:lnTo>
                <a:lnTo>
                  <a:pt x="660" y="1612"/>
                </a:lnTo>
                <a:lnTo>
                  <a:pt x="659" y="1612"/>
                </a:lnTo>
                <a:lnTo>
                  <a:pt x="659" y="1611"/>
                </a:lnTo>
                <a:lnTo>
                  <a:pt x="659" y="1609"/>
                </a:lnTo>
                <a:lnTo>
                  <a:pt x="659" y="1608"/>
                </a:lnTo>
                <a:lnTo>
                  <a:pt x="660" y="1608"/>
                </a:lnTo>
                <a:lnTo>
                  <a:pt x="660" y="1607"/>
                </a:lnTo>
                <a:lnTo>
                  <a:pt x="661" y="1607"/>
                </a:lnTo>
                <a:lnTo>
                  <a:pt x="662" y="1607"/>
                </a:lnTo>
                <a:lnTo>
                  <a:pt x="663" y="1607"/>
                </a:lnTo>
                <a:lnTo>
                  <a:pt x="664" y="1607"/>
                </a:lnTo>
                <a:lnTo>
                  <a:pt x="665" y="1607"/>
                </a:lnTo>
                <a:lnTo>
                  <a:pt x="665" y="1608"/>
                </a:lnTo>
                <a:lnTo>
                  <a:pt x="666" y="1608"/>
                </a:lnTo>
                <a:lnTo>
                  <a:pt x="666" y="1607"/>
                </a:lnTo>
                <a:lnTo>
                  <a:pt x="667" y="1607"/>
                </a:lnTo>
                <a:lnTo>
                  <a:pt x="668" y="1607"/>
                </a:lnTo>
                <a:lnTo>
                  <a:pt x="668" y="1606"/>
                </a:lnTo>
                <a:lnTo>
                  <a:pt x="669" y="1606"/>
                </a:lnTo>
                <a:lnTo>
                  <a:pt x="669" y="1605"/>
                </a:lnTo>
                <a:lnTo>
                  <a:pt x="669" y="1604"/>
                </a:lnTo>
                <a:lnTo>
                  <a:pt x="670" y="1604"/>
                </a:lnTo>
                <a:lnTo>
                  <a:pt x="670" y="1603"/>
                </a:lnTo>
                <a:lnTo>
                  <a:pt x="670" y="1602"/>
                </a:lnTo>
                <a:lnTo>
                  <a:pt x="670" y="1601"/>
                </a:lnTo>
                <a:lnTo>
                  <a:pt x="670" y="1600"/>
                </a:lnTo>
                <a:lnTo>
                  <a:pt x="669" y="1600"/>
                </a:lnTo>
                <a:lnTo>
                  <a:pt x="669" y="1599"/>
                </a:lnTo>
                <a:lnTo>
                  <a:pt x="669" y="1598"/>
                </a:lnTo>
                <a:lnTo>
                  <a:pt x="669" y="1597"/>
                </a:lnTo>
                <a:lnTo>
                  <a:pt x="669" y="1596"/>
                </a:lnTo>
                <a:lnTo>
                  <a:pt x="669" y="1595"/>
                </a:lnTo>
                <a:lnTo>
                  <a:pt x="670" y="1595"/>
                </a:lnTo>
                <a:lnTo>
                  <a:pt x="670" y="1594"/>
                </a:lnTo>
                <a:lnTo>
                  <a:pt x="671" y="1594"/>
                </a:lnTo>
                <a:lnTo>
                  <a:pt x="672" y="1594"/>
                </a:lnTo>
                <a:lnTo>
                  <a:pt x="672" y="1593"/>
                </a:lnTo>
                <a:lnTo>
                  <a:pt x="673" y="1593"/>
                </a:lnTo>
                <a:lnTo>
                  <a:pt x="673" y="1592"/>
                </a:lnTo>
                <a:lnTo>
                  <a:pt x="674" y="1592"/>
                </a:lnTo>
                <a:lnTo>
                  <a:pt x="674" y="1591"/>
                </a:lnTo>
                <a:lnTo>
                  <a:pt x="675" y="1591"/>
                </a:lnTo>
                <a:lnTo>
                  <a:pt x="674" y="1591"/>
                </a:lnTo>
                <a:lnTo>
                  <a:pt x="674" y="1590"/>
                </a:lnTo>
                <a:lnTo>
                  <a:pt x="674" y="1591"/>
                </a:lnTo>
                <a:lnTo>
                  <a:pt x="674" y="1590"/>
                </a:lnTo>
                <a:lnTo>
                  <a:pt x="673" y="1591"/>
                </a:lnTo>
                <a:lnTo>
                  <a:pt x="673" y="1590"/>
                </a:lnTo>
                <a:lnTo>
                  <a:pt x="672" y="1590"/>
                </a:lnTo>
                <a:lnTo>
                  <a:pt x="672" y="1589"/>
                </a:lnTo>
                <a:lnTo>
                  <a:pt x="672" y="1588"/>
                </a:lnTo>
                <a:lnTo>
                  <a:pt x="672" y="1587"/>
                </a:lnTo>
                <a:lnTo>
                  <a:pt x="671" y="1587"/>
                </a:lnTo>
                <a:lnTo>
                  <a:pt x="671" y="1586"/>
                </a:lnTo>
                <a:lnTo>
                  <a:pt x="672" y="1586"/>
                </a:lnTo>
                <a:lnTo>
                  <a:pt x="672" y="1585"/>
                </a:lnTo>
                <a:lnTo>
                  <a:pt x="672" y="1584"/>
                </a:lnTo>
                <a:lnTo>
                  <a:pt x="673" y="1584"/>
                </a:lnTo>
                <a:lnTo>
                  <a:pt x="674" y="1584"/>
                </a:lnTo>
                <a:lnTo>
                  <a:pt x="674" y="1583"/>
                </a:lnTo>
                <a:lnTo>
                  <a:pt x="673" y="1583"/>
                </a:lnTo>
                <a:lnTo>
                  <a:pt x="673" y="1582"/>
                </a:lnTo>
                <a:lnTo>
                  <a:pt x="674" y="1581"/>
                </a:lnTo>
                <a:lnTo>
                  <a:pt x="673" y="1581"/>
                </a:lnTo>
                <a:lnTo>
                  <a:pt x="673" y="1580"/>
                </a:lnTo>
                <a:lnTo>
                  <a:pt x="673" y="1579"/>
                </a:lnTo>
                <a:lnTo>
                  <a:pt x="672" y="1579"/>
                </a:lnTo>
                <a:lnTo>
                  <a:pt x="671" y="1579"/>
                </a:lnTo>
                <a:lnTo>
                  <a:pt x="670" y="1579"/>
                </a:lnTo>
                <a:lnTo>
                  <a:pt x="669" y="1579"/>
                </a:lnTo>
                <a:lnTo>
                  <a:pt x="668" y="1579"/>
                </a:lnTo>
                <a:lnTo>
                  <a:pt x="667" y="1579"/>
                </a:lnTo>
                <a:lnTo>
                  <a:pt x="667" y="1578"/>
                </a:lnTo>
                <a:lnTo>
                  <a:pt x="666" y="1578"/>
                </a:lnTo>
                <a:lnTo>
                  <a:pt x="665" y="1578"/>
                </a:lnTo>
                <a:lnTo>
                  <a:pt x="664" y="1578"/>
                </a:lnTo>
                <a:lnTo>
                  <a:pt x="663" y="1578"/>
                </a:lnTo>
                <a:lnTo>
                  <a:pt x="662" y="1578"/>
                </a:lnTo>
                <a:lnTo>
                  <a:pt x="662" y="1577"/>
                </a:lnTo>
                <a:lnTo>
                  <a:pt x="662" y="1578"/>
                </a:lnTo>
                <a:lnTo>
                  <a:pt x="661" y="1578"/>
                </a:lnTo>
                <a:lnTo>
                  <a:pt x="661" y="1577"/>
                </a:lnTo>
                <a:lnTo>
                  <a:pt x="661" y="1578"/>
                </a:lnTo>
                <a:lnTo>
                  <a:pt x="660" y="1578"/>
                </a:lnTo>
                <a:lnTo>
                  <a:pt x="660" y="1577"/>
                </a:lnTo>
                <a:lnTo>
                  <a:pt x="660" y="1576"/>
                </a:lnTo>
                <a:lnTo>
                  <a:pt x="659" y="1576"/>
                </a:lnTo>
                <a:lnTo>
                  <a:pt x="660" y="1575"/>
                </a:lnTo>
                <a:lnTo>
                  <a:pt x="660" y="1574"/>
                </a:lnTo>
                <a:lnTo>
                  <a:pt x="661" y="1574"/>
                </a:lnTo>
                <a:lnTo>
                  <a:pt x="661" y="1573"/>
                </a:lnTo>
                <a:lnTo>
                  <a:pt x="661" y="1572"/>
                </a:lnTo>
                <a:lnTo>
                  <a:pt x="662" y="1572"/>
                </a:lnTo>
                <a:lnTo>
                  <a:pt x="663" y="1572"/>
                </a:lnTo>
                <a:lnTo>
                  <a:pt x="664" y="1572"/>
                </a:lnTo>
                <a:lnTo>
                  <a:pt x="665" y="1572"/>
                </a:lnTo>
                <a:lnTo>
                  <a:pt x="665" y="1571"/>
                </a:lnTo>
                <a:lnTo>
                  <a:pt x="666" y="1571"/>
                </a:lnTo>
                <a:lnTo>
                  <a:pt x="666" y="1570"/>
                </a:lnTo>
                <a:lnTo>
                  <a:pt x="666" y="1569"/>
                </a:lnTo>
                <a:lnTo>
                  <a:pt x="665" y="1569"/>
                </a:lnTo>
                <a:lnTo>
                  <a:pt x="665" y="1568"/>
                </a:lnTo>
                <a:lnTo>
                  <a:pt x="665" y="1567"/>
                </a:lnTo>
                <a:lnTo>
                  <a:pt x="664" y="1567"/>
                </a:lnTo>
                <a:lnTo>
                  <a:pt x="664" y="1566"/>
                </a:lnTo>
                <a:lnTo>
                  <a:pt x="664" y="1565"/>
                </a:lnTo>
                <a:lnTo>
                  <a:pt x="664" y="1564"/>
                </a:lnTo>
                <a:lnTo>
                  <a:pt x="664" y="1563"/>
                </a:lnTo>
                <a:lnTo>
                  <a:pt x="665" y="1563"/>
                </a:lnTo>
                <a:lnTo>
                  <a:pt x="664" y="1562"/>
                </a:lnTo>
                <a:lnTo>
                  <a:pt x="664" y="1561"/>
                </a:lnTo>
                <a:lnTo>
                  <a:pt x="663" y="1560"/>
                </a:lnTo>
                <a:lnTo>
                  <a:pt x="662" y="1560"/>
                </a:lnTo>
                <a:lnTo>
                  <a:pt x="662" y="1558"/>
                </a:lnTo>
                <a:lnTo>
                  <a:pt x="663" y="1558"/>
                </a:lnTo>
                <a:lnTo>
                  <a:pt x="663" y="1557"/>
                </a:lnTo>
                <a:lnTo>
                  <a:pt x="663" y="1556"/>
                </a:lnTo>
                <a:lnTo>
                  <a:pt x="662" y="1556"/>
                </a:lnTo>
                <a:lnTo>
                  <a:pt x="661" y="1556"/>
                </a:lnTo>
                <a:lnTo>
                  <a:pt x="660" y="1556"/>
                </a:lnTo>
                <a:lnTo>
                  <a:pt x="660" y="1555"/>
                </a:lnTo>
                <a:lnTo>
                  <a:pt x="659" y="1555"/>
                </a:lnTo>
                <a:lnTo>
                  <a:pt x="659" y="1554"/>
                </a:lnTo>
                <a:lnTo>
                  <a:pt x="658" y="1554"/>
                </a:lnTo>
                <a:lnTo>
                  <a:pt x="658" y="1553"/>
                </a:lnTo>
                <a:lnTo>
                  <a:pt x="658" y="1552"/>
                </a:lnTo>
                <a:lnTo>
                  <a:pt x="657" y="1552"/>
                </a:lnTo>
                <a:lnTo>
                  <a:pt x="656" y="1552"/>
                </a:lnTo>
                <a:lnTo>
                  <a:pt x="656" y="1551"/>
                </a:lnTo>
                <a:lnTo>
                  <a:pt x="656" y="1550"/>
                </a:lnTo>
                <a:lnTo>
                  <a:pt x="656" y="1549"/>
                </a:lnTo>
                <a:lnTo>
                  <a:pt x="657" y="1549"/>
                </a:lnTo>
                <a:lnTo>
                  <a:pt x="657" y="1548"/>
                </a:lnTo>
                <a:lnTo>
                  <a:pt x="657" y="1547"/>
                </a:lnTo>
                <a:lnTo>
                  <a:pt x="657" y="1546"/>
                </a:lnTo>
                <a:lnTo>
                  <a:pt x="657" y="1545"/>
                </a:lnTo>
                <a:lnTo>
                  <a:pt x="656" y="1545"/>
                </a:lnTo>
                <a:lnTo>
                  <a:pt x="657" y="1545"/>
                </a:lnTo>
                <a:lnTo>
                  <a:pt x="657" y="1544"/>
                </a:lnTo>
                <a:lnTo>
                  <a:pt x="656" y="1544"/>
                </a:lnTo>
                <a:lnTo>
                  <a:pt x="656" y="1543"/>
                </a:lnTo>
                <a:lnTo>
                  <a:pt x="656" y="1541"/>
                </a:lnTo>
                <a:lnTo>
                  <a:pt x="656" y="1540"/>
                </a:lnTo>
                <a:lnTo>
                  <a:pt x="655" y="1540"/>
                </a:lnTo>
                <a:lnTo>
                  <a:pt x="655" y="1539"/>
                </a:lnTo>
                <a:lnTo>
                  <a:pt x="656" y="1539"/>
                </a:lnTo>
                <a:lnTo>
                  <a:pt x="656" y="1538"/>
                </a:lnTo>
                <a:lnTo>
                  <a:pt x="656" y="1537"/>
                </a:lnTo>
                <a:lnTo>
                  <a:pt x="657" y="1536"/>
                </a:lnTo>
                <a:lnTo>
                  <a:pt x="657" y="1535"/>
                </a:lnTo>
                <a:lnTo>
                  <a:pt x="658" y="1535"/>
                </a:lnTo>
                <a:lnTo>
                  <a:pt x="657" y="1535"/>
                </a:lnTo>
                <a:lnTo>
                  <a:pt x="657" y="1534"/>
                </a:lnTo>
                <a:lnTo>
                  <a:pt x="657" y="1535"/>
                </a:lnTo>
                <a:lnTo>
                  <a:pt x="656" y="1535"/>
                </a:lnTo>
                <a:lnTo>
                  <a:pt x="655" y="1535"/>
                </a:lnTo>
                <a:lnTo>
                  <a:pt x="654" y="1535"/>
                </a:lnTo>
                <a:lnTo>
                  <a:pt x="654" y="1534"/>
                </a:lnTo>
                <a:lnTo>
                  <a:pt x="653" y="1535"/>
                </a:lnTo>
                <a:lnTo>
                  <a:pt x="652" y="1535"/>
                </a:lnTo>
                <a:lnTo>
                  <a:pt x="652" y="1534"/>
                </a:lnTo>
                <a:lnTo>
                  <a:pt x="651" y="1534"/>
                </a:lnTo>
                <a:lnTo>
                  <a:pt x="651" y="1535"/>
                </a:lnTo>
                <a:lnTo>
                  <a:pt x="650" y="1535"/>
                </a:lnTo>
                <a:lnTo>
                  <a:pt x="650" y="1536"/>
                </a:lnTo>
                <a:lnTo>
                  <a:pt x="649" y="1536"/>
                </a:lnTo>
                <a:lnTo>
                  <a:pt x="649" y="1537"/>
                </a:lnTo>
                <a:lnTo>
                  <a:pt x="648" y="1537"/>
                </a:lnTo>
                <a:lnTo>
                  <a:pt x="647" y="1537"/>
                </a:lnTo>
                <a:lnTo>
                  <a:pt x="647" y="1538"/>
                </a:lnTo>
                <a:lnTo>
                  <a:pt x="646" y="1538"/>
                </a:lnTo>
                <a:lnTo>
                  <a:pt x="646" y="1539"/>
                </a:lnTo>
                <a:lnTo>
                  <a:pt x="645" y="1539"/>
                </a:lnTo>
                <a:lnTo>
                  <a:pt x="645" y="1540"/>
                </a:lnTo>
                <a:lnTo>
                  <a:pt x="644" y="1540"/>
                </a:lnTo>
                <a:lnTo>
                  <a:pt x="643" y="1540"/>
                </a:lnTo>
                <a:lnTo>
                  <a:pt x="643" y="1541"/>
                </a:lnTo>
                <a:lnTo>
                  <a:pt x="642" y="1541"/>
                </a:lnTo>
                <a:lnTo>
                  <a:pt x="642" y="1542"/>
                </a:lnTo>
                <a:lnTo>
                  <a:pt x="642" y="1543"/>
                </a:lnTo>
                <a:lnTo>
                  <a:pt x="641" y="1543"/>
                </a:lnTo>
                <a:lnTo>
                  <a:pt x="640" y="1544"/>
                </a:lnTo>
                <a:lnTo>
                  <a:pt x="639" y="1544"/>
                </a:lnTo>
                <a:lnTo>
                  <a:pt x="638" y="1544"/>
                </a:lnTo>
                <a:lnTo>
                  <a:pt x="637" y="1545"/>
                </a:lnTo>
                <a:lnTo>
                  <a:pt x="638" y="1545"/>
                </a:lnTo>
                <a:lnTo>
                  <a:pt x="637" y="1545"/>
                </a:lnTo>
                <a:lnTo>
                  <a:pt x="637" y="1546"/>
                </a:lnTo>
                <a:lnTo>
                  <a:pt x="637" y="1547"/>
                </a:lnTo>
                <a:lnTo>
                  <a:pt x="636" y="1547"/>
                </a:lnTo>
                <a:lnTo>
                  <a:pt x="636" y="1548"/>
                </a:lnTo>
                <a:lnTo>
                  <a:pt x="636" y="1547"/>
                </a:lnTo>
                <a:lnTo>
                  <a:pt x="635" y="1547"/>
                </a:lnTo>
                <a:lnTo>
                  <a:pt x="634" y="1547"/>
                </a:lnTo>
                <a:lnTo>
                  <a:pt x="634" y="1548"/>
                </a:lnTo>
                <a:lnTo>
                  <a:pt x="633" y="1548"/>
                </a:lnTo>
                <a:lnTo>
                  <a:pt x="632" y="1548"/>
                </a:lnTo>
                <a:lnTo>
                  <a:pt x="631" y="1548"/>
                </a:lnTo>
                <a:lnTo>
                  <a:pt x="630" y="1548"/>
                </a:lnTo>
                <a:lnTo>
                  <a:pt x="630" y="1549"/>
                </a:lnTo>
                <a:lnTo>
                  <a:pt x="629" y="1549"/>
                </a:lnTo>
                <a:lnTo>
                  <a:pt x="628" y="1549"/>
                </a:lnTo>
                <a:lnTo>
                  <a:pt x="627" y="1549"/>
                </a:lnTo>
                <a:lnTo>
                  <a:pt x="626" y="1549"/>
                </a:lnTo>
                <a:lnTo>
                  <a:pt x="626" y="1548"/>
                </a:lnTo>
                <a:lnTo>
                  <a:pt x="625" y="1548"/>
                </a:lnTo>
                <a:lnTo>
                  <a:pt x="625" y="1549"/>
                </a:lnTo>
                <a:lnTo>
                  <a:pt x="624" y="1549"/>
                </a:lnTo>
                <a:lnTo>
                  <a:pt x="622" y="1549"/>
                </a:lnTo>
                <a:lnTo>
                  <a:pt x="621" y="1549"/>
                </a:lnTo>
                <a:lnTo>
                  <a:pt x="621" y="1550"/>
                </a:lnTo>
                <a:lnTo>
                  <a:pt x="620" y="1550"/>
                </a:lnTo>
                <a:lnTo>
                  <a:pt x="619" y="1551"/>
                </a:lnTo>
                <a:lnTo>
                  <a:pt x="618" y="1551"/>
                </a:lnTo>
                <a:lnTo>
                  <a:pt x="618" y="1550"/>
                </a:lnTo>
                <a:lnTo>
                  <a:pt x="617" y="1550"/>
                </a:lnTo>
                <a:lnTo>
                  <a:pt x="617" y="1551"/>
                </a:lnTo>
                <a:lnTo>
                  <a:pt x="617" y="1552"/>
                </a:lnTo>
                <a:lnTo>
                  <a:pt x="616" y="1552"/>
                </a:lnTo>
                <a:lnTo>
                  <a:pt x="616" y="1551"/>
                </a:lnTo>
                <a:lnTo>
                  <a:pt x="614" y="1551"/>
                </a:lnTo>
                <a:lnTo>
                  <a:pt x="613" y="1551"/>
                </a:lnTo>
                <a:lnTo>
                  <a:pt x="612" y="1551"/>
                </a:lnTo>
                <a:lnTo>
                  <a:pt x="611" y="1551"/>
                </a:lnTo>
                <a:lnTo>
                  <a:pt x="611" y="1552"/>
                </a:lnTo>
                <a:lnTo>
                  <a:pt x="610" y="1552"/>
                </a:lnTo>
                <a:lnTo>
                  <a:pt x="610" y="1553"/>
                </a:lnTo>
                <a:lnTo>
                  <a:pt x="609" y="1553"/>
                </a:lnTo>
                <a:lnTo>
                  <a:pt x="610" y="1553"/>
                </a:lnTo>
                <a:lnTo>
                  <a:pt x="609" y="1553"/>
                </a:lnTo>
                <a:lnTo>
                  <a:pt x="609" y="1554"/>
                </a:lnTo>
                <a:lnTo>
                  <a:pt x="608" y="1554"/>
                </a:lnTo>
                <a:lnTo>
                  <a:pt x="608" y="1553"/>
                </a:lnTo>
                <a:lnTo>
                  <a:pt x="608" y="1554"/>
                </a:lnTo>
                <a:lnTo>
                  <a:pt x="608" y="1555"/>
                </a:lnTo>
                <a:lnTo>
                  <a:pt x="607" y="1555"/>
                </a:lnTo>
                <a:lnTo>
                  <a:pt x="607" y="1556"/>
                </a:lnTo>
                <a:lnTo>
                  <a:pt x="606" y="1556"/>
                </a:lnTo>
                <a:lnTo>
                  <a:pt x="606" y="1557"/>
                </a:lnTo>
                <a:lnTo>
                  <a:pt x="605" y="1557"/>
                </a:lnTo>
                <a:lnTo>
                  <a:pt x="605" y="1558"/>
                </a:lnTo>
                <a:lnTo>
                  <a:pt x="605" y="1559"/>
                </a:lnTo>
                <a:lnTo>
                  <a:pt x="604" y="1559"/>
                </a:lnTo>
                <a:lnTo>
                  <a:pt x="604" y="1560"/>
                </a:lnTo>
                <a:lnTo>
                  <a:pt x="603" y="1560"/>
                </a:lnTo>
                <a:lnTo>
                  <a:pt x="602" y="1560"/>
                </a:lnTo>
                <a:lnTo>
                  <a:pt x="601" y="1560"/>
                </a:lnTo>
                <a:lnTo>
                  <a:pt x="601" y="1561"/>
                </a:lnTo>
                <a:lnTo>
                  <a:pt x="601" y="1560"/>
                </a:lnTo>
                <a:lnTo>
                  <a:pt x="601" y="1561"/>
                </a:lnTo>
                <a:lnTo>
                  <a:pt x="600" y="1561"/>
                </a:lnTo>
                <a:lnTo>
                  <a:pt x="600" y="1562"/>
                </a:lnTo>
                <a:lnTo>
                  <a:pt x="599" y="1562"/>
                </a:lnTo>
                <a:lnTo>
                  <a:pt x="599" y="1563"/>
                </a:lnTo>
                <a:lnTo>
                  <a:pt x="598" y="1563"/>
                </a:lnTo>
                <a:lnTo>
                  <a:pt x="598" y="1564"/>
                </a:lnTo>
                <a:lnTo>
                  <a:pt x="597" y="1564"/>
                </a:lnTo>
                <a:lnTo>
                  <a:pt x="597" y="1565"/>
                </a:lnTo>
                <a:lnTo>
                  <a:pt x="596" y="1565"/>
                </a:lnTo>
                <a:lnTo>
                  <a:pt x="596" y="1566"/>
                </a:lnTo>
                <a:lnTo>
                  <a:pt x="595" y="1566"/>
                </a:lnTo>
                <a:lnTo>
                  <a:pt x="595" y="1567"/>
                </a:lnTo>
                <a:lnTo>
                  <a:pt x="595" y="1568"/>
                </a:lnTo>
                <a:lnTo>
                  <a:pt x="595" y="1569"/>
                </a:lnTo>
                <a:lnTo>
                  <a:pt x="594" y="1569"/>
                </a:lnTo>
                <a:lnTo>
                  <a:pt x="594" y="1570"/>
                </a:lnTo>
                <a:lnTo>
                  <a:pt x="593" y="1570"/>
                </a:lnTo>
                <a:lnTo>
                  <a:pt x="593" y="1571"/>
                </a:lnTo>
                <a:lnTo>
                  <a:pt x="593" y="1572"/>
                </a:lnTo>
                <a:lnTo>
                  <a:pt x="593" y="1573"/>
                </a:lnTo>
                <a:lnTo>
                  <a:pt x="592" y="1573"/>
                </a:lnTo>
                <a:lnTo>
                  <a:pt x="592" y="1574"/>
                </a:lnTo>
                <a:lnTo>
                  <a:pt x="591" y="1574"/>
                </a:lnTo>
                <a:lnTo>
                  <a:pt x="591" y="1573"/>
                </a:lnTo>
                <a:lnTo>
                  <a:pt x="590" y="1573"/>
                </a:lnTo>
                <a:lnTo>
                  <a:pt x="590" y="1574"/>
                </a:lnTo>
                <a:lnTo>
                  <a:pt x="590" y="1573"/>
                </a:lnTo>
                <a:lnTo>
                  <a:pt x="589" y="1573"/>
                </a:lnTo>
                <a:lnTo>
                  <a:pt x="589" y="1574"/>
                </a:lnTo>
                <a:lnTo>
                  <a:pt x="588" y="1574"/>
                </a:lnTo>
                <a:lnTo>
                  <a:pt x="588" y="1575"/>
                </a:lnTo>
                <a:lnTo>
                  <a:pt x="588" y="1576"/>
                </a:lnTo>
                <a:lnTo>
                  <a:pt x="587" y="1576"/>
                </a:lnTo>
                <a:lnTo>
                  <a:pt x="587" y="1575"/>
                </a:lnTo>
                <a:lnTo>
                  <a:pt x="587" y="1576"/>
                </a:lnTo>
                <a:lnTo>
                  <a:pt x="586" y="1576"/>
                </a:lnTo>
                <a:lnTo>
                  <a:pt x="585" y="1576"/>
                </a:lnTo>
                <a:lnTo>
                  <a:pt x="585" y="1577"/>
                </a:lnTo>
                <a:lnTo>
                  <a:pt x="584" y="1577"/>
                </a:lnTo>
                <a:lnTo>
                  <a:pt x="584" y="1578"/>
                </a:lnTo>
                <a:lnTo>
                  <a:pt x="583" y="1579"/>
                </a:lnTo>
                <a:lnTo>
                  <a:pt x="583" y="1580"/>
                </a:lnTo>
                <a:lnTo>
                  <a:pt x="582" y="1581"/>
                </a:lnTo>
                <a:lnTo>
                  <a:pt x="581" y="1582"/>
                </a:lnTo>
                <a:lnTo>
                  <a:pt x="581" y="1583"/>
                </a:lnTo>
                <a:lnTo>
                  <a:pt x="580" y="1583"/>
                </a:lnTo>
                <a:lnTo>
                  <a:pt x="580" y="1584"/>
                </a:lnTo>
                <a:lnTo>
                  <a:pt x="579" y="1584"/>
                </a:lnTo>
                <a:lnTo>
                  <a:pt x="579" y="1585"/>
                </a:lnTo>
                <a:lnTo>
                  <a:pt x="578" y="1585"/>
                </a:lnTo>
                <a:lnTo>
                  <a:pt x="577" y="1585"/>
                </a:lnTo>
                <a:lnTo>
                  <a:pt x="577" y="1584"/>
                </a:lnTo>
                <a:lnTo>
                  <a:pt x="576" y="1584"/>
                </a:lnTo>
                <a:lnTo>
                  <a:pt x="575" y="1584"/>
                </a:lnTo>
                <a:lnTo>
                  <a:pt x="574" y="1584"/>
                </a:lnTo>
                <a:lnTo>
                  <a:pt x="573" y="1585"/>
                </a:lnTo>
                <a:lnTo>
                  <a:pt x="573" y="1586"/>
                </a:lnTo>
                <a:lnTo>
                  <a:pt x="572" y="1586"/>
                </a:lnTo>
                <a:lnTo>
                  <a:pt x="571" y="1586"/>
                </a:lnTo>
                <a:lnTo>
                  <a:pt x="571" y="1587"/>
                </a:lnTo>
                <a:lnTo>
                  <a:pt x="571" y="1588"/>
                </a:lnTo>
                <a:lnTo>
                  <a:pt x="570" y="1588"/>
                </a:lnTo>
                <a:lnTo>
                  <a:pt x="570" y="1589"/>
                </a:lnTo>
                <a:lnTo>
                  <a:pt x="571" y="1589"/>
                </a:lnTo>
                <a:lnTo>
                  <a:pt x="570" y="1589"/>
                </a:lnTo>
                <a:lnTo>
                  <a:pt x="570" y="1590"/>
                </a:lnTo>
                <a:lnTo>
                  <a:pt x="569" y="1590"/>
                </a:lnTo>
                <a:lnTo>
                  <a:pt x="568" y="1591"/>
                </a:lnTo>
                <a:lnTo>
                  <a:pt x="567" y="1590"/>
                </a:lnTo>
                <a:lnTo>
                  <a:pt x="566" y="1590"/>
                </a:lnTo>
                <a:lnTo>
                  <a:pt x="565" y="1590"/>
                </a:lnTo>
                <a:lnTo>
                  <a:pt x="564" y="1590"/>
                </a:lnTo>
                <a:lnTo>
                  <a:pt x="563" y="1590"/>
                </a:lnTo>
                <a:lnTo>
                  <a:pt x="562" y="1590"/>
                </a:lnTo>
                <a:lnTo>
                  <a:pt x="562" y="1591"/>
                </a:lnTo>
                <a:lnTo>
                  <a:pt x="561" y="1591"/>
                </a:lnTo>
                <a:lnTo>
                  <a:pt x="560" y="1591"/>
                </a:lnTo>
                <a:lnTo>
                  <a:pt x="559" y="1591"/>
                </a:lnTo>
                <a:lnTo>
                  <a:pt x="559" y="1592"/>
                </a:lnTo>
                <a:lnTo>
                  <a:pt x="558" y="1592"/>
                </a:lnTo>
                <a:lnTo>
                  <a:pt x="558" y="1593"/>
                </a:lnTo>
                <a:lnTo>
                  <a:pt x="557" y="1593"/>
                </a:lnTo>
                <a:lnTo>
                  <a:pt x="556" y="1593"/>
                </a:lnTo>
                <a:lnTo>
                  <a:pt x="555" y="1593"/>
                </a:lnTo>
                <a:lnTo>
                  <a:pt x="554" y="1593"/>
                </a:lnTo>
                <a:lnTo>
                  <a:pt x="554" y="1594"/>
                </a:lnTo>
                <a:lnTo>
                  <a:pt x="553" y="1594"/>
                </a:lnTo>
                <a:lnTo>
                  <a:pt x="553" y="1595"/>
                </a:lnTo>
                <a:lnTo>
                  <a:pt x="552" y="1595"/>
                </a:lnTo>
                <a:lnTo>
                  <a:pt x="552" y="1596"/>
                </a:lnTo>
                <a:lnTo>
                  <a:pt x="552" y="1595"/>
                </a:lnTo>
                <a:lnTo>
                  <a:pt x="551" y="1596"/>
                </a:lnTo>
                <a:lnTo>
                  <a:pt x="550" y="1596"/>
                </a:lnTo>
                <a:lnTo>
                  <a:pt x="549" y="1596"/>
                </a:lnTo>
                <a:lnTo>
                  <a:pt x="549" y="1595"/>
                </a:lnTo>
                <a:lnTo>
                  <a:pt x="548" y="1595"/>
                </a:lnTo>
                <a:lnTo>
                  <a:pt x="548" y="1594"/>
                </a:lnTo>
                <a:lnTo>
                  <a:pt x="547" y="1594"/>
                </a:lnTo>
                <a:lnTo>
                  <a:pt x="546" y="1594"/>
                </a:lnTo>
                <a:lnTo>
                  <a:pt x="545" y="1594"/>
                </a:lnTo>
                <a:lnTo>
                  <a:pt x="545" y="1593"/>
                </a:lnTo>
                <a:lnTo>
                  <a:pt x="544" y="1593"/>
                </a:lnTo>
                <a:lnTo>
                  <a:pt x="544" y="1592"/>
                </a:lnTo>
                <a:lnTo>
                  <a:pt x="543" y="1592"/>
                </a:lnTo>
                <a:lnTo>
                  <a:pt x="543" y="1591"/>
                </a:lnTo>
                <a:lnTo>
                  <a:pt x="542" y="1591"/>
                </a:lnTo>
                <a:lnTo>
                  <a:pt x="541" y="1591"/>
                </a:lnTo>
                <a:lnTo>
                  <a:pt x="540" y="1591"/>
                </a:lnTo>
                <a:lnTo>
                  <a:pt x="539" y="1591"/>
                </a:lnTo>
                <a:lnTo>
                  <a:pt x="538" y="1591"/>
                </a:lnTo>
                <a:lnTo>
                  <a:pt x="537" y="1591"/>
                </a:lnTo>
                <a:lnTo>
                  <a:pt x="537" y="1592"/>
                </a:lnTo>
                <a:lnTo>
                  <a:pt x="536" y="1592"/>
                </a:lnTo>
                <a:lnTo>
                  <a:pt x="535" y="1593"/>
                </a:lnTo>
                <a:lnTo>
                  <a:pt x="534" y="1593"/>
                </a:lnTo>
                <a:lnTo>
                  <a:pt x="534" y="1592"/>
                </a:lnTo>
                <a:lnTo>
                  <a:pt x="534" y="1593"/>
                </a:lnTo>
                <a:lnTo>
                  <a:pt x="533" y="1593"/>
                </a:lnTo>
                <a:lnTo>
                  <a:pt x="533" y="1594"/>
                </a:lnTo>
                <a:lnTo>
                  <a:pt x="532" y="1594"/>
                </a:lnTo>
                <a:lnTo>
                  <a:pt x="532" y="1593"/>
                </a:lnTo>
                <a:lnTo>
                  <a:pt x="531" y="1593"/>
                </a:lnTo>
                <a:lnTo>
                  <a:pt x="531" y="1592"/>
                </a:lnTo>
                <a:lnTo>
                  <a:pt x="531" y="1591"/>
                </a:lnTo>
                <a:lnTo>
                  <a:pt x="530" y="1591"/>
                </a:lnTo>
                <a:lnTo>
                  <a:pt x="530" y="1590"/>
                </a:lnTo>
                <a:lnTo>
                  <a:pt x="529" y="1589"/>
                </a:lnTo>
                <a:lnTo>
                  <a:pt x="529" y="1588"/>
                </a:lnTo>
                <a:lnTo>
                  <a:pt x="528" y="1588"/>
                </a:lnTo>
                <a:lnTo>
                  <a:pt x="528" y="1587"/>
                </a:lnTo>
                <a:lnTo>
                  <a:pt x="528" y="1586"/>
                </a:lnTo>
                <a:lnTo>
                  <a:pt x="529" y="1586"/>
                </a:lnTo>
                <a:lnTo>
                  <a:pt x="529" y="1585"/>
                </a:lnTo>
                <a:lnTo>
                  <a:pt x="529" y="1584"/>
                </a:lnTo>
                <a:lnTo>
                  <a:pt x="528" y="1584"/>
                </a:lnTo>
                <a:lnTo>
                  <a:pt x="528" y="1583"/>
                </a:lnTo>
                <a:lnTo>
                  <a:pt x="528" y="1582"/>
                </a:lnTo>
                <a:lnTo>
                  <a:pt x="527" y="1582"/>
                </a:lnTo>
                <a:lnTo>
                  <a:pt x="526" y="1582"/>
                </a:lnTo>
                <a:lnTo>
                  <a:pt x="526" y="1581"/>
                </a:lnTo>
                <a:lnTo>
                  <a:pt x="525" y="1581"/>
                </a:lnTo>
                <a:lnTo>
                  <a:pt x="525" y="1580"/>
                </a:lnTo>
                <a:lnTo>
                  <a:pt x="525" y="1579"/>
                </a:lnTo>
                <a:lnTo>
                  <a:pt x="524" y="1579"/>
                </a:lnTo>
                <a:lnTo>
                  <a:pt x="524" y="1578"/>
                </a:lnTo>
                <a:lnTo>
                  <a:pt x="524" y="1577"/>
                </a:lnTo>
                <a:lnTo>
                  <a:pt x="523" y="1577"/>
                </a:lnTo>
                <a:lnTo>
                  <a:pt x="523" y="1576"/>
                </a:lnTo>
                <a:lnTo>
                  <a:pt x="522" y="1576"/>
                </a:lnTo>
                <a:lnTo>
                  <a:pt x="522" y="1577"/>
                </a:lnTo>
                <a:lnTo>
                  <a:pt x="521" y="1577"/>
                </a:lnTo>
                <a:lnTo>
                  <a:pt x="520" y="1577"/>
                </a:lnTo>
                <a:lnTo>
                  <a:pt x="519" y="1577"/>
                </a:lnTo>
                <a:lnTo>
                  <a:pt x="519" y="1578"/>
                </a:lnTo>
                <a:lnTo>
                  <a:pt x="518" y="1578"/>
                </a:lnTo>
                <a:lnTo>
                  <a:pt x="517" y="1578"/>
                </a:lnTo>
                <a:lnTo>
                  <a:pt x="516" y="1578"/>
                </a:lnTo>
                <a:lnTo>
                  <a:pt x="516" y="1579"/>
                </a:lnTo>
                <a:lnTo>
                  <a:pt x="515" y="1579"/>
                </a:lnTo>
                <a:lnTo>
                  <a:pt x="514" y="1579"/>
                </a:lnTo>
                <a:lnTo>
                  <a:pt x="513" y="1579"/>
                </a:lnTo>
                <a:lnTo>
                  <a:pt x="513" y="1578"/>
                </a:lnTo>
                <a:lnTo>
                  <a:pt x="512" y="1578"/>
                </a:lnTo>
                <a:lnTo>
                  <a:pt x="511" y="1578"/>
                </a:lnTo>
                <a:lnTo>
                  <a:pt x="510" y="1578"/>
                </a:lnTo>
                <a:lnTo>
                  <a:pt x="509" y="1578"/>
                </a:lnTo>
                <a:lnTo>
                  <a:pt x="508" y="1578"/>
                </a:lnTo>
                <a:lnTo>
                  <a:pt x="507" y="1577"/>
                </a:lnTo>
                <a:lnTo>
                  <a:pt x="507" y="1578"/>
                </a:lnTo>
                <a:lnTo>
                  <a:pt x="506" y="1578"/>
                </a:lnTo>
                <a:lnTo>
                  <a:pt x="506" y="1579"/>
                </a:lnTo>
                <a:lnTo>
                  <a:pt x="505" y="1579"/>
                </a:lnTo>
                <a:lnTo>
                  <a:pt x="505" y="1580"/>
                </a:lnTo>
                <a:lnTo>
                  <a:pt x="504" y="1580"/>
                </a:lnTo>
                <a:lnTo>
                  <a:pt x="504" y="1581"/>
                </a:lnTo>
                <a:lnTo>
                  <a:pt x="503" y="1581"/>
                </a:lnTo>
                <a:lnTo>
                  <a:pt x="503" y="1582"/>
                </a:lnTo>
                <a:lnTo>
                  <a:pt x="502" y="1582"/>
                </a:lnTo>
                <a:lnTo>
                  <a:pt x="502" y="1583"/>
                </a:lnTo>
                <a:lnTo>
                  <a:pt x="501" y="1583"/>
                </a:lnTo>
                <a:lnTo>
                  <a:pt x="501" y="1584"/>
                </a:lnTo>
                <a:lnTo>
                  <a:pt x="500" y="1584"/>
                </a:lnTo>
                <a:lnTo>
                  <a:pt x="500" y="1585"/>
                </a:lnTo>
                <a:lnTo>
                  <a:pt x="499" y="1585"/>
                </a:lnTo>
                <a:lnTo>
                  <a:pt x="498" y="1585"/>
                </a:lnTo>
                <a:lnTo>
                  <a:pt x="498" y="1586"/>
                </a:lnTo>
                <a:lnTo>
                  <a:pt x="497" y="1586"/>
                </a:lnTo>
                <a:lnTo>
                  <a:pt x="497" y="1587"/>
                </a:lnTo>
                <a:lnTo>
                  <a:pt x="496" y="1587"/>
                </a:lnTo>
                <a:lnTo>
                  <a:pt x="495" y="1587"/>
                </a:lnTo>
                <a:lnTo>
                  <a:pt x="494" y="1587"/>
                </a:lnTo>
                <a:lnTo>
                  <a:pt x="494" y="1586"/>
                </a:lnTo>
                <a:lnTo>
                  <a:pt x="493" y="1586"/>
                </a:lnTo>
                <a:lnTo>
                  <a:pt x="493" y="1587"/>
                </a:lnTo>
                <a:lnTo>
                  <a:pt x="492" y="1587"/>
                </a:lnTo>
                <a:lnTo>
                  <a:pt x="492" y="1588"/>
                </a:lnTo>
                <a:lnTo>
                  <a:pt x="491" y="1588"/>
                </a:lnTo>
                <a:lnTo>
                  <a:pt x="491" y="1589"/>
                </a:lnTo>
                <a:lnTo>
                  <a:pt x="491" y="1588"/>
                </a:lnTo>
                <a:lnTo>
                  <a:pt x="491" y="1589"/>
                </a:lnTo>
                <a:lnTo>
                  <a:pt x="491" y="1588"/>
                </a:lnTo>
                <a:lnTo>
                  <a:pt x="490" y="1589"/>
                </a:lnTo>
                <a:lnTo>
                  <a:pt x="489" y="1589"/>
                </a:lnTo>
                <a:lnTo>
                  <a:pt x="489" y="1588"/>
                </a:lnTo>
                <a:lnTo>
                  <a:pt x="489" y="1589"/>
                </a:lnTo>
                <a:lnTo>
                  <a:pt x="488" y="1589"/>
                </a:lnTo>
                <a:lnTo>
                  <a:pt x="487" y="1589"/>
                </a:lnTo>
                <a:lnTo>
                  <a:pt x="487" y="1590"/>
                </a:lnTo>
                <a:lnTo>
                  <a:pt x="487" y="1589"/>
                </a:lnTo>
                <a:lnTo>
                  <a:pt x="487" y="1590"/>
                </a:lnTo>
                <a:lnTo>
                  <a:pt x="486" y="1590"/>
                </a:lnTo>
                <a:lnTo>
                  <a:pt x="486" y="1589"/>
                </a:lnTo>
                <a:lnTo>
                  <a:pt x="487" y="1589"/>
                </a:lnTo>
                <a:lnTo>
                  <a:pt x="486" y="1589"/>
                </a:lnTo>
                <a:lnTo>
                  <a:pt x="485" y="1589"/>
                </a:lnTo>
                <a:lnTo>
                  <a:pt x="484" y="1589"/>
                </a:lnTo>
                <a:lnTo>
                  <a:pt x="484" y="1588"/>
                </a:lnTo>
                <a:lnTo>
                  <a:pt x="483" y="1588"/>
                </a:lnTo>
                <a:lnTo>
                  <a:pt x="484" y="1587"/>
                </a:lnTo>
                <a:lnTo>
                  <a:pt x="484" y="1586"/>
                </a:lnTo>
                <a:lnTo>
                  <a:pt x="483" y="1586"/>
                </a:lnTo>
                <a:lnTo>
                  <a:pt x="483" y="1585"/>
                </a:lnTo>
                <a:lnTo>
                  <a:pt x="482" y="1585"/>
                </a:lnTo>
                <a:lnTo>
                  <a:pt x="482" y="1584"/>
                </a:lnTo>
                <a:lnTo>
                  <a:pt x="481" y="1584"/>
                </a:lnTo>
                <a:lnTo>
                  <a:pt x="481" y="1583"/>
                </a:lnTo>
                <a:lnTo>
                  <a:pt x="480" y="1582"/>
                </a:lnTo>
                <a:lnTo>
                  <a:pt x="480" y="1581"/>
                </a:lnTo>
                <a:lnTo>
                  <a:pt x="479" y="1581"/>
                </a:lnTo>
                <a:lnTo>
                  <a:pt x="479" y="1580"/>
                </a:lnTo>
                <a:lnTo>
                  <a:pt x="478" y="1580"/>
                </a:lnTo>
                <a:lnTo>
                  <a:pt x="478" y="1579"/>
                </a:lnTo>
                <a:lnTo>
                  <a:pt x="477" y="1579"/>
                </a:lnTo>
                <a:lnTo>
                  <a:pt x="476" y="1579"/>
                </a:lnTo>
                <a:lnTo>
                  <a:pt x="475" y="1579"/>
                </a:lnTo>
                <a:lnTo>
                  <a:pt x="474" y="1579"/>
                </a:lnTo>
                <a:lnTo>
                  <a:pt x="474" y="1580"/>
                </a:lnTo>
                <a:lnTo>
                  <a:pt x="474" y="1581"/>
                </a:lnTo>
                <a:lnTo>
                  <a:pt x="473" y="1581"/>
                </a:lnTo>
                <a:lnTo>
                  <a:pt x="473" y="1582"/>
                </a:lnTo>
                <a:lnTo>
                  <a:pt x="473" y="1583"/>
                </a:lnTo>
                <a:lnTo>
                  <a:pt x="473" y="1584"/>
                </a:lnTo>
                <a:lnTo>
                  <a:pt x="472" y="1584"/>
                </a:lnTo>
                <a:lnTo>
                  <a:pt x="472" y="1585"/>
                </a:lnTo>
                <a:lnTo>
                  <a:pt x="471" y="1584"/>
                </a:lnTo>
                <a:lnTo>
                  <a:pt x="470" y="1584"/>
                </a:lnTo>
                <a:lnTo>
                  <a:pt x="470" y="1583"/>
                </a:lnTo>
                <a:lnTo>
                  <a:pt x="469" y="1583"/>
                </a:lnTo>
                <a:lnTo>
                  <a:pt x="469" y="1582"/>
                </a:lnTo>
                <a:lnTo>
                  <a:pt x="468" y="1582"/>
                </a:lnTo>
                <a:lnTo>
                  <a:pt x="467" y="1581"/>
                </a:lnTo>
                <a:lnTo>
                  <a:pt x="466" y="1581"/>
                </a:lnTo>
                <a:lnTo>
                  <a:pt x="465" y="1581"/>
                </a:lnTo>
                <a:lnTo>
                  <a:pt x="465" y="1580"/>
                </a:lnTo>
                <a:lnTo>
                  <a:pt x="464" y="1580"/>
                </a:lnTo>
                <a:lnTo>
                  <a:pt x="464" y="1579"/>
                </a:lnTo>
                <a:lnTo>
                  <a:pt x="464" y="1578"/>
                </a:lnTo>
                <a:lnTo>
                  <a:pt x="463" y="1578"/>
                </a:lnTo>
                <a:lnTo>
                  <a:pt x="463" y="1577"/>
                </a:lnTo>
                <a:lnTo>
                  <a:pt x="463" y="1576"/>
                </a:lnTo>
                <a:lnTo>
                  <a:pt x="464" y="1576"/>
                </a:lnTo>
                <a:lnTo>
                  <a:pt x="464" y="1574"/>
                </a:lnTo>
                <a:lnTo>
                  <a:pt x="464" y="1573"/>
                </a:lnTo>
                <a:lnTo>
                  <a:pt x="463" y="1573"/>
                </a:lnTo>
                <a:lnTo>
                  <a:pt x="463" y="1572"/>
                </a:lnTo>
                <a:lnTo>
                  <a:pt x="463" y="1571"/>
                </a:lnTo>
                <a:lnTo>
                  <a:pt x="464" y="1571"/>
                </a:lnTo>
                <a:lnTo>
                  <a:pt x="464" y="1570"/>
                </a:lnTo>
                <a:lnTo>
                  <a:pt x="464" y="1569"/>
                </a:lnTo>
                <a:lnTo>
                  <a:pt x="464" y="1568"/>
                </a:lnTo>
                <a:lnTo>
                  <a:pt x="464" y="1567"/>
                </a:lnTo>
                <a:lnTo>
                  <a:pt x="463" y="1567"/>
                </a:lnTo>
                <a:lnTo>
                  <a:pt x="463" y="1566"/>
                </a:lnTo>
                <a:lnTo>
                  <a:pt x="463" y="1565"/>
                </a:lnTo>
                <a:lnTo>
                  <a:pt x="462" y="1565"/>
                </a:lnTo>
                <a:lnTo>
                  <a:pt x="461" y="1565"/>
                </a:lnTo>
                <a:lnTo>
                  <a:pt x="461" y="1564"/>
                </a:lnTo>
                <a:lnTo>
                  <a:pt x="461" y="1563"/>
                </a:lnTo>
                <a:lnTo>
                  <a:pt x="461" y="1562"/>
                </a:lnTo>
                <a:lnTo>
                  <a:pt x="462" y="1562"/>
                </a:lnTo>
                <a:lnTo>
                  <a:pt x="462" y="1561"/>
                </a:lnTo>
                <a:lnTo>
                  <a:pt x="463" y="1561"/>
                </a:lnTo>
                <a:lnTo>
                  <a:pt x="463" y="1560"/>
                </a:lnTo>
                <a:lnTo>
                  <a:pt x="464" y="1560"/>
                </a:lnTo>
                <a:lnTo>
                  <a:pt x="465" y="1559"/>
                </a:lnTo>
                <a:lnTo>
                  <a:pt x="466" y="1559"/>
                </a:lnTo>
                <a:lnTo>
                  <a:pt x="466" y="1558"/>
                </a:lnTo>
                <a:lnTo>
                  <a:pt x="467" y="1558"/>
                </a:lnTo>
                <a:lnTo>
                  <a:pt x="467" y="1557"/>
                </a:lnTo>
                <a:lnTo>
                  <a:pt x="467" y="1556"/>
                </a:lnTo>
                <a:lnTo>
                  <a:pt x="467" y="1555"/>
                </a:lnTo>
                <a:lnTo>
                  <a:pt x="468" y="1555"/>
                </a:lnTo>
                <a:lnTo>
                  <a:pt x="468" y="1554"/>
                </a:lnTo>
                <a:lnTo>
                  <a:pt x="469" y="1554"/>
                </a:lnTo>
                <a:lnTo>
                  <a:pt x="469" y="1553"/>
                </a:lnTo>
                <a:lnTo>
                  <a:pt x="470" y="1553"/>
                </a:lnTo>
                <a:lnTo>
                  <a:pt x="470" y="1552"/>
                </a:lnTo>
                <a:lnTo>
                  <a:pt x="471" y="1552"/>
                </a:lnTo>
                <a:lnTo>
                  <a:pt x="472" y="1552"/>
                </a:lnTo>
                <a:lnTo>
                  <a:pt x="473" y="1552"/>
                </a:lnTo>
                <a:lnTo>
                  <a:pt x="474" y="1552"/>
                </a:lnTo>
                <a:lnTo>
                  <a:pt x="475" y="1552"/>
                </a:lnTo>
                <a:lnTo>
                  <a:pt x="475" y="1551"/>
                </a:lnTo>
                <a:lnTo>
                  <a:pt x="474" y="1551"/>
                </a:lnTo>
                <a:lnTo>
                  <a:pt x="474" y="1550"/>
                </a:lnTo>
                <a:lnTo>
                  <a:pt x="474" y="1549"/>
                </a:lnTo>
                <a:lnTo>
                  <a:pt x="473" y="1548"/>
                </a:lnTo>
                <a:lnTo>
                  <a:pt x="473" y="1547"/>
                </a:lnTo>
                <a:lnTo>
                  <a:pt x="472" y="1547"/>
                </a:lnTo>
                <a:lnTo>
                  <a:pt x="473" y="1547"/>
                </a:lnTo>
                <a:lnTo>
                  <a:pt x="472" y="1547"/>
                </a:lnTo>
                <a:lnTo>
                  <a:pt x="472" y="1546"/>
                </a:lnTo>
                <a:lnTo>
                  <a:pt x="471" y="1546"/>
                </a:lnTo>
                <a:lnTo>
                  <a:pt x="471" y="1545"/>
                </a:lnTo>
                <a:lnTo>
                  <a:pt x="470" y="1545"/>
                </a:lnTo>
                <a:lnTo>
                  <a:pt x="469" y="1545"/>
                </a:lnTo>
                <a:lnTo>
                  <a:pt x="470" y="1544"/>
                </a:lnTo>
                <a:lnTo>
                  <a:pt x="469" y="1544"/>
                </a:lnTo>
                <a:lnTo>
                  <a:pt x="469" y="1543"/>
                </a:lnTo>
                <a:lnTo>
                  <a:pt x="468" y="1543"/>
                </a:lnTo>
                <a:lnTo>
                  <a:pt x="468" y="1542"/>
                </a:lnTo>
                <a:lnTo>
                  <a:pt x="467" y="1542"/>
                </a:lnTo>
                <a:lnTo>
                  <a:pt x="467" y="1541"/>
                </a:lnTo>
                <a:lnTo>
                  <a:pt x="466" y="1541"/>
                </a:lnTo>
                <a:lnTo>
                  <a:pt x="465" y="1541"/>
                </a:lnTo>
                <a:lnTo>
                  <a:pt x="465" y="1540"/>
                </a:lnTo>
                <a:lnTo>
                  <a:pt x="464" y="1540"/>
                </a:lnTo>
                <a:lnTo>
                  <a:pt x="464" y="1541"/>
                </a:lnTo>
                <a:lnTo>
                  <a:pt x="463" y="1541"/>
                </a:lnTo>
                <a:lnTo>
                  <a:pt x="463" y="1542"/>
                </a:lnTo>
                <a:lnTo>
                  <a:pt x="462" y="1541"/>
                </a:lnTo>
                <a:lnTo>
                  <a:pt x="461" y="1541"/>
                </a:lnTo>
                <a:lnTo>
                  <a:pt x="461" y="1540"/>
                </a:lnTo>
                <a:lnTo>
                  <a:pt x="460" y="1540"/>
                </a:lnTo>
                <a:lnTo>
                  <a:pt x="460" y="1541"/>
                </a:lnTo>
                <a:lnTo>
                  <a:pt x="459" y="1541"/>
                </a:lnTo>
                <a:lnTo>
                  <a:pt x="459" y="1542"/>
                </a:lnTo>
                <a:lnTo>
                  <a:pt x="458" y="1542"/>
                </a:lnTo>
                <a:lnTo>
                  <a:pt x="458" y="1543"/>
                </a:lnTo>
                <a:lnTo>
                  <a:pt x="458" y="1542"/>
                </a:lnTo>
                <a:lnTo>
                  <a:pt x="457" y="1542"/>
                </a:lnTo>
                <a:lnTo>
                  <a:pt x="457" y="1543"/>
                </a:lnTo>
                <a:lnTo>
                  <a:pt x="456" y="1543"/>
                </a:lnTo>
                <a:lnTo>
                  <a:pt x="456" y="1542"/>
                </a:lnTo>
                <a:lnTo>
                  <a:pt x="455" y="1542"/>
                </a:lnTo>
                <a:lnTo>
                  <a:pt x="455" y="1543"/>
                </a:lnTo>
                <a:lnTo>
                  <a:pt x="454" y="1543"/>
                </a:lnTo>
                <a:lnTo>
                  <a:pt x="454" y="1544"/>
                </a:lnTo>
                <a:lnTo>
                  <a:pt x="453" y="1544"/>
                </a:lnTo>
                <a:lnTo>
                  <a:pt x="452" y="1544"/>
                </a:lnTo>
                <a:lnTo>
                  <a:pt x="452" y="1545"/>
                </a:lnTo>
                <a:lnTo>
                  <a:pt x="451" y="1545"/>
                </a:lnTo>
                <a:lnTo>
                  <a:pt x="451" y="1546"/>
                </a:lnTo>
                <a:lnTo>
                  <a:pt x="451" y="1547"/>
                </a:lnTo>
                <a:lnTo>
                  <a:pt x="451" y="1548"/>
                </a:lnTo>
                <a:lnTo>
                  <a:pt x="451" y="1547"/>
                </a:lnTo>
                <a:lnTo>
                  <a:pt x="450" y="1547"/>
                </a:lnTo>
                <a:lnTo>
                  <a:pt x="450" y="1546"/>
                </a:lnTo>
                <a:lnTo>
                  <a:pt x="450" y="1545"/>
                </a:lnTo>
                <a:lnTo>
                  <a:pt x="449" y="1545"/>
                </a:lnTo>
                <a:lnTo>
                  <a:pt x="448" y="1545"/>
                </a:lnTo>
                <a:lnTo>
                  <a:pt x="448" y="1546"/>
                </a:lnTo>
                <a:lnTo>
                  <a:pt x="448" y="1545"/>
                </a:lnTo>
                <a:lnTo>
                  <a:pt x="447" y="1545"/>
                </a:lnTo>
                <a:lnTo>
                  <a:pt x="447" y="1544"/>
                </a:lnTo>
                <a:lnTo>
                  <a:pt x="448" y="1544"/>
                </a:lnTo>
                <a:lnTo>
                  <a:pt x="448" y="1543"/>
                </a:lnTo>
                <a:lnTo>
                  <a:pt x="448" y="1542"/>
                </a:lnTo>
                <a:lnTo>
                  <a:pt x="447" y="1542"/>
                </a:lnTo>
                <a:lnTo>
                  <a:pt x="447" y="1541"/>
                </a:lnTo>
                <a:lnTo>
                  <a:pt x="446" y="1541"/>
                </a:lnTo>
                <a:lnTo>
                  <a:pt x="446" y="1542"/>
                </a:lnTo>
                <a:lnTo>
                  <a:pt x="445" y="1542"/>
                </a:lnTo>
                <a:lnTo>
                  <a:pt x="444" y="1542"/>
                </a:lnTo>
                <a:lnTo>
                  <a:pt x="444" y="1541"/>
                </a:lnTo>
                <a:lnTo>
                  <a:pt x="443" y="1541"/>
                </a:lnTo>
                <a:lnTo>
                  <a:pt x="443" y="1540"/>
                </a:lnTo>
                <a:lnTo>
                  <a:pt x="442" y="1540"/>
                </a:lnTo>
                <a:lnTo>
                  <a:pt x="441" y="1540"/>
                </a:lnTo>
                <a:lnTo>
                  <a:pt x="441" y="1539"/>
                </a:lnTo>
                <a:lnTo>
                  <a:pt x="440" y="1539"/>
                </a:lnTo>
                <a:lnTo>
                  <a:pt x="440" y="1538"/>
                </a:lnTo>
                <a:lnTo>
                  <a:pt x="439" y="1537"/>
                </a:lnTo>
                <a:lnTo>
                  <a:pt x="439" y="1534"/>
                </a:lnTo>
                <a:lnTo>
                  <a:pt x="438" y="1534"/>
                </a:lnTo>
                <a:lnTo>
                  <a:pt x="438" y="1533"/>
                </a:lnTo>
                <a:lnTo>
                  <a:pt x="438" y="1532"/>
                </a:lnTo>
                <a:lnTo>
                  <a:pt x="437" y="1532"/>
                </a:lnTo>
                <a:lnTo>
                  <a:pt x="437" y="1531"/>
                </a:lnTo>
                <a:lnTo>
                  <a:pt x="438" y="1531"/>
                </a:lnTo>
                <a:lnTo>
                  <a:pt x="438" y="1530"/>
                </a:lnTo>
                <a:lnTo>
                  <a:pt x="437" y="1530"/>
                </a:lnTo>
                <a:lnTo>
                  <a:pt x="437" y="1529"/>
                </a:lnTo>
                <a:lnTo>
                  <a:pt x="437" y="1528"/>
                </a:lnTo>
                <a:lnTo>
                  <a:pt x="437" y="1527"/>
                </a:lnTo>
                <a:lnTo>
                  <a:pt x="436" y="1527"/>
                </a:lnTo>
                <a:lnTo>
                  <a:pt x="436" y="1526"/>
                </a:lnTo>
                <a:lnTo>
                  <a:pt x="436" y="1525"/>
                </a:lnTo>
                <a:lnTo>
                  <a:pt x="435" y="1525"/>
                </a:lnTo>
                <a:lnTo>
                  <a:pt x="435" y="1524"/>
                </a:lnTo>
                <a:lnTo>
                  <a:pt x="435" y="1522"/>
                </a:lnTo>
                <a:lnTo>
                  <a:pt x="435" y="1521"/>
                </a:lnTo>
                <a:lnTo>
                  <a:pt x="435" y="1520"/>
                </a:lnTo>
                <a:lnTo>
                  <a:pt x="434" y="1520"/>
                </a:lnTo>
                <a:lnTo>
                  <a:pt x="434" y="1519"/>
                </a:lnTo>
                <a:lnTo>
                  <a:pt x="434" y="1518"/>
                </a:lnTo>
                <a:lnTo>
                  <a:pt x="433" y="1518"/>
                </a:lnTo>
                <a:lnTo>
                  <a:pt x="433" y="1517"/>
                </a:lnTo>
                <a:lnTo>
                  <a:pt x="433" y="1516"/>
                </a:lnTo>
                <a:lnTo>
                  <a:pt x="432" y="1516"/>
                </a:lnTo>
                <a:lnTo>
                  <a:pt x="432" y="1515"/>
                </a:lnTo>
                <a:lnTo>
                  <a:pt x="432" y="1514"/>
                </a:lnTo>
                <a:lnTo>
                  <a:pt x="433" y="1514"/>
                </a:lnTo>
                <a:lnTo>
                  <a:pt x="433" y="1513"/>
                </a:lnTo>
                <a:lnTo>
                  <a:pt x="432" y="1512"/>
                </a:lnTo>
                <a:lnTo>
                  <a:pt x="433" y="1512"/>
                </a:lnTo>
                <a:lnTo>
                  <a:pt x="433" y="1511"/>
                </a:lnTo>
                <a:lnTo>
                  <a:pt x="433" y="1510"/>
                </a:lnTo>
                <a:lnTo>
                  <a:pt x="433" y="1509"/>
                </a:lnTo>
                <a:lnTo>
                  <a:pt x="433" y="1508"/>
                </a:lnTo>
                <a:lnTo>
                  <a:pt x="433" y="1507"/>
                </a:lnTo>
                <a:lnTo>
                  <a:pt x="433" y="1506"/>
                </a:lnTo>
                <a:lnTo>
                  <a:pt x="434" y="1506"/>
                </a:lnTo>
                <a:lnTo>
                  <a:pt x="434" y="1505"/>
                </a:lnTo>
                <a:lnTo>
                  <a:pt x="435" y="1505"/>
                </a:lnTo>
                <a:lnTo>
                  <a:pt x="436" y="1505"/>
                </a:lnTo>
                <a:lnTo>
                  <a:pt x="436" y="1504"/>
                </a:lnTo>
                <a:lnTo>
                  <a:pt x="436" y="1503"/>
                </a:lnTo>
                <a:lnTo>
                  <a:pt x="436" y="1502"/>
                </a:lnTo>
                <a:lnTo>
                  <a:pt x="437" y="1502"/>
                </a:lnTo>
                <a:lnTo>
                  <a:pt x="436" y="1502"/>
                </a:lnTo>
                <a:lnTo>
                  <a:pt x="436" y="1501"/>
                </a:lnTo>
                <a:lnTo>
                  <a:pt x="436" y="1499"/>
                </a:lnTo>
                <a:lnTo>
                  <a:pt x="436" y="1498"/>
                </a:lnTo>
                <a:lnTo>
                  <a:pt x="437" y="1498"/>
                </a:lnTo>
                <a:lnTo>
                  <a:pt x="438" y="1498"/>
                </a:lnTo>
                <a:lnTo>
                  <a:pt x="438" y="1497"/>
                </a:lnTo>
                <a:lnTo>
                  <a:pt x="439" y="1497"/>
                </a:lnTo>
                <a:lnTo>
                  <a:pt x="440" y="1496"/>
                </a:lnTo>
                <a:lnTo>
                  <a:pt x="440" y="1495"/>
                </a:lnTo>
                <a:lnTo>
                  <a:pt x="441" y="1495"/>
                </a:lnTo>
                <a:lnTo>
                  <a:pt x="441" y="1494"/>
                </a:lnTo>
                <a:lnTo>
                  <a:pt x="440" y="1494"/>
                </a:lnTo>
                <a:lnTo>
                  <a:pt x="440" y="1493"/>
                </a:lnTo>
                <a:lnTo>
                  <a:pt x="440" y="1492"/>
                </a:lnTo>
                <a:lnTo>
                  <a:pt x="441" y="1492"/>
                </a:lnTo>
                <a:lnTo>
                  <a:pt x="441" y="1491"/>
                </a:lnTo>
                <a:lnTo>
                  <a:pt x="441" y="1490"/>
                </a:lnTo>
                <a:lnTo>
                  <a:pt x="442" y="1490"/>
                </a:lnTo>
                <a:lnTo>
                  <a:pt x="442" y="1489"/>
                </a:lnTo>
                <a:lnTo>
                  <a:pt x="442" y="1488"/>
                </a:lnTo>
                <a:lnTo>
                  <a:pt x="443" y="1488"/>
                </a:lnTo>
                <a:lnTo>
                  <a:pt x="443" y="1487"/>
                </a:lnTo>
                <a:lnTo>
                  <a:pt x="443" y="1486"/>
                </a:lnTo>
                <a:lnTo>
                  <a:pt x="444" y="1486"/>
                </a:lnTo>
                <a:lnTo>
                  <a:pt x="444" y="1485"/>
                </a:lnTo>
                <a:lnTo>
                  <a:pt x="444" y="1484"/>
                </a:lnTo>
                <a:lnTo>
                  <a:pt x="443" y="1483"/>
                </a:lnTo>
                <a:lnTo>
                  <a:pt x="443" y="1482"/>
                </a:lnTo>
                <a:lnTo>
                  <a:pt x="443" y="1481"/>
                </a:lnTo>
                <a:lnTo>
                  <a:pt x="442" y="1481"/>
                </a:lnTo>
                <a:lnTo>
                  <a:pt x="442" y="1480"/>
                </a:lnTo>
                <a:lnTo>
                  <a:pt x="441" y="1480"/>
                </a:lnTo>
                <a:lnTo>
                  <a:pt x="441" y="1479"/>
                </a:lnTo>
                <a:lnTo>
                  <a:pt x="440" y="1479"/>
                </a:lnTo>
                <a:lnTo>
                  <a:pt x="440" y="1478"/>
                </a:lnTo>
                <a:lnTo>
                  <a:pt x="439" y="1478"/>
                </a:lnTo>
                <a:lnTo>
                  <a:pt x="439" y="1477"/>
                </a:lnTo>
                <a:lnTo>
                  <a:pt x="439" y="1476"/>
                </a:lnTo>
                <a:lnTo>
                  <a:pt x="438" y="1476"/>
                </a:lnTo>
                <a:lnTo>
                  <a:pt x="438" y="1475"/>
                </a:lnTo>
                <a:lnTo>
                  <a:pt x="438" y="1474"/>
                </a:lnTo>
                <a:lnTo>
                  <a:pt x="437" y="1474"/>
                </a:lnTo>
                <a:lnTo>
                  <a:pt x="437" y="1473"/>
                </a:lnTo>
                <a:lnTo>
                  <a:pt x="437" y="1472"/>
                </a:lnTo>
                <a:lnTo>
                  <a:pt x="437" y="1471"/>
                </a:lnTo>
                <a:lnTo>
                  <a:pt x="438" y="1471"/>
                </a:lnTo>
                <a:lnTo>
                  <a:pt x="439" y="1471"/>
                </a:lnTo>
                <a:lnTo>
                  <a:pt x="439" y="1470"/>
                </a:lnTo>
                <a:lnTo>
                  <a:pt x="439" y="1469"/>
                </a:lnTo>
                <a:lnTo>
                  <a:pt x="440" y="1469"/>
                </a:lnTo>
                <a:lnTo>
                  <a:pt x="440" y="1468"/>
                </a:lnTo>
                <a:lnTo>
                  <a:pt x="439" y="1468"/>
                </a:lnTo>
                <a:lnTo>
                  <a:pt x="439" y="1469"/>
                </a:lnTo>
                <a:lnTo>
                  <a:pt x="438" y="1469"/>
                </a:lnTo>
                <a:lnTo>
                  <a:pt x="437" y="1469"/>
                </a:lnTo>
                <a:lnTo>
                  <a:pt x="436" y="1469"/>
                </a:lnTo>
                <a:lnTo>
                  <a:pt x="436" y="1468"/>
                </a:lnTo>
                <a:lnTo>
                  <a:pt x="435" y="1468"/>
                </a:lnTo>
                <a:lnTo>
                  <a:pt x="434" y="1468"/>
                </a:lnTo>
                <a:lnTo>
                  <a:pt x="434" y="1467"/>
                </a:lnTo>
                <a:lnTo>
                  <a:pt x="432" y="1467"/>
                </a:lnTo>
                <a:lnTo>
                  <a:pt x="431" y="1467"/>
                </a:lnTo>
                <a:lnTo>
                  <a:pt x="430" y="1467"/>
                </a:lnTo>
                <a:lnTo>
                  <a:pt x="429" y="1468"/>
                </a:lnTo>
                <a:lnTo>
                  <a:pt x="429" y="1467"/>
                </a:lnTo>
                <a:lnTo>
                  <a:pt x="428" y="1467"/>
                </a:lnTo>
                <a:lnTo>
                  <a:pt x="428" y="1466"/>
                </a:lnTo>
                <a:lnTo>
                  <a:pt x="427" y="1466"/>
                </a:lnTo>
                <a:lnTo>
                  <a:pt x="427" y="1465"/>
                </a:lnTo>
                <a:lnTo>
                  <a:pt x="426" y="1465"/>
                </a:lnTo>
                <a:lnTo>
                  <a:pt x="425" y="1465"/>
                </a:lnTo>
                <a:lnTo>
                  <a:pt x="424" y="1465"/>
                </a:lnTo>
                <a:lnTo>
                  <a:pt x="423" y="1465"/>
                </a:lnTo>
                <a:lnTo>
                  <a:pt x="422" y="1465"/>
                </a:lnTo>
                <a:lnTo>
                  <a:pt x="421" y="1465"/>
                </a:lnTo>
                <a:lnTo>
                  <a:pt x="421" y="1466"/>
                </a:lnTo>
                <a:lnTo>
                  <a:pt x="420" y="1466"/>
                </a:lnTo>
                <a:lnTo>
                  <a:pt x="419" y="1466"/>
                </a:lnTo>
                <a:lnTo>
                  <a:pt x="419" y="1467"/>
                </a:lnTo>
                <a:lnTo>
                  <a:pt x="419" y="1468"/>
                </a:lnTo>
                <a:lnTo>
                  <a:pt x="420" y="1468"/>
                </a:lnTo>
                <a:lnTo>
                  <a:pt x="420" y="1469"/>
                </a:lnTo>
                <a:lnTo>
                  <a:pt x="420" y="1470"/>
                </a:lnTo>
                <a:lnTo>
                  <a:pt x="421" y="1470"/>
                </a:lnTo>
                <a:lnTo>
                  <a:pt x="422" y="1470"/>
                </a:lnTo>
                <a:lnTo>
                  <a:pt x="422" y="1471"/>
                </a:lnTo>
                <a:lnTo>
                  <a:pt x="421" y="1471"/>
                </a:lnTo>
                <a:lnTo>
                  <a:pt x="420" y="1471"/>
                </a:lnTo>
                <a:lnTo>
                  <a:pt x="419" y="1472"/>
                </a:lnTo>
                <a:lnTo>
                  <a:pt x="420" y="1472"/>
                </a:lnTo>
                <a:lnTo>
                  <a:pt x="419" y="1472"/>
                </a:lnTo>
                <a:lnTo>
                  <a:pt x="419" y="1473"/>
                </a:lnTo>
                <a:lnTo>
                  <a:pt x="418" y="1473"/>
                </a:lnTo>
                <a:lnTo>
                  <a:pt x="417" y="1473"/>
                </a:lnTo>
                <a:lnTo>
                  <a:pt x="416" y="1473"/>
                </a:lnTo>
                <a:lnTo>
                  <a:pt x="415" y="1473"/>
                </a:lnTo>
                <a:lnTo>
                  <a:pt x="414" y="1473"/>
                </a:lnTo>
                <a:lnTo>
                  <a:pt x="413" y="1472"/>
                </a:lnTo>
                <a:lnTo>
                  <a:pt x="413" y="1471"/>
                </a:lnTo>
                <a:lnTo>
                  <a:pt x="414" y="1471"/>
                </a:lnTo>
                <a:lnTo>
                  <a:pt x="413" y="1470"/>
                </a:lnTo>
                <a:lnTo>
                  <a:pt x="412" y="1470"/>
                </a:lnTo>
                <a:lnTo>
                  <a:pt x="412" y="1469"/>
                </a:lnTo>
                <a:lnTo>
                  <a:pt x="411" y="1469"/>
                </a:lnTo>
                <a:lnTo>
                  <a:pt x="410" y="1469"/>
                </a:lnTo>
                <a:lnTo>
                  <a:pt x="410" y="1468"/>
                </a:lnTo>
                <a:lnTo>
                  <a:pt x="409" y="1468"/>
                </a:lnTo>
                <a:lnTo>
                  <a:pt x="409" y="1467"/>
                </a:lnTo>
                <a:lnTo>
                  <a:pt x="408" y="1467"/>
                </a:lnTo>
                <a:lnTo>
                  <a:pt x="406" y="1467"/>
                </a:lnTo>
                <a:lnTo>
                  <a:pt x="405" y="1467"/>
                </a:lnTo>
                <a:lnTo>
                  <a:pt x="404" y="1467"/>
                </a:lnTo>
                <a:lnTo>
                  <a:pt x="404" y="1466"/>
                </a:lnTo>
                <a:lnTo>
                  <a:pt x="403" y="1466"/>
                </a:lnTo>
                <a:lnTo>
                  <a:pt x="402" y="1466"/>
                </a:lnTo>
                <a:lnTo>
                  <a:pt x="402" y="1465"/>
                </a:lnTo>
                <a:lnTo>
                  <a:pt x="401" y="1465"/>
                </a:lnTo>
                <a:lnTo>
                  <a:pt x="401" y="1464"/>
                </a:lnTo>
                <a:lnTo>
                  <a:pt x="400" y="1464"/>
                </a:lnTo>
                <a:lnTo>
                  <a:pt x="400" y="1463"/>
                </a:lnTo>
                <a:lnTo>
                  <a:pt x="399" y="1463"/>
                </a:lnTo>
                <a:lnTo>
                  <a:pt x="398" y="1463"/>
                </a:lnTo>
                <a:lnTo>
                  <a:pt x="397" y="1463"/>
                </a:lnTo>
                <a:lnTo>
                  <a:pt x="396" y="1463"/>
                </a:lnTo>
                <a:lnTo>
                  <a:pt x="395" y="1463"/>
                </a:lnTo>
                <a:lnTo>
                  <a:pt x="394" y="1463"/>
                </a:lnTo>
                <a:lnTo>
                  <a:pt x="394" y="1464"/>
                </a:lnTo>
                <a:lnTo>
                  <a:pt x="394" y="1463"/>
                </a:lnTo>
                <a:lnTo>
                  <a:pt x="393" y="1463"/>
                </a:lnTo>
                <a:lnTo>
                  <a:pt x="393" y="1464"/>
                </a:lnTo>
                <a:lnTo>
                  <a:pt x="392" y="1464"/>
                </a:lnTo>
                <a:lnTo>
                  <a:pt x="392" y="1465"/>
                </a:lnTo>
                <a:lnTo>
                  <a:pt x="391" y="1465"/>
                </a:lnTo>
                <a:lnTo>
                  <a:pt x="392" y="1465"/>
                </a:lnTo>
                <a:lnTo>
                  <a:pt x="392" y="1466"/>
                </a:lnTo>
                <a:lnTo>
                  <a:pt x="392" y="1467"/>
                </a:lnTo>
                <a:lnTo>
                  <a:pt x="392" y="1468"/>
                </a:lnTo>
                <a:lnTo>
                  <a:pt x="391" y="1468"/>
                </a:lnTo>
                <a:lnTo>
                  <a:pt x="391" y="1469"/>
                </a:lnTo>
                <a:lnTo>
                  <a:pt x="390" y="1469"/>
                </a:lnTo>
                <a:lnTo>
                  <a:pt x="389" y="1469"/>
                </a:lnTo>
                <a:lnTo>
                  <a:pt x="389" y="1468"/>
                </a:lnTo>
                <a:lnTo>
                  <a:pt x="389" y="1469"/>
                </a:lnTo>
                <a:lnTo>
                  <a:pt x="388" y="1469"/>
                </a:lnTo>
                <a:lnTo>
                  <a:pt x="388" y="1468"/>
                </a:lnTo>
                <a:lnTo>
                  <a:pt x="387" y="1468"/>
                </a:lnTo>
                <a:lnTo>
                  <a:pt x="386" y="1468"/>
                </a:lnTo>
                <a:lnTo>
                  <a:pt x="386" y="1467"/>
                </a:lnTo>
                <a:lnTo>
                  <a:pt x="386" y="1468"/>
                </a:lnTo>
                <a:lnTo>
                  <a:pt x="385" y="1467"/>
                </a:lnTo>
                <a:lnTo>
                  <a:pt x="386" y="1467"/>
                </a:lnTo>
                <a:lnTo>
                  <a:pt x="386" y="1466"/>
                </a:lnTo>
                <a:lnTo>
                  <a:pt x="387" y="1466"/>
                </a:lnTo>
                <a:lnTo>
                  <a:pt x="387" y="1465"/>
                </a:lnTo>
                <a:lnTo>
                  <a:pt x="387" y="1464"/>
                </a:lnTo>
                <a:lnTo>
                  <a:pt x="387" y="1463"/>
                </a:lnTo>
                <a:lnTo>
                  <a:pt x="387" y="1462"/>
                </a:lnTo>
                <a:lnTo>
                  <a:pt x="386" y="1462"/>
                </a:lnTo>
                <a:lnTo>
                  <a:pt x="386" y="1461"/>
                </a:lnTo>
                <a:lnTo>
                  <a:pt x="385" y="1461"/>
                </a:lnTo>
                <a:lnTo>
                  <a:pt x="385" y="1462"/>
                </a:lnTo>
                <a:lnTo>
                  <a:pt x="384" y="1462"/>
                </a:lnTo>
                <a:lnTo>
                  <a:pt x="383" y="1462"/>
                </a:lnTo>
                <a:lnTo>
                  <a:pt x="383" y="1461"/>
                </a:lnTo>
                <a:lnTo>
                  <a:pt x="382" y="1461"/>
                </a:lnTo>
                <a:lnTo>
                  <a:pt x="382" y="1460"/>
                </a:lnTo>
                <a:lnTo>
                  <a:pt x="382" y="1459"/>
                </a:lnTo>
                <a:lnTo>
                  <a:pt x="381" y="1459"/>
                </a:lnTo>
                <a:lnTo>
                  <a:pt x="381" y="1458"/>
                </a:lnTo>
                <a:lnTo>
                  <a:pt x="380" y="1458"/>
                </a:lnTo>
                <a:lnTo>
                  <a:pt x="379" y="1458"/>
                </a:lnTo>
                <a:lnTo>
                  <a:pt x="379" y="1457"/>
                </a:lnTo>
                <a:lnTo>
                  <a:pt x="379" y="1456"/>
                </a:lnTo>
                <a:lnTo>
                  <a:pt x="379" y="1455"/>
                </a:lnTo>
                <a:lnTo>
                  <a:pt x="378" y="1455"/>
                </a:lnTo>
                <a:lnTo>
                  <a:pt x="377" y="1455"/>
                </a:lnTo>
                <a:lnTo>
                  <a:pt x="376" y="1455"/>
                </a:lnTo>
                <a:lnTo>
                  <a:pt x="375" y="1456"/>
                </a:lnTo>
                <a:lnTo>
                  <a:pt x="374" y="1456"/>
                </a:lnTo>
                <a:lnTo>
                  <a:pt x="374" y="1457"/>
                </a:lnTo>
                <a:lnTo>
                  <a:pt x="373" y="1457"/>
                </a:lnTo>
                <a:lnTo>
                  <a:pt x="373" y="1456"/>
                </a:lnTo>
                <a:lnTo>
                  <a:pt x="373" y="1457"/>
                </a:lnTo>
                <a:lnTo>
                  <a:pt x="373" y="1456"/>
                </a:lnTo>
                <a:lnTo>
                  <a:pt x="372" y="1456"/>
                </a:lnTo>
                <a:lnTo>
                  <a:pt x="372" y="1457"/>
                </a:lnTo>
                <a:lnTo>
                  <a:pt x="371" y="1456"/>
                </a:lnTo>
                <a:lnTo>
                  <a:pt x="372" y="1456"/>
                </a:lnTo>
                <a:lnTo>
                  <a:pt x="371" y="1456"/>
                </a:lnTo>
                <a:lnTo>
                  <a:pt x="371" y="1455"/>
                </a:lnTo>
                <a:lnTo>
                  <a:pt x="370" y="1455"/>
                </a:lnTo>
                <a:lnTo>
                  <a:pt x="370" y="1454"/>
                </a:lnTo>
                <a:lnTo>
                  <a:pt x="369" y="1454"/>
                </a:lnTo>
                <a:lnTo>
                  <a:pt x="369" y="1453"/>
                </a:lnTo>
                <a:lnTo>
                  <a:pt x="368" y="1453"/>
                </a:lnTo>
                <a:lnTo>
                  <a:pt x="368" y="1454"/>
                </a:lnTo>
                <a:lnTo>
                  <a:pt x="367" y="1454"/>
                </a:lnTo>
                <a:lnTo>
                  <a:pt x="366" y="1454"/>
                </a:lnTo>
                <a:lnTo>
                  <a:pt x="366" y="1455"/>
                </a:lnTo>
                <a:lnTo>
                  <a:pt x="365" y="1455"/>
                </a:lnTo>
                <a:lnTo>
                  <a:pt x="364" y="1455"/>
                </a:lnTo>
                <a:lnTo>
                  <a:pt x="364" y="1454"/>
                </a:lnTo>
                <a:lnTo>
                  <a:pt x="363" y="1454"/>
                </a:lnTo>
                <a:lnTo>
                  <a:pt x="363" y="1453"/>
                </a:lnTo>
                <a:lnTo>
                  <a:pt x="362" y="1453"/>
                </a:lnTo>
                <a:lnTo>
                  <a:pt x="362" y="1452"/>
                </a:lnTo>
                <a:lnTo>
                  <a:pt x="361" y="1452"/>
                </a:lnTo>
                <a:lnTo>
                  <a:pt x="361" y="1453"/>
                </a:lnTo>
                <a:lnTo>
                  <a:pt x="361" y="1454"/>
                </a:lnTo>
                <a:lnTo>
                  <a:pt x="360" y="1454"/>
                </a:lnTo>
                <a:lnTo>
                  <a:pt x="360" y="1453"/>
                </a:lnTo>
                <a:lnTo>
                  <a:pt x="359" y="1453"/>
                </a:lnTo>
                <a:lnTo>
                  <a:pt x="358" y="1453"/>
                </a:lnTo>
                <a:lnTo>
                  <a:pt x="357" y="1453"/>
                </a:lnTo>
                <a:lnTo>
                  <a:pt x="357" y="1454"/>
                </a:lnTo>
                <a:lnTo>
                  <a:pt x="356" y="1454"/>
                </a:lnTo>
                <a:lnTo>
                  <a:pt x="356" y="1455"/>
                </a:lnTo>
                <a:lnTo>
                  <a:pt x="355" y="1455"/>
                </a:lnTo>
                <a:lnTo>
                  <a:pt x="355" y="1456"/>
                </a:lnTo>
                <a:lnTo>
                  <a:pt x="355" y="1455"/>
                </a:lnTo>
                <a:lnTo>
                  <a:pt x="354" y="1455"/>
                </a:lnTo>
                <a:lnTo>
                  <a:pt x="354" y="1454"/>
                </a:lnTo>
                <a:lnTo>
                  <a:pt x="353" y="1454"/>
                </a:lnTo>
                <a:lnTo>
                  <a:pt x="352" y="1454"/>
                </a:lnTo>
                <a:lnTo>
                  <a:pt x="352" y="1453"/>
                </a:lnTo>
                <a:lnTo>
                  <a:pt x="351" y="1453"/>
                </a:lnTo>
                <a:lnTo>
                  <a:pt x="351" y="1452"/>
                </a:lnTo>
                <a:lnTo>
                  <a:pt x="350" y="1452"/>
                </a:lnTo>
                <a:lnTo>
                  <a:pt x="350" y="1451"/>
                </a:lnTo>
                <a:lnTo>
                  <a:pt x="349" y="1451"/>
                </a:lnTo>
                <a:lnTo>
                  <a:pt x="349" y="1450"/>
                </a:lnTo>
                <a:lnTo>
                  <a:pt x="350" y="1450"/>
                </a:lnTo>
                <a:lnTo>
                  <a:pt x="350" y="1449"/>
                </a:lnTo>
                <a:lnTo>
                  <a:pt x="349" y="1449"/>
                </a:lnTo>
                <a:lnTo>
                  <a:pt x="348" y="1449"/>
                </a:lnTo>
                <a:lnTo>
                  <a:pt x="347" y="1449"/>
                </a:lnTo>
                <a:lnTo>
                  <a:pt x="347" y="1448"/>
                </a:lnTo>
                <a:lnTo>
                  <a:pt x="348" y="1448"/>
                </a:lnTo>
                <a:lnTo>
                  <a:pt x="347" y="1448"/>
                </a:lnTo>
                <a:lnTo>
                  <a:pt x="347" y="1447"/>
                </a:lnTo>
                <a:lnTo>
                  <a:pt x="346" y="1447"/>
                </a:lnTo>
                <a:lnTo>
                  <a:pt x="345" y="1447"/>
                </a:lnTo>
                <a:lnTo>
                  <a:pt x="345" y="1448"/>
                </a:lnTo>
                <a:lnTo>
                  <a:pt x="344" y="1448"/>
                </a:lnTo>
                <a:lnTo>
                  <a:pt x="344" y="1449"/>
                </a:lnTo>
                <a:lnTo>
                  <a:pt x="343" y="1449"/>
                </a:lnTo>
                <a:lnTo>
                  <a:pt x="342" y="1449"/>
                </a:lnTo>
                <a:lnTo>
                  <a:pt x="342" y="1450"/>
                </a:lnTo>
                <a:lnTo>
                  <a:pt x="342" y="1451"/>
                </a:lnTo>
                <a:lnTo>
                  <a:pt x="341" y="1451"/>
                </a:lnTo>
                <a:lnTo>
                  <a:pt x="340" y="1451"/>
                </a:lnTo>
                <a:lnTo>
                  <a:pt x="340" y="1452"/>
                </a:lnTo>
                <a:lnTo>
                  <a:pt x="339" y="1452"/>
                </a:lnTo>
                <a:lnTo>
                  <a:pt x="339" y="1451"/>
                </a:lnTo>
                <a:lnTo>
                  <a:pt x="338" y="1452"/>
                </a:lnTo>
                <a:lnTo>
                  <a:pt x="338" y="1453"/>
                </a:lnTo>
                <a:lnTo>
                  <a:pt x="337" y="1453"/>
                </a:lnTo>
                <a:lnTo>
                  <a:pt x="336" y="1452"/>
                </a:lnTo>
                <a:lnTo>
                  <a:pt x="335" y="1452"/>
                </a:lnTo>
                <a:lnTo>
                  <a:pt x="334" y="1452"/>
                </a:lnTo>
                <a:lnTo>
                  <a:pt x="334" y="1453"/>
                </a:lnTo>
                <a:lnTo>
                  <a:pt x="333" y="1454"/>
                </a:lnTo>
                <a:lnTo>
                  <a:pt x="332" y="1454"/>
                </a:lnTo>
                <a:lnTo>
                  <a:pt x="332" y="1453"/>
                </a:lnTo>
                <a:lnTo>
                  <a:pt x="332" y="1454"/>
                </a:lnTo>
                <a:lnTo>
                  <a:pt x="331" y="1454"/>
                </a:lnTo>
                <a:lnTo>
                  <a:pt x="330" y="1454"/>
                </a:lnTo>
                <a:lnTo>
                  <a:pt x="329" y="1454"/>
                </a:lnTo>
                <a:lnTo>
                  <a:pt x="329" y="1453"/>
                </a:lnTo>
                <a:lnTo>
                  <a:pt x="328" y="1453"/>
                </a:lnTo>
                <a:lnTo>
                  <a:pt x="327" y="1453"/>
                </a:lnTo>
                <a:lnTo>
                  <a:pt x="327" y="1452"/>
                </a:lnTo>
                <a:lnTo>
                  <a:pt x="326" y="1452"/>
                </a:lnTo>
                <a:lnTo>
                  <a:pt x="325" y="1452"/>
                </a:lnTo>
                <a:lnTo>
                  <a:pt x="324" y="1452"/>
                </a:lnTo>
                <a:lnTo>
                  <a:pt x="324" y="1453"/>
                </a:lnTo>
                <a:lnTo>
                  <a:pt x="324" y="1454"/>
                </a:lnTo>
                <a:lnTo>
                  <a:pt x="323" y="1454"/>
                </a:lnTo>
                <a:lnTo>
                  <a:pt x="322" y="1454"/>
                </a:lnTo>
                <a:lnTo>
                  <a:pt x="321" y="1454"/>
                </a:lnTo>
                <a:lnTo>
                  <a:pt x="320" y="1453"/>
                </a:lnTo>
                <a:lnTo>
                  <a:pt x="319" y="1453"/>
                </a:lnTo>
                <a:lnTo>
                  <a:pt x="319" y="1454"/>
                </a:lnTo>
                <a:lnTo>
                  <a:pt x="319" y="1453"/>
                </a:lnTo>
                <a:lnTo>
                  <a:pt x="318" y="1453"/>
                </a:lnTo>
                <a:lnTo>
                  <a:pt x="317" y="1453"/>
                </a:lnTo>
                <a:lnTo>
                  <a:pt x="317" y="1454"/>
                </a:lnTo>
                <a:lnTo>
                  <a:pt x="316" y="1454"/>
                </a:lnTo>
                <a:lnTo>
                  <a:pt x="316" y="1453"/>
                </a:lnTo>
                <a:lnTo>
                  <a:pt x="315" y="1452"/>
                </a:lnTo>
                <a:lnTo>
                  <a:pt x="314" y="1452"/>
                </a:lnTo>
                <a:lnTo>
                  <a:pt x="313" y="1452"/>
                </a:lnTo>
                <a:lnTo>
                  <a:pt x="312" y="1452"/>
                </a:lnTo>
                <a:lnTo>
                  <a:pt x="312" y="1451"/>
                </a:lnTo>
                <a:lnTo>
                  <a:pt x="311" y="1451"/>
                </a:lnTo>
                <a:lnTo>
                  <a:pt x="311" y="1450"/>
                </a:lnTo>
                <a:lnTo>
                  <a:pt x="310" y="1450"/>
                </a:lnTo>
                <a:lnTo>
                  <a:pt x="309" y="1450"/>
                </a:lnTo>
                <a:lnTo>
                  <a:pt x="308" y="1451"/>
                </a:lnTo>
                <a:lnTo>
                  <a:pt x="307" y="1451"/>
                </a:lnTo>
                <a:lnTo>
                  <a:pt x="307" y="1452"/>
                </a:lnTo>
                <a:lnTo>
                  <a:pt x="306" y="1452"/>
                </a:lnTo>
                <a:lnTo>
                  <a:pt x="306" y="1451"/>
                </a:lnTo>
                <a:lnTo>
                  <a:pt x="305" y="1451"/>
                </a:lnTo>
                <a:lnTo>
                  <a:pt x="305" y="1450"/>
                </a:lnTo>
                <a:lnTo>
                  <a:pt x="304" y="1450"/>
                </a:lnTo>
                <a:lnTo>
                  <a:pt x="304" y="1449"/>
                </a:lnTo>
                <a:lnTo>
                  <a:pt x="303" y="1449"/>
                </a:lnTo>
                <a:lnTo>
                  <a:pt x="303" y="1450"/>
                </a:lnTo>
                <a:lnTo>
                  <a:pt x="303" y="1449"/>
                </a:lnTo>
                <a:lnTo>
                  <a:pt x="302" y="1449"/>
                </a:lnTo>
                <a:lnTo>
                  <a:pt x="301" y="1449"/>
                </a:lnTo>
                <a:lnTo>
                  <a:pt x="300" y="1449"/>
                </a:lnTo>
                <a:lnTo>
                  <a:pt x="300" y="1448"/>
                </a:lnTo>
                <a:lnTo>
                  <a:pt x="299" y="1448"/>
                </a:lnTo>
                <a:lnTo>
                  <a:pt x="298" y="1448"/>
                </a:lnTo>
                <a:lnTo>
                  <a:pt x="297" y="1447"/>
                </a:lnTo>
                <a:lnTo>
                  <a:pt x="296" y="1447"/>
                </a:lnTo>
                <a:lnTo>
                  <a:pt x="296" y="1446"/>
                </a:lnTo>
                <a:lnTo>
                  <a:pt x="295" y="1446"/>
                </a:lnTo>
                <a:lnTo>
                  <a:pt x="295" y="1445"/>
                </a:lnTo>
                <a:lnTo>
                  <a:pt x="295" y="1446"/>
                </a:lnTo>
                <a:lnTo>
                  <a:pt x="294" y="1446"/>
                </a:lnTo>
                <a:lnTo>
                  <a:pt x="293" y="1446"/>
                </a:lnTo>
                <a:lnTo>
                  <a:pt x="293" y="1445"/>
                </a:lnTo>
                <a:lnTo>
                  <a:pt x="292" y="1445"/>
                </a:lnTo>
                <a:lnTo>
                  <a:pt x="292" y="1444"/>
                </a:lnTo>
                <a:lnTo>
                  <a:pt x="291" y="1444"/>
                </a:lnTo>
                <a:lnTo>
                  <a:pt x="291" y="1443"/>
                </a:lnTo>
                <a:lnTo>
                  <a:pt x="290" y="1443"/>
                </a:lnTo>
                <a:lnTo>
                  <a:pt x="290" y="1442"/>
                </a:lnTo>
                <a:lnTo>
                  <a:pt x="289" y="1442"/>
                </a:lnTo>
                <a:lnTo>
                  <a:pt x="289" y="1441"/>
                </a:lnTo>
                <a:lnTo>
                  <a:pt x="288" y="1441"/>
                </a:lnTo>
                <a:lnTo>
                  <a:pt x="287" y="1441"/>
                </a:lnTo>
                <a:lnTo>
                  <a:pt x="287" y="1440"/>
                </a:lnTo>
                <a:lnTo>
                  <a:pt x="286" y="1440"/>
                </a:lnTo>
                <a:lnTo>
                  <a:pt x="286" y="1439"/>
                </a:lnTo>
                <a:lnTo>
                  <a:pt x="285" y="1439"/>
                </a:lnTo>
                <a:lnTo>
                  <a:pt x="285" y="1438"/>
                </a:lnTo>
                <a:lnTo>
                  <a:pt x="285" y="1437"/>
                </a:lnTo>
                <a:lnTo>
                  <a:pt x="286" y="1437"/>
                </a:lnTo>
                <a:lnTo>
                  <a:pt x="287" y="1437"/>
                </a:lnTo>
                <a:lnTo>
                  <a:pt x="287" y="1438"/>
                </a:lnTo>
                <a:lnTo>
                  <a:pt x="287" y="1437"/>
                </a:lnTo>
                <a:lnTo>
                  <a:pt x="288" y="1437"/>
                </a:lnTo>
                <a:lnTo>
                  <a:pt x="289" y="1437"/>
                </a:lnTo>
                <a:lnTo>
                  <a:pt x="289" y="1438"/>
                </a:lnTo>
                <a:lnTo>
                  <a:pt x="290" y="1438"/>
                </a:lnTo>
                <a:lnTo>
                  <a:pt x="291" y="1438"/>
                </a:lnTo>
                <a:lnTo>
                  <a:pt x="292" y="1438"/>
                </a:lnTo>
                <a:lnTo>
                  <a:pt x="293" y="1438"/>
                </a:lnTo>
                <a:lnTo>
                  <a:pt x="293" y="1437"/>
                </a:lnTo>
                <a:lnTo>
                  <a:pt x="294" y="1437"/>
                </a:lnTo>
                <a:lnTo>
                  <a:pt x="294" y="1436"/>
                </a:lnTo>
                <a:lnTo>
                  <a:pt x="293" y="1436"/>
                </a:lnTo>
                <a:lnTo>
                  <a:pt x="292" y="1437"/>
                </a:lnTo>
                <a:lnTo>
                  <a:pt x="291" y="1437"/>
                </a:lnTo>
                <a:lnTo>
                  <a:pt x="291" y="1436"/>
                </a:lnTo>
                <a:lnTo>
                  <a:pt x="290" y="1436"/>
                </a:lnTo>
                <a:lnTo>
                  <a:pt x="289" y="1436"/>
                </a:lnTo>
                <a:lnTo>
                  <a:pt x="289" y="1435"/>
                </a:lnTo>
                <a:lnTo>
                  <a:pt x="290" y="1435"/>
                </a:lnTo>
                <a:lnTo>
                  <a:pt x="290" y="1434"/>
                </a:lnTo>
                <a:lnTo>
                  <a:pt x="289" y="1434"/>
                </a:lnTo>
                <a:lnTo>
                  <a:pt x="289" y="1433"/>
                </a:lnTo>
                <a:lnTo>
                  <a:pt x="290" y="1433"/>
                </a:lnTo>
                <a:lnTo>
                  <a:pt x="290" y="1432"/>
                </a:lnTo>
                <a:lnTo>
                  <a:pt x="291" y="1431"/>
                </a:lnTo>
                <a:lnTo>
                  <a:pt x="292" y="1431"/>
                </a:lnTo>
                <a:lnTo>
                  <a:pt x="292" y="1429"/>
                </a:lnTo>
                <a:lnTo>
                  <a:pt x="293" y="1429"/>
                </a:lnTo>
                <a:lnTo>
                  <a:pt x="293" y="1430"/>
                </a:lnTo>
                <a:lnTo>
                  <a:pt x="293" y="1428"/>
                </a:lnTo>
                <a:lnTo>
                  <a:pt x="294" y="1427"/>
                </a:lnTo>
                <a:lnTo>
                  <a:pt x="295" y="1427"/>
                </a:lnTo>
                <a:lnTo>
                  <a:pt x="295" y="1426"/>
                </a:lnTo>
                <a:lnTo>
                  <a:pt x="295" y="1425"/>
                </a:lnTo>
                <a:lnTo>
                  <a:pt x="296" y="1425"/>
                </a:lnTo>
                <a:lnTo>
                  <a:pt x="296" y="1424"/>
                </a:lnTo>
                <a:lnTo>
                  <a:pt x="298" y="1424"/>
                </a:lnTo>
                <a:lnTo>
                  <a:pt x="299" y="1424"/>
                </a:lnTo>
                <a:lnTo>
                  <a:pt x="299" y="1423"/>
                </a:lnTo>
                <a:lnTo>
                  <a:pt x="300" y="1423"/>
                </a:lnTo>
                <a:lnTo>
                  <a:pt x="301" y="1422"/>
                </a:lnTo>
                <a:lnTo>
                  <a:pt x="301" y="1421"/>
                </a:lnTo>
                <a:lnTo>
                  <a:pt x="301" y="1420"/>
                </a:lnTo>
                <a:lnTo>
                  <a:pt x="301" y="1419"/>
                </a:lnTo>
                <a:lnTo>
                  <a:pt x="301" y="1418"/>
                </a:lnTo>
                <a:lnTo>
                  <a:pt x="301" y="1417"/>
                </a:lnTo>
                <a:lnTo>
                  <a:pt x="301" y="1416"/>
                </a:lnTo>
                <a:lnTo>
                  <a:pt x="301" y="1415"/>
                </a:lnTo>
                <a:lnTo>
                  <a:pt x="302" y="1415"/>
                </a:lnTo>
                <a:lnTo>
                  <a:pt x="302" y="1413"/>
                </a:lnTo>
                <a:lnTo>
                  <a:pt x="301" y="1412"/>
                </a:lnTo>
                <a:lnTo>
                  <a:pt x="302" y="1412"/>
                </a:lnTo>
                <a:lnTo>
                  <a:pt x="302" y="1411"/>
                </a:lnTo>
                <a:lnTo>
                  <a:pt x="303" y="1410"/>
                </a:lnTo>
                <a:lnTo>
                  <a:pt x="303" y="1409"/>
                </a:lnTo>
                <a:lnTo>
                  <a:pt x="304" y="1409"/>
                </a:lnTo>
                <a:lnTo>
                  <a:pt x="304" y="1408"/>
                </a:lnTo>
                <a:lnTo>
                  <a:pt x="305" y="1408"/>
                </a:lnTo>
                <a:lnTo>
                  <a:pt x="305" y="1407"/>
                </a:lnTo>
                <a:lnTo>
                  <a:pt x="305" y="1406"/>
                </a:lnTo>
                <a:lnTo>
                  <a:pt x="306" y="1406"/>
                </a:lnTo>
                <a:lnTo>
                  <a:pt x="306" y="1405"/>
                </a:lnTo>
                <a:lnTo>
                  <a:pt x="307" y="1404"/>
                </a:lnTo>
                <a:lnTo>
                  <a:pt x="308" y="1404"/>
                </a:lnTo>
                <a:lnTo>
                  <a:pt x="308" y="1403"/>
                </a:lnTo>
                <a:lnTo>
                  <a:pt x="309" y="1403"/>
                </a:lnTo>
                <a:lnTo>
                  <a:pt x="310" y="1403"/>
                </a:lnTo>
                <a:lnTo>
                  <a:pt x="310" y="1402"/>
                </a:lnTo>
                <a:lnTo>
                  <a:pt x="311" y="1402"/>
                </a:lnTo>
                <a:lnTo>
                  <a:pt x="311" y="1401"/>
                </a:lnTo>
                <a:lnTo>
                  <a:pt x="311" y="1400"/>
                </a:lnTo>
                <a:lnTo>
                  <a:pt x="311" y="1399"/>
                </a:lnTo>
                <a:lnTo>
                  <a:pt x="310" y="1399"/>
                </a:lnTo>
                <a:lnTo>
                  <a:pt x="310" y="1398"/>
                </a:lnTo>
                <a:lnTo>
                  <a:pt x="309" y="1398"/>
                </a:lnTo>
                <a:lnTo>
                  <a:pt x="309" y="1397"/>
                </a:lnTo>
                <a:lnTo>
                  <a:pt x="308" y="1397"/>
                </a:lnTo>
                <a:lnTo>
                  <a:pt x="308" y="1396"/>
                </a:lnTo>
                <a:lnTo>
                  <a:pt x="307" y="1396"/>
                </a:lnTo>
                <a:lnTo>
                  <a:pt x="307" y="1395"/>
                </a:lnTo>
                <a:lnTo>
                  <a:pt x="306" y="1395"/>
                </a:lnTo>
                <a:lnTo>
                  <a:pt x="306" y="1394"/>
                </a:lnTo>
                <a:lnTo>
                  <a:pt x="306" y="1393"/>
                </a:lnTo>
                <a:lnTo>
                  <a:pt x="306" y="1392"/>
                </a:lnTo>
                <a:lnTo>
                  <a:pt x="307" y="1392"/>
                </a:lnTo>
                <a:lnTo>
                  <a:pt x="308" y="1392"/>
                </a:lnTo>
                <a:lnTo>
                  <a:pt x="309" y="1392"/>
                </a:lnTo>
                <a:lnTo>
                  <a:pt x="310" y="1392"/>
                </a:lnTo>
                <a:lnTo>
                  <a:pt x="311" y="1392"/>
                </a:lnTo>
                <a:lnTo>
                  <a:pt x="311" y="1391"/>
                </a:lnTo>
                <a:lnTo>
                  <a:pt x="312" y="1391"/>
                </a:lnTo>
                <a:lnTo>
                  <a:pt x="312" y="1390"/>
                </a:lnTo>
                <a:lnTo>
                  <a:pt x="313" y="1390"/>
                </a:lnTo>
                <a:lnTo>
                  <a:pt x="314" y="1390"/>
                </a:lnTo>
                <a:lnTo>
                  <a:pt x="314" y="1389"/>
                </a:lnTo>
                <a:lnTo>
                  <a:pt x="315" y="1389"/>
                </a:lnTo>
                <a:lnTo>
                  <a:pt x="315" y="1388"/>
                </a:lnTo>
                <a:lnTo>
                  <a:pt x="316" y="1388"/>
                </a:lnTo>
                <a:lnTo>
                  <a:pt x="316" y="1387"/>
                </a:lnTo>
                <a:lnTo>
                  <a:pt x="317" y="1387"/>
                </a:lnTo>
                <a:lnTo>
                  <a:pt x="317" y="1386"/>
                </a:lnTo>
                <a:lnTo>
                  <a:pt x="318" y="1386"/>
                </a:lnTo>
                <a:lnTo>
                  <a:pt x="317" y="1386"/>
                </a:lnTo>
                <a:lnTo>
                  <a:pt x="317" y="1385"/>
                </a:lnTo>
                <a:lnTo>
                  <a:pt x="318" y="1385"/>
                </a:lnTo>
                <a:lnTo>
                  <a:pt x="318" y="1384"/>
                </a:lnTo>
                <a:lnTo>
                  <a:pt x="319" y="1384"/>
                </a:lnTo>
                <a:lnTo>
                  <a:pt x="320" y="1384"/>
                </a:lnTo>
                <a:lnTo>
                  <a:pt x="321" y="1384"/>
                </a:lnTo>
                <a:lnTo>
                  <a:pt x="321" y="1383"/>
                </a:lnTo>
                <a:lnTo>
                  <a:pt x="322" y="1383"/>
                </a:lnTo>
                <a:lnTo>
                  <a:pt x="323" y="1382"/>
                </a:lnTo>
                <a:lnTo>
                  <a:pt x="323" y="1381"/>
                </a:lnTo>
                <a:lnTo>
                  <a:pt x="324" y="1381"/>
                </a:lnTo>
                <a:lnTo>
                  <a:pt x="325" y="1380"/>
                </a:lnTo>
                <a:lnTo>
                  <a:pt x="325" y="1379"/>
                </a:lnTo>
                <a:lnTo>
                  <a:pt x="326" y="1379"/>
                </a:lnTo>
                <a:lnTo>
                  <a:pt x="326" y="1378"/>
                </a:lnTo>
                <a:lnTo>
                  <a:pt x="327" y="1378"/>
                </a:lnTo>
                <a:lnTo>
                  <a:pt x="328" y="1377"/>
                </a:lnTo>
                <a:lnTo>
                  <a:pt x="328" y="1376"/>
                </a:lnTo>
                <a:lnTo>
                  <a:pt x="329" y="1376"/>
                </a:lnTo>
                <a:lnTo>
                  <a:pt x="329" y="1375"/>
                </a:lnTo>
                <a:lnTo>
                  <a:pt x="330" y="1375"/>
                </a:lnTo>
                <a:lnTo>
                  <a:pt x="331" y="1374"/>
                </a:lnTo>
                <a:lnTo>
                  <a:pt x="332" y="1374"/>
                </a:lnTo>
                <a:lnTo>
                  <a:pt x="332" y="1373"/>
                </a:lnTo>
                <a:lnTo>
                  <a:pt x="332" y="1372"/>
                </a:lnTo>
                <a:lnTo>
                  <a:pt x="332" y="1371"/>
                </a:lnTo>
                <a:lnTo>
                  <a:pt x="331" y="1371"/>
                </a:lnTo>
                <a:lnTo>
                  <a:pt x="330" y="1371"/>
                </a:lnTo>
                <a:lnTo>
                  <a:pt x="330" y="1370"/>
                </a:lnTo>
                <a:lnTo>
                  <a:pt x="329" y="1370"/>
                </a:lnTo>
                <a:lnTo>
                  <a:pt x="329" y="1369"/>
                </a:lnTo>
                <a:lnTo>
                  <a:pt x="328" y="1369"/>
                </a:lnTo>
                <a:lnTo>
                  <a:pt x="328" y="1368"/>
                </a:lnTo>
                <a:lnTo>
                  <a:pt x="328" y="1367"/>
                </a:lnTo>
                <a:lnTo>
                  <a:pt x="328" y="1366"/>
                </a:lnTo>
                <a:lnTo>
                  <a:pt x="328" y="1365"/>
                </a:lnTo>
                <a:lnTo>
                  <a:pt x="328" y="1364"/>
                </a:lnTo>
                <a:lnTo>
                  <a:pt x="329" y="1364"/>
                </a:lnTo>
                <a:lnTo>
                  <a:pt x="330" y="1363"/>
                </a:lnTo>
                <a:lnTo>
                  <a:pt x="330" y="1362"/>
                </a:lnTo>
                <a:lnTo>
                  <a:pt x="331" y="1361"/>
                </a:lnTo>
                <a:lnTo>
                  <a:pt x="332" y="1360"/>
                </a:lnTo>
                <a:lnTo>
                  <a:pt x="332" y="1359"/>
                </a:lnTo>
                <a:lnTo>
                  <a:pt x="333" y="1359"/>
                </a:lnTo>
                <a:lnTo>
                  <a:pt x="333" y="1358"/>
                </a:lnTo>
                <a:lnTo>
                  <a:pt x="334" y="1358"/>
                </a:lnTo>
                <a:lnTo>
                  <a:pt x="334" y="1357"/>
                </a:lnTo>
                <a:lnTo>
                  <a:pt x="333" y="1357"/>
                </a:lnTo>
                <a:lnTo>
                  <a:pt x="333" y="1356"/>
                </a:lnTo>
                <a:lnTo>
                  <a:pt x="333" y="1355"/>
                </a:lnTo>
                <a:lnTo>
                  <a:pt x="333" y="1354"/>
                </a:lnTo>
                <a:lnTo>
                  <a:pt x="332" y="1354"/>
                </a:lnTo>
                <a:lnTo>
                  <a:pt x="332" y="1353"/>
                </a:lnTo>
                <a:lnTo>
                  <a:pt x="332" y="1352"/>
                </a:lnTo>
                <a:lnTo>
                  <a:pt x="331" y="1352"/>
                </a:lnTo>
                <a:lnTo>
                  <a:pt x="331" y="1351"/>
                </a:lnTo>
                <a:lnTo>
                  <a:pt x="332" y="1351"/>
                </a:lnTo>
                <a:lnTo>
                  <a:pt x="332" y="1350"/>
                </a:lnTo>
                <a:lnTo>
                  <a:pt x="331" y="1350"/>
                </a:lnTo>
                <a:lnTo>
                  <a:pt x="331" y="1348"/>
                </a:lnTo>
                <a:lnTo>
                  <a:pt x="330" y="1348"/>
                </a:lnTo>
                <a:lnTo>
                  <a:pt x="330" y="1347"/>
                </a:lnTo>
                <a:lnTo>
                  <a:pt x="330" y="1346"/>
                </a:lnTo>
                <a:lnTo>
                  <a:pt x="331" y="1346"/>
                </a:lnTo>
                <a:lnTo>
                  <a:pt x="330" y="1346"/>
                </a:lnTo>
                <a:lnTo>
                  <a:pt x="330" y="1345"/>
                </a:lnTo>
                <a:lnTo>
                  <a:pt x="330" y="1344"/>
                </a:lnTo>
                <a:lnTo>
                  <a:pt x="330" y="1343"/>
                </a:lnTo>
                <a:lnTo>
                  <a:pt x="330" y="1342"/>
                </a:lnTo>
                <a:lnTo>
                  <a:pt x="330" y="1341"/>
                </a:lnTo>
                <a:lnTo>
                  <a:pt x="329" y="1341"/>
                </a:lnTo>
                <a:lnTo>
                  <a:pt x="330" y="1341"/>
                </a:lnTo>
                <a:lnTo>
                  <a:pt x="330" y="1340"/>
                </a:lnTo>
                <a:lnTo>
                  <a:pt x="330" y="1339"/>
                </a:lnTo>
                <a:lnTo>
                  <a:pt x="329" y="1339"/>
                </a:lnTo>
                <a:lnTo>
                  <a:pt x="329" y="1338"/>
                </a:lnTo>
                <a:lnTo>
                  <a:pt x="328" y="1338"/>
                </a:lnTo>
                <a:lnTo>
                  <a:pt x="328" y="1337"/>
                </a:lnTo>
                <a:lnTo>
                  <a:pt x="328" y="1338"/>
                </a:lnTo>
                <a:lnTo>
                  <a:pt x="328" y="1337"/>
                </a:lnTo>
                <a:lnTo>
                  <a:pt x="328" y="1336"/>
                </a:lnTo>
                <a:lnTo>
                  <a:pt x="327" y="1336"/>
                </a:lnTo>
                <a:lnTo>
                  <a:pt x="327" y="1335"/>
                </a:lnTo>
                <a:lnTo>
                  <a:pt x="327" y="1334"/>
                </a:lnTo>
                <a:lnTo>
                  <a:pt x="327" y="1333"/>
                </a:lnTo>
                <a:lnTo>
                  <a:pt x="327" y="1332"/>
                </a:lnTo>
                <a:lnTo>
                  <a:pt x="326" y="1332"/>
                </a:lnTo>
                <a:lnTo>
                  <a:pt x="327" y="1332"/>
                </a:lnTo>
                <a:lnTo>
                  <a:pt x="326" y="1331"/>
                </a:lnTo>
                <a:lnTo>
                  <a:pt x="326" y="1330"/>
                </a:lnTo>
                <a:lnTo>
                  <a:pt x="326" y="1329"/>
                </a:lnTo>
                <a:lnTo>
                  <a:pt x="325" y="1329"/>
                </a:lnTo>
                <a:lnTo>
                  <a:pt x="324" y="1329"/>
                </a:lnTo>
                <a:lnTo>
                  <a:pt x="324" y="1328"/>
                </a:lnTo>
                <a:lnTo>
                  <a:pt x="324" y="1327"/>
                </a:lnTo>
                <a:lnTo>
                  <a:pt x="323" y="1327"/>
                </a:lnTo>
                <a:lnTo>
                  <a:pt x="323" y="1326"/>
                </a:lnTo>
                <a:lnTo>
                  <a:pt x="323" y="1325"/>
                </a:lnTo>
                <a:lnTo>
                  <a:pt x="322" y="1325"/>
                </a:lnTo>
                <a:lnTo>
                  <a:pt x="322" y="1324"/>
                </a:lnTo>
                <a:lnTo>
                  <a:pt x="323" y="1324"/>
                </a:lnTo>
                <a:lnTo>
                  <a:pt x="323" y="1323"/>
                </a:lnTo>
                <a:lnTo>
                  <a:pt x="324" y="1323"/>
                </a:lnTo>
                <a:lnTo>
                  <a:pt x="324" y="1322"/>
                </a:lnTo>
                <a:lnTo>
                  <a:pt x="324" y="1321"/>
                </a:lnTo>
                <a:lnTo>
                  <a:pt x="325" y="1321"/>
                </a:lnTo>
                <a:lnTo>
                  <a:pt x="326" y="1321"/>
                </a:lnTo>
                <a:lnTo>
                  <a:pt x="327" y="1321"/>
                </a:lnTo>
                <a:lnTo>
                  <a:pt x="327" y="1320"/>
                </a:lnTo>
                <a:lnTo>
                  <a:pt x="328" y="1320"/>
                </a:lnTo>
                <a:lnTo>
                  <a:pt x="329" y="1320"/>
                </a:lnTo>
                <a:lnTo>
                  <a:pt x="330" y="1320"/>
                </a:lnTo>
                <a:lnTo>
                  <a:pt x="331" y="1320"/>
                </a:lnTo>
                <a:lnTo>
                  <a:pt x="331" y="1319"/>
                </a:lnTo>
                <a:lnTo>
                  <a:pt x="332" y="1319"/>
                </a:lnTo>
                <a:lnTo>
                  <a:pt x="333" y="1319"/>
                </a:lnTo>
                <a:lnTo>
                  <a:pt x="334" y="1319"/>
                </a:lnTo>
                <a:lnTo>
                  <a:pt x="335" y="1319"/>
                </a:lnTo>
                <a:lnTo>
                  <a:pt x="335" y="1320"/>
                </a:lnTo>
                <a:lnTo>
                  <a:pt x="336" y="1319"/>
                </a:lnTo>
                <a:lnTo>
                  <a:pt x="336" y="1318"/>
                </a:lnTo>
                <a:lnTo>
                  <a:pt x="336" y="1317"/>
                </a:lnTo>
                <a:lnTo>
                  <a:pt x="337" y="1317"/>
                </a:lnTo>
                <a:lnTo>
                  <a:pt x="337" y="1316"/>
                </a:lnTo>
                <a:lnTo>
                  <a:pt x="336" y="1316"/>
                </a:lnTo>
                <a:lnTo>
                  <a:pt x="336" y="1315"/>
                </a:lnTo>
                <a:lnTo>
                  <a:pt x="336" y="1314"/>
                </a:lnTo>
                <a:lnTo>
                  <a:pt x="337" y="1314"/>
                </a:lnTo>
                <a:lnTo>
                  <a:pt x="337" y="1313"/>
                </a:lnTo>
                <a:lnTo>
                  <a:pt x="337" y="1312"/>
                </a:lnTo>
                <a:lnTo>
                  <a:pt x="337" y="1311"/>
                </a:lnTo>
                <a:lnTo>
                  <a:pt x="338" y="1311"/>
                </a:lnTo>
                <a:lnTo>
                  <a:pt x="337" y="1311"/>
                </a:lnTo>
                <a:lnTo>
                  <a:pt x="337" y="1310"/>
                </a:lnTo>
                <a:lnTo>
                  <a:pt x="337" y="1309"/>
                </a:lnTo>
                <a:lnTo>
                  <a:pt x="338" y="1309"/>
                </a:lnTo>
                <a:lnTo>
                  <a:pt x="338" y="1308"/>
                </a:lnTo>
                <a:lnTo>
                  <a:pt x="339" y="1308"/>
                </a:lnTo>
                <a:lnTo>
                  <a:pt x="339" y="1307"/>
                </a:lnTo>
                <a:lnTo>
                  <a:pt x="340" y="1307"/>
                </a:lnTo>
                <a:lnTo>
                  <a:pt x="341" y="1307"/>
                </a:lnTo>
                <a:lnTo>
                  <a:pt x="342" y="1307"/>
                </a:lnTo>
                <a:lnTo>
                  <a:pt x="343" y="1307"/>
                </a:lnTo>
                <a:lnTo>
                  <a:pt x="343" y="1306"/>
                </a:lnTo>
                <a:lnTo>
                  <a:pt x="344" y="1306"/>
                </a:lnTo>
                <a:lnTo>
                  <a:pt x="344" y="1305"/>
                </a:lnTo>
                <a:lnTo>
                  <a:pt x="345" y="1305"/>
                </a:lnTo>
                <a:lnTo>
                  <a:pt x="346" y="1305"/>
                </a:lnTo>
                <a:lnTo>
                  <a:pt x="346" y="1304"/>
                </a:lnTo>
                <a:lnTo>
                  <a:pt x="347" y="1304"/>
                </a:lnTo>
                <a:lnTo>
                  <a:pt x="347" y="1303"/>
                </a:lnTo>
                <a:lnTo>
                  <a:pt x="348" y="1303"/>
                </a:lnTo>
                <a:lnTo>
                  <a:pt x="348" y="1304"/>
                </a:lnTo>
                <a:lnTo>
                  <a:pt x="348" y="1303"/>
                </a:lnTo>
                <a:lnTo>
                  <a:pt x="349" y="1303"/>
                </a:lnTo>
                <a:lnTo>
                  <a:pt x="350" y="1303"/>
                </a:lnTo>
                <a:lnTo>
                  <a:pt x="351" y="1303"/>
                </a:lnTo>
                <a:lnTo>
                  <a:pt x="351" y="1304"/>
                </a:lnTo>
                <a:lnTo>
                  <a:pt x="351" y="1303"/>
                </a:lnTo>
                <a:lnTo>
                  <a:pt x="351" y="1302"/>
                </a:lnTo>
                <a:lnTo>
                  <a:pt x="350" y="1302"/>
                </a:lnTo>
                <a:lnTo>
                  <a:pt x="350" y="1301"/>
                </a:lnTo>
                <a:lnTo>
                  <a:pt x="349" y="1301"/>
                </a:lnTo>
                <a:lnTo>
                  <a:pt x="349" y="1300"/>
                </a:lnTo>
                <a:lnTo>
                  <a:pt x="349" y="1299"/>
                </a:lnTo>
                <a:lnTo>
                  <a:pt x="349" y="1298"/>
                </a:lnTo>
                <a:lnTo>
                  <a:pt x="349" y="1297"/>
                </a:lnTo>
                <a:lnTo>
                  <a:pt x="349" y="1296"/>
                </a:lnTo>
                <a:lnTo>
                  <a:pt x="348" y="1296"/>
                </a:lnTo>
                <a:lnTo>
                  <a:pt x="348" y="1295"/>
                </a:lnTo>
                <a:lnTo>
                  <a:pt x="348" y="1293"/>
                </a:lnTo>
                <a:lnTo>
                  <a:pt x="348" y="1292"/>
                </a:lnTo>
                <a:lnTo>
                  <a:pt x="348" y="1291"/>
                </a:lnTo>
                <a:lnTo>
                  <a:pt x="347" y="1291"/>
                </a:lnTo>
                <a:lnTo>
                  <a:pt x="347" y="1290"/>
                </a:lnTo>
                <a:lnTo>
                  <a:pt x="347" y="1289"/>
                </a:lnTo>
                <a:lnTo>
                  <a:pt x="348" y="1289"/>
                </a:lnTo>
                <a:lnTo>
                  <a:pt x="348" y="1288"/>
                </a:lnTo>
                <a:lnTo>
                  <a:pt x="348" y="1287"/>
                </a:lnTo>
                <a:lnTo>
                  <a:pt x="347" y="1287"/>
                </a:lnTo>
                <a:lnTo>
                  <a:pt x="348" y="1287"/>
                </a:lnTo>
                <a:lnTo>
                  <a:pt x="348" y="1286"/>
                </a:lnTo>
                <a:lnTo>
                  <a:pt x="348" y="1285"/>
                </a:lnTo>
                <a:lnTo>
                  <a:pt x="348" y="1284"/>
                </a:lnTo>
                <a:lnTo>
                  <a:pt x="349" y="1284"/>
                </a:lnTo>
                <a:lnTo>
                  <a:pt x="349" y="1285"/>
                </a:lnTo>
                <a:lnTo>
                  <a:pt x="350" y="1285"/>
                </a:lnTo>
                <a:lnTo>
                  <a:pt x="351" y="1285"/>
                </a:lnTo>
                <a:lnTo>
                  <a:pt x="351" y="1286"/>
                </a:lnTo>
                <a:lnTo>
                  <a:pt x="352" y="1286"/>
                </a:lnTo>
                <a:lnTo>
                  <a:pt x="352" y="1287"/>
                </a:lnTo>
                <a:lnTo>
                  <a:pt x="353" y="1287"/>
                </a:lnTo>
                <a:lnTo>
                  <a:pt x="354" y="1287"/>
                </a:lnTo>
                <a:lnTo>
                  <a:pt x="354" y="1288"/>
                </a:lnTo>
                <a:lnTo>
                  <a:pt x="355" y="1288"/>
                </a:lnTo>
                <a:lnTo>
                  <a:pt x="356" y="1289"/>
                </a:lnTo>
                <a:lnTo>
                  <a:pt x="356" y="1290"/>
                </a:lnTo>
                <a:lnTo>
                  <a:pt x="357" y="1290"/>
                </a:lnTo>
                <a:lnTo>
                  <a:pt x="357" y="1291"/>
                </a:lnTo>
                <a:lnTo>
                  <a:pt x="358" y="1291"/>
                </a:lnTo>
                <a:lnTo>
                  <a:pt x="359" y="1291"/>
                </a:lnTo>
                <a:lnTo>
                  <a:pt x="360" y="1291"/>
                </a:lnTo>
                <a:lnTo>
                  <a:pt x="360" y="1292"/>
                </a:lnTo>
                <a:lnTo>
                  <a:pt x="361" y="1292"/>
                </a:lnTo>
                <a:lnTo>
                  <a:pt x="362" y="1292"/>
                </a:lnTo>
                <a:lnTo>
                  <a:pt x="363" y="1292"/>
                </a:lnTo>
                <a:lnTo>
                  <a:pt x="363" y="1293"/>
                </a:lnTo>
                <a:lnTo>
                  <a:pt x="364" y="1293"/>
                </a:lnTo>
                <a:lnTo>
                  <a:pt x="365" y="1293"/>
                </a:lnTo>
                <a:lnTo>
                  <a:pt x="365" y="1294"/>
                </a:lnTo>
                <a:lnTo>
                  <a:pt x="366" y="1294"/>
                </a:lnTo>
                <a:lnTo>
                  <a:pt x="367" y="1293"/>
                </a:lnTo>
                <a:lnTo>
                  <a:pt x="367" y="1292"/>
                </a:lnTo>
                <a:lnTo>
                  <a:pt x="368" y="1292"/>
                </a:lnTo>
                <a:lnTo>
                  <a:pt x="368" y="1293"/>
                </a:lnTo>
                <a:lnTo>
                  <a:pt x="369" y="1293"/>
                </a:lnTo>
                <a:lnTo>
                  <a:pt x="370" y="1293"/>
                </a:lnTo>
                <a:lnTo>
                  <a:pt x="370" y="1292"/>
                </a:lnTo>
                <a:lnTo>
                  <a:pt x="370" y="1291"/>
                </a:lnTo>
                <a:lnTo>
                  <a:pt x="371" y="1291"/>
                </a:lnTo>
                <a:lnTo>
                  <a:pt x="371" y="1289"/>
                </a:lnTo>
                <a:lnTo>
                  <a:pt x="371" y="1288"/>
                </a:lnTo>
                <a:lnTo>
                  <a:pt x="372" y="1288"/>
                </a:lnTo>
                <a:lnTo>
                  <a:pt x="372" y="1287"/>
                </a:lnTo>
                <a:lnTo>
                  <a:pt x="371" y="1287"/>
                </a:lnTo>
                <a:lnTo>
                  <a:pt x="371" y="1286"/>
                </a:lnTo>
                <a:lnTo>
                  <a:pt x="371" y="1285"/>
                </a:lnTo>
                <a:lnTo>
                  <a:pt x="371" y="1284"/>
                </a:lnTo>
                <a:lnTo>
                  <a:pt x="370" y="1283"/>
                </a:lnTo>
                <a:lnTo>
                  <a:pt x="370" y="1282"/>
                </a:lnTo>
                <a:lnTo>
                  <a:pt x="369" y="1282"/>
                </a:lnTo>
                <a:lnTo>
                  <a:pt x="369" y="1281"/>
                </a:lnTo>
                <a:lnTo>
                  <a:pt x="368" y="1281"/>
                </a:lnTo>
                <a:lnTo>
                  <a:pt x="367" y="1281"/>
                </a:lnTo>
                <a:lnTo>
                  <a:pt x="366" y="1281"/>
                </a:lnTo>
                <a:lnTo>
                  <a:pt x="366" y="1280"/>
                </a:lnTo>
                <a:lnTo>
                  <a:pt x="366" y="1279"/>
                </a:lnTo>
                <a:lnTo>
                  <a:pt x="367" y="1279"/>
                </a:lnTo>
                <a:lnTo>
                  <a:pt x="366" y="1279"/>
                </a:lnTo>
                <a:lnTo>
                  <a:pt x="366" y="1278"/>
                </a:lnTo>
                <a:lnTo>
                  <a:pt x="366" y="1277"/>
                </a:lnTo>
                <a:lnTo>
                  <a:pt x="365" y="1277"/>
                </a:lnTo>
                <a:lnTo>
                  <a:pt x="365" y="1276"/>
                </a:lnTo>
                <a:lnTo>
                  <a:pt x="365" y="1275"/>
                </a:lnTo>
                <a:lnTo>
                  <a:pt x="364" y="1275"/>
                </a:lnTo>
                <a:lnTo>
                  <a:pt x="364" y="1274"/>
                </a:lnTo>
                <a:lnTo>
                  <a:pt x="364" y="1273"/>
                </a:lnTo>
                <a:lnTo>
                  <a:pt x="364" y="1271"/>
                </a:lnTo>
                <a:lnTo>
                  <a:pt x="364" y="1270"/>
                </a:lnTo>
                <a:lnTo>
                  <a:pt x="364" y="1269"/>
                </a:lnTo>
                <a:lnTo>
                  <a:pt x="363" y="1269"/>
                </a:lnTo>
                <a:lnTo>
                  <a:pt x="364" y="1268"/>
                </a:lnTo>
                <a:lnTo>
                  <a:pt x="365" y="1268"/>
                </a:lnTo>
                <a:lnTo>
                  <a:pt x="364" y="1267"/>
                </a:lnTo>
                <a:lnTo>
                  <a:pt x="364" y="1266"/>
                </a:lnTo>
                <a:lnTo>
                  <a:pt x="365" y="1266"/>
                </a:lnTo>
                <a:lnTo>
                  <a:pt x="366" y="1266"/>
                </a:lnTo>
                <a:lnTo>
                  <a:pt x="366" y="1265"/>
                </a:lnTo>
                <a:lnTo>
                  <a:pt x="365" y="1265"/>
                </a:lnTo>
                <a:lnTo>
                  <a:pt x="365" y="1264"/>
                </a:lnTo>
                <a:lnTo>
                  <a:pt x="366" y="1264"/>
                </a:lnTo>
                <a:lnTo>
                  <a:pt x="366" y="1263"/>
                </a:lnTo>
                <a:lnTo>
                  <a:pt x="367" y="1263"/>
                </a:lnTo>
                <a:lnTo>
                  <a:pt x="367" y="1262"/>
                </a:lnTo>
                <a:lnTo>
                  <a:pt x="366" y="1262"/>
                </a:lnTo>
                <a:lnTo>
                  <a:pt x="366" y="1261"/>
                </a:lnTo>
                <a:lnTo>
                  <a:pt x="366" y="1260"/>
                </a:lnTo>
                <a:lnTo>
                  <a:pt x="366" y="1259"/>
                </a:lnTo>
                <a:lnTo>
                  <a:pt x="365" y="1259"/>
                </a:lnTo>
                <a:lnTo>
                  <a:pt x="366" y="1259"/>
                </a:lnTo>
                <a:lnTo>
                  <a:pt x="366" y="1258"/>
                </a:lnTo>
                <a:lnTo>
                  <a:pt x="365" y="1258"/>
                </a:lnTo>
                <a:lnTo>
                  <a:pt x="364" y="1258"/>
                </a:lnTo>
                <a:lnTo>
                  <a:pt x="364" y="1257"/>
                </a:lnTo>
                <a:lnTo>
                  <a:pt x="364" y="1256"/>
                </a:lnTo>
                <a:lnTo>
                  <a:pt x="363" y="1256"/>
                </a:lnTo>
                <a:lnTo>
                  <a:pt x="362" y="1256"/>
                </a:lnTo>
                <a:lnTo>
                  <a:pt x="362" y="1257"/>
                </a:lnTo>
                <a:lnTo>
                  <a:pt x="361" y="1257"/>
                </a:lnTo>
                <a:lnTo>
                  <a:pt x="361" y="1256"/>
                </a:lnTo>
                <a:lnTo>
                  <a:pt x="359" y="1256"/>
                </a:lnTo>
                <a:lnTo>
                  <a:pt x="358" y="1256"/>
                </a:lnTo>
                <a:lnTo>
                  <a:pt x="358" y="1255"/>
                </a:lnTo>
                <a:lnTo>
                  <a:pt x="357" y="1255"/>
                </a:lnTo>
                <a:lnTo>
                  <a:pt x="357" y="1256"/>
                </a:lnTo>
                <a:lnTo>
                  <a:pt x="356" y="1256"/>
                </a:lnTo>
                <a:lnTo>
                  <a:pt x="355" y="1256"/>
                </a:lnTo>
                <a:lnTo>
                  <a:pt x="354" y="1256"/>
                </a:lnTo>
                <a:lnTo>
                  <a:pt x="354" y="1255"/>
                </a:lnTo>
                <a:lnTo>
                  <a:pt x="354" y="1256"/>
                </a:lnTo>
                <a:lnTo>
                  <a:pt x="353" y="1256"/>
                </a:lnTo>
                <a:lnTo>
                  <a:pt x="352" y="1256"/>
                </a:lnTo>
                <a:lnTo>
                  <a:pt x="352" y="1255"/>
                </a:lnTo>
                <a:lnTo>
                  <a:pt x="352" y="1256"/>
                </a:lnTo>
                <a:lnTo>
                  <a:pt x="352" y="1255"/>
                </a:lnTo>
                <a:lnTo>
                  <a:pt x="351" y="1255"/>
                </a:lnTo>
                <a:lnTo>
                  <a:pt x="350" y="1255"/>
                </a:lnTo>
                <a:lnTo>
                  <a:pt x="350" y="1256"/>
                </a:lnTo>
                <a:lnTo>
                  <a:pt x="349" y="1256"/>
                </a:lnTo>
                <a:lnTo>
                  <a:pt x="349" y="1255"/>
                </a:lnTo>
                <a:lnTo>
                  <a:pt x="348" y="1255"/>
                </a:lnTo>
                <a:lnTo>
                  <a:pt x="348" y="1254"/>
                </a:lnTo>
                <a:lnTo>
                  <a:pt x="347" y="1254"/>
                </a:lnTo>
                <a:lnTo>
                  <a:pt x="346" y="1254"/>
                </a:lnTo>
                <a:lnTo>
                  <a:pt x="346" y="1253"/>
                </a:lnTo>
                <a:lnTo>
                  <a:pt x="345" y="1253"/>
                </a:lnTo>
                <a:lnTo>
                  <a:pt x="344" y="1253"/>
                </a:lnTo>
                <a:lnTo>
                  <a:pt x="344" y="1252"/>
                </a:lnTo>
                <a:lnTo>
                  <a:pt x="344" y="1253"/>
                </a:lnTo>
                <a:lnTo>
                  <a:pt x="343" y="1253"/>
                </a:lnTo>
                <a:lnTo>
                  <a:pt x="343" y="1252"/>
                </a:lnTo>
                <a:lnTo>
                  <a:pt x="342" y="1252"/>
                </a:lnTo>
                <a:lnTo>
                  <a:pt x="341" y="1252"/>
                </a:lnTo>
                <a:lnTo>
                  <a:pt x="340" y="1252"/>
                </a:lnTo>
                <a:lnTo>
                  <a:pt x="339" y="1252"/>
                </a:lnTo>
                <a:lnTo>
                  <a:pt x="339" y="1251"/>
                </a:lnTo>
                <a:lnTo>
                  <a:pt x="339" y="1250"/>
                </a:lnTo>
                <a:lnTo>
                  <a:pt x="338" y="1250"/>
                </a:lnTo>
                <a:lnTo>
                  <a:pt x="337" y="1250"/>
                </a:lnTo>
                <a:lnTo>
                  <a:pt x="337" y="1249"/>
                </a:lnTo>
                <a:lnTo>
                  <a:pt x="337" y="1248"/>
                </a:lnTo>
                <a:lnTo>
                  <a:pt x="336" y="1248"/>
                </a:lnTo>
                <a:lnTo>
                  <a:pt x="336" y="1247"/>
                </a:lnTo>
                <a:lnTo>
                  <a:pt x="336" y="1246"/>
                </a:lnTo>
                <a:lnTo>
                  <a:pt x="335" y="1246"/>
                </a:lnTo>
                <a:lnTo>
                  <a:pt x="335" y="1245"/>
                </a:lnTo>
                <a:lnTo>
                  <a:pt x="335" y="1246"/>
                </a:lnTo>
                <a:lnTo>
                  <a:pt x="334" y="1246"/>
                </a:lnTo>
                <a:lnTo>
                  <a:pt x="334" y="1245"/>
                </a:lnTo>
                <a:lnTo>
                  <a:pt x="333" y="1245"/>
                </a:lnTo>
                <a:lnTo>
                  <a:pt x="333" y="1244"/>
                </a:lnTo>
                <a:lnTo>
                  <a:pt x="332" y="1244"/>
                </a:lnTo>
                <a:lnTo>
                  <a:pt x="331" y="1244"/>
                </a:lnTo>
                <a:lnTo>
                  <a:pt x="330" y="1244"/>
                </a:lnTo>
                <a:lnTo>
                  <a:pt x="329" y="1244"/>
                </a:lnTo>
                <a:lnTo>
                  <a:pt x="329" y="1245"/>
                </a:lnTo>
                <a:lnTo>
                  <a:pt x="329" y="1246"/>
                </a:lnTo>
                <a:lnTo>
                  <a:pt x="328" y="1246"/>
                </a:lnTo>
                <a:lnTo>
                  <a:pt x="328" y="1247"/>
                </a:lnTo>
                <a:lnTo>
                  <a:pt x="328" y="1248"/>
                </a:lnTo>
                <a:lnTo>
                  <a:pt x="328" y="1249"/>
                </a:lnTo>
                <a:lnTo>
                  <a:pt x="327" y="1249"/>
                </a:lnTo>
                <a:lnTo>
                  <a:pt x="326" y="1249"/>
                </a:lnTo>
                <a:lnTo>
                  <a:pt x="326" y="1250"/>
                </a:lnTo>
                <a:lnTo>
                  <a:pt x="325" y="1250"/>
                </a:lnTo>
                <a:lnTo>
                  <a:pt x="325" y="1251"/>
                </a:lnTo>
                <a:lnTo>
                  <a:pt x="324" y="1251"/>
                </a:lnTo>
                <a:lnTo>
                  <a:pt x="324" y="1250"/>
                </a:lnTo>
                <a:lnTo>
                  <a:pt x="323" y="1250"/>
                </a:lnTo>
                <a:lnTo>
                  <a:pt x="323" y="1249"/>
                </a:lnTo>
                <a:lnTo>
                  <a:pt x="322" y="1249"/>
                </a:lnTo>
                <a:lnTo>
                  <a:pt x="321" y="1249"/>
                </a:lnTo>
                <a:lnTo>
                  <a:pt x="320" y="1249"/>
                </a:lnTo>
                <a:lnTo>
                  <a:pt x="320" y="1250"/>
                </a:lnTo>
                <a:lnTo>
                  <a:pt x="319" y="1250"/>
                </a:lnTo>
                <a:lnTo>
                  <a:pt x="319" y="1251"/>
                </a:lnTo>
                <a:lnTo>
                  <a:pt x="318" y="1251"/>
                </a:lnTo>
                <a:lnTo>
                  <a:pt x="318" y="1250"/>
                </a:lnTo>
                <a:lnTo>
                  <a:pt x="317" y="1250"/>
                </a:lnTo>
                <a:lnTo>
                  <a:pt x="317" y="1251"/>
                </a:lnTo>
                <a:lnTo>
                  <a:pt x="316" y="1251"/>
                </a:lnTo>
                <a:lnTo>
                  <a:pt x="316" y="1252"/>
                </a:lnTo>
                <a:lnTo>
                  <a:pt x="316" y="1253"/>
                </a:lnTo>
                <a:lnTo>
                  <a:pt x="316" y="1254"/>
                </a:lnTo>
                <a:lnTo>
                  <a:pt x="315" y="1254"/>
                </a:lnTo>
                <a:lnTo>
                  <a:pt x="314" y="1254"/>
                </a:lnTo>
                <a:lnTo>
                  <a:pt x="313" y="1254"/>
                </a:lnTo>
                <a:lnTo>
                  <a:pt x="312" y="1254"/>
                </a:lnTo>
                <a:lnTo>
                  <a:pt x="312" y="1253"/>
                </a:lnTo>
                <a:lnTo>
                  <a:pt x="312" y="1252"/>
                </a:lnTo>
                <a:lnTo>
                  <a:pt x="311" y="1252"/>
                </a:lnTo>
                <a:lnTo>
                  <a:pt x="311" y="1251"/>
                </a:lnTo>
                <a:lnTo>
                  <a:pt x="310" y="1251"/>
                </a:lnTo>
                <a:lnTo>
                  <a:pt x="310" y="1252"/>
                </a:lnTo>
                <a:lnTo>
                  <a:pt x="309" y="1252"/>
                </a:lnTo>
                <a:lnTo>
                  <a:pt x="308" y="1252"/>
                </a:lnTo>
                <a:lnTo>
                  <a:pt x="307" y="1252"/>
                </a:lnTo>
                <a:lnTo>
                  <a:pt x="307" y="1251"/>
                </a:lnTo>
                <a:lnTo>
                  <a:pt x="307" y="1250"/>
                </a:lnTo>
                <a:lnTo>
                  <a:pt x="306" y="1250"/>
                </a:lnTo>
                <a:lnTo>
                  <a:pt x="306" y="1249"/>
                </a:lnTo>
                <a:lnTo>
                  <a:pt x="306" y="1248"/>
                </a:lnTo>
                <a:lnTo>
                  <a:pt x="305" y="1248"/>
                </a:lnTo>
                <a:lnTo>
                  <a:pt x="305" y="1247"/>
                </a:lnTo>
                <a:lnTo>
                  <a:pt x="304" y="1247"/>
                </a:lnTo>
                <a:lnTo>
                  <a:pt x="304" y="1248"/>
                </a:lnTo>
                <a:lnTo>
                  <a:pt x="303" y="1248"/>
                </a:lnTo>
                <a:lnTo>
                  <a:pt x="303" y="1249"/>
                </a:lnTo>
                <a:lnTo>
                  <a:pt x="302" y="1249"/>
                </a:lnTo>
                <a:lnTo>
                  <a:pt x="302" y="1248"/>
                </a:lnTo>
                <a:lnTo>
                  <a:pt x="300" y="1248"/>
                </a:lnTo>
                <a:lnTo>
                  <a:pt x="299" y="1248"/>
                </a:lnTo>
                <a:lnTo>
                  <a:pt x="298" y="1248"/>
                </a:lnTo>
                <a:lnTo>
                  <a:pt x="297" y="1248"/>
                </a:lnTo>
                <a:lnTo>
                  <a:pt x="296" y="1248"/>
                </a:lnTo>
                <a:lnTo>
                  <a:pt x="295" y="1248"/>
                </a:lnTo>
                <a:lnTo>
                  <a:pt x="295" y="1247"/>
                </a:lnTo>
                <a:lnTo>
                  <a:pt x="295" y="1248"/>
                </a:lnTo>
                <a:lnTo>
                  <a:pt x="294" y="1248"/>
                </a:lnTo>
                <a:lnTo>
                  <a:pt x="293" y="1248"/>
                </a:lnTo>
                <a:lnTo>
                  <a:pt x="292" y="1248"/>
                </a:lnTo>
                <a:lnTo>
                  <a:pt x="292" y="1249"/>
                </a:lnTo>
                <a:lnTo>
                  <a:pt x="291" y="1249"/>
                </a:lnTo>
                <a:lnTo>
                  <a:pt x="290" y="1249"/>
                </a:lnTo>
                <a:lnTo>
                  <a:pt x="290" y="1248"/>
                </a:lnTo>
                <a:lnTo>
                  <a:pt x="289" y="1248"/>
                </a:lnTo>
                <a:lnTo>
                  <a:pt x="288" y="1249"/>
                </a:lnTo>
                <a:lnTo>
                  <a:pt x="288" y="1250"/>
                </a:lnTo>
                <a:lnTo>
                  <a:pt x="287" y="1250"/>
                </a:lnTo>
                <a:lnTo>
                  <a:pt x="286" y="1250"/>
                </a:lnTo>
                <a:lnTo>
                  <a:pt x="286" y="1249"/>
                </a:lnTo>
                <a:lnTo>
                  <a:pt x="285" y="1249"/>
                </a:lnTo>
                <a:lnTo>
                  <a:pt x="285" y="1248"/>
                </a:lnTo>
                <a:lnTo>
                  <a:pt x="284" y="1248"/>
                </a:lnTo>
                <a:lnTo>
                  <a:pt x="283" y="1248"/>
                </a:lnTo>
                <a:lnTo>
                  <a:pt x="283" y="1247"/>
                </a:lnTo>
                <a:lnTo>
                  <a:pt x="282" y="1247"/>
                </a:lnTo>
                <a:lnTo>
                  <a:pt x="281" y="1247"/>
                </a:lnTo>
                <a:lnTo>
                  <a:pt x="281" y="1246"/>
                </a:lnTo>
                <a:lnTo>
                  <a:pt x="280" y="1246"/>
                </a:lnTo>
                <a:lnTo>
                  <a:pt x="279" y="1246"/>
                </a:lnTo>
                <a:lnTo>
                  <a:pt x="279" y="1245"/>
                </a:lnTo>
                <a:lnTo>
                  <a:pt x="278" y="1245"/>
                </a:lnTo>
                <a:lnTo>
                  <a:pt x="278" y="1244"/>
                </a:lnTo>
                <a:lnTo>
                  <a:pt x="277" y="1244"/>
                </a:lnTo>
                <a:lnTo>
                  <a:pt x="276" y="1244"/>
                </a:lnTo>
                <a:lnTo>
                  <a:pt x="276" y="1243"/>
                </a:lnTo>
                <a:lnTo>
                  <a:pt x="276" y="1242"/>
                </a:lnTo>
                <a:lnTo>
                  <a:pt x="277" y="1242"/>
                </a:lnTo>
                <a:lnTo>
                  <a:pt x="277" y="1241"/>
                </a:lnTo>
                <a:lnTo>
                  <a:pt x="276" y="1241"/>
                </a:lnTo>
                <a:lnTo>
                  <a:pt x="277" y="1241"/>
                </a:lnTo>
                <a:lnTo>
                  <a:pt x="277" y="1240"/>
                </a:lnTo>
                <a:lnTo>
                  <a:pt x="277" y="1239"/>
                </a:lnTo>
                <a:lnTo>
                  <a:pt x="276" y="1239"/>
                </a:lnTo>
                <a:lnTo>
                  <a:pt x="277" y="1239"/>
                </a:lnTo>
                <a:lnTo>
                  <a:pt x="277" y="1238"/>
                </a:lnTo>
                <a:lnTo>
                  <a:pt x="278" y="1238"/>
                </a:lnTo>
                <a:lnTo>
                  <a:pt x="278" y="1237"/>
                </a:lnTo>
                <a:lnTo>
                  <a:pt x="278" y="1236"/>
                </a:lnTo>
                <a:lnTo>
                  <a:pt x="279" y="1236"/>
                </a:lnTo>
                <a:lnTo>
                  <a:pt x="278" y="1236"/>
                </a:lnTo>
                <a:lnTo>
                  <a:pt x="278" y="1235"/>
                </a:lnTo>
                <a:lnTo>
                  <a:pt x="279" y="1235"/>
                </a:lnTo>
                <a:lnTo>
                  <a:pt x="279" y="1234"/>
                </a:lnTo>
                <a:lnTo>
                  <a:pt x="279" y="1233"/>
                </a:lnTo>
                <a:lnTo>
                  <a:pt x="279" y="1234"/>
                </a:lnTo>
                <a:lnTo>
                  <a:pt x="278" y="1234"/>
                </a:lnTo>
                <a:lnTo>
                  <a:pt x="278" y="1235"/>
                </a:lnTo>
                <a:lnTo>
                  <a:pt x="277" y="1235"/>
                </a:lnTo>
                <a:lnTo>
                  <a:pt x="276" y="1235"/>
                </a:lnTo>
                <a:lnTo>
                  <a:pt x="275" y="1235"/>
                </a:lnTo>
                <a:lnTo>
                  <a:pt x="274" y="1235"/>
                </a:lnTo>
                <a:lnTo>
                  <a:pt x="274" y="1236"/>
                </a:lnTo>
                <a:lnTo>
                  <a:pt x="274" y="1235"/>
                </a:lnTo>
                <a:lnTo>
                  <a:pt x="273" y="1235"/>
                </a:lnTo>
                <a:lnTo>
                  <a:pt x="272" y="1235"/>
                </a:lnTo>
                <a:lnTo>
                  <a:pt x="271" y="1235"/>
                </a:lnTo>
                <a:lnTo>
                  <a:pt x="270" y="1235"/>
                </a:lnTo>
                <a:lnTo>
                  <a:pt x="269" y="1235"/>
                </a:lnTo>
                <a:lnTo>
                  <a:pt x="268" y="1235"/>
                </a:lnTo>
                <a:lnTo>
                  <a:pt x="267" y="1235"/>
                </a:lnTo>
                <a:lnTo>
                  <a:pt x="267" y="1234"/>
                </a:lnTo>
                <a:lnTo>
                  <a:pt x="266" y="1234"/>
                </a:lnTo>
                <a:lnTo>
                  <a:pt x="265" y="1234"/>
                </a:lnTo>
                <a:lnTo>
                  <a:pt x="264" y="1233"/>
                </a:lnTo>
                <a:lnTo>
                  <a:pt x="263" y="1233"/>
                </a:lnTo>
                <a:lnTo>
                  <a:pt x="262" y="1233"/>
                </a:lnTo>
                <a:lnTo>
                  <a:pt x="261" y="1233"/>
                </a:lnTo>
                <a:lnTo>
                  <a:pt x="261" y="1232"/>
                </a:lnTo>
                <a:lnTo>
                  <a:pt x="260" y="1232"/>
                </a:lnTo>
                <a:lnTo>
                  <a:pt x="259" y="1232"/>
                </a:lnTo>
                <a:lnTo>
                  <a:pt x="259" y="1231"/>
                </a:lnTo>
                <a:lnTo>
                  <a:pt x="258" y="1231"/>
                </a:lnTo>
                <a:lnTo>
                  <a:pt x="258" y="1230"/>
                </a:lnTo>
                <a:lnTo>
                  <a:pt x="257" y="1230"/>
                </a:lnTo>
                <a:lnTo>
                  <a:pt x="256" y="1230"/>
                </a:lnTo>
                <a:lnTo>
                  <a:pt x="255" y="1230"/>
                </a:lnTo>
                <a:lnTo>
                  <a:pt x="254" y="1230"/>
                </a:lnTo>
                <a:lnTo>
                  <a:pt x="254" y="1229"/>
                </a:lnTo>
                <a:lnTo>
                  <a:pt x="253" y="1229"/>
                </a:lnTo>
                <a:lnTo>
                  <a:pt x="252" y="1229"/>
                </a:lnTo>
                <a:lnTo>
                  <a:pt x="251" y="1229"/>
                </a:lnTo>
                <a:lnTo>
                  <a:pt x="250" y="1229"/>
                </a:lnTo>
                <a:lnTo>
                  <a:pt x="250" y="1230"/>
                </a:lnTo>
                <a:lnTo>
                  <a:pt x="249" y="1230"/>
                </a:lnTo>
                <a:lnTo>
                  <a:pt x="247" y="1230"/>
                </a:lnTo>
                <a:lnTo>
                  <a:pt x="246" y="1230"/>
                </a:lnTo>
                <a:lnTo>
                  <a:pt x="246" y="1229"/>
                </a:lnTo>
                <a:lnTo>
                  <a:pt x="246" y="1228"/>
                </a:lnTo>
                <a:lnTo>
                  <a:pt x="246" y="1227"/>
                </a:lnTo>
                <a:lnTo>
                  <a:pt x="247" y="1227"/>
                </a:lnTo>
                <a:lnTo>
                  <a:pt x="247" y="1226"/>
                </a:lnTo>
                <a:lnTo>
                  <a:pt x="248" y="1226"/>
                </a:lnTo>
                <a:lnTo>
                  <a:pt x="248" y="1225"/>
                </a:lnTo>
                <a:lnTo>
                  <a:pt x="248" y="1224"/>
                </a:lnTo>
                <a:lnTo>
                  <a:pt x="247" y="1224"/>
                </a:lnTo>
                <a:lnTo>
                  <a:pt x="247" y="1223"/>
                </a:lnTo>
                <a:lnTo>
                  <a:pt x="248" y="1223"/>
                </a:lnTo>
                <a:lnTo>
                  <a:pt x="249" y="1223"/>
                </a:lnTo>
                <a:lnTo>
                  <a:pt x="249" y="1222"/>
                </a:lnTo>
                <a:lnTo>
                  <a:pt x="250" y="1222"/>
                </a:lnTo>
                <a:lnTo>
                  <a:pt x="250" y="1221"/>
                </a:lnTo>
                <a:lnTo>
                  <a:pt x="251" y="1221"/>
                </a:lnTo>
                <a:lnTo>
                  <a:pt x="251" y="1220"/>
                </a:lnTo>
                <a:lnTo>
                  <a:pt x="252" y="1220"/>
                </a:lnTo>
                <a:lnTo>
                  <a:pt x="252" y="1219"/>
                </a:lnTo>
                <a:lnTo>
                  <a:pt x="251" y="1219"/>
                </a:lnTo>
                <a:lnTo>
                  <a:pt x="252" y="1219"/>
                </a:lnTo>
                <a:lnTo>
                  <a:pt x="252" y="1218"/>
                </a:lnTo>
                <a:lnTo>
                  <a:pt x="251" y="1218"/>
                </a:lnTo>
                <a:lnTo>
                  <a:pt x="252" y="1218"/>
                </a:lnTo>
                <a:lnTo>
                  <a:pt x="252" y="1217"/>
                </a:lnTo>
                <a:lnTo>
                  <a:pt x="252" y="1216"/>
                </a:lnTo>
                <a:lnTo>
                  <a:pt x="252" y="1215"/>
                </a:lnTo>
                <a:lnTo>
                  <a:pt x="253" y="1215"/>
                </a:lnTo>
                <a:lnTo>
                  <a:pt x="253" y="1214"/>
                </a:lnTo>
                <a:lnTo>
                  <a:pt x="254" y="1214"/>
                </a:lnTo>
                <a:lnTo>
                  <a:pt x="254" y="1213"/>
                </a:lnTo>
                <a:lnTo>
                  <a:pt x="255" y="1213"/>
                </a:lnTo>
                <a:lnTo>
                  <a:pt x="256" y="1213"/>
                </a:lnTo>
                <a:lnTo>
                  <a:pt x="256" y="1212"/>
                </a:lnTo>
                <a:lnTo>
                  <a:pt x="256" y="1211"/>
                </a:lnTo>
                <a:lnTo>
                  <a:pt x="255" y="1211"/>
                </a:lnTo>
                <a:lnTo>
                  <a:pt x="255" y="1210"/>
                </a:lnTo>
                <a:lnTo>
                  <a:pt x="255" y="1209"/>
                </a:lnTo>
                <a:lnTo>
                  <a:pt x="255" y="1208"/>
                </a:lnTo>
                <a:lnTo>
                  <a:pt x="255" y="1207"/>
                </a:lnTo>
                <a:lnTo>
                  <a:pt x="256" y="1207"/>
                </a:lnTo>
                <a:lnTo>
                  <a:pt x="256" y="1208"/>
                </a:lnTo>
                <a:lnTo>
                  <a:pt x="257" y="1208"/>
                </a:lnTo>
                <a:lnTo>
                  <a:pt x="257" y="1207"/>
                </a:lnTo>
                <a:lnTo>
                  <a:pt x="257" y="1206"/>
                </a:lnTo>
                <a:lnTo>
                  <a:pt x="257" y="1205"/>
                </a:lnTo>
                <a:lnTo>
                  <a:pt x="258" y="1205"/>
                </a:lnTo>
                <a:lnTo>
                  <a:pt x="259" y="1205"/>
                </a:lnTo>
                <a:lnTo>
                  <a:pt x="259" y="1204"/>
                </a:lnTo>
                <a:lnTo>
                  <a:pt x="258" y="1204"/>
                </a:lnTo>
                <a:lnTo>
                  <a:pt x="258" y="1203"/>
                </a:lnTo>
                <a:lnTo>
                  <a:pt x="258" y="1204"/>
                </a:lnTo>
                <a:lnTo>
                  <a:pt x="257" y="1204"/>
                </a:lnTo>
                <a:lnTo>
                  <a:pt x="257" y="1203"/>
                </a:lnTo>
                <a:lnTo>
                  <a:pt x="256" y="1203"/>
                </a:lnTo>
                <a:lnTo>
                  <a:pt x="256" y="1202"/>
                </a:lnTo>
                <a:lnTo>
                  <a:pt x="256" y="1201"/>
                </a:lnTo>
                <a:lnTo>
                  <a:pt x="255" y="1201"/>
                </a:lnTo>
                <a:lnTo>
                  <a:pt x="255" y="1200"/>
                </a:lnTo>
                <a:lnTo>
                  <a:pt x="254" y="1200"/>
                </a:lnTo>
                <a:lnTo>
                  <a:pt x="253" y="1200"/>
                </a:lnTo>
                <a:lnTo>
                  <a:pt x="253" y="1199"/>
                </a:lnTo>
                <a:lnTo>
                  <a:pt x="252" y="1199"/>
                </a:lnTo>
                <a:lnTo>
                  <a:pt x="251" y="1199"/>
                </a:lnTo>
                <a:lnTo>
                  <a:pt x="250" y="1199"/>
                </a:lnTo>
                <a:lnTo>
                  <a:pt x="249" y="1199"/>
                </a:lnTo>
                <a:lnTo>
                  <a:pt x="248" y="1199"/>
                </a:lnTo>
                <a:lnTo>
                  <a:pt x="248" y="1200"/>
                </a:lnTo>
                <a:lnTo>
                  <a:pt x="248" y="1199"/>
                </a:lnTo>
                <a:lnTo>
                  <a:pt x="247" y="1199"/>
                </a:lnTo>
                <a:lnTo>
                  <a:pt x="247" y="1200"/>
                </a:lnTo>
                <a:lnTo>
                  <a:pt x="246" y="1200"/>
                </a:lnTo>
                <a:lnTo>
                  <a:pt x="247" y="1200"/>
                </a:lnTo>
                <a:lnTo>
                  <a:pt x="247" y="1199"/>
                </a:lnTo>
                <a:lnTo>
                  <a:pt x="248" y="1199"/>
                </a:lnTo>
                <a:lnTo>
                  <a:pt x="248" y="1198"/>
                </a:lnTo>
                <a:lnTo>
                  <a:pt x="249" y="1198"/>
                </a:lnTo>
                <a:lnTo>
                  <a:pt x="249" y="1197"/>
                </a:lnTo>
                <a:lnTo>
                  <a:pt x="250" y="1197"/>
                </a:lnTo>
                <a:lnTo>
                  <a:pt x="250" y="1196"/>
                </a:lnTo>
                <a:lnTo>
                  <a:pt x="251" y="1196"/>
                </a:lnTo>
                <a:lnTo>
                  <a:pt x="251" y="1195"/>
                </a:lnTo>
                <a:lnTo>
                  <a:pt x="251" y="1194"/>
                </a:lnTo>
                <a:lnTo>
                  <a:pt x="252" y="1194"/>
                </a:lnTo>
                <a:lnTo>
                  <a:pt x="252" y="1195"/>
                </a:lnTo>
                <a:lnTo>
                  <a:pt x="253" y="1195"/>
                </a:lnTo>
                <a:lnTo>
                  <a:pt x="253" y="1196"/>
                </a:lnTo>
                <a:lnTo>
                  <a:pt x="254" y="1196"/>
                </a:lnTo>
                <a:lnTo>
                  <a:pt x="254" y="1195"/>
                </a:lnTo>
                <a:lnTo>
                  <a:pt x="255" y="1195"/>
                </a:lnTo>
                <a:lnTo>
                  <a:pt x="255" y="1194"/>
                </a:lnTo>
                <a:lnTo>
                  <a:pt x="255" y="1193"/>
                </a:lnTo>
                <a:lnTo>
                  <a:pt x="255" y="1192"/>
                </a:lnTo>
                <a:lnTo>
                  <a:pt x="255" y="1191"/>
                </a:lnTo>
                <a:lnTo>
                  <a:pt x="255" y="1190"/>
                </a:lnTo>
                <a:lnTo>
                  <a:pt x="255" y="1189"/>
                </a:lnTo>
                <a:lnTo>
                  <a:pt x="254" y="1189"/>
                </a:lnTo>
                <a:lnTo>
                  <a:pt x="254" y="1188"/>
                </a:lnTo>
                <a:lnTo>
                  <a:pt x="254" y="1187"/>
                </a:lnTo>
                <a:lnTo>
                  <a:pt x="253" y="1187"/>
                </a:lnTo>
                <a:lnTo>
                  <a:pt x="253" y="1186"/>
                </a:lnTo>
                <a:lnTo>
                  <a:pt x="254" y="1186"/>
                </a:lnTo>
                <a:lnTo>
                  <a:pt x="254" y="1185"/>
                </a:lnTo>
                <a:lnTo>
                  <a:pt x="254" y="1184"/>
                </a:lnTo>
                <a:lnTo>
                  <a:pt x="255" y="1184"/>
                </a:lnTo>
                <a:lnTo>
                  <a:pt x="255" y="1183"/>
                </a:lnTo>
                <a:lnTo>
                  <a:pt x="256" y="1182"/>
                </a:lnTo>
                <a:lnTo>
                  <a:pt x="255" y="1182"/>
                </a:lnTo>
                <a:lnTo>
                  <a:pt x="255" y="1181"/>
                </a:lnTo>
                <a:lnTo>
                  <a:pt x="255" y="1180"/>
                </a:lnTo>
                <a:lnTo>
                  <a:pt x="254" y="1180"/>
                </a:lnTo>
                <a:lnTo>
                  <a:pt x="254" y="1179"/>
                </a:lnTo>
                <a:lnTo>
                  <a:pt x="253" y="1179"/>
                </a:lnTo>
                <a:lnTo>
                  <a:pt x="253" y="1178"/>
                </a:lnTo>
                <a:lnTo>
                  <a:pt x="252" y="1178"/>
                </a:lnTo>
                <a:lnTo>
                  <a:pt x="252" y="1177"/>
                </a:lnTo>
                <a:lnTo>
                  <a:pt x="252" y="1176"/>
                </a:lnTo>
                <a:lnTo>
                  <a:pt x="252" y="1174"/>
                </a:lnTo>
                <a:lnTo>
                  <a:pt x="251" y="1174"/>
                </a:lnTo>
                <a:lnTo>
                  <a:pt x="251" y="1173"/>
                </a:lnTo>
                <a:lnTo>
                  <a:pt x="251" y="1172"/>
                </a:lnTo>
                <a:lnTo>
                  <a:pt x="250" y="1172"/>
                </a:lnTo>
                <a:lnTo>
                  <a:pt x="251" y="1172"/>
                </a:lnTo>
                <a:lnTo>
                  <a:pt x="250" y="1172"/>
                </a:lnTo>
                <a:lnTo>
                  <a:pt x="250" y="1171"/>
                </a:lnTo>
                <a:lnTo>
                  <a:pt x="249" y="1171"/>
                </a:lnTo>
                <a:lnTo>
                  <a:pt x="249" y="1170"/>
                </a:lnTo>
                <a:lnTo>
                  <a:pt x="249" y="1169"/>
                </a:lnTo>
                <a:lnTo>
                  <a:pt x="248" y="1169"/>
                </a:lnTo>
                <a:lnTo>
                  <a:pt x="248" y="1168"/>
                </a:lnTo>
                <a:lnTo>
                  <a:pt x="246" y="1168"/>
                </a:lnTo>
                <a:lnTo>
                  <a:pt x="245" y="1168"/>
                </a:lnTo>
                <a:lnTo>
                  <a:pt x="244" y="1168"/>
                </a:lnTo>
                <a:lnTo>
                  <a:pt x="243" y="1168"/>
                </a:lnTo>
                <a:lnTo>
                  <a:pt x="243" y="1169"/>
                </a:lnTo>
                <a:lnTo>
                  <a:pt x="242" y="1169"/>
                </a:lnTo>
                <a:lnTo>
                  <a:pt x="241" y="1169"/>
                </a:lnTo>
                <a:lnTo>
                  <a:pt x="240" y="1169"/>
                </a:lnTo>
                <a:lnTo>
                  <a:pt x="239" y="1169"/>
                </a:lnTo>
                <a:lnTo>
                  <a:pt x="239" y="1168"/>
                </a:lnTo>
                <a:lnTo>
                  <a:pt x="238" y="1168"/>
                </a:lnTo>
                <a:lnTo>
                  <a:pt x="237" y="1168"/>
                </a:lnTo>
                <a:lnTo>
                  <a:pt x="237" y="1167"/>
                </a:lnTo>
                <a:lnTo>
                  <a:pt x="237" y="1166"/>
                </a:lnTo>
                <a:lnTo>
                  <a:pt x="237" y="1165"/>
                </a:lnTo>
                <a:lnTo>
                  <a:pt x="237" y="1164"/>
                </a:lnTo>
                <a:lnTo>
                  <a:pt x="237" y="1163"/>
                </a:lnTo>
                <a:lnTo>
                  <a:pt x="236" y="1163"/>
                </a:lnTo>
                <a:lnTo>
                  <a:pt x="236" y="1162"/>
                </a:lnTo>
                <a:lnTo>
                  <a:pt x="236" y="1161"/>
                </a:lnTo>
                <a:lnTo>
                  <a:pt x="235" y="1161"/>
                </a:lnTo>
                <a:lnTo>
                  <a:pt x="235" y="1160"/>
                </a:lnTo>
                <a:lnTo>
                  <a:pt x="236" y="1160"/>
                </a:lnTo>
                <a:lnTo>
                  <a:pt x="236" y="1159"/>
                </a:lnTo>
                <a:lnTo>
                  <a:pt x="236" y="1158"/>
                </a:lnTo>
                <a:lnTo>
                  <a:pt x="235" y="1158"/>
                </a:lnTo>
                <a:lnTo>
                  <a:pt x="235" y="1157"/>
                </a:lnTo>
                <a:lnTo>
                  <a:pt x="235" y="1156"/>
                </a:lnTo>
                <a:lnTo>
                  <a:pt x="236" y="1156"/>
                </a:lnTo>
                <a:lnTo>
                  <a:pt x="236" y="1155"/>
                </a:lnTo>
                <a:lnTo>
                  <a:pt x="237" y="1155"/>
                </a:lnTo>
                <a:lnTo>
                  <a:pt x="237" y="1154"/>
                </a:lnTo>
                <a:lnTo>
                  <a:pt x="238" y="1154"/>
                </a:lnTo>
                <a:lnTo>
                  <a:pt x="238" y="1153"/>
                </a:lnTo>
                <a:lnTo>
                  <a:pt x="239" y="1153"/>
                </a:lnTo>
                <a:lnTo>
                  <a:pt x="240" y="1153"/>
                </a:lnTo>
                <a:lnTo>
                  <a:pt x="240" y="1152"/>
                </a:lnTo>
                <a:lnTo>
                  <a:pt x="241" y="1152"/>
                </a:lnTo>
                <a:lnTo>
                  <a:pt x="241" y="1151"/>
                </a:lnTo>
                <a:lnTo>
                  <a:pt x="242" y="1151"/>
                </a:lnTo>
                <a:lnTo>
                  <a:pt x="242" y="1150"/>
                </a:lnTo>
                <a:lnTo>
                  <a:pt x="243" y="1150"/>
                </a:lnTo>
                <a:lnTo>
                  <a:pt x="243" y="1149"/>
                </a:lnTo>
                <a:lnTo>
                  <a:pt x="244" y="1149"/>
                </a:lnTo>
                <a:lnTo>
                  <a:pt x="245" y="1149"/>
                </a:lnTo>
                <a:lnTo>
                  <a:pt x="246" y="1149"/>
                </a:lnTo>
                <a:lnTo>
                  <a:pt x="247" y="1149"/>
                </a:lnTo>
                <a:lnTo>
                  <a:pt x="247" y="1148"/>
                </a:lnTo>
                <a:lnTo>
                  <a:pt x="247" y="1147"/>
                </a:lnTo>
                <a:lnTo>
                  <a:pt x="248" y="1147"/>
                </a:lnTo>
                <a:lnTo>
                  <a:pt x="249" y="1147"/>
                </a:lnTo>
                <a:lnTo>
                  <a:pt x="250" y="1147"/>
                </a:lnTo>
                <a:lnTo>
                  <a:pt x="251" y="1146"/>
                </a:lnTo>
                <a:lnTo>
                  <a:pt x="251" y="1145"/>
                </a:lnTo>
                <a:lnTo>
                  <a:pt x="252" y="1145"/>
                </a:lnTo>
                <a:lnTo>
                  <a:pt x="252" y="1144"/>
                </a:lnTo>
                <a:lnTo>
                  <a:pt x="252" y="1143"/>
                </a:lnTo>
                <a:lnTo>
                  <a:pt x="252" y="1142"/>
                </a:lnTo>
                <a:lnTo>
                  <a:pt x="253" y="1142"/>
                </a:lnTo>
                <a:lnTo>
                  <a:pt x="252" y="1142"/>
                </a:lnTo>
                <a:lnTo>
                  <a:pt x="252" y="1141"/>
                </a:lnTo>
                <a:lnTo>
                  <a:pt x="251" y="1141"/>
                </a:lnTo>
                <a:lnTo>
                  <a:pt x="251" y="1140"/>
                </a:lnTo>
                <a:lnTo>
                  <a:pt x="250" y="1140"/>
                </a:lnTo>
                <a:lnTo>
                  <a:pt x="249" y="1140"/>
                </a:lnTo>
                <a:lnTo>
                  <a:pt x="248" y="1140"/>
                </a:lnTo>
                <a:lnTo>
                  <a:pt x="248" y="1139"/>
                </a:lnTo>
                <a:lnTo>
                  <a:pt x="247" y="1139"/>
                </a:lnTo>
                <a:lnTo>
                  <a:pt x="247" y="1138"/>
                </a:lnTo>
                <a:lnTo>
                  <a:pt x="246" y="1138"/>
                </a:lnTo>
                <a:lnTo>
                  <a:pt x="245" y="1138"/>
                </a:lnTo>
                <a:lnTo>
                  <a:pt x="245" y="1137"/>
                </a:lnTo>
                <a:lnTo>
                  <a:pt x="245" y="1136"/>
                </a:lnTo>
                <a:lnTo>
                  <a:pt x="245" y="1135"/>
                </a:lnTo>
                <a:lnTo>
                  <a:pt x="245" y="1134"/>
                </a:lnTo>
                <a:lnTo>
                  <a:pt x="245" y="1133"/>
                </a:lnTo>
                <a:lnTo>
                  <a:pt x="244" y="1133"/>
                </a:lnTo>
                <a:lnTo>
                  <a:pt x="244" y="1132"/>
                </a:lnTo>
                <a:lnTo>
                  <a:pt x="244" y="1131"/>
                </a:lnTo>
                <a:lnTo>
                  <a:pt x="244" y="1130"/>
                </a:lnTo>
                <a:lnTo>
                  <a:pt x="244" y="1129"/>
                </a:lnTo>
                <a:lnTo>
                  <a:pt x="244" y="1128"/>
                </a:lnTo>
                <a:lnTo>
                  <a:pt x="244" y="1127"/>
                </a:lnTo>
                <a:lnTo>
                  <a:pt x="243" y="1127"/>
                </a:lnTo>
                <a:lnTo>
                  <a:pt x="243" y="1126"/>
                </a:lnTo>
                <a:lnTo>
                  <a:pt x="242" y="1126"/>
                </a:lnTo>
                <a:lnTo>
                  <a:pt x="242" y="1125"/>
                </a:lnTo>
                <a:lnTo>
                  <a:pt x="241" y="1126"/>
                </a:lnTo>
                <a:lnTo>
                  <a:pt x="241" y="1125"/>
                </a:lnTo>
                <a:lnTo>
                  <a:pt x="240" y="1125"/>
                </a:lnTo>
                <a:lnTo>
                  <a:pt x="240" y="1124"/>
                </a:lnTo>
                <a:lnTo>
                  <a:pt x="240" y="1122"/>
                </a:lnTo>
                <a:lnTo>
                  <a:pt x="240" y="1121"/>
                </a:lnTo>
                <a:lnTo>
                  <a:pt x="241" y="1121"/>
                </a:lnTo>
                <a:lnTo>
                  <a:pt x="241" y="1120"/>
                </a:lnTo>
                <a:lnTo>
                  <a:pt x="242" y="1120"/>
                </a:lnTo>
                <a:lnTo>
                  <a:pt x="242" y="1119"/>
                </a:lnTo>
                <a:lnTo>
                  <a:pt x="243" y="1119"/>
                </a:lnTo>
                <a:lnTo>
                  <a:pt x="242" y="1118"/>
                </a:lnTo>
                <a:lnTo>
                  <a:pt x="241" y="1117"/>
                </a:lnTo>
                <a:lnTo>
                  <a:pt x="241" y="1116"/>
                </a:lnTo>
                <a:lnTo>
                  <a:pt x="241" y="1115"/>
                </a:lnTo>
                <a:lnTo>
                  <a:pt x="240" y="1115"/>
                </a:lnTo>
                <a:lnTo>
                  <a:pt x="240" y="1114"/>
                </a:lnTo>
                <a:lnTo>
                  <a:pt x="240" y="1113"/>
                </a:lnTo>
                <a:lnTo>
                  <a:pt x="239" y="1113"/>
                </a:lnTo>
                <a:lnTo>
                  <a:pt x="239" y="1112"/>
                </a:lnTo>
                <a:lnTo>
                  <a:pt x="238" y="1112"/>
                </a:lnTo>
                <a:lnTo>
                  <a:pt x="238" y="1111"/>
                </a:lnTo>
                <a:lnTo>
                  <a:pt x="239" y="1111"/>
                </a:lnTo>
                <a:lnTo>
                  <a:pt x="238" y="1111"/>
                </a:lnTo>
                <a:lnTo>
                  <a:pt x="238" y="1110"/>
                </a:lnTo>
                <a:lnTo>
                  <a:pt x="239" y="1110"/>
                </a:lnTo>
                <a:lnTo>
                  <a:pt x="238" y="1109"/>
                </a:lnTo>
                <a:lnTo>
                  <a:pt x="237" y="1109"/>
                </a:lnTo>
                <a:lnTo>
                  <a:pt x="237" y="1108"/>
                </a:lnTo>
                <a:lnTo>
                  <a:pt x="236" y="1108"/>
                </a:lnTo>
                <a:lnTo>
                  <a:pt x="236" y="1107"/>
                </a:lnTo>
                <a:lnTo>
                  <a:pt x="235" y="1107"/>
                </a:lnTo>
                <a:lnTo>
                  <a:pt x="234" y="1107"/>
                </a:lnTo>
                <a:lnTo>
                  <a:pt x="233" y="1107"/>
                </a:lnTo>
                <a:lnTo>
                  <a:pt x="233" y="1108"/>
                </a:lnTo>
                <a:lnTo>
                  <a:pt x="231" y="1108"/>
                </a:lnTo>
                <a:lnTo>
                  <a:pt x="230" y="1108"/>
                </a:lnTo>
                <a:lnTo>
                  <a:pt x="229" y="1108"/>
                </a:lnTo>
                <a:lnTo>
                  <a:pt x="228" y="1108"/>
                </a:lnTo>
                <a:lnTo>
                  <a:pt x="228" y="1107"/>
                </a:lnTo>
                <a:lnTo>
                  <a:pt x="228" y="1106"/>
                </a:lnTo>
                <a:lnTo>
                  <a:pt x="227" y="1106"/>
                </a:lnTo>
                <a:lnTo>
                  <a:pt x="226" y="1106"/>
                </a:lnTo>
                <a:lnTo>
                  <a:pt x="226" y="1105"/>
                </a:lnTo>
                <a:lnTo>
                  <a:pt x="225" y="1105"/>
                </a:lnTo>
                <a:lnTo>
                  <a:pt x="224" y="1105"/>
                </a:lnTo>
                <a:lnTo>
                  <a:pt x="223" y="1105"/>
                </a:lnTo>
                <a:lnTo>
                  <a:pt x="223" y="1104"/>
                </a:lnTo>
                <a:lnTo>
                  <a:pt x="222" y="1104"/>
                </a:lnTo>
                <a:lnTo>
                  <a:pt x="222" y="1105"/>
                </a:lnTo>
                <a:lnTo>
                  <a:pt x="221" y="1105"/>
                </a:lnTo>
                <a:lnTo>
                  <a:pt x="220" y="1105"/>
                </a:lnTo>
                <a:lnTo>
                  <a:pt x="219" y="1105"/>
                </a:lnTo>
                <a:lnTo>
                  <a:pt x="218" y="1105"/>
                </a:lnTo>
                <a:lnTo>
                  <a:pt x="218" y="1104"/>
                </a:lnTo>
                <a:lnTo>
                  <a:pt x="217" y="1104"/>
                </a:lnTo>
                <a:lnTo>
                  <a:pt x="217" y="1103"/>
                </a:lnTo>
                <a:lnTo>
                  <a:pt x="217" y="1102"/>
                </a:lnTo>
                <a:lnTo>
                  <a:pt x="216" y="1102"/>
                </a:lnTo>
                <a:lnTo>
                  <a:pt x="216" y="1101"/>
                </a:lnTo>
                <a:lnTo>
                  <a:pt x="216" y="1102"/>
                </a:lnTo>
                <a:lnTo>
                  <a:pt x="216" y="1101"/>
                </a:lnTo>
                <a:lnTo>
                  <a:pt x="215" y="1101"/>
                </a:lnTo>
                <a:lnTo>
                  <a:pt x="214" y="1101"/>
                </a:lnTo>
                <a:lnTo>
                  <a:pt x="214" y="1100"/>
                </a:lnTo>
                <a:lnTo>
                  <a:pt x="215" y="1100"/>
                </a:lnTo>
                <a:lnTo>
                  <a:pt x="215" y="1099"/>
                </a:lnTo>
                <a:lnTo>
                  <a:pt x="216" y="1099"/>
                </a:lnTo>
                <a:lnTo>
                  <a:pt x="216" y="1100"/>
                </a:lnTo>
                <a:lnTo>
                  <a:pt x="217" y="1100"/>
                </a:lnTo>
                <a:lnTo>
                  <a:pt x="218" y="1099"/>
                </a:lnTo>
                <a:lnTo>
                  <a:pt x="218" y="1098"/>
                </a:lnTo>
                <a:lnTo>
                  <a:pt x="219" y="1098"/>
                </a:lnTo>
                <a:lnTo>
                  <a:pt x="219" y="1097"/>
                </a:lnTo>
                <a:lnTo>
                  <a:pt x="219" y="1096"/>
                </a:lnTo>
                <a:lnTo>
                  <a:pt x="220" y="1096"/>
                </a:lnTo>
                <a:lnTo>
                  <a:pt x="220" y="1095"/>
                </a:lnTo>
                <a:lnTo>
                  <a:pt x="220" y="1094"/>
                </a:lnTo>
                <a:lnTo>
                  <a:pt x="220" y="1093"/>
                </a:lnTo>
                <a:lnTo>
                  <a:pt x="219" y="1093"/>
                </a:lnTo>
                <a:lnTo>
                  <a:pt x="218" y="1093"/>
                </a:lnTo>
                <a:lnTo>
                  <a:pt x="218" y="1092"/>
                </a:lnTo>
                <a:lnTo>
                  <a:pt x="218" y="1091"/>
                </a:lnTo>
                <a:lnTo>
                  <a:pt x="219" y="1091"/>
                </a:lnTo>
                <a:lnTo>
                  <a:pt x="219" y="1090"/>
                </a:lnTo>
                <a:lnTo>
                  <a:pt x="219" y="1089"/>
                </a:lnTo>
                <a:lnTo>
                  <a:pt x="220" y="1089"/>
                </a:lnTo>
                <a:lnTo>
                  <a:pt x="220" y="1088"/>
                </a:lnTo>
                <a:lnTo>
                  <a:pt x="219" y="1088"/>
                </a:lnTo>
                <a:lnTo>
                  <a:pt x="219" y="1087"/>
                </a:lnTo>
                <a:lnTo>
                  <a:pt x="219" y="1086"/>
                </a:lnTo>
                <a:lnTo>
                  <a:pt x="219" y="1085"/>
                </a:lnTo>
                <a:lnTo>
                  <a:pt x="219" y="1084"/>
                </a:lnTo>
                <a:lnTo>
                  <a:pt x="218" y="1084"/>
                </a:lnTo>
                <a:lnTo>
                  <a:pt x="218" y="1083"/>
                </a:lnTo>
                <a:lnTo>
                  <a:pt x="218" y="1082"/>
                </a:lnTo>
                <a:lnTo>
                  <a:pt x="218" y="1081"/>
                </a:lnTo>
                <a:lnTo>
                  <a:pt x="217" y="1081"/>
                </a:lnTo>
                <a:lnTo>
                  <a:pt x="217" y="1080"/>
                </a:lnTo>
                <a:lnTo>
                  <a:pt x="217" y="1081"/>
                </a:lnTo>
                <a:lnTo>
                  <a:pt x="217" y="1080"/>
                </a:lnTo>
                <a:lnTo>
                  <a:pt x="217" y="1079"/>
                </a:lnTo>
                <a:lnTo>
                  <a:pt x="217" y="1078"/>
                </a:lnTo>
                <a:lnTo>
                  <a:pt x="218" y="1078"/>
                </a:lnTo>
                <a:lnTo>
                  <a:pt x="218" y="1077"/>
                </a:lnTo>
                <a:lnTo>
                  <a:pt x="219" y="1077"/>
                </a:lnTo>
                <a:lnTo>
                  <a:pt x="219" y="1076"/>
                </a:lnTo>
                <a:lnTo>
                  <a:pt x="220" y="1076"/>
                </a:lnTo>
                <a:lnTo>
                  <a:pt x="220" y="1075"/>
                </a:lnTo>
                <a:lnTo>
                  <a:pt x="221" y="1075"/>
                </a:lnTo>
                <a:lnTo>
                  <a:pt x="222" y="1075"/>
                </a:lnTo>
                <a:lnTo>
                  <a:pt x="222" y="1074"/>
                </a:lnTo>
                <a:lnTo>
                  <a:pt x="221" y="1074"/>
                </a:lnTo>
                <a:lnTo>
                  <a:pt x="221" y="1073"/>
                </a:lnTo>
                <a:lnTo>
                  <a:pt x="221" y="1072"/>
                </a:lnTo>
                <a:lnTo>
                  <a:pt x="221" y="1071"/>
                </a:lnTo>
                <a:lnTo>
                  <a:pt x="220" y="1071"/>
                </a:lnTo>
                <a:lnTo>
                  <a:pt x="219" y="1071"/>
                </a:lnTo>
                <a:lnTo>
                  <a:pt x="218" y="1071"/>
                </a:lnTo>
                <a:lnTo>
                  <a:pt x="217" y="1071"/>
                </a:lnTo>
                <a:lnTo>
                  <a:pt x="216" y="1071"/>
                </a:lnTo>
                <a:lnTo>
                  <a:pt x="217" y="1070"/>
                </a:lnTo>
                <a:lnTo>
                  <a:pt x="217" y="1069"/>
                </a:lnTo>
                <a:lnTo>
                  <a:pt x="217" y="1068"/>
                </a:lnTo>
                <a:lnTo>
                  <a:pt x="218" y="1068"/>
                </a:lnTo>
                <a:lnTo>
                  <a:pt x="219" y="1068"/>
                </a:lnTo>
                <a:lnTo>
                  <a:pt x="219" y="1067"/>
                </a:lnTo>
                <a:lnTo>
                  <a:pt x="220" y="1067"/>
                </a:lnTo>
                <a:lnTo>
                  <a:pt x="220" y="1066"/>
                </a:lnTo>
                <a:lnTo>
                  <a:pt x="221" y="1066"/>
                </a:lnTo>
                <a:lnTo>
                  <a:pt x="221" y="1065"/>
                </a:lnTo>
                <a:lnTo>
                  <a:pt x="222" y="1065"/>
                </a:lnTo>
                <a:lnTo>
                  <a:pt x="223" y="1065"/>
                </a:lnTo>
                <a:lnTo>
                  <a:pt x="223" y="1066"/>
                </a:lnTo>
                <a:lnTo>
                  <a:pt x="223" y="1067"/>
                </a:lnTo>
                <a:lnTo>
                  <a:pt x="224" y="1067"/>
                </a:lnTo>
                <a:lnTo>
                  <a:pt x="225" y="1067"/>
                </a:lnTo>
                <a:lnTo>
                  <a:pt x="225" y="1068"/>
                </a:lnTo>
                <a:lnTo>
                  <a:pt x="226" y="1068"/>
                </a:lnTo>
                <a:lnTo>
                  <a:pt x="226" y="1069"/>
                </a:lnTo>
                <a:lnTo>
                  <a:pt x="226" y="1068"/>
                </a:lnTo>
                <a:lnTo>
                  <a:pt x="227" y="1068"/>
                </a:lnTo>
                <a:lnTo>
                  <a:pt x="228" y="1068"/>
                </a:lnTo>
                <a:lnTo>
                  <a:pt x="229" y="1067"/>
                </a:lnTo>
                <a:lnTo>
                  <a:pt x="229" y="1066"/>
                </a:lnTo>
                <a:lnTo>
                  <a:pt x="230" y="1066"/>
                </a:lnTo>
                <a:lnTo>
                  <a:pt x="231" y="1066"/>
                </a:lnTo>
                <a:lnTo>
                  <a:pt x="231" y="1065"/>
                </a:lnTo>
                <a:lnTo>
                  <a:pt x="232" y="1065"/>
                </a:lnTo>
                <a:lnTo>
                  <a:pt x="232" y="1064"/>
                </a:lnTo>
                <a:lnTo>
                  <a:pt x="233" y="1063"/>
                </a:lnTo>
                <a:lnTo>
                  <a:pt x="234" y="1063"/>
                </a:lnTo>
                <a:lnTo>
                  <a:pt x="235" y="1063"/>
                </a:lnTo>
                <a:lnTo>
                  <a:pt x="234" y="1063"/>
                </a:lnTo>
                <a:lnTo>
                  <a:pt x="235" y="1063"/>
                </a:lnTo>
                <a:lnTo>
                  <a:pt x="234" y="1063"/>
                </a:lnTo>
                <a:lnTo>
                  <a:pt x="234" y="1062"/>
                </a:lnTo>
                <a:lnTo>
                  <a:pt x="234" y="1061"/>
                </a:lnTo>
                <a:lnTo>
                  <a:pt x="234" y="1060"/>
                </a:lnTo>
                <a:lnTo>
                  <a:pt x="234" y="1059"/>
                </a:lnTo>
                <a:lnTo>
                  <a:pt x="235" y="1059"/>
                </a:lnTo>
                <a:lnTo>
                  <a:pt x="235" y="1058"/>
                </a:lnTo>
                <a:lnTo>
                  <a:pt x="236" y="1058"/>
                </a:lnTo>
                <a:lnTo>
                  <a:pt x="235" y="1058"/>
                </a:lnTo>
                <a:lnTo>
                  <a:pt x="236" y="1058"/>
                </a:lnTo>
                <a:lnTo>
                  <a:pt x="236" y="1057"/>
                </a:lnTo>
                <a:lnTo>
                  <a:pt x="236" y="1058"/>
                </a:lnTo>
                <a:lnTo>
                  <a:pt x="237" y="1058"/>
                </a:lnTo>
                <a:lnTo>
                  <a:pt x="238" y="1058"/>
                </a:lnTo>
                <a:lnTo>
                  <a:pt x="239" y="1058"/>
                </a:lnTo>
                <a:lnTo>
                  <a:pt x="240" y="1058"/>
                </a:lnTo>
                <a:lnTo>
                  <a:pt x="241" y="1058"/>
                </a:lnTo>
                <a:lnTo>
                  <a:pt x="242" y="1058"/>
                </a:lnTo>
                <a:lnTo>
                  <a:pt x="242" y="1057"/>
                </a:lnTo>
                <a:lnTo>
                  <a:pt x="242" y="1056"/>
                </a:lnTo>
                <a:lnTo>
                  <a:pt x="243" y="1056"/>
                </a:lnTo>
                <a:lnTo>
                  <a:pt x="243" y="1055"/>
                </a:lnTo>
                <a:lnTo>
                  <a:pt x="244" y="1055"/>
                </a:lnTo>
                <a:lnTo>
                  <a:pt x="244" y="1054"/>
                </a:lnTo>
                <a:lnTo>
                  <a:pt x="245" y="1054"/>
                </a:lnTo>
                <a:lnTo>
                  <a:pt x="246" y="1054"/>
                </a:lnTo>
                <a:lnTo>
                  <a:pt x="247" y="1054"/>
                </a:lnTo>
                <a:lnTo>
                  <a:pt x="247" y="1053"/>
                </a:lnTo>
                <a:lnTo>
                  <a:pt x="248" y="1053"/>
                </a:lnTo>
                <a:lnTo>
                  <a:pt x="249" y="1053"/>
                </a:lnTo>
                <a:lnTo>
                  <a:pt x="250" y="1053"/>
                </a:lnTo>
                <a:lnTo>
                  <a:pt x="250" y="1052"/>
                </a:lnTo>
                <a:lnTo>
                  <a:pt x="251" y="1052"/>
                </a:lnTo>
                <a:lnTo>
                  <a:pt x="251" y="1051"/>
                </a:lnTo>
                <a:lnTo>
                  <a:pt x="252" y="1051"/>
                </a:lnTo>
                <a:lnTo>
                  <a:pt x="253" y="1050"/>
                </a:lnTo>
                <a:lnTo>
                  <a:pt x="254" y="1050"/>
                </a:lnTo>
                <a:lnTo>
                  <a:pt x="254" y="1049"/>
                </a:lnTo>
                <a:lnTo>
                  <a:pt x="254" y="1048"/>
                </a:lnTo>
                <a:lnTo>
                  <a:pt x="254" y="1047"/>
                </a:lnTo>
                <a:lnTo>
                  <a:pt x="254" y="1046"/>
                </a:lnTo>
                <a:lnTo>
                  <a:pt x="255" y="1046"/>
                </a:lnTo>
                <a:lnTo>
                  <a:pt x="256" y="1046"/>
                </a:lnTo>
                <a:lnTo>
                  <a:pt x="257" y="1046"/>
                </a:lnTo>
                <a:lnTo>
                  <a:pt x="257" y="1045"/>
                </a:lnTo>
                <a:lnTo>
                  <a:pt x="258" y="1045"/>
                </a:lnTo>
                <a:lnTo>
                  <a:pt x="258" y="1044"/>
                </a:lnTo>
                <a:lnTo>
                  <a:pt x="258" y="1045"/>
                </a:lnTo>
                <a:lnTo>
                  <a:pt x="258" y="1044"/>
                </a:lnTo>
                <a:lnTo>
                  <a:pt x="259" y="1044"/>
                </a:lnTo>
                <a:lnTo>
                  <a:pt x="259" y="1043"/>
                </a:lnTo>
                <a:lnTo>
                  <a:pt x="260" y="1043"/>
                </a:lnTo>
                <a:lnTo>
                  <a:pt x="260" y="1042"/>
                </a:lnTo>
                <a:lnTo>
                  <a:pt x="260" y="1041"/>
                </a:lnTo>
                <a:lnTo>
                  <a:pt x="260" y="1040"/>
                </a:lnTo>
                <a:lnTo>
                  <a:pt x="259" y="1040"/>
                </a:lnTo>
                <a:lnTo>
                  <a:pt x="259" y="1039"/>
                </a:lnTo>
                <a:lnTo>
                  <a:pt x="259" y="1038"/>
                </a:lnTo>
                <a:lnTo>
                  <a:pt x="259" y="1036"/>
                </a:lnTo>
                <a:lnTo>
                  <a:pt x="258" y="1036"/>
                </a:lnTo>
                <a:lnTo>
                  <a:pt x="258" y="1035"/>
                </a:lnTo>
                <a:lnTo>
                  <a:pt x="258" y="1034"/>
                </a:lnTo>
                <a:lnTo>
                  <a:pt x="257" y="1034"/>
                </a:lnTo>
                <a:lnTo>
                  <a:pt x="257" y="1033"/>
                </a:lnTo>
                <a:lnTo>
                  <a:pt x="256" y="1033"/>
                </a:lnTo>
                <a:lnTo>
                  <a:pt x="256" y="1034"/>
                </a:lnTo>
                <a:lnTo>
                  <a:pt x="255" y="1034"/>
                </a:lnTo>
                <a:lnTo>
                  <a:pt x="255" y="1035"/>
                </a:lnTo>
                <a:lnTo>
                  <a:pt x="254" y="1035"/>
                </a:lnTo>
                <a:lnTo>
                  <a:pt x="254" y="1036"/>
                </a:lnTo>
                <a:lnTo>
                  <a:pt x="253" y="1036"/>
                </a:lnTo>
                <a:lnTo>
                  <a:pt x="253" y="1037"/>
                </a:lnTo>
                <a:lnTo>
                  <a:pt x="252" y="1037"/>
                </a:lnTo>
                <a:lnTo>
                  <a:pt x="251" y="1037"/>
                </a:lnTo>
                <a:lnTo>
                  <a:pt x="250" y="1037"/>
                </a:lnTo>
                <a:lnTo>
                  <a:pt x="249" y="1037"/>
                </a:lnTo>
                <a:lnTo>
                  <a:pt x="248" y="1037"/>
                </a:lnTo>
                <a:lnTo>
                  <a:pt x="247" y="1037"/>
                </a:lnTo>
                <a:lnTo>
                  <a:pt x="247" y="1036"/>
                </a:lnTo>
                <a:lnTo>
                  <a:pt x="246" y="1036"/>
                </a:lnTo>
                <a:lnTo>
                  <a:pt x="245" y="1036"/>
                </a:lnTo>
                <a:lnTo>
                  <a:pt x="244" y="1036"/>
                </a:lnTo>
                <a:lnTo>
                  <a:pt x="243" y="1036"/>
                </a:lnTo>
                <a:lnTo>
                  <a:pt x="241" y="1036"/>
                </a:lnTo>
                <a:lnTo>
                  <a:pt x="239" y="1036"/>
                </a:lnTo>
                <a:lnTo>
                  <a:pt x="237" y="1036"/>
                </a:lnTo>
                <a:lnTo>
                  <a:pt x="236" y="1036"/>
                </a:lnTo>
                <a:lnTo>
                  <a:pt x="236" y="1037"/>
                </a:lnTo>
                <a:lnTo>
                  <a:pt x="235" y="1037"/>
                </a:lnTo>
                <a:lnTo>
                  <a:pt x="234" y="1037"/>
                </a:lnTo>
                <a:lnTo>
                  <a:pt x="233" y="1037"/>
                </a:lnTo>
                <a:lnTo>
                  <a:pt x="232" y="1037"/>
                </a:lnTo>
                <a:lnTo>
                  <a:pt x="232" y="1036"/>
                </a:lnTo>
                <a:lnTo>
                  <a:pt x="231" y="1036"/>
                </a:lnTo>
                <a:lnTo>
                  <a:pt x="230" y="1037"/>
                </a:lnTo>
                <a:lnTo>
                  <a:pt x="229" y="1037"/>
                </a:lnTo>
                <a:lnTo>
                  <a:pt x="229" y="1036"/>
                </a:lnTo>
                <a:lnTo>
                  <a:pt x="228" y="1036"/>
                </a:lnTo>
                <a:lnTo>
                  <a:pt x="226" y="1036"/>
                </a:lnTo>
                <a:lnTo>
                  <a:pt x="225" y="1036"/>
                </a:lnTo>
                <a:lnTo>
                  <a:pt x="225" y="1037"/>
                </a:lnTo>
                <a:lnTo>
                  <a:pt x="225" y="1038"/>
                </a:lnTo>
                <a:lnTo>
                  <a:pt x="224" y="1038"/>
                </a:lnTo>
                <a:lnTo>
                  <a:pt x="223" y="1039"/>
                </a:lnTo>
                <a:lnTo>
                  <a:pt x="223" y="1040"/>
                </a:lnTo>
                <a:lnTo>
                  <a:pt x="222" y="1040"/>
                </a:lnTo>
                <a:lnTo>
                  <a:pt x="221" y="1040"/>
                </a:lnTo>
                <a:lnTo>
                  <a:pt x="221" y="1041"/>
                </a:lnTo>
                <a:lnTo>
                  <a:pt x="220" y="1041"/>
                </a:lnTo>
                <a:lnTo>
                  <a:pt x="219" y="1041"/>
                </a:lnTo>
                <a:lnTo>
                  <a:pt x="218" y="1041"/>
                </a:lnTo>
                <a:lnTo>
                  <a:pt x="217" y="1041"/>
                </a:lnTo>
                <a:lnTo>
                  <a:pt x="217" y="1040"/>
                </a:lnTo>
                <a:lnTo>
                  <a:pt x="216" y="1040"/>
                </a:lnTo>
                <a:lnTo>
                  <a:pt x="215" y="1040"/>
                </a:lnTo>
                <a:lnTo>
                  <a:pt x="214" y="1039"/>
                </a:lnTo>
                <a:lnTo>
                  <a:pt x="213" y="1039"/>
                </a:lnTo>
                <a:lnTo>
                  <a:pt x="213" y="1040"/>
                </a:lnTo>
                <a:lnTo>
                  <a:pt x="212" y="1040"/>
                </a:lnTo>
                <a:lnTo>
                  <a:pt x="211" y="1040"/>
                </a:lnTo>
                <a:lnTo>
                  <a:pt x="210" y="1040"/>
                </a:lnTo>
                <a:lnTo>
                  <a:pt x="210" y="1041"/>
                </a:lnTo>
                <a:lnTo>
                  <a:pt x="209" y="1041"/>
                </a:lnTo>
                <a:lnTo>
                  <a:pt x="209" y="1042"/>
                </a:lnTo>
                <a:lnTo>
                  <a:pt x="208" y="1042"/>
                </a:lnTo>
                <a:lnTo>
                  <a:pt x="207" y="1043"/>
                </a:lnTo>
                <a:lnTo>
                  <a:pt x="206" y="1043"/>
                </a:lnTo>
                <a:lnTo>
                  <a:pt x="205" y="1043"/>
                </a:lnTo>
                <a:lnTo>
                  <a:pt x="204" y="1043"/>
                </a:lnTo>
                <a:lnTo>
                  <a:pt x="203" y="1044"/>
                </a:lnTo>
                <a:lnTo>
                  <a:pt x="202" y="1044"/>
                </a:lnTo>
                <a:lnTo>
                  <a:pt x="203" y="1043"/>
                </a:lnTo>
                <a:lnTo>
                  <a:pt x="202" y="1043"/>
                </a:lnTo>
                <a:lnTo>
                  <a:pt x="202" y="1042"/>
                </a:lnTo>
                <a:lnTo>
                  <a:pt x="202" y="1041"/>
                </a:lnTo>
                <a:lnTo>
                  <a:pt x="202" y="1042"/>
                </a:lnTo>
                <a:lnTo>
                  <a:pt x="202" y="1041"/>
                </a:lnTo>
                <a:lnTo>
                  <a:pt x="201" y="1041"/>
                </a:lnTo>
                <a:lnTo>
                  <a:pt x="200" y="1041"/>
                </a:lnTo>
                <a:lnTo>
                  <a:pt x="200" y="1040"/>
                </a:lnTo>
                <a:lnTo>
                  <a:pt x="199" y="1040"/>
                </a:lnTo>
                <a:lnTo>
                  <a:pt x="199" y="1039"/>
                </a:lnTo>
                <a:lnTo>
                  <a:pt x="198" y="1039"/>
                </a:lnTo>
                <a:lnTo>
                  <a:pt x="197" y="1039"/>
                </a:lnTo>
                <a:lnTo>
                  <a:pt x="197" y="1038"/>
                </a:lnTo>
                <a:lnTo>
                  <a:pt x="196" y="1038"/>
                </a:lnTo>
                <a:lnTo>
                  <a:pt x="196" y="1037"/>
                </a:lnTo>
                <a:lnTo>
                  <a:pt x="195" y="1036"/>
                </a:lnTo>
                <a:lnTo>
                  <a:pt x="195" y="1035"/>
                </a:lnTo>
                <a:lnTo>
                  <a:pt x="195" y="1034"/>
                </a:lnTo>
                <a:lnTo>
                  <a:pt x="194" y="1034"/>
                </a:lnTo>
                <a:lnTo>
                  <a:pt x="193" y="1034"/>
                </a:lnTo>
                <a:lnTo>
                  <a:pt x="192" y="1034"/>
                </a:lnTo>
                <a:lnTo>
                  <a:pt x="191" y="1034"/>
                </a:lnTo>
                <a:lnTo>
                  <a:pt x="190" y="1034"/>
                </a:lnTo>
                <a:lnTo>
                  <a:pt x="189" y="1034"/>
                </a:lnTo>
                <a:lnTo>
                  <a:pt x="188" y="1034"/>
                </a:lnTo>
                <a:lnTo>
                  <a:pt x="187" y="1034"/>
                </a:lnTo>
                <a:lnTo>
                  <a:pt x="186" y="1034"/>
                </a:lnTo>
                <a:lnTo>
                  <a:pt x="185" y="1034"/>
                </a:lnTo>
                <a:lnTo>
                  <a:pt x="184" y="1034"/>
                </a:lnTo>
                <a:lnTo>
                  <a:pt x="183" y="1034"/>
                </a:lnTo>
                <a:lnTo>
                  <a:pt x="182" y="1034"/>
                </a:lnTo>
                <a:lnTo>
                  <a:pt x="181" y="1034"/>
                </a:lnTo>
                <a:lnTo>
                  <a:pt x="180" y="1034"/>
                </a:lnTo>
                <a:lnTo>
                  <a:pt x="180" y="1033"/>
                </a:lnTo>
                <a:lnTo>
                  <a:pt x="179" y="1033"/>
                </a:lnTo>
                <a:lnTo>
                  <a:pt x="178" y="1033"/>
                </a:lnTo>
                <a:lnTo>
                  <a:pt x="176" y="1033"/>
                </a:lnTo>
                <a:lnTo>
                  <a:pt x="176" y="1034"/>
                </a:lnTo>
                <a:lnTo>
                  <a:pt x="176" y="1033"/>
                </a:lnTo>
                <a:lnTo>
                  <a:pt x="176" y="1034"/>
                </a:lnTo>
                <a:lnTo>
                  <a:pt x="175" y="1034"/>
                </a:lnTo>
                <a:lnTo>
                  <a:pt x="175" y="1033"/>
                </a:lnTo>
                <a:lnTo>
                  <a:pt x="175" y="1034"/>
                </a:lnTo>
                <a:lnTo>
                  <a:pt x="175" y="1033"/>
                </a:lnTo>
                <a:lnTo>
                  <a:pt x="174" y="1033"/>
                </a:lnTo>
                <a:lnTo>
                  <a:pt x="174" y="1034"/>
                </a:lnTo>
                <a:lnTo>
                  <a:pt x="173" y="1034"/>
                </a:lnTo>
                <a:lnTo>
                  <a:pt x="172" y="1034"/>
                </a:lnTo>
                <a:lnTo>
                  <a:pt x="170" y="1034"/>
                </a:lnTo>
                <a:lnTo>
                  <a:pt x="169" y="1034"/>
                </a:lnTo>
                <a:lnTo>
                  <a:pt x="168" y="1034"/>
                </a:lnTo>
                <a:lnTo>
                  <a:pt x="167" y="1034"/>
                </a:lnTo>
                <a:lnTo>
                  <a:pt x="166" y="1034"/>
                </a:lnTo>
                <a:lnTo>
                  <a:pt x="165" y="1034"/>
                </a:lnTo>
                <a:lnTo>
                  <a:pt x="165" y="1035"/>
                </a:lnTo>
                <a:lnTo>
                  <a:pt x="162" y="1035"/>
                </a:lnTo>
                <a:lnTo>
                  <a:pt x="161" y="1035"/>
                </a:lnTo>
                <a:lnTo>
                  <a:pt x="160" y="1035"/>
                </a:lnTo>
                <a:lnTo>
                  <a:pt x="160" y="1036"/>
                </a:lnTo>
                <a:lnTo>
                  <a:pt x="159" y="1036"/>
                </a:lnTo>
                <a:lnTo>
                  <a:pt x="160" y="1036"/>
                </a:lnTo>
                <a:lnTo>
                  <a:pt x="159" y="1036"/>
                </a:lnTo>
                <a:lnTo>
                  <a:pt x="159" y="1037"/>
                </a:lnTo>
                <a:lnTo>
                  <a:pt x="159" y="1038"/>
                </a:lnTo>
                <a:lnTo>
                  <a:pt x="158" y="1038"/>
                </a:lnTo>
                <a:lnTo>
                  <a:pt x="159" y="1038"/>
                </a:lnTo>
                <a:lnTo>
                  <a:pt x="159" y="1037"/>
                </a:lnTo>
                <a:lnTo>
                  <a:pt x="158" y="1037"/>
                </a:lnTo>
                <a:lnTo>
                  <a:pt x="158" y="1036"/>
                </a:lnTo>
                <a:lnTo>
                  <a:pt x="157" y="1037"/>
                </a:lnTo>
                <a:lnTo>
                  <a:pt x="156" y="1037"/>
                </a:lnTo>
                <a:lnTo>
                  <a:pt x="155" y="1037"/>
                </a:lnTo>
                <a:lnTo>
                  <a:pt x="154" y="1037"/>
                </a:lnTo>
                <a:lnTo>
                  <a:pt x="154" y="1036"/>
                </a:lnTo>
                <a:lnTo>
                  <a:pt x="154" y="1037"/>
                </a:lnTo>
                <a:lnTo>
                  <a:pt x="154" y="1036"/>
                </a:lnTo>
                <a:lnTo>
                  <a:pt x="152" y="1036"/>
                </a:lnTo>
                <a:lnTo>
                  <a:pt x="151" y="1036"/>
                </a:lnTo>
                <a:lnTo>
                  <a:pt x="150" y="1036"/>
                </a:lnTo>
                <a:lnTo>
                  <a:pt x="149" y="1036"/>
                </a:lnTo>
                <a:lnTo>
                  <a:pt x="148" y="1036"/>
                </a:lnTo>
                <a:lnTo>
                  <a:pt x="147" y="1037"/>
                </a:lnTo>
                <a:lnTo>
                  <a:pt x="147" y="1036"/>
                </a:lnTo>
                <a:lnTo>
                  <a:pt x="146" y="1036"/>
                </a:lnTo>
                <a:lnTo>
                  <a:pt x="146" y="1035"/>
                </a:lnTo>
                <a:lnTo>
                  <a:pt x="145" y="1035"/>
                </a:lnTo>
                <a:lnTo>
                  <a:pt x="144" y="1035"/>
                </a:lnTo>
                <a:lnTo>
                  <a:pt x="144" y="1034"/>
                </a:lnTo>
                <a:lnTo>
                  <a:pt x="143" y="1034"/>
                </a:lnTo>
                <a:lnTo>
                  <a:pt x="142" y="1034"/>
                </a:lnTo>
                <a:lnTo>
                  <a:pt x="141" y="1034"/>
                </a:lnTo>
                <a:lnTo>
                  <a:pt x="140" y="1034"/>
                </a:lnTo>
                <a:lnTo>
                  <a:pt x="139" y="1034"/>
                </a:lnTo>
                <a:lnTo>
                  <a:pt x="138" y="1034"/>
                </a:lnTo>
                <a:lnTo>
                  <a:pt x="137" y="1034"/>
                </a:lnTo>
                <a:lnTo>
                  <a:pt x="137" y="1033"/>
                </a:lnTo>
                <a:lnTo>
                  <a:pt x="135" y="1033"/>
                </a:lnTo>
                <a:lnTo>
                  <a:pt x="134" y="1033"/>
                </a:lnTo>
                <a:lnTo>
                  <a:pt x="134" y="1032"/>
                </a:lnTo>
                <a:lnTo>
                  <a:pt x="134" y="1033"/>
                </a:lnTo>
                <a:lnTo>
                  <a:pt x="134" y="1032"/>
                </a:lnTo>
                <a:lnTo>
                  <a:pt x="134" y="1033"/>
                </a:lnTo>
                <a:lnTo>
                  <a:pt x="133" y="1033"/>
                </a:lnTo>
                <a:lnTo>
                  <a:pt x="132" y="1033"/>
                </a:lnTo>
                <a:lnTo>
                  <a:pt x="130" y="1033"/>
                </a:lnTo>
                <a:lnTo>
                  <a:pt x="130" y="1034"/>
                </a:lnTo>
                <a:lnTo>
                  <a:pt x="129" y="1034"/>
                </a:lnTo>
                <a:lnTo>
                  <a:pt x="129" y="1035"/>
                </a:lnTo>
                <a:lnTo>
                  <a:pt x="128" y="1035"/>
                </a:lnTo>
                <a:lnTo>
                  <a:pt x="127" y="1035"/>
                </a:lnTo>
                <a:lnTo>
                  <a:pt x="126" y="1035"/>
                </a:lnTo>
                <a:lnTo>
                  <a:pt x="125" y="1035"/>
                </a:lnTo>
                <a:lnTo>
                  <a:pt x="125" y="1034"/>
                </a:lnTo>
                <a:lnTo>
                  <a:pt x="124" y="1034"/>
                </a:lnTo>
                <a:lnTo>
                  <a:pt x="123" y="1034"/>
                </a:lnTo>
                <a:lnTo>
                  <a:pt x="122" y="1034"/>
                </a:lnTo>
                <a:lnTo>
                  <a:pt x="123" y="1034"/>
                </a:lnTo>
                <a:lnTo>
                  <a:pt x="123" y="1035"/>
                </a:lnTo>
                <a:lnTo>
                  <a:pt x="122" y="1035"/>
                </a:lnTo>
                <a:lnTo>
                  <a:pt x="120" y="1035"/>
                </a:lnTo>
                <a:lnTo>
                  <a:pt x="119" y="1035"/>
                </a:lnTo>
                <a:lnTo>
                  <a:pt x="119" y="1036"/>
                </a:lnTo>
                <a:lnTo>
                  <a:pt x="114" y="1036"/>
                </a:lnTo>
                <a:lnTo>
                  <a:pt x="113" y="1036"/>
                </a:lnTo>
                <a:lnTo>
                  <a:pt x="113" y="1035"/>
                </a:lnTo>
                <a:lnTo>
                  <a:pt x="112" y="1035"/>
                </a:lnTo>
                <a:lnTo>
                  <a:pt x="111" y="1035"/>
                </a:lnTo>
                <a:lnTo>
                  <a:pt x="111" y="1036"/>
                </a:lnTo>
                <a:lnTo>
                  <a:pt x="110" y="1036"/>
                </a:lnTo>
                <a:lnTo>
                  <a:pt x="109" y="1036"/>
                </a:lnTo>
                <a:lnTo>
                  <a:pt x="109" y="1037"/>
                </a:lnTo>
                <a:lnTo>
                  <a:pt x="109" y="1036"/>
                </a:lnTo>
                <a:lnTo>
                  <a:pt x="109" y="1037"/>
                </a:lnTo>
                <a:lnTo>
                  <a:pt x="108" y="1037"/>
                </a:lnTo>
                <a:lnTo>
                  <a:pt x="108" y="1036"/>
                </a:lnTo>
                <a:lnTo>
                  <a:pt x="108" y="1037"/>
                </a:lnTo>
                <a:lnTo>
                  <a:pt x="108" y="1036"/>
                </a:lnTo>
                <a:lnTo>
                  <a:pt x="108" y="1037"/>
                </a:lnTo>
                <a:lnTo>
                  <a:pt x="107" y="1037"/>
                </a:lnTo>
                <a:lnTo>
                  <a:pt x="107" y="1038"/>
                </a:lnTo>
                <a:lnTo>
                  <a:pt x="106" y="1038"/>
                </a:lnTo>
                <a:lnTo>
                  <a:pt x="105" y="1038"/>
                </a:lnTo>
                <a:lnTo>
                  <a:pt x="104" y="1038"/>
                </a:lnTo>
                <a:lnTo>
                  <a:pt x="103" y="1038"/>
                </a:lnTo>
                <a:lnTo>
                  <a:pt x="102" y="1038"/>
                </a:lnTo>
                <a:lnTo>
                  <a:pt x="101" y="1038"/>
                </a:lnTo>
                <a:lnTo>
                  <a:pt x="101" y="1039"/>
                </a:lnTo>
                <a:lnTo>
                  <a:pt x="100" y="1039"/>
                </a:lnTo>
                <a:lnTo>
                  <a:pt x="100" y="1038"/>
                </a:lnTo>
                <a:lnTo>
                  <a:pt x="99" y="1038"/>
                </a:lnTo>
                <a:lnTo>
                  <a:pt x="99" y="1039"/>
                </a:lnTo>
                <a:lnTo>
                  <a:pt x="98" y="1039"/>
                </a:lnTo>
                <a:lnTo>
                  <a:pt x="97" y="1039"/>
                </a:lnTo>
                <a:lnTo>
                  <a:pt x="97" y="1040"/>
                </a:lnTo>
                <a:lnTo>
                  <a:pt x="97" y="1039"/>
                </a:lnTo>
                <a:lnTo>
                  <a:pt x="97" y="1040"/>
                </a:lnTo>
                <a:lnTo>
                  <a:pt x="96" y="1040"/>
                </a:lnTo>
                <a:lnTo>
                  <a:pt x="95" y="1040"/>
                </a:lnTo>
                <a:lnTo>
                  <a:pt x="95" y="1041"/>
                </a:lnTo>
                <a:lnTo>
                  <a:pt x="94" y="1041"/>
                </a:lnTo>
                <a:lnTo>
                  <a:pt x="94" y="1042"/>
                </a:lnTo>
                <a:lnTo>
                  <a:pt x="93" y="1042"/>
                </a:lnTo>
                <a:lnTo>
                  <a:pt x="92" y="1042"/>
                </a:lnTo>
                <a:lnTo>
                  <a:pt x="92" y="1043"/>
                </a:lnTo>
                <a:lnTo>
                  <a:pt x="92" y="1042"/>
                </a:lnTo>
                <a:lnTo>
                  <a:pt x="91" y="1042"/>
                </a:lnTo>
                <a:lnTo>
                  <a:pt x="91" y="1043"/>
                </a:lnTo>
                <a:lnTo>
                  <a:pt x="90" y="1043"/>
                </a:lnTo>
                <a:lnTo>
                  <a:pt x="91" y="1043"/>
                </a:lnTo>
                <a:lnTo>
                  <a:pt x="90" y="1043"/>
                </a:lnTo>
                <a:lnTo>
                  <a:pt x="90" y="1044"/>
                </a:lnTo>
                <a:lnTo>
                  <a:pt x="90" y="1043"/>
                </a:lnTo>
                <a:lnTo>
                  <a:pt x="89" y="1043"/>
                </a:lnTo>
                <a:lnTo>
                  <a:pt x="89" y="1044"/>
                </a:lnTo>
                <a:lnTo>
                  <a:pt x="88" y="1044"/>
                </a:lnTo>
                <a:lnTo>
                  <a:pt x="88" y="1045"/>
                </a:lnTo>
                <a:lnTo>
                  <a:pt x="87" y="1045"/>
                </a:lnTo>
                <a:lnTo>
                  <a:pt x="87" y="1046"/>
                </a:lnTo>
                <a:lnTo>
                  <a:pt x="86" y="1046"/>
                </a:lnTo>
                <a:lnTo>
                  <a:pt x="85" y="1046"/>
                </a:lnTo>
                <a:lnTo>
                  <a:pt x="83" y="1046"/>
                </a:lnTo>
                <a:lnTo>
                  <a:pt x="83" y="1047"/>
                </a:lnTo>
                <a:lnTo>
                  <a:pt x="82" y="1047"/>
                </a:lnTo>
                <a:lnTo>
                  <a:pt x="81" y="1047"/>
                </a:lnTo>
                <a:lnTo>
                  <a:pt x="80" y="1047"/>
                </a:lnTo>
                <a:lnTo>
                  <a:pt x="80" y="1048"/>
                </a:lnTo>
                <a:lnTo>
                  <a:pt x="79" y="1048"/>
                </a:lnTo>
                <a:lnTo>
                  <a:pt x="78" y="1048"/>
                </a:lnTo>
                <a:lnTo>
                  <a:pt x="77" y="1048"/>
                </a:lnTo>
                <a:lnTo>
                  <a:pt x="76" y="1048"/>
                </a:lnTo>
                <a:lnTo>
                  <a:pt x="75" y="1048"/>
                </a:lnTo>
                <a:lnTo>
                  <a:pt x="75" y="1047"/>
                </a:lnTo>
                <a:lnTo>
                  <a:pt x="75" y="1048"/>
                </a:lnTo>
                <a:lnTo>
                  <a:pt x="74" y="1048"/>
                </a:lnTo>
                <a:lnTo>
                  <a:pt x="73" y="1048"/>
                </a:lnTo>
                <a:lnTo>
                  <a:pt x="72" y="1048"/>
                </a:lnTo>
                <a:lnTo>
                  <a:pt x="72" y="1049"/>
                </a:lnTo>
                <a:lnTo>
                  <a:pt x="71" y="1049"/>
                </a:lnTo>
                <a:lnTo>
                  <a:pt x="70" y="1049"/>
                </a:lnTo>
                <a:lnTo>
                  <a:pt x="70" y="1050"/>
                </a:lnTo>
                <a:lnTo>
                  <a:pt x="70" y="1051"/>
                </a:lnTo>
                <a:lnTo>
                  <a:pt x="69" y="1051"/>
                </a:lnTo>
                <a:lnTo>
                  <a:pt x="68" y="1051"/>
                </a:lnTo>
                <a:lnTo>
                  <a:pt x="68" y="1052"/>
                </a:lnTo>
                <a:lnTo>
                  <a:pt x="68" y="1053"/>
                </a:lnTo>
                <a:lnTo>
                  <a:pt x="68" y="1054"/>
                </a:lnTo>
                <a:lnTo>
                  <a:pt x="68" y="1055"/>
                </a:lnTo>
                <a:lnTo>
                  <a:pt x="69" y="1055"/>
                </a:lnTo>
                <a:lnTo>
                  <a:pt x="70" y="1055"/>
                </a:lnTo>
                <a:lnTo>
                  <a:pt x="70" y="1056"/>
                </a:lnTo>
                <a:lnTo>
                  <a:pt x="69" y="1056"/>
                </a:lnTo>
                <a:lnTo>
                  <a:pt x="69" y="1057"/>
                </a:lnTo>
                <a:lnTo>
                  <a:pt x="69" y="1056"/>
                </a:lnTo>
                <a:lnTo>
                  <a:pt x="69" y="1057"/>
                </a:lnTo>
                <a:lnTo>
                  <a:pt x="68" y="1057"/>
                </a:lnTo>
                <a:lnTo>
                  <a:pt x="67" y="1057"/>
                </a:lnTo>
                <a:lnTo>
                  <a:pt x="66" y="1057"/>
                </a:lnTo>
                <a:lnTo>
                  <a:pt x="66" y="1056"/>
                </a:lnTo>
                <a:lnTo>
                  <a:pt x="65" y="1056"/>
                </a:lnTo>
                <a:lnTo>
                  <a:pt x="64" y="1056"/>
                </a:lnTo>
                <a:lnTo>
                  <a:pt x="64" y="1055"/>
                </a:lnTo>
                <a:lnTo>
                  <a:pt x="63" y="1055"/>
                </a:lnTo>
                <a:lnTo>
                  <a:pt x="62" y="1055"/>
                </a:lnTo>
                <a:lnTo>
                  <a:pt x="62" y="1056"/>
                </a:lnTo>
                <a:lnTo>
                  <a:pt x="61" y="1056"/>
                </a:lnTo>
                <a:lnTo>
                  <a:pt x="61" y="1057"/>
                </a:lnTo>
                <a:lnTo>
                  <a:pt x="60" y="1057"/>
                </a:lnTo>
                <a:lnTo>
                  <a:pt x="60" y="1056"/>
                </a:lnTo>
                <a:lnTo>
                  <a:pt x="59" y="1056"/>
                </a:lnTo>
                <a:lnTo>
                  <a:pt x="59" y="1057"/>
                </a:lnTo>
                <a:lnTo>
                  <a:pt x="59" y="1058"/>
                </a:lnTo>
                <a:lnTo>
                  <a:pt x="59" y="1059"/>
                </a:lnTo>
                <a:lnTo>
                  <a:pt x="58" y="1059"/>
                </a:lnTo>
                <a:lnTo>
                  <a:pt x="57" y="1059"/>
                </a:lnTo>
                <a:lnTo>
                  <a:pt x="57" y="1058"/>
                </a:lnTo>
                <a:lnTo>
                  <a:pt x="57" y="1057"/>
                </a:lnTo>
                <a:lnTo>
                  <a:pt x="57" y="1056"/>
                </a:lnTo>
                <a:lnTo>
                  <a:pt x="56" y="1056"/>
                </a:lnTo>
                <a:lnTo>
                  <a:pt x="56" y="1057"/>
                </a:lnTo>
                <a:lnTo>
                  <a:pt x="55" y="1057"/>
                </a:lnTo>
                <a:lnTo>
                  <a:pt x="55" y="1058"/>
                </a:lnTo>
                <a:lnTo>
                  <a:pt x="56" y="1058"/>
                </a:lnTo>
                <a:lnTo>
                  <a:pt x="57" y="1058"/>
                </a:lnTo>
                <a:lnTo>
                  <a:pt x="57" y="1059"/>
                </a:lnTo>
                <a:lnTo>
                  <a:pt x="56" y="1059"/>
                </a:lnTo>
                <a:lnTo>
                  <a:pt x="56" y="1060"/>
                </a:lnTo>
                <a:lnTo>
                  <a:pt x="55" y="1060"/>
                </a:lnTo>
                <a:lnTo>
                  <a:pt x="54" y="1060"/>
                </a:lnTo>
                <a:lnTo>
                  <a:pt x="54" y="1061"/>
                </a:lnTo>
                <a:lnTo>
                  <a:pt x="54" y="1062"/>
                </a:lnTo>
                <a:lnTo>
                  <a:pt x="53" y="1062"/>
                </a:lnTo>
                <a:lnTo>
                  <a:pt x="53" y="1061"/>
                </a:lnTo>
                <a:lnTo>
                  <a:pt x="54" y="1060"/>
                </a:lnTo>
                <a:lnTo>
                  <a:pt x="54" y="1059"/>
                </a:lnTo>
                <a:lnTo>
                  <a:pt x="54" y="1058"/>
                </a:lnTo>
                <a:lnTo>
                  <a:pt x="53" y="1058"/>
                </a:lnTo>
                <a:lnTo>
                  <a:pt x="53" y="1059"/>
                </a:lnTo>
                <a:lnTo>
                  <a:pt x="53" y="1060"/>
                </a:lnTo>
                <a:lnTo>
                  <a:pt x="52" y="1060"/>
                </a:lnTo>
                <a:lnTo>
                  <a:pt x="51" y="1060"/>
                </a:lnTo>
                <a:lnTo>
                  <a:pt x="51" y="1059"/>
                </a:lnTo>
                <a:lnTo>
                  <a:pt x="50" y="1059"/>
                </a:lnTo>
                <a:lnTo>
                  <a:pt x="50" y="1060"/>
                </a:lnTo>
                <a:lnTo>
                  <a:pt x="50" y="1061"/>
                </a:lnTo>
                <a:lnTo>
                  <a:pt x="50" y="1062"/>
                </a:lnTo>
                <a:lnTo>
                  <a:pt x="49" y="1062"/>
                </a:lnTo>
                <a:lnTo>
                  <a:pt x="48" y="1062"/>
                </a:lnTo>
                <a:lnTo>
                  <a:pt x="47" y="1062"/>
                </a:lnTo>
                <a:lnTo>
                  <a:pt x="47" y="1063"/>
                </a:lnTo>
                <a:lnTo>
                  <a:pt x="46" y="1063"/>
                </a:lnTo>
                <a:lnTo>
                  <a:pt x="45" y="1063"/>
                </a:lnTo>
                <a:lnTo>
                  <a:pt x="45" y="1064"/>
                </a:lnTo>
                <a:lnTo>
                  <a:pt x="44" y="1064"/>
                </a:lnTo>
                <a:lnTo>
                  <a:pt x="44" y="1065"/>
                </a:lnTo>
                <a:lnTo>
                  <a:pt x="45" y="1065"/>
                </a:lnTo>
                <a:lnTo>
                  <a:pt x="45" y="1066"/>
                </a:lnTo>
                <a:lnTo>
                  <a:pt x="44" y="1066"/>
                </a:lnTo>
                <a:lnTo>
                  <a:pt x="44" y="1067"/>
                </a:lnTo>
                <a:lnTo>
                  <a:pt x="45" y="1067"/>
                </a:lnTo>
                <a:lnTo>
                  <a:pt x="44" y="1068"/>
                </a:lnTo>
                <a:lnTo>
                  <a:pt x="43" y="1068"/>
                </a:lnTo>
                <a:lnTo>
                  <a:pt x="42" y="1068"/>
                </a:lnTo>
                <a:lnTo>
                  <a:pt x="41" y="1068"/>
                </a:lnTo>
                <a:lnTo>
                  <a:pt x="41" y="1069"/>
                </a:lnTo>
                <a:lnTo>
                  <a:pt x="41" y="1070"/>
                </a:lnTo>
                <a:lnTo>
                  <a:pt x="40" y="1069"/>
                </a:lnTo>
                <a:lnTo>
                  <a:pt x="39" y="1069"/>
                </a:lnTo>
                <a:lnTo>
                  <a:pt x="39" y="1070"/>
                </a:lnTo>
                <a:lnTo>
                  <a:pt x="38" y="1070"/>
                </a:lnTo>
                <a:lnTo>
                  <a:pt x="37" y="1070"/>
                </a:lnTo>
                <a:lnTo>
                  <a:pt x="36" y="1071"/>
                </a:lnTo>
                <a:lnTo>
                  <a:pt x="37" y="1071"/>
                </a:lnTo>
                <a:lnTo>
                  <a:pt x="36" y="1071"/>
                </a:lnTo>
                <a:lnTo>
                  <a:pt x="36" y="1072"/>
                </a:lnTo>
                <a:lnTo>
                  <a:pt x="35" y="1072"/>
                </a:lnTo>
                <a:lnTo>
                  <a:pt x="35" y="1073"/>
                </a:lnTo>
                <a:lnTo>
                  <a:pt x="34" y="1073"/>
                </a:lnTo>
                <a:lnTo>
                  <a:pt x="34" y="1072"/>
                </a:lnTo>
                <a:lnTo>
                  <a:pt x="33" y="1072"/>
                </a:lnTo>
                <a:lnTo>
                  <a:pt x="33" y="1073"/>
                </a:lnTo>
                <a:lnTo>
                  <a:pt x="32" y="1073"/>
                </a:lnTo>
                <a:lnTo>
                  <a:pt x="32" y="1074"/>
                </a:lnTo>
                <a:lnTo>
                  <a:pt x="33" y="1074"/>
                </a:lnTo>
                <a:lnTo>
                  <a:pt x="34" y="1074"/>
                </a:lnTo>
                <a:lnTo>
                  <a:pt x="34" y="1075"/>
                </a:lnTo>
                <a:lnTo>
                  <a:pt x="35" y="1075"/>
                </a:lnTo>
                <a:lnTo>
                  <a:pt x="34" y="1075"/>
                </a:lnTo>
                <a:lnTo>
                  <a:pt x="34" y="1076"/>
                </a:lnTo>
                <a:lnTo>
                  <a:pt x="33" y="1076"/>
                </a:lnTo>
                <a:lnTo>
                  <a:pt x="32" y="1076"/>
                </a:lnTo>
                <a:lnTo>
                  <a:pt x="31" y="1076"/>
                </a:lnTo>
                <a:lnTo>
                  <a:pt x="31" y="1075"/>
                </a:lnTo>
                <a:lnTo>
                  <a:pt x="30" y="1075"/>
                </a:lnTo>
                <a:lnTo>
                  <a:pt x="29" y="1075"/>
                </a:lnTo>
                <a:lnTo>
                  <a:pt x="29" y="1074"/>
                </a:lnTo>
                <a:lnTo>
                  <a:pt x="30" y="1074"/>
                </a:lnTo>
                <a:lnTo>
                  <a:pt x="30" y="1073"/>
                </a:lnTo>
                <a:lnTo>
                  <a:pt x="29" y="1073"/>
                </a:lnTo>
                <a:lnTo>
                  <a:pt x="28" y="1073"/>
                </a:lnTo>
                <a:lnTo>
                  <a:pt x="28" y="1074"/>
                </a:lnTo>
                <a:lnTo>
                  <a:pt x="28" y="1075"/>
                </a:lnTo>
                <a:lnTo>
                  <a:pt x="28" y="1076"/>
                </a:lnTo>
                <a:lnTo>
                  <a:pt x="27" y="1077"/>
                </a:lnTo>
                <a:lnTo>
                  <a:pt x="27" y="1076"/>
                </a:lnTo>
                <a:lnTo>
                  <a:pt x="26" y="1076"/>
                </a:lnTo>
                <a:lnTo>
                  <a:pt x="26" y="1077"/>
                </a:lnTo>
                <a:lnTo>
                  <a:pt x="25" y="1077"/>
                </a:lnTo>
                <a:lnTo>
                  <a:pt x="26" y="1077"/>
                </a:lnTo>
                <a:lnTo>
                  <a:pt x="25" y="1077"/>
                </a:lnTo>
                <a:lnTo>
                  <a:pt x="25" y="1078"/>
                </a:lnTo>
                <a:lnTo>
                  <a:pt x="24" y="1078"/>
                </a:lnTo>
                <a:lnTo>
                  <a:pt x="24" y="1077"/>
                </a:lnTo>
                <a:lnTo>
                  <a:pt x="24" y="1076"/>
                </a:lnTo>
                <a:lnTo>
                  <a:pt x="24" y="1075"/>
                </a:lnTo>
                <a:lnTo>
                  <a:pt x="23" y="1075"/>
                </a:lnTo>
                <a:lnTo>
                  <a:pt x="23" y="1076"/>
                </a:lnTo>
                <a:lnTo>
                  <a:pt x="23" y="1077"/>
                </a:lnTo>
                <a:lnTo>
                  <a:pt x="22" y="1077"/>
                </a:lnTo>
                <a:lnTo>
                  <a:pt x="22" y="1078"/>
                </a:lnTo>
                <a:lnTo>
                  <a:pt x="22" y="1079"/>
                </a:lnTo>
                <a:lnTo>
                  <a:pt x="22" y="1080"/>
                </a:lnTo>
                <a:lnTo>
                  <a:pt x="21" y="1080"/>
                </a:lnTo>
                <a:lnTo>
                  <a:pt x="20" y="1079"/>
                </a:lnTo>
                <a:lnTo>
                  <a:pt x="20" y="1078"/>
                </a:lnTo>
                <a:lnTo>
                  <a:pt x="20" y="1077"/>
                </a:lnTo>
                <a:lnTo>
                  <a:pt x="20" y="1076"/>
                </a:lnTo>
                <a:lnTo>
                  <a:pt x="20" y="1075"/>
                </a:lnTo>
                <a:lnTo>
                  <a:pt x="20" y="1074"/>
                </a:lnTo>
                <a:lnTo>
                  <a:pt x="19" y="1074"/>
                </a:lnTo>
                <a:lnTo>
                  <a:pt x="19" y="1073"/>
                </a:lnTo>
                <a:lnTo>
                  <a:pt x="19" y="1072"/>
                </a:lnTo>
                <a:lnTo>
                  <a:pt x="18" y="1072"/>
                </a:lnTo>
                <a:lnTo>
                  <a:pt x="17" y="1072"/>
                </a:lnTo>
                <a:lnTo>
                  <a:pt x="17" y="1071"/>
                </a:lnTo>
                <a:lnTo>
                  <a:pt x="17" y="1070"/>
                </a:lnTo>
                <a:lnTo>
                  <a:pt x="16" y="1070"/>
                </a:lnTo>
                <a:lnTo>
                  <a:pt x="16" y="1069"/>
                </a:lnTo>
                <a:lnTo>
                  <a:pt x="15" y="1069"/>
                </a:lnTo>
                <a:lnTo>
                  <a:pt x="14" y="1069"/>
                </a:lnTo>
                <a:lnTo>
                  <a:pt x="13" y="1069"/>
                </a:lnTo>
                <a:lnTo>
                  <a:pt x="13" y="1068"/>
                </a:lnTo>
                <a:lnTo>
                  <a:pt x="12" y="1068"/>
                </a:lnTo>
                <a:lnTo>
                  <a:pt x="12" y="1067"/>
                </a:lnTo>
                <a:lnTo>
                  <a:pt x="11" y="1067"/>
                </a:lnTo>
                <a:lnTo>
                  <a:pt x="11" y="1066"/>
                </a:lnTo>
                <a:lnTo>
                  <a:pt x="10" y="1066"/>
                </a:lnTo>
                <a:lnTo>
                  <a:pt x="9" y="1066"/>
                </a:lnTo>
                <a:lnTo>
                  <a:pt x="9" y="1065"/>
                </a:lnTo>
                <a:lnTo>
                  <a:pt x="8" y="1065"/>
                </a:lnTo>
                <a:lnTo>
                  <a:pt x="8" y="1064"/>
                </a:lnTo>
                <a:lnTo>
                  <a:pt x="7" y="1065"/>
                </a:lnTo>
                <a:lnTo>
                  <a:pt x="6" y="1064"/>
                </a:lnTo>
                <a:lnTo>
                  <a:pt x="5" y="1063"/>
                </a:lnTo>
                <a:lnTo>
                  <a:pt x="4" y="1063"/>
                </a:lnTo>
                <a:lnTo>
                  <a:pt x="4" y="1062"/>
                </a:lnTo>
                <a:lnTo>
                  <a:pt x="4" y="1063"/>
                </a:lnTo>
                <a:lnTo>
                  <a:pt x="3" y="1063"/>
                </a:lnTo>
                <a:lnTo>
                  <a:pt x="3" y="1062"/>
                </a:lnTo>
                <a:lnTo>
                  <a:pt x="2" y="1062"/>
                </a:lnTo>
                <a:lnTo>
                  <a:pt x="1" y="1062"/>
                </a:lnTo>
                <a:lnTo>
                  <a:pt x="1" y="1061"/>
                </a:lnTo>
                <a:lnTo>
                  <a:pt x="0" y="1061"/>
                </a:lnTo>
                <a:lnTo>
                  <a:pt x="0" y="1060"/>
                </a:lnTo>
                <a:lnTo>
                  <a:pt x="0" y="1059"/>
                </a:lnTo>
                <a:lnTo>
                  <a:pt x="1" y="1059"/>
                </a:lnTo>
                <a:lnTo>
                  <a:pt x="1" y="1058"/>
                </a:lnTo>
                <a:lnTo>
                  <a:pt x="1" y="1057"/>
                </a:lnTo>
                <a:lnTo>
                  <a:pt x="2" y="1056"/>
                </a:lnTo>
                <a:lnTo>
                  <a:pt x="3" y="1056"/>
                </a:lnTo>
                <a:lnTo>
                  <a:pt x="3" y="1055"/>
                </a:lnTo>
                <a:lnTo>
                  <a:pt x="4" y="1055"/>
                </a:lnTo>
                <a:lnTo>
                  <a:pt x="5" y="1055"/>
                </a:lnTo>
                <a:lnTo>
                  <a:pt x="6" y="1055"/>
                </a:lnTo>
                <a:lnTo>
                  <a:pt x="6" y="1054"/>
                </a:lnTo>
                <a:lnTo>
                  <a:pt x="7" y="1054"/>
                </a:lnTo>
                <a:lnTo>
                  <a:pt x="8" y="1054"/>
                </a:lnTo>
                <a:lnTo>
                  <a:pt x="8" y="1053"/>
                </a:lnTo>
                <a:lnTo>
                  <a:pt x="9" y="1053"/>
                </a:lnTo>
                <a:lnTo>
                  <a:pt x="9" y="1052"/>
                </a:lnTo>
                <a:lnTo>
                  <a:pt x="9" y="1051"/>
                </a:lnTo>
                <a:lnTo>
                  <a:pt x="9" y="1050"/>
                </a:lnTo>
                <a:lnTo>
                  <a:pt x="10" y="1050"/>
                </a:lnTo>
                <a:lnTo>
                  <a:pt x="11" y="1050"/>
                </a:lnTo>
                <a:lnTo>
                  <a:pt x="12" y="1050"/>
                </a:lnTo>
                <a:lnTo>
                  <a:pt x="12" y="1049"/>
                </a:lnTo>
                <a:lnTo>
                  <a:pt x="13" y="1049"/>
                </a:lnTo>
                <a:lnTo>
                  <a:pt x="14" y="1049"/>
                </a:lnTo>
                <a:lnTo>
                  <a:pt x="15" y="1048"/>
                </a:lnTo>
                <a:lnTo>
                  <a:pt x="16" y="1048"/>
                </a:lnTo>
                <a:lnTo>
                  <a:pt x="17" y="1048"/>
                </a:lnTo>
                <a:lnTo>
                  <a:pt x="18" y="1048"/>
                </a:lnTo>
                <a:lnTo>
                  <a:pt x="18" y="1047"/>
                </a:lnTo>
                <a:lnTo>
                  <a:pt x="19" y="1047"/>
                </a:lnTo>
                <a:lnTo>
                  <a:pt x="20" y="1047"/>
                </a:lnTo>
                <a:lnTo>
                  <a:pt x="20" y="1046"/>
                </a:lnTo>
                <a:lnTo>
                  <a:pt x="19" y="1046"/>
                </a:lnTo>
                <a:lnTo>
                  <a:pt x="19" y="1045"/>
                </a:lnTo>
                <a:lnTo>
                  <a:pt x="20" y="1045"/>
                </a:lnTo>
                <a:lnTo>
                  <a:pt x="19" y="1045"/>
                </a:lnTo>
                <a:lnTo>
                  <a:pt x="19" y="1044"/>
                </a:lnTo>
                <a:lnTo>
                  <a:pt x="20" y="1044"/>
                </a:lnTo>
                <a:lnTo>
                  <a:pt x="20" y="1043"/>
                </a:lnTo>
                <a:lnTo>
                  <a:pt x="21" y="1044"/>
                </a:lnTo>
                <a:lnTo>
                  <a:pt x="21" y="1043"/>
                </a:lnTo>
                <a:lnTo>
                  <a:pt x="21" y="1042"/>
                </a:lnTo>
                <a:lnTo>
                  <a:pt x="21" y="1041"/>
                </a:lnTo>
                <a:lnTo>
                  <a:pt x="22" y="1040"/>
                </a:lnTo>
                <a:lnTo>
                  <a:pt x="22" y="1039"/>
                </a:lnTo>
                <a:lnTo>
                  <a:pt x="22" y="1038"/>
                </a:lnTo>
                <a:lnTo>
                  <a:pt x="23" y="1038"/>
                </a:lnTo>
                <a:lnTo>
                  <a:pt x="23" y="1039"/>
                </a:lnTo>
                <a:lnTo>
                  <a:pt x="24" y="1039"/>
                </a:lnTo>
                <a:lnTo>
                  <a:pt x="24" y="1038"/>
                </a:lnTo>
                <a:lnTo>
                  <a:pt x="25" y="1038"/>
                </a:lnTo>
                <a:lnTo>
                  <a:pt x="25" y="1037"/>
                </a:lnTo>
                <a:lnTo>
                  <a:pt x="25" y="1036"/>
                </a:lnTo>
                <a:lnTo>
                  <a:pt x="26" y="1036"/>
                </a:lnTo>
                <a:lnTo>
                  <a:pt x="26" y="1035"/>
                </a:lnTo>
                <a:lnTo>
                  <a:pt x="27" y="1035"/>
                </a:lnTo>
                <a:lnTo>
                  <a:pt x="28" y="1035"/>
                </a:lnTo>
                <a:lnTo>
                  <a:pt x="28" y="1034"/>
                </a:lnTo>
                <a:lnTo>
                  <a:pt x="29" y="1034"/>
                </a:lnTo>
                <a:lnTo>
                  <a:pt x="30" y="1034"/>
                </a:lnTo>
                <a:lnTo>
                  <a:pt x="31" y="1034"/>
                </a:lnTo>
                <a:lnTo>
                  <a:pt x="31" y="1033"/>
                </a:lnTo>
                <a:lnTo>
                  <a:pt x="31" y="1032"/>
                </a:lnTo>
                <a:lnTo>
                  <a:pt x="32" y="1032"/>
                </a:lnTo>
                <a:lnTo>
                  <a:pt x="33" y="1031"/>
                </a:lnTo>
                <a:lnTo>
                  <a:pt x="33" y="1030"/>
                </a:lnTo>
                <a:lnTo>
                  <a:pt x="33" y="1029"/>
                </a:lnTo>
                <a:lnTo>
                  <a:pt x="34" y="1029"/>
                </a:lnTo>
                <a:lnTo>
                  <a:pt x="34" y="1030"/>
                </a:lnTo>
                <a:lnTo>
                  <a:pt x="35" y="1030"/>
                </a:lnTo>
                <a:lnTo>
                  <a:pt x="36" y="1030"/>
                </a:lnTo>
                <a:lnTo>
                  <a:pt x="36" y="1029"/>
                </a:lnTo>
                <a:lnTo>
                  <a:pt x="37" y="1029"/>
                </a:lnTo>
                <a:lnTo>
                  <a:pt x="37" y="1028"/>
                </a:lnTo>
                <a:lnTo>
                  <a:pt x="37" y="1027"/>
                </a:lnTo>
                <a:lnTo>
                  <a:pt x="38" y="1027"/>
                </a:lnTo>
                <a:lnTo>
                  <a:pt x="39" y="1027"/>
                </a:lnTo>
                <a:lnTo>
                  <a:pt x="40" y="1027"/>
                </a:lnTo>
                <a:lnTo>
                  <a:pt x="40" y="1026"/>
                </a:lnTo>
                <a:lnTo>
                  <a:pt x="41" y="1026"/>
                </a:lnTo>
                <a:lnTo>
                  <a:pt x="41" y="1025"/>
                </a:lnTo>
                <a:lnTo>
                  <a:pt x="41" y="1024"/>
                </a:lnTo>
                <a:lnTo>
                  <a:pt x="41" y="1023"/>
                </a:lnTo>
                <a:lnTo>
                  <a:pt x="42" y="1023"/>
                </a:lnTo>
                <a:lnTo>
                  <a:pt x="42" y="1022"/>
                </a:lnTo>
                <a:lnTo>
                  <a:pt x="42" y="1021"/>
                </a:lnTo>
                <a:lnTo>
                  <a:pt x="43" y="1021"/>
                </a:lnTo>
                <a:lnTo>
                  <a:pt x="43" y="1020"/>
                </a:lnTo>
                <a:lnTo>
                  <a:pt x="42" y="1020"/>
                </a:lnTo>
                <a:lnTo>
                  <a:pt x="42" y="1019"/>
                </a:lnTo>
                <a:lnTo>
                  <a:pt x="44" y="1019"/>
                </a:lnTo>
                <a:lnTo>
                  <a:pt x="43" y="1019"/>
                </a:lnTo>
                <a:lnTo>
                  <a:pt x="43" y="1018"/>
                </a:lnTo>
                <a:lnTo>
                  <a:pt x="44" y="1018"/>
                </a:lnTo>
                <a:lnTo>
                  <a:pt x="43" y="1017"/>
                </a:lnTo>
                <a:lnTo>
                  <a:pt x="44" y="1017"/>
                </a:lnTo>
                <a:lnTo>
                  <a:pt x="45" y="1017"/>
                </a:lnTo>
                <a:lnTo>
                  <a:pt x="46" y="1016"/>
                </a:lnTo>
                <a:lnTo>
                  <a:pt x="46" y="1015"/>
                </a:lnTo>
                <a:lnTo>
                  <a:pt x="45" y="1015"/>
                </a:lnTo>
                <a:lnTo>
                  <a:pt x="45" y="1014"/>
                </a:lnTo>
                <a:lnTo>
                  <a:pt x="45" y="1013"/>
                </a:lnTo>
                <a:lnTo>
                  <a:pt x="44" y="1013"/>
                </a:lnTo>
                <a:lnTo>
                  <a:pt x="44" y="1012"/>
                </a:lnTo>
                <a:lnTo>
                  <a:pt x="43" y="1012"/>
                </a:lnTo>
                <a:lnTo>
                  <a:pt x="43" y="1011"/>
                </a:lnTo>
                <a:lnTo>
                  <a:pt x="42" y="1011"/>
                </a:lnTo>
                <a:lnTo>
                  <a:pt x="42" y="1012"/>
                </a:lnTo>
                <a:lnTo>
                  <a:pt x="41" y="1012"/>
                </a:lnTo>
                <a:lnTo>
                  <a:pt x="41" y="1011"/>
                </a:lnTo>
                <a:lnTo>
                  <a:pt x="41" y="1010"/>
                </a:lnTo>
                <a:lnTo>
                  <a:pt x="41" y="1009"/>
                </a:lnTo>
                <a:lnTo>
                  <a:pt x="41" y="1008"/>
                </a:lnTo>
                <a:lnTo>
                  <a:pt x="41" y="1007"/>
                </a:lnTo>
                <a:lnTo>
                  <a:pt x="42" y="1006"/>
                </a:lnTo>
                <a:lnTo>
                  <a:pt x="42" y="1003"/>
                </a:lnTo>
                <a:lnTo>
                  <a:pt x="44" y="1001"/>
                </a:lnTo>
                <a:lnTo>
                  <a:pt x="45" y="1000"/>
                </a:lnTo>
                <a:lnTo>
                  <a:pt x="45" y="999"/>
                </a:lnTo>
                <a:lnTo>
                  <a:pt x="46" y="999"/>
                </a:lnTo>
                <a:lnTo>
                  <a:pt x="47" y="999"/>
                </a:lnTo>
                <a:lnTo>
                  <a:pt x="48" y="998"/>
                </a:lnTo>
                <a:lnTo>
                  <a:pt x="49" y="998"/>
                </a:lnTo>
                <a:lnTo>
                  <a:pt x="50" y="997"/>
                </a:lnTo>
                <a:lnTo>
                  <a:pt x="50" y="996"/>
                </a:lnTo>
                <a:lnTo>
                  <a:pt x="49" y="996"/>
                </a:lnTo>
                <a:lnTo>
                  <a:pt x="49" y="995"/>
                </a:lnTo>
                <a:lnTo>
                  <a:pt x="48" y="995"/>
                </a:lnTo>
                <a:lnTo>
                  <a:pt x="48" y="994"/>
                </a:lnTo>
                <a:lnTo>
                  <a:pt x="47" y="994"/>
                </a:lnTo>
                <a:lnTo>
                  <a:pt x="47" y="993"/>
                </a:lnTo>
                <a:lnTo>
                  <a:pt x="47" y="992"/>
                </a:lnTo>
                <a:lnTo>
                  <a:pt x="46" y="992"/>
                </a:lnTo>
                <a:lnTo>
                  <a:pt x="45" y="992"/>
                </a:lnTo>
                <a:lnTo>
                  <a:pt x="46" y="992"/>
                </a:lnTo>
                <a:lnTo>
                  <a:pt x="45" y="992"/>
                </a:lnTo>
                <a:lnTo>
                  <a:pt x="45" y="991"/>
                </a:lnTo>
                <a:lnTo>
                  <a:pt x="44" y="991"/>
                </a:lnTo>
                <a:lnTo>
                  <a:pt x="43" y="991"/>
                </a:lnTo>
                <a:lnTo>
                  <a:pt x="43" y="990"/>
                </a:lnTo>
                <a:lnTo>
                  <a:pt x="43" y="989"/>
                </a:lnTo>
                <a:lnTo>
                  <a:pt x="42" y="989"/>
                </a:lnTo>
                <a:lnTo>
                  <a:pt x="41" y="989"/>
                </a:lnTo>
                <a:lnTo>
                  <a:pt x="40" y="989"/>
                </a:lnTo>
                <a:lnTo>
                  <a:pt x="39" y="989"/>
                </a:lnTo>
                <a:lnTo>
                  <a:pt x="38" y="989"/>
                </a:lnTo>
                <a:lnTo>
                  <a:pt x="38" y="990"/>
                </a:lnTo>
                <a:lnTo>
                  <a:pt x="37" y="990"/>
                </a:lnTo>
                <a:lnTo>
                  <a:pt x="37" y="989"/>
                </a:lnTo>
                <a:lnTo>
                  <a:pt x="36" y="989"/>
                </a:lnTo>
                <a:lnTo>
                  <a:pt x="35" y="989"/>
                </a:lnTo>
                <a:lnTo>
                  <a:pt x="34" y="989"/>
                </a:lnTo>
                <a:lnTo>
                  <a:pt x="34" y="988"/>
                </a:lnTo>
                <a:lnTo>
                  <a:pt x="33" y="988"/>
                </a:lnTo>
                <a:lnTo>
                  <a:pt x="32" y="988"/>
                </a:lnTo>
                <a:lnTo>
                  <a:pt x="31" y="988"/>
                </a:lnTo>
                <a:lnTo>
                  <a:pt x="31" y="986"/>
                </a:lnTo>
                <a:lnTo>
                  <a:pt x="31" y="985"/>
                </a:lnTo>
                <a:lnTo>
                  <a:pt x="31" y="984"/>
                </a:lnTo>
                <a:lnTo>
                  <a:pt x="31" y="983"/>
                </a:lnTo>
                <a:lnTo>
                  <a:pt x="30" y="983"/>
                </a:lnTo>
                <a:lnTo>
                  <a:pt x="30" y="982"/>
                </a:lnTo>
                <a:lnTo>
                  <a:pt x="31" y="982"/>
                </a:lnTo>
                <a:lnTo>
                  <a:pt x="31" y="981"/>
                </a:lnTo>
                <a:lnTo>
                  <a:pt x="31" y="980"/>
                </a:lnTo>
                <a:lnTo>
                  <a:pt x="32" y="980"/>
                </a:lnTo>
                <a:lnTo>
                  <a:pt x="32" y="979"/>
                </a:lnTo>
                <a:lnTo>
                  <a:pt x="33" y="979"/>
                </a:lnTo>
                <a:lnTo>
                  <a:pt x="33" y="978"/>
                </a:lnTo>
                <a:lnTo>
                  <a:pt x="34" y="979"/>
                </a:lnTo>
                <a:lnTo>
                  <a:pt x="35" y="979"/>
                </a:lnTo>
                <a:lnTo>
                  <a:pt x="35" y="980"/>
                </a:lnTo>
                <a:lnTo>
                  <a:pt x="36" y="980"/>
                </a:lnTo>
                <a:lnTo>
                  <a:pt x="36" y="979"/>
                </a:lnTo>
                <a:lnTo>
                  <a:pt x="36" y="980"/>
                </a:lnTo>
                <a:lnTo>
                  <a:pt x="36" y="979"/>
                </a:lnTo>
                <a:lnTo>
                  <a:pt x="37" y="979"/>
                </a:lnTo>
                <a:lnTo>
                  <a:pt x="38" y="979"/>
                </a:lnTo>
                <a:lnTo>
                  <a:pt x="39" y="979"/>
                </a:lnTo>
                <a:lnTo>
                  <a:pt x="40" y="978"/>
                </a:lnTo>
                <a:lnTo>
                  <a:pt x="40" y="977"/>
                </a:lnTo>
                <a:lnTo>
                  <a:pt x="41" y="977"/>
                </a:lnTo>
                <a:lnTo>
                  <a:pt x="42" y="977"/>
                </a:lnTo>
                <a:lnTo>
                  <a:pt x="42" y="976"/>
                </a:lnTo>
                <a:lnTo>
                  <a:pt x="42" y="975"/>
                </a:lnTo>
                <a:lnTo>
                  <a:pt x="42" y="974"/>
                </a:lnTo>
                <a:lnTo>
                  <a:pt x="42" y="973"/>
                </a:lnTo>
                <a:lnTo>
                  <a:pt x="41" y="973"/>
                </a:lnTo>
                <a:lnTo>
                  <a:pt x="41" y="972"/>
                </a:lnTo>
                <a:lnTo>
                  <a:pt x="40" y="972"/>
                </a:lnTo>
                <a:lnTo>
                  <a:pt x="40" y="971"/>
                </a:lnTo>
                <a:lnTo>
                  <a:pt x="39" y="971"/>
                </a:lnTo>
                <a:lnTo>
                  <a:pt x="38" y="971"/>
                </a:lnTo>
                <a:lnTo>
                  <a:pt x="37" y="971"/>
                </a:lnTo>
                <a:lnTo>
                  <a:pt x="37" y="970"/>
                </a:lnTo>
                <a:lnTo>
                  <a:pt x="37" y="969"/>
                </a:lnTo>
                <a:lnTo>
                  <a:pt x="36" y="968"/>
                </a:lnTo>
                <a:lnTo>
                  <a:pt x="36" y="967"/>
                </a:lnTo>
                <a:lnTo>
                  <a:pt x="36" y="966"/>
                </a:lnTo>
                <a:lnTo>
                  <a:pt x="35" y="966"/>
                </a:lnTo>
                <a:lnTo>
                  <a:pt x="36" y="966"/>
                </a:lnTo>
                <a:lnTo>
                  <a:pt x="36" y="965"/>
                </a:lnTo>
                <a:lnTo>
                  <a:pt x="37" y="965"/>
                </a:lnTo>
                <a:lnTo>
                  <a:pt x="36" y="965"/>
                </a:lnTo>
                <a:lnTo>
                  <a:pt x="36" y="964"/>
                </a:lnTo>
                <a:lnTo>
                  <a:pt x="36" y="963"/>
                </a:lnTo>
                <a:lnTo>
                  <a:pt x="36" y="962"/>
                </a:lnTo>
                <a:lnTo>
                  <a:pt x="35" y="962"/>
                </a:lnTo>
                <a:lnTo>
                  <a:pt x="35" y="961"/>
                </a:lnTo>
                <a:lnTo>
                  <a:pt x="36" y="961"/>
                </a:lnTo>
                <a:lnTo>
                  <a:pt x="35" y="961"/>
                </a:lnTo>
                <a:lnTo>
                  <a:pt x="35" y="960"/>
                </a:lnTo>
                <a:lnTo>
                  <a:pt x="36" y="960"/>
                </a:lnTo>
                <a:lnTo>
                  <a:pt x="35" y="959"/>
                </a:lnTo>
                <a:lnTo>
                  <a:pt x="36" y="959"/>
                </a:lnTo>
                <a:lnTo>
                  <a:pt x="36" y="958"/>
                </a:lnTo>
                <a:lnTo>
                  <a:pt x="35" y="958"/>
                </a:lnTo>
                <a:lnTo>
                  <a:pt x="35" y="957"/>
                </a:lnTo>
                <a:lnTo>
                  <a:pt x="35" y="956"/>
                </a:lnTo>
                <a:lnTo>
                  <a:pt x="34" y="956"/>
                </a:lnTo>
                <a:lnTo>
                  <a:pt x="34" y="957"/>
                </a:lnTo>
                <a:lnTo>
                  <a:pt x="33" y="957"/>
                </a:lnTo>
                <a:lnTo>
                  <a:pt x="32" y="957"/>
                </a:lnTo>
                <a:lnTo>
                  <a:pt x="31" y="957"/>
                </a:lnTo>
                <a:lnTo>
                  <a:pt x="31" y="958"/>
                </a:lnTo>
                <a:lnTo>
                  <a:pt x="30" y="958"/>
                </a:lnTo>
                <a:lnTo>
                  <a:pt x="30" y="957"/>
                </a:lnTo>
                <a:lnTo>
                  <a:pt x="29" y="957"/>
                </a:lnTo>
                <a:lnTo>
                  <a:pt x="29" y="958"/>
                </a:lnTo>
                <a:lnTo>
                  <a:pt x="28" y="958"/>
                </a:lnTo>
                <a:lnTo>
                  <a:pt x="26" y="958"/>
                </a:lnTo>
                <a:lnTo>
                  <a:pt x="25" y="958"/>
                </a:lnTo>
                <a:lnTo>
                  <a:pt x="24" y="958"/>
                </a:lnTo>
                <a:lnTo>
                  <a:pt x="23" y="958"/>
                </a:lnTo>
                <a:lnTo>
                  <a:pt x="23" y="959"/>
                </a:lnTo>
                <a:lnTo>
                  <a:pt x="22" y="959"/>
                </a:lnTo>
                <a:lnTo>
                  <a:pt x="22" y="958"/>
                </a:lnTo>
                <a:lnTo>
                  <a:pt x="22" y="957"/>
                </a:lnTo>
                <a:lnTo>
                  <a:pt x="21" y="957"/>
                </a:lnTo>
                <a:lnTo>
                  <a:pt x="21" y="958"/>
                </a:lnTo>
                <a:lnTo>
                  <a:pt x="20" y="958"/>
                </a:lnTo>
                <a:lnTo>
                  <a:pt x="20" y="959"/>
                </a:lnTo>
                <a:lnTo>
                  <a:pt x="19" y="959"/>
                </a:lnTo>
                <a:lnTo>
                  <a:pt x="19" y="958"/>
                </a:lnTo>
                <a:lnTo>
                  <a:pt x="18" y="958"/>
                </a:lnTo>
                <a:lnTo>
                  <a:pt x="17" y="958"/>
                </a:lnTo>
                <a:lnTo>
                  <a:pt x="16" y="958"/>
                </a:lnTo>
                <a:lnTo>
                  <a:pt x="16" y="957"/>
                </a:lnTo>
                <a:lnTo>
                  <a:pt x="16" y="958"/>
                </a:lnTo>
                <a:lnTo>
                  <a:pt x="15" y="958"/>
                </a:lnTo>
                <a:lnTo>
                  <a:pt x="14" y="958"/>
                </a:lnTo>
                <a:lnTo>
                  <a:pt x="13" y="958"/>
                </a:lnTo>
                <a:lnTo>
                  <a:pt x="12" y="958"/>
                </a:lnTo>
                <a:lnTo>
                  <a:pt x="11" y="958"/>
                </a:lnTo>
                <a:lnTo>
                  <a:pt x="10" y="958"/>
                </a:lnTo>
                <a:lnTo>
                  <a:pt x="9" y="958"/>
                </a:lnTo>
                <a:lnTo>
                  <a:pt x="9" y="959"/>
                </a:lnTo>
                <a:lnTo>
                  <a:pt x="9" y="958"/>
                </a:lnTo>
                <a:lnTo>
                  <a:pt x="8" y="958"/>
                </a:lnTo>
                <a:lnTo>
                  <a:pt x="9" y="958"/>
                </a:lnTo>
                <a:lnTo>
                  <a:pt x="9" y="957"/>
                </a:lnTo>
                <a:lnTo>
                  <a:pt x="8" y="957"/>
                </a:lnTo>
                <a:lnTo>
                  <a:pt x="8" y="956"/>
                </a:lnTo>
                <a:lnTo>
                  <a:pt x="9" y="956"/>
                </a:lnTo>
                <a:lnTo>
                  <a:pt x="9" y="955"/>
                </a:lnTo>
                <a:lnTo>
                  <a:pt x="10" y="954"/>
                </a:lnTo>
                <a:lnTo>
                  <a:pt x="10" y="953"/>
                </a:lnTo>
                <a:lnTo>
                  <a:pt x="11" y="953"/>
                </a:lnTo>
                <a:lnTo>
                  <a:pt x="11" y="952"/>
                </a:lnTo>
                <a:lnTo>
                  <a:pt x="12" y="952"/>
                </a:lnTo>
                <a:lnTo>
                  <a:pt x="12" y="951"/>
                </a:lnTo>
                <a:lnTo>
                  <a:pt x="12" y="950"/>
                </a:lnTo>
                <a:lnTo>
                  <a:pt x="13" y="949"/>
                </a:lnTo>
                <a:lnTo>
                  <a:pt x="13" y="948"/>
                </a:lnTo>
                <a:lnTo>
                  <a:pt x="13" y="947"/>
                </a:lnTo>
                <a:lnTo>
                  <a:pt x="14" y="947"/>
                </a:lnTo>
                <a:lnTo>
                  <a:pt x="14" y="946"/>
                </a:lnTo>
                <a:lnTo>
                  <a:pt x="14" y="945"/>
                </a:lnTo>
                <a:lnTo>
                  <a:pt x="14" y="944"/>
                </a:lnTo>
                <a:lnTo>
                  <a:pt x="14" y="943"/>
                </a:lnTo>
                <a:lnTo>
                  <a:pt x="15" y="943"/>
                </a:lnTo>
                <a:lnTo>
                  <a:pt x="15" y="942"/>
                </a:lnTo>
                <a:lnTo>
                  <a:pt x="14" y="942"/>
                </a:lnTo>
                <a:lnTo>
                  <a:pt x="14" y="941"/>
                </a:lnTo>
                <a:lnTo>
                  <a:pt x="15" y="941"/>
                </a:lnTo>
                <a:lnTo>
                  <a:pt x="15" y="940"/>
                </a:lnTo>
                <a:lnTo>
                  <a:pt x="15" y="939"/>
                </a:lnTo>
                <a:lnTo>
                  <a:pt x="15" y="938"/>
                </a:lnTo>
                <a:lnTo>
                  <a:pt x="15" y="937"/>
                </a:lnTo>
                <a:lnTo>
                  <a:pt x="16" y="937"/>
                </a:lnTo>
                <a:lnTo>
                  <a:pt x="15" y="937"/>
                </a:lnTo>
                <a:lnTo>
                  <a:pt x="16" y="936"/>
                </a:lnTo>
                <a:lnTo>
                  <a:pt x="15" y="936"/>
                </a:lnTo>
                <a:lnTo>
                  <a:pt x="16" y="936"/>
                </a:lnTo>
                <a:lnTo>
                  <a:pt x="16" y="935"/>
                </a:lnTo>
                <a:lnTo>
                  <a:pt x="16" y="934"/>
                </a:lnTo>
                <a:lnTo>
                  <a:pt x="16" y="933"/>
                </a:lnTo>
                <a:lnTo>
                  <a:pt x="17" y="933"/>
                </a:lnTo>
                <a:lnTo>
                  <a:pt x="16" y="933"/>
                </a:lnTo>
                <a:lnTo>
                  <a:pt x="16" y="932"/>
                </a:lnTo>
                <a:lnTo>
                  <a:pt x="16" y="931"/>
                </a:lnTo>
                <a:lnTo>
                  <a:pt x="16" y="930"/>
                </a:lnTo>
                <a:lnTo>
                  <a:pt x="17" y="930"/>
                </a:lnTo>
                <a:lnTo>
                  <a:pt x="17" y="929"/>
                </a:lnTo>
                <a:lnTo>
                  <a:pt x="17" y="928"/>
                </a:lnTo>
                <a:lnTo>
                  <a:pt x="17" y="927"/>
                </a:lnTo>
                <a:lnTo>
                  <a:pt x="17" y="926"/>
                </a:lnTo>
                <a:lnTo>
                  <a:pt x="18" y="926"/>
                </a:lnTo>
                <a:lnTo>
                  <a:pt x="18" y="925"/>
                </a:lnTo>
                <a:lnTo>
                  <a:pt x="18" y="924"/>
                </a:lnTo>
                <a:lnTo>
                  <a:pt x="18" y="923"/>
                </a:lnTo>
                <a:lnTo>
                  <a:pt x="18" y="922"/>
                </a:lnTo>
                <a:lnTo>
                  <a:pt x="19" y="922"/>
                </a:lnTo>
                <a:lnTo>
                  <a:pt x="18" y="922"/>
                </a:lnTo>
                <a:lnTo>
                  <a:pt x="18" y="920"/>
                </a:lnTo>
                <a:lnTo>
                  <a:pt x="18" y="918"/>
                </a:lnTo>
                <a:lnTo>
                  <a:pt x="18" y="917"/>
                </a:lnTo>
                <a:lnTo>
                  <a:pt x="18" y="916"/>
                </a:lnTo>
                <a:lnTo>
                  <a:pt x="18" y="915"/>
                </a:lnTo>
                <a:lnTo>
                  <a:pt x="19" y="914"/>
                </a:lnTo>
                <a:lnTo>
                  <a:pt x="20" y="914"/>
                </a:lnTo>
                <a:lnTo>
                  <a:pt x="20" y="913"/>
                </a:lnTo>
                <a:lnTo>
                  <a:pt x="19" y="913"/>
                </a:lnTo>
                <a:lnTo>
                  <a:pt x="19" y="912"/>
                </a:lnTo>
                <a:lnTo>
                  <a:pt x="19" y="911"/>
                </a:lnTo>
                <a:lnTo>
                  <a:pt x="19" y="910"/>
                </a:lnTo>
                <a:lnTo>
                  <a:pt x="19" y="909"/>
                </a:lnTo>
                <a:lnTo>
                  <a:pt x="19" y="908"/>
                </a:lnTo>
                <a:lnTo>
                  <a:pt x="19" y="907"/>
                </a:lnTo>
                <a:lnTo>
                  <a:pt x="19" y="906"/>
                </a:lnTo>
                <a:lnTo>
                  <a:pt x="19" y="905"/>
                </a:lnTo>
                <a:lnTo>
                  <a:pt x="19" y="904"/>
                </a:lnTo>
                <a:lnTo>
                  <a:pt x="20" y="904"/>
                </a:lnTo>
                <a:lnTo>
                  <a:pt x="20" y="902"/>
                </a:lnTo>
                <a:lnTo>
                  <a:pt x="19" y="902"/>
                </a:lnTo>
                <a:lnTo>
                  <a:pt x="20" y="902"/>
                </a:lnTo>
                <a:lnTo>
                  <a:pt x="19" y="902"/>
                </a:lnTo>
                <a:lnTo>
                  <a:pt x="20" y="902"/>
                </a:lnTo>
                <a:lnTo>
                  <a:pt x="20" y="901"/>
                </a:lnTo>
                <a:lnTo>
                  <a:pt x="19" y="900"/>
                </a:lnTo>
                <a:lnTo>
                  <a:pt x="19" y="899"/>
                </a:lnTo>
                <a:lnTo>
                  <a:pt x="18" y="899"/>
                </a:lnTo>
                <a:lnTo>
                  <a:pt x="18" y="900"/>
                </a:lnTo>
                <a:lnTo>
                  <a:pt x="18" y="899"/>
                </a:lnTo>
                <a:lnTo>
                  <a:pt x="17" y="899"/>
                </a:lnTo>
                <a:lnTo>
                  <a:pt x="17" y="898"/>
                </a:lnTo>
                <a:lnTo>
                  <a:pt x="16" y="898"/>
                </a:lnTo>
                <a:lnTo>
                  <a:pt x="16" y="897"/>
                </a:lnTo>
                <a:lnTo>
                  <a:pt x="17" y="897"/>
                </a:lnTo>
                <a:lnTo>
                  <a:pt x="16" y="897"/>
                </a:lnTo>
                <a:lnTo>
                  <a:pt x="16" y="896"/>
                </a:lnTo>
                <a:lnTo>
                  <a:pt x="17" y="896"/>
                </a:lnTo>
                <a:lnTo>
                  <a:pt x="17" y="895"/>
                </a:lnTo>
                <a:lnTo>
                  <a:pt x="18" y="895"/>
                </a:lnTo>
                <a:lnTo>
                  <a:pt x="19" y="895"/>
                </a:lnTo>
                <a:lnTo>
                  <a:pt x="19" y="894"/>
                </a:lnTo>
                <a:lnTo>
                  <a:pt x="20" y="894"/>
                </a:lnTo>
                <a:lnTo>
                  <a:pt x="20" y="893"/>
                </a:lnTo>
                <a:lnTo>
                  <a:pt x="20" y="892"/>
                </a:lnTo>
                <a:lnTo>
                  <a:pt x="21" y="891"/>
                </a:lnTo>
                <a:lnTo>
                  <a:pt x="22" y="891"/>
                </a:lnTo>
                <a:lnTo>
                  <a:pt x="24" y="891"/>
                </a:lnTo>
                <a:lnTo>
                  <a:pt x="24" y="892"/>
                </a:lnTo>
                <a:lnTo>
                  <a:pt x="24" y="891"/>
                </a:lnTo>
                <a:lnTo>
                  <a:pt x="25" y="891"/>
                </a:lnTo>
                <a:lnTo>
                  <a:pt x="26" y="891"/>
                </a:lnTo>
                <a:lnTo>
                  <a:pt x="26" y="890"/>
                </a:lnTo>
                <a:lnTo>
                  <a:pt x="27" y="890"/>
                </a:lnTo>
                <a:lnTo>
                  <a:pt x="28" y="890"/>
                </a:lnTo>
                <a:lnTo>
                  <a:pt x="29" y="890"/>
                </a:lnTo>
                <a:lnTo>
                  <a:pt x="30" y="890"/>
                </a:lnTo>
                <a:lnTo>
                  <a:pt x="30" y="889"/>
                </a:lnTo>
                <a:lnTo>
                  <a:pt x="31" y="889"/>
                </a:lnTo>
                <a:lnTo>
                  <a:pt x="32" y="889"/>
                </a:lnTo>
                <a:lnTo>
                  <a:pt x="32" y="888"/>
                </a:lnTo>
                <a:lnTo>
                  <a:pt x="33" y="888"/>
                </a:lnTo>
                <a:lnTo>
                  <a:pt x="34" y="888"/>
                </a:lnTo>
                <a:lnTo>
                  <a:pt x="35" y="888"/>
                </a:lnTo>
                <a:lnTo>
                  <a:pt x="35" y="887"/>
                </a:lnTo>
                <a:lnTo>
                  <a:pt x="36" y="887"/>
                </a:lnTo>
                <a:lnTo>
                  <a:pt x="37" y="887"/>
                </a:lnTo>
                <a:lnTo>
                  <a:pt x="37" y="886"/>
                </a:lnTo>
                <a:lnTo>
                  <a:pt x="38" y="886"/>
                </a:lnTo>
                <a:lnTo>
                  <a:pt x="38" y="885"/>
                </a:lnTo>
                <a:lnTo>
                  <a:pt x="38" y="884"/>
                </a:lnTo>
                <a:lnTo>
                  <a:pt x="39" y="884"/>
                </a:lnTo>
                <a:lnTo>
                  <a:pt x="39" y="883"/>
                </a:lnTo>
                <a:lnTo>
                  <a:pt x="40" y="883"/>
                </a:lnTo>
                <a:lnTo>
                  <a:pt x="41" y="882"/>
                </a:lnTo>
                <a:lnTo>
                  <a:pt x="41" y="881"/>
                </a:lnTo>
                <a:lnTo>
                  <a:pt x="42" y="881"/>
                </a:lnTo>
                <a:lnTo>
                  <a:pt x="42" y="880"/>
                </a:lnTo>
                <a:lnTo>
                  <a:pt x="42" y="881"/>
                </a:lnTo>
                <a:lnTo>
                  <a:pt x="43" y="881"/>
                </a:lnTo>
                <a:lnTo>
                  <a:pt x="43" y="880"/>
                </a:lnTo>
                <a:lnTo>
                  <a:pt x="44" y="880"/>
                </a:lnTo>
                <a:lnTo>
                  <a:pt x="44" y="881"/>
                </a:lnTo>
                <a:lnTo>
                  <a:pt x="44" y="880"/>
                </a:lnTo>
                <a:lnTo>
                  <a:pt x="45" y="880"/>
                </a:lnTo>
                <a:lnTo>
                  <a:pt x="45" y="879"/>
                </a:lnTo>
                <a:lnTo>
                  <a:pt x="46" y="879"/>
                </a:lnTo>
                <a:lnTo>
                  <a:pt x="46" y="878"/>
                </a:lnTo>
                <a:lnTo>
                  <a:pt x="47" y="878"/>
                </a:lnTo>
                <a:lnTo>
                  <a:pt x="47" y="879"/>
                </a:lnTo>
                <a:lnTo>
                  <a:pt x="48" y="879"/>
                </a:lnTo>
                <a:lnTo>
                  <a:pt x="48" y="880"/>
                </a:lnTo>
                <a:lnTo>
                  <a:pt x="49" y="880"/>
                </a:lnTo>
                <a:lnTo>
                  <a:pt x="50" y="880"/>
                </a:lnTo>
                <a:lnTo>
                  <a:pt x="50" y="881"/>
                </a:lnTo>
                <a:lnTo>
                  <a:pt x="51" y="881"/>
                </a:lnTo>
                <a:lnTo>
                  <a:pt x="52" y="881"/>
                </a:lnTo>
                <a:lnTo>
                  <a:pt x="51" y="881"/>
                </a:lnTo>
                <a:lnTo>
                  <a:pt x="51" y="882"/>
                </a:lnTo>
                <a:lnTo>
                  <a:pt x="52" y="882"/>
                </a:lnTo>
                <a:lnTo>
                  <a:pt x="53" y="882"/>
                </a:lnTo>
                <a:lnTo>
                  <a:pt x="53" y="881"/>
                </a:lnTo>
                <a:lnTo>
                  <a:pt x="53" y="882"/>
                </a:lnTo>
                <a:lnTo>
                  <a:pt x="53" y="881"/>
                </a:lnTo>
                <a:lnTo>
                  <a:pt x="54" y="881"/>
                </a:lnTo>
                <a:lnTo>
                  <a:pt x="54" y="882"/>
                </a:lnTo>
                <a:lnTo>
                  <a:pt x="55" y="882"/>
                </a:lnTo>
                <a:lnTo>
                  <a:pt x="56" y="882"/>
                </a:lnTo>
                <a:lnTo>
                  <a:pt x="57" y="882"/>
                </a:lnTo>
                <a:lnTo>
                  <a:pt x="58" y="882"/>
                </a:lnTo>
                <a:lnTo>
                  <a:pt x="58" y="883"/>
                </a:lnTo>
                <a:lnTo>
                  <a:pt x="58" y="882"/>
                </a:lnTo>
                <a:lnTo>
                  <a:pt x="59" y="882"/>
                </a:lnTo>
                <a:lnTo>
                  <a:pt x="60" y="882"/>
                </a:lnTo>
                <a:lnTo>
                  <a:pt x="60" y="881"/>
                </a:lnTo>
                <a:lnTo>
                  <a:pt x="61" y="881"/>
                </a:lnTo>
                <a:lnTo>
                  <a:pt x="61" y="880"/>
                </a:lnTo>
                <a:lnTo>
                  <a:pt x="62" y="880"/>
                </a:lnTo>
                <a:lnTo>
                  <a:pt x="62" y="879"/>
                </a:lnTo>
                <a:lnTo>
                  <a:pt x="63" y="879"/>
                </a:lnTo>
                <a:lnTo>
                  <a:pt x="64" y="879"/>
                </a:lnTo>
                <a:lnTo>
                  <a:pt x="64" y="878"/>
                </a:lnTo>
                <a:lnTo>
                  <a:pt x="64" y="877"/>
                </a:lnTo>
                <a:lnTo>
                  <a:pt x="65" y="877"/>
                </a:lnTo>
                <a:lnTo>
                  <a:pt x="65" y="876"/>
                </a:lnTo>
                <a:lnTo>
                  <a:pt x="64" y="876"/>
                </a:lnTo>
                <a:lnTo>
                  <a:pt x="63" y="876"/>
                </a:lnTo>
                <a:lnTo>
                  <a:pt x="63" y="873"/>
                </a:lnTo>
                <a:lnTo>
                  <a:pt x="62" y="873"/>
                </a:lnTo>
                <a:lnTo>
                  <a:pt x="62" y="872"/>
                </a:lnTo>
                <a:lnTo>
                  <a:pt x="61" y="872"/>
                </a:lnTo>
                <a:lnTo>
                  <a:pt x="61" y="871"/>
                </a:lnTo>
                <a:lnTo>
                  <a:pt x="60" y="871"/>
                </a:lnTo>
                <a:lnTo>
                  <a:pt x="61" y="871"/>
                </a:lnTo>
                <a:lnTo>
                  <a:pt x="60" y="871"/>
                </a:lnTo>
                <a:lnTo>
                  <a:pt x="60" y="870"/>
                </a:lnTo>
                <a:lnTo>
                  <a:pt x="60" y="871"/>
                </a:lnTo>
                <a:lnTo>
                  <a:pt x="59" y="871"/>
                </a:lnTo>
                <a:lnTo>
                  <a:pt x="58" y="871"/>
                </a:lnTo>
                <a:lnTo>
                  <a:pt x="57" y="871"/>
                </a:lnTo>
                <a:lnTo>
                  <a:pt x="57" y="870"/>
                </a:lnTo>
                <a:lnTo>
                  <a:pt x="56" y="869"/>
                </a:lnTo>
                <a:lnTo>
                  <a:pt x="55" y="869"/>
                </a:lnTo>
                <a:lnTo>
                  <a:pt x="55" y="868"/>
                </a:lnTo>
                <a:lnTo>
                  <a:pt x="55" y="867"/>
                </a:lnTo>
                <a:lnTo>
                  <a:pt x="54" y="867"/>
                </a:lnTo>
                <a:lnTo>
                  <a:pt x="54" y="866"/>
                </a:lnTo>
                <a:lnTo>
                  <a:pt x="53" y="865"/>
                </a:lnTo>
                <a:lnTo>
                  <a:pt x="53" y="864"/>
                </a:lnTo>
                <a:lnTo>
                  <a:pt x="53" y="863"/>
                </a:lnTo>
                <a:lnTo>
                  <a:pt x="53" y="862"/>
                </a:lnTo>
                <a:lnTo>
                  <a:pt x="53" y="861"/>
                </a:lnTo>
                <a:lnTo>
                  <a:pt x="53" y="860"/>
                </a:lnTo>
                <a:lnTo>
                  <a:pt x="53" y="859"/>
                </a:lnTo>
                <a:lnTo>
                  <a:pt x="53" y="858"/>
                </a:lnTo>
                <a:lnTo>
                  <a:pt x="53" y="857"/>
                </a:lnTo>
                <a:lnTo>
                  <a:pt x="53" y="856"/>
                </a:lnTo>
                <a:lnTo>
                  <a:pt x="53" y="855"/>
                </a:lnTo>
                <a:lnTo>
                  <a:pt x="53" y="854"/>
                </a:lnTo>
                <a:lnTo>
                  <a:pt x="52" y="854"/>
                </a:lnTo>
                <a:lnTo>
                  <a:pt x="52" y="853"/>
                </a:lnTo>
                <a:lnTo>
                  <a:pt x="52" y="852"/>
                </a:lnTo>
                <a:lnTo>
                  <a:pt x="51" y="852"/>
                </a:lnTo>
                <a:lnTo>
                  <a:pt x="52" y="852"/>
                </a:lnTo>
                <a:lnTo>
                  <a:pt x="51" y="851"/>
                </a:lnTo>
                <a:lnTo>
                  <a:pt x="51" y="850"/>
                </a:lnTo>
                <a:lnTo>
                  <a:pt x="51" y="849"/>
                </a:lnTo>
                <a:lnTo>
                  <a:pt x="52" y="849"/>
                </a:lnTo>
                <a:lnTo>
                  <a:pt x="52" y="848"/>
                </a:lnTo>
                <a:lnTo>
                  <a:pt x="52" y="847"/>
                </a:lnTo>
                <a:lnTo>
                  <a:pt x="51" y="847"/>
                </a:lnTo>
                <a:lnTo>
                  <a:pt x="52" y="847"/>
                </a:lnTo>
                <a:lnTo>
                  <a:pt x="52" y="846"/>
                </a:lnTo>
                <a:lnTo>
                  <a:pt x="52" y="845"/>
                </a:lnTo>
                <a:lnTo>
                  <a:pt x="52" y="844"/>
                </a:lnTo>
                <a:lnTo>
                  <a:pt x="52" y="843"/>
                </a:lnTo>
                <a:lnTo>
                  <a:pt x="52" y="842"/>
                </a:lnTo>
                <a:lnTo>
                  <a:pt x="53" y="841"/>
                </a:lnTo>
                <a:lnTo>
                  <a:pt x="53" y="840"/>
                </a:lnTo>
                <a:lnTo>
                  <a:pt x="53" y="839"/>
                </a:lnTo>
                <a:lnTo>
                  <a:pt x="54" y="839"/>
                </a:lnTo>
                <a:lnTo>
                  <a:pt x="53" y="839"/>
                </a:lnTo>
                <a:lnTo>
                  <a:pt x="53" y="838"/>
                </a:lnTo>
                <a:lnTo>
                  <a:pt x="54" y="838"/>
                </a:lnTo>
                <a:lnTo>
                  <a:pt x="54" y="837"/>
                </a:lnTo>
                <a:lnTo>
                  <a:pt x="54" y="836"/>
                </a:lnTo>
                <a:lnTo>
                  <a:pt x="54" y="835"/>
                </a:lnTo>
                <a:lnTo>
                  <a:pt x="54" y="834"/>
                </a:lnTo>
                <a:lnTo>
                  <a:pt x="54" y="833"/>
                </a:lnTo>
                <a:lnTo>
                  <a:pt x="54" y="832"/>
                </a:lnTo>
                <a:lnTo>
                  <a:pt x="53" y="832"/>
                </a:lnTo>
                <a:lnTo>
                  <a:pt x="53" y="831"/>
                </a:lnTo>
                <a:lnTo>
                  <a:pt x="54" y="831"/>
                </a:lnTo>
                <a:lnTo>
                  <a:pt x="53" y="831"/>
                </a:lnTo>
                <a:lnTo>
                  <a:pt x="53" y="830"/>
                </a:lnTo>
                <a:lnTo>
                  <a:pt x="54" y="830"/>
                </a:lnTo>
                <a:lnTo>
                  <a:pt x="54" y="829"/>
                </a:lnTo>
                <a:lnTo>
                  <a:pt x="55" y="829"/>
                </a:lnTo>
                <a:lnTo>
                  <a:pt x="55" y="830"/>
                </a:lnTo>
                <a:lnTo>
                  <a:pt x="56" y="830"/>
                </a:lnTo>
                <a:lnTo>
                  <a:pt x="56" y="831"/>
                </a:lnTo>
                <a:lnTo>
                  <a:pt x="57" y="831"/>
                </a:lnTo>
                <a:lnTo>
                  <a:pt x="58" y="831"/>
                </a:lnTo>
                <a:lnTo>
                  <a:pt x="58" y="830"/>
                </a:lnTo>
                <a:lnTo>
                  <a:pt x="58" y="829"/>
                </a:lnTo>
                <a:lnTo>
                  <a:pt x="59" y="828"/>
                </a:lnTo>
                <a:lnTo>
                  <a:pt x="60" y="828"/>
                </a:lnTo>
                <a:lnTo>
                  <a:pt x="60" y="827"/>
                </a:lnTo>
                <a:lnTo>
                  <a:pt x="61" y="827"/>
                </a:lnTo>
                <a:lnTo>
                  <a:pt x="61" y="826"/>
                </a:lnTo>
                <a:lnTo>
                  <a:pt x="62" y="826"/>
                </a:lnTo>
                <a:lnTo>
                  <a:pt x="62" y="825"/>
                </a:lnTo>
                <a:lnTo>
                  <a:pt x="63" y="825"/>
                </a:lnTo>
                <a:lnTo>
                  <a:pt x="63" y="824"/>
                </a:lnTo>
                <a:lnTo>
                  <a:pt x="63" y="823"/>
                </a:lnTo>
                <a:lnTo>
                  <a:pt x="64" y="823"/>
                </a:lnTo>
                <a:lnTo>
                  <a:pt x="64" y="822"/>
                </a:lnTo>
                <a:lnTo>
                  <a:pt x="65" y="822"/>
                </a:lnTo>
                <a:lnTo>
                  <a:pt x="65" y="821"/>
                </a:lnTo>
                <a:lnTo>
                  <a:pt x="64" y="821"/>
                </a:lnTo>
                <a:lnTo>
                  <a:pt x="65" y="821"/>
                </a:lnTo>
                <a:lnTo>
                  <a:pt x="65" y="820"/>
                </a:lnTo>
                <a:lnTo>
                  <a:pt x="65" y="819"/>
                </a:lnTo>
                <a:lnTo>
                  <a:pt x="66" y="819"/>
                </a:lnTo>
                <a:lnTo>
                  <a:pt x="66" y="818"/>
                </a:lnTo>
                <a:lnTo>
                  <a:pt x="66" y="817"/>
                </a:lnTo>
                <a:lnTo>
                  <a:pt x="67" y="817"/>
                </a:lnTo>
                <a:lnTo>
                  <a:pt x="67" y="816"/>
                </a:lnTo>
                <a:lnTo>
                  <a:pt x="68" y="816"/>
                </a:lnTo>
                <a:lnTo>
                  <a:pt x="68" y="815"/>
                </a:lnTo>
                <a:lnTo>
                  <a:pt x="69" y="815"/>
                </a:lnTo>
                <a:lnTo>
                  <a:pt x="69" y="814"/>
                </a:lnTo>
                <a:lnTo>
                  <a:pt x="69" y="813"/>
                </a:lnTo>
                <a:lnTo>
                  <a:pt x="69" y="812"/>
                </a:lnTo>
                <a:lnTo>
                  <a:pt x="70" y="812"/>
                </a:lnTo>
                <a:lnTo>
                  <a:pt x="70" y="811"/>
                </a:lnTo>
                <a:lnTo>
                  <a:pt x="70" y="810"/>
                </a:lnTo>
                <a:lnTo>
                  <a:pt x="70" y="809"/>
                </a:lnTo>
                <a:lnTo>
                  <a:pt x="71" y="809"/>
                </a:lnTo>
                <a:lnTo>
                  <a:pt x="71" y="808"/>
                </a:lnTo>
                <a:lnTo>
                  <a:pt x="71" y="807"/>
                </a:lnTo>
                <a:lnTo>
                  <a:pt x="72" y="807"/>
                </a:lnTo>
                <a:lnTo>
                  <a:pt x="71" y="807"/>
                </a:lnTo>
                <a:lnTo>
                  <a:pt x="71" y="806"/>
                </a:lnTo>
                <a:lnTo>
                  <a:pt x="72" y="806"/>
                </a:lnTo>
                <a:lnTo>
                  <a:pt x="72" y="805"/>
                </a:lnTo>
                <a:lnTo>
                  <a:pt x="72" y="804"/>
                </a:lnTo>
                <a:lnTo>
                  <a:pt x="73" y="804"/>
                </a:lnTo>
                <a:lnTo>
                  <a:pt x="73" y="803"/>
                </a:lnTo>
                <a:lnTo>
                  <a:pt x="73" y="802"/>
                </a:lnTo>
                <a:lnTo>
                  <a:pt x="73" y="801"/>
                </a:lnTo>
                <a:lnTo>
                  <a:pt x="74" y="801"/>
                </a:lnTo>
                <a:lnTo>
                  <a:pt x="74" y="800"/>
                </a:lnTo>
                <a:lnTo>
                  <a:pt x="74" y="799"/>
                </a:lnTo>
                <a:lnTo>
                  <a:pt x="75" y="799"/>
                </a:lnTo>
                <a:lnTo>
                  <a:pt x="75" y="798"/>
                </a:lnTo>
                <a:lnTo>
                  <a:pt x="76" y="798"/>
                </a:lnTo>
                <a:lnTo>
                  <a:pt x="76" y="797"/>
                </a:lnTo>
                <a:lnTo>
                  <a:pt x="76" y="796"/>
                </a:lnTo>
                <a:lnTo>
                  <a:pt x="77" y="796"/>
                </a:lnTo>
                <a:lnTo>
                  <a:pt x="77" y="795"/>
                </a:lnTo>
                <a:lnTo>
                  <a:pt x="77" y="794"/>
                </a:lnTo>
                <a:lnTo>
                  <a:pt x="78" y="794"/>
                </a:lnTo>
                <a:lnTo>
                  <a:pt x="78" y="793"/>
                </a:lnTo>
                <a:lnTo>
                  <a:pt x="79" y="793"/>
                </a:lnTo>
                <a:lnTo>
                  <a:pt x="80" y="793"/>
                </a:lnTo>
                <a:lnTo>
                  <a:pt x="80" y="794"/>
                </a:lnTo>
                <a:lnTo>
                  <a:pt x="81" y="794"/>
                </a:lnTo>
                <a:lnTo>
                  <a:pt x="81" y="795"/>
                </a:lnTo>
                <a:lnTo>
                  <a:pt x="82" y="795"/>
                </a:lnTo>
                <a:lnTo>
                  <a:pt x="83" y="795"/>
                </a:lnTo>
                <a:lnTo>
                  <a:pt x="83" y="794"/>
                </a:lnTo>
                <a:lnTo>
                  <a:pt x="83" y="795"/>
                </a:lnTo>
                <a:lnTo>
                  <a:pt x="84" y="795"/>
                </a:lnTo>
                <a:lnTo>
                  <a:pt x="84" y="796"/>
                </a:lnTo>
                <a:lnTo>
                  <a:pt x="84" y="795"/>
                </a:lnTo>
                <a:lnTo>
                  <a:pt x="85" y="796"/>
                </a:lnTo>
                <a:lnTo>
                  <a:pt x="85" y="797"/>
                </a:lnTo>
                <a:lnTo>
                  <a:pt x="85" y="798"/>
                </a:lnTo>
                <a:lnTo>
                  <a:pt x="86" y="798"/>
                </a:lnTo>
                <a:lnTo>
                  <a:pt x="86" y="799"/>
                </a:lnTo>
                <a:lnTo>
                  <a:pt x="87" y="800"/>
                </a:lnTo>
                <a:lnTo>
                  <a:pt x="87" y="801"/>
                </a:lnTo>
                <a:lnTo>
                  <a:pt x="88" y="801"/>
                </a:lnTo>
                <a:lnTo>
                  <a:pt x="88" y="802"/>
                </a:lnTo>
                <a:lnTo>
                  <a:pt x="88" y="803"/>
                </a:lnTo>
                <a:lnTo>
                  <a:pt x="89" y="803"/>
                </a:lnTo>
                <a:lnTo>
                  <a:pt x="89" y="804"/>
                </a:lnTo>
                <a:lnTo>
                  <a:pt x="89" y="805"/>
                </a:lnTo>
                <a:lnTo>
                  <a:pt x="90" y="805"/>
                </a:lnTo>
                <a:lnTo>
                  <a:pt x="91" y="805"/>
                </a:lnTo>
                <a:lnTo>
                  <a:pt x="91" y="806"/>
                </a:lnTo>
                <a:lnTo>
                  <a:pt x="92" y="806"/>
                </a:lnTo>
                <a:lnTo>
                  <a:pt x="93" y="806"/>
                </a:lnTo>
                <a:lnTo>
                  <a:pt x="93" y="805"/>
                </a:lnTo>
                <a:lnTo>
                  <a:pt x="93" y="806"/>
                </a:lnTo>
                <a:lnTo>
                  <a:pt x="94" y="806"/>
                </a:lnTo>
                <a:lnTo>
                  <a:pt x="94" y="805"/>
                </a:lnTo>
                <a:lnTo>
                  <a:pt x="95" y="805"/>
                </a:lnTo>
                <a:lnTo>
                  <a:pt x="96" y="805"/>
                </a:lnTo>
                <a:lnTo>
                  <a:pt x="96" y="806"/>
                </a:lnTo>
                <a:lnTo>
                  <a:pt x="96" y="805"/>
                </a:lnTo>
                <a:lnTo>
                  <a:pt x="96" y="806"/>
                </a:lnTo>
                <a:lnTo>
                  <a:pt x="96" y="805"/>
                </a:lnTo>
                <a:lnTo>
                  <a:pt x="97" y="805"/>
                </a:lnTo>
                <a:lnTo>
                  <a:pt x="98" y="805"/>
                </a:lnTo>
                <a:lnTo>
                  <a:pt x="98" y="804"/>
                </a:lnTo>
                <a:lnTo>
                  <a:pt x="99" y="804"/>
                </a:lnTo>
                <a:lnTo>
                  <a:pt x="99" y="803"/>
                </a:lnTo>
                <a:lnTo>
                  <a:pt x="99" y="802"/>
                </a:lnTo>
                <a:lnTo>
                  <a:pt x="100" y="802"/>
                </a:lnTo>
                <a:lnTo>
                  <a:pt x="100" y="801"/>
                </a:lnTo>
                <a:lnTo>
                  <a:pt x="101" y="801"/>
                </a:lnTo>
                <a:lnTo>
                  <a:pt x="102" y="801"/>
                </a:lnTo>
                <a:lnTo>
                  <a:pt x="102" y="800"/>
                </a:lnTo>
                <a:lnTo>
                  <a:pt x="103" y="800"/>
                </a:lnTo>
                <a:lnTo>
                  <a:pt x="103" y="799"/>
                </a:lnTo>
                <a:lnTo>
                  <a:pt x="104" y="799"/>
                </a:lnTo>
                <a:lnTo>
                  <a:pt x="104" y="798"/>
                </a:lnTo>
                <a:lnTo>
                  <a:pt x="105" y="798"/>
                </a:lnTo>
                <a:lnTo>
                  <a:pt x="105" y="797"/>
                </a:lnTo>
                <a:lnTo>
                  <a:pt x="106" y="797"/>
                </a:lnTo>
                <a:lnTo>
                  <a:pt x="106" y="796"/>
                </a:lnTo>
                <a:lnTo>
                  <a:pt x="107" y="796"/>
                </a:lnTo>
                <a:lnTo>
                  <a:pt x="107" y="795"/>
                </a:lnTo>
                <a:lnTo>
                  <a:pt x="108" y="795"/>
                </a:lnTo>
                <a:lnTo>
                  <a:pt x="108" y="794"/>
                </a:lnTo>
                <a:lnTo>
                  <a:pt x="108" y="793"/>
                </a:lnTo>
                <a:lnTo>
                  <a:pt x="109" y="793"/>
                </a:lnTo>
                <a:lnTo>
                  <a:pt x="109" y="792"/>
                </a:lnTo>
                <a:lnTo>
                  <a:pt x="109" y="791"/>
                </a:lnTo>
                <a:lnTo>
                  <a:pt x="109" y="790"/>
                </a:lnTo>
                <a:lnTo>
                  <a:pt x="109" y="789"/>
                </a:lnTo>
                <a:lnTo>
                  <a:pt x="110" y="789"/>
                </a:lnTo>
                <a:lnTo>
                  <a:pt x="111" y="788"/>
                </a:lnTo>
                <a:lnTo>
                  <a:pt x="112" y="788"/>
                </a:lnTo>
                <a:lnTo>
                  <a:pt x="113" y="788"/>
                </a:lnTo>
                <a:lnTo>
                  <a:pt x="113" y="789"/>
                </a:lnTo>
                <a:lnTo>
                  <a:pt x="114" y="789"/>
                </a:lnTo>
                <a:lnTo>
                  <a:pt x="115" y="789"/>
                </a:lnTo>
                <a:lnTo>
                  <a:pt x="116" y="789"/>
                </a:lnTo>
                <a:lnTo>
                  <a:pt x="117" y="789"/>
                </a:lnTo>
                <a:lnTo>
                  <a:pt x="118" y="789"/>
                </a:lnTo>
                <a:lnTo>
                  <a:pt x="119" y="789"/>
                </a:lnTo>
                <a:lnTo>
                  <a:pt x="119" y="788"/>
                </a:lnTo>
                <a:lnTo>
                  <a:pt x="120" y="788"/>
                </a:lnTo>
                <a:lnTo>
                  <a:pt x="121" y="788"/>
                </a:lnTo>
                <a:lnTo>
                  <a:pt x="121" y="787"/>
                </a:lnTo>
                <a:lnTo>
                  <a:pt x="121" y="786"/>
                </a:lnTo>
                <a:lnTo>
                  <a:pt x="122" y="786"/>
                </a:lnTo>
                <a:lnTo>
                  <a:pt x="122" y="785"/>
                </a:lnTo>
                <a:lnTo>
                  <a:pt x="122" y="784"/>
                </a:lnTo>
                <a:lnTo>
                  <a:pt x="123" y="784"/>
                </a:lnTo>
                <a:lnTo>
                  <a:pt x="123" y="783"/>
                </a:lnTo>
                <a:lnTo>
                  <a:pt x="124" y="784"/>
                </a:lnTo>
                <a:lnTo>
                  <a:pt x="124" y="783"/>
                </a:lnTo>
                <a:lnTo>
                  <a:pt x="125" y="783"/>
                </a:lnTo>
                <a:lnTo>
                  <a:pt x="125" y="782"/>
                </a:lnTo>
                <a:lnTo>
                  <a:pt x="126" y="782"/>
                </a:lnTo>
                <a:lnTo>
                  <a:pt x="126" y="781"/>
                </a:lnTo>
                <a:lnTo>
                  <a:pt x="126" y="780"/>
                </a:lnTo>
                <a:lnTo>
                  <a:pt x="127" y="780"/>
                </a:lnTo>
                <a:lnTo>
                  <a:pt x="127" y="779"/>
                </a:lnTo>
                <a:lnTo>
                  <a:pt x="127" y="777"/>
                </a:lnTo>
                <a:lnTo>
                  <a:pt x="127" y="776"/>
                </a:lnTo>
                <a:lnTo>
                  <a:pt x="128" y="776"/>
                </a:lnTo>
                <a:lnTo>
                  <a:pt x="127" y="776"/>
                </a:lnTo>
                <a:lnTo>
                  <a:pt x="127" y="775"/>
                </a:lnTo>
                <a:lnTo>
                  <a:pt x="128" y="775"/>
                </a:lnTo>
                <a:lnTo>
                  <a:pt x="128" y="774"/>
                </a:lnTo>
                <a:lnTo>
                  <a:pt x="127" y="774"/>
                </a:lnTo>
                <a:lnTo>
                  <a:pt x="128" y="774"/>
                </a:lnTo>
                <a:lnTo>
                  <a:pt x="128" y="773"/>
                </a:lnTo>
                <a:lnTo>
                  <a:pt x="128" y="772"/>
                </a:lnTo>
                <a:lnTo>
                  <a:pt x="128" y="771"/>
                </a:lnTo>
                <a:lnTo>
                  <a:pt x="129" y="771"/>
                </a:lnTo>
                <a:lnTo>
                  <a:pt x="129" y="772"/>
                </a:lnTo>
                <a:lnTo>
                  <a:pt x="130" y="772"/>
                </a:lnTo>
                <a:lnTo>
                  <a:pt x="130" y="773"/>
                </a:lnTo>
                <a:lnTo>
                  <a:pt x="132" y="773"/>
                </a:lnTo>
                <a:lnTo>
                  <a:pt x="133" y="773"/>
                </a:lnTo>
                <a:lnTo>
                  <a:pt x="134" y="773"/>
                </a:lnTo>
                <a:lnTo>
                  <a:pt x="135" y="773"/>
                </a:lnTo>
                <a:lnTo>
                  <a:pt x="136" y="773"/>
                </a:lnTo>
                <a:lnTo>
                  <a:pt x="136" y="772"/>
                </a:lnTo>
                <a:lnTo>
                  <a:pt x="137" y="772"/>
                </a:lnTo>
                <a:lnTo>
                  <a:pt x="137" y="771"/>
                </a:lnTo>
                <a:lnTo>
                  <a:pt x="137" y="770"/>
                </a:lnTo>
                <a:lnTo>
                  <a:pt x="138" y="770"/>
                </a:lnTo>
                <a:lnTo>
                  <a:pt x="138" y="769"/>
                </a:lnTo>
                <a:lnTo>
                  <a:pt x="138" y="768"/>
                </a:lnTo>
                <a:lnTo>
                  <a:pt x="138" y="767"/>
                </a:lnTo>
                <a:lnTo>
                  <a:pt x="139" y="767"/>
                </a:lnTo>
                <a:lnTo>
                  <a:pt x="139" y="766"/>
                </a:lnTo>
                <a:lnTo>
                  <a:pt x="138" y="765"/>
                </a:lnTo>
                <a:lnTo>
                  <a:pt x="138" y="764"/>
                </a:lnTo>
                <a:lnTo>
                  <a:pt x="139" y="764"/>
                </a:lnTo>
                <a:lnTo>
                  <a:pt x="139" y="763"/>
                </a:lnTo>
                <a:lnTo>
                  <a:pt x="140" y="763"/>
                </a:lnTo>
                <a:lnTo>
                  <a:pt x="140" y="762"/>
                </a:lnTo>
                <a:lnTo>
                  <a:pt x="140" y="761"/>
                </a:lnTo>
                <a:lnTo>
                  <a:pt x="140" y="760"/>
                </a:lnTo>
                <a:lnTo>
                  <a:pt x="140" y="759"/>
                </a:lnTo>
                <a:lnTo>
                  <a:pt x="140" y="758"/>
                </a:lnTo>
                <a:lnTo>
                  <a:pt x="140" y="757"/>
                </a:lnTo>
                <a:lnTo>
                  <a:pt x="140" y="756"/>
                </a:lnTo>
                <a:lnTo>
                  <a:pt x="139" y="756"/>
                </a:lnTo>
                <a:lnTo>
                  <a:pt x="139" y="755"/>
                </a:lnTo>
                <a:lnTo>
                  <a:pt x="139" y="754"/>
                </a:lnTo>
                <a:lnTo>
                  <a:pt x="138" y="754"/>
                </a:lnTo>
                <a:lnTo>
                  <a:pt x="138" y="753"/>
                </a:lnTo>
                <a:lnTo>
                  <a:pt x="139" y="753"/>
                </a:lnTo>
                <a:lnTo>
                  <a:pt x="138" y="753"/>
                </a:lnTo>
                <a:lnTo>
                  <a:pt x="137" y="753"/>
                </a:lnTo>
                <a:lnTo>
                  <a:pt x="137" y="752"/>
                </a:lnTo>
                <a:lnTo>
                  <a:pt x="137" y="751"/>
                </a:lnTo>
                <a:lnTo>
                  <a:pt x="137" y="750"/>
                </a:lnTo>
                <a:lnTo>
                  <a:pt x="136" y="750"/>
                </a:lnTo>
                <a:lnTo>
                  <a:pt x="136" y="749"/>
                </a:lnTo>
                <a:lnTo>
                  <a:pt x="135" y="749"/>
                </a:lnTo>
                <a:lnTo>
                  <a:pt x="135" y="748"/>
                </a:lnTo>
                <a:lnTo>
                  <a:pt x="135" y="747"/>
                </a:lnTo>
                <a:lnTo>
                  <a:pt x="136" y="747"/>
                </a:lnTo>
                <a:lnTo>
                  <a:pt x="136" y="746"/>
                </a:lnTo>
                <a:lnTo>
                  <a:pt x="137" y="746"/>
                </a:lnTo>
                <a:lnTo>
                  <a:pt x="138" y="746"/>
                </a:lnTo>
                <a:lnTo>
                  <a:pt x="139" y="746"/>
                </a:lnTo>
                <a:lnTo>
                  <a:pt x="140" y="746"/>
                </a:lnTo>
                <a:lnTo>
                  <a:pt x="140" y="745"/>
                </a:lnTo>
                <a:lnTo>
                  <a:pt x="140" y="746"/>
                </a:lnTo>
                <a:lnTo>
                  <a:pt x="140" y="745"/>
                </a:lnTo>
                <a:lnTo>
                  <a:pt x="141" y="745"/>
                </a:lnTo>
                <a:lnTo>
                  <a:pt x="142" y="745"/>
                </a:lnTo>
                <a:lnTo>
                  <a:pt x="141" y="745"/>
                </a:lnTo>
                <a:lnTo>
                  <a:pt x="141" y="744"/>
                </a:lnTo>
                <a:lnTo>
                  <a:pt x="142" y="744"/>
                </a:lnTo>
                <a:lnTo>
                  <a:pt x="141" y="744"/>
                </a:lnTo>
                <a:lnTo>
                  <a:pt x="142" y="744"/>
                </a:lnTo>
                <a:lnTo>
                  <a:pt x="142" y="743"/>
                </a:lnTo>
                <a:lnTo>
                  <a:pt x="142" y="742"/>
                </a:lnTo>
                <a:lnTo>
                  <a:pt x="143" y="742"/>
                </a:lnTo>
                <a:lnTo>
                  <a:pt x="142" y="742"/>
                </a:lnTo>
                <a:lnTo>
                  <a:pt x="142" y="741"/>
                </a:lnTo>
                <a:lnTo>
                  <a:pt x="143" y="741"/>
                </a:lnTo>
                <a:lnTo>
                  <a:pt x="144" y="741"/>
                </a:lnTo>
                <a:lnTo>
                  <a:pt x="145" y="741"/>
                </a:lnTo>
                <a:lnTo>
                  <a:pt x="145" y="740"/>
                </a:lnTo>
                <a:lnTo>
                  <a:pt x="146" y="740"/>
                </a:lnTo>
                <a:lnTo>
                  <a:pt x="146" y="739"/>
                </a:lnTo>
                <a:lnTo>
                  <a:pt x="147" y="739"/>
                </a:lnTo>
                <a:lnTo>
                  <a:pt x="147" y="738"/>
                </a:lnTo>
                <a:lnTo>
                  <a:pt x="147" y="737"/>
                </a:lnTo>
                <a:lnTo>
                  <a:pt x="147" y="736"/>
                </a:lnTo>
                <a:lnTo>
                  <a:pt x="148" y="736"/>
                </a:lnTo>
                <a:lnTo>
                  <a:pt x="147" y="736"/>
                </a:lnTo>
                <a:lnTo>
                  <a:pt x="147" y="735"/>
                </a:lnTo>
                <a:lnTo>
                  <a:pt x="147" y="734"/>
                </a:lnTo>
                <a:lnTo>
                  <a:pt x="147" y="733"/>
                </a:lnTo>
                <a:lnTo>
                  <a:pt x="147" y="732"/>
                </a:lnTo>
                <a:lnTo>
                  <a:pt x="147" y="731"/>
                </a:lnTo>
                <a:lnTo>
                  <a:pt x="146" y="731"/>
                </a:lnTo>
                <a:lnTo>
                  <a:pt x="146" y="730"/>
                </a:lnTo>
                <a:lnTo>
                  <a:pt x="146" y="729"/>
                </a:lnTo>
                <a:lnTo>
                  <a:pt x="146" y="728"/>
                </a:lnTo>
                <a:lnTo>
                  <a:pt x="145" y="728"/>
                </a:lnTo>
                <a:lnTo>
                  <a:pt x="146" y="728"/>
                </a:lnTo>
                <a:lnTo>
                  <a:pt x="145" y="728"/>
                </a:lnTo>
                <a:lnTo>
                  <a:pt x="145" y="727"/>
                </a:lnTo>
                <a:lnTo>
                  <a:pt x="145" y="726"/>
                </a:lnTo>
                <a:lnTo>
                  <a:pt x="145" y="725"/>
                </a:lnTo>
                <a:lnTo>
                  <a:pt x="146" y="725"/>
                </a:lnTo>
                <a:lnTo>
                  <a:pt x="147" y="725"/>
                </a:lnTo>
                <a:lnTo>
                  <a:pt x="148" y="726"/>
                </a:lnTo>
                <a:lnTo>
                  <a:pt x="148" y="727"/>
                </a:lnTo>
                <a:lnTo>
                  <a:pt x="148" y="728"/>
                </a:lnTo>
                <a:lnTo>
                  <a:pt x="149" y="728"/>
                </a:lnTo>
                <a:lnTo>
                  <a:pt x="150" y="728"/>
                </a:lnTo>
                <a:lnTo>
                  <a:pt x="151" y="728"/>
                </a:lnTo>
                <a:lnTo>
                  <a:pt x="151" y="727"/>
                </a:lnTo>
                <a:lnTo>
                  <a:pt x="152" y="727"/>
                </a:lnTo>
                <a:lnTo>
                  <a:pt x="152" y="728"/>
                </a:lnTo>
                <a:lnTo>
                  <a:pt x="153" y="728"/>
                </a:lnTo>
                <a:lnTo>
                  <a:pt x="153" y="729"/>
                </a:lnTo>
                <a:lnTo>
                  <a:pt x="154" y="729"/>
                </a:lnTo>
                <a:lnTo>
                  <a:pt x="155" y="729"/>
                </a:lnTo>
                <a:lnTo>
                  <a:pt x="156" y="729"/>
                </a:lnTo>
                <a:lnTo>
                  <a:pt x="156" y="730"/>
                </a:lnTo>
                <a:lnTo>
                  <a:pt x="157" y="730"/>
                </a:lnTo>
                <a:lnTo>
                  <a:pt x="158" y="729"/>
                </a:lnTo>
                <a:lnTo>
                  <a:pt x="159" y="729"/>
                </a:lnTo>
                <a:lnTo>
                  <a:pt x="159" y="730"/>
                </a:lnTo>
                <a:lnTo>
                  <a:pt x="160" y="730"/>
                </a:lnTo>
                <a:lnTo>
                  <a:pt x="160" y="731"/>
                </a:lnTo>
                <a:lnTo>
                  <a:pt x="161" y="731"/>
                </a:lnTo>
                <a:lnTo>
                  <a:pt x="162" y="731"/>
                </a:lnTo>
                <a:lnTo>
                  <a:pt x="162" y="732"/>
                </a:lnTo>
                <a:lnTo>
                  <a:pt x="163" y="732"/>
                </a:lnTo>
                <a:lnTo>
                  <a:pt x="163" y="733"/>
                </a:lnTo>
                <a:lnTo>
                  <a:pt x="164" y="733"/>
                </a:lnTo>
                <a:lnTo>
                  <a:pt x="164" y="734"/>
                </a:lnTo>
                <a:lnTo>
                  <a:pt x="164" y="735"/>
                </a:lnTo>
                <a:lnTo>
                  <a:pt x="165" y="735"/>
                </a:lnTo>
                <a:lnTo>
                  <a:pt x="165" y="736"/>
                </a:lnTo>
                <a:lnTo>
                  <a:pt x="166" y="736"/>
                </a:lnTo>
                <a:lnTo>
                  <a:pt x="167" y="736"/>
                </a:lnTo>
                <a:lnTo>
                  <a:pt x="167" y="737"/>
                </a:lnTo>
                <a:lnTo>
                  <a:pt x="167" y="738"/>
                </a:lnTo>
                <a:lnTo>
                  <a:pt x="168" y="738"/>
                </a:lnTo>
                <a:lnTo>
                  <a:pt x="168" y="739"/>
                </a:lnTo>
                <a:lnTo>
                  <a:pt x="167" y="739"/>
                </a:lnTo>
                <a:lnTo>
                  <a:pt x="167" y="740"/>
                </a:lnTo>
                <a:lnTo>
                  <a:pt x="168" y="740"/>
                </a:lnTo>
                <a:lnTo>
                  <a:pt x="168" y="741"/>
                </a:lnTo>
                <a:lnTo>
                  <a:pt x="168" y="742"/>
                </a:lnTo>
                <a:lnTo>
                  <a:pt x="169" y="742"/>
                </a:lnTo>
                <a:lnTo>
                  <a:pt x="169" y="743"/>
                </a:lnTo>
                <a:lnTo>
                  <a:pt x="170" y="743"/>
                </a:lnTo>
                <a:lnTo>
                  <a:pt x="171" y="743"/>
                </a:lnTo>
                <a:lnTo>
                  <a:pt x="171" y="742"/>
                </a:lnTo>
                <a:lnTo>
                  <a:pt x="172" y="742"/>
                </a:lnTo>
                <a:lnTo>
                  <a:pt x="172" y="741"/>
                </a:lnTo>
                <a:lnTo>
                  <a:pt x="172" y="740"/>
                </a:lnTo>
                <a:lnTo>
                  <a:pt x="173" y="740"/>
                </a:lnTo>
                <a:lnTo>
                  <a:pt x="174" y="740"/>
                </a:lnTo>
                <a:lnTo>
                  <a:pt x="174" y="739"/>
                </a:lnTo>
                <a:lnTo>
                  <a:pt x="175" y="739"/>
                </a:lnTo>
                <a:lnTo>
                  <a:pt x="175" y="738"/>
                </a:lnTo>
                <a:lnTo>
                  <a:pt x="176" y="738"/>
                </a:lnTo>
                <a:lnTo>
                  <a:pt x="176" y="737"/>
                </a:lnTo>
                <a:lnTo>
                  <a:pt x="177" y="737"/>
                </a:lnTo>
                <a:lnTo>
                  <a:pt x="178" y="737"/>
                </a:lnTo>
                <a:lnTo>
                  <a:pt x="179" y="737"/>
                </a:lnTo>
                <a:lnTo>
                  <a:pt x="179" y="738"/>
                </a:lnTo>
                <a:lnTo>
                  <a:pt x="180" y="738"/>
                </a:lnTo>
                <a:lnTo>
                  <a:pt x="180" y="737"/>
                </a:lnTo>
                <a:lnTo>
                  <a:pt x="181" y="737"/>
                </a:lnTo>
                <a:lnTo>
                  <a:pt x="182" y="737"/>
                </a:lnTo>
                <a:lnTo>
                  <a:pt x="182" y="736"/>
                </a:lnTo>
                <a:lnTo>
                  <a:pt x="182" y="735"/>
                </a:lnTo>
                <a:lnTo>
                  <a:pt x="183" y="735"/>
                </a:lnTo>
                <a:lnTo>
                  <a:pt x="183" y="734"/>
                </a:lnTo>
                <a:lnTo>
                  <a:pt x="184" y="734"/>
                </a:lnTo>
                <a:lnTo>
                  <a:pt x="185" y="734"/>
                </a:lnTo>
                <a:lnTo>
                  <a:pt x="186" y="734"/>
                </a:lnTo>
                <a:lnTo>
                  <a:pt x="187" y="734"/>
                </a:lnTo>
                <a:lnTo>
                  <a:pt x="187" y="733"/>
                </a:lnTo>
                <a:lnTo>
                  <a:pt x="188" y="733"/>
                </a:lnTo>
                <a:lnTo>
                  <a:pt x="188" y="732"/>
                </a:lnTo>
                <a:lnTo>
                  <a:pt x="189" y="732"/>
                </a:lnTo>
                <a:lnTo>
                  <a:pt x="189" y="731"/>
                </a:lnTo>
                <a:lnTo>
                  <a:pt x="189" y="730"/>
                </a:lnTo>
                <a:lnTo>
                  <a:pt x="189" y="729"/>
                </a:lnTo>
                <a:lnTo>
                  <a:pt x="189" y="728"/>
                </a:lnTo>
                <a:lnTo>
                  <a:pt x="188" y="728"/>
                </a:lnTo>
                <a:lnTo>
                  <a:pt x="189" y="728"/>
                </a:lnTo>
                <a:lnTo>
                  <a:pt x="189" y="727"/>
                </a:lnTo>
                <a:lnTo>
                  <a:pt x="188" y="727"/>
                </a:lnTo>
                <a:lnTo>
                  <a:pt x="188" y="726"/>
                </a:lnTo>
                <a:lnTo>
                  <a:pt x="189" y="726"/>
                </a:lnTo>
                <a:lnTo>
                  <a:pt x="189" y="725"/>
                </a:lnTo>
                <a:lnTo>
                  <a:pt x="189" y="724"/>
                </a:lnTo>
                <a:lnTo>
                  <a:pt x="190" y="724"/>
                </a:lnTo>
                <a:lnTo>
                  <a:pt x="190" y="723"/>
                </a:lnTo>
                <a:lnTo>
                  <a:pt x="189" y="723"/>
                </a:lnTo>
                <a:lnTo>
                  <a:pt x="189" y="722"/>
                </a:lnTo>
                <a:lnTo>
                  <a:pt x="190" y="722"/>
                </a:lnTo>
                <a:lnTo>
                  <a:pt x="190" y="721"/>
                </a:lnTo>
                <a:lnTo>
                  <a:pt x="190" y="720"/>
                </a:lnTo>
                <a:lnTo>
                  <a:pt x="191" y="720"/>
                </a:lnTo>
                <a:lnTo>
                  <a:pt x="191" y="719"/>
                </a:lnTo>
                <a:lnTo>
                  <a:pt x="192" y="719"/>
                </a:lnTo>
                <a:lnTo>
                  <a:pt x="192" y="718"/>
                </a:lnTo>
                <a:lnTo>
                  <a:pt x="193" y="718"/>
                </a:lnTo>
                <a:lnTo>
                  <a:pt x="194" y="718"/>
                </a:lnTo>
                <a:lnTo>
                  <a:pt x="194" y="717"/>
                </a:lnTo>
                <a:lnTo>
                  <a:pt x="195" y="717"/>
                </a:lnTo>
                <a:lnTo>
                  <a:pt x="196" y="717"/>
                </a:lnTo>
                <a:lnTo>
                  <a:pt x="197" y="717"/>
                </a:lnTo>
                <a:lnTo>
                  <a:pt x="198" y="717"/>
                </a:lnTo>
                <a:lnTo>
                  <a:pt x="198" y="716"/>
                </a:lnTo>
                <a:lnTo>
                  <a:pt x="198" y="717"/>
                </a:lnTo>
                <a:lnTo>
                  <a:pt x="199" y="717"/>
                </a:lnTo>
                <a:lnTo>
                  <a:pt x="199" y="716"/>
                </a:lnTo>
                <a:lnTo>
                  <a:pt x="199" y="715"/>
                </a:lnTo>
                <a:lnTo>
                  <a:pt x="200" y="715"/>
                </a:lnTo>
                <a:lnTo>
                  <a:pt x="200" y="713"/>
                </a:lnTo>
                <a:lnTo>
                  <a:pt x="201" y="713"/>
                </a:lnTo>
                <a:lnTo>
                  <a:pt x="201" y="712"/>
                </a:lnTo>
                <a:lnTo>
                  <a:pt x="201" y="711"/>
                </a:lnTo>
                <a:lnTo>
                  <a:pt x="200" y="711"/>
                </a:lnTo>
                <a:lnTo>
                  <a:pt x="200" y="710"/>
                </a:lnTo>
                <a:lnTo>
                  <a:pt x="200" y="709"/>
                </a:lnTo>
                <a:lnTo>
                  <a:pt x="200" y="708"/>
                </a:lnTo>
                <a:lnTo>
                  <a:pt x="200" y="707"/>
                </a:lnTo>
                <a:lnTo>
                  <a:pt x="200" y="706"/>
                </a:lnTo>
                <a:lnTo>
                  <a:pt x="201" y="706"/>
                </a:lnTo>
                <a:lnTo>
                  <a:pt x="201" y="705"/>
                </a:lnTo>
                <a:lnTo>
                  <a:pt x="202" y="705"/>
                </a:lnTo>
                <a:lnTo>
                  <a:pt x="202" y="704"/>
                </a:lnTo>
                <a:lnTo>
                  <a:pt x="202" y="703"/>
                </a:lnTo>
                <a:lnTo>
                  <a:pt x="203" y="703"/>
                </a:lnTo>
                <a:lnTo>
                  <a:pt x="204" y="703"/>
                </a:lnTo>
                <a:lnTo>
                  <a:pt x="204" y="702"/>
                </a:lnTo>
                <a:lnTo>
                  <a:pt x="204" y="701"/>
                </a:lnTo>
                <a:lnTo>
                  <a:pt x="204" y="700"/>
                </a:lnTo>
                <a:lnTo>
                  <a:pt x="203" y="700"/>
                </a:lnTo>
                <a:lnTo>
                  <a:pt x="203" y="699"/>
                </a:lnTo>
                <a:lnTo>
                  <a:pt x="203" y="698"/>
                </a:lnTo>
                <a:lnTo>
                  <a:pt x="203" y="697"/>
                </a:lnTo>
                <a:lnTo>
                  <a:pt x="204" y="697"/>
                </a:lnTo>
                <a:lnTo>
                  <a:pt x="204" y="696"/>
                </a:lnTo>
                <a:lnTo>
                  <a:pt x="205" y="696"/>
                </a:lnTo>
                <a:lnTo>
                  <a:pt x="205" y="695"/>
                </a:lnTo>
                <a:lnTo>
                  <a:pt x="206" y="695"/>
                </a:lnTo>
                <a:lnTo>
                  <a:pt x="206" y="694"/>
                </a:lnTo>
                <a:lnTo>
                  <a:pt x="206" y="693"/>
                </a:lnTo>
                <a:lnTo>
                  <a:pt x="207" y="693"/>
                </a:lnTo>
                <a:lnTo>
                  <a:pt x="207" y="692"/>
                </a:lnTo>
                <a:lnTo>
                  <a:pt x="207" y="691"/>
                </a:lnTo>
                <a:lnTo>
                  <a:pt x="208" y="691"/>
                </a:lnTo>
                <a:lnTo>
                  <a:pt x="209" y="691"/>
                </a:lnTo>
                <a:lnTo>
                  <a:pt x="210" y="691"/>
                </a:lnTo>
                <a:lnTo>
                  <a:pt x="210" y="690"/>
                </a:lnTo>
                <a:lnTo>
                  <a:pt x="211" y="690"/>
                </a:lnTo>
                <a:lnTo>
                  <a:pt x="211" y="689"/>
                </a:lnTo>
                <a:lnTo>
                  <a:pt x="212" y="689"/>
                </a:lnTo>
                <a:lnTo>
                  <a:pt x="212" y="688"/>
                </a:lnTo>
                <a:lnTo>
                  <a:pt x="212" y="687"/>
                </a:lnTo>
                <a:lnTo>
                  <a:pt x="213" y="687"/>
                </a:lnTo>
                <a:lnTo>
                  <a:pt x="213" y="686"/>
                </a:lnTo>
                <a:lnTo>
                  <a:pt x="214" y="686"/>
                </a:lnTo>
                <a:lnTo>
                  <a:pt x="214" y="685"/>
                </a:lnTo>
                <a:lnTo>
                  <a:pt x="215" y="685"/>
                </a:lnTo>
                <a:lnTo>
                  <a:pt x="216" y="685"/>
                </a:lnTo>
                <a:lnTo>
                  <a:pt x="217" y="685"/>
                </a:lnTo>
                <a:lnTo>
                  <a:pt x="217" y="686"/>
                </a:lnTo>
                <a:lnTo>
                  <a:pt x="218" y="686"/>
                </a:lnTo>
                <a:lnTo>
                  <a:pt x="218" y="685"/>
                </a:lnTo>
                <a:lnTo>
                  <a:pt x="219" y="685"/>
                </a:lnTo>
                <a:lnTo>
                  <a:pt x="220" y="685"/>
                </a:lnTo>
                <a:lnTo>
                  <a:pt x="221" y="685"/>
                </a:lnTo>
                <a:lnTo>
                  <a:pt x="221" y="686"/>
                </a:lnTo>
                <a:lnTo>
                  <a:pt x="222" y="686"/>
                </a:lnTo>
                <a:lnTo>
                  <a:pt x="222" y="687"/>
                </a:lnTo>
                <a:lnTo>
                  <a:pt x="223" y="687"/>
                </a:lnTo>
                <a:lnTo>
                  <a:pt x="223" y="688"/>
                </a:lnTo>
                <a:lnTo>
                  <a:pt x="222" y="688"/>
                </a:lnTo>
                <a:lnTo>
                  <a:pt x="222" y="689"/>
                </a:lnTo>
                <a:lnTo>
                  <a:pt x="223" y="689"/>
                </a:lnTo>
                <a:lnTo>
                  <a:pt x="223" y="690"/>
                </a:lnTo>
                <a:lnTo>
                  <a:pt x="224" y="689"/>
                </a:lnTo>
                <a:lnTo>
                  <a:pt x="224" y="690"/>
                </a:lnTo>
                <a:lnTo>
                  <a:pt x="225" y="690"/>
                </a:lnTo>
                <a:lnTo>
                  <a:pt x="225" y="691"/>
                </a:lnTo>
                <a:lnTo>
                  <a:pt x="226" y="691"/>
                </a:lnTo>
                <a:lnTo>
                  <a:pt x="227" y="692"/>
                </a:lnTo>
                <a:lnTo>
                  <a:pt x="228" y="692"/>
                </a:lnTo>
                <a:lnTo>
                  <a:pt x="229" y="692"/>
                </a:lnTo>
                <a:lnTo>
                  <a:pt x="229" y="693"/>
                </a:lnTo>
                <a:lnTo>
                  <a:pt x="229" y="694"/>
                </a:lnTo>
                <a:lnTo>
                  <a:pt x="230" y="694"/>
                </a:lnTo>
                <a:lnTo>
                  <a:pt x="230" y="693"/>
                </a:lnTo>
                <a:lnTo>
                  <a:pt x="231" y="693"/>
                </a:lnTo>
                <a:lnTo>
                  <a:pt x="231" y="694"/>
                </a:lnTo>
                <a:lnTo>
                  <a:pt x="232" y="694"/>
                </a:lnTo>
                <a:lnTo>
                  <a:pt x="232" y="695"/>
                </a:lnTo>
                <a:lnTo>
                  <a:pt x="233" y="695"/>
                </a:lnTo>
                <a:lnTo>
                  <a:pt x="233" y="696"/>
                </a:lnTo>
                <a:lnTo>
                  <a:pt x="234" y="696"/>
                </a:lnTo>
                <a:lnTo>
                  <a:pt x="234" y="695"/>
                </a:lnTo>
                <a:lnTo>
                  <a:pt x="234" y="694"/>
                </a:lnTo>
                <a:lnTo>
                  <a:pt x="235" y="694"/>
                </a:lnTo>
                <a:lnTo>
                  <a:pt x="236" y="694"/>
                </a:lnTo>
                <a:lnTo>
                  <a:pt x="236" y="693"/>
                </a:lnTo>
                <a:lnTo>
                  <a:pt x="237" y="693"/>
                </a:lnTo>
                <a:lnTo>
                  <a:pt x="237" y="692"/>
                </a:lnTo>
                <a:lnTo>
                  <a:pt x="238" y="692"/>
                </a:lnTo>
                <a:lnTo>
                  <a:pt x="239" y="692"/>
                </a:lnTo>
                <a:lnTo>
                  <a:pt x="240" y="692"/>
                </a:lnTo>
                <a:lnTo>
                  <a:pt x="241" y="691"/>
                </a:lnTo>
                <a:lnTo>
                  <a:pt x="241" y="690"/>
                </a:lnTo>
                <a:lnTo>
                  <a:pt x="242" y="690"/>
                </a:lnTo>
                <a:lnTo>
                  <a:pt x="242" y="689"/>
                </a:lnTo>
                <a:lnTo>
                  <a:pt x="242" y="688"/>
                </a:lnTo>
                <a:lnTo>
                  <a:pt x="243" y="688"/>
                </a:lnTo>
                <a:lnTo>
                  <a:pt x="243" y="687"/>
                </a:lnTo>
                <a:lnTo>
                  <a:pt x="245" y="687"/>
                </a:lnTo>
                <a:lnTo>
                  <a:pt x="245" y="686"/>
                </a:lnTo>
                <a:lnTo>
                  <a:pt x="246" y="686"/>
                </a:lnTo>
                <a:lnTo>
                  <a:pt x="246" y="685"/>
                </a:lnTo>
                <a:lnTo>
                  <a:pt x="247" y="685"/>
                </a:lnTo>
                <a:lnTo>
                  <a:pt x="247" y="684"/>
                </a:lnTo>
                <a:lnTo>
                  <a:pt x="247" y="683"/>
                </a:lnTo>
                <a:lnTo>
                  <a:pt x="247" y="682"/>
                </a:lnTo>
                <a:lnTo>
                  <a:pt x="247" y="681"/>
                </a:lnTo>
                <a:lnTo>
                  <a:pt x="248" y="681"/>
                </a:lnTo>
                <a:lnTo>
                  <a:pt x="247" y="681"/>
                </a:lnTo>
                <a:lnTo>
                  <a:pt x="247" y="680"/>
                </a:lnTo>
                <a:lnTo>
                  <a:pt x="247" y="679"/>
                </a:lnTo>
                <a:lnTo>
                  <a:pt x="247" y="678"/>
                </a:lnTo>
                <a:lnTo>
                  <a:pt x="247" y="677"/>
                </a:lnTo>
                <a:lnTo>
                  <a:pt x="247" y="676"/>
                </a:lnTo>
                <a:lnTo>
                  <a:pt x="247" y="675"/>
                </a:lnTo>
                <a:lnTo>
                  <a:pt x="246" y="675"/>
                </a:lnTo>
                <a:lnTo>
                  <a:pt x="245" y="674"/>
                </a:lnTo>
                <a:lnTo>
                  <a:pt x="244" y="674"/>
                </a:lnTo>
                <a:lnTo>
                  <a:pt x="244" y="673"/>
                </a:lnTo>
                <a:lnTo>
                  <a:pt x="245" y="673"/>
                </a:lnTo>
                <a:lnTo>
                  <a:pt x="245" y="672"/>
                </a:lnTo>
                <a:lnTo>
                  <a:pt x="244" y="672"/>
                </a:lnTo>
                <a:lnTo>
                  <a:pt x="244" y="671"/>
                </a:lnTo>
                <a:lnTo>
                  <a:pt x="244" y="670"/>
                </a:lnTo>
                <a:lnTo>
                  <a:pt x="244" y="669"/>
                </a:lnTo>
                <a:lnTo>
                  <a:pt x="244" y="668"/>
                </a:lnTo>
                <a:lnTo>
                  <a:pt x="243" y="668"/>
                </a:lnTo>
                <a:lnTo>
                  <a:pt x="243" y="667"/>
                </a:lnTo>
                <a:lnTo>
                  <a:pt x="242" y="666"/>
                </a:lnTo>
                <a:lnTo>
                  <a:pt x="241" y="666"/>
                </a:lnTo>
                <a:lnTo>
                  <a:pt x="241" y="665"/>
                </a:lnTo>
                <a:lnTo>
                  <a:pt x="240" y="665"/>
                </a:lnTo>
                <a:lnTo>
                  <a:pt x="240" y="664"/>
                </a:lnTo>
                <a:lnTo>
                  <a:pt x="240" y="663"/>
                </a:lnTo>
                <a:lnTo>
                  <a:pt x="239" y="663"/>
                </a:lnTo>
                <a:lnTo>
                  <a:pt x="238" y="663"/>
                </a:lnTo>
                <a:lnTo>
                  <a:pt x="238" y="662"/>
                </a:lnTo>
                <a:lnTo>
                  <a:pt x="237" y="662"/>
                </a:lnTo>
                <a:lnTo>
                  <a:pt x="237" y="661"/>
                </a:lnTo>
                <a:lnTo>
                  <a:pt x="238" y="661"/>
                </a:lnTo>
                <a:lnTo>
                  <a:pt x="237" y="660"/>
                </a:lnTo>
                <a:lnTo>
                  <a:pt x="236" y="660"/>
                </a:lnTo>
                <a:lnTo>
                  <a:pt x="235" y="660"/>
                </a:lnTo>
                <a:lnTo>
                  <a:pt x="234" y="660"/>
                </a:lnTo>
                <a:lnTo>
                  <a:pt x="234" y="661"/>
                </a:lnTo>
                <a:lnTo>
                  <a:pt x="234" y="660"/>
                </a:lnTo>
                <a:lnTo>
                  <a:pt x="233" y="660"/>
                </a:lnTo>
                <a:lnTo>
                  <a:pt x="232" y="660"/>
                </a:lnTo>
                <a:lnTo>
                  <a:pt x="232" y="659"/>
                </a:lnTo>
                <a:lnTo>
                  <a:pt x="232" y="658"/>
                </a:lnTo>
                <a:lnTo>
                  <a:pt x="232" y="657"/>
                </a:lnTo>
                <a:lnTo>
                  <a:pt x="232" y="656"/>
                </a:lnTo>
                <a:lnTo>
                  <a:pt x="231" y="656"/>
                </a:lnTo>
                <a:lnTo>
                  <a:pt x="231" y="655"/>
                </a:lnTo>
                <a:lnTo>
                  <a:pt x="231" y="654"/>
                </a:lnTo>
                <a:lnTo>
                  <a:pt x="231" y="653"/>
                </a:lnTo>
                <a:lnTo>
                  <a:pt x="231" y="652"/>
                </a:lnTo>
                <a:lnTo>
                  <a:pt x="231" y="651"/>
                </a:lnTo>
                <a:lnTo>
                  <a:pt x="231" y="650"/>
                </a:lnTo>
                <a:lnTo>
                  <a:pt x="230" y="650"/>
                </a:lnTo>
                <a:lnTo>
                  <a:pt x="230" y="649"/>
                </a:lnTo>
                <a:lnTo>
                  <a:pt x="230" y="648"/>
                </a:lnTo>
                <a:lnTo>
                  <a:pt x="230" y="647"/>
                </a:lnTo>
                <a:lnTo>
                  <a:pt x="230" y="646"/>
                </a:lnTo>
                <a:lnTo>
                  <a:pt x="230" y="645"/>
                </a:lnTo>
                <a:lnTo>
                  <a:pt x="230" y="644"/>
                </a:lnTo>
                <a:lnTo>
                  <a:pt x="230" y="643"/>
                </a:lnTo>
                <a:lnTo>
                  <a:pt x="230" y="642"/>
                </a:lnTo>
                <a:lnTo>
                  <a:pt x="230" y="641"/>
                </a:lnTo>
                <a:lnTo>
                  <a:pt x="229" y="641"/>
                </a:lnTo>
                <a:lnTo>
                  <a:pt x="229" y="640"/>
                </a:lnTo>
                <a:lnTo>
                  <a:pt x="229" y="639"/>
                </a:lnTo>
                <a:lnTo>
                  <a:pt x="228" y="639"/>
                </a:lnTo>
                <a:lnTo>
                  <a:pt x="227" y="639"/>
                </a:lnTo>
                <a:lnTo>
                  <a:pt x="226" y="639"/>
                </a:lnTo>
                <a:lnTo>
                  <a:pt x="227" y="639"/>
                </a:lnTo>
                <a:lnTo>
                  <a:pt x="227" y="638"/>
                </a:lnTo>
                <a:lnTo>
                  <a:pt x="228" y="637"/>
                </a:lnTo>
                <a:lnTo>
                  <a:pt x="228" y="636"/>
                </a:lnTo>
                <a:lnTo>
                  <a:pt x="227" y="636"/>
                </a:lnTo>
                <a:lnTo>
                  <a:pt x="227" y="635"/>
                </a:lnTo>
                <a:lnTo>
                  <a:pt x="228" y="635"/>
                </a:lnTo>
                <a:lnTo>
                  <a:pt x="228" y="634"/>
                </a:lnTo>
                <a:lnTo>
                  <a:pt x="227" y="634"/>
                </a:lnTo>
                <a:lnTo>
                  <a:pt x="227" y="633"/>
                </a:lnTo>
                <a:lnTo>
                  <a:pt x="227" y="632"/>
                </a:lnTo>
                <a:lnTo>
                  <a:pt x="227" y="631"/>
                </a:lnTo>
                <a:lnTo>
                  <a:pt x="226" y="631"/>
                </a:lnTo>
                <a:lnTo>
                  <a:pt x="226" y="630"/>
                </a:lnTo>
                <a:lnTo>
                  <a:pt x="226" y="629"/>
                </a:lnTo>
                <a:lnTo>
                  <a:pt x="227" y="629"/>
                </a:lnTo>
                <a:lnTo>
                  <a:pt x="227" y="628"/>
                </a:lnTo>
                <a:lnTo>
                  <a:pt x="228" y="628"/>
                </a:lnTo>
                <a:lnTo>
                  <a:pt x="228" y="627"/>
                </a:lnTo>
                <a:lnTo>
                  <a:pt x="228" y="626"/>
                </a:lnTo>
                <a:lnTo>
                  <a:pt x="228" y="625"/>
                </a:lnTo>
                <a:lnTo>
                  <a:pt x="229" y="625"/>
                </a:lnTo>
                <a:lnTo>
                  <a:pt x="230" y="625"/>
                </a:lnTo>
                <a:lnTo>
                  <a:pt x="230" y="626"/>
                </a:lnTo>
                <a:lnTo>
                  <a:pt x="231" y="626"/>
                </a:lnTo>
                <a:lnTo>
                  <a:pt x="231" y="627"/>
                </a:lnTo>
                <a:lnTo>
                  <a:pt x="232" y="627"/>
                </a:lnTo>
                <a:lnTo>
                  <a:pt x="233" y="627"/>
                </a:lnTo>
                <a:lnTo>
                  <a:pt x="233" y="626"/>
                </a:lnTo>
                <a:lnTo>
                  <a:pt x="234" y="625"/>
                </a:lnTo>
                <a:lnTo>
                  <a:pt x="235" y="625"/>
                </a:lnTo>
                <a:lnTo>
                  <a:pt x="236" y="625"/>
                </a:lnTo>
                <a:lnTo>
                  <a:pt x="236" y="624"/>
                </a:lnTo>
                <a:lnTo>
                  <a:pt x="237" y="624"/>
                </a:lnTo>
                <a:lnTo>
                  <a:pt x="238" y="625"/>
                </a:lnTo>
                <a:lnTo>
                  <a:pt x="239" y="625"/>
                </a:lnTo>
                <a:lnTo>
                  <a:pt x="240" y="625"/>
                </a:lnTo>
                <a:lnTo>
                  <a:pt x="241" y="625"/>
                </a:lnTo>
                <a:lnTo>
                  <a:pt x="241" y="626"/>
                </a:lnTo>
                <a:lnTo>
                  <a:pt x="241" y="627"/>
                </a:lnTo>
                <a:lnTo>
                  <a:pt x="242" y="627"/>
                </a:lnTo>
                <a:lnTo>
                  <a:pt x="242" y="628"/>
                </a:lnTo>
                <a:lnTo>
                  <a:pt x="242" y="629"/>
                </a:lnTo>
                <a:lnTo>
                  <a:pt x="243" y="629"/>
                </a:lnTo>
                <a:lnTo>
                  <a:pt x="243" y="630"/>
                </a:lnTo>
                <a:lnTo>
                  <a:pt x="243" y="631"/>
                </a:lnTo>
                <a:lnTo>
                  <a:pt x="243" y="632"/>
                </a:lnTo>
                <a:lnTo>
                  <a:pt x="242" y="632"/>
                </a:lnTo>
                <a:lnTo>
                  <a:pt x="242" y="633"/>
                </a:lnTo>
                <a:lnTo>
                  <a:pt x="241" y="633"/>
                </a:lnTo>
                <a:lnTo>
                  <a:pt x="241" y="634"/>
                </a:lnTo>
                <a:lnTo>
                  <a:pt x="241" y="635"/>
                </a:lnTo>
                <a:lnTo>
                  <a:pt x="241" y="636"/>
                </a:lnTo>
                <a:lnTo>
                  <a:pt x="241" y="637"/>
                </a:lnTo>
                <a:lnTo>
                  <a:pt x="243" y="637"/>
                </a:lnTo>
                <a:lnTo>
                  <a:pt x="243" y="636"/>
                </a:lnTo>
                <a:lnTo>
                  <a:pt x="244" y="636"/>
                </a:lnTo>
                <a:lnTo>
                  <a:pt x="244" y="635"/>
                </a:lnTo>
                <a:lnTo>
                  <a:pt x="245" y="635"/>
                </a:lnTo>
                <a:lnTo>
                  <a:pt x="245" y="634"/>
                </a:lnTo>
                <a:lnTo>
                  <a:pt x="246" y="634"/>
                </a:lnTo>
                <a:lnTo>
                  <a:pt x="247" y="634"/>
                </a:lnTo>
                <a:lnTo>
                  <a:pt x="247" y="633"/>
                </a:lnTo>
                <a:lnTo>
                  <a:pt x="247" y="632"/>
                </a:lnTo>
                <a:lnTo>
                  <a:pt x="248" y="632"/>
                </a:lnTo>
                <a:lnTo>
                  <a:pt x="249" y="632"/>
                </a:lnTo>
                <a:lnTo>
                  <a:pt x="249" y="633"/>
                </a:lnTo>
                <a:lnTo>
                  <a:pt x="249" y="632"/>
                </a:lnTo>
                <a:lnTo>
                  <a:pt x="249" y="631"/>
                </a:lnTo>
                <a:lnTo>
                  <a:pt x="250" y="631"/>
                </a:lnTo>
                <a:lnTo>
                  <a:pt x="251" y="631"/>
                </a:lnTo>
                <a:lnTo>
                  <a:pt x="251" y="630"/>
                </a:lnTo>
                <a:lnTo>
                  <a:pt x="252" y="630"/>
                </a:lnTo>
                <a:lnTo>
                  <a:pt x="252" y="629"/>
                </a:lnTo>
                <a:lnTo>
                  <a:pt x="253" y="629"/>
                </a:lnTo>
                <a:lnTo>
                  <a:pt x="252" y="629"/>
                </a:lnTo>
                <a:lnTo>
                  <a:pt x="252" y="627"/>
                </a:lnTo>
                <a:lnTo>
                  <a:pt x="252" y="626"/>
                </a:lnTo>
                <a:lnTo>
                  <a:pt x="251" y="626"/>
                </a:lnTo>
                <a:lnTo>
                  <a:pt x="251" y="625"/>
                </a:lnTo>
                <a:lnTo>
                  <a:pt x="251" y="624"/>
                </a:lnTo>
                <a:lnTo>
                  <a:pt x="252" y="623"/>
                </a:lnTo>
                <a:lnTo>
                  <a:pt x="253" y="623"/>
                </a:lnTo>
                <a:lnTo>
                  <a:pt x="254" y="623"/>
                </a:lnTo>
                <a:lnTo>
                  <a:pt x="254" y="622"/>
                </a:lnTo>
                <a:lnTo>
                  <a:pt x="255" y="622"/>
                </a:lnTo>
                <a:lnTo>
                  <a:pt x="255" y="621"/>
                </a:lnTo>
                <a:lnTo>
                  <a:pt x="255" y="620"/>
                </a:lnTo>
                <a:lnTo>
                  <a:pt x="256" y="620"/>
                </a:lnTo>
                <a:lnTo>
                  <a:pt x="256" y="619"/>
                </a:lnTo>
                <a:lnTo>
                  <a:pt x="256" y="618"/>
                </a:lnTo>
                <a:lnTo>
                  <a:pt x="256" y="617"/>
                </a:lnTo>
                <a:lnTo>
                  <a:pt x="257" y="617"/>
                </a:lnTo>
                <a:lnTo>
                  <a:pt x="256" y="617"/>
                </a:lnTo>
                <a:lnTo>
                  <a:pt x="256" y="616"/>
                </a:lnTo>
                <a:lnTo>
                  <a:pt x="255" y="616"/>
                </a:lnTo>
                <a:lnTo>
                  <a:pt x="255" y="615"/>
                </a:lnTo>
                <a:lnTo>
                  <a:pt x="255" y="614"/>
                </a:lnTo>
                <a:lnTo>
                  <a:pt x="255" y="613"/>
                </a:lnTo>
                <a:lnTo>
                  <a:pt x="255" y="612"/>
                </a:lnTo>
                <a:lnTo>
                  <a:pt x="254" y="612"/>
                </a:lnTo>
                <a:lnTo>
                  <a:pt x="254" y="611"/>
                </a:lnTo>
                <a:lnTo>
                  <a:pt x="254" y="610"/>
                </a:lnTo>
                <a:lnTo>
                  <a:pt x="253" y="610"/>
                </a:lnTo>
                <a:lnTo>
                  <a:pt x="253" y="609"/>
                </a:lnTo>
                <a:lnTo>
                  <a:pt x="253" y="608"/>
                </a:lnTo>
                <a:lnTo>
                  <a:pt x="252" y="608"/>
                </a:lnTo>
                <a:lnTo>
                  <a:pt x="252" y="607"/>
                </a:lnTo>
                <a:lnTo>
                  <a:pt x="252" y="606"/>
                </a:lnTo>
                <a:lnTo>
                  <a:pt x="251" y="606"/>
                </a:lnTo>
                <a:lnTo>
                  <a:pt x="250" y="606"/>
                </a:lnTo>
                <a:lnTo>
                  <a:pt x="250" y="607"/>
                </a:lnTo>
                <a:lnTo>
                  <a:pt x="249" y="607"/>
                </a:lnTo>
                <a:lnTo>
                  <a:pt x="249" y="608"/>
                </a:lnTo>
                <a:lnTo>
                  <a:pt x="249" y="607"/>
                </a:lnTo>
                <a:lnTo>
                  <a:pt x="248" y="607"/>
                </a:lnTo>
                <a:lnTo>
                  <a:pt x="248" y="606"/>
                </a:lnTo>
                <a:lnTo>
                  <a:pt x="247" y="606"/>
                </a:lnTo>
                <a:lnTo>
                  <a:pt x="246" y="606"/>
                </a:lnTo>
                <a:lnTo>
                  <a:pt x="246" y="605"/>
                </a:lnTo>
                <a:lnTo>
                  <a:pt x="246" y="604"/>
                </a:lnTo>
                <a:lnTo>
                  <a:pt x="247" y="604"/>
                </a:lnTo>
                <a:lnTo>
                  <a:pt x="247" y="603"/>
                </a:lnTo>
                <a:lnTo>
                  <a:pt x="247" y="602"/>
                </a:lnTo>
                <a:lnTo>
                  <a:pt x="247" y="601"/>
                </a:lnTo>
                <a:lnTo>
                  <a:pt x="247" y="600"/>
                </a:lnTo>
                <a:lnTo>
                  <a:pt x="248" y="600"/>
                </a:lnTo>
                <a:lnTo>
                  <a:pt x="247" y="600"/>
                </a:lnTo>
                <a:lnTo>
                  <a:pt x="247" y="599"/>
                </a:lnTo>
                <a:lnTo>
                  <a:pt x="247" y="598"/>
                </a:lnTo>
                <a:lnTo>
                  <a:pt x="247" y="597"/>
                </a:lnTo>
                <a:lnTo>
                  <a:pt x="248" y="597"/>
                </a:lnTo>
                <a:lnTo>
                  <a:pt x="248" y="596"/>
                </a:lnTo>
                <a:lnTo>
                  <a:pt x="248" y="595"/>
                </a:lnTo>
                <a:lnTo>
                  <a:pt x="249" y="595"/>
                </a:lnTo>
                <a:lnTo>
                  <a:pt x="249" y="594"/>
                </a:lnTo>
                <a:lnTo>
                  <a:pt x="248" y="594"/>
                </a:lnTo>
                <a:lnTo>
                  <a:pt x="248" y="593"/>
                </a:lnTo>
                <a:lnTo>
                  <a:pt x="248" y="592"/>
                </a:lnTo>
                <a:lnTo>
                  <a:pt x="249" y="592"/>
                </a:lnTo>
                <a:lnTo>
                  <a:pt x="249" y="591"/>
                </a:lnTo>
                <a:lnTo>
                  <a:pt x="250" y="591"/>
                </a:lnTo>
                <a:lnTo>
                  <a:pt x="251" y="591"/>
                </a:lnTo>
                <a:lnTo>
                  <a:pt x="251" y="590"/>
                </a:lnTo>
                <a:lnTo>
                  <a:pt x="252" y="590"/>
                </a:lnTo>
                <a:lnTo>
                  <a:pt x="252" y="589"/>
                </a:lnTo>
                <a:lnTo>
                  <a:pt x="253" y="589"/>
                </a:lnTo>
                <a:lnTo>
                  <a:pt x="253" y="588"/>
                </a:lnTo>
                <a:lnTo>
                  <a:pt x="254" y="588"/>
                </a:lnTo>
                <a:lnTo>
                  <a:pt x="254" y="587"/>
                </a:lnTo>
                <a:lnTo>
                  <a:pt x="255" y="587"/>
                </a:lnTo>
                <a:lnTo>
                  <a:pt x="255" y="586"/>
                </a:lnTo>
                <a:lnTo>
                  <a:pt x="256" y="586"/>
                </a:lnTo>
                <a:lnTo>
                  <a:pt x="256" y="585"/>
                </a:lnTo>
                <a:lnTo>
                  <a:pt x="257" y="585"/>
                </a:lnTo>
                <a:lnTo>
                  <a:pt x="257" y="584"/>
                </a:lnTo>
                <a:lnTo>
                  <a:pt x="258" y="584"/>
                </a:lnTo>
                <a:lnTo>
                  <a:pt x="258" y="583"/>
                </a:lnTo>
                <a:lnTo>
                  <a:pt x="258" y="582"/>
                </a:lnTo>
                <a:lnTo>
                  <a:pt x="257" y="582"/>
                </a:lnTo>
                <a:lnTo>
                  <a:pt x="257" y="581"/>
                </a:lnTo>
                <a:lnTo>
                  <a:pt x="257" y="580"/>
                </a:lnTo>
                <a:lnTo>
                  <a:pt x="258" y="579"/>
                </a:lnTo>
                <a:lnTo>
                  <a:pt x="258" y="578"/>
                </a:lnTo>
                <a:lnTo>
                  <a:pt x="259" y="578"/>
                </a:lnTo>
                <a:lnTo>
                  <a:pt x="259" y="577"/>
                </a:lnTo>
                <a:lnTo>
                  <a:pt x="260" y="577"/>
                </a:lnTo>
                <a:lnTo>
                  <a:pt x="260" y="576"/>
                </a:lnTo>
                <a:lnTo>
                  <a:pt x="261" y="575"/>
                </a:lnTo>
                <a:lnTo>
                  <a:pt x="260" y="575"/>
                </a:lnTo>
                <a:lnTo>
                  <a:pt x="260" y="574"/>
                </a:lnTo>
                <a:lnTo>
                  <a:pt x="261" y="573"/>
                </a:lnTo>
                <a:lnTo>
                  <a:pt x="261" y="572"/>
                </a:lnTo>
                <a:lnTo>
                  <a:pt x="262" y="572"/>
                </a:lnTo>
                <a:lnTo>
                  <a:pt x="261" y="572"/>
                </a:lnTo>
                <a:lnTo>
                  <a:pt x="261" y="571"/>
                </a:lnTo>
                <a:lnTo>
                  <a:pt x="261" y="570"/>
                </a:lnTo>
                <a:lnTo>
                  <a:pt x="262" y="570"/>
                </a:lnTo>
                <a:lnTo>
                  <a:pt x="262" y="569"/>
                </a:lnTo>
                <a:lnTo>
                  <a:pt x="262" y="568"/>
                </a:lnTo>
                <a:lnTo>
                  <a:pt x="261" y="568"/>
                </a:lnTo>
                <a:lnTo>
                  <a:pt x="261" y="567"/>
                </a:lnTo>
                <a:lnTo>
                  <a:pt x="260" y="567"/>
                </a:lnTo>
                <a:lnTo>
                  <a:pt x="261" y="566"/>
                </a:lnTo>
                <a:lnTo>
                  <a:pt x="261" y="565"/>
                </a:lnTo>
                <a:lnTo>
                  <a:pt x="262" y="565"/>
                </a:lnTo>
                <a:lnTo>
                  <a:pt x="262" y="564"/>
                </a:lnTo>
                <a:lnTo>
                  <a:pt x="262" y="563"/>
                </a:lnTo>
                <a:lnTo>
                  <a:pt x="262" y="562"/>
                </a:lnTo>
                <a:lnTo>
                  <a:pt x="262" y="561"/>
                </a:lnTo>
                <a:lnTo>
                  <a:pt x="263" y="560"/>
                </a:lnTo>
                <a:lnTo>
                  <a:pt x="263" y="559"/>
                </a:lnTo>
                <a:lnTo>
                  <a:pt x="263" y="558"/>
                </a:lnTo>
                <a:lnTo>
                  <a:pt x="263" y="557"/>
                </a:lnTo>
                <a:lnTo>
                  <a:pt x="263" y="556"/>
                </a:lnTo>
                <a:lnTo>
                  <a:pt x="264" y="556"/>
                </a:lnTo>
                <a:lnTo>
                  <a:pt x="264" y="555"/>
                </a:lnTo>
                <a:lnTo>
                  <a:pt x="264" y="554"/>
                </a:lnTo>
                <a:lnTo>
                  <a:pt x="264" y="553"/>
                </a:lnTo>
                <a:lnTo>
                  <a:pt x="263" y="553"/>
                </a:lnTo>
                <a:lnTo>
                  <a:pt x="263" y="552"/>
                </a:lnTo>
                <a:lnTo>
                  <a:pt x="263" y="551"/>
                </a:lnTo>
                <a:lnTo>
                  <a:pt x="264" y="551"/>
                </a:lnTo>
                <a:lnTo>
                  <a:pt x="264" y="550"/>
                </a:lnTo>
                <a:lnTo>
                  <a:pt x="264" y="549"/>
                </a:lnTo>
                <a:lnTo>
                  <a:pt x="264" y="548"/>
                </a:lnTo>
                <a:lnTo>
                  <a:pt x="264" y="547"/>
                </a:lnTo>
                <a:lnTo>
                  <a:pt x="264" y="546"/>
                </a:lnTo>
                <a:lnTo>
                  <a:pt x="264" y="544"/>
                </a:lnTo>
                <a:lnTo>
                  <a:pt x="265" y="543"/>
                </a:lnTo>
                <a:lnTo>
                  <a:pt x="264" y="543"/>
                </a:lnTo>
                <a:lnTo>
                  <a:pt x="264" y="541"/>
                </a:lnTo>
                <a:lnTo>
                  <a:pt x="265" y="541"/>
                </a:lnTo>
                <a:lnTo>
                  <a:pt x="265" y="540"/>
                </a:lnTo>
                <a:lnTo>
                  <a:pt x="265" y="539"/>
                </a:lnTo>
                <a:lnTo>
                  <a:pt x="266" y="539"/>
                </a:lnTo>
                <a:lnTo>
                  <a:pt x="267" y="539"/>
                </a:lnTo>
                <a:lnTo>
                  <a:pt x="268" y="539"/>
                </a:lnTo>
                <a:lnTo>
                  <a:pt x="268" y="538"/>
                </a:lnTo>
                <a:lnTo>
                  <a:pt x="268" y="537"/>
                </a:lnTo>
                <a:lnTo>
                  <a:pt x="269" y="537"/>
                </a:lnTo>
                <a:lnTo>
                  <a:pt x="269" y="536"/>
                </a:lnTo>
                <a:lnTo>
                  <a:pt x="269" y="535"/>
                </a:lnTo>
                <a:lnTo>
                  <a:pt x="269" y="534"/>
                </a:lnTo>
                <a:lnTo>
                  <a:pt x="270" y="534"/>
                </a:lnTo>
                <a:lnTo>
                  <a:pt x="270" y="533"/>
                </a:lnTo>
                <a:lnTo>
                  <a:pt x="270" y="532"/>
                </a:lnTo>
                <a:lnTo>
                  <a:pt x="269" y="532"/>
                </a:lnTo>
                <a:lnTo>
                  <a:pt x="269" y="531"/>
                </a:lnTo>
                <a:lnTo>
                  <a:pt x="269" y="530"/>
                </a:lnTo>
                <a:lnTo>
                  <a:pt x="270" y="530"/>
                </a:lnTo>
                <a:lnTo>
                  <a:pt x="270" y="529"/>
                </a:lnTo>
                <a:lnTo>
                  <a:pt x="270" y="528"/>
                </a:lnTo>
                <a:lnTo>
                  <a:pt x="269" y="528"/>
                </a:lnTo>
                <a:lnTo>
                  <a:pt x="269" y="527"/>
                </a:lnTo>
                <a:lnTo>
                  <a:pt x="269" y="526"/>
                </a:lnTo>
                <a:lnTo>
                  <a:pt x="268" y="526"/>
                </a:lnTo>
                <a:lnTo>
                  <a:pt x="268" y="525"/>
                </a:lnTo>
                <a:lnTo>
                  <a:pt x="268" y="524"/>
                </a:lnTo>
                <a:lnTo>
                  <a:pt x="268" y="523"/>
                </a:lnTo>
                <a:lnTo>
                  <a:pt x="268" y="522"/>
                </a:lnTo>
                <a:lnTo>
                  <a:pt x="268" y="521"/>
                </a:lnTo>
                <a:lnTo>
                  <a:pt x="267" y="521"/>
                </a:lnTo>
                <a:lnTo>
                  <a:pt x="267" y="520"/>
                </a:lnTo>
                <a:lnTo>
                  <a:pt x="268" y="520"/>
                </a:lnTo>
                <a:lnTo>
                  <a:pt x="268" y="519"/>
                </a:lnTo>
                <a:lnTo>
                  <a:pt x="268" y="518"/>
                </a:lnTo>
                <a:lnTo>
                  <a:pt x="268" y="517"/>
                </a:lnTo>
                <a:lnTo>
                  <a:pt x="269" y="517"/>
                </a:lnTo>
                <a:lnTo>
                  <a:pt x="269" y="516"/>
                </a:lnTo>
                <a:lnTo>
                  <a:pt x="269" y="515"/>
                </a:lnTo>
                <a:lnTo>
                  <a:pt x="267" y="515"/>
                </a:lnTo>
                <a:lnTo>
                  <a:pt x="267" y="514"/>
                </a:lnTo>
                <a:lnTo>
                  <a:pt x="266" y="514"/>
                </a:lnTo>
                <a:lnTo>
                  <a:pt x="266" y="513"/>
                </a:lnTo>
                <a:lnTo>
                  <a:pt x="265" y="513"/>
                </a:lnTo>
                <a:lnTo>
                  <a:pt x="265" y="512"/>
                </a:lnTo>
                <a:lnTo>
                  <a:pt x="265" y="511"/>
                </a:lnTo>
                <a:lnTo>
                  <a:pt x="264" y="511"/>
                </a:lnTo>
                <a:lnTo>
                  <a:pt x="264" y="510"/>
                </a:lnTo>
                <a:lnTo>
                  <a:pt x="265" y="510"/>
                </a:lnTo>
                <a:lnTo>
                  <a:pt x="265" y="509"/>
                </a:lnTo>
                <a:lnTo>
                  <a:pt x="265" y="508"/>
                </a:lnTo>
                <a:lnTo>
                  <a:pt x="266" y="508"/>
                </a:lnTo>
                <a:lnTo>
                  <a:pt x="266" y="507"/>
                </a:lnTo>
                <a:lnTo>
                  <a:pt x="266" y="506"/>
                </a:lnTo>
                <a:lnTo>
                  <a:pt x="267" y="506"/>
                </a:lnTo>
                <a:lnTo>
                  <a:pt x="267" y="505"/>
                </a:lnTo>
                <a:lnTo>
                  <a:pt x="267" y="504"/>
                </a:lnTo>
                <a:lnTo>
                  <a:pt x="267" y="503"/>
                </a:lnTo>
                <a:lnTo>
                  <a:pt x="267" y="502"/>
                </a:lnTo>
                <a:lnTo>
                  <a:pt x="267" y="501"/>
                </a:lnTo>
                <a:lnTo>
                  <a:pt x="268" y="501"/>
                </a:lnTo>
                <a:lnTo>
                  <a:pt x="268" y="500"/>
                </a:lnTo>
                <a:lnTo>
                  <a:pt x="268" y="498"/>
                </a:lnTo>
                <a:lnTo>
                  <a:pt x="268" y="497"/>
                </a:lnTo>
                <a:lnTo>
                  <a:pt x="268" y="496"/>
                </a:lnTo>
                <a:lnTo>
                  <a:pt x="268" y="495"/>
                </a:lnTo>
                <a:lnTo>
                  <a:pt x="268" y="494"/>
                </a:lnTo>
                <a:lnTo>
                  <a:pt x="269" y="494"/>
                </a:lnTo>
                <a:lnTo>
                  <a:pt x="269" y="493"/>
                </a:lnTo>
                <a:lnTo>
                  <a:pt x="269" y="492"/>
                </a:lnTo>
                <a:lnTo>
                  <a:pt x="269" y="491"/>
                </a:lnTo>
                <a:lnTo>
                  <a:pt x="269" y="490"/>
                </a:lnTo>
                <a:lnTo>
                  <a:pt x="268" y="490"/>
                </a:lnTo>
                <a:lnTo>
                  <a:pt x="268" y="489"/>
                </a:lnTo>
                <a:lnTo>
                  <a:pt x="268" y="488"/>
                </a:lnTo>
                <a:lnTo>
                  <a:pt x="267" y="488"/>
                </a:lnTo>
                <a:lnTo>
                  <a:pt x="267" y="487"/>
                </a:lnTo>
                <a:lnTo>
                  <a:pt x="267" y="486"/>
                </a:lnTo>
                <a:lnTo>
                  <a:pt x="266" y="486"/>
                </a:lnTo>
                <a:lnTo>
                  <a:pt x="266" y="485"/>
                </a:lnTo>
                <a:lnTo>
                  <a:pt x="265" y="485"/>
                </a:lnTo>
                <a:lnTo>
                  <a:pt x="265" y="484"/>
                </a:lnTo>
                <a:lnTo>
                  <a:pt x="265" y="483"/>
                </a:lnTo>
                <a:lnTo>
                  <a:pt x="264" y="483"/>
                </a:lnTo>
                <a:lnTo>
                  <a:pt x="264" y="482"/>
                </a:lnTo>
                <a:lnTo>
                  <a:pt x="264" y="481"/>
                </a:lnTo>
                <a:lnTo>
                  <a:pt x="265" y="481"/>
                </a:lnTo>
                <a:lnTo>
                  <a:pt x="265" y="480"/>
                </a:lnTo>
                <a:lnTo>
                  <a:pt x="266" y="480"/>
                </a:lnTo>
                <a:lnTo>
                  <a:pt x="266" y="479"/>
                </a:lnTo>
                <a:lnTo>
                  <a:pt x="267" y="479"/>
                </a:lnTo>
                <a:lnTo>
                  <a:pt x="267" y="478"/>
                </a:lnTo>
                <a:lnTo>
                  <a:pt x="268" y="478"/>
                </a:lnTo>
                <a:lnTo>
                  <a:pt x="268" y="477"/>
                </a:lnTo>
                <a:lnTo>
                  <a:pt x="269" y="477"/>
                </a:lnTo>
                <a:lnTo>
                  <a:pt x="269" y="476"/>
                </a:lnTo>
                <a:lnTo>
                  <a:pt x="269" y="475"/>
                </a:lnTo>
                <a:lnTo>
                  <a:pt x="269" y="474"/>
                </a:lnTo>
                <a:lnTo>
                  <a:pt x="269" y="473"/>
                </a:lnTo>
                <a:lnTo>
                  <a:pt x="269" y="472"/>
                </a:lnTo>
                <a:lnTo>
                  <a:pt x="269" y="471"/>
                </a:lnTo>
                <a:lnTo>
                  <a:pt x="269" y="470"/>
                </a:lnTo>
                <a:lnTo>
                  <a:pt x="269" y="469"/>
                </a:lnTo>
                <a:lnTo>
                  <a:pt x="269" y="468"/>
                </a:lnTo>
                <a:lnTo>
                  <a:pt x="269" y="467"/>
                </a:lnTo>
                <a:lnTo>
                  <a:pt x="268" y="467"/>
                </a:lnTo>
                <a:lnTo>
                  <a:pt x="268" y="466"/>
                </a:lnTo>
                <a:lnTo>
                  <a:pt x="268" y="465"/>
                </a:lnTo>
                <a:lnTo>
                  <a:pt x="268" y="464"/>
                </a:lnTo>
                <a:lnTo>
                  <a:pt x="268" y="463"/>
                </a:lnTo>
                <a:lnTo>
                  <a:pt x="268" y="462"/>
                </a:lnTo>
                <a:lnTo>
                  <a:pt x="268" y="461"/>
                </a:lnTo>
                <a:lnTo>
                  <a:pt x="267" y="461"/>
                </a:lnTo>
                <a:lnTo>
                  <a:pt x="267" y="460"/>
                </a:lnTo>
                <a:lnTo>
                  <a:pt x="267" y="459"/>
                </a:lnTo>
                <a:lnTo>
                  <a:pt x="267" y="457"/>
                </a:lnTo>
                <a:lnTo>
                  <a:pt x="267" y="456"/>
                </a:lnTo>
                <a:lnTo>
                  <a:pt x="268" y="456"/>
                </a:lnTo>
                <a:lnTo>
                  <a:pt x="268" y="455"/>
                </a:lnTo>
                <a:lnTo>
                  <a:pt x="268" y="454"/>
                </a:lnTo>
                <a:lnTo>
                  <a:pt x="268" y="453"/>
                </a:lnTo>
                <a:lnTo>
                  <a:pt x="268" y="452"/>
                </a:lnTo>
                <a:lnTo>
                  <a:pt x="267" y="452"/>
                </a:lnTo>
                <a:lnTo>
                  <a:pt x="267" y="451"/>
                </a:lnTo>
                <a:lnTo>
                  <a:pt x="266" y="451"/>
                </a:lnTo>
                <a:lnTo>
                  <a:pt x="267" y="451"/>
                </a:lnTo>
                <a:lnTo>
                  <a:pt x="267" y="450"/>
                </a:lnTo>
                <a:lnTo>
                  <a:pt x="268" y="450"/>
                </a:lnTo>
                <a:lnTo>
                  <a:pt x="268" y="449"/>
                </a:lnTo>
                <a:lnTo>
                  <a:pt x="269" y="449"/>
                </a:lnTo>
                <a:lnTo>
                  <a:pt x="270" y="448"/>
                </a:lnTo>
                <a:lnTo>
                  <a:pt x="271" y="448"/>
                </a:lnTo>
                <a:lnTo>
                  <a:pt x="272" y="448"/>
                </a:lnTo>
                <a:lnTo>
                  <a:pt x="272" y="447"/>
                </a:lnTo>
                <a:lnTo>
                  <a:pt x="272" y="446"/>
                </a:lnTo>
                <a:lnTo>
                  <a:pt x="273" y="446"/>
                </a:lnTo>
                <a:lnTo>
                  <a:pt x="272" y="446"/>
                </a:lnTo>
                <a:lnTo>
                  <a:pt x="272" y="445"/>
                </a:lnTo>
                <a:lnTo>
                  <a:pt x="273" y="445"/>
                </a:lnTo>
                <a:lnTo>
                  <a:pt x="273" y="444"/>
                </a:lnTo>
                <a:lnTo>
                  <a:pt x="273" y="443"/>
                </a:lnTo>
                <a:lnTo>
                  <a:pt x="273" y="442"/>
                </a:lnTo>
                <a:lnTo>
                  <a:pt x="273" y="441"/>
                </a:lnTo>
                <a:lnTo>
                  <a:pt x="272" y="441"/>
                </a:lnTo>
                <a:lnTo>
                  <a:pt x="271" y="440"/>
                </a:lnTo>
                <a:lnTo>
                  <a:pt x="271" y="439"/>
                </a:lnTo>
                <a:lnTo>
                  <a:pt x="270" y="439"/>
                </a:lnTo>
                <a:lnTo>
                  <a:pt x="270" y="438"/>
                </a:lnTo>
                <a:lnTo>
                  <a:pt x="270" y="437"/>
                </a:lnTo>
                <a:lnTo>
                  <a:pt x="269" y="437"/>
                </a:lnTo>
                <a:lnTo>
                  <a:pt x="268" y="437"/>
                </a:lnTo>
                <a:lnTo>
                  <a:pt x="267" y="437"/>
                </a:lnTo>
                <a:lnTo>
                  <a:pt x="266" y="437"/>
                </a:lnTo>
                <a:lnTo>
                  <a:pt x="265" y="437"/>
                </a:lnTo>
                <a:lnTo>
                  <a:pt x="264" y="437"/>
                </a:lnTo>
                <a:lnTo>
                  <a:pt x="264" y="436"/>
                </a:lnTo>
                <a:lnTo>
                  <a:pt x="264" y="435"/>
                </a:lnTo>
                <a:lnTo>
                  <a:pt x="264" y="434"/>
                </a:lnTo>
                <a:lnTo>
                  <a:pt x="264" y="433"/>
                </a:lnTo>
                <a:lnTo>
                  <a:pt x="264" y="432"/>
                </a:lnTo>
                <a:lnTo>
                  <a:pt x="264" y="431"/>
                </a:lnTo>
                <a:lnTo>
                  <a:pt x="264" y="430"/>
                </a:lnTo>
                <a:lnTo>
                  <a:pt x="264" y="429"/>
                </a:lnTo>
                <a:lnTo>
                  <a:pt x="264" y="428"/>
                </a:lnTo>
                <a:lnTo>
                  <a:pt x="264" y="427"/>
                </a:lnTo>
                <a:lnTo>
                  <a:pt x="264" y="426"/>
                </a:lnTo>
                <a:lnTo>
                  <a:pt x="264" y="425"/>
                </a:lnTo>
                <a:lnTo>
                  <a:pt x="264" y="424"/>
                </a:lnTo>
                <a:lnTo>
                  <a:pt x="264" y="423"/>
                </a:lnTo>
                <a:lnTo>
                  <a:pt x="265" y="423"/>
                </a:lnTo>
                <a:lnTo>
                  <a:pt x="265" y="422"/>
                </a:lnTo>
                <a:lnTo>
                  <a:pt x="264" y="422"/>
                </a:lnTo>
                <a:lnTo>
                  <a:pt x="264" y="421"/>
                </a:lnTo>
                <a:lnTo>
                  <a:pt x="264" y="420"/>
                </a:lnTo>
                <a:lnTo>
                  <a:pt x="264" y="419"/>
                </a:lnTo>
                <a:lnTo>
                  <a:pt x="264" y="418"/>
                </a:lnTo>
                <a:lnTo>
                  <a:pt x="264" y="417"/>
                </a:lnTo>
                <a:lnTo>
                  <a:pt x="264" y="416"/>
                </a:lnTo>
                <a:lnTo>
                  <a:pt x="264" y="415"/>
                </a:lnTo>
                <a:lnTo>
                  <a:pt x="264" y="413"/>
                </a:lnTo>
                <a:lnTo>
                  <a:pt x="263" y="413"/>
                </a:lnTo>
                <a:lnTo>
                  <a:pt x="263" y="412"/>
                </a:lnTo>
                <a:lnTo>
                  <a:pt x="262" y="412"/>
                </a:lnTo>
                <a:lnTo>
                  <a:pt x="262" y="411"/>
                </a:lnTo>
                <a:lnTo>
                  <a:pt x="262" y="410"/>
                </a:lnTo>
                <a:lnTo>
                  <a:pt x="262" y="409"/>
                </a:lnTo>
                <a:lnTo>
                  <a:pt x="262" y="408"/>
                </a:lnTo>
                <a:lnTo>
                  <a:pt x="263" y="408"/>
                </a:lnTo>
                <a:lnTo>
                  <a:pt x="263" y="407"/>
                </a:lnTo>
                <a:lnTo>
                  <a:pt x="264" y="407"/>
                </a:lnTo>
                <a:lnTo>
                  <a:pt x="265" y="406"/>
                </a:lnTo>
                <a:lnTo>
                  <a:pt x="267" y="406"/>
                </a:lnTo>
                <a:lnTo>
                  <a:pt x="268" y="406"/>
                </a:lnTo>
                <a:lnTo>
                  <a:pt x="268" y="405"/>
                </a:lnTo>
                <a:lnTo>
                  <a:pt x="267" y="404"/>
                </a:lnTo>
                <a:lnTo>
                  <a:pt x="267" y="403"/>
                </a:lnTo>
                <a:lnTo>
                  <a:pt x="268" y="403"/>
                </a:lnTo>
                <a:lnTo>
                  <a:pt x="268" y="402"/>
                </a:lnTo>
                <a:lnTo>
                  <a:pt x="269" y="402"/>
                </a:lnTo>
                <a:lnTo>
                  <a:pt x="269" y="401"/>
                </a:lnTo>
                <a:lnTo>
                  <a:pt x="269" y="400"/>
                </a:lnTo>
                <a:lnTo>
                  <a:pt x="268" y="400"/>
                </a:lnTo>
                <a:lnTo>
                  <a:pt x="267" y="400"/>
                </a:lnTo>
                <a:lnTo>
                  <a:pt x="267" y="399"/>
                </a:lnTo>
                <a:lnTo>
                  <a:pt x="266" y="399"/>
                </a:lnTo>
                <a:lnTo>
                  <a:pt x="266" y="398"/>
                </a:lnTo>
                <a:lnTo>
                  <a:pt x="267" y="398"/>
                </a:lnTo>
                <a:lnTo>
                  <a:pt x="267" y="397"/>
                </a:lnTo>
                <a:lnTo>
                  <a:pt x="267" y="396"/>
                </a:lnTo>
                <a:lnTo>
                  <a:pt x="267" y="395"/>
                </a:lnTo>
                <a:lnTo>
                  <a:pt x="268" y="395"/>
                </a:lnTo>
                <a:lnTo>
                  <a:pt x="269" y="395"/>
                </a:lnTo>
                <a:lnTo>
                  <a:pt x="269" y="394"/>
                </a:lnTo>
                <a:lnTo>
                  <a:pt x="270" y="394"/>
                </a:lnTo>
                <a:lnTo>
                  <a:pt x="270" y="393"/>
                </a:lnTo>
                <a:lnTo>
                  <a:pt x="270" y="391"/>
                </a:lnTo>
                <a:lnTo>
                  <a:pt x="270" y="390"/>
                </a:lnTo>
                <a:lnTo>
                  <a:pt x="271" y="390"/>
                </a:lnTo>
                <a:lnTo>
                  <a:pt x="271" y="389"/>
                </a:lnTo>
                <a:lnTo>
                  <a:pt x="271" y="388"/>
                </a:lnTo>
                <a:lnTo>
                  <a:pt x="271" y="387"/>
                </a:lnTo>
                <a:lnTo>
                  <a:pt x="272" y="387"/>
                </a:lnTo>
                <a:lnTo>
                  <a:pt x="272" y="386"/>
                </a:lnTo>
                <a:lnTo>
                  <a:pt x="272" y="385"/>
                </a:lnTo>
                <a:lnTo>
                  <a:pt x="272" y="384"/>
                </a:lnTo>
                <a:lnTo>
                  <a:pt x="272" y="383"/>
                </a:lnTo>
                <a:lnTo>
                  <a:pt x="271" y="383"/>
                </a:lnTo>
                <a:lnTo>
                  <a:pt x="271" y="382"/>
                </a:lnTo>
                <a:lnTo>
                  <a:pt x="271" y="381"/>
                </a:lnTo>
                <a:lnTo>
                  <a:pt x="271" y="380"/>
                </a:lnTo>
                <a:lnTo>
                  <a:pt x="271" y="379"/>
                </a:lnTo>
                <a:lnTo>
                  <a:pt x="270" y="379"/>
                </a:lnTo>
                <a:lnTo>
                  <a:pt x="269" y="379"/>
                </a:lnTo>
                <a:lnTo>
                  <a:pt x="268" y="379"/>
                </a:lnTo>
                <a:lnTo>
                  <a:pt x="268" y="378"/>
                </a:lnTo>
                <a:lnTo>
                  <a:pt x="267" y="378"/>
                </a:lnTo>
                <a:lnTo>
                  <a:pt x="267" y="377"/>
                </a:lnTo>
                <a:lnTo>
                  <a:pt x="266" y="377"/>
                </a:lnTo>
                <a:lnTo>
                  <a:pt x="266" y="376"/>
                </a:lnTo>
                <a:lnTo>
                  <a:pt x="266" y="375"/>
                </a:lnTo>
                <a:lnTo>
                  <a:pt x="266" y="374"/>
                </a:lnTo>
                <a:lnTo>
                  <a:pt x="265" y="374"/>
                </a:lnTo>
                <a:lnTo>
                  <a:pt x="265" y="373"/>
                </a:lnTo>
                <a:lnTo>
                  <a:pt x="266" y="373"/>
                </a:lnTo>
                <a:lnTo>
                  <a:pt x="266" y="371"/>
                </a:lnTo>
                <a:lnTo>
                  <a:pt x="266" y="370"/>
                </a:lnTo>
                <a:lnTo>
                  <a:pt x="266" y="369"/>
                </a:lnTo>
                <a:lnTo>
                  <a:pt x="266" y="368"/>
                </a:lnTo>
                <a:lnTo>
                  <a:pt x="266" y="367"/>
                </a:lnTo>
                <a:lnTo>
                  <a:pt x="266" y="366"/>
                </a:lnTo>
                <a:lnTo>
                  <a:pt x="265" y="366"/>
                </a:lnTo>
                <a:lnTo>
                  <a:pt x="265" y="365"/>
                </a:lnTo>
                <a:lnTo>
                  <a:pt x="264" y="365"/>
                </a:lnTo>
                <a:lnTo>
                  <a:pt x="264" y="364"/>
                </a:lnTo>
                <a:lnTo>
                  <a:pt x="264" y="362"/>
                </a:lnTo>
                <a:lnTo>
                  <a:pt x="264" y="361"/>
                </a:lnTo>
                <a:lnTo>
                  <a:pt x="264" y="360"/>
                </a:lnTo>
                <a:lnTo>
                  <a:pt x="264" y="359"/>
                </a:lnTo>
                <a:lnTo>
                  <a:pt x="265" y="359"/>
                </a:lnTo>
                <a:lnTo>
                  <a:pt x="266" y="359"/>
                </a:lnTo>
                <a:lnTo>
                  <a:pt x="267" y="359"/>
                </a:lnTo>
                <a:lnTo>
                  <a:pt x="267" y="357"/>
                </a:lnTo>
                <a:lnTo>
                  <a:pt x="267" y="356"/>
                </a:lnTo>
                <a:lnTo>
                  <a:pt x="267" y="355"/>
                </a:lnTo>
                <a:lnTo>
                  <a:pt x="266" y="355"/>
                </a:lnTo>
                <a:lnTo>
                  <a:pt x="266" y="354"/>
                </a:lnTo>
                <a:lnTo>
                  <a:pt x="265" y="354"/>
                </a:lnTo>
                <a:lnTo>
                  <a:pt x="265" y="353"/>
                </a:lnTo>
                <a:lnTo>
                  <a:pt x="265" y="352"/>
                </a:lnTo>
                <a:lnTo>
                  <a:pt x="264" y="352"/>
                </a:lnTo>
                <a:lnTo>
                  <a:pt x="264" y="351"/>
                </a:lnTo>
                <a:lnTo>
                  <a:pt x="264" y="350"/>
                </a:lnTo>
                <a:lnTo>
                  <a:pt x="265" y="350"/>
                </a:lnTo>
                <a:lnTo>
                  <a:pt x="265" y="349"/>
                </a:lnTo>
                <a:lnTo>
                  <a:pt x="265" y="348"/>
                </a:lnTo>
                <a:lnTo>
                  <a:pt x="266" y="348"/>
                </a:lnTo>
                <a:lnTo>
                  <a:pt x="266" y="347"/>
                </a:lnTo>
                <a:lnTo>
                  <a:pt x="265" y="347"/>
                </a:lnTo>
                <a:lnTo>
                  <a:pt x="265" y="346"/>
                </a:lnTo>
                <a:lnTo>
                  <a:pt x="266" y="346"/>
                </a:lnTo>
                <a:lnTo>
                  <a:pt x="266" y="345"/>
                </a:lnTo>
                <a:lnTo>
                  <a:pt x="267" y="345"/>
                </a:lnTo>
                <a:lnTo>
                  <a:pt x="268" y="345"/>
                </a:lnTo>
                <a:lnTo>
                  <a:pt x="268" y="344"/>
                </a:lnTo>
                <a:lnTo>
                  <a:pt x="268" y="343"/>
                </a:lnTo>
                <a:lnTo>
                  <a:pt x="268" y="342"/>
                </a:lnTo>
                <a:lnTo>
                  <a:pt x="267" y="342"/>
                </a:lnTo>
                <a:lnTo>
                  <a:pt x="267" y="341"/>
                </a:lnTo>
                <a:lnTo>
                  <a:pt x="267" y="340"/>
                </a:lnTo>
                <a:lnTo>
                  <a:pt x="267" y="339"/>
                </a:lnTo>
                <a:lnTo>
                  <a:pt x="268" y="339"/>
                </a:lnTo>
                <a:lnTo>
                  <a:pt x="268" y="338"/>
                </a:lnTo>
                <a:lnTo>
                  <a:pt x="269" y="338"/>
                </a:lnTo>
                <a:lnTo>
                  <a:pt x="269" y="337"/>
                </a:lnTo>
                <a:lnTo>
                  <a:pt x="269" y="336"/>
                </a:lnTo>
                <a:lnTo>
                  <a:pt x="268" y="336"/>
                </a:lnTo>
                <a:lnTo>
                  <a:pt x="267" y="336"/>
                </a:lnTo>
                <a:lnTo>
                  <a:pt x="266" y="336"/>
                </a:lnTo>
                <a:lnTo>
                  <a:pt x="265" y="336"/>
                </a:lnTo>
                <a:lnTo>
                  <a:pt x="265" y="335"/>
                </a:lnTo>
                <a:lnTo>
                  <a:pt x="265" y="334"/>
                </a:lnTo>
                <a:lnTo>
                  <a:pt x="264" y="334"/>
                </a:lnTo>
                <a:lnTo>
                  <a:pt x="264" y="333"/>
                </a:lnTo>
                <a:lnTo>
                  <a:pt x="264" y="332"/>
                </a:lnTo>
                <a:lnTo>
                  <a:pt x="264" y="331"/>
                </a:lnTo>
                <a:lnTo>
                  <a:pt x="263" y="331"/>
                </a:lnTo>
                <a:lnTo>
                  <a:pt x="262" y="331"/>
                </a:lnTo>
                <a:lnTo>
                  <a:pt x="262" y="330"/>
                </a:lnTo>
                <a:lnTo>
                  <a:pt x="261" y="331"/>
                </a:lnTo>
                <a:lnTo>
                  <a:pt x="260" y="331"/>
                </a:lnTo>
                <a:lnTo>
                  <a:pt x="260" y="332"/>
                </a:lnTo>
                <a:lnTo>
                  <a:pt x="260" y="333"/>
                </a:lnTo>
                <a:lnTo>
                  <a:pt x="259" y="333"/>
                </a:lnTo>
                <a:lnTo>
                  <a:pt x="259" y="334"/>
                </a:lnTo>
                <a:lnTo>
                  <a:pt x="259" y="335"/>
                </a:lnTo>
                <a:lnTo>
                  <a:pt x="258" y="335"/>
                </a:lnTo>
                <a:lnTo>
                  <a:pt x="258" y="334"/>
                </a:lnTo>
                <a:lnTo>
                  <a:pt x="257" y="334"/>
                </a:lnTo>
                <a:lnTo>
                  <a:pt x="256" y="334"/>
                </a:lnTo>
                <a:lnTo>
                  <a:pt x="256" y="333"/>
                </a:lnTo>
                <a:lnTo>
                  <a:pt x="255" y="333"/>
                </a:lnTo>
                <a:lnTo>
                  <a:pt x="254" y="333"/>
                </a:lnTo>
                <a:lnTo>
                  <a:pt x="254" y="332"/>
                </a:lnTo>
                <a:lnTo>
                  <a:pt x="253" y="332"/>
                </a:lnTo>
                <a:lnTo>
                  <a:pt x="252" y="332"/>
                </a:lnTo>
                <a:lnTo>
                  <a:pt x="251" y="332"/>
                </a:lnTo>
                <a:lnTo>
                  <a:pt x="251" y="331"/>
                </a:lnTo>
                <a:lnTo>
                  <a:pt x="251" y="332"/>
                </a:lnTo>
                <a:lnTo>
                  <a:pt x="250" y="332"/>
                </a:lnTo>
                <a:lnTo>
                  <a:pt x="249" y="332"/>
                </a:lnTo>
                <a:lnTo>
                  <a:pt x="249" y="333"/>
                </a:lnTo>
                <a:lnTo>
                  <a:pt x="249" y="334"/>
                </a:lnTo>
                <a:lnTo>
                  <a:pt x="248" y="334"/>
                </a:lnTo>
                <a:lnTo>
                  <a:pt x="247" y="333"/>
                </a:lnTo>
                <a:lnTo>
                  <a:pt x="247" y="332"/>
                </a:lnTo>
                <a:lnTo>
                  <a:pt x="247" y="331"/>
                </a:lnTo>
                <a:lnTo>
                  <a:pt x="247" y="330"/>
                </a:lnTo>
                <a:lnTo>
                  <a:pt x="248" y="330"/>
                </a:lnTo>
                <a:lnTo>
                  <a:pt x="248" y="329"/>
                </a:lnTo>
                <a:lnTo>
                  <a:pt x="247" y="329"/>
                </a:lnTo>
                <a:lnTo>
                  <a:pt x="247" y="328"/>
                </a:lnTo>
                <a:lnTo>
                  <a:pt x="247" y="326"/>
                </a:lnTo>
                <a:lnTo>
                  <a:pt x="246" y="326"/>
                </a:lnTo>
                <a:lnTo>
                  <a:pt x="246" y="325"/>
                </a:lnTo>
                <a:lnTo>
                  <a:pt x="246" y="324"/>
                </a:lnTo>
                <a:lnTo>
                  <a:pt x="245" y="324"/>
                </a:lnTo>
                <a:lnTo>
                  <a:pt x="245" y="323"/>
                </a:lnTo>
                <a:lnTo>
                  <a:pt x="245" y="322"/>
                </a:lnTo>
                <a:lnTo>
                  <a:pt x="245" y="321"/>
                </a:lnTo>
                <a:lnTo>
                  <a:pt x="245" y="320"/>
                </a:lnTo>
                <a:lnTo>
                  <a:pt x="244" y="320"/>
                </a:lnTo>
                <a:lnTo>
                  <a:pt x="244" y="319"/>
                </a:lnTo>
                <a:lnTo>
                  <a:pt x="244" y="318"/>
                </a:lnTo>
                <a:lnTo>
                  <a:pt x="243" y="317"/>
                </a:lnTo>
                <a:lnTo>
                  <a:pt x="242" y="317"/>
                </a:lnTo>
                <a:lnTo>
                  <a:pt x="242" y="318"/>
                </a:lnTo>
                <a:lnTo>
                  <a:pt x="241" y="318"/>
                </a:lnTo>
                <a:lnTo>
                  <a:pt x="241" y="319"/>
                </a:lnTo>
                <a:lnTo>
                  <a:pt x="241" y="318"/>
                </a:lnTo>
                <a:lnTo>
                  <a:pt x="241" y="319"/>
                </a:lnTo>
                <a:lnTo>
                  <a:pt x="240" y="319"/>
                </a:lnTo>
                <a:lnTo>
                  <a:pt x="239" y="319"/>
                </a:lnTo>
                <a:lnTo>
                  <a:pt x="239" y="320"/>
                </a:lnTo>
                <a:lnTo>
                  <a:pt x="239" y="321"/>
                </a:lnTo>
                <a:lnTo>
                  <a:pt x="239" y="322"/>
                </a:lnTo>
                <a:lnTo>
                  <a:pt x="238" y="322"/>
                </a:lnTo>
                <a:lnTo>
                  <a:pt x="237" y="322"/>
                </a:lnTo>
                <a:lnTo>
                  <a:pt x="237" y="321"/>
                </a:lnTo>
                <a:lnTo>
                  <a:pt x="236" y="321"/>
                </a:lnTo>
                <a:lnTo>
                  <a:pt x="235" y="321"/>
                </a:lnTo>
                <a:lnTo>
                  <a:pt x="234" y="321"/>
                </a:lnTo>
                <a:lnTo>
                  <a:pt x="234" y="320"/>
                </a:lnTo>
                <a:lnTo>
                  <a:pt x="234" y="319"/>
                </a:lnTo>
                <a:lnTo>
                  <a:pt x="232" y="319"/>
                </a:lnTo>
                <a:lnTo>
                  <a:pt x="231" y="319"/>
                </a:lnTo>
                <a:lnTo>
                  <a:pt x="231" y="318"/>
                </a:lnTo>
                <a:lnTo>
                  <a:pt x="230" y="318"/>
                </a:lnTo>
                <a:lnTo>
                  <a:pt x="230" y="319"/>
                </a:lnTo>
                <a:lnTo>
                  <a:pt x="230" y="318"/>
                </a:lnTo>
                <a:lnTo>
                  <a:pt x="229" y="318"/>
                </a:lnTo>
                <a:lnTo>
                  <a:pt x="228" y="318"/>
                </a:lnTo>
                <a:lnTo>
                  <a:pt x="227" y="318"/>
                </a:lnTo>
                <a:lnTo>
                  <a:pt x="227" y="317"/>
                </a:lnTo>
                <a:lnTo>
                  <a:pt x="226" y="317"/>
                </a:lnTo>
                <a:lnTo>
                  <a:pt x="226" y="316"/>
                </a:lnTo>
                <a:lnTo>
                  <a:pt x="226" y="315"/>
                </a:lnTo>
                <a:lnTo>
                  <a:pt x="226" y="314"/>
                </a:lnTo>
                <a:lnTo>
                  <a:pt x="225" y="314"/>
                </a:lnTo>
                <a:lnTo>
                  <a:pt x="224" y="314"/>
                </a:lnTo>
                <a:lnTo>
                  <a:pt x="224" y="313"/>
                </a:lnTo>
                <a:lnTo>
                  <a:pt x="224" y="312"/>
                </a:lnTo>
                <a:lnTo>
                  <a:pt x="223" y="312"/>
                </a:lnTo>
                <a:lnTo>
                  <a:pt x="222" y="312"/>
                </a:lnTo>
                <a:lnTo>
                  <a:pt x="221" y="312"/>
                </a:lnTo>
                <a:lnTo>
                  <a:pt x="221" y="313"/>
                </a:lnTo>
                <a:lnTo>
                  <a:pt x="221" y="314"/>
                </a:lnTo>
                <a:lnTo>
                  <a:pt x="220" y="314"/>
                </a:lnTo>
                <a:lnTo>
                  <a:pt x="221" y="314"/>
                </a:lnTo>
                <a:lnTo>
                  <a:pt x="221" y="315"/>
                </a:lnTo>
                <a:lnTo>
                  <a:pt x="221" y="316"/>
                </a:lnTo>
                <a:lnTo>
                  <a:pt x="221" y="317"/>
                </a:lnTo>
                <a:lnTo>
                  <a:pt x="221" y="318"/>
                </a:lnTo>
                <a:lnTo>
                  <a:pt x="222" y="318"/>
                </a:lnTo>
                <a:lnTo>
                  <a:pt x="222" y="319"/>
                </a:lnTo>
                <a:lnTo>
                  <a:pt x="222" y="320"/>
                </a:lnTo>
                <a:lnTo>
                  <a:pt x="221" y="321"/>
                </a:lnTo>
                <a:lnTo>
                  <a:pt x="220" y="321"/>
                </a:lnTo>
                <a:lnTo>
                  <a:pt x="220" y="322"/>
                </a:lnTo>
                <a:lnTo>
                  <a:pt x="220" y="323"/>
                </a:lnTo>
                <a:lnTo>
                  <a:pt x="220" y="324"/>
                </a:lnTo>
                <a:lnTo>
                  <a:pt x="220" y="325"/>
                </a:lnTo>
                <a:lnTo>
                  <a:pt x="220" y="326"/>
                </a:lnTo>
                <a:lnTo>
                  <a:pt x="219" y="326"/>
                </a:lnTo>
                <a:lnTo>
                  <a:pt x="219" y="327"/>
                </a:lnTo>
                <a:lnTo>
                  <a:pt x="220" y="327"/>
                </a:lnTo>
                <a:lnTo>
                  <a:pt x="220" y="328"/>
                </a:lnTo>
                <a:lnTo>
                  <a:pt x="220" y="329"/>
                </a:lnTo>
                <a:lnTo>
                  <a:pt x="220" y="330"/>
                </a:lnTo>
                <a:lnTo>
                  <a:pt x="220" y="332"/>
                </a:lnTo>
                <a:lnTo>
                  <a:pt x="220" y="333"/>
                </a:lnTo>
                <a:lnTo>
                  <a:pt x="219" y="333"/>
                </a:lnTo>
                <a:lnTo>
                  <a:pt x="220" y="333"/>
                </a:lnTo>
                <a:lnTo>
                  <a:pt x="219" y="333"/>
                </a:lnTo>
                <a:lnTo>
                  <a:pt x="220" y="333"/>
                </a:lnTo>
                <a:lnTo>
                  <a:pt x="219" y="333"/>
                </a:lnTo>
                <a:lnTo>
                  <a:pt x="219" y="334"/>
                </a:lnTo>
                <a:lnTo>
                  <a:pt x="219" y="335"/>
                </a:lnTo>
                <a:lnTo>
                  <a:pt x="219" y="336"/>
                </a:lnTo>
                <a:lnTo>
                  <a:pt x="218" y="336"/>
                </a:lnTo>
                <a:lnTo>
                  <a:pt x="217" y="336"/>
                </a:lnTo>
                <a:lnTo>
                  <a:pt x="215" y="336"/>
                </a:lnTo>
                <a:lnTo>
                  <a:pt x="215" y="337"/>
                </a:lnTo>
                <a:lnTo>
                  <a:pt x="214" y="337"/>
                </a:lnTo>
                <a:lnTo>
                  <a:pt x="213" y="337"/>
                </a:lnTo>
                <a:lnTo>
                  <a:pt x="213" y="338"/>
                </a:lnTo>
                <a:lnTo>
                  <a:pt x="213" y="339"/>
                </a:lnTo>
                <a:lnTo>
                  <a:pt x="212" y="339"/>
                </a:lnTo>
                <a:lnTo>
                  <a:pt x="212" y="340"/>
                </a:lnTo>
                <a:lnTo>
                  <a:pt x="212" y="341"/>
                </a:lnTo>
                <a:lnTo>
                  <a:pt x="211" y="341"/>
                </a:lnTo>
                <a:lnTo>
                  <a:pt x="211" y="342"/>
                </a:lnTo>
                <a:lnTo>
                  <a:pt x="210" y="342"/>
                </a:lnTo>
                <a:lnTo>
                  <a:pt x="210" y="343"/>
                </a:lnTo>
                <a:lnTo>
                  <a:pt x="209" y="343"/>
                </a:lnTo>
                <a:lnTo>
                  <a:pt x="208" y="343"/>
                </a:lnTo>
                <a:lnTo>
                  <a:pt x="207" y="343"/>
                </a:lnTo>
                <a:lnTo>
                  <a:pt x="206" y="343"/>
                </a:lnTo>
                <a:lnTo>
                  <a:pt x="206" y="342"/>
                </a:lnTo>
                <a:lnTo>
                  <a:pt x="205" y="342"/>
                </a:lnTo>
                <a:lnTo>
                  <a:pt x="204" y="342"/>
                </a:lnTo>
                <a:lnTo>
                  <a:pt x="203" y="342"/>
                </a:lnTo>
                <a:lnTo>
                  <a:pt x="202" y="342"/>
                </a:lnTo>
                <a:lnTo>
                  <a:pt x="202" y="343"/>
                </a:lnTo>
                <a:lnTo>
                  <a:pt x="202" y="342"/>
                </a:lnTo>
                <a:lnTo>
                  <a:pt x="202" y="343"/>
                </a:lnTo>
                <a:lnTo>
                  <a:pt x="202" y="342"/>
                </a:lnTo>
                <a:lnTo>
                  <a:pt x="201" y="342"/>
                </a:lnTo>
                <a:lnTo>
                  <a:pt x="201" y="341"/>
                </a:lnTo>
                <a:lnTo>
                  <a:pt x="200" y="341"/>
                </a:lnTo>
                <a:lnTo>
                  <a:pt x="200" y="340"/>
                </a:lnTo>
                <a:lnTo>
                  <a:pt x="199" y="340"/>
                </a:lnTo>
                <a:lnTo>
                  <a:pt x="198" y="340"/>
                </a:lnTo>
                <a:lnTo>
                  <a:pt x="198" y="339"/>
                </a:lnTo>
                <a:lnTo>
                  <a:pt x="198" y="338"/>
                </a:lnTo>
                <a:lnTo>
                  <a:pt x="199" y="338"/>
                </a:lnTo>
                <a:lnTo>
                  <a:pt x="198" y="338"/>
                </a:lnTo>
                <a:lnTo>
                  <a:pt x="199" y="338"/>
                </a:lnTo>
                <a:lnTo>
                  <a:pt x="199" y="337"/>
                </a:lnTo>
                <a:lnTo>
                  <a:pt x="198" y="337"/>
                </a:lnTo>
                <a:lnTo>
                  <a:pt x="198" y="336"/>
                </a:lnTo>
                <a:lnTo>
                  <a:pt x="197" y="336"/>
                </a:lnTo>
                <a:lnTo>
                  <a:pt x="197" y="335"/>
                </a:lnTo>
                <a:lnTo>
                  <a:pt x="197" y="332"/>
                </a:lnTo>
                <a:lnTo>
                  <a:pt x="197" y="331"/>
                </a:lnTo>
                <a:lnTo>
                  <a:pt x="197" y="330"/>
                </a:lnTo>
                <a:lnTo>
                  <a:pt x="198" y="330"/>
                </a:lnTo>
                <a:lnTo>
                  <a:pt x="197" y="329"/>
                </a:lnTo>
                <a:lnTo>
                  <a:pt x="198" y="329"/>
                </a:lnTo>
                <a:lnTo>
                  <a:pt x="198" y="328"/>
                </a:lnTo>
                <a:lnTo>
                  <a:pt x="198" y="327"/>
                </a:lnTo>
                <a:lnTo>
                  <a:pt x="198" y="326"/>
                </a:lnTo>
                <a:lnTo>
                  <a:pt x="197" y="326"/>
                </a:lnTo>
                <a:lnTo>
                  <a:pt x="197" y="325"/>
                </a:lnTo>
                <a:lnTo>
                  <a:pt x="197" y="324"/>
                </a:lnTo>
                <a:lnTo>
                  <a:pt x="197" y="323"/>
                </a:lnTo>
                <a:lnTo>
                  <a:pt x="196" y="323"/>
                </a:lnTo>
                <a:lnTo>
                  <a:pt x="196" y="322"/>
                </a:lnTo>
                <a:lnTo>
                  <a:pt x="196" y="321"/>
                </a:lnTo>
                <a:lnTo>
                  <a:pt x="196" y="320"/>
                </a:lnTo>
                <a:lnTo>
                  <a:pt x="196" y="319"/>
                </a:lnTo>
                <a:lnTo>
                  <a:pt x="197" y="319"/>
                </a:lnTo>
                <a:lnTo>
                  <a:pt x="197" y="318"/>
                </a:lnTo>
                <a:lnTo>
                  <a:pt x="197" y="317"/>
                </a:lnTo>
                <a:lnTo>
                  <a:pt x="196" y="317"/>
                </a:lnTo>
                <a:lnTo>
                  <a:pt x="194" y="317"/>
                </a:lnTo>
                <a:lnTo>
                  <a:pt x="194" y="316"/>
                </a:lnTo>
                <a:lnTo>
                  <a:pt x="194" y="315"/>
                </a:lnTo>
                <a:lnTo>
                  <a:pt x="194" y="313"/>
                </a:lnTo>
                <a:lnTo>
                  <a:pt x="194" y="312"/>
                </a:lnTo>
                <a:lnTo>
                  <a:pt x="194" y="311"/>
                </a:lnTo>
                <a:lnTo>
                  <a:pt x="193" y="311"/>
                </a:lnTo>
                <a:lnTo>
                  <a:pt x="192" y="311"/>
                </a:lnTo>
                <a:lnTo>
                  <a:pt x="191" y="311"/>
                </a:lnTo>
                <a:lnTo>
                  <a:pt x="191" y="310"/>
                </a:lnTo>
                <a:lnTo>
                  <a:pt x="191" y="309"/>
                </a:lnTo>
                <a:lnTo>
                  <a:pt x="191" y="308"/>
                </a:lnTo>
                <a:lnTo>
                  <a:pt x="190" y="308"/>
                </a:lnTo>
                <a:lnTo>
                  <a:pt x="190" y="307"/>
                </a:lnTo>
                <a:lnTo>
                  <a:pt x="189" y="307"/>
                </a:lnTo>
                <a:lnTo>
                  <a:pt x="189" y="306"/>
                </a:lnTo>
                <a:lnTo>
                  <a:pt x="188" y="306"/>
                </a:lnTo>
                <a:lnTo>
                  <a:pt x="187" y="305"/>
                </a:lnTo>
                <a:lnTo>
                  <a:pt x="186" y="305"/>
                </a:lnTo>
                <a:lnTo>
                  <a:pt x="186" y="304"/>
                </a:lnTo>
                <a:lnTo>
                  <a:pt x="186" y="303"/>
                </a:lnTo>
                <a:lnTo>
                  <a:pt x="186" y="302"/>
                </a:lnTo>
                <a:lnTo>
                  <a:pt x="186" y="301"/>
                </a:lnTo>
                <a:lnTo>
                  <a:pt x="185" y="301"/>
                </a:lnTo>
                <a:lnTo>
                  <a:pt x="185" y="300"/>
                </a:lnTo>
                <a:lnTo>
                  <a:pt x="184" y="300"/>
                </a:lnTo>
                <a:lnTo>
                  <a:pt x="184" y="299"/>
                </a:lnTo>
                <a:lnTo>
                  <a:pt x="184" y="298"/>
                </a:lnTo>
                <a:lnTo>
                  <a:pt x="185" y="298"/>
                </a:lnTo>
                <a:lnTo>
                  <a:pt x="185" y="297"/>
                </a:lnTo>
                <a:lnTo>
                  <a:pt x="184" y="297"/>
                </a:lnTo>
                <a:lnTo>
                  <a:pt x="185" y="297"/>
                </a:lnTo>
                <a:lnTo>
                  <a:pt x="186" y="297"/>
                </a:lnTo>
                <a:lnTo>
                  <a:pt x="186" y="296"/>
                </a:lnTo>
                <a:lnTo>
                  <a:pt x="187" y="296"/>
                </a:lnTo>
                <a:lnTo>
                  <a:pt x="187" y="295"/>
                </a:lnTo>
                <a:lnTo>
                  <a:pt x="188" y="295"/>
                </a:lnTo>
                <a:lnTo>
                  <a:pt x="189" y="295"/>
                </a:lnTo>
                <a:lnTo>
                  <a:pt x="189" y="294"/>
                </a:lnTo>
                <a:lnTo>
                  <a:pt x="188" y="294"/>
                </a:lnTo>
                <a:lnTo>
                  <a:pt x="189" y="294"/>
                </a:lnTo>
                <a:lnTo>
                  <a:pt x="188" y="294"/>
                </a:lnTo>
                <a:lnTo>
                  <a:pt x="188" y="293"/>
                </a:lnTo>
                <a:lnTo>
                  <a:pt x="187" y="293"/>
                </a:lnTo>
                <a:lnTo>
                  <a:pt x="187" y="292"/>
                </a:lnTo>
                <a:lnTo>
                  <a:pt x="186" y="292"/>
                </a:lnTo>
                <a:lnTo>
                  <a:pt x="186" y="291"/>
                </a:lnTo>
                <a:lnTo>
                  <a:pt x="185" y="291"/>
                </a:lnTo>
                <a:lnTo>
                  <a:pt x="185" y="290"/>
                </a:lnTo>
                <a:lnTo>
                  <a:pt x="184" y="290"/>
                </a:lnTo>
                <a:lnTo>
                  <a:pt x="184" y="289"/>
                </a:lnTo>
                <a:lnTo>
                  <a:pt x="184" y="288"/>
                </a:lnTo>
                <a:lnTo>
                  <a:pt x="184" y="287"/>
                </a:lnTo>
                <a:lnTo>
                  <a:pt x="184" y="286"/>
                </a:lnTo>
                <a:lnTo>
                  <a:pt x="185" y="286"/>
                </a:lnTo>
                <a:lnTo>
                  <a:pt x="185" y="285"/>
                </a:lnTo>
                <a:lnTo>
                  <a:pt x="185" y="284"/>
                </a:lnTo>
                <a:lnTo>
                  <a:pt x="186" y="283"/>
                </a:lnTo>
                <a:lnTo>
                  <a:pt x="186" y="282"/>
                </a:lnTo>
                <a:lnTo>
                  <a:pt x="186" y="281"/>
                </a:lnTo>
                <a:lnTo>
                  <a:pt x="186" y="280"/>
                </a:lnTo>
                <a:lnTo>
                  <a:pt x="186" y="279"/>
                </a:lnTo>
                <a:lnTo>
                  <a:pt x="185" y="279"/>
                </a:lnTo>
                <a:lnTo>
                  <a:pt x="184" y="279"/>
                </a:lnTo>
                <a:lnTo>
                  <a:pt x="183" y="279"/>
                </a:lnTo>
                <a:lnTo>
                  <a:pt x="183" y="278"/>
                </a:lnTo>
                <a:lnTo>
                  <a:pt x="182" y="278"/>
                </a:lnTo>
                <a:lnTo>
                  <a:pt x="182" y="277"/>
                </a:lnTo>
                <a:lnTo>
                  <a:pt x="181" y="277"/>
                </a:lnTo>
                <a:lnTo>
                  <a:pt x="181" y="276"/>
                </a:lnTo>
                <a:lnTo>
                  <a:pt x="180" y="276"/>
                </a:lnTo>
                <a:lnTo>
                  <a:pt x="179" y="276"/>
                </a:lnTo>
                <a:lnTo>
                  <a:pt x="179" y="275"/>
                </a:lnTo>
                <a:lnTo>
                  <a:pt x="178" y="275"/>
                </a:lnTo>
                <a:lnTo>
                  <a:pt x="178" y="274"/>
                </a:lnTo>
                <a:lnTo>
                  <a:pt x="177" y="274"/>
                </a:lnTo>
                <a:lnTo>
                  <a:pt x="177" y="273"/>
                </a:lnTo>
                <a:lnTo>
                  <a:pt x="177" y="272"/>
                </a:lnTo>
                <a:lnTo>
                  <a:pt x="177" y="271"/>
                </a:lnTo>
                <a:lnTo>
                  <a:pt x="176" y="271"/>
                </a:lnTo>
                <a:lnTo>
                  <a:pt x="177" y="270"/>
                </a:lnTo>
                <a:lnTo>
                  <a:pt x="178" y="270"/>
                </a:lnTo>
                <a:lnTo>
                  <a:pt x="178" y="269"/>
                </a:lnTo>
                <a:lnTo>
                  <a:pt x="177" y="269"/>
                </a:lnTo>
                <a:lnTo>
                  <a:pt x="178" y="268"/>
                </a:lnTo>
                <a:lnTo>
                  <a:pt x="179" y="268"/>
                </a:lnTo>
                <a:lnTo>
                  <a:pt x="179" y="267"/>
                </a:lnTo>
                <a:lnTo>
                  <a:pt x="179" y="266"/>
                </a:lnTo>
                <a:lnTo>
                  <a:pt x="180" y="266"/>
                </a:lnTo>
                <a:lnTo>
                  <a:pt x="180" y="267"/>
                </a:lnTo>
                <a:lnTo>
                  <a:pt x="181" y="267"/>
                </a:lnTo>
                <a:lnTo>
                  <a:pt x="181" y="266"/>
                </a:lnTo>
                <a:lnTo>
                  <a:pt x="182" y="266"/>
                </a:lnTo>
                <a:lnTo>
                  <a:pt x="182" y="267"/>
                </a:lnTo>
                <a:lnTo>
                  <a:pt x="182" y="266"/>
                </a:lnTo>
                <a:lnTo>
                  <a:pt x="183" y="266"/>
                </a:lnTo>
                <a:lnTo>
                  <a:pt x="183" y="265"/>
                </a:lnTo>
                <a:lnTo>
                  <a:pt x="182" y="265"/>
                </a:lnTo>
                <a:lnTo>
                  <a:pt x="182" y="264"/>
                </a:lnTo>
                <a:lnTo>
                  <a:pt x="183" y="264"/>
                </a:lnTo>
                <a:lnTo>
                  <a:pt x="183" y="263"/>
                </a:lnTo>
                <a:lnTo>
                  <a:pt x="183" y="262"/>
                </a:lnTo>
                <a:lnTo>
                  <a:pt x="183" y="261"/>
                </a:lnTo>
                <a:lnTo>
                  <a:pt x="183" y="260"/>
                </a:lnTo>
                <a:lnTo>
                  <a:pt x="183" y="259"/>
                </a:lnTo>
                <a:lnTo>
                  <a:pt x="182" y="259"/>
                </a:lnTo>
                <a:lnTo>
                  <a:pt x="182" y="258"/>
                </a:lnTo>
                <a:lnTo>
                  <a:pt x="182" y="257"/>
                </a:lnTo>
                <a:lnTo>
                  <a:pt x="182" y="256"/>
                </a:lnTo>
                <a:lnTo>
                  <a:pt x="182" y="255"/>
                </a:lnTo>
                <a:lnTo>
                  <a:pt x="181" y="255"/>
                </a:lnTo>
                <a:lnTo>
                  <a:pt x="181" y="254"/>
                </a:lnTo>
                <a:lnTo>
                  <a:pt x="181" y="253"/>
                </a:lnTo>
                <a:lnTo>
                  <a:pt x="181" y="252"/>
                </a:lnTo>
                <a:lnTo>
                  <a:pt x="181" y="253"/>
                </a:lnTo>
                <a:lnTo>
                  <a:pt x="181" y="252"/>
                </a:lnTo>
                <a:lnTo>
                  <a:pt x="179" y="252"/>
                </a:lnTo>
                <a:lnTo>
                  <a:pt x="179" y="253"/>
                </a:lnTo>
                <a:lnTo>
                  <a:pt x="179" y="252"/>
                </a:lnTo>
                <a:lnTo>
                  <a:pt x="178" y="252"/>
                </a:lnTo>
                <a:lnTo>
                  <a:pt x="178" y="253"/>
                </a:lnTo>
                <a:lnTo>
                  <a:pt x="177" y="253"/>
                </a:lnTo>
                <a:lnTo>
                  <a:pt x="175" y="253"/>
                </a:lnTo>
                <a:lnTo>
                  <a:pt x="175" y="252"/>
                </a:lnTo>
                <a:lnTo>
                  <a:pt x="174" y="252"/>
                </a:lnTo>
                <a:lnTo>
                  <a:pt x="174" y="251"/>
                </a:lnTo>
                <a:lnTo>
                  <a:pt x="173" y="251"/>
                </a:lnTo>
                <a:lnTo>
                  <a:pt x="173" y="250"/>
                </a:lnTo>
                <a:lnTo>
                  <a:pt x="173" y="249"/>
                </a:lnTo>
                <a:lnTo>
                  <a:pt x="173" y="248"/>
                </a:lnTo>
                <a:lnTo>
                  <a:pt x="172" y="248"/>
                </a:lnTo>
                <a:lnTo>
                  <a:pt x="172" y="247"/>
                </a:lnTo>
                <a:lnTo>
                  <a:pt x="172" y="246"/>
                </a:lnTo>
                <a:lnTo>
                  <a:pt x="172" y="245"/>
                </a:lnTo>
                <a:lnTo>
                  <a:pt x="172" y="244"/>
                </a:lnTo>
                <a:lnTo>
                  <a:pt x="172" y="243"/>
                </a:lnTo>
                <a:lnTo>
                  <a:pt x="172" y="242"/>
                </a:lnTo>
                <a:lnTo>
                  <a:pt x="172" y="241"/>
                </a:lnTo>
                <a:lnTo>
                  <a:pt x="173" y="241"/>
                </a:lnTo>
                <a:lnTo>
                  <a:pt x="173" y="240"/>
                </a:lnTo>
                <a:lnTo>
                  <a:pt x="174" y="238"/>
                </a:lnTo>
                <a:lnTo>
                  <a:pt x="174" y="236"/>
                </a:lnTo>
                <a:lnTo>
                  <a:pt x="174" y="233"/>
                </a:lnTo>
                <a:lnTo>
                  <a:pt x="174" y="232"/>
                </a:lnTo>
                <a:lnTo>
                  <a:pt x="174" y="231"/>
                </a:lnTo>
                <a:lnTo>
                  <a:pt x="175" y="229"/>
                </a:lnTo>
                <a:lnTo>
                  <a:pt x="176" y="228"/>
                </a:lnTo>
                <a:lnTo>
                  <a:pt x="177" y="226"/>
                </a:lnTo>
                <a:lnTo>
                  <a:pt x="177" y="225"/>
                </a:lnTo>
                <a:lnTo>
                  <a:pt x="178" y="223"/>
                </a:lnTo>
                <a:lnTo>
                  <a:pt x="178" y="220"/>
                </a:lnTo>
                <a:lnTo>
                  <a:pt x="178" y="219"/>
                </a:lnTo>
                <a:lnTo>
                  <a:pt x="177" y="218"/>
                </a:lnTo>
                <a:lnTo>
                  <a:pt x="177" y="217"/>
                </a:lnTo>
                <a:lnTo>
                  <a:pt x="177" y="216"/>
                </a:lnTo>
                <a:lnTo>
                  <a:pt x="176" y="214"/>
                </a:lnTo>
                <a:lnTo>
                  <a:pt x="175" y="212"/>
                </a:lnTo>
                <a:lnTo>
                  <a:pt x="174" y="211"/>
                </a:lnTo>
                <a:lnTo>
                  <a:pt x="176" y="209"/>
                </a:lnTo>
                <a:lnTo>
                  <a:pt x="179" y="207"/>
                </a:lnTo>
                <a:lnTo>
                  <a:pt x="181" y="207"/>
                </a:lnTo>
                <a:lnTo>
                  <a:pt x="181" y="204"/>
                </a:lnTo>
                <a:lnTo>
                  <a:pt x="181" y="203"/>
                </a:lnTo>
                <a:lnTo>
                  <a:pt x="181" y="197"/>
                </a:lnTo>
                <a:lnTo>
                  <a:pt x="183" y="196"/>
                </a:lnTo>
                <a:lnTo>
                  <a:pt x="184" y="195"/>
                </a:lnTo>
                <a:lnTo>
                  <a:pt x="187" y="195"/>
                </a:lnTo>
                <a:lnTo>
                  <a:pt x="188" y="195"/>
                </a:lnTo>
                <a:lnTo>
                  <a:pt x="188" y="196"/>
                </a:lnTo>
                <a:lnTo>
                  <a:pt x="189" y="196"/>
                </a:lnTo>
                <a:lnTo>
                  <a:pt x="192" y="194"/>
                </a:lnTo>
                <a:lnTo>
                  <a:pt x="194" y="193"/>
                </a:lnTo>
                <a:lnTo>
                  <a:pt x="197" y="192"/>
                </a:lnTo>
                <a:lnTo>
                  <a:pt x="199" y="192"/>
                </a:lnTo>
                <a:lnTo>
                  <a:pt x="199" y="191"/>
                </a:lnTo>
                <a:lnTo>
                  <a:pt x="199" y="190"/>
                </a:lnTo>
                <a:lnTo>
                  <a:pt x="197" y="186"/>
                </a:lnTo>
                <a:lnTo>
                  <a:pt x="196" y="184"/>
                </a:lnTo>
                <a:lnTo>
                  <a:pt x="195" y="181"/>
                </a:lnTo>
                <a:lnTo>
                  <a:pt x="195" y="179"/>
                </a:lnTo>
                <a:lnTo>
                  <a:pt x="193" y="176"/>
                </a:lnTo>
                <a:lnTo>
                  <a:pt x="192" y="175"/>
                </a:lnTo>
                <a:lnTo>
                  <a:pt x="190" y="173"/>
                </a:lnTo>
                <a:lnTo>
                  <a:pt x="190" y="172"/>
                </a:lnTo>
                <a:lnTo>
                  <a:pt x="190" y="171"/>
                </a:lnTo>
                <a:lnTo>
                  <a:pt x="189" y="170"/>
                </a:lnTo>
                <a:lnTo>
                  <a:pt x="190" y="169"/>
                </a:lnTo>
                <a:lnTo>
                  <a:pt x="190" y="168"/>
                </a:lnTo>
                <a:lnTo>
                  <a:pt x="190" y="167"/>
                </a:lnTo>
                <a:lnTo>
                  <a:pt x="191" y="167"/>
                </a:lnTo>
                <a:lnTo>
                  <a:pt x="192" y="167"/>
                </a:lnTo>
                <a:lnTo>
                  <a:pt x="192" y="168"/>
                </a:lnTo>
                <a:lnTo>
                  <a:pt x="194" y="168"/>
                </a:lnTo>
                <a:lnTo>
                  <a:pt x="195" y="166"/>
                </a:lnTo>
                <a:lnTo>
                  <a:pt x="196" y="165"/>
                </a:lnTo>
                <a:lnTo>
                  <a:pt x="198" y="164"/>
                </a:lnTo>
                <a:lnTo>
                  <a:pt x="199" y="164"/>
                </a:lnTo>
                <a:lnTo>
                  <a:pt x="201" y="164"/>
                </a:lnTo>
                <a:lnTo>
                  <a:pt x="203" y="163"/>
                </a:lnTo>
                <a:lnTo>
                  <a:pt x="203" y="162"/>
                </a:lnTo>
                <a:lnTo>
                  <a:pt x="203" y="161"/>
                </a:lnTo>
                <a:lnTo>
                  <a:pt x="204" y="160"/>
                </a:lnTo>
                <a:lnTo>
                  <a:pt x="205" y="161"/>
                </a:lnTo>
                <a:lnTo>
                  <a:pt x="206" y="161"/>
                </a:lnTo>
                <a:lnTo>
                  <a:pt x="207" y="162"/>
                </a:lnTo>
                <a:lnTo>
                  <a:pt x="208" y="164"/>
                </a:lnTo>
                <a:lnTo>
                  <a:pt x="207" y="164"/>
                </a:lnTo>
                <a:lnTo>
                  <a:pt x="207" y="165"/>
                </a:lnTo>
                <a:lnTo>
                  <a:pt x="207" y="166"/>
                </a:lnTo>
                <a:lnTo>
                  <a:pt x="207" y="168"/>
                </a:lnTo>
                <a:lnTo>
                  <a:pt x="208" y="168"/>
                </a:lnTo>
                <a:lnTo>
                  <a:pt x="209" y="169"/>
                </a:lnTo>
                <a:lnTo>
                  <a:pt x="210" y="170"/>
                </a:lnTo>
                <a:lnTo>
                  <a:pt x="211" y="171"/>
                </a:lnTo>
                <a:lnTo>
                  <a:pt x="211" y="173"/>
                </a:lnTo>
                <a:lnTo>
                  <a:pt x="210" y="175"/>
                </a:lnTo>
                <a:lnTo>
                  <a:pt x="210" y="177"/>
                </a:lnTo>
                <a:lnTo>
                  <a:pt x="215" y="184"/>
                </a:lnTo>
                <a:lnTo>
                  <a:pt x="218" y="188"/>
                </a:lnTo>
                <a:lnTo>
                  <a:pt x="219" y="192"/>
                </a:lnTo>
                <a:lnTo>
                  <a:pt x="219" y="195"/>
                </a:lnTo>
                <a:lnTo>
                  <a:pt x="219" y="199"/>
                </a:lnTo>
                <a:lnTo>
                  <a:pt x="219" y="200"/>
                </a:lnTo>
                <a:lnTo>
                  <a:pt x="218" y="200"/>
                </a:lnTo>
                <a:lnTo>
                  <a:pt x="217" y="202"/>
                </a:lnTo>
                <a:lnTo>
                  <a:pt x="217" y="205"/>
                </a:lnTo>
                <a:lnTo>
                  <a:pt x="218" y="206"/>
                </a:lnTo>
                <a:lnTo>
                  <a:pt x="219" y="206"/>
                </a:lnTo>
                <a:lnTo>
                  <a:pt x="220" y="208"/>
                </a:lnTo>
                <a:lnTo>
                  <a:pt x="220" y="212"/>
                </a:lnTo>
                <a:lnTo>
                  <a:pt x="220" y="218"/>
                </a:lnTo>
                <a:lnTo>
                  <a:pt x="219" y="219"/>
                </a:lnTo>
                <a:lnTo>
                  <a:pt x="220" y="221"/>
                </a:lnTo>
                <a:lnTo>
                  <a:pt x="222" y="221"/>
                </a:lnTo>
                <a:lnTo>
                  <a:pt x="226" y="222"/>
                </a:lnTo>
                <a:lnTo>
                  <a:pt x="227" y="220"/>
                </a:lnTo>
                <a:lnTo>
                  <a:pt x="231" y="217"/>
                </a:lnTo>
                <a:lnTo>
                  <a:pt x="232" y="216"/>
                </a:lnTo>
                <a:lnTo>
                  <a:pt x="231" y="215"/>
                </a:lnTo>
                <a:lnTo>
                  <a:pt x="232" y="214"/>
                </a:lnTo>
                <a:lnTo>
                  <a:pt x="233" y="212"/>
                </a:lnTo>
                <a:lnTo>
                  <a:pt x="234" y="212"/>
                </a:lnTo>
                <a:lnTo>
                  <a:pt x="234" y="213"/>
                </a:lnTo>
                <a:lnTo>
                  <a:pt x="235" y="212"/>
                </a:lnTo>
                <a:lnTo>
                  <a:pt x="236" y="213"/>
                </a:lnTo>
                <a:lnTo>
                  <a:pt x="237" y="213"/>
                </a:lnTo>
                <a:lnTo>
                  <a:pt x="239" y="215"/>
                </a:lnTo>
                <a:lnTo>
                  <a:pt x="240" y="215"/>
                </a:lnTo>
                <a:lnTo>
                  <a:pt x="241" y="214"/>
                </a:lnTo>
                <a:lnTo>
                  <a:pt x="244" y="211"/>
                </a:lnTo>
                <a:lnTo>
                  <a:pt x="244" y="210"/>
                </a:lnTo>
                <a:lnTo>
                  <a:pt x="244" y="209"/>
                </a:lnTo>
                <a:lnTo>
                  <a:pt x="247" y="208"/>
                </a:lnTo>
                <a:lnTo>
                  <a:pt x="251" y="207"/>
                </a:lnTo>
                <a:lnTo>
                  <a:pt x="254" y="208"/>
                </a:lnTo>
                <a:lnTo>
                  <a:pt x="257" y="209"/>
                </a:lnTo>
                <a:lnTo>
                  <a:pt x="259" y="210"/>
                </a:lnTo>
                <a:lnTo>
                  <a:pt x="262" y="211"/>
                </a:lnTo>
                <a:lnTo>
                  <a:pt x="263" y="211"/>
                </a:lnTo>
                <a:lnTo>
                  <a:pt x="263" y="209"/>
                </a:lnTo>
                <a:lnTo>
                  <a:pt x="264" y="208"/>
                </a:lnTo>
                <a:lnTo>
                  <a:pt x="265" y="206"/>
                </a:lnTo>
                <a:lnTo>
                  <a:pt x="267" y="205"/>
                </a:lnTo>
                <a:lnTo>
                  <a:pt x="270" y="203"/>
                </a:lnTo>
                <a:lnTo>
                  <a:pt x="271" y="203"/>
                </a:lnTo>
                <a:lnTo>
                  <a:pt x="272" y="203"/>
                </a:lnTo>
                <a:lnTo>
                  <a:pt x="273" y="203"/>
                </a:lnTo>
                <a:lnTo>
                  <a:pt x="275" y="202"/>
                </a:lnTo>
                <a:lnTo>
                  <a:pt x="278" y="199"/>
                </a:lnTo>
                <a:lnTo>
                  <a:pt x="279" y="199"/>
                </a:lnTo>
                <a:lnTo>
                  <a:pt x="279" y="196"/>
                </a:lnTo>
                <a:lnTo>
                  <a:pt x="278" y="193"/>
                </a:lnTo>
                <a:lnTo>
                  <a:pt x="280" y="190"/>
                </a:lnTo>
                <a:lnTo>
                  <a:pt x="280" y="189"/>
                </a:lnTo>
                <a:lnTo>
                  <a:pt x="280" y="188"/>
                </a:lnTo>
                <a:lnTo>
                  <a:pt x="279" y="188"/>
                </a:lnTo>
                <a:lnTo>
                  <a:pt x="280" y="184"/>
                </a:lnTo>
                <a:lnTo>
                  <a:pt x="280" y="183"/>
                </a:lnTo>
                <a:lnTo>
                  <a:pt x="281" y="182"/>
                </a:lnTo>
                <a:lnTo>
                  <a:pt x="283" y="182"/>
                </a:lnTo>
                <a:lnTo>
                  <a:pt x="286" y="181"/>
                </a:lnTo>
                <a:lnTo>
                  <a:pt x="287" y="179"/>
                </a:lnTo>
                <a:lnTo>
                  <a:pt x="287" y="177"/>
                </a:lnTo>
                <a:lnTo>
                  <a:pt x="286" y="176"/>
                </a:lnTo>
                <a:lnTo>
                  <a:pt x="284" y="174"/>
                </a:lnTo>
                <a:lnTo>
                  <a:pt x="284" y="172"/>
                </a:lnTo>
                <a:lnTo>
                  <a:pt x="284" y="170"/>
                </a:lnTo>
                <a:lnTo>
                  <a:pt x="283" y="169"/>
                </a:lnTo>
                <a:lnTo>
                  <a:pt x="282" y="167"/>
                </a:lnTo>
                <a:lnTo>
                  <a:pt x="280" y="164"/>
                </a:lnTo>
                <a:lnTo>
                  <a:pt x="280" y="162"/>
                </a:lnTo>
                <a:lnTo>
                  <a:pt x="280" y="161"/>
                </a:lnTo>
                <a:lnTo>
                  <a:pt x="278" y="158"/>
                </a:lnTo>
                <a:lnTo>
                  <a:pt x="276" y="157"/>
                </a:lnTo>
                <a:lnTo>
                  <a:pt x="277" y="154"/>
                </a:lnTo>
                <a:lnTo>
                  <a:pt x="276" y="152"/>
                </a:lnTo>
                <a:lnTo>
                  <a:pt x="276" y="151"/>
                </a:lnTo>
                <a:lnTo>
                  <a:pt x="275" y="149"/>
                </a:lnTo>
                <a:lnTo>
                  <a:pt x="271" y="146"/>
                </a:lnTo>
                <a:lnTo>
                  <a:pt x="268" y="146"/>
                </a:lnTo>
                <a:lnTo>
                  <a:pt x="268" y="145"/>
                </a:lnTo>
                <a:lnTo>
                  <a:pt x="267" y="145"/>
                </a:lnTo>
                <a:lnTo>
                  <a:pt x="265" y="143"/>
                </a:lnTo>
                <a:lnTo>
                  <a:pt x="266" y="140"/>
                </a:lnTo>
                <a:lnTo>
                  <a:pt x="267" y="139"/>
                </a:lnTo>
                <a:lnTo>
                  <a:pt x="269" y="136"/>
                </a:lnTo>
                <a:lnTo>
                  <a:pt x="268" y="133"/>
                </a:lnTo>
                <a:lnTo>
                  <a:pt x="267" y="127"/>
                </a:lnTo>
                <a:lnTo>
                  <a:pt x="267" y="125"/>
                </a:lnTo>
                <a:lnTo>
                  <a:pt x="267" y="119"/>
                </a:lnTo>
                <a:lnTo>
                  <a:pt x="267" y="118"/>
                </a:lnTo>
                <a:lnTo>
                  <a:pt x="267" y="117"/>
                </a:lnTo>
                <a:lnTo>
                  <a:pt x="267" y="116"/>
                </a:lnTo>
                <a:lnTo>
                  <a:pt x="266" y="115"/>
                </a:lnTo>
                <a:lnTo>
                  <a:pt x="264" y="110"/>
                </a:lnTo>
                <a:lnTo>
                  <a:pt x="264" y="108"/>
                </a:lnTo>
                <a:lnTo>
                  <a:pt x="264" y="105"/>
                </a:lnTo>
                <a:lnTo>
                  <a:pt x="265" y="105"/>
                </a:lnTo>
                <a:lnTo>
                  <a:pt x="267" y="106"/>
                </a:lnTo>
                <a:lnTo>
                  <a:pt x="270" y="105"/>
                </a:lnTo>
                <a:lnTo>
                  <a:pt x="271" y="105"/>
                </a:lnTo>
                <a:lnTo>
                  <a:pt x="271" y="104"/>
                </a:lnTo>
                <a:lnTo>
                  <a:pt x="271" y="103"/>
                </a:lnTo>
                <a:lnTo>
                  <a:pt x="272" y="102"/>
                </a:lnTo>
                <a:lnTo>
                  <a:pt x="273" y="101"/>
                </a:lnTo>
                <a:lnTo>
                  <a:pt x="275" y="101"/>
                </a:lnTo>
                <a:lnTo>
                  <a:pt x="276" y="100"/>
                </a:lnTo>
                <a:lnTo>
                  <a:pt x="279" y="98"/>
                </a:lnTo>
                <a:lnTo>
                  <a:pt x="280" y="96"/>
                </a:lnTo>
                <a:lnTo>
                  <a:pt x="280" y="95"/>
                </a:lnTo>
                <a:lnTo>
                  <a:pt x="280" y="94"/>
                </a:lnTo>
                <a:lnTo>
                  <a:pt x="280" y="92"/>
                </a:lnTo>
                <a:lnTo>
                  <a:pt x="280" y="91"/>
                </a:lnTo>
                <a:lnTo>
                  <a:pt x="279" y="91"/>
                </a:lnTo>
                <a:lnTo>
                  <a:pt x="279" y="90"/>
                </a:lnTo>
                <a:lnTo>
                  <a:pt x="279" y="89"/>
                </a:lnTo>
                <a:lnTo>
                  <a:pt x="280" y="88"/>
                </a:lnTo>
                <a:lnTo>
                  <a:pt x="280" y="87"/>
                </a:lnTo>
                <a:lnTo>
                  <a:pt x="278" y="85"/>
                </a:lnTo>
                <a:lnTo>
                  <a:pt x="277" y="82"/>
                </a:lnTo>
                <a:lnTo>
                  <a:pt x="276" y="80"/>
                </a:lnTo>
                <a:lnTo>
                  <a:pt x="276" y="79"/>
                </a:lnTo>
                <a:lnTo>
                  <a:pt x="276" y="78"/>
                </a:lnTo>
                <a:lnTo>
                  <a:pt x="276" y="77"/>
                </a:lnTo>
                <a:lnTo>
                  <a:pt x="277" y="76"/>
                </a:lnTo>
                <a:lnTo>
                  <a:pt x="277" y="75"/>
                </a:lnTo>
                <a:lnTo>
                  <a:pt x="277" y="74"/>
                </a:lnTo>
                <a:lnTo>
                  <a:pt x="278" y="74"/>
                </a:lnTo>
                <a:lnTo>
                  <a:pt x="278" y="73"/>
                </a:lnTo>
                <a:lnTo>
                  <a:pt x="277" y="71"/>
                </a:lnTo>
                <a:lnTo>
                  <a:pt x="276" y="70"/>
                </a:lnTo>
                <a:lnTo>
                  <a:pt x="276" y="69"/>
                </a:lnTo>
                <a:lnTo>
                  <a:pt x="276" y="64"/>
                </a:lnTo>
                <a:lnTo>
                  <a:pt x="275" y="62"/>
                </a:lnTo>
                <a:lnTo>
                  <a:pt x="276" y="58"/>
                </a:lnTo>
                <a:lnTo>
                  <a:pt x="276" y="57"/>
                </a:lnTo>
                <a:lnTo>
                  <a:pt x="277" y="57"/>
                </a:lnTo>
                <a:lnTo>
                  <a:pt x="277" y="56"/>
                </a:lnTo>
                <a:lnTo>
                  <a:pt x="278" y="55"/>
                </a:lnTo>
                <a:lnTo>
                  <a:pt x="277" y="55"/>
                </a:lnTo>
                <a:lnTo>
                  <a:pt x="276" y="55"/>
                </a:lnTo>
                <a:lnTo>
                  <a:pt x="276" y="54"/>
                </a:lnTo>
                <a:lnTo>
                  <a:pt x="276" y="53"/>
                </a:lnTo>
                <a:lnTo>
                  <a:pt x="273" y="49"/>
                </a:lnTo>
                <a:lnTo>
                  <a:pt x="274" y="47"/>
                </a:lnTo>
                <a:lnTo>
                  <a:pt x="274" y="46"/>
                </a:lnTo>
                <a:lnTo>
                  <a:pt x="275" y="45"/>
                </a:lnTo>
                <a:lnTo>
                  <a:pt x="275" y="46"/>
                </a:lnTo>
                <a:lnTo>
                  <a:pt x="277" y="45"/>
                </a:lnTo>
                <a:lnTo>
                  <a:pt x="278" y="45"/>
                </a:lnTo>
                <a:lnTo>
                  <a:pt x="279" y="45"/>
                </a:lnTo>
                <a:lnTo>
                  <a:pt x="283" y="47"/>
                </a:lnTo>
                <a:lnTo>
                  <a:pt x="284" y="48"/>
                </a:lnTo>
                <a:lnTo>
                  <a:pt x="287" y="49"/>
                </a:lnTo>
                <a:lnTo>
                  <a:pt x="288" y="48"/>
                </a:lnTo>
                <a:lnTo>
                  <a:pt x="289" y="47"/>
                </a:lnTo>
                <a:lnTo>
                  <a:pt x="289" y="46"/>
                </a:lnTo>
                <a:lnTo>
                  <a:pt x="291" y="45"/>
                </a:lnTo>
                <a:lnTo>
                  <a:pt x="293" y="44"/>
                </a:lnTo>
                <a:lnTo>
                  <a:pt x="295" y="43"/>
                </a:lnTo>
                <a:lnTo>
                  <a:pt x="296" y="42"/>
                </a:lnTo>
                <a:lnTo>
                  <a:pt x="296" y="41"/>
                </a:lnTo>
                <a:lnTo>
                  <a:pt x="298" y="40"/>
                </a:lnTo>
                <a:lnTo>
                  <a:pt x="301" y="42"/>
                </a:lnTo>
                <a:lnTo>
                  <a:pt x="302" y="44"/>
                </a:lnTo>
                <a:lnTo>
                  <a:pt x="304" y="48"/>
                </a:lnTo>
                <a:lnTo>
                  <a:pt x="306" y="53"/>
                </a:lnTo>
                <a:lnTo>
                  <a:pt x="306" y="56"/>
                </a:lnTo>
                <a:lnTo>
                  <a:pt x="305" y="56"/>
                </a:lnTo>
                <a:lnTo>
                  <a:pt x="305" y="57"/>
                </a:lnTo>
                <a:lnTo>
                  <a:pt x="306" y="61"/>
                </a:lnTo>
                <a:lnTo>
                  <a:pt x="307" y="65"/>
                </a:lnTo>
                <a:lnTo>
                  <a:pt x="307" y="67"/>
                </a:lnTo>
                <a:lnTo>
                  <a:pt x="306" y="70"/>
                </a:lnTo>
                <a:lnTo>
                  <a:pt x="307" y="74"/>
                </a:lnTo>
                <a:lnTo>
                  <a:pt x="307" y="76"/>
                </a:lnTo>
                <a:lnTo>
                  <a:pt x="307" y="79"/>
                </a:lnTo>
                <a:lnTo>
                  <a:pt x="309" y="83"/>
                </a:lnTo>
                <a:lnTo>
                  <a:pt x="311" y="84"/>
                </a:lnTo>
                <a:lnTo>
                  <a:pt x="312" y="84"/>
                </a:lnTo>
                <a:lnTo>
                  <a:pt x="313" y="83"/>
                </a:lnTo>
                <a:lnTo>
                  <a:pt x="314" y="82"/>
                </a:lnTo>
                <a:lnTo>
                  <a:pt x="316" y="82"/>
                </a:lnTo>
                <a:lnTo>
                  <a:pt x="318" y="83"/>
                </a:lnTo>
                <a:lnTo>
                  <a:pt x="319" y="84"/>
                </a:lnTo>
                <a:lnTo>
                  <a:pt x="321" y="84"/>
                </a:lnTo>
                <a:lnTo>
                  <a:pt x="323" y="83"/>
                </a:lnTo>
                <a:lnTo>
                  <a:pt x="324" y="82"/>
                </a:lnTo>
                <a:lnTo>
                  <a:pt x="324" y="80"/>
                </a:lnTo>
                <a:lnTo>
                  <a:pt x="325" y="80"/>
                </a:lnTo>
                <a:lnTo>
                  <a:pt x="326" y="79"/>
                </a:lnTo>
                <a:lnTo>
                  <a:pt x="326" y="80"/>
                </a:lnTo>
                <a:lnTo>
                  <a:pt x="327" y="80"/>
                </a:lnTo>
                <a:lnTo>
                  <a:pt x="327" y="79"/>
                </a:lnTo>
                <a:lnTo>
                  <a:pt x="328" y="80"/>
                </a:lnTo>
                <a:lnTo>
                  <a:pt x="331" y="79"/>
                </a:lnTo>
                <a:lnTo>
                  <a:pt x="332" y="79"/>
                </a:lnTo>
                <a:lnTo>
                  <a:pt x="333" y="78"/>
                </a:lnTo>
                <a:lnTo>
                  <a:pt x="332" y="77"/>
                </a:lnTo>
                <a:lnTo>
                  <a:pt x="331" y="74"/>
                </a:lnTo>
                <a:lnTo>
                  <a:pt x="333" y="74"/>
                </a:lnTo>
                <a:lnTo>
                  <a:pt x="333" y="73"/>
                </a:lnTo>
                <a:lnTo>
                  <a:pt x="333" y="71"/>
                </a:lnTo>
                <a:lnTo>
                  <a:pt x="332" y="70"/>
                </a:lnTo>
                <a:lnTo>
                  <a:pt x="330" y="70"/>
                </a:lnTo>
                <a:lnTo>
                  <a:pt x="329" y="70"/>
                </a:lnTo>
                <a:lnTo>
                  <a:pt x="323" y="67"/>
                </a:lnTo>
                <a:lnTo>
                  <a:pt x="323" y="62"/>
                </a:lnTo>
                <a:lnTo>
                  <a:pt x="324" y="61"/>
                </a:lnTo>
                <a:lnTo>
                  <a:pt x="324" y="60"/>
                </a:lnTo>
                <a:lnTo>
                  <a:pt x="325" y="57"/>
                </a:lnTo>
                <a:lnTo>
                  <a:pt x="325" y="54"/>
                </a:lnTo>
                <a:lnTo>
                  <a:pt x="326" y="49"/>
                </a:lnTo>
                <a:lnTo>
                  <a:pt x="326" y="48"/>
                </a:lnTo>
                <a:lnTo>
                  <a:pt x="327" y="47"/>
                </a:lnTo>
                <a:lnTo>
                  <a:pt x="328" y="47"/>
                </a:lnTo>
                <a:lnTo>
                  <a:pt x="329" y="47"/>
                </a:lnTo>
                <a:lnTo>
                  <a:pt x="330" y="47"/>
                </a:lnTo>
                <a:lnTo>
                  <a:pt x="332" y="45"/>
                </a:lnTo>
                <a:lnTo>
                  <a:pt x="333" y="42"/>
                </a:lnTo>
                <a:lnTo>
                  <a:pt x="339" y="39"/>
                </a:lnTo>
                <a:lnTo>
                  <a:pt x="340" y="39"/>
                </a:lnTo>
                <a:lnTo>
                  <a:pt x="340" y="38"/>
                </a:lnTo>
                <a:lnTo>
                  <a:pt x="341" y="38"/>
                </a:lnTo>
                <a:lnTo>
                  <a:pt x="343" y="36"/>
                </a:lnTo>
                <a:lnTo>
                  <a:pt x="343" y="34"/>
                </a:lnTo>
                <a:lnTo>
                  <a:pt x="342" y="32"/>
                </a:lnTo>
                <a:lnTo>
                  <a:pt x="342" y="28"/>
                </a:lnTo>
                <a:lnTo>
                  <a:pt x="340" y="24"/>
                </a:lnTo>
                <a:lnTo>
                  <a:pt x="339" y="23"/>
                </a:lnTo>
                <a:lnTo>
                  <a:pt x="339" y="22"/>
                </a:lnTo>
                <a:lnTo>
                  <a:pt x="337" y="20"/>
                </a:lnTo>
                <a:lnTo>
                  <a:pt x="335" y="17"/>
                </a:lnTo>
                <a:lnTo>
                  <a:pt x="335" y="14"/>
                </a:lnTo>
                <a:lnTo>
                  <a:pt x="335" y="10"/>
                </a:lnTo>
                <a:lnTo>
                  <a:pt x="335" y="8"/>
                </a:lnTo>
                <a:lnTo>
                  <a:pt x="336" y="7"/>
                </a:lnTo>
                <a:lnTo>
                  <a:pt x="337" y="7"/>
                </a:lnTo>
                <a:lnTo>
                  <a:pt x="338" y="2"/>
                </a:lnTo>
                <a:lnTo>
                  <a:pt x="339" y="2"/>
                </a:lnTo>
                <a:lnTo>
                  <a:pt x="341" y="3"/>
                </a:lnTo>
                <a:lnTo>
                  <a:pt x="344" y="4"/>
                </a:lnTo>
                <a:lnTo>
                  <a:pt x="346" y="4"/>
                </a:lnTo>
                <a:lnTo>
                  <a:pt x="347" y="3"/>
                </a:lnTo>
                <a:lnTo>
                  <a:pt x="349" y="2"/>
                </a:lnTo>
                <a:lnTo>
                  <a:pt x="350" y="2"/>
                </a:lnTo>
                <a:lnTo>
                  <a:pt x="355" y="2"/>
                </a:lnTo>
                <a:lnTo>
                  <a:pt x="356" y="1"/>
                </a:lnTo>
                <a:lnTo>
                  <a:pt x="358" y="0"/>
                </a:lnTo>
                <a:lnTo>
                  <a:pt x="36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5" name=""/>
          <p:cNvSpPr/>
          <p:nvPr/>
        </p:nvSpPr>
        <p:spPr>
          <a:xfrm>
            <a:off x="2649240" y="1488600"/>
            <a:ext cx="1239120" cy="768600"/>
          </a:xfrm>
          <a:custGeom>
            <a:avLst/>
            <a:gdLst/>
            <a:ahLst/>
            <a:rect l="0" t="0" r="r" b="b"/>
            <a:pathLst>
              <a:path w="3442" h="2135">
                <a:moveTo>
                  <a:pt x="1808" y="57"/>
                </a:moveTo>
                <a:lnTo>
                  <a:pt x="1809" y="57"/>
                </a:lnTo>
                <a:lnTo>
                  <a:pt x="1809" y="58"/>
                </a:lnTo>
                <a:lnTo>
                  <a:pt x="1809" y="59"/>
                </a:lnTo>
                <a:lnTo>
                  <a:pt x="1810" y="59"/>
                </a:lnTo>
                <a:lnTo>
                  <a:pt x="1811" y="59"/>
                </a:lnTo>
                <a:lnTo>
                  <a:pt x="1812" y="59"/>
                </a:lnTo>
                <a:lnTo>
                  <a:pt x="1812" y="58"/>
                </a:lnTo>
                <a:lnTo>
                  <a:pt x="1813" y="58"/>
                </a:lnTo>
                <a:lnTo>
                  <a:pt x="1813" y="59"/>
                </a:lnTo>
                <a:lnTo>
                  <a:pt x="1814" y="59"/>
                </a:lnTo>
                <a:lnTo>
                  <a:pt x="1815" y="59"/>
                </a:lnTo>
                <a:lnTo>
                  <a:pt x="1816" y="59"/>
                </a:lnTo>
                <a:lnTo>
                  <a:pt x="1817" y="59"/>
                </a:lnTo>
                <a:lnTo>
                  <a:pt x="1819" y="59"/>
                </a:lnTo>
                <a:lnTo>
                  <a:pt x="1820" y="59"/>
                </a:lnTo>
                <a:lnTo>
                  <a:pt x="1821" y="59"/>
                </a:lnTo>
                <a:lnTo>
                  <a:pt x="1822" y="59"/>
                </a:lnTo>
                <a:lnTo>
                  <a:pt x="1822" y="60"/>
                </a:lnTo>
                <a:lnTo>
                  <a:pt x="1822" y="61"/>
                </a:lnTo>
                <a:lnTo>
                  <a:pt x="1822" y="62"/>
                </a:lnTo>
                <a:lnTo>
                  <a:pt x="1821" y="63"/>
                </a:lnTo>
                <a:lnTo>
                  <a:pt x="1821" y="64"/>
                </a:lnTo>
                <a:lnTo>
                  <a:pt x="1822" y="65"/>
                </a:lnTo>
                <a:lnTo>
                  <a:pt x="1823" y="65"/>
                </a:lnTo>
                <a:lnTo>
                  <a:pt x="1824" y="65"/>
                </a:lnTo>
                <a:lnTo>
                  <a:pt x="1824" y="66"/>
                </a:lnTo>
                <a:lnTo>
                  <a:pt x="1825" y="66"/>
                </a:lnTo>
                <a:lnTo>
                  <a:pt x="1826" y="66"/>
                </a:lnTo>
                <a:lnTo>
                  <a:pt x="1827" y="65"/>
                </a:lnTo>
                <a:lnTo>
                  <a:pt x="1828" y="65"/>
                </a:lnTo>
                <a:lnTo>
                  <a:pt x="1828" y="66"/>
                </a:lnTo>
                <a:lnTo>
                  <a:pt x="1829" y="66"/>
                </a:lnTo>
                <a:lnTo>
                  <a:pt x="1829" y="67"/>
                </a:lnTo>
                <a:lnTo>
                  <a:pt x="1830" y="67"/>
                </a:lnTo>
                <a:lnTo>
                  <a:pt x="1832" y="68"/>
                </a:lnTo>
                <a:lnTo>
                  <a:pt x="1833" y="67"/>
                </a:lnTo>
                <a:lnTo>
                  <a:pt x="1833" y="66"/>
                </a:lnTo>
                <a:lnTo>
                  <a:pt x="1834" y="66"/>
                </a:lnTo>
                <a:lnTo>
                  <a:pt x="1834" y="65"/>
                </a:lnTo>
                <a:lnTo>
                  <a:pt x="1835" y="65"/>
                </a:lnTo>
                <a:lnTo>
                  <a:pt x="1836" y="65"/>
                </a:lnTo>
                <a:lnTo>
                  <a:pt x="1836" y="66"/>
                </a:lnTo>
                <a:lnTo>
                  <a:pt x="1837" y="66"/>
                </a:lnTo>
                <a:lnTo>
                  <a:pt x="1838" y="66"/>
                </a:lnTo>
                <a:lnTo>
                  <a:pt x="1838" y="67"/>
                </a:lnTo>
                <a:lnTo>
                  <a:pt x="1839" y="68"/>
                </a:lnTo>
                <a:lnTo>
                  <a:pt x="1839" y="69"/>
                </a:lnTo>
                <a:lnTo>
                  <a:pt x="1839" y="70"/>
                </a:lnTo>
                <a:lnTo>
                  <a:pt x="1840" y="71"/>
                </a:lnTo>
                <a:lnTo>
                  <a:pt x="1840" y="72"/>
                </a:lnTo>
                <a:lnTo>
                  <a:pt x="1841" y="72"/>
                </a:lnTo>
                <a:lnTo>
                  <a:pt x="1841" y="73"/>
                </a:lnTo>
                <a:lnTo>
                  <a:pt x="1841" y="75"/>
                </a:lnTo>
                <a:lnTo>
                  <a:pt x="1842" y="75"/>
                </a:lnTo>
                <a:lnTo>
                  <a:pt x="1842" y="76"/>
                </a:lnTo>
                <a:lnTo>
                  <a:pt x="1841" y="76"/>
                </a:lnTo>
                <a:lnTo>
                  <a:pt x="1841" y="77"/>
                </a:lnTo>
                <a:lnTo>
                  <a:pt x="1841" y="78"/>
                </a:lnTo>
                <a:lnTo>
                  <a:pt x="1841" y="79"/>
                </a:lnTo>
                <a:lnTo>
                  <a:pt x="1841" y="80"/>
                </a:lnTo>
                <a:lnTo>
                  <a:pt x="1841" y="81"/>
                </a:lnTo>
                <a:lnTo>
                  <a:pt x="1841" y="82"/>
                </a:lnTo>
                <a:lnTo>
                  <a:pt x="1842" y="82"/>
                </a:lnTo>
                <a:lnTo>
                  <a:pt x="1843" y="83"/>
                </a:lnTo>
                <a:lnTo>
                  <a:pt x="1844" y="83"/>
                </a:lnTo>
                <a:lnTo>
                  <a:pt x="1845" y="84"/>
                </a:lnTo>
                <a:lnTo>
                  <a:pt x="1846" y="84"/>
                </a:lnTo>
                <a:lnTo>
                  <a:pt x="1847" y="84"/>
                </a:lnTo>
                <a:lnTo>
                  <a:pt x="1847" y="85"/>
                </a:lnTo>
                <a:lnTo>
                  <a:pt x="1847" y="86"/>
                </a:lnTo>
                <a:lnTo>
                  <a:pt x="1848" y="86"/>
                </a:lnTo>
                <a:lnTo>
                  <a:pt x="1848" y="87"/>
                </a:lnTo>
                <a:lnTo>
                  <a:pt x="1849" y="88"/>
                </a:lnTo>
                <a:lnTo>
                  <a:pt x="1850" y="88"/>
                </a:lnTo>
                <a:lnTo>
                  <a:pt x="1853" y="90"/>
                </a:lnTo>
                <a:lnTo>
                  <a:pt x="1856" y="91"/>
                </a:lnTo>
                <a:lnTo>
                  <a:pt x="1856" y="92"/>
                </a:lnTo>
                <a:lnTo>
                  <a:pt x="1855" y="92"/>
                </a:lnTo>
                <a:lnTo>
                  <a:pt x="1855" y="93"/>
                </a:lnTo>
                <a:lnTo>
                  <a:pt x="1855" y="94"/>
                </a:lnTo>
                <a:lnTo>
                  <a:pt x="1855" y="95"/>
                </a:lnTo>
                <a:lnTo>
                  <a:pt x="1857" y="97"/>
                </a:lnTo>
                <a:lnTo>
                  <a:pt x="1856" y="98"/>
                </a:lnTo>
                <a:lnTo>
                  <a:pt x="1856" y="99"/>
                </a:lnTo>
                <a:lnTo>
                  <a:pt x="1856" y="100"/>
                </a:lnTo>
                <a:lnTo>
                  <a:pt x="1857" y="100"/>
                </a:lnTo>
                <a:lnTo>
                  <a:pt x="1858" y="101"/>
                </a:lnTo>
                <a:lnTo>
                  <a:pt x="1859" y="101"/>
                </a:lnTo>
                <a:lnTo>
                  <a:pt x="1859" y="102"/>
                </a:lnTo>
                <a:lnTo>
                  <a:pt x="1859" y="103"/>
                </a:lnTo>
                <a:lnTo>
                  <a:pt x="1860" y="104"/>
                </a:lnTo>
                <a:lnTo>
                  <a:pt x="1861" y="105"/>
                </a:lnTo>
                <a:lnTo>
                  <a:pt x="1861" y="106"/>
                </a:lnTo>
                <a:lnTo>
                  <a:pt x="1862" y="106"/>
                </a:lnTo>
                <a:lnTo>
                  <a:pt x="1863" y="106"/>
                </a:lnTo>
                <a:lnTo>
                  <a:pt x="1864" y="106"/>
                </a:lnTo>
                <a:lnTo>
                  <a:pt x="1865" y="105"/>
                </a:lnTo>
                <a:lnTo>
                  <a:pt x="1866" y="104"/>
                </a:lnTo>
                <a:lnTo>
                  <a:pt x="1866" y="103"/>
                </a:lnTo>
                <a:lnTo>
                  <a:pt x="1866" y="102"/>
                </a:lnTo>
                <a:lnTo>
                  <a:pt x="1866" y="101"/>
                </a:lnTo>
                <a:lnTo>
                  <a:pt x="1866" y="100"/>
                </a:lnTo>
                <a:lnTo>
                  <a:pt x="1867" y="100"/>
                </a:lnTo>
                <a:lnTo>
                  <a:pt x="1867" y="99"/>
                </a:lnTo>
                <a:lnTo>
                  <a:pt x="1868" y="99"/>
                </a:lnTo>
                <a:lnTo>
                  <a:pt x="1868" y="98"/>
                </a:lnTo>
                <a:lnTo>
                  <a:pt x="1868" y="97"/>
                </a:lnTo>
                <a:lnTo>
                  <a:pt x="1869" y="97"/>
                </a:lnTo>
                <a:lnTo>
                  <a:pt x="1870" y="97"/>
                </a:lnTo>
                <a:lnTo>
                  <a:pt x="1871" y="97"/>
                </a:lnTo>
                <a:lnTo>
                  <a:pt x="1871" y="96"/>
                </a:lnTo>
                <a:lnTo>
                  <a:pt x="1872" y="96"/>
                </a:lnTo>
                <a:lnTo>
                  <a:pt x="1874" y="95"/>
                </a:lnTo>
                <a:lnTo>
                  <a:pt x="1875" y="95"/>
                </a:lnTo>
                <a:lnTo>
                  <a:pt x="1875" y="94"/>
                </a:lnTo>
                <a:lnTo>
                  <a:pt x="1876" y="94"/>
                </a:lnTo>
                <a:lnTo>
                  <a:pt x="1877" y="94"/>
                </a:lnTo>
                <a:lnTo>
                  <a:pt x="1878" y="95"/>
                </a:lnTo>
                <a:lnTo>
                  <a:pt x="1878" y="96"/>
                </a:lnTo>
                <a:lnTo>
                  <a:pt x="1879" y="96"/>
                </a:lnTo>
                <a:lnTo>
                  <a:pt x="1880" y="97"/>
                </a:lnTo>
                <a:lnTo>
                  <a:pt x="1881" y="97"/>
                </a:lnTo>
                <a:lnTo>
                  <a:pt x="1882" y="96"/>
                </a:lnTo>
                <a:lnTo>
                  <a:pt x="1883" y="96"/>
                </a:lnTo>
                <a:lnTo>
                  <a:pt x="1884" y="96"/>
                </a:lnTo>
                <a:lnTo>
                  <a:pt x="1884" y="95"/>
                </a:lnTo>
                <a:lnTo>
                  <a:pt x="1885" y="95"/>
                </a:lnTo>
                <a:lnTo>
                  <a:pt x="1886" y="95"/>
                </a:lnTo>
                <a:lnTo>
                  <a:pt x="1887" y="95"/>
                </a:lnTo>
                <a:lnTo>
                  <a:pt x="1888" y="95"/>
                </a:lnTo>
                <a:lnTo>
                  <a:pt x="1889" y="95"/>
                </a:lnTo>
                <a:lnTo>
                  <a:pt x="1890" y="96"/>
                </a:lnTo>
                <a:lnTo>
                  <a:pt x="1890" y="97"/>
                </a:lnTo>
                <a:lnTo>
                  <a:pt x="1890" y="98"/>
                </a:lnTo>
                <a:lnTo>
                  <a:pt x="1890" y="99"/>
                </a:lnTo>
                <a:lnTo>
                  <a:pt x="1890" y="100"/>
                </a:lnTo>
                <a:lnTo>
                  <a:pt x="1891" y="101"/>
                </a:lnTo>
                <a:lnTo>
                  <a:pt x="1891" y="102"/>
                </a:lnTo>
                <a:lnTo>
                  <a:pt x="1892" y="102"/>
                </a:lnTo>
                <a:lnTo>
                  <a:pt x="1892" y="103"/>
                </a:lnTo>
                <a:lnTo>
                  <a:pt x="1893" y="104"/>
                </a:lnTo>
                <a:lnTo>
                  <a:pt x="1893" y="105"/>
                </a:lnTo>
                <a:lnTo>
                  <a:pt x="1894" y="105"/>
                </a:lnTo>
                <a:lnTo>
                  <a:pt x="1894" y="106"/>
                </a:lnTo>
                <a:lnTo>
                  <a:pt x="1895" y="106"/>
                </a:lnTo>
                <a:lnTo>
                  <a:pt x="1896" y="106"/>
                </a:lnTo>
                <a:lnTo>
                  <a:pt x="1897" y="106"/>
                </a:lnTo>
                <a:lnTo>
                  <a:pt x="1897" y="107"/>
                </a:lnTo>
                <a:lnTo>
                  <a:pt x="1898" y="107"/>
                </a:lnTo>
                <a:lnTo>
                  <a:pt x="1899" y="107"/>
                </a:lnTo>
                <a:lnTo>
                  <a:pt x="1900" y="107"/>
                </a:lnTo>
                <a:lnTo>
                  <a:pt x="1901" y="107"/>
                </a:lnTo>
                <a:lnTo>
                  <a:pt x="1902" y="107"/>
                </a:lnTo>
                <a:lnTo>
                  <a:pt x="1903" y="108"/>
                </a:lnTo>
                <a:lnTo>
                  <a:pt x="1903" y="109"/>
                </a:lnTo>
                <a:lnTo>
                  <a:pt x="1904" y="109"/>
                </a:lnTo>
                <a:lnTo>
                  <a:pt x="1905" y="109"/>
                </a:lnTo>
                <a:lnTo>
                  <a:pt x="1906" y="110"/>
                </a:lnTo>
                <a:lnTo>
                  <a:pt x="1907" y="111"/>
                </a:lnTo>
                <a:lnTo>
                  <a:pt x="1907" y="112"/>
                </a:lnTo>
                <a:lnTo>
                  <a:pt x="1907" y="113"/>
                </a:lnTo>
                <a:lnTo>
                  <a:pt x="1908" y="113"/>
                </a:lnTo>
                <a:lnTo>
                  <a:pt x="1909" y="113"/>
                </a:lnTo>
                <a:lnTo>
                  <a:pt x="1909" y="114"/>
                </a:lnTo>
                <a:lnTo>
                  <a:pt x="1910" y="114"/>
                </a:lnTo>
                <a:lnTo>
                  <a:pt x="1910" y="115"/>
                </a:lnTo>
                <a:lnTo>
                  <a:pt x="1911" y="115"/>
                </a:lnTo>
                <a:lnTo>
                  <a:pt x="1912" y="115"/>
                </a:lnTo>
                <a:lnTo>
                  <a:pt x="1912" y="116"/>
                </a:lnTo>
                <a:lnTo>
                  <a:pt x="1913" y="116"/>
                </a:lnTo>
                <a:lnTo>
                  <a:pt x="1914" y="116"/>
                </a:lnTo>
                <a:lnTo>
                  <a:pt x="1914" y="117"/>
                </a:lnTo>
                <a:lnTo>
                  <a:pt x="1914" y="118"/>
                </a:lnTo>
                <a:lnTo>
                  <a:pt x="1915" y="118"/>
                </a:lnTo>
                <a:lnTo>
                  <a:pt x="1915" y="119"/>
                </a:lnTo>
                <a:lnTo>
                  <a:pt x="1915" y="120"/>
                </a:lnTo>
                <a:lnTo>
                  <a:pt x="1915" y="121"/>
                </a:lnTo>
                <a:lnTo>
                  <a:pt x="1918" y="123"/>
                </a:lnTo>
                <a:lnTo>
                  <a:pt x="1921" y="123"/>
                </a:lnTo>
                <a:lnTo>
                  <a:pt x="1922" y="123"/>
                </a:lnTo>
                <a:lnTo>
                  <a:pt x="1923" y="123"/>
                </a:lnTo>
                <a:lnTo>
                  <a:pt x="1923" y="122"/>
                </a:lnTo>
                <a:lnTo>
                  <a:pt x="1924" y="122"/>
                </a:lnTo>
                <a:lnTo>
                  <a:pt x="1925" y="122"/>
                </a:lnTo>
                <a:lnTo>
                  <a:pt x="1926" y="122"/>
                </a:lnTo>
                <a:lnTo>
                  <a:pt x="1926" y="123"/>
                </a:lnTo>
                <a:lnTo>
                  <a:pt x="1927" y="123"/>
                </a:lnTo>
                <a:lnTo>
                  <a:pt x="1928" y="123"/>
                </a:lnTo>
                <a:lnTo>
                  <a:pt x="1930" y="123"/>
                </a:lnTo>
                <a:lnTo>
                  <a:pt x="1931" y="123"/>
                </a:lnTo>
                <a:lnTo>
                  <a:pt x="1931" y="122"/>
                </a:lnTo>
                <a:lnTo>
                  <a:pt x="1931" y="121"/>
                </a:lnTo>
                <a:lnTo>
                  <a:pt x="1932" y="121"/>
                </a:lnTo>
                <a:lnTo>
                  <a:pt x="1933" y="121"/>
                </a:lnTo>
                <a:lnTo>
                  <a:pt x="1933" y="120"/>
                </a:lnTo>
                <a:lnTo>
                  <a:pt x="1934" y="120"/>
                </a:lnTo>
                <a:lnTo>
                  <a:pt x="1934" y="119"/>
                </a:lnTo>
                <a:lnTo>
                  <a:pt x="1935" y="119"/>
                </a:lnTo>
                <a:lnTo>
                  <a:pt x="1935" y="118"/>
                </a:lnTo>
                <a:lnTo>
                  <a:pt x="1936" y="118"/>
                </a:lnTo>
                <a:lnTo>
                  <a:pt x="1937" y="118"/>
                </a:lnTo>
                <a:lnTo>
                  <a:pt x="1938" y="118"/>
                </a:lnTo>
                <a:lnTo>
                  <a:pt x="1938" y="119"/>
                </a:lnTo>
                <a:lnTo>
                  <a:pt x="1939" y="119"/>
                </a:lnTo>
                <a:lnTo>
                  <a:pt x="1939" y="120"/>
                </a:lnTo>
                <a:lnTo>
                  <a:pt x="1938" y="120"/>
                </a:lnTo>
                <a:lnTo>
                  <a:pt x="1938" y="121"/>
                </a:lnTo>
                <a:lnTo>
                  <a:pt x="1939" y="121"/>
                </a:lnTo>
                <a:lnTo>
                  <a:pt x="1939" y="122"/>
                </a:lnTo>
                <a:lnTo>
                  <a:pt x="1939" y="123"/>
                </a:lnTo>
                <a:lnTo>
                  <a:pt x="1939" y="124"/>
                </a:lnTo>
                <a:lnTo>
                  <a:pt x="1940" y="124"/>
                </a:lnTo>
                <a:lnTo>
                  <a:pt x="1941" y="124"/>
                </a:lnTo>
                <a:lnTo>
                  <a:pt x="1941" y="125"/>
                </a:lnTo>
                <a:lnTo>
                  <a:pt x="1942" y="125"/>
                </a:lnTo>
                <a:lnTo>
                  <a:pt x="1942" y="126"/>
                </a:lnTo>
                <a:lnTo>
                  <a:pt x="1941" y="126"/>
                </a:lnTo>
                <a:lnTo>
                  <a:pt x="1941" y="127"/>
                </a:lnTo>
                <a:lnTo>
                  <a:pt x="1942" y="127"/>
                </a:lnTo>
                <a:lnTo>
                  <a:pt x="1942" y="128"/>
                </a:lnTo>
                <a:lnTo>
                  <a:pt x="1942" y="129"/>
                </a:lnTo>
                <a:lnTo>
                  <a:pt x="1943" y="130"/>
                </a:lnTo>
                <a:lnTo>
                  <a:pt x="1943" y="131"/>
                </a:lnTo>
                <a:lnTo>
                  <a:pt x="1944" y="131"/>
                </a:lnTo>
                <a:lnTo>
                  <a:pt x="1944" y="132"/>
                </a:lnTo>
                <a:lnTo>
                  <a:pt x="1945" y="132"/>
                </a:lnTo>
                <a:lnTo>
                  <a:pt x="1946" y="132"/>
                </a:lnTo>
                <a:lnTo>
                  <a:pt x="1947" y="132"/>
                </a:lnTo>
                <a:lnTo>
                  <a:pt x="1948" y="132"/>
                </a:lnTo>
                <a:lnTo>
                  <a:pt x="1948" y="131"/>
                </a:lnTo>
                <a:lnTo>
                  <a:pt x="1949" y="131"/>
                </a:lnTo>
                <a:lnTo>
                  <a:pt x="1950" y="132"/>
                </a:lnTo>
                <a:lnTo>
                  <a:pt x="1951" y="132"/>
                </a:lnTo>
                <a:lnTo>
                  <a:pt x="1951" y="131"/>
                </a:lnTo>
                <a:lnTo>
                  <a:pt x="1951" y="132"/>
                </a:lnTo>
                <a:lnTo>
                  <a:pt x="1952" y="132"/>
                </a:lnTo>
                <a:lnTo>
                  <a:pt x="1952" y="133"/>
                </a:lnTo>
                <a:lnTo>
                  <a:pt x="1953" y="133"/>
                </a:lnTo>
                <a:lnTo>
                  <a:pt x="1954" y="134"/>
                </a:lnTo>
                <a:lnTo>
                  <a:pt x="1954" y="133"/>
                </a:lnTo>
                <a:lnTo>
                  <a:pt x="1955" y="133"/>
                </a:lnTo>
                <a:lnTo>
                  <a:pt x="1955" y="134"/>
                </a:lnTo>
                <a:lnTo>
                  <a:pt x="1955" y="135"/>
                </a:lnTo>
                <a:lnTo>
                  <a:pt x="1956" y="135"/>
                </a:lnTo>
                <a:lnTo>
                  <a:pt x="1956" y="136"/>
                </a:lnTo>
                <a:lnTo>
                  <a:pt x="1957" y="136"/>
                </a:lnTo>
                <a:lnTo>
                  <a:pt x="1957" y="138"/>
                </a:lnTo>
                <a:lnTo>
                  <a:pt x="1958" y="138"/>
                </a:lnTo>
                <a:lnTo>
                  <a:pt x="1959" y="138"/>
                </a:lnTo>
                <a:lnTo>
                  <a:pt x="1960" y="138"/>
                </a:lnTo>
                <a:lnTo>
                  <a:pt x="1961" y="138"/>
                </a:lnTo>
                <a:lnTo>
                  <a:pt x="1961" y="139"/>
                </a:lnTo>
                <a:lnTo>
                  <a:pt x="1960" y="139"/>
                </a:lnTo>
                <a:lnTo>
                  <a:pt x="1961" y="139"/>
                </a:lnTo>
                <a:lnTo>
                  <a:pt x="1961" y="140"/>
                </a:lnTo>
                <a:lnTo>
                  <a:pt x="1961" y="139"/>
                </a:lnTo>
                <a:lnTo>
                  <a:pt x="1962" y="139"/>
                </a:lnTo>
                <a:lnTo>
                  <a:pt x="1963" y="139"/>
                </a:lnTo>
                <a:lnTo>
                  <a:pt x="1964" y="141"/>
                </a:lnTo>
                <a:lnTo>
                  <a:pt x="1964" y="142"/>
                </a:lnTo>
                <a:lnTo>
                  <a:pt x="1964" y="143"/>
                </a:lnTo>
                <a:lnTo>
                  <a:pt x="1964" y="144"/>
                </a:lnTo>
                <a:lnTo>
                  <a:pt x="1965" y="144"/>
                </a:lnTo>
                <a:lnTo>
                  <a:pt x="1965" y="145"/>
                </a:lnTo>
                <a:lnTo>
                  <a:pt x="1966" y="145"/>
                </a:lnTo>
                <a:lnTo>
                  <a:pt x="1966" y="146"/>
                </a:lnTo>
                <a:lnTo>
                  <a:pt x="1966" y="147"/>
                </a:lnTo>
                <a:lnTo>
                  <a:pt x="1967" y="147"/>
                </a:lnTo>
                <a:lnTo>
                  <a:pt x="1968" y="147"/>
                </a:lnTo>
                <a:lnTo>
                  <a:pt x="1968" y="148"/>
                </a:lnTo>
                <a:lnTo>
                  <a:pt x="1969" y="148"/>
                </a:lnTo>
                <a:lnTo>
                  <a:pt x="1969" y="149"/>
                </a:lnTo>
                <a:lnTo>
                  <a:pt x="1970" y="149"/>
                </a:lnTo>
                <a:lnTo>
                  <a:pt x="1971" y="149"/>
                </a:lnTo>
                <a:lnTo>
                  <a:pt x="1971" y="150"/>
                </a:lnTo>
                <a:lnTo>
                  <a:pt x="1971" y="151"/>
                </a:lnTo>
                <a:lnTo>
                  <a:pt x="1971" y="152"/>
                </a:lnTo>
                <a:lnTo>
                  <a:pt x="1972" y="152"/>
                </a:lnTo>
                <a:lnTo>
                  <a:pt x="1972" y="153"/>
                </a:lnTo>
                <a:lnTo>
                  <a:pt x="1973" y="152"/>
                </a:lnTo>
                <a:lnTo>
                  <a:pt x="1974" y="152"/>
                </a:lnTo>
                <a:lnTo>
                  <a:pt x="1974" y="153"/>
                </a:lnTo>
                <a:lnTo>
                  <a:pt x="1975" y="153"/>
                </a:lnTo>
                <a:lnTo>
                  <a:pt x="1975" y="154"/>
                </a:lnTo>
                <a:lnTo>
                  <a:pt x="1976" y="154"/>
                </a:lnTo>
                <a:lnTo>
                  <a:pt x="1976" y="155"/>
                </a:lnTo>
                <a:lnTo>
                  <a:pt x="1976" y="156"/>
                </a:lnTo>
                <a:lnTo>
                  <a:pt x="1977" y="156"/>
                </a:lnTo>
                <a:lnTo>
                  <a:pt x="1978" y="157"/>
                </a:lnTo>
                <a:lnTo>
                  <a:pt x="1979" y="157"/>
                </a:lnTo>
                <a:lnTo>
                  <a:pt x="1980" y="157"/>
                </a:lnTo>
                <a:lnTo>
                  <a:pt x="1980" y="158"/>
                </a:lnTo>
                <a:lnTo>
                  <a:pt x="1981" y="158"/>
                </a:lnTo>
                <a:lnTo>
                  <a:pt x="1982" y="158"/>
                </a:lnTo>
                <a:lnTo>
                  <a:pt x="1983" y="157"/>
                </a:lnTo>
                <a:lnTo>
                  <a:pt x="1984" y="157"/>
                </a:lnTo>
                <a:lnTo>
                  <a:pt x="1985" y="158"/>
                </a:lnTo>
                <a:lnTo>
                  <a:pt x="1985" y="159"/>
                </a:lnTo>
                <a:lnTo>
                  <a:pt x="1986" y="159"/>
                </a:lnTo>
                <a:lnTo>
                  <a:pt x="1987" y="159"/>
                </a:lnTo>
                <a:lnTo>
                  <a:pt x="1987" y="160"/>
                </a:lnTo>
                <a:lnTo>
                  <a:pt x="1988" y="160"/>
                </a:lnTo>
                <a:lnTo>
                  <a:pt x="1988" y="161"/>
                </a:lnTo>
                <a:lnTo>
                  <a:pt x="1989" y="161"/>
                </a:lnTo>
                <a:lnTo>
                  <a:pt x="1989" y="162"/>
                </a:lnTo>
                <a:lnTo>
                  <a:pt x="1989" y="163"/>
                </a:lnTo>
                <a:lnTo>
                  <a:pt x="1990" y="163"/>
                </a:lnTo>
                <a:lnTo>
                  <a:pt x="1990" y="164"/>
                </a:lnTo>
                <a:lnTo>
                  <a:pt x="1991" y="164"/>
                </a:lnTo>
                <a:lnTo>
                  <a:pt x="1991" y="165"/>
                </a:lnTo>
                <a:lnTo>
                  <a:pt x="1992" y="165"/>
                </a:lnTo>
                <a:lnTo>
                  <a:pt x="1993" y="165"/>
                </a:lnTo>
                <a:lnTo>
                  <a:pt x="1994" y="165"/>
                </a:lnTo>
                <a:lnTo>
                  <a:pt x="1994" y="166"/>
                </a:lnTo>
                <a:lnTo>
                  <a:pt x="1994" y="165"/>
                </a:lnTo>
                <a:lnTo>
                  <a:pt x="1995" y="165"/>
                </a:lnTo>
                <a:lnTo>
                  <a:pt x="1995" y="166"/>
                </a:lnTo>
                <a:lnTo>
                  <a:pt x="1996" y="166"/>
                </a:lnTo>
                <a:lnTo>
                  <a:pt x="1996" y="167"/>
                </a:lnTo>
                <a:lnTo>
                  <a:pt x="1996" y="168"/>
                </a:lnTo>
                <a:lnTo>
                  <a:pt x="1997" y="168"/>
                </a:lnTo>
                <a:lnTo>
                  <a:pt x="1998" y="168"/>
                </a:lnTo>
                <a:lnTo>
                  <a:pt x="1999" y="168"/>
                </a:lnTo>
                <a:lnTo>
                  <a:pt x="1999" y="167"/>
                </a:lnTo>
                <a:lnTo>
                  <a:pt x="1999" y="168"/>
                </a:lnTo>
                <a:lnTo>
                  <a:pt x="2000" y="168"/>
                </a:lnTo>
                <a:lnTo>
                  <a:pt x="2000" y="169"/>
                </a:lnTo>
                <a:lnTo>
                  <a:pt x="1999" y="169"/>
                </a:lnTo>
                <a:lnTo>
                  <a:pt x="2000" y="169"/>
                </a:lnTo>
                <a:lnTo>
                  <a:pt x="2001" y="169"/>
                </a:lnTo>
                <a:lnTo>
                  <a:pt x="2001" y="170"/>
                </a:lnTo>
                <a:lnTo>
                  <a:pt x="2002" y="170"/>
                </a:lnTo>
                <a:lnTo>
                  <a:pt x="2003" y="170"/>
                </a:lnTo>
                <a:lnTo>
                  <a:pt x="2003" y="169"/>
                </a:lnTo>
                <a:lnTo>
                  <a:pt x="2005" y="169"/>
                </a:lnTo>
                <a:lnTo>
                  <a:pt x="2005" y="170"/>
                </a:lnTo>
                <a:lnTo>
                  <a:pt x="2006" y="170"/>
                </a:lnTo>
                <a:lnTo>
                  <a:pt x="2006" y="171"/>
                </a:lnTo>
                <a:lnTo>
                  <a:pt x="2005" y="171"/>
                </a:lnTo>
                <a:lnTo>
                  <a:pt x="2004" y="171"/>
                </a:lnTo>
                <a:lnTo>
                  <a:pt x="2003" y="171"/>
                </a:lnTo>
                <a:lnTo>
                  <a:pt x="2003" y="170"/>
                </a:lnTo>
                <a:lnTo>
                  <a:pt x="2003" y="171"/>
                </a:lnTo>
                <a:lnTo>
                  <a:pt x="2002" y="171"/>
                </a:lnTo>
                <a:lnTo>
                  <a:pt x="2002" y="172"/>
                </a:lnTo>
                <a:lnTo>
                  <a:pt x="2001" y="172"/>
                </a:lnTo>
                <a:lnTo>
                  <a:pt x="2000" y="172"/>
                </a:lnTo>
                <a:lnTo>
                  <a:pt x="2000" y="173"/>
                </a:lnTo>
                <a:lnTo>
                  <a:pt x="1999" y="173"/>
                </a:lnTo>
                <a:lnTo>
                  <a:pt x="1998" y="173"/>
                </a:lnTo>
                <a:lnTo>
                  <a:pt x="1998" y="174"/>
                </a:lnTo>
                <a:lnTo>
                  <a:pt x="1997" y="174"/>
                </a:lnTo>
                <a:lnTo>
                  <a:pt x="1996" y="174"/>
                </a:lnTo>
                <a:lnTo>
                  <a:pt x="1995" y="174"/>
                </a:lnTo>
                <a:lnTo>
                  <a:pt x="1994" y="174"/>
                </a:lnTo>
                <a:lnTo>
                  <a:pt x="1995" y="175"/>
                </a:lnTo>
                <a:lnTo>
                  <a:pt x="1994" y="176"/>
                </a:lnTo>
                <a:lnTo>
                  <a:pt x="1994" y="177"/>
                </a:lnTo>
                <a:lnTo>
                  <a:pt x="1993" y="177"/>
                </a:lnTo>
                <a:lnTo>
                  <a:pt x="1993" y="178"/>
                </a:lnTo>
                <a:lnTo>
                  <a:pt x="1992" y="178"/>
                </a:lnTo>
                <a:lnTo>
                  <a:pt x="1991" y="178"/>
                </a:lnTo>
                <a:lnTo>
                  <a:pt x="1990" y="177"/>
                </a:lnTo>
                <a:lnTo>
                  <a:pt x="1990" y="178"/>
                </a:lnTo>
                <a:lnTo>
                  <a:pt x="1990" y="179"/>
                </a:lnTo>
                <a:lnTo>
                  <a:pt x="1989" y="179"/>
                </a:lnTo>
                <a:lnTo>
                  <a:pt x="1988" y="179"/>
                </a:lnTo>
                <a:lnTo>
                  <a:pt x="1987" y="179"/>
                </a:lnTo>
                <a:lnTo>
                  <a:pt x="1986" y="179"/>
                </a:lnTo>
                <a:lnTo>
                  <a:pt x="1984" y="179"/>
                </a:lnTo>
                <a:lnTo>
                  <a:pt x="1983" y="179"/>
                </a:lnTo>
                <a:lnTo>
                  <a:pt x="1981" y="178"/>
                </a:lnTo>
                <a:lnTo>
                  <a:pt x="1981" y="179"/>
                </a:lnTo>
                <a:lnTo>
                  <a:pt x="1980" y="179"/>
                </a:lnTo>
                <a:lnTo>
                  <a:pt x="1979" y="180"/>
                </a:lnTo>
                <a:lnTo>
                  <a:pt x="1978" y="180"/>
                </a:lnTo>
                <a:lnTo>
                  <a:pt x="1978" y="179"/>
                </a:lnTo>
                <a:lnTo>
                  <a:pt x="1977" y="179"/>
                </a:lnTo>
                <a:lnTo>
                  <a:pt x="1976" y="179"/>
                </a:lnTo>
                <a:lnTo>
                  <a:pt x="1975" y="179"/>
                </a:lnTo>
                <a:lnTo>
                  <a:pt x="1974" y="179"/>
                </a:lnTo>
                <a:lnTo>
                  <a:pt x="1973" y="179"/>
                </a:lnTo>
                <a:lnTo>
                  <a:pt x="1972" y="179"/>
                </a:lnTo>
                <a:lnTo>
                  <a:pt x="1971" y="179"/>
                </a:lnTo>
                <a:lnTo>
                  <a:pt x="1971" y="178"/>
                </a:lnTo>
                <a:lnTo>
                  <a:pt x="1970" y="178"/>
                </a:lnTo>
                <a:lnTo>
                  <a:pt x="1970" y="179"/>
                </a:lnTo>
                <a:lnTo>
                  <a:pt x="1969" y="179"/>
                </a:lnTo>
                <a:lnTo>
                  <a:pt x="1968" y="179"/>
                </a:lnTo>
                <a:lnTo>
                  <a:pt x="1967" y="179"/>
                </a:lnTo>
                <a:lnTo>
                  <a:pt x="1966" y="179"/>
                </a:lnTo>
                <a:lnTo>
                  <a:pt x="1965" y="178"/>
                </a:lnTo>
                <a:lnTo>
                  <a:pt x="1965" y="177"/>
                </a:lnTo>
                <a:lnTo>
                  <a:pt x="1964" y="177"/>
                </a:lnTo>
                <a:lnTo>
                  <a:pt x="1962" y="177"/>
                </a:lnTo>
                <a:lnTo>
                  <a:pt x="1961" y="177"/>
                </a:lnTo>
                <a:lnTo>
                  <a:pt x="1961" y="176"/>
                </a:lnTo>
                <a:lnTo>
                  <a:pt x="1960" y="176"/>
                </a:lnTo>
                <a:lnTo>
                  <a:pt x="1960" y="175"/>
                </a:lnTo>
                <a:lnTo>
                  <a:pt x="1960" y="174"/>
                </a:lnTo>
                <a:lnTo>
                  <a:pt x="1959" y="174"/>
                </a:lnTo>
                <a:lnTo>
                  <a:pt x="1959" y="173"/>
                </a:lnTo>
                <a:lnTo>
                  <a:pt x="1958" y="173"/>
                </a:lnTo>
                <a:lnTo>
                  <a:pt x="1957" y="173"/>
                </a:lnTo>
                <a:lnTo>
                  <a:pt x="1957" y="174"/>
                </a:lnTo>
                <a:lnTo>
                  <a:pt x="1957" y="175"/>
                </a:lnTo>
                <a:lnTo>
                  <a:pt x="1956" y="175"/>
                </a:lnTo>
                <a:lnTo>
                  <a:pt x="1956" y="176"/>
                </a:lnTo>
                <a:lnTo>
                  <a:pt x="1955" y="176"/>
                </a:lnTo>
                <a:lnTo>
                  <a:pt x="1955" y="177"/>
                </a:lnTo>
                <a:lnTo>
                  <a:pt x="1955" y="178"/>
                </a:lnTo>
                <a:lnTo>
                  <a:pt x="1954" y="178"/>
                </a:lnTo>
                <a:lnTo>
                  <a:pt x="1955" y="178"/>
                </a:lnTo>
                <a:lnTo>
                  <a:pt x="1955" y="179"/>
                </a:lnTo>
                <a:lnTo>
                  <a:pt x="1955" y="180"/>
                </a:lnTo>
                <a:lnTo>
                  <a:pt x="1956" y="180"/>
                </a:lnTo>
                <a:lnTo>
                  <a:pt x="1956" y="181"/>
                </a:lnTo>
                <a:lnTo>
                  <a:pt x="1957" y="181"/>
                </a:lnTo>
                <a:lnTo>
                  <a:pt x="1957" y="182"/>
                </a:lnTo>
                <a:lnTo>
                  <a:pt x="1958" y="183"/>
                </a:lnTo>
                <a:lnTo>
                  <a:pt x="1958" y="184"/>
                </a:lnTo>
                <a:lnTo>
                  <a:pt x="1959" y="184"/>
                </a:lnTo>
                <a:lnTo>
                  <a:pt x="1958" y="185"/>
                </a:lnTo>
                <a:lnTo>
                  <a:pt x="1957" y="185"/>
                </a:lnTo>
                <a:lnTo>
                  <a:pt x="1957" y="186"/>
                </a:lnTo>
                <a:lnTo>
                  <a:pt x="1957" y="187"/>
                </a:lnTo>
                <a:lnTo>
                  <a:pt x="1957" y="188"/>
                </a:lnTo>
                <a:lnTo>
                  <a:pt x="1956" y="189"/>
                </a:lnTo>
                <a:lnTo>
                  <a:pt x="1957" y="190"/>
                </a:lnTo>
                <a:lnTo>
                  <a:pt x="1957" y="191"/>
                </a:lnTo>
                <a:lnTo>
                  <a:pt x="1957" y="192"/>
                </a:lnTo>
                <a:lnTo>
                  <a:pt x="1957" y="193"/>
                </a:lnTo>
                <a:lnTo>
                  <a:pt x="1957" y="194"/>
                </a:lnTo>
                <a:lnTo>
                  <a:pt x="1956" y="194"/>
                </a:lnTo>
                <a:lnTo>
                  <a:pt x="1956" y="195"/>
                </a:lnTo>
                <a:lnTo>
                  <a:pt x="1955" y="195"/>
                </a:lnTo>
                <a:lnTo>
                  <a:pt x="1955" y="196"/>
                </a:lnTo>
                <a:lnTo>
                  <a:pt x="1955" y="197"/>
                </a:lnTo>
                <a:lnTo>
                  <a:pt x="1954" y="197"/>
                </a:lnTo>
                <a:lnTo>
                  <a:pt x="1954" y="198"/>
                </a:lnTo>
                <a:lnTo>
                  <a:pt x="1954" y="199"/>
                </a:lnTo>
                <a:lnTo>
                  <a:pt x="1955" y="199"/>
                </a:lnTo>
                <a:lnTo>
                  <a:pt x="1955" y="200"/>
                </a:lnTo>
                <a:lnTo>
                  <a:pt x="1956" y="200"/>
                </a:lnTo>
                <a:lnTo>
                  <a:pt x="1957" y="200"/>
                </a:lnTo>
                <a:lnTo>
                  <a:pt x="1957" y="201"/>
                </a:lnTo>
                <a:lnTo>
                  <a:pt x="1959" y="202"/>
                </a:lnTo>
                <a:lnTo>
                  <a:pt x="1960" y="203"/>
                </a:lnTo>
                <a:lnTo>
                  <a:pt x="1961" y="204"/>
                </a:lnTo>
                <a:lnTo>
                  <a:pt x="1963" y="204"/>
                </a:lnTo>
                <a:lnTo>
                  <a:pt x="1964" y="204"/>
                </a:lnTo>
                <a:lnTo>
                  <a:pt x="1965" y="204"/>
                </a:lnTo>
                <a:lnTo>
                  <a:pt x="1966" y="205"/>
                </a:lnTo>
                <a:lnTo>
                  <a:pt x="1967" y="206"/>
                </a:lnTo>
                <a:lnTo>
                  <a:pt x="1968" y="207"/>
                </a:lnTo>
                <a:lnTo>
                  <a:pt x="1969" y="207"/>
                </a:lnTo>
                <a:lnTo>
                  <a:pt x="1970" y="208"/>
                </a:lnTo>
                <a:lnTo>
                  <a:pt x="1972" y="209"/>
                </a:lnTo>
                <a:lnTo>
                  <a:pt x="1972" y="210"/>
                </a:lnTo>
                <a:lnTo>
                  <a:pt x="1973" y="210"/>
                </a:lnTo>
                <a:lnTo>
                  <a:pt x="1974" y="210"/>
                </a:lnTo>
                <a:lnTo>
                  <a:pt x="1974" y="211"/>
                </a:lnTo>
                <a:lnTo>
                  <a:pt x="1974" y="212"/>
                </a:lnTo>
                <a:lnTo>
                  <a:pt x="1973" y="212"/>
                </a:lnTo>
                <a:lnTo>
                  <a:pt x="1972" y="211"/>
                </a:lnTo>
                <a:lnTo>
                  <a:pt x="1971" y="211"/>
                </a:lnTo>
                <a:lnTo>
                  <a:pt x="1970" y="211"/>
                </a:lnTo>
                <a:lnTo>
                  <a:pt x="1970" y="212"/>
                </a:lnTo>
                <a:lnTo>
                  <a:pt x="1971" y="212"/>
                </a:lnTo>
                <a:lnTo>
                  <a:pt x="1972" y="212"/>
                </a:lnTo>
                <a:lnTo>
                  <a:pt x="1972" y="213"/>
                </a:lnTo>
                <a:lnTo>
                  <a:pt x="1972" y="214"/>
                </a:lnTo>
                <a:lnTo>
                  <a:pt x="1973" y="215"/>
                </a:lnTo>
                <a:lnTo>
                  <a:pt x="1974" y="215"/>
                </a:lnTo>
                <a:lnTo>
                  <a:pt x="1974" y="214"/>
                </a:lnTo>
                <a:lnTo>
                  <a:pt x="1975" y="214"/>
                </a:lnTo>
                <a:lnTo>
                  <a:pt x="1976" y="215"/>
                </a:lnTo>
                <a:lnTo>
                  <a:pt x="1977" y="215"/>
                </a:lnTo>
                <a:lnTo>
                  <a:pt x="1978" y="215"/>
                </a:lnTo>
                <a:lnTo>
                  <a:pt x="1978" y="216"/>
                </a:lnTo>
                <a:lnTo>
                  <a:pt x="1979" y="216"/>
                </a:lnTo>
                <a:lnTo>
                  <a:pt x="1980" y="216"/>
                </a:lnTo>
                <a:lnTo>
                  <a:pt x="1980" y="217"/>
                </a:lnTo>
                <a:lnTo>
                  <a:pt x="1981" y="217"/>
                </a:lnTo>
                <a:lnTo>
                  <a:pt x="1981" y="216"/>
                </a:lnTo>
                <a:lnTo>
                  <a:pt x="1982" y="216"/>
                </a:lnTo>
                <a:lnTo>
                  <a:pt x="1983" y="216"/>
                </a:lnTo>
                <a:lnTo>
                  <a:pt x="1984" y="216"/>
                </a:lnTo>
                <a:lnTo>
                  <a:pt x="1985" y="216"/>
                </a:lnTo>
                <a:lnTo>
                  <a:pt x="1986" y="217"/>
                </a:lnTo>
                <a:lnTo>
                  <a:pt x="1986" y="218"/>
                </a:lnTo>
                <a:lnTo>
                  <a:pt x="1987" y="218"/>
                </a:lnTo>
                <a:lnTo>
                  <a:pt x="1988" y="218"/>
                </a:lnTo>
                <a:lnTo>
                  <a:pt x="1988" y="219"/>
                </a:lnTo>
                <a:lnTo>
                  <a:pt x="1989" y="219"/>
                </a:lnTo>
                <a:lnTo>
                  <a:pt x="1990" y="220"/>
                </a:lnTo>
                <a:lnTo>
                  <a:pt x="1991" y="219"/>
                </a:lnTo>
                <a:lnTo>
                  <a:pt x="1993" y="219"/>
                </a:lnTo>
                <a:lnTo>
                  <a:pt x="1994" y="219"/>
                </a:lnTo>
                <a:lnTo>
                  <a:pt x="1995" y="220"/>
                </a:lnTo>
                <a:lnTo>
                  <a:pt x="1996" y="220"/>
                </a:lnTo>
                <a:lnTo>
                  <a:pt x="1997" y="220"/>
                </a:lnTo>
                <a:lnTo>
                  <a:pt x="1998" y="221"/>
                </a:lnTo>
                <a:lnTo>
                  <a:pt x="2001" y="220"/>
                </a:lnTo>
                <a:lnTo>
                  <a:pt x="2002" y="220"/>
                </a:lnTo>
                <a:lnTo>
                  <a:pt x="2002" y="219"/>
                </a:lnTo>
                <a:lnTo>
                  <a:pt x="2003" y="219"/>
                </a:lnTo>
                <a:lnTo>
                  <a:pt x="2004" y="219"/>
                </a:lnTo>
                <a:lnTo>
                  <a:pt x="2004" y="220"/>
                </a:lnTo>
                <a:lnTo>
                  <a:pt x="2005" y="220"/>
                </a:lnTo>
                <a:lnTo>
                  <a:pt x="2006" y="220"/>
                </a:lnTo>
                <a:lnTo>
                  <a:pt x="2007" y="220"/>
                </a:lnTo>
                <a:lnTo>
                  <a:pt x="2008" y="220"/>
                </a:lnTo>
                <a:lnTo>
                  <a:pt x="2009" y="220"/>
                </a:lnTo>
                <a:lnTo>
                  <a:pt x="2010" y="220"/>
                </a:lnTo>
                <a:lnTo>
                  <a:pt x="2012" y="221"/>
                </a:lnTo>
                <a:lnTo>
                  <a:pt x="2013" y="223"/>
                </a:lnTo>
                <a:lnTo>
                  <a:pt x="2012" y="224"/>
                </a:lnTo>
                <a:lnTo>
                  <a:pt x="2012" y="225"/>
                </a:lnTo>
                <a:lnTo>
                  <a:pt x="2010" y="226"/>
                </a:lnTo>
                <a:lnTo>
                  <a:pt x="2009" y="226"/>
                </a:lnTo>
                <a:lnTo>
                  <a:pt x="2009" y="227"/>
                </a:lnTo>
                <a:lnTo>
                  <a:pt x="2009" y="228"/>
                </a:lnTo>
                <a:lnTo>
                  <a:pt x="2010" y="228"/>
                </a:lnTo>
                <a:lnTo>
                  <a:pt x="2009" y="228"/>
                </a:lnTo>
                <a:lnTo>
                  <a:pt x="2009" y="229"/>
                </a:lnTo>
                <a:lnTo>
                  <a:pt x="2008" y="231"/>
                </a:lnTo>
                <a:lnTo>
                  <a:pt x="2007" y="232"/>
                </a:lnTo>
                <a:lnTo>
                  <a:pt x="2006" y="232"/>
                </a:lnTo>
                <a:lnTo>
                  <a:pt x="2006" y="233"/>
                </a:lnTo>
                <a:lnTo>
                  <a:pt x="2007" y="235"/>
                </a:lnTo>
                <a:lnTo>
                  <a:pt x="2007" y="236"/>
                </a:lnTo>
                <a:lnTo>
                  <a:pt x="2007" y="237"/>
                </a:lnTo>
                <a:lnTo>
                  <a:pt x="2008" y="237"/>
                </a:lnTo>
                <a:lnTo>
                  <a:pt x="2008" y="238"/>
                </a:lnTo>
                <a:lnTo>
                  <a:pt x="2007" y="238"/>
                </a:lnTo>
                <a:lnTo>
                  <a:pt x="2007" y="240"/>
                </a:lnTo>
                <a:lnTo>
                  <a:pt x="2006" y="240"/>
                </a:lnTo>
                <a:lnTo>
                  <a:pt x="2005" y="240"/>
                </a:lnTo>
                <a:lnTo>
                  <a:pt x="2004" y="240"/>
                </a:lnTo>
                <a:lnTo>
                  <a:pt x="2004" y="239"/>
                </a:lnTo>
                <a:lnTo>
                  <a:pt x="2004" y="240"/>
                </a:lnTo>
                <a:lnTo>
                  <a:pt x="2003" y="240"/>
                </a:lnTo>
                <a:lnTo>
                  <a:pt x="2002" y="240"/>
                </a:lnTo>
                <a:lnTo>
                  <a:pt x="2001" y="240"/>
                </a:lnTo>
                <a:lnTo>
                  <a:pt x="2001" y="241"/>
                </a:lnTo>
                <a:lnTo>
                  <a:pt x="2001" y="242"/>
                </a:lnTo>
                <a:lnTo>
                  <a:pt x="2001" y="243"/>
                </a:lnTo>
                <a:lnTo>
                  <a:pt x="2002" y="243"/>
                </a:lnTo>
                <a:lnTo>
                  <a:pt x="2002" y="244"/>
                </a:lnTo>
                <a:lnTo>
                  <a:pt x="2002" y="245"/>
                </a:lnTo>
                <a:lnTo>
                  <a:pt x="2001" y="246"/>
                </a:lnTo>
                <a:lnTo>
                  <a:pt x="2001" y="247"/>
                </a:lnTo>
                <a:lnTo>
                  <a:pt x="2000" y="247"/>
                </a:lnTo>
                <a:lnTo>
                  <a:pt x="2000" y="248"/>
                </a:lnTo>
                <a:lnTo>
                  <a:pt x="1999" y="248"/>
                </a:lnTo>
                <a:lnTo>
                  <a:pt x="1999" y="249"/>
                </a:lnTo>
                <a:lnTo>
                  <a:pt x="1999" y="250"/>
                </a:lnTo>
                <a:lnTo>
                  <a:pt x="2001" y="250"/>
                </a:lnTo>
                <a:lnTo>
                  <a:pt x="2001" y="251"/>
                </a:lnTo>
                <a:lnTo>
                  <a:pt x="2000" y="251"/>
                </a:lnTo>
                <a:lnTo>
                  <a:pt x="2000" y="252"/>
                </a:lnTo>
                <a:lnTo>
                  <a:pt x="1999" y="252"/>
                </a:lnTo>
                <a:lnTo>
                  <a:pt x="1999" y="253"/>
                </a:lnTo>
                <a:lnTo>
                  <a:pt x="2000" y="254"/>
                </a:lnTo>
                <a:lnTo>
                  <a:pt x="1999" y="255"/>
                </a:lnTo>
                <a:lnTo>
                  <a:pt x="1999" y="257"/>
                </a:lnTo>
                <a:lnTo>
                  <a:pt x="1999" y="258"/>
                </a:lnTo>
                <a:lnTo>
                  <a:pt x="1999" y="259"/>
                </a:lnTo>
                <a:lnTo>
                  <a:pt x="1999" y="260"/>
                </a:lnTo>
                <a:lnTo>
                  <a:pt x="1998" y="260"/>
                </a:lnTo>
                <a:lnTo>
                  <a:pt x="1998" y="261"/>
                </a:lnTo>
                <a:lnTo>
                  <a:pt x="1997" y="261"/>
                </a:lnTo>
                <a:lnTo>
                  <a:pt x="1996" y="261"/>
                </a:lnTo>
                <a:lnTo>
                  <a:pt x="1995" y="261"/>
                </a:lnTo>
                <a:lnTo>
                  <a:pt x="1995" y="262"/>
                </a:lnTo>
                <a:lnTo>
                  <a:pt x="1994" y="262"/>
                </a:lnTo>
                <a:lnTo>
                  <a:pt x="1995" y="262"/>
                </a:lnTo>
                <a:lnTo>
                  <a:pt x="1995" y="263"/>
                </a:lnTo>
                <a:lnTo>
                  <a:pt x="1995" y="264"/>
                </a:lnTo>
                <a:lnTo>
                  <a:pt x="1996" y="264"/>
                </a:lnTo>
                <a:lnTo>
                  <a:pt x="1996" y="265"/>
                </a:lnTo>
                <a:lnTo>
                  <a:pt x="1996" y="267"/>
                </a:lnTo>
                <a:lnTo>
                  <a:pt x="1996" y="268"/>
                </a:lnTo>
                <a:lnTo>
                  <a:pt x="1997" y="269"/>
                </a:lnTo>
                <a:lnTo>
                  <a:pt x="1998" y="270"/>
                </a:lnTo>
                <a:lnTo>
                  <a:pt x="1998" y="271"/>
                </a:lnTo>
                <a:lnTo>
                  <a:pt x="1998" y="272"/>
                </a:lnTo>
                <a:lnTo>
                  <a:pt x="1999" y="273"/>
                </a:lnTo>
                <a:lnTo>
                  <a:pt x="1999" y="275"/>
                </a:lnTo>
                <a:lnTo>
                  <a:pt x="1999" y="276"/>
                </a:lnTo>
                <a:lnTo>
                  <a:pt x="1998" y="276"/>
                </a:lnTo>
                <a:lnTo>
                  <a:pt x="1997" y="276"/>
                </a:lnTo>
                <a:lnTo>
                  <a:pt x="1997" y="277"/>
                </a:lnTo>
                <a:lnTo>
                  <a:pt x="1996" y="277"/>
                </a:lnTo>
                <a:lnTo>
                  <a:pt x="1995" y="277"/>
                </a:lnTo>
                <a:lnTo>
                  <a:pt x="1994" y="277"/>
                </a:lnTo>
                <a:lnTo>
                  <a:pt x="1994" y="276"/>
                </a:lnTo>
                <a:lnTo>
                  <a:pt x="1993" y="276"/>
                </a:lnTo>
                <a:lnTo>
                  <a:pt x="1992" y="275"/>
                </a:lnTo>
                <a:lnTo>
                  <a:pt x="1991" y="275"/>
                </a:lnTo>
                <a:lnTo>
                  <a:pt x="1990" y="275"/>
                </a:lnTo>
                <a:lnTo>
                  <a:pt x="1990" y="276"/>
                </a:lnTo>
                <a:lnTo>
                  <a:pt x="1989" y="276"/>
                </a:lnTo>
                <a:lnTo>
                  <a:pt x="1989" y="277"/>
                </a:lnTo>
                <a:lnTo>
                  <a:pt x="1989" y="278"/>
                </a:lnTo>
                <a:lnTo>
                  <a:pt x="1989" y="279"/>
                </a:lnTo>
                <a:lnTo>
                  <a:pt x="1988" y="281"/>
                </a:lnTo>
                <a:lnTo>
                  <a:pt x="1988" y="282"/>
                </a:lnTo>
                <a:lnTo>
                  <a:pt x="1987" y="282"/>
                </a:lnTo>
                <a:lnTo>
                  <a:pt x="1987" y="283"/>
                </a:lnTo>
                <a:lnTo>
                  <a:pt x="1987" y="284"/>
                </a:lnTo>
                <a:lnTo>
                  <a:pt x="1988" y="284"/>
                </a:lnTo>
                <a:lnTo>
                  <a:pt x="1988" y="285"/>
                </a:lnTo>
                <a:lnTo>
                  <a:pt x="1987" y="286"/>
                </a:lnTo>
                <a:lnTo>
                  <a:pt x="1987" y="288"/>
                </a:lnTo>
                <a:lnTo>
                  <a:pt x="1988" y="288"/>
                </a:lnTo>
                <a:lnTo>
                  <a:pt x="1988" y="289"/>
                </a:lnTo>
                <a:lnTo>
                  <a:pt x="1987" y="290"/>
                </a:lnTo>
                <a:lnTo>
                  <a:pt x="1987" y="291"/>
                </a:lnTo>
                <a:lnTo>
                  <a:pt x="1988" y="291"/>
                </a:lnTo>
                <a:lnTo>
                  <a:pt x="1989" y="291"/>
                </a:lnTo>
                <a:lnTo>
                  <a:pt x="1989" y="292"/>
                </a:lnTo>
                <a:lnTo>
                  <a:pt x="1990" y="291"/>
                </a:lnTo>
                <a:lnTo>
                  <a:pt x="1990" y="292"/>
                </a:lnTo>
                <a:lnTo>
                  <a:pt x="1991" y="292"/>
                </a:lnTo>
                <a:lnTo>
                  <a:pt x="1992" y="292"/>
                </a:lnTo>
                <a:lnTo>
                  <a:pt x="1993" y="292"/>
                </a:lnTo>
                <a:lnTo>
                  <a:pt x="1993" y="293"/>
                </a:lnTo>
                <a:lnTo>
                  <a:pt x="1994" y="293"/>
                </a:lnTo>
                <a:lnTo>
                  <a:pt x="1994" y="294"/>
                </a:lnTo>
                <a:lnTo>
                  <a:pt x="1994" y="295"/>
                </a:lnTo>
                <a:lnTo>
                  <a:pt x="1995" y="296"/>
                </a:lnTo>
                <a:lnTo>
                  <a:pt x="1995" y="297"/>
                </a:lnTo>
                <a:lnTo>
                  <a:pt x="1996" y="297"/>
                </a:lnTo>
                <a:lnTo>
                  <a:pt x="1994" y="297"/>
                </a:lnTo>
                <a:lnTo>
                  <a:pt x="1992" y="297"/>
                </a:lnTo>
                <a:lnTo>
                  <a:pt x="1992" y="298"/>
                </a:lnTo>
                <a:lnTo>
                  <a:pt x="1991" y="298"/>
                </a:lnTo>
                <a:lnTo>
                  <a:pt x="1991" y="299"/>
                </a:lnTo>
                <a:lnTo>
                  <a:pt x="1990" y="299"/>
                </a:lnTo>
                <a:lnTo>
                  <a:pt x="1989" y="299"/>
                </a:lnTo>
                <a:lnTo>
                  <a:pt x="1989" y="300"/>
                </a:lnTo>
                <a:lnTo>
                  <a:pt x="1990" y="300"/>
                </a:lnTo>
                <a:lnTo>
                  <a:pt x="1989" y="301"/>
                </a:lnTo>
                <a:lnTo>
                  <a:pt x="1988" y="302"/>
                </a:lnTo>
                <a:lnTo>
                  <a:pt x="1987" y="303"/>
                </a:lnTo>
                <a:lnTo>
                  <a:pt x="1986" y="303"/>
                </a:lnTo>
                <a:lnTo>
                  <a:pt x="1986" y="304"/>
                </a:lnTo>
                <a:lnTo>
                  <a:pt x="1986" y="305"/>
                </a:lnTo>
                <a:lnTo>
                  <a:pt x="1985" y="305"/>
                </a:lnTo>
                <a:lnTo>
                  <a:pt x="1984" y="305"/>
                </a:lnTo>
                <a:lnTo>
                  <a:pt x="1983" y="305"/>
                </a:lnTo>
                <a:lnTo>
                  <a:pt x="1983" y="306"/>
                </a:lnTo>
                <a:lnTo>
                  <a:pt x="1984" y="306"/>
                </a:lnTo>
                <a:lnTo>
                  <a:pt x="1984" y="307"/>
                </a:lnTo>
                <a:lnTo>
                  <a:pt x="1983" y="307"/>
                </a:lnTo>
                <a:lnTo>
                  <a:pt x="1982" y="307"/>
                </a:lnTo>
                <a:lnTo>
                  <a:pt x="1981" y="308"/>
                </a:lnTo>
                <a:lnTo>
                  <a:pt x="1981" y="309"/>
                </a:lnTo>
                <a:lnTo>
                  <a:pt x="1980" y="309"/>
                </a:lnTo>
                <a:lnTo>
                  <a:pt x="1980" y="308"/>
                </a:lnTo>
                <a:lnTo>
                  <a:pt x="1979" y="308"/>
                </a:lnTo>
                <a:lnTo>
                  <a:pt x="1978" y="307"/>
                </a:lnTo>
                <a:lnTo>
                  <a:pt x="1977" y="306"/>
                </a:lnTo>
                <a:lnTo>
                  <a:pt x="1976" y="306"/>
                </a:lnTo>
                <a:lnTo>
                  <a:pt x="1974" y="307"/>
                </a:lnTo>
                <a:lnTo>
                  <a:pt x="1972" y="307"/>
                </a:lnTo>
                <a:lnTo>
                  <a:pt x="1971" y="307"/>
                </a:lnTo>
                <a:lnTo>
                  <a:pt x="1970" y="308"/>
                </a:lnTo>
                <a:lnTo>
                  <a:pt x="1968" y="309"/>
                </a:lnTo>
                <a:lnTo>
                  <a:pt x="1967" y="310"/>
                </a:lnTo>
                <a:lnTo>
                  <a:pt x="1966" y="310"/>
                </a:lnTo>
                <a:lnTo>
                  <a:pt x="1966" y="311"/>
                </a:lnTo>
                <a:lnTo>
                  <a:pt x="1966" y="312"/>
                </a:lnTo>
                <a:lnTo>
                  <a:pt x="1964" y="313"/>
                </a:lnTo>
                <a:lnTo>
                  <a:pt x="1962" y="313"/>
                </a:lnTo>
                <a:lnTo>
                  <a:pt x="1961" y="313"/>
                </a:lnTo>
                <a:lnTo>
                  <a:pt x="1960" y="313"/>
                </a:lnTo>
                <a:lnTo>
                  <a:pt x="1959" y="313"/>
                </a:lnTo>
                <a:lnTo>
                  <a:pt x="1958" y="313"/>
                </a:lnTo>
                <a:lnTo>
                  <a:pt x="1958" y="314"/>
                </a:lnTo>
                <a:lnTo>
                  <a:pt x="1956" y="314"/>
                </a:lnTo>
                <a:lnTo>
                  <a:pt x="1955" y="315"/>
                </a:lnTo>
                <a:lnTo>
                  <a:pt x="1954" y="315"/>
                </a:lnTo>
                <a:lnTo>
                  <a:pt x="1954" y="314"/>
                </a:lnTo>
                <a:lnTo>
                  <a:pt x="1953" y="314"/>
                </a:lnTo>
                <a:lnTo>
                  <a:pt x="1952" y="314"/>
                </a:lnTo>
                <a:lnTo>
                  <a:pt x="1951" y="313"/>
                </a:lnTo>
                <a:lnTo>
                  <a:pt x="1950" y="313"/>
                </a:lnTo>
                <a:lnTo>
                  <a:pt x="1949" y="315"/>
                </a:lnTo>
                <a:lnTo>
                  <a:pt x="1948" y="315"/>
                </a:lnTo>
                <a:lnTo>
                  <a:pt x="1948" y="317"/>
                </a:lnTo>
                <a:lnTo>
                  <a:pt x="1949" y="317"/>
                </a:lnTo>
                <a:lnTo>
                  <a:pt x="1949" y="318"/>
                </a:lnTo>
                <a:lnTo>
                  <a:pt x="1950" y="318"/>
                </a:lnTo>
                <a:lnTo>
                  <a:pt x="1950" y="319"/>
                </a:lnTo>
                <a:lnTo>
                  <a:pt x="1950" y="322"/>
                </a:lnTo>
                <a:lnTo>
                  <a:pt x="1950" y="323"/>
                </a:lnTo>
                <a:lnTo>
                  <a:pt x="1949" y="323"/>
                </a:lnTo>
                <a:lnTo>
                  <a:pt x="1948" y="324"/>
                </a:lnTo>
                <a:lnTo>
                  <a:pt x="1948" y="325"/>
                </a:lnTo>
                <a:lnTo>
                  <a:pt x="1947" y="326"/>
                </a:lnTo>
                <a:lnTo>
                  <a:pt x="1947" y="327"/>
                </a:lnTo>
                <a:lnTo>
                  <a:pt x="1946" y="327"/>
                </a:lnTo>
                <a:lnTo>
                  <a:pt x="1946" y="328"/>
                </a:lnTo>
                <a:lnTo>
                  <a:pt x="1946" y="329"/>
                </a:lnTo>
                <a:lnTo>
                  <a:pt x="1946" y="330"/>
                </a:lnTo>
                <a:lnTo>
                  <a:pt x="1946" y="331"/>
                </a:lnTo>
                <a:lnTo>
                  <a:pt x="1947" y="331"/>
                </a:lnTo>
                <a:lnTo>
                  <a:pt x="1948" y="331"/>
                </a:lnTo>
                <a:lnTo>
                  <a:pt x="1948" y="332"/>
                </a:lnTo>
                <a:lnTo>
                  <a:pt x="1948" y="331"/>
                </a:lnTo>
                <a:lnTo>
                  <a:pt x="1950" y="331"/>
                </a:lnTo>
                <a:lnTo>
                  <a:pt x="1951" y="331"/>
                </a:lnTo>
                <a:lnTo>
                  <a:pt x="1951" y="332"/>
                </a:lnTo>
                <a:lnTo>
                  <a:pt x="1952" y="332"/>
                </a:lnTo>
                <a:lnTo>
                  <a:pt x="1952" y="333"/>
                </a:lnTo>
                <a:lnTo>
                  <a:pt x="1951" y="333"/>
                </a:lnTo>
                <a:lnTo>
                  <a:pt x="1951" y="334"/>
                </a:lnTo>
                <a:lnTo>
                  <a:pt x="1950" y="334"/>
                </a:lnTo>
                <a:lnTo>
                  <a:pt x="1949" y="334"/>
                </a:lnTo>
                <a:lnTo>
                  <a:pt x="1948" y="335"/>
                </a:lnTo>
                <a:lnTo>
                  <a:pt x="1947" y="335"/>
                </a:lnTo>
                <a:lnTo>
                  <a:pt x="1946" y="336"/>
                </a:lnTo>
                <a:lnTo>
                  <a:pt x="1945" y="336"/>
                </a:lnTo>
                <a:lnTo>
                  <a:pt x="1944" y="336"/>
                </a:lnTo>
                <a:lnTo>
                  <a:pt x="1943" y="337"/>
                </a:lnTo>
                <a:lnTo>
                  <a:pt x="1942" y="337"/>
                </a:lnTo>
                <a:lnTo>
                  <a:pt x="1941" y="338"/>
                </a:lnTo>
                <a:lnTo>
                  <a:pt x="1941" y="339"/>
                </a:lnTo>
                <a:lnTo>
                  <a:pt x="1940" y="339"/>
                </a:lnTo>
                <a:lnTo>
                  <a:pt x="1939" y="339"/>
                </a:lnTo>
                <a:lnTo>
                  <a:pt x="1938" y="339"/>
                </a:lnTo>
                <a:lnTo>
                  <a:pt x="1938" y="340"/>
                </a:lnTo>
                <a:lnTo>
                  <a:pt x="1936" y="342"/>
                </a:lnTo>
                <a:lnTo>
                  <a:pt x="1936" y="343"/>
                </a:lnTo>
                <a:lnTo>
                  <a:pt x="1937" y="343"/>
                </a:lnTo>
                <a:lnTo>
                  <a:pt x="1938" y="344"/>
                </a:lnTo>
                <a:lnTo>
                  <a:pt x="1939" y="345"/>
                </a:lnTo>
                <a:lnTo>
                  <a:pt x="1940" y="346"/>
                </a:lnTo>
                <a:lnTo>
                  <a:pt x="1940" y="348"/>
                </a:lnTo>
                <a:lnTo>
                  <a:pt x="1940" y="349"/>
                </a:lnTo>
                <a:lnTo>
                  <a:pt x="1940" y="350"/>
                </a:lnTo>
                <a:lnTo>
                  <a:pt x="1941" y="351"/>
                </a:lnTo>
                <a:lnTo>
                  <a:pt x="1941" y="353"/>
                </a:lnTo>
                <a:lnTo>
                  <a:pt x="1942" y="353"/>
                </a:lnTo>
                <a:lnTo>
                  <a:pt x="1942" y="354"/>
                </a:lnTo>
                <a:lnTo>
                  <a:pt x="1943" y="355"/>
                </a:lnTo>
                <a:lnTo>
                  <a:pt x="1943" y="356"/>
                </a:lnTo>
                <a:lnTo>
                  <a:pt x="1943" y="357"/>
                </a:lnTo>
                <a:lnTo>
                  <a:pt x="1943" y="358"/>
                </a:lnTo>
                <a:lnTo>
                  <a:pt x="1944" y="359"/>
                </a:lnTo>
                <a:lnTo>
                  <a:pt x="1944" y="360"/>
                </a:lnTo>
                <a:lnTo>
                  <a:pt x="1944" y="361"/>
                </a:lnTo>
                <a:lnTo>
                  <a:pt x="1944" y="362"/>
                </a:lnTo>
                <a:lnTo>
                  <a:pt x="1946" y="363"/>
                </a:lnTo>
                <a:lnTo>
                  <a:pt x="1946" y="364"/>
                </a:lnTo>
                <a:lnTo>
                  <a:pt x="1947" y="364"/>
                </a:lnTo>
                <a:lnTo>
                  <a:pt x="1947" y="365"/>
                </a:lnTo>
                <a:lnTo>
                  <a:pt x="1950" y="366"/>
                </a:lnTo>
                <a:lnTo>
                  <a:pt x="1951" y="366"/>
                </a:lnTo>
                <a:lnTo>
                  <a:pt x="1952" y="366"/>
                </a:lnTo>
                <a:lnTo>
                  <a:pt x="1954" y="367"/>
                </a:lnTo>
                <a:lnTo>
                  <a:pt x="1954" y="368"/>
                </a:lnTo>
                <a:lnTo>
                  <a:pt x="1954" y="369"/>
                </a:lnTo>
                <a:lnTo>
                  <a:pt x="1955" y="369"/>
                </a:lnTo>
                <a:lnTo>
                  <a:pt x="1956" y="369"/>
                </a:lnTo>
                <a:lnTo>
                  <a:pt x="1956" y="370"/>
                </a:lnTo>
                <a:lnTo>
                  <a:pt x="1955" y="371"/>
                </a:lnTo>
                <a:lnTo>
                  <a:pt x="1954" y="371"/>
                </a:lnTo>
                <a:lnTo>
                  <a:pt x="1954" y="372"/>
                </a:lnTo>
                <a:lnTo>
                  <a:pt x="1955" y="372"/>
                </a:lnTo>
                <a:lnTo>
                  <a:pt x="1955" y="373"/>
                </a:lnTo>
                <a:lnTo>
                  <a:pt x="1955" y="374"/>
                </a:lnTo>
                <a:lnTo>
                  <a:pt x="1955" y="376"/>
                </a:lnTo>
                <a:lnTo>
                  <a:pt x="1954" y="378"/>
                </a:lnTo>
                <a:lnTo>
                  <a:pt x="1954" y="379"/>
                </a:lnTo>
                <a:lnTo>
                  <a:pt x="1954" y="380"/>
                </a:lnTo>
                <a:lnTo>
                  <a:pt x="1953" y="380"/>
                </a:lnTo>
                <a:lnTo>
                  <a:pt x="1952" y="380"/>
                </a:lnTo>
                <a:lnTo>
                  <a:pt x="1952" y="381"/>
                </a:lnTo>
                <a:lnTo>
                  <a:pt x="1953" y="382"/>
                </a:lnTo>
                <a:lnTo>
                  <a:pt x="1953" y="383"/>
                </a:lnTo>
                <a:lnTo>
                  <a:pt x="1952" y="385"/>
                </a:lnTo>
                <a:lnTo>
                  <a:pt x="1952" y="386"/>
                </a:lnTo>
                <a:lnTo>
                  <a:pt x="1951" y="387"/>
                </a:lnTo>
                <a:lnTo>
                  <a:pt x="1951" y="388"/>
                </a:lnTo>
                <a:lnTo>
                  <a:pt x="1950" y="388"/>
                </a:lnTo>
                <a:lnTo>
                  <a:pt x="1949" y="388"/>
                </a:lnTo>
                <a:lnTo>
                  <a:pt x="1948" y="388"/>
                </a:lnTo>
                <a:lnTo>
                  <a:pt x="1948" y="389"/>
                </a:lnTo>
                <a:lnTo>
                  <a:pt x="1949" y="391"/>
                </a:lnTo>
                <a:lnTo>
                  <a:pt x="1950" y="391"/>
                </a:lnTo>
                <a:lnTo>
                  <a:pt x="1949" y="394"/>
                </a:lnTo>
                <a:lnTo>
                  <a:pt x="1948" y="396"/>
                </a:lnTo>
                <a:lnTo>
                  <a:pt x="1947" y="398"/>
                </a:lnTo>
                <a:lnTo>
                  <a:pt x="1947" y="399"/>
                </a:lnTo>
                <a:lnTo>
                  <a:pt x="1947" y="400"/>
                </a:lnTo>
                <a:lnTo>
                  <a:pt x="1947" y="402"/>
                </a:lnTo>
                <a:lnTo>
                  <a:pt x="1946" y="402"/>
                </a:lnTo>
                <a:lnTo>
                  <a:pt x="1945" y="403"/>
                </a:lnTo>
                <a:lnTo>
                  <a:pt x="1945" y="404"/>
                </a:lnTo>
                <a:lnTo>
                  <a:pt x="1945" y="405"/>
                </a:lnTo>
                <a:lnTo>
                  <a:pt x="1945" y="407"/>
                </a:lnTo>
                <a:lnTo>
                  <a:pt x="1946" y="408"/>
                </a:lnTo>
                <a:lnTo>
                  <a:pt x="1946" y="409"/>
                </a:lnTo>
                <a:lnTo>
                  <a:pt x="1947" y="409"/>
                </a:lnTo>
                <a:lnTo>
                  <a:pt x="1948" y="410"/>
                </a:lnTo>
                <a:lnTo>
                  <a:pt x="1948" y="412"/>
                </a:lnTo>
                <a:lnTo>
                  <a:pt x="1947" y="412"/>
                </a:lnTo>
                <a:lnTo>
                  <a:pt x="1947" y="413"/>
                </a:lnTo>
                <a:lnTo>
                  <a:pt x="1948" y="413"/>
                </a:lnTo>
                <a:lnTo>
                  <a:pt x="1948" y="414"/>
                </a:lnTo>
                <a:lnTo>
                  <a:pt x="1948" y="413"/>
                </a:lnTo>
                <a:lnTo>
                  <a:pt x="1949" y="413"/>
                </a:lnTo>
                <a:lnTo>
                  <a:pt x="1951" y="414"/>
                </a:lnTo>
                <a:lnTo>
                  <a:pt x="1954" y="415"/>
                </a:lnTo>
                <a:lnTo>
                  <a:pt x="1954" y="416"/>
                </a:lnTo>
                <a:lnTo>
                  <a:pt x="1953" y="416"/>
                </a:lnTo>
                <a:lnTo>
                  <a:pt x="1953" y="417"/>
                </a:lnTo>
                <a:lnTo>
                  <a:pt x="1956" y="417"/>
                </a:lnTo>
                <a:lnTo>
                  <a:pt x="1957" y="417"/>
                </a:lnTo>
                <a:lnTo>
                  <a:pt x="1957" y="416"/>
                </a:lnTo>
                <a:lnTo>
                  <a:pt x="1958" y="417"/>
                </a:lnTo>
                <a:lnTo>
                  <a:pt x="1959" y="417"/>
                </a:lnTo>
                <a:lnTo>
                  <a:pt x="1960" y="416"/>
                </a:lnTo>
                <a:lnTo>
                  <a:pt x="1961" y="417"/>
                </a:lnTo>
                <a:lnTo>
                  <a:pt x="1962" y="416"/>
                </a:lnTo>
                <a:lnTo>
                  <a:pt x="1962" y="415"/>
                </a:lnTo>
                <a:lnTo>
                  <a:pt x="1964" y="415"/>
                </a:lnTo>
                <a:lnTo>
                  <a:pt x="1964" y="414"/>
                </a:lnTo>
                <a:lnTo>
                  <a:pt x="1965" y="414"/>
                </a:lnTo>
                <a:lnTo>
                  <a:pt x="1965" y="415"/>
                </a:lnTo>
                <a:lnTo>
                  <a:pt x="1966" y="414"/>
                </a:lnTo>
                <a:lnTo>
                  <a:pt x="1967" y="414"/>
                </a:lnTo>
                <a:lnTo>
                  <a:pt x="1967" y="413"/>
                </a:lnTo>
                <a:lnTo>
                  <a:pt x="1967" y="412"/>
                </a:lnTo>
                <a:lnTo>
                  <a:pt x="1968" y="412"/>
                </a:lnTo>
                <a:lnTo>
                  <a:pt x="1968" y="411"/>
                </a:lnTo>
                <a:lnTo>
                  <a:pt x="1969" y="411"/>
                </a:lnTo>
                <a:lnTo>
                  <a:pt x="1970" y="411"/>
                </a:lnTo>
                <a:lnTo>
                  <a:pt x="1970" y="412"/>
                </a:lnTo>
                <a:lnTo>
                  <a:pt x="1971" y="413"/>
                </a:lnTo>
                <a:lnTo>
                  <a:pt x="1972" y="414"/>
                </a:lnTo>
                <a:lnTo>
                  <a:pt x="1972" y="415"/>
                </a:lnTo>
                <a:lnTo>
                  <a:pt x="1973" y="414"/>
                </a:lnTo>
                <a:lnTo>
                  <a:pt x="1974" y="414"/>
                </a:lnTo>
                <a:lnTo>
                  <a:pt x="1974" y="415"/>
                </a:lnTo>
                <a:lnTo>
                  <a:pt x="1974" y="416"/>
                </a:lnTo>
                <a:lnTo>
                  <a:pt x="1976" y="415"/>
                </a:lnTo>
                <a:lnTo>
                  <a:pt x="1976" y="414"/>
                </a:lnTo>
                <a:lnTo>
                  <a:pt x="1977" y="414"/>
                </a:lnTo>
                <a:lnTo>
                  <a:pt x="1978" y="413"/>
                </a:lnTo>
                <a:lnTo>
                  <a:pt x="1978" y="414"/>
                </a:lnTo>
                <a:lnTo>
                  <a:pt x="1979" y="414"/>
                </a:lnTo>
                <a:lnTo>
                  <a:pt x="1979" y="413"/>
                </a:lnTo>
                <a:lnTo>
                  <a:pt x="1980" y="413"/>
                </a:lnTo>
                <a:lnTo>
                  <a:pt x="1981" y="413"/>
                </a:lnTo>
                <a:lnTo>
                  <a:pt x="1982" y="413"/>
                </a:lnTo>
                <a:lnTo>
                  <a:pt x="1984" y="414"/>
                </a:lnTo>
                <a:lnTo>
                  <a:pt x="1984" y="415"/>
                </a:lnTo>
                <a:lnTo>
                  <a:pt x="1985" y="415"/>
                </a:lnTo>
                <a:lnTo>
                  <a:pt x="1985" y="416"/>
                </a:lnTo>
                <a:lnTo>
                  <a:pt x="1985" y="417"/>
                </a:lnTo>
                <a:lnTo>
                  <a:pt x="1986" y="417"/>
                </a:lnTo>
                <a:lnTo>
                  <a:pt x="1987" y="417"/>
                </a:lnTo>
                <a:lnTo>
                  <a:pt x="1986" y="418"/>
                </a:lnTo>
                <a:lnTo>
                  <a:pt x="1985" y="419"/>
                </a:lnTo>
                <a:lnTo>
                  <a:pt x="1985" y="420"/>
                </a:lnTo>
                <a:lnTo>
                  <a:pt x="1986" y="421"/>
                </a:lnTo>
                <a:lnTo>
                  <a:pt x="1986" y="422"/>
                </a:lnTo>
                <a:lnTo>
                  <a:pt x="1985" y="422"/>
                </a:lnTo>
                <a:lnTo>
                  <a:pt x="1985" y="423"/>
                </a:lnTo>
                <a:lnTo>
                  <a:pt x="1984" y="423"/>
                </a:lnTo>
                <a:lnTo>
                  <a:pt x="1984" y="424"/>
                </a:lnTo>
                <a:lnTo>
                  <a:pt x="1985" y="424"/>
                </a:lnTo>
                <a:lnTo>
                  <a:pt x="1986" y="424"/>
                </a:lnTo>
                <a:lnTo>
                  <a:pt x="1988" y="426"/>
                </a:lnTo>
                <a:lnTo>
                  <a:pt x="1989" y="427"/>
                </a:lnTo>
                <a:lnTo>
                  <a:pt x="1989" y="428"/>
                </a:lnTo>
                <a:lnTo>
                  <a:pt x="1989" y="429"/>
                </a:lnTo>
                <a:lnTo>
                  <a:pt x="1989" y="431"/>
                </a:lnTo>
                <a:lnTo>
                  <a:pt x="1989" y="432"/>
                </a:lnTo>
                <a:lnTo>
                  <a:pt x="1989" y="433"/>
                </a:lnTo>
                <a:lnTo>
                  <a:pt x="1989" y="434"/>
                </a:lnTo>
                <a:lnTo>
                  <a:pt x="1989" y="435"/>
                </a:lnTo>
                <a:lnTo>
                  <a:pt x="1990" y="435"/>
                </a:lnTo>
                <a:lnTo>
                  <a:pt x="1991" y="436"/>
                </a:lnTo>
                <a:lnTo>
                  <a:pt x="1991" y="437"/>
                </a:lnTo>
                <a:lnTo>
                  <a:pt x="1991" y="438"/>
                </a:lnTo>
                <a:lnTo>
                  <a:pt x="1990" y="438"/>
                </a:lnTo>
                <a:lnTo>
                  <a:pt x="1989" y="438"/>
                </a:lnTo>
                <a:lnTo>
                  <a:pt x="1988" y="438"/>
                </a:lnTo>
                <a:lnTo>
                  <a:pt x="1987" y="438"/>
                </a:lnTo>
                <a:lnTo>
                  <a:pt x="1986" y="438"/>
                </a:lnTo>
                <a:lnTo>
                  <a:pt x="1984" y="439"/>
                </a:lnTo>
                <a:lnTo>
                  <a:pt x="1984" y="441"/>
                </a:lnTo>
                <a:lnTo>
                  <a:pt x="1983" y="442"/>
                </a:lnTo>
                <a:lnTo>
                  <a:pt x="1983" y="443"/>
                </a:lnTo>
                <a:lnTo>
                  <a:pt x="1982" y="443"/>
                </a:lnTo>
                <a:lnTo>
                  <a:pt x="1982" y="444"/>
                </a:lnTo>
                <a:lnTo>
                  <a:pt x="1980" y="444"/>
                </a:lnTo>
                <a:lnTo>
                  <a:pt x="1980" y="445"/>
                </a:lnTo>
                <a:lnTo>
                  <a:pt x="1979" y="448"/>
                </a:lnTo>
                <a:lnTo>
                  <a:pt x="1978" y="450"/>
                </a:lnTo>
                <a:lnTo>
                  <a:pt x="1977" y="450"/>
                </a:lnTo>
                <a:lnTo>
                  <a:pt x="1977" y="449"/>
                </a:lnTo>
                <a:lnTo>
                  <a:pt x="1975" y="449"/>
                </a:lnTo>
                <a:lnTo>
                  <a:pt x="1973" y="448"/>
                </a:lnTo>
                <a:lnTo>
                  <a:pt x="1972" y="448"/>
                </a:lnTo>
                <a:lnTo>
                  <a:pt x="1972" y="449"/>
                </a:lnTo>
                <a:lnTo>
                  <a:pt x="1972" y="450"/>
                </a:lnTo>
                <a:lnTo>
                  <a:pt x="1971" y="449"/>
                </a:lnTo>
                <a:lnTo>
                  <a:pt x="1969" y="449"/>
                </a:lnTo>
                <a:lnTo>
                  <a:pt x="1969" y="450"/>
                </a:lnTo>
                <a:lnTo>
                  <a:pt x="1968" y="450"/>
                </a:lnTo>
                <a:lnTo>
                  <a:pt x="1967" y="450"/>
                </a:lnTo>
                <a:lnTo>
                  <a:pt x="1966" y="450"/>
                </a:lnTo>
                <a:lnTo>
                  <a:pt x="1966" y="451"/>
                </a:lnTo>
                <a:lnTo>
                  <a:pt x="1966" y="452"/>
                </a:lnTo>
                <a:lnTo>
                  <a:pt x="1965" y="452"/>
                </a:lnTo>
                <a:lnTo>
                  <a:pt x="1965" y="453"/>
                </a:lnTo>
                <a:lnTo>
                  <a:pt x="1966" y="454"/>
                </a:lnTo>
                <a:lnTo>
                  <a:pt x="1967" y="454"/>
                </a:lnTo>
                <a:lnTo>
                  <a:pt x="1965" y="454"/>
                </a:lnTo>
                <a:lnTo>
                  <a:pt x="1965" y="455"/>
                </a:lnTo>
                <a:lnTo>
                  <a:pt x="1964" y="456"/>
                </a:lnTo>
                <a:lnTo>
                  <a:pt x="1964" y="457"/>
                </a:lnTo>
                <a:lnTo>
                  <a:pt x="1965" y="457"/>
                </a:lnTo>
                <a:lnTo>
                  <a:pt x="1965" y="458"/>
                </a:lnTo>
                <a:lnTo>
                  <a:pt x="1966" y="459"/>
                </a:lnTo>
                <a:lnTo>
                  <a:pt x="1966" y="461"/>
                </a:lnTo>
                <a:lnTo>
                  <a:pt x="1965" y="461"/>
                </a:lnTo>
                <a:lnTo>
                  <a:pt x="1965" y="463"/>
                </a:lnTo>
                <a:lnTo>
                  <a:pt x="1964" y="463"/>
                </a:lnTo>
                <a:lnTo>
                  <a:pt x="1964" y="464"/>
                </a:lnTo>
                <a:lnTo>
                  <a:pt x="1963" y="464"/>
                </a:lnTo>
                <a:lnTo>
                  <a:pt x="1963" y="465"/>
                </a:lnTo>
                <a:lnTo>
                  <a:pt x="1964" y="465"/>
                </a:lnTo>
                <a:lnTo>
                  <a:pt x="1965" y="465"/>
                </a:lnTo>
                <a:lnTo>
                  <a:pt x="1965" y="466"/>
                </a:lnTo>
                <a:lnTo>
                  <a:pt x="1965" y="467"/>
                </a:lnTo>
                <a:lnTo>
                  <a:pt x="1965" y="469"/>
                </a:lnTo>
                <a:lnTo>
                  <a:pt x="1966" y="469"/>
                </a:lnTo>
                <a:lnTo>
                  <a:pt x="1967" y="469"/>
                </a:lnTo>
                <a:lnTo>
                  <a:pt x="1967" y="470"/>
                </a:lnTo>
                <a:lnTo>
                  <a:pt x="1968" y="470"/>
                </a:lnTo>
                <a:lnTo>
                  <a:pt x="1969" y="470"/>
                </a:lnTo>
                <a:lnTo>
                  <a:pt x="1970" y="470"/>
                </a:lnTo>
                <a:lnTo>
                  <a:pt x="1970" y="471"/>
                </a:lnTo>
                <a:lnTo>
                  <a:pt x="1971" y="471"/>
                </a:lnTo>
                <a:lnTo>
                  <a:pt x="1971" y="470"/>
                </a:lnTo>
                <a:lnTo>
                  <a:pt x="1972" y="470"/>
                </a:lnTo>
                <a:lnTo>
                  <a:pt x="1972" y="471"/>
                </a:lnTo>
                <a:lnTo>
                  <a:pt x="1972" y="472"/>
                </a:lnTo>
                <a:lnTo>
                  <a:pt x="1973" y="473"/>
                </a:lnTo>
                <a:lnTo>
                  <a:pt x="1974" y="473"/>
                </a:lnTo>
                <a:lnTo>
                  <a:pt x="1973" y="474"/>
                </a:lnTo>
                <a:lnTo>
                  <a:pt x="1973" y="476"/>
                </a:lnTo>
                <a:lnTo>
                  <a:pt x="1972" y="476"/>
                </a:lnTo>
                <a:lnTo>
                  <a:pt x="1972" y="477"/>
                </a:lnTo>
                <a:lnTo>
                  <a:pt x="1973" y="477"/>
                </a:lnTo>
                <a:lnTo>
                  <a:pt x="1973" y="478"/>
                </a:lnTo>
                <a:lnTo>
                  <a:pt x="1972" y="478"/>
                </a:lnTo>
                <a:lnTo>
                  <a:pt x="1971" y="478"/>
                </a:lnTo>
                <a:lnTo>
                  <a:pt x="1971" y="479"/>
                </a:lnTo>
                <a:lnTo>
                  <a:pt x="1969" y="479"/>
                </a:lnTo>
                <a:lnTo>
                  <a:pt x="1969" y="480"/>
                </a:lnTo>
                <a:lnTo>
                  <a:pt x="1969" y="481"/>
                </a:lnTo>
                <a:lnTo>
                  <a:pt x="1970" y="482"/>
                </a:lnTo>
                <a:lnTo>
                  <a:pt x="1969" y="483"/>
                </a:lnTo>
                <a:lnTo>
                  <a:pt x="1969" y="484"/>
                </a:lnTo>
                <a:lnTo>
                  <a:pt x="1970" y="485"/>
                </a:lnTo>
                <a:lnTo>
                  <a:pt x="1971" y="485"/>
                </a:lnTo>
                <a:lnTo>
                  <a:pt x="1971" y="486"/>
                </a:lnTo>
                <a:lnTo>
                  <a:pt x="1972" y="487"/>
                </a:lnTo>
                <a:lnTo>
                  <a:pt x="1972" y="488"/>
                </a:lnTo>
                <a:lnTo>
                  <a:pt x="1973" y="488"/>
                </a:lnTo>
                <a:lnTo>
                  <a:pt x="1973" y="489"/>
                </a:lnTo>
                <a:lnTo>
                  <a:pt x="1974" y="489"/>
                </a:lnTo>
                <a:lnTo>
                  <a:pt x="1974" y="490"/>
                </a:lnTo>
                <a:lnTo>
                  <a:pt x="1974" y="491"/>
                </a:lnTo>
                <a:lnTo>
                  <a:pt x="1973" y="491"/>
                </a:lnTo>
                <a:lnTo>
                  <a:pt x="1973" y="492"/>
                </a:lnTo>
                <a:lnTo>
                  <a:pt x="1974" y="492"/>
                </a:lnTo>
                <a:lnTo>
                  <a:pt x="1974" y="493"/>
                </a:lnTo>
                <a:lnTo>
                  <a:pt x="1974" y="494"/>
                </a:lnTo>
                <a:lnTo>
                  <a:pt x="1973" y="494"/>
                </a:lnTo>
                <a:lnTo>
                  <a:pt x="1973" y="495"/>
                </a:lnTo>
                <a:lnTo>
                  <a:pt x="1974" y="495"/>
                </a:lnTo>
                <a:lnTo>
                  <a:pt x="1974" y="496"/>
                </a:lnTo>
                <a:lnTo>
                  <a:pt x="1974" y="497"/>
                </a:lnTo>
                <a:lnTo>
                  <a:pt x="1973" y="497"/>
                </a:lnTo>
                <a:lnTo>
                  <a:pt x="1973" y="498"/>
                </a:lnTo>
                <a:lnTo>
                  <a:pt x="1972" y="499"/>
                </a:lnTo>
                <a:lnTo>
                  <a:pt x="1972" y="501"/>
                </a:lnTo>
                <a:lnTo>
                  <a:pt x="1972" y="502"/>
                </a:lnTo>
                <a:lnTo>
                  <a:pt x="1973" y="502"/>
                </a:lnTo>
                <a:lnTo>
                  <a:pt x="1973" y="503"/>
                </a:lnTo>
                <a:lnTo>
                  <a:pt x="1973" y="504"/>
                </a:lnTo>
                <a:lnTo>
                  <a:pt x="1972" y="504"/>
                </a:lnTo>
                <a:lnTo>
                  <a:pt x="1971" y="504"/>
                </a:lnTo>
                <a:lnTo>
                  <a:pt x="1971" y="505"/>
                </a:lnTo>
                <a:lnTo>
                  <a:pt x="1971" y="506"/>
                </a:lnTo>
                <a:lnTo>
                  <a:pt x="1972" y="506"/>
                </a:lnTo>
                <a:lnTo>
                  <a:pt x="1972" y="507"/>
                </a:lnTo>
                <a:lnTo>
                  <a:pt x="1972" y="508"/>
                </a:lnTo>
                <a:lnTo>
                  <a:pt x="1972" y="509"/>
                </a:lnTo>
                <a:lnTo>
                  <a:pt x="1973" y="509"/>
                </a:lnTo>
                <a:lnTo>
                  <a:pt x="1973" y="510"/>
                </a:lnTo>
                <a:lnTo>
                  <a:pt x="1972" y="510"/>
                </a:lnTo>
                <a:lnTo>
                  <a:pt x="1972" y="511"/>
                </a:lnTo>
                <a:lnTo>
                  <a:pt x="1972" y="512"/>
                </a:lnTo>
                <a:lnTo>
                  <a:pt x="1972" y="513"/>
                </a:lnTo>
                <a:lnTo>
                  <a:pt x="1971" y="514"/>
                </a:lnTo>
                <a:lnTo>
                  <a:pt x="1972" y="515"/>
                </a:lnTo>
                <a:lnTo>
                  <a:pt x="1971" y="516"/>
                </a:lnTo>
                <a:lnTo>
                  <a:pt x="1971" y="517"/>
                </a:lnTo>
                <a:lnTo>
                  <a:pt x="1970" y="517"/>
                </a:lnTo>
                <a:lnTo>
                  <a:pt x="1969" y="517"/>
                </a:lnTo>
                <a:lnTo>
                  <a:pt x="1969" y="518"/>
                </a:lnTo>
                <a:lnTo>
                  <a:pt x="1968" y="519"/>
                </a:lnTo>
                <a:lnTo>
                  <a:pt x="1968" y="520"/>
                </a:lnTo>
                <a:lnTo>
                  <a:pt x="1967" y="521"/>
                </a:lnTo>
                <a:lnTo>
                  <a:pt x="1967" y="522"/>
                </a:lnTo>
                <a:lnTo>
                  <a:pt x="1969" y="523"/>
                </a:lnTo>
                <a:lnTo>
                  <a:pt x="1970" y="523"/>
                </a:lnTo>
                <a:lnTo>
                  <a:pt x="1971" y="524"/>
                </a:lnTo>
                <a:lnTo>
                  <a:pt x="1970" y="526"/>
                </a:lnTo>
                <a:lnTo>
                  <a:pt x="1970" y="527"/>
                </a:lnTo>
                <a:lnTo>
                  <a:pt x="1969" y="527"/>
                </a:lnTo>
                <a:lnTo>
                  <a:pt x="1970" y="528"/>
                </a:lnTo>
                <a:lnTo>
                  <a:pt x="1971" y="529"/>
                </a:lnTo>
                <a:lnTo>
                  <a:pt x="1972" y="530"/>
                </a:lnTo>
                <a:lnTo>
                  <a:pt x="1973" y="530"/>
                </a:lnTo>
                <a:lnTo>
                  <a:pt x="1976" y="530"/>
                </a:lnTo>
                <a:lnTo>
                  <a:pt x="1976" y="531"/>
                </a:lnTo>
                <a:lnTo>
                  <a:pt x="1976" y="532"/>
                </a:lnTo>
                <a:lnTo>
                  <a:pt x="1976" y="533"/>
                </a:lnTo>
                <a:lnTo>
                  <a:pt x="1975" y="533"/>
                </a:lnTo>
                <a:lnTo>
                  <a:pt x="1976" y="533"/>
                </a:lnTo>
                <a:lnTo>
                  <a:pt x="1977" y="533"/>
                </a:lnTo>
                <a:lnTo>
                  <a:pt x="1977" y="535"/>
                </a:lnTo>
                <a:lnTo>
                  <a:pt x="1976" y="536"/>
                </a:lnTo>
                <a:lnTo>
                  <a:pt x="1976" y="537"/>
                </a:lnTo>
                <a:lnTo>
                  <a:pt x="1975" y="538"/>
                </a:lnTo>
                <a:lnTo>
                  <a:pt x="1974" y="538"/>
                </a:lnTo>
                <a:lnTo>
                  <a:pt x="1972" y="540"/>
                </a:lnTo>
                <a:lnTo>
                  <a:pt x="1971" y="540"/>
                </a:lnTo>
                <a:lnTo>
                  <a:pt x="1971" y="541"/>
                </a:lnTo>
                <a:lnTo>
                  <a:pt x="1970" y="541"/>
                </a:lnTo>
                <a:lnTo>
                  <a:pt x="1968" y="542"/>
                </a:lnTo>
                <a:lnTo>
                  <a:pt x="1968" y="544"/>
                </a:lnTo>
                <a:lnTo>
                  <a:pt x="1968" y="545"/>
                </a:lnTo>
                <a:lnTo>
                  <a:pt x="1968" y="546"/>
                </a:lnTo>
                <a:lnTo>
                  <a:pt x="1968" y="547"/>
                </a:lnTo>
                <a:lnTo>
                  <a:pt x="1969" y="547"/>
                </a:lnTo>
                <a:lnTo>
                  <a:pt x="1969" y="548"/>
                </a:lnTo>
                <a:lnTo>
                  <a:pt x="1969" y="550"/>
                </a:lnTo>
                <a:lnTo>
                  <a:pt x="1968" y="550"/>
                </a:lnTo>
                <a:lnTo>
                  <a:pt x="1968" y="551"/>
                </a:lnTo>
                <a:lnTo>
                  <a:pt x="1967" y="553"/>
                </a:lnTo>
                <a:lnTo>
                  <a:pt x="1967" y="554"/>
                </a:lnTo>
                <a:lnTo>
                  <a:pt x="1966" y="556"/>
                </a:lnTo>
                <a:lnTo>
                  <a:pt x="1965" y="556"/>
                </a:lnTo>
                <a:lnTo>
                  <a:pt x="1965" y="557"/>
                </a:lnTo>
                <a:lnTo>
                  <a:pt x="1965" y="558"/>
                </a:lnTo>
                <a:lnTo>
                  <a:pt x="1965" y="559"/>
                </a:lnTo>
                <a:lnTo>
                  <a:pt x="1965" y="561"/>
                </a:lnTo>
                <a:lnTo>
                  <a:pt x="1964" y="561"/>
                </a:lnTo>
                <a:lnTo>
                  <a:pt x="1963" y="562"/>
                </a:lnTo>
                <a:lnTo>
                  <a:pt x="1963" y="563"/>
                </a:lnTo>
                <a:lnTo>
                  <a:pt x="1962" y="563"/>
                </a:lnTo>
                <a:lnTo>
                  <a:pt x="1961" y="563"/>
                </a:lnTo>
                <a:lnTo>
                  <a:pt x="1961" y="564"/>
                </a:lnTo>
                <a:lnTo>
                  <a:pt x="1962" y="565"/>
                </a:lnTo>
                <a:lnTo>
                  <a:pt x="1963" y="566"/>
                </a:lnTo>
                <a:lnTo>
                  <a:pt x="1963" y="567"/>
                </a:lnTo>
                <a:lnTo>
                  <a:pt x="1963" y="568"/>
                </a:lnTo>
                <a:lnTo>
                  <a:pt x="1962" y="568"/>
                </a:lnTo>
                <a:lnTo>
                  <a:pt x="1960" y="569"/>
                </a:lnTo>
                <a:lnTo>
                  <a:pt x="1958" y="570"/>
                </a:lnTo>
                <a:lnTo>
                  <a:pt x="1958" y="571"/>
                </a:lnTo>
                <a:lnTo>
                  <a:pt x="1956" y="571"/>
                </a:lnTo>
                <a:lnTo>
                  <a:pt x="1955" y="570"/>
                </a:lnTo>
                <a:lnTo>
                  <a:pt x="1953" y="570"/>
                </a:lnTo>
                <a:lnTo>
                  <a:pt x="1952" y="570"/>
                </a:lnTo>
                <a:lnTo>
                  <a:pt x="1952" y="571"/>
                </a:lnTo>
                <a:lnTo>
                  <a:pt x="1951" y="572"/>
                </a:lnTo>
                <a:lnTo>
                  <a:pt x="1951" y="573"/>
                </a:lnTo>
                <a:lnTo>
                  <a:pt x="1951" y="574"/>
                </a:lnTo>
                <a:lnTo>
                  <a:pt x="1951" y="575"/>
                </a:lnTo>
                <a:lnTo>
                  <a:pt x="1951" y="576"/>
                </a:lnTo>
                <a:lnTo>
                  <a:pt x="1949" y="575"/>
                </a:lnTo>
                <a:lnTo>
                  <a:pt x="1950" y="575"/>
                </a:lnTo>
                <a:lnTo>
                  <a:pt x="1949" y="575"/>
                </a:lnTo>
                <a:lnTo>
                  <a:pt x="1949" y="574"/>
                </a:lnTo>
                <a:lnTo>
                  <a:pt x="1948" y="574"/>
                </a:lnTo>
                <a:lnTo>
                  <a:pt x="1946" y="574"/>
                </a:lnTo>
                <a:lnTo>
                  <a:pt x="1945" y="574"/>
                </a:lnTo>
                <a:lnTo>
                  <a:pt x="1945" y="573"/>
                </a:lnTo>
                <a:lnTo>
                  <a:pt x="1944" y="573"/>
                </a:lnTo>
                <a:lnTo>
                  <a:pt x="1943" y="573"/>
                </a:lnTo>
                <a:lnTo>
                  <a:pt x="1942" y="573"/>
                </a:lnTo>
                <a:lnTo>
                  <a:pt x="1941" y="573"/>
                </a:lnTo>
                <a:lnTo>
                  <a:pt x="1941" y="574"/>
                </a:lnTo>
                <a:lnTo>
                  <a:pt x="1940" y="575"/>
                </a:lnTo>
                <a:lnTo>
                  <a:pt x="1939" y="577"/>
                </a:lnTo>
                <a:lnTo>
                  <a:pt x="1938" y="577"/>
                </a:lnTo>
                <a:lnTo>
                  <a:pt x="1938" y="578"/>
                </a:lnTo>
                <a:lnTo>
                  <a:pt x="1937" y="578"/>
                </a:lnTo>
                <a:lnTo>
                  <a:pt x="1936" y="578"/>
                </a:lnTo>
                <a:lnTo>
                  <a:pt x="1935" y="578"/>
                </a:lnTo>
                <a:lnTo>
                  <a:pt x="1935" y="579"/>
                </a:lnTo>
                <a:lnTo>
                  <a:pt x="1934" y="579"/>
                </a:lnTo>
                <a:lnTo>
                  <a:pt x="1934" y="578"/>
                </a:lnTo>
                <a:lnTo>
                  <a:pt x="1934" y="579"/>
                </a:lnTo>
                <a:lnTo>
                  <a:pt x="1933" y="579"/>
                </a:lnTo>
                <a:lnTo>
                  <a:pt x="1933" y="580"/>
                </a:lnTo>
                <a:lnTo>
                  <a:pt x="1933" y="581"/>
                </a:lnTo>
                <a:lnTo>
                  <a:pt x="1932" y="582"/>
                </a:lnTo>
                <a:lnTo>
                  <a:pt x="1933" y="582"/>
                </a:lnTo>
                <a:lnTo>
                  <a:pt x="1932" y="584"/>
                </a:lnTo>
                <a:lnTo>
                  <a:pt x="1932" y="585"/>
                </a:lnTo>
                <a:lnTo>
                  <a:pt x="1932" y="586"/>
                </a:lnTo>
                <a:lnTo>
                  <a:pt x="1933" y="586"/>
                </a:lnTo>
                <a:lnTo>
                  <a:pt x="1932" y="587"/>
                </a:lnTo>
                <a:lnTo>
                  <a:pt x="1931" y="587"/>
                </a:lnTo>
                <a:lnTo>
                  <a:pt x="1930" y="587"/>
                </a:lnTo>
                <a:lnTo>
                  <a:pt x="1929" y="587"/>
                </a:lnTo>
                <a:lnTo>
                  <a:pt x="1929" y="588"/>
                </a:lnTo>
                <a:lnTo>
                  <a:pt x="1929" y="589"/>
                </a:lnTo>
                <a:lnTo>
                  <a:pt x="1929" y="590"/>
                </a:lnTo>
                <a:lnTo>
                  <a:pt x="1930" y="590"/>
                </a:lnTo>
                <a:lnTo>
                  <a:pt x="1931" y="590"/>
                </a:lnTo>
                <a:lnTo>
                  <a:pt x="1931" y="591"/>
                </a:lnTo>
                <a:lnTo>
                  <a:pt x="1931" y="592"/>
                </a:lnTo>
                <a:lnTo>
                  <a:pt x="1931" y="593"/>
                </a:lnTo>
                <a:lnTo>
                  <a:pt x="1932" y="594"/>
                </a:lnTo>
                <a:lnTo>
                  <a:pt x="1933" y="595"/>
                </a:lnTo>
                <a:lnTo>
                  <a:pt x="1933" y="596"/>
                </a:lnTo>
                <a:lnTo>
                  <a:pt x="1933" y="597"/>
                </a:lnTo>
                <a:lnTo>
                  <a:pt x="1934" y="598"/>
                </a:lnTo>
                <a:lnTo>
                  <a:pt x="1934" y="599"/>
                </a:lnTo>
                <a:lnTo>
                  <a:pt x="1935" y="600"/>
                </a:lnTo>
                <a:lnTo>
                  <a:pt x="1935" y="601"/>
                </a:lnTo>
                <a:lnTo>
                  <a:pt x="1935" y="602"/>
                </a:lnTo>
                <a:lnTo>
                  <a:pt x="1934" y="602"/>
                </a:lnTo>
                <a:lnTo>
                  <a:pt x="1934" y="603"/>
                </a:lnTo>
                <a:lnTo>
                  <a:pt x="1935" y="604"/>
                </a:lnTo>
                <a:lnTo>
                  <a:pt x="1935" y="605"/>
                </a:lnTo>
                <a:lnTo>
                  <a:pt x="1935" y="606"/>
                </a:lnTo>
                <a:lnTo>
                  <a:pt x="1935" y="607"/>
                </a:lnTo>
                <a:lnTo>
                  <a:pt x="1934" y="608"/>
                </a:lnTo>
                <a:lnTo>
                  <a:pt x="1935" y="608"/>
                </a:lnTo>
                <a:lnTo>
                  <a:pt x="1936" y="608"/>
                </a:lnTo>
                <a:lnTo>
                  <a:pt x="1938" y="609"/>
                </a:lnTo>
                <a:lnTo>
                  <a:pt x="1939" y="611"/>
                </a:lnTo>
                <a:lnTo>
                  <a:pt x="1939" y="612"/>
                </a:lnTo>
                <a:lnTo>
                  <a:pt x="1940" y="612"/>
                </a:lnTo>
                <a:lnTo>
                  <a:pt x="1940" y="613"/>
                </a:lnTo>
                <a:lnTo>
                  <a:pt x="1940" y="614"/>
                </a:lnTo>
                <a:lnTo>
                  <a:pt x="1940" y="615"/>
                </a:lnTo>
                <a:lnTo>
                  <a:pt x="1941" y="615"/>
                </a:lnTo>
                <a:lnTo>
                  <a:pt x="1941" y="617"/>
                </a:lnTo>
                <a:lnTo>
                  <a:pt x="1942" y="617"/>
                </a:lnTo>
                <a:lnTo>
                  <a:pt x="1942" y="618"/>
                </a:lnTo>
                <a:lnTo>
                  <a:pt x="1944" y="619"/>
                </a:lnTo>
                <a:lnTo>
                  <a:pt x="1945" y="619"/>
                </a:lnTo>
                <a:lnTo>
                  <a:pt x="1946" y="619"/>
                </a:lnTo>
                <a:lnTo>
                  <a:pt x="1946" y="620"/>
                </a:lnTo>
                <a:lnTo>
                  <a:pt x="1945" y="621"/>
                </a:lnTo>
                <a:lnTo>
                  <a:pt x="1945" y="623"/>
                </a:lnTo>
                <a:lnTo>
                  <a:pt x="1947" y="625"/>
                </a:lnTo>
                <a:lnTo>
                  <a:pt x="1948" y="626"/>
                </a:lnTo>
                <a:lnTo>
                  <a:pt x="1947" y="626"/>
                </a:lnTo>
                <a:lnTo>
                  <a:pt x="1948" y="627"/>
                </a:lnTo>
                <a:lnTo>
                  <a:pt x="1948" y="628"/>
                </a:lnTo>
                <a:lnTo>
                  <a:pt x="1949" y="629"/>
                </a:lnTo>
                <a:lnTo>
                  <a:pt x="1949" y="630"/>
                </a:lnTo>
                <a:lnTo>
                  <a:pt x="1951" y="630"/>
                </a:lnTo>
                <a:lnTo>
                  <a:pt x="1952" y="630"/>
                </a:lnTo>
                <a:lnTo>
                  <a:pt x="1952" y="631"/>
                </a:lnTo>
                <a:lnTo>
                  <a:pt x="1953" y="630"/>
                </a:lnTo>
                <a:lnTo>
                  <a:pt x="1954" y="630"/>
                </a:lnTo>
                <a:lnTo>
                  <a:pt x="1955" y="630"/>
                </a:lnTo>
                <a:lnTo>
                  <a:pt x="1956" y="630"/>
                </a:lnTo>
                <a:lnTo>
                  <a:pt x="1958" y="631"/>
                </a:lnTo>
                <a:lnTo>
                  <a:pt x="1958" y="632"/>
                </a:lnTo>
                <a:lnTo>
                  <a:pt x="1959" y="632"/>
                </a:lnTo>
                <a:lnTo>
                  <a:pt x="1959" y="633"/>
                </a:lnTo>
                <a:lnTo>
                  <a:pt x="1960" y="633"/>
                </a:lnTo>
                <a:lnTo>
                  <a:pt x="1960" y="634"/>
                </a:lnTo>
                <a:lnTo>
                  <a:pt x="1960" y="635"/>
                </a:lnTo>
                <a:lnTo>
                  <a:pt x="1960" y="636"/>
                </a:lnTo>
                <a:lnTo>
                  <a:pt x="1961" y="637"/>
                </a:lnTo>
                <a:lnTo>
                  <a:pt x="1961" y="638"/>
                </a:lnTo>
                <a:lnTo>
                  <a:pt x="1961" y="639"/>
                </a:lnTo>
                <a:lnTo>
                  <a:pt x="1962" y="640"/>
                </a:lnTo>
                <a:lnTo>
                  <a:pt x="1963" y="640"/>
                </a:lnTo>
                <a:lnTo>
                  <a:pt x="1963" y="641"/>
                </a:lnTo>
                <a:lnTo>
                  <a:pt x="1964" y="641"/>
                </a:lnTo>
                <a:lnTo>
                  <a:pt x="1965" y="642"/>
                </a:lnTo>
                <a:lnTo>
                  <a:pt x="1965" y="644"/>
                </a:lnTo>
                <a:lnTo>
                  <a:pt x="1967" y="644"/>
                </a:lnTo>
                <a:lnTo>
                  <a:pt x="1968" y="644"/>
                </a:lnTo>
                <a:lnTo>
                  <a:pt x="1969" y="644"/>
                </a:lnTo>
                <a:lnTo>
                  <a:pt x="1970" y="645"/>
                </a:lnTo>
                <a:lnTo>
                  <a:pt x="1971" y="646"/>
                </a:lnTo>
                <a:lnTo>
                  <a:pt x="1972" y="646"/>
                </a:lnTo>
                <a:lnTo>
                  <a:pt x="1971" y="646"/>
                </a:lnTo>
                <a:lnTo>
                  <a:pt x="1971" y="647"/>
                </a:lnTo>
                <a:lnTo>
                  <a:pt x="1970" y="647"/>
                </a:lnTo>
                <a:lnTo>
                  <a:pt x="1968" y="650"/>
                </a:lnTo>
                <a:lnTo>
                  <a:pt x="1967" y="651"/>
                </a:lnTo>
                <a:lnTo>
                  <a:pt x="1966" y="653"/>
                </a:lnTo>
                <a:lnTo>
                  <a:pt x="1965" y="653"/>
                </a:lnTo>
                <a:lnTo>
                  <a:pt x="1964" y="654"/>
                </a:lnTo>
                <a:lnTo>
                  <a:pt x="1964" y="655"/>
                </a:lnTo>
                <a:lnTo>
                  <a:pt x="1964" y="656"/>
                </a:lnTo>
                <a:lnTo>
                  <a:pt x="1964" y="657"/>
                </a:lnTo>
                <a:lnTo>
                  <a:pt x="1964" y="658"/>
                </a:lnTo>
                <a:lnTo>
                  <a:pt x="1965" y="658"/>
                </a:lnTo>
                <a:lnTo>
                  <a:pt x="1966" y="658"/>
                </a:lnTo>
                <a:lnTo>
                  <a:pt x="1967" y="658"/>
                </a:lnTo>
                <a:lnTo>
                  <a:pt x="1968" y="658"/>
                </a:lnTo>
                <a:lnTo>
                  <a:pt x="1969" y="658"/>
                </a:lnTo>
                <a:lnTo>
                  <a:pt x="1969" y="659"/>
                </a:lnTo>
                <a:lnTo>
                  <a:pt x="1970" y="659"/>
                </a:lnTo>
                <a:lnTo>
                  <a:pt x="1971" y="660"/>
                </a:lnTo>
                <a:lnTo>
                  <a:pt x="1972" y="661"/>
                </a:lnTo>
                <a:lnTo>
                  <a:pt x="1974" y="662"/>
                </a:lnTo>
                <a:lnTo>
                  <a:pt x="1975" y="662"/>
                </a:lnTo>
                <a:lnTo>
                  <a:pt x="1976" y="663"/>
                </a:lnTo>
                <a:lnTo>
                  <a:pt x="1976" y="664"/>
                </a:lnTo>
                <a:lnTo>
                  <a:pt x="1976" y="665"/>
                </a:lnTo>
                <a:lnTo>
                  <a:pt x="1975" y="665"/>
                </a:lnTo>
                <a:lnTo>
                  <a:pt x="1976" y="666"/>
                </a:lnTo>
                <a:lnTo>
                  <a:pt x="1976" y="667"/>
                </a:lnTo>
                <a:lnTo>
                  <a:pt x="1976" y="668"/>
                </a:lnTo>
                <a:lnTo>
                  <a:pt x="1978" y="670"/>
                </a:lnTo>
                <a:lnTo>
                  <a:pt x="1979" y="671"/>
                </a:lnTo>
                <a:lnTo>
                  <a:pt x="1979" y="672"/>
                </a:lnTo>
                <a:lnTo>
                  <a:pt x="1978" y="672"/>
                </a:lnTo>
                <a:lnTo>
                  <a:pt x="1978" y="673"/>
                </a:lnTo>
                <a:lnTo>
                  <a:pt x="1977" y="673"/>
                </a:lnTo>
                <a:lnTo>
                  <a:pt x="1976" y="674"/>
                </a:lnTo>
                <a:lnTo>
                  <a:pt x="1976" y="675"/>
                </a:lnTo>
                <a:lnTo>
                  <a:pt x="1976" y="676"/>
                </a:lnTo>
                <a:lnTo>
                  <a:pt x="1976" y="677"/>
                </a:lnTo>
                <a:lnTo>
                  <a:pt x="1977" y="677"/>
                </a:lnTo>
                <a:lnTo>
                  <a:pt x="1977" y="678"/>
                </a:lnTo>
                <a:lnTo>
                  <a:pt x="1976" y="679"/>
                </a:lnTo>
                <a:lnTo>
                  <a:pt x="1976" y="680"/>
                </a:lnTo>
                <a:lnTo>
                  <a:pt x="1975" y="680"/>
                </a:lnTo>
                <a:lnTo>
                  <a:pt x="1974" y="681"/>
                </a:lnTo>
                <a:lnTo>
                  <a:pt x="1973" y="683"/>
                </a:lnTo>
                <a:lnTo>
                  <a:pt x="1974" y="684"/>
                </a:lnTo>
                <a:lnTo>
                  <a:pt x="1973" y="685"/>
                </a:lnTo>
                <a:lnTo>
                  <a:pt x="1973" y="686"/>
                </a:lnTo>
                <a:lnTo>
                  <a:pt x="1973" y="687"/>
                </a:lnTo>
                <a:lnTo>
                  <a:pt x="1973" y="688"/>
                </a:lnTo>
                <a:lnTo>
                  <a:pt x="1973" y="689"/>
                </a:lnTo>
                <a:lnTo>
                  <a:pt x="1973" y="690"/>
                </a:lnTo>
                <a:lnTo>
                  <a:pt x="1973" y="691"/>
                </a:lnTo>
                <a:lnTo>
                  <a:pt x="1972" y="692"/>
                </a:lnTo>
                <a:lnTo>
                  <a:pt x="1973" y="693"/>
                </a:lnTo>
                <a:lnTo>
                  <a:pt x="1974" y="693"/>
                </a:lnTo>
                <a:lnTo>
                  <a:pt x="1974" y="694"/>
                </a:lnTo>
                <a:lnTo>
                  <a:pt x="1974" y="695"/>
                </a:lnTo>
                <a:lnTo>
                  <a:pt x="1974" y="696"/>
                </a:lnTo>
                <a:lnTo>
                  <a:pt x="1975" y="696"/>
                </a:lnTo>
                <a:lnTo>
                  <a:pt x="1975" y="697"/>
                </a:lnTo>
                <a:lnTo>
                  <a:pt x="1975" y="698"/>
                </a:lnTo>
                <a:lnTo>
                  <a:pt x="1975" y="699"/>
                </a:lnTo>
                <a:lnTo>
                  <a:pt x="1976" y="700"/>
                </a:lnTo>
                <a:lnTo>
                  <a:pt x="1977" y="700"/>
                </a:lnTo>
                <a:lnTo>
                  <a:pt x="1978" y="700"/>
                </a:lnTo>
                <a:lnTo>
                  <a:pt x="1978" y="701"/>
                </a:lnTo>
                <a:lnTo>
                  <a:pt x="1979" y="701"/>
                </a:lnTo>
                <a:lnTo>
                  <a:pt x="1980" y="701"/>
                </a:lnTo>
                <a:lnTo>
                  <a:pt x="1980" y="702"/>
                </a:lnTo>
                <a:lnTo>
                  <a:pt x="1981" y="702"/>
                </a:lnTo>
                <a:lnTo>
                  <a:pt x="1981" y="703"/>
                </a:lnTo>
                <a:lnTo>
                  <a:pt x="1982" y="703"/>
                </a:lnTo>
                <a:lnTo>
                  <a:pt x="1983" y="704"/>
                </a:lnTo>
                <a:lnTo>
                  <a:pt x="1984" y="704"/>
                </a:lnTo>
                <a:lnTo>
                  <a:pt x="1985" y="704"/>
                </a:lnTo>
                <a:lnTo>
                  <a:pt x="1985" y="705"/>
                </a:lnTo>
                <a:lnTo>
                  <a:pt x="1986" y="705"/>
                </a:lnTo>
                <a:lnTo>
                  <a:pt x="1986" y="706"/>
                </a:lnTo>
                <a:lnTo>
                  <a:pt x="1987" y="706"/>
                </a:lnTo>
                <a:lnTo>
                  <a:pt x="1987" y="707"/>
                </a:lnTo>
                <a:lnTo>
                  <a:pt x="1986" y="707"/>
                </a:lnTo>
                <a:lnTo>
                  <a:pt x="1986" y="708"/>
                </a:lnTo>
                <a:lnTo>
                  <a:pt x="1986" y="710"/>
                </a:lnTo>
                <a:lnTo>
                  <a:pt x="1986" y="711"/>
                </a:lnTo>
                <a:lnTo>
                  <a:pt x="1986" y="712"/>
                </a:lnTo>
                <a:lnTo>
                  <a:pt x="1986" y="714"/>
                </a:lnTo>
                <a:lnTo>
                  <a:pt x="1987" y="714"/>
                </a:lnTo>
                <a:lnTo>
                  <a:pt x="1986" y="715"/>
                </a:lnTo>
                <a:lnTo>
                  <a:pt x="1986" y="716"/>
                </a:lnTo>
                <a:lnTo>
                  <a:pt x="1986" y="717"/>
                </a:lnTo>
                <a:lnTo>
                  <a:pt x="1986" y="718"/>
                </a:lnTo>
                <a:lnTo>
                  <a:pt x="1986" y="719"/>
                </a:lnTo>
                <a:lnTo>
                  <a:pt x="1987" y="719"/>
                </a:lnTo>
                <a:lnTo>
                  <a:pt x="1988" y="720"/>
                </a:lnTo>
                <a:lnTo>
                  <a:pt x="1989" y="720"/>
                </a:lnTo>
                <a:lnTo>
                  <a:pt x="1989" y="721"/>
                </a:lnTo>
                <a:lnTo>
                  <a:pt x="1990" y="721"/>
                </a:lnTo>
                <a:lnTo>
                  <a:pt x="1991" y="721"/>
                </a:lnTo>
                <a:lnTo>
                  <a:pt x="1992" y="722"/>
                </a:lnTo>
                <a:lnTo>
                  <a:pt x="1993" y="722"/>
                </a:lnTo>
                <a:lnTo>
                  <a:pt x="1994" y="722"/>
                </a:lnTo>
                <a:lnTo>
                  <a:pt x="1994" y="723"/>
                </a:lnTo>
                <a:lnTo>
                  <a:pt x="1995" y="723"/>
                </a:lnTo>
                <a:lnTo>
                  <a:pt x="1995" y="724"/>
                </a:lnTo>
                <a:lnTo>
                  <a:pt x="1996" y="724"/>
                </a:lnTo>
                <a:lnTo>
                  <a:pt x="1997" y="724"/>
                </a:lnTo>
                <a:lnTo>
                  <a:pt x="1997" y="725"/>
                </a:lnTo>
                <a:lnTo>
                  <a:pt x="1998" y="725"/>
                </a:lnTo>
                <a:lnTo>
                  <a:pt x="1999" y="725"/>
                </a:lnTo>
                <a:lnTo>
                  <a:pt x="1999" y="726"/>
                </a:lnTo>
                <a:lnTo>
                  <a:pt x="2000" y="726"/>
                </a:lnTo>
                <a:lnTo>
                  <a:pt x="2001" y="726"/>
                </a:lnTo>
                <a:lnTo>
                  <a:pt x="2001" y="727"/>
                </a:lnTo>
                <a:lnTo>
                  <a:pt x="2002" y="727"/>
                </a:lnTo>
                <a:lnTo>
                  <a:pt x="2002" y="728"/>
                </a:lnTo>
                <a:lnTo>
                  <a:pt x="2003" y="728"/>
                </a:lnTo>
                <a:lnTo>
                  <a:pt x="2004" y="728"/>
                </a:lnTo>
                <a:lnTo>
                  <a:pt x="2005" y="728"/>
                </a:lnTo>
                <a:lnTo>
                  <a:pt x="2006" y="728"/>
                </a:lnTo>
                <a:lnTo>
                  <a:pt x="2007" y="728"/>
                </a:lnTo>
                <a:lnTo>
                  <a:pt x="2007" y="729"/>
                </a:lnTo>
                <a:lnTo>
                  <a:pt x="2008" y="729"/>
                </a:lnTo>
                <a:lnTo>
                  <a:pt x="2008" y="730"/>
                </a:lnTo>
                <a:lnTo>
                  <a:pt x="2009" y="730"/>
                </a:lnTo>
                <a:lnTo>
                  <a:pt x="2010" y="730"/>
                </a:lnTo>
                <a:lnTo>
                  <a:pt x="2010" y="731"/>
                </a:lnTo>
                <a:lnTo>
                  <a:pt x="2010" y="732"/>
                </a:lnTo>
                <a:lnTo>
                  <a:pt x="2011" y="733"/>
                </a:lnTo>
                <a:lnTo>
                  <a:pt x="2011" y="734"/>
                </a:lnTo>
                <a:lnTo>
                  <a:pt x="2012" y="736"/>
                </a:lnTo>
                <a:lnTo>
                  <a:pt x="2013" y="737"/>
                </a:lnTo>
                <a:lnTo>
                  <a:pt x="2013" y="739"/>
                </a:lnTo>
                <a:lnTo>
                  <a:pt x="2014" y="740"/>
                </a:lnTo>
                <a:lnTo>
                  <a:pt x="2014" y="741"/>
                </a:lnTo>
                <a:lnTo>
                  <a:pt x="2015" y="742"/>
                </a:lnTo>
                <a:lnTo>
                  <a:pt x="2015" y="743"/>
                </a:lnTo>
                <a:lnTo>
                  <a:pt x="2016" y="744"/>
                </a:lnTo>
                <a:lnTo>
                  <a:pt x="2016" y="745"/>
                </a:lnTo>
                <a:lnTo>
                  <a:pt x="2017" y="746"/>
                </a:lnTo>
                <a:lnTo>
                  <a:pt x="2017" y="747"/>
                </a:lnTo>
                <a:lnTo>
                  <a:pt x="2017" y="748"/>
                </a:lnTo>
                <a:lnTo>
                  <a:pt x="2018" y="748"/>
                </a:lnTo>
                <a:lnTo>
                  <a:pt x="2018" y="749"/>
                </a:lnTo>
                <a:lnTo>
                  <a:pt x="2018" y="750"/>
                </a:lnTo>
                <a:lnTo>
                  <a:pt x="2019" y="751"/>
                </a:lnTo>
                <a:lnTo>
                  <a:pt x="2019" y="752"/>
                </a:lnTo>
                <a:lnTo>
                  <a:pt x="2019" y="753"/>
                </a:lnTo>
                <a:lnTo>
                  <a:pt x="2020" y="753"/>
                </a:lnTo>
                <a:lnTo>
                  <a:pt x="2020" y="754"/>
                </a:lnTo>
                <a:lnTo>
                  <a:pt x="2020" y="755"/>
                </a:lnTo>
                <a:lnTo>
                  <a:pt x="2021" y="756"/>
                </a:lnTo>
                <a:lnTo>
                  <a:pt x="2020" y="757"/>
                </a:lnTo>
                <a:lnTo>
                  <a:pt x="2020" y="758"/>
                </a:lnTo>
                <a:lnTo>
                  <a:pt x="2021" y="758"/>
                </a:lnTo>
                <a:lnTo>
                  <a:pt x="2021" y="759"/>
                </a:lnTo>
                <a:lnTo>
                  <a:pt x="2021" y="760"/>
                </a:lnTo>
                <a:lnTo>
                  <a:pt x="2022" y="760"/>
                </a:lnTo>
                <a:lnTo>
                  <a:pt x="2022" y="761"/>
                </a:lnTo>
                <a:lnTo>
                  <a:pt x="2023" y="761"/>
                </a:lnTo>
                <a:lnTo>
                  <a:pt x="2023" y="762"/>
                </a:lnTo>
                <a:lnTo>
                  <a:pt x="2024" y="762"/>
                </a:lnTo>
                <a:lnTo>
                  <a:pt x="2025" y="762"/>
                </a:lnTo>
                <a:lnTo>
                  <a:pt x="2025" y="763"/>
                </a:lnTo>
                <a:lnTo>
                  <a:pt x="2026" y="764"/>
                </a:lnTo>
                <a:lnTo>
                  <a:pt x="2025" y="764"/>
                </a:lnTo>
                <a:lnTo>
                  <a:pt x="2025" y="765"/>
                </a:lnTo>
                <a:lnTo>
                  <a:pt x="2026" y="765"/>
                </a:lnTo>
                <a:lnTo>
                  <a:pt x="2027" y="765"/>
                </a:lnTo>
                <a:lnTo>
                  <a:pt x="2027" y="766"/>
                </a:lnTo>
                <a:lnTo>
                  <a:pt x="2028" y="767"/>
                </a:lnTo>
                <a:lnTo>
                  <a:pt x="2029" y="768"/>
                </a:lnTo>
                <a:lnTo>
                  <a:pt x="2030" y="768"/>
                </a:lnTo>
                <a:lnTo>
                  <a:pt x="2030" y="769"/>
                </a:lnTo>
                <a:lnTo>
                  <a:pt x="2032" y="769"/>
                </a:lnTo>
                <a:lnTo>
                  <a:pt x="2033" y="769"/>
                </a:lnTo>
                <a:lnTo>
                  <a:pt x="2034" y="769"/>
                </a:lnTo>
                <a:lnTo>
                  <a:pt x="2035" y="769"/>
                </a:lnTo>
                <a:lnTo>
                  <a:pt x="2038" y="769"/>
                </a:lnTo>
                <a:lnTo>
                  <a:pt x="2039" y="769"/>
                </a:lnTo>
                <a:lnTo>
                  <a:pt x="2041" y="769"/>
                </a:lnTo>
                <a:lnTo>
                  <a:pt x="2042" y="769"/>
                </a:lnTo>
                <a:lnTo>
                  <a:pt x="2043" y="769"/>
                </a:lnTo>
                <a:lnTo>
                  <a:pt x="2044" y="770"/>
                </a:lnTo>
                <a:lnTo>
                  <a:pt x="2045" y="770"/>
                </a:lnTo>
                <a:lnTo>
                  <a:pt x="2045" y="769"/>
                </a:lnTo>
                <a:lnTo>
                  <a:pt x="2046" y="770"/>
                </a:lnTo>
                <a:lnTo>
                  <a:pt x="2046" y="771"/>
                </a:lnTo>
                <a:lnTo>
                  <a:pt x="2047" y="771"/>
                </a:lnTo>
                <a:lnTo>
                  <a:pt x="2047" y="772"/>
                </a:lnTo>
                <a:lnTo>
                  <a:pt x="2047" y="773"/>
                </a:lnTo>
                <a:lnTo>
                  <a:pt x="2048" y="773"/>
                </a:lnTo>
                <a:lnTo>
                  <a:pt x="2049" y="774"/>
                </a:lnTo>
                <a:lnTo>
                  <a:pt x="2050" y="774"/>
                </a:lnTo>
                <a:lnTo>
                  <a:pt x="2050" y="775"/>
                </a:lnTo>
                <a:lnTo>
                  <a:pt x="2051" y="775"/>
                </a:lnTo>
                <a:lnTo>
                  <a:pt x="2051" y="776"/>
                </a:lnTo>
                <a:lnTo>
                  <a:pt x="2052" y="776"/>
                </a:lnTo>
                <a:lnTo>
                  <a:pt x="2053" y="776"/>
                </a:lnTo>
                <a:lnTo>
                  <a:pt x="2054" y="776"/>
                </a:lnTo>
                <a:lnTo>
                  <a:pt x="2054" y="777"/>
                </a:lnTo>
                <a:lnTo>
                  <a:pt x="2055" y="777"/>
                </a:lnTo>
                <a:lnTo>
                  <a:pt x="2056" y="778"/>
                </a:lnTo>
                <a:lnTo>
                  <a:pt x="2057" y="779"/>
                </a:lnTo>
                <a:lnTo>
                  <a:pt x="2057" y="780"/>
                </a:lnTo>
                <a:lnTo>
                  <a:pt x="2058" y="781"/>
                </a:lnTo>
                <a:lnTo>
                  <a:pt x="2059" y="782"/>
                </a:lnTo>
                <a:lnTo>
                  <a:pt x="2060" y="783"/>
                </a:lnTo>
                <a:lnTo>
                  <a:pt x="2061" y="784"/>
                </a:lnTo>
                <a:lnTo>
                  <a:pt x="2062" y="785"/>
                </a:lnTo>
                <a:lnTo>
                  <a:pt x="2063" y="786"/>
                </a:lnTo>
                <a:lnTo>
                  <a:pt x="2064" y="787"/>
                </a:lnTo>
                <a:lnTo>
                  <a:pt x="2065" y="788"/>
                </a:lnTo>
                <a:lnTo>
                  <a:pt x="2066" y="790"/>
                </a:lnTo>
                <a:lnTo>
                  <a:pt x="2066" y="791"/>
                </a:lnTo>
                <a:lnTo>
                  <a:pt x="2067" y="791"/>
                </a:lnTo>
                <a:lnTo>
                  <a:pt x="2068" y="792"/>
                </a:lnTo>
                <a:lnTo>
                  <a:pt x="2070" y="794"/>
                </a:lnTo>
                <a:lnTo>
                  <a:pt x="2070" y="795"/>
                </a:lnTo>
                <a:lnTo>
                  <a:pt x="2074" y="798"/>
                </a:lnTo>
                <a:lnTo>
                  <a:pt x="2076" y="799"/>
                </a:lnTo>
                <a:lnTo>
                  <a:pt x="2077" y="800"/>
                </a:lnTo>
                <a:lnTo>
                  <a:pt x="2077" y="801"/>
                </a:lnTo>
                <a:lnTo>
                  <a:pt x="2078" y="802"/>
                </a:lnTo>
                <a:lnTo>
                  <a:pt x="2079" y="801"/>
                </a:lnTo>
                <a:lnTo>
                  <a:pt x="2080" y="801"/>
                </a:lnTo>
                <a:lnTo>
                  <a:pt x="2082" y="802"/>
                </a:lnTo>
                <a:lnTo>
                  <a:pt x="2083" y="802"/>
                </a:lnTo>
                <a:lnTo>
                  <a:pt x="2085" y="801"/>
                </a:lnTo>
                <a:lnTo>
                  <a:pt x="2088" y="803"/>
                </a:lnTo>
                <a:lnTo>
                  <a:pt x="2088" y="804"/>
                </a:lnTo>
                <a:lnTo>
                  <a:pt x="2089" y="804"/>
                </a:lnTo>
                <a:lnTo>
                  <a:pt x="2091" y="806"/>
                </a:lnTo>
                <a:lnTo>
                  <a:pt x="2092" y="807"/>
                </a:lnTo>
                <a:lnTo>
                  <a:pt x="2092" y="808"/>
                </a:lnTo>
                <a:lnTo>
                  <a:pt x="2093" y="808"/>
                </a:lnTo>
                <a:lnTo>
                  <a:pt x="2094" y="809"/>
                </a:lnTo>
                <a:lnTo>
                  <a:pt x="2095" y="809"/>
                </a:lnTo>
                <a:lnTo>
                  <a:pt x="2095" y="808"/>
                </a:lnTo>
                <a:lnTo>
                  <a:pt x="2097" y="808"/>
                </a:lnTo>
                <a:lnTo>
                  <a:pt x="2098" y="809"/>
                </a:lnTo>
                <a:lnTo>
                  <a:pt x="2099" y="809"/>
                </a:lnTo>
                <a:lnTo>
                  <a:pt x="2100" y="809"/>
                </a:lnTo>
                <a:lnTo>
                  <a:pt x="2100" y="810"/>
                </a:lnTo>
                <a:lnTo>
                  <a:pt x="2101" y="810"/>
                </a:lnTo>
                <a:lnTo>
                  <a:pt x="2102" y="810"/>
                </a:lnTo>
                <a:lnTo>
                  <a:pt x="2103" y="809"/>
                </a:lnTo>
                <a:lnTo>
                  <a:pt x="2104" y="809"/>
                </a:lnTo>
                <a:lnTo>
                  <a:pt x="2105" y="809"/>
                </a:lnTo>
                <a:lnTo>
                  <a:pt x="2106" y="809"/>
                </a:lnTo>
                <a:lnTo>
                  <a:pt x="2107" y="809"/>
                </a:lnTo>
                <a:lnTo>
                  <a:pt x="2108" y="809"/>
                </a:lnTo>
                <a:lnTo>
                  <a:pt x="2107" y="810"/>
                </a:lnTo>
                <a:lnTo>
                  <a:pt x="2108" y="810"/>
                </a:lnTo>
                <a:lnTo>
                  <a:pt x="2108" y="811"/>
                </a:lnTo>
                <a:lnTo>
                  <a:pt x="2108" y="812"/>
                </a:lnTo>
                <a:lnTo>
                  <a:pt x="2108" y="813"/>
                </a:lnTo>
                <a:lnTo>
                  <a:pt x="2108" y="814"/>
                </a:lnTo>
                <a:lnTo>
                  <a:pt x="2109" y="814"/>
                </a:lnTo>
                <a:lnTo>
                  <a:pt x="2109" y="815"/>
                </a:lnTo>
                <a:lnTo>
                  <a:pt x="2109" y="816"/>
                </a:lnTo>
                <a:lnTo>
                  <a:pt x="2110" y="817"/>
                </a:lnTo>
                <a:lnTo>
                  <a:pt x="2110" y="816"/>
                </a:lnTo>
                <a:lnTo>
                  <a:pt x="2111" y="816"/>
                </a:lnTo>
                <a:lnTo>
                  <a:pt x="2111" y="815"/>
                </a:lnTo>
                <a:lnTo>
                  <a:pt x="2111" y="814"/>
                </a:lnTo>
                <a:lnTo>
                  <a:pt x="2112" y="814"/>
                </a:lnTo>
                <a:lnTo>
                  <a:pt x="2112" y="813"/>
                </a:lnTo>
                <a:lnTo>
                  <a:pt x="2112" y="812"/>
                </a:lnTo>
                <a:lnTo>
                  <a:pt x="2112" y="811"/>
                </a:lnTo>
                <a:lnTo>
                  <a:pt x="2113" y="811"/>
                </a:lnTo>
                <a:lnTo>
                  <a:pt x="2114" y="811"/>
                </a:lnTo>
                <a:lnTo>
                  <a:pt x="2115" y="810"/>
                </a:lnTo>
                <a:lnTo>
                  <a:pt x="2116" y="810"/>
                </a:lnTo>
                <a:lnTo>
                  <a:pt x="2116" y="811"/>
                </a:lnTo>
                <a:lnTo>
                  <a:pt x="2117" y="811"/>
                </a:lnTo>
                <a:lnTo>
                  <a:pt x="2117" y="812"/>
                </a:lnTo>
                <a:lnTo>
                  <a:pt x="2118" y="812"/>
                </a:lnTo>
                <a:lnTo>
                  <a:pt x="2119" y="812"/>
                </a:lnTo>
                <a:lnTo>
                  <a:pt x="2119" y="811"/>
                </a:lnTo>
                <a:lnTo>
                  <a:pt x="2120" y="811"/>
                </a:lnTo>
                <a:lnTo>
                  <a:pt x="2121" y="811"/>
                </a:lnTo>
                <a:lnTo>
                  <a:pt x="2122" y="812"/>
                </a:lnTo>
                <a:lnTo>
                  <a:pt x="2123" y="812"/>
                </a:lnTo>
                <a:lnTo>
                  <a:pt x="2124" y="812"/>
                </a:lnTo>
                <a:lnTo>
                  <a:pt x="2125" y="812"/>
                </a:lnTo>
                <a:lnTo>
                  <a:pt x="2126" y="812"/>
                </a:lnTo>
                <a:lnTo>
                  <a:pt x="2127" y="812"/>
                </a:lnTo>
                <a:lnTo>
                  <a:pt x="2127" y="813"/>
                </a:lnTo>
                <a:lnTo>
                  <a:pt x="2127" y="812"/>
                </a:lnTo>
                <a:lnTo>
                  <a:pt x="2128" y="812"/>
                </a:lnTo>
                <a:lnTo>
                  <a:pt x="2129" y="812"/>
                </a:lnTo>
                <a:lnTo>
                  <a:pt x="2130" y="813"/>
                </a:lnTo>
                <a:lnTo>
                  <a:pt x="2130" y="814"/>
                </a:lnTo>
                <a:lnTo>
                  <a:pt x="2131" y="814"/>
                </a:lnTo>
                <a:lnTo>
                  <a:pt x="2132" y="815"/>
                </a:lnTo>
                <a:lnTo>
                  <a:pt x="2132" y="816"/>
                </a:lnTo>
                <a:lnTo>
                  <a:pt x="2132" y="817"/>
                </a:lnTo>
                <a:lnTo>
                  <a:pt x="2133" y="817"/>
                </a:lnTo>
                <a:lnTo>
                  <a:pt x="2134" y="817"/>
                </a:lnTo>
                <a:lnTo>
                  <a:pt x="2134" y="816"/>
                </a:lnTo>
                <a:lnTo>
                  <a:pt x="2135" y="816"/>
                </a:lnTo>
                <a:lnTo>
                  <a:pt x="2136" y="816"/>
                </a:lnTo>
                <a:lnTo>
                  <a:pt x="2137" y="815"/>
                </a:lnTo>
                <a:lnTo>
                  <a:pt x="2137" y="816"/>
                </a:lnTo>
                <a:lnTo>
                  <a:pt x="2138" y="815"/>
                </a:lnTo>
                <a:lnTo>
                  <a:pt x="2139" y="815"/>
                </a:lnTo>
                <a:lnTo>
                  <a:pt x="2139" y="816"/>
                </a:lnTo>
                <a:lnTo>
                  <a:pt x="2140" y="816"/>
                </a:lnTo>
                <a:lnTo>
                  <a:pt x="2140" y="817"/>
                </a:lnTo>
                <a:lnTo>
                  <a:pt x="2141" y="817"/>
                </a:lnTo>
                <a:lnTo>
                  <a:pt x="2141" y="818"/>
                </a:lnTo>
                <a:lnTo>
                  <a:pt x="2142" y="819"/>
                </a:lnTo>
                <a:lnTo>
                  <a:pt x="2142" y="820"/>
                </a:lnTo>
                <a:lnTo>
                  <a:pt x="2143" y="820"/>
                </a:lnTo>
                <a:lnTo>
                  <a:pt x="2144" y="820"/>
                </a:lnTo>
                <a:lnTo>
                  <a:pt x="2144" y="821"/>
                </a:lnTo>
                <a:lnTo>
                  <a:pt x="2145" y="822"/>
                </a:lnTo>
                <a:lnTo>
                  <a:pt x="2146" y="822"/>
                </a:lnTo>
                <a:lnTo>
                  <a:pt x="2146" y="823"/>
                </a:lnTo>
                <a:lnTo>
                  <a:pt x="2147" y="823"/>
                </a:lnTo>
                <a:lnTo>
                  <a:pt x="2147" y="824"/>
                </a:lnTo>
                <a:lnTo>
                  <a:pt x="2148" y="824"/>
                </a:lnTo>
                <a:lnTo>
                  <a:pt x="2148" y="825"/>
                </a:lnTo>
                <a:lnTo>
                  <a:pt x="2149" y="825"/>
                </a:lnTo>
                <a:lnTo>
                  <a:pt x="2150" y="825"/>
                </a:lnTo>
                <a:lnTo>
                  <a:pt x="2150" y="824"/>
                </a:lnTo>
                <a:lnTo>
                  <a:pt x="2151" y="822"/>
                </a:lnTo>
                <a:lnTo>
                  <a:pt x="2151" y="821"/>
                </a:lnTo>
                <a:lnTo>
                  <a:pt x="2153" y="821"/>
                </a:lnTo>
                <a:lnTo>
                  <a:pt x="2153" y="820"/>
                </a:lnTo>
                <a:lnTo>
                  <a:pt x="2153" y="819"/>
                </a:lnTo>
                <a:lnTo>
                  <a:pt x="2153" y="818"/>
                </a:lnTo>
                <a:lnTo>
                  <a:pt x="2154" y="818"/>
                </a:lnTo>
                <a:lnTo>
                  <a:pt x="2155" y="818"/>
                </a:lnTo>
                <a:lnTo>
                  <a:pt x="2155" y="817"/>
                </a:lnTo>
                <a:lnTo>
                  <a:pt x="2156" y="817"/>
                </a:lnTo>
                <a:lnTo>
                  <a:pt x="2156" y="818"/>
                </a:lnTo>
                <a:lnTo>
                  <a:pt x="2157" y="818"/>
                </a:lnTo>
                <a:lnTo>
                  <a:pt x="2157" y="819"/>
                </a:lnTo>
                <a:lnTo>
                  <a:pt x="2158" y="819"/>
                </a:lnTo>
                <a:lnTo>
                  <a:pt x="2159" y="819"/>
                </a:lnTo>
                <a:lnTo>
                  <a:pt x="2159" y="818"/>
                </a:lnTo>
                <a:lnTo>
                  <a:pt x="2160" y="817"/>
                </a:lnTo>
                <a:lnTo>
                  <a:pt x="2160" y="816"/>
                </a:lnTo>
                <a:lnTo>
                  <a:pt x="2160" y="815"/>
                </a:lnTo>
                <a:lnTo>
                  <a:pt x="2160" y="816"/>
                </a:lnTo>
                <a:lnTo>
                  <a:pt x="2161" y="815"/>
                </a:lnTo>
                <a:lnTo>
                  <a:pt x="2162" y="815"/>
                </a:lnTo>
                <a:lnTo>
                  <a:pt x="2162" y="816"/>
                </a:lnTo>
                <a:lnTo>
                  <a:pt x="2163" y="816"/>
                </a:lnTo>
                <a:lnTo>
                  <a:pt x="2163" y="815"/>
                </a:lnTo>
                <a:lnTo>
                  <a:pt x="2164" y="815"/>
                </a:lnTo>
                <a:lnTo>
                  <a:pt x="2165" y="815"/>
                </a:lnTo>
                <a:lnTo>
                  <a:pt x="2165" y="814"/>
                </a:lnTo>
                <a:lnTo>
                  <a:pt x="2165" y="813"/>
                </a:lnTo>
                <a:lnTo>
                  <a:pt x="2166" y="813"/>
                </a:lnTo>
                <a:lnTo>
                  <a:pt x="2167" y="813"/>
                </a:lnTo>
                <a:lnTo>
                  <a:pt x="2168" y="813"/>
                </a:lnTo>
                <a:lnTo>
                  <a:pt x="2169" y="813"/>
                </a:lnTo>
                <a:lnTo>
                  <a:pt x="2170" y="813"/>
                </a:lnTo>
                <a:lnTo>
                  <a:pt x="2170" y="814"/>
                </a:lnTo>
                <a:lnTo>
                  <a:pt x="2171" y="814"/>
                </a:lnTo>
                <a:lnTo>
                  <a:pt x="2172" y="814"/>
                </a:lnTo>
                <a:lnTo>
                  <a:pt x="2172" y="815"/>
                </a:lnTo>
                <a:lnTo>
                  <a:pt x="2172" y="816"/>
                </a:lnTo>
                <a:lnTo>
                  <a:pt x="2173" y="816"/>
                </a:lnTo>
                <a:lnTo>
                  <a:pt x="2173" y="817"/>
                </a:lnTo>
                <a:lnTo>
                  <a:pt x="2174" y="817"/>
                </a:lnTo>
                <a:lnTo>
                  <a:pt x="2174" y="816"/>
                </a:lnTo>
                <a:lnTo>
                  <a:pt x="2175" y="817"/>
                </a:lnTo>
                <a:lnTo>
                  <a:pt x="2176" y="818"/>
                </a:lnTo>
                <a:lnTo>
                  <a:pt x="2176" y="819"/>
                </a:lnTo>
                <a:lnTo>
                  <a:pt x="2176" y="820"/>
                </a:lnTo>
                <a:lnTo>
                  <a:pt x="2177" y="820"/>
                </a:lnTo>
                <a:lnTo>
                  <a:pt x="2178" y="821"/>
                </a:lnTo>
                <a:lnTo>
                  <a:pt x="2179" y="822"/>
                </a:lnTo>
                <a:lnTo>
                  <a:pt x="2181" y="822"/>
                </a:lnTo>
                <a:lnTo>
                  <a:pt x="2182" y="823"/>
                </a:lnTo>
                <a:lnTo>
                  <a:pt x="2183" y="823"/>
                </a:lnTo>
                <a:lnTo>
                  <a:pt x="2184" y="823"/>
                </a:lnTo>
                <a:lnTo>
                  <a:pt x="2185" y="824"/>
                </a:lnTo>
                <a:lnTo>
                  <a:pt x="2186" y="824"/>
                </a:lnTo>
                <a:lnTo>
                  <a:pt x="2187" y="824"/>
                </a:lnTo>
                <a:lnTo>
                  <a:pt x="2188" y="825"/>
                </a:lnTo>
                <a:lnTo>
                  <a:pt x="2189" y="825"/>
                </a:lnTo>
                <a:lnTo>
                  <a:pt x="2190" y="825"/>
                </a:lnTo>
                <a:lnTo>
                  <a:pt x="2190" y="826"/>
                </a:lnTo>
                <a:lnTo>
                  <a:pt x="2191" y="826"/>
                </a:lnTo>
                <a:lnTo>
                  <a:pt x="2191" y="828"/>
                </a:lnTo>
                <a:lnTo>
                  <a:pt x="2192" y="828"/>
                </a:lnTo>
                <a:lnTo>
                  <a:pt x="2192" y="829"/>
                </a:lnTo>
                <a:lnTo>
                  <a:pt x="2193" y="829"/>
                </a:lnTo>
                <a:lnTo>
                  <a:pt x="2194" y="829"/>
                </a:lnTo>
                <a:lnTo>
                  <a:pt x="2195" y="829"/>
                </a:lnTo>
                <a:lnTo>
                  <a:pt x="2196" y="830"/>
                </a:lnTo>
                <a:lnTo>
                  <a:pt x="2197" y="830"/>
                </a:lnTo>
                <a:lnTo>
                  <a:pt x="2197" y="831"/>
                </a:lnTo>
                <a:lnTo>
                  <a:pt x="2197" y="832"/>
                </a:lnTo>
                <a:lnTo>
                  <a:pt x="2198" y="832"/>
                </a:lnTo>
                <a:lnTo>
                  <a:pt x="2197" y="832"/>
                </a:lnTo>
                <a:lnTo>
                  <a:pt x="2198" y="832"/>
                </a:lnTo>
                <a:lnTo>
                  <a:pt x="2198" y="833"/>
                </a:lnTo>
                <a:lnTo>
                  <a:pt x="2199" y="833"/>
                </a:lnTo>
                <a:lnTo>
                  <a:pt x="2200" y="833"/>
                </a:lnTo>
                <a:lnTo>
                  <a:pt x="2200" y="832"/>
                </a:lnTo>
                <a:lnTo>
                  <a:pt x="2202" y="832"/>
                </a:lnTo>
                <a:lnTo>
                  <a:pt x="2202" y="831"/>
                </a:lnTo>
                <a:lnTo>
                  <a:pt x="2203" y="830"/>
                </a:lnTo>
                <a:lnTo>
                  <a:pt x="2203" y="829"/>
                </a:lnTo>
                <a:lnTo>
                  <a:pt x="2204" y="829"/>
                </a:lnTo>
                <a:lnTo>
                  <a:pt x="2204" y="828"/>
                </a:lnTo>
                <a:lnTo>
                  <a:pt x="2205" y="828"/>
                </a:lnTo>
                <a:lnTo>
                  <a:pt x="2206" y="828"/>
                </a:lnTo>
                <a:lnTo>
                  <a:pt x="2206" y="827"/>
                </a:lnTo>
                <a:lnTo>
                  <a:pt x="2207" y="827"/>
                </a:lnTo>
                <a:lnTo>
                  <a:pt x="2208" y="826"/>
                </a:lnTo>
                <a:lnTo>
                  <a:pt x="2209" y="826"/>
                </a:lnTo>
                <a:lnTo>
                  <a:pt x="2210" y="826"/>
                </a:lnTo>
                <a:lnTo>
                  <a:pt x="2211" y="827"/>
                </a:lnTo>
                <a:lnTo>
                  <a:pt x="2211" y="828"/>
                </a:lnTo>
                <a:lnTo>
                  <a:pt x="2212" y="828"/>
                </a:lnTo>
                <a:lnTo>
                  <a:pt x="2213" y="828"/>
                </a:lnTo>
                <a:lnTo>
                  <a:pt x="2214" y="828"/>
                </a:lnTo>
                <a:lnTo>
                  <a:pt x="2214" y="829"/>
                </a:lnTo>
                <a:lnTo>
                  <a:pt x="2215" y="829"/>
                </a:lnTo>
                <a:lnTo>
                  <a:pt x="2215" y="828"/>
                </a:lnTo>
                <a:lnTo>
                  <a:pt x="2216" y="828"/>
                </a:lnTo>
                <a:lnTo>
                  <a:pt x="2216" y="829"/>
                </a:lnTo>
                <a:lnTo>
                  <a:pt x="2217" y="830"/>
                </a:lnTo>
                <a:lnTo>
                  <a:pt x="2217" y="831"/>
                </a:lnTo>
                <a:lnTo>
                  <a:pt x="2217" y="832"/>
                </a:lnTo>
                <a:lnTo>
                  <a:pt x="2218" y="832"/>
                </a:lnTo>
                <a:lnTo>
                  <a:pt x="2219" y="832"/>
                </a:lnTo>
                <a:lnTo>
                  <a:pt x="2219" y="833"/>
                </a:lnTo>
                <a:lnTo>
                  <a:pt x="2219" y="834"/>
                </a:lnTo>
                <a:lnTo>
                  <a:pt x="2219" y="835"/>
                </a:lnTo>
                <a:lnTo>
                  <a:pt x="2218" y="835"/>
                </a:lnTo>
                <a:lnTo>
                  <a:pt x="2218" y="837"/>
                </a:lnTo>
                <a:lnTo>
                  <a:pt x="2219" y="837"/>
                </a:lnTo>
                <a:lnTo>
                  <a:pt x="2219" y="838"/>
                </a:lnTo>
                <a:lnTo>
                  <a:pt x="2219" y="839"/>
                </a:lnTo>
                <a:lnTo>
                  <a:pt x="2220" y="840"/>
                </a:lnTo>
                <a:lnTo>
                  <a:pt x="2221" y="840"/>
                </a:lnTo>
                <a:lnTo>
                  <a:pt x="2222" y="841"/>
                </a:lnTo>
                <a:lnTo>
                  <a:pt x="2222" y="842"/>
                </a:lnTo>
                <a:lnTo>
                  <a:pt x="2223" y="843"/>
                </a:lnTo>
                <a:lnTo>
                  <a:pt x="2224" y="843"/>
                </a:lnTo>
                <a:lnTo>
                  <a:pt x="2227" y="844"/>
                </a:lnTo>
                <a:lnTo>
                  <a:pt x="2227" y="845"/>
                </a:lnTo>
                <a:lnTo>
                  <a:pt x="2228" y="845"/>
                </a:lnTo>
                <a:lnTo>
                  <a:pt x="2229" y="846"/>
                </a:lnTo>
                <a:lnTo>
                  <a:pt x="2230" y="847"/>
                </a:lnTo>
                <a:lnTo>
                  <a:pt x="2231" y="847"/>
                </a:lnTo>
                <a:lnTo>
                  <a:pt x="2231" y="848"/>
                </a:lnTo>
                <a:lnTo>
                  <a:pt x="2232" y="848"/>
                </a:lnTo>
                <a:lnTo>
                  <a:pt x="2232" y="849"/>
                </a:lnTo>
                <a:lnTo>
                  <a:pt x="2233" y="849"/>
                </a:lnTo>
                <a:lnTo>
                  <a:pt x="2234" y="849"/>
                </a:lnTo>
                <a:lnTo>
                  <a:pt x="2234" y="850"/>
                </a:lnTo>
                <a:lnTo>
                  <a:pt x="2235" y="850"/>
                </a:lnTo>
                <a:lnTo>
                  <a:pt x="2235" y="851"/>
                </a:lnTo>
                <a:lnTo>
                  <a:pt x="2235" y="852"/>
                </a:lnTo>
                <a:lnTo>
                  <a:pt x="2236" y="853"/>
                </a:lnTo>
                <a:lnTo>
                  <a:pt x="2237" y="854"/>
                </a:lnTo>
                <a:lnTo>
                  <a:pt x="2238" y="855"/>
                </a:lnTo>
                <a:lnTo>
                  <a:pt x="2241" y="856"/>
                </a:lnTo>
                <a:lnTo>
                  <a:pt x="2242" y="856"/>
                </a:lnTo>
                <a:lnTo>
                  <a:pt x="2242" y="857"/>
                </a:lnTo>
                <a:lnTo>
                  <a:pt x="2243" y="857"/>
                </a:lnTo>
                <a:lnTo>
                  <a:pt x="2244" y="857"/>
                </a:lnTo>
                <a:lnTo>
                  <a:pt x="2244" y="858"/>
                </a:lnTo>
                <a:lnTo>
                  <a:pt x="2245" y="858"/>
                </a:lnTo>
                <a:lnTo>
                  <a:pt x="2245" y="859"/>
                </a:lnTo>
                <a:lnTo>
                  <a:pt x="2245" y="860"/>
                </a:lnTo>
                <a:lnTo>
                  <a:pt x="2247" y="861"/>
                </a:lnTo>
                <a:lnTo>
                  <a:pt x="2248" y="861"/>
                </a:lnTo>
                <a:lnTo>
                  <a:pt x="2248" y="860"/>
                </a:lnTo>
                <a:lnTo>
                  <a:pt x="2248" y="861"/>
                </a:lnTo>
                <a:lnTo>
                  <a:pt x="2249" y="861"/>
                </a:lnTo>
                <a:lnTo>
                  <a:pt x="2249" y="862"/>
                </a:lnTo>
                <a:lnTo>
                  <a:pt x="2250" y="862"/>
                </a:lnTo>
                <a:lnTo>
                  <a:pt x="2250" y="863"/>
                </a:lnTo>
                <a:lnTo>
                  <a:pt x="2251" y="863"/>
                </a:lnTo>
                <a:lnTo>
                  <a:pt x="2251" y="864"/>
                </a:lnTo>
                <a:lnTo>
                  <a:pt x="2252" y="865"/>
                </a:lnTo>
                <a:lnTo>
                  <a:pt x="2253" y="866"/>
                </a:lnTo>
                <a:lnTo>
                  <a:pt x="2255" y="867"/>
                </a:lnTo>
                <a:lnTo>
                  <a:pt x="2256" y="867"/>
                </a:lnTo>
                <a:lnTo>
                  <a:pt x="2256" y="866"/>
                </a:lnTo>
                <a:lnTo>
                  <a:pt x="2258" y="865"/>
                </a:lnTo>
                <a:lnTo>
                  <a:pt x="2259" y="865"/>
                </a:lnTo>
                <a:lnTo>
                  <a:pt x="2260" y="866"/>
                </a:lnTo>
                <a:lnTo>
                  <a:pt x="2260" y="867"/>
                </a:lnTo>
                <a:lnTo>
                  <a:pt x="2261" y="867"/>
                </a:lnTo>
                <a:lnTo>
                  <a:pt x="2261" y="866"/>
                </a:lnTo>
                <a:lnTo>
                  <a:pt x="2262" y="866"/>
                </a:lnTo>
                <a:lnTo>
                  <a:pt x="2262" y="867"/>
                </a:lnTo>
                <a:lnTo>
                  <a:pt x="2262" y="868"/>
                </a:lnTo>
                <a:lnTo>
                  <a:pt x="2263" y="868"/>
                </a:lnTo>
                <a:lnTo>
                  <a:pt x="2263" y="869"/>
                </a:lnTo>
                <a:lnTo>
                  <a:pt x="2263" y="870"/>
                </a:lnTo>
                <a:lnTo>
                  <a:pt x="2263" y="871"/>
                </a:lnTo>
                <a:lnTo>
                  <a:pt x="2264" y="872"/>
                </a:lnTo>
                <a:lnTo>
                  <a:pt x="2264" y="873"/>
                </a:lnTo>
                <a:lnTo>
                  <a:pt x="2265" y="873"/>
                </a:lnTo>
                <a:lnTo>
                  <a:pt x="2265" y="875"/>
                </a:lnTo>
                <a:lnTo>
                  <a:pt x="2265" y="876"/>
                </a:lnTo>
                <a:lnTo>
                  <a:pt x="2264" y="876"/>
                </a:lnTo>
                <a:lnTo>
                  <a:pt x="2265" y="876"/>
                </a:lnTo>
                <a:lnTo>
                  <a:pt x="2265" y="877"/>
                </a:lnTo>
                <a:lnTo>
                  <a:pt x="2267" y="876"/>
                </a:lnTo>
                <a:lnTo>
                  <a:pt x="2268" y="876"/>
                </a:lnTo>
                <a:lnTo>
                  <a:pt x="2269" y="876"/>
                </a:lnTo>
                <a:lnTo>
                  <a:pt x="2270" y="877"/>
                </a:lnTo>
                <a:lnTo>
                  <a:pt x="2271" y="877"/>
                </a:lnTo>
                <a:lnTo>
                  <a:pt x="2271" y="876"/>
                </a:lnTo>
                <a:lnTo>
                  <a:pt x="2271" y="877"/>
                </a:lnTo>
                <a:lnTo>
                  <a:pt x="2272" y="879"/>
                </a:lnTo>
                <a:lnTo>
                  <a:pt x="2271" y="879"/>
                </a:lnTo>
                <a:lnTo>
                  <a:pt x="2271" y="880"/>
                </a:lnTo>
                <a:lnTo>
                  <a:pt x="2270" y="880"/>
                </a:lnTo>
                <a:lnTo>
                  <a:pt x="2270" y="881"/>
                </a:lnTo>
                <a:lnTo>
                  <a:pt x="2271" y="881"/>
                </a:lnTo>
                <a:lnTo>
                  <a:pt x="2271" y="882"/>
                </a:lnTo>
                <a:lnTo>
                  <a:pt x="2272" y="883"/>
                </a:lnTo>
                <a:lnTo>
                  <a:pt x="2272" y="884"/>
                </a:lnTo>
                <a:lnTo>
                  <a:pt x="2273" y="884"/>
                </a:lnTo>
                <a:lnTo>
                  <a:pt x="2274" y="884"/>
                </a:lnTo>
                <a:lnTo>
                  <a:pt x="2274" y="885"/>
                </a:lnTo>
                <a:lnTo>
                  <a:pt x="2275" y="885"/>
                </a:lnTo>
                <a:lnTo>
                  <a:pt x="2275" y="886"/>
                </a:lnTo>
                <a:lnTo>
                  <a:pt x="2275" y="887"/>
                </a:lnTo>
                <a:lnTo>
                  <a:pt x="2275" y="888"/>
                </a:lnTo>
                <a:lnTo>
                  <a:pt x="2276" y="888"/>
                </a:lnTo>
                <a:lnTo>
                  <a:pt x="2276" y="889"/>
                </a:lnTo>
                <a:lnTo>
                  <a:pt x="2276" y="890"/>
                </a:lnTo>
                <a:lnTo>
                  <a:pt x="2277" y="892"/>
                </a:lnTo>
                <a:lnTo>
                  <a:pt x="2278" y="892"/>
                </a:lnTo>
                <a:lnTo>
                  <a:pt x="2278" y="893"/>
                </a:lnTo>
                <a:lnTo>
                  <a:pt x="2278" y="894"/>
                </a:lnTo>
                <a:lnTo>
                  <a:pt x="2279" y="895"/>
                </a:lnTo>
                <a:lnTo>
                  <a:pt x="2279" y="896"/>
                </a:lnTo>
                <a:lnTo>
                  <a:pt x="2280" y="896"/>
                </a:lnTo>
                <a:lnTo>
                  <a:pt x="2281" y="896"/>
                </a:lnTo>
                <a:lnTo>
                  <a:pt x="2282" y="896"/>
                </a:lnTo>
                <a:lnTo>
                  <a:pt x="2283" y="896"/>
                </a:lnTo>
                <a:lnTo>
                  <a:pt x="2283" y="895"/>
                </a:lnTo>
                <a:lnTo>
                  <a:pt x="2284" y="895"/>
                </a:lnTo>
                <a:lnTo>
                  <a:pt x="2285" y="895"/>
                </a:lnTo>
                <a:lnTo>
                  <a:pt x="2286" y="894"/>
                </a:lnTo>
                <a:lnTo>
                  <a:pt x="2286" y="893"/>
                </a:lnTo>
                <a:lnTo>
                  <a:pt x="2288" y="894"/>
                </a:lnTo>
                <a:lnTo>
                  <a:pt x="2288" y="895"/>
                </a:lnTo>
                <a:lnTo>
                  <a:pt x="2289" y="895"/>
                </a:lnTo>
                <a:lnTo>
                  <a:pt x="2290" y="895"/>
                </a:lnTo>
                <a:lnTo>
                  <a:pt x="2291" y="895"/>
                </a:lnTo>
                <a:lnTo>
                  <a:pt x="2292" y="893"/>
                </a:lnTo>
                <a:lnTo>
                  <a:pt x="2291" y="893"/>
                </a:lnTo>
                <a:lnTo>
                  <a:pt x="2291" y="892"/>
                </a:lnTo>
                <a:lnTo>
                  <a:pt x="2291" y="891"/>
                </a:lnTo>
                <a:lnTo>
                  <a:pt x="2292" y="890"/>
                </a:lnTo>
                <a:lnTo>
                  <a:pt x="2293" y="890"/>
                </a:lnTo>
                <a:lnTo>
                  <a:pt x="2293" y="889"/>
                </a:lnTo>
                <a:lnTo>
                  <a:pt x="2294" y="889"/>
                </a:lnTo>
                <a:lnTo>
                  <a:pt x="2295" y="889"/>
                </a:lnTo>
                <a:lnTo>
                  <a:pt x="2295" y="890"/>
                </a:lnTo>
                <a:lnTo>
                  <a:pt x="2296" y="890"/>
                </a:lnTo>
                <a:lnTo>
                  <a:pt x="2297" y="890"/>
                </a:lnTo>
                <a:lnTo>
                  <a:pt x="2298" y="890"/>
                </a:lnTo>
                <a:lnTo>
                  <a:pt x="2299" y="890"/>
                </a:lnTo>
                <a:lnTo>
                  <a:pt x="2300" y="890"/>
                </a:lnTo>
                <a:lnTo>
                  <a:pt x="2302" y="891"/>
                </a:lnTo>
                <a:lnTo>
                  <a:pt x="2303" y="891"/>
                </a:lnTo>
                <a:lnTo>
                  <a:pt x="2304" y="891"/>
                </a:lnTo>
                <a:lnTo>
                  <a:pt x="2306" y="890"/>
                </a:lnTo>
                <a:lnTo>
                  <a:pt x="2307" y="889"/>
                </a:lnTo>
                <a:lnTo>
                  <a:pt x="2307" y="888"/>
                </a:lnTo>
                <a:lnTo>
                  <a:pt x="2307" y="887"/>
                </a:lnTo>
                <a:lnTo>
                  <a:pt x="2308" y="887"/>
                </a:lnTo>
                <a:lnTo>
                  <a:pt x="2309" y="887"/>
                </a:lnTo>
                <a:lnTo>
                  <a:pt x="2310" y="887"/>
                </a:lnTo>
                <a:lnTo>
                  <a:pt x="2311" y="886"/>
                </a:lnTo>
                <a:lnTo>
                  <a:pt x="2312" y="886"/>
                </a:lnTo>
                <a:lnTo>
                  <a:pt x="2313" y="887"/>
                </a:lnTo>
                <a:lnTo>
                  <a:pt x="2313" y="888"/>
                </a:lnTo>
                <a:lnTo>
                  <a:pt x="2313" y="889"/>
                </a:lnTo>
                <a:lnTo>
                  <a:pt x="2314" y="889"/>
                </a:lnTo>
                <a:lnTo>
                  <a:pt x="2315" y="890"/>
                </a:lnTo>
                <a:lnTo>
                  <a:pt x="2316" y="890"/>
                </a:lnTo>
                <a:lnTo>
                  <a:pt x="2317" y="890"/>
                </a:lnTo>
                <a:lnTo>
                  <a:pt x="2319" y="891"/>
                </a:lnTo>
                <a:lnTo>
                  <a:pt x="2320" y="891"/>
                </a:lnTo>
                <a:lnTo>
                  <a:pt x="2321" y="891"/>
                </a:lnTo>
                <a:lnTo>
                  <a:pt x="2321" y="892"/>
                </a:lnTo>
                <a:lnTo>
                  <a:pt x="2321" y="893"/>
                </a:lnTo>
                <a:lnTo>
                  <a:pt x="2322" y="893"/>
                </a:lnTo>
                <a:lnTo>
                  <a:pt x="2322" y="894"/>
                </a:lnTo>
                <a:lnTo>
                  <a:pt x="2324" y="896"/>
                </a:lnTo>
                <a:lnTo>
                  <a:pt x="2324" y="897"/>
                </a:lnTo>
                <a:lnTo>
                  <a:pt x="2325" y="897"/>
                </a:lnTo>
                <a:lnTo>
                  <a:pt x="2325" y="898"/>
                </a:lnTo>
                <a:lnTo>
                  <a:pt x="2325" y="899"/>
                </a:lnTo>
                <a:lnTo>
                  <a:pt x="2325" y="901"/>
                </a:lnTo>
                <a:lnTo>
                  <a:pt x="2324" y="901"/>
                </a:lnTo>
                <a:lnTo>
                  <a:pt x="2323" y="901"/>
                </a:lnTo>
                <a:lnTo>
                  <a:pt x="2322" y="901"/>
                </a:lnTo>
                <a:lnTo>
                  <a:pt x="2322" y="902"/>
                </a:lnTo>
                <a:lnTo>
                  <a:pt x="2320" y="904"/>
                </a:lnTo>
                <a:lnTo>
                  <a:pt x="2319" y="904"/>
                </a:lnTo>
                <a:lnTo>
                  <a:pt x="2318" y="904"/>
                </a:lnTo>
                <a:lnTo>
                  <a:pt x="2319" y="905"/>
                </a:lnTo>
                <a:lnTo>
                  <a:pt x="2319" y="906"/>
                </a:lnTo>
                <a:lnTo>
                  <a:pt x="2320" y="906"/>
                </a:lnTo>
                <a:lnTo>
                  <a:pt x="2321" y="908"/>
                </a:lnTo>
                <a:lnTo>
                  <a:pt x="2320" y="909"/>
                </a:lnTo>
                <a:lnTo>
                  <a:pt x="2320" y="910"/>
                </a:lnTo>
                <a:lnTo>
                  <a:pt x="2320" y="911"/>
                </a:lnTo>
                <a:lnTo>
                  <a:pt x="2319" y="912"/>
                </a:lnTo>
                <a:lnTo>
                  <a:pt x="2319" y="913"/>
                </a:lnTo>
                <a:lnTo>
                  <a:pt x="2318" y="914"/>
                </a:lnTo>
                <a:lnTo>
                  <a:pt x="2318" y="915"/>
                </a:lnTo>
                <a:lnTo>
                  <a:pt x="2319" y="916"/>
                </a:lnTo>
                <a:lnTo>
                  <a:pt x="2320" y="917"/>
                </a:lnTo>
                <a:lnTo>
                  <a:pt x="2320" y="918"/>
                </a:lnTo>
                <a:lnTo>
                  <a:pt x="2320" y="919"/>
                </a:lnTo>
                <a:lnTo>
                  <a:pt x="2321" y="919"/>
                </a:lnTo>
                <a:lnTo>
                  <a:pt x="2323" y="919"/>
                </a:lnTo>
                <a:lnTo>
                  <a:pt x="2324" y="920"/>
                </a:lnTo>
                <a:lnTo>
                  <a:pt x="2325" y="921"/>
                </a:lnTo>
                <a:lnTo>
                  <a:pt x="2326" y="922"/>
                </a:lnTo>
                <a:lnTo>
                  <a:pt x="2327" y="922"/>
                </a:lnTo>
                <a:lnTo>
                  <a:pt x="2328" y="923"/>
                </a:lnTo>
                <a:lnTo>
                  <a:pt x="2329" y="923"/>
                </a:lnTo>
                <a:lnTo>
                  <a:pt x="2329" y="922"/>
                </a:lnTo>
                <a:lnTo>
                  <a:pt x="2330" y="922"/>
                </a:lnTo>
                <a:lnTo>
                  <a:pt x="2330" y="921"/>
                </a:lnTo>
                <a:lnTo>
                  <a:pt x="2331" y="921"/>
                </a:lnTo>
                <a:lnTo>
                  <a:pt x="2332" y="921"/>
                </a:lnTo>
                <a:lnTo>
                  <a:pt x="2333" y="921"/>
                </a:lnTo>
                <a:lnTo>
                  <a:pt x="2333" y="920"/>
                </a:lnTo>
                <a:lnTo>
                  <a:pt x="2333" y="919"/>
                </a:lnTo>
                <a:lnTo>
                  <a:pt x="2334" y="919"/>
                </a:lnTo>
                <a:lnTo>
                  <a:pt x="2335" y="918"/>
                </a:lnTo>
                <a:lnTo>
                  <a:pt x="2334" y="918"/>
                </a:lnTo>
                <a:lnTo>
                  <a:pt x="2335" y="918"/>
                </a:lnTo>
                <a:lnTo>
                  <a:pt x="2335" y="917"/>
                </a:lnTo>
                <a:lnTo>
                  <a:pt x="2336" y="917"/>
                </a:lnTo>
                <a:lnTo>
                  <a:pt x="2338" y="918"/>
                </a:lnTo>
                <a:lnTo>
                  <a:pt x="2339" y="918"/>
                </a:lnTo>
                <a:lnTo>
                  <a:pt x="2340" y="919"/>
                </a:lnTo>
                <a:lnTo>
                  <a:pt x="2340" y="920"/>
                </a:lnTo>
                <a:lnTo>
                  <a:pt x="2341" y="921"/>
                </a:lnTo>
                <a:lnTo>
                  <a:pt x="2343" y="920"/>
                </a:lnTo>
                <a:lnTo>
                  <a:pt x="2344" y="920"/>
                </a:lnTo>
                <a:lnTo>
                  <a:pt x="2344" y="919"/>
                </a:lnTo>
                <a:lnTo>
                  <a:pt x="2344" y="918"/>
                </a:lnTo>
                <a:lnTo>
                  <a:pt x="2344" y="917"/>
                </a:lnTo>
                <a:lnTo>
                  <a:pt x="2344" y="916"/>
                </a:lnTo>
                <a:lnTo>
                  <a:pt x="2347" y="917"/>
                </a:lnTo>
                <a:lnTo>
                  <a:pt x="2348" y="918"/>
                </a:lnTo>
                <a:lnTo>
                  <a:pt x="2349" y="918"/>
                </a:lnTo>
                <a:lnTo>
                  <a:pt x="2349" y="919"/>
                </a:lnTo>
                <a:lnTo>
                  <a:pt x="2350" y="919"/>
                </a:lnTo>
                <a:lnTo>
                  <a:pt x="2351" y="920"/>
                </a:lnTo>
                <a:lnTo>
                  <a:pt x="2353" y="920"/>
                </a:lnTo>
                <a:lnTo>
                  <a:pt x="2354" y="921"/>
                </a:lnTo>
                <a:lnTo>
                  <a:pt x="2354" y="920"/>
                </a:lnTo>
                <a:lnTo>
                  <a:pt x="2356" y="919"/>
                </a:lnTo>
                <a:lnTo>
                  <a:pt x="2357" y="918"/>
                </a:lnTo>
                <a:lnTo>
                  <a:pt x="2358" y="918"/>
                </a:lnTo>
                <a:lnTo>
                  <a:pt x="2359" y="918"/>
                </a:lnTo>
                <a:lnTo>
                  <a:pt x="2360" y="918"/>
                </a:lnTo>
                <a:lnTo>
                  <a:pt x="2361" y="918"/>
                </a:lnTo>
                <a:lnTo>
                  <a:pt x="2362" y="918"/>
                </a:lnTo>
                <a:lnTo>
                  <a:pt x="2362" y="919"/>
                </a:lnTo>
                <a:lnTo>
                  <a:pt x="2362" y="920"/>
                </a:lnTo>
                <a:lnTo>
                  <a:pt x="2363" y="920"/>
                </a:lnTo>
                <a:lnTo>
                  <a:pt x="2363" y="921"/>
                </a:lnTo>
                <a:lnTo>
                  <a:pt x="2364" y="921"/>
                </a:lnTo>
                <a:lnTo>
                  <a:pt x="2365" y="922"/>
                </a:lnTo>
                <a:lnTo>
                  <a:pt x="2366" y="922"/>
                </a:lnTo>
                <a:lnTo>
                  <a:pt x="2366" y="923"/>
                </a:lnTo>
                <a:lnTo>
                  <a:pt x="2367" y="923"/>
                </a:lnTo>
                <a:lnTo>
                  <a:pt x="2368" y="923"/>
                </a:lnTo>
                <a:lnTo>
                  <a:pt x="2368" y="924"/>
                </a:lnTo>
                <a:lnTo>
                  <a:pt x="2369" y="924"/>
                </a:lnTo>
                <a:lnTo>
                  <a:pt x="2369" y="923"/>
                </a:lnTo>
                <a:lnTo>
                  <a:pt x="2371" y="924"/>
                </a:lnTo>
                <a:lnTo>
                  <a:pt x="2372" y="925"/>
                </a:lnTo>
                <a:lnTo>
                  <a:pt x="2372" y="926"/>
                </a:lnTo>
                <a:lnTo>
                  <a:pt x="2373" y="926"/>
                </a:lnTo>
                <a:lnTo>
                  <a:pt x="2373" y="925"/>
                </a:lnTo>
                <a:lnTo>
                  <a:pt x="2374" y="925"/>
                </a:lnTo>
                <a:lnTo>
                  <a:pt x="2376" y="925"/>
                </a:lnTo>
                <a:lnTo>
                  <a:pt x="2377" y="926"/>
                </a:lnTo>
                <a:lnTo>
                  <a:pt x="2377" y="927"/>
                </a:lnTo>
                <a:lnTo>
                  <a:pt x="2378" y="927"/>
                </a:lnTo>
                <a:lnTo>
                  <a:pt x="2379" y="927"/>
                </a:lnTo>
                <a:lnTo>
                  <a:pt x="2380" y="927"/>
                </a:lnTo>
                <a:lnTo>
                  <a:pt x="2380" y="926"/>
                </a:lnTo>
                <a:lnTo>
                  <a:pt x="2380" y="925"/>
                </a:lnTo>
                <a:lnTo>
                  <a:pt x="2381" y="925"/>
                </a:lnTo>
                <a:lnTo>
                  <a:pt x="2382" y="925"/>
                </a:lnTo>
                <a:lnTo>
                  <a:pt x="2382" y="926"/>
                </a:lnTo>
                <a:lnTo>
                  <a:pt x="2383" y="927"/>
                </a:lnTo>
                <a:lnTo>
                  <a:pt x="2384" y="927"/>
                </a:lnTo>
                <a:lnTo>
                  <a:pt x="2384" y="926"/>
                </a:lnTo>
                <a:lnTo>
                  <a:pt x="2384" y="925"/>
                </a:lnTo>
                <a:lnTo>
                  <a:pt x="2385" y="925"/>
                </a:lnTo>
                <a:lnTo>
                  <a:pt x="2385" y="926"/>
                </a:lnTo>
                <a:lnTo>
                  <a:pt x="2385" y="927"/>
                </a:lnTo>
                <a:lnTo>
                  <a:pt x="2385" y="928"/>
                </a:lnTo>
                <a:lnTo>
                  <a:pt x="2386" y="928"/>
                </a:lnTo>
                <a:lnTo>
                  <a:pt x="2386" y="929"/>
                </a:lnTo>
                <a:lnTo>
                  <a:pt x="2387" y="929"/>
                </a:lnTo>
                <a:lnTo>
                  <a:pt x="2388" y="929"/>
                </a:lnTo>
                <a:lnTo>
                  <a:pt x="2388" y="928"/>
                </a:lnTo>
                <a:lnTo>
                  <a:pt x="2389" y="928"/>
                </a:lnTo>
                <a:lnTo>
                  <a:pt x="2390" y="929"/>
                </a:lnTo>
                <a:lnTo>
                  <a:pt x="2389" y="930"/>
                </a:lnTo>
                <a:lnTo>
                  <a:pt x="2390" y="931"/>
                </a:lnTo>
                <a:lnTo>
                  <a:pt x="2391" y="931"/>
                </a:lnTo>
                <a:lnTo>
                  <a:pt x="2392" y="931"/>
                </a:lnTo>
                <a:lnTo>
                  <a:pt x="2393" y="931"/>
                </a:lnTo>
                <a:lnTo>
                  <a:pt x="2394" y="930"/>
                </a:lnTo>
                <a:lnTo>
                  <a:pt x="2395" y="929"/>
                </a:lnTo>
                <a:lnTo>
                  <a:pt x="2396" y="929"/>
                </a:lnTo>
                <a:lnTo>
                  <a:pt x="2397" y="929"/>
                </a:lnTo>
                <a:lnTo>
                  <a:pt x="2398" y="927"/>
                </a:lnTo>
                <a:lnTo>
                  <a:pt x="2398" y="926"/>
                </a:lnTo>
                <a:lnTo>
                  <a:pt x="2399" y="925"/>
                </a:lnTo>
                <a:lnTo>
                  <a:pt x="2399" y="924"/>
                </a:lnTo>
                <a:lnTo>
                  <a:pt x="2400" y="923"/>
                </a:lnTo>
                <a:lnTo>
                  <a:pt x="2401" y="923"/>
                </a:lnTo>
                <a:lnTo>
                  <a:pt x="2402" y="923"/>
                </a:lnTo>
                <a:lnTo>
                  <a:pt x="2402" y="924"/>
                </a:lnTo>
                <a:lnTo>
                  <a:pt x="2403" y="925"/>
                </a:lnTo>
                <a:lnTo>
                  <a:pt x="2404" y="925"/>
                </a:lnTo>
                <a:lnTo>
                  <a:pt x="2404" y="926"/>
                </a:lnTo>
                <a:lnTo>
                  <a:pt x="2405" y="926"/>
                </a:lnTo>
                <a:lnTo>
                  <a:pt x="2405" y="927"/>
                </a:lnTo>
                <a:lnTo>
                  <a:pt x="2406" y="927"/>
                </a:lnTo>
                <a:lnTo>
                  <a:pt x="2407" y="927"/>
                </a:lnTo>
                <a:lnTo>
                  <a:pt x="2408" y="927"/>
                </a:lnTo>
                <a:lnTo>
                  <a:pt x="2408" y="928"/>
                </a:lnTo>
                <a:lnTo>
                  <a:pt x="2409" y="928"/>
                </a:lnTo>
                <a:lnTo>
                  <a:pt x="2409" y="929"/>
                </a:lnTo>
                <a:lnTo>
                  <a:pt x="2410" y="929"/>
                </a:lnTo>
                <a:lnTo>
                  <a:pt x="2410" y="928"/>
                </a:lnTo>
                <a:lnTo>
                  <a:pt x="2411" y="928"/>
                </a:lnTo>
                <a:lnTo>
                  <a:pt x="2411" y="929"/>
                </a:lnTo>
                <a:lnTo>
                  <a:pt x="2412" y="931"/>
                </a:lnTo>
                <a:lnTo>
                  <a:pt x="2413" y="931"/>
                </a:lnTo>
                <a:lnTo>
                  <a:pt x="2413" y="932"/>
                </a:lnTo>
                <a:lnTo>
                  <a:pt x="2414" y="933"/>
                </a:lnTo>
                <a:lnTo>
                  <a:pt x="2415" y="933"/>
                </a:lnTo>
                <a:lnTo>
                  <a:pt x="2415" y="934"/>
                </a:lnTo>
                <a:lnTo>
                  <a:pt x="2416" y="934"/>
                </a:lnTo>
                <a:lnTo>
                  <a:pt x="2417" y="933"/>
                </a:lnTo>
                <a:lnTo>
                  <a:pt x="2418" y="933"/>
                </a:lnTo>
                <a:lnTo>
                  <a:pt x="2420" y="933"/>
                </a:lnTo>
                <a:lnTo>
                  <a:pt x="2422" y="933"/>
                </a:lnTo>
                <a:lnTo>
                  <a:pt x="2423" y="933"/>
                </a:lnTo>
                <a:lnTo>
                  <a:pt x="2423" y="934"/>
                </a:lnTo>
                <a:lnTo>
                  <a:pt x="2423" y="935"/>
                </a:lnTo>
                <a:lnTo>
                  <a:pt x="2424" y="935"/>
                </a:lnTo>
                <a:lnTo>
                  <a:pt x="2424" y="936"/>
                </a:lnTo>
                <a:lnTo>
                  <a:pt x="2425" y="937"/>
                </a:lnTo>
                <a:lnTo>
                  <a:pt x="2426" y="937"/>
                </a:lnTo>
                <a:lnTo>
                  <a:pt x="2427" y="937"/>
                </a:lnTo>
                <a:lnTo>
                  <a:pt x="2427" y="938"/>
                </a:lnTo>
                <a:lnTo>
                  <a:pt x="2428" y="939"/>
                </a:lnTo>
                <a:lnTo>
                  <a:pt x="2428" y="940"/>
                </a:lnTo>
                <a:lnTo>
                  <a:pt x="2430" y="941"/>
                </a:lnTo>
                <a:lnTo>
                  <a:pt x="2430" y="940"/>
                </a:lnTo>
                <a:lnTo>
                  <a:pt x="2430" y="939"/>
                </a:lnTo>
                <a:lnTo>
                  <a:pt x="2431" y="938"/>
                </a:lnTo>
                <a:lnTo>
                  <a:pt x="2432" y="939"/>
                </a:lnTo>
                <a:lnTo>
                  <a:pt x="2433" y="939"/>
                </a:lnTo>
                <a:lnTo>
                  <a:pt x="2433" y="938"/>
                </a:lnTo>
                <a:lnTo>
                  <a:pt x="2434" y="938"/>
                </a:lnTo>
                <a:lnTo>
                  <a:pt x="2435" y="938"/>
                </a:lnTo>
                <a:lnTo>
                  <a:pt x="2435" y="939"/>
                </a:lnTo>
                <a:lnTo>
                  <a:pt x="2436" y="939"/>
                </a:lnTo>
                <a:lnTo>
                  <a:pt x="2437" y="940"/>
                </a:lnTo>
                <a:lnTo>
                  <a:pt x="2438" y="939"/>
                </a:lnTo>
                <a:lnTo>
                  <a:pt x="2439" y="939"/>
                </a:lnTo>
                <a:lnTo>
                  <a:pt x="2440" y="939"/>
                </a:lnTo>
                <a:lnTo>
                  <a:pt x="2440" y="938"/>
                </a:lnTo>
                <a:lnTo>
                  <a:pt x="2440" y="937"/>
                </a:lnTo>
                <a:lnTo>
                  <a:pt x="2442" y="937"/>
                </a:lnTo>
                <a:lnTo>
                  <a:pt x="2442" y="938"/>
                </a:lnTo>
                <a:lnTo>
                  <a:pt x="2443" y="939"/>
                </a:lnTo>
                <a:lnTo>
                  <a:pt x="2444" y="938"/>
                </a:lnTo>
                <a:lnTo>
                  <a:pt x="2445" y="938"/>
                </a:lnTo>
                <a:lnTo>
                  <a:pt x="2445" y="939"/>
                </a:lnTo>
                <a:lnTo>
                  <a:pt x="2446" y="939"/>
                </a:lnTo>
                <a:lnTo>
                  <a:pt x="2446" y="938"/>
                </a:lnTo>
                <a:lnTo>
                  <a:pt x="2447" y="938"/>
                </a:lnTo>
                <a:lnTo>
                  <a:pt x="2448" y="938"/>
                </a:lnTo>
                <a:lnTo>
                  <a:pt x="2449" y="938"/>
                </a:lnTo>
                <a:lnTo>
                  <a:pt x="2449" y="937"/>
                </a:lnTo>
                <a:lnTo>
                  <a:pt x="2450" y="936"/>
                </a:lnTo>
                <a:lnTo>
                  <a:pt x="2451" y="936"/>
                </a:lnTo>
                <a:lnTo>
                  <a:pt x="2451" y="935"/>
                </a:lnTo>
                <a:lnTo>
                  <a:pt x="2452" y="934"/>
                </a:lnTo>
                <a:lnTo>
                  <a:pt x="2453" y="934"/>
                </a:lnTo>
                <a:lnTo>
                  <a:pt x="2454" y="935"/>
                </a:lnTo>
                <a:lnTo>
                  <a:pt x="2455" y="935"/>
                </a:lnTo>
                <a:lnTo>
                  <a:pt x="2455" y="936"/>
                </a:lnTo>
                <a:lnTo>
                  <a:pt x="2455" y="937"/>
                </a:lnTo>
                <a:lnTo>
                  <a:pt x="2455" y="938"/>
                </a:lnTo>
                <a:lnTo>
                  <a:pt x="2455" y="940"/>
                </a:lnTo>
                <a:lnTo>
                  <a:pt x="2456" y="941"/>
                </a:lnTo>
                <a:lnTo>
                  <a:pt x="2455" y="942"/>
                </a:lnTo>
                <a:lnTo>
                  <a:pt x="2455" y="943"/>
                </a:lnTo>
                <a:lnTo>
                  <a:pt x="2457" y="944"/>
                </a:lnTo>
                <a:lnTo>
                  <a:pt x="2458" y="944"/>
                </a:lnTo>
                <a:lnTo>
                  <a:pt x="2459" y="944"/>
                </a:lnTo>
                <a:lnTo>
                  <a:pt x="2459" y="945"/>
                </a:lnTo>
                <a:lnTo>
                  <a:pt x="2458" y="947"/>
                </a:lnTo>
                <a:lnTo>
                  <a:pt x="2457" y="948"/>
                </a:lnTo>
                <a:lnTo>
                  <a:pt x="2457" y="949"/>
                </a:lnTo>
                <a:lnTo>
                  <a:pt x="2458" y="949"/>
                </a:lnTo>
                <a:lnTo>
                  <a:pt x="2458" y="950"/>
                </a:lnTo>
                <a:lnTo>
                  <a:pt x="2458" y="951"/>
                </a:lnTo>
                <a:lnTo>
                  <a:pt x="2458" y="953"/>
                </a:lnTo>
                <a:lnTo>
                  <a:pt x="2459" y="954"/>
                </a:lnTo>
                <a:lnTo>
                  <a:pt x="2459" y="955"/>
                </a:lnTo>
                <a:lnTo>
                  <a:pt x="2459" y="956"/>
                </a:lnTo>
                <a:lnTo>
                  <a:pt x="2459" y="957"/>
                </a:lnTo>
                <a:lnTo>
                  <a:pt x="2459" y="958"/>
                </a:lnTo>
                <a:lnTo>
                  <a:pt x="2460" y="958"/>
                </a:lnTo>
                <a:lnTo>
                  <a:pt x="2460" y="959"/>
                </a:lnTo>
                <a:lnTo>
                  <a:pt x="2461" y="959"/>
                </a:lnTo>
                <a:lnTo>
                  <a:pt x="2462" y="959"/>
                </a:lnTo>
                <a:lnTo>
                  <a:pt x="2463" y="959"/>
                </a:lnTo>
                <a:lnTo>
                  <a:pt x="2464" y="958"/>
                </a:lnTo>
                <a:lnTo>
                  <a:pt x="2464" y="957"/>
                </a:lnTo>
                <a:lnTo>
                  <a:pt x="2465" y="957"/>
                </a:lnTo>
                <a:lnTo>
                  <a:pt x="2466" y="957"/>
                </a:lnTo>
                <a:lnTo>
                  <a:pt x="2466" y="958"/>
                </a:lnTo>
                <a:lnTo>
                  <a:pt x="2468" y="958"/>
                </a:lnTo>
                <a:lnTo>
                  <a:pt x="2468" y="957"/>
                </a:lnTo>
                <a:lnTo>
                  <a:pt x="2469" y="957"/>
                </a:lnTo>
                <a:lnTo>
                  <a:pt x="2469" y="956"/>
                </a:lnTo>
                <a:lnTo>
                  <a:pt x="2470" y="956"/>
                </a:lnTo>
                <a:lnTo>
                  <a:pt x="2471" y="957"/>
                </a:lnTo>
                <a:lnTo>
                  <a:pt x="2472" y="957"/>
                </a:lnTo>
                <a:lnTo>
                  <a:pt x="2473" y="957"/>
                </a:lnTo>
                <a:lnTo>
                  <a:pt x="2474" y="957"/>
                </a:lnTo>
                <a:lnTo>
                  <a:pt x="2475" y="957"/>
                </a:lnTo>
                <a:lnTo>
                  <a:pt x="2476" y="957"/>
                </a:lnTo>
                <a:lnTo>
                  <a:pt x="2477" y="955"/>
                </a:lnTo>
                <a:lnTo>
                  <a:pt x="2478" y="953"/>
                </a:lnTo>
                <a:lnTo>
                  <a:pt x="2479" y="952"/>
                </a:lnTo>
                <a:lnTo>
                  <a:pt x="2480" y="952"/>
                </a:lnTo>
                <a:lnTo>
                  <a:pt x="2481" y="952"/>
                </a:lnTo>
                <a:lnTo>
                  <a:pt x="2481" y="953"/>
                </a:lnTo>
                <a:lnTo>
                  <a:pt x="2482" y="953"/>
                </a:lnTo>
                <a:lnTo>
                  <a:pt x="2483" y="953"/>
                </a:lnTo>
                <a:lnTo>
                  <a:pt x="2483" y="954"/>
                </a:lnTo>
                <a:lnTo>
                  <a:pt x="2484" y="955"/>
                </a:lnTo>
                <a:lnTo>
                  <a:pt x="2485" y="956"/>
                </a:lnTo>
                <a:lnTo>
                  <a:pt x="2486" y="956"/>
                </a:lnTo>
                <a:lnTo>
                  <a:pt x="2486" y="955"/>
                </a:lnTo>
                <a:lnTo>
                  <a:pt x="2487" y="955"/>
                </a:lnTo>
                <a:lnTo>
                  <a:pt x="2487" y="956"/>
                </a:lnTo>
                <a:lnTo>
                  <a:pt x="2488" y="956"/>
                </a:lnTo>
                <a:lnTo>
                  <a:pt x="2489" y="956"/>
                </a:lnTo>
                <a:lnTo>
                  <a:pt x="2490" y="956"/>
                </a:lnTo>
                <a:lnTo>
                  <a:pt x="2490" y="955"/>
                </a:lnTo>
                <a:lnTo>
                  <a:pt x="2491" y="955"/>
                </a:lnTo>
                <a:lnTo>
                  <a:pt x="2492" y="956"/>
                </a:lnTo>
                <a:lnTo>
                  <a:pt x="2493" y="957"/>
                </a:lnTo>
                <a:lnTo>
                  <a:pt x="2492" y="958"/>
                </a:lnTo>
                <a:lnTo>
                  <a:pt x="2492" y="959"/>
                </a:lnTo>
                <a:lnTo>
                  <a:pt x="2492" y="960"/>
                </a:lnTo>
                <a:lnTo>
                  <a:pt x="2493" y="961"/>
                </a:lnTo>
                <a:lnTo>
                  <a:pt x="2493" y="962"/>
                </a:lnTo>
                <a:lnTo>
                  <a:pt x="2494" y="963"/>
                </a:lnTo>
                <a:lnTo>
                  <a:pt x="2494" y="964"/>
                </a:lnTo>
                <a:lnTo>
                  <a:pt x="2495" y="964"/>
                </a:lnTo>
                <a:lnTo>
                  <a:pt x="2496" y="964"/>
                </a:lnTo>
                <a:lnTo>
                  <a:pt x="2497" y="964"/>
                </a:lnTo>
                <a:lnTo>
                  <a:pt x="2498" y="964"/>
                </a:lnTo>
                <a:lnTo>
                  <a:pt x="2497" y="964"/>
                </a:lnTo>
                <a:lnTo>
                  <a:pt x="2497" y="965"/>
                </a:lnTo>
                <a:lnTo>
                  <a:pt x="2498" y="965"/>
                </a:lnTo>
                <a:lnTo>
                  <a:pt x="2499" y="965"/>
                </a:lnTo>
                <a:lnTo>
                  <a:pt x="2500" y="965"/>
                </a:lnTo>
                <a:lnTo>
                  <a:pt x="2500" y="966"/>
                </a:lnTo>
                <a:lnTo>
                  <a:pt x="2500" y="967"/>
                </a:lnTo>
                <a:lnTo>
                  <a:pt x="2499" y="968"/>
                </a:lnTo>
                <a:lnTo>
                  <a:pt x="2500" y="968"/>
                </a:lnTo>
                <a:lnTo>
                  <a:pt x="2501" y="968"/>
                </a:lnTo>
                <a:lnTo>
                  <a:pt x="2501" y="969"/>
                </a:lnTo>
                <a:lnTo>
                  <a:pt x="2502" y="970"/>
                </a:lnTo>
                <a:lnTo>
                  <a:pt x="2501" y="970"/>
                </a:lnTo>
                <a:lnTo>
                  <a:pt x="2501" y="971"/>
                </a:lnTo>
                <a:lnTo>
                  <a:pt x="2501" y="972"/>
                </a:lnTo>
                <a:lnTo>
                  <a:pt x="2500" y="973"/>
                </a:lnTo>
                <a:lnTo>
                  <a:pt x="2500" y="974"/>
                </a:lnTo>
                <a:lnTo>
                  <a:pt x="2500" y="975"/>
                </a:lnTo>
                <a:lnTo>
                  <a:pt x="2501" y="975"/>
                </a:lnTo>
                <a:lnTo>
                  <a:pt x="2502" y="974"/>
                </a:lnTo>
                <a:lnTo>
                  <a:pt x="2502" y="975"/>
                </a:lnTo>
                <a:lnTo>
                  <a:pt x="2504" y="976"/>
                </a:lnTo>
                <a:lnTo>
                  <a:pt x="2505" y="976"/>
                </a:lnTo>
                <a:lnTo>
                  <a:pt x="2506" y="978"/>
                </a:lnTo>
                <a:lnTo>
                  <a:pt x="2507" y="978"/>
                </a:lnTo>
                <a:lnTo>
                  <a:pt x="2507" y="979"/>
                </a:lnTo>
                <a:lnTo>
                  <a:pt x="2509" y="980"/>
                </a:lnTo>
                <a:lnTo>
                  <a:pt x="2509" y="981"/>
                </a:lnTo>
                <a:lnTo>
                  <a:pt x="2509" y="982"/>
                </a:lnTo>
                <a:lnTo>
                  <a:pt x="2510" y="982"/>
                </a:lnTo>
                <a:lnTo>
                  <a:pt x="2510" y="983"/>
                </a:lnTo>
                <a:lnTo>
                  <a:pt x="2510" y="984"/>
                </a:lnTo>
                <a:lnTo>
                  <a:pt x="2510" y="985"/>
                </a:lnTo>
                <a:lnTo>
                  <a:pt x="2511" y="986"/>
                </a:lnTo>
                <a:lnTo>
                  <a:pt x="2512" y="986"/>
                </a:lnTo>
                <a:lnTo>
                  <a:pt x="2512" y="985"/>
                </a:lnTo>
                <a:lnTo>
                  <a:pt x="2513" y="984"/>
                </a:lnTo>
                <a:lnTo>
                  <a:pt x="2513" y="983"/>
                </a:lnTo>
                <a:lnTo>
                  <a:pt x="2515" y="983"/>
                </a:lnTo>
                <a:lnTo>
                  <a:pt x="2517" y="983"/>
                </a:lnTo>
                <a:lnTo>
                  <a:pt x="2517" y="981"/>
                </a:lnTo>
                <a:lnTo>
                  <a:pt x="2517" y="980"/>
                </a:lnTo>
                <a:lnTo>
                  <a:pt x="2518" y="980"/>
                </a:lnTo>
                <a:lnTo>
                  <a:pt x="2518" y="981"/>
                </a:lnTo>
                <a:lnTo>
                  <a:pt x="2520" y="981"/>
                </a:lnTo>
                <a:lnTo>
                  <a:pt x="2521" y="981"/>
                </a:lnTo>
                <a:lnTo>
                  <a:pt x="2522" y="980"/>
                </a:lnTo>
                <a:lnTo>
                  <a:pt x="2523" y="980"/>
                </a:lnTo>
                <a:lnTo>
                  <a:pt x="2524" y="981"/>
                </a:lnTo>
                <a:lnTo>
                  <a:pt x="2525" y="981"/>
                </a:lnTo>
                <a:lnTo>
                  <a:pt x="2526" y="982"/>
                </a:lnTo>
                <a:lnTo>
                  <a:pt x="2525" y="982"/>
                </a:lnTo>
                <a:lnTo>
                  <a:pt x="2525" y="983"/>
                </a:lnTo>
                <a:lnTo>
                  <a:pt x="2525" y="985"/>
                </a:lnTo>
                <a:lnTo>
                  <a:pt x="2526" y="985"/>
                </a:lnTo>
                <a:lnTo>
                  <a:pt x="2526" y="986"/>
                </a:lnTo>
                <a:lnTo>
                  <a:pt x="2527" y="987"/>
                </a:lnTo>
                <a:lnTo>
                  <a:pt x="2527" y="989"/>
                </a:lnTo>
                <a:lnTo>
                  <a:pt x="2527" y="990"/>
                </a:lnTo>
                <a:lnTo>
                  <a:pt x="2527" y="993"/>
                </a:lnTo>
                <a:lnTo>
                  <a:pt x="2528" y="994"/>
                </a:lnTo>
                <a:lnTo>
                  <a:pt x="2528" y="993"/>
                </a:lnTo>
                <a:lnTo>
                  <a:pt x="2529" y="993"/>
                </a:lnTo>
                <a:lnTo>
                  <a:pt x="2530" y="993"/>
                </a:lnTo>
                <a:lnTo>
                  <a:pt x="2531" y="993"/>
                </a:lnTo>
                <a:lnTo>
                  <a:pt x="2531" y="994"/>
                </a:lnTo>
                <a:lnTo>
                  <a:pt x="2531" y="995"/>
                </a:lnTo>
                <a:lnTo>
                  <a:pt x="2532" y="995"/>
                </a:lnTo>
                <a:lnTo>
                  <a:pt x="2532" y="996"/>
                </a:lnTo>
                <a:lnTo>
                  <a:pt x="2532" y="998"/>
                </a:lnTo>
                <a:lnTo>
                  <a:pt x="2532" y="999"/>
                </a:lnTo>
                <a:lnTo>
                  <a:pt x="2533" y="999"/>
                </a:lnTo>
                <a:lnTo>
                  <a:pt x="2535" y="999"/>
                </a:lnTo>
                <a:lnTo>
                  <a:pt x="2536" y="998"/>
                </a:lnTo>
                <a:lnTo>
                  <a:pt x="2536" y="997"/>
                </a:lnTo>
                <a:lnTo>
                  <a:pt x="2537" y="997"/>
                </a:lnTo>
                <a:lnTo>
                  <a:pt x="2538" y="997"/>
                </a:lnTo>
                <a:lnTo>
                  <a:pt x="2539" y="997"/>
                </a:lnTo>
                <a:lnTo>
                  <a:pt x="2539" y="998"/>
                </a:lnTo>
                <a:lnTo>
                  <a:pt x="2540" y="998"/>
                </a:lnTo>
                <a:lnTo>
                  <a:pt x="2540" y="997"/>
                </a:lnTo>
                <a:lnTo>
                  <a:pt x="2541" y="997"/>
                </a:lnTo>
                <a:lnTo>
                  <a:pt x="2541" y="996"/>
                </a:lnTo>
                <a:lnTo>
                  <a:pt x="2541" y="995"/>
                </a:lnTo>
                <a:lnTo>
                  <a:pt x="2542" y="995"/>
                </a:lnTo>
                <a:lnTo>
                  <a:pt x="2543" y="994"/>
                </a:lnTo>
                <a:lnTo>
                  <a:pt x="2544" y="994"/>
                </a:lnTo>
                <a:lnTo>
                  <a:pt x="2545" y="994"/>
                </a:lnTo>
                <a:lnTo>
                  <a:pt x="2546" y="993"/>
                </a:lnTo>
                <a:lnTo>
                  <a:pt x="2547" y="993"/>
                </a:lnTo>
                <a:lnTo>
                  <a:pt x="2548" y="993"/>
                </a:lnTo>
                <a:lnTo>
                  <a:pt x="2549" y="992"/>
                </a:lnTo>
                <a:lnTo>
                  <a:pt x="2549" y="991"/>
                </a:lnTo>
                <a:lnTo>
                  <a:pt x="2550" y="991"/>
                </a:lnTo>
                <a:lnTo>
                  <a:pt x="2551" y="991"/>
                </a:lnTo>
                <a:lnTo>
                  <a:pt x="2552" y="991"/>
                </a:lnTo>
                <a:lnTo>
                  <a:pt x="2552" y="990"/>
                </a:lnTo>
                <a:lnTo>
                  <a:pt x="2552" y="989"/>
                </a:lnTo>
                <a:lnTo>
                  <a:pt x="2553" y="988"/>
                </a:lnTo>
                <a:lnTo>
                  <a:pt x="2553" y="987"/>
                </a:lnTo>
                <a:lnTo>
                  <a:pt x="2553" y="986"/>
                </a:lnTo>
                <a:lnTo>
                  <a:pt x="2553" y="985"/>
                </a:lnTo>
                <a:lnTo>
                  <a:pt x="2554" y="985"/>
                </a:lnTo>
                <a:lnTo>
                  <a:pt x="2554" y="986"/>
                </a:lnTo>
                <a:lnTo>
                  <a:pt x="2555" y="986"/>
                </a:lnTo>
                <a:lnTo>
                  <a:pt x="2556" y="985"/>
                </a:lnTo>
                <a:lnTo>
                  <a:pt x="2557" y="982"/>
                </a:lnTo>
                <a:lnTo>
                  <a:pt x="2558" y="981"/>
                </a:lnTo>
                <a:lnTo>
                  <a:pt x="2560" y="981"/>
                </a:lnTo>
                <a:lnTo>
                  <a:pt x="2561" y="982"/>
                </a:lnTo>
                <a:lnTo>
                  <a:pt x="2561" y="983"/>
                </a:lnTo>
                <a:lnTo>
                  <a:pt x="2562" y="983"/>
                </a:lnTo>
                <a:lnTo>
                  <a:pt x="2563" y="983"/>
                </a:lnTo>
                <a:lnTo>
                  <a:pt x="2564" y="983"/>
                </a:lnTo>
                <a:lnTo>
                  <a:pt x="2565" y="983"/>
                </a:lnTo>
                <a:lnTo>
                  <a:pt x="2565" y="982"/>
                </a:lnTo>
                <a:lnTo>
                  <a:pt x="2566" y="982"/>
                </a:lnTo>
                <a:lnTo>
                  <a:pt x="2567" y="982"/>
                </a:lnTo>
                <a:lnTo>
                  <a:pt x="2569" y="982"/>
                </a:lnTo>
                <a:lnTo>
                  <a:pt x="2570" y="982"/>
                </a:lnTo>
                <a:lnTo>
                  <a:pt x="2570" y="983"/>
                </a:lnTo>
                <a:lnTo>
                  <a:pt x="2571" y="983"/>
                </a:lnTo>
                <a:lnTo>
                  <a:pt x="2572" y="983"/>
                </a:lnTo>
                <a:lnTo>
                  <a:pt x="2573" y="983"/>
                </a:lnTo>
                <a:lnTo>
                  <a:pt x="2573" y="984"/>
                </a:lnTo>
                <a:lnTo>
                  <a:pt x="2574" y="984"/>
                </a:lnTo>
                <a:lnTo>
                  <a:pt x="2574" y="985"/>
                </a:lnTo>
                <a:lnTo>
                  <a:pt x="2574" y="986"/>
                </a:lnTo>
                <a:lnTo>
                  <a:pt x="2575" y="986"/>
                </a:lnTo>
                <a:lnTo>
                  <a:pt x="2575" y="985"/>
                </a:lnTo>
                <a:lnTo>
                  <a:pt x="2576" y="985"/>
                </a:lnTo>
                <a:lnTo>
                  <a:pt x="2577" y="985"/>
                </a:lnTo>
                <a:lnTo>
                  <a:pt x="2578" y="986"/>
                </a:lnTo>
                <a:lnTo>
                  <a:pt x="2579" y="987"/>
                </a:lnTo>
                <a:lnTo>
                  <a:pt x="2580" y="988"/>
                </a:lnTo>
                <a:lnTo>
                  <a:pt x="2582" y="988"/>
                </a:lnTo>
                <a:lnTo>
                  <a:pt x="2583" y="988"/>
                </a:lnTo>
                <a:lnTo>
                  <a:pt x="2585" y="990"/>
                </a:lnTo>
                <a:lnTo>
                  <a:pt x="2586" y="990"/>
                </a:lnTo>
                <a:lnTo>
                  <a:pt x="2587" y="991"/>
                </a:lnTo>
                <a:lnTo>
                  <a:pt x="2586" y="991"/>
                </a:lnTo>
                <a:lnTo>
                  <a:pt x="2586" y="992"/>
                </a:lnTo>
                <a:lnTo>
                  <a:pt x="2587" y="993"/>
                </a:lnTo>
                <a:lnTo>
                  <a:pt x="2587" y="994"/>
                </a:lnTo>
                <a:lnTo>
                  <a:pt x="2586" y="995"/>
                </a:lnTo>
                <a:lnTo>
                  <a:pt x="2586" y="996"/>
                </a:lnTo>
                <a:lnTo>
                  <a:pt x="2588" y="998"/>
                </a:lnTo>
                <a:lnTo>
                  <a:pt x="2589" y="998"/>
                </a:lnTo>
                <a:lnTo>
                  <a:pt x="2590" y="998"/>
                </a:lnTo>
                <a:lnTo>
                  <a:pt x="2590" y="1000"/>
                </a:lnTo>
                <a:lnTo>
                  <a:pt x="2590" y="1001"/>
                </a:lnTo>
                <a:lnTo>
                  <a:pt x="2590" y="1002"/>
                </a:lnTo>
                <a:lnTo>
                  <a:pt x="2589" y="1002"/>
                </a:lnTo>
                <a:lnTo>
                  <a:pt x="2590" y="1002"/>
                </a:lnTo>
                <a:lnTo>
                  <a:pt x="2591" y="1002"/>
                </a:lnTo>
                <a:lnTo>
                  <a:pt x="2591" y="1003"/>
                </a:lnTo>
                <a:lnTo>
                  <a:pt x="2591" y="1004"/>
                </a:lnTo>
                <a:lnTo>
                  <a:pt x="2590" y="1005"/>
                </a:lnTo>
                <a:lnTo>
                  <a:pt x="2590" y="1008"/>
                </a:lnTo>
                <a:lnTo>
                  <a:pt x="2591" y="1008"/>
                </a:lnTo>
                <a:lnTo>
                  <a:pt x="2591" y="1007"/>
                </a:lnTo>
                <a:lnTo>
                  <a:pt x="2592" y="1006"/>
                </a:lnTo>
                <a:lnTo>
                  <a:pt x="2593" y="1006"/>
                </a:lnTo>
                <a:lnTo>
                  <a:pt x="2594" y="1007"/>
                </a:lnTo>
                <a:lnTo>
                  <a:pt x="2595" y="1007"/>
                </a:lnTo>
                <a:lnTo>
                  <a:pt x="2596" y="1007"/>
                </a:lnTo>
                <a:lnTo>
                  <a:pt x="2597" y="1007"/>
                </a:lnTo>
                <a:lnTo>
                  <a:pt x="2598" y="1008"/>
                </a:lnTo>
                <a:lnTo>
                  <a:pt x="2598" y="1009"/>
                </a:lnTo>
                <a:lnTo>
                  <a:pt x="2599" y="1009"/>
                </a:lnTo>
                <a:lnTo>
                  <a:pt x="2599" y="1010"/>
                </a:lnTo>
                <a:lnTo>
                  <a:pt x="2600" y="1010"/>
                </a:lnTo>
                <a:lnTo>
                  <a:pt x="2600" y="1009"/>
                </a:lnTo>
                <a:lnTo>
                  <a:pt x="2599" y="1009"/>
                </a:lnTo>
                <a:lnTo>
                  <a:pt x="2600" y="1009"/>
                </a:lnTo>
                <a:lnTo>
                  <a:pt x="2600" y="1008"/>
                </a:lnTo>
                <a:lnTo>
                  <a:pt x="2601" y="1007"/>
                </a:lnTo>
                <a:lnTo>
                  <a:pt x="2602" y="1007"/>
                </a:lnTo>
                <a:lnTo>
                  <a:pt x="2603" y="1007"/>
                </a:lnTo>
                <a:lnTo>
                  <a:pt x="2604" y="1007"/>
                </a:lnTo>
                <a:lnTo>
                  <a:pt x="2605" y="1007"/>
                </a:lnTo>
                <a:lnTo>
                  <a:pt x="2605" y="1006"/>
                </a:lnTo>
                <a:lnTo>
                  <a:pt x="2606" y="1006"/>
                </a:lnTo>
                <a:lnTo>
                  <a:pt x="2607" y="1006"/>
                </a:lnTo>
                <a:lnTo>
                  <a:pt x="2608" y="1006"/>
                </a:lnTo>
                <a:lnTo>
                  <a:pt x="2609" y="1007"/>
                </a:lnTo>
                <a:lnTo>
                  <a:pt x="2609" y="1008"/>
                </a:lnTo>
                <a:lnTo>
                  <a:pt x="2610" y="1011"/>
                </a:lnTo>
                <a:lnTo>
                  <a:pt x="2611" y="1011"/>
                </a:lnTo>
                <a:lnTo>
                  <a:pt x="2612" y="1011"/>
                </a:lnTo>
                <a:lnTo>
                  <a:pt x="2613" y="1011"/>
                </a:lnTo>
                <a:lnTo>
                  <a:pt x="2614" y="1011"/>
                </a:lnTo>
                <a:lnTo>
                  <a:pt x="2614" y="1012"/>
                </a:lnTo>
                <a:lnTo>
                  <a:pt x="2614" y="1013"/>
                </a:lnTo>
                <a:lnTo>
                  <a:pt x="2615" y="1014"/>
                </a:lnTo>
                <a:lnTo>
                  <a:pt x="2616" y="1014"/>
                </a:lnTo>
                <a:lnTo>
                  <a:pt x="2616" y="1015"/>
                </a:lnTo>
                <a:lnTo>
                  <a:pt x="2617" y="1015"/>
                </a:lnTo>
                <a:lnTo>
                  <a:pt x="2619" y="1015"/>
                </a:lnTo>
                <a:lnTo>
                  <a:pt x="2619" y="1014"/>
                </a:lnTo>
                <a:lnTo>
                  <a:pt x="2619" y="1013"/>
                </a:lnTo>
                <a:lnTo>
                  <a:pt x="2619" y="1012"/>
                </a:lnTo>
                <a:lnTo>
                  <a:pt x="2620" y="1012"/>
                </a:lnTo>
                <a:lnTo>
                  <a:pt x="2620" y="1013"/>
                </a:lnTo>
                <a:lnTo>
                  <a:pt x="2621" y="1013"/>
                </a:lnTo>
                <a:lnTo>
                  <a:pt x="2621" y="1012"/>
                </a:lnTo>
                <a:lnTo>
                  <a:pt x="2622" y="1012"/>
                </a:lnTo>
                <a:lnTo>
                  <a:pt x="2622" y="1011"/>
                </a:lnTo>
                <a:lnTo>
                  <a:pt x="2623" y="1011"/>
                </a:lnTo>
                <a:lnTo>
                  <a:pt x="2623" y="1010"/>
                </a:lnTo>
                <a:lnTo>
                  <a:pt x="2624" y="1011"/>
                </a:lnTo>
                <a:lnTo>
                  <a:pt x="2626" y="1011"/>
                </a:lnTo>
                <a:lnTo>
                  <a:pt x="2626" y="1012"/>
                </a:lnTo>
                <a:lnTo>
                  <a:pt x="2627" y="1012"/>
                </a:lnTo>
                <a:lnTo>
                  <a:pt x="2628" y="1012"/>
                </a:lnTo>
                <a:lnTo>
                  <a:pt x="2629" y="1012"/>
                </a:lnTo>
                <a:lnTo>
                  <a:pt x="2630" y="1013"/>
                </a:lnTo>
                <a:lnTo>
                  <a:pt x="2631" y="1015"/>
                </a:lnTo>
                <a:lnTo>
                  <a:pt x="2631" y="1016"/>
                </a:lnTo>
                <a:lnTo>
                  <a:pt x="2632" y="1017"/>
                </a:lnTo>
                <a:lnTo>
                  <a:pt x="2634" y="1017"/>
                </a:lnTo>
                <a:lnTo>
                  <a:pt x="2635" y="1019"/>
                </a:lnTo>
                <a:lnTo>
                  <a:pt x="2636" y="1019"/>
                </a:lnTo>
                <a:lnTo>
                  <a:pt x="2637" y="1020"/>
                </a:lnTo>
                <a:lnTo>
                  <a:pt x="2638" y="1019"/>
                </a:lnTo>
                <a:lnTo>
                  <a:pt x="2639" y="1018"/>
                </a:lnTo>
                <a:lnTo>
                  <a:pt x="2640" y="1017"/>
                </a:lnTo>
                <a:lnTo>
                  <a:pt x="2640" y="1016"/>
                </a:lnTo>
                <a:lnTo>
                  <a:pt x="2642" y="1016"/>
                </a:lnTo>
                <a:lnTo>
                  <a:pt x="2643" y="1016"/>
                </a:lnTo>
                <a:lnTo>
                  <a:pt x="2644" y="1016"/>
                </a:lnTo>
                <a:lnTo>
                  <a:pt x="2645" y="1016"/>
                </a:lnTo>
                <a:lnTo>
                  <a:pt x="2645" y="1015"/>
                </a:lnTo>
                <a:lnTo>
                  <a:pt x="2645" y="1014"/>
                </a:lnTo>
                <a:lnTo>
                  <a:pt x="2646" y="1014"/>
                </a:lnTo>
                <a:lnTo>
                  <a:pt x="2646" y="1013"/>
                </a:lnTo>
                <a:lnTo>
                  <a:pt x="2645" y="1012"/>
                </a:lnTo>
                <a:lnTo>
                  <a:pt x="2645" y="1011"/>
                </a:lnTo>
                <a:lnTo>
                  <a:pt x="2645" y="1010"/>
                </a:lnTo>
                <a:lnTo>
                  <a:pt x="2645" y="1008"/>
                </a:lnTo>
                <a:lnTo>
                  <a:pt x="2646" y="1007"/>
                </a:lnTo>
                <a:lnTo>
                  <a:pt x="2647" y="1006"/>
                </a:lnTo>
                <a:lnTo>
                  <a:pt x="2648" y="1006"/>
                </a:lnTo>
                <a:lnTo>
                  <a:pt x="2648" y="1005"/>
                </a:lnTo>
                <a:lnTo>
                  <a:pt x="2649" y="1004"/>
                </a:lnTo>
                <a:lnTo>
                  <a:pt x="2652" y="1005"/>
                </a:lnTo>
                <a:lnTo>
                  <a:pt x="2654" y="1006"/>
                </a:lnTo>
                <a:lnTo>
                  <a:pt x="2655" y="1006"/>
                </a:lnTo>
                <a:lnTo>
                  <a:pt x="2655" y="1005"/>
                </a:lnTo>
                <a:lnTo>
                  <a:pt x="2656" y="1005"/>
                </a:lnTo>
                <a:lnTo>
                  <a:pt x="2656" y="1004"/>
                </a:lnTo>
                <a:lnTo>
                  <a:pt x="2658" y="1004"/>
                </a:lnTo>
                <a:lnTo>
                  <a:pt x="2658" y="1005"/>
                </a:lnTo>
                <a:lnTo>
                  <a:pt x="2659" y="1005"/>
                </a:lnTo>
                <a:lnTo>
                  <a:pt x="2659" y="1006"/>
                </a:lnTo>
                <a:lnTo>
                  <a:pt x="2660" y="1006"/>
                </a:lnTo>
                <a:lnTo>
                  <a:pt x="2662" y="1007"/>
                </a:lnTo>
                <a:lnTo>
                  <a:pt x="2663" y="1008"/>
                </a:lnTo>
                <a:lnTo>
                  <a:pt x="2664" y="1008"/>
                </a:lnTo>
                <a:lnTo>
                  <a:pt x="2665" y="1007"/>
                </a:lnTo>
                <a:lnTo>
                  <a:pt x="2665" y="1006"/>
                </a:lnTo>
                <a:lnTo>
                  <a:pt x="2665" y="1005"/>
                </a:lnTo>
                <a:lnTo>
                  <a:pt x="2666" y="1005"/>
                </a:lnTo>
                <a:lnTo>
                  <a:pt x="2666" y="1004"/>
                </a:lnTo>
                <a:lnTo>
                  <a:pt x="2667" y="1004"/>
                </a:lnTo>
                <a:lnTo>
                  <a:pt x="2668" y="1004"/>
                </a:lnTo>
                <a:lnTo>
                  <a:pt x="2668" y="1003"/>
                </a:lnTo>
                <a:lnTo>
                  <a:pt x="2669" y="1003"/>
                </a:lnTo>
                <a:lnTo>
                  <a:pt x="2670" y="1003"/>
                </a:lnTo>
                <a:lnTo>
                  <a:pt x="2671" y="1003"/>
                </a:lnTo>
                <a:lnTo>
                  <a:pt x="2672" y="1003"/>
                </a:lnTo>
                <a:lnTo>
                  <a:pt x="2673" y="1003"/>
                </a:lnTo>
                <a:lnTo>
                  <a:pt x="2675" y="1003"/>
                </a:lnTo>
                <a:lnTo>
                  <a:pt x="2676" y="1003"/>
                </a:lnTo>
                <a:lnTo>
                  <a:pt x="2676" y="1004"/>
                </a:lnTo>
                <a:lnTo>
                  <a:pt x="2675" y="1004"/>
                </a:lnTo>
                <a:lnTo>
                  <a:pt x="2676" y="1006"/>
                </a:lnTo>
                <a:lnTo>
                  <a:pt x="2678" y="1006"/>
                </a:lnTo>
                <a:lnTo>
                  <a:pt x="2678" y="1005"/>
                </a:lnTo>
                <a:lnTo>
                  <a:pt x="2678" y="1004"/>
                </a:lnTo>
                <a:lnTo>
                  <a:pt x="2679" y="1003"/>
                </a:lnTo>
                <a:lnTo>
                  <a:pt x="2680" y="1002"/>
                </a:lnTo>
                <a:lnTo>
                  <a:pt x="2681" y="1001"/>
                </a:lnTo>
                <a:lnTo>
                  <a:pt x="2681" y="1000"/>
                </a:lnTo>
                <a:lnTo>
                  <a:pt x="2681" y="999"/>
                </a:lnTo>
                <a:lnTo>
                  <a:pt x="2680" y="999"/>
                </a:lnTo>
                <a:lnTo>
                  <a:pt x="2680" y="998"/>
                </a:lnTo>
                <a:lnTo>
                  <a:pt x="2680" y="997"/>
                </a:lnTo>
                <a:lnTo>
                  <a:pt x="2681" y="996"/>
                </a:lnTo>
                <a:lnTo>
                  <a:pt x="2682" y="995"/>
                </a:lnTo>
                <a:lnTo>
                  <a:pt x="2682" y="994"/>
                </a:lnTo>
                <a:lnTo>
                  <a:pt x="2683" y="993"/>
                </a:lnTo>
                <a:lnTo>
                  <a:pt x="2684" y="992"/>
                </a:lnTo>
                <a:lnTo>
                  <a:pt x="2684" y="991"/>
                </a:lnTo>
                <a:lnTo>
                  <a:pt x="2684" y="989"/>
                </a:lnTo>
                <a:lnTo>
                  <a:pt x="2686" y="990"/>
                </a:lnTo>
                <a:lnTo>
                  <a:pt x="2686" y="991"/>
                </a:lnTo>
                <a:lnTo>
                  <a:pt x="2686" y="992"/>
                </a:lnTo>
                <a:lnTo>
                  <a:pt x="2686" y="993"/>
                </a:lnTo>
                <a:lnTo>
                  <a:pt x="2686" y="994"/>
                </a:lnTo>
                <a:lnTo>
                  <a:pt x="2687" y="994"/>
                </a:lnTo>
                <a:lnTo>
                  <a:pt x="2687" y="995"/>
                </a:lnTo>
                <a:lnTo>
                  <a:pt x="2688" y="995"/>
                </a:lnTo>
                <a:lnTo>
                  <a:pt x="2689" y="997"/>
                </a:lnTo>
                <a:lnTo>
                  <a:pt x="2689" y="998"/>
                </a:lnTo>
                <a:lnTo>
                  <a:pt x="2690" y="999"/>
                </a:lnTo>
                <a:lnTo>
                  <a:pt x="2691" y="999"/>
                </a:lnTo>
                <a:lnTo>
                  <a:pt x="2691" y="998"/>
                </a:lnTo>
                <a:lnTo>
                  <a:pt x="2693" y="997"/>
                </a:lnTo>
                <a:lnTo>
                  <a:pt x="2694" y="997"/>
                </a:lnTo>
                <a:lnTo>
                  <a:pt x="2695" y="997"/>
                </a:lnTo>
                <a:lnTo>
                  <a:pt x="2695" y="996"/>
                </a:lnTo>
                <a:lnTo>
                  <a:pt x="2695" y="994"/>
                </a:lnTo>
                <a:lnTo>
                  <a:pt x="2695" y="993"/>
                </a:lnTo>
                <a:lnTo>
                  <a:pt x="2696" y="993"/>
                </a:lnTo>
                <a:lnTo>
                  <a:pt x="2695" y="992"/>
                </a:lnTo>
                <a:lnTo>
                  <a:pt x="2695" y="991"/>
                </a:lnTo>
                <a:lnTo>
                  <a:pt x="2696" y="990"/>
                </a:lnTo>
                <a:lnTo>
                  <a:pt x="2697" y="989"/>
                </a:lnTo>
                <a:lnTo>
                  <a:pt x="2698" y="989"/>
                </a:lnTo>
                <a:lnTo>
                  <a:pt x="2698" y="990"/>
                </a:lnTo>
                <a:lnTo>
                  <a:pt x="2699" y="990"/>
                </a:lnTo>
                <a:lnTo>
                  <a:pt x="2699" y="991"/>
                </a:lnTo>
                <a:lnTo>
                  <a:pt x="2699" y="992"/>
                </a:lnTo>
                <a:lnTo>
                  <a:pt x="2701" y="992"/>
                </a:lnTo>
                <a:lnTo>
                  <a:pt x="2701" y="991"/>
                </a:lnTo>
                <a:lnTo>
                  <a:pt x="2702" y="991"/>
                </a:lnTo>
                <a:lnTo>
                  <a:pt x="2703" y="991"/>
                </a:lnTo>
                <a:lnTo>
                  <a:pt x="2703" y="992"/>
                </a:lnTo>
                <a:lnTo>
                  <a:pt x="2704" y="992"/>
                </a:lnTo>
                <a:lnTo>
                  <a:pt x="2705" y="993"/>
                </a:lnTo>
                <a:lnTo>
                  <a:pt x="2706" y="993"/>
                </a:lnTo>
                <a:lnTo>
                  <a:pt x="2707" y="993"/>
                </a:lnTo>
                <a:lnTo>
                  <a:pt x="2708" y="992"/>
                </a:lnTo>
                <a:lnTo>
                  <a:pt x="2709" y="992"/>
                </a:lnTo>
                <a:lnTo>
                  <a:pt x="2710" y="991"/>
                </a:lnTo>
                <a:lnTo>
                  <a:pt x="2711" y="991"/>
                </a:lnTo>
                <a:lnTo>
                  <a:pt x="2712" y="990"/>
                </a:lnTo>
                <a:lnTo>
                  <a:pt x="2712" y="989"/>
                </a:lnTo>
                <a:lnTo>
                  <a:pt x="2713" y="988"/>
                </a:lnTo>
                <a:lnTo>
                  <a:pt x="2713" y="987"/>
                </a:lnTo>
                <a:lnTo>
                  <a:pt x="2714" y="987"/>
                </a:lnTo>
                <a:lnTo>
                  <a:pt x="2715" y="987"/>
                </a:lnTo>
                <a:lnTo>
                  <a:pt x="2717" y="987"/>
                </a:lnTo>
                <a:lnTo>
                  <a:pt x="2718" y="988"/>
                </a:lnTo>
                <a:lnTo>
                  <a:pt x="2719" y="988"/>
                </a:lnTo>
                <a:lnTo>
                  <a:pt x="2719" y="987"/>
                </a:lnTo>
                <a:lnTo>
                  <a:pt x="2719" y="986"/>
                </a:lnTo>
                <a:lnTo>
                  <a:pt x="2718" y="985"/>
                </a:lnTo>
                <a:lnTo>
                  <a:pt x="2719" y="984"/>
                </a:lnTo>
                <a:lnTo>
                  <a:pt x="2720" y="984"/>
                </a:lnTo>
                <a:lnTo>
                  <a:pt x="2720" y="983"/>
                </a:lnTo>
                <a:lnTo>
                  <a:pt x="2720" y="982"/>
                </a:lnTo>
                <a:lnTo>
                  <a:pt x="2720" y="981"/>
                </a:lnTo>
                <a:lnTo>
                  <a:pt x="2720" y="980"/>
                </a:lnTo>
                <a:lnTo>
                  <a:pt x="2721" y="980"/>
                </a:lnTo>
                <a:lnTo>
                  <a:pt x="2721" y="979"/>
                </a:lnTo>
                <a:lnTo>
                  <a:pt x="2722" y="979"/>
                </a:lnTo>
                <a:lnTo>
                  <a:pt x="2723" y="979"/>
                </a:lnTo>
                <a:lnTo>
                  <a:pt x="2725" y="982"/>
                </a:lnTo>
                <a:lnTo>
                  <a:pt x="2726" y="983"/>
                </a:lnTo>
                <a:lnTo>
                  <a:pt x="2726" y="984"/>
                </a:lnTo>
                <a:lnTo>
                  <a:pt x="2726" y="985"/>
                </a:lnTo>
                <a:lnTo>
                  <a:pt x="2727" y="986"/>
                </a:lnTo>
                <a:lnTo>
                  <a:pt x="2728" y="987"/>
                </a:lnTo>
                <a:lnTo>
                  <a:pt x="2728" y="988"/>
                </a:lnTo>
                <a:lnTo>
                  <a:pt x="2729" y="989"/>
                </a:lnTo>
                <a:lnTo>
                  <a:pt x="2730" y="989"/>
                </a:lnTo>
                <a:lnTo>
                  <a:pt x="2731" y="990"/>
                </a:lnTo>
                <a:lnTo>
                  <a:pt x="2732" y="991"/>
                </a:lnTo>
                <a:lnTo>
                  <a:pt x="2733" y="992"/>
                </a:lnTo>
                <a:lnTo>
                  <a:pt x="2734" y="992"/>
                </a:lnTo>
                <a:lnTo>
                  <a:pt x="2735" y="992"/>
                </a:lnTo>
                <a:lnTo>
                  <a:pt x="2734" y="992"/>
                </a:lnTo>
                <a:lnTo>
                  <a:pt x="2734" y="993"/>
                </a:lnTo>
                <a:lnTo>
                  <a:pt x="2733" y="994"/>
                </a:lnTo>
                <a:lnTo>
                  <a:pt x="2734" y="994"/>
                </a:lnTo>
                <a:lnTo>
                  <a:pt x="2735" y="995"/>
                </a:lnTo>
                <a:lnTo>
                  <a:pt x="2736" y="996"/>
                </a:lnTo>
                <a:lnTo>
                  <a:pt x="2737" y="996"/>
                </a:lnTo>
                <a:lnTo>
                  <a:pt x="2738" y="996"/>
                </a:lnTo>
                <a:lnTo>
                  <a:pt x="2738" y="995"/>
                </a:lnTo>
                <a:lnTo>
                  <a:pt x="2739" y="995"/>
                </a:lnTo>
                <a:lnTo>
                  <a:pt x="2739" y="997"/>
                </a:lnTo>
                <a:lnTo>
                  <a:pt x="2740" y="998"/>
                </a:lnTo>
                <a:lnTo>
                  <a:pt x="2741" y="998"/>
                </a:lnTo>
                <a:lnTo>
                  <a:pt x="2742" y="999"/>
                </a:lnTo>
                <a:lnTo>
                  <a:pt x="2741" y="1000"/>
                </a:lnTo>
                <a:lnTo>
                  <a:pt x="2742" y="1002"/>
                </a:lnTo>
                <a:lnTo>
                  <a:pt x="2743" y="1002"/>
                </a:lnTo>
                <a:lnTo>
                  <a:pt x="2743" y="1003"/>
                </a:lnTo>
                <a:lnTo>
                  <a:pt x="2742" y="1003"/>
                </a:lnTo>
                <a:lnTo>
                  <a:pt x="2742" y="1004"/>
                </a:lnTo>
                <a:lnTo>
                  <a:pt x="2743" y="1005"/>
                </a:lnTo>
                <a:lnTo>
                  <a:pt x="2745" y="1006"/>
                </a:lnTo>
                <a:lnTo>
                  <a:pt x="2746" y="1006"/>
                </a:lnTo>
                <a:lnTo>
                  <a:pt x="2747" y="1006"/>
                </a:lnTo>
                <a:lnTo>
                  <a:pt x="2748" y="1007"/>
                </a:lnTo>
                <a:lnTo>
                  <a:pt x="2749" y="1008"/>
                </a:lnTo>
                <a:lnTo>
                  <a:pt x="2749" y="1009"/>
                </a:lnTo>
                <a:lnTo>
                  <a:pt x="2749" y="1010"/>
                </a:lnTo>
                <a:lnTo>
                  <a:pt x="2747" y="1010"/>
                </a:lnTo>
                <a:lnTo>
                  <a:pt x="2745" y="1010"/>
                </a:lnTo>
                <a:lnTo>
                  <a:pt x="2744" y="1011"/>
                </a:lnTo>
                <a:lnTo>
                  <a:pt x="2745" y="1012"/>
                </a:lnTo>
                <a:lnTo>
                  <a:pt x="2746" y="1012"/>
                </a:lnTo>
                <a:lnTo>
                  <a:pt x="2747" y="1012"/>
                </a:lnTo>
                <a:lnTo>
                  <a:pt x="2748" y="1013"/>
                </a:lnTo>
                <a:lnTo>
                  <a:pt x="2749" y="1013"/>
                </a:lnTo>
                <a:lnTo>
                  <a:pt x="2749" y="1014"/>
                </a:lnTo>
                <a:lnTo>
                  <a:pt x="2750" y="1015"/>
                </a:lnTo>
                <a:lnTo>
                  <a:pt x="2749" y="1016"/>
                </a:lnTo>
                <a:lnTo>
                  <a:pt x="2749" y="1018"/>
                </a:lnTo>
                <a:lnTo>
                  <a:pt x="2750" y="1018"/>
                </a:lnTo>
                <a:lnTo>
                  <a:pt x="2750" y="1019"/>
                </a:lnTo>
                <a:lnTo>
                  <a:pt x="2751" y="1020"/>
                </a:lnTo>
                <a:lnTo>
                  <a:pt x="2752" y="1021"/>
                </a:lnTo>
                <a:lnTo>
                  <a:pt x="2753" y="1021"/>
                </a:lnTo>
                <a:lnTo>
                  <a:pt x="2754" y="1022"/>
                </a:lnTo>
                <a:lnTo>
                  <a:pt x="2755" y="1022"/>
                </a:lnTo>
                <a:lnTo>
                  <a:pt x="2756" y="1023"/>
                </a:lnTo>
                <a:lnTo>
                  <a:pt x="2757" y="1023"/>
                </a:lnTo>
                <a:lnTo>
                  <a:pt x="2757" y="1024"/>
                </a:lnTo>
                <a:lnTo>
                  <a:pt x="2758" y="1026"/>
                </a:lnTo>
                <a:lnTo>
                  <a:pt x="2759" y="1026"/>
                </a:lnTo>
                <a:lnTo>
                  <a:pt x="2761" y="1025"/>
                </a:lnTo>
                <a:lnTo>
                  <a:pt x="2762" y="1025"/>
                </a:lnTo>
                <a:lnTo>
                  <a:pt x="2763" y="1026"/>
                </a:lnTo>
                <a:lnTo>
                  <a:pt x="2764" y="1026"/>
                </a:lnTo>
                <a:lnTo>
                  <a:pt x="2765" y="1025"/>
                </a:lnTo>
                <a:lnTo>
                  <a:pt x="2766" y="1026"/>
                </a:lnTo>
                <a:lnTo>
                  <a:pt x="2766" y="1027"/>
                </a:lnTo>
                <a:lnTo>
                  <a:pt x="2766" y="1028"/>
                </a:lnTo>
                <a:lnTo>
                  <a:pt x="2767" y="1029"/>
                </a:lnTo>
                <a:lnTo>
                  <a:pt x="2767" y="1030"/>
                </a:lnTo>
                <a:lnTo>
                  <a:pt x="2767" y="1031"/>
                </a:lnTo>
                <a:lnTo>
                  <a:pt x="2767" y="1032"/>
                </a:lnTo>
                <a:lnTo>
                  <a:pt x="2767" y="1033"/>
                </a:lnTo>
                <a:lnTo>
                  <a:pt x="2767" y="1035"/>
                </a:lnTo>
                <a:lnTo>
                  <a:pt x="2768" y="1037"/>
                </a:lnTo>
                <a:lnTo>
                  <a:pt x="2768" y="1038"/>
                </a:lnTo>
                <a:lnTo>
                  <a:pt x="2769" y="1038"/>
                </a:lnTo>
                <a:lnTo>
                  <a:pt x="2769" y="1039"/>
                </a:lnTo>
                <a:lnTo>
                  <a:pt x="2770" y="1039"/>
                </a:lnTo>
                <a:lnTo>
                  <a:pt x="2771" y="1039"/>
                </a:lnTo>
                <a:lnTo>
                  <a:pt x="2772" y="1039"/>
                </a:lnTo>
                <a:lnTo>
                  <a:pt x="2772" y="1040"/>
                </a:lnTo>
                <a:lnTo>
                  <a:pt x="2773" y="1040"/>
                </a:lnTo>
                <a:lnTo>
                  <a:pt x="2774" y="1039"/>
                </a:lnTo>
                <a:lnTo>
                  <a:pt x="2774" y="1038"/>
                </a:lnTo>
                <a:lnTo>
                  <a:pt x="2775" y="1038"/>
                </a:lnTo>
                <a:lnTo>
                  <a:pt x="2775" y="1039"/>
                </a:lnTo>
                <a:lnTo>
                  <a:pt x="2776" y="1039"/>
                </a:lnTo>
                <a:lnTo>
                  <a:pt x="2776" y="1040"/>
                </a:lnTo>
                <a:lnTo>
                  <a:pt x="2777" y="1040"/>
                </a:lnTo>
                <a:lnTo>
                  <a:pt x="2779" y="1040"/>
                </a:lnTo>
                <a:lnTo>
                  <a:pt x="2780" y="1038"/>
                </a:lnTo>
                <a:lnTo>
                  <a:pt x="2780" y="1037"/>
                </a:lnTo>
                <a:lnTo>
                  <a:pt x="2781" y="1037"/>
                </a:lnTo>
                <a:lnTo>
                  <a:pt x="2782" y="1038"/>
                </a:lnTo>
                <a:lnTo>
                  <a:pt x="2783" y="1039"/>
                </a:lnTo>
                <a:lnTo>
                  <a:pt x="2784" y="1039"/>
                </a:lnTo>
                <a:lnTo>
                  <a:pt x="2784" y="1040"/>
                </a:lnTo>
                <a:lnTo>
                  <a:pt x="2785" y="1040"/>
                </a:lnTo>
                <a:lnTo>
                  <a:pt x="2786" y="1040"/>
                </a:lnTo>
                <a:lnTo>
                  <a:pt x="2787" y="1040"/>
                </a:lnTo>
                <a:lnTo>
                  <a:pt x="2787" y="1041"/>
                </a:lnTo>
                <a:lnTo>
                  <a:pt x="2788" y="1042"/>
                </a:lnTo>
                <a:lnTo>
                  <a:pt x="2790" y="1043"/>
                </a:lnTo>
                <a:lnTo>
                  <a:pt x="2791" y="1043"/>
                </a:lnTo>
                <a:lnTo>
                  <a:pt x="2792" y="1044"/>
                </a:lnTo>
                <a:lnTo>
                  <a:pt x="2791" y="1044"/>
                </a:lnTo>
                <a:lnTo>
                  <a:pt x="2791" y="1045"/>
                </a:lnTo>
                <a:lnTo>
                  <a:pt x="2792" y="1045"/>
                </a:lnTo>
                <a:lnTo>
                  <a:pt x="2792" y="1046"/>
                </a:lnTo>
                <a:lnTo>
                  <a:pt x="2793" y="1047"/>
                </a:lnTo>
                <a:lnTo>
                  <a:pt x="2794" y="1048"/>
                </a:lnTo>
                <a:lnTo>
                  <a:pt x="2795" y="1047"/>
                </a:lnTo>
                <a:lnTo>
                  <a:pt x="2795" y="1046"/>
                </a:lnTo>
                <a:lnTo>
                  <a:pt x="2796" y="1046"/>
                </a:lnTo>
                <a:lnTo>
                  <a:pt x="2797" y="1046"/>
                </a:lnTo>
                <a:lnTo>
                  <a:pt x="2798" y="1046"/>
                </a:lnTo>
                <a:lnTo>
                  <a:pt x="2799" y="1046"/>
                </a:lnTo>
                <a:lnTo>
                  <a:pt x="2799" y="1047"/>
                </a:lnTo>
                <a:lnTo>
                  <a:pt x="2800" y="1047"/>
                </a:lnTo>
                <a:lnTo>
                  <a:pt x="2801" y="1047"/>
                </a:lnTo>
                <a:lnTo>
                  <a:pt x="2801" y="1046"/>
                </a:lnTo>
                <a:lnTo>
                  <a:pt x="2802" y="1046"/>
                </a:lnTo>
                <a:lnTo>
                  <a:pt x="2802" y="1047"/>
                </a:lnTo>
                <a:lnTo>
                  <a:pt x="2803" y="1047"/>
                </a:lnTo>
                <a:lnTo>
                  <a:pt x="2804" y="1047"/>
                </a:lnTo>
                <a:lnTo>
                  <a:pt x="2804" y="1046"/>
                </a:lnTo>
                <a:lnTo>
                  <a:pt x="2804" y="1045"/>
                </a:lnTo>
                <a:lnTo>
                  <a:pt x="2804" y="1044"/>
                </a:lnTo>
                <a:lnTo>
                  <a:pt x="2805" y="1044"/>
                </a:lnTo>
                <a:lnTo>
                  <a:pt x="2805" y="1045"/>
                </a:lnTo>
                <a:lnTo>
                  <a:pt x="2806" y="1045"/>
                </a:lnTo>
                <a:lnTo>
                  <a:pt x="2807" y="1045"/>
                </a:lnTo>
                <a:lnTo>
                  <a:pt x="2807" y="1044"/>
                </a:lnTo>
                <a:lnTo>
                  <a:pt x="2808" y="1044"/>
                </a:lnTo>
                <a:lnTo>
                  <a:pt x="2808" y="1045"/>
                </a:lnTo>
                <a:lnTo>
                  <a:pt x="2807" y="1046"/>
                </a:lnTo>
                <a:lnTo>
                  <a:pt x="2808" y="1047"/>
                </a:lnTo>
                <a:lnTo>
                  <a:pt x="2808" y="1048"/>
                </a:lnTo>
                <a:lnTo>
                  <a:pt x="2809" y="1048"/>
                </a:lnTo>
                <a:lnTo>
                  <a:pt x="2810" y="1048"/>
                </a:lnTo>
                <a:lnTo>
                  <a:pt x="2811" y="1047"/>
                </a:lnTo>
                <a:lnTo>
                  <a:pt x="2811" y="1046"/>
                </a:lnTo>
                <a:lnTo>
                  <a:pt x="2812" y="1046"/>
                </a:lnTo>
                <a:lnTo>
                  <a:pt x="2813" y="1046"/>
                </a:lnTo>
                <a:lnTo>
                  <a:pt x="2813" y="1047"/>
                </a:lnTo>
                <a:lnTo>
                  <a:pt x="2814" y="1048"/>
                </a:lnTo>
                <a:lnTo>
                  <a:pt x="2815" y="1048"/>
                </a:lnTo>
                <a:lnTo>
                  <a:pt x="2816" y="1048"/>
                </a:lnTo>
                <a:lnTo>
                  <a:pt x="2817" y="1048"/>
                </a:lnTo>
                <a:lnTo>
                  <a:pt x="2818" y="1047"/>
                </a:lnTo>
                <a:lnTo>
                  <a:pt x="2818" y="1046"/>
                </a:lnTo>
                <a:lnTo>
                  <a:pt x="2819" y="1046"/>
                </a:lnTo>
                <a:lnTo>
                  <a:pt x="2819" y="1047"/>
                </a:lnTo>
                <a:lnTo>
                  <a:pt x="2820" y="1048"/>
                </a:lnTo>
                <a:lnTo>
                  <a:pt x="2819" y="1049"/>
                </a:lnTo>
                <a:lnTo>
                  <a:pt x="2819" y="1050"/>
                </a:lnTo>
                <a:lnTo>
                  <a:pt x="2820" y="1050"/>
                </a:lnTo>
                <a:lnTo>
                  <a:pt x="2820" y="1051"/>
                </a:lnTo>
                <a:lnTo>
                  <a:pt x="2821" y="1051"/>
                </a:lnTo>
                <a:lnTo>
                  <a:pt x="2820" y="1052"/>
                </a:lnTo>
                <a:lnTo>
                  <a:pt x="2821" y="1053"/>
                </a:lnTo>
                <a:lnTo>
                  <a:pt x="2822" y="1053"/>
                </a:lnTo>
                <a:lnTo>
                  <a:pt x="2823" y="1053"/>
                </a:lnTo>
                <a:lnTo>
                  <a:pt x="2823" y="1054"/>
                </a:lnTo>
                <a:lnTo>
                  <a:pt x="2824" y="1054"/>
                </a:lnTo>
                <a:lnTo>
                  <a:pt x="2825" y="1056"/>
                </a:lnTo>
                <a:lnTo>
                  <a:pt x="2825" y="1057"/>
                </a:lnTo>
                <a:lnTo>
                  <a:pt x="2824" y="1057"/>
                </a:lnTo>
                <a:lnTo>
                  <a:pt x="2822" y="1057"/>
                </a:lnTo>
                <a:lnTo>
                  <a:pt x="2819" y="1057"/>
                </a:lnTo>
                <a:lnTo>
                  <a:pt x="2818" y="1057"/>
                </a:lnTo>
                <a:lnTo>
                  <a:pt x="2817" y="1058"/>
                </a:lnTo>
                <a:lnTo>
                  <a:pt x="2816" y="1058"/>
                </a:lnTo>
                <a:lnTo>
                  <a:pt x="2815" y="1058"/>
                </a:lnTo>
                <a:lnTo>
                  <a:pt x="2815" y="1059"/>
                </a:lnTo>
                <a:lnTo>
                  <a:pt x="2813" y="1059"/>
                </a:lnTo>
                <a:lnTo>
                  <a:pt x="2812" y="1059"/>
                </a:lnTo>
                <a:lnTo>
                  <a:pt x="2810" y="1058"/>
                </a:lnTo>
                <a:lnTo>
                  <a:pt x="2809" y="1059"/>
                </a:lnTo>
                <a:lnTo>
                  <a:pt x="2808" y="1059"/>
                </a:lnTo>
                <a:lnTo>
                  <a:pt x="2807" y="1058"/>
                </a:lnTo>
                <a:lnTo>
                  <a:pt x="2805" y="1059"/>
                </a:lnTo>
                <a:lnTo>
                  <a:pt x="2804" y="1059"/>
                </a:lnTo>
                <a:lnTo>
                  <a:pt x="2803" y="1060"/>
                </a:lnTo>
                <a:lnTo>
                  <a:pt x="2801" y="1060"/>
                </a:lnTo>
                <a:lnTo>
                  <a:pt x="2800" y="1060"/>
                </a:lnTo>
                <a:lnTo>
                  <a:pt x="2798" y="1059"/>
                </a:lnTo>
                <a:lnTo>
                  <a:pt x="2797" y="1059"/>
                </a:lnTo>
                <a:lnTo>
                  <a:pt x="2797" y="1060"/>
                </a:lnTo>
                <a:lnTo>
                  <a:pt x="2797" y="1061"/>
                </a:lnTo>
                <a:lnTo>
                  <a:pt x="2796" y="1061"/>
                </a:lnTo>
                <a:lnTo>
                  <a:pt x="2795" y="1062"/>
                </a:lnTo>
                <a:lnTo>
                  <a:pt x="2795" y="1063"/>
                </a:lnTo>
                <a:lnTo>
                  <a:pt x="2794" y="1064"/>
                </a:lnTo>
                <a:lnTo>
                  <a:pt x="2793" y="1065"/>
                </a:lnTo>
                <a:lnTo>
                  <a:pt x="2793" y="1066"/>
                </a:lnTo>
                <a:lnTo>
                  <a:pt x="2793" y="1067"/>
                </a:lnTo>
                <a:lnTo>
                  <a:pt x="2793" y="1068"/>
                </a:lnTo>
                <a:lnTo>
                  <a:pt x="2794" y="1069"/>
                </a:lnTo>
                <a:lnTo>
                  <a:pt x="2794" y="1070"/>
                </a:lnTo>
                <a:lnTo>
                  <a:pt x="2796" y="1071"/>
                </a:lnTo>
                <a:lnTo>
                  <a:pt x="2796" y="1072"/>
                </a:lnTo>
                <a:lnTo>
                  <a:pt x="2797" y="1072"/>
                </a:lnTo>
                <a:lnTo>
                  <a:pt x="2797" y="1073"/>
                </a:lnTo>
                <a:lnTo>
                  <a:pt x="2798" y="1073"/>
                </a:lnTo>
                <a:lnTo>
                  <a:pt x="2798" y="1072"/>
                </a:lnTo>
                <a:lnTo>
                  <a:pt x="2799" y="1072"/>
                </a:lnTo>
                <a:lnTo>
                  <a:pt x="2800" y="1072"/>
                </a:lnTo>
                <a:lnTo>
                  <a:pt x="2801" y="1072"/>
                </a:lnTo>
                <a:lnTo>
                  <a:pt x="2803" y="1070"/>
                </a:lnTo>
                <a:lnTo>
                  <a:pt x="2804" y="1070"/>
                </a:lnTo>
                <a:lnTo>
                  <a:pt x="2806" y="1070"/>
                </a:lnTo>
                <a:lnTo>
                  <a:pt x="2807" y="1069"/>
                </a:lnTo>
                <a:lnTo>
                  <a:pt x="2808" y="1069"/>
                </a:lnTo>
                <a:lnTo>
                  <a:pt x="2809" y="1069"/>
                </a:lnTo>
                <a:lnTo>
                  <a:pt x="2810" y="1069"/>
                </a:lnTo>
                <a:lnTo>
                  <a:pt x="2812" y="1067"/>
                </a:lnTo>
                <a:lnTo>
                  <a:pt x="2813" y="1067"/>
                </a:lnTo>
                <a:lnTo>
                  <a:pt x="2814" y="1067"/>
                </a:lnTo>
                <a:lnTo>
                  <a:pt x="2815" y="1067"/>
                </a:lnTo>
                <a:lnTo>
                  <a:pt x="2815" y="1066"/>
                </a:lnTo>
                <a:lnTo>
                  <a:pt x="2815" y="1064"/>
                </a:lnTo>
                <a:lnTo>
                  <a:pt x="2816" y="1064"/>
                </a:lnTo>
                <a:lnTo>
                  <a:pt x="2817" y="1064"/>
                </a:lnTo>
                <a:lnTo>
                  <a:pt x="2817" y="1063"/>
                </a:lnTo>
                <a:lnTo>
                  <a:pt x="2817" y="1062"/>
                </a:lnTo>
                <a:lnTo>
                  <a:pt x="2817" y="1061"/>
                </a:lnTo>
                <a:lnTo>
                  <a:pt x="2818" y="1061"/>
                </a:lnTo>
                <a:lnTo>
                  <a:pt x="2818" y="1062"/>
                </a:lnTo>
                <a:lnTo>
                  <a:pt x="2819" y="1062"/>
                </a:lnTo>
                <a:lnTo>
                  <a:pt x="2821" y="1062"/>
                </a:lnTo>
                <a:lnTo>
                  <a:pt x="2821" y="1063"/>
                </a:lnTo>
                <a:lnTo>
                  <a:pt x="2821" y="1066"/>
                </a:lnTo>
                <a:lnTo>
                  <a:pt x="2821" y="1067"/>
                </a:lnTo>
                <a:lnTo>
                  <a:pt x="2822" y="1067"/>
                </a:lnTo>
                <a:lnTo>
                  <a:pt x="2822" y="1068"/>
                </a:lnTo>
                <a:lnTo>
                  <a:pt x="2821" y="1068"/>
                </a:lnTo>
                <a:lnTo>
                  <a:pt x="2821" y="1069"/>
                </a:lnTo>
                <a:lnTo>
                  <a:pt x="2820" y="1069"/>
                </a:lnTo>
                <a:lnTo>
                  <a:pt x="2820" y="1070"/>
                </a:lnTo>
                <a:lnTo>
                  <a:pt x="2821" y="1070"/>
                </a:lnTo>
                <a:lnTo>
                  <a:pt x="2821" y="1071"/>
                </a:lnTo>
                <a:lnTo>
                  <a:pt x="2822" y="1073"/>
                </a:lnTo>
                <a:lnTo>
                  <a:pt x="2822" y="1075"/>
                </a:lnTo>
                <a:lnTo>
                  <a:pt x="2822" y="1076"/>
                </a:lnTo>
                <a:lnTo>
                  <a:pt x="2822" y="1077"/>
                </a:lnTo>
                <a:lnTo>
                  <a:pt x="2822" y="1078"/>
                </a:lnTo>
                <a:lnTo>
                  <a:pt x="2822" y="1079"/>
                </a:lnTo>
                <a:lnTo>
                  <a:pt x="2822" y="1080"/>
                </a:lnTo>
                <a:lnTo>
                  <a:pt x="2822" y="1081"/>
                </a:lnTo>
                <a:lnTo>
                  <a:pt x="2823" y="1082"/>
                </a:lnTo>
                <a:lnTo>
                  <a:pt x="2823" y="1084"/>
                </a:lnTo>
                <a:lnTo>
                  <a:pt x="2823" y="1085"/>
                </a:lnTo>
                <a:lnTo>
                  <a:pt x="2824" y="1086"/>
                </a:lnTo>
                <a:lnTo>
                  <a:pt x="2825" y="1086"/>
                </a:lnTo>
                <a:lnTo>
                  <a:pt x="2825" y="1087"/>
                </a:lnTo>
                <a:lnTo>
                  <a:pt x="2825" y="1088"/>
                </a:lnTo>
                <a:lnTo>
                  <a:pt x="2824" y="1088"/>
                </a:lnTo>
                <a:lnTo>
                  <a:pt x="2824" y="1089"/>
                </a:lnTo>
                <a:lnTo>
                  <a:pt x="2824" y="1090"/>
                </a:lnTo>
                <a:lnTo>
                  <a:pt x="2825" y="1091"/>
                </a:lnTo>
                <a:lnTo>
                  <a:pt x="2825" y="1092"/>
                </a:lnTo>
                <a:lnTo>
                  <a:pt x="2825" y="1093"/>
                </a:lnTo>
                <a:lnTo>
                  <a:pt x="2826" y="1094"/>
                </a:lnTo>
                <a:lnTo>
                  <a:pt x="2827" y="1094"/>
                </a:lnTo>
                <a:lnTo>
                  <a:pt x="2828" y="1095"/>
                </a:lnTo>
                <a:lnTo>
                  <a:pt x="2828" y="1096"/>
                </a:lnTo>
                <a:lnTo>
                  <a:pt x="2829" y="1096"/>
                </a:lnTo>
                <a:lnTo>
                  <a:pt x="2830" y="1097"/>
                </a:lnTo>
                <a:lnTo>
                  <a:pt x="2830" y="1099"/>
                </a:lnTo>
                <a:lnTo>
                  <a:pt x="2831" y="1099"/>
                </a:lnTo>
                <a:lnTo>
                  <a:pt x="2831" y="1098"/>
                </a:lnTo>
                <a:lnTo>
                  <a:pt x="2832" y="1098"/>
                </a:lnTo>
                <a:lnTo>
                  <a:pt x="2833" y="1099"/>
                </a:lnTo>
                <a:lnTo>
                  <a:pt x="2834" y="1099"/>
                </a:lnTo>
                <a:lnTo>
                  <a:pt x="2834" y="1098"/>
                </a:lnTo>
                <a:lnTo>
                  <a:pt x="2835" y="1098"/>
                </a:lnTo>
                <a:lnTo>
                  <a:pt x="2836" y="1098"/>
                </a:lnTo>
                <a:lnTo>
                  <a:pt x="2836" y="1099"/>
                </a:lnTo>
                <a:lnTo>
                  <a:pt x="2837" y="1099"/>
                </a:lnTo>
                <a:lnTo>
                  <a:pt x="2836" y="1099"/>
                </a:lnTo>
                <a:lnTo>
                  <a:pt x="2836" y="1100"/>
                </a:lnTo>
                <a:lnTo>
                  <a:pt x="2837" y="1100"/>
                </a:lnTo>
                <a:lnTo>
                  <a:pt x="2838" y="1100"/>
                </a:lnTo>
                <a:lnTo>
                  <a:pt x="2839" y="1100"/>
                </a:lnTo>
                <a:lnTo>
                  <a:pt x="2839" y="1099"/>
                </a:lnTo>
                <a:lnTo>
                  <a:pt x="2838" y="1097"/>
                </a:lnTo>
                <a:lnTo>
                  <a:pt x="2838" y="1096"/>
                </a:lnTo>
                <a:lnTo>
                  <a:pt x="2840" y="1094"/>
                </a:lnTo>
                <a:lnTo>
                  <a:pt x="2840" y="1093"/>
                </a:lnTo>
                <a:lnTo>
                  <a:pt x="2841" y="1093"/>
                </a:lnTo>
                <a:lnTo>
                  <a:pt x="2842" y="1093"/>
                </a:lnTo>
                <a:lnTo>
                  <a:pt x="2843" y="1093"/>
                </a:lnTo>
                <a:lnTo>
                  <a:pt x="2844" y="1093"/>
                </a:lnTo>
                <a:lnTo>
                  <a:pt x="2845" y="1094"/>
                </a:lnTo>
                <a:lnTo>
                  <a:pt x="2846" y="1093"/>
                </a:lnTo>
                <a:lnTo>
                  <a:pt x="2848" y="1096"/>
                </a:lnTo>
                <a:lnTo>
                  <a:pt x="2849" y="1097"/>
                </a:lnTo>
                <a:lnTo>
                  <a:pt x="2849" y="1099"/>
                </a:lnTo>
                <a:lnTo>
                  <a:pt x="2850" y="1099"/>
                </a:lnTo>
                <a:lnTo>
                  <a:pt x="2851" y="1099"/>
                </a:lnTo>
                <a:lnTo>
                  <a:pt x="2851" y="1098"/>
                </a:lnTo>
                <a:lnTo>
                  <a:pt x="2851" y="1099"/>
                </a:lnTo>
                <a:lnTo>
                  <a:pt x="2852" y="1099"/>
                </a:lnTo>
                <a:lnTo>
                  <a:pt x="2852" y="1100"/>
                </a:lnTo>
                <a:lnTo>
                  <a:pt x="2851" y="1100"/>
                </a:lnTo>
                <a:lnTo>
                  <a:pt x="2851" y="1101"/>
                </a:lnTo>
                <a:lnTo>
                  <a:pt x="2851" y="1102"/>
                </a:lnTo>
                <a:lnTo>
                  <a:pt x="2851" y="1103"/>
                </a:lnTo>
                <a:lnTo>
                  <a:pt x="2852" y="1103"/>
                </a:lnTo>
                <a:lnTo>
                  <a:pt x="2850" y="1105"/>
                </a:lnTo>
                <a:lnTo>
                  <a:pt x="2850" y="1106"/>
                </a:lnTo>
                <a:lnTo>
                  <a:pt x="2850" y="1107"/>
                </a:lnTo>
                <a:lnTo>
                  <a:pt x="2851" y="1107"/>
                </a:lnTo>
                <a:lnTo>
                  <a:pt x="2852" y="1108"/>
                </a:lnTo>
                <a:lnTo>
                  <a:pt x="2852" y="1109"/>
                </a:lnTo>
                <a:lnTo>
                  <a:pt x="2852" y="1110"/>
                </a:lnTo>
                <a:lnTo>
                  <a:pt x="2853" y="1110"/>
                </a:lnTo>
                <a:lnTo>
                  <a:pt x="2853" y="1111"/>
                </a:lnTo>
                <a:lnTo>
                  <a:pt x="2852" y="1114"/>
                </a:lnTo>
                <a:lnTo>
                  <a:pt x="2852" y="1116"/>
                </a:lnTo>
                <a:lnTo>
                  <a:pt x="2852" y="1118"/>
                </a:lnTo>
                <a:lnTo>
                  <a:pt x="2852" y="1119"/>
                </a:lnTo>
                <a:lnTo>
                  <a:pt x="2851" y="1119"/>
                </a:lnTo>
                <a:lnTo>
                  <a:pt x="2850" y="1120"/>
                </a:lnTo>
                <a:lnTo>
                  <a:pt x="2850" y="1119"/>
                </a:lnTo>
                <a:lnTo>
                  <a:pt x="2849" y="1119"/>
                </a:lnTo>
                <a:lnTo>
                  <a:pt x="2848" y="1120"/>
                </a:lnTo>
                <a:lnTo>
                  <a:pt x="2848" y="1121"/>
                </a:lnTo>
                <a:lnTo>
                  <a:pt x="2847" y="1121"/>
                </a:lnTo>
                <a:lnTo>
                  <a:pt x="2846" y="1122"/>
                </a:lnTo>
                <a:lnTo>
                  <a:pt x="2846" y="1124"/>
                </a:lnTo>
                <a:lnTo>
                  <a:pt x="2846" y="1125"/>
                </a:lnTo>
                <a:lnTo>
                  <a:pt x="2848" y="1126"/>
                </a:lnTo>
                <a:lnTo>
                  <a:pt x="2848" y="1127"/>
                </a:lnTo>
                <a:lnTo>
                  <a:pt x="2849" y="1128"/>
                </a:lnTo>
                <a:lnTo>
                  <a:pt x="2850" y="1129"/>
                </a:lnTo>
                <a:lnTo>
                  <a:pt x="2851" y="1129"/>
                </a:lnTo>
                <a:lnTo>
                  <a:pt x="2851" y="1130"/>
                </a:lnTo>
                <a:lnTo>
                  <a:pt x="2851" y="1131"/>
                </a:lnTo>
                <a:lnTo>
                  <a:pt x="2850" y="1131"/>
                </a:lnTo>
                <a:lnTo>
                  <a:pt x="2849" y="1131"/>
                </a:lnTo>
                <a:lnTo>
                  <a:pt x="2849" y="1132"/>
                </a:lnTo>
                <a:lnTo>
                  <a:pt x="2848" y="1132"/>
                </a:lnTo>
                <a:lnTo>
                  <a:pt x="2847" y="1132"/>
                </a:lnTo>
                <a:lnTo>
                  <a:pt x="2847" y="1131"/>
                </a:lnTo>
                <a:lnTo>
                  <a:pt x="2847" y="1130"/>
                </a:lnTo>
                <a:lnTo>
                  <a:pt x="2846" y="1130"/>
                </a:lnTo>
                <a:lnTo>
                  <a:pt x="2845" y="1130"/>
                </a:lnTo>
                <a:lnTo>
                  <a:pt x="2845" y="1131"/>
                </a:lnTo>
                <a:lnTo>
                  <a:pt x="2844" y="1131"/>
                </a:lnTo>
                <a:lnTo>
                  <a:pt x="2843" y="1131"/>
                </a:lnTo>
                <a:lnTo>
                  <a:pt x="2842" y="1130"/>
                </a:lnTo>
                <a:lnTo>
                  <a:pt x="2841" y="1131"/>
                </a:lnTo>
                <a:lnTo>
                  <a:pt x="2840" y="1132"/>
                </a:lnTo>
                <a:lnTo>
                  <a:pt x="2839" y="1133"/>
                </a:lnTo>
                <a:lnTo>
                  <a:pt x="2838" y="1134"/>
                </a:lnTo>
                <a:lnTo>
                  <a:pt x="2837" y="1135"/>
                </a:lnTo>
                <a:lnTo>
                  <a:pt x="2836" y="1138"/>
                </a:lnTo>
                <a:lnTo>
                  <a:pt x="2836" y="1139"/>
                </a:lnTo>
                <a:lnTo>
                  <a:pt x="2836" y="1141"/>
                </a:lnTo>
                <a:lnTo>
                  <a:pt x="2836" y="1142"/>
                </a:lnTo>
                <a:lnTo>
                  <a:pt x="2835" y="1142"/>
                </a:lnTo>
                <a:lnTo>
                  <a:pt x="2834" y="1142"/>
                </a:lnTo>
                <a:lnTo>
                  <a:pt x="2834" y="1143"/>
                </a:lnTo>
                <a:lnTo>
                  <a:pt x="2835" y="1145"/>
                </a:lnTo>
                <a:lnTo>
                  <a:pt x="2836" y="1146"/>
                </a:lnTo>
                <a:lnTo>
                  <a:pt x="2837" y="1146"/>
                </a:lnTo>
                <a:lnTo>
                  <a:pt x="2839" y="1147"/>
                </a:lnTo>
                <a:lnTo>
                  <a:pt x="2840" y="1148"/>
                </a:lnTo>
                <a:lnTo>
                  <a:pt x="2841" y="1148"/>
                </a:lnTo>
                <a:lnTo>
                  <a:pt x="2842" y="1148"/>
                </a:lnTo>
                <a:lnTo>
                  <a:pt x="2842" y="1149"/>
                </a:lnTo>
                <a:lnTo>
                  <a:pt x="2841" y="1150"/>
                </a:lnTo>
                <a:lnTo>
                  <a:pt x="2841" y="1151"/>
                </a:lnTo>
                <a:lnTo>
                  <a:pt x="2841" y="1152"/>
                </a:lnTo>
                <a:lnTo>
                  <a:pt x="2841" y="1153"/>
                </a:lnTo>
                <a:lnTo>
                  <a:pt x="2843" y="1155"/>
                </a:lnTo>
                <a:lnTo>
                  <a:pt x="2843" y="1156"/>
                </a:lnTo>
                <a:lnTo>
                  <a:pt x="2843" y="1157"/>
                </a:lnTo>
                <a:lnTo>
                  <a:pt x="2843" y="1158"/>
                </a:lnTo>
                <a:lnTo>
                  <a:pt x="2843" y="1160"/>
                </a:lnTo>
                <a:lnTo>
                  <a:pt x="2844" y="1161"/>
                </a:lnTo>
                <a:lnTo>
                  <a:pt x="2845" y="1164"/>
                </a:lnTo>
                <a:lnTo>
                  <a:pt x="2845" y="1166"/>
                </a:lnTo>
                <a:lnTo>
                  <a:pt x="2845" y="1167"/>
                </a:lnTo>
                <a:lnTo>
                  <a:pt x="2846" y="1167"/>
                </a:lnTo>
                <a:lnTo>
                  <a:pt x="2847" y="1167"/>
                </a:lnTo>
                <a:lnTo>
                  <a:pt x="2849" y="1170"/>
                </a:lnTo>
                <a:lnTo>
                  <a:pt x="2849" y="1171"/>
                </a:lnTo>
                <a:lnTo>
                  <a:pt x="2848" y="1171"/>
                </a:lnTo>
                <a:lnTo>
                  <a:pt x="2847" y="1172"/>
                </a:lnTo>
                <a:lnTo>
                  <a:pt x="2847" y="1173"/>
                </a:lnTo>
                <a:lnTo>
                  <a:pt x="2849" y="1174"/>
                </a:lnTo>
                <a:lnTo>
                  <a:pt x="2850" y="1175"/>
                </a:lnTo>
                <a:lnTo>
                  <a:pt x="2852" y="1175"/>
                </a:lnTo>
                <a:lnTo>
                  <a:pt x="2853" y="1176"/>
                </a:lnTo>
                <a:lnTo>
                  <a:pt x="2853" y="1178"/>
                </a:lnTo>
                <a:lnTo>
                  <a:pt x="2855" y="1181"/>
                </a:lnTo>
                <a:lnTo>
                  <a:pt x="2856" y="1182"/>
                </a:lnTo>
                <a:lnTo>
                  <a:pt x="2856" y="1183"/>
                </a:lnTo>
                <a:lnTo>
                  <a:pt x="2856" y="1184"/>
                </a:lnTo>
                <a:lnTo>
                  <a:pt x="2856" y="1185"/>
                </a:lnTo>
                <a:lnTo>
                  <a:pt x="2860" y="1187"/>
                </a:lnTo>
                <a:lnTo>
                  <a:pt x="2863" y="1187"/>
                </a:lnTo>
                <a:lnTo>
                  <a:pt x="2865" y="1187"/>
                </a:lnTo>
                <a:lnTo>
                  <a:pt x="2866" y="1187"/>
                </a:lnTo>
                <a:lnTo>
                  <a:pt x="2867" y="1186"/>
                </a:lnTo>
                <a:lnTo>
                  <a:pt x="2868" y="1185"/>
                </a:lnTo>
                <a:lnTo>
                  <a:pt x="2868" y="1182"/>
                </a:lnTo>
                <a:lnTo>
                  <a:pt x="2869" y="1182"/>
                </a:lnTo>
                <a:lnTo>
                  <a:pt x="2870" y="1182"/>
                </a:lnTo>
                <a:lnTo>
                  <a:pt x="2871" y="1182"/>
                </a:lnTo>
                <a:lnTo>
                  <a:pt x="2873" y="1182"/>
                </a:lnTo>
                <a:lnTo>
                  <a:pt x="2873" y="1181"/>
                </a:lnTo>
                <a:lnTo>
                  <a:pt x="2874" y="1179"/>
                </a:lnTo>
                <a:lnTo>
                  <a:pt x="2875" y="1179"/>
                </a:lnTo>
                <a:lnTo>
                  <a:pt x="2893" y="1185"/>
                </a:lnTo>
                <a:lnTo>
                  <a:pt x="2895" y="1186"/>
                </a:lnTo>
                <a:lnTo>
                  <a:pt x="2900" y="1188"/>
                </a:lnTo>
                <a:lnTo>
                  <a:pt x="2901" y="1189"/>
                </a:lnTo>
                <a:lnTo>
                  <a:pt x="2902" y="1189"/>
                </a:lnTo>
                <a:lnTo>
                  <a:pt x="2903" y="1192"/>
                </a:lnTo>
                <a:lnTo>
                  <a:pt x="2903" y="1193"/>
                </a:lnTo>
                <a:lnTo>
                  <a:pt x="2903" y="1194"/>
                </a:lnTo>
                <a:lnTo>
                  <a:pt x="2904" y="1195"/>
                </a:lnTo>
                <a:lnTo>
                  <a:pt x="2904" y="1198"/>
                </a:lnTo>
                <a:lnTo>
                  <a:pt x="2905" y="1199"/>
                </a:lnTo>
                <a:lnTo>
                  <a:pt x="2905" y="1201"/>
                </a:lnTo>
                <a:lnTo>
                  <a:pt x="2907" y="1203"/>
                </a:lnTo>
                <a:lnTo>
                  <a:pt x="2908" y="1204"/>
                </a:lnTo>
                <a:lnTo>
                  <a:pt x="2908" y="1205"/>
                </a:lnTo>
                <a:lnTo>
                  <a:pt x="2910" y="1204"/>
                </a:lnTo>
                <a:lnTo>
                  <a:pt x="2910" y="1203"/>
                </a:lnTo>
                <a:lnTo>
                  <a:pt x="2913" y="1199"/>
                </a:lnTo>
                <a:lnTo>
                  <a:pt x="2913" y="1198"/>
                </a:lnTo>
                <a:lnTo>
                  <a:pt x="2914" y="1197"/>
                </a:lnTo>
                <a:lnTo>
                  <a:pt x="2914" y="1196"/>
                </a:lnTo>
                <a:lnTo>
                  <a:pt x="2914" y="1194"/>
                </a:lnTo>
                <a:lnTo>
                  <a:pt x="2914" y="1192"/>
                </a:lnTo>
                <a:lnTo>
                  <a:pt x="2916" y="1187"/>
                </a:lnTo>
                <a:lnTo>
                  <a:pt x="2917" y="1185"/>
                </a:lnTo>
                <a:lnTo>
                  <a:pt x="2919" y="1183"/>
                </a:lnTo>
                <a:lnTo>
                  <a:pt x="2923" y="1177"/>
                </a:lnTo>
                <a:lnTo>
                  <a:pt x="2924" y="1177"/>
                </a:lnTo>
                <a:lnTo>
                  <a:pt x="2927" y="1176"/>
                </a:lnTo>
                <a:lnTo>
                  <a:pt x="2928" y="1176"/>
                </a:lnTo>
                <a:lnTo>
                  <a:pt x="2932" y="1177"/>
                </a:lnTo>
                <a:lnTo>
                  <a:pt x="2936" y="1178"/>
                </a:lnTo>
                <a:lnTo>
                  <a:pt x="2937" y="1178"/>
                </a:lnTo>
                <a:lnTo>
                  <a:pt x="2938" y="1178"/>
                </a:lnTo>
                <a:lnTo>
                  <a:pt x="2939" y="1179"/>
                </a:lnTo>
                <a:lnTo>
                  <a:pt x="2939" y="1180"/>
                </a:lnTo>
                <a:lnTo>
                  <a:pt x="2939" y="1181"/>
                </a:lnTo>
                <a:lnTo>
                  <a:pt x="2939" y="1182"/>
                </a:lnTo>
                <a:lnTo>
                  <a:pt x="2938" y="1184"/>
                </a:lnTo>
                <a:lnTo>
                  <a:pt x="2938" y="1185"/>
                </a:lnTo>
                <a:lnTo>
                  <a:pt x="2939" y="1187"/>
                </a:lnTo>
                <a:lnTo>
                  <a:pt x="2940" y="1187"/>
                </a:lnTo>
                <a:lnTo>
                  <a:pt x="2941" y="1188"/>
                </a:lnTo>
                <a:lnTo>
                  <a:pt x="2944" y="1194"/>
                </a:lnTo>
                <a:lnTo>
                  <a:pt x="2946" y="1196"/>
                </a:lnTo>
                <a:lnTo>
                  <a:pt x="2947" y="1197"/>
                </a:lnTo>
                <a:lnTo>
                  <a:pt x="2948" y="1197"/>
                </a:lnTo>
                <a:lnTo>
                  <a:pt x="2951" y="1199"/>
                </a:lnTo>
                <a:lnTo>
                  <a:pt x="2956" y="1202"/>
                </a:lnTo>
                <a:lnTo>
                  <a:pt x="2957" y="1204"/>
                </a:lnTo>
                <a:lnTo>
                  <a:pt x="2957" y="1205"/>
                </a:lnTo>
                <a:lnTo>
                  <a:pt x="2958" y="1206"/>
                </a:lnTo>
                <a:lnTo>
                  <a:pt x="2959" y="1206"/>
                </a:lnTo>
                <a:lnTo>
                  <a:pt x="2961" y="1206"/>
                </a:lnTo>
                <a:lnTo>
                  <a:pt x="2962" y="1206"/>
                </a:lnTo>
                <a:lnTo>
                  <a:pt x="2963" y="1207"/>
                </a:lnTo>
                <a:lnTo>
                  <a:pt x="2963" y="1208"/>
                </a:lnTo>
                <a:lnTo>
                  <a:pt x="2963" y="1210"/>
                </a:lnTo>
                <a:lnTo>
                  <a:pt x="2963" y="1211"/>
                </a:lnTo>
                <a:lnTo>
                  <a:pt x="2963" y="1212"/>
                </a:lnTo>
                <a:lnTo>
                  <a:pt x="2963" y="1214"/>
                </a:lnTo>
                <a:lnTo>
                  <a:pt x="2964" y="1215"/>
                </a:lnTo>
                <a:lnTo>
                  <a:pt x="2963" y="1219"/>
                </a:lnTo>
                <a:lnTo>
                  <a:pt x="2963" y="1223"/>
                </a:lnTo>
                <a:lnTo>
                  <a:pt x="2963" y="1225"/>
                </a:lnTo>
                <a:lnTo>
                  <a:pt x="2963" y="1226"/>
                </a:lnTo>
                <a:lnTo>
                  <a:pt x="2964" y="1226"/>
                </a:lnTo>
                <a:lnTo>
                  <a:pt x="2965" y="1227"/>
                </a:lnTo>
                <a:lnTo>
                  <a:pt x="2966" y="1226"/>
                </a:lnTo>
                <a:lnTo>
                  <a:pt x="2968" y="1226"/>
                </a:lnTo>
                <a:lnTo>
                  <a:pt x="2969" y="1226"/>
                </a:lnTo>
                <a:lnTo>
                  <a:pt x="2970" y="1226"/>
                </a:lnTo>
                <a:lnTo>
                  <a:pt x="2970" y="1227"/>
                </a:lnTo>
                <a:lnTo>
                  <a:pt x="2972" y="1227"/>
                </a:lnTo>
                <a:lnTo>
                  <a:pt x="2973" y="1227"/>
                </a:lnTo>
                <a:lnTo>
                  <a:pt x="2974" y="1226"/>
                </a:lnTo>
                <a:lnTo>
                  <a:pt x="2974" y="1225"/>
                </a:lnTo>
                <a:lnTo>
                  <a:pt x="2974" y="1224"/>
                </a:lnTo>
                <a:lnTo>
                  <a:pt x="2974" y="1223"/>
                </a:lnTo>
                <a:lnTo>
                  <a:pt x="2975" y="1223"/>
                </a:lnTo>
                <a:lnTo>
                  <a:pt x="2976" y="1223"/>
                </a:lnTo>
                <a:lnTo>
                  <a:pt x="2976" y="1222"/>
                </a:lnTo>
                <a:lnTo>
                  <a:pt x="2976" y="1220"/>
                </a:lnTo>
                <a:lnTo>
                  <a:pt x="2976" y="1219"/>
                </a:lnTo>
                <a:lnTo>
                  <a:pt x="2976" y="1217"/>
                </a:lnTo>
                <a:lnTo>
                  <a:pt x="2976" y="1216"/>
                </a:lnTo>
                <a:lnTo>
                  <a:pt x="2977" y="1216"/>
                </a:lnTo>
                <a:lnTo>
                  <a:pt x="2978" y="1216"/>
                </a:lnTo>
                <a:lnTo>
                  <a:pt x="2980" y="1216"/>
                </a:lnTo>
                <a:lnTo>
                  <a:pt x="2981" y="1214"/>
                </a:lnTo>
                <a:lnTo>
                  <a:pt x="2980" y="1213"/>
                </a:lnTo>
                <a:lnTo>
                  <a:pt x="2980" y="1212"/>
                </a:lnTo>
                <a:lnTo>
                  <a:pt x="2980" y="1211"/>
                </a:lnTo>
                <a:lnTo>
                  <a:pt x="2981" y="1211"/>
                </a:lnTo>
                <a:lnTo>
                  <a:pt x="2981" y="1210"/>
                </a:lnTo>
                <a:lnTo>
                  <a:pt x="2982" y="1208"/>
                </a:lnTo>
                <a:lnTo>
                  <a:pt x="2980" y="1206"/>
                </a:lnTo>
                <a:lnTo>
                  <a:pt x="2979" y="1204"/>
                </a:lnTo>
                <a:lnTo>
                  <a:pt x="2979" y="1202"/>
                </a:lnTo>
                <a:lnTo>
                  <a:pt x="2977" y="1201"/>
                </a:lnTo>
                <a:lnTo>
                  <a:pt x="2977" y="1199"/>
                </a:lnTo>
                <a:lnTo>
                  <a:pt x="2977" y="1197"/>
                </a:lnTo>
                <a:lnTo>
                  <a:pt x="2979" y="1196"/>
                </a:lnTo>
                <a:lnTo>
                  <a:pt x="2976" y="1193"/>
                </a:lnTo>
                <a:lnTo>
                  <a:pt x="2975" y="1192"/>
                </a:lnTo>
                <a:lnTo>
                  <a:pt x="2973" y="1191"/>
                </a:lnTo>
                <a:lnTo>
                  <a:pt x="2971" y="1190"/>
                </a:lnTo>
                <a:lnTo>
                  <a:pt x="2970" y="1190"/>
                </a:lnTo>
                <a:lnTo>
                  <a:pt x="2970" y="1189"/>
                </a:lnTo>
                <a:lnTo>
                  <a:pt x="2970" y="1188"/>
                </a:lnTo>
                <a:lnTo>
                  <a:pt x="2971" y="1187"/>
                </a:lnTo>
                <a:lnTo>
                  <a:pt x="2971" y="1186"/>
                </a:lnTo>
                <a:lnTo>
                  <a:pt x="2971" y="1183"/>
                </a:lnTo>
                <a:lnTo>
                  <a:pt x="2971" y="1182"/>
                </a:lnTo>
                <a:lnTo>
                  <a:pt x="2971" y="1180"/>
                </a:lnTo>
                <a:lnTo>
                  <a:pt x="2972" y="1177"/>
                </a:lnTo>
                <a:lnTo>
                  <a:pt x="2975" y="1177"/>
                </a:lnTo>
                <a:lnTo>
                  <a:pt x="2976" y="1176"/>
                </a:lnTo>
                <a:lnTo>
                  <a:pt x="2977" y="1175"/>
                </a:lnTo>
                <a:lnTo>
                  <a:pt x="2977" y="1174"/>
                </a:lnTo>
                <a:lnTo>
                  <a:pt x="2978" y="1170"/>
                </a:lnTo>
                <a:lnTo>
                  <a:pt x="2978" y="1169"/>
                </a:lnTo>
                <a:lnTo>
                  <a:pt x="2977" y="1169"/>
                </a:lnTo>
                <a:lnTo>
                  <a:pt x="2976" y="1168"/>
                </a:lnTo>
                <a:lnTo>
                  <a:pt x="2976" y="1167"/>
                </a:lnTo>
                <a:lnTo>
                  <a:pt x="2974" y="1163"/>
                </a:lnTo>
                <a:lnTo>
                  <a:pt x="2975" y="1163"/>
                </a:lnTo>
                <a:lnTo>
                  <a:pt x="2977" y="1163"/>
                </a:lnTo>
                <a:lnTo>
                  <a:pt x="2978" y="1163"/>
                </a:lnTo>
                <a:lnTo>
                  <a:pt x="2978" y="1164"/>
                </a:lnTo>
                <a:lnTo>
                  <a:pt x="2980" y="1163"/>
                </a:lnTo>
                <a:lnTo>
                  <a:pt x="2983" y="1162"/>
                </a:lnTo>
                <a:lnTo>
                  <a:pt x="2983" y="1161"/>
                </a:lnTo>
                <a:lnTo>
                  <a:pt x="2984" y="1159"/>
                </a:lnTo>
                <a:lnTo>
                  <a:pt x="2985" y="1159"/>
                </a:lnTo>
                <a:lnTo>
                  <a:pt x="2986" y="1159"/>
                </a:lnTo>
                <a:lnTo>
                  <a:pt x="2989" y="1161"/>
                </a:lnTo>
                <a:lnTo>
                  <a:pt x="2990" y="1161"/>
                </a:lnTo>
                <a:lnTo>
                  <a:pt x="2993" y="1162"/>
                </a:lnTo>
                <a:lnTo>
                  <a:pt x="3003" y="1163"/>
                </a:lnTo>
                <a:lnTo>
                  <a:pt x="3005" y="1162"/>
                </a:lnTo>
                <a:lnTo>
                  <a:pt x="3009" y="1162"/>
                </a:lnTo>
                <a:lnTo>
                  <a:pt x="3009" y="1163"/>
                </a:lnTo>
                <a:lnTo>
                  <a:pt x="3011" y="1169"/>
                </a:lnTo>
                <a:lnTo>
                  <a:pt x="3011" y="1170"/>
                </a:lnTo>
                <a:lnTo>
                  <a:pt x="3011" y="1171"/>
                </a:lnTo>
                <a:lnTo>
                  <a:pt x="3010" y="1171"/>
                </a:lnTo>
                <a:lnTo>
                  <a:pt x="3010" y="1172"/>
                </a:lnTo>
                <a:lnTo>
                  <a:pt x="3010" y="1173"/>
                </a:lnTo>
                <a:lnTo>
                  <a:pt x="3011" y="1174"/>
                </a:lnTo>
                <a:lnTo>
                  <a:pt x="3011" y="1177"/>
                </a:lnTo>
                <a:lnTo>
                  <a:pt x="3011" y="1179"/>
                </a:lnTo>
                <a:lnTo>
                  <a:pt x="3012" y="1181"/>
                </a:lnTo>
                <a:lnTo>
                  <a:pt x="3013" y="1182"/>
                </a:lnTo>
                <a:lnTo>
                  <a:pt x="3014" y="1182"/>
                </a:lnTo>
                <a:lnTo>
                  <a:pt x="3014" y="1184"/>
                </a:lnTo>
                <a:lnTo>
                  <a:pt x="3015" y="1185"/>
                </a:lnTo>
                <a:lnTo>
                  <a:pt x="3014" y="1186"/>
                </a:lnTo>
                <a:lnTo>
                  <a:pt x="3014" y="1188"/>
                </a:lnTo>
                <a:lnTo>
                  <a:pt x="3015" y="1189"/>
                </a:lnTo>
                <a:lnTo>
                  <a:pt x="3015" y="1190"/>
                </a:lnTo>
                <a:lnTo>
                  <a:pt x="3019" y="1193"/>
                </a:lnTo>
                <a:lnTo>
                  <a:pt x="3020" y="1194"/>
                </a:lnTo>
                <a:lnTo>
                  <a:pt x="3021" y="1195"/>
                </a:lnTo>
                <a:lnTo>
                  <a:pt x="3022" y="1196"/>
                </a:lnTo>
                <a:lnTo>
                  <a:pt x="3023" y="1196"/>
                </a:lnTo>
                <a:lnTo>
                  <a:pt x="3024" y="1197"/>
                </a:lnTo>
                <a:lnTo>
                  <a:pt x="3024" y="1198"/>
                </a:lnTo>
                <a:lnTo>
                  <a:pt x="3026" y="1199"/>
                </a:lnTo>
                <a:lnTo>
                  <a:pt x="3027" y="1201"/>
                </a:lnTo>
                <a:lnTo>
                  <a:pt x="3029" y="1202"/>
                </a:lnTo>
                <a:lnTo>
                  <a:pt x="3030" y="1204"/>
                </a:lnTo>
                <a:lnTo>
                  <a:pt x="3031" y="1205"/>
                </a:lnTo>
                <a:lnTo>
                  <a:pt x="3032" y="1206"/>
                </a:lnTo>
                <a:lnTo>
                  <a:pt x="3033" y="1207"/>
                </a:lnTo>
                <a:lnTo>
                  <a:pt x="3034" y="1208"/>
                </a:lnTo>
                <a:lnTo>
                  <a:pt x="3036" y="1209"/>
                </a:lnTo>
                <a:lnTo>
                  <a:pt x="3036" y="1210"/>
                </a:lnTo>
                <a:lnTo>
                  <a:pt x="3037" y="1209"/>
                </a:lnTo>
                <a:lnTo>
                  <a:pt x="3041" y="1207"/>
                </a:lnTo>
                <a:lnTo>
                  <a:pt x="3043" y="1206"/>
                </a:lnTo>
                <a:lnTo>
                  <a:pt x="3044" y="1205"/>
                </a:lnTo>
                <a:lnTo>
                  <a:pt x="3045" y="1206"/>
                </a:lnTo>
                <a:lnTo>
                  <a:pt x="3046" y="1207"/>
                </a:lnTo>
                <a:lnTo>
                  <a:pt x="3046" y="1208"/>
                </a:lnTo>
                <a:lnTo>
                  <a:pt x="3047" y="1210"/>
                </a:lnTo>
                <a:lnTo>
                  <a:pt x="3049" y="1211"/>
                </a:lnTo>
                <a:lnTo>
                  <a:pt x="3051" y="1212"/>
                </a:lnTo>
                <a:lnTo>
                  <a:pt x="3054" y="1211"/>
                </a:lnTo>
                <a:lnTo>
                  <a:pt x="3053" y="1209"/>
                </a:lnTo>
                <a:lnTo>
                  <a:pt x="3053" y="1208"/>
                </a:lnTo>
                <a:lnTo>
                  <a:pt x="3055" y="1208"/>
                </a:lnTo>
                <a:lnTo>
                  <a:pt x="3056" y="1208"/>
                </a:lnTo>
                <a:lnTo>
                  <a:pt x="3057" y="1209"/>
                </a:lnTo>
                <a:lnTo>
                  <a:pt x="3058" y="1210"/>
                </a:lnTo>
                <a:lnTo>
                  <a:pt x="3058" y="1211"/>
                </a:lnTo>
                <a:lnTo>
                  <a:pt x="3059" y="1211"/>
                </a:lnTo>
                <a:lnTo>
                  <a:pt x="3059" y="1213"/>
                </a:lnTo>
                <a:lnTo>
                  <a:pt x="3060" y="1214"/>
                </a:lnTo>
                <a:lnTo>
                  <a:pt x="3062" y="1217"/>
                </a:lnTo>
                <a:lnTo>
                  <a:pt x="3063" y="1218"/>
                </a:lnTo>
                <a:lnTo>
                  <a:pt x="3064" y="1219"/>
                </a:lnTo>
                <a:lnTo>
                  <a:pt x="3066" y="1220"/>
                </a:lnTo>
                <a:lnTo>
                  <a:pt x="3068" y="1220"/>
                </a:lnTo>
                <a:lnTo>
                  <a:pt x="3070" y="1220"/>
                </a:lnTo>
                <a:lnTo>
                  <a:pt x="3072" y="1218"/>
                </a:lnTo>
                <a:lnTo>
                  <a:pt x="3072" y="1217"/>
                </a:lnTo>
                <a:lnTo>
                  <a:pt x="3073" y="1215"/>
                </a:lnTo>
                <a:lnTo>
                  <a:pt x="3075" y="1215"/>
                </a:lnTo>
                <a:lnTo>
                  <a:pt x="3076" y="1215"/>
                </a:lnTo>
                <a:lnTo>
                  <a:pt x="3078" y="1215"/>
                </a:lnTo>
                <a:lnTo>
                  <a:pt x="3079" y="1215"/>
                </a:lnTo>
                <a:lnTo>
                  <a:pt x="3081" y="1214"/>
                </a:lnTo>
                <a:lnTo>
                  <a:pt x="3083" y="1212"/>
                </a:lnTo>
                <a:lnTo>
                  <a:pt x="3083" y="1211"/>
                </a:lnTo>
                <a:lnTo>
                  <a:pt x="3083" y="1210"/>
                </a:lnTo>
                <a:lnTo>
                  <a:pt x="3081" y="1207"/>
                </a:lnTo>
                <a:lnTo>
                  <a:pt x="3080" y="1207"/>
                </a:lnTo>
                <a:lnTo>
                  <a:pt x="3078" y="1202"/>
                </a:lnTo>
                <a:lnTo>
                  <a:pt x="3077" y="1201"/>
                </a:lnTo>
                <a:lnTo>
                  <a:pt x="3077" y="1197"/>
                </a:lnTo>
                <a:lnTo>
                  <a:pt x="3077" y="1196"/>
                </a:lnTo>
                <a:lnTo>
                  <a:pt x="3077" y="1195"/>
                </a:lnTo>
                <a:lnTo>
                  <a:pt x="3077" y="1194"/>
                </a:lnTo>
                <a:lnTo>
                  <a:pt x="3076" y="1194"/>
                </a:lnTo>
                <a:lnTo>
                  <a:pt x="3072" y="1190"/>
                </a:lnTo>
                <a:lnTo>
                  <a:pt x="3071" y="1189"/>
                </a:lnTo>
                <a:lnTo>
                  <a:pt x="3071" y="1186"/>
                </a:lnTo>
                <a:lnTo>
                  <a:pt x="3071" y="1182"/>
                </a:lnTo>
                <a:lnTo>
                  <a:pt x="3071" y="1180"/>
                </a:lnTo>
                <a:lnTo>
                  <a:pt x="3072" y="1179"/>
                </a:lnTo>
                <a:lnTo>
                  <a:pt x="3073" y="1179"/>
                </a:lnTo>
                <a:lnTo>
                  <a:pt x="3075" y="1179"/>
                </a:lnTo>
                <a:lnTo>
                  <a:pt x="3077" y="1179"/>
                </a:lnTo>
                <a:lnTo>
                  <a:pt x="3078" y="1179"/>
                </a:lnTo>
                <a:lnTo>
                  <a:pt x="3078" y="1178"/>
                </a:lnTo>
                <a:lnTo>
                  <a:pt x="3079" y="1177"/>
                </a:lnTo>
                <a:lnTo>
                  <a:pt x="3080" y="1175"/>
                </a:lnTo>
                <a:lnTo>
                  <a:pt x="3081" y="1174"/>
                </a:lnTo>
                <a:lnTo>
                  <a:pt x="3081" y="1173"/>
                </a:lnTo>
                <a:lnTo>
                  <a:pt x="3080" y="1173"/>
                </a:lnTo>
                <a:lnTo>
                  <a:pt x="3079" y="1172"/>
                </a:lnTo>
                <a:lnTo>
                  <a:pt x="3077" y="1171"/>
                </a:lnTo>
                <a:lnTo>
                  <a:pt x="3076" y="1170"/>
                </a:lnTo>
                <a:lnTo>
                  <a:pt x="3075" y="1168"/>
                </a:lnTo>
                <a:lnTo>
                  <a:pt x="3076" y="1166"/>
                </a:lnTo>
                <a:lnTo>
                  <a:pt x="3075" y="1166"/>
                </a:lnTo>
                <a:lnTo>
                  <a:pt x="3075" y="1165"/>
                </a:lnTo>
                <a:lnTo>
                  <a:pt x="3074" y="1164"/>
                </a:lnTo>
                <a:lnTo>
                  <a:pt x="3072" y="1163"/>
                </a:lnTo>
                <a:lnTo>
                  <a:pt x="3072" y="1160"/>
                </a:lnTo>
                <a:lnTo>
                  <a:pt x="3071" y="1158"/>
                </a:lnTo>
                <a:lnTo>
                  <a:pt x="3070" y="1156"/>
                </a:lnTo>
                <a:lnTo>
                  <a:pt x="3070" y="1154"/>
                </a:lnTo>
                <a:lnTo>
                  <a:pt x="3070" y="1153"/>
                </a:lnTo>
                <a:lnTo>
                  <a:pt x="3071" y="1152"/>
                </a:lnTo>
                <a:lnTo>
                  <a:pt x="3071" y="1151"/>
                </a:lnTo>
                <a:lnTo>
                  <a:pt x="3070" y="1151"/>
                </a:lnTo>
                <a:lnTo>
                  <a:pt x="3070" y="1150"/>
                </a:lnTo>
                <a:lnTo>
                  <a:pt x="3068" y="1149"/>
                </a:lnTo>
                <a:lnTo>
                  <a:pt x="3067" y="1148"/>
                </a:lnTo>
                <a:lnTo>
                  <a:pt x="3067" y="1147"/>
                </a:lnTo>
                <a:lnTo>
                  <a:pt x="3068" y="1146"/>
                </a:lnTo>
                <a:lnTo>
                  <a:pt x="3070" y="1146"/>
                </a:lnTo>
                <a:lnTo>
                  <a:pt x="3070" y="1147"/>
                </a:lnTo>
                <a:lnTo>
                  <a:pt x="3071" y="1148"/>
                </a:lnTo>
                <a:lnTo>
                  <a:pt x="3071" y="1149"/>
                </a:lnTo>
                <a:lnTo>
                  <a:pt x="3072" y="1149"/>
                </a:lnTo>
                <a:lnTo>
                  <a:pt x="3073" y="1149"/>
                </a:lnTo>
                <a:lnTo>
                  <a:pt x="3074" y="1149"/>
                </a:lnTo>
                <a:lnTo>
                  <a:pt x="3075" y="1149"/>
                </a:lnTo>
                <a:lnTo>
                  <a:pt x="3075" y="1150"/>
                </a:lnTo>
                <a:lnTo>
                  <a:pt x="3076" y="1150"/>
                </a:lnTo>
                <a:lnTo>
                  <a:pt x="3078" y="1149"/>
                </a:lnTo>
                <a:lnTo>
                  <a:pt x="3079" y="1149"/>
                </a:lnTo>
                <a:lnTo>
                  <a:pt x="3079" y="1148"/>
                </a:lnTo>
                <a:lnTo>
                  <a:pt x="3080" y="1148"/>
                </a:lnTo>
                <a:lnTo>
                  <a:pt x="3081" y="1148"/>
                </a:lnTo>
                <a:lnTo>
                  <a:pt x="3081" y="1149"/>
                </a:lnTo>
                <a:lnTo>
                  <a:pt x="3082" y="1150"/>
                </a:lnTo>
                <a:lnTo>
                  <a:pt x="3083" y="1150"/>
                </a:lnTo>
                <a:lnTo>
                  <a:pt x="3084" y="1151"/>
                </a:lnTo>
                <a:lnTo>
                  <a:pt x="3085" y="1151"/>
                </a:lnTo>
                <a:lnTo>
                  <a:pt x="3085" y="1152"/>
                </a:lnTo>
                <a:lnTo>
                  <a:pt x="3085" y="1153"/>
                </a:lnTo>
                <a:lnTo>
                  <a:pt x="3086" y="1153"/>
                </a:lnTo>
                <a:lnTo>
                  <a:pt x="3087" y="1153"/>
                </a:lnTo>
                <a:lnTo>
                  <a:pt x="3087" y="1154"/>
                </a:lnTo>
                <a:lnTo>
                  <a:pt x="3088" y="1154"/>
                </a:lnTo>
                <a:lnTo>
                  <a:pt x="3088" y="1155"/>
                </a:lnTo>
                <a:lnTo>
                  <a:pt x="3088" y="1157"/>
                </a:lnTo>
                <a:lnTo>
                  <a:pt x="3088" y="1158"/>
                </a:lnTo>
                <a:lnTo>
                  <a:pt x="3089" y="1159"/>
                </a:lnTo>
                <a:lnTo>
                  <a:pt x="3090" y="1159"/>
                </a:lnTo>
                <a:lnTo>
                  <a:pt x="3091" y="1160"/>
                </a:lnTo>
                <a:lnTo>
                  <a:pt x="3092" y="1159"/>
                </a:lnTo>
                <a:lnTo>
                  <a:pt x="3092" y="1158"/>
                </a:lnTo>
                <a:lnTo>
                  <a:pt x="3091" y="1156"/>
                </a:lnTo>
                <a:lnTo>
                  <a:pt x="3091" y="1154"/>
                </a:lnTo>
                <a:lnTo>
                  <a:pt x="3092" y="1154"/>
                </a:lnTo>
                <a:lnTo>
                  <a:pt x="3093" y="1154"/>
                </a:lnTo>
                <a:lnTo>
                  <a:pt x="3094" y="1154"/>
                </a:lnTo>
                <a:lnTo>
                  <a:pt x="3095" y="1153"/>
                </a:lnTo>
                <a:lnTo>
                  <a:pt x="3096" y="1153"/>
                </a:lnTo>
                <a:lnTo>
                  <a:pt x="3096" y="1151"/>
                </a:lnTo>
                <a:lnTo>
                  <a:pt x="3097" y="1151"/>
                </a:lnTo>
                <a:lnTo>
                  <a:pt x="3098" y="1151"/>
                </a:lnTo>
                <a:lnTo>
                  <a:pt x="3098" y="1152"/>
                </a:lnTo>
                <a:lnTo>
                  <a:pt x="3100" y="1153"/>
                </a:lnTo>
                <a:lnTo>
                  <a:pt x="3101" y="1154"/>
                </a:lnTo>
                <a:lnTo>
                  <a:pt x="3101" y="1155"/>
                </a:lnTo>
                <a:lnTo>
                  <a:pt x="3102" y="1155"/>
                </a:lnTo>
                <a:lnTo>
                  <a:pt x="3105" y="1157"/>
                </a:lnTo>
                <a:lnTo>
                  <a:pt x="3107" y="1156"/>
                </a:lnTo>
                <a:lnTo>
                  <a:pt x="3107" y="1155"/>
                </a:lnTo>
                <a:lnTo>
                  <a:pt x="3108" y="1154"/>
                </a:lnTo>
                <a:lnTo>
                  <a:pt x="3109" y="1153"/>
                </a:lnTo>
                <a:lnTo>
                  <a:pt x="3109" y="1152"/>
                </a:lnTo>
                <a:lnTo>
                  <a:pt x="3109" y="1151"/>
                </a:lnTo>
                <a:lnTo>
                  <a:pt x="3108" y="1151"/>
                </a:lnTo>
                <a:lnTo>
                  <a:pt x="3108" y="1150"/>
                </a:lnTo>
                <a:lnTo>
                  <a:pt x="3107" y="1150"/>
                </a:lnTo>
                <a:lnTo>
                  <a:pt x="3105" y="1149"/>
                </a:lnTo>
                <a:lnTo>
                  <a:pt x="3105" y="1148"/>
                </a:lnTo>
                <a:lnTo>
                  <a:pt x="3105" y="1147"/>
                </a:lnTo>
                <a:lnTo>
                  <a:pt x="3104" y="1146"/>
                </a:lnTo>
                <a:lnTo>
                  <a:pt x="3104" y="1144"/>
                </a:lnTo>
                <a:lnTo>
                  <a:pt x="3105" y="1144"/>
                </a:lnTo>
                <a:lnTo>
                  <a:pt x="3106" y="1143"/>
                </a:lnTo>
                <a:lnTo>
                  <a:pt x="3107" y="1142"/>
                </a:lnTo>
                <a:lnTo>
                  <a:pt x="3109" y="1142"/>
                </a:lnTo>
                <a:lnTo>
                  <a:pt x="3110" y="1141"/>
                </a:lnTo>
                <a:lnTo>
                  <a:pt x="3111" y="1141"/>
                </a:lnTo>
                <a:lnTo>
                  <a:pt x="3112" y="1141"/>
                </a:lnTo>
                <a:lnTo>
                  <a:pt x="3113" y="1142"/>
                </a:lnTo>
                <a:lnTo>
                  <a:pt x="3114" y="1142"/>
                </a:lnTo>
                <a:lnTo>
                  <a:pt x="3115" y="1142"/>
                </a:lnTo>
                <a:lnTo>
                  <a:pt x="3116" y="1142"/>
                </a:lnTo>
                <a:lnTo>
                  <a:pt x="3116" y="1141"/>
                </a:lnTo>
                <a:lnTo>
                  <a:pt x="3117" y="1141"/>
                </a:lnTo>
                <a:lnTo>
                  <a:pt x="3117" y="1142"/>
                </a:lnTo>
                <a:lnTo>
                  <a:pt x="3118" y="1142"/>
                </a:lnTo>
                <a:lnTo>
                  <a:pt x="3118" y="1143"/>
                </a:lnTo>
                <a:lnTo>
                  <a:pt x="3118" y="1144"/>
                </a:lnTo>
                <a:lnTo>
                  <a:pt x="3119" y="1144"/>
                </a:lnTo>
                <a:lnTo>
                  <a:pt x="3120" y="1145"/>
                </a:lnTo>
                <a:lnTo>
                  <a:pt x="3121" y="1146"/>
                </a:lnTo>
                <a:lnTo>
                  <a:pt x="3122" y="1146"/>
                </a:lnTo>
                <a:lnTo>
                  <a:pt x="3123" y="1146"/>
                </a:lnTo>
                <a:lnTo>
                  <a:pt x="3124" y="1146"/>
                </a:lnTo>
                <a:lnTo>
                  <a:pt x="3125" y="1147"/>
                </a:lnTo>
                <a:lnTo>
                  <a:pt x="3127" y="1147"/>
                </a:lnTo>
                <a:lnTo>
                  <a:pt x="3128" y="1147"/>
                </a:lnTo>
                <a:lnTo>
                  <a:pt x="3128" y="1146"/>
                </a:lnTo>
                <a:lnTo>
                  <a:pt x="3129" y="1146"/>
                </a:lnTo>
                <a:lnTo>
                  <a:pt x="3129" y="1147"/>
                </a:lnTo>
                <a:lnTo>
                  <a:pt x="3132" y="1149"/>
                </a:lnTo>
                <a:lnTo>
                  <a:pt x="3134" y="1149"/>
                </a:lnTo>
                <a:lnTo>
                  <a:pt x="3134" y="1148"/>
                </a:lnTo>
                <a:lnTo>
                  <a:pt x="3136" y="1148"/>
                </a:lnTo>
                <a:lnTo>
                  <a:pt x="3138" y="1148"/>
                </a:lnTo>
                <a:lnTo>
                  <a:pt x="3138" y="1149"/>
                </a:lnTo>
                <a:lnTo>
                  <a:pt x="3139" y="1149"/>
                </a:lnTo>
                <a:lnTo>
                  <a:pt x="3140" y="1149"/>
                </a:lnTo>
                <a:lnTo>
                  <a:pt x="3141" y="1150"/>
                </a:lnTo>
                <a:lnTo>
                  <a:pt x="3142" y="1150"/>
                </a:lnTo>
                <a:lnTo>
                  <a:pt x="3142" y="1151"/>
                </a:lnTo>
                <a:lnTo>
                  <a:pt x="3143" y="1152"/>
                </a:lnTo>
                <a:lnTo>
                  <a:pt x="3144" y="1152"/>
                </a:lnTo>
                <a:lnTo>
                  <a:pt x="3144" y="1151"/>
                </a:lnTo>
                <a:lnTo>
                  <a:pt x="3144" y="1150"/>
                </a:lnTo>
                <a:lnTo>
                  <a:pt x="3145" y="1150"/>
                </a:lnTo>
                <a:lnTo>
                  <a:pt x="3146" y="1149"/>
                </a:lnTo>
                <a:lnTo>
                  <a:pt x="3147" y="1147"/>
                </a:lnTo>
                <a:lnTo>
                  <a:pt x="3147" y="1146"/>
                </a:lnTo>
                <a:lnTo>
                  <a:pt x="3148" y="1146"/>
                </a:lnTo>
                <a:lnTo>
                  <a:pt x="3149" y="1147"/>
                </a:lnTo>
                <a:lnTo>
                  <a:pt x="3150" y="1147"/>
                </a:lnTo>
                <a:lnTo>
                  <a:pt x="3150" y="1148"/>
                </a:lnTo>
                <a:lnTo>
                  <a:pt x="3152" y="1149"/>
                </a:lnTo>
                <a:lnTo>
                  <a:pt x="3154" y="1149"/>
                </a:lnTo>
                <a:lnTo>
                  <a:pt x="3155" y="1149"/>
                </a:lnTo>
                <a:lnTo>
                  <a:pt x="3156" y="1148"/>
                </a:lnTo>
                <a:lnTo>
                  <a:pt x="3156" y="1146"/>
                </a:lnTo>
                <a:lnTo>
                  <a:pt x="3156" y="1145"/>
                </a:lnTo>
                <a:lnTo>
                  <a:pt x="3155" y="1145"/>
                </a:lnTo>
                <a:lnTo>
                  <a:pt x="3154" y="1144"/>
                </a:lnTo>
                <a:lnTo>
                  <a:pt x="3154" y="1143"/>
                </a:lnTo>
                <a:lnTo>
                  <a:pt x="3153" y="1143"/>
                </a:lnTo>
                <a:lnTo>
                  <a:pt x="3152" y="1142"/>
                </a:lnTo>
                <a:lnTo>
                  <a:pt x="3152" y="1141"/>
                </a:lnTo>
                <a:lnTo>
                  <a:pt x="3151" y="1140"/>
                </a:lnTo>
                <a:lnTo>
                  <a:pt x="3150" y="1139"/>
                </a:lnTo>
                <a:lnTo>
                  <a:pt x="3151" y="1138"/>
                </a:lnTo>
                <a:lnTo>
                  <a:pt x="3152" y="1138"/>
                </a:lnTo>
                <a:lnTo>
                  <a:pt x="3153" y="1137"/>
                </a:lnTo>
                <a:lnTo>
                  <a:pt x="3154" y="1136"/>
                </a:lnTo>
                <a:lnTo>
                  <a:pt x="3156" y="1136"/>
                </a:lnTo>
                <a:lnTo>
                  <a:pt x="3156" y="1137"/>
                </a:lnTo>
                <a:lnTo>
                  <a:pt x="3156" y="1139"/>
                </a:lnTo>
                <a:lnTo>
                  <a:pt x="3156" y="1140"/>
                </a:lnTo>
                <a:lnTo>
                  <a:pt x="3157" y="1140"/>
                </a:lnTo>
                <a:lnTo>
                  <a:pt x="3157" y="1141"/>
                </a:lnTo>
                <a:lnTo>
                  <a:pt x="3158" y="1141"/>
                </a:lnTo>
                <a:lnTo>
                  <a:pt x="3159" y="1142"/>
                </a:lnTo>
                <a:lnTo>
                  <a:pt x="3159" y="1143"/>
                </a:lnTo>
                <a:lnTo>
                  <a:pt x="3160" y="1144"/>
                </a:lnTo>
                <a:lnTo>
                  <a:pt x="3162" y="1144"/>
                </a:lnTo>
                <a:lnTo>
                  <a:pt x="3163" y="1144"/>
                </a:lnTo>
                <a:lnTo>
                  <a:pt x="3164" y="1144"/>
                </a:lnTo>
                <a:lnTo>
                  <a:pt x="3165" y="1144"/>
                </a:lnTo>
                <a:lnTo>
                  <a:pt x="3166" y="1144"/>
                </a:lnTo>
                <a:lnTo>
                  <a:pt x="3167" y="1144"/>
                </a:lnTo>
                <a:lnTo>
                  <a:pt x="3168" y="1144"/>
                </a:lnTo>
                <a:lnTo>
                  <a:pt x="3168" y="1143"/>
                </a:lnTo>
                <a:lnTo>
                  <a:pt x="3167" y="1141"/>
                </a:lnTo>
                <a:lnTo>
                  <a:pt x="3167" y="1140"/>
                </a:lnTo>
                <a:lnTo>
                  <a:pt x="3166" y="1140"/>
                </a:lnTo>
                <a:lnTo>
                  <a:pt x="3166" y="1139"/>
                </a:lnTo>
                <a:lnTo>
                  <a:pt x="3167" y="1137"/>
                </a:lnTo>
                <a:lnTo>
                  <a:pt x="3168" y="1136"/>
                </a:lnTo>
                <a:lnTo>
                  <a:pt x="3168" y="1134"/>
                </a:lnTo>
                <a:lnTo>
                  <a:pt x="3169" y="1134"/>
                </a:lnTo>
                <a:lnTo>
                  <a:pt x="3169" y="1133"/>
                </a:lnTo>
                <a:lnTo>
                  <a:pt x="3170" y="1133"/>
                </a:lnTo>
                <a:lnTo>
                  <a:pt x="3170" y="1132"/>
                </a:lnTo>
                <a:lnTo>
                  <a:pt x="3169" y="1132"/>
                </a:lnTo>
                <a:lnTo>
                  <a:pt x="3168" y="1132"/>
                </a:lnTo>
                <a:lnTo>
                  <a:pt x="3167" y="1132"/>
                </a:lnTo>
                <a:lnTo>
                  <a:pt x="3166" y="1132"/>
                </a:lnTo>
                <a:lnTo>
                  <a:pt x="3165" y="1132"/>
                </a:lnTo>
                <a:lnTo>
                  <a:pt x="3165" y="1131"/>
                </a:lnTo>
                <a:lnTo>
                  <a:pt x="3164" y="1131"/>
                </a:lnTo>
                <a:lnTo>
                  <a:pt x="3164" y="1130"/>
                </a:lnTo>
                <a:lnTo>
                  <a:pt x="3163" y="1130"/>
                </a:lnTo>
                <a:lnTo>
                  <a:pt x="3164" y="1128"/>
                </a:lnTo>
                <a:lnTo>
                  <a:pt x="3164" y="1127"/>
                </a:lnTo>
                <a:lnTo>
                  <a:pt x="3163" y="1126"/>
                </a:lnTo>
                <a:lnTo>
                  <a:pt x="3163" y="1124"/>
                </a:lnTo>
                <a:lnTo>
                  <a:pt x="3163" y="1122"/>
                </a:lnTo>
                <a:lnTo>
                  <a:pt x="3163" y="1121"/>
                </a:lnTo>
                <a:lnTo>
                  <a:pt x="3164" y="1119"/>
                </a:lnTo>
                <a:lnTo>
                  <a:pt x="3164" y="1118"/>
                </a:lnTo>
                <a:lnTo>
                  <a:pt x="3164" y="1117"/>
                </a:lnTo>
                <a:lnTo>
                  <a:pt x="3165" y="1116"/>
                </a:lnTo>
                <a:lnTo>
                  <a:pt x="3165" y="1115"/>
                </a:lnTo>
                <a:lnTo>
                  <a:pt x="3165" y="1114"/>
                </a:lnTo>
                <a:lnTo>
                  <a:pt x="3166" y="1112"/>
                </a:lnTo>
                <a:lnTo>
                  <a:pt x="3166" y="1111"/>
                </a:lnTo>
                <a:lnTo>
                  <a:pt x="3167" y="1109"/>
                </a:lnTo>
                <a:lnTo>
                  <a:pt x="3167" y="1108"/>
                </a:lnTo>
                <a:lnTo>
                  <a:pt x="3167" y="1107"/>
                </a:lnTo>
                <a:lnTo>
                  <a:pt x="3168" y="1106"/>
                </a:lnTo>
                <a:lnTo>
                  <a:pt x="3168" y="1104"/>
                </a:lnTo>
                <a:lnTo>
                  <a:pt x="3168" y="1103"/>
                </a:lnTo>
                <a:lnTo>
                  <a:pt x="3169" y="1102"/>
                </a:lnTo>
                <a:lnTo>
                  <a:pt x="3169" y="1101"/>
                </a:lnTo>
                <a:lnTo>
                  <a:pt x="3169" y="1100"/>
                </a:lnTo>
                <a:lnTo>
                  <a:pt x="3169" y="1099"/>
                </a:lnTo>
                <a:lnTo>
                  <a:pt x="3170" y="1099"/>
                </a:lnTo>
                <a:lnTo>
                  <a:pt x="3170" y="1098"/>
                </a:lnTo>
                <a:lnTo>
                  <a:pt x="3171" y="1098"/>
                </a:lnTo>
                <a:lnTo>
                  <a:pt x="3172" y="1098"/>
                </a:lnTo>
                <a:lnTo>
                  <a:pt x="3173" y="1098"/>
                </a:lnTo>
                <a:lnTo>
                  <a:pt x="3173" y="1097"/>
                </a:lnTo>
                <a:lnTo>
                  <a:pt x="3174" y="1097"/>
                </a:lnTo>
                <a:lnTo>
                  <a:pt x="3175" y="1097"/>
                </a:lnTo>
                <a:lnTo>
                  <a:pt x="3176" y="1097"/>
                </a:lnTo>
                <a:lnTo>
                  <a:pt x="3176" y="1098"/>
                </a:lnTo>
                <a:lnTo>
                  <a:pt x="3177" y="1098"/>
                </a:lnTo>
                <a:lnTo>
                  <a:pt x="3178" y="1098"/>
                </a:lnTo>
                <a:lnTo>
                  <a:pt x="3178" y="1099"/>
                </a:lnTo>
                <a:lnTo>
                  <a:pt x="3178" y="1100"/>
                </a:lnTo>
                <a:lnTo>
                  <a:pt x="3177" y="1101"/>
                </a:lnTo>
                <a:lnTo>
                  <a:pt x="3177" y="1102"/>
                </a:lnTo>
                <a:lnTo>
                  <a:pt x="3178" y="1102"/>
                </a:lnTo>
                <a:lnTo>
                  <a:pt x="3179" y="1101"/>
                </a:lnTo>
                <a:lnTo>
                  <a:pt x="3179" y="1102"/>
                </a:lnTo>
                <a:lnTo>
                  <a:pt x="3180" y="1102"/>
                </a:lnTo>
                <a:lnTo>
                  <a:pt x="3180" y="1103"/>
                </a:lnTo>
                <a:lnTo>
                  <a:pt x="3181" y="1104"/>
                </a:lnTo>
                <a:lnTo>
                  <a:pt x="3182" y="1104"/>
                </a:lnTo>
                <a:lnTo>
                  <a:pt x="3183" y="1104"/>
                </a:lnTo>
                <a:lnTo>
                  <a:pt x="3184" y="1103"/>
                </a:lnTo>
                <a:lnTo>
                  <a:pt x="3185" y="1102"/>
                </a:lnTo>
                <a:lnTo>
                  <a:pt x="3186" y="1102"/>
                </a:lnTo>
                <a:lnTo>
                  <a:pt x="3186" y="1101"/>
                </a:lnTo>
                <a:lnTo>
                  <a:pt x="3187" y="1100"/>
                </a:lnTo>
                <a:lnTo>
                  <a:pt x="3188" y="1100"/>
                </a:lnTo>
                <a:lnTo>
                  <a:pt x="3189" y="1100"/>
                </a:lnTo>
                <a:lnTo>
                  <a:pt x="3190" y="1100"/>
                </a:lnTo>
                <a:lnTo>
                  <a:pt x="3190" y="1099"/>
                </a:lnTo>
                <a:lnTo>
                  <a:pt x="3191" y="1098"/>
                </a:lnTo>
                <a:lnTo>
                  <a:pt x="3191" y="1097"/>
                </a:lnTo>
                <a:lnTo>
                  <a:pt x="3190" y="1096"/>
                </a:lnTo>
                <a:lnTo>
                  <a:pt x="3190" y="1095"/>
                </a:lnTo>
                <a:lnTo>
                  <a:pt x="3191" y="1095"/>
                </a:lnTo>
                <a:lnTo>
                  <a:pt x="3192" y="1094"/>
                </a:lnTo>
                <a:lnTo>
                  <a:pt x="3191" y="1094"/>
                </a:lnTo>
                <a:lnTo>
                  <a:pt x="3190" y="1093"/>
                </a:lnTo>
                <a:lnTo>
                  <a:pt x="3190" y="1092"/>
                </a:lnTo>
                <a:lnTo>
                  <a:pt x="3189" y="1092"/>
                </a:lnTo>
                <a:lnTo>
                  <a:pt x="3190" y="1091"/>
                </a:lnTo>
                <a:lnTo>
                  <a:pt x="3191" y="1091"/>
                </a:lnTo>
                <a:lnTo>
                  <a:pt x="3191" y="1088"/>
                </a:lnTo>
                <a:lnTo>
                  <a:pt x="3191" y="1086"/>
                </a:lnTo>
                <a:lnTo>
                  <a:pt x="3191" y="1085"/>
                </a:lnTo>
                <a:lnTo>
                  <a:pt x="3190" y="1085"/>
                </a:lnTo>
                <a:lnTo>
                  <a:pt x="3190" y="1084"/>
                </a:lnTo>
                <a:lnTo>
                  <a:pt x="3191" y="1084"/>
                </a:lnTo>
                <a:lnTo>
                  <a:pt x="3191" y="1083"/>
                </a:lnTo>
                <a:lnTo>
                  <a:pt x="3190" y="1083"/>
                </a:lnTo>
                <a:lnTo>
                  <a:pt x="3190" y="1082"/>
                </a:lnTo>
                <a:lnTo>
                  <a:pt x="3189" y="1080"/>
                </a:lnTo>
                <a:lnTo>
                  <a:pt x="3189" y="1078"/>
                </a:lnTo>
                <a:lnTo>
                  <a:pt x="3189" y="1077"/>
                </a:lnTo>
                <a:lnTo>
                  <a:pt x="3188" y="1076"/>
                </a:lnTo>
                <a:lnTo>
                  <a:pt x="3187" y="1075"/>
                </a:lnTo>
                <a:lnTo>
                  <a:pt x="3187" y="1074"/>
                </a:lnTo>
                <a:lnTo>
                  <a:pt x="3188" y="1074"/>
                </a:lnTo>
                <a:lnTo>
                  <a:pt x="3188" y="1073"/>
                </a:lnTo>
                <a:lnTo>
                  <a:pt x="3187" y="1072"/>
                </a:lnTo>
                <a:lnTo>
                  <a:pt x="3186" y="1072"/>
                </a:lnTo>
                <a:lnTo>
                  <a:pt x="3185" y="1072"/>
                </a:lnTo>
                <a:lnTo>
                  <a:pt x="3185" y="1071"/>
                </a:lnTo>
                <a:lnTo>
                  <a:pt x="3184" y="1070"/>
                </a:lnTo>
                <a:lnTo>
                  <a:pt x="3183" y="1070"/>
                </a:lnTo>
                <a:lnTo>
                  <a:pt x="3182" y="1071"/>
                </a:lnTo>
                <a:lnTo>
                  <a:pt x="3181" y="1071"/>
                </a:lnTo>
                <a:lnTo>
                  <a:pt x="3180" y="1070"/>
                </a:lnTo>
                <a:lnTo>
                  <a:pt x="3180" y="1069"/>
                </a:lnTo>
                <a:lnTo>
                  <a:pt x="3180" y="1068"/>
                </a:lnTo>
                <a:lnTo>
                  <a:pt x="3181" y="1066"/>
                </a:lnTo>
                <a:lnTo>
                  <a:pt x="3181" y="1064"/>
                </a:lnTo>
                <a:lnTo>
                  <a:pt x="3182" y="1064"/>
                </a:lnTo>
                <a:lnTo>
                  <a:pt x="3185" y="1062"/>
                </a:lnTo>
                <a:lnTo>
                  <a:pt x="3186" y="1061"/>
                </a:lnTo>
                <a:lnTo>
                  <a:pt x="3186" y="1060"/>
                </a:lnTo>
                <a:lnTo>
                  <a:pt x="3187" y="1060"/>
                </a:lnTo>
                <a:lnTo>
                  <a:pt x="3187" y="1059"/>
                </a:lnTo>
                <a:lnTo>
                  <a:pt x="3188" y="1058"/>
                </a:lnTo>
                <a:lnTo>
                  <a:pt x="3188" y="1057"/>
                </a:lnTo>
                <a:lnTo>
                  <a:pt x="3189" y="1057"/>
                </a:lnTo>
                <a:lnTo>
                  <a:pt x="3188" y="1057"/>
                </a:lnTo>
                <a:lnTo>
                  <a:pt x="3187" y="1056"/>
                </a:lnTo>
                <a:lnTo>
                  <a:pt x="3186" y="1056"/>
                </a:lnTo>
                <a:lnTo>
                  <a:pt x="3186" y="1055"/>
                </a:lnTo>
                <a:lnTo>
                  <a:pt x="3184" y="1054"/>
                </a:lnTo>
                <a:lnTo>
                  <a:pt x="3183" y="1054"/>
                </a:lnTo>
                <a:lnTo>
                  <a:pt x="3183" y="1053"/>
                </a:lnTo>
                <a:lnTo>
                  <a:pt x="3182" y="1054"/>
                </a:lnTo>
                <a:lnTo>
                  <a:pt x="3180" y="1054"/>
                </a:lnTo>
                <a:lnTo>
                  <a:pt x="3180" y="1053"/>
                </a:lnTo>
                <a:lnTo>
                  <a:pt x="3179" y="1053"/>
                </a:lnTo>
                <a:lnTo>
                  <a:pt x="3179" y="1052"/>
                </a:lnTo>
                <a:lnTo>
                  <a:pt x="3180" y="1052"/>
                </a:lnTo>
                <a:lnTo>
                  <a:pt x="3180" y="1051"/>
                </a:lnTo>
                <a:lnTo>
                  <a:pt x="3180" y="1050"/>
                </a:lnTo>
                <a:lnTo>
                  <a:pt x="3180" y="1049"/>
                </a:lnTo>
                <a:lnTo>
                  <a:pt x="3180" y="1048"/>
                </a:lnTo>
                <a:lnTo>
                  <a:pt x="3180" y="1047"/>
                </a:lnTo>
                <a:lnTo>
                  <a:pt x="3182" y="1045"/>
                </a:lnTo>
                <a:lnTo>
                  <a:pt x="3183" y="1044"/>
                </a:lnTo>
                <a:lnTo>
                  <a:pt x="3184" y="1044"/>
                </a:lnTo>
                <a:lnTo>
                  <a:pt x="3185" y="1044"/>
                </a:lnTo>
                <a:lnTo>
                  <a:pt x="3185" y="1045"/>
                </a:lnTo>
                <a:lnTo>
                  <a:pt x="3185" y="1046"/>
                </a:lnTo>
                <a:lnTo>
                  <a:pt x="3186" y="1046"/>
                </a:lnTo>
                <a:lnTo>
                  <a:pt x="3187" y="1047"/>
                </a:lnTo>
                <a:lnTo>
                  <a:pt x="3189" y="1047"/>
                </a:lnTo>
                <a:lnTo>
                  <a:pt x="3190" y="1047"/>
                </a:lnTo>
                <a:lnTo>
                  <a:pt x="3190" y="1046"/>
                </a:lnTo>
                <a:lnTo>
                  <a:pt x="3191" y="1045"/>
                </a:lnTo>
                <a:lnTo>
                  <a:pt x="3192" y="1045"/>
                </a:lnTo>
                <a:lnTo>
                  <a:pt x="3193" y="1044"/>
                </a:lnTo>
                <a:lnTo>
                  <a:pt x="3194" y="1043"/>
                </a:lnTo>
                <a:lnTo>
                  <a:pt x="3194" y="1042"/>
                </a:lnTo>
                <a:lnTo>
                  <a:pt x="3195" y="1042"/>
                </a:lnTo>
                <a:lnTo>
                  <a:pt x="3195" y="1041"/>
                </a:lnTo>
                <a:lnTo>
                  <a:pt x="3197" y="1041"/>
                </a:lnTo>
                <a:lnTo>
                  <a:pt x="3199" y="1040"/>
                </a:lnTo>
                <a:lnTo>
                  <a:pt x="3200" y="1040"/>
                </a:lnTo>
                <a:lnTo>
                  <a:pt x="3202" y="1042"/>
                </a:lnTo>
                <a:lnTo>
                  <a:pt x="3202" y="1044"/>
                </a:lnTo>
                <a:lnTo>
                  <a:pt x="3203" y="1046"/>
                </a:lnTo>
                <a:lnTo>
                  <a:pt x="3202" y="1046"/>
                </a:lnTo>
                <a:lnTo>
                  <a:pt x="3202" y="1047"/>
                </a:lnTo>
                <a:lnTo>
                  <a:pt x="3203" y="1047"/>
                </a:lnTo>
                <a:lnTo>
                  <a:pt x="3204" y="1048"/>
                </a:lnTo>
                <a:lnTo>
                  <a:pt x="3204" y="1049"/>
                </a:lnTo>
                <a:lnTo>
                  <a:pt x="3205" y="1049"/>
                </a:lnTo>
                <a:lnTo>
                  <a:pt x="3206" y="1050"/>
                </a:lnTo>
                <a:lnTo>
                  <a:pt x="3206" y="1051"/>
                </a:lnTo>
                <a:lnTo>
                  <a:pt x="3208" y="1052"/>
                </a:lnTo>
                <a:lnTo>
                  <a:pt x="3209" y="1052"/>
                </a:lnTo>
                <a:lnTo>
                  <a:pt x="3210" y="1052"/>
                </a:lnTo>
                <a:lnTo>
                  <a:pt x="3210" y="1053"/>
                </a:lnTo>
                <a:lnTo>
                  <a:pt x="3211" y="1053"/>
                </a:lnTo>
                <a:lnTo>
                  <a:pt x="3211" y="1054"/>
                </a:lnTo>
                <a:lnTo>
                  <a:pt x="3213" y="1054"/>
                </a:lnTo>
                <a:lnTo>
                  <a:pt x="3214" y="1054"/>
                </a:lnTo>
                <a:lnTo>
                  <a:pt x="3214" y="1053"/>
                </a:lnTo>
                <a:lnTo>
                  <a:pt x="3215" y="1051"/>
                </a:lnTo>
                <a:lnTo>
                  <a:pt x="3216" y="1052"/>
                </a:lnTo>
                <a:lnTo>
                  <a:pt x="3217" y="1052"/>
                </a:lnTo>
                <a:lnTo>
                  <a:pt x="3217" y="1053"/>
                </a:lnTo>
                <a:lnTo>
                  <a:pt x="3218" y="1053"/>
                </a:lnTo>
                <a:lnTo>
                  <a:pt x="3220" y="1054"/>
                </a:lnTo>
                <a:lnTo>
                  <a:pt x="3221" y="1054"/>
                </a:lnTo>
                <a:lnTo>
                  <a:pt x="3222" y="1055"/>
                </a:lnTo>
                <a:lnTo>
                  <a:pt x="3223" y="1055"/>
                </a:lnTo>
                <a:lnTo>
                  <a:pt x="3223" y="1054"/>
                </a:lnTo>
                <a:lnTo>
                  <a:pt x="3224" y="1053"/>
                </a:lnTo>
                <a:lnTo>
                  <a:pt x="3224" y="1054"/>
                </a:lnTo>
                <a:lnTo>
                  <a:pt x="3225" y="1055"/>
                </a:lnTo>
                <a:lnTo>
                  <a:pt x="3226" y="1055"/>
                </a:lnTo>
                <a:lnTo>
                  <a:pt x="3227" y="1055"/>
                </a:lnTo>
                <a:lnTo>
                  <a:pt x="3228" y="1055"/>
                </a:lnTo>
                <a:lnTo>
                  <a:pt x="3228" y="1056"/>
                </a:lnTo>
                <a:lnTo>
                  <a:pt x="3229" y="1056"/>
                </a:lnTo>
                <a:lnTo>
                  <a:pt x="3230" y="1055"/>
                </a:lnTo>
                <a:lnTo>
                  <a:pt x="3231" y="1055"/>
                </a:lnTo>
                <a:lnTo>
                  <a:pt x="3232" y="1056"/>
                </a:lnTo>
                <a:lnTo>
                  <a:pt x="3233" y="1056"/>
                </a:lnTo>
                <a:lnTo>
                  <a:pt x="3234" y="1056"/>
                </a:lnTo>
                <a:lnTo>
                  <a:pt x="3237" y="1057"/>
                </a:lnTo>
                <a:lnTo>
                  <a:pt x="3239" y="1055"/>
                </a:lnTo>
                <a:lnTo>
                  <a:pt x="3240" y="1055"/>
                </a:lnTo>
                <a:lnTo>
                  <a:pt x="3241" y="1056"/>
                </a:lnTo>
                <a:lnTo>
                  <a:pt x="3242" y="1056"/>
                </a:lnTo>
                <a:lnTo>
                  <a:pt x="3245" y="1057"/>
                </a:lnTo>
                <a:lnTo>
                  <a:pt x="3246" y="1056"/>
                </a:lnTo>
                <a:lnTo>
                  <a:pt x="3247" y="1056"/>
                </a:lnTo>
                <a:lnTo>
                  <a:pt x="3249" y="1056"/>
                </a:lnTo>
                <a:lnTo>
                  <a:pt x="3250" y="1056"/>
                </a:lnTo>
                <a:lnTo>
                  <a:pt x="3252" y="1056"/>
                </a:lnTo>
                <a:lnTo>
                  <a:pt x="3253" y="1056"/>
                </a:lnTo>
                <a:lnTo>
                  <a:pt x="3253" y="1058"/>
                </a:lnTo>
                <a:lnTo>
                  <a:pt x="3254" y="1058"/>
                </a:lnTo>
                <a:lnTo>
                  <a:pt x="3254" y="1059"/>
                </a:lnTo>
                <a:lnTo>
                  <a:pt x="3256" y="1058"/>
                </a:lnTo>
                <a:lnTo>
                  <a:pt x="3257" y="1058"/>
                </a:lnTo>
                <a:lnTo>
                  <a:pt x="3258" y="1058"/>
                </a:lnTo>
                <a:lnTo>
                  <a:pt x="3259" y="1058"/>
                </a:lnTo>
                <a:lnTo>
                  <a:pt x="3259" y="1059"/>
                </a:lnTo>
                <a:lnTo>
                  <a:pt x="3259" y="1060"/>
                </a:lnTo>
                <a:lnTo>
                  <a:pt x="3259" y="1061"/>
                </a:lnTo>
                <a:lnTo>
                  <a:pt x="3260" y="1062"/>
                </a:lnTo>
                <a:lnTo>
                  <a:pt x="3260" y="1063"/>
                </a:lnTo>
                <a:lnTo>
                  <a:pt x="3261" y="1063"/>
                </a:lnTo>
                <a:lnTo>
                  <a:pt x="3261" y="1062"/>
                </a:lnTo>
                <a:lnTo>
                  <a:pt x="3263" y="1063"/>
                </a:lnTo>
                <a:lnTo>
                  <a:pt x="3264" y="1063"/>
                </a:lnTo>
                <a:lnTo>
                  <a:pt x="3264" y="1062"/>
                </a:lnTo>
                <a:lnTo>
                  <a:pt x="3265" y="1062"/>
                </a:lnTo>
                <a:lnTo>
                  <a:pt x="3267" y="1063"/>
                </a:lnTo>
                <a:lnTo>
                  <a:pt x="3267" y="1064"/>
                </a:lnTo>
                <a:lnTo>
                  <a:pt x="3269" y="1065"/>
                </a:lnTo>
                <a:lnTo>
                  <a:pt x="3270" y="1065"/>
                </a:lnTo>
                <a:lnTo>
                  <a:pt x="3271" y="1066"/>
                </a:lnTo>
                <a:lnTo>
                  <a:pt x="3272" y="1066"/>
                </a:lnTo>
                <a:lnTo>
                  <a:pt x="3273" y="1066"/>
                </a:lnTo>
                <a:lnTo>
                  <a:pt x="3274" y="1066"/>
                </a:lnTo>
                <a:lnTo>
                  <a:pt x="3275" y="1066"/>
                </a:lnTo>
                <a:lnTo>
                  <a:pt x="3276" y="1066"/>
                </a:lnTo>
                <a:lnTo>
                  <a:pt x="3277" y="1066"/>
                </a:lnTo>
                <a:lnTo>
                  <a:pt x="3278" y="1067"/>
                </a:lnTo>
                <a:lnTo>
                  <a:pt x="3279" y="1067"/>
                </a:lnTo>
                <a:lnTo>
                  <a:pt x="3280" y="1067"/>
                </a:lnTo>
                <a:lnTo>
                  <a:pt x="3281" y="1068"/>
                </a:lnTo>
                <a:lnTo>
                  <a:pt x="3282" y="1068"/>
                </a:lnTo>
                <a:lnTo>
                  <a:pt x="3282" y="1069"/>
                </a:lnTo>
                <a:lnTo>
                  <a:pt x="3283" y="1069"/>
                </a:lnTo>
                <a:lnTo>
                  <a:pt x="3284" y="1070"/>
                </a:lnTo>
                <a:lnTo>
                  <a:pt x="3284" y="1071"/>
                </a:lnTo>
                <a:lnTo>
                  <a:pt x="3285" y="1071"/>
                </a:lnTo>
                <a:lnTo>
                  <a:pt x="3286" y="1070"/>
                </a:lnTo>
                <a:lnTo>
                  <a:pt x="3287" y="1070"/>
                </a:lnTo>
                <a:lnTo>
                  <a:pt x="3287" y="1071"/>
                </a:lnTo>
                <a:lnTo>
                  <a:pt x="3288" y="1071"/>
                </a:lnTo>
                <a:lnTo>
                  <a:pt x="3289" y="1072"/>
                </a:lnTo>
                <a:lnTo>
                  <a:pt x="3290" y="1072"/>
                </a:lnTo>
                <a:lnTo>
                  <a:pt x="3291" y="1072"/>
                </a:lnTo>
                <a:lnTo>
                  <a:pt x="3291" y="1073"/>
                </a:lnTo>
                <a:lnTo>
                  <a:pt x="3292" y="1074"/>
                </a:lnTo>
                <a:lnTo>
                  <a:pt x="3293" y="1075"/>
                </a:lnTo>
                <a:lnTo>
                  <a:pt x="3294" y="1075"/>
                </a:lnTo>
                <a:lnTo>
                  <a:pt x="3295" y="1075"/>
                </a:lnTo>
                <a:lnTo>
                  <a:pt x="3296" y="1075"/>
                </a:lnTo>
                <a:lnTo>
                  <a:pt x="3296" y="1076"/>
                </a:lnTo>
                <a:lnTo>
                  <a:pt x="3296" y="1077"/>
                </a:lnTo>
                <a:lnTo>
                  <a:pt x="3297" y="1078"/>
                </a:lnTo>
                <a:lnTo>
                  <a:pt x="3298" y="1080"/>
                </a:lnTo>
                <a:lnTo>
                  <a:pt x="3299" y="1080"/>
                </a:lnTo>
                <a:lnTo>
                  <a:pt x="3300" y="1080"/>
                </a:lnTo>
                <a:lnTo>
                  <a:pt x="3301" y="1082"/>
                </a:lnTo>
                <a:lnTo>
                  <a:pt x="3301" y="1083"/>
                </a:lnTo>
                <a:lnTo>
                  <a:pt x="3303" y="1083"/>
                </a:lnTo>
                <a:lnTo>
                  <a:pt x="3304" y="1083"/>
                </a:lnTo>
                <a:lnTo>
                  <a:pt x="3305" y="1083"/>
                </a:lnTo>
                <a:lnTo>
                  <a:pt x="3304" y="1084"/>
                </a:lnTo>
                <a:lnTo>
                  <a:pt x="3304" y="1085"/>
                </a:lnTo>
                <a:lnTo>
                  <a:pt x="3304" y="1086"/>
                </a:lnTo>
                <a:lnTo>
                  <a:pt x="3306" y="1087"/>
                </a:lnTo>
                <a:lnTo>
                  <a:pt x="3307" y="1087"/>
                </a:lnTo>
                <a:lnTo>
                  <a:pt x="3307" y="1086"/>
                </a:lnTo>
                <a:lnTo>
                  <a:pt x="3308" y="1086"/>
                </a:lnTo>
                <a:lnTo>
                  <a:pt x="3308" y="1088"/>
                </a:lnTo>
                <a:lnTo>
                  <a:pt x="3309" y="1089"/>
                </a:lnTo>
                <a:lnTo>
                  <a:pt x="3310" y="1089"/>
                </a:lnTo>
                <a:lnTo>
                  <a:pt x="3311" y="1088"/>
                </a:lnTo>
                <a:lnTo>
                  <a:pt x="3311" y="1087"/>
                </a:lnTo>
                <a:lnTo>
                  <a:pt x="3312" y="1087"/>
                </a:lnTo>
                <a:lnTo>
                  <a:pt x="3313" y="1087"/>
                </a:lnTo>
                <a:lnTo>
                  <a:pt x="3313" y="1088"/>
                </a:lnTo>
                <a:lnTo>
                  <a:pt x="3312" y="1089"/>
                </a:lnTo>
                <a:lnTo>
                  <a:pt x="3313" y="1089"/>
                </a:lnTo>
                <a:lnTo>
                  <a:pt x="3314" y="1090"/>
                </a:lnTo>
                <a:lnTo>
                  <a:pt x="3314" y="1092"/>
                </a:lnTo>
                <a:lnTo>
                  <a:pt x="3315" y="1092"/>
                </a:lnTo>
                <a:lnTo>
                  <a:pt x="3316" y="1093"/>
                </a:lnTo>
                <a:lnTo>
                  <a:pt x="3317" y="1093"/>
                </a:lnTo>
                <a:lnTo>
                  <a:pt x="3318" y="1092"/>
                </a:lnTo>
                <a:lnTo>
                  <a:pt x="3320" y="1093"/>
                </a:lnTo>
                <a:lnTo>
                  <a:pt x="3321" y="1094"/>
                </a:lnTo>
                <a:lnTo>
                  <a:pt x="3321" y="1095"/>
                </a:lnTo>
                <a:lnTo>
                  <a:pt x="3322" y="1096"/>
                </a:lnTo>
                <a:lnTo>
                  <a:pt x="3323" y="1096"/>
                </a:lnTo>
                <a:lnTo>
                  <a:pt x="3324" y="1096"/>
                </a:lnTo>
                <a:lnTo>
                  <a:pt x="3324" y="1097"/>
                </a:lnTo>
                <a:lnTo>
                  <a:pt x="3324" y="1098"/>
                </a:lnTo>
                <a:lnTo>
                  <a:pt x="3325" y="1099"/>
                </a:lnTo>
                <a:lnTo>
                  <a:pt x="3326" y="1099"/>
                </a:lnTo>
                <a:lnTo>
                  <a:pt x="3327" y="1100"/>
                </a:lnTo>
                <a:lnTo>
                  <a:pt x="3327" y="1101"/>
                </a:lnTo>
                <a:lnTo>
                  <a:pt x="3326" y="1103"/>
                </a:lnTo>
                <a:lnTo>
                  <a:pt x="3325" y="1104"/>
                </a:lnTo>
                <a:lnTo>
                  <a:pt x="3325" y="1105"/>
                </a:lnTo>
                <a:lnTo>
                  <a:pt x="3327" y="1112"/>
                </a:lnTo>
                <a:lnTo>
                  <a:pt x="3327" y="1114"/>
                </a:lnTo>
                <a:lnTo>
                  <a:pt x="3328" y="1116"/>
                </a:lnTo>
                <a:lnTo>
                  <a:pt x="3328" y="1117"/>
                </a:lnTo>
                <a:lnTo>
                  <a:pt x="3327" y="1117"/>
                </a:lnTo>
                <a:lnTo>
                  <a:pt x="3326" y="1118"/>
                </a:lnTo>
                <a:lnTo>
                  <a:pt x="3327" y="1119"/>
                </a:lnTo>
                <a:lnTo>
                  <a:pt x="3327" y="1120"/>
                </a:lnTo>
                <a:lnTo>
                  <a:pt x="3327" y="1121"/>
                </a:lnTo>
                <a:lnTo>
                  <a:pt x="3326" y="1122"/>
                </a:lnTo>
                <a:lnTo>
                  <a:pt x="3327" y="1123"/>
                </a:lnTo>
                <a:lnTo>
                  <a:pt x="3328" y="1124"/>
                </a:lnTo>
                <a:lnTo>
                  <a:pt x="3329" y="1124"/>
                </a:lnTo>
                <a:lnTo>
                  <a:pt x="3330" y="1124"/>
                </a:lnTo>
                <a:lnTo>
                  <a:pt x="3330" y="1125"/>
                </a:lnTo>
                <a:lnTo>
                  <a:pt x="3331" y="1126"/>
                </a:lnTo>
                <a:lnTo>
                  <a:pt x="3332" y="1128"/>
                </a:lnTo>
                <a:lnTo>
                  <a:pt x="3333" y="1128"/>
                </a:lnTo>
                <a:lnTo>
                  <a:pt x="3334" y="1131"/>
                </a:lnTo>
                <a:lnTo>
                  <a:pt x="3334" y="1132"/>
                </a:lnTo>
                <a:lnTo>
                  <a:pt x="3334" y="1133"/>
                </a:lnTo>
                <a:lnTo>
                  <a:pt x="3334" y="1134"/>
                </a:lnTo>
                <a:lnTo>
                  <a:pt x="3335" y="1134"/>
                </a:lnTo>
                <a:lnTo>
                  <a:pt x="3335" y="1136"/>
                </a:lnTo>
                <a:lnTo>
                  <a:pt x="3336" y="1137"/>
                </a:lnTo>
                <a:lnTo>
                  <a:pt x="3336" y="1138"/>
                </a:lnTo>
                <a:lnTo>
                  <a:pt x="3337" y="1138"/>
                </a:lnTo>
                <a:lnTo>
                  <a:pt x="3337" y="1139"/>
                </a:lnTo>
                <a:lnTo>
                  <a:pt x="3337" y="1140"/>
                </a:lnTo>
                <a:lnTo>
                  <a:pt x="3338" y="1141"/>
                </a:lnTo>
                <a:lnTo>
                  <a:pt x="3338" y="1142"/>
                </a:lnTo>
                <a:lnTo>
                  <a:pt x="3338" y="1144"/>
                </a:lnTo>
                <a:lnTo>
                  <a:pt x="3338" y="1146"/>
                </a:lnTo>
                <a:lnTo>
                  <a:pt x="3339" y="1147"/>
                </a:lnTo>
                <a:lnTo>
                  <a:pt x="3339" y="1146"/>
                </a:lnTo>
                <a:lnTo>
                  <a:pt x="3340" y="1146"/>
                </a:lnTo>
                <a:lnTo>
                  <a:pt x="3340" y="1147"/>
                </a:lnTo>
                <a:lnTo>
                  <a:pt x="3340" y="1148"/>
                </a:lnTo>
                <a:lnTo>
                  <a:pt x="3340" y="1149"/>
                </a:lnTo>
                <a:lnTo>
                  <a:pt x="3341" y="1149"/>
                </a:lnTo>
                <a:lnTo>
                  <a:pt x="3342" y="1149"/>
                </a:lnTo>
                <a:lnTo>
                  <a:pt x="3343" y="1150"/>
                </a:lnTo>
                <a:lnTo>
                  <a:pt x="3345" y="1152"/>
                </a:lnTo>
                <a:lnTo>
                  <a:pt x="3345" y="1153"/>
                </a:lnTo>
                <a:lnTo>
                  <a:pt x="3345" y="1154"/>
                </a:lnTo>
                <a:lnTo>
                  <a:pt x="3347" y="1154"/>
                </a:lnTo>
                <a:lnTo>
                  <a:pt x="3348" y="1154"/>
                </a:lnTo>
                <a:lnTo>
                  <a:pt x="3348" y="1155"/>
                </a:lnTo>
                <a:lnTo>
                  <a:pt x="3348" y="1156"/>
                </a:lnTo>
                <a:lnTo>
                  <a:pt x="3349" y="1157"/>
                </a:lnTo>
                <a:lnTo>
                  <a:pt x="3350" y="1158"/>
                </a:lnTo>
                <a:lnTo>
                  <a:pt x="3351" y="1159"/>
                </a:lnTo>
                <a:lnTo>
                  <a:pt x="3352" y="1161"/>
                </a:lnTo>
                <a:lnTo>
                  <a:pt x="3353" y="1161"/>
                </a:lnTo>
                <a:lnTo>
                  <a:pt x="3353" y="1162"/>
                </a:lnTo>
                <a:lnTo>
                  <a:pt x="3354" y="1163"/>
                </a:lnTo>
                <a:lnTo>
                  <a:pt x="3355" y="1163"/>
                </a:lnTo>
                <a:lnTo>
                  <a:pt x="3355" y="1164"/>
                </a:lnTo>
                <a:lnTo>
                  <a:pt x="3355" y="1165"/>
                </a:lnTo>
                <a:lnTo>
                  <a:pt x="3354" y="1166"/>
                </a:lnTo>
                <a:lnTo>
                  <a:pt x="3354" y="1167"/>
                </a:lnTo>
                <a:lnTo>
                  <a:pt x="3354" y="1168"/>
                </a:lnTo>
                <a:lnTo>
                  <a:pt x="3355" y="1168"/>
                </a:lnTo>
                <a:lnTo>
                  <a:pt x="3356" y="1169"/>
                </a:lnTo>
                <a:lnTo>
                  <a:pt x="3357" y="1169"/>
                </a:lnTo>
                <a:lnTo>
                  <a:pt x="3357" y="1170"/>
                </a:lnTo>
                <a:lnTo>
                  <a:pt x="3359" y="1171"/>
                </a:lnTo>
                <a:lnTo>
                  <a:pt x="3360" y="1172"/>
                </a:lnTo>
                <a:lnTo>
                  <a:pt x="3360" y="1173"/>
                </a:lnTo>
                <a:lnTo>
                  <a:pt x="3358" y="1174"/>
                </a:lnTo>
                <a:lnTo>
                  <a:pt x="3359" y="1175"/>
                </a:lnTo>
                <a:lnTo>
                  <a:pt x="3359" y="1176"/>
                </a:lnTo>
                <a:lnTo>
                  <a:pt x="3358" y="1177"/>
                </a:lnTo>
                <a:lnTo>
                  <a:pt x="3358" y="1178"/>
                </a:lnTo>
                <a:lnTo>
                  <a:pt x="3359" y="1182"/>
                </a:lnTo>
                <a:lnTo>
                  <a:pt x="3358" y="1182"/>
                </a:lnTo>
                <a:lnTo>
                  <a:pt x="3357" y="1183"/>
                </a:lnTo>
                <a:lnTo>
                  <a:pt x="3356" y="1185"/>
                </a:lnTo>
                <a:lnTo>
                  <a:pt x="3357" y="1186"/>
                </a:lnTo>
                <a:lnTo>
                  <a:pt x="3358" y="1186"/>
                </a:lnTo>
                <a:lnTo>
                  <a:pt x="3359" y="1186"/>
                </a:lnTo>
                <a:lnTo>
                  <a:pt x="3359" y="1187"/>
                </a:lnTo>
                <a:lnTo>
                  <a:pt x="3358" y="1189"/>
                </a:lnTo>
                <a:lnTo>
                  <a:pt x="3356" y="1190"/>
                </a:lnTo>
                <a:lnTo>
                  <a:pt x="3354" y="1191"/>
                </a:lnTo>
                <a:lnTo>
                  <a:pt x="3353" y="1191"/>
                </a:lnTo>
                <a:lnTo>
                  <a:pt x="3352" y="1194"/>
                </a:lnTo>
                <a:lnTo>
                  <a:pt x="3353" y="1196"/>
                </a:lnTo>
                <a:lnTo>
                  <a:pt x="3354" y="1197"/>
                </a:lnTo>
                <a:lnTo>
                  <a:pt x="3354" y="1199"/>
                </a:lnTo>
                <a:lnTo>
                  <a:pt x="3354" y="1201"/>
                </a:lnTo>
                <a:lnTo>
                  <a:pt x="3354" y="1202"/>
                </a:lnTo>
                <a:lnTo>
                  <a:pt x="3355" y="1203"/>
                </a:lnTo>
                <a:lnTo>
                  <a:pt x="3356" y="1203"/>
                </a:lnTo>
                <a:lnTo>
                  <a:pt x="3356" y="1204"/>
                </a:lnTo>
                <a:lnTo>
                  <a:pt x="3355" y="1205"/>
                </a:lnTo>
                <a:lnTo>
                  <a:pt x="3354" y="1206"/>
                </a:lnTo>
                <a:lnTo>
                  <a:pt x="3354" y="1208"/>
                </a:lnTo>
                <a:lnTo>
                  <a:pt x="3354" y="1209"/>
                </a:lnTo>
                <a:lnTo>
                  <a:pt x="3355" y="1209"/>
                </a:lnTo>
                <a:lnTo>
                  <a:pt x="3356" y="1209"/>
                </a:lnTo>
                <a:lnTo>
                  <a:pt x="3358" y="1210"/>
                </a:lnTo>
                <a:lnTo>
                  <a:pt x="3359" y="1210"/>
                </a:lnTo>
                <a:lnTo>
                  <a:pt x="3358" y="1211"/>
                </a:lnTo>
                <a:lnTo>
                  <a:pt x="3358" y="1212"/>
                </a:lnTo>
                <a:lnTo>
                  <a:pt x="3358" y="1213"/>
                </a:lnTo>
                <a:lnTo>
                  <a:pt x="3358" y="1214"/>
                </a:lnTo>
                <a:lnTo>
                  <a:pt x="3359" y="1214"/>
                </a:lnTo>
                <a:lnTo>
                  <a:pt x="3359" y="1215"/>
                </a:lnTo>
                <a:lnTo>
                  <a:pt x="3360" y="1215"/>
                </a:lnTo>
                <a:lnTo>
                  <a:pt x="3361" y="1216"/>
                </a:lnTo>
                <a:lnTo>
                  <a:pt x="3361" y="1217"/>
                </a:lnTo>
                <a:lnTo>
                  <a:pt x="3360" y="1218"/>
                </a:lnTo>
                <a:lnTo>
                  <a:pt x="3361" y="1220"/>
                </a:lnTo>
                <a:lnTo>
                  <a:pt x="3362" y="1220"/>
                </a:lnTo>
                <a:lnTo>
                  <a:pt x="3364" y="1220"/>
                </a:lnTo>
                <a:lnTo>
                  <a:pt x="3366" y="1222"/>
                </a:lnTo>
                <a:lnTo>
                  <a:pt x="3368" y="1225"/>
                </a:lnTo>
                <a:lnTo>
                  <a:pt x="3369" y="1229"/>
                </a:lnTo>
                <a:lnTo>
                  <a:pt x="3370" y="1233"/>
                </a:lnTo>
                <a:lnTo>
                  <a:pt x="3371" y="1234"/>
                </a:lnTo>
                <a:lnTo>
                  <a:pt x="3373" y="1234"/>
                </a:lnTo>
                <a:lnTo>
                  <a:pt x="3374" y="1234"/>
                </a:lnTo>
                <a:lnTo>
                  <a:pt x="3375" y="1234"/>
                </a:lnTo>
                <a:lnTo>
                  <a:pt x="3375" y="1235"/>
                </a:lnTo>
                <a:lnTo>
                  <a:pt x="3374" y="1236"/>
                </a:lnTo>
                <a:lnTo>
                  <a:pt x="3374" y="1238"/>
                </a:lnTo>
                <a:lnTo>
                  <a:pt x="3375" y="1238"/>
                </a:lnTo>
                <a:lnTo>
                  <a:pt x="3375" y="1239"/>
                </a:lnTo>
                <a:lnTo>
                  <a:pt x="3376" y="1240"/>
                </a:lnTo>
                <a:lnTo>
                  <a:pt x="3375" y="1241"/>
                </a:lnTo>
                <a:lnTo>
                  <a:pt x="3374" y="1241"/>
                </a:lnTo>
                <a:lnTo>
                  <a:pt x="3375" y="1241"/>
                </a:lnTo>
                <a:lnTo>
                  <a:pt x="3376" y="1242"/>
                </a:lnTo>
                <a:lnTo>
                  <a:pt x="3376" y="1243"/>
                </a:lnTo>
                <a:lnTo>
                  <a:pt x="3376" y="1244"/>
                </a:lnTo>
                <a:lnTo>
                  <a:pt x="3375" y="1246"/>
                </a:lnTo>
                <a:lnTo>
                  <a:pt x="3375" y="1247"/>
                </a:lnTo>
                <a:lnTo>
                  <a:pt x="3377" y="1249"/>
                </a:lnTo>
                <a:lnTo>
                  <a:pt x="3379" y="1250"/>
                </a:lnTo>
                <a:lnTo>
                  <a:pt x="3380" y="1251"/>
                </a:lnTo>
                <a:lnTo>
                  <a:pt x="3381" y="1252"/>
                </a:lnTo>
                <a:lnTo>
                  <a:pt x="3380" y="1253"/>
                </a:lnTo>
                <a:lnTo>
                  <a:pt x="3381" y="1253"/>
                </a:lnTo>
                <a:lnTo>
                  <a:pt x="3382" y="1254"/>
                </a:lnTo>
                <a:lnTo>
                  <a:pt x="3382" y="1255"/>
                </a:lnTo>
                <a:lnTo>
                  <a:pt x="3382" y="1256"/>
                </a:lnTo>
                <a:lnTo>
                  <a:pt x="3383" y="1257"/>
                </a:lnTo>
                <a:lnTo>
                  <a:pt x="3385" y="1259"/>
                </a:lnTo>
                <a:lnTo>
                  <a:pt x="3385" y="1260"/>
                </a:lnTo>
                <a:lnTo>
                  <a:pt x="3385" y="1261"/>
                </a:lnTo>
                <a:lnTo>
                  <a:pt x="3386" y="1261"/>
                </a:lnTo>
                <a:lnTo>
                  <a:pt x="3387" y="1261"/>
                </a:lnTo>
                <a:lnTo>
                  <a:pt x="3388" y="1261"/>
                </a:lnTo>
                <a:lnTo>
                  <a:pt x="3389" y="1262"/>
                </a:lnTo>
                <a:lnTo>
                  <a:pt x="3390" y="1263"/>
                </a:lnTo>
                <a:lnTo>
                  <a:pt x="3391" y="1264"/>
                </a:lnTo>
                <a:lnTo>
                  <a:pt x="3392" y="1266"/>
                </a:lnTo>
                <a:lnTo>
                  <a:pt x="3396" y="1270"/>
                </a:lnTo>
                <a:lnTo>
                  <a:pt x="3398" y="1272"/>
                </a:lnTo>
                <a:lnTo>
                  <a:pt x="3398" y="1273"/>
                </a:lnTo>
                <a:lnTo>
                  <a:pt x="3398" y="1274"/>
                </a:lnTo>
                <a:lnTo>
                  <a:pt x="3398" y="1275"/>
                </a:lnTo>
                <a:lnTo>
                  <a:pt x="3399" y="1275"/>
                </a:lnTo>
                <a:lnTo>
                  <a:pt x="3400" y="1277"/>
                </a:lnTo>
                <a:lnTo>
                  <a:pt x="3406" y="1283"/>
                </a:lnTo>
                <a:lnTo>
                  <a:pt x="3409" y="1284"/>
                </a:lnTo>
                <a:lnTo>
                  <a:pt x="3413" y="1287"/>
                </a:lnTo>
                <a:lnTo>
                  <a:pt x="3414" y="1288"/>
                </a:lnTo>
                <a:lnTo>
                  <a:pt x="3414" y="1289"/>
                </a:lnTo>
                <a:lnTo>
                  <a:pt x="3414" y="1290"/>
                </a:lnTo>
                <a:lnTo>
                  <a:pt x="3417" y="1293"/>
                </a:lnTo>
                <a:lnTo>
                  <a:pt x="3419" y="1294"/>
                </a:lnTo>
                <a:lnTo>
                  <a:pt x="3420" y="1295"/>
                </a:lnTo>
                <a:lnTo>
                  <a:pt x="3421" y="1295"/>
                </a:lnTo>
                <a:lnTo>
                  <a:pt x="3422" y="1296"/>
                </a:lnTo>
                <a:lnTo>
                  <a:pt x="3422" y="1297"/>
                </a:lnTo>
                <a:lnTo>
                  <a:pt x="3422" y="1298"/>
                </a:lnTo>
                <a:lnTo>
                  <a:pt x="3422" y="1299"/>
                </a:lnTo>
                <a:lnTo>
                  <a:pt x="3422" y="1300"/>
                </a:lnTo>
                <a:lnTo>
                  <a:pt x="3423" y="1301"/>
                </a:lnTo>
                <a:lnTo>
                  <a:pt x="3424" y="1301"/>
                </a:lnTo>
                <a:lnTo>
                  <a:pt x="3424" y="1302"/>
                </a:lnTo>
                <a:lnTo>
                  <a:pt x="3425" y="1302"/>
                </a:lnTo>
                <a:lnTo>
                  <a:pt x="3425" y="1303"/>
                </a:lnTo>
                <a:lnTo>
                  <a:pt x="3426" y="1304"/>
                </a:lnTo>
                <a:lnTo>
                  <a:pt x="3427" y="1305"/>
                </a:lnTo>
                <a:lnTo>
                  <a:pt x="3427" y="1307"/>
                </a:lnTo>
                <a:lnTo>
                  <a:pt x="3428" y="1307"/>
                </a:lnTo>
                <a:lnTo>
                  <a:pt x="3428" y="1308"/>
                </a:lnTo>
                <a:lnTo>
                  <a:pt x="3429" y="1308"/>
                </a:lnTo>
                <a:lnTo>
                  <a:pt x="3428" y="1309"/>
                </a:lnTo>
                <a:lnTo>
                  <a:pt x="3428" y="1310"/>
                </a:lnTo>
                <a:lnTo>
                  <a:pt x="3426" y="1311"/>
                </a:lnTo>
                <a:lnTo>
                  <a:pt x="3425" y="1312"/>
                </a:lnTo>
                <a:lnTo>
                  <a:pt x="3424" y="1313"/>
                </a:lnTo>
                <a:lnTo>
                  <a:pt x="3424" y="1314"/>
                </a:lnTo>
                <a:lnTo>
                  <a:pt x="3424" y="1315"/>
                </a:lnTo>
                <a:lnTo>
                  <a:pt x="3422" y="1315"/>
                </a:lnTo>
                <a:lnTo>
                  <a:pt x="3421" y="1315"/>
                </a:lnTo>
                <a:lnTo>
                  <a:pt x="3420" y="1316"/>
                </a:lnTo>
                <a:lnTo>
                  <a:pt x="3419" y="1318"/>
                </a:lnTo>
                <a:lnTo>
                  <a:pt x="3417" y="1319"/>
                </a:lnTo>
                <a:lnTo>
                  <a:pt x="3416" y="1319"/>
                </a:lnTo>
                <a:lnTo>
                  <a:pt x="3415" y="1320"/>
                </a:lnTo>
                <a:lnTo>
                  <a:pt x="3415" y="1321"/>
                </a:lnTo>
                <a:lnTo>
                  <a:pt x="3414" y="1322"/>
                </a:lnTo>
                <a:lnTo>
                  <a:pt x="3414" y="1325"/>
                </a:lnTo>
                <a:lnTo>
                  <a:pt x="3414" y="1326"/>
                </a:lnTo>
                <a:lnTo>
                  <a:pt x="3413" y="1327"/>
                </a:lnTo>
                <a:lnTo>
                  <a:pt x="3413" y="1328"/>
                </a:lnTo>
                <a:lnTo>
                  <a:pt x="3411" y="1330"/>
                </a:lnTo>
                <a:lnTo>
                  <a:pt x="3409" y="1331"/>
                </a:lnTo>
                <a:lnTo>
                  <a:pt x="3409" y="1332"/>
                </a:lnTo>
                <a:lnTo>
                  <a:pt x="3409" y="1333"/>
                </a:lnTo>
                <a:lnTo>
                  <a:pt x="3408" y="1333"/>
                </a:lnTo>
                <a:lnTo>
                  <a:pt x="3407" y="1333"/>
                </a:lnTo>
                <a:lnTo>
                  <a:pt x="3405" y="1331"/>
                </a:lnTo>
                <a:lnTo>
                  <a:pt x="3403" y="1330"/>
                </a:lnTo>
                <a:lnTo>
                  <a:pt x="3402" y="1329"/>
                </a:lnTo>
                <a:lnTo>
                  <a:pt x="3402" y="1327"/>
                </a:lnTo>
                <a:lnTo>
                  <a:pt x="3401" y="1326"/>
                </a:lnTo>
                <a:lnTo>
                  <a:pt x="3401" y="1325"/>
                </a:lnTo>
                <a:lnTo>
                  <a:pt x="3401" y="1324"/>
                </a:lnTo>
                <a:lnTo>
                  <a:pt x="3400" y="1323"/>
                </a:lnTo>
                <a:lnTo>
                  <a:pt x="3398" y="1321"/>
                </a:lnTo>
                <a:lnTo>
                  <a:pt x="3397" y="1319"/>
                </a:lnTo>
                <a:lnTo>
                  <a:pt x="3396" y="1317"/>
                </a:lnTo>
                <a:lnTo>
                  <a:pt x="3395" y="1315"/>
                </a:lnTo>
                <a:lnTo>
                  <a:pt x="3394" y="1315"/>
                </a:lnTo>
                <a:lnTo>
                  <a:pt x="3392" y="1314"/>
                </a:lnTo>
                <a:lnTo>
                  <a:pt x="3390" y="1313"/>
                </a:lnTo>
                <a:lnTo>
                  <a:pt x="3388" y="1313"/>
                </a:lnTo>
                <a:lnTo>
                  <a:pt x="3386" y="1313"/>
                </a:lnTo>
                <a:lnTo>
                  <a:pt x="3385" y="1313"/>
                </a:lnTo>
                <a:lnTo>
                  <a:pt x="3385" y="1314"/>
                </a:lnTo>
                <a:lnTo>
                  <a:pt x="3384" y="1314"/>
                </a:lnTo>
                <a:lnTo>
                  <a:pt x="3383" y="1316"/>
                </a:lnTo>
                <a:lnTo>
                  <a:pt x="3383" y="1317"/>
                </a:lnTo>
                <a:lnTo>
                  <a:pt x="3382" y="1319"/>
                </a:lnTo>
                <a:lnTo>
                  <a:pt x="3381" y="1323"/>
                </a:lnTo>
                <a:lnTo>
                  <a:pt x="3380" y="1326"/>
                </a:lnTo>
                <a:lnTo>
                  <a:pt x="3379" y="1327"/>
                </a:lnTo>
                <a:lnTo>
                  <a:pt x="3378" y="1330"/>
                </a:lnTo>
                <a:lnTo>
                  <a:pt x="3378" y="1334"/>
                </a:lnTo>
                <a:lnTo>
                  <a:pt x="3378" y="1335"/>
                </a:lnTo>
                <a:lnTo>
                  <a:pt x="3379" y="1335"/>
                </a:lnTo>
                <a:lnTo>
                  <a:pt x="3380" y="1335"/>
                </a:lnTo>
                <a:lnTo>
                  <a:pt x="3381" y="1336"/>
                </a:lnTo>
                <a:lnTo>
                  <a:pt x="3381" y="1337"/>
                </a:lnTo>
                <a:lnTo>
                  <a:pt x="3381" y="1339"/>
                </a:lnTo>
                <a:lnTo>
                  <a:pt x="3381" y="1341"/>
                </a:lnTo>
                <a:lnTo>
                  <a:pt x="3380" y="1341"/>
                </a:lnTo>
                <a:lnTo>
                  <a:pt x="3380" y="1342"/>
                </a:lnTo>
                <a:lnTo>
                  <a:pt x="3378" y="1343"/>
                </a:lnTo>
                <a:lnTo>
                  <a:pt x="3377" y="1343"/>
                </a:lnTo>
                <a:lnTo>
                  <a:pt x="3377" y="1344"/>
                </a:lnTo>
                <a:lnTo>
                  <a:pt x="3378" y="1344"/>
                </a:lnTo>
                <a:lnTo>
                  <a:pt x="3379" y="1345"/>
                </a:lnTo>
                <a:lnTo>
                  <a:pt x="3380" y="1346"/>
                </a:lnTo>
                <a:lnTo>
                  <a:pt x="3381" y="1346"/>
                </a:lnTo>
                <a:lnTo>
                  <a:pt x="3383" y="1346"/>
                </a:lnTo>
                <a:lnTo>
                  <a:pt x="3384" y="1346"/>
                </a:lnTo>
                <a:lnTo>
                  <a:pt x="3384" y="1347"/>
                </a:lnTo>
                <a:lnTo>
                  <a:pt x="3384" y="1348"/>
                </a:lnTo>
                <a:lnTo>
                  <a:pt x="3385" y="1348"/>
                </a:lnTo>
                <a:lnTo>
                  <a:pt x="3386" y="1349"/>
                </a:lnTo>
                <a:lnTo>
                  <a:pt x="3387" y="1350"/>
                </a:lnTo>
                <a:lnTo>
                  <a:pt x="3389" y="1351"/>
                </a:lnTo>
                <a:lnTo>
                  <a:pt x="3390" y="1353"/>
                </a:lnTo>
                <a:lnTo>
                  <a:pt x="3390" y="1354"/>
                </a:lnTo>
                <a:lnTo>
                  <a:pt x="3391" y="1356"/>
                </a:lnTo>
                <a:lnTo>
                  <a:pt x="3392" y="1356"/>
                </a:lnTo>
                <a:lnTo>
                  <a:pt x="3393" y="1358"/>
                </a:lnTo>
                <a:lnTo>
                  <a:pt x="3395" y="1359"/>
                </a:lnTo>
                <a:lnTo>
                  <a:pt x="3395" y="1367"/>
                </a:lnTo>
                <a:lnTo>
                  <a:pt x="3397" y="1369"/>
                </a:lnTo>
                <a:lnTo>
                  <a:pt x="3398" y="1370"/>
                </a:lnTo>
                <a:lnTo>
                  <a:pt x="3399" y="1371"/>
                </a:lnTo>
                <a:lnTo>
                  <a:pt x="3398" y="1371"/>
                </a:lnTo>
                <a:lnTo>
                  <a:pt x="3398" y="1372"/>
                </a:lnTo>
                <a:lnTo>
                  <a:pt x="3398" y="1373"/>
                </a:lnTo>
                <a:lnTo>
                  <a:pt x="3398" y="1374"/>
                </a:lnTo>
                <a:lnTo>
                  <a:pt x="3402" y="1377"/>
                </a:lnTo>
                <a:lnTo>
                  <a:pt x="3403" y="1377"/>
                </a:lnTo>
                <a:lnTo>
                  <a:pt x="3404" y="1378"/>
                </a:lnTo>
                <a:lnTo>
                  <a:pt x="3405" y="1378"/>
                </a:lnTo>
                <a:lnTo>
                  <a:pt x="3406" y="1381"/>
                </a:lnTo>
                <a:lnTo>
                  <a:pt x="3408" y="1382"/>
                </a:lnTo>
                <a:lnTo>
                  <a:pt x="3409" y="1382"/>
                </a:lnTo>
                <a:lnTo>
                  <a:pt x="3410" y="1386"/>
                </a:lnTo>
                <a:lnTo>
                  <a:pt x="3410" y="1387"/>
                </a:lnTo>
                <a:lnTo>
                  <a:pt x="3410" y="1389"/>
                </a:lnTo>
                <a:lnTo>
                  <a:pt x="3409" y="1390"/>
                </a:lnTo>
                <a:lnTo>
                  <a:pt x="3409" y="1391"/>
                </a:lnTo>
                <a:lnTo>
                  <a:pt x="3408" y="1391"/>
                </a:lnTo>
                <a:lnTo>
                  <a:pt x="3408" y="1393"/>
                </a:lnTo>
                <a:lnTo>
                  <a:pt x="3408" y="1394"/>
                </a:lnTo>
                <a:lnTo>
                  <a:pt x="3408" y="1396"/>
                </a:lnTo>
                <a:lnTo>
                  <a:pt x="3406" y="1397"/>
                </a:lnTo>
                <a:lnTo>
                  <a:pt x="3406" y="1398"/>
                </a:lnTo>
                <a:lnTo>
                  <a:pt x="3405" y="1398"/>
                </a:lnTo>
                <a:lnTo>
                  <a:pt x="3405" y="1399"/>
                </a:lnTo>
                <a:lnTo>
                  <a:pt x="3404" y="1400"/>
                </a:lnTo>
                <a:lnTo>
                  <a:pt x="3403" y="1403"/>
                </a:lnTo>
                <a:lnTo>
                  <a:pt x="3404" y="1404"/>
                </a:lnTo>
                <a:lnTo>
                  <a:pt x="3404" y="1405"/>
                </a:lnTo>
                <a:lnTo>
                  <a:pt x="3404" y="1406"/>
                </a:lnTo>
                <a:lnTo>
                  <a:pt x="3406" y="1408"/>
                </a:lnTo>
                <a:lnTo>
                  <a:pt x="3407" y="1410"/>
                </a:lnTo>
                <a:lnTo>
                  <a:pt x="3408" y="1410"/>
                </a:lnTo>
                <a:lnTo>
                  <a:pt x="3409" y="1411"/>
                </a:lnTo>
                <a:lnTo>
                  <a:pt x="3413" y="1414"/>
                </a:lnTo>
                <a:lnTo>
                  <a:pt x="3415" y="1416"/>
                </a:lnTo>
                <a:lnTo>
                  <a:pt x="3416" y="1416"/>
                </a:lnTo>
                <a:lnTo>
                  <a:pt x="3416" y="1418"/>
                </a:lnTo>
                <a:lnTo>
                  <a:pt x="3416" y="1420"/>
                </a:lnTo>
                <a:lnTo>
                  <a:pt x="3417" y="1420"/>
                </a:lnTo>
                <a:lnTo>
                  <a:pt x="3418" y="1421"/>
                </a:lnTo>
                <a:lnTo>
                  <a:pt x="3419" y="1421"/>
                </a:lnTo>
                <a:lnTo>
                  <a:pt x="3420" y="1422"/>
                </a:lnTo>
                <a:lnTo>
                  <a:pt x="3420" y="1423"/>
                </a:lnTo>
                <a:lnTo>
                  <a:pt x="3420" y="1424"/>
                </a:lnTo>
                <a:lnTo>
                  <a:pt x="3420" y="1426"/>
                </a:lnTo>
                <a:lnTo>
                  <a:pt x="3421" y="1427"/>
                </a:lnTo>
                <a:lnTo>
                  <a:pt x="3422" y="1427"/>
                </a:lnTo>
                <a:lnTo>
                  <a:pt x="3423" y="1428"/>
                </a:lnTo>
                <a:lnTo>
                  <a:pt x="3424" y="1430"/>
                </a:lnTo>
                <a:lnTo>
                  <a:pt x="3425" y="1431"/>
                </a:lnTo>
                <a:lnTo>
                  <a:pt x="3426" y="1431"/>
                </a:lnTo>
                <a:lnTo>
                  <a:pt x="3428" y="1432"/>
                </a:lnTo>
                <a:lnTo>
                  <a:pt x="3433" y="1434"/>
                </a:lnTo>
                <a:lnTo>
                  <a:pt x="3433" y="1435"/>
                </a:lnTo>
                <a:lnTo>
                  <a:pt x="3433" y="1439"/>
                </a:lnTo>
                <a:lnTo>
                  <a:pt x="3434" y="1440"/>
                </a:lnTo>
                <a:lnTo>
                  <a:pt x="3434" y="1441"/>
                </a:lnTo>
                <a:lnTo>
                  <a:pt x="3434" y="1442"/>
                </a:lnTo>
                <a:lnTo>
                  <a:pt x="3433" y="1443"/>
                </a:lnTo>
                <a:lnTo>
                  <a:pt x="3432" y="1444"/>
                </a:lnTo>
                <a:lnTo>
                  <a:pt x="3431" y="1444"/>
                </a:lnTo>
                <a:lnTo>
                  <a:pt x="3430" y="1444"/>
                </a:lnTo>
                <a:lnTo>
                  <a:pt x="3429" y="1444"/>
                </a:lnTo>
                <a:lnTo>
                  <a:pt x="3429" y="1445"/>
                </a:lnTo>
                <a:lnTo>
                  <a:pt x="3429" y="1446"/>
                </a:lnTo>
                <a:lnTo>
                  <a:pt x="3428" y="1446"/>
                </a:lnTo>
                <a:lnTo>
                  <a:pt x="3428" y="1447"/>
                </a:lnTo>
                <a:lnTo>
                  <a:pt x="3427" y="1447"/>
                </a:lnTo>
                <a:lnTo>
                  <a:pt x="3426" y="1447"/>
                </a:lnTo>
                <a:lnTo>
                  <a:pt x="3424" y="1448"/>
                </a:lnTo>
                <a:lnTo>
                  <a:pt x="3423" y="1448"/>
                </a:lnTo>
                <a:lnTo>
                  <a:pt x="3423" y="1449"/>
                </a:lnTo>
                <a:lnTo>
                  <a:pt x="3423" y="1450"/>
                </a:lnTo>
                <a:lnTo>
                  <a:pt x="3423" y="1451"/>
                </a:lnTo>
                <a:lnTo>
                  <a:pt x="3424" y="1455"/>
                </a:lnTo>
                <a:lnTo>
                  <a:pt x="3424" y="1457"/>
                </a:lnTo>
                <a:lnTo>
                  <a:pt x="3424" y="1458"/>
                </a:lnTo>
                <a:lnTo>
                  <a:pt x="3426" y="1460"/>
                </a:lnTo>
                <a:lnTo>
                  <a:pt x="3426" y="1463"/>
                </a:lnTo>
                <a:lnTo>
                  <a:pt x="3426" y="1464"/>
                </a:lnTo>
                <a:lnTo>
                  <a:pt x="3425" y="1465"/>
                </a:lnTo>
                <a:lnTo>
                  <a:pt x="3425" y="1466"/>
                </a:lnTo>
                <a:lnTo>
                  <a:pt x="3426" y="1467"/>
                </a:lnTo>
                <a:lnTo>
                  <a:pt x="3426" y="1468"/>
                </a:lnTo>
                <a:lnTo>
                  <a:pt x="3427" y="1468"/>
                </a:lnTo>
                <a:lnTo>
                  <a:pt x="3428" y="1469"/>
                </a:lnTo>
                <a:lnTo>
                  <a:pt x="3428" y="1470"/>
                </a:lnTo>
                <a:lnTo>
                  <a:pt x="3428" y="1471"/>
                </a:lnTo>
                <a:lnTo>
                  <a:pt x="3427" y="1472"/>
                </a:lnTo>
                <a:lnTo>
                  <a:pt x="3427" y="1473"/>
                </a:lnTo>
                <a:lnTo>
                  <a:pt x="3425" y="1474"/>
                </a:lnTo>
                <a:lnTo>
                  <a:pt x="3425" y="1475"/>
                </a:lnTo>
                <a:lnTo>
                  <a:pt x="3425" y="1476"/>
                </a:lnTo>
                <a:lnTo>
                  <a:pt x="3426" y="1478"/>
                </a:lnTo>
                <a:lnTo>
                  <a:pt x="3427" y="1479"/>
                </a:lnTo>
                <a:lnTo>
                  <a:pt x="3427" y="1481"/>
                </a:lnTo>
                <a:lnTo>
                  <a:pt x="3426" y="1481"/>
                </a:lnTo>
                <a:lnTo>
                  <a:pt x="3426" y="1482"/>
                </a:lnTo>
                <a:lnTo>
                  <a:pt x="3426" y="1483"/>
                </a:lnTo>
                <a:lnTo>
                  <a:pt x="3426" y="1485"/>
                </a:lnTo>
                <a:lnTo>
                  <a:pt x="3426" y="1487"/>
                </a:lnTo>
                <a:lnTo>
                  <a:pt x="3427" y="1488"/>
                </a:lnTo>
                <a:lnTo>
                  <a:pt x="3428" y="1489"/>
                </a:lnTo>
                <a:lnTo>
                  <a:pt x="3428" y="1490"/>
                </a:lnTo>
                <a:lnTo>
                  <a:pt x="3427" y="1491"/>
                </a:lnTo>
                <a:lnTo>
                  <a:pt x="3427" y="1493"/>
                </a:lnTo>
                <a:lnTo>
                  <a:pt x="3428" y="1494"/>
                </a:lnTo>
                <a:lnTo>
                  <a:pt x="3430" y="1499"/>
                </a:lnTo>
                <a:lnTo>
                  <a:pt x="3430" y="1502"/>
                </a:lnTo>
                <a:lnTo>
                  <a:pt x="3430" y="1503"/>
                </a:lnTo>
                <a:lnTo>
                  <a:pt x="3430" y="1504"/>
                </a:lnTo>
                <a:lnTo>
                  <a:pt x="3430" y="1505"/>
                </a:lnTo>
                <a:lnTo>
                  <a:pt x="3430" y="1508"/>
                </a:lnTo>
                <a:lnTo>
                  <a:pt x="3431" y="1510"/>
                </a:lnTo>
                <a:lnTo>
                  <a:pt x="3432" y="1512"/>
                </a:lnTo>
                <a:lnTo>
                  <a:pt x="3431" y="1514"/>
                </a:lnTo>
                <a:lnTo>
                  <a:pt x="3430" y="1515"/>
                </a:lnTo>
                <a:lnTo>
                  <a:pt x="3430" y="1516"/>
                </a:lnTo>
                <a:lnTo>
                  <a:pt x="3430" y="1517"/>
                </a:lnTo>
                <a:lnTo>
                  <a:pt x="3430" y="1518"/>
                </a:lnTo>
                <a:lnTo>
                  <a:pt x="3430" y="1519"/>
                </a:lnTo>
                <a:lnTo>
                  <a:pt x="3431" y="1519"/>
                </a:lnTo>
                <a:lnTo>
                  <a:pt x="3431" y="1520"/>
                </a:lnTo>
                <a:lnTo>
                  <a:pt x="3431" y="1521"/>
                </a:lnTo>
                <a:lnTo>
                  <a:pt x="3430" y="1521"/>
                </a:lnTo>
                <a:lnTo>
                  <a:pt x="3430" y="1522"/>
                </a:lnTo>
                <a:lnTo>
                  <a:pt x="3429" y="1523"/>
                </a:lnTo>
                <a:lnTo>
                  <a:pt x="3430" y="1524"/>
                </a:lnTo>
                <a:lnTo>
                  <a:pt x="3431" y="1526"/>
                </a:lnTo>
                <a:lnTo>
                  <a:pt x="3432" y="1526"/>
                </a:lnTo>
                <a:lnTo>
                  <a:pt x="3432" y="1527"/>
                </a:lnTo>
                <a:lnTo>
                  <a:pt x="3431" y="1529"/>
                </a:lnTo>
                <a:lnTo>
                  <a:pt x="3431" y="1530"/>
                </a:lnTo>
                <a:lnTo>
                  <a:pt x="3431" y="1531"/>
                </a:lnTo>
                <a:lnTo>
                  <a:pt x="3431" y="1532"/>
                </a:lnTo>
                <a:lnTo>
                  <a:pt x="3431" y="1533"/>
                </a:lnTo>
                <a:lnTo>
                  <a:pt x="3432" y="1534"/>
                </a:lnTo>
                <a:lnTo>
                  <a:pt x="3432" y="1535"/>
                </a:lnTo>
                <a:lnTo>
                  <a:pt x="3432" y="1536"/>
                </a:lnTo>
                <a:lnTo>
                  <a:pt x="3431" y="1537"/>
                </a:lnTo>
                <a:lnTo>
                  <a:pt x="3431" y="1538"/>
                </a:lnTo>
                <a:lnTo>
                  <a:pt x="3430" y="1538"/>
                </a:lnTo>
                <a:lnTo>
                  <a:pt x="3429" y="1539"/>
                </a:lnTo>
                <a:lnTo>
                  <a:pt x="3429" y="1540"/>
                </a:lnTo>
                <a:lnTo>
                  <a:pt x="3429" y="1544"/>
                </a:lnTo>
                <a:lnTo>
                  <a:pt x="3429" y="1545"/>
                </a:lnTo>
                <a:lnTo>
                  <a:pt x="3430" y="1545"/>
                </a:lnTo>
                <a:lnTo>
                  <a:pt x="3430" y="1546"/>
                </a:lnTo>
                <a:lnTo>
                  <a:pt x="3432" y="1548"/>
                </a:lnTo>
                <a:lnTo>
                  <a:pt x="3433" y="1549"/>
                </a:lnTo>
                <a:lnTo>
                  <a:pt x="3432" y="1550"/>
                </a:lnTo>
                <a:lnTo>
                  <a:pt x="3432" y="1551"/>
                </a:lnTo>
                <a:lnTo>
                  <a:pt x="3431" y="1551"/>
                </a:lnTo>
                <a:lnTo>
                  <a:pt x="3431" y="1552"/>
                </a:lnTo>
                <a:lnTo>
                  <a:pt x="3431" y="1553"/>
                </a:lnTo>
                <a:lnTo>
                  <a:pt x="3430" y="1555"/>
                </a:lnTo>
                <a:lnTo>
                  <a:pt x="3430" y="1556"/>
                </a:lnTo>
                <a:lnTo>
                  <a:pt x="3430" y="1557"/>
                </a:lnTo>
                <a:lnTo>
                  <a:pt x="3431" y="1557"/>
                </a:lnTo>
                <a:lnTo>
                  <a:pt x="3431" y="1558"/>
                </a:lnTo>
                <a:lnTo>
                  <a:pt x="3431" y="1560"/>
                </a:lnTo>
                <a:lnTo>
                  <a:pt x="3430" y="1560"/>
                </a:lnTo>
                <a:lnTo>
                  <a:pt x="3431" y="1561"/>
                </a:lnTo>
                <a:lnTo>
                  <a:pt x="3432" y="1562"/>
                </a:lnTo>
                <a:lnTo>
                  <a:pt x="3434" y="1562"/>
                </a:lnTo>
                <a:lnTo>
                  <a:pt x="3435" y="1563"/>
                </a:lnTo>
                <a:lnTo>
                  <a:pt x="3435" y="1565"/>
                </a:lnTo>
                <a:lnTo>
                  <a:pt x="3434" y="1567"/>
                </a:lnTo>
                <a:lnTo>
                  <a:pt x="3434" y="1568"/>
                </a:lnTo>
                <a:lnTo>
                  <a:pt x="3435" y="1569"/>
                </a:lnTo>
                <a:lnTo>
                  <a:pt x="3436" y="1571"/>
                </a:lnTo>
                <a:lnTo>
                  <a:pt x="3437" y="1572"/>
                </a:lnTo>
                <a:lnTo>
                  <a:pt x="3437" y="1573"/>
                </a:lnTo>
                <a:lnTo>
                  <a:pt x="3438" y="1574"/>
                </a:lnTo>
                <a:lnTo>
                  <a:pt x="3439" y="1575"/>
                </a:lnTo>
                <a:lnTo>
                  <a:pt x="3440" y="1576"/>
                </a:lnTo>
                <a:lnTo>
                  <a:pt x="3440" y="1577"/>
                </a:lnTo>
                <a:lnTo>
                  <a:pt x="3439" y="1580"/>
                </a:lnTo>
                <a:lnTo>
                  <a:pt x="3438" y="1581"/>
                </a:lnTo>
                <a:lnTo>
                  <a:pt x="3438" y="1582"/>
                </a:lnTo>
                <a:lnTo>
                  <a:pt x="3438" y="1583"/>
                </a:lnTo>
                <a:lnTo>
                  <a:pt x="3438" y="1584"/>
                </a:lnTo>
                <a:lnTo>
                  <a:pt x="3439" y="1585"/>
                </a:lnTo>
                <a:lnTo>
                  <a:pt x="3438" y="1593"/>
                </a:lnTo>
                <a:lnTo>
                  <a:pt x="3438" y="1594"/>
                </a:lnTo>
                <a:lnTo>
                  <a:pt x="3440" y="1602"/>
                </a:lnTo>
                <a:lnTo>
                  <a:pt x="3440" y="1603"/>
                </a:lnTo>
                <a:lnTo>
                  <a:pt x="3439" y="1604"/>
                </a:lnTo>
                <a:lnTo>
                  <a:pt x="3439" y="1606"/>
                </a:lnTo>
                <a:lnTo>
                  <a:pt x="3440" y="1606"/>
                </a:lnTo>
                <a:lnTo>
                  <a:pt x="3440" y="1607"/>
                </a:lnTo>
                <a:lnTo>
                  <a:pt x="3441" y="1607"/>
                </a:lnTo>
                <a:lnTo>
                  <a:pt x="3442" y="1607"/>
                </a:lnTo>
                <a:lnTo>
                  <a:pt x="3442" y="1608"/>
                </a:lnTo>
                <a:lnTo>
                  <a:pt x="3442" y="1609"/>
                </a:lnTo>
                <a:lnTo>
                  <a:pt x="3441" y="1609"/>
                </a:lnTo>
                <a:lnTo>
                  <a:pt x="3440" y="1609"/>
                </a:lnTo>
                <a:lnTo>
                  <a:pt x="3440" y="1610"/>
                </a:lnTo>
                <a:lnTo>
                  <a:pt x="3440" y="1612"/>
                </a:lnTo>
                <a:lnTo>
                  <a:pt x="3439" y="1613"/>
                </a:lnTo>
                <a:lnTo>
                  <a:pt x="3439" y="1614"/>
                </a:lnTo>
                <a:lnTo>
                  <a:pt x="3439" y="1615"/>
                </a:lnTo>
                <a:lnTo>
                  <a:pt x="3438" y="1616"/>
                </a:lnTo>
                <a:lnTo>
                  <a:pt x="3437" y="1617"/>
                </a:lnTo>
                <a:lnTo>
                  <a:pt x="3436" y="1618"/>
                </a:lnTo>
                <a:lnTo>
                  <a:pt x="3436" y="1619"/>
                </a:lnTo>
                <a:lnTo>
                  <a:pt x="3436" y="1620"/>
                </a:lnTo>
                <a:lnTo>
                  <a:pt x="3435" y="1621"/>
                </a:lnTo>
                <a:lnTo>
                  <a:pt x="3435" y="1622"/>
                </a:lnTo>
                <a:lnTo>
                  <a:pt x="3435" y="1623"/>
                </a:lnTo>
                <a:lnTo>
                  <a:pt x="3434" y="1623"/>
                </a:lnTo>
                <a:lnTo>
                  <a:pt x="3433" y="1624"/>
                </a:lnTo>
                <a:lnTo>
                  <a:pt x="3433" y="1627"/>
                </a:lnTo>
                <a:lnTo>
                  <a:pt x="3433" y="1628"/>
                </a:lnTo>
                <a:lnTo>
                  <a:pt x="3432" y="1629"/>
                </a:lnTo>
                <a:lnTo>
                  <a:pt x="3431" y="1630"/>
                </a:lnTo>
                <a:lnTo>
                  <a:pt x="3431" y="1631"/>
                </a:lnTo>
                <a:lnTo>
                  <a:pt x="3432" y="1634"/>
                </a:lnTo>
                <a:lnTo>
                  <a:pt x="3432" y="1636"/>
                </a:lnTo>
                <a:lnTo>
                  <a:pt x="3431" y="1637"/>
                </a:lnTo>
                <a:lnTo>
                  <a:pt x="3431" y="1638"/>
                </a:lnTo>
                <a:lnTo>
                  <a:pt x="3430" y="1638"/>
                </a:lnTo>
                <a:lnTo>
                  <a:pt x="3430" y="1639"/>
                </a:lnTo>
                <a:lnTo>
                  <a:pt x="3429" y="1643"/>
                </a:lnTo>
                <a:lnTo>
                  <a:pt x="3429" y="1644"/>
                </a:lnTo>
                <a:lnTo>
                  <a:pt x="3429" y="1645"/>
                </a:lnTo>
                <a:lnTo>
                  <a:pt x="3429" y="1646"/>
                </a:lnTo>
                <a:lnTo>
                  <a:pt x="3428" y="1647"/>
                </a:lnTo>
                <a:lnTo>
                  <a:pt x="3428" y="1649"/>
                </a:lnTo>
                <a:lnTo>
                  <a:pt x="3427" y="1654"/>
                </a:lnTo>
                <a:lnTo>
                  <a:pt x="3427" y="1655"/>
                </a:lnTo>
                <a:lnTo>
                  <a:pt x="3427" y="1657"/>
                </a:lnTo>
                <a:lnTo>
                  <a:pt x="3426" y="1658"/>
                </a:lnTo>
                <a:lnTo>
                  <a:pt x="3426" y="1659"/>
                </a:lnTo>
                <a:lnTo>
                  <a:pt x="3426" y="1660"/>
                </a:lnTo>
                <a:lnTo>
                  <a:pt x="3425" y="1662"/>
                </a:lnTo>
                <a:lnTo>
                  <a:pt x="3425" y="1663"/>
                </a:lnTo>
                <a:lnTo>
                  <a:pt x="3426" y="1663"/>
                </a:lnTo>
                <a:lnTo>
                  <a:pt x="3426" y="1664"/>
                </a:lnTo>
                <a:lnTo>
                  <a:pt x="3427" y="1664"/>
                </a:lnTo>
                <a:lnTo>
                  <a:pt x="3426" y="1665"/>
                </a:lnTo>
                <a:lnTo>
                  <a:pt x="3426" y="1666"/>
                </a:lnTo>
                <a:lnTo>
                  <a:pt x="3427" y="1667"/>
                </a:lnTo>
                <a:lnTo>
                  <a:pt x="3428" y="1669"/>
                </a:lnTo>
                <a:lnTo>
                  <a:pt x="3429" y="1671"/>
                </a:lnTo>
                <a:lnTo>
                  <a:pt x="3428" y="1671"/>
                </a:lnTo>
                <a:lnTo>
                  <a:pt x="3428" y="1672"/>
                </a:lnTo>
                <a:lnTo>
                  <a:pt x="3429" y="1674"/>
                </a:lnTo>
                <a:lnTo>
                  <a:pt x="3430" y="1675"/>
                </a:lnTo>
                <a:lnTo>
                  <a:pt x="3431" y="1676"/>
                </a:lnTo>
                <a:lnTo>
                  <a:pt x="3431" y="1677"/>
                </a:lnTo>
                <a:lnTo>
                  <a:pt x="3432" y="1678"/>
                </a:lnTo>
                <a:lnTo>
                  <a:pt x="3432" y="1679"/>
                </a:lnTo>
                <a:lnTo>
                  <a:pt x="3433" y="1681"/>
                </a:lnTo>
                <a:lnTo>
                  <a:pt x="3433" y="1682"/>
                </a:lnTo>
                <a:lnTo>
                  <a:pt x="3434" y="1682"/>
                </a:lnTo>
                <a:lnTo>
                  <a:pt x="3434" y="1683"/>
                </a:lnTo>
                <a:lnTo>
                  <a:pt x="3435" y="1683"/>
                </a:lnTo>
                <a:lnTo>
                  <a:pt x="3434" y="1686"/>
                </a:lnTo>
                <a:lnTo>
                  <a:pt x="3434" y="1687"/>
                </a:lnTo>
                <a:lnTo>
                  <a:pt x="3433" y="1690"/>
                </a:lnTo>
                <a:lnTo>
                  <a:pt x="3433" y="1691"/>
                </a:lnTo>
                <a:lnTo>
                  <a:pt x="3434" y="1695"/>
                </a:lnTo>
                <a:lnTo>
                  <a:pt x="3434" y="1697"/>
                </a:lnTo>
                <a:lnTo>
                  <a:pt x="3434" y="1699"/>
                </a:lnTo>
                <a:lnTo>
                  <a:pt x="3435" y="1700"/>
                </a:lnTo>
                <a:lnTo>
                  <a:pt x="3435" y="1701"/>
                </a:lnTo>
                <a:lnTo>
                  <a:pt x="3435" y="1702"/>
                </a:lnTo>
                <a:lnTo>
                  <a:pt x="3434" y="1703"/>
                </a:lnTo>
                <a:lnTo>
                  <a:pt x="3434" y="1705"/>
                </a:lnTo>
                <a:lnTo>
                  <a:pt x="3435" y="1706"/>
                </a:lnTo>
                <a:lnTo>
                  <a:pt x="3435" y="1707"/>
                </a:lnTo>
                <a:lnTo>
                  <a:pt x="3435" y="1708"/>
                </a:lnTo>
                <a:lnTo>
                  <a:pt x="3435" y="1709"/>
                </a:lnTo>
                <a:lnTo>
                  <a:pt x="3434" y="1709"/>
                </a:lnTo>
                <a:lnTo>
                  <a:pt x="3435" y="1711"/>
                </a:lnTo>
                <a:lnTo>
                  <a:pt x="3436" y="1712"/>
                </a:lnTo>
                <a:lnTo>
                  <a:pt x="3435" y="1713"/>
                </a:lnTo>
                <a:lnTo>
                  <a:pt x="3434" y="1713"/>
                </a:lnTo>
                <a:lnTo>
                  <a:pt x="3434" y="1714"/>
                </a:lnTo>
                <a:lnTo>
                  <a:pt x="3435" y="1718"/>
                </a:lnTo>
                <a:lnTo>
                  <a:pt x="3435" y="1720"/>
                </a:lnTo>
                <a:lnTo>
                  <a:pt x="3434" y="1721"/>
                </a:lnTo>
                <a:lnTo>
                  <a:pt x="3434" y="1722"/>
                </a:lnTo>
                <a:lnTo>
                  <a:pt x="3435" y="1731"/>
                </a:lnTo>
                <a:lnTo>
                  <a:pt x="3435" y="1732"/>
                </a:lnTo>
                <a:lnTo>
                  <a:pt x="3435" y="1733"/>
                </a:lnTo>
                <a:lnTo>
                  <a:pt x="3436" y="1734"/>
                </a:lnTo>
                <a:lnTo>
                  <a:pt x="3434" y="1737"/>
                </a:lnTo>
                <a:lnTo>
                  <a:pt x="3434" y="1738"/>
                </a:lnTo>
                <a:lnTo>
                  <a:pt x="3435" y="1738"/>
                </a:lnTo>
                <a:lnTo>
                  <a:pt x="3436" y="1739"/>
                </a:lnTo>
                <a:lnTo>
                  <a:pt x="3437" y="1740"/>
                </a:lnTo>
                <a:lnTo>
                  <a:pt x="3439" y="1743"/>
                </a:lnTo>
                <a:lnTo>
                  <a:pt x="3438" y="1744"/>
                </a:lnTo>
                <a:lnTo>
                  <a:pt x="3438" y="1745"/>
                </a:lnTo>
                <a:lnTo>
                  <a:pt x="3440" y="1748"/>
                </a:lnTo>
                <a:lnTo>
                  <a:pt x="3441" y="1748"/>
                </a:lnTo>
                <a:lnTo>
                  <a:pt x="3442" y="1750"/>
                </a:lnTo>
                <a:lnTo>
                  <a:pt x="3442" y="1751"/>
                </a:lnTo>
                <a:lnTo>
                  <a:pt x="3442" y="1753"/>
                </a:lnTo>
                <a:lnTo>
                  <a:pt x="3442" y="1754"/>
                </a:lnTo>
                <a:lnTo>
                  <a:pt x="3441" y="1754"/>
                </a:lnTo>
                <a:lnTo>
                  <a:pt x="3437" y="1754"/>
                </a:lnTo>
                <a:lnTo>
                  <a:pt x="3435" y="1755"/>
                </a:lnTo>
                <a:lnTo>
                  <a:pt x="3434" y="1756"/>
                </a:lnTo>
                <a:lnTo>
                  <a:pt x="3429" y="1756"/>
                </a:lnTo>
                <a:lnTo>
                  <a:pt x="3428" y="1756"/>
                </a:lnTo>
                <a:lnTo>
                  <a:pt x="3426" y="1757"/>
                </a:lnTo>
                <a:lnTo>
                  <a:pt x="3425" y="1758"/>
                </a:lnTo>
                <a:lnTo>
                  <a:pt x="3423" y="1758"/>
                </a:lnTo>
                <a:lnTo>
                  <a:pt x="3420" y="1757"/>
                </a:lnTo>
                <a:lnTo>
                  <a:pt x="3418" y="1756"/>
                </a:lnTo>
                <a:lnTo>
                  <a:pt x="3417" y="1756"/>
                </a:lnTo>
                <a:lnTo>
                  <a:pt x="3416" y="1761"/>
                </a:lnTo>
                <a:lnTo>
                  <a:pt x="3415" y="1761"/>
                </a:lnTo>
                <a:lnTo>
                  <a:pt x="3414" y="1762"/>
                </a:lnTo>
                <a:lnTo>
                  <a:pt x="3414" y="1764"/>
                </a:lnTo>
                <a:lnTo>
                  <a:pt x="3414" y="1768"/>
                </a:lnTo>
                <a:lnTo>
                  <a:pt x="3414" y="1771"/>
                </a:lnTo>
                <a:lnTo>
                  <a:pt x="3416" y="1774"/>
                </a:lnTo>
                <a:lnTo>
                  <a:pt x="3418" y="1776"/>
                </a:lnTo>
                <a:lnTo>
                  <a:pt x="3418" y="1777"/>
                </a:lnTo>
                <a:lnTo>
                  <a:pt x="3419" y="1778"/>
                </a:lnTo>
                <a:lnTo>
                  <a:pt x="3421" y="1782"/>
                </a:lnTo>
                <a:lnTo>
                  <a:pt x="3421" y="1786"/>
                </a:lnTo>
                <a:lnTo>
                  <a:pt x="3422" y="1788"/>
                </a:lnTo>
                <a:lnTo>
                  <a:pt x="3422" y="1790"/>
                </a:lnTo>
                <a:lnTo>
                  <a:pt x="3420" y="1792"/>
                </a:lnTo>
                <a:lnTo>
                  <a:pt x="3419" y="1792"/>
                </a:lnTo>
                <a:lnTo>
                  <a:pt x="3419" y="1793"/>
                </a:lnTo>
                <a:lnTo>
                  <a:pt x="3418" y="1793"/>
                </a:lnTo>
                <a:lnTo>
                  <a:pt x="3412" y="1796"/>
                </a:lnTo>
                <a:lnTo>
                  <a:pt x="3411" y="1799"/>
                </a:lnTo>
                <a:lnTo>
                  <a:pt x="3409" y="1801"/>
                </a:lnTo>
                <a:lnTo>
                  <a:pt x="3408" y="1801"/>
                </a:lnTo>
                <a:lnTo>
                  <a:pt x="3407" y="1801"/>
                </a:lnTo>
                <a:lnTo>
                  <a:pt x="3406" y="1801"/>
                </a:lnTo>
                <a:lnTo>
                  <a:pt x="3405" y="1802"/>
                </a:lnTo>
                <a:lnTo>
                  <a:pt x="3405" y="1803"/>
                </a:lnTo>
                <a:lnTo>
                  <a:pt x="3404" y="1808"/>
                </a:lnTo>
                <a:lnTo>
                  <a:pt x="3404" y="1811"/>
                </a:lnTo>
                <a:lnTo>
                  <a:pt x="3403" y="1814"/>
                </a:lnTo>
                <a:lnTo>
                  <a:pt x="3403" y="1815"/>
                </a:lnTo>
                <a:lnTo>
                  <a:pt x="3402" y="1816"/>
                </a:lnTo>
                <a:lnTo>
                  <a:pt x="3402" y="1821"/>
                </a:lnTo>
                <a:lnTo>
                  <a:pt x="3408" y="1824"/>
                </a:lnTo>
                <a:lnTo>
                  <a:pt x="3409" y="1824"/>
                </a:lnTo>
                <a:lnTo>
                  <a:pt x="3411" y="1824"/>
                </a:lnTo>
                <a:lnTo>
                  <a:pt x="3412" y="1825"/>
                </a:lnTo>
                <a:lnTo>
                  <a:pt x="3412" y="1827"/>
                </a:lnTo>
                <a:lnTo>
                  <a:pt x="3412" y="1828"/>
                </a:lnTo>
                <a:lnTo>
                  <a:pt x="3410" y="1828"/>
                </a:lnTo>
                <a:lnTo>
                  <a:pt x="3411" y="1831"/>
                </a:lnTo>
                <a:lnTo>
                  <a:pt x="3412" y="1832"/>
                </a:lnTo>
                <a:lnTo>
                  <a:pt x="3411" y="1833"/>
                </a:lnTo>
                <a:lnTo>
                  <a:pt x="3410" y="1833"/>
                </a:lnTo>
                <a:lnTo>
                  <a:pt x="3407" y="1834"/>
                </a:lnTo>
                <a:lnTo>
                  <a:pt x="3406" y="1833"/>
                </a:lnTo>
                <a:lnTo>
                  <a:pt x="3406" y="1834"/>
                </a:lnTo>
                <a:lnTo>
                  <a:pt x="3405" y="1834"/>
                </a:lnTo>
                <a:lnTo>
                  <a:pt x="3405" y="1833"/>
                </a:lnTo>
                <a:lnTo>
                  <a:pt x="3404" y="1834"/>
                </a:lnTo>
                <a:lnTo>
                  <a:pt x="3403" y="1834"/>
                </a:lnTo>
                <a:lnTo>
                  <a:pt x="3403" y="1836"/>
                </a:lnTo>
                <a:lnTo>
                  <a:pt x="3402" y="1837"/>
                </a:lnTo>
                <a:lnTo>
                  <a:pt x="3400" y="1838"/>
                </a:lnTo>
                <a:lnTo>
                  <a:pt x="3398" y="1838"/>
                </a:lnTo>
                <a:lnTo>
                  <a:pt x="3397" y="1837"/>
                </a:lnTo>
                <a:lnTo>
                  <a:pt x="3395" y="1836"/>
                </a:lnTo>
                <a:lnTo>
                  <a:pt x="3393" y="1836"/>
                </a:lnTo>
                <a:lnTo>
                  <a:pt x="3392" y="1837"/>
                </a:lnTo>
                <a:lnTo>
                  <a:pt x="3391" y="1838"/>
                </a:lnTo>
                <a:lnTo>
                  <a:pt x="3390" y="1838"/>
                </a:lnTo>
                <a:lnTo>
                  <a:pt x="3388" y="1837"/>
                </a:lnTo>
                <a:lnTo>
                  <a:pt x="3386" y="1833"/>
                </a:lnTo>
                <a:lnTo>
                  <a:pt x="3386" y="1830"/>
                </a:lnTo>
                <a:lnTo>
                  <a:pt x="3386" y="1828"/>
                </a:lnTo>
                <a:lnTo>
                  <a:pt x="3385" y="1824"/>
                </a:lnTo>
                <a:lnTo>
                  <a:pt x="3386" y="1821"/>
                </a:lnTo>
                <a:lnTo>
                  <a:pt x="3386" y="1819"/>
                </a:lnTo>
                <a:lnTo>
                  <a:pt x="3385" y="1815"/>
                </a:lnTo>
                <a:lnTo>
                  <a:pt x="3384" y="1811"/>
                </a:lnTo>
                <a:lnTo>
                  <a:pt x="3384" y="1810"/>
                </a:lnTo>
                <a:lnTo>
                  <a:pt x="3385" y="1810"/>
                </a:lnTo>
                <a:lnTo>
                  <a:pt x="3385" y="1807"/>
                </a:lnTo>
                <a:lnTo>
                  <a:pt x="3383" y="1802"/>
                </a:lnTo>
                <a:lnTo>
                  <a:pt x="3381" y="1798"/>
                </a:lnTo>
                <a:lnTo>
                  <a:pt x="3380" y="1796"/>
                </a:lnTo>
                <a:lnTo>
                  <a:pt x="3377" y="1794"/>
                </a:lnTo>
                <a:lnTo>
                  <a:pt x="3375" y="1795"/>
                </a:lnTo>
                <a:lnTo>
                  <a:pt x="3375" y="1796"/>
                </a:lnTo>
                <a:lnTo>
                  <a:pt x="3374" y="1797"/>
                </a:lnTo>
                <a:lnTo>
                  <a:pt x="3372" y="1798"/>
                </a:lnTo>
                <a:lnTo>
                  <a:pt x="3370" y="1799"/>
                </a:lnTo>
                <a:lnTo>
                  <a:pt x="3368" y="1800"/>
                </a:lnTo>
                <a:lnTo>
                  <a:pt x="3368" y="1801"/>
                </a:lnTo>
                <a:lnTo>
                  <a:pt x="3367" y="1802"/>
                </a:lnTo>
                <a:lnTo>
                  <a:pt x="3366" y="1803"/>
                </a:lnTo>
                <a:lnTo>
                  <a:pt x="3363" y="1802"/>
                </a:lnTo>
                <a:lnTo>
                  <a:pt x="3362" y="1801"/>
                </a:lnTo>
                <a:lnTo>
                  <a:pt x="3358" y="1799"/>
                </a:lnTo>
                <a:lnTo>
                  <a:pt x="3357" y="1799"/>
                </a:lnTo>
                <a:lnTo>
                  <a:pt x="3356" y="1799"/>
                </a:lnTo>
                <a:lnTo>
                  <a:pt x="3354" y="1800"/>
                </a:lnTo>
                <a:lnTo>
                  <a:pt x="3354" y="1799"/>
                </a:lnTo>
                <a:lnTo>
                  <a:pt x="3353" y="1800"/>
                </a:lnTo>
                <a:lnTo>
                  <a:pt x="3353" y="1801"/>
                </a:lnTo>
                <a:lnTo>
                  <a:pt x="3352" y="1803"/>
                </a:lnTo>
                <a:lnTo>
                  <a:pt x="3355" y="1807"/>
                </a:lnTo>
                <a:lnTo>
                  <a:pt x="3355" y="1808"/>
                </a:lnTo>
                <a:lnTo>
                  <a:pt x="3355" y="1809"/>
                </a:lnTo>
                <a:lnTo>
                  <a:pt x="3356" y="1809"/>
                </a:lnTo>
                <a:lnTo>
                  <a:pt x="3357" y="1809"/>
                </a:lnTo>
                <a:lnTo>
                  <a:pt x="3356" y="1810"/>
                </a:lnTo>
                <a:lnTo>
                  <a:pt x="3356" y="1811"/>
                </a:lnTo>
                <a:lnTo>
                  <a:pt x="3355" y="1811"/>
                </a:lnTo>
                <a:lnTo>
                  <a:pt x="3355" y="1812"/>
                </a:lnTo>
                <a:lnTo>
                  <a:pt x="3354" y="1816"/>
                </a:lnTo>
                <a:lnTo>
                  <a:pt x="3355" y="1818"/>
                </a:lnTo>
                <a:lnTo>
                  <a:pt x="3355" y="1823"/>
                </a:lnTo>
                <a:lnTo>
                  <a:pt x="3355" y="1824"/>
                </a:lnTo>
                <a:lnTo>
                  <a:pt x="3356" y="1825"/>
                </a:lnTo>
                <a:lnTo>
                  <a:pt x="3357" y="1827"/>
                </a:lnTo>
                <a:lnTo>
                  <a:pt x="3357" y="1828"/>
                </a:lnTo>
                <a:lnTo>
                  <a:pt x="3356" y="1828"/>
                </a:lnTo>
                <a:lnTo>
                  <a:pt x="3356" y="1829"/>
                </a:lnTo>
                <a:lnTo>
                  <a:pt x="3356" y="1830"/>
                </a:lnTo>
                <a:lnTo>
                  <a:pt x="3355" y="1831"/>
                </a:lnTo>
                <a:lnTo>
                  <a:pt x="3355" y="1832"/>
                </a:lnTo>
                <a:lnTo>
                  <a:pt x="3355" y="1833"/>
                </a:lnTo>
                <a:lnTo>
                  <a:pt x="3355" y="1834"/>
                </a:lnTo>
                <a:lnTo>
                  <a:pt x="3356" y="1836"/>
                </a:lnTo>
                <a:lnTo>
                  <a:pt x="3357" y="1839"/>
                </a:lnTo>
                <a:lnTo>
                  <a:pt x="3359" y="1841"/>
                </a:lnTo>
                <a:lnTo>
                  <a:pt x="3359" y="1842"/>
                </a:lnTo>
                <a:lnTo>
                  <a:pt x="3358" y="1843"/>
                </a:lnTo>
                <a:lnTo>
                  <a:pt x="3358" y="1844"/>
                </a:lnTo>
                <a:lnTo>
                  <a:pt x="3358" y="1845"/>
                </a:lnTo>
                <a:lnTo>
                  <a:pt x="3359" y="1845"/>
                </a:lnTo>
                <a:lnTo>
                  <a:pt x="3359" y="1846"/>
                </a:lnTo>
                <a:lnTo>
                  <a:pt x="3359" y="1848"/>
                </a:lnTo>
                <a:lnTo>
                  <a:pt x="3359" y="1849"/>
                </a:lnTo>
                <a:lnTo>
                  <a:pt x="3359" y="1850"/>
                </a:lnTo>
                <a:lnTo>
                  <a:pt x="3358" y="1852"/>
                </a:lnTo>
                <a:lnTo>
                  <a:pt x="3355" y="1854"/>
                </a:lnTo>
                <a:lnTo>
                  <a:pt x="3354" y="1855"/>
                </a:lnTo>
                <a:lnTo>
                  <a:pt x="3352" y="1855"/>
                </a:lnTo>
                <a:lnTo>
                  <a:pt x="3351" y="1856"/>
                </a:lnTo>
                <a:lnTo>
                  <a:pt x="3350" y="1857"/>
                </a:lnTo>
                <a:lnTo>
                  <a:pt x="3350" y="1858"/>
                </a:lnTo>
                <a:lnTo>
                  <a:pt x="3350" y="1859"/>
                </a:lnTo>
                <a:lnTo>
                  <a:pt x="3349" y="1859"/>
                </a:lnTo>
                <a:lnTo>
                  <a:pt x="3346" y="1860"/>
                </a:lnTo>
                <a:lnTo>
                  <a:pt x="3344" y="1859"/>
                </a:lnTo>
                <a:lnTo>
                  <a:pt x="3343" y="1859"/>
                </a:lnTo>
                <a:lnTo>
                  <a:pt x="3343" y="1862"/>
                </a:lnTo>
                <a:lnTo>
                  <a:pt x="3343" y="1864"/>
                </a:lnTo>
                <a:lnTo>
                  <a:pt x="3345" y="1869"/>
                </a:lnTo>
                <a:lnTo>
                  <a:pt x="3346" y="1870"/>
                </a:lnTo>
                <a:lnTo>
                  <a:pt x="3346" y="1871"/>
                </a:lnTo>
                <a:lnTo>
                  <a:pt x="3346" y="1872"/>
                </a:lnTo>
                <a:lnTo>
                  <a:pt x="3346" y="1873"/>
                </a:lnTo>
                <a:lnTo>
                  <a:pt x="3346" y="1879"/>
                </a:lnTo>
                <a:lnTo>
                  <a:pt x="3346" y="1881"/>
                </a:lnTo>
                <a:lnTo>
                  <a:pt x="3347" y="1887"/>
                </a:lnTo>
                <a:lnTo>
                  <a:pt x="3348" y="1890"/>
                </a:lnTo>
                <a:lnTo>
                  <a:pt x="3346" y="1893"/>
                </a:lnTo>
                <a:lnTo>
                  <a:pt x="3345" y="1894"/>
                </a:lnTo>
                <a:lnTo>
                  <a:pt x="3344" y="1897"/>
                </a:lnTo>
                <a:lnTo>
                  <a:pt x="3346" y="1899"/>
                </a:lnTo>
                <a:lnTo>
                  <a:pt x="3347" y="1899"/>
                </a:lnTo>
                <a:lnTo>
                  <a:pt x="3347" y="1900"/>
                </a:lnTo>
                <a:lnTo>
                  <a:pt x="3350" y="1900"/>
                </a:lnTo>
                <a:lnTo>
                  <a:pt x="3354" y="1903"/>
                </a:lnTo>
                <a:lnTo>
                  <a:pt x="3355" y="1905"/>
                </a:lnTo>
                <a:lnTo>
                  <a:pt x="3355" y="1906"/>
                </a:lnTo>
                <a:lnTo>
                  <a:pt x="3356" y="1908"/>
                </a:lnTo>
                <a:lnTo>
                  <a:pt x="3355" y="1911"/>
                </a:lnTo>
                <a:lnTo>
                  <a:pt x="3357" y="1912"/>
                </a:lnTo>
                <a:lnTo>
                  <a:pt x="3359" y="1915"/>
                </a:lnTo>
                <a:lnTo>
                  <a:pt x="3359" y="1916"/>
                </a:lnTo>
                <a:lnTo>
                  <a:pt x="3359" y="1918"/>
                </a:lnTo>
                <a:lnTo>
                  <a:pt x="3361" y="1921"/>
                </a:lnTo>
                <a:lnTo>
                  <a:pt x="3362" y="1923"/>
                </a:lnTo>
                <a:lnTo>
                  <a:pt x="3363" y="1924"/>
                </a:lnTo>
                <a:lnTo>
                  <a:pt x="3363" y="1926"/>
                </a:lnTo>
                <a:lnTo>
                  <a:pt x="3363" y="1928"/>
                </a:lnTo>
                <a:lnTo>
                  <a:pt x="3365" y="1930"/>
                </a:lnTo>
                <a:lnTo>
                  <a:pt x="3366" y="1931"/>
                </a:lnTo>
                <a:lnTo>
                  <a:pt x="3366" y="1933"/>
                </a:lnTo>
                <a:lnTo>
                  <a:pt x="3365" y="1935"/>
                </a:lnTo>
                <a:lnTo>
                  <a:pt x="3362" y="1936"/>
                </a:lnTo>
                <a:lnTo>
                  <a:pt x="3360" y="1936"/>
                </a:lnTo>
                <a:lnTo>
                  <a:pt x="3359" y="1937"/>
                </a:lnTo>
                <a:lnTo>
                  <a:pt x="3359" y="1938"/>
                </a:lnTo>
                <a:lnTo>
                  <a:pt x="3358" y="1942"/>
                </a:lnTo>
                <a:lnTo>
                  <a:pt x="3359" y="1942"/>
                </a:lnTo>
                <a:lnTo>
                  <a:pt x="3359" y="1943"/>
                </a:lnTo>
                <a:lnTo>
                  <a:pt x="3359" y="1944"/>
                </a:lnTo>
                <a:lnTo>
                  <a:pt x="3357" y="1947"/>
                </a:lnTo>
                <a:lnTo>
                  <a:pt x="3358" y="1950"/>
                </a:lnTo>
                <a:lnTo>
                  <a:pt x="3358" y="1953"/>
                </a:lnTo>
                <a:lnTo>
                  <a:pt x="3357" y="1953"/>
                </a:lnTo>
                <a:lnTo>
                  <a:pt x="3354" y="1956"/>
                </a:lnTo>
                <a:lnTo>
                  <a:pt x="3352" y="1957"/>
                </a:lnTo>
                <a:lnTo>
                  <a:pt x="3351" y="1957"/>
                </a:lnTo>
                <a:lnTo>
                  <a:pt x="3350" y="1957"/>
                </a:lnTo>
                <a:lnTo>
                  <a:pt x="3349" y="1957"/>
                </a:lnTo>
                <a:lnTo>
                  <a:pt x="3346" y="1959"/>
                </a:lnTo>
                <a:lnTo>
                  <a:pt x="3344" y="1960"/>
                </a:lnTo>
                <a:lnTo>
                  <a:pt x="3343" y="1962"/>
                </a:lnTo>
                <a:lnTo>
                  <a:pt x="3342" y="1963"/>
                </a:lnTo>
                <a:lnTo>
                  <a:pt x="3342" y="1965"/>
                </a:lnTo>
                <a:lnTo>
                  <a:pt x="3341" y="1965"/>
                </a:lnTo>
                <a:lnTo>
                  <a:pt x="3338" y="1964"/>
                </a:lnTo>
                <a:lnTo>
                  <a:pt x="3336" y="1963"/>
                </a:lnTo>
                <a:lnTo>
                  <a:pt x="3333" y="1962"/>
                </a:lnTo>
                <a:lnTo>
                  <a:pt x="3330" y="1961"/>
                </a:lnTo>
                <a:lnTo>
                  <a:pt x="3326" y="1962"/>
                </a:lnTo>
                <a:lnTo>
                  <a:pt x="3323" y="1963"/>
                </a:lnTo>
                <a:lnTo>
                  <a:pt x="3323" y="1964"/>
                </a:lnTo>
                <a:lnTo>
                  <a:pt x="3323" y="1965"/>
                </a:lnTo>
                <a:lnTo>
                  <a:pt x="3320" y="1968"/>
                </a:lnTo>
                <a:lnTo>
                  <a:pt x="3319" y="1969"/>
                </a:lnTo>
                <a:lnTo>
                  <a:pt x="3318" y="1969"/>
                </a:lnTo>
                <a:lnTo>
                  <a:pt x="3316" y="1967"/>
                </a:lnTo>
                <a:lnTo>
                  <a:pt x="3315" y="1967"/>
                </a:lnTo>
                <a:lnTo>
                  <a:pt x="3314" y="1966"/>
                </a:lnTo>
                <a:lnTo>
                  <a:pt x="3313" y="1967"/>
                </a:lnTo>
                <a:lnTo>
                  <a:pt x="3313" y="1966"/>
                </a:lnTo>
                <a:lnTo>
                  <a:pt x="3312" y="1966"/>
                </a:lnTo>
                <a:lnTo>
                  <a:pt x="3311" y="1968"/>
                </a:lnTo>
                <a:lnTo>
                  <a:pt x="3310" y="1969"/>
                </a:lnTo>
                <a:lnTo>
                  <a:pt x="3311" y="1970"/>
                </a:lnTo>
                <a:lnTo>
                  <a:pt x="3310" y="1971"/>
                </a:lnTo>
                <a:lnTo>
                  <a:pt x="3306" y="1974"/>
                </a:lnTo>
                <a:lnTo>
                  <a:pt x="3305" y="1976"/>
                </a:lnTo>
                <a:lnTo>
                  <a:pt x="3301" y="1975"/>
                </a:lnTo>
                <a:lnTo>
                  <a:pt x="3299" y="1975"/>
                </a:lnTo>
                <a:lnTo>
                  <a:pt x="3298" y="1973"/>
                </a:lnTo>
                <a:lnTo>
                  <a:pt x="3299" y="1972"/>
                </a:lnTo>
                <a:lnTo>
                  <a:pt x="3299" y="1966"/>
                </a:lnTo>
                <a:lnTo>
                  <a:pt x="3299" y="1962"/>
                </a:lnTo>
                <a:lnTo>
                  <a:pt x="3298" y="1960"/>
                </a:lnTo>
                <a:lnTo>
                  <a:pt x="3297" y="1960"/>
                </a:lnTo>
                <a:lnTo>
                  <a:pt x="3296" y="1959"/>
                </a:lnTo>
                <a:lnTo>
                  <a:pt x="3296" y="1956"/>
                </a:lnTo>
                <a:lnTo>
                  <a:pt x="3297" y="1954"/>
                </a:lnTo>
                <a:lnTo>
                  <a:pt x="3298" y="1954"/>
                </a:lnTo>
                <a:lnTo>
                  <a:pt x="3298" y="1953"/>
                </a:lnTo>
                <a:lnTo>
                  <a:pt x="3298" y="1949"/>
                </a:lnTo>
                <a:lnTo>
                  <a:pt x="3298" y="1946"/>
                </a:lnTo>
                <a:lnTo>
                  <a:pt x="3297" y="1942"/>
                </a:lnTo>
                <a:lnTo>
                  <a:pt x="3294" y="1938"/>
                </a:lnTo>
                <a:lnTo>
                  <a:pt x="3289" y="1931"/>
                </a:lnTo>
                <a:lnTo>
                  <a:pt x="3289" y="1929"/>
                </a:lnTo>
                <a:lnTo>
                  <a:pt x="3290" y="1927"/>
                </a:lnTo>
                <a:lnTo>
                  <a:pt x="3290" y="1925"/>
                </a:lnTo>
                <a:lnTo>
                  <a:pt x="3289" y="1924"/>
                </a:lnTo>
                <a:lnTo>
                  <a:pt x="3288" y="1923"/>
                </a:lnTo>
                <a:lnTo>
                  <a:pt x="3287" y="1922"/>
                </a:lnTo>
                <a:lnTo>
                  <a:pt x="3286" y="1922"/>
                </a:lnTo>
                <a:lnTo>
                  <a:pt x="3286" y="1920"/>
                </a:lnTo>
                <a:lnTo>
                  <a:pt x="3286" y="1919"/>
                </a:lnTo>
                <a:lnTo>
                  <a:pt x="3286" y="1918"/>
                </a:lnTo>
                <a:lnTo>
                  <a:pt x="3287" y="1918"/>
                </a:lnTo>
                <a:lnTo>
                  <a:pt x="3286" y="1916"/>
                </a:lnTo>
                <a:lnTo>
                  <a:pt x="3285" y="1915"/>
                </a:lnTo>
                <a:lnTo>
                  <a:pt x="3284" y="1915"/>
                </a:lnTo>
                <a:lnTo>
                  <a:pt x="3283" y="1914"/>
                </a:lnTo>
                <a:lnTo>
                  <a:pt x="3282" y="1915"/>
                </a:lnTo>
                <a:lnTo>
                  <a:pt x="3282" y="1916"/>
                </a:lnTo>
                <a:lnTo>
                  <a:pt x="3282" y="1917"/>
                </a:lnTo>
                <a:lnTo>
                  <a:pt x="3280" y="1918"/>
                </a:lnTo>
                <a:lnTo>
                  <a:pt x="3278" y="1918"/>
                </a:lnTo>
                <a:lnTo>
                  <a:pt x="3277" y="1918"/>
                </a:lnTo>
                <a:lnTo>
                  <a:pt x="3275" y="1919"/>
                </a:lnTo>
                <a:lnTo>
                  <a:pt x="3274" y="1920"/>
                </a:lnTo>
                <a:lnTo>
                  <a:pt x="3273" y="1922"/>
                </a:lnTo>
                <a:lnTo>
                  <a:pt x="3271" y="1922"/>
                </a:lnTo>
                <a:lnTo>
                  <a:pt x="3271" y="1921"/>
                </a:lnTo>
                <a:lnTo>
                  <a:pt x="3270" y="1921"/>
                </a:lnTo>
                <a:lnTo>
                  <a:pt x="3269" y="1921"/>
                </a:lnTo>
                <a:lnTo>
                  <a:pt x="3269" y="1922"/>
                </a:lnTo>
                <a:lnTo>
                  <a:pt x="3269" y="1923"/>
                </a:lnTo>
                <a:lnTo>
                  <a:pt x="3268" y="1924"/>
                </a:lnTo>
                <a:lnTo>
                  <a:pt x="3269" y="1925"/>
                </a:lnTo>
                <a:lnTo>
                  <a:pt x="3269" y="1926"/>
                </a:lnTo>
                <a:lnTo>
                  <a:pt x="3269" y="1927"/>
                </a:lnTo>
                <a:lnTo>
                  <a:pt x="3271" y="1929"/>
                </a:lnTo>
                <a:lnTo>
                  <a:pt x="3272" y="1930"/>
                </a:lnTo>
                <a:lnTo>
                  <a:pt x="3274" y="1933"/>
                </a:lnTo>
                <a:lnTo>
                  <a:pt x="3274" y="1935"/>
                </a:lnTo>
                <a:lnTo>
                  <a:pt x="3275" y="1938"/>
                </a:lnTo>
                <a:lnTo>
                  <a:pt x="3276" y="1940"/>
                </a:lnTo>
                <a:lnTo>
                  <a:pt x="3278" y="1944"/>
                </a:lnTo>
                <a:lnTo>
                  <a:pt x="3278" y="1945"/>
                </a:lnTo>
                <a:lnTo>
                  <a:pt x="3278" y="1946"/>
                </a:lnTo>
                <a:lnTo>
                  <a:pt x="3276" y="1946"/>
                </a:lnTo>
                <a:lnTo>
                  <a:pt x="3273" y="1947"/>
                </a:lnTo>
                <a:lnTo>
                  <a:pt x="3271" y="1948"/>
                </a:lnTo>
                <a:lnTo>
                  <a:pt x="3268" y="1950"/>
                </a:lnTo>
                <a:lnTo>
                  <a:pt x="3267" y="1950"/>
                </a:lnTo>
                <a:lnTo>
                  <a:pt x="3267" y="1949"/>
                </a:lnTo>
                <a:lnTo>
                  <a:pt x="3266" y="1949"/>
                </a:lnTo>
                <a:lnTo>
                  <a:pt x="3263" y="1949"/>
                </a:lnTo>
                <a:lnTo>
                  <a:pt x="3262" y="1950"/>
                </a:lnTo>
                <a:lnTo>
                  <a:pt x="3260" y="1951"/>
                </a:lnTo>
                <a:lnTo>
                  <a:pt x="3260" y="1957"/>
                </a:lnTo>
                <a:lnTo>
                  <a:pt x="3260" y="1958"/>
                </a:lnTo>
                <a:lnTo>
                  <a:pt x="3260" y="1961"/>
                </a:lnTo>
                <a:lnTo>
                  <a:pt x="3258" y="1961"/>
                </a:lnTo>
                <a:lnTo>
                  <a:pt x="3255" y="1963"/>
                </a:lnTo>
                <a:lnTo>
                  <a:pt x="3253" y="1965"/>
                </a:lnTo>
                <a:lnTo>
                  <a:pt x="3253" y="1963"/>
                </a:lnTo>
                <a:lnTo>
                  <a:pt x="3252" y="1962"/>
                </a:lnTo>
                <a:lnTo>
                  <a:pt x="3250" y="1960"/>
                </a:lnTo>
                <a:lnTo>
                  <a:pt x="3249" y="1960"/>
                </a:lnTo>
                <a:lnTo>
                  <a:pt x="3248" y="1959"/>
                </a:lnTo>
                <a:lnTo>
                  <a:pt x="3247" y="1959"/>
                </a:lnTo>
                <a:lnTo>
                  <a:pt x="3247" y="1958"/>
                </a:lnTo>
                <a:lnTo>
                  <a:pt x="3246" y="1956"/>
                </a:lnTo>
                <a:lnTo>
                  <a:pt x="3246" y="1954"/>
                </a:lnTo>
                <a:lnTo>
                  <a:pt x="3246" y="1953"/>
                </a:lnTo>
                <a:lnTo>
                  <a:pt x="3245" y="1952"/>
                </a:lnTo>
                <a:lnTo>
                  <a:pt x="3244" y="1951"/>
                </a:lnTo>
                <a:lnTo>
                  <a:pt x="3240" y="1951"/>
                </a:lnTo>
                <a:lnTo>
                  <a:pt x="3239" y="1952"/>
                </a:lnTo>
                <a:lnTo>
                  <a:pt x="3239" y="1953"/>
                </a:lnTo>
                <a:lnTo>
                  <a:pt x="3238" y="1954"/>
                </a:lnTo>
                <a:lnTo>
                  <a:pt x="3237" y="1954"/>
                </a:lnTo>
                <a:lnTo>
                  <a:pt x="3236" y="1954"/>
                </a:lnTo>
                <a:lnTo>
                  <a:pt x="3235" y="1954"/>
                </a:lnTo>
                <a:lnTo>
                  <a:pt x="3234" y="1953"/>
                </a:lnTo>
                <a:lnTo>
                  <a:pt x="3232" y="1951"/>
                </a:lnTo>
                <a:lnTo>
                  <a:pt x="3232" y="1949"/>
                </a:lnTo>
                <a:lnTo>
                  <a:pt x="3232" y="1948"/>
                </a:lnTo>
                <a:lnTo>
                  <a:pt x="3233" y="1946"/>
                </a:lnTo>
                <a:lnTo>
                  <a:pt x="3233" y="1944"/>
                </a:lnTo>
                <a:lnTo>
                  <a:pt x="3234" y="1942"/>
                </a:lnTo>
                <a:lnTo>
                  <a:pt x="3234" y="1941"/>
                </a:lnTo>
                <a:lnTo>
                  <a:pt x="3234" y="1939"/>
                </a:lnTo>
                <a:lnTo>
                  <a:pt x="3233" y="1938"/>
                </a:lnTo>
                <a:lnTo>
                  <a:pt x="3231" y="1935"/>
                </a:lnTo>
                <a:lnTo>
                  <a:pt x="3230" y="1933"/>
                </a:lnTo>
                <a:lnTo>
                  <a:pt x="3228" y="1932"/>
                </a:lnTo>
                <a:lnTo>
                  <a:pt x="3227" y="1932"/>
                </a:lnTo>
                <a:lnTo>
                  <a:pt x="3225" y="1931"/>
                </a:lnTo>
                <a:lnTo>
                  <a:pt x="3224" y="1931"/>
                </a:lnTo>
                <a:lnTo>
                  <a:pt x="3223" y="1930"/>
                </a:lnTo>
                <a:lnTo>
                  <a:pt x="3223" y="1929"/>
                </a:lnTo>
                <a:lnTo>
                  <a:pt x="3224" y="1929"/>
                </a:lnTo>
                <a:lnTo>
                  <a:pt x="3224" y="1928"/>
                </a:lnTo>
                <a:lnTo>
                  <a:pt x="3225" y="1927"/>
                </a:lnTo>
                <a:lnTo>
                  <a:pt x="3224" y="1925"/>
                </a:lnTo>
                <a:lnTo>
                  <a:pt x="3223" y="1925"/>
                </a:lnTo>
                <a:lnTo>
                  <a:pt x="3222" y="1925"/>
                </a:lnTo>
                <a:lnTo>
                  <a:pt x="3222" y="1924"/>
                </a:lnTo>
                <a:lnTo>
                  <a:pt x="3221" y="1922"/>
                </a:lnTo>
                <a:lnTo>
                  <a:pt x="3219" y="1921"/>
                </a:lnTo>
                <a:lnTo>
                  <a:pt x="3218" y="1919"/>
                </a:lnTo>
                <a:lnTo>
                  <a:pt x="3217" y="1918"/>
                </a:lnTo>
                <a:lnTo>
                  <a:pt x="3217" y="1917"/>
                </a:lnTo>
                <a:lnTo>
                  <a:pt x="3216" y="1916"/>
                </a:lnTo>
                <a:lnTo>
                  <a:pt x="3214" y="1916"/>
                </a:lnTo>
                <a:lnTo>
                  <a:pt x="3212" y="1916"/>
                </a:lnTo>
                <a:lnTo>
                  <a:pt x="3211" y="1916"/>
                </a:lnTo>
                <a:lnTo>
                  <a:pt x="3210" y="1916"/>
                </a:lnTo>
                <a:lnTo>
                  <a:pt x="3208" y="1917"/>
                </a:lnTo>
                <a:lnTo>
                  <a:pt x="3206" y="1918"/>
                </a:lnTo>
                <a:lnTo>
                  <a:pt x="3205" y="1919"/>
                </a:lnTo>
                <a:lnTo>
                  <a:pt x="3205" y="1921"/>
                </a:lnTo>
                <a:lnTo>
                  <a:pt x="3205" y="1922"/>
                </a:lnTo>
                <a:lnTo>
                  <a:pt x="3204" y="1923"/>
                </a:lnTo>
                <a:lnTo>
                  <a:pt x="3203" y="1923"/>
                </a:lnTo>
                <a:lnTo>
                  <a:pt x="3202" y="1923"/>
                </a:lnTo>
                <a:lnTo>
                  <a:pt x="3200" y="1922"/>
                </a:lnTo>
                <a:lnTo>
                  <a:pt x="3199" y="1922"/>
                </a:lnTo>
                <a:lnTo>
                  <a:pt x="3197" y="1922"/>
                </a:lnTo>
                <a:lnTo>
                  <a:pt x="3196" y="1922"/>
                </a:lnTo>
                <a:lnTo>
                  <a:pt x="3195" y="1922"/>
                </a:lnTo>
                <a:lnTo>
                  <a:pt x="3195" y="1919"/>
                </a:lnTo>
                <a:lnTo>
                  <a:pt x="3194" y="1916"/>
                </a:lnTo>
                <a:lnTo>
                  <a:pt x="3193" y="1915"/>
                </a:lnTo>
                <a:lnTo>
                  <a:pt x="3192" y="1913"/>
                </a:lnTo>
                <a:lnTo>
                  <a:pt x="3191" y="1912"/>
                </a:lnTo>
                <a:lnTo>
                  <a:pt x="3190" y="1912"/>
                </a:lnTo>
                <a:lnTo>
                  <a:pt x="3189" y="1912"/>
                </a:lnTo>
                <a:lnTo>
                  <a:pt x="3188" y="1911"/>
                </a:lnTo>
                <a:lnTo>
                  <a:pt x="3187" y="1909"/>
                </a:lnTo>
                <a:lnTo>
                  <a:pt x="3187" y="1908"/>
                </a:lnTo>
                <a:lnTo>
                  <a:pt x="3187" y="1907"/>
                </a:lnTo>
                <a:lnTo>
                  <a:pt x="3187" y="1906"/>
                </a:lnTo>
                <a:lnTo>
                  <a:pt x="3187" y="1905"/>
                </a:lnTo>
                <a:lnTo>
                  <a:pt x="3187" y="1904"/>
                </a:lnTo>
                <a:lnTo>
                  <a:pt x="3186" y="1903"/>
                </a:lnTo>
                <a:lnTo>
                  <a:pt x="3186" y="1902"/>
                </a:lnTo>
                <a:lnTo>
                  <a:pt x="3186" y="1900"/>
                </a:lnTo>
                <a:lnTo>
                  <a:pt x="3187" y="1899"/>
                </a:lnTo>
                <a:lnTo>
                  <a:pt x="3187" y="1898"/>
                </a:lnTo>
                <a:lnTo>
                  <a:pt x="3187" y="1897"/>
                </a:lnTo>
                <a:lnTo>
                  <a:pt x="3187" y="1895"/>
                </a:lnTo>
                <a:lnTo>
                  <a:pt x="3187" y="1894"/>
                </a:lnTo>
                <a:lnTo>
                  <a:pt x="3187" y="1893"/>
                </a:lnTo>
                <a:lnTo>
                  <a:pt x="3186" y="1891"/>
                </a:lnTo>
                <a:lnTo>
                  <a:pt x="3185" y="1889"/>
                </a:lnTo>
                <a:lnTo>
                  <a:pt x="3184" y="1887"/>
                </a:lnTo>
                <a:lnTo>
                  <a:pt x="3183" y="1886"/>
                </a:lnTo>
                <a:lnTo>
                  <a:pt x="3180" y="1885"/>
                </a:lnTo>
                <a:lnTo>
                  <a:pt x="3180" y="1884"/>
                </a:lnTo>
                <a:lnTo>
                  <a:pt x="3180" y="1883"/>
                </a:lnTo>
                <a:lnTo>
                  <a:pt x="3179" y="1882"/>
                </a:lnTo>
                <a:lnTo>
                  <a:pt x="3177" y="1881"/>
                </a:lnTo>
                <a:lnTo>
                  <a:pt x="3176" y="1881"/>
                </a:lnTo>
                <a:lnTo>
                  <a:pt x="3176" y="1880"/>
                </a:lnTo>
                <a:lnTo>
                  <a:pt x="3175" y="1879"/>
                </a:lnTo>
                <a:lnTo>
                  <a:pt x="3175" y="1878"/>
                </a:lnTo>
                <a:lnTo>
                  <a:pt x="3174" y="1878"/>
                </a:lnTo>
                <a:lnTo>
                  <a:pt x="3171" y="1878"/>
                </a:lnTo>
                <a:lnTo>
                  <a:pt x="3170" y="1878"/>
                </a:lnTo>
                <a:lnTo>
                  <a:pt x="3169" y="1879"/>
                </a:lnTo>
                <a:lnTo>
                  <a:pt x="3168" y="1880"/>
                </a:lnTo>
                <a:lnTo>
                  <a:pt x="3168" y="1881"/>
                </a:lnTo>
                <a:lnTo>
                  <a:pt x="3167" y="1881"/>
                </a:lnTo>
                <a:lnTo>
                  <a:pt x="3165" y="1881"/>
                </a:lnTo>
                <a:lnTo>
                  <a:pt x="3164" y="1881"/>
                </a:lnTo>
                <a:lnTo>
                  <a:pt x="3163" y="1881"/>
                </a:lnTo>
                <a:lnTo>
                  <a:pt x="3163" y="1880"/>
                </a:lnTo>
                <a:lnTo>
                  <a:pt x="3163" y="1879"/>
                </a:lnTo>
                <a:lnTo>
                  <a:pt x="3163" y="1878"/>
                </a:lnTo>
                <a:lnTo>
                  <a:pt x="3163" y="1877"/>
                </a:lnTo>
                <a:lnTo>
                  <a:pt x="3162" y="1876"/>
                </a:lnTo>
                <a:lnTo>
                  <a:pt x="3161" y="1875"/>
                </a:lnTo>
                <a:lnTo>
                  <a:pt x="3160" y="1875"/>
                </a:lnTo>
                <a:lnTo>
                  <a:pt x="3159" y="1875"/>
                </a:lnTo>
                <a:lnTo>
                  <a:pt x="3157" y="1877"/>
                </a:lnTo>
                <a:lnTo>
                  <a:pt x="3156" y="1878"/>
                </a:lnTo>
                <a:lnTo>
                  <a:pt x="3155" y="1879"/>
                </a:lnTo>
                <a:lnTo>
                  <a:pt x="3154" y="1879"/>
                </a:lnTo>
                <a:lnTo>
                  <a:pt x="3153" y="1881"/>
                </a:lnTo>
                <a:lnTo>
                  <a:pt x="3152" y="1882"/>
                </a:lnTo>
                <a:lnTo>
                  <a:pt x="3150" y="1883"/>
                </a:lnTo>
                <a:lnTo>
                  <a:pt x="3149" y="1884"/>
                </a:lnTo>
                <a:lnTo>
                  <a:pt x="3148" y="1884"/>
                </a:lnTo>
                <a:lnTo>
                  <a:pt x="3147" y="1884"/>
                </a:lnTo>
                <a:lnTo>
                  <a:pt x="3147" y="1885"/>
                </a:lnTo>
                <a:lnTo>
                  <a:pt x="3146" y="1886"/>
                </a:lnTo>
                <a:lnTo>
                  <a:pt x="3146" y="1888"/>
                </a:lnTo>
                <a:lnTo>
                  <a:pt x="3146" y="1890"/>
                </a:lnTo>
                <a:lnTo>
                  <a:pt x="3146" y="1891"/>
                </a:lnTo>
                <a:lnTo>
                  <a:pt x="3147" y="1892"/>
                </a:lnTo>
                <a:lnTo>
                  <a:pt x="3148" y="1893"/>
                </a:lnTo>
                <a:lnTo>
                  <a:pt x="3148" y="1894"/>
                </a:lnTo>
                <a:lnTo>
                  <a:pt x="3148" y="1895"/>
                </a:lnTo>
                <a:lnTo>
                  <a:pt x="3148" y="1896"/>
                </a:lnTo>
                <a:lnTo>
                  <a:pt x="3147" y="1897"/>
                </a:lnTo>
                <a:lnTo>
                  <a:pt x="3145" y="1897"/>
                </a:lnTo>
                <a:lnTo>
                  <a:pt x="3144" y="1898"/>
                </a:lnTo>
                <a:lnTo>
                  <a:pt x="3144" y="1899"/>
                </a:lnTo>
                <a:lnTo>
                  <a:pt x="3145" y="1900"/>
                </a:lnTo>
                <a:lnTo>
                  <a:pt x="3145" y="1901"/>
                </a:lnTo>
                <a:lnTo>
                  <a:pt x="3145" y="1902"/>
                </a:lnTo>
                <a:lnTo>
                  <a:pt x="3145" y="1904"/>
                </a:lnTo>
                <a:lnTo>
                  <a:pt x="3144" y="1904"/>
                </a:lnTo>
                <a:lnTo>
                  <a:pt x="3142" y="1905"/>
                </a:lnTo>
                <a:lnTo>
                  <a:pt x="3141" y="1906"/>
                </a:lnTo>
                <a:lnTo>
                  <a:pt x="3140" y="1907"/>
                </a:lnTo>
                <a:lnTo>
                  <a:pt x="3141" y="1909"/>
                </a:lnTo>
                <a:lnTo>
                  <a:pt x="3141" y="1910"/>
                </a:lnTo>
                <a:lnTo>
                  <a:pt x="3141" y="1911"/>
                </a:lnTo>
                <a:lnTo>
                  <a:pt x="3142" y="1912"/>
                </a:lnTo>
                <a:lnTo>
                  <a:pt x="3142" y="1913"/>
                </a:lnTo>
                <a:lnTo>
                  <a:pt x="3142" y="1914"/>
                </a:lnTo>
                <a:lnTo>
                  <a:pt x="3142" y="1915"/>
                </a:lnTo>
                <a:lnTo>
                  <a:pt x="3143" y="1916"/>
                </a:lnTo>
                <a:lnTo>
                  <a:pt x="3145" y="1917"/>
                </a:lnTo>
                <a:lnTo>
                  <a:pt x="3146" y="1917"/>
                </a:lnTo>
                <a:lnTo>
                  <a:pt x="3146" y="1918"/>
                </a:lnTo>
                <a:lnTo>
                  <a:pt x="3146" y="1919"/>
                </a:lnTo>
                <a:lnTo>
                  <a:pt x="3146" y="1920"/>
                </a:lnTo>
                <a:lnTo>
                  <a:pt x="3145" y="1921"/>
                </a:lnTo>
                <a:lnTo>
                  <a:pt x="3144" y="1921"/>
                </a:lnTo>
                <a:lnTo>
                  <a:pt x="3142" y="1921"/>
                </a:lnTo>
                <a:lnTo>
                  <a:pt x="3140" y="1921"/>
                </a:lnTo>
                <a:lnTo>
                  <a:pt x="3139" y="1921"/>
                </a:lnTo>
                <a:lnTo>
                  <a:pt x="3138" y="1922"/>
                </a:lnTo>
                <a:lnTo>
                  <a:pt x="3137" y="1922"/>
                </a:lnTo>
                <a:lnTo>
                  <a:pt x="3137" y="1923"/>
                </a:lnTo>
                <a:lnTo>
                  <a:pt x="3137" y="1924"/>
                </a:lnTo>
                <a:lnTo>
                  <a:pt x="3137" y="1925"/>
                </a:lnTo>
                <a:lnTo>
                  <a:pt x="3138" y="1927"/>
                </a:lnTo>
                <a:lnTo>
                  <a:pt x="3138" y="1928"/>
                </a:lnTo>
                <a:lnTo>
                  <a:pt x="3137" y="1928"/>
                </a:lnTo>
                <a:lnTo>
                  <a:pt x="3137" y="1929"/>
                </a:lnTo>
                <a:lnTo>
                  <a:pt x="3136" y="1930"/>
                </a:lnTo>
                <a:lnTo>
                  <a:pt x="3135" y="1930"/>
                </a:lnTo>
                <a:lnTo>
                  <a:pt x="3134" y="1929"/>
                </a:lnTo>
                <a:lnTo>
                  <a:pt x="3133" y="1928"/>
                </a:lnTo>
                <a:lnTo>
                  <a:pt x="3131" y="1926"/>
                </a:lnTo>
                <a:lnTo>
                  <a:pt x="3130" y="1925"/>
                </a:lnTo>
                <a:lnTo>
                  <a:pt x="3129" y="1924"/>
                </a:lnTo>
                <a:lnTo>
                  <a:pt x="3128" y="1924"/>
                </a:lnTo>
                <a:lnTo>
                  <a:pt x="3127" y="1925"/>
                </a:lnTo>
                <a:lnTo>
                  <a:pt x="3126" y="1925"/>
                </a:lnTo>
                <a:lnTo>
                  <a:pt x="3125" y="1927"/>
                </a:lnTo>
                <a:lnTo>
                  <a:pt x="3124" y="1927"/>
                </a:lnTo>
                <a:lnTo>
                  <a:pt x="3124" y="1928"/>
                </a:lnTo>
                <a:lnTo>
                  <a:pt x="3125" y="1929"/>
                </a:lnTo>
                <a:lnTo>
                  <a:pt x="3125" y="1930"/>
                </a:lnTo>
                <a:lnTo>
                  <a:pt x="3126" y="1932"/>
                </a:lnTo>
                <a:lnTo>
                  <a:pt x="3126" y="1933"/>
                </a:lnTo>
                <a:lnTo>
                  <a:pt x="3126" y="1934"/>
                </a:lnTo>
                <a:lnTo>
                  <a:pt x="3125" y="1934"/>
                </a:lnTo>
                <a:lnTo>
                  <a:pt x="3120" y="1936"/>
                </a:lnTo>
                <a:lnTo>
                  <a:pt x="3119" y="1935"/>
                </a:lnTo>
                <a:lnTo>
                  <a:pt x="3118" y="1935"/>
                </a:lnTo>
                <a:lnTo>
                  <a:pt x="3117" y="1935"/>
                </a:lnTo>
                <a:lnTo>
                  <a:pt x="3116" y="1935"/>
                </a:lnTo>
                <a:lnTo>
                  <a:pt x="3115" y="1935"/>
                </a:lnTo>
                <a:lnTo>
                  <a:pt x="3115" y="1936"/>
                </a:lnTo>
                <a:lnTo>
                  <a:pt x="3114" y="1937"/>
                </a:lnTo>
                <a:lnTo>
                  <a:pt x="3114" y="1938"/>
                </a:lnTo>
                <a:lnTo>
                  <a:pt x="3114" y="1939"/>
                </a:lnTo>
                <a:lnTo>
                  <a:pt x="3114" y="1941"/>
                </a:lnTo>
                <a:lnTo>
                  <a:pt x="3115" y="1941"/>
                </a:lnTo>
                <a:lnTo>
                  <a:pt x="3116" y="1942"/>
                </a:lnTo>
                <a:lnTo>
                  <a:pt x="3116" y="1943"/>
                </a:lnTo>
                <a:lnTo>
                  <a:pt x="3116" y="1944"/>
                </a:lnTo>
                <a:lnTo>
                  <a:pt x="3115" y="1946"/>
                </a:lnTo>
                <a:lnTo>
                  <a:pt x="3115" y="1947"/>
                </a:lnTo>
                <a:lnTo>
                  <a:pt x="3115" y="1948"/>
                </a:lnTo>
                <a:lnTo>
                  <a:pt x="3115" y="1949"/>
                </a:lnTo>
                <a:lnTo>
                  <a:pt x="3115" y="1950"/>
                </a:lnTo>
                <a:lnTo>
                  <a:pt x="3115" y="1951"/>
                </a:lnTo>
                <a:lnTo>
                  <a:pt x="3114" y="1951"/>
                </a:lnTo>
                <a:lnTo>
                  <a:pt x="3113" y="1953"/>
                </a:lnTo>
                <a:lnTo>
                  <a:pt x="3110" y="1954"/>
                </a:lnTo>
                <a:lnTo>
                  <a:pt x="3109" y="1954"/>
                </a:lnTo>
                <a:lnTo>
                  <a:pt x="3109" y="1955"/>
                </a:lnTo>
                <a:lnTo>
                  <a:pt x="3109" y="1956"/>
                </a:lnTo>
                <a:lnTo>
                  <a:pt x="3111" y="1958"/>
                </a:lnTo>
                <a:lnTo>
                  <a:pt x="3112" y="1959"/>
                </a:lnTo>
                <a:lnTo>
                  <a:pt x="3111" y="1960"/>
                </a:lnTo>
                <a:lnTo>
                  <a:pt x="3111" y="1961"/>
                </a:lnTo>
                <a:lnTo>
                  <a:pt x="3110" y="1961"/>
                </a:lnTo>
                <a:lnTo>
                  <a:pt x="3109" y="1962"/>
                </a:lnTo>
                <a:lnTo>
                  <a:pt x="3106" y="1963"/>
                </a:lnTo>
                <a:lnTo>
                  <a:pt x="3105" y="1964"/>
                </a:lnTo>
                <a:lnTo>
                  <a:pt x="3105" y="1965"/>
                </a:lnTo>
                <a:lnTo>
                  <a:pt x="3104" y="1966"/>
                </a:lnTo>
                <a:lnTo>
                  <a:pt x="3104" y="1969"/>
                </a:lnTo>
                <a:lnTo>
                  <a:pt x="3104" y="1970"/>
                </a:lnTo>
                <a:lnTo>
                  <a:pt x="3105" y="1970"/>
                </a:lnTo>
                <a:lnTo>
                  <a:pt x="3105" y="1971"/>
                </a:lnTo>
                <a:lnTo>
                  <a:pt x="3106" y="1971"/>
                </a:lnTo>
                <a:lnTo>
                  <a:pt x="3108" y="1971"/>
                </a:lnTo>
                <a:lnTo>
                  <a:pt x="3110" y="1971"/>
                </a:lnTo>
                <a:lnTo>
                  <a:pt x="3111" y="1971"/>
                </a:lnTo>
                <a:lnTo>
                  <a:pt x="3113" y="1971"/>
                </a:lnTo>
                <a:lnTo>
                  <a:pt x="3115" y="1970"/>
                </a:lnTo>
                <a:lnTo>
                  <a:pt x="3117" y="1970"/>
                </a:lnTo>
                <a:lnTo>
                  <a:pt x="3117" y="1971"/>
                </a:lnTo>
                <a:lnTo>
                  <a:pt x="3117" y="1972"/>
                </a:lnTo>
                <a:lnTo>
                  <a:pt x="3116" y="1973"/>
                </a:lnTo>
                <a:lnTo>
                  <a:pt x="3116" y="1974"/>
                </a:lnTo>
                <a:lnTo>
                  <a:pt x="3116" y="1975"/>
                </a:lnTo>
                <a:lnTo>
                  <a:pt x="3116" y="1976"/>
                </a:lnTo>
                <a:lnTo>
                  <a:pt x="3117" y="1977"/>
                </a:lnTo>
                <a:lnTo>
                  <a:pt x="3117" y="1978"/>
                </a:lnTo>
                <a:lnTo>
                  <a:pt x="3118" y="1978"/>
                </a:lnTo>
                <a:lnTo>
                  <a:pt x="3119" y="1978"/>
                </a:lnTo>
                <a:lnTo>
                  <a:pt x="3120" y="1978"/>
                </a:lnTo>
                <a:lnTo>
                  <a:pt x="3121" y="1980"/>
                </a:lnTo>
                <a:lnTo>
                  <a:pt x="3122" y="1980"/>
                </a:lnTo>
                <a:lnTo>
                  <a:pt x="3122" y="1981"/>
                </a:lnTo>
                <a:lnTo>
                  <a:pt x="3122" y="1982"/>
                </a:lnTo>
                <a:lnTo>
                  <a:pt x="3121" y="1983"/>
                </a:lnTo>
                <a:lnTo>
                  <a:pt x="3120" y="1984"/>
                </a:lnTo>
                <a:lnTo>
                  <a:pt x="3119" y="1985"/>
                </a:lnTo>
                <a:lnTo>
                  <a:pt x="3118" y="1985"/>
                </a:lnTo>
                <a:lnTo>
                  <a:pt x="3118" y="1986"/>
                </a:lnTo>
                <a:lnTo>
                  <a:pt x="3117" y="1987"/>
                </a:lnTo>
                <a:lnTo>
                  <a:pt x="3117" y="1988"/>
                </a:lnTo>
                <a:lnTo>
                  <a:pt x="3116" y="1989"/>
                </a:lnTo>
                <a:lnTo>
                  <a:pt x="3116" y="1990"/>
                </a:lnTo>
                <a:lnTo>
                  <a:pt x="3115" y="1990"/>
                </a:lnTo>
                <a:lnTo>
                  <a:pt x="3115" y="1991"/>
                </a:lnTo>
                <a:lnTo>
                  <a:pt x="3115" y="1993"/>
                </a:lnTo>
                <a:lnTo>
                  <a:pt x="3115" y="1994"/>
                </a:lnTo>
                <a:lnTo>
                  <a:pt x="3115" y="1995"/>
                </a:lnTo>
                <a:lnTo>
                  <a:pt x="3114" y="1996"/>
                </a:lnTo>
                <a:lnTo>
                  <a:pt x="3114" y="1997"/>
                </a:lnTo>
                <a:lnTo>
                  <a:pt x="3114" y="1998"/>
                </a:lnTo>
                <a:lnTo>
                  <a:pt x="3114" y="1999"/>
                </a:lnTo>
                <a:lnTo>
                  <a:pt x="3115" y="1999"/>
                </a:lnTo>
                <a:lnTo>
                  <a:pt x="3116" y="2000"/>
                </a:lnTo>
                <a:lnTo>
                  <a:pt x="3117" y="2000"/>
                </a:lnTo>
                <a:lnTo>
                  <a:pt x="3117" y="2001"/>
                </a:lnTo>
                <a:lnTo>
                  <a:pt x="3116" y="2001"/>
                </a:lnTo>
                <a:lnTo>
                  <a:pt x="3115" y="2002"/>
                </a:lnTo>
                <a:lnTo>
                  <a:pt x="3114" y="2002"/>
                </a:lnTo>
                <a:lnTo>
                  <a:pt x="3113" y="2002"/>
                </a:lnTo>
                <a:lnTo>
                  <a:pt x="3113" y="2003"/>
                </a:lnTo>
                <a:lnTo>
                  <a:pt x="3114" y="2004"/>
                </a:lnTo>
                <a:lnTo>
                  <a:pt x="3114" y="2005"/>
                </a:lnTo>
                <a:lnTo>
                  <a:pt x="3115" y="2006"/>
                </a:lnTo>
                <a:lnTo>
                  <a:pt x="3115" y="2007"/>
                </a:lnTo>
                <a:lnTo>
                  <a:pt x="3115" y="2008"/>
                </a:lnTo>
                <a:lnTo>
                  <a:pt x="3114" y="2009"/>
                </a:lnTo>
                <a:lnTo>
                  <a:pt x="3113" y="2009"/>
                </a:lnTo>
                <a:lnTo>
                  <a:pt x="3112" y="2010"/>
                </a:lnTo>
                <a:lnTo>
                  <a:pt x="3111" y="2010"/>
                </a:lnTo>
                <a:lnTo>
                  <a:pt x="3111" y="2009"/>
                </a:lnTo>
                <a:lnTo>
                  <a:pt x="3110" y="2009"/>
                </a:lnTo>
                <a:lnTo>
                  <a:pt x="3109" y="2009"/>
                </a:lnTo>
                <a:lnTo>
                  <a:pt x="3109" y="2008"/>
                </a:lnTo>
                <a:lnTo>
                  <a:pt x="3108" y="2008"/>
                </a:lnTo>
                <a:lnTo>
                  <a:pt x="3107" y="2008"/>
                </a:lnTo>
                <a:lnTo>
                  <a:pt x="3105" y="2008"/>
                </a:lnTo>
                <a:lnTo>
                  <a:pt x="3104" y="2007"/>
                </a:lnTo>
                <a:lnTo>
                  <a:pt x="3104" y="2006"/>
                </a:lnTo>
                <a:lnTo>
                  <a:pt x="3105" y="2006"/>
                </a:lnTo>
                <a:lnTo>
                  <a:pt x="3105" y="2004"/>
                </a:lnTo>
                <a:lnTo>
                  <a:pt x="3104" y="2004"/>
                </a:lnTo>
                <a:lnTo>
                  <a:pt x="3104" y="2003"/>
                </a:lnTo>
                <a:lnTo>
                  <a:pt x="3103" y="2002"/>
                </a:lnTo>
                <a:lnTo>
                  <a:pt x="3103" y="2001"/>
                </a:lnTo>
                <a:lnTo>
                  <a:pt x="3102" y="2001"/>
                </a:lnTo>
                <a:lnTo>
                  <a:pt x="3102" y="2000"/>
                </a:lnTo>
                <a:lnTo>
                  <a:pt x="3101" y="2000"/>
                </a:lnTo>
                <a:lnTo>
                  <a:pt x="3100" y="2001"/>
                </a:lnTo>
                <a:lnTo>
                  <a:pt x="3098" y="2001"/>
                </a:lnTo>
                <a:lnTo>
                  <a:pt x="3097" y="2002"/>
                </a:lnTo>
                <a:lnTo>
                  <a:pt x="3096" y="2002"/>
                </a:lnTo>
                <a:lnTo>
                  <a:pt x="3095" y="2003"/>
                </a:lnTo>
                <a:lnTo>
                  <a:pt x="3094" y="2003"/>
                </a:lnTo>
                <a:lnTo>
                  <a:pt x="3093" y="2004"/>
                </a:lnTo>
                <a:lnTo>
                  <a:pt x="3092" y="2004"/>
                </a:lnTo>
                <a:lnTo>
                  <a:pt x="3091" y="2004"/>
                </a:lnTo>
                <a:lnTo>
                  <a:pt x="3091" y="2005"/>
                </a:lnTo>
                <a:lnTo>
                  <a:pt x="3090" y="2005"/>
                </a:lnTo>
                <a:lnTo>
                  <a:pt x="3089" y="2007"/>
                </a:lnTo>
                <a:lnTo>
                  <a:pt x="3088" y="2007"/>
                </a:lnTo>
                <a:lnTo>
                  <a:pt x="3087" y="2008"/>
                </a:lnTo>
                <a:lnTo>
                  <a:pt x="3087" y="2009"/>
                </a:lnTo>
                <a:lnTo>
                  <a:pt x="3086" y="2009"/>
                </a:lnTo>
                <a:lnTo>
                  <a:pt x="3084" y="2010"/>
                </a:lnTo>
                <a:lnTo>
                  <a:pt x="3084" y="2011"/>
                </a:lnTo>
                <a:lnTo>
                  <a:pt x="3083" y="2011"/>
                </a:lnTo>
                <a:lnTo>
                  <a:pt x="3082" y="2012"/>
                </a:lnTo>
                <a:lnTo>
                  <a:pt x="3082" y="2013"/>
                </a:lnTo>
                <a:lnTo>
                  <a:pt x="3081" y="2013"/>
                </a:lnTo>
                <a:lnTo>
                  <a:pt x="3080" y="2014"/>
                </a:lnTo>
                <a:lnTo>
                  <a:pt x="3079" y="2015"/>
                </a:lnTo>
                <a:lnTo>
                  <a:pt x="3079" y="2016"/>
                </a:lnTo>
                <a:lnTo>
                  <a:pt x="3078" y="2016"/>
                </a:lnTo>
                <a:lnTo>
                  <a:pt x="3077" y="2016"/>
                </a:lnTo>
                <a:lnTo>
                  <a:pt x="3077" y="2017"/>
                </a:lnTo>
                <a:lnTo>
                  <a:pt x="3076" y="2017"/>
                </a:lnTo>
                <a:lnTo>
                  <a:pt x="3076" y="2018"/>
                </a:lnTo>
                <a:lnTo>
                  <a:pt x="3075" y="2019"/>
                </a:lnTo>
                <a:lnTo>
                  <a:pt x="3075" y="2020"/>
                </a:lnTo>
                <a:lnTo>
                  <a:pt x="3074" y="2020"/>
                </a:lnTo>
                <a:lnTo>
                  <a:pt x="3073" y="2020"/>
                </a:lnTo>
                <a:lnTo>
                  <a:pt x="3072" y="2020"/>
                </a:lnTo>
                <a:lnTo>
                  <a:pt x="3071" y="2021"/>
                </a:lnTo>
                <a:lnTo>
                  <a:pt x="3070" y="2021"/>
                </a:lnTo>
                <a:lnTo>
                  <a:pt x="3069" y="2022"/>
                </a:lnTo>
                <a:lnTo>
                  <a:pt x="3069" y="2023"/>
                </a:lnTo>
                <a:lnTo>
                  <a:pt x="3068" y="2023"/>
                </a:lnTo>
                <a:lnTo>
                  <a:pt x="3068" y="2024"/>
                </a:lnTo>
                <a:lnTo>
                  <a:pt x="3067" y="2024"/>
                </a:lnTo>
                <a:lnTo>
                  <a:pt x="3066" y="2024"/>
                </a:lnTo>
                <a:lnTo>
                  <a:pt x="3065" y="2024"/>
                </a:lnTo>
                <a:lnTo>
                  <a:pt x="3064" y="2025"/>
                </a:lnTo>
                <a:lnTo>
                  <a:pt x="3063" y="2025"/>
                </a:lnTo>
                <a:lnTo>
                  <a:pt x="3062" y="2025"/>
                </a:lnTo>
                <a:lnTo>
                  <a:pt x="3062" y="2026"/>
                </a:lnTo>
                <a:lnTo>
                  <a:pt x="3062" y="2027"/>
                </a:lnTo>
                <a:lnTo>
                  <a:pt x="3062" y="2028"/>
                </a:lnTo>
                <a:lnTo>
                  <a:pt x="3062" y="2029"/>
                </a:lnTo>
                <a:lnTo>
                  <a:pt x="3062" y="2032"/>
                </a:lnTo>
                <a:lnTo>
                  <a:pt x="3061" y="2033"/>
                </a:lnTo>
                <a:lnTo>
                  <a:pt x="3060" y="2033"/>
                </a:lnTo>
                <a:lnTo>
                  <a:pt x="3061" y="2033"/>
                </a:lnTo>
                <a:lnTo>
                  <a:pt x="3061" y="2032"/>
                </a:lnTo>
                <a:lnTo>
                  <a:pt x="3061" y="2031"/>
                </a:lnTo>
                <a:lnTo>
                  <a:pt x="3060" y="2029"/>
                </a:lnTo>
                <a:lnTo>
                  <a:pt x="3060" y="2028"/>
                </a:lnTo>
                <a:lnTo>
                  <a:pt x="3059" y="2028"/>
                </a:lnTo>
                <a:lnTo>
                  <a:pt x="3059" y="2027"/>
                </a:lnTo>
                <a:lnTo>
                  <a:pt x="3059" y="2026"/>
                </a:lnTo>
                <a:lnTo>
                  <a:pt x="3059" y="2025"/>
                </a:lnTo>
                <a:lnTo>
                  <a:pt x="3058" y="2024"/>
                </a:lnTo>
                <a:lnTo>
                  <a:pt x="3058" y="2023"/>
                </a:lnTo>
                <a:lnTo>
                  <a:pt x="3058" y="2022"/>
                </a:lnTo>
                <a:lnTo>
                  <a:pt x="3057" y="2021"/>
                </a:lnTo>
                <a:lnTo>
                  <a:pt x="3056" y="2021"/>
                </a:lnTo>
                <a:lnTo>
                  <a:pt x="3055" y="2020"/>
                </a:lnTo>
                <a:lnTo>
                  <a:pt x="3055" y="2019"/>
                </a:lnTo>
                <a:lnTo>
                  <a:pt x="3054" y="2019"/>
                </a:lnTo>
                <a:lnTo>
                  <a:pt x="3054" y="2018"/>
                </a:lnTo>
                <a:lnTo>
                  <a:pt x="3054" y="2017"/>
                </a:lnTo>
                <a:lnTo>
                  <a:pt x="3054" y="2016"/>
                </a:lnTo>
                <a:lnTo>
                  <a:pt x="3053" y="2016"/>
                </a:lnTo>
                <a:lnTo>
                  <a:pt x="3052" y="2016"/>
                </a:lnTo>
                <a:lnTo>
                  <a:pt x="3051" y="2017"/>
                </a:lnTo>
                <a:lnTo>
                  <a:pt x="3051" y="2018"/>
                </a:lnTo>
                <a:lnTo>
                  <a:pt x="3050" y="2018"/>
                </a:lnTo>
                <a:lnTo>
                  <a:pt x="3049" y="2018"/>
                </a:lnTo>
                <a:lnTo>
                  <a:pt x="3049" y="2017"/>
                </a:lnTo>
                <a:lnTo>
                  <a:pt x="3048" y="2017"/>
                </a:lnTo>
                <a:lnTo>
                  <a:pt x="3047" y="2017"/>
                </a:lnTo>
                <a:lnTo>
                  <a:pt x="3046" y="2018"/>
                </a:lnTo>
                <a:lnTo>
                  <a:pt x="3045" y="2018"/>
                </a:lnTo>
                <a:lnTo>
                  <a:pt x="3044" y="2018"/>
                </a:lnTo>
                <a:lnTo>
                  <a:pt x="3044" y="2017"/>
                </a:lnTo>
                <a:lnTo>
                  <a:pt x="3044" y="2016"/>
                </a:lnTo>
                <a:lnTo>
                  <a:pt x="3044" y="2015"/>
                </a:lnTo>
                <a:lnTo>
                  <a:pt x="3043" y="2014"/>
                </a:lnTo>
                <a:lnTo>
                  <a:pt x="3042" y="2013"/>
                </a:lnTo>
                <a:lnTo>
                  <a:pt x="3042" y="2012"/>
                </a:lnTo>
                <a:lnTo>
                  <a:pt x="3042" y="2011"/>
                </a:lnTo>
                <a:lnTo>
                  <a:pt x="3041" y="2010"/>
                </a:lnTo>
                <a:lnTo>
                  <a:pt x="3040" y="2007"/>
                </a:lnTo>
                <a:lnTo>
                  <a:pt x="3039" y="2006"/>
                </a:lnTo>
                <a:lnTo>
                  <a:pt x="3038" y="2006"/>
                </a:lnTo>
                <a:lnTo>
                  <a:pt x="3037" y="2006"/>
                </a:lnTo>
                <a:lnTo>
                  <a:pt x="3036" y="2005"/>
                </a:lnTo>
                <a:lnTo>
                  <a:pt x="3035" y="2005"/>
                </a:lnTo>
                <a:lnTo>
                  <a:pt x="3034" y="2004"/>
                </a:lnTo>
                <a:lnTo>
                  <a:pt x="3034" y="2003"/>
                </a:lnTo>
                <a:lnTo>
                  <a:pt x="3033" y="2003"/>
                </a:lnTo>
                <a:lnTo>
                  <a:pt x="3032" y="2002"/>
                </a:lnTo>
                <a:lnTo>
                  <a:pt x="3031" y="2002"/>
                </a:lnTo>
                <a:lnTo>
                  <a:pt x="3030" y="2002"/>
                </a:lnTo>
                <a:lnTo>
                  <a:pt x="3029" y="2002"/>
                </a:lnTo>
                <a:lnTo>
                  <a:pt x="3028" y="2002"/>
                </a:lnTo>
                <a:lnTo>
                  <a:pt x="3027" y="2002"/>
                </a:lnTo>
                <a:lnTo>
                  <a:pt x="3026" y="2002"/>
                </a:lnTo>
                <a:lnTo>
                  <a:pt x="3026" y="2003"/>
                </a:lnTo>
                <a:lnTo>
                  <a:pt x="3025" y="2003"/>
                </a:lnTo>
                <a:lnTo>
                  <a:pt x="3024" y="2002"/>
                </a:lnTo>
                <a:lnTo>
                  <a:pt x="3023" y="2002"/>
                </a:lnTo>
                <a:lnTo>
                  <a:pt x="3022" y="2002"/>
                </a:lnTo>
                <a:lnTo>
                  <a:pt x="3021" y="2002"/>
                </a:lnTo>
                <a:lnTo>
                  <a:pt x="3020" y="2002"/>
                </a:lnTo>
                <a:lnTo>
                  <a:pt x="3019" y="2001"/>
                </a:lnTo>
                <a:lnTo>
                  <a:pt x="3018" y="2000"/>
                </a:lnTo>
                <a:lnTo>
                  <a:pt x="3017" y="1999"/>
                </a:lnTo>
                <a:lnTo>
                  <a:pt x="3015" y="1998"/>
                </a:lnTo>
                <a:lnTo>
                  <a:pt x="3014" y="1998"/>
                </a:lnTo>
                <a:lnTo>
                  <a:pt x="3014" y="1997"/>
                </a:lnTo>
                <a:lnTo>
                  <a:pt x="3013" y="1996"/>
                </a:lnTo>
                <a:lnTo>
                  <a:pt x="3013" y="1995"/>
                </a:lnTo>
                <a:lnTo>
                  <a:pt x="3012" y="1995"/>
                </a:lnTo>
                <a:lnTo>
                  <a:pt x="3011" y="1994"/>
                </a:lnTo>
                <a:lnTo>
                  <a:pt x="3011" y="1993"/>
                </a:lnTo>
                <a:lnTo>
                  <a:pt x="3011" y="1992"/>
                </a:lnTo>
                <a:lnTo>
                  <a:pt x="3011" y="1991"/>
                </a:lnTo>
                <a:lnTo>
                  <a:pt x="3010" y="1991"/>
                </a:lnTo>
                <a:lnTo>
                  <a:pt x="3010" y="1990"/>
                </a:lnTo>
                <a:lnTo>
                  <a:pt x="3009" y="1990"/>
                </a:lnTo>
                <a:lnTo>
                  <a:pt x="3008" y="1990"/>
                </a:lnTo>
                <a:lnTo>
                  <a:pt x="3007" y="1990"/>
                </a:lnTo>
                <a:lnTo>
                  <a:pt x="3006" y="1989"/>
                </a:lnTo>
                <a:lnTo>
                  <a:pt x="3005" y="1989"/>
                </a:lnTo>
                <a:lnTo>
                  <a:pt x="3004" y="1988"/>
                </a:lnTo>
                <a:lnTo>
                  <a:pt x="3003" y="1987"/>
                </a:lnTo>
                <a:lnTo>
                  <a:pt x="3003" y="1986"/>
                </a:lnTo>
                <a:lnTo>
                  <a:pt x="3002" y="1986"/>
                </a:lnTo>
                <a:lnTo>
                  <a:pt x="3001" y="1986"/>
                </a:lnTo>
                <a:lnTo>
                  <a:pt x="3000" y="1985"/>
                </a:lnTo>
                <a:lnTo>
                  <a:pt x="2999" y="1985"/>
                </a:lnTo>
                <a:lnTo>
                  <a:pt x="2998" y="1985"/>
                </a:lnTo>
                <a:lnTo>
                  <a:pt x="2997" y="1984"/>
                </a:lnTo>
                <a:lnTo>
                  <a:pt x="2997" y="1983"/>
                </a:lnTo>
                <a:lnTo>
                  <a:pt x="2996" y="1983"/>
                </a:lnTo>
                <a:lnTo>
                  <a:pt x="2996" y="1982"/>
                </a:lnTo>
                <a:lnTo>
                  <a:pt x="2995" y="1982"/>
                </a:lnTo>
                <a:lnTo>
                  <a:pt x="2995" y="1983"/>
                </a:lnTo>
                <a:lnTo>
                  <a:pt x="2994" y="1983"/>
                </a:lnTo>
                <a:lnTo>
                  <a:pt x="2994" y="1984"/>
                </a:lnTo>
                <a:lnTo>
                  <a:pt x="2993" y="1984"/>
                </a:lnTo>
                <a:lnTo>
                  <a:pt x="2992" y="1984"/>
                </a:lnTo>
                <a:lnTo>
                  <a:pt x="2991" y="1984"/>
                </a:lnTo>
                <a:lnTo>
                  <a:pt x="2990" y="1983"/>
                </a:lnTo>
                <a:lnTo>
                  <a:pt x="2990" y="1982"/>
                </a:lnTo>
                <a:lnTo>
                  <a:pt x="2989" y="1982"/>
                </a:lnTo>
                <a:lnTo>
                  <a:pt x="2989" y="1981"/>
                </a:lnTo>
                <a:lnTo>
                  <a:pt x="2988" y="1981"/>
                </a:lnTo>
                <a:lnTo>
                  <a:pt x="2987" y="1980"/>
                </a:lnTo>
                <a:lnTo>
                  <a:pt x="2987" y="1979"/>
                </a:lnTo>
                <a:lnTo>
                  <a:pt x="2986" y="1979"/>
                </a:lnTo>
                <a:lnTo>
                  <a:pt x="2986" y="1978"/>
                </a:lnTo>
                <a:lnTo>
                  <a:pt x="2985" y="1976"/>
                </a:lnTo>
                <a:lnTo>
                  <a:pt x="2984" y="1975"/>
                </a:lnTo>
                <a:lnTo>
                  <a:pt x="2983" y="1975"/>
                </a:lnTo>
                <a:lnTo>
                  <a:pt x="2983" y="1974"/>
                </a:lnTo>
                <a:lnTo>
                  <a:pt x="2983" y="1973"/>
                </a:lnTo>
                <a:lnTo>
                  <a:pt x="2983" y="1972"/>
                </a:lnTo>
                <a:lnTo>
                  <a:pt x="2983" y="1971"/>
                </a:lnTo>
                <a:lnTo>
                  <a:pt x="2983" y="1969"/>
                </a:lnTo>
                <a:lnTo>
                  <a:pt x="2982" y="1967"/>
                </a:lnTo>
                <a:lnTo>
                  <a:pt x="2980" y="1966"/>
                </a:lnTo>
                <a:lnTo>
                  <a:pt x="2979" y="1964"/>
                </a:lnTo>
                <a:lnTo>
                  <a:pt x="2978" y="1964"/>
                </a:lnTo>
                <a:lnTo>
                  <a:pt x="2976" y="1963"/>
                </a:lnTo>
                <a:lnTo>
                  <a:pt x="2975" y="1963"/>
                </a:lnTo>
                <a:lnTo>
                  <a:pt x="2975" y="1962"/>
                </a:lnTo>
                <a:lnTo>
                  <a:pt x="2975" y="1960"/>
                </a:lnTo>
                <a:lnTo>
                  <a:pt x="2974" y="1960"/>
                </a:lnTo>
                <a:lnTo>
                  <a:pt x="2973" y="1959"/>
                </a:lnTo>
                <a:lnTo>
                  <a:pt x="2971" y="1959"/>
                </a:lnTo>
                <a:lnTo>
                  <a:pt x="2969" y="1959"/>
                </a:lnTo>
                <a:lnTo>
                  <a:pt x="2969" y="1958"/>
                </a:lnTo>
                <a:lnTo>
                  <a:pt x="2968" y="1957"/>
                </a:lnTo>
                <a:lnTo>
                  <a:pt x="2967" y="1956"/>
                </a:lnTo>
                <a:lnTo>
                  <a:pt x="2966" y="1956"/>
                </a:lnTo>
                <a:lnTo>
                  <a:pt x="2965" y="1956"/>
                </a:lnTo>
                <a:lnTo>
                  <a:pt x="2964" y="1955"/>
                </a:lnTo>
                <a:lnTo>
                  <a:pt x="2963" y="1955"/>
                </a:lnTo>
                <a:lnTo>
                  <a:pt x="2962" y="1956"/>
                </a:lnTo>
                <a:lnTo>
                  <a:pt x="2961" y="1958"/>
                </a:lnTo>
                <a:lnTo>
                  <a:pt x="2961" y="1957"/>
                </a:lnTo>
                <a:lnTo>
                  <a:pt x="2960" y="1957"/>
                </a:lnTo>
                <a:lnTo>
                  <a:pt x="2960" y="1956"/>
                </a:lnTo>
                <a:lnTo>
                  <a:pt x="2959" y="1955"/>
                </a:lnTo>
                <a:lnTo>
                  <a:pt x="2958" y="1951"/>
                </a:lnTo>
                <a:lnTo>
                  <a:pt x="2958" y="1949"/>
                </a:lnTo>
                <a:lnTo>
                  <a:pt x="2958" y="1947"/>
                </a:lnTo>
                <a:lnTo>
                  <a:pt x="2957" y="1946"/>
                </a:lnTo>
                <a:lnTo>
                  <a:pt x="2956" y="1943"/>
                </a:lnTo>
                <a:lnTo>
                  <a:pt x="2954" y="1939"/>
                </a:lnTo>
                <a:lnTo>
                  <a:pt x="2953" y="1939"/>
                </a:lnTo>
                <a:lnTo>
                  <a:pt x="2952" y="1938"/>
                </a:lnTo>
                <a:lnTo>
                  <a:pt x="2950" y="1937"/>
                </a:lnTo>
                <a:lnTo>
                  <a:pt x="2949" y="1937"/>
                </a:lnTo>
                <a:lnTo>
                  <a:pt x="2947" y="1937"/>
                </a:lnTo>
                <a:lnTo>
                  <a:pt x="2944" y="1938"/>
                </a:lnTo>
                <a:lnTo>
                  <a:pt x="2943" y="1938"/>
                </a:lnTo>
                <a:lnTo>
                  <a:pt x="2943" y="1939"/>
                </a:lnTo>
                <a:lnTo>
                  <a:pt x="2943" y="1940"/>
                </a:lnTo>
                <a:lnTo>
                  <a:pt x="2943" y="1942"/>
                </a:lnTo>
                <a:lnTo>
                  <a:pt x="2943" y="1943"/>
                </a:lnTo>
                <a:lnTo>
                  <a:pt x="2943" y="1944"/>
                </a:lnTo>
                <a:lnTo>
                  <a:pt x="2942" y="1944"/>
                </a:lnTo>
                <a:lnTo>
                  <a:pt x="2940" y="1944"/>
                </a:lnTo>
                <a:lnTo>
                  <a:pt x="2937" y="1944"/>
                </a:lnTo>
                <a:lnTo>
                  <a:pt x="2936" y="1944"/>
                </a:lnTo>
                <a:lnTo>
                  <a:pt x="2935" y="1943"/>
                </a:lnTo>
                <a:lnTo>
                  <a:pt x="2934" y="1943"/>
                </a:lnTo>
                <a:lnTo>
                  <a:pt x="2934" y="1942"/>
                </a:lnTo>
                <a:lnTo>
                  <a:pt x="2933" y="1942"/>
                </a:lnTo>
                <a:lnTo>
                  <a:pt x="2931" y="1942"/>
                </a:lnTo>
                <a:lnTo>
                  <a:pt x="2930" y="1942"/>
                </a:lnTo>
                <a:lnTo>
                  <a:pt x="2929" y="1941"/>
                </a:lnTo>
                <a:lnTo>
                  <a:pt x="2928" y="1940"/>
                </a:lnTo>
                <a:lnTo>
                  <a:pt x="2927" y="1940"/>
                </a:lnTo>
                <a:lnTo>
                  <a:pt x="2926" y="1939"/>
                </a:lnTo>
                <a:lnTo>
                  <a:pt x="2925" y="1939"/>
                </a:lnTo>
                <a:lnTo>
                  <a:pt x="2925" y="1938"/>
                </a:lnTo>
                <a:lnTo>
                  <a:pt x="2924" y="1937"/>
                </a:lnTo>
                <a:lnTo>
                  <a:pt x="2924" y="1934"/>
                </a:lnTo>
                <a:lnTo>
                  <a:pt x="2924" y="1933"/>
                </a:lnTo>
                <a:lnTo>
                  <a:pt x="2923" y="1930"/>
                </a:lnTo>
                <a:lnTo>
                  <a:pt x="2923" y="1927"/>
                </a:lnTo>
                <a:lnTo>
                  <a:pt x="2924" y="1924"/>
                </a:lnTo>
                <a:lnTo>
                  <a:pt x="2923" y="1922"/>
                </a:lnTo>
                <a:lnTo>
                  <a:pt x="2922" y="1920"/>
                </a:lnTo>
                <a:lnTo>
                  <a:pt x="2921" y="1920"/>
                </a:lnTo>
                <a:lnTo>
                  <a:pt x="2917" y="1920"/>
                </a:lnTo>
                <a:lnTo>
                  <a:pt x="2914" y="1920"/>
                </a:lnTo>
                <a:lnTo>
                  <a:pt x="2912" y="1920"/>
                </a:lnTo>
                <a:lnTo>
                  <a:pt x="2912" y="1921"/>
                </a:lnTo>
                <a:lnTo>
                  <a:pt x="2910" y="1921"/>
                </a:lnTo>
                <a:lnTo>
                  <a:pt x="2908" y="1922"/>
                </a:lnTo>
                <a:lnTo>
                  <a:pt x="2904" y="1922"/>
                </a:lnTo>
                <a:lnTo>
                  <a:pt x="2901" y="1922"/>
                </a:lnTo>
                <a:lnTo>
                  <a:pt x="2898" y="1922"/>
                </a:lnTo>
                <a:lnTo>
                  <a:pt x="2895" y="1922"/>
                </a:lnTo>
                <a:lnTo>
                  <a:pt x="2894" y="1921"/>
                </a:lnTo>
                <a:lnTo>
                  <a:pt x="2893" y="1921"/>
                </a:lnTo>
                <a:lnTo>
                  <a:pt x="2891" y="1921"/>
                </a:lnTo>
                <a:lnTo>
                  <a:pt x="2890" y="1921"/>
                </a:lnTo>
                <a:lnTo>
                  <a:pt x="2889" y="1922"/>
                </a:lnTo>
                <a:lnTo>
                  <a:pt x="2887" y="1923"/>
                </a:lnTo>
                <a:lnTo>
                  <a:pt x="2885" y="1924"/>
                </a:lnTo>
                <a:lnTo>
                  <a:pt x="2884" y="1924"/>
                </a:lnTo>
                <a:lnTo>
                  <a:pt x="2881" y="1924"/>
                </a:lnTo>
                <a:lnTo>
                  <a:pt x="2877" y="1924"/>
                </a:lnTo>
                <a:lnTo>
                  <a:pt x="2873" y="1923"/>
                </a:lnTo>
                <a:lnTo>
                  <a:pt x="2872" y="1923"/>
                </a:lnTo>
                <a:lnTo>
                  <a:pt x="2871" y="1923"/>
                </a:lnTo>
                <a:lnTo>
                  <a:pt x="2870" y="1923"/>
                </a:lnTo>
                <a:lnTo>
                  <a:pt x="2870" y="1922"/>
                </a:lnTo>
                <a:lnTo>
                  <a:pt x="2869" y="1920"/>
                </a:lnTo>
                <a:lnTo>
                  <a:pt x="2868" y="1920"/>
                </a:lnTo>
                <a:lnTo>
                  <a:pt x="2867" y="1919"/>
                </a:lnTo>
                <a:lnTo>
                  <a:pt x="2867" y="1918"/>
                </a:lnTo>
                <a:lnTo>
                  <a:pt x="2866" y="1917"/>
                </a:lnTo>
                <a:lnTo>
                  <a:pt x="2866" y="1916"/>
                </a:lnTo>
                <a:lnTo>
                  <a:pt x="2865" y="1915"/>
                </a:lnTo>
                <a:lnTo>
                  <a:pt x="2864" y="1915"/>
                </a:lnTo>
                <a:lnTo>
                  <a:pt x="2863" y="1914"/>
                </a:lnTo>
                <a:lnTo>
                  <a:pt x="2862" y="1913"/>
                </a:lnTo>
                <a:lnTo>
                  <a:pt x="2861" y="1913"/>
                </a:lnTo>
                <a:lnTo>
                  <a:pt x="2860" y="1913"/>
                </a:lnTo>
                <a:lnTo>
                  <a:pt x="2858" y="1913"/>
                </a:lnTo>
                <a:lnTo>
                  <a:pt x="2857" y="1912"/>
                </a:lnTo>
                <a:lnTo>
                  <a:pt x="2857" y="1911"/>
                </a:lnTo>
                <a:lnTo>
                  <a:pt x="2857" y="1910"/>
                </a:lnTo>
                <a:lnTo>
                  <a:pt x="2857" y="1909"/>
                </a:lnTo>
                <a:lnTo>
                  <a:pt x="2857" y="1907"/>
                </a:lnTo>
                <a:lnTo>
                  <a:pt x="2857" y="1906"/>
                </a:lnTo>
                <a:lnTo>
                  <a:pt x="2857" y="1905"/>
                </a:lnTo>
                <a:lnTo>
                  <a:pt x="2856" y="1904"/>
                </a:lnTo>
                <a:lnTo>
                  <a:pt x="2855" y="1903"/>
                </a:lnTo>
                <a:lnTo>
                  <a:pt x="2854" y="1903"/>
                </a:lnTo>
                <a:lnTo>
                  <a:pt x="2854" y="1902"/>
                </a:lnTo>
                <a:lnTo>
                  <a:pt x="2853" y="1901"/>
                </a:lnTo>
                <a:lnTo>
                  <a:pt x="2853" y="1900"/>
                </a:lnTo>
                <a:lnTo>
                  <a:pt x="2852" y="1900"/>
                </a:lnTo>
                <a:lnTo>
                  <a:pt x="2851" y="1900"/>
                </a:lnTo>
                <a:lnTo>
                  <a:pt x="2851" y="1901"/>
                </a:lnTo>
                <a:lnTo>
                  <a:pt x="2850" y="1901"/>
                </a:lnTo>
                <a:lnTo>
                  <a:pt x="2849" y="1902"/>
                </a:lnTo>
                <a:lnTo>
                  <a:pt x="2848" y="1902"/>
                </a:lnTo>
                <a:lnTo>
                  <a:pt x="2847" y="1901"/>
                </a:lnTo>
                <a:lnTo>
                  <a:pt x="2845" y="1901"/>
                </a:lnTo>
                <a:lnTo>
                  <a:pt x="2844" y="1900"/>
                </a:lnTo>
                <a:lnTo>
                  <a:pt x="2843" y="1900"/>
                </a:lnTo>
                <a:lnTo>
                  <a:pt x="2842" y="1901"/>
                </a:lnTo>
                <a:lnTo>
                  <a:pt x="2841" y="1901"/>
                </a:lnTo>
                <a:lnTo>
                  <a:pt x="2841" y="1902"/>
                </a:lnTo>
                <a:lnTo>
                  <a:pt x="2840" y="1902"/>
                </a:lnTo>
                <a:lnTo>
                  <a:pt x="2839" y="1903"/>
                </a:lnTo>
                <a:lnTo>
                  <a:pt x="2838" y="1904"/>
                </a:lnTo>
                <a:lnTo>
                  <a:pt x="2837" y="1904"/>
                </a:lnTo>
                <a:lnTo>
                  <a:pt x="2837" y="1905"/>
                </a:lnTo>
                <a:lnTo>
                  <a:pt x="2836" y="1905"/>
                </a:lnTo>
                <a:lnTo>
                  <a:pt x="2835" y="1905"/>
                </a:lnTo>
                <a:lnTo>
                  <a:pt x="2834" y="1904"/>
                </a:lnTo>
                <a:lnTo>
                  <a:pt x="2833" y="1903"/>
                </a:lnTo>
                <a:lnTo>
                  <a:pt x="2832" y="1902"/>
                </a:lnTo>
                <a:lnTo>
                  <a:pt x="2831" y="1903"/>
                </a:lnTo>
                <a:lnTo>
                  <a:pt x="2830" y="1903"/>
                </a:lnTo>
                <a:lnTo>
                  <a:pt x="2829" y="1903"/>
                </a:lnTo>
                <a:lnTo>
                  <a:pt x="2828" y="1902"/>
                </a:lnTo>
                <a:lnTo>
                  <a:pt x="2827" y="1902"/>
                </a:lnTo>
                <a:lnTo>
                  <a:pt x="2827" y="1903"/>
                </a:lnTo>
                <a:lnTo>
                  <a:pt x="2826" y="1903"/>
                </a:lnTo>
                <a:lnTo>
                  <a:pt x="2825" y="1904"/>
                </a:lnTo>
                <a:lnTo>
                  <a:pt x="2824" y="1904"/>
                </a:lnTo>
                <a:lnTo>
                  <a:pt x="2823" y="1904"/>
                </a:lnTo>
                <a:lnTo>
                  <a:pt x="2822" y="1904"/>
                </a:lnTo>
                <a:lnTo>
                  <a:pt x="2822" y="1905"/>
                </a:lnTo>
                <a:lnTo>
                  <a:pt x="2821" y="1905"/>
                </a:lnTo>
                <a:lnTo>
                  <a:pt x="2820" y="1905"/>
                </a:lnTo>
                <a:lnTo>
                  <a:pt x="2817" y="1905"/>
                </a:lnTo>
                <a:lnTo>
                  <a:pt x="2816" y="1905"/>
                </a:lnTo>
                <a:lnTo>
                  <a:pt x="2816" y="1906"/>
                </a:lnTo>
                <a:lnTo>
                  <a:pt x="2815" y="1906"/>
                </a:lnTo>
                <a:lnTo>
                  <a:pt x="2813" y="1907"/>
                </a:lnTo>
                <a:lnTo>
                  <a:pt x="2812" y="1907"/>
                </a:lnTo>
                <a:lnTo>
                  <a:pt x="2812" y="1908"/>
                </a:lnTo>
                <a:lnTo>
                  <a:pt x="2811" y="1908"/>
                </a:lnTo>
                <a:lnTo>
                  <a:pt x="2810" y="1909"/>
                </a:lnTo>
                <a:lnTo>
                  <a:pt x="2808" y="1910"/>
                </a:lnTo>
                <a:lnTo>
                  <a:pt x="2807" y="1910"/>
                </a:lnTo>
                <a:lnTo>
                  <a:pt x="2806" y="1911"/>
                </a:lnTo>
                <a:lnTo>
                  <a:pt x="2805" y="1911"/>
                </a:lnTo>
                <a:lnTo>
                  <a:pt x="2803" y="1912"/>
                </a:lnTo>
                <a:lnTo>
                  <a:pt x="2802" y="1913"/>
                </a:lnTo>
                <a:lnTo>
                  <a:pt x="2801" y="1913"/>
                </a:lnTo>
                <a:lnTo>
                  <a:pt x="2800" y="1913"/>
                </a:lnTo>
                <a:lnTo>
                  <a:pt x="2799" y="1914"/>
                </a:lnTo>
                <a:lnTo>
                  <a:pt x="2798" y="1914"/>
                </a:lnTo>
                <a:lnTo>
                  <a:pt x="2797" y="1915"/>
                </a:lnTo>
                <a:lnTo>
                  <a:pt x="2796" y="1915"/>
                </a:lnTo>
                <a:lnTo>
                  <a:pt x="2795" y="1915"/>
                </a:lnTo>
                <a:lnTo>
                  <a:pt x="2794" y="1916"/>
                </a:lnTo>
                <a:lnTo>
                  <a:pt x="2792" y="1917"/>
                </a:lnTo>
                <a:lnTo>
                  <a:pt x="2790" y="1917"/>
                </a:lnTo>
                <a:lnTo>
                  <a:pt x="2790" y="1918"/>
                </a:lnTo>
                <a:lnTo>
                  <a:pt x="2789" y="1918"/>
                </a:lnTo>
                <a:lnTo>
                  <a:pt x="2788" y="1918"/>
                </a:lnTo>
                <a:lnTo>
                  <a:pt x="2787" y="1918"/>
                </a:lnTo>
                <a:lnTo>
                  <a:pt x="2786" y="1918"/>
                </a:lnTo>
                <a:lnTo>
                  <a:pt x="2785" y="1918"/>
                </a:lnTo>
                <a:lnTo>
                  <a:pt x="2784" y="1919"/>
                </a:lnTo>
                <a:lnTo>
                  <a:pt x="2783" y="1919"/>
                </a:lnTo>
                <a:lnTo>
                  <a:pt x="2782" y="1919"/>
                </a:lnTo>
                <a:lnTo>
                  <a:pt x="2781" y="1919"/>
                </a:lnTo>
                <a:lnTo>
                  <a:pt x="2779" y="1920"/>
                </a:lnTo>
                <a:lnTo>
                  <a:pt x="2778" y="1920"/>
                </a:lnTo>
                <a:lnTo>
                  <a:pt x="2776" y="1920"/>
                </a:lnTo>
                <a:lnTo>
                  <a:pt x="2774" y="1920"/>
                </a:lnTo>
                <a:lnTo>
                  <a:pt x="2773" y="1920"/>
                </a:lnTo>
                <a:lnTo>
                  <a:pt x="2772" y="1920"/>
                </a:lnTo>
                <a:lnTo>
                  <a:pt x="2771" y="1921"/>
                </a:lnTo>
                <a:lnTo>
                  <a:pt x="2770" y="1921"/>
                </a:lnTo>
                <a:lnTo>
                  <a:pt x="2769" y="1922"/>
                </a:lnTo>
                <a:lnTo>
                  <a:pt x="2768" y="1922"/>
                </a:lnTo>
                <a:lnTo>
                  <a:pt x="2767" y="1923"/>
                </a:lnTo>
                <a:lnTo>
                  <a:pt x="2766" y="1923"/>
                </a:lnTo>
                <a:lnTo>
                  <a:pt x="2765" y="1923"/>
                </a:lnTo>
                <a:lnTo>
                  <a:pt x="2764" y="1924"/>
                </a:lnTo>
                <a:lnTo>
                  <a:pt x="2763" y="1925"/>
                </a:lnTo>
                <a:lnTo>
                  <a:pt x="2762" y="1925"/>
                </a:lnTo>
                <a:lnTo>
                  <a:pt x="2762" y="1926"/>
                </a:lnTo>
                <a:lnTo>
                  <a:pt x="2761" y="1927"/>
                </a:lnTo>
                <a:lnTo>
                  <a:pt x="2760" y="1927"/>
                </a:lnTo>
                <a:lnTo>
                  <a:pt x="2760" y="1928"/>
                </a:lnTo>
                <a:lnTo>
                  <a:pt x="2759" y="1931"/>
                </a:lnTo>
                <a:lnTo>
                  <a:pt x="2758" y="1931"/>
                </a:lnTo>
                <a:lnTo>
                  <a:pt x="2758" y="1932"/>
                </a:lnTo>
                <a:lnTo>
                  <a:pt x="2758" y="1933"/>
                </a:lnTo>
                <a:lnTo>
                  <a:pt x="2758" y="1934"/>
                </a:lnTo>
                <a:lnTo>
                  <a:pt x="2758" y="1935"/>
                </a:lnTo>
                <a:lnTo>
                  <a:pt x="2757" y="1936"/>
                </a:lnTo>
                <a:lnTo>
                  <a:pt x="2756" y="1937"/>
                </a:lnTo>
                <a:lnTo>
                  <a:pt x="2756" y="1938"/>
                </a:lnTo>
                <a:lnTo>
                  <a:pt x="2755" y="1938"/>
                </a:lnTo>
                <a:lnTo>
                  <a:pt x="2755" y="1939"/>
                </a:lnTo>
                <a:lnTo>
                  <a:pt x="2755" y="1940"/>
                </a:lnTo>
                <a:lnTo>
                  <a:pt x="2755" y="1941"/>
                </a:lnTo>
                <a:lnTo>
                  <a:pt x="2755" y="1942"/>
                </a:lnTo>
                <a:lnTo>
                  <a:pt x="2755" y="1943"/>
                </a:lnTo>
                <a:lnTo>
                  <a:pt x="2754" y="1944"/>
                </a:lnTo>
                <a:lnTo>
                  <a:pt x="2753" y="1945"/>
                </a:lnTo>
                <a:lnTo>
                  <a:pt x="2752" y="1946"/>
                </a:lnTo>
                <a:lnTo>
                  <a:pt x="2751" y="1947"/>
                </a:lnTo>
                <a:lnTo>
                  <a:pt x="2750" y="1947"/>
                </a:lnTo>
                <a:lnTo>
                  <a:pt x="2749" y="1948"/>
                </a:lnTo>
                <a:lnTo>
                  <a:pt x="2748" y="1948"/>
                </a:lnTo>
                <a:lnTo>
                  <a:pt x="2747" y="1948"/>
                </a:lnTo>
                <a:lnTo>
                  <a:pt x="2747" y="1949"/>
                </a:lnTo>
                <a:lnTo>
                  <a:pt x="2746" y="1950"/>
                </a:lnTo>
                <a:lnTo>
                  <a:pt x="2745" y="1951"/>
                </a:lnTo>
                <a:lnTo>
                  <a:pt x="2745" y="1952"/>
                </a:lnTo>
                <a:lnTo>
                  <a:pt x="2743" y="1953"/>
                </a:lnTo>
                <a:lnTo>
                  <a:pt x="2743" y="1954"/>
                </a:lnTo>
                <a:lnTo>
                  <a:pt x="2742" y="1955"/>
                </a:lnTo>
                <a:lnTo>
                  <a:pt x="2741" y="1956"/>
                </a:lnTo>
                <a:lnTo>
                  <a:pt x="2740" y="1957"/>
                </a:lnTo>
                <a:lnTo>
                  <a:pt x="2739" y="1958"/>
                </a:lnTo>
                <a:lnTo>
                  <a:pt x="2739" y="1959"/>
                </a:lnTo>
                <a:lnTo>
                  <a:pt x="2739" y="1960"/>
                </a:lnTo>
                <a:lnTo>
                  <a:pt x="2738" y="1960"/>
                </a:lnTo>
                <a:lnTo>
                  <a:pt x="2738" y="1961"/>
                </a:lnTo>
                <a:lnTo>
                  <a:pt x="2737" y="1962"/>
                </a:lnTo>
                <a:lnTo>
                  <a:pt x="2736" y="1963"/>
                </a:lnTo>
                <a:lnTo>
                  <a:pt x="2735" y="1963"/>
                </a:lnTo>
                <a:lnTo>
                  <a:pt x="2735" y="1964"/>
                </a:lnTo>
                <a:lnTo>
                  <a:pt x="2734" y="1965"/>
                </a:lnTo>
                <a:lnTo>
                  <a:pt x="2733" y="1966"/>
                </a:lnTo>
                <a:lnTo>
                  <a:pt x="2732" y="1967"/>
                </a:lnTo>
                <a:lnTo>
                  <a:pt x="2731" y="1967"/>
                </a:lnTo>
                <a:lnTo>
                  <a:pt x="2730" y="1968"/>
                </a:lnTo>
                <a:lnTo>
                  <a:pt x="2729" y="1968"/>
                </a:lnTo>
                <a:lnTo>
                  <a:pt x="2729" y="1969"/>
                </a:lnTo>
                <a:lnTo>
                  <a:pt x="2728" y="1969"/>
                </a:lnTo>
                <a:lnTo>
                  <a:pt x="2727" y="1969"/>
                </a:lnTo>
                <a:lnTo>
                  <a:pt x="2726" y="1969"/>
                </a:lnTo>
                <a:lnTo>
                  <a:pt x="2725" y="1970"/>
                </a:lnTo>
                <a:lnTo>
                  <a:pt x="2724" y="1970"/>
                </a:lnTo>
                <a:lnTo>
                  <a:pt x="2723" y="1970"/>
                </a:lnTo>
                <a:lnTo>
                  <a:pt x="2722" y="1970"/>
                </a:lnTo>
                <a:lnTo>
                  <a:pt x="2721" y="1971"/>
                </a:lnTo>
                <a:lnTo>
                  <a:pt x="2720" y="1971"/>
                </a:lnTo>
                <a:lnTo>
                  <a:pt x="2719" y="1971"/>
                </a:lnTo>
                <a:lnTo>
                  <a:pt x="2718" y="1972"/>
                </a:lnTo>
                <a:lnTo>
                  <a:pt x="2717" y="1972"/>
                </a:lnTo>
                <a:lnTo>
                  <a:pt x="2716" y="1973"/>
                </a:lnTo>
                <a:lnTo>
                  <a:pt x="2715" y="1973"/>
                </a:lnTo>
                <a:lnTo>
                  <a:pt x="2714" y="1973"/>
                </a:lnTo>
                <a:lnTo>
                  <a:pt x="2714" y="1974"/>
                </a:lnTo>
                <a:lnTo>
                  <a:pt x="2713" y="1974"/>
                </a:lnTo>
                <a:lnTo>
                  <a:pt x="2711" y="1975"/>
                </a:lnTo>
                <a:lnTo>
                  <a:pt x="2710" y="1975"/>
                </a:lnTo>
                <a:lnTo>
                  <a:pt x="2709" y="1976"/>
                </a:lnTo>
                <a:lnTo>
                  <a:pt x="2707" y="1977"/>
                </a:lnTo>
                <a:lnTo>
                  <a:pt x="2706" y="1977"/>
                </a:lnTo>
                <a:lnTo>
                  <a:pt x="2705" y="1978"/>
                </a:lnTo>
                <a:lnTo>
                  <a:pt x="2704" y="1978"/>
                </a:lnTo>
                <a:lnTo>
                  <a:pt x="2703" y="1978"/>
                </a:lnTo>
                <a:lnTo>
                  <a:pt x="2702" y="1979"/>
                </a:lnTo>
                <a:lnTo>
                  <a:pt x="2701" y="1979"/>
                </a:lnTo>
                <a:lnTo>
                  <a:pt x="2700" y="1980"/>
                </a:lnTo>
                <a:lnTo>
                  <a:pt x="2699" y="1980"/>
                </a:lnTo>
                <a:lnTo>
                  <a:pt x="2698" y="1980"/>
                </a:lnTo>
                <a:lnTo>
                  <a:pt x="2697" y="1980"/>
                </a:lnTo>
                <a:lnTo>
                  <a:pt x="2696" y="1980"/>
                </a:lnTo>
                <a:lnTo>
                  <a:pt x="2696" y="1981"/>
                </a:lnTo>
                <a:lnTo>
                  <a:pt x="2695" y="1981"/>
                </a:lnTo>
                <a:lnTo>
                  <a:pt x="2694" y="1981"/>
                </a:lnTo>
                <a:lnTo>
                  <a:pt x="2693" y="1981"/>
                </a:lnTo>
                <a:lnTo>
                  <a:pt x="2692" y="1981"/>
                </a:lnTo>
                <a:lnTo>
                  <a:pt x="2690" y="1981"/>
                </a:lnTo>
                <a:lnTo>
                  <a:pt x="2689" y="1981"/>
                </a:lnTo>
                <a:lnTo>
                  <a:pt x="2688" y="1982"/>
                </a:lnTo>
                <a:lnTo>
                  <a:pt x="2687" y="1982"/>
                </a:lnTo>
                <a:lnTo>
                  <a:pt x="2687" y="1983"/>
                </a:lnTo>
                <a:lnTo>
                  <a:pt x="2686" y="1983"/>
                </a:lnTo>
                <a:lnTo>
                  <a:pt x="2684" y="1984"/>
                </a:lnTo>
                <a:lnTo>
                  <a:pt x="2684" y="1985"/>
                </a:lnTo>
                <a:lnTo>
                  <a:pt x="2683" y="1985"/>
                </a:lnTo>
                <a:lnTo>
                  <a:pt x="2682" y="1985"/>
                </a:lnTo>
                <a:lnTo>
                  <a:pt x="2681" y="1985"/>
                </a:lnTo>
                <a:lnTo>
                  <a:pt x="2680" y="1985"/>
                </a:lnTo>
                <a:lnTo>
                  <a:pt x="2679" y="1985"/>
                </a:lnTo>
                <a:lnTo>
                  <a:pt x="2677" y="1985"/>
                </a:lnTo>
                <a:lnTo>
                  <a:pt x="2676" y="1985"/>
                </a:lnTo>
                <a:lnTo>
                  <a:pt x="2675" y="1986"/>
                </a:lnTo>
                <a:lnTo>
                  <a:pt x="2674" y="1986"/>
                </a:lnTo>
                <a:lnTo>
                  <a:pt x="2674" y="1985"/>
                </a:lnTo>
                <a:lnTo>
                  <a:pt x="2673" y="1985"/>
                </a:lnTo>
                <a:lnTo>
                  <a:pt x="2672" y="1986"/>
                </a:lnTo>
                <a:lnTo>
                  <a:pt x="2672" y="1987"/>
                </a:lnTo>
                <a:lnTo>
                  <a:pt x="2672" y="1988"/>
                </a:lnTo>
                <a:lnTo>
                  <a:pt x="2671" y="1988"/>
                </a:lnTo>
                <a:lnTo>
                  <a:pt x="2670" y="1988"/>
                </a:lnTo>
                <a:lnTo>
                  <a:pt x="2670" y="1989"/>
                </a:lnTo>
                <a:lnTo>
                  <a:pt x="2669" y="1989"/>
                </a:lnTo>
                <a:lnTo>
                  <a:pt x="2667" y="1989"/>
                </a:lnTo>
                <a:lnTo>
                  <a:pt x="2666" y="1989"/>
                </a:lnTo>
                <a:lnTo>
                  <a:pt x="2665" y="1988"/>
                </a:lnTo>
                <a:lnTo>
                  <a:pt x="2664" y="1988"/>
                </a:lnTo>
                <a:lnTo>
                  <a:pt x="2663" y="1988"/>
                </a:lnTo>
                <a:lnTo>
                  <a:pt x="2662" y="1988"/>
                </a:lnTo>
                <a:lnTo>
                  <a:pt x="2662" y="1987"/>
                </a:lnTo>
                <a:lnTo>
                  <a:pt x="2661" y="1987"/>
                </a:lnTo>
                <a:lnTo>
                  <a:pt x="2660" y="1987"/>
                </a:lnTo>
                <a:lnTo>
                  <a:pt x="2659" y="1987"/>
                </a:lnTo>
                <a:lnTo>
                  <a:pt x="2658" y="1987"/>
                </a:lnTo>
                <a:lnTo>
                  <a:pt x="2657" y="1986"/>
                </a:lnTo>
                <a:lnTo>
                  <a:pt x="2656" y="1986"/>
                </a:lnTo>
                <a:lnTo>
                  <a:pt x="2655" y="1986"/>
                </a:lnTo>
                <a:lnTo>
                  <a:pt x="2654" y="1987"/>
                </a:lnTo>
                <a:lnTo>
                  <a:pt x="2653" y="1987"/>
                </a:lnTo>
                <a:lnTo>
                  <a:pt x="2653" y="1988"/>
                </a:lnTo>
                <a:lnTo>
                  <a:pt x="2652" y="1988"/>
                </a:lnTo>
                <a:lnTo>
                  <a:pt x="2652" y="1987"/>
                </a:lnTo>
                <a:lnTo>
                  <a:pt x="2651" y="1987"/>
                </a:lnTo>
                <a:lnTo>
                  <a:pt x="2650" y="1987"/>
                </a:lnTo>
                <a:lnTo>
                  <a:pt x="2649" y="1987"/>
                </a:lnTo>
                <a:lnTo>
                  <a:pt x="2649" y="1988"/>
                </a:lnTo>
                <a:lnTo>
                  <a:pt x="2648" y="1988"/>
                </a:lnTo>
                <a:lnTo>
                  <a:pt x="2647" y="1989"/>
                </a:lnTo>
                <a:lnTo>
                  <a:pt x="2646" y="1989"/>
                </a:lnTo>
                <a:lnTo>
                  <a:pt x="2646" y="1988"/>
                </a:lnTo>
                <a:lnTo>
                  <a:pt x="2645" y="1988"/>
                </a:lnTo>
                <a:lnTo>
                  <a:pt x="2644" y="1987"/>
                </a:lnTo>
                <a:lnTo>
                  <a:pt x="2643" y="1987"/>
                </a:lnTo>
                <a:lnTo>
                  <a:pt x="2642" y="1987"/>
                </a:lnTo>
                <a:lnTo>
                  <a:pt x="2642" y="1986"/>
                </a:lnTo>
                <a:lnTo>
                  <a:pt x="2642" y="1985"/>
                </a:lnTo>
                <a:lnTo>
                  <a:pt x="2642" y="1984"/>
                </a:lnTo>
                <a:lnTo>
                  <a:pt x="2642" y="1983"/>
                </a:lnTo>
                <a:lnTo>
                  <a:pt x="2641" y="1983"/>
                </a:lnTo>
                <a:lnTo>
                  <a:pt x="2640" y="1982"/>
                </a:lnTo>
                <a:lnTo>
                  <a:pt x="2639" y="1982"/>
                </a:lnTo>
                <a:lnTo>
                  <a:pt x="2638" y="1982"/>
                </a:lnTo>
                <a:lnTo>
                  <a:pt x="2637" y="1982"/>
                </a:lnTo>
                <a:lnTo>
                  <a:pt x="2636" y="1982"/>
                </a:lnTo>
                <a:lnTo>
                  <a:pt x="2635" y="1982"/>
                </a:lnTo>
                <a:lnTo>
                  <a:pt x="2634" y="1982"/>
                </a:lnTo>
                <a:lnTo>
                  <a:pt x="2633" y="1982"/>
                </a:lnTo>
                <a:lnTo>
                  <a:pt x="2632" y="1983"/>
                </a:lnTo>
                <a:lnTo>
                  <a:pt x="2631" y="1983"/>
                </a:lnTo>
                <a:lnTo>
                  <a:pt x="2631" y="1984"/>
                </a:lnTo>
                <a:lnTo>
                  <a:pt x="2631" y="1985"/>
                </a:lnTo>
                <a:lnTo>
                  <a:pt x="2630" y="1986"/>
                </a:lnTo>
                <a:lnTo>
                  <a:pt x="2630" y="1987"/>
                </a:lnTo>
                <a:lnTo>
                  <a:pt x="2629" y="1987"/>
                </a:lnTo>
                <a:lnTo>
                  <a:pt x="2628" y="1987"/>
                </a:lnTo>
                <a:lnTo>
                  <a:pt x="2627" y="1987"/>
                </a:lnTo>
                <a:lnTo>
                  <a:pt x="2626" y="1988"/>
                </a:lnTo>
                <a:lnTo>
                  <a:pt x="2625" y="1988"/>
                </a:lnTo>
                <a:lnTo>
                  <a:pt x="2624" y="1988"/>
                </a:lnTo>
                <a:lnTo>
                  <a:pt x="2624" y="1987"/>
                </a:lnTo>
                <a:lnTo>
                  <a:pt x="2623" y="1987"/>
                </a:lnTo>
                <a:lnTo>
                  <a:pt x="2622" y="1988"/>
                </a:lnTo>
                <a:lnTo>
                  <a:pt x="2621" y="1988"/>
                </a:lnTo>
                <a:lnTo>
                  <a:pt x="2620" y="1988"/>
                </a:lnTo>
                <a:lnTo>
                  <a:pt x="2619" y="1988"/>
                </a:lnTo>
                <a:lnTo>
                  <a:pt x="2618" y="1988"/>
                </a:lnTo>
                <a:lnTo>
                  <a:pt x="2617" y="1989"/>
                </a:lnTo>
                <a:lnTo>
                  <a:pt x="2615" y="1990"/>
                </a:lnTo>
                <a:lnTo>
                  <a:pt x="2614" y="1990"/>
                </a:lnTo>
                <a:lnTo>
                  <a:pt x="2613" y="1990"/>
                </a:lnTo>
                <a:lnTo>
                  <a:pt x="2612" y="1990"/>
                </a:lnTo>
                <a:lnTo>
                  <a:pt x="2611" y="1990"/>
                </a:lnTo>
                <a:lnTo>
                  <a:pt x="2610" y="1992"/>
                </a:lnTo>
                <a:lnTo>
                  <a:pt x="2609" y="1992"/>
                </a:lnTo>
                <a:lnTo>
                  <a:pt x="2608" y="1993"/>
                </a:lnTo>
                <a:lnTo>
                  <a:pt x="2607" y="1994"/>
                </a:lnTo>
                <a:lnTo>
                  <a:pt x="2606" y="1994"/>
                </a:lnTo>
                <a:lnTo>
                  <a:pt x="2605" y="1994"/>
                </a:lnTo>
                <a:lnTo>
                  <a:pt x="2604" y="1995"/>
                </a:lnTo>
                <a:lnTo>
                  <a:pt x="2603" y="1995"/>
                </a:lnTo>
                <a:lnTo>
                  <a:pt x="2602" y="1995"/>
                </a:lnTo>
                <a:lnTo>
                  <a:pt x="2601" y="1996"/>
                </a:lnTo>
                <a:lnTo>
                  <a:pt x="2600" y="1996"/>
                </a:lnTo>
                <a:lnTo>
                  <a:pt x="2598" y="1996"/>
                </a:lnTo>
                <a:lnTo>
                  <a:pt x="2597" y="1996"/>
                </a:lnTo>
                <a:lnTo>
                  <a:pt x="2596" y="1996"/>
                </a:lnTo>
                <a:lnTo>
                  <a:pt x="2595" y="1996"/>
                </a:lnTo>
                <a:lnTo>
                  <a:pt x="2594" y="1996"/>
                </a:lnTo>
                <a:lnTo>
                  <a:pt x="2592" y="1996"/>
                </a:lnTo>
                <a:lnTo>
                  <a:pt x="2591" y="1996"/>
                </a:lnTo>
                <a:lnTo>
                  <a:pt x="2591" y="1997"/>
                </a:lnTo>
                <a:lnTo>
                  <a:pt x="2591" y="1998"/>
                </a:lnTo>
                <a:lnTo>
                  <a:pt x="2591" y="1999"/>
                </a:lnTo>
                <a:lnTo>
                  <a:pt x="2591" y="2000"/>
                </a:lnTo>
                <a:lnTo>
                  <a:pt x="2591" y="2001"/>
                </a:lnTo>
                <a:lnTo>
                  <a:pt x="2591" y="2002"/>
                </a:lnTo>
                <a:lnTo>
                  <a:pt x="2590" y="2002"/>
                </a:lnTo>
                <a:lnTo>
                  <a:pt x="2589" y="2003"/>
                </a:lnTo>
                <a:lnTo>
                  <a:pt x="2588" y="2003"/>
                </a:lnTo>
                <a:lnTo>
                  <a:pt x="2587" y="2003"/>
                </a:lnTo>
                <a:lnTo>
                  <a:pt x="2586" y="2003"/>
                </a:lnTo>
                <a:lnTo>
                  <a:pt x="2585" y="2003"/>
                </a:lnTo>
                <a:lnTo>
                  <a:pt x="2585" y="2004"/>
                </a:lnTo>
                <a:lnTo>
                  <a:pt x="2584" y="2004"/>
                </a:lnTo>
                <a:lnTo>
                  <a:pt x="2584" y="2005"/>
                </a:lnTo>
                <a:lnTo>
                  <a:pt x="2583" y="2005"/>
                </a:lnTo>
                <a:lnTo>
                  <a:pt x="2583" y="2006"/>
                </a:lnTo>
                <a:lnTo>
                  <a:pt x="2582" y="2006"/>
                </a:lnTo>
                <a:lnTo>
                  <a:pt x="2582" y="2007"/>
                </a:lnTo>
                <a:lnTo>
                  <a:pt x="2581" y="2008"/>
                </a:lnTo>
                <a:lnTo>
                  <a:pt x="2580" y="2009"/>
                </a:lnTo>
                <a:lnTo>
                  <a:pt x="2579" y="2010"/>
                </a:lnTo>
                <a:lnTo>
                  <a:pt x="2578" y="2011"/>
                </a:lnTo>
                <a:lnTo>
                  <a:pt x="2577" y="2012"/>
                </a:lnTo>
                <a:lnTo>
                  <a:pt x="2576" y="2013"/>
                </a:lnTo>
                <a:lnTo>
                  <a:pt x="2575" y="2013"/>
                </a:lnTo>
                <a:lnTo>
                  <a:pt x="2574" y="2014"/>
                </a:lnTo>
                <a:lnTo>
                  <a:pt x="2573" y="2014"/>
                </a:lnTo>
                <a:lnTo>
                  <a:pt x="2572" y="2014"/>
                </a:lnTo>
                <a:lnTo>
                  <a:pt x="2571" y="2014"/>
                </a:lnTo>
                <a:lnTo>
                  <a:pt x="2570" y="2015"/>
                </a:lnTo>
                <a:lnTo>
                  <a:pt x="2569" y="2015"/>
                </a:lnTo>
                <a:lnTo>
                  <a:pt x="2568" y="2015"/>
                </a:lnTo>
                <a:lnTo>
                  <a:pt x="2565" y="2016"/>
                </a:lnTo>
                <a:lnTo>
                  <a:pt x="2564" y="2016"/>
                </a:lnTo>
                <a:lnTo>
                  <a:pt x="2563" y="2016"/>
                </a:lnTo>
                <a:lnTo>
                  <a:pt x="2562" y="2016"/>
                </a:lnTo>
                <a:lnTo>
                  <a:pt x="2561" y="2017"/>
                </a:lnTo>
                <a:lnTo>
                  <a:pt x="2560" y="2017"/>
                </a:lnTo>
                <a:lnTo>
                  <a:pt x="2558" y="2017"/>
                </a:lnTo>
                <a:lnTo>
                  <a:pt x="2556" y="2018"/>
                </a:lnTo>
                <a:lnTo>
                  <a:pt x="2554" y="2019"/>
                </a:lnTo>
                <a:lnTo>
                  <a:pt x="2553" y="2019"/>
                </a:lnTo>
                <a:lnTo>
                  <a:pt x="2553" y="2020"/>
                </a:lnTo>
                <a:lnTo>
                  <a:pt x="2552" y="2020"/>
                </a:lnTo>
                <a:lnTo>
                  <a:pt x="2551" y="2022"/>
                </a:lnTo>
                <a:lnTo>
                  <a:pt x="2550" y="2022"/>
                </a:lnTo>
                <a:lnTo>
                  <a:pt x="2549" y="2023"/>
                </a:lnTo>
                <a:lnTo>
                  <a:pt x="2548" y="2023"/>
                </a:lnTo>
                <a:lnTo>
                  <a:pt x="2548" y="2024"/>
                </a:lnTo>
                <a:lnTo>
                  <a:pt x="2547" y="2024"/>
                </a:lnTo>
                <a:lnTo>
                  <a:pt x="2546" y="2025"/>
                </a:lnTo>
                <a:lnTo>
                  <a:pt x="2545" y="2026"/>
                </a:lnTo>
                <a:lnTo>
                  <a:pt x="2544" y="2027"/>
                </a:lnTo>
                <a:lnTo>
                  <a:pt x="2543" y="2027"/>
                </a:lnTo>
                <a:lnTo>
                  <a:pt x="2542" y="2027"/>
                </a:lnTo>
                <a:lnTo>
                  <a:pt x="2541" y="2027"/>
                </a:lnTo>
                <a:lnTo>
                  <a:pt x="2541" y="2028"/>
                </a:lnTo>
                <a:lnTo>
                  <a:pt x="2540" y="2028"/>
                </a:lnTo>
                <a:lnTo>
                  <a:pt x="2539" y="2028"/>
                </a:lnTo>
                <a:lnTo>
                  <a:pt x="2539" y="2029"/>
                </a:lnTo>
                <a:lnTo>
                  <a:pt x="2538" y="2029"/>
                </a:lnTo>
                <a:lnTo>
                  <a:pt x="2537" y="2030"/>
                </a:lnTo>
                <a:lnTo>
                  <a:pt x="2536" y="2031"/>
                </a:lnTo>
                <a:lnTo>
                  <a:pt x="2535" y="2032"/>
                </a:lnTo>
                <a:lnTo>
                  <a:pt x="2534" y="2033"/>
                </a:lnTo>
                <a:lnTo>
                  <a:pt x="2533" y="2034"/>
                </a:lnTo>
                <a:lnTo>
                  <a:pt x="2531" y="2035"/>
                </a:lnTo>
                <a:lnTo>
                  <a:pt x="2531" y="2036"/>
                </a:lnTo>
                <a:lnTo>
                  <a:pt x="2529" y="2038"/>
                </a:lnTo>
                <a:lnTo>
                  <a:pt x="2528" y="2038"/>
                </a:lnTo>
                <a:lnTo>
                  <a:pt x="2527" y="2039"/>
                </a:lnTo>
                <a:lnTo>
                  <a:pt x="2526" y="2040"/>
                </a:lnTo>
                <a:lnTo>
                  <a:pt x="2525" y="2040"/>
                </a:lnTo>
                <a:lnTo>
                  <a:pt x="2524" y="2041"/>
                </a:lnTo>
                <a:lnTo>
                  <a:pt x="2523" y="2041"/>
                </a:lnTo>
                <a:lnTo>
                  <a:pt x="2523" y="2042"/>
                </a:lnTo>
                <a:lnTo>
                  <a:pt x="2522" y="2042"/>
                </a:lnTo>
                <a:lnTo>
                  <a:pt x="2520" y="2043"/>
                </a:lnTo>
                <a:lnTo>
                  <a:pt x="2519" y="2044"/>
                </a:lnTo>
                <a:lnTo>
                  <a:pt x="2517" y="2045"/>
                </a:lnTo>
                <a:lnTo>
                  <a:pt x="2515" y="2048"/>
                </a:lnTo>
                <a:lnTo>
                  <a:pt x="2514" y="2048"/>
                </a:lnTo>
                <a:lnTo>
                  <a:pt x="2513" y="2049"/>
                </a:lnTo>
                <a:lnTo>
                  <a:pt x="2512" y="2050"/>
                </a:lnTo>
                <a:lnTo>
                  <a:pt x="2509" y="2052"/>
                </a:lnTo>
                <a:lnTo>
                  <a:pt x="2508" y="2053"/>
                </a:lnTo>
                <a:lnTo>
                  <a:pt x="2504" y="2057"/>
                </a:lnTo>
                <a:lnTo>
                  <a:pt x="2504" y="2058"/>
                </a:lnTo>
                <a:lnTo>
                  <a:pt x="2503" y="2058"/>
                </a:lnTo>
                <a:lnTo>
                  <a:pt x="2502" y="2059"/>
                </a:lnTo>
                <a:lnTo>
                  <a:pt x="2501" y="2060"/>
                </a:lnTo>
                <a:lnTo>
                  <a:pt x="2499" y="2061"/>
                </a:lnTo>
                <a:lnTo>
                  <a:pt x="2499" y="2062"/>
                </a:lnTo>
                <a:lnTo>
                  <a:pt x="2498" y="2063"/>
                </a:lnTo>
                <a:lnTo>
                  <a:pt x="2497" y="2063"/>
                </a:lnTo>
                <a:lnTo>
                  <a:pt x="2497" y="2064"/>
                </a:lnTo>
                <a:lnTo>
                  <a:pt x="2496" y="2065"/>
                </a:lnTo>
                <a:lnTo>
                  <a:pt x="2495" y="2065"/>
                </a:lnTo>
                <a:lnTo>
                  <a:pt x="2495" y="2066"/>
                </a:lnTo>
                <a:lnTo>
                  <a:pt x="2494" y="2066"/>
                </a:lnTo>
                <a:lnTo>
                  <a:pt x="2494" y="2067"/>
                </a:lnTo>
                <a:lnTo>
                  <a:pt x="2493" y="2068"/>
                </a:lnTo>
                <a:lnTo>
                  <a:pt x="2492" y="2069"/>
                </a:lnTo>
                <a:lnTo>
                  <a:pt x="2491" y="2070"/>
                </a:lnTo>
                <a:lnTo>
                  <a:pt x="2490" y="2071"/>
                </a:lnTo>
                <a:lnTo>
                  <a:pt x="2489" y="2072"/>
                </a:lnTo>
                <a:lnTo>
                  <a:pt x="2487" y="2074"/>
                </a:lnTo>
                <a:lnTo>
                  <a:pt x="2486" y="2074"/>
                </a:lnTo>
                <a:lnTo>
                  <a:pt x="2485" y="2075"/>
                </a:lnTo>
                <a:lnTo>
                  <a:pt x="2484" y="2076"/>
                </a:lnTo>
                <a:lnTo>
                  <a:pt x="2483" y="2076"/>
                </a:lnTo>
                <a:lnTo>
                  <a:pt x="2483" y="2077"/>
                </a:lnTo>
                <a:lnTo>
                  <a:pt x="2481" y="2078"/>
                </a:lnTo>
                <a:lnTo>
                  <a:pt x="2480" y="2079"/>
                </a:lnTo>
                <a:lnTo>
                  <a:pt x="2479" y="2081"/>
                </a:lnTo>
                <a:lnTo>
                  <a:pt x="2478" y="2082"/>
                </a:lnTo>
                <a:lnTo>
                  <a:pt x="2477" y="2082"/>
                </a:lnTo>
                <a:lnTo>
                  <a:pt x="2476" y="2084"/>
                </a:lnTo>
                <a:lnTo>
                  <a:pt x="2475" y="2085"/>
                </a:lnTo>
                <a:lnTo>
                  <a:pt x="2474" y="2086"/>
                </a:lnTo>
                <a:lnTo>
                  <a:pt x="2473" y="2087"/>
                </a:lnTo>
                <a:lnTo>
                  <a:pt x="2472" y="2088"/>
                </a:lnTo>
                <a:lnTo>
                  <a:pt x="2471" y="2089"/>
                </a:lnTo>
                <a:lnTo>
                  <a:pt x="2470" y="2090"/>
                </a:lnTo>
                <a:lnTo>
                  <a:pt x="2470" y="2091"/>
                </a:lnTo>
                <a:lnTo>
                  <a:pt x="2468" y="2092"/>
                </a:lnTo>
                <a:lnTo>
                  <a:pt x="2468" y="2093"/>
                </a:lnTo>
                <a:lnTo>
                  <a:pt x="2467" y="2094"/>
                </a:lnTo>
                <a:lnTo>
                  <a:pt x="2466" y="2095"/>
                </a:lnTo>
                <a:lnTo>
                  <a:pt x="2465" y="2097"/>
                </a:lnTo>
                <a:lnTo>
                  <a:pt x="2464" y="2099"/>
                </a:lnTo>
                <a:lnTo>
                  <a:pt x="2464" y="2100"/>
                </a:lnTo>
                <a:lnTo>
                  <a:pt x="2465" y="2102"/>
                </a:lnTo>
                <a:lnTo>
                  <a:pt x="2465" y="2103"/>
                </a:lnTo>
                <a:lnTo>
                  <a:pt x="2465" y="2104"/>
                </a:lnTo>
                <a:lnTo>
                  <a:pt x="2465" y="2105"/>
                </a:lnTo>
                <a:lnTo>
                  <a:pt x="2465" y="2106"/>
                </a:lnTo>
                <a:lnTo>
                  <a:pt x="2464" y="2111"/>
                </a:lnTo>
                <a:lnTo>
                  <a:pt x="2464" y="2112"/>
                </a:lnTo>
                <a:lnTo>
                  <a:pt x="2463" y="2114"/>
                </a:lnTo>
                <a:lnTo>
                  <a:pt x="2463" y="2115"/>
                </a:lnTo>
                <a:lnTo>
                  <a:pt x="2461" y="2119"/>
                </a:lnTo>
                <a:lnTo>
                  <a:pt x="2461" y="2120"/>
                </a:lnTo>
                <a:lnTo>
                  <a:pt x="2460" y="2121"/>
                </a:lnTo>
                <a:lnTo>
                  <a:pt x="2459" y="2122"/>
                </a:lnTo>
                <a:lnTo>
                  <a:pt x="2458" y="2123"/>
                </a:lnTo>
                <a:lnTo>
                  <a:pt x="2457" y="2123"/>
                </a:lnTo>
                <a:lnTo>
                  <a:pt x="2456" y="2123"/>
                </a:lnTo>
                <a:lnTo>
                  <a:pt x="2455" y="2123"/>
                </a:lnTo>
                <a:lnTo>
                  <a:pt x="2453" y="2123"/>
                </a:lnTo>
                <a:lnTo>
                  <a:pt x="2452" y="2123"/>
                </a:lnTo>
                <a:lnTo>
                  <a:pt x="2451" y="2123"/>
                </a:lnTo>
                <a:lnTo>
                  <a:pt x="2449" y="2123"/>
                </a:lnTo>
                <a:lnTo>
                  <a:pt x="2447" y="2124"/>
                </a:lnTo>
                <a:lnTo>
                  <a:pt x="2446" y="2124"/>
                </a:lnTo>
                <a:lnTo>
                  <a:pt x="2445" y="2124"/>
                </a:lnTo>
                <a:lnTo>
                  <a:pt x="2444" y="2124"/>
                </a:lnTo>
                <a:lnTo>
                  <a:pt x="2441" y="2124"/>
                </a:lnTo>
                <a:lnTo>
                  <a:pt x="2440" y="2124"/>
                </a:lnTo>
                <a:lnTo>
                  <a:pt x="2439" y="2125"/>
                </a:lnTo>
                <a:lnTo>
                  <a:pt x="2438" y="2125"/>
                </a:lnTo>
                <a:lnTo>
                  <a:pt x="2437" y="2126"/>
                </a:lnTo>
                <a:lnTo>
                  <a:pt x="2436" y="2126"/>
                </a:lnTo>
                <a:lnTo>
                  <a:pt x="2435" y="2127"/>
                </a:lnTo>
                <a:lnTo>
                  <a:pt x="2434" y="2127"/>
                </a:lnTo>
                <a:lnTo>
                  <a:pt x="2434" y="2128"/>
                </a:lnTo>
                <a:lnTo>
                  <a:pt x="2433" y="2128"/>
                </a:lnTo>
                <a:lnTo>
                  <a:pt x="2432" y="2129"/>
                </a:lnTo>
                <a:lnTo>
                  <a:pt x="2431" y="2129"/>
                </a:lnTo>
                <a:lnTo>
                  <a:pt x="2430" y="2129"/>
                </a:lnTo>
                <a:lnTo>
                  <a:pt x="2429" y="2130"/>
                </a:lnTo>
                <a:lnTo>
                  <a:pt x="2427" y="2130"/>
                </a:lnTo>
                <a:lnTo>
                  <a:pt x="2427" y="2131"/>
                </a:lnTo>
                <a:lnTo>
                  <a:pt x="2426" y="2131"/>
                </a:lnTo>
                <a:lnTo>
                  <a:pt x="2425" y="2131"/>
                </a:lnTo>
                <a:lnTo>
                  <a:pt x="2424" y="2131"/>
                </a:lnTo>
                <a:lnTo>
                  <a:pt x="2423" y="2132"/>
                </a:lnTo>
                <a:lnTo>
                  <a:pt x="2422" y="2132"/>
                </a:lnTo>
                <a:lnTo>
                  <a:pt x="2420" y="2133"/>
                </a:lnTo>
                <a:lnTo>
                  <a:pt x="2418" y="2133"/>
                </a:lnTo>
                <a:lnTo>
                  <a:pt x="2417" y="2134"/>
                </a:lnTo>
                <a:lnTo>
                  <a:pt x="2415" y="2134"/>
                </a:lnTo>
                <a:lnTo>
                  <a:pt x="2414" y="2134"/>
                </a:lnTo>
                <a:lnTo>
                  <a:pt x="2412" y="2134"/>
                </a:lnTo>
                <a:lnTo>
                  <a:pt x="2409" y="2134"/>
                </a:lnTo>
                <a:lnTo>
                  <a:pt x="2408" y="2134"/>
                </a:lnTo>
                <a:lnTo>
                  <a:pt x="2407" y="2134"/>
                </a:lnTo>
                <a:lnTo>
                  <a:pt x="2406" y="2134"/>
                </a:lnTo>
                <a:lnTo>
                  <a:pt x="2405" y="2134"/>
                </a:lnTo>
                <a:lnTo>
                  <a:pt x="2405" y="2135"/>
                </a:lnTo>
                <a:lnTo>
                  <a:pt x="2402" y="2135"/>
                </a:lnTo>
                <a:lnTo>
                  <a:pt x="2401" y="2134"/>
                </a:lnTo>
                <a:lnTo>
                  <a:pt x="2400" y="2134"/>
                </a:lnTo>
                <a:lnTo>
                  <a:pt x="2399" y="2135"/>
                </a:lnTo>
                <a:lnTo>
                  <a:pt x="2398" y="2135"/>
                </a:lnTo>
                <a:lnTo>
                  <a:pt x="2398" y="2134"/>
                </a:lnTo>
                <a:lnTo>
                  <a:pt x="2398" y="2135"/>
                </a:lnTo>
                <a:lnTo>
                  <a:pt x="2397" y="2135"/>
                </a:lnTo>
                <a:lnTo>
                  <a:pt x="2396" y="2135"/>
                </a:lnTo>
                <a:lnTo>
                  <a:pt x="2395" y="2135"/>
                </a:lnTo>
                <a:lnTo>
                  <a:pt x="2394" y="2135"/>
                </a:lnTo>
                <a:lnTo>
                  <a:pt x="2390" y="2135"/>
                </a:lnTo>
                <a:lnTo>
                  <a:pt x="2389" y="2135"/>
                </a:lnTo>
                <a:lnTo>
                  <a:pt x="2388" y="2135"/>
                </a:lnTo>
                <a:lnTo>
                  <a:pt x="2387" y="2134"/>
                </a:lnTo>
                <a:lnTo>
                  <a:pt x="2385" y="2134"/>
                </a:lnTo>
                <a:lnTo>
                  <a:pt x="2384" y="2134"/>
                </a:lnTo>
                <a:lnTo>
                  <a:pt x="2383" y="2134"/>
                </a:lnTo>
                <a:lnTo>
                  <a:pt x="2382" y="2134"/>
                </a:lnTo>
                <a:lnTo>
                  <a:pt x="2381" y="2134"/>
                </a:lnTo>
                <a:lnTo>
                  <a:pt x="2380" y="2134"/>
                </a:lnTo>
                <a:lnTo>
                  <a:pt x="2379" y="2134"/>
                </a:lnTo>
                <a:lnTo>
                  <a:pt x="2377" y="2133"/>
                </a:lnTo>
                <a:lnTo>
                  <a:pt x="2376" y="2133"/>
                </a:lnTo>
                <a:lnTo>
                  <a:pt x="2375" y="2133"/>
                </a:lnTo>
                <a:lnTo>
                  <a:pt x="2374" y="2133"/>
                </a:lnTo>
                <a:lnTo>
                  <a:pt x="2373" y="2133"/>
                </a:lnTo>
                <a:lnTo>
                  <a:pt x="2368" y="2133"/>
                </a:lnTo>
                <a:lnTo>
                  <a:pt x="2367" y="2133"/>
                </a:lnTo>
                <a:lnTo>
                  <a:pt x="2364" y="2133"/>
                </a:lnTo>
                <a:lnTo>
                  <a:pt x="2363" y="2133"/>
                </a:lnTo>
                <a:lnTo>
                  <a:pt x="2356" y="2133"/>
                </a:lnTo>
                <a:lnTo>
                  <a:pt x="2355" y="2133"/>
                </a:lnTo>
                <a:lnTo>
                  <a:pt x="2352" y="2133"/>
                </a:lnTo>
                <a:lnTo>
                  <a:pt x="2351" y="2133"/>
                </a:lnTo>
                <a:lnTo>
                  <a:pt x="2349" y="2133"/>
                </a:lnTo>
                <a:lnTo>
                  <a:pt x="2348" y="2133"/>
                </a:lnTo>
                <a:lnTo>
                  <a:pt x="2346" y="2133"/>
                </a:lnTo>
                <a:lnTo>
                  <a:pt x="2345" y="2133"/>
                </a:lnTo>
                <a:lnTo>
                  <a:pt x="2343" y="2134"/>
                </a:lnTo>
                <a:lnTo>
                  <a:pt x="2340" y="2134"/>
                </a:lnTo>
                <a:lnTo>
                  <a:pt x="2336" y="2134"/>
                </a:lnTo>
                <a:lnTo>
                  <a:pt x="2335" y="2134"/>
                </a:lnTo>
                <a:lnTo>
                  <a:pt x="2334" y="2134"/>
                </a:lnTo>
                <a:lnTo>
                  <a:pt x="2332" y="2134"/>
                </a:lnTo>
                <a:lnTo>
                  <a:pt x="2331" y="2134"/>
                </a:lnTo>
                <a:lnTo>
                  <a:pt x="2328" y="2134"/>
                </a:lnTo>
                <a:lnTo>
                  <a:pt x="2327" y="2134"/>
                </a:lnTo>
                <a:lnTo>
                  <a:pt x="2326" y="2134"/>
                </a:lnTo>
                <a:lnTo>
                  <a:pt x="2325" y="2134"/>
                </a:lnTo>
                <a:lnTo>
                  <a:pt x="2323" y="2134"/>
                </a:lnTo>
                <a:lnTo>
                  <a:pt x="2322" y="2134"/>
                </a:lnTo>
                <a:lnTo>
                  <a:pt x="2321" y="2134"/>
                </a:lnTo>
                <a:lnTo>
                  <a:pt x="2320" y="2134"/>
                </a:lnTo>
                <a:lnTo>
                  <a:pt x="2319" y="2134"/>
                </a:lnTo>
                <a:lnTo>
                  <a:pt x="2318" y="2134"/>
                </a:lnTo>
                <a:lnTo>
                  <a:pt x="2316" y="2134"/>
                </a:lnTo>
                <a:lnTo>
                  <a:pt x="2315" y="2133"/>
                </a:lnTo>
                <a:lnTo>
                  <a:pt x="2314" y="2133"/>
                </a:lnTo>
                <a:lnTo>
                  <a:pt x="2312" y="2132"/>
                </a:lnTo>
                <a:lnTo>
                  <a:pt x="2312" y="2131"/>
                </a:lnTo>
                <a:lnTo>
                  <a:pt x="2310" y="2130"/>
                </a:lnTo>
                <a:lnTo>
                  <a:pt x="2309" y="2130"/>
                </a:lnTo>
                <a:lnTo>
                  <a:pt x="2308" y="2129"/>
                </a:lnTo>
                <a:lnTo>
                  <a:pt x="2307" y="2129"/>
                </a:lnTo>
                <a:lnTo>
                  <a:pt x="2306" y="2128"/>
                </a:lnTo>
                <a:lnTo>
                  <a:pt x="2305" y="2128"/>
                </a:lnTo>
                <a:lnTo>
                  <a:pt x="2304" y="2127"/>
                </a:lnTo>
                <a:lnTo>
                  <a:pt x="2303" y="2127"/>
                </a:lnTo>
                <a:lnTo>
                  <a:pt x="2302" y="2126"/>
                </a:lnTo>
                <a:lnTo>
                  <a:pt x="2301" y="2126"/>
                </a:lnTo>
                <a:lnTo>
                  <a:pt x="2300" y="2126"/>
                </a:lnTo>
                <a:lnTo>
                  <a:pt x="2299" y="2126"/>
                </a:lnTo>
                <a:lnTo>
                  <a:pt x="2298" y="2126"/>
                </a:lnTo>
                <a:lnTo>
                  <a:pt x="2298" y="2125"/>
                </a:lnTo>
                <a:lnTo>
                  <a:pt x="2296" y="2125"/>
                </a:lnTo>
                <a:lnTo>
                  <a:pt x="2295" y="2125"/>
                </a:lnTo>
                <a:lnTo>
                  <a:pt x="2294" y="2124"/>
                </a:lnTo>
                <a:lnTo>
                  <a:pt x="2293" y="2124"/>
                </a:lnTo>
                <a:lnTo>
                  <a:pt x="2291" y="2124"/>
                </a:lnTo>
                <a:lnTo>
                  <a:pt x="2291" y="2123"/>
                </a:lnTo>
                <a:lnTo>
                  <a:pt x="2290" y="2123"/>
                </a:lnTo>
                <a:lnTo>
                  <a:pt x="2288" y="2123"/>
                </a:lnTo>
                <a:lnTo>
                  <a:pt x="2287" y="2123"/>
                </a:lnTo>
                <a:lnTo>
                  <a:pt x="2285" y="2123"/>
                </a:lnTo>
                <a:lnTo>
                  <a:pt x="2284" y="2123"/>
                </a:lnTo>
                <a:lnTo>
                  <a:pt x="2283" y="2123"/>
                </a:lnTo>
                <a:lnTo>
                  <a:pt x="2282" y="2123"/>
                </a:lnTo>
                <a:lnTo>
                  <a:pt x="2282" y="2124"/>
                </a:lnTo>
                <a:lnTo>
                  <a:pt x="2281" y="2124"/>
                </a:lnTo>
                <a:lnTo>
                  <a:pt x="2280" y="2124"/>
                </a:lnTo>
                <a:lnTo>
                  <a:pt x="2279" y="2124"/>
                </a:lnTo>
                <a:lnTo>
                  <a:pt x="2278" y="2124"/>
                </a:lnTo>
                <a:lnTo>
                  <a:pt x="2277" y="2125"/>
                </a:lnTo>
                <a:lnTo>
                  <a:pt x="2276" y="2125"/>
                </a:lnTo>
                <a:lnTo>
                  <a:pt x="2275" y="2125"/>
                </a:lnTo>
                <a:lnTo>
                  <a:pt x="2275" y="2126"/>
                </a:lnTo>
                <a:lnTo>
                  <a:pt x="2274" y="2126"/>
                </a:lnTo>
                <a:lnTo>
                  <a:pt x="2273" y="2126"/>
                </a:lnTo>
                <a:lnTo>
                  <a:pt x="2272" y="2126"/>
                </a:lnTo>
                <a:lnTo>
                  <a:pt x="2271" y="2126"/>
                </a:lnTo>
                <a:lnTo>
                  <a:pt x="2270" y="2126"/>
                </a:lnTo>
                <a:lnTo>
                  <a:pt x="2269" y="2126"/>
                </a:lnTo>
                <a:lnTo>
                  <a:pt x="2268" y="2125"/>
                </a:lnTo>
                <a:lnTo>
                  <a:pt x="2267" y="2125"/>
                </a:lnTo>
                <a:lnTo>
                  <a:pt x="2266" y="2124"/>
                </a:lnTo>
                <a:lnTo>
                  <a:pt x="2265" y="2124"/>
                </a:lnTo>
                <a:lnTo>
                  <a:pt x="2265" y="2123"/>
                </a:lnTo>
                <a:lnTo>
                  <a:pt x="2264" y="2123"/>
                </a:lnTo>
                <a:lnTo>
                  <a:pt x="2263" y="2122"/>
                </a:lnTo>
                <a:lnTo>
                  <a:pt x="2262" y="2122"/>
                </a:lnTo>
                <a:lnTo>
                  <a:pt x="2261" y="2121"/>
                </a:lnTo>
                <a:lnTo>
                  <a:pt x="2260" y="2120"/>
                </a:lnTo>
                <a:lnTo>
                  <a:pt x="2259" y="2119"/>
                </a:lnTo>
                <a:lnTo>
                  <a:pt x="2258" y="2119"/>
                </a:lnTo>
                <a:lnTo>
                  <a:pt x="2257" y="2119"/>
                </a:lnTo>
                <a:lnTo>
                  <a:pt x="2257" y="2118"/>
                </a:lnTo>
                <a:lnTo>
                  <a:pt x="2256" y="2118"/>
                </a:lnTo>
                <a:lnTo>
                  <a:pt x="2254" y="2116"/>
                </a:lnTo>
                <a:lnTo>
                  <a:pt x="2253" y="2116"/>
                </a:lnTo>
                <a:lnTo>
                  <a:pt x="2253" y="2115"/>
                </a:lnTo>
                <a:lnTo>
                  <a:pt x="2252" y="2114"/>
                </a:lnTo>
                <a:lnTo>
                  <a:pt x="2251" y="2114"/>
                </a:lnTo>
                <a:lnTo>
                  <a:pt x="2250" y="2113"/>
                </a:lnTo>
                <a:lnTo>
                  <a:pt x="2249" y="2112"/>
                </a:lnTo>
                <a:lnTo>
                  <a:pt x="2248" y="2112"/>
                </a:lnTo>
                <a:lnTo>
                  <a:pt x="2247" y="2112"/>
                </a:lnTo>
                <a:lnTo>
                  <a:pt x="2246" y="2111"/>
                </a:lnTo>
                <a:lnTo>
                  <a:pt x="2245" y="2111"/>
                </a:lnTo>
                <a:lnTo>
                  <a:pt x="2244" y="2111"/>
                </a:lnTo>
                <a:lnTo>
                  <a:pt x="2242" y="2111"/>
                </a:lnTo>
                <a:lnTo>
                  <a:pt x="2233" y="2111"/>
                </a:lnTo>
                <a:lnTo>
                  <a:pt x="2232" y="2111"/>
                </a:lnTo>
                <a:lnTo>
                  <a:pt x="2231" y="2111"/>
                </a:lnTo>
                <a:lnTo>
                  <a:pt x="2230" y="2111"/>
                </a:lnTo>
                <a:lnTo>
                  <a:pt x="2229" y="2111"/>
                </a:lnTo>
                <a:lnTo>
                  <a:pt x="2228" y="2111"/>
                </a:lnTo>
                <a:lnTo>
                  <a:pt x="2225" y="2112"/>
                </a:lnTo>
                <a:lnTo>
                  <a:pt x="2224" y="2112"/>
                </a:lnTo>
                <a:lnTo>
                  <a:pt x="2223" y="2112"/>
                </a:lnTo>
                <a:lnTo>
                  <a:pt x="2222" y="2112"/>
                </a:lnTo>
                <a:lnTo>
                  <a:pt x="2222" y="2113"/>
                </a:lnTo>
                <a:lnTo>
                  <a:pt x="2221" y="2113"/>
                </a:lnTo>
                <a:lnTo>
                  <a:pt x="2219" y="2113"/>
                </a:lnTo>
                <a:lnTo>
                  <a:pt x="2219" y="2114"/>
                </a:lnTo>
                <a:lnTo>
                  <a:pt x="2218" y="2114"/>
                </a:lnTo>
                <a:lnTo>
                  <a:pt x="2217" y="2114"/>
                </a:lnTo>
                <a:lnTo>
                  <a:pt x="2216" y="2114"/>
                </a:lnTo>
                <a:lnTo>
                  <a:pt x="2215" y="2114"/>
                </a:lnTo>
                <a:lnTo>
                  <a:pt x="2214" y="2114"/>
                </a:lnTo>
                <a:lnTo>
                  <a:pt x="2213" y="2115"/>
                </a:lnTo>
                <a:lnTo>
                  <a:pt x="2212" y="2115"/>
                </a:lnTo>
                <a:lnTo>
                  <a:pt x="2211" y="2115"/>
                </a:lnTo>
                <a:lnTo>
                  <a:pt x="2210" y="2115"/>
                </a:lnTo>
                <a:lnTo>
                  <a:pt x="2209" y="2115"/>
                </a:lnTo>
                <a:lnTo>
                  <a:pt x="2208" y="2115"/>
                </a:lnTo>
                <a:lnTo>
                  <a:pt x="2208" y="2116"/>
                </a:lnTo>
                <a:lnTo>
                  <a:pt x="2207" y="2116"/>
                </a:lnTo>
                <a:lnTo>
                  <a:pt x="2206" y="2116"/>
                </a:lnTo>
                <a:lnTo>
                  <a:pt x="2205" y="2116"/>
                </a:lnTo>
                <a:lnTo>
                  <a:pt x="2202" y="2116"/>
                </a:lnTo>
                <a:lnTo>
                  <a:pt x="2201" y="2116"/>
                </a:lnTo>
                <a:lnTo>
                  <a:pt x="2199" y="2116"/>
                </a:lnTo>
                <a:lnTo>
                  <a:pt x="2198" y="2116"/>
                </a:lnTo>
                <a:lnTo>
                  <a:pt x="2197" y="2116"/>
                </a:lnTo>
                <a:lnTo>
                  <a:pt x="2195" y="2116"/>
                </a:lnTo>
                <a:lnTo>
                  <a:pt x="2193" y="2116"/>
                </a:lnTo>
                <a:lnTo>
                  <a:pt x="2193" y="2117"/>
                </a:lnTo>
                <a:lnTo>
                  <a:pt x="2192" y="2117"/>
                </a:lnTo>
                <a:lnTo>
                  <a:pt x="2191" y="2117"/>
                </a:lnTo>
                <a:lnTo>
                  <a:pt x="2188" y="2117"/>
                </a:lnTo>
                <a:lnTo>
                  <a:pt x="2187" y="2117"/>
                </a:lnTo>
                <a:lnTo>
                  <a:pt x="2186" y="2117"/>
                </a:lnTo>
                <a:lnTo>
                  <a:pt x="2184" y="2117"/>
                </a:lnTo>
                <a:lnTo>
                  <a:pt x="2180" y="2117"/>
                </a:lnTo>
                <a:lnTo>
                  <a:pt x="2180" y="2118"/>
                </a:lnTo>
                <a:lnTo>
                  <a:pt x="2179" y="2118"/>
                </a:lnTo>
                <a:lnTo>
                  <a:pt x="2178" y="2118"/>
                </a:lnTo>
                <a:lnTo>
                  <a:pt x="2177" y="2118"/>
                </a:lnTo>
                <a:lnTo>
                  <a:pt x="2176" y="2118"/>
                </a:lnTo>
                <a:lnTo>
                  <a:pt x="2175" y="2118"/>
                </a:lnTo>
                <a:lnTo>
                  <a:pt x="2174" y="2118"/>
                </a:lnTo>
                <a:lnTo>
                  <a:pt x="2173" y="2118"/>
                </a:lnTo>
                <a:lnTo>
                  <a:pt x="2172" y="2118"/>
                </a:lnTo>
                <a:lnTo>
                  <a:pt x="2171" y="2118"/>
                </a:lnTo>
                <a:lnTo>
                  <a:pt x="2170" y="2119"/>
                </a:lnTo>
                <a:lnTo>
                  <a:pt x="2167" y="2120"/>
                </a:lnTo>
                <a:lnTo>
                  <a:pt x="2166" y="2120"/>
                </a:lnTo>
                <a:lnTo>
                  <a:pt x="2165" y="2120"/>
                </a:lnTo>
                <a:lnTo>
                  <a:pt x="2163" y="2120"/>
                </a:lnTo>
                <a:lnTo>
                  <a:pt x="2162" y="2120"/>
                </a:lnTo>
                <a:lnTo>
                  <a:pt x="2161" y="2120"/>
                </a:lnTo>
                <a:lnTo>
                  <a:pt x="2159" y="2120"/>
                </a:lnTo>
                <a:lnTo>
                  <a:pt x="2158" y="2121"/>
                </a:lnTo>
                <a:lnTo>
                  <a:pt x="2157" y="2121"/>
                </a:lnTo>
                <a:lnTo>
                  <a:pt x="2156" y="2121"/>
                </a:lnTo>
                <a:lnTo>
                  <a:pt x="2155" y="2121"/>
                </a:lnTo>
                <a:lnTo>
                  <a:pt x="2154" y="2121"/>
                </a:lnTo>
                <a:lnTo>
                  <a:pt x="2153" y="2121"/>
                </a:lnTo>
                <a:lnTo>
                  <a:pt x="2151" y="2120"/>
                </a:lnTo>
                <a:lnTo>
                  <a:pt x="2149" y="2120"/>
                </a:lnTo>
                <a:lnTo>
                  <a:pt x="2148" y="2120"/>
                </a:lnTo>
                <a:lnTo>
                  <a:pt x="2147" y="2120"/>
                </a:lnTo>
                <a:lnTo>
                  <a:pt x="2146" y="2120"/>
                </a:lnTo>
                <a:lnTo>
                  <a:pt x="2145" y="2120"/>
                </a:lnTo>
                <a:lnTo>
                  <a:pt x="2144" y="2119"/>
                </a:lnTo>
                <a:lnTo>
                  <a:pt x="2141" y="2119"/>
                </a:lnTo>
                <a:lnTo>
                  <a:pt x="2142" y="2118"/>
                </a:lnTo>
                <a:lnTo>
                  <a:pt x="2143" y="2117"/>
                </a:lnTo>
                <a:lnTo>
                  <a:pt x="2144" y="2117"/>
                </a:lnTo>
                <a:lnTo>
                  <a:pt x="2144" y="2116"/>
                </a:lnTo>
                <a:lnTo>
                  <a:pt x="2145" y="2116"/>
                </a:lnTo>
                <a:lnTo>
                  <a:pt x="2145" y="2115"/>
                </a:lnTo>
                <a:lnTo>
                  <a:pt x="2145" y="2114"/>
                </a:lnTo>
                <a:lnTo>
                  <a:pt x="2146" y="2114"/>
                </a:lnTo>
                <a:lnTo>
                  <a:pt x="2146" y="2113"/>
                </a:lnTo>
                <a:lnTo>
                  <a:pt x="2146" y="2112"/>
                </a:lnTo>
                <a:lnTo>
                  <a:pt x="2147" y="2111"/>
                </a:lnTo>
                <a:lnTo>
                  <a:pt x="2147" y="2110"/>
                </a:lnTo>
                <a:lnTo>
                  <a:pt x="2147" y="2109"/>
                </a:lnTo>
                <a:lnTo>
                  <a:pt x="2148" y="2108"/>
                </a:lnTo>
                <a:lnTo>
                  <a:pt x="2148" y="2107"/>
                </a:lnTo>
                <a:lnTo>
                  <a:pt x="2148" y="2106"/>
                </a:lnTo>
                <a:lnTo>
                  <a:pt x="2148" y="2105"/>
                </a:lnTo>
                <a:lnTo>
                  <a:pt x="2149" y="2104"/>
                </a:lnTo>
                <a:lnTo>
                  <a:pt x="2149" y="2103"/>
                </a:lnTo>
                <a:lnTo>
                  <a:pt x="2149" y="2102"/>
                </a:lnTo>
                <a:lnTo>
                  <a:pt x="2149" y="2101"/>
                </a:lnTo>
                <a:lnTo>
                  <a:pt x="2150" y="2100"/>
                </a:lnTo>
                <a:lnTo>
                  <a:pt x="2150" y="2099"/>
                </a:lnTo>
                <a:lnTo>
                  <a:pt x="2151" y="2098"/>
                </a:lnTo>
                <a:lnTo>
                  <a:pt x="2151" y="2097"/>
                </a:lnTo>
                <a:lnTo>
                  <a:pt x="2151" y="2096"/>
                </a:lnTo>
                <a:lnTo>
                  <a:pt x="2150" y="2095"/>
                </a:lnTo>
                <a:lnTo>
                  <a:pt x="2149" y="2094"/>
                </a:lnTo>
                <a:lnTo>
                  <a:pt x="2148" y="2093"/>
                </a:lnTo>
                <a:lnTo>
                  <a:pt x="2148" y="2092"/>
                </a:lnTo>
                <a:lnTo>
                  <a:pt x="2148" y="2090"/>
                </a:lnTo>
                <a:lnTo>
                  <a:pt x="2148" y="2089"/>
                </a:lnTo>
                <a:lnTo>
                  <a:pt x="2148" y="2088"/>
                </a:lnTo>
                <a:lnTo>
                  <a:pt x="2147" y="2088"/>
                </a:lnTo>
                <a:lnTo>
                  <a:pt x="2147" y="2087"/>
                </a:lnTo>
                <a:lnTo>
                  <a:pt x="2146" y="2087"/>
                </a:lnTo>
                <a:lnTo>
                  <a:pt x="2146" y="2086"/>
                </a:lnTo>
                <a:lnTo>
                  <a:pt x="2145" y="2086"/>
                </a:lnTo>
                <a:lnTo>
                  <a:pt x="2144" y="2086"/>
                </a:lnTo>
                <a:lnTo>
                  <a:pt x="2144" y="2085"/>
                </a:lnTo>
                <a:lnTo>
                  <a:pt x="2144" y="2083"/>
                </a:lnTo>
                <a:lnTo>
                  <a:pt x="2145" y="2083"/>
                </a:lnTo>
                <a:lnTo>
                  <a:pt x="2145" y="2082"/>
                </a:lnTo>
                <a:lnTo>
                  <a:pt x="2146" y="2082"/>
                </a:lnTo>
                <a:lnTo>
                  <a:pt x="2145" y="2082"/>
                </a:lnTo>
                <a:lnTo>
                  <a:pt x="2145" y="2081"/>
                </a:lnTo>
                <a:lnTo>
                  <a:pt x="2144" y="2080"/>
                </a:lnTo>
                <a:lnTo>
                  <a:pt x="2143" y="2080"/>
                </a:lnTo>
                <a:lnTo>
                  <a:pt x="2143" y="2079"/>
                </a:lnTo>
                <a:lnTo>
                  <a:pt x="2142" y="2079"/>
                </a:lnTo>
                <a:lnTo>
                  <a:pt x="2142" y="2078"/>
                </a:lnTo>
                <a:lnTo>
                  <a:pt x="2141" y="2078"/>
                </a:lnTo>
                <a:lnTo>
                  <a:pt x="2140" y="2078"/>
                </a:lnTo>
                <a:lnTo>
                  <a:pt x="2139" y="2078"/>
                </a:lnTo>
                <a:lnTo>
                  <a:pt x="2139" y="2077"/>
                </a:lnTo>
                <a:lnTo>
                  <a:pt x="2139" y="2076"/>
                </a:lnTo>
                <a:lnTo>
                  <a:pt x="2138" y="2076"/>
                </a:lnTo>
                <a:lnTo>
                  <a:pt x="2138" y="2075"/>
                </a:lnTo>
                <a:lnTo>
                  <a:pt x="2138" y="2074"/>
                </a:lnTo>
                <a:lnTo>
                  <a:pt x="2138" y="2073"/>
                </a:lnTo>
                <a:lnTo>
                  <a:pt x="2137" y="2072"/>
                </a:lnTo>
                <a:lnTo>
                  <a:pt x="2137" y="2071"/>
                </a:lnTo>
                <a:lnTo>
                  <a:pt x="2138" y="2070"/>
                </a:lnTo>
                <a:lnTo>
                  <a:pt x="2138" y="2069"/>
                </a:lnTo>
                <a:lnTo>
                  <a:pt x="2137" y="2069"/>
                </a:lnTo>
                <a:lnTo>
                  <a:pt x="2138" y="2068"/>
                </a:lnTo>
                <a:lnTo>
                  <a:pt x="2137" y="2068"/>
                </a:lnTo>
                <a:lnTo>
                  <a:pt x="2137" y="2066"/>
                </a:lnTo>
                <a:lnTo>
                  <a:pt x="2137" y="2065"/>
                </a:lnTo>
                <a:lnTo>
                  <a:pt x="2137" y="2064"/>
                </a:lnTo>
                <a:lnTo>
                  <a:pt x="2138" y="2064"/>
                </a:lnTo>
                <a:lnTo>
                  <a:pt x="2138" y="2063"/>
                </a:lnTo>
                <a:lnTo>
                  <a:pt x="2139" y="2063"/>
                </a:lnTo>
                <a:lnTo>
                  <a:pt x="2140" y="2061"/>
                </a:lnTo>
                <a:lnTo>
                  <a:pt x="2140" y="2060"/>
                </a:lnTo>
                <a:lnTo>
                  <a:pt x="2140" y="2059"/>
                </a:lnTo>
                <a:lnTo>
                  <a:pt x="2139" y="2058"/>
                </a:lnTo>
                <a:lnTo>
                  <a:pt x="2140" y="2058"/>
                </a:lnTo>
                <a:lnTo>
                  <a:pt x="2140" y="2057"/>
                </a:lnTo>
                <a:lnTo>
                  <a:pt x="2140" y="2056"/>
                </a:lnTo>
                <a:lnTo>
                  <a:pt x="2139" y="2056"/>
                </a:lnTo>
                <a:lnTo>
                  <a:pt x="2139" y="2055"/>
                </a:lnTo>
                <a:lnTo>
                  <a:pt x="2139" y="2054"/>
                </a:lnTo>
                <a:lnTo>
                  <a:pt x="2139" y="2053"/>
                </a:lnTo>
                <a:lnTo>
                  <a:pt x="2140" y="2053"/>
                </a:lnTo>
                <a:lnTo>
                  <a:pt x="2141" y="2053"/>
                </a:lnTo>
                <a:lnTo>
                  <a:pt x="2141" y="2052"/>
                </a:lnTo>
                <a:lnTo>
                  <a:pt x="2141" y="2051"/>
                </a:lnTo>
                <a:lnTo>
                  <a:pt x="2142" y="2051"/>
                </a:lnTo>
                <a:lnTo>
                  <a:pt x="2143" y="2051"/>
                </a:lnTo>
                <a:lnTo>
                  <a:pt x="2144" y="2051"/>
                </a:lnTo>
                <a:lnTo>
                  <a:pt x="2145" y="2051"/>
                </a:lnTo>
                <a:lnTo>
                  <a:pt x="2145" y="2050"/>
                </a:lnTo>
                <a:lnTo>
                  <a:pt x="2146" y="2050"/>
                </a:lnTo>
                <a:lnTo>
                  <a:pt x="2146" y="2049"/>
                </a:lnTo>
                <a:lnTo>
                  <a:pt x="2146" y="2048"/>
                </a:lnTo>
                <a:lnTo>
                  <a:pt x="2146" y="2047"/>
                </a:lnTo>
                <a:lnTo>
                  <a:pt x="2147" y="2046"/>
                </a:lnTo>
                <a:lnTo>
                  <a:pt x="2148" y="2045"/>
                </a:lnTo>
                <a:lnTo>
                  <a:pt x="2148" y="2044"/>
                </a:lnTo>
                <a:lnTo>
                  <a:pt x="2148" y="2043"/>
                </a:lnTo>
                <a:lnTo>
                  <a:pt x="2149" y="2042"/>
                </a:lnTo>
                <a:lnTo>
                  <a:pt x="2149" y="2041"/>
                </a:lnTo>
                <a:lnTo>
                  <a:pt x="2148" y="2040"/>
                </a:lnTo>
                <a:lnTo>
                  <a:pt x="2148" y="2039"/>
                </a:lnTo>
                <a:lnTo>
                  <a:pt x="2147" y="2039"/>
                </a:lnTo>
                <a:lnTo>
                  <a:pt x="2147" y="2038"/>
                </a:lnTo>
                <a:lnTo>
                  <a:pt x="2147" y="2037"/>
                </a:lnTo>
                <a:lnTo>
                  <a:pt x="2146" y="2038"/>
                </a:lnTo>
                <a:lnTo>
                  <a:pt x="2146" y="2037"/>
                </a:lnTo>
                <a:lnTo>
                  <a:pt x="2145" y="2037"/>
                </a:lnTo>
                <a:lnTo>
                  <a:pt x="2143" y="2037"/>
                </a:lnTo>
                <a:lnTo>
                  <a:pt x="2143" y="2036"/>
                </a:lnTo>
                <a:lnTo>
                  <a:pt x="2144" y="2036"/>
                </a:lnTo>
                <a:lnTo>
                  <a:pt x="2144" y="2035"/>
                </a:lnTo>
                <a:lnTo>
                  <a:pt x="2145" y="2035"/>
                </a:lnTo>
                <a:lnTo>
                  <a:pt x="2146" y="2034"/>
                </a:lnTo>
                <a:lnTo>
                  <a:pt x="2147" y="2034"/>
                </a:lnTo>
                <a:lnTo>
                  <a:pt x="2148" y="2034"/>
                </a:lnTo>
                <a:lnTo>
                  <a:pt x="2148" y="2033"/>
                </a:lnTo>
                <a:lnTo>
                  <a:pt x="2149" y="2033"/>
                </a:lnTo>
                <a:lnTo>
                  <a:pt x="2150" y="2033"/>
                </a:lnTo>
                <a:lnTo>
                  <a:pt x="2151" y="2033"/>
                </a:lnTo>
                <a:lnTo>
                  <a:pt x="2151" y="2034"/>
                </a:lnTo>
                <a:lnTo>
                  <a:pt x="2152" y="2034"/>
                </a:lnTo>
                <a:lnTo>
                  <a:pt x="2152" y="2035"/>
                </a:lnTo>
                <a:lnTo>
                  <a:pt x="2153" y="2035"/>
                </a:lnTo>
                <a:lnTo>
                  <a:pt x="2154" y="2035"/>
                </a:lnTo>
                <a:lnTo>
                  <a:pt x="2155" y="2035"/>
                </a:lnTo>
                <a:lnTo>
                  <a:pt x="2156" y="2035"/>
                </a:lnTo>
                <a:lnTo>
                  <a:pt x="2157" y="2035"/>
                </a:lnTo>
                <a:lnTo>
                  <a:pt x="2158" y="2035"/>
                </a:lnTo>
                <a:lnTo>
                  <a:pt x="2159" y="2034"/>
                </a:lnTo>
                <a:lnTo>
                  <a:pt x="2159" y="2033"/>
                </a:lnTo>
                <a:lnTo>
                  <a:pt x="2159" y="2032"/>
                </a:lnTo>
                <a:lnTo>
                  <a:pt x="2159" y="2031"/>
                </a:lnTo>
                <a:lnTo>
                  <a:pt x="2158" y="2030"/>
                </a:lnTo>
                <a:lnTo>
                  <a:pt x="2158" y="2029"/>
                </a:lnTo>
                <a:lnTo>
                  <a:pt x="2158" y="2028"/>
                </a:lnTo>
                <a:lnTo>
                  <a:pt x="2157" y="2027"/>
                </a:lnTo>
                <a:lnTo>
                  <a:pt x="2157" y="2026"/>
                </a:lnTo>
                <a:lnTo>
                  <a:pt x="2157" y="2025"/>
                </a:lnTo>
                <a:lnTo>
                  <a:pt x="2157" y="2024"/>
                </a:lnTo>
                <a:lnTo>
                  <a:pt x="2156" y="2023"/>
                </a:lnTo>
                <a:lnTo>
                  <a:pt x="2156" y="2022"/>
                </a:lnTo>
                <a:lnTo>
                  <a:pt x="2156" y="2021"/>
                </a:lnTo>
                <a:lnTo>
                  <a:pt x="2155" y="2021"/>
                </a:lnTo>
                <a:lnTo>
                  <a:pt x="2155" y="2020"/>
                </a:lnTo>
                <a:lnTo>
                  <a:pt x="2155" y="2019"/>
                </a:lnTo>
                <a:lnTo>
                  <a:pt x="2155" y="2018"/>
                </a:lnTo>
                <a:lnTo>
                  <a:pt x="2154" y="2018"/>
                </a:lnTo>
                <a:lnTo>
                  <a:pt x="2154" y="2017"/>
                </a:lnTo>
                <a:lnTo>
                  <a:pt x="2154" y="2016"/>
                </a:lnTo>
                <a:lnTo>
                  <a:pt x="2153" y="2015"/>
                </a:lnTo>
                <a:lnTo>
                  <a:pt x="2153" y="2014"/>
                </a:lnTo>
                <a:lnTo>
                  <a:pt x="2153" y="2013"/>
                </a:lnTo>
                <a:lnTo>
                  <a:pt x="2152" y="2013"/>
                </a:lnTo>
                <a:lnTo>
                  <a:pt x="2152" y="2012"/>
                </a:lnTo>
                <a:lnTo>
                  <a:pt x="2152" y="2011"/>
                </a:lnTo>
                <a:lnTo>
                  <a:pt x="2151" y="2009"/>
                </a:lnTo>
                <a:lnTo>
                  <a:pt x="2151" y="2008"/>
                </a:lnTo>
                <a:lnTo>
                  <a:pt x="2151" y="2007"/>
                </a:lnTo>
                <a:lnTo>
                  <a:pt x="2151" y="2006"/>
                </a:lnTo>
                <a:lnTo>
                  <a:pt x="2150" y="2006"/>
                </a:lnTo>
                <a:lnTo>
                  <a:pt x="2150" y="2005"/>
                </a:lnTo>
                <a:lnTo>
                  <a:pt x="2150" y="2004"/>
                </a:lnTo>
                <a:lnTo>
                  <a:pt x="2150" y="2003"/>
                </a:lnTo>
                <a:lnTo>
                  <a:pt x="2149" y="2001"/>
                </a:lnTo>
                <a:lnTo>
                  <a:pt x="2148" y="2000"/>
                </a:lnTo>
                <a:lnTo>
                  <a:pt x="2148" y="1999"/>
                </a:lnTo>
                <a:lnTo>
                  <a:pt x="2147" y="1999"/>
                </a:lnTo>
                <a:lnTo>
                  <a:pt x="2146" y="1999"/>
                </a:lnTo>
                <a:lnTo>
                  <a:pt x="2146" y="1998"/>
                </a:lnTo>
                <a:lnTo>
                  <a:pt x="2145" y="1998"/>
                </a:lnTo>
                <a:lnTo>
                  <a:pt x="2145" y="1997"/>
                </a:lnTo>
                <a:lnTo>
                  <a:pt x="2145" y="1996"/>
                </a:lnTo>
                <a:lnTo>
                  <a:pt x="2145" y="1995"/>
                </a:lnTo>
                <a:lnTo>
                  <a:pt x="2146" y="1994"/>
                </a:lnTo>
                <a:lnTo>
                  <a:pt x="2145" y="1994"/>
                </a:lnTo>
                <a:lnTo>
                  <a:pt x="2145" y="1993"/>
                </a:lnTo>
                <a:lnTo>
                  <a:pt x="2145" y="1992"/>
                </a:lnTo>
                <a:lnTo>
                  <a:pt x="2145" y="1991"/>
                </a:lnTo>
                <a:lnTo>
                  <a:pt x="2145" y="1990"/>
                </a:lnTo>
                <a:lnTo>
                  <a:pt x="2144" y="1990"/>
                </a:lnTo>
                <a:lnTo>
                  <a:pt x="2143" y="1991"/>
                </a:lnTo>
                <a:lnTo>
                  <a:pt x="2143" y="1992"/>
                </a:lnTo>
                <a:lnTo>
                  <a:pt x="2142" y="1992"/>
                </a:lnTo>
                <a:lnTo>
                  <a:pt x="2142" y="1993"/>
                </a:lnTo>
                <a:lnTo>
                  <a:pt x="2140" y="1993"/>
                </a:lnTo>
                <a:lnTo>
                  <a:pt x="2139" y="1994"/>
                </a:lnTo>
                <a:lnTo>
                  <a:pt x="2138" y="1994"/>
                </a:lnTo>
                <a:lnTo>
                  <a:pt x="2135" y="1996"/>
                </a:lnTo>
                <a:lnTo>
                  <a:pt x="2133" y="1996"/>
                </a:lnTo>
                <a:lnTo>
                  <a:pt x="2131" y="1996"/>
                </a:lnTo>
                <a:lnTo>
                  <a:pt x="2129" y="1996"/>
                </a:lnTo>
                <a:lnTo>
                  <a:pt x="2128" y="1996"/>
                </a:lnTo>
                <a:lnTo>
                  <a:pt x="2125" y="1994"/>
                </a:lnTo>
                <a:lnTo>
                  <a:pt x="2124" y="1994"/>
                </a:lnTo>
                <a:lnTo>
                  <a:pt x="2123" y="1994"/>
                </a:lnTo>
                <a:lnTo>
                  <a:pt x="2120" y="1996"/>
                </a:lnTo>
                <a:lnTo>
                  <a:pt x="2117" y="1996"/>
                </a:lnTo>
                <a:lnTo>
                  <a:pt x="2114" y="1996"/>
                </a:lnTo>
                <a:lnTo>
                  <a:pt x="2113" y="1996"/>
                </a:lnTo>
                <a:lnTo>
                  <a:pt x="2112" y="1996"/>
                </a:lnTo>
                <a:lnTo>
                  <a:pt x="2109" y="1997"/>
                </a:lnTo>
                <a:lnTo>
                  <a:pt x="2108" y="1997"/>
                </a:lnTo>
                <a:lnTo>
                  <a:pt x="2108" y="1998"/>
                </a:lnTo>
                <a:lnTo>
                  <a:pt x="2107" y="1998"/>
                </a:lnTo>
                <a:lnTo>
                  <a:pt x="2106" y="1999"/>
                </a:lnTo>
                <a:lnTo>
                  <a:pt x="2105" y="1999"/>
                </a:lnTo>
                <a:lnTo>
                  <a:pt x="2104" y="1999"/>
                </a:lnTo>
                <a:lnTo>
                  <a:pt x="2103" y="1998"/>
                </a:lnTo>
                <a:lnTo>
                  <a:pt x="2102" y="1997"/>
                </a:lnTo>
                <a:lnTo>
                  <a:pt x="2100" y="1997"/>
                </a:lnTo>
                <a:lnTo>
                  <a:pt x="2099" y="1997"/>
                </a:lnTo>
                <a:lnTo>
                  <a:pt x="2100" y="1997"/>
                </a:lnTo>
                <a:lnTo>
                  <a:pt x="2100" y="1996"/>
                </a:lnTo>
                <a:lnTo>
                  <a:pt x="2101" y="1996"/>
                </a:lnTo>
                <a:lnTo>
                  <a:pt x="2103" y="1994"/>
                </a:lnTo>
                <a:lnTo>
                  <a:pt x="2104" y="1993"/>
                </a:lnTo>
                <a:lnTo>
                  <a:pt x="2102" y="1992"/>
                </a:lnTo>
                <a:lnTo>
                  <a:pt x="2100" y="1990"/>
                </a:lnTo>
                <a:lnTo>
                  <a:pt x="2099" y="1990"/>
                </a:lnTo>
                <a:lnTo>
                  <a:pt x="2097" y="1988"/>
                </a:lnTo>
                <a:lnTo>
                  <a:pt x="2096" y="1987"/>
                </a:lnTo>
                <a:lnTo>
                  <a:pt x="2094" y="1985"/>
                </a:lnTo>
                <a:lnTo>
                  <a:pt x="2093" y="1984"/>
                </a:lnTo>
                <a:lnTo>
                  <a:pt x="2092" y="1984"/>
                </a:lnTo>
                <a:lnTo>
                  <a:pt x="2091" y="1984"/>
                </a:lnTo>
                <a:lnTo>
                  <a:pt x="2090" y="1984"/>
                </a:lnTo>
                <a:lnTo>
                  <a:pt x="2088" y="1984"/>
                </a:lnTo>
                <a:lnTo>
                  <a:pt x="2087" y="1984"/>
                </a:lnTo>
                <a:lnTo>
                  <a:pt x="2086" y="1983"/>
                </a:lnTo>
                <a:lnTo>
                  <a:pt x="2085" y="1982"/>
                </a:lnTo>
                <a:lnTo>
                  <a:pt x="2084" y="1981"/>
                </a:lnTo>
                <a:lnTo>
                  <a:pt x="2083" y="1979"/>
                </a:lnTo>
                <a:lnTo>
                  <a:pt x="2082" y="1978"/>
                </a:lnTo>
                <a:lnTo>
                  <a:pt x="2081" y="1976"/>
                </a:lnTo>
                <a:lnTo>
                  <a:pt x="2080" y="1975"/>
                </a:lnTo>
                <a:lnTo>
                  <a:pt x="2078" y="1975"/>
                </a:lnTo>
                <a:lnTo>
                  <a:pt x="2077" y="1974"/>
                </a:lnTo>
                <a:lnTo>
                  <a:pt x="2076" y="1974"/>
                </a:lnTo>
                <a:lnTo>
                  <a:pt x="2076" y="1972"/>
                </a:lnTo>
                <a:lnTo>
                  <a:pt x="2075" y="1971"/>
                </a:lnTo>
                <a:lnTo>
                  <a:pt x="2075" y="1970"/>
                </a:lnTo>
                <a:lnTo>
                  <a:pt x="2075" y="1969"/>
                </a:lnTo>
                <a:lnTo>
                  <a:pt x="2074" y="1968"/>
                </a:lnTo>
                <a:lnTo>
                  <a:pt x="2072" y="1969"/>
                </a:lnTo>
                <a:lnTo>
                  <a:pt x="2071" y="1968"/>
                </a:lnTo>
                <a:lnTo>
                  <a:pt x="2071" y="1966"/>
                </a:lnTo>
                <a:lnTo>
                  <a:pt x="2070" y="1966"/>
                </a:lnTo>
                <a:lnTo>
                  <a:pt x="2070" y="1965"/>
                </a:lnTo>
                <a:lnTo>
                  <a:pt x="2070" y="1964"/>
                </a:lnTo>
                <a:lnTo>
                  <a:pt x="2070" y="1963"/>
                </a:lnTo>
                <a:lnTo>
                  <a:pt x="2068" y="1961"/>
                </a:lnTo>
                <a:lnTo>
                  <a:pt x="2069" y="1960"/>
                </a:lnTo>
                <a:lnTo>
                  <a:pt x="2068" y="1960"/>
                </a:lnTo>
                <a:lnTo>
                  <a:pt x="2068" y="1959"/>
                </a:lnTo>
                <a:lnTo>
                  <a:pt x="2068" y="1958"/>
                </a:lnTo>
                <a:lnTo>
                  <a:pt x="2069" y="1956"/>
                </a:lnTo>
                <a:lnTo>
                  <a:pt x="2070" y="1956"/>
                </a:lnTo>
                <a:lnTo>
                  <a:pt x="2071" y="1956"/>
                </a:lnTo>
                <a:lnTo>
                  <a:pt x="2071" y="1955"/>
                </a:lnTo>
                <a:lnTo>
                  <a:pt x="2072" y="1955"/>
                </a:lnTo>
                <a:lnTo>
                  <a:pt x="2072" y="1954"/>
                </a:lnTo>
                <a:lnTo>
                  <a:pt x="2071" y="1954"/>
                </a:lnTo>
                <a:lnTo>
                  <a:pt x="2070" y="1953"/>
                </a:lnTo>
                <a:lnTo>
                  <a:pt x="2070" y="1952"/>
                </a:lnTo>
                <a:lnTo>
                  <a:pt x="2069" y="1951"/>
                </a:lnTo>
                <a:lnTo>
                  <a:pt x="2068" y="1950"/>
                </a:lnTo>
                <a:lnTo>
                  <a:pt x="2069" y="1949"/>
                </a:lnTo>
                <a:lnTo>
                  <a:pt x="2069" y="1948"/>
                </a:lnTo>
                <a:lnTo>
                  <a:pt x="2069" y="1947"/>
                </a:lnTo>
                <a:lnTo>
                  <a:pt x="2070" y="1946"/>
                </a:lnTo>
                <a:lnTo>
                  <a:pt x="2070" y="1945"/>
                </a:lnTo>
                <a:lnTo>
                  <a:pt x="2071" y="1944"/>
                </a:lnTo>
                <a:lnTo>
                  <a:pt x="2072" y="1944"/>
                </a:lnTo>
                <a:lnTo>
                  <a:pt x="2072" y="1943"/>
                </a:lnTo>
                <a:lnTo>
                  <a:pt x="2073" y="1943"/>
                </a:lnTo>
                <a:lnTo>
                  <a:pt x="2073" y="1942"/>
                </a:lnTo>
                <a:lnTo>
                  <a:pt x="2074" y="1942"/>
                </a:lnTo>
                <a:lnTo>
                  <a:pt x="2075" y="1942"/>
                </a:lnTo>
                <a:lnTo>
                  <a:pt x="2075" y="1941"/>
                </a:lnTo>
                <a:lnTo>
                  <a:pt x="2076" y="1940"/>
                </a:lnTo>
                <a:lnTo>
                  <a:pt x="2077" y="1939"/>
                </a:lnTo>
                <a:lnTo>
                  <a:pt x="2078" y="1938"/>
                </a:lnTo>
                <a:lnTo>
                  <a:pt x="2080" y="1938"/>
                </a:lnTo>
                <a:lnTo>
                  <a:pt x="2081" y="1937"/>
                </a:lnTo>
                <a:lnTo>
                  <a:pt x="2082" y="1937"/>
                </a:lnTo>
                <a:lnTo>
                  <a:pt x="2082" y="1936"/>
                </a:lnTo>
                <a:lnTo>
                  <a:pt x="2082" y="1935"/>
                </a:lnTo>
                <a:lnTo>
                  <a:pt x="2082" y="1934"/>
                </a:lnTo>
                <a:lnTo>
                  <a:pt x="2082" y="1933"/>
                </a:lnTo>
                <a:lnTo>
                  <a:pt x="2083" y="1933"/>
                </a:lnTo>
                <a:lnTo>
                  <a:pt x="2083" y="1932"/>
                </a:lnTo>
                <a:lnTo>
                  <a:pt x="2084" y="1932"/>
                </a:lnTo>
                <a:lnTo>
                  <a:pt x="2084" y="1931"/>
                </a:lnTo>
                <a:lnTo>
                  <a:pt x="2085" y="1930"/>
                </a:lnTo>
                <a:lnTo>
                  <a:pt x="2085" y="1929"/>
                </a:lnTo>
                <a:lnTo>
                  <a:pt x="2085" y="1928"/>
                </a:lnTo>
                <a:lnTo>
                  <a:pt x="2084" y="1928"/>
                </a:lnTo>
                <a:lnTo>
                  <a:pt x="2084" y="1927"/>
                </a:lnTo>
                <a:lnTo>
                  <a:pt x="2085" y="1927"/>
                </a:lnTo>
                <a:lnTo>
                  <a:pt x="2085" y="1926"/>
                </a:lnTo>
                <a:lnTo>
                  <a:pt x="2086" y="1926"/>
                </a:lnTo>
                <a:lnTo>
                  <a:pt x="2086" y="1925"/>
                </a:lnTo>
                <a:lnTo>
                  <a:pt x="2086" y="1924"/>
                </a:lnTo>
                <a:lnTo>
                  <a:pt x="2087" y="1924"/>
                </a:lnTo>
                <a:lnTo>
                  <a:pt x="2087" y="1923"/>
                </a:lnTo>
                <a:lnTo>
                  <a:pt x="2086" y="1922"/>
                </a:lnTo>
                <a:lnTo>
                  <a:pt x="2086" y="1921"/>
                </a:lnTo>
                <a:lnTo>
                  <a:pt x="2086" y="1920"/>
                </a:lnTo>
                <a:lnTo>
                  <a:pt x="2086" y="1919"/>
                </a:lnTo>
                <a:lnTo>
                  <a:pt x="2086" y="1918"/>
                </a:lnTo>
                <a:lnTo>
                  <a:pt x="2086" y="1917"/>
                </a:lnTo>
                <a:lnTo>
                  <a:pt x="2086" y="1916"/>
                </a:lnTo>
                <a:lnTo>
                  <a:pt x="2086" y="1915"/>
                </a:lnTo>
                <a:lnTo>
                  <a:pt x="2085" y="1915"/>
                </a:lnTo>
                <a:lnTo>
                  <a:pt x="2085" y="1914"/>
                </a:lnTo>
                <a:lnTo>
                  <a:pt x="2085" y="1913"/>
                </a:lnTo>
                <a:lnTo>
                  <a:pt x="2084" y="1913"/>
                </a:lnTo>
                <a:lnTo>
                  <a:pt x="2083" y="1912"/>
                </a:lnTo>
                <a:lnTo>
                  <a:pt x="2083" y="1911"/>
                </a:lnTo>
                <a:lnTo>
                  <a:pt x="2082" y="1911"/>
                </a:lnTo>
                <a:lnTo>
                  <a:pt x="2081" y="1911"/>
                </a:lnTo>
                <a:lnTo>
                  <a:pt x="2080" y="1911"/>
                </a:lnTo>
                <a:lnTo>
                  <a:pt x="2080" y="1912"/>
                </a:lnTo>
                <a:lnTo>
                  <a:pt x="2079" y="1911"/>
                </a:lnTo>
                <a:lnTo>
                  <a:pt x="2078" y="1911"/>
                </a:lnTo>
                <a:lnTo>
                  <a:pt x="2078" y="1912"/>
                </a:lnTo>
                <a:lnTo>
                  <a:pt x="2077" y="1912"/>
                </a:lnTo>
                <a:lnTo>
                  <a:pt x="2077" y="1913"/>
                </a:lnTo>
                <a:lnTo>
                  <a:pt x="2076" y="1913"/>
                </a:lnTo>
                <a:lnTo>
                  <a:pt x="2076" y="1912"/>
                </a:lnTo>
                <a:lnTo>
                  <a:pt x="2075" y="1912"/>
                </a:lnTo>
                <a:lnTo>
                  <a:pt x="2075" y="1911"/>
                </a:lnTo>
                <a:lnTo>
                  <a:pt x="2074" y="1911"/>
                </a:lnTo>
                <a:lnTo>
                  <a:pt x="2073" y="1911"/>
                </a:lnTo>
                <a:lnTo>
                  <a:pt x="2072" y="1911"/>
                </a:lnTo>
                <a:lnTo>
                  <a:pt x="2072" y="1910"/>
                </a:lnTo>
                <a:lnTo>
                  <a:pt x="2071" y="1909"/>
                </a:lnTo>
                <a:lnTo>
                  <a:pt x="2070" y="1909"/>
                </a:lnTo>
                <a:lnTo>
                  <a:pt x="2070" y="1908"/>
                </a:lnTo>
                <a:lnTo>
                  <a:pt x="2071" y="1907"/>
                </a:lnTo>
                <a:lnTo>
                  <a:pt x="2071" y="1906"/>
                </a:lnTo>
                <a:lnTo>
                  <a:pt x="2072" y="1906"/>
                </a:lnTo>
                <a:lnTo>
                  <a:pt x="2072" y="1905"/>
                </a:lnTo>
                <a:lnTo>
                  <a:pt x="2073" y="1905"/>
                </a:lnTo>
                <a:lnTo>
                  <a:pt x="2073" y="1904"/>
                </a:lnTo>
                <a:lnTo>
                  <a:pt x="2073" y="1903"/>
                </a:lnTo>
                <a:lnTo>
                  <a:pt x="2074" y="1903"/>
                </a:lnTo>
                <a:lnTo>
                  <a:pt x="2075" y="1903"/>
                </a:lnTo>
                <a:lnTo>
                  <a:pt x="2075" y="1902"/>
                </a:lnTo>
                <a:lnTo>
                  <a:pt x="2076" y="1902"/>
                </a:lnTo>
                <a:lnTo>
                  <a:pt x="2077" y="1902"/>
                </a:lnTo>
                <a:lnTo>
                  <a:pt x="2078" y="1902"/>
                </a:lnTo>
                <a:lnTo>
                  <a:pt x="2079" y="1902"/>
                </a:lnTo>
                <a:lnTo>
                  <a:pt x="2079" y="1903"/>
                </a:lnTo>
                <a:lnTo>
                  <a:pt x="2079" y="1904"/>
                </a:lnTo>
                <a:lnTo>
                  <a:pt x="2080" y="1904"/>
                </a:lnTo>
                <a:lnTo>
                  <a:pt x="2081" y="1903"/>
                </a:lnTo>
                <a:lnTo>
                  <a:pt x="2082" y="1902"/>
                </a:lnTo>
                <a:lnTo>
                  <a:pt x="2082" y="1903"/>
                </a:lnTo>
                <a:lnTo>
                  <a:pt x="2083" y="1903"/>
                </a:lnTo>
                <a:lnTo>
                  <a:pt x="2083" y="1904"/>
                </a:lnTo>
                <a:lnTo>
                  <a:pt x="2084" y="1903"/>
                </a:lnTo>
                <a:lnTo>
                  <a:pt x="2085" y="1903"/>
                </a:lnTo>
                <a:lnTo>
                  <a:pt x="2085" y="1902"/>
                </a:lnTo>
                <a:lnTo>
                  <a:pt x="2085" y="1901"/>
                </a:lnTo>
                <a:lnTo>
                  <a:pt x="2086" y="1901"/>
                </a:lnTo>
                <a:lnTo>
                  <a:pt x="2085" y="1900"/>
                </a:lnTo>
                <a:lnTo>
                  <a:pt x="2086" y="1900"/>
                </a:lnTo>
                <a:lnTo>
                  <a:pt x="2086" y="1899"/>
                </a:lnTo>
                <a:lnTo>
                  <a:pt x="2085" y="1899"/>
                </a:lnTo>
                <a:lnTo>
                  <a:pt x="2085" y="1898"/>
                </a:lnTo>
                <a:lnTo>
                  <a:pt x="2085" y="1897"/>
                </a:lnTo>
                <a:lnTo>
                  <a:pt x="2085" y="1896"/>
                </a:lnTo>
                <a:lnTo>
                  <a:pt x="2084" y="1896"/>
                </a:lnTo>
                <a:lnTo>
                  <a:pt x="2083" y="1895"/>
                </a:lnTo>
                <a:lnTo>
                  <a:pt x="2082" y="1895"/>
                </a:lnTo>
                <a:lnTo>
                  <a:pt x="2082" y="1894"/>
                </a:lnTo>
                <a:lnTo>
                  <a:pt x="2081" y="1894"/>
                </a:lnTo>
                <a:lnTo>
                  <a:pt x="2081" y="1893"/>
                </a:lnTo>
                <a:lnTo>
                  <a:pt x="2080" y="1893"/>
                </a:lnTo>
                <a:lnTo>
                  <a:pt x="2079" y="1894"/>
                </a:lnTo>
                <a:lnTo>
                  <a:pt x="2079" y="1893"/>
                </a:lnTo>
                <a:lnTo>
                  <a:pt x="2078" y="1893"/>
                </a:lnTo>
                <a:lnTo>
                  <a:pt x="2078" y="1894"/>
                </a:lnTo>
                <a:lnTo>
                  <a:pt x="2077" y="1895"/>
                </a:lnTo>
                <a:lnTo>
                  <a:pt x="2076" y="1895"/>
                </a:lnTo>
                <a:lnTo>
                  <a:pt x="2075" y="1894"/>
                </a:lnTo>
                <a:lnTo>
                  <a:pt x="2074" y="1894"/>
                </a:lnTo>
                <a:lnTo>
                  <a:pt x="2074" y="1893"/>
                </a:lnTo>
                <a:lnTo>
                  <a:pt x="2074" y="1892"/>
                </a:lnTo>
                <a:lnTo>
                  <a:pt x="2074" y="1891"/>
                </a:lnTo>
                <a:lnTo>
                  <a:pt x="2074" y="1890"/>
                </a:lnTo>
                <a:lnTo>
                  <a:pt x="2073" y="1890"/>
                </a:lnTo>
                <a:lnTo>
                  <a:pt x="2072" y="1890"/>
                </a:lnTo>
                <a:lnTo>
                  <a:pt x="2072" y="1889"/>
                </a:lnTo>
                <a:lnTo>
                  <a:pt x="2071" y="1889"/>
                </a:lnTo>
                <a:lnTo>
                  <a:pt x="2070" y="1889"/>
                </a:lnTo>
                <a:lnTo>
                  <a:pt x="2070" y="1888"/>
                </a:lnTo>
                <a:lnTo>
                  <a:pt x="2069" y="1887"/>
                </a:lnTo>
                <a:lnTo>
                  <a:pt x="2068" y="1887"/>
                </a:lnTo>
                <a:lnTo>
                  <a:pt x="2068" y="1886"/>
                </a:lnTo>
                <a:lnTo>
                  <a:pt x="2067" y="1886"/>
                </a:lnTo>
                <a:lnTo>
                  <a:pt x="2067" y="1885"/>
                </a:lnTo>
                <a:lnTo>
                  <a:pt x="2066" y="1885"/>
                </a:lnTo>
                <a:lnTo>
                  <a:pt x="2065" y="1885"/>
                </a:lnTo>
                <a:lnTo>
                  <a:pt x="2064" y="1884"/>
                </a:lnTo>
                <a:lnTo>
                  <a:pt x="2063" y="1884"/>
                </a:lnTo>
                <a:lnTo>
                  <a:pt x="2063" y="1883"/>
                </a:lnTo>
                <a:lnTo>
                  <a:pt x="2063" y="1882"/>
                </a:lnTo>
                <a:lnTo>
                  <a:pt x="2064" y="1881"/>
                </a:lnTo>
                <a:lnTo>
                  <a:pt x="2064" y="1880"/>
                </a:lnTo>
                <a:lnTo>
                  <a:pt x="2065" y="1880"/>
                </a:lnTo>
                <a:lnTo>
                  <a:pt x="2065" y="1879"/>
                </a:lnTo>
                <a:lnTo>
                  <a:pt x="2065" y="1878"/>
                </a:lnTo>
                <a:lnTo>
                  <a:pt x="2064" y="1877"/>
                </a:lnTo>
                <a:lnTo>
                  <a:pt x="2064" y="1876"/>
                </a:lnTo>
                <a:lnTo>
                  <a:pt x="2063" y="1876"/>
                </a:lnTo>
                <a:lnTo>
                  <a:pt x="2062" y="1876"/>
                </a:lnTo>
                <a:lnTo>
                  <a:pt x="2062" y="1875"/>
                </a:lnTo>
                <a:lnTo>
                  <a:pt x="2062" y="1874"/>
                </a:lnTo>
                <a:lnTo>
                  <a:pt x="2062" y="1873"/>
                </a:lnTo>
                <a:lnTo>
                  <a:pt x="2062" y="1872"/>
                </a:lnTo>
                <a:lnTo>
                  <a:pt x="2061" y="1872"/>
                </a:lnTo>
                <a:lnTo>
                  <a:pt x="2061" y="1871"/>
                </a:lnTo>
                <a:lnTo>
                  <a:pt x="2061" y="1870"/>
                </a:lnTo>
                <a:lnTo>
                  <a:pt x="2060" y="1870"/>
                </a:lnTo>
                <a:lnTo>
                  <a:pt x="2060" y="1869"/>
                </a:lnTo>
                <a:lnTo>
                  <a:pt x="2059" y="1869"/>
                </a:lnTo>
                <a:lnTo>
                  <a:pt x="2058" y="1869"/>
                </a:lnTo>
                <a:lnTo>
                  <a:pt x="2057" y="1870"/>
                </a:lnTo>
                <a:lnTo>
                  <a:pt x="2056" y="1870"/>
                </a:lnTo>
                <a:lnTo>
                  <a:pt x="2056" y="1869"/>
                </a:lnTo>
                <a:lnTo>
                  <a:pt x="2055" y="1869"/>
                </a:lnTo>
                <a:lnTo>
                  <a:pt x="2055" y="1868"/>
                </a:lnTo>
                <a:lnTo>
                  <a:pt x="2056" y="1868"/>
                </a:lnTo>
                <a:lnTo>
                  <a:pt x="2055" y="1868"/>
                </a:lnTo>
                <a:lnTo>
                  <a:pt x="2055" y="1867"/>
                </a:lnTo>
                <a:lnTo>
                  <a:pt x="2054" y="1867"/>
                </a:lnTo>
                <a:lnTo>
                  <a:pt x="2054" y="1866"/>
                </a:lnTo>
                <a:lnTo>
                  <a:pt x="2053" y="1866"/>
                </a:lnTo>
                <a:lnTo>
                  <a:pt x="2053" y="1867"/>
                </a:lnTo>
                <a:lnTo>
                  <a:pt x="2053" y="1866"/>
                </a:lnTo>
                <a:lnTo>
                  <a:pt x="2052" y="1866"/>
                </a:lnTo>
                <a:lnTo>
                  <a:pt x="2051" y="1866"/>
                </a:lnTo>
                <a:lnTo>
                  <a:pt x="2051" y="1865"/>
                </a:lnTo>
                <a:lnTo>
                  <a:pt x="2051" y="1864"/>
                </a:lnTo>
                <a:lnTo>
                  <a:pt x="2050" y="1864"/>
                </a:lnTo>
                <a:lnTo>
                  <a:pt x="2049" y="1863"/>
                </a:lnTo>
                <a:lnTo>
                  <a:pt x="2048" y="1863"/>
                </a:lnTo>
                <a:lnTo>
                  <a:pt x="2047" y="1863"/>
                </a:lnTo>
                <a:lnTo>
                  <a:pt x="2047" y="1862"/>
                </a:lnTo>
                <a:lnTo>
                  <a:pt x="2046" y="1862"/>
                </a:lnTo>
                <a:lnTo>
                  <a:pt x="2046" y="1861"/>
                </a:lnTo>
                <a:lnTo>
                  <a:pt x="2045" y="1860"/>
                </a:lnTo>
                <a:lnTo>
                  <a:pt x="2045" y="1859"/>
                </a:lnTo>
                <a:lnTo>
                  <a:pt x="2044" y="1859"/>
                </a:lnTo>
                <a:lnTo>
                  <a:pt x="2043" y="1859"/>
                </a:lnTo>
                <a:lnTo>
                  <a:pt x="2042" y="1859"/>
                </a:lnTo>
                <a:lnTo>
                  <a:pt x="2041" y="1859"/>
                </a:lnTo>
                <a:lnTo>
                  <a:pt x="2041" y="1858"/>
                </a:lnTo>
                <a:lnTo>
                  <a:pt x="2041" y="1857"/>
                </a:lnTo>
                <a:lnTo>
                  <a:pt x="2041" y="1856"/>
                </a:lnTo>
                <a:lnTo>
                  <a:pt x="2041" y="1855"/>
                </a:lnTo>
                <a:lnTo>
                  <a:pt x="2040" y="1855"/>
                </a:lnTo>
                <a:lnTo>
                  <a:pt x="2039" y="1855"/>
                </a:lnTo>
                <a:lnTo>
                  <a:pt x="2039" y="1856"/>
                </a:lnTo>
                <a:lnTo>
                  <a:pt x="2038" y="1856"/>
                </a:lnTo>
                <a:lnTo>
                  <a:pt x="2038" y="1855"/>
                </a:lnTo>
                <a:lnTo>
                  <a:pt x="2037" y="1855"/>
                </a:lnTo>
                <a:lnTo>
                  <a:pt x="2035" y="1855"/>
                </a:lnTo>
                <a:lnTo>
                  <a:pt x="2035" y="1856"/>
                </a:lnTo>
                <a:lnTo>
                  <a:pt x="2035" y="1857"/>
                </a:lnTo>
                <a:lnTo>
                  <a:pt x="2034" y="1857"/>
                </a:lnTo>
                <a:lnTo>
                  <a:pt x="2035" y="1858"/>
                </a:lnTo>
                <a:lnTo>
                  <a:pt x="2035" y="1859"/>
                </a:lnTo>
                <a:lnTo>
                  <a:pt x="2035" y="1860"/>
                </a:lnTo>
                <a:lnTo>
                  <a:pt x="2034" y="1860"/>
                </a:lnTo>
                <a:lnTo>
                  <a:pt x="2034" y="1861"/>
                </a:lnTo>
                <a:lnTo>
                  <a:pt x="2033" y="1861"/>
                </a:lnTo>
                <a:lnTo>
                  <a:pt x="2033" y="1862"/>
                </a:lnTo>
                <a:lnTo>
                  <a:pt x="2032" y="1862"/>
                </a:lnTo>
                <a:lnTo>
                  <a:pt x="2032" y="1861"/>
                </a:lnTo>
                <a:lnTo>
                  <a:pt x="2031" y="1861"/>
                </a:lnTo>
                <a:lnTo>
                  <a:pt x="2031" y="1862"/>
                </a:lnTo>
                <a:lnTo>
                  <a:pt x="2030" y="1862"/>
                </a:lnTo>
                <a:lnTo>
                  <a:pt x="2029" y="1863"/>
                </a:lnTo>
                <a:lnTo>
                  <a:pt x="2029" y="1864"/>
                </a:lnTo>
                <a:lnTo>
                  <a:pt x="2028" y="1864"/>
                </a:lnTo>
                <a:lnTo>
                  <a:pt x="2028" y="1865"/>
                </a:lnTo>
                <a:lnTo>
                  <a:pt x="2027" y="1865"/>
                </a:lnTo>
                <a:lnTo>
                  <a:pt x="2028" y="1865"/>
                </a:lnTo>
                <a:lnTo>
                  <a:pt x="2028" y="1866"/>
                </a:lnTo>
                <a:lnTo>
                  <a:pt x="2027" y="1866"/>
                </a:lnTo>
                <a:lnTo>
                  <a:pt x="2027" y="1867"/>
                </a:lnTo>
                <a:lnTo>
                  <a:pt x="2027" y="1868"/>
                </a:lnTo>
                <a:lnTo>
                  <a:pt x="2027" y="1869"/>
                </a:lnTo>
                <a:lnTo>
                  <a:pt x="2026" y="1869"/>
                </a:lnTo>
                <a:lnTo>
                  <a:pt x="2025" y="1869"/>
                </a:lnTo>
                <a:lnTo>
                  <a:pt x="2025" y="1870"/>
                </a:lnTo>
                <a:lnTo>
                  <a:pt x="2024" y="1870"/>
                </a:lnTo>
                <a:lnTo>
                  <a:pt x="2024" y="1871"/>
                </a:lnTo>
                <a:lnTo>
                  <a:pt x="2023" y="1871"/>
                </a:lnTo>
                <a:lnTo>
                  <a:pt x="2023" y="1872"/>
                </a:lnTo>
                <a:lnTo>
                  <a:pt x="2022" y="1872"/>
                </a:lnTo>
                <a:lnTo>
                  <a:pt x="2022" y="1871"/>
                </a:lnTo>
                <a:lnTo>
                  <a:pt x="2021" y="1871"/>
                </a:lnTo>
                <a:lnTo>
                  <a:pt x="2021" y="1870"/>
                </a:lnTo>
                <a:lnTo>
                  <a:pt x="2020" y="1870"/>
                </a:lnTo>
                <a:lnTo>
                  <a:pt x="2020" y="1869"/>
                </a:lnTo>
                <a:lnTo>
                  <a:pt x="2019" y="1869"/>
                </a:lnTo>
                <a:lnTo>
                  <a:pt x="2019" y="1868"/>
                </a:lnTo>
                <a:lnTo>
                  <a:pt x="2018" y="1868"/>
                </a:lnTo>
                <a:lnTo>
                  <a:pt x="2018" y="1867"/>
                </a:lnTo>
                <a:lnTo>
                  <a:pt x="2018" y="1868"/>
                </a:lnTo>
                <a:lnTo>
                  <a:pt x="2017" y="1868"/>
                </a:lnTo>
                <a:lnTo>
                  <a:pt x="2017" y="1867"/>
                </a:lnTo>
                <a:lnTo>
                  <a:pt x="2016" y="1867"/>
                </a:lnTo>
                <a:lnTo>
                  <a:pt x="2015" y="1867"/>
                </a:lnTo>
                <a:lnTo>
                  <a:pt x="2015" y="1868"/>
                </a:lnTo>
                <a:lnTo>
                  <a:pt x="2014" y="1868"/>
                </a:lnTo>
                <a:lnTo>
                  <a:pt x="2013" y="1868"/>
                </a:lnTo>
                <a:lnTo>
                  <a:pt x="2012" y="1867"/>
                </a:lnTo>
                <a:lnTo>
                  <a:pt x="2012" y="1868"/>
                </a:lnTo>
                <a:lnTo>
                  <a:pt x="2011" y="1868"/>
                </a:lnTo>
                <a:lnTo>
                  <a:pt x="2011" y="1869"/>
                </a:lnTo>
                <a:lnTo>
                  <a:pt x="2010" y="1869"/>
                </a:lnTo>
                <a:lnTo>
                  <a:pt x="2009" y="1869"/>
                </a:lnTo>
                <a:lnTo>
                  <a:pt x="2009" y="1870"/>
                </a:lnTo>
                <a:lnTo>
                  <a:pt x="2009" y="1869"/>
                </a:lnTo>
                <a:lnTo>
                  <a:pt x="2007" y="1869"/>
                </a:lnTo>
                <a:lnTo>
                  <a:pt x="2006" y="1869"/>
                </a:lnTo>
                <a:lnTo>
                  <a:pt x="2006" y="1870"/>
                </a:lnTo>
                <a:lnTo>
                  <a:pt x="2006" y="1871"/>
                </a:lnTo>
                <a:lnTo>
                  <a:pt x="2007" y="1871"/>
                </a:lnTo>
                <a:lnTo>
                  <a:pt x="2007" y="1872"/>
                </a:lnTo>
                <a:lnTo>
                  <a:pt x="2007" y="1873"/>
                </a:lnTo>
                <a:lnTo>
                  <a:pt x="2007" y="1874"/>
                </a:lnTo>
                <a:lnTo>
                  <a:pt x="2006" y="1875"/>
                </a:lnTo>
                <a:lnTo>
                  <a:pt x="2006" y="1876"/>
                </a:lnTo>
                <a:lnTo>
                  <a:pt x="2005" y="1876"/>
                </a:lnTo>
                <a:lnTo>
                  <a:pt x="2005" y="1877"/>
                </a:lnTo>
                <a:lnTo>
                  <a:pt x="2004" y="1877"/>
                </a:lnTo>
                <a:lnTo>
                  <a:pt x="2003" y="1877"/>
                </a:lnTo>
                <a:lnTo>
                  <a:pt x="2002" y="1878"/>
                </a:lnTo>
                <a:lnTo>
                  <a:pt x="2001" y="1878"/>
                </a:lnTo>
                <a:lnTo>
                  <a:pt x="2000" y="1878"/>
                </a:lnTo>
                <a:lnTo>
                  <a:pt x="2000" y="1879"/>
                </a:lnTo>
                <a:lnTo>
                  <a:pt x="1999" y="1879"/>
                </a:lnTo>
                <a:lnTo>
                  <a:pt x="1999" y="1880"/>
                </a:lnTo>
                <a:lnTo>
                  <a:pt x="1999" y="1881"/>
                </a:lnTo>
                <a:lnTo>
                  <a:pt x="1998" y="1881"/>
                </a:lnTo>
                <a:lnTo>
                  <a:pt x="1997" y="1882"/>
                </a:lnTo>
                <a:lnTo>
                  <a:pt x="1996" y="1882"/>
                </a:lnTo>
                <a:lnTo>
                  <a:pt x="1995" y="1882"/>
                </a:lnTo>
                <a:lnTo>
                  <a:pt x="1994" y="1882"/>
                </a:lnTo>
                <a:lnTo>
                  <a:pt x="1994" y="1883"/>
                </a:lnTo>
                <a:lnTo>
                  <a:pt x="1993" y="1883"/>
                </a:lnTo>
                <a:lnTo>
                  <a:pt x="1992" y="1883"/>
                </a:lnTo>
                <a:lnTo>
                  <a:pt x="1991" y="1884"/>
                </a:lnTo>
                <a:lnTo>
                  <a:pt x="1990" y="1884"/>
                </a:lnTo>
                <a:lnTo>
                  <a:pt x="1990" y="1885"/>
                </a:lnTo>
                <a:lnTo>
                  <a:pt x="1989" y="1885"/>
                </a:lnTo>
                <a:lnTo>
                  <a:pt x="1989" y="1886"/>
                </a:lnTo>
                <a:lnTo>
                  <a:pt x="1988" y="1887"/>
                </a:lnTo>
                <a:lnTo>
                  <a:pt x="1988" y="1888"/>
                </a:lnTo>
                <a:lnTo>
                  <a:pt x="1988" y="1889"/>
                </a:lnTo>
                <a:lnTo>
                  <a:pt x="1987" y="1889"/>
                </a:lnTo>
                <a:lnTo>
                  <a:pt x="1987" y="1890"/>
                </a:lnTo>
                <a:lnTo>
                  <a:pt x="1986" y="1890"/>
                </a:lnTo>
                <a:lnTo>
                  <a:pt x="1986" y="1891"/>
                </a:lnTo>
                <a:lnTo>
                  <a:pt x="1985" y="1891"/>
                </a:lnTo>
                <a:lnTo>
                  <a:pt x="1984" y="1891"/>
                </a:lnTo>
                <a:lnTo>
                  <a:pt x="1984" y="1890"/>
                </a:lnTo>
                <a:lnTo>
                  <a:pt x="1983" y="1890"/>
                </a:lnTo>
                <a:lnTo>
                  <a:pt x="1982" y="1890"/>
                </a:lnTo>
                <a:lnTo>
                  <a:pt x="1981" y="1889"/>
                </a:lnTo>
                <a:lnTo>
                  <a:pt x="1980" y="1889"/>
                </a:lnTo>
                <a:lnTo>
                  <a:pt x="1979" y="1889"/>
                </a:lnTo>
                <a:lnTo>
                  <a:pt x="1979" y="1890"/>
                </a:lnTo>
                <a:lnTo>
                  <a:pt x="1978" y="1891"/>
                </a:lnTo>
                <a:lnTo>
                  <a:pt x="1977" y="1891"/>
                </a:lnTo>
                <a:lnTo>
                  <a:pt x="1976" y="1892"/>
                </a:lnTo>
                <a:lnTo>
                  <a:pt x="1975" y="1892"/>
                </a:lnTo>
                <a:lnTo>
                  <a:pt x="1974" y="1893"/>
                </a:lnTo>
                <a:lnTo>
                  <a:pt x="1973" y="1893"/>
                </a:lnTo>
                <a:lnTo>
                  <a:pt x="1973" y="1894"/>
                </a:lnTo>
                <a:lnTo>
                  <a:pt x="1972" y="1894"/>
                </a:lnTo>
                <a:lnTo>
                  <a:pt x="1971" y="1894"/>
                </a:lnTo>
                <a:lnTo>
                  <a:pt x="1971" y="1893"/>
                </a:lnTo>
                <a:lnTo>
                  <a:pt x="1970" y="1893"/>
                </a:lnTo>
                <a:lnTo>
                  <a:pt x="1969" y="1893"/>
                </a:lnTo>
                <a:lnTo>
                  <a:pt x="1968" y="1893"/>
                </a:lnTo>
                <a:lnTo>
                  <a:pt x="1967" y="1893"/>
                </a:lnTo>
                <a:lnTo>
                  <a:pt x="1966" y="1893"/>
                </a:lnTo>
                <a:lnTo>
                  <a:pt x="1965" y="1893"/>
                </a:lnTo>
                <a:lnTo>
                  <a:pt x="1965" y="1892"/>
                </a:lnTo>
                <a:lnTo>
                  <a:pt x="1964" y="1892"/>
                </a:lnTo>
                <a:lnTo>
                  <a:pt x="1963" y="1891"/>
                </a:lnTo>
                <a:lnTo>
                  <a:pt x="1962" y="1891"/>
                </a:lnTo>
                <a:lnTo>
                  <a:pt x="1961" y="1891"/>
                </a:lnTo>
                <a:lnTo>
                  <a:pt x="1961" y="1890"/>
                </a:lnTo>
                <a:lnTo>
                  <a:pt x="1960" y="1890"/>
                </a:lnTo>
                <a:lnTo>
                  <a:pt x="1959" y="1890"/>
                </a:lnTo>
                <a:lnTo>
                  <a:pt x="1958" y="1890"/>
                </a:lnTo>
                <a:lnTo>
                  <a:pt x="1958" y="1889"/>
                </a:lnTo>
                <a:lnTo>
                  <a:pt x="1957" y="1889"/>
                </a:lnTo>
                <a:lnTo>
                  <a:pt x="1957" y="1888"/>
                </a:lnTo>
                <a:lnTo>
                  <a:pt x="1956" y="1888"/>
                </a:lnTo>
                <a:lnTo>
                  <a:pt x="1956" y="1887"/>
                </a:lnTo>
                <a:lnTo>
                  <a:pt x="1955" y="1887"/>
                </a:lnTo>
                <a:lnTo>
                  <a:pt x="1954" y="1887"/>
                </a:lnTo>
                <a:lnTo>
                  <a:pt x="1953" y="1887"/>
                </a:lnTo>
                <a:lnTo>
                  <a:pt x="1952" y="1887"/>
                </a:lnTo>
                <a:lnTo>
                  <a:pt x="1951" y="1887"/>
                </a:lnTo>
                <a:lnTo>
                  <a:pt x="1951" y="1886"/>
                </a:lnTo>
                <a:lnTo>
                  <a:pt x="1951" y="1885"/>
                </a:lnTo>
                <a:lnTo>
                  <a:pt x="1950" y="1885"/>
                </a:lnTo>
                <a:lnTo>
                  <a:pt x="1950" y="1884"/>
                </a:lnTo>
                <a:lnTo>
                  <a:pt x="1950" y="1883"/>
                </a:lnTo>
                <a:lnTo>
                  <a:pt x="1949" y="1883"/>
                </a:lnTo>
                <a:lnTo>
                  <a:pt x="1949" y="1882"/>
                </a:lnTo>
                <a:lnTo>
                  <a:pt x="1949" y="1881"/>
                </a:lnTo>
                <a:lnTo>
                  <a:pt x="1949" y="1880"/>
                </a:lnTo>
                <a:lnTo>
                  <a:pt x="1949" y="1879"/>
                </a:lnTo>
                <a:lnTo>
                  <a:pt x="1948" y="1879"/>
                </a:lnTo>
                <a:lnTo>
                  <a:pt x="1948" y="1878"/>
                </a:lnTo>
                <a:lnTo>
                  <a:pt x="1947" y="1878"/>
                </a:lnTo>
                <a:lnTo>
                  <a:pt x="1946" y="1878"/>
                </a:lnTo>
                <a:lnTo>
                  <a:pt x="1946" y="1879"/>
                </a:lnTo>
                <a:lnTo>
                  <a:pt x="1945" y="1879"/>
                </a:lnTo>
                <a:lnTo>
                  <a:pt x="1944" y="1879"/>
                </a:lnTo>
                <a:lnTo>
                  <a:pt x="1944" y="1878"/>
                </a:lnTo>
                <a:lnTo>
                  <a:pt x="1944" y="1877"/>
                </a:lnTo>
                <a:lnTo>
                  <a:pt x="1944" y="1876"/>
                </a:lnTo>
                <a:lnTo>
                  <a:pt x="1944" y="1874"/>
                </a:lnTo>
                <a:lnTo>
                  <a:pt x="1943" y="1874"/>
                </a:lnTo>
                <a:lnTo>
                  <a:pt x="1943" y="1873"/>
                </a:lnTo>
                <a:lnTo>
                  <a:pt x="1943" y="1872"/>
                </a:lnTo>
                <a:lnTo>
                  <a:pt x="1942" y="1871"/>
                </a:lnTo>
                <a:lnTo>
                  <a:pt x="1942" y="1870"/>
                </a:lnTo>
                <a:lnTo>
                  <a:pt x="1942" y="1869"/>
                </a:lnTo>
                <a:lnTo>
                  <a:pt x="1941" y="1868"/>
                </a:lnTo>
                <a:lnTo>
                  <a:pt x="1941" y="1867"/>
                </a:lnTo>
                <a:lnTo>
                  <a:pt x="1942" y="1867"/>
                </a:lnTo>
                <a:lnTo>
                  <a:pt x="1941" y="1866"/>
                </a:lnTo>
                <a:lnTo>
                  <a:pt x="1941" y="1865"/>
                </a:lnTo>
                <a:lnTo>
                  <a:pt x="1941" y="1864"/>
                </a:lnTo>
                <a:lnTo>
                  <a:pt x="1941" y="1863"/>
                </a:lnTo>
                <a:lnTo>
                  <a:pt x="1941" y="1862"/>
                </a:lnTo>
                <a:lnTo>
                  <a:pt x="1941" y="1861"/>
                </a:lnTo>
                <a:lnTo>
                  <a:pt x="1941" y="1860"/>
                </a:lnTo>
                <a:lnTo>
                  <a:pt x="1942" y="1860"/>
                </a:lnTo>
                <a:lnTo>
                  <a:pt x="1942" y="1859"/>
                </a:lnTo>
                <a:lnTo>
                  <a:pt x="1942" y="1858"/>
                </a:lnTo>
                <a:lnTo>
                  <a:pt x="1942" y="1857"/>
                </a:lnTo>
                <a:lnTo>
                  <a:pt x="1943" y="1857"/>
                </a:lnTo>
                <a:lnTo>
                  <a:pt x="1943" y="1856"/>
                </a:lnTo>
                <a:lnTo>
                  <a:pt x="1944" y="1856"/>
                </a:lnTo>
                <a:lnTo>
                  <a:pt x="1944" y="1855"/>
                </a:lnTo>
                <a:lnTo>
                  <a:pt x="1944" y="1854"/>
                </a:lnTo>
                <a:lnTo>
                  <a:pt x="1945" y="1853"/>
                </a:lnTo>
                <a:lnTo>
                  <a:pt x="1945" y="1852"/>
                </a:lnTo>
                <a:lnTo>
                  <a:pt x="1944" y="1852"/>
                </a:lnTo>
                <a:lnTo>
                  <a:pt x="1944" y="1851"/>
                </a:lnTo>
                <a:lnTo>
                  <a:pt x="1943" y="1851"/>
                </a:lnTo>
                <a:lnTo>
                  <a:pt x="1944" y="1850"/>
                </a:lnTo>
                <a:lnTo>
                  <a:pt x="1944" y="1849"/>
                </a:lnTo>
                <a:lnTo>
                  <a:pt x="1944" y="1848"/>
                </a:lnTo>
                <a:lnTo>
                  <a:pt x="1944" y="1847"/>
                </a:lnTo>
                <a:lnTo>
                  <a:pt x="1945" y="1847"/>
                </a:lnTo>
                <a:lnTo>
                  <a:pt x="1944" y="1846"/>
                </a:lnTo>
                <a:lnTo>
                  <a:pt x="1944" y="1845"/>
                </a:lnTo>
                <a:lnTo>
                  <a:pt x="1943" y="1845"/>
                </a:lnTo>
                <a:lnTo>
                  <a:pt x="1943" y="1846"/>
                </a:lnTo>
                <a:lnTo>
                  <a:pt x="1942" y="1846"/>
                </a:lnTo>
                <a:lnTo>
                  <a:pt x="1941" y="1846"/>
                </a:lnTo>
                <a:lnTo>
                  <a:pt x="1941" y="1845"/>
                </a:lnTo>
                <a:lnTo>
                  <a:pt x="1940" y="1845"/>
                </a:lnTo>
                <a:lnTo>
                  <a:pt x="1939" y="1844"/>
                </a:lnTo>
                <a:lnTo>
                  <a:pt x="1939" y="1845"/>
                </a:lnTo>
                <a:lnTo>
                  <a:pt x="1938" y="1845"/>
                </a:lnTo>
                <a:lnTo>
                  <a:pt x="1938" y="1844"/>
                </a:lnTo>
                <a:lnTo>
                  <a:pt x="1937" y="1844"/>
                </a:lnTo>
                <a:lnTo>
                  <a:pt x="1937" y="1843"/>
                </a:lnTo>
                <a:lnTo>
                  <a:pt x="1936" y="1843"/>
                </a:lnTo>
                <a:lnTo>
                  <a:pt x="1935" y="1843"/>
                </a:lnTo>
                <a:lnTo>
                  <a:pt x="1934" y="1843"/>
                </a:lnTo>
                <a:lnTo>
                  <a:pt x="1934" y="1842"/>
                </a:lnTo>
                <a:lnTo>
                  <a:pt x="1934" y="1841"/>
                </a:lnTo>
                <a:lnTo>
                  <a:pt x="1933" y="1841"/>
                </a:lnTo>
                <a:lnTo>
                  <a:pt x="1932" y="1841"/>
                </a:lnTo>
                <a:lnTo>
                  <a:pt x="1932" y="1840"/>
                </a:lnTo>
                <a:lnTo>
                  <a:pt x="1932" y="1839"/>
                </a:lnTo>
                <a:lnTo>
                  <a:pt x="1931" y="1839"/>
                </a:lnTo>
                <a:lnTo>
                  <a:pt x="1930" y="1838"/>
                </a:lnTo>
                <a:lnTo>
                  <a:pt x="1929" y="1838"/>
                </a:lnTo>
                <a:lnTo>
                  <a:pt x="1928" y="1838"/>
                </a:lnTo>
                <a:lnTo>
                  <a:pt x="1928" y="1837"/>
                </a:lnTo>
                <a:lnTo>
                  <a:pt x="1927" y="1836"/>
                </a:lnTo>
                <a:lnTo>
                  <a:pt x="1926" y="1836"/>
                </a:lnTo>
                <a:lnTo>
                  <a:pt x="1925" y="1836"/>
                </a:lnTo>
                <a:lnTo>
                  <a:pt x="1924" y="1836"/>
                </a:lnTo>
                <a:lnTo>
                  <a:pt x="1925" y="1837"/>
                </a:lnTo>
                <a:lnTo>
                  <a:pt x="1924" y="1838"/>
                </a:lnTo>
                <a:lnTo>
                  <a:pt x="1923" y="1838"/>
                </a:lnTo>
                <a:lnTo>
                  <a:pt x="1922" y="1838"/>
                </a:lnTo>
                <a:lnTo>
                  <a:pt x="1922" y="1839"/>
                </a:lnTo>
                <a:lnTo>
                  <a:pt x="1921" y="1839"/>
                </a:lnTo>
                <a:lnTo>
                  <a:pt x="1920" y="1840"/>
                </a:lnTo>
                <a:lnTo>
                  <a:pt x="1919" y="1840"/>
                </a:lnTo>
                <a:lnTo>
                  <a:pt x="1918" y="1840"/>
                </a:lnTo>
                <a:lnTo>
                  <a:pt x="1917" y="1840"/>
                </a:lnTo>
                <a:lnTo>
                  <a:pt x="1917" y="1841"/>
                </a:lnTo>
                <a:lnTo>
                  <a:pt x="1916" y="1841"/>
                </a:lnTo>
                <a:lnTo>
                  <a:pt x="1915" y="1841"/>
                </a:lnTo>
                <a:lnTo>
                  <a:pt x="1914" y="1841"/>
                </a:lnTo>
                <a:lnTo>
                  <a:pt x="1913" y="1841"/>
                </a:lnTo>
                <a:lnTo>
                  <a:pt x="1912" y="1841"/>
                </a:lnTo>
                <a:lnTo>
                  <a:pt x="1912" y="1840"/>
                </a:lnTo>
                <a:lnTo>
                  <a:pt x="1912" y="1841"/>
                </a:lnTo>
                <a:lnTo>
                  <a:pt x="1911" y="1841"/>
                </a:lnTo>
                <a:lnTo>
                  <a:pt x="1910" y="1842"/>
                </a:lnTo>
                <a:lnTo>
                  <a:pt x="1909" y="1843"/>
                </a:lnTo>
                <a:lnTo>
                  <a:pt x="1908" y="1843"/>
                </a:lnTo>
                <a:lnTo>
                  <a:pt x="1907" y="1844"/>
                </a:lnTo>
                <a:lnTo>
                  <a:pt x="1906" y="1845"/>
                </a:lnTo>
                <a:lnTo>
                  <a:pt x="1905" y="1845"/>
                </a:lnTo>
                <a:lnTo>
                  <a:pt x="1905" y="1844"/>
                </a:lnTo>
                <a:lnTo>
                  <a:pt x="1905" y="1843"/>
                </a:lnTo>
                <a:lnTo>
                  <a:pt x="1904" y="1843"/>
                </a:lnTo>
                <a:lnTo>
                  <a:pt x="1904" y="1842"/>
                </a:lnTo>
                <a:lnTo>
                  <a:pt x="1904" y="1841"/>
                </a:lnTo>
                <a:lnTo>
                  <a:pt x="1903" y="1841"/>
                </a:lnTo>
                <a:lnTo>
                  <a:pt x="1903" y="1840"/>
                </a:lnTo>
                <a:lnTo>
                  <a:pt x="1903" y="1839"/>
                </a:lnTo>
                <a:lnTo>
                  <a:pt x="1902" y="1839"/>
                </a:lnTo>
                <a:lnTo>
                  <a:pt x="1901" y="1838"/>
                </a:lnTo>
                <a:lnTo>
                  <a:pt x="1900" y="1838"/>
                </a:lnTo>
                <a:lnTo>
                  <a:pt x="1899" y="1837"/>
                </a:lnTo>
                <a:lnTo>
                  <a:pt x="1898" y="1837"/>
                </a:lnTo>
                <a:lnTo>
                  <a:pt x="1897" y="1837"/>
                </a:lnTo>
                <a:lnTo>
                  <a:pt x="1897" y="1836"/>
                </a:lnTo>
                <a:lnTo>
                  <a:pt x="1896" y="1836"/>
                </a:lnTo>
                <a:lnTo>
                  <a:pt x="1896" y="1835"/>
                </a:lnTo>
                <a:lnTo>
                  <a:pt x="1895" y="1835"/>
                </a:lnTo>
                <a:lnTo>
                  <a:pt x="1894" y="1834"/>
                </a:lnTo>
                <a:lnTo>
                  <a:pt x="1893" y="1834"/>
                </a:lnTo>
                <a:lnTo>
                  <a:pt x="1892" y="1834"/>
                </a:lnTo>
                <a:lnTo>
                  <a:pt x="1891" y="1834"/>
                </a:lnTo>
                <a:lnTo>
                  <a:pt x="1891" y="1835"/>
                </a:lnTo>
                <a:lnTo>
                  <a:pt x="1890" y="1835"/>
                </a:lnTo>
                <a:lnTo>
                  <a:pt x="1889" y="1835"/>
                </a:lnTo>
                <a:lnTo>
                  <a:pt x="1889" y="1836"/>
                </a:lnTo>
                <a:lnTo>
                  <a:pt x="1888" y="1836"/>
                </a:lnTo>
                <a:lnTo>
                  <a:pt x="1887" y="1836"/>
                </a:lnTo>
                <a:lnTo>
                  <a:pt x="1886" y="1836"/>
                </a:lnTo>
                <a:lnTo>
                  <a:pt x="1885" y="1836"/>
                </a:lnTo>
                <a:lnTo>
                  <a:pt x="1884" y="1836"/>
                </a:lnTo>
                <a:lnTo>
                  <a:pt x="1883" y="1836"/>
                </a:lnTo>
                <a:lnTo>
                  <a:pt x="1883" y="1835"/>
                </a:lnTo>
                <a:lnTo>
                  <a:pt x="1882" y="1835"/>
                </a:lnTo>
                <a:lnTo>
                  <a:pt x="1882" y="1834"/>
                </a:lnTo>
                <a:lnTo>
                  <a:pt x="1882" y="1833"/>
                </a:lnTo>
                <a:lnTo>
                  <a:pt x="1881" y="1833"/>
                </a:lnTo>
                <a:lnTo>
                  <a:pt x="1881" y="1832"/>
                </a:lnTo>
                <a:lnTo>
                  <a:pt x="1880" y="1832"/>
                </a:lnTo>
                <a:lnTo>
                  <a:pt x="1879" y="1832"/>
                </a:lnTo>
                <a:lnTo>
                  <a:pt x="1879" y="1831"/>
                </a:lnTo>
                <a:lnTo>
                  <a:pt x="1878" y="1831"/>
                </a:lnTo>
                <a:lnTo>
                  <a:pt x="1877" y="1831"/>
                </a:lnTo>
                <a:lnTo>
                  <a:pt x="1876" y="1831"/>
                </a:lnTo>
                <a:lnTo>
                  <a:pt x="1876" y="1830"/>
                </a:lnTo>
                <a:lnTo>
                  <a:pt x="1875" y="1830"/>
                </a:lnTo>
                <a:lnTo>
                  <a:pt x="1874" y="1830"/>
                </a:lnTo>
                <a:lnTo>
                  <a:pt x="1874" y="1831"/>
                </a:lnTo>
                <a:lnTo>
                  <a:pt x="1873" y="1831"/>
                </a:lnTo>
                <a:lnTo>
                  <a:pt x="1872" y="1831"/>
                </a:lnTo>
                <a:lnTo>
                  <a:pt x="1870" y="1831"/>
                </a:lnTo>
                <a:lnTo>
                  <a:pt x="1869" y="1830"/>
                </a:lnTo>
                <a:lnTo>
                  <a:pt x="1869" y="1829"/>
                </a:lnTo>
                <a:lnTo>
                  <a:pt x="1869" y="1828"/>
                </a:lnTo>
                <a:lnTo>
                  <a:pt x="1869" y="1827"/>
                </a:lnTo>
                <a:lnTo>
                  <a:pt x="1869" y="1826"/>
                </a:lnTo>
                <a:lnTo>
                  <a:pt x="1868" y="1826"/>
                </a:lnTo>
                <a:lnTo>
                  <a:pt x="1868" y="1825"/>
                </a:lnTo>
                <a:lnTo>
                  <a:pt x="1868" y="1824"/>
                </a:lnTo>
                <a:lnTo>
                  <a:pt x="1868" y="1823"/>
                </a:lnTo>
                <a:lnTo>
                  <a:pt x="1867" y="1823"/>
                </a:lnTo>
                <a:lnTo>
                  <a:pt x="1867" y="1822"/>
                </a:lnTo>
                <a:lnTo>
                  <a:pt x="1866" y="1822"/>
                </a:lnTo>
                <a:lnTo>
                  <a:pt x="1866" y="1821"/>
                </a:lnTo>
                <a:lnTo>
                  <a:pt x="1865" y="1821"/>
                </a:lnTo>
                <a:lnTo>
                  <a:pt x="1865" y="1820"/>
                </a:lnTo>
                <a:lnTo>
                  <a:pt x="1865" y="1819"/>
                </a:lnTo>
                <a:lnTo>
                  <a:pt x="1864" y="1819"/>
                </a:lnTo>
                <a:lnTo>
                  <a:pt x="1864" y="1818"/>
                </a:lnTo>
                <a:lnTo>
                  <a:pt x="1864" y="1817"/>
                </a:lnTo>
                <a:lnTo>
                  <a:pt x="1864" y="1816"/>
                </a:lnTo>
                <a:lnTo>
                  <a:pt x="1863" y="1816"/>
                </a:lnTo>
                <a:lnTo>
                  <a:pt x="1863" y="1815"/>
                </a:lnTo>
                <a:lnTo>
                  <a:pt x="1862" y="1815"/>
                </a:lnTo>
                <a:lnTo>
                  <a:pt x="1861" y="1815"/>
                </a:lnTo>
                <a:lnTo>
                  <a:pt x="1860" y="1815"/>
                </a:lnTo>
                <a:lnTo>
                  <a:pt x="1859" y="1815"/>
                </a:lnTo>
                <a:lnTo>
                  <a:pt x="1859" y="1814"/>
                </a:lnTo>
                <a:lnTo>
                  <a:pt x="1859" y="1813"/>
                </a:lnTo>
                <a:lnTo>
                  <a:pt x="1858" y="1813"/>
                </a:lnTo>
                <a:lnTo>
                  <a:pt x="1858" y="1812"/>
                </a:lnTo>
                <a:lnTo>
                  <a:pt x="1858" y="1811"/>
                </a:lnTo>
                <a:lnTo>
                  <a:pt x="1858" y="1810"/>
                </a:lnTo>
                <a:lnTo>
                  <a:pt x="1857" y="1810"/>
                </a:lnTo>
                <a:lnTo>
                  <a:pt x="1856" y="1810"/>
                </a:lnTo>
                <a:lnTo>
                  <a:pt x="1855" y="1810"/>
                </a:lnTo>
                <a:lnTo>
                  <a:pt x="1854" y="1810"/>
                </a:lnTo>
                <a:lnTo>
                  <a:pt x="1853" y="1810"/>
                </a:lnTo>
                <a:lnTo>
                  <a:pt x="1852" y="1810"/>
                </a:lnTo>
                <a:lnTo>
                  <a:pt x="1851" y="1811"/>
                </a:lnTo>
                <a:lnTo>
                  <a:pt x="1850" y="1811"/>
                </a:lnTo>
                <a:lnTo>
                  <a:pt x="1850" y="1810"/>
                </a:lnTo>
                <a:lnTo>
                  <a:pt x="1849" y="1810"/>
                </a:lnTo>
                <a:lnTo>
                  <a:pt x="1848" y="1810"/>
                </a:lnTo>
                <a:lnTo>
                  <a:pt x="1847" y="1810"/>
                </a:lnTo>
                <a:lnTo>
                  <a:pt x="1846" y="1810"/>
                </a:lnTo>
                <a:lnTo>
                  <a:pt x="1845" y="1811"/>
                </a:lnTo>
                <a:lnTo>
                  <a:pt x="1845" y="1810"/>
                </a:lnTo>
                <a:lnTo>
                  <a:pt x="1844" y="1810"/>
                </a:lnTo>
                <a:lnTo>
                  <a:pt x="1843" y="1809"/>
                </a:lnTo>
                <a:lnTo>
                  <a:pt x="1842" y="1809"/>
                </a:lnTo>
                <a:lnTo>
                  <a:pt x="1842" y="1808"/>
                </a:lnTo>
                <a:lnTo>
                  <a:pt x="1842" y="1807"/>
                </a:lnTo>
                <a:lnTo>
                  <a:pt x="1841" y="1807"/>
                </a:lnTo>
                <a:lnTo>
                  <a:pt x="1841" y="1806"/>
                </a:lnTo>
                <a:lnTo>
                  <a:pt x="1840" y="1806"/>
                </a:lnTo>
                <a:lnTo>
                  <a:pt x="1839" y="1806"/>
                </a:lnTo>
                <a:lnTo>
                  <a:pt x="1839" y="1805"/>
                </a:lnTo>
                <a:lnTo>
                  <a:pt x="1839" y="1804"/>
                </a:lnTo>
                <a:lnTo>
                  <a:pt x="1839" y="1803"/>
                </a:lnTo>
                <a:lnTo>
                  <a:pt x="1839" y="1802"/>
                </a:lnTo>
                <a:lnTo>
                  <a:pt x="1838" y="1802"/>
                </a:lnTo>
                <a:lnTo>
                  <a:pt x="1838" y="1801"/>
                </a:lnTo>
                <a:lnTo>
                  <a:pt x="1837" y="1801"/>
                </a:lnTo>
                <a:lnTo>
                  <a:pt x="1836" y="1800"/>
                </a:lnTo>
                <a:lnTo>
                  <a:pt x="1836" y="1799"/>
                </a:lnTo>
                <a:lnTo>
                  <a:pt x="1834" y="1799"/>
                </a:lnTo>
                <a:lnTo>
                  <a:pt x="1833" y="1799"/>
                </a:lnTo>
                <a:lnTo>
                  <a:pt x="1832" y="1798"/>
                </a:lnTo>
                <a:lnTo>
                  <a:pt x="1831" y="1798"/>
                </a:lnTo>
                <a:lnTo>
                  <a:pt x="1830" y="1798"/>
                </a:lnTo>
                <a:lnTo>
                  <a:pt x="1829" y="1798"/>
                </a:lnTo>
                <a:lnTo>
                  <a:pt x="1828" y="1798"/>
                </a:lnTo>
                <a:lnTo>
                  <a:pt x="1828" y="1799"/>
                </a:lnTo>
                <a:lnTo>
                  <a:pt x="1828" y="1800"/>
                </a:lnTo>
                <a:lnTo>
                  <a:pt x="1828" y="1801"/>
                </a:lnTo>
                <a:lnTo>
                  <a:pt x="1828" y="1802"/>
                </a:lnTo>
                <a:lnTo>
                  <a:pt x="1828" y="1803"/>
                </a:lnTo>
                <a:lnTo>
                  <a:pt x="1827" y="1803"/>
                </a:lnTo>
                <a:lnTo>
                  <a:pt x="1827" y="1804"/>
                </a:lnTo>
                <a:lnTo>
                  <a:pt x="1826" y="1804"/>
                </a:lnTo>
                <a:lnTo>
                  <a:pt x="1826" y="1805"/>
                </a:lnTo>
                <a:lnTo>
                  <a:pt x="1825" y="1805"/>
                </a:lnTo>
                <a:lnTo>
                  <a:pt x="1825" y="1806"/>
                </a:lnTo>
                <a:lnTo>
                  <a:pt x="1824" y="1806"/>
                </a:lnTo>
                <a:lnTo>
                  <a:pt x="1824" y="1807"/>
                </a:lnTo>
                <a:lnTo>
                  <a:pt x="1824" y="1808"/>
                </a:lnTo>
                <a:lnTo>
                  <a:pt x="1823" y="1808"/>
                </a:lnTo>
                <a:lnTo>
                  <a:pt x="1823" y="1807"/>
                </a:lnTo>
                <a:lnTo>
                  <a:pt x="1823" y="1806"/>
                </a:lnTo>
                <a:lnTo>
                  <a:pt x="1822" y="1806"/>
                </a:lnTo>
                <a:lnTo>
                  <a:pt x="1822" y="1805"/>
                </a:lnTo>
                <a:lnTo>
                  <a:pt x="1821" y="1805"/>
                </a:lnTo>
                <a:lnTo>
                  <a:pt x="1820" y="1804"/>
                </a:lnTo>
                <a:lnTo>
                  <a:pt x="1819" y="1804"/>
                </a:lnTo>
                <a:lnTo>
                  <a:pt x="1817" y="1804"/>
                </a:lnTo>
                <a:lnTo>
                  <a:pt x="1816" y="1804"/>
                </a:lnTo>
                <a:lnTo>
                  <a:pt x="1816" y="1805"/>
                </a:lnTo>
                <a:lnTo>
                  <a:pt x="1816" y="1804"/>
                </a:lnTo>
                <a:lnTo>
                  <a:pt x="1815" y="1804"/>
                </a:lnTo>
                <a:lnTo>
                  <a:pt x="1815" y="1805"/>
                </a:lnTo>
                <a:lnTo>
                  <a:pt x="1814" y="1806"/>
                </a:lnTo>
                <a:lnTo>
                  <a:pt x="1813" y="1807"/>
                </a:lnTo>
                <a:lnTo>
                  <a:pt x="1812" y="1807"/>
                </a:lnTo>
                <a:lnTo>
                  <a:pt x="1811" y="1806"/>
                </a:lnTo>
                <a:lnTo>
                  <a:pt x="1810" y="1806"/>
                </a:lnTo>
                <a:lnTo>
                  <a:pt x="1810" y="1805"/>
                </a:lnTo>
                <a:lnTo>
                  <a:pt x="1810" y="1804"/>
                </a:lnTo>
                <a:lnTo>
                  <a:pt x="1810" y="1803"/>
                </a:lnTo>
                <a:lnTo>
                  <a:pt x="1810" y="1802"/>
                </a:lnTo>
                <a:lnTo>
                  <a:pt x="1809" y="1801"/>
                </a:lnTo>
                <a:lnTo>
                  <a:pt x="1809" y="1800"/>
                </a:lnTo>
                <a:lnTo>
                  <a:pt x="1808" y="1800"/>
                </a:lnTo>
                <a:lnTo>
                  <a:pt x="1807" y="1800"/>
                </a:lnTo>
                <a:lnTo>
                  <a:pt x="1807" y="1799"/>
                </a:lnTo>
                <a:lnTo>
                  <a:pt x="1806" y="1799"/>
                </a:lnTo>
                <a:lnTo>
                  <a:pt x="1806" y="1798"/>
                </a:lnTo>
                <a:lnTo>
                  <a:pt x="1806" y="1797"/>
                </a:lnTo>
                <a:lnTo>
                  <a:pt x="1805" y="1796"/>
                </a:lnTo>
                <a:lnTo>
                  <a:pt x="1804" y="1795"/>
                </a:lnTo>
                <a:lnTo>
                  <a:pt x="1803" y="1794"/>
                </a:lnTo>
                <a:lnTo>
                  <a:pt x="1802" y="1794"/>
                </a:lnTo>
                <a:lnTo>
                  <a:pt x="1801" y="1794"/>
                </a:lnTo>
                <a:lnTo>
                  <a:pt x="1800" y="1794"/>
                </a:lnTo>
                <a:lnTo>
                  <a:pt x="1799" y="1795"/>
                </a:lnTo>
                <a:lnTo>
                  <a:pt x="1799" y="1794"/>
                </a:lnTo>
                <a:lnTo>
                  <a:pt x="1798" y="1794"/>
                </a:lnTo>
                <a:lnTo>
                  <a:pt x="1798" y="1793"/>
                </a:lnTo>
                <a:lnTo>
                  <a:pt x="1797" y="1794"/>
                </a:lnTo>
                <a:lnTo>
                  <a:pt x="1796" y="1794"/>
                </a:lnTo>
                <a:lnTo>
                  <a:pt x="1795" y="1794"/>
                </a:lnTo>
                <a:lnTo>
                  <a:pt x="1794" y="1794"/>
                </a:lnTo>
                <a:lnTo>
                  <a:pt x="1793" y="1794"/>
                </a:lnTo>
                <a:lnTo>
                  <a:pt x="1793" y="1793"/>
                </a:lnTo>
                <a:lnTo>
                  <a:pt x="1792" y="1793"/>
                </a:lnTo>
                <a:lnTo>
                  <a:pt x="1792" y="1794"/>
                </a:lnTo>
                <a:lnTo>
                  <a:pt x="1791" y="1794"/>
                </a:lnTo>
                <a:lnTo>
                  <a:pt x="1790" y="1794"/>
                </a:lnTo>
                <a:lnTo>
                  <a:pt x="1789" y="1794"/>
                </a:lnTo>
                <a:lnTo>
                  <a:pt x="1788" y="1794"/>
                </a:lnTo>
                <a:lnTo>
                  <a:pt x="1788" y="1792"/>
                </a:lnTo>
                <a:lnTo>
                  <a:pt x="1787" y="1791"/>
                </a:lnTo>
                <a:lnTo>
                  <a:pt x="1788" y="1790"/>
                </a:lnTo>
                <a:lnTo>
                  <a:pt x="1787" y="1790"/>
                </a:lnTo>
                <a:lnTo>
                  <a:pt x="1787" y="1789"/>
                </a:lnTo>
                <a:lnTo>
                  <a:pt x="1786" y="1789"/>
                </a:lnTo>
                <a:lnTo>
                  <a:pt x="1786" y="1788"/>
                </a:lnTo>
                <a:lnTo>
                  <a:pt x="1785" y="1788"/>
                </a:lnTo>
                <a:lnTo>
                  <a:pt x="1785" y="1787"/>
                </a:lnTo>
                <a:lnTo>
                  <a:pt x="1785" y="1786"/>
                </a:lnTo>
                <a:lnTo>
                  <a:pt x="1785" y="1785"/>
                </a:lnTo>
                <a:lnTo>
                  <a:pt x="1784" y="1785"/>
                </a:lnTo>
                <a:lnTo>
                  <a:pt x="1784" y="1784"/>
                </a:lnTo>
                <a:lnTo>
                  <a:pt x="1784" y="1783"/>
                </a:lnTo>
                <a:lnTo>
                  <a:pt x="1783" y="1783"/>
                </a:lnTo>
                <a:lnTo>
                  <a:pt x="1782" y="1783"/>
                </a:lnTo>
                <a:lnTo>
                  <a:pt x="1782" y="1784"/>
                </a:lnTo>
                <a:lnTo>
                  <a:pt x="1780" y="1784"/>
                </a:lnTo>
                <a:lnTo>
                  <a:pt x="1779" y="1783"/>
                </a:lnTo>
                <a:lnTo>
                  <a:pt x="1779" y="1782"/>
                </a:lnTo>
                <a:lnTo>
                  <a:pt x="1778" y="1782"/>
                </a:lnTo>
                <a:lnTo>
                  <a:pt x="1778" y="1781"/>
                </a:lnTo>
                <a:lnTo>
                  <a:pt x="1778" y="1780"/>
                </a:lnTo>
                <a:lnTo>
                  <a:pt x="1777" y="1780"/>
                </a:lnTo>
                <a:lnTo>
                  <a:pt x="1776" y="1780"/>
                </a:lnTo>
                <a:lnTo>
                  <a:pt x="1775" y="1780"/>
                </a:lnTo>
                <a:lnTo>
                  <a:pt x="1774" y="1780"/>
                </a:lnTo>
                <a:lnTo>
                  <a:pt x="1774" y="1779"/>
                </a:lnTo>
                <a:lnTo>
                  <a:pt x="1773" y="1779"/>
                </a:lnTo>
                <a:lnTo>
                  <a:pt x="1773" y="1778"/>
                </a:lnTo>
                <a:lnTo>
                  <a:pt x="1772" y="1778"/>
                </a:lnTo>
                <a:lnTo>
                  <a:pt x="1772" y="1779"/>
                </a:lnTo>
                <a:lnTo>
                  <a:pt x="1772" y="1780"/>
                </a:lnTo>
                <a:lnTo>
                  <a:pt x="1771" y="1780"/>
                </a:lnTo>
                <a:lnTo>
                  <a:pt x="1771" y="1781"/>
                </a:lnTo>
                <a:lnTo>
                  <a:pt x="1770" y="1781"/>
                </a:lnTo>
                <a:lnTo>
                  <a:pt x="1769" y="1781"/>
                </a:lnTo>
                <a:lnTo>
                  <a:pt x="1769" y="1782"/>
                </a:lnTo>
                <a:lnTo>
                  <a:pt x="1768" y="1782"/>
                </a:lnTo>
                <a:lnTo>
                  <a:pt x="1767" y="1782"/>
                </a:lnTo>
                <a:lnTo>
                  <a:pt x="1767" y="1783"/>
                </a:lnTo>
                <a:lnTo>
                  <a:pt x="1768" y="1783"/>
                </a:lnTo>
                <a:lnTo>
                  <a:pt x="1768" y="1784"/>
                </a:lnTo>
                <a:lnTo>
                  <a:pt x="1768" y="1785"/>
                </a:lnTo>
                <a:lnTo>
                  <a:pt x="1769" y="1785"/>
                </a:lnTo>
                <a:lnTo>
                  <a:pt x="1769" y="1786"/>
                </a:lnTo>
                <a:lnTo>
                  <a:pt x="1768" y="1787"/>
                </a:lnTo>
                <a:lnTo>
                  <a:pt x="1767" y="1788"/>
                </a:lnTo>
                <a:lnTo>
                  <a:pt x="1766" y="1788"/>
                </a:lnTo>
                <a:lnTo>
                  <a:pt x="1766" y="1789"/>
                </a:lnTo>
                <a:lnTo>
                  <a:pt x="1766" y="1788"/>
                </a:lnTo>
                <a:lnTo>
                  <a:pt x="1765" y="1788"/>
                </a:lnTo>
                <a:lnTo>
                  <a:pt x="1765" y="1789"/>
                </a:lnTo>
                <a:lnTo>
                  <a:pt x="1764" y="1789"/>
                </a:lnTo>
                <a:lnTo>
                  <a:pt x="1763" y="1789"/>
                </a:lnTo>
                <a:lnTo>
                  <a:pt x="1762" y="1788"/>
                </a:lnTo>
                <a:lnTo>
                  <a:pt x="1762" y="1789"/>
                </a:lnTo>
                <a:lnTo>
                  <a:pt x="1761" y="1789"/>
                </a:lnTo>
                <a:lnTo>
                  <a:pt x="1760" y="1789"/>
                </a:lnTo>
                <a:lnTo>
                  <a:pt x="1760" y="1790"/>
                </a:lnTo>
                <a:lnTo>
                  <a:pt x="1759" y="1790"/>
                </a:lnTo>
                <a:lnTo>
                  <a:pt x="1759" y="1791"/>
                </a:lnTo>
                <a:lnTo>
                  <a:pt x="1758" y="1791"/>
                </a:lnTo>
                <a:lnTo>
                  <a:pt x="1757" y="1791"/>
                </a:lnTo>
                <a:lnTo>
                  <a:pt x="1756" y="1791"/>
                </a:lnTo>
                <a:lnTo>
                  <a:pt x="1756" y="1790"/>
                </a:lnTo>
                <a:lnTo>
                  <a:pt x="1755" y="1790"/>
                </a:lnTo>
                <a:lnTo>
                  <a:pt x="1754" y="1789"/>
                </a:lnTo>
                <a:lnTo>
                  <a:pt x="1753" y="1789"/>
                </a:lnTo>
                <a:lnTo>
                  <a:pt x="1752" y="1789"/>
                </a:lnTo>
                <a:lnTo>
                  <a:pt x="1752" y="1788"/>
                </a:lnTo>
                <a:lnTo>
                  <a:pt x="1751" y="1788"/>
                </a:lnTo>
                <a:lnTo>
                  <a:pt x="1750" y="1788"/>
                </a:lnTo>
                <a:lnTo>
                  <a:pt x="1749" y="1788"/>
                </a:lnTo>
                <a:lnTo>
                  <a:pt x="1749" y="1789"/>
                </a:lnTo>
                <a:lnTo>
                  <a:pt x="1748" y="1789"/>
                </a:lnTo>
                <a:lnTo>
                  <a:pt x="1748" y="1790"/>
                </a:lnTo>
                <a:lnTo>
                  <a:pt x="1747" y="1790"/>
                </a:lnTo>
                <a:lnTo>
                  <a:pt x="1746" y="1790"/>
                </a:lnTo>
                <a:lnTo>
                  <a:pt x="1746" y="1789"/>
                </a:lnTo>
                <a:lnTo>
                  <a:pt x="1746" y="1790"/>
                </a:lnTo>
                <a:lnTo>
                  <a:pt x="1745" y="1790"/>
                </a:lnTo>
                <a:lnTo>
                  <a:pt x="1744" y="1790"/>
                </a:lnTo>
                <a:lnTo>
                  <a:pt x="1743" y="1789"/>
                </a:lnTo>
                <a:lnTo>
                  <a:pt x="1742" y="1789"/>
                </a:lnTo>
                <a:lnTo>
                  <a:pt x="1741" y="1790"/>
                </a:lnTo>
                <a:lnTo>
                  <a:pt x="1740" y="1790"/>
                </a:lnTo>
                <a:lnTo>
                  <a:pt x="1739" y="1790"/>
                </a:lnTo>
                <a:lnTo>
                  <a:pt x="1738" y="1790"/>
                </a:lnTo>
                <a:lnTo>
                  <a:pt x="1738" y="1789"/>
                </a:lnTo>
                <a:lnTo>
                  <a:pt x="1737" y="1789"/>
                </a:lnTo>
                <a:lnTo>
                  <a:pt x="1736" y="1789"/>
                </a:lnTo>
                <a:lnTo>
                  <a:pt x="1735" y="1790"/>
                </a:lnTo>
                <a:lnTo>
                  <a:pt x="1736" y="1790"/>
                </a:lnTo>
                <a:lnTo>
                  <a:pt x="1735" y="1790"/>
                </a:lnTo>
                <a:lnTo>
                  <a:pt x="1735" y="1791"/>
                </a:lnTo>
                <a:lnTo>
                  <a:pt x="1734" y="1791"/>
                </a:lnTo>
                <a:lnTo>
                  <a:pt x="1735" y="1791"/>
                </a:lnTo>
                <a:lnTo>
                  <a:pt x="1735" y="1792"/>
                </a:lnTo>
                <a:lnTo>
                  <a:pt x="1734" y="1792"/>
                </a:lnTo>
                <a:lnTo>
                  <a:pt x="1733" y="1793"/>
                </a:lnTo>
                <a:lnTo>
                  <a:pt x="1732" y="1794"/>
                </a:lnTo>
                <a:lnTo>
                  <a:pt x="1731" y="1794"/>
                </a:lnTo>
                <a:lnTo>
                  <a:pt x="1731" y="1795"/>
                </a:lnTo>
                <a:lnTo>
                  <a:pt x="1731" y="1796"/>
                </a:lnTo>
                <a:lnTo>
                  <a:pt x="1730" y="1796"/>
                </a:lnTo>
                <a:lnTo>
                  <a:pt x="1729" y="1797"/>
                </a:lnTo>
                <a:lnTo>
                  <a:pt x="1729" y="1798"/>
                </a:lnTo>
                <a:lnTo>
                  <a:pt x="1728" y="1798"/>
                </a:lnTo>
                <a:lnTo>
                  <a:pt x="1727" y="1797"/>
                </a:lnTo>
                <a:lnTo>
                  <a:pt x="1726" y="1797"/>
                </a:lnTo>
                <a:lnTo>
                  <a:pt x="1726" y="1798"/>
                </a:lnTo>
                <a:lnTo>
                  <a:pt x="1725" y="1798"/>
                </a:lnTo>
                <a:lnTo>
                  <a:pt x="1725" y="1799"/>
                </a:lnTo>
                <a:lnTo>
                  <a:pt x="1725" y="1800"/>
                </a:lnTo>
                <a:lnTo>
                  <a:pt x="1724" y="1800"/>
                </a:lnTo>
                <a:lnTo>
                  <a:pt x="1724" y="1801"/>
                </a:lnTo>
                <a:lnTo>
                  <a:pt x="1724" y="1802"/>
                </a:lnTo>
                <a:lnTo>
                  <a:pt x="1723" y="1802"/>
                </a:lnTo>
                <a:lnTo>
                  <a:pt x="1722" y="1802"/>
                </a:lnTo>
                <a:lnTo>
                  <a:pt x="1722" y="1803"/>
                </a:lnTo>
                <a:lnTo>
                  <a:pt x="1722" y="1804"/>
                </a:lnTo>
                <a:lnTo>
                  <a:pt x="1721" y="1804"/>
                </a:lnTo>
                <a:lnTo>
                  <a:pt x="1721" y="1803"/>
                </a:lnTo>
                <a:lnTo>
                  <a:pt x="1720" y="1803"/>
                </a:lnTo>
                <a:lnTo>
                  <a:pt x="1720" y="1802"/>
                </a:lnTo>
                <a:lnTo>
                  <a:pt x="1719" y="1802"/>
                </a:lnTo>
                <a:lnTo>
                  <a:pt x="1718" y="1802"/>
                </a:lnTo>
                <a:lnTo>
                  <a:pt x="1718" y="1801"/>
                </a:lnTo>
                <a:lnTo>
                  <a:pt x="1717" y="1801"/>
                </a:lnTo>
                <a:lnTo>
                  <a:pt x="1717" y="1802"/>
                </a:lnTo>
                <a:lnTo>
                  <a:pt x="1716" y="1803"/>
                </a:lnTo>
                <a:lnTo>
                  <a:pt x="1716" y="1804"/>
                </a:lnTo>
                <a:lnTo>
                  <a:pt x="1715" y="1804"/>
                </a:lnTo>
                <a:lnTo>
                  <a:pt x="1715" y="1805"/>
                </a:lnTo>
                <a:lnTo>
                  <a:pt x="1714" y="1805"/>
                </a:lnTo>
                <a:lnTo>
                  <a:pt x="1714" y="1806"/>
                </a:lnTo>
                <a:lnTo>
                  <a:pt x="1713" y="1806"/>
                </a:lnTo>
                <a:lnTo>
                  <a:pt x="1713" y="1807"/>
                </a:lnTo>
                <a:lnTo>
                  <a:pt x="1712" y="1807"/>
                </a:lnTo>
                <a:lnTo>
                  <a:pt x="1711" y="1807"/>
                </a:lnTo>
                <a:lnTo>
                  <a:pt x="1711" y="1808"/>
                </a:lnTo>
                <a:lnTo>
                  <a:pt x="1710" y="1809"/>
                </a:lnTo>
                <a:lnTo>
                  <a:pt x="1710" y="1810"/>
                </a:lnTo>
                <a:lnTo>
                  <a:pt x="1710" y="1811"/>
                </a:lnTo>
                <a:lnTo>
                  <a:pt x="1710" y="1810"/>
                </a:lnTo>
                <a:lnTo>
                  <a:pt x="1709" y="1810"/>
                </a:lnTo>
                <a:lnTo>
                  <a:pt x="1709" y="1811"/>
                </a:lnTo>
                <a:lnTo>
                  <a:pt x="1708" y="1811"/>
                </a:lnTo>
                <a:lnTo>
                  <a:pt x="1707" y="1812"/>
                </a:lnTo>
                <a:lnTo>
                  <a:pt x="1707" y="1813"/>
                </a:lnTo>
                <a:lnTo>
                  <a:pt x="1707" y="1814"/>
                </a:lnTo>
                <a:lnTo>
                  <a:pt x="1708" y="1814"/>
                </a:lnTo>
                <a:lnTo>
                  <a:pt x="1708" y="1815"/>
                </a:lnTo>
                <a:lnTo>
                  <a:pt x="1708" y="1816"/>
                </a:lnTo>
                <a:lnTo>
                  <a:pt x="1707" y="1816"/>
                </a:lnTo>
                <a:lnTo>
                  <a:pt x="1706" y="1817"/>
                </a:lnTo>
                <a:lnTo>
                  <a:pt x="1705" y="1817"/>
                </a:lnTo>
                <a:lnTo>
                  <a:pt x="1704" y="1817"/>
                </a:lnTo>
                <a:lnTo>
                  <a:pt x="1704" y="1818"/>
                </a:lnTo>
                <a:lnTo>
                  <a:pt x="1704" y="1819"/>
                </a:lnTo>
                <a:lnTo>
                  <a:pt x="1704" y="1820"/>
                </a:lnTo>
                <a:lnTo>
                  <a:pt x="1704" y="1821"/>
                </a:lnTo>
                <a:lnTo>
                  <a:pt x="1703" y="1821"/>
                </a:lnTo>
                <a:lnTo>
                  <a:pt x="1703" y="1822"/>
                </a:lnTo>
                <a:lnTo>
                  <a:pt x="1703" y="1823"/>
                </a:lnTo>
                <a:lnTo>
                  <a:pt x="1703" y="1824"/>
                </a:lnTo>
                <a:lnTo>
                  <a:pt x="1702" y="1824"/>
                </a:lnTo>
                <a:lnTo>
                  <a:pt x="1702" y="1825"/>
                </a:lnTo>
                <a:lnTo>
                  <a:pt x="1701" y="1825"/>
                </a:lnTo>
                <a:lnTo>
                  <a:pt x="1701" y="1826"/>
                </a:lnTo>
                <a:lnTo>
                  <a:pt x="1700" y="1826"/>
                </a:lnTo>
                <a:lnTo>
                  <a:pt x="1701" y="1826"/>
                </a:lnTo>
                <a:lnTo>
                  <a:pt x="1700" y="1826"/>
                </a:lnTo>
                <a:lnTo>
                  <a:pt x="1700" y="1827"/>
                </a:lnTo>
                <a:lnTo>
                  <a:pt x="1700" y="1828"/>
                </a:lnTo>
                <a:lnTo>
                  <a:pt x="1699" y="1828"/>
                </a:lnTo>
                <a:lnTo>
                  <a:pt x="1699" y="1829"/>
                </a:lnTo>
                <a:lnTo>
                  <a:pt x="1697" y="1829"/>
                </a:lnTo>
                <a:lnTo>
                  <a:pt x="1696" y="1829"/>
                </a:lnTo>
                <a:lnTo>
                  <a:pt x="1696" y="1830"/>
                </a:lnTo>
                <a:lnTo>
                  <a:pt x="1696" y="1831"/>
                </a:lnTo>
                <a:lnTo>
                  <a:pt x="1695" y="1831"/>
                </a:lnTo>
                <a:lnTo>
                  <a:pt x="1695" y="1832"/>
                </a:lnTo>
                <a:lnTo>
                  <a:pt x="1695" y="1833"/>
                </a:lnTo>
                <a:lnTo>
                  <a:pt x="1694" y="1833"/>
                </a:lnTo>
                <a:lnTo>
                  <a:pt x="1693" y="1833"/>
                </a:lnTo>
                <a:lnTo>
                  <a:pt x="1692" y="1833"/>
                </a:lnTo>
                <a:lnTo>
                  <a:pt x="1692" y="1834"/>
                </a:lnTo>
                <a:lnTo>
                  <a:pt x="1692" y="1835"/>
                </a:lnTo>
                <a:lnTo>
                  <a:pt x="1692" y="1836"/>
                </a:lnTo>
                <a:lnTo>
                  <a:pt x="1691" y="1836"/>
                </a:lnTo>
                <a:lnTo>
                  <a:pt x="1690" y="1837"/>
                </a:lnTo>
                <a:lnTo>
                  <a:pt x="1690" y="1838"/>
                </a:lnTo>
                <a:lnTo>
                  <a:pt x="1690" y="1839"/>
                </a:lnTo>
                <a:lnTo>
                  <a:pt x="1689" y="1839"/>
                </a:lnTo>
                <a:lnTo>
                  <a:pt x="1688" y="1840"/>
                </a:lnTo>
                <a:lnTo>
                  <a:pt x="1687" y="1840"/>
                </a:lnTo>
                <a:lnTo>
                  <a:pt x="1686" y="1841"/>
                </a:lnTo>
                <a:lnTo>
                  <a:pt x="1686" y="1842"/>
                </a:lnTo>
                <a:lnTo>
                  <a:pt x="1685" y="1842"/>
                </a:lnTo>
                <a:lnTo>
                  <a:pt x="1684" y="1842"/>
                </a:lnTo>
                <a:lnTo>
                  <a:pt x="1683" y="1842"/>
                </a:lnTo>
                <a:lnTo>
                  <a:pt x="1683" y="1843"/>
                </a:lnTo>
                <a:lnTo>
                  <a:pt x="1682" y="1843"/>
                </a:lnTo>
                <a:lnTo>
                  <a:pt x="1681" y="1843"/>
                </a:lnTo>
                <a:lnTo>
                  <a:pt x="1680" y="1843"/>
                </a:lnTo>
                <a:lnTo>
                  <a:pt x="1679" y="1843"/>
                </a:lnTo>
                <a:lnTo>
                  <a:pt x="1679" y="1844"/>
                </a:lnTo>
                <a:lnTo>
                  <a:pt x="1678" y="1844"/>
                </a:lnTo>
                <a:lnTo>
                  <a:pt x="1678" y="1845"/>
                </a:lnTo>
                <a:lnTo>
                  <a:pt x="1677" y="1845"/>
                </a:lnTo>
                <a:lnTo>
                  <a:pt x="1676" y="1845"/>
                </a:lnTo>
                <a:lnTo>
                  <a:pt x="1675" y="1844"/>
                </a:lnTo>
                <a:lnTo>
                  <a:pt x="1674" y="1844"/>
                </a:lnTo>
                <a:lnTo>
                  <a:pt x="1673" y="1844"/>
                </a:lnTo>
                <a:lnTo>
                  <a:pt x="1672" y="1844"/>
                </a:lnTo>
                <a:lnTo>
                  <a:pt x="1672" y="1845"/>
                </a:lnTo>
                <a:lnTo>
                  <a:pt x="1671" y="1845"/>
                </a:lnTo>
                <a:lnTo>
                  <a:pt x="1671" y="1846"/>
                </a:lnTo>
                <a:lnTo>
                  <a:pt x="1670" y="1846"/>
                </a:lnTo>
                <a:lnTo>
                  <a:pt x="1670" y="1847"/>
                </a:lnTo>
                <a:lnTo>
                  <a:pt x="1669" y="1847"/>
                </a:lnTo>
                <a:lnTo>
                  <a:pt x="1668" y="1847"/>
                </a:lnTo>
                <a:lnTo>
                  <a:pt x="1668" y="1848"/>
                </a:lnTo>
                <a:lnTo>
                  <a:pt x="1668" y="1849"/>
                </a:lnTo>
                <a:lnTo>
                  <a:pt x="1667" y="1849"/>
                </a:lnTo>
                <a:lnTo>
                  <a:pt x="1667" y="1850"/>
                </a:lnTo>
                <a:lnTo>
                  <a:pt x="1666" y="1851"/>
                </a:lnTo>
                <a:lnTo>
                  <a:pt x="1665" y="1851"/>
                </a:lnTo>
                <a:lnTo>
                  <a:pt x="1665" y="1852"/>
                </a:lnTo>
                <a:lnTo>
                  <a:pt x="1664" y="1852"/>
                </a:lnTo>
                <a:lnTo>
                  <a:pt x="1664" y="1853"/>
                </a:lnTo>
                <a:lnTo>
                  <a:pt x="1663" y="1853"/>
                </a:lnTo>
                <a:lnTo>
                  <a:pt x="1662" y="1853"/>
                </a:lnTo>
                <a:lnTo>
                  <a:pt x="1661" y="1853"/>
                </a:lnTo>
                <a:lnTo>
                  <a:pt x="1660" y="1853"/>
                </a:lnTo>
                <a:lnTo>
                  <a:pt x="1659" y="1853"/>
                </a:lnTo>
                <a:lnTo>
                  <a:pt x="1659" y="1854"/>
                </a:lnTo>
                <a:lnTo>
                  <a:pt x="1659" y="1855"/>
                </a:lnTo>
                <a:lnTo>
                  <a:pt x="1658" y="1855"/>
                </a:lnTo>
                <a:lnTo>
                  <a:pt x="1658" y="1856"/>
                </a:lnTo>
                <a:lnTo>
                  <a:pt x="1658" y="1857"/>
                </a:lnTo>
                <a:lnTo>
                  <a:pt x="1657" y="1857"/>
                </a:lnTo>
                <a:lnTo>
                  <a:pt x="1656" y="1857"/>
                </a:lnTo>
                <a:lnTo>
                  <a:pt x="1656" y="1858"/>
                </a:lnTo>
                <a:lnTo>
                  <a:pt x="1656" y="1859"/>
                </a:lnTo>
                <a:lnTo>
                  <a:pt x="1656" y="1860"/>
                </a:lnTo>
                <a:lnTo>
                  <a:pt x="1655" y="1860"/>
                </a:lnTo>
                <a:lnTo>
                  <a:pt x="1655" y="1861"/>
                </a:lnTo>
                <a:lnTo>
                  <a:pt x="1655" y="1862"/>
                </a:lnTo>
                <a:lnTo>
                  <a:pt x="1656" y="1862"/>
                </a:lnTo>
                <a:lnTo>
                  <a:pt x="1656" y="1863"/>
                </a:lnTo>
                <a:lnTo>
                  <a:pt x="1656" y="1864"/>
                </a:lnTo>
                <a:lnTo>
                  <a:pt x="1655" y="1864"/>
                </a:lnTo>
                <a:lnTo>
                  <a:pt x="1655" y="1865"/>
                </a:lnTo>
                <a:lnTo>
                  <a:pt x="1655" y="1866"/>
                </a:lnTo>
                <a:lnTo>
                  <a:pt x="1656" y="1866"/>
                </a:lnTo>
                <a:lnTo>
                  <a:pt x="1656" y="1867"/>
                </a:lnTo>
                <a:lnTo>
                  <a:pt x="1655" y="1867"/>
                </a:lnTo>
                <a:lnTo>
                  <a:pt x="1655" y="1868"/>
                </a:lnTo>
                <a:lnTo>
                  <a:pt x="1654" y="1868"/>
                </a:lnTo>
                <a:lnTo>
                  <a:pt x="1652" y="1868"/>
                </a:lnTo>
                <a:lnTo>
                  <a:pt x="1651" y="1868"/>
                </a:lnTo>
                <a:lnTo>
                  <a:pt x="1650" y="1868"/>
                </a:lnTo>
                <a:lnTo>
                  <a:pt x="1650" y="1869"/>
                </a:lnTo>
                <a:lnTo>
                  <a:pt x="1649" y="1869"/>
                </a:lnTo>
                <a:lnTo>
                  <a:pt x="1649" y="1870"/>
                </a:lnTo>
                <a:lnTo>
                  <a:pt x="1649" y="1871"/>
                </a:lnTo>
                <a:lnTo>
                  <a:pt x="1648" y="1871"/>
                </a:lnTo>
                <a:lnTo>
                  <a:pt x="1648" y="1872"/>
                </a:lnTo>
                <a:lnTo>
                  <a:pt x="1647" y="1872"/>
                </a:lnTo>
                <a:lnTo>
                  <a:pt x="1647" y="1873"/>
                </a:lnTo>
                <a:lnTo>
                  <a:pt x="1646" y="1873"/>
                </a:lnTo>
                <a:lnTo>
                  <a:pt x="1646" y="1875"/>
                </a:lnTo>
                <a:lnTo>
                  <a:pt x="1645" y="1875"/>
                </a:lnTo>
                <a:lnTo>
                  <a:pt x="1645" y="1876"/>
                </a:lnTo>
                <a:lnTo>
                  <a:pt x="1645" y="1877"/>
                </a:lnTo>
                <a:lnTo>
                  <a:pt x="1646" y="1877"/>
                </a:lnTo>
                <a:lnTo>
                  <a:pt x="1645" y="1877"/>
                </a:lnTo>
                <a:lnTo>
                  <a:pt x="1644" y="1877"/>
                </a:lnTo>
                <a:lnTo>
                  <a:pt x="1643" y="1878"/>
                </a:lnTo>
                <a:lnTo>
                  <a:pt x="1642" y="1878"/>
                </a:lnTo>
                <a:lnTo>
                  <a:pt x="1642" y="1879"/>
                </a:lnTo>
                <a:lnTo>
                  <a:pt x="1641" y="1879"/>
                </a:lnTo>
                <a:lnTo>
                  <a:pt x="1641" y="1880"/>
                </a:lnTo>
                <a:lnTo>
                  <a:pt x="1640" y="1880"/>
                </a:lnTo>
                <a:lnTo>
                  <a:pt x="1639" y="1880"/>
                </a:lnTo>
                <a:lnTo>
                  <a:pt x="1639" y="1881"/>
                </a:lnTo>
                <a:lnTo>
                  <a:pt x="1638" y="1881"/>
                </a:lnTo>
                <a:lnTo>
                  <a:pt x="1637" y="1882"/>
                </a:lnTo>
                <a:lnTo>
                  <a:pt x="1638" y="1883"/>
                </a:lnTo>
                <a:lnTo>
                  <a:pt x="1637" y="1883"/>
                </a:lnTo>
                <a:lnTo>
                  <a:pt x="1637" y="1884"/>
                </a:lnTo>
                <a:lnTo>
                  <a:pt x="1636" y="1884"/>
                </a:lnTo>
                <a:lnTo>
                  <a:pt x="1635" y="1884"/>
                </a:lnTo>
                <a:lnTo>
                  <a:pt x="1635" y="1885"/>
                </a:lnTo>
                <a:lnTo>
                  <a:pt x="1635" y="1886"/>
                </a:lnTo>
                <a:lnTo>
                  <a:pt x="1635" y="1887"/>
                </a:lnTo>
                <a:lnTo>
                  <a:pt x="1634" y="1887"/>
                </a:lnTo>
                <a:lnTo>
                  <a:pt x="1634" y="1888"/>
                </a:lnTo>
                <a:lnTo>
                  <a:pt x="1635" y="1889"/>
                </a:lnTo>
                <a:lnTo>
                  <a:pt x="1636" y="1889"/>
                </a:lnTo>
                <a:lnTo>
                  <a:pt x="1636" y="1890"/>
                </a:lnTo>
                <a:lnTo>
                  <a:pt x="1637" y="1890"/>
                </a:lnTo>
                <a:lnTo>
                  <a:pt x="1637" y="1891"/>
                </a:lnTo>
                <a:lnTo>
                  <a:pt x="1637" y="1892"/>
                </a:lnTo>
                <a:lnTo>
                  <a:pt x="1638" y="1893"/>
                </a:lnTo>
                <a:lnTo>
                  <a:pt x="1637" y="1894"/>
                </a:lnTo>
                <a:lnTo>
                  <a:pt x="1638" y="1895"/>
                </a:lnTo>
                <a:lnTo>
                  <a:pt x="1639" y="1895"/>
                </a:lnTo>
                <a:lnTo>
                  <a:pt x="1639" y="1897"/>
                </a:lnTo>
                <a:lnTo>
                  <a:pt x="1638" y="1897"/>
                </a:lnTo>
                <a:lnTo>
                  <a:pt x="1638" y="1898"/>
                </a:lnTo>
                <a:lnTo>
                  <a:pt x="1637" y="1898"/>
                </a:lnTo>
                <a:lnTo>
                  <a:pt x="1637" y="1899"/>
                </a:lnTo>
                <a:lnTo>
                  <a:pt x="1637" y="1900"/>
                </a:lnTo>
                <a:lnTo>
                  <a:pt x="1636" y="1900"/>
                </a:lnTo>
                <a:lnTo>
                  <a:pt x="1635" y="1900"/>
                </a:lnTo>
                <a:lnTo>
                  <a:pt x="1634" y="1900"/>
                </a:lnTo>
                <a:lnTo>
                  <a:pt x="1633" y="1900"/>
                </a:lnTo>
                <a:lnTo>
                  <a:pt x="1633" y="1901"/>
                </a:lnTo>
                <a:lnTo>
                  <a:pt x="1633" y="1902"/>
                </a:lnTo>
                <a:lnTo>
                  <a:pt x="1632" y="1902"/>
                </a:lnTo>
                <a:lnTo>
                  <a:pt x="1630" y="1902"/>
                </a:lnTo>
                <a:lnTo>
                  <a:pt x="1629" y="1902"/>
                </a:lnTo>
                <a:lnTo>
                  <a:pt x="1628" y="1902"/>
                </a:lnTo>
                <a:lnTo>
                  <a:pt x="1628" y="1903"/>
                </a:lnTo>
                <a:lnTo>
                  <a:pt x="1627" y="1903"/>
                </a:lnTo>
                <a:lnTo>
                  <a:pt x="1628" y="1903"/>
                </a:lnTo>
                <a:lnTo>
                  <a:pt x="1628" y="1904"/>
                </a:lnTo>
                <a:lnTo>
                  <a:pt x="1627" y="1904"/>
                </a:lnTo>
                <a:lnTo>
                  <a:pt x="1627" y="1905"/>
                </a:lnTo>
                <a:lnTo>
                  <a:pt x="1627" y="1906"/>
                </a:lnTo>
                <a:lnTo>
                  <a:pt x="1628" y="1906"/>
                </a:lnTo>
                <a:lnTo>
                  <a:pt x="1628" y="1907"/>
                </a:lnTo>
                <a:lnTo>
                  <a:pt x="1627" y="1907"/>
                </a:lnTo>
                <a:lnTo>
                  <a:pt x="1627" y="1908"/>
                </a:lnTo>
                <a:lnTo>
                  <a:pt x="1626" y="1909"/>
                </a:lnTo>
                <a:lnTo>
                  <a:pt x="1625" y="1909"/>
                </a:lnTo>
                <a:lnTo>
                  <a:pt x="1625" y="1910"/>
                </a:lnTo>
                <a:lnTo>
                  <a:pt x="1626" y="1910"/>
                </a:lnTo>
                <a:lnTo>
                  <a:pt x="1627" y="1911"/>
                </a:lnTo>
                <a:lnTo>
                  <a:pt x="1627" y="1912"/>
                </a:lnTo>
                <a:lnTo>
                  <a:pt x="1627" y="1914"/>
                </a:lnTo>
                <a:lnTo>
                  <a:pt x="1628" y="1916"/>
                </a:lnTo>
                <a:lnTo>
                  <a:pt x="1628" y="1917"/>
                </a:lnTo>
                <a:lnTo>
                  <a:pt x="1628" y="1918"/>
                </a:lnTo>
                <a:lnTo>
                  <a:pt x="1628" y="1919"/>
                </a:lnTo>
                <a:lnTo>
                  <a:pt x="1628" y="1920"/>
                </a:lnTo>
                <a:lnTo>
                  <a:pt x="1627" y="1920"/>
                </a:lnTo>
                <a:lnTo>
                  <a:pt x="1627" y="1922"/>
                </a:lnTo>
                <a:lnTo>
                  <a:pt x="1627" y="1923"/>
                </a:lnTo>
                <a:lnTo>
                  <a:pt x="1627" y="1924"/>
                </a:lnTo>
                <a:lnTo>
                  <a:pt x="1628" y="1924"/>
                </a:lnTo>
                <a:lnTo>
                  <a:pt x="1629" y="1926"/>
                </a:lnTo>
                <a:lnTo>
                  <a:pt x="1630" y="1927"/>
                </a:lnTo>
                <a:lnTo>
                  <a:pt x="1630" y="1928"/>
                </a:lnTo>
                <a:lnTo>
                  <a:pt x="1630" y="1929"/>
                </a:lnTo>
                <a:lnTo>
                  <a:pt x="1630" y="1930"/>
                </a:lnTo>
                <a:lnTo>
                  <a:pt x="1630" y="1931"/>
                </a:lnTo>
                <a:lnTo>
                  <a:pt x="1629" y="1931"/>
                </a:lnTo>
                <a:lnTo>
                  <a:pt x="1629" y="1932"/>
                </a:lnTo>
                <a:lnTo>
                  <a:pt x="1629" y="1933"/>
                </a:lnTo>
                <a:lnTo>
                  <a:pt x="1628" y="1933"/>
                </a:lnTo>
                <a:lnTo>
                  <a:pt x="1628" y="1934"/>
                </a:lnTo>
                <a:lnTo>
                  <a:pt x="1628" y="1935"/>
                </a:lnTo>
                <a:lnTo>
                  <a:pt x="1627" y="1935"/>
                </a:lnTo>
                <a:lnTo>
                  <a:pt x="1626" y="1936"/>
                </a:lnTo>
                <a:lnTo>
                  <a:pt x="1626" y="1937"/>
                </a:lnTo>
                <a:lnTo>
                  <a:pt x="1625" y="1938"/>
                </a:lnTo>
                <a:lnTo>
                  <a:pt x="1624" y="1938"/>
                </a:lnTo>
                <a:lnTo>
                  <a:pt x="1624" y="1939"/>
                </a:lnTo>
                <a:lnTo>
                  <a:pt x="1623" y="1940"/>
                </a:lnTo>
                <a:lnTo>
                  <a:pt x="1623" y="1941"/>
                </a:lnTo>
                <a:lnTo>
                  <a:pt x="1623" y="1942"/>
                </a:lnTo>
                <a:lnTo>
                  <a:pt x="1622" y="1942"/>
                </a:lnTo>
                <a:lnTo>
                  <a:pt x="1622" y="1943"/>
                </a:lnTo>
                <a:lnTo>
                  <a:pt x="1622" y="1944"/>
                </a:lnTo>
                <a:lnTo>
                  <a:pt x="1621" y="1944"/>
                </a:lnTo>
                <a:lnTo>
                  <a:pt x="1621" y="1945"/>
                </a:lnTo>
                <a:lnTo>
                  <a:pt x="1620" y="1946"/>
                </a:lnTo>
                <a:lnTo>
                  <a:pt x="1620" y="1947"/>
                </a:lnTo>
                <a:lnTo>
                  <a:pt x="1619" y="1947"/>
                </a:lnTo>
                <a:lnTo>
                  <a:pt x="1619" y="1948"/>
                </a:lnTo>
                <a:lnTo>
                  <a:pt x="1618" y="1949"/>
                </a:lnTo>
                <a:lnTo>
                  <a:pt x="1617" y="1949"/>
                </a:lnTo>
                <a:lnTo>
                  <a:pt x="1617" y="1950"/>
                </a:lnTo>
                <a:lnTo>
                  <a:pt x="1616" y="1950"/>
                </a:lnTo>
                <a:lnTo>
                  <a:pt x="1616" y="1951"/>
                </a:lnTo>
                <a:lnTo>
                  <a:pt x="1615" y="1951"/>
                </a:lnTo>
                <a:lnTo>
                  <a:pt x="1615" y="1952"/>
                </a:lnTo>
                <a:lnTo>
                  <a:pt x="1614" y="1952"/>
                </a:lnTo>
                <a:lnTo>
                  <a:pt x="1613" y="1953"/>
                </a:lnTo>
                <a:lnTo>
                  <a:pt x="1612" y="1953"/>
                </a:lnTo>
                <a:lnTo>
                  <a:pt x="1611" y="1954"/>
                </a:lnTo>
                <a:lnTo>
                  <a:pt x="1610" y="1954"/>
                </a:lnTo>
                <a:lnTo>
                  <a:pt x="1609" y="1954"/>
                </a:lnTo>
                <a:lnTo>
                  <a:pt x="1608" y="1954"/>
                </a:lnTo>
                <a:lnTo>
                  <a:pt x="1608" y="1955"/>
                </a:lnTo>
                <a:lnTo>
                  <a:pt x="1607" y="1955"/>
                </a:lnTo>
                <a:lnTo>
                  <a:pt x="1606" y="1956"/>
                </a:lnTo>
                <a:lnTo>
                  <a:pt x="1605" y="1956"/>
                </a:lnTo>
                <a:lnTo>
                  <a:pt x="1605" y="1957"/>
                </a:lnTo>
                <a:lnTo>
                  <a:pt x="1604" y="1957"/>
                </a:lnTo>
                <a:lnTo>
                  <a:pt x="1603" y="1957"/>
                </a:lnTo>
                <a:lnTo>
                  <a:pt x="1603" y="1958"/>
                </a:lnTo>
                <a:lnTo>
                  <a:pt x="1603" y="1959"/>
                </a:lnTo>
                <a:lnTo>
                  <a:pt x="1603" y="1960"/>
                </a:lnTo>
                <a:lnTo>
                  <a:pt x="1602" y="1960"/>
                </a:lnTo>
                <a:lnTo>
                  <a:pt x="1602" y="1961"/>
                </a:lnTo>
                <a:lnTo>
                  <a:pt x="1602" y="1962"/>
                </a:lnTo>
                <a:lnTo>
                  <a:pt x="1602" y="1963"/>
                </a:lnTo>
                <a:lnTo>
                  <a:pt x="1602" y="1964"/>
                </a:lnTo>
                <a:lnTo>
                  <a:pt x="1601" y="1964"/>
                </a:lnTo>
                <a:lnTo>
                  <a:pt x="1601" y="1965"/>
                </a:lnTo>
                <a:lnTo>
                  <a:pt x="1601" y="1966"/>
                </a:lnTo>
                <a:lnTo>
                  <a:pt x="1600" y="1966"/>
                </a:lnTo>
                <a:lnTo>
                  <a:pt x="1599" y="1966"/>
                </a:lnTo>
                <a:lnTo>
                  <a:pt x="1598" y="1966"/>
                </a:lnTo>
                <a:lnTo>
                  <a:pt x="1597" y="1966"/>
                </a:lnTo>
                <a:lnTo>
                  <a:pt x="1597" y="1965"/>
                </a:lnTo>
                <a:lnTo>
                  <a:pt x="1596" y="1965"/>
                </a:lnTo>
                <a:lnTo>
                  <a:pt x="1596" y="1964"/>
                </a:lnTo>
                <a:lnTo>
                  <a:pt x="1596" y="1963"/>
                </a:lnTo>
                <a:lnTo>
                  <a:pt x="1595" y="1963"/>
                </a:lnTo>
                <a:lnTo>
                  <a:pt x="1595" y="1962"/>
                </a:lnTo>
                <a:lnTo>
                  <a:pt x="1595" y="1961"/>
                </a:lnTo>
                <a:lnTo>
                  <a:pt x="1594" y="1961"/>
                </a:lnTo>
                <a:lnTo>
                  <a:pt x="1594" y="1960"/>
                </a:lnTo>
                <a:lnTo>
                  <a:pt x="1593" y="1959"/>
                </a:lnTo>
                <a:lnTo>
                  <a:pt x="1593" y="1958"/>
                </a:lnTo>
                <a:lnTo>
                  <a:pt x="1592" y="1957"/>
                </a:lnTo>
                <a:lnTo>
                  <a:pt x="1592" y="1956"/>
                </a:lnTo>
                <a:lnTo>
                  <a:pt x="1591" y="1956"/>
                </a:lnTo>
                <a:lnTo>
                  <a:pt x="1591" y="1955"/>
                </a:lnTo>
                <a:lnTo>
                  <a:pt x="1590" y="1955"/>
                </a:lnTo>
                <a:lnTo>
                  <a:pt x="1590" y="1954"/>
                </a:lnTo>
                <a:lnTo>
                  <a:pt x="1589" y="1953"/>
                </a:lnTo>
                <a:lnTo>
                  <a:pt x="1588" y="1953"/>
                </a:lnTo>
                <a:lnTo>
                  <a:pt x="1588" y="1952"/>
                </a:lnTo>
                <a:lnTo>
                  <a:pt x="1587" y="1952"/>
                </a:lnTo>
                <a:lnTo>
                  <a:pt x="1586" y="1952"/>
                </a:lnTo>
                <a:lnTo>
                  <a:pt x="1586" y="1951"/>
                </a:lnTo>
                <a:lnTo>
                  <a:pt x="1585" y="1951"/>
                </a:lnTo>
                <a:lnTo>
                  <a:pt x="1585" y="1950"/>
                </a:lnTo>
                <a:lnTo>
                  <a:pt x="1584" y="1950"/>
                </a:lnTo>
                <a:lnTo>
                  <a:pt x="1585" y="1950"/>
                </a:lnTo>
                <a:lnTo>
                  <a:pt x="1585" y="1949"/>
                </a:lnTo>
                <a:lnTo>
                  <a:pt x="1586" y="1948"/>
                </a:lnTo>
                <a:lnTo>
                  <a:pt x="1586" y="1947"/>
                </a:lnTo>
                <a:lnTo>
                  <a:pt x="1587" y="1947"/>
                </a:lnTo>
                <a:lnTo>
                  <a:pt x="1587" y="1946"/>
                </a:lnTo>
                <a:lnTo>
                  <a:pt x="1587" y="1945"/>
                </a:lnTo>
                <a:lnTo>
                  <a:pt x="1588" y="1945"/>
                </a:lnTo>
                <a:lnTo>
                  <a:pt x="1588" y="1944"/>
                </a:lnTo>
                <a:lnTo>
                  <a:pt x="1588" y="1943"/>
                </a:lnTo>
                <a:lnTo>
                  <a:pt x="1587" y="1943"/>
                </a:lnTo>
                <a:lnTo>
                  <a:pt x="1587" y="1942"/>
                </a:lnTo>
                <a:lnTo>
                  <a:pt x="1587" y="1941"/>
                </a:lnTo>
                <a:lnTo>
                  <a:pt x="1586" y="1940"/>
                </a:lnTo>
                <a:lnTo>
                  <a:pt x="1586" y="1939"/>
                </a:lnTo>
                <a:lnTo>
                  <a:pt x="1585" y="1939"/>
                </a:lnTo>
                <a:lnTo>
                  <a:pt x="1585" y="1938"/>
                </a:lnTo>
                <a:lnTo>
                  <a:pt x="1584" y="1938"/>
                </a:lnTo>
                <a:lnTo>
                  <a:pt x="1583" y="1938"/>
                </a:lnTo>
                <a:lnTo>
                  <a:pt x="1583" y="1937"/>
                </a:lnTo>
                <a:lnTo>
                  <a:pt x="1583" y="1936"/>
                </a:lnTo>
                <a:lnTo>
                  <a:pt x="1582" y="1936"/>
                </a:lnTo>
                <a:lnTo>
                  <a:pt x="1582" y="1935"/>
                </a:lnTo>
                <a:lnTo>
                  <a:pt x="1581" y="1935"/>
                </a:lnTo>
                <a:lnTo>
                  <a:pt x="1582" y="1935"/>
                </a:lnTo>
                <a:lnTo>
                  <a:pt x="1582" y="1934"/>
                </a:lnTo>
                <a:lnTo>
                  <a:pt x="1581" y="1934"/>
                </a:lnTo>
                <a:lnTo>
                  <a:pt x="1581" y="1933"/>
                </a:lnTo>
                <a:lnTo>
                  <a:pt x="1582" y="1933"/>
                </a:lnTo>
                <a:lnTo>
                  <a:pt x="1582" y="1932"/>
                </a:lnTo>
                <a:lnTo>
                  <a:pt x="1581" y="1932"/>
                </a:lnTo>
                <a:lnTo>
                  <a:pt x="1581" y="1931"/>
                </a:lnTo>
                <a:lnTo>
                  <a:pt x="1580" y="1931"/>
                </a:lnTo>
                <a:lnTo>
                  <a:pt x="1579" y="1930"/>
                </a:lnTo>
                <a:lnTo>
                  <a:pt x="1579" y="1929"/>
                </a:lnTo>
                <a:lnTo>
                  <a:pt x="1579" y="1928"/>
                </a:lnTo>
                <a:lnTo>
                  <a:pt x="1579" y="1927"/>
                </a:lnTo>
                <a:lnTo>
                  <a:pt x="1579" y="1926"/>
                </a:lnTo>
                <a:lnTo>
                  <a:pt x="1578" y="1926"/>
                </a:lnTo>
                <a:lnTo>
                  <a:pt x="1577" y="1926"/>
                </a:lnTo>
                <a:lnTo>
                  <a:pt x="1576" y="1926"/>
                </a:lnTo>
                <a:lnTo>
                  <a:pt x="1575" y="1927"/>
                </a:lnTo>
                <a:lnTo>
                  <a:pt x="1575" y="1926"/>
                </a:lnTo>
                <a:lnTo>
                  <a:pt x="1574" y="1926"/>
                </a:lnTo>
                <a:lnTo>
                  <a:pt x="1574" y="1925"/>
                </a:lnTo>
                <a:lnTo>
                  <a:pt x="1574" y="1924"/>
                </a:lnTo>
                <a:lnTo>
                  <a:pt x="1573" y="1924"/>
                </a:lnTo>
                <a:lnTo>
                  <a:pt x="1572" y="1924"/>
                </a:lnTo>
                <a:lnTo>
                  <a:pt x="1572" y="1923"/>
                </a:lnTo>
                <a:lnTo>
                  <a:pt x="1572" y="1922"/>
                </a:lnTo>
                <a:lnTo>
                  <a:pt x="1572" y="1921"/>
                </a:lnTo>
                <a:lnTo>
                  <a:pt x="1571" y="1921"/>
                </a:lnTo>
                <a:lnTo>
                  <a:pt x="1570" y="1921"/>
                </a:lnTo>
                <a:lnTo>
                  <a:pt x="1570" y="1920"/>
                </a:lnTo>
                <a:lnTo>
                  <a:pt x="1570" y="1919"/>
                </a:lnTo>
                <a:lnTo>
                  <a:pt x="1570" y="1918"/>
                </a:lnTo>
                <a:lnTo>
                  <a:pt x="1570" y="1917"/>
                </a:lnTo>
                <a:lnTo>
                  <a:pt x="1571" y="1917"/>
                </a:lnTo>
                <a:lnTo>
                  <a:pt x="1570" y="1917"/>
                </a:lnTo>
                <a:lnTo>
                  <a:pt x="1569" y="1917"/>
                </a:lnTo>
                <a:lnTo>
                  <a:pt x="1569" y="1916"/>
                </a:lnTo>
                <a:lnTo>
                  <a:pt x="1569" y="1915"/>
                </a:lnTo>
                <a:lnTo>
                  <a:pt x="1568" y="1915"/>
                </a:lnTo>
                <a:lnTo>
                  <a:pt x="1569" y="1915"/>
                </a:lnTo>
                <a:lnTo>
                  <a:pt x="1568" y="1915"/>
                </a:lnTo>
                <a:lnTo>
                  <a:pt x="1568" y="1914"/>
                </a:lnTo>
                <a:lnTo>
                  <a:pt x="1568" y="1913"/>
                </a:lnTo>
                <a:lnTo>
                  <a:pt x="1569" y="1913"/>
                </a:lnTo>
                <a:lnTo>
                  <a:pt x="1569" y="1912"/>
                </a:lnTo>
                <a:lnTo>
                  <a:pt x="1568" y="1912"/>
                </a:lnTo>
                <a:lnTo>
                  <a:pt x="1568" y="1911"/>
                </a:lnTo>
                <a:lnTo>
                  <a:pt x="1567" y="1911"/>
                </a:lnTo>
                <a:lnTo>
                  <a:pt x="1567" y="1910"/>
                </a:lnTo>
                <a:lnTo>
                  <a:pt x="1567" y="1909"/>
                </a:lnTo>
                <a:lnTo>
                  <a:pt x="1568" y="1909"/>
                </a:lnTo>
                <a:lnTo>
                  <a:pt x="1567" y="1909"/>
                </a:lnTo>
                <a:lnTo>
                  <a:pt x="1567" y="1908"/>
                </a:lnTo>
                <a:lnTo>
                  <a:pt x="1567" y="1907"/>
                </a:lnTo>
                <a:lnTo>
                  <a:pt x="1567" y="1906"/>
                </a:lnTo>
                <a:lnTo>
                  <a:pt x="1568" y="1906"/>
                </a:lnTo>
                <a:lnTo>
                  <a:pt x="1568" y="1905"/>
                </a:lnTo>
                <a:lnTo>
                  <a:pt x="1568" y="1904"/>
                </a:lnTo>
                <a:lnTo>
                  <a:pt x="1569" y="1904"/>
                </a:lnTo>
                <a:lnTo>
                  <a:pt x="1569" y="1903"/>
                </a:lnTo>
                <a:lnTo>
                  <a:pt x="1569" y="1902"/>
                </a:lnTo>
                <a:lnTo>
                  <a:pt x="1569" y="1901"/>
                </a:lnTo>
                <a:lnTo>
                  <a:pt x="1569" y="1900"/>
                </a:lnTo>
                <a:lnTo>
                  <a:pt x="1570" y="1900"/>
                </a:lnTo>
                <a:lnTo>
                  <a:pt x="1570" y="1899"/>
                </a:lnTo>
                <a:lnTo>
                  <a:pt x="1570" y="1898"/>
                </a:lnTo>
                <a:lnTo>
                  <a:pt x="1571" y="1898"/>
                </a:lnTo>
                <a:lnTo>
                  <a:pt x="1570" y="1898"/>
                </a:lnTo>
                <a:lnTo>
                  <a:pt x="1570" y="1897"/>
                </a:lnTo>
                <a:lnTo>
                  <a:pt x="1570" y="1896"/>
                </a:lnTo>
                <a:lnTo>
                  <a:pt x="1571" y="1896"/>
                </a:lnTo>
                <a:lnTo>
                  <a:pt x="1571" y="1895"/>
                </a:lnTo>
                <a:lnTo>
                  <a:pt x="1570" y="1895"/>
                </a:lnTo>
                <a:lnTo>
                  <a:pt x="1569" y="1895"/>
                </a:lnTo>
                <a:lnTo>
                  <a:pt x="1569" y="1894"/>
                </a:lnTo>
                <a:lnTo>
                  <a:pt x="1569" y="1893"/>
                </a:lnTo>
                <a:lnTo>
                  <a:pt x="1568" y="1893"/>
                </a:lnTo>
                <a:lnTo>
                  <a:pt x="1568" y="1892"/>
                </a:lnTo>
                <a:lnTo>
                  <a:pt x="1569" y="1892"/>
                </a:lnTo>
                <a:lnTo>
                  <a:pt x="1569" y="1891"/>
                </a:lnTo>
                <a:lnTo>
                  <a:pt x="1569" y="1890"/>
                </a:lnTo>
                <a:lnTo>
                  <a:pt x="1569" y="1889"/>
                </a:lnTo>
                <a:lnTo>
                  <a:pt x="1568" y="1888"/>
                </a:lnTo>
                <a:lnTo>
                  <a:pt x="1567" y="1887"/>
                </a:lnTo>
                <a:lnTo>
                  <a:pt x="1568" y="1886"/>
                </a:lnTo>
                <a:lnTo>
                  <a:pt x="1569" y="1886"/>
                </a:lnTo>
                <a:lnTo>
                  <a:pt x="1570" y="1886"/>
                </a:lnTo>
                <a:lnTo>
                  <a:pt x="1570" y="1887"/>
                </a:lnTo>
                <a:lnTo>
                  <a:pt x="1571" y="1887"/>
                </a:lnTo>
                <a:lnTo>
                  <a:pt x="1571" y="1886"/>
                </a:lnTo>
                <a:lnTo>
                  <a:pt x="1572" y="1886"/>
                </a:lnTo>
                <a:lnTo>
                  <a:pt x="1573" y="1886"/>
                </a:lnTo>
                <a:lnTo>
                  <a:pt x="1573" y="1885"/>
                </a:lnTo>
                <a:lnTo>
                  <a:pt x="1573" y="1884"/>
                </a:lnTo>
                <a:lnTo>
                  <a:pt x="1574" y="1883"/>
                </a:lnTo>
                <a:lnTo>
                  <a:pt x="1575" y="1883"/>
                </a:lnTo>
                <a:lnTo>
                  <a:pt x="1575" y="1882"/>
                </a:lnTo>
                <a:lnTo>
                  <a:pt x="1576" y="1882"/>
                </a:lnTo>
                <a:lnTo>
                  <a:pt x="1576" y="1881"/>
                </a:lnTo>
                <a:lnTo>
                  <a:pt x="1577" y="1881"/>
                </a:lnTo>
                <a:lnTo>
                  <a:pt x="1577" y="1880"/>
                </a:lnTo>
                <a:lnTo>
                  <a:pt x="1576" y="1880"/>
                </a:lnTo>
                <a:lnTo>
                  <a:pt x="1577" y="1879"/>
                </a:lnTo>
                <a:lnTo>
                  <a:pt x="1577" y="1878"/>
                </a:lnTo>
                <a:lnTo>
                  <a:pt x="1578" y="1877"/>
                </a:lnTo>
                <a:lnTo>
                  <a:pt x="1577" y="1877"/>
                </a:lnTo>
                <a:lnTo>
                  <a:pt x="1577" y="1876"/>
                </a:lnTo>
                <a:lnTo>
                  <a:pt x="1577" y="1875"/>
                </a:lnTo>
                <a:lnTo>
                  <a:pt x="1578" y="1875"/>
                </a:lnTo>
                <a:lnTo>
                  <a:pt x="1578" y="1874"/>
                </a:lnTo>
                <a:lnTo>
                  <a:pt x="1578" y="1873"/>
                </a:lnTo>
                <a:lnTo>
                  <a:pt x="1579" y="1873"/>
                </a:lnTo>
                <a:lnTo>
                  <a:pt x="1579" y="1872"/>
                </a:lnTo>
                <a:lnTo>
                  <a:pt x="1580" y="1872"/>
                </a:lnTo>
                <a:lnTo>
                  <a:pt x="1580" y="1873"/>
                </a:lnTo>
                <a:lnTo>
                  <a:pt x="1581" y="1873"/>
                </a:lnTo>
                <a:lnTo>
                  <a:pt x="1581" y="1872"/>
                </a:lnTo>
                <a:lnTo>
                  <a:pt x="1582" y="1872"/>
                </a:lnTo>
                <a:lnTo>
                  <a:pt x="1583" y="1872"/>
                </a:lnTo>
                <a:lnTo>
                  <a:pt x="1583" y="1871"/>
                </a:lnTo>
                <a:lnTo>
                  <a:pt x="1584" y="1871"/>
                </a:lnTo>
                <a:lnTo>
                  <a:pt x="1585" y="1870"/>
                </a:lnTo>
                <a:lnTo>
                  <a:pt x="1586" y="1869"/>
                </a:lnTo>
                <a:lnTo>
                  <a:pt x="1586" y="1868"/>
                </a:lnTo>
                <a:lnTo>
                  <a:pt x="1586" y="1867"/>
                </a:lnTo>
                <a:lnTo>
                  <a:pt x="1586" y="1866"/>
                </a:lnTo>
                <a:lnTo>
                  <a:pt x="1585" y="1866"/>
                </a:lnTo>
                <a:lnTo>
                  <a:pt x="1585" y="1865"/>
                </a:lnTo>
                <a:lnTo>
                  <a:pt x="1586" y="1865"/>
                </a:lnTo>
                <a:lnTo>
                  <a:pt x="1586" y="1864"/>
                </a:lnTo>
                <a:lnTo>
                  <a:pt x="1587" y="1864"/>
                </a:lnTo>
                <a:lnTo>
                  <a:pt x="1587" y="1863"/>
                </a:lnTo>
                <a:lnTo>
                  <a:pt x="1587" y="1862"/>
                </a:lnTo>
                <a:lnTo>
                  <a:pt x="1586" y="1862"/>
                </a:lnTo>
                <a:lnTo>
                  <a:pt x="1586" y="1861"/>
                </a:lnTo>
                <a:lnTo>
                  <a:pt x="1586" y="1860"/>
                </a:lnTo>
                <a:lnTo>
                  <a:pt x="1586" y="1859"/>
                </a:lnTo>
                <a:lnTo>
                  <a:pt x="1587" y="1859"/>
                </a:lnTo>
                <a:lnTo>
                  <a:pt x="1588" y="1859"/>
                </a:lnTo>
                <a:lnTo>
                  <a:pt x="1589" y="1859"/>
                </a:lnTo>
                <a:lnTo>
                  <a:pt x="1589" y="1858"/>
                </a:lnTo>
                <a:lnTo>
                  <a:pt x="1589" y="1857"/>
                </a:lnTo>
                <a:lnTo>
                  <a:pt x="1590" y="1857"/>
                </a:lnTo>
                <a:lnTo>
                  <a:pt x="1590" y="1856"/>
                </a:lnTo>
                <a:lnTo>
                  <a:pt x="1590" y="1855"/>
                </a:lnTo>
                <a:lnTo>
                  <a:pt x="1591" y="1855"/>
                </a:lnTo>
                <a:lnTo>
                  <a:pt x="1591" y="1854"/>
                </a:lnTo>
                <a:lnTo>
                  <a:pt x="1592" y="1854"/>
                </a:lnTo>
                <a:lnTo>
                  <a:pt x="1591" y="1854"/>
                </a:lnTo>
                <a:lnTo>
                  <a:pt x="1591" y="1853"/>
                </a:lnTo>
                <a:lnTo>
                  <a:pt x="1592" y="1853"/>
                </a:lnTo>
                <a:lnTo>
                  <a:pt x="1591" y="1853"/>
                </a:lnTo>
                <a:lnTo>
                  <a:pt x="1591" y="1852"/>
                </a:lnTo>
                <a:lnTo>
                  <a:pt x="1590" y="1852"/>
                </a:lnTo>
                <a:lnTo>
                  <a:pt x="1590" y="1850"/>
                </a:lnTo>
                <a:lnTo>
                  <a:pt x="1590" y="1849"/>
                </a:lnTo>
                <a:lnTo>
                  <a:pt x="1590" y="1848"/>
                </a:lnTo>
                <a:lnTo>
                  <a:pt x="1591" y="1848"/>
                </a:lnTo>
                <a:lnTo>
                  <a:pt x="1591" y="1846"/>
                </a:lnTo>
                <a:lnTo>
                  <a:pt x="1591" y="1845"/>
                </a:lnTo>
                <a:lnTo>
                  <a:pt x="1592" y="1845"/>
                </a:lnTo>
                <a:lnTo>
                  <a:pt x="1592" y="1844"/>
                </a:lnTo>
                <a:lnTo>
                  <a:pt x="1592" y="1843"/>
                </a:lnTo>
                <a:lnTo>
                  <a:pt x="1593" y="1843"/>
                </a:lnTo>
                <a:lnTo>
                  <a:pt x="1593" y="1842"/>
                </a:lnTo>
                <a:lnTo>
                  <a:pt x="1593" y="1841"/>
                </a:lnTo>
                <a:lnTo>
                  <a:pt x="1593" y="1840"/>
                </a:lnTo>
                <a:lnTo>
                  <a:pt x="1593" y="1839"/>
                </a:lnTo>
                <a:lnTo>
                  <a:pt x="1594" y="1838"/>
                </a:lnTo>
                <a:lnTo>
                  <a:pt x="1595" y="1838"/>
                </a:lnTo>
                <a:lnTo>
                  <a:pt x="1595" y="1837"/>
                </a:lnTo>
                <a:lnTo>
                  <a:pt x="1596" y="1837"/>
                </a:lnTo>
                <a:lnTo>
                  <a:pt x="1597" y="1837"/>
                </a:lnTo>
                <a:lnTo>
                  <a:pt x="1597" y="1836"/>
                </a:lnTo>
                <a:lnTo>
                  <a:pt x="1598" y="1836"/>
                </a:lnTo>
                <a:lnTo>
                  <a:pt x="1598" y="1835"/>
                </a:lnTo>
                <a:lnTo>
                  <a:pt x="1598" y="1834"/>
                </a:lnTo>
                <a:lnTo>
                  <a:pt x="1598" y="1833"/>
                </a:lnTo>
                <a:lnTo>
                  <a:pt x="1599" y="1832"/>
                </a:lnTo>
                <a:lnTo>
                  <a:pt x="1599" y="1831"/>
                </a:lnTo>
                <a:lnTo>
                  <a:pt x="1599" y="1830"/>
                </a:lnTo>
                <a:lnTo>
                  <a:pt x="1598" y="1830"/>
                </a:lnTo>
                <a:lnTo>
                  <a:pt x="1598" y="1829"/>
                </a:lnTo>
                <a:lnTo>
                  <a:pt x="1598" y="1828"/>
                </a:lnTo>
                <a:lnTo>
                  <a:pt x="1598" y="1827"/>
                </a:lnTo>
                <a:lnTo>
                  <a:pt x="1599" y="1826"/>
                </a:lnTo>
                <a:lnTo>
                  <a:pt x="1599" y="1825"/>
                </a:lnTo>
                <a:lnTo>
                  <a:pt x="1599" y="1824"/>
                </a:lnTo>
                <a:lnTo>
                  <a:pt x="1599" y="1823"/>
                </a:lnTo>
                <a:lnTo>
                  <a:pt x="1598" y="1823"/>
                </a:lnTo>
                <a:lnTo>
                  <a:pt x="1598" y="1822"/>
                </a:lnTo>
                <a:lnTo>
                  <a:pt x="1598" y="1821"/>
                </a:lnTo>
                <a:lnTo>
                  <a:pt x="1598" y="1820"/>
                </a:lnTo>
                <a:lnTo>
                  <a:pt x="1598" y="1819"/>
                </a:lnTo>
                <a:lnTo>
                  <a:pt x="1598" y="1818"/>
                </a:lnTo>
                <a:lnTo>
                  <a:pt x="1597" y="1818"/>
                </a:lnTo>
                <a:lnTo>
                  <a:pt x="1597" y="1817"/>
                </a:lnTo>
                <a:lnTo>
                  <a:pt x="1595" y="1817"/>
                </a:lnTo>
                <a:lnTo>
                  <a:pt x="1595" y="1816"/>
                </a:lnTo>
                <a:lnTo>
                  <a:pt x="1594" y="1816"/>
                </a:lnTo>
                <a:lnTo>
                  <a:pt x="1593" y="1816"/>
                </a:lnTo>
                <a:lnTo>
                  <a:pt x="1593" y="1815"/>
                </a:lnTo>
                <a:lnTo>
                  <a:pt x="1593" y="1814"/>
                </a:lnTo>
                <a:lnTo>
                  <a:pt x="1594" y="1813"/>
                </a:lnTo>
                <a:lnTo>
                  <a:pt x="1594" y="1812"/>
                </a:lnTo>
                <a:lnTo>
                  <a:pt x="1594" y="1811"/>
                </a:lnTo>
                <a:lnTo>
                  <a:pt x="1595" y="1811"/>
                </a:lnTo>
                <a:lnTo>
                  <a:pt x="1594" y="1811"/>
                </a:lnTo>
                <a:lnTo>
                  <a:pt x="1595" y="1810"/>
                </a:lnTo>
                <a:lnTo>
                  <a:pt x="1595" y="1809"/>
                </a:lnTo>
                <a:lnTo>
                  <a:pt x="1595" y="1808"/>
                </a:lnTo>
                <a:lnTo>
                  <a:pt x="1595" y="1807"/>
                </a:lnTo>
                <a:lnTo>
                  <a:pt x="1595" y="1806"/>
                </a:lnTo>
                <a:lnTo>
                  <a:pt x="1595" y="1805"/>
                </a:lnTo>
                <a:lnTo>
                  <a:pt x="1596" y="1804"/>
                </a:lnTo>
                <a:lnTo>
                  <a:pt x="1595" y="1804"/>
                </a:lnTo>
                <a:lnTo>
                  <a:pt x="1595" y="1803"/>
                </a:lnTo>
                <a:lnTo>
                  <a:pt x="1595" y="1802"/>
                </a:lnTo>
                <a:lnTo>
                  <a:pt x="1595" y="1801"/>
                </a:lnTo>
                <a:lnTo>
                  <a:pt x="1594" y="1801"/>
                </a:lnTo>
                <a:lnTo>
                  <a:pt x="1594" y="1800"/>
                </a:lnTo>
                <a:lnTo>
                  <a:pt x="1595" y="1800"/>
                </a:lnTo>
                <a:lnTo>
                  <a:pt x="1595" y="1799"/>
                </a:lnTo>
                <a:lnTo>
                  <a:pt x="1595" y="1798"/>
                </a:lnTo>
                <a:lnTo>
                  <a:pt x="1594" y="1797"/>
                </a:lnTo>
                <a:lnTo>
                  <a:pt x="1593" y="1796"/>
                </a:lnTo>
                <a:lnTo>
                  <a:pt x="1592" y="1796"/>
                </a:lnTo>
                <a:lnTo>
                  <a:pt x="1592" y="1795"/>
                </a:lnTo>
                <a:lnTo>
                  <a:pt x="1591" y="1795"/>
                </a:lnTo>
                <a:lnTo>
                  <a:pt x="1591" y="1794"/>
                </a:lnTo>
                <a:lnTo>
                  <a:pt x="1590" y="1794"/>
                </a:lnTo>
                <a:lnTo>
                  <a:pt x="1590" y="1793"/>
                </a:lnTo>
                <a:lnTo>
                  <a:pt x="1590" y="1792"/>
                </a:lnTo>
                <a:lnTo>
                  <a:pt x="1589" y="1792"/>
                </a:lnTo>
                <a:lnTo>
                  <a:pt x="1589" y="1791"/>
                </a:lnTo>
                <a:lnTo>
                  <a:pt x="1589" y="1790"/>
                </a:lnTo>
                <a:lnTo>
                  <a:pt x="1588" y="1790"/>
                </a:lnTo>
                <a:lnTo>
                  <a:pt x="1587" y="1789"/>
                </a:lnTo>
                <a:lnTo>
                  <a:pt x="1586" y="1789"/>
                </a:lnTo>
                <a:lnTo>
                  <a:pt x="1586" y="1788"/>
                </a:lnTo>
                <a:lnTo>
                  <a:pt x="1586" y="1787"/>
                </a:lnTo>
                <a:lnTo>
                  <a:pt x="1585" y="1787"/>
                </a:lnTo>
                <a:lnTo>
                  <a:pt x="1585" y="1786"/>
                </a:lnTo>
                <a:lnTo>
                  <a:pt x="1585" y="1785"/>
                </a:lnTo>
                <a:lnTo>
                  <a:pt x="1584" y="1785"/>
                </a:lnTo>
                <a:lnTo>
                  <a:pt x="1584" y="1784"/>
                </a:lnTo>
                <a:lnTo>
                  <a:pt x="1583" y="1784"/>
                </a:lnTo>
                <a:lnTo>
                  <a:pt x="1583" y="1783"/>
                </a:lnTo>
                <a:lnTo>
                  <a:pt x="1582" y="1783"/>
                </a:lnTo>
                <a:lnTo>
                  <a:pt x="1581" y="1783"/>
                </a:lnTo>
                <a:lnTo>
                  <a:pt x="1580" y="1783"/>
                </a:lnTo>
                <a:lnTo>
                  <a:pt x="1579" y="1783"/>
                </a:lnTo>
                <a:lnTo>
                  <a:pt x="1578" y="1783"/>
                </a:lnTo>
                <a:lnTo>
                  <a:pt x="1576" y="1782"/>
                </a:lnTo>
                <a:lnTo>
                  <a:pt x="1575" y="1782"/>
                </a:lnTo>
                <a:lnTo>
                  <a:pt x="1574" y="1782"/>
                </a:lnTo>
                <a:lnTo>
                  <a:pt x="1573" y="1782"/>
                </a:lnTo>
                <a:lnTo>
                  <a:pt x="1573" y="1781"/>
                </a:lnTo>
                <a:lnTo>
                  <a:pt x="1572" y="1781"/>
                </a:lnTo>
                <a:lnTo>
                  <a:pt x="1570" y="1781"/>
                </a:lnTo>
                <a:lnTo>
                  <a:pt x="1570" y="1782"/>
                </a:lnTo>
                <a:lnTo>
                  <a:pt x="1569" y="1782"/>
                </a:lnTo>
                <a:lnTo>
                  <a:pt x="1568" y="1782"/>
                </a:lnTo>
                <a:lnTo>
                  <a:pt x="1568" y="1781"/>
                </a:lnTo>
                <a:lnTo>
                  <a:pt x="1567" y="1781"/>
                </a:lnTo>
                <a:lnTo>
                  <a:pt x="1567" y="1780"/>
                </a:lnTo>
                <a:lnTo>
                  <a:pt x="1568" y="1780"/>
                </a:lnTo>
                <a:lnTo>
                  <a:pt x="1568" y="1779"/>
                </a:lnTo>
                <a:lnTo>
                  <a:pt x="1568" y="1778"/>
                </a:lnTo>
                <a:lnTo>
                  <a:pt x="1567" y="1778"/>
                </a:lnTo>
                <a:lnTo>
                  <a:pt x="1566" y="1777"/>
                </a:lnTo>
                <a:lnTo>
                  <a:pt x="1566" y="1776"/>
                </a:lnTo>
                <a:lnTo>
                  <a:pt x="1565" y="1776"/>
                </a:lnTo>
                <a:lnTo>
                  <a:pt x="1565" y="1775"/>
                </a:lnTo>
                <a:lnTo>
                  <a:pt x="1565" y="1774"/>
                </a:lnTo>
                <a:lnTo>
                  <a:pt x="1564" y="1774"/>
                </a:lnTo>
                <a:lnTo>
                  <a:pt x="1564" y="1772"/>
                </a:lnTo>
                <a:lnTo>
                  <a:pt x="1564" y="1771"/>
                </a:lnTo>
                <a:lnTo>
                  <a:pt x="1563" y="1771"/>
                </a:lnTo>
                <a:lnTo>
                  <a:pt x="1563" y="1772"/>
                </a:lnTo>
                <a:lnTo>
                  <a:pt x="1562" y="1772"/>
                </a:lnTo>
                <a:lnTo>
                  <a:pt x="1561" y="1772"/>
                </a:lnTo>
                <a:lnTo>
                  <a:pt x="1560" y="1773"/>
                </a:lnTo>
                <a:lnTo>
                  <a:pt x="1560" y="1774"/>
                </a:lnTo>
                <a:lnTo>
                  <a:pt x="1560" y="1775"/>
                </a:lnTo>
                <a:lnTo>
                  <a:pt x="1559" y="1775"/>
                </a:lnTo>
                <a:lnTo>
                  <a:pt x="1558" y="1775"/>
                </a:lnTo>
                <a:lnTo>
                  <a:pt x="1557" y="1775"/>
                </a:lnTo>
                <a:lnTo>
                  <a:pt x="1557" y="1776"/>
                </a:lnTo>
                <a:lnTo>
                  <a:pt x="1556" y="1776"/>
                </a:lnTo>
                <a:lnTo>
                  <a:pt x="1555" y="1776"/>
                </a:lnTo>
                <a:lnTo>
                  <a:pt x="1554" y="1776"/>
                </a:lnTo>
                <a:lnTo>
                  <a:pt x="1554" y="1777"/>
                </a:lnTo>
                <a:lnTo>
                  <a:pt x="1553" y="1777"/>
                </a:lnTo>
                <a:lnTo>
                  <a:pt x="1552" y="1776"/>
                </a:lnTo>
                <a:lnTo>
                  <a:pt x="1551" y="1775"/>
                </a:lnTo>
                <a:lnTo>
                  <a:pt x="1550" y="1775"/>
                </a:lnTo>
                <a:lnTo>
                  <a:pt x="1549" y="1775"/>
                </a:lnTo>
                <a:lnTo>
                  <a:pt x="1549" y="1776"/>
                </a:lnTo>
                <a:lnTo>
                  <a:pt x="1548" y="1776"/>
                </a:lnTo>
                <a:lnTo>
                  <a:pt x="1548" y="1777"/>
                </a:lnTo>
                <a:lnTo>
                  <a:pt x="1548" y="1778"/>
                </a:lnTo>
                <a:lnTo>
                  <a:pt x="1548" y="1779"/>
                </a:lnTo>
                <a:lnTo>
                  <a:pt x="1547" y="1779"/>
                </a:lnTo>
                <a:lnTo>
                  <a:pt x="1547" y="1780"/>
                </a:lnTo>
                <a:lnTo>
                  <a:pt x="1548" y="1780"/>
                </a:lnTo>
                <a:lnTo>
                  <a:pt x="1548" y="1781"/>
                </a:lnTo>
                <a:lnTo>
                  <a:pt x="1547" y="1781"/>
                </a:lnTo>
                <a:lnTo>
                  <a:pt x="1547" y="1782"/>
                </a:lnTo>
                <a:lnTo>
                  <a:pt x="1546" y="1782"/>
                </a:lnTo>
                <a:lnTo>
                  <a:pt x="1546" y="1783"/>
                </a:lnTo>
                <a:lnTo>
                  <a:pt x="1546" y="1784"/>
                </a:lnTo>
                <a:lnTo>
                  <a:pt x="1546" y="1785"/>
                </a:lnTo>
                <a:lnTo>
                  <a:pt x="1545" y="1785"/>
                </a:lnTo>
                <a:lnTo>
                  <a:pt x="1545" y="1786"/>
                </a:lnTo>
                <a:lnTo>
                  <a:pt x="1544" y="1786"/>
                </a:lnTo>
                <a:lnTo>
                  <a:pt x="1543" y="1786"/>
                </a:lnTo>
                <a:lnTo>
                  <a:pt x="1543" y="1785"/>
                </a:lnTo>
                <a:lnTo>
                  <a:pt x="1542" y="1785"/>
                </a:lnTo>
                <a:lnTo>
                  <a:pt x="1542" y="1784"/>
                </a:lnTo>
                <a:lnTo>
                  <a:pt x="1541" y="1784"/>
                </a:lnTo>
                <a:lnTo>
                  <a:pt x="1541" y="1785"/>
                </a:lnTo>
                <a:lnTo>
                  <a:pt x="1541" y="1784"/>
                </a:lnTo>
                <a:lnTo>
                  <a:pt x="1541" y="1783"/>
                </a:lnTo>
                <a:lnTo>
                  <a:pt x="1540" y="1783"/>
                </a:lnTo>
                <a:lnTo>
                  <a:pt x="1539" y="1783"/>
                </a:lnTo>
                <a:lnTo>
                  <a:pt x="1538" y="1782"/>
                </a:lnTo>
                <a:lnTo>
                  <a:pt x="1538" y="1781"/>
                </a:lnTo>
                <a:lnTo>
                  <a:pt x="1537" y="1782"/>
                </a:lnTo>
                <a:lnTo>
                  <a:pt x="1537" y="1781"/>
                </a:lnTo>
                <a:lnTo>
                  <a:pt x="1536" y="1781"/>
                </a:lnTo>
                <a:lnTo>
                  <a:pt x="1535" y="1782"/>
                </a:lnTo>
                <a:lnTo>
                  <a:pt x="1534" y="1782"/>
                </a:lnTo>
                <a:lnTo>
                  <a:pt x="1533" y="1782"/>
                </a:lnTo>
                <a:lnTo>
                  <a:pt x="1533" y="1783"/>
                </a:lnTo>
                <a:lnTo>
                  <a:pt x="1532" y="1783"/>
                </a:lnTo>
                <a:lnTo>
                  <a:pt x="1531" y="1783"/>
                </a:lnTo>
                <a:lnTo>
                  <a:pt x="1532" y="1783"/>
                </a:lnTo>
                <a:lnTo>
                  <a:pt x="1532" y="1784"/>
                </a:lnTo>
                <a:lnTo>
                  <a:pt x="1532" y="1785"/>
                </a:lnTo>
                <a:lnTo>
                  <a:pt x="1531" y="1786"/>
                </a:lnTo>
                <a:lnTo>
                  <a:pt x="1530" y="1787"/>
                </a:lnTo>
                <a:lnTo>
                  <a:pt x="1529" y="1787"/>
                </a:lnTo>
                <a:lnTo>
                  <a:pt x="1528" y="1787"/>
                </a:lnTo>
                <a:lnTo>
                  <a:pt x="1527" y="1787"/>
                </a:lnTo>
                <a:lnTo>
                  <a:pt x="1526" y="1787"/>
                </a:lnTo>
                <a:lnTo>
                  <a:pt x="1526" y="1788"/>
                </a:lnTo>
                <a:lnTo>
                  <a:pt x="1524" y="1788"/>
                </a:lnTo>
                <a:lnTo>
                  <a:pt x="1524" y="1787"/>
                </a:lnTo>
                <a:lnTo>
                  <a:pt x="1523" y="1787"/>
                </a:lnTo>
                <a:lnTo>
                  <a:pt x="1523" y="1788"/>
                </a:lnTo>
                <a:lnTo>
                  <a:pt x="1522" y="1788"/>
                </a:lnTo>
                <a:lnTo>
                  <a:pt x="1522" y="1789"/>
                </a:lnTo>
                <a:lnTo>
                  <a:pt x="1521" y="1789"/>
                </a:lnTo>
                <a:lnTo>
                  <a:pt x="1520" y="1789"/>
                </a:lnTo>
                <a:lnTo>
                  <a:pt x="1520" y="1790"/>
                </a:lnTo>
                <a:lnTo>
                  <a:pt x="1520" y="1791"/>
                </a:lnTo>
                <a:lnTo>
                  <a:pt x="1520" y="1792"/>
                </a:lnTo>
                <a:lnTo>
                  <a:pt x="1519" y="1792"/>
                </a:lnTo>
                <a:lnTo>
                  <a:pt x="1518" y="1792"/>
                </a:lnTo>
                <a:lnTo>
                  <a:pt x="1517" y="1792"/>
                </a:lnTo>
                <a:lnTo>
                  <a:pt x="1517" y="1793"/>
                </a:lnTo>
                <a:lnTo>
                  <a:pt x="1516" y="1793"/>
                </a:lnTo>
                <a:lnTo>
                  <a:pt x="1515" y="1793"/>
                </a:lnTo>
                <a:lnTo>
                  <a:pt x="1515" y="1792"/>
                </a:lnTo>
                <a:lnTo>
                  <a:pt x="1514" y="1792"/>
                </a:lnTo>
                <a:lnTo>
                  <a:pt x="1514" y="1791"/>
                </a:lnTo>
                <a:lnTo>
                  <a:pt x="1513" y="1790"/>
                </a:lnTo>
                <a:lnTo>
                  <a:pt x="1513" y="1789"/>
                </a:lnTo>
                <a:lnTo>
                  <a:pt x="1512" y="1790"/>
                </a:lnTo>
                <a:lnTo>
                  <a:pt x="1512" y="1789"/>
                </a:lnTo>
                <a:lnTo>
                  <a:pt x="1511" y="1789"/>
                </a:lnTo>
                <a:lnTo>
                  <a:pt x="1511" y="1790"/>
                </a:lnTo>
                <a:lnTo>
                  <a:pt x="1510" y="1790"/>
                </a:lnTo>
                <a:lnTo>
                  <a:pt x="1510" y="1789"/>
                </a:lnTo>
                <a:lnTo>
                  <a:pt x="1510" y="1790"/>
                </a:lnTo>
                <a:lnTo>
                  <a:pt x="1508" y="1790"/>
                </a:lnTo>
                <a:lnTo>
                  <a:pt x="1508" y="1789"/>
                </a:lnTo>
                <a:lnTo>
                  <a:pt x="1507" y="1789"/>
                </a:lnTo>
                <a:lnTo>
                  <a:pt x="1506" y="1790"/>
                </a:lnTo>
                <a:lnTo>
                  <a:pt x="1505" y="1791"/>
                </a:lnTo>
                <a:lnTo>
                  <a:pt x="1504" y="1791"/>
                </a:lnTo>
                <a:lnTo>
                  <a:pt x="1504" y="1790"/>
                </a:lnTo>
                <a:lnTo>
                  <a:pt x="1503" y="1790"/>
                </a:lnTo>
                <a:lnTo>
                  <a:pt x="1502" y="1790"/>
                </a:lnTo>
                <a:lnTo>
                  <a:pt x="1502" y="1791"/>
                </a:lnTo>
                <a:lnTo>
                  <a:pt x="1501" y="1792"/>
                </a:lnTo>
                <a:lnTo>
                  <a:pt x="1500" y="1792"/>
                </a:lnTo>
                <a:lnTo>
                  <a:pt x="1499" y="1792"/>
                </a:lnTo>
                <a:lnTo>
                  <a:pt x="1498" y="1792"/>
                </a:lnTo>
                <a:lnTo>
                  <a:pt x="1497" y="1792"/>
                </a:lnTo>
                <a:lnTo>
                  <a:pt x="1496" y="1792"/>
                </a:lnTo>
                <a:lnTo>
                  <a:pt x="1495" y="1793"/>
                </a:lnTo>
                <a:lnTo>
                  <a:pt x="1495" y="1794"/>
                </a:lnTo>
                <a:lnTo>
                  <a:pt x="1493" y="1794"/>
                </a:lnTo>
                <a:lnTo>
                  <a:pt x="1493" y="1793"/>
                </a:lnTo>
                <a:lnTo>
                  <a:pt x="1492" y="1793"/>
                </a:lnTo>
                <a:lnTo>
                  <a:pt x="1492" y="1794"/>
                </a:lnTo>
                <a:lnTo>
                  <a:pt x="1491" y="1794"/>
                </a:lnTo>
                <a:lnTo>
                  <a:pt x="1491" y="1795"/>
                </a:lnTo>
                <a:lnTo>
                  <a:pt x="1490" y="1795"/>
                </a:lnTo>
                <a:lnTo>
                  <a:pt x="1489" y="1795"/>
                </a:lnTo>
                <a:lnTo>
                  <a:pt x="1489" y="1794"/>
                </a:lnTo>
                <a:lnTo>
                  <a:pt x="1489" y="1793"/>
                </a:lnTo>
                <a:lnTo>
                  <a:pt x="1488" y="1792"/>
                </a:lnTo>
                <a:lnTo>
                  <a:pt x="1488" y="1791"/>
                </a:lnTo>
                <a:lnTo>
                  <a:pt x="1488" y="1790"/>
                </a:lnTo>
                <a:lnTo>
                  <a:pt x="1488" y="1789"/>
                </a:lnTo>
                <a:lnTo>
                  <a:pt x="1487" y="1790"/>
                </a:lnTo>
                <a:lnTo>
                  <a:pt x="1486" y="1791"/>
                </a:lnTo>
                <a:lnTo>
                  <a:pt x="1485" y="1791"/>
                </a:lnTo>
                <a:lnTo>
                  <a:pt x="1484" y="1791"/>
                </a:lnTo>
                <a:lnTo>
                  <a:pt x="1484" y="1790"/>
                </a:lnTo>
                <a:lnTo>
                  <a:pt x="1483" y="1790"/>
                </a:lnTo>
                <a:lnTo>
                  <a:pt x="1483" y="1791"/>
                </a:lnTo>
                <a:lnTo>
                  <a:pt x="1482" y="1792"/>
                </a:lnTo>
                <a:lnTo>
                  <a:pt x="1482" y="1793"/>
                </a:lnTo>
                <a:lnTo>
                  <a:pt x="1481" y="1793"/>
                </a:lnTo>
                <a:lnTo>
                  <a:pt x="1481" y="1794"/>
                </a:lnTo>
                <a:lnTo>
                  <a:pt x="1480" y="1794"/>
                </a:lnTo>
                <a:lnTo>
                  <a:pt x="1480" y="1793"/>
                </a:lnTo>
                <a:lnTo>
                  <a:pt x="1479" y="1793"/>
                </a:lnTo>
                <a:lnTo>
                  <a:pt x="1478" y="1793"/>
                </a:lnTo>
                <a:lnTo>
                  <a:pt x="1477" y="1793"/>
                </a:lnTo>
                <a:lnTo>
                  <a:pt x="1477" y="1792"/>
                </a:lnTo>
                <a:lnTo>
                  <a:pt x="1476" y="1791"/>
                </a:lnTo>
                <a:lnTo>
                  <a:pt x="1475" y="1790"/>
                </a:lnTo>
                <a:lnTo>
                  <a:pt x="1474" y="1790"/>
                </a:lnTo>
                <a:lnTo>
                  <a:pt x="1473" y="1789"/>
                </a:lnTo>
                <a:lnTo>
                  <a:pt x="1472" y="1789"/>
                </a:lnTo>
                <a:lnTo>
                  <a:pt x="1472" y="1788"/>
                </a:lnTo>
                <a:lnTo>
                  <a:pt x="1471" y="1788"/>
                </a:lnTo>
                <a:lnTo>
                  <a:pt x="1470" y="1789"/>
                </a:lnTo>
                <a:lnTo>
                  <a:pt x="1469" y="1790"/>
                </a:lnTo>
                <a:lnTo>
                  <a:pt x="1468" y="1790"/>
                </a:lnTo>
                <a:lnTo>
                  <a:pt x="1469" y="1791"/>
                </a:lnTo>
                <a:lnTo>
                  <a:pt x="1469" y="1792"/>
                </a:lnTo>
                <a:lnTo>
                  <a:pt x="1469" y="1793"/>
                </a:lnTo>
                <a:lnTo>
                  <a:pt x="1468" y="1793"/>
                </a:lnTo>
                <a:lnTo>
                  <a:pt x="1468" y="1794"/>
                </a:lnTo>
                <a:lnTo>
                  <a:pt x="1467" y="1794"/>
                </a:lnTo>
                <a:lnTo>
                  <a:pt x="1467" y="1795"/>
                </a:lnTo>
                <a:lnTo>
                  <a:pt x="1466" y="1795"/>
                </a:lnTo>
                <a:lnTo>
                  <a:pt x="1465" y="1796"/>
                </a:lnTo>
                <a:lnTo>
                  <a:pt x="1465" y="1797"/>
                </a:lnTo>
                <a:lnTo>
                  <a:pt x="1465" y="1798"/>
                </a:lnTo>
                <a:lnTo>
                  <a:pt x="1465" y="1799"/>
                </a:lnTo>
                <a:lnTo>
                  <a:pt x="1466" y="1799"/>
                </a:lnTo>
                <a:lnTo>
                  <a:pt x="1466" y="1800"/>
                </a:lnTo>
                <a:lnTo>
                  <a:pt x="1466" y="1801"/>
                </a:lnTo>
                <a:lnTo>
                  <a:pt x="1467" y="1801"/>
                </a:lnTo>
                <a:lnTo>
                  <a:pt x="1467" y="1802"/>
                </a:lnTo>
                <a:lnTo>
                  <a:pt x="1467" y="1803"/>
                </a:lnTo>
                <a:lnTo>
                  <a:pt x="1468" y="1803"/>
                </a:lnTo>
                <a:lnTo>
                  <a:pt x="1467" y="1803"/>
                </a:lnTo>
                <a:lnTo>
                  <a:pt x="1467" y="1804"/>
                </a:lnTo>
                <a:lnTo>
                  <a:pt x="1466" y="1804"/>
                </a:lnTo>
                <a:lnTo>
                  <a:pt x="1465" y="1804"/>
                </a:lnTo>
                <a:lnTo>
                  <a:pt x="1464" y="1805"/>
                </a:lnTo>
                <a:lnTo>
                  <a:pt x="1464" y="1806"/>
                </a:lnTo>
                <a:lnTo>
                  <a:pt x="1463" y="1806"/>
                </a:lnTo>
                <a:lnTo>
                  <a:pt x="1462" y="1806"/>
                </a:lnTo>
                <a:lnTo>
                  <a:pt x="1461" y="1806"/>
                </a:lnTo>
                <a:lnTo>
                  <a:pt x="1459" y="1806"/>
                </a:lnTo>
                <a:lnTo>
                  <a:pt x="1459" y="1805"/>
                </a:lnTo>
                <a:lnTo>
                  <a:pt x="1459" y="1804"/>
                </a:lnTo>
                <a:lnTo>
                  <a:pt x="1459" y="1803"/>
                </a:lnTo>
                <a:lnTo>
                  <a:pt x="1459" y="1802"/>
                </a:lnTo>
                <a:lnTo>
                  <a:pt x="1459" y="1801"/>
                </a:lnTo>
                <a:lnTo>
                  <a:pt x="1458" y="1801"/>
                </a:lnTo>
                <a:lnTo>
                  <a:pt x="1458" y="1800"/>
                </a:lnTo>
                <a:lnTo>
                  <a:pt x="1457" y="1800"/>
                </a:lnTo>
                <a:lnTo>
                  <a:pt x="1456" y="1800"/>
                </a:lnTo>
                <a:lnTo>
                  <a:pt x="1455" y="1800"/>
                </a:lnTo>
                <a:lnTo>
                  <a:pt x="1455" y="1801"/>
                </a:lnTo>
                <a:lnTo>
                  <a:pt x="1454" y="1801"/>
                </a:lnTo>
                <a:lnTo>
                  <a:pt x="1453" y="1801"/>
                </a:lnTo>
                <a:lnTo>
                  <a:pt x="1453" y="1800"/>
                </a:lnTo>
                <a:lnTo>
                  <a:pt x="1453" y="1799"/>
                </a:lnTo>
                <a:lnTo>
                  <a:pt x="1452" y="1799"/>
                </a:lnTo>
                <a:lnTo>
                  <a:pt x="1452" y="1798"/>
                </a:lnTo>
                <a:lnTo>
                  <a:pt x="1451" y="1798"/>
                </a:lnTo>
                <a:lnTo>
                  <a:pt x="1451" y="1797"/>
                </a:lnTo>
                <a:lnTo>
                  <a:pt x="1450" y="1797"/>
                </a:lnTo>
                <a:lnTo>
                  <a:pt x="1450" y="1796"/>
                </a:lnTo>
                <a:lnTo>
                  <a:pt x="1449" y="1796"/>
                </a:lnTo>
                <a:lnTo>
                  <a:pt x="1448" y="1796"/>
                </a:lnTo>
                <a:lnTo>
                  <a:pt x="1448" y="1797"/>
                </a:lnTo>
                <a:lnTo>
                  <a:pt x="1447" y="1797"/>
                </a:lnTo>
                <a:lnTo>
                  <a:pt x="1447" y="1798"/>
                </a:lnTo>
                <a:lnTo>
                  <a:pt x="1447" y="1797"/>
                </a:lnTo>
                <a:lnTo>
                  <a:pt x="1446" y="1797"/>
                </a:lnTo>
                <a:lnTo>
                  <a:pt x="1445" y="1797"/>
                </a:lnTo>
                <a:lnTo>
                  <a:pt x="1444" y="1797"/>
                </a:lnTo>
                <a:lnTo>
                  <a:pt x="1443" y="1797"/>
                </a:lnTo>
                <a:lnTo>
                  <a:pt x="1443" y="1798"/>
                </a:lnTo>
                <a:lnTo>
                  <a:pt x="1442" y="1798"/>
                </a:lnTo>
                <a:lnTo>
                  <a:pt x="1441" y="1798"/>
                </a:lnTo>
                <a:lnTo>
                  <a:pt x="1441" y="1799"/>
                </a:lnTo>
                <a:lnTo>
                  <a:pt x="1440" y="1799"/>
                </a:lnTo>
                <a:lnTo>
                  <a:pt x="1440" y="1798"/>
                </a:lnTo>
                <a:lnTo>
                  <a:pt x="1439" y="1798"/>
                </a:lnTo>
                <a:lnTo>
                  <a:pt x="1438" y="1798"/>
                </a:lnTo>
                <a:lnTo>
                  <a:pt x="1438" y="1797"/>
                </a:lnTo>
                <a:lnTo>
                  <a:pt x="1437" y="1797"/>
                </a:lnTo>
                <a:lnTo>
                  <a:pt x="1437" y="1796"/>
                </a:lnTo>
                <a:lnTo>
                  <a:pt x="1437" y="1795"/>
                </a:lnTo>
                <a:lnTo>
                  <a:pt x="1436" y="1794"/>
                </a:lnTo>
                <a:lnTo>
                  <a:pt x="1436" y="1793"/>
                </a:lnTo>
                <a:lnTo>
                  <a:pt x="1435" y="1793"/>
                </a:lnTo>
                <a:lnTo>
                  <a:pt x="1434" y="1793"/>
                </a:lnTo>
                <a:lnTo>
                  <a:pt x="1433" y="1793"/>
                </a:lnTo>
                <a:lnTo>
                  <a:pt x="1433" y="1792"/>
                </a:lnTo>
                <a:lnTo>
                  <a:pt x="1432" y="1791"/>
                </a:lnTo>
                <a:lnTo>
                  <a:pt x="1430" y="1791"/>
                </a:lnTo>
                <a:lnTo>
                  <a:pt x="1429" y="1791"/>
                </a:lnTo>
                <a:lnTo>
                  <a:pt x="1429" y="1790"/>
                </a:lnTo>
                <a:lnTo>
                  <a:pt x="1428" y="1790"/>
                </a:lnTo>
                <a:lnTo>
                  <a:pt x="1427" y="1790"/>
                </a:lnTo>
                <a:lnTo>
                  <a:pt x="1427" y="1791"/>
                </a:lnTo>
                <a:lnTo>
                  <a:pt x="1426" y="1791"/>
                </a:lnTo>
                <a:lnTo>
                  <a:pt x="1425" y="1791"/>
                </a:lnTo>
                <a:lnTo>
                  <a:pt x="1424" y="1791"/>
                </a:lnTo>
                <a:lnTo>
                  <a:pt x="1423" y="1791"/>
                </a:lnTo>
                <a:lnTo>
                  <a:pt x="1423" y="1790"/>
                </a:lnTo>
                <a:lnTo>
                  <a:pt x="1422" y="1790"/>
                </a:lnTo>
                <a:lnTo>
                  <a:pt x="1421" y="1790"/>
                </a:lnTo>
                <a:lnTo>
                  <a:pt x="1420" y="1790"/>
                </a:lnTo>
                <a:lnTo>
                  <a:pt x="1420" y="1789"/>
                </a:lnTo>
                <a:lnTo>
                  <a:pt x="1420" y="1788"/>
                </a:lnTo>
                <a:lnTo>
                  <a:pt x="1419" y="1788"/>
                </a:lnTo>
                <a:lnTo>
                  <a:pt x="1420" y="1788"/>
                </a:lnTo>
                <a:lnTo>
                  <a:pt x="1420" y="1787"/>
                </a:lnTo>
                <a:lnTo>
                  <a:pt x="1419" y="1787"/>
                </a:lnTo>
                <a:lnTo>
                  <a:pt x="1419" y="1786"/>
                </a:lnTo>
                <a:lnTo>
                  <a:pt x="1420" y="1785"/>
                </a:lnTo>
                <a:lnTo>
                  <a:pt x="1420" y="1784"/>
                </a:lnTo>
                <a:lnTo>
                  <a:pt x="1420" y="1783"/>
                </a:lnTo>
                <a:lnTo>
                  <a:pt x="1420" y="1782"/>
                </a:lnTo>
                <a:lnTo>
                  <a:pt x="1419" y="1782"/>
                </a:lnTo>
                <a:lnTo>
                  <a:pt x="1418" y="1782"/>
                </a:lnTo>
                <a:lnTo>
                  <a:pt x="1417" y="1782"/>
                </a:lnTo>
                <a:lnTo>
                  <a:pt x="1417" y="1781"/>
                </a:lnTo>
                <a:lnTo>
                  <a:pt x="1416" y="1781"/>
                </a:lnTo>
                <a:lnTo>
                  <a:pt x="1415" y="1781"/>
                </a:lnTo>
                <a:lnTo>
                  <a:pt x="1416" y="1781"/>
                </a:lnTo>
                <a:lnTo>
                  <a:pt x="1415" y="1781"/>
                </a:lnTo>
                <a:lnTo>
                  <a:pt x="1415" y="1782"/>
                </a:lnTo>
                <a:lnTo>
                  <a:pt x="1415" y="1783"/>
                </a:lnTo>
                <a:lnTo>
                  <a:pt x="1414" y="1783"/>
                </a:lnTo>
                <a:lnTo>
                  <a:pt x="1414" y="1784"/>
                </a:lnTo>
                <a:lnTo>
                  <a:pt x="1414" y="1785"/>
                </a:lnTo>
                <a:lnTo>
                  <a:pt x="1414" y="1786"/>
                </a:lnTo>
                <a:lnTo>
                  <a:pt x="1413" y="1786"/>
                </a:lnTo>
                <a:lnTo>
                  <a:pt x="1413" y="1787"/>
                </a:lnTo>
                <a:lnTo>
                  <a:pt x="1412" y="1787"/>
                </a:lnTo>
                <a:lnTo>
                  <a:pt x="1411" y="1786"/>
                </a:lnTo>
                <a:lnTo>
                  <a:pt x="1411" y="1787"/>
                </a:lnTo>
                <a:lnTo>
                  <a:pt x="1410" y="1787"/>
                </a:lnTo>
                <a:lnTo>
                  <a:pt x="1410" y="1788"/>
                </a:lnTo>
                <a:lnTo>
                  <a:pt x="1409" y="1788"/>
                </a:lnTo>
                <a:lnTo>
                  <a:pt x="1409" y="1789"/>
                </a:lnTo>
                <a:lnTo>
                  <a:pt x="1408" y="1789"/>
                </a:lnTo>
                <a:lnTo>
                  <a:pt x="1407" y="1789"/>
                </a:lnTo>
                <a:lnTo>
                  <a:pt x="1407" y="1790"/>
                </a:lnTo>
                <a:lnTo>
                  <a:pt x="1406" y="1790"/>
                </a:lnTo>
                <a:lnTo>
                  <a:pt x="1405" y="1790"/>
                </a:lnTo>
                <a:lnTo>
                  <a:pt x="1405" y="1791"/>
                </a:lnTo>
                <a:lnTo>
                  <a:pt x="1404" y="1791"/>
                </a:lnTo>
                <a:lnTo>
                  <a:pt x="1404" y="1792"/>
                </a:lnTo>
                <a:lnTo>
                  <a:pt x="1404" y="1793"/>
                </a:lnTo>
                <a:lnTo>
                  <a:pt x="1403" y="1793"/>
                </a:lnTo>
                <a:lnTo>
                  <a:pt x="1403" y="1794"/>
                </a:lnTo>
                <a:lnTo>
                  <a:pt x="1403" y="1795"/>
                </a:lnTo>
                <a:lnTo>
                  <a:pt x="1403" y="1796"/>
                </a:lnTo>
                <a:lnTo>
                  <a:pt x="1403" y="1797"/>
                </a:lnTo>
                <a:lnTo>
                  <a:pt x="1402" y="1797"/>
                </a:lnTo>
                <a:lnTo>
                  <a:pt x="1401" y="1797"/>
                </a:lnTo>
                <a:lnTo>
                  <a:pt x="1401" y="1798"/>
                </a:lnTo>
                <a:lnTo>
                  <a:pt x="1400" y="1798"/>
                </a:lnTo>
                <a:lnTo>
                  <a:pt x="1400" y="1799"/>
                </a:lnTo>
                <a:lnTo>
                  <a:pt x="1399" y="1799"/>
                </a:lnTo>
                <a:lnTo>
                  <a:pt x="1399" y="1800"/>
                </a:lnTo>
                <a:lnTo>
                  <a:pt x="1399" y="1801"/>
                </a:lnTo>
                <a:lnTo>
                  <a:pt x="1398" y="1801"/>
                </a:lnTo>
                <a:lnTo>
                  <a:pt x="1398" y="1802"/>
                </a:lnTo>
                <a:lnTo>
                  <a:pt x="1397" y="1802"/>
                </a:lnTo>
                <a:lnTo>
                  <a:pt x="1396" y="1802"/>
                </a:lnTo>
                <a:lnTo>
                  <a:pt x="1395" y="1802"/>
                </a:lnTo>
                <a:lnTo>
                  <a:pt x="1395" y="1803"/>
                </a:lnTo>
                <a:lnTo>
                  <a:pt x="1394" y="1803"/>
                </a:lnTo>
                <a:lnTo>
                  <a:pt x="1394" y="1804"/>
                </a:lnTo>
                <a:lnTo>
                  <a:pt x="1394" y="1805"/>
                </a:lnTo>
                <a:lnTo>
                  <a:pt x="1394" y="1806"/>
                </a:lnTo>
                <a:lnTo>
                  <a:pt x="1393" y="1806"/>
                </a:lnTo>
                <a:lnTo>
                  <a:pt x="1393" y="1807"/>
                </a:lnTo>
                <a:lnTo>
                  <a:pt x="1392" y="1807"/>
                </a:lnTo>
                <a:lnTo>
                  <a:pt x="1391" y="1807"/>
                </a:lnTo>
                <a:lnTo>
                  <a:pt x="1391" y="1806"/>
                </a:lnTo>
                <a:lnTo>
                  <a:pt x="1390" y="1806"/>
                </a:lnTo>
                <a:lnTo>
                  <a:pt x="1389" y="1806"/>
                </a:lnTo>
                <a:lnTo>
                  <a:pt x="1389" y="1805"/>
                </a:lnTo>
                <a:lnTo>
                  <a:pt x="1388" y="1805"/>
                </a:lnTo>
                <a:lnTo>
                  <a:pt x="1388" y="1806"/>
                </a:lnTo>
                <a:lnTo>
                  <a:pt x="1388" y="1805"/>
                </a:lnTo>
                <a:lnTo>
                  <a:pt x="1387" y="1805"/>
                </a:lnTo>
                <a:lnTo>
                  <a:pt x="1386" y="1805"/>
                </a:lnTo>
                <a:lnTo>
                  <a:pt x="1385" y="1805"/>
                </a:lnTo>
                <a:lnTo>
                  <a:pt x="1384" y="1805"/>
                </a:lnTo>
                <a:lnTo>
                  <a:pt x="1383" y="1805"/>
                </a:lnTo>
                <a:lnTo>
                  <a:pt x="1382" y="1805"/>
                </a:lnTo>
                <a:lnTo>
                  <a:pt x="1381" y="1805"/>
                </a:lnTo>
                <a:lnTo>
                  <a:pt x="1381" y="1804"/>
                </a:lnTo>
                <a:lnTo>
                  <a:pt x="1381" y="1803"/>
                </a:lnTo>
                <a:lnTo>
                  <a:pt x="1381" y="1802"/>
                </a:lnTo>
                <a:lnTo>
                  <a:pt x="1381" y="1801"/>
                </a:lnTo>
                <a:lnTo>
                  <a:pt x="1382" y="1801"/>
                </a:lnTo>
                <a:lnTo>
                  <a:pt x="1383" y="1800"/>
                </a:lnTo>
                <a:lnTo>
                  <a:pt x="1383" y="1799"/>
                </a:lnTo>
                <a:lnTo>
                  <a:pt x="1382" y="1799"/>
                </a:lnTo>
                <a:lnTo>
                  <a:pt x="1381" y="1799"/>
                </a:lnTo>
                <a:lnTo>
                  <a:pt x="1379" y="1799"/>
                </a:lnTo>
                <a:lnTo>
                  <a:pt x="1378" y="1799"/>
                </a:lnTo>
                <a:lnTo>
                  <a:pt x="1376" y="1799"/>
                </a:lnTo>
                <a:lnTo>
                  <a:pt x="1376" y="1800"/>
                </a:lnTo>
                <a:lnTo>
                  <a:pt x="1375" y="1800"/>
                </a:lnTo>
                <a:lnTo>
                  <a:pt x="1375" y="1801"/>
                </a:lnTo>
                <a:lnTo>
                  <a:pt x="1374" y="1801"/>
                </a:lnTo>
                <a:lnTo>
                  <a:pt x="1373" y="1801"/>
                </a:lnTo>
                <a:lnTo>
                  <a:pt x="1372" y="1801"/>
                </a:lnTo>
                <a:lnTo>
                  <a:pt x="1372" y="1802"/>
                </a:lnTo>
                <a:lnTo>
                  <a:pt x="1372" y="1803"/>
                </a:lnTo>
                <a:lnTo>
                  <a:pt x="1371" y="1803"/>
                </a:lnTo>
                <a:lnTo>
                  <a:pt x="1371" y="1802"/>
                </a:lnTo>
                <a:lnTo>
                  <a:pt x="1371" y="1801"/>
                </a:lnTo>
                <a:lnTo>
                  <a:pt x="1370" y="1800"/>
                </a:lnTo>
                <a:lnTo>
                  <a:pt x="1369" y="1800"/>
                </a:lnTo>
                <a:lnTo>
                  <a:pt x="1368" y="1800"/>
                </a:lnTo>
                <a:lnTo>
                  <a:pt x="1368" y="1798"/>
                </a:lnTo>
                <a:lnTo>
                  <a:pt x="1369" y="1798"/>
                </a:lnTo>
                <a:lnTo>
                  <a:pt x="1369" y="1797"/>
                </a:lnTo>
                <a:lnTo>
                  <a:pt x="1369" y="1796"/>
                </a:lnTo>
                <a:lnTo>
                  <a:pt x="1368" y="1796"/>
                </a:lnTo>
                <a:lnTo>
                  <a:pt x="1368" y="1794"/>
                </a:lnTo>
                <a:lnTo>
                  <a:pt x="1369" y="1794"/>
                </a:lnTo>
                <a:lnTo>
                  <a:pt x="1368" y="1794"/>
                </a:lnTo>
                <a:lnTo>
                  <a:pt x="1368" y="1793"/>
                </a:lnTo>
                <a:lnTo>
                  <a:pt x="1369" y="1793"/>
                </a:lnTo>
                <a:lnTo>
                  <a:pt x="1368" y="1793"/>
                </a:lnTo>
                <a:lnTo>
                  <a:pt x="1368" y="1792"/>
                </a:lnTo>
                <a:lnTo>
                  <a:pt x="1368" y="1791"/>
                </a:lnTo>
                <a:lnTo>
                  <a:pt x="1366" y="1791"/>
                </a:lnTo>
                <a:lnTo>
                  <a:pt x="1366" y="1790"/>
                </a:lnTo>
                <a:lnTo>
                  <a:pt x="1365" y="1790"/>
                </a:lnTo>
                <a:lnTo>
                  <a:pt x="1364" y="1790"/>
                </a:lnTo>
                <a:lnTo>
                  <a:pt x="1364" y="1789"/>
                </a:lnTo>
                <a:lnTo>
                  <a:pt x="1364" y="1790"/>
                </a:lnTo>
                <a:lnTo>
                  <a:pt x="1363" y="1790"/>
                </a:lnTo>
                <a:lnTo>
                  <a:pt x="1363" y="1791"/>
                </a:lnTo>
                <a:lnTo>
                  <a:pt x="1362" y="1791"/>
                </a:lnTo>
                <a:lnTo>
                  <a:pt x="1362" y="1792"/>
                </a:lnTo>
                <a:lnTo>
                  <a:pt x="1361" y="1792"/>
                </a:lnTo>
                <a:lnTo>
                  <a:pt x="1361" y="1793"/>
                </a:lnTo>
                <a:lnTo>
                  <a:pt x="1360" y="1793"/>
                </a:lnTo>
                <a:lnTo>
                  <a:pt x="1360" y="1794"/>
                </a:lnTo>
                <a:lnTo>
                  <a:pt x="1359" y="1794"/>
                </a:lnTo>
                <a:lnTo>
                  <a:pt x="1359" y="1793"/>
                </a:lnTo>
                <a:lnTo>
                  <a:pt x="1358" y="1793"/>
                </a:lnTo>
                <a:lnTo>
                  <a:pt x="1357" y="1793"/>
                </a:lnTo>
                <a:lnTo>
                  <a:pt x="1356" y="1793"/>
                </a:lnTo>
                <a:lnTo>
                  <a:pt x="1356" y="1792"/>
                </a:lnTo>
                <a:lnTo>
                  <a:pt x="1355" y="1792"/>
                </a:lnTo>
                <a:lnTo>
                  <a:pt x="1354" y="1792"/>
                </a:lnTo>
                <a:lnTo>
                  <a:pt x="1353" y="1792"/>
                </a:lnTo>
                <a:lnTo>
                  <a:pt x="1352" y="1792"/>
                </a:lnTo>
                <a:lnTo>
                  <a:pt x="1351" y="1792"/>
                </a:lnTo>
                <a:lnTo>
                  <a:pt x="1351" y="1791"/>
                </a:lnTo>
                <a:lnTo>
                  <a:pt x="1351" y="1792"/>
                </a:lnTo>
                <a:lnTo>
                  <a:pt x="1350" y="1792"/>
                </a:lnTo>
                <a:lnTo>
                  <a:pt x="1349" y="1792"/>
                </a:lnTo>
                <a:lnTo>
                  <a:pt x="1348" y="1792"/>
                </a:lnTo>
                <a:lnTo>
                  <a:pt x="1348" y="1793"/>
                </a:lnTo>
                <a:lnTo>
                  <a:pt x="1347" y="1793"/>
                </a:lnTo>
                <a:lnTo>
                  <a:pt x="1347" y="1794"/>
                </a:lnTo>
                <a:lnTo>
                  <a:pt x="1346" y="1794"/>
                </a:lnTo>
                <a:lnTo>
                  <a:pt x="1345" y="1794"/>
                </a:lnTo>
                <a:lnTo>
                  <a:pt x="1345" y="1795"/>
                </a:lnTo>
                <a:lnTo>
                  <a:pt x="1344" y="1795"/>
                </a:lnTo>
                <a:lnTo>
                  <a:pt x="1343" y="1795"/>
                </a:lnTo>
                <a:lnTo>
                  <a:pt x="1342" y="1795"/>
                </a:lnTo>
                <a:lnTo>
                  <a:pt x="1342" y="1794"/>
                </a:lnTo>
                <a:lnTo>
                  <a:pt x="1341" y="1794"/>
                </a:lnTo>
                <a:lnTo>
                  <a:pt x="1341" y="1793"/>
                </a:lnTo>
                <a:lnTo>
                  <a:pt x="1340" y="1793"/>
                </a:lnTo>
                <a:lnTo>
                  <a:pt x="1339" y="1793"/>
                </a:lnTo>
                <a:lnTo>
                  <a:pt x="1339" y="1792"/>
                </a:lnTo>
                <a:lnTo>
                  <a:pt x="1338" y="1792"/>
                </a:lnTo>
                <a:lnTo>
                  <a:pt x="1337" y="1792"/>
                </a:lnTo>
                <a:lnTo>
                  <a:pt x="1337" y="1791"/>
                </a:lnTo>
                <a:lnTo>
                  <a:pt x="1336" y="1791"/>
                </a:lnTo>
                <a:lnTo>
                  <a:pt x="1335" y="1791"/>
                </a:lnTo>
                <a:lnTo>
                  <a:pt x="1336" y="1791"/>
                </a:lnTo>
                <a:lnTo>
                  <a:pt x="1337" y="1790"/>
                </a:lnTo>
                <a:lnTo>
                  <a:pt x="1338" y="1790"/>
                </a:lnTo>
                <a:lnTo>
                  <a:pt x="1339" y="1790"/>
                </a:lnTo>
                <a:lnTo>
                  <a:pt x="1339" y="1791"/>
                </a:lnTo>
                <a:lnTo>
                  <a:pt x="1340" y="1791"/>
                </a:lnTo>
                <a:lnTo>
                  <a:pt x="1341" y="1791"/>
                </a:lnTo>
                <a:lnTo>
                  <a:pt x="1341" y="1790"/>
                </a:lnTo>
                <a:lnTo>
                  <a:pt x="1341" y="1789"/>
                </a:lnTo>
                <a:lnTo>
                  <a:pt x="1341" y="1788"/>
                </a:lnTo>
                <a:lnTo>
                  <a:pt x="1340" y="1788"/>
                </a:lnTo>
                <a:lnTo>
                  <a:pt x="1340" y="1787"/>
                </a:lnTo>
                <a:lnTo>
                  <a:pt x="1340" y="1786"/>
                </a:lnTo>
                <a:lnTo>
                  <a:pt x="1339" y="1786"/>
                </a:lnTo>
                <a:lnTo>
                  <a:pt x="1338" y="1787"/>
                </a:lnTo>
                <a:lnTo>
                  <a:pt x="1337" y="1787"/>
                </a:lnTo>
                <a:lnTo>
                  <a:pt x="1336" y="1787"/>
                </a:lnTo>
                <a:lnTo>
                  <a:pt x="1336" y="1788"/>
                </a:lnTo>
                <a:lnTo>
                  <a:pt x="1336" y="1787"/>
                </a:lnTo>
                <a:lnTo>
                  <a:pt x="1335" y="1787"/>
                </a:lnTo>
                <a:lnTo>
                  <a:pt x="1335" y="1788"/>
                </a:lnTo>
                <a:lnTo>
                  <a:pt x="1334" y="1788"/>
                </a:lnTo>
                <a:lnTo>
                  <a:pt x="1333" y="1788"/>
                </a:lnTo>
                <a:lnTo>
                  <a:pt x="1332" y="1788"/>
                </a:lnTo>
                <a:lnTo>
                  <a:pt x="1331" y="1788"/>
                </a:lnTo>
                <a:lnTo>
                  <a:pt x="1330" y="1788"/>
                </a:lnTo>
                <a:lnTo>
                  <a:pt x="1330" y="1789"/>
                </a:lnTo>
                <a:lnTo>
                  <a:pt x="1329" y="1789"/>
                </a:lnTo>
                <a:lnTo>
                  <a:pt x="1329" y="1790"/>
                </a:lnTo>
                <a:lnTo>
                  <a:pt x="1328" y="1790"/>
                </a:lnTo>
                <a:lnTo>
                  <a:pt x="1328" y="1791"/>
                </a:lnTo>
                <a:lnTo>
                  <a:pt x="1326" y="1791"/>
                </a:lnTo>
                <a:lnTo>
                  <a:pt x="1326" y="1790"/>
                </a:lnTo>
                <a:lnTo>
                  <a:pt x="1325" y="1790"/>
                </a:lnTo>
                <a:lnTo>
                  <a:pt x="1325" y="1791"/>
                </a:lnTo>
                <a:lnTo>
                  <a:pt x="1325" y="1790"/>
                </a:lnTo>
                <a:lnTo>
                  <a:pt x="1324" y="1790"/>
                </a:lnTo>
                <a:lnTo>
                  <a:pt x="1323" y="1790"/>
                </a:lnTo>
                <a:lnTo>
                  <a:pt x="1322" y="1790"/>
                </a:lnTo>
                <a:lnTo>
                  <a:pt x="1321" y="1790"/>
                </a:lnTo>
                <a:lnTo>
                  <a:pt x="1320" y="1790"/>
                </a:lnTo>
                <a:lnTo>
                  <a:pt x="1320" y="1789"/>
                </a:lnTo>
                <a:lnTo>
                  <a:pt x="1319" y="1789"/>
                </a:lnTo>
                <a:lnTo>
                  <a:pt x="1319" y="1788"/>
                </a:lnTo>
                <a:lnTo>
                  <a:pt x="1318" y="1788"/>
                </a:lnTo>
                <a:lnTo>
                  <a:pt x="1318" y="1787"/>
                </a:lnTo>
                <a:lnTo>
                  <a:pt x="1318" y="1786"/>
                </a:lnTo>
                <a:lnTo>
                  <a:pt x="1317" y="1786"/>
                </a:lnTo>
                <a:lnTo>
                  <a:pt x="1316" y="1786"/>
                </a:lnTo>
                <a:lnTo>
                  <a:pt x="1316" y="1785"/>
                </a:lnTo>
                <a:lnTo>
                  <a:pt x="1315" y="1785"/>
                </a:lnTo>
                <a:lnTo>
                  <a:pt x="1314" y="1785"/>
                </a:lnTo>
                <a:lnTo>
                  <a:pt x="1313" y="1784"/>
                </a:lnTo>
                <a:lnTo>
                  <a:pt x="1312" y="1784"/>
                </a:lnTo>
                <a:lnTo>
                  <a:pt x="1312" y="1783"/>
                </a:lnTo>
                <a:lnTo>
                  <a:pt x="1312" y="1784"/>
                </a:lnTo>
                <a:lnTo>
                  <a:pt x="1311" y="1784"/>
                </a:lnTo>
                <a:lnTo>
                  <a:pt x="1311" y="1783"/>
                </a:lnTo>
                <a:lnTo>
                  <a:pt x="1310" y="1783"/>
                </a:lnTo>
                <a:lnTo>
                  <a:pt x="1310" y="1784"/>
                </a:lnTo>
                <a:lnTo>
                  <a:pt x="1309" y="1784"/>
                </a:lnTo>
                <a:lnTo>
                  <a:pt x="1308" y="1784"/>
                </a:lnTo>
                <a:lnTo>
                  <a:pt x="1307" y="1784"/>
                </a:lnTo>
                <a:lnTo>
                  <a:pt x="1307" y="1785"/>
                </a:lnTo>
                <a:lnTo>
                  <a:pt x="1306" y="1785"/>
                </a:lnTo>
                <a:lnTo>
                  <a:pt x="1306" y="1786"/>
                </a:lnTo>
                <a:lnTo>
                  <a:pt x="1305" y="1786"/>
                </a:lnTo>
                <a:lnTo>
                  <a:pt x="1305" y="1787"/>
                </a:lnTo>
                <a:lnTo>
                  <a:pt x="1304" y="1787"/>
                </a:lnTo>
                <a:lnTo>
                  <a:pt x="1304" y="1788"/>
                </a:lnTo>
                <a:lnTo>
                  <a:pt x="1303" y="1788"/>
                </a:lnTo>
                <a:lnTo>
                  <a:pt x="1303" y="1787"/>
                </a:lnTo>
                <a:lnTo>
                  <a:pt x="1302" y="1787"/>
                </a:lnTo>
                <a:lnTo>
                  <a:pt x="1301" y="1787"/>
                </a:lnTo>
                <a:lnTo>
                  <a:pt x="1300" y="1787"/>
                </a:lnTo>
                <a:lnTo>
                  <a:pt x="1299" y="1787"/>
                </a:lnTo>
                <a:lnTo>
                  <a:pt x="1298" y="1787"/>
                </a:lnTo>
                <a:lnTo>
                  <a:pt x="1297" y="1787"/>
                </a:lnTo>
                <a:lnTo>
                  <a:pt x="1296" y="1787"/>
                </a:lnTo>
                <a:lnTo>
                  <a:pt x="1296" y="1786"/>
                </a:lnTo>
                <a:lnTo>
                  <a:pt x="1296" y="1787"/>
                </a:lnTo>
                <a:lnTo>
                  <a:pt x="1295" y="1787"/>
                </a:lnTo>
                <a:lnTo>
                  <a:pt x="1294" y="1787"/>
                </a:lnTo>
                <a:lnTo>
                  <a:pt x="1294" y="1786"/>
                </a:lnTo>
                <a:lnTo>
                  <a:pt x="1293" y="1786"/>
                </a:lnTo>
                <a:lnTo>
                  <a:pt x="1292" y="1786"/>
                </a:lnTo>
                <a:lnTo>
                  <a:pt x="1292" y="1785"/>
                </a:lnTo>
                <a:lnTo>
                  <a:pt x="1291" y="1785"/>
                </a:lnTo>
                <a:lnTo>
                  <a:pt x="1291" y="1784"/>
                </a:lnTo>
                <a:lnTo>
                  <a:pt x="1291" y="1783"/>
                </a:lnTo>
                <a:lnTo>
                  <a:pt x="1290" y="1783"/>
                </a:lnTo>
                <a:lnTo>
                  <a:pt x="1289" y="1783"/>
                </a:lnTo>
                <a:lnTo>
                  <a:pt x="1289" y="1782"/>
                </a:lnTo>
                <a:lnTo>
                  <a:pt x="1288" y="1782"/>
                </a:lnTo>
                <a:lnTo>
                  <a:pt x="1287" y="1782"/>
                </a:lnTo>
                <a:lnTo>
                  <a:pt x="1286" y="1782"/>
                </a:lnTo>
                <a:lnTo>
                  <a:pt x="1287" y="1782"/>
                </a:lnTo>
                <a:lnTo>
                  <a:pt x="1286" y="1782"/>
                </a:lnTo>
                <a:lnTo>
                  <a:pt x="1286" y="1781"/>
                </a:lnTo>
                <a:lnTo>
                  <a:pt x="1285" y="1781"/>
                </a:lnTo>
                <a:lnTo>
                  <a:pt x="1285" y="1780"/>
                </a:lnTo>
                <a:lnTo>
                  <a:pt x="1284" y="1780"/>
                </a:lnTo>
                <a:lnTo>
                  <a:pt x="1284" y="1779"/>
                </a:lnTo>
                <a:lnTo>
                  <a:pt x="1284" y="1778"/>
                </a:lnTo>
                <a:lnTo>
                  <a:pt x="1284" y="1777"/>
                </a:lnTo>
                <a:lnTo>
                  <a:pt x="1284" y="1776"/>
                </a:lnTo>
                <a:lnTo>
                  <a:pt x="1284" y="1775"/>
                </a:lnTo>
                <a:lnTo>
                  <a:pt x="1285" y="1775"/>
                </a:lnTo>
                <a:lnTo>
                  <a:pt x="1285" y="1774"/>
                </a:lnTo>
                <a:lnTo>
                  <a:pt x="1285" y="1773"/>
                </a:lnTo>
                <a:lnTo>
                  <a:pt x="1284" y="1773"/>
                </a:lnTo>
                <a:lnTo>
                  <a:pt x="1284" y="1772"/>
                </a:lnTo>
                <a:lnTo>
                  <a:pt x="1283" y="1772"/>
                </a:lnTo>
                <a:lnTo>
                  <a:pt x="1282" y="1772"/>
                </a:lnTo>
                <a:lnTo>
                  <a:pt x="1282" y="1771"/>
                </a:lnTo>
                <a:lnTo>
                  <a:pt x="1282" y="1770"/>
                </a:lnTo>
                <a:lnTo>
                  <a:pt x="1282" y="1769"/>
                </a:lnTo>
                <a:lnTo>
                  <a:pt x="1281" y="1769"/>
                </a:lnTo>
                <a:lnTo>
                  <a:pt x="1281" y="1768"/>
                </a:lnTo>
                <a:lnTo>
                  <a:pt x="1281" y="1767"/>
                </a:lnTo>
                <a:lnTo>
                  <a:pt x="1281" y="1766"/>
                </a:lnTo>
                <a:lnTo>
                  <a:pt x="1281" y="1765"/>
                </a:lnTo>
                <a:lnTo>
                  <a:pt x="1281" y="1764"/>
                </a:lnTo>
                <a:lnTo>
                  <a:pt x="1280" y="1764"/>
                </a:lnTo>
                <a:lnTo>
                  <a:pt x="1280" y="1763"/>
                </a:lnTo>
                <a:lnTo>
                  <a:pt x="1279" y="1762"/>
                </a:lnTo>
                <a:lnTo>
                  <a:pt x="1278" y="1762"/>
                </a:lnTo>
                <a:lnTo>
                  <a:pt x="1278" y="1761"/>
                </a:lnTo>
                <a:lnTo>
                  <a:pt x="1277" y="1761"/>
                </a:lnTo>
                <a:lnTo>
                  <a:pt x="1277" y="1760"/>
                </a:lnTo>
                <a:lnTo>
                  <a:pt x="1277" y="1759"/>
                </a:lnTo>
                <a:lnTo>
                  <a:pt x="1276" y="1759"/>
                </a:lnTo>
                <a:lnTo>
                  <a:pt x="1276" y="1758"/>
                </a:lnTo>
                <a:lnTo>
                  <a:pt x="1276" y="1757"/>
                </a:lnTo>
                <a:lnTo>
                  <a:pt x="1276" y="1756"/>
                </a:lnTo>
                <a:lnTo>
                  <a:pt x="1275" y="1756"/>
                </a:lnTo>
                <a:lnTo>
                  <a:pt x="1274" y="1756"/>
                </a:lnTo>
                <a:lnTo>
                  <a:pt x="1273" y="1756"/>
                </a:lnTo>
                <a:lnTo>
                  <a:pt x="1272" y="1756"/>
                </a:lnTo>
                <a:lnTo>
                  <a:pt x="1272" y="1755"/>
                </a:lnTo>
                <a:lnTo>
                  <a:pt x="1272" y="1754"/>
                </a:lnTo>
                <a:lnTo>
                  <a:pt x="1271" y="1754"/>
                </a:lnTo>
                <a:lnTo>
                  <a:pt x="1270" y="1754"/>
                </a:lnTo>
                <a:lnTo>
                  <a:pt x="1269" y="1754"/>
                </a:lnTo>
                <a:lnTo>
                  <a:pt x="1268" y="1754"/>
                </a:lnTo>
                <a:lnTo>
                  <a:pt x="1267" y="1754"/>
                </a:lnTo>
                <a:lnTo>
                  <a:pt x="1266" y="1754"/>
                </a:lnTo>
                <a:lnTo>
                  <a:pt x="1265" y="1754"/>
                </a:lnTo>
                <a:lnTo>
                  <a:pt x="1264" y="1754"/>
                </a:lnTo>
                <a:lnTo>
                  <a:pt x="1264" y="1753"/>
                </a:lnTo>
                <a:lnTo>
                  <a:pt x="1263" y="1753"/>
                </a:lnTo>
                <a:lnTo>
                  <a:pt x="1262" y="1753"/>
                </a:lnTo>
                <a:lnTo>
                  <a:pt x="1262" y="1752"/>
                </a:lnTo>
                <a:lnTo>
                  <a:pt x="1261" y="1752"/>
                </a:lnTo>
                <a:lnTo>
                  <a:pt x="1260" y="1752"/>
                </a:lnTo>
                <a:lnTo>
                  <a:pt x="1259" y="1752"/>
                </a:lnTo>
                <a:lnTo>
                  <a:pt x="1259" y="1751"/>
                </a:lnTo>
                <a:lnTo>
                  <a:pt x="1258" y="1751"/>
                </a:lnTo>
                <a:lnTo>
                  <a:pt x="1258" y="1750"/>
                </a:lnTo>
                <a:lnTo>
                  <a:pt x="1257" y="1750"/>
                </a:lnTo>
                <a:lnTo>
                  <a:pt x="1257" y="1749"/>
                </a:lnTo>
                <a:lnTo>
                  <a:pt x="1257" y="1748"/>
                </a:lnTo>
                <a:lnTo>
                  <a:pt x="1258" y="1748"/>
                </a:lnTo>
                <a:lnTo>
                  <a:pt x="1258" y="1747"/>
                </a:lnTo>
                <a:lnTo>
                  <a:pt x="1257" y="1746"/>
                </a:lnTo>
                <a:lnTo>
                  <a:pt x="1257" y="1745"/>
                </a:lnTo>
                <a:lnTo>
                  <a:pt x="1256" y="1745"/>
                </a:lnTo>
                <a:lnTo>
                  <a:pt x="1256" y="1744"/>
                </a:lnTo>
                <a:lnTo>
                  <a:pt x="1255" y="1744"/>
                </a:lnTo>
                <a:lnTo>
                  <a:pt x="1254" y="1744"/>
                </a:lnTo>
                <a:lnTo>
                  <a:pt x="1254" y="1743"/>
                </a:lnTo>
                <a:lnTo>
                  <a:pt x="1253" y="1743"/>
                </a:lnTo>
                <a:lnTo>
                  <a:pt x="1252" y="1743"/>
                </a:lnTo>
                <a:lnTo>
                  <a:pt x="1252" y="1742"/>
                </a:lnTo>
                <a:lnTo>
                  <a:pt x="1251" y="1742"/>
                </a:lnTo>
                <a:lnTo>
                  <a:pt x="1251" y="1741"/>
                </a:lnTo>
                <a:lnTo>
                  <a:pt x="1250" y="1741"/>
                </a:lnTo>
                <a:lnTo>
                  <a:pt x="1250" y="1740"/>
                </a:lnTo>
                <a:lnTo>
                  <a:pt x="1249" y="1740"/>
                </a:lnTo>
                <a:lnTo>
                  <a:pt x="1249" y="1739"/>
                </a:lnTo>
                <a:lnTo>
                  <a:pt x="1248" y="1739"/>
                </a:lnTo>
                <a:lnTo>
                  <a:pt x="1248" y="1738"/>
                </a:lnTo>
                <a:lnTo>
                  <a:pt x="1248" y="1737"/>
                </a:lnTo>
                <a:lnTo>
                  <a:pt x="1249" y="1737"/>
                </a:lnTo>
                <a:lnTo>
                  <a:pt x="1249" y="1736"/>
                </a:lnTo>
                <a:lnTo>
                  <a:pt x="1248" y="1736"/>
                </a:lnTo>
                <a:lnTo>
                  <a:pt x="1248" y="1735"/>
                </a:lnTo>
                <a:lnTo>
                  <a:pt x="1247" y="1735"/>
                </a:lnTo>
                <a:lnTo>
                  <a:pt x="1246" y="1735"/>
                </a:lnTo>
                <a:lnTo>
                  <a:pt x="1246" y="1734"/>
                </a:lnTo>
                <a:lnTo>
                  <a:pt x="1245" y="1734"/>
                </a:lnTo>
                <a:lnTo>
                  <a:pt x="1245" y="1735"/>
                </a:lnTo>
                <a:lnTo>
                  <a:pt x="1243" y="1735"/>
                </a:lnTo>
                <a:lnTo>
                  <a:pt x="1243" y="1736"/>
                </a:lnTo>
                <a:lnTo>
                  <a:pt x="1242" y="1736"/>
                </a:lnTo>
                <a:lnTo>
                  <a:pt x="1241" y="1736"/>
                </a:lnTo>
                <a:lnTo>
                  <a:pt x="1240" y="1736"/>
                </a:lnTo>
                <a:lnTo>
                  <a:pt x="1239" y="1736"/>
                </a:lnTo>
                <a:lnTo>
                  <a:pt x="1239" y="1735"/>
                </a:lnTo>
                <a:lnTo>
                  <a:pt x="1238" y="1735"/>
                </a:lnTo>
                <a:lnTo>
                  <a:pt x="1237" y="1735"/>
                </a:lnTo>
                <a:lnTo>
                  <a:pt x="1236" y="1735"/>
                </a:lnTo>
                <a:lnTo>
                  <a:pt x="1236" y="1734"/>
                </a:lnTo>
                <a:lnTo>
                  <a:pt x="1234" y="1734"/>
                </a:lnTo>
                <a:lnTo>
                  <a:pt x="1233" y="1734"/>
                </a:lnTo>
                <a:lnTo>
                  <a:pt x="1233" y="1733"/>
                </a:lnTo>
                <a:lnTo>
                  <a:pt x="1232" y="1733"/>
                </a:lnTo>
                <a:lnTo>
                  <a:pt x="1232" y="1732"/>
                </a:lnTo>
                <a:lnTo>
                  <a:pt x="1231" y="1732"/>
                </a:lnTo>
                <a:lnTo>
                  <a:pt x="1232" y="1732"/>
                </a:lnTo>
                <a:lnTo>
                  <a:pt x="1232" y="1731"/>
                </a:lnTo>
                <a:lnTo>
                  <a:pt x="1231" y="1731"/>
                </a:lnTo>
                <a:lnTo>
                  <a:pt x="1231" y="1730"/>
                </a:lnTo>
                <a:lnTo>
                  <a:pt x="1230" y="1730"/>
                </a:lnTo>
                <a:lnTo>
                  <a:pt x="1229" y="1730"/>
                </a:lnTo>
                <a:lnTo>
                  <a:pt x="1228" y="1730"/>
                </a:lnTo>
                <a:lnTo>
                  <a:pt x="1228" y="1729"/>
                </a:lnTo>
                <a:lnTo>
                  <a:pt x="1227" y="1729"/>
                </a:lnTo>
                <a:lnTo>
                  <a:pt x="1227" y="1728"/>
                </a:lnTo>
                <a:lnTo>
                  <a:pt x="1227" y="1727"/>
                </a:lnTo>
                <a:lnTo>
                  <a:pt x="1227" y="1726"/>
                </a:lnTo>
                <a:lnTo>
                  <a:pt x="1228" y="1726"/>
                </a:lnTo>
                <a:lnTo>
                  <a:pt x="1228" y="1725"/>
                </a:lnTo>
                <a:lnTo>
                  <a:pt x="1228" y="1724"/>
                </a:lnTo>
                <a:lnTo>
                  <a:pt x="1228" y="1723"/>
                </a:lnTo>
                <a:lnTo>
                  <a:pt x="1229" y="1723"/>
                </a:lnTo>
                <a:lnTo>
                  <a:pt x="1230" y="1723"/>
                </a:lnTo>
                <a:lnTo>
                  <a:pt x="1230" y="1722"/>
                </a:lnTo>
                <a:lnTo>
                  <a:pt x="1231" y="1722"/>
                </a:lnTo>
                <a:lnTo>
                  <a:pt x="1230" y="1722"/>
                </a:lnTo>
                <a:lnTo>
                  <a:pt x="1230" y="1721"/>
                </a:lnTo>
                <a:lnTo>
                  <a:pt x="1229" y="1721"/>
                </a:lnTo>
                <a:lnTo>
                  <a:pt x="1228" y="1720"/>
                </a:lnTo>
                <a:lnTo>
                  <a:pt x="1228" y="1719"/>
                </a:lnTo>
                <a:lnTo>
                  <a:pt x="1228" y="1718"/>
                </a:lnTo>
                <a:lnTo>
                  <a:pt x="1228" y="1717"/>
                </a:lnTo>
                <a:lnTo>
                  <a:pt x="1227" y="1716"/>
                </a:lnTo>
                <a:lnTo>
                  <a:pt x="1227" y="1715"/>
                </a:lnTo>
                <a:lnTo>
                  <a:pt x="1226" y="1715"/>
                </a:lnTo>
                <a:lnTo>
                  <a:pt x="1225" y="1715"/>
                </a:lnTo>
                <a:lnTo>
                  <a:pt x="1224" y="1714"/>
                </a:lnTo>
                <a:lnTo>
                  <a:pt x="1223" y="1714"/>
                </a:lnTo>
                <a:lnTo>
                  <a:pt x="1222" y="1714"/>
                </a:lnTo>
                <a:lnTo>
                  <a:pt x="1221" y="1714"/>
                </a:lnTo>
                <a:lnTo>
                  <a:pt x="1221" y="1713"/>
                </a:lnTo>
                <a:lnTo>
                  <a:pt x="1220" y="1713"/>
                </a:lnTo>
                <a:lnTo>
                  <a:pt x="1219" y="1713"/>
                </a:lnTo>
                <a:lnTo>
                  <a:pt x="1218" y="1713"/>
                </a:lnTo>
                <a:lnTo>
                  <a:pt x="1217" y="1713"/>
                </a:lnTo>
                <a:lnTo>
                  <a:pt x="1215" y="1713"/>
                </a:lnTo>
                <a:lnTo>
                  <a:pt x="1215" y="1714"/>
                </a:lnTo>
                <a:lnTo>
                  <a:pt x="1214" y="1714"/>
                </a:lnTo>
                <a:lnTo>
                  <a:pt x="1213" y="1714"/>
                </a:lnTo>
                <a:lnTo>
                  <a:pt x="1213" y="1715"/>
                </a:lnTo>
                <a:lnTo>
                  <a:pt x="1213" y="1716"/>
                </a:lnTo>
                <a:lnTo>
                  <a:pt x="1212" y="1716"/>
                </a:lnTo>
                <a:lnTo>
                  <a:pt x="1212" y="1717"/>
                </a:lnTo>
                <a:lnTo>
                  <a:pt x="1211" y="1718"/>
                </a:lnTo>
                <a:lnTo>
                  <a:pt x="1208" y="1718"/>
                </a:lnTo>
                <a:lnTo>
                  <a:pt x="1208" y="1719"/>
                </a:lnTo>
                <a:lnTo>
                  <a:pt x="1207" y="1719"/>
                </a:lnTo>
                <a:lnTo>
                  <a:pt x="1207" y="1718"/>
                </a:lnTo>
                <a:lnTo>
                  <a:pt x="1206" y="1718"/>
                </a:lnTo>
                <a:lnTo>
                  <a:pt x="1206" y="1717"/>
                </a:lnTo>
                <a:lnTo>
                  <a:pt x="1204" y="1717"/>
                </a:lnTo>
                <a:lnTo>
                  <a:pt x="1203" y="1717"/>
                </a:lnTo>
                <a:lnTo>
                  <a:pt x="1203" y="1716"/>
                </a:lnTo>
                <a:lnTo>
                  <a:pt x="1203" y="1714"/>
                </a:lnTo>
                <a:lnTo>
                  <a:pt x="1204" y="1714"/>
                </a:lnTo>
                <a:lnTo>
                  <a:pt x="1204" y="1713"/>
                </a:lnTo>
                <a:lnTo>
                  <a:pt x="1204" y="1712"/>
                </a:lnTo>
                <a:lnTo>
                  <a:pt x="1203" y="1712"/>
                </a:lnTo>
                <a:lnTo>
                  <a:pt x="1203" y="1711"/>
                </a:lnTo>
                <a:lnTo>
                  <a:pt x="1202" y="1711"/>
                </a:lnTo>
                <a:lnTo>
                  <a:pt x="1202" y="1710"/>
                </a:lnTo>
                <a:lnTo>
                  <a:pt x="1201" y="1710"/>
                </a:lnTo>
                <a:lnTo>
                  <a:pt x="1201" y="1709"/>
                </a:lnTo>
                <a:lnTo>
                  <a:pt x="1200" y="1709"/>
                </a:lnTo>
                <a:lnTo>
                  <a:pt x="1199" y="1709"/>
                </a:lnTo>
                <a:lnTo>
                  <a:pt x="1199" y="1708"/>
                </a:lnTo>
                <a:lnTo>
                  <a:pt x="1198" y="1708"/>
                </a:lnTo>
                <a:lnTo>
                  <a:pt x="1197" y="1708"/>
                </a:lnTo>
                <a:lnTo>
                  <a:pt x="1197" y="1709"/>
                </a:lnTo>
                <a:lnTo>
                  <a:pt x="1196" y="1709"/>
                </a:lnTo>
                <a:lnTo>
                  <a:pt x="1196" y="1710"/>
                </a:lnTo>
                <a:lnTo>
                  <a:pt x="1196" y="1711"/>
                </a:lnTo>
                <a:lnTo>
                  <a:pt x="1196" y="1712"/>
                </a:lnTo>
                <a:lnTo>
                  <a:pt x="1196" y="1713"/>
                </a:lnTo>
                <a:lnTo>
                  <a:pt x="1195" y="1713"/>
                </a:lnTo>
                <a:lnTo>
                  <a:pt x="1195" y="1714"/>
                </a:lnTo>
                <a:lnTo>
                  <a:pt x="1194" y="1714"/>
                </a:lnTo>
                <a:lnTo>
                  <a:pt x="1194" y="1715"/>
                </a:lnTo>
                <a:lnTo>
                  <a:pt x="1195" y="1715"/>
                </a:lnTo>
                <a:lnTo>
                  <a:pt x="1195" y="1716"/>
                </a:lnTo>
                <a:lnTo>
                  <a:pt x="1196" y="1716"/>
                </a:lnTo>
                <a:lnTo>
                  <a:pt x="1195" y="1716"/>
                </a:lnTo>
                <a:lnTo>
                  <a:pt x="1195" y="1717"/>
                </a:lnTo>
                <a:lnTo>
                  <a:pt x="1194" y="1717"/>
                </a:lnTo>
                <a:lnTo>
                  <a:pt x="1194" y="1718"/>
                </a:lnTo>
                <a:lnTo>
                  <a:pt x="1193" y="1718"/>
                </a:lnTo>
                <a:lnTo>
                  <a:pt x="1193" y="1719"/>
                </a:lnTo>
                <a:lnTo>
                  <a:pt x="1192" y="1719"/>
                </a:lnTo>
                <a:lnTo>
                  <a:pt x="1192" y="1720"/>
                </a:lnTo>
                <a:lnTo>
                  <a:pt x="1191" y="1720"/>
                </a:lnTo>
                <a:lnTo>
                  <a:pt x="1191" y="1719"/>
                </a:lnTo>
                <a:lnTo>
                  <a:pt x="1190" y="1719"/>
                </a:lnTo>
                <a:lnTo>
                  <a:pt x="1189" y="1719"/>
                </a:lnTo>
                <a:lnTo>
                  <a:pt x="1189" y="1720"/>
                </a:lnTo>
                <a:lnTo>
                  <a:pt x="1189" y="1721"/>
                </a:lnTo>
                <a:lnTo>
                  <a:pt x="1188" y="1721"/>
                </a:lnTo>
                <a:lnTo>
                  <a:pt x="1189" y="1721"/>
                </a:lnTo>
                <a:lnTo>
                  <a:pt x="1189" y="1722"/>
                </a:lnTo>
                <a:lnTo>
                  <a:pt x="1188" y="1722"/>
                </a:lnTo>
                <a:lnTo>
                  <a:pt x="1188" y="1723"/>
                </a:lnTo>
                <a:lnTo>
                  <a:pt x="1188" y="1724"/>
                </a:lnTo>
                <a:lnTo>
                  <a:pt x="1187" y="1724"/>
                </a:lnTo>
                <a:lnTo>
                  <a:pt x="1187" y="1725"/>
                </a:lnTo>
                <a:lnTo>
                  <a:pt x="1186" y="1725"/>
                </a:lnTo>
                <a:lnTo>
                  <a:pt x="1186" y="1726"/>
                </a:lnTo>
                <a:lnTo>
                  <a:pt x="1185" y="1726"/>
                </a:lnTo>
                <a:lnTo>
                  <a:pt x="1185" y="1727"/>
                </a:lnTo>
                <a:lnTo>
                  <a:pt x="1185" y="1728"/>
                </a:lnTo>
                <a:lnTo>
                  <a:pt x="1184" y="1728"/>
                </a:lnTo>
                <a:lnTo>
                  <a:pt x="1184" y="1729"/>
                </a:lnTo>
                <a:lnTo>
                  <a:pt x="1184" y="1730"/>
                </a:lnTo>
                <a:lnTo>
                  <a:pt x="1184" y="1731"/>
                </a:lnTo>
                <a:lnTo>
                  <a:pt x="1183" y="1731"/>
                </a:lnTo>
                <a:lnTo>
                  <a:pt x="1183" y="1732"/>
                </a:lnTo>
                <a:lnTo>
                  <a:pt x="1183" y="1733"/>
                </a:lnTo>
                <a:lnTo>
                  <a:pt x="1183" y="1734"/>
                </a:lnTo>
                <a:lnTo>
                  <a:pt x="1184" y="1734"/>
                </a:lnTo>
                <a:lnTo>
                  <a:pt x="1183" y="1734"/>
                </a:lnTo>
                <a:lnTo>
                  <a:pt x="1183" y="1735"/>
                </a:lnTo>
                <a:lnTo>
                  <a:pt x="1182" y="1735"/>
                </a:lnTo>
                <a:lnTo>
                  <a:pt x="1182" y="1736"/>
                </a:lnTo>
                <a:lnTo>
                  <a:pt x="1182" y="1737"/>
                </a:lnTo>
                <a:lnTo>
                  <a:pt x="1182" y="1738"/>
                </a:lnTo>
                <a:lnTo>
                  <a:pt x="1182" y="1737"/>
                </a:lnTo>
                <a:lnTo>
                  <a:pt x="1181" y="1737"/>
                </a:lnTo>
                <a:lnTo>
                  <a:pt x="1180" y="1737"/>
                </a:lnTo>
                <a:lnTo>
                  <a:pt x="1179" y="1737"/>
                </a:lnTo>
                <a:lnTo>
                  <a:pt x="1178" y="1737"/>
                </a:lnTo>
                <a:lnTo>
                  <a:pt x="1178" y="1738"/>
                </a:lnTo>
                <a:lnTo>
                  <a:pt x="1177" y="1738"/>
                </a:lnTo>
                <a:lnTo>
                  <a:pt x="1176" y="1738"/>
                </a:lnTo>
                <a:lnTo>
                  <a:pt x="1175" y="1738"/>
                </a:lnTo>
                <a:lnTo>
                  <a:pt x="1174" y="1738"/>
                </a:lnTo>
                <a:lnTo>
                  <a:pt x="1173" y="1738"/>
                </a:lnTo>
                <a:lnTo>
                  <a:pt x="1173" y="1739"/>
                </a:lnTo>
                <a:lnTo>
                  <a:pt x="1173" y="1740"/>
                </a:lnTo>
                <a:lnTo>
                  <a:pt x="1173" y="1741"/>
                </a:lnTo>
                <a:lnTo>
                  <a:pt x="1173" y="1742"/>
                </a:lnTo>
                <a:lnTo>
                  <a:pt x="1172" y="1742"/>
                </a:lnTo>
                <a:lnTo>
                  <a:pt x="1171" y="1742"/>
                </a:lnTo>
                <a:lnTo>
                  <a:pt x="1171" y="1743"/>
                </a:lnTo>
                <a:lnTo>
                  <a:pt x="1170" y="1743"/>
                </a:lnTo>
                <a:lnTo>
                  <a:pt x="1170" y="1744"/>
                </a:lnTo>
                <a:lnTo>
                  <a:pt x="1169" y="1744"/>
                </a:lnTo>
                <a:lnTo>
                  <a:pt x="1168" y="1744"/>
                </a:lnTo>
                <a:lnTo>
                  <a:pt x="1168" y="1745"/>
                </a:lnTo>
                <a:lnTo>
                  <a:pt x="1167" y="1745"/>
                </a:lnTo>
                <a:lnTo>
                  <a:pt x="1166" y="1745"/>
                </a:lnTo>
                <a:lnTo>
                  <a:pt x="1166" y="1744"/>
                </a:lnTo>
                <a:lnTo>
                  <a:pt x="1165" y="1744"/>
                </a:lnTo>
                <a:lnTo>
                  <a:pt x="1164" y="1744"/>
                </a:lnTo>
                <a:lnTo>
                  <a:pt x="1162" y="1744"/>
                </a:lnTo>
                <a:lnTo>
                  <a:pt x="1162" y="1743"/>
                </a:lnTo>
                <a:lnTo>
                  <a:pt x="1161" y="1743"/>
                </a:lnTo>
                <a:lnTo>
                  <a:pt x="1161" y="1742"/>
                </a:lnTo>
                <a:lnTo>
                  <a:pt x="1161" y="1741"/>
                </a:lnTo>
                <a:lnTo>
                  <a:pt x="1160" y="1740"/>
                </a:lnTo>
                <a:lnTo>
                  <a:pt x="1159" y="1740"/>
                </a:lnTo>
                <a:lnTo>
                  <a:pt x="1159" y="1739"/>
                </a:lnTo>
                <a:lnTo>
                  <a:pt x="1159" y="1738"/>
                </a:lnTo>
                <a:lnTo>
                  <a:pt x="1158" y="1738"/>
                </a:lnTo>
                <a:lnTo>
                  <a:pt x="1158" y="1737"/>
                </a:lnTo>
                <a:lnTo>
                  <a:pt x="1157" y="1737"/>
                </a:lnTo>
                <a:lnTo>
                  <a:pt x="1157" y="1736"/>
                </a:lnTo>
                <a:lnTo>
                  <a:pt x="1156" y="1736"/>
                </a:lnTo>
                <a:lnTo>
                  <a:pt x="1155" y="1736"/>
                </a:lnTo>
                <a:lnTo>
                  <a:pt x="1154" y="1736"/>
                </a:lnTo>
                <a:lnTo>
                  <a:pt x="1154" y="1735"/>
                </a:lnTo>
                <a:lnTo>
                  <a:pt x="1153" y="1735"/>
                </a:lnTo>
                <a:lnTo>
                  <a:pt x="1153" y="1736"/>
                </a:lnTo>
                <a:lnTo>
                  <a:pt x="1152" y="1736"/>
                </a:lnTo>
                <a:lnTo>
                  <a:pt x="1152" y="1735"/>
                </a:lnTo>
                <a:lnTo>
                  <a:pt x="1151" y="1735"/>
                </a:lnTo>
                <a:lnTo>
                  <a:pt x="1151" y="1734"/>
                </a:lnTo>
                <a:lnTo>
                  <a:pt x="1151" y="1733"/>
                </a:lnTo>
                <a:lnTo>
                  <a:pt x="1150" y="1733"/>
                </a:lnTo>
                <a:lnTo>
                  <a:pt x="1151" y="1733"/>
                </a:lnTo>
                <a:lnTo>
                  <a:pt x="1151" y="1732"/>
                </a:lnTo>
                <a:lnTo>
                  <a:pt x="1151" y="1731"/>
                </a:lnTo>
                <a:lnTo>
                  <a:pt x="1151" y="1730"/>
                </a:lnTo>
                <a:lnTo>
                  <a:pt x="1150" y="1730"/>
                </a:lnTo>
                <a:lnTo>
                  <a:pt x="1150" y="1731"/>
                </a:lnTo>
                <a:lnTo>
                  <a:pt x="1149" y="1731"/>
                </a:lnTo>
                <a:lnTo>
                  <a:pt x="1148" y="1732"/>
                </a:lnTo>
                <a:lnTo>
                  <a:pt x="1148" y="1733"/>
                </a:lnTo>
                <a:lnTo>
                  <a:pt x="1147" y="1733"/>
                </a:lnTo>
                <a:lnTo>
                  <a:pt x="1146" y="1733"/>
                </a:lnTo>
                <a:lnTo>
                  <a:pt x="1146" y="1732"/>
                </a:lnTo>
                <a:lnTo>
                  <a:pt x="1146" y="1731"/>
                </a:lnTo>
                <a:lnTo>
                  <a:pt x="1145" y="1731"/>
                </a:lnTo>
                <a:lnTo>
                  <a:pt x="1145" y="1730"/>
                </a:lnTo>
                <a:lnTo>
                  <a:pt x="1144" y="1730"/>
                </a:lnTo>
                <a:lnTo>
                  <a:pt x="1144" y="1729"/>
                </a:lnTo>
                <a:lnTo>
                  <a:pt x="1145" y="1729"/>
                </a:lnTo>
                <a:lnTo>
                  <a:pt x="1145" y="1728"/>
                </a:lnTo>
                <a:lnTo>
                  <a:pt x="1144" y="1728"/>
                </a:lnTo>
                <a:lnTo>
                  <a:pt x="1144" y="1727"/>
                </a:lnTo>
                <a:lnTo>
                  <a:pt x="1144" y="1726"/>
                </a:lnTo>
                <a:lnTo>
                  <a:pt x="1143" y="1726"/>
                </a:lnTo>
                <a:lnTo>
                  <a:pt x="1142" y="1726"/>
                </a:lnTo>
                <a:lnTo>
                  <a:pt x="1141" y="1726"/>
                </a:lnTo>
                <a:lnTo>
                  <a:pt x="1141" y="1725"/>
                </a:lnTo>
                <a:lnTo>
                  <a:pt x="1140" y="1725"/>
                </a:lnTo>
                <a:lnTo>
                  <a:pt x="1139" y="1725"/>
                </a:lnTo>
                <a:lnTo>
                  <a:pt x="1137" y="1725"/>
                </a:lnTo>
                <a:lnTo>
                  <a:pt x="1136" y="1725"/>
                </a:lnTo>
                <a:lnTo>
                  <a:pt x="1135" y="1725"/>
                </a:lnTo>
                <a:lnTo>
                  <a:pt x="1134" y="1725"/>
                </a:lnTo>
                <a:lnTo>
                  <a:pt x="1133" y="1725"/>
                </a:lnTo>
                <a:lnTo>
                  <a:pt x="1133" y="1724"/>
                </a:lnTo>
                <a:lnTo>
                  <a:pt x="1132" y="1724"/>
                </a:lnTo>
                <a:lnTo>
                  <a:pt x="1132" y="1723"/>
                </a:lnTo>
                <a:lnTo>
                  <a:pt x="1132" y="1722"/>
                </a:lnTo>
                <a:lnTo>
                  <a:pt x="1132" y="1721"/>
                </a:lnTo>
                <a:lnTo>
                  <a:pt x="1132" y="1720"/>
                </a:lnTo>
                <a:lnTo>
                  <a:pt x="1132" y="1719"/>
                </a:lnTo>
                <a:lnTo>
                  <a:pt x="1132" y="1718"/>
                </a:lnTo>
                <a:lnTo>
                  <a:pt x="1132" y="1716"/>
                </a:lnTo>
                <a:lnTo>
                  <a:pt x="1133" y="1716"/>
                </a:lnTo>
                <a:lnTo>
                  <a:pt x="1133" y="1715"/>
                </a:lnTo>
                <a:lnTo>
                  <a:pt x="1133" y="1714"/>
                </a:lnTo>
                <a:lnTo>
                  <a:pt x="1134" y="1713"/>
                </a:lnTo>
                <a:lnTo>
                  <a:pt x="1134" y="1712"/>
                </a:lnTo>
                <a:lnTo>
                  <a:pt x="1133" y="1712"/>
                </a:lnTo>
                <a:lnTo>
                  <a:pt x="1133" y="1711"/>
                </a:lnTo>
                <a:lnTo>
                  <a:pt x="1133" y="1710"/>
                </a:lnTo>
                <a:lnTo>
                  <a:pt x="1133" y="1709"/>
                </a:lnTo>
                <a:lnTo>
                  <a:pt x="1133" y="1708"/>
                </a:lnTo>
                <a:lnTo>
                  <a:pt x="1133" y="1707"/>
                </a:lnTo>
                <a:lnTo>
                  <a:pt x="1133" y="1706"/>
                </a:lnTo>
                <a:lnTo>
                  <a:pt x="1133" y="1705"/>
                </a:lnTo>
                <a:lnTo>
                  <a:pt x="1133" y="1704"/>
                </a:lnTo>
                <a:lnTo>
                  <a:pt x="1133" y="1703"/>
                </a:lnTo>
                <a:lnTo>
                  <a:pt x="1132" y="1703"/>
                </a:lnTo>
                <a:lnTo>
                  <a:pt x="1132" y="1702"/>
                </a:lnTo>
                <a:lnTo>
                  <a:pt x="1132" y="1701"/>
                </a:lnTo>
                <a:lnTo>
                  <a:pt x="1133" y="1701"/>
                </a:lnTo>
                <a:lnTo>
                  <a:pt x="1133" y="1700"/>
                </a:lnTo>
                <a:lnTo>
                  <a:pt x="1133" y="1699"/>
                </a:lnTo>
                <a:lnTo>
                  <a:pt x="1134" y="1699"/>
                </a:lnTo>
                <a:lnTo>
                  <a:pt x="1134" y="1700"/>
                </a:lnTo>
                <a:lnTo>
                  <a:pt x="1135" y="1700"/>
                </a:lnTo>
                <a:lnTo>
                  <a:pt x="1136" y="1700"/>
                </a:lnTo>
                <a:lnTo>
                  <a:pt x="1136" y="1699"/>
                </a:lnTo>
                <a:lnTo>
                  <a:pt x="1136" y="1698"/>
                </a:lnTo>
                <a:lnTo>
                  <a:pt x="1136" y="1697"/>
                </a:lnTo>
                <a:lnTo>
                  <a:pt x="1136" y="1696"/>
                </a:lnTo>
                <a:lnTo>
                  <a:pt x="1136" y="1695"/>
                </a:lnTo>
                <a:lnTo>
                  <a:pt x="1135" y="1695"/>
                </a:lnTo>
                <a:lnTo>
                  <a:pt x="1135" y="1694"/>
                </a:lnTo>
                <a:lnTo>
                  <a:pt x="1135" y="1693"/>
                </a:lnTo>
                <a:lnTo>
                  <a:pt x="1135" y="1692"/>
                </a:lnTo>
                <a:lnTo>
                  <a:pt x="1134" y="1692"/>
                </a:lnTo>
                <a:lnTo>
                  <a:pt x="1134" y="1691"/>
                </a:lnTo>
                <a:lnTo>
                  <a:pt x="1133" y="1691"/>
                </a:lnTo>
                <a:lnTo>
                  <a:pt x="1133" y="1690"/>
                </a:lnTo>
                <a:lnTo>
                  <a:pt x="1133" y="1687"/>
                </a:lnTo>
                <a:lnTo>
                  <a:pt x="1134" y="1687"/>
                </a:lnTo>
                <a:lnTo>
                  <a:pt x="1134" y="1686"/>
                </a:lnTo>
                <a:lnTo>
                  <a:pt x="1133" y="1686"/>
                </a:lnTo>
                <a:lnTo>
                  <a:pt x="1133" y="1685"/>
                </a:lnTo>
                <a:lnTo>
                  <a:pt x="1133" y="1684"/>
                </a:lnTo>
                <a:lnTo>
                  <a:pt x="1133" y="1683"/>
                </a:lnTo>
                <a:lnTo>
                  <a:pt x="1132" y="1683"/>
                </a:lnTo>
                <a:lnTo>
                  <a:pt x="1131" y="1683"/>
                </a:lnTo>
                <a:lnTo>
                  <a:pt x="1130" y="1683"/>
                </a:lnTo>
                <a:lnTo>
                  <a:pt x="1130" y="1684"/>
                </a:lnTo>
                <a:lnTo>
                  <a:pt x="1130" y="1686"/>
                </a:lnTo>
                <a:lnTo>
                  <a:pt x="1130" y="1687"/>
                </a:lnTo>
                <a:lnTo>
                  <a:pt x="1130" y="1688"/>
                </a:lnTo>
                <a:lnTo>
                  <a:pt x="1130" y="1689"/>
                </a:lnTo>
                <a:lnTo>
                  <a:pt x="1129" y="1689"/>
                </a:lnTo>
                <a:lnTo>
                  <a:pt x="1128" y="1689"/>
                </a:lnTo>
                <a:lnTo>
                  <a:pt x="1127" y="1689"/>
                </a:lnTo>
                <a:lnTo>
                  <a:pt x="1126" y="1689"/>
                </a:lnTo>
                <a:lnTo>
                  <a:pt x="1126" y="1690"/>
                </a:lnTo>
                <a:lnTo>
                  <a:pt x="1125" y="1690"/>
                </a:lnTo>
                <a:lnTo>
                  <a:pt x="1124" y="1690"/>
                </a:lnTo>
                <a:lnTo>
                  <a:pt x="1124" y="1691"/>
                </a:lnTo>
                <a:lnTo>
                  <a:pt x="1123" y="1691"/>
                </a:lnTo>
                <a:lnTo>
                  <a:pt x="1123" y="1692"/>
                </a:lnTo>
                <a:lnTo>
                  <a:pt x="1122" y="1692"/>
                </a:lnTo>
                <a:lnTo>
                  <a:pt x="1122" y="1693"/>
                </a:lnTo>
                <a:lnTo>
                  <a:pt x="1122" y="1692"/>
                </a:lnTo>
                <a:lnTo>
                  <a:pt x="1121" y="1692"/>
                </a:lnTo>
                <a:lnTo>
                  <a:pt x="1121" y="1693"/>
                </a:lnTo>
                <a:lnTo>
                  <a:pt x="1121" y="1694"/>
                </a:lnTo>
                <a:lnTo>
                  <a:pt x="1120" y="1694"/>
                </a:lnTo>
                <a:lnTo>
                  <a:pt x="1121" y="1694"/>
                </a:lnTo>
                <a:lnTo>
                  <a:pt x="1121" y="1695"/>
                </a:lnTo>
                <a:lnTo>
                  <a:pt x="1120" y="1695"/>
                </a:lnTo>
                <a:lnTo>
                  <a:pt x="1120" y="1696"/>
                </a:lnTo>
                <a:lnTo>
                  <a:pt x="1119" y="1696"/>
                </a:lnTo>
                <a:lnTo>
                  <a:pt x="1119" y="1697"/>
                </a:lnTo>
                <a:lnTo>
                  <a:pt x="1118" y="1697"/>
                </a:lnTo>
                <a:lnTo>
                  <a:pt x="1117" y="1697"/>
                </a:lnTo>
                <a:lnTo>
                  <a:pt x="1116" y="1697"/>
                </a:lnTo>
                <a:lnTo>
                  <a:pt x="1116" y="1696"/>
                </a:lnTo>
                <a:lnTo>
                  <a:pt x="1115" y="1696"/>
                </a:lnTo>
                <a:lnTo>
                  <a:pt x="1114" y="1696"/>
                </a:lnTo>
                <a:lnTo>
                  <a:pt x="1114" y="1695"/>
                </a:lnTo>
                <a:lnTo>
                  <a:pt x="1113" y="1695"/>
                </a:lnTo>
                <a:lnTo>
                  <a:pt x="1113" y="1696"/>
                </a:lnTo>
                <a:lnTo>
                  <a:pt x="1112" y="1696"/>
                </a:lnTo>
                <a:lnTo>
                  <a:pt x="1111" y="1696"/>
                </a:lnTo>
                <a:lnTo>
                  <a:pt x="1111" y="1697"/>
                </a:lnTo>
                <a:lnTo>
                  <a:pt x="1111" y="1698"/>
                </a:lnTo>
                <a:lnTo>
                  <a:pt x="1111" y="1699"/>
                </a:lnTo>
                <a:lnTo>
                  <a:pt x="1111" y="1700"/>
                </a:lnTo>
                <a:lnTo>
                  <a:pt x="1112" y="1700"/>
                </a:lnTo>
                <a:lnTo>
                  <a:pt x="1112" y="1701"/>
                </a:lnTo>
                <a:lnTo>
                  <a:pt x="1112" y="1702"/>
                </a:lnTo>
                <a:lnTo>
                  <a:pt x="1112" y="1703"/>
                </a:lnTo>
                <a:lnTo>
                  <a:pt x="1111" y="1703"/>
                </a:lnTo>
                <a:lnTo>
                  <a:pt x="1111" y="1704"/>
                </a:lnTo>
                <a:lnTo>
                  <a:pt x="1110" y="1704"/>
                </a:lnTo>
                <a:lnTo>
                  <a:pt x="1110" y="1705"/>
                </a:lnTo>
                <a:lnTo>
                  <a:pt x="1110" y="1706"/>
                </a:lnTo>
                <a:lnTo>
                  <a:pt x="1110" y="1707"/>
                </a:lnTo>
                <a:lnTo>
                  <a:pt x="1110" y="1708"/>
                </a:lnTo>
                <a:lnTo>
                  <a:pt x="1110" y="1709"/>
                </a:lnTo>
                <a:lnTo>
                  <a:pt x="1109" y="1709"/>
                </a:lnTo>
                <a:lnTo>
                  <a:pt x="1108" y="1709"/>
                </a:lnTo>
                <a:lnTo>
                  <a:pt x="1108" y="1710"/>
                </a:lnTo>
                <a:lnTo>
                  <a:pt x="1108" y="1711"/>
                </a:lnTo>
                <a:lnTo>
                  <a:pt x="1108" y="1712"/>
                </a:lnTo>
                <a:lnTo>
                  <a:pt x="1109" y="1712"/>
                </a:lnTo>
                <a:lnTo>
                  <a:pt x="1109" y="1713"/>
                </a:lnTo>
                <a:lnTo>
                  <a:pt x="1109" y="1714"/>
                </a:lnTo>
                <a:lnTo>
                  <a:pt x="1109" y="1715"/>
                </a:lnTo>
                <a:lnTo>
                  <a:pt x="1110" y="1715"/>
                </a:lnTo>
                <a:lnTo>
                  <a:pt x="1110" y="1716"/>
                </a:lnTo>
                <a:lnTo>
                  <a:pt x="1110" y="1717"/>
                </a:lnTo>
                <a:lnTo>
                  <a:pt x="1111" y="1717"/>
                </a:lnTo>
                <a:lnTo>
                  <a:pt x="1110" y="1717"/>
                </a:lnTo>
                <a:lnTo>
                  <a:pt x="1110" y="1718"/>
                </a:lnTo>
                <a:lnTo>
                  <a:pt x="1111" y="1718"/>
                </a:lnTo>
                <a:lnTo>
                  <a:pt x="1111" y="1719"/>
                </a:lnTo>
                <a:lnTo>
                  <a:pt x="1111" y="1720"/>
                </a:lnTo>
                <a:lnTo>
                  <a:pt x="1111" y="1721"/>
                </a:lnTo>
                <a:lnTo>
                  <a:pt x="1111" y="1722"/>
                </a:lnTo>
                <a:lnTo>
                  <a:pt x="1111" y="1723"/>
                </a:lnTo>
                <a:lnTo>
                  <a:pt x="1110" y="1723"/>
                </a:lnTo>
                <a:lnTo>
                  <a:pt x="1110" y="1724"/>
                </a:lnTo>
                <a:lnTo>
                  <a:pt x="1111" y="1724"/>
                </a:lnTo>
                <a:lnTo>
                  <a:pt x="1110" y="1724"/>
                </a:lnTo>
                <a:lnTo>
                  <a:pt x="1110" y="1725"/>
                </a:lnTo>
                <a:lnTo>
                  <a:pt x="1111" y="1725"/>
                </a:lnTo>
                <a:lnTo>
                  <a:pt x="1111" y="1726"/>
                </a:lnTo>
                <a:lnTo>
                  <a:pt x="1111" y="1727"/>
                </a:lnTo>
                <a:lnTo>
                  <a:pt x="1112" y="1727"/>
                </a:lnTo>
                <a:lnTo>
                  <a:pt x="1113" y="1727"/>
                </a:lnTo>
                <a:lnTo>
                  <a:pt x="1113" y="1728"/>
                </a:lnTo>
                <a:lnTo>
                  <a:pt x="1113" y="1729"/>
                </a:lnTo>
                <a:lnTo>
                  <a:pt x="1112" y="1729"/>
                </a:lnTo>
                <a:lnTo>
                  <a:pt x="1112" y="1730"/>
                </a:lnTo>
                <a:lnTo>
                  <a:pt x="1111" y="1730"/>
                </a:lnTo>
                <a:lnTo>
                  <a:pt x="1110" y="1730"/>
                </a:lnTo>
                <a:lnTo>
                  <a:pt x="1109" y="1730"/>
                </a:lnTo>
                <a:lnTo>
                  <a:pt x="1108" y="1730"/>
                </a:lnTo>
                <a:lnTo>
                  <a:pt x="1108" y="1731"/>
                </a:lnTo>
                <a:lnTo>
                  <a:pt x="1108" y="1730"/>
                </a:lnTo>
                <a:lnTo>
                  <a:pt x="1107" y="1730"/>
                </a:lnTo>
                <a:lnTo>
                  <a:pt x="1107" y="1731"/>
                </a:lnTo>
                <a:lnTo>
                  <a:pt x="1106" y="1731"/>
                </a:lnTo>
                <a:lnTo>
                  <a:pt x="1105" y="1731"/>
                </a:lnTo>
                <a:lnTo>
                  <a:pt x="1104" y="1731"/>
                </a:lnTo>
                <a:lnTo>
                  <a:pt x="1104" y="1732"/>
                </a:lnTo>
                <a:lnTo>
                  <a:pt x="1103" y="1732"/>
                </a:lnTo>
                <a:lnTo>
                  <a:pt x="1102" y="1732"/>
                </a:lnTo>
                <a:lnTo>
                  <a:pt x="1101" y="1732"/>
                </a:lnTo>
                <a:lnTo>
                  <a:pt x="1102" y="1732"/>
                </a:lnTo>
                <a:lnTo>
                  <a:pt x="1102" y="1733"/>
                </a:lnTo>
                <a:lnTo>
                  <a:pt x="1101" y="1733"/>
                </a:lnTo>
                <a:lnTo>
                  <a:pt x="1101" y="1734"/>
                </a:lnTo>
                <a:lnTo>
                  <a:pt x="1100" y="1734"/>
                </a:lnTo>
                <a:lnTo>
                  <a:pt x="1100" y="1733"/>
                </a:lnTo>
                <a:lnTo>
                  <a:pt x="1099" y="1733"/>
                </a:lnTo>
                <a:lnTo>
                  <a:pt x="1098" y="1733"/>
                </a:lnTo>
                <a:lnTo>
                  <a:pt x="1098" y="1732"/>
                </a:lnTo>
                <a:lnTo>
                  <a:pt x="1097" y="1732"/>
                </a:lnTo>
                <a:lnTo>
                  <a:pt x="1096" y="1732"/>
                </a:lnTo>
                <a:lnTo>
                  <a:pt x="1095" y="1732"/>
                </a:lnTo>
                <a:lnTo>
                  <a:pt x="1095" y="1731"/>
                </a:lnTo>
                <a:lnTo>
                  <a:pt x="1094" y="1731"/>
                </a:lnTo>
                <a:lnTo>
                  <a:pt x="1093" y="1731"/>
                </a:lnTo>
                <a:lnTo>
                  <a:pt x="1093" y="1730"/>
                </a:lnTo>
                <a:lnTo>
                  <a:pt x="1092" y="1730"/>
                </a:lnTo>
                <a:lnTo>
                  <a:pt x="1092" y="1729"/>
                </a:lnTo>
                <a:lnTo>
                  <a:pt x="1091" y="1729"/>
                </a:lnTo>
                <a:lnTo>
                  <a:pt x="1090" y="1729"/>
                </a:lnTo>
                <a:lnTo>
                  <a:pt x="1089" y="1729"/>
                </a:lnTo>
                <a:lnTo>
                  <a:pt x="1089" y="1728"/>
                </a:lnTo>
                <a:lnTo>
                  <a:pt x="1088" y="1728"/>
                </a:lnTo>
                <a:lnTo>
                  <a:pt x="1088" y="1727"/>
                </a:lnTo>
                <a:lnTo>
                  <a:pt x="1087" y="1727"/>
                </a:lnTo>
                <a:lnTo>
                  <a:pt x="1086" y="1726"/>
                </a:lnTo>
                <a:lnTo>
                  <a:pt x="1086" y="1725"/>
                </a:lnTo>
                <a:lnTo>
                  <a:pt x="1085" y="1725"/>
                </a:lnTo>
                <a:lnTo>
                  <a:pt x="1085" y="1724"/>
                </a:lnTo>
                <a:lnTo>
                  <a:pt x="1084" y="1724"/>
                </a:lnTo>
                <a:lnTo>
                  <a:pt x="1084" y="1723"/>
                </a:lnTo>
                <a:lnTo>
                  <a:pt x="1083" y="1723"/>
                </a:lnTo>
                <a:lnTo>
                  <a:pt x="1083" y="1722"/>
                </a:lnTo>
                <a:lnTo>
                  <a:pt x="1082" y="1722"/>
                </a:lnTo>
                <a:lnTo>
                  <a:pt x="1082" y="1721"/>
                </a:lnTo>
                <a:lnTo>
                  <a:pt x="1083" y="1721"/>
                </a:lnTo>
                <a:lnTo>
                  <a:pt x="1083" y="1720"/>
                </a:lnTo>
                <a:lnTo>
                  <a:pt x="1083" y="1719"/>
                </a:lnTo>
                <a:lnTo>
                  <a:pt x="1084" y="1719"/>
                </a:lnTo>
                <a:lnTo>
                  <a:pt x="1084" y="1718"/>
                </a:lnTo>
                <a:lnTo>
                  <a:pt x="1084" y="1717"/>
                </a:lnTo>
                <a:lnTo>
                  <a:pt x="1085" y="1717"/>
                </a:lnTo>
                <a:lnTo>
                  <a:pt x="1085" y="1716"/>
                </a:lnTo>
                <a:lnTo>
                  <a:pt x="1086" y="1716"/>
                </a:lnTo>
                <a:lnTo>
                  <a:pt x="1086" y="1715"/>
                </a:lnTo>
                <a:lnTo>
                  <a:pt x="1087" y="1715"/>
                </a:lnTo>
                <a:lnTo>
                  <a:pt x="1087" y="1714"/>
                </a:lnTo>
                <a:lnTo>
                  <a:pt x="1088" y="1714"/>
                </a:lnTo>
                <a:lnTo>
                  <a:pt x="1088" y="1713"/>
                </a:lnTo>
                <a:lnTo>
                  <a:pt x="1089" y="1713"/>
                </a:lnTo>
                <a:lnTo>
                  <a:pt x="1089" y="1712"/>
                </a:lnTo>
                <a:lnTo>
                  <a:pt x="1089" y="1711"/>
                </a:lnTo>
                <a:lnTo>
                  <a:pt x="1088" y="1711"/>
                </a:lnTo>
                <a:lnTo>
                  <a:pt x="1088" y="1710"/>
                </a:lnTo>
                <a:lnTo>
                  <a:pt x="1087" y="1710"/>
                </a:lnTo>
                <a:lnTo>
                  <a:pt x="1087" y="1711"/>
                </a:lnTo>
                <a:lnTo>
                  <a:pt x="1087" y="1710"/>
                </a:lnTo>
                <a:lnTo>
                  <a:pt x="1087" y="1709"/>
                </a:lnTo>
                <a:lnTo>
                  <a:pt x="1086" y="1709"/>
                </a:lnTo>
                <a:lnTo>
                  <a:pt x="1086" y="1708"/>
                </a:lnTo>
                <a:lnTo>
                  <a:pt x="1086" y="1707"/>
                </a:lnTo>
                <a:lnTo>
                  <a:pt x="1085" y="1707"/>
                </a:lnTo>
                <a:lnTo>
                  <a:pt x="1085" y="1706"/>
                </a:lnTo>
                <a:lnTo>
                  <a:pt x="1084" y="1706"/>
                </a:lnTo>
                <a:lnTo>
                  <a:pt x="1084" y="1705"/>
                </a:lnTo>
                <a:lnTo>
                  <a:pt x="1083" y="1705"/>
                </a:lnTo>
                <a:lnTo>
                  <a:pt x="1083" y="1704"/>
                </a:lnTo>
                <a:lnTo>
                  <a:pt x="1083" y="1705"/>
                </a:lnTo>
                <a:lnTo>
                  <a:pt x="1082" y="1705"/>
                </a:lnTo>
                <a:lnTo>
                  <a:pt x="1082" y="1704"/>
                </a:lnTo>
                <a:lnTo>
                  <a:pt x="1082" y="1703"/>
                </a:lnTo>
                <a:lnTo>
                  <a:pt x="1081" y="1703"/>
                </a:lnTo>
                <a:lnTo>
                  <a:pt x="1081" y="1702"/>
                </a:lnTo>
                <a:lnTo>
                  <a:pt x="1081" y="1701"/>
                </a:lnTo>
                <a:lnTo>
                  <a:pt x="1081" y="1700"/>
                </a:lnTo>
                <a:lnTo>
                  <a:pt x="1080" y="1699"/>
                </a:lnTo>
                <a:lnTo>
                  <a:pt x="1080" y="1698"/>
                </a:lnTo>
                <a:lnTo>
                  <a:pt x="1079" y="1698"/>
                </a:lnTo>
                <a:lnTo>
                  <a:pt x="1078" y="1698"/>
                </a:lnTo>
                <a:lnTo>
                  <a:pt x="1078" y="1697"/>
                </a:lnTo>
                <a:lnTo>
                  <a:pt x="1078" y="1696"/>
                </a:lnTo>
                <a:lnTo>
                  <a:pt x="1078" y="1695"/>
                </a:lnTo>
                <a:lnTo>
                  <a:pt x="1077" y="1695"/>
                </a:lnTo>
                <a:lnTo>
                  <a:pt x="1077" y="1694"/>
                </a:lnTo>
                <a:lnTo>
                  <a:pt x="1077" y="1693"/>
                </a:lnTo>
                <a:lnTo>
                  <a:pt x="1078" y="1693"/>
                </a:lnTo>
                <a:lnTo>
                  <a:pt x="1078" y="1692"/>
                </a:lnTo>
                <a:lnTo>
                  <a:pt x="1079" y="1692"/>
                </a:lnTo>
                <a:lnTo>
                  <a:pt x="1079" y="1691"/>
                </a:lnTo>
                <a:lnTo>
                  <a:pt x="1079" y="1690"/>
                </a:lnTo>
                <a:lnTo>
                  <a:pt x="1079" y="1689"/>
                </a:lnTo>
                <a:lnTo>
                  <a:pt x="1079" y="1688"/>
                </a:lnTo>
                <a:lnTo>
                  <a:pt x="1079" y="1687"/>
                </a:lnTo>
                <a:lnTo>
                  <a:pt x="1079" y="1686"/>
                </a:lnTo>
                <a:lnTo>
                  <a:pt x="1079" y="1685"/>
                </a:lnTo>
                <a:lnTo>
                  <a:pt x="1078" y="1685"/>
                </a:lnTo>
                <a:lnTo>
                  <a:pt x="1078" y="1684"/>
                </a:lnTo>
                <a:lnTo>
                  <a:pt x="1077" y="1684"/>
                </a:lnTo>
                <a:lnTo>
                  <a:pt x="1076" y="1684"/>
                </a:lnTo>
                <a:lnTo>
                  <a:pt x="1076" y="1683"/>
                </a:lnTo>
                <a:lnTo>
                  <a:pt x="1075" y="1683"/>
                </a:lnTo>
                <a:lnTo>
                  <a:pt x="1075" y="1682"/>
                </a:lnTo>
                <a:lnTo>
                  <a:pt x="1075" y="1681"/>
                </a:lnTo>
                <a:lnTo>
                  <a:pt x="1075" y="1680"/>
                </a:lnTo>
                <a:lnTo>
                  <a:pt x="1075" y="1679"/>
                </a:lnTo>
                <a:lnTo>
                  <a:pt x="1076" y="1679"/>
                </a:lnTo>
                <a:lnTo>
                  <a:pt x="1076" y="1678"/>
                </a:lnTo>
                <a:lnTo>
                  <a:pt x="1076" y="1677"/>
                </a:lnTo>
                <a:lnTo>
                  <a:pt x="1075" y="1677"/>
                </a:lnTo>
                <a:lnTo>
                  <a:pt x="1075" y="1676"/>
                </a:lnTo>
                <a:lnTo>
                  <a:pt x="1074" y="1676"/>
                </a:lnTo>
                <a:lnTo>
                  <a:pt x="1074" y="1675"/>
                </a:lnTo>
                <a:lnTo>
                  <a:pt x="1074" y="1674"/>
                </a:lnTo>
                <a:lnTo>
                  <a:pt x="1074" y="1673"/>
                </a:lnTo>
                <a:lnTo>
                  <a:pt x="1073" y="1673"/>
                </a:lnTo>
                <a:lnTo>
                  <a:pt x="1073" y="1671"/>
                </a:lnTo>
                <a:lnTo>
                  <a:pt x="1073" y="1670"/>
                </a:lnTo>
                <a:lnTo>
                  <a:pt x="1074" y="1670"/>
                </a:lnTo>
                <a:lnTo>
                  <a:pt x="1074" y="1669"/>
                </a:lnTo>
                <a:lnTo>
                  <a:pt x="1073" y="1669"/>
                </a:lnTo>
                <a:lnTo>
                  <a:pt x="1072" y="1669"/>
                </a:lnTo>
                <a:lnTo>
                  <a:pt x="1071" y="1669"/>
                </a:lnTo>
                <a:lnTo>
                  <a:pt x="1070" y="1669"/>
                </a:lnTo>
                <a:lnTo>
                  <a:pt x="1070" y="1668"/>
                </a:lnTo>
                <a:lnTo>
                  <a:pt x="1069" y="1668"/>
                </a:lnTo>
                <a:lnTo>
                  <a:pt x="1069" y="1667"/>
                </a:lnTo>
                <a:lnTo>
                  <a:pt x="1069" y="1666"/>
                </a:lnTo>
                <a:lnTo>
                  <a:pt x="1068" y="1666"/>
                </a:lnTo>
                <a:lnTo>
                  <a:pt x="1068" y="1665"/>
                </a:lnTo>
                <a:lnTo>
                  <a:pt x="1068" y="1664"/>
                </a:lnTo>
                <a:lnTo>
                  <a:pt x="1069" y="1664"/>
                </a:lnTo>
                <a:lnTo>
                  <a:pt x="1068" y="1664"/>
                </a:lnTo>
                <a:lnTo>
                  <a:pt x="1068" y="1665"/>
                </a:lnTo>
                <a:lnTo>
                  <a:pt x="1067" y="1665"/>
                </a:lnTo>
                <a:lnTo>
                  <a:pt x="1066" y="1665"/>
                </a:lnTo>
                <a:lnTo>
                  <a:pt x="1065" y="1665"/>
                </a:lnTo>
                <a:lnTo>
                  <a:pt x="1065" y="1664"/>
                </a:lnTo>
                <a:lnTo>
                  <a:pt x="1064" y="1663"/>
                </a:lnTo>
                <a:lnTo>
                  <a:pt x="1063" y="1663"/>
                </a:lnTo>
                <a:lnTo>
                  <a:pt x="1063" y="1662"/>
                </a:lnTo>
                <a:lnTo>
                  <a:pt x="1062" y="1662"/>
                </a:lnTo>
                <a:lnTo>
                  <a:pt x="1062" y="1661"/>
                </a:lnTo>
                <a:lnTo>
                  <a:pt x="1062" y="1660"/>
                </a:lnTo>
                <a:lnTo>
                  <a:pt x="1062" y="1659"/>
                </a:lnTo>
                <a:lnTo>
                  <a:pt x="1061" y="1659"/>
                </a:lnTo>
                <a:lnTo>
                  <a:pt x="1061" y="1658"/>
                </a:lnTo>
                <a:lnTo>
                  <a:pt x="1060" y="1658"/>
                </a:lnTo>
                <a:lnTo>
                  <a:pt x="1060" y="1657"/>
                </a:lnTo>
                <a:lnTo>
                  <a:pt x="1059" y="1657"/>
                </a:lnTo>
                <a:lnTo>
                  <a:pt x="1059" y="1656"/>
                </a:lnTo>
                <a:lnTo>
                  <a:pt x="1059" y="1655"/>
                </a:lnTo>
                <a:lnTo>
                  <a:pt x="1058" y="1655"/>
                </a:lnTo>
                <a:lnTo>
                  <a:pt x="1058" y="1654"/>
                </a:lnTo>
                <a:lnTo>
                  <a:pt x="1058" y="1653"/>
                </a:lnTo>
                <a:lnTo>
                  <a:pt x="1059" y="1653"/>
                </a:lnTo>
                <a:lnTo>
                  <a:pt x="1059" y="1652"/>
                </a:lnTo>
                <a:lnTo>
                  <a:pt x="1058" y="1652"/>
                </a:lnTo>
                <a:lnTo>
                  <a:pt x="1058" y="1651"/>
                </a:lnTo>
                <a:lnTo>
                  <a:pt x="1058" y="1650"/>
                </a:lnTo>
                <a:lnTo>
                  <a:pt x="1058" y="1649"/>
                </a:lnTo>
                <a:lnTo>
                  <a:pt x="1058" y="1648"/>
                </a:lnTo>
                <a:lnTo>
                  <a:pt x="1058" y="1647"/>
                </a:lnTo>
                <a:lnTo>
                  <a:pt x="1058" y="1646"/>
                </a:lnTo>
                <a:lnTo>
                  <a:pt x="1058" y="1645"/>
                </a:lnTo>
                <a:lnTo>
                  <a:pt x="1058" y="1644"/>
                </a:lnTo>
                <a:lnTo>
                  <a:pt x="1057" y="1644"/>
                </a:lnTo>
                <a:lnTo>
                  <a:pt x="1058" y="1644"/>
                </a:lnTo>
                <a:lnTo>
                  <a:pt x="1058" y="1643"/>
                </a:lnTo>
                <a:lnTo>
                  <a:pt x="1058" y="1642"/>
                </a:lnTo>
                <a:lnTo>
                  <a:pt x="1058" y="1641"/>
                </a:lnTo>
                <a:lnTo>
                  <a:pt x="1059" y="1641"/>
                </a:lnTo>
                <a:lnTo>
                  <a:pt x="1059" y="1640"/>
                </a:lnTo>
                <a:lnTo>
                  <a:pt x="1059" y="1639"/>
                </a:lnTo>
                <a:lnTo>
                  <a:pt x="1059" y="1637"/>
                </a:lnTo>
                <a:lnTo>
                  <a:pt x="1059" y="1636"/>
                </a:lnTo>
                <a:lnTo>
                  <a:pt x="1058" y="1636"/>
                </a:lnTo>
                <a:lnTo>
                  <a:pt x="1058" y="1635"/>
                </a:lnTo>
                <a:lnTo>
                  <a:pt x="1059" y="1635"/>
                </a:lnTo>
                <a:lnTo>
                  <a:pt x="1059" y="1634"/>
                </a:lnTo>
                <a:lnTo>
                  <a:pt x="1059" y="1633"/>
                </a:lnTo>
                <a:lnTo>
                  <a:pt x="1059" y="1632"/>
                </a:lnTo>
                <a:lnTo>
                  <a:pt x="1059" y="1631"/>
                </a:lnTo>
                <a:lnTo>
                  <a:pt x="1058" y="1631"/>
                </a:lnTo>
                <a:lnTo>
                  <a:pt x="1058" y="1630"/>
                </a:lnTo>
                <a:lnTo>
                  <a:pt x="1058" y="1629"/>
                </a:lnTo>
                <a:lnTo>
                  <a:pt x="1058" y="1628"/>
                </a:lnTo>
                <a:lnTo>
                  <a:pt x="1058" y="1627"/>
                </a:lnTo>
                <a:lnTo>
                  <a:pt x="1059" y="1627"/>
                </a:lnTo>
                <a:lnTo>
                  <a:pt x="1058" y="1626"/>
                </a:lnTo>
                <a:lnTo>
                  <a:pt x="1058" y="1625"/>
                </a:lnTo>
                <a:lnTo>
                  <a:pt x="1057" y="1624"/>
                </a:lnTo>
                <a:lnTo>
                  <a:pt x="1056" y="1624"/>
                </a:lnTo>
                <a:lnTo>
                  <a:pt x="1055" y="1624"/>
                </a:lnTo>
                <a:lnTo>
                  <a:pt x="1055" y="1623"/>
                </a:lnTo>
                <a:lnTo>
                  <a:pt x="1054" y="1624"/>
                </a:lnTo>
                <a:lnTo>
                  <a:pt x="1053" y="1624"/>
                </a:lnTo>
                <a:lnTo>
                  <a:pt x="1051" y="1631"/>
                </a:lnTo>
                <a:lnTo>
                  <a:pt x="1051" y="1630"/>
                </a:lnTo>
                <a:lnTo>
                  <a:pt x="1050" y="1630"/>
                </a:lnTo>
                <a:lnTo>
                  <a:pt x="1048" y="1630"/>
                </a:lnTo>
                <a:lnTo>
                  <a:pt x="1048" y="1631"/>
                </a:lnTo>
                <a:lnTo>
                  <a:pt x="1048" y="1632"/>
                </a:lnTo>
                <a:lnTo>
                  <a:pt x="1047" y="1632"/>
                </a:lnTo>
                <a:lnTo>
                  <a:pt x="1047" y="1633"/>
                </a:lnTo>
                <a:lnTo>
                  <a:pt x="1047" y="1634"/>
                </a:lnTo>
                <a:lnTo>
                  <a:pt x="1046" y="1634"/>
                </a:lnTo>
                <a:lnTo>
                  <a:pt x="1046" y="1635"/>
                </a:lnTo>
                <a:lnTo>
                  <a:pt x="1045" y="1635"/>
                </a:lnTo>
                <a:lnTo>
                  <a:pt x="1045" y="1636"/>
                </a:lnTo>
                <a:lnTo>
                  <a:pt x="1045" y="1637"/>
                </a:lnTo>
                <a:lnTo>
                  <a:pt x="1045" y="1638"/>
                </a:lnTo>
                <a:lnTo>
                  <a:pt x="1046" y="1638"/>
                </a:lnTo>
                <a:lnTo>
                  <a:pt x="1046" y="1639"/>
                </a:lnTo>
                <a:lnTo>
                  <a:pt x="1045" y="1639"/>
                </a:lnTo>
                <a:lnTo>
                  <a:pt x="1044" y="1639"/>
                </a:lnTo>
                <a:lnTo>
                  <a:pt x="1044" y="1640"/>
                </a:lnTo>
                <a:lnTo>
                  <a:pt x="1043" y="1640"/>
                </a:lnTo>
                <a:lnTo>
                  <a:pt x="1043" y="1641"/>
                </a:lnTo>
                <a:lnTo>
                  <a:pt x="1042" y="1641"/>
                </a:lnTo>
                <a:lnTo>
                  <a:pt x="1042" y="1642"/>
                </a:lnTo>
                <a:lnTo>
                  <a:pt x="1041" y="1642"/>
                </a:lnTo>
                <a:lnTo>
                  <a:pt x="1041" y="1643"/>
                </a:lnTo>
                <a:lnTo>
                  <a:pt x="1040" y="1643"/>
                </a:lnTo>
                <a:lnTo>
                  <a:pt x="1040" y="1644"/>
                </a:lnTo>
                <a:lnTo>
                  <a:pt x="1039" y="1644"/>
                </a:lnTo>
                <a:lnTo>
                  <a:pt x="1038" y="1645"/>
                </a:lnTo>
                <a:lnTo>
                  <a:pt x="1037" y="1645"/>
                </a:lnTo>
                <a:lnTo>
                  <a:pt x="1037" y="1646"/>
                </a:lnTo>
                <a:lnTo>
                  <a:pt x="1036" y="1646"/>
                </a:lnTo>
                <a:lnTo>
                  <a:pt x="1035" y="1646"/>
                </a:lnTo>
                <a:lnTo>
                  <a:pt x="1034" y="1646"/>
                </a:lnTo>
                <a:lnTo>
                  <a:pt x="1034" y="1645"/>
                </a:lnTo>
                <a:lnTo>
                  <a:pt x="1034" y="1644"/>
                </a:lnTo>
                <a:lnTo>
                  <a:pt x="1034" y="1640"/>
                </a:lnTo>
                <a:lnTo>
                  <a:pt x="1034" y="1639"/>
                </a:lnTo>
                <a:lnTo>
                  <a:pt x="1034" y="1638"/>
                </a:lnTo>
                <a:lnTo>
                  <a:pt x="1034" y="1637"/>
                </a:lnTo>
                <a:lnTo>
                  <a:pt x="1035" y="1637"/>
                </a:lnTo>
                <a:lnTo>
                  <a:pt x="1035" y="1636"/>
                </a:lnTo>
                <a:lnTo>
                  <a:pt x="1034" y="1636"/>
                </a:lnTo>
                <a:lnTo>
                  <a:pt x="1034" y="1635"/>
                </a:lnTo>
                <a:lnTo>
                  <a:pt x="1033" y="1635"/>
                </a:lnTo>
                <a:lnTo>
                  <a:pt x="1032" y="1635"/>
                </a:lnTo>
                <a:lnTo>
                  <a:pt x="1032" y="1636"/>
                </a:lnTo>
                <a:lnTo>
                  <a:pt x="1031" y="1636"/>
                </a:lnTo>
                <a:lnTo>
                  <a:pt x="1031" y="1635"/>
                </a:lnTo>
                <a:lnTo>
                  <a:pt x="1029" y="1635"/>
                </a:lnTo>
                <a:lnTo>
                  <a:pt x="1029" y="1634"/>
                </a:lnTo>
                <a:lnTo>
                  <a:pt x="1028" y="1634"/>
                </a:lnTo>
                <a:lnTo>
                  <a:pt x="1027" y="1634"/>
                </a:lnTo>
                <a:lnTo>
                  <a:pt x="1027" y="1633"/>
                </a:lnTo>
                <a:lnTo>
                  <a:pt x="1026" y="1633"/>
                </a:lnTo>
                <a:lnTo>
                  <a:pt x="1026" y="1632"/>
                </a:lnTo>
                <a:lnTo>
                  <a:pt x="1025" y="1631"/>
                </a:lnTo>
                <a:lnTo>
                  <a:pt x="1024" y="1631"/>
                </a:lnTo>
                <a:lnTo>
                  <a:pt x="1024" y="1630"/>
                </a:lnTo>
                <a:lnTo>
                  <a:pt x="1023" y="1630"/>
                </a:lnTo>
                <a:lnTo>
                  <a:pt x="1023" y="1629"/>
                </a:lnTo>
                <a:lnTo>
                  <a:pt x="1022" y="1629"/>
                </a:lnTo>
                <a:lnTo>
                  <a:pt x="1022" y="1628"/>
                </a:lnTo>
                <a:lnTo>
                  <a:pt x="1021" y="1628"/>
                </a:lnTo>
                <a:lnTo>
                  <a:pt x="1020" y="1628"/>
                </a:lnTo>
                <a:lnTo>
                  <a:pt x="1020" y="1627"/>
                </a:lnTo>
                <a:lnTo>
                  <a:pt x="1019" y="1627"/>
                </a:lnTo>
                <a:lnTo>
                  <a:pt x="1018" y="1627"/>
                </a:lnTo>
                <a:lnTo>
                  <a:pt x="1017" y="1627"/>
                </a:lnTo>
                <a:lnTo>
                  <a:pt x="1016" y="1627"/>
                </a:lnTo>
                <a:lnTo>
                  <a:pt x="1015" y="1627"/>
                </a:lnTo>
                <a:lnTo>
                  <a:pt x="1015" y="1626"/>
                </a:lnTo>
                <a:lnTo>
                  <a:pt x="1014" y="1626"/>
                </a:lnTo>
                <a:lnTo>
                  <a:pt x="1013" y="1626"/>
                </a:lnTo>
                <a:lnTo>
                  <a:pt x="1012" y="1625"/>
                </a:lnTo>
                <a:lnTo>
                  <a:pt x="1011" y="1625"/>
                </a:lnTo>
                <a:lnTo>
                  <a:pt x="1010" y="1625"/>
                </a:lnTo>
                <a:lnTo>
                  <a:pt x="1009" y="1625"/>
                </a:lnTo>
                <a:lnTo>
                  <a:pt x="1008" y="1625"/>
                </a:lnTo>
                <a:lnTo>
                  <a:pt x="1007" y="1625"/>
                </a:lnTo>
                <a:lnTo>
                  <a:pt x="1006" y="1625"/>
                </a:lnTo>
                <a:lnTo>
                  <a:pt x="1005" y="1625"/>
                </a:lnTo>
                <a:lnTo>
                  <a:pt x="1004" y="1625"/>
                </a:lnTo>
                <a:lnTo>
                  <a:pt x="1003" y="1625"/>
                </a:lnTo>
                <a:lnTo>
                  <a:pt x="1003" y="1626"/>
                </a:lnTo>
                <a:lnTo>
                  <a:pt x="1003" y="1627"/>
                </a:lnTo>
                <a:lnTo>
                  <a:pt x="1003" y="1628"/>
                </a:lnTo>
                <a:lnTo>
                  <a:pt x="1002" y="1628"/>
                </a:lnTo>
                <a:lnTo>
                  <a:pt x="1002" y="1629"/>
                </a:lnTo>
                <a:lnTo>
                  <a:pt x="1001" y="1629"/>
                </a:lnTo>
                <a:lnTo>
                  <a:pt x="1001" y="1630"/>
                </a:lnTo>
                <a:lnTo>
                  <a:pt x="1000" y="1630"/>
                </a:lnTo>
                <a:lnTo>
                  <a:pt x="999" y="1630"/>
                </a:lnTo>
                <a:lnTo>
                  <a:pt x="999" y="1631"/>
                </a:lnTo>
                <a:lnTo>
                  <a:pt x="998" y="1631"/>
                </a:lnTo>
                <a:lnTo>
                  <a:pt x="998" y="1632"/>
                </a:lnTo>
                <a:lnTo>
                  <a:pt x="997" y="1632"/>
                </a:lnTo>
                <a:lnTo>
                  <a:pt x="997" y="1633"/>
                </a:lnTo>
                <a:lnTo>
                  <a:pt x="996" y="1633"/>
                </a:lnTo>
                <a:lnTo>
                  <a:pt x="995" y="1633"/>
                </a:lnTo>
                <a:lnTo>
                  <a:pt x="995" y="1634"/>
                </a:lnTo>
                <a:lnTo>
                  <a:pt x="995" y="1633"/>
                </a:lnTo>
                <a:lnTo>
                  <a:pt x="994" y="1633"/>
                </a:lnTo>
                <a:lnTo>
                  <a:pt x="994" y="1632"/>
                </a:lnTo>
                <a:lnTo>
                  <a:pt x="993" y="1632"/>
                </a:lnTo>
                <a:lnTo>
                  <a:pt x="992" y="1632"/>
                </a:lnTo>
                <a:lnTo>
                  <a:pt x="992" y="1631"/>
                </a:lnTo>
                <a:lnTo>
                  <a:pt x="991" y="1631"/>
                </a:lnTo>
                <a:lnTo>
                  <a:pt x="990" y="1631"/>
                </a:lnTo>
                <a:lnTo>
                  <a:pt x="990" y="1630"/>
                </a:lnTo>
                <a:lnTo>
                  <a:pt x="990" y="1629"/>
                </a:lnTo>
                <a:lnTo>
                  <a:pt x="990" y="1628"/>
                </a:lnTo>
                <a:lnTo>
                  <a:pt x="989" y="1628"/>
                </a:lnTo>
                <a:lnTo>
                  <a:pt x="989" y="1627"/>
                </a:lnTo>
                <a:lnTo>
                  <a:pt x="988" y="1627"/>
                </a:lnTo>
                <a:lnTo>
                  <a:pt x="988" y="1628"/>
                </a:lnTo>
                <a:lnTo>
                  <a:pt x="987" y="1628"/>
                </a:lnTo>
                <a:lnTo>
                  <a:pt x="986" y="1628"/>
                </a:lnTo>
                <a:lnTo>
                  <a:pt x="985" y="1628"/>
                </a:lnTo>
                <a:lnTo>
                  <a:pt x="985" y="1629"/>
                </a:lnTo>
                <a:lnTo>
                  <a:pt x="985" y="1628"/>
                </a:lnTo>
                <a:lnTo>
                  <a:pt x="985" y="1629"/>
                </a:lnTo>
                <a:lnTo>
                  <a:pt x="984" y="1629"/>
                </a:lnTo>
                <a:lnTo>
                  <a:pt x="983" y="1629"/>
                </a:lnTo>
                <a:lnTo>
                  <a:pt x="982" y="1629"/>
                </a:lnTo>
                <a:lnTo>
                  <a:pt x="981" y="1629"/>
                </a:lnTo>
                <a:lnTo>
                  <a:pt x="980" y="1629"/>
                </a:lnTo>
                <a:lnTo>
                  <a:pt x="978" y="1629"/>
                </a:lnTo>
                <a:lnTo>
                  <a:pt x="978" y="1628"/>
                </a:lnTo>
                <a:lnTo>
                  <a:pt x="977" y="1628"/>
                </a:lnTo>
                <a:lnTo>
                  <a:pt x="977" y="1627"/>
                </a:lnTo>
                <a:lnTo>
                  <a:pt x="977" y="1626"/>
                </a:lnTo>
                <a:lnTo>
                  <a:pt x="976" y="1626"/>
                </a:lnTo>
                <a:lnTo>
                  <a:pt x="975" y="1626"/>
                </a:lnTo>
                <a:lnTo>
                  <a:pt x="975" y="1627"/>
                </a:lnTo>
                <a:lnTo>
                  <a:pt x="974" y="1627"/>
                </a:lnTo>
                <a:lnTo>
                  <a:pt x="974" y="1626"/>
                </a:lnTo>
                <a:lnTo>
                  <a:pt x="974" y="1625"/>
                </a:lnTo>
                <a:lnTo>
                  <a:pt x="973" y="1625"/>
                </a:lnTo>
                <a:lnTo>
                  <a:pt x="973" y="1624"/>
                </a:lnTo>
                <a:lnTo>
                  <a:pt x="973" y="1622"/>
                </a:lnTo>
                <a:lnTo>
                  <a:pt x="973" y="1621"/>
                </a:lnTo>
                <a:lnTo>
                  <a:pt x="972" y="1621"/>
                </a:lnTo>
                <a:lnTo>
                  <a:pt x="972" y="1620"/>
                </a:lnTo>
                <a:lnTo>
                  <a:pt x="971" y="1620"/>
                </a:lnTo>
                <a:lnTo>
                  <a:pt x="971" y="1619"/>
                </a:lnTo>
                <a:lnTo>
                  <a:pt x="970" y="1619"/>
                </a:lnTo>
                <a:lnTo>
                  <a:pt x="970" y="1618"/>
                </a:lnTo>
                <a:lnTo>
                  <a:pt x="969" y="1618"/>
                </a:lnTo>
                <a:lnTo>
                  <a:pt x="969" y="1617"/>
                </a:lnTo>
                <a:lnTo>
                  <a:pt x="968" y="1617"/>
                </a:lnTo>
                <a:lnTo>
                  <a:pt x="968" y="1616"/>
                </a:lnTo>
                <a:lnTo>
                  <a:pt x="967" y="1616"/>
                </a:lnTo>
                <a:lnTo>
                  <a:pt x="967" y="1615"/>
                </a:lnTo>
                <a:lnTo>
                  <a:pt x="966" y="1615"/>
                </a:lnTo>
                <a:lnTo>
                  <a:pt x="965" y="1616"/>
                </a:lnTo>
                <a:lnTo>
                  <a:pt x="964" y="1616"/>
                </a:lnTo>
                <a:lnTo>
                  <a:pt x="964" y="1617"/>
                </a:lnTo>
                <a:lnTo>
                  <a:pt x="963" y="1617"/>
                </a:lnTo>
                <a:lnTo>
                  <a:pt x="963" y="1618"/>
                </a:lnTo>
                <a:lnTo>
                  <a:pt x="962" y="1618"/>
                </a:lnTo>
                <a:lnTo>
                  <a:pt x="962" y="1617"/>
                </a:lnTo>
                <a:lnTo>
                  <a:pt x="961" y="1617"/>
                </a:lnTo>
                <a:lnTo>
                  <a:pt x="961" y="1616"/>
                </a:lnTo>
                <a:lnTo>
                  <a:pt x="960" y="1616"/>
                </a:lnTo>
                <a:lnTo>
                  <a:pt x="959" y="1616"/>
                </a:lnTo>
                <a:lnTo>
                  <a:pt x="959" y="1615"/>
                </a:lnTo>
                <a:lnTo>
                  <a:pt x="957" y="1615"/>
                </a:lnTo>
                <a:lnTo>
                  <a:pt x="955" y="1615"/>
                </a:lnTo>
                <a:lnTo>
                  <a:pt x="954" y="1615"/>
                </a:lnTo>
                <a:lnTo>
                  <a:pt x="954" y="1614"/>
                </a:lnTo>
                <a:lnTo>
                  <a:pt x="954" y="1613"/>
                </a:lnTo>
                <a:lnTo>
                  <a:pt x="953" y="1613"/>
                </a:lnTo>
                <a:lnTo>
                  <a:pt x="952" y="1613"/>
                </a:lnTo>
                <a:lnTo>
                  <a:pt x="951" y="1613"/>
                </a:lnTo>
                <a:lnTo>
                  <a:pt x="951" y="1612"/>
                </a:lnTo>
                <a:lnTo>
                  <a:pt x="951" y="1611"/>
                </a:lnTo>
                <a:lnTo>
                  <a:pt x="950" y="1611"/>
                </a:lnTo>
                <a:lnTo>
                  <a:pt x="950" y="1610"/>
                </a:lnTo>
                <a:lnTo>
                  <a:pt x="951" y="1610"/>
                </a:lnTo>
                <a:lnTo>
                  <a:pt x="951" y="1609"/>
                </a:lnTo>
                <a:lnTo>
                  <a:pt x="952" y="1609"/>
                </a:lnTo>
                <a:lnTo>
                  <a:pt x="952" y="1608"/>
                </a:lnTo>
                <a:lnTo>
                  <a:pt x="952" y="1607"/>
                </a:lnTo>
                <a:lnTo>
                  <a:pt x="952" y="1606"/>
                </a:lnTo>
                <a:lnTo>
                  <a:pt x="953" y="1606"/>
                </a:lnTo>
                <a:lnTo>
                  <a:pt x="954" y="1606"/>
                </a:lnTo>
                <a:lnTo>
                  <a:pt x="954" y="1604"/>
                </a:lnTo>
                <a:lnTo>
                  <a:pt x="954" y="1603"/>
                </a:lnTo>
                <a:lnTo>
                  <a:pt x="955" y="1603"/>
                </a:lnTo>
                <a:lnTo>
                  <a:pt x="955" y="1602"/>
                </a:lnTo>
                <a:lnTo>
                  <a:pt x="955" y="1601"/>
                </a:lnTo>
                <a:lnTo>
                  <a:pt x="955" y="1600"/>
                </a:lnTo>
                <a:lnTo>
                  <a:pt x="954" y="1600"/>
                </a:lnTo>
                <a:lnTo>
                  <a:pt x="955" y="1600"/>
                </a:lnTo>
                <a:lnTo>
                  <a:pt x="954" y="1600"/>
                </a:lnTo>
                <a:lnTo>
                  <a:pt x="954" y="1599"/>
                </a:lnTo>
                <a:lnTo>
                  <a:pt x="954" y="1598"/>
                </a:lnTo>
                <a:lnTo>
                  <a:pt x="955" y="1598"/>
                </a:lnTo>
                <a:lnTo>
                  <a:pt x="955" y="1597"/>
                </a:lnTo>
                <a:lnTo>
                  <a:pt x="955" y="1596"/>
                </a:lnTo>
                <a:lnTo>
                  <a:pt x="955" y="1595"/>
                </a:lnTo>
                <a:lnTo>
                  <a:pt x="954" y="1595"/>
                </a:lnTo>
                <a:lnTo>
                  <a:pt x="954" y="1594"/>
                </a:lnTo>
                <a:lnTo>
                  <a:pt x="955" y="1594"/>
                </a:lnTo>
                <a:lnTo>
                  <a:pt x="955" y="1593"/>
                </a:lnTo>
                <a:lnTo>
                  <a:pt x="955" y="1592"/>
                </a:lnTo>
                <a:lnTo>
                  <a:pt x="955" y="1591"/>
                </a:lnTo>
                <a:lnTo>
                  <a:pt x="954" y="1591"/>
                </a:lnTo>
                <a:lnTo>
                  <a:pt x="954" y="1590"/>
                </a:lnTo>
                <a:lnTo>
                  <a:pt x="953" y="1590"/>
                </a:lnTo>
                <a:lnTo>
                  <a:pt x="953" y="1589"/>
                </a:lnTo>
                <a:lnTo>
                  <a:pt x="953" y="1588"/>
                </a:lnTo>
                <a:lnTo>
                  <a:pt x="954" y="1588"/>
                </a:lnTo>
                <a:lnTo>
                  <a:pt x="954" y="1587"/>
                </a:lnTo>
                <a:lnTo>
                  <a:pt x="955" y="1587"/>
                </a:lnTo>
                <a:lnTo>
                  <a:pt x="956" y="1586"/>
                </a:lnTo>
                <a:lnTo>
                  <a:pt x="956" y="1585"/>
                </a:lnTo>
                <a:lnTo>
                  <a:pt x="956" y="1584"/>
                </a:lnTo>
                <a:lnTo>
                  <a:pt x="957" y="1584"/>
                </a:lnTo>
                <a:lnTo>
                  <a:pt x="958" y="1584"/>
                </a:lnTo>
                <a:lnTo>
                  <a:pt x="958" y="1583"/>
                </a:lnTo>
                <a:lnTo>
                  <a:pt x="959" y="1583"/>
                </a:lnTo>
                <a:lnTo>
                  <a:pt x="960" y="1583"/>
                </a:lnTo>
                <a:lnTo>
                  <a:pt x="960" y="1584"/>
                </a:lnTo>
                <a:lnTo>
                  <a:pt x="961" y="1584"/>
                </a:lnTo>
                <a:lnTo>
                  <a:pt x="962" y="1584"/>
                </a:lnTo>
                <a:lnTo>
                  <a:pt x="963" y="1584"/>
                </a:lnTo>
                <a:lnTo>
                  <a:pt x="963" y="1583"/>
                </a:lnTo>
                <a:lnTo>
                  <a:pt x="964" y="1583"/>
                </a:lnTo>
                <a:lnTo>
                  <a:pt x="965" y="1583"/>
                </a:lnTo>
                <a:lnTo>
                  <a:pt x="965" y="1582"/>
                </a:lnTo>
                <a:lnTo>
                  <a:pt x="965" y="1581"/>
                </a:lnTo>
                <a:lnTo>
                  <a:pt x="965" y="1580"/>
                </a:lnTo>
                <a:lnTo>
                  <a:pt x="965" y="1579"/>
                </a:lnTo>
                <a:lnTo>
                  <a:pt x="966" y="1579"/>
                </a:lnTo>
                <a:lnTo>
                  <a:pt x="967" y="1579"/>
                </a:lnTo>
                <a:lnTo>
                  <a:pt x="967" y="1578"/>
                </a:lnTo>
                <a:lnTo>
                  <a:pt x="968" y="1577"/>
                </a:lnTo>
                <a:lnTo>
                  <a:pt x="967" y="1577"/>
                </a:lnTo>
                <a:lnTo>
                  <a:pt x="968" y="1577"/>
                </a:lnTo>
                <a:lnTo>
                  <a:pt x="968" y="1576"/>
                </a:lnTo>
                <a:lnTo>
                  <a:pt x="968" y="1575"/>
                </a:lnTo>
                <a:lnTo>
                  <a:pt x="969" y="1575"/>
                </a:lnTo>
                <a:lnTo>
                  <a:pt x="970" y="1575"/>
                </a:lnTo>
                <a:lnTo>
                  <a:pt x="970" y="1576"/>
                </a:lnTo>
                <a:lnTo>
                  <a:pt x="971" y="1576"/>
                </a:lnTo>
                <a:lnTo>
                  <a:pt x="972" y="1576"/>
                </a:lnTo>
                <a:lnTo>
                  <a:pt x="972" y="1575"/>
                </a:lnTo>
                <a:lnTo>
                  <a:pt x="972" y="1574"/>
                </a:lnTo>
                <a:lnTo>
                  <a:pt x="972" y="1573"/>
                </a:lnTo>
                <a:lnTo>
                  <a:pt x="973" y="1573"/>
                </a:lnTo>
                <a:lnTo>
                  <a:pt x="973" y="1572"/>
                </a:lnTo>
                <a:lnTo>
                  <a:pt x="973" y="1571"/>
                </a:lnTo>
                <a:lnTo>
                  <a:pt x="972" y="1571"/>
                </a:lnTo>
                <a:lnTo>
                  <a:pt x="972" y="1570"/>
                </a:lnTo>
                <a:lnTo>
                  <a:pt x="973" y="1570"/>
                </a:lnTo>
                <a:lnTo>
                  <a:pt x="973" y="1569"/>
                </a:lnTo>
                <a:lnTo>
                  <a:pt x="974" y="1569"/>
                </a:lnTo>
                <a:lnTo>
                  <a:pt x="974" y="1568"/>
                </a:lnTo>
                <a:lnTo>
                  <a:pt x="973" y="1568"/>
                </a:lnTo>
                <a:lnTo>
                  <a:pt x="973" y="1567"/>
                </a:lnTo>
                <a:lnTo>
                  <a:pt x="973" y="1566"/>
                </a:lnTo>
                <a:lnTo>
                  <a:pt x="973" y="1565"/>
                </a:lnTo>
                <a:lnTo>
                  <a:pt x="973" y="1564"/>
                </a:lnTo>
                <a:lnTo>
                  <a:pt x="972" y="1564"/>
                </a:lnTo>
                <a:lnTo>
                  <a:pt x="972" y="1562"/>
                </a:lnTo>
                <a:lnTo>
                  <a:pt x="973" y="1562"/>
                </a:lnTo>
                <a:lnTo>
                  <a:pt x="974" y="1562"/>
                </a:lnTo>
                <a:lnTo>
                  <a:pt x="974" y="1561"/>
                </a:lnTo>
                <a:lnTo>
                  <a:pt x="975" y="1561"/>
                </a:lnTo>
                <a:lnTo>
                  <a:pt x="975" y="1560"/>
                </a:lnTo>
                <a:lnTo>
                  <a:pt x="976" y="1560"/>
                </a:lnTo>
                <a:lnTo>
                  <a:pt x="976" y="1559"/>
                </a:lnTo>
                <a:lnTo>
                  <a:pt x="977" y="1559"/>
                </a:lnTo>
                <a:lnTo>
                  <a:pt x="977" y="1558"/>
                </a:lnTo>
                <a:lnTo>
                  <a:pt x="977" y="1557"/>
                </a:lnTo>
                <a:lnTo>
                  <a:pt x="977" y="1556"/>
                </a:lnTo>
                <a:lnTo>
                  <a:pt x="976" y="1556"/>
                </a:lnTo>
                <a:lnTo>
                  <a:pt x="975" y="1556"/>
                </a:lnTo>
                <a:lnTo>
                  <a:pt x="976" y="1556"/>
                </a:lnTo>
                <a:lnTo>
                  <a:pt x="976" y="1555"/>
                </a:lnTo>
                <a:lnTo>
                  <a:pt x="976" y="1554"/>
                </a:lnTo>
                <a:lnTo>
                  <a:pt x="975" y="1553"/>
                </a:lnTo>
                <a:lnTo>
                  <a:pt x="974" y="1553"/>
                </a:lnTo>
                <a:lnTo>
                  <a:pt x="973" y="1553"/>
                </a:lnTo>
                <a:lnTo>
                  <a:pt x="972" y="1553"/>
                </a:lnTo>
                <a:lnTo>
                  <a:pt x="971" y="1553"/>
                </a:lnTo>
                <a:lnTo>
                  <a:pt x="971" y="1552"/>
                </a:lnTo>
                <a:lnTo>
                  <a:pt x="971" y="1551"/>
                </a:lnTo>
                <a:lnTo>
                  <a:pt x="970" y="1551"/>
                </a:lnTo>
                <a:lnTo>
                  <a:pt x="970" y="1550"/>
                </a:lnTo>
                <a:lnTo>
                  <a:pt x="969" y="1550"/>
                </a:lnTo>
                <a:lnTo>
                  <a:pt x="969" y="1549"/>
                </a:lnTo>
                <a:lnTo>
                  <a:pt x="970" y="1549"/>
                </a:lnTo>
                <a:lnTo>
                  <a:pt x="970" y="1548"/>
                </a:lnTo>
                <a:lnTo>
                  <a:pt x="969" y="1548"/>
                </a:lnTo>
                <a:lnTo>
                  <a:pt x="969" y="1547"/>
                </a:lnTo>
                <a:lnTo>
                  <a:pt x="968" y="1547"/>
                </a:lnTo>
                <a:lnTo>
                  <a:pt x="968" y="1546"/>
                </a:lnTo>
                <a:lnTo>
                  <a:pt x="968" y="1545"/>
                </a:lnTo>
                <a:lnTo>
                  <a:pt x="968" y="1544"/>
                </a:lnTo>
                <a:lnTo>
                  <a:pt x="967" y="1544"/>
                </a:lnTo>
                <a:lnTo>
                  <a:pt x="966" y="1544"/>
                </a:lnTo>
                <a:lnTo>
                  <a:pt x="966" y="1543"/>
                </a:lnTo>
                <a:lnTo>
                  <a:pt x="965" y="1543"/>
                </a:lnTo>
                <a:lnTo>
                  <a:pt x="965" y="1542"/>
                </a:lnTo>
                <a:lnTo>
                  <a:pt x="965" y="1543"/>
                </a:lnTo>
                <a:lnTo>
                  <a:pt x="963" y="1543"/>
                </a:lnTo>
                <a:lnTo>
                  <a:pt x="962" y="1543"/>
                </a:lnTo>
                <a:lnTo>
                  <a:pt x="961" y="1543"/>
                </a:lnTo>
                <a:lnTo>
                  <a:pt x="961" y="1544"/>
                </a:lnTo>
                <a:lnTo>
                  <a:pt x="960" y="1544"/>
                </a:lnTo>
                <a:lnTo>
                  <a:pt x="959" y="1544"/>
                </a:lnTo>
                <a:lnTo>
                  <a:pt x="958" y="1544"/>
                </a:lnTo>
                <a:lnTo>
                  <a:pt x="958" y="1543"/>
                </a:lnTo>
                <a:lnTo>
                  <a:pt x="958" y="1542"/>
                </a:lnTo>
                <a:lnTo>
                  <a:pt x="957" y="1542"/>
                </a:lnTo>
                <a:lnTo>
                  <a:pt x="956" y="1542"/>
                </a:lnTo>
                <a:lnTo>
                  <a:pt x="956" y="1541"/>
                </a:lnTo>
                <a:lnTo>
                  <a:pt x="955" y="1541"/>
                </a:lnTo>
                <a:lnTo>
                  <a:pt x="954" y="1541"/>
                </a:lnTo>
                <a:lnTo>
                  <a:pt x="954" y="1542"/>
                </a:lnTo>
                <a:lnTo>
                  <a:pt x="954" y="1543"/>
                </a:lnTo>
                <a:lnTo>
                  <a:pt x="953" y="1543"/>
                </a:lnTo>
                <a:lnTo>
                  <a:pt x="952" y="1543"/>
                </a:lnTo>
                <a:lnTo>
                  <a:pt x="952" y="1544"/>
                </a:lnTo>
                <a:lnTo>
                  <a:pt x="951" y="1544"/>
                </a:lnTo>
                <a:lnTo>
                  <a:pt x="951" y="1545"/>
                </a:lnTo>
                <a:lnTo>
                  <a:pt x="950" y="1545"/>
                </a:lnTo>
                <a:lnTo>
                  <a:pt x="949" y="1546"/>
                </a:lnTo>
                <a:lnTo>
                  <a:pt x="948" y="1546"/>
                </a:lnTo>
                <a:lnTo>
                  <a:pt x="948" y="1547"/>
                </a:lnTo>
                <a:lnTo>
                  <a:pt x="947" y="1547"/>
                </a:lnTo>
                <a:lnTo>
                  <a:pt x="947" y="1548"/>
                </a:lnTo>
                <a:lnTo>
                  <a:pt x="946" y="1548"/>
                </a:lnTo>
                <a:lnTo>
                  <a:pt x="946" y="1549"/>
                </a:lnTo>
                <a:lnTo>
                  <a:pt x="945" y="1549"/>
                </a:lnTo>
                <a:lnTo>
                  <a:pt x="944" y="1549"/>
                </a:lnTo>
                <a:lnTo>
                  <a:pt x="944" y="1550"/>
                </a:lnTo>
                <a:lnTo>
                  <a:pt x="943" y="1550"/>
                </a:lnTo>
                <a:lnTo>
                  <a:pt x="943" y="1551"/>
                </a:lnTo>
                <a:lnTo>
                  <a:pt x="942" y="1551"/>
                </a:lnTo>
                <a:lnTo>
                  <a:pt x="942" y="1552"/>
                </a:lnTo>
                <a:lnTo>
                  <a:pt x="941" y="1552"/>
                </a:lnTo>
                <a:lnTo>
                  <a:pt x="941" y="1553"/>
                </a:lnTo>
                <a:lnTo>
                  <a:pt x="940" y="1553"/>
                </a:lnTo>
                <a:lnTo>
                  <a:pt x="940" y="1554"/>
                </a:lnTo>
                <a:lnTo>
                  <a:pt x="940" y="1555"/>
                </a:lnTo>
                <a:lnTo>
                  <a:pt x="941" y="1555"/>
                </a:lnTo>
                <a:lnTo>
                  <a:pt x="940" y="1555"/>
                </a:lnTo>
                <a:lnTo>
                  <a:pt x="940" y="1556"/>
                </a:lnTo>
                <a:lnTo>
                  <a:pt x="939" y="1556"/>
                </a:lnTo>
                <a:lnTo>
                  <a:pt x="939" y="1557"/>
                </a:lnTo>
                <a:lnTo>
                  <a:pt x="938" y="1557"/>
                </a:lnTo>
                <a:lnTo>
                  <a:pt x="937" y="1557"/>
                </a:lnTo>
                <a:lnTo>
                  <a:pt x="936" y="1557"/>
                </a:lnTo>
                <a:lnTo>
                  <a:pt x="935" y="1557"/>
                </a:lnTo>
                <a:lnTo>
                  <a:pt x="934" y="1557"/>
                </a:lnTo>
                <a:lnTo>
                  <a:pt x="933" y="1557"/>
                </a:lnTo>
                <a:lnTo>
                  <a:pt x="933" y="1558"/>
                </a:lnTo>
                <a:lnTo>
                  <a:pt x="932" y="1558"/>
                </a:lnTo>
                <a:lnTo>
                  <a:pt x="932" y="1556"/>
                </a:lnTo>
                <a:lnTo>
                  <a:pt x="932" y="1555"/>
                </a:lnTo>
                <a:lnTo>
                  <a:pt x="931" y="1555"/>
                </a:lnTo>
                <a:lnTo>
                  <a:pt x="931" y="1554"/>
                </a:lnTo>
                <a:lnTo>
                  <a:pt x="930" y="1554"/>
                </a:lnTo>
                <a:lnTo>
                  <a:pt x="930" y="1555"/>
                </a:lnTo>
                <a:lnTo>
                  <a:pt x="930" y="1554"/>
                </a:lnTo>
                <a:lnTo>
                  <a:pt x="929" y="1554"/>
                </a:lnTo>
                <a:lnTo>
                  <a:pt x="928" y="1554"/>
                </a:lnTo>
                <a:lnTo>
                  <a:pt x="927" y="1554"/>
                </a:lnTo>
                <a:lnTo>
                  <a:pt x="926" y="1555"/>
                </a:lnTo>
                <a:lnTo>
                  <a:pt x="925" y="1555"/>
                </a:lnTo>
                <a:lnTo>
                  <a:pt x="925" y="1554"/>
                </a:lnTo>
                <a:lnTo>
                  <a:pt x="924" y="1554"/>
                </a:lnTo>
                <a:lnTo>
                  <a:pt x="924" y="1553"/>
                </a:lnTo>
                <a:lnTo>
                  <a:pt x="924" y="1554"/>
                </a:lnTo>
                <a:lnTo>
                  <a:pt x="923" y="1554"/>
                </a:lnTo>
                <a:lnTo>
                  <a:pt x="922" y="1554"/>
                </a:lnTo>
                <a:lnTo>
                  <a:pt x="922" y="1555"/>
                </a:lnTo>
                <a:lnTo>
                  <a:pt x="921" y="1555"/>
                </a:lnTo>
                <a:lnTo>
                  <a:pt x="920" y="1555"/>
                </a:lnTo>
                <a:lnTo>
                  <a:pt x="919" y="1555"/>
                </a:lnTo>
                <a:lnTo>
                  <a:pt x="918" y="1555"/>
                </a:lnTo>
                <a:lnTo>
                  <a:pt x="917" y="1555"/>
                </a:lnTo>
                <a:lnTo>
                  <a:pt x="917" y="1556"/>
                </a:lnTo>
                <a:lnTo>
                  <a:pt x="916" y="1556"/>
                </a:lnTo>
                <a:lnTo>
                  <a:pt x="915" y="1556"/>
                </a:lnTo>
                <a:lnTo>
                  <a:pt x="915" y="1555"/>
                </a:lnTo>
                <a:lnTo>
                  <a:pt x="914" y="1554"/>
                </a:lnTo>
                <a:lnTo>
                  <a:pt x="913" y="1554"/>
                </a:lnTo>
                <a:lnTo>
                  <a:pt x="912" y="1553"/>
                </a:lnTo>
                <a:lnTo>
                  <a:pt x="911" y="1552"/>
                </a:lnTo>
                <a:lnTo>
                  <a:pt x="910" y="1551"/>
                </a:lnTo>
                <a:lnTo>
                  <a:pt x="909" y="1551"/>
                </a:lnTo>
                <a:lnTo>
                  <a:pt x="909" y="1550"/>
                </a:lnTo>
                <a:lnTo>
                  <a:pt x="908" y="1550"/>
                </a:lnTo>
                <a:lnTo>
                  <a:pt x="908" y="1549"/>
                </a:lnTo>
                <a:lnTo>
                  <a:pt x="907" y="1549"/>
                </a:lnTo>
                <a:lnTo>
                  <a:pt x="906" y="1548"/>
                </a:lnTo>
                <a:lnTo>
                  <a:pt x="905" y="1547"/>
                </a:lnTo>
                <a:lnTo>
                  <a:pt x="904" y="1546"/>
                </a:lnTo>
                <a:lnTo>
                  <a:pt x="903" y="1546"/>
                </a:lnTo>
                <a:lnTo>
                  <a:pt x="902" y="1546"/>
                </a:lnTo>
                <a:lnTo>
                  <a:pt x="902" y="1545"/>
                </a:lnTo>
                <a:lnTo>
                  <a:pt x="901" y="1545"/>
                </a:lnTo>
                <a:lnTo>
                  <a:pt x="900" y="1545"/>
                </a:lnTo>
                <a:lnTo>
                  <a:pt x="900" y="1544"/>
                </a:lnTo>
                <a:lnTo>
                  <a:pt x="899" y="1544"/>
                </a:lnTo>
                <a:lnTo>
                  <a:pt x="899" y="1543"/>
                </a:lnTo>
                <a:lnTo>
                  <a:pt x="898" y="1543"/>
                </a:lnTo>
                <a:lnTo>
                  <a:pt x="897" y="1543"/>
                </a:lnTo>
                <a:lnTo>
                  <a:pt x="896" y="1543"/>
                </a:lnTo>
                <a:lnTo>
                  <a:pt x="896" y="1542"/>
                </a:lnTo>
                <a:lnTo>
                  <a:pt x="895" y="1542"/>
                </a:lnTo>
                <a:lnTo>
                  <a:pt x="895" y="1541"/>
                </a:lnTo>
                <a:lnTo>
                  <a:pt x="894" y="1541"/>
                </a:lnTo>
                <a:lnTo>
                  <a:pt x="894" y="1540"/>
                </a:lnTo>
                <a:lnTo>
                  <a:pt x="894" y="1539"/>
                </a:lnTo>
                <a:lnTo>
                  <a:pt x="893" y="1539"/>
                </a:lnTo>
                <a:lnTo>
                  <a:pt x="893" y="1538"/>
                </a:lnTo>
                <a:lnTo>
                  <a:pt x="892" y="1538"/>
                </a:lnTo>
                <a:lnTo>
                  <a:pt x="891" y="1538"/>
                </a:lnTo>
                <a:lnTo>
                  <a:pt x="890" y="1538"/>
                </a:lnTo>
                <a:lnTo>
                  <a:pt x="890" y="1537"/>
                </a:lnTo>
                <a:lnTo>
                  <a:pt x="891" y="1537"/>
                </a:lnTo>
                <a:lnTo>
                  <a:pt x="891" y="1536"/>
                </a:lnTo>
                <a:lnTo>
                  <a:pt x="892" y="1536"/>
                </a:lnTo>
                <a:lnTo>
                  <a:pt x="892" y="1535"/>
                </a:lnTo>
                <a:lnTo>
                  <a:pt x="891" y="1535"/>
                </a:lnTo>
                <a:lnTo>
                  <a:pt x="891" y="1534"/>
                </a:lnTo>
                <a:lnTo>
                  <a:pt x="892" y="1534"/>
                </a:lnTo>
                <a:lnTo>
                  <a:pt x="892" y="1533"/>
                </a:lnTo>
                <a:lnTo>
                  <a:pt x="892" y="1532"/>
                </a:lnTo>
                <a:lnTo>
                  <a:pt x="893" y="1532"/>
                </a:lnTo>
                <a:lnTo>
                  <a:pt x="893" y="1531"/>
                </a:lnTo>
                <a:lnTo>
                  <a:pt x="893" y="1530"/>
                </a:lnTo>
                <a:lnTo>
                  <a:pt x="892" y="1530"/>
                </a:lnTo>
                <a:lnTo>
                  <a:pt x="891" y="1530"/>
                </a:lnTo>
                <a:lnTo>
                  <a:pt x="891" y="1529"/>
                </a:lnTo>
                <a:lnTo>
                  <a:pt x="890" y="1529"/>
                </a:lnTo>
                <a:lnTo>
                  <a:pt x="890" y="1528"/>
                </a:lnTo>
                <a:lnTo>
                  <a:pt x="890" y="1529"/>
                </a:lnTo>
                <a:lnTo>
                  <a:pt x="890" y="1528"/>
                </a:lnTo>
                <a:lnTo>
                  <a:pt x="889" y="1528"/>
                </a:lnTo>
                <a:lnTo>
                  <a:pt x="888" y="1528"/>
                </a:lnTo>
                <a:lnTo>
                  <a:pt x="887" y="1527"/>
                </a:lnTo>
                <a:lnTo>
                  <a:pt x="887" y="1526"/>
                </a:lnTo>
                <a:lnTo>
                  <a:pt x="888" y="1526"/>
                </a:lnTo>
                <a:lnTo>
                  <a:pt x="888" y="1525"/>
                </a:lnTo>
                <a:lnTo>
                  <a:pt x="887" y="1525"/>
                </a:lnTo>
                <a:lnTo>
                  <a:pt x="887" y="1524"/>
                </a:lnTo>
                <a:lnTo>
                  <a:pt x="887" y="1523"/>
                </a:lnTo>
                <a:lnTo>
                  <a:pt x="886" y="1523"/>
                </a:lnTo>
                <a:lnTo>
                  <a:pt x="885" y="1523"/>
                </a:lnTo>
                <a:lnTo>
                  <a:pt x="885" y="1522"/>
                </a:lnTo>
                <a:lnTo>
                  <a:pt x="885" y="1521"/>
                </a:lnTo>
                <a:lnTo>
                  <a:pt x="886" y="1520"/>
                </a:lnTo>
                <a:lnTo>
                  <a:pt x="885" y="1519"/>
                </a:lnTo>
                <a:lnTo>
                  <a:pt x="885" y="1518"/>
                </a:lnTo>
                <a:lnTo>
                  <a:pt x="885" y="1517"/>
                </a:lnTo>
                <a:lnTo>
                  <a:pt x="884" y="1517"/>
                </a:lnTo>
                <a:lnTo>
                  <a:pt x="884" y="1516"/>
                </a:lnTo>
                <a:lnTo>
                  <a:pt x="883" y="1516"/>
                </a:lnTo>
                <a:lnTo>
                  <a:pt x="883" y="1515"/>
                </a:lnTo>
                <a:lnTo>
                  <a:pt x="882" y="1515"/>
                </a:lnTo>
                <a:lnTo>
                  <a:pt x="881" y="1515"/>
                </a:lnTo>
                <a:lnTo>
                  <a:pt x="881" y="1514"/>
                </a:lnTo>
                <a:lnTo>
                  <a:pt x="880" y="1514"/>
                </a:lnTo>
                <a:lnTo>
                  <a:pt x="879" y="1514"/>
                </a:lnTo>
                <a:lnTo>
                  <a:pt x="879" y="1515"/>
                </a:lnTo>
                <a:lnTo>
                  <a:pt x="878" y="1515"/>
                </a:lnTo>
                <a:lnTo>
                  <a:pt x="878" y="1514"/>
                </a:lnTo>
                <a:lnTo>
                  <a:pt x="877" y="1514"/>
                </a:lnTo>
                <a:lnTo>
                  <a:pt x="876" y="1514"/>
                </a:lnTo>
                <a:lnTo>
                  <a:pt x="875" y="1514"/>
                </a:lnTo>
                <a:lnTo>
                  <a:pt x="874" y="1514"/>
                </a:lnTo>
                <a:lnTo>
                  <a:pt x="874" y="1513"/>
                </a:lnTo>
                <a:lnTo>
                  <a:pt x="873" y="1513"/>
                </a:lnTo>
                <a:lnTo>
                  <a:pt x="872" y="1513"/>
                </a:lnTo>
                <a:lnTo>
                  <a:pt x="872" y="1512"/>
                </a:lnTo>
                <a:lnTo>
                  <a:pt x="872" y="1511"/>
                </a:lnTo>
                <a:lnTo>
                  <a:pt x="871" y="1511"/>
                </a:lnTo>
                <a:lnTo>
                  <a:pt x="871" y="1510"/>
                </a:lnTo>
                <a:lnTo>
                  <a:pt x="871" y="1509"/>
                </a:lnTo>
                <a:lnTo>
                  <a:pt x="870" y="1509"/>
                </a:lnTo>
                <a:lnTo>
                  <a:pt x="869" y="1509"/>
                </a:lnTo>
                <a:lnTo>
                  <a:pt x="869" y="1510"/>
                </a:lnTo>
                <a:lnTo>
                  <a:pt x="868" y="1510"/>
                </a:lnTo>
                <a:lnTo>
                  <a:pt x="867" y="1510"/>
                </a:lnTo>
                <a:lnTo>
                  <a:pt x="866" y="1510"/>
                </a:lnTo>
                <a:lnTo>
                  <a:pt x="865" y="1510"/>
                </a:lnTo>
                <a:lnTo>
                  <a:pt x="865" y="1509"/>
                </a:lnTo>
                <a:lnTo>
                  <a:pt x="864" y="1509"/>
                </a:lnTo>
                <a:lnTo>
                  <a:pt x="863" y="1508"/>
                </a:lnTo>
                <a:lnTo>
                  <a:pt x="863" y="1509"/>
                </a:lnTo>
                <a:lnTo>
                  <a:pt x="862" y="1509"/>
                </a:lnTo>
                <a:lnTo>
                  <a:pt x="861" y="1509"/>
                </a:lnTo>
                <a:lnTo>
                  <a:pt x="860" y="1509"/>
                </a:lnTo>
                <a:lnTo>
                  <a:pt x="859" y="1510"/>
                </a:lnTo>
                <a:lnTo>
                  <a:pt x="858" y="1510"/>
                </a:lnTo>
                <a:lnTo>
                  <a:pt x="858" y="1509"/>
                </a:lnTo>
                <a:lnTo>
                  <a:pt x="858" y="1508"/>
                </a:lnTo>
                <a:lnTo>
                  <a:pt x="857" y="1508"/>
                </a:lnTo>
                <a:lnTo>
                  <a:pt x="857" y="1507"/>
                </a:lnTo>
                <a:lnTo>
                  <a:pt x="856" y="1507"/>
                </a:lnTo>
                <a:lnTo>
                  <a:pt x="856" y="1506"/>
                </a:lnTo>
                <a:lnTo>
                  <a:pt x="855" y="1506"/>
                </a:lnTo>
                <a:lnTo>
                  <a:pt x="854" y="1506"/>
                </a:lnTo>
                <a:lnTo>
                  <a:pt x="854" y="1505"/>
                </a:lnTo>
                <a:lnTo>
                  <a:pt x="854" y="1504"/>
                </a:lnTo>
                <a:lnTo>
                  <a:pt x="853" y="1504"/>
                </a:lnTo>
                <a:lnTo>
                  <a:pt x="853" y="1503"/>
                </a:lnTo>
                <a:lnTo>
                  <a:pt x="852" y="1502"/>
                </a:lnTo>
                <a:lnTo>
                  <a:pt x="851" y="1502"/>
                </a:lnTo>
                <a:lnTo>
                  <a:pt x="851" y="1501"/>
                </a:lnTo>
                <a:lnTo>
                  <a:pt x="850" y="1501"/>
                </a:lnTo>
                <a:lnTo>
                  <a:pt x="851" y="1500"/>
                </a:lnTo>
                <a:lnTo>
                  <a:pt x="852" y="1500"/>
                </a:lnTo>
                <a:lnTo>
                  <a:pt x="852" y="1499"/>
                </a:lnTo>
                <a:lnTo>
                  <a:pt x="853" y="1499"/>
                </a:lnTo>
                <a:lnTo>
                  <a:pt x="853" y="1498"/>
                </a:lnTo>
                <a:lnTo>
                  <a:pt x="853" y="1497"/>
                </a:lnTo>
                <a:lnTo>
                  <a:pt x="853" y="1496"/>
                </a:lnTo>
                <a:lnTo>
                  <a:pt x="852" y="1496"/>
                </a:lnTo>
                <a:lnTo>
                  <a:pt x="852" y="1495"/>
                </a:lnTo>
                <a:lnTo>
                  <a:pt x="851" y="1495"/>
                </a:lnTo>
                <a:lnTo>
                  <a:pt x="851" y="1494"/>
                </a:lnTo>
                <a:lnTo>
                  <a:pt x="852" y="1494"/>
                </a:lnTo>
                <a:lnTo>
                  <a:pt x="852" y="1493"/>
                </a:lnTo>
                <a:lnTo>
                  <a:pt x="851" y="1493"/>
                </a:lnTo>
                <a:lnTo>
                  <a:pt x="851" y="1492"/>
                </a:lnTo>
                <a:lnTo>
                  <a:pt x="852" y="1492"/>
                </a:lnTo>
                <a:lnTo>
                  <a:pt x="852" y="1491"/>
                </a:lnTo>
                <a:lnTo>
                  <a:pt x="853" y="1491"/>
                </a:lnTo>
                <a:lnTo>
                  <a:pt x="852" y="1491"/>
                </a:lnTo>
                <a:lnTo>
                  <a:pt x="852" y="1490"/>
                </a:lnTo>
                <a:lnTo>
                  <a:pt x="851" y="1490"/>
                </a:lnTo>
                <a:lnTo>
                  <a:pt x="851" y="1489"/>
                </a:lnTo>
                <a:lnTo>
                  <a:pt x="851" y="1488"/>
                </a:lnTo>
                <a:lnTo>
                  <a:pt x="850" y="1488"/>
                </a:lnTo>
                <a:lnTo>
                  <a:pt x="849" y="1488"/>
                </a:lnTo>
                <a:lnTo>
                  <a:pt x="848" y="1488"/>
                </a:lnTo>
                <a:lnTo>
                  <a:pt x="847" y="1488"/>
                </a:lnTo>
                <a:lnTo>
                  <a:pt x="847" y="1487"/>
                </a:lnTo>
                <a:lnTo>
                  <a:pt x="847" y="1486"/>
                </a:lnTo>
                <a:lnTo>
                  <a:pt x="848" y="1486"/>
                </a:lnTo>
                <a:lnTo>
                  <a:pt x="849" y="1486"/>
                </a:lnTo>
                <a:lnTo>
                  <a:pt x="849" y="1485"/>
                </a:lnTo>
                <a:lnTo>
                  <a:pt x="849" y="1484"/>
                </a:lnTo>
                <a:lnTo>
                  <a:pt x="849" y="1483"/>
                </a:lnTo>
                <a:lnTo>
                  <a:pt x="848" y="1483"/>
                </a:lnTo>
                <a:lnTo>
                  <a:pt x="848" y="1482"/>
                </a:lnTo>
                <a:lnTo>
                  <a:pt x="847" y="1482"/>
                </a:lnTo>
                <a:lnTo>
                  <a:pt x="847" y="1481"/>
                </a:lnTo>
                <a:lnTo>
                  <a:pt x="846" y="1481"/>
                </a:lnTo>
                <a:lnTo>
                  <a:pt x="845" y="1481"/>
                </a:lnTo>
                <a:lnTo>
                  <a:pt x="845" y="1480"/>
                </a:lnTo>
                <a:lnTo>
                  <a:pt x="844" y="1480"/>
                </a:lnTo>
                <a:lnTo>
                  <a:pt x="843" y="1480"/>
                </a:lnTo>
                <a:lnTo>
                  <a:pt x="842" y="1480"/>
                </a:lnTo>
                <a:lnTo>
                  <a:pt x="841" y="1480"/>
                </a:lnTo>
                <a:lnTo>
                  <a:pt x="840" y="1480"/>
                </a:lnTo>
                <a:lnTo>
                  <a:pt x="840" y="1479"/>
                </a:lnTo>
                <a:lnTo>
                  <a:pt x="840" y="1478"/>
                </a:lnTo>
                <a:lnTo>
                  <a:pt x="839" y="1478"/>
                </a:lnTo>
                <a:lnTo>
                  <a:pt x="839" y="1477"/>
                </a:lnTo>
                <a:lnTo>
                  <a:pt x="838" y="1477"/>
                </a:lnTo>
                <a:lnTo>
                  <a:pt x="837" y="1477"/>
                </a:lnTo>
                <a:lnTo>
                  <a:pt x="837" y="1478"/>
                </a:lnTo>
                <a:lnTo>
                  <a:pt x="836" y="1478"/>
                </a:lnTo>
                <a:lnTo>
                  <a:pt x="836" y="1479"/>
                </a:lnTo>
                <a:lnTo>
                  <a:pt x="835" y="1479"/>
                </a:lnTo>
                <a:lnTo>
                  <a:pt x="835" y="1478"/>
                </a:lnTo>
                <a:lnTo>
                  <a:pt x="835" y="1477"/>
                </a:lnTo>
                <a:lnTo>
                  <a:pt x="834" y="1477"/>
                </a:lnTo>
                <a:lnTo>
                  <a:pt x="833" y="1477"/>
                </a:lnTo>
                <a:lnTo>
                  <a:pt x="833" y="1476"/>
                </a:lnTo>
                <a:lnTo>
                  <a:pt x="832" y="1476"/>
                </a:lnTo>
                <a:lnTo>
                  <a:pt x="831" y="1476"/>
                </a:lnTo>
                <a:lnTo>
                  <a:pt x="831" y="1475"/>
                </a:lnTo>
                <a:lnTo>
                  <a:pt x="830" y="1475"/>
                </a:lnTo>
                <a:lnTo>
                  <a:pt x="830" y="1474"/>
                </a:lnTo>
                <a:lnTo>
                  <a:pt x="829" y="1474"/>
                </a:lnTo>
                <a:lnTo>
                  <a:pt x="829" y="1473"/>
                </a:lnTo>
                <a:lnTo>
                  <a:pt x="829" y="1472"/>
                </a:lnTo>
                <a:lnTo>
                  <a:pt x="828" y="1472"/>
                </a:lnTo>
                <a:lnTo>
                  <a:pt x="827" y="1472"/>
                </a:lnTo>
                <a:lnTo>
                  <a:pt x="827" y="1471"/>
                </a:lnTo>
                <a:lnTo>
                  <a:pt x="828" y="1471"/>
                </a:lnTo>
                <a:lnTo>
                  <a:pt x="827" y="1471"/>
                </a:lnTo>
                <a:lnTo>
                  <a:pt x="827" y="1470"/>
                </a:lnTo>
                <a:lnTo>
                  <a:pt x="827" y="1469"/>
                </a:lnTo>
                <a:lnTo>
                  <a:pt x="826" y="1469"/>
                </a:lnTo>
                <a:lnTo>
                  <a:pt x="825" y="1469"/>
                </a:lnTo>
                <a:lnTo>
                  <a:pt x="825" y="1470"/>
                </a:lnTo>
                <a:lnTo>
                  <a:pt x="824" y="1470"/>
                </a:lnTo>
                <a:lnTo>
                  <a:pt x="823" y="1470"/>
                </a:lnTo>
                <a:lnTo>
                  <a:pt x="822" y="1470"/>
                </a:lnTo>
                <a:lnTo>
                  <a:pt x="822" y="1469"/>
                </a:lnTo>
                <a:lnTo>
                  <a:pt x="821" y="1469"/>
                </a:lnTo>
                <a:lnTo>
                  <a:pt x="820" y="1469"/>
                </a:lnTo>
                <a:lnTo>
                  <a:pt x="819" y="1469"/>
                </a:lnTo>
                <a:lnTo>
                  <a:pt x="819" y="1468"/>
                </a:lnTo>
                <a:lnTo>
                  <a:pt x="820" y="1467"/>
                </a:lnTo>
                <a:lnTo>
                  <a:pt x="820" y="1466"/>
                </a:lnTo>
                <a:lnTo>
                  <a:pt x="819" y="1466"/>
                </a:lnTo>
                <a:lnTo>
                  <a:pt x="819" y="1465"/>
                </a:lnTo>
                <a:lnTo>
                  <a:pt x="819" y="1464"/>
                </a:lnTo>
                <a:lnTo>
                  <a:pt x="820" y="1464"/>
                </a:lnTo>
                <a:lnTo>
                  <a:pt x="820" y="1463"/>
                </a:lnTo>
                <a:lnTo>
                  <a:pt x="820" y="1462"/>
                </a:lnTo>
                <a:lnTo>
                  <a:pt x="821" y="1462"/>
                </a:lnTo>
                <a:lnTo>
                  <a:pt x="821" y="1461"/>
                </a:lnTo>
                <a:lnTo>
                  <a:pt x="821" y="1460"/>
                </a:lnTo>
                <a:lnTo>
                  <a:pt x="821" y="1459"/>
                </a:lnTo>
                <a:lnTo>
                  <a:pt x="822" y="1459"/>
                </a:lnTo>
                <a:lnTo>
                  <a:pt x="822" y="1458"/>
                </a:lnTo>
                <a:lnTo>
                  <a:pt x="822" y="1457"/>
                </a:lnTo>
                <a:lnTo>
                  <a:pt x="823" y="1457"/>
                </a:lnTo>
                <a:lnTo>
                  <a:pt x="823" y="1456"/>
                </a:lnTo>
                <a:lnTo>
                  <a:pt x="823" y="1455"/>
                </a:lnTo>
                <a:lnTo>
                  <a:pt x="824" y="1455"/>
                </a:lnTo>
                <a:lnTo>
                  <a:pt x="824" y="1454"/>
                </a:lnTo>
                <a:lnTo>
                  <a:pt x="825" y="1454"/>
                </a:lnTo>
                <a:lnTo>
                  <a:pt x="825" y="1453"/>
                </a:lnTo>
                <a:lnTo>
                  <a:pt x="826" y="1453"/>
                </a:lnTo>
                <a:lnTo>
                  <a:pt x="826" y="1452"/>
                </a:lnTo>
                <a:lnTo>
                  <a:pt x="825" y="1452"/>
                </a:lnTo>
                <a:lnTo>
                  <a:pt x="825" y="1451"/>
                </a:lnTo>
                <a:lnTo>
                  <a:pt x="826" y="1451"/>
                </a:lnTo>
                <a:lnTo>
                  <a:pt x="826" y="1450"/>
                </a:lnTo>
                <a:lnTo>
                  <a:pt x="825" y="1450"/>
                </a:lnTo>
                <a:lnTo>
                  <a:pt x="826" y="1450"/>
                </a:lnTo>
                <a:lnTo>
                  <a:pt x="826" y="1449"/>
                </a:lnTo>
                <a:lnTo>
                  <a:pt x="826" y="1448"/>
                </a:lnTo>
                <a:lnTo>
                  <a:pt x="826" y="1447"/>
                </a:lnTo>
                <a:lnTo>
                  <a:pt x="827" y="1447"/>
                </a:lnTo>
                <a:lnTo>
                  <a:pt x="827" y="1446"/>
                </a:lnTo>
                <a:lnTo>
                  <a:pt x="828" y="1446"/>
                </a:lnTo>
                <a:lnTo>
                  <a:pt x="828" y="1445"/>
                </a:lnTo>
                <a:lnTo>
                  <a:pt x="829" y="1445"/>
                </a:lnTo>
                <a:lnTo>
                  <a:pt x="829" y="1444"/>
                </a:lnTo>
                <a:lnTo>
                  <a:pt x="829" y="1443"/>
                </a:lnTo>
                <a:lnTo>
                  <a:pt x="829" y="1442"/>
                </a:lnTo>
                <a:lnTo>
                  <a:pt x="829" y="1441"/>
                </a:lnTo>
                <a:lnTo>
                  <a:pt x="829" y="1440"/>
                </a:lnTo>
                <a:lnTo>
                  <a:pt x="829" y="1439"/>
                </a:lnTo>
                <a:lnTo>
                  <a:pt x="828" y="1439"/>
                </a:lnTo>
                <a:lnTo>
                  <a:pt x="827" y="1439"/>
                </a:lnTo>
                <a:lnTo>
                  <a:pt x="827" y="1438"/>
                </a:lnTo>
                <a:lnTo>
                  <a:pt x="827" y="1437"/>
                </a:lnTo>
                <a:lnTo>
                  <a:pt x="826" y="1437"/>
                </a:lnTo>
                <a:lnTo>
                  <a:pt x="826" y="1436"/>
                </a:lnTo>
                <a:lnTo>
                  <a:pt x="825" y="1436"/>
                </a:lnTo>
                <a:lnTo>
                  <a:pt x="824" y="1436"/>
                </a:lnTo>
                <a:lnTo>
                  <a:pt x="823" y="1436"/>
                </a:lnTo>
                <a:lnTo>
                  <a:pt x="822" y="1436"/>
                </a:lnTo>
                <a:lnTo>
                  <a:pt x="821" y="1436"/>
                </a:lnTo>
                <a:lnTo>
                  <a:pt x="821" y="1437"/>
                </a:lnTo>
                <a:lnTo>
                  <a:pt x="821" y="1436"/>
                </a:lnTo>
                <a:lnTo>
                  <a:pt x="820" y="1436"/>
                </a:lnTo>
                <a:lnTo>
                  <a:pt x="820" y="1434"/>
                </a:lnTo>
                <a:lnTo>
                  <a:pt x="820" y="1433"/>
                </a:lnTo>
                <a:lnTo>
                  <a:pt x="820" y="1432"/>
                </a:lnTo>
                <a:lnTo>
                  <a:pt x="820" y="1431"/>
                </a:lnTo>
                <a:lnTo>
                  <a:pt x="820" y="1430"/>
                </a:lnTo>
                <a:lnTo>
                  <a:pt x="821" y="1430"/>
                </a:lnTo>
                <a:lnTo>
                  <a:pt x="820" y="1430"/>
                </a:lnTo>
                <a:lnTo>
                  <a:pt x="820" y="1429"/>
                </a:lnTo>
                <a:lnTo>
                  <a:pt x="821" y="1429"/>
                </a:lnTo>
                <a:lnTo>
                  <a:pt x="822" y="1428"/>
                </a:lnTo>
                <a:lnTo>
                  <a:pt x="822" y="1427"/>
                </a:lnTo>
                <a:lnTo>
                  <a:pt x="823" y="1427"/>
                </a:lnTo>
                <a:lnTo>
                  <a:pt x="823" y="1426"/>
                </a:lnTo>
                <a:lnTo>
                  <a:pt x="824" y="1426"/>
                </a:lnTo>
                <a:lnTo>
                  <a:pt x="824" y="1425"/>
                </a:lnTo>
                <a:lnTo>
                  <a:pt x="824" y="1423"/>
                </a:lnTo>
                <a:lnTo>
                  <a:pt x="824" y="1422"/>
                </a:lnTo>
                <a:lnTo>
                  <a:pt x="825" y="1422"/>
                </a:lnTo>
                <a:lnTo>
                  <a:pt x="825" y="1421"/>
                </a:lnTo>
                <a:lnTo>
                  <a:pt x="824" y="1421"/>
                </a:lnTo>
                <a:lnTo>
                  <a:pt x="823" y="1421"/>
                </a:lnTo>
                <a:lnTo>
                  <a:pt x="823" y="1420"/>
                </a:lnTo>
                <a:lnTo>
                  <a:pt x="822" y="1420"/>
                </a:lnTo>
                <a:lnTo>
                  <a:pt x="821" y="1420"/>
                </a:lnTo>
                <a:lnTo>
                  <a:pt x="821" y="1419"/>
                </a:lnTo>
                <a:lnTo>
                  <a:pt x="821" y="1418"/>
                </a:lnTo>
                <a:lnTo>
                  <a:pt x="821" y="1417"/>
                </a:lnTo>
                <a:lnTo>
                  <a:pt x="821" y="1416"/>
                </a:lnTo>
                <a:lnTo>
                  <a:pt x="821" y="1415"/>
                </a:lnTo>
                <a:lnTo>
                  <a:pt x="821" y="1414"/>
                </a:lnTo>
                <a:lnTo>
                  <a:pt x="821" y="1413"/>
                </a:lnTo>
                <a:lnTo>
                  <a:pt x="820" y="1413"/>
                </a:lnTo>
                <a:lnTo>
                  <a:pt x="820" y="1412"/>
                </a:lnTo>
                <a:lnTo>
                  <a:pt x="821" y="1412"/>
                </a:lnTo>
                <a:lnTo>
                  <a:pt x="821" y="1411"/>
                </a:lnTo>
                <a:lnTo>
                  <a:pt x="821" y="1410"/>
                </a:lnTo>
                <a:lnTo>
                  <a:pt x="821" y="1409"/>
                </a:lnTo>
                <a:lnTo>
                  <a:pt x="821" y="1408"/>
                </a:lnTo>
                <a:lnTo>
                  <a:pt x="821" y="1407"/>
                </a:lnTo>
                <a:lnTo>
                  <a:pt x="822" y="1407"/>
                </a:lnTo>
                <a:lnTo>
                  <a:pt x="822" y="1406"/>
                </a:lnTo>
                <a:lnTo>
                  <a:pt x="821" y="1406"/>
                </a:lnTo>
                <a:lnTo>
                  <a:pt x="821" y="1405"/>
                </a:lnTo>
                <a:lnTo>
                  <a:pt x="822" y="1405"/>
                </a:lnTo>
                <a:lnTo>
                  <a:pt x="823" y="1405"/>
                </a:lnTo>
                <a:lnTo>
                  <a:pt x="823" y="1404"/>
                </a:lnTo>
                <a:lnTo>
                  <a:pt x="824" y="1404"/>
                </a:lnTo>
                <a:lnTo>
                  <a:pt x="825" y="1404"/>
                </a:lnTo>
                <a:lnTo>
                  <a:pt x="826" y="1404"/>
                </a:lnTo>
                <a:lnTo>
                  <a:pt x="827" y="1404"/>
                </a:lnTo>
                <a:lnTo>
                  <a:pt x="827" y="1403"/>
                </a:lnTo>
                <a:lnTo>
                  <a:pt x="828" y="1403"/>
                </a:lnTo>
                <a:lnTo>
                  <a:pt x="829" y="1403"/>
                </a:lnTo>
                <a:lnTo>
                  <a:pt x="829" y="1402"/>
                </a:lnTo>
                <a:lnTo>
                  <a:pt x="828" y="1402"/>
                </a:lnTo>
                <a:lnTo>
                  <a:pt x="829" y="1401"/>
                </a:lnTo>
                <a:lnTo>
                  <a:pt x="829" y="1400"/>
                </a:lnTo>
                <a:lnTo>
                  <a:pt x="829" y="1399"/>
                </a:lnTo>
                <a:lnTo>
                  <a:pt x="830" y="1399"/>
                </a:lnTo>
                <a:lnTo>
                  <a:pt x="830" y="1398"/>
                </a:lnTo>
                <a:lnTo>
                  <a:pt x="830" y="1397"/>
                </a:lnTo>
                <a:lnTo>
                  <a:pt x="829" y="1397"/>
                </a:lnTo>
                <a:lnTo>
                  <a:pt x="828" y="1397"/>
                </a:lnTo>
                <a:lnTo>
                  <a:pt x="827" y="1397"/>
                </a:lnTo>
                <a:lnTo>
                  <a:pt x="826" y="1397"/>
                </a:lnTo>
                <a:lnTo>
                  <a:pt x="825" y="1397"/>
                </a:lnTo>
                <a:lnTo>
                  <a:pt x="824" y="1396"/>
                </a:lnTo>
                <a:lnTo>
                  <a:pt x="823" y="1396"/>
                </a:lnTo>
                <a:lnTo>
                  <a:pt x="822" y="1396"/>
                </a:lnTo>
                <a:lnTo>
                  <a:pt x="821" y="1396"/>
                </a:lnTo>
                <a:lnTo>
                  <a:pt x="820" y="1396"/>
                </a:lnTo>
                <a:lnTo>
                  <a:pt x="819" y="1396"/>
                </a:lnTo>
                <a:lnTo>
                  <a:pt x="818" y="1395"/>
                </a:lnTo>
                <a:lnTo>
                  <a:pt x="817" y="1394"/>
                </a:lnTo>
                <a:lnTo>
                  <a:pt x="816" y="1394"/>
                </a:lnTo>
                <a:lnTo>
                  <a:pt x="815" y="1394"/>
                </a:lnTo>
                <a:lnTo>
                  <a:pt x="815" y="1393"/>
                </a:lnTo>
                <a:lnTo>
                  <a:pt x="815" y="1392"/>
                </a:lnTo>
                <a:lnTo>
                  <a:pt x="816" y="1391"/>
                </a:lnTo>
                <a:lnTo>
                  <a:pt x="815" y="1390"/>
                </a:lnTo>
                <a:lnTo>
                  <a:pt x="816" y="1390"/>
                </a:lnTo>
                <a:lnTo>
                  <a:pt x="817" y="1390"/>
                </a:lnTo>
                <a:lnTo>
                  <a:pt x="817" y="1389"/>
                </a:lnTo>
                <a:lnTo>
                  <a:pt x="818" y="1389"/>
                </a:lnTo>
                <a:lnTo>
                  <a:pt x="818" y="1388"/>
                </a:lnTo>
                <a:lnTo>
                  <a:pt x="817" y="1388"/>
                </a:lnTo>
                <a:lnTo>
                  <a:pt x="817" y="1387"/>
                </a:lnTo>
                <a:lnTo>
                  <a:pt x="818" y="1387"/>
                </a:lnTo>
                <a:lnTo>
                  <a:pt x="817" y="1387"/>
                </a:lnTo>
                <a:lnTo>
                  <a:pt x="816" y="1386"/>
                </a:lnTo>
                <a:lnTo>
                  <a:pt x="816" y="1385"/>
                </a:lnTo>
                <a:lnTo>
                  <a:pt x="815" y="1385"/>
                </a:lnTo>
                <a:lnTo>
                  <a:pt x="815" y="1384"/>
                </a:lnTo>
                <a:lnTo>
                  <a:pt x="814" y="1384"/>
                </a:lnTo>
                <a:lnTo>
                  <a:pt x="814" y="1383"/>
                </a:lnTo>
                <a:lnTo>
                  <a:pt x="813" y="1383"/>
                </a:lnTo>
                <a:lnTo>
                  <a:pt x="812" y="1383"/>
                </a:lnTo>
                <a:lnTo>
                  <a:pt x="811" y="1383"/>
                </a:lnTo>
                <a:lnTo>
                  <a:pt x="811" y="1384"/>
                </a:lnTo>
                <a:lnTo>
                  <a:pt x="810" y="1384"/>
                </a:lnTo>
                <a:lnTo>
                  <a:pt x="809" y="1384"/>
                </a:lnTo>
                <a:lnTo>
                  <a:pt x="809" y="1383"/>
                </a:lnTo>
                <a:lnTo>
                  <a:pt x="808" y="1383"/>
                </a:lnTo>
                <a:lnTo>
                  <a:pt x="807" y="1383"/>
                </a:lnTo>
                <a:lnTo>
                  <a:pt x="807" y="1382"/>
                </a:lnTo>
                <a:lnTo>
                  <a:pt x="807" y="1381"/>
                </a:lnTo>
                <a:lnTo>
                  <a:pt x="806" y="1381"/>
                </a:lnTo>
                <a:lnTo>
                  <a:pt x="807" y="1381"/>
                </a:lnTo>
                <a:lnTo>
                  <a:pt x="806" y="1381"/>
                </a:lnTo>
                <a:lnTo>
                  <a:pt x="806" y="1380"/>
                </a:lnTo>
                <a:lnTo>
                  <a:pt x="805" y="1380"/>
                </a:lnTo>
                <a:lnTo>
                  <a:pt x="804" y="1380"/>
                </a:lnTo>
                <a:lnTo>
                  <a:pt x="803" y="1380"/>
                </a:lnTo>
                <a:lnTo>
                  <a:pt x="803" y="1381"/>
                </a:lnTo>
                <a:lnTo>
                  <a:pt x="802" y="1381"/>
                </a:lnTo>
                <a:lnTo>
                  <a:pt x="802" y="1382"/>
                </a:lnTo>
                <a:lnTo>
                  <a:pt x="801" y="1382"/>
                </a:lnTo>
                <a:lnTo>
                  <a:pt x="801" y="1381"/>
                </a:lnTo>
                <a:lnTo>
                  <a:pt x="800" y="1381"/>
                </a:lnTo>
                <a:lnTo>
                  <a:pt x="800" y="1380"/>
                </a:lnTo>
                <a:lnTo>
                  <a:pt x="799" y="1380"/>
                </a:lnTo>
                <a:lnTo>
                  <a:pt x="798" y="1380"/>
                </a:lnTo>
                <a:lnTo>
                  <a:pt x="798" y="1379"/>
                </a:lnTo>
                <a:lnTo>
                  <a:pt x="797" y="1379"/>
                </a:lnTo>
                <a:lnTo>
                  <a:pt x="796" y="1379"/>
                </a:lnTo>
                <a:lnTo>
                  <a:pt x="796" y="1378"/>
                </a:lnTo>
                <a:lnTo>
                  <a:pt x="795" y="1378"/>
                </a:lnTo>
                <a:lnTo>
                  <a:pt x="796" y="1378"/>
                </a:lnTo>
                <a:lnTo>
                  <a:pt x="796" y="1377"/>
                </a:lnTo>
                <a:lnTo>
                  <a:pt x="797" y="1377"/>
                </a:lnTo>
                <a:lnTo>
                  <a:pt x="798" y="1377"/>
                </a:lnTo>
                <a:lnTo>
                  <a:pt x="798" y="1376"/>
                </a:lnTo>
                <a:lnTo>
                  <a:pt x="798" y="1375"/>
                </a:lnTo>
                <a:lnTo>
                  <a:pt x="797" y="1375"/>
                </a:lnTo>
                <a:lnTo>
                  <a:pt x="797" y="1374"/>
                </a:lnTo>
                <a:lnTo>
                  <a:pt x="796" y="1374"/>
                </a:lnTo>
                <a:lnTo>
                  <a:pt x="796" y="1373"/>
                </a:lnTo>
                <a:lnTo>
                  <a:pt x="795" y="1372"/>
                </a:lnTo>
                <a:lnTo>
                  <a:pt x="793" y="1371"/>
                </a:lnTo>
                <a:lnTo>
                  <a:pt x="792" y="1371"/>
                </a:lnTo>
                <a:lnTo>
                  <a:pt x="791" y="1371"/>
                </a:lnTo>
                <a:lnTo>
                  <a:pt x="790" y="1372"/>
                </a:lnTo>
                <a:lnTo>
                  <a:pt x="790" y="1373"/>
                </a:lnTo>
                <a:lnTo>
                  <a:pt x="789" y="1373"/>
                </a:lnTo>
                <a:lnTo>
                  <a:pt x="788" y="1373"/>
                </a:lnTo>
                <a:lnTo>
                  <a:pt x="788" y="1372"/>
                </a:lnTo>
                <a:lnTo>
                  <a:pt x="787" y="1372"/>
                </a:lnTo>
                <a:lnTo>
                  <a:pt x="786" y="1372"/>
                </a:lnTo>
                <a:lnTo>
                  <a:pt x="786" y="1371"/>
                </a:lnTo>
                <a:lnTo>
                  <a:pt x="785" y="1371"/>
                </a:lnTo>
                <a:lnTo>
                  <a:pt x="784" y="1371"/>
                </a:lnTo>
                <a:lnTo>
                  <a:pt x="784" y="1370"/>
                </a:lnTo>
                <a:lnTo>
                  <a:pt x="783" y="1370"/>
                </a:lnTo>
                <a:lnTo>
                  <a:pt x="782" y="1370"/>
                </a:lnTo>
                <a:lnTo>
                  <a:pt x="781" y="1370"/>
                </a:lnTo>
                <a:lnTo>
                  <a:pt x="781" y="1371"/>
                </a:lnTo>
                <a:lnTo>
                  <a:pt x="780" y="1371"/>
                </a:lnTo>
                <a:lnTo>
                  <a:pt x="780" y="1370"/>
                </a:lnTo>
                <a:lnTo>
                  <a:pt x="779" y="1370"/>
                </a:lnTo>
                <a:lnTo>
                  <a:pt x="778" y="1370"/>
                </a:lnTo>
                <a:lnTo>
                  <a:pt x="778" y="1371"/>
                </a:lnTo>
                <a:lnTo>
                  <a:pt x="777" y="1371"/>
                </a:lnTo>
                <a:lnTo>
                  <a:pt x="776" y="1371"/>
                </a:lnTo>
                <a:lnTo>
                  <a:pt x="775" y="1371"/>
                </a:lnTo>
                <a:lnTo>
                  <a:pt x="774" y="1371"/>
                </a:lnTo>
                <a:lnTo>
                  <a:pt x="773" y="1371"/>
                </a:lnTo>
                <a:lnTo>
                  <a:pt x="773" y="1372"/>
                </a:lnTo>
                <a:lnTo>
                  <a:pt x="772" y="1373"/>
                </a:lnTo>
                <a:lnTo>
                  <a:pt x="771" y="1373"/>
                </a:lnTo>
                <a:lnTo>
                  <a:pt x="770" y="1373"/>
                </a:lnTo>
                <a:lnTo>
                  <a:pt x="769" y="1372"/>
                </a:lnTo>
                <a:lnTo>
                  <a:pt x="768" y="1372"/>
                </a:lnTo>
                <a:lnTo>
                  <a:pt x="767" y="1372"/>
                </a:lnTo>
                <a:lnTo>
                  <a:pt x="767" y="1371"/>
                </a:lnTo>
                <a:lnTo>
                  <a:pt x="766" y="1371"/>
                </a:lnTo>
                <a:lnTo>
                  <a:pt x="765" y="1371"/>
                </a:lnTo>
                <a:lnTo>
                  <a:pt x="765" y="1372"/>
                </a:lnTo>
                <a:lnTo>
                  <a:pt x="764" y="1372"/>
                </a:lnTo>
                <a:lnTo>
                  <a:pt x="764" y="1373"/>
                </a:lnTo>
                <a:lnTo>
                  <a:pt x="764" y="1374"/>
                </a:lnTo>
                <a:lnTo>
                  <a:pt x="763" y="1374"/>
                </a:lnTo>
                <a:lnTo>
                  <a:pt x="763" y="1375"/>
                </a:lnTo>
                <a:lnTo>
                  <a:pt x="762" y="1375"/>
                </a:lnTo>
                <a:lnTo>
                  <a:pt x="762" y="1374"/>
                </a:lnTo>
                <a:lnTo>
                  <a:pt x="762" y="1375"/>
                </a:lnTo>
                <a:lnTo>
                  <a:pt x="761" y="1375"/>
                </a:lnTo>
                <a:lnTo>
                  <a:pt x="761" y="1376"/>
                </a:lnTo>
                <a:lnTo>
                  <a:pt x="761" y="1377"/>
                </a:lnTo>
                <a:lnTo>
                  <a:pt x="761" y="1378"/>
                </a:lnTo>
                <a:lnTo>
                  <a:pt x="761" y="1379"/>
                </a:lnTo>
                <a:lnTo>
                  <a:pt x="762" y="1379"/>
                </a:lnTo>
                <a:lnTo>
                  <a:pt x="762" y="1380"/>
                </a:lnTo>
                <a:lnTo>
                  <a:pt x="761" y="1380"/>
                </a:lnTo>
                <a:lnTo>
                  <a:pt x="760" y="1380"/>
                </a:lnTo>
                <a:lnTo>
                  <a:pt x="760" y="1381"/>
                </a:lnTo>
                <a:lnTo>
                  <a:pt x="759" y="1381"/>
                </a:lnTo>
                <a:lnTo>
                  <a:pt x="758" y="1381"/>
                </a:lnTo>
                <a:lnTo>
                  <a:pt x="757" y="1381"/>
                </a:lnTo>
                <a:lnTo>
                  <a:pt x="756" y="1381"/>
                </a:lnTo>
                <a:lnTo>
                  <a:pt x="756" y="1380"/>
                </a:lnTo>
                <a:lnTo>
                  <a:pt x="756" y="1381"/>
                </a:lnTo>
                <a:lnTo>
                  <a:pt x="755" y="1381"/>
                </a:lnTo>
                <a:lnTo>
                  <a:pt x="755" y="1382"/>
                </a:lnTo>
                <a:lnTo>
                  <a:pt x="754" y="1382"/>
                </a:lnTo>
                <a:lnTo>
                  <a:pt x="754" y="1381"/>
                </a:lnTo>
                <a:lnTo>
                  <a:pt x="753" y="1381"/>
                </a:lnTo>
                <a:lnTo>
                  <a:pt x="752" y="1381"/>
                </a:lnTo>
                <a:lnTo>
                  <a:pt x="752" y="1380"/>
                </a:lnTo>
                <a:lnTo>
                  <a:pt x="751" y="1380"/>
                </a:lnTo>
                <a:lnTo>
                  <a:pt x="750" y="1380"/>
                </a:lnTo>
                <a:lnTo>
                  <a:pt x="749" y="1380"/>
                </a:lnTo>
                <a:lnTo>
                  <a:pt x="749" y="1379"/>
                </a:lnTo>
                <a:lnTo>
                  <a:pt x="748" y="1379"/>
                </a:lnTo>
                <a:lnTo>
                  <a:pt x="748" y="1380"/>
                </a:lnTo>
                <a:lnTo>
                  <a:pt x="747" y="1380"/>
                </a:lnTo>
                <a:lnTo>
                  <a:pt x="747" y="1379"/>
                </a:lnTo>
                <a:lnTo>
                  <a:pt x="746" y="1379"/>
                </a:lnTo>
                <a:lnTo>
                  <a:pt x="745" y="1379"/>
                </a:lnTo>
                <a:lnTo>
                  <a:pt x="745" y="1380"/>
                </a:lnTo>
                <a:lnTo>
                  <a:pt x="744" y="1380"/>
                </a:lnTo>
                <a:lnTo>
                  <a:pt x="743" y="1380"/>
                </a:lnTo>
                <a:lnTo>
                  <a:pt x="743" y="1381"/>
                </a:lnTo>
                <a:lnTo>
                  <a:pt x="742" y="1381"/>
                </a:lnTo>
                <a:lnTo>
                  <a:pt x="742" y="1382"/>
                </a:lnTo>
                <a:lnTo>
                  <a:pt x="741" y="1382"/>
                </a:lnTo>
                <a:lnTo>
                  <a:pt x="741" y="1383"/>
                </a:lnTo>
                <a:lnTo>
                  <a:pt x="740" y="1383"/>
                </a:lnTo>
                <a:lnTo>
                  <a:pt x="740" y="1384"/>
                </a:lnTo>
                <a:lnTo>
                  <a:pt x="739" y="1384"/>
                </a:lnTo>
                <a:lnTo>
                  <a:pt x="738" y="1384"/>
                </a:lnTo>
                <a:lnTo>
                  <a:pt x="738" y="1385"/>
                </a:lnTo>
                <a:lnTo>
                  <a:pt x="737" y="1385"/>
                </a:lnTo>
                <a:lnTo>
                  <a:pt x="736" y="1385"/>
                </a:lnTo>
                <a:lnTo>
                  <a:pt x="735" y="1385"/>
                </a:lnTo>
                <a:lnTo>
                  <a:pt x="734" y="1385"/>
                </a:lnTo>
                <a:lnTo>
                  <a:pt x="734" y="1386"/>
                </a:lnTo>
                <a:lnTo>
                  <a:pt x="734" y="1387"/>
                </a:lnTo>
                <a:lnTo>
                  <a:pt x="734" y="1388"/>
                </a:lnTo>
                <a:lnTo>
                  <a:pt x="734" y="1389"/>
                </a:lnTo>
                <a:lnTo>
                  <a:pt x="734" y="1390"/>
                </a:lnTo>
                <a:lnTo>
                  <a:pt x="733" y="1390"/>
                </a:lnTo>
                <a:lnTo>
                  <a:pt x="733" y="1391"/>
                </a:lnTo>
                <a:lnTo>
                  <a:pt x="732" y="1391"/>
                </a:lnTo>
                <a:lnTo>
                  <a:pt x="731" y="1392"/>
                </a:lnTo>
                <a:lnTo>
                  <a:pt x="731" y="1391"/>
                </a:lnTo>
                <a:lnTo>
                  <a:pt x="731" y="1392"/>
                </a:lnTo>
                <a:lnTo>
                  <a:pt x="730" y="1392"/>
                </a:lnTo>
                <a:lnTo>
                  <a:pt x="730" y="1393"/>
                </a:lnTo>
                <a:lnTo>
                  <a:pt x="729" y="1393"/>
                </a:lnTo>
                <a:lnTo>
                  <a:pt x="728" y="1393"/>
                </a:lnTo>
                <a:lnTo>
                  <a:pt x="728" y="1392"/>
                </a:lnTo>
                <a:lnTo>
                  <a:pt x="727" y="1392"/>
                </a:lnTo>
                <a:lnTo>
                  <a:pt x="727" y="1391"/>
                </a:lnTo>
                <a:lnTo>
                  <a:pt x="727" y="1390"/>
                </a:lnTo>
                <a:lnTo>
                  <a:pt x="726" y="1390"/>
                </a:lnTo>
                <a:lnTo>
                  <a:pt x="725" y="1390"/>
                </a:lnTo>
                <a:lnTo>
                  <a:pt x="725" y="1389"/>
                </a:lnTo>
                <a:lnTo>
                  <a:pt x="726" y="1389"/>
                </a:lnTo>
                <a:lnTo>
                  <a:pt x="725" y="1389"/>
                </a:lnTo>
                <a:lnTo>
                  <a:pt x="725" y="1388"/>
                </a:lnTo>
                <a:lnTo>
                  <a:pt x="725" y="1387"/>
                </a:lnTo>
                <a:lnTo>
                  <a:pt x="724" y="1388"/>
                </a:lnTo>
                <a:lnTo>
                  <a:pt x="723" y="1388"/>
                </a:lnTo>
                <a:lnTo>
                  <a:pt x="721" y="1388"/>
                </a:lnTo>
                <a:lnTo>
                  <a:pt x="720" y="1388"/>
                </a:lnTo>
                <a:lnTo>
                  <a:pt x="720" y="1387"/>
                </a:lnTo>
                <a:lnTo>
                  <a:pt x="719" y="1387"/>
                </a:lnTo>
                <a:lnTo>
                  <a:pt x="719" y="1386"/>
                </a:lnTo>
                <a:lnTo>
                  <a:pt x="720" y="1386"/>
                </a:lnTo>
                <a:lnTo>
                  <a:pt x="720" y="1385"/>
                </a:lnTo>
                <a:lnTo>
                  <a:pt x="719" y="1385"/>
                </a:lnTo>
                <a:lnTo>
                  <a:pt x="719" y="1384"/>
                </a:lnTo>
                <a:lnTo>
                  <a:pt x="719" y="1383"/>
                </a:lnTo>
                <a:lnTo>
                  <a:pt x="719" y="1382"/>
                </a:lnTo>
                <a:lnTo>
                  <a:pt x="719" y="1381"/>
                </a:lnTo>
                <a:lnTo>
                  <a:pt x="718" y="1381"/>
                </a:lnTo>
                <a:lnTo>
                  <a:pt x="717" y="1381"/>
                </a:lnTo>
                <a:lnTo>
                  <a:pt x="716" y="1381"/>
                </a:lnTo>
                <a:lnTo>
                  <a:pt x="716" y="1382"/>
                </a:lnTo>
                <a:lnTo>
                  <a:pt x="716" y="1381"/>
                </a:lnTo>
                <a:lnTo>
                  <a:pt x="715" y="1381"/>
                </a:lnTo>
                <a:lnTo>
                  <a:pt x="714" y="1381"/>
                </a:lnTo>
                <a:lnTo>
                  <a:pt x="713" y="1381"/>
                </a:lnTo>
                <a:lnTo>
                  <a:pt x="713" y="1380"/>
                </a:lnTo>
                <a:lnTo>
                  <a:pt x="713" y="1379"/>
                </a:lnTo>
                <a:lnTo>
                  <a:pt x="712" y="1379"/>
                </a:lnTo>
                <a:lnTo>
                  <a:pt x="713" y="1379"/>
                </a:lnTo>
                <a:lnTo>
                  <a:pt x="713" y="1378"/>
                </a:lnTo>
                <a:lnTo>
                  <a:pt x="712" y="1378"/>
                </a:lnTo>
                <a:lnTo>
                  <a:pt x="712" y="1377"/>
                </a:lnTo>
                <a:lnTo>
                  <a:pt x="711" y="1377"/>
                </a:lnTo>
                <a:lnTo>
                  <a:pt x="711" y="1376"/>
                </a:lnTo>
                <a:lnTo>
                  <a:pt x="711" y="1375"/>
                </a:lnTo>
                <a:lnTo>
                  <a:pt x="711" y="1374"/>
                </a:lnTo>
                <a:lnTo>
                  <a:pt x="712" y="1374"/>
                </a:lnTo>
                <a:lnTo>
                  <a:pt x="712" y="1373"/>
                </a:lnTo>
                <a:lnTo>
                  <a:pt x="712" y="1372"/>
                </a:lnTo>
                <a:lnTo>
                  <a:pt x="712" y="1371"/>
                </a:lnTo>
                <a:lnTo>
                  <a:pt x="712" y="1370"/>
                </a:lnTo>
                <a:lnTo>
                  <a:pt x="712" y="1369"/>
                </a:lnTo>
                <a:lnTo>
                  <a:pt x="711" y="1369"/>
                </a:lnTo>
                <a:lnTo>
                  <a:pt x="711" y="1368"/>
                </a:lnTo>
                <a:lnTo>
                  <a:pt x="711" y="1369"/>
                </a:lnTo>
                <a:lnTo>
                  <a:pt x="710" y="1369"/>
                </a:lnTo>
                <a:lnTo>
                  <a:pt x="710" y="1368"/>
                </a:lnTo>
                <a:lnTo>
                  <a:pt x="710" y="1367"/>
                </a:lnTo>
                <a:lnTo>
                  <a:pt x="709" y="1367"/>
                </a:lnTo>
                <a:lnTo>
                  <a:pt x="708" y="1367"/>
                </a:lnTo>
                <a:lnTo>
                  <a:pt x="708" y="1366"/>
                </a:lnTo>
                <a:lnTo>
                  <a:pt x="709" y="1366"/>
                </a:lnTo>
                <a:lnTo>
                  <a:pt x="709" y="1365"/>
                </a:lnTo>
                <a:lnTo>
                  <a:pt x="709" y="1364"/>
                </a:lnTo>
                <a:lnTo>
                  <a:pt x="708" y="1364"/>
                </a:lnTo>
                <a:lnTo>
                  <a:pt x="708" y="1363"/>
                </a:lnTo>
                <a:lnTo>
                  <a:pt x="707" y="1363"/>
                </a:lnTo>
                <a:lnTo>
                  <a:pt x="707" y="1362"/>
                </a:lnTo>
                <a:lnTo>
                  <a:pt x="707" y="1363"/>
                </a:lnTo>
                <a:lnTo>
                  <a:pt x="706" y="1363"/>
                </a:lnTo>
                <a:lnTo>
                  <a:pt x="705" y="1363"/>
                </a:lnTo>
                <a:lnTo>
                  <a:pt x="705" y="1364"/>
                </a:lnTo>
                <a:lnTo>
                  <a:pt x="704" y="1363"/>
                </a:lnTo>
                <a:lnTo>
                  <a:pt x="704" y="1362"/>
                </a:lnTo>
                <a:lnTo>
                  <a:pt x="704" y="1361"/>
                </a:lnTo>
                <a:lnTo>
                  <a:pt x="703" y="1361"/>
                </a:lnTo>
                <a:lnTo>
                  <a:pt x="703" y="1360"/>
                </a:lnTo>
                <a:lnTo>
                  <a:pt x="703" y="1359"/>
                </a:lnTo>
                <a:lnTo>
                  <a:pt x="702" y="1359"/>
                </a:lnTo>
                <a:lnTo>
                  <a:pt x="703" y="1359"/>
                </a:lnTo>
                <a:lnTo>
                  <a:pt x="703" y="1358"/>
                </a:lnTo>
                <a:lnTo>
                  <a:pt x="702" y="1358"/>
                </a:lnTo>
                <a:lnTo>
                  <a:pt x="701" y="1358"/>
                </a:lnTo>
                <a:lnTo>
                  <a:pt x="701" y="1357"/>
                </a:lnTo>
                <a:lnTo>
                  <a:pt x="702" y="1357"/>
                </a:lnTo>
                <a:lnTo>
                  <a:pt x="702" y="1356"/>
                </a:lnTo>
                <a:lnTo>
                  <a:pt x="701" y="1356"/>
                </a:lnTo>
                <a:lnTo>
                  <a:pt x="701" y="1355"/>
                </a:lnTo>
                <a:lnTo>
                  <a:pt x="701" y="1354"/>
                </a:lnTo>
                <a:lnTo>
                  <a:pt x="702" y="1354"/>
                </a:lnTo>
                <a:lnTo>
                  <a:pt x="702" y="1353"/>
                </a:lnTo>
                <a:lnTo>
                  <a:pt x="703" y="1353"/>
                </a:lnTo>
                <a:lnTo>
                  <a:pt x="703" y="1352"/>
                </a:lnTo>
                <a:lnTo>
                  <a:pt x="703" y="1351"/>
                </a:lnTo>
                <a:lnTo>
                  <a:pt x="703" y="1350"/>
                </a:lnTo>
                <a:lnTo>
                  <a:pt x="704" y="1350"/>
                </a:lnTo>
                <a:lnTo>
                  <a:pt x="704" y="1349"/>
                </a:lnTo>
                <a:lnTo>
                  <a:pt x="703" y="1349"/>
                </a:lnTo>
                <a:lnTo>
                  <a:pt x="703" y="1348"/>
                </a:lnTo>
                <a:lnTo>
                  <a:pt x="703" y="1347"/>
                </a:lnTo>
                <a:lnTo>
                  <a:pt x="702" y="1347"/>
                </a:lnTo>
                <a:lnTo>
                  <a:pt x="701" y="1347"/>
                </a:lnTo>
                <a:lnTo>
                  <a:pt x="701" y="1346"/>
                </a:lnTo>
                <a:lnTo>
                  <a:pt x="701" y="1345"/>
                </a:lnTo>
                <a:lnTo>
                  <a:pt x="700" y="1345"/>
                </a:lnTo>
                <a:lnTo>
                  <a:pt x="699" y="1345"/>
                </a:lnTo>
                <a:lnTo>
                  <a:pt x="699" y="1344"/>
                </a:lnTo>
                <a:lnTo>
                  <a:pt x="700" y="1344"/>
                </a:lnTo>
                <a:lnTo>
                  <a:pt x="700" y="1343"/>
                </a:lnTo>
                <a:lnTo>
                  <a:pt x="699" y="1343"/>
                </a:lnTo>
                <a:lnTo>
                  <a:pt x="700" y="1343"/>
                </a:lnTo>
                <a:lnTo>
                  <a:pt x="700" y="1342"/>
                </a:lnTo>
                <a:lnTo>
                  <a:pt x="700" y="1341"/>
                </a:lnTo>
                <a:lnTo>
                  <a:pt x="700" y="1340"/>
                </a:lnTo>
                <a:lnTo>
                  <a:pt x="701" y="1340"/>
                </a:lnTo>
                <a:lnTo>
                  <a:pt x="702" y="1340"/>
                </a:lnTo>
                <a:lnTo>
                  <a:pt x="702" y="1339"/>
                </a:lnTo>
                <a:lnTo>
                  <a:pt x="702" y="1338"/>
                </a:lnTo>
                <a:lnTo>
                  <a:pt x="702" y="1337"/>
                </a:lnTo>
                <a:lnTo>
                  <a:pt x="702" y="1336"/>
                </a:lnTo>
                <a:lnTo>
                  <a:pt x="703" y="1336"/>
                </a:lnTo>
                <a:lnTo>
                  <a:pt x="703" y="1335"/>
                </a:lnTo>
                <a:lnTo>
                  <a:pt x="702" y="1335"/>
                </a:lnTo>
                <a:lnTo>
                  <a:pt x="702" y="1334"/>
                </a:lnTo>
                <a:lnTo>
                  <a:pt x="702" y="1333"/>
                </a:lnTo>
                <a:lnTo>
                  <a:pt x="702" y="1332"/>
                </a:lnTo>
                <a:lnTo>
                  <a:pt x="701" y="1332"/>
                </a:lnTo>
                <a:lnTo>
                  <a:pt x="701" y="1331"/>
                </a:lnTo>
                <a:lnTo>
                  <a:pt x="700" y="1331"/>
                </a:lnTo>
                <a:lnTo>
                  <a:pt x="699" y="1331"/>
                </a:lnTo>
                <a:lnTo>
                  <a:pt x="698" y="1331"/>
                </a:lnTo>
                <a:lnTo>
                  <a:pt x="697" y="1331"/>
                </a:lnTo>
                <a:lnTo>
                  <a:pt x="697" y="1330"/>
                </a:lnTo>
                <a:lnTo>
                  <a:pt x="696" y="1330"/>
                </a:lnTo>
                <a:lnTo>
                  <a:pt x="696" y="1329"/>
                </a:lnTo>
                <a:lnTo>
                  <a:pt x="695" y="1329"/>
                </a:lnTo>
                <a:lnTo>
                  <a:pt x="695" y="1328"/>
                </a:lnTo>
                <a:lnTo>
                  <a:pt x="695" y="1327"/>
                </a:lnTo>
                <a:lnTo>
                  <a:pt x="694" y="1327"/>
                </a:lnTo>
                <a:lnTo>
                  <a:pt x="694" y="1326"/>
                </a:lnTo>
                <a:lnTo>
                  <a:pt x="694" y="1325"/>
                </a:lnTo>
                <a:lnTo>
                  <a:pt x="695" y="1325"/>
                </a:lnTo>
                <a:lnTo>
                  <a:pt x="695" y="1324"/>
                </a:lnTo>
                <a:lnTo>
                  <a:pt x="694" y="1324"/>
                </a:lnTo>
                <a:lnTo>
                  <a:pt x="693" y="1324"/>
                </a:lnTo>
                <a:lnTo>
                  <a:pt x="693" y="1322"/>
                </a:lnTo>
                <a:lnTo>
                  <a:pt x="692" y="1322"/>
                </a:lnTo>
                <a:lnTo>
                  <a:pt x="692" y="1321"/>
                </a:lnTo>
                <a:lnTo>
                  <a:pt x="692" y="1320"/>
                </a:lnTo>
                <a:lnTo>
                  <a:pt x="692" y="1319"/>
                </a:lnTo>
                <a:lnTo>
                  <a:pt x="692" y="1318"/>
                </a:lnTo>
                <a:lnTo>
                  <a:pt x="693" y="1318"/>
                </a:lnTo>
                <a:lnTo>
                  <a:pt x="693" y="1317"/>
                </a:lnTo>
                <a:lnTo>
                  <a:pt x="693" y="1316"/>
                </a:lnTo>
                <a:lnTo>
                  <a:pt x="693" y="1315"/>
                </a:lnTo>
                <a:lnTo>
                  <a:pt x="693" y="1314"/>
                </a:lnTo>
                <a:lnTo>
                  <a:pt x="692" y="1314"/>
                </a:lnTo>
                <a:lnTo>
                  <a:pt x="692" y="1313"/>
                </a:lnTo>
                <a:lnTo>
                  <a:pt x="691" y="1313"/>
                </a:lnTo>
                <a:lnTo>
                  <a:pt x="691" y="1312"/>
                </a:lnTo>
                <a:lnTo>
                  <a:pt x="690" y="1312"/>
                </a:lnTo>
                <a:lnTo>
                  <a:pt x="689" y="1312"/>
                </a:lnTo>
                <a:lnTo>
                  <a:pt x="689" y="1311"/>
                </a:lnTo>
                <a:lnTo>
                  <a:pt x="688" y="1311"/>
                </a:lnTo>
                <a:lnTo>
                  <a:pt x="688" y="1312"/>
                </a:lnTo>
                <a:lnTo>
                  <a:pt x="687" y="1312"/>
                </a:lnTo>
                <a:lnTo>
                  <a:pt x="686" y="1312"/>
                </a:lnTo>
                <a:lnTo>
                  <a:pt x="685" y="1311"/>
                </a:lnTo>
                <a:lnTo>
                  <a:pt x="684" y="1311"/>
                </a:lnTo>
                <a:lnTo>
                  <a:pt x="683" y="1311"/>
                </a:lnTo>
                <a:lnTo>
                  <a:pt x="682" y="1311"/>
                </a:lnTo>
                <a:lnTo>
                  <a:pt x="682" y="1310"/>
                </a:lnTo>
                <a:lnTo>
                  <a:pt x="681" y="1310"/>
                </a:lnTo>
                <a:lnTo>
                  <a:pt x="681" y="1309"/>
                </a:lnTo>
                <a:lnTo>
                  <a:pt x="680" y="1309"/>
                </a:lnTo>
                <a:lnTo>
                  <a:pt x="681" y="1309"/>
                </a:lnTo>
                <a:lnTo>
                  <a:pt x="681" y="1308"/>
                </a:lnTo>
                <a:lnTo>
                  <a:pt x="681" y="1307"/>
                </a:lnTo>
                <a:lnTo>
                  <a:pt x="681" y="1306"/>
                </a:lnTo>
                <a:lnTo>
                  <a:pt x="681" y="1305"/>
                </a:lnTo>
                <a:lnTo>
                  <a:pt x="681" y="1304"/>
                </a:lnTo>
                <a:lnTo>
                  <a:pt x="681" y="1303"/>
                </a:lnTo>
                <a:lnTo>
                  <a:pt x="680" y="1303"/>
                </a:lnTo>
                <a:lnTo>
                  <a:pt x="680" y="1302"/>
                </a:lnTo>
                <a:lnTo>
                  <a:pt x="680" y="1301"/>
                </a:lnTo>
                <a:lnTo>
                  <a:pt x="680" y="1300"/>
                </a:lnTo>
                <a:lnTo>
                  <a:pt x="681" y="1300"/>
                </a:lnTo>
                <a:lnTo>
                  <a:pt x="681" y="1299"/>
                </a:lnTo>
                <a:lnTo>
                  <a:pt x="682" y="1299"/>
                </a:lnTo>
                <a:lnTo>
                  <a:pt x="683" y="1299"/>
                </a:lnTo>
                <a:lnTo>
                  <a:pt x="684" y="1300"/>
                </a:lnTo>
                <a:lnTo>
                  <a:pt x="684" y="1299"/>
                </a:lnTo>
                <a:lnTo>
                  <a:pt x="685" y="1299"/>
                </a:lnTo>
                <a:lnTo>
                  <a:pt x="685" y="1300"/>
                </a:lnTo>
                <a:lnTo>
                  <a:pt x="685" y="1299"/>
                </a:lnTo>
                <a:lnTo>
                  <a:pt x="686" y="1299"/>
                </a:lnTo>
                <a:lnTo>
                  <a:pt x="686" y="1298"/>
                </a:lnTo>
                <a:lnTo>
                  <a:pt x="685" y="1298"/>
                </a:lnTo>
                <a:lnTo>
                  <a:pt x="685" y="1297"/>
                </a:lnTo>
                <a:lnTo>
                  <a:pt x="684" y="1297"/>
                </a:lnTo>
                <a:lnTo>
                  <a:pt x="683" y="1297"/>
                </a:lnTo>
                <a:lnTo>
                  <a:pt x="683" y="1296"/>
                </a:lnTo>
                <a:lnTo>
                  <a:pt x="682" y="1296"/>
                </a:lnTo>
                <a:lnTo>
                  <a:pt x="682" y="1295"/>
                </a:lnTo>
                <a:lnTo>
                  <a:pt x="682" y="1294"/>
                </a:lnTo>
                <a:lnTo>
                  <a:pt x="681" y="1294"/>
                </a:lnTo>
                <a:lnTo>
                  <a:pt x="680" y="1294"/>
                </a:lnTo>
                <a:lnTo>
                  <a:pt x="679" y="1294"/>
                </a:lnTo>
                <a:lnTo>
                  <a:pt x="678" y="1294"/>
                </a:lnTo>
                <a:lnTo>
                  <a:pt x="678" y="1293"/>
                </a:lnTo>
                <a:lnTo>
                  <a:pt x="677" y="1293"/>
                </a:lnTo>
                <a:lnTo>
                  <a:pt x="677" y="1292"/>
                </a:lnTo>
                <a:lnTo>
                  <a:pt x="676" y="1292"/>
                </a:lnTo>
                <a:lnTo>
                  <a:pt x="676" y="1291"/>
                </a:lnTo>
                <a:lnTo>
                  <a:pt x="675" y="1291"/>
                </a:lnTo>
                <a:lnTo>
                  <a:pt x="675" y="1290"/>
                </a:lnTo>
                <a:lnTo>
                  <a:pt x="676" y="1290"/>
                </a:lnTo>
                <a:lnTo>
                  <a:pt x="676" y="1289"/>
                </a:lnTo>
                <a:lnTo>
                  <a:pt x="676" y="1288"/>
                </a:lnTo>
                <a:lnTo>
                  <a:pt x="676" y="1287"/>
                </a:lnTo>
                <a:lnTo>
                  <a:pt x="675" y="1287"/>
                </a:lnTo>
                <a:lnTo>
                  <a:pt x="674" y="1287"/>
                </a:lnTo>
                <a:lnTo>
                  <a:pt x="674" y="1286"/>
                </a:lnTo>
                <a:lnTo>
                  <a:pt x="673" y="1286"/>
                </a:lnTo>
                <a:lnTo>
                  <a:pt x="673" y="1287"/>
                </a:lnTo>
                <a:lnTo>
                  <a:pt x="673" y="1286"/>
                </a:lnTo>
                <a:lnTo>
                  <a:pt x="673" y="1285"/>
                </a:lnTo>
                <a:lnTo>
                  <a:pt x="672" y="1285"/>
                </a:lnTo>
                <a:lnTo>
                  <a:pt x="672" y="1286"/>
                </a:lnTo>
                <a:lnTo>
                  <a:pt x="671" y="1286"/>
                </a:lnTo>
                <a:lnTo>
                  <a:pt x="671" y="1287"/>
                </a:lnTo>
                <a:lnTo>
                  <a:pt x="671" y="1288"/>
                </a:lnTo>
                <a:lnTo>
                  <a:pt x="670" y="1288"/>
                </a:lnTo>
                <a:lnTo>
                  <a:pt x="669" y="1288"/>
                </a:lnTo>
                <a:lnTo>
                  <a:pt x="669" y="1289"/>
                </a:lnTo>
                <a:lnTo>
                  <a:pt x="669" y="1288"/>
                </a:lnTo>
                <a:lnTo>
                  <a:pt x="668" y="1288"/>
                </a:lnTo>
                <a:lnTo>
                  <a:pt x="667" y="1288"/>
                </a:lnTo>
                <a:lnTo>
                  <a:pt x="667" y="1287"/>
                </a:lnTo>
                <a:lnTo>
                  <a:pt x="667" y="1288"/>
                </a:lnTo>
                <a:lnTo>
                  <a:pt x="666" y="1288"/>
                </a:lnTo>
                <a:lnTo>
                  <a:pt x="666" y="1287"/>
                </a:lnTo>
                <a:lnTo>
                  <a:pt x="666" y="1286"/>
                </a:lnTo>
                <a:lnTo>
                  <a:pt x="666" y="1285"/>
                </a:lnTo>
                <a:lnTo>
                  <a:pt x="667" y="1285"/>
                </a:lnTo>
                <a:lnTo>
                  <a:pt x="667" y="1284"/>
                </a:lnTo>
                <a:lnTo>
                  <a:pt x="668" y="1284"/>
                </a:lnTo>
                <a:lnTo>
                  <a:pt x="668" y="1283"/>
                </a:lnTo>
                <a:lnTo>
                  <a:pt x="667" y="1283"/>
                </a:lnTo>
                <a:lnTo>
                  <a:pt x="667" y="1282"/>
                </a:lnTo>
                <a:lnTo>
                  <a:pt x="666" y="1282"/>
                </a:lnTo>
                <a:lnTo>
                  <a:pt x="666" y="1281"/>
                </a:lnTo>
                <a:lnTo>
                  <a:pt x="665" y="1281"/>
                </a:lnTo>
                <a:lnTo>
                  <a:pt x="664" y="1281"/>
                </a:lnTo>
                <a:lnTo>
                  <a:pt x="664" y="1280"/>
                </a:lnTo>
                <a:lnTo>
                  <a:pt x="664" y="1281"/>
                </a:lnTo>
                <a:lnTo>
                  <a:pt x="663" y="1281"/>
                </a:lnTo>
                <a:lnTo>
                  <a:pt x="662" y="1281"/>
                </a:lnTo>
                <a:lnTo>
                  <a:pt x="661" y="1281"/>
                </a:lnTo>
                <a:lnTo>
                  <a:pt x="661" y="1280"/>
                </a:lnTo>
                <a:lnTo>
                  <a:pt x="661" y="1279"/>
                </a:lnTo>
                <a:lnTo>
                  <a:pt x="660" y="1279"/>
                </a:lnTo>
                <a:lnTo>
                  <a:pt x="660" y="1280"/>
                </a:lnTo>
                <a:lnTo>
                  <a:pt x="660" y="1281"/>
                </a:lnTo>
                <a:lnTo>
                  <a:pt x="659" y="1281"/>
                </a:lnTo>
                <a:lnTo>
                  <a:pt x="658" y="1281"/>
                </a:lnTo>
                <a:lnTo>
                  <a:pt x="658" y="1280"/>
                </a:lnTo>
                <a:lnTo>
                  <a:pt x="657" y="1280"/>
                </a:lnTo>
                <a:lnTo>
                  <a:pt x="657" y="1281"/>
                </a:lnTo>
                <a:lnTo>
                  <a:pt x="654" y="1281"/>
                </a:lnTo>
                <a:lnTo>
                  <a:pt x="654" y="1282"/>
                </a:lnTo>
                <a:lnTo>
                  <a:pt x="655" y="1282"/>
                </a:lnTo>
                <a:lnTo>
                  <a:pt x="655" y="1283"/>
                </a:lnTo>
                <a:lnTo>
                  <a:pt x="654" y="1283"/>
                </a:lnTo>
                <a:lnTo>
                  <a:pt x="653" y="1283"/>
                </a:lnTo>
                <a:lnTo>
                  <a:pt x="653" y="1282"/>
                </a:lnTo>
                <a:lnTo>
                  <a:pt x="652" y="1282"/>
                </a:lnTo>
                <a:lnTo>
                  <a:pt x="652" y="1281"/>
                </a:lnTo>
                <a:lnTo>
                  <a:pt x="651" y="1281"/>
                </a:lnTo>
                <a:lnTo>
                  <a:pt x="651" y="1280"/>
                </a:lnTo>
                <a:lnTo>
                  <a:pt x="651" y="1279"/>
                </a:lnTo>
                <a:lnTo>
                  <a:pt x="651" y="1278"/>
                </a:lnTo>
                <a:lnTo>
                  <a:pt x="651" y="1277"/>
                </a:lnTo>
                <a:lnTo>
                  <a:pt x="650" y="1277"/>
                </a:lnTo>
                <a:lnTo>
                  <a:pt x="649" y="1277"/>
                </a:lnTo>
                <a:lnTo>
                  <a:pt x="649" y="1276"/>
                </a:lnTo>
                <a:lnTo>
                  <a:pt x="648" y="1276"/>
                </a:lnTo>
                <a:lnTo>
                  <a:pt x="647" y="1276"/>
                </a:lnTo>
                <a:lnTo>
                  <a:pt x="647" y="1274"/>
                </a:lnTo>
                <a:lnTo>
                  <a:pt x="648" y="1274"/>
                </a:lnTo>
                <a:lnTo>
                  <a:pt x="647" y="1274"/>
                </a:lnTo>
                <a:lnTo>
                  <a:pt x="647" y="1273"/>
                </a:lnTo>
                <a:lnTo>
                  <a:pt x="647" y="1272"/>
                </a:lnTo>
                <a:lnTo>
                  <a:pt x="647" y="1271"/>
                </a:lnTo>
                <a:lnTo>
                  <a:pt x="647" y="1270"/>
                </a:lnTo>
                <a:lnTo>
                  <a:pt x="646" y="1271"/>
                </a:lnTo>
                <a:lnTo>
                  <a:pt x="645" y="1271"/>
                </a:lnTo>
                <a:lnTo>
                  <a:pt x="645" y="1270"/>
                </a:lnTo>
                <a:lnTo>
                  <a:pt x="645" y="1269"/>
                </a:lnTo>
                <a:lnTo>
                  <a:pt x="644" y="1269"/>
                </a:lnTo>
                <a:lnTo>
                  <a:pt x="644" y="1268"/>
                </a:lnTo>
                <a:lnTo>
                  <a:pt x="644" y="1267"/>
                </a:lnTo>
                <a:lnTo>
                  <a:pt x="643" y="1267"/>
                </a:lnTo>
                <a:lnTo>
                  <a:pt x="643" y="1266"/>
                </a:lnTo>
                <a:lnTo>
                  <a:pt x="642" y="1266"/>
                </a:lnTo>
                <a:lnTo>
                  <a:pt x="642" y="1267"/>
                </a:lnTo>
                <a:lnTo>
                  <a:pt x="641" y="1267"/>
                </a:lnTo>
                <a:lnTo>
                  <a:pt x="640" y="1267"/>
                </a:lnTo>
                <a:lnTo>
                  <a:pt x="640" y="1266"/>
                </a:lnTo>
                <a:lnTo>
                  <a:pt x="639" y="1266"/>
                </a:lnTo>
                <a:lnTo>
                  <a:pt x="638" y="1266"/>
                </a:lnTo>
                <a:lnTo>
                  <a:pt x="637" y="1266"/>
                </a:lnTo>
                <a:lnTo>
                  <a:pt x="636" y="1266"/>
                </a:lnTo>
                <a:lnTo>
                  <a:pt x="635" y="1266"/>
                </a:lnTo>
                <a:lnTo>
                  <a:pt x="634" y="1266"/>
                </a:lnTo>
                <a:lnTo>
                  <a:pt x="634" y="1265"/>
                </a:lnTo>
                <a:lnTo>
                  <a:pt x="633" y="1265"/>
                </a:lnTo>
                <a:lnTo>
                  <a:pt x="633" y="1264"/>
                </a:lnTo>
                <a:lnTo>
                  <a:pt x="633" y="1263"/>
                </a:lnTo>
                <a:lnTo>
                  <a:pt x="632" y="1263"/>
                </a:lnTo>
                <a:lnTo>
                  <a:pt x="632" y="1262"/>
                </a:lnTo>
                <a:lnTo>
                  <a:pt x="633" y="1262"/>
                </a:lnTo>
                <a:lnTo>
                  <a:pt x="633" y="1261"/>
                </a:lnTo>
                <a:lnTo>
                  <a:pt x="634" y="1260"/>
                </a:lnTo>
                <a:lnTo>
                  <a:pt x="634" y="1259"/>
                </a:lnTo>
                <a:lnTo>
                  <a:pt x="633" y="1259"/>
                </a:lnTo>
                <a:lnTo>
                  <a:pt x="633" y="1258"/>
                </a:lnTo>
                <a:lnTo>
                  <a:pt x="633" y="1257"/>
                </a:lnTo>
                <a:lnTo>
                  <a:pt x="632" y="1257"/>
                </a:lnTo>
                <a:lnTo>
                  <a:pt x="632" y="1256"/>
                </a:lnTo>
                <a:lnTo>
                  <a:pt x="632" y="1257"/>
                </a:lnTo>
                <a:lnTo>
                  <a:pt x="631" y="1257"/>
                </a:lnTo>
                <a:lnTo>
                  <a:pt x="630" y="1257"/>
                </a:lnTo>
                <a:lnTo>
                  <a:pt x="630" y="1256"/>
                </a:lnTo>
                <a:lnTo>
                  <a:pt x="629" y="1256"/>
                </a:lnTo>
                <a:lnTo>
                  <a:pt x="629" y="1255"/>
                </a:lnTo>
                <a:lnTo>
                  <a:pt x="629" y="1256"/>
                </a:lnTo>
                <a:lnTo>
                  <a:pt x="628" y="1256"/>
                </a:lnTo>
                <a:lnTo>
                  <a:pt x="627" y="1256"/>
                </a:lnTo>
                <a:lnTo>
                  <a:pt x="626" y="1256"/>
                </a:lnTo>
                <a:lnTo>
                  <a:pt x="626" y="1255"/>
                </a:lnTo>
                <a:lnTo>
                  <a:pt x="624" y="1255"/>
                </a:lnTo>
                <a:lnTo>
                  <a:pt x="624" y="1256"/>
                </a:lnTo>
                <a:lnTo>
                  <a:pt x="624" y="1257"/>
                </a:lnTo>
                <a:lnTo>
                  <a:pt x="623" y="1257"/>
                </a:lnTo>
                <a:lnTo>
                  <a:pt x="622" y="1257"/>
                </a:lnTo>
                <a:lnTo>
                  <a:pt x="621" y="1257"/>
                </a:lnTo>
                <a:lnTo>
                  <a:pt x="620" y="1257"/>
                </a:lnTo>
                <a:lnTo>
                  <a:pt x="620" y="1258"/>
                </a:lnTo>
                <a:lnTo>
                  <a:pt x="618" y="1258"/>
                </a:lnTo>
                <a:lnTo>
                  <a:pt x="618" y="1257"/>
                </a:lnTo>
                <a:lnTo>
                  <a:pt x="617" y="1257"/>
                </a:lnTo>
                <a:lnTo>
                  <a:pt x="617" y="1256"/>
                </a:lnTo>
                <a:lnTo>
                  <a:pt x="616" y="1256"/>
                </a:lnTo>
                <a:lnTo>
                  <a:pt x="615" y="1256"/>
                </a:lnTo>
                <a:lnTo>
                  <a:pt x="615" y="1255"/>
                </a:lnTo>
                <a:lnTo>
                  <a:pt x="615" y="1256"/>
                </a:lnTo>
                <a:lnTo>
                  <a:pt x="614" y="1256"/>
                </a:lnTo>
                <a:lnTo>
                  <a:pt x="613" y="1256"/>
                </a:lnTo>
                <a:lnTo>
                  <a:pt x="613" y="1255"/>
                </a:lnTo>
                <a:lnTo>
                  <a:pt x="612" y="1255"/>
                </a:lnTo>
                <a:lnTo>
                  <a:pt x="612" y="1254"/>
                </a:lnTo>
                <a:lnTo>
                  <a:pt x="612" y="1253"/>
                </a:lnTo>
                <a:lnTo>
                  <a:pt x="612" y="1252"/>
                </a:lnTo>
                <a:lnTo>
                  <a:pt x="612" y="1251"/>
                </a:lnTo>
                <a:lnTo>
                  <a:pt x="613" y="1251"/>
                </a:lnTo>
                <a:lnTo>
                  <a:pt x="613" y="1250"/>
                </a:lnTo>
                <a:lnTo>
                  <a:pt x="613" y="1249"/>
                </a:lnTo>
                <a:lnTo>
                  <a:pt x="612" y="1249"/>
                </a:lnTo>
                <a:lnTo>
                  <a:pt x="612" y="1248"/>
                </a:lnTo>
                <a:lnTo>
                  <a:pt x="611" y="1248"/>
                </a:lnTo>
                <a:lnTo>
                  <a:pt x="610" y="1248"/>
                </a:lnTo>
                <a:lnTo>
                  <a:pt x="609" y="1248"/>
                </a:lnTo>
                <a:lnTo>
                  <a:pt x="608" y="1248"/>
                </a:lnTo>
                <a:lnTo>
                  <a:pt x="608" y="1247"/>
                </a:lnTo>
                <a:lnTo>
                  <a:pt x="607" y="1247"/>
                </a:lnTo>
                <a:lnTo>
                  <a:pt x="607" y="1246"/>
                </a:lnTo>
                <a:lnTo>
                  <a:pt x="606" y="1246"/>
                </a:lnTo>
                <a:lnTo>
                  <a:pt x="605" y="1246"/>
                </a:lnTo>
                <a:lnTo>
                  <a:pt x="605" y="1245"/>
                </a:lnTo>
                <a:lnTo>
                  <a:pt x="604" y="1245"/>
                </a:lnTo>
                <a:lnTo>
                  <a:pt x="605" y="1244"/>
                </a:lnTo>
                <a:lnTo>
                  <a:pt x="605" y="1243"/>
                </a:lnTo>
                <a:lnTo>
                  <a:pt x="605" y="1242"/>
                </a:lnTo>
                <a:lnTo>
                  <a:pt x="604" y="1241"/>
                </a:lnTo>
                <a:lnTo>
                  <a:pt x="605" y="1241"/>
                </a:lnTo>
                <a:lnTo>
                  <a:pt x="605" y="1240"/>
                </a:lnTo>
                <a:lnTo>
                  <a:pt x="604" y="1240"/>
                </a:lnTo>
                <a:lnTo>
                  <a:pt x="604" y="1239"/>
                </a:lnTo>
                <a:lnTo>
                  <a:pt x="604" y="1238"/>
                </a:lnTo>
                <a:lnTo>
                  <a:pt x="604" y="1237"/>
                </a:lnTo>
                <a:lnTo>
                  <a:pt x="603" y="1237"/>
                </a:lnTo>
                <a:lnTo>
                  <a:pt x="603" y="1236"/>
                </a:lnTo>
                <a:lnTo>
                  <a:pt x="602" y="1236"/>
                </a:lnTo>
                <a:lnTo>
                  <a:pt x="601" y="1236"/>
                </a:lnTo>
                <a:lnTo>
                  <a:pt x="601" y="1235"/>
                </a:lnTo>
                <a:lnTo>
                  <a:pt x="599" y="1235"/>
                </a:lnTo>
                <a:lnTo>
                  <a:pt x="598" y="1235"/>
                </a:lnTo>
                <a:lnTo>
                  <a:pt x="598" y="1236"/>
                </a:lnTo>
                <a:lnTo>
                  <a:pt x="597" y="1235"/>
                </a:lnTo>
                <a:lnTo>
                  <a:pt x="596" y="1235"/>
                </a:lnTo>
                <a:lnTo>
                  <a:pt x="596" y="1236"/>
                </a:lnTo>
                <a:lnTo>
                  <a:pt x="595" y="1236"/>
                </a:lnTo>
                <a:lnTo>
                  <a:pt x="594" y="1236"/>
                </a:lnTo>
                <a:lnTo>
                  <a:pt x="593" y="1236"/>
                </a:lnTo>
                <a:lnTo>
                  <a:pt x="593" y="1235"/>
                </a:lnTo>
                <a:lnTo>
                  <a:pt x="593" y="1234"/>
                </a:lnTo>
                <a:lnTo>
                  <a:pt x="593" y="1233"/>
                </a:lnTo>
                <a:lnTo>
                  <a:pt x="594" y="1233"/>
                </a:lnTo>
                <a:lnTo>
                  <a:pt x="594" y="1232"/>
                </a:lnTo>
                <a:lnTo>
                  <a:pt x="595" y="1232"/>
                </a:lnTo>
                <a:lnTo>
                  <a:pt x="595" y="1230"/>
                </a:lnTo>
                <a:lnTo>
                  <a:pt x="596" y="1229"/>
                </a:lnTo>
                <a:lnTo>
                  <a:pt x="596" y="1230"/>
                </a:lnTo>
                <a:lnTo>
                  <a:pt x="597" y="1230"/>
                </a:lnTo>
                <a:lnTo>
                  <a:pt x="598" y="1230"/>
                </a:lnTo>
                <a:lnTo>
                  <a:pt x="599" y="1230"/>
                </a:lnTo>
                <a:lnTo>
                  <a:pt x="599" y="1229"/>
                </a:lnTo>
                <a:lnTo>
                  <a:pt x="600" y="1229"/>
                </a:lnTo>
                <a:lnTo>
                  <a:pt x="601" y="1229"/>
                </a:lnTo>
                <a:lnTo>
                  <a:pt x="601" y="1228"/>
                </a:lnTo>
                <a:lnTo>
                  <a:pt x="602" y="1228"/>
                </a:lnTo>
                <a:lnTo>
                  <a:pt x="602" y="1227"/>
                </a:lnTo>
                <a:lnTo>
                  <a:pt x="602" y="1228"/>
                </a:lnTo>
                <a:lnTo>
                  <a:pt x="602" y="1227"/>
                </a:lnTo>
                <a:lnTo>
                  <a:pt x="603" y="1227"/>
                </a:lnTo>
                <a:lnTo>
                  <a:pt x="603" y="1226"/>
                </a:lnTo>
                <a:lnTo>
                  <a:pt x="603" y="1225"/>
                </a:lnTo>
                <a:lnTo>
                  <a:pt x="602" y="1225"/>
                </a:lnTo>
                <a:lnTo>
                  <a:pt x="602" y="1224"/>
                </a:lnTo>
                <a:lnTo>
                  <a:pt x="603" y="1224"/>
                </a:lnTo>
                <a:lnTo>
                  <a:pt x="602" y="1224"/>
                </a:lnTo>
                <a:lnTo>
                  <a:pt x="602" y="1223"/>
                </a:lnTo>
                <a:lnTo>
                  <a:pt x="602" y="1222"/>
                </a:lnTo>
                <a:lnTo>
                  <a:pt x="603" y="1222"/>
                </a:lnTo>
                <a:lnTo>
                  <a:pt x="602" y="1222"/>
                </a:lnTo>
                <a:lnTo>
                  <a:pt x="602" y="1221"/>
                </a:lnTo>
                <a:lnTo>
                  <a:pt x="600" y="1221"/>
                </a:lnTo>
                <a:lnTo>
                  <a:pt x="600" y="1220"/>
                </a:lnTo>
                <a:lnTo>
                  <a:pt x="599" y="1220"/>
                </a:lnTo>
                <a:lnTo>
                  <a:pt x="599" y="1219"/>
                </a:lnTo>
                <a:lnTo>
                  <a:pt x="599" y="1218"/>
                </a:lnTo>
                <a:lnTo>
                  <a:pt x="599" y="1217"/>
                </a:lnTo>
                <a:lnTo>
                  <a:pt x="598" y="1217"/>
                </a:lnTo>
                <a:lnTo>
                  <a:pt x="597" y="1217"/>
                </a:lnTo>
                <a:lnTo>
                  <a:pt x="596" y="1217"/>
                </a:lnTo>
                <a:lnTo>
                  <a:pt x="596" y="1218"/>
                </a:lnTo>
                <a:lnTo>
                  <a:pt x="595" y="1218"/>
                </a:lnTo>
                <a:lnTo>
                  <a:pt x="594" y="1218"/>
                </a:lnTo>
                <a:lnTo>
                  <a:pt x="593" y="1218"/>
                </a:lnTo>
                <a:lnTo>
                  <a:pt x="592" y="1218"/>
                </a:lnTo>
                <a:lnTo>
                  <a:pt x="592" y="1219"/>
                </a:lnTo>
                <a:lnTo>
                  <a:pt x="592" y="1218"/>
                </a:lnTo>
                <a:lnTo>
                  <a:pt x="591" y="1218"/>
                </a:lnTo>
                <a:lnTo>
                  <a:pt x="591" y="1219"/>
                </a:lnTo>
                <a:lnTo>
                  <a:pt x="590" y="1219"/>
                </a:lnTo>
                <a:lnTo>
                  <a:pt x="589" y="1218"/>
                </a:lnTo>
                <a:lnTo>
                  <a:pt x="589" y="1219"/>
                </a:lnTo>
                <a:lnTo>
                  <a:pt x="588" y="1219"/>
                </a:lnTo>
                <a:lnTo>
                  <a:pt x="587" y="1219"/>
                </a:lnTo>
                <a:lnTo>
                  <a:pt x="587" y="1218"/>
                </a:lnTo>
                <a:lnTo>
                  <a:pt x="586" y="1218"/>
                </a:lnTo>
                <a:lnTo>
                  <a:pt x="585" y="1218"/>
                </a:lnTo>
                <a:lnTo>
                  <a:pt x="584" y="1217"/>
                </a:lnTo>
                <a:lnTo>
                  <a:pt x="584" y="1216"/>
                </a:lnTo>
                <a:lnTo>
                  <a:pt x="585" y="1216"/>
                </a:lnTo>
                <a:lnTo>
                  <a:pt x="586" y="1216"/>
                </a:lnTo>
                <a:lnTo>
                  <a:pt x="587" y="1216"/>
                </a:lnTo>
                <a:lnTo>
                  <a:pt x="587" y="1215"/>
                </a:lnTo>
                <a:lnTo>
                  <a:pt x="587" y="1214"/>
                </a:lnTo>
                <a:lnTo>
                  <a:pt x="588" y="1214"/>
                </a:lnTo>
                <a:lnTo>
                  <a:pt x="588" y="1213"/>
                </a:lnTo>
                <a:lnTo>
                  <a:pt x="589" y="1213"/>
                </a:lnTo>
                <a:lnTo>
                  <a:pt x="589" y="1212"/>
                </a:lnTo>
                <a:lnTo>
                  <a:pt x="590" y="1212"/>
                </a:lnTo>
                <a:lnTo>
                  <a:pt x="589" y="1212"/>
                </a:lnTo>
                <a:lnTo>
                  <a:pt x="589" y="1211"/>
                </a:lnTo>
                <a:lnTo>
                  <a:pt x="589" y="1210"/>
                </a:lnTo>
                <a:lnTo>
                  <a:pt x="588" y="1210"/>
                </a:lnTo>
                <a:lnTo>
                  <a:pt x="587" y="1210"/>
                </a:lnTo>
                <a:lnTo>
                  <a:pt x="587" y="1209"/>
                </a:lnTo>
                <a:lnTo>
                  <a:pt x="586" y="1209"/>
                </a:lnTo>
                <a:lnTo>
                  <a:pt x="585" y="1209"/>
                </a:lnTo>
                <a:lnTo>
                  <a:pt x="585" y="1208"/>
                </a:lnTo>
                <a:lnTo>
                  <a:pt x="584" y="1208"/>
                </a:lnTo>
                <a:lnTo>
                  <a:pt x="584" y="1207"/>
                </a:lnTo>
                <a:lnTo>
                  <a:pt x="584" y="1206"/>
                </a:lnTo>
                <a:lnTo>
                  <a:pt x="584" y="1205"/>
                </a:lnTo>
                <a:lnTo>
                  <a:pt x="583" y="1205"/>
                </a:lnTo>
                <a:lnTo>
                  <a:pt x="583" y="1204"/>
                </a:lnTo>
                <a:lnTo>
                  <a:pt x="583" y="1203"/>
                </a:lnTo>
                <a:lnTo>
                  <a:pt x="583" y="1202"/>
                </a:lnTo>
                <a:lnTo>
                  <a:pt x="582" y="1202"/>
                </a:lnTo>
                <a:lnTo>
                  <a:pt x="582" y="1199"/>
                </a:lnTo>
                <a:lnTo>
                  <a:pt x="582" y="1198"/>
                </a:lnTo>
                <a:lnTo>
                  <a:pt x="581" y="1198"/>
                </a:lnTo>
                <a:lnTo>
                  <a:pt x="581" y="1197"/>
                </a:lnTo>
                <a:lnTo>
                  <a:pt x="580" y="1197"/>
                </a:lnTo>
                <a:lnTo>
                  <a:pt x="580" y="1196"/>
                </a:lnTo>
                <a:lnTo>
                  <a:pt x="580" y="1195"/>
                </a:lnTo>
                <a:lnTo>
                  <a:pt x="580" y="1194"/>
                </a:lnTo>
                <a:lnTo>
                  <a:pt x="580" y="1193"/>
                </a:lnTo>
                <a:lnTo>
                  <a:pt x="580" y="1192"/>
                </a:lnTo>
                <a:lnTo>
                  <a:pt x="580" y="1191"/>
                </a:lnTo>
                <a:lnTo>
                  <a:pt x="580" y="1190"/>
                </a:lnTo>
                <a:lnTo>
                  <a:pt x="579" y="1190"/>
                </a:lnTo>
                <a:lnTo>
                  <a:pt x="578" y="1189"/>
                </a:lnTo>
                <a:lnTo>
                  <a:pt x="578" y="1188"/>
                </a:lnTo>
                <a:lnTo>
                  <a:pt x="577" y="1188"/>
                </a:lnTo>
                <a:lnTo>
                  <a:pt x="577" y="1187"/>
                </a:lnTo>
                <a:lnTo>
                  <a:pt x="576" y="1187"/>
                </a:lnTo>
                <a:lnTo>
                  <a:pt x="576" y="1186"/>
                </a:lnTo>
                <a:lnTo>
                  <a:pt x="575" y="1186"/>
                </a:lnTo>
                <a:lnTo>
                  <a:pt x="574" y="1187"/>
                </a:lnTo>
                <a:lnTo>
                  <a:pt x="574" y="1188"/>
                </a:lnTo>
                <a:lnTo>
                  <a:pt x="573" y="1188"/>
                </a:lnTo>
                <a:lnTo>
                  <a:pt x="573" y="1189"/>
                </a:lnTo>
                <a:lnTo>
                  <a:pt x="572" y="1189"/>
                </a:lnTo>
                <a:lnTo>
                  <a:pt x="571" y="1189"/>
                </a:lnTo>
                <a:lnTo>
                  <a:pt x="571" y="1190"/>
                </a:lnTo>
                <a:lnTo>
                  <a:pt x="570" y="1190"/>
                </a:lnTo>
                <a:lnTo>
                  <a:pt x="569" y="1190"/>
                </a:lnTo>
                <a:lnTo>
                  <a:pt x="568" y="1190"/>
                </a:lnTo>
                <a:lnTo>
                  <a:pt x="568" y="1189"/>
                </a:lnTo>
                <a:lnTo>
                  <a:pt x="568" y="1188"/>
                </a:lnTo>
                <a:lnTo>
                  <a:pt x="567" y="1188"/>
                </a:lnTo>
                <a:lnTo>
                  <a:pt x="567" y="1187"/>
                </a:lnTo>
                <a:lnTo>
                  <a:pt x="566" y="1187"/>
                </a:lnTo>
                <a:lnTo>
                  <a:pt x="566" y="1186"/>
                </a:lnTo>
                <a:lnTo>
                  <a:pt x="565" y="1186"/>
                </a:lnTo>
                <a:lnTo>
                  <a:pt x="565" y="1185"/>
                </a:lnTo>
                <a:lnTo>
                  <a:pt x="566" y="1185"/>
                </a:lnTo>
                <a:lnTo>
                  <a:pt x="566" y="1184"/>
                </a:lnTo>
                <a:lnTo>
                  <a:pt x="566" y="1183"/>
                </a:lnTo>
                <a:lnTo>
                  <a:pt x="565" y="1183"/>
                </a:lnTo>
                <a:lnTo>
                  <a:pt x="564" y="1182"/>
                </a:lnTo>
                <a:lnTo>
                  <a:pt x="564" y="1181"/>
                </a:lnTo>
                <a:lnTo>
                  <a:pt x="564" y="1182"/>
                </a:lnTo>
                <a:lnTo>
                  <a:pt x="563" y="1182"/>
                </a:lnTo>
                <a:lnTo>
                  <a:pt x="563" y="1181"/>
                </a:lnTo>
                <a:lnTo>
                  <a:pt x="562" y="1181"/>
                </a:lnTo>
                <a:lnTo>
                  <a:pt x="561" y="1181"/>
                </a:lnTo>
                <a:lnTo>
                  <a:pt x="561" y="1180"/>
                </a:lnTo>
                <a:lnTo>
                  <a:pt x="561" y="1179"/>
                </a:lnTo>
                <a:lnTo>
                  <a:pt x="560" y="1179"/>
                </a:lnTo>
                <a:lnTo>
                  <a:pt x="559" y="1179"/>
                </a:lnTo>
                <a:lnTo>
                  <a:pt x="559" y="1178"/>
                </a:lnTo>
                <a:lnTo>
                  <a:pt x="558" y="1178"/>
                </a:lnTo>
                <a:lnTo>
                  <a:pt x="558" y="1177"/>
                </a:lnTo>
                <a:lnTo>
                  <a:pt x="558" y="1176"/>
                </a:lnTo>
                <a:lnTo>
                  <a:pt x="558" y="1175"/>
                </a:lnTo>
                <a:lnTo>
                  <a:pt x="557" y="1175"/>
                </a:lnTo>
                <a:lnTo>
                  <a:pt x="557" y="1174"/>
                </a:lnTo>
                <a:lnTo>
                  <a:pt x="556" y="1173"/>
                </a:lnTo>
                <a:lnTo>
                  <a:pt x="556" y="1172"/>
                </a:lnTo>
                <a:lnTo>
                  <a:pt x="555" y="1172"/>
                </a:lnTo>
                <a:lnTo>
                  <a:pt x="555" y="1171"/>
                </a:lnTo>
                <a:lnTo>
                  <a:pt x="555" y="1170"/>
                </a:lnTo>
                <a:lnTo>
                  <a:pt x="554" y="1170"/>
                </a:lnTo>
                <a:lnTo>
                  <a:pt x="553" y="1170"/>
                </a:lnTo>
                <a:lnTo>
                  <a:pt x="553" y="1171"/>
                </a:lnTo>
                <a:lnTo>
                  <a:pt x="553" y="1170"/>
                </a:lnTo>
                <a:lnTo>
                  <a:pt x="552" y="1170"/>
                </a:lnTo>
                <a:lnTo>
                  <a:pt x="552" y="1169"/>
                </a:lnTo>
                <a:lnTo>
                  <a:pt x="551" y="1169"/>
                </a:lnTo>
                <a:lnTo>
                  <a:pt x="551" y="1170"/>
                </a:lnTo>
                <a:lnTo>
                  <a:pt x="551" y="1171"/>
                </a:lnTo>
                <a:lnTo>
                  <a:pt x="551" y="1172"/>
                </a:lnTo>
                <a:lnTo>
                  <a:pt x="550" y="1172"/>
                </a:lnTo>
                <a:lnTo>
                  <a:pt x="550" y="1171"/>
                </a:lnTo>
                <a:lnTo>
                  <a:pt x="549" y="1171"/>
                </a:lnTo>
                <a:lnTo>
                  <a:pt x="549" y="1172"/>
                </a:lnTo>
                <a:lnTo>
                  <a:pt x="548" y="1172"/>
                </a:lnTo>
                <a:lnTo>
                  <a:pt x="548" y="1171"/>
                </a:lnTo>
                <a:lnTo>
                  <a:pt x="549" y="1171"/>
                </a:lnTo>
                <a:lnTo>
                  <a:pt x="549" y="1170"/>
                </a:lnTo>
                <a:lnTo>
                  <a:pt x="548" y="1170"/>
                </a:lnTo>
                <a:lnTo>
                  <a:pt x="548" y="1169"/>
                </a:lnTo>
                <a:lnTo>
                  <a:pt x="548" y="1168"/>
                </a:lnTo>
                <a:lnTo>
                  <a:pt x="547" y="1168"/>
                </a:lnTo>
                <a:lnTo>
                  <a:pt x="546" y="1168"/>
                </a:lnTo>
                <a:lnTo>
                  <a:pt x="546" y="1167"/>
                </a:lnTo>
                <a:lnTo>
                  <a:pt x="546" y="1166"/>
                </a:lnTo>
                <a:lnTo>
                  <a:pt x="546" y="1165"/>
                </a:lnTo>
                <a:lnTo>
                  <a:pt x="545" y="1165"/>
                </a:lnTo>
                <a:lnTo>
                  <a:pt x="545" y="1164"/>
                </a:lnTo>
                <a:lnTo>
                  <a:pt x="545" y="1163"/>
                </a:lnTo>
                <a:lnTo>
                  <a:pt x="544" y="1163"/>
                </a:lnTo>
                <a:lnTo>
                  <a:pt x="543" y="1163"/>
                </a:lnTo>
                <a:lnTo>
                  <a:pt x="543" y="1162"/>
                </a:lnTo>
                <a:lnTo>
                  <a:pt x="543" y="1163"/>
                </a:lnTo>
                <a:lnTo>
                  <a:pt x="542" y="1163"/>
                </a:lnTo>
                <a:lnTo>
                  <a:pt x="542" y="1164"/>
                </a:lnTo>
                <a:lnTo>
                  <a:pt x="541" y="1164"/>
                </a:lnTo>
                <a:lnTo>
                  <a:pt x="540" y="1164"/>
                </a:lnTo>
                <a:lnTo>
                  <a:pt x="539" y="1164"/>
                </a:lnTo>
                <a:lnTo>
                  <a:pt x="539" y="1163"/>
                </a:lnTo>
                <a:lnTo>
                  <a:pt x="538" y="1163"/>
                </a:lnTo>
                <a:lnTo>
                  <a:pt x="538" y="1162"/>
                </a:lnTo>
                <a:lnTo>
                  <a:pt x="537" y="1162"/>
                </a:lnTo>
                <a:lnTo>
                  <a:pt x="537" y="1161"/>
                </a:lnTo>
                <a:lnTo>
                  <a:pt x="537" y="1160"/>
                </a:lnTo>
                <a:lnTo>
                  <a:pt x="537" y="1159"/>
                </a:lnTo>
                <a:lnTo>
                  <a:pt x="537" y="1158"/>
                </a:lnTo>
                <a:lnTo>
                  <a:pt x="536" y="1158"/>
                </a:lnTo>
                <a:lnTo>
                  <a:pt x="535" y="1158"/>
                </a:lnTo>
                <a:lnTo>
                  <a:pt x="534" y="1157"/>
                </a:lnTo>
                <a:lnTo>
                  <a:pt x="533" y="1157"/>
                </a:lnTo>
                <a:lnTo>
                  <a:pt x="533" y="1156"/>
                </a:lnTo>
                <a:lnTo>
                  <a:pt x="532" y="1156"/>
                </a:lnTo>
                <a:lnTo>
                  <a:pt x="532" y="1155"/>
                </a:lnTo>
                <a:lnTo>
                  <a:pt x="532" y="1154"/>
                </a:lnTo>
                <a:lnTo>
                  <a:pt x="531" y="1154"/>
                </a:lnTo>
                <a:lnTo>
                  <a:pt x="530" y="1154"/>
                </a:lnTo>
                <a:lnTo>
                  <a:pt x="530" y="1155"/>
                </a:lnTo>
                <a:lnTo>
                  <a:pt x="529" y="1155"/>
                </a:lnTo>
                <a:lnTo>
                  <a:pt x="528" y="1155"/>
                </a:lnTo>
                <a:lnTo>
                  <a:pt x="527" y="1155"/>
                </a:lnTo>
                <a:lnTo>
                  <a:pt x="527" y="1154"/>
                </a:lnTo>
                <a:lnTo>
                  <a:pt x="526" y="1154"/>
                </a:lnTo>
                <a:lnTo>
                  <a:pt x="525" y="1154"/>
                </a:lnTo>
                <a:lnTo>
                  <a:pt x="525" y="1155"/>
                </a:lnTo>
                <a:lnTo>
                  <a:pt x="525" y="1154"/>
                </a:lnTo>
                <a:lnTo>
                  <a:pt x="524" y="1154"/>
                </a:lnTo>
                <a:lnTo>
                  <a:pt x="523" y="1154"/>
                </a:lnTo>
                <a:lnTo>
                  <a:pt x="523" y="1153"/>
                </a:lnTo>
                <a:lnTo>
                  <a:pt x="522" y="1153"/>
                </a:lnTo>
                <a:lnTo>
                  <a:pt x="521" y="1153"/>
                </a:lnTo>
                <a:lnTo>
                  <a:pt x="520" y="1153"/>
                </a:lnTo>
                <a:lnTo>
                  <a:pt x="518" y="1153"/>
                </a:lnTo>
                <a:lnTo>
                  <a:pt x="518" y="1152"/>
                </a:lnTo>
                <a:lnTo>
                  <a:pt x="518" y="1151"/>
                </a:lnTo>
                <a:lnTo>
                  <a:pt x="518" y="1150"/>
                </a:lnTo>
                <a:lnTo>
                  <a:pt x="518" y="1149"/>
                </a:lnTo>
                <a:lnTo>
                  <a:pt x="519" y="1149"/>
                </a:lnTo>
                <a:lnTo>
                  <a:pt x="520" y="1149"/>
                </a:lnTo>
                <a:lnTo>
                  <a:pt x="520" y="1148"/>
                </a:lnTo>
                <a:lnTo>
                  <a:pt x="521" y="1148"/>
                </a:lnTo>
                <a:lnTo>
                  <a:pt x="521" y="1147"/>
                </a:lnTo>
                <a:lnTo>
                  <a:pt x="521" y="1146"/>
                </a:lnTo>
                <a:lnTo>
                  <a:pt x="522" y="1146"/>
                </a:lnTo>
                <a:lnTo>
                  <a:pt x="522" y="1145"/>
                </a:lnTo>
                <a:lnTo>
                  <a:pt x="523" y="1145"/>
                </a:lnTo>
                <a:lnTo>
                  <a:pt x="523" y="1144"/>
                </a:lnTo>
                <a:lnTo>
                  <a:pt x="522" y="1144"/>
                </a:lnTo>
                <a:lnTo>
                  <a:pt x="522" y="1143"/>
                </a:lnTo>
                <a:lnTo>
                  <a:pt x="521" y="1143"/>
                </a:lnTo>
                <a:lnTo>
                  <a:pt x="521" y="1142"/>
                </a:lnTo>
                <a:lnTo>
                  <a:pt x="522" y="1142"/>
                </a:lnTo>
                <a:lnTo>
                  <a:pt x="522" y="1141"/>
                </a:lnTo>
                <a:lnTo>
                  <a:pt x="523" y="1140"/>
                </a:lnTo>
                <a:lnTo>
                  <a:pt x="524" y="1140"/>
                </a:lnTo>
                <a:lnTo>
                  <a:pt x="526" y="1140"/>
                </a:lnTo>
                <a:lnTo>
                  <a:pt x="526" y="1139"/>
                </a:lnTo>
                <a:lnTo>
                  <a:pt x="527" y="1139"/>
                </a:lnTo>
                <a:lnTo>
                  <a:pt x="527" y="1138"/>
                </a:lnTo>
                <a:lnTo>
                  <a:pt x="528" y="1138"/>
                </a:lnTo>
                <a:lnTo>
                  <a:pt x="528" y="1137"/>
                </a:lnTo>
                <a:lnTo>
                  <a:pt x="528" y="1136"/>
                </a:lnTo>
                <a:lnTo>
                  <a:pt x="527" y="1136"/>
                </a:lnTo>
                <a:lnTo>
                  <a:pt x="527" y="1135"/>
                </a:lnTo>
                <a:lnTo>
                  <a:pt x="526" y="1135"/>
                </a:lnTo>
                <a:lnTo>
                  <a:pt x="525" y="1135"/>
                </a:lnTo>
                <a:lnTo>
                  <a:pt x="525" y="1134"/>
                </a:lnTo>
                <a:lnTo>
                  <a:pt x="525" y="1133"/>
                </a:lnTo>
                <a:lnTo>
                  <a:pt x="526" y="1133"/>
                </a:lnTo>
                <a:lnTo>
                  <a:pt x="526" y="1132"/>
                </a:lnTo>
                <a:lnTo>
                  <a:pt x="526" y="1131"/>
                </a:lnTo>
                <a:lnTo>
                  <a:pt x="526" y="1130"/>
                </a:lnTo>
                <a:lnTo>
                  <a:pt x="526" y="1129"/>
                </a:lnTo>
                <a:lnTo>
                  <a:pt x="526" y="1128"/>
                </a:lnTo>
                <a:lnTo>
                  <a:pt x="525" y="1128"/>
                </a:lnTo>
                <a:lnTo>
                  <a:pt x="522" y="1128"/>
                </a:lnTo>
                <a:lnTo>
                  <a:pt x="522" y="1127"/>
                </a:lnTo>
                <a:lnTo>
                  <a:pt x="521" y="1127"/>
                </a:lnTo>
                <a:lnTo>
                  <a:pt x="521" y="1126"/>
                </a:lnTo>
                <a:lnTo>
                  <a:pt x="520" y="1126"/>
                </a:lnTo>
                <a:lnTo>
                  <a:pt x="520" y="1125"/>
                </a:lnTo>
                <a:lnTo>
                  <a:pt x="519" y="1125"/>
                </a:lnTo>
                <a:lnTo>
                  <a:pt x="519" y="1124"/>
                </a:lnTo>
                <a:lnTo>
                  <a:pt x="519" y="1123"/>
                </a:lnTo>
                <a:lnTo>
                  <a:pt x="518" y="1123"/>
                </a:lnTo>
                <a:lnTo>
                  <a:pt x="519" y="1123"/>
                </a:lnTo>
                <a:lnTo>
                  <a:pt x="518" y="1123"/>
                </a:lnTo>
                <a:lnTo>
                  <a:pt x="518" y="1122"/>
                </a:lnTo>
                <a:lnTo>
                  <a:pt x="518" y="1121"/>
                </a:lnTo>
                <a:lnTo>
                  <a:pt x="519" y="1121"/>
                </a:lnTo>
                <a:lnTo>
                  <a:pt x="519" y="1120"/>
                </a:lnTo>
                <a:lnTo>
                  <a:pt x="518" y="1119"/>
                </a:lnTo>
                <a:lnTo>
                  <a:pt x="517" y="1119"/>
                </a:lnTo>
                <a:lnTo>
                  <a:pt x="516" y="1119"/>
                </a:lnTo>
                <a:lnTo>
                  <a:pt x="516" y="1118"/>
                </a:lnTo>
                <a:lnTo>
                  <a:pt x="515" y="1118"/>
                </a:lnTo>
                <a:lnTo>
                  <a:pt x="515" y="1117"/>
                </a:lnTo>
                <a:lnTo>
                  <a:pt x="515" y="1116"/>
                </a:lnTo>
                <a:lnTo>
                  <a:pt x="514" y="1116"/>
                </a:lnTo>
                <a:lnTo>
                  <a:pt x="514" y="1115"/>
                </a:lnTo>
                <a:lnTo>
                  <a:pt x="515" y="1115"/>
                </a:lnTo>
                <a:lnTo>
                  <a:pt x="516" y="1114"/>
                </a:lnTo>
                <a:lnTo>
                  <a:pt x="515" y="1114"/>
                </a:lnTo>
                <a:lnTo>
                  <a:pt x="516" y="1114"/>
                </a:lnTo>
                <a:lnTo>
                  <a:pt x="516" y="1113"/>
                </a:lnTo>
                <a:lnTo>
                  <a:pt x="516" y="1112"/>
                </a:lnTo>
                <a:lnTo>
                  <a:pt x="518" y="1112"/>
                </a:lnTo>
                <a:lnTo>
                  <a:pt x="518" y="1111"/>
                </a:lnTo>
                <a:lnTo>
                  <a:pt x="518" y="1110"/>
                </a:lnTo>
                <a:lnTo>
                  <a:pt x="519" y="1110"/>
                </a:lnTo>
                <a:lnTo>
                  <a:pt x="519" y="1109"/>
                </a:lnTo>
                <a:lnTo>
                  <a:pt x="518" y="1109"/>
                </a:lnTo>
                <a:lnTo>
                  <a:pt x="518" y="1108"/>
                </a:lnTo>
                <a:lnTo>
                  <a:pt x="519" y="1108"/>
                </a:lnTo>
                <a:lnTo>
                  <a:pt x="519" y="1107"/>
                </a:lnTo>
                <a:lnTo>
                  <a:pt x="519" y="1106"/>
                </a:lnTo>
                <a:lnTo>
                  <a:pt x="520" y="1106"/>
                </a:lnTo>
                <a:lnTo>
                  <a:pt x="520" y="1105"/>
                </a:lnTo>
                <a:lnTo>
                  <a:pt x="520" y="1104"/>
                </a:lnTo>
                <a:lnTo>
                  <a:pt x="521" y="1104"/>
                </a:lnTo>
                <a:lnTo>
                  <a:pt x="522" y="1104"/>
                </a:lnTo>
                <a:lnTo>
                  <a:pt x="522" y="1103"/>
                </a:lnTo>
                <a:lnTo>
                  <a:pt x="522" y="1102"/>
                </a:lnTo>
                <a:lnTo>
                  <a:pt x="521" y="1102"/>
                </a:lnTo>
                <a:lnTo>
                  <a:pt x="522" y="1102"/>
                </a:lnTo>
                <a:lnTo>
                  <a:pt x="522" y="1101"/>
                </a:lnTo>
                <a:lnTo>
                  <a:pt x="521" y="1101"/>
                </a:lnTo>
                <a:lnTo>
                  <a:pt x="521" y="1100"/>
                </a:lnTo>
                <a:lnTo>
                  <a:pt x="522" y="1100"/>
                </a:lnTo>
                <a:lnTo>
                  <a:pt x="522" y="1099"/>
                </a:lnTo>
                <a:lnTo>
                  <a:pt x="522" y="1098"/>
                </a:lnTo>
                <a:lnTo>
                  <a:pt x="521" y="1098"/>
                </a:lnTo>
                <a:lnTo>
                  <a:pt x="521" y="1097"/>
                </a:lnTo>
                <a:lnTo>
                  <a:pt x="521" y="1096"/>
                </a:lnTo>
                <a:lnTo>
                  <a:pt x="521" y="1095"/>
                </a:lnTo>
                <a:lnTo>
                  <a:pt x="521" y="1094"/>
                </a:lnTo>
                <a:lnTo>
                  <a:pt x="521" y="1093"/>
                </a:lnTo>
                <a:lnTo>
                  <a:pt x="520" y="1093"/>
                </a:lnTo>
                <a:lnTo>
                  <a:pt x="519" y="1093"/>
                </a:lnTo>
                <a:lnTo>
                  <a:pt x="518" y="1093"/>
                </a:lnTo>
                <a:lnTo>
                  <a:pt x="518" y="1092"/>
                </a:lnTo>
                <a:lnTo>
                  <a:pt x="518" y="1091"/>
                </a:lnTo>
                <a:lnTo>
                  <a:pt x="517" y="1091"/>
                </a:lnTo>
                <a:lnTo>
                  <a:pt x="517" y="1090"/>
                </a:lnTo>
                <a:lnTo>
                  <a:pt x="515" y="1090"/>
                </a:lnTo>
                <a:lnTo>
                  <a:pt x="515" y="1091"/>
                </a:lnTo>
                <a:lnTo>
                  <a:pt x="515" y="1090"/>
                </a:lnTo>
                <a:lnTo>
                  <a:pt x="514" y="1090"/>
                </a:lnTo>
                <a:lnTo>
                  <a:pt x="514" y="1091"/>
                </a:lnTo>
                <a:lnTo>
                  <a:pt x="514" y="1092"/>
                </a:lnTo>
                <a:lnTo>
                  <a:pt x="513" y="1092"/>
                </a:lnTo>
                <a:lnTo>
                  <a:pt x="512" y="1092"/>
                </a:lnTo>
                <a:lnTo>
                  <a:pt x="512" y="1093"/>
                </a:lnTo>
                <a:lnTo>
                  <a:pt x="512" y="1094"/>
                </a:lnTo>
                <a:lnTo>
                  <a:pt x="511" y="1094"/>
                </a:lnTo>
                <a:lnTo>
                  <a:pt x="510" y="1093"/>
                </a:lnTo>
                <a:lnTo>
                  <a:pt x="509" y="1093"/>
                </a:lnTo>
                <a:lnTo>
                  <a:pt x="509" y="1092"/>
                </a:lnTo>
                <a:lnTo>
                  <a:pt x="508" y="1092"/>
                </a:lnTo>
                <a:lnTo>
                  <a:pt x="508" y="1093"/>
                </a:lnTo>
                <a:lnTo>
                  <a:pt x="507" y="1093"/>
                </a:lnTo>
                <a:lnTo>
                  <a:pt x="507" y="1092"/>
                </a:lnTo>
                <a:lnTo>
                  <a:pt x="506" y="1092"/>
                </a:lnTo>
                <a:lnTo>
                  <a:pt x="506" y="1091"/>
                </a:lnTo>
                <a:lnTo>
                  <a:pt x="505" y="1091"/>
                </a:lnTo>
                <a:lnTo>
                  <a:pt x="504" y="1091"/>
                </a:lnTo>
                <a:lnTo>
                  <a:pt x="504" y="1092"/>
                </a:lnTo>
                <a:lnTo>
                  <a:pt x="504" y="1093"/>
                </a:lnTo>
                <a:lnTo>
                  <a:pt x="504" y="1094"/>
                </a:lnTo>
                <a:lnTo>
                  <a:pt x="504" y="1093"/>
                </a:lnTo>
                <a:lnTo>
                  <a:pt x="503" y="1093"/>
                </a:lnTo>
                <a:lnTo>
                  <a:pt x="502" y="1093"/>
                </a:lnTo>
                <a:lnTo>
                  <a:pt x="502" y="1094"/>
                </a:lnTo>
                <a:lnTo>
                  <a:pt x="501" y="1094"/>
                </a:lnTo>
                <a:lnTo>
                  <a:pt x="501" y="1095"/>
                </a:lnTo>
                <a:lnTo>
                  <a:pt x="500" y="1095"/>
                </a:lnTo>
                <a:lnTo>
                  <a:pt x="500" y="1094"/>
                </a:lnTo>
                <a:lnTo>
                  <a:pt x="499" y="1094"/>
                </a:lnTo>
                <a:lnTo>
                  <a:pt x="499" y="1093"/>
                </a:lnTo>
                <a:lnTo>
                  <a:pt x="499" y="1092"/>
                </a:lnTo>
                <a:lnTo>
                  <a:pt x="498" y="1092"/>
                </a:lnTo>
                <a:lnTo>
                  <a:pt x="497" y="1092"/>
                </a:lnTo>
                <a:lnTo>
                  <a:pt x="497" y="1091"/>
                </a:lnTo>
                <a:lnTo>
                  <a:pt x="497" y="1090"/>
                </a:lnTo>
                <a:lnTo>
                  <a:pt x="496" y="1090"/>
                </a:lnTo>
                <a:lnTo>
                  <a:pt x="496" y="1089"/>
                </a:lnTo>
                <a:lnTo>
                  <a:pt x="495" y="1089"/>
                </a:lnTo>
                <a:lnTo>
                  <a:pt x="496" y="1089"/>
                </a:lnTo>
                <a:lnTo>
                  <a:pt x="496" y="1088"/>
                </a:lnTo>
                <a:lnTo>
                  <a:pt x="496" y="1087"/>
                </a:lnTo>
                <a:lnTo>
                  <a:pt x="495" y="1087"/>
                </a:lnTo>
                <a:lnTo>
                  <a:pt x="495" y="1086"/>
                </a:lnTo>
                <a:lnTo>
                  <a:pt x="494" y="1086"/>
                </a:lnTo>
                <a:lnTo>
                  <a:pt x="494" y="1085"/>
                </a:lnTo>
                <a:lnTo>
                  <a:pt x="494" y="1086"/>
                </a:lnTo>
                <a:lnTo>
                  <a:pt x="493" y="1086"/>
                </a:lnTo>
                <a:lnTo>
                  <a:pt x="493" y="1087"/>
                </a:lnTo>
                <a:lnTo>
                  <a:pt x="492" y="1087"/>
                </a:lnTo>
                <a:lnTo>
                  <a:pt x="491" y="1087"/>
                </a:lnTo>
                <a:lnTo>
                  <a:pt x="491" y="1086"/>
                </a:lnTo>
                <a:lnTo>
                  <a:pt x="490" y="1086"/>
                </a:lnTo>
                <a:lnTo>
                  <a:pt x="489" y="1086"/>
                </a:lnTo>
                <a:lnTo>
                  <a:pt x="489" y="1085"/>
                </a:lnTo>
                <a:lnTo>
                  <a:pt x="489" y="1086"/>
                </a:lnTo>
                <a:lnTo>
                  <a:pt x="488" y="1086"/>
                </a:lnTo>
                <a:lnTo>
                  <a:pt x="488" y="1085"/>
                </a:lnTo>
                <a:lnTo>
                  <a:pt x="487" y="1085"/>
                </a:lnTo>
                <a:lnTo>
                  <a:pt x="486" y="1084"/>
                </a:lnTo>
                <a:lnTo>
                  <a:pt x="485" y="1084"/>
                </a:lnTo>
                <a:lnTo>
                  <a:pt x="485" y="1083"/>
                </a:lnTo>
                <a:lnTo>
                  <a:pt x="484" y="1083"/>
                </a:lnTo>
                <a:lnTo>
                  <a:pt x="484" y="1082"/>
                </a:lnTo>
                <a:lnTo>
                  <a:pt x="483" y="1082"/>
                </a:lnTo>
                <a:lnTo>
                  <a:pt x="483" y="1081"/>
                </a:lnTo>
                <a:lnTo>
                  <a:pt x="483" y="1080"/>
                </a:lnTo>
                <a:lnTo>
                  <a:pt x="482" y="1080"/>
                </a:lnTo>
                <a:lnTo>
                  <a:pt x="482" y="1079"/>
                </a:lnTo>
                <a:lnTo>
                  <a:pt x="482" y="1078"/>
                </a:lnTo>
                <a:lnTo>
                  <a:pt x="481" y="1078"/>
                </a:lnTo>
                <a:lnTo>
                  <a:pt x="480" y="1078"/>
                </a:lnTo>
                <a:lnTo>
                  <a:pt x="480" y="1077"/>
                </a:lnTo>
                <a:lnTo>
                  <a:pt x="479" y="1077"/>
                </a:lnTo>
                <a:lnTo>
                  <a:pt x="478" y="1077"/>
                </a:lnTo>
                <a:lnTo>
                  <a:pt x="478" y="1078"/>
                </a:lnTo>
                <a:lnTo>
                  <a:pt x="477" y="1078"/>
                </a:lnTo>
                <a:lnTo>
                  <a:pt x="477" y="1077"/>
                </a:lnTo>
                <a:lnTo>
                  <a:pt x="476" y="1077"/>
                </a:lnTo>
                <a:lnTo>
                  <a:pt x="475" y="1077"/>
                </a:lnTo>
                <a:lnTo>
                  <a:pt x="474" y="1077"/>
                </a:lnTo>
                <a:lnTo>
                  <a:pt x="473" y="1076"/>
                </a:lnTo>
                <a:lnTo>
                  <a:pt x="473" y="1075"/>
                </a:lnTo>
                <a:lnTo>
                  <a:pt x="472" y="1075"/>
                </a:lnTo>
                <a:lnTo>
                  <a:pt x="472" y="1074"/>
                </a:lnTo>
                <a:lnTo>
                  <a:pt x="471" y="1074"/>
                </a:lnTo>
                <a:lnTo>
                  <a:pt x="470" y="1074"/>
                </a:lnTo>
                <a:lnTo>
                  <a:pt x="470" y="1073"/>
                </a:lnTo>
                <a:lnTo>
                  <a:pt x="469" y="1073"/>
                </a:lnTo>
                <a:lnTo>
                  <a:pt x="468" y="1073"/>
                </a:lnTo>
                <a:lnTo>
                  <a:pt x="467" y="1073"/>
                </a:lnTo>
                <a:lnTo>
                  <a:pt x="466" y="1073"/>
                </a:lnTo>
                <a:lnTo>
                  <a:pt x="465" y="1073"/>
                </a:lnTo>
                <a:lnTo>
                  <a:pt x="465" y="1072"/>
                </a:lnTo>
                <a:lnTo>
                  <a:pt x="464" y="1072"/>
                </a:lnTo>
                <a:lnTo>
                  <a:pt x="463" y="1072"/>
                </a:lnTo>
                <a:lnTo>
                  <a:pt x="463" y="1071"/>
                </a:lnTo>
                <a:lnTo>
                  <a:pt x="462" y="1071"/>
                </a:lnTo>
                <a:lnTo>
                  <a:pt x="462" y="1070"/>
                </a:lnTo>
                <a:lnTo>
                  <a:pt x="461" y="1070"/>
                </a:lnTo>
                <a:lnTo>
                  <a:pt x="460" y="1070"/>
                </a:lnTo>
                <a:lnTo>
                  <a:pt x="460" y="1069"/>
                </a:lnTo>
                <a:lnTo>
                  <a:pt x="459" y="1069"/>
                </a:lnTo>
                <a:lnTo>
                  <a:pt x="459" y="1068"/>
                </a:lnTo>
                <a:lnTo>
                  <a:pt x="459" y="1067"/>
                </a:lnTo>
                <a:lnTo>
                  <a:pt x="459" y="1066"/>
                </a:lnTo>
                <a:lnTo>
                  <a:pt x="460" y="1066"/>
                </a:lnTo>
                <a:lnTo>
                  <a:pt x="459" y="1066"/>
                </a:lnTo>
                <a:lnTo>
                  <a:pt x="458" y="1066"/>
                </a:lnTo>
                <a:lnTo>
                  <a:pt x="458" y="1065"/>
                </a:lnTo>
                <a:lnTo>
                  <a:pt x="457" y="1065"/>
                </a:lnTo>
                <a:lnTo>
                  <a:pt x="456" y="1065"/>
                </a:lnTo>
                <a:lnTo>
                  <a:pt x="456" y="1064"/>
                </a:lnTo>
                <a:lnTo>
                  <a:pt x="455" y="1064"/>
                </a:lnTo>
                <a:lnTo>
                  <a:pt x="455" y="1063"/>
                </a:lnTo>
                <a:lnTo>
                  <a:pt x="455" y="1062"/>
                </a:lnTo>
                <a:lnTo>
                  <a:pt x="454" y="1062"/>
                </a:lnTo>
                <a:lnTo>
                  <a:pt x="454" y="1061"/>
                </a:lnTo>
                <a:lnTo>
                  <a:pt x="453" y="1061"/>
                </a:lnTo>
                <a:lnTo>
                  <a:pt x="452" y="1061"/>
                </a:lnTo>
                <a:lnTo>
                  <a:pt x="451" y="1061"/>
                </a:lnTo>
                <a:lnTo>
                  <a:pt x="451" y="1060"/>
                </a:lnTo>
                <a:lnTo>
                  <a:pt x="450" y="1060"/>
                </a:lnTo>
                <a:lnTo>
                  <a:pt x="450" y="1059"/>
                </a:lnTo>
                <a:lnTo>
                  <a:pt x="449" y="1059"/>
                </a:lnTo>
                <a:lnTo>
                  <a:pt x="449" y="1058"/>
                </a:lnTo>
                <a:lnTo>
                  <a:pt x="448" y="1058"/>
                </a:lnTo>
                <a:lnTo>
                  <a:pt x="448" y="1057"/>
                </a:lnTo>
                <a:lnTo>
                  <a:pt x="447" y="1057"/>
                </a:lnTo>
                <a:lnTo>
                  <a:pt x="446" y="1057"/>
                </a:lnTo>
                <a:lnTo>
                  <a:pt x="446" y="1056"/>
                </a:lnTo>
                <a:lnTo>
                  <a:pt x="445" y="1056"/>
                </a:lnTo>
                <a:lnTo>
                  <a:pt x="445" y="1055"/>
                </a:lnTo>
                <a:lnTo>
                  <a:pt x="444" y="1055"/>
                </a:lnTo>
                <a:lnTo>
                  <a:pt x="443" y="1054"/>
                </a:lnTo>
                <a:lnTo>
                  <a:pt x="442" y="1054"/>
                </a:lnTo>
                <a:lnTo>
                  <a:pt x="442" y="1055"/>
                </a:lnTo>
                <a:lnTo>
                  <a:pt x="442" y="1057"/>
                </a:lnTo>
                <a:lnTo>
                  <a:pt x="442" y="1059"/>
                </a:lnTo>
                <a:lnTo>
                  <a:pt x="441" y="1059"/>
                </a:lnTo>
                <a:lnTo>
                  <a:pt x="441" y="1060"/>
                </a:lnTo>
                <a:lnTo>
                  <a:pt x="440" y="1060"/>
                </a:lnTo>
                <a:lnTo>
                  <a:pt x="439" y="1060"/>
                </a:lnTo>
                <a:lnTo>
                  <a:pt x="439" y="1061"/>
                </a:lnTo>
                <a:lnTo>
                  <a:pt x="438" y="1060"/>
                </a:lnTo>
                <a:lnTo>
                  <a:pt x="437" y="1060"/>
                </a:lnTo>
                <a:lnTo>
                  <a:pt x="437" y="1059"/>
                </a:lnTo>
                <a:lnTo>
                  <a:pt x="436" y="1059"/>
                </a:lnTo>
                <a:lnTo>
                  <a:pt x="436" y="1058"/>
                </a:lnTo>
                <a:lnTo>
                  <a:pt x="435" y="1057"/>
                </a:lnTo>
                <a:lnTo>
                  <a:pt x="434" y="1057"/>
                </a:lnTo>
                <a:lnTo>
                  <a:pt x="434" y="1056"/>
                </a:lnTo>
                <a:lnTo>
                  <a:pt x="433" y="1056"/>
                </a:lnTo>
                <a:lnTo>
                  <a:pt x="433" y="1055"/>
                </a:lnTo>
                <a:lnTo>
                  <a:pt x="432" y="1055"/>
                </a:lnTo>
                <a:lnTo>
                  <a:pt x="432" y="1056"/>
                </a:lnTo>
                <a:lnTo>
                  <a:pt x="431" y="1056"/>
                </a:lnTo>
                <a:lnTo>
                  <a:pt x="431" y="1057"/>
                </a:lnTo>
                <a:lnTo>
                  <a:pt x="431" y="1058"/>
                </a:lnTo>
                <a:lnTo>
                  <a:pt x="431" y="1059"/>
                </a:lnTo>
                <a:lnTo>
                  <a:pt x="431" y="1060"/>
                </a:lnTo>
                <a:lnTo>
                  <a:pt x="429" y="1060"/>
                </a:lnTo>
                <a:lnTo>
                  <a:pt x="429" y="1061"/>
                </a:lnTo>
                <a:lnTo>
                  <a:pt x="428" y="1061"/>
                </a:lnTo>
                <a:lnTo>
                  <a:pt x="428" y="1062"/>
                </a:lnTo>
                <a:lnTo>
                  <a:pt x="428" y="1063"/>
                </a:lnTo>
                <a:lnTo>
                  <a:pt x="428" y="1064"/>
                </a:lnTo>
                <a:lnTo>
                  <a:pt x="428" y="1065"/>
                </a:lnTo>
                <a:lnTo>
                  <a:pt x="428" y="1066"/>
                </a:lnTo>
                <a:lnTo>
                  <a:pt x="428" y="1067"/>
                </a:lnTo>
                <a:lnTo>
                  <a:pt x="427" y="1067"/>
                </a:lnTo>
                <a:lnTo>
                  <a:pt x="427" y="1066"/>
                </a:lnTo>
                <a:lnTo>
                  <a:pt x="425" y="1066"/>
                </a:lnTo>
                <a:lnTo>
                  <a:pt x="424" y="1066"/>
                </a:lnTo>
                <a:lnTo>
                  <a:pt x="424" y="1065"/>
                </a:lnTo>
                <a:lnTo>
                  <a:pt x="423" y="1065"/>
                </a:lnTo>
                <a:lnTo>
                  <a:pt x="422" y="1064"/>
                </a:lnTo>
                <a:lnTo>
                  <a:pt x="421" y="1063"/>
                </a:lnTo>
                <a:lnTo>
                  <a:pt x="420" y="1063"/>
                </a:lnTo>
                <a:lnTo>
                  <a:pt x="420" y="1062"/>
                </a:lnTo>
                <a:lnTo>
                  <a:pt x="419" y="1062"/>
                </a:lnTo>
                <a:lnTo>
                  <a:pt x="418" y="1062"/>
                </a:lnTo>
                <a:lnTo>
                  <a:pt x="417" y="1062"/>
                </a:lnTo>
                <a:lnTo>
                  <a:pt x="417" y="1061"/>
                </a:lnTo>
                <a:lnTo>
                  <a:pt x="416" y="1061"/>
                </a:lnTo>
                <a:lnTo>
                  <a:pt x="416" y="1060"/>
                </a:lnTo>
                <a:lnTo>
                  <a:pt x="415" y="1060"/>
                </a:lnTo>
                <a:lnTo>
                  <a:pt x="415" y="1059"/>
                </a:lnTo>
                <a:lnTo>
                  <a:pt x="415" y="1058"/>
                </a:lnTo>
                <a:lnTo>
                  <a:pt x="415" y="1057"/>
                </a:lnTo>
                <a:lnTo>
                  <a:pt x="415" y="1056"/>
                </a:lnTo>
                <a:lnTo>
                  <a:pt x="414" y="1056"/>
                </a:lnTo>
                <a:lnTo>
                  <a:pt x="413" y="1056"/>
                </a:lnTo>
                <a:lnTo>
                  <a:pt x="413" y="1055"/>
                </a:lnTo>
                <a:lnTo>
                  <a:pt x="413" y="1054"/>
                </a:lnTo>
                <a:lnTo>
                  <a:pt x="412" y="1054"/>
                </a:lnTo>
                <a:lnTo>
                  <a:pt x="412" y="1053"/>
                </a:lnTo>
                <a:lnTo>
                  <a:pt x="411" y="1053"/>
                </a:lnTo>
                <a:lnTo>
                  <a:pt x="411" y="1052"/>
                </a:lnTo>
                <a:lnTo>
                  <a:pt x="410" y="1053"/>
                </a:lnTo>
                <a:lnTo>
                  <a:pt x="410" y="1054"/>
                </a:lnTo>
                <a:lnTo>
                  <a:pt x="409" y="1054"/>
                </a:lnTo>
                <a:lnTo>
                  <a:pt x="409" y="1053"/>
                </a:lnTo>
                <a:lnTo>
                  <a:pt x="409" y="1052"/>
                </a:lnTo>
                <a:lnTo>
                  <a:pt x="409" y="1051"/>
                </a:lnTo>
                <a:lnTo>
                  <a:pt x="408" y="1051"/>
                </a:lnTo>
                <a:lnTo>
                  <a:pt x="407" y="1051"/>
                </a:lnTo>
                <a:lnTo>
                  <a:pt x="406" y="1051"/>
                </a:lnTo>
                <a:lnTo>
                  <a:pt x="405" y="1051"/>
                </a:lnTo>
                <a:lnTo>
                  <a:pt x="405" y="1052"/>
                </a:lnTo>
                <a:lnTo>
                  <a:pt x="404" y="1053"/>
                </a:lnTo>
                <a:lnTo>
                  <a:pt x="404" y="1054"/>
                </a:lnTo>
                <a:lnTo>
                  <a:pt x="404" y="1055"/>
                </a:lnTo>
                <a:lnTo>
                  <a:pt x="403" y="1055"/>
                </a:lnTo>
                <a:lnTo>
                  <a:pt x="403" y="1056"/>
                </a:lnTo>
                <a:lnTo>
                  <a:pt x="404" y="1056"/>
                </a:lnTo>
                <a:lnTo>
                  <a:pt x="405" y="1056"/>
                </a:lnTo>
                <a:lnTo>
                  <a:pt x="405" y="1057"/>
                </a:lnTo>
                <a:lnTo>
                  <a:pt x="406" y="1057"/>
                </a:lnTo>
                <a:lnTo>
                  <a:pt x="406" y="1058"/>
                </a:lnTo>
                <a:lnTo>
                  <a:pt x="406" y="1059"/>
                </a:lnTo>
                <a:lnTo>
                  <a:pt x="407" y="1059"/>
                </a:lnTo>
                <a:lnTo>
                  <a:pt x="407" y="1060"/>
                </a:lnTo>
                <a:lnTo>
                  <a:pt x="406" y="1060"/>
                </a:lnTo>
                <a:lnTo>
                  <a:pt x="406" y="1061"/>
                </a:lnTo>
                <a:lnTo>
                  <a:pt x="405" y="1061"/>
                </a:lnTo>
                <a:lnTo>
                  <a:pt x="404" y="1061"/>
                </a:lnTo>
                <a:lnTo>
                  <a:pt x="403" y="1061"/>
                </a:lnTo>
                <a:lnTo>
                  <a:pt x="402" y="1061"/>
                </a:lnTo>
                <a:lnTo>
                  <a:pt x="402" y="1060"/>
                </a:lnTo>
                <a:lnTo>
                  <a:pt x="401" y="1060"/>
                </a:lnTo>
                <a:lnTo>
                  <a:pt x="401" y="1061"/>
                </a:lnTo>
                <a:lnTo>
                  <a:pt x="401" y="1062"/>
                </a:lnTo>
                <a:lnTo>
                  <a:pt x="401" y="1063"/>
                </a:lnTo>
                <a:lnTo>
                  <a:pt x="401" y="1064"/>
                </a:lnTo>
                <a:lnTo>
                  <a:pt x="402" y="1064"/>
                </a:lnTo>
                <a:lnTo>
                  <a:pt x="402" y="1065"/>
                </a:lnTo>
                <a:lnTo>
                  <a:pt x="401" y="1065"/>
                </a:lnTo>
                <a:lnTo>
                  <a:pt x="401" y="1066"/>
                </a:lnTo>
                <a:lnTo>
                  <a:pt x="401" y="1067"/>
                </a:lnTo>
                <a:lnTo>
                  <a:pt x="401" y="1068"/>
                </a:lnTo>
                <a:lnTo>
                  <a:pt x="400" y="1068"/>
                </a:lnTo>
                <a:lnTo>
                  <a:pt x="400" y="1069"/>
                </a:lnTo>
                <a:lnTo>
                  <a:pt x="399" y="1069"/>
                </a:lnTo>
                <a:lnTo>
                  <a:pt x="399" y="1070"/>
                </a:lnTo>
                <a:lnTo>
                  <a:pt x="399" y="1071"/>
                </a:lnTo>
                <a:lnTo>
                  <a:pt x="400" y="1071"/>
                </a:lnTo>
                <a:lnTo>
                  <a:pt x="400" y="1072"/>
                </a:lnTo>
                <a:lnTo>
                  <a:pt x="401" y="1072"/>
                </a:lnTo>
                <a:lnTo>
                  <a:pt x="402" y="1072"/>
                </a:lnTo>
                <a:lnTo>
                  <a:pt x="402" y="1073"/>
                </a:lnTo>
                <a:lnTo>
                  <a:pt x="402" y="1074"/>
                </a:lnTo>
                <a:lnTo>
                  <a:pt x="402" y="1075"/>
                </a:lnTo>
                <a:lnTo>
                  <a:pt x="401" y="1075"/>
                </a:lnTo>
                <a:lnTo>
                  <a:pt x="400" y="1075"/>
                </a:lnTo>
                <a:lnTo>
                  <a:pt x="400" y="1076"/>
                </a:lnTo>
                <a:lnTo>
                  <a:pt x="399" y="1076"/>
                </a:lnTo>
                <a:lnTo>
                  <a:pt x="398" y="1076"/>
                </a:lnTo>
                <a:lnTo>
                  <a:pt x="398" y="1078"/>
                </a:lnTo>
                <a:lnTo>
                  <a:pt x="397" y="1078"/>
                </a:lnTo>
                <a:lnTo>
                  <a:pt x="398" y="1078"/>
                </a:lnTo>
                <a:lnTo>
                  <a:pt x="400" y="1078"/>
                </a:lnTo>
                <a:lnTo>
                  <a:pt x="400" y="1079"/>
                </a:lnTo>
                <a:lnTo>
                  <a:pt x="400" y="1080"/>
                </a:lnTo>
                <a:lnTo>
                  <a:pt x="399" y="1081"/>
                </a:lnTo>
                <a:lnTo>
                  <a:pt x="398" y="1081"/>
                </a:lnTo>
                <a:lnTo>
                  <a:pt x="398" y="1082"/>
                </a:lnTo>
                <a:lnTo>
                  <a:pt x="398" y="1083"/>
                </a:lnTo>
                <a:lnTo>
                  <a:pt x="397" y="1083"/>
                </a:lnTo>
                <a:lnTo>
                  <a:pt x="396" y="1083"/>
                </a:lnTo>
                <a:lnTo>
                  <a:pt x="396" y="1084"/>
                </a:lnTo>
                <a:lnTo>
                  <a:pt x="395" y="1084"/>
                </a:lnTo>
                <a:lnTo>
                  <a:pt x="394" y="1084"/>
                </a:lnTo>
                <a:lnTo>
                  <a:pt x="395" y="1084"/>
                </a:lnTo>
                <a:lnTo>
                  <a:pt x="395" y="1085"/>
                </a:lnTo>
                <a:lnTo>
                  <a:pt x="395" y="1086"/>
                </a:lnTo>
                <a:lnTo>
                  <a:pt x="394" y="1087"/>
                </a:lnTo>
                <a:lnTo>
                  <a:pt x="393" y="1087"/>
                </a:lnTo>
                <a:lnTo>
                  <a:pt x="393" y="1088"/>
                </a:lnTo>
                <a:lnTo>
                  <a:pt x="393" y="1089"/>
                </a:lnTo>
                <a:lnTo>
                  <a:pt x="394" y="1089"/>
                </a:lnTo>
                <a:lnTo>
                  <a:pt x="394" y="1090"/>
                </a:lnTo>
                <a:lnTo>
                  <a:pt x="394" y="1091"/>
                </a:lnTo>
                <a:lnTo>
                  <a:pt x="393" y="1091"/>
                </a:lnTo>
                <a:lnTo>
                  <a:pt x="393" y="1092"/>
                </a:lnTo>
                <a:lnTo>
                  <a:pt x="393" y="1093"/>
                </a:lnTo>
                <a:lnTo>
                  <a:pt x="392" y="1093"/>
                </a:lnTo>
                <a:lnTo>
                  <a:pt x="391" y="1093"/>
                </a:lnTo>
                <a:lnTo>
                  <a:pt x="391" y="1094"/>
                </a:lnTo>
                <a:lnTo>
                  <a:pt x="390" y="1094"/>
                </a:lnTo>
                <a:lnTo>
                  <a:pt x="389" y="1094"/>
                </a:lnTo>
                <a:lnTo>
                  <a:pt x="389" y="1095"/>
                </a:lnTo>
                <a:lnTo>
                  <a:pt x="388" y="1095"/>
                </a:lnTo>
                <a:lnTo>
                  <a:pt x="388" y="1096"/>
                </a:lnTo>
                <a:lnTo>
                  <a:pt x="387" y="1096"/>
                </a:lnTo>
                <a:lnTo>
                  <a:pt x="387" y="1097"/>
                </a:lnTo>
                <a:lnTo>
                  <a:pt x="385" y="1097"/>
                </a:lnTo>
                <a:lnTo>
                  <a:pt x="384" y="1097"/>
                </a:lnTo>
                <a:lnTo>
                  <a:pt x="383" y="1098"/>
                </a:lnTo>
                <a:lnTo>
                  <a:pt x="382" y="1099"/>
                </a:lnTo>
                <a:lnTo>
                  <a:pt x="381" y="1099"/>
                </a:lnTo>
                <a:lnTo>
                  <a:pt x="381" y="1100"/>
                </a:lnTo>
                <a:lnTo>
                  <a:pt x="380" y="1100"/>
                </a:lnTo>
                <a:lnTo>
                  <a:pt x="380" y="1101"/>
                </a:lnTo>
                <a:lnTo>
                  <a:pt x="379" y="1101"/>
                </a:lnTo>
                <a:lnTo>
                  <a:pt x="378" y="1101"/>
                </a:lnTo>
                <a:lnTo>
                  <a:pt x="377" y="1101"/>
                </a:lnTo>
                <a:lnTo>
                  <a:pt x="377" y="1100"/>
                </a:lnTo>
                <a:lnTo>
                  <a:pt x="376" y="1100"/>
                </a:lnTo>
                <a:lnTo>
                  <a:pt x="376" y="1099"/>
                </a:lnTo>
                <a:lnTo>
                  <a:pt x="376" y="1098"/>
                </a:lnTo>
                <a:lnTo>
                  <a:pt x="375" y="1098"/>
                </a:lnTo>
                <a:lnTo>
                  <a:pt x="375" y="1099"/>
                </a:lnTo>
                <a:lnTo>
                  <a:pt x="374" y="1099"/>
                </a:lnTo>
                <a:lnTo>
                  <a:pt x="373" y="1099"/>
                </a:lnTo>
                <a:lnTo>
                  <a:pt x="372" y="1099"/>
                </a:lnTo>
                <a:lnTo>
                  <a:pt x="371" y="1099"/>
                </a:lnTo>
                <a:lnTo>
                  <a:pt x="370" y="1099"/>
                </a:lnTo>
                <a:lnTo>
                  <a:pt x="370" y="1098"/>
                </a:lnTo>
                <a:lnTo>
                  <a:pt x="369" y="1098"/>
                </a:lnTo>
                <a:lnTo>
                  <a:pt x="369" y="1099"/>
                </a:lnTo>
                <a:lnTo>
                  <a:pt x="368" y="1099"/>
                </a:lnTo>
                <a:lnTo>
                  <a:pt x="367" y="1099"/>
                </a:lnTo>
                <a:lnTo>
                  <a:pt x="366" y="1099"/>
                </a:lnTo>
                <a:lnTo>
                  <a:pt x="366" y="1100"/>
                </a:lnTo>
                <a:lnTo>
                  <a:pt x="367" y="1100"/>
                </a:lnTo>
                <a:lnTo>
                  <a:pt x="367" y="1101"/>
                </a:lnTo>
                <a:lnTo>
                  <a:pt x="367" y="1102"/>
                </a:lnTo>
                <a:lnTo>
                  <a:pt x="368" y="1102"/>
                </a:lnTo>
                <a:lnTo>
                  <a:pt x="368" y="1103"/>
                </a:lnTo>
                <a:lnTo>
                  <a:pt x="369" y="1103"/>
                </a:lnTo>
                <a:lnTo>
                  <a:pt x="369" y="1104"/>
                </a:lnTo>
                <a:lnTo>
                  <a:pt x="369" y="1105"/>
                </a:lnTo>
                <a:lnTo>
                  <a:pt x="370" y="1105"/>
                </a:lnTo>
                <a:lnTo>
                  <a:pt x="370" y="1106"/>
                </a:lnTo>
                <a:lnTo>
                  <a:pt x="370" y="1107"/>
                </a:lnTo>
                <a:lnTo>
                  <a:pt x="370" y="1108"/>
                </a:lnTo>
                <a:lnTo>
                  <a:pt x="371" y="1108"/>
                </a:lnTo>
                <a:lnTo>
                  <a:pt x="370" y="1108"/>
                </a:lnTo>
                <a:lnTo>
                  <a:pt x="370" y="1109"/>
                </a:lnTo>
                <a:lnTo>
                  <a:pt x="369" y="1109"/>
                </a:lnTo>
                <a:lnTo>
                  <a:pt x="369" y="1110"/>
                </a:lnTo>
                <a:lnTo>
                  <a:pt x="370" y="1110"/>
                </a:lnTo>
                <a:lnTo>
                  <a:pt x="370" y="1111"/>
                </a:lnTo>
                <a:lnTo>
                  <a:pt x="369" y="1112"/>
                </a:lnTo>
                <a:lnTo>
                  <a:pt x="369" y="1114"/>
                </a:lnTo>
                <a:lnTo>
                  <a:pt x="368" y="1114"/>
                </a:lnTo>
                <a:lnTo>
                  <a:pt x="368" y="1115"/>
                </a:lnTo>
                <a:lnTo>
                  <a:pt x="369" y="1115"/>
                </a:lnTo>
                <a:lnTo>
                  <a:pt x="369" y="1116"/>
                </a:lnTo>
                <a:lnTo>
                  <a:pt x="368" y="1116"/>
                </a:lnTo>
                <a:lnTo>
                  <a:pt x="367" y="1116"/>
                </a:lnTo>
                <a:lnTo>
                  <a:pt x="367" y="1117"/>
                </a:lnTo>
                <a:lnTo>
                  <a:pt x="366" y="1117"/>
                </a:lnTo>
                <a:lnTo>
                  <a:pt x="366" y="1118"/>
                </a:lnTo>
                <a:lnTo>
                  <a:pt x="365" y="1118"/>
                </a:lnTo>
                <a:lnTo>
                  <a:pt x="365" y="1119"/>
                </a:lnTo>
                <a:lnTo>
                  <a:pt x="364" y="1119"/>
                </a:lnTo>
                <a:lnTo>
                  <a:pt x="364" y="1120"/>
                </a:lnTo>
                <a:lnTo>
                  <a:pt x="364" y="1121"/>
                </a:lnTo>
                <a:lnTo>
                  <a:pt x="363" y="1121"/>
                </a:lnTo>
                <a:lnTo>
                  <a:pt x="362" y="1121"/>
                </a:lnTo>
                <a:lnTo>
                  <a:pt x="361" y="1121"/>
                </a:lnTo>
                <a:lnTo>
                  <a:pt x="360" y="1121"/>
                </a:lnTo>
                <a:lnTo>
                  <a:pt x="359" y="1121"/>
                </a:lnTo>
                <a:lnTo>
                  <a:pt x="359" y="1122"/>
                </a:lnTo>
                <a:lnTo>
                  <a:pt x="358" y="1122"/>
                </a:lnTo>
                <a:lnTo>
                  <a:pt x="358" y="1123"/>
                </a:lnTo>
                <a:lnTo>
                  <a:pt x="359" y="1123"/>
                </a:lnTo>
                <a:lnTo>
                  <a:pt x="360" y="1124"/>
                </a:lnTo>
                <a:lnTo>
                  <a:pt x="360" y="1125"/>
                </a:lnTo>
                <a:lnTo>
                  <a:pt x="359" y="1125"/>
                </a:lnTo>
                <a:lnTo>
                  <a:pt x="359" y="1126"/>
                </a:lnTo>
                <a:lnTo>
                  <a:pt x="358" y="1126"/>
                </a:lnTo>
                <a:lnTo>
                  <a:pt x="357" y="1126"/>
                </a:lnTo>
                <a:lnTo>
                  <a:pt x="356" y="1126"/>
                </a:lnTo>
                <a:lnTo>
                  <a:pt x="355" y="1126"/>
                </a:lnTo>
                <a:lnTo>
                  <a:pt x="354" y="1126"/>
                </a:lnTo>
                <a:lnTo>
                  <a:pt x="353" y="1126"/>
                </a:lnTo>
                <a:lnTo>
                  <a:pt x="353" y="1125"/>
                </a:lnTo>
                <a:lnTo>
                  <a:pt x="353" y="1124"/>
                </a:lnTo>
                <a:lnTo>
                  <a:pt x="352" y="1124"/>
                </a:lnTo>
                <a:lnTo>
                  <a:pt x="352" y="1123"/>
                </a:lnTo>
                <a:lnTo>
                  <a:pt x="351" y="1122"/>
                </a:lnTo>
                <a:lnTo>
                  <a:pt x="350" y="1122"/>
                </a:lnTo>
                <a:lnTo>
                  <a:pt x="349" y="1122"/>
                </a:lnTo>
                <a:lnTo>
                  <a:pt x="349" y="1123"/>
                </a:lnTo>
                <a:lnTo>
                  <a:pt x="348" y="1123"/>
                </a:lnTo>
                <a:lnTo>
                  <a:pt x="348" y="1124"/>
                </a:lnTo>
                <a:lnTo>
                  <a:pt x="347" y="1124"/>
                </a:lnTo>
                <a:lnTo>
                  <a:pt x="347" y="1123"/>
                </a:lnTo>
                <a:lnTo>
                  <a:pt x="346" y="1123"/>
                </a:lnTo>
                <a:lnTo>
                  <a:pt x="345" y="1123"/>
                </a:lnTo>
                <a:lnTo>
                  <a:pt x="344" y="1123"/>
                </a:lnTo>
                <a:lnTo>
                  <a:pt x="343" y="1123"/>
                </a:lnTo>
                <a:lnTo>
                  <a:pt x="343" y="1122"/>
                </a:lnTo>
                <a:lnTo>
                  <a:pt x="342" y="1122"/>
                </a:lnTo>
                <a:lnTo>
                  <a:pt x="341" y="1122"/>
                </a:lnTo>
                <a:lnTo>
                  <a:pt x="341" y="1121"/>
                </a:lnTo>
                <a:lnTo>
                  <a:pt x="340" y="1121"/>
                </a:lnTo>
                <a:lnTo>
                  <a:pt x="339" y="1121"/>
                </a:lnTo>
                <a:lnTo>
                  <a:pt x="339" y="1120"/>
                </a:lnTo>
                <a:lnTo>
                  <a:pt x="338" y="1120"/>
                </a:lnTo>
                <a:lnTo>
                  <a:pt x="338" y="1119"/>
                </a:lnTo>
                <a:lnTo>
                  <a:pt x="338" y="1117"/>
                </a:lnTo>
                <a:lnTo>
                  <a:pt x="337" y="1117"/>
                </a:lnTo>
                <a:lnTo>
                  <a:pt x="337" y="1116"/>
                </a:lnTo>
                <a:lnTo>
                  <a:pt x="336" y="1116"/>
                </a:lnTo>
                <a:lnTo>
                  <a:pt x="336" y="1115"/>
                </a:lnTo>
                <a:lnTo>
                  <a:pt x="336" y="1114"/>
                </a:lnTo>
                <a:lnTo>
                  <a:pt x="335" y="1113"/>
                </a:lnTo>
                <a:lnTo>
                  <a:pt x="335" y="1112"/>
                </a:lnTo>
                <a:lnTo>
                  <a:pt x="334" y="1112"/>
                </a:lnTo>
                <a:lnTo>
                  <a:pt x="334" y="1111"/>
                </a:lnTo>
                <a:lnTo>
                  <a:pt x="335" y="1110"/>
                </a:lnTo>
                <a:lnTo>
                  <a:pt x="335" y="1109"/>
                </a:lnTo>
                <a:lnTo>
                  <a:pt x="336" y="1109"/>
                </a:lnTo>
                <a:lnTo>
                  <a:pt x="336" y="1108"/>
                </a:lnTo>
                <a:lnTo>
                  <a:pt x="336" y="1107"/>
                </a:lnTo>
                <a:lnTo>
                  <a:pt x="337" y="1107"/>
                </a:lnTo>
                <a:lnTo>
                  <a:pt x="338" y="1107"/>
                </a:lnTo>
                <a:lnTo>
                  <a:pt x="338" y="1106"/>
                </a:lnTo>
                <a:lnTo>
                  <a:pt x="338" y="1105"/>
                </a:lnTo>
                <a:lnTo>
                  <a:pt x="338" y="1104"/>
                </a:lnTo>
                <a:lnTo>
                  <a:pt x="338" y="1103"/>
                </a:lnTo>
                <a:lnTo>
                  <a:pt x="337" y="1103"/>
                </a:lnTo>
                <a:lnTo>
                  <a:pt x="337" y="1102"/>
                </a:lnTo>
                <a:lnTo>
                  <a:pt x="336" y="1102"/>
                </a:lnTo>
                <a:lnTo>
                  <a:pt x="335" y="1102"/>
                </a:lnTo>
                <a:lnTo>
                  <a:pt x="334" y="1102"/>
                </a:lnTo>
                <a:lnTo>
                  <a:pt x="335" y="1101"/>
                </a:lnTo>
                <a:lnTo>
                  <a:pt x="335" y="1100"/>
                </a:lnTo>
                <a:lnTo>
                  <a:pt x="335" y="1099"/>
                </a:lnTo>
                <a:lnTo>
                  <a:pt x="336" y="1099"/>
                </a:lnTo>
                <a:lnTo>
                  <a:pt x="336" y="1098"/>
                </a:lnTo>
                <a:lnTo>
                  <a:pt x="336" y="1097"/>
                </a:lnTo>
                <a:lnTo>
                  <a:pt x="335" y="1097"/>
                </a:lnTo>
                <a:lnTo>
                  <a:pt x="335" y="1096"/>
                </a:lnTo>
                <a:lnTo>
                  <a:pt x="336" y="1096"/>
                </a:lnTo>
                <a:lnTo>
                  <a:pt x="336" y="1095"/>
                </a:lnTo>
                <a:lnTo>
                  <a:pt x="336" y="1094"/>
                </a:lnTo>
                <a:lnTo>
                  <a:pt x="336" y="1093"/>
                </a:lnTo>
                <a:lnTo>
                  <a:pt x="337" y="1093"/>
                </a:lnTo>
                <a:lnTo>
                  <a:pt x="337" y="1092"/>
                </a:lnTo>
                <a:lnTo>
                  <a:pt x="337" y="1091"/>
                </a:lnTo>
                <a:lnTo>
                  <a:pt x="336" y="1091"/>
                </a:lnTo>
                <a:lnTo>
                  <a:pt x="337" y="1091"/>
                </a:lnTo>
                <a:lnTo>
                  <a:pt x="337" y="1090"/>
                </a:lnTo>
                <a:lnTo>
                  <a:pt x="336" y="1090"/>
                </a:lnTo>
                <a:lnTo>
                  <a:pt x="335" y="1090"/>
                </a:lnTo>
                <a:lnTo>
                  <a:pt x="335" y="1089"/>
                </a:lnTo>
                <a:lnTo>
                  <a:pt x="334" y="1089"/>
                </a:lnTo>
                <a:lnTo>
                  <a:pt x="334" y="1088"/>
                </a:lnTo>
                <a:lnTo>
                  <a:pt x="334" y="1087"/>
                </a:lnTo>
                <a:lnTo>
                  <a:pt x="334" y="1086"/>
                </a:lnTo>
                <a:lnTo>
                  <a:pt x="334" y="1085"/>
                </a:lnTo>
                <a:lnTo>
                  <a:pt x="333" y="1085"/>
                </a:lnTo>
                <a:lnTo>
                  <a:pt x="333" y="1084"/>
                </a:lnTo>
                <a:lnTo>
                  <a:pt x="332" y="1084"/>
                </a:lnTo>
                <a:lnTo>
                  <a:pt x="332" y="1083"/>
                </a:lnTo>
                <a:lnTo>
                  <a:pt x="332" y="1082"/>
                </a:lnTo>
                <a:lnTo>
                  <a:pt x="332" y="1081"/>
                </a:lnTo>
                <a:lnTo>
                  <a:pt x="332" y="1080"/>
                </a:lnTo>
                <a:lnTo>
                  <a:pt x="331" y="1080"/>
                </a:lnTo>
                <a:lnTo>
                  <a:pt x="331" y="1079"/>
                </a:lnTo>
                <a:lnTo>
                  <a:pt x="332" y="1079"/>
                </a:lnTo>
                <a:lnTo>
                  <a:pt x="333" y="1079"/>
                </a:lnTo>
                <a:lnTo>
                  <a:pt x="334" y="1078"/>
                </a:lnTo>
                <a:lnTo>
                  <a:pt x="333" y="1078"/>
                </a:lnTo>
                <a:lnTo>
                  <a:pt x="333" y="1077"/>
                </a:lnTo>
                <a:lnTo>
                  <a:pt x="332" y="1076"/>
                </a:lnTo>
                <a:lnTo>
                  <a:pt x="331" y="1075"/>
                </a:lnTo>
                <a:lnTo>
                  <a:pt x="332" y="1075"/>
                </a:lnTo>
                <a:lnTo>
                  <a:pt x="332" y="1074"/>
                </a:lnTo>
                <a:lnTo>
                  <a:pt x="331" y="1074"/>
                </a:lnTo>
                <a:lnTo>
                  <a:pt x="331" y="1073"/>
                </a:lnTo>
                <a:lnTo>
                  <a:pt x="332" y="1073"/>
                </a:lnTo>
                <a:lnTo>
                  <a:pt x="332" y="1072"/>
                </a:lnTo>
                <a:lnTo>
                  <a:pt x="332" y="1071"/>
                </a:lnTo>
                <a:lnTo>
                  <a:pt x="333" y="1071"/>
                </a:lnTo>
                <a:lnTo>
                  <a:pt x="333" y="1070"/>
                </a:lnTo>
                <a:lnTo>
                  <a:pt x="332" y="1069"/>
                </a:lnTo>
                <a:lnTo>
                  <a:pt x="331" y="1069"/>
                </a:lnTo>
                <a:lnTo>
                  <a:pt x="331" y="1068"/>
                </a:lnTo>
                <a:lnTo>
                  <a:pt x="330" y="1068"/>
                </a:lnTo>
                <a:lnTo>
                  <a:pt x="330" y="1067"/>
                </a:lnTo>
                <a:lnTo>
                  <a:pt x="330" y="1066"/>
                </a:lnTo>
                <a:lnTo>
                  <a:pt x="329" y="1066"/>
                </a:lnTo>
                <a:lnTo>
                  <a:pt x="329" y="1065"/>
                </a:lnTo>
                <a:lnTo>
                  <a:pt x="328" y="1065"/>
                </a:lnTo>
                <a:lnTo>
                  <a:pt x="328" y="1064"/>
                </a:lnTo>
                <a:lnTo>
                  <a:pt x="327" y="1064"/>
                </a:lnTo>
                <a:lnTo>
                  <a:pt x="326" y="1064"/>
                </a:lnTo>
                <a:lnTo>
                  <a:pt x="326" y="1063"/>
                </a:lnTo>
                <a:lnTo>
                  <a:pt x="325" y="1063"/>
                </a:lnTo>
                <a:lnTo>
                  <a:pt x="324" y="1063"/>
                </a:lnTo>
                <a:lnTo>
                  <a:pt x="323" y="1063"/>
                </a:lnTo>
                <a:lnTo>
                  <a:pt x="322" y="1063"/>
                </a:lnTo>
                <a:lnTo>
                  <a:pt x="322" y="1062"/>
                </a:lnTo>
                <a:lnTo>
                  <a:pt x="321" y="1062"/>
                </a:lnTo>
                <a:lnTo>
                  <a:pt x="319" y="1062"/>
                </a:lnTo>
                <a:lnTo>
                  <a:pt x="318" y="1062"/>
                </a:lnTo>
                <a:lnTo>
                  <a:pt x="318" y="1063"/>
                </a:lnTo>
                <a:lnTo>
                  <a:pt x="317" y="1062"/>
                </a:lnTo>
                <a:lnTo>
                  <a:pt x="316" y="1061"/>
                </a:lnTo>
                <a:lnTo>
                  <a:pt x="316" y="1060"/>
                </a:lnTo>
                <a:lnTo>
                  <a:pt x="317" y="1060"/>
                </a:lnTo>
                <a:lnTo>
                  <a:pt x="318" y="1060"/>
                </a:lnTo>
                <a:lnTo>
                  <a:pt x="318" y="1059"/>
                </a:lnTo>
                <a:lnTo>
                  <a:pt x="317" y="1059"/>
                </a:lnTo>
                <a:lnTo>
                  <a:pt x="317" y="1058"/>
                </a:lnTo>
                <a:lnTo>
                  <a:pt x="316" y="1058"/>
                </a:lnTo>
                <a:lnTo>
                  <a:pt x="316" y="1057"/>
                </a:lnTo>
                <a:lnTo>
                  <a:pt x="315" y="1057"/>
                </a:lnTo>
                <a:lnTo>
                  <a:pt x="315" y="1056"/>
                </a:lnTo>
                <a:lnTo>
                  <a:pt x="315" y="1055"/>
                </a:lnTo>
                <a:lnTo>
                  <a:pt x="314" y="1055"/>
                </a:lnTo>
                <a:lnTo>
                  <a:pt x="315" y="1054"/>
                </a:lnTo>
                <a:lnTo>
                  <a:pt x="315" y="1053"/>
                </a:lnTo>
                <a:lnTo>
                  <a:pt x="313" y="1053"/>
                </a:lnTo>
                <a:lnTo>
                  <a:pt x="312" y="1053"/>
                </a:lnTo>
                <a:lnTo>
                  <a:pt x="311" y="1053"/>
                </a:lnTo>
                <a:lnTo>
                  <a:pt x="310" y="1053"/>
                </a:lnTo>
                <a:lnTo>
                  <a:pt x="309" y="1053"/>
                </a:lnTo>
                <a:lnTo>
                  <a:pt x="309" y="1052"/>
                </a:lnTo>
                <a:lnTo>
                  <a:pt x="309" y="1051"/>
                </a:lnTo>
                <a:lnTo>
                  <a:pt x="308" y="1051"/>
                </a:lnTo>
                <a:lnTo>
                  <a:pt x="308" y="1050"/>
                </a:lnTo>
                <a:lnTo>
                  <a:pt x="308" y="1049"/>
                </a:lnTo>
                <a:lnTo>
                  <a:pt x="307" y="1049"/>
                </a:lnTo>
                <a:lnTo>
                  <a:pt x="306" y="1049"/>
                </a:lnTo>
                <a:lnTo>
                  <a:pt x="306" y="1048"/>
                </a:lnTo>
                <a:lnTo>
                  <a:pt x="305" y="1048"/>
                </a:lnTo>
                <a:lnTo>
                  <a:pt x="304" y="1048"/>
                </a:lnTo>
                <a:lnTo>
                  <a:pt x="303" y="1048"/>
                </a:lnTo>
                <a:lnTo>
                  <a:pt x="302" y="1048"/>
                </a:lnTo>
                <a:lnTo>
                  <a:pt x="301" y="1047"/>
                </a:lnTo>
                <a:lnTo>
                  <a:pt x="301" y="1046"/>
                </a:lnTo>
                <a:lnTo>
                  <a:pt x="300" y="1046"/>
                </a:lnTo>
                <a:lnTo>
                  <a:pt x="299" y="1046"/>
                </a:lnTo>
                <a:lnTo>
                  <a:pt x="299" y="1045"/>
                </a:lnTo>
                <a:lnTo>
                  <a:pt x="298" y="1045"/>
                </a:lnTo>
                <a:lnTo>
                  <a:pt x="298" y="1044"/>
                </a:lnTo>
                <a:lnTo>
                  <a:pt x="299" y="1043"/>
                </a:lnTo>
                <a:lnTo>
                  <a:pt x="298" y="1043"/>
                </a:lnTo>
                <a:lnTo>
                  <a:pt x="298" y="1042"/>
                </a:lnTo>
                <a:lnTo>
                  <a:pt x="297" y="1042"/>
                </a:lnTo>
                <a:lnTo>
                  <a:pt x="297" y="1041"/>
                </a:lnTo>
                <a:lnTo>
                  <a:pt x="296" y="1041"/>
                </a:lnTo>
                <a:lnTo>
                  <a:pt x="296" y="1040"/>
                </a:lnTo>
                <a:lnTo>
                  <a:pt x="296" y="1039"/>
                </a:lnTo>
                <a:lnTo>
                  <a:pt x="297" y="1039"/>
                </a:lnTo>
                <a:lnTo>
                  <a:pt x="297" y="1038"/>
                </a:lnTo>
                <a:lnTo>
                  <a:pt x="296" y="1038"/>
                </a:lnTo>
                <a:lnTo>
                  <a:pt x="296" y="1037"/>
                </a:lnTo>
                <a:lnTo>
                  <a:pt x="295" y="1037"/>
                </a:lnTo>
                <a:lnTo>
                  <a:pt x="296" y="1036"/>
                </a:lnTo>
                <a:lnTo>
                  <a:pt x="295" y="1036"/>
                </a:lnTo>
                <a:lnTo>
                  <a:pt x="295" y="1035"/>
                </a:lnTo>
                <a:lnTo>
                  <a:pt x="294" y="1034"/>
                </a:lnTo>
                <a:lnTo>
                  <a:pt x="294" y="1033"/>
                </a:lnTo>
                <a:lnTo>
                  <a:pt x="293" y="1033"/>
                </a:lnTo>
                <a:lnTo>
                  <a:pt x="293" y="1032"/>
                </a:lnTo>
                <a:lnTo>
                  <a:pt x="292" y="1032"/>
                </a:lnTo>
                <a:lnTo>
                  <a:pt x="292" y="1031"/>
                </a:lnTo>
                <a:lnTo>
                  <a:pt x="292" y="1030"/>
                </a:lnTo>
                <a:lnTo>
                  <a:pt x="292" y="1029"/>
                </a:lnTo>
                <a:lnTo>
                  <a:pt x="291" y="1029"/>
                </a:lnTo>
                <a:lnTo>
                  <a:pt x="291" y="1028"/>
                </a:lnTo>
                <a:lnTo>
                  <a:pt x="291" y="1027"/>
                </a:lnTo>
                <a:lnTo>
                  <a:pt x="290" y="1027"/>
                </a:lnTo>
                <a:lnTo>
                  <a:pt x="290" y="1026"/>
                </a:lnTo>
                <a:lnTo>
                  <a:pt x="289" y="1026"/>
                </a:lnTo>
                <a:lnTo>
                  <a:pt x="289" y="1025"/>
                </a:lnTo>
                <a:lnTo>
                  <a:pt x="288" y="1024"/>
                </a:lnTo>
                <a:lnTo>
                  <a:pt x="288" y="1023"/>
                </a:lnTo>
                <a:lnTo>
                  <a:pt x="287" y="1023"/>
                </a:lnTo>
                <a:lnTo>
                  <a:pt x="287" y="1022"/>
                </a:lnTo>
                <a:lnTo>
                  <a:pt x="286" y="1022"/>
                </a:lnTo>
                <a:lnTo>
                  <a:pt x="285" y="1022"/>
                </a:lnTo>
                <a:lnTo>
                  <a:pt x="285" y="1023"/>
                </a:lnTo>
                <a:lnTo>
                  <a:pt x="284" y="1022"/>
                </a:lnTo>
                <a:lnTo>
                  <a:pt x="283" y="1022"/>
                </a:lnTo>
                <a:lnTo>
                  <a:pt x="283" y="1021"/>
                </a:lnTo>
                <a:lnTo>
                  <a:pt x="283" y="1020"/>
                </a:lnTo>
                <a:lnTo>
                  <a:pt x="282" y="1020"/>
                </a:lnTo>
                <a:lnTo>
                  <a:pt x="282" y="1019"/>
                </a:lnTo>
                <a:lnTo>
                  <a:pt x="282" y="1018"/>
                </a:lnTo>
                <a:lnTo>
                  <a:pt x="281" y="1018"/>
                </a:lnTo>
                <a:lnTo>
                  <a:pt x="281" y="1017"/>
                </a:lnTo>
                <a:lnTo>
                  <a:pt x="281" y="1016"/>
                </a:lnTo>
                <a:lnTo>
                  <a:pt x="280" y="1016"/>
                </a:lnTo>
                <a:lnTo>
                  <a:pt x="280" y="1015"/>
                </a:lnTo>
                <a:lnTo>
                  <a:pt x="279" y="1015"/>
                </a:lnTo>
                <a:lnTo>
                  <a:pt x="279" y="1014"/>
                </a:lnTo>
                <a:lnTo>
                  <a:pt x="278" y="1014"/>
                </a:lnTo>
                <a:lnTo>
                  <a:pt x="278" y="1013"/>
                </a:lnTo>
                <a:lnTo>
                  <a:pt x="277" y="1013"/>
                </a:lnTo>
                <a:lnTo>
                  <a:pt x="276" y="1013"/>
                </a:lnTo>
                <a:lnTo>
                  <a:pt x="276" y="1012"/>
                </a:lnTo>
                <a:lnTo>
                  <a:pt x="276" y="1011"/>
                </a:lnTo>
                <a:lnTo>
                  <a:pt x="275" y="1011"/>
                </a:lnTo>
                <a:lnTo>
                  <a:pt x="275" y="1010"/>
                </a:lnTo>
                <a:lnTo>
                  <a:pt x="274" y="1010"/>
                </a:lnTo>
                <a:lnTo>
                  <a:pt x="273" y="1010"/>
                </a:lnTo>
                <a:lnTo>
                  <a:pt x="273" y="1009"/>
                </a:lnTo>
                <a:lnTo>
                  <a:pt x="272" y="1009"/>
                </a:lnTo>
                <a:lnTo>
                  <a:pt x="272" y="1007"/>
                </a:lnTo>
                <a:lnTo>
                  <a:pt x="271" y="1007"/>
                </a:lnTo>
                <a:lnTo>
                  <a:pt x="270" y="1007"/>
                </a:lnTo>
                <a:lnTo>
                  <a:pt x="269" y="1007"/>
                </a:lnTo>
                <a:lnTo>
                  <a:pt x="268" y="1007"/>
                </a:lnTo>
                <a:lnTo>
                  <a:pt x="267" y="1007"/>
                </a:lnTo>
                <a:lnTo>
                  <a:pt x="266" y="1007"/>
                </a:lnTo>
                <a:lnTo>
                  <a:pt x="265" y="1007"/>
                </a:lnTo>
                <a:lnTo>
                  <a:pt x="265" y="1008"/>
                </a:lnTo>
                <a:lnTo>
                  <a:pt x="264" y="1008"/>
                </a:lnTo>
                <a:lnTo>
                  <a:pt x="264" y="1009"/>
                </a:lnTo>
                <a:lnTo>
                  <a:pt x="263" y="1009"/>
                </a:lnTo>
                <a:lnTo>
                  <a:pt x="262" y="1009"/>
                </a:lnTo>
                <a:lnTo>
                  <a:pt x="261" y="1009"/>
                </a:lnTo>
                <a:lnTo>
                  <a:pt x="260" y="1009"/>
                </a:lnTo>
                <a:lnTo>
                  <a:pt x="260" y="1008"/>
                </a:lnTo>
                <a:lnTo>
                  <a:pt x="259" y="1008"/>
                </a:lnTo>
                <a:lnTo>
                  <a:pt x="259" y="1007"/>
                </a:lnTo>
                <a:lnTo>
                  <a:pt x="258" y="1007"/>
                </a:lnTo>
                <a:lnTo>
                  <a:pt x="258" y="1006"/>
                </a:lnTo>
                <a:lnTo>
                  <a:pt x="258" y="1004"/>
                </a:lnTo>
                <a:lnTo>
                  <a:pt x="258" y="1003"/>
                </a:lnTo>
                <a:lnTo>
                  <a:pt x="257" y="1003"/>
                </a:lnTo>
                <a:lnTo>
                  <a:pt x="256" y="1003"/>
                </a:lnTo>
                <a:lnTo>
                  <a:pt x="256" y="1002"/>
                </a:lnTo>
                <a:lnTo>
                  <a:pt x="256" y="1001"/>
                </a:lnTo>
                <a:lnTo>
                  <a:pt x="255" y="1000"/>
                </a:lnTo>
                <a:lnTo>
                  <a:pt x="255" y="999"/>
                </a:lnTo>
                <a:lnTo>
                  <a:pt x="254" y="999"/>
                </a:lnTo>
                <a:lnTo>
                  <a:pt x="253" y="999"/>
                </a:lnTo>
                <a:lnTo>
                  <a:pt x="253" y="998"/>
                </a:lnTo>
                <a:lnTo>
                  <a:pt x="252" y="998"/>
                </a:lnTo>
                <a:lnTo>
                  <a:pt x="251" y="998"/>
                </a:lnTo>
                <a:lnTo>
                  <a:pt x="250" y="997"/>
                </a:lnTo>
                <a:lnTo>
                  <a:pt x="249" y="997"/>
                </a:lnTo>
                <a:lnTo>
                  <a:pt x="249" y="996"/>
                </a:lnTo>
                <a:lnTo>
                  <a:pt x="248" y="996"/>
                </a:lnTo>
                <a:lnTo>
                  <a:pt x="248" y="995"/>
                </a:lnTo>
                <a:lnTo>
                  <a:pt x="247" y="995"/>
                </a:lnTo>
                <a:lnTo>
                  <a:pt x="246" y="995"/>
                </a:lnTo>
                <a:lnTo>
                  <a:pt x="246" y="994"/>
                </a:lnTo>
                <a:lnTo>
                  <a:pt x="246" y="993"/>
                </a:lnTo>
                <a:lnTo>
                  <a:pt x="245" y="992"/>
                </a:lnTo>
                <a:lnTo>
                  <a:pt x="244" y="992"/>
                </a:lnTo>
                <a:lnTo>
                  <a:pt x="244" y="991"/>
                </a:lnTo>
                <a:lnTo>
                  <a:pt x="243" y="991"/>
                </a:lnTo>
                <a:lnTo>
                  <a:pt x="243" y="990"/>
                </a:lnTo>
                <a:lnTo>
                  <a:pt x="242" y="990"/>
                </a:lnTo>
                <a:lnTo>
                  <a:pt x="242" y="989"/>
                </a:lnTo>
                <a:lnTo>
                  <a:pt x="243" y="989"/>
                </a:lnTo>
                <a:lnTo>
                  <a:pt x="243" y="988"/>
                </a:lnTo>
                <a:lnTo>
                  <a:pt x="242" y="988"/>
                </a:lnTo>
                <a:lnTo>
                  <a:pt x="241" y="988"/>
                </a:lnTo>
                <a:lnTo>
                  <a:pt x="241" y="989"/>
                </a:lnTo>
                <a:lnTo>
                  <a:pt x="240" y="989"/>
                </a:lnTo>
                <a:lnTo>
                  <a:pt x="239" y="989"/>
                </a:lnTo>
                <a:lnTo>
                  <a:pt x="238" y="989"/>
                </a:lnTo>
                <a:lnTo>
                  <a:pt x="238" y="988"/>
                </a:lnTo>
                <a:lnTo>
                  <a:pt x="237" y="988"/>
                </a:lnTo>
                <a:lnTo>
                  <a:pt x="236" y="988"/>
                </a:lnTo>
                <a:lnTo>
                  <a:pt x="236" y="987"/>
                </a:lnTo>
                <a:lnTo>
                  <a:pt x="236" y="986"/>
                </a:lnTo>
                <a:lnTo>
                  <a:pt x="235" y="986"/>
                </a:lnTo>
                <a:lnTo>
                  <a:pt x="234" y="986"/>
                </a:lnTo>
                <a:lnTo>
                  <a:pt x="233" y="986"/>
                </a:lnTo>
                <a:lnTo>
                  <a:pt x="232" y="986"/>
                </a:lnTo>
                <a:lnTo>
                  <a:pt x="231" y="986"/>
                </a:lnTo>
                <a:lnTo>
                  <a:pt x="230" y="985"/>
                </a:lnTo>
                <a:lnTo>
                  <a:pt x="230" y="984"/>
                </a:lnTo>
                <a:lnTo>
                  <a:pt x="229" y="984"/>
                </a:lnTo>
                <a:lnTo>
                  <a:pt x="230" y="983"/>
                </a:lnTo>
                <a:lnTo>
                  <a:pt x="229" y="983"/>
                </a:lnTo>
                <a:lnTo>
                  <a:pt x="229" y="982"/>
                </a:lnTo>
                <a:lnTo>
                  <a:pt x="229" y="981"/>
                </a:lnTo>
                <a:lnTo>
                  <a:pt x="228" y="981"/>
                </a:lnTo>
                <a:lnTo>
                  <a:pt x="228" y="980"/>
                </a:lnTo>
                <a:lnTo>
                  <a:pt x="228" y="979"/>
                </a:lnTo>
                <a:lnTo>
                  <a:pt x="228" y="978"/>
                </a:lnTo>
                <a:lnTo>
                  <a:pt x="228" y="977"/>
                </a:lnTo>
                <a:lnTo>
                  <a:pt x="228" y="976"/>
                </a:lnTo>
                <a:lnTo>
                  <a:pt x="227" y="976"/>
                </a:lnTo>
                <a:lnTo>
                  <a:pt x="226" y="976"/>
                </a:lnTo>
                <a:lnTo>
                  <a:pt x="226" y="975"/>
                </a:lnTo>
                <a:lnTo>
                  <a:pt x="225" y="975"/>
                </a:lnTo>
                <a:lnTo>
                  <a:pt x="224" y="974"/>
                </a:lnTo>
                <a:lnTo>
                  <a:pt x="223" y="974"/>
                </a:lnTo>
                <a:lnTo>
                  <a:pt x="222" y="974"/>
                </a:lnTo>
                <a:lnTo>
                  <a:pt x="222" y="973"/>
                </a:lnTo>
                <a:lnTo>
                  <a:pt x="221" y="973"/>
                </a:lnTo>
                <a:lnTo>
                  <a:pt x="220" y="974"/>
                </a:lnTo>
                <a:lnTo>
                  <a:pt x="220" y="973"/>
                </a:lnTo>
                <a:lnTo>
                  <a:pt x="219" y="973"/>
                </a:lnTo>
                <a:lnTo>
                  <a:pt x="218" y="973"/>
                </a:lnTo>
                <a:lnTo>
                  <a:pt x="217" y="973"/>
                </a:lnTo>
                <a:lnTo>
                  <a:pt x="217" y="972"/>
                </a:lnTo>
                <a:lnTo>
                  <a:pt x="216" y="972"/>
                </a:lnTo>
                <a:lnTo>
                  <a:pt x="216" y="971"/>
                </a:lnTo>
                <a:lnTo>
                  <a:pt x="216" y="970"/>
                </a:lnTo>
                <a:lnTo>
                  <a:pt x="215" y="970"/>
                </a:lnTo>
                <a:lnTo>
                  <a:pt x="214" y="970"/>
                </a:lnTo>
                <a:lnTo>
                  <a:pt x="214" y="969"/>
                </a:lnTo>
                <a:lnTo>
                  <a:pt x="213" y="969"/>
                </a:lnTo>
                <a:lnTo>
                  <a:pt x="212" y="969"/>
                </a:lnTo>
                <a:lnTo>
                  <a:pt x="212" y="968"/>
                </a:lnTo>
                <a:lnTo>
                  <a:pt x="211" y="968"/>
                </a:lnTo>
                <a:lnTo>
                  <a:pt x="211" y="967"/>
                </a:lnTo>
                <a:lnTo>
                  <a:pt x="210" y="967"/>
                </a:lnTo>
                <a:lnTo>
                  <a:pt x="210" y="966"/>
                </a:lnTo>
                <a:lnTo>
                  <a:pt x="209" y="966"/>
                </a:lnTo>
                <a:lnTo>
                  <a:pt x="209" y="967"/>
                </a:lnTo>
                <a:lnTo>
                  <a:pt x="208" y="967"/>
                </a:lnTo>
                <a:lnTo>
                  <a:pt x="207" y="967"/>
                </a:lnTo>
                <a:lnTo>
                  <a:pt x="206" y="968"/>
                </a:lnTo>
                <a:lnTo>
                  <a:pt x="206" y="967"/>
                </a:lnTo>
                <a:lnTo>
                  <a:pt x="205" y="967"/>
                </a:lnTo>
                <a:lnTo>
                  <a:pt x="205" y="968"/>
                </a:lnTo>
                <a:lnTo>
                  <a:pt x="204" y="968"/>
                </a:lnTo>
                <a:lnTo>
                  <a:pt x="203" y="968"/>
                </a:lnTo>
                <a:lnTo>
                  <a:pt x="202" y="967"/>
                </a:lnTo>
                <a:lnTo>
                  <a:pt x="201" y="967"/>
                </a:lnTo>
                <a:lnTo>
                  <a:pt x="201" y="968"/>
                </a:lnTo>
                <a:lnTo>
                  <a:pt x="200" y="968"/>
                </a:lnTo>
                <a:lnTo>
                  <a:pt x="199" y="968"/>
                </a:lnTo>
                <a:lnTo>
                  <a:pt x="199" y="969"/>
                </a:lnTo>
                <a:lnTo>
                  <a:pt x="198" y="969"/>
                </a:lnTo>
                <a:lnTo>
                  <a:pt x="197" y="969"/>
                </a:lnTo>
                <a:lnTo>
                  <a:pt x="197" y="970"/>
                </a:lnTo>
                <a:lnTo>
                  <a:pt x="197" y="969"/>
                </a:lnTo>
                <a:lnTo>
                  <a:pt x="196" y="969"/>
                </a:lnTo>
                <a:lnTo>
                  <a:pt x="195" y="969"/>
                </a:lnTo>
                <a:lnTo>
                  <a:pt x="195" y="968"/>
                </a:lnTo>
                <a:lnTo>
                  <a:pt x="194" y="968"/>
                </a:lnTo>
                <a:lnTo>
                  <a:pt x="194" y="967"/>
                </a:lnTo>
                <a:lnTo>
                  <a:pt x="193" y="967"/>
                </a:lnTo>
                <a:lnTo>
                  <a:pt x="193" y="966"/>
                </a:lnTo>
                <a:lnTo>
                  <a:pt x="193" y="965"/>
                </a:lnTo>
                <a:lnTo>
                  <a:pt x="192" y="965"/>
                </a:lnTo>
                <a:lnTo>
                  <a:pt x="191" y="965"/>
                </a:lnTo>
                <a:lnTo>
                  <a:pt x="191" y="964"/>
                </a:lnTo>
                <a:lnTo>
                  <a:pt x="190" y="964"/>
                </a:lnTo>
                <a:lnTo>
                  <a:pt x="190" y="963"/>
                </a:lnTo>
                <a:lnTo>
                  <a:pt x="190" y="962"/>
                </a:lnTo>
                <a:lnTo>
                  <a:pt x="190" y="961"/>
                </a:lnTo>
                <a:lnTo>
                  <a:pt x="190" y="960"/>
                </a:lnTo>
                <a:lnTo>
                  <a:pt x="189" y="960"/>
                </a:lnTo>
                <a:lnTo>
                  <a:pt x="188" y="959"/>
                </a:lnTo>
                <a:lnTo>
                  <a:pt x="187" y="959"/>
                </a:lnTo>
                <a:lnTo>
                  <a:pt x="185" y="958"/>
                </a:lnTo>
                <a:lnTo>
                  <a:pt x="184" y="958"/>
                </a:lnTo>
                <a:lnTo>
                  <a:pt x="184" y="957"/>
                </a:lnTo>
                <a:lnTo>
                  <a:pt x="184" y="956"/>
                </a:lnTo>
                <a:lnTo>
                  <a:pt x="184" y="955"/>
                </a:lnTo>
                <a:lnTo>
                  <a:pt x="184" y="954"/>
                </a:lnTo>
                <a:lnTo>
                  <a:pt x="184" y="953"/>
                </a:lnTo>
                <a:lnTo>
                  <a:pt x="184" y="951"/>
                </a:lnTo>
                <a:lnTo>
                  <a:pt x="184" y="950"/>
                </a:lnTo>
                <a:lnTo>
                  <a:pt x="184" y="949"/>
                </a:lnTo>
                <a:lnTo>
                  <a:pt x="184" y="948"/>
                </a:lnTo>
                <a:lnTo>
                  <a:pt x="183" y="948"/>
                </a:lnTo>
                <a:lnTo>
                  <a:pt x="183" y="947"/>
                </a:lnTo>
                <a:lnTo>
                  <a:pt x="183" y="946"/>
                </a:lnTo>
                <a:lnTo>
                  <a:pt x="182" y="946"/>
                </a:lnTo>
                <a:lnTo>
                  <a:pt x="183" y="946"/>
                </a:lnTo>
                <a:lnTo>
                  <a:pt x="183" y="945"/>
                </a:lnTo>
                <a:lnTo>
                  <a:pt x="183" y="944"/>
                </a:lnTo>
                <a:lnTo>
                  <a:pt x="183" y="943"/>
                </a:lnTo>
                <a:lnTo>
                  <a:pt x="182" y="943"/>
                </a:lnTo>
                <a:lnTo>
                  <a:pt x="181" y="942"/>
                </a:lnTo>
                <a:lnTo>
                  <a:pt x="181" y="941"/>
                </a:lnTo>
                <a:lnTo>
                  <a:pt x="181" y="940"/>
                </a:lnTo>
                <a:lnTo>
                  <a:pt x="180" y="940"/>
                </a:lnTo>
                <a:lnTo>
                  <a:pt x="179" y="940"/>
                </a:lnTo>
                <a:lnTo>
                  <a:pt x="179" y="939"/>
                </a:lnTo>
                <a:lnTo>
                  <a:pt x="178" y="939"/>
                </a:lnTo>
                <a:lnTo>
                  <a:pt x="178" y="938"/>
                </a:lnTo>
                <a:lnTo>
                  <a:pt x="177" y="938"/>
                </a:lnTo>
                <a:lnTo>
                  <a:pt x="176" y="938"/>
                </a:lnTo>
                <a:lnTo>
                  <a:pt x="176" y="937"/>
                </a:lnTo>
                <a:lnTo>
                  <a:pt x="175" y="937"/>
                </a:lnTo>
                <a:lnTo>
                  <a:pt x="175" y="936"/>
                </a:lnTo>
                <a:lnTo>
                  <a:pt x="175" y="935"/>
                </a:lnTo>
                <a:lnTo>
                  <a:pt x="175" y="934"/>
                </a:lnTo>
                <a:lnTo>
                  <a:pt x="176" y="933"/>
                </a:lnTo>
                <a:lnTo>
                  <a:pt x="177" y="933"/>
                </a:lnTo>
                <a:lnTo>
                  <a:pt x="177" y="932"/>
                </a:lnTo>
                <a:lnTo>
                  <a:pt x="178" y="932"/>
                </a:lnTo>
                <a:lnTo>
                  <a:pt x="178" y="931"/>
                </a:lnTo>
                <a:lnTo>
                  <a:pt x="178" y="930"/>
                </a:lnTo>
                <a:lnTo>
                  <a:pt x="177" y="929"/>
                </a:lnTo>
                <a:lnTo>
                  <a:pt x="177" y="928"/>
                </a:lnTo>
                <a:lnTo>
                  <a:pt x="177" y="927"/>
                </a:lnTo>
                <a:lnTo>
                  <a:pt x="177" y="926"/>
                </a:lnTo>
                <a:lnTo>
                  <a:pt x="176" y="926"/>
                </a:lnTo>
                <a:lnTo>
                  <a:pt x="176" y="925"/>
                </a:lnTo>
                <a:lnTo>
                  <a:pt x="176" y="924"/>
                </a:lnTo>
                <a:lnTo>
                  <a:pt x="176" y="923"/>
                </a:lnTo>
                <a:lnTo>
                  <a:pt x="177" y="923"/>
                </a:lnTo>
                <a:lnTo>
                  <a:pt x="177" y="922"/>
                </a:lnTo>
                <a:lnTo>
                  <a:pt x="178" y="922"/>
                </a:lnTo>
                <a:lnTo>
                  <a:pt x="178" y="921"/>
                </a:lnTo>
                <a:lnTo>
                  <a:pt x="177" y="921"/>
                </a:lnTo>
                <a:lnTo>
                  <a:pt x="177" y="920"/>
                </a:lnTo>
                <a:lnTo>
                  <a:pt x="177" y="919"/>
                </a:lnTo>
                <a:lnTo>
                  <a:pt x="178" y="919"/>
                </a:lnTo>
                <a:lnTo>
                  <a:pt x="178" y="918"/>
                </a:lnTo>
                <a:lnTo>
                  <a:pt x="179" y="918"/>
                </a:lnTo>
                <a:lnTo>
                  <a:pt x="178" y="918"/>
                </a:lnTo>
                <a:lnTo>
                  <a:pt x="178" y="917"/>
                </a:lnTo>
                <a:lnTo>
                  <a:pt x="177" y="917"/>
                </a:lnTo>
                <a:lnTo>
                  <a:pt x="177" y="915"/>
                </a:lnTo>
                <a:lnTo>
                  <a:pt x="176" y="915"/>
                </a:lnTo>
                <a:lnTo>
                  <a:pt x="176" y="914"/>
                </a:lnTo>
                <a:lnTo>
                  <a:pt x="175" y="914"/>
                </a:lnTo>
                <a:lnTo>
                  <a:pt x="174" y="914"/>
                </a:lnTo>
                <a:lnTo>
                  <a:pt x="174" y="913"/>
                </a:lnTo>
                <a:lnTo>
                  <a:pt x="173" y="913"/>
                </a:lnTo>
                <a:lnTo>
                  <a:pt x="173" y="912"/>
                </a:lnTo>
                <a:lnTo>
                  <a:pt x="172" y="912"/>
                </a:lnTo>
                <a:lnTo>
                  <a:pt x="172" y="911"/>
                </a:lnTo>
                <a:lnTo>
                  <a:pt x="171" y="911"/>
                </a:lnTo>
                <a:lnTo>
                  <a:pt x="170" y="911"/>
                </a:lnTo>
                <a:lnTo>
                  <a:pt x="169" y="910"/>
                </a:lnTo>
                <a:lnTo>
                  <a:pt x="169" y="909"/>
                </a:lnTo>
                <a:lnTo>
                  <a:pt x="169" y="908"/>
                </a:lnTo>
                <a:lnTo>
                  <a:pt x="169" y="907"/>
                </a:lnTo>
                <a:lnTo>
                  <a:pt x="170" y="907"/>
                </a:lnTo>
                <a:lnTo>
                  <a:pt x="171" y="908"/>
                </a:lnTo>
                <a:lnTo>
                  <a:pt x="172" y="908"/>
                </a:lnTo>
                <a:lnTo>
                  <a:pt x="172" y="907"/>
                </a:lnTo>
                <a:lnTo>
                  <a:pt x="173" y="907"/>
                </a:lnTo>
                <a:lnTo>
                  <a:pt x="173" y="906"/>
                </a:lnTo>
                <a:lnTo>
                  <a:pt x="173" y="905"/>
                </a:lnTo>
                <a:lnTo>
                  <a:pt x="173" y="904"/>
                </a:lnTo>
                <a:lnTo>
                  <a:pt x="174" y="904"/>
                </a:lnTo>
                <a:lnTo>
                  <a:pt x="173" y="904"/>
                </a:lnTo>
                <a:lnTo>
                  <a:pt x="173" y="903"/>
                </a:lnTo>
                <a:lnTo>
                  <a:pt x="172" y="903"/>
                </a:lnTo>
                <a:lnTo>
                  <a:pt x="172" y="902"/>
                </a:lnTo>
                <a:lnTo>
                  <a:pt x="171" y="902"/>
                </a:lnTo>
                <a:lnTo>
                  <a:pt x="171" y="901"/>
                </a:lnTo>
                <a:lnTo>
                  <a:pt x="171" y="900"/>
                </a:lnTo>
                <a:lnTo>
                  <a:pt x="171" y="899"/>
                </a:lnTo>
                <a:lnTo>
                  <a:pt x="171" y="898"/>
                </a:lnTo>
                <a:lnTo>
                  <a:pt x="170" y="898"/>
                </a:lnTo>
                <a:lnTo>
                  <a:pt x="169" y="898"/>
                </a:lnTo>
                <a:lnTo>
                  <a:pt x="169" y="897"/>
                </a:lnTo>
                <a:lnTo>
                  <a:pt x="168" y="898"/>
                </a:lnTo>
                <a:lnTo>
                  <a:pt x="167" y="898"/>
                </a:lnTo>
                <a:lnTo>
                  <a:pt x="167" y="897"/>
                </a:lnTo>
                <a:lnTo>
                  <a:pt x="166" y="897"/>
                </a:lnTo>
                <a:lnTo>
                  <a:pt x="166" y="898"/>
                </a:lnTo>
                <a:lnTo>
                  <a:pt x="165" y="898"/>
                </a:lnTo>
                <a:lnTo>
                  <a:pt x="164" y="898"/>
                </a:lnTo>
                <a:lnTo>
                  <a:pt x="163" y="898"/>
                </a:lnTo>
                <a:lnTo>
                  <a:pt x="162" y="898"/>
                </a:lnTo>
                <a:lnTo>
                  <a:pt x="161" y="898"/>
                </a:lnTo>
                <a:lnTo>
                  <a:pt x="160" y="898"/>
                </a:lnTo>
                <a:lnTo>
                  <a:pt x="160" y="897"/>
                </a:lnTo>
                <a:lnTo>
                  <a:pt x="160" y="896"/>
                </a:lnTo>
                <a:lnTo>
                  <a:pt x="160" y="895"/>
                </a:lnTo>
                <a:lnTo>
                  <a:pt x="160" y="894"/>
                </a:lnTo>
                <a:lnTo>
                  <a:pt x="160" y="893"/>
                </a:lnTo>
                <a:lnTo>
                  <a:pt x="159" y="893"/>
                </a:lnTo>
                <a:lnTo>
                  <a:pt x="159" y="892"/>
                </a:lnTo>
                <a:lnTo>
                  <a:pt x="159" y="891"/>
                </a:lnTo>
                <a:lnTo>
                  <a:pt x="158" y="891"/>
                </a:lnTo>
                <a:lnTo>
                  <a:pt x="159" y="891"/>
                </a:lnTo>
                <a:lnTo>
                  <a:pt x="158" y="891"/>
                </a:lnTo>
                <a:lnTo>
                  <a:pt x="158" y="890"/>
                </a:lnTo>
                <a:lnTo>
                  <a:pt x="158" y="889"/>
                </a:lnTo>
                <a:lnTo>
                  <a:pt x="158" y="888"/>
                </a:lnTo>
                <a:lnTo>
                  <a:pt x="158" y="887"/>
                </a:lnTo>
                <a:lnTo>
                  <a:pt x="157" y="886"/>
                </a:lnTo>
                <a:lnTo>
                  <a:pt x="157" y="885"/>
                </a:lnTo>
                <a:lnTo>
                  <a:pt x="156" y="884"/>
                </a:lnTo>
                <a:lnTo>
                  <a:pt x="156" y="883"/>
                </a:lnTo>
                <a:lnTo>
                  <a:pt x="156" y="882"/>
                </a:lnTo>
                <a:lnTo>
                  <a:pt x="155" y="882"/>
                </a:lnTo>
                <a:lnTo>
                  <a:pt x="155" y="881"/>
                </a:lnTo>
                <a:lnTo>
                  <a:pt x="155" y="880"/>
                </a:lnTo>
                <a:lnTo>
                  <a:pt x="155" y="879"/>
                </a:lnTo>
                <a:lnTo>
                  <a:pt x="155" y="878"/>
                </a:lnTo>
                <a:lnTo>
                  <a:pt x="154" y="878"/>
                </a:lnTo>
                <a:lnTo>
                  <a:pt x="154" y="877"/>
                </a:lnTo>
                <a:lnTo>
                  <a:pt x="154" y="876"/>
                </a:lnTo>
                <a:lnTo>
                  <a:pt x="153" y="876"/>
                </a:lnTo>
                <a:lnTo>
                  <a:pt x="153" y="875"/>
                </a:lnTo>
                <a:lnTo>
                  <a:pt x="152" y="875"/>
                </a:lnTo>
                <a:lnTo>
                  <a:pt x="151" y="876"/>
                </a:lnTo>
                <a:lnTo>
                  <a:pt x="150" y="876"/>
                </a:lnTo>
                <a:lnTo>
                  <a:pt x="150" y="875"/>
                </a:lnTo>
                <a:lnTo>
                  <a:pt x="149" y="875"/>
                </a:lnTo>
                <a:lnTo>
                  <a:pt x="149" y="874"/>
                </a:lnTo>
                <a:lnTo>
                  <a:pt x="148" y="874"/>
                </a:lnTo>
                <a:lnTo>
                  <a:pt x="148" y="873"/>
                </a:lnTo>
                <a:lnTo>
                  <a:pt x="147" y="873"/>
                </a:lnTo>
                <a:lnTo>
                  <a:pt x="146" y="872"/>
                </a:lnTo>
                <a:lnTo>
                  <a:pt x="146" y="871"/>
                </a:lnTo>
                <a:lnTo>
                  <a:pt x="145" y="870"/>
                </a:lnTo>
                <a:lnTo>
                  <a:pt x="145" y="869"/>
                </a:lnTo>
                <a:lnTo>
                  <a:pt x="145" y="868"/>
                </a:lnTo>
                <a:lnTo>
                  <a:pt x="144" y="867"/>
                </a:lnTo>
                <a:lnTo>
                  <a:pt x="143" y="867"/>
                </a:lnTo>
                <a:lnTo>
                  <a:pt x="143" y="866"/>
                </a:lnTo>
                <a:lnTo>
                  <a:pt x="142" y="866"/>
                </a:lnTo>
                <a:lnTo>
                  <a:pt x="142" y="865"/>
                </a:lnTo>
                <a:lnTo>
                  <a:pt x="141" y="865"/>
                </a:lnTo>
                <a:lnTo>
                  <a:pt x="140" y="864"/>
                </a:lnTo>
                <a:lnTo>
                  <a:pt x="140" y="865"/>
                </a:lnTo>
                <a:lnTo>
                  <a:pt x="139" y="866"/>
                </a:lnTo>
                <a:lnTo>
                  <a:pt x="139" y="867"/>
                </a:lnTo>
                <a:lnTo>
                  <a:pt x="139" y="868"/>
                </a:lnTo>
                <a:lnTo>
                  <a:pt x="138" y="868"/>
                </a:lnTo>
                <a:lnTo>
                  <a:pt x="138" y="869"/>
                </a:lnTo>
                <a:lnTo>
                  <a:pt x="138" y="868"/>
                </a:lnTo>
                <a:lnTo>
                  <a:pt x="136" y="868"/>
                </a:lnTo>
                <a:lnTo>
                  <a:pt x="135" y="868"/>
                </a:lnTo>
                <a:lnTo>
                  <a:pt x="135" y="869"/>
                </a:lnTo>
                <a:lnTo>
                  <a:pt x="134" y="869"/>
                </a:lnTo>
                <a:lnTo>
                  <a:pt x="133" y="869"/>
                </a:lnTo>
                <a:lnTo>
                  <a:pt x="132" y="869"/>
                </a:lnTo>
                <a:lnTo>
                  <a:pt x="131" y="869"/>
                </a:lnTo>
                <a:lnTo>
                  <a:pt x="130" y="869"/>
                </a:lnTo>
                <a:lnTo>
                  <a:pt x="130" y="870"/>
                </a:lnTo>
                <a:lnTo>
                  <a:pt x="128" y="870"/>
                </a:lnTo>
                <a:lnTo>
                  <a:pt x="128" y="871"/>
                </a:lnTo>
                <a:lnTo>
                  <a:pt x="127" y="871"/>
                </a:lnTo>
                <a:lnTo>
                  <a:pt x="127" y="872"/>
                </a:lnTo>
                <a:lnTo>
                  <a:pt x="127" y="871"/>
                </a:lnTo>
                <a:lnTo>
                  <a:pt x="126" y="871"/>
                </a:lnTo>
                <a:lnTo>
                  <a:pt x="127" y="871"/>
                </a:lnTo>
                <a:lnTo>
                  <a:pt x="127" y="870"/>
                </a:lnTo>
                <a:lnTo>
                  <a:pt x="126" y="870"/>
                </a:lnTo>
                <a:lnTo>
                  <a:pt x="126" y="869"/>
                </a:lnTo>
                <a:lnTo>
                  <a:pt x="125" y="868"/>
                </a:lnTo>
                <a:lnTo>
                  <a:pt x="124" y="868"/>
                </a:lnTo>
                <a:lnTo>
                  <a:pt x="124" y="867"/>
                </a:lnTo>
                <a:lnTo>
                  <a:pt x="123" y="867"/>
                </a:lnTo>
                <a:lnTo>
                  <a:pt x="122" y="867"/>
                </a:lnTo>
                <a:lnTo>
                  <a:pt x="122" y="866"/>
                </a:lnTo>
                <a:lnTo>
                  <a:pt x="121" y="865"/>
                </a:lnTo>
                <a:lnTo>
                  <a:pt x="120" y="865"/>
                </a:lnTo>
                <a:lnTo>
                  <a:pt x="120" y="863"/>
                </a:lnTo>
                <a:lnTo>
                  <a:pt x="120" y="862"/>
                </a:lnTo>
                <a:lnTo>
                  <a:pt x="119" y="862"/>
                </a:lnTo>
                <a:lnTo>
                  <a:pt x="119" y="861"/>
                </a:lnTo>
                <a:lnTo>
                  <a:pt x="119" y="860"/>
                </a:lnTo>
                <a:lnTo>
                  <a:pt x="119" y="859"/>
                </a:lnTo>
                <a:lnTo>
                  <a:pt x="118" y="859"/>
                </a:lnTo>
                <a:lnTo>
                  <a:pt x="118" y="858"/>
                </a:lnTo>
                <a:lnTo>
                  <a:pt x="117" y="858"/>
                </a:lnTo>
                <a:lnTo>
                  <a:pt x="117" y="857"/>
                </a:lnTo>
                <a:lnTo>
                  <a:pt x="117" y="856"/>
                </a:lnTo>
                <a:lnTo>
                  <a:pt x="116" y="856"/>
                </a:lnTo>
                <a:lnTo>
                  <a:pt x="116" y="855"/>
                </a:lnTo>
                <a:lnTo>
                  <a:pt x="116" y="854"/>
                </a:lnTo>
                <a:lnTo>
                  <a:pt x="117" y="854"/>
                </a:lnTo>
                <a:lnTo>
                  <a:pt x="117" y="853"/>
                </a:lnTo>
                <a:lnTo>
                  <a:pt x="117" y="852"/>
                </a:lnTo>
                <a:lnTo>
                  <a:pt x="116" y="852"/>
                </a:lnTo>
                <a:lnTo>
                  <a:pt x="116" y="851"/>
                </a:lnTo>
                <a:lnTo>
                  <a:pt x="116" y="850"/>
                </a:lnTo>
                <a:lnTo>
                  <a:pt x="116" y="849"/>
                </a:lnTo>
                <a:lnTo>
                  <a:pt x="116" y="848"/>
                </a:lnTo>
                <a:lnTo>
                  <a:pt x="115" y="847"/>
                </a:lnTo>
                <a:lnTo>
                  <a:pt x="114" y="847"/>
                </a:lnTo>
                <a:lnTo>
                  <a:pt x="113" y="847"/>
                </a:lnTo>
                <a:lnTo>
                  <a:pt x="113" y="846"/>
                </a:lnTo>
                <a:lnTo>
                  <a:pt x="112" y="846"/>
                </a:lnTo>
                <a:lnTo>
                  <a:pt x="111" y="846"/>
                </a:lnTo>
                <a:lnTo>
                  <a:pt x="110" y="845"/>
                </a:lnTo>
                <a:lnTo>
                  <a:pt x="110" y="846"/>
                </a:lnTo>
                <a:lnTo>
                  <a:pt x="109" y="846"/>
                </a:lnTo>
                <a:lnTo>
                  <a:pt x="108" y="846"/>
                </a:lnTo>
                <a:lnTo>
                  <a:pt x="108" y="845"/>
                </a:lnTo>
                <a:lnTo>
                  <a:pt x="107" y="845"/>
                </a:lnTo>
                <a:lnTo>
                  <a:pt x="107" y="846"/>
                </a:lnTo>
                <a:lnTo>
                  <a:pt x="106" y="846"/>
                </a:lnTo>
                <a:lnTo>
                  <a:pt x="105" y="846"/>
                </a:lnTo>
                <a:lnTo>
                  <a:pt x="104" y="846"/>
                </a:lnTo>
                <a:lnTo>
                  <a:pt x="103" y="846"/>
                </a:lnTo>
                <a:lnTo>
                  <a:pt x="102" y="846"/>
                </a:lnTo>
                <a:lnTo>
                  <a:pt x="102" y="843"/>
                </a:lnTo>
                <a:lnTo>
                  <a:pt x="102" y="841"/>
                </a:lnTo>
                <a:lnTo>
                  <a:pt x="102" y="840"/>
                </a:lnTo>
                <a:lnTo>
                  <a:pt x="102" y="839"/>
                </a:lnTo>
                <a:lnTo>
                  <a:pt x="103" y="839"/>
                </a:lnTo>
                <a:lnTo>
                  <a:pt x="103" y="836"/>
                </a:lnTo>
                <a:lnTo>
                  <a:pt x="103" y="835"/>
                </a:lnTo>
                <a:lnTo>
                  <a:pt x="102" y="835"/>
                </a:lnTo>
                <a:lnTo>
                  <a:pt x="100" y="835"/>
                </a:lnTo>
                <a:lnTo>
                  <a:pt x="99" y="835"/>
                </a:lnTo>
                <a:lnTo>
                  <a:pt x="98" y="835"/>
                </a:lnTo>
                <a:lnTo>
                  <a:pt x="98" y="836"/>
                </a:lnTo>
                <a:lnTo>
                  <a:pt x="97" y="836"/>
                </a:lnTo>
                <a:lnTo>
                  <a:pt x="97" y="837"/>
                </a:lnTo>
                <a:lnTo>
                  <a:pt x="95" y="837"/>
                </a:lnTo>
                <a:lnTo>
                  <a:pt x="95" y="838"/>
                </a:lnTo>
                <a:lnTo>
                  <a:pt x="94" y="838"/>
                </a:lnTo>
                <a:lnTo>
                  <a:pt x="94" y="839"/>
                </a:lnTo>
                <a:lnTo>
                  <a:pt x="93" y="839"/>
                </a:lnTo>
                <a:lnTo>
                  <a:pt x="93" y="840"/>
                </a:lnTo>
                <a:lnTo>
                  <a:pt x="92" y="840"/>
                </a:lnTo>
                <a:lnTo>
                  <a:pt x="91" y="840"/>
                </a:lnTo>
                <a:lnTo>
                  <a:pt x="91" y="841"/>
                </a:lnTo>
                <a:lnTo>
                  <a:pt x="90" y="841"/>
                </a:lnTo>
                <a:lnTo>
                  <a:pt x="89" y="841"/>
                </a:lnTo>
                <a:lnTo>
                  <a:pt x="89" y="840"/>
                </a:lnTo>
                <a:lnTo>
                  <a:pt x="88" y="841"/>
                </a:lnTo>
                <a:lnTo>
                  <a:pt x="87" y="841"/>
                </a:lnTo>
                <a:lnTo>
                  <a:pt x="86" y="841"/>
                </a:lnTo>
                <a:lnTo>
                  <a:pt x="85" y="841"/>
                </a:lnTo>
                <a:lnTo>
                  <a:pt x="85" y="840"/>
                </a:lnTo>
                <a:lnTo>
                  <a:pt x="85" y="841"/>
                </a:lnTo>
                <a:lnTo>
                  <a:pt x="84" y="841"/>
                </a:lnTo>
                <a:lnTo>
                  <a:pt x="84" y="842"/>
                </a:lnTo>
                <a:lnTo>
                  <a:pt x="83" y="842"/>
                </a:lnTo>
                <a:lnTo>
                  <a:pt x="82" y="842"/>
                </a:lnTo>
                <a:lnTo>
                  <a:pt x="82" y="843"/>
                </a:lnTo>
                <a:lnTo>
                  <a:pt x="82" y="844"/>
                </a:lnTo>
                <a:lnTo>
                  <a:pt x="82" y="845"/>
                </a:lnTo>
                <a:lnTo>
                  <a:pt x="83" y="846"/>
                </a:lnTo>
                <a:lnTo>
                  <a:pt x="84" y="846"/>
                </a:lnTo>
                <a:lnTo>
                  <a:pt x="85" y="846"/>
                </a:lnTo>
                <a:lnTo>
                  <a:pt x="85" y="847"/>
                </a:lnTo>
                <a:lnTo>
                  <a:pt x="84" y="847"/>
                </a:lnTo>
                <a:lnTo>
                  <a:pt x="84" y="848"/>
                </a:lnTo>
                <a:lnTo>
                  <a:pt x="83" y="848"/>
                </a:lnTo>
                <a:lnTo>
                  <a:pt x="83" y="849"/>
                </a:lnTo>
                <a:lnTo>
                  <a:pt x="83" y="850"/>
                </a:lnTo>
                <a:lnTo>
                  <a:pt x="83" y="851"/>
                </a:lnTo>
                <a:lnTo>
                  <a:pt x="83" y="852"/>
                </a:lnTo>
                <a:lnTo>
                  <a:pt x="82" y="853"/>
                </a:lnTo>
                <a:lnTo>
                  <a:pt x="82" y="854"/>
                </a:lnTo>
                <a:lnTo>
                  <a:pt x="81" y="854"/>
                </a:lnTo>
                <a:lnTo>
                  <a:pt x="80" y="854"/>
                </a:lnTo>
                <a:lnTo>
                  <a:pt x="80" y="853"/>
                </a:lnTo>
                <a:lnTo>
                  <a:pt x="79" y="853"/>
                </a:lnTo>
                <a:lnTo>
                  <a:pt x="79" y="852"/>
                </a:lnTo>
                <a:lnTo>
                  <a:pt x="78" y="852"/>
                </a:lnTo>
                <a:lnTo>
                  <a:pt x="78" y="851"/>
                </a:lnTo>
                <a:lnTo>
                  <a:pt x="77" y="851"/>
                </a:lnTo>
                <a:lnTo>
                  <a:pt x="76" y="851"/>
                </a:lnTo>
                <a:lnTo>
                  <a:pt x="75" y="851"/>
                </a:lnTo>
                <a:lnTo>
                  <a:pt x="73" y="851"/>
                </a:lnTo>
                <a:lnTo>
                  <a:pt x="72" y="852"/>
                </a:lnTo>
                <a:lnTo>
                  <a:pt x="71" y="852"/>
                </a:lnTo>
                <a:lnTo>
                  <a:pt x="70" y="852"/>
                </a:lnTo>
                <a:lnTo>
                  <a:pt x="69" y="852"/>
                </a:lnTo>
                <a:lnTo>
                  <a:pt x="68" y="852"/>
                </a:lnTo>
                <a:lnTo>
                  <a:pt x="67" y="852"/>
                </a:lnTo>
                <a:lnTo>
                  <a:pt x="66" y="851"/>
                </a:lnTo>
                <a:lnTo>
                  <a:pt x="65" y="851"/>
                </a:lnTo>
                <a:lnTo>
                  <a:pt x="65" y="850"/>
                </a:lnTo>
                <a:lnTo>
                  <a:pt x="64" y="850"/>
                </a:lnTo>
                <a:lnTo>
                  <a:pt x="64" y="849"/>
                </a:lnTo>
                <a:lnTo>
                  <a:pt x="64" y="848"/>
                </a:lnTo>
                <a:lnTo>
                  <a:pt x="63" y="848"/>
                </a:lnTo>
                <a:lnTo>
                  <a:pt x="63" y="847"/>
                </a:lnTo>
                <a:lnTo>
                  <a:pt x="63" y="846"/>
                </a:lnTo>
                <a:lnTo>
                  <a:pt x="64" y="846"/>
                </a:lnTo>
                <a:lnTo>
                  <a:pt x="64" y="845"/>
                </a:lnTo>
                <a:lnTo>
                  <a:pt x="64" y="844"/>
                </a:lnTo>
                <a:lnTo>
                  <a:pt x="64" y="843"/>
                </a:lnTo>
                <a:lnTo>
                  <a:pt x="64" y="841"/>
                </a:lnTo>
                <a:lnTo>
                  <a:pt x="64" y="840"/>
                </a:lnTo>
                <a:lnTo>
                  <a:pt x="64" y="839"/>
                </a:lnTo>
                <a:lnTo>
                  <a:pt x="63" y="839"/>
                </a:lnTo>
                <a:lnTo>
                  <a:pt x="62" y="838"/>
                </a:lnTo>
                <a:lnTo>
                  <a:pt x="62" y="837"/>
                </a:lnTo>
                <a:lnTo>
                  <a:pt x="61" y="837"/>
                </a:lnTo>
                <a:lnTo>
                  <a:pt x="61" y="836"/>
                </a:lnTo>
                <a:lnTo>
                  <a:pt x="60" y="836"/>
                </a:lnTo>
                <a:lnTo>
                  <a:pt x="59" y="835"/>
                </a:lnTo>
                <a:lnTo>
                  <a:pt x="59" y="836"/>
                </a:lnTo>
                <a:lnTo>
                  <a:pt x="58" y="836"/>
                </a:lnTo>
                <a:lnTo>
                  <a:pt x="57" y="837"/>
                </a:lnTo>
                <a:lnTo>
                  <a:pt x="56" y="838"/>
                </a:lnTo>
                <a:lnTo>
                  <a:pt x="55" y="838"/>
                </a:lnTo>
                <a:lnTo>
                  <a:pt x="55" y="837"/>
                </a:lnTo>
                <a:lnTo>
                  <a:pt x="54" y="837"/>
                </a:lnTo>
                <a:lnTo>
                  <a:pt x="53" y="837"/>
                </a:lnTo>
                <a:lnTo>
                  <a:pt x="53" y="836"/>
                </a:lnTo>
                <a:lnTo>
                  <a:pt x="52" y="836"/>
                </a:lnTo>
                <a:lnTo>
                  <a:pt x="51" y="836"/>
                </a:lnTo>
                <a:lnTo>
                  <a:pt x="51" y="837"/>
                </a:lnTo>
                <a:lnTo>
                  <a:pt x="50" y="837"/>
                </a:lnTo>
                <a:lnTo>
                  <a:pt x="49" y="837"/>
                </a:lnTo>
                <a:lnTo>
                  <a:pt x="48" y="837"/>
                </a:lnTo>
                <a:lnTo>
                  <a:pt x="47" y="837"/>
                </a:lnTo>
                <a:lnTo>
                  <a:pt x="46" y="837"/>
                </a:lnTo>
                <a:lnTo>
                  <a:pt x="45" y="837"/>
                </a:lnTo>
                <a:lnTo>
                  <a:pt x="45" y="836"/>
                </a:lnTo>
                <a:lnTo>
                  <a:pt x="45" y="835"/>
                </a:lnTo>
                <a:lnTo>
                  <a:pt x="45" y="834"/>
                </a:lnTo>
                <a:lnTo>
                  <a:pt x="44" y="834"/>
                </a:lnTo>
                <a:lnTo>
                  <a:pt x="44" y="833"/>
                </a:lnTo>
                <a:lnTo>
                  <a:pt x="43" y="833"/>
                </a:lnTo>
                <a:lnTo>
                  <a:pt x="43" y="832"/>
                </a:lnTo>
                <a:lnTo>
                  <a:pt x="42" y="832"/>
                </a:lnTo>
                <a:lnTo>
                  <a:pt x="42" y="831"/>
                </a:lnTo>
                <a:lnTo>
                  <a:pt x="42" y="830"/>
                </a:lnTo>
                <a:lnTo>
                  <a:pt x="42" y="829"/>
                </a:lnTo>
                <a:lnTo>
                  <a:pt x="41" y="828"/>
                </a:lnTo>
                <a:lnTo>
                  <a:pt x="40" y="828"/>
                </a:lnTo>
                <a:lnTo>
                  <a:pt x="40" y="827"/>
                </a:lnTo>
                <a:lnTo>
                  <a:pt x="40" y="826"/>
                </a:lnTo>
                <a:lnTo>
                  <a:pt x="39" y="826"/>
                </a:lnTo>
                <a:lnTo>
                  <a:pt x="38" y="826"/>
                </a:lnTo>
                <a:lnTo>
                  <a:pt x="38" y="825"/>
                </a:lnTo>
                <a:lnTo>
                  <a:pt x="37" y="825"/>
                </a:lnTo>
                <a:lnTo>
                  <a:pt x="36" y="824"/>
                </a:lnTo>
                <a:lnTo>
                  <a:pt x="35" y="824"/>
                </a:lnTo>
                <a:lnTo>
                  <a:pt x="35" y="823"/>
                </a:lnTo>
                <a:lnTo>
                  <a:pt x="33" y="823"/>
                </a:lnTo>
                <a:lnTo>
                  <a:pt x="33" y="822"/>
                </a:lnTo>
                <a:lnTo>
                  <a:pt x="33" y="821"/>
                </a:lnTo>
                <a:lnTo>
                  <a:pt x="33" y="820"/>
                </a:lnTo>
                <a:lnTo>
                  <a:pt x="32" y="820"/>
                </a:lnTo>
                <a:lnTo>
                  <a:pt x="31" y="819"/>
                </a:lnTo>
                <a:lnTo>
                  <a:pt x="32" y="819"/>
                </a:lnTo>
                <a:lnTo>
                  <a:pt x="32" y="818"/>
                </a:lnTo>
                <a:lnTo>
                  <a:pt x="32" y="817"/>
                </a:lnTo>
                <a:lnTo>
                  <a:pt x="32" y="816"/>
                </a:lnTo>
                <a:lnTo>
                  <a:pt x="33" y="816"/>
                </a:lnTo>
                <a:lnTo>
                  <a:pt x="33" y="815"/>
                </a:lnTo>
                <a:lnTo>
                  <a:pt x="33" y="814"/>
                </a:lnTo>
                <a:lnTo>
                  <a:pt x="33" y="813"/>
                </a:lnTo>
                <a:lnTo>
                  <a:pt x="33" y="812"/>
                </a:lnTo>
                <a:lnTo>
                  <a:pt x="33" y="811"/>
                </a:lnTo>
                <a:lnTo>
                  <a:pt x="32" y="811"/>
                </a:lnTo>
                <a:lnTo>
                  <a:pt x="32" y="810"/>
                </a:lnTo>
                <a:lnTo>
                  <a:pt x="31" y="810"/>
                </a:lnTo>
                <a:lnTo>
                  <a:pt x="31" y="809"/>
                </a:lnTo>
                <a:lnTo>
                  <a:pt x="30" y="809"/>
                </a:lnTo>
                <a:lnTo>
                  <a:pt x="30" y="808"/>
                </a:lnTo>
                <a:lnTo>
                  <a:pt x="31" y="808"/>
                </a:lnTo>
                <a:lnTo>
                  <a:pt x="31" y="807"/>
                </a:lnTo>
                <a:lnTo>
                  <a:pt x="31" y="806"/>
                </a:lnTo>
                <a:lnTo>
                  <a:pt x="32" y="806"/>
                </a:lnTo>
                <a:lnTo>
                  <a:pt x="32" y="805"/>
                </a:lnTo>
                <a:lnTo>
                  <a:pt x="33" y="805"/>
                </a:lnTo>
                <a:lnTo>
                  <a:pt x="33" y="804"/>
                </a:lnTo>
                <a:lnTo>
                  <a:pt x="34" y="803"/>
                </a:lnTo>
                <a:lnTo>
                  <a:pt x="34" y="802"/>
                </a:lnTo>
                <a:lnTo>
                  <a:pt x="35" y="802"/>
                </a:lnTo>
                <a:lnTo>
                  <a:pt x="36" y="802"/>
                </a:lnTo>
                <a:lnTo>
                  <a:pt x="36" y="801"/>
                </a:lnTo>
                <a:lnTo>
                  <a:pt x="36" y="800"/>
                </a:lnTo>
                <a:lnTo>
                  <a:pt x="37" y="800"/>
                </a:lnTo>
                <a:lnTo>
                  <a:pt x="37" y="799"/>
                </a:lnTo>
                <a:lnTo>
                  <a:pt x="37" y="798"/>
                </a:lnTo>
                <a:lnTo>
                  <a:pt x="37" y="797"/>
                </a:lnTo>
                <a:lnTo>
                  <a:pt x="37" y="796"/>
                </a:lnTo>
                <a:lnTo>
                  <a:pt x="37" y="795"/>
                </a:lnTo>
                <a:lnTo>
                  <a:pt x="36" y="795"/>
                </a:lnTo>
                <a:lnTo>
                  <a:pt x="35" y="795"/>
                </a:lnTo>
                <a:lnTo>
                  <a:pt x="35" y="794"/>
                </a:lnTo>
                <a:lnTo>
                  <a:pt x="34" y="794"/>
                </a:lnTo>
                <a:lnTo>
                  <a:pt x="34" y="793"/>
                </a:lnTo>
                <a:lnTo>
                  <a:pt x="33" y="793"/>
                </a:lnTo>
                <a:lnTo>
                  <a:pt x="33" y="792"/>
                </a:lnTo>
                <a:lnTo>
                  <a:pt x="33" y="791"/>
                </a:lnTo>
                <a:lnTo>
                  <a:pt x="33" y="790"/>
                </a:lnTo>
                <a:lnTo>
                  <a:pt x="32" y="790"/>
                </a:lnTo>
                <a:lnTo>
                  <a:pt x="32" y="789"/>
                </a:lnTo>
                <a:lnTo>
                  <a:pt x="32" y="788"/>
                </a:lnTo>
                <a:lnTo>
                  <a:pt x="32" y="787"/>
                </a:lnTo>
                <a:lnTo>
                  <a:pt x="33" y="787"/>
                </a:lnTo>
                <a:lnTo>
                  <a:pt x="33" y="786"/>
                </a:lnTo>
                <a:lnTo>
                  <a:pt x="32" y="786"/>
                </a:lnTo>
                <a:lnTo>
                  <a:pt x="31" y="785"/>
                </a:lnTo>
                <a:lnTo>
                  <a:pt x="30" y="785"/>
                </a:lnTo>
                <a:lnTo>
                  <a:pt x="30" y="784"/>
                </a:lnTo>
                <a:lnTo>
                  <a:pt x="30" y="783"/>
                </a:lnTo>
                <a:lnTo>
                  <a:pt x="29" y="783"/>
                </a:lnTo>
                <a:lnTo>
                  <a:pt x="29" y="782"/>
                </a:lnTo>
                <a:lnTo>
                  <a:pt x="29" y="781"/>
                </a:lnTo>
                <a:lnTo>
                  <a:pt x="29" y="780"/>
                </a:lnTo>
                <a:lnTo>
                  <a:pt x="30" y="780"/>
                </a:lnTo>
                <a:lnTo>
                  <a:pt x="30" y="779"/>
                </a:lnTo>
                <a:lnTo>
                  <a:pt x="29" y="779"/>
                </a:lnTo>
                <a:lnTo>
                  <a:pt x="29" y="778"/>
                </a:lnTo>
                <a:lnTo>
                  <a:pt x="29" y="777"/>
                </a:lnTo>
                <a:lnTo>
                  <a:pt x="28" y="777"/>
                </a:lnTo>
                <a:lnTo>
                  <a:pt x="28" y="776"/>
                </a:lnTo>
                <a:lnTo>
                  <a:pt x="27" y="776"/>
                </a:lnTo>
                <a:lnTo>
                  <a:pt x="27" y="775"/>
                </a:lnTo>
                <a:lnTo>
                  <a:pt x="26" y="774"/>
                </a:lnTo>
                <a:lnTo>
                  <a:pt x="26" y="773"/>
                </a:lnTo>
                <a:lnTo>
                  <a:pt x="25" y="773"/>
                </a:lnTo>
                <a:lnTo>
                  <a:pt x="25" y="772"/>
                </a:lnTo>
                <a:lnTo>
                  <a:pt x="26" y="772"/>
                </a:lnTo>
                <a:lnTo>
                  <a:pt x="26" y="771"/>
                </a:lnTo>
                <a:lnTo>
                  <a:pt x="25" y="771"/>
                </a:lnTo>
                <a:lnTo>
                  <a:pt x="25" y="770"/>
                </a:lnTo>
                <a:lnTo>
                  <a:pt x="25" y="769"/>
                </a:lnTo>
                <a:lnTo>
                  <a:pt x="26" y="769"/>
                </a:lnTo>
                <a:lnTo>
                  <a:pt x="25" y="769"/>
                </a:lnTo>
                <a:lnTo>
                  <a:pt x="25" y="768"/>
                </a:lnTo>
                <a:lnTo>
                  <a:pt x="26" y="768"/>
                </a:lnTo>
                <a:lnTo>
                  <a:pt x="26" y="767"/>
                </a:lnTo>
                <a:lnTo>
                  <a:pt x="25" y="767"/>
                </a:lnTo>
                <a:lnTo>
                  <a:pt x="25" y="766"/>
                </a:lnTo>
                <a:lnTo>
                  <a:pt x="25" y="765"/>
                </a:lnTo>
                <a:lnTo>
                  <a:pt x="24" y="764"/>
                </a:lnTo>
                <a:lnTo>
                  <a:pt x="24" y="763"/>
                </a:lnTo>
                <a:lnTo>
                  <a:pt x="24" y="762"/>
                </a:lnTo>
                <a:lnTo>
                  <a:pt x="23" y="762"/>
                </a:lnTo>
                <a:lnTo>
                  <a:pt x="22" y="762"/>
                </a:lnTo>
                <a:lnTo>
                  <a:pt x="22" y="763"/>
                </a:lnTo>
                <a:lnTo>
                  <a:pt x="21" y="763"/>
                </a:lnTo>
                <a:lnTo>
                  <a:pt x="22" y="763"/>
                </a:lnTo>
                <a:lnTo>
                  <a:pt x="21" y="764"/>
                </a:lnTo>
                <a:lnTo>
                  <a:pt x="22" y="764"/>
                </a:lnTo>
                <a:lnTo>
                  <a:pt x="22" y="765"/>
                </a:lnTo>
                <a:lnTo>
                  <a:pt x="22" y="766"/>
                </a:lnTo>
                <a:lnTo>
                  <a:pt x="21" y="766"/>
                </a:lnTo>
                <a:lnTo>
                  <a:pt x="20" y="766"/>
                </a:lnTo>
                <a:lnTo>
                  <a:pt x="19" y="765"/>
                </a:lnTo>
                <a:lnTo>
                  <a:pt x="19" y="766"/>
                </a:lnTo>
                <a:lnTo>
                  <a:pt x="18" y="766"/>
                </a:lnTo>
                <a:lnTo>
                  <a:pt x="18" y="765"/>
                </a:lnTo>
                <a:lnTo>
                  <a:pt x="17" y="765"/>
                </a:lnTo>
                <a:lnTo>
                  <a:pt x="16" y="765"/>
                </a:lnTo>
                <a:lnTo>
                  <a:pt x="16" y="764"/>
                </a:lnTo>
                <a:lnTo>
                  <a:pt x="15" y="764"/>
                </a:lnTo>
                <a:lnTo>
                  <a:pt x="15" y="763"/>
                </a:lnTo>
                <a:lnTo>
                  <a:pt x="15" y="762"/>
                </a:lnTo>
                <a:lnTo>
                  <a:pt x="13" y="762"/>
                </a:lnTo>
                <a:lnTo>
                  <a:pt x="13" y="761"/>
                </a:lnTo>
                <a:lnTo>
                  <a:pt x="12" y="761"/>
                </a:lnTo>
                <a:lnTo>
                  <a:pt x="11" y="761"/>
                </a:lnTo>
                <a:lnTo>
                  <a:pt x="11" y="760"/>
                </a:lnTo>
                <a:lnTo>
                  <a:pt x="10" y="760"/>
                </a:lnTo>
                <a:lnTo>
                  <a:pt x="10" y="759"/>
                </a:lnTo>
                <a:lnTo>
                  <a:pt x="9" y="759"/>
                </a:lnTo>
                <a:lnTo>
                  <a:pt x="10" y="759"/>
                </a:lnTo>
                <a:lnTo>
                  <a:pt x="10" y="758"/>
                </a:lnTo>
                <a:lnTo>
                  <a:pt x="10" y="757"/>
                </a:lnTo>
                <a:lnTo>
                  <a:pt x="9" y="757"/>
                </a:lnTo>
                <a:lnTo>
                  <a:pt x="9" y="756"/>
                </a:lnTo>
                <a:lnTo>
                  <a:pt x="9" y="755"/>
                </a:lnTo>
                <a:lnTo>
                  <a:pt x="10" y="755"/>
                </a:lnTo>
                <a:lnTo>
                  <a:pt x="10" y="754"/>
                </a:lnTo>
                <a:lnTo>
                  <a:pt x="9" y="754"/>
                </a:lnTo>
                <a:lnTo>
                  <a:pt x="9" y="753"/>
                </a:lnTo>
                <a:lnTo>
                  <a:pt x="8" y="753"/>
                </a:lnTo>
                <a:lnTo>
                  <a:pt x="9" y="753"/>
                </a:lnTo>
                <a:lnTo>
                  <a:pt x="9" y="752"/>
                </a:lnTo>
                <a:lnTo>
                  <a:pt x="10" y="752"/>
                </a:lnTo>
                <a:lnTo>
                  <a:pt x="10" y="751"/>
                </a:lnTo>
                <a:lnTo>
                  <a:pt x="9" y="751"/>
                </a:lnTo>
                <a:lnTo>
                  <a:pt x="9" y="750"/>
                </a:lnTo>
                <a:lnTo>
                  <a:pt x="8" y="749"/>
                </a:lnTo>
                <a:lnTo>
                  <a:pt x="8" y="748"/>
                </a:lnTo>
                <a:lnTo>
                  <a:pt x="8" y="747"/>
                </a:lnTo>
                <a:lnTo>
                  <a:pt x="8" y="746"/>
                </a:lnTo>
                <a:lnTo>
                  <a:pt x="9" y="746"/>
                </a:lnTo>
                <a:lnTo>
                  <a:pt x="9" y="745"/>
                </a:lnTo>
                <a:lnTo>
                  <a:pt x="9" y="744"/>
                </a:lnTo>
                <a:lnTo>
                  <a:pt x="9" y="743"/>
                </a:lnTo>
                <a:lnTo>
                  <a:pt x="10" y="743"/>
                </a:lnTo>
                <a:lnTo>
                  <a:pt x="10" y="742"/>
                </a:lnTo>
                <a:lnTo>
                  <a:pt x="11" y="742"/>
                </a:lnTo>
                <a:lnTo>
                  <a:pt x="11" y="741"/>
                </a:lnTo>
                <a:lnTo>
                  <a:pt x="12" y="741"/>
                </a:lnTo>
                <a:lnTo>
                  <a:pt x="12" y="740"/>
                </a:lnTo>
                <a:lnTo>
                  <a:pt x="13" y="740"/>
                </a:lnTo>
                <a:lnTo>
                  <a:pt x="13" y="739"/>
                </a:lnTo>
                <a:lnTo>
                  <a:pt x="14" y="739"/>
                </a:lnTo>
                <a:lnTo>
                  <a:pt x="14" y="738"/>
                </a:lnTo>
                <a:lnTo>
                  <a:pt x="15" y="738"/>
                </a:lnTo>
                <a:lnTo>
                  <a:pt x="15" y="737"/>
                </a:lnTo>
                <a:lnTo>
                  <a:pt x="16" y="737"/>
                </a:lnTo>
                <a:lnTo>
                  <a:pt x="16" y="736"/>
                </a:lnTo>
                <a:lnTo>
                  <a:pt x="17" y="736"/>
                </a:lnTo>
                <a:lnTo>
                  <a:pt x="17" y="735"/>
                </a:lnTo>
                <a:lnTo>
                  <a:pt x="18" y="735"/>
                </a:lnTo>
                <a:lnTo>
                  <a:pt x="19" y="735"/>
                </a:lnTo>
                <a:lnTo>
                  <a:pt x="19" y="734"/>
                </a:lnTo>
                <a:lnTo>
                  <a:pt x="20" y="734"/>
                </a:lnTo>
                <a:lnTo>
                  <a:pt x="19" y="734"/>
                </a:lnTo>
                <a:lnTo>
                  <a:pt x="19" y="733"/>
                </a:lnTo>
                <a:lnTo>
                  <a:pt x="19" y="732"/>
                </a:lnTo>
                <a:lnTo>
                  <a:pt x="18" y="732"/>
                </a:lnTo>
                <a:lnTo>
                  <a:pt x="17" y="732"/>
                </a:lnTo>
                <a:lnTo>
                  <a:pt x="17" y="731"/>
                </a:lnTo>
                <a:lnTo>
                  <a:pt x="17" y="729"/>
                </a:lnTo>
                <a:lnTo>
                  <a:pt x="16" y="729"/>
                </a:lnTo>
                <a:lnTo>
                  <a:pt x="16" y="728"/>
                </a:lnTo>
                <a:lnTo>
                  <a:pt x="17" y="728"/>
                </a:lnTo>
                <a:lnTo>
                  <a:pt x="16" y="728"/>
                </a:lnTo>
                <a:lnTo>
                  <a:pt x="16" y="726"/>
                </a:lnTo>
                <a:lnTo>
                  <a:pt x="16" y="725"/>
                </a:lnTo>
                <a:lnTo>
                  <a:pt x="15" y="725"/>
                </a:lnTo>
                <a:lnTo>
                  <a:pt x="15" y="724"/>
                </a:lnTo>
                <a:lnTo>
                  <a:pt x="14" y="724"/>
                </a:lnTo>
                <a:lnTo>
                  <a:pt x="14" y="723"/>
                </a:lnTo>
                <a:lnTo>
                  <a:pt x="13" y="723"/>
                </a:lnTo>
                <a:lnTo>
                  <a:pt x="13" y="724"/>
                </a:lnTo>
                <a:lnTo>
                  <a:pt x="12" y="724"/>
                </a:lnTo>
                <a:lnTo>
                  <a:pt x="12" y="723"/>
                </a:lnTo>
                <a:lnTo>
                  <a:pt x="11" y="723"/>
                </a:lnTo>
                <a:lnTo>
                  <a:pt x="10" y="723"/>
                </a:lnTo>
                <a:lnTo>
                  <a:pt x="10" y="722"/>
                </a:lnTo>
                <a:lnTo>
                  <a:pt x="11" y="722"/>
                </a:lnTo>
                <a:lnTo>
                  <a:pt x="11" y="721"/>
                </a:lnTo>
                <a:lnTo>
                  <a:pt x="10" y="721"/>
                </a:lnTo>
                <a:lnTo>
                  <a:pt x="10" y="720"/>
                </a:lnTo>
                <a:lnTo>
                  <a:pt x="10" y="719"/>
                </a:lnTo>
                <a:lnTo>
                  <a:pt x="11" y="719"/>
                </a:lnTo>
                <a:lnTo>
                  <a:pt x="10" y="719"/>
                </a:lnTo>
                <a:lnTo>
                  <a:pt x="10" y="718"/>
                </a:lnTo>
                <a:lnTo>
                  <a:pt x="10" y="717"/>
                </a:lnTo>
                <a:lnTo>
                  <a:pt x="11" y="717"/>
                </a:lnTo>
                <a:lnTo>
                  <a:pt x="11" y="716"/>
                </a:lnTo>
                <a:lnTo>
                  <a:pt x="12" y="716"/>
                </a:lnTo>
                <a:lnTo>
                  <a:pt x="12" y="715"/>
                </a:lnTo>
                <a:lnTo>
                  <a:pt x="13" y="714"/>
                </a:lnTo>
                <a:lnTo>
                  <a:pt x="13" y="713"/>
                </a:lnTo>
                <a:lnTo>
                  <a:pt x="14" y="713"/>
                </a:lnTo>
                <a:lnTo>
                  <a:pt x="14" y="712"/>
                </a:lnTo>
                <a:lnTo>
                  <a:pt x="15" y="712"/>
                </a:lnTo>
                <a:lnTo>
                  <a:pt x="16" y="712"/>
                </a:lnTo>
                <a:lnTo>
                  <a:pt x="17" y="712"/>
                </a:lnTo>
                <a:lnTo>
                  <a:pt x="18" y="712"/>
                </a:lnTo>
                <a:lnTo>
                  <a:pt x="19" y="712"/>
                </a:lnTo>
                <a:lnTo>
                  <a:pt x="19" y="711"/>
                </a:lnTo>
                <a:lnTo>
                  <a:pt x="20" y="711"/>
                </a:lnTo>
                <a:lnTo>
                  <a:pt x="20" y="712"/>
                </a:lnTo>
                <a:lnTo>
                  <a:pt x="21" y="713"/>
                </a:lnTo>
                <a:lnTo>
                  <a:pt x="22" y="713"/>
                </a:lnTo>
                <a:lnTo>
                  <a:pt x="22" y="712"/>
                </a:lnTo>
                <a:lnTo>
                  <a:pt x="22" y="711"/>
                </a:lnTo>
                <a:lnTo>
                  <a:pt x="23" y="711"/>
                </a:lnTo>
                <a:lnTo>
                  <a:pt x="24" y="711"/>
                </a:lnTo>
                <a:lnTo>
                  <a:pt x="24" y="710"/>
                </a:lnTo>
                <a:lnTo>
                  <a:pt x="25" y="710"/>
                </a:lnTo>
                <a:lnTo>
                  <a:pt x="26" y="710"/>
                </a:lnTo>
                <a:lnTo>
                  <a:pt x="27" y="710"/>
                </a:lnTo>
                <a:lnTo>
                  <a:pt x="27" y="709"/>
                </a:lnTo>
                <a:lnTo>
                  <a:pt x="28" y="709"/>
                </a:lnTo>
                <a:lnTo>
                  <a:pt x="28" y="708"/>
                </a:lnTo>
                <a:lnTo>
                  <a:pt x="28" y="707"/>
                </a:lnTo>
                <a:lnTo>
                  <a:pt x="29" y="707"/>
                </a:lnTo>
                <a:lnTo>
                  <a:pt x="29" y="708"/>
                </a:lnTo>
                <a:lnTo>
                  <a:pt x="30" y="708"/>
                </a:lnTo>
                <a:lnTo>
                  <a:pt x="31" y="708"/>
                </a:lnTo>
                <a:lnTo>
                  <a:pt x="31" y="707"/>
                </a:lnTo>
                <a:lnTo>
                  <a:pt x="32" y="707"/>
                </a:lnTo>
                <a:lnTo>
                  <a:pt x="32" y="706"/>
                </a:lnTo>
                <a:lnTo>
                  <a:pt x="33" y="706"/>
                </a:lnTo>
                <a:lnTo>
                  <a:pt x="33" y="705"/>
                </a:lnTo>
                <a:lnTo>
                  <a:pt x="34" y="705"/>
                </a:lnTo>
                <a:lnTo>
                  <a:pt x="35" y="705"/>
                </a:lnTo>
                <a:lnTo>
                  <a:pt x="35" y="704"/>
                </a:lnTo>
                <a:lnTo>
                  <a:pt x="36" y="704"/>
                </a:lnTo>
                <a:lnTo>
                  <a:pt x="36" y="703"/>
                </a:lnTo>
                <a:lnTo>
                  <a:pt x="37" y="703"/>
                </a:lnTo>
                <a:lnTo>
                  <a:pt x="37" y="700"/>
                </a:lnTo>
                <a:lnTo>
                  <a:pt x="36" y="700"/>
                </a:lnTo>
                <a:lnTo>
                  <a:pt x="36" y="699"/>
                </a:lnTo>
                <a:lnTo>
                  <a:pt x="35" y="699"/>
                </a:lnTo>
                <a:lnTo>
                  <a:pt x="35" y="698"/>
                </a:lnTo>
                <a:lnTo>
                  <a:pt x="34" y="698"/>
                </a:lnTo>
                <a:lnTo>
                  <a:pt x="34" y="697"/>
                </a:lnTo>
                <a:lnTo>
                  <a:pt x="34" y="696"/>
                </a:lnTo>
                <a:lnTo>
                  <a:pt x="33" y="696"/>
                </a:lnTo>
                <a:lnTo>
                  <a:pt x="33" y="695"/>
                </a:lnTo>
                <a:lnTo>
                  <a:pt x="32" y="695"/>
                </a:lnTo>
                <a:lnTo>
                  <a:pt x="32" y="694"/>
                </a:lnTo>
                <a:lnTo>
                  <a:pt x="32" y="693"/>
                </a:lnTo>
                <a:lnTo>
                  <a:pt x="31" y="693"/>
                </a:lnTo>
                <a:lnTo>
                  <a:pt x="31" y="692"/>
                </a:lnTo>
                <a:lnTo>
                  <a:pt x="31" y="691"/>
                </a:lnTo>
                <a:lnTo>
                  <a:pt x="32" y="690"/>
                </a:lnTo>
                <a:lnTo>
                  <a:pt x="32" y="689"/>
                </a:lnTo>
                <a:lnTo>
                  <a:pt x="32" y="688"/>
                </a:lnTo>
                <a:lnTo>
                  <a:pt x="33" y="688"/>
                </a:lnTo>
                <a:lnTo>
                  <a:pt x="33" y="687"/>
                </a:lnTo>
                <a:lnTo>
                  <a:pt x="33" y="686"/>
                </a:lnTo>
                <a:lnTo>
                  <a:pt x="32" y="686"/>
                </a:lnTo>
                <a:lnTo>
                  <a:pt x="31" y="686"/>
                </a:lnTo>
                <a:lnTo>
                  <a:pt x="31" y="687"/>
                </a:lnTo>
                <a:lnTo>
                  <a:pt x="30" y="687"/>
                </a:lnTo>
                <a:lnTo>
                  <a:pt x="30" y="686"/>
                </a:lnTo>
                <a:lnTo>
                  <a:pt x="29" y="686"/>
                </a:lnTo>
                <a:lnTo>
                  <a:pt x="28" y="686"/>
                </a:lnTo>
                <a:lnTo>
                  <a:pt x="27" y="686"/>
                </a:lnTo>
                <a:lnTo>
                  <a:pt x="26" y="686"/>
                </a:lnTo>
                <a:lnTo>
                  <a:pt x="25" y="685"/>
                </a:lnTo>
                <a:lnTo>
                  <a:pt x="25" y="684"/>
                </a:lnTo>
                <a:lnTo>
                  <a:pt x="25" y="683"/>
                </a:lnTo>
                <a:lnTo>
                  <a:pt x="26" y="683"/>
                </a:lnTo>
                <a:lnTo>
                  <a:pt x="26" y="682"/>
                </a:lnTo>
                <a:lnTo>
                  <a:pt x="26" y="681"/>
                </a:lnTo>
                <a:lnTo>
                  <a:pt x="26" y="680"/>
                </a:lnTo>
                <a:lnTo>
                  <a:pt x="25" y="680"/>
                </a:lnTo>
                <a:lnTo>
                  <a:pt x="25" y="679"/>
                </a:lnTo>
                <a:lnTo>
                  <a:pt x="25" y="678"/>
                </a:lnTo>
                <a:lnTo>
                  <a:pt x="25" y="677"/>
                </a:lnTo>
                <a:lnTo>
                  <a:pt x="25" y="676"/>
                </a:lnTo>
                <a:lnTo>
                  <a:pt x="25" y="675"/>
                </a:lnTo>
                <a:lnTo>
                  <a:pt x="24" y="675"/>
                </a:lnTo>
                <a:lnTo>
                  <a:pt x="24" y="674"/>
                </a:lnTo>
                <a:lnTo>
                  <a:pt x="24" y="673"/>
                </a:lnTo>
                <a:lnTo>
                  <a:pt x="24" y="671"/>
                </a:lnTo>
                <a:lnTo>
                  <a:pt x="25" y="670"/>
                </a:lnTo>
                <a:lnTo>
                  <a:pt x="24" y="670"/>
                </a:lnTo>
                <a:lnTo>
                  <a:pt x="24" y="669"/>
                </a:lnTo>
                <a:lnTo>
                  <a:pt x="25" y="669"/>
                </a:lnTo>
                <a:lnTo>
                  <a:pt x="25" y="668"/>
                </a:lnTo>
                <a:lnTo>
                  <a:pt x="25" y="667"/>
                </a:lnTo>
                <a:lnTo>
                  <a:pt x="24" y="667"/>
                </a:lnTo>
                <a:lnTo>
                  <a:pt x="24" y="666"/>
                </a:lnTo>
                <a:lnTo>
                  <a:pt x="24" y="665"/>
                </a:lnTo>
                <a:lnTo>
                  <a:pt x="23" y="665"/>
                </a:lnTo>
                <a:lnTo>
                  <a:pt x="23" y="664"/>
                </a:lnTo>
                <a:lnTo>
                  <a:pt x="22" y="664"/>
                </a:lnTo>
                <a:lnTo>
                  <a:pt x="22" y="663"/>
                </a:lnTo>
                <a:lnTo>
                  <a:pt x="23" y="663"/>
                </a:lnTo>
                <a:lnTo>
                  <a:pt x="23" y="662"/>
                </a:lnTo>
                <a:lnTo>
                  <a:pt x="22" y="662"/>
                </a:lnTo>
                <a:lnTo>
                  <a:pt x="22" y="661"/>
                </a:lnTo>
                <a:lnTo>
                  <a:pt x="21" y="661"/>
                </a:lnTo>
                <a:lnTo>
                  <a:pt x="20" y="661"/>
                </a:lnTo>
                <a:lnTo>
                  <a:pt x="20" y="660"/>
                </a:lnTo>
                <a:lnTo>
                  <a:pt x="19" y="660"/>
                </a:lnTo>
                <a:lnTo>
                  <a:pt x="19" y="659"/>
                </a:lnTo>
                <a:lnTo>
                  <a:pt x="19" y="658"/>
                </a:lnTo>
                <a:lnTo>
                  <a:pt x="18" y="658"/>
                </a:lnTo>
                <a:lnTo>
                  <a:pt x="18" y="657"/>
                </a:lnTo>
                <a:lnTo>
                  <a:pt x="17" y="657"/>
                </a:lnTo>
                <a:lnTo>
                  <a:pt x="17" y="656"/>
                </a:lnTo>
                <a:lnTo>
                  <a:pt x="17" y="655"/>
                </a:lnTo>
                <a:lnTo>
                  <a:pt x="16" y="655"/>
                </a:lnTo>
                <a:lnTo>
                  <a:pt x="16" y="654"/>
                </a:lnTo>
                <a:lnTo>
                  <a:pt x="16" y="653"/>
                </a:lnTo>
                <a:lnTo>
                  <a:pt x="16" y="652"/>
                </a:lnTo>
                <a:lnTo>
                  <a:pt x="16" y="651"/>
                </a:lnTo>
                <a:lnTo>
                  <a:pt x="17" y="650"/>
                </a:lnTo>
                <a:lnTo>
                  <a:pt x="17" y="649"/>
                </a:lnTo>
                <a:lnTo>
                  <a:pt x="16" y="649"/>
                </a:lnTo>
                <a:lnTo>
                  <a:pt x="17" y="649"/>
                </a:lnTo>
                <a:lnTo>
                  <a:pt x="17" y="648"/>
                </a:lnTo>
                <a:lnTo>
                  <a:pt x="18" y="648"/>
                </a:lnTo>
                <a:lnTo>
                  <a:pt x="19" y="647"/>
                </a:lnTo>
                <a:lnTo>
                  <a:pt x="19" y="646"/>
                </a:lnTo>
                <a:lnTo>
                  <a:pt x="20" y="646"/>
                </a:lnTo>
                <a:lnTo>
                  <a:pt x="20" y="645"/>
                </a:lnTo>
                <a:lnTo>
                  <a:pt x="21" y="645"/>
                </a:lnTo>
                <a:lnTo>
                  <a:pt x="22" y="645"/>
                </a:lnTo>
                <a:lnTo>
                  <a:pt x="22" y="644"/>
                </a:lnTo>
                <a:lnTo>
                  <a:pt x="23" y="644"/>
                </a:lnTo>
                <a:lnTo>
                  <a:pt x="24" y="644"/>
                </a:lnTo>
                <a:lnTo>
                  <a:pt x="25" y="644"/>
                </a:lnTo>
                <a:lnTo>
                  <a:pt x="25" y="643"/>
                </a:lnTo>
                <a:lnTo>
                  <a:pt x="26" y="643"/>
                </a:lnTo>
                <a:lnTo>
                  <a:pt x="27" y="643"/>
                </a:lnTo>
                <a:lnTo>
                  <a:pt x="27" y="642"/>
                </a:lnTo>
                <a:lnTo>
                  <a:pt x="28" y="642"/>
                </a:lnTo>
                <a:lnTo>
                  <a:pt x="28" y="643"/>
                </a:lnTo>
                <a:lnTo>
                  <a:pt x="29" y="643"/>
                </a:lnTo>
                <a:lnTo>
                  <a:pt x="30" y="643"/>
                </a:lnTo>
                <a:lnTo>
                  <a:pt x="31" y="643"/>
                </a:lnTo>
                <a:lnTo>
                  <a:pt x="31" y="642"/>
                </a:lnTo>
                <a:lnTo>
                  <a:pt x="32" y="642"/>
                </a:lnTo>
                <a:lnTo>
                  <a:pt x="32" y="643"/>
                </a:lnTo>
                <a:lnTo>
                  <a:pt x="33" y="643"/>
                </a:lnTo>
                <a:lnTo>
                  <a:pt x="34" y="643"/>
                </a:lnTo>
                <a:lnTo>
                  <a:pt x="35" y="643"/>
                </a:lnTo>
                <a:lnTo>
                  <a:pt x="35" y="642"/>
                </a:lnTo>
                <a:lnTo>
                  <a:pt x="36" y="642"/>
                </a:lnTo>
                <a:lnTo>
                  <a:pt x="36" y="641"/>
                </a:lnTo>
                <a:lnTo>
                  <a:pt x="35" y="641"/>
                </a:lnTo>
                <a:lnTo>
                  <a:pt x="35" y="640"/>
                </a:lnTo>
                <a:lnTo>
                  <a:pt x="36" y="640"/>
                </a:lnTo>
                <a:lnTo>
                  <a:pt x="36" y="639"/>
                </a:lnTo>
                <a:lnTo>
                  <a:pt x="37" y="639"/>
                </a:lnTo>
                <a:lnTo>
                  <a:pt x="37" y="638"/>
                </a:lnTo>
                <a:lnTo>
                  <a:pt x="38" y="638"/>
                </a:lnTo>
                <a:lnTo>
                  <a:pt x="38" y="637"/>
                </a:lnTo>
                <a:lnTo>
                  <a:pt x="39" y="637"/>
                </a:lnTo>
                <a:lnTo>
                  <a:pt x="40" y="637"/>
                </a:lnTo>
                <a:lnTo>
                  <a:pt x="40" y="636"/>
                </a:lnTo>
                <a:lnTo>
                  <a:pt x="41" y="636"/>
                </a:lnTo>
                <a:lnTo>
                  <a:pt x="42" y="636"/>
                </a:lnTo>
                <a:lnTo>
                  <a:pt x="42" y="635"/>
                </a:lnTo>
                <a:lnTo>
                  <a:pt x="41" y="635"/>
                </a:lnTo>
                <a:lnTo>
                  <a:pt x="42" y="635"/>
                </a:lnTo>
                <a:lnTo>
                  <a:pt x="41" y="635"/>
                </a:lnTo>
                <a:lnTo>
                  <a:pt x="42" y="635"/>
                </a:lnTo>
                <a:lnTo>
                  <a:pt x="42" y="634"/>
                </a:lnTo>
                <a:lnTo>
                  <a:pt x="42" y="633"/>
                </a:lnTo>
                <a:lnTo>
                  <a:pt x="42" y="632"/>
                </a:lnTo>
                <a:lnTo>
                  <a:pt x="41" y="632"/>
                </a:lnTo>
                <a:lnTo>
                  <a:pt x="41" y="631"/>
                </a:lnTo>
                <a:lnTo>
                  <a:pt x="40" y="631"/>
                </a:lnTo>
                <a:lnTo>
                  <a:pt x="39" y="630"/>
                </a:lnTo>
                <a:lnTo>
                  <a:pt x="38" y="630"/>
                </a:lnTo>
                <a:lnTo>
                  <a:pt x="38" y="629"/>
                </a:lnTo>
                <a:lnTo>
                  <a:pt x="37" y="629"/>
                </a:lnTo>
                <a:lnTo>
                  <a:pt x="37" y="628"/>
                </a:lnTo>
                <a:lnTo>
                  <a:pt x="38" y="628"/>
                </a:lnTo>
                <a:lnTo>
                  <a:pt x="37" y="627"/>
                </a:lnTo>
                <a:lnTo>
                  <a:pt x="38" y="627"/>
                </a:lnTo>
                <a:lnTo>
                  <a:pt x="38" y="626"/>
                </a:lnTo>
                <a:lnTo>
                  <a:pt x="37" y="626"/>
                </a:lnTo>
                <a:lnTo>
                  <a:pt x="37" y="625"/>
                </a:lnTo>
                <a:lnTo>
                  <a:pt x="36" y="625"/>
                </a:lnTo>
                <a:lnTo>
                  <a:pt x="36" y="624"/>
                </a:lnTo>
                <a:lnTo>
                  <a:pt x="35" y="624"/>
                </a:lnTo>
                <a:lnTo>
                  <a:pt x="35" y="623"/>
                </a:lnTo>
                <a:lnTo>
                  <a:pt x="35" y="622"/>
                </a:lnTo>
                <a:lnTo>
                  <a:pt x="35" y="621"/>
                </a:lnTo>
                <a:lnTo>
                  <a:pt x="34" y="621"/>
                </a:lnTo>
                <a:lnTo>
                  <a:pt x="34" y="620"/>
                </a:lnTo>
                <a:lnTo>
                  <a:pt x="33" y="620"/>
                </a:lnTo>
                <a:lnTo>
                  <a:pt x="33" y="619"/>
                </a:lnTo>
                <a:lnTo>
                  <a:pt x="32" y="619"/>
                </a:lnTo>
                <a:lnTo>
                  <a:pt x="31" y="619"/>
                </a:lnTo>
                <a:lnTo>
                  <a:pt x="31" y="618"/>
                </a:lnTo>
                <a:lnTo>
                  <a:pt x="30" y="618"/>
                </a:lnTo>
                <a:lnTo>
                  <a:pt x="30" y="617"/>
                </a:lnTo>
                <a:lnTo>
                  <a:pt x="29" y="617"/>
                </a:lnTo>
                <a:lnTo>
                  <a:pt x="28" y="617"/>
                </a:lnTo>
                <a:lnTo>
                  <a:pt x="28" y="616"/>
                </a:lnTo>
                <a:lnTo>
                  <a:pt x="27" y="616"/>
                </a:lnTo>
                <a:lnTo>
                  <a:pt x="27" y="615"/>
                </a:lnTo>
                <a:lnTo>
                  <a:pt x="26" y="615"/>
                </a:lnTo>
                <a:lnTo>
                  <a:pt x="26" y="614"/>
                </a:lnTo>
                <a:lnTo>
                  <a:pt x="25" y="614"/>
                </a:lnTo>
                <a:lnTo>
                  <a:pt x="25" y="613"/>
                </a:lnTo>
                <a:lnTo>
                  <a:pt x="24" y="613"/>
                </a:lnTo>
                <a:lnTo>
                  <a:pt x="24" y="612"/>
                </a:lnTo>
                <a:lnTo>
                  <a:pt x="23" y="612"/>
                </a:lnTo>
                <a:lnTo>
                  <a:pt x="23" y="611"/>
                </a:lnTo>
                <a:lnTo>
                  <a:pt x="22" y="611"/>
                </a:lnTo>
                <a:lnTo>
                  <a:pt x="21" y="611"/>
                </a:lnTo>
                <a:lnTo>
                  <a:pt x="21" y="610"/>
                </a:lnTo>
                <a:lnTo>
                  <a:pt x="20" y="610"/>
                </a:lnTo>
                <a:lnTo>
                  <a:pt x="20" y="609"/>
                </a:lnTo>
                <a:lnTo>
                  <a:pt x="19" y="609"/>
                </a:lnTo>
                <a:lnTo>
                  <a:pt x="19" y="608"/>
                </a:lnTo>
                <a:lnTo>
                  <a:pt x="18" y="608"/>
                </a:lnTo>
                <a:lnTo>
                  <a:pt x="18" y="607"/>
                </a:lnTo>
                <a:lnTo>
                  <a:pt x="18" y="606"/>
                </a:lnTo>
                <a:lnTo>
                  <a:pt x="18" y="605"/>
                </a:lnTo>
                <a:lnTo>
                  <a:pt x="19" y="605"/>
                </a:lnTo>
                <a:lnTo>
                  <a:pt x="19" y="604"/>
                </a:lnTo>
                <a:lnTo>
                  <a:pt x="20" y="604"/>
                </a:lnTo>
                <a:lnTo>
                  <a:pt x="21" y="604"/>
                </a:lnTo>
                <a:lnTo>
                  <a:pt x="21" y="603"/>
                </a:lnTo>
                <a:lnTo>
                  <a:pt x="21" y="602"/>
                </a:lnTo>
                <a:lnTo>
                  <a:pt x="21" y="601"/>
                </a:lnTo>
                <a:lnTo>
                  <a:pt x="20" y="601"/>
                </a:lnTo>
                <a:lnTo>
                  <a:pt x="20" y="600"/>
                </a:lnTo>
                <a:lnTo>
                  <a:pt x="19" y="600"/>
                </a:lnTo>
                <a:lnTo>
                  <a:pt x="18" y="601"/>
                </a:lnTo>
                <a:lnTo>
                  <a:pt x="17" y="600"/>
                </a:lnTo>
                <a:lnTo>
                  <a:pt x="16" y="600"/>
                </a:lnTo>
                <a:lnTo>
                  <a:pt x="15" y="600"/>
                </a:lnTo>
                <a:lnTo>
                  <a:pt x="14" y="600"/>
                </a:lnTo>
                <a:lnTo>
                  <a:pt x="13" y="600"/>
                </a:lnTo>
                <a:lnTo>
                  <a:pt x="12" y="599"/>
                </a:lnTo>
                <a:lnTo>
                  <a:pt x="11" y="599"/>
                </a:lnTo>
                <a:lnTo>
                  <a:pt x="10" y="599"/>
                </a:lnTo>
                <a:lnTo>
                  <a:pt x="10" y="598"/>
                </a:lnTo>
                <a:lnTo>
                  <a:pt x="11" y="598"/>
                </a:lnTo>
                <a:lnTo>
                  <a:pt x="11" y="597"/>
                </a:lnTo>
                <a:lnTo>
                  <a:pt x="11" y="596"/>
                </a:lnTo>
                <a:lnTo>
                  <a:pt x="12" y="595"/>
                </a:lnTo>
                <a:lnTo>
                  <a:pt x="12" y="594"/>
                </a:lnTo>
                <a:lnTo>
                  <a:pt x="12" y="593"/>
                </a:lnTo>
                <a:lnTo>
                  <a:pt x="13" y="592"/>
                </a:lnTo>
                <a:lnTo>
                  <a:pt x="13" y="591"/>
                </a:lnTo>
                <a:lnTo>
                  <a:pt x="14" y="591"/>
                </a:lnTo>
                <a:lnTo>
                  <a:pt x="14" y="590"/>
                </a:lnTo>
                <a:lnTo>
                  <a:pt x="13" y="590"/>
                </a:lnTo>
                <a:lnTo>
                  <a:pt x="12" y="589"/>
                </a:lnTo>
                <a:lnTo>
                  <a:pt x="12" y="588"/>
                </a:lnTo>
                <a:lnTo>
                  <a:pt x="11" y="587"/>
                </a:lnTo>
                <a:lnTo>
                  <a:pt x="11" y="586"/>
                </a:lnTo>
                <a:lnTo>
                  <a:pt x="11" y="585"/>
                </a:lnTo>
                <a:lnTo>
                  <a:pt x="11" y="584"/>
                </a:lnTo>
                <a:lnTo>
                  <a:pt x="10" y="583"/>
                </a:lnTo>
                <a:lnTo>
                  <a:pt x="11" y="582"/>
                </a:lnTo>
                <a:lnTo>
                  <a:pt x="10" y="582"/>
                </a:lnTo>
                <a:lnTo>
                  <a:pt x="10" y="580"/>
                </a:lnTo>
                <a:lnTo>
                  <a:pt x="9" y="580"/>
                </a:lnTo>
                <a:lnTo>
                  <a:pt x="8" y="580"/>
                </a:lnTo>
                <a:lnTo>
                  <a:pt x="7" y="580"/>
                </a:lnTo>
                <a:lnTo>
                  <a:pt x="7" y="581"/>
                </a:lnTo>
                <a:lnTo>
                  <a:pt x="6" y="581"/>
                </a:lnTo>
                <a:lnTo>
                  <a:pt x="5" y="581"/>
                </a:lnTo>
                <a:lnTo>
                  <a:pt x="4" y="581"/>
                </a:lnTo>
                <a:lnTo>
                  <a:pt x="3" y="581"/>
                </a:lnTo>
                <a:lnTo>
                  <a:pt x="3" y="582"/>
                </a:lnTo>
                <a:lnTo>
                  <a:pt x="2" y="582"/>
                </a:lnTo>
                <a:lnTo>
                  <a:pt x="1" y="581"/>
                </a:lnTo>
                <a:lnTo>
                  <a:pt x="1" y="580"/>
                </a:lnTo>
                <a:lnTo>
                  <a:pt x="1" y="579"/>
                </a:lnTo>
                <a:lnTo>
                  <a:pt x="1" y="578"/>
                </a:lnTo>
                <a:lnTo>
                  <a:pt x="2" y="578"/>
                </a:lnTo>
                <a:lnTo>
                  <a:pt x="1" y="578"/>
                </a:lnTo>
                <a:lnTo>
                  <a:pt x="1" y="577"/>
                </a:lnTo>
                <a:lnTo>
                  <a:pt x="0" y="577"/>
                </a:lnTo>
                <a:lnTo>
                  <a:pt x="0" y="576"/>
                </a:lnTo>
                <a:lnTo>
                  <a:pt x="1" y="575"/>
                </a:lnTo>
                <a:lnTo>
                  <a:pt x="1" y="574"/>
                </a:lnTo>
                <a:lnTo>
                  <a:pt x="1" y="573"/>
                </a:lnTo>
                <a:lnTo>
                  <a:pt x="1" y="572"/>
                </a:lnTo>
                <a:lnTo>
                  <a:pt x="1" y="571"/>
                </a:lnTo>
                <a:lnTo>
                  <a:pt x="1" y="570"/>
                </a:lnTo>
                <a:lnTo>
                  <a:pt x="2" y="570"/>
                </a:lnTo>
                <a:lnTo>
                  <a:pt x="2" y="569"/>
                </a:lnTo>
                <a:lnTo>
                  <a:pt x="2" y="568"/>
                </a:lnTo>
                <a:lnTo>
                  <a:pt x="2" y="567"/>
                </a:lnTo>
                <a:lnTo>
                  <a:pt x="1" y="567"/>
                </a:lnTo>
                <a:lnTo>
                  <a:pt x="0" y="567"/>
                </a:lnTo>
                <a:lnTo>
                  <a:pt x="0" y="565"/>
                </a:lnTo>
                <a:lnTo>
                  <a:pt x="0" y="564"/>
                </a:lnTo>
                <a:lnTo>
                  <a:pt x="1" y="564"/>
                </a:lnTo>
                <a:lnTo>
                  <a:pt x="2" y="564"/>
                </a:lnTo>
                <a:lnTo>
                  <a:pt x="2" y="563"/>
                </a:lnTo>
                <a:lnTo>
                  <a:pt x="3" y="563"/>
                </a:lnTo>
                <a:lnTo>
                  <a:pt x="4" y="563"/>
                </a:lnTo>
                <a:lnTo>
                  <a:pt x="5" y="562"/>
                </a:lnTo>
                <a:lnTo>
                  <a:pt x="5" y="561"/>
                </a:lnTo>
                <a:lnTo>
                  <a:pt x="6" y="562"/>
                </a:lnTo>
                <a:lnTo>
                  <a:pt x="6" y="561"/>
                </a:lnTo>
                <a:lnTo>
                  <a:pt x="7" y="561"/>
                </a:lnTo>
                <a:lnTo>
                  <a:pt x="9" y="561"/>
                </a:lnTo>
                <a:lnTo>
                  <a:pt x="9" y="560"/>
                </a:lnTo>
                <a:lnTo>
                  <a:pt x="9" y="559"/>
                </a:lnTo>
                <a:lnTo>
                  <a:pt x="10" y="559"/>
                </a:lnTo>
                <a:lnTo>
                  <a:pt x="11" y="559"/>
                </a:lnTo>
                <a:lnTo>
                  <a:pt x="12" y="559"/>
                </a:lnTo>
                <a:lnTo>
                  <a:pt x="12" y="558"/>
                </a:lnTo>
                <a:lnTo>
                  <a:pt x="12" y="557"/>
                </a:lnTo>
                <a:lnTo>
                  <a:pt x="13" y="557"/>
                </a:lnTo>
                <a:lnTo>
                  <a:pt x="13" y="556"/>
                </a:lnTo>
                <a:lnTo>
                  <a:pt x="13" y="555"/>
                </a:lnTo>
                <a:lnTo>
                  <a:pt x="14" y="555"/>
                </a:lnTo>
                <a:lnTo>
                  <a:pt x="14" y="554"/>
                </a:lnTo>
                <a:lnTo>
                  <a:pt x="14" y="553"/>
                </a:lnTo>
                <a:lnTo>
                  <a:pt x="15" y="553"/>
                </a:lnTo>
                <a:lnTo>
                  <a:pt x="15" y="552"/>
                </a:lnTo>
                <a:lnTo>
                  <a:pt x="16" y="552"/>
                </a:lnTo>
                <a:lnTo>
                  <a:pt x="16" y="551"/>
                </a:lnTo>
                <a:lnTo>
                  <a:pt x="17" y="551"/>
                </a:lnTo>
                <a:lnTo>
                  <a:pt x="16" y="551"/>
                </a:lnTo>
                <a:lnTo>
                  <a:pt x="16" y="550"/>
                </a:lnTo>
                <a:lnTo>
                  <a:pt x="17" y="550"/>
                </a:lnTo>
                <a:lnTo>
                  <a:pt x="18" y="550"/>
                </a:lnTo>
                <a:lnTo>
                  <a:pt x="19" y="550"/>
                </a:lnTo>
                <a:lnTo>
                  <a:pt x="19" y="549"/>
                </a:lnTo>
                <a:lnTo>
                  <a:pt x="18" y="548"/>
                </a:lnTo>
                <a:lnTo>
                  <a:pt x="18" y="547"/>
                </a:lnTo>
                <a:lnTo>
                  <a:pt x="18" y="546"/>
                </a:lnTo>
                <a:lnTo>
                  <a:pt x="18" y="545"/>
                </a:lnTo>
                <a:lnTo>
                  <a:pt x="18" y="544"/>
                </a:lnTo>
                <a:lnTo>
                  <a:pt x="17" y="544"/>
                </a:lnTo>
                <a:lnTo>
                  <a:pt x="16" y="544"/>
                </a:lnTo>
                <a:lnTo>
                  <a:pt x="16" y="543"/>
                </a:lnTo>
                <a:lnTo>
                  <a:pt x="15" y="543"/>
                </a:lnTo>
                <a:lnTo>
                  <a:pt x="15" y="542"/>
                </a:lnTo>
                <a:lnTo>
                  <a:pt x="15" y="541"/>
                </a:lnTo>
                <a:lnTo>
                  <a:pt x="16" y="541"/>
                </a:lnTo>
                <a:lnTo>
                  <a:pt x="16" y="540"/>
                </a:lnTo>
                <a:lnTo>
                  <a:pt x="17" y="540"/>
                </a:lnTo>
                <a:lnTo>
                  <a:pt x="17" y="539"/>
                </a:lnTo>
                <a:lnTo>
                  <a:pt x="17" y="538"/>
                </a:lnTo>
                <a:lnTo>
                  <a:pt x="18" y="538"/>
                </a:lnTo>
                <a:lnTo>
                  <a:pt x="18" y="537"/>
                </a:lnTo>
                <a:lnTo>
                  <a:pt x="18" y="536"/>
                </a:lnTo>
                <a:lnTo>
                  <a:pt x="18" y="535"/>
                </a:lnTo>
                <a:lnTo>
                  <a:pt x="17" y="535"/>
                </a:lnTo>
                <a:lnTo>
                  <a:pt x="16" y="535"/>
                </a:lnTo>
                <a:lnTo>
                  <a:pt x="15" y="535"/>
                </a:lnTo>
                <a:lnTo>
                  <a:pt x="15" y="534"/>
                </a:lnTo>
                <a:lnTo>
                  <a:pt x="15" y="533"/>
                </a:lnTo>
                <a:lnTo>
                  <a:pt x="15" y="532"/>
                </a:lnTo>
                <a:lnTo>
                  <a:pt x="15" y="531"/>
                </a:lnTo>
                <a:lnTo>
                  <a:pt x="14" y="531"/>
                </a:lnTo>
                <a:lnTo>
                  <a:pt x="15" y="530"/>
                </a:lnTo>
                <a:lnTo>
                  <a:pt x="14" y="530"/>
                </a:lnTo>
                <a:lnTo>
                  <a:pt x="15" y="530"/>
                </a:lnTo>
                <a:lnTo>
                  <a:pt x="15" y="529"/>
                </a:lnTo>
                <a:lnTo>
                  <a:pt x="16" y="529"/>
                </a:lnTo>
                <a:lnTo>
                  <a:pt x="17" y="529"/>
                </a:lnTo>
                <a:lnTo>
                  <a:pt x="18" y="529"/>
                </a:lnTo>
                <a:lnTo>
                  <a:pt x="18" y="528"/>
                </a:lnTo>
                <a:lnTo>
                  <a:pt x="18" y="527"/>
                </a:lnTo>
                <a:lnTo>
                  <a:pt x="18" y="526"/>
                </a:lnTo>
                <a:lnTo>
                  <a:pt x="19" y="526"/>
                </a:lnTo>
                <a:lnTo>
                  <a:pt x="18" y="525"/>
                </a:lnTo>
                <a:lnTo>
                  <a:pt x="19" y="525"/>
                </a:lnTo>
                <a:lnTo>
                  <a:pt x="19" y="524"/>
                </a:lnTo>
                <a:lnTo>
                  <a:pt x="19" y="523"/>
                </a:lnTo>
                <a:lnTo>
                  <a:pt x="19" y="522"/>
                </a:lnTo>
                <a:lnTo>
                  <a:pt x="20" y="522"/>
                </a:lnTo>
                <a:lnTo>
                  <a:pt x="20" y="521"/>
                </a:lnTo>
                <a:lnTo>
                  <a:pt x="20" y="520"/>
                </a:lnTo>
                <a:lnTo>
                  <a:pt x="20" y="519"/>
                </a:lnTo>
                <a:lnTo>
                  <a:pt x="19" y="519"/>
                </a:lnTo>
                <a:lnTo>
                  <a:pt x="19" y="518"/>
                </a:lnTo>
                <a:lnTo>
                  <a:pt x="19" y="517"/>
                </a:lnTo>
                <a:lnTo>
                  <a:pt x="19" y="516"/>
                </a:lnTo>
                <a:lnTo>
                  <a:pt x="18" y="516"/>
                </a:lnTo>
                <a:lnTo>
                  <a:pt x="18" y="515"/>
                </a:lnTo>
                <a:lnTo>
                  <a:pt x="19" y="514"/>
                </a:lnTo>
                <a:lnTo>
                  <a:pt x="19" y="513"/>
                </a:lnTo>
                <a:lnTo>
                  <a:pt x="19" y="512"/>
                </a:lnTo>
                <a:lnTo>
                  <a:pt x="18" y="512"/>
                </a:lnTo>
                <a:lnTo>
                  <a:pt x="17" y="512"/>
                </a:lnTo>
                <a:lnTo>
                  <a:pt x="17" y="511"/>
                </a:lnTo>
                <a:lnTo>
                  <a:pt x="17" y="510"/>
                </a:lnTo>
                <a:lnTo>
                  <a:pt x="17" y="509"/>
                </a:lnTo>
                <a:lnTo>
                  <a:pt x="16" y="509"/>
                </a:lnTo>
                <a:lnTo>
                  <a:pt x="16" y="508"/>
                </a:lnTo>
                <a:lnTo>
                  <a:pt x="16" y="507"/>
                </a:lnTo>
                <a:lnTo>
                  <a:pt x="16" y="506"/>
                </a:lnTo>
                <a:lnTo>
                  <a:pt x="16" y="505"/>
                </a:lnTo>
                <a:lnTo>
                  <a:pt x="16" y="504"/>
                </a:lnTo>
                <a:lnTo>
                  <a:pt x="16" y="503"/>
                </a:lnTo>
                <a:lnTo>
                  <a:pt x="15" y="503"/>
                </a:lnTo>
                <a:lnTo>
                  <a:pt x="15" y="502"/>
                </a:lnTo>
                <a:lnTo>
                  <a:pt x="15" y="501"/>
                </a:lnTo>
                <a:lnTo>
                  <a:pt x="14" y="501"/>
                </a:lnTo>
                <a:lnTo>
                  <a:pt x="14" y="500"/>
                </a:lnTo>
                <a:lnTo>
                  <a:pt x="13" y="500"/>
                </a:lnTo>
                <a:lnTo>
                  <a:pt x="13" y="499"/>
                </a:lnTo>
                <a:lnTo>
                  <a:pt x="12" y="499"/>
                </a:lnTo>
                <a:lnTo>
                  <a:pt x="12" y="498"/>
                </a:lnTo>
                <a:lnTo>
                  <a:pt x="13" y="498"/>
                </a:lnTo>
                <a:lnTo>
                  <a:pt x="12" y="497"/>
                </a:lnTo>
                <a:lnTo>
                  <a:pt x="13" y="497"/>
                </a:lnTo>
                <a:lnTo>
                  <a:pt x="14" y="497"/>
                </a:lnTo>
                <a:lnTo>
                  <a:pt x="14" y="496"/>
                </a:lnTo>
                <a:lnTo>
                  <a:pt x="15" y="496"/>
                </a:lnTo>
                <a:lnTo>
                  <a:pt x="15" y="495"/>
                </a:lnTo>
                <a:lnTo>
                  <a:pt x="16" y="495"/>
                </a:lnTo>
                <a:lnTo>
                  <a:pt x="16" y="494"/>
                </a:lnTo>
                <a:lnTo>
                  <a:pt x="17" y="494"/>
                </a:lnTo>
                <a:lnTo>
                  <a:pt x="17" y="493"/>
                </a:lnTo>
                <a:lnTo>
                  <a:pt x="18" y="493"/>
                </a:lnTo>
                <a:lnTo>
                  <a:pt x="18" y="492"/>
                </a:lnTo>
                <a:lnTo>
                  <a:pt x="19" y="492"/>
                </a:lnTo>
                <a:lnTo>
                  <a:pt x="20" y="492"/>
                </a:lnTo>
                <a:lnTo>
                  <a:pt x="20" y="493"/>
                </a:lnTo>
                <a:lnTo>
                  <a:pt x="21" y="493"/>
                </a:lnTo>
                <a:lnTo>
                  <a:pt x="21" y="492"/>
                </a:lnTo>
                <a:lnTo>
                  <a:pt x="22" y="492"/>
                </a:lnTo>
                <a:lnTo>
                  <a:pt x="22" y="493"/>
                </a:lnTo>
                <a:lnTo>
                  <a:pt x="24" y="493"/>
                </a:lnTo>
                <a:lnTo>
                  <a:pt x="24" y="492"/>
                </a:lnTo>
                <a:lnTo>
                  <a:pt x="25" y="491"/>
                </a:lnTo>
                <a:lnTo>
                  <a:pt x="25" y="492"/>
                </a:lnTo>
                <a:lnTo>
                  <a:pt x="26" y="492"/>
                </a:lnTo>
                <a:lnTo>
                  <a:pt x="27" y="492"/>
                </a:lnTo>
                <a:lnTo>
                  <a:pt x="28" y="493"/>
                </a:lnTo>
                <a:lnTo>
                  <a:pt x="29" y="493"/>
                </a:lnTo>
                <a:lnTo>
                  <a:pt x="30" y="493"/>
                </a:lnTo>
                <a:lnTo>
                  <a:pt x="31" y="493"/>
                </a:lnTo>
                <a:lnTo>
                  <a:pt x="31" y="492"/>
                </a:lnTo>
                <a:lnTo>
                  <a:pt x="31" y="493"/>
                </a:lnTo>
                <a:lnTo>
                  <a:pt x="32" y="493"/>
                </a:lnTo>
                <a:lnTo>
                  <a:pt x="33" y="493"/>
                </a:lnTo>
                <a:lnTo>
                  <a:pt x="34" y="492"/>
                </a:lnTo>
                <a:lnTo>
                  <a:pt x="34" y="491"/>
                </a:lnTo>
                <a:lnTo>
                  <a:pt x="35" y="491"/>
                </a:lnTo>
                <a:lnTo>
                  <a:pt x="35" y="490"/>
                </a:lnTo>
                <a:lnTo>
                  <a:pt x="36" y="490"/>
                </a:lnTo>
                <a:lnTo>
                  <a:pt x="36" y="489"/>
                </a:lnTo>
                <a:lnTo>
                  <a:pt x="36" y="488"/>
                </a:lnTo>
                <a:lnTo>
                  <a:pt x="37" y="487"/>
                </a:lnTo>
                <a:lnTo>
                  <a:pt x="37" y="488"/>
                </a:lnTo>
                <a:lnTo>
                  <a:pt x="38" y="488"/>
                </a:lnTo>
                <a:lnTo>
                  <a:pt x="38" y="487"/>
                </a:lnTo>
                <a:lnTo>
                  <a:pt x="39" y="486"/>
                </a:lnTo>
                <a:lnTo>
                  <a:pt x="39" y="487"/>
                </a:lnTo>
                <a:lnTo>
                  <a:pt x="38" y="487"/>
                </a:lnTo>
                <a:lnTo>
                  <a:pt x="38" y="488"/>
                </a:lnTo>
                <a:lnTo>
                  <a:pt x="39" y="488"/>
                </a:lnTo>
                <a:lnTo>
                  <a:pt x="40" y="488"/>
                </a:lnTo>
                <a:lnTo>
                  <a:pt x="40" y="489"/>
                </a:lnTo>
                <a:lnTo>
                  <a:pt x="41" y="489"/>
                </a:lnTo>
                <a:lnTo>
                  <a:pt x="42" y="489"/>
                </a:lnTo>
                <a:lnTo>
                  <a:pt x="42" y="488"/>
                </a:lnTo>
                <a:lnTo>
                  <a:pt x="43" y="488"/>
                </a:lnTo>
                <a:lnTo>
                  <a:pt x="43" y="489"/>
                </a:lnTo>
                <a:lnTo>
                  <a:pt x="43" y="488"/>
                </a:lnTo>
                <a:lnTo>
                  <a:pt x="44" y="488"/>
                </a:lnTo>
                <a:lnTo>
                  <a:pt x="44" y="487"/>
                </a:lnTo>
                <a:lnTo>
                  <a:pt x="44" y="488"/>
                </a:lnTo>
                <a:lnTo>
                  <a:pt x="45" y="488"/>
                </a:lnTo>
                <a:lnTo>
                  <a:pt x="45" y="489"/>
                </a:lnTo>
                <a:lnTo>
                  <a:pt x="44" y="489"/>
                </a:lnTo>
                <a:lnTo>
                  <a:pt x="45" y="489"/>
                </a:lnTo>
                <a:lnTo>
                  <a:pt x="46" y="489"/>
                </a:lnTo>
                <a:lnTo>
                  <a:pt x="46" y="488"/>
                </a:lnTo>
                <a:lnTo>
                  <a:pt x="47" y="488"/>
                </a:lnTo>
                <a:lnTo>
                  <a:pt x="47" y="489"/>
                </a:lnTo>
                <a:lnTo>
                  <a:pt x="48" y="489"/>
                </a:lnTo>
                <a:lnTo>
                  <a:pt x="48" y="488"/>
                </a:lnTo>
                <a:lnTo>
                  <a:pt x="48" y="487"/>
                </a:lnTo>
                <a:lnTo>
                  <a:pt x="48" y="486"/>
                </a:lnTo>
                <a:lnTo>
                  <a:pt x="49" y="485"/>
                </a:lnTo>
                <a:lnTo>
                  <a:pt x="50" y="485"/>
                </a:lnTo>
                <a:lnTo>
                  <a:pt x="51" y="486"/>
                </a:lnTo>
                <a:lnTo>
                  <a:pt x="52" y="486"/>
                </a:lnTo>
                <a:lnTo>
                  <a:pt x="52" y="487"/>
                </a:lnTo>
                <a:lnTo>
                  <a:pt x="53" y="487"/>
                </a:lnTo>
                <a:lnTo>
                  <a:pt x="54" y="488"/>
                </a:lnTo>
                <a:lnTo>
                  <a:pt x="55" y="488"/>
                </a:lnTo>
                <a:lnTo>
                  <a:pt x="55" y="489"/>
                </a:lnTo>
                <a:lnTo>
                  <a:pt x="56" y="489"/>
                </a:lnTo>
                <a:lnTo>
                  <a:pt x="56" y="488"/>
                </a:lnTo>
                <a:lnTo>
                  <a:pt x="57" y="488"/>
                </a:lnTo>
                <a:lnTo>
                  <a:pt x="57" y="487"/>
                </a:lnTo>
                <a:lnTo>
                  <a:pt x="58" y="487"/>
                </a:lnTo>
                <a:lnTo>
                  <a:pt x="58" y="486"/>
                </a:lnTo>
                <a:lnTo>
                  <a:pt x="59" y="486"/>
                </a:lnTo>
                <a:lnTo>
                  <a:pt x="60" y="486"/>
                </a:lnTo>
                <a:lnTo>
                  <a:pt x="60" y="485"/>
                </a:lnTo>
                <a:lnTo>
                  <a:pt x="61" y="485"/>
                </a:lnTo>
                <a:lnTo>
                  <a:pt x="62" y="485"/>
                </a:lnTo>
                <a:lnTo>
                  <a:pt x="64" y="485"/>
                </a:lnTo>
                <a:lnTo>
                  <a:pt x="65" y="484"/>
                </a:lnTo>
                <a:lnTo>
                  <a:pt x="66" y="484"/>
                </a:lnTo>
                <a:lnTo>
                  <a:pt x="67" y="483"/>
                </a:lnTo>
                <a:lnTo>
                  <a:pt x="67" y="482"/>
                </a:lnTo>
                <a:lnTo>
                  <a:pt x="68" y="481"/>
                </a:lnTo>
                <a:lnTo>
                  <a:pt x="69" y="481"/>
                </a:lnTo>
                <a:lnTo>
                  <a:pt x="70" y="481"/>
                </a:lnTo>
                <a:lnTo>
                  <a:pt x="71" y="481"/>
                </a:lnTo>
                <a:lnTo>
                  <a:pt x="72" y="481"/>
                </a:lnTo>
                <a:lnTo>
                  <a:pt x="73" y="481"/>
                </a:lnTo>
                <a:lnTo>
                  <a:pt x="73" y="480"/>
                </a:lnTo>
                <a:lnTo>
                  <a:pt x="74" y="480"/>
                </a:lnTo>
                <a:lnTo>
                  <a:pt x="74" y="479"/>
                </a:lnTo>
                <a:lnTo>
                  <a:pt x="74" y="478"/>
                </a:lnTo>
                <a:lnTo>
                  <a:pt x="75" y="478"/>
                </a:lnTo>
                <a:lnTo>
                  <a:pt x="75" y="479"/>
                </a:lnTo>
                <a:lnTo>
                  <a:pt x="76" y="479"/>
                </a:lnTo>
                <a:lnTo>
                  <a:pt x="76" y="478"/>
                </a:lnTo>
                <a:lnTo>
                  <a:pt x="77" y="478"/>
                </a:lnTo>
                <a:lnTo>
                  <a:pt x="78" y="478"/>
                </a:lnTo>
                <a:lnTo>
                  <a:pt x="78" y="479"/>
                </a:lnTo>
                <a:lnTo>
                  <a:pt x="79" y="478"/>
                </a:lnTo>
                <a:lnTo>
                  <a:pt x="79" y="479"/>
                </a:lnTo>
                <a:lnTo>
                  <a:pt x="79" y="480"/>
                </a:lnTo>
                <a:lnTo>
                  <a:pt x="78" y="481"/>
                </a:lnTo>
                <a:lnTo>
                  <a:pt x="78" y="482"/>
                </a:lnTo>
                <a:lnTo>
                  <a:pt x="79" y="482"/>
                </a:lnTo>
                <a:lnTo>
                  <a:pt x="79" y="483"/>
                </a:lnTo>
                <a:lnTo>
                  <a:pt x="79" y="484"/>
                </a:lnTo>
                <a:lnTo>
                  <a:pt x="78" y="484"/>
                </a:lnTo>
                <a:lnTo>
                  <a:pt x="78" y="485"/>
                </a:lnTo>
                <a:lnTo>
                  <a:pt x="77" y="485"/>
                </a:lnTo>
                <a:lnTo>
                  <a:pt x="77" y="486"/>
                </a:lnTo>
                <a:lnTo>
                  <a:pt x="77" y="487"/>
                </a:lnTo>
                <a:lnTo>
                  <a:pt x="76" y="487"/>
                </a:lnTo>
                <a:lnTo>
                  <a:pt x="76" y="488"/>
                </a:lnTo>
                <a:lnTo>
                  <a:pt x="76" y="489"/>
                </a:lnTo>
                <a:lnTo>
                  <a:pt x="76" y="490"/>
                </a:lnTo>
                <a:lnTo>
                  <a:pt x="77" y="490"/>
                </a:lnTo>
                <a:lnTo>
                  <a:pt x="77" y="491"/>
                </a:lnTo>
                <a:lnTo>
                  <a:pt x="77" y="492"/>
                </a:lnTo>
                <a:lnTo>
                  <a:pt x="77" y="493"/>
                </a:lnTo>
                <a:lnTo>
                  <a:pt x="78" y="494"/>
                </a:lnTo>
                <a:lnTo>
                  <a:pt x="79" y="494"/>
                </a:lnTo>
                <a:lnTo>
                  <a:pt x="79" y="495"/>
                </a:lnTo>
                <a:lnTo>
                  <a:pt x="79" y="496"/>
                </a:lnTo>
                <a:lnTo>
                  <a:pt x="79" y="498"/>
                </a:lnTo>
                <a:lnTo>
                  <a:pt x="80" y="498"/>
                </a:lnTo>
                <a:lnTo>
                  <a:pt x="80" y="499"/>
                </a:lnTo>
                <a:lnTo>
                  <a:pt x="80" y="500"/>
                </a:lnTo>
                <a:lnTo>
                  <a:pt x="79" y="500"/>
                </a:lnTo>
                <a:lnTo>
                  <a:pt x="79" y="501"/>
                </a:lnTo>
                <a:lnTo>
                  <a:pt x="79" y="502"/>
                </a:lnTo>
                <a:lnTo>
                  <a:pt x="79" y="503"/>
                </a:lnTo>
                <a:lnTo>
                  <a:pt x="78" y="503"/>
                </a:lnTo>
                <a:lnTo>
                  <a:pt x="78" y="504"/>
                </a:lnTo>
                <a:lnTo>
                  <a:pt x="77" y="505"/>
                </a:lnTo>
                <a:lnTo>
                  <a:pt x="76" y="505"/>
                </a:lnTo>
                <a:lnTo>
                  <a:pt x="75" y="505"/>
                </a:lnTo>
                <a:lnTo>
                  <a:pt x="75" y="506"/>
                </a:lnTo>
                <a:lnTo>
                  <a:pt x="74" y="507"/>
                </a:lnTo>
                <a:lnTo>
                  <a:pt x="74" y="508"/>
                </a:lnTo>
                <a:lnTo>
                  <a:pt x="74" y="509"/>
                </a:lnTo>
                <a:lnTo>
                  <a:pt x="74" y="510"/>
                </a:lnTo>
                <a:lnTo>
                  <a:pt x="74" y="509"/>
                </a:lnTo>
                <a:lnTo>
                  <a:pt x="73" y="509"/>
                </a:lnTo>
                <a:lnTo>
                  <a:pt x="73" y="510"/>
                </a:lnTo>
                <a:lnTo>
                  <a:pt x="74" y="510"/>
                </a:lnTo>
                <a:lnTo>
                  <a:pt x="74" y="511"/>
                </a:lnTo>
                <a:lnTo>
                  <a:pt x="74" y="512"/>
                </a:lnTo>
                <a:lnTo>
                  <a:pt x="74" y="513"/>
                </a:lnTo>
                <a:lnTo>
                  <a:pt x="75" y="513"/>
                </a:lnTo>
                <a:lnTo>
                  <a:pt x="75" y="514"/>
                </a:lnTo>
                <a:lnTo>
                  <a:pt x="74" y="514"/>
                </a:lnTo>
                <a:lnTo>
                  <a:pt x="74" y="515"/>
                </a:lnTo>
                <a:lnTo>
                  <a:pt x="74" y="516"/>
                </a:lnTo>
                <a:lnTo>
                  <a:pt x="73" y="516"/>
                </a:lnTo>
                <a:lnTo>
                  <a:pt x="73" y="517"/>
                </a:lnTo>
                <a:lnTo>
                  <a:pt x="74" y="517"/>
                </a:lnTo>
                <a:lnTo>
                  <a:pt x="74" y="518"/>
                </a:lnTo>
                <a:lnTo>
                  <a:pt x="75" y="519"/>
                </a:lnTo>
                <a:lnTo>
                  <a:pt x="74" y="519"/>
                </a:lnTo>
                <a:lnTo>
                  <a:pt x="74" y="520"/>
                </a:lnTo>
                <a:lnTo>
                  <a:pt x="74" y="521"/>
                </a:lnTo>
                <a:lnTo>
                  <a:pt x="74" y="522"/>
                </a:lnTo>
                <a:lnTo>
                  <a:pt x="73" y="522"/>
                </a:lnTo>
                <a:lnTo>
                  <a:pt x="73" y="523"/>
                </a:lnTo>
                <a:lnTo>
                  <a:pt x="73" y="524"/>
                </a:lnTo>
                <a:lnTo>
                  <a:pt x="73" y="525"/>
                </a:lnTo>
                <a:lnTo>
                  <a:pt x="73" y="526"/>
                </a:lnTo>
                <a:lnTo>
                  <a:pt x="73" y="527"/>
                </a:lnTo>
                <a:lnTo>
                  <a:pt x="74" y="527"/>
                </a:lnTo>
                <a:lnTo>
                  <a:pt x="75" y="527"/>
                </a:lnTo>
                <a:lnTo>
                  <a:pt x="75" y="528"/>
                </a:lnTo>
                <a:lnTo>
                  <a:pt x="75" y="529"/>
                </a:lnTo>
                <a:lnTo>
                  <a:pt x="75" y="530"/>
                </a:lnTo>
                <a:lnTo>
                  <a:pt x="75" y="531"/>
                </a:lnTo>
                <a:lnTo>
                  <a:pt x="75" y="532"/>
                </a:lnTo>
                <a:lnTo>
                  <a:pt x="75" y="533"/>
                </a:lnTo>
                <a:lnTo>
                  <a:pt x="75" y="534"/>
                </a:lnTo>
                <a:lnTo>
                  <a:pt x="75" y="535"/>
                </a:lnTo>
                <a:lnTo>
                  <a:pt x="75" y="536"/>
                </a:lnTo>
                <a:lnTo>
                  <a:pt x="76" y="536"/>
                </a:lnTo>
                <a:lnTo>
                  <a:pt x="76" y="537"/>
                </a:lnTo>
                <a:lnTo>
                  <a:pt x="77" y="537"/>
                </a:lnTo>
                <a:lnTo>
                  <a:pt x="77" y="538"/>
                </a:lnTo>
                <a:lnTo>
                  <a:pt x="78" y="538"/>
                </a:lnTo>
                <a:lnTo>
                  <a:pt x="78" y="539"/>
                </a:lnTo>
                <a:lnTo>
                  <a:pt x="79" y="539"/>
                </a:lnTo>
                <a:lnTo>
                  <a:pt x="79" y="540"/>
                </a:lnTo>
                <a:lnTo>
                  <a:pt x="78" y="540"/>
                </a:lnTo>
                <a:lnTo>
                  <a:pt x="78" y="541"/>
                </a:lnTo>
                <a:lnTo>
                  <a:pt x="79" y="542"/>
                </a:lnTo>
                <a:lnTo>
                  <a:pt x="79" y="543"/>
                </a:lnTo>
                <a:lnTo>
                  <a:pt x="80" y="543"/>
                </a:lnTo>
                <a:lnTo>
                  <a:pt x="80" y="542"/>
                </a:lnTo>
                <a:lnTo>
                  <a:pt x="81" y="542"/>
                </a:lnTo>
                <a:lnTo>
                  <a:pt x="81" y="543"/>
                </a:lnTo>
                <a:lnTo>
                  <a:pt x="81" y="542"/>
                </a:lnTo>
                <a:lnTo>
                  <a:pt x="82" y="542"/>
                </a:lnTo>
                <a:lnTo>
                  <a:pt x="82" y="543"/>
                </a:lnTo>
                <a:lnTo>
                  <a:pt x="83" y="543"/>
                </a:lnTo>
                <a:lnTo>
                  <a:pt x="84" y="543"/>
                </a:lnTo>
                <a:lnTo>
                  <a:pt x="84" y="544"/>
                </a:lnTo>
                <a:lnTo>
                  <a:pt x="84" y="545"/>
                </a:lnTo>
                <a:lnTo>
                  <a:pt x="84" y="546"/>
                </a:lnTo>
                <a:lnTo>
                  <a:pt x="85" y="546"/>
                </a:lnTo>
                <a:lnTo>
                  <a:pt x="85" y="547"/>
                </a:lnTo>
                <a:lnTo>
                  <a:pt x="86" y="547"/>
                </a:lnTo>
                <a:lnTo>
                  <a:pt x="87" y="547"/>
                </a:lnTo>
                <a:lnTo>
                  <a:pt x="87" y="548"/>
                </a:lnTo>
                <a:lnTo>
                  <a:pt x="88" y="548"/>
                </a:lnTo>
                <a:lnTo>
                  <a:pt x="88" y="549"/>
                </a:lnTo>
                <a:lnTo>
                  <a:pt x="89" y="549"/>
                </a:lnTo>
                <a:lnTo>
                  <a:pt x="89" y="550"/>
                </a:lnTo>
                <a:lnTo>
                  <a:pt x="88" y="550"/>
                </a:lnTo>
                <a:lnTo>
                  <a:pt x="88" y="551"/>
                </a:lnTo>
                <a:lnTo>
                  <a:pt x="87" y="551"/>
                </a:lnTo>
                <a:lnTo>
                  <a:pt x="88" y="551"/>
                </a:lnTo>
                <a:lnTo>
                  <a:pt x="88" y="552"/>
                </a:lnTo>
                <a:lnTo>
                  <a:pt x="88" y="553"/>
                </a:lnTo>
                <a:lnTo>
                  <a:pt x="88" y="554"/>
                </a:lnTo>
                <a:lnTo>
                  <a:pt x="89" y="554"/>
                </a:lnTo>
                <a:lnTo>
                  <a:pt x="89" y="555"/>
                </a:lnTo>
                <a:lnTo>
                  <a:pt x="90" y="555"/>
                </a:lnTo>
                <a:lnTo>
                  <a:pt x="91" y="556"/>
                </a:lnTo>
                <a:lnTo>
                  <a:pt x="91" y="557"/>
                </a:lnTo>
                <a:lnTo>
                  <a:pt x="92" y="557"/>
                </a:lnTo>
                <a:lnTo>
                  <a:pt x="92" y="558"/>
                </a:lnTo>
                <a:lnTo>
                  <a:pt x="93" y="559"/>
                </a:lnTo>
                <a:lnTo>
                  <a:pt x="94" y="559"/>
                </a:lnTo>
                <a:lnTo>
                  <a:pt x="94" y="560"/>
                </a:lnTo>
                <a:lnTo>
                  <a:pt x="94" y="561"/>
                </a:lnTo>
                <a:lnTo>
                  <a:pt x="95" y="561"/>
                </a:lnTo>
                <a:lnTo>
                  <a:pt x="95" y="562"/>
                </a:lnTo>
                <a:lnTo>
                  <a:pt x="95" y="563"/>
                </a:lnTo>
                <a:lnTo>
                  <a:pt x="96" y="563"/>
                </a:lnTo>
                <a:lnTo>
                  <a:pt x="97" y="563"/>
                </a:lnTo>
                <a:lnTo>
                  <a:pt x="97" y="562"/>
                </a:lnTo>
                <a:lnTo>
                  <a:pt x="98" y="562"/>
                </a:lnTo>
                <a:lnTo>
                  <a:pt x="98" y="561"/>
                </a:lnTo>
                <a:lnTo>
                  <a:pt x="99" y="560"/>
                </a:lnTo>
                <a:lnTo>
                  <a:pt x="100" y="559"/>
                </a:lnTo>
                <a:lnTo>
                  <a:pt x="100" y="558"/>
                </a:lnTo>
                <a:lnTo>
                  <a:pt x="101" y="558"/>
                </a:lnTo>
                <a:lnTo>
                  <a:pt x="101" y="557"/>
                </a:lnTo>
                <a:lnTo>
                  <a:pt x="102" y="557"/>
                </a:lnTo>
                <a:lnTo>
                  <a:pt x="103" y="557"/>
                </a:lnTo>
                <a:lnTo>
                  <a:pt x="104" y="556"/>
                </a:lnTo>
                <a:lnTo>
                  <a:pt x="105" y="556"/>
                </a:lnTo>
                <a:lnTo>
                  <a:pt x="106" y="556"/>
                </a:lnTo>
                <a:lnTo>
                  <a:pt x="107" y="556"/>
                </a:lnTo>
                <a:lnTo>
                  <a:pt x="108" y="557"/>
                </a:lnTo>
                <a:lnTo>
                  <a:pt x="109" y="557"/>
                </a:lnTo>
                <a:lnTo>
                  <a:pt x="110" y="557"/>
                </a:lnTo>
                <a:lnTo>
                  <a:pt x="112" y="557"/>
                </a:lnTo>
                <a:lnTo>
                  <a:pt x="113" y="557"/>
                </a:lnTo>
                <a:lnTo>
                  <a:pt x="114" y="557"/>
                </a:lnTo>
                <a:lnTo>
                  <a:pt x="115" y="558"/>
                </a:lnTo>
                <a:lnTo>
                  <a:pt x="116" y="558"/>
                </a:lnTo>
                <a:lnTo>
                  <a:pt x="116" y="559"/>
                </a:lnTo>
                <a:lnTo>
                  <a:pt x="117" y="559"/>
                </a:lnTo>
                <a:lnTo>
                  <a:pt x="117" y="560"/>
                </a:lnTo>
                <a:lnTo>
                  <a:pt x="117" y="561"/>
                </a:lnTo>
                <a:lnTo>
                  <a:pt x="118" y="561"/>
                </a:lnTo>
                <a:lnTo>
                  <a:pt x="119" y="562"/>
                </a:lnTo>
                <a:lnTo>
                  <a:pt x="120" y="562"/>
                </a:lnTo>
                <a:lnTo>
                  <a:pt x="120" y="561"/>
                </a:lnTo>
                <a:lnTo>
                  <a:pt x="121" y="561"/>
                </a:lnTo>
                <a:lnTo>
                  <a:pt x="120" y="561"/>
                </a:lnTo>
                <a:lnTo>
                  <a:pt x="120" y="560"/>
                </a:lnTo>
                <a:lnTo>
                  <a:pt x="121" y="559"/>
                </a:lnTo>
                <a:lnTo>
                  <a:pt x="121" y="558"/>
                </a:lnTo>
                <a:lnTo>
                  <a:pt x="121" y="557"/>
                </a:lnTo>
                <a:lnTo>
                  <a:pt x="121" y="556"/>
                </a:lnTo>
                <a:lnTo>
                  <a:pt x="122" y="556"/>
                </a:lnTo>
                <a:lnTo>
                  <a:pt x="122" y="555"/>
                </a:lnTo>
                <a:lnTo>
                  <a:pt x="123" y="555"/>
                </a:lnTo>
                <a:lnTo>
                  <a:pt x="124" y="555"/>
                </a:lnTo>
                <a:lnTo>
                  <a:pt x="124" y="554"/>
                </a:lnTo>
                <a:lnTo>
                  <a:pt x="124" y="553"/>
                </a:lnTo>
                <a:lnTo>
                  <a:pt x="125" y="553"/>
                </a:lnTo>
                <a:lnTo>
                  <a:pt x="126" y="553"/>
                </a:lnTo>
                <a:lnTo>
                  <a:pt x="127" y="553"/>
                </a:lnTo>
                <a:lnTo>
                  <a:pt x="127" y="552"/>
                </a:lnTo>
                <a:lnTo>
                  <a:pt x="126" y="552"/>
                </a:lnTo>
                <a:lnTo>
                  <a:pt x="126" y="551"/>
                </a:lnTo>
                <a:lnTo>
                  <a:pt x="127" y="550"/>
                </a:lnTo>
                <a:lnTo>
                  <a:pt x="126" y="550"/>
                </a:lnTo>
                <a:lnTo>
                  <a:pt x="126" y="549"/>
                </a:lnTo>
                <a:lnTo>
                  <a:pt x="127" y="548"/>
                </a:lnTo>
                <a:lnTo>
                  <a:pt x="127" y="547"/>
                </a:lnTo>
                <a:lnTo>
                  <a:pt x="127" y="546"/>
                </a:lnTo>
                <a:lnTo>
                  <a:pt x="128" y="545"/>
                </a:lnTo>
                <a:lnTo>
                  <a:pt x="129" y="545"/>
                </a:lnTo>
                <a:lnTo>
                  <a:pt x="129" y="544"/>
                </a:lnTo>
                <a:lnTo>
                  <a:pt x="130" y="544"/>
                </a:lnTo>
                <a:lnTo>
                  <a:pt x="130" y="543"/>
                </a:lnTo>
                <a:lnTo>
                  <a:pt x="130" y="542"/>
                </a:lnTo>
                <a:lnTo>
                  <a:pt x="130" y="541"/>
                </a:lnTo>
                <a:lnTo>
                  <a:pt x="131" y="541"/>
                </a:lnTo>
                <a:lnTo>
                  <a:pt x="131" y="542"/>
                </a:lnTo>
                <a:lnTo>
                  <a:pt x="132" y="542"/>
                </a:lnTo>
                <a:lnTo>
                  <a:pt x="132" y="543"/>
                </a:lnTo>
                <a:lnTo>
                  <a:pt x="133" y="543"/>
                </a:lnTo>
                <a:lnTo>
                  <a:pt x="134" y="542"/>
                </a:lnTo>
                <a:lnTo>
                  <a:pt x="134" y="541"/>
                </a:lnTo>
                <a:lnTo>
                  <a:pt x="134" y="540"/>
                </a:lnTo>
                <a:lnTo>
                  <a:pt x="135" y="540"/>
                </a:lnTo>
                <a:lnTo>
                  <a:pt x="136" y="540"/>
                </a:lnTo>
                <a:lnTo>
                  <a:pt x="136" y="539"/>
                </a:lnTo>
                <a:lnTo>
                  <a:pt x="137" y="540"/>
                </a:lnTo>
                <a:lnTo>
                  <a:pt x="138" y="540"/>
                </a:lnTo>
                <a:lnTo>
                  <a:pt x="140" y="540"/>
                </a:lnTo>
                <a:lnTo>
                  <a:pt x="140" y="539"/>
                </a:lnTo>
                <a:lnTo>
                  <a:pt x="140" y="538"/>
                </a:lnTo>
                <a:lnTo>
                  <a:pt x="141" y="537"/>
                </a:lnTo>
                <a:lnTo>
                  <a:pt x="142" y="537"/>
                </a:lnTo>
                <a:lnTo>
                  <a:pt x="143" y="537"/>
                </a:lnTo>
                <a:lnTo>
                  <a:pt x="143" y="538"/>
                </a:lnTo>
                <a:lnTo>
                  <a:pt x="144" y="538"/>
                </a:lnTo>
                <a:lnTo>
                  <a:pt x="144" y="539"/>
                </a:lnTo>
                <a:lnTo>
                  <a:pt x="145" y="539"/>
                </a:lnTo>
                <a:lnTo>
                  <a:pt x="146" y="539"/>
                </a:lnTo>
                <a:lnTo>
                  <a:pt x="147" y="539"/>
                </a:lnTo>
                <a:lnTo>
                  <a:pt x="147" y="540"/>
                </a:lnTo>
                <a:lnTo>
                  <a:pt x="147" y="538"/>
                </a:lnTo>
                <a:lnTo>
                  <a:pt x="148" y="537"/>
                </a:lnTo>
                <a:lnTo>
                  <a:pt x="148" y="536"/>
                </a:lnTo>
                <a:lnTo>
                  <a:pt x="148" y="537"/>
                </a:lnTo>
                <a:lnTo>
                  <a:pt x="149" y="537"/>
                </a:lnTo>
                <a:lnTo>
                  <a:pt x="149" y="538"/>
                </a:lnTo>
                <a:lnTo>
                  <a:pt x="150" y="538"/>
                </a:lnTo>
                <a:lnTo>
                  <a:pt x="150" y="539"/>
                </a:lnTo>
                <a:lnTo>
                  <a:pt x="151" y="539"/>
                </a:lnTo>
                <a:lnTo>
                  <a:pt x="152" y="539"/>
                </a:lnTo>
                <a:lnTo>
                  <a:pt x="153" y="539"/>
                </a:lnTo>
                <a:lnTo>
                  <a:pt x="153" y="538"/>
                </a:lnTo>
                <a:lnTo>
                  <a:pt x="152" y="538"/>
                </a:lnTo>
                <a:lnTo>
                  <a:pt x="153" y="538"/>
                </a:lnTo>
                <a:lnTo>
                  <a:pt x="153" y="537"/>
                </a:lnTo>
                <a:lnTo>
                  <a:pt x="153" y="536"/>
                </a:lnTo>
                <a:lnTo>
                  <a:pt x="154" y="536"/>
                </a:lnTo>
                <a:lnTo>
                  <a:pt x="154" y="535"/>
                </a:lnTo>
                <a:lnTo>
                  <a:pt x="154" y="536"/>
                </a:lnTo>
                <a:lnTo>
                  <a:pt x="155" y="536"/>
                </a:lnTo>
                <a:lnTo>
                  <a:pt x="156" y="536"/>
                </a:lnTo>
                <a:lnTo>
                  <a:pt x="156" y="535"/>
                </a:lnTo>
                <a:lnTo>
                  <a:pt x="157" y="535"/>
                </a:lnTo>
                <a:lnTo>
                  <a:pt x="157" y="534"/>
                </a:lnTo>
                <a:lnTo>
                  <a:pt x="158" y="534"/>
                </a:lnTo>
                <a:lnTo>
                  <a:pt x="158" y="533"/>
                </a:lnTo>
                <a:lnTo>
                  <a:pt x="158" y="532"/>
                </a:lnTo>
                <a:lnTo>
                  <a:pt x="157" y="532"/>
                </a:lnTo>
                <a:lnTo>
                  <a:pt x="157" y="531"/>
                </a:lnTo>
                <a:lnTo>
                  <a:pt x="158" y="531"/>
                </a:lnTo>
                <a:lnTo>
                  <a:pt x="158" y="530"/>
                </a:lnTo>
                <a:lnTo>
                  <a:pt x="159" y="530"/>
                </a:lnTo>
                <a:lnTo>
                  <a:pt x="159" y="529"/>
                </a:lnTo>
                <a:lnTo>
                  <a:pt x="160" y="529"/>
                </a:lnTo>
                <a:lnTo>
                  <a:pt x="160" y="528"/>
                </a:lnTo>
                <a:lnTo>
                  <a:pt x="161" y="528"/>
                </a:lnTo>
                <a:lnTo>
                  <a:pt x="161" y="527"/>
                </a:lnTo>
                <a:lnTo>
                  <a:pt x="162" y="527"/>
                </a:lnTo>
                <a:lnTo>
                  <a:pt x="163" y="526"/>
                </a:lnTo>
                <a:lnTo>
                  <a:pt x="162" y="526"/>
                </a:lnTo>
                <a:lnTo>
                  <a:pt x="162" y="525"/>
                </a:lnTo>
                <a:lnTo>
                  <a:pt x="163" y="525"/>
                </a:lnTo>
                <a:lnTo>
                  <a:pt x="163" y="524"/>
                </a:lnTo>
                <a:lnTo>
                  <a:pt x="163" y="525"/>
                </a:lnTo>
                <a:lnTo>
                  <a:pt x="164" y="525"/>
                </a:lnTo>
                <a:lnTo>
                  <a:pt x="165" y="525"/>
                </a:lnTo>
                <a:lnTo>
                  <a:pt x="166" y="525"/>
                </a:lnTo>
                <a:lnTo>
                  <a:pt x="166" y="524"/>
                </a:lnTo>
                <a:lnTo>
                  <a:pt x="166" y="523"/>
                </a:lnTo>
                <a:lnTo>
                  <a:pt x="165" y="523"/>
                </a:lnTo>
                <a:lnTo>
                  <a:pt x="165" y="522"/>
                </a:lnTo>
                <a:lnTo>
                  <a:pt x="165" y="521"/>
                </a:lnTo>
                <a:lnTo>
                  <a:pt x="165" y="520"/>
                </a:lnTo>
                <a:lnTo>
                  <a:pt x="165" y="519"/>
                </a:lnTo>
                <a:lnTo>
                  <a:pt x="164" y="519"/>
                </a:lnTo>
                <a:lnTo>
                  <a:pt x="165" y="519"/>
                </a:lnTo>
                <a:lnTo>
                  <a:pt x="165" y="518"/>
                </a:lnTo>
                <a:lnTo>
                  <a:pt x="166" y="517"/>
                </a:lnTo>
                <a:lnTo>
                  <a:pt x="166" y="516"/>
                </a:lnTo>
                <a:lnTo>
                  <a:pt x="165" y="516"/>
                </a:lnTo>
                <a:lnTo>
                  <a:pt x="165" y="515"/>
                </a:lnTo>
                <a:lnTo>
                  <a:pt x="165" y="514"/>
                </a:lnTo>
                <a:lnTo>
                  <a:pt x="165" y="513"/>
                </a:lnTo>
                <a:lnTo>
                  <a:pt x="164" y="513"/>
                </a:lnTo>
                <a:lnTo>
                  <a:pt x="164" y="512"/>
                </a:lnTo>
                <a:lnTo>
                  <a:pt x="164" y="511"/>
                </a:lnTo>
                <a:lnTo>
                  <a:pt x="164" y="510"/>
                </a:lnTo>
                <a:lnTo>
                  <a:pt x="164" y="509"/>
                </a:lnTo>
                <a:lnTo>
                  <a:pt x="163" y="508"/>
                </a:lnTo>
                <a:lnTo>
                  <a:pt x="164" y="508"/>
                </a:lnTo>
                <a:lnTo>
                  <a:pt x="164" y="507"/>
                </a:lnTo>
                <a:lnTo>
                  <a:pt x="164" y="506"/>
                </a:lnTo>
                <a:lnTo>
                  <a:pt x="165" y="506"/>
                </a:lnTo>
                <a:lnTo>
                  <a:pt x="166" y="506"/>
                </a:lnTo>
                <a:lnTo>
                  <a:pt x="166" y="505"/>
                </a:lnTo>
                <a:lnTo>
                  <a:pt x="167" y="505"/>
                </a:lnTo>
                <a:lnTo>
                  <a:pt x="167" y="504"/>
                </a:lnTo>
                <a:lnTo>
                  <a:pt x="168" y="504"/>
                </a:lnTo>
                <a:lnTo>
                  <a:pt x="168" y="503"/>
                </a:lnTo>
                <a:lnTo>
                  <a:pt x="167" y="503"/>
                </a:lnTo>
                <a:lnTo>
                  <a:pt x="167" y="502"/>
                </a:lnTo>
                <a:lnTo>
                  <a:pt x="167" y="501"/>
                </a:lnTo>
                <a:lnTo>
                  <a:pt x="168" y="501"/>
                </a:lnTo>
                <a:lnTo>
                  <a:pt x="169" y="501"/>
                </a:lnTo>
                <a:lnTo>
                  <a:pt x="169" y="500"/>
                </a:lnTo>
                <a:lnTo>
                  <a:pt x="170" y="500"/>
                </a:lnTo>
                <a:lnTo>
                  <a:pt x="171" y="500"/>
                </a:lnTo>
                <a:lnTo>
                  <a:pt x="171" y="499"/>
                </a:lnTo>
                <a:lnTo>
                  <a:pt x="171" y="498"/>
                </a:lnTo>
                <a:lnTo>
                  <a:pt x="170" y="498"/>
                </a:lnTo>
                <a:lnTo>
                  <a:pt x="170" y="497"/>
                </a:lnTo>
                <a:lnTo>
                  <a:pt x="170" y="496"/>
                </a:lnTo>
                <a:lnTo>
                  <a:pt x="170" y="495"/>
                </a:lnTo>
                <a:lnTo>
                  <a:pt x="170" y="494"/>
                </a:lnTo>
                <a:lnTo>
                  <a:pt x="170" y="493"/>
                </a:lnTo>
                <a:lnTo>
                  <a:pt x="170" y="492"/>
                </a:lnTo>
                <a:lnTo>
                  <a:pt x="170" y="491"/>
                </a:lnTo>
                <a:lnTo>
                  <a:pt x="170" y="490"/>
                </a:lnTo>
                <a:lnTo>
                  <a:pt x="170" y="489"/>
                </a:lnTo>
                <a:lnTo>
                  <a:pt x="170" y="488"/>
                </a:lnTo>
                <a:lnTo>
                  <a:pt x="170" y="487"/>
                </a:lnTo>
                <a:lnTo>
                  <a:pt x="169" y="487"/>
                </a:lnTo>
                <a:lnTo>
                  <a:pt x="169" y="486"/>
                </a:lnTo>
                <a:lnTo>
                  <a:pt x="168" y="486"/>
                </a:lnTo>
                <a:lnTo>
                  <a:pt x="169" y="485"/>
                </a:lnTo>
                <a:lnTo>
                  <a:pt x="168" y="485"/>
                </a:lnTo>
                <a:lnTo>
                  <a:pt x="167" y="485"/>
                </a:lnTo>
                <a:lnTo>
                  <a:pt x="166" y="485"/>
                </a:lnTo>
                <a:lnTo>
                  <a:pt x="166" y="484"/>
                </a:lnTo>
                <a:lnTo>
                  <a:pt x="165" y="484"/>
                </a:lnTo>
                <a:lnTo>
                  <a:pt x="164" y="485"/>
                </a:lnTo>
                <a:lnTo>
                  <a:pt x="163" y="485"/>
                </a:lnTo>
                <a:lnTo>
                  <a:pt x="163" y="484"/>
                </a:lnTo>
                <a:lnTo>
                  <a:pt x="162" y="484"/>
                </a:lnTo>
                <a:lnTo>
                  <a:pt x="162" y="483"/>
                </a:lnTo>
                <a:lnTo>
                  <a:pt x="163" y="483"/>
                </a:lnTo>
                <a:lnTo>
                  <a:pt x="163" y="482"/>
                </a:lnTo>
                <a:lnTo>
                  <a:pt x="162" y="482"/>
                </a:lnTo>
                <a:lnTo>
                  <a:pt x="163" y="482"/>
                </a:lnTo>
                <a:lnTo>
                  <a:pt x="163" y="481"/>
                </a:lnTo>
                <a:lnTo>
                  <a:pt x="163" y="480"/>
                </a:lnTo>
                <a:lnTo>
                  <a:pt x="163" y="479"/>
                </a:lnTo>
                <a:lnTo>
                  <a:pt x="164" y="479"/>
                </a:lnTo>
                <a:lnTo>
                  <a:pt x="165" y="478"/>
                </a:lnTo>
                <a:lnTo>
                  <a:pt x="165" y="477"/>
                </a:lnTo>
                <a:lnTo>
                  <a:pt x="164" y="477"/>
                </a:lnTo>
                <a:lnTo>
                  <a:pt x="165" y="477"/>
                </a:lnTo>
                <a:lnTo>
                  <a:pt x="165" y="476"/>
                </a:lnTo>
                <a:lnTo>
                  <a:pt x="164" y="476"/>
                </a:lnTo>
                <a:lnTo>
                  <a:pt x="165" y="475"/>
                </a:lnTo>
                <a:lnTo>
                  <a:pt x="165" y="474"/>
                </a:lnTo>
                <a:lnTo>
                  <a:pt x="166" y="474"/>
                </a:lnTo>
                <a:lnTo>
                  <a:pt x="166" y="473"/>
                </a:lnTo>
                <a:lnTo>
                  <a:pt x="167" y="472"/>
                </a:lnTo>
                <a:lnTo>
                  <a:pt x="167" y="471"/>
                </a:lnTo>
                <a:lnTo>
                  <a:pt x="166" y="471"/>
                </a:lnTo>
                <a:lnTo>
                  <a:pt x="166" y="470"/>
                </a:lnTo>
                <a:lnTo>
                  <a:pt x="167" y="470"/>
                </a:lnTo>
                <a:lnTo>
                  <a:pt x="167" y="469"/>
                </a:lnTo>
                <a:lnTo>
                  <a:pt x="167" y="468"/>
                </a:lnTo>
                <a:lnTo>
                  <a:pt x="168" y="468"/>
                </a:lnTo>
                <a:lnTo>
                  <a:pt x="168" y="467"/>
                </a:lnTo>
                <a:lnTo>
                  <a:pt x="168" y="466"/>
                </a:lnTo>
                <a:lnTo>
                  <a:pt x="169" y="466"/>
                </a:lnTo>
                <a:lnTo>
                  <a:pt x="169" y="465"/>
                </a:lnTo>
                <a:lnTo>
                  <a:pt x="168" y="465"/>
                </a:lnTo>
                <a:lnTo>
                  <a:pt x="168" y="464"/>
                </a:lnTo>
                <a:lnTo>
                  <a:pt x="168" y="463"/>
                </a:lnTo>
                <a:lnTo>
                  <a:pt x="168" y="462"/>
                </a:lnTo>
                <a:lnTo>
                  <a:pt x="169" y="462"/>
                </a:lnTo>
                <a:lnTo>
                  <a:pt x="170" y="462"/>
                </a:lnTo>
                <a:lnTo>
                  <a:pt x="170" y="461"/>
                </a:lnTo>
                <a:lnTo>
                  <a:pt x="170" y="460"/>
                </a:lnTo>
                <a:lnTo>
                  <a:pt x="170" y="459"/>
                </a:lnTo>
                <a:lnTo>
                  <a:pt x="171" y="459"/>
                </a:lnTo>
                <a:lnTo>
                  <a:pt x="171" y="458"/>
                </a:lnTo>
                <a:lnTo>
                  <a:pt x="171" y="457"/>
                </a:lnTo>
                <a:lnTo>
                  <a:pt x="172" y="457"/>
                </a:lnTo>
                <a:lnTo>
                  <a:pt x="173" y="456"/>
                </a:lnTo>
                <a:lnTo>
                  <a:pt x="174" y="455"/>
                </a:lnTo>
                <a:lnTo>
                  <a:pt x="175" y="454"/>
                </a:lnTo>
                <a:lnTo>
                  <a:pt x="175" y="453"/>
                </a:lnTo>
                <a:lnTo>
                  <a:pt x="175" y="452"/>
                </a:lnTo>
                <a:lnTo>
                  <a:pt x="174" y="452"/>
                </a:lnTo>
                <a:lnTo>
                  <a:pt x="174" y="451"/>
                </a:lnTo>
                <a:lnTo>
                  <a:pt x="173" y="451"/>
                </a:lnTo>
                <a:lnTo>
                  <a:pt x="173" y="450"/>
                </a:lnTo>
                <a:lnTo>
                  <a:pt x="172" y="450"/>
                </a:lnTo>
                <a:lnTo>
                  <a:pt x="172" y="449"/>
                </a:lnTo>
                <a:lnTo>
                  <a:pt x="172" y="448"/>
                </a:lnTo>
                <a:lnTo>
                  <a:pt x="171" y="448"/>
                </a:lnTo>
                <a:lnTo>
                  <a:pt x="171" y="449"/>
                </a:lnTo>
                <a:lnTo>
                  <a:pt x="170" y="449"/>
                </a:lnTo>
                <a:lnTo>
                  <a:pt x="170" y="448"/>
                </a:lnTo>
                <a:lnTo>
                  <a:pt x="169" y="448"/>
                </a:lnTo>
                <a:lnTo>
                  <a:pt x="169" y="447"/>
                </a:lnTo>
                <a:lnTo>
                  <a:pt x="168" y="447"/>
                </a:lnTo>
                <a:lnTo>
                  <a:pt x="168" y="446"/>
                </a:lnTo>
                <a:lnTo>
                  <a:pt x="168" y="445"/>
                </a:lnTo>
                <a:lnTo>
                  <a:pt x="168" y="444"/>
                </a:lnTo>
                <a:lnTo>
                  <a:pt x="167" y="444"/>
                </a:lnTo>
                <a:lnTo>
                  <a:pt x="167" y="443"/>
                </a:lnTo>
                <a:lnTo>
                  <a:pt x="166" y="443"/>
                </a:lnTo>
                <a:lnTo>
                  <a:pt x="165" y="443"/>
                </a:lnTo>
                <a:lnTo>
                  <a:pt x="164" y="442"/>
                </a:lnTo>
                <a:lnTo>
                  <a:pt x="165" y="442"/>
                </a:lnTo>
                <a:lnTo>
                  <a:pt x="165" y="441"/>
                </a:lnTo>
                <a:lnTo>
                  <a:pt x="165" y="440"/>
                </a:lnTo>
                <a:lnTo>
                  <a:pt x="164" y="440"/>
                </a:lnTo>
                <a:lnTo>
                  <a:pt x="164" y="439"/>
                </a:lnTo>
                <a:lnTo>
                  <a:pt x="164" y="438"/>
                </a:lnTo>
                <a:lnTo>
                  <a:pt x="165" y="437"/>
                </a:lnTo>
                <a:lnTo>
                  <a:pt x="164" y="437"/>
                </a:lnTo>
                <a:lnTo>
                  <a:pt x="164" y="436"/>
                </a:lnTo>
                <a:lnTo>
                  <a:pt x="164" y="435"/>
                </a:lnTo>
                <a:lnTo>
                  <a:pt x="164" y="434"/>
                </a:lnTo>
                <a:lnTo>
                  <a:pt x="164" y="433"/>
                </a:lnTo>
                <a:lnTo>
                  <a:pt x="164" y="432"/>
                </a:lnTo>
                <a:lnTo>
                  <a:pt x="164" y="431"/>
                </a:lnTo>
                <a:lnTo>
                  <a:pt x="164" y="429"/>
                </a:lnTo>
                <a:lnTo>
                  <a:pt x="164" y="428"/>
                </a:lnTo>
                <a:lnTo>
                  <a:pt x="164" y="427"/>
                </a:lnTo>
                <a:lnTo>
                  <a:pt x="165" y="426"/>
                </a:lnTo>
                <a:lnTo>
                  <a:pt x="165" y="425"/>
                </a:lnTo>
                <a:lnTo>
                  <a:pt x="165" y="424"/>
                </a:lnTo>
                <a:lnTo>
                  <a:pt x="165" y="423"/>
                </a:lnTo>
                <a:lnTo>
                  <a:pt x="165" y="422"/>
                </a:lnTo>
                <a:lnTo>
                  <a:pt x="165" y="421"/>
                </a:lnTo>
                <a:lnTo>
                  <a:pt x="165" y="419"/>
                </a:lnTo>
                <a:lnTo>
                  <a:pt x="165" y="418"/>
                </a:lnTo>
                <a:lnTo>
                  <a:pt x="165" y="417"/>
                </a:lnTo>
                <a:lnTo>
                  <a:pt x="166" y="416"/>
                </a:lnTo>
                <a:lnTo>
                  <a:pt x="166" y="415"/>
                </a:lnTo>
                <a:lnTo>
                  <a:pt x="166" y="414"/>
                </a:lnTo>
                <a:lnTo>
                  <a:pt x="167" y="414"/>
                </a:lnTo>
                <a:lnTo>
                  <a:pt x="167" y="413"/>
                </a:lnTo>
                <a:lnTo>
                  <a:pt x="167" y="412"/>
                </a:lnTo>
                <a:lnTo>
                  <a:pt x="168" y="412"/>
                </a:lnTo>
                <a:lnTo>
                  <a:pt x="168" y="411"/>
                </a:lnTo>
                <a:lnTo>
                  <a:pt x="168" y="410"/>
                </a:lnTo>
                <a:lnTo>
                  <a:pt x="169" y="409"/>
                </a:lnTo>
                <a:lnTo>
                  <a:pt x="169" y="408"/>
                </a:lnTo>
                <a:lnTo>
                  <a:pt x="169" y="407"/>
                </a:lnTo>
                <a:lnTo>
                  <a:pt x="170" y="407"/>
                </a:lnTo>
                <a:lnTo>
                  <a:pt x="170" y="406"/>
                </a:lnTo>
                <a:lnTo>
                  <a:pt x="171" y="406"/>
                </a:lnTo>
                <a:lnTo>
                  <a:pt x="172" y="405"/>
                </a:lnTo>
                <a:lnTo>
                  <a:pt x="173" y="405"/>
                </a:lnTo>
                <a:lnTo>
                  <a:pt x="173" y="404"/>
                </a:lnTo>
                <a:lnTo>
                  <a:pt x="172" y="403"/>
                </a:lnTo>
                <a:lnTo>
                  <a:pt x="171" y="403"/>
                </a:lnTo>
                <a:lnTo>
                  <a:pt x="171" y="402"/>
                </a:lnTo>
                <a:lnTo>
                  <a:pt x="171" y="401"/>
                </a:lnTo>
                <a:lnTo>
                  <a:pt x="170" y="401"/>
                </a:lnTo>
                <a:lnTo>
                  <a:pt x="170" y="400"/>
                </a:lnTo>
                <a:lnTo>
                  <a:pt x="170" y="399"/>
                </a:lnTo>
                <a:lnTo>
                  <a:pt x="169" y="399"/>
                </a:lnTo>
                <a:lnTo>
                  <a:pt x="169" y="398"/>
                </a:lnTo>
                <a:lnTo>
                  <a:pt x="169" y="397"/>
                </a:lnTo>
                <a:lnTo>
                  <a:pt x="168" y="397"/>
                </a:lnTo>
                <a:lnTo>
                  <a:pt x="168" y="396"/>
                </a:lnTo>
                <a:lnTo>
                  <a:pt x="167" y="396"/>
                </a:lnTo>
                <a:lnTo>
                  <a:pt x="167" y="397"/>
                </a:lnTo>
                <a:lnTo>
                  <a:pt x="166" y="397"/>
                </a:lnTo>
                <a:lnTo>
                  <a:pt x="166" y="396"/>
                </a:lnTo>
                <a:lnTo>
                  <a:pt x="165" y="396"/>
                </a:lnTo>
                <a:lnTo>
                  <a:pt x="165" y="395"/>
                </a:lnTo>
                <a:lnTo>
                  <a:pt x="164" y="395"/>
                </a:lnTo>
                <a:lnTo>
                  <a:pt x="164" y="394"/>
                </a:lnTo>
                <a:lnTo>
                  <a:pt x="163" y="393"/>
                </a:lnTo>
                <a:lnTo>
                  <a:pt x="163" y="392"/>
                </a:lnTo>
                <a:lnTo>
                  <a:pt x="162" y="391"/>
                </a:lnTo>
                <a:lnTo>
                  <a:pt x="161" y="391"/>
                </a:lnTo>
                <a:lnTo>
                  <a:pt x="161" y="390"/>
                </a:lnTo>
                <a:lnTo>
                  <a:pt x="160" y="390"/>
                </a:lnTo>
                <a:lnTo>
                  <a:pt x="160" y="389"/>
                </a:lnTo>
                <a:lnTo>
                  <a:pt x="160" y="388"/>
                </a:lnTo>
                <a:lnTo>
                  <a:pt x="160" y="387"/>
                </a:lnTo>
                <a:lnTo>
                  <a:pt x="161" y="387"/>
                </a:lnTo>
                <a:lnTo>
                  <a:pt x="162" y="387"/>
                </a:lnTo>
                <a:lnTo>
                  <a:pt x="162" y="386"/>
                </a:lnTo>
                <a:lnTo>
                  <a:pt x="163" y="386"/>
                </a:lnTo>
                <a:lnTo>
                  <a:pt x="162" y="385"/>
                </a:lnTo>
                <a:lnTo>
                  <a:pt x="162" y="384"/>
                </a:lnTo>
                <a:lnTo>
                  <a:pt x="161" y="384"/>
                </a:lnTo>
                <a:lnTo>
                  <a:pt x="160" y="383"/>
                </a:lnTo>
                <a:lnTo>
                  <a:pt x="160" y="382"/>
                </a:lnTo>
                <a:lnTo>
                  <a:pt x="159" y="381"/>
                </a:lnTo>
                <a:lnTo>
                  <a:pt x="158" y="381"/>
                </a:lnTo>
                <a:lnTo>
                  <a:pt x="158" y="380"/>
                </a:lnTo>
                <a:lnTo>
                  <a:pt x="158" y="379"/>
                </a:lnTo>
                <a:lnTo>
                  <a:pt x="157" y="379"/>
                </a:lnTo>
                <a:lnTo>
                  <a:pt x="157" y="378"/>
                </a:lnTo>
                <a:lnTo>
                  <a:pt x="157" y="377"/>
                </a:lnTo>
                <a:lnTo>
                  <a:pt x="158" y="377"/>
                </a:lnTo>
                <a:lnTo>
                  <a:pt x="158" y="376"/>
                </a:lnTo>
                <a:lnTo>
                  <a:pt x="159" y="376"/>
                </a:lnTo>
                <a:lnTo>
                  <a:pt x="159" y="375"/>
                </a:lnTo>
                <a:lnTo>
                  <a:pt x="158" y="375"/>
                </a:lnTo>
                <a:lnTo>
                  <a:pt x="158" y="374"/>
                </a:lnTo>
                <a:lnTo>
                  <a:pt x="158" y="373"/>
                </a:lnTo>
                <a:lnTo>
                  <a:pt x="159" y="372"/>
                </a:lnTo>
                <a:lnTo>
                  <a:pt x="159" y="371"/>
                </a:lnTo>
                <a:lnTo>
                  <a:pt x="158" y="371"/>
                </a:lnTo>
                <a:lnTo>
                  <a:pt x="158" y="370"/>
                </a:lnTo>
                <a:lnTo>
                  <a:pt x="158" y="369"/>
                </a:lnTo>
                <a:lnTo>
                  <a:pt x="158" y="368"/>
                </a:lnTo>
                <a:lnTo>
                  <a:pt x="158" y="367"/>
                </a:lnTo>
                <a:lnTo>
                  <a:pt x="157" y="367"/>
                </a:lnTo>
                <a:lnTo>
                  <a:pt x="157" y="368"/>
                </a:lnTo>
                <a:lnTo>
                  <a:pt x="156" y="368"/>
                </a:lnTo>
                <a:lnTo>
                  <a:pt x="156" y="367"/>
                </a:lnTo>
                <a:lnTo>
                  <a:pt x="155" y="367"/>
                </a:lnTo>
                <a:lnTo>
                  <a:pt x="155" y="366"/>
                </a:lnTo>
                <a:lnTo>
                  <a:pt x="154" y="366"/>
                </a:lnTo>
                <a:lnTo>
                  <a:pt x="153" y="366"/>
                </a:lnTo>
                <a:lnTo>
                  <a:pt x="152" y="366"/>
                </a:lnTo>
                <a:lnTo>
                  <a:pt x="151" y="365"/>
                </a:lnTo>
                <a:lnTo>
                  <a:pt x="151" y="364"/>
                </a:lnTo>
                <a:lnTo>
                  <a:pt x="151" y="363"/>
                </a:lnTo>
                <a:lnTo>
                  <a:pt x="150" y="363"/>
                </a:lnTo>
                <a:lnTo>
                  <a:pt x="149" y="362"/>
                </a:lnTo>
                <a:lnTo>
                  <a:pt x="149" y="361"/>
                </a:lnTo>
                <a:lnTo>
                  <a:pt x="149" y="360"/>
                </a:lnTo>
                <a:lnTo>
                  <a:pt x="149" y="359"/>
                </a:lnTo>
                <a:lnTo>
                  <a:pt x="148" y="359"/>
                </a:lnTo>
                <a:lnTo>
                  <a:pt x="148" y="358"/>
                </a:lnTo>
                <a:lnTo>
                  <a:pt x="149" y="358"/>
                </a:lnTo>
                <a:lnTo>
                  <a:pt x="149" y="357"/>
                </a:lnTo>
                <a:lnTo>
                  <a:pt x="148" y="357"/>
                </a:lnTo>
                <a:lnTo>
                  <a:pt x="148" y="356"/>
                </a:lnTo>
                <a:lnTo>
                  <a:pt x="149" y="356"/>
                </a:lnTo>
                <a:lnTo>
                  <a:pt x="149" y="355"/>
                </a:lnTo>
                <a:lnTo>
                  <a:pt x="149" y="354"/>
                </a:lnTo>
                <a:lnTo>
                  <a:pt x="148" y="353"/>
                </a:lnTo>
                <a:lnTo>
                  <a:pt x="147" y="353"/>
                </a:lnTo>
                <a:lnTo>
                  <a:pt x="148" y="353"/>
                </a:lnTo>
                <a:lnTo>
                  <a:pt x="148" y="352"/>
                </a:lnTo>
                <a:lnTo>
                  <a:pt x="147" y="352"/>
                </a:lnTo>
                <a:lnTo>
                  <a:pt x="147" y="351"/>
                </a:lnTo>
                <a:lnTo>
                  <a:pt x="146" y="351"/>
                </a:lnTo>
                <a:lnTo>
                  <a:pt x="146" y="350"/>
                </a:lnTo>
                <a:lnTo>
                  <a:pt x="146" y="349"/>
                </a:lnTo>
                <a:lnTo>
                  <a:pt x="145" y="349"/>
                </a:lnTo>
                <a:lnTo>
                  <a:pt x="145" y="348"/>
                </a:lnTo>
                <a:lnTo>
                  <a:pt x="144" y="348"/>
                </a:lnTo>
                <a:lnTo>
                  <a:pt x="144" y="347"/>
                </a:lnTo>
                <a:lnTo>
                  <a:pt x="144" y="346"/>
                </a:lnTo>
                <a:lnTo>
                  <a:pt x="143" y="346"/>
                </a:lnTo>
                <a:lnTo>
                  <a:pt x="143" y="345"/>
                </a:lnTo>
                <a:lnTo>
                  <a:pt x="142" y="345"/>
                </a:lnTo>
                <a:lnTo>
                  <a:pt x="142" y="344"/>
                </a:lnTo>
                <a:lnTo>
                  <a:pt x="141" y="344"/>
                </a:lnTo>
                <a:lnTo>
                  <a:pt x="140" y="344"/>
                </a:lnTo>
                <a:lnTo>
                  <a:pt x="140" y="343"/>
                </a:lnTo>
                <a:lnTo>
                  <a:pt x="139" y="343"/>
                </a:lnTo>
                <a:lnTo>
                  <a:pt x="138" y="343"/>
                </a:lnTo>
                <a:lnTo>
                  <a:pt x="138" y="342"/>
                </a:lnTo>
                <a:lnTo>
                  <a:pt x="137" y="342"/>
                </a:lnTo>
                <a:lnTo>
                  <a:pt x="136" y="342"/>
                </a:lnTo>
                <a:lnTo>
                  <a:pt x="135" y="342"/>
                </a:lnTo>
                <a:lnTo>
                  <a:pt x="135" y="341"/>
                </a:lnTo>
                <a:lnTo>
                  <a:pt x="134" y="341"/>
                </a:lnTo>
                <a:lnTo>
                  <a:pt x="134" y="340"/>
                </a:lnTo>
                <a:lnTo>
                  <a:pt x="134" y="339"/>
                </a:lnTo>
                <a:lnTo>
                  <a:pt x="133" y="339"/>
                </a:lnTo>
                <a:lnTo>
                  <a:pt x="133" y="338"/>
                </a:lnTo>
                <a:lnTo>
                  <a:pt x="133" y="337"/>
                </a:lnTo>
                <a:lnTo>
                  <a:pt x="134" y="337"/>
                </a:lnTo>
                <a:lnTo>
                  <a:pt x="134" y="336"/>
                </a:lnTo>
                <a:lnTo>
                  <a:pt x="133" y="336"/>
                </a:lnTo>
                <a:lnTo>
                  <a:pt x="133" y="335"/>
                </a:lnTo>
                <a:lnTo>
                  <a:pt x="133" y="334"/>
                </a:lnTo>
                <a:lnTo>
                  <a:pt x="132" y="333"/>
                </a:lnTo>
                <a:lnTo>
                  <a:pt x="132" y="332"/>
                </a:lnTo>
                <a:lnTo>
                  <a:pt x="132" y="331"/>
                </a:lnTo>
                <a:lnTo>
                  <a:pt x="132" y="330"/>
                </a:lnTo>
                <a:lnTo>
                  <a:pt x="132" y="328"/>
                </a:lnTo>
                <a:lnTo>
                  <a:pt x="132" y="327"/>
                </a:lnTo>
                <a:lnTo>
                  <a:pt x="133" y="327"/>
                </a:lnTo>
                <a:lnTo>
                  <a:pt x="132" y="326"/>
                </a:lnTo>
                <a:lnTo>
                  <a:pt x="131" y="325"/>
                </a:lnTo>
                <a:lnTo>
                  <a:pt x="131" y="324"/>
                </a:lnTo>
                <a:lnTo>
                  <a:pt x="131" y="323"/>
                </a:lnTo>
                <a:lnTo>
                  <a:pt x="130" y="323"/>
                </a:lnTo>
                <a:lnTo>
                  <a:pt x="130" y="322"/>
                </a:lnTo>
                <a:lnTo>
                  <a:pt x="129" y="321"/>
                </a:lnTo>
                <a:lnTo>
                  <a:pt x="129" y="320"/>
                </a:lnTo>
                <a:lnTo>
                  <a:pt x="128" y="319"/>
                </a:lnTo>
                <a:lnTo>
                  <a:pt x="128" y="317"/>
                </a:lnTo>
                <a:lnTo>
                  <a:pt x="128" y="316"/>
                </a:lnTo>
                <a:lnTo>
                  <a:pt x="128" y="315"/>
                </a:lnTo>
                <a:lnTo>
                  <a:pt x="127" y="315"/>
                </a:lnTo>
                <a:lnTo>
                  <a:pt x="126" y="315"/>
                </a:lnTo>
                <a:lnTo>
                  <a:pt x="126" y="314"/>
                </a:lnTo>
                <a:lnTo>
                  <a:pt x="126" y="313"/>
                </a:lnTo>
                <a:lnTo>
                  <a:pt x="126" y="312"/>
                </a:lnTo>
                <a:lnTo>
                  <a:pt x="126" y="311"/>
                </a:lnTo>
                <a:lnTo>
                  <a:pt x="125" y="311"/>
                </a:lnTo>
                <a:lnTo>
                  <a:pt x="125" y="310"/>
                </a:lnTo>
                <a:lnTo>
                  <a:pt x="124" y="309"/>
                </a:lnTo>
                <a:lnTo>
                  <a:pt x="124" y="308"/>
                </a:lnTo>
                <a:lnTo>
                  <a:pt x="124" y="307"/>
                </a:lnTo>
                <a:lnTo>
                  <a:pt x="124" y="306"/>
                </a:lnTo>
                <a:lnTo>
                  <a:pt x="125" y="306"/>
                </a:lnTo>
                <a:lnTo>
                  <a:pt x="125" y="305"/>
                </a:lnTo>
                <a:lnTo>
                  <a:pt x="126" y="305"/>
                </a:lnTo>
                <a:lnTo>
                  <a:pt x="126" y="304"/>
                </a:lnTo>
                <a:lnTo>
                  <a:pt x="126" y="303"/>
                </a:lnTo>
                <a:lnTo>
                  <a:pt x="126" y="302"/>
                </a:lnTo>
                <a:lnTo>
                  <a:pt x="127" y="302"/>
                </a:lnTo>
                <a:lnTo>
                  <a:pt x="127" y="301"/>
                </a:lnTo>
                <a:lnTo>
                  <a:pt x="127" y="300"/>
                </a:lnTo>
                <a:lnTo>
                  <a:pt x="128" y="300"/>
                </a:lnTo>
                <a:lnTo>
                  <a:pt x="128" y="299"/>
                </a:lnTo>
                <a:lnTo>
                  <a:pt x="129" y="299"/>
                </a:lnTo>
                <a:lnTo>
                  <a:pt x="129" y="298"/>
                </a:lnTo>
                <a:lnTo>
                  <a:pt x="130" y="298"/>
                </a:lnTo>
                <a:lnTo>
                  <a:pt x="130" y="297"/>
                </a:lnTo>
                <a:lnTo>
                  <a:pt x="131" y="297"/>
                </a:lnTo>
                <a:lnTo>
                  <a:pt x="131" y="296"/>
                </a:lnTo>
                <a:lnTo>
                  <a:pt x="130" y="295"/>
                </a:lnTo>
                <a:lnTo>
                  <a:pt x="128" y="295"/>
                </a:lnTo>
                <a:lnTo>
                  <a:pt x="127" y="295"/>
                </a:lnTo>
                <a:lnTo>
                  <a:pt x="126" y="295"/>
                </a:lnTo>
                <a:lnTo>
                  <a:pt x="125" y="295"/>
                </a:lnTo>
                <a:lnTo>
                  <a:pt x="125" y="294"/>
                </a:lnTo>
                <a:lnTo>
                  <a:pt x="124" y="294"/>
                </a:lnTo>
                <a:lnTo>
                  <a:pt x="124" y="293"/>
                </a:lnTo>
                <a:lnTo>
                  <a:pt x="123" y="293"/>
                </a:lnTo>
                <a:lnTo>
                  <a:pt x="123" y="292"/>
                </a:lnTo>
                <a:lnTo>
                  <a:pt x="122" y="292"/>
                </a:lnTo>
                <a:lnTo>
                  <a:pt x="122" y="291"/>
                </a:lnTo>
                <a:lnTo>
                  <a:pt x="122" y="290"/>
                </a:lnTo>
                <a:lnTo>
                  <a:pt x="122" y="289"/>
                </a:lnTo>
                <a:lnTo>
                  <a:pt x="122" y="288"/>
                </a:lnTo>
                <a:lnTo>
                  <a:pt x="121" y="287"/>
                </a:lnTo>
                <a:lnTo>
                  <a:pt x="120" y="287"/>
                </a:lnTo>
                <a:lnTo>
                  <a:pt x="120" y="286"/>
                </a:lnTo>
                <a:lnTo>
                  <a:pt x="121" y="286"/>
                </a:lnTo>
                <a:lnTo>
                  <a:pt x="121" y="285"/>
                </a:lnTo>
                <a:lnTo>
                  <a:pt x="121" y="284"/>
                </a:lnTo>
                <a:lnTo>
                  <a:pt x="120" y="284"/>
                </a:lnTo>
                <a:lnTo>
                  <a:pt x="121" y="284"/>
                </a:lnTo>
                <a:lnTo>
                  <a:pt x="122" y="284"/>
                </a:lnTo>
                <a:lnTo>
                  <a:pt x="122" y="283"/>
                </a:lnTo>
                <a:lnTo>
                  <a:pt x="122" y="284"/>
                </a:lnTo>
                <a:lnTo>
                  <a:pt x="123" y="284"/>
                </a:lnTo>
                <a:lnTo>
                  <a:pt x="124" y="284"/>
                </a:lnTo>
                <a:lnTo>
                  <a:pt x="125" y="284"/>
                </a:lnTo>
                <a:lnTo>
                  <a:pt x="126" y="284"/>
                </a:lnTo>
                <a:lnTo>
                  <a:pt x="127" y="284"/>
                </a:lnTo>
                <a:lnTo>
                  <a:pt x="127" y="283"/>
                </a:lnTo>
                <a:lnTo>
                  <a:pt x="128" y="283"/>
                </a:lnTo>
                <a:lnTo>
                  <a:pt x="129" y="283"/>
                </a:lnTo>
                <a:lnTo>
                  <a:pt x="130" y="283"/>
                </a:lnTo>
                <a:lnTo>
                  <a:pt x="131" y="283"/>
                </a:lnTo>
                <a:lnTo>
                  <a:pt x="132" y="283"/>
                </a:lnTo>
                <a:lnTo>
                  <a:pt x="133" y="282"/>
                </a:lnTo>
                <a:lnTo>
                  <a:pt x="134" y="282"/>
                </a:lnTo>
                <a:lnTo>
                  <a:pt x="134" y="281"/>
                </a:lnTo>
                <a:lnTo>
                  <a:pt x="135" y="281"/>
                </a:lnTo>
                <a:lnTo>
                  <a:pt x="136" y="281"/>
                </a:lnTo>
                <a:lnTo>
                  <a:pt x="136" y="280"/>
                </a:lnTo>
                <a:lnTo>
                  <a:pt x="137" y="280"/>
                </a:lnTo>
                <a:lnTo>
                  <a:pt x="138" y="280"/>
                </a:lnTo>
                <a:lnTo>
                  <a:pt x="139" y="279"/>
                </a:lnTo>
                <a:lnTo>
                  <a:pt x="140" y="279"/>
                </a:lnTo>
                <a:lnTo>
                  <a:pt x="141" y="278"/>
                </a:lnTo>
                <a:lnTo>
                  <a:pt x="142" y="278"/>
                </a:lnTo>
                <a:lnTo>
                  <a:pt x="143" y="278"/>
                </a:lnTo>
                <a:lnTo>
                  <a:pt x="143" y="277"/>
                </a:lnTo>
                <a:lnTo>
                  <a:pt x="142" y="277"/>
                </a:lnTo>
                <a:lnTo>
                  <a:pt x="141" y="276"/>
                </a:lnTo>
                <a:lnTo>
                  <a:pt x="141" y="275"/>
                </a:lnTo>
                <a:lnTo>
                  <a:pt x="141" y="274"/>
                </a:lnTo>
                <a:lnTo>
                  <a:pt x="140" y="274"/>
                </a:lnTo>
                <a:lnTo>
                  <a:pt x="140" y="273"/>
                </a:lnTo>
                <a:lnTo>
                  <a:pt x="141" y="273"/>
                </a:lnTo>
                <a:lnTo>
                  <a:pt x="141" y="272"/>
                </a:lnTo>
                <a:lnTo>
                  <a:pt x="140" y="272"/>
                </a:lnTo>
                <a:lnTo>
                  <a:pt x="140" y="271"/>
                </a:lnTo>
                <a:lnTo>
                  <a:pt x="139" y="271"/>
                </a:lnTo>
                <a:lnTo>
                  <a:pt x="140" y="271"/>
                </a:lnTo>
                <a:lnTo>
                  <a:pt x="140" y="270"/>
                </a:lnTo>
                <a:lnTo>
                  <a:pt x="139" y="270"/>
                </a:lnTo>
                <a:lnTo>
                  <a:pt x="139" y="269"/>
                </a:lnTo>
                <a:lnTo>
                  <a:pt x="139" y="268"/>
                </a:lnTo>
                <a:lnTo>
                  <a:pt x="140" y="267"/>
                </a:lnTo>
                <a:lnTo>
                  <a:pt x="140" y="266"/>
                </a:lnTo>
                <a:lnTo>
                  <a:pt x="140" y="265"/>
                </a:lnTo>
                <a:lnTo>
                  <a:pt x="139" y="265"/>
                </a:lnTo>
                <a:lnTo>
                  <a:pt x="139" y="264"/>
                </a:lnTo>
                <a:lnTo>
                  <a:pt x="139" y="263"/>
                </a:lnTo>
                <a:lnTo>
                  <a:pt x="140" y="263"/>
                </a:lnTo>
                <a:lnTo>
                  <a:pt x="140" y="262"/>
                </a:lnTo>
                <a:lnTo>
                  <a:pt x="140" y="261"/>
                </a:lnTo>
                <a:lnTo>
                  <a:pt x="141" y="261"/>
                </a:lnTo>
                <a:lnTo>
                  <a:pt x="141" y="260"/>
                </a:lnTo>
                <a:lnTo>
                  <a:pt x="141" y="259"/>
                </a:lnTo>
                <a:lnTo>
                  <a:pt x="142" y="259"/>
                </a:lnTo>
                <a:lnTo>
                  <a:pt x="142" y="258"/>
                </a:lnTo>
                <a:lnTo>
                  <a:pt x="142" y="257"/>
                </a:lnTo>
                <a:lnTo>
                  <a:pt x="142" y="256"/>
                </a:lnTo>
                <a:lnTo>
                  <a:pt x="143" y="256"/>
                </a:lnTo>
                <a:lnTo>
                  <a:pt x="143" y="255"/>
                </a:lnTo>
                <a:lnTo>
                  <a:pt x="144" y="255"/>
                </a:lnTo>
                <a:lnTo>
                  <a:pt x="144" y="254"/>
                </a:lnTo>
                <a:lnTo>
                  <a:pt x="144" y="253"/>
                </a:lnTo>
                <a:lnTo>
                  <a:pt x="144" y="252"/>
                </a:lnTo>
                <a:lnTo>
                  <a:pt x="144" y="251"/>
                </a:lnTo>
                <a:lnTo>
                  <a:pt x="144" y="250"/>
                </a:lnTo>
                <a:lnTo>
                  <a:pt x="144" y="249"/>
                </a:lnTo>
                <a:lnTo>
                  <a:pt x="144" y="248"/>
                </a:lnTo>
                <a:lnTo>
                  <a:pt x="144" y="247"/>
                </a:lnTo>
                <a:lnTo>
                  <a:pt x="144" y="246"/>
                </a:lnTo>
                <a:lnTo>
                  <a:pt x="144" y="245"/>
                </a:lnTo>
                <a:lnTo>
                  <a:pt x="144" y="244"/>
                </a:lnTo>
                <a:lnTo>
                  <a:pt x="144" y="243"/>
                </a:lnTo>
                <a:lnTo>
                  <a:pt x="145" y="243"/>
                </a:lnTo>
                <a:lnTo>
                  <a:pt x="146" y="243"/>
                </a:lnTo>
                <a:lnTo>
                  <a:pt x="146" y="242"/>
                </a:lnTo>
                <a:lnTo>
                  <a:pt x="147" y="242"/>
                </a:lnTo>
                <a:lnTo>
                  <a:pt x="146" y="241"/>
                </a:lnTo>
                <a:lnTo>
                  <a:pt x="147" y="241"/>
                </a:lnTo>
                <a:lnTo>
                  <a:pt x="147" y="240"/>
                </a:lnTo>
                <a:lnTo>
                  <a:pt x="148" y="240"/>
                </a:lnTo>
                <a:lnTo>
                  <a:pt x="148" y="239"/>
                </a:lnTo>
                <a:lnTo>
                  <a:pt x="148" y="238"/>
                </a:lnTo>
                <a:lnTo>
                  <a:pt x="147" y="238"/>
                </a:lnTo>
                <a:lnTo>
                  <a:pt x="146" y="238"/>
                </a:lnTo>
                <a:lnTo>
                  <a:pt x="145" y="237"/>
                </a:lnTo>
                <a:lnTo>
                  <a:pt x="145" y="236"/>
                </a:lnTo>
                <a:lnTo>
                  <a:pt x="144" y="236"/>
                </a:lnTo>
                <a:lnTo>
                  <a:pt x="143" y="236"/>
                </a:lnTo>
                <a:lnTo>
                  <a:pt x="143" y="235"/>
                </a:lnTo>
                <a:lnTo>
                  <a:pt x="142" y="235"/>
                </a:lnTo>
                <a:lnTo>
                  <a:pt x="143" y="234"/>
                </a:lnTo>
                <a:lnTo>
                  <a:pt x="144" y="234"/>
                </a:lnTo>
                <a:lnTo>
                  <a:pt x="144" y="233"/>
                </a:lnTo>
                <a:lnTo>
                  <a:pt x="144" y="232"/>
                </a:lnTo>
                <a:lnTo>
                  <a:pt x="145" y="232"/>
                </a:lnTo>
                <a:lnTo>
                  <a:pt x="145" y="231"/>
                </a:lnTo>
                <a:lnTo>
                  <a:pt x="145" y="230"/>
                </a:lnTo>
                <a:lnTo>
                  <a:pt x="145" y="229"/>
                </a:lnTo>
                <a:lnTo>
                  <a:pt x="145" y="228"/>
                </a:lnTo>
                <a:lnTo>
                  <a:pt x="146" y="228"/>
                </a:lnTo>
                <a:lnTo>
                  <a:pt x="145" y="228"/>
                </a:lnTo>
                <a:lnTo>
                  <a:pt x="146" y="228"/>
                </a:lnTo>
                <a:lnTo>
                  <a:pt x="146" y="227"/>
                </a:lnTo>
                <a:lnTo>
                  <a:pt x="147" y="227"/>
                </a:lnTo>
                <a:lnTo>
                  <a:pt x="147" y="226"/>
                </a:lnTo>
                <a:lnTo>
                  <a:pt x="147" y="225"/>
                </a:lnTo>
                <a:lnTo>
                  <a:pt x="148" y="225"/>
                </a:lnTo>
                <a:lnTo>
                  <a:pt x="147" y="224"/>
                </a:lnTo>
                <a:lnTo>
                  <a:pt x="148" y="224"/>
                </a:lnTo>
                <a:lnTo>
                  <a:pt x="148" y="223"/>
                </a:lnTo>
                <a:lnTo>
                  <a:pt x="148" y="222"/>
                </a:lnTo>
                <a:lnTo>
                  <a:pt x="148" y="221"/>
                </a:lnTo>
                <a:lnTo>
                  <a:pt x="149" y="220"/>
                </a:lnTo>
                <a:lnTo>
                  <a:pt x="149" y="219"/>
                </a:lnTo>
                <a:lnTo>
                  <a:pt x="148" y="219"/>
                </a:lnTo>
                <a:lnTo>
                  <a:pt x="148" y="218"/>
                </a:lnTo>
                <a:lnTo>
                  <a:pt x="147" y="218"/>
                </a:lnTo>
                <a:lnTo>
                  <a:pt x="147" y="217"/>
                </a:lnTo>
                <a:lnTo>
                  <a:pt x="147" y="216"/>
                </a:lnTo>
                <a:lnTo>
                  <a:pt x="146" y="216"/>
                </a:lnTo>
                <a:lnTo>
                  <a:pt x="145" y="216"/>
                </a:lnTo>
                <a:lnTo>
                  <a:pt x="145" y="215"/>
                </a:lnTo>
                <a:lnTo>
                  <a:pt x="144" y="215"/>
                </a:lnTo>
                <a:lnTo>
                  <a:pt x="144" y="214"/>
                </a:lnTo>
                <a:lnTo>
                  <a:pt x="144" y="213"/>
                </a:lnTo>
                <a:lnTo>
                  <a:pt x="143" y="213"/>
                </a:lnTo>
                <a:lnTo>
                  <a:pt x="141" y="213"/>
                </a:lnTo>
                <a:lnTo>
                  <a:pt x="140" y="213"/>
                </a:lnTo>
                <a:lnTo>
                  <a:pt x="140" y="212"/>
                </a:lnTo>
                <a:lnTo>
                  <a:pt x="139" y="212"/>
                </a:lnTo>
                <a:lnTo>
                  <a:pt x="139" y="211"/>
                </a:lnTo>
                <a:lnTo>
                  <a:pt x="139" y="210"/>
                </a:lnTo>
                <a:lnTo>
                  <a:pt x="138" y="210"/>
                </a:lnTo>
                <a:lnTo>
                  <a:pt x="137" y="210"/>
                </a:lnTo>
                <a:lnTo>
                  <a:pt x="137" y="209"/>
                </a:lnTo>
                <a:lnTo>
                  <a:pt x="137" y="208"/>
                </a:lnTo>
                <a:lnTo>
                  <a:pt x="137" y="207"/>
                </a:lnTo>
                <a:lnTo>
                  <a:pt x="138" y="207"/>
                </a:lnTo>
                <a:lnTo>
                  <a:pt x="138" y="206"/>
                </a:lnTo>
                <a:lnTo>
                  <a:pt x="138" y="205"/>
                </a:lnTo>
                <a:lnTo>
                  <a:pt x="137" y="205"/>
                </a:lnTo>
                <a:lnTo>
                  <a:pt x="138" y="205"/>
                </a:lnTo>
                <a:lnTo>
                  <a:pt x="139" y="205"/>
                </a:lnTo>
                <a:lnTo>
                  <a:pt x="140" y="205"/>
                </a:lnTo>
                <a:lnTo>
                  <a:pt x="141" y="204"/>
                </a:lnTo>
                <a:lnTo>
                  <a:pt x="140" y="203"/>
                </a:lnTo>
                <a:lnTo>
                  <a:pt x="140" y="202"/>
                </a:lnTo>
                <a:lnTo>
                  <a:pt x="139" y="202"/>
                </a:lnTo>
                <a:lnTo>
                  <a:pt x="139" y="201"/>
                </a:lnTo>
                <a:lnTo>
                  <a:pt x="140" y="201"/>
                </a:lnTo>
                <a:lnTo>
                  <a:pt x="140" y="200"/>
                </a:lnTo>
                <a:lnTo>
                  <a:pt x="141" y="200"/>
                </a:lnTo>
                <a:lnTo>
                  <a:pt x="141" y="199"/>
                </a:lnTo>
                <a:lnTo>
                  <a:pt x="142" y="199"/>
                </a:lnTo>
                <a:lnTo>
                  <a:pt x="142" y="198"/>
                </a:lnTo>
                <a:lnTo>
                  <a:pt x="143" y="199"/>
                </a:lnTo>
                <a:lnTo>
                  <a:pt x="144" y="199"/>
                </a:lnTo>
                <a:lnTo>
                  <a:pt x="144" y="200"/>
                </a:lnTo>
                <a:lnTo>
                  <a:pt x="143" y="200"/>
                </a:lnTo>
                <a:lnTo>
                  <a:pt x="143" y="201"/>
                </a:lnTo>
                <a:lnTo>
                  <a:pt x="144" y="201"/>
                </a:lnTo>
                <a:lnTo>
                  <a:pt x="144" y="202"/>
                </a:lnTo>
                <a:lnTo>
                  <a:pt x="144" y="201"/>
                </a:lnTo>
                <a:lnTo>
                  <a:pt x="145" y="201"/>
                </a:lnTo>
                <a:lnTo>
                  <a:pt x="145" y="202"/>
                </a:lnTo>
                <a:lnTo>
                  <a:pt x="145" y="201"/>
                </a:lnTo>
                <a:lnTo>
                  <a:pt x="146" y="201"/>
                </a:lnTo>
                <a:lnTo>
                  <a:pt x="146" y="200"/>
                </a:lnTo>
                <a:lnTo>
                  <a:pt x="148" y="200"/>
                </a:lnTo>
                <a:lnTo>
                  <a:pt x="149" y="200"/>
                </a:lnTo>
                <a:lnTo>
                  <a:pt x="150" y="201"/>
                </a:lnTo>
                <a:lnTo>
                  <a:pt x="151" y="201"/>
                </a:lnTo>
                <a:lnTo>
                  <a:pt x="151" y="202"/>
                </a:lnTo>
                <a:lnTo>
                  <a:pt x="152" y="201"/>
                </a:lnTo>
                <a:lnTo>
                  <a:pt x="153" y="202"/>
                </a:lnTo>
                <a:lnTo>
                  <a:pt x="154" y="201"/>
                </a:lnTo>
                <a:lnTo>
                  <a:pt x="154" y="202"/>
                </a:lnTo>
                <a:lnTo>
                  <a:pt x="155" y="202"/>
                </a:lnTo>
                <a:lnTo>
                  <a:pt x="155" y="201"/>
                </a:lnTo>
                <a:lnTo>
                  <a:pt x="156" y="201"/>
                </a:lnTo>
                <a:lnTo>
                  <a:pt x="157" y="201"/>
                </a:lnTo>
                <a:lnTo>
                  <a:pt x="157" y="200"/>
                </a:lnTo>
                <a:lnTo>
                  <a:pt x="158" y="200"/>
                </a:lnTo>
                <a:lnTo>
                  <a:pt x="158" y="199"/>
                </a:lnTo>
                <a:lnTo>
                  <a:pt x="158" y="200"/>
                </a:lnTo>
                <a:lnTo>
                  <a:pt x="159" y="200"/>
                </a:lnTo>
                <a:lnTo>
                  <a:pt x="159" y="199"/>
                </a:lnTo>
                <a:lnTo>
                  <a:pt x="160" y="199"/>
                </a:lnTo>
                <a:lnTo>
                  <a:pt x="161" y="198"/>
                </a:lnTo>
                <a:lnTo>
                  <a:pt x="162" y="198"/>
                </a:lnTo>
                <a:lnTo>
                  <a:pt x="163" y="197"/>
                </a:lnTo>
                <a:lnTo>
                  <a:pt x="163" y="196"/>
                </a:lnTo>
                <a:lnTo>
                  <a:pt x="164" y="196"/>
                </a:lnTo>
                <a:lnTo>
                  <a:pt x="164" y="195"/>
                </a:lnTo>
                <a:lnTo>
                  <a:pt x="165" y="195"/>
                </a:lnTo>
                <a:lnTo>
                  <a:pt x="166" y="195"/>
                </a:lnTo>
                <a:lnTo>
                  <a:pt x="166" y="196"/>
                </a:lnTo>
                <a:lnTo>
                  <a:pt x="167" y="196"/>
                </a:lnTo>
                <a:lnTo>
                  <a:pt x="167" y="197"/>
                </a:lnTo>
                <a:lnTo>
                  <a:pt x="168" y="197"/>
                </a:lnTo>
                <a:lnTo>
                  <a:pt x="168" y="198"/>
                </a:lnTo>
                <a:lnTo>
                  <a:pt x="169" y="198"/>
                </a:lnTo>
                <a:lnTo>
                  <a:pt x="169" y="199"/>
                </a:lnTo>
                <a:lnTo>
                  <a:pt x="170" y="199"/>
                </a:lnTo>
                <a:lnTo>
                  <a:pt x="171" y="199"/>
                </a:lnTo>
                <a:lnTo>
                  <a:pt x="171" y="198"/>
                </a:lnTo>
                <a:lnTo>
                  <a:pt x="171" y="197"/>
                </a:lnTo>
                <a:lnTo>
                  <a:pt x="172" y="197"/>
                </a:lnTo>
                <a:lnTo>
                  <a:pt x="172" y="196"/>
                </a:lnTo>
                <a:lnTo>
                  <a:pt x="173" y="196"/>
                </a:lnTo>
                <a:lnTo>
                  <a:pt x="174" y="196"/>
                </a:lnTo>
                <a:lnTo>
                  <a:pt x="174" y="197"/>
                </a:lnTo>
                <a:lnTo>
                  <a:pt x="175" y="197"/>
                </a:lnTo>
                <a:lnTo>
                  <a:pt x="175" y="196"/>
                </a:lnTo>
                <a:lnTo>
                  <a:pt x="176" y="196"/>
                </a:lnTo>
                <a:lnTo>
                  <a:pt x="176" y="195"/>
                </a:lnTo>
                <a:lnTo>
                  <a:pt x="175" y="195"/>
                </a:lnTo>
                <a:lnTo>
                  <a:pt x="176" y="194"/>
                </a:lnTo>
                <a:lnTo>
                  <a:pt x="176" y="193"/>
                </a:lnTo>
                <a:lnTo>
                  <a:pt x="177" y="193"/>
                </a:lnTo>
                <a:lnTo>
                  <a:pt x="177" y="192"/>
                </a:lnTo>
                <a:lnTo>
                  <a:pt x="178" y="192"/>
                </a:lnTo>
                <a:lnTo>
                  <a:pt x="178" y="193"/>
                </a:lnTo>
                <a:lnTo>
                  <a:pt x="179" y="193"/>
                </a:lnTo>
                <a:lnTo>
                  <a:pt x="179" y="194"/>
                </a:lnTo>
                <a:lnTo>
                  <a:pt x="180" y="194"/>
                </a:lnTo>
                <a:lnTo>
                  <a:pt x="180" y="195"/>
                </a:lnTo>
                <a:lnTo>
                  <a:pt x="180" y="196"/>
                </a:lnTo>
                <a:lnTo>
                  <a:pt x="181" y="197"/>
                </a:lnTo>
                <a:lnTo>
                  <a:pt x="182" y="197"/>
                </a:lnTo>
                <a:lnTo>
                  <a:pt x="182" y="198"/>
                </a:lnTo>
                <a:lnTo>
                  <a:pt x="183" y="199"/>
                </a:lnTo>
                <a:lnTo>
                  <a:pt x="184" y="199"/>
                </a:lnTo>
                <a:lnTo>
                  <a:pt x="184" y="197"/>
                </a:lnTo>
                <a:lnTo>
                  <a:pt x="185" y="197"/>
                </a:lnTo>
                <a:lnTo>
                  <a:pt x="186" y="197"/>
                </a:lnTo>
                <a:lnTo>
                  <a:pt x="187" y="197"/>
                </a:lnTo>
                <a:lnTo>
                  <a:pt x="187" y="196"/>
                </a:lnTo>
                <a:lnTo>
                  <a:pt x="187" y="195"/>
                </a:lnTo>
                <a:lnTo>
                  <a:pt x="188" y="195"/>
                </a:lnTo>
                <a:lnTo>
                  <a:pt x="188" y="194"/>
                </a:lnTo>
                <a:lnTo>
                  <a:pt x="187" y="194"/>
                </a:lnTo>
                <a:lnTo>
                  <a:pt x="187" y="193"/>
                </a:lnTo>
                <a:lnTo>
                  <a:pt x="188" y="193"/>
                </a:lnTo>
                <a:lnTo>
                  <a:pt x="188" y="192"/>
                </a:lnTo>
                <a:lnTo>
                  <a:pt x="189" y="192"/>
                </a:lnTo>
                <a:lnTo>
                  <a:pt x="189" y="191"/>
                </a:lnTo>
                <a:lnTo>
                  <a:pt x="190" y="191"/>
                </a:lnTo>
                <a:lnTo>
                  <a:pt x="190" y="190"/>
                </a:lnTo>
                <a:lnTo>
                  <a:pt x="191" y="190"/>
                </a:lnTo>
                <a:lnTo>
                  <a:pt x="191" y="189"/>
                </a:lnTo>
                <a:lnTo>
                  <a:pt x="191" y="188"/>
                </a:lnTo>
                <a:lnTo>
                  <a:pt x="191" y="187"/>
                </a:lnTo>
                <a:lnTo>
                  <a:pt x="192" y="187"/>
                </a:lnTo>
                <a:lnTo>
                  <a:pt x="192" y="186"/>
                </a:lnTo>
                <a:lnTo>
                  <a:pt x="192" y="185"/>
                </a:lnTo>
                <a:lnTo>
                  <a:pt x="193" y="185"/>
                </a:lnTo>
                <a:lnTo>
                  <a:pt x="193" y="184"/>
                </a:lnTo>
                <a:lnTo>
                  <a:pt x="194" y="184"/>
                </a:lnTo>
                <a:lnTo>
                  <a:pt x="195" y="184"/>
                </a:lnTo>
                <a:lnTo>
                  <a:pt x="195" y="183"/>
                </a:lnTo>
                <a:lnTo>
                  <a:pt x="196" y="183"/>
                </a:lnTo>
                <a:lnTo>
                  <a:pt x="197" y="182"/>
                </a:lnTo>
                <a:lnTo>
                  <a:pt x="197" y="181"/>
                </a:lnTo>
                <a:lnTo>
                  <a:pt x="198" y="180"/>
                </a:lnTo>
                <a:lnTo>
                  <a:pt x="198" y="179"/>
                </a:lnTo>
                <a:lnTo>
                  <a:pt x="199" y="178"/>
                </a:lnTo>
                <a:lnTo>
                  <a:pt x="199" y="177"/>
                </a:lnTo>
                <a:lnTo>
                  <a:pt x="199" y="176"/>
                </a:lnTo>
                <a:lnTo>
                  <a:pt x="200" y="176"/>
                </a:lnTo>
                <a:lnTo>
                  <a:pt x="200" y="175"/>
                </a:lnTo>
                <a:lnTo>
                  <a:pt x="201" y="174"/>
                </a:lnTo>
                <a:lnTo>
                  <a:pt x="201" y="173"/>
                </a:lnTo>
                <a:lnTo>
                  <a:pt x="202" y="173"/>
                </a:lnTo>
                <a:lnTo>
                  <a:pt x="202" y="172"/>
                </a:lnTo>
                <a:lnTo>
                  <a:pt x="203" y="172"/>
                </a:lnTo>
                <a:lnTo>
                  <a:pt x="204" y="171"/>
                </a:lnTo>
                <a:lnTo>
                  <a:pt x="204" y="170"/>
                </a:lnTo>
                <a:lnTo>
                  <a:pt x="203" y="170"/>
                </a:lnTo>
                <a:lnTo>
                  <a:pt x="203" y="169"/>
                </a:lnTo>
                <a:lnTo>
                  <a:pt x="203" y="168"/>
                </a:lnTo>
                <a:lnTo>
                  <a:pt x="204" y="167"/>
                </a:lnTo>
                <a:lnTo>
                  <a:pt x="205" y="167"/>
                </a:lnTo>
                <a:lnTo>
                  <a:pt x="205" y="168"/>
                </a:lnTo>
                <a:lnTo>
                  <a:pt x="207" y="168"/>
                </a:lnTo>
                <a:lnTo>
                  <a:pt x="208" y="168"/>
                </a:lnTo>
                <a:lnTo>
                  <a:pt x="209" y="169"/>
                </a:lnTo>
                <a:lnTo>
                  <a:pt x="210" y="169"/>
                </a:lnTo>
                <a:lnTo>
                  <a:pt x="211" y="169"/>
                </a:lnTo>
                <a:lnTo>
                  <a:pt x="212" y="169"/>
                </a:lnTo>
                <a:lnTo>
                  <a:pt x="213" y="169"/>
                </a:lnTo>
                <a:lnTo>
                  <a:pt x="214" y="169"/>
                </a:lnTo>
                <a:lnTo>
                  <a:pt x="214" y="168"/>
                </a:lnTo>
                <a:lnTo>
                  <a:pt x="215" y="168"/>
                </a:lnTo>
                <a:lnTo>
                  <a:pt x="215" y="167"/>
                </a:lnTo>
                <a:lnTo>
                  <a:pt x="215" y="166"/>
                </a:lnTo>
                <a:lnTo>
                  <a:pt x="214" y="166"/>
                </a:lnTo>
                <a:lnTo>
                  <a:pt x="215" y="166"/>
                </a:lnTo>
                <a:lnTo>
                  <a:pt x="215" y="165"/>
                </a:lnTo>
                <a:lnTo>
                  <a:pt x="216" y="165"/>
                </a:lnTo>
                <a:lnTo>
                  <a:pt x="217" y="163"/>
                </a:lnTo>
                <a:lnTo>
                  <a:pt x="218" y="163"/>
                </a:lnTo>
                <a:lnTo>
                  <a:pt x="219" y="161"/>
                </a:lnTo>
                <a:lnTo>
                  <a:pt x="220" y="157"/>
                </a:lnTo>
                <a:lnTo>
                  <a:pt x="221" y="154"/>
                </a:lnTo>
                <a:lnTo>
                  <a:pt x="223" y="151"/>
                </a:lnTo>
                <a:lnTo>
                  <a:pt x="226" y="151"/>
                </a:lnTo>
                <a:lnTo>
                  <a:pt x="229" y="150"/>
                </a:lnTo>
                <a:lnTo>
                  <a:pt x="230" y="150"/>
                </a:lnTo>
                <a:lnTo>
                  <a:pt x="233" y="150"/>
                </a:lnTo>
                <a:lnTo>
                  <a:pt x="237" y="150"/>
                </a:lnTo>
                <a:lnTo>
                  <a:pt x="237" y="149"/>
                </a:lnTo>
                <a:lnTo>
                  <a:pt x="238" y="149"/>
                </a:lnTo>
                <a:lnTo>
                  <a:pt x="238" y="148"/>
                </a:lnTo>
                <a:lnTo>
                  <a:pt x="239" y="148"/>
                </a:lnTo>
                <a:lnTo>
                  <a:pt x="240" y="148"/>
                </a:lnTo>
                <a:lnTo>
                  <a:pt x="240" y="149"/>
                </a:lnTo>
                <a:lnTo>
                  <a:pt x="240" y="150"/>
                </a:lnTo>
                <a:lnTo>
                  <a:pt x="240" y="151"/>
                </a:lnTo>
                <a:lnTo>
                  <a:pt x="240" y="152"/>
                </a:lnTo>
                <a:lnTo>
                  <a:pt x="241" y="152"/>
                </a:lnTo>
                <a:lnTo>
                  <a:pt x="242" y="152"/>
                </a:lnTo>
                <a:lnTo>
                  <a:pt x="243" y="153"/>
                </a:lnTo>
                <a:lnTo>
                  <a:pt x="244" y="153"/>
                </a:lnTo>
                <a:lnTo>
                  <a:pt x="244" y="154"/>
                </a:lnTo>
                <a:lnTo>
                  <a:pt x="243" y="155"/>
                </a:lnTo>
                <a:lnTo>
                  <a:pt x="244" y="156"/>
                </a:lnTo>
                <a:lnTo>
                  <a:pt x="246" y="157"/>
                </a:lnTo>
                <a:lnTo>
                  <a:pt x="247" y="157"/>
                </a:lnTo>
                <a:lnTo>
                  <a:pt x="248" y="157"/>
                </a:lnTo>
                <a:lnTo>
                  <a:pt x="248" y="156"/>
                </a:lnTo>
                <a:lnTo>
                  <a:pt x="249" y="156"/>
                </a:lnTo>
                <a:lnTo>
                  <a:pt x="250" y="156"/>
                </a:lnTo>
                <a:lnTo>
                  <a:pt x="250" y="157"/>
                </a:lnTo>
                <a:lnTo>
                  <a:pt x="253" y="158"/>
                </a:lnTo>
                <a:lnTo>
                  <a:pt x="256" y="157"/>
                </a:lnTo>
                <a:lnTo>
                  <a:pt x="256" y="155"/>
                </a:lnTo>
                <a:lnTo>
                  <a:pt x="257" y="155"/>
                </a:lnTo>
                <a:lnTo>
                  <a:pt x="260" y="155"/>
                </a:lnTo>
                <a:lnTo>
                  <a:pt x="263" y="155"/>
                </a:lnTo>
                <a:lnTo>
                  <a:pt x="263" y="156"/>
                </a:lnTo>
                <a:lnTo>
                  <a:pt x="264" y="156"/>
                </a:lnTo>
                <a:lnTo>
                  <a:pt x="265" y="157"/>
                </a:lnTo>
                <a:lnTo>
                  <a:pt x="267" y="157"/>
                </a:lnTo>
                <a:lnTo>
                  <a:pt x="268" y="157"/>
                </a:lnTo>
                <a:lnTo>
                  <a:pt x="269" y="157"/>
                </a:lnTo>
                <a:lnTo>
                  <a:pt x="269" y="158"/>
                </a:lnTo>
                <a:lnTo>
                  <a:pt x="270" y="158"/>
                </a:lnTo>
                <a:lnTo>
                  <a:pt x="270" y="159"/>
                </a:lnTo>
                <a:lnTo>
                  <a:pt x="270" y="160"/>
                </a:lnTo>
                <a:lnTo>
                  <a:pt x="271" y="160"/>
                </a:lnTo>
                <a:lnTo>
                  <a:pt x="272" y="160"/>
                </a:lnTo>
                <a:lnTo>
                  <a:pt x="273" y="160"/>
                </a:lnTo>
                <a:lnTo>
                  <a:pt x="275" y="160"/>
                </a:lnTo>
                <a:lnTo>
                  <a:pt x="277" y="161"/>
                </a:lnTo>
                <a:lnTo>
                  <a:pt x="279" y="159"/>
                </a:lnTo>
                <a:lnTo>
                  <a:pt x="280" y="159"/>
                </a:lnTo>
                <a:lnTo>
                  <a:pt x="281" y="159"/>
                </a:lnTo>
                <a:lnTo>
                  <a:pt x="282" y="159"/>
                </a:lnTo>
                <a:lnTo>
                  <a:pt x="284" y="160"/>
                </a:lnTo>
                <a:lnTo>
                  <a:pt x="286" y="161"/>
                </a:lnTo>
                <a:lnTo>
                  <a:pt x="287" y="161"/>
                </a:lnTo>
                <a:lnTo>
                  <a:pt x="288" y="161"/>
                </a:lnTo>
                <a:lnTo>
                  <a:pt x="288" y="160"/>
                </a:lnTo>
                <a:lnTo>
                  <a:pt x="289" y="160"/>
                </a:lnTo>
                <a:lnTo>
                  <a:pt x="291" y="161"/>
                </a:lnTo>
                <a:lnTo>
                  <a:pt x="291" y="162"/>
                </a:lnTo>
                <a:lnTo>
                  <a:pt x="292" y="162"/>
                </a:lnTo>
                <a:lnTo>
                  <a:pt x="293" y="162"/>
                </a:lnTo>
                <a:lnTo>
                  <a:pt x="299" y="162"/>
                </a:lnTo>
                <a:lnTo>
                  <a:pt x="299" y="161"/>
                </a:lnTo>
                <a:lnTo>
                  <a:pt x="301" y="160"/>
                </a:lnTo>
                <a:lnTo>
                  <a:pt x="302" y="160"/>
                </a:lnTo>
                <a:lnTo>
                  <a:pt x="302" y="159"/>
                </a:lnTo>
                <a:lnTo>
                  <a:pt x="302" y="158"/>
                </a:lnTo>
                <a:lnTo>
                  <a:pt x="303" y="158"/>
                </a:lnTo>
                <a:lnTo>
                  <a:pt x="304" y="159"/>
                </a:lnTo>
                <a:lnTo>
                  <a:pt x="304" y="160"/>
                </a:lnTo>
                <a:lnTo>
                  <a:pt x="304" y="161"/>
                </a:lnTo>
                <a:lnTo>
                  <a:pt x="305" y="163"/>
                </a:lnTo>
                <a:lnTo>
                  <a:pt x="305" y="164"/>
                </a:lnTo>
                <a:lnTo>
                  <a:pt x="307" y="164"/>
                </a:lnTo>
                <a:lnTo>
                  <a:pt x="309" y="164"/>
                </a:lnTo>
                <a:lnTo>
                  <a:pt x="310" y="164"/>
                </a:lnTo>
                <a:lnTo>
                  <a:pt x="310" y="163"/>
                </a:lnTo>
                <a:lnTo>
                  <a:pt x="311" y="163"/>
                </a:lnTo>
                <a:lnTo>
                  <a:pt x="312" y="163"/>
                </a:lnTo>
                <a:lnTo>
                  <a:pt x="312" y="164"/>
                </a:lnTo>
                <a:lnTo>
                  <a:pt x="313" y="164"/>
                </a:lnTo>
                <a:lnTo>
                  <a:pt x="313" y="165"/>
                </a:lnTo>
                <a:lnTo>
                  <a:pt x="313" y="166"/>
                </a:lnTo>
                <a:lnTo>
                  <a:pt x="315" y="167"/>
                </a:lnTo>
                <a:lnTo>
                  <a:pt x="315" y="168"/>
                </a:lnTo>
                <a:lnTo>
                  <a:pt x="316" y="168"/>
                </a:lnTo>
                <a:lnTo>
                  <a:pt x="316" y="167"/>
                </a:lnTo>
                <a:lnTo>
                  <a:pt x="318" y="167"/>
                </a:lnTo>
                <a:lnTo>
                  <a:pt x="319" y="167"/>
                </a:lnTo>
                <a:lnTo>
                  <a:pt x="319" y="168"/>
                </a:lnTo>
                <a:lnTo>
                  <a:pt x="320" y="168"/>
                </a:lnTo>
                <a:lnTo>
                  <a:pt x="320" y="169"/>
                </a:lnTo>
                <a:lnTo>
                  <a:pt x="323" y="169"/>
                </a:lnTo>
                <a:lnTo>
                  <a:pt x="324" y="168"/>
                </a:lnTo>
                <a:lnTo>
                  <a:pt x="325" y="168"/>
                </a:lnTo>
                <a:lnTo>
                  <a:pt x="326" y="166"/>
                </a:lnTo>
                <a:lnTo>
                  <a:pt x="326" y="165"/>
                </a:lnTo>
                <a:lnTo>
                  <a:pt x="329" y="164"/>
                </a:lnTo>
                <a:lnTo>
                  <a:pt x="330" y="164"/>
                </a:lnTo>
                <a:lnTo>
                  <a:pt x="330" y="165"/>
                </a:lnTo>
                <a:lnTo>
                  <a:pt x="331" y="166"/>
                </a:lnTo>
                <a:lnTo>
                  <a:pt x="331" y="167"/>
                </a:lnTo>
                <a:lnTo>
                  <a:pt x="332" y="167"/>
                </a:lnTo>
                <a:lnTo>
                  <a:pt x="332" y="168"/>
                </a:lnTo>
                <a:lnTo>
                  <a:pt x="333" y="168"/>
                </a:lnTo>
                <a:lnTo>
                  <a:pt x="334" y="167"/>
                </a:lnTo>
                <a:lnTo>
                  <a:pt x="336" y="167"/>
                </a:lnTo>
                <a:lnTo>
                  <a:pt x="341" y="168"/>
                </a:lnTo>
                <a:lnTo>
                  <a:pt x="342" y="168"/>
                </a:lnTo>
                <a:lnTo>
                  <a:pt x="343" y="168"/>
                </a:lnTo>
                <a:lnTo>
                  <a:pt x="343" y="169"/>
                </a:lnTo>
                <a:lnTo>
                  <a:pt x="344" y="169"/>
                </a:lnTo>
                <a:lnTo>
                  <a:pt x="344" y="168"/>
                </a:lnTo>
                <a:lnTo>
                  <a:pt x="345" y="168"/>
                </a:lnTo>
                <a:lnTo>
                  <a:pt x="345" y="167"/>
                </a:lnTo>
                <a:lnTo>
                  <a:pt x="346" y="167"/>
                </a:lnTo>
                <a:lnTo>
                  <a:pt x="347" y="167"/>
                </a:lnTo>
                <a:lnTo>
                  <a:pt x="348" y="167"/>
                </a:lnTo>
                <a:lnTo>
                  <a:pt x="349" y="167"/>
                </a:lnTo>
                <a:lnTo>
                  <a:pt x="350" y="165"/>
                </a:lnTo>
                <a:lnTo>
                  <a:pt x="350" y="163"/>
                </a:lnTo>
                <a:lnTo>
                  <a:pt x="352" y="163"/>
                </a:lnTo>
                <a:lnTo>
                  <a:pt x="353" y="163"/>
                </a:lnTo>
                <a:lnTo>
                  <a:pt x="354" y="163"/>
                </a:lnTo>
                <a:lnTo>
                  <a:pt x="354" y="162"/>
                </a:lnTo>
                <a:lnTo>
                  <a:pt x="355" y="161"/>
                </a:lnTo>
                <a:lnTo>
                  <a:pt x="355" y="160"/>
                </a:lnTo>
                <a:lnTo>
                  <a:pt x="354" y="160"/>
                </a:lnTo>
                <a:lnTo>
                  <a:pt x="355" y="159"/>
                </a:lnTo>
                <a:lnTo>
                  <a:pt x="356" y="160"/>
                </a:lnTo>
                <a:lnTo>
                  <a:pt x="357" y="160"/>
                </a:lnTo>
                <a:lnTo>
                  <a:pt x="357" y="159"/>
                </a:lnTo>
                <a:lnTo>
                  <a:pt x="355" y="157"/>
                </a:lnTo>
                <a:lnTo>
                  <a:pt x="354" y="156"/>
                </a:lnTo>
                <a:lnTo>
                  <a:pt x="355" y="155"/>
                </a:lnTo>
                <a:lnTo>
                  <a:pt x="356" y="153"/>
                </a:lnTo>
                <a:lnTo>
                  <a:pt x="356" y="152"/>
                </a:lnTo>
                <a:lnTo>
                  <a:pt x="358" y="152"/>
                </a:lnTo>
                <a:lnTo>
                  <a:pt x="359" y="151"/>
                </a:lnTo>
                <a:lnTo>
                  <a:pt x="360" y="151"/>
                </a:lnTo>
                <a:lnTo>
                  <a:pt x="360" y="150"/>
                </a:lnTo>
                <a:lnTo>
                  <a:pt x="359" y="150"/>
                </a:lnTo>
                <a:lnTo>
                  <a:pt x="359" y="149"/>
                </a:lnTo>
                <a:lnTo>
                  <a:pt x="358" y="149"/>
                </a:lnTo>
                <a:lnTo>
                  <a:pt x="359" y="148"/>
                </a:lnTo>
                <a:lnTo>
                  <a:pt x="360" y="148"/>
                </a:lnTo>
                <a:lnTo>
                  <a:pt x="361" y="147"/>
                </a:lnTo>
                <a:lnTo>
                  <a:pt x="362" y="145"/>
                </a:lnTo>
                <a:lnTo>
                  <a:pt x="362" y="144"/>
                </a:lnTo>
                <a:lnTo>
                  <a:pt x="362" y="143"/>
                </a:lnTo>
                <a:lnTo>
                  <a:pt x="364" y="143"/>
                </a:lnTo>
                <a:lnTo>
                  <a:pt x="365" y="144"/>
                </a:lnTo>
                <a:lnTo>
                  <a:pt x="366" y="144"/>
                </a:lnTo>
                <a:lnTo>
                  <a:pt x="366" y="143"/>
                </a:lnTo>
                <a:lnTo>
                  <a:pt x="366" y="142"/>
                </a:lnTo>
                <a:lnTo>
                  <a:pt x="367" y="142"/>
                </a:lnTo>
                <a:lnTo>
                  <a:pt x="367" y="140"/>
                </a:lnTo>
                <a:lnTo>
                  <a:pt x="368" y="139"/>
                </a:lnTo>
                <a:lnTo>
                  <a:pt x="368" y="138"/>
                </a:lnTo>
                <a:lnTo>
                  <a:pt x="367" y="138"/>
                </a:lnTo>
                <a:lnTo>
                  <a:pt x="366" y="137"/>
                </a:lnTo>
                <a:lnTo>
                  <a:pt x="365" y="136"/>
                </a:lnTo>
                <a:lnTo>
                  <a:pt x="365" y="135"/>
                </a:lnTo>
                <a:lnTo>
                  <a:pt x="365" y="133"/>
                </a:lnTo>
                <a:lnTo>
                  <a:pt x="368" y="132"/>
                </a:lnTo>
                <a:lnTo>
                  <a:pt x="369" y="132"/>
                </a:lnTo>
                <a:lnTo>
                  <a:pt x="370" y="132"/>
                </a:lnTo>
                <a:lnTo>
                  <a:pt x="372" y="132"/>
                </a:lnTo>
                <a:lnTo>
                  <a:pt x="372" y="130"/>
                </a:lnTo>
                <a:lnTo>
                  <a:pt x="373" y="127"/>
                </a:lnTo>
                <a:lnTo>
                  <a:pt x="373" y="126"/>
                </a:lnTo>
                <a:lnTo>
                  <a:pt x="373" y="124"/>
                </a:lnTo>
                <a:lnTo>
                  <a:pt x="373" y="123"/>
                </a:lnTo>
                <a:lnTo>
                  <a:pt x="373" y="122"/>
                </a:lnTo>
                <a:lnTo>
                  <a:pt x="376" y="119"/>
                </a:lnTo>
                <a:lnTo>
                  <a:pt x="378" y="117"/>
                </a:lnTo>
                <a:lnTo>
                  <a:pt x="380" y="115"/>
                </a:lnTo>
                <a:lnTo>
                  <a:pt x="380" y="114"/>
                </a:lnTo>
                <a:lnTo>
                  <a:pt x="381" y="113"/>
                </a:lnTo>
                <a:lnTo>
                  <a:pt x="381" y="112"/>
                </a:lnTo>
                <a:lnTo>
                  <a:pt x="383" y="110"/>
                </a:lnTo>
                <a:lnTo>
                  <a:pt x="384" y="109"/>
                </a:lnTo>
                <a:lnTo>
                  <a:pt x="385" y="107"/>
                </a:lnTo>
                <a:lnTo>
                  <a:pt x="385" y="105"/>
                </a:lnTo>
                <a:lnTo>
                  <a:pt x="384" y="104"/>
                </a:lnTo>
                <a:lnTo>
                  <a:pt x="384" y="99"/>
                </a:lnTo>
                <a:lnTo>
                  <a:pt x="385" y="99"/>
                </a:lnTo>
                <a:lnTo>
                  <a:pt x="386" y="98"/>
                </a:lnTo>
                <a:lnTo>
                  <a:pt x="390" y="98"/>
                </a:lnTo>
                <a:lnTo>
                  <a:pt x="391" y="99"/>
                </a:lnTo>
                <a:lnTo>
                  <a:pt x="393" y="100"/>
                </a:lnTo>
                <a:lnTo>
                  <a:pt x="394" y="101"/>
                </a:lnTo>
                <a:lnTo>
                  <a:pt x="396" y="100"/>
                </a:lnTo>
                <a:lnTo>
                  <a:pt x="396" y="99"/>
                </a:lnTo>
                <a:lnTo>
                  <a:pt x="396" y="98"/>
                </a:lnTo>
                <a:lnTo>
                  <a:pt x="397" y="97"/>
                </a:lnTo>
                <a:lnTo>
                  <a:pt x="397" y="96"/>
                </a:lnTo>
                <a:lnTo>
                  <a:pt x="397" y="95"/>
                </a:lnTo>
                <a:lnTo>
                  <a:pt x="398" y="95"/>
                </a:lnTo>
                <a:lnTo>
                  <a:pt x="399" y="94"/>
                </a:lnTo>
                <a:lnTo>
                  <a:pt x="399" y="93"/>
                </a:lnTo>
                <a:lnTo>
                  <a:pt x="400" y="93"/>
                </a:lnTo>
                <a:lnTo>
                  <a:pt x="401" y="93"/>
                </a:lnTo>
                <a:lnTo>
                  <a:pt x="402" y="93"/>
                </a:lnTo>
                <a:lnTo>
                  <a:pt x="403" y="93"/>
                </a:lnTo>
                <a:lnTo>
                  <a:pt x="404" y="93"/>
                </a:lnTo>
                <a:lnTo>
                  <a:pt x="405" y="91"/>
                </a:lnTo>
                <a:lnTo>
                  <a:pt x="405" y="89"/>
                </a:lnTo>
                <a:lnTo>
                  <a:pt x="406" y="88"/>
                </a:lnTo>
                <a:lnTo>
                  <a:pt x="407" y="87"/>
                </a:lnTo>
                <a:lnTo>
                  <a:pt x="407" y="86"/>
                </a:lnTo>
                <a:lnTo>
                  <a:pt x="407" y="85"/>
                </a:lnTo>
                <a:lnTo>
                  <a:pt x="406" y="85"/>
                </a:lnTo>
                <a:lnTo>
                  <a:pt x="406" y="84"/>
                </a:lnTo>
                <a:lnTo>
                  <a:pt x="405" y="84"/>
                </a:lnTo>
                <a:lnTo>
                  <a:pt x="405" y="83"/>
                </a:lnTo>
                <a:lnTo>
                  <a:pt x="406" y="80"/>
                </a:lnTo>
                <a:lnTo>
                  <a:pt x="406" y="79"/>
                </a:lnTo>
                <a:lnTo>
                  <a:pt x="407" y="78"/>
                </a:lnTo>
                <a:lnTo>
                  <a:pt x="408" y="78"/>
                </a:lnTo>
                <a:lnTo>
                  <a:pt x="409" y="78"/>
                </a:lnTo>
                <a:lnTo>
                  <a:pt x="409" y="76"/>
                </a:lnTo>
                <a:lnTo>
                  <a:pt x="408" y="76"/>
                </a:lnTo>
                <a:lnTo>
                  <a:pt x="408" y="75"/>
                </a:lnTo>
                <a:lnTo>
                  <a:pt x="408" y="74"/>
                </a:lnTo>
                <a:lnTo>
                  <a:pt x="408" y="73"/>
                </a:lnTo>
                <a:lnTo>
                  <a:pt x="409" y="73"/>
                </a:lnTo>
                <a:lnTo>
                  <a:pt x="410" y="73"/>
                </a:lnTo>
                <a:lnTo>
                  <a:pt x="410" y="72"/>
                </a:lnTo>
                <a:lnTo>
                  <a:pt x="411" y="70"/>
                </a:lnTo>
                <a:lnTo>
                  <a:pt x="411" y="69"/>
                </a:lnTo>
                <a:lnTo>
                  <a:pt x="412" y="69"/>
                </a:lnTo>
                <a:lnTo>
                  <a:pt x="411" y="69"/>
                </a:lnTo>
                <a:lnTo>
                  <a:pt x="411" y="68"/>
                </a:lnTo>
                <a:lnTo>
                  <a:pt x="410" y="67"/>
                </a:lnTo>
                <a:lnTo>
                  <a:pt x="410" y="66"/>
                </a:lnTo>
                <a:lnTo>
                  <a:pt x="414" y="63"/>
                </a:lnTo>
                <a:lnTo>
                  <a:pt x="415" y="63"/>
                </a:lnTo>
                <a:lnTo>
                  <a:pt x="416" y="62"/>
                </a:lnTo>
                <a:lnTo>
                  <a:pt x="419" y="60"/>
                </a:lnTo>
                <a:lnTo>
                  <a:pt x="420" y="60"/>
                </a:lnTo>
                <a:lnTo>
                  <a:pt x="420" y="61"/>
                </a:lnTo>
                <a:lnTo>
                  <a:pt x="421" y="62"/>
                </a:lnTo>
                <a:lnTo>
                  <a:pt x="423" y="63"/>
                </a:lnTo>
                <a:lnTo>
                  <a:pt x="425" y="64"/>
                </a:lnTo>
                <a:lnTo>
                  <a:pt x="426" y="64"/>
                </a:lnTo>
                <a:lnTo>
                  <a:pt x="431" y="61"/>
                </a:lnTo>
                <a:lnTo>
                  <a:pt x="432" y="61"/>
                </a:lnTo>
                <a:lnTo>
                  <a:pt x="439" y="57"/>
                </a:lnTo>
                <a:lnTo>
                  <a:pt x="443" y="56"/>
                </a:lnTo>
                <a:lnTo>
                  <a:pt x="444" y="56"/>
                </a:lnTo>
                <a:lnTo>
                  <a:pt x="444" y="55"/>
                </a:lnTo>
                <a:lnTo>
                  <a:pt x="444" y="54"/>
                </a:lnTo>
                <a:lnTo>
                  <a:pt x="445" y="54"/>
                </a:lnTo>
                <a:lnTo>
                  <a:pt x="446" y="53"/>
                </a:lnTo>
                <a:lnTo>
                  <a:pt x="448" y="52"/>
                </a:lnTo>
                <a:lnTo>
                  <a:pt x="449" y="52"/>
                </a:lnTo>
                <a:lnTo>
                  <a:pt x="449" y="51"/>
                </a:lnTo>
                <a:lnTo>
                  <a:pt x="449" y="50"/>
                </a:lnTo>
                <a:lnTo>
                  <a:pt x="448" y="50"/>
                </a:lnTo>
                <a:lnTo>
                  <a:pt x="448" y="49"/>
                </a:lnTo>
                <a:lnTo>
                  <a:pt x="448" y="46"/>
                </a:lnTo>
                <a:lnTo>
                  <a:pt x="449" y="46"/>
                </a:lnTo>
                <a:lnTo>
                  <a:pt x="450" y="45"/>
                </a:lnTo>
                <a:lnTo>
                  <a:pt x="452" y="45"/>
                </a:lnTo>
                <a:lnTo>
                  <a:pt x="453" y="45"/>
                </a:lnTo>
                <a:lnTo>
                  <a:pt x="454" y="44"/>
                </a:lnTo>
                <a:lnTo>
                  <a:pt x="454" y="43"/>
                </a:lnTo>
                <a:lnTo>
                  <a:pt x="454" y="42"/>
                </a:lnTo>
                <a:lnTo>
                  <a:pt x="455" y="42"/>
                </a:lnTo>
                <a:lnTo>
                  <a:pt x="456" y="42"/>
                </a:lnTo>
                <a:lnTo>
                  <a:pt x="457" y="43"/>
                </a:lnTo>
                <a:lnTo>
                  <a:pt x="459" y="43"/>
                </a:lnTo>
                <a:lnTo>
                  <a:pt x="460" y="43"/>
                </a:lnTo>
                <a:lnTo>
                  <a:pt x="460" y="42"/>
                </a:lnTo>
                <a:lnTo>
                  <a:pt x="461" y="42"/>
                </a:lnTo>
                <a:lnTo>
                  <a:pt x="462" y="43"/>
                </a:lnTo>
                <a:lnTo>
                  <a:pt x="463" y="44"/>
                </a:lnTo>
                <a:lnTo>
                  <a:pt x="465" y="45"/>
                </a:lnTo>
                <a:lnTo>
                  <a:pt x="466" y="45"/>
                </a:lnTo>
                <a:lnTo>
                  <a:pt x="467" y="45"/>
                </a:lnTo>
                <a:lnTo>
                  <a:pt x="469" y="45"/>
                </a:lnTo>
                <a:lnTo>
                  <a:pt x="470" y="45"/>
                </a:lnTo>
                <a:lnTo>
                  <a:pt x="470" y="46"/>
                </a:lnTo>
                <a:lnTo>
                  <a:pt x="471" y="46"/>
                </a:lnTo>
                <a:lnTo>
                  <a:pt x="471" y="47"/>
                </a:lnTo>
                <a:lnTo>
                  <a:pt x="471" y="46"/>
                </a:lnTo>
                <a:lnTo>
                  <a:pt x="472" y="45"/>
                </a:lnTo>
                <a:lnTo>
                  <a:pt x="471" y="44"/>
                </a:lnTo>
                <a:lnTo>
                  <a:pt x="470" y="43"/>
                </a:lnTo>
                <a:lnTo>
                  <a:pt x="468" y="41"/>
                </a:lnTo>
                <a:lnTo>
                  <a:pt x="468" y="40"/>
                </a:lnTo>
                <a:lnTo>
                  <a:pt x="468" y="39"/>
                </a:lnTo>
                <a:lnTo>
                  <a:pt x="469" y="38"/>
                </a:lnTo>
                <a:lnTo>
                  <a:pt x="467" y="33"/>
                </a:lnTo>
                <a:lnTo>
                  <a:pt x="466" y="33"/>
                </a:lnTo>
                <a:lnTo>
                  <a:pt x="466" y="32"/>
                </a:lnTo>
                <a:lnTo>
                  <a:pt x="465" y="32"/>
                </a:lnTo>
                <a:lnTo>
                  <a:pt x="465" y="31"/>
                </a:lnTo>
                <a:lnTo>
                  <a:pt x="463" y="28"/>
                </a:lnTo>
                <a:lnTo>
                  <a:pt x="462" y="25"/>
                </a:lnTo>
                <a:lnTo>
                  <a:pt x="463" y="21"/>
                </a:lnTo>
                <a:lnTo>
                  <a:pt x="464" y="18"/>
                </a:lnTo>
                <a:lnTo>
                  <a:pt x="465" y="18"/>
                </a:lnTo>
                <a:lnTo>
                  <a:pt x="465" y="17"/>
                </a:lnTo>
                <a:lnTo>
                  <a:pt x="466" y="17"/>
                </a:lnTo>
                <a:lnTo>
                  <a:pt x="466" y="16"/>
                </a:lnTo>
                <a:lnTo>
                  <a:pt x="466" y="15"/>
                </a:lnTo>
                <a:lnTo>
                  <a:pt x="467" y="14"/>
                </a:lnTo>
                <a:lnTo>
                  <a:pt x="467" y="13"/>
                </a:lnTo>
                <a:lnTo>
                  <a:pt x="468" y="13"/>
                </a:lnTo>
                <a:lnTo>
                  <a:pt x="468" y="12"/>
                </a:lnTo>
                <a:lnTo>
                  <a:pt x="469" y="12"/>
                </a:lnTo>
                <a:lnTo>
                  <a:pt x="470" y="11"/>
                </a:lnTo>
                <a:lnTo>
                  <a:pt x="471" y="10"/>
                </a:lnTo>
                <a:lnTo>
                  <a:pt x="471" y="9"/>
                </a:lnTo>
                <a:lnTo>
                  <a:pt x="471" y="8"/>
                </a:lnTo>
                <a:lnTo>
                  <a:pt x="472" y="8"/>
                </a:lnTo>
                <a:lnTo>
                  <a:pt x="473" y="8"/>
                </a:lnTo>
                <a:lnTo>
                  <a:pt x="474" y="8"/>
                </a:lnTo>
                <a:lnTo>
                  <a:pt x="475" y="8"/>
                </a:lnTo>
                <a:lnTo>
                  <a:pt x="477" y="8"/>
                </a:lnTo>
                <a:lnTo>
                  <a:pt x="477" y="9"/>
                </a:lnTo>
                <a:lnTo>
                  <a:pt x="479" y="9"/>
                </a:lnTo>
                <a:lnTo>
                  <a:pt x="482" y="10"/>
                </a:lnTo>
                <a:lnTo>
                  <a:pt x="483" y="10"/>
                </a:lnTo>
                <a:lnTo>
                  <a:pt x="483" y="9"/>
                </a:lnTo>
                <a:lnTo>
                  <a:pt x="484" y="9"/>
                </a:lnTo>
                <a:lnTo>
                  <a:pt x="485" y="8"/>
                </a:lnTo>
                <a:lnTo>
                  <a:pt x="486" y="7"/>
                </a:lnTo>
                <a:lnTo>
                  <a:pt x="487" y="6"/>
                </a:lnTo>
                <a:lnTo>
                  <a:pt x="489" y="4"/>
                </a:lnTo>
                <a:lnTo>
                  <a:pt x="490" y="4"/>
                </a:lnTo>
                <a:lnTo>
                  <a:pt x="492" y="2"/>
                </a:lnTo>
                <a:lnTo>
                  <a:pt x="493" y="1"/>
                </a:lnTo>
                <a:lnTo>
                  <a:pt x="494" y="0"/>
                </a:lnTo>
                <a:lnTo>
                  <a:pt x="495" y="0"/>
                </a:lnTo>
                <a:lnTo>
                  <a:pt x="496" y="0"/>
                </a:lnTo>
                <a:lnTo>
                  <a:pt x="497" y="0"/>
                </a:lnTo>
                <a:lnTo>
                  <a:pt x="497" y="1"/>
                </a:lnTo>
                <a:lnTo>
                  <a:pt x="496" y="3"/>
                </a:lnTo>
                <a:lnTo>
                  <a:pt x="495" y="4"/>
                </a:lnTo>
                <a:lnTo>
                  <a:pt x="495" y="5"/>
                </a:lnTo>
                <a:lnTo>
                  <a:pt x="495" y="6"/>
                </a:lnTo>
                <a:lnTo>
                  <a:pt x="497" y="7"/>
                </a:lnTo>
                <a:lnTo>
                  <a:pt x="498" y="8"/>
                </a:lnTo>
                <a:lnTo>
                  <a:pt x="500" y="9"/>
                </a:lnTo>
                <a:lnTo>
                  <a:pt x="503" y="11"/>
                </a:lnTo>
                <a:lnTo>
                  <a:pt x="504" y="12"/>
                </a:lnTo>
                <a:lnTo>
                  <a:pt x="504" y="13"/>
                </a:lnTo>
                <a:lnTo>
                  <a:pt x="505" y="14"/>
                </a:lnTo>
                <a:lnTo>
                  <a:pt x="506" y="14"/>
                </a:lnTo>
                <a:lnTo>
                  <a:pt x="508" y="14"/>
                </a:lnTo>
                <a:lnTo>
                  <a:pt x="508" y="13"/>
                </a:lnTo>
                <a:lnTo>
                  <a:pt x="509" y="13"/>
                </a:lnTo>
                <a:lnTo>
                  <a:pt x="510" y="13"/>
                </a:lnTo>
                <a:lnTo>
                  <a:pt x="513" y="15"/>
                </a:lnTo>
                <a:lnTo>
                  <a:pt x="513" y="16"/>
                </a:lnTo>
                <a:lnTo>
                  <a:pt x="514" y="16"/>
                </a:lnTo>
                <a:lnTo>
                  <a:pt x="514" y="17"/>
                </a:lnTo>
                <a:lnTo>
                  <a:pt x="518" y="15"/>
                </a:lnTo>
                <a:lnTo>
                  <a:pt x="519" y="15"/>
                </a:lnTo>
                <a:lnTo>
                  <a:pt x="521" y="15"/>
                </a:lnTo>
                <a:lnTo>
                  <a:pt x="522" y="16"/>
                </a:lnTo>
                <a:lnTo>
                  <a:pt x="522" y="18"/>
                </a:lnTo>
                <a:lnTo>
                  <a:pt x="523" y="18"/>
                </a:lnTo>
                <a:lnTo>
                  <a:pt x="524" y="19"/>
                </a:lnTo>
                <a:lnTo>
                  <a:pt x="525" y="19"/>
                </a:lnTo>
                <a:lnTo>
                  <a:pt x="527" y="19"/>
                </a:lnTo>
                <a:lnTo>
                  <a:pt x="528" y="19"/>
                </a:lnTo>
                <a:lnTo>
                  <a:pt x="529" y="20"/>
                </a:lnTo>
                <a:lnTo>
                  <a:pt x="529" y="21"/>
                </a:lnTo>
                <a:lnTo>
                  <a:pt x="529" y="22"/>
                </a:lnTo>
                <a:lnTo>
                  <a:pt x="528" y="22"/>
                </a:lnTo>
                <a:lnTo>
                  <a:pt x="527" y="22"/>
                </a:lnTo>
                <a:lnTo>
                  <a:pt x="527" y="23"/>
                </a:lnTo>
                <a:lnTo>
                  <a:pt x="527" y="24"/>
                </a:lnTo>
                <a:lnTo>
                  <a:pt x="529" y="25"/>
                </a:lnTo>
                <a:lnTo>
                  <a:pt x="530" y="26"/>
                </a:lnTo>
                <a:lnTo>
                  <a:pt x="531" y="26"/>
                </a:lnTo>
                <a:lnTo>
                  <a:pt x="531" y="28"/>
                </a:lnTo>
                <a:lnTo>
                  <a:pt x="531" y="29"/>
                </a:lnTo>
                <a:lnTo>
                  <a:pt x="530" y="31"/>
                </a:lnTo>
                <a:lnTo>
                  <a:pt x="529" y="31"/>
                </a:lnTo>
                <a:lnTo>
                  <a:pt x="529" y="32"/>
                </a:lnTo>
                <a:lnTo>
                  <a:pt x="530" y="32"/>
                </a:lnTo>
                <a:lnTo>
                  <a:pt x="531" y="32"/>
                </a:lnTo>
                <a:lnTo>
                  <a:pt x="532" y="33"/>
                </a:lnTo>
                <a:lnTo>
                  <a:pt x="535" y="34"/>
                </a:lnTo>
                <a:lnTo>
                  <a:pt x="537" y="34"/>
                </a:lnTo>
                <a:lnTo>
                  <a:pt x="540" y="35"/>
                </a:lnTo>
                <a:lnTo>
                  <a:pt x="541" y="36"/>
                </a:lnTo>
                <a:lnTo>
                  <a:pt x="542" y="35"/>
                </a:lnTo>
                <a:lnTo>
                  <a:pt x="547" y="36"/>
                </a:lnTo>
                <a:lnTo>
                  <a:pt x="552" y="37"/>
                </a:lnTo>
                <a:lnTo>
                  <a:pt x="554" y="37"/>
                </a:lnTo>
                <a:lnTo>
                  <a:pt x="556" y="38"/>
                </a:lnTo>
                <a:lnTo>
                  <a:pt x="557" y="38"/>
                </a:lnTo>
                <a:lnTo>
                  <a:pt x="558" y="38"/>
                </a:lnTo>
                <a:lnTo>
                  <a:pt x="558" y="39"/>
                </a:lnTo>
                <a:lnTo>
                  <a:pt x="561" y="41"/>
                </a:lnTo>
                <a:lnTo>
                  <a:pt x="561" y="42"/>
                </a:lnTo>
                <a:lnTo>
                  <a:pt x="561" y="43"/>
                </a:lnTo>
                <a:lnTo>
                  <a:pt x="562" y="44"/>
                </a:lnTo>
                <a:lnTo>
                  <a:pt x="565" y="44"/>
                </a:lnTo>
                <a:lnTo>
                  <a:pt x="566" y="44"/>
                </a:lnTo>
                <a:lnTo>
                  <a:pt x="566" y="43"/>
                </a:lnTo>
                <a:lnTo>
                  <a:pt x="567" y="43"/>
                </a:lnTo>
                <a:lnTo>
                  <a:pt x="568" y="43"/>
                </a:lnTo>
                <a:lnTo>
                  <a:pt x="569" y="44"/>
                </a:lnTo>
                <a:lnTo>
                  <a:pt x="569" y="45"/>
                </a:lnTo>
                <a:lnTo>
                  <a:pt x="569" y="46"/>
                </a:lnTo>
                <a:lnTo>
                  <a:pt x="570" y="47"/>
                </a:lnTo>
                <a:lnTo>
                  <a:pt x="571" y="47"/>
                </a:lnTo>
                <a:lnTo>
                  <a:pt x="573" y="49"/>
                </a:lnTo>
                <a:lnTo>
                  <a:pt x="574" y="49"/>
                </a:lnTo>
                <a:lnTo>
                  <a:pt x="575" y="49"/>
                </a:lnTo>
                <a:lnTo>
                  <a:pt x="577" y="50"/>
                </a:lnTo>
                <a:lnTo>
                  <a:pt x="577" y="49"/>
                </a:lnTo>
                <a:lnTo>
                  <a:pt x="578" y="49"/>
                </a:lnTo>
                <a:lnTo>
                  <a:pt x="580" y="50"/>
                </a:lnTo>
                <a:lnTo>
                  <a:pt x="580" y="51"/>
                </a:lnTo>
                <a:lnTo>
                  <a:pt x="582" y="51"/>
                </a:lnTo>
                <a:lnTo>
                  <a:pt x="583" y="51"/>
                </a:lnTo>
                <a:lnTo>
                  <a:pt x="582" y="50"/>
                </a:lnTo>
                <a:lnTo>
                  <a:pt x="580" y="47"/>
                </a:lnTo>
                <a:lnTo>
                  <a:pt x="580" y="46"/>
                </a:lnTo>
                <a:lnTo>
                  <a:pt x="580" y="45"/>
                </a:lnTo>
                <a:lnTo>
                  <a:pt x="581" y="45"/>
                </a:lnTo>
                <a:lnTo>
                  <a:pt x="582" y="45"/>
                </a:lnTo>
                <a:lnTo>
                  <a:pt x="583" y="46"/>
                </a:lnTo>
                <a:lnTo>
                  <a:pt x="585" y="46"/>
                </a:lnTo>
                <a:lnTo>
                  <a:pt x="585" y="45"/>
                </a:lnTo>
                <a:lnTo>
                  <a:pt x="586" y="43"/>
                </a:lnTo>
                <a:lnTo>
                  <a:pt x="588" y="41"/>
                </a:lnTo>
                <a:lnTo>
                  <a:pt x="588" y="40"/>
                </a:lnTo>
                <a:lnTo>
                  <a:pt x="587" y="40"/>
                </a:lnTo>
                <a:lnTo>
                  <a:pt x="586" y="39"/>
                </a:lnTo>
                <a:lnTo>
                  <a:pt x="587" y="38"/>
                </a:lnTo>
                <a:lnTo>
                  <a:pt x="587" y="37"/>
                </a:lnTo>
                <a:lnTo>
                  <a:pt x="590" y="34"/>
                </a:lnTo>
                <a:lnTo>
                  <a:pt x="591" y="34"/>
                </a:lnTo>
                <a:lnTo>
                  <a:pt x="591" y="33"/>
                </a:lnTo>
                <a:lnTo>
                  <a:pt x="592" y="33"/>
                </a:lnTo>
                <a:lnTo>
                  <a:pt x="592" y="34"/>
                </a:lnTo>
                <a:lnTo>
                  <a:pt x="593" y="34"/>
                </a:lnTo>
                <a:lnTo>
                  <a:pt x="594" y="35"/>
                </a:lnTo>
                <a:lnTo>
                  <a:pt x="595" y="35"/>
                </a:lnTo>
                <a:lnTo>
                  <a:pt x="598" y="34"/>
                </a:lnTo>
                <a:lnTo>
                  <a:pt x="599" y="35"/>
                </a:lnTo>
                <a:lnTo>
                  <a:pt x="599" y="36"/>
                </a:lnTo>
                <a:lnTo>
                  <a:pt x="598" y="37"/>
                </a:lnTo>
                <a:lnTo>
                  <a:pt x="598" y="38"/>
                </a:lnTo>
                <a:lnTo>
                  <a:pt x="598" y="39"/>
                </a:lnTo>
                <a:lnTo>
                  <a:pt x="599" y="39"/>
                </a:lnTo>
                <a:lnTo>
                  <a:pt x="600" y="39"/>
                </a:lnTo>
                <a:lnTo>
                  <a:pt x="601" y="39"/>
                </a:lnTo>
                <a:lnTo>
                  <a:pt x="602" y="40"/>
                </a:lnTo>
                <a:lnTo>
                  <a:pt x="602" y="41"/>
                </a:lnTo>
                <a:lnTo>
                  <a:pt x="602" y="43"/>
                </a:lnTo>
                <a:lnTo>
                  <a:pt x="605" y="46"/>
                </a:lnTo>
                <a:lnTo>
                  <a:pt x="606" y="46"/>
                </a:lnTo>
                <a:lnTo>
                  <a:pt x="610" y="45"/>
                </a:lnTo>
                <a:lnTo>
                  <a:pt x="612" y="46"/>
                </a:lnTo>
                <a:lnTo>
                  <a:pt x="612" y="47"/>
                </a:lnTo>
                <a:lnTo>
                  <a:pt x="612" y="49"/>
                </a:lnTo>
                <a:lnTo>
                  <a:pt x="613" y="51"/>
                </a:lnTo>
                <a:lnTo>
                  <a:pt x="614" y="56"/>
                </a:lnTo>
                <a:lnTo>
                  <a:pt x="615" y="56"/>
                </a:lnTo>
                <a:lnTo>
                  <a:pt x="616" y="56"/>
                </a:lnTo>
                <a:lnTo>
                  <a:pt x="617" y="55"/>
                </a:lnTo>
                <a:lnTo>
                  <a:pt x="618" y="55"/>
                </a:lnTo>
                <a:lnTo>
                  <a:pt x="619" y="55"/>
                </a:lnTo>
                <a:lnTo>
                  <a:pt x="619" y="56"/>
                </a:lnTo>
                <a:lnTo>
                  <a:pt x="620" y="57"/>
                </a:lnTo>
                <a:lnTo>
                  <a:pt x="621" y="57"/>
                </a:lnTo>
                <a:lnTo>
                  <a:pt x="621" y="56"/>
                </a:lnTo>
                <a:lnTo>
                  <a:pt x="622" y="55"/>
                </a:lnTo>
                <a:lnTo>
                  <a:pt x="623" y="54"/>
                </a:lnTo>
                <a:lnTo>
                  <a:pt x="624" y="53"/>
                </a:lnTo>
                <a:lnTo>
                  <a:pt x="628" y="55"/>
                </a:lnTo>
                <a:lnTo>
                  <a:pt x="629" y="56"/>
                </a:lnTo>
                <a:lnTo>
                  <a:pt x="630" y="57"/>
                </a:lnTo>
                <a:lnTo>
                  <a:pt x="632" y="57"/>
                </a:lnTo>
                <a:lnTo>
                  <a:pt x="633" y="57"/>
                </a:lnTo>
                <a:lnTo>
                  <a:pt x="633" y="56"/>
                </a:lnTo>
                <a:lnTo>
                  <a:pt x="633" y="55"/>
                </a:lnTo>
                <a:lnTo>
                  <a:pt x="634" y="55"/>
                </a:lnTo>
                <a:lnTo>
                  <a:pt x="635" y="56"/>
                </a:lnTo>
                <a:lnTo>
                  <a:pt x="635" y="57"/>
                </a:lnTo>
                <a:lnTo>
                  <a:pt x="636" y="57"/>
                </a:lnTo>
                <a:lnTo>
                  <a:pt x="637" y="57"/>
                </a:lnTo>
                <a:lnTo>
                  <a:pt x="638" y="56"/>
                </a:lnTo>
                <a:lnTo>
                  <a:pt x="639" y="56"/>
                </a:lnTo>
                <a:lnTo>
                  <a:pt x="639" y="57"/>
                </a:lnTo>
                <a:lnTo>
                  <a:pt x="639" y="58"/>
                </a:lnTo>
                <a:lnTo>
                  <a:pt x="640" y="58"/>
                </a:lnTo>
                <a:lnTo>
                  <a:pt x="642" y="59"/>
                </a:lnTo>
                <a:lnTo>
                  <a:pt x="643" y="60"/>
                </a:lnTo>
                <a:lnTo>
                  <a:pt x="644" y="60"/>
                </a:lnTo>
                <a:lnTo>
                  <a:pt x="645" y="60"/>
                </a:lnTo>
                <a:lnTo>
                  <a:pt x="645" y="61"/>
                </a:lnTo>
                <a:lnTo>
                  <a:pt x="646" y="61"/>
                </a:lnTo>
                <a:lnTo>
                  <a:pt x="647" y="61"/>
                </a:lnTo>
                <a:lnTo>
                  <a:pt x="648" y="62"/>
                </a:lnTo>
                <a:lnTo>
                  <a:pt x="650" y="63"/>
                </a:lnTo>
                <a:lnTo>
                  <a:pt x="651" y="64"/>
                </a:lnTo>
                <a:lnTo>
                  <a:pt x="650" y="65"/>
                </a:lnTo>
                <a:lnTo>
                  <a:pt x="650" y="66"/>
                </a:lnTo>
                <a:lnTo>
                  <a:pt x="651" y="67"/>
                </a:lnTo>
                <a:lnTo>
                  <a:pt x="654" y="72"/>
                </a:lnTo>
                <a:lnTo>
                  <a:pt x="655" y="72"/>
                </a:lnTo>
                <a:lnTo>
                  <a:pt x="655" y="73"/>
                </a:lnTo>
                <a:lnTo>
                  <a:pt x="656" y="73"/>
                </a:lnTo>
                <a:lnTo>
                  <a:pt x="657" y="73"/>
                </a:lnTo>
                <a:lnTo>
                  <a:pt x="657" y="74"/>
                </a:lnTo>
                <a:lnTo>
                  <a:pt x="657" y="75"/>
                </a:lnTo>
                <a:lnTo>
                  <a:pt x="658" y="76"/>
                </a:lnTo>
                <a:lnTo>
                  <a:pt x="657" y="76"/>
                </a:lnTo>
                <a:lnTo>
                  <a:pt x="657" y="78"/>
                </a:lnTo>
                <a:lnTo>
                  <a:pt x="656" y="79"/>
                </a:lnTo>
                <a:lnTo>
                  <a:pt x="656" y="80"/>
                </a:lnTo>
                <a:lnTo>
                  <a:pt x="655" y="81"/>
                </a:lnTo>
                <a:lnTo>
                  <a:pt x="655" y="82"/>
                </a:lnTo>
                <a:lnTo>
                  <a:pt x="656" y="82"/>
                </a:lnTo>
                <a:lnTo>
                  <a:pt x="656" y="83"/>
                </a:lnTo>
                <a:lnTo>
                  <a:pt x="657" y="85"/>
                </a:lnTo>
                <a:lnTo>
                  <a:pt x="657" y="86"/>
                </a:lnTo>
                <a:lnTo>
                  <a:pt x="658" y="86"/>
                </a:lnTo>
                <a:lnTo>
                  <a:pt x="658" y="85"/>
                </a:lnTo>
                <a:lnTo>
                  <a:pt x="662" y="85"/>
                </a:lnTo>
                <a:lnTo>
                  <a:pt x="663" y="86"/>
                </a:lnTo>
                <a:lnTo>
                  <a:pt x="664" y="86"/>
                </a:lnTo>
                <a:lnTo>
                  <a:pt x="665" y="87"/>
                </a:lnTo>
                <a:lnTo>
                  <a:pt x="666" y="87"/>
                </a:lnTo>
                <a:lnTo>
                  <a:pt x="667" y="88"/>
                </a:lnTo>
                <a:lnTo>
                  <a:pt x="669" y="88"/>
                </a:lnTo>
                <a:lnTo>
                  <a:pt x="672" y="89"/>
                </a:lnTo>
                <a:lnTo>
                  <a:pt x="674" y="89"/>
                </a:lnTo>
                <a:lnTo>
                  <a:pt x="674" y="90"/>
                </a:lnTo>
                <a:lnTo>
                  <a:pt x="675" y="90"/>
                </a:lnTo>
                <a:lnTo>
                  <a:pt x="678" y="91"/>
                </a:lnTo>
                <a:lnTo>
                  <a:pt x="679" y="91"/>
                </a:lnTo>
                <a:lnTo>
                  <a:pt x="684" y="92"/>
                </a:lnTo>
                <a:lnTo>
                  <a:pt x="686" y="91"/>
                </a:lnTo>
                <a:lnTo>
                  <a:pt x="687" y="91"/>
                </a:lnTo>
                <a:lnTo>
                  <a:pt x="688" y="90"/>
                </a:lnTo>
                <a:lnTo>
                  <a:pt x="689" y="89"/>
                </a:lnTo>
                <a:lnTo>
                  <a:pt x="691" y="89"/>
                </a:lnTo>
                <a:lnTo>
                  <a:pt x="692" y="88"/>
                </a:lnTo>
                <a:lnTo>
                  <a:pt x="693" y="88"/>
                </a:lnTo>
                <a:lnTo>
                  <a:pt x="694" y="89"/>
                </a:lnTo>
                <a:lnTo>
                  <a:pt x="695" y="89"/>
                </a:lnTo>
                <a:lnTo>
                  <a:pt x="696" y="88"/>
                </a:lnTo>
                <a:lnTo>
                  <a:pt x="697" y="88"/>
                </a:lnTo>
                <a:lnTo>
                  <a:pt x="698" y="88"/>
                </a:lnTo>
                <a:lnTo>
                  <a:pt x="698" y="89"/>
                </a:lnTo>
                <a:lnTo>
                  <a:pt x="699" y="89"/>
                </a:lnTo>
                <a:lnTo>
                  <a:pt x="702" y="88"/>
                </a:lnTo>
                <a:lnTo>
                  <a:pt x="704" y="88"/>
                </a:lnTo>
                <a:lnTo>
                  <a:pt x="705" y="88"/>
                </a:lnTo>
                <a:lnTo>
                  <a:pt x="705" y="89"/>
                </a:lnTo>
                <a:lnTo>
                  <a:pt x="706" y="90"/>
                </a:lnTo>
                <a:lnTo>
                  <a:pt x="708" y="91"/>
                </a:lnTo>
                <a:lnTo>
                  <a:pt x="709" y="91"/>
                </a:lnTo>
                <a:lnTo>
                  <a:pt x="713" y="93"/>
                </a:lnTo>
                <a:lnTo>
                  <a:pt x="714" y="93"/>
                </a:lnTo>
                <a:lnTo>
                  <a:pt x="715" y="93"/>
                </a:lnTo>
                <a:lnTo>
                  <a:pt x="716" y="93"/>
                </a:lnTo>
                <a:lnTo>
                  <a:pt x="720" y="92"/>
                </a:lnTo>
                <a:lnTo>
                  <a:pt x="721" y="92"/>
                </a:lnTo>
                <a:lnTo>
                  <a:pt x="722" y="93"/>
                </a:lnTo>
                <a:lnTo>
                  <a:pt x="723" y="93"/>
                </a:lnTo>
                <a:lnTo>
                  <a:pt x="724" y="93"/>
                </a:lnTo>
                <a:lnTo>
                  <a:pt x="724" y="94"/>
                </a:lnTo>
                <a:lnTo>
                  <a:pt x="725" y="94"/>
                </a:lnTo>
                <a:lnTo>
                  <a:pt x="726" y="93"/>
                </a:lnTo>
                <a:lnTo>
                  <a:pt x="727" y="93"/>
                </a:lnTo>
                <a:lnTo>
                  <a:pt x="727" y="92"/>
                </a:lnTo>
                <a:lnTo>
                  <a:pt x="727" y="91"/>
                </a:lnTo>
                <a:lnTo>
                  <a:pt x="728" y="91"/>
                </a:lnTo>
                <a:lnTo>
                  <a:pt x="728" y="90"/>
                </a:lnTo>
                <a:lnTo>
                  <a:pt x="728" y="89"/>
                </a:lnTo>
                <a:lnTo>
                  <a:pt x="731" y="87"/>
                </a:lnTo>
                <a:lnTo>
                  <a:pt x="732" y="87"/>
                </a:lnTo>
                <a:lnTo>
                  <a:pt x="733" y="87"/>
                </a:lnTo>
                <a:lnTo>
                  <a:pt x="734" y="87"/>
                </a:lnTo>
                <a:lnTo>
                  <a:pt x="736" y="89"/>
                </a:lnTo>
                <a:lnTo>
                  <a:pt x="739" y="89"/>
                </a:lnTo>
                <a:lnTo>
                  <a:pt x="740" y="89"/>
                </a:lnTo>
                <a:lnTo>
                  <a:pt x="741" y="89"/>
                </a:lnTo>
                <a:lnTo>
                  <a:pt x="741" y="88"/>
                </a:lnTo>
                <a:lnTo>
                  <a:pt x="741" y="87"/>
                </a:lnTo>
                <a:lnTo>
                  <a:pt x="742" y="87"/>
                </a:lnTo>
                <a:lnTo>
                  <a:pt x="745" y="87"/>
                </a:lnTo>
                <a:lnTo>
                  <a:pt x="746" y="86"/>
                </a:lnTo>
                <a:lnTo>
                  <a:pt x="747" y="85"/>
                </a:lnTo>
                <a:lnTo>
                  <a:pt x="748" y="83"/>
                </a:lnTo>
                <a:lnTo>
                  <a:pt x="749" y="80"/>
                </a:lnTo>
                <a:lnTo>
                  <a:pt x="749" y="79"/>
                </a:lnTo>
                <a:lnTo>
                  <a:pt x="749" y="75"/>
                </a:lnTo>
                <a:lnTo>
                  <a:pt x="749" y="71"/>
                </a:lnTo>
                <a:lnTo>
                  <a:pt x="748" y="70"/>
                </a:lnTo>
                <a:lnTo>
                  <a:pt x="748" y="68"/>
                </a:lnTo>
                <a:lnTo>
                  <a:pt x="748" y="66"/>
                </a:lnTo>
                <a:lnTo>
                  <a:pt x="748" y="65"/>
                </a:lnTo>
                <a:lnTo>
                  <a:pt x="750" y="62"/>
                </a:lnTo>
                <a:lnTo>
                  <a:pt x="750" y="61"/>
                </a:lnTo>
                <a:lnTo>
                  <a:pt x="751" y="61"/>
                </a:lnTo>
                <a:lnTo>
                  <a:pt x="752" y="61"/>
                </a:lnTo>
                <a:lnTo>
                  <a:pt x="752" y="62"/>
                </a:lnTo>
                <a:lnTo>
                  <a:pt x="753" y="62"/>
                </a:lnTo>
                <a:lnTo>
                  <a:pt x="757" y="63"/>
                </a:lnTo>
                <a:lnTo>
                  <a:pt x="758" y="63"/>
                </a:lnTo>
                <a:lnTo>
                  <a:pt x="759" y="61"/>
                </a:lnTo>
                <a:lnTo>
                  <a:pt x="760" y="61"/>
                </a:lnTo>
                <a:lnTo>
                  <a:pt x="762" y="60"/>
                </a:lnTo>
                <a:lnTo>
                  <a:pt x="764" y="60"/>
                </a:lnTo>
                <a:lnTo>
                  <a:pt x="767" y="59"/>
                </a:lnTo>
                <a:lnTo>
                  <a:pt x="769" y="59"/>
                </a:lnTo>
                <a:lnTo>
                  <a:pt x="770" y="58"/>
                </a:lnTo>
                <a:lnTo>
                  <a:pt x="771" y="58"/>
                </a:lnTo>
                <a:lnTo>
                  <a:pt x="771" y="57"/>
                </a:lnTo>
                <a:lnTo>
                  <a:pt x="773" y="57"/>
                </a:lnTo>
                <a:lnTo>
                  <a:pt x="774" y="57"/>
                </a:lnTo>
                <a:lnTo>
                  <a:pt x="774" y="59"/>
                </a:lnTo>
                <a:lnTo>
                  <a:pt x="774" y="60"/>
                </a:lnTo>
                <a:lnTo>
                  <a:pt x="775" y="60"/>
                </a:lnTo>
                <a:lnTo>
                  <a:pt x="776" y="59"/>
                </a:lnTo>
                <a:lnTo>
                  <a:pt x="777" y="55"/>
                </a:lnTo>
                <a:lnTo>
                  <a:pt x="778" y="55"/>
                </a:lnTo>
                <a:lnTo>
                  <a:pt x="778" y="54"/>
                </a:lnTo>
                <a:lnTo>
                  <a:pt x="779" y="54"/>
                </a:lnTo>
                <a:lnTo>
                  <a:pt x="781" y="54"/>
                </a:lnTo>
                <a:lnTo>
                  <a:pt x="782" y="54"/>
                </a:lnTo>
                <a:lnTo>
                  <a:pt x="783" y="54"/>
                </a:lnTo>
                <a:lnTo>
                  <a:pt x="783" y="55"/>
                </a:lnTo>
                <a:lnTo>
                  <a:pt x="786" y="55"/>
                </a:lnTo>
                <a:lnTo>
                  <a:pt x="787" y="55"/>
                </a:lnTo>
                <a:lnTo>
                  <a:pt x="789" y="54"/>
                </a:lnTo>
                <a:lnTo>
                  <a:pt x="790" y="52"/>
                </a:lnTo>
                <a:lnTo>
                  <a:pt x="791" y="51"/>
                </a:lnTo>
                <a:lnTo>
                  <a:pt x="793" y="50"/>
                </a:lnTo>
                <a:lnTo>
                  <a:pt x="793" y="51"/>
                </a:lnTo>
                <a:lnTo>
                  <a:pt x="794" y="51"/>
                </a:lnTo>
                <a:lnTo>
                  <a:pt x="794" y="52"/>
                </a:lnTo>
                <a:lnTo>
                  <a:pt x="794" y="53"/>
                </a:lnTo>
                <a:lnTo>
                  <a:pt x="795" y="53"/>
                </a:lnTo>
                <a:lnTo>
                  <a:pt x="798" y="53"/>
                </a:lnTo>
                <a:lnTo>
                  <a:pt x="799" y="53"/>
                </a:lnTo>
                <a:lnTo>
                  <a:pt x="800" y="53"/>
                </a:lnTo>
                <a:lnTo>
                  <a:pt x="802" y="51"/>
                </a:lnTo>
                <a:lnTo>
                  <a:pt x="803" y="50"/>
                </a:lnTo>
                <a:lnTo>
                  <a:pt x="805" y="48"/>
                </a:lnTo>
                <a:lnTo>
                  <a:pt x="804" y="48"/>
                </a:lnTo>
                <a:lnTo>
                  <a:pt x="804" y="47"/>
                </a:lnTo>
                <a:lnTo>
                  <a:pt x="804" y="46"/>
                </a:lnTo>
                <a:lnTo>
                  <a:pt x="804" y="44"/>
                </a:lnTo>
                <a:lnTo>
                  <a:pt x="805" y="44"/>
                </a:lnTo>
                <a:lnTo>
                  <a:pt x="806" y="43"/>
                </a:lnTo>
                <a:lnTo>
                  <a:pt x="808" y="41"/>
                </a:lnTo>
                <a:lnTo>
                  <a:pt x="809" y="41"/>
                </a:lnTo>
                <a:lnTo>
                  <a:pt x="809" y="37"/>
                </a:lnTo>
                <a:lnTo>
                  <a:pt x="809" y="36"/>
                </a:lnTo>
                <a:lnTo>
                  <a:pt x="808" y="36"/>
                </a:lnTo>
                <a:lnTo>
                  <a:pt x="808" y="35"/>
                </a:lnTo>
                <a:lnTo>
                  <a:pt x="807" y="35"/>
                </a:lnTo>
                <a:lnTo>
                  <a:pt x="807" y="34"/>
                </a:lnTo>
                <a:lnTo>
                  <a:pt x="808" y="32"/>
                </a:lnTo>
                <a:lnTo>
                  <a:pt x="810" y="32"/>
                </a:lnTo>
                <a:lnTo>
                  <a:pt x="811" y="32"/>
                </a:lnTo>
                <a:lnTo>
                  <a:pt x="812" y="33"/>
                </a:lnTo>
                <a:lnTo>
                  <a:pt x="813" y="34"/>
                </a:lnTo>
                <a:lnTo>
                  <a:pt x="817" y="34"/>
                </a:lnTo>
                <a:lnTo>
                  <a:pt x="818" y="34"/>
                </a:lnTo>
                <a:lnTo>
                  <a:pt x="818" y="33"/>
                </a:lnTo>
                <a:lnTo>
                  <a:pt x="819" y="33"/>
                </a:lnTo>
                <a:lnTo>
                  <a:pt x="819" y="32"/>
                </a:lnTo>
                <a:lnTo>
                  <a:pt x="820" y="30"/>
                </a:lnTo>
                <a:lnTo>
                  <a:pt x="820" y="29"/>
                </a:lnTo>
                <a:lnTo>
                  <a:pt x="820" y="28"/>
                </a:lnTo>
                <a:lnTo>
                  <a:pt x="821" y="26"/>
                </a:lnTo>
                <a:lnTo>
                  <a:pt x="822" y="24"/>
                </a:lnTo>
                <a:lnTo>
                  <a:pt x="823" y="24"/>
                </a:lnTo>
                <a:lnTo>
                  <a:pt x="823" y="23"/>
                </a:lnTo>
                <a:lnTo>
                  <a:pt x="824" y="24"/>
                </a:lnTo>
                <a:lnTo>
                  <a:pt x="825" y="24"/>
                </a:lnTo>
                <a:lnTo>
                  <a:pt x="829" y="24"/>
                </a:lnTo>
                <a:lnTo>
                  <a:pt x="831" y="24"/>
                </a:lnTo>
                <a:lnTo>
                  <a:pt x="834" y="25"/>
                </a:lnTo>
                <a:lnTo>
                  <a:pt x="836" y="27"/>
                </a:lnTo>
                <a:lnTo>
                  <a:pt x="837" y="27"/>
                </a:lnTo>
                <a:lnTo>
                  <a:pt x="837" y="28"/>
                </a:lnTo>
                <a:lnTo>
                  <a:pt x="837" y="29"/>
                </a:lnTo>
                <a:lnTo>
                  <a:pt x="838" y="29"/>
                </a:lnTo>
                <a:lnTo>
                  <a:pt x="839" y="30"/>
                </a:lnTo>
                <a:lnTo>
                  <a:pt x="841" y="30"/>
                </a:lnTo>
                <a:lnTo>
                  <a:pt x="842" y="29"/>
                </a:lnTo>
                <a:lnTo>
                  <a:pt x="843" y="29"/>
                </a:lnTo>
                <a:lnTo>
                  <a:pt x="844" y="29"/>
                </a:lnTo>
                <a:lnTo>
                  <a:pt x="846" y="30"/>
                </a:lnTo>
                <a:lnTo>
                  <a:pt x="847" y="31"/>
                </a:lnTo>
                <a:lnTo>
                  <a:pt x="848" y="32"/>
                </a:lnTo>
                <a:lnTo>
                  <a:pt x="850" y="33"/>
                </a:lnTo>
                <a:lnTo>
                  <a:pt x="851" y="33"/>
                </a:lnTo>
                <a:lnTo>
                  <a:pt x="853" y="33"/>
                </a:lnTo>
                <a:lnTo>
                  <a:pt x="854" y="33"/>
                </a:lnTo>
                <a:lnTo>
                  <a:pt x="856" y="35"/>
                </a:lnTo>
                <a:lnTo>
                  <a:pt x="856" y="36"/>
                </a:lnTo>
                <a:lnTo>
                  <a:pt x="857" y="36"/>
                </a:lnTo>
                <a:lnTo>
                  <a:pt x="857" y="37"/>
                </a:lnTo>
                <a:lnTo>
                  <a:pt x="858" y="37"/>
                </a:lnTo>
                <a:lnTo>
                  <a:pt x="859" y="36"/>
                </a:lnTo>
                <a:lnTo>
                  <a:pt x="859" y="37"/>
                </a:lnTo>
                <a:lnTo>
                  <a:pt x="860" y="37"/>
                </a:lnTo>
                <a:lnTo>
                  <a:pt x="860" y="38"/>
                </a:lnTo>
                <a:lnTo>
                  <a:pt x="860" y="39"/>
                </a:lnTo>
                <a:lnTo>
                  <a:pt x="860" y="40"/>
                </a:lnTo>
                <a:lnTo>
                  <a:pt x="860" y="41"/>
                </a:lnTo>
                <a:lnTo>
                  <a:pt x="862" y="41"/>
                </a:lnTo>
                <a:lnTo>
                  <a:pt x="863" y="41"/>
                </a:lnTo>
                <a:lnTo>
                  <a:pt x="864" y="41"/>
                </a:lnTo>
                <a:lnTo>
                  <a:pt x="864" y="42"/>
                </a:lnTo>
                <a:lnTo>
                  <a:pt x="865" y="43"/>
                </a:lnTo>
                <a:lnTo>
                  <a:pt x="866" y="43"/>
                </a:lnTo>
                <a:lnTo>
                  <a:pt x="866" y="44"/>
                </a:lnTo>
                <a:lnTo>
                  <a:pt x="867" y="46"/>
                </a:lnTo>
                <a:lnTo>
                  <a:pt x="869" y="49"/>
                </a:lnTo>
                <a:lnTo>
                  <a:pt x="871" y="50"/>
                </a:lnTo>
                <a:lnTo>
                  <a:pt x="872" y="50"/>
                </a:lnTo>
                <a:lnTo>
                  <a:pt x="872" y="49"/>
                </a:lnTo>
                <a:lnTo>
                  <a:pt x="872" y="48"/>
                </a:lnTo>
                <a:lnTo>
                  <a:pt x="874" y="48"/>
                </a:lnTo>
                <a:lnTo>
                  <a:pt x="875" y="47"/>
                </a:lnTo>
                <a:lnTo>
                  <a:pt x="876" y="47"/>
                </a:lnTo>
                <a:lnTo>
                  <a:pt x="878" y="47"/>
                </a:lnTo>
                <a:lnTo>
                  <a:pt x="879" y="46"/>
                </a:lnTo>
                <a:lnTo>
                  <a:pt x="880" y="45"/>
                </a:lnTo>
                <a:lnTo>
                  <a:pt x="881" y="42"/>
                </a:lnTo>
                <a:lnTo>
                  <a:pt x="882" y="42"/>
                </a:lnTo>
                <a:lnTo>
                  <a:pt x="883" y="41"/>
                </a:lnTo>
                <a:lnTo>
                  <a:pt x="884" y="42"/>
                </a:lnTo>
                <a:lnTo>
                  <a:pt x="884" y="43"/>
                </a:lnTo>
                <a:lnTo>
                  <a:pt x="888" y="45"/>
                </a:lnTo>
                <a:lnTo>
                  <a:pt x="889" y="45"/>
                </a:lnTo>
                <a:lnTo>
                  <a:pt x="890" y="45"/>
                </a:lnTo>
                <a:lnTo>
                  <a:pt x="891" y="44"/>
                </a:lnTo>
                <a:lnTo>
                  <a:pt x="892" y="44"/>
                </a:lnTo>
                <a:lnTo>
                  <a:pt x="893" y="44"/>
                </a:lnTo>
                <a:lnTo>
                  <a:pt x="895" y="44"/>
                </a:lnTo>
                <a:lnTo>
                  <a:pt x="896" y="44"/>
                </a:lnTo>
                <a:lnTo>
                  <a:pt x="896" y="45"/>
                </a:lnTo>
                <a:lnTo>
                  <a:pt x="896" y="46"/>
                </a:lnTo>
                <a:lnTo>
                  <a:pt x="897" y="48"/>
                </a:lnTo>
                <a:lnTo>
                  <a:pt x="899" y="47"/>
                </a:lnTo>
                <a:lnTo>
                  <a:pt x="906" y="49"/>
                </a:lnTo>
                <a:lnTo>
                  <a:pt x="907" y="49"/>
                </a:lnTo>
                <a:lnTo>
                  <a:pt x="909" y="51"/>
                </a:lnTo>
                <a:lnTo>
                  <a:pt x="910" y="51"/>
                </a:lnTo>
                <a:lnTo>
                  <a:pt x="909" y="53"/>
                </a:lnTo>
                <a:lnTo>
                  <a:pt x="909" y="54"/>
                </a:lnTo>
                <a:lnTo>
                  <a:pt x="908" y="54"/>
                </a:lnTo>
                <a:lnTo>
                  <a:pt x="907" y="55"/>
                </a:lnTo>
                <a:lnTo>
                  <a:pt x="907" y="56"/>
                </a:lnTo>
                <a:lnTo>
                  <a:pt x="907" y="57"/>
                </a:lnTo>
                <a:lnTo>
                  <a:pt x="906" y="58"/>
                </a:lnTo>
                <a:lnTo>
                  <a:pt x="906" y="59"/>
                </a:lnTo>
                <a:lnTo>
                  <a:pt x="906" y="60"/>
                </a:lnTo>
                <a:lnTo>
                  <a:pt x="906" y="61"/>
                </a:lnTo>
                <a:lnTo>
                  <a:pt x="907" y="61"/>
                </a:lnTo>
                <a:lnTo>
                  <a:pt x="908" y="62"/>
                </a:lnTo>
                <a:lnTo>
                  <a:pt x="909" y="64"/>
                </a:lnTo>
                <a:lnTo>
                  <a:pt x="909" y="65"/>
                </a:lnTo>
                <a:lnTo>
                  <a:pt x="908" y="67"/>
                </a:lnTo>
                <a:lnTo>
                  <a:pt x="908" y="68"/>
                </a:lnTo>
                <a:lnTo>
                  <a:pt x="908" y="69"/>
                </a:lnTo>
                <a:lnTo>
                  <a:pt x="909" y="69"/>
                </a:lnTo>
                <a:lnTo>
                  <a:pt x="908" y="70"/>
                </a:lnTo>
                <a:lnTo>
                  <a:pt x="908" y="71"/>
                </a:lnTo>
                <a:lnTo>
                  <a:pt x="907" y="71"/>
                </a:lnTo>
                <a:lnTo>
                  <a:pt x="907" y="72"/>
                </a:lnTo>
                <a:lnTo>
                  <a:pt x="907" y="75"/>
                </a:lnTo>
                <a:lnTo>
                  <a:pt x="907" y="76"/>
                </a:lnTo>
                <a:lnTo>
                  <a:pt x="906" y="76"/>
                </a:lnTo>
                <a:lnTo>
                  <a:pt x="906" y="77"/>
                </a:lnTo>
                <a:lnTo>
                  <a:pt x="905" y="77"/>
                </a:lnTo>
                <a:lnTo>
                  <a:pt x="904" y="78"/>
                </a:lnTo>
                <a:lnTo>
                  <a:pt x="904" y="79"/>
                </a:lnTo>
                <a:lnTo>
                  <a:pt x="905" y="81"/>
                </a:lnTo>
                <a:lnTo>
                  <a:pt x="906" y="81"/>
                </a:lnTo>
                <a:lnTo>
                  <a:pt x="906" y="82"/>
                </a:lnTo>
                <a:lnTo>
                  <a:pt x="905" y="84"/>
                </a:lnTo>
                <a:lnTo>
                  <a:pt x="904" y="86"/>
                </a:lnTo>
                <a:lnTo>
                  <a:pt x="906" y="87"/>
                </a:lnTo>
                <a:lnTo>
                  <a:pt x="907" y="87"/>
                </a:lnTo>
                <a:lnTo>
                  <a:pt x="906" y="89"/>
                </a:lnTo>
                <a:lnTo>
                  <a:pt x="907" y="91"/>
                </a:lnTo>
                <a:lnTo>
                  <a:pt x="907" y="92"/>
                </a:lnTo>
                <a:lnTo>
                  <a:pt x="908" y="92"/>
                </a:lnTo>
                <a:lnTo>
                  <a:pt x="909" y="92"/>
                </a:lnTo>
                <a:lnTo>
                  <a:pt x="911" y="92"/>
                </a:lnTo>
                <a:lnTo>
                  <a:pt x="914" y="94"/>
                </a:lnTo>
                <a:lnTo>
                  <a:pt x="916" y="98"/>
                </a:lnTo>
                <a:lnTo>
                  <a:pt x="917" y="100"/>
                </a:lnTo>
                <a:lnTo>
                  <a:pt x="917" y="103"/>
                </a:lnTo>
                <a:lnTo>
                  <a:pt x="916" y="103"/>
                </a:lnTo>
                <a:lnTo>
                  <a:pt x="916" y="104"/>
                </a:lnTo>
                <a:lnTo>
                  <a:pt x="917" y="104"/>
                </a:lnTo>
                <a:lnTo>
                  <a:pt x="917" y="105"/>
                </a:lnTo>
                <a:lnTo>
                  <a:pt x="918" y="105"/>
                </a:lnTo>
                <a:lnTo>
                  <a:pt x="918" y="106"/>
                </a:lnTo>
                <a:lnTo>
                  <a:pt x="919" y="106"/>
                </a:lnTo>
                <a:lnTo>
                  <a:pt x="919" y="107"/>
                </a:lnTo>
                <a:lnTo>
                  <a:pt x="919" y="109"/>
                </a:lnTo>
                <a:lnTo>
                  <a:pt x="919" y="110"/>
                </a:lnTo>
                <a:lnTo>
                  <a:pt x="921" y="112"/>
                </a:lnTo>
                <a:lnTo>
                  <a:pt x="923" y="112"/>
                </a:lnTo>
                <a:lnTo>
                  <a:pt x="925" y="113"/>
                </a:lnTo>
                <a:lnTo>
                  <a:pt x="926" y="113"/>
                </a:lnTo>
                <a:lnTo>
                  <a:pt x="927" y="114"/>
                </a:lnTo>
                <a:lnTo>
                  <a:pt x="929" y="115"/>
                </a:lnTo>
                <a:lnTo>
                  <a:pt x="930" y="116"/>
                </a:lnTo>
                <a:lnTo>
                  <a:pt x="934" y="115"/>
                </a:lnTo>
                <a:lnTo>
                  <a:pt x="935" y="115"/>
                </a:lnTo>
                <a:lnTo>
                  <a:pt x="936" y="115"/>
                </a:lnTo>
                <a:lnTo>
                  <a:pt x="939" y="114"/>
                </a:lnTo>
                <a:lnTo>
                  <a:pt x="940" y="113"/>
                </a:lnTo>
                <a:lnTo>
                  <a:pt x="941" y="112"/>
                </a:lnTo>
                <a:lnTo>
                  <a:pt x="942" y="111"/>
                </a:lnTo>
                <a:lnTo>
                  <a:pt x="943" y="112"/>
                </a:lnTo>
                <a:lnTo>
                  <a:pt x="944" y="114"/>
                </a:lnTo>
                <a:lnTo>
                  <a:pt x="944" y="115"/>
                </a:lnTo>
                <a:lnTo>
                  <a:pt x="945" y="115"/>
                </a:lnTo>
                <a:lnTo>
                  <a:pt x="946" y="115"/>
                </a:lnTo>
                <a:lnTo>
                  <a:pt x="946" y="116"/>
                </a:lnTo>
                <a:lnTo>
                  <a:pt x="947" y="116"/>
                </a:lnTo>
                <a:lnTo>
                  <a:pt x="948" y="117"/>
                </a:lnTo>
                <a:lnTo>
                  <a:pt x="948" y="118"/>
                </a:lnTo>
                <a:lnTo>
                  <a:pt x="949" y="118"/>
                </a:lnTo>
                <a:lnTo>
                  <a:pt x="950" y="119"/>
                </a:lnTo>
                <a:lnTo>
                  <a:pt x="953" y="120"/>
                </a:lnTo>
                <a:lnTo>
                  <a:pt x="954" y="120"/>
                </a:lnTo>
                <a:lnTo>
                  <a:pt x="955" y="120"/>
                </a:lnTo>
                <a:lnTo>
                  <a:pt x="957" y="120"/>
                </a:lnTo>
                <a:lnTo>
                  <a:pt x="958" y="120"/>
                </a:lnTo>
                <a:lnTo>
                  <a:pt x="960" y="121"/>
                </a:lnTo>
                <a:lnTo>
                  <a:pt x="960" y="122"/>
                </a:lnTo>
                <a:lnTo>
                  <a:pt x="959" y="123"/>
                </a:lnTo>
                <a:lnTo>
                  <a:pt x="959" y="124"/>
                </a:lnTo>
                <a:lnTo>
                  <a:pt x="959" y="125"/>
                </a:lnTo>
                <a:lnTo>
                  <a:pt x="961" y="126"/>
                </a:lnTo>
                <a:lnTo>
                  <a:pt x="962" y="126"/>
                </a:lnTo>
                <a:lnTo>
                  <a:pt x="964" y="126"/>
                </a:lnTo>
                <a:lnTo>
                  <a:pt x="968" y="126"/>
                </a:lnTo>
                <a:lnTo>
                  <a:pt x="969" y="126"/>
                </a:lnTo>
                <a:lnTo>
                  <a:pt x="970" y="127"/>
                </a:lnTo>
                <a:lnTo>
                  <a:pt x="971" y="127"/>
                </a:lnTo>
                <a:lnTo>
                  <a:pt x="971" y="126"/>
                </a:lnTo>
                <a:lnTo>
                  <a:pt x="972" y="126"/>
                </a:lnTo>
                <a:lnTo>
                  <a:pt x="972" y="127"/>
                </a:lnTo>
                <a:lnTo>
                  <a:pt x="973" y="127"/>
                </a:lnTo>
                <a:lnTo>
                  <a:pt x="974" y="127"/>
                </a:lnTo>
                <a:lnTo>
                  <a:pt x="974" y="128"/>
                </a:lnTo>
                <a:lnTo>
                  <a:pt x="974" y="129"/>
                </a:lnTo>
                <a:lnTo>
                  <a:pt x="975" y="129"/>
                </a:lnTo>
                <a:lnTo>
                  <a:pt x="975" y="130"/>
                </a:lnTo>
                <a:lnTo>
                  <a:pt x="977" y="130"/>
                </a:lnTo>
                <a:lnTo>
                  <a:pt x="978" y="130"/>
                </a:lnTo>
                <a:lnTo>
                  <a:pt x="978" y="131"/>
                </a:lnTo>
                <a:lnTo>
                  <a:pt x="978" y="132"/>
                </a:lnTo>
                <a:lnTo>
                  <a:pt x="979" y="133"/>
                </a:lnTo>
                <a:lnTo>
                  <a:pt x="980" y="133"/>
                </a:lnTo>
                <a:lnTo>
                  <a:pt x="981" y="133"/>
                </a:lnTo>
                <a:lnTo>
                  <a:pt x="982" y="133"/>
                </a:lnTo>
                <a:lnTo>
                  <a:pt x="984" y="133"/>
                </a:lnTo>
                <a:lnTo>
                  <a:pt x="985" y="133"/>
                </a:lnTo>
                <a:lnTo>
                  <a:pt x="987" y="134"/>
                </a:lnTo>
                <a:lnTo>
                  <a:pt x="987" y="135"/>
                </a:lnTo>
                <a:lnTo>
                  <a:pt x="986" y="136"/>
                </a:lnTo>
                <a:lnTo>
                  <a:pt x="985" y="136"/>
                </a:lnTo>
                <a:lnTo>
                  <a:pt x="985" y="137"/>
                </a:lnTo>
                <a:lnTo>
                  <a:pt x="985" y="138"/>
                </a:lnTo>
                <a:lnTo>
                  <a:pt x="986" y="138"/>
                </a:lnTo>
                <a:lnTo>
                  <a:pt x="987" y="138"/>
                </a:lnTo>
                <a:lnTo>
                  <a:pt x="989" y="138"/>
                </a:lnTo>
                <a:lnTo>
                  <a:pt x="993" y="138"/>
                </a:lnTo>
                <a:lnTo>
                  <a:pt x="997" y="140"/>
                </a:lnTo>
                <a:lnTo>
                  <a:pt x="998" y="140"/>
                </a:lnTo>
                <a:lnTo>
                  <a:pt x="997" y="140"/>
                </a:lnTo>
                <a:lnTo>
                  <a:pt x="997" y="141"/>
                </a:lnTo>
                <a:lnTo>
                  <a:pt x="997" y="142"/>
                </a:lnTo>
                <a:lnTo>
                  <a:pt x="998" y="142"/>
                </a:lnTo>
                <a:lnTo>
                  <a:pt x="1001" y="142"/>
                </a:lnTo>
                <a:lnTo>
                  <a:pt x="1002" y="142"/>
                </a:lnTo>
                <a:lnTo>
                  <a:pt x="1003" y="142"/>
                </a:lnTo>
                <a:lnTo>
                  <a:pt x="1007" y="140"/>
                </a:lnTo>
                <a:lnTo>
                  <a:pt x="1010" y="139"/>
                </a:lnTo>
                <a:lnTo>
                  <a:pt x="1012" y="139"/>
                </a:lnTo>
                <a:lnTo>
                  <a:pt x="1017" y="140"/>
                </a:lnTo>
                <a:lnTo>
                  <a:pt x="1018" y="140"/>
                </a:lnTo>
                <a:lnTo>
                  <a:pt x="1019" y="140"/>
                </a:lnTo>
                <a:lnTo>
                  <a:pt x="1019" y="141"/>
                </a:lnTo>
                <a:lnTo>
                  <a:pt x="1021" y="141"/>
                </a:lnTo>
                <a:lnTo>
                  <a:pt x="1023" y="142"/>
                </a:lnTo>
                <a:lnTo>
                  <a:pt x="1024" y="142"/>
                </a:lnTo>
                <a:lnTo>
                  <a:pt x="1025" y="142"/>
                </a:lnTo>
                <a:lnTo>
                  <a:pt x="1026" y="142"/>
                </a:lnTo>
                <a:lnTo>
                  <a:pt x="1027" y="142"/>
                </a:lnTo>
                <a:lnTo>
                  <a:pt x="1027" y="143"/>
                </a:lnTo>
                <a:lnTo>
                  <a:pt x="1027" y="144"/>
                </a:lnTo>
                <a:lnTo>
                  <a:pt x="1027" y="145"/>
                </a:lnTo>
                <a:lnTo>
                  <a:pt x="1028" y="145"/>
                </a:lnTo>
                <a:lnTo>
                  <a:pt x="1029" y="145"/>
                </a:lnTo>
                <a:lnTo>
                  <a:pt x="1031" y="145"/>
                </a:lnTo>
                <a:lnTo>
                  <a:pt x="1032" y="145"/>
                </a:lnTo>
                <a:lnTo>
                  <a:pt x="1033" y="145"/>
                </a:lnTo>
                <a:lnTo>
                  <a:pt x="1034" y="145"/>
                </a:lnTo>
                <a:lnTo>
                  <a:pt x="1035" y="145"/>
                </a:lnTo>
                <a:lnTo>
                  <a:pt x="1036" y="145"/>
                </a:lnTo>
                <a:lnTo>
                  <a:pt x="1038" y="146"/>
                </a:lnTo>
                <a:lnTo>
                  <a:pt x="1041" y="146"/>
                </a:lnTo>
                <a:lnTo>
                  <a:pt x="1042" y="145"/>
                </a:lnTo>
                <a:lnTo>
                  <a:pt x="1044" y="143"/>
                </a:lnTo>
                <a:lnTo>
                  <a:pt x="1044" y="142"/>
                </a:lnTo>
                <a:lnTo>
                  <a:pt x="1044" y="141"/>
                </a:lnTo>
                <a:lnTo>
                  <a:pt x="1045" y="141"/>
                </a:lnTo>
                <a:lnTo>
                  <a:pt x="1047" y="139"/>
                </a:lnTo>
                <a:lnTo>
                  <a:pt x="1049" y="138"/>
                </a:lnTo>
                <a:lnTo>
                  <a:pt x="1050" y="138"/>
                </a:lnTo>
                <a:lnTo>
                  <a:pt x="1051" y="138"/>
                </a:lnTo>
                <a:lnTo>
                  <a:pt x="1051" y="139"/>
                </a:lnTo>
                <a:lnTo>
                  <a:pt x="1052" y="139"/>
                </a:lnTo>
                <a:lnTo>
                  <a:pt x="1053" y="139"/>
                </a:lnTo>
                <a:lnTo>
                  <a:pt x="1054" y="139"/>
                </a:lnTo>
                <a:lnTo>
                  <a:pt x="1058" y="139"/>
                </a:lnTo>
                <a:lnTo>
                  <a:pt x="1063" y="139"/>
                </a:lnTo>
                <a:lnTo>
                  <a:pt x="1064" y="138"/>
                </a:lnTo>
                <a:lnTo>
                  <a:pt x="1065" y="139"/>
                </a:lnTo>
                <a:lnTo>
                  <a:pt x="1065" y="140"/>
                </a:lnTo>
                <a:lnTo>
                  <a:pt x="1066" y="140"/>
                </a:lnTo>
                <a:lnTo>
                  <a:pt x="1067" y="141"/>
                </a:lnTo>
                <a:lnTo>
                  <a:pt x="1068" y="141"/>
                </a:lnTo>
                <a:lnTo>
                  <a:pt x="1068" y="142"/>
                </a:lnTo>
                <a:lnTo>
                  <a:pt x="1069" y="142"/>
                </a:lnTo>
                <a:lnTo>
                  <a:pt x="1070" y="142"/>
                </a:lnTo>
                <a:lnTo>
                  <a:pt x="1070" y="141"/>
                </a:lnTo>
                <a:lnTo>
                  <a:pt x="1071" y="141"/>
                </a:lnTo>
                <a:lnTo>
                  <a:pt x="1072" y="142"/>
                </a:lnTo>
                <a:lnTo>
                  <a:pt x="1073" y="142"/>
                </a:lnTo>
                <a:lnTo>
                  <a:pt x="1073" y="143"/>
                </a:lnTo>
                <a:lnTo>
                  <a:pt x="1074" y="144"/>
                </a:lnTo>
                <a:lnTo>
                  <a:pt x="1074" y="145"/>
                </a:lnTo>
                <a:lnTo>
                  <a:pt x="1075" y="145"/>
                </a:lnTo>
                <a:lnTo>
                  <a:pt x="1075" y="146"/>
                </a:lnTo>
                <a:lnTo>
                  <a:pt x="1075" y="147"/>
                </a:lnTo>
                <a:lnTo>
                  <a:pt x="1075" y="148"/>
                </a:lnTo>
                <a:lnTo>
                  <a:pt x="1076" y="149"/>
                </a:lnTo>
                <a:lnTo>
                  <a:pt x="1076" y="150"/>
                </a:lnTo>
                <a:lnTo>
                  <a:pt x="1076" y="152"/>
                </a:lnTo>
                <a:lnTo>
                  <a:pt x="1076" y="153"/>
                </a:lnTo>
                <a:lnTo>
                  <a:pt x="1076" y="154"/>
                </a:lnTo>
                <a:lnTo>
                  <a:pt x="1077" y="154"/>
                </a:lnTo>
                <a:lnTo>
                  <a:pt x="1078" y="153"/>
                </a:lnTo>
                <a:lnTo>
                  <a:pt x="1080" y="152"/>
                </a:lnTo>
                <a:lnTo>
                  <a:pt x="1081" y="152"/>
                </a:lnTo>
                <a:lnTo>
                  <a:pt x="1082" y="152"/>
                </a:lnTo>
                <a:lnTo>
                  <a:pt x="1083" y="152"/>
                </a:lnTo>
                <a:lnTo>
                  <a:pt x="1084" y="152"/>
                </a:lnTo>
                <a:lnTo>
                  <a:pt x="1085" y="153"/>
                </a:lnTo>
                <a:lnTo>
                  <a:pt x="1086" y="156"/>
                </a:lnTo>
                <a:lnTo>
                  <a:pt x="1088" y="157"/>
                </a:lnTo>
                <a:lnTo>
                  <a:pt x="1089" y="157"/>
                </a:lnTo>
                <a:lnTo>
                  <a:pt x="1090" y="157"/>
                </a:lnTo>
                <a:lnTo>
                  <a:pt x="1090" y="156"/>
                </a:lnTo>
                <a:lnTo>
                  <a:pt x="1091" y="155"/>
                </a:lnTo>
                <a:lnTo>
                  <a:pt x="1092" y="154"/>
                </a:lnTo>
                <a:lnTo>
                  <a:pt x="1094" y="154"/>
                </a:lnTo>
                <a:lnTo>
                  <a:pt x="1094" y="153"/>
                </a:lnTo>
                <a:lnTo>
                  <a:pt x="1095" y="153"/>
                </a:lnTo>
                <a:lnTo>
                  <a:pt x="1096" y="153"/>
                </a:lnTo>
                <a:lnTo>
                  <a:pt x="1097" y="153"/>
                </a:lnTo>
                <a:lnTo>
                  <a:pt x="1098" y="153"/>
                </a:lnTo>
                <a:lnTo>
                  <a:pt x="1099" y="152"/>
                </a:lnTo>
                <a:lnTo>
                  <a:pt x="1100" y="151"/>
                </a:lnTo>
                <a:lnTo>
                  <a:pt x="1100" y="152"/>
                </a:lnTo>
                <a:lnTo>
                  <a:pt x="1101" y="152"/>
                </a:lnTo>
                <a:lnTo>
                  <a:pt x="1102" y="152"/>
                </a:lnTo>
                <a:lnTo>
                  <a:pt x="1102" y="151"/>
                </a:lnTo>
                <a:lnTo>
                  <a:pt x="1103" y="151"/>
                </a:lnTo>
                <a:lnTo>
                  <a:pt x="1104" y="151"/>
                </a:lnTo>
                <a:lnTo>
                  <a:pt x="1106" y="151"/>
                </a:lnTo>
                <a:lnTo>
                  <a:pt x="1107" y="151"/>
                </a:lnTo>
                <a:lnTo>
                  <a:pt x="1109" y="151"/>
                </a:lnTo>
                <a:lnTo>
                  <a:pt x="1111" y="151"/>
                </a:lnTo>
                <a:lnTo>
                  <a:pt x="1113" y="151"/>
                </a:lnTo>
                <a:lnTo>
                  <a:pt x="1115" y="151"/>
                </a:lnTo>
                <a:lnTo>
                  <a:pt x="1116" y="151"/>
                </a:lnTo>
                <a:lnTo>
                  <a:pt x="1117" y="151"/>
                </a:lnTo>
                <a:lnTo>
                  <a:pt x="1118" y="151"/>
                </a:lnTo>
                <a:lnTo>
                  <a:pt x="1118" y="150"/>
                </a:lnTo>
                <a:lnTo>
                  <a:pt x="1119" y="150"/>
                </a:lnTo>
                <a:lnTo>
                  <a:pt x="1119" y="149"/>
                </a:lnTo>
                <a:lnTo>
                  <a:pt x="1121" y="148"/>
                </a:lnTo>
                <a:lnTo>
                  <a:pt x="1122" y="148"/>
                </a:lnTo>
                <a:lnTo>
                  <a:pt x="1123" y="148"/>
                </a:lnTo>
                <a:lnTo>
                  <a:pt x="1125" y="147"/>
                </a:lnTo>
                <a:lnTo>
                  <a:pt x="1126" y="147"/>
                </a:lnTo>
                <a:lnTo>
                  <a:pt x="1127" y="147"/>
                </a:lnTo>
                <a:lnTo>
                  <a:pt x="1128" y="146"/>
                </a:lnTo>
                <a:lnTo>
                  <a:pt x="1129" y="146"/>
                </a:lnTo>
                <a:lnTo>
                  <a:pt x="1129" y="145"/>
                </a:lnTo>
                <a:lnTo>
                  <a:pt x="1130" y="145"/>
                </a:lnTo>
                <a:lnTo>
                  <a:pt x="1132" y="144"/>
                </a:lnTo>
                <a:lnTo>
                  <a:pt x="1133" y="144"/>
                </a:lnTo>
                <a:lnTo>
                  <a:pt x="1133" y="143"/>
                </a:lnTo>
                <a:lnTo>
                  <a:pt x="1134" y="143"/>
                </a:lnTo>
                <a:lnTo>
                  <a:pt x="1136" y="143"/>
                </a:lnTo>
                <a:lnTo>
                  <a:pt x="1138" y="143"/>
                </a:lnTo>
                <a:lnTo>
                  <a:pt x="1138" y="142"/>
                </a:lnTo>
                <a:lnTo>
                  <a:pt x="1138" y="141"/>
                </a:lnTo>
                <a:lnTo>
                  <a:pt x="1139" y="141"/>
                </a:lnTo>
                <a:lnTo>
                  <a:pt x="1141" y="139"/>
                </a:lnTo>
                <a:lnTo>
                  <a:pt x="1141" y="138"/>
                </a:lnTo>
                <a:lnTo>
                  <a:pt x="1141" y="137"/>
                </a:lnTo>
                <a:lnTo>
                  <a:pt x="1142" y="136"/>
                </a:lnTo>
                <a:lnTo>
                  <a:pt x="1143" y="136"/>
                </a:lnTo>
                <a:lnTo>
                  <a:pt x="1144" y="135"/>
                </a:lnTo>
                <a:lnTo>
                  <a:pt x="1144" y="133"/>
                </a:lnTo>
                <a:lnTo>
                  <a:pt x="1143" y="133"/>
                </a:lnTo>
                <a:lnTo>
                  <a:pt x="1142" y="133"/>
                </a:lnTo>
                <a:lnTo>
                  <a:pt x="1142" y="132"/>
                </a:lnTo>
                <a:lnTo>
                  <a:pt x="1141" y="132"/>
                </a:lnTo>
                <a:lnTo>
                  <a:pt x="1140" y="131"/>
                </a:lnTo>
                <a:lnTo>
                  <a:pt x="1140" y="130"/>
                </a:lnTo>
                <a:lnTo>
                  <a:pt x="1140" y="128"/>
                </a:lnTo>
                <a:lnTo>
                  <a:pt x="1141" y="127"/>
                </a:lnTo>
                <a:lnTo>
                  <a:pt x="1142" y="127"/>
                </a:lnTo>
                <a:lnTo>
                  <a:pt x="1143" y="127"/>
                </a:lnTo>
                <a:lnTo>
                  <a:pt x="1144" y="127"/>
                </a:lnTo>
                <a:lnTo>
                  <a:pt x="1145" y="127"/>
                </a:lnTo>
                <a:lnTo>
                  <a:pt x="1146" y="127"/>
                </a:lnTo>
                <a:lnTo>
                  <a:pt x="1147" y="127"/>
                </a:lnTo>
                <a:lnTo>
                  <a:pt x="1147" y="126"/>
                </a:lnTo>
                <a:lnTo>
                  <a:pt x="1148" y="126"/>
                </a:lnTo>
                <a:lnTo>
                  <a:pt x="1149" y="126"/>
                </a:lnTo>
                <a:lnTo>
                  <a:pt x="1150" y="126"/>
                </a:lnTo>
                <a:lnTo>
                  <a:pt x="1151" y="126"/>
                </a:lnTo>
                <a:lnTo>
                  <a:pt x="1152" y="127"/>
                </a:lnTo>
                <a:lnTo>
                  <a:pt x="1154" y="127"/>
                </a:lnTo>
                <a:lnTo>
                  <a:pt x="1154" y="126"/>
                </a:lnTo>
                <a:lnTo>
                  <a:pt x="1156" y="126"/>
                </a:lnTo>
                <a:lnTo>
                  <a:pt x="1157" y="125"/>
                </a:lnTo>
                <a:lnTo>
                  <a:pt x="1158" y="125"/>
                </a:lnTo>
                <a:lnTo>
                  <a:pt x="1159" y="125"/>
                </a:lnTo>
                <a:lnTo>
                  <a:pt x="1160" y="125"/>
                </a:lnTo>
                <a:lnTo>
                  <a:pt x="1160" y="124"/>
                </a:lnTo>
                <a:lnTo>
                  <a:pt x="1161" y="124"/>
                </a:lnTo>
                <a:lnTo>
                  <a:pt x="1162" y="124"/>
                </a:lnTo>
                <a:lnTo>
                  <a:pt x="1163" y="124"/>
                </a:lnTo>
                <a:lnTo>
                  <a:pt x="1164" y="124"/>
                </a:lnTo>
                <a:lnTo>
                  <a:pt x="1165" y="124"/>
                </a:lnTo>
                <a:lnTo>
                  <a:pt x="1167" y="125"/>
                </a:lnTo>
                <a:lnTo>
                  <a:pt x="1168" y="125"/>
                </a:lnTo>
                <a:lnTo>
                  <a:pt x="1168" y="124"/>
                </a:lnTo>
                <a:lnTo>
                  <a:pt x="1169" y="124"/>
                </a:lnTo>
                <a:lnTo>
                  <a:pt x="1170" y="124"/>
                </a:lnTo>
                <a:lnTo>
                  <a:pt x="1172" y="124"/>
                </a:lnTo>
                <a:lnTo>
                  <a:pt x="1173" y="124"/>
                </a:lnTo>
                <a:lnTo>
                  <a:pt x="1174" y="124"/>
                </a:lnTo>
                <a:lnTo>
                  <a:pt x="1176" y="123"/>
                </a:lnTo>
                <a:lnTo>
                  <a:pt x="1177" y="123"/>
                </a:lnTo>
                <a:lnTo>
                  <a:pt x="1179" y="123"/>
                </a:lnTo>
                <a:lnTo>
                  <a:pt x="1180" y="123"/>
                </a:lnTo>
                <a:lnTo>
                  <a:pt x="1182" y="122"/>
                </a:lnTo>
                <a:lnTo>
                  <a:pt x="1183" y="122"/>
                </a:lnTo>
                <a:lnTo>
                  <a:pt x="1184" y="122"/>
                </a:lnTo>
                <a:lnTo>
                  <a:pt x="1185" y="122"/>
                </a:lnTo>
                <a:lnTo>
                  <a:pt x="1185" y="123"/>
                </a:lnTo>
                <a:lnTo>
                  <a:pt x="1186" y="123"/>
                </a:lnTo>
                <a:lnTo>
                  <a:pt x="1187" y="124"/>
                </a:lnTo>
                <a:lnTo>
                  <a:pt x="1188" y="124"/>
                </a:lnTo>
                <a:lnTo>
                  <a:pt x="1189" y="124"/>
                </a:lnTo>
                <a:lnTo>
                  <a:pt x="1190" y="124"/>
                </a:lnTo>
                <a:lnTo>
                  <a:pt x="1190" y="123"/>
                </a:lnTo>
                <a:lnTo>
                  <a:pt x="1191" y="123"/>
                </a:lnTo>
                <a:lnTo>
                  <a:pt x="1192" y="123"/>
                </a:lnTo>
                <a:lnTo>
                  <a:pt x="1194" y="123"/>
                </a:lnTo>
                <a:lnTo>
                  <a:pt x="1195" y="122"/>
                </a:lnTo>
                <a:lnTo>
                  <a:pt x="1196" y="121"/>
                </a:lnTo>
                <a:lnTo>
                  <a:pt x="1197" y="121"/>
                </a:lnTo>
                <a:lnTo>
                  <a:pt x="1198" y="121"/>
                </a:lnTo>
                <a:lnTo>
                  <a:pt x="1199" y="121"/>
                </a:lnTo>
                <a:lnTo>
                  <a:pt x="1199" y="120"/>
                </a:lnTo>
                <a:lnTo>
                  <a:pt x="1201" y="119"/>
                </a:lnTo>
                <a:lnTo>
                  <a:pt x="1202" y="119"/>
                </a:lnTo>
                <a:lnTo>
                  <a:pt x="1202" y="120"/>
                </a:lnTo>
                <a:lnTo>
                  <a:pt x="1203" y="120"/>
                </a:lnTo>
                <a:lnTo>
                  <a:pt x="1204" y="120"/>
                </a:lnTo>
                <a:lnTo>
                  <a:pt x="1204" y="119"/>
                </a:lnTo>
                <a:lnTo>
                  <a:pt x="1207" y="119"/>
                </a:lnTo>
                <a:lnTo>
                  <a:pt x="1207" y="118"/>
                </a:lnTo>
                <a:lnTo>
                  <a:pt x="1208" y="118"/>
                </a:lnTo>
                <a:lnTo>
                  <a:pt x="1208" y="117"/>
                </a:lnTo>
                <a:lnTo>
                  <a:pt x="1209" y="117"/>
                </a:lnTo>
                <a:lnTo>
                  <a:pt x="1210" y="117"/>
                </a:lnTo>
                <a:lnTo>
                  <a:pt x="1211" y="117"/>
                </a:lnTo>
                <a:lnTo>
                  <a:pt x="1212" y="117"/>
                </a:lnTo>
                <a:lnTo>
                  <a:pt x="1212" y="116"/>
                </a:lnTo>
                <a:lnTo>
                  <a:pt x="1215" y="115"/>
                </a:lnTo>
                <a:lnTo>
                  <a:pt x="1218" y="115"/>
                </a:lnTo>
                <a:lnTo>
                  <a:pt x="1221" y="115"/>
                </a:lnTo>
                <a:lnTo>
                  <a:pt x="1222" y="114"/>
                </a:lnTo>
                <a:lnTo>
                  <a:pt x="1223" y="114"/>
                </a:lnTo>
                <a:lnTo>
                  <a:pt x="1225" y="114"/>
                </a:lnTo>
                <a:lnTo>
                  <a:pt x="1227" y="113"/>
                </a:lnTo>
                <a:lnTo>
                  <a:pt x="1228" y="113"/>
                </a:lnTo>
                <a:lnTo>
                  <a:pt x="1229" y="113"/>
                </a:lnTo>
                <a:lnTo>
                  <a:pt x="1231" y="113"/>
                </a:lnTo>
                <a:lnTo>
                  <a:pt x="1231" y="112"/>
                </a:lnTo>
                <a:lnTo>
                  <a:pt x="1232" y="112"/>
                </a:lnTo>
                <a:lnTo>
                  <a:pt x="1233" y="111"/>
                </a:lnTo>
                <a:lnTo>
                  <a:pt x="1234" y="110"/>
                </a:lnTo>
                <a:lnTo>
                  <a:pt x="1237" y="107"/>
                </a:lnTo>
                <a:lnTo>
                  <a:pt x="1239" y="107"/>
                </a:lnTo>
                <a:lnTo>
                  <a:pt x="1241" y="107"/>
                </a:lnTo>
                <a:lnTo>
                  <a:pt x="1242" y="107"/>
                </a:lnTo>
                <a:lnTo>
                  <a:pt x="1243" y="106"/>
                </a:lnTo>
                <a:lnTo>
                  <a:pt x="1245" y="106"/>
                </a:lnTo>
                <a:lnTo>
                  <a:pt x="1247" y="106"/>
                </a:lnTo>
                <a:lnTo>
                  <a:pt x="1248" y="107"/>
                </a:lnTo>
                <a:lnTo>
                  <a:pt x="1249" y="107"/>
                </a:lnTo>
                <a:lnTo>
                  <a:pt x="1249" y="108"/>
                </a:lnTo>
                <a:lnTo>
                  <a:pt x="1249" y="107"/>
                </a:lnTo>
                <a:lnTo>
                  <a:pt x="1250" y="107"/>
                </a:lnTo>
                <a:lnTo>
                  <a:pt x="1251" y="108"/>
                </a:lnTo>
                <a:lnTo>
                  <a:pt x="1252" y="109"/>
                </a:lnTo>
                <a:lnTo>
                  <a:pt x="1253" y="109"/>
                </a:lnTo>
                <a:lnTo>
                  <a:pt x="1254" y="109"/>
                </a:lnTo>
                <a:lnTo>
                  <a:pt x="1256" y="110"/>
                </a:lnTo>
                <a:lnTo>
                  <a:pt x="1257" y="110"/>
                </a:lnTo>
                <a:lnTo>
                  <a:pt x="1258" y="110"/>
                </a:lnTo>
                <a:lnTo>
                  <a:pt x="1259" y="110"/>
                </a:lnTo>
                <a:lnTo>
                  <a:pt x="1260" y="111"/>
                </a:lnTo>
                <a:lnTo>
                  <a:pt x="1262" y="111"/>
                </a:lnTo>
                <a:lnTo>
                  <a:pt x="1264" y="111"/>
                </a:lnTo>
                <a:lnTo>
                  <a:pt x="1265" y="111"/>
                </a:lnTo>
                <a:lnTo>
                  <a:pt x="1265" y="110"/>
                </a:lnTo>
                <a:lnTo>
                  <a:pt x="1266" y="110"/>
                </a:lnTo>
                <a:lnTo>
                  <a:pt x="1270" y="110"/>
                </a:lnTo>
                <a:lnTo>
                  <a:pt x="1271" y="110"/>
                </a:lnTo>
                <a:lnTo>
                  <a:pt x="1272" y="109"/>
                </a:lnTo>
                <a:lnTo>
                  <a:pt x="1273" y="109"/>
                </a:lnTo>
                <a:lnTo>
                  <a:pt x="1274" y="109"/>
                </a:lnTo>
                <a:lnTo>
                  <a:pt x="1275" y="108"/>
                </a:lnTo>
                <a:lnTo>
                  <a:pt x="1275" y="107"/>
                </a:lnTo>
                <a:lnTo>
                  <a:pt x="1275" y="106"/>
                </a:lnTo>
                <a:lnTo>
                  <a:pt x="1276" y="107"/>
                </a:lnTo>
                <a:lnTo>
                  <a:pt x="1278" y="107"/>
                </a:lnTo>
                <a:lnTo>
                  <a:pt x="1280" y="107"/>
                </a:lnTo>
                <a:lnTo>
                  <a:pt x="1281" y="107"/>
                </a:lnTo>
                <a:lnTo>
                  <a:pt x="1282" y="106"/>
                </a:lnTo>
                <a:lnTo>
                  <a:pt x="1283" y="106"/>
                </a:lnTo>
                <a:lnTo>
                  <a:pt x="1285" y="107"/>
                </a:lnTo>
                <a:lnTo>
                  <a:pt x="1286" y="107"/>
                </a:lnTo>
                <a:lnTo>
                  <a:pt x="1285" y="107"/>
                </a:lnTo>
                <a:lnTo>
                  <a:pt x="1285" y="108"/>
                </a:lnTo>
                <a:lnTo>
                  <a:pt x="1285" y="109"/>
                </a:lnTo>
                <a:lnTo>
                  <a:pt x="1286" y="110"/>
                </a:lnTo>
                <a:lnTo>
                  <a:pt x="1287" y="111"/>
                </a:lnTo>
                <a:lnTo>
                  <a:pt x="1288" y="111"/>
                </a:lnTo>
                <a:lnTo>
                  <a:pt x="1289" y="112"/>
                </a:lnTo>
                <a:lnTo>
                  <a:pt x="1290" y="112"/>
                </a:lnTo>
                <a:lnTo>
                  <a:pt x="1291" y="113"/>
                </a:lnTo>
                <a:lnTo>
                  <a:pt x="1293" y="115"/>
                </a:lnTo>
                <a:lnTo>
                  <a:pt x="1294" y="116"/>
                </a:lnTo>
                <a:lnTo>
                  <a:pt x="1295" y="118"/>
                </a:lnTo>
                <a:lnTo>
                  <a:pt x="1295" y="119"/>
                </a:lnTo>
                <a:lnTo>
                  <a:pt x="1296" y="121"/>
                </a:lnTo>
                <a:lnTo>
                  <a:pt x="1296" y="122"/>
                </a:lnTo>
                <a:lnTo>
                  <a:pt x="1296" y="126"/>
                </a:lnTo>
                <a:lnTo>
                  <a:pt x="1296" y="127"/>
                </a:lnTo>
                <a:lnTo>
                  <a:pt x="1297" y="127"/>
                </a:lnTo>
                <a:lnTo>
                  <a:pt x="1298" y="127"/>
                </a:lnTo>
                <a:lnTo>
                  <a:pt x="1299" y="128"/>
                </a:lnTo>
                <a:lnTo>
                  <a:pt x="1300" y="128"/>
                </a:lnTo>
                <a:lnTo>
                  <a:pt x="1300" y="129"/>
                </a:lnTo>
                <a:lnTo>
                  <a:pt x="1301" y="129"/>
                </a:lnTo>
                <a:lnTo>
                  <a:pt x="1302" y="130"/>
                </a:lnTo>
                <a:lnTo>
                  <a:pt x="1304" y="131"/>
                </a:lnTo>
                <a:lnTo>
                  <a:pt x="1305" y="131"/>
                </a:lnTo>
                <a:lnTo>
                  <a:pt x="1306" y="131"/>
                </a:lnTo>
                <a:lnTo>
                  <a:pt x="1306" y="132"/>
                </a:lnTo>
                <a:lnTo>
                  <a:pt x="1309" y="132"/>
                </a:lnTo>
                <a:lnTo>
                  <a:pt x="1310" y="133"/>
                </a:lnTo>
                <a:lnTo>
                  <a:pt x="1311" y="134"/>
                </a:lnTo>
                <a:lnTo>
                  <a:pt x="1313" y="134"/>
                </a:lnTo>
                <a:lnTo>
                  <a:pt x="1315" y="134"/>
                </a:lnTo>
                <a:lnTo>
                  <a:pt x="1316" y="135"/>
                </a:lnTo>
                <a:lnTo>
                  <a:pt x="1317" y="135"/>
                </a:lnTo>
                <a:lnTo>
                  <a:pt x="1319" y="136"/>
                </a:lnTo>
                <a:lnTo>
                  <a:pt x="1319" y="137"/>
                </a:lnTo>
                <a:lnTo>
                  <a:pt x="1319" y="138"/>
                </a:lnTo>
                <a:lnTo>
                  <a:pt x="1319" y="139"/>
                </a:lnTo>
                <a:lnTo>
                  <a:pt x="1319" y="140"/>
                </a:lnTo>
                <a:lnTo>
                  <a:pt x="1320" y="140"/>
                </a:lnTo>
                <a:lnTo>
                  <a:pt x="1321" y="141"/>
                </a:lnTo>
                <a:lnTo>
                  <a:pt x="1322" y="142"/>
                </a:lnTo>
                <a:lnTo>
                  <a:pt x="1323" y="143"/>
                </a:lnTo>
                <a:lnTo>
                  <a:pt x="1323" y="144"/>
                </a:lnTo>
                <a:lnTo>
                  <a:pt x="1324" y="144"/>
                </a:lnTo>
                <a:lnTo>
                  <a:pt x="1324" y="145"/>
                </a:lnTo>
                <a:lnTo>
                  <a:pt x="1325" y="145"/>
                </a:lnTo>
                <a:lnTo>
                  <a:pt x="1325" y="146"/>
                </a:lnTo>
                <a:lnTo>
                  <a:pt x="1326" y="146"/>
                </a:lnTo>
                <a:lnTo>
                  <a:pt x="1327" y="145"/>
                </a:lnTo>
                <a:lnTo>
                  <a:pt x="1328" y="145"/>
                </a:lnTo>
                <a:lnTo>
                  <a:pt x="1329" y="146"/>
                </a:lnTo>
                <a:lnTo>
                  <a:pt x="1330" y="146"/>
                </a:lnTo>
                <a:lnTo>
                  <a:pt x="1330" y="145"/>
                </a:lnTo>
                <a:lnTo>
                  <a:pt x="1331" y="145"/>
                </a:lnTo>
                <a:lnTo>
                  <a:pt x="1332" y="144"/>
                </a:lnTo>
                <a:lnTo>
                  <a:pt x="1332" y="145"/>
                </a:lnTo>
                <a:lnTo>
                  <a:pt x="1333" y="145"/>
                </a:lnTo>
                <a:lnTo>
                  <a:pt x="1333" y="144"/>
                </a:lnTo>
                <a:lnTo>
                  <a:pt x="1333" y="143"/>
                </a:lnTo>
                <a:lnTo>
                  <a:pt x="1334" y="143"/>
                </a:lnTo>
                <a:lnTo>
                  <a:pt x="1334" y="142"/>
                </a:lnTo>
                <a:lnTo>
                  <a:pt x="1335" y="142"/>
                </a:lnTo>
                <a:lnTo>
                  <a:pt x="1335" y="141"/>
                </a:lnTo>
                <a:lnTo>
                  <a:pt x="1336" y="140"/>
                </a:lnTo>
                <a:lnTo>
                  <a:pt x="1337" y="140"/>
                </a:lnTo>
                <a:lnTo>
                  <a:pt x="1336" y="140"/>
                </a:lnTo>
                <a:lnTo>
                  <a:pt x="1336" y="139"/>
                </a:lnTo>
                <a:lnTo>
                  <a:pt x="1337" y="138"/>
                </a:lnTo>
                <a:lnTo>
                  <a:pt x="1337" y="136"/>
                </a:lnTo>
                <a:lnTo>
                  <a:pt x="1338" y="135"/>
                </a:lnTo>
                <a:lnTo>
                  <a:pt x="1339" y="135"/>
                </a:lnTo>
                <a:lnTo>
                  <a:pt x="1340" y="134"/>
                </a:lnTo>
                <a:lnTo>
                  <a:pt x="1340" y="133"/>
                </a:lnTo>
                <a:lnTo>
                  <a:pt x="1341" y="132"/>
                </a:lnTo>
                <a:lnTo>
                  <a:pt x="1342" y="132"/>
                </a:lnTo>
                <a:lnTo>
                  <a:pt x="1342" y="131"/>
                </a:lnTo>
                <a:lnTo>
                  <a:pt x="1342" y="130"/>
                </a:lnTo>
                <a:lnTo>
                  <a:pt x="1344" y="130"/>
                </a:lnTo>
                <a:lnTo>
                  <a:pt x="1345" y="130"/>
                </a:lnTo>
                <a:lnTo>
                  <a:pt x="1346" y="129"/>
                </a:lnTo>
                <a:lnTo>
                  <a:pt x="1347" y="128"/>
                </a:lnTo>
                <a:lnTo>
                  <a:pt x="1348" y="127"/>
                </a:lnTo>
                <a:lnTo>
                  <a:pt x="1349" y="127"/>
                </a:lnTo>
                <a:lnTo>
                  <a:pt x="1350" y="127"/>
                </a:lnTo>
                <a:lnTo>
                  <a:pt x="1351" y="127"/>
                </a:lnTo>
                <a:lnTo>
                  <a:pt x="1352" y="127"/>
                </a:lnTo>
                <a:lnTo>
                  <a:pt x="1355" y="127"/>
                </a:lnTo>
                <a:lnTo>
                  <a:pt x="1356" y="127"/>
                </a:lnTo>
                <a:lnTo>
                  <a:pt x="1357" y="126"/>
                </a:lnTo>
                <a:lnTo>
                  <a:pt x="1358" y="126"/>
                </a:lnTo>
                <a:lnTo>
                  <a:pt x="1359" y="126"/>
                </a:lnTo>
                <a:lnTo>
                  <a:pt x="1360" y="126"/>
                </a:lnTo>
                <a:lnTo>
                  <a:pt x="1360" y="125"/>
                </a:lnTo>
                <a:lnTo>
                  <a:pt x="1361" y="125"/>
                </a:lnTo>
                <a:lnTo>
                  <a:pt x="1362" y="125"/>
                </a:lnTo>
                <a:lnTo>
                  <a:pt x="1363" y="126"/>
                </a:lnTo>
                <a:lnTo>
                  <a:pt x="1364" y="126"/>
                </a:lnTo>
                <a:lnTo>
                  <a:pt x="1365" y="126"/>
                </a:lnTo>
                <a:lnTo>
                  <a:pt x="1366" y="126"/>
                </a:lnTo>
                <a:lnTo>
                  <a:pt x="1367" y="126"/>
                </a:lnTo>
                <a:lnTo>
                  <a:pt x="1368" y="125"/>
                </a:lnTo>
                <a:lnTo>
                  <a:pt x="1369" y="125"/>
                </a:lnTo>
                <a:lnTo>
                  <a:pt x="1370" y="125"/>
                </a:lnTo>
                <a:lnTo>
                  <a:pt x="1371" y="126"/>
                </a:lnTo>
                <a:lnTo>
                  <a:pt x="1371" y="127"/>
                </a:lnTo>
                <a:lnTo>
                  <a:pt x="1372" y="127"/>
                </a:lnTo>
                <a:lnTo>
                  <a:pt x="1372" y="126"/>
                </a:lnTo>
                <a:lnTo>
                  <a:pt x="1373" y="127"/>
                </a:lnTo>
                <a:lnTo>
                  <a:pt x="1376" y="127"/>
                </a:lnTo>
                <a:lnTo>
                  <a:pt x="1376" y="126"/>
                </a:lnTo>
                <a:lnTo>
                  <a:pt x="1377" y="126"/>
                </a:lnTo>
                <a:lnTo>
                  <a:pt x="1380" y="127"/>
                </a:lnTo>
                <a:lnTo>
                  <a:pt x="1381" y="127"/>
                </a:lnTo>
                <a:lnTo>
                  <a:pt x="1383" y="127"/>
                </a:lnTo>
                <a:lnTo>
                  <a:pt x="1385" y="127"/>
                </a:lnTo>
                <a:lnTo>
                  <a:pt x="1386" y="128"/>
                </a:lnTo>
                <a:lnTo>
                  <a:pt x="1388" y="128"/>
                </a:lnTo>
                <a:lnTo>
                  <a:pt x="1389" y="129"/>
                </a:lnTo>
                <a:lnTo>
                  <a:pt x="1390" y="129"/>
                </a:lnTo>
                <a:lnTo>
                  <a:pt x="1391" y="129"/>
                </a:lnTo>
                <a:lnTo>
                  <a:pt x="1391" y="130"/>
                </a:lnTo>
                <a:lnTo>
                  <a:pt x="1392" y="129"/>
                </a:lnTo>
                <a:lnTo>
                  <a:pt x="1393" y="129"/>
                </a:lnTo>
                <a:lnTo>
                  <a:pt x="1393" y="128"/>
                </a:lnTo>
                <a:lnTo>
                  <a:pt x="1395" y="128"/>
                </a:lnTo>
                <a:lnTo>
                  <a:pt x="1396" y="127"/>
                </a:lnTo>
                <a:lnTo>
                  <a:pt x="1396" y="126"/>
                </a:lnTo>
                <a:lnTo>
                  <a:pt x="1397" y="126"/>
                </a:lnTo>
                <a:lnTo>
                  <a:pt x="1398" y="125"/>
                </a:lnTo>
                <a:lnTo>
                  <a:pt x="1399" y="124"/>
                </a:lnTo>
                <a:lnTo>
                  <a:pt x="1400" y="123"/>
                </a:lnTo>
                <a:lnTo>
                  <a:pt x="1401" y="123"/>
                </a:lnTo>
                <a:lnTo>
                  <a:pt x="1402" y="123"/>
                </a:lnTo>
                <a:lnTo>
                  <a:pt x="1402" y="122"/>
                </a:lnTo>
                <a:lnTo>
                  <a:pt x="1404" y="120"/>
                </a:lnTo>
                <a:lnTo>
                  <a:pt x="1405" y="120"/>
                </a:lnTo>
                <a:lnTo>
                  <a:pt x="1406" y="120"/>
                </a:lnTo>
                <a:lnTo>
                  <a:pt x="1407" y="120"/>
                </a:lnTo>
                <a:lnTo>
                  <a:pt x="1407" y="119"/>
                </a:lnTo>
                <a:lnTo>
                  <a:pt x="1408" y="118"/>
                </a:lnTo>
                <a:lnTo>
                  <a:pt x="1409" y="118"/>
                </a:lnTo>
                <a:lnTo>
                  <a:pt x="1410" y="119"/>
                </a:lnTo>
                <a:lnTo>
                  <a:pt x="1411" y="120"/>
                </a:lnTo>
                <a:lnTo>
                  <a:pt x="1412" y="119"/>
                </a:lnTo>
                <a:lnTo>
                  <a:pt x="1412" y="118"/>
                </a:lnTo>
                <a:lnTo>
                  <a:pt x="1413" y="117"/>
                </a:lnTo>
                <a:lnTo>
                  <a:pt x="1414" y="117"/>
                </a:lnTo>
                <a:lnTo>
                  <a:pt x="1415" y="117"/>
                </a:lnTo>
                <a:lnTo>
                  <a:pt x="1416" y="117"/>
                </a:lnTo>
                <a:lnTo>
                  <a:pt x="1416" y="116"/>
                </a:lnTo>
                <a:lnTo>
                  <a:pt x="1416" y="115"/>
                </a:lnTo>
                <a:lnTo>
                  <a:pt x="1417" y="115"/>
                </a:lnTo>
                <a:lnTo>
                  <a:pt x="1418" y="114"/>
                </a:lnTo>
                <a:lnTo>
                  <a:pt x="1419" y="112"/>
                </a:lnTo>
                <a:lnTo>
                  <a:pt x="1419" y="110"/>
                </a:lnTo>
                <a:lnTo>
                  <a:pt x="1420" y="109"/>
                </a:lnTo>
                <a:lnTo>
                  <a:pt x="1420" y="107"/>
                </a:lnTo>
                <a:lnTo>
                  <a:pt x="1422" y="105"/>
                </a:lnTo>
                <a:lnTo>
                  <a:pt x="1422" y="104"/>
                </a:lnTo>
                <a:lnTo>
                  <a:pt x="1423" y="104"/>
                </a:lnTo>
                <a:lnTo>
                  <a:pt x="1424" y="104"/>
                </a:lnTo>
                <a:lnTo>
                  <a:pt x="1425" y="104"/>
                </a:lnTo>
                <a:lnTo>
                  <a:pt x="1426" y="103"/>
                </a:lnTo>
                <a:lnTo>
                  <a:pt x="1426" y="102"/>
                </a:lnTo>
                <a:lnTo>
                  <a:pt x="1427" y="102"/>
                </a:lnTo>
                <a:lnTo>
                  <a:pt x="1427" y="99"/>
                </a:lnTo>
                <a:lnTo>
                  <a:pt x="1428" y="98"/>
                </a:lnTo>
                <a:lnTo>
                  <a:pt x="1428" y="97"/>
                </a:lnTo>
                <a:lnTo>
                  <a:pt x="1428" y="96"/>
                </a:lnTo>
                <a:lnTo>
                  <a:pt x="1428" y="95"/>
                </a:lnTo>
                <a:lnTo>
                  <a:pt x="1429" y="94"/>
                </a:lnTo>
                <a:lnTo>
                  <a:pt x="1430" y="93"/>
                </a:lnTo>
                <a:lnTo>
                  <a:pt x="1431" y="92"/>
                </a:lnTo>
                <a:lnTo>
                  <a:pt x="1431" y="91"/>
                </a:lnTo>
                <a:lnTo>
                  <a:pt x="1432" y="91"/>
                </a:lnTo>
                <a:lnTo>
                  <a:pt x="1432" y="90"/>
                </a:lnTo>
                <a:lnTo>
                  <a:pt x="1433" y="90"/>
                </a:lnTo>
                <a:lnTo>
                  <a:pt x="1434" y="90"/>
                </a:lnTo>
                <a:lnTo>
                  <a:pt x="1434" y="89"/>
                </a:lnTo>
                <a:lnTo>
                  <a:pt x="1435" y="89"/>
                </a:lnTo>
                <a:lnTo>
                  <a:pt x="1435" y="90"/>
                </a:lnTo>
                <a:lnTo>
                  <a:pt x="1436" y="90"/>
                </a:lnTo>
                <a:lnTo>
                  <a:pt x="1436" y="89"/>
                </a:lnTo>
                <a:lnTo>
                  <a:pt x="1436" y="90"/>
                </a:lnTo>
                <a:lnTo>
                  <a:pt x="1437" y="89"/>
                </a:lnTo>
                <a:lnTo>
                  <a:pt x="1437" y="88"/>
                </a:lnTo>
                <a:lnTo>
                  <a:pt x="1437" y="87"/>
                </a:lnTo>
                <a:lnTo>
                  <a:pt x="1438" y="86"/>
                </a:lnTo>
                <a:lnTo>
                  <a:pt x="1438" y="85"/>
                </a:lnTo>
                <a:lnTo>
                  <a:pt x="1439" y="85"/>
                </a:lnTo>
                <a:lnTo>
                  <a:pt x="1440" y="86"/>
                </a:lnTo>
                <a:lnTo>
                  <a:pt x="1442" y="86"/>
                </a:lnTo>
                <a:lnTo>
                  <a:pt x="1442" y="85"/>
                </a:lnTo>
                <a:lnTo>
                  <a:pt x="1442" y="84"/>
                </a:lnTo>
                <a:lnTo>
                  <a:pt x="1442" y="83"/>
                </a:lnTo>
                <a:lnTo>
                  <a:pt x="1442" y="82"/>
                </a:lnTo>
                <a:lnTo>
                  <a:pt x="1442" y="81"/>
                </a:lnTo>
                <a:lnTo>
                  <a:pt x="1441" y="81"/>
                </a:lnTo>
                <a:lnTo>
                  <a:pt x="1441" y="80"/>
                </a:lnTo>
                <a:lnTo>
                  <a:pt x="1441" y="79"/>
                </a:lnTo>
                <a:lnTo>
                  <a:pt x="1440" y="78"/>
                </a:lnTo>
                <a:lnTo>
                  <a:pt x="1440" y="77"/>
                </a:lnTo>
                <a:lnTo>
                  <a:pt x="1440" y="76"/>
                </a:lnTo>
                <a:lnTo>
                  <a:pt x="1441" y="76"/>
                </a:lnTo>
                <a:lnTo>
                  <a:pt x="1441" y="75"/>
                </a:lnTo>
                <a:lnTo>
                  <a:pt x="1441" y="74"/>
                </a:lnTo>
                <a:lnTo>
                  <a:pt x="1442" y="73"/>
                </a:lnTo>
                <a:lnTo>
                  <a:pt x="1441" y="73"/>
                </a:lnTo>
                <a:lnTo>
                  <a:pt x="1442" y="72"/>
                </a:lnTo>
                <a:lnTo>
                  <a:pt x="1442" y="71"/>
                </a:lnTo>
                <a:lnTo>
                  <a:pt x="1442" y="70"/>
                </a:lnTo>
                <a:lnTo>
                  <a:pt x="1443" y="68"/>
                </a:lnTo>
                <a:lnTo>
                  <a:pt x="1443" y="67"/>
                </a:lnTo>
                <a:lnTo>
                  <a:pt x="1443" y="66"/>
                </a:lnTo>
                <a:lnTo>
                  <a:pt x="1443" y="65"/>
                </a:lnTo>
                <a:lnTo>
                  <a:pt x="1444" y="65"/>
                </a:lnTo>
                <a:lnTo>
                  <a:pt x="1445" y="65"/>
                </a:lnTo>
                <a:lnTo>
                  <a:pt x="1446" y="65"/>
                </a:lnTo>
                <a:lnTo>
                  <a:pt x="1447" y="65"/>
                </a:lnTo>
                <a:lnTo>
                  <a:pt x="1448" y="65"/>
                </a:lnTo>
                <a:lnTo>
                  <a:pt x="1449" y="65"/>
                </a:lnTo>
                <a:lnTo>
                  <a:pt x="1449" y="64"/>
                </a:lnTo>
                <a:lnTo>
                  <a:pt x="1450" y="64"/>
                </a:lnTo>
                <a:lnTo>
                  <a:pt x="1451" y="64"/>
                </a:lnTo>
                <a:lnTo>
                  <a:pt x="1452" y="65"/>
                </a:lnTo>
                <a:lnTo>
                  <a:pt x="1452" y="64"/>
                </a:lnTo>
                <a:lnTo>
                  <a:pt x="1453" y="64"/>
                </a:lnTo>
                <a:lnTo>
                  <a:pt x="1454" y="64"/>
                </a:lnTo>
                <a:lnTo>
                  <a:pt x="1454" y="63"/>
                </a:lnTo>
                <a:lnTo>
                  <a:pt x="1455" y="63"/>
                </a:lnTo>
                <a:lnTo>
                  <a:pt x="1456" y="63"/>
                </a:lnTo>
                <a:lnTo>
                  <a:pt x="1457" y="63"/>
                </a:lnTo>
                <a:lnTo>
                  <a:pt x="1457" y="62"/>
                </a:lnTo>
                <a:lnTo>
                  <a:pt x="1458" y="62"/>
                </a:lnTo>
                <a:lnTo>
                  <a:pt x="1459" y="62"/>
                </a:lnTo>
                <a:lnTo>
                  <a:pt x="1459" y="61"/>
                </a:lnTo>
                <a:lnTo>
                  <a:pt x="1459" y="60"/>
                </a:lnTo>
                <a:lnTo>
                  <a:pt x="1460" y="60"/>
                </a:lnTo>
                <a:lnTo>
                  <a:pt x="1460" y="59"/>
                </a:lnTo>
                <a:lnTo>
                  <a:pt x="1460" y="60"/>
                </a:lnTo>
                <a:lnTo>
                  <a:pt x="1461" y="60"/>
                </a:lnTo>
                <a:lnTo>
                  <a:pt x="1462" y="60"/>
                </a:lnTo>
                <a:lnTo>
                  <a:pt x="1462" y="61"/>
                </a:lnTo>
                <a:lnTo>
                  <a:pt x="1463" y="61"/>
                </a:lnTo>
                <a:lnTo>
                  <a:pt x="1464" y="61"/>
                </a:lnTo>
                <a:lnTo>
                  <a:pt x="1465" y="62"/>
                </a:lnTo>
                <a:lnTo>
                  <a:pt x="1466" y="62"/>
                </a:lnTo>
                <a:lnTo>
                  <a:pt x="1466" y="63"/>
                </a:lnTo>
                <a:lnTo>
                  <a:pt x="1467" y="63"/>
                </a:lnTo>
                <a:lnTo>
                  <a:pt x="1468" y="63"/>
                </a:lnTo>
                <a:lnTo>
                  <a:pt x="1469" y="64"/>
                </a:lnTo>
                <a:lnTo>
                  <a:pt x="1470" y="64"/>
                </a:lnTo>
                <a:lnTo>
                  <a:pt x="1471" y="64"/>
                </a:lnTo>
                <a:lnTo>
                  <a:pt x="1472" y="64"/>
                </a:lnTo>
                <a:lnTo>
                  <a:pt x="1473" y="64"/>
                </a:lnTo>
                <a:lnTo>
                  <a:pt x="1473" y="63"/>
                </a:lnTo>
                <a:lnTo>
                  <a:pt x="1473" y="62"/>
                </a:lnTo>
                <a:lnTo>
                  <a:pt x="1474" y="62"/>
                </a:lnTo>
                <a:lnTo>
                  <a:pt x="1474" y="61"/>
                </a:lnTo>
                <a:lnTo>
                  <a:pt x="1475" y="61"/>
                </a:lnTo>
                <a:lnTo>
                  <a:pt x="1475" y="60"/>
                </a:lnTo>
                <a:lnTo>
                  <a:pt x="1475" y="59"/>
                </a:lnTo>
                <a:lnTo>
                  <a:pt x="1476" y="59"/>
                </a:lnTo>
                <a:lnTo>
                  <a:pt x="1477" y="59"/>
                </a:lnTo>
                <a:lnTo>
                  <a:pt x="1478" y="59"/>
                </a:lnTo>
                <a:lnTo>
                  <a:pt x="1478" y="58"/>
                </a:lnTo>
                <a:lnTo>
                  <a:pt x="1478" y="57"/>
                </a:lnTo>
                <a:lnTo>
                  <a:pt x="1479" y="57"/>
                </a:lnTo>
                <a:lnTo>
                  <a:pt x="1479" y="56"/>
                </a:lnTo>
                <a:lnTo>
                  <a:pt x="1480" y="56"/>
                </a:lnTo>
                <a:lnTo>
                  <a:pt x="1481" y="56"/>
                </a:lnTo>
                <a:lnTo>
                  <a:pt x="1482" y="56"/>
                </a:lnTo>
                <a:lnTo>
                  <a:pt x="1483" y="56"/>
                </a:lnTo>
                <a:lnTo>
                  <a:pt x="1483" y="57"/>
                </a:lnTo>
                <a:lnTo>
                  <a:pt x="1486" y="57"/>
                </a:lnTo>
                <a:lnTo>
                  <a:pt x="1486" y="56"/>
                </a:lnTo>
                <a:lnTo>
                  <a:pt x="1486" y="55"/>
                </a:lnTo>
                <a:lnTo>
                  <a:pt x="1487" y="55"/>
                </a:lnTo>
                <a:lnTo>
                  <a:pt x="1487" y="54"/>
                </a:lnTo>
                <a:lnTo>
                  <a:pt x="1487" y="53"/>
                </a:lnTo>
                <a:lnTo>
                  <a:pt x="1488" y="53"/>
                </a:lnTo>
                <a:lnTo>
                  <a:pt x="1488" y="54"/>
                </a:lnTo>
                <a:lnTo>
                  <a:pt x="1489" y="54"/>
                </a:lnTo>
                <a:lnTo>
                  <a:pt x="1489" y="55"/>
                </a:lnTo>
                <a:lnTo>
                  <a:pt x="1490" y="55"/>
                </a:lnTo>
                <a:lnTo>
                  <a:pt x="1490" y="56"/>
                </a:lnTo>
                <a:lnTo>
                  <a:pt x="1491" y="56"/>
                </a:lnTo>
                <a:lnTo>
                  <a:pt x="1494" y="59"/>
                </a:lnTo>
                <a:lnTo>
                  <a:pt x="1495" y="60"/>
                </a:lnTo>
                <a:lnTo>
                  <a:pt x="1496" y="60"/>
                </a:lnTo>
                <a:lnTo>
                  <a:pt x="1496" y="61"/>
                </a:lnTo>
                <a:lnTo>
                  <a:pt x="1497" y="61"/>
                </a:lnTo>
                <a:lnTo>
                  <a:pt x="1497" y="60"/>
                </a:lnTo>
                <a:lnTo>
                  <a:pt x="1498" y="61"/>
                </a:lnTo>
                <a:lnTo>
                  <a:pt x="1499" y="61"/>
                </a:lnTo>
                <a:lnTo>
                  <a:pt x="1500" y="61"/>
                </a:lnTo>
                <a:lnTo>
                  <a:pt x="1500" y="60"/>
                </a:lnTo>
                <a:lnTo>
                  <a:pt x="1499" y="60"/>
                </a:lnTo>
                <a:lnTo>
                  <a:pt x="1499" y="59"/>
                </a:lnTo>
                <a:lnTo>
                  <a:pt x="1500" y="59"/>
                </a:lnTo>
                <a:lnTo>
                  <a:pt x="1500" y="58"/>
                </a:lnTo>
                <a:lnTo>
                  <a:pt x="1500" y="57"/>
                </a:lnTo>
                <a:lnTo>
                  <a:pt x="1501" y="57"/>
                </a:lnTo>
                <a:lnTo>
                  <a:pt x="1501" y="56"/>
                </a:lnTo>
                <a:lnTo>
                  <a:pt x="1501" y="55"/>
                </a:lnTo>
                <a:lnTo>
                  <a:pt x="1502" y="55"/>
                </a:lnTo>
                <a:lnTo>
                  <a:pt x="1502" y="56"/>
                </a:lnTo>
                <a:lnTo>
                  <a:pt x="1503" y="56"/>
                </a:lnTo>
                <a:lnTo>
                  <a:pt x="1504" y="56"/>
                </a:lnTo>
                <a:lnTo>
                  <a:pt x="1505" y="57"/>
                </a:lnTo>
                <a:lnTo>
                  <a:pt x="1506" y="57"/>
                </a:lnTo>
                <a:lnTo>
                  <a:pt x="1506" y="58"/>
                </a:lnTo>
                <a:lnTo>
                  <a:pt x="1507" y="58"/>
                </a:lnTo>
                <a:lnTo>
                  <a:pt x="1508" y="58"/>
                </a:lnTo>
                <a:lnTo>
                  <a:pt x="1509" y="59"/>
                </a:lnTo>
                <a:lnTo>
                  <a:pt x="1510" y="59"/>
                </a:lnTo>
                <a:lnTo>
                  <a:pt x="1511" y="59"/>
                </a:lnTo>
                <a:lnTo>
                  <a:pt x="1512" y="59"/>
                </a:lnTo>
                <a:lnTo>
                  <a:pt x="1513" y="59"/>
                </a:lnTo>
                <a:lnTo>
                  <a:pt x="1513" y="58"/>
                </a:lnTo>
                <a:lnTo>
                  <a:pt x="1514" y="58"/>
                </a:lnTo>
                <a:lnTo>
                  <a:pt x="1514" y="59"/>
                </a:lnTo>
                <a:lnTo>
                  <a:pt x="1515" y="59"/>
                </a:lnTo>
                <a:lnTo>
                  <a:pt x="1515" y="60"/>
                </a:lnTo>
                <a:lnTo>
                  <a:pt x="1516" y="60"/>
                </a:lnTo>
                <a:lnTo>
                  <a:pt x="1516" y="59"/>
                </a:lnTo>
                <a:lnTo>
                  <a:pt x="1517" y="59"/>
                </a:lnTo>
                <a:lnTo>
                  <a:pt x="1518" y="59"/>
                </a:lnTo>
                <a:lnTo>
                  <a:pt x="1519" y="59"/>
                </a:lnTo>
                <a:lnTo>
                  <a:pt x="1520" y="58"/>
                </a:lnTo>
                <a:lnTo>
                  <a:pt x="1521" y="59"/>
                </a:lnTo>
                <a:lnTo>
                  <a:pt x="1522" y="59"/>
                </a:lnTo>
                <a:lnTo>
                  <a:pt x="1522" y="58"/>
                </a:lnTo>
                <a:lnTo>
                  <a:pt x="1523" y="57"/>
                </a:lnTo>
                <a:lnTo>
                  <a:pt x="1523" y="56"/>
                </a:lnTo>
                <a:lnTo>
                  <a:pt x="1522" y="56"/>
                </a:lnTo>
                <a:lnTo>
                  <a:pt x="1523" y="56"/>
                </a:lnTo>
                <a:lnTo>
                  <a:pt x="1524" y="56"/>
                </a:lnTo>
                <a:lnTo>
                  <a:pt x="1525" y="57"/>
                </a:lnTo>
                <a:lnTo>
                  <a:pt x="1527" y="57"/>
                </a:lnTo>
                <a:lnTo>
                  <a:pt x="1528" y="57"/>
                </a:lnTo>
                <a:lnTo>
                  <a:pt x="1528" y="56"/>
                </a:lnTo>
                <a:lnTo>
                  <a:pt x="1528" y="57"/>
                </a:lnTo>
                <a:lnTo>
                  <a:pt x="1529" y="57"/>
                </a:lnTo>
                <a:lnTo>
                  <a:pt x="1530" y="57"/>
                </a:lnTo>
                <a:lnTo>
                  <a:pt x="1530" y="56"/>
                </a:lnTo>
                <a:lnTo>
                  <a:pt x="1531" y="56"/>
                </a:lnTo>
                <a:lnTo>
                  <a:pt x="1531" y="55"/>
                </a:lnTo>
                <a:lnTo>
                  <a:pt x="1531" y="54"/>
                </a:lnTo>
                <a:lnTo>
                  <a:pt x="1532" y="53"/>
                </a:lnTo>
                <a:lnTo>
                  <a:pt x="1533" y="54"/>
                </a:lnTo>
                <a:lnTo>
                  <a:pt x="1534" y="54"/>
                </a:lnTo>
                <a:lnTo>
                  <a:pt x="1535" y="54"/>
                </a:lnTo>
                <a:lnTo>
                  <a:pt x="1536" y="54"/>
                </a:lnTo>
                <a:lnTo>
                  <a:pt x="1536" y="53"/>
                </a:lnTo>
                <a:lnTo>
                  <a:pt x="1536" y="52"/>
                </a:lnTo>
                <a:lnTo>
                  <a:pt x="1537" y="52"/>
                </a:lnTo>
                <a:lnTo>
                  <a:pt x="1537" y="51"/>
                </a:lnTo>
                <a:lnTo>
                  <a:pt x="1536" y="50"/>
                </a:lnTo>
                <a:lnTo>
                  <a:pt x="1537" y="50"/>
                </a:lnTo>
                <a:lnTo>
                  <a:pt x="1538" y="50"/>
                </a:lnTo>
                <a:lnTo>
                  <a:pt x="1538" y="49"/>
                </a:lnTo>
                <a:lnTo>
                  <a:pt x="1539" y="49"/>
                </a:lnTo>
                <a:lnTo>
                  <a:pt x="1540" y="49"/>
                </a:lnTo>
                <a:lnTo>
                  <a:pt x="1540" y="50"/>
                </a:lnTo>
                <a:lnTo>
                  <a:pt x="1541" y="50"/>
                </a:lnTo>
                <a:lnTo>
                  <a:pt x="1541" y="49"/>
                </a:lnTo>
                <a:lnTo>
                  <a:pt x="1542" y="49"/>
                </a:lnTo>
                <a:lnTo>
                  <a:pt x="1542" y="48"/>
                </a:lnTo>
                <a:lnTo>
                  <a:pt x="1543" y="48"/>
                </a:lnTo>
                <a:lnTo>
                  <a:pt x="1543" y="49"/>
                </a:lnTo>
                <a:lnTo>
                  <a:pt x="1544" y="49"/>
                </a:lnTo>
                <a:lnTo>
                  <a:pt x="1545" y="49"/>
                </a:lnTo>
                <a:lnTo>
                  <a:pt x="1546" y="49"/>
                </a:lnTo>
                <a:lnTo>
                  <a:pt x="1546" y="50"/>
                </a:lnTo>
                <a:lnTo>
                  <a:pt x="1547" y="50"/>
                </a:lnTo>
                <a:lnTo>
                  <a:pt x="1548" y="50"/>
                </a:lnTo>
                <a:lnTo>
                  <a:pt x="1549" y="50"/>
                </a:lnTo>
                <a:lnTo>
                  <a:pt x="1549" y="51"/>
                </a:lnTo>
                <a:lnTo>
                  <a:pt x="1550" y="51"/>
                </a:lnTo>
                <a:lnTo>
                  <a:pt x="1551" y="52"/>
                </a:lnTo>
                <a:lnTo>
                  <a:pt x="1553" y="52"/>
                </a:lnTo>
                <a:lnTo>
                  <a:pt x="1553" y="51"/>
                </a:lnTo>
                <a:lnTo>
                  <a:pt x="1554" y="51"/>
                </a:lnTo>
                <a:lnTo>
                  <a:pt x="1555" y="51"/>
                </a:lnTo>
                <a:lnTo>
                  <a:pt x="1556" y="51"/>
                </a:lnTo>
                <a:lnTo>
                  <a:pt x="1556" y="50"/>
                </a:lnTo>
                <a:lnTo>
                  <a:pt x="1557" y="51"/>
                </a:lnTo>
                <a:lnTo>
                  <a:pt x="1558" y="51"/>
                </a:lnTo>
                <a:lnTo>
                  <a:pt x="1558" y="52"/>
                </a:lnTo>
                <a:lnTo>
                  <a:pt x="1558" y="53"/>
                </a:lnTo>
                <a:lnTo>
                  <a:pt x="1558" y="54"/>
                </a:lnTo>
                <a:lnTo>
                  <a:pt x="1559" y="54"/>
                </a:lnTo>
                <a:lnTo>
                  <a:pt x="1559" y="55"/>
                </a:lnTo>
                <a:lnTo>
                  <a:pt x="1559" y="56"/>
                </a:lnTo>
                <a:lnTo>
                  <a:pt x="1560" y="57"/>
                </a:lnTo>
                <a:lnTo>
                  <a:pt x="1560" y="58"/>
                </a:lnTo>
                <a:lnTo>
                  <a:pt x="1561" y="59"/>
                </a:lnTo>
                <a:lnTo>
                  <a:pt x="1562" y="59"/>
                </a:lnTo>
                <a:lnTo>
                  <a:pt x="1563" y="59"/>
                </a:lnTo>
                <a:lnTo>
                  <a:pt x="1565" y="59"/>
                </a:lnTo>
                <a:lnTo>
                  <a:pt x="1566" y="59"/>
                </a:lnTo>
                <a:lnTo>
                  <a:pt x="1566" y="60"/>
                </a:lnTo>
                <a:lnTo>
                  <a:pt x="1567" y="60"/>
                </a:lnTo>
                <a:lnTo>
                  <a:pt x="1568" y="60"/>
                </a:lnTo>
                <a:lnTo>
                  <a:pt x="1568" y="59"/>
                </a:lnTo>
                <a:lnTo>
                  <a:pt x="1568" y="58"/>
                </a:lnTo>
                <a:lnTo>
                  <a:pt x="1569" y="58"/>
                </a:lnTo>
                <a:lnTo>
                  <a:pt x="1569" y="57"/>
                </a:lnTo>
                <a:lnTo>
                  <a:pt x="1570" y="57"/>
                </a:lnTo>
                <a:lnTo>
                  <a:pt x="1570" y="56"/>
                </a:lnTo>
                <a:lnTo>
                  <a:pt x="1571" y="56"/>
                </a:lnTo>
                <a:lnTo>
                  <a:pt x="1571" y="55"/>
                </a:lnTo>
                <a:lnTo>
                  <a:pt x="1572" y="56"/>
                </a:lnTo>
                <a:lnTo>
                  <a:pt x="1573" y="56"/>
                </a:lnTo>
                <a:lnTo>
                  <a:pt x="1574" y="56"/>
                </a:lnTo>
                <a:lnTo>
                  <a:pt x="1575" y="56"/>
                </a:lnTo>
                <a:lnTo>
                  <a:pt x="1575" y="55"/>
                </a:lnTo>
                <a:lnTo>
                  <a:pt x="1576" y="55"/>
                </a:lnTo>
                <a:lnTo>
                  <a:pt x="1577" y="56"/>
                </a:lnTo>
                <a:lnTo>
                  <a:pt x="1578" y="56"/>
                </a:lnTo>
                <a:lnTo>
                  <a:pt x="1579" y="56"/>
                </a:lnTo>
                <a:lnTo>
                  <a:pt x="1579" y="55"/>
                </a:lnTo>
                <a:lnTo>
                  <a:pt x="1580" y="55"/>
                </a:lnTo>
                <a:lnTo>
                  <a:pt x="1581" y="55"/>
                </a:lnTo>
                <a:lnTo>
                  <a:pt x="1582" y="55"/>
                </a:lnTo>
                <a:lnTo>
                  <a:pt x="1582" y="56"/>
                </a:lnTo>
                <a:lnTo>
                  <a:pt x="1583" y="56"/>
                </a:lnTo>
                <a:lnTo>
                  <a:pt x="1584" y="57"/>
                </a:lnTo>
                <a:lnTo>
                  <a:pt x="1584" y="56"/>
                </a:lnTo>
                <a:lnTo>
                  <a:pt x="1585" y="56"/>
                </a:lnTo>
                <a:lnTo>
                  <a:pt x="1585" y="57"/>
                </a:lnTo>
                <a:lnTo>
                  <a:pt x="1586" y="57"/>
                </a:lnTo>
                <a:lnTo>
                  <a:pt x="1586" y="58"/>
                </a:lnTo>
                <a:lnTo>
                  <a:pt x="1587" y="58"/>
                </a:lnTo>
                <a:lnTo>
                  <a:pt x="1588" y="58"/>
                </a:lnTo>
                <a:lnTo>
                  <a:pt x="1588" y="57"/>
                </a:lnTo>
                <a:lnTo>
                  <a:pt x="1589" y="56"/>
                </a:lnTo>
                <a:lnTo>
                  <a:pt x="1591" y="56"/>
                </a:lnTo>
                <a:lnTo>
                  <a:pt x="1592" y="56"/>
                </a:lnTo>
                <a:lnTo>
                  <a:pt x="1592" y="55"/>
                </a:lnTo>
                <a:lnTo>
                  <a:pt x="1593" y="55"/>
                </a:lnTo>
                <a:lnTo>
                  <a:pt x="1593" y="56"/>
                </a:lnTo>
                <a:lnTo>
                  <a:pt x="1594" y="56"/>
                </a:lnTo>
                <a:lnTo>
                  <a:pt x="1594" y="57"/>
                </a:lnTo>
                <a:lnTo>
                  <a:pt x="1595" y="57"/>
                </a:lnTo>
                <a:lnTo>
                  <a:pt x="1596" y="57"/>
                </a:lnTo>
                <a:lnTo>
                  <a:pt x="1596" y="58"/>
                </a:lnTo>
                <a:lnTo>
                  <a:pt x="1596" y="59"/>
                </a:lnTo>
                <a:lnTo>
                  <a:pt x="1597" y="59"/>
                </a:lnTo>
                <a:lnTo>
                  <a:pt x="1599" y="59"/>
                </a:lnTo>
                <a:lnTo>
                  <a:pt x="1599" y="60"/>
                </a:lnTo>
                <a:lnTo>
                  <a:pt x="1600" y="60"/>
                </a:lnTo>
                <a:lnTo>
                  <a:pt x="1601" y="60"/>
                </a:lnTo>
                <a:lnTo>
                  <a:pt x="1602" y="60"/>
                </a:lnTo>
                <a:lnTo>
                  <a:pt x="1603" y="60"/>
                </a:lnTo>
                <a:lnTo>
                  <a:pt x="1603" y="59"/>
                </a:lnTo>
                <a:lnTo>
                  <a:pt x="1603" y="60"/>
                </a:lnTo>
                <a:lnTo>
                  <a:pt x="1604" y="60"/>
                </a:lnTo>
                <a:lnTo>
                  <a:pt x="1605" y="59"/>
                </a:lnTo>
                <a:lnTo>
                  <a:pt x="1606" y="59"/>
                </a:lnTo>
                <a:lnTo>
                  <a:pt x="1606" y="58"/>
                </a:lnTo>
                <a:lnTo>
                  <a:pt x="1606" y="57"/>
                </a:lnTo>
                <a:lnTo>
                  <a:pt x="1605" y="57"/>
                </a:lnTo>
                <a:lnTo>
                  <a:pt x="1605" y="56"/>
                </a:lnTo>
                <a:lnTo>
                  <a:pt x="1605" y="55"/>
                </a:lnTo>
                <a:lnTo>
                  <a:pt x="1606" y="55"/>
                </a:lnTo>
                <a:lnTo>
                  <a:pt x="1607" y="55"/>
                </a:lnTo>
                <a:lnTo>
                  <a:pt x="1608" y="54"/>
                </a:lnTo>
                <a:lnTo>
                  <a:pt x="1609" y="53"/>
                </a:lnTo>
                <a:lnTo>
                  <a:pt x="1610" y="53"/>
                </a:lnTo>
                <a:lnTo>
                  <a:pt x="1610" y="52"/>
                </a:lnTo>
                <a:lnTo>
                  <a:pt x="1611" y="52"/>
                </a:lnTo>
                <a:lnTo>
                  <a:pt x="1611" y="51"/>
                </a:lnTo>
                <a:lnTo>
                  <a:pt x="1612" y="51"/>
                </a:lnTo>
                <a:lnTo>
                  <a:pt x="1613" y="50"/>
                </a:lnTo>
                <a:lnTo>
                  <a:pt x="1615" y="50"/>
                </a:lnTo>
                <a:lnTo>
                  <a:pt x="1616" y="50"/>
                </a:lnTo>
                <a:lnTo>
                  <a:pt x="1617" y="50"/>
                </a:lnTo>
                <a:lnTo>
                  <a:pt x="1617" y="51"/>
                </a:lnTo>
                <a:lnTo>
                  <a:pt x="1617" y="50"/>
                </a:lnTo>
                <a:lnTo>
                  <a:pt x="1618" y="50"/>
                </a:lnTo>
                <a:lnTo>
                  <a:pt x="1619" y="49"/>
                </a:lnTo>
                <a:lnTo>
                  <a:pt x="1620" y="49"/>
                </a:lnTo>
                <a:lnTo>
                  <a:pt x="1621" y="49"/>
                </a:lnTo>
                <a:lnTo>
                  <a:pt x="1622" y="49"/>
                </a:lnTo>
                <a:lnTo>
                  <a:pt x="1623" y="50"/>
                </a:lnTo>
                <a:lnTo>
                  <a:pt x="1624" y="51"/>
                </a:lnTo>
                <a:lnTo>
                  <a:pt x="1625" y="51"/>
                </a:lnTo>
                <a:lnTo>
                  <a:pt x="1626" y="51"/>
                </a:lnTo>
                <a:lnTo>
                  <a:pt x="1626" y="50"/>
                </a:lnTo>
                <a:lnTo>
                  <a:pt x="1627" y="50"/>
                </a:lnTo>
                <a:lnTo>
                  <a:pt x="1628" y="50"/>
                </a:lnTo>
                <a:lnTo>
                  <a:pt x="1628" y="51"/>
                </a:lnTo>
                <a:lnTo>
                  <a:pt x="1629" y="51"/>
                </a:lnTo>
                <a:lnTo>
                  <a:pt x="1629" y="52"/>
                </a:lnTo>
                <a:lnTo>
                  <a:pt x="1630" y="52"/>
                </a:lnTo>
                <a:lnTo>
                  <a:pt x="1630" y="51"/>
                </a:lnTo>
                <a:lnTo>
                  <a:pt x="1631" y="51"/>
                </a:lnTo>
                <a:lnTo>
                  <a:pt x="1632" y="50"/>
                </a:lnTo>
                <a:lnTo>
                  <a:pt x="1635" y="47"/>
                </a:lnTo>
                <a:lnTo>
                  <a:pt x="1636" y="47"/>
                </a:lnTo>
                <a:lnTo>
                  <a:pt x="1637" y="47"/>
                </a:lnTo>
                <a:lnTo>
                  <a:pt x="1637" y="46"/>
                </a:lnTo>
                <a:lnTo>
                  <a:pt x="1638" y="46"/>
                </a:lnTo>
                <a:lnTo>
                  <a:pt x="1639" y="46"/>
                </a:lnTo>
                <a:lnTo>
                  <a:pt x="1638" y="45"/>
                </a:lnTo>
                <a:lnTo>
                  <a:pt x="1638" y="44"/>
                </a:lnTo>
                <a:lnTo>
                  <a:pt x="1639" y="44"/>
                </a:lnTo>
                <a:lnTo>
                  <a:pt x="1640" y="44"/>
                </a:lnTo>
                <a:lnTo>
                  <a:pt x="1641" y="43"/>
                </a:lnTo>
                <a:lnTo>
                  <a:pt x="1642" y="42"/>
                </a:lnTo>
                <a:lnTo>
                  <a:pt x="1641" y="42"/>
                </a:lnTo>
                <a:lnTo>
                  <a:pt x="1641" y="41"/>
                </a:lnTo>
                <a:lnTo>
                  <a:pt x="1642" y="41"/>
                </a:lnTo>
                <a:lnTo>
                  <a:pt x="1643" y="41"/>
                </a:lnTo>
                <a:lnTo>
                  <a:pt x="1644" y="41"/>
                </a:lnTo>
                <a:lnTo>
                  <a:pt x="1644" y="42"/>
                </a:lnTo>
                <a:lnTo>
                  <a:pt x="1645" y="42"/>
                </a:lnTo>
                <a:lnTo>
                  <a:pt x="1647" y="43"/>
                </a:lnTo>
                <a:lnTo>
                  <a:pt x="1648" y="43"/>
                </a:lnTo>
                <a:lnTo>
                  <a:pt x="1649" y="43"/>
                </a:lnTo>
                <a:lnTo>
                  <a:pt x="1649" y="42"/>
                </a:lnTo>
                <a:lnTo>
                  <a:pt x="1650" y="42"/>
                </a:lnTo>
                <a:lnTo>
                  <a:pt x="1651" y="42"/>
                </a:lnTo>
                <a:lnTo>
                  <a:pt x="1651" y="41"/>
                </a:lnTo>
                <a:lnTo>
                  <a:pt x="1652" y="41"/>
                </a:lnTo>
                <a:lnTo>
                  <a:pt x="1652" y="42"/>
                </a:lnTo>
                <a:lnTo>
                  <a:pt x="1653" y="42"/>
                </a:lnTo>
                <a:lnTo>
                  <a:pt x="1653" y="43"/>
                </a:lnTo>
                <a:lnTo>
                  <a:pt x="1653" y="44"/>
                </a:lnTo>
                <a:lnTo>
                  <a:pt x="1654" y="44"/>
                </a:lnTo>
                <a:lnTo>
                  <a:pt x="1655" y="44"/>
                </a:lnTo>
                <a:lnTo>
                  <a:pt x="1656" y="44"/>
                </a:lnTo>
                <a:lnTo>
                  <a:pt x="1656" y="45"/>
                </a:lnTo>
                <a:lnTo>
                  <a:pt x="1657" y="45"/>
                </a:lnTo>
                <a:lnTo>
                  <a:pt x="1657" y="46"/>
                </a:lnTo>
                <a:lnTo>
                  <a:pt x="1656" y="47"/>
                </a:lnTo>
                <a:lnTo>
                  <a:pt x="1656" y="50"/>
                </a:lnTo>
                <a:lnTo>
                  <a:pt x="1656" y="52"/>
                </a:lnTo>
                <a:lnTo>
                  <a:pt x="1656" y="54"/>
                </a:lnTo>
                <a:lnTo>
                  <a:pt x="1656" y="56"/>
                </a:lnTo>
                <a:lnTo>
                  <a:pt x="1656" y="57"/>
                </a:lnTo>
                <a:lnTo>
                  <a:pt x="1657" y="57"/>
                </a:lnTo>
                <a:lnTo>
                  <a:pt x="1657" y="58"/>
                </a:lnTo>
                <a:lnTo>
                  <a:pt x="1658" y="58"/>
                </a:lnTo>
                <a:lnTo>
                  <a:pt x="1659" y="58"/>
                </a:lnTo>
                <a:lnTo>
                  <a:pt x="1660" y="58"/>
                </a:lnTo>
                <a:lnTo>
                  <a:pt x="1661" y="58"/>
                </a:lnTo>
                <a:lnTo>
                  <a:pt x="1663" y="58"/>
                </a:lnTo>
                <a:lnTo>
                  <a:pt x="1663" y="59"/>
                </a:lnTo>
                <a:lnTo>
                  <a:pt x="1664" y="60"/>
                </a:lnTo>
                <a:lnTo>
                  <a:pt x="1665" y="60"/>
                </a:lnTo>
                <a:lnTo>
                  <a:pt x="1666" y="60"/>
                </a:lnTo>
                <a:lnTo>
                  <a:pt x="1667" y="60"/>
                </a:lnTo>
                <a:lnTo>
                  <a:pt x="1670" y="62"/>
                </a:lnTo>
                <a:lnTo>
                  <a:pt x="1670" y="63"/>
                </a:lnTo>
                <a:lnTo>
                  <a:pt x="1671" y="63"/>
                </a:lnTo>
                <a:lnTo>
                  <a:pt x="1672" y="63"/>
                </a:lnTo>
                <a:lnTo>
                  <a:pt x="1672" y="62"/>
                </a:lnTo>
                <a:lnTo>
                  <a:pt x="1673" y="62"/>
                </a:lnTo>
                <a:lnTo>
                  <a:pt x="1674" y="62"/>
                </a:lnTo>
                <a:lnTo>
                  <a:pt x="1675" y="62"/>
                </a:lnTo>
                <a:lnTo>
                  <a:pt x="1676" y="62"/>
                </a:lnTo>
                <a:lnTo>
                  <a:pt x="1676" y="61"/>
                </a:lnTo>
                <a:lnTo>
                  <a:pt x="1677" y="60"/>
                </a:lnTo>
                <a:lnTo>
                  <a:pt x="1678" y="60"/>
                </a:lnTo>
                <a:lnTo>
                  <a:pt x="1679" y="61"/>
                </a:lnTo>
                <a:lnTo>
                  <a:pt x="1680" y="61"/>
                </a:lnTo>
                <a:lnTo>
                  <a:pt x="1680" y="60"/>
                </a:lnTo>
                <a:lnTo>
                  <a:pt x="1681" y="60"/>
                </a:lnTo>
                <a:lnTo>
                  <a:pt x="1681" y="61"/>
                </a:lnTo>
                <a:lnTo>
                  <a:pt x="1682" y="61"/>
                </a:lnTo>
                <a:lnTo>
                  <a:pt x="1683" y="61"/>
                </a:lnTo>
                <a:lnTo>
                  <a:pt x="1684" y="61"/>
                </a:lnTo>
                <a:lnTo>
                  <a:pt x="1684" y="60"/>
                </a:lnTo>
                <a:lnTo>
                  <a:pt x="1685" y="60"/>
                </a:lnTo>
                <a:lnTo>
                  <a:pt x="1685" y="59"/>
                </a:lnTo>
                <a:lnTo>
                  <a:pt x="1686" y="59"/>
                </a:lnTo>
                <a:lnTo>
                  <a:pt x="1687" y="59"/>
                </a:lnTo>
                <a:lnTo>
                  <a:pt x="1687" y="60"/>
                </a:lnTo>
                <a:lnTo>
                  <a:pt x="1688" y="60"/>
                </a:lnTo>
                <a:lnTo>
                  <a:pt x="1689" y="60"/>
                </a:lnTo>
                <a:lnTo>
                  <a:pt x="1690" y="60"/>
                </a:lnTo>
                <a:lnTo>
                  <a:pt x="1691" y="60"/>
                </a:lnTo>
                <a:lnTo>
                  <a:pt x="1693" y="60"/>
                </a:lnTo>
                <a:lnTo>
                  <a:pt x="1695" y="59"/>
                </a:lnTo>
                <a:lnTo>
                  <a:pt x="1695" y="58"/>
                </a:lnTo>
                <a:lnTo>
                  <a:pt x="1696" y="58"/>
                </a:lnTo>
                <a:lnTo>
                  <a:pt x="1697" y="58"/>
                </a:lnTo>
                <a:lnTo>
                  <a:pt x="1698" y="58"/>
                </a:lnTo>
                <a:lnTo>
                  <a:pt x="1699" y="58"/>
                </a:lnTo>
                <a:lnTo>
                  <a:pt x="1700" y="59"/>
                </a:lnTo>
                <a:lnTo>
                  <a:pt x="1702" y="60"/>
                </a:lnTo>
                <a:lnTo>
                  <a:pt x="1703" y="60"/>
                </a:lnTo>
                <a:lnTo>
                  <a:pt x="1704" y="60"/>
                </a:lnTo>
                <a:lnTo>
                  <a:pt x="1704" y="61"/>
                </a:lnTo>
                <a:lnTo>
                  <a:pt x="1705" y="61"/>
                </a:lnTo>
                <a:lnTo>
                  <a:pt x="1706" y="61"/>
                </a:lnTo>
                <a:lnTo>
                  <a:pt x="1707" y="61"/>
                </a:lnTo>
                <a:lnTo>
                  <a:pt x="1707" y="62"/>
                </a:lnTo>
                <a:lnTo>
                  <a:pt x="1708" y="62"/>
                </a:lnTo>
                <a:lnTo>
                  <a:pt x="1708" y="61"/>
                </a:lnTo>
                <a:lnTo>
                  <a:pt x="1710" y="61"/>
                </a:lnTo>
                <a:lnTo>
                  <a:pt x="1711" y="60"/>
                </a:lnTo>
                <a:lnTo>
                  <a:pt x="1711" y="59"/>
                </a:lnTo>
                <a:lnTo>
                  <a:pt x="1712" y="60"/>
                </a:lnTo>
                <a:lnTo>
                  <a:pt x="1713" y="61"/>
                </a:lnTo>
                <a:lnTo>
                  <a:pt x="1714" y="61"/>
                </a:lnTo>
                <a:lnTo>
                  <a:pt x="1714" y="60"/>
                </a:lnTo>
                <a:lnTo>
                  <a:pt x="1715" y="60"/>
                </a:lnTo>
                <a:lnTo>
                  <a:pt x="1715" y="61"/>
                </a:lnTo>
                <a:lnTo>
                  <a:pt x="1716" y="61"/>
                </a:lnTo>
                <a:lnTo>
                  <a:pt x="1717" y="61"/>
                </a:lnTo>
                <a:lnTo>
                  <a:pt x="1718" y="61"/>
                </a:lnTo>
                <a:lnTo>
                  <a:pt x="1719" y="61"/>
                </a:lnTo>
                <a:lnTo>
                  <a:pt x="1721" y="61"/>
                </a:lnTo>
                <a:lnTo>
                  <a:pt x="1721" y="60"/>
                </a:lnTo>
                <a:lnTo>
                  <a:pt x="1722" y="60"/>
                </a:lnTo>
                <a:lnTo>
                  <a:pt x="1722" y="61"/>
                </a:lnTo>
                <a:lnTo>
                  <a:pt x="1723" y="61"/>
                </a:lnTo>
                <a:lnTo>
                  <a:pt x="1723" y="62"/>
                </a:lnTo>
                <a:lnTo>
                  <a:pt x="1724" y="62"/>
                </a:lnTo>
                <a:lnTo>
                  <a:pt x="1730" y="62"/>
                </a:lnTo>
                <a:lnTo>
                  <a:pt x="1731" y="61"/>
                </a:lnTo>
                <a:lnTo>
                  <a:pt x="1732" y="60"/>
                </a:lnTo>
                <a:lnTo>
                  <a:pt x="1733" y="60"/>
                </a:lnTo>
                <a:lnTo>
                  <a:pt x="1733" y="61"/>
                </a:lnTo>
                <a:lnTo>
                  <a:pt x="1734" y="61"/>
                </a:lnTo>
                <a:lnTo>
                  <a:pt x="1735" y="61"/>
                </a:lnTo>
                <a:lnTo>
                  <a:pt x="1736" y="61"/>
                </a:lnTo>
                <a:lnTo>
                  <a:pt x="1737" y="61"/>
                </a:lnTo>
                <a:lnTo>
                  <a:pt x="1738" y="61"/>
                </a:lnTo>
                <a:lnTo>
                  <a:pt x="1738" y="60"/>
                </a:lnTo>
                <a:lnTo>
                  <a:pt x="1738" y="59"/>
                </a:lnTo>
                <a:lnTo>
                  <a:pt x="1739" y="58"/>
                </a:lnTo>
                <a:lnTo>
                  <a:pt x="1739" y="57"/>
                </a:lnTo>
                <a:lnTo>
                  <a:pt x="1739" y="56"/>
                </a:lnTo>
                <a:lnTo>
                  <a:pt x="1739" y="55"/>
                </a:lnTo>
                <a:lnTo>
                  <a:pt x="1739" y="56"/>
                </a:lnTo>
                <a:lnTo>
                  <a:pt x="1740" y="56"/>
                </a:lnTo>
                <a:lnTo>
                  <a:pt x="1741" y="56"/>
                </a:lnTo>
                <a:lnTo>
                  <a:pt x="1742" y="56"/>
                </a:lnTo>
                <a:lnTo>
                  <a:pt x="1742" y="57"/>
                </a:lnTo>
                <a:lnTo>
                  <a:pt x="1743" y="57"/>
                </a:lnTo>
                <a:lnTo>
                  <a:pt x="1743" y="56"/>
                </a:lnTo>
                <a:lnTo>
                  <a:pt x="1743" y="57"/>
                </a:lnTo>
                <a:lnTo>
                  <a:pt x="1744" y="57"/>
                </a:lnTo>
                <a:lnTo>
                  <a:pt x="1745" y="57"/>
                </a:lnTo>
                <a:lnTo>
                  <a:pt x="1746" y="57"/>
                </a:lnTo>
                <a:lnTo>
                  <a:pt x="1747" y="57"/>
                </a:lnTo>
                <a:lnTo>
                  <a:pt x="1750" y="58"/>
                </a:lnTo>
                <a:lnTo>
                  <a:pt x="1751" y="58"/>
                </a:lnTo>
                <a:lnTo>
                  <a:pt x="1752" y="58"/>
                </a:lnTo>
                <a:lnTo>
                  <a:pt x="1753" y="58"/>
                </a:lnTo>
                <a:lnTo>
                  <a:pt x="1754" y="58"/>
                </a:lnTo>
                <a:lnTo>
                  <a:pt x="1755" y="58"/>
                </a:lnTo>
                <a:lnTo>
                  <a:pt x="1756" y="58"/>
                </a:lnTo>
                <a:lnTo>
                  <a:pt x="1757" y="59"/>
                </a:lnTo>
                <a:lnTo>
                  <a:pt x="1758" y="59"/>
                </a:lnTo>
                <a:lnTo>
                  <a:pt x="1760" y="60"/>
                </a:lnTo>
                <a:lnTo>
                  <a:pt x="1761" y="60"/>
                </a:lnTo>
                <a:lnTo>
                  <a:pt x="1762" y="60"/>
                </a:lnTo>
                <a:lnTo>
                  <a:pt x="1763" y="60"/>
                </a:lnTo>
                <a:lnTo>
                  <a:pt x="1765" y="60"/>
                </a:lnTo>
                <a:lnTo>
                  <a:pt x="1765" y="61"/>
                </a:lnTo>
                <a:lnTo>
                  <a:pt x="1766" y="61"/>
                </a:lnTo>
                <a:lnTo>
                  <a:pt x="1769" y="60"/>
                </a:lnTo>
                <a:lnTo>
                  <a:pt x="1769" y="59"/>
                </a:lnTo>
                <a:lnTo>
                  <a:pt x="1770" y="59"/>
                </a:lnTo>
                <a:lnTo>
                  <a:pt x="1771" y="60"/>
                </a:lnTo>
                <a:lnTo>
                  <a:pt x="1772" y="59"/>
                </a:lnTo>
                <a:lnTo>
                  <a:pt x="1772" y="58"/>
                </a:lnTo>
                <a:lnTo>
                  <a:pt x="1772" y="57"/>
                </a:lnTo>
                <a:lnTo>
                  <a:pt x="1773" y="57"/>
                </a:lnTo>
                <a:lnTo>
                  <a:pt x="1774" y="57"/>
                </a:lnTo>
                <a:lnTo>
                  <a:pt x="1774" y="56"/>
                </a:lnTo>
                <a:lnTo>
                  <a:pt x="1774" y="57"/>
                </a:lnTo>
                <a:lnTo>
                  <a:pt x="1775" y="57"/>
                </a:lnTo>
                <a:lnTo>
                  <a:pt x="1776" y="58"/>
                </a:lnTo>
                <a:lnTo>
                  <a:pt x="1777" y="58"/>
                </a:lnTo>
                <a:lnTo>
                  <a:pt x="1777" y="57"/>
                </a:lnTo>
                <a:lnTo>
                  <a:pt x="1777" y="58"/>
                </a:lnTo>
                <a:lnTo>
                  <a:pt x="1778" y="59"/>
                </a:lnTo>
                <a:lnTo>
                  <a:pt x="1779" y="59"/>
                </a:lnTo>
                <a:lnTo>
                  <a:pt x="1780" y="59"/>
                </a:lnTo>
                <a:lnTo>
                  <a:pt x="1781" y="58"/>
                </a:lnTo>
                <a:lnTo>
                  <a:pt x="1781" y="57"/>
                </a:lnTo>
                <a:lnTo>
                  <a:pt x="1782" y="57"/>
                </a:lnTo>
                <a:lnTo>
                  <a:pt x="1783" y="56"/>
                </a:lnTo>
                <a:lnTo>
                  <a:pt x="1784" y="55"/>
                </a:lnTo>
                <a:lnTo>
                  <a:pt x="1785" y="55"/>
                </a:lnTo>
                <a:lnTo>
                  <a:pt x="1786" y="55"/>
                </a:lnTo>
                <a:lnTo>
                  <a:pt x="1787" y="55"/>
                </a:lnTo>
                <a:lnTo>
                  <a:pt x="1788" y="56"/>
                </a:lnTo>
                <a:lnTo>
                  <a:pt x="1789" y="56"/>
                </a:lnTo>
                <a:lnTo>
                  <a:pt x="1789" y="57"/>
                </a:lnTo>
                <a:lnTo>
                  <a:pt x="1790" y="57"/>
                </a:lnTo>
                <a:lnTo>
                  <a:pt x="1791" y="57"/>
                </a:lnTo>
                <a:lnTo>
                  <a:pt x="1792" y="57"/>
                </a:lnTo>
                <a:lnTo>
                  <a:pt x="1793" y="58"/>
                </a:lnTo>
                <a:lnTo>
                  <a:pt x="1795" y="58"/>
                </a:lnTo>
                <a:lnTo>
                  <a:pt x="1796" y="58"/>
                </a:lnTo>
                <a:lnTo>
                  <a:pt x="1796" y="59"/>
                </a:lnTo>
                <a:lnTo>
                  <a:pt x="1797" y="59"/>
                </a:lnTo>
                <a:lnTo>
                  <a:pt x="1798" y="59"/>
                </a:lnTo>
                <a:lnTo>
                  <a:pt x="1799" y="59"/>
                </a:lnTo>
                <a:lnTo>
                  <a:pt x="1799" y="60"/>
                </a:lnTo>
                <a:lnTo>
                  <a:pt x="1800" y="60"/>
                </a:lnTo>
                <a:lnTo>
                  <a:pt x="1801" y="60"/>
                </a:lnTo>
                <a:lnTo>
                  <a:pt x="1802" y="61"/>
                </a:lnTo>
                <a:lnTo>
                  <a:pt x="1803" y="61"/>
                </a:lnTo>
                <a:lnTo>
                  <a:pt x="1803" y="60"/>
                </a:lnTo>
                <a:lnTo>
                  <a:pt x="1804" y="60"/>
                </a:lnTo>
                <a:lnTo>
                  <a:pt x="1803" y="60"/>
                </a:lnTo>
                <a:lnTo>
                  <a:pt x="1803" y="59"/>
                </a:lnTo>
                <a:lnTo>
                  <a:pt x="1803" y="58"/>
                </a:lnTo>
                <a:lnTo>
                  <a:pt x="1803" y="57"/>
                </a:lnTo>
                <a:lnTo>
                  <a:pt x="1802" y="57"/>
                </a:lnTo>
                <a:lnTo>
                  <a:pt x="1802" y="56"/>
                </a:lnTo>
                <a:lnTo>
                  <a:pt x="1803" y="56"/>
                </a:lnTo>
                <a:lnTo>
                  <a:pt x="1804" y="56"/>
                </a:lnTo>
                <a:lnTo>
                  <a:pt x="1804" y="57"/>
                </a:lnTo>
                <a:lnTo>
                  <a:pt x="1805" y="57"/>
                </a:lnTo>
                <a:lnTo>
                  <a:pt x="1805" y="56"/>
                </a:lnTo>
                <a:lnTo>
                  <a:pt x="1806" y="56"/>
                </a:lnTo>
                <a:lnTo>
                  <a:pt x="1807" y="56"/>
                </a:lnTo>
                <a:lnTo>
                  <a:pt x="1807" y="57"/>
                </a:lnTo>
                <a:lnTo>
                  <a:pt x="1808" y="5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6" name=""/>
          <p:cNvSpPr/>
          <p:nvPr/>
        </p:nvSpPr>
        <p:spPr>
          <a:xfrm>
            <a:off x="4292280" y="1347120"/>
            <a:ext cx="335520" cy="593640"/>
          </a:xfrm>
          <a:custGeom>
            <a:avLst/>
            <a:gdLst/>
            <a:ahLst/>
            <a:rect l="0" t="0" r="r" b="b"/>
            <a:pathLst>
              <a:path w="932" h="1649">
                <a:moveTo>
                  <a:pt x="872" y="4"/>
                </a:moveTo>
                <a:lnTo>
                  <a:pt x="871" y="11"/>
                </a:lnTo>
                <a:lnTo>
                  <a:pt x="871" y="13"/>
                </a:lnTo>
                <a:lnTo>
                  <a:pt x="870" y="13"/>
                </a:lnTo>
                <a:lnTo>
                  <a:pt x="868" y="15"/>
                </a:lnTo>
                <a:lnTo>
                  <a:pt x="865" y="18"/>
                </a:lnTo>
                <a:lnTo>
                  <a:pt x="864" y="21"/>
                </a:lnTo>
                <a:lnTo>
                  <a:pt x="864" y="24"/>
                </a:lnTo>
                <a:lnTo>
                  <a:pt x="863" y="26"/>
                </a:lnTo>
                <a:lnTo>
                  <a:pt x="861" y="28"/>
                </a:lnTo>
                <a:lnTo>
                  <a:pt x="860" y="28"/>
                </a:lnTo>
                <a:lnTo>
                  <a:pt x="859" y="29"/>
                </a:lnTo>
                <a:lnTo>
                  <a:pt x="859" y="30"/>
                </a:lnTo>
                <a:lnTo>
                  <a:pt x="858" y="33"/>
                </a:lnTo>
                <a:lnTo>
                  <a:pt x="859" y="38"/>
                </a:lnTo>
                <a:lnTo>
                  <a:pt x="860" y="39"/>
                </a:lnTo>
                <a:lnTo>
                  <a:pt x="861" y="39"/>
                </a:lnTo>
                <a:lnTo>
                  <a:pt x="862" y="38"/>
                </a:lnTo>
                <a:lnTo>
                  <a:pt x="863" y="37"/>
                </a:lnTo>
                <a:lnTo>
                  <a:pt x="863" y="36"/>
                </a:lnTo>
                <a:lnTo>
                  <a:pt x="864" y="36"/>
                </a:lnTo>
                <a:lnTo>
                  <a:pt x="865" y="38"/>
                </a:lnTo>
                <a:lnTo>
                  <a:pt x="864" y="42"/>
                </a:lnTo>
                <a:lnTo>
                  <a:pt x="864" y="43"/>
                </a:lnTo>
                <a:lnTo>
                  <a:pt x="864" y="44"/>
                </a:lnTo>
                <a:lnTo>
                  <a:pt x="866" y="47"/>
                </a:lnTo>
                <a:lnTo>
                  <a:pt x="867" y="48"/>
                </a:lnTo>
                <a:lnTo>
                  <a:pt x="868" y="48"/>
                </a:lnTo>
                <a:lnTo>
                  <a:pt x="868" y="47"/>
                </a:lnTo>
                <a:lnTo>
                  <a:pt x="869" y="47"/>
                </a:lnTo>
                <a:lnTo>
                  <a:pt x="870" y="46"/>
                </a:lnTo>
                <a:lnTo>
                  <a:pt x="870" y="45"/>
                </a:lnTo>
                <a:lnTo>
                  <a:pt x="871" y="45"/>
                </a:lnTo>
                <a:lnTo>
                  <a:pt x="872" y="45"/>
                </a:lnTo>
                <a:lnTo>
                  <a:pt x="873" y="45"/>
                </a:lnTo>
                <a:lnTo>
                  <a:pt x="874" y="45"/>
                </a:lnTo>
                <a:lnTo>
                  <a:pt x="875" y="45"/>
                </a:lnTo>
                <a:lnTo>
                  <a:pt x="875" y="46"/>
                </a:lnTo>
                <a:lnTo>
                  <a:pt x="875" y="47"/>
                </a:lnTo>
                <a:lnTo>
                  <a:pt x="875" y="48"/>
                </a:lnTo>
                <a:lnTo>
                  <a:pt x="875" y="49"/>
                </a:lnTo>
                <a:lnTo>
                  <a:pt x="875" y="50"/>
                </a:lnTo>
                <a:lnTo>
                  <a:pt x="876" y="52"/>
                </a:lnTo>
                <a:lnTo>
                  <a:pt x="876" y="51"/>
                </a:lnTo>
                <a:lnTo>
                  <a:pt x="877" y="51"/>
                </a:lnTo>
                <a:lnTo>
                  <a:pt x="877" y="50"/>
                </a:lnTo>
                <a:lnTo>
                  <a:pt x="877" y="49"/>
                </a:lnTo>
                <a:lnTo>
                  <a:pt x="878" y="49"/>
                </a:lnTo>
                <a:lnTo>
                  <a:pt x="879" y="48"/>
                </a:lnTo>
                <a:lnTo>
                  <a:pt x="880" y="48"/>
                </a:lnTo>
                <a:lnTo>
                  <a:pt x="881" y="48"/>
                </a:lnTo>
                <a:lnTo>
                  <a:pt x="881" y="49"/>
                </a:lnTo>
                <a:lnTo>
                  <a:pt x="881" y="50"/>
                </a:lnTo>
                <a:lnTo>
                  <a:pt x="881" y="51"/>
                </a:lnTo>
                <a:lnTo>
                  <a:pt x="880" y="51"/>
                </a:lnTo>
                <a:lnTo>
                  <a:pt x="879" y="52"/>
                </a:lnTo>
                <a:lnTo>
                  <a:pt x="879" y="53"/>
                </a:lnTo>
                <a:lnTo>
                  <a:pt x="881" y="56"/>
                </a:lnTo>
                <a:lnTo>
                  <a:pt x="882" y="57"/>
                </a:lnTo>
                <a:lnTo>
                  <a:pt x="884" y="58"/>
                </a:lnTo>
                <a:lnTo>
                  <a:pt x="885" y="58"/>
                </a:lnTo>
                <a:lnTo>
                  <a:pt x="886" y="58"/>
                </a:lnTo>
                <a:lnTo>
                  <a:pt x="887" y="58"/>
                </a:lnTo>
                <a:lnTo>
                  <a:pt x="888" y="57"/>
                </a:lnTo>
                <a:lnTo>
                  <a:pt x="889" y="57"/>
                </a:lnTo>
                <a:lnTo>
                  <a:pt x="890" y="57"/>
                </a:lnTo>
                <a:lnTo>
                  <a:pt x="890" y="58"/>
                </a:lnTo>
                <a:lnTo>
                  <a:pt x="888" y="60"/>
                </a:lnTo>
                <a:lnTo>
                  <a:pt x="888" y="61"/>
                </a:lnTo>
                <a:lnTo>
                  <a:pt x="887" y="61"/>
                </a:lnTo>
                <a:lnTo>
                  <a:pt x="887" y="62"/>
                </a:lnTo>
                <a:lnTo>
                  <a:pt x="886" y="65"/>
                </a:lnTo>
                <a:lnTo>
                  <a:pt x="885" y="65"/>
                </a:lnTo>
                <a:lnTo>
                  <a:pt x="885" y="66"/>
                </a:lnTo>
                <a:lnTo>
                  <a:pt x="885" y="68"/>
                </a:lnTo>
                <a:lnTo>
                  <a:pt x="886" y="69"/>
                </a:lnTo>
                <a:lnTo>
                  <a:pt x="886" y="70"/>
                </a:lnTo>
                <a:lnTo>
                  <a:pt x="886" y="71"/>
                </a:lnTo>
                <a:lnTo>
                  <a:pt x="886" y="72"/>
                </a:lnTo>
                <a:lnTo>
                  <a:pt x="885" y="73"/>
                </a:lnTo>
                <a:lnTo>
                  <a:pt x="884" y="74"/>
                </a:lnTo>
                <a:lnTo>
                  <a:pt x="884" y="75"/>
                </a:lnTo>
                <a:lnTo>
                  <a:pt x="883" y="76"/>
                </a:lnTo>
                <a:lnTo>
                  <a:pt x="883" y="77"/>
                </a:lnTo>
                <a:lnTo>
                  <a:pt x="882" y="81"/>
                </a:lnTo>
                <a:lnTo>
                  <a:pt x="882" y="83"/>
                </a:lnTo>
                <a:lnTo>
                  <a:pt x="881" y="83"/>
                </a:lnTo>
                <a:lnTo>
                  <a:pt x="881" y="84"/>
                </a:lnTo>
                <a:lnTo>
                  <a:pt x="881" y="85"/>
                </a:lnTo>
                <a:lnTo>
                  <a:pt x="880" y="86"/>
                </a:lnTo>
                <a:lnTo>
                  <a:pt x="879" y="87"/>
                </a:lnTo>
                <a:lnTo>
                  <a:pt x="879" y="88"/>
                </a:lnTo>
                <a:lnTo>
                  <a:pt x="879" y="89"/>
                </a:lnTo>
                <a:lnTo>
                  <a:pt x="879" y="90"/>
                </a:lnTo>
                <a:lnTo>
                  <a:pt x="879" y="91"/>
                </a:lnTo>
                <a:lnTo>
                  <a:pt x="880" y="91"/>
                </a:lnTo>
                <a:lnTo>
                  <a:pt x="880" y="92"/>
                </a:lnTo>
                <a:lnTo>
                  <a:pt x="880" y="93"/>
                </a:lnTo>
                <a:lnTo>
                  <a:pt x="880" y="95"/>
                </a:lnTo>
                <a:lnTo>
                  <a:pt x="880" y="96"/>
                </a:lnTo>
                <a:lnTo>
                  <a:pt x="880" y="97"/>
                </a:lnTo>
                <a:lnTo>
                  <a:pt x="879" y="97"/>
                </a:lnTo>
                <a:lnTo>
                  <a:pt x="879" y="98"/>
                </a:lnTo>
                <a:lnTo>
                  <a:pt x="879" y="99"/>
                </a:lnTo>
                <a:lnTo>
                  <a:pt x="878" y="99"/>
                </a:lnTo>
                <a:lnTo>
                  <a:pt x="878" y="100"/>
                </a:lnTo>
                <a:lnTo>
                  <a:pt x="877" y="100"/>
                </a:lnTo>
                <a:lnTo>
                  <a:pt x="876" y="101"/>
                </a:lnTo>
                <a:lnTo>
                  <a:pt x="876" y="102"/>
                </a:lnTo>
                <a:lnTo>
                  <a:pt x="877" y="102"/>
                </a:lnTo>
                <a:lnTo>
                  <a:pt x="877" y="103"/>
                </a:lnTo>
                <a:lnTo>
                  <a:pt x="877" y="105"/>
                </a:lnTo>
                <a:lnTo>
                  <a:pt x="877" y="106"/>
                </a:lnTo>
                <a:lnTo>
                  <a:pt x="876" y="106"/>
                </a:lnTo>
                <a:lnTo>
                  <a:pt x="876" y="107"/>
                </a:lnTo>
                <a:lnTo>
                  <a:pt x="876" y="108"/>
                </a:lnTo>
                <a:lnTo>
                  <a:pt x="873" y="112"/>
                </a:lnTo>
                <a:lnTo>
                  <a:pt x="872" y="113"/>
                </a:lnTo>
                <a:lnTo>
                  <a:pt x="871" y="114"/>
                </a:lnTo>
                <a:lnTo>
                  <a:pt x="870" y="114"/>
                </a:lnTo>
                <a:lnTo>
                  <a:pt x="870" y="115"/>
                </a:lnTo>
                <a:lnTo>
                  <a:pt x="869" y="116"/>
                </a:lnTo>
                <a:lnTo>
                  <a:pt x="868" y="116"/>
                </a:lnTo>
                <a:lnTo>
                  <a:pt x="867" y="117"/>
                </a:lnTo>
                <a:lnTo>
                  <a:pt x="866" y="117"/>
                </a:lnTo>
                <a:lnTo>
                  <a:pt x="864" y="118"/>
                </a:lnTo>
                <a:lnTo>
                  <a:pt x="863" y="118"/>
                </a:lnTo>
                <a:lnTo>
                  <a:pt x="861" y="118"/>
                </a:lnTo>
                <a:lnTo>
                  <a:pt x="860" y="118"/>
                </a:lnTo>
                <a:lnTo>
                  <a:pt x="859" y="119"/>
                </a:lnTo>
                <a:lnTo>
                  <a:pt x="855" y="123"/>
                </a:lnTo>
                <a:lnTo>
                  <a:pt x="854" y="123"/>
                </a:lnTo>
                <a:lnTo>
                  <a:pt x="854" y="124"/>
                </a:lnTo>
                <a:lnTo>
                  <a:pt x="853" y="126"/>
                </a:lnTo>
                <a:lnTo>
                  <a:pt x="852" y="128"/>
                </a:lnTo>
                <a:lnTo>
                  <a:pt x="852" y="129"/>
                </a:lnTo>
                <a:lnTo>
                  <a:pt x="853" y="129"/>
                </a:lnTo>
                <a:lnTo>
                  <a:pt x="854" y="130"/>
                </a:lnTo>
                <a:lnTo>
                  <a:pt x="854" y="131"/>
                </a:lnTo>
                <a:lnTo>
                  <a:pt x="855" y="131"/>
                </a:lnTo>
                <a:lnTo>
                  <a:pt x="855" y="132"/>
                </a:lnTo>
                <a:lnTo>
                  <a:pt x="858" y="137"/>
                </a:lnTo>
                <a:lnTo>
                  <a:pt x="858" y="140"/>
                </a:lnTo>
                <a:lnTo>
                  <a:pt x="859" y="144"/>
                </a:lnTo>
                <a:lnTo>
                  <a:pt x="859" y="145"/>
                </a:lnTo>
                <a:lnTo>
                  <a:pt x="859" y="146"/>
                </a:lnTo>
                <a:lnTo>
                  <a:pt x="858" y="148"/>
                </a:lnTo>
                <a:lnTo>
                  <a:pt x="857" y="149"/>
                </a:lnTo>
                <a:lnTo>
                  <a:pt x="856" y="149"/>
                </a:lnTo>
                <a:lnTo>
                  <a:pt x="856" y="150"/>
                </a:lnTo>
                <a:lnTo>
                  <a:pt x="856" y="151"/>
                </a:lnTo>
                <a:lnTo>
                  <a:pt x="857" y="152"/>
                </a:lnTo>
                <a:lnTo>
                  <a:pt x="857" y="153"/>
                </a:lnTo>
                <a:lnTo>
                  <a:pt x="858" y="153"/>
                </a:lnTo>
                <a:lnTo>
                  <a:pt x="858" y="154"/>
                </a:lnTo>
                <a:lnTo>
                  <a:pt x="858" y="155"/>
                </a:lnTo>
                <a:lnTo>
                  <a:pt x="858" y="156"/>
                </a:lnTo>
                <a:lnTo>
                  <a:pt x="858" y="157"/>
                </a:lnTo>
                <a:lnTo>
                  <a:pt x="857" y="158"/>
                </a:lnTo>
                <a:lnTo>
                  <a:pt x="856" y="160"/>
                </a:lnTo>
                <a:lnTo>
                  <a:pt x="856" y="162"/>
                </a:lnTo>
                <a:lnTo>
                  <a:pt x="856" y="163"/>
                </a:lnTo>
                <a:lnTo>
                  <a:pt x="855" y="164"/>
                </a:lnTo>
                <a:lnTo>
                  <a:pt x="855" y="165"/>
                </a:lnTo>
                <a:lnTo>
                  <a:pt x="855" y="166"/>
                </a:lnTo>
                <a:lnTo>
                  <a:pt x="855" y="167"/>
                </a:lnTo>
                <a:lnTo>
                  <a:pt x="854" y="167"/>
                </a:lnTo>
                <a:lnTo>
                  <a:pt x="853" y="167"/>
                </a:lnTo>
                <a:lnTo>
                  <a:pt x="853" y="168"/>
                </a:lnTo>
                <a:lnTo>
                  <a:pt x="852" y="168"/>
                </a:lnTo>
                <a:lnTo>
                  <a:pt x="852" y="169"/>
                </a:lnTo>
                <a:lnTo>
                  <a:pt x="851" y="169"/>
                </a:lnTo>
                <a:lnTo>
                  <a:pt x="851" y="170"/>
                </a:lnTo>
                <a:lnTo>
                  <a:pt x="851" y="171"/>
                </a:lnTo>
                <a:lnTo>
                  <a:pt x="852" y="171"/>
                </a:lnTo>
                <a:lnTo>
                  <a:pt x="852" y="172"/>
                </a:lnTo>
                <a:lnTo>
                  <a:pt x="853" y="172"/>
                </a:lnTo>
                <a:lnTo>
                  <a:pt x="853" y="173"/>
                </a:lnTo>
                <a:lnTo>
                  <a:pt x="853" y="174"/>
                </a:lnTo>
                <a:lnTo>
                  <a:pt x="852" y="176"/>
                </a:lnTo>
                <a:lnTo>
                  <a:pt x="852" y="177"/>
                </a:lnTo>
                <a:lnTo>
                  <a:pt x="851" y="177"/>
                </a:lnTo>
                <a:lnTo>
                  <a:pt x="851" y="178"/>
                </a:lnTo>
                <a:lnTo>
                  <a:pt x="850" y="179"/>
                </a:lnTo>
                <a:lnTo>
                  <a:pt x="850" y="180"/>
                </a:lnTo>
                <a:lnTo>
                  <a:pt x="849" y="180"/>
                </a:lnTo>
                <a:lnTo>
                  <a:pt x="849" y="181"/>
                </a:lnTo>
                <a:lnTo>
                  <a:pt x="849" y="182"/>
                </a:lnTo>
                <a:lnTo>
                  <a:pt x="848" y="182"/>
                </a:lnTo>
                <a:lnTo>
                  <a:pt x="848" y="183"/>
                </a:lnTo>
                <a:lnTo>
                  <a:pt x="847" y="183"/>
                </a:lnTo>
                <a:lnTo>
                  <a:pt x="847" y="184"/>
                </a:lnTo>
                <a:lnTo>
                  <a:pt x="846" y="184"/>
                </a:lnTo>
                <a:lnTo>
                  <a:pt x="845" y="186"/>
                </a:lnTo>
                <a:lnTo>
                  <a:pt x="845" y="187"/>
                </a:lnTo>
                <a:lnTo>
                  <a:pt x="845" y="188"/>
                </a:lnTo>
                <a:lnTo>
                  <a:pt x="845" y="189"/>
                </a:lnTo>
                <a:lnTo>
                  <a:pt x="846" y="189"/>
                </a:lnTo>
                <a:lnTo>
                  <a:pt x="846" y="190"/>
                </a:lnTo>
                <a:lnTo>
                  <a:pt x="846" y="191"/>
                </a:lnTo>
                <a:lnTo>
                  <a:pt x="846" y="192"/>
                </a:lnTo>
                <a:lnTo>
                  <a:pt x="845" y="193"/>
                </a:lnTo>
                <a:lnTo>
                  <a:pt x="844" y="193"/>
                </a:lnTo>
                <a:lnTo>
                  <a:pt x="844" y="194"/>
                </a:lnTo>
                <a:lnTo>
                  <a:pt x="843" y="194"/>
                </a:lnTo>
                <a:lnTo>
                  <a:pt x="843" y="195"/>
                </a:lnTo>
                <a:lnTo>
                  <a:pt x="843" y="196"/>
                </a:lnTo>
                <a:lnTo>
                  <a:pt x="842" y="198"/>
                </a:lnTo>
                <a:lnTo>
                  <a:pt x="842" y="200"/>
                </a:lnTo>
                <a:lnTo>
                  <a:pt x="841" y="201"/>
                </a:lnTo>
                <a:lnTo>
                  <a:pt x="841" y="202"/>
                </a:lnTo>
                <a:lnTo>
                  <a:pt x="841" y="203"/>
                </a:lnTo>
                <a:lnTo>
                  <a:pt x="842" y="204"/>
                </a:lnTo>
                <a:lnTo>
                  <a:pt x="844" y="207"/>
                </a:lnTo>
                <a:lnTo>
                  <a:pt x="844" y="208"/>
                </a:lnTo>
                <a:lnTo>
                  <a:pt x="844" y="209"/>
                </a:lnTo>
                <a:lnTo>
                  <a:pt x="845" y="209"/>
                </a:lnTo>
                <a:lnTo>
                  <a:pt x="845" y="210"/>
                </a:lnTo>
                <a:lnTo>
                  <a:pt x="846" y="210"/>
                </a:lnTo>
                <a:lnTo>
                  <a:pt x="847" y="210"/>
                </a:lnTo>
                <a:lnTo>
                  <a:pt x="848" y="210"/>
                </a:lnTo>
                <a:lnTo>
                  <a:pt x="848" y="211"/>
                </a:lnTo>
                <a:lnTo>
                  <a:pt x="848" y="212"/>
                </a:lnTo>
                <a:lnTo>
                  <a:pt x="847" y="212"/>
                </a:lnTo>
                <a:lnTo>
                  <a:pt x="847" y="213"/>
                </a:lnTo>
                <a:lnTo>
                  <a:pt x="847" y="214"/>
                </a:lnTo>
                <a:lnTo>
                  <a:pt x="846" y="214"/>
                </a:lnTo>
                <a:lnTo>
                  <a:pt x="846" y="216"/>
                </a:lnTo>
                <a:lnTo>
                  <a:pt x="847" y="216"/>
                </a:lnTo>
                <a:lnTo>
                  <a:pt x="847" y="217"/>
                </a:lnTo>
                <a:lnTo>
                  <a:pt x="847" y="219"/>
                </a:lnTo>
                <a:lnTo>
                  <a:pt x="847" y="221"/>
                </a:lnTo>
                <a:lnTo>
                  <a:pt x="847" y="222"/>
                </a:lnTo>
                <a:lnTo>
                  <a:pt x="847" y="223"/>
                </a:lnTo>
                <a:lnTo>
                  <a:pt x="846" y="223"/>
                </a:lnTo>
                <a:lnTo>
                  <a:pt x="846" y="224"/>
                </a:lnTo>
                <a:lnTo>
                  <a:pt x="845" y="224"/>
                </a:lnTo>
                <a:lnTo>
                  <a:pt x="844" y="224"/>
                </a:lnTo>
                <a:lnTo>
                  <a:pt x="843" y="224"/>
                </a:lnTo>
                <a:lnTo>
                  <a:pt x="842" y="224"/>
                </a:lnTo>
                <a:lnTo>
                  <a:pt x="841" y="225"/>
                </a:lnTo>
                <a:lnTo>
                  <a:pt x="841" y="226"/>
                </a:lnTo>
                <a:lnTo>
                  <a:pt x="841" y="227"/>
                </a:lnTo>
                <a:lnTo>
                  <a:pt x="842" y="228"/>
                </a:lnTo>
                <a:lnTo>
                  <a:pt x="842" y="231"/>
                </a:lnTo>
                <a:lnTo>
                  <a:pt x="842" y="232"/>
                </a:lnTo>
                <a:lnTo>
                  <a:pt x="842" y="234"/>
                </a:lnTo>
                <a:lnTo>
                  <a:pt x="843" y="235"/>
                </a:lnTo>
                <a:lnTo>
                  <a:pt x="843" y="236"/>
                </a:lnTo>
                <a:lnTo>
                  <a:pt x="842" y="236"/>
                </a:lnTo>
                <a:lnTo>
                  <a:pt x="842" y="237"/>
                </a:lnTo>
                <a:lnTo>
                  <a:pt x="841" y="238"/>
                </a:lnTo>
                <a:lnTo>
                  <a:pt x="839" y="240"/>
                </a:lnTo>
                <a:lnTo>
                  <a:pt x="838" y="240"/>
                </a:lnTo>
                <a:lnTo>
                  <a:pt x="837" y="240"/>
                </a:lnTo>
                <a:lnTo>
                  <a:pt x="836" y="240"/>
                </a:lnTo>
                <a:lnTo>
                  <a:pt x="836" y="239"/>
                </a:lnTo>
                <a:lnTo>
                  <a:pt x="835" y="239"/>
                </a:lnTo>
                <a:lnTo>
                  <a:pt x="835" y="238"/>
                </a:lnTo>
                <a:lnTo>
                  <a:pt x="834" y="238"/>
                </a:lnTo>
                <a:lnTo>
                  <a:pt x="833" y="238"/>
                </a:lnTo>
                <a:lnTo>
                  <a:pt x="832" y="238"/>
                </a:lnTo>
                <a:lnTo>
                  <a:pt x="830" y="238"/>
                </a:lnTo>
                <a:lnTo>
                  <a:pt x="829" y="238"/>
                </a:lnTo>
                <a:lnTo>
                  <a:pt x="828" y="239"/>
                </a:lnTo>
                <a:lnTo>
                  <a:pt x="828" y="240"/>
                </a:lnTo>
                <a:lnTo>
                  <a:pt x="826" y="245"/>
                </a:lnTo>
                <a:lnTo>
                  <a:pt x="824" y="250"/>
                </a:lnTo>
                <a:lnTo>
                  <a:pt x="824" y="252"/>
                </a:lnTo>
                <a:lnTo>
                  <a:pt x="824" y="253"/>
                </a:lnTo>
                <a:lnTo>
                  <a:pt x="824" y="255"/>
                </a:lnTo>
                <a:lnTo>
                  <a:pt x="824" y="256"/>
                </a:lnTo>
                <a:lnTo>
                  <a:pt x="823" y="256"/>
                </a:lnTo>
                <a:lnTo>
                  <a:pt x="823" y="257"/>
                </a:lnTo>
                <a:lnTo>
                  <a:pt x="822" y="257"/>
                </a:lnTo>
                <a:lnTo>
                  <a:pt x="821" y="258"/>
                </a:lnTo>
                <a:lnTo>
                  <a:pt x="820" y="258"/>
                </a:lnTo>
                <a:lnTo>
                  <a:pt x="819" y="258"/>
                </a:lnTo>
                <a:lnTo>
                  <a:pt x="816" y="261"/>
                </a:lnTo>
                <a:lnTo>
                  <a:pt x="815" y="261"/>
                </a:lnTo>
                <a:lnTo>
                  <a:pt x="815" y="262"/>
                </a:lnTo>
                <a:lnTo>
                  <a:pt x="814" y="264"/>
                </a:lnTo>
                <a:lnTo>
                  <a:pt x="813" y="265"/>
                </a:lnTo>
                <a:lnTo>
                  <a:pt x="813" y="266"/>
                </a:lnTo>
                <a:lnTo>
                  <a:pt x="812" y="267"/>
                </a:lnTo>
                <a:lnTo>
                  <a:pt x="812" y="268"/>
                </a:lnTo>
                <a:lnTo>
                  <a:pt x="811" y="268"/>
                </a:lnTo>
                <a:lnTo>
                  <a:pt x="810" y="269"/>
                </a:lnTo>
                <a:lnTo>
                  <a:pt x="809" y="270"/>
                </a:lnTo>
                <a:lnTo>
                  <a:pt x="808" y="270"/>
                </a:lnTo>
                <a:lnTo>
                  <a:pt x="807" y="270"/>
                </a:lnTo>
                <a:lnTo>
                  <a:pt x="806" y="270"/>
                </a:lnTo>
                <a:lnTo>
                  <a:pt x="805" y="270"/>
                </a:lnTo>
                <a:lnTo>
                  <a:pt x="804" y="270"/>
                </a:lnTo>
                <a:lnTo>
                  <a:pt x="803" y="270"/>
                </a:lnTo>
                <a:lnTo>
                  <a:pt x="802" y="270"/>
                </a:lnTo>
                <a:lnTo>
                  <a:pt x="800" y="270"/>
                </a:lnTo>
                <a:lnTo>
                  <a:pt x="799" y="270"/>
                </a:lnTo>
                <a:lnTo>
                  <a:pt x="798" y="270"/>
                </a:lnTo>
                <a:lnTo>
                  <a:pt x="798" y="271"/>
                </a:lnTo>
                <a:lnTo>
                  <a:pt x="798" y="272"/>
                </a:lnTo>
                <a:lnTo>
                  <a:pt x="797" y="273"/>
                </a:lnTo>
                <a:lnTo>
                  <a:pt x="797" y="274"/>
                </a:lnTo>
                <a:lnTo>
                  <a:pt x="797" y="275"/>
                </a:lnTo>
                <a:lnTo>
                  <a:pt x="797" y="277"/>
                </a:lnTo>
                <a:lnTo>
                  <a:pt x="797" y="279"/>
                </a:lnTo>
                <a:lnTo>
                  <a:pt x="797" y="280"/>
                </a:lnTo>
                <a:lnTo>
                  <a:pt x="797" y="281"/>
                </a:lnTo>
                <a:lnTo>
                  <a:pt x="797" y="282"/>
                </a:lnTo>
                <a:lnTo>
                  <a:pt x="797" y="284"/>
                </a:lnTo>
                <a:lnTo>
                  <a:pt x="797" y="285"/>
                </a:lnTo>
                <a:lnTo>
                  <a:pt x="797" y="286"/>
                </a:lnTo>
                <a:lnTo>
                  <a:pt x="797" y="287"/>
                </a:lnTo>
                <a:lnTo>
                  <a:pt x="797" y="288"/>
                </a:lnTo>
                <a:lnTo>
                  <a:pt x="797" y="289"/>
                </a:lnTo>
                <a:lnTo>
                  <a:pt x="796" y="289"/>
                </a:lnTo>
                <a:lnTo>
                  <a:pt x="796" y="290"/>
                </a:lnTo>
                <a:lnTo>
                  <a:pt x="795" y="290"/>
                </a:lnTo>
                <a:lnTo>
                  <a:pt x="794" y="290"/>
                </a:lnTo>
                <a:lnTo>
                  <a:pt x="793" y="290"/>
                </a:lnTo>
                <a:lnTo>
                  <a:pt x="791" y="290"/>
                </a:lnTo>
                <a:lnTo>
                  <a:pt x="791" y="291"/>
                </a:lnTo>
                <a:lnTo>
                  <a:pt x="790" y="291"/>
                </a:lnTo>
                <a:lnTo>
                  <a:pt x="789" y="291"/>
                </a:lnTo>
                <a:lnTo>
                  <a:pt x="789" y="292"/>
                </a:lnTo>
                <a:lnTo>
                  <a:pt x="789" y="293"/>
                </a:lnTo>
                <a:lnTo>
                  <a:pt x="788" y="293"/>
                </a:lnTo>
                <a:lnTo>
                  <a:pt x="788" y="294"/>
                </a:lnTo>
                <a:lnTo>
                  <a:pt x="788" y="295"/>
                </a:lnTo>
                <a:lnTo>
                  <a:pt x="787" y="296"/>
                </a:lnTo>
                <a:lnTo>
                  <a:pt x="788" y="301"/>
                </a:lnTo>
                <a:lnTo>
                  <a:pt x="789" y="304"/>
                </a:lnTo>
                <a:lnTo>
                  <a:pt x="789" y="305"/>
                </a:lnTo>
                <a:lnTo>
                  <a:pt x="789" y="306"/>
                </a:lnTo>
                <a:lnTo>
                  <a:pt x="790" y="306"/>
                </a:lnTo>
                <a:lnTo>
                  <a:pt x="790" y="307"/>
                </a:lnTo>
                <a:lnTo>
                  <a:pt x="790" y="308"/>
                </a:lnTo>
                <a:lnTo>
                  <a:pt x="791" y="309"/>
                </a:lnTo>
                <a:lnTo>
                  <a:pt x="790" y="309"/>
                </a:lnTo>
                <a:lnTo>
                  <a:pt x="790" y="310"/>
                </a:lnTo>
                <a:lnTo>
                  <a:pt x="790" y="311"/>
                </a:lnTo>
                <a:lnTo>
                  <a:pt x="789" y="312"/>
                </a:lnTo>
                <a:lnTo>
                  <a:pt x="788" y="313"/>
                </a:lnTo>
                <a:lnTo>
                  <a:pt x="788" y="314"/>
                </a:lnTo>
                <a:lnTo>
                  <a:pt x="788" y="316"/>
                </a:lnTo>
                <a:lnTo>
                  <a:pt x="788" y="317"/>
                </a:lnTo>
                <a:lnTo>
                  <a:pt x="788" y="318"/>
                </a:lnTo>
                <a:lnTo>
                  <a:pt x="789" y="319"/>
                </a:lnTo>
                <a:lnTo>
                  <a:pt x="789" y="320"/>
                </a:lnTo>
                <a:lnTo>
                  <a:pt x="789" y="322"/>
                </a:lnTo>
                <a:lnTo>
                  <a:pt x="789" y="324"/>
                </a:lnTo>
                <a:lnTo>
                  <a:pt x="789" y="325"/>
                </a:lnTo>
                <a:lnTo>
                  <a:pt x="788" y="326"/>
                </a:lnTo>
                <a:lnTo>
                  <a:pt x="789" y="328"/>
                </a:lnTo>
                <a:lnTo>
                  <a:pt x="789" y="330"/>
                </a:lnTo>
                <a:lnTo>
                  <a:pt x="789" y="331"/>
                </a:lnTo>
                <a:lnTo>
                  <a:pt x="789" y="332"/>
                </a:lnTo>
                <a:lnTo>
                  <a:pt x="790" y="332"/>
                </a:lnTo>
                <a:lnTo>
                  <a:pt x="791" y="332"/>
                </a:lnTo>
                <a:lnTo>
                  <a:pt x="791" y="333"/>
                </a:lnTo>
                <a:lnTo>
                  <a:pt x="792" y="333"/>
                </a:lnTo>
                <a:lnTo>
                  <a:pt x="792" y="334"/>
                </a:lnTo>
                <a:lnTo>
                  <a:pt x="793" y="334"/>
                </a:lnTo>
                <a:lnTo>
                  <a:pt x="793" y="335"/>
                </a:lnTo>
                <a:lnTo>
                  <a:pt x="793" y="336"/>
                </a:lnTo>
                <a:lnTo>
                  <a:pt x="793" y="337"/>
                </a:lnTo>
                <a:lnTo>
                  <a:pt x="792" y="338"/>
                </a:lnTo>
                <a:lnTo>
                  <a:pt x="792" y="339"/>
                </a:lnTo>
                <a:lnTo>
                  <a:pt x="792" y="340"/>
                </a:lnTo>
                <a:lnTo>
                  <a:pt x="792" y="342"/>
                </a:lnTo>
                <a:lnTo>
                  <a:pt x="792" y="343"/>
                </a:lnTo>
                <a:lnTo>
                  <a:pt x="793" y="344"/>
                </a:lnTo>
                <a:lnTo>
                  <a:pt x="794" y="345"/>
                </a:lnTo>
                <a:lnTo>
                  <a:pt x="795" y="345"/>
                </a:lnTo>
                <a:lnTo>
                  <a:pt x="796" y="345"/>
                </a:lnTo>
                <a:lnTo>
                  <a:pt x="797" y="345"/>
                </a:lnTo>
                <a:lnTo>
                  <a:pt x="798" y="346"/>
                </a:lnTo>
                <a:lnTo>
                  <a:pt x="799" y="346"/>
                </a:lnTo>
                <a:lnTo>
                  <a:pt x="802" y="348"/>
                </a:lnTo>
                <a:lnTo>
                  <a:pt x="803" y="349"/>
                </a:lnTo>
                <a:lnTo>
                  <a:pt x="804" y="350"/>
                </a:lnTo>
                <a:lnTo>
                  <a:pt x="805" y="350"/>
                </a:lnTo>
                <a:lnTo>
                  <a:pt x="805" y="351"/>
                </a:lnTo>
                <a:lnTo>
                  <a:pt x="808" y="356"/>
                </a:lnTo>
                <a:lnTo>
                  <a:pt x="809" y="357"/>
                </a:lnTo>
                <a:lnTo>
                  <a:pt x="809" y="359"/>
                </a:lnTo>
                <a:lnTo>
                  <a:pt x="810" y="359"/>
                </a:lnTo>
                <a:lnTo>
                  <a:pt x="810" y="360"/>
                </a:lnTo>
                <a:lnTo>
                  <a:pt x="813" y="365"/>
                </a:lnTo>
                <a:lnTo>
                  <a:pt x="815" y="368"/>
                </a:lnTo>
                <a:lnTo>
                  <a:pt x="817" y="373"/>
                </a:lnTo>
                <a:lnTo>
                  <a:pt x="818" y="374"/>
                </a:lnTo>
                <a:lnTo>
                  <a:pt x="818" y="375"/>
                </a:lnTo>
                <a:lnTo>
                  <a:pt x="819" y="377"/>
                </a:lnTo>
                <a:lnTo>
                  <a:pt x="819" y="378"/>
                </a:lnTo>
                <a:lnTo>
                  <a:pt x="820" y="378"/>
                </a:lnTo>
                <a:lnTo>
                  <a:pt x="821" y="378"/>
                </a:lnTo>
                <a:lnTo>
                  <a:pt x="822" y="378"/>
                </a:lnTo>
                <a:lnTo>
                  <a:pt x="823" y="378"/>
                </a:lnTo>
                <a:lnTo>
                  <a:pt x="826" y="380"/>
                </a:lnTo>
                <a:lnTo>
                  <a:pt x="829" y="381"/>
                </a:lnTo>
                <a:lnTo>
                  <a:pt x="829" y="382"/>
                </a:lnTo>
                <a:lnTo>
                  <a:pt x="831" y="383"/>
                </a:lnTo>
                <a:lnTo>
                  <a:pt x="832" y="384"/>
                </a:lnTo>
                <a:lnTo>
                  <a:pt x="832" y="385"/>
                </a:lnTo>
                <a:lnTo>
                  <a:pt x="832" y="387"/>
                </a:lnTo>
                <a:lnTo>
                  <a:pt x="832" y="388"/>
                </a:lnTo>
                <a:lnTo>
                  <a:pt x="829" y="389"/>
                </a:lnTo>
                <a:lnTo>
                  <a:pt x="827" y="389"/>
                </a:lnTo>
                <a:lnTo>
                  <a:pt x="827" y="390"/>
                </a:lnTo>
                <a:lnTo>
                  <a:pt x="826" y="390"/>
                </a:lnTo>
                <a:lnTo>
                  <a:pt x="825" y="391"/>
                </a:lnTo>
                <a:lnTo>
                  <a:pt x="824" y="391"/>
                </a:lnTo>
                <a:lnTo>
                  <a:pt x="824" y="392"/>
                </a:lnTo>
                <a:lnTo>
                  <a:pt x="824" y="393"/>
                </a:lnTo>
                <a:lnTo>
                  <a:pt x="824" y="394"/>
                </a:lnTo>
                <a:lnTo>
                  <a:pt x="825" y="395"/>
                </a:lnTo>
                <a:lnTo>
                  <a:pt x="825" y="396"/>
                </a:lnTo>
                <a:lnTo>
                  <a:pt x="826" y="396"/>
                </a:lnTo>
                <a:lnTo>
                  <a:pt x="827" y="396"/>
                </a:lnTo>
                <a:lnTo>
                  <a:pt x="828" y="397"/>
                </a:lnTo>
                <a:lnTo>
                  <a:pt x="829" y="397"/>
                </a:lnTo>
                <a:lnTo>
                  <a:pt x="830" y="398"/>
                </a:lnTo>
                <a:lnTo>
                  <a:pt x="831" y="398"/>
                </a:lnTo>
                <a:lnTo>
                  <a:pt x="833" y="398"/>
                </a:lnTo>
                <a:lnTo>
                  <a:pt x="834" y="398"/>
                </a:lnTo>
                <a:lnTo>
                  <a:pt x="835" y="399"/>
                </a:lnTo>
                <a:lnTo>
                  <a:pt x="836" y="399"/>
                </a:lnTo>
                <a:lnTo>
                  <a:pt x="836" y="400"/>
                </a:lnTo>
                <a:lnTo>
                  <a:pt x="837" y="400"/>
                </a:lnTo>
                <a:lnTo>
                  <a:pt x="838" y="401"/>
                </a:lnTo>
                <a:lnTo>
                  <a:pt x="839" y="402"/>
                </a:lnTo>
                <a:lnTo>
                  <a:pt x="839" y="403"/>
                </a:lnTo>
                <a:lnTo>
                  <a:pt x="840" y="403"/>
                </a:lnTo>
                <a:lnTo>
                  <a:pt x="840" y="404"/>
                </a:lnTo>
                <a:lnTo>
                  <a:pt x="839" y="405"/>
                </a:lnTo>
                <a:lnTo>
                  <a:pt x="839" y="406"/>
                </a:lnTo>
                <a:lnTo>
                  <a:pt x="838" y="406"/>
                </a:lnTo>
                <a:lnTo>
                  <a:pt x="836" y="406"/>
                </a:lnTo>
                <a:lnTo>
                  <a:pt x="835" y="407"/>
                </a:lnTo>
                <a:lnTo>
                  <a:pt x="835" y="408"/>
                </a:lnTo>
                <a:lnTo>
                  <a:pt x="835" y="409"/>
                </a:lnTo>
                <a:lnTo>
                  <a:pt x="835" y="410"/>
                </a:lnTo>
                <a:lnTo>
                  <a:pt x="835" y="411"/>
                </a:lnTo>
                <a:lnTo>
                  <a:pt x="836" y="411"/>
                </a:lnTo>
                <a:lnTo>
                  <a:pt x="836" y="413"/>
                </a:lnTo>
                <a:lnTo>
                  <a:pt x="836" y="414"/>
                </a:lnTo>
                <a:lnTo>
                  <a:pt x="836" y="415"/>
                </a:lnTo>
                <a:lnTo>
                  <a:pt x="836" y="416"/>
                </a:lnTo>
                <a:lnTo>
                  <a:pt x="837" y="417"/>
                </a:lnTo>
                <a:lnTo>
                  <a:pt x="837" y="418"/>
                </a:lnTo>
                <a:lnTo>
                  <a:pt x="837" y="419"/>
                </a:lnTo>
                <a:lnTo>
                  <a:pt x="838" y="419"/>
                </a:lnTo>
                <a:lnTo>
                  <a:pt x="838" y="420"/>
                </a:lnTo>
                <a:lnTo>
                  <a:pt x="839" y="421"/>
                </a:lnTo>
                <a:lnTo>
                  <a:pt x="840" y="422"/>
                </a:lnTo>
                <a:lnTo>
                  <a:pt x="840" y="423"/>
                </a:lnTo>
                <a:lnTo>
                  <a:pt x="841" y="424"/>
                </a:lnTo>
                <a:lnTo>
                  <a:pt x="841" y="425"/>
                </a:lnTo>
                <a:lnTo>
                  <a:pt x="840" y="425"/>
                </a:lnTo>
                <a:lnTo>
                  <a:pt x="840" y="426"/>
                </a:lnTo>
                <a:lnTo>
                  <a:pt x="839" y="427"/>
                </a:lnTo>
                <a:lnTo>
                  <a:pt x="839" y="428"/>
                </a:lnTo>
                <a:lnTo>
                  <a:pt x="838" y="428"/>
                </a:lnTo>
                <a:lnTo>
                  <a:pt x="837" y="429"/>
                </a:lnTo>
                <a:lnTo>
                  <a:pt x="837" y="430"/>
                </a:lnTo>
                <a:lnTo>
                  <a:pt x="837" y="431"/>
                </a:lnTo>
                <a:lnTo>
                  <a:pt x="837" y="432"/>
                </a:lnTo>
                <a:lnTo>
                  <a:pt x="837" y="433"/>
                </a:lnTo>
                <a:lnTo>
                  <a:pt x="837" y="434"/>
                </a:lnTo>
                <a:lnTo>
                  <a:pt x="836" y="434"/>
                </a:lnTo>
                <a:lnTo>
                  <a:pt x="836" y="435"/>
                </a:lnTo>
                <a:lnTo>
                  <a:pt x="836" y="436"/>
                </a:lnTo>
                <a:lnTo>
                  <a:pt x="835" y="437"/>
                </a:lnTo>
                <a:lnTo>
                  <a:pt x="835" y="440"/>
                </a:lnTo>
                <a:lnTo>
                  <a:pt x="836" y="440"/>
                </a:lnTo>
                <a:lnTo>
                  <a:pt x="836" y="441"/>
                </a:lnTo>
                <a:lnTo>
                  <a:pt x="836" y="442"/>
                </a:lnTo>
                <a:lnTo>
                  <a:pt x="836" y="443"/>
                </a:lnTo>
                <a:lnTo>
                  <a:pt x="835" y="446"/>
                </a:lnTo>
                <a:lnTo>
                  <a:pt x="835" y="447"/>
                </a:lnTo>
                <a:lnTo>
                  <a:pt x="834" y="447"/>
                </a:lnTo>
                <a:lnTo>
                  <a:pt x="833" y="447"/>
                </a:lnTo>
                <a:lnTo>
                  <a:pt x="832" y="448"/>
                </a:lnTo>
                <a:lnTo>
                  <a:pt x="830" y="448"/>
                </a:lnTo>
                <a:lnTo>
                  <a:pt x="826" y="449"/>
                </a:lnTo>
                <a:lnTo>
                  <a:pt x="825" y="449"/>
                </a:lnTo>
                <a:lnTo>
                  <a:pt x="824" y="450"/>
                </a:lnTo>
                <a:lnTo>
                  <a:pt x="821" y="450"/>
                </a:lnTo>
                <a:lnTo>
                  <a:pt x="820" y="450"/>
                </a:lnTo>
                <a:lnTo>
                  <a:pt x="819" y="450"/>
                </a:lnTo>
                <a:lnTo>
                  <a:pt x="818" y="451"/>
                </a:lnTo>
                <a:lnTo>
                  <a:pt x="818" y="452"/>
                </a:lnTo>
                <a:lnTo>
                  <a:pt x="818" y="453"/>
                </a:lnTo>
                <a:lnTo>
                  <a:pt x="817" y="458"/>
                </a:lnTo>
                <a:lnTo>
                  <a:pt x="816" y="460"/>
                </a:lnTo>
                <a:lnTo>
                  <a:pt x="816" y="462"/>
                </a:lnTo>
                <a:lnTo>
                  <a:pt x="816" y="463"/>
                </a:lnTo>
                <a:lnTo>
                  <a:pt x="817" y="464"/>
                </a:lnTo>
                <a:lnTo>
                  <a:pt x="817" y="465"/>
                </a:lnTo>
                <a:lnTo>
                  <a:pt x="818" y="466"/>
                </a:lnTo>
                <a:lnTo>
                  <a:pt x="818" y="467"/>
                </a:lnTo>
                <a:lnTo>
                  <a:pt x="819" y="467"/>
                </a:lnTo>
                <a:lnTo>
                  <a:pt x="820" y="468"/>
                </a:lnTo>
                <a:lnTo>
                  <a:pt x="821" y="468"/>
                </a:lnTo>
                <a:lnTo>
                  <a:pt x="822" y="468"/>
                </a:lnTo>
                <a:lnTo>
                  <a:pt x="823" y="468"/>
                </a:lnTo>
                <a:lnTo>
                  <a:pt x="825" y="468"/>
                </a:lnTo>
                <a:lnTo>
                  <a:pt x="825" y="467"/>
                </a:lnTo>
                <a:lnTo>
                  <a:pt x="826" y="467"/>
                </a:lnTo>
                <a:lnTo>
                  <a:pt x="826" y="468"/>
                </a:lnTo>
                <a:lnTo>
                  <a:pt x="827" y="468"/>
                </a:lnTo>
                <a:lnTo>
                  <a:pt x="828" y="469"/>
                </a:lnTo>
                <a:lnTo>
                  <a:pt x="828" y="470"/>
                </a:lnTo>
                <a:lnTo>
                  <a:pt x="828" y="472"/>
                </a:lnTo>
                <a:lnTo>
                  <a:pt x="828" y="473"/>
                </a:lnTo>
                <a:lnTo>
                  <a:pt x="827" y="473"/>
                </a:lnTo>
                <a:lnTo>
                  <a:pt x="827" y="474"/>
                </a:lnTo>
                <a:lnTo>
                  <a:pt x="826" y="475"/>
                </a:lnTo>
                <a:lnTo>
                  <a:pt x="825" y="475"/>
                </a:lnTo>
                <a:lnTo>
                  <a:pt x="825" y="476"/>
                </a:lnTo>
                <a:lnTo>
                  <a:pt x="825" y="477"/>
                </a:lnTo>
                <a:lnTo>
                  <a:pt x="825" y="478"/>
                </a:lnTo>
                <a:lnTo>
                  <a:pt x="826" y="479"/>
                </a:lnTo>
                <a:lnTo>
                  <a:pt x="827" y="479"/>
                </a:lnTo>
                <a:lnTo>
                  <a:pt x="827" y="480"/>
                </a:lnTo>
                <a:lnTo>
                  <a:pt x="827" y="481"/>
                </a:lnTo>
                <a:lnTo>
                  <a:pt x="827" y="482"/>
                </a:lnTo>
                <a:lnTo>
                  <a:pt x="827" y="483"/>
                </a:lnTo>
                <a:lnTo>
                  <a:pt x="826" y="483"/>
                </a:lnTo>
                <a:lnTo>
                  <a:pt x="825" y="483"/>
                </a:lnTo>
                <a:lnTo>
                  <a:pt x="824" y="483"/>
                </a:lnTo>
                <a:lnTo>
                  <a:pt x="823" y="483"/>
                </a:lnTo>
                <a:lnTo>
                  <a:pt x="822" y="483"/>
                </a:lnTo>
                <a:lnTo>
                  <a:pt x="822" y="484"/>
                </a:lnTo>
                <a:lnTo>
                  <a:pt x="822" y="485"/>
                </a:lnTo>
                <a:lnTo>
                  <a:pt x="822" y="486"/>
                </a:lnTo>
                <a:lnTo>
                  <a:pt x="822" y="487"/>
                </a:lnTo>
                <a:lnTo>
                  <a:pt x="822" y="488"/>
                </a:lnTo>
                <a:lnTo>
                  <a:pt x="821" y="488"/>
                </a:lnTo>
                <a:lnTo>
                  <a:pt x="821" y="489"/>
                </a:lnTo>
                <a:lnTo>
                  <a:pt x="820" y="490"/>
                </a:lnTo>
                <a:lnTo>
                  <a:pt x="820" y="491"/>
                </a:lnTo>
                <a:lnTo>
                  <a:pt x="819" y="491"/>
                </a:lnTo>
                <a:lnTo>
                  <a:pt x="819" y="492"/>
                </a:lnTo>
                <a:lnTo>
                  <a:pt x="819" y="493"/>
                </a:lnTo>
                <a:lnTo>
                  <a:pt x="818" y="494"/>
                </a:lnTo>
                <a:lnTo>
                  <a:pt x="816" y="496"/>
                </a:lnTo>
                <a:lnTo>
                  <a:pt x="816" y="497"/>
                </a:lnTo>
                <a:lnTo>
                  <a:pt x="815" y="498"/>
                </a:lnTo>
                <a:lnTo>
                  <a:pt x="815" y="499"/>
                </a:lnTo>
                <a:lnTo>
                  <a:pt x="814" y="500"/>
                </a:lnTo>
                <a:lnTo>
                  <a:pt x="814" y="501"/>
                </a:lnTo>
                <a:lnTo>
                  <a:pt x="813" y="503"/>
                </a:lnTo>
                <a:lnTo>
                  <a:pt x="812" y="504"/>
                </a:lnTo>
                <a:lnTo>
                  <a:pt x="811" y="505"/>
                </a:lnTo>
                <a:lnTo>
                  <a:pt x="811" y="506"/>
                </a:lnTo>
                <a:lnTo>
                  <a:pt x="810" y="506"/>
                </a:lnTo>
                <a:lnTo>
                  <a:pt x="810" y="507"/>
                </a:lnTo>
                <a:lnTo>
                  <a:pt x="809" y="508"/>
                </a:lnTo>
                <a:lnTo>
                  <a:pt x="808" y="509"/>
                </a:lnTo>
                <a:lnTo>
                  <a:pt x="806" y="511"/>
                </a:lnTo>
                <a:lnTo>
                  <a:pt x="805" y="513"/>
                </a:lnTo>
                <a:lnTo>
                  <a:pt x="804" y="513"/>
                </a:lnTo>
                <a:lnTo>
                  <a:pt x="804" y="514"/>
                </a:lnTo>
                <a:lnTo>
                  <a:pt x="804" y="515"/>
                </a:lnTo>
                <a:lnTo>
                  <a:pt x="804" y="516"/>
                </a:lnTo>
                <a:lnTo>
                  <a:pt x="804" y="517"/>
                </a:lnTo>
                <a:lnTo>
                  <a:pt x="805" y="518"/>
                </a:lnTo>
                <a:lnTo>
                  <a:pt x="805" y="519"/>
                </a:lnTo>
                <a:lnTo>
                  <a:pt x="804" y="520"/>
                </a:lnTo>
                <a:lnTo>
                  <a:pt x="804" y="521"/>
                </a:lnTo>
                <a:lnTo>
                  <a:pt x="803" y="521"/>
                </a:lnTo>
                <a:lnTo>
                  <a:pt x="802" y="522"/>
                </a:lnTo>
                <a:lnTo>
                  <a:pt x="800" y="523"/>
                </a:lnTo>
                <a:lnTo>
                  <a:pt x="799" y="524"/>
                </a:lnTo>
                <a:lnTo>
                  <a:pt x="799" y="525"/>
                </a:lnTo>
                <a:lnTo>
                  <a:pt x="798" y="525"/>
                </a:lnTo>
                <a:lnTo>
                  <a:pt x="798" y="526"/>
                </a:lnTo>
                <a:lnTo>
                  <a:pt x="797" y="527"/>
                </a:lnTo>
                <a:lnTo>
                  <a:pt x="797" y="528"/>
                </a:lnTo>
                <a:lnTo>
                  <a:pt x="796" y="529"/>
                </a:lnTo>
                <a:lnTo>
                  <a:pt x="796" y="530"/>
                </a:lnTo>
                <a:lnTo>
                  <a:pt x="795" y="530"/>
                </a:lnTo>
                <a:lnTo>
                  <a:pt x="795" y="531"/>
                </a:lnTo>
                <a:lnTo>
                  <a:pt x="795" y="532"/>
                </a:lnTo>
                <a:lnTo>
                  <a:pt x="794" y="532"/>
                </a:lnTo>
                <a:lnTo>
                  <a:pt x="794" y="533"/>
                </a:lnTo>
                <a:lnTo>
                  <a:pt x="793" y="534"/>
                </a:lnTo>
                <a:lnTo>
                  <a:pt x="793" y="535"/>
                </a:lnTo>
                <a:lnTo>
                  <a:pt x="792" y="535"/>
                </a:lnTo>
                <a:lnTo>
                  <a:pt x="790" y="535"/>
                </a:lnTo>
                <a:lnTo>
                  <a:pt x="789" y="535"/>
                </a:lnTo>
                <a:lnTo>
                  <a:pt x="788" y="535"/>
                </a:lnTo>
                <a:lnTo>
                  <a:pt x="787" y="536"/>
                </a:lnTo>
                <a:lnTo>
                  <a:pt x="786" y="537"/>
                </a:lnTo>
                <a:lnTo>
                  <a:pt x="786" y="538"/>
                </a:lnTo>
                <a:lnTo>
                  <a:pt x="787" y="538"/>
                </a:lnTo>
                <a:lnTo>
                  <a:pt x="787" y="539"/>
                </a:lnTo>
                <a:lnTo>
                  <a:pt x="788" y="539"/>
                </a:lnTo>
                <a:lnTo>
                  <a:pt x="789" y="539"/>
                </a:lnTo>
                <a:lnTo>
                  <a:pt x="790" y="539"/>
                </a:lnTo>
                <a:lnTo>
                  <a:pt x="791" y="539"/>
                </a:lnTo>
                <a:lnTo>
                  <a:pt x="792" y="539"/>
                </a:lnTo>
                <a:lnTo>
                  <a:pt x="792" y="540"/>
                </a:lnTo>
                <a:lnTo>
                  <a:pt x="792" y="541"/>
                </a:lnTo>
                <a:lnTo>
                  <a:pt x="791" y="542"/>
                </a:lnTo>
                <a:lnTo>
                  <a:pt x="790" y="542"/>
                </a:lnTo>
                <a:lnTo>
                  <a:pt x="789" y="542"/>
                </a:lnTo>
                <a:lnTo>
                  <a:pt x="788" y="542"/>
                </a:lnTo>
                <a:lnTo>
                  <a:pt x="787" y="541"/>
                </a:lnTo>
                <a:lnTo>
                  <a:pt x="786" y="540"/>
                </a:lnTo>
                <a:lnTo>
                  <a:pt x="785" y="539"/>
                </a:lnTo>
                <a:lnTo>
                  <a:pt x="784" y="539"/>
                </a:lnTo>
                <a:lnTo>
                  <a:pt x="782" y="539"/>
                </a:lnTo>
                <a:lnTo>
                  <a:pt x="781" y="539"/>
                </a:lnTo>
                <a:lnTo>
                  <a:pt x="781" y="540"/>
                </a:lnTo>
                <a:lnTo>
                  <a:pt x="780" y="540"/>
                </a:lnTo>
                <a:lnTo>
                  <a:pt x="780" y="542"/>
                </a:lnTo>
                <a:lnTo>
                  <a:pt x="781" y="543"/>
                </a:lnTo>
                <a:lnTo>
                  <a:pt x="782" y="544"/>
                </a:lnTo>
                <a:lnTo>
                  <a:pt x="784" y="545"/>
                </a:lnTo>
                <a:lnTo>
                  <a:pt x="785" y="545"/>
                </a:lnTo>
                <a:lnTo>
                  <a:pt x="786" y="546"/>
                </a:lnTo>
                <a:lnTo>
                  <a:pt x="786" y="547"/>
                </a:lnTo>
                <a:lnTo>
                  <a:pt x="787" y="548"/>
                </a:lnTo>
                <a:lnTo>
                  <a:pt x="787" y="549"/>
                </a:lnTo>
                <a:lnTo>
                  <a:pt x="788" y="549"/>
                </a:lnTo>
                <a:lnTo>
                  <a:pt x="788" y="551"/>
                </a:lnTo>
                <a:lnTo>
                  <a:pt x="789" y="552"/>
                </a:lnTo>
                <a:lnTo>
                  <a:pt x="789" y="553"/>
                </a:lnTo>
                <a:lnTo>
                  <a:pt x="789" y="554"/>
                </a:lnTo>
                <a:lnTo>
                  <a:pt x="788" y="555"/>
                </a:lnTo>
                <a:lnTo>
                  <a:pt x="787" y="557"/>
                </a:lnTo>
                <a:lnTo>
                  <a:pt x="787" y="558"/>
                </a:lnTo>
                <a:lnTo>
                  <a:pt x="787" y="560"/>
                </a:lnTo>
                <a:lnTo>
                  <a:pt x="787" y="564"/>
                </a:lnTo>
                <a:lnTo>
                  <a:pt x="787" y="566"/>
                </a:lnTo>
                <a:lnTo>
                  <a:pt x="786" y="566"/>
                </a:lnTo>
                <a:lnTo>
                  <a:pt x="786" y="567"/>
                </a:lnTo>
                <a:lnTo>
                  <a:pt x="785" y="568"/>
                </a:lnTo>
                <a:lnTo>
                  <a:pt x="784" y="568"/>
                </a:lnTo>
                <a:lnTo>
                  <a:pt x="782" y="568"/>
                </a:lnTo>
                <a:lnTo>
                  <a:pt x="781" y="568"/>
                </a:lnTo>
                <a:lnTo>
                  <a:pt x="781" y="569"/>
                </a:lnTo>
                <a:lnTo>
                  <a:pt x="781" y="570"/>
                </a:lnTo>
                <a:lnTo>
                  <a:pt x="782" y="570"/>
                </a:lnTo>
                <a:lnTo>
                  <a:pt x="782" y="571"/>
                </a:lnTo>
                <a:lnTo>
                  <a:pt x="783" y="571"/>
                </a:lnTo>
                <a:lnTo>
                  <a:pt x="786" y="571"/>
                </a:lnTo>
                <a:lnTo>
                  <a:pt x="787" y="571"/>
                </a:lnTo>
                <a:lnTo>
                  <a:pt x="788" y="572"/>
                </a:lnTo>
                <a:lnTo>
                  <a:pt x="789" y="572"/>
                </a:lnTo>
                <a:lnTo>
                  <a:pt x="789" y="573"/>
                </a:lnTo>
                <a:lnTo>
                  <a:pt x="789" y="576"/>
                </a:lnTo>
                <a:lnTo>
                  <a:pt x="789" y="577"/>
                </a:lnTo>
                <a:lnTo>
                  <a:pt x="789" y="578"/>
                </a:lnTo>
                <a:lnTo>
                  <a:pt x="787" y="579"/>
                </a:lnTo>
                <a:lnTo>
                  <a:pt x="787" y="580"/>
                </a:lnTo>
                <a:lnTo>
                  <a:pt x="788" y="580"/>
                </a:lnTo>
                <a:lnTo>
                  <a:pt x="788" y="581"/>
                </a:lnTo>
                <a:lnTo>
                  <a:pt x="789" y="581"/>
                </a:lnTo>
                <a:lnTo>
                  <a:pt x="790" y="581"/>
                </a:lnTo>
                <a:lnTo>
                  <a:pt x="790" y="582"/>
                </a:lnTo>
                <a:lnTo>
                  <a:pt x="790" y="583"/>
                </a:lnTo>
                <a:lnTo>
                  <a:pt x="790" y="584"/>
                </a:lnTo>
                <a:lnTo>
                  <a:pt x="790" y="585"/>
                </a:lnTo>
                <a:lnTo>
                  <a:pt x="789" y="586"/>
                </a:lnTo>
                <a:lnTo>
                  <a:pt x="788" y="590"/>
                </a:lnTo>
                <a:lnTo>
                  <a:pt x="788" y="591"/>
                </a:lnTo>
                <a:lnTo>
                  <a:pt x="787" y="591"/>
                </a:lnTo>
                <a:lnTo>
                  <a:pt x="786" y="591"/>
                </a:lnTo>
                <a:lnTo>
                  <a:pt x="785" y="591"/>
                </a:lnTo>
                <a:lnTo>
                  <a:pt x="784" y="591"/>
                </a:lnTo>
                <a:lnTo>
                  <a:pt x="784" y="592"/>
                </a:lnTo>
                <a:lnTo>
                  <a:pt x="785" y="593"/>
                </a:lnTo>
                <a:lnTo>
                  <a:pt x="787" y="593"/>
                </a:lnTo>
                <a:lnTo>
                  <a:pt x="789" y="593"/>
                </a:lnTo>
                <a:lnTo>
                  <a:pt x="790" y="593"/>
                </a:lnTo>
                <a:lnTo>
                  <a:pt x="791" y="594"/>
                </a:lnTo>
                <a:lnTo>
                  <a:pt x="792" y="595"/>
                </a:lnTo>
                <a:lnTo>
                  <a:pt x="792" y="596"/>
                </a:lnTo>
                <a:lnTo>
                  <a:pt x="792" y="597"/>
                </a:lnTo>
                <a:lnTo>
                  <a:pt x="791" y="598"/>
                </a:lnTo>
                <a:lnTo>
                  <a:pt x="790" y="598"/>
                </a:lnTo>
                <a:lnTo>
                  <a:pt x="790" y="599"/>
                </a:lnTo>
                <a:lnTo>
                  <a:pt x="789" y="599"/>
                </a:lnTo>
                <a:lnTo>
                  <a:pt x="789" y="601"/>
                </a:lnTo>
                <a:lnTo>
                  <a:pt x="790" y="601"/>
                </a:lnTo>
                <a:lnTo>
                  <a:pt x="791" y="601"/>
                </a:lnTo>
                <a:lnTo>
                  <a:pt x="792" y="601"/>
                </a:lnTo>
                <a:lnTo>
                  <a:pt x="792" y="600"/>
                </a:lnTo>
                <a:lnTo>
                  <a:pt x="793" y="599"/>
                </a:lnTo>
                <a:lnTo>
                  <a:pt x="793" y="598"/>
                </a:lnTo>
                <a:lnTo>
                  <a:pt x="794" y="598"/>
                </a:lnTo>
                <a:lnTo>
                  <a:pt x="795" y="598"/>
                </a:lnTo>
                <a:lnTo>
                  <a:pt x="795" y="599"/>
                </a:lnTo>
                <a:lnTo>
                  <a:pt x="796" y="599"/>
                </a:lnTo>
                <a:lnTo>
                  <a:pt x="795" y="601"/>
                </a:lnTo>
                <a:lnTo>
                  <a:pt x="794" y="602"/>
                </a:lnTo>
                <a:lnTo>
                  <a:pt x="793" y="603"/>
                </a:lnTo>
                <a:lnTo>
                  <a:pt x="793" y="604"/>
                </a:lnTo>
                <a:lnTo>
                  <a:pt x="793" y="605"/>
                </a:lnTo>
                <a:lnTo>
                  <a:pt x="793" y="606"/>
                </a:lnTo>
                <a:lnTo>
                  <a:pt x="793" y="607"/>
                </a:lnTo>
                <a:lnTo>
                  <a:pt x="793" y="608"/>
                </a:lnTo>
                <a:lnTo>
                  <a:pt x="794" y="608"/>
                </a:lnTo>
                <a:lnTo>
                  <a:pt x="794" y="609"/>
                </a:lnTo>
                <a:lnTo>
                  <a:pt x="793" y="610"/>
                </a:lnTo>
                <a:lnTo>
                  <a:pt x="792" y="610"/>
                </a:lnTo>
                <a:lnTo>
                  <a:pt x="791" y="610"/>
                </a:lnTo>
                <a:lnTo>
                  <a:pt x="791" y="609"/>
                </a:lnTo>
                <a:lnTo>
                  <a:pt x="790" y="609"/>
                </a:lnTo>
                <a:lnTo>
                  <a:pt x="790" y="608"/>
                </a:lnTo>
                <a:lnTo>
                  <a:pt x="790" y="607"/>
                </a:lnTo>
                <a:lnTo>
                  <a:pt x="789" y="607"/>
                </a:lnTo>
                <a:lnTo>
                  <a:pt x="788" y="607"/>
                </a:lnTo>
                <a:lnTo>
                  <a:pt x="787" y="607"/>
                </a:lnTo>
                <a:lnTo>
                  <a:pt x="787" y="608"/>
                </a:lnTo>
                <a:lnTo>
                  <a:pt x="786" y="608"/>
                </a:lnTo>
                <a:lnTo>
                  <a:pt x="786" y="609"/>
                </a:lnTo>
                <a:lnTo>
                  <a:pt x="786" y="610"/>
                </a:lnTo>
                <a:lnTo>
                  <a:pt x="787" y="611"/>
                </a:lnTo>
                <a:lnTo>
                  <a:pt x="788" y="612"/>
                </a:lnTo>
                <a:lnTo>
                  <a:pt x="789" y="613"/>
                </a:lnTo>
                <a:lnTo>
                  <a:pt x="790" y="613"/>
                </a:lnTo>
                <a:lnTo>
                  <a:pt x="791" y="613"/>
                </a:lnTo>
                <a:lnTo>
                  <a:pt x="791" y="614"/>
                </a:lnTo>
                <a:lnTo>
                  <a:pt x="792" y="614"/>
                </a:lnTo>
                <a:lnTo>
                  <a:pt x="792" y="615"/>
                </a:lnTo>
                <a:lnTo>
                  <a:pt x="793" y="616"/>
                </a:lnTo>
                <a:lnTo>
                  <a:pt x="793" y="617"/>
                </a:lnTo>
                <a:lnTo>
                  <a:pt x="794" y="617"/>
                </a:lnTo>
                <a:lnTo>
                  <a:pt x="794" y="618"/>
                </a:lnTo>
                <a:lnTo>
                  <a:pt x="795" y="619"/>
                </a:lnTo>
                <a:lnTo>
                  <a:pt x="796" y="622"/>
                </a:lnTo>
                <a:lnTo>
                  <a:pt x="797" y="623"/>
                </a:lnTo>
                <a:lnTo>
                  <a:pt x="799" y="626"/>
                </a:lnTo>
                <a:lnTo>
                  <a:pt x="800" y="627"/>
                </a:lnTo>
                <a:lnTo>
                  <a:pt x="801" y="627"/>
                </a:lnTo>
                <a:lnTo>
                  <a:pt x="801" y="628"/>
                </a:lnTo>
                <a:lnTo>
                  <a:pt x="802" y="628"/>
                </a:lnTo>
                <a:lnTo>
                  <a:pt x="803" y="629"/>
                </a:lnTo>
                <a:lnTo>
                  <a:pt x="804" y="629"/>
                </a:lnTo>
                <a:lnTo>
                  <a:pt x="804" y="630"/>
                </a:lnTo>
                <a:lnTo>
                  <a:pt x="805" y="630"/>
                </a:lnTo>
                <a:lnTo>
                  <a:pt x="805" y="631"/>
                </a:lnTo>
                <a:lnTo>
                  <a:pt x="804" y="632"/>
                </a:lnTo>
                <a:lnTo>
                  <a:pt x="804" y="633"/>
                </a:lnTo>
                <a:lnTo>
                  <a:pt x="803" y="634"/>
                </a:lnTo>
                <a:lnTo>
                  <a:pt x="803" y="635"/>
                </a:lnTo>
                <a:lnTo>
                  <a:pt x="804" y="636"/>
                </a:lnTo>
                <a:lnTo>
                  <a:pt x="804" y="637"/>
                </a:lnTo>
                <a:lnTo>
                  <a:pt x="805" y="637"/>
                </a:lnTo>
                <a:lnTo>
                  <a:pt x="805" y="638"/>
                </a:lnTo>
                <a:lnTo>
                  <a:pt x="805" y="639"/>
                </a:lnTo>
                <a:lnTo>
                  <a:pt x="806" y="640"/>
                </a:lnTo>
                <a:lnTo>
                  <a:pt x="806" y="641"/>
                </a:lnTo>
                <a:lnTo>
                  <a:pt x="806" y="643"/>
                </a:lnTo>
                <a:lnTo>
                  <a:pt x="806" y="644"/>
                </a:lnTo>
                <a:lnTo>
                  <a:pt x="806" y="645"/>
                </a:lnTo>
                <a:lnTo>
                  <a:pt x="806" y="646"/>
                </a:lnTo>
                <a:lnTo>
                  <a:pt x="806" y="647"/>
                </a:lnTo>
                <a:lnTo>
                  <a:pt x="806" y="648"/>
                </a:lnTo>
                <a:lnTo>
                  <a:pt x="807" y="649"/>
                </a:lnTo>
                <a:lnTo>
                  <a:pt x="806" y="649"/>
                </a:lnTo>
                <a:lnTo>
                  <a:pt x="806" y="650"/>
                </a:lnTo>
                <a:lnTo>
                  <a:pt x="806" y="651"/>
                </a:lnTo>
                <a:lnTo>
                  <a:pt x="806" y="652"/>
                </a:lnTo>
                <a:lnTo>
                  <a:pt x="805" y="653"/>
                </a:lnTo>
                <a:lnTo>
                  <a:pt x="804" y="653"/>
                </a:lnTo>
                <a:lnTo>
                  <a:pt x="804" y="654"/>
                </a:lnTo>
                <a:lnTo>
                  <a:pt x="803" y="655"/>
                </a:lnTo>
                <a:lnTo>
                  <a:pt x="802" y="656"/>
                </a:lnTo>
                <a:lnTo>
                  <a:pt x="802" y="657"/>
                </a:lnTo>
                <a:lnTo>
                  <a:pt x="802" y="658"/>
                </a:lnTo>
                <a:lnTo>
                  <a:pt x="802" y="659"/>
                </a:lnTo>
                <a:lnTo>
                  <a:pt x="803" y="659"/>
                </a:lnTo>
                <a:lnTo>
                  <a:pt x="804" y="661"/>
                </a:lnTo>
                <a:lnTo>
                  <a:pt x="805" y="662"/>
                </a:lnTo>
                <a:lnTo>
                  <a:pt x="805" y="663"/>
                </a:lnTo>
                <a:lnTo>
                  <a:pt x="805" y="664"/>
                </a:lnTo>
                <a:lnTo>
                  <a:pt x="805" y="665"/>
                </a:lnTo>
                <a:lnTo>
                  <a:pt x="805" y="666"/>
                </a:lnTo>
                <a:lnTo>
                  <a:pt x="805" y="667"/>
                </a:lnTo>
                <a:lnTo>
                  <a:pt x="805" y="668"/>
                </a:lnTo>
                <a:lnTo>
                  <a:pt x="805" y="670"/>
                </a:lnTo>
                <a:lnTo>
                  <a:pt x="804" y="670"/>
                </a:lnTo>
                <a:lnTo>
                  <a:pt x="804" y="671"/>
                </a:lnTo>
                <a:lnTo>
                  <a:pt x="804" y="672"/>
                </a:lnTo>
                <a:lnTo>
                  <a:pt x="803" y="673"/>
                </a:lnTo>
                <a:lnTo>
                  <a:pt x="803" y="674"/>
                </a:lnTo>
                <a:lnTo>
                  <a:pt x="802" y="674"/>
                </a:lnTo>
                <a:lnTo>
                  <a:pt x="802" y="675"/>
                </a:lnTo>
                <a:lnTo>
                  <a:pt x="802" y="676"/>
                </a:lnTo>
                <a:lnTo>
                  <a:pt x="802" y="678"/>
                </a:lnTo>
                <a:lnTo>
                  <a:pt x="802" y="680"/>
                </a:lnTo>
                <a:lnTo>
                  <a:pt x="801" y="680"/>
                </a:lnTo>
                <a:lnTo>
                  <a:pt x="801" y="681"/>
                </a:lnTo>
                <a:lnTo>
                  <a:pt x="801" y="682"/>
                </a:lnTo>
                <a:lnTo>
                  <a:pt x="801" y="683"/>
                </a:lnTo>
                <a:lnTo>
                  <a:pt x="802" y="683"/>
                </a:lnTo>
                <a:lnTo>
                  <a:pt x="802" y="684"/>
                </a:lnTo>
                <a:lnTo>
                  <a:pt x="802" y="685"/>
                </a:lnTo>
                <a:lnTo>
                  <a:pt x="803" y="685"/>
                </a:lnTo>
                <a:lnTo>
                  <a:pt x="804" y="686"/>
                </a:lnTo>
                <a:lnTo>
                  <a:pt x="804" y="687"/>
                </a:lnTo>
                <a:lnTo>
                  <a:pt x="804" y="688"/>
                </a:lnTo>
                <a:lnTo>
                  <a:pt x="803" y="688"/>
                </a:lnTo>
                <a:lnTo>
                  <a:pt x="803" y="689"/>
                </a:lnTo>
                <a:lnTo>
                  <a:pt x="803" y="690"/>
                </a:lnTo>
                <a:lnTo>
                  <a:pt x="804" y="692"/>
                </a:lnTo>
                <a:lnTo>
                  <a:pt x="804" y="695"/>
                </a:lnTo>
                <a:lnTo>
                  <a:pt x="805" y="695"/>
                </a:lnTo>
                <a:lnTo>
                  <a:pt x="805" y="696"/>
                </a:lnTo>
                <a:lnTo>
                  <a:pt x="805" y="697"/>
                </a:lnTo>
                <a:lnTo>
                  <a:pt x="805" y="698"/>
                </a:lnTo>
                <a:lnTo>
                  <a:pt x="805" y="699"/>
                </a:lnTo>
                <a:lnTo>
                  <a:pt x="804" y="699"/>
                </a:lnTo>
                <a:lnTo>
                  <a:pt x="804" y="700"/>
                </a:lnTo>
                <a:lnTo>
                  <a:pt x="804" y="701"/>
                </a:lnTo>
                <a:lnTo>
                  <a:pt x="803" y="702"/>
                </a:lnTo>
                <a:lnTo>
                  <a:pt x="802" y="703"/>
                </a:lnTo>
                <a:lnTo>
                  <a:pt x="802" y="704"/>
                </a:lnTo>
                <a:lnTo>
                  <a:pt x="801" y="705"/>
                </a:lnTo>
                <a:lnTo>
                  <a:pt x="801" y="706"/>
                </a:lnTo>
                <a:lnTo>
                  <a:pt x="802" y="707"/>
                </a:lnTo>
                <a:lnTo>
                  <a:pt x="802" y="708"/>
                </a:lnTo>
                <a:lnTo>
                  <a:pt x="803" y="708"/>
                </a:lnTo>
                <a:lnTo>
                  <a:pt x="803" y="709"/>
                </a:lnTo>
                <a:lnTo>
                  <a:pt x="803" y="711"/>
                </a:lnTo>
                <a:lnTo>
                  <a:pt x="802" y="711"/>
                </a:lnTo>
                <a:lnTo>
                  <a:pt x="802" y="712"/>
                </a:lnTo>
                <a:lnTo>
                  <a:pt x="802" y="713"/>
                </a:lnTo>
                <a:lnTo>
                  <a:pt x="802" y="714"/>
                </a:lnTo>
                <a:lnTo>
                  <a:pt x="801" y="714"/>
                </a:lnTo>
                <a:lnTo>
                  <a:pt x="801" y="715"/>
                </a:lnTo>
                <a:lnTo>
                  <a:pt x="801" y="717"/>
                </a:lnTo>
                <a:lnTo>
                  <a:pt x="801" y="718"/>
                </a:lnTo>
                <a:lnTo>
                  <a:pt x="801" y="719"/>
                </a:lnTo>
                <a:lnTo>
                  <a:pt x="802" y="719"/>
                </a:lnTo>
                <a:lnTo>
                  <a:pt x="802" y="720"/>
                </a:lnTo>
                <a:lnTo>
                  <a:pt x="802" y="723"/>
                </a:lnTo>
                <a:lnTo>
                  <a:pt x="802" y="725"/>
                </a:lnTo>
                <a:lnTo>
                  <a:pt x="803" y="726"/>
                </a:lnTo>
                <a:lnTo>
                  <a:pt x="803" y="728"/>
                </a:lnTo>
                <a:lnTo>
                  <a:pt x="804" y="728"/>
                </a:lnTo>
                <a:lnTo>
                  <a:pt x="804" y="729"/>
                </a:lnTo>
                <a:lnTo>
                  <a:pt x="806" y="731"/>
                </a:lnTo>
                <a:lnTo>
                  <a:pt x="806" y="733"/>
                </a:lnTo>
                <a:lnTo>
                  <a:pt x="806" y="734"/>
                </a:lnTo>
                <a:lnTo>
                  <a:pt x="805" y="734"/>
                </a:lnTo>
                <a:lnTo>
                  <a:pt x="805" y="735"/>
                </a:lnTo>
                <a:lnTo>
                  <a:pt x="806" y="736"/>
                </a:lnTo>
                <a:lnTo>
                  <a:pt x="807" y="737"/>
                </a:lnTo>
                <a:lnTo>
                  <a:pt x="808" y="738"/>
                </a:lnTo>
                <a:lnTo>
                  <a:pt x="808" y="739"/>
                </a:lnTo>
                <a:lnTo>
                  <a:pt x="808" y="740"/>
                </a:lnTo>
                <a:lnTo>
                  <a:pt x="809" y="740"/>
                </a:lnTo>
                <a:lnTo>
                  <a:pt x="809" y="741"/>
                </a:lnTo>
                <a:lnTo>
                  <a:pt x="809" y="742"/>
                </a:lnTo>
                <a:lnTo>
                  <a:pt x="810" y="743"/>
                </a:lnTo>
                <a:lnTo>
                  <a:pt x="810" y="744"/>
                </a:lnTo>
                <a:lnTo>
                  <a:pt x="810" y="745"/>
                </a:lnTo>
                <a:lnTo>
                  <a:pt x="810" y="746"/>
                </a:lnTo>
                <a:lnTo>
                  <a:pt x="810" y="747"/>
                </a:lnTo>
                <a:lnTo>
                  <a:pt x="811" y="747"/>
                </a:lnTo>
                <a:lnTo>
                  <a:pt x="811" y="748"/>
                </a:lnTo>
                <a:lnTo>
                  <a:pt x="812" y="749"/>
                </a:lnTo>
                <a:lnTo>
                  <a:pt x="811" y="749"/>
                </a:lnTo>
                <a:lnTo>
                  <a:pt x="811" y="750"/>
                </a:lnTo>
                <a:lnTo>
                  <a:pt x="811" y="751"/>
                </a:lnTo>
                <a:lnTo>
                  <a:pt x="810" y="751"/>
                </a:lnTo>
                <a:lnTo>
                  <a:pt x="810" y="752"/>
                </a:lnTo>
                <a:lnTo>
                  <a:pt x="811" y="753"/>
                </a:lnTo>
                <a:lnTo>
                  <a:pt x="812" y="754"/>
                </a:lnTo>
                <a:lnTo>
                  <a:pt x="813" y="754"/>
                </a:lnTo>
                <a:lnTo>
                  <a:pt x="813" y="755"/>
                </a:lnTo>
                <a:lnTo>
                  <a:pt x="814" y="755"/>
                </a:lnTo>
                <a:lnTo>
                  <a:pt x="814" y="756"/>
                </a:lnTo>
                <a:lnTo>
                  <a:pt x="815" y="756"/>
                </a:lnTo>
                <a:lnTo>
                  <a:pt x="815" y="758"/>
                </a:lnTo>
                <a:lnTo>
                  <a:pt x="815" y="759"/>
                </a:lnTo>
                <a:lnTo>
                  <a:pt x="814" y="759"/>
                </a:lnTo>
                <a:lnTo>
                  <a:pt x="814" y="760"/>
                </a:lnTo>
                <a:lnTo>
                  <a:pt x="813" y="760"/>
                </a:lnTo>
                <a:lnTo>
                  <a:pt x="813" y="761"/>
                </a:lnTo>
                <a:lnTo>
                  <a:pt x="813" y="762"/>
                </a:lnTo>
                <a:lnTo>
                  <a:pt x="813" y="763"/>
                </a:lnTo>
                <a:lnTo>
                  <a:pt x="813" y="764"/>
                </a:lnTo>
                <a:lnTo>
                  <a:pt x="814" y="764"/>
                </a:lnTo>
                <a:lnTo>
                  <a:pt x="814" y="765"/>
                </a:lnTo>
                <a:lnTo>
                  <a:pt x="815" y="765"/>
                </a:lnTo>
                <a:lnTo>
                  <a:pt x="815" y="766"/>
                </a:lnTo>
                <a:lnTo>
                  <a:pt x="815" y="767"/>
                </a:lnTo>
                <a:lnTo>
                  <a:pt x="815" y="768"/>
                </a:lnTo>
                <a:lnTo>
                  <a:pt x="815" y="769"/>
                </a:lnTo>
                <a:lnTo>
                  <a:pt x="815" y="770"/>
                </a:lnTo>
                <a:lnTo>
                  <a:pt x="815" y="771"/>
                </a:lnTo>
                <a:lnTo>
                  <a:pt x="815" y="772"/>
                </a:lnTo>
                <a:lnTo>
                  <a:pt x="815" y="773"/>
                </a:lnTo>
                <a:lnTo>
                  <a:pt x="815" y="774"/>
                </a:lnTo>
                <a:lnTo>
                  <a:pt x="815" y="775"/>
                </a:lnTo>
                <a:lnTo>
                  <a:pt x="816" y="776"/>
                </a:lnTo>
                <a:lnTo>
                  <a:pt x="818" y="776"/>
                </a:lnTo>
                <a:lnTo>
                  <a:pt x="818" y="775"/>
                </a:lnTo>
                <a:lnTo>
                  <a:pt x="819" y="775"/>
                </a:lnTo>
                <a:lnTo>
                  <a:pt x="820" y="775"/>
                </a:lnTo>
                <a:lnTo>
                  <a:pt x="821" y="775"/>
                </a:lnTo>
                <a:lnTo>
                  <a:pt x="821" y="776"/>
                </a:lnTo>
                <a:lnTo>
                  <a:pt x="821" y="782"/>
                </a:lnTo>
                <a:lnTo>
                  <a:pt x="822" y="783"/>
                </a:lnTo>
                <a:lnTo>
                  <a:pt x="822" y="784"/>
                </a:lnTo>
                <a:lnTo>
                  <a:pt x="822" y="785"/>
                </a:lnTo>
                <a:lnTo>
                  <a:pt x="823" y="785"/>
                </a:lnTo>
                <a:lnTo>
                  <a:pt x="824" y="787"/>
                </a:lnTo>
                <a:lnTo>
                  <a:pt x="825" y="790"/>
                </a:lnTo>
                <a:lnTo>
                  <a:pt x="826" y="791"/>
                </a:lnTo>
                <a:lnTo>
                  <a:pt x="825" y="791"/>
                </a:lnTo>
                <a:lnTo>
                  <a:pt x="825" y="792"/>
                </a:lnTo>
                <a:lnTo>
                  <a:pt x="825" y="793"/>
                </a:lnTo>
                <a:lnTo>
                  <a:pt x="824" y="793"/>
                </a:lnTo>
                <a:lnTo>
                  <a:pt x="824" y="794"/>
                </a:lnTo>
                <a:lnTo>
                  <a:pt x="825" y="795"/>
                </a:lnTo>
                <a:lnTo>
                  <a:pt x="825" y="796"/>
                </a:lnTo>
                <a:lnTo>
                  <a:pt x="826" y="796"/>
                </a:lnTo>
                <a:lnTo>
                  <a:pt x="826" y="797"/>
                </a:lnTo>
                <a:lnTo>
                  <a:pt x="826" y="798"/>
                </a:lnTo>
                <a:lnTo>
                  <a:pt x="827" y="798"/>
                </a:lnTo>
                <a:lnTo>
                  <a:pt x="827" y="800"/>
                </a:lnTo>
                <a:lnTo>
                  <a:pt x="827" y="802"/>
                </a:lnTo>
                <a:lnTo>
                  <a:pt x="827" y="803"/>
                </a:lnTo>
                <a:lnTo>
                  <a:pt x="827" y="804"/>
                </a:lnTo>
                <a:lnTo>
                  <a:pt x="827" y="805"/>
                </a:lnTo>
                <a:lnTo>
                  <a:pt x="827" y="806"/>
                </a:lnTo>
                <a:lnTo>
                  <a:pt x="828" y="807"/>
                </a:lnTo>
                <a:lnTo>
                  <a:pt x="828" y="809"/>
                </a:lnTo>
                <a:lnTo>
                  <a:pt x="828" y="810"/>
                </a:lnTo>
                <a:lnTo>
                  <a:pt x="828" y="811"/>
                </a:lnTo>
                <a:lnTo>
                  <a:pt x="828" y="812"/>
                </a:lnTo>
                <a:lnTo>
                  <a:pt x="829" y="813"/>
                </a:lnTo>
                <a:lnTo>
                  <a:pt x="829" y="814"/>
                </a:lnTo>
                <a:lnTo>
                  <a:pt x="830" y="814"/>
                </a:lnTo>
                <a:lnTo>
                  <a:pt x="830" y="815"/>
                </a:lnTo>
                <a:lnTo>
                  <a:pt x="830" y="819"/>
                </a:lnTo>
                <a:lnTo>
                  <a:pt x="831" y="819"/>
                </a:lnTo>
                <a:lnTo>
                  <a:pt x="831" y="820"/>
                </a:lnTo>
                <a:lnTo>
                  <a:pt x="832" y="820"/>
                </a:lnTo>
                <a:lnTo>
                  <a:pt x="833" y="821"/>
                </a:lnTo>
                <a:lnTo>
                  <a:pt x="834" y="822"/>
                </a:lnTo>
                <a:lnTo>
                  <a:pt x="834" y="823"/>
                </a:lnTo>
                <a:lnTo>
                  <a:pt x="834" y="824"/>
                </a:lnTo>
                <a:lnTo>
                  <a:pt x="835" y="824"/>
                </a:lnTo>
                <a:lnTo>
                  <a:pt x="835" y="827"/>
                </a:lnTo>
                <a:lnTo>
                  <a:pt x="834" y="829"/>
                </a:lnTo>
                <a:lnTo>
                  <a:pt x="834" y="830"/>
                </a:lnTo>
                <a:lnTo>
                  <a:pt x="834" y="831"/>
                </a:lnTo>
                <a:lnTo>
                  <a:pt x="834" y="832"/>
                </a:lnTo>
                <a:lnTo>
                  <a:pt x="834" y="833"/>
                </a:lnTo>
                <a:lnTo>
                  <a:pt x="835" y="833"/>
                </a:lnTo>
                <a:lnTo>
                  <a:pt x="835" y="835"/>
                </a:lnTo>
                <a:lnTo>
                  <a:pt x="834" y="838"/>
                </a:lnTo>
                <a:lnTo>
                  <a:pt x="833" y="839"/>
                </a:lnTo>
                <a:lnTo>
                  <a:pt x="832" y="840"/>
                </a:lnTo>
                <a:lnTo>
                  <a:pt x="831" y="840"/>
                </a:lnTo>
                <a:lnTo>
                  <a:pt x="831" y="841"/>
                </a:lnTo>
                <a:lnTo>
                  <a:pt x="830" y="841"/>
                </a:lnTo>
                <a:lnTo>
                  <a:pt x="830" y="842"/>
                </a:lnTo>
                <a:lnTo>
                  <a:pt x="829" y="842"/>
                </a:lnTo>
                <a:lnTo>
                  <a:pt x="829" y="843"/>
                </a:lnTo>
                <a:lnTo>
                  <a:pt x="828" y="845"/>
                </a:lnTo>
                <a:lnTo>
                  <a:pt x="828" y="847"/>
                </a:lnTo>
                <a:lnTo>
                  <a:pt x="827" y="848"/>
                </a:lnTo>
                <a:lnTo>
                  <a:pt x="827" y="849"/>
                </a:lnTo>
                <a:lnTo>
                  <a:pt x="827" y="850"/>
                </a:lnTo>
                <a:lnTo>
                  <a:pt x="826" y="852"/>
                </a:lnTo>
                <a:lnTo>
                  <a:pt x="826" y="854"/>
                </a:lnTo>
                <a:lnTo>
                  <a:pt x="825" y="855"/>
                </a:lnTo>
                <a:lnTo>
                  <a:pt x="825" y="856"/>
                </a:lnTo>
                <a:lnTo>
                  <a:pt x="825" y="857"/>
                </a:lnTo>
                <a:lnTo>
                  <a:pt x="824" y="860"/>
                </a:lnTo>
                <a:lnTo>
                  <a:pt x="824" y="861"/>
                </a:lnTo>
                <a:lnTo>
                  <a:pt x="823" y="861"/>
                </a:lnTo>
                <a:lnTo>
                  <a:pt x="823" y="862"/>
                </a:lnTo>
                <a:lnTo>
                  <a:pt x="822" y="863"/>
                </a:lnTo>
                <a:lnTo>
                  <a:pt x="820" y="866"/>
                </a:lnTo>
                <a:lnTo>
                  <a:pt x="819" y="867"/>
                </a:lnTo>
                <a:lnTo>
                  <a:pt x="818" y="868"/>
                </a:lnTo>
                <a:lnTo>
                  <a:pt x="817" y="868"/>
                </a:lnTo>
                <a:lnTo>
                  <a:pt x="816" y="868"/>
                </a:lnTo>
                <a:lnTo>
                  <a:pt x="814" y="871"/>
                </a:lnTo>
                <a:lnTo>
                  <a:pt x="814" y="872"/>
                </a:lnTo>
                <a:lnTo>
                  <a:pt x="814" y="874"/>
                </a:lnTo>
                <a:lnTo>
                  <a:pt x="813" y="875"/>
                </a:lnTo>
                <a:lnTo>
                  <a:pt x="812" y="875"/>
                </a:lnTo>
                <a:lnTo>
                  <a:pt x="811" y="876"/>
                </a:lnTo>
                <a:lnTo>
                  <a:pt x="810" y="876"/>
                </a:lnTo>
                <a:lnTo>
                  <a:pt x="809" y="878"/>
                </a:lnTo>
                <a:lnTo>
                  <a:pt x="809" y="879"/>
                </a:lnTo>
                <a:lnTo>
                  <a:pt x="809" y="880"/>
                </a:lnTo>
                <a:lnTo>
                  <a:pt x="809" y="881"/>
                </a:lnTo>
                <a:lnTo>
                  <a:pt x="809" y="882"/>
                </a:lnTo>
                <a:lnTo>
                  <a:pt x="808" y="883"/>
                </a:lnTo>
                <a:lnTo>
                  <a:pt x="808" y="884"/>
                </a:lnTo>
                <a:lnTo>
                  <a:pt x="807" y="885"/>
                </a:lnTo>
                <a:lnTo>
                  <a:pt x="807" y="886"/>
                </a:lnTo>
                <a:lnTo>
                  <a:pt x="806" y="886"/>
                </a:lnTo>
                <a:lnTo>
                  <a:pt x="806" y="887"/>
                </a:lnTo>
                <a:lnTo>
                  <a:pt x="806" y="888"/>
                </a:lnTo>
                <a:lnTo>
                  <a:pt x="806" y="889"/>
                </a:lnTo>
                <a:lnTo>
                  <a:pt x="806" y="890"/>
                </a:lnTo>
                <a:lnTo>
                  <a:pt x="806" y="891"/>
                </a:lnTo>
                <a:lnTo>
                  <a:pt x="805" y="892"/>
                </a:lnTo>
                <a:lnTo>
                  <a:pt x="805" y="893"/>
                </a:lnTo>
                <a:lnTo>
                  <a:pt x="805" y="894"/>
                </a:lnTo>
                <a:lnTo>
                  <a:pt x="805" y="895"/>
                </a:lnTo>
                <a:lnTo>
                  <a:pt x="805" y="896"/>
                </a:lnTo>
                <a:lnTo>
                  <a:pt x="805" y="897"/>
                </a:lnTo>
                <a:lnTo>
                  <a:pt x="805" y="898"/>
                </a:lnTo>
                <a:lnTo>
                  <a:pt x="804" y="898"/>
                </a:lnTo>
                <a:lnTo>
                  <a:pt x="804" y="899"/>
                </a:lnTo>
                <a:lnTo>
                  <a:pt x="803" y="900"/>
                </a:lnTo>
                <a:lnTo>
                  <a:pt x="802" y="900"/>
                </a:lnTo>
                <a:lnTo>
                  <a:pt x="801" y="900"/>
                </a:lnTo>
                <a:lnTo>
                  <a:pt x="801" y="901"/>
                </a:lnTo>
                <a:lnTo>
                  <a:pt x="801" y="902"/>
                </a:lnTo>
                <a:lnTo>
                  <a:pt x="800" y="902"/>
                </a:lnTo>
                <a:lnTo>
                  <a:pt x="800" y="903"/>
                </a:lnTo>
                <a:lnTo>
                  <a:pt x="800" y="904"/>
                </a:lnTo>
                <a:lnTo>
                  <a:pt x="800" y="905"/>
                </a:lnTo>
                <a:lnTo>
                  <a:pt x="799" y="905"/>
                </a:lnTo>
                <a:lnTo>
                  <a:pt x="799" y="906"/>
                </a:lnTo>
                <a:lnTo>
                  <a:pt x="799" y="907"/>
                </a:lnTo>
                <a:lnTo>
                  <a:pt x="799" y="908"/>
                </a:lnTo>
                <a:lnTo>
                  <a:pt x="799" y="909"/>
                </a:lnTo>
                <a:lnTo>
                  <a:pt x="799" y="910"/>
                </a:lnTo>
                <a:lnTo>
                  <a:pt x="799" y="913"/>
                </a:lnTo>
                <a:lnTo>
                  <a:pt x="799" y="914"/>
                </a:lnTo>
                <a:lnTo>
                  <a:pt x="799" y="915"/>
                </a:lnTo>
                <a:lnTo>
                  <a:pt x="798" y="917"/>
                </a:lnTo>
                <a:lnTo>
                  <a:pt x="798" y="918"/>
                </a:lnTo>
                <a:lnTo>
                  <a:pt x="798" y="919"/>
                </a:lnTo>
                <a:lnTo>
                  <a:pt x="798" y="920"/>
                </a:lnTo>
                <a:lnTo>
                  <a:pt x="798" y="921"/>
                </a:lnTo>
                <a:lnTo>
                  <a:pt x="798" y="922"/>
                </a:lnTo>
                <a:lnTo>
                  <a:pt x="799" y="924"/>
                </a:lnTo>
                <a:lnTo>
                  <a:pt x="799" y="925"/>
                </a:lnTo>
                <a:lnTo>
                  <a:pt x="799" y="927"/>
                </a:lnTo>
                <a:lnTo>
                  <a:pt x="799" y="928"/>
                </a:lnTo>
                <a:lnTo>
                  <a:pt x="800" y="928"/>
                </a:lnTo>
                <a:lnTo>
                  <a:pt x="801" y="929"/>
                </a:lnTo>
                <a:lnTo>
                  <a:pt x="801" y="930"/>
                </a:lnTo>
                <a:lnTo>
                  <a:pt x="801" y="931"/>
                </a:lnTo>
                <a:lnTo>
                  <a:pt x="800" y="933"/>
                </a:lnTo>
                <a:lnTo>
                  <a:pt x="800" y="934"/>
                </a:lnTo>
                <a:lnTo>
                  <a:pt x="800" y="935"/>
                </a:lnTo>
                <a:lnTo>
                  <a:pt x="799" y="936"/>
                </a:lnTo>
                <a:lnTo>
                  <a:pt x="799" y="938"/>
                </a:lnTo>
                <a:lnTo>
                  <a:pt x="798" y="940"/>
                </a:lnTo>
                <a:lnTo>
                  <a:pt x="797" y="940"/>
                </a:lnTo>
                <a:lnTo>
                  <a:pt x="796" y="940"/>
                </a:lnTo>
                <a:lnTo>
                  <a:pt x="795" y="941"/>
                </a:lnTo>
                <a:lnTo>
                  <a:pt x="794" y="941"/>
                </a:lnTo>
                <a:lnTo>
                  <a:pt x="794" y="942"/>
                </a:lnTo>
                <a:lnTo>
                  <a:pt x="794" y="943"/>
                </a:lnTo>
                <a:lnTo>
                  <a:pt x="794" y="944"/>
                </a:lnTo>
                <a:lnTo>
                  <a:pt x="795" y="945"/>
                </a:lnTo>
                <a:lnTo>
                  <a:pt x="796" y="945"/>
                </a:lnTo>
                <a:lnTo>
                  <a:pt x="796" y="946"/>
                </a:lnTo>
                <a:lnTo>
                  <a:pt x="796" y="948"/>
                </a:lnTo>
                <a:lnTo>
                  <a:pt x="796" y="949"/>
                </a:lnTo>
                <a:lnTo>
                  <a:pt x="795" y="950"/>
                </a:lnTo>
                <a:lnTo>
                  <a:pt x="795" y="951"/>
                </a:lnTo>
                <a:lnTo>
                  <a:pt x="794" y="953"/>
                </a:lnTo>
                <a:lnTo>
                  <a:pt x="793" y="953"/>
                </a:lnTo>
                <a:lnTo>
                  <a:pt x="793" y="954"/>
                </a:lnTo>
                <a:lnTo>
                  <a:pt x="792" y="954"/>
                </a:lnTo>
                <a:lnTo>
                  <a:pt x="791" y="954"/>
                </a:lnTo>
                <a:lnTo>
                  <a:pt x="791" y="955"/>
                </a:lnTo>
                <a:lnTo>
                  <a:pt x="791" y="956"/>
                </a:lnTo>
                <a:lnTo>
                  <a:pt x="791" y="957"/>
                </a:lnTo>
                <a:lnTo>
                  <a:pt x="791" y="958"/>
                </a:lnTo>
                <a:lnTo>
                  <a:pt x="791" y="959"/>
                </a:lnTo>
                <a:lnTo>
                  <a:pt x="790" y="961"/>
                </a:lnTo>
                <a:lnTo>
                  <a:pt x="790" y="962"/>
                </a:lnTo>
                <a:lnTo>
                  <a:pt x="789" y="962"/>
                </a:lnTo>
                <a:lnTo>
                  <a:pt x="788" y="962"/>
                </a:lnTo>
                <a:lnTo>
                  <a:pt x="788" y="963"/>
                </a:lnTo>
                <a:lnTo>
                  <a:pt x="787" y="963"/>
                </a:lnTo>
                <a:lnTo>
                  <a:pt x="786" y="964"/>
                </a:lnTo>
                <a:lnTo>
                  <a:pt x="786" y="965"/>
                </a:lnTo>
                <a:lnTo>
                  <a:pt x="786" y="966"/>
                </a:lnTo>
                <a:lnTo>
                  <a:pt x="786" y="968"/>
                </a:lnTo>
                <a:lnTo>
                  <a:pt x="785" y="969"/>
                </a:lnTo>
                <a:lnTo>
                  <a:pt x="784" y="969"/>
                </a:lnTo>
                <a:lnTo>
                  <a:pt x="784" y="970"/>
                </a:lnTo>
                <a:lnTo>
                  <a:pt x="783" y="970"/>
                </a:lnTo>
                <a:lnTo>
                  <a:pt x="783" y="971"/>
                </a:lnTo>
                <a:lnTo>
                  <a:pt x="782" y="971"/>
                </a:lnTo>
                <a:lnTo>
                  <a:pt x="782" y="972"/>
                </a:lnTo>
                <a:lnTo>
                  <a:pt x="781" y="972"/>
                </a:lnTo>
                <a:lnTo>
                  <a:pt x="781" y="973"/>
                </a:lnTo>
                <a:lnTo>
                  <a:pt x="781" y="974"/>
                </a:lnTo>
                <a:lnTo>
                  <a:pt x="781" y="975"/>
                </a:lnTo>
                <a:lnTo>
                  <a:pt x="781" y="980"/>
                </a:lnTo>
                <a:lnTo>
                  <a:pt x="781" y="981"/>
                </a:lnTo>
                <a:lnTo>
                  <a:pt x="781" y="982"/>
                </a:lnTo>
                <a:lnTo>
                  <a:pt x="781" y="983"/>
                </a:lnTo>
                <a:lnTo>
                  <a:pt x="781" y="984"/>
                </a:lnTo>
                <a:lnTo>
                  <a:pt x="781" y="985"/>
                </a:lnTo>
                <a:lnTo>
                  <a:pt x="782" y="985"/>
                </a:lnTo>
                <a:lnTo>
                  <a:pt x="782" y="986"/>
                </a:lnTo>
                <a:lnTo>
                  <a:pt x="782" y="987"/>
                </a:lnTo>
                <a:lnTo>
                  <a:pt x="782" y="988"/>
                </a:lnTo>
                <a:lnTo>
                  <a:pt x="782" y="989"/>
                </a:lnTo>
                <a:lnTo>
                  <a:pt x="782" y="990"/>
                </a:lnTo>
                <a:lnTo>
                  <a:pt x="783" y="990"/>
                </a:lnTo>
                <a:lnTo>
                  <a:pt x="783" y="991"/>
                </a:lnTo>
                <a:lnTo>
                  <a:pt x="783" y="992"/>
                </a:lnTo>
                <a:lnTo>
                  <a:pt x="783" y="993"/>
                </a:lnTo>
                <a:lnTo>
                  <a:pt x="783" y="994"/>
                </a:lnTo>
                <a:lnTo>
                  <a:pt x="783" y="995"/>
                </a:lnTo>
                <a:lnTo>
                  <a:pt x="784" y="995"/>
                </a:lnTo>
                <a:lnTo>
                  <a:pt x="784" y="996"/>
                </a:lnTo>
                <a:lnTo>
                  <a:pt x="784" y="997"/>
                </a:lnTo>
                <a:lnTo>
                  <a:pt x="784" y="998"/>
                </a:lnTo>
                <a:lnTo>
                  <a:pt x="784" y="999"/>
                </a:lnTo>
                <a:lnTo>
                  <a:pt x="784" y="1000"/>
                </a:lnTo>
                <a:lnTo>
                  <a:pt x="785" y="1001"/>
                </a:lnTo>
                <a:lnTo>
                  <a:pt x="785" y="1002"/>
                </a:lnTo>
                <a:lnTo>
                  <a:pt x="785" y="1003"/>
                </a:lnTo>
                <a:lnTo>
                  <a:pt x="785" y="1004"/>
                </a:lnTo>
                <a:lnTo>
                  <a:pt x="785" y="1005"/>
                </a:lnTo>
                <a:lnTo>
                  <a:pt x="786" y="1005"/>
                </a:lnTo>
                <a:lnTo>
                  <a:pt x="786" y="1006"/>
                </a:lnTo>
                <a:lnTo>
                  <a:pt x="786" y="1007"/>
                </a:lnTo>
                <a:lnTo>
                  <a:pt x="786" y="1008"/>
                </a:lnTo>
                <a:lnTo>
                  <a:pt x="786" y="1009"/>
                </a:lnTo>
                <a:lnTo>
                  <a:pt x="786" y="1014"/>
                </a:lnTo>
                <a:lnTo>
                  <a:pt x="786" y="1015"/>
                </a:lnTo>
                <a:lnTo>
                  <a:pt x="786" y="1016"/>
                </a:lnTo>
                <a:lnTo>
                  <a:pt x="786" y="1017"/>
                </a:lnTo>
                <a:lnTo>
                  <a:pt x="786" y="1019"/>
                </a:lnTo>
                <a:lnTo>
                  <a:pt x="785" y="1019"/>
                </a:lnTo>
                <a:lnTo>
                  <a:pt x="785" y="1020"/>
                </a:lnTo>
                <a:lnTo>
                  <a:pt x="785" y="1021"/>
                </a:lnTo>
                <a:lnTo>
                  <a:pt x="785" y="1022"/>
                </a:lnTo>
                <a:lnTo>
                  <a:pt x="785" y="1023"/>
                </a:lnTo>
                <a:lnTo>
                  <a:pt x="785" y="1024"/>
                </a:lnTo>
                <a:lnTo>
                  <a:pt x="784" y="1024"/>
                </a:lnTo>
                <a:lnTo>
                  <a:pt x="784" y="1025"/>
                </a:lnTo>
                <a:lnTo>
                  <a:pt x="784" y="1026"/>
                </a:lnTo>
                <a:lnTo>
                  <a:pt x="784" y="1027"/>
                </a:lnTo>
                <a:lnTo>
                  <a:pt x="784" y="1028"/>
                </a:lnTo>
                <a:lnTo>
                  <a:pt x="784" y="1029"/>
                </a:lnTo>
                <a:lnTo>
                  <a:pt x="784" y="1031"/>
                </a:lnTo>
                <a:lnTo>
                  <a:pt x="784" y="1032"/>
                </a:lnTo>
                <a:lnTo>
                  <a:pt x="785" y="1032"/>
                </a:lnTo>
                <a:lnTo>
                  <a:pt x="785" y="1033"/>
                </a:lnTo>
                <a:lnTo>
                  <a:pt x="785" y="1034"/>
                </a:lnTo>
                <a:lnTo>
                  <a:pt x="786" y="1034"/>
                </a:lnTo>
                <a:lnTo>
                  <a:pt x="786" y="1035"/>
                </a:lnTo>
                <a:lnTo>
                  <a:pt x="787" y="1036"/>
                </a:lnTo>
                <a:lnTo>
                  <a:pt x="788" y="1037"/>
                </a:lnTo>
                <a:lnTo>
                  <a:pt x="789" y="1037"/>
                </a:lnTo>
                <a:lnTo>
                  <a:pt x="789" y="1038"/>
                </a:lnTo>
                <a:lnTo>
                  <a:pt x="790" y="1038"/>
                </a:lnTo>
                <a:lnTo>
                  <a:pt x="791" y="1039"/>
                </a:lnTo>
                <a:lnTo>
                  <a:pt x="792" y="1039"/>
                </a:lnTo>
                <a:lnTo>
                  <a:pt x="793" y="1039"/>
                </a:lnTo>
                <a:lnTo>
                  <a:pt x="793" y="1040"/>
                </a:lnTo>
                <a:lnTo>
                  <a:pt x="794" y="1040"/>
                </a:lnTo>
                <a:lnTo>
                  <a:pt x="795" y="1040"/>
                </a:lnTo>
                <a:lnTo>
                  <a:pt x="795" y="1041"/>
                </a:lnTo>
                <a:lnTo>
                  <a:pt x="796" y="1041"/>
                </a:lnTo>
                <a:lnTo>
                  <a:pt x="796" y="1040"/>
                </a:lnTo>
                <a:lnTo>
                  <a:pt x="801" y="1040"/>
                </a:lnTo>
                <a:lnTo>
                  <a:pt x="803" y="1040"/>
                </a:lnTo>
                <a:lnTo>
                  <a:pt x="804" y="1040"/>
                </a:lnTo>
                <a:lnTo>
                  <a:pt x="805" y="1040"/>
                </a:lnTo>
                <a:lnTo>
                  <a:pt x="805" y="1041"/>
                </a:lnTo>
                <a:lnTo>
                  <a:pt x="806" y="1041"/>
                </a:lnTo>
                <a:lnTo>
                  <a:pt x="807" y="1042"/>
                </a:lnTo>
                <a:lnTo>
                  <a:pt x="807" y="1043"/>
                </a:lnTo>
                <a:lnTo>
                  <a:pt x="806" y="1044"/>
                </a:lnTo>
                <a:lnTo>
                  <a:pt x="807" y="1046"/>
                </a:lnTo>
                <a:lnTo>
                  <a:pt x="806" y="1047"/>
                </a:lnTo>
                <a:lnTo>
                  <a:pt x="806" y="1048"/>
                </a:lnTo>
                <a:lnTo>
                  <a:pt x="806" y="1049"/>
                </a:lnTo>
                <a:lnTo>
                  <a:pt x="808" y="1049"/>
                </a:lnTo>
                <a:lnTo>
                  <a:pt x="809" y="1049"/>
                </a:lnTo>
                <a:lnTo>
                  <a:pt x="810" y="1049"/>
                </a:lnTo>
                <a:lnTo>
                  <a:pt x="811" y="1049"/>
                </a:lnTo>
                <a:lnTo>
                  <a:pt x="812" y="1049"/>
                </a:lnTo>
                <a:lnTo>
                  <a:pt x="812" y="1050"/>
                </a:lnTo>
                <a:lnTo>
                  <a:pt x="812" y="1051"/>
                </a:lnTo>
                <a:lnTo>
                  <a:pt x="811" y="1051"/>
                </a:lnTo>
                <a:lnTo>
                  <a:pt x="810" y="1051"/>
                </a:lnTo>
                <a:lnTo>
                  <a:pt x="809" y="1051"/>
                </a:lnTo>
                <a:lnTo>
                  <a:pt x="808" y="1051"/>
                </a:lnTo>
                <a:lnTo>
                  <a:pt x="808" y="1052"/>
                </a:lnTo>
                <a:lnTo>
                  <a:pt x="807" y="1053"/>
                </a:lnTo>
                <a:lnTo>
                  <a:pt x="807" y="1054"/>
                </a:lnTo>
                <a:lnTo>
                  <a:pt x="806" y="1054"/>
                </a:lnTo>
                <a:lnTo>
                  <a:pt x="806" y="1055"/>
                </a:lnTo>
                <a:lnTo>
                  <a:pt x="805" y="1056"/>
                </a:lnTo>
                <a:lnTo>
                  <a:pt x="806" y="1058"/>
                </a:lnTo>
                <a:lnTo>
                  <a:pt x="806" y="1059"/>
                </a:lnTo>
                <a:lnTo>
                  <a:pt x="806" y="1060"/>
                </a:lnTo>
                <a:lnTo>
                  <a:pt x="807" y="1063"/>
                </a:lnTo>
                <a:lnTo>
                  <a:pt x="808" y="1064"/>
                </a:lnTo>
                <a:lnTo>
                  <a:pt x="808" y="1063"/>
                </a:lnTo>
                <a:lnTo>
                  <a:pt x="809" y="1065"/>
                </a:lnTo>
                <a:lnTo>
                  <a:pt x="809" y="1066"/>
                </a:lnTo>
                <a:lnTo>
                  <a:pt x="809" y="1067"/>
                </a:lnTo>
                <a:lnTo>
                  <a:pt x="810" y="1068"/>
                </a:lnTo>
                <a:lnTo>
                  <a:pt x="811" y="1069"/>
                </a:lnTo>
                <a:lnTo>
                  <a:pt x="812" y="1069"/>
                </a:lnTo>
                <a:lnTo>
                  <a:pt x="812" y="1070"/>
                </a:lnTo>
                <a:lnTo>
                  <a:pt x="812" y="1071"/>
                </a:lnTo>
                <a:lnTo>
                  <a:pt x="812" y="1072"/>
                </a:lnTo>
                <a:lnTo>
                  <a:pt x="813" y="1073"/>
                </a:lnTo>
                <a:lnTo>
                  <a:pt x="813" y="1074"/>
                </a:lnTo>
                <a:lnTo>
                  <a:pt x="813" y="1075"/>
                </a:lnTo>
                <a:lnTo>
                  <a:pt x="814" y="1076"/>
                </a:lnTo>
                <a:lnTo>
                  <a:pt x="815" y="1077"/>
                </a:lnTo>
                <a:lnTo>
                  <a:pt x="814" y="1077"/>
                </a:lnTo>
                <a:lnTo>
                  <a:pt x="814" y="1078"/>
                </a:lnTo>
                <a:lnTo>
                  <a:pt x="815" y="1078"/>
                </a:lnTo>
                <a:lnTo>
                  <a:pt x="816" y="1079"/>
                </a:lnTo>
                <a:lnTo>
                  <a:pt x="817" y="1079"/>
                </a:lnTo>
                <a:lnTo>
                  <a:pt x="817" y="1080"/>
                </a:lnTo>
                <a:lnTo>
                  <a:pt x="818" y="1080"/>
                </a:lnTo>
                <a:lnTo>
                  <a:pt x="818" y="1081"/>
                </a:lnTo>
                <a:lnTo>
                  <a:pt x="819" y="1081"/>
                </a:lnTo>
                <a:lnTo>
                  <a:pt x="820" y="1081"/>
                </a:lnTo>
                <a:lnTo>
                  <a:pt x="821" y="1082"/>
                </a:lnTo>
                <a:lnTo>
                  <a:pt x="822" y="1082"/>
                </a:lnTo>
                <a:lnTo>
                  <a:pt x="823" y="1082"/>
                </a:lnTo>
                <a:lnTo>
                  <a:pt x="824" y="1081"/>
                </a:lnTo>
                <a:lnTo>
                  <a:pt x="824" y="1080"/>
                </a:lnTo>
                <a:lnTo>
                  <a:pt x="826" y="1080"/>
                </a:lnTo>
                <a:lnTo>
                  <a:pt x="826" y="1081"/>
                </a:lnTo>
                <a:lnTo>
                  <a:pt x="826" y="1082"/>
                </a:lnTo>
                <a:lnTo>
                  <a:pt x="826" y="1083"/>
                </a:lnTo>
                <a:lnTo>
                  <a:pt x="826" y="1084"/>
                </a:lnTo>
                <a:lnTo>
                  <a:pt x="826" y="1085"/>
                </a:lnTo>
                <a:lnTo>
                  <a:pt x="827" y="1086"/>
                </a:lnTo>
                <a:lnTo>
                  <a:pt x="827" y="1087"/>
                </a:lnTo>
                <a:lnTo>
                  <a:pt x="828" y="1088"/>
                </a:lnTo>
                <a:lnTo>
                  <a:pt x="828" y="1089"/>
                </a:lnTo>
                <a:lnTo>
                  <a:pt x="828" y="1090"/>
                </a:lnTo>
                <a:lnTo>
                  <a:pt x="828" y="1091"/>
                </a:lnTo>
                <a:lnTo>
                  <a:pt x="829" y="1091"/>
                </a:lnTo>
                <a:lnTo>
                  <a:pt x="829" y="1092"/>
                </a:lnTo>
                <a:lnTo>
                  <a:pt x="830" y="1092"/>
                </a:lnTo>
                <a:lnTo>
                  <a:pt x="831" y="1092"/>
                </a:lnTo>
                <a:lnTo>
                  <a:pt x="832" y="1094"/>
                </a:lnTo>
                <a:lnTo>
                  <a:pt x="832" y="1096"/>
                </a:lnTo>
                <a:lnTo>
                  <a:pt x="831" y="1098"/>
                </a:lnTo>
                <a:lnTo>
                  <a:pt x="830" y="1098"/>
                </a:lnTo>
                <a:lnTo>
                  <a:pt x="829" y="1099"/>
                </a:lnTo>
                <a:lnTo>
                  <a:pt x="827" y="1099"/>
                </a:lnTo>
                <a:lnTo>
                  <a:pt x="827" y="1098"/>
                </a:lnTo>
                <a:lnTo>
                  <a:pt x="826" y="1099"/>
                </a:lnTo>
                <a:lnTo>
                  <a:pt x="826" y="1100"/>
                </a:lnTo>
                <a:lnTo>
                  <a:pt x="825" y="1102"/>
                </a:lnTo>
                <a:lnTo>
                  <a:pt x="824" y="1103"/>
                </a:lnTo>
                <a:lnTo>
                  <a:pt x="824" y="1104"/>
                </a:lnTo>
                <a:lnTo>
                  <a:pt x="823" y="1105"/>
                </a:lnTo>
                <a:lnTo>
                  <a:pt x="821" y="1105"/>
                </a:lnTo>
                <a:lnTo>
                  <a:pt x="820" y="1105"/>
                </a:lnTo>
                <a:lnTo>
                  <a:pt x="819" y="1105"/>
                </a:lnTo>
                <a:lnTo>
                  <a:pt x="819" y="1106"/>
                </a:lnTo>
                <a:lnTo>
                  <a:pt x="819" y="1108"/>
                </a:lnTo>
                <a:lnTo>
                  <a:pt x="820" y="1108"/>
                </a:lnTo>
                <a:lnTo>
                  <a:pt x="820" y="1109"/>
                </a:lnTo>
                <a:lnTo>
                  <a:pt x="822" y="1112"/>
                </a:lnTo>
                <a:lnTo>
                  <a:pt x="822" y="1113"/>
                </a:lnTo>
                <a:lnTo>
                  <a:pt x="821" y="1113"/>
                </a:lnTo>
                <a:lnTo>
                  <a:pt x="821" y="1115"/>
                </a:lnTo>
                <a:lnTo>
                  <a:pt x="822" y="1115"/>
                </a:lnTo>
                <a:lnTo>
                  <a:pt x="823" y="1115"/>
                </a:lnTo>
                <a:lnTo>
                  <a:pt x="824" y="1115"/>
                </a:lnTo>
                <a:lnTo>
                  <a:pt x="826" y="1116"/>
                </a:lnTo>
                <a:lnTo>
                  <a:pt x="827" y="1116"/>
                </a:lnTo>
                <a:lnTo>
                  <a:pt x="829" y="1116"/>
                </a:lnTo>
                <a:lnTo>
                  <a:pt x="830" y="1117"/>
                </a:lnTo>
                <a:lnTo>
                  <a:pt x="831" y="1117"/>
                </a:lnTo>
                <a:lnTo>
                  <a:pt x="832" y="1118"/>
                </a:lnTo>
                <a:lnTo>
                  <a:pt x="832" y="1119"/>
                </a:lnTo>
                <a:lnTo>
                  <a:pt x="833" y="1119"/>
                </a:lnTo>
                <a:lnTo>
                  <a:pt x="833" y="1120"/>
                </a:lnTo>
                <a:lnTo>
                  <a:pt x="834" y="1120"/>
                </a:lnTo>
                <a:lnTo>
                  <a:pt x="835" y="1119"/>
                </a:lnTo>
                <a:lnTo>
                  <a:pt x="836" y="1119"/>
                </a:lnTo>
                <a:lnTo>
                  <a:pt x="838" y="1119"/>
                </a:lnTo>
                <a:lnTo>
                  <a:pt x="839" y="1119"/>
                </a:lnTo>
                <a:lnTo>
                  <a:pt x="840" y="1120"/>
                </a:lnTo>
                <a:lnTo>
                  <a:pt x="841" y="1121"/>
                </a:lnTo>
                <a:lnTo>
                  <a:pt x="841" y="1122"/>
                </a:lnTo>
                <a:lnTo>
                  <a:pt x="841" y="1123"/>
                </a:lnTo>
                <a:lnTo>
                  <a:pt x="842" y="1124"/>
                </a:lnTo>
                <a:lnTo>
                  <a:pt x="844" y="1125"/>
                </a:lnTo>
                <a:lnTo>
                  <a:pt x="844" y="1124"/>
                </a:lnTo>
                <a:lnTo>
                  <a:pt x="845" y="1124"/>
                </a:lnTo>
                <a:lnTo>
                  <a:pt x="846" y="1124"/>
                </a:lnTo>
                <a:lnTo>
                  <a:pt x="847" y="1125"/>
                </a:lnTo>
                <a:lnTo>
                  <a:pt x="848" y="1125"/>
                </a:lnTo>
                <a:lnTo>
                  <a:pt x="847" y="1125"/>
                </a:lnTo>
                <a:lnTo>
                  <a:pt x="847" y="1126"/>
                </a:lnTo>
                <a:lnTo>
                  <a:pt x="847" y="1127"/>
                </a:lnTo>
                <a:lnTo>
                  <a:pt x="848" y="1127"/>
                </a:lnTo>
                <a:lnTo>
                  <a:pt x="850" y="1127"/>
                </a:lnTo>
                <a:lnTo>
                  <a:pt x="852" y="1127"/>
                </a:lnTo>
                <a:lnTo>
                  <a:pt x="853" y="1127"/>
                </a:lnTo>
                <a:lnTo>
                  <a:pt x="855" y="1128"/>
                </a:lnTo>
                <a:lnTo>
                  <a:pt x="855" y="1129"/>
                </a:lnTo>
                <a:lnTo>
                  <a:pt x="856" y="1130"/>
                </a:lnTo>
                <a:lnTo>
                  <a:pt x="856" y="1131"/>
                </a:lnTo>
                <a:lnTo>
                  <a:pt x="856" y="1132"/>
                </a:lnTo>
                <a:lnTo>
                  <a:pt x="855" y="1134"/>
                </a:lnTo>
                <a:lnTo>
                  <a:pt x="854" y="1134"/>
                </a:lnTo>
                <a:lnTo>
                  <a:pt x="854" y="1136"/>
                </a:lnTo>
                <a:lnTo>
                  <a:pt x="854" y="1137"/>
                </a:lnTo>
                <a:lnTo>
                  <a:pt x="853" y="1138"/>
                </a:lnTo>
                <a:lnTo>
                  <a:pt x="852" y="1140"/>
                </a:lnTo>
                <a:lnTo>
                  <a:pt x="851" y="1141"/>
                </a:lnTo>
                <a:lnTo>
                  <a:pt x="851" y="1142"/>
                </a:lnTo>
                <a:lnTo>
                  <a:pt x="850" y="1142"/>
                </a:lnTo>
                <a:lnTo>
                  <a:pt x="849" y="1142"/>
                </a:lnTo>
                <a:lnTo>
                  <a:pt x="848" y="1143"/>
                </a:lnTo>
                <a:lnTo>
                  <a:pt x="848" y="1144"/>
                </a:lnTo>
                <a:lnTo>
                  <a:pt x="849" y="1144"/>
                </a:lnTo>
                <a:lnTo>
                  <a:pt x="849" y="1145"/>
                </a:lnTo>
                <a:lnTo>
                  <a:pt x="849" y="1146"/>
                </a:lnTo>
                <a:lnTo>
                  <a:pt x="849" y="1147"/>
                </a:lnTo>
                <a:lnTo>
                  <a:pt x="849" y="1150"/>
                </a:lnTo>
                <a:lnTo>
                  <a:pt x="849" y="1151"/>
                </a:lnTo>
                <a:lnTo>
                  <a:pt x="849" y="1152"/>
                </a:lnTo>
                <a:lnTo>
                  <a:pt x="849" y="1153"/>
                </a:lnTo>
                <a:lnTo>
                  <a:pt x="849" y="1154"/>
                </a:lnTo>
                <a:lnTo>
                  <a:pt x="849" y="1156"/>
                </a:lnTo>
                <a:lnTo>
                  <a:pt x="849" y="1157"/>
                </a:lnTo>
                <a:lnTo>
                  <a:pt x="849" y="1158"/>
                </a:lnTo>
                <a:lnTo>
                  <a:pt x="849" y="1159"/>
                </a:lnTo>
                <a:lnTo>
                  <a:pt x="848" y="1159"/>
                </a:lnTo>
                <a:lnTo>
                  <a:pt x="849" y="1159"/>
                </a:lnTo>
                <a:lnTo>
                  <a:pt x="851" y="1159"/>
                </a:lnTo>
                <a:lnTo>
                  <a:pt x="852" y="1159"/>
                </a:lnTo>
                <a:lnTo>
                  <a:pt x="853" y="1159"/>
                </a:lnTo>
                <a:lnTo>
                  <a:pt x="853" y="1158"/>
                </a:lnTo>
                <a:lnTo>
                  <a:pt x="854" y="1158"/>
                </a:lnTo>
                <a:lnTo>
                  <a:pt x="854" y="1157"/>
                </a:lnTo>
                <a:lnTo>
                  <a:pt x="853" y="1157"/>
                </a:lnTo>
                <a:lnTo>
                  <a:pt x="853" y="1156"/>
                </a:lnTo>
                <a:lnTo>
                  <a:pt x="854" y="1156"/>
                </a:lnTo>
                <a:lnTo>
                  <a:pt x="855" y="1156"/>
                </a:lnTo>
                <a:lnTo>
                  <a:pt x="855" y="1157"/>
                </a:lnTo>
                <a:lnTo>
                  <a:pt x="856" y="1158"/>
                </a:lnTo>
                <a:lnTo>
                  <a:pt x="856" y="1159"/>
                </a:lnTo>
                <a:lnTo>
                  <a:pt x="855" y="1159"/>
                </a:lnTo>
                <a:lnTo>
                  <a:pt x="855" y="1160"/>
                </a:lnTo>
                <a:lnTo>
                  <a:pt x="856" y="1160"/>
                </a:lnTo>
                <a:lnTo>
                  <a:pt x="857" y="1160"/>
                </a:lnTo>
                <a:lnTo>
                  <a:pt x="857" y="1161"/>
                </a:lnTo>
                <a:lnTo>
                  <a:pt x="857" y="1162"/>
                </a:lnTo>
                <a:lnTo>
                  <a:pt x="859" y="1163"/>
                </a:lnTo>
                <a:lnTo>
                  <a:pt x="859" y="1164"/>
                </a:lnTo>
                <a:lnTo>
                  <a:pt x="860" y="1165"/>
                </a:lnTo>
                <a:lnTo>
                  <a:pt x="860" y="1166"/>
                </a:lnTo>
                <a:lnTo>
                  <a:pt x="860" y="1168"/>
                </a:lnTo>
                <a:lnTo>
                  <a:pt x="861" y="1169"/>
                </a:lnTo>
                <a:lnTo>
                  <a:pt x="862" y="1170"/>
                </a:lnTo>
                <a:lnTo>
                  <a:pt x="863" y="1170"/>
                </a:lnTo>
                <a:lnTo>
                  <a:pt x="864" y="1171"/>
                </a:lnTo>
                <a:lnTo>
                  <a:pt x="864" y="1172"/>
                </a:lnTo>
                <a:lnTo>
                  <a:pt x="864" y="1173"/>
                </a:lnTo>
                <a:lnTo>
                  <a:pt x="865" y="1174"/>
                </a:lnTo>
                <a:lnTo>
                  <a:pt x="864" y="1175"/>
                </a:lnTo>
                <a:lnTo>
                  <a:pt x="863" y="1176"/>
                </a:lnTo>
                <a:lnTo>
                  <a:pt x="862" y="1176"/>
                </a:lnTo>
                <a:lnTo>
                  <a:pt x="862" y="1175"/>
                </a:lnTo>
                <a:lnTo>
                  <a:pt x="861" y="1175"/>
                </a:lnTo>
                <a:lnTo>
                  <a:pt x="860" y="1175"/>
                </a:lnTo>
                <a:lnTo>
                  <a:pt x="859" y="1177"/>
                </a:lnTo>
                <a:lnTo>
                  <a:pt x="858" y="1179"/>
                </a:lnTo>
                <a:lnTo>
                  <a:pt x="857" y="1179"/>
                </a:lnTo>
                <a:lnTo>
                  <a:pt x="856" y="1179"/>
                </a:lnTo>
                <a:lnTo>
                  <a:pt x="856" y="1180"/>
                </a:lnTo>
                <a:lnTo>
                  <a:pt x="856" y="1181"/>
                </a:lnTo>
                <a:lnTo>
                  <a:pt x="857" y="1182"/>
                </a:lnTo>
                <a:lnTo>
                  <a:pt x="857" y="1183"/>
                </a:lnTo>
                <a:lnTo>
                  <a:pt x="855" y="1183"/>
                </a:lnTo>
                <a:lnTo>
                  <a:pt x="854" y="1183"/>
                </a:lnTo>
                <a:lnTo>
                  <a:pt x="853" y="1184"/>
                </a:lnTo>
                <a:lnTo>
                  <a:pt x="852" y="1184"/>
                </a:lnTo>
                <a:lnTo>
                  <a:pt x="851" y="1185"/>
                </a:lnTo>
                <a:lnTo>
                  <a:pt x="851" y="1187"/>
                </a:lnTo>
                <a:lnTo>
                  <a:pt x="850" y="1187"/>
                </a:lnTo>
                <a:lnTo>
                  <a:pt x="851" y="1188"/>
                </a:lnTo>
                <a:lnTo>
                  <a:pt x="852" y="1189"/>
                </a:lnTo>
                <a:lnTo>
                  <a:pt x="853" y="1190"/>
                </a:lnTo>
                <a:lnTo>
                  <a:pt x="853" y="1191"/>
                </a:lnTo>
                <a:lnTo>
                  <a:pt x="854" y="1191"/>
                </a:lnTo>
                <a:lnTo>
                  <a:pt x="855" y="1191"/>
                </a:lnTo>
                <a:lnTo>
                  <a:pt x="855" y="1193"/>
                </a:lnTo>
                <a:lnTo>
                  <a:pt x="855" y="1194"/>
                </a:lnTo>
                <a:lnTo>
                  <a:pt x="856" y="1195"/>
                </a:lnTo>
                <a:lnTo>
                  <a:pt x="857" y="1195"/>
                </a:lnTo>
                <a:lnTo>
                  <a:pt x="858" y="1195"/>
                </a:lnTo>
                <a:lnTo>
                  <a:pt x="860" y="1195"/>
                </a:lnTo>
                <a:lnTo>
                  <a:pt x="862" y="1194"/>
                </a:lnTo>
                <a:lnTo>
                  <a:pt x="863" y="1194"/>
                </a:lnTo>
                <a:lnTo>
                  <a:pt x="864" y="1194"/>
                </a:lnTo>
                <a:lnTo>
                  <a:pt x="865" y="1194"/>
                </a:lnTo>
                <a:lnTo>
                  <a:pt x="865" y="1195"/>
                </a:lnTo>
                <a:lnTo>
                  <a:pt x="867" y="1196"/>
                </a:lnTo>
                <a:lnTo>
                  <a:pt x="868" y="1196"/>
                </a:lnTo>
                <a:lnTo>
                  <a:pt x="869" y="1197"/>
                </a:lnTo>
                <a:lnTo>
                  <a:pt x="870" y="1197"/>
                </a:lnTo>
                <a:lnTo>
                  <a:pt x="871" y="1197"/>
                </a:lnTo>
                <a:lnTo>
                  <a:pt x="872" y="1197"/>
                </a:lnTo>
                <a:lnTo>
                  <a:pt x="873" y="1199"/>
                </a:lnTo>
                <a:lnTo>
                  <a:pt x="874" y="1200"/>
                </a:lnTo>
                <a:lnTo>
                  <a:pt x="874" y="1201"/>
                </a:lnTo>
                <a:lnTo>
                  <a:pt x="874" y="1202"/>
                </a:lnTo>
                <a:lnTo>
                  <a:pt x="875" y="1202"/>
                </a:lnTo>
                <a:lnTo>
                  <a:pt x="875" y="1203"/>
                </a:lnTo>
                <a:lnTo>
                  <a:pt x="876" y="1203"/>
                </a:lnTo>
                <a:lnTo>
                  <a:pt x="876" y="1204"/>
                </a:lnTo>
                <a:lnTo>
                  <a:pt x="877" y="1204"/>
                </a:lnTo>
                <a:lnTo>
                  <a:pt x="879" y="1205"/>
                </a:lnTo>
                <a:lnTo>
                  <a:pt x="881" y="1205"/>
                </a:lnTo>
                <a:lnTo>
                  <a:pt x="882" y="1205"/>
                </a:lnTo>
                <a:lnTo>
                  <a:pt x="882" y="1204"/>
                </a:lnTo>
                <a:lnTo>
                  <a:pt x="883" y="1204"/>
                </a:lnTo>
                <a:lnTo>
                  <a:pt x="884" y="1204"/>
                </a:lnTo>
                <a:lnTo>
                  <a:pt x="884" y="1205"/>
                </a:lnTo>
                <a:lnTo>
                  <a:pt x="884" y="1207"/>
                </a:lnTo>
                <a:lnTo>
                  <a:pt x="885" y="1208"/>
                </a:lnTo>
                <a:lnTo>
                  <a:pt x="886" y="1208"/>
                </a:lnTo>
                <a:lnTo>
                  <a:pt x="887" y="1209"/>
                </a:lnTo>
                <a:lnTo>
                  <a:pt x="888" y="1210"/>
                </a:lnTo>
                <a:lnTo>
                  <a:pt x="889" y="1212"/>
                </a:lnTo>
                <a:lnTo>
                  <a:pt x="890" y="1213"/>
                </a:lnTo>
                <a:lnTo>
                  <a:pt x="890" y="1214"/>
                </a:lnTo>
                <a:lnTo>
                  <a:pt x="890" y="1216"/>
                </a:lnTo>
                <a:lnTo>
                  <a:pt x="891" y="1216"/>
                </a:lnTo>
                <a:lnTo>
                  <a:pt x="891" y="1217"/>
                </a:lnTo>
                <a:lnTo>
                  <a:pt x="891" y="1218"/>
                </a:lnTo>
                <a:lnTo>
                  <a:pt x="892" y="1218"/>
                </a:lnTo>
                <a:lnTo>
                  <a:pt x="892" y="1219"/>
                </a:lnTo>
                <a:lnTo>
                  <a:pt x="893" y="1220"/>
                </a:lnTo>
                <a:lnTo>
                  <a:pt x="893" y="1221"/>
                </a:lnTo>
                <a:lnTo>
                  <a:pt x="893" y="1223"/>
                </a:lnTo>
                <a:lnTo>
                  <a:pt x="892" y="1225"/>
                </a:lnTo>
                <a:lnTo>
                  <a:pt x="892" y="1226"/>
                </a:lnTo>
                <a:lnTo>
                  <a:pt x="892" y="1227"/>
                </a:lnTo>
                <a:lnTo>
                  <a:pt x="893" y="1228"/>
                </a:lnTo>
                <a:lnTo>
                  <a:pt x="894" y="1229"/>
                </a:lnTo>
                <a:lnTo>
                  <a:pt x="895" y="1231"/>
                </a:lnTo>
                <a:lnTo>
                  <a:pt x="896" y="1231"/>
                </a:lnTo>
                <a:lnTo>
                  <a:pt x="897" y="1232"/>
                </a:lnTo>
                <a:lnTo>
                  <a:pt x="898" y="1232"/>
                </a:lnTo>
                <a:lnTo>
                  <a:pt x="899" y="1232"/>
                </a:lnTo>
                <a:lnTo>
                  <a:pt x="899" y="1233"/>
                </a:lnTo>
                <a:lnTo>
                  <a:pt x="902" y="1237"/>
                </a:lnTo>
                <a:lnTo>
                  <a:pt x="903" y="1237"/>
                </a:lnTo>
                <a:lnTo>
                  <a:pt x="904" y="1237"/>
                </a:lnTo>
                <a:lnTo>
                  <a:pt x="905" y="1237"/>
                </a:lnTo>
                <a:lnTo>
                  <a:pt x="906" y="1238"/>
                </a:lnTo>
                <a:lnTo>
                  <a:pt x="907" y="1238"/>
                </a:lnTo>
                <a:lnTo>
                  <a:pt x="908" y="1238"/>
                </a:lnTo>
                <a:lnTo>
                  <a:pt x="910" y="1238"/>
                </a:lnTo>
                <a:lnTo>
                  <a:pt x="912" y="1239"/>
                </a:lnTo>
                <a:lnTo>
                  <a:pt x="913" y="1239"/>
                </a:lnTo>
                <a:lnTo>
                  <a:pt x="913" y="1240"/>
                </a:lnTo>
                <a:lnTo>
                  <a:pt x="913" y="1241"/>
                </a:lnTo>
                <a:lnTo>
                  <a:pt x="914" y="1241"/>
                </a:lnTo>
                <a:lnTo>
                  <a:pt x="914" y="1242"/>
                </a:lnTo>
                <a:lnTo>
                  <a:pt x="915" y="1241"/>
                </a:lnTo>
                <a:lnTo>
                  <a:pt x="916" y="1241"/>
                </a:lnTo>
                <a:lnTo>
                  <a:pt x="917" y="1241"/>
                </a:lnTo>
                <a:lnTo>
                  <a:pt x="918" y="1242"/>
                </a:lnTo>
                <a:lnTo>
                  <a:pt x="919" y="1242"/>
                </a:lnTo>
                <a:lnTo>
                  <a:pt x="919" y="1243"/>
                </a:lnTo>
                <a:lnTo>
                  <a:pt x="920" y="1244"/>
                </a:lnTo>
                <a:lnTo>
                  <a:pt x="921" y="1245"/>
                </a:lnTo>
                <a:lnTo>
                  <a:pt x="922" y="1245"/>
                </a:lnTo>
                <a:lnTo>
                  <a:pt x="922" y="1246"/>
                </a:lnTo>
                <a:lnTo>
                  <a:pt x="924" y="1247"/>
                </a:lnTo>
                <a:lnTo>
                  <a:pt x="924" y="1248"/>
                </a:lnTo>
                <a:lnTo>
                  <a:pt x="924" y="1249"/>
                </a:lnTo>
                <a:lnTo>
                  <a:pt x="925" y="1250"/>
                </a:lnTo>
                <a:lnTo>
                  <a:pt x="925" y="1251"/>
                </a:lnTo>
                <a:lnTo>
                  <a:pt x="925" y="1252"/>
                </a:lnTo>
                <a:lnTo>
                  <a:pt x="924" y="1253"/>
                </a:lnTo>
                <a:lnTo>
                  <a:pt x="924" y="1254"/>
                </a:lnTo>
                <a:lnTo>
                  <a:pt x="924" y="1256"/>
                </a:lnTo>
                <a:lnTo>
                  <a:pt x="924" y="1257"/>
                </a:lnTo>
                <a:lnTo>
                  <a:pt x="925" y="1257"/>
                </a:lnTo>
                <a:lnTo>
                  <a:pt x="925" y="1258"/>
                </a:lnTo>
                <a:lnTo>
                  <a:pt x="926" y="1258"/>
                </a:lnTo>
                <a:lnTo>
                  <a:pt x="927" y="1259"/>
                </a:lnTo>
                <a:lnTo>
                  <a:pt x="927" y="1260"/>
                </a:lnTo>
                <a:lnTo>
                  <a:pt x="928" y="1261"/>
                </a:lnTo>
                <a:lnTo>
                  <a:pt x="928" y="1262"/>
                </a:lnTo>
                <a:lnTo>
                  <a:pt x="929" y="1263"/>
                </a:lnTo>
                <a:lnTo>
                  <a:pt x="930" y="1266"/>
                </a:lnTo>
                <a:lnTo>
                  <a:pt x="929" y="1267"/>
                </a:lnTo>
                <a:lnTo>
                  <a:pt x="929" y="1268"/>
                </a:lnTo>
                <a:lnTo>
                  <a:pt x="928" y="1269"/>
                </a:lnTo>
                <a:lnTo>
                  <a:pt x="928" y="1270"/>
                </a:lnTo>
                <a:lnTo>
                  <a:pt x="929" y="1270"/>
                </a:lnTo>
                <a:lnTo>
                  <a:pt x="929" y="1271"/>
                </a:lnTo>
                <a:lnTo>
                  <a:pt x="929" y="1272"/>
                </a:lnTo>
                <a:lnTo>
                  <a:pt x="928" y="1273"/>
                </a:lnTo>
                <a:lnTo>
                  <a:pt x="928" y="1274"/>
                </a:lnTo>
                <a:lnTo>
                  <a:pt x="928" y="1275"/>
                </a:lnTo>
                <a:lnTo>
                  <a:pt x="927" y="1276"/>
                </a:lnTo>
                <a:lnTo>
                  <a:pt x="926" y="1276"/>
                </a:lnTo>
                <a:lnTo>
                  <a:pt x="925" y="1276"/>
                </a:lnTo>
                <a:lnTo>
                  <a:pt x="924" y="1276"/>
                </a:lnTo>
                <a:lnTo>
                  <a:pt x="924" y="1277"/>
                </a:lnTo>
                <a:lnTo>
                  <a:pt x="925" y="1277"/>
                </a:lnTo>
                <a:lnTo>
                  <a:pt x="925" y="1278"/>
                </a:lnTo>
                <a:lnTo>
                  <a:pt x="926" y="1279"/>
                </a:lnTo>
                <a:lnTo>
                  <a:pt x="927" y="1279"/>
                </a:lnTo>
                <a:lnTo>
                  <a:pt x="927" y="1280"/>
                </a:lnTo>
                <a:lnTo>
                  <a:pt x="927" y="1281"/>
                </a:lnTo>
                <a:lnTo>
                  <a:pt x="927" y="1282"/>
                </a:lnTo>
                <a:lnTo>
                  <a:pt x="927" y="1283"/>
                </a:lnTo>
                <a:lnTo>
                  <a:pt x="928" y="1284"/>
                </a:lnTo>
                <a:lnTo>
                  <a:pt x="928" y="1285"/>
                </a:lnTo>
                <a:lnTo>
                  <a:pt x="928" y="1286"/>
                </a:lnTo>
                <a:lnTo>
                  <a:pt x="929" y="1286"/>
                </a:lnTo>
                <a:lnTo>
                  <a:pt x="930" y="1287"/>
                </a:lnTo>
                <a:lnTo>
                  <a:pt x="930" y="1288"/>
                </a:lnTo>
                <a:lnTo>
                  <a:pt x="931" y="1289"/>
                </a:lnTo>
                <a:lnTo>
                  <a:pt x="931" y="1290"/>
                </a:lnTo>
                <a:lnTo>
                  <a:pt x="932" y="1290"/>
                </a:lnTo>
                <a:lnTo>
                  <a:pt x="932" y="1291"/>
                </a:lnTo>
                <a:lnTo>
                  <a:pt x="931" y="1292"/>
                </a:lnTo>
                <a:lnTo>
                  <a:pt x="930" y="1293"/>
                </a:lnTo>
                <a:lnTo>
                  <a:pt x="930" y="1294"/>
                </a:lnTo>
                <a:lnTo>
                  <a:pt x="931" y="1294"/>
                </a:lnTo>
                <a:lnTo>
                  <a:pt x="931" y="1295"/>
                </a:lnTo>
                <a:lnTo>
                  <a:pt x="932" y="1297"/>
                </a:lnTo>
                <a:lnTo>
                  <a:pt x="932" y="1298"/>
                </a:lnTo>
                <a:lnTo>
                  <a:pt x="931" y="1298"/>
                </a:lnTo>
                <a:lnTo>
                  <a:pt x="931" y="1299"/>
                </a:lnTo>
                <a:lnTo>
                  <a:pt x="930" y="1299"/>
                </a:lnTo>
                <a:lnTo>
                  <a:pt x="928" y="1299"/>
                </a:lnTo>
                <a:lnTo>
                  <a:pt x="928" y="1300"/>
                </a:lnTo>
                <a:lnTo>
                  <a:pt x="927" y="1302"/>
                </a:lnTo>
                <a:lnTo>
                  <a:pt x="927" y="1303"/>
                </a:lnTo>
                <a:lnTo>
                  <a:pt x="928" y="1303"/>
                </a:lnTo>
                <a:lnTo>
                  <a:pt x="928" y="1304"/>
                </a:lnTo>
                <a:lnTo>
                  <a:pt x="926" y="1304"/>
                </a:lnTo>
                <a:lnTo>
                  <a:pt x="926" y="1305"/>
                </a:lnTo>
                <a:lnTo>
                  <a:pt x="926" y="1306"/>
                </a:lnTo>
                <a:lnTo>
                  <a:pt x="926" y="1307"/>
                </a:lnTo>
                <a:lnTo>
                  <a:pt x="925" y="1310"/>
                </a:lnTo>
                <a:lnTo>
                  <a:pt x="924" y="1311"/>
                </a:lnTo>
                <a:lnTo>
                  <a:pt x="924" y="1312"/>
                </a:lnTo>
                <a:lnTo>
                  <a:pt x="925" y="1313"/>
                </a:lnTo>
                <a:lnTo>
                  <a:pt x="926" y="1314"/>
                </a:lnTo>
                <a:lnTo>
                  <a:pt x="926" y="1315"/>
                </a:lnTo>
                <a:lnTo>
                  <a:pt x="925" y="1314"/>
                </a:lnTo>
                <a:lnTo>
                  <a:pt x="924" y="1314"/>
                </a:lnTo>
                <a:lnTo>
                  <a:pt x="923" y="1314"/>
                </a:lnTo>
                <a:lnTo>
                  <a:pt x="922" y="1313"/>
                </a:lnTo>
                <a:lnTo>
                  <a:pt x="922" y="1314"/>
                </a:lnTo>
                <a:lnTo>
                  <a:pt x="921" y="1315"/>
                </a:lnTo>
                <a:lnTo>
                  <a:pt x="921" y="1316"/>
                </a:lnTo>
                <a:lnTo>
                  <a:pt x="920" y="1316"/>
                </a:lnTo>
                <a:lnTo>
                  <a:pt x="920" y="1317"/>
                </a:lnTo>
                <a:lnTo>
                  <a:pt x="919" y="1318"/>
                </a:lnTo>
                <a:lnTo>
                  <a:pt x="918" y="1318"/>
                </a:lnTo>
                <a:lnTo>
                  <a:pt x="918" y="1319"/>
                </a:lnTo>
                <a:lnTo>
                  <a:pt x="918" y="1320"/>
                </a:lnTo>
                <a:lnTo>
                  <a:pt x="917" y="1322"/>
                </a:lnTo>
                <a:lnTo>
                  <a:pt x="916" y="1323"/>
                </a:lnTo>
                <a:lnTo>
                  <a:pt x="915" y="1324"/>
                </a:lnTo>
                <a:lnTo>
                  <a:pt x="915" y="1325"/>
                </a:lnTo>
                <a:lnTo>
                  <a:pt x="914" y="1326"/>
                </a:lnTo>
                <a:lnTo>
                  <a:pt x="913" y="1326"/>
                </a:lnTo>
                <a:lnTo>
                  <a:pt x="913" y="1325"/>
                </a:lnTo>
                <a:lnTo>
                  <a:pt x="914" y="1324"/>
                </a:lnTo>
                <a:lnTo>
                  <a:pt x="913" y="1324"/>
                </a:lnTo>
                <a:lnTo>
                  <a:pt x="912" y="1324"/>
                </a:lnTo>
                <a:lnTo>
                  <a:pt x="912" y="1325"/>
                </a:lnTo>
                <a:lnTo>
                  <a:pt x="912" y="1326"/>
                </a:lnTo>
                <a:lnTo>
                  <a:pt x="911" y="1326"/>
                </a:lnTo>
                <a:lnTo>
                  <a:pt x="911" y="1325"/>
                </a:lnTo>
                <a:lnTo>
                  <a:pt x="911" y="1324"/>
                </a:lnTo>
                <a:lnTo>
                  <a:pt x="910" y="1324"/>
                </a:lnTo>
                <a:lnTo>
                  <a:pt x="909" y="1324"/>
                </a:lnTo>
                <a:lnTo>
                  <a:pt x="909" y="1325"/>
                </a:lnTo>
                <a:lnTo>
                  <a:pt x="908" y="1325"/>
                </a:lnTo>
                <a:lnTo>
                  <a:pt x="907" y="1324"/>
                </a:lnTo>
                <a:lnTo>
                  <a:pt x="905" y="1324"/>
                </a:lnTo>
                <a:lnTo>
                  <a:pt x="904" y="1324"/>
                </a:lnTo>
                <a:lnTo>
                  <a:pt x="904" y="1325"/>
                </a:lnTo>
                <a:lnTo>
                  <a:pt x="903" y="1326"/>
                </a:lnTo>
                <a:lnTo>
                  <a:pt x="902" y="1326"/>
                </a:lnTo>
                <a:lnTo>
                  <a:pt x="901" y="1326"/>
                </a:lnTo>
                <a:lnTo>
                  <a:pt x="900" y="1326"/>
                </a:lnTo>
                <a:lnTo>
                  <a:pt x="899" y="1327"/>
                </a:lnTo>
                <a:lnTo>
                  <a:pt x="898" y="1329"/>
                </a:lnTo>
                <a:lnTo>
                  <a:pt x="898" y="1330"/>
                </a:lnTo>
                <a:lnTo>
                  <a:pt x="897" y="1332"/>
                </a:lnTo>
                <a:lnTo>
                  <a:pt x="897" y="1333"/>
                </a:lnTo>
                <a:lnTo>
                  <a:pt x="897" y="1334"/>
                </a:lnTo>
                <a:lnTo>
                  <a:pt x="898" y="1334"/>
                </a:lnTo>
                <a:lnTo>
                  <a:pt x="899" y="1335"/>
                </a:lnTo>
                <a:lnTo>
                  <a:pt x="899" y="1336"/>
                </a:lnTo>
                <a:lnTo>
                  <a:pt x="899" y="1337"/>
                </a:lnTo>
                <a:lnTo>
                  <a:pt x="898" y="1337"/>
                </a:lnTo>
                <a:lnTo>
                  <a:pt x="897" y="1337"/>
                </a:lnTo>
                <a:lnTo>
                  <a:pt x="896" y="1337"/>
                </a:lnTo>
                <a:lnTo>
                  <a:pt x="896" y="1336"/>
                </a:lnTo>
                <a:lnTo>
                  <a:pt x="896" y="1335"/>
                </a:lnTo>
                <a:lnTo>
                  <a:pt x="896" y="1336"/>
                </a:lnTo>
                <a:lnTo>
                  <a:pt x="895" y="1337"/>
                </a:lnTo>
                <a:lnTo>
                  <a:pt x="894" y="1337"/>
                </a:lnTo>
                <a:lnTo>
                  <a:pt x="894" y="1338"/>
                </a:lnTo>
                <a:lnTo>
                  <a:pt x="892" y="1339"/>
                </a:lnTo>
                <a:lnTo>
                  <a:pt x="891" y="1338"/>
                </a:lnTo>
                <a:lnTo>
                  <a:pt x="890" y="1338"/>
                </a:lnTo>
                <a:lnTo>
                  <a:pt x="889" y="1338"/>
                </a:lnTo>
                <a:lnTo>
                  <a:pt x="888" y="1338"/>
                </a:lnTo>
                <a:lnTo>
                  <a:pt x="888" y="1339"/>
                </a:lnTo>
                <a:lnTo>
                  <a:pt x="887" y="1339"/>
                </a:lnTo>
                <a:lnTo>
                  <a:pt x="886" y="1340"/>
                </a:lnTo>
                <a:lnTo>
                  <a:pt x="885" y="1340"/>
                </a:lnTo>
                <a:lnTo>
                  <a:pt x="885" y="1342"/>
                </a:lnTo>
                <a:lnTo>
                  <a:pt x="884" y="1342"/>
                </a:lnTo>
                <a:lnTo>
                  <a:pt x="883" y="1342"/>
                </a:lnTo>
                <a:lnTo>
                  <a:pt x="882" y="1342"/>
                </a:lnTo>
                <a:lnTo>
                  <a:pt x="882" y="1344"/>
                </a:lnTo>
                <a:lnTo>
                  <a:pt x="882" y="1345"/>
                </a:lnTo>
                <a:lnTo>
                  <a:pt x="883" y="1347"/>
                </a:lnTo>
                <a:lnTo>
                  <a:pt x="883" y="1348"/>
                </a:lnTo>
                <a:lnTo>
                  <a:pt x="882" y="1349"/>
                </a:lnTo>
                <a:lnTo>
                  <a:pt x="880" y="1350"/>
                </a:lnTo>
                <a:lnTo>
                  <a:pt x="879" y="1349"/>
                </a:lnTo>
                <a:lnTo>
                  <a:pt x="877" y="1347"/>
                </a:lnTo>
                <a:lnTo>
                  <a:pt x="875" y="1345"/>
                </a:lnTo>
                <a:lnTo>
                  <a:pt x="875" y="1344"/>
                </a:lnTo>
                <a:lnTo>
                  <a:pt x="875" y="1343"/>
                </a:lnTo>
                <a:lnTo>
                  <a:pt x="873" y="1342"/>
                </a:lnTo>
                <a:lnTo>
                  <a:pt x="872" y="1341"/>
                </a:lnTo>
                <a:lnTo>
                  <a:pt x="871" y="1339"/>
                </a:lnTo>
                <a:lnTo>
                  <a:pt x="870" y="1339"/>
                </a:lnTo>
                <a:lnTo>
                  <a:pt x="870" y="1337"/>
                </a:lnTo>
                <a:lnTo>
                  <a:pt x="869" y="1337"/>
                </a:lnTo>
                <a:lnTo>
                  <a:pt x="868" y="1337"/>
                </a:lnTo>
                <a:lnTo>
                  <a:pt x="868" y="1338"/>
                </a:lnTo>
                <a:lnTo>
                  <a:pt x="869" y="1338"/>
                </a:lnTo>
                <a:lnTo>
                  <a:pt x="869" y="1339"/>
                </a:lnTo>
                <a:lnTo>
                  <a:pt x="868" y="1340"/>
                </a:lnTo>
                <a:lnTo>
                  <a:pt x="866" y="1341"/>
                </a:lnTo>
                <a:lnTo>
                  <a:pt x="865" y="1341"/>
                </a:lnTo>
                <a:lnTo>
                  <a:pt x="864" y="1340"/>
                </a:lnTo>
                <a:lnTo>
                  <a:pt x="863" y="1340"/>
                </a:lnTo>
                <a:lnTo>
                  <a:pt x="861" y="1340"/>
                </a:lnTo>
                <a:lnTo>
                  <a:pt x="860" y="1339"/>
                </a:lnTo>
                <a:lnTo>
                  <a:pt x="860" y="1338"/>
                </a:lnTo>
                <a:lnTo>
                  <a:pt x="861" y="1338"/>
                </a:lnTo>
                <a:lnTo>
                  <a:pt x="861" y="1336"/>
                </a:lnTo>
                <a:lnTo>
                  <a:pt x="861" y="1335"/>
                </a:lnTo>
                <a:lnTo>
                  <a:pt x="861" y="1334"/>
                </a:lnTo>
                <a:lnTo>
                  <a:pt x="860" y="1334"/>
                </a:lnTo>
                <a:lnTo>
                  <a:pt x="860" y="1333"/>
                </a:lnTo>
                <a:lnTo>
                  <a:pt x="860" y="1330"/>
                </a:lnTo>
                <a:lnTo>
                  <a:pt x="860" y="1329"/>
                </a:lnTo>
                <a:lnTo>
                  <a:pt x="860" y="1328"/>
                </a:lnTo>
                <a:lnTo>
                  <a:pt x="859" y="1327"/>
                </a:lnTo>
                <a:lnTo>
                  <a:pt x="859" y="1326"/>
                </a:lnTo>
                <a:lnTo>
                  <a:pt x="858" y="1326"/>
                </a:lnTo>
                <a:lnTo>
                  <a:pt x="858" y="1325"/>
                </a:lnTo>
                <a:lnTo>
                  <a:pt x="858" y="1324"/>
                </a:lnTo>
                <a:lnTo>
                  <a:pt x="858" y="1323"/>
                </a:lnTo>
                <a:lnTo>
                  <a:pt x="858" y="1322"/>
                </a:lnTo>
                <a:lnTo>
                  <a:pt x="857" y="1321"/>
                </a:lnTo>
                <a:lnTo>
                  <a:pt x="856" y="1320"/>
                </a:lnTo>
                <a:lnTo>
                  <a:pt x="855" y="1320"/>
                </a:lnTo>
                <a:lnTo>
                  <a:pt x="855" y="1321"/>
                </a:lnTo>
                <a:lnTo>
                  <a:pt x="854" y="1320"/>
                </a:lnTo>
                <a:lnTo>
                  <a:pt x="854" y="1319"/>
                </a:lnTo>
                <a:lnTo>
                  <a:pt x="851" y="1319"/>
                </a:lnTo>
                <a:lnTo>
                  <a:pt x="849" y="1318"/>
                </a:lnTo>
                <a:lnTo>
                  <a:pt x="849" y="1320"/>
                </a:lnTo>
                <a:lnTo>
                  <a:pt x="849" y="1321"/>
                </a:lnTo>
                <a:lnTo>
                  <a:pt x="850" y="1321"/>
                </a:lnTo>
                <a:lnTo>
                  <a:pt x="850" y="1322"/>
                </a:lnTo>
                <a:lnTo>
                  <a:pt x="849" y="1324"/>
                </a:lnTo>
                <a:lnTo>
                  <a:pt x="848" y="1325"/>
                </a:lnTo>
                <a:lnTo>
                  <a:pt x="847" y="1325"/>
                </a:lnTo>
                <a:lnTo>
                  <a:pt x="846" y="1324"/>
                </a:lnTo>
                <a:lnTo>
                  <a:pt x="847" y="1324"/>
                </a:lnTo>
                <a:lnTo>
                  <a:pt x="846" y="1323"/>
                </a:lnTo>
                <a:lnTo>
                  <a:pt x="845" y="1324"/>
                </a:lnTo>
                <a:lnTo>
                  <a:pt x="845" y="1325"/>
                </a:lnTo>
                <a:lnTo>
                  <a:pt x="844" y="1327"/>
                </a:lnTo>
                <a:lnTo>
                  <a:pt x="843" y="1328"/>
                </a:lnTo>
                <a:lnTo>
                  <a:pt x="843" y="1329"/>
                </a:lnTo>
                <a:lnTo>
                  <a:pt x="842" y="1329"/>
                </a:lnTo>
                <a:lnTo>
                  <a:pt x="843" y="1329"/>
                </a:lnTo>
                <a:lnTo>
                  <a:pt x="843" y="1330"/>
                </a:lnTo>
                <a:lnTo>
                  <a:pt x="842" y="1330"/>
                </a:lnTo>
                <a:lnTo>
                  <a:pt x="842" y="1331"/>
                </a:lnTo>
                <a:lnTo>
                  <a:pt x="841" y="1332"/>
                </a:lnTo>
                <a:lnTo>
                  <a:pt x="840" y="1332"/>
                </a:lnTo>
                <a:lnTo>
                  <a:pt x="839" y="1334"/>
                </a:lnTo>
                <a:lnTo>
                  <a:pt x="839" y="1335"/>
                </a:lnTo>
                <a:lnTo>
                  <a:pt x="839" y="1336"/>
                </a:lnTo>
                <a:lnTo>
                  <a:pt x="837" y="1336"/>
                </a:lnTo>
                <a:lnTo>
                  <a:pt x="836" y="1335"/>
                </a:lnTo>
                <a:lnTo>
                  <a:pt x="835" y="1335"/>
                </a:lnTo>
                <a:lnTo>
                  <a:pt x="834" y="1335"/>
                </a:lnTo>
                <a:lnTo>
                  <a:pt x="833" y="1336"/>
                </a:lnTo>
                <a:lnTo>
                  <a:pt x="833" y="1337"/>
                </a:lnTo>
                <a:lnTo>
                  <a:pt x="832" y="1337"/>
                </a:lnTo>
                <a:lnTo>
                  <a:pt x="831" y="1337"/>
                </a:lnTo>
                <a:lnTo>
                  <a:pt x="829" y="1337"/>
                </a:lnTo>
                <a:lnTo>
                  <a:pt x="828" y="1336"/>
                </a:lnTo>
                <a:lnTo>
                  <a:pt x="827" y="1336"/>
                </a:lnTo>
                <a:lnTo>
                  <a:pt x="826" y="1336"/>
                </a:lnTo>
                <a:lnTo>
                  <a:pt x="825" y="1336"/>
                </a:lnTo>
                <a:lnTo>
                  <a:pt x="824" y="1336"/>
                </a:lnTo>
                <a:lnTo>
                  <a:pt x="823" y="1336"/>
                </a:lnTo>
                <a:lnTo>
                  <a:pt x="822" y="1336"/>
                </a:lnTo>
                <a:lnTo>
                  <a:pt x="822" y="1335"/>
                </a:lnTo>
                <a:lnTo>
                  <a:pt x="823" y="1335"/>
                </a:lnTo>
                <a:lnTo>
                  <a:pt x="823" y="1336"/>
                </a:lnTo>
                <a:lnTo>
                  <a:pt x="823" y="1335"/>
                </a:lnTo>
                <a:lnTo>
                  <a:pt x="822" y="1335"/>
                </a:lnTo>
                <a:lnTo>
                  <a:pt x="821" y="1335"/>
                </a:lnTo>
                <a:lnTo>
                  <a:pt x="821" y="1336"/>
                </a:lnTo>
                <a:lnTo>
                  <a:pt x="820" y="1337"/>
                </a:lnTo>
                <a:lnTo>
                  <a:pt x="819" y="1337"/>
                </a:lnTo>
                <a:lnTo>
                  <a:pt x="818" y="1337"/>
                </a:lnTo>
                <a:lnTo>
                  <a:pt x="817" y="1337"/>
                </a:lnTo>
                <a:lnTo>
                  <a:pt x="817" y="1338"/>
                </a:lnTo>
                <a:lnTo>
                  <a:pt x="817" y="1339"/>
                </a:lnTo>
                <a:lnTo>
                  <a:pt x="817" y="1340"/>
                </a:lnTo>
                <a:lnTo>
                  <a:pt x="816" y="1340"/>
                </a:lnTo>
                <a:lnTo>
                  <a:pt x="815" y="1340"/>
                </a:lnTo>
                <a:lnTo>
                  <a:pt x="815" y="1339"/>
                </a:lnTo>
                <a:lnTo>
                  <a:pt x="813" y="1339"/>
                </a:lnTo>
                <a:lnTo>
                  <a:pt x="812" y="1339"/>
                </a:lnTo>
                <a:lnTo>
                  <a:pt x="812" y="1338"/>
                </a:lnTo>
                <a:lnTo>
                  <a:pt x="811" y="1338"/>
                </a:lnTo>
                <a:lnTo>
                  <a:pt x="809" y="1338"/>
                </a:lnTo>
                <a:lnTo>
                  <a:pt x="808" y="1338"/>
                </a:lnTo>
                <a:lnTo>
                  <a:pt x="805" y="1339"/>
                </a:lnTo>
                <a:lnTo>
                  <a:pt x="804" y="1340"/>
                </a:lnTo>
                <a:lnTo>
                  <a:pt x="803" y="1340"/>
                </a:lnTo>
                <a:lnTo>
                  <a:pt x="803" y="1341"/>
                </a:lnTo>
                <a:lnTo>
                  <a:pt x="802" y="1340"/>
                </a:lnTo>
                <a:lnTo>
                  <a:pt x="801" y="1340"/>
                </a:lnTo>
                <a:lnTo>
                  <a:pt x="800" y="1340"/>
                </a:lnTo>
                <a:lnTo>
                  <a:pt x="799" y="1341"/>
                </a:lnTo>
                <a:lnTo>
                  <a:pt x="798" y="1341"/>
                </a:lnTo>
                <a:lnTo>
                  <a:pt x="796" y="1341"/>
                </a:lnTo>
                <a:lnTo>
                  <a:pt x="796" y="1340"/>
                </a:lnTo>
                <a:lnTo>
                  <a:pt x="795" y="1340"/>
                </a:lnTo>
                <a:lnTo>
                  <a:pt x="795" y="1339"/>
                </a:lnTo>
                <a:lnTo>
                  <a:pt x="794" y="1338"/>
                </a:lnTo>
                <a:lnTo>
                  <a:pt x="794" y="1337"/>
                </a:lnTo>
                <a:lnTo>
                  <a:pt x="793" y="1337"/>
                </a:lnTo>
                <a:lnTo>
                  <a:pt x="793" y="1336"/>
                </a:lnTo>
                <a:lnTo>
                  <a:pt x="792" y="1336"/>
                </a:lnTo>
                <a:lnTo>
                  <a:pt x="791" y="1336"/>
                </a:lnTo>
                <a:lnTo>
                  <a:pt x="790" y="1335"/>
                </a:lnTo>
                <a:lnTo>
                  <a:pt x="789" y="1335"/>
                </a:lnTo>
                <a:lnTo>
                  <a:pt x="788" y="1333"/>
                </a:lnTo>
                <a:lnTo>
                  <a:pt x="789" y="1333"/>
                </a:lnTo>
                <a:lnTo>
                  <a:pt x="789" y="1332"/>
                </a:lnTo>
                <a:lnTo>
                  <a:pt x="788" y="1332"/>
                </a:lnTo>
                <a:lnTo>
                  <a:pt x="787" y="1331"/>
                </a:lnTo>
                <a:lnTo>
                  <a:pt x="786" y="1331"/>
                </a:lnTo>
                <a:lnTo>
                  <a:pt x="785" y="1332"/>
                </a:lnTo>
                <a:lnTo>
                  <a:pt x="784" y="1332"/>
                </a:lnTo>
                <a:lnTo>
                  <a:pt x="783" y="1332"/>
                </a:lnTo>
                <a:lnTo>
                  <a:pt x="782" y="1333"/>
                </a:lnTo>
                <a:lnTo>
                  <a:pt x="781" y="1333"/>
                </a:lnTo>
                <a:lnTo>
                  <a:pt x="779" y="1333"/>
                </a:lnTo>
                <a:lnTo>
                  <a:pt x="778" y="1333"/>
                </a:lnTo>
                <a:lnTo>
                  <a:pt x="777" y="1333"/>
                </a:lnTo>
                <a:lnTo>
                  <a:pt x="776" y="1332"/>
                </a:lnTo>
                <a:lnTo>
                  <a:pt x="776" y="1333"/>
                </a:lnTo>
                <a:lnTo>
                  <a:pt x="775" y="1333"/>
                </a:lnTo>
                <a:lnTo>
                  <a:pt x="774" y="1334"/>
                </a:lnTo>
                <a:lnTo>
                  <a:pt x="773" y="1334"/>
                </a:lnTo>
                <a:lnTo>
                  <a:pt x="773" y="1333"/>
                </a:lnTo>
                <a:lnTo>
                  <a:pt x="772" y="1333"/>
                </a:lnTo>
                <a:lnTo>
                  <a:pt x="771" y="1333"/>
                </a:lnTo>
                <a:lnTo>
                  <a:pt x="771" y="1334"/>
                </a:lnTo>
                <a:lnTo>
                  <a:pt x="771" y="1335"/>
                </a:lnTo>
                <a:lnTo>
                  <a:pt x="770" y="1335"/>
                </a:lnTo>
                <a:lnTo>
                  <a:pt x="769" y="1336"/>
                </a:lnTo>
                <a:lnTo>
                  <a:pt x="768" y="1336"/>
                </a:lnTo>
                <a:lnTo>
                  <a:pt x="768" y="1335"/>
                </a:lnTo>
                <a:lnTo>
                  <a:pt x="767" y="1335"/>
                </a:lnTo>
                <a:lnTo>
                  <a:pt x="766" y="1335"/>
                </a:lnTo>
                <a:lnTo>
                  <a:pt x="766" y="1336"/>
                </a:lnTo>
                <a:lnTo>
                  <a:pt x="765" y="1336"/>
                </a:lnTo>
                <a:lnTo>
                  <a:pt x="765" y="1335"/>
                </a:lnTo>
                <a:lnTo>
                  <a:pt x="764" y="1335"/>
                </a:lnTo>
                <a:lnTo>
                  <a:pt x="764" y="1334"/>
                </a:lnTo>
                <a:lnTo>
                  <a:pt x="762" y="1333"/>
                </a:lnTo>
                <a:lnTo>
                  <a:pt x="761" y="1333"/>
                </a:lnTo>
                <a:lnTo>
                  <a:pt x="759" y="1334"/>
                </a:lnTo>
                <a:lnTo>
                  <a:pt x="758" y="1334"/>
                </a:lnTo>
                <a:lnTo>
                  <a:pt x="758" y="1335"/>
                </a:lnTo>
                <a:lnTo>
                  <a:pt x="757" y="1335"/>
                </a:lnTo>
                <a:lnTo>
                  <a:pt x="756" y="1335"/>
                </a:lnTo>
                <a:lnTo>
                  <a:pt x="755" y="1334"/>
                </a:lnTo>
                <a:lnTo>
                  <a:pt x="754" y="1333"/>
                </a:lnTo>
                <a:lnTo>
                  <a:pt x="753" y="1333"/>
                </a:lnTo>
                <a:lnTo>
                  <a:pt x="751" y="1332"/>
                </a:lnTo>
                <a:lnTo>
                  <a:pt x="750" y="1331"/>
                </a:lnTo>
                <a:lnTo>
                  <a:pt x="748" y="1330"/>
                </a:lnTo>
                <a:lnTo>
                  <a:pt x="747" y="1330"/>
                </a:lnTo>
                <a:lnTo>
                  <a:pt x="746" y="1330"/>
                </a:lnTo>
                <a:lnTo>
                  <a:pt x="745" y="1329"/>
                </a:lnTo>
                <a:lnTo>
                  <a:pt x="744" y="1329"/>
                </a:lnTo>
                <a:lnTo>
                  <a:pt x="743" y="1329"/>
                </a:lnTo>
                <a:lnTo>
                  <a:pt x="743" y="1328"/>
                </a:lnTo>
                <a:lnTo>
                  <a:pt x="742" y="1328"/>
                </a:lnTo>
                <a:lnTo>
                  <a:pt x="741" y="1328"/>
                </a:lnTo>
                <a:lnTo>
                  <a:pt x="740" y="1328"/>
                </a:lnTo>
                <a:lnTo>
                  <a:pt x="739" y="1327"/>
                </a:lnTo>
                <a:lnTo>
                  <a:pt x="737" y="1326"/>
                </a:lnTo>
                <a:lnTo>
                  <a:pt x="736" y="1326"/>
                </a:lnTo>
                <a:lnTo>
                  <a:pt x="735" y="1326"/>
                </a:lnTo>
                <a:lnTo>
                  <a:pt x="734" y="1327"/>
                </a:lnTo>
                <a:lnTo>
                  <a:pt x="733" y="1327"/>
                </a:lnTo>
                <a:lnTo>
                  <a:pt x="732" y="1327"/>
                </a:lnTo>
                <a:lnTo>
                  <a:pt x="731" y="1327"/>
                </a:lnTo>
                <a:lnTo>
                  <a:pt x="730" y="1328"/>
                </a:lnTo>
                <a:lnTo>
                  <a:pt x="729" y="1328"/>
                </a:lnTo>
                <a:lnTo>
                  <a:pt x="728" y="1328"/>
                </a:lnTo>
                <a:lnTo>
                  <a:pt x="728" y="1329"/>
                </a:lnTo>
                <a:lnTo>
                  <a:pt x="727" y="1329"/>
                </a:lnTo>
                <a:lnTo>
                  <a:pt x="726" y="1329"/>
                </a:lnTo>
                <a:lnTo>
                  <a:pt x="726" y="1330"/>
                </a:lnTo>
                <a:lnTo>
                  <a:pt x="724" y="1330"/>
                </a:lnTo>
                <a:lnTo>
                  <a:pt x="723" y="1329"/>
                </a:lnTo>
                <a:lnTo>
                  <a:pt x="722" y="1329"/>
                </a:lnTo>
                <a:lnTo>
                  <a:pt x="721" y="1329"/>
                </a:lnTo>
                <a:lnTo>
                  <a:pt x="720" y="1329"/>
                </a:lnTo>
                <a:lnTo>
                  <a:pt x="719" y="1329"/>
                </a:lnTo>
                <a:lnTo>
                  <a:pt x="719" y="1330"/>
                </a:lnTo>
                <a:lnTo>
                  <a:pt x="715" y="1330"/>
                </a:lnTo>
                <a:lnTo>
                  <a:pt x="714" y="1330"/>
                </a:lnTo>
                <a:lnTo>
                  <a:pt x="714" y="1329"/>
                </a:lnTo>
                <a:lnTo>
                  <a:pt x="713" y="1329"/>
                </a:lnTo>
                <a:lnTo>
                  <a:pt x="713" y="1330"/>
                </a:lnTo>
                <a:lnTo>
                  <a:pt x="712" y="1330"/>
                </a:lnTo>
                <a:lnTo>
                  <a:pt x="711" y="1330"/>
                </a:lnTo>
                <a:lnTo>
                  <a:pt x="709" y="1329"/>
                </a:lnTo>
                <a:lnTo>
                  <a:pt x="709" y="1328"/>
                </a:lnTo>
                <a:lnTo>
                  <a:pt x="710" y="1328"/>
                </a:lnTo>
                <a:lnTo>
                  <a:pt x="710" y="1327"/>
                </a:lnTo>
                <a:lnTo>
                  <a:pt x="709" y="1327"/>
                </a:lnTo>
                <a:lnTo>
                  <a:pt x="708" y="1326"/>
                </a:lnTo>
                <a:lnTo>
                  <a:pt x="708" y="1325"/>
                </a:lnTo>
                <a:lnTo>
                  <a:pt x="707" y="1325"/>
                </a:lnTo>
                <a:lnTo>
                  <a:pt x="707" y="1326"/>
                </a:lnTo>
                <a:lnTo>
                  <a:pt x="706" y="1326"/>
                </a:lnTo>
                <a:lnTo>
                  <a:pt x="703" y="1326"/>
                </a:lnTo>
                <a:lnTo>
                  <a:pt x="702" y="1326"/>
                </a:lnTo>
                <a:lnTo>
                  <a:pt x="702" y="1327"/>
                </a:lnTo>
                <a:lnTo>
                  <a:pt x="702" y="1328"/>
                </a:lnTo>
                <a:lnTo>
                  <a:pt x="701" y="1328"/>
                </a:lnTo>
                <a:lnTo>
                  <a:pt x="701" y="1327"/>
                </a:lnTo>
                <a:lnTo>
                  <a:pt x="700" y="1327"/>
                </a:lnTo>
                <a:lnTo>
                  <a:pt x="700" y="1326"/>
                </a:lnTo>
                <a:lnTo>
                  <a:pt x="700" y="1325"/>
                </a:lnTo>
                <a:lnTo>
                  <a:pt x="699" y="1324"/>
                </a:lnTo>
                <a:lnTo>
                  <a:pt x="699" y="1323"/>
                </a:lnTo>
                <a:lnTo>
                  <a:pt x="697" y="1323"/>
                </a:lnTo>
                <a:lnTo>
                  <a:pt x="696" y="1323"/>
                </a:lnTo>
                <a:lnTo>
                  <a:pt x="695" y="1324"/>
                </a:lnTo>
                <a:lnTo>
                  <a:pt x="694" y="1326"/>
                </a:lnTo>
                <a:lnTo>
                  <a:pt x="693" y="1327"/>
                </a:lnTo>
                <a:lnTo>
                  <a:pt x="693" y="1328"/>
                </a:lnTo>
                <a:lnTo>
                  <a:pt x="693" y="1329"/>
                </a:lnTo>
                <a:lnTo>
                  <a:pt x="694" y="1330"/>
                </a:lnTo>
                <a:lnTo>
                  <a:pt x="694" y="1331"/>
                </a:lnTo>
                <a:lnTo>
                  <a:pt x="693" y="1331"/>
                </a:lnTo>
                <a:lnTo>
                  <a:pt x="692" y="1331"/>
                </a:lnTo>
                <a:lnTo>
                  <a:pt x="691" y="1331"/>
                </a:lnTo>
                <a:lnTo>
                  <a:pt x="690" y="1332"/>
                </a:lnTo>
                <a:lnTo>
                  <a:pt x="689" y="1332"/>
                </a:lnTo>
                <a:lnTo>
                  <a:pt x="687" y="1331"/>
                </a:lnTo>
                <a:lnTo>
                  <a:pt x="686" y="1331"/>
                </a:lnTo>
                <a:lnTo>
                  <a:pt x="685" y="1331"/>
                </a:lnTo>
                <a:lnTo>
                  <a:pt x="683" y="1330"/>
                </a:lnTo>
                <a:lnTo>
                  <a:pt x="682" y="1330"/>
                </a:lnTo>
                <a:lnTo>
                  <a:pt x="682" y="1331"/>
                </a:lnTo>
                <a:lnTo>
                  <a:pt x="681" y="1331"/>
                </a:lnTo>
                <a:lnTo>
                  <a:pt x="680" y="1331"/>
                </a:lnTo>
                <a:lnTo>
                  <a:pt x="680" y="1330"/>
                </a:lnTo>
                <a:lnTo>
                  <a:pt x="679" y="1330"/>
                </a:lnTo>
                <a:lnTo>
                  <a:pt x="678" y="1330"/>
                </a:lnTo>
                <a:lnTo>
                  <a:pt x="678" y="1331"/>
                </a:lnTo>
                <a:lnTo>
                  <a:pt x="678" y="1332"/>
                </a:lnTo>
                <a:lnTo>
                  <a:pt x="676" y="1333"/>
                </a:lnTo>
                <a:lnTo>
                  <a:pt x="676" y="1334"/>
                </a:lnTo>
                <a:lnTo>
                  <a:pt x="676" y="1335"/>
                </a:lnTo>
                <a:lnTo>
                  <a:pt x="677" y="1335"/>
                </a:lnTo>
                <a:lnTo>
                  <a:pt x="677" y="1336"/>
                </a:lnTo>
                <a:lnTo>
                  <a:pt x="676" y="1337"/>
                </a:lnTo>
                <a:lnTo>
                  <a:pt x="675" y="1337"/>
                </a:lnTo>
                <a:lnTo>
                  <a:pt x="674" y="1338"/>
                </a:lnTo>
                <a:lnTo>
                  <a:pt x="673" y="1338"/>
                </a:lnTo>
                <a:lnTo>
                  <a:pt x="673" y="1339"/>
                </a:lnTo>
                <a:lnTo>
                  <a:pt x="672" y="1339"/>
                </a:lnTo>
                <a:lnTo>
                  <a:pt x="672" y="1340"/>
                </a:lnTo>
                <a:lnTo>
                  <a:pt x="673" y="1341"/>
                </a:lnTo>
                <a:lnTo>
                  <a:pt x="673" y="1342"/>
                </a:lnTo>
                <a:lnTo>
                  <a:pt x="672" y="1342"/>
                </a:lnTo>
                <a:lnTo>
                  <a:pt x="671" y="1343"/>
                </a:lnTo>
                <a:lnTo>
                  <a:pt x="670" y="1344"/>
                </a:lnTo>
                <a:lnTo>
                  <a:pt x="669" y="1344"/>
                </a:lnTo>
                <a:lnTo>
                  <a:pt x="668" y="1345"/>
                </a:lnTo>
                <a:lnTo>
                  <a:pt x="668" y="1346"/>
                </a:lnTo>
                <a:lnTo>
                  <a:pt x="668" y="1348"/>
                </a:lnTo>
                <a:lnTo>
                  <a:pt x="667" y="1349"/>
                </a:lnTo>
                <a:lnTo>
                  <a:pt x="666" y="1349"/>
                </a:lnTo>
                <a:lnTo>
                  <a:pt x="666" y="1350"/>
                </a:lnTo>
                <a:lnTo>
                  <a:pt x="667" y="1351"/>
                </a:lnTo>
                <a:lnTo>
                  <a:pt x="668" y="1351"/>
                </a:lnTo>
                <a:lnTo>
                  <a:pt x="669" y="1351"/>
                </a:lnTo>
                <a:lnTo>
                  <a:pt x="670" y="1351"/>
                </a:lnTo>
                <a:lnTo>
                  <a:pt x="670" y="1352"/>
                </a:lnTo>
                <a:lnTo>
                  <a:pt x="671" y="1352"/>
                </a:lnTo>
                <a:lnTo>
                  <a:pt x="673" y="1352"/>
                </a:lnTo>
                <a:lnTo>
                  <a:pt x="674" y="1352"/>
                </a:lnTo>
                <a:lnTo>
                  <a:pt x="675" y="1351"/>
                </a:lnTo>
                <a:lnTo>
                  <a:pt x="677" y="1352"/>
                </a:lnTo>
                <a:lnTo>
                  <a:pt x="678" y="1352"/>
                </a:lnTo>
                <a:lnTo>
                  <a:pt x="679" y="1352"/>
                </a:lnTo>
                <a:lnTo>
                  <a:pt x="680" y="1352"/>
                </a:lnTo>
                <a:lnTo>
                  <a:pt x="681" y="1352"/>
                </a:lnTo>
                <a:lnTo>
                  <a:pt x="683" y="1353"/>
                </a:lnTo>
                <a:lnTo>
                  <a:pt x="684" y="1353"/>
                </a:lnTo>
                <a:lnTo>
                  <a:pt x="684" y="1352"/>
                </a:lnTo>
                <a:lnTo>
                  <a:pt x="684" y="1353"/>
                </a:lnTo>
                <a:lnTo>
                  <a:pt x="685" y="1353"/>
                </a:lnTo>
                <a:lnTo>
                  <a:pt x="685" y="1354"/>
                </a:lnTo>
                <a:lnTo>
                  <a:pt x="684" y="1354"/>
                </a:lnTo>
                <a:lnTo>
                  <a:pt x="685" y="1354"/>
                </a:lnTo>
                <a:lnTo>
                  <a:pt x="686" y="1354"/>
                </a:lnTo>
                <a:lnTo>
                  <a:pt x="687" y="1354"/>
                </a:lnTo>
                <a:lnTo>
                  <a:pt x="688" y="1354"/>
                </a:lnTo>
                <a:lnTo>
                  <a:pt x="688" y="1355"/>
                </a:lnTo>
                <a:lnTo>
                  <a:pt x="688" y="1356"/>
                </a:lnTo>
                <a:lnTo>
                  <a:pt x="689" y="1356"/>
                </a:lnTo>
                <a:lnTo>
                  <a:pt x="690" y="1355"/>
                </a:lnTo>
                <a:lnTo>
                  <a:pt x="691" y="1355"/>
                </a:lnTo>
                <a:lnTo>
                  <a:pt x="691" y="1354"/>
                </a:lnTo>
                <a:lnTo>
                  <a:pt x="692" y="1354"/>
                </a:lnTo>
                <a:lnTo>
                  <a:pt x="692" y="1355"/>
                </a:lnTo>
                <a:lnTo>
                  <a:pt x="693" y="1357"/>
                </a:lnTo>
                <a:lnTo>
                  <a:pt x="694" y="1357"/>
                </a:lnTo>
                <a:lnTo>
                  <a:pt x="695" y="1358"/>
                </a:lnTo>
                <a:lnTo>
                  <a:pt x="696" y="1357"/>
                </a:lnTo>
                <a:lnTo>
                  <a:pt x="697" y="1356"/>
                </a:lnTo>
                <a:lnTo>
                  <a:pt x="698" y="1356"/>
                </a:lnTo>
                <a:lnTo>
                  <a:pt x="699" y="1356"/>
                </a:lnTo>
                <a:lnTo>
                  <a:pt x="700" y="1356"/>
                </a:lnTo>
                <a:lnTo>
                  <a:pt x="701" y="1356"/>
                </a:lnTo>
                <a:lnTo>
                  <a:pt x="702" y="1356"/>
                </a:lnTo>
                <a:lnTo>
                  <a:pt x="703" y="1355"/>
                </a:lnTo>
                <a:lnTo>
                  <a:pt x="704" y="1355"/>
                </a:lnTo>
                <a:lnTo>
                  <a:pt x="705" y="1355"/>
                </a:lnTo>
                <a:lnTo>
                  <a:pt x="706" y="1355"/>
                </a:lnTo>
                <a:lnTo>
                  <a:pt x="707" y="1355"/>
                </a:lnTo>
                <a:lnTo>
                  <a:pt x="708" y="1355"/>
                </a:lnTo>
                <a:lnTo>
                  <a:pt x="709" y="1355"/>
                </a:lnTo>
                <a:lnTo>
                  <a:pt x="710" y="1356"/>
                </a:lnTo>
                <a:lnTo>
                  <a:pt x="711" y="1357"/>
                </a:lnTo>
                <a:lnTo>
                  <a:pt x="711" y="1358"/>
                </a:lnTo>
                <a:lnTo>
                  <a:pt x="712" y="1358"/>
                </a:lnTo>
                <a:lnTo>
                  <a:pt x="712" y="1359"/>
                </a:lnTo>
                <a:lnTo>
                  <a:pt x="712" y="1358"/>
                </a:lnTo>
                <a:lnTo>
                  <a:pt x="714" y="1358"/>
                </a:lnTo>
                <a:lnTo>
                  <a:pt x="715" y="1359"/>
                </a:lnTo>
                <a:lnTo>
                  <a:pt x="716" y="1360"/>
                </a:lnTo>
                <a:lnTo>
                  <a:pt x="717" y="1360"/>
                </a:lnTo>
                <a:lnTo>
                  <a:pt x="718" y="1360"/>
                </a:lnTo>
                <a:lnTo>
                  <a:pt x="719" y="1361"/>
                </a:lnTo>
                <a:lnTo>
                  <a:pt x="720" y="1362"/>
                </a:lnTo>
                <a:lnTo>
                  <a:pt x="721" y="1362"/>
                </a:lnTo>
                <a:lnTo>
                  <a:pt x="721" y="1363"/>
                </a:lnTo>
                <a:lnTo>
                  <a:pt x="722" y="1363"/>
                </a:lnTo>
                <a:lnTo>
                  <a:pt x="723" y="1363"/>
                </a:lnTo>
                <a:lnTo>
                  <a:pt x="723" y="1364"/>
                </a:lnTo>
                <a:lnTo>
                  <a:pt x="724" y="1364"/>
                </a:lnTo>
                <a:lnTo>
                  <a:pt x="725" y="1364"/>
                </a:lnTo>
                <a:lnTo>
                  <a:pt x="726" y="1364"/>
                </a:lnTo>
                <a:lnTo>
                  <a:pt x="727" y="1364"/>
                </a:lnTo>
                <a:lnTo>
                  <a:pt x="727" y="1365"/>
                </a:lnTo>
                <a:lnTo>
                  <a:pt x="727" y="1366"/>
                </a:lnTo>
                <a:lnTo>
                  <a:pt x="727" y="1367"/>
                </a:lnTo>
                <a:lnTo>
                  <a:pt x="727" y="1368"/>
                </a:lnTo>
                <a:lnTo>
                  <a:pt x="727" y="1369"/>
                </a:lnTo>
                <a:lnTo>
                  <a:pt x="727" y="1371"/>
                </a:lnTo>
                <a:lnTo>
                  <a:pt x="726" y="1372"/>
                </a:lnTo>
                <a:lnTo>
                  <a:pt x="726" y="1373"/>
                </a:lnTo>
                <a:lnTo>
                  <a:pt x="727" y="1373"/>
                </a:lnTo>
                <a:lnTo>
                  <a:pt x="727" y="1374"/>
                </a:lnTo>
                <a:lnTo>
                  <a:pt x="726" y="1374"/>
                </a:lnTo>
                <a:lnTo>
                  <a:pt x="726" y="1375"/>
                </a:lnTo>
                <a:lnTo>
                  <a:pt x="726" y="1377"/>
                </a:lnTo>
                <a:lnTo>
                  <a:pt x="726" y="1378"/>
                </a:lnTo>
                <a:lnTo>
                  <a:pt x="726" y="1379"/>
                </a:lnTo>
                <a:lnTo>
                  <a:pt x="727" y="1379"/>
                </a:lnTo>
                <a:lnTo>
                  <a:pt x="726" y="1381"/>
                </a:lnTo>
                <a:lnTo>
                  <a:pt x="726" y="1382"/>
                </a:lnTo>
                <a:lnTo>
                  <a:pt x="725" y="1382"/>
                </a:lnTo>
                <a:lnTo>
                  <a:pt x="725" y="1383"/>
                </a:lnTo>
                <a:lnTo>
                  <a:pt x="725" y="1384"/>
                </a:lnTo>
                <a:lnTo>
                  <a:pt x="726" y="1384"/>
                </a:lnTo>
                <a:lnTo>
                  <a:pt x="726" y="1385"/>
                </a:lnTo>
                <a:lnTo>
                  <a:pt x="725" y="1386"/>
                </a:lnTo>
                <a:lnTo>
                  <a:pt x="724" y="1386"/>
                </a:lnTo>
                <a:lnTo>
                  <a:pt x="724" y="1387"/>
                </a:lnTo>
                <a:lnTo>
                  <a:pt x="724" y="1388"/>
                </a:lnTo>
                <a:lnTo>
                  <a:pt x="725" y="1389"/>
                </a:lnTo>
                <a:lnTo>
                  <a:pt x="725" y="1390"/>
                </a:lnTo>
                <a:lnTo>
                  <a:pt x="725" y="1391"/>
                </a:lnTo>
                <a:lnTo>
                  <a:pt x="725" y="1392"/>
                </a:lnTo>
                <a:lnTo>
                  <a:pt x="724" y="1392"/>
                </a:lnTo>
                <a:lnTo>
                  <a:pt x="724" y="1393"/>
                </a:lnTo>
                <a:lnTo>
                  <a:pt x="723" y="1394"/>
                </a:lnTo>
                <a:lnTo>
                  <a:pt x="723" y="1397"/>
                </a:lnTo>
                <a:lnTo>
                  <a:pt x="724" y="1397"/>
                </a:lnTo>
                <a:lnTo>
                  <a:pt x="724" y="1398"/>
                </a:lnTo>
                <a:lnTo>
                  <a:pt x="725" y="1399"/>
                </a:lnTo>
                <a:lnTo>
                  <a:pt x="726" y="1401"/>
                </a:lnTo>
                <a:lnTo>
                  <a:pt x="727" y="1402"/>
                </a:lnTo>
                <a:lnTo>
                  <a:pt x="728" y="1403"/>
                </a:lnTo>
                <a:lnTo>
                  <a:pt x="729" y="1403"/>
                </a:lnTo>
                <a:lnTo>
                  <a:pt x="730" y="1403"/>
                </a:lnTo>
                <a:lnTo>
                  <a:pt x="731" y="1402"/>
                </a:lnTo>
                <a:lnTo>
                  <a:pt x="731" y="1401"/>
                </a:lnTo>
                <a:lnTo>
                  <a:pt x="732" y="1401"/>
                </a:lnTo>
                <a:lnTo>
                  <a:pt x="733" y="1401"/>
                </a:lnTo>
                <a:lnTo>
                  <a:pt x="733" y="1400"/>
                </a:lnTo>
                <a:lnTo>
                  <a:pt x="734" y="1400"/>
                </a:lnTo>
                <a:lnTo>
                  <a:pt x="735" y="1400"/>
                </a:lnTo>
                <a:lnTo>
                  <a:pt x="736" y="1400"/>
                </a:lnTo>
                <a:lnTo>
                  <a:pt x="737" y="1400"/>
                </a:lnTo>
                <a:lnTo>
                  <a:pt x="737" y="1399"/>
                </a:lnTo>
                <a:lnTo>
                  <a:pt x="738" y="1399"/>
                </a:lnTo>
                <a:lnTo>
                  <a:pt x="738" y="1397"/>
                </a:lnTo>
                <a:lnTo>
                  <a:pt x="738" y="1396"/>
                </a:lnTo>
                <a:lnTo>
                  <a:pt x="739" y="1396"/>
                </a:lnTo>
                <a:lnTo>
                  <a:pt x="739" y="1395"/>
                </a:lnTo>
                <a:lnTo>
                  <a:pt x="741" y="1395"/>
                </a:lnTo>
                <a:lnTo>
                  <a:pt x="742" y="1396"/>
                </a:lnTo>
                <a:lnTo>
                  <a:pt x="743" y="1397"/>
                </a:lnTo>
                <a:lnTo>
                  <a:pt x="744" y="1397"/>
                </a:lnTo>
                <a:lnTo>
                  <a:pt x="745" y="1397"/>
                </a:lnTo>
                <a:lnTo>
                  <a:pt x="747" y="1397"/>
                </a:lnTo>
                <a:lnTo>
                  <a:pt x="748" y="1397"/>
                </a:lnTo>
                <a:lnTo>
                  <a:pt x="749" y="1397"/>
                </a:lnTo>
                <a:lnTo>
                  <a:pt x="749" y="1398"/>
                </a:lnTo>
                <a:lnTo>
                  <a:pt x="750" y="1398"/>
                </a:lnTo>
                <a:lnTo>
                  <a:pt x="750" y="1399"/>
                </a:lnTo>
                <a:lnTo>
                  <a:pt x="750" y="1400"/>
                </a:lnTo>
                <a:lnTo>
                  <a:pt x="751" y="1400"/>
                </a:lnTo>
                <a:lnTo>
                  <a:pt x="753" y="1400"/>
                </a:lnTo>
                <a:lnTo>
                  <a:pt x="754" y="1400"/>
                </a:lnTo>
                <a:lnTo>
                  <a:pt x="757" y="1400"/>
                </a:lnTo>
                <a:lnTo>
                  <a:pt x="758" y="1400"/>
                </a:lnTo>
                <a:lnTo>
                  <a:pt x="759" y="1400"/>
                </a:lnTo>
                <a:lnTo>
                  <a:pt x="760" y="1400"/>
                </a:lnTo>
                <a:lnTo>
                  <a:pt x="761" y="1400"/>
                </a:lnTo>
                <a:lnTo>
                  <a:pt x="762" y="1400"/>
                </a:lnTo>
                <a:lnTo>
                  <a:pt x="762" y="1401"/>
                </a:lnTo>
                <a:lnTo>
                  <a:pt x="763" y="1402"/>
                </a:lnTo>
                <a:lnTo>
                  <a:pt x="764" y="1402"/>
                </a:lnTo>
                <a:lnTo>
                  <a:pt x="765" y="1403"/>
                </a:lnTo>
                <a:lnTo>
                  <a:pt x="766" y="1403"/>
                </a:lnTo>
                <a:lnTo>
                  <a:pt x="766" y="1402"/>
                </a:lnTo>
                <a:lnTo>
                  <a:pt x="767" y="1402"/>
                </a:lnTo>
                <a:lnTo>
                  <a:pt x="768" y="1402"/>
                </a:lnTo>
                <a:lnTo>
                  <a:pt x="768" y="1403"/>
                </a:lnTo>
                <a:lnTo>
                  <a:pt x="769" y="1403"/>
                </a:lnTo>
                <a:lnTo>
                  <a:pt x="769" y="1404"/>
                </a:lnTo>
                <a:lnTo>
                  <a:pt x="769" y="1405"/>
                </a:lnTo>
                <a:lnTo>
                  <a:pt x="772" y="1407"/>
                </a:lnTo>
                <a:lnTo>
                  <a:pt x="773" y="1407"/>
                </a:lnTo>
                <a:lnTo>
                  <a:pt x="774" y="1407"/>
                </a:lnTo>
                <a:lnTo>
                  <a:pt x="777" y="1407"/>
                </a:lnTo>
                <a:lnTo>
                  <a:pt x="777" y="1408"/>
                </a:lnTo>
                <a:lnTo>
                  <a:pt x="779" y="1408"/>
                </a:lnTo>
                <a:lnTo>
                  <a:pt x="780" y="1409"/>
                </a:lnTo>
                <a:lnTo>
                  <a:pt x="781" y="1410"/>
                </a:lnTo>
                <a:lnTo>
                  <a:pt x="782" y="1411"/>
                </a:lnTo>
                <a:lnTo>
                  <a:pt x="783" y="1412"/>
                </a:lnTo>
                <a:lnTo>
                  <a:pt x="784" y="1413"/>
                </a:lnTo>
                <a:lnTo>
                  <a:pt x="784" y="1414"/>
                </a:lnTo>
                <a:lnTo>
                  <a:pt x="785" y="1414"/>
                </a:lnTo>
                <a:lnTo>
                  <a:pt x="785" y="1415"/>
                </a:lnTo>
                <a:lnTo>
                  <a:pt x="786" y="1415"/>
                </a:lnTo>
                <a:lnTo>
                  <a:pt x="787" y="1415"/>
                </a:lnTo>
                <a:lnTo>
                  <a:pt x="787" y="1414"/>
                </a:lnTo>
                <a:lnTo>
                  <a:pt x="788" y="1415"/>
                </a:lnTo>
                <a:lnTo>
                  <a:pt x="788" y="1416"/>
                </a:lnTo>
                <a:lnTo>
                  <a:pt x="788" y="1417"/>
                </a:lnTo>
                <a:lnTo>
                  <a:pt x="788" y="1418"/>
                </a:lnTo>
                <a:lnTo>
                  <a:pt x="787" y="1418"/>
                </a:lnTo>
                <a:lnTo>
                  <a:pt x="787" y="1419"/>
                </a:lnTo>
                <a:lnTo>
                  <a:pt x="786" y="1419"/>
                </a:lnTo>
                <a:lnTo>
                  <a:pt x="785" y="1420"/>
                </a:lnTo>
                <a:lnTo>
                  <a:pt x="786" y="1421"/>
                </a:lnTo>
                <a:lnTo>
                  <a:pt x="786" y="1422"/>
                </a:lnTo>
                <a:lnTo>
                  <a:pt x="788" y="1424"/>
                </a:lnTo>
                <a:lnTo>
                  <a:pt x="789" y="1423"/>
                </a:lnTo>
                <a:lnTo>
                  <a:pt x="790" y="1423"/>
                </a:lnTo>
                <a:lnTo>
                  <a:pt x="791" y="1423"/>
                </a:lnTo>
                <a:lnTo>
                  <a:pt x="792" y="1424"/>
                </a:lnTo>
                <a:lnTo>
                  <a:pt x="792" y="1425"/>
                </a:lnTo>
                <a:lnTo>
                  <a:pt x="792" y="1426"/>
                </a:lnTo>
                <a:lnTo>
                  <a:pt x="792" y="1427"/>
                </a:lnTo>
                <a:lnTo>
                  <a:pt x="792" y="1429"/>
                </a:lnTo>
                <a:lnTo>
                  <a:pt x="792" y="1430"/>
                </a:lnTo>
                <a:lnTo>
                  <a:pt x="793" y="1430"/>
                </a:lnTo>
                <a:lnTo>
                  <a:pt x="793" y="1431"/>
                </a:lnTo>
                <a:lnTo>
                  <a:pt x="793" y="1432"/>
                </a:lnTo>
                <a:lnTo>
                  <a:pt x="794" y="1433"/>
                </a:lnTo>
                <a:lnTo>
                  <a:pt x="793" y="1434"/>
                </a:lnTo>
                <a:lnTo>
                  <a:pt x="793" y="1435"/>
                </a:lnTo>
                <a:lnTo>
                  <a:pt x="792" y="1435"/>
                </a:lnTo>
                <a:lnTo>
                  <a:pt x="792" y="1436"/>
                </a:lnTo>
                <a:lnTo>
                  <a:pt x="792" y="1437"/>
                </a:lnTo>
                <a:lnTo>
                  <a:pt x="792" y="1438"/>
                </a:lnTo>
                <a:lnTo>
                  <a:pt x="792" y="1439"/>
                </a:lnTo>
                <a:lnTo>
                  <a:pt x="791" y="1439"/>
                </a:lnTo>
                <a:lnTo>
                  <a:pt x="791" y="1440"/>
                </a:lnTo>
                <a:lnTo>
                  <a:pt x="791" y="1441"/>
                </a:lnTo>
                <a:lnTo>
                  <a:pt x="794" y="1444"/>
                </a:lnTo>
                <a:lnTo>
                  <a:pt x="795" y="1444"/>
                </a:lnTo>
                <a:lnTo>
                  <a:pt x="795" y="1445"/>
                </a:lnTo>
                <a:lnTo>
                  <a:pt x="796" y="1446"/>
                </a:lnTo>
                <a:lnTo>
                  <a:pt x="797" y="1446"/>
                </a:lnTo>
                <a:lnTo>
                  <a:pt x="797" y="1447"/>
                </a:lnTo>
                <a:lnTo>
                  <a:pt x="798" y="1448"/>
                </a:lnTo>
                <a:lnTo>
                  <a:pt x="798" y="1449"/>
                </a:lnTo>
                <a:lnTo>
                  <a:pt x="799" y="1449"/>
                </a:lnTo>
                <a:lnTo>
                  <a:pt x="800" y="1449"/>
                </a:lnTo>
                <a:lnTo>
                  <a:pt x="800" y="1450"/>
                </a:lnTo>
                <a:lnTo>
                  <a:pt x="801" y="1450"/>
                </a:lnTo>
                <a:lnTo>
                  <a:pt x="800" y="1450"/>
                </a:lnTo>
                <a:lnTo>
                  <a:pt x="800" y="1451"/>
                </a:lnTo>
                <a:lnTo>
                  <a:pt x="800" y="1452"/>
                </a:lnTo>
                <a:lnTo>
                  <a:pt x="799" y="1452"/>
                </a:lnTo>
                <a:lnTo>
                  <a:pt x="798" y="1453"/>
                </a:lnTo>
                <a:lnTo>
                  <a:pt x="797" y="1454"/>
                </a:lnTo>
                <a:lnTo>
                  <a:pt x="796" y="1455"/>
                </a:lnTo>
                <a:lnTo>
                  <a:pt x="796" y="1456"/>
                </a:lnTo>
                <a:lnTo>
                  <a:pt x="795" y="1456"/>
                </a:lnTo>
                <a:lnTo>
                  <a:pt x="795" y="1457"/>
                </a:lnTo>
                <a:lnTo>
                  <a:pt x="795" y="1458"/>
                </a:lnTo>
                <a:lnTo>
                  <a:pt x="794" y="1458"/>
                </a:lnTo>
                <a:lnTo>
                  <a:pt x="793" y="1459"/>
                </a:lnTo>
                <a:lnTo>
                  <a:pt x="792" y="1460"/>
                </a:lnTo>
                <a:lnTo>
                  <a:pt x="790" y="1460"/>
                </a:lnTo>
                <a:lnTo>
                  <a:pt x="790" y="1459"/>
                </a:lnTo>
                <a:lnTo>
                  <a:pt x="791" y="1459"/>
                </a:lnTo>
                <a:lnTo>
                  <a:pt x="790" y="1457"/>
                </a:lnTo>
                <a:lnTo>
                  <a:pt x="789" y="1456"/>
                </a:lnTo>
                <a:lnTo>
                  <a:pt x="789" y="1457"/>
                </a:lnTo>
                <a:lnTo>
                  <a:pt x="788" y="1456"/>
                </a:lnTo>
                <a:lnTo>
                  <a:pt x="788" y="1455"/>
                </a:lnTo>
                <a:lnTo>
                  <a:pt x="788" y="1454"/>
                </a:lnTo>
                <a:lnTo>
                  <a:pt x="787" y="1454"/>
                </a:lnTo>
                <a:lnTo>
                  <a:pt x="785" y="1454"/>
                </a:lnTo>
                <a:lnTo>
                  <a:pt x="783" y="1454"/>
                </a:lnTo>
                <a:lnTo>
                  <a:pt x="781" y="1454"/>
                </a:lnTo>
                <a:lnTo>
                  <a:pt x="780" y="1455"/>
                </a:lnTo>
                <a:lnTo>
                  <a:pt x="780" y="1456"/>
                </a:lnTo>
                <a:lnTo>
                  <a:pt x="780" y="1457"/>
                </a:lnTo>
                <a:lnTo>
                  <a:pt x="781" y="1458"/>
                </a:lnTo>
                <a:lnTo>
                  <a:pt x="781" y="1459"/>
                </a:lnTo>
                <a:lnTo>
                  <a:pt x="781" y="1460"/>
                </a:lnTo>
                <a:lnTo>
                  <a:pt x="782" y="1460"/>
                </a:lnTo>
                <a:lnTo>
                  <a:pt x="782" y="1461"/>
                </a:lnTo>
                <a:lnTo>
                  <a:pt x="781" y="1462"/>
                </a:lnTo>
                <a:lnTo>
                  <a:pt x="780" y="1462"/>
                </a:lnTo>
                <a:lnTo>
                  <a:pt x="780" y="1461"/>
                </a:lnTo>
                <a:lnTo>
                  <a:pt x="779" y="1462"/>
                </a:lnTo>
                <a:lnTo>
                  <a:pt x="778" y="1463"/>
                </a:lnTo>
                <a:lnTo>
                  <a:pt x="777" y="1463"/>
                </a:lnTo>
                <a:lnTo>
                  <a:pt x="777" y="1464"/>
                </a:lnTo>
                <a:lnTo>
                  <a:pt x="777" y="1466"/>
                </a:lnTo>
                <a:lnTo>
                  <a:pt x="777" y="1467"/>
                </a:lnTo>
                <a:lnTo>
                  <a:pt x="776" y="1467"/>
                </a:lnTo>
                <a:lnTo>
                  <a:pt x="775" y="1467"/>
                </a:lnTo>
                <a:lnTo>
                  <a:pt x="774" y="1468"/>
                </a:lnTo>
                <a:lnTo>
                  <a:pt x="773" y="1468"/>
                </a:lnTo>
                <a:lnTo>
                  <a:pt x="773" y="1469"/>
                </a:lnTo>
                <a:lnTo>
                  <a:pt x="773" y="1470"/>
                </a:lnTo>
                <a:lnTo>
                  <a:pt x="772" y="1470"/>
                </a:lnTo>
                <a:lnTo>
                  <a:pt x="771" y="1471"/>
                </a:lnTo>
                <a:lnTo>
                  <a:pt x="769" y="1470"/>
                </a:lnTo>
                <a:lnTo>
                  <a:pt x="768" y="1470"/>
                </a:lnTo>
                <a:lnTo>
                  <a:pt x="767" y="1470"/>
                </a:lnTo>
                <a:lnTo>
                  <a:pt x="767" y="1469"/>
                </a:lnTo>
                <a:lnTo>
                  <a:pt x="766" y="1469"/>
                </a:lnTo>
                <a:lnTo>
                  <a:pt x="765" y="1469"/>
                </a:lnTo>
                <a:lnTo>
                  <a:pt x="764" y="1469"/>
                </a:lnTo>
                <a:lnTo>
                  <a:pt x="763" y="1469"/>
                </a:lnTo>
                <a:lnTo>
                  <a:pt x="763" y="1467"/>
                </a:lnTo>
                <a:lnTo>
                  <a:pt x="762" y="1466"/>
                </a:lnTo>
                <a:lnTo>
                  <a:pt x="762" y="1465"/>
                </a:lnTo>
                <a:lnTo>
                  <a:pt x="762" y="1464"/>
                </a:lnTo>
                <a:lnTo>
                  <a:pt x="761" y="1464"/>
                </a:lnTo>
                <a:lnTo>
                  <a:pt x="760" y="1464"/>
                </a:lnTo>
                <a:lnTo>
                  <a:pt x="759" y="1465"/>
                </a:lnTo>
                <a:lnTo>
                  <a:pt x="758" y="1466"/>
                </a:lnTo>
                <a:lnTo>
                  <a:pt x="757" y="1465"/>
                </a:lnTo>
                <a:lnTo>
                  <a:pt x="756" y="1464"/>
                </a:lnTo>
                <a:lnTo>
                  <a:pt x="755" y="1463"/>
                </a:lnTo>
                <a:lnTo>
                  <a:pt x="754" y="1461"/>
                </a:lnTo>
                <a:lnTo>
                  <a:pt x="753" y="1461"/>
                </a:lnTo>
                <a:lnTo>
                  <a:pt x="753" y="1462"/>
                </a:lnTo>
                <a:lnTo>
                  <a:pt x="752" y="1462"/>
                </a:lnTo>
                <a:lnTo>
                  <a:pt x="751" y="1462"/>
                </a:lnTo>
                <a:lnTo>
                  <a:pt x="750" y="1462"/>
                </a:lnTo>
                <a:lnTo>
                  <a:pt x="749" y="1461"/>
                </a:lnTo>
                <a:lnTo>
                  <a:pt x="748" y="1461"/>
                </a:lnTo>
                <a:lnTo>
                  <a:pt x="748" y="1462"/>
                </a:lnTo>
                <a:lnTo>
                  <a:pt x="746" y="1462"/>
                </a:lnTo>
                <a:lnTo>
                  <a:pt x="745" y="1462"/>
                </a:lnTo>
                <a:lnTo>
                  <a:pt x="743" y="1463"/>
                </a:lnTo>
                <a:lnTo>
                  <a:pt x="743" y="1464"/>
                </a:lnTo>
                <a:lnTo>
                  <a:pt x="741" y="1464"/>
                </a:lnTo>
                <a:lnTo>
                  <a:pt x="740" y="1464"/>
                </a:lnTo>
                <a:lnTo>
                  <a:pt x="739" y="1464"/>
                </a:lnTo>
                <a:lnTo>
                  <a:pt x="738" y="1464"/>
                </a:lnTo>
                <a:lnTo>
                  <a:pt x="738" y="1465"/>
                </a:lnTo>
                <a:lnTo>
                  <a:pt x="737" y="1466"/>
                </a:lnTo>
                <a:lnTo>
                  <a:pt x="736" y="1466"/>
                </a:lnTo>
                <a:lnTo>
                  <a:pt x="736" y="1465"/>
                </a:lnTo>
                <a:lnTo>
                  <a:pt x="735" y="1465"/>
                </a:lnTo>
                <a:lnTo>
                  <a:pt x="733" y="1465"/>
                </a:lnTo>
                <a:lnTo>
                  <a:pt x="732" y="1465"/>
                </a:lnTo>
                <a:lnTo>
                  <a:pt x="731" y="1465"/>
                </a:lnTo>
                <a:lnTo>
                  <a:pt x="730" y="1465"/>
                </a:lnTo>
                <a:lnTo>
                  <a:pt x="729" y="1464"/>
                </a:lnTo>
                <a:lnTo>
                  <a:pt x="728" y="1464"/>
                </a:lnTo>
                <a:lnTo>
                  <a:pt x="727" y="1464"/>
                </a:lnTo>
                <a:lnTo>
                  <a:pt x="726" y="1464"/>
                </a:lnTo>
                <a:lnTo>
                  <a:pt x="725" y="1464"/>
                </a:lnTo>
                <a:lnTo>
                  <a:pt x="724" y="1464"/>
                </a:lnTo>
                <a:lnTo>
                  <a:pt x="723" y="1463"/>
                </a:lnTo>
                <a:lnTo>
                  <a:pt x="721" y="1461"/>
                </a:lnTo>
                <a:lnTo>
                  <a:pt x="720" y="1460"/>
                </a:lnTo>
                <a:lnTo>
                  <a:pt x="719" y="1460"/>
                </a:lnTo>
                <a:lnTo>
                  <a:pt x="719" y="1461"/>
                </a:lnTo>
                <a:lnTo>
                  <a:pt x="718" y="1461"/>
                </a:lnTo>
                <a:lnTo>
                  <a:pt x="717" y="1460"/>
                </a:lnTo>
                <a:lnTo>
                  <a:pt x="715" y="1461"/>
                </a:lnTo>
                <a:lnTo>
                  <a:pt x="715" y="1462"/>
                </a:lnTo>
                <a:lnTo>
                  <a:pt x="714" y="1463"/>
                </a:lnTo>
                <a:lnTo>
                  <a:pt x="714" y="1462"/>
                </a:lnTo>
                <a:lnTo>
                  <a:pt x="713" y="1462"/>
                </a:lnTo>
                <a:lnTo>
                  <a:pt x="712" y="1462"/>
                </a:lnTo>
                <a:lnTo>
                  <a:pt x="712" y="1461"/>
                </a:lnTo>
                <a:lnTo>
                  <a:pt x="711" y="1461"/>
                </a:lnTo>
                <a:lnTo>
                  <a:pt x="710" y="1462"/>
                </a:lnTo>
                <a:lnTo>
                  <a:pt x="709" y="1462"/>
                </a:lnTo>
                <a:lnTo>
                  <a:pt x="707" y="1462"/>
                </a:lnTo>
                <a:lnTo>
                  <a:pt x="705" y="1462"/>
                </a:lnTo>
                <a:lnTo>
                  <a:pt x="704" y="1463"/>
                </a:lnTo>
                <a:lnTo>
                  <a:pt x="703" y="1462"/>
                </a:lnTo>
                <a:lnTo>
                  <a:pt x="703" y="1463"/>
                </a:lnTo>
                <a:lnTo>
                  <a:pt x="702" y="1464"/>
                </a:lnTo>
                <a:lnTo>
                  <a:pt x="701" y="1465"/>
                </a:lnTo>
                <a:lnTo>
                  <a:pt x="702" y="1465"/>
                </a:lnTo>
                <a:lnTo>
                  <a:pt x="702" y="1466"/>
                </a:lnTo>
                <a:lnTo>
                  <a:pt x="703" y="1466"/>
                </a:lnTo>
                <a:lnTo>
                  <a:pt x="703" y="1467"/>
                </a:lnTo>
                <a:lnTo>
                  <a:pt x="702" y="1468"/>
                </a:lnTo>
                <a:lnTo>
                  <a:pt x="702" y="1469"/>
                </a:lnTo>
                <a:lnTo>
                  <a:pt x="701" y="1470"/>
                </a:lnTo>
                <a:lnTo>
                  <a:pt x="702" y="1471"/>
                </a:lnTo>
                <a:lnTo>
                  <a:pt x="703" y="1471"/>
                </a:lnTo>
                <a:lnTo>
                  <a:pt x="704" y="1471"/>
                </a:lnTo>
                <a:lnTo>
                  <a:pt x="705" y="1471"/>
                </a:lnTo>
                <a:lnTo>
                  <a:pt x="705" y="1472"/>
                </a:lnTo>
                <a:lnTo>
                  <a:pt x="705" y="1473"/>
                </a:lnTo>
                <a:lnTo>
                  <a:pt x="705" y="1474"/>
                </a:lnTo>
                <a:lnTo>
                  <a:pt x="705" y="1475"/>
                </a:lnTo>
                <a:lnTo>
                  <a:pt x="705" y="1476"/>
                </a:lnTo>
                <a:lnTo>
                  <a:pt x="704" y="1476"/>
                </a:lnTo>
                <a:lnTo>
                  <a:pt x="703" y="1476"/>
                </a:lnTo>
                <a:lnTo>
                  <a:pt x="702" y="1478"/>
                </a:lnTo>
                <a:lnTo>
                  <a:pt x="702" y="1479"/>
                </a:lnTo>
                <a:lnTo>
                  <a:pt x="700" y="1478"/>
                </a:lnTo>
                <a:lnTo>
                  <a:pt x="699" y="1478"/>
                </a:lnTo>
                <a:lnTo>
                  <a:pt x="697" y="1480"/>
                </a:lnTo>
                <a:lnTo>
                  <a:pt x="696" y="1480"/>
                </a:lnTo>
                <a:lnTo>
                  <a:pt x="696" y="1481"/>
                </a:lnTo>
                <a:lnTo>
                  <a:pt x="696" y="1482"/>
                </a:lnTo>
                <a:lnTo>
                  <a:pt x="695" y="1484"/>
                </a:lnTo>
                <a:lnTo>
                  <a:pt x="695" y="1485"/>
                </a:lnTo>
                <a:lnTo>
                  <a:pt x="695" y="1486"/>
                </a:lnTo>
                <a:lnTo>
                  <a:pt x="694" y="1486"/>
                </a:lnTo>
                <a:lnTo>
                  <a:pt x="694" y="1487"/>
                </a:lnTo>
                <a:lnTo>
                  <a:pt x="693" y="1487"/>
                </a:lnTo>
                <a:lnTo>
                  <a:pt x="691" y="1487"/>
                </a:lnTo>
                <a:lnTo>
                  <a:pt x="691" y="1488"/>
                </a:lnTo>
                <a:lnTo>
                  <a:pt x="691" y="1489"/>
                </a:lnTo>
                <a:lnTo>
                  <a:pt x="691" y="1490"/>
                </a:lnTo>
                <a:lnTo>
                  <a:pt x="691" y="1491"/>
                </a:lnTo>
                <a:lnTo>
                  <a:pt x="691" y="1493"/>
                </a:lnTo>
                <a:lnTo>
                  <a:pt x="690" y="1494"/>
                </a:lnTo>
                <a:lnTo>
                  <a:pt x="689" y="1495"/>
                </a:lnTo>
                <a:lnTo>
                  <a:pt x="688" y="1496"/>
                </a:lnTo>
                <a:lnTo>
                  <a:pt x="688" y="1497"/>
                </a:lnTo>
                <a:lnTo>
                  <a:pt x="687" y="1497"/>
                </a:lnTo>
                <a:lnTo>
                  <a:pt x="687" y="1498"/>
                </a:lnTo>
                <a:lnTo>
                  <a:pt x="687" y="1500"/>
                </a:lnTo>
                <a:lnTo>
                  <a:pt x="687" y="1501"/>
                </a:lnTo>
                <a:lnTo>
                  <a:pt x="688" y="1501"/>
                </a:lnTo>
                <a:lnTo>
                  <a:pt x="688" y="1502"/>
                </a:lnTo>
                <a:lnTo>
                  <a:pt x="688" y="1503"/>
                </a:lnTo>
                <a:lnTo>
                  <a:pt x="688" y="1504"/>
                </a:lnTo>
                <a:lnTo>
                  <a:pt x="688" y="1505"/>
                </a:lnTo>
                <a:lnTo>
                  <a:pt x="687" y="1505"/>
                </a:lnTo>
                <a:lnTo>
                  <a:pt x="686" y="1505"/>
                </a:lnTo>
                <a:lnTo>
                  <a:pt x="685" y="1505"/>
                </a:lnTo>
                <a:lnTo>
                  <a:pt x="684" y="1506"/>
                </a:lnTo>
                <a:lnTo>
                  <a:pt x="683" y="1506"/>
                </a:lnTo>
                <a:lnTo>
                  <a:pt x="683" y="1507"/>
                </a:lnTo>
                <a:lnTo>
                  <a:pt x="684" y="1510"/>
                </a:lnTo>
                <a:lnTo>
                  <a:pt x="684" y="1511"/>
                </a:lnTo>
                <a:lnTo>
                  <a:pt x="685" y="1512"/>
                </a:lnTo>
                <a:lnTo>
                  <a:pt x="685" y="1513"/>
                </a:lnTo>
                <a:lnTo>
                  <a:pt x="685" y="1514"/>
                </a:lnTo>
                <a:lnTo>
                  <a:pt x="686" y="1516"/>
                </a:lnTo>
                <a:lnTo>
                  <a:pt x="687" y="1517"/>
                </a:lnTo>
                <a:lnTo>
                  <a:pt x="687" y="1518"/>
                </a:lnTo>
                <a:lnTo>
                  <a:pt x="686" y="1519"/>
                </a:lnTo>
                <a:lnTo>
                  <a:pt x="685" y="1521"/>
                </a:lnTo>
                <a:lnTo>
                  <a:pt x="685" y="1522"/>
                </a:lnTo>
                <a:lnTo>
                  <a:pt x="684" y="1523"/>
                </a:lnTo>
                <a:lnTo>
                  <a:pt x="684" y="1524"/>
                </a:lnTo>
                <a:lnTo>
                  <a:pt x="683" y="1525"/>
                </a:lnTo>
                <a:lnTo>
                  <a:pt x="683" y="1526"/>
                </a:lnTo>
                <a:lnTo>
                  <a:pt x="683" y="1527"/>
                </a:lnTo>
                <a:lnTo>
                  <a:pt x="682" y="1527"/>
                </a:lnTo>
                <a:lnTo>
                  <a:pt x="683" y="1528"/>
                </a:lnTo>
                <a:lnTo>
                  <a:pt x="684" y="1529"/>
                </a:lnTo>
                <a:lnTo>
                  <a:pt x="685" y="1528"/>
                </a:lnTo>
                <a:lnTo>
                  <a:pt x="686" y="1528"/>
                </a:lnTo>
                <a:lnTo>
                  <a:pt x="687" y="1528"/>
                </a:lnTo>
                <a:lnTo>
                  <a:pt x="687" y="1529"/>
                </a:lnTo>
                <a:lnTo>
                  <a:pt x="687" y="1530"/>
                </a:lnTo>
                <a:lnTo>
                  <a:pt x="687" y="1531"/>
                </a:lnTo>
                <a:lnTo>
                  <a:pt x="688" y="1532"/>
                </a:lnTo>
                <a:lnTo>
                  <a:pt x="689" y="1532"/>
                </a:lnTo>
                <a:lnTo>
                  <a:pt x="690" y="1532"/>
                </a:lnTo>
                <a:lnTo>
                  <a:pt x="690" y="1534"/>
                </a:lnTo>
                <a:lnTo>
                  <a:pt x="691" y="1535"/>
                </a:lnTo>
                <a:lnTo>
                  <a:pt x="691" y="1536"/>
                </a:lnTo>
                <a:lnTo>
                  <a:pt x="691" y="1537"/>
                </a:lnTo>
                <a:lnTo>
                  <a:pt x="692" y="1538"/>
                </a:lnTo>
                <a:lnTo>
                  <a:pt x="693" y="1538"/>
                </a:lnTo>
                <a:lnTo>
                  <a:pt x="694" y="1539"/>
                </a:lnTo>
                <a:lnTo>
                  <a:pt x="694" y="1540"/>
                </a:lnTo>
                <a:lnTo>
                  <a:pt x="694" y="1541"/>
                </a:lnTo>
                <a:lnTo>
                  <a:pt x="695" y="1541"/>
                </a:lnTo>
                <a:lnTo>
                  <a:pt x="696" y="1541"/>
                </a:lnTo>
                <a:lnTo>
                  <a:pt x="696" y="1540"/>
                </a:lnTo>
                <a:lnTo>
                  <a:pt x="696" y="1541"/>
                </a:lnTo>
                <a:lnTo>
                  <a:pt x="697" y="1541"/>
                </a:lnTo>
                <a:lnTo>
                  <a:pt x="700" y="1542"/>
                </a:lnTo>
                <a:lnTo>
                  <a:pt x="701" y="1542"/>
                </a:lnTo>
                <a:lnTo>
                  <a:pt x="702" y="1543"/>
                </a:lnTo>
                <a:lnTo>
                  <a:pt x="703" y="1544"/>
                </a:lnTo>
                <a:lnTo>
                  <a:pt x="703" y="1545"/>
                </a:lnTo>
                <a:lnTo>
                  <a:pt x="702" y="1545"/>
                </a:lnTo>
                <a:lnTo>
                  <a:pt x="702" y="1546"/>
                </a:lnTo>
                <a:lnTo>
                  <a:pt x="702" y="1547"/>
                </a:lnTo>
                <a:lnTo>
                  <a:pt x="702" y="1549"/>
                </a:lnTo>
                <a:lnTo>
                  <a:pt x="701" y="1549"/>
                </a:lnTo>
                <a:lnTo>
                  <a:pt x="701" y="1550"/>
                </a:lnTo>
                <a:lnTo>
                  <a:pt x="701" y="1551"/>
                </a:lnTo>
                <a:lnTo>
                  <a:pt x="700" y="1554"/>
                </a:lnTo>
                <a:lnTo>
                  <a:pt x="701" y="1556"/>
                </a:lnTo>
                <a:lnTo>
                  <a:pt x="701" y="1557"/>
                </a:lnTo>
                <a:lnTo>
                  <a:pt x="701" y="1559"/>
                </a:lnTo>
                <a:lnTo>
                  <a:pt x="703" y="1560"/>
                </a:lnTo>
                <a:lnTo>
                  <a:pt x="704" y="1561"/>
                </a:lnTo>
                <a:lnTo>
                  <a:pt x="705" y="1562"/>
                </a:lnTo>
                <a:lnTo>
                  <a:pt x="706" y="1563"/>
                </a:lnTo>
                <a:lnTo>
                  <a:pt x="706" y="1564"/>
                </a:lnTo>
                <a:lnTo>
                  <a:pt x="707" y="1565"/>
                </a:lnTo>
                <a:lnTo>
                  <a:pt x="707" y="1566"/>
                </a:lnTo>
                <a:lnTo>
                  <a:pt x="706" y="1566"/>
                </a:lnTo>
                <a:lnTo>
                  <a:pt x="705" y="1566"/>
                </a:lnTo>
                <a:lnTo>
                  <a:pt x="705" y="1567"/>
                </a:lnTo>
                <a:lnTo>
                  <a:pt x="705" y="1568"/>
                </a:lnTo>
                <a:lnTo>
                  <a:pt x="705" y="1569"/>
                </a:lnTo>
                <a:lnTo>
                  <a:pt x="706" y="1569"/>
                </a:lnTo>
                <a:lnTo>
                  <a:pt x="706" y="1570"/>
                </a:lnTo>
                <a:lnTo>
                  <a:pt x="705" y="1571"/>
                </a:lnTo>
                <a:lnTo>
                  <a:pt x="705" y="1572"/>
                </a:lnTo>
                <a:lnTo>
                  <a:pt x="704" y="1572"/>
                </a:lnTo>
                <a:lnTo>
                  <a:pt x="703" y="1572"/>
                </a:lnTo>
                <a:lnTo>
                  <a:pt x="703" y="1573"/>
                </a:lnTo>
                <a:lnTo>
                  <a:pt x="703" y="1574"/>
                </a:lnTo>
                <a:lnTo>
                  <a:pt x="702" y="1576"/>
                </a:lnTo>
                <a:lnTo>
                  <a:pt x="702" y="1577"/>
                </a:lnTo>
                <a:lnTo>
                  <a:pt x="702" y="1578"/>
                </a:lnTo>
                <a:lnTo>
                  <a:pt x="702" y="1579"/>
                </a:lnTo>
                <a:lnTo>
                  <a:pt x="701" y="1580"/>
                </a:lnTo>
                <a:lnTo>
                  <a:pt x="701" y="1581"/>
                </a:lnTo>
                <a:lnTo>
                  <a:pt x="702" y="1582"/>
                </a:lnTo>
                <a:lnTo>
                  <a:pt x="702" y="1584"/>
                </a:lnTo>
                <a:lnTo>
                  <a:pt x="702" y="1585"/>
                </a:lnTo>
                <a:lnTo>
                  <a:pt x="702" y="1586"/>
                </a:lnTo>
                <a:lnTo>
                  <a:pt x="703" y="1587"/>
                </a:lnTo>
                <a:lnTo>
                  <a:pt x="704" y="1588"/>
                </a:lnTo>
                <a:lnTo>
                  <a:pt x="705" y="1589"/>
                </a:lnTo>
                <a:lnTo>
                  <a:pt x="706" y="1589"/>
                </a:lnTo>
                <a:lnTo>
                  <a:pt x="707" y="1590"/>
                </a:lnTo>
                <a:lnTo>
                  <a:pt x="708" y="1590"/>
                </a:lnTo>
                <a:lnTo>
                  <a:pt x="708" y="1592"/>
                </a:lnTo>
                <a:lnTo>
                  <a:pt x="709" y="1593"/>
                </a:lnTo>
                <a:lnTo>
                  <a:pt x="708" y="1593"/>
                </a:lnTo>
                <a:lnTo>
                  <a:pt x="709" y="1594"/>
                </a:lnTo>
                <a:lnTo>
                  <a:pt x="709" y="1595"/>
                </a:lnTo>
                <a:lnTo>
                  <a:pt x="709" y="1596"/>
                </a:lnTo>
                <a:lnTo>
                  <a:pt x="709" y="1597"/>
                </a:lnTo>
                <a:lnTo>
                  <a:pt x="709" y="1598"/>
                </a:lnTo>
                <a:lnTo>
                  <a:pt x="710" y="1598"/>
                </a:lnTo>
                <a:lnTo>
                  <a:pt x="710" y="1599"/>
                </a:lnTo>
                <a:lnTo>
                  <a:pt x="709" y="1599"/>
                </a:lnTo>
                <a:lnTo>
                  <a:pt x="709" y="1600"/>
                </a:lnTo>
                <a:lnTo>
                  <a:pt x="709" y="1602"/>
                </a:lnTo>
                <a:lnTo>
                  <a:pt x="708" y="1602"/>
                </a:lnTo>
                <a:lnTo>
                  <a:pt x="707" y="1602"/>
                </a:lnTo>
                <a:lnTo>
                  <a:pt x="706" y="1602"/>
                </a:lnTo>
                <a:lnTo>
                  <a:pt x="705" y="1602"/>
                </a:lnTo>
                <a:lnTo>
                  <a:pt x="704" y="1603"/>
                </a:lnTo>
                <a:lnTo>
                  <a:pt x="704" y="1604"/>
                </a:lnTo>
                <a:lnTo>
                  <a:pt x="703" y="1604"/>
                </a:lnTo>
                <a:lnTo>
                  <a:pt x="703" y="1605"/>
                </a:lnTo>
                <a:lnTo>
                  <a:pt x="703" y="1606"/>
                </a:lnTo>
                <a:lnTo>
                  <a:pt x="703" y="1607"/>
                </a:lnTo>
                <a:lnTo>
                  <a:pt x="702" y="1607"/>
                </a:lnTo>
                <a:lnTo>
                  <a:pt x="702" y="1608"/>
                </a:lnTo>
                <a:lnTo>
                  <a:pt x="704" y="1610"/>
                </a:lnTo>
                <a:lnTo>
                  <a:pt x="705" y="1611"/>
                </a:lnTo>
                <a:lnTo>
                  <a:pt x="706" y="1611"/>
                </a:lnTo>
                <a:lnTo>
                  <a:pt x="706" y="1610"/>
                </a:lnTo>
                <a:lnTo>
                  <a:pt x="707" y="1610"/>
                </a:lnTo>
                <a:lnTo>
                  <a:pt x="707" y="1611"/>
                </a:lnTo>
                <a:lnTo>
                  <a:pt x="708" y="1614"/>
                </a:lnTo>
                <a:lnTo>
                  <a:pt x="708" y="1615"/>
                </a:lnTo>
                <a:lnTo>
                  <a:pt x="708" y="1616"/>
                </a:lnTo>
                <a:lnTo>
                  <a:pt x="708" y="1617"/>
                </a:lnTo>
                <a:lnTo>
                  <a:pt x="709" y="1618"/>
                </a:lnTo>
                <a:lnTo>
                  <a:pt x="710" y="1619"/>
                </a:lnTo>
                <a:lnTo>
                  <a:pt x="710" y="1620"/>
                </a:lnTo>
                <a:lnTo>
                  <a:pt x="710" y="1621"/>
                </a:lnTo>
                <a:lnTo>
                  <a:pt x="711" y="1622"/>
                </a:lnTo>
                <a:lnTo>
                  <a:pt x="711" y="1623"/>
                </a:lnTo>
                <a:lnTo>
                  <a:pt x="712" y="1623"/>
                </a:lnTo>
                <a:lnTo>
                  <a:pt x="712" y="1624"/>
                </a:lnTo>
                <a:lnTo>
                  <a:pt x="713" y="1625"/>
                </a:lnTo>
                <a:lnTo>
                  <a:pt x="712" y="1626"/>
                </a:lnTo>
                <a:lnTo>
                  <a:pt x="711" y="1627"/>
                </a:lnTo>
                <a:lnTo>
                  <a:pt x="710" y="1627"/>
                </a:lnTo>
                <a:lnTo>
                  <a:pt x="709" y="1627"/>
                </a:lnTo>
                <a:lnTo>
                  <a:pt x="709" y="1626"/>
                </a:lnTo>
                <a:lnTo>
                  <a:pt x="708" y="1626"/>
                </a:lnTo>
                <a:lnTo>
                  <a:pt x="707" y="1627"/>
                </a:lnTo>
                <a:lnTo>
                  <a:pt x="706" y="1628"/>
                </a:lnTo>
                <a:lnTo>
                  <a:pt x="706" y="1629"/>
                </a:lnTo>
                <a:lnTo>
                  <a:pt x="706" y="1630"/>
                </a:lnTo>
                <a:lnTo>
                  <a:pt x="706" y="1631"/>
                </a:lnTo>
                <a:lnTo>
                  <a:pt x="705" y="1631"/>
                </a:lnTo>
                <a:lnTo>
                  <a:pt x="704" y="1631"/>
                </a:lnTo>
                <a:lnTo>
                  <a:pt x="704" y="1632"/>
                </a:lnTo>
                <a:lnTo>
                  <a:pt x="705" y="1633"/>
                </a:lnTo>
                <a:lnTo>
                  <a:pt x="705" y="1634"/>
                </a:lnTo>
                <a:lnTo>
                  <a:pt x="705" y="1635"/>
                </a:lnTo>
                <a:lnTo>
                  <a:pt x="705" y="1636"/>
                </a:lnTo>
                <a:lnTo>
                  <a:pt x="705" y="1637"/>
                </a:lnTo>
                <a:lnTo>
                  <a:pt x="705" y="1638"/>
                </a:lnTo>
                <a:lnTo>
                  <a:pt x="706" y="1638"/>
                </a:lnTo>
                <a:lnTo>
                  <a:pt x="707" y="1639"/>
                </a:lnTo>
                <a:lnTo>
                  <a:pt x="706" y="1639"/>
                </a:lnTo>
                <a:lnTo>
                  <a:pt x="706" y="1640"/>
                </a:lnTo>
                <a:lnTo>
                  <a:pt x="706" y="1641"/>
                </a:lnTo>
                <a:lnTo>
                  <a:pt x="705" y="1641"/>
                </a:lnTo>
                <a:lnTo>
                  <a:pt x="704" y="1642"/>
                </a:lnTo>
                <a:lnTo>
                  <a:pt x="703" y="1642"/>
                </a:lnTo>
                <a:lnTo>
                  <a:pt x="703" y="1643"/>
                </a:lnTo>
                <a:lnTo>
                  <a:pt x="704" y="1643"/>
                </a:lnTo>
                <a:lnTo>
                  <a:pt x="703" y="1642"/>
                </a:lnTo>
                <a:lnTo>
                  <a:pt x="702" y="1643"/>
                </a:lnTo>
                <a:lnTo>
                  <a:pt x="700" y="1643"/>
                </a:lnTo>
                <a:lnTo>
                  <a:pt x="699" y="1643"/>
                </a:lnTo>
                <a:lnTo>
                  <a:pt x="698" y="1643"/>
                </a:lnTo>
                <a:lnTo>
                  <a:pt x="698" y="1642"/>
                </a:lnTo>
                <a:lnTo>
                  <a:pt x="697" y="1642"/>
                </a:lnTo>
                <a:lnTo>
                  <a:pt x="696" y="1644"/>
                </a:lnTo>
                <a:lnTo>
                  <a:pt x="695" y="1644"/>
                </a:lnTo>
                <a:lnTo>
                  <a:pt x="694" y="1644"/>
                </a:lnTo>
                <a:lnTo>
                  <a:pt x="692" y="1645"/>
                </a:lnTo>
                <a:lnTo>
                  <a:pt x="690" y="1645"/>
                </a:lnTo>
                <a:lnTo>
                  <a:pt x="689" y="1645"/>
                </a:lnTo>
                <a:lnTo>
                  <a:pt x="688" y="1645"/>
                </a:lnTo>
                <a:lnTo>
                  <a:pt x="687" y="1645"/>
                </a:lnTo>
                <a:lnTo>
                  <a:pt x="686" y="1645"/>
                </a:lnTo>
                <a:lnTo>
                  <a:pt x="685" y="1645"/>
                </a:lnTo>
                <a:lnTo>
                  <a:pt x="685" y="1646"/>
                </a:lnTo>
                <a:lnTo>
                  <a:pt x="684" y="1646"/>
                </a:lnTo>
                <a:lnTo>
                  <a:pt x="683" y="1646"/>
                </a:lnTo>
                <a:lnTo>
                  <a:pt x="682" y="1646"/>
                </a:lnTo>
                <a:lnTo>
                  <a:pt x="682" y="1645"/>
                </a:lnTo>
                <a:lnTo>
                  <a:pt x="681" y="1644"/>
                </a:lnTo>
                <a:lnTo>
                  <a:pt x="680" y="1645"/>
                </a:lnTo>
                <a:lnTo>
                  <a:pt x="679" y="1645"/>
                </a:lnTo>
                <a:lnTo>
                  <a:pt x="678" y="1645"/>
                </a:lnTo>
                <a:lnTo>
                  <a:pt x="676" y="1645"/>
                </a:lnTo>
                <a:lnTo>
                  <a:pt x="675" y="1646"/>
                </a:lnTo>
                <a:lnTo>
                  <a:pt x="675" y="1647"/>
                </a:lnTo>
                <a:lnTo>
                  <a:pt x="675" y="1648"/>
                </a:lnTo>
                <a:lnTo>
                  <a:pt x="673" y="1648"/>
                </a:lnTo>
                <a:lnTo>
                  <a:pt x="671" y="1648"/>
                </a:lnTo>
                <a:lnTo>
                  <a:pt x="670" y="1649"/>
                </a:lnTo>
                <a:lnTo>
                  <a:pt x="668" y="1649"/>
                </a:lnTo>
                <a:lnTo>
                  <a:pt x="667" y="1649"/>
                </a:lnTo>
                <a:lnTo>
                  <a:pt x="667" y="1648"/>
                </a:lnTo>
                <a:lnTo>
                  <a:pt x="666" y="1648"/>
                </a:lnTo>
                <a:lnTo>
                  <a:pt x="664" y="1648"/>
                </a:lnTo>
                <a:lnTo>
                  <a:pt x="661" y="1649"/>
                </a:lnTo>
                <a:lnTo>
                  <a:pt x="659" y="1649"/>
                </a:lnTo>
                <a:lnTo>
                  <a:pt x="659" y="1648"/>
                </a:lnTo>
                <a:lnTo>
                  <a:pt x="658" y="1648"/>
                </a:lnTo>
                <a:lnTo>
                  <a:pt x="657" y="1648"/>
                </a:lnTo>
                <a:lnTo>
                  <a:pt x="656" y="1648"/>
                </a:lnTo>
                <a:lnTo>
                  <a:pt x="654" y="1648"/>
                </a:lnTo>
                <a:lnTo>
                  <a:pt x="653" y="1648"/>
                </a:lnTo>
                <a:lnTo>
                  <a:pt x="653" y="1647"/>
                </a:lnTo>
                <a:lnTo>
                  <a:pt x="652" y="1647"/>
                </a:lnTo>
                <a:lnTo>
                  <a:pt x="651" y="1646"/>
                </a:lnTo>
                <a:lnTo>
                  <a:pt x="651" y="1645"/>
                </a:lnTo>
                <a:lnTo>
                  <a:pt x="652" y="1643"/>
                </a:lnTo>
                <a:lnTo>
                  <a:pt x="652" y="1642"/>
                </a:lnTo>
                <a:lnTo>
                  <a:pt x="651" y="1641"/>
                </a:lnTo>
                <a:lnTo>
                  <a:pt x="650" y="1641"/>
                </a:lnTo>
                <a:lnTo>
                  <a:pt x="650" y="1640"/>
                </a:lnTo>
                <a:lnTo>
                  <a:pt x="650" y="1639"/>
                </a:lnTo>
                <a:lnTo>
                  <a:pt x="649" y="1639"/>
                </a:lnTo>
                <a:lnTo>
                  <a:pt x="648" y="1639"/>
                </a:lnTo>
                <a:lnTo>
                  <a:pt x="647" y="1639"/>
                </a:lnTo>
                <a:lnTo>
                  <a:pt x="647" y="1637"/>
                </a:lnTo>
                <a:lnTo>
                  <a:pt x="648" y="1637"/>
                </a:lnTo>
                <a:lnTo>
                  <a:pt x="648" y="1636"/>
                </a:lnTo>
                <a:lnTo>
                  <a:pt x="649" y="1635"/>
                </a:lnTo>
                <a:lnTo>
                  <a:pt x="650" y="1635"/>
                </a:lnTo>
                <a:lnTo>
                  <a:pt x="651" y="1635"/>
                </a:lnTo>
                <a:lnTo>
                  <a:pt x="651" y="1634"/>
                </a:lnTo>
                <a:lnTo>
                  <a:pt x="650" y="1633"/>
                </a:lnTo>
                <a:lnTo>
                  <a:pt x="650" y="1632"/>
                </a:lnTo>
                <a:lnTo>
                  <a:pt x="650" y="1631"/>
                </a:lnTo>
                <a:lnTo>
                  <a:pt x="650" y="1630"/>
                </a:lnTo>
                <a:lnTo>
                  <a:pt x="649" y="1630"/>
                </a:lnTo>
                <a:lnTo>
                  <a:pt x="647" y="1629"/>
                </a:lnTo>
                <a:lnTo>
                  <a:pt x="645" y="1629"/>
                </a:lnTo>
                <a:lnTo>
                  <a:pt x="644" y="1628"/>
                </a:lnTo>
                <a:lnTo>
                  <a:pt x="643" y="1628"/>
                </a:lnTo>
                <a:lnTo>
                  <a:pt x="642" y="1628"/>
                </a:lnTo>
                <a:lnTo>
                  <a:pt x="641" y="1628"/>
                </a:lnTo>
                <a:lnTo>
                  <a:pt x="639" y="1627"/>
                </a:lnTo>
                <a:lnTo>
                  <a:pt x="638" y="1627"/>
                </a:lnTo>
                <a:lnTo>
                  <a:pt x="637" y="1627"/>
                </a:lnTo>
                <a:lnTo>
                  <a:pt x="635" y="1627"/>
                </a:lnTo>
                <a:lnTo>
                  <a:pt x="634" y="1625"/>
                </a:lnTo>
                <a:lnTo>
                  <a:pt x="635" y="1625"/>
                </a:lnTo>
                <a:lnTo>
                  <a:pt x="635" y="1624"/>
                </a:lnTo>
                <a:lnTo>
                  <a:pt x="636" y="1623"/>
                </a:lnTo>
                <a:lnTo>
                  <a:pt x="636" y="1622"/>
                </a:lnTo>
                <a:lnTo>
                  <a:pt x="636" y="1621"/>
                </a:lnTo>
                <a:lnTo>
                  <a:pt x="635" y="1621"/>
                </a:lnTo>
                <a:lnTo>
                  <a:pt x="634" y="1621"/>
                </a:lnTo>
                <a:lnTo>
                  <a:pt x="634" y="1620"/>
                </a:lnTo>
                <a:lnTo>
                  <a:pt x="634" y="1619"/>
                </a:lnTo>
                <a:lnTo>
                  <a:pt x="633" y="1618"/>
                </a:lnTo>
                <a:lnTo>
                  <a:pt x="632" y="1618"/>
                </a:lnTo>
                <a:lnTo>
                  <a:pt x="631" y="1616"/>
                </a:lnTo>
                <a:lnTo>
                  <a:pt x="630" y="1616"/>
                </a:lnTo>
                <a:lnTo>
                  <a:pt x="630" y="1615"/>
                </a:lnTo>
                <a:lnTo>
                  <a:pt x="629" y="1615"/>
                </a:lnTo>
                <a:lnTo>
                  <a:pt x="628" y="1614"/>
                </a:lnTo>
                <a:lnTo>
                  <a:pt x="627" y="1614"/>
                </a:lnTo>
                <a:lnTo>
                  <a:pt x="624" y="1613"/>
                </a:lnTo>
                <a:lnTo>
                  <a:pt x="624" y="1612"/>
                </a:lnTo>
                <a:lnTo>
                  <a:pt x="622" y="1612"/>
                </a:lnTo>
                <a:lnTo>
                  <a:pt x="621" y="1611"/>
                </a:lnTo>
                <a:lnTo>
                  <a:pt x="621" y="1610"/>
                </a:lnTo>
                <a:lnTo>
                  <a:pt x="620" y="1609"/>
                </a:lnTo>
                <a:lnTo>
                  <a:pt x="619" y="1608"/>
                </a:lnTo>
                <a:lnTo>
                  <a:pt x="618" y="1608"/>
                </a:lnTo>
                <a:lnTo>
                  <a:pt x="617" y="1607"/>
                </a:lnTo>
                <a:lnTo>
                  <a:pt x="616" y="1605"/>
                </a:lnTo>
                <a:lnTo>
                  <a:pt x="615" y="1604"/>
                </a:lnTo>
                <a:lnTo>
                  <a:pt x="614" y="1604"/>
                </a:lnTo>
                <a:lnTo>
                  <a:pt x="614" y="1603"/>
                </a:lnTo>
                <a:lnTo>
                  <a:pt x="613" y="1603"/>
                </a:lnTo>
                <a:lnTo>
                  <a:pt x="612" y="1603"/>
                </a:lnTo>
                <a:lnTo>
                  <a:pt x="611" y="1602"/>
                </a:lnTo>
                <a:lnTo>
                  <a:pt x="610" y="1602"/>
                </a:lnTo>
                <a:lnTo>
                  <a:pt x="609" y="1601"/>
                </a:lnTo>
                <a:lnTo>
                  <a:pt x="609" y="1600"/>
                </a:lnTo>
                <a:lnTo>
                  <a:pt x="609" y="1599"/>
                </a:lnTo>
                <a:lnTo>
                  <a:pt x="608" y="1599"/>
                </a:lnTo>
                <a:lnTo>
                  <a:pt x="607" y="1598"/>
                </a:lnTo>
                <a:lnTo>
                  <a:pt x="606" y="1599"/>
                </a:lnTo>
                <a:lnTo>
                  <a:pt x="604" y="1598"/>
                </a:lnTo>
                <a:lnTo>
                  <a:pt x="603" y="1597"/>
                </a:lnTo>
                <a:lnTo>
                  <a:pt x="602" y="1596"/>
                </a:lnTo>
                <a:lnTo>
                  <a:pt x="601" y="1596"/>
                </a:lnTo>
                <a:lnTo>
                  <a:pt x="600" y="1596"/>
                </a:lnTo>
                <a:lnTo>
                  <a:pt x="599" y="1595"/>
                </a:lnTo>
                <a:lnTo>
                  <a:pt x="598" y="1595"/>
                </a:lnTo>
                <a:lnTo>
                  <a:pt x="595" y="1594"/>
                </a:lnTo>
                <a:lnTo>
                  <a:pt x="594" y="1594"/>
                </a:lnTo>
                <a:lnTo>
                  <a:pt x="593" y="1595"/>
                </a:lnTo>
                <a:lnTo>
                  <a:pt x="592" y="1595"/>
                </a:lnTo>
                <a:lnTo>
                  <a:pt x="591" y="1594"/>
                </a:lnTo>
                <a:lnTo>
                  <a:pt x="589" y="1593"/>
                </a:lnTo>
                <a:lnTo>
                  <a:pt x="588" y="1594"/>
                </a:lnTo>
                <a:lnTo>
                  <a:pt x="587" y="1594"/>
                </a:lnTo>
                <a:lnTo>
                  <a:pt x="586" y="1594"/>
                </a:lnTo>
                <a:lnTo>
                  <a:pt x="585" y="1594"/>
                </a:lnTo>
                <a:lnTo>
                  <a:pt x="584" y="1594"/>
                </a:lnTo>
                <a:lnTo>
                  <a:pt x="583" y="1594"/>
                </a:lnTo>
                <a:lnTo>
                  <a:pt x="582" y="1594"/>
                </a:lnTo>
                <a:lnTo>
                  <a:pt x="582" y="1593"/>
                </a:lnTo>
                <a:lnTo>
                  <a:pt x="580" y="1592"/>
                </a:lnTo>
                <a:lnTo>
                  <a:pt x="579" y="1592"/>
                </a:lnTo>
                <a:lnTo>
                  <a:pt x="579" y="1591"/>
                </a:lnTo>
                <a:lnTo>
                  <a:pt x="578" y="1591"/>
                </a:lnTo>
                <a:lnTo>
                  <a:pt x="577" y="1589"/>
                </a:lnTo>
                <a:lnTo>
                  <a:pt x="576" y="1588"/>
                </a:lnTo>
                <a:lnTo>
                  <a:pt x="575" y="1588"/>
                </a:lnTo>
                <a:lnTo>
                  <a:pt x="575" y="1587"/>
                </a:lnTo>
                <a:lnTo>
                  <a:pt x="575" y="1586"/>
                </a:lnTo>
                <a:lnTo>
                  <a:pt x="574" y="1586"/>
                </a:lnTo>
                <a:lnTo>
                  <a:pt x="574" y="1585"/>
                </a:lnTo>
                <a:lnTo>
                  <a:pt x="573" y="1584"/>
                </a:lnTo>
                <a:lnTo>
                  <a:pt x="572" y="1584"/>
                </a:lnTo>
                <a:lnTo>
                  <a:pt x="571" y="1584"/>
                </a:lnTo>
                <a:lnTo>
                  <a:pt x="571" y="1583"/>
                </a:lnTo>
                <a:lnTo>
                  <a:pt x="570" y="1583"/>
                </a:lnTo>
                <a:lnTo>
                  <a:pt x="569" y="1583"/>
                </a:lnTo>
                <a:lnTo>
                  <a:pt x="568" y="1582"/>
                </a:lnTo>
                <a:lnTo>
                  <a:pt x="567" y="1583"/>
                </a:lnTo>
                <a:lnTo>
                  <a:pt x="566" y="1583"/>
                </a:lnTo>
                <a:lnTo>
                  <a:pt x="564" y="1582"/>
                </a:lnTo>
                <a:lnTo>
                  <a:pt x="562" y="1581"/>
                </a:lnTo>
                <a:lnTo>
                  <a:pt x="561" y="1581"/>
                </a:lnTo>
                <a:lnTo>
                  <a:pt x="561" y="1580"/>
                </a:lnTo>
                <a:lnTo>
                  <a:pt x="561" y="1579"/>
                </a:lnTo>
                <a:lnTo>
                  <a:pt x="560" y="1579"/>
                </a:lnTo>
                <a:lnTo>
                  <a:pt x="559" y="1578"/>
                </a:lnTo>
                <a:lnTo>
                  <a:pt x="558" y="1578"/>
                </a:lnTo>
                <a:lnTo>
                  <a:pt x="557" y="1577"/>
                </a:lnTo>
                <a:lnTo>
                  <a:pt x="557" y="1576"/>
                </a:lnTo>
                <a:lnTo>
                  <a:pt x="557" y="1575"/>
                </a:lnTo>
                <a:lnTo>
                  <a:pt x="557" y="1574"/>
                </a:lnTo>
                <a:lnTo>
                  <a:pt x="557" y="1573"/>
                </a:lnTo>
                <a:lnTo>
                  <a:pt x="557" y="1572"/>
                </a:lnTo>
                <a:lnTo>
                  <a:pt x="556" y="1571"/>
                </a:lnTo>
                <a:lnTo>
                  <a:pt x="555" y="1571"/>
                </a:lnTo>
                <a:lnTo>
                  <a:pt x="554" y="1570"/>
                </a:lnTo>
                <a:lnTo>
                  <a:pt x="553" y="1570"/>
                </a:lnTo>
                <a:lnTo>
                  <a:pt x="552" y="1571"/>
                </a:lnTo>
                <a:lnTo>
                  <a:pt x="551" y="1571"/>
                </a:lnTo>
                <a:lnTo>
                  <a:pt x="550" y="1571"/>
                </a:lnTo>
                <a:lnTo>
                  <a:pt x="548" y="1571"/>
                </a:lnTo>
                <a:lnTo>
                  <a:pt x="547" y="1571"/>
                </a:lnTo>
                <a:lnTo>
                  <a:pt x="544" y="1572"/>
                </a:lnTo>
                <a:lnTo>
                  <a:pt x="544" y="1571"/>
                </a:lnTo>
                <a:lnTo>
                  <a:pt x="543" y="1571"/>
                </a:lnTo>
                <a:lnTo>
                  <a:pt x="543" y="1570"/>
                </a:lnTo>
                <a:lnTo>
                  <a:pt x="542" y="1569"/>
                </a:lnTo>
                <a:lnTo>
                  <a:pt x="541" y="1569"/>
                </a:lnTo>
                <a:lnTo>
                  <a:pt x="540" y="1569"/>
                </a:lnTo>
                <a:lnTo>
                  <a:pt x="540" y="1568"/>
                </a:lnTo>
                <a:lnTo>
                  <a:pt x="540" y="1567"/>
                </a:lnTo>
                <a:lnTo>
                  <a:pt x="539" y="1566"/>
                </a:lnTo>
                <a:lnTo>
                  <a:pt x="538" y="1566"/>
                </a:lnTo>
                <a:lnTo>
                  <a:pt x="537" y="1565"/>
                </a:lnTo>
                <a:lnTo>
                  <a:pt x="536" y="1565"/>
                </a:lnTo>
                <a:lnTo>
                  <a:pt x="535" y="1564"/>
                </a:lnTo>
                <a:lnTo>
                  <a:pt x="535" y="1563"/>
                </a:lnTo>
                <a:lnTo>
                  <a:pt x="534" y="1562"/>
                </a:lnTo>
                <a:lnTo>
                  <a:pt x="532" y="1561"/>
                </a:lnTo>
                <a:lnTo>
                  <a:pt x="531" y="1561"/>
                </a:lnTo>
                <a:lnTo>
                  <a:pt x="530" y="1561"/>
                </a:lnTo>
                <a:lnTo>
                  <a:pt x="530" y="1560"/>
                </a:lnTo>
                <a:lnTo>
                  <a:pt x="529" y="1560"/>
                </a:lnTo>
                <a:lnTo>
                  <a:pt x="529" y="1559"/>
                </a:lnTo>
                <a:lnTo>
                  <a:pt x="529" y="1558"/>
                </a:lnTo>
                <a:lnTo>
                  <a:pt x="528" y="1558"/>
                </a:lnTo>
                <a:lnTo>
                  <a:pt x="527" y="1558"/>
                </a:lnTo>
                <a:lnTo>
                  <a:pt x="527" y="1557"/>
                </a:lnTo>
                <a:lnTo>
                  <a:pt x="526" y="1557"/>
                </a:lnTo>
                <a:lnTo>
                  <a:pt x="524" y="1557"/>
                </a:lnTo>
                <a:lnTo>
                  <a:pt x="523" y="1557"/>
                </a:lnTo>
                <a:lnTo>
                  <a:pt x="522" y="1557"/>
                </a:lnTo>
                <a:lnTo>
                  <a:pt x="521" y="1557"/>
                </a:lnTo>
                <a:lnTo>
                  <a:pt x="520" y="1556"/>
                </a:lnTo>
                <a:lnTo>
                  <a:pt x="520" y="1555"/>
                </a:lnTo>
                <a:lnTo>
                  <a:pt x="518" y="1554"/>
                </a:lnTo>
                <a:lnTo>
                  <a:pt x="517" y="1554"/>
                </a:lnTo>
                <a:lnTo>
                  <a:pt x="516" y="1553"/>
                </a:lnTo>
                <a:lnTo>
                  <a:pt x="515" y="1552"/>
                </a:lnTo>
                <a:lnTo>
                  <a:pt x="515" y="1551"/>
                </a:lnTo>
                <a:lnTo>
                  <a:pt x="514" y="1551"/>
                </a:lnTo>
                <a:lnTo>
                  <a:pt x="515" y="1550"/>
                </a:lnTo>
                <a:lnTo>
                  <a:pt x="515" y="1549"/>
                </a:lnTo>
                <a:lnTo>
                  <a:pt x="516" y="1549"/>
                </a:lnTo>
                <a:lnTo>
                  <a:pt x="515" y="1546"/>
                </a:lnTo>
                <a:lnTo>
                  <a:pt x="515" y="1545"/>
                </a:lnTo>
                <a:lnTo>
                  <a:pt x="514" y="1545"/>
                </a:lnTo>
                <a:lnTo>
                  <a:pt x="514" y="1543"/>
                </a:lnTo>
                <a:lnTo>
                  <a:pt x="513" y="1543"/>
                </a:lnTo>
                <a:lnTo>
                  <a:pt x="512" y="1543"/>
                </a:lnTo>
                <a:lnTo>
                  <a:pt x="511" y="1542"/>
                </a:lnTo>
                <a:lnTo>
                  <a:pt x="510" y="1542"/>
                </a:lnTo>
                <a:lnTo>
                  <a:pt x="510" y="1541"/>
                </a:lnTo>
                <a:lnTo>
                  <a:pt x="510" y="1540"/>
                </a:lnTo>
                <a:lnTo>
                  <a:pt x="509" y="1539"/>
                </a:lnTo>
                <a:lnTo>
                  <a:pt x="509" y="1538"/>
                </a:lnTo>
                <a:lnTo>
                  <a:pt x="508" y="1538"/>
                </a:lnTo>
                <a:lnTo>
                  <a:pt x="508" y="1539"/>
                </a:lnTo>
                <a:lnTo>
                  <a:pt x="507" y="1539"/>
                </a:lnTo>
                <a:lnTo>
                  <a:pt x="507" y="1540"/>
                </a:lnTo>
                <a:lnTo>
                  <a:pt x="505" y="1540"/>
                </a:lnTo>
                <a:lnTo>
                  <a:pt x="504" y="1540"/>
                </a:lnTo>
                <a:lnTo>
                  <a:pt x="503" y="1540"/>
                </a:lnTo>
                <a:lnTo>
                  <a:pt x="502" y="1540"/>
                </a:lnTo>
                <a:lnTo>
                  <a:pt x="501" y="1540"/>
                </a:lnTo>
                <a:lnTo>
                  <a:pt x="500" y="1540"/>
                </a:lnTo>
                <a:lnTo>
                  <a:pt x="499" y="1541"/>
                </a:lnTo>
                <a:lnTo>
                  <a:pt x="497" y="1541"/>
                </a:lnTo>
                <a:lnTo>
                  <a:pt x="496" y="1541"/>
                </a:lnTo>
                <a:lnTo>
                  <a:pt x="496" y="1540"/>
                </a:lnTo>
                <a:lnTo>
                  <a:pt x="495" y="1540"/>
                </a:lnTo>
                <a:lnTo>
                  <a:pt x="494" y="1540"/>
                </a:lnTo>
                <a:lnTo>
                  <a:pt x="494" y="1541"/>
                </a:lnTo>
                <a:lnTo>
                  <a:pt x="493" y="1541"/>
                </a:lnTo>
                <a:lnTo>
                  <a:pt x="492" y="1542"/>
                </a:lnTo>
                <a:lnTo>
                  <a:pt x="491" y="1542"/>
                </a:lnTo>
                <a:lnTo>
                  <a:pt x="489" y="1542"/>
                </a:lnTo>
                <a:lnTo>
                  <a:pt x="488" y="1542"/>
                </a:lnTo>
                <a:lnTo>
                  <a:pt x="487" y="1542"/>
                </a:lnTo>
                <a:lnTo>
                  <a:pt x="486" y="1545"/>
                </a:lnTo>
                <a:lnTo>
                  <a:pt x="485" y="1545"/>
                </a:lnTo>
                <a:lnTo>
                  <a:pt x="485" y="1546"/>
                </a:lnTo>
                <a:lnTo>
                  <a:pt x="484" y="1547"/>
                </a:lnTo>
                <a:lnTo>
                  <a:pt x="481" y="1547"/>
                </a:lnTo>
                <a:lnTo>
                  <a:pt x="480" y="1546"/>
                </a:lnTo>
                <a:lnTo>
                  <a:pt x="479" y="1546"/>
                </a:lnTo>
                <a:lnTo>
                  <a:pt x="479" y="1545"/>
                </a:lnTo>
                <a:lnTo>
                  <a:pt x="477" y="1544"/>
                </a:lnTo>
                <a:lnTo>
                  <a:pt x="477" y="1543"/>
                </a:lnTo>
                <a:lnTo>
                  <a:pt x="476" y="1543"/>
                </a:lnTo>
                <a:lnTo>
                  <a:pt x="474" y="1543"/>
                </a:lnTo>
                <a:lnTo>
                  <a:pt x="473" y="1542"/>
                </a:lnTo>
                <a:lnTo>
                  <a:pt x="473" y="1541"/>
                </a:lnTo>
                <a:lnTo>
                  <a:pt x="472" y="1541"/>
                </a:lnTo>
                <a:lnTo>
                  <a:pt x="470" y="1539"/>
                </a:lnTo>
                <a:lnTo>
                  <a:pt x="469" y="1539"/>
                </a:lnTo>
                <a:lnTo>
                  <a:pt x="468" y="1539"/>
                </a:lnTo>
                <a:lnTo>
                  <a:pt x="467" y="1540"/>
                </a:lnTo>
                <a:lnTo>
                  <a:pt x="467" y="1541"/>
                </a:lnTo>
                <a:lnTo>
                  <a:pt x="466" y="1541"/>
                </a:lnTo>
                <a:lnTo>
                  <a:pt x="466" y="1542"/>
                </a:lnTo>
                <a:lnTo>
                  <a:pt x="465" y="1542"/>
                </a:lnTo>
                <a:lnTo>
                  <a:pt x="464" y="1542"/>
                </a:lnTo>
                <a:lnTo>
                  <a:pt x="464" y="1543"/>
                </a:lnTo>
                <a:lnTo>
                  <a:pt x="464" y="1544"/>
                </a:lnTo>
                <a:lnTo>
                  <a:pt x="464" y="1545"/>
                </a:lnTo>
                <a:lnTo>
                  <a:pt x="463" y="1546"/>
                </a:lnTo>
                <a:lnTo>
                  <a:pt x="462" y="1546"/>
                </a:lnTo>
                <a:lnTo>
                  <a:pt x="462" y="1547"/>
                </a:lnTo>
                <a:lnTo>
                  <a:pt x="461" y="1547"/>
                </a:lnTo>
                <a:lnTo>
                  <a:pt x="461" y="1548"/>
                </a:lnTo>
                <a:lnTo>
                  <a:pt x="461" y="1549"/>
                </a:lnTo>
                <a:lnTo>
                  <a:pt x="460" y="1550"/>
                </a:lnTo>
                <a:lnTo>
                  <a:pt x="459" y="1550"/>
                </a:lnTo>
                <a:lnTo>
                  <a:pt x="458" y="1550"/>
                </a:lnTo>
                <a:lnTo>
                  <a:pt x="458" y="1549"/>
                </a:lnTo>
                <a:lnTo>
                  <a:pt x="456" y="1548"/>
                </a:lnTo>
                <a:lnTo>
                  <a:pt x="456" y="1547"/>
                </a:lnTo>
                <a:lnTo>
                  <a:pt x="455" y="1547"/>
                </a:lnTo>
                <a:lnTo>
                  <a:pt x="454" y="1546"/>
                </a:lnTo>
                <a:lnTo>
                  <a:pt x="453" y="1548"/>
                </a:lnTo>
                <a:lnTo>
                  <a:pt x="453" y="1549"/>
                </a:lnTo>
                <a:lnTo>
                  <a:pt x="453" y="1550"/>
                </a:lnTo>
                <a:lnTo>
                  <a:pt x="453" y="1551"/>
                </a:lnTo>
                <a:lnTo>
                  <a:pt x="452" y="1551"/>
                </a:lnTo>
                <a:lnTo>
                  <a:pt x="450" y="1551"/>
                </a:lnTo>
                <a:lnTo>
                  <a:pt x="449" y="1551"/>
                </a:lnTo>
                <a:lnTo>
                  <a:pt x="449" y="1550"/>
                </a:lnTo>
                <a:lnTo>
                  <a:pt x="448" y="1550"/>
                </a:lnTo>
                <a:lnTo>
                  <a:pt x="447" y="1550"/>
                </a:lnTo>
                <a:lnTo>
                  <a:pt x="446" y="1550"/>
                </a:lnTo>
                <a:lnTo>
                  <a:pt x="445" y="1550"/>
                </a:lnTo>
                <a:lnTo>
                  <a:pt x="445" y="1549"/>
                </a:lnTo>
                <a:lnTo>
                  <a:pt x="444" y="1548"/>
                </a:lnTo>
                <a:lnTo>
                  <a:pt x="443" y="1548"/>
                </a:lnTo>
                <a:lnTo>
                  <a:pt x="442" y="1548"/>
                </a:lnTo>
                <a:lnTo>
                  <a:pt x="442" y="1549"/>
                </a:lnTo>
                <a:lnTo>
                  <a:pt x="441" y="1549"/>
                </a:lnTo>
                <a:lnTo>
                  <a:pt x="440" y="1548"/>
                </a:lnTo>
                <a:lnTo>
                  <a:pt x="439" y="1549"/>
                </a:lnTo>
                <a:lnTo>
                  <a:pt x="439" y="1550"/>
                </a:lnTo>
                <a:lnTo>
                  <a:pt x="439" y="1551"/>
                </a:lnTo>
                <a:lnTo>
                  <a:pt x="438" y="1551"/>
                </a:lnTo>
                <a:lnTo>
                  <a:pt x="436" y="1552"/>
                </a:lnTo>
                <a:lnTo>
                  <a:pt x="435" y="1552"/>
                </a:lnTo>
                <a:lnTo>
                  <a:pt x="434" y="1552"/>
                </a:lnTo>
                <a:lnTo>
                  <a:pt x="434" y="1551"/>
                </a:lnTo>
                <a:lnTo>
                  <a:pt x="433" y="1551"/>
                </a:lnTo>
                <a:lnTo>
                  <a:pt x="432" y="1552"/>
                </a:lnTo>
                <a:lnTo>
                  <a:pt x="432" y="1554"/>
                </a:lnTo>
                <a:lnTo>
                  <a:pt x="432" y="1555"/>
                </a:lnTo>
                <a:lnTo>
                  <a:pt x="432" y="1556"/>
                </a:lnTo>
                <a:lnTo>
                  <a:pt x="431" y="1556"/>
                </a:lnTo>
                <a:lnTo>
                  <a:pt x="431" y="1557"/>
                </a:lnTo>
                <a:lnTo>
                  <a:pt x="431" y="1558"/>
                </a:lnTo>
                <a:lnTo>
                  <a:pt x="431" y="1559"/>
                </a:lnTo>
                <a:lnTo>
                  <a:pt x="432" y="1559"/>
                </a:lnTo>
                <a:lnTo>
                  <a:pt x="432" y="1561"/>
                </a:lnTo>
                <a:lnTo>
                  <a:pt x="431" y="1561"/>
                </a:lnTo>
                <a:lnTo>
                  <a:pt x="430" y="1562"/>
                </a:lnTo>
                <a:lnTo>
                  <a:pt x="429" y="1563"/>
                </a:lnTo>
                <a:lnTo>
                  <a:pt x="429" y="1564"/>
                </a:lnTo>
                <a:lnTo>
                  <a:pt x="429" y="1565"/>
                </a:lnTo>
                <a:lnTo>
                  <a:pt x="428" y="1566"/>
                </a:lnTo>
                <a:lnTo>
                  <a:pt x="427" y="1566"/>
                </a:lnTo>
                <a:lnTo>
                  <a:pt x="425" y="1567"/>
                </a:lnTo>
                <a:lnTo>
                  <a:pt x="424" y="1567"/>
                </a:lnTo>
                <a:lnTo>
                  <a:pt x="424" y="1566"/>
                </a:lnTo>
                <a:lnTo>
                  <a:pt x="423" y="1565"/>
                </a:lnTo>
                <a:lnTo>
                  <a:pt x="422" y="1564"/>
                </a:lnTo>
                <a:lnTo>
                  <a:pt x="422" y="1563"/>
                </a:lnTo>
                <a:lnTo>
                  <a:pt x="421" y="1563"/>
                </a:lnTo>
                <a:lnTo>
                  <a:pt x="420" y="1562"/>
                </a:lnTo>
                <a:lnTo>
                  <a:pt x="418" y="1559"/>
                </a:lnTo>
                <a:lnTo>
                  <a:pt x="417" y="1559"/>
                </a:lnTo>
                <a:lnTo>
                  <a:pt x="417" y="1558"/>
                </a:lnTo>
                <a:lnTo>
                  <a:pt x="416" y="1557"/>
                </a:lnTo>
                <a:lnTo>
                  <a:pt x="415" y="1556"/>
                </a:lnTo>
                <a:lnTo>
                  <a:pt x="414" y="1556"/>
                </a:lnTo>
                <a:lnTo>
                  <a:pt x="413" y="1556"/>
                </a:lnTo>
                <a:lnTo>
                  <a:pt x="412" y="1555"/>
                </a:lnTo>
                <a:lnTo>
                  <a:pt x="412" y="1554"/>
                </a:lnTo>
                <a:lnTo>
                  <a:pt x="409" y="1553"/>
                </a:lnTo>
                <a:lnTo>
                  <a:pt x="409" y="1554"/>
                </a:lnTo>
                <a:lnTo>
                  <a:pt x="408" y="1555"/>
                </a:lnTo>
                <a:lnTo>
                  <a:pt x="407" y="1556"/>
                </a:lnTo>
                <a:lnTo>
                  <a:pt x="405" y="1556"/>
                </a:lnTo>
                <a:lnTo>
                  <a:pt x="405" y="1555"/>
                </a:lnTo>
                <a:lnTo>
                  <a:pt x="404" y="1555"/>
                </a:lnTo>
                <a:lnTo>
                  <a:pt x="404" y="1554"/>
                </a:lnTo>
                <a:lnTo>
                  <a:pt x="403" y="1554"/>
                </a:lnTo>
                <a:lnTo>
                  <a:pt x="403" y="1553"/>
                </a:lnTo>
                <a:lnTo>
                  <a:pt x="402" y="1552"/>
                </a:lnTo>
                <a:lnTo>
                  <a:pt x="401" y="1551"/>
                </a:lnTo>
                <a:lnTo>
                  <a:pt x="400" y="1551"/>
                </a:lnTo>
                <a:lnTo>
                  <a:pt x="399" y="1550"/>
                </a:lnTo>
                <a:lnTo>
                  <a:pt x="398" y="1550"/>
                </a:lnTo>
                <a:lnTo>
                  <a:pt x="398" y="1549"/>
                </a:lnTo>
                <a:lnTo>
                  <a:pt x="397" y="1549"/>
                </a:lnTo>
                <a:lnTo>
                  <a:pt x="397" y="1548"/>
                </a:lnTo>
                <a:lnTo>
                  <a:pt x="395" y="1546"/>
                </a:lnTo>
                <a:lnTo>
                  <a:pt x="395" y="1545"/>
                </a:lnTo>
                <a:lnTo>
                  <a:pt x="395" y="1544"/>
                </a:lnTo>
                <a:lnTo>
                  <a:pt x="395" y="1543"/>
                </a:lnTo>
                <a:lnTo>
                  <a:pt x="394" y="1543"/>
                </a:lnTo>
                <a:lnTo>
                  <a:pt x="394" y="1542"/>
                </a:lnTo>
                <a:lnTo>
                  <a:pt x="393" y="1541"/>
                </a:lnTo>
                <a:lnTo>
                  <a:pt x="392" y="1540"/>
                </a:lnTo>
                <a:lnTo>
                  <a:pt x="391" y="1539"/>
                </a:lnTo>
                <a:lnTo>
                  <a:pt x="391" y="1538"/>
                </a:lnTo>
                <a:lnTo>
                  <a:pt x="390" y="1537"/>
                </a:lnTo>
                <a:lnTo>
                  <a:pt x="390" y="1536"/>
                </a:lnTo>
                <a:lnTo>
                  <a:pt x="389" y="1534"/>
                </a:lnTo>
                <a:lnTo>
                  <a:pt x="388" y="1533"/>
                </a:lnTo>
                <a:lnTo>
                  <a:pt x="387" y="1532"/>
                </a:lnTo>
                <a:lnTo>
                  <a:pt x="386" y="1531"/>
                </a:lnTo>
                <a:lnTo>
                  <a:pt x="386" y="1530"/>
                </a:lnTo>
                <a:lnTo>
                  <a:pt x="386" y="1528"/>
                </a:lnTo>
                <a:lnTo>
                  <a:pt x="385" y="1528"/>
                </a:lnTo>
                <a:lnTo>
                  <a:pt x="383" y="1529"/>
                </a:lnTo>
                <a:lnTo>
                  <a:pt x="382" y="1529"/>
                </a:lnTo>
                <a:lnTo>
                  <a:pt x="381" y="1530"/>
                </a:lnTo>
                <a:lnTo>
                  <a:pt x="380" y="1530"/>
                </a:lnTo>
                <a:lnTo>
                  <a:pt x="379" y="1530"/>
                </a:lnTo>
                <a:lnTo>
                  <a:pt x="378" y="1530"/>
                </a:lnTo>
                <a:lnTo>
                  <a:pt x="377" y="1529"/>
                </a:lnTo>
                <a:lnTo>
                  <a:pt x="376" y="1527"/>
                </a:lnTo>
                <a:lnTo>
                  <a:pt x="375" y="1524"/>
                </a:lnTo>
                <a:lnTo>
                  <a:pt x="375" y="1523"/>
                </a:lnTo>
                <a:lnTo>
                  <a:pt x="375" y="1522"/>
                </a:lnTo>
                <a:lnTo>
                  <a:pt x="375" y="1521"/>
                </a:lnTo>
                <a:lnTo>
                  <a:pt x="375" y="1520"/>
                </a:lnTo>
                <a:lnTo>
                  <a:pt x="374" y="1520"/>
                </a:lnTo>
                <a:lnTo>
                  <a:pt x="373" y="1517"/>
                </a:lnTo>
                <a:lnTo>
                  <a:pt x="372" y="1516"/>
                </a:lnTo>
                <a:lnTo>
                  <a:pt x="371" y="1516"/>
                </a:lnTo>
                <a:lnTo>
                  <a:pt x="369" y="1515"/>
                </a:lnTo>
                <a:lnTo>
                  <a:pt x="368" y="1515"/>
                </a:lnTo>
                <a:lnTo>
                  <a:pt x="368" y="1514"/>
                </a:lnTo>
                <a:lnTo>
                  <a:pt x="368" y="1513"/>
                </a:lnTo>
                <a:lnTo>
                  <a:pt x="367" y="1513"/>
                </a:lnTo>
                <a:lnTo>
                  <a:pt x="366" y="1514"/>
                </a:lnTo>
                <a:lnTo>
                  <a:pt x="365" y="1514"/>
                </a:lnTo>
                <a:lnTo>
                  <a:pt x="365" y="1515"/>
                </a:lnTo>
                <a:lnTo>
                  <a:pt x="364" y="1515"/>
                </a:lnTo>
                <a:lnTo>
                  <a:pt x="364" y="1514"/>
                </a:lnTo>
                <a:lnTo>
                  <a:pt x="363" y="1514"/>
                </a:lnTo>
                <a:lnTo>
                  <a:pt x="362" y="1514"/>
                </a:lnTo>
                <a:lnTo>
                  <a:pt x="361" y="1514"/>
                </a:lnTo>
                <a:lnTo>
                  <a:pt x="361" y="1515"/>
                </a:lnTo>
                <a:lnTo>
                  <a:pt x="361" y="1514"/>
                </a:lnTo>
                <a:lnTo>
                  <a:pt x="360" y="1514"/>
                </a:lnTo>
                <a:lnTo>
                  <a:pt x="360" y="1513"/>
                </a:lnTo>
                <a:lnTo>
                  <a:pt x="359" y="1513"/>
                </a:lnTo>
                <a:lnTo>
                  <a:pt x="358" y="1513"/>
                </a:lnTo>
                <a:lnTo>
                  <a:pt x="357" y="1514"/>
                </a:lnTo>
                <a:lnTo>
                  <a:pt x="356" y="1515"/>
                </a:lnTo>
                <a:lnTo>
                  <a:pt x="355" y="1515"/>
                </a:lnTo>
                <a:lnTo>
                  <a:pt x="354" y="1516"/>
                </a:lnTo>
                <a:lnTo>
                  <a:pt x="353" y="1516"/>
                </a:lnTo>
                <a:lnTo>
                  <a:pt x="353" y="1517"/>
                </a:lnTo>
                <a:lnTo>
                  <a:pt x="352" y="1517"/>
                </a:lnTo>
                <a:lnTo>
                  <a:pt x="351" y="1517"/>
                </a:lnTo>
                <a:lnTo>
                  <a:pt x="350" y="1517"/>
                </a:lnTo>
                <a:lnTo>
                  <a:pt x="349" y="1517"/>
                </a:lnTo>
                <a:lnTo>
                  <a:pt x="349" y="1518"/>
                </a:lnTo>
                <a:lnTo>
                  <a:pt x="348" y="1519"/>
                </a:lnTo>
                <a:lnTo>
                  <a:pt x="347" y="1519"/>
                </a:lnTo>
                <a:lnTo>
                  <a:pt x="345" y="1518"/>
                </a:lnTo>
                <a:lnTo>
                  <a:pt x="343" y="1517"/>
                </a:lnTo>
                <a:lnTo>
                  <a:pt x="342" y="1517"/>
                </a:lnTo>
                <a:lnTo>
                  <a:pt x="341" y="1517"/>
                </a:lnTo>
                <a:lnTo>
                  <a:pt x="341" y="1516"/>
                </a:lnTo>
                <a:lnTo>
                  <a:pt x="341" y="1515"/>
                </a:lnTo>
                <a:lnTo>
                  <a:pt x="341" y="1514"/>
                </a:lnTo>
                <a:lnTo>
                  <a:pt x="340" y="1513"/>
                </a:lnTo>
                <a:lnTo>
                  <a:pt x="340" y="1512"/>
                </a:lnTo>
                <a:lnTo>
                  <a:pt x="339" y="1511"/>
                </a:lnTo>
                <a:lnTo>
                  <a:pt x="338" y="1511"/>
                </a:lnTo>
                <a:lnTo>
                  <a:pt x="337" y="1512"/>
                </a:lnTo>
                <a:lnTo>
                  <a:pt x="337" y="1513"/>
                </a:lnTo>
                <a:lnTo>
                  <a:pt x="336" y="1513"/>
                </a:lnTo>
                <a:lnTo>
                  <a:pt x="335" y="1513"/>
                </a:lnTo>
                <a:lnTo>
                  <a:pt x="334" y="1513"/>
                </a:lnTo>
                <a:lnTo>
                  <a:pt x="334" y="1512"/>
                </a:lnTo>
                <a:lnTo>
                  <a:pt x="333" y="1511"/>
                </a:lnTo>
                <a:lnTo>
                  <a:pt x="333" y="1510"/>
                </a:lnTo>
                <a:lnTo>
                  <a:pt x="333" y="1509"/>
                </a:lnTo>
                <a:lnTo>
                  <a:pt x="334" y="1509"/>
                </a:lnTo>
                <a:lnTo>
                  <a:pt x="335" y="1508"/>
                </a:lnTo>
                <a:lnTo>
                  <a:pt x="335" y="1507"/>
                </a:lnTo>
                <a:lnTo>
                  <a:pt x="335" y="1506"/>
                </a:lnTo>
                <a:lnTo>
                  <a:pt x="335" y="1505"/>
                </a:lnTo>
                <a:lnTo>
                  <a:pt x="334" y="1504"/>
                </a:lnTo>
                <a:lnTo>
                  <a:pt x="333" y="1503"/>
                </a:lnTo>
                <a:lnTo>
                  <a:pt x="332" y="1503"/>
                </a:lnTo>
                <a:lnTo>
                  <a:pt x="331" y="1503"/>
                </a:lnTo>
                <a:lnTo>
                  <a:pt x="330" y="1500"/>
                </a:lnTo>
                <a:lnTo>
                  <a:pt x="330" y="1499"/>
                </a:lnTo>
                <a:lnTo>
                  <a:pt x="330" y="1498"/>
                </a:lnTo>
                <a:lnTo>
                  <a:pt x="330" y="1496"/>
                </a:lnTo>
                <a:lnTo>
                  <a:pt x="329" y="1496"/>
                </a:lnTo>
                <a:lnTo>
                  <a:pt x="329" y="1495"/>
                </a:lnTo>
                <a:lnTo>
                  <a:pt x="330" y="1494"/>
                </a:lnTo>
                <a:lnTo>
                  <a:pt x="330" y="1492"/>
                </a:lnTo>
                <a:lnTo>
                  <a:pt x="330" y="1490"/>
                </a:lnTo>
                <a:lnTo>
                  <a:pt x="330" y="1489"/>
                </a:lnTo>
                <a:lnTo>
                  <a:pt x="330" y="1488"/>
                </a:lnTo>
                <a:lnTo>
                  <a:pt x="329" y="1488"/>
                </a:lnTo>
                <a:lnTo>
                  <a:pt x="328" y="1488"/>
                </a:lnTo>
                <a:lnTo>
                  <a:pt x="325" y="1488"/>
                </a:lnTo>
                <a:lnTo>
                  <a:pt x="324" y="1488"/>
                </a:lnTo>
                <a:lnTo>
                  <a:pt x="323" y="1488"/>
                </a:lnTo>
                <a:lnTo>
                  <a:pt x="323" y="1487"/>
                </a:lnTo>
                <a:lnTo>
                  <a:pt x="322" y="1487"/>
                </a:lnTo>
                <a:lnTo>
                  <a:pt x="320" y="1486"/>
                </a:lnTo>
                <a:lnTo>
                  <a:pt x="319" y="1488"/>
                </a:lnTo>
                <a:lnTo>
                  <a:pt x="319" y="1489"/>
                </a:lnTo>
                <a:lnTo>
                  <a:pt x="319" y="1490"/>
                </a:lnTo>
                <a:lnTo>
                  <a:pt x="318" y="1490"/>
                </a:lnTo>
                <a:lnTo>
                  <a:pt x="317" y="1492"/>
                </a:lnTo>
                <a:lnTo>
                  <a:pt x="316" y="1493"/>
                </a:lnTo>
                <a:lnTo>
                  <a:pt x="315" y="1494"/>
                </a:lnTo>
                <a:lnTo>
                  <a:pt x="314" y="1494"/>
                </a:lnTo>
                <a:lnTo>
                  <a:pt x="313" y="1495"/>
                </a:lnTo>
                <a:lnTo>
                  <a:pt x="311" y="1496"/>
                </a:lnTo>
                <a:lnTo>
                  <a:pt x="309" y="1497"/>
                </a:lnTo>
                <a:lnTo>
                  <a:pt x="307" y="1498"/>
                </a:lnTo>
                <a:lnTo>
                  <a:pt x="307" y="1499"/>
                </a:lnTo>
                <a:lnTo>
                  <a:pt x="307" y="1500"/>
                </a:lnTo>
                <a:lnTo>
                  <a:pt x="306" y="1502"/>
                </a:lnTo>
                <a:lnTo>
                  <a:pt x="306" y="1503"/>
                </a:lnTo>
                <a:lnTo>
                  <a:pt x="305" y="1503"/>
                </a:lnTo>
                <a:lnTo>
                  <a:pt x="304" y="1504"/>
                </a:lnTo>
                <a:lnTo>
                  <a:pt x="304" y="1505"/>
                </a:lnTo>
                <a:lnTo>
                  <a:pt x="305" y="1506"/>
                </a:lnTo>
                <a:lnTo>
                  <a:pt x="305" y="1507"/>
                </a:lnTo>
                <a:lnTo>
                  <a:pt x="305" y="1508"/>
                </a:lnTo>
                <a:lnTo>
                  <a:pt x="305" y="1509"/>
                </a:lnTo>
                <a:lnTo>
                  <a:pt x="305" y="1510"/>
                </a:lnTo>
                <a:lnTo>
                  <a:pt x="304" y="1512"/>
                </a:lnTo>
                <a:lnTo>
                  <a:pt x="304" y="1513"/>
                </a:lnTo>
                <a:lnTo>
                  <a:pt x="303" y="1513"/>
                </a:lnTo>
                <a:lnTo>
                  <a:pt x="302" y="1512"/>
                </a:lnTo>
                <a:lnTo>
                  <a:pt x="302" y="1513"/>
                </a:lnTo>
                <a:lnTo>
                  <a:pt x="301" y="1513"/>
                </a:lnTo>
                <a:lnTo>
                  <a:pt x="302" y="1513"/>
                </a:lnTo>
                <a:lnTo>
                  <a:pt x="302" y="1514"/>
                </a:lnTo>
                <a:lnTo>
                  <a:pt x="303" y="1515"/>
                </a:lnTo>
                <a:lnTo>
                  <a:pt x="303" y="1516"/>
                </a:lnTo>
                <a:lnTo>
                  <a:pt x="302" y="1516"/>
                </a:lnTo>
                <a:lnTo>
                  <a:pt x="302" y="1517"/>
                </a:lnTo>
                <a:lnTo>
                  <a:pt x="302" y="1516"/>
                </a:lnTo>
                <a:lnTo>
                  <a:pt x="301" y="1516"/>
                </a:lnTo>
                <a:lnTo>
                  <a:pt x="299" y="1514"/>
                </a:lnTo>
                <a:lnTo>
                  <a:pt x="298" y="1515"/>
                </a:lnTo>
                <a:lnTo>
                  <a:pt x="297" y="1514"/>
                </a:lnTo>
                <a:lnTo>
                  <a:pt x="297" y="1513"/>
                </a:lnTo>
                <a:lnTo>
                  <a:pt x="297" y="1512"/>
                </a:lnTo>
                <a:lnTo>
                  <a:pt x="296" y="1512"/>
                </a:lnTo>
                <a:lnTo>
                  <a:pt x="295" y="1511"/>
                </a:lnTo>
                <a:lnTo>
                  <a:pt x="293" y="1511"/>
                </a:lnTo>
                <a:lnTo>
                  <a:pt x="292" y="1510"/>
                </a:lnTo>
                <a:lnTo>
                  <a:pt x="291" y="1510"/>
                </a:lnTo>
                <a:lnTo>
                  <a:pt x="291" y="1509"/>
                </a:lnTo>
                <a:lnTo>
                  <a:pt x="290" y="1507"/>
                </a:lnTo>
                <a:lnTo>
                  <a:pt x="290" y="1506"/>
                </a:lnTo>
                <a:lnTo>
                  <a:pt x="291" y="1505"/>
                </a:lnTo>
                <a:lnTo>
                  <a:pt x="290" y="1505"/>
                </a:lnTo>
                <a:lnTo>
                  <a:pt x="290" y="1504"/>
                </a:lnTo>
                <a:lnTo>
                  <a:pt x="289" y="1504"/>
                </a:lnTo>
                <a:lnTo>
                  <a:pt x="288" y="1503"/>
                </a:lnTo>
                <a:lnTo>
                  <a:pt x="287" y="1502"/>
                </a:lnTo>
                <a:lnTo>
                  <a:pt x="286" y="1501"/>
                </a:lnTo>
                <a:lnTo>
                  <a:pt x="285" y="1501"/>
                </a:lnTo>
                <a:lnTo>
                  <a:pt x="284" y="1502"/>
                </a:lnTo>
                <a:lnTo>
                  <a:pt x="283" y="1502"/>
                </a:lnTo>
                <a:lnTo>
                  <a:pt x="282" y="1501"/>
                </a:lnTo>
                <a:lnTo>
                  <a:pt x="280" y="1501"/>
                </a:lnTo>
                <a:lnTo>
                  <a:pt x="279" y="1501"/>
                </a:lnTo>
                <a:lnTo>
                  <a:pt x="278" y="1502"/>
                </a:lnTo>
                <a:lnTo>
                  <a:pt x="278" y="1501"/>
                </a:lnTo>
                <a:lnTo>
                  <a:pt x="277" y="1501"/>
                </a:lnTo>
                <a:lnTo>
                  <a:pt x="277" y="1500"/>
                </a:lnTo>
                <a:lnTo>
                  <a:pt x="277" y="1499"/>
                </a:lnTo>
                <a:lnTo>
                  <a:pt x="277" y="1498"/>
                </a:lnTo>
                <a:lnTo>
                  <a:pt x="276" y="1498"/>
                </a:lnTo>
                <a:lnTo>
                  <a:pt x="275" y="1497"/>
                </a:lnTo>
                <a:lnTo>
                  <a:pt x="275" y="1496"/>
                </a:lnTo>
                <a:lnTo>
                  <a:pt x="276" y="1496"/>
                </a:lnTo>
                <a:lnTo>
                  <a:pt x="276" y="1495"/>
                </a:lnTo>
                <a:lnTo>
                  <a:pt x="275" y="1494"/>
                </a:lnTo>
                <a:lnTo>
                  <a:pt x="274" y="1494"/>
                </a:lnTo>
                <a:lnTo>
                  <a:pt x="273" y="1494"/>
                </a:lnTo>
                <a:lnTo>
                  <a:pt x="272" y="1492"/>
                </a:lnTo>
                <a:lnTo>
                  <a:pt x="271" y="1492"/>
                </a:lnTo>
                <a:lnTo>
                  <a:pt x="270" y="1491"/>
                </a:lnTo>
                <a:lnTo>
                  <a:pt x="269" y="1491"/>
                </a:lnTo>
                <a:lnTo>
                  <a:pt x="268" y="1491"/>
                </a:lnTo>
                <a:lnTo>
                  <a:pt x="268" y="1490"/>
                </a:lnTo>
                <a:lnTo>
                  <a:pt x="269" y="1489"/>
                </a:lnTo>
                <a:lnTo>
                  <a:pt x="270" y="1488"/>
                </a:lnTo>
                <a:lnTo>
                  <a:pt x="271" y="1487"/>
                </a:lnTo>
                <a:lnTo>
                  <a:pt x="271" y="1486"/>
                </a:lnTo>
                <a:lnTo>
                  <a:pt x="271" y="1485"/>
                </a:lnTo>
                <a:lnTo>
                  <a:pt x="271" y="1484"/>
                </a:lnTo>
                <a:lnTo>
                  <a:pt x="271" y="1483"/>
                </a:lnTo>
                <a:lnTo>
                  <a:pt x="272" y="1483"/>
                </a:lnTo>
                <a:lnTo>
                  <a:pt x="272" y="1482"/>
                </a:lnTo>
                <a:lnTo>
                  <a:pt x="272" y="1481"/>
                </a:lnTo>
                <a:lnTo>
                  <a:pt x="272" y="1480"/>
                </a:lnTo>
                <a:lnTo>
                  <a:pt x="273" y="1479"/>
                </a:lnTo>
                <a:lnTo>
                  <a:pt x="274" y="1479"/>
                </a:lnTo>
                <a:lnTo>
                  <a:pt x="274" y="1478"/>
                </a:lnTo>
                <a:lnTo>
                  <a:pt x="274" y="1477"/>
                </a:lnTo>
                <a:lnTo>
                  <a:pt x="273" y="1477"/>
                </a:lnTo>
                <a:lnTo>
                  <a:pt x="273" y="1476"/>
                </a:lnTo>
                <a:lnTo>
                  <a:pt x="273" y="1475"/>
                </a:lnTo>
                <a:lnTo>
                  <a:pt x="273" y="1474"/>
                </a:lnTo>
                <a:lnTo>
                  <a:pt x="272" y="1473"/>
                </a:lnTo>
                <a:lnTo>
                  <a:pt x="272" y="1472"/>
                </a:lnTo>
                <a:lnTo>
                  <a:pt x="271" y="1472"/>
                </a:lnTo>
                <a:lnTo>
                  <a:pt x="271" y="1470"/>
                </a:lnTo>
                <a:lnTo>
                  <a:pt x="271" y="1469"/>
                </a:lnTo>
                <a:lnTo>
                  <a:pt x="271" y="1468"/>
                </a:lnTo>
                <a:lnTo>
                  <a:pt x="272" y="1467"/>
                </a:lnTo>
                <a:lnTo>
                  <a:pt x="272" y="1466"/>
                </a:lnTo>
                <a:lnTo>
                  <a:pt x="272" y="1465"/>
                </a:lnTo>
                <a:lnTo>
                  <a:pt x="271" y="1463"/>
                </a:lnTo>
                <a:lnTo>
                  <a:pt x="271" y="1462"/>
                </a:lnTo>
                <a:lnTo>
                  <a:pt x="270" y="1462"/>
                </a:lnTo>
                <a:lnTo>
                  <a:pt x="270" y="1463"/>
                </a:lnTo>
                <a:lnTo>
                  <a:pt x="269" y="1462"/>
                </a:lnTo>
                <a:lnTo>
                  <a:pt x="268" y="1462"/>
                </a:lnTo>
                <a:lnTo>
                  <a:pt x="267" y="1462"/>
                </a:lnTo>
                <a:lnTo>
                  <a:pt x="266" y="1461"/>
                </a:lnTo>
                <a:lnTo>
                  <a:pt x="266" y="1460"/>
                </a:lnTo>
                <a:lnTo>
                  <a:pt x="265" y="1459"/>
                </a:lnTo>
                <a:lnTo>
                  <a:pt x="266" y="1457"/>
                </a:lnTo>
                <a:lnTo>
                  <a:pt x="267" y="1457"/>
                </a:lnTo>
                <a:lnTo>
                  <a:pt x="267" y="1456"/>
                </a:lnTo>
                <a:lnTo>
                  <a:pt x="267" y="1455"/>
                </a:lnTo>
                <a:lnTo>
                  <a:pt x="267" y="1454"/>
                </a:lnTo>
                <a:lnTo>
                  <a:pt x="266" y="1454"/>
                </a:lnTo>
                <a:lnTo>
                  <a:pt x="264" y="1453"/>
                </a:lnTo>
                <a:lnTo>
                  <a:pt x="263" y="1453"/>
                </a:lnTo>
                <a:lnTo>
                  <a:pt x="262" y="1453"/>
                </a:lnTo>
                <a:lnTo>
                  <a:pt x="262" y="1454"/>
                </a:lnTo>
                <a:lnTo>
                  <a:pt x="261" y="1454"/>
                </a:lnTo>
                <a:lnTo>
                  <a:pt x="260" y="1454"/>
                </a:lnTo>
                <a:lnTo>
                  <a:pt x="260" y="1453"/>
                </a:lnTo>
                <a:lnTo>
                  <a:pt x="260" y="1452"/>
                </a:lnTo>
                <a:lnTo>
                  <a:pt x="259" y="1452"/>
                </a:lnTo>
                <a:lnTo>
                  <a:pt x="258" y="1452"/>
                </a:lnTo>
                <a:lnTo>
                  <a:pt x="258" y="1451"/>
                </a:lnTo>
                <a:lnTo>
                  <a:pt x="257" y="1450"/>
                </a:lnTo>
                <a:lnTo>
                  <a:pt x="256" y="1450"/>
                </a:lnTo>
                <a:lnTo>
                  <a:pt x="255" y="1452"/>
                </a:lnTo>
                <a:lnTo>
                  <a:pt x="254" y="1453"/>
                </a:lnTo>
                <a:lnTo>
                  <a:pt x="254" y="1454"/>
                </a:lnTo>
                <a:lnTo>
                  <a:pt x="253" y="1454"/>
                </a:lnTo>
                <a:lnTo>
                  <a:pt x="252" y="1454"/>
                </a:lnTo>
                <a:lnTo>
                  <a:pt x="251" y="1453"/>
                </a:lnTo>
                <a:lnTo>
                  <a:pt x="250" y="1453"/>
                </a:lnTo>
                <a:lnTo>
                  <a:pt x="249" y="1453"/>
                </a:lnTo>
                <a:lnTo>
                  <a:pt x="247" y="1453"/>
                </a:lnTo>
                <a:lnTo>
                  <a:pt x="246" y="1453"/>
                </a:lnTo>
                <a:lnTo>
                  <a:pt x="246" y="1454"/>
                </a:lnTo>
                <a:lnTo>
                  <a:pt x="245" y="1455"/>
                </a:lnTo>
                <a:lnTo>
                  <a:pt x="241" y="1456"/>
                </a:lnTo>
                <a:lnTo>
                  <a:pt x="241" y="1455"/>
                </a:lnTo>
                <a:lnTo>
                  <a:pt x="239" y="1454"/>
                </a:lnTo>
                <a:lnTo>
                  <a:pt x="239" y="1453"/>
                </a:lnTo>
                <a:lnTo>
                  <a:pt x="239" y="1452"/>
                </a:lnTo>
                <a:lnTo>
                  <a:pt x="238" y="1451"/>
                </a:lnTo>
                <a:lnTo>
                  <a:pt x="237" y="1452"/>
                </a:lnTo>
                <a:lnTo>
                  <a:pt x="236" y="1452"/>
                </a:lnTo>
                <a:lnTo>
                  <a:pt x="236" y="1453"/>
                </a:lnTo>
                <a:lnTo>
                  <a:pt x="235" y="1452"/>
                </a:lnTo>
                <a:lnTo>
                  <a:pt x="234" y="1451"/>
                </a:lnTo>
                <a:lnTo>
                  <a:pt x="232" y="1451"/>
                </a:lnTo>
                <a:lnTo>
                  <a:pt x="231" y="1451"/>
                </a:lnTo>
                <a:lnTo>
                  <a:pt x="231" y="1452"/>
                </a:lnTo>
                <a:lnTo>
                  <a:pt x="230" y="1452"/>
                </a:lnTo>
                <a:lnTo>
                  <a:pt x="229" y="1452"/>
                </a:lnTo>
                <a:lnTo>
                  <a:pt x="229" y="1453"/>
                </a:lnTo>
                <a:lnTo>
                  <a:pt x="228" y="1454"/>
                </a:lnTo>
                <a:lnTo>
                  <a:pt x="226" y="1455"/>
                </a:lnTo>
                <a:lnTo>
                  <a:pt x="225" y="1456"/>
                </a:lnTo>
                <a:lnTo>
                  <a:pt x="225" y="1455"/>
                </a:lnTo>
                <a:lnTo>
                  <a:pt x="224" y="1455"/>
                </a:lnTo>
                <a:lnTo>
                  <a:pt x="224" y="1454"/>
                </a:lnTo>
                <a:lnTo>
                  <a:pt x="222" y="1454"/>
                </a:lnTo>
                <a:lnTo>
                  <a:pt x="221" y="1454"/>
                </a:lnTo>
                <a:lnTo>
                  <a:pt x="220" y="1455"/>
                </a:lnTo>
                <a:lnTo>
                  <a:pt x="220" y="1457"/>
                </a:lnTo>
                <a:lnTo>
                  <a:pt x="219" y="1457"/>
                </a:lnTo>
                <a:lnTo>
                  <a:pt x="218" y="1457"/>
                </a:lnTo>
                <a:lnTo>
                  <a:pt x="218" y="1455"/>
                </a:lnTo>
                <a:lnTo>
                  <a:pt x="218" y="1454"/>
                </a:lnTo>
                <a:lnTo>
                  <a:pt x="218" y="1452"/>
                </a:lnTo>
                <a:lnTo>
                  <a:pt x="219" y="1450"/>
                </a:lnTo>
                <a:lnTo>
                  <a:pt x="218" y="1449"/>
                </a:lnTo>
                <a:lnTo>
                  <a:pt x="217" y="1449"/>
                </a:lnTo>
                <a:lnTo>
                  <a:pt x="216" y="1449"/>
                </a:lnTo>
                <a:lnTo>
                  <a:pt x="214" y="1449"/>
                </a:lnTo>
                <a:lnTo>
                  <a:pt x="213" y="1450"/>
                </a:lnTo>
                <a:lnTo>
                  <a:pt x="212" y="1450"/>
                </a:lnTo>
                <a:lnTo>
                  <a:pt x="212" y="1449"/>
                </a:lnTo>
                <a:lnTo>
                  <a:pt x="211" y="1449"/>
                </a:lnTo>
                <a:lnTo>
                  <a:pt x="210" y="1449"/>
                </a:lnTo>
                <a:lnTo>
                  <a:pt x="209" y="1450"/>
                </a:lnTo>
                <a:lnTo>
                  <a:pt x="208" y="1451"/>
                </a:lnTo>
                <a:lnTo>
                  <a:pt x="207" y="1451"/>
                </a:lnTo>
                <a:lnTo>
                  <a:pt x="206" y="1452"/>
                </a:lnTo>
                <a:lnTo>
                  <a:pt x="206" y="1453"/>
                </a:lnTo>
                <a:lnTo>
                  <a:pt x="204" y="1455"/>
                </a:lnTo>
                <a:lnTo>
                  <a:pt x="203" y="1455"/>
                </a:lnTo>
                <a:lnTo>
                  <a:pt x="202" y="1455"/>
                </a:lnTo>
                <a:lnTo>
                  <a:pt x="201" y="1456"/>
                </a:lnTo>
                <a:lnTo>
                  <a:pt x="200" y="1456"/>
                </a:lnTo>
                <a:lnTo>
                  <a:pt x="200" y="1457"/>
                </a:lnTo>
                <a:lnTo>
                  <a:pt x="200" y="1458"/>
                </a:lnTo>
                <a:lnTo>
                  <a:pt x="198" y="1459"/>
                </a:lnTo>
                <a:lnTo>
                  <a:pt x="196" y="1460"/>
                </a:lnTo>
                <a:lnTo>
                  <a:pt x="195" y="1460"/>
                </a:lnTo>
                <a:lnTo>
                  <a:pt x="194" y="1460"/>
                </a:lnTo>
                <a:lnTo>
                  <a:pt x="193" y="1461"/>
                </a:lnTo>
                <a:lnTo>
                  <a:pt x="192" y="1461"/>
                </a:lnTo>
                <a:lnTo>
                  <a:pt x="190" y="1461"/>
                </a:lnTo>
                <a:lnTo>
                  <a:pt x="188" y="1460"/>
                </a:lnTo>
                <a:lnTo>
                  <a:pt x="186" y="1460"/>
                </a:lnTo>
                <a:lnTo>
                  <a:pt x="185" y="1460"/>
                </a:lnTo>
                <a:lnTo>
                  <a:pt x="184" y="1461"/>
                </a:lnTo>
                <a:lnTo>
                  <a:pt x="184" y="1462"/>
                </a:lnTo>
                <a:lnTo>
                  <a:pt x="183" y="1462"/>
                </a:lnTo>
                <a:lnTo>
                  <a:pt x="181" y="1463"/>
                </a:lnTo>
                <a:lnTo>
                  <a:pt x="181" y="1464"/>
                </a:lnTo>
                <a:lnTo>
                  <a:pt x="180" y="1464"/>
                </a:lnTo>
                <a:lnTo>
                  <a:pt x="180" y="1463"/>
                </a:lnTo>
                <a:lnTo>
                  <a:pt x="180" y="1462"/>
                </a:lnTo>
                <a:lnTo>
                  <a:pt x="179" y="1462"/>
                </a:lnTo>
                <a:lnTo>
                  <a:pt x="178" y="1462"/>
                </a:lnTo>
                <a:lnTo>
                  <a:pt x="178" y="1463"/>
                </a:lnTo>
                <a:lnTo>
                  <a:pt x="177" y="1463"/>
                </a:lnTo>
                <a:lnTo>
                  <a:pt x="176" y="1463"/>
                </a:lnTo>
                <a:lnTo>
                  <a:pt x="176" y="1464"/>
                </a:lnTo>
                <a:lnTo>
                  <a:pt x="175" y="1464"/>
                </a:lnTo>
                <a:lnTo>
                  <a:pt x="174" y="1464"/>
                </a:lnTo>
                <a:lnTo>
                  <a:pt x="173" y="1464"/>
                </a:lnTo>
                <a:lnTo>
                  <a:pt x="172" y="1465"/>
                </a:lnTo>
                <a:lnTo>
                  <a:pt x="171" y="1466"/>
                </a:lnTo>
                <a:lnTo>
                  <a:pt x="171" y="1467"/>
                </a:lnTo>
                <a:lnTo>
                  <a:pt x="171" y="1468"/>
                </a:lnTo>
                <a:lnTo>
                  <a:pt x="170" y="1468"/>
                </a:lnTo>
                <a:lnTo>
                  <a:pt x="169" y="1468"/>
                </a:lnTo>
                <a:lnTo>
                  <a:pt x="167" y="1468"/>
                </a:lnTo>
                <a:lnTo>
                  <a:pt x="165" y="1468"/>
                </a:lnTo>
                <a:lnTo>
                  <a:pt x="165" y="1467"/>
                </a:lnTo>
                <a:lnTo>
                  <a:pt x="164" y="1467"/>
                </a:lnTo>
                <a:lnTo>
                  <a:pt x="163" y="1467"/>
                </a:lnTo>
                <a:lnTo>
                  <a:pt x="163" y="1468"/>
                </a:lnTo>
                <a:lnTo>
                  <a:pt x="163" y="1469"/>
                </a:lnTo>
                <a:lnTo>
                  <a:pt x="163" y="1470"/>
                </a:lnTo>
                <a:lnTo>
                  <a:pt x="162" y="1470"/>
                </a:lnTo>
                <a:lnTo>
                  <a:pt x="158" y="1474"/>
                </a:lnTo>
                <a:lnTo>
                  <a:pt x="158" y="1475"/>
                </a:lnTo>
                <a:lnTo>
                  <a:pt x="157" y="1475"/>
                </a:lnTo>
                <a:lnTo>
                  <a:pt x="156" y="1474"/>
                </a:lnTo>
                <a:lnTo>
                  <a:pt x="155" y="1474"/>
                </a:lnTo>
                <a:lnTo>
                  <a:pt x="155" y="1475"/>
                </a:lnTo>
                <a:lnTo>
                  <a:pt x="153" y="1474"/>
                </a:lnTo>
                <a:lnTo>
                  <a:pt x="152" y="1473"/>
                </a:lnTo>
                <a:lnTo>
                  <a:pt x="151" y="1471"/>
                </a:lnTo>
                <a:lnTo>
                  <a:pt x="151" y="1470"/>
                </a:lnTo>
                <a:lnTo>
                  <a:pt x="151" y="1469"/>
                </a:lnTo>
                <a:lnTo>
                  <a:pt x="150" y="1469"/>
                </a:lnTo>
                <a:lnTo>
                  <a:pt x="149" y="1467"/>
                </a:lnTo>
                <a:lnTo>
                  <a:pt x="148" y="1466"/>
                </a:lnTo>
                <a:lnTo>
                  <a:pt x="146" y="1464"/>
                </a:lnTo>
                <a:lnTo>
                  <a:pt x="145" y="1464"/>
                </a:lnTo>
                <a:lnTo>
                  <a:pt x="143" y="1463"/>
                </a:lnTo>
                <a:lnTo>
                  <a:pt x="142" y="1463"/>
                </a:lnTo>
                <a:lnTo>
                  <a:pt x="140" y="1464"/>
                </a:lnTo>
                <a:lnTo>
                  <a:pt x="139" y="1464"/>
                </a:lnTo>
                <a:lnTo>
                  <a:pt x="138" y="1463"/>
                </a:lnTo>
                <a:lnTo>
                  <a:pt x="137" y="1463"/>
                </a:lnTo>
                <a:lnTo>
                  <a:pt x="136" y="1462"/>
                </a:lnTo>
                <a:lnTo>
                  <a:pt x="136" y="1463"/>
                </a:lnTo>
                <a:lnTo>
                  <a:pt x="135" y="1464"/>
                </a:lnTo>
                <a:lnTo>
                  <a:pt x="132" y="1464"/>
                </a:lnTo>
                <a:lnTo>
                  <a:pt x="131" y="1463"/>
                </a:lnTo>
                <a:lnTo>
                  <a:pt x="131" y="1462"/>
                </a:lnTo>
                <a:lnTo>
                  <a:pt x="131" y="1461"/>
                </a:lnTo>
                <a:lnTo>
                  <a:pt x="130" y="1460"/>
                </a:lnTo>
                <a:lnTo>
                  <a:pt x="130" y="1459"/>
                </a:lnTo>
                <a:lnTo>
                  <a:pt x="129" y="1459"/>
                </a:lnTo>
                <a:lnTo>
                  <a:pt x="128" y="1459"/>
                </a:lnTo>
                <a:lnTo>
                  <a:pt x="127" y="1460"/>
                </a:lnTo>
                <a:lnTo>
                  <a:pt x="125" y="1460"/>
                </a:lnTo>
                <a:lnTo>
                  <a:pt x="123" y="1460"/>
                </a:lnTo>
                <a:lnTo>
                  <a:pt x="123" y="1459"/>
                </a:lnTo>
                <a:lnTo>
                  <a:pt x="122" y="1459"/>
                </a:lnTo>
                <a:lnTo>
                  <a:pt x="121" y="1459"/>
                </a:lnTo>
                <a:lnTo>
                  <a:pt x="119" y="1459"/>
                </a:lnTo>
                <a:lnTo>
                  <a:pt x="118" y="1460"/>
                </a:lnTo>
                <a:lnTo>
                  <a:pt x="117" y="1460"/>
                </a:lnTo>
                <a:lnTo>
                  <a:pt x="116" y="1459"/>
                </a:lnTo>
                <a:lnTo>
                  <a:pt x="115" y="1459"/>
                </a:lnTo>
                <a:lnTo>
                  <a:pt x="116" y="1458"/>
                </a:lnTo>
                <a:lnTo>
                  <a:pt x="115" y="1457"/>
                </a:lnTo>
                <a:lnTo>
                  <a:pt x="114" y="1456"/>
                </a:lnTo>
                <a:lnTo>
                  <a:pt x="112" y="1457"/>
                </a:lnTo>
                <a:lnTo>
                  <a:pt x="111" y="1457"/>
                </a:lnTo>
                <a:lnTo>
                  <a:pt x="111" y="1456"/>
                </a:lnTo>
                <a:lnTo>
                  <a:pt x="111" y="1455"/>
                </a:lnTo>
                <a:lnTo>
                  <a:pt x="110" y="1455"/>
                </a:lnTo>
                <a:lnTo>
                  <a:pt x="110" y="1454"/>
                </a:lnTo>
                <a:lnTo>
                  <a:pt x="109" y="1454"/>
                </a:lnTo>
                <a:lnTo>
                  <a:pt x="108" y="1454"/>
                </a:lnTo>
                <a:lnTo>
                  <a:pt x="107" y="1454"/>
                </a:lnTo>
                <a:lnTo>
                  <a:pt x="106" y="1454"/>
                </a:lnTo>
                <a:lnTo>
                  <a:pt x="105" y="1454"/>
                </a:lnTo>
                <a:lnTo>
                  <a:pt x="104" y="1453"/>
                </a:lnTo>
                <a:lnTo>
                  <a:pt x="104" y="1452"/>
                </a:lnTo>
                <a:lnTo>
                  <a:pt x="104" y="1451"/>
                </a:lnTo>
                <a:lnTo>
                  <a:pt x="103" y="1451"/>
                </a:lnTo>
                <a:lnTo>
                  <a:pt x="102" y="1451"/>
                </a:lnTo>
                <a:lnTo>
                  <a:pt x="101" y="1450"/>
                </a:lnTo>
                <a:lnTo>
                  <a:pt x="101" y="1449"/>
                </a:lnTo>
                <a:lnTo>
                  <a:pt x="100" y="1448"/>
                </a:lnTo>
                <a:lnTo>
                  <a:pt x="99" y="1448"/>
                </a:lnTo>
                <a:lnTo>
                  <a:pt x="98" y="1448"/>
                </a:lnTo>
                <a:lnTo>
                  <a:pt x="98" y="1446"/>
                </a:lnTo>
                <a:lnTo>
                  <a:pt x="98" y="1445"/>
                </a:lnTo>
                <a:lnTo>
                  <a:pt x="98" y="1444"/>
                </a:lnTo>
                <a:lnTo>
                  <a:pt x="97" y="1444"/>
                </a:lnTo>
                <a:lnTo>
                  <a:pt x="96" y="1444"/>
                </a:lnTo>
                <a:lnTo>
                  <a:pt x="96" y="1443"/>
                </a:lnTo>
                <a:lnTo>
                  <a:pt x="97" y="1442"/>
                </a:lnTo>
                <a:lnTo>
                  <a:pt x="97" y="1441"/>
                </a:lnTo>
                <a:lnTo>
                  <a:pt x="100" y="1440"/>
                </a:lnTo>
                <a:lnTo>
                  <a:pt x="102" y="1440"/>
                </a:lnTo>
                <a:lnTo>
                  <a:pt x="103" y="1439"/>
                </a:lnTo>
                <a:lnTo>
                  <a:pt x="103" y="1438"/>
                </a:lnTo>
                <a:lnTo>
                  <a:pt x="102" y="1437"/>
                </a:lnTo>
                <a:lnTo>
                  <a:pt x="102" y="1436"/>
                </a:lnTo>
                <a:lnTo>
                  <a:pt x="101" y="1435"/>
                </a:lnTo>
                <a:lnTo>
                  <a:pt x="101" y="1434"/>
                </a:lnTo>
                <a:lnTo>
                  <a:pt x="101" y="1433"/>
                </a:lnTo>
                <a:lnTo>
                  <a:pt x="100" y="1432"/>
                </a:lnTo>
                <a:lnTo>
                  <a:pt x="100" y="1433"/>
                </a:lnTo>
                <a:lnTo>
                  <a:pt x="97" y="1433"/>
                </a:lnTo>
                <a:lnTo>
                  <a:pt x="98" y="1432"/>
                </a:lnTo>
                <a:lnTo>
                  <a:pt x="97" y="1431"/>
                </a:lnTo>
                <a:lnTo>
                  <a:pt x="96" y="1430"/>
                </a:lnTo>
                <a:lnTo>
                  <a:pt x="95" y="1429"/>
                </a:lnTo>
                <a:lnTo>
                  <a:pt x="94" y="1428"/>
                </a:lnTo>
                <a:lnTo>
                  <a:pt x="94" y="1426"/>
                </a:lnTo>
                <a:lnTo>
                  <a:pt x="93" y="1425"/>
                </a:lnTo>
                <a:lnTo>
                  <a:pt x="93" y="1424"/>
                </a:lnTo>
                <a:lnTo>
                  <a:pt x="92" y="1425"/>
                </a:lnTo>
                <a:lnTo>
                  <a:pt x="93" y="1425"/>
                </a:lnTo>
                <a:lnTo>
                  <a:pt x="92" y="1427"/>
                </a:lnTo>
                <a:lnTo>
                  <a:pt x="91" y="1427"/>
                </a:lnTo>
                <a:lnTo>
                  <a:pt x="91" y="1426"/>
                </a:lnTo>
                <a:lnTo>
                  <a:pt x="90" y="1426"/>
                </a:lnTo>
                <a:lnTo>
                  <a:pt x="89" y="1426"/>
                </a:lnTo>
                <a:lnTo>
                  <a:pt x="89" y="1428"/>
                </a:lnTo>
                <a:lnTo>
                  <a:pt x="88" y="1429"/>
                </a:lnTo>
                <a:lnTo>
                  <a:pt x="88" y="1430"/>
                </a:lnTo>
                <a:lnTo>
                  <a:pt x="88" y="1431"/>
                </a:lnTo>
                <a:lnTo>
                  <a:pt x="88" y="1432"/>
                </a:lnTo>
                <a:lnTo>
                  <a:pt x="87" y="1432"/>
                </a:lnTo>
                <a:lnTo>
                  <a:pt x="86" y="1432"/>
                </a:lnTo>
                <a:lnTo>
                  <a:pt x="85" y="1432"/>
                </a:lnTo>
                <a:lnTo>
                  <a:pt x="84" y="1432"/>
                </a:lnTo>
                <a:lnTo>
                  <a:pt x="83" y="1430"/>
                </a:lnTo>
                <a:lnTo>
                  <a:pt x="83" y="1429"/>
                </a:lnTo>
                <a:lnTo>
                  <a:pt x="82" y="1429"/>
                </a:lnTo>
                <a:lnTo>
                  <a:pt x="81" y="1428"/>
                </a:lnTo>
                <a:lnTo>
                  <a:pt x="80" y="1428"/>
                </a:lnTo>
                <a:lnTo>
                  <a:pt x="79" y="1429"/>
                </a:lnTo>
                <a:lnTo>
                  <a:pt x="78" y="1430"/>
                </a:lnTo>
                <a:lnTo>
                  <a:pt x="77" y="1431"/>
                </a:lnTo>
                <a:lnTo>
                  <a:pt x="76" y="1432"/>
                </a:lnTo>
                <a:lnTo>
                  <a:pt x="75" y="1432"/>
                </a:lnTo>
                <a:lnTo>
                  <a:pt x="74" y="1432"/>
                </a:lnTo>
                <a:lnTo>
                  <a:pt x="73" y="1432"/>
                </a:lnTo>
                <a:lnTo>
                  <a:pt x="72" y="1432"/>
                </a:lnTo>
                <a:lnTo>
                  <a:pt x="70" y="1431"/>
                </a:lnTo>
                <a:lnTo>
                  <a:pt x="69" y="1431"/>
                </a:lnTo>
                <a:lnTo>
                  <a:pt x="67" y="1431"/>
                </a:lnTo>
                <a:lnTo>
                  <a:pt x="66" y="1431"/>
                </a:lnTo>
                <a:lnTo>
                  <a:pt x="65" y="1432"/>
                </a:lnTo>
                <a:lnTo>
                  <a:pt x="64" y="1432"/>
                </a:lnTo>
                <a:lnTo>
                  <a:pt x="63" y="1432"/>
                </a:lnTo>
                <a:lnTo>
                  <a:pt x="62" y="1432"/>
                </a:lnTo>
                <a:lnTo>
                  <a:pt x="62" y="1433"/>
                </a:lnTo>
                <a:lnTo>
                  <a:pt x="61" y="1433"/>
                </a:lnTo>
                <a:lnTo>
                  <a:pt x="61" y="1434"/>
                </a:lnTo>
                <a:lnTo>
                  <a:pt x="60" y="1434"/>
                </a:lnTo>
                <a:lnTo>
                  <a:pt x="59" y="1434"/>
                </a:lnTo>
                <a:lnTo>
                  <a:pt x="58" y="1434"/>
                </a:lnTo>
                <a:lnTo>
                  <a:pt x="58" y="1433"/>
                </a:lnTo>
                <a:lnTo>
                  <a:pt x="57" y="1433"/>
                </a:lnTo>
                <a:lnTo>
                  <a:pt x="56" y="1433"/>
                </a:lnTo>
                <a:lnTo>
                  <a:pt x="55" y="1435"/>
                </a:lnTo>
                <a:lnTo>
                  <a:pt x="55" y="1436"/>
                </a:lnTo>
                <a:lnTo>
                  <a:pt x="56" y="1436"/>
                </a:lnTo>
                <a:lnTo>
                  <a:pt x="56" y="1438"/>
                </a:lnTo>
                <a:lnTo>
                  <a:pt x="56" y="1439"/>
                </a:lnTo>
                <a:lnTo>
                  <a:pt x="55" y="1440"/>
                </a:lnTo>
                <a:lnTo>
                  <a:pt x="55" y="1441"/>
                </a:lnTo>
                <a:lnTo>
                  <a:pt x="55" y="1442"/>
                </a:lnTo>
                <a:lnTo>
                  <a:pt x="56" y="1442"/>
                </a:lnTo>
                <a:lnTo>
                  <a:pt x="56" y="1444"/>
                </a:lnTo>
                <a:lnTo>
                  <a:pt x="55" y="1444"/>
                </a:lnTo>
                <a:lnTo>
                  <a:pt x="54" y="1444"/>
                </a:lnTo>
                <a:lnTo>
                  <a:pt x="53" y="1444"/>
                </a:lnTo>
                <a:lnTo>
                  <a:pt x="53" y="1445"/>
                </a:lnTo>
                <a:lnTo>
                  <a:pt x="53" y="1446"/>
                </a:lnTo>
                <a:lnTo>
                  <a:pt x="52" y="1447"/>
                </a:lnTo>
                <a:lnTo>
                  <a:pt x="51" y="1448"/>
                </a:lnTo>
                <a:lnTo>
                  <a:pt x="50" y="1448"/>
                </a:lnTo>
                <a:lnTo>
                  <a:pt x="49" y="1449"/>
                </a:lnTo>
                <a:lnTo>
                  <a:pt x="48" y="1448"/>
                </a:lnTo>
                <a:lnTo>
                  <a:pt x="48" y="1447"/>
                </a:lnTo>
                <a:lnTo>
                  <a:pt x="48" y="1446"/>
                </a:lnTo>
                <a:lnTo>
                  <a:pt x="47" y="1446"/>
                </a:lnTo>
                <a:lnTo>
                  <a:pt x="47" y="1445"/>
                </a:lnTo>
                <a:lnTo>
                  <a:pt x="46" y="1445"/>
                </a:lnTo>
                <a:lnTo>
                  <a:pt x="45" y="1445"/>
                </a:lnTo>
                <a:lnTo>
                  <a:pt x="45" y="1446"/>
                </a:lnTo>
                <a:lnTo>
                  <a:pt x="44" y="1445"/>
                </a:lnTo>
                <a:lnTo>
                  <a:pt x="43" y="1445"/>
                </a:lnTo>
                <a:lnTo>
                  <a:pt x="42" y="1446"/>
                </a:lnTo>
                <a:lnTo>
                  <a:pt x="42" y="1447"/>
                </a:lnTo>
                <a:lnTo>
                  <a:pt x="41" y="1447"/>
                </a:lnTo>
                <a:lnTo>
                  <a:pt x="41" y="1448"/>
                </a:lnTo>
                <a:lnTo>
                  <a:pt x="40" y="1448"/>
                </a:lnTo>
                <a:lnTo>
                  <a:pt x="40" y="1447"/>
                </a:lnTo>
                <a:lnTo>
                  <a:pt x="39" y="1447"/>
                </a:lnTo>
                <a:lnTo>
                  <a:pt x="38" y="1447"/>
                </a:lnTo>
                <a:lnTo>
                  <a:pt x="36" y="1448"/>
                </a:lnTo>
                <a:lnTo>
                  <a:pt x="36" y="1449"/>
                </a:lnTo>
                <a:lnTo>
                  <a:pt x="35" y="1450"/>
                </a:lnTo>
                <a:lnTo>
                  <a:pt x="34" y="1450"/>
                </a:lnTo>
                <a:lnTo>
                  <a:pt x="33" y="1450"/>
                </a:lnTo>
                <a:lnTo>
                  <a:pt x="32" y="1452"/>
                </a:lnTo>
                <a:lnTo>
                  <a:pt x="31" y="1453"/>
                </a:lnTo>
                <a:lnTo>
                  <a:pt x="29" y="1453"/>
                </a:lnTo>
                <a:lnTo>
                  <a:pt x="29" y="1454"/>
                </a:lnTo>
                <a:lnTo>
                  <a:pt x="28" y="1455"/>
                </a:lnTo>
                <a:lnTo>
                  <a:pt x="27" y="1455"/>
                </a:lnTo>
                <a:lnTo>
                  <a:pt x="26" y="1455"/>
                </a:lnTo>
                <a:lnTo>
                  <a:pt x="26" y="1456"/>
                </a:lnTo>
                <a:lnTo>
                  <a:pt x="25" y="1457"/>
                </a:lnTo>
                <a:lnTo>
                  <a:pt x="24" y="1457"/>
                </a:lnTo>
                <a:lnTo>
                  <a:pt x="23" y="1457"/>
                </a:lnTo>
                <a:lnTo>
                  <a:pt x="23" y="1458"/>
                </a:lnTo>
                <a:lnTo>
                  <a:pt x="22" y="1458"/>
                </a:lnTo>
                <a:lnTo>
                  <a:pt x="21" y="1459"/>
                </a:lnTo>
                <a:lnTo>
                  <a:pt x="20" y="1459"/>
                </a:lnTo>
                <a:lnTo>
                  <a:pt x="17" y="1459"/>
                </a:lnTo>
                <a:lnTo>
                  <a:pt x="17" y="1458"/>
                </a:lnTo>
                <a:lnTo>
                  <a:pt x="17" y="1457"/>
                </a:lnTo>
                <a:lnTo>
                  <a:pt x="17" y="1456"/>
                </a:lnTo>
                <a:lnTo>
                  <a:pt x="16" y="1455"/>
                </a:lnTo>
                <a:lnTo>
                  <a:pt x="16" y="1454"/>
                </a:lnTo>
                <a:lnTo>
                  <a:pt x="16" y="1453"/>
                </a:lnTo>
                <a:lnTo>
                  <a:pt x="15" y="1453"/>
                </a:lnTo>
                <a:lnTo>
                  <a:pt x="14" y="1453"/>
                </a:lnTo>
                <a:lnTo>
                  <a:pt x="14" y="1454"/>
                </a:lnTo>
                <a:lnTo>
                  <a:pt x="13" y="1454"/>
                </a:lnTo>
                <a:lnTo>
                  <a:pt x="12" y="1454"/>
                </a:lnTo>
                <a:lnTo>
                  <a:pt x="11" y="1453"/>
                </a:lnTo>
                <a:lnTo>
                  <a:pt x="11" y="1452"/>
                </a:lnTo>
                <a:lnTo>
                  <a:pt x="11" y="1451"/>
                </a:lnTo>
                <a:lnTo>
                  <a:pt x="11" y="1449"/>
                </a:lnTo>
                <a:lnTo>
                  <a:pt x="11" y="1448"/>
                </a:lnTo>
                <a:lnTo>
                  <a:pt x="12" y="1448"/>
                </a:lnTo>
                <a:lnTo>
                  <a:pt x="12" y="1447"/>
                </a:lnTo>
                <a:lnTo>
                  <a:pt x="13" y="1447"/>
                </a:lnTo>
                <a:lnTo>
                  <a:pt x="13" y="1446"/>
                </a:lnTo>
                <a:lnTo>
                  <a:pt x="12" y="1445"/>
                </a:lnTo>
                <a:lnTo>
                  <a:pt x="11" y="1445"/>
                </a:lnTo>
                <a:lnTo>
                  <a:pt x="11" y="1444"/>
                </a:lnTo>
                <a:lnTo>
                  <a:pt x="10" y="1443"/>
                </a:lnTo>
                <a:lnTo>
                  <a:pt x="10" y="1442"/>
                </a:lnTo>
                <a:lnTo>
                  <a:pt x="11" y="1442"/>
                </a:lnTo>
                <a:lnTo>
                  <a:pt x="11" y="1441"/>
                </a:lnTo>
                <a:lnTo>
                  <a:pt x="11" y="1440"/>
                </a:lnTo>
                <a:lnTo>
                  <a:pt x="10" y="1440"/>
                </a:lnTo>
                <a:lnTo>
                  <a:pt x="10" y="1439"/>
                </a:lnTo>
                <a:lnTo>
                  <a:pt x="9" y="1440"/>
                </a:lnTo>
                <a:lnTo>
                  <a:pt x="8" y="1440"/>
                </a:lnTo>
                <a:lnTo>
                  <a:pt x="7" y="1440"/>
                </a:lnTo>
                <a:lnTo>
                  <a:pt x="6" y="1439"/>
                </a:lnTo>
                <a:lnTo>
                  <a:pt x="6" y="1438"/>
                </a:lnTo>
                <a:lnTo>
                  <a:pt x="6" y="1437"/>
                </a:lnTo>
                <a:lnTo>
                  <a:pt x="6" y="1436"/>
                </a:lnTo>
                <a:lnTo>
                  <a:pt x="7" y="1436"/>
                </a:lnTo>
                <a:lnTo>
                  <a:pt x="7" y="1435"/>
                </a:lnTo>
                <a:lnTo>
                  <a:pt x="7" y="1434"/>
                </a:lnTo>
                <a:lnTo>
                  <a:pt x="6" y="1433"/>
                </a:lnTo>
                <a:lnTo>
                  <a:pt x="6" y="1432"/>
                </a:lnTo>
                <a:lnTo>
                  <a:pt x="5" y="1431"/>
                </a:lnTo>
                <a:lnTo>
                  <a:pt x="5" y="1430"/>
                </a:lnTo>
                <a:lnTo>
                  <a:pt x="5" y="1429"/>
                </a:lnTo>
                <a:lnTo>
                  <a:pt x="5" y="1428"/>
                </a:lnTo>
                <a:lnTo>
                  <a:pt x="3" y="1426"/>
                </a:lnTo>
                <a:lnTo>
                  <a:pt x="2" y="1426"/>
                </a:lnTo>
                <a:lnTo>
                  <a:pt x="2" y="1425"/>
                </a:lnTo>
                <a:lnTo>
                  <a:pt x="1" y="1425"/>
                </a:lnTo>
                <a:lnTo>
                  <a:pt x="1" y="1424"/>
                </a:lnTo>
                <a:lnTo>
                  <a:pt x="0" y="1422"/>
                </a:lnTo>
                <a:lnTo>
                  <a:pt x="0" y="1421"/>
                </a:lnTo>
                <a:lnTo>
                  <a:pt x="0" y="1420"/>
                </a:lnTo>
                <a:lnTo>
                  <a:pt x="0" y="1419"/>
                </a:lnTo>
                <a:lnTo>
                  <a:pt x="0" y="1418"/>
                </a:lnTo>
                <a:lnTo>
                  <a:pt x="0" y="1417"/>
                </a:lnTo>
                <a:lnTo>
                  <a:pt x="0" y="1416"/>
                </a:lnTo>
                <a:lnTo>
                  <a:pt x="1" y="1416"/>
                </a:lnTo>
                <a:lnTo>
                  <a:pt x="1" y="1415"/>
                </a:lnTo>
                <a:lnTo>
                  <a:pt x="2" y="1414"/>
                </a:lnTo>
                <a:lnTo>
                  <a:pt x="5" y="1413"/>
                </a:lnTo>
                <a:lnTo>
                  <a:pt x="5" y="1414"/>
                </a:lnTo>
                <a:lnTo>
                  <a:pt x="6" y="1414"/>
                </a:lnTo>
                <a:lnTo>
                  <a:pt x="6" y="1415"/>
                </a:lnTo>
                <a:lnTo>
                  <a:pt x="6" y="1416"/>
                </a:lnTo>
                <a:lnTo>
                  <a:pt x="7" y="1416"/>
                </a:lnTo>
                <a:lnTo>
                  <a:pt x="8" y="1416"/>
                </a:lnTo>
                <a:lnTo>
                  <a:pt x="9" y="1416"/>
                </a:lnTo>
                <a:lnTo>
                  <a:pt x="11" y="1416"/>
                </a:lnTo>
                <a:lnTo>
                  <a:pt x="12" y="1416"/>
                </a:lnTo>
                <a:lnTo>
                  <a:pt x="13" y="1418"/>
                </a:lnTo>
                <a:lnTo>
                  <a:pt x="14" y="1419"/>
                </a:lnTo>
                <a:lnTo>
                  <a:pt x="14" y="1420"/>
                </a:lnTo>
                <a:lnTo>
                  <a:pt x="14" y="1421"/>
                </a:lnTo>
                <a:lnTo>
                  <a:pt x="15" y="1421"/>
                </a:lnTo>
                <a:lnTo>
                  <a:pt x="17" y="1422"/>
                </a:lnTo>
                <a:lnTo>
                  <a:pt x="18" y="1421"/>
                </a:lnTo>
                <a:lnTo>
                  <a:pt x="19" y="1421"/>
                </a:lnTo>
                <a:lnTo>
                  <a:pt x="21" y="1421"/>
                </a:lnTo>
                <a:lnTo>
                  <a:pt x="22" y="1421"/>
                </a:lnTo>
                <a:lnTo>
                  <a:pt x="23" y="1421"/>
                </a:lnTo>
                <a:lnTo>
                  <a:pt x="24" y="1421"/>
                </a:lnTo>
                <a:lnTo>
                  <a:pt x="26" y="1420"/>
                </a:lnTo>
                <a:lnTo>
                  <a:pt x="27" y="1419"/>
                </a:lnTo>
                <a:lnTo>
                  <a:pt x="27" y="1418"/>
                </a:lnTo>
                <a:lnTo>
                  <a:pt x="28" y="1417"/>
                </a:lnTo>
                <a:lnTo>
                  <a:pt x="29" y="1417"/>
                </a:lnTo>
                <a:lnTo>
                  <a:pt x="31" y="1417"/>
                </a:lnTo>
                <a:lnTo>
                  <a:pt x="32" y="1417"/>
                </a:lnTo>
                <a:lnTo>
                  <a:pt x="34" y="1417"/>
                </a:lnTo>
                <a:lnTo>
                  <a:pt x="34" y="1416"/>
                </a:lnTo>
                <a:lnTo>
                  <a:pt x="35" y="1416"/>
                </a:lnTo>
                <a:lnTo>
                  <a:pt x="36" y="1415"/>
                </a:lnTo>
                <a:lnTo>
                  <a:pt x="37" y="1415"/>
                </a:lnTo>
                <a:lnTo>
                  <a:pt x="38" y="1415"/>
                </a:lnTo>
                <a:lnTo>
                  <a:pt x="38" y="1416"/>
                </a:lnTo>
                <a:lnTo>
                  <a:pt x="39" y="1416"/>
                </a:lnTo>
                <a:lnTo>
                  <a:pt x="40" y="1417"/>
                </a:lnTo>
                <a:lnTo>
                  <a:pt x="41" y="1416"/>
                </a:lnTo>
                <a:lnTo>
                  <a:pt x="42" y="1414"/>
                </a:lnTo>
                <a:lnTo>
                  <a:pt x="44" y="1413"/>
                </a:lnTo>
                <a:lnTo>
                  <a:pt x="45" y="1412"/>
                </a:lnTo>
                <a:lnTo>
                  <a:pt x="46" y="1412"/>
                </a:lnTo>
                <a:lnTo>
                  <a:pt x="47" y="1412"/>
                </a:lnTo>
                <a:lnTo>
                  <a:pt x="48" y="1411"/>
                </a:lnTo>
                <a:lnTo>
                  <a:pt x="49" y="1410"/>
                </a:lnTo>
                <a:lnTo>
                  <a:pt x="50" y="1410"/>
                </a:lnTo>
                <a:lnTo>
                  <a:pt x="52" y="1409"/>
                </a:lnTo>
                <a:lnTo>
                  <a:pt x="53" y="1409"/>
                </a:lnTo>
                <a:lnTo>
                  <a:pt x="54" y="1408"/>
                </a:lnTo>
                <a:lnTo>
                  <a:pt x="54" y="1407"/>
                </a:lnTo>
                <a:lnTo>
                  <a:pt x="55" y="1406"/>
                </a:lnTo>
                <a:lnTo>
                  <a:pt x="56" y="1405"/>
                </a:lnTo>
                <a:lnTo>
                  <a:pt x="57" y="1406"/>
                </a:lnTo>
                <a:lnTo>
                  <a:pt x="58" y="1407"/>
                </a:lnTo>
                <a:lnTo>
                  <a:pt x="59" y="1407"/>
                </a:lnTo>
                <a:lnTo>
                  <a:pt x="60" y="1407"/>
                </a:lnTo>
                <a:lnTo>
                  <a:pt x="60" y="1408"/>
                </a:lnTo>
                <a:lnTo>
                  <a:pt x="61" y="1408"/>
                </a:lnTo>
                <a:lnTo>
                  <a:pt x="61" y="1409"/>
                </a:lnTo>
                <a:lnTo>
                  <a:pt x="62" y="1409"/>
                </a:lnTo>
                <a:lnTo>
                  <a:pt x="63" y="1408"/>
                </a:lnTo>
                <a:lnTo>
                  <a:pt x="63" y="1407"/>
                </a:lnTo>
                <a:lnTo>
                  <a:pt x="63" y="1406"/>
                </a:lnTo>
                <a:lnTo>
                  <a:pt x="64" y="1404"/>
                </a:lnTo>
                <a:lnTo>
                  <a:pt x="65" y="1404"/>
                </a:lnTo>
                <a:lnTo>
                  <a:pt x="66" y="1404"/>
                </a:lnTo>
                <a:lnTo>
                  <a:pt x="67" y="1403"/>
                </a:lnTo>
                <a:lnTo>
                  <a:pt x="67" y="1402"/>
                </a:lnTo>
                <a:lnTo>
                  <a:pt x="67" y="1401"/>
                </a:lnTo>
                <a:lnTo>
                  <a:pt x="67" y="1400"/>
                </a:lnTo>
                <a:lnTo>
                  <a:pt x="69" y="1399"/>
                </a:lnTo>
                <a:lnTo>
                  <a:pt x="70" y="1398"/>
                </a:lnTo>
                <a:lnTo>
                  <a:pt x="72" y="1398"/>
                </a:lnTo>
                <a:lnTo>
                  <a:pt x="72" y="1397"/>
                </a:lnTo>
                <a:lnTo>
                  <a:pt x="72" y="1395"/>
                </a:lnTo>
                <a:lnTo>
                  <a:pt x="72" y="1394"/>
                </a:lnTo>
                <a:lnTo>
                  <a:pt x="72" y="1393"/>
                </a:lnTo>
                <a:lnTo>
                  <a:pt x="73" y="1392"/>
                </a:lnTo>
                <a:lnTo>
                  <a:pt x="73" y="1391"/>
                </a:lnTo>
                <a:lnTo>
                  <a:pt x="73" y="1389"/>
                </a:lnTo>
                <a:lnTo>
                  <a:pt x="72" y="1388"/>
                </a:lnTo>
                <a:lnTo>
                  <a:pt x="72" y="1387"/>
                </a:lnTo>
                <a:lnTo>
                  <a:pt x="71" y="1386"/>
                </a:lnTo>
                <a:lnTo>
                  <a:pt x="70" y="1386"/>
                </a:lnTo>
                <a:lnTo>
                  <a:pt x="70" y="1385"/>
                </a:lnTo>
                <a:lnTo>
                  <a:pt x="71" y="1383"/>
                </a:lnTo>
                <a:lnTo>
                  <a:pt x="72" y="1382"/>
                </a:lnTo>
                <a:lnTo>
                  <a:pt x="73" y="1382"/>
                </a:lnTo>
                <a:lnTo>
                  <a:pt x="74" y="1381"/>
                </a:lnTo>
                <a:lnTo>
                  <a:pt x="73" y="1380"/>
                </a:lnTo>
                <a:lnTo>
                  <a:pt x="72" y="1380"/>
                </a:lnTo>
                <a:lnTo>
                  <a:pt x="71" y="1377"/>
                </a:lnTo>
                <a:lnTo>
                  <a:pt x="71" y="1375"/>
                </a:lnTo>
                <a:lnTo>
                  <a:pt x="72" y="1374"/>
                </a:lnTo>
                <a:lnTo>
                  <a:pt x="73" y="1373"/>
                </a:lnTo>
                <a:lnTo>
                  <a:pt x="74" y="1373"/>
                </a:lnTo>
                <a:lnTo>
                  <a:pt x="75" y="1372"/>
                </a:lnTo>
                <a:lnTo>
                  <a:pt x="74" y="1372"/>
                </a:lnTo>
                <a:lnTo>
                  <a:pt x="74" y="1371"/>
                </a:lnTo>
                <a:lnTo>
                  <a:pt x="73" y="1371"/>
                </a:lnTo>
                <a:lnTo>
                  <a:pt x="72" y="1372"/>
                </a:lnTo>
                <a:lnTo>
                  <a:pt x="72" y="1371"/>
                </a:lnTo>
                <a:lnTo>
                  <a:pt x="71" y="1370"/>
                </a:lnTo>
                <a:lnTo>
                  <a:pt x="70" y="1370"/>
                </a:lnTo>
                <a:lnTo>
                  <a:pt x="70" y="1369"/>
                </a:lnTo>
                <a:lnTo>
                  <a:pt x="71" y="1369"/>
                </a:lnTo>
                <a:lnTo>
                  <a:pt x="72" y="1369"/>
                </a:lnTo>
                <a:lnTo>
                  <a:pt x="72" y="1368"/>
                </a:lnTo>
                <a:lnTo>
                  <a:pt x="73" y="1367"/>
                </a:lnTo>
                <a:lnTo>
                  <a:pt x="73" y="1366"/>
                </a:lnTo>
                <a:lnTo>
                  <a:pt x="72" y="1366"/>
                </a:lnTo>
                <a:lnTo>
                  <a:pt x="71" y="1367"/>
                </a:lnTo>
                <a:lnTo>
                  <a:pt x="69" y="1368"/>
                </a:lnTo>
                <a:lnTo>
                  <a:pt x="67" y="1366"/>
                </a:lnTo>
                <a:lnTo>
                  <a:pt x="69" y="1364"/>
                </a:lnTo>
                <a:lnTo>
                  <a:pt x="70" y="1364"/>
                </a:lnTo>
                <a:lnTo>
                  <a:pt x="70" y="1363"/>
                </a:lnTo>
                <a:lnTo>
                  <a:pt x="71" y="1363"/>
                </a:lnTo>
                <a:lnTo>
                  <a:pt x="72" y="1362"/>
                </a:lnTo>
                <a:lnTo>
                  <a:pt x="72" y="1361"/>
                </a:lnTo>
                <a:lnTo>
                  <a:pt x="71" y="1360"/>
                </a:lnTo>
                <a:lnTo>
                  <a:pt x="71" y="1359"/>
                </a:lnTo>
                <a:lnTo>
                  <a:pt x="72" y="1359"/>
                </a:lnTo>
                <a:lnTo>
                  <a:pt x="72" y="1358"/>
                </a:lnTo>
                <a:lnTo>
                  <a:pt x="72" y="1357"/>
                </a:lnTo>
                <a:lnTo>
                  <a:pt x="72" y="1356"/>
                </a:lnTo>
                <a:lnTo>
                  <a:pt x="73" y="1355"/>
                </a:lnTo>
                <a:lnTo>
                  <a:pt x="74" y="1355"/>
                </a:lnTo>
                <a:lnTo>
                  <a:pt x="74" y="1356"/>
                </a:lnTo>
                <a:lnTo>
                  <a:pt x="75" y="1357"/>
                </a:lnTo>
                <a:lnTo>
                  <a:pt x="75" y="1358"/>
                </a:lnTo>
                <a:lnTo>
                  <a:pt x="73" y="1359"/>
                </a:lnTo>
                <a:lnTo>
                  <a:pt x="73" y="1360"/>
                </a:lnTo>
                <a:lnTo>
                  <a:pt x="74" y="1360"/>
                </a:lnTo>
                <a:lnTo>
                  <a:pt x="75" y="1360"/>
                </a:lnTo>
                <a:lnTo>
                  <a:pt x="76" y="1360"/>
                </a:lnTo>
                <a:lnTo>
                  <a:pt x="76" y="1361"/>
                </a:lnTo>
                <a:lnTo>
                  <a:pt x="75" y="1362"/>
                </a:lnTo>
                <a:lnTo>
                  <a:pt x="75" y="1364"/>
                </a:lnTo>
                <a:lnTo>
                  <a:pt x="76" y="1365"/>
                </a:lnTo>
                <a:lnTo>
                  <a:pt x="77" y="1365"/>
                </a:lnTo>
                <a:lnTo>
                  <a:pt x="78" y="1366"/>
                </a:lnTo>
                <a:lnTo>
                  <a:pt x="80" y="1366"/>
                </a:lnTo>
                <a:lnTo>
                  <a:pt x="81" y="1363"/>
                </a:lnTo>
                <a:lnTo>
                  <a:pt x="80" y="1362"/>
                </a:lnTo>
                <a:lnTo>
                  <a:pt x="80" y="1361"/>
                </a:lnTo>
                <a:lnTo>
                  <a:pt x="80" y="1359"/>
                </a:lnTo>
                <a:lnTo>
                  <a:pt x="79" y="1359"/>
                </a:lnTo>
                <a:lnTo>
                  <a:pt x="79" y="1358"/>
                </a:lnTo>
                <a:lnTo>
                  <a:pt x="79" y="1356"/>
                </a:lnTo>
                <a:lnTo>
                  <a:pt x="79" y="1355"/>
                </a:lnTo>
                <a:lnTo>
                  <a:pt x="79" y="1353"/>
                </a:lnTo>
                <a:lnTo>
                  <a:pt x="78" y="1353"/>
                </a:lnTo>
                <a:lnTo>
                  <a:pt x="78" y="1352"/>
                </a:lnTo>
                <a:lnTo>
                  <a:pt x="77" y="1352"/>
                </a:lnTo>
                <a:lnTo>
                  <a:pt x="77" y="1353"/>
                </a:lnTo>
                <a:lnTo>
                  <a:pt x="76" y="1353"/>
                </a:lnTo>
                <a:lnTo>
                  <a:pt x="75" y="1353"/>
                </a:lnTo>
                <a:lnTo>
                  <a:pt x="74" y="1352"/>
                </a:lnTo>
                <a:lnTo>
                  <a:pt x="74" y="1351"/>
                </a:lnTo>
                <a:lnTo>
                  <a:pt x="75" y="1352"/>
                </a:lnTo>
                <a:lnTo>
                  <a:pt x="76" y="1351"/>
                </a:lnTo>
                <a:lnTo>
                  <a:pt x="75" y="1350"/>
                </a:lnTo>
                <a:lnTo>
                  <a:pt x="73" y="1350"/>
                </a:lnTo>
                <a:lnTo>
                  <a:pt x="74" y="1350"/>
                </a:lnTo>
                <a:lnTo>
                  <a:pt x="74" y="1349"/>
                </a:lnTo>
                <a:lnTo>
                  <a:pt x="72" y="1347"/>
                </a:lnTo>
                <a:lnTo>
                  <a:pt x="69" y="1346"/>
                </a:lnTo>
                <a:lnTo>
                  <a:pt x="68" y="1346"/>
                </a:lnTo>
                <a:lnTo>
                  <a:pt x="67" y="1347"/>
                </a:lnTo>
                <a:lnTo>
                  <a:pt x="66" y="1347"/>
                </a:lnTo>
                <a:lnTo>
                  <a:pt x="65" y="1347"/>
                </a:lnTo>
                <a:lnTo>
                  <a:pt x="64" y="1347"/>
                </a:lnTo>
                <a:lnTo>
                  <a:pt x="64" y="1348"/>
                </a:lnTo>
                <a:lnTo>
                  <a:pt x="62" y="1348"/>
                </a:lnTo>
                <a:lnTo>
                  <a:pt x="61" y="1348"/>
                </a:lnTo>
                <a:lnTo>
                  <a:pt x="60" y="1348"/>
                </a:lnTo>
                <a:lnTo>
                  <a:pt x="59" y="1347"/>
                </a:lnTo>
                <a:lnTo>
                  <a:pt x="59" y="1346"/>
                </a:lnTo>
                <a:lnTo>
                  <a:pt x="58" y="1345"/>
                </a:lnTo>
                <a:lnTo>
                  <a:pt x="57" y="1344"/>
                </a:lnTo>
                <a:lnTo>
                  <a:pt x="56" y="1344"/>
                </a:lnTo>
                <a:lnTo>
                  <a:pt x="55" y="1344"/>
                </a:lnTo>
                <a:lnTo>
                  <a:pt x="54" y="1344"/>
                </a:lnTo>
                <a:lnTo>
                  <a:pt x="54" y="1343"/>
                </a:lnTo>
                <a:lnTo>
                  <a:pt x="53" y="1343"/>
                </a:lnTo>
                <a:lnTo>
                  <a:pt x="53" y="1342"/>
                </a:lnTo>
                <a:lnTo>
                  <a:pt x="52" y="1342"/>
                </a:lnTo>
                <a:lnTo>
                  <a:pt x="52" y="1343"/>
                </a:lnTo>
                <a:lnTo>
                  <a:pt x="51" y="1342"/>
                </a:lnTo>
                <a:lnTo>
                  <a:pt x="50" y="1342"/>
                </a:lnTo>
                <a:lnTo>
                  <a:pt x="49" y="1340"/>
                </a:lnTo>
                <a:lnTo>
                  <a:pt x="49" y="1339"/>
                </a:lnTo>
                <a:lnTo>
                  <a:pt x="49" y="1338"/>
                </a:lnTo>
                <a:lnTo>
                  <a:pt x="48" y="1338"/>
                </a:lnTo>
                <a:lnTo>
                  <a:pt x="47" y="1338"/>
                </a:lnTo>
                <a:lnTo>
                  <a:pt x="46" y="1338"/>
                </a:lnTo>
                <a:lnTo>
                  <a:pt x="45" y="1338"/>
                </a:lnTo>
                <a:lnTo>
                  <a:pt x="45" y="1337"/>
                </a:lnTo>
                <a:lnTo>
                  <a:pt x="44" y="1337"/>
                </a:lnTo>
                <a:lnTo>
                  <a:pt x="43" y="1337"/>
                </a:lnTo>
                <a:lnTo>
                  <a:pt x="43" y="1338"/>
                </a:lnTo>
                <a:lnTo>
                  <a:pt x="42" y="1337"/>
                </a:lnTo>
                <a:lnTo>
                  <a:pt x="41" y="1333"/>
                </a:lnTo>
                <a:lnTo>
                  <a:pt x="41" y="1332"/>
                </a:lnTo>
                <a:lnTo>
                  <a:pt x="42" y="1332"/>
                </a:lnTo>
                <a:lnTo>
                  <a:pt x="43" y="1332"/>
                </a:lnTo>
                <a:lnTo>
                  <a:pt x="44" y="1331"/>
                </a:lnTo>
                <a:lnTo>
                  <a:pt x="44" y="1330"/>
                </a:lnTo>
                <a:lnTo>
                  <a:pt x="42" y="1327"/>
                </a:lnTo>
                <a:lnTo>
                  <a:pt x="42" y="1326"/>
                </a:lnTo>
                <a:lnTo>
                  <a:pt x="41" y="1326"/>
                </a:lnTo>
                <a:lnTo>
                  <a:pt x="40" y="1325"/>
                </a:lnTo>
                <a:lnTo>
                  <a:pt x="39" y="1325"/>
                </a:lnTo>
                <a:lnTo>
                  <a:pt x="39" y="1324"/>
                </a:lnTo>
                <a:lnTo>
                  <a:pt x="39" y="1322"/>
                </a:lnTo>
                <a:lnTo>
                  <a:pt x="38" y="1322"/>
                </a:lnTo>
                <a:lnTo>
                  <a:pt x="38" y="1321"/>
                </a:lnTo>
                <a:lnTo>
                  <a:pt x="37" y="1320"/>
                </a:lnTo>
                <a:lnTo>
                  <a:pt x="37" y="1319"/>
                </a:lnTo>
                <a:lnTo>
                  <a:pt x="36" y="1319"/>
                </a:lnTo>
                <a:lnTo>
                  <a:pt x="35" y="1319"/>
                </a:lnTo>
                <a:lnTo>
                  <a:pt x="35" y="1318"/>
                </a:lnTo>
                <a:lnTo>
                  <a:pt x="34" y="1316"/>
                </a:lnTo>
                <a:lnTo>
                  <a:pt x="35" y="1316"/>
                </a:lnTo>
                <a:lnTo>
                  <a:pt x="36" y="1315"/>
                </a:lnTo>
                <a:lnTo>
                  <a:pt x="38" y="1315"/>
                </a:lnTo>
                <a:lnTo>
                  <a:pt x="39" y="1315"/>
                </a:lnTo>
                <a:lnTo>
                  <a:pt x="40" y="1315"/>
                </a:lnTo>
                <a:lnTo>
                  <a:pt x="40" y="1316"/>
                </a:lnTo>
                <a:lnTo>
                  <a:pt x="40" y="1317"/>
                </a:lnTo>
                <a:lnTo>
                  <a:pt x="41" y="1318"/>
                </a:lnTo>
                <a:lnTo>
                  <a:pt x="42" y="1318"/>
                </a:lnTo>
                <a:lnTo>
                  <a:pt x="43" y="1318"/>
                </a:lnTo>
                <a:lnTo>
                  <a:pt x="44" y="1319"/>
                </a:lnTo>
                <a:lnTo>
                  <a:pt x="45" y="1319"/>
                </a:lnTo>
                <a:lnTo>
                  <a:pt x="46" y="1319"/>
                </a:lnTo>
                <a:lnTo>
                  <a:pt x="46" y="1318"/>
                </a:lnTo>
                <a:lnTo>
                  <a:pt x="46" y="1317"/>
                </a:lnTo>
                <a:lnTo>
                  <a:pt x="46" y="1316"/>
                </a:lnTo>
                <a:lnTo>
                  <a:pt x="47" y="1316"/>
                </a:lnTo>
                <a:lnTo>
                  <a:pt x="48" y="1316"/>
                </a:lnTo>
                <a:lnTo>
                  <a:pt x="48" y="1317"/>
                </a:lnTo>
                <a:lnTo>
                  <a:pt x="51" y="1317"/>
                </a:lnTo>
                <a:lnTo>
                  <a:pt x="52" y="1317"/>
                </a:lnTo>
                <a:lnTo>
                  <a:pt x="53" y="1317"/>
                </a:lnTo>
                <a:lnTo>
                  <a:pt x="54" y="1318"/>
                </a:lnTo>
                <a:lnTo>
                  <a:pt x="55" y="1318"/>
                </a:lnTo>
                <a:lnTo>
                  <a:pt x="55" y="1317"/>
                </a:lnTo>
                <a:lnTo>
                  <a:pt x="56" y="1316"/>
                </a:lnTo>
                <a:lnTo>
                  <a:pt x="56" y="1315"/>
                </a:lnTo>
                <a:lnTo>
                  <a:pt x="56" y="1314"/>
                </a:lnTo>
                <a:lnTo>
                  <a:pt x="56" y="1312"/>
                </a:lnTo>
                <a:lnTo>
                  <a:pt x="57" y="1311"/>
                </a:lnTo>
                <a:lnTo>
                  <a:pt x="57" y="1307"/>
                </a:lnTo>
                <a:lnTo>
                  <a:pt x="57" y="1306"/>
                </a:lnTo>
                <a:lnTo>
                  <a:pt x="57" y="1305"/>
                </a:lnTo>
                <a:lnTo>
                  <a:pt x="56" y="1304"/>
                </a:lnTo>
                <a:lnTo>
                  <a:pt x="56" y="1303"/>
                </a:lnTo>
                <a:lnTo>
                  <a:pt x="56" y="1302"/>
                </a:lnTo>
                <a:lnTo>
                  <a:pt x="55" y="1302"/>
                </a:lnTo>
                <a:lnTo>
                  <a:pt x="55" y="1301"/>
                </a:lnTo>
                <a:lnTo>
                  <a:pt x="56" y="1300"/>
                </a:lnTo>
                <a:lnTo>
                  <a:pt x="57" y="1300"/>
                </a:lnTo>
                <a:lnTo>
                  <a:pt x="58" y="1300"/>
                </a:lnTo>
                <a:lnTo>
                  <a:pt x="58" y="1299"/>
                </a:lnTo>
                <a:lnTo>
                  <a:pt x="57" y="1298"/>
                </a:lnTo>
                <a:lnTo>
                  <a:pt x="57" y="1297"/>
                </a:lnTo>
                <a:lnTo>
                  <a:pt x="57" y="1296"/>
                </a:lnTo>
                <a:lnTo>
                  <a:pt x="58" y="1296"/>
                </a:lnTo>
                <a:lnTo>
                  <a:pt x="58" y="1295"/>
                </a:lnTo>
                <a:lnTo>
                  <a:pt x="57" y="1295"/>
                </a:lnTo>
                <a:lnTo>
                  <a:pt x="57" y="1294"/>
                </a:lnTo>
                <a:lnTo>
                  <a:pt x="58" y="1294"/>
                </a:lnTo>
                <a:lnTo>
                  <a:pt x="58" y="1293"/>
                </a:lnTo>
                <a:lnTo>
                  <a:pt x="59" y="1292"/>
                </a:lnTo>
                <a:lnTo>
                  <a:pt x="60" y="1292"/>
                </a:lnTo>
                <a:lnTo>
                  <a:pt x="61" y="1291"/>
                </a:lnTo>
                <a:lnTo>
                  <a:pt x="62" y="1290"/>
                </a:lnTo>
                <a:lnTo>
                  <a:pt x="63" y="1289"/>
                </a:lnTo>
                <a:lnTo>
                  <a:pt x="64" y="1288"/>
                </a:lnTo>
                <a:lnTo>
                  <a:pt x="64" y="1286"/>
                </a:lnTo>
                <a:lnTo>
                  <a:pt x="64" y="1285"/>
                </a:lnTo>
                <a:lnTo>
                  <a:pt x="65" y="1285"/>
                </a:lnTo>
                <a:lnTo>
                  <a:pt x="66" y="1285"/>
                </a:lnTo>
                <a:lnTo>
                  <a:pt x="67" y="1284"/>
                </a:lnTo>
                <a:lnTo>
                  <a:pt x="67" y="1283"/>
                </a:lnTo>
                <a:lnTo>
                  <a:pt x="67" y="1282"/>
                </a:lnTo>
                <a:lnTo>
                  <a:pt x="67" y="1281"/>
                </a:lnTo>
                <a:lnTo>
                  <a:pt x="67" y="1280"/>
                </a:lnTo>
                <a:lnTo>
                  <a:pt x="68" y="1280"/>
                </a:lnTo>
                <a:lnTo>
                  <a:pt x="69" y="1281"/>
                </a:lnTo>
                <a:lnTo>
                  <a:pt x="70" y="1281"/>
                </a:lnTo>
                <a:lnTo>
                  <a:pt x="70" y="1282"/>
                </a:lnTo>
                <a:lnTo>
                  <a:pt x="71" y="1281"/>
                </a:lnTo>
                <a:lnTo>
                  <a:pt x="73" y="1279"/>
                </a:lnTo>
                <a:lnTo>
                  <a:pt x="73" y="1278"/>
                </a:lnTo>
                <a:lnTo>
                  <a:pt x="74" y="1278"/>
                </a:lnTo>
                <a:lnTo>
                  <a:pt x="73" y="1278"/>
                </a:lnTo>
                <a:lnTo>
                  <a:pt x="73" y="1277"/>
                </a:lnTo>
                <a:lnTo>
                  <a:pt x="74" y="1276"/>
                </a:lnTo>
                <a:lnTo>
                  <a:pt x="75" y="1275"/>
                </a:lnTo>
                <a:lnTo>
                  <a:pt x="76" y="1275"/>
                </a:lnTo>
                <a:lnTo>
                  <a:pt x="76" y="1274"/>
                </a:lnTo>
                <a:lnTo>
                  <a:pt x="77" y="1273"/>
                </a:lnTo>
                <a:lnTo>
                  <a:pt x="77" y="1272"/>
                </a:lnTo>
                <a:lnTo>
                  <a:pt x="78" y="1271"/>
                </a:lnTo>
                <a:lnTo>
                  <a:pt x="77" y="1270"/>
                </a:lnTo>
                <a:lnTo>
                  <a:pt x="77" y="1269"/>
                </a:lnTo>
                <a:lnTo>
                  <a:pt x="79" y="1269"/>
                </a:lnTo>
                <a:lnTo>
                  <a:pt x="79" y="1270"/>
                </a:lnTo>
                <a:lnTo>
                  <a:pt x="81" y="1270"/>
                </a:lnTo>
                <a:lnTo>
                  <a:pt x="82" y="1270"/>
                </a:lnTo>
                <a:lnTo>
                  <a:pt x="82" y="1271"/>
                </a:lnTo>
                <a:lnTo>
                  <a:pt x="83" y="1271"/>
                </a:lnTo>
                <a:lnTo>
                  <a:pt x="84" y="1271"/>
                </a:lnTo>
                <a:lnTo>
                  <a:pt x="85" y="1271"/>
                </a:lnTo>
                <a:lnTo>
                  <a:pt x="86" y="1270"/>
                </a:lnTo>
                <a:lnTo>
                  <a:pt x="87" y="1270"/>
                </a:lnTo>
                <a:lnTo>
                  <a:pt x="87" y="1272"/>
                </a:lnTo>
                <a:lnTo>
                  <a:pt x="87" y="1273"/>
                </a:lnTo>
                <a:lnTo>
                  <a:pt x="88" y="1273"/>
                </a:lnTo>
                <a:lnTo>
                  <a:pt x="89" y="1273"/>
                </a:lnTo>
                <a:lnTo>
                  <a:pt x="90" y="1272"/>
                </a:lnTo>
                <a:lnTo>
                  <a:pt x="90" y="1271"/>
                </a:lnTo>
                <a:lnTo>
                  <a:pt x="91" y="1270"/>
                </a:lnTo>
                <a:lnTo>
                  <a:pt x="92" y="1270"/>
                </a:lnTo>
                <a:lnTo>
                  <a:pt x="93" y="1270"/>
                </a:lnTo>
                <a:lnTo>
                  <a:pt x="93" y="1271"/>
                </a:lnTo>
                <a:lnTo>
                  <a:pt x="94" y="1271"/>
                </a:lnTo>
                <a:lnTo>
                  <a:pt x="95" y="1271"/>
                </a:lnTo>
                <a:lnTo>
                  <a:pt x="96" y="1271"/>
                </a:lnTo>
                <a:lnTo>
                  <a:pt x="96" y="1270"/>
                </a:lnTo>
                <a:lnTo>
                  <a:pt x="97" y="1269"/>
                </a:lnTo>
                <a:lnTo>
                  <a:pt x="98" y="1269"/>
                </a:lnTo>
                <a:lnTo>
                  <a:pt x="98" y="1268"/>
                </a:lnTo>
                <a:lnTo>
                  <a:pt x="99" y="1269"/>
                </a:lnTo>
                <a:lnTo>
                  <a:pt x="101" y="1270"/>
                </a:lnTo>
                <a:lnTo>
                  <a:pt x="102" y="1270"/>
                </a:lnTo>
                <a:lnTo>
                  <a:pt x="103" y="1270"/>
                </a:lnTo>
                <a:lnTo>
                  <a:pt x="103" y="1271"/>
                </a:lnTo>
                <a:lnTo>
                  <a:pt x="104" y="1271"/>
                </a:lnTo>
                <a:lnTo>
                  <a:pt x="104" y="1272"/>
                </a:lnTo>
                <a:lnTo>
                  <a:pt x="105" y="1272"/>
                </a:lnTo>
                <a:lnTo>
                  <a:pt x="105" y="1271"/>
                </a:lnTo>
                <a:lnTo>
                  <a:pt x="106" y="1271"/>
                </a:lnTo>
                <a:lnTo>
                  <a:pt x="106" y="1272"/>
                </a:lnTo>
                <a:lnTo>
                  <a:pt x="106" y="1273"/>
                </a:lnTo>
                <a:lnTo>
                  <a:pt x="105" y="1274"/>
                </a:lnTo>
                <a:lnTo>
                  <a:pt x="104" y="1274"/>
                </a:lnTo>
                <a:lnTo>
                  <a:pt x="103" y="1274"/>
                </a:lnTo>
                <a:lnTo>
                  <a:pt x="102" y="1274"/>
                </a:lnTo>
                <a:lnTo>
                  <a:pt x="103" y="1274"/>
                </a:lnTo>
                <a:lnTo>
                  <a:pt x="103" y="1275"/>
                </a:lnTo>
                <a:lnTo>
                  <a:pt x="102" y="1275"/>
                </a:lnTo>
                <a:lnTo>
                  <a:pt x="102" y="1276"/>
                </a:lnTo>
                <a:lnTo>
                  <a:pt x="102" y="1277"/>
                </a:lnTo>
                <a:lnTo>
                  <a:pt x="102" y="1278"/>
                </a:lnTo>
                <a:lnTo>
                  <a:pt x="103" y="1278"/>
                </a:lnTo>
                <a:lnTo>
                  <a:pt x="105" y="1278"/>
                </a:lnTo>
                <a:lnTo>
                  <a:pt x="106" y="1278"/>
                </a:lnTo>
                <a:lnTo>
                  <a:pt x="106" y="1277"/>
                </a:lnTo>
                <a:lnTo>
                  <a:pt x="106" y="1276"/>
                </a:lnTo>
                <a:lnTo>
                  <a:pt x="107" y="1276"/>
                </a:lnTo>
                <a:lnTo>
                  <a:pt x="109" y="1276"/>
                </a:lnTo>
                <a:lnTo>
                  <a:pt x="108" y="1276"/>
                </a:lnTo>
                <a:lnTo>
                  <a:pt x="108" y="1277"/>
                </a:lnTo>
                <a:lnTo>
                  <a:pt x="108" y="1279"/>
                </a:lnTo>
                <a:lnTo>
                  <a:pt x="109" y="1280"/>
                </a:lnTo>
                <a:lnTo>
                  <a:pt x="110" y="1281"/>
                </a:lnTo>
                <a:lnTo>
                  <a:pt x="110" y="1280"/>
                </a:lnTo>
                <a:lnTo>
                  <a:pt x="110" y="1281"/>
                </a:lnTo>
                <a:lnTo>
                  <a:pt x="111" y="1281"/>
                </a:lnTo>
                <a:lnTo>
                  <a:pt x="112" y="1281"/>
                </a:lnTo>
                <a:lnTo>
                  <a:pt x="112" y="1282"/>
                </a:lnTo>
                <a:lnTo>
                  <a:pt x="113" y="1283"/>
                </a:lnTo>
                <a:lnTo>
                  <a:pt x="114" y="1283"/>
                </a:lnTo>
                <a:lnTo>
                  <a:pt x="115" y="1283"/>
                </a:lnTo>
                <a:lnTo>
                  <a:pt x="116" y="1283"/>
                </a:lnTo>
                <a:lnTo>
                  <a:pt x="118" y="1281"/>
                </a:lnTo>
                <a:lnTo>
                  <a:pt x="118" y="1280"/>
                </a:lnTo>
                <a:lnTo>
                  <a:pt x="118" y="1279"/>
                </a:lnTo>
                <a:lnTo>
                  <a:pt x="119" y="1279"/>
                </a:lnTo>
                <a:lnTo>
                  <a:pt x="120" y="1279"/>
                </a:lnTo>
                <a:lnTo>
                  <a:pt x="121" y="1279"/>
                </a:lnTo>
                <a:lnTo>
                  <a:pt x="122" y="1279"/>
                </a:lnTo>
                <a:lnTo>
                  <a:pt x="123" y="1279"/>
                </a:lnTo>
                <a:lnTo>
                  <a:pt x="124" y="1279"/>
                </a:lnTo>
                <a:lnTo>
                  <a:pt x="124" y="1278"/>
                </a:lnTo>
                <a:lnTo>
                  <a:pt x="125" y="1277"/>
                </a:lnTo>
                <a:lnTo>
                  <a:pt x="125" y="1276"/>
                </a:lnTo>
                <a:lnTo>
                  <a:pt x="126" y="1275"/>
                </a:lnTo>
                <a:lnTo>
                  <a:pt x="127" y="1274"/>
                </a:lnTo>
                <a:lnTo>
                  <a:pt x="130" y="1272"/>
                </a:lnTo>
                <a:lnTo>
                  <a:pt x="131" y="1271"/>
                </a:lnTo>
                <a:lnTo>
                  <a:pt x="130" y="1271"/>
                </a:lnTo>
                <a:lnTo>
                  <a:pt x="131" y="1271"/>
                </a:lnTo>
                <a:lnTo>
                  <a:pt x="132" y="1270"/>
                </a:lnTo>
                <a:lnTo>
                  <a:pt x="133" y="1270"/>
                </a:lnTo>
                <a:lnTo>
                  <a:pt x="135" y="1270"/>
                </a:lnTo>
                <a:lnTo>
                  <a:pt x="137" y="1270"/>
                </a:lnTo>
                <a:lnTo>
                  <a:pt x="137" y="1271"/>
                </a:lnTo>
                <a:lnTo>
                  <a:pt x="137" y="1272"/>
                </a:lnTo>
                <a:lnTo>
                  <a:pt x="136" y="1272"/>
                </a:lnTo>
                <a:lnTo>
                  <a:pt x="137" y="1272"/>
                </a:lnTo>
                <a:lnTo>
                  <a:pt x="138" y="1273"/>
                </a:lnTo>
                <a:lnTo>
                  <a:pt x="139" y="1273"/>
                </a:lnTo>
                <a:lnTo>
                  <a:pt x="140" y="1273"/>
                </a:lnTo>
                <a:lnTo>
                  <a:pt x="140" y="1274"/>
                </a:lnTo>
                <a:lnTo>
                  <a:pt x="141" y="1274"/>
                </a:lnTo>
                <a:lnTo>
                  <a:pt x="142" y="1274"/>
                </a:lnTo>
                <a:lnTo>
                  <a:pt x="143" y="1272"/>
                </a:lnTo>
                <a:lnTo>
                  <a:pt x="144" y="1271"/>
                </a:lnTo>
                <a:lnTo>
                  <a:pt x="145" y="1271"/>
                </a:lnTo>
                <a:lnTo>
                  <a:pt x="146" y="1271"/>
                </a:lnTo>
                <a:lnTo>
                  <a:pt x="147" y="1271"/>
                </a:lnTo>
                <a:lnTo>
                  <a:pt x="147" y="1270"/>
                </a:lnTo>
                <a:lnTo>
                  <a:pt x="147" y="1269"/>
                </a:lnTo>
                <a:lnTo>
                  <a:pt x="146" y="1268"/>
                </a:lnTo>
                <a:lnTo>
                  <a:pt x="147" y="1268"/>
                </a:lnTo>
                <a:lnTo>
                  <a:pt x="148" y="1268"/>
                </a:lnTo>
                <a:lnTo>
                  <a:pt x="150" y="1268"/>
                </a:lnTo>
                <a:lnTo>
                  <a:pt x="151" y="1268"/>
                </a:lnTo>
                <a:lnTo>
                  <a:pt x="152" y="1268"/>
                </a:lnTo>
                <a:lnTo>
                  <a:pt x="153" y="1267"/>
                </a:lnTo>
                <a:lnTo>
                  <a:pt x="154" y="1267"/>
                </a:lnTo>
                <a:lnTo>
                  <a:pt x="155" y="1267"/>
                </a:lnTo>
                <a:lnTo>
                  <a:pt x="157" y="1267"/>
                </a:lnTo>
                <a:lnTo>
                  <a:pt x="159" y="1267"/>
                </a:lnTo>
                <a:lnTo>
                  <a:pt x="159" y="1268"/>
                </a:lnTo>
                <a:lnTo>
                  <a:pt x="159" y="1270"/>
                </a:lnTo>
                <a:lnTo>
                  <a:pt x="159" y="1271"/>
                </a:lnTo>
                <a:lnTo>
                  <a:pt x="159" y="1273"/>
                </a:lnTo>
                <a:lnTo>
                  <a:pt x="160" y="1274"/>
                </a:lnTo>
                <a:lnTo>
                  <a:pt x="160" y="1275"/>
                </a:lnTo>
                <a:lnTo>
                  <a:pt x="160" y="1276"/>
                </a:lnTo>
                <a:lnTo>
                  <a:pt x="160" y="1278"/>
                </a:lnTo>
                <a:lnTo>
                  <a:pt x="160" y="1279"/>
                </a:lnTo>
                <a:lnTo>
                  <a:pt x="160" y="1280"/>
                </a:lnTo>
                <a:lnTo>
                  <a:pt x="160" y="1281"/>
                </a:lnTo>
                <a:lnTo>
                  <a:pt x="161" y="1282"/>
                </a:lnTo>
                <a:lnTo>
                  <a:pt x="161" y="1283"/>
                </a:lnTo>
                <a:lnTo>
                  <a:pt x="161" y="1284"/>
                </a:lnTo>
                <a:lnTo>
                  <a:pt x="162" y="1284"/>
                </a:lnTo>
                <a:lnTo>
                  <a:pt x="163" y="1285"/>
                </a:lnTo>
                <a:lnTo>
                  <a:pt x="163" y="1287"/>
                </a:lnTo>
                <a:lnTo>
                  <a:pt x="164" y="1286"/>
                </a:lnTo>
                <a:lnTo>
                  <a:pt x="165" y="1285"/>
                </a:lnTo>
                <a:lnTo>
                  <a:pt x="166" y="1285"/>
                </a:lnTo>
                <a:lnTo>
                  <a:pt x="166" y="1284"/>
                </a:lnTo>
                <a:lnTo>
                  <a:pt x="167" y="1284"/>
                </a:lnTo>
                <a:lnTo>
                  <a:pt x="169" y="1285"/>
                </a:lnTo>
                <a:lnTo>
                  <a:pt x="169" y="1287"/>
                </a:lnTo>
                <a:lnTo>
                  <a:pt x="170" y="1288"/>
                </a:lnTo>
                <a:lnTo>
                  <a:pt x="170" y="1289"/>
                </a:lnTo>
                <a:lnTo>
                  <a:pt x="171" y="1289"/>
                </a:lnTo>
                <a:lnTo>
                  <a:pt x="173" y="1288"/>
                </a:lnTo>
                <a:lnTo>
                  <a:pt x="174" y="1288"/>
                </a:lnTo>
                <a:lnTo>
                  <a:pt x="175" y="1288"/>
                </a:lnTo>
                <a:lnTo>
                  <a:pt x="176" y="1288"/>
                </a:lnTo>
                <a:lnTo>
                  <a:pt x="176" y="1287"/>
                </a:lnTo>
                <a:lnTo>
                  <a:pt x="177" y="1286"/>
                </a:lnTo>
                <a:lnTo>
                  <a:pt x="178" y="1285"/>
                </a:lnTo>
                <a:lnTo>
                  <a:pt x="178" y="1284"/>
                </a:lnTo>
                <a:lnTo>
                  <a:pt x="178" y="1282"/>
                </a:lnTo>
                <a:lnTo>
                  <a:pt x="178" y="1281"/>
                </a:lnTo>
                <a:lnTo>
                  <a:pt x="178" y="1280"/>
                </a:lnTo>
                <a:lnTo>
                  <a:pt x="177" y="1279"/>
                </a:lnTo>
                <a:lnTo>
                  <a:pt x="177" y="1276"/>
                </a:lnTo>
                <a:lnTo>
                  <a:pt x="177" y="1275"/>
                </a:lnTo>
                <a:lnTo>
                  <a:pt x="178" y="1275"/>
                </a:lnTo>
                <a:lnTo>
                  <a:pt x="180" y="1276"/>
                </a:lnTo>
                <a:lnTo>
                  <a:pt x="181" y="1276"/>
                </a:lnTo>
                <a:lnTo>
                  <a:pt x="182" y="1276"/>
                </a:lnTo>
                <a:lnTo>
                  <a:pt x="182" y="1275"/>
                </a:lnTo>
                <a:lnTo>
                  <a:pt x="181" y="1275"/>
                </a:lnTo>
                <a:lnTo>
                  <a:pt x="180" y="1274"/>
                </a:lnTo>
                <a:lnTo>
                  <a:pt x="181" y="1273"/>
                </a:lnTo>
                <a:lnTo>
                  <a:pt x="181" y="1271"/>
                </a:lnTo>
                <a:lnTo>
                  <a:pt x="181" y="1270"/>
                </a:lnTo>
                <a:lnTo>
                  <a:pt x="182" y="1269"/>
                </a:lnTo>
                <a:lnTo>
                  <a:pt x="182" y="1268"/>
                </a:lnTo>
                <a:lnTo>
                  <a:pt x="181" y="1267"/>
                </a:lnTo>
                <a:lnTo>
                  <a:pt x="181" y="1266"/>
                </a:lnTo>
                <a:lnTo>
                  <a:pt x="181" y="1265"/>
                </a:lnTo>
                <a:lnTo>
                  <a:pt x="181" y="1264"/>
                </a:lnTo>
                <a:lnTo>
                  <a:pt x="180" y="1264"/>
                </a:lnTo>
                <a:lnTo>
                  <a:pt x="180" y="1263"/>
                </a:lnTo>
                <a:lnTo>
                  <a:pt x="179" y="1263"/>
                </a:lnTo>
                <a:lnTo>
                  <a:pt x="179" y="1262"/>
                </a:lnTo>
                <a:lnTo>
                  <a:pt x="178" y="1262"/>
                </a:lnTo>
                <a:lnTo>
                  <a:pt x="179" y="1261"/>
                </a:lnTo>
                <a:lnTo>
                  <a:pt x="178" y="1260"/>
                </a:lnTo>
                <a:lnTo>
                  <a:pt x="177" y="1260"/>
                </a:lnTo>
                <a:lnTo>
                  <a:pt x="176" y="1259"/>
                </a:lnTo>
                <a:lnTo>
                  <a:pt x="176" y="1258"/>
                </a:lnTo>
                <a:lnTo>
                  <a:pt x="177" y="1257"/>
                </a:lnTo>
                <a:lnTo>
                  <a:pt x="177" y="1256"/>
                </a:lnTo>
                <a:lnTo>
                  <a:pt x="176" y="1255"/>
                </a:lnTo>
                <a:lnTo>
                  <a:pt x="175" y="1255"/>
                </a:lnTo>
                <a:lnTo>
                  <a:pt x="174" y="1255"/>
                </a:lnTo>
                <a:lnTo>
                  <a:pt x="174" y="1254"/>
                </a:lnTo>
                <a:lnTo>
                  <a:pt x="173" y="1252"/>
                </a:lnTo>
                <a:lnTo>
                  <a:pt x="172" y="1250"/>
                </a:lnTo>
                <a:lnTo>
                  <a:pt x="171" y="1250"/>
                </a:lnTo>
                <a:lnTo>
                  <a:pt x="170" y="1249"/>
                </a:lnTo>
                <a:lnTo>
                  <a:pt x="169" y="1250"/>
                </a:lnTo>
                <a:lnTo>
                  <a:pt x="168" y="1250"/>
                </a:lnTo>
                <a:lnTo>
                  <a:pt x="167" y="1249"/>
                </a:lnTo>
                <a:lnTo>
                  <a:pt x="166" y="1249"/>
                </a:lnTo>
                <a:lnTo>
                  <a:pt x="165" y="1248"/>
                </a:lnTo>
                <a:lnTo>
                  <a:pt x="164" y="1247"/>
                </a:lnTo>
                <a:lnTo>
                  <a:pt x="164" y="1245"/>
                </a:lnTo>
                <a:lnTo>
                  <a:pt x="164" y="1244"/>
                </a:lnTo>
                <a:lnTo>
                  <a:pt x="165" y="1244"/>
                </a:lnTo>
                <a:lnTo>
                  <a:pt x="165" y="1243"/>
                </a:lnTo>
                <a:lnTo>
                  <a:pt x="165" y="1241"/>
                </a:lnTo>
                <a:lnTo>
                  <a:pt x="164" y="1240"/>
                </a:lnTo>
                <a:lnTo>
                  <a:pt x="165" y="1239"/>
                </a:lnTo>
                <a:lnTo>
                  <a:pt x="165" y="1236"/>
                </a:lnTo>
                <a:lnTo>
                  <a:pt x="165" y="1235"/>
                </a:lnTo>
                <a:lnTo>
                  <a:pt x="164" y="1233"/>
                </a:lnTo>
                <a:lnTo>
                  <a:pt x="164" y="1232"/>
                </a:lnTo>
                <a:lnTo>
                  <a:pt x="163" y="1232"/>
                </a:lnTo>
                <a:lnTo>
                  <a:pt x="163" y="1233"/>
                </a:lnTo>
                <a:lnTo>
                  <a:pt x="161" y="1233"/>
                </a:lnTo>
                <a:lnTo>
                  <a:pt x="161" y="1232"/>
                </a:lnTo>
                <a:lnTo>
                  <a:pt x="160" y="1232"/>
                </a:lnTo>
                <a:lnTo>
                  <a:pt x="160" y="1231"/>
                </a:lnTo>
                <a:lnTo>
                  <a:pt x="160" y="1229"/>
                </a:lnTo>
                <a:lnTo>
                  <a:pt x="161" y="1228"/>
                </a:lnTo>
                <a:lnTo>
                  <a:pt x="161" y="1227"/>
                </a:lnTo>
                <a:lnTo>
                  <a:pt x="161" y="1226"/>
                </a:lnTo>
                <a:lnTo>
                  <a:pt x="161" y="1224"/>
                </a:lnTo>
                <a:lnTo>
                  <a:pt x="161" y="1223"/>
                </a:lnTo>
                <a:lnTo>
                  <a:pt x="162" y="1223"/>
                </a:lnTo>
                <a:lnTo>
                  <a:pt x="163" y="1223"/>
                </a:lnTo>
                <a:lnTo>
                  <a:pt x="164" y="1223"/>
                </a:lnTo>
                <a:lnTo>
                  <a:pt x="165" y="1223"/>
                </a:lnTo>
                <a:lnTo>
                  <a:pt x="165" y="1222"/>
                </a:lnTo>
                <a:lnTo>
                  <a:pt x="167" y="1220"/>
                </a:lnTo>
                <a:lnTo>
                  <a:pt x="167" y="1219"/>
                </a:lnTo>
                <a:lnTo>
                  <a:pt x="166" y="1218"/>
                </a:lnTo>
                <a:lnTo>
                  <a:pt x="165" y="1217"/>
                </a:lnTo>
                <a:lnTo>
                  <a:pt x="164" y="1217"/>
                </a:lnTo>
                <a:lnTo>
                  <a:pt x="163" y="1216"/>
                </a:lnTo>
                <a:lnTo>
                  <a:pt x="163" y="1215"/>
                </a:lnTo>
                <a:lnTo>
                  <a:pt x="163" y="1214"/>
                </a:lnTo>
                <a:lnTo>
                  <a:pt x="161" y="1212"/>
                </a:lnTo>
                <a:lnTo>
                  <a:pt x="160" y="1212"/>
                </a:lnTo>
                <a:lnTo>
                  <a:pt x="160" y="1213"/>
                </a:lnTo>
                <a:lnTo>
                  <a:pt x="161" y="1213"/>
                </a:lnTo>
                <a:lnTo>
                  <a:pt x="160" y="1214"/>
                </a:lnTo>
                <a:lnTo>
                  <a:pt x="159" y="1215"/>
                </a:lnTo>
                <a:lnTo>
                  <a:pt x="158" y="1216"/>
                </a:lnTo>
                <a:lnTo>
                  <a:pt x="158" y="1215"/>
                </a:lnTo>
                <a:lnTo>
                  <a:pt x="157" y="1215"/>
                </a:lnTo>
                <a:lnTo>
                  <a:pt x="155" y="1216"/>
                </a:lnTo>
                <a:lnTo>
                  <a:pt x="154" y="1214"/>
                </a:lnTo>
                <a:lnTo>
                  <a:pt x="153" y="1214"/>
                </a:lnTo>
                <a:lnTo>
                  <a:pt x="153" y="1213"/>
                </a:lnTo>
                <a:lnTo>
                  <a:pt x="153" y="1212"/>
                </a:lnTo>
                <a:lnTo>
                  <a:pt x="154" y="1211"/>
                </a:lnTo>
                <a:lnTo>
                  <a:pt x="154" y="1210"/>
                </a:lnTo>
                <a:lnTo>
                  <a:pt x="153" y="1209"/>
                </a:lnTo>
                <a:lnTo>
                  <a:pt x="153" y="1208"/>
                </a:lnTo>
                <a:lnTo>
                  <a:pt x="152" y="1208"/>
                </a:lnTo>
                <a:lnTo>
                  <a:pt x="151" y="1208"/>
                </a:lnTo>
                <a:lnTo>
                  <a:pt x="152" y="1207"/>
                </a:lnTo>
                <a:lnTo>
                  <a:pt x="153" y="1206"/>
                </a:lnTo>
                <a:lnTo>
                  <a:pt x="154" y="1206"/>
                </a:lnTo>
                <a:lnTo>
                  <a:pt x="156" y="1204"/>
                </a:lnTo>
                <a:lnTo>
                  <a:pt x="156" y="1203"/>
                </a:lnTo>
                <a:lnTo>
                  <a:pt x="157" y="1203"/>
                </a:lnTo>
                <a:lnTo>
                  <a:pt x="158" y="1202"/>
                </a:lnTo>
                <a:lnTo>
                  <a:pt x="158" y="1201"/>
                </a:lnTo>
                <a:lnTo>
                  <a:pt x="158" y="1199"/>
                </a:lnTo>
                <a:lnTo>
                  <a:pt x="158" y="1198"/>
                </a:lnTo>
                <a:lnTo>
                  <a:pt x="159" y="1197"/>
                </a:lnTo>
                <a:lnTo>
                  <a:pt x="160" y="1197"/>
                </a:lnTo>
                <a:lnTo>
                  <a:pt x="161" y="1197"/>
                </a:lnTo>
                <a:lnTo>
                  <a:pt x="161" y="1196"/>
                </a:lnTo>
                <a:lnTo>
                  <a:pt x="161" y="1195"/>
                </a:lnTo>
                <a:lnTo>
                  <a:pt x="162" y="1195"/>
                </a:lnTo>
                <a:lnTo>
                  <a:pt x="162" y="1193"/>
                </a:lnTo>
                <a:lnTo>
                  <a:pt x="162" y="1191"/>
                </a:lnTo>
                <a:lnTo>
                  <a:pt x="163" y="1190"/>
                </a:lnTo>
                <a:lnTo>
                  <a:pt x="163" y="1189"/>
                </a:lnTo>
                <a:lnTo>
                  <a:pt x="163" y="1187"/>
                </a:lnTo>
                <a:lnTo>
                  <a:pt x="162" y="1186"/>
                </a:lnTo>
                <a:lnTo>
                  <a:pt x="162" y="1185"/>
                </a:lnTo>
                <a:lnTo>
                  <a:pt x="161" y="1183"/>
                </a:lnTo>
                <a:lnTo>
                  <a:pt x="161" y="1182"/>
                </a:lnTo>
                <a:lnTo>
                  <a:pt x="162" y="1182"/>
                </a:lnTo>
                <a:lnTo>
                  <a:pt x="163" y="1181"/>
                </a:lnTo>
                <a:lnTo>
                  <a:pt x="164" y="1181"/>
                </a:lnTo>
                <a:lnTo>
                  <a:pt x="164" y="1180"/>
                </a:lnTo>
                <a:lnTo>
                  <a:pt x="164" y="1179"/>
                </a:lnTo>
                <a:lnTo>
                  <a:pt x="165" y="1177"/>
                </a:lnTo>
                <a:lnTo>
                  <a:pt x="165" y="1176"/>
                </a:lnTo>
                <a:lnTo>
                  <a:pt x="166" y="1176"/>
                </a:lnTo>
                <a:lnTo>
                  <a:pt x="166" y="1175"/>
                </a:lnTo>
                <a:lnTo>
                  <a:pt x="167" y="1175"/>
                </a:lnTo>
                <a:lnTo>
                  <a:pt x="168" y="1174"/>
                </a:lnTo>
                <a:lnTo>
                  <a:pt x="168" y="1173"/>
                </a:lnTo>
                <a:lnTo>
                  <a:pt x="167" y="1171"/>
                </a:lnTo>
                <a:lnTo>
                  <a:pt x="166" y="1169"/>
                </a:lnTo>
                <a:lnTo>
                  <a:pt x="166" y="1167"/>
                </a:lnTo>
                <a:lnTo>
                  <a:pt x="166" y="1166"/>
                </a:lnTo>
                <a:lnTo>
                  <a:pt x="166" y="1165"/>
                </a:lnTo>
                <a:lnTo>
                  <a:pt x="167" y="1165"/>
                </a:lnTo>
                <a:lnTo>
                  <a:pt x="169" y="1165"/>
                </a:lnTo>
                <a:lnTo>
                  <a:pt x="170" y="1165"/>
                </a:lnTo>
                <a:lnTo>
                  <a:pt x="171" y="1165"/>
                </a:lnTo>
                <a:lnTo>
                  <a:pt x="172" y="1165"/>
                </a:lnTo>
                <a:lnTo>
                  <a:pt x="173" y="1165"/>
                </a:lnTo>
                <a:lnTo>
                  <a:pt x="173" y="1164"/>
                </a:lnTo>
                <a:lnTo>
                  <a:pt x="174" y="1165"/>
                </a:lnTo>
                <a:lnTo>
                  <a:pt x="175" y="1165"/>
                </a:lnTo>
                <a:lnTo>
                  <a:pt x="176" y="1165"/>
                </a:lnTo>
                <a:lnTo>
                  <a:pt x="177" y="1162"/>
                </a:lnTo>
                <a:lnTo>
                  <a:pt x="178" y="1162"/>
                </a:lnTo>
                <a:lnTo>
                  <a:pt x="178" y="1161"/>
                </a:lnTo>
                <a:lnTo>
                  <a:pt x="179" y="1160"/>
                </a:lnTo>
                <a:lnTo>
                  <a:pt x="180" y="1159"/>
                </a:lnTo>
                <a:lnTo>
                  <a:pt x="180" y="1158"/>
                </a:lnTo>
                <a:lnTo>
                  <a:pt x="180" y="1157"/>
                </a:lnTo>
                <a:lnTo>
                  <a:pt x="180" y="1156"/>
                </a:lnTo>
                <a:lnTo>
                  <a:pt x="179" y="1155"/>
                </a:lnTo>
                <a:lnTo>
                  <a:pt x="178" y="1155"/>
                </a:lnTo>
                <a:lnTo>
                  <a:pt x="178" y="1154"/>
                </a:lnTo>
                <a:lnTo>
                  <a:pt x="178" y="1153"/>
                </a:lnTo>
                <a:lnTo>
                  <a:pt x="178" y="1152"/>
                </a:lnTo>
                <a:lnTo>
                  <a:pt x="177" y="1151"/>
                </a:lnTo>
                <a:lnTo>
                  <a:pt x="176" y="1149"/>
                </a:lnTo>
                <a:lnTo>
                  <a:pt x="176" y="1148"/>
                </a:lnTo>
                <a:lnTo>
                  <a:pt x="177" y="1148"/>
                </a:lnTo>
                <a:lnTo>
                  <a:pt x="177" y="1147"/>
                </a:lnTo>
                <a:lnTo>
                  <a:pt x="176" y="1147"/>
                </a:lnTo>
                <a:lnTo>
                  <a:pt x="176" y="1146"/>
                </a:lnTo>
                <a:lnTo>
                  <a:pt x="175" y="1146"/>
                </a:lnTo>
                <a:lnTo>
                  <a:pt x="175" y="1144"/>
                </a:lnTo>
                <a:lnTo>
                  <a:pt x="175" y="1143"/>
                </a:lnTo>
                <a:lnTo>
                  <a:pt x="175" y="1142"/>
                </a:lnTo>
                <a:lnTo>
                  <a:pt x="175" y="1141"/>
                </a:lnTo>
                <a:lnTo>
                  <a:pt x="174" y="1140"/>
                </a:lnTo>
                <a:lnTo>
                  <a:pt x="173" y="1138"/>
                </a:lnTo>
                <a:lnTo>
                  <a:pt x="173" y="1137"/>
                </a:lnTo>
                <a:lnTo>
                  <a:pt x="172" y="1137"/>
                </a:lnTo>
                <a:lnTo>
                  <a:pt x="171" y="1135"/>
                </a:lnTo>
                <a:lnTo>
                  <a:pt x="170" y="1135"/>
                </a:lnTo>
                <a:lnTo>
                  <a:pt x="170" y="1136"/>
                </a:lnTo>
                <a:lnTo>
                  <a:pt x="169" y="1136"/>
                </a:lnTo>
                <a:lnTo>
                  <a:pt x="170" y="1136"/>
                </a:lnTo>
                <a:lnTo>
                  <a:pt x="170" y="1138"/>
                </a:lnTo>
                <a:lnTo>
                  <a:pt x="169" y="1138"/>
                </a:lnTo>
                <a:lnTo>
                  <a:pt x="167" y="1138"/>
                </a:lnTo>
                <a:lnTo>
                  <a:pt x="166" y="1138"/>
                </a:lnTo>
                <a:lnTo>
                  <a:pt x="165" y="1138"/>
                </a:lnTo>
                <a:lnTo>
                  <a:pt x="164" y="1137"/>
                </a:lnTo>
                <a:lnTo>
                  <a:pt x="164" y="1136"/>
                </a:lnTo>
                <a:lnTo>
                  <a:pt x="165" y="1135"/>
                </a:lnTo>
                <a:lnTo>
                  <a:pt x="165" y="1134"/>
                </a:lnTo>
                <a:lnTo>
                  <a:pt x="166" y="1134"/>
                </a:lnTo>
                <a:lnTo>
                  <a:pt x="166" y="1133"/>
                </a:lnTo>
                <a:lnTo>
                  <a:pt x="168" y="1131"/>
                </a:lnTo>
                <a:lnTo>
                  <a:pt x="167" y="1131"/>
                </a:lnTo>
                <a:lnTo>
                  <a:pt x="167" y="1130"/>
                </a:lnTo>
                <a:lnTo>
                  <a:pt x="167" y="1129"/>
                </a:lnTo>
                <a:lnTo>
                  <a:pt x="168" y="1129"/>
                </a:lnTo>
                <a:lnTo>
                  <a:pt x="169" y="1129"/>
                </a:lnTo>
                <a:lnTo>
                  <a:pt x="169" y="1128"/>
                </a:lnTo>
                <a:lnTo>
                  <a:pt x="170" y="1128"/>
                </a:lnTo>
                <a:lnTo>
                  <a:pt x="170" y="1127"/>
                </a:lnTo>
                <a:lnTo>
                  <a:pt x="171" y="1127"/>
                </a:lnTo>
                <a:lnTo>
                  <a:pt x="172" y="1128"/>
                </a:lnTo>
                <a:lnTo>
                  <a:pt x="172" y="1129"/>
                </a:lnTo>
                <a:lnTo>
                  <a:pt x="175" y="1130"/>
                </a:lnTo>
                <a:lnTo>
                  <a:pt x="176" y="1130"/>
                </a:lnTo>
                <a:lnTo>
                  <a:pt x="176" y="1129"/>
                </a:lnTo>
                <a:lnTo>
                  <a:pt x="177" y="1129"/>
                </a:lnTo>
                <a:lnTo>
                  <a:pt x="178" y="1129"/>
                </a:lnTo>
                <a:lnTo>
                  <a:pt x="178" y="1130"/>
                </a:lnTo>
                <a:lnTo>
                  <a:pt x="179" y="1131"/>
                </a:lnTo>
                <a:lnTo>
                  <a:pt x="180" y="1133"/>
                </a:lnTo>
                <a:lnTo>
                  <a:pt x="179" y="1134"/>
                </a:lnTo>
                <a:lnTo>
                  <a:pt x="180" y="1135"/>
                </a:lnTo>
                <a:lnTo>
                  <a:pt x="181" y="1136"/>
                </a:lnTo>
                <a:lnTo>
                  <a:pt x="182" y="1135"/>
                </a:lnTo>
                <a:lnTo>
                  <a:pt x="183" y="1134"/>
                </a:lnTo>
                <a:lnTo>
                  <a:pt x="185" y="1133"/>
                </a:lnTo>
                <a:lnTo>
                  <a:pt x="186" y="1133"/>
                </a:lnTo>
                <a:lnTo>
                  <a:pt x="187" y="1134"/>
                </a:lnTo>
                <a:lnTo>
                  <a:pt x="188" y="1135"/>
                </a:lnTo>
                <a:lnTo>
                  <a:pt x="189" y="1136"/>
                </a:lnTo>
                <a:lnTo>
                  <a:pt x="190" y="1137"/>
                </a:lnTo>
                <a:lnTo>
                  <a:pt x="193" y="1136"/>
                </a:lnTo>
                <a:lnTo>
                  <a:pt x="194" y="1136"/>
                </a:lnTo>
                <a:lnTo>
                  <a:pt x="195" y="1135"/>
                </a:lnTo>
                <a:lnTo>
                  <a:pt x="196" y="1135"/>
                </a:lnTo>
                <a:lnTo>
                  <a:pt x="196" y="1133"/>
                </a:lnTo>
                <a:lnTo>
                  <a:pt x="196" y="1132"/>
                </a:lnTo>
                <a:lnTo>
                  <a:pt x="196" y="1131"/>
                </a:lnTo>
                <a:lnTo>
                  <a:pt x="197" y="1131"/>
                </a:lnTo>
                <a:lnTo>
                  <a:pt x="198" y="1131"/>
                </a:lnTo>
                <a:lnTo>
                  <a:pt x="199" y="1131"/>
                </a:lnTo>
                <a:lnTo>
                  <a:pt x="199" y="1130"/>
                </a:lnTo>
                <a:lnTo>
                  <a:pt x="200" y="1129"/>
                </a:lnTo>
                <a:lnTo>
                  <a:pt x="199" y="1129"/>
                </a:lnTo>
                <a:lnTo>
                  <a:pt x="199" y="1128"/>
                </a:lnTo>
                <a:lnTo>
                  <a:pt x="199" y="1127"/>
                </a:lnTo>
                <a:lnTo>
                  <a:pt x="199" y="1126"/>
                </a:lnTo>
                <a:lnTo>
                  <a:pt x="199" y="1125"/>
                </a:lnTo>
                <a:lnTo>
                  <a:pt x="199" y="1124"/>
                </a:lnTo>
                <a:lnTo>
                  <a:pt x="199" y="1123"/>
                </a:lnTo>
                <a:lnTo>
                  <a:pt x="199" y="1122"/>
                </a:lnTo>
                <a:lnTo>
                  <a:pt x="199" y="1121"/>
                </a:lnTo>
                <a:lnTo>
                  <a:pt x="199" y="1120"/>
                </a:lnTo>
                <a:lnTo>
                  <a:pt x="198" y="1120"/>
                </a:lnTo>
                <a:lnTo>
                  <a:pt x="196" y="1119"/>
                </a:lnTo>
                <a:lnTo>
                  <a:pt x="196" y="1118"/>
                </a:lnTo>
                <a:lnTo>
                  <a:pt x="197" y="1117"/>
                </a:lnTo>
                <a:lnTo>
                  <a:pt x="198" y="1116"/>
                </a:lnTo>
                <a:lnTo>
                  <a:pt x="200" y="1115"/>
                </a:lnTo>
                <a:lnTo>
                  <a:pt x="201" y="1115"/>
                </a:lnTo>
                <a:lnTo>
                  <a:pt x="202" y="1114"/>
                </a:lnTo>
                <a:lnTo>
                  <a:pt x="202" y="1113"/>
                </a:lnTo>
                <a:lnTo>
                  <a:pt x="202" y="1111"/>
                </a:lnTo>
                <a:lnTo>
                  <a:pt x="201" y="1110"/>
                </a:lnTo>
                <a:lnTo>
                  <a:pt x="200" y="1110"/>
                </a:lnTo>
                <a:lnTo>
                  <a:pt x="200" y="1109"/>
                </a:lnTo>
                <a:lnTo>
                  <a:pt x="200" y="1110"/>
                </a:lnTo>
                <a:lnTo>
                  <a:pt x="199" y="1110"/>
                </a:lnTo>
                <a:lnTo>
                  <a:pt x="199" y="1111"/>
                </a:lnTo>
                <a:lnTo>
                  <a:pt x="198" y="1111"/>
                </a:lnTo>
                <a:lnTo>
                  <a:pt x="198" y="1110"/>
                </a:lnTo>
                <a:lnTo>
                  <a:pt x="198" y="1109"/>
                </a:lnTo>
                <a:lnTo>
                  <a:pt x="197" y="1109"/>
                </a:lnTo>
                <a:lnTo>
                  <a:pt x="197" y="1110"/>
                </a:lnTo>
                <a:lnTo>
                  <a:pt x="196" y="1110"/>
                </a:lnTo>
                <a:lnTo>
                  <a:pt x="196" y="1109"/>
                </a:lnTo>
                <a:lnTo>
                  <a:pt x="196" y="1108"/>
                </a:lnTo>
                <a:lnTo>
                  <a:pt x="195" y="1108"/>
                </a:lnTo>
                <a:lnTo>
                  <a:pt x="194" y="1108"/>
                </a:lnTo>
                <a:lnTo>
                  <a:pt x="193" y="1108"/>
                </a:lnTo>
                <a:lnTo>
                  <a:pt x="193" y="1109"/>
                </a:lnTo>
                <a:lnTo>
                  <a:pt x="192" y="1108"/>
                </a:lnTo>
                <a:lnTo>
                  <a:pt x="191" y="1107"/>
                </a:lnTo>
                <a:lnTo>
                  <a:pt x="191" y="1106"/>
                </a:lnTo>
                <a:lnTo>
                  <a:pt x="190" y="1106"/>
                </a:lnTo>
                <a:lnTo>
                  <a:pt x="190" y="1107"/>
                </a:lnTo>
                <a:lnTo>
                  <a:pt x="188" y="1107"/>
                </a:lnTo>
                <a:lnTo>
                  <a:pt x="188" y="1106"/>
                </a:lnTo>
                <a:lnTo>
                  <a:pt x="188" y="1105"/>
                </a:lnTo>
                <a:lnTo>
                  <a:pt x="187" y="1104"/>
                </a:lnTo>
                <a:lnTo>
                  <a:pt x="187" y="1103"/>
                </a:lnTo>
                <a:lnTo>
                  <a:pt x="186" y="1103"/>
                </a:lnTo>
                <a:lnTo>
                  <a:pt x="186" y="1102"/>
                </a:lnTo>
                <a:lnTo>
                  <a:pt x="186" y="1101"/>
                </a:lnTo>
                <a:lnTo>
                  <a:pt x="186" y="1099"/>
                </a:lnTo>
                <a:lnTo>
                  <a:pt x="185" y="1099"/>
                </a:lnTo>
                <a:lnTo>
                  <a:pt x="185" y="1098"/>
                </a:lnTo>
                <a:lnTo>
                  <a:pt x="184" y="1096"/>
                </a:lnTo>
                <a:lnTo>
                  <a:pt x="185" y="1096"/>
                </a:lnTo>
                <a:lnTo>
                  <a:pt x="185" y="1095"/>
                </a:lnTo>
                <a:lnTo>
                  <a:pt x="184" y="1094"/>
                </a:lnTo>
                <a:lnTo>
                  <a:pt x="183" y="1094"/>
                </a:lnTo>
                <a:lnTo>
                  <a:pt x="182" y="1095"/>
                </a:lnTo>
                <a:lnTo>
                  <a:pt x="180" y="1094"/>
                </a:lnTo>
                <a:lnTo>
                  <a:pt x="180" y="1093"/>
                </a:lnTo>
                <a:lnTo>
                  <a:pt x="181" y="1092"/>
                </a:lnTo>
                <a:lnTo>
                  <a:pt x="182" y="1092"/>
                </a:lnTo>
                <a:lnTo>
                  <a:pt x="182" y="1091"/>
                </a:lnTo>
                <a:lnTo>
                  <a:pt x="181" y="1091"/>
                </a:lnTo>
                <a:lnTo>
                  <a:pt x="180" y="1092"/>
                </a:lnTo>
                <a:lnTo>
                  <a:pt x="179" y="1092"/>
                </a:lnTo>
                <a:lnTo>
                  <a:pt x="179" y="1091"/>
                </a:lnTo>
                <a:lnTo>
                  <a:pt x="179" y="1090"/>
                </a:lnTo>
                <a:lnTo>
                  <a:pt x="178" y="1090"/>
                </a:lnTo>
                <a:lnTo>
                  <a:pt x="178" y="1089"/>
                </a:lnTo>
                <a:lnTo>
                  <a:pt x="178" y="1090"/>
                </a:lnTo>
                <a:lnTo>
                  <a:pt x="177" y="1090"/>
                </a:lnTo>
                <a:lnTo>
                  <a:pt x="176" y="1089"/>
                </a:lnTo>
                <a:lnTo>
                  <a:pt x="177" y="1088"/>
                </a:lnTo>
                <a:lnTo>
                  <a:pt x="177" y="1087"/>
                </a:lnTo>
                <a:lnTo>
                  <a:pt x="175" y="1087"/>
                </a:lnTo>
                <a:lnTo>
                  <a:pt x="175" y="1086"/>
                </a:lnTo>
                <a:lnTo>
                  <a:pt x="174" y="1086"/>
                </a:lnTo>
                <a:lnTo>
                  <a:pt x="173" y="1087"/>
                </a:lnTo>
                <a:lnTo>
                  <a:pt x="173" y="1088"/>
                </a:lnTo>
                <a:lnTo>
                  <a:pt x="172" y="1087"/>
                </a:lnTo>
                <a:lnTo>
                  <a:pt x="171" y="1086"/>
                </a:lnTo>
                <a:lnTo>
                  <a:pt x="170" y="1086"/>
                </a:lnTo>
                <a:lnTo>
                  <a:pt x="169" y="1085"/>
                </a:lnTo>
                <a:lnTo>
                  <a:pt x="168" y="1085"/>
                </a:lnTo>
                <a:lnTo>
                  <a:pt x="167" y="1085"/>
                </a:lnTo>
                <a:lnTo>
                  <a:pt x="167" y="1084"/>
                </a:lnTo>
                <a:lnTo>
                  <a:pt x="167" y="1083"/>
                </a:lnTo>
                <a:lnTo>
                  <a:pt x="167" y="1082"/>
                </a:lnTo>
                <a:lnTo>
                  <a:pt x="166" y="1082"/>
                </a:lnTo>
                <a:lnTo>
                  <a:pt x="165" y="1082"/>
                </a:lnTo>
                <a:lnTo>
                  <a:pt x="164" y="1082"/>
                </a:lnTo>
                <a:lnTo>
                  <a:pt x="163" y="1081"/>
                </a:lnTo>
                <a:lnTo>
                  <a:pt x="163" y="1080"/>
                </a:lnTo>
                <a:lnTo>
                  <a:pt x="163" y="1079"/>
                </a:lnTo>
                <a:lnTo>
                  <a:pt x="162" y="1079"/>
                </a:lnTo>
                <a:lnTo>
                  <a:pt x="162" y="1080"/>
                </a:lnTo>
                <a:lnTo>
                  <a:pt x="161" y="1080"/>
                </a:lnTo>
                <a:lnTo>
                  <a:pt x="160" y="1080"/>
                </a:lnTo>
                <a:lnTo>
                  <a:pt x="160" y="1078"/>
                </a:lnTo>
                <a:lnTo>
                  <a:pt x="159" y="1078"/>
                </a:lnTo>
                <a:lnTo>
                  <a:pt x="158" y="1078"/>
                </a:lnTo>
                <a:lnTo>
                  <a:pt x="157" y="1078"/>
                </a:lnTo>
                <a:lnTo>
                  <a:pt x="157" y="1079"/>
                </a:lnTo>
                <a:lnTo>
                  <a:pt x="156" y="1080"/>
                </a:lnTo>
                <a:lnTo>
                  <a:pt x="155" y="1080"/>
                </a:lnTo>
                <a:lnTo>
                  <a:pt x="155" y="1079"/>
                </a:lnTo>
                <a:lnTo>
                  <a:pt x="154" y="1079"/>
                </a:lnTo>
                <a:lnTo>
                  <a:pt x="153" y="1079"/>
                </a:lnTo>
                <a:lnTo>
                  <a:pt x="153" y="1080"/>
                </a:lnTo>
                <a:lnTo>
                  <a:pt x="152" y="1080"/>
                </a:lnTo>
                <a:lnTo>
                  <a:pt x="151" y="1080"/>
                </a:lnTo>
                <a:lnTo>
                  <a:pt x="150" y="1080"/>
                </a:lnTo>
                <a:lnTo>
                  <a:pt x="149" y="1080"/>
                </a:lnTo>
                <a:lnTo>
                  <a:pt x="149" y="1081"/>
                </a:lnTo>
                <a:lnTo>
                  <a:pt x="149" y="1082"/>
                </a:lnTo>
                <a:lnTo>
                  <a:pt x="148" y="1083"/>
                </a:lnTo>
                <a:lnTo>
                  <a:pt x="147" y="1083"/>
                </a:lnTo>
                <a:lnTo>
                  <a:pt x="146" y="1083"/>
                </a:lnTo>
                <a:lnTo>
                  <a:pt x="146" y="1082"/>
                </a:lnTo>
                <a:lnTo>
                  <a:pt x="146" y="1081"/>
                </a:lnTo>
                <a:lnTo>
                  <a:pt x="145" y="1080"/>
                </a:lnTo>
                <a:lnTo>
                  <a:pt x="145" y="1081"/>
                </a:lnTo>
                <a:lnTo>
                  <a:pt x="144" y="1082"/>
                </a:lnTo>
                <a:lnTo>
                  <a:pt x="143" y="1082"/>
                </a:lnTo>
                <a:lnTo>
                  <a:pt x="142" y="1082"/>
                </a:lnTo>
                <a:lnTo>
                  <a:pt x="141" y="1082"/>
                </a:lnTo>
                <a:lnTo>
                  <a:pt x="140" y="1081"/>
                </a:lnTo>
                <a:lnTo>
                  <a:pt x="139" y="1081"/>
                </a:lnTo>
                <a:lnTo>
                  <a:pt x="138" y="1081"/>
                </a:lnTo>
                <a:lnTo>
                  <a:pt x="137" y="1081"/>
                </a:lnTo>
                <a:lnTo>
                  <a:pt x="138" y="1081"/>
                </a:lnTo>
                <a:lnTo>
                  <a:pt x="138" y="1080"/>
                </a:lnTo>
                <a:lnTo>
                  <a:pt x="138" y="1078"/>
                </a:lnTo>
                <a:lnTo>
                  <a:pt x="139" y="1078"/>
                </a:lnTo>
                <a:lnTo>
                  <a:pt x="139" y="1077"/>
                </a:lnTo>
                <a:lnTo>
                  <a:pt x="139" y="1076"/>
                </a:lnTo>
                <a:lnTo>
                  <a:pt x="139" y="1075"/>
                </a:lnTo>
                <a:lnTo>
                  <a:pt x="138" y="1075"/>
                </a:lnTo>
                <a:lnTo>
                  <a:pt x="138" y="1074"/>
                </a:lnTo>
                <a:lnTo>
                  <a:pt x="139" y="1073"/>
                </a:lnTo>
                <a:lnTo>
                  <a:pt x="139" y="1072"/>
                </a:lnTo>
                <a:lnTo>
                  <a:pt x="139" y="1071"/>
                </a:lnTo>
                <a:lnTo>
                  <a:pt x="138" y="1071"/>
                </a:lnTo>
                <a:lnTo>
                  <a:pt x="138" y="1070"/>
                </a:lnTo>
                <a:lnTo>
                  <a:pt x="137" y="1070"/>
                </a:lnTo>
                <a:lnTo>
                  <a:pt x="137" y="1069"/>
                </a:lnTo>
                <a:lnTo>
                  <a:pt x="136" y="1069"/>
                </a:lnTo>
                <a:lnTo>
                  <a:pt x="135" y="1069"/>
                </a:lnTo>
                <a:lnTo>
                  <a:pt x="134" y="1069"/>
                </a:lnTo>
                <a:lnTo>
                  <a:pt x="133" y="1068"/>
                </a:lnTo>
                <a:lnTo>
                  <a:pt x="134" y="1067"/>
                </a:lnTo>
                <a:lnTo>
                  <a:pt x="134" y="1066"/>
                </a:lnTo>
                <a:lnTo>
                  <a:pt x="135" y="1066"/>
                </a:lnTo>
                <a:lnTo>
                  <a:pt x="136" y="1066"/>
                </a:lnTo>
                <a:lnTo>
                  <a:pt x="137" y="1066"/>
                </a:lnTo>
                <a:lnTo>
                  <a:pt x="137" y="1065"/>
                </a:lnTo>
                <a:lnTo>
                  <a:pt x="138" y="1065"/>
                </a:lnTo>
                <a:lnTo>
                  <a:pt x="139" y="1064"/>
                </a:lnTo>
                <a:lnTo>
                  <a:pt x="139" y="1063"/>
                </a:lnTo>
                <a:lnTo>
                  <a:pt x="140" y="1062"/>
                </a:lnTo>
                <a:lnTo>
                  <a:pt x="141" y="1061"/>
                </a:lnTo>
                <a:lnTo>
                  <a:pt x="142" y="1061"/>
                </a:lnTo>
                <a:lnTo>
                  <a:pt x="142" y="1062"/>
                </a:lnTo>
                <a:lnTo>
                  <a:pt x="143" y="1062"/>
                </a:lnTo>
                <a:lnTo>
                  <a:pt x="143" y="1061"/>
                </a:lnTo>
                <a:lnTo>
                  <a:pt x="144" y="1060"/>
                </a:lnTo>
                <a:lnTo>
                  <a:pt x="144" y="1059"/>
                </a:lnTo>
                <a:lnTo>
                  <a:pt x="145" y="1058"/>
                </a:lnTo>
                <a:lnTo>
                  <a:pt x="145" y="1059"/>
                </a:lnTo>
                <a:lnTo>
                  <a:pt x="146" y="1060"/>
                </a:lnTo>
                <a:lnTo>
                  <a:pt x="147" y="1059"/>
                </a:lnTo>
                <a:lnTo>
                  <a:pt x="148" y="1056"/>
                </a:lnTo>
                <a:lnTo>
                  <a:pt x="149" y="1056"/>
                </a:lnTo>
                <a:lnTo>
                  <a:pt x="150" y="1056"/>
                </a:lnTo>
                <a:lnTo>
                  <a:pt x="151" y="1056"/>
                </a:lnTo>
                <a:lnTo>
                  <a:pt x="151" y="1055"/>
                </a:lnTo>
                <a:lnTo>
                  <a:pt x="151" y="1054"/>
                </a:lnTo>
                <a:lnTo>
                  <a:pt x="151" y="1053"/>
                </a:lnTo>
                <a:lnTo>
                  <a:pt x="152" y="1052"/>
                </a:lnTo>
                <a:lnTo>
                  <a:pt x="152" y="1053"/>
                </a:lnTo>
                <a:lnTo>
                  <a:pt x="155" y="1056"/>
                </a:lnTo>
                <a:lnTo>
                  <a:pt x="156" y="1056"/>
                </a:lnTo>
                <a:lnTo>
                  <a:pt x="158" y="1056"/>
                </a:lnTo>
                <a:lnTo>
                  <a:pt x="159" y="1055"/>
                </a:lnTo>
                <a:lnTo>
                  <a:pt x="160" y="1053"/>
                </a:lnTo>
                <a:lnTo>
                  <a:pt x="159" y="1052"/>
                </a:lnTo>
                <a:lnTo>
                  <a:pt x="158" y="1052"/>
                </a:lnTo>
                <a:lnTo>
                  <a:pt x="158" y="1051"/>
                </a:lnTo>
                <a:lnTo>
                  <a:pt x="157" y="1050"/>
                </a:lnTo>
                <a:lnTo>
                  <a:pt x="156" y="1050"/>
                </a:lnTo>
                <a:lnTo>
                  <a:pt x="156" y="1049"/>
                </a:lnTo>
                <a:lnTo>
                  <a:pt x="156" y="1048"/>
                </a:lnTo>
                <a:lnTo>
                  <a:pt x="157" y="1048"/>
                </a:lnTo>
                <a:lnTo>
                  <a:pt x="157" y="1047"/>
                </a:lnTo>
                <a:lnTo>
                  <a:pt x="157" y="1046"/>
                </a:lnTo>
                <a:lnTo>
                  <a:pt x="156" y="1046"/>
                </a:lnTo>
                <a:lnTo>
                  <a:pt x="156" y="1045"/>
                </a:lnTo>
                <a:lnTo>
                  <a:pt x="156" y="1044"/>
                </a:lnTo>
                <a:lnTo>
                  <a:pt x="157" y="1042"/>
                </a:lnTo>
                <a:lnTo>
                  <a:pt x="157" y="1041"/>
                </a:lnTo>
                <a:lnTo>
                  <a:pt x="157" y="1040"/>
                </a:lnTo>
                <a:lnTo>
                  <a:pt x="158" y="1040"/>
                </a:lnTo>
                <a:lnTo>
                  <a:pt x="159" y="1040"/>
                </a:lnTo>
                <a:lnTo>
                  <a:pt x="159" y="1041"/>
                </a:lnTo>
                <a:lnTo>
                  <a:pt x="160" y="1041"/>
                </a:lnTo>
                <a:lnTo>
                  <a:pt x="161" y="1040"/>
                </a:lnTo>
                <a:lnTo>
                  <a:pt x="162" y="1040"/>
                </a:lnTo>
                <a:lnTo>
                  <a:pt x="162" y="1039"/>
                </a:lnTo>
                <a:lnTo>
                  <a:pt x="162" y="1038"/>
                </a:lnTo>
                <a:lnTo>
                  <a:pt x="163" y="1038"/>
                </a:lnTo>
                <a:lnTo>
                  <a:pt x="163" y="1037"/>
                </a:lnTo>
                <a:lnTo>
                  <a:pt x="164" y="1037"/>
                </a:lnTo>
                <a:lnTo>
                  <a:pt x="164" y="1036"/>
                </a:lnTo>
                <a:lnTo>
                  <a:pt x="164" y="1035"/>
                </a:lnTo>
                <a:lnTo>
                  <a:pt x="164" y="1034"/>
                </a:lnTo>
                <a:lnTo>
                  <a:pt x="164" y="1033"/>
                </a:lnTo>
                <a:lnTo>
                  <a:pt x="165" y="1033"/>
                </a:lnTo>
                <a:lnTo>
                  <a:pt x="165" y="1034"/>
                </a:lnTo>
                <a:lnTo>
                  <a:pt x="166" y="1034"/>
                </a:lnTo>
                <a:lnTo>
                  <a:pt x="167" y="1034"/>
                </a:lnTo>
                <a:lnTo>
                  <a:pt x="168" y="1033"/>
                </a:lnTo>
                <a:lnTo>
                  <a:pt x="169" y="1033"/>
                </a:lnTo>
                <a:lnTo>
                  <a:pt x="170" y="1033"/>
                </a:lnTo>
                <a:lnTo>
                  <a:pt x="171" y="1033"/>
                </a:lnTo>
                <a:lnTo>
                  <a:pt x="172" y="1033"/>
                </a:lnTo>
                <a:lnTo>
                  <a:pt x="172" y="1032"/>
                </a:lnTo>
                <a:lnTo>
                  <a:pt x="172" y="1031"/>
                </a:lnTo>
                <a:lnTo>
                  <a:pt x="172" y="1030"/>
                </a:lnTo>
                <a:lnTo>
                  <a:pt x="173" y="1030"/>
                </a:lnTo>
                <a:lnTo>
                  <a:pt x="173" y="1029"/>
                </a:lnTo>
                <a:lnTo>
                  <a:pt x="174" y="1029"/>
                </a:lnTo>
                <a:lnTo>
                  <a:pt x="175" y="1029"/>
                </a:lnTo>
                <a:lnTo>
                  <a:pt x="176" y="1029"/>
                </a:lnTo>
                <a:lnTo>
                  <a:pt x="176" y="1028"/>
                </a:lnTo>
                <a:lnTo>
                  <a:pt x="177" y="1028"/>
                </a:lnTo>
                <a:lnTo>
                  <a:pt x="177" y="1027"/>
                </a:lnTo>
                <a:lnTo>
                  <a:pt x="177" y="1026"/>
                </a:lnTo>
                <a:lnTo>
                  <a:pt x="177" y="1024"/>
                </a:lnTo>
                <a:lnTo>
                  <a:pt x="176" y="1023"/>
                </a:lnTo>
                <a:lnTo>
                  <a:pt x="175" y="1023"/>
                </a:lnTo>
                <a:lnTo>
                  <a:pt x="175" y="1022"/>
                </a:lnTo>
                <a:lnTo>
                  <a:pt x="175" y="1021"/>
                </a:lnTo>
                <a:lnTo>
                  <a:pt x="175" y="1020"/>
                </a:lnTo>
                <a:lnTo>
                  <a:pt x="174" y="1020"/>
                </a:lnTo>
                <a:lnTo>
                  <a:pt x="173" y="1019"/>
                </a:lnTo>
                <a:lnTo>
                  <a:pt x="173" y="1017"/>
                </a:lnTo>
                <a:lnTo>
                  <a:pt x="172" y="1016"/>
                </a:lnTo>
                <a:lnTo>
                  <a:pt x="173" y="1016"/>
                </a:lnTo>
                <a:lnTo>
                  <a:pt x="174" y="1015"/>
                </a:lnTo>
                <a:lnTo>
                  <a:pt x="174" y="1014"/>
                </a:lnTo>
                <a:lnTo>
                  <a:pt x="173" y="1013"/>
                </a:lnTo>
                <a:lnTo>
                  <a:pt x="174" y="1012"/>
                </a:lnTo>
                <a:lnTo>
                  <a:pt x="173" y="1010"/>
                </a:lnTo>
                <a:lnTo>
                  <a:pt x="173" y="1009"/>
                </a:lnTo>
                <a:lnTo>
                  <a:pt x="172" y="1009"/>
                </a:lnTo>
                <a:lnTo>
                  <a:pt x="172" y="1008"/>
                </a:lnTo>
                <a:lnTo>
                  <a:pt x="171" y="1007"/>
                </a:lnTo>
                <a:lnTo>
                  <a:pt x="170" y="1006"/>
                </a:lnTo>
                <a:lnTo>
                  <a:pt x="169" y="1006"/>
                </a:lnTo>
                <a:lnTo>
                  <a:pt x="168" y="1006"/>
                </a:lnTo>
                <a:lnTo>
                  <a:pt x="168" y="1005"/>
                </a:lnTo>
                <a:lnTo>
                  <a:pt x="166" y="1004"/>
                </a:lnTo>
                <a:lnTo>
                  <a:pt x="166" y="1003"/>
                </a:lnTo>
                <a:lnTo>
                  <a:pt x="165" y="1003"/>
                </a:lnTo>
                <a:lnTo>
                  <a:pt x="165" y="1002"/>
                </a:lnTo>
                <a:lnTo>
                  <a:pt x="166" y="1001"/>
                </a:lnTo>
                <a:lnTo>
                  <a:pt x="166" y="999"/>
                </a:lnTo>
                <a:lnTo>
                  <a:pt x="167" y="997"/>
                </a:lnTo>
                <a:lnTo>
                  <a:pt x="165" y="997"/>
                </a:lnTo>
                <a:lnTo>
                  <a:pt x="164" y="996"/>
                </a:lnTo>
                <a:lnTo>
                  <a:pt x="164" y="995"/>
                </a:lnTo>
                <a:lnTo>
                  <a:pt x="164" y="994"/>
                </a:lnTo>
                <a:lnTo>
                  <a:pt x="163" y="994"/>
                </a:lnTo>
                <a:lnTo>
                  <a:pt x="162" y="993"/>
                </a:lnTo>
                <a:lnTo>
                  <a:pt x="162" y="992"/>
                </a:lnTo>
                <a:lnTo>
                  <a:pt x="162" y="991"/>
                </a:lnTo>
                <a:lnTo>
                  <a:pt x="162" y="990"/>
                </a:lnTo>
                <a:lnTo>
                  <a:pt x="162" y="989"/>
                </a:lnTo>
                <a:lnTo>
                  <a:pt x="162" y="987"/>
                </a:lnTo>
                <a:lnTo>
                  <a:pt x="161" y="986"/>
                </a:lnTo>
                <a:lnTo>
                  <a:pt x="161" y="985"/>
                </a:lnTo>
                <a:lnTo>
                  <a:pt x="161" y="984"/>
                </a:lnTo>
                <a:lnTo>
                  <a:pt x="162" y="983"/>
                </a:lnTo>
                <a:lnTo>
                  <a:pt x="163" y="983"/>
                </a:lnTo>
                <a:lnTo>
                  <a:pt x="164" y="982"/>
                </a:lnTo>
                <a:lnTo>
                  <a:pt x="163" y="981"/>
                </a:lnTo>
                <a:lnTo>
                  <a:pt x="162" y="980"/>
                </a:lnTo>
                <a:lnTo>
                  <a:pt x="162" y="979"/>
                </a:lnTo>
                <a:lnTo>
                  <a:pt x="163" y="979"/>
                </a:lnTo>
                <a:lnTo>
                  <a:pt x="163" y="977"/>
                </a:lnTo>
                <a:lnTo>
                  <a:pt x="162" y="977"/>
                </a:lnTo>
                <a:lnTo>
                  <a:pt x="161" y="976"/>
                </a:lnTo>
                <a:lnTo>
                  <a:pt x="163" y="974"/>
                </a:lnTo>
                <a:lnTo>
                  <a:pt x="164" y="974"/>
                </a:lnTo>
                <a:lnTo>
                  <a:pt x="165" y="974"/>
                </a:lnTo>
                <a:lnTo>
                  <a:pt x="166" y="974"/>
                </a:lnTo>
                <a:lnTo>
                  <a:pt x="167" y="975"/>
                </a:lnTo>
                <a:lnTo>
                  <a:pt x="168" y="975"/>
                </a:lnTo>
                <a:lnTo>
                  <a:pt x="168" y="974"/>
                </a:lnTo>
                <a:lnTo>
                  <a:pt x="168" y="973"/>
                </a:lnTo>
                <a:lnTo>
                  <a:pt x="168" y="972"/>
                </a:lnTo>
                <a:lnTo>
                  <a:pt x="168" y="971"/>
                </a:lnTo>
                <a:lnTo>
                  <a:pt x="169" y="971"/>
                </a:lnTo>
                <a:lnTo>
                  <a:pt x="169" y="970"/>
                </a:lnTo>
                <a:lnTo>
                  <a:pt x="170" y="968"/>
                </a:lnTo>
                <a:lnTo>
                  <a:pt x="170" y="967"/>
                </a:lnTo>
                <a:lnTo>
                  <a:pt x="171" y="967"/>
                </a:lnTo>
                <a:lnTo>
                  <a:pt x="171" y="966"/>
                </a:lnTo>
                <a:lnTo>
                  <a:pt x="171" y="964"/>
                </a:lnTo>
                <a:lnTo>
                  <a:pt x="170" y="964"/>
                </a:lnTo>
                <a:lnTo>
                  <a:pt x="170" y="963"/>
                </a:lnTo>
                <a:lnTo>
                  <a:pt x="172" y="962"/>
                </a:lnTo>
                <a:lnTo>
                  <a:pt x="173" y="962"/>
                </a:lnTo>
                <a:lnTo>
                  <a:pt x="174" y="963"/>
                </a:lnTo>
                <a:lnTo>
                  <a:pt x="175" y="964"/>
                </a:lnTo>
                <a:lnTo>
                  <a:pt x="176" y="964"/>
                </a:lnTo>
                <a:lnTo>
                  <a:pt x="176" y="963"/>
                </a:lnTo>
                <a:lnTo>
                  <a:pt x="175" y="963"/>
                </a:lnTo>
                <a:lnTo>
                  <a:pt x="175" y="962"/>
                </a:lnTo>
                <a:lnTo>
                  <a:pt x="176" y="962"/>
                </a:lnTo>
                <a:lnTo>
                  <a:pt x="177" y="962"/>
                </a:lnTo>
                <a:lnTo>
                  <a:pt x="178" y="962"/>
                </a:lnTo>
                <a:lnTo>
                  <a:pt x="180" y="963"/>
                </a:lnTo>
                <a:lnTo>
                  <a:pt x="181" y="964"/>
                </a:lnTo>
                <a:lnTo>
                  <a:pt x="182" y="964"/>
                </a:lnTo>
                <a:lnTo>
                  <a:pt x="182" y="965"/>
                </a:lnTo>
                <a:lnTo>
                  <a:pt x="183" y="965"/>
                </a:lnTo>
                <a:lnTo>
                  <a:pt x="184" y="966"/>
                </a:lnTo>
                <a:lnTo>
                  <a:pt x="186" y="966"/>
                </a:lnTo>
                <a:lnTo>
                  <a:pt x="186" y="965"/>
                </a:lnTo>
                <a:lnTo>
                  <a:pt x="187" y="965"/>
                </a:lnTo>
                <a:lnTo>
                  <a:pt x="187" y="964"/>
                </a:lnTo>
                <a:lnTo>
                  <a:pt x="188" y="964"/>
                </a:lnTo>
                <a:lnTo>
                  <a:pt x="189" y="964"/>
                </a:lnTo>
                <a:lnTo>
                  <a:pt x="190" y="966"/>
                </a:lnTo>
                <a:lnTo>
                  <a:pt x="190" y="965"/>
                </a:lnTo>
                <a:lnTo>
                  <a:pt x="191" y="964"/>
                </a:lnTo>
                <a:lnTo>
                  <a:pt x="192" y="964"/>
                </a:lnTo>
                <a:lnTo>
                  <a:pt x="193" y="964"/>
                </a:lnTo>
                <a:lnTo>
                  <a:pt x="195" y="964"/>
                </a:lnTo>
                <a:lnTo>
                  <a:pt x="196" y="964"/>
                </a:lnTo>
                <a:lnTo>
                  <a:pt x="197" y="963"/>
                </a:lnTo>
                <a:lnTo>
                  <a:pt x="197" y="962"/>
                </a:lnTo>
                <a:lnTo>
                  <a:pt x="198" y="962"/>
                </a:lnTo>
                <a:lnTo>
                  <a:pt x="198" y="961"/>
                </a:lnTo>
                <a:lnTo>
                  <a:pt x="199" y="961"/>
                </a:lnTo>
                <a:lnTo>
                  <a:pt x="198" y="960"/>
                </a:lnTo>
                <a:lnTo>
                  <a:pt x="199" y="959"/>
                </a:lnTo>
                <a:lnTo>
                  <a:pt x="202" y="959"/>
                </a:lnTo>
                <a:lnTo>
                  <a:pt x="203" y="959"/>
                </a:lnTo>
                <a:lnTo>
                  <a:pt x="204" y="960"/>
                </a:lnTo>
                <a:lnTo>
                  <a:pt x="206" y="960"/>
                </a:lnTo>
                <a:lnTo>
                  <a:pt x="207" y="960"/>
                </a:lnTo>
                <a:lnTo>
                  <a:pt x="207" y="961"/>
                </a:lnTo>
                <a:lnTo>
                  <a:pt x="208" y="961"/>
                </a:lnTo>
                <a:lnTo>
                  <a:pt x="209" y="961"/>
                </a:lnTo>
                <a:lnTo>
                  <a:pt x="210" y="961"/>
                </a:lnTo>
                <a:lnTo>
                  <a:pt x="211" y="961"/>
                </a:lnTo>
                <a:lnTo>
                  <a:pt x="212" y="961"/>
                </a:lnTo>
                <a:lnTo>
                  <a:pt x="215" y="962"/>
                </a:lnTo>
                <a:lnTo>
                  <a:pt x="216" y="963"/>
                </a:lnTo>
                <a:lnTo>
                  <a:pt x="217" y="963"/>
                </a:lnTo>
                <a:lnTo>
                  <a:pt x="220" y="963"/>
                </a:lnTo>
                <a:lnTo>
                  <a:pt x="221" y="962"/>
                </a:lnTo>
                <a:lnTo>
                  <a:pt x="221" y="961"/>
                </a:lnTo>
                <a:lnTo>
                  <a:pt x="222" y="960"/>
                </a:lnTo>
                <a:lnTo>
                  <a:pt x="223" y="960"/>
                </a:lnTo>
                <a:lnTo>
                  <a:pt x="224" y="960"/>
                </a:lnTo>
                <a:lnTo>
                  <a:pt x="225" y="960"/>
                </a:lnTo>
                <a:lnTo>
                  <a:pt x="226" y="960"/>
                </a:lnTo>
                <a:lnTo>
                  <a:pt x="227" y="960"/>
                </a:lnTo>
                <a:lnTo>
                  <a:pt x="229" y="960"/>
                </a:lnTo>
                <a:lnTo>
                  <a:pt x="230" y="961"/>
                </a:lnTo>
                <a:lnTo>
                  <a:pt x="231" y="961"/>
                </a:lnTo>
                <a:lnTo>
                  <a:pt x="231" y="962"/>
                </a:lnTo>
                <a:lnTo>
                  <a:pt x="231" y="963"/>
                </a:lnTo>
                <a:lnTo>
                  <a:pt x="233" y="964"/>
                </a:lnTo>
                <a:lnTo>
                  <a:pt x="234" y="964"/>
                </a:lnTo>
                <a:lnTo>
                  <a:pt x="234" y="963"/>
                </a:lnTo>
                <a:lnTo>
                  <a:pt x="234" y="962"/>
                </a:lnTo>
                <a:lnTo>
                  <a:pt x="235" y="962"/>
                </a:lnTo>
                <a:lnTo>
                  <a:pt x="236" y="962"/>
                </a:lnTo>
                <a:lnTo>
                  <a:pt x="236" y="963"/>
                </a:lnTo>
                <a:lnTo>
                  <a:pt x="238" y="964"/>
                </a:lnTo>
                <a:lnTo>
                  <a:pt x="238" y="965"/>
                </a:lnTo>
                <a:lnTo>
                  <a:pt x="239" y="965"/>
                </a:lnTo>
                <a:lnTo>
                  <a:pt x="240" y="966"/>
                </a:lnTo>
                <a:lnTo>
                  <a:pt x="241" y="966"/>
                </a:lnTo>
                <a:lnTo>
                  <a:pt x="241" y="965"/>
                </a:lnTo>
                <a:lnTo>
                  <a:pt x="242" y="965"/>
                </a:lnTo>
                <a:lnTo>
                  <a:pt x="243" y="965"/>
                </a:lnTo>
                <a:lnTo>
                  <a:pt x="244" y="965"/>
                </a:lnTo>
                <a:lnTo>
                  <a:pt x="243" y="965"/>
                </a:lnTo>
                <a:lnTo>
                  <a:pt x="243" y="966"/>
                </a:lnTo>
                <a:lnTo>
                  <a:pt x="243" y="967"/>
                </a:lnTo>
                <a:lnTo>
                  <a:pt x="244" y="967"/>
                </a:lnTo>
                <a:lnTo>
                  <a:pt x="245" y="967"/>
                </a:lnTo>
                <a:lnTo>
                  <a:pt x="246" y="969"/>
                </a:lnTo>
                <a:lnTo>
                  <a:pt x="247" y="971"/>
                </a:lnTo>
                <a:lnTo>
                  <a:pt x="247" y="972"/>
                </a:lnTo>
                <a:lnTo>
                  <a:pt x="247" y="973"/>
                </a:lnTo>
                <a:lnTo>
                  <a:pt x="248" y="973"/>
                </a:lnTo>
                <a:lnTo>
                  <a:pt x="249" y="973"/>
                </a:lnTo>
                <a:lnTo>
                  <a:pt x="250" y="973"/>
                </a:lnTo>
                <a:lnTo>
                  <a:pt x="251" y="973"/>
                </a:lnTo>
                <a:lnTo>
                  <a:pt x="251" y="972"/>
                </a:lnTo>
                <a:lnTo>
                  <a:pt x="251" y="971"/>
                </a:lnTo>
                <a:lnTo>
                  <a:pt x="252" y="970"/>
                </a:lnTo>
                <a:lnTo>
                  <a:pt x="254" y="971"/>
                </a:lnTo>
                <a:lnTo>
                  <a:pt x="254" y="972"/>
                </a:lnTo>
                <a:lnTo>
                  <a:pt x="254" y="973"/>
                </a:lnTo>
                <a:lnTo>
                  <a:pt x="253" y="974"/>
                </a:lnTo>
                <a:lnTo>
                  <a:pt x="254" y="974"/>
                </a:lnTo>
                <a:lnTo>
                  <a:pt x="255" y="974"/>
                </a:lnTo>
                <a:lnTo>
                  <a:pt x="255" y="975"/>
                </a:lnTo>
                <a:lnTo>
                  <a:pt x="256" y="975"/>
                </a:lnTo>
                <a:lnTo>
                  <a:pt x="257" y="975"/>
                </a:lnTo>
                <a:lnTo>
                  <a:pt x="258" y="975"/>
                </a:lnTo>
                <a:lnTo>
                  <a:pt x="259" y="975"/>
                </a:lnTo>
                <a:lnTo>
                  <a:pt x="260" y="975"/>
                </a:lnTo>
                <a:lnTo>
                  <a:pt x="260" y="976"/>
                </a:lnTo>
                <a:lnTo>
                  <a:pt x="261" y="976"/>
                </a:lnTo>
                <a:lnTo>
                  <a:pt x="261" y="977"/>
                </a:lnTo>
                <a:lnTo>
                  <a:pt x="261" y="978"/>
                </a:lnTo>
                <a:lnTo>
                  <a:pt x="262" y="980"/>
                </a:lnTo>
                <a:lnTo>
                  <a:pt x="261" y="981"/>
                </a:lnTo>
                <a:lnTo>
                  <a:pt x="261" y="982"/>
                </a:lnTo>
                <a:lnTo>
                  <a:pt x="261" y="983"/>
                </a:lnTo>
                <a:lnTo>
                  <a:pt x="260" y="983"/>
                </a:lnTo>
                <a:lnTo>
                  <a:pt x="260" y="984"/>
                </a:lnTo>
                <a:lnTo>
                  <a:pt x="261" y="985"/>
                </a:lnTo>
                <a:lnTo>
                  <a:pt x="262" y="985"/>
                </a:lnTo>
                <a:lnTo>
                  <a:pt x="262" y="986"/>
                </a:lnTo>
                <a:lnTo>
                  <a:pt x="263" y="987"/>
                </a:lnTo>
                <a:lnTo>
                  <a:pt x="263" y="988"/>
                </a:lnTo>
                <a:lnTo>
                  <a:pt x="264" y="988"/>
                </a:lnTo>
                <a:lnTo>
                  <a:pt x="265" y="988"/>
                </a:lnTo>
                <a:lnTo>
                  <a:pt x="266" y="989"/>
                </a:lnTo>
                <a:lnTo>
                  <a:pt x="266" y="990"/>
                </a:lnTo>
                <a:lnTo>
                  <a:pt x="268" y="990"/>
                </a:lnTo>
                <a:lnTo>
                  <a:pt x="269" y="990"/>
                </a:lnTo>
                <a:lnTo>
                  <a:pt x="270" y="990"/>
                </a:lnTo>
                <a:lnTo>
                  <a:pt x="271" y="991"/>
                </a:lnTo>
                <a:lnTo>
                  <a:pt x="271" y="992"/>
                </a:lnTo>
                <a:lnTo>
                  <a:pt x="272" y="992"/>
                </a:lnTo>
                <a:lnTo>
                  <a:pt x="273" y="991"/>
                </a:lnTo>
                <a:lnTo>
                  <a:pt x="274" y="992"/>
                </a:lnTo>
                <a:lnTo>
                  <a:pt x="275" y="992"/>
                </a:lnTo>
                <a:lnTo>
                  <a:pt x="276" y="994"/>
                </a:lnTo>
                <a:lnTo>
                  <a:pt x="276" y="995"/>
                </a:lnTo>
                <a:lnTo>
                  <a:pt x="277" y="997"/>
                </a:lnTo>
                <a:lnTo>
                  <a:pt x="277" y="998"/>
                </a:lnTo>
                <a:lnTo>
                  <a:pt x="277" y="999"/>
                </a:lnTo>
                <a:lnTo>
                  <a:pt x="276" y="1000"/>
                </a:lnTo>
                <a:lnTo>
                  <a:pt x="277" y="1002"/>
                </a:lnTo>
                <a:lnTo>
                  <a:pt x="278" y="1003"/>
                </a:lnTo>
                <a:lnTo>
                  <a:pt x="279" y="1002"/>
                </a:lnTo>
                <a:lnTo>
                  <a:pt x="280" y="1002"/>
                </a:lnTo>
                <a:lnTo>
                  <a:pt x="281" y="1003"/>
                </a:lnTo>
                <a:lnTo>
                  <a:pt x="282" y="1004"/>
                </a:lnTo>
                <a:lnTo>
                  <a:pt x="283" y="1004"/>
                </a:lnTo>
                <a:lnTo>
                  <a:pt x="284" y="1003"/>
                </a:lnTo>
                <a:lnTo>
                  <a:pt x="284" y="1002"/>
                </a:lnTo>
                <a:lnTo>
                  <a:pt x="285" y="1001"/>
                </a:lnTo>
                <a:lnTo>
                  <a:pt x="286" y="1001"/>
                </a:lnTo>
                <a:lnTo>
                  <a:pt x="286" y="1002"/>
                </a:lnTo>
                <a:lnTo>
                  <a:pt x="287" y="1003"/>
                </a:lnTo>
                <a:lnTo>
                  <a:pt x="288" y="1003"/>
                </a:lnTo>
                <a:lnTo>
                  <a:pt x="288" y="1002"/>
                </a:lnTo>
                <a:lnTo>
                  <a:pt x="289" y="1000"/>
                </a:lnTo>
                <a:lnTo>
                  <a:pt x="289" y="999"/>
                </a:lnTo>
                <a:lnTo>
                  <a:pt x="289" y="998"/>
                </a:lnTo>
                <a:lnTo>
                  <a:pt x="289" y="997"/>
                </a:lnTo>
                <a:lnTo>
                  <a:pt x="290" y="997"/>
                </a:lnTo>
                <a:lnTo>
                  <a:pt x="291" y="997"/>
                </a:lnTo>
                <a:lnTo>
                  <a:pt x="292" y="998"/>
                </a:lnTo>
                <a:lnTo>
                  <a:pt x="293" y="997"/>
                </a:lnTo>
                <a:lnTo>
                  <a:pt x="292" y="996"/>
                </a:lnTo>
                <a:lnTo>
                  <a:pt x="293" y="995"/>
                </a:lnTo>
                <a:lnTo>
                  <a:pt x="293" y="994"/>
                </a:lnTo>
                <a:lnTo>
                  <a:pt x="294" y="993"/>
                </a:lnTo>
                <a:lnTo>
                  <a:pt x="294" y="992"/>
                </a:lnTo>
                <a:lnTo>
                  <a:pt x="294" y="991"/>
                </a:lnTo>
                <a:lnTo>
                  <a:pt x="295" y="990"/>
                </a:lnTo>
                <a:lnTo>
                  <a:pt x="295" y="991"/>
                </a:lnTo>
                <a:lnTo>
                  <a:pt x="296" y="991"/>
                </a:lnTo>
                <a:lnTo>
                  <a:pt x="297" y="991"/>
                </a:lnTo>
                <a:lnTo>
                  <a:pt x="298" y="991"/>
                </a:lnTo>
                <a:lnTo>
                  <a:pt x="299" y="991"/>
                </a:lnTo>
                <a:lnTo>
                  <a:pt x="300" y="991"/>
                </a:lnTo>
                <a:lnTo>
                  <a:pt x="301" y="991"/>
                </a:lnTo>
                <a:lnTo>
                  <a:pt x="302" y="990"/>
                </a:lnTo>
                <a:lnTo>
                  <a:pt x="303" y="991"/>
                </a:lnTo>
                <a:lnTo>
                  <a:pt x="304" y="992"/>
                </a:lnTo>
                <a:lnTo>
                  <a:pt x="304" y="993"/>
                </a:lnTo>
                <a:lnTo>
                  <a:pt x="305" y="993"/>
                </a:lnTo>
                <a:lnTo>
                  <a:pt x="306" y="994"/>
                </a:lnTo>
                <a:lnTo>
                  <a:pt x="306" y="996"/>
                </a:lnTo>
                <a:lnTo>
                  <a:pt x="307" y="996"/>
                </a:lnTo>
                <a:lnTo>
                  <a:pt x="307" y="995"/>
                </a:lnTo>
                <a:lnTo>
                  <a:pt x="308" y="993"/>
                </a:lnTo>
                <a:lnTo>
                  <a:pt x="308" y="992"/>
                </a:lnTo>
                <a:lnTo>
                  <a:pt x="309" y="992"/>
                </a:lnTo>
                <a:lnTo>
                  <a:pt x="311" y="991"/>
                </a:lnTo>
                <a:lnTo>
                  <a:pt x="312" y="992"/>
                </a:lnTo>
                <a:lnTo>
                  <a:pt x="313" y="992"/>
                </a:lnTo>
                <a:lnTo>
                  <a:pt x="314" y="991"/>
                </a:lnTo>
                <a:lnTo>
                  <a:pt x="315" y="991"/>
                </a:lnTo>
                <a:lnTo>
                  <a:pt x="316" y="992"/>
                </a:lnTo>
                <a:lnTo>
                  <a:pt x="317" y="993"/>
                </a:lnTo>
                <a:lnTo>
                  <a:pt x="318" y="994"/>
                </a:lnTo>
                <a:lnTo>
                  <a:pt x="320" y="995"/>
                </a:lnTo>
                <a:lnTo>
                  <a:pt x="321" y="995"/>
                </a:lnTo>
                <a:lnTo>
                  <a:pt x="322" y="995"/>
                </a:lnTo>
                <a:lnTo>
                  <a:pt x="324" y="995"/>
                </a:lnTo>
                <a:lnTo>
                  <a:pt x="325" y="995"/>
                </a:lnTo>
                <a:lnTo>
                  <a:pt x="325" y="994"/>
                </a:lnTo>
                <a:lnTo>
                  <a:pt x="325" y="993"/>
                </a:lnTo>
                <a:lnTo>
                  <a:pt x="326" y="994"/>
                </a:lnTo>
                <a:lnTo>
                  <a:pt x="327" y="995"/>
                </a:lnTo>
                <a:lnTo>
                  <a:pt x="327" y="996"/>
                </a:lnTo>
                <a:lnTo>
                  <a:pt x="328" y="996"/>
                </a:lnTo>
                <a:lnTo>
                  <a:pt x="328" y="997"/>
                </a:lnTo>
                <a:lnTo>
                  <a:pt x="329" y="996"/>
                </a:lnTo>
                <a:lnTo>
                  <a:pt x="329" y="995"/>
                </a:lnTo>
                <a:lnTo>
                  <a:pt x="330" y="995"/>
                </a:lnTo>
                <a:lnTo>
                  <a:pt x="331" y="995"/>
                </a:lnTo>
                <a:lnTo>
                  <a:pt x="333" y="995"/>
                </a:lnTo>
                <a:lnTo>
                  <a:pt x="334" y="995"/>
                </a:lnTo>
                <a:lnTo>
                  <a:pt x="333" y="995"/>
                </a:lnTo>
                <a:lnTo>
                  <a:pt x="333" y="994"/>
                </a:lnTo>
                <a:lnTo>
                  <a:pt x="333" y="993"/>
                </a:lnTo>
                <a:lnTo>
                  <a:pt x="333" y="992"/>
                </a:lnTo>
                <a:lnTo>
                  <a:pt x="334" y="992"/>
                </a:lnTo>
                <a:lnTo>
                  <a:pt x="335" y="991"/>
                </a:lnTo>
                <a:lnTo>
                  <a:pt x="336" y="990"/>
                </a:lnTo>
                <a:lnTo>
                  <a:pt x="337" y="989"/>
                </a:lnTo>
                <a:lnTo>
                  <a:pt x="337" y="988"/>
                </a:lnTo>
                <a:lnTo>
                  <a:pt x="337" y="987"/>
                </a:lnTo>
                <a:lnTo>
                  <a:pt x="338" y="987"/>
                </a:lnTo>
                <a:lnTo>
                  <a:pt x="339" y="985"/>
                </a:lnTo>
                <a:lnTo>
                  <a:pt x="340" y="984"/>
                </a:lnTo>
                <a:lnTo>
                  <a:pt x="341" y="984"/>
                </a:lnTo>
                <a:lnTo>
                  <a:pt x="343" y="985"/>
                </a:lnTo>
                <a:lnTo>
                  <a:pt x="343" y="986"/>
                </a:lnTo>
                <a:lnTo>
                  <a:pt x="344" y="987"/>
                </a:lnTo>
                <a:lnTo>
                  <a:pt x="345" y="987"/>
                </a:lnTo>
                <a:lnTo>
                  <a:pt x="345" y="986"/>
                </a:lnTo>
                <a:lnTo>
                  <a:pt x="345" y="985"/>
                </a:lnTo>
                <a:lnTo>
                  <a:pt x="345" y="984"/>
                </a:lnTo>
                <a:lnTo>
                  <a:pt x="346" y="984"/>
                </a:lnTo>
                <a:lnTo>
                  <a:pt x="347" y="984"/>
                </a:lnTo>
                <a:lnTo>
                  <a:pt x="349" y="984"/>
                </a:lnTo>
                <a:lnTo>
                  <a:pt x="350" y="985"/>
                </a:lnTo>
                <a:lnTo>
                  <a:pt x="351" y="986"/>
                </a:lnTo>
                <a:lnTo>
                  <a:pt x="351" y="987"/>
                </a:lnTo>
                <a:lnTo>
                  <a:pt x="350" y="987"/>
                </a:lnTo>
                <a:lnTo>
                  <a:pt x="350" y="988"/>
                </a:lnTo>
                <a:lnTo>
                  <a:pt x="350" y="989"/>
                </a:lnTo>
                <a:lnTo>
                  <a:pt x="350" y="990"/>
                </a:lnTo>
                <a:lnTo>
                  <a:pt x="350" y="991"/>
                </a:lnTo>
                <a:lnTo>
                  <a:pt x="350" y="992"/>
                </a:lnTo>
                <a:lnTo>
                  <a:pt x="350" y="993"/>
                </a:lnTo>
                <a:lnTo>
                  <a:pt x="349" y="993"/>
                </a:lnTo>
                <a:lnTo>
                  <a:pt x="350" y="993"/>
                </a:lnTo>
                <a:lnTo>
                  <a:pt x="352" y="994"/>
                </a:lnTo>
                <a:lnTo>
                  <a:pt x="352" y="993"/>
                </a:lnTo>
                <a:lnTo>
                  <a:pt x="352" y="992"/>
                </a:lnTo>
                <a:lnTo>
                  <a:pt x="351" y="992"/>
                </a:lnTo>
                <a:lnTo>
                  <a:pt x="351" y="990"/>
                </a:lnTo>
                <a:lnTo>
                  <a:pt x="352" y="990"/>
                </a:lnTo>
                <a:lnTo>
                  <a:pt x="353" y="990"/>
                </a:lnTo>
                <a:lnTo>
                  <a:pt x="353" y="991"/>
                </a:lnTo>
                <a:lnTo>
                  <a:pt x="354" y="991"/>
                </a:lnTo>
                <a:lnTo>
                  <a:pt x="355" y="990"/>
                </a:lnTo>
                <a:lnTo>
                  <a:pt x="355" y="989"/>
                </a:lnTo>
                <a:lnTo>
                  <a:pt x="354" y="988"/>
                </a:lnTo>
                <a:lnTo>
                  <a:pt x="355" y="988"/>
                </a:lnTo>
                <a:lnTo>
                  <a:pt x="356" y="988"/>
                </a:lnTo>
                <a:lnTo>
                  <a:pt x="357" y="987"/>
                </a:lnTo>
                <a:lnTo>
                  <a:pt x="358" y="987"/>
                </a:lnTo>
                <a:lnTo>
                  <a:pt x="359" y="987"/>
                </a:lnTo>
                <a:lnTo>
                  <a:pt x="361" y="987"/>
                </a:lnTo>
                <a:lnTo>
                  <a:pt x="362" y="987"/>
                </a:lnTo>
                <a:lnTo>
                  <a:pt x="362" y="986"/>
                </a:lnTo>
                <a:lnTo>
                  <a:pt x="363" y="986"/>
                </a:lnTo>
                <a:lnTo>
                  <a:pt x="363" y="984"/>
                </a:lnTo>
                <a:lnTo>
                  <a:pt x="364" y="984"/>
                </a:lnTo>
                <a:lnTo>
                  <a:pt x="364" y="985"/>
                </a:lnTo>
                <a:lnTo>
                  <a:pt x="364" y="987"/>
                </a:lnTo>
                <a:lnTo>
                  <a:pt x="365" y="987"/>
                </a:lnTo>
                <a:lnTo>
                  <a:pt x="366" y="986"/>
                </a:lnTo>
                <a:lnTo>
                  <a:pt x="367" y="986"/>
                </a:lnTo>
                <a:lnTo>
                  <a:pt x="368" y="986"/>
                </a:lnTo>
                <a:lnTo>
                  <a:pt x="369" y="986"/>
                </a:lnTo>
                <a:lnTo>
                  <a:pt x="369" y="985"/>
                </a:lnTo>
                <a:lnTo>
                  <a:pt x="370" y="984"/>
                </a:lnTo>
                <a:lnTo>
                  <a:pt x="371" y="984"/>
                </a:lnTo>
                <a:lnTo>
                  <a:pt x="373" y="984"/>
                </a:lnTo>
                <a:lnTo>
                  <a:pt x="374" y="984"/>
                </a:lnTo>
                <a:lnTo>
                  <a:pt x="375" y="985"/>
                </a:lnTo>
                <a:lnTo>
                  <a:pt x="376" y="985"/>
                </a:lnTo>
                <a:lnTo>
                  <a:pt x="377" y="984"/>
                </a:lnTo>
                <a:lnTo>
                  <a:pt x="378" y="984"/>
                </a:lnTo>
                <a:lnTo>
                  <a:pt x="378" y="985"/>
                </a:lnTo>
                <a:lnTo>
                  <a:pt x="379" y="985"/>
                </a:lnTo>
                <a:lnTo>
                  <a:pt x="378" y="984"/>
                </a:lnTo>
                <a:lnTo>
                  <a:pt x="378" y="983"/>
                </a:lnTo>
                <a:lnTo>
                  <a:pt x="379" y="982"/>
                </a:lnTo>
                <a:lnTo>
                  <a:pt x="379" y="981"/>
                </a:lnTo>
                <a:lnTo>
                  <a:pt x="380" y="981"/>
                </a:lnTo>
                <a:lnTo>
                  <a:pt x="381" y="981"/>
                </a:lnTo>
                <a:lnTo>
                  <a:pt x="381" y="982"/>
                </a:lnTo>
                <a:lnTo>
                  <a:pt x="382" y="981"/>
                </a:lnTo>
                <a:lnTo>
                  <a:pt x="382" y="980"/>
                </a:lnTo>
                <a:lnTo>
                  <a:pt x="383" y="980"/>
                </a:lnTo>
                <a:lnTo>
                  <a:pt x="384" y="980"/>
                </a:lnTo>
                <a:lnTo>
                  <a:pt x="385" y="980"/>
                </a:lnTo>
                <a:lnTo>
                  <a:pt x="386" y="980"/>
                </a:lnTo>
                <a:lnTo>
                  <a:pt x="387" y="979"/>
                </a:lnTo>
                <a:lnTo>
                  <a:pt x="387" y="978"/>
                </a:lnTo>
                <a:lnTo>
                  <a:pt x="388" y="977"/>
                </a:lnTo>
                <a:lnTo>
                  <a:pt x="388" y="976"/>
                </a:lnTo>
                <a:lnTo>
                  <a:pt x="387" y="976"/>
                </a:lnTo>
                <a:lnTo>
                  <a:pt x="386" y="976"/>
                </a:lnTo>
                <a:lnTo>
                  <a:pt x="385" y="976"/>
                </a:lnTo>
                <a:lnTo>
                  <a:pt x="385" y="975"/>
                </a:lnTo>
                <a:lnTo>
                  <a:pt x="384" y="973"/>
                </a:lnTo>
                <a:lnTo>
                  <a:pt x="384" y="972"/>
                </a:lnTo>
                <a:lnTo>
                  <a:pt x="385" y="971"/>
                </a:lnTo>
                <a:lnTo>
                  <a:pt x="384" y="971"/>
                </a:lnTo>
                <a:lnTo>
                  <a:pt x="383" y="971"/>
                </a:lnTo>
                <a:lnTo>
                  <a:pt x="381" y="971"/>
                </a:lnTo>
                <a:lnTo>
                  <a:pt x="379" y="971"/>
                </a:lnTo>
                <a:lnTo>
                  <a:pt x="377" y="969"/>
                </a:lnTo>
                <a:lnTo>
                  <a:pt x="376" y="967"/>
                </a:lnTo>
                <a:lnTo>
                  <a:pt x="375" y="966"/>
                </a:lnTo>
                <a:lnTo>
                  <a:pt x="375" y="965"/>
                </a:lnTo>
                <a:lnTo>
                  <a:pt x="374" y="965"/>
                </a:lnTo>
                <a:lnTo>
                  <a:pt x="373" y="964"/>
                </a:lnTo>
                <a:lnTo>
                  <a:pt x="373" y="963"/>
                </a:lnTo>
                <a:lnTo>
                  <a:pt x="372" y="962"/>
                </a:lnTo>
                <a:lnTo>
                  <a:pt x="371" y="962"/>
                </a:lnTo>
                <a:lnTo>
                  <a:pt x="370" y="961"/>
                </a:lnTo>
                <a:lnTo>
                  <a:pt x="370" y="960"/>
                </a:lnTo>
                <a:lnTo>
                  <a:pt x="371" y="960"/>
                </a:lnTo>
                <a:lnTo>
                  <a:pt x="372" y="958"/>
                </a:lnTo>
                <a:lnTo>
                  <a:pt x="371" y="958"/>
                </a:lnTo>
                <a:lnTo>
                  <a:pt x="369" y="957"/>
                </a:lnTo>
                <a:lnTo>
                  <a:pt x="369" y="956"/>
                </a:lnTo>
                <a:lnTo>
                  <a:pt x="367" y="955"/>
                </a:lnTo>
                <a:lnTo>
                  <a:pt x="366" y="954"/>
                </a:lnTo>
                <a:lnTo>
                  <a:pt x="365" y="954"/>
                </a:lnTo>
                <a:lnTo>
                  <a:pt x="365" y="953"/>
                </a:lnTo>
                <a:lnTo>
                  <a:pt x="364" y="953"/>
                </a:lnTo>
                <a:lnTo>
                  <a:pt x="364" y="952"/>
                </a:lnTo>
                <a:lnTo>
                  <a:pt x="365" y="952"/>
                </a:lnTo>
                <a:lnTo>
                  <a:pt x="365" y="951"/>
                </a:lnTo>
                <a:lnTo>
                  <a:pt x="365" y="950"/>
                </a:lnTo>
                <a:lnTo>
                  <a:pt x="365" y="947"/>
                </a:lnTo>
                <a:lnTo>
                  <a:pt x="364" y="947"/>
                </a:lnTo>
                <a:lnTo>
                  <a:pt x="364" y="945"/>
                </a:lnTo>
                <a:lnTo>
                  <a:pt x="363" y="945"/>
                </a:lnTo>
                <a:lnTo>
                  <a:pt x="362" y="944"/>
                </a:lnTo>
                <a:lnTo>
                  <a:pt x="362" y="941"/>
                </a:lnTo>
                <a:lnTo>
                  <a:pt x="363" y="940"/>
                </a:lnTo>
                <a:lnTo>
                  <a:pt x="361" y="937"/>
                </a:lnTo>
                <a:lnTo>
                  <a:pt x="360" y="937"/>
                </a:lnTo>
                <a:lnTo>
                  <a:pt x="359" y="936"/>
                </a:lnTo>
                <a:lnTo>
                  <a:pt x="358" y="936"/>
                </a:lnTo>
                <a:lnTo>
                  <a:pt x="358" y="935"/>
                </a:lnTo>
                <a:lnTo>
                  <a:pt x="359" y="935"/>
                </a:lnTo>
                <a:lnTo>
                  <a:pt x="359" y="934"/>
                </a:lnTo>
                <a:lnTo>
                  <a:pt x="358" y="933"/>
                </a:lnTo>
                <a:lnTo>
                  <a:pt x="358" y="932"/>
                </a:lnTo>
                <a:lnTo>
                  <a:pt x="357" y="931"/>
                </a:lnTo>
                <a:lnTo>
                  <a:pt x="356" y="931"/>
                </a:lnTo>
                <a:lnTo>
                  <a:pt x="355" y="932"/>
                </a:lnTo>
                <a:lnTo>
                  <a:pt x="355" y="931"/>
                </a:lnTo>
                <a:lnTo>
                  <a:pt x="354" y="930"/>
                </a:lnTo>
                <a:lnTo>
                  <a:pt x="354" y="929"/>
                </a:lnTo>
                <a:lnTo>
                  <a:pt x="353" y="929"/>
                </a:lnTo>
                <a:lnTo>
                  <a:pt x="353" y="928"/>
                </a:lnTo>
                <a:lnTo>
                  <a:pt x="354" y="928"/>
                </a:lnTo>
                <a:lnTo>
                  <a:pt x="354" y="927"/>
                </a:lnTo>
                <a:lnTo>
                  <a:pt x="352" y="927"/>
                </a:lnTo>
                <a:lnTo>
                  <a:pt x="352" y="926"/>
                </a:lnTo>
                <a:lnTo>
                  <a:pt x="353" y="925"/>
                </a:lnTo>
                <a:lnTo>
                  <a:pt x="353" y="924"/>
                </a:lnTo>
                <a:lnTo>
                  <a:pt x="354" y="923"/>
                </a:lnTo>
                <a:lnTo>
                  <a:pt x="355" y="924"/>
                </a:lnTo>
                <a:lnTo>
                  <a:pt x="356" y="924"/>
                </a:lnTo>
                <a:lnTo>
                  <a:pt x="357" y="924"/>
                </a:lnTo>
                <a:lnTo>
                  <a:pt x="359" y="925"/>
                </a:lnTo>
                <a:lnTo>
                  <a:pt x="359" y="924"/>
                </a:lnTo>
                <a:lnTo>
                  <a:pt x="359" y="923"/>
                </a:lnTo>
                <a:lnTo>
                  <a:pt x="360" y="923"/>
                </a:lnTo>
                <a:lnTo>
                  <a:pt x="360" y="924"/>
                </a:lnTo>
                <a:lnTo>
                  <a:pt x="361" y="925"/>
                </a:lnTo>
                <a:lnTo>
                  <a:pt x="361" y="926"/>
                </a:lnTo>
                <a:lnTo>
                  <a:pt x="362" y="926"/>
                </a:lnTo>
                <a:lnTo>
                  <a:pt x="363" y="926"/>
                </a:lnTo>
                <a:lnTo>
                  <a:pt x="364" y="925"/>
                </a:lnTo>
                <a:lnTo>
                  <a:pt x="363" y="925"/>
                </a:lnTo>
                <a:lnTo>
                  <a:pt x="362" y="924"/>
                </a:lnTo>
                <a:lnTo>
                  <a:pt x="361" y="923"/>
                </a:lnTo>
                <a:lnTo>
                  <a:pt x="362" y="922"/>
                </a:lnTo>
                <a:lnTo>
                  <a:pt x="363" y="923"/>
                </a:lnTo>
                <a:lnTo>
                  <a:pt x="364" y="923"/>
                </a:lnTo>
                <a:lnTo>
                  <a:pt x="365" y="922"/>
                </a:lnTo>
                <a:lnTo>
                  <a:pt x="364" y="921"/>
                </a:lnTo>
                <a:lnTo>
                  <a:pt x="364" y="922"/>
                </a:lnTo>
                <a:lnTo>
                  <a:pt x="363" y="922"/>
                </a:lnTo>
                <a:lnTo>
                  <a:pt x="362" y="922"/>
                </a:lnTo>
                <a:lnTo>
                  <a:pt x="363" y="921"/>
                </a:lnTo>
                <a:lnTo>
                  <a:pt x="363" y="920"/>
                </a:lnTo>
                <a:lnTo>
                  <a:pt x="364" y="920"/>
                </a:lnTo>
                <a:lnTo>
                  <a:pt x="365" y="920"/>
                </a:lnTo>
                <a:lnTo>
                  <a:pt x="365" y="921"/>
                </a:lnTo>
                <a:lnTo>
                  <a:pt x="366" y="920"/>
                </a:lnTo>
                <a:lnTo>
                  <a:pt x="367" y="919"/>
                </a:lnTo>
                <a:lnTo>
                  <a:pt x="366" y="918"/>
                </a:lnTo>
                <a:lnTo>
                  <a:pt x="366" y="919"/>
                </a:lnTo>
                <a:lnTo>
                  <a:pt x="365" y="919"/>
                </a:lnTo>
                <a:lnTo>
                  <a:pt x="366" y="917"/>
                </a:lnTo>
                <a:lnTo>
                  <a:pt x="366" y="916"/>
                </a:lnTo>
                <a:lnTo>
                  <a:pt x="366" y="915"/>
                </a:lnTo>
                <a:lnTo>
                  <a:pt x="364" y="914"/>
                </a:lnTo>
                <a:lnTo>
                  <a:pt x="363" y="914"/>
                </a:lnTo>
                <a:lnTo>
                  <a:pt x="363" y="915"/>
                </a:lnTo>
                <a:lnTo>
                  <a:pt x="362" y="915"/>
                </a:lnTo>
                <a:lnTo>
                  <a:pt x="361" y="916"/>
                </a:lnTo>
                <a:lnTo>
                  <a:pt x="361" y="915"/>
                </a:lnTo>
                <a:lnTo>
                  <a:pt x="362" y="914"/>
                </a:lnTo>
                <a:lnTo>
                  <a:pt x="362" y="913"/>
                </a:lnTo>
                <a:lnTo>
                  <a:pt x="364" y="913"/>
                </a:lnTo>
                <a:lnTo>
                  <a:pt x="366" y="912"/>
                </a:lnTo>
                <a:lnTo>
                  <a:pt x="367" y="912"/>
                </a:lnTo>
                <a:lnTo>
                  <a:pt x="367" y="913"/>
                </a:lnTo>
                <a:lnTo>
                  <a:pt x="368" y="913"/>
                </a:lnTo>
                <a:lnTo>
                  <a:pt x="369" y="913"/>
                </a:lnTo>
                <a:lnTo>
                  <a:pt x="370" y="914"/>
                </a:lnTo>
                <a:lnTo>
                  <a:pt x="372" y="914"/>
                </a:lnTo>
                <a:lnTo>
                  <a:pt x="372" y="915"/>
                </a:lnTo>
                <a:lnTo>
                  <a:pt x="373" y="915"/>
                </a:lnTo>
                <a:lnTo>
                  <a:pt x="374" y="915"/>
                </a:lnTo>
                <a:lnTo>
                  <a:pt x="375" y="915"/>
                </a:lnTo>
                <a:lnTo>
                  <a:pt x="375" y="916"/>
                </a:lnTo>
                <a:lnTo>
                  <a:pt x="375" y="917"/>
                </a:lnTo>
                <a:lnTo>
                  <a:pt x="376" y="917"/>
                </a:lnTo>
                <a:lnTo>
                  <a:pt x="377" y="917"/>
                </a:lnTo>
                <a:lnTo>
                  <a:pt x="378" y="917"/>
                </a:lnTo>
                <a:lnTo>
                  <a:pt x="378" y="918"/>
                </a:lnTo>
                <a:lnTo>
                  <a:pt x="379" y="918"/>
                </a:lnTo>
                <a:lnTo>
                  <a:pt x="379" y="919"/>
                </a:lnTo>
                <a:lnTo>
                  <a:pt x="381" y="920"/>
                </a:lnTo>
                <a:lnTo>
                  <a:pt x="382" y="919"/>
                </a:lnTo>
                <a:lnTo>
                  <a:pt x="383" y="919"/>
                </a:lnTo>
                <a:lnTo>
                  <a:pt x="384" y="920"/>
                </a:lnTo>
                <a:lnTo>
                  <a:pt x="385" y="921"/>
                </a:lnTo>
                <a:lnTo>
                  <a:pt x="386" y="921"/>
                </a:lnTo>
                <a:lnTo>
                  <a:pt x="387" y="922"/>
                </a:lnTo>
                <a:lnTo>
                  <a:pt x="386" y="922"/>
                </a:lnTo>
                <a:lnTo>
                  <a:pt x="387" y="922"/>
                </a:lnTo>
                <a:lnTo>
                  <a:pt x="388" y="922"/>
                </a:lnTo>
                <a:lnTo>
                  <a:pt x="389" y="922"/>
                </a:lnTo>
                <a:lnTo>
                  <a:pt x="389" y="921"/>
                </a:lnTo>
                <a:lnTo>
                  <a:pt x="392" y="922"/>
                </a:lnTo>
                <a:lnTo>
                  <a:pt x="394" y="922"/>
                </a:lnTo>
                <a:lnTo>
                  <a:pt x="395" y="923"/>
                </a:lnTo>
                <a:lnTo>
                  <a:pt x="396" y="923"/>
                </a:lnTo>
                <a:lnTo>
                  <a:pt x="396" y="922"/>
                </a:lnTo>
                <a:lnTo>
                  <a:pt x="397" y="922"/>
                </a:lnTo>
                <a:lnTo>
                  <a:pt x="397" y="923"/>
                </a:lnTo>
                <a:lnTo>
                  <a:pt x="397" y="924"/>
                </a:lnTo>
                <a:lnTo>
                  <a:pt x="398" y="923"/>
                </a:lnTo>
                <a:lnTo>
                  <a:pt x="398" y="922"/>
                </a:lnTo>
                <a:lnTo>
                  <a:pt x="398" y="920"/>
                </a:lnTo>
                <a:lnTo>
                  <a:pt x="400" y="920"/>
                </a:lnTo>
                <a:lnTo>
                  <a:pt x="401" y="920"/>
                </a:lnTo>
                <a:lnTo>
                  <a:pt x="402" y="920"/>
                </a:lnTo>
                <a:lnTo>
                  <a:pt x="402" y="921"/>
                </a:lnTo>
                <a:lnTo>
                  <a:pt x="402" y="922"/>
                </a:lnTo>
                <a:lnTo>
                  <a:pt x="402" y="923"/>
                </a:lnTo>
                <a:lnTo>
                  <a:pt x="401" y="924"/>
                </a:lnTo>
                <a:lnTo>
                  <a:pt x="402" y="924"/>
                </a:lnTo>
                <a:lnTo>
                  <a:pt x="402" y="925"/>
                </a:lnTo>
                <a:lnTo>
                  <a:pt x="403" y="925"/>
                </a:lnTo>
                <a:lnTo>
                  <a:pt x="404" y="925"/>
                </a:lnTo>
                <a:lnTo>
                  <a:pt x="405" y="925"/>
                </a:lnTo>
                <a:lnTo>
                  <a:pt x="406" y="925"/>
                </a:lnTo>
                <a:lnTo>
                  <a:pt x="407" y="925"/>
                </a:lnTo>
                <a:lnTo>
                  <a:pt x="408" y="924"/>
                </a:lnTo>
                <a:lnTo>
                  <a:pt x="409" y="924"/>
                </a:lnTo>
                <a:lnTo>
                  <a:pt x="410" y="924"/>
                </a:lnTo>
                <a:lnTo>
                  <a:pt x="411" y="923"/>
                </a:lnTo>
                <a:lnTo>
                  <a:pt x="412" y="923"/>
                </a:lnTo>
                <a:lnTo>
                  <a:pt x="413" y="923"/>
                </a:lnTo>
                <a:lnTo>
                  <a:pt x="414" y="923"/>
                </a:lnTo>
                <a:lnTo>
                  <a:pt x="415" y="923"/>
                </a:lnTo>
                <a:lnTo>
                  <a:pt x="416" y="922"/>
                </a:lnTo>
                <a:lnTo>
                  <a:pt x="417" y="922"/>
                </a:lnTo>
                <a:lnTo>
                  <a:pt x="418" y="922"/>
                </a:lnTo>
                <a:lnTo>
                  <a:pt x="419" y="921"/>
                </a:lnTo>
                <a:lnTo>
                  <a:pt x="420" y="921"/>
                </a:lnTo>
                <a:lnTo>
                  <a:pt x="420" y="920"/>
                </a:lnTo>
                <a:lnTo>
                  <a:pt x="421" y="919"/>
                </a:lnTo>
                <a:lnTo>
                  <a:pt x="422" y="919"/>
                </a:lnTo>
                <a:lnTo>
                  <a:pt x="422" y="918"/>
                </a:lnTo>
                <a:lnTo>
                  <a:pt x="423" y="918"/>
                </a:lnTo>
                <a:lnTo>
                  <a:pt x="424" y="918"/>
                </a:lnTo>
                <a:lnTo>
                  <a:pt x="424" y="917"/>
                </a:lnTo>
                <a:lnTo>
                  <a:pt x="425" y="917"/>
                </a:lnTo>
                <a:lnTo>
                  <a:pt x="426" y="917"/>
                </a:lnTo>
                <a:lnTo>
                  <a:pt x="427" y="917"/>
                </a:lnTo>
                <a:lnTo>
                  <a:pt x="428" y="916"/>
                </a:lnTo>
                <a:lnTo>
                  <a:pt x="429" y="916"/>
                </a:lnTo>
                <a:lnTo>
                  <a:pt x="430" y="916"/>
                </a:lnTo>
                <a:lnTo>
                  <a:pt x="430" y="915"/>
                </a:lnTo>
                <a:lnTo>
                  <a:pt x="430" y="914"/>
                </a:lnTo>
                <a:lnTo>
                  <a:pt x="431" y="914"/>
                </a:lnTo>
                <a:lnTo>
                  <a:pt x="432" y="914"/>
                </a:lnTo>
                <a:lnTo>
                  <a:pt x="433" y="915"/>
                </a:lnTo>
                <a:lnTo>
                  <a:pt x="433" y="914"/>
                </a:lnTo>
                <a:lnTo>
                  <a:pt x="434" y="914"/>
                </a:lnTo>
                <a:lnTo>
                  <a:pt x="434" y="913"/>
                </a:lnTo>
                <a:lnTo>
                  <a:pt x="435" y="913"/>
                </a:lnTo>
                <a:lnTo>
                  <a:pt x="437" y="911"/>
                </a:lnTo>
                <a:lnTo>
                  <a:pt x="438" y="912"/>
                </a:lnTo>
                <a:lnTo>
                  <a:pt x="439" y="912"/>
                </a:lnTo>
                <a:lnTo>
                  <a:pt x="440" y="912"/>
                </a:lnTo>
                <a:lnTo>
                  <a:pt x="442" y="912"/>
                </a:lnTo>
                <a:lnTo>
                  <a:pt x="443" y="912"/>
                </a:lnTo>
                <a:lnTo>
                  <a:pt x="444" y="912"/>
                </a:lnTo>
                <a:lnTo>
                  <a:pt x="445" y="912"/>
                </a:lnTo>
                <a:lnTo>
                  <a:pt x="445" y="913"/>
                </a:lnTo>
                <a:lnTo>
                  <a:pt x="445" y="914"/>
                </a:lnTo>
                <a:lnTo>
                  <a:pt x="446" y="914"/>
                </a:lnTo>
                <a:lnTo>
                  <a:pt x="447" y="914"/>
                </a:lnTo>
                <a:lnTo>
                  <a:pt x="447" y="915"/>
                </a:lnTo>
                <a:lnTo>
                  <a:pt x="446" y="916"/>
                </a:lnTo>
                <a:lnTo>
                  <a:pt x="446" y="917"/>
                </a:lnTo>
                <a:lnTo>
                  <a:pt x="447" y="918"/>
                </a:lnTo>
                <a:lnTo>
                  <a:pt x="448" y="920"/>
                </a:lnTo>
                <a:lnTo>
                  <a:pt x="449" y="920"/>
                </a:lnTo>
                <a:lnTo>
                  <a:pt x="450" y="920"/>
                </a:lnTo>
                <a:lnTo>
                  <a:pt x="450" y="921"/>
                </a:lnTo>
                <a:lnTo>
                  <a:pt x="451" y="922"/>
                </a:lnTo>
                <a:lnTo>
                  <a:pt x="451" y="921"/>
                </a:lnTo>
                <a:lnTo>
                  <a:pt x="451" y="920"/>
                </a:lnTo>
                <a:lnTo>
                  <a:pt x="451" y="919"/>
                </a:lnTo>
                <a:lnTo>
                  <a:pt x="451" y="918"/>
                </a:lnTo>
                <a:lnTo>
                  <a:pt x="452" y="918"/>
                </a:lnTo>
                <a:lnTo>
                  <a:pt x="453" y="918"/>
                </a:lnTo>
                <a:lnTo>
                  <a:pt x="453" y="919"/>
                </a:lnTo>
                <a:lnTo>
                  <a:pt x="453" y="918"/>
                </a:lnTo>
                <a:lnTo>
                  <a:pt x="452" y="919"/>
                </a:lnTo>
                <a:lnTo>
                  <a:pt x="453" y="919"/>
                </a:lnTo>
                <a:lnTo>
                  <a:pt x="455" y="919"/>
                </a:lnTo>
                <a:lnTo>
                  <a:pt x="458" y="918"/>
                </a:lnTo>
                <a:lnTo>
                  <a:pt x="459" y="917"/>
                </a:lnTo>
                <a:lnTo>
                  <a:pt x="459" y="916"/>
                </a:lnTo>
                <a:lnTo>
                  <a:pt x="460" y="916"/>
                </a:lnTo>
                <a:lnTo>
                  <a:pt x="459" y="915"/>
                </a:lnTo>
                <a:lnTo>
                  <a:pt x="459" y="914"/>
                </a:lnTo>
                <a:lnTo>
                  <a:pt x="459" y="913"/>
                </a:lnTo>
                <a:lnTo>
                  <a:pt x="459" y="912"/>
                </a:lnTo>
                <a:lnTo>
                  <a:pt x="460" y="912"/>
                </a:lnTo>
                <a:lnTo>
                  <a:pt x="460" y="913"/>
                </a:lnTo>
                <a:lnTo>
                  <a:pt x="460" y="914"/>
                </a:lnTo>
                <a:lnTo>
                  <a:pt x="462" y="914"/>
                </a:lnTo>
                <a:lnTo>
                  <a:pt x="463" y="914"/>
                </a:lnTo>
                <a:lnTo>
                  <a:pt x="463" y="913"/>
                </a:lnTo>
                <a:lnTo>
                  <a:pt x="463" y="912"/>
                </a:lnTo>
                <a:lnTo>
                  <a:pt x="464" y="911"/>
                </a:lnTo>
                <a:lnTo>
                  <a:pt x="465" y="911"/>
                </a:lnTo>
                <a:lnTo>
                  <a:pt x="466" y="911"/>
                </a:lnTo>
                <a:lnTo>
                  <a:pt x="467" y="913"/>
                </a:lnTo>
                <a:lnTo>
                  <a:pt x="467" y="914"/>
                </a:lnTo>
                <a:lnTo>
                  <a:pt x="466" y="914"/>
                </a:lnTo>
                <a:lnTo>
                  <a:pt x="467" y="914"/>
                </a:lnTo>
                <a:lnTo>
                  <a:pt x="467" y="915"/>
                </a:lnTo>
                <a:lnTo>
                  <a:pt x="468" y="915"/>
                </a:lnTo>
                <a:lnTo>
                  <a:pt x="469" y="916"/>
                </a:lnTo>
                <a:lnTo>
                  <a:pt x="469" y="915"/>
                </a:lnTo>
                <a:lnTo>
                  <a:pt x="469" y="914"/>
                </a:lnTo>
                <a:lnTo>
                  <a:pt x="470" y="914"/>
                </a:lnTo>
                <a:lnTo>
                  <a:pt x="471" y="913"/>
                </a:lnTo>
                <a:lnTo>
                  <a:pt x="473" y="914"/>
                </a:lnTo>
                <a:lnTo>
                  <a:pt x="474" y="914"/>
                </a:lnTo>
                <a:lnTo>
                  <a:pt x="474" y="915"/>
                </a:lnTo>
                <a:lnTo>
                  <a:pt x="476" y="916"/>
                </a:lnTo>
                <a:lnTo>
                  <a:pt x="477" y="916"/>
                </a:lnTo>
                <a:lnTo>
                  <a:pt x="478" y="916"/>
                </a:lnTo>
                <a:lnTo>
                  <a:pt x="478" y="915"/>
                </a:lnTo>
                <a:lnTo>
                  <a:pt x="479" y="915"/>
                </a:lnTo>
                <a:lnTo>
                  <a:pt x="480" y="916"/>
                </a:lnTo>
                <a:lnTo>
                  <a:pt x="481" y="916"/>
                </a:lnTo>
                <a:lnTo>
                  <a:pt x="482" y="916"/>
                </a:lnTo>
                <a:lnTo>
                  <a:pt x="483" y="916"/>
                </a:lnTo>
                <a:lnTo>
                  <a:pt x="484" y="916"/>
                </a:lnTo>
                <a:lnTo>
                  <a:pt x="485" y="915"/>
                </a:lnTo>
                <a:lnTo>
                  <a:pt x="486" y="915"/>
                </a:lnTo>
                <a:lnTo>
                  <a:pt x="488" y="915"/>
                </a:lnTo>
                <a:lnTo>
                  <a:pt x="489" y="914"/>
                </a:lnTo>
                <a:lnTo>
                  <a:pt x="490" y="914"/>
                </a:lnTo>
                <a:lnTo>
                  <a:pt x="494" y="913"/>
                </a:lnTo>
                <a:lnTo>
                  <a:pt x="495" y="912"/>
                </a:lnTo>
                <a:lnTo>
                  <a:pt x="495" y="911"/>
                </a:lnTo>
                <a:lnTo>
                  <a:pt x="496" y="911"/>
                </a:lnTo>
                <a:lnTo>
                  <a:pt x="497" y="909"/>
                </a:lnTo>
                <a:lnTo>
                  <a:pt x="498" y="909"/>
                </a:lnTo>
                <a:lnTo>
                  <a:pt x="499" y="910"/>
                </a:lnTo>
                <a:lnTo>
                  <a:pt x="500" y="911"/>
                </a:lnTo>
                <a:lnTo>
                  <a:pt x="501" y="912"/>
                </a:lnTo>
                <a:lnTo>
                  <a:pt x="504" y="912"/>
                </a:lnTo>
                <a:lnTo>
                  <a:pt x="504" y="911"/>
                </a:lnTo>
                <a:lnTo>
                  <a:pt x="505" y="909"/>
                </a:lnTo>
                <a:lnTo>
                  <a:pt x="505" y="908"/>
                </a:lnTo>
                <a:lnTo>
                  <a:pt x="506" y="908"/>
                </a:lnTo>
                <a:lnTo>
                  <a:pt x="507" y="908"/>
                </a:lnTo>
                <a:lnTo>
                  <a:pt x="508" y="907"/>
                </a:lnTo>
                <a:lnTo>
                  <a:pt x="508" y="905"/>
                </a:lnTo>
                <a:lnTo>
                  <a:pt x="509" y="905"/>
                </a:lnTo>
                <a:lnTo>
                  <a:pt x="509" y="904"/>
                </a:lnTo>
                <a:lnTo>
                  <a:pt x="509" y="905"/>
                </a:lnTo>
                <a:lnTo>
                  <a:pt x="509" y="904"/>
                </a:lnTo>
                <a:lnTo>
                  <a:pt x="510" y="904"/>
                </a:lnTo>
                <a:lnTo>
                  <a:pt x="510" y="903"/>
                </a:lnTo>
                <a:lnTo>
                  <a:pt x="509" y="903"/>
                </a:lnTo>
                <a:lnTo>
                  <a:pt x="508" y="902"/>
                </a:lnTo>
                <a:lnTo>
                  <a:pt x="509" y="901"/>
                </a:lnTo>
                <a:lnTo>
                  <a:pt x="509" y="899"/>
                </a:lnTo>
                <a:lnTo>
                  <a:pt x="509" y="898"/>
                </a:lnTo>
                <a:lnTo>
                  <a:pt x="508" y="898"/>
                </a:lnTo>
                <a:lnTo>
                  <a:pt x="508" y="897"/>
                </a:lnTo>
                <a:lnTo>
                  <a:pt x="509" y="896"/>
                </a:lnTo>
                <a:lnTo>
                  <a:pt x="509" y="895"/>
                </a:lnTo>
                <a:lnTo>
                  <a:pt x="509" y="894"/>
                </a:lnTo>
                <a:lnTo>
                  <a:pt x="509" y="893"/>
                </a:lnTo>
                <a:lnTo>
                  <a:pt x="509" y="892"/>
                </a:lnTo>
                <a:lnTo>
                  <a:pt x="510" y="892"/>
                </a:lnTo>
                <a:lnTo>
                  <a:pt x="510" y="891"/>
                </a:lnTo>
                <a:lnTo>
                  <a:pt x="511" y="891"/>
                </a:lnTo>
                <a:lnTo>
                  <a:pt x="511" y="890"/>
                </a:lnTo>
                <a:lnTo>
                  <a:pt x="512" y="889"/>
                </a:lnTo>
                <a:lnTo>
                  <a:pt x="513" y="889"/>
                </a:lnTo>
                <a:lnTo>
                  <a:pt x="513" y="887"/>
                </a:lnTo>
                <a:lnTo>
                  <a:pt x="512" y="886"/>
                </a:lnTo>
                <a:lnTo>
                  <a:pt x="511" y="885"/>
                </a:lnTo>
                <a:lnTo>
                  <a:pt x="511" y="884"/>
                </a:lnTo>
                <a:lnTo>
                  <a:pt x="511" y="883"/>
                </a:lnTo>
                <a:lnTo>
                  <a:pt x="510" y="883"/>
                </a:lnTo>
                <a:lnTo>
                  <a:pt x="511" y="883"/>
                </a:lnTo>
                <a:lnTo>
                  <a:pt x="511" y="882"/>
                </a:lnTo>
                <a:lnTo>
                  <a:pt x="511" y="880"/>
                </a:lnTo>
                <a:lnTo>
                  <a:pt x="511" y="879"/>
                </a:lnTo>
                <a:lnTo>
                  <a:pt x="510" y="878"/>
                </a:lnTo>
                <a:lnTo>
                  <a:pt x="509" y="875"/>
                </a:lnTo>
                <a:lnTo>
                  <a:pt x="509" y="873"/>
                </a:lnTo>
                <a:lnTo>
                  <a:pt x="509" y="872"/>
                </a:lnTo>
                <a:lnTo>
                  <a:pt x="509" y="871"/>
                </a:lnTo>
                <a:lnTo>
                  <a:pt x="508" y="871"/>
                </a:lnTo>
                <a:lnTo>
                  <a:pt x="507" y="871"/>
                </a:lnTo>
                <a:lnTo>
                  <a:pt x="507" y="870"/>
                </a:lnTo>
                <a:lnTo>
                  <a:pt x="507" y="869"/>
                </a:lnTo>
                <a:lnTo>
                  <a:pt x="506" y="868"/>
                </a:lnTo>
                <a:lnTo>
                  <a:pt x="506" y="867"/>
                </a:lnTo>
                <a:lnTo>
                  <a:pt x="507" y="865"/>
                </a:lnTo>
                <a:lnTo>
                  <a:pt x="507" y="864"/>
                </a:lnTo>
                <a:lnTo>
                  <a:pt x="508" y="864"/>
                </a:lnTo>
                <a:lnTo>
                  <a:pt x="508" y="863"/>
                </a:lnTo>
                <a:lnTo>
                  <a:pt x="509" y="861"/>
                </a:lnTo>
                <a:lnTo>
                  <a:pt x="509" y="860"/>
                </a:lnTo>
                <a:lnTo>
                  <a:pt x="509" y="859"/>
                </a:lnTo>
                <a:lnTo>
                  <a:pt x="508" y="859"/>
                </a:lnTo>
                <a:lnTo>
                  <a:pt x="508" y="858"/>
                </a:lnTo>
                <a:lnTo>
                  <a:pt x="509" y="858"/>
                </a:lnTo>
                <a:lnTo>
                  <a:pt x="509" y="857"/>
                </a:lnTo>
                <a:lnTo>
                  <a:pt x="508" y="857"/>
                </a:lnTo>
                <a:lnTo>
                  <a:pt x="508" y="856"/>
                </a:lnTo>
                <a:lnTo>
                  <a:pt x="507" y="855"/>
                </a:lnTo>
                <a:lnTo>
                  <a:pt x="506" y="855"/>
                </a:lnTo>
                <a:lnTo>
                  <a:pt x="505" y="854"/>
                </a:lnTo>
                <a:lnTo>
                  <a:pt x="504" y="853"/>
                </a:lnTo>
                <a:lnTo>
                  <a:pt x="503" y="853"/>
                </a:lnTo>
                <a:lnTo>
                  <a:pt x="503" y="852"/>
                </a:lnTo>
                <a:lnTo>
                  <a:pt x="502" y="851"/>
                </a:lnTo>
                <a:lnTo>
                  <a:pt x="501" y="851"/>
                </a:lnTo>
                <a:lnTo>
                  <a:pt x="500" y="851"/>
                </a:lnTo>
                <a:lnTo>
                  <a:pt x="499" y="850"/>
                </a:lnTo>
                <a:lnTo>
                  <a:pt x="499" y="849"/>
                </a:lnTo>
                <a:lnTo>
                  <a:pt x="499" y="848"/>
                </a:lnTo>
                <a:lnTo>
                  <a:pt x="498" y="848"/>
                </a:lnTo>
                <a:lnTo>
                  <a:pt x="496" y="848"/>
                </a:lnTo>
                <a:lnTo>
                  <a:pt x="495" y="847"/>
                </a:lnTo>
                <a:lnTo>
                  <a:pt x="495" y="846"/>
                </a:lnTo>
                <a:lnTo>
                  <a:pt x="495" y="845"/>
                </a:lnTo>
                <a:lnTo>
                  <a:pt x="494" y="843"/>
                </a:lnTo>
                <a:lnTo>
                  <a:pt x="494" y="841"/>
                </a:lnTo>
                <a:lnTo>
                  <a:pt x="493" y="840"/>
                </a:lnTo>
                <a:lnTo>
                  <a:pt x="493" y="839"/>
                </a:lnTo>
                <a:lnTo>
                  <a:pt x="492" y="838"/>
                </a:lnTo>
                <a:lnTo>
                  <a:pt x="491" y="838"/>
                </a:lnTo>
                <a:lnTo>
                  <a:pt x="491" y="837"/>
                </a:lnTo>
                <a:lnTo>
                  <a:pt x="492" y="835"/>
                </a:lnTo>
                <a:lnTo>
                  <a:pt x="492" y="833"/>
                </a:lnTo>
                <a:lnTo>
                  <a:pt x="493" y="831"/>
                </a:lnTo>
                <a:lnTo>
                  <a:pt x="493" y="830"/>
                </a:lnTo>
                <a:lnTo>
                  <a:pt x="492" y="830"/>
                </a:lnTo>
                <a:lnTo>
                  <a:pt x="492" y="829"/>
                </a:lnTo>
                <a:lnTo>
                  <a:pt x="491" y="828"/>
                </a:lnTo>
                <a:lnTo>
                  <a:pt x="491" y="827"/>
                </a:lnTo>
                <a:lnTo>
                  <a:pt x="492" y="826"/>
                </a:lnTo>
                <a:lnTo>
                  <a:pt x="492" y="825"/>
                </a:lnTo>
                <a:lnTo>
                  <a:pt x="492" y="824"/>
                </a:lnTo>
                <a:lnTo>
                  <a:pt x="491" y="824"/>
                </a:lnTo>
                <a:lnTo>
                  <a:pt x="490" y="824"/>
                </a:lnTo>
                <a:lnTo>
                  <a:pt x="490" y="823"/>
                </a:lnTo>
                <a:lnTo>
                  <a:pt x="490" y="822"/>
                </a:lnTo>
                <a:lnTo>
                  <a:pt x="491" y="822"/>
                </a:lnTo>
                <a:lnTo>
                  <a:pt x="492" y="822"/>
                </a:lnTo>
                <a:lnTo>
                  <a:pt x="492" y="821"/>
                </a:lnTo>
                <a:lnTo>
                  <a:pt x="493" y="820"/>
                </a:lnTo>
                <a:lnTo>
                  <a:pt x="493" y="817"/>
                </a:lnTo>
                <a:lnTo>
                  <a:pt x="492" y="817"/>
                </a:lnTo>
                <a:lnTo>
                  <a:pt x="493" y="816"/>
                </a:lnTo>
                <a:lnTo>
                  <a:pt x="492" y="816"/>
                </a:lnTo>
                <a:lnTo>
                  <a:pt x="491" y="815"/>
                </a:lnTo>
                <a:lnTo>
                  <a:pt x="491" y="814"/>
                </a:lnTo>
                <a:lnTo>
                  <a:pt x="491" y="813"/>
                </a:lnTo>
                <a:lnTo>
                  <a:pt x="491" y="812"/>
                </a:lnTo>
                <a:lnTo>
                  <a:pt x="492" y="812"/>
                </a:lnTo>
                <a:lnTo>
                  <a:pt x="492" y="810"/>
                </a:lnTo>
                <a:lnTo>
                  <a:pt x="492" y="809"/>
                </a:lnTo>
                <a:lnTo>
                  <a:pt x="492" y="808"/>
                </a:lnTo>
                <a:lnTo>
                  <a:pt x="491" y="807"/>
                </a:lnTo>
                <a:lnTo>
                  <a:pt x="491" y="806"/>
                </a:lnTo>
                <a:lnTo>
                  <a:pt x="491" y="802"/>
                </a:lnTo>
                <a:lnTo>
                  <a:pt x="491" y="801"/>
                </a:lnTo>
                <a:lnTo>
                  <a:pt x="491" y="800"/>
                </a:lnTo>
                <a:lnTo>
                  <a:pt x="491" y="799"/>
                </a:lnTo>
                <a:lnTo>
                  <a:pt x="490" y="797"/>
                </a:lnTo>
                <a:lnTo>
                  <a:pt x="489" y="796"/>
                </a:lnTo>
                <a:lnTo>
                  <a:pt x="488" y="796"/>
                </a:lnTo>
                <a:lnTo>
                  <a:pt x="488" y="794"/>
                </a:lnTo>
                <a:lnTo>
                  <a:pt x="488" y="793"/>
                </a:lnTo>
                <a:lnTo>
                  <a:pt x="487" y="793"/>
                </a:lnTo>
                <a:lnTo>
                  <a:pt x="486" y="792"/>
                </a:lnTo>
                <a:lnTo>
                  <a:pt x="486" y="791"/>
                </a:lnTo>
                <a:lnTo>
                  <a:pt x="487" y="789"/>
                </a:lnTo>
                <a:lnTo>
                  <a:pt x="488" y="789"/>
                </a:lnTo>
                <a:lnTo>
                  <a:pt x="488" y="788"/>
                </a:lnTo>
                <a:lnTo>
                  <a:pt x="488" y="787"/>
                </a:lnTo>
                <a:lnTo>
                  <a:pt x="489" y="786"/>
                </a:lnTo>
                <a:lnTo>
                  <a:pt x="490" y="784"/>
                </a:lnTo>
                <a:lnTo>
                  <a:pt x="491" y="784"/>
                </a:lnTo>
                <a:lnTo>
                  <a:pt x="492" y="784"/>
                </a:lnTo>
                <a:lnTo>
                  <a:pt x="493" y="783"/>
                </a:lnTo>
                <a:lnTo>
                  <a:pt x="496" y="782"/>
                </a:lnTo>
                <a:lnTo>
                  <a:pt x="496" y="781"/>
                </a:lnTo>
                <a:lnTo>
                  <a:pt x="497" y="780"/>
                </a:lnTo>
                <a:lnTo>
                  <a:pt x="496" y="780"/>
                </a:lnTo>
                <a:lnTo>
                  <a:pt x="496" y="779"/>
                </a:lnTo>
                <a:lnTo>
                  <a:pt x="497" y="777"/>
                </a:lnTo>
                <a:lnTo>
                  <a:pt x="498" y="777"/>
                </a:lnTo>
                <a:lnTo>
                  <a:pt x="499" y="777"/>
                </a:lnTo>
                <a:lnTo>
                  <a:pt x="500" y="776"/>
                </a:lnTo>
                <a:lnTo>
                  <a:pt x="499" y="776"/>
                </a:lnTo>
                <a:lnTo>
                  <a:pt x="500" y="775"/>
                </a:lnTo>
                <a:lnTo>
                  <a:pt x="501" y="776"/>
                </a:lnTo>
                <a:lnTo>
                  <a:pt x="502" y="776"/>
                </a:lnTo>
                <a:lnTo>
                  <a:pt x="503" y="777"/>
                </a:lnTo>
                <a:lnTo>
                  <a:pt x="504" y="776"/>
                </a:lnTo>
                <a:lnTo>
                  <a:pt x="505" y="776"/>
                </a:lnTo>
                <a:lnTo>
                  <a:pt x="506" y="776"/>
                </a:lnTo>
                <a:lnTo>
                  <a:pt x="507" y="777"/>
                </a:lnTo>
                <a:lnTo>
                  <a:pt x="507" y="778"/>
                </a:lnTo>
                <a:lnTo>
                  <a:pt x="508" y="777"/>
                </a:lnTo>
                <a:lnTo>
                  <a:pt x="508" y="776"/>
                </a:lnTo>
                <a:lnTo>
                  <a:pt x="508" y="775"/>
                </a:lnTo>
                <a:lnTo>
                  <a:pt x="509" y="775"/>
                </a:lnTo>
                <a:lnTo>
                  <a:pt x="509" y="776"/>
                </a:lnTo>
                <a:lnTo>
                  <a:pt x="510" y="776"/>
                </a:lnTo>
                <a:lnTo>
                  <a:pt x="511" y="776"/>
                </a:lnTo>
                <a:lnTo>
                  <a:pt x="511" y="775"/>
                </a:lnTo>
                <a:lnTo>
                  <a:pt x="512" y="773"/>
                </a:lnTo>
                <a:lnTo>
                  <a:pt x="512" y="770"/>
                </a:lnTo>
                <a:lnTo>
                  <a:pt x="511" y="769"/>
                </a:lnTo>
                <a:lnTo>
                  <a:pt x="511" y="768"/>
                </a:lnTo>
                <a:lnTo>
                  <a:pt x="511" y="767"/>
                </a:lnTo>
                <a:lnTo>
                  <a:pt x="512" y="766"/>
                </a:lnTo>
                <a:lnTo>
                  <a:pt x="513" y="765"/>
                </a:lnTo>
                <a:lnTo>
                  <a:pt x="514" y="764"/>
                </a:lnTo>
                <a:lnTo>
                  <a:pt x="514" y="762"/>
                </a:lnTo>
                <a:lnTo>
                  <a:pt x="515" y="761"/>
                </a:lnTo>
                <a:lnTo>
                  <a:pt x="516" y="760"/>
                </a:lnTo>
                <a:lnTo>
                  <a:pt x="516" y="759"/>
                </a:lnTo>
                <a:lnTo>
                  <a:pt x="515" y="758"/>
                </a:lnTo>
                <a:lnTo>
                  <a:pt x="515" y="757"/>
                </a:lnTo>
                <a:lnTo>
                  <a:pt x="515" y="754"/>
                </a:lnTo>
                <a:lnTo>
                  <a:pt x="514" y="753"/>
                </a:lnTo>
                <a:lnTo>
                  <a:pt x="515" y="747"/>
                </a:lnTo>
                <a:lnTo>
                  <a:pt x="515" y="746"/>
                </a:lnTo>
                <a:lnTo>
                  <a:pt x="516" y="746"/>
                </a:lnTo>
                <a:lnTo>
                  <a:pt x="516" y="745"/>
                </a:lnTo>
                <a:lnTo>
                  <a:pt x="517" y="743"/>
                </a:lnTo>
                <a:lnTo>
                  <a:pt x="519" y="741"/>
                </a:lnTo>
                <a:lnTo>
                  <a:pt x="518" y="740"/>
                </a:lnTo>
                <a:lnTo>
                  <a:pt x="517" y="739"/>
                </a:lnTo>
                <a:lnTo>
                  <a:pt x="518" y="737"/>
                </a:lnTo>
                <a:lnTo>
                  <a:pt x="518" y="736"/>
                </a:lnTo>
                <a:lnTo>
                  <a:pt x="519" y="735"/>
                </a:lnTo>
                <a:lnTo>
                  <a:pt x="519" y="734"/>
                </a:lnTo>
                <a:lnTo>
                  <a:pt x="519" y="732"/>
                </a:lnTo>
                <a:lnTo>
                  <a:pt x="517" y="730"/>
                </a:lnTo>
                <a:lnTo>
                  <a:pt x="514" y="725"/>
                </a:lnTo>
                <a:lnTo>
                  <a:pt x="511" y="721"/>
                </a:lnTo>
                <a:lnTo>
                  <a:pt x="510" y="720"/>
                </a:lnTo>
                <a:lnTo>
                  <a:pt x="509" y="718"/>
                </a:lnTo>
                <a:lnTo>
                  <a:pt x="508" y="714"/>
                </a:lnTo>
                <a:lnTo>
                  <a:pt x="508" y="710"/>
                </a:lnTo>
                <a:lnTo>
                  <a:pt x="509" y="707"/>
                </a:lnTo>
                <a:lnTo>
                  <a:pt x="507" y="703"/>
                </a:lnTo>
                <a:lnTo>
                  <a:pt x="506" y="700"/>
                </a:lnTo>
                <a:lnTo>
                  <a:pt x="506" y="699"/>
                </a:lnTo>
                <a:lnTo>
                  <a:pt x="506" y="690"/>
                </a:lnTo>
                <a:lnTo>
                  <a:pt x="507" y="685"/>
                </a:lnTo>
                <a:lnTo>
                  <a:pt x="507" y="684"/>
                </a:lnTo>
                <a:lnTo>
                  <a:pt x="505" y="681"/>
                </a:lnTo>
                <a:lnTo>
                  <a:pt x="504" y="678"/>
                </a:lnTo>
                <a:lnTo>
                  <a:pt x="503" y="677"/>
                </a:lnTo>
                <a:lnTo>
                  <a:pt x="503" y="676"/>
                </a:lnTo>
                <a:lnTo>
                  <a:pt x="502" y="674"/>
                </a:lnTo>
                <a:lnTo>
                  <a:pt x="501" y="674"/>
                </a:lnTo>
                <a:lnTo>
                  <a:pt x="501" y="673"/>
                </a:lnTo>
                <a:lnTo>
                  <a:pt x="500" y="674"/>
                </a:lnTo>
                <a:lnTo>
                  <a:pt x="499" y="675"/>
                </a:lnTo>
                <a:lnTo>
                  <a:pt x="499" y="676"/>
                </a:lnTo>
                <a:lnTo>
                  <a:pt x="498" y="676"/>
                </a:lnTo>
                <a:lnTo>
                  <a:pt x="496" y="675"/>
                </a:lnTo>
                <a:lnTo>
                  <a:pt x="495" y="674"/>
                </a:lnTo>
                <a:lnTo>
                  <a:pt x="494" y="674"/>
                </a:lnTo>
                <a:lnTo>
                  <a:pt x="493" y="675"/>
                </a:lnTo>
                <a:lnTo>
                  <a:pt x="492" y="674"/>
                </a:lnTo>
                <a:lnTo>
                  <a:pt x="490" y="671"/>
                </a:lnTo>
                <a:lnTo>
                  <a:pt x="486" y="669"/>
                </a:lnTo>
                <a:lnTo>
                  <a:pt x="485" y="668"/>
                </a:lnTo>
                <a:lnTo>
                  <a:pt x="484" y="666"/>
                </a:lnTo>
                <a:lnTo>
                  <a:pt x="484" y="667"/>
                </a:lnTo>
                <a:lnTo>
                  <a:pt x="483" y="668"/>
                </a:lnTo>
                <a:lnTo>
                  <a:pt x="483" y="669"/>
                </a:lnTo>
                <a:lnTo>
                  <a:pt x="484" y="669"/>
                </a:lnTo>
                <a:lnTo>
                  <a:pt x="484" y="670"/>
                </a:lnTo>
                <a:lnTo>
                  <a:pt x="484" y="671"/>
                </a:lnTo>
                <a:lnTo>
                  <a:pt x="485" y="671"/>
                </a:lnTo>
                <a:lnTo>
                  <a:pt x="485" y="672"/>
                </a:lnTo>
                <a:lnTo>
                  <a:pt x="484" y="674"/>
                </a:lnTo>
                <a:lnTo>
                  <a:pt x="482" y="677"/>
                </a:lnTo>
                <a:lnTo>
                  <a:pt x="482" y="678"/>
                </a:lnTo>
                <a:lnTo>
                  <a:pt x="478" y="677"/>
                </a:lnTo>
                <a:lnTo>
                  <a:pt x="472" y="675"/>
                </a:lnTo>
                <a:lnTo>
                  <a:pt x="470" y="674"/>
                </a:lnTo>
                <a:lnTo>
                  <a:pt x="467" y="673"/>
                </a:lnTo>
                <a:lnTo>
                  <a:pt x="466" y="673"/>
                </a:lnTo>
                <a:lnTo>
                  <a:pt x="466" y="672"/>
                </a:lnTo>
                <a:lnTo>
                  <a:pt x="467" y="669"/>
                </a:lnTo>
                <a:lnTo>
                  <a:pt x="467" y="667"/>
                </a:lnTo>
                <a:lnTo>
                  <a:pt x="465" y="662"/>
                </a:lnTo>
                <a:lnTo>
                  <a:pt x="462" y="659"/>
                </a:lnTo>
                <a:lnTo>
                  <a:pt x="460" y="657"/>
                </a:lnTo>
                <a:lnTo>
                  <a:pt x="459" y="652"/>
                </a:lnTo>
                <a:lnTo>
                  <a:pt x="458" y="652"/>
                </a:lnTo>
                <a:lnTo>
                  <a:pt x="457" y="650"/>
                </a:lnTo>
                <a:lnTo>
                  <a:pt x="453" y="650"/>
                </a:lnTo>
                <a:lnTo>
                  <a:pt x="449" y="648"/>
                </a:lnTo>
                <a:lnTo>
                  <a:pt x="448" y="648"/>
                </a:lnTo>
                <a:lnTo>
                  <a:pt x="448" y="651"/>
                </a:lnTo>
                <a:lnTo>
                  <a:pt x="447" y="651"/>
                </a:lnTo>
                <a:lnTo>
                  <a:pt x="446" y="650"/>
                </a:lnTo>
                <a:lnTo>
                  <a:pt x="445" y="649"/>
                </a:lnTo>
                <a:lnTo>
                  <a:pt x="444" y="648"/>
                </a:lnTo>
                <a:lnTo>
                  <a:pt x="444" y="649"/>
                </a:lnTo>
                <a:lnTo>
                  <a:pt x="443" y="649"/>
                </a:lnTo>
                <a:lnTo>
                  <a:pt x="443" y="650"/>
                </a:lnTo>
                <a:lnTo>
                  <a:pt x="443" y="651"/>
                </a:lnTo>
                <a:lnTo>
                  <a:pt x="443" y="652"/>
                </a:lnTo>
                <a:lnTo>
                  <a:pt x="443" y="653"/>
                </a:lnTo>
                <a:lnTo>
                  <a:pt x="442" y="653"/>
                </a:lnTo>
                <a:lnTo>
                  <a:pt x="441" y="651"/>
                </a:lnTo>
                <a:lnTo>
                  <a:pt x="440" y="648"/>
                </a:lnTo>
                <a:lnTo>
                  <a:pt x="439" y="648"/>
                </a:lnTo>
                <a:lnTo>
                  <a:pt x="436" y="648"/>
                </a:lnTo>
                <a:lnTo>
                  <a:pt x="435" y="648"/>
                </a:lnTo>
                <a:lnTo>
                  <a:pt x="434" y="647"/>
                </a:lnTo>
                <a:lnTo>
                  <a:pt x="434" y="643"/>
                </a:lnTo>
                <a:lnTo>
                  <a:pt x="434" y="641"/>
                </a:lnTo>
                <a:lnTo>
                  <a:pt x="435" y="637"/>
                </a:lnTo>
                <a:lnTo>
                  <a:pt x="436" y="636"/>
                </a:lnTo>
                <a:lnTo>
                  <a:pt x="436" y="635"/>
                </a:lnTo>
                <a:lnTo>
                  <a:pt x="434" y="635"/>
                </a:lnTo>
                <a:lnTo>
                  <a:pt x="433" y="635"/>
                </a:lnTo>
                <a:lnTo>
                  <a:pt x="432" y="637"/>
                </a:lnTo>
                <a:lnTo>
                  <a:pt x="431" y="640"/>
                </a:lnTo>
                <a:lnTo>
                  <a:pt x="430" y="641"/>
                </a:lnTo>
                <a:lnTo>
                  <a:pt x="430" y="642"/>
                </a:lnTo>
                <a:lnTo>
                  <a:pt x="430" y="643"/>
                </a:lnTo>
                <a:lnTo>
                  <a:pt x="430" y="644"/>
                </a:lnTo>
                <a:lnTo>
                  <a:pt x="429" y="647"/>
                </a:lnTo>
                <a:lnTo>
                  <a:pt x="428" y="648"/>
                </a:lnTo>
                <a:lnTo>
                  <a:pt x="426" y="651"/>
                </a:lnTo>
                <a:lnTo>
                  <a:pt x="425" y="651"/>
                </a:lnTo>
                <a:lnTo>
                  <a:pt x="424" y="650"/>
                </a:lnTo>
                <a:lnTo>
                  <a:pt x="423" y="650"/>
                </a:lnTo>
                <a:lnTo>
                  <a:pt x="423" y="648"/>
                </a:lnTo>
                <a:lnTo>
                  <a:pt x="423" y="647"/>
                </a:lnTo>
                <a:lnTo>
                  <a:pt x="423" y="646"/>
                </a:lnTo>
                <a:lnTo>
                  <a:pt x="422" y="646"/>
                </a:lnTo>
                <a:lnTo>
                  <a:pt x="419" y="644"/>
                </a:lnTo>
                <a:lnTo>
                  <a:pt x="417" y="645"/>
                </a:lnTo>
                <a:lnTo>
                  <a:pt x="417" y="646"/>
                </a:lnTo>
                <a:lnTo>
                  <a:pt x="416" y="646"/>
                </a:lnTo>
                <a:lnTo>
                  <a:pt x="415" y="646"/>
                </a:lnTo>
                <a:lnTo>
                  <a:pt x="415" y="645"/>
                </a:lnTo>
                <a:lnTo>
                  <a:pt x="415" y="644"/>
                </a:lnTo>
                <a:lnTo>
                  <a:pt x="415" y="643"/>
                </a:lnTo>
                <a:lnTo>
                  <a:pt x="415" y="642"/>
                </a:lnTo>
                <a:lnTo>
                  <a:pt x="416" y="642"/>
                </a:lnTo>
                <a:lnTo>
                  <a:pt x="416" y="641"/>
                </a:lnTo>
                <a:lnTo>
                  <a:pt x="415" y="641"/>
                </a:lnTo>
                <a:lnTo>
                  <a:pt x="414" y="640"/>
                </a:lnTo>
                <a:lnTo>
                  <a:pt x="413" y="640"/>
                </a:lnTo>
                <a:lnTo>
                  <a:pt x="412" y="642"/>
                </a:lnTo>
                <a:lnTo>
                  <a:pt x="410" y="644"/>
                </a:lnTo>
                <a:lnTo>
                  <a:pt x="407" y="642"/>
                </a:lnTo>
                <a:lnTo>
                  <a:pt x="405" y="639"/>
                </a:lnTo>
                <a:lnTo>
                  <a:pt x="402" y="637"/>
                </a:lnTo>
                <a:lnTo>
                  <a:pt x="402" y="636"/>
                </a:lnTo>
                <a:lnTo>
                  <a:pt x="401" y="636"/>
                </a:lnTo>
                <a:lnTo>
                  <a:pt x="400" y="635"/>
                </a:lnTo>
                <a:lnTo>
                  <a:pt x="400" y="634"/>
                </a:lnTo>
                <a:lnTo>
                  <a:pt x="401" y="633"/>
                </a:lnTo>
                <a:lnTo>
                  <a:pt x="402" y="634"/>
                </a:lnTo>
                <a:lnTo>
                  <a:pt x="403" y="634"/>
                </a:lnTo>
                <a:lnTo>
                  <a:pt x="404" y="633"/>
                </a:lnTo>
                <a:lnTo>
                  <a:pt x="404" y="630"/>
                </a:lnTo>
                <a:lnTo>
                  <a:pt x="404" y="629"/>
                </a:lnTo>
                <a:lnTo>
                  <a:pt x="404" y="628"/>
                </a:lnTo>
                <a:lnTo>
                  <a:pt x="402" y="626"/>
                </a:lnTo>
                <a:lnTo>
                  <a:pt x="401" y="626"/>
                </a:lnTo>
                <a:lnTo>
                  <a:pt x="400" y="626"/>
                </a:lnTo>
                <a:lnTo>
                  <a:pt x="398" y="627"/>
                </a:lnTo>
                <a:lnTo>
                  <a:pt x="398" y="628"/>
                </a:lnTo>
                <a:lnTo>
                  <a:pt x="398" y="629"/>
                </a:lnTo>
                <a:lnTo>
                  <a:pt x="398" y="630"/>
                </a:lnTo>
                <a:lnTo>
                  <a:pt x="398" y="632"/>
                </a:lnTo>
                <a:lnTo>
                  <a:pt x="397" y="632"/>
                </a:lnTo>
                <a:lnTo>
                  <a:pt x="396" y="631"/>
                </a:lnTo>
                <a:lnTo>
                  <a:pt x="396" y="630"/>
                </a:lnTo>
                <a:lnTo>
                  <a:pt x="396" y="629"/>
                </a:lnTo>
                <a:lnTo>
                  <a:pt x="395" y="631"/>
                </a:lnTo>
                <a:lnTo>
                  <a:pt x="393" y="631"/>
                </a:lnTo>
                <a:lnTo>
                  <a:pt x="391" y="632"/>
                </a:lnTo>
                <a:lnTo>
                  <a:pt x="390" y="632"/>
                </a:lnTo>
                <a:lnTo>
                  <a:pt x="390" y="631"/>
                </a:lnTo>
                <a:lnTo>
                  <a:pt x="390" y="628"/>
                </a:lnTo>
                <a:lnTo>
                  <a:pt x="390" y="627"/>
                </a:lnTo>
                <a:lnTo>
                  <a:pt x="391" y="627"/>
                </a:lnTo>
                <a:lnTo>
                  <a:pt x="391" y="626"/>
                </a:lnTo>
                <a:lnTo>
                  <a:pt x="390" y="622"/>
                </a:lnTo>
                <a:lnTo>
                  <a:pt x="390" y="621"/>
                </a:lnTo>
                <a:lnTo>
                  <a:pt x="389" y="620"/>
                </a:lnTo>
                <a:lnTo>
                  <a:pt x="389" y="621"/>
                </a:lnTo>
                <a:lnTo>
                  <a:pt x="388" y="621"/>
                </a:lnTo>
                <a:lnTo>
                  <a:pt x="388" y="620"/>
                </a:lnTo>
                <a:lnTo>
                  <a:pt x="387" y="619"/>
                </a:lnTo>
                <a:lnTo>
                  <a:pt x="387" y="618"/>
                </a:lnTo>
                <a:lnTo>
                  <a:pt x="386" y="617"/>
                </a:lnTo>
                <a:lnTo>
                  <a:pt x="386" y="616"/>
                </a:lnTo>
                <a:lnTo>
                  <a:pt x="386" y="617"/>
                </a:lnTo>
                <a:lnTo>
                  <a:pt x="386" y="616"/>
                </a:lnTo>
                <a:lnTo>
                  <a:pt x="385" y="615"/>
                </a:lnTo>
                <a:lnTo>
                  <a:pt x="384" y="613"/>
                </a:lnTo>
                <a:lnTo>
                  <a:pt x="383" y="613"/>
                </a:lnTo>
                <a:lnTo>
                  <a:pt x="381" y="613"/>
                </a:lnTo>
                <a:lnTo>
                  <a:pt x="380" y="613"/>
                </a:lnTo>
                <a:lnTo>
                  <a:pt x="378" y="610"/>
                </a:lnTo>
                <a:lnTo>
                  <a:pt x="378" y="609"/>
                </a:lnTo>
                <a:lnTo>
                  <a:pt x="377" y="609"/>
                </a:lnTo>
                <a:lnTo>
                  <a:pt x="376" y="608"/>
                </a:lnTo>
                <a:lnTo>
                  <a:pt x="375" y="608"/>
                </a:lnTo>
                <a:lnTo>
                  <a:pt x="374" y="607"/>
                </a:lnTo>
                <a:lnTo>
                  <a:pt x="374" y="606"/>
                </a:lnTo>
                <a:lnTo>
                  <a:pt x="372" y="606"/>
                </a:lnTo>
                <a:lnTo>
                  <a:pt x="372" y="605"/>
                </a:lnTo>
                <a:lnTo>
                  <a:pt x="371" y="605"/>
                </a:lnTo>
                <a:lnTo>
                  <a:pt x="371" y="606"/>
                </a:lnTo>
                <a:lnTo>
                  <a:pt x="371" y="607"/>
                </a:lnTo>
                <a:lnTo>
                  <a:pt x="370" y="607"/>
                </a:lnTo>
                <a:lnTo>
                  <a:pt x="368" y="607"/>
                </a:lnTo>
                <a:lnTo>
                  <a:pt x="364" y="605"/>
                </a:lnTo>
                <a:lnTo>
                  <a:pt x="363" y="605"/>
                </a:lnTo>
                <a:lnTo>
                  <a:pt x="363" y="603"/>
                </a:lnTo>
                <a:lnTo>
                  <a:pt x="362" y="603"/>
                </a:lnTo>
                <a:lnTo>
                  <a:pt x="362" y="604"/>
                </a:lnTo>
                <a:lnTo>
                  <a:pt x="360" y="602"/>
                </a:lnTo>
                <a:lnTo>
                  <a:pt x="358" y="600"/>
                </a:lnTo>
                <a:lnTo>
                  <a:pt x="357" y="600"/>
                </a:lnTo>
                <a:lnTo>
                  <a:pt x="356" y="600"/>
                </a:lnTo>
                <a:lnTo>
                  <a:pt x="355" y="600"/>
                </a:lnTo>
                <a:lnTo>
                  <a:pt x="356" y="601"/>
                </a:lnTo>
                <a:lnTo>
                  <a:pt x="356" y="602"/>
                </a:lnTo>
                <a:lnTo>
                  <a:pt x="355" y="602"/>
                </a:lnTo>
                <a:lnTo>
                  <a:pt x="354" y="602"/>
                </a:lnTo>
                <a:lnTo>
                  <a:pt x="352" y="602"/>
                </a:lnTo>
                <a:lnTo>
                  <a:pt x="351" y="602"/>
                </a:lnTo>
                <a:lnTo>
                  <a:pt x="350" y="601"/>
                </a:lnTo>
                <a:lnTo>
                  <a:pt x="349" y="600"/>
                </a:lnTo>
                <a:lnTo>
                  <a:pt x="350" y="600"/>
                </a:lnTo>
                <a:lnTo>
                  <a:pt x="349" y="598"/>
                </a:lnTo>
                <a:lnTo>
                  <a:pt x="347" y="597"/>
                </a:lnTo>
                <a:lnTo>
                  <a:pt x="345" y="597"/>
                </a:lnTo>
                <a:lnTo>
                  <a:pt x="344" y="598"/>
                </a:lnTo>
                <a:lnTo>
                  <a:pt x="343" y="598"/>
                </a:lnTo>
                <a:lnTo>
                  <a:pt x="341" y="599"/>
                </a:lnTo>
                <a:lnTo>
                  <a:pt x="340" y="599"/>
                </a:lnTo>
                <a:lnTo>
                  <a:pt x="335" y="598"/>
                </a:lnTo>
                <a:lnTo>
                  <a:pt x="335" y="597"/>
                </a:lnTo>
                <a:lnTo>
                  <a:pt x="334" y="596"/>
                </a:lnTo>
                <a:lnTo>
                  <a:pt x="332" y="596"/>
                </a:lnTo>
                <a:lnTo>
                  <a:pt x="331" y="596"/>
                </a:lnTo>
                <a:lnTo>
                  <a:pt x="330" y="596"/>
                </a:lnTo>
                <a:lnTo>
                  <a:pt x="329" y="597"/>
                </a:lnTo>
                <a:lnTo>
                  <a:pt x="328" y="597"/>
                </a:lnTo>
                <a:lnTo>
                  <a:pt x="327" y="597"/>
                </a:lnTo>
                <a:lnTo>
                  <a:pt x="327" y="596"/>
                </a:lnTo>
                <a:lnTo>
                  <a:pt x="326" y="596"/>
                </a:lnTo>
                <a:lnTo>
                  <a:pt x="326" y="597"/>
                </a:lnTo>
                <a:lnTo>
                  <a:pt x="326" y="598"/>
                </a:lnTo>
                <a:lnTo>
                  <a:pt x="326" y="599"/>
                </a:lnTo>
                <a:lnTo>
                  <a:pt x="325" y="598"/>
                </a:lnTo>
                <a:lnTo>
                  <a:pt x="324" y="598"/>
                </a:lnTo>
                <a:lnTo>
                  <a:pt x="323" y="595"/>
                </a:lnTo>
                <a:lnTo>
                  <a:pt x="324" y="594"/>
                </a:lnTo>
                <a:lnTo>
                  <a:pt x="324" y="595"/>
                </a:lnTo>
                <a:lnTo>
                  <a:pt x="324" y="594"/>
                </a:lnTo>
                <a:lnTo>
                  <a:pt x="323" y="593"/>
                </a:lnTo>
                <a:lnTo>
                  <a:pt x="322" y="593"/>
                </a:lnTo>
                <a:lnTo>
                  <a:pt x="323" y="592"/>
                </a:lnTo>
                <a:lnTo>
                  <a:pt x="324" y="591"/>
                </a:lnTo>
                <a:lnTo>
                  <a:pt x="324" y="590"/>
                </a:lnTo>
                <a:lnTo>
                  <a:pt x="323" y="589"/>
                </a:lnTo>
                <a:lnTo>
                  <a:pt x="321" y="587"/>
                </a:lnTo>
                <a:lnTo>
                  <a:pt x="320" y="587"/>
                </a:lnTo>
                <a:lnTo>
                  <a:pt x="319" y="586"/>
                </a:lnTo>
                <a:lnTo>
                  <a:pt x="317" y="584"/>
                </a:lnTo>
                <a:lnTo>
                  <a:pt x="316" y="584"/>
                </a:lnTo>
                <a:lnTo>
                  <a:pt x="316" y="583"/>
                </a:lnTo>
                <a:lnTo>
                  <a:pt x="316" y="581"/>
                </a:lnTo>
                <a:lnTo>
                  <a:pt x="317" y="581"/>
                </a:lnTo>
                <a:lnTo>
                  <a:pt x="316" y="580"/>
                </a:lnTo>
                <a:lnTo>
                  <a:pt x="315" y="580"/>
                </a:lnTo>
                <a:lnTo>
                  <a:pt x="313" y="582"/>
                </a:lnTo>
                <a:lnTo>
                  <a:pt x="312" y="582"/>
                </a:lnTo>
                <a:lnTo>
                  <a:pt x="311" y="582"/>
                </a:lnTo>
                <a:lnTo>
                  <a:pt x="311" y="583"/>
                </a:lnTo>
                <a:lnTo>
                  <a:pt x="311" y="584"/>
                </a:lnTo>
                <a:lnTo>
                  <a:pt x="309" y="585"/>
                </a:lnTo>
                <a:lnTo>
                  <a:pt x="309" y="586"/>
                </a:lnTo>
                <a:lnTo>
                  <a:pt x="309" y="585"/>
                </a:lnTo>
                <a:lnTo>
                  <a:pt x="309" y="583"/>
                </a:lnTo>
                <a:lnTo>
                  <a:pt x="309" y="582"/>
                </a:lnTo>
                <a:lnTo>
                  <a:pt x="308" y="582"/>
                </a:lnTo>
                <a:lnTo>
                  <a:pt x="307" y="581"/>
                </a:lnTo>
                <a:lnTo>
                  <a:pt x="306" y="582"/>
                </a:lnTo>
                <a:lnTo>
                  <a:pt x="306" y="583"/>
                </a:lnTo>
                <a:lnTo>
                  <a:pt x="305" y="584"/>
                </a:lnTo>
                <a:lnTo>
                  <a:pt x="305" y="583"/>
                </a:lnTo>
                <a:lnTo>
                  <a:pt x="304" y="583"/>
                </a:lnTo>
                <a:lnTo>
                  <a:pt x="302" y="583"/>
                </a:lnTo>
                <a:lnTo>
                  <a:pt x="301" y="582"/>
                </a:lnTo>
                <a:lnTo>
                  <a:pt x="299" y="582"/>
                </a:lnTo>
                <a:lnTo>
                  <a:pt x="298" y="582"/>
                </a:lnTo>
                <a:lnTo>
                  <a:pt x="297" y="582"/>
                </a:lnTo>
                <a:lnTo>
                  <a:pt x="296" y="583"/>
                </a:lnTo>
                <a:lnTo>
                  <a:pt x="295" y="581"/>
                </a:lnTo>
                <a:lnTo>
                  <a:pt x="293" y="580"/>
                </a:lnTo>
                <a:lnTo>
                  <a:pt x="292" y="580"/>
                </a:lnTo>
                <a:lnTo>
                  <a:pt x="292" y="578"/>
                </a:lnTo>
                <a:lnTo>
                  <a:pt x="291" y="578"/>
                </a:lnTo>
                <a:lnTo>
                  <a:pt x="290" y="578"/>
                </a:lnTo>
                <a:lnTo>
                  <a:pt x="290" y="579"/>
                </a:lnTo>
                <a:lnTo>
                  <a:pt x="291" y="579"/>
                </a:lnTo>
                <a:lnTo>
                  <a:pt x="289" y="581"/>
                </a:lnTo>
                <a:lnTo>
                  <a:pt x="288" y="581"/>
                </a:lnTo>
                <a:lnTo>
                  <a:pt x="287" y="581"/>
                </a:lnTo>
                <a:lnTo>
                  <a:pt x="287" y="580"/>
                </a:lnTo>
                <a:lnTo>
                  <a:pt x="286" y="577"/>
                </a:lnTo>
                <a:lnTo>
                  <a:pt x="286" y="576"/>
                </a:lnTo>
                <a:lnTo>
                  <a:pt x="286" y="575"/>
                </a:lnTo>
                <a:lnTo>
                  <a:pt x="286" y="573"/>
                </a:lnTo>
                <a:lnTo>
                  <a:pt x="286" y="570"/>
                </a:lnTo>
                <a:lnTo>
                  <a:pt x="285" y="568"/>
                </a:lnTo>
                <a:lnTo>
                  <a:pt x="284" y="568"/>
                </a:lnTo>
                <a:lnTo>
                  <a:pt x="284" y="565"/>
                </a:lnTo>
                <a:lnTo>
                  <a:pt x="283" y="561"/>
                </a:lnTo>
                <a:lnTo>
                  <a:pt x="283" y="560"/>
                </a:lnTo>
                <a:lnTo>
                  <a:pt x="284" y="560"/>
                </a:lnTo>
                <a:lnTo>
                  <a:pt x="283" y="559"/>
                </a:lnTo>
                <a:lnTo>
                  <a:pt x="282" y="558"/>
                </a:lnTo>
                <a:lnTo>
                  <a:pt x="282" y="557"/>
                </a:lnTo>
                <a:lnTo>
                  <a:pt x="283" y="556"/>
                </a:lnTo>
                <a:lnTo>
                  <a:pt x="282" y="555"/>
                </a:lnTo>
                <a:lnTo>
                  <a:pt x="281" y="555"/>
                </a:lnTo>
                <a:lnTo>
                  <a:pt x="281" y="554"/>
                </a:lnTo>
                <a:lnTo>
                  <a:pt x="282" y="555"/>
                </a:lnTo>
                <a:lnTo>
                  <a:pt x="282" y="553"/>
                </a:lnTo>
                <a:lnTo>
                  <a:pt x="283" y="551"/>
                </a:lnTo>
                <a:lnTo>
                  <a:pt x="282" y="551"/>
                </a:lnTo>
                <a:lnTo>
                  <a:pt x="282" y="550"/>
                </a:lnTo>
                <a:lnTo>
                  <a:pt x="283" y="549"/>
                </a:lnTo>
                <a:lnTo>
                  <a:pt x="282" y="549"/>
                </a:lnTo>
                <a:lnTo>
                  <a:pt x="282" y="547"/>
                </a:lnTo>
                <a:lnTo>
                  <a:pt x="281" y="544"/>
                </a:lnTo>
                <a:lnTo>
                  <a:pt x="280" y="543"/>
                </a:lnTo>
                <a:lnTo>
                  <a:pt x="281" y="543"/>
                </a:lnTo>
                <a:lnTo>
                  <a:pt x="282" y="543"/>
                </a:lnTo>
                <a:lnTo>
                  <a:pt x="281" y="542"/>
                </a:lnTo>
                <a:lnTo>
                  <a:pt x="281" y="540"/>
                </a:lnTo>
                <a:lnTo>
                  <a:pt x="281" y="539"/>
                </a:lnTo>
                <a:lnTo>
                  <a:pt x="281" y="537"/>
                </a:lnTo>
                <a:lnTo>
                  <a:pt x="282" y="536"/>
                </a:lnTo>
                <a:lnTo>
                  <a:pt x="286" y="541"/>
                </a:lnTo>
                <a:lnTo>
                  <a:pt x="286" y="542"/>
                </a:lnTo>
                <a:lnTo>
                  <a:pt x="289" y="538"/>
                </a:lnTo>
                <a:lnTo>
                  <a:pt x="289" y="537"/>
                </a:lnTo>
                <a:lnTo>
                  <a:pt x="289" y="536"/>
                </a:lnTo>
                <a:lnTo>
                  <a:pt x="290" y="536"/>
                </a:lnTo>
                <a:lnTo>
                  <a:pt x="290" y="535"/>
                </a:lnTo>
                <a:lnTo>
                  <a:pt x="290" y="534"/>
                </a:lnTo>
                <a:lnTo>
                  <a:pt x="290" y="533"/>
                </a:lnTo>
                <a:lnTo>
                  <a:pt x="291" y="531"/>
                </a:lnTo>
                <a:lnTo>
                  <a:pt x="291" y="530"/>
                </a:lnTo>
                <a:lnTo>
                  <a:pt x="290" y="528"/>
                </a:lnTo>
                <a:lnTo>
                  <a:pt x="291" y="528"/>
                </a:lnTo>
                <a:lnTo>
                  <a:pt x="290" y="527"/>
                </a:lnTo>
                <a:lnTo>
                  <a:pt x="289" y="525"/>
                </a:lnTo>
                <a:lnTo>
                  <a:pt x="288" y="523"/>
                </a:lnTo>
                <a:lnTo>
                  <a:pt x="288" y="522"/>
                </a:lnTo>
                <a:lnTo>
                  <a:pt x="287" y="522"/>
                </a:lnTo>
                <a:lnTo>
                  <a:pt x="285" y="520"/>
                </a:lnTo>
                <a:lnTo>
                  <a:pt x="283" y="518"/>
                </a:lnTo>
                <a:lnTo>
                  <a:pt x="282" y="518"/>
                </a:lnTo>
                <a:lnTo>
                  <a:pt x="281" y="517"/>
                </a:lnTo>
                <a:lnTo>
                  <a:pt x="280" y="517"/>
                </a:lnTo>
                <a:lnTo>
                  <a:pt x="279" y="516"/>
                </a:lnTo>
                <a:lnTo>
                  <a:pt x="278" y="516"/>
                </a:lnTo>
                <a:lnTo>
                  <a:pt x="278" y="515"/>
                </a:lnTo>
                <a:lnTo>
                  <a:pt x="279" y="514"/>
                </a:lnTo>
                <a:lnTo>
                  <a:pt x="281" y="513"/>
                </a:lnTo>
                <a:lnTo>
                  <a:pt x="286" y="514"/>
                </a:lnTo>
                <a:lnTo>
                  <a:pt x="286" y="512"/>
                </a:lnTo>
                <a:lnTo>
                  <a:pt x="286" y="511"/>
                </a:lnTo>
                <a:lnTo>
                  <a:pt x="285" y="509"/>
                </a:lnTo>
                <a:lnTo>
                  <a:pt x="285" y="508"/>
                </a:lnTo>
                <a:lnTo>
                  <a:pt x="284" y="507"/>
                </a:lnTo>
                <a:lnTo>
                  <a:pt x="283" y="505"/>
                </a:lnTo>
                <a:lnTo>
                  <a:pt x="280" y="502"/>
                </a:lnTo>
                <a:lnTo>
                  <a:pt x="279" y="501"/>
                </a:lnTo>
                <a:lnTo>
                  <a:pt x="278" y="498"/>
                </a:lnTo>
                <a:lnTo>
                  <a:pt x="277" y="497"/>
                </a:lnTo>
                <a:lnTo>
                  <a:pt x="277" y="494"/>
                </a:lnTo>
                <a:lnTo>
                  <a:pt x="277" y="492"/>
                </a:lnTo>
                <a:lnTo>
                  <a:pt x="278" y="492"/>
                </a:lnTo>
                <a:lnTo>
                  <a:pt x="278" y="491"/>
                </a:lnTo>
                <a:lnTo>
                  <a:pt x="278" y="486"/>
                </a:lnTo>
                <a:lnTo>
                  <a:pt x="278" y="485"/>
                </a:lnTo>
                <a:lnTo>
                  <a:pt x="278" y="484"/>
                </a:lnTo>
                <a:lnTo>
                  <a:pt x="278" y="481"/>
                </a:lnTo>
                <a:lnTo>
                  <a:pt x="279" y="481"/>
                </a:lnTo>
                <a:lnTo>
                  <a:pt x="280" y="481"/>
                </a:lnTo>
                <a:lnTo>
                  <a:pt x="280" y="480"/>
                </a:lnTo>
                <a:lnTo>
                  <a:pt x="280" y="479"/>
                </a:lnTo>
                <a:lnTo>
                  <a:pt x="281" y="477"/>
                </a:lnTo>
                <a:lnTo>
                  <a:pt x="280" y="476"/>
                </a:lnTo>
                <a:lnTo>
                  <a:pt x="280" y="474"/>
                </a:lnTo>
                <a:lnTo>
                  <a:pt x="280" y="473"/>
                </a:lnTo>
                <a:lnTo>
                  <a:pt x="281" y="470"/>
                </a:lnTo>
                <a:lnTo>
                  <a:pt x="281" y="469"/>
                </a:lnTo>
                <a:lnTo>
                  <a:pt x="281" y="467"/>
                </a:lnTo>
                <a:lnTo>
                  <a:pt x="281" y="466"/>
                </a:lnTo>
                <a:lnTo>
                  <a:pt x="281" y="463"/>
                </a:lnTo>
                <a:lnTo>
                  <a:pt x="282" y="462"/>
                </a:lnTo>
                <a:lnTo>
                  <a:pt x="282" y="461"/>
                </a:lnTo>
                <a:lnTo>
                  <a:pt x="285" y="459"/>
                </a:lnTo>
                <a:lnTo>
                  <a:pt x="286" y="458"/>
                </a:lnTo>
                <a:lnTo>
                  <a:pt x="286" y="459"/>
                </a:lnTo>
                <a:lnTo>
                  <a:pt x="287" y="461"/>
                </a:lnTo>
                <a:lnTo>
                  <a:pt x="288" y="460"/>
                </a:lnTo>
                <a:lnTo>
                  <a:pt x="288" y="459"/>
                </a:lnTo>
                <a:lnTo>
                  <a:pt x="288" y="457"/>
                </a:lnTo>
                <a:lnTo>
                  <a:pt x="290" y="455"/>
                </a:lnTo>
                <a:lnTo>
                  <a:pt x="291" y="455"/>
                </a:lnTo>
                <a:lnTo>
                  <a:pt x="292" y="453"/>
                </a:lnTo>
                <a:lnTo>
                  <a:pt x="291" y="452"/>
                </a:lnTo>
                <a:lnTo>
                  <a:pt x="291" y="451"/>
                </a:lnTo>
                <a:lnTo>
                  <a:pt x="293" y="446"/>
                </a:lnTo>
                <a:lnTo>
                  <a:pt x="294" y="445"/>
                </a:lnTo>
                <a:lnTo>
                  <a:pt x="294" y="443"/>
                </a:lnTo>
                <a:lnTo>
                  <a:pt x="294" y="442"/>
                </a:lnTo>
                <a:lnTo>
                  <a:pt x="294" y="441"/>
                </a:lnTo>
                <a:lnTo>
                  <a:pt x="291" y="442"/>
                </a:lnTo>
                <a:lnTo>
                  <a:pt x="289" y="442"/>
                </a:lnTo>
                <a:lnTo>
                  <a:pt x="288" y="442"/>
                </a:lnTo>
                <a:lnTo>
                  <a:pt x="285" y="437"/>
                </a:lnTo>
                <a:lnTo>
                  <a:pt x="286" y="437"/>
                </a:lnTo>
                <a:lnTo>
                  <a:pt x="287" y="437"/>
                </a:lnTo>
                <a:lnTo>
                  <a:pt x="287" y="436"/>
                </a:lnTo>
                <a:lnTo>
                  <a:pt x="290" y="437"/>
                </a:lnTo>
                <a:lnTo>
                  <a:pt x="292" y="436"/>
                </a:lnTo>
                <a:lnTo>
                  <a:pt x="293" y="435"/>
                </a:lnTo>
                <a:lnTo>
                  <a:pt x="293" y="433"/>
                </a:lnTo>
                <a:lnTo>
                  <a:pt x="295" y="431"/>
                </a:lnTo>
                <a:lnTo>
                  <a:pt x="298" y="427"/>
                </a:lnTo>
                <a:lnTo>
                  <a:pt x="301" y="428"/>
                </a:lnTo>
                <a:lnTo>
                  <a:pt x="302" y="427"/>
                </a:lnTo>
                <a:lnTo>
                  <a:pt x="302" y="425"/>
                </a:lnTo>
                <a:lnTo>
                  <a:pt x="302" y="424"/>
                </a:lnTo>
                <a:lnTo>
                  <a:pt x="296" y="423"/>
                </a:lnTo>
                <a:lnTo>
                  <a:pt x="296" y="422"/>
                </a:lnTo>
                <a:lnTo>
                  <a:pt x="296" y="420"/>
                </a:lnTo>
                <a:lnTo>
                  <a:pt x="296" y="419"/>
                </a:lnTo>
                <a:lnTo>
                  <a:pt x="299" y="419"/>
                </a:lnTo>
                <a:lnTo>
                  <a:pt x="301" y="420"/>
                </a:lnTo>
                <a:lnTo>
                  <a:pt x="301" y="421"/>
                </a:lnTo>
                <a:lnTo>
                  <a:pt x="301" y="422"/>
                </a:lnTo>
                <a:lnTo>
                  <a:pt x="303" y="421"/>
                </a:lnTo>
                <a:lnTo>
                  <a:pt x="305" y="419"/>
                </a:lnTo>
                <a:lnTo>
                  <a:pt x="309" y="420"/>
                </a:lnTo>
                <a:lnTo>
                  <a:pt x="309" y="419"/>
                </a:lnTo>
                <a:lnTo>
                  <a:pt x="309" y="418"/>
                </a:lnTo>
                <a:lnTo>
                  <a:pt x="309" y="417"/>
                </a:lnTo>
                <a:lnTo>
                  <a:pt x="309" y="416"/>
                </a:lnTo>
                <a:lnTo>
                  <a:pt x="310" y="416"/>
                </a:lnTo>
                <a:lnTo>
                  <a:pt x="311" y="414"/>
                </a:lnTo>
                <a:lnTo>
                  <a:pt x="313" y="412"/>
                </a:lnTo>
                <a:lnTo>
                  <a:pt x="314" y="411"/>
                </a:lnTo>
                <a:lnTo>
                  <a:pt x="314" y="410"/>
                </a:lnTo>
                <a:lnTo>
                  <a:pt x="314" y="409"/>
                </a:lnTo>
                <a:lnTo>
                  <a:pt x="313" y="408"/>
                </a:lnTo>
                <a:lnTo>
                  <a:pt x="313" y="407"/>
                </a:lnTo>
                <a:lnTo>
                  <a:pt x="313" y="405"/>
                </a:lnTo>
                <a:lnTo>
                  <a:pt x="313" y="404"/>
                </a:lnTo>
                <a:lnTo>
                  <a:pt x="313" y="403"/>
                </a:lnTo>
                <a:lnTo>
                  <a:pt x="320" y="400"/>
                </a:lnTo>
                <a:lnTo>
                  <a:pt x="321" y="402"/>
                </a:lnTo>
                <a:lnTo>
                  <a:pt x="324" y="402"/>
                </a:lnTo>
                <a:lnTo>
                  <a:pt x="324" y="401"/>
                </a:lnTo>
                <a:lnTo>
                  <a:pt x="327" y="400"/>
                </a:lnTo>
                <a:lnTo>
                  <a:pt x="328" y="400"/>
                </a:lnTo>
                <a:lnTo>
                  <a:pt x="328" y="399"/>
                </a:lnTo>
                <a:lnTo>
                  <a:pt x="328" y="398"/>
                </a:lnTo>
                <a:lnTo>
                  <a:pt x="327" y="399"/>
                </a:lnTo>
                <a:lnTo>
                  <a:pt x="326" y="398"/>
                </a:lnTo>
                <a:lnTo>
                  <a:pt x="326" y="397"/>
                </a:lnTo>
                <a:lnTo>
                  <a:pt x="327" y="396"/>
                </a:lnTo>
                <a:lnTo>
                  <a:pt x="328" y="396"/>
                </a:lnTo>
                <a:lnTo>
                  <a:pt x="327" y="398"/>
                </a:lnTo>
                <a:lnTo>
                  <a:pt x="329" y="398"/>
                </a:lnTo>
                <a:lnTo>
                  <a:pt x="330" y="398"/>
                </a:lnTo>
                <a:lnTo>
                  <a:pt x="331" y="401"/>
                </a:lnTo>
                <a:lnTo>
                  <a:pt x="332" y="402"/>
                </a:lnTo>
                <a:lnTo>
                  <a:pt x="333" y="402"/>
                </a:lnTo>
                <a:lnTo>
                  <a:pt x="334" y="401"/>
                </a:lnTo>
                <a:lnTo>
                  <a:pt x="334" y="398"/>
                </a:lnTo>
                <a:lnTo>
                  <a:pt x="336" y="394"/>
                </a:lnTo>
                <a:lnTo>
                  <a:pt x="338" y="395"/>
                </a:lnTo>
                <a:lnTo>
                  <a:pt x="338" y="394"/>
                </a:lnTo>
                <a:lnTo>
                  <a:pt x="337" y="394"/>
                </a:lnTo>
                <a:lnTo>
                  <a:pt x="338" y="390"/>
                </a:lnTo>
                <a:lnTo>
                  <a:pt x="338" y="389"/>
                </a:lnTo>
                <a:lnTo>
                  <a:pt x="339" y="388"/>
                </a:lnTo>
                <a:lnTo>
                  <a:pt x="340" y="388"/>
                </a:lnTo>
                <a:lnTo>
                  <a:pt x="340" y="384"/>
                </a:lnTo>
                <a:lnTo>
                  <a:pt x="337" y="382"/>
                </a:lnTo>
                <a:lnTo>
                  <a:pt x="341" y="380"/>
                </a:lnTo>
                <a:lnTo>
                  <a:pt x="342" y="377"/>
                </a:lnTo>
                <a:lnTo>
                  <a:pt x="344" y="377"/>
                </a:lnTo>
                <a:lnTo>
                  <a:pt x="344" y="378"/>
                </a:lnTo>
                <a:lnTo>
                  <a:pt x="343" y="379"/>
                </a:lnTo>
                <a:lnTo>
                  <a:pt x="344" y="380"/>
                </a:lnTo>
                <a:lnTo>
                  <a:pt x="346" y="381"/>
                </a:lnTo>
                <a:lnTo>
                  <a:pt x="350" y="385"/>
                </a:lnTo>
                <a:lnTo>
                  <a:pt x="352" y="386"/>
                </a:lnTo>
                <a:lnTo>
                  <a:pt x="354" y="386"/>
                </a:lnTo>
                <a:lnTo>
                  <a:pt x="357" y="387"/>
                </a:lnTo>
                <a:lnTo>
                  <a:pt x="359" y="388"/>
                </a:lnTo>
                <a:lnTo>
                  <a:pt x="361" y="388"/>
                </a:lnTo>
                <a:lnTo>
                  <a:pt x="364" y="389"/>
                </a:lnTo>
                <a:lnTo>
                  <a:pt x="364" y="388"/>
                </a:lnTo>
                <a:lnTo>
                  <a:pt x="365" y="388"/>
                </a:lnTo>
                <a:lnTo>
                  <a:pt x="367" y="388"/>
                </a:lnTo>
                <a:lnTo>
                  <a:pt x="368" y="389"/>
                </a:lnTo>
                <a:lnTo>
                  <a:pt x="369" y="390"/>
                </a:lnTo>
                <a:lnTo>
                  <a:pt x="375" y="393"/>
                </a:lnTo>
                <a:lnTo>
                  <a:pt x="375" y="392"/>
                </a:lnTo>
                <a:lnTo>
                  <a:pt x="376" y="392"/>
                </a:lnTo>
                <a:lnTo>
                  <a:pt x="377" y="392"/>
                </a:lnTo>
                <a:lnTo>
                  <a:pt x="380" y="393"/>
                </a:lnTo>
                <a:lnTo>
                  <a:pt x="381" y="393"/>
                </a:lnTo>
                <a:lnTo>
                  <a:pt x="383" y="395"/>
                </a:lnTo>
                <a:lnTo>
                  <a:pt x="390" y="397"/>
                </a:lnTo>
                <a:lnTo>
                  <a:pt x="390" y="401"/>
                </a:lnTo>
                <a:lnTo>
                  <a:pt x="392" y="405"/>
                </a:lnTo>
                <a:lnTo>
                  <a:pt x="392" y="407"/>
                </a:lnTo>
                <a:lnTo>
                  <a:pt x="394" y="407"/>
                </a:lnTo>
                <a:lnTo>
                  <a:pt x="394" y="408"/>
                </a:lnTo>
                <a:lnTo>
                  <a:pt x="395" y="408"/>
                </a:lnTo>
                <a:lnTo>
                  <a:pt x="395" y="409"/>
                </a:lnTo>
                <a:lnTo>
                  <a:pt x="396" y="410"/>
                </a:lnTo>
                <a:lnTo>
                  <a:pt x="398" y="415"/>
                </a:lnTo>
                <a:lnTo>
                  <a:pt x="398" y="416"/>
                </a:lnTo>
                <a:lnTo>
                  <a:pt x="397" y="418"/>
                </a:lnTo>
                <a:lnTo>
                  <a:pt x="397" y="419"/>
                </a:lnTo>
                <a:lnTo>
                  <a:pt x="396" y="420"/>
                </a:lnTo>
                <a:lnTo>
                  <a:pt x="396" y="423"/>
                </a:lnTo>
                <a:lnTo>
                  <a:pt x="398" y="425"/>
                </a:lnTo>
                <a:lnTo>
                  <a:pt x="403" y="424"/>
                </a:lnTo>
                <a:lnTo>
                  <a:pt x="406" y="426"/>
                </a:lnTo>
                <a:lnTo>
                  <a:pt x="408" y="426"/>
                </a:lnTo>
                <a:lnTo>
                  <a:pt x="411" y="427"/>
                </a:lnTo>
                <a:lnTo>
                  <a:pt x="414" y="428"/>
                </a:lnTo>
                <a:lnTo>
                  <a:pt x="414" y="429"/>
                </a:lnTo>
                <a:lnTo>
                  <a:pt x="415" y="430"/>
                </a:lnTo>
                <a:lnTo>
                  <a:pt x="418" y="430"/>
                </a:lnTo>
                <a:lnTo>
                  <a:pt x="419" y="430"/>
                </a:lnTo>
                <a:lnTo>
                  <a:pt x="423" y="428"/>
                </a:lnTo>
                <a:lnTo>
                  <a:pt x="426" y="425"/>
                </a:lnTo>
                <a:lnTo>
                  <a:pt x="426" y="423"/>
                </a:lnTo>
                <a:lnTo>
                  <a:pt x="427" y="422"/>
                </a:lnTo>
                <a:lnTo>
                  <a:pt x="432" y="421"/>
                </a:lnTo>
                <a:lnTo>
                  <a:pt x="437" y="421"/>
                </a:lnTo>
                <a:lnTo>
                  <a:pt x="439" y="421"/>
                </a:lnTo>
                <a:lnTo>
                  <a:pt x="440" y="422"/>
                </a:lnTo>
                <a:lnTo>
                  <a:pt x="441" y="424"/>
                </a:lnTo>
                <a:lnTo>
                  <a:pt x="441" y="425"/>
                </a:lnTo>
                <a:lnTo>
                  <a:pt x="442" y="426"/>
                </a:lnTo>
                <a:lnTo>
                  <a:pt x="444" y="426"/>
                </a:lnTo>
                <a:lnTo>
                  <a:pt x="447" y="427"/>
                </a:lnTo>
                <a:lnTo>
                  <a:pt x="448" y="427"/>
                </a:lnTo>
                <a:lnTo>
                  <a:pt x="453" y="425"/>
                </a:lnTo>
                <a:lnTo>
                  <a:pt x="458" y="424"/>
                </a:lnTo>
                <a:lnTo>
                  <a:pt x="459" y="424"/>
                </a:lnTo>
                <a:lnTo>
                  <a:pt x="460" y="423"/>
                </a:lnTo>
                <a:lnTo>
                  <a:pt x="462" y="423"/>
                </a:lnTo>
                <a:lnTo>
                  <a:pt x="463" y="423"/>
                </a:lnTo>
                <a:lnTo>
                  <a:pt x="463" y="422"/>
                </a:lnTo>
                <a:lnTo>
                  <a:pt x="464" y="422"/>
                </a:lnTo>
                <a:lnTo>
                  <a:pt x="465" y="421"/>
                </a:lnTo>
                <a:lnTo>
                  <a:pt x="467" y="419"/>
                </a:lnTo>
                <a:lnTo>
                  <a:pt x="469" y="418"/>
                </a:lnTo>
                <a:lnTo>
                  <a:pt x="471" y="417"/>
                </a:lnTo>
                <a:lnTo>
                  <a:pt x="479" y="414"/>
                </a:lnTo>
                <a:lnTo>
                  <a:pt x="480" y="414"/>
                </a:lnTo>
                <a:lnTo>
                  <a:pt x="482" y="415"/>
                </a:lnTo>
                <a:lnTo>
                  <a:pt x="483" y="416"/>
                </a:lnTo>
                <a:lnTo>
                  <a:pt x="484" y="416"/>
                </a:lnTo>
                <a:lnTo>
                  <a:pt x="485" y="417"/>
                </a:lnTo>
                <a:lnTo>
                  <a:pt x="487" y="418"/>
                </a:lnTo>
                <a:lnTo>
                  <a:pt x="489" y="419"/>
                </a:lnTo>
                <a:lnTo>
                  <a:pt x="490" y="420"/>
                </a:lnTo>
                <a:lnTo>
                  <a:pt x="495" y="421"/>
                </a:lnTo>
                <a:lnTo>
                  <a:pt x="499" y="419"/>
                </a:lnTo>
                <a:lnTo>
                  <a:pt x="502" y="418"/>
                </a:lnTo>
                <a:lnTo>
                  <a:pt x="505" y="417"/>
                </a:lnTo>
                <a:lnTo>
                  <a:pt x="506" y="417"/>
                </a:lnTo>
                <a:lnTo>
                  <a:pt x="507" y="416"/>
                </a:lnTo>
                <a:lnTo>
                  <a:pt x="508" y="414"/>
                </a:lnTo>
                <a:lnTo>
                  <a:pt x="509" y="414"/>
                </a:lnTo>
                <a:lnTo>
                  <a:pt x="510" y="414"/>
                </a:lnTo>
                <a:lnTo>
                  <a:pt x="513" y="413"/>
                </a:lnTo>
                <a:lnTo>
                  <a:pt x="514" y="414"/>
                </a:lnTo>
                <a:lnTo>
                  <a:pt x="516" y="415"/>
                </a:lnTo>
                <a:lnTo>
                  <a:pt x="518" y="413"/>
                </a:lnTo>
                <a:lnTo>
                  <a:pt x="519" y="413"/>
                </a:lnTo>
                <a:lnTo>
                  <a:pt x="520" y="410"/>
                </a:lnTo>
                <a:lnTo>
                  <a:pt x="520" y="408"/>
                </a:lnTo>
                <a:lnTo>
                  <a:pt x="519" y="407"/>
                </a:lnTo>
                <a:lnTo>
                  <a:pt x="519" y="406"/>
                </a:lnTo>
                <a:lnTo>
                  <a:pt x="519" y="405"/>
                </a:lnTo>
                <a:lnTo>
                  <a:pt x="518" y="404"/>
                </a:lnTo>
                <a:lnTo>
                  <a:pt x="518" y="403"/>
                </a:lnTo>
                <a:lnTo>
                  <a:pt x="518" y="399"/>
                </a:lnTo>
                <a:lnTo>
                  <a:pt x="518" y="398"/>
                </a:lnTo>
                <a:lnTo>
                  <a:pt x="518" y="397"/>
                </a:lnTo>
                <a:lnTo>
                  <a:pt x="519" y="394"/>
                </a:lnTo>
                <a:lnTo>
                  <a:pt x="520" y="394"/>
                </a:lnTo>
                <a:lnTo>
                  <a:pt x="520" y="393"/>
                </a:lnTo>
                <a:lnTo>
                  <a:pt x="520" y="390"/>
                </a:lnTo>
                <a:lnTo>
                  <a:pt x="520" y="388"/>
                </a:lnTo>
                <a:lnTo>
                  <a:pt x="519" y="383"/>
                </a:lnTo>
                <a:lnTo>
                  <a:pt x="518" y="375"/>
                </a:lnTo>
                <a:lnTo>
                  <a:pt x="518" y="371"/>
                </a:lnTo>
                <a:lnTo>
                  <a:pt x="518" y="364"/>
                </a:lnTo>
                <a:lnTo>
                  <a:pt x="519" y="364"/>
                </a:lnTo>
                <a:lnTo>
                  <a:pt x="519" y="362"/>
                </a:lnTo>
                <a:lnTo>
                  <a:pt x="519" y="359"/>
                </a:lnTo>
                <a:lnTo>
                  <a:pt x="522" y="351"/>
                </a:lnTo>
                <a:lnTo>
                  <a:pt x="523" y="351"/>
                </a:lnTo>
                <a:lnTo>
                  <a:pt x="523" y="350"/>
                </a:lnTo>
                <a:lnTo>
                  <a:pt x="523" y="344"/>
                </a:lnTo>
                <a:lnTo>
                  <a:pt x="521" y="343"/>
                </a:lnTo>
                <a:lnTo>
                  <a:pt x="520" y="341"/>
                </a:lnTo>
                <a:lnTo>
                  <a:pt x="517" y="337"/>
                </a:lnTo>
                <a:lnTo>
                  <a:pt x="518" y="336"/>
                </a:lnTo>
                <a:lnTo>
                  <a:pt x="523" y="336"/>
                </a:lnTo>
                <a:lnTo>
                  <a:pt x="524" y="336"/>
                </a:lnTo>
                <a:lnTo>
                  <a:pt x="525" y="337"/>
                </a:lnTo>
                <a:lnTo>
                  <a:pt x="530" y="340"/>
                </a:lnTo>
                <a:lnTo>
                  <a:pt x="533" y="347"/>
                </a:lnTo>
                <a:lnTo>
                  <a:pt x="533" y="348"/>
                </a:lnTo>
                <a:lnTo>
                  <a:pt x="533" y="349"/>
                </a:lnTo>
                <a:lnTo>
                  <a:pt x="533" y="351"/>
                </a:lnTo>
                <a:lnTo>
                  <a:pt x="534" y="352"/>
                </a:lnTo>
                <a:lnTo>
                  <a:pt x="535" y="353"/>
                </a:lnTo>
                <a:lnTo>
                  <a:pt x="538" y="358"/>
                </a:lnTo>
                <a:lnTo>
                  <a:pt x="539" y="361"/>
                </a:lnTo>
                <a:lnTo>
                  <a:pt x="540" y="362"/>
                </a:lnTo>
                <a:lnTo>
                  <a:pt x="541" y="363"/>
                </a:lnTo>
                <a:lnTo>
                  <a:pt x="542" y="363"/>
                </a:lnTo>
                <a:lnTo>
                  <a:pt x="542" y="362"/>
                </a:lnTo>
                <a:lnTo>
                  <a:pt x="546" y="361"/>
                </a:lnTo>
                <a:lnTo>
                  <a:pt x="547" y="360"/>
                </a:lnTo>
                <a:lnTo>
                  <a:pt x="547" y="358"/>
                </a:lnTo>
                <a:lnTo>
                  <a:pt x="548" y="357"/>
                </a:lnTo>
                <a:lnTo>
                  <a:pt x="547" y="356"/>
                </a:lnTo>
                <a:lnTo>
                  <a:pt x="547" y="355"/>
                </a:lnTo>
                <a:lnTo>
                  <a:pt x="548" y="354"/>
                </a:lnTo>
                <a:lnTo>
                  <a:pt x="550" y="353"/>
                </a:lnTo>
                <a:lnTo>
                  <a:pt x="553" y="350"/>
                </a:lnTo>
                <a:lnTo>
                  <a:pt x="554" y="348"/>
                </a:lnTo>
                <a:lnTo>
                  <a:pt x="557" y="344"/>
                </a:lnTo>
                <a:lnTo>
                  <a:pt x="561" y="341"/>
                </a:lnTo>
                <a:lnTo>
                  <a:pt x="561" y="340"/>
                </a:lnTo>
                <a:lnTo>
                  <a:pt x="560" y="338"/>
                </a:lnTo>
                <a:lnTo>
                  <a:pt x="559" y="337"/>
                </a:lnTo>
                <a:lnTo>
                  <a:pt x="558" y="336"/>
                </a:lnTo>
                <a:lnTo>
                  <a:pt x="557" y="334"/>
                </a:lnTo>
                <a:lnTo>
                  <a:pt x="558" y="330"/>
                </a:lnTo>
                <a:lnTo>
                  <a:pt x="560" y="327"/>
                </a:lnTo>
                <a:lnTo>
                  <a:pt x="560" y="326"/>
                </a:lnTo>
                <a:lnTo>
                  <a:pt x="559" y="325"/>
                </a:lnTo>
                <a:lnTo>
                  <a:pt x="557" y="323"/>
                </a:lnTo>
                <a:lnTo>
                  <a:pt x="553" y="320"/>
                </a:lnTo>
                <a:lnTo>
                  <a:pt x="550" y="318"/>
                </a:lnTo>
                <a:lnTo>
                  <a:pt x="546" y="315"/>
                </a:lnTo>
                <a:lnTo>
                  <a:pt x="543" y="312"/>
                </a:lnTo>
                <a:lnTo>
                  <a:pt x="542" y="312"/>
                </a:lnTo>
                <a:lnTo>
                  <a:pt x="541" y="311"/>
                </a:lnTo>
                <a:lnTo>
                  <a:pt x="540" y="309"/>
                </a:lnTo>
                <a:lnTo>
                  <a:pt x="540" y="302"/>
                </a:lnTo>
                <a:lnTo>
                  <a:pt x="540" y="301"/>
                </a:lnTo>
                <a:lnTo>
                  <a:pt x="541" y="300"/>
                </a:lnTo>
                <a:lnTo>
                  <a:pt x="541" y="299"/>
                </a:lnTo>
                <a:lnTo>
                  <a:pt x="542" y="299"/>
                </a:lnTo>
                <a:lnTo>
                  <a:pt x="542" y="298"/>
                </a:lnTo>
                <a:lnTo>
                  <a:pt x="543" y="297"/>
                </a:lnTo>
                <a:lnTo>
                  <a:pt x="544" y="294"/>
                </a:lnTo>
                <a:lnTo>
                  <a:pt x="544" y="292"/>
                </a:lnTo>
                <a:lnTo>
                  <a:pt x="543" y="292"/>
                </a:lnTo>
                <a:lnTo>
                  <a:pt x="543" y="288"/>
                </a:lnTo>
                <a:lnTo>
                  <a:pt x="544" y="286"/>
                </a:lnTo>
                <a:lnTo>
                  <a:pt x="544" y="285"/>
                </a:lnTo>
                <a:lnTo>
                  <a:pt x="544" y="284"/>
                </a:lnTo>
                <a:lnTo>
                  <a:pt x="545" y="284"/>
                </a:lnTo>
                <a:lnTo>
                  <a:pt x="545" y="283"/>
                </a:lnTo>
                <a:lnTo>
                  <a:pt x="546" y="282"/>
                </a:lnTo>
                <a:lnTo>
                  <a:pt x="549" y="271"/>
                </a:lnTo>
                <a:lnTo>
                  <a:pt x="550" y="271"/>
                </a:lnTo>
                <a:lnTo>
                  <a:pt x="551" y="270"/>
                </a:lnTo>
                <a:lnTo>
                  <a:pt x="552" y="269"/>
                </a:lnTo>
                <a:lnTo>
                  <a:pt x="553" y="268"/>
                </a:lnTo>
                <a:lnTo>
                  <a:pt x="557" y="263"/>
                </a:lnTo>
                <a:lnTo>
                  <a:pt x="557" y="262"/>
                </a:lnTo>
                <a:lnTo>
                  <a:pt x="556" y="259"/>
                </a:lnTo>
                <a:lnTo>
                  <a:pt x="556" y="258"/>
                </a:lnTo>
                <a:lnTo>
                  <a:pt x="555" y="257"/>
                </a:lnTo>
                <a:lnTo>
                  <a:pt x="555" y="256"/>
                </a:lnTo>
                <a:lnTo>
                  <a:pt x="554" y="256"/>
                </a:lnTo>
                <a:lnTo>
                  <a:pt x="555" y="256"/>
                </a:lnTo>
                <a:lnTo>
                  <a:pt x="561" y="250"/>
                </a:lnTo>
                <a:lnTo>
                  <a:pt x="565" y="248"/>
                </a:lnTo>
                <a:lnTo>
                  <a:pt x="566" y="247"/>
                </a:lnTo>
                <a:lnTo>
                  <a:pt x="567" y="246"/>
                </a:lnTo>
                <a:lnTo>
                  <a:pt x="567" y="245"/>
                </a:lnTo>
                <a:lnTo>
                  <a:pt x="569" y="240"/>
                </a:lnTo>
                <a:lnTo>
                  <a:pt x="570" y="239"/>
                </a:lnTo>
                <a:lnTo>
                  <a:pt x="575" y="235"/>
                </a:lnTo>
                <a:lnTo>
                  <a:pt x="579" y="228"/>
                </a:lnTo>
                <a:lnTo>
                  <a:pt x="583" y="221"/>
                </a:lnTo>
                <a:lnTo>
                  <a:pt x="585" y="219"/>
                </a:lnTo>
                <a:lnTo>
                  <a:pt x="585" y="218"/>
                </a:lnTo>
                <a:lnTo>
                  <a:pt x="587" y="216"/>
                </a:lnTo>
                <a:lnTo>
                  <a:pt x="589" y="215"/>
                </a:lnTo>
                <a:lnTo>
                  <a:pt x="590" y="215"/>
                </a:lnTo>
                <a:lnTo>
                  <a:pt x="591" y="215"/>
                </a:lnTo>
                <a:lnTo>
                  <a:pt x="594" y="216"/>
                </a:lnTo>
                <a:lnTo>
                  <a:pt x="595" y="217"/>
                </a:lnTo>
                <a:lnTo>
                  <a:pt x="597" y="216"/>
                </a:lnTo>
                <a:lnTo>
                  <a:pt x="598" y="215"/>
                </a:lnTo>
                <a:lnTo>
                  <a:pt x="599" y="215"/>
                </a:lnTo>
                <a:lnTo>
                  <a:pt x="600" y="212"/>
                </a:lnTo>
                <a:lnTo>
                  <a:pt x="598" y="208"/>
                </a:lnTo>
                <a:lnTo>
                  <a:pt x="597" y="208"/>
                </a:lnTo>
                <a:lnTo>
                  <a:pt x="596" y="206"/>
                </a:lnTo>
                <a:lnTo>
                  <a:pt x="596" y="205"/>
                </a:lnTo>
                <a:lnTo>
                  <a:pt x="597" y="201"/>
                </a:lnTo>
                <a:lnTo>
                  <a:pt x="597" y="200"/>
                </a:lnTo>
                <a:lnTo>
                  <a:pt x="598" y="199"/>
                </a:lnTo>
                <a:lnTo>
                  <a:pt x="599" y="198"/>
                </a:lnTo>
                <a:lnTo>
                  <a:pt x="601" y="197"/>
                </a:lnTo>
                <a:lnTo>
                  <a:pt x="604" y="195"/>
                </a:lnTo>
                <a:lnTo>
                  <a:pt x="608" y="191"/>
                </a:lnTo>
                <a:lnTo>
                  <a:pt x="609" y="188"/>
                </a:lnTo>
                <a:lnTo>
                  <a:pt x="614" y="181"/>
                </a:lnTo>
                <a:lnTo>
                  <a:pt x="614" y="180"/>
                </a:lnTo>
                <a:lnTo>
                  <a:pt x="615" y="180"/>
                </a:lnTo>
                <a:lnTo>
                  <a:pt x="618" y="175"/>
                </a:lnTo>
                <a:lnTo>
                  <a:pt x="623" y="170"/>
                </a:lnTo>
                <a:lnTo>
                  <a:pt x="624" y="170"/>
                </a:lnTo>
                <a:lnTo>
                  <a:pt x="627" y="173"/>
                </a:lnTo>
                <a:lnTo>
                  <a:pt x="629" y="174"/>
                </a:lnTo>
                <a:lnTo>
                  <a:pt x="629" y="175"/>
                </a:lnTo>
                <a:lnTo>
                  <a:pt x="630" y="175"/>
                </a:lnTo>
                <a:lnTo>
                  <a:pt x="631" y="175"/>
                </a:lnTo>
                <a:lnTo>
                  <a:pt x="636" y="168"/>
                </a:lnTo>
                <a:lnTo>
                  <a:pt x="639" y="165"/>
                </a:lnTo>
                <a:lnTo>
                  <a:pt x="641" y="164"/>
                </a:lnTo>
                <a:lnTo>
                  <a:pt x="644" y="158"/>
                </a:lnTo>
                <a:lnTo>
                  <a:pt x="647" y="153"/>
                </a:lnTo>
                <a:lnTo>
                  <a:pt x="649" y="150"/>
                </a:lnTo>
                <a:lnTo>
                  <a:pt x="651" y="147"/>
                </a:lnTo>
                <a:lnTo>
                  <a:pt x="650" y="145"/>
                </a:lnTo>
                <a:lnTo>
                  <a:pt x="650" y="141"/>
                </a:lnTo>
                <a:lnTo>
                  <a:pt x="651" y="133"/>
                </a:lnTo>
                <a:lnTo>
                  <a:pt x="653" y="130"/>
                </a:lnTo>
                <a:lnTo>
                  <a:pt x="656" y="129"/>
                </a:lnTo>
                <a:lnTo>
                  <a:pt x="659" y="124"/>
                </a:lnTo>
                <a:lnTo>
                  <a:pt x="660" y="122"/>
                </a:lnTo>
                <a:lnTo>
                  <a:pt x="662" y="120"/>
                </a:lnTo>
                <a:lnTo>
                  <a:pt x="663" y="120"/>
                </a:lnTo>
                <a:lnTo>
                  <a:pt x="664" y="120"/>
                </a:lnTo>
                <a:lnTo>
                  <a:pt x="664" y="119"/>
                </a:lnTo>
                <a:lnTo>
                  <a:pt x="671" y="117"/>
                </a:lnTo>
                <a:lnTo>
                  <a:pt x="672" y="116"/>
                </a:lnTo>
                <a:lnTo>
                  <a:pt x="673" y="115"/>
                </a:lnTo>
                <a:lnTo>
                  <a:pt x="674" y="114"/>
                </a:lnTo>
                <a:lnTo>
                  <a:pt x="675" y="114"/>
                </a:lnTo>
                <a:lnTo>
                  <a:pt x="676" y="113"/>
                </a:lnTo>
                <a:lnTo>
                  <a:pt x="678" y="113"/>
                </a:lnTo>
                <a:lnTo>
                  <a:pt x="679" y="113"/>
                </a:lnTo>
                <a:lnTo>
                  <a:pt x="680" y="113"/>
                </a:lnTo>
                <a:lnTo>
                  <a:pt x="681" y="112"/>
                </a:lnTo>
                <a:lnTo>
                  <a:pt x="682" y="112"/>
                </a:lnTo>
                <a:lnTo>
                  <a:pt x="682" y="111"/>
                </a:lnTo>
                <a:lnTo>
                  <a:pt x="683" y="110"/>
                </a:lnTo>
                <a:lnTo>
                  <a:pt x="684" y="109"/>
                </a:lnTo>
                <a:lnTo>
                  <a:pt x="684" y="108"/>
                </a:lnTo>
                <a:lnTo>
                  <a:pt x="683" y="106"/>
                </a:lnTo>
                <a:lnTo>
                  <a:pt x="682" y="104"/>
                </a:lnTo>
                <a:lnTo>
                  <a:pt x="683" y="104"/>
                </a:lnTo>
                <a:lnTo>
                  <a:pt x="683" y="103"/>
                </a:lnTo>
                <a:lnTo>
                  <a:pt x="682" y="103"/>
                </a:lnTo>
                <a:lnTo>
                  <a:pt x="682" y="102"/>
                </a:lnTo>
                <a:lnTo>
                  <a:pt x="687" y="97"/>
                </a:lnTo>
                <a:lnTo>
                  <a:pt x="687" y="96"/>
                </a:lnTo>
                <a:lnTo>
                  <a:pt x="688" y="95"/>
                </a:lnTo>
                <a:lnTo>
                  <a:pt x="690" y="94"/>
                </a:lnTo>
                <a:lnTo>
                  <a:pt x="691" y="93"/>
                </a:lnTo>
                <a:lnTo>
                  <a:pt x="691" y="92"/>
                </a:lnTo>
                <a:lnTo>
                  <a:pt x="690" y="91"/>
                </a:lnTo>
                <a:lnTo>
                  <a:pt x="684" y="87"/>
                </a:lnTo>
                <a:lnTo>
                  <a:pt x="681" y="85"/>
                </a:lnTo>
                <a:lnTo>
                  <a:pt x="679" y="84"/>
                </a:lnTo>
                <a:lnTo>
                  <a:pt x="678" y="83"/>
                </a:lnTo>
                <a:lnTo>
                  <a:pt x="677" y="82"/>
                </a:lnTo>
                <a:lnTo>
                  <a:pt x="676" y="82"/>
                </a:lnTo>
                <a:lnTo>
                  <a:pt x="676" y="80"/>
                </a:lnTo>
                <a:lnTo>
                  <a:pt x="678" y="77"/>
                </a:lnTo>
                <a:lnTo>
                  <a:pt x="680" y="76"/>
                </a:lnTo>
                <a:lnTo>
                  <a:pt x="681" y="76"/>
                </a:lnTo>
                <a:lnTo>
                  <a:pt x="682" y="76"/>
                </a:lnTo>
                <a:lnTo>
                  <a:pt x="685" y="79"/>
                </a:lnTo>
                <a:lnTo>
                  <a:pt x="687" y="81"/>
                </a:lnTo>
                <a:lnTo>
                  <a:pt x="688" y="82"/>
                </a:lnTo>
                <a:lnTo>
                  <a:pt x="688" y="83"/>
                </a:lnTo>
                <a:lnTo>
                  <a:pt x="688" y="84"/>
                </a:lnTo>
                <a:lnTo>
                  <a:pt x="689" y="85"/>
                </a:lnTo>
                <a:lnTo>
                  <a:pt x="691" y="87"/>
                </a:lnTo>
                <a:lnTo>
                  <a:pt x="691" y="88"/>
                </a:lnTo>
                <a:lnTo>
                  <a:pt x="694" y="87"/>
                </a:lnTo>
                <a:lnTo>
                  <a:pt x="696" y="87"/>
                </a:lnTo>
                <a:lnTo>
                  <a:pt x="696" y="88"/>
                </a:lnTo>
                <a:lnTo>
                  <a:pt x="699" y="87"/>
                </a:lnTo>
                <a:lnTo>
                  <a:pt x="703" y="86"/>
                </a:lnTo>
                <a:lnTo>
                  <a:pt x="705" y="85"/>
                </a:lnTo>
                <a:lnTo>
                  <a:pt x="707" y="84"/>
                </a:lnTo>
                <a:lnTo>
                  <a:pt x="710" y="83"/>
                </a:lnTo>
                <a:lnTo>
                  <a:pt x="710" y="82"/>
                </a:lnTo>
                <a:lnTo>
                  <a:pt x="711" y="81"/>
                </a:lnTo>
                <a:lnTo>
                  <a:pt x="712" y="80"/>
                </a:lnTo>
                <a:lnTo>
                  <a:pt x="713" y="79"/>
                </a:lnTo>
                <a:lnTo>
                  <a:pt x="714" y="79"/>
                </a:lnTo>
                <a:lnTo>
                  <a:pt x="718" y="76"/>
                </a:lnTo>
                <a:lnTo>
                  <a:pt x="726" y="71"/>
                </a:lnTo>
                <a:lnTo>
                  <a:pt x="729" y="71"/>
                </a:lnTo>
                <a:lnTo>
                  <a:pt x="730" y="71"/>
                </a:lnTo>
                <a:lnTo>
                  <a:pt x="729" y="71"/>
                </a:lnTo>
                <a:lnTo>
                  <a:pt x="729" y="70"/>
                </a:lnTo>
                <a:lnTo>
                  <a:pt x="728" y="70"/>
                </a:lnTo>
                <a:lnTo>
                  <a:pt x="728" y="69"/>
                </a:lnTo>
                <a:lnTo>
                  <a:pt x="728" y="68"/>
                </a:lnTo>
                <a:lnTo>
                  <a:pt x="728" y="66"/>
                </a:lnTo>
                <a:lnTo>
                  <a:pt x="727" y="63"/>
                </a:lnTo>
                <a:lnTo>
                  <a:pt x="727" y="62"/>
                </a:lnTo>
                <a:lnTo>
                  <a:pt x="726" y="61"/>
                </a:lnTo>
                <a:lnTo>
                  <a:pt x="725" y="60"/>
                </a:lnTo>
                <a:lnTo>
                  <a:pt x="724" y="56"/>
                </a:lnTo>
                <a:lnTo>
                  <a:pt x="723" y="55"/>
                </a:lnTo>
                <a:lnTo>
                  <a:pt x="723" y="53"/>
                </a:lnTo>
                <a:lnTo>
                  <a:pt x="722" y="53"/>
                </a:lnTo>
                <a:lnTo>
                  <a:pt x="721" y="52"/>
                </a:lnTo>
                <a:lnTo>
                  <a:pt x="721" y="51"/>
                </a:lnTo>
                <a:lnTo>
                  <a:pt x="721" y="50"/>
                </a:lnTo>
                <a:lnTo>
                  <a:pt x="720" y="50"/>
                </a:lnTo>
                <a:lnTo>
                  <a:pt x="720" y="49"/>
                </a:lnTo>
                <a:lnTo>
                  <a:pt x="719" y="49"/>
                </a:lnTo>
                <a:lnTo>
                  <a:pt x="718" y="50"/>
                </a:lnTo>
                <a:lnTo>
                  <a:pt x="717" y="50"/>
                </a:lnTo>
                <a:lnTo>
                  <a:pt x="717" y="49"/>
                </a:lnTo>
                <a:lnTo>
                  <a:pt x="716" y="49"/>
                </a:lnTo>
                <a:lnTo>
                  <a:pt x="715" y="45"/>
                </a:lnTo>
                <a:lnTo>
                  <a:pt x="714" y="45"/>
                </a:lnTo>
                <a:lnTo>
                  <a:pt x="714" y="44"/>
                </a:lnTo>
                <a:lnTo>
                  <a:pt x="714" y="43"/>
                </a:lnTo>
                <a:lnTo>
                  <a:pt x="714" y="42"/>
                </a:lnTo>
                <a:lnTo>
                  <a:pt x="714" y="37"/>
                </a:lnTo>
                <a:lnTo>
                  <a:pt x="715" y="36"/>
                </a:lnTo>
                <a:lnTo>
                  <a:pt x="717" y="36"/>
                </a:lnTo>
                <a:lnTo>
                  <a:pt x="725" y="39"/>
                </a:lnTo>
                <a:lnTo>
                  <a:pt x="728" y="37"/>
                </a:lnTo>
                <a:lnTo>
                  <a:pt x="730" y="39"/>
                </a:lnTo>
                <a:lnTo>
                  <a:pt x="731" y="39"/>
                </a:lnTo>
                <a:lnTo>
                  <a:pt x="731" y="40"/>
                </a:lnTo>
                <a:lnTo>
                  <a:pt x="732" y="41"/>
                </a:lnTo>
                <a:lnTo>
                  <a:pt x="734" y="41"/>
                </a:lnTo>
                <a:lnTo>
                  <a:pt x="737" y="41"/>
                </a:lnTo>
                <a:lnTo>
                  <a:pt x="738" y="42"/>
                </a:lnTo>
                <a:lnTo>
                  <a:pt x="737" y="45"/>
                </a:lnTo>
                <a:lnTo>
                  <a:pt x="737" y="46"/>
                </a:lnTo>
                <a:lnTo>
                  <a:pt x="739" y="47"/>
                </a:lnTo>
                <a:lnTo>
                  <a:pt x="741" y="49"/>
                </a:lnTo>
                <a:lnTo>
                  <a:pt x="741" y="50"/>
                </a:lnTo>
                <a:lnTo>
                  <a:pt x="741" y="51"/>
                </a:lnTo>
                <a:lnTo>
                  <a:pt x="744" y="53"/>
                </a:lnTo>
                <a:lnTo>
                  <a:pt x="745" y="54"/>
                </a:lnTo>
                <a:lnTo>
                  <a:pt x="746" y="55"/>
                </a:lnTo>
                <a:lnTo>
                  <a:pt x="747" y="57"/>
                </a:lnTo>
                <a:lnTo>
                  <a:pt x="748" y="57"/>
                </a:lnTo>
                <a:lnTo>
                  <a:pt x="751" y="59"/>
                </a:lnTo>
                <a:lnTo>
                  <a:pt x="753" y="60"/>
                </a:lnTo>
                <a:lnTo>
                  <a:pt x="754" y="60"/>
                </a:lnTo>
                <a:lnTo>
                  <a:pt x="754" y="62"/>
                </a:lnTo>
                <a:lnTo>
                  <a:pt x="755" y="62"/>
                </a:lnTo>
                <a:lnTo>
                  <a:pt x="756" y="63"/>
                </a:lnTo>
                <a:lnTo>
                  <a:pt x="756" y="64"/>
                </a:lnTo>
                <a:lnTo>
                  <a:pt x="757" y="63"/>
                </a:lnTo>
                <a:lnTo>
                  <a:pt x="759" y="62"/>
                </a:lnTo>
                <a:lnTo>
                  <a:pt x="762" y="58"/>
                </a:lnTo>
                <a:lnTo>
                  <a:pt x="762" y="57"/>
                </a:lnTo>
                <a:lnTo>
                  <a:pt x="762" y="56"/>
                </a:lnTo>
                <a:lnTo>
                  <a:pt x="761" y="56"/>
                </a:lnTo>
                <a:lnTo>
                  <a:pt x="760" y="56"/>
                </a:lnTo>
                <a:lnTo>
                  <a:pt x="760" y="55"/>
                </a:lnTo>
                <a:lnTo>
                  <a:pt x="760" y="53"/>
                </a:lnTo>
                <a:lnTo>
                  <a:pt x="761" y="53"/>
                </a:lnTo>
                <a:lnTo>
                  <a:pt x="762" y="49"/>
                </a:lnTo>
                <a:lnTo>
                  <a:pt x="763" y="49"/>
                </a:lnTo>
                <a:lnTo>
                  <a:pt x="764" y="48"/>
                </a:lnTo>
                <a:lnTo>
                  <a:pt x="765" y="48"/>
                </a:lnTo>
                <a:lnTo>
                  <a:pt x="767" y="49"/>
                </a:lnTo>
                <a:lnTo>
                  <a:pt x="768" y="50"/>
                </a:lnTo>
                <a:lnTo>
                  <a:pt x="769" y="50"/>
                </a:lnTo>
                <a:lnTo>
                  <a:pt x="769" y="52"/>
                </a:lnTo>
                <a:lnTo>
                  <a:pt x="770" y="52"/>
                </a:lnTo>
                <a:lnTo>
                  <a:pt x="771" y="52"/>
                </a:lnTo>
                <a:lnTo>
                  <a:pt x="772" y="53"/>
                </a:lnTo>
                <a:lnTo>
                  <a:pt x="773" y="53"/>
                </a:lnTo>
                <a:lnTo>
                  <a:pt x="774" y="52"/>
                </a:lnTo>
                <a:lnTo>
                  <a:pt x="774" y="51"/>
                </a:lnTo>
                <a:lnTo>
                  <a:pt x="775" y="50"/>
                </a:lnTo>
                <a:lnTo>
                  <a:pt x="774" y="49"/>
                </a:lnTo>
                <a:lnTo>
                  <a:pt x="774" y="48"/>
                </a:lnTo>
                <a:lnTo>
                  <a:pt x="775" y="48"/>
                </a:lnTo>
                <a:lnTo>
                  <a:pt x="776" y="48"/>
                </a:lnTo>
                <a:lnTo>
                  <a:pt x="779" y="49"/>
                </a:lnTo>
                <a:lnTo>
                  <a:pt x="779" y="50"/>
                </a:lnTo>
                <a:lnTo>
                  <a:pt x="782" y="53"/>
                </a:lnTo>
                <a:lnTo>
                  <a:pt x="782" y="54"/>
                </a:lnTo>
                <a:lnTo>
                  <a:pt x="784" y="58"/>
                </a:lnTo>
                <a:lnTo>
                  <a:pt x="784" y="60"/>
                </a:lnTo>
                <a:lnTo>
                  <a:pt x="785" y="62"/>
                </a:lnTo>
                <a:lnTo>
                  <a:pt x="786" y="65"/>
                </a:lnTo>
                <a:lnTo>
                  <a:pt x="789" y="68"/>
                </a:lnTo>
                <a:lnTo>
                  <a:pt x="793" y="70"/>
                </a:lnTo>
                <a:lnTo>
                  <a:pt x="794" y="71"/>
                </a:lnTo>
                <a:lnTo>
                  <a:pt x="803" y="70"/>
                </a:lnTo>
                <a:lnTo>
                  <a:pt x="805" y="69"/>
                </a:lnTo>
                <a:lnTo>
                  <a:pt x="806" y="68"/>
                </a:lnTo>
                <a:lnTo>
                  <a:pt x="809" y="63"/>
                </a:lnTo>
                <a:lnTo>
                  <a:pt x="810" y="52"/>
                </a:lnTo>
                <a:lnTo>
                  <a:pt x="811" y="52"/>
                </a:lnTo>
                <a:lnTo>
                  <a:pt x="811" y="51"/>
                </a:lnTo>
                <a:lnTo>
                  <a:pt x="814" y="46"/>
                </a:lnTo>
                <a:lnTo>
                  <a:pt x="816" y="44"/>
                </a:lnTo>
                <a:lnTo>
                  <a:pt x="817" y="44"/>
                </a:lnTo>
                <a:lnTo>
                  <a:pt x="817" y="43"/>
                </a:lnTo>
                <a:lnTo>
                  <a:pt x="817" y="42"/>
                </a:lnTo>
                <a:lnTo>
                  <a:pt x="817" y="41"/>
                </a:lnTo>
                <a:lnTo>
                  <a:pt x="818" y="40"/>
                </a:lnTo>
                <a:lnTo>
                  <a:pt x="818" y="39"/>
                </a:lnTo>
                <a:lnTo>
                  <a:pt x="820" y="37"/>
                </a:lnTo>
                <a:lnTo>
                  <a:pt x="822" y="34"/>
                </a:lnTo>
                <a:lnTo>
                  <a:pt x="823" y="33"/>
                </a:lnTo>
                <a:lnTo>
                  <a:pt x="825" y="29"/>
                </a:lnTo>
                <a:lnTo>
                  <a:pt x="828" y="24"/>
                </a:lnTo>
                <a:lnTo>
                  <a:pt x="828" y="23"/>
                </a:lnTo>
                <a:lnTo>
                  <a:pt x="828" y="22"/>
                </a:lnTo>
                <a:lnTo>
                  <a:pt x="831" y="18"/>
                </a:lnTo>
                <a:lnTo>
                  <a:pt x="833" y="17"/>
                </a:lnTo>
                <a:lnTo>
                  <a:pt x="834" y="17"/>
                </a:lnTo>
                <a:lnTo>
                  <a:pt x="834" y="18"/>
                </a:lnTo>
                <a:lnTo>
                  <a:pt x="835" y="18"/>
                </a:lnTo>
                <a:lnTo>
                  <a:pt x="842" y="15"/>
                </a:lnTo>
                <a:lnTo>
                  <a:pt x="846" y="12"/>
                </a:lnTo>
                <a:lnTo>
                  <a:pt x="847" y="11"/>
                </a:lnTo>
                <a:lnTo>
                  <a:pt x="848" y="9"/>
                </a:lnTo>
                <a:lnTo>
                  <a:pt x="850" y="8"/>
                </a:lnTo>
                <a:lnTo>
                  <a:pt x="853" y="6"/>
                </a:lnTo>
                <a:lnTo>
                  <a:pt x="856" y="7"/>
                </a:lnTo>
                <a:lnTo>
                  <a:pt x="862" y="6"/>
                </a:lnTo>
                <a:lnTo>
                  <a:pt x="864" y="6"/>
                </a:lnTo>
                <a:lnTo>
                  <a:pt x="865" y="5"/>
                </a:lnTo>
                <a:lnTo>
                  <a:pt x="866" y="4"/>
                </a:lnTo>
                <a:lnTo>
                  <a:pt x="866" y="3"/>
                </a:lnTo>
                <a:lnTo>
                  <a:pt x="866" y="1"/>
                </a:lnTo>
                <a:lnTo>
                  <a:pt x="868" y="1"/>
                </a:lnTo>
                <a:lnTo>
                  <a:pt x="869" y="0"/>
                </a:lnTo>
                <a:lnTo>
                  <a:pt x="871" y="3"/>
                </a:lnTo>
                <a:lnTo>
                  <a:pt x="872" y="3"/>
                </a:lnTo>
                <a:lnTo>
                  <a:pt x="87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7" name=""/>
          <p:cNvSpPr/>
          <p:nvPr/>
        </p:nvSpPr>
        <p:spPr>
          <a:xfrm>
            <a:off x="3552480" y="1101600"/>
            <a:ext cx="927000" cy="778680"/>
          </a:xfrm>
          <a:custGeom>
            <a:avLst/>
            <a:gdLst/>
            <a:ahLst/>
            <a:rect l="0" t="0" r="r" b="b"/>
            <a:pathLst>
              <a:path w="2575" h="2163">
                <a:moveTo>
                  <a:pt x="818" y="26"/>
                </a:moveTo>
                <a:lnTo>
                  <a:pt x="818" y="27"/>
                </a:lnTo>
                <a:lnTo>
                  <a:pt x="820" y="31"/>
                </a:lnTo>
                <a:lnTo>
                  <a:pt x="831" y="63"/>
                </a:lnTo>
                <a:lnTo>
                  <a:pt x="843" y="97"/>
                </a:lnTo>
                <a:lnTo>
                  <a:pt x="843" y="98"/>
                </a:lnTo>
                <a:lnTo>
                  <a:pt x="844" y="98"/>
                </a:lnTo>
                <a:lnTo>
                  <a:pt x="845" y="102"/>
                </a:lnTo>
                <a:lnTo>
                  <a:pt x="846" y="105"/>
                </a:lnTo>
                <a:lnTo>
                  <a:pt x="846" y="107"/>
                </a:lnTo>
                <a:lnTo>
                  <a:pt x="849" y="113"/>
                </a:lnTo>
                <a:lnTo>
                  <a:pt x="849" y="114"/>
                </a:lnTo>
                <a:lnTo>
                  <a:pt x="850" y="117"/>
                </a:lnTo>
                <a:lnTo>
                  <a:pt x="850" y="118"/>
                </a:lnTo>
                <a:lnTo>
                  <a:pt x="851" y="121"/>
                </a:lnTo>
                <a:lnTo>
                  <a:pt x="855" y="130"/>
                </a:lnTo>
                <a:lnTo>
                  <a:pt x="855" y="132"/>
                </a:lnTo>
                <a:lnTo>
                  <a:pt x="856" y="133"/>
                </a:lnTo>
                <a:lnTo>
                  <a:pt x="856" y="134"/>
                </a:lnTo>
                <a:lnTo>
                  <a:pt x="857" y="137"/>
                </a:lnTo>
                <a:lnTo>
                  <a:pt x="858" y="141"/>
                </a:lnTo>
                <a:lnTo>
                  <a:pt x="859" y="142"/>
                </a:lnTo>
                <a:lnTo>
                  <a:pt x="859" y="144"/>
                </a:lnTo>
                <a:lnTo>
                  <a:pt x="860" y="145"/>
                </a:lnTo>
                <a:lnTo>
                  <a:pt x="860" y="146"/>
                </a:lnTo>
                <a:lnTo>
                  <a:pt x="861" y="148"/>
                </a:lnTo>
                <a:lnTo>
                  <a:pt x="862" y="150"/>
                </a:lnTo>
                <a:lnTo>
                  <a:pt x="862" y="153"/>
                </a:lnTo>
                <a:lnTo>
                  <a:pt x="863" y="155"/>
                </a:lnTo>
                <a:lnTo>
                  <a:pt x="864" y="157"/>
                </a:lnTo>
                <a:lnTo>
                  <a:pt x="865" y="159"/>
                </a:lnTo>
                <a:lnTo>
                  <a:pt x="865" y="160"/>
                </a:lnTo>
                <a:lnTo>
                  <a:pt x="865" y="161"/>
                </a:lnTo>
                <a:lnTo>
                  <a:pt x="866" y="163"/>
                </a:lnTo>
                <a:lnTo>
                  <a:pt x="866" y="165"/>
                </a:lnTo>
                <a:lnTo>
                  <a:pt x="867" y="166"/>
                </a:lnTo>
                <a:lnTo>
                  <a:pt x="867" y="167"/>
                </a:lnTo>
                <a:lnTo>
                  <a:pt x="868" y="169"/>
                </a:lnTo>
                <a:lnTo>
                  <a:pt x="869" y="171"/>
                </a:lnTo>
                <a:lnTo>
                  <a:pt x="869" y="173"/>
                </a:lnTo>
                <a:lnTo>
                  <a:pt x="871" y="176"/>
                </a:lnTo>
                <a:lnTo>
                  <a:pt x="871" y="178"/>
                </a:lnTo>
                <a:lnTo>
                  <a:pt x="872" y="180"/>
                </a:lnTo>
                <a:lnTo>
                  <a:pt x="872" y="182"/>
                </a:lnTo>
                <a:lnTo>
                  <a:pt x="874" y="187"/>
                </a:lnTo>
                <a:lnTo>
                  <a:pt x="874" y="189"/>
                </a:lnTo>
                <a:lnTo>
                  <a:pt x="876" y="192"/>
                </a:lnTo>
                <a:lnTo>
                  <a:pt x="876" y="194"/>
                </a:lnTo>
                <a:lnTo>
                  <a:pt x="878" y="198"/>
                </a:lnTo>
                <a:lnTo>
                  <a:pt x="878" y="200"/>
                </a:lnTo>
                <a:lnTo>
                  <a:pt x="879" y="202"/>
                </a:lnTo>
                <a:lnTo>
                  <a:pt x="879" y="204"/>
                </a:lnTo>
                <a:lnTo>
                  <a:pt x="880" y="206"/>
                </a:lnTo>
                <a:lnTo>
                  <a:pt x="881" y="207"/>
                </a:lnTo>
                <a:lnTo>
                  <a:pt x="881" y="209"/>
                </a:lnTo>
                <a:lnTo>
                  <a:pt x="882" y="211"/>
                </a:lnTo>
                <a:lnTo>
                  <a:pt x="883" y="213"/>
                </a:lnTo>
                <a:lnTo>
                  <a:pt x="883" y="215"/>
                </a:lnTo>
                <a:lnTo>
                  <a:pt x="884" y="217"/>
                </a:lnTo>
                <a:lnTo>
                  <a:pt x="885" y="219"/>
                </a:lnTo>
                <a:lnTo>
                  <a:pt x="885" y="221"/>
                </a:lnTo>
                <a:lnTo>
                  <a:pt x="886" y="222"/>
                </a:lnTo>
                <a:lnTo>
                  <a:pt x="886" y="223"/>
                </a:lnTo>
                <a:lnTo>
                  <a:pt x="887" y="224"/>
                </a:lnTo>
                <a:lnTo>
                  <a:pt x="887" y="226"/>
                </a:lnTo>
                <a:lnTo>
                  <a:pt x="888" y="228"/>
                </a:lnTo>
                <a:lnTo>
                  <a:pt x="888" y="230"/>
                </a:lnTo>
                <a:lnTo>
                  <a:pt x="889" y="232"/>
                </a:lnTo>
                <a:lnTo>
                  <a:pt x="890" y="234"/>
                </a:lnTo>
                <a:lnTo>
                  <a:pt x="890" y="236"/>
                </a:lnTo>
                <a:lnTo>
                  <a:pt x="891" y="237"/>
                </a:lnTo>
                <a:lnTo>
                  <a:pt x="892" y="239"/>
                </a:lnTo>
                <a:lnTo>
                  <a:pt x="892" y="241"/>
                </a:lnTo>
                <a:lnTo>
                  <a:pt x="892" y="242"/>
                </a:lnTo>
                <a:lnTo>
                  <a:pt x="893" y="243"/>
                </a:lnTo>
                <a:lnTo>
                  <a:pt x="893" y="244"/>
                </a:lnTo>
                <a:lnTo>
                  <a:pt x="890" y="247"/>
                </a:lnTo>
                <a:lnTo>
                  <a:pt x="887" y="250"/>
                </a:lnTo>
                <a:lnTo>
                  <a:pt x="886" y="251"/>
                </a:lnTo>
                <a:lnTo>
                  <a:pt x="883" y="253"/>
                </a:lnTo>
                <a:lnTo>
                  <a:pt x="881" y="255"/>
                </a:lnTo>
                <a:lnTo>
                  <a:pt x="878" y="258"/>
                </a:lnTo>
                <a:lnTo>
                  <a:pt x="877" y="258"/>
                </a:lnTo>
                <a:lnTo>
                  <a:pt x="876" y="259"/>
                </a:lnTo>
                <a:lnTo>
                  <a:pt x="874" y="261"/>
                </a:lnTo>
                <a:lnTo>
                  <a:pt x="871" y="264"/>
                </a:lnTo>
                <a:lnTo>
                  <a:pt x="870" y="265"/>
                </a:lnTo>
                <a:lnTo>
                  <a:pt x="869" y="266"/>
                </a:lnTo>
                <a:lnTo>
                  <a:pt x="868" y="267"/>
                </a:lnTo>
                <a:lnTo>
                  <a:pt x="867" y="268"/>
                </a:lnTo>
                <a:lnTo>
                  <a:pt x="866" y="269"/>
                </a:lnTo>
                <a:lnTo>
                  <a:pt x="864" y="270"/>
                </a:lnTo>
                <a:lnTo>
                  <a:pt x="864" y="271"/>
                </a:lnTo>
                <a:lnTo>
                  <a:pt x="862" y="272"/>
                </a:lnTo>
                <a:lnTo>
                  <a:pt x="861" y="273"/>
                </a:lnTo>
                <a:lnTo>
                  <a:pt x="860" y="274"/>
                </a:lnTo>
                <a:lnTo>
                  <a:pt x="859" y="275"/>
                </a:lnTo>
                <a:lnTo>
                  <a:pt x="858" y="276"/>
                </a:lnTo>
                <a:lnTo>
                  <a:pt x="857" y="277"/>
                </a:lnTo>
                <a:lnTo>
                  <a:pt x="856" y="277"/>
                </a:lnTo>
                <a:lnTo>
                  <a:pt x="856" y="278"/>
                </a:lnTo>
                <a:lnTo>
                  <a:pt x="856" y="281"/>
                </a:lnTo>
                <a:lnTo>
                  <a:pt x="857" y="282"/>
                </a:lnTo>
                <a:lnTo>
                  <a:pt x="858" y="283"/>
                </a:lnTo>
                <a:lnTo>
                  <a:pt x="858" y="284"/>
                </a:lnTo>
                <a:lnTo>
                  <a:pt x="857" y="285"/>
                </a:lnTo>
                <a:lnTo>
                  <a:pt x="857" y="286"/>
                </a:lnTo>
                <a:lnTo>
                  <a:pt x="872" y="309"/>
                </a:lnTo>
                <a:lnTo>
                  <a:pt x="874" y="313"/>
                </a:lnTo>
                <a:lnTo>
                  <a:pt x="895" y="345"/>
                </a:lnTo>
                <a:lnTo>
                  <a:pt x="895" y="347"/>
                </a:lnTo>
                <a:lnTo>
                  <a:pt x="904" y="361"/>
                </a:lnTo>
                <a:lnTo>
                  <a:pt x="908" y="364"/>
                </a:lnTo>
                <a:lnTo>
                  <a:pt x="914" y="370"/>
                </a:lnTo>
                <a:lnTo>
                  <a:pt x="917" y="372"/>
                </a:lnTo>
                <a:lnTo>
                  <a:pt x="922" y="376"/>
                </a:lnTo>
                <a:lnTo>
                  <a:pt x="924" y="378"/>
                </a:lnTo>
                <a:lnTo>
                  <a:pt x="924" y="379"/>
                </a:lnTo>
                <a:lnTo>
                  <a:pt x="926" y="380"/>
                </a:lnTo>
                <a:lnTo>
                  <a:pt x="928" y="382"/>
                </a:lnTo>
                <a:lnTo>
                  <a:pt x="930" y="383"/>
                </a:lnTo>
                <a:lnTo>
                  <a:pt x="932" y="384"/>
                </a:lnTo>
                <a:lnTo>
                  <a:pt x="934" y="386"/>
                </a:lnTo>
                <a:lnTo>
                  <a:pt x="935" y="386"/>
                </a:lnTo>
                <a:lnTo>
                  <a:pt x="936" y="387"/>
                </a:lnTo>
                <a:lnTo>
                  <a:pt x="936" y="388"/>
                </a:lnTo>
                <a:lnTo>
                  <a:pt x="937" y="389"/>
                </a:lnTo>
                <a:lnTo>
                  <a:pt x="938" y="389"/>
                </a:lnTo>
                <a:lnTo>
                  <a:pt x="939" y="391"/>
                </a:lnTo>
                <a:lnTo>
                  <a:pt x="941" y="393"/>
                </a:lnTo>
                <a:lnTo>
                  <a:pt x="942" y="394"/>
                </a:lnTo>
                <a:lnTo>
                  <a:pt x="942" y="395"/>
                </a:lnTo>
                <a:lnTo>
                  <a:pt x="943" y="395"/>
                </a:lnTo>
                <a:lnTo>
                  <a:pt x="944" y="396"/>
                </a:lnTo>
                <a:lnTo>
                  <a:pt x="945" y="397"/>
                </a:lnTo>
                <a:lnTo>
                  <a:pt x="947" y="397"/>
                </a:lnTo>
                <a:lnTo>
                  <a:pt x="949" y="398"/>
                </a:lnTo>
                <a:lnTo>
                  <a:pt x="950" y="398"/>
                </a:lnTo>
                <a:lnTo>
                  <a:pt x="951" y="399"/>
                </a:lnTo>
                <a:lnTo>
                  <a:pt x="953" y="400"/>
                </a:lnTo>
                <a:lnTo>
                  <a:pt x="954" y="400"/>
                </a:lnTo>
                <a:lnTo>
                  <a:pt x="956" y="401"/>
                </a:lnTo>
                <a:lnTo>
                  <a:pt x="956" y="403"/>
                </a:lnTo>
                <a:lnTo>
                  <a:pt x="956" y="405"/>
                </a:lnTo>
                <a:lnTo>
                  <a:pt x="956" y="406"/>
                </a:lnTo>
                <a:lnTo>
                  <a:pt x="956" y="408"/>
                </a:lnTo>
                <a:lnTo>
                  <a:pt x="956" y="410"/>
                </a:lnTo>
                <a:lnTo>
                  <a:pt x="956" y="412"/>
                </a:lnTo>
                <a:lnTo>
                  <a:pt x="956" y="413"/>
                </a:lnTo>
                <a:lnTo>
                  <a:pt x="956" y="415"/>
                </a:lnTo>
                <a:lnTo>
                  <a:pt x="955" y="417"/>
                </a:lnTo>
                <a:lnTo>
                  <a:pt x="955" y="419"/>
                </a:lnTo>
                <a:lnTo>
                  <a:pt x="955" y="421"/>
                </a:lnTo>
                <a:lnTo>
                  <a:pt x="955" y="422"/>
                </a:lnTo>
                <a:lnTo>
                  <a:pt x="955" y="424"/>
                </a:lnTo>
                <a:lnTo>
                  <a:pt x="955" y="426"/>
                </a:lnTo>
                <a:lnTo>
                  <a:pt x="955" y="428"/>
                </a:lnTo>
                <a:lnTo>
                  <a:pt x="955" y="429"/>
                </a:lnTo>
                <a:lnTo>
                  <a:pt x="955" y="431"/>
                </a:lnTo>
                <a:lnTo>
                  <a:pt x="955" y="433"/>
                </a:lnTo>
                <a:lnTo>
                  <a:pt x="955" y="435"/>
                </a:lnTo>
                <a:lnTo>
                  <a:pt x="955" y="436"/>
                </a:lnTo>
                <a:lnTo>
                  <a:pt x="955" y="438"/>
                </a:lnTo>
                <a:lnTo>
                  <a:pt x="954" y="442"/>
                </a:lnTo>
                <a:lnTo>
                  <a:pt x="954" y="449"/>
                </a:lnTo>
                <a:lnTo>
                  <a:pt x="954" y="450"/>
                </a:lnTo>
                <a:lnTo>
                  <a:pt x="954" y="455"/>
                </a:lnTo>
                <a:lnTo>
                  <a:pt x="954" y="458"/>
                </a:lnTo>
                <a:lnTo>
                  <a:pt x="954" y="460"/>
                </a:lnTo>
                <a:lnTo>
                  <a:pt x="954" y="461"/>
                </a:lnTo>
                <a:lnTo>
                  <a:pt x="953" y="468"/>
                </a:lnTo>
                <a:lnTo>
                  <a:pt x="953" y="474"/>
                </a:lnTo>
                <a:lnTo>
                  <a:pt x="966" y="469"/>
                </a:lnTo>
                <a:lnTo>
                  <a:pt x="978" y="463"/>
                </a:lnTo>
                <a:lnTo>
                  <a:pt x="981" y="462"/>
                </a:lnTo>
                <a:lnTo>
                  <a:pt x="982" y="461"/>
                </a:lnTo>
                <a:lnTo>
                  <a:pt x="984" y="461"/>
                </a:lnTo>
                <a:lnTo>
                  <a:pt x="987" y="459"/>
                </a:lnTo>
                <a:lnTo>
                  <a:pt x="990" y="458"/>
                </a:lnTo>
                <a:lnTo>
                  <a:pt x="992" y="457"/>
                </a:lnTo>
                <a:lnTo>
                  <a:pt x="994" y="456"/>
                </a:lnTo>
                <a:lnTo>
                  <a:pt x="996" y="455"/>
                </a:lnTo>
                <a:lnTo>
                  <a:pt x="997" y="454"/>
                </a:lnTo>
                <a:lnTo>
                  <a:pt x="998" y="454"/>
                </a:lnTo>
                <a:lnTo>
                  <a:pt x="997" y="452"/>
                </a:lnTo>
                <a:lnTo>
                  <a:pt x="996" y="450"/>
                </a:lnTo>
                <a:lnTo>
                  <a:pt x="995" y="448"/>
                </a:lnTo>
                <a:lnTo>
                  <a:pt x="993" y="446"/>
                </a:lnTo>
                <a:lnTo>
                  <a:pt x="993" y="444"/>
                </a:lnTo>
                <a:lnTo>
                  <a:pt x="992" y="443"/>
                </a:lnTo>
                <a:lnTo>
                  <a:pt x="991" y="441"/>
                </a:lnTo>
                <a:lnTo>
                  <a:pt x="990" y="439"/>
                </a:lnTo>
                <a:lnTo>
                  <a:pt x="994" y="438"/>
                </a:lnTo>
                <a:lnTo>
                  <a:pt x="998" y="437"/>
                </a:lnTo>
                <a:lnTo>
                  <a:pt x="999" y="437"/>
                </a:lnTo>
                <a:lnTo>
                  <a:pt x="1001" y="436"/>
                </a:lnTo>
                <a:lnTo>
                  <a:pt x="1002" y="436"/>
                </a:lnTo>
                <a:lnTo>
                  <a:pt x="1003" y="435"/>
                </a:lnTo>
                <a:lnTo>
                  <a:pt x="1005" y="435"/>
                </a:lnTo>
                <a:lnTo>
                  <a:pt x="1006" y="438"/>
                </a:lnTo>
                <a:lnTo>
                  <a:pt x="1006" y="444"/>
                </a:lnTo>
                <a:lnTo>
                  <a:pt x="1007" y="447"/>
                </a:lnTo>
                <a:lnTo>
                  <a:pt x="1007" y="449"/>
                </a:lnTo>
                <a:lnTo>
                  <a:pt x="1007" y="451"/>
                </a:lnTo>
                <a:lnTo>
                  <a:pt x="1007" y="452"/>
                </a:lnTo>
                <a:lnTo>
                  <a:pt x="1008" y="453"/>
                </a:lnTo>
                <a:lnTo>
                  <a:pt x="1008" y="454"/>
                </a:lnTo>
                <a:lnTo>
                  <a:pt x="1009" y="456"/>
                </a:lnTo>
                <a:lnTo>
                  <a:pt x="1011" y="458"/>
                </a:lnTo>
                <a:lnTo>
                  <a:pt x="1012" y="459"/>
                </a:lnTo>
                <a:lnTo>
                  <a:pt x="1013" y="460"/>
                </a:lnTo>
                <a:lnTo>
                  <a:pt x="1014" y="460"/>
                </a:lnTo>
                <a:lnTo>
                  <a:pt x="1016" y="462"/>
                </a:lnTo>
                <a:lnTo>
                  <a:pt x="1018" y="464"/>
                </a:lnTo>
                <a:lnTo>
                  <a:pt x="1019" y="465"/>
                </a:lnTo>
                <a:lnTo>
                  <a:pt x="1020" y="466"/>
                </a:lnTo>
                <a:lnTo>
                  <a:pt x="1022" y="469"/>
                </a:lnTo>
                <a:lnTo>
                  <a:pt x="1023" y="470"/>
                </a:lnTo>
                <a:lnTo>
                  <a:pt x="1024" y="471"/>
                </a:lnTo>
                <a:lnTo>
                  <a:pt x="1024" y="469"/>
                </a:lnTo>
                <a:lnTo>
                  <a:pt x="1023" y="468"/>
                </a:lnTo>
                <a:lnTo>
                  <a:pt x="1023" y="467"/>
                </a:lnTo>
                <a:lnTo>
                  <a:pt x="1023" y="466"/>
                </a:lnTo>
                <a:lnTo>
                  <a:pt x="1023" y="465"/>
                </a:lnTo>
                <a:lnTo>
                  <a:pt x="1023" y="464"/>
                </a:lnTo>
                <a:lnTo>
                  <a:pt x="1024" y="464"/>
                </a:lnTo>
                <a:lnTo>
                  <a:pt x="1024" y="463"/>
                </a:lnTo>
                <a:lnTo>
                  <a:pt x="1024" y="462"/>
                </a:lnTo>
                <a:lnTo>
                  <a:pt x="1024" y="461"/>
                </a:lnTo>
                <a:lnTo>
                  <a:pt x="1024" y="460"/>
                </a:lnTo>
                <a:lnTo>
                  <a:pt x="1025" y="460"/>
                </a:lnTo>
                <a:lnTo>
                  <a:pt x="1025" y="459"/>
                </a:lnTo>
                <a:lnTo>
                  <a:pt x="1024" y="459"/>
                </a:lnTo>
                <a:lnTo>
                  <a:pt x="1024" y="458"/>
                </a:lnTo>
                <a:lnTo>
                  <a:pt x="1024" y="457"/>
                </a:lnTo>
                <a:lnTo>
                  <a:pt x="1023" y="457"/>
                </a:lnTo>
                <a:lnTo>
                  <a:pt x="1023" y="456"/>
                </a:lnTo>
                <a:lnTo>
                  <a:pt x="1022" y="456"/>
                </a:lnTo>
                <a:lnTo>
                  <a:pt x="1022" y="454"/>
                </a:lnTo>
                <a:lnTo>
                  <a:pt x="1023" y="454"/>
                </a:lnTo>
                <a:lnTo>
                  <a:pt x="1023" y="453"/>
                </a:lnTo>
                <a:lnTo>
                  <a:pt x="1023" y="452"/>
                </a:lnTo>
                <a:lnTo>
                  <a:pt x="1023" y="451"/>
                </a:lnTo>
                <a:lnTo>
                  <a:pt x="1023" y="450"/>
                </a:lnTo>
                <a:lnTo>
                  <a:pt x="1024" y="450"/>
                </a:lnTo>
                <a:lnTo>
                  <a:pt x="1026" y="449"/>
                </a:lnTo>
                <a:lnTo>
                  <a:pt x="1029" y="447"/>
                </a:lnTo>
                <a:lnTo>
                  <a:pt x="1032" y="446"/>
                </a:lnTo>
                <a:lnTo>
                  <a:pt x="1035" y="444"/>
                </a:lnTo>
                <a:lnTo>
                  <a:pt x="1038" y="443"/>
                </a:lnTo>
                <a:lnTo>
                  <a:pt x="1040" y="442"/>
                </a:lnTo>
                <a:lnTo>
                  <a:pt x="1041" y="442"/>
                </a:lnTo>
                <a:lnTo>
                  <a:pt x="1043" y="441"/>
                </a:lnTo>
                <a:lnTo>
                  <a:pt x="1044" y="440"/>
                </a:lnTo>
                <a:lnTo>
                  <a:pt x="1048" y="439"/>
                </a:lnTo>
                <a:lnTo>
                  <a:pt x="1050" y="437"/>
                </a:lnTo>
                <a:lnTo>
                  <a:pt x="1053" y="436"/>
                </a:lnTo>
                <a:lnTo>
                  <a:pt x="1054" y="436"/>
                </a:lnTo>
                <a:lnTo>
                  <a:pt x="1055" y="439"/>
                </a:lnTo>
                <a:lnTo>
                  <a:pt x="1056" y="441"/>
                </a:lnTo>
                <a:lnTo>
                  <a:pt x="1056" y="442"/>
                </a:lnTo>
                <a:lnTo>
                  <a:pt x="1057" y="445"/>
                </a:lnTo>
                <a:lnTo>
                  <a:pt x="1058" y="446"/>
                </a:lnTo>
                <a:lnTo>
                  <a:pt x="1058" y="447"/>
                </a:lnTo>
                <a:lnTo>
                  <a:pt x="1058" y="448"/>
                </a:lnTo>
                <a:lnTo>
                  <a:pt x="1059" y="450"/>
                </a:lnTo>
                <a:lnTo>
                  <a:pt x="1059" y="451"/>
                </a:lnTo>
                <a:lnTo>
                  <a:pt x="1060" y="452"/>
                </a:lnTo>
                <a:lnTo>
                  <a:pt x="1060" y="453"/>
                </a:lnTo>
                <a:lnTo>
                  <a:pt x="1061" y="454"/>
                </a:lnTo>
                <a:lnTo>
                  <a:pt x="1061" y="455"/>
                </a:lnTo>
                <a:lnTo>
                  <a:pt x="1064" y="456"/>
                </a:lnTo>
                <a:lnTo>
                  <a:pt x="1065" y="457"/>
                </a:lnTo>
                <a:lnTo>
                  <a:pt x="1066" y="457"/>
                </a:lnTo>
                <a:lnTo>
                  <a:pt x="1067" y="458"/>
                </a:lnTo>
                <a:lnTo>
                  <a:pt x="1068" y="458"/>
                </a:lnTo>
                <a:lnTo>
                  <a:pt x="1069" y="459"/>
                </a:lnTo>
                <a:lnTo>
                  <a:pt x="1070" y="459"/>
                </a:lnTo>
                <a:lnTo>
                  <a:pt x="1072" y="455"/>
                </a:lnTo>
                <a:lnTo>
                  <a:pt x="1073" y="453"/>
                </a:lnTo>
                <a:lnTo>
                  <a:pt x="1074" y="453"/>
                </a:lnTo>
                <a:lnTo>
                  <a:pt x="1074" y="452"/>
                </a:lnTo>
                <a:lnTo>
                  <a:pt x="1074" y="451"/>
                </a:lnTo>
                <a:lnTo>
                  <a:pt x="1081" y="445"/>
                </a:lnTo>
                <a:lnTo>
                  <a:pt x="1082" y="445"/>
                </a:lnTo>
                <a:lnTo>
                  <a:pt x="1083" y="427"/>
                </a:lnTo>
                <a:lnTo>
                  <a:pt x="1083" y="422"/>
                </a:lnTo>
                <a:lnTo>
                  <a:pt x="1095" y="423"/>
                </a:lnTo>
                <a:lnTo>
                  <a:pt x="1100" y="424"/>
                </a:lnTo>
                <a:lnTo>
                  <a:pt x="1112" y="425"/>
                </a:lnTo>
                <a:lnTo>
                  <a:pt x="1124" y="426"/>
                </a:lnTo>
                <a:lnTo>
                  <a:pt x="1133" y="427"/>
                </a:lnTo>
                <a:lnTo>
                  <a:pt x="1143" y="428"/>
                </a:lnTo>
                <a:lnTo>
                  <a:pt x="1160" y="411"/>
                </a:lnTo>
                <a:lnTo>
                  <a:pt x="1172" y="413"/>
                </a:lnTo>
                <a:lnTo>
                  <a:pt x="1184" y="414"/>
                </a:lnTo>
                <a:lnTo>
                  <a:pt x="1207" y="418"/>
                </a:lnTo>
                <a:lnTo>
                  <a:pt x="1210" y="418"/>
                </a:lnTo>
                <a:lnTo>
                  <a:pt x="1218" y="419"/>
                </a:lnTo>
                <a:lnTo>
                  <a:pt x="1226" y="426"/>
                </a:lnTo>
                <a:lnTo>
                  <a:pt x="1230" y="435"/>
                </a:lnTo>
                <a:lnTo>
                  <a:pt x="1232" y="439"/>
                </a:lnTo>
                <a:lnTo>
                  <a:pt x="1242" y="458"/>
                </a:lnTo>
                <a:lnTo>
                  <a:pt x="1244" y="460"/>
                </a:lnTo>
                <a:lnTo>
                  <a:pt x="1244" y="470"/>
                </a:lnTo>
                <a:lnTo>
                  <a:pt x="1244" y="480"/>
                </a:lnTo>
                <a:lnTo>
                  <a:pt x="1232" y="496"/>
                </a:lnTo>
                <a:lnTo>
                  <a:pt x="1231" y="504"/>
                </a:lnTo>
                <a:lnTo>
                  <a:pt x="1230" y="521"/>
                </a:lnTo>
                <a:lnTo>
                  <a:pt x="1229" y="551"/>
                </a:lnTo>
                <a:lnTo>
                  <a:pt x="1228" y="551"/>
                </a:lnTo>
                <a:lnTo>
                  <a:pt x="1225" y="553"/>
                </a:lnTo>
                <a:lnTo>
                  <a:pt x="1223" y="554"/>
                </a:lnTo>
                <a:lnTo>
                  <a:pt x="1220" y="555"/>
                </a:lnTo>
                <a:lnTo>
                  <a:pt x="1220" y="556"/>
                </a:lnTo>
                <a:lnTo>
                  <a:pt x="1218" y="557"/>
                </a:lnTo>
                <a:lnTo>
                  <a:pt x="1216" y="558"/>
                </a:lnTo>
                <a:lnTo>
                  <a:pt x="1213" y="560"/>
                </a:lnTo>
                <a:lnTo>
                  <a:pt x="1211" y="561"/>
                </a:lnTo>
                <a:lnTo>
                  <a:pt x="1209" y="562"/>
                </a:lnTo>
                <a:lnTo>
                  <a:pt x="1208" y="563"/>
                </a:lnTo>
                <a:lnTo>
                  <a:pt x="1206" y="564"/>
                </a:lnTo>
                <a:lnTo>
                  <a:pt x="1205" y="564"/>
                </a:lnTo>
                <a:lnTo>
                  <a:pt x="1203" y="565"/>
                </a:lnTo>
                <a:lnTo>
                  <a:pt x="1203" y="566"/>
                </a:lnTo>
                <a:lnTo>
                  <a:pt x="1202" y="566"/>
                </a:lnTo>
                <a:lnTo>
                  <a:pt x="1202" y="567"/>
                </a:lnTo>
                <a:lnTo>
                  <a:pt x="1201" y="567"/>
                </a:lnTo>
                <a:lnTo>
                  <a:pt x="1200" y="568"/>
                </a:lnTo>
                <a:lnTo>
                  <a:pt x="1200" y="569"/>
                </a:lnTo>
                <a:lnTo>
                  <a:pt x="1199" y="569"/>
                </a:lnTo>
                <a:lnTo>
                  <a:pt x="1198" y="571"/>
                </a:lnTo>
                <a:lnTo>
                  <a:pt x="1197" y="572"/>
                </a:lnTo>
                <a:lnTo>
                  <a:pt x="1196" y="573"/>
                </a:lnTo>
                <a:lnTo>
                  <a:pt x="1195" y="575"/>
                </a:lnTo>
                <a:lnTo>
                  <a:pt x="1195" y="576"/>
                </a:lnTo>
                <a:lnTo>
                  <a:pt x="1194" y="577"/>
                </a:lnTo>
                <a:lnTo>
                  <a:pt x="1194" y="578"/>
                </a:lnTo>
                <a:lnTo>
                  <a:pt x="1194" y="579"/>
                </a:lnTo>
                <a:lnTo>
                  <a:pt x="1193" y="580"/>
                </a:lnTo>
                <a:lnTo>
                  <a:pt x="1193" y="583"/>
                </a:lnTo>
                <a:lnTo>
                  <a:pt x="1192" y="585"/>
                </a:lnTo>
                <a:lnTo>
                  <a:pt x="1192" y="587"/>
                </a:lnTo>
                <a:lnTo>
                  <a:pt x="1191" y="587"/>
                </a:lnTo>
                <a:lnTo>
                  <a:pt x="1191" y="589"/>
                </a:lnTo>
                <a:lnTo>
                  <a:pt x="1191" y="590"/>
                </a:lnTo>
                <a:lnTo>
                  <a:pt x="1190" y="591"/>
                </a:lnTo>
                <a:lnTo>
                  <a:pt x="1190" y="592"/>
                </a:lnTo>
                <a:lnTo>
                  <a:pt x="1190" y="593"/>
                </a:lnTo>
                <a:lnTo>
                  <a:pt x="1189" y="594"/>
                </a:lnTo>
                <a:lnTo>
                  <a:pt x="1188" y="594"/>
                </a:lnTo>
                <a:lnTo>
                  <a:pt x="1187" y="596"/>
                </a:lnTo>
                <a:lnTo>
                  <a:pt x="1185" y="597"/>
                </a:lnTo>
                <a:lnTo>
                  <a:pt x="1184" y="598"/>
                </a:lnTo>
                <a:lnTo>
                  <a:pt x="1183" y="599"/>
                </a:lnTo>
                <a:lnTo>
                  <a:pt x="1182" y="599"/>
                </a:lnTo>
                <a:lnTo>
                  <a:pt x="1182" y="600"/>
                </a:lnTo>
                <a:lnTo>
                  <a:pt x="1180" y="601"/>
                </a:lnTo>
                <a:lnTo>
                  <a:pt x="1179" y="602"/>
                </a:lnTo>
                <a:lnTo>
                  <a:pt x="1178" y="602"/>
                </a:lnTo>
                <a:lnTo>
                  <a:pt x="1177" y="602"/>
                </a:lnTo>
                <a:lnTo>
                  <a:pt x="1176" y="603"/>
                </a:lnTo>
                <a:lnTo>
                  <a:pt x="1175" y="603"/>
                </a:lnTo>
                <a:lnTo>
                  <a:pt x="1174" y="603"/>
                </a:lnTo>
                <a:lnTo>
                  <a:pt x="1173" y="603"/>
                </a:lnTo>
                <a:lnTo>
                  <a:pt x="1170" y="603"/>
                </a:lnTo>
                <a:lnTo>
                  <a:pt x="1169" y="603"/>
                </a:lnTo>
                <a:lnTo>
                  <a:pt x="1165" y="603"/>
                </a:lnTo>
                <a:lnTo>
                  <a:pt x="1164" y="603"/>
                </a:lnTo>
                <a:lnTo>
                  <a:pt x="1162" y="603"/>
                </a:lnTo>
                <a:lnTo>
                  <a:pt x="1162" y="604"/>
                </a:lnTo>
                <a:lnTo>
                  <a:pt x="1161" y="604"/>
                </a:lnTo>
                <a:lnTo>
                  <a:pt x="1161" y="605"/>
                </a:lnTo>
                <a:lnTo>
                  <a:pt x="1160" y="606"/>
                </a:lnTo>
                <a:lnTo>
                  <a:pt x="1159" y="607"/>
                </a:lnTo>
                <a:lnTo>
                  <a:pt x="1158" y="608"/>
                </a:lnTo>
                <a:lnTo>
                  <a:pt x="1158" y="609"/>
                </a:lnTo>
                <a:lnTo>
                  <a:pt x="1157" y="609"/>
                </a:lnTo>
                <a:lnTo>
                  <a:pt x="1156" y="609"/>
                </a:lnTo>
                <a:lnTo>
                  <a:pt x="1156" y="610"/>
                </a:lnTo>
                <a:lnTo>
                  <a:pt x="1154" y="611"/>
                </a:lnTo>
                <a:lnTo>
                  <a:pt x="1153" y="612"/>
                </a:lnTo>
                <a:lnTo>
                  <a:pt x="1151" y="614"/>
                </a:lnTo>
                <a:lnTo>
                  <a:pt x="1150" y="614"/>
                </a:lnTo>
                <a:lnTo>
                  <a:pt x="1149" y="614"/>
                </a:lnTo>
                <a:lnTo>
                  <a:pt x="1148" y="615"/>
                </a:lnTo>
                <a:lnTo>
                  <a:pt x="1144" y="617"/>
                </a:lnTo>
                <a:lnTo>
                  <a:pt x="1143" y="618"/>
                </a:lnTo>
                <a:lnTo>
                  <a:pt x="1142" y="618"/>
                </a:lnTo>
                <a:lnTo>
                  <a:pt x="1141" y="619"/>
                </a:lnTo>
                <a:lnTo>
                  <a:pt x="1140" y="619"/>
                </a:lnTo>
                <a:lnTo>
                  <a:pt x="1139" y="619"/>
                </a:lnTo>
                <a:lnTo>
                  <a:pt x="1138" y="620"/>
                </a:lnTo>
                <a:lnTo>
                  <a:pt x="1135" y="621"/>
                </a:lnTo>
                <a:lnTo>
                  <a:pt x="1132" y="623"/>
                </a:lnTo>
                <a:lnTo>
                  <a:pt x="1131" y="623"/>
                </a:lnTo>
                <a:lnTo>
                  <a:pt x="1130" y="623"/>
                </a:lnTo>
                <a:lnTo>
                  <a:pt x="1129" y="624"/>
                </a:lnTo>
                <a:lnTo>
                  <a:pt x="1128" y="625"/>
                </a:lnTo>
                <a:lnTo>
                  <a:pt x="1127" y="625"/>
                </a:lnTo>
                <a:lnTo>
                  <a:pt x="1126" y="626"/>
                </a:lnTo>
                <a:lnTo>
                  <a:pt x="1125" y="626"/>
                </a:lnTo>
                <a:lnTo>
                  <a:pt x="1123" y="627"/>
                </a:lnTo>
                <a:lnTo>
                  <a:pt x="1121" y="627"/>
                </a:lnTo>
                <a:lnTo>
                  <a:pt x="1118" y="626"/>
                </a:lnTo>
                <a:lnTo>
                  <a:pt x="1118" y="625"/>
                </a:lnTo>
                <a:lnTo>
                  <a:pt x="1117" y="624"/>
                </a:lnTo>
                <a:lnTo>
                  <a:pt x="1116" y="624"/>
                </a:lnTo>
                <a:lnTo>
                  <a:pt x="1115" y="624"/>
                </a:lnTo>
                <a:lnTo>
                  <a:pt x="1114" y="624"/>
                </a:lnTo>
                <a:lnTo>
                  <a:pt x="1113" y="625"/>
                </a:lnTo>
                <a:lnTo>
                  <a:pt x="1113" y="626"/>
                </a:lnTo>
                <a:lnTo>
                  <a:pt x="1114" y="627"/>
                </a:lnTo>
                <a:lnTo>
                  <a:pt x="1114" y="628"/>
                </a:lnTo>
                <a:lnTo>
                  <a:pt x="1145" y="627"/>
                </a:lnTo>
                <a:lnTo>
                  <a:pt x="1146" y="627"/>
                </a:lnTo>
                <a:lnTo>
                  <a:pt x="1148" y="627"/>
                </a:lnTo>
                <a:lnTo>
                  <a:pt x="1149" y="627"/>
                </a:lnTo>
                <a:lnTo>
                  <a:pt x="1151" y="628"/>
                </a:lnTo>
                <a:lnTo>
                  <a:pt x="1152" y="628"/>
                </a:lnTo>
                <a:lnTo>
                  <a:pt x="1154" y="629"/>
                </a:lnTo>
                <a:lnTo>
                  <a:pt x="1157" y="630"/>
                </a:lnTo>
                <a:lnTo>
                  <a:pt x="1159" y="630"/>
                </a:lnTo>
                <a:lnTo>
                  <a:pt x="1161" y="631"/>
                </a:lnTo>
                <a:lnTo>
                  <a:pt x="1162" y="632"/>
                </a:lnTo>
                <a:lnTo>
                  <a:pt x="1164" y="632"/>
                </a:lnTo>
                <a:lnTo>
                  <a:pt x="1168" y="633"/>
                </a:lnTo>
                <a:lnTo>
                  <a:pt x="1170" y="633"/>
                </a:lnTo>
                <a:lnTo>
                  <a:pt x="1171" y="634"/>
                </a:lnTo>
                <a:lnTo>
                  <a:pt x="1181" y="647"/>
                </a:lnTo>
                <a:lnTo>
                  <a:pt x="1183" y="650"/>
                </a:lnTo>
                <a:lnTo>
                  <a:pt x="1192" y="655"/>
                </a:lnTo>
                <a:lnTo>
                  <a:pt x="1203" y="658"/>
                </a:lnTo>
                <a:lnTo>
                  <a:pt x="1215" y="669"/>
                </a:lnTo>
                <a:lnTo>
                  <a:pt x="1235" y="674"/>
                </a:lnTo>
                <a:lnTo>
                  <a:pt x="1237" y="677"/>
                </a:lnTo>
                <a:lnTo>
                  <a:pt x="1237" y="678"/>
                </a:lnTo>
                <a:lnTo>
                  <a:pt x="1244" y="690"/>
                </a:lnTo>
                <a:lnTo>
                  <a:pt x="1242" y="698"/>
                </a:lnTo>
                <a:lnTo>
                  <a:pt x="1246" y="711"/>
                </a:lnTo>
                <a:lnTo>
                  <a:pt x="1264" y="717"/>
                </a:lnTo>
                <a:lnTo>
                  <a:pt x="1272" y="718"/>
                </a:lnTo>
                <a:lnTo>
                  <a:pt x="1271" y="735"/>
                </a:lnTo>
                <a:lnTo>
                  <a:pt x="1273" y="735"/>
                </a:lnTo>
                <a:lnTo>
                  <a:pt x="1274" y="735"/>
                </a:lnTo>
                <a:lnTo>
                  <a:pt x="1275" y="735"/>
                </a:lnTo>
                <a:lnTo>
                  <a:pt x="1276" y="735"/>
                </a:lnTo>
                <a:lnTo>
                  <a:pt x="1277" y="735"/>
                </a:lnTo>
                <a:lnTo>
                  <a:pt x="1278" y="735"/>
                </a:lnTo>
                <a:lnTo>
                  <a:pt x="1278" y="736"/>
                </a:lnTo>
                <a:lnTo>
                  <a:pt x="1280" y="736"/>
                </a:lnTo>
                <a:lnTo>
                  <a:pt x="1281" y="736"/>
                </a:lnTo>
                <a:lnTo>
                  <a:pt x="1282" y="737"/>
                </a:lnTo>
                <a:lnTo>
                  <a:pt x="1283" y="736"/>
                </a:lnTo>
                <a:lnTo>
                  <a:pt x="1284" y="737"/>
                </a:lnTo>
                <a:lnTo>
                  <a:pt x="1285" y="737"/>
                </a:lnTo>
                <a:lnTo>
                  <a:pt x="1286" y="737"/>
                </a:lnTo>
                <a:lnTo>
                  <a:pt x="1286" y="738"/>
                </a:lnTo>
                <a:lnTo>
                  <a:pt x="1288" y="738"/>
                </a:lnTo>
                <a:lnTo>
                  <a:pt x="1291" y="738"/>
                </a:lnTo>
                <a:lnTo>
                  <a:pt x="1292" y="738"/>
                </a:lnTo>
                <a:lnTo>
                  <a:pt x="1294" y="738"/>
                </a:lnTo>
                <a:lnTo>
                  <a:pt x="1295" y="738"/>
                </a:lnTo>
                <a:lnTo>
                  <a:pt x="1297" y="737"/>
                </a:lnTo>
                <a:lnTo>
                  <a:pt x="1300" y="737"/>
                </a:lnTo>
                <a:lnTo>
                  <a:pt x="1301" y="736"/>
                </a:lnTo>
                <a:lnTo>
                  <a:pt x="1302" y="736"/>
                </a:lnTo>
                <a:lnTo>
                  <a:pt x="1303" y="736"/>
                </a:lnTo>
                <a:lnTo>
                  <a:pt x="1304" y="735"/>
                </a:lnTo>
                <a:lnTo>
                  <a:pt x="1305" y="735"/>
                </a:lnTo>
                <a:lnTo>
                  <a:pt x="1307" y="736"/>
                </a:lnTo>
                <a:lnTo>
                  <a:pt x="1309" y="736"/>
                </a:lnTo>
                <a:lnTo>
                  <a:pt x="1311" y="736"/>
                </a:lnTo>
                <a:lnTo>
                  <a:pt x="1323" y="736"/>
                </a:lnTo>
                <a:lnTo>
                  <a:pt x="1323" y="747"/>
                </a:lnTo>
                <a:lnTo>
                  <a:pt x="1323" y="760"/>
                </a:lnTo>
                <a:lnTo>
                  <a:pt x="1323" y="768"/>
                </a:lnTo>
                <a:lnTo>
                  <a:pt x="1323" y="769"/>
                </a:lnTo>
                <a:lnTo>
                  <a:pt x="1323" y="777"/>
                </a:lnTo>
                <a:lnTo>
                  <a:pt x="1323" y="778"/>
                </a:lnTo>
                <a:lnTo>
                  <a:pt x="1323" y="779"/>
                </a:lnTo>
                <a:lnTo>
                  <a:pt x="1324" y="779"/>
                </a:lnTo>
                <a:lnTo>
                  <a:pt x="1324" y="780"/>
                </a:lnTo>
                <a:lnTo>
                  <a:pt x="1324" y="781"/>
                </a:lnTo>
                <a:lnTo>
                  <a:pt x="1324" y="782"/>
                </a:lnTo>
                <a:lnTo>
                  <a:pt x="1323" y="783"/>
                </a:lnTo>
                <a:lnTo>
                  <a:pt x="1324" y="783"/>
                </a:lnTo>
                <a:lnTo>
                  <a:pt x="1323" y="783"/>
                </a:lnTo>
                <a:lnTo>
                  <a:pt x="1324" y="784"/>
                </a:lnTo>
                <a:lnTo>
                  <a:pt x="1324" y="785"/>
                </a:lnTo>
                <a:lnTo>
                  <a:pt x="1324" y="786"/>
                </a:lnTo>
                <a:lnTo>
                  <a:pt x="1324" y="787"/>
                </a:lnTo>
                <a:lnTo>
                  <a:pt x="1324" y="788"/>
                </a:lnTo>
                <a:lnTo>
                  <a:pt x="1324" y="789"/>
                </a:lnTo>
                <a:lnTo>
                  <a:pt x="1325" y="789"/>
                </a:lnTo>
                <a:lnTo>
                  <a:pt x="1325" y="790"/>
                </a:lnTo>
                <a:lnTo>
                  <a:pt x="1325" y="791"/>
                </a:lnTo>
                <a:lnTo>
                  <a:pt x="1325" y="792"/>
                </a:lnTo>
                <a:lnTo>
                  <a:pt x="1326" y="793"/>
                </a:lnTo>
                <a:lnTo>
                  <a:pt x="1326" y="794"/>
                </a:lnTo>
                <a:lnTo>
                  <a:pt x="1326" y="795"/>
                </a:lnTo>
                <a:lnTo>
                  <a:pt x="1326" y="796"/>
                </a:lnTo>
                <a:lnTo>
                  <a:pt x="1326" y="797"/>
                </a:lnTo>
                <a:lnTo>
                  <a:pt x="1325" y="798"/>
                </a:lnTo>
                <a:lnTo>
                  <a:pt x="1320" y="804"/>
                </a:lnTo>
                <a:lnTo>
                  <a:pt x="1320" y="805"/>
                </a:lnTo>
                <a:lnTo>
                  <a:pt x="1320" y="807"/>
                </a:lnTo>
                <a:lnTo>
                  <a:pt x="1320" y="812"/>
                </a:lnTo>
                <a:lnTo>
                  <a:pt x="1320" y="814"/>
                </a:lnTo>
                <a:lnTo>
                  <a:pt x="1320" y="815"/>
                </a:lnTo>
                <a:lnTo>
                  <a:pt x="1321" y="815"/>
                </a:lnTo>
                <a:lnTo>
                  <a:pt x="1322" y="816"/>
                </a:lnTo>
                <a:lnTo>
                  <a:pt x="1322" y="817"/>
                </a:lnTo>
                <a:lnTo>
                  <a:pt x="1324" y="818"/>
                </a:lnTo>
                <a:lnTo>
                  <a:pt x="1326" y="820"/>
                </a:lnTo>
                <a:lnTo>
                  <a:pt x="1327" y="820"/>
                </a:lnTo>
                <a:lnTo>
                  <a:pt x="1328" y="821"/>
                </a:lnTo>
                <a:lnTo>
                  <a:pt x="1328" y="820"/>
                </a:lnTo>
                <a:lnTo>
                  <a:pt x="1331" y="814"/>
                </a:lnTo>
                <a:lnTo>
                  <a:pt x="1336" y="817"/>
                </a:lnTo>
                <a:lnTo>
                  <a:pt x="1340" y="820"/>
                </a:lnTo>
                <a:lnTo>
                  <a:pt x="1341" y="821"/>
                </a:lnTo>
                <a:lnTo>
                  <a:pt x="1341" y="824"/>
                </a:lnTo>
                <a:lnTo>
                  <a:pt x="1341" y="826"/>
                </a:lnTo>
                <a:lnTo>
                  <a:pt x="1341" y="828"/>
                </a:lnTo>
                <a:lnTo>
                  <a:pt x="1341" y="829"/>
                </a:lnTo>
                <a:lnTo>
                  <a:pt x="1340" y="830"/>
                </a:lnTo>
                <a:lnTo>
                  <a:pt x="1340" y="831"/>
                </a:lnTo>
                <a:lnTo>
                  <a:pt x="1340" y="832"/>
                </a:lnTo>
                <a:lnTo>
                  <a:pt x="1342" y="832"/>
                </a:lnTo>
                <a:lnTo>
                  <a:pt x="1351" y="830"/>
                </a:lnTo>
                <a:lnTo>
                  <a:pt x="1365" y="827"/>
                </a:lnTo>
                <a:lnTo>
                  <a:pt x="1366" y="827"/>
                </a:lnTo>
                <a:lnTo>
                  <a:pt x="1366" y="826"/>
                </a:lnTo>
                <a:lnTo>
                  <a:pt x="1372" y="823"/>
                </a:lnTo>
                <a:lnTo>
                  <a:pt x="1374" y="822"/>
                </a:lnTo>
                <a:lnTo>
                  <a:pt x="1382" y="818"/>
                </a:lnTo>
                <a:lnTo>
                  <a:pt x="1380" y="822"/>
                </a:lnTo>
                <a:lnTo>
                  <a:pt x="1380" y="825"/>
                </a:lnTo>
                <a:lnTo>
                  <a:pt x="1378" y="828"/>
                </a:lnTo>
                <a:lnTo>
                  <a:pt x="1377" y="831"/>
                </a:lnTo>
                <a:lnTo>
                  <a:pt x="1377" y="833"/>
                </a:lnTo>
                <a:lnTo>
                  <a:pt x="1380" y="839"/>
                </a:lnTo>
                <a:lnTo>
                  <a:pt x="1382" y="842"/>
                </a:lnTo>
                <a:lnTo>
                  <a:pt x="1382" y="843"/>
                </a:lnTo>
                <a:lnTo>
                  <a:pt x="1382" y="844"/>
                </a:lnTo>
                <a:lnTo>
                  <a:pt x="1382" y="845"/>
                </a:lnTo>
                <a:lnTo>
                  <a:pt x="1382" y="846"/>
                </a:lnTo>
                <a:lnTo>
                  <a:pt x="1382" y="852"/>
                </a:lnTo>
                <a:lnTo>
                  <a:pt x="1386" y="852"/>
                </a:lnTo>
                <a:lnTo>
                  <a:pt x="1388" y="854"/>
                </a:lnTo>
                <a:lnTo>
                  <a:pt x="1392" y="854"/>
                </a:lnTo>
                <a:lnTo>
                  <a:pt x="1397" y="855"/>
                </a:lnTo>
                <a:lnTo>
                  <a:pt x="1397" y="857"/>
                </a:lnTo>
                <a:lnTo>
                  <a:pt x="1398" y="857"/>
                </a:lnTo>
                <a:lnTo>
                  <a:pt x="1398" y="858"/>
                </a:lnTo>
                <a:lnTo>
                  <a:pt x="1398" y="859"/>
                </a:lnTo>
                <a:lnTo>
                  <a:pt x="1398" y="860"/>
                </a:lnTo>
                <a:lnTo>
                  <a:pt x="1397" y="861"/>
                </a:lnTo>
                <a:lnTo>
                  <a:pt x="1397" y="862"/>
                </a:lnTo>
                <a:lnTo>
                  <a:pt x="1397" y="863"/>
                </a:lnTo>
                <a:lnTo>
                  <a:pt x="1396" y="863"/>
                </a:lnTo>
                <a:lnTo>
                  <a:pt x="1395" y="863"/>
                </a:lnTo>
                <a:lnTo>
                  <a:pt x="1395" y="864"/>
                </a:lnTo>
                <a:lnTo>
                  <a:pt x="1394" y="864"/>
                </a:lnTo>
                <a:lnTo>
                  <a:pt x="1393" y="864"/>
                </a:lnTo>
                <a:lnTo>
                  <a:pt x="1392" y="864"/>
                </a:lnTo>
                <a:lnTo>
                  <a:pt x="1392" y="865"/>
                </a:lnTo>
                <a:lnTo>
                  <a:pt x="1392" y="866"/>
                </a:lnTo>
                <a:lnTo>
                  <a:pt x="1392" y="867"/>
                </a:lnTo>
                <a:lnTo>
                  <a:pt x="1393" y="867"/>
                </a:lnTo>
                <a:lnTo>
                  <a:pt x="1393" y="868"/>
                </a:lnTo>
                <a:lnTo>
                  <a:pt x="1394" y="868"/>
                </a:lnTo>
                <a:lnTo>
                  <a:pt x="1395" y="869"/>
                </a:lnTo>
                <a:lnTo>
                  <a:pt x="1396" y="869"/>
                </a:lnTo>
                <a:lnTo>
                  <a:pt x="1397" y="869"/>
                </a:lnTo>
                <a:lnTo>
                  <a:pt x="1398" y="869"/>
                </a:lnTo>
                <a:lnTo>
                  <a:pt x="1398" y="870"/>
                </a:lnTo>
                <a:lnTo>
                  <a:pt x="1399" y="870"/>
                </a:lnTo>
                <a:lnTo>
                  <a:pt x="1400" y="870"/>
                </a:lnTo>
                <a:lnTo>
                  <a:pt x="1400" y="871"/>
                </a:lnTo>
                <a:lnTo>
                  <a:pt x="1401" y="871"/>
                </a:lnTo>
                <a:lnTo>
                  <a:pt x="1401" y="870"/>
                </a:lnTo>
                <a:lnTo>
                  <a:pt x="1401" y="871"/>
                </a:lnTo>
                <a:lnTo>
                  <a:pt x="1402" y="870"/>
                </a:lnTo>
                <a:lnTo>
                  <a:pt x="1402" y="871"/>
                </a:lnTo>
                <a:lnTo>
                  <a:pt x="1403" y="871"/>
                </a:lnTo>
                <a:lnTo>
                  <a:pt x="1404" y="871"/>
                </a:lnTo>
                <a:lnTo>
                  <a:pt x="1405" y="871"/>
                </a:lnTo>
                <a:lnTo>
                  <a:pt x="1406" y="871"/>
                </a:lnTo>
                <a:lnTo>
                  <a:pt x="1407" y="871"/>
                </a:lnTo>
                <a:lnTo>
                  <a:pt x="1407" y="872"/>
                </a:lnTo>
                <a:lnTo>
                  <a:pt x="1408" y="872"/>
                </a:lnTo>
                <a:lnTo>
                  <a:pt x="1408" y="873"/>
                </a:lnTo>
                <a:lnTo>
                  <a:pt x="1409" y="873"/>
                </a:lnTo>
                <a:lnTo>
                  <a:pt x="1410" y="873"/>
                </a:lnTo>
                <a:lnTo>
                  <a:pt x="1410" y="874"/>
                </a:lnTo>
                <a:lnTo>
                  <a:pt x="1411" y="874"/>
                </a:lnTo>
                <a:lnTo>
                  <a:pt x="1412" y="874"/>
                </a:lnTo>
                <a:lnTo>
                  <a:pt x="1413" y="874"/>
                </a:lnTo>
                <a:lnTo>
                  <a:pt x="1413" y="875"/>
                </a:lnTo>
                <a:lnTo>
                  <a:pt x="1414" y="875"/>
                </a:lnTo>
                <a:lnTo>
                  <a:pt x="1415" y="875"/>
                </a:lnTo>
                <a:lnTo>
                  <a:pt x="1415" y="876"/>
                </a:lnTo>
                <a:lnTo>
                  <a:pt x="1416" y="876"/>
                </a:lnTo>
                <a:lnTo>
                  <a:pt x="1416" y="877"/>
                </a:lnTo>
                <a:lnTo>
                  <a:pt x="1417" y="877"/>
                </a:lnTo>
                <a:lnTo>
                  <a:pt x="1417" y="878"/>
                </a:lnTo>
                <a:lnTo>
                  <a:pt x="1418" y="878"/>
                </a:lnTo>
                <a:lnTo>
                  <a:pt x="1418" y="879"/>
                </a:lnTo>
                <a:lnTo>
                  <a:pt x="1419" y="879"/>
                </a:lnTo>
                <a:lnTo>
                  <a:pt x="1420" y="879"/>
                </a:lnTo>
                <a:lnTo>
                  <a:pt x="1421" y="879"/>
                </a:lnTo>
                <a:lnTo>
                  <a:pt x="1421" y="880"/>
                </a:lnTo>
                <a:lnTo>
                  <a:pt x="1422" y="880"/>
                </a:lnTo>
                <a:lnTo>
                  <a:pt x="1431" y="884"/>
                </a:lnTo>
                <a:lnTo>
                  <a:pt x="1433" y="887"/>
                </a:lnTo>
                <a:lnTo>
                  <a:pt x="1433" y="888"/>
                </a:lnTo>
                <a:lnTo>
                  <a:pt x="1436" y="893"/>
                </a:lnTo>
                <a:lnTo>
                  <a:pt x="1436" y="894"/>
                </a:lnTo>
                <a:lnTo>
                  <a:pt x="1438" y="898"/>
                </a:lnTo>
                <a:lnTo>
                  <a:pt x="1439" y="897"/>
                </a:lnTo>
                <a:lnTo>
                  <a:pt x="1440" y="896"/>
                </a:lnTo>
                <a:lnTo>
                  <a:pt x="1440" y="895"/>
                </a:lnTo>
                <a:lnTo>
                  <a:pt x="1441" y="895"/>
                </a:lnTo>
                <a:lnTo>
                  <a:pt x="1442" y="894"/>
                </a:lnTo>
                <a:lnTo>
                  <a:pt x="1443" y="894"/>
                </a:lnTo>
                <a:lnTo>
                  <a:pt x="1443" y="893"/>
                </a:lnTo>
                <a:lnTo>
                  <a:pt x="1443" y="892"/>
                </a:lnTo>
                <a:lnTo>
                  <a:pt x="1444" y="892"/>
                </a:lnTo>
                <a:lnTo>
                  <a:pt x="1444" y="891"/>
                </a:lnTo>
                <a:lnTo>
                  <a:pt x="1445" y="891"/>
                </a:lnTo>
                <a:lnTo>
                  <a:pt x="1445" y="890"/>
                </a:lnTo>
                <a:lnTo>
                  <a:pt x="1446" y="890"/>
                </a:lnTo>
                <a:lnTo>
                  <a:pt x="1447" y="890"/>
                </a:lnTo>
                <a:lnTo>
                  <a:pt x="1448" y="890"/>
                </a:lnTo>
                <a:lnTo>
                  <a:pt x="1449" y="889"/>
                </a:lnTo>
                <a:lnTo>
                  <a:pt x="1449" y="890"/>
                </a:lnTo>
                <a:lnTo>
                  <a:pt x="1450" y="890"/>
                </a:lnTo>
                <a:lnTo>
                  <a:pt x="1450" y="889"/>
                </a:lnTo>
                <a:lnTo>
                  <a:pt x="1451" y="890"/>
                </a:lnTo>
                <a:lnTo>
                  <a:pt x="1452" y="890"/>
                </a:lnTo>
                <a:lnTo>
                  <a:pt x="1452" y="891"/>
                </a:lnTo>
                <a:lnTo>
                  <a:pt x="1453" y="891"/>
                </a:lnTo>
                <a:lnTo>
                  <a:pt x="1454" y="891"/>
                </a:lnTo>
                <a:lnTo>
                  <a:pt x="1455" y="891"/>
                </a:lnTo>
                <a:lnTo>
                  <a:pt x="1456" y="892"/>
                </a:lnTo>
                <a:lnTo>
                  <a:pt x="1459" y="892"/>
                </a:lnTo>
                <a:lnTo>
                  <a:pt x="1460" y="892"/>
                </a:lnTo>
                <a:lnTo>
                  <a:pt x="1461" y="893"/>
                </a:lnTo>
                <a:lnTo>
                  <a:pt x="1462" y="894"/>
                </a:lnTo>
                <a:lnTo>
                  <a:pt x="1463" y="894"/>
                </a:lnTo>
                <a:lnTo>
                  <a:pt x="1465" y="896"/>
                </a:lnTo>
                <a:lnTo>
                  <a:pt x="1467" y="895"/>
                </a:lnTo>
                <a:lnTo>
                  <a:pt x="1468" y="893"/>
                </a:lnTo>
                <a:lnTo>
                  <a:pt x="1478" y="884"/>
                </a:lnTo>
                <a:lnTo>
                  <a:pt x="1492" y="865"/>
                </a:lnTo>
                <a:lnTo>
                  <a:pt x="1502" y="858"/>
                </a:lnTo>
                <a:lnTo>
                  <a:pt x="1513" y="850"/>
                </a:lnTo>
                <a:lnTo>
                  <a:pt x="1502" y="837"/>
                </a:lnTo>
                <a:lnTo>
                  <a:pt x="1499" y="833"/>
                </a:lnTo>
                <a:lnTo>
                  <a:pt x="1494" y="827"/>
                </a:lnTo>
                <a:lnTo>
                  <a:pt x="1492" y="825"/>
                </a:lnTo>
                <a:lnTo>
                  <a:pt x="1477" y="807"/>
                </a:lnTo>
                <a:lnTo>
                  <a:pt x="1476" y="806"/>
                </a:lnTo>
                <a:lnTo>
                  <a:pt x="1480" y="806"/>
                </a:lnTo>
                <a:lnTo>
                  <a:pt x="1503" y="799"/>
                </a:lnTo>
                <a:lnTo>
                  <a:pt x="1527" y="794"/>
                </a:lnTo>
                <a:lnTo>
                  <a:pt x="1548" y="788"/>
                </a:lnTo>
                <a:lnTo>
                  <a:pt x="1559" y="780"/>
                </a:lnTo>
                <a:lnTo>
                  <a:pt x="1575" y="776"/>
                </a:lnTo>
                <a:lnTo>
                  <a:pt x="1579" y="778"/>
                </a:lnTo>
                <a:lnTo>
                  <a:pt x="1584" y="782"/>
                </a:lnTo>
                <a:lnTo>
                  <a:pt x="1598" y="793"/>
                </a:lnTo>
                <a:lnTo>
                  <a:pt x="1628" y="801"/>
                </a:lnTo>
                <a:lnTo>
                  <a:pt x="1642" y="805"/>
                </a:lnTo>
                <a:lnTo>
                  <a:pt x="1659" y="810"/>
                </a:lnTo>
                <a:lnTo>
                  <a:pt x="1661" y="810"/>
                </a:lnTo>
                <a:lnTo>
                  <a:pt x="1681" y="790"/>
                </a:lnTo>
                <a:lnTo>
                  <a:pt x="1686" y="788"/>
                </a:lnTo>
                <a:lnTo>
                  <a:pt x="1694" y="782"/>
                </a:lnTo>
                <a:lnTo>
                  <a:pt x="1701" y="776"/>
                </a:lnTo>
                <a:lnTo>
                  <a:pt x="1705" y="772"/>
                </a:lnTo>
                <a:lnTo>
                  <a:pt x="1714" y="763"/>
                </a:lnTo>
                <a:lnTo>
                  <a:pt x="1717" y="762"/>
                </a:lnTo>
                <a:lnTo>
                  <a:pt x="1737" y="756"/>
                </a:lnTo>
                <a:lnTo>
                  <a:pt x="1794" y="737"/>
                </a:lnTo>
                <a:lnTo>
                  <a:pt x="1808" y="738"/>
                </a:lnTo>
                <a:lnTo>
                  <a:pt x="1817" y="741"/>
                </a:lnTo>
                <a:lnTo>
                  <a:pt x="1831" y="746"/>
                </a:lnTo>
                <a:lnTo>
                  <a:pt x="1826" y="764"/>
                </a:lnTo>
                <a:lnTo>
                  <a:pt x="1824" y="771"/>
                </a:lnTo>
                <a:lnTo>
                  <a:pt x="1832" y="783"/>
                </a:lnTo>
                <a:lnTo>
                  <a:pt x="1844" y="801"/>
                </a:lnTo>
                <a:lnTo>
                  <a:pt x="1848" y="815"/>
                </a:lnTo>
                <a:lnTo>
                  <a:pt x="1848" y="816"/>
                </a:lnTo>
                <a:lnTo>
                  <a:pt x="1847" y="819"/>
                </a:lnTo>
                <a:lnTo>
                  <a:pt x="1846" y="822"/>
                </a:lnTo>
                <a:lnTo>
                  <a:pt x="1846" y="824"/>
                </a:lnTo>
                <a:lnTo>
                  <a:pt x="1846" y="832"/>
                </a:lnTo>
                <a:lnTo>
                  <a:pt x="1847" y="834"/>
                </a:lnTo>
                <a:lnTo>
                  <a:pt x="1847" y="836"/>
                </a:lnTo>
                <a:lnTo>
                  <a:pt x="1843" y="846"/>
                </a:lnTo>
                <a:lnTo>
                  <a:pt x="1821" y="855"/>
                </a:lnTo>
                <a:lnTo>
                  <a:pt x="1816" y="865"/>
                </a:lnTo>
                <a:lnTo>
                  <a:pt x="1805" y="885"/>
                </a:lnTo>
                <a:lnTo>
                  <a:pt x="1803" y="889"/>
                </a:lnTo>
                <a:lnTo>
                  <a:pt x="1803" y="890"/>
                </a:lnTo>
                <a:lnTo>
                  <a:pt x="1802" y="891"/>
                </a:lnTo>
                <a:lnTo>
                  <a:pt x="1800" y="895"/>
                </a:lnTo>
                <a:lnTo>
                  <a:pt x="1794" y="906"/>
                </a:lnTo>
                <a:lnTo>
                  <a:pt x="1749" y="937"/>
                </a:lnTo>
                <a:lnTo>
                  <a:pt x="1737" y="945"/>
                </a:lnTo>
                <a:lnTo>
                  <a:pt x="1736" y="946"/>
                </a:lnTo>
                <a:lnTo>
                  <a:pt x="1722" y="955"/>
                </a:lnTo>
                <a:lnTo>
                  <a:pt x="1725" y="957"/>
                </a:lnTo>
                <a:lnTo>
                  <a:pt x="1727" y="961"/>
                </a:lnTo>
                <a:lnTo>
                  <a:pt x="1730" y="967"/>
                </a:lnTo>
                <a:lnTo>
                  <a:pt x="1731" y="970"/>
                </a:lnTo>
                <a:lnTo>
                  <a:pt x="1743" y="1007"/>
                </a:lnTo>
                <a:lnTo>
                  <a:pt x="1734" y="1011"/>
                </a:lnTo>
                <a:lnTo>
                  <a:pt x="1713" y="1021"/>
                </a:lnTo>
                <a:lnTo>
                  <a:pt x="1712" y="1024"/>
                </a:lnTo>
                <a:lnTo>
                  <a:pt x="1711" y="1028"/>
                </a:lnTo>
                <a:lnTo>
                  <a:pt x="1712" y="1029"/>
                </a:lnTo>
                <a:lnTo>
                  <a:pt x="1712" y="1031"/>
                </a:lnTo>
                <a:lnTo>
                  <a:pt x="1711" y="1032"/>
                </a:lnTo>
                <a:lnTo>
                  <a:pt x="1711" y="1034"/>
                </a:lnTo>
                <a:lnTo>
                  <a:pt x="1711" y="1035"/>
                </a:lnTo>
                <a:lnTo>
                  <a:pt x="1712" y="1039"/>
                </a:lnTo>
                <a:lnTo>
                  <a:pt x="1713" y="1042"/>
                </a:lnTo>
                <a:lnTo>
                  <a:pt x="1713" y="1044"/>
                </a:lnTo>
                <a:lnTo>
                  <a:pt x="1713" y="1045"/>
                </a:lnTo>
                <a:lnTo>
                  <a:pt x="1714" y="1045"/>
                </a:lnTo>
                <a:lnTo>
                  <a:pt x="1714" y="1046"/>
                </a:lnTo>
                <a:lnTo>
                  <a:pt x="1716" y="1048"/>
                </a:lnTo>
                <a:lnTo>
                  <a:pt x="1716" y="1050"/>
                </a:lnTo>
                <a:lnTo>
                  <a:pt x="1716" y="1052"/>
                </a:lnTo>
                <a:lnTo>
                  <a:pt x="1717" y="1053"/>
                </a:lnTo>
                <a:lnTo>
                  <a:pt x="1717" y="1056"/>
                </a:lnTo>
                <a:lnTo>
                  <a:pt x="1717" y="1057"/>
                </a:lnTo>
                <a:lnTo>
                  <a:pt x="1717" y="1058"/>
                </a:lnTo>
                <a:lnTo>
                  <a:pt x="1718" y="1059"/>
                </a:lnTo>
                <a:lnTo>
                  <a:pt x="1718" y="1061"/>
                </a:lnTo>
                <a:lnTo>
                  <a:pt x="1718" y="1063"/>
                </a:lnTo>
                <a:lnTo>
                  <a:pt x="1719" y="1068"/>
                </a:lnTo>
                <a:lnTo>
                  <a:pt x="1720" y="1069"/>
                </a:lnTo>
                <a:lnTo>
                  <a:pt x="1734" y="1074"/>
                </a:lnTo>
                <a:lnTo>
                  <a:pt x="1736" y="1075"/>
                </a:lnTo>
                <a:lnTo>
                  <a:pt x="1762" y="1085"/>
                </a:lnTo>
                <a:lnTo>
                  <a:pt x="1784" y="1110"/>
                </a:lnTo>
                <a:lnTo>
                  <a:pt x="1788" y="1114"/>
                </a:lnTo>
                <a:lnTo>
                  <a:pt x="1792" y="1122"/>
                </a:lnTo>
                <a:lnTo>
                  <a:pt x="1803" y="1130"/>
                </a:lnTo>
                <a:lnTo>
                  <a:pt x="1813" y="1139"/>
                </a:lnTo>
                <a:lnTo>
                  <a:pt x="1825" y="1151"/>
                </a:lnTo>
                <a:lnTo>
                  <a:pt x="1842" y="1164"/>
                </a:lnTo>
                <a:lnTo>
                  <a:pt x="1851" y="1163"/>
                </a:lnTo>
                <a:lnTo>
                  <a:pt x="1858" y="1160"/>
                </a:lnTo>
                <a:lnTo>
                  <a:pt x="1859" y="1160"/>
                </a:lnTo>
                <a:lnTo>
                  <a:pt x="1859" y="1161"/>
                </a:lnTo>
                <a:lnTo>
                  <a:pt x="1860" y="1163"/>
                </a:lnTo>
                <a:lnTo>
                  <a:pt x="1862" y="1163"/>
                </a:lnTo>
                <a:lnTo>
                  <a:pt x="1863" y="1163"/>
                </a:lnTo>
                <a:lnTo>
                  <a:pt x="1868" y="1162"/>
                </a:lnTo>
                <a:lnTo>
                  <a:pt x="1869" y="1162"/>
                </a:lnTo>
                <a:lnTo>
                  <a:pt x="1871" y="1162"/>
                </a:lnTo>
                <a:lnTo>
                  <a:pt x="1872" y="1162"/>
                </a:lnTo>
                <a:lnTo>
                  <a:pt x="1872" y="1161"/>
                </a:lnTo>
                <a:lnTo>
                  <a:pt x="1873" y="1161"/>
                </a:lnTo>
                <a:lnTo>
                  <a:pt x="1877" y="1158"/>
                </a:lnTo>
                <a:lnTo>
                  <a:pt x="1881" y="1157"/>
                </a:lnTo>
                <a:lnTo>
                  <a:pt x="1882" y="1157"/>
                </a:lnTo>
                <a:lnTo>
                  <a:pt x="1882" y="1156"/>
                </a:lnTo>
                <a:lnTo>
                  <a:pt x="1883" y="1156"/>
                </a:lnTo>
                <a:lnTo>
                  <a:pt x="1884" y="1159"/>
                </a:lnTo>
                <a:lnTo>
                  <a:pt x="1884" y="1161"/>
                </a:lnTo>
                <a:lnTo>
                  <a:pt x="1886" y="1162"/>
                </a:lnTo>
                <a:lnTo>
                  <a:pt x="1887" y="1162"/>
                </a:lnTo>
                <a:lnTo>
                  <a:pt x="1891" y="1162"/>
                </a:lnTo>
                <a:lnTo>
                  <a:pt x="1893" y="1162"/>
                </a:lnTo>
                <a:lnTo>
                  <a:pt x="1893" y="1161"/>
                </a:lnTo>
                <a:lnTo>
                  <a:pt x="1895" y="1160"/>
                </a:lnTo>
                <a:lnTo>
                  <a:pt x="1896" y="1160"/>
                </a:lnTo>
                <a:lnTo>
                  <a:pt x="1897" y="1159"/>
                </a:lnTo>
                <a:lnTo>
                  <a:pt x="1899" y="1160"/>
                </a:lnTo>
                <a:lnTo>
                  <a:pt x="1900" y="1161"/>
                </a:lnTo>
                <a:lnTo>
                  <a:pt x="1902" y="1161"/>
                </a:lnTo>
                <a:lnTo>
                  <a:pt x="1905" y="1161"/>
                </a:lnTo>
                <a:lnTo>
                  <a:pt x="1906" y="1161"/>
                </a:lnTo>
                <a:lnTo>
                  <a:pt x="1909" y="1162"/>
                </a:lnTo>
                <a:lnTo>
                  <a:pt x="1910" y="1162"/>
                </a:lnTo>
                <a:lnTo>
                  <a:pt x="1912" y="1163"/>
                </a:lnTo>
                <a:lnTo>
                  <a:pt x="1913" y="1163"/>
                </a:lnTo>
                <a:lnTo>
                  <a:pt x="1914" y="1163"/>
                </a:lnTo>
                <a:lnTo>
                  <a:pt x="1914" y="1162"/>
                </a:lnTo>
                <a:lnTo>
                  <a:pt x="1917" y="1162"/>
                </a:lnTo>
                <a:lnTo>
                  <a:pt x="1920" y="1164"/>
                </a:lnTo>
                <a:lnTo>
                  <a:pt x="1921" y="1164"/>
                </a:lnTo>
                <a:lnTo>
                  <a:pt x="1921" y="1165"/>
                </a:lnTo>
                <a:lnTo>
                  <a:pt x="1921" y="1166"/>
                </a:lnTo>
                <a:lnTo>
                  <a:pt x="1920" y="1166"/>
                </a:lnTo>
                <a:lnTo>
                  <a:pt x="1920" y="1167"/>
                </a:lnTo>
                <a:lnTo>
                  <a:pt x="1920" y="1168"/>
                </a:lnTo>
                <a:lnTo>
                  <a:pt x="1919" y="1170"/>
                </a:lnTo>
                <a:lnTo>
                  <a:pt x="1919" y="1171"/>
                </a:lnTo>
                <a:lnTo>
                  <a:pt x="1918" y="1171"/>
                </a:lnTo>
                <a:lnTo>
                  <a:pt x="1918" y="1172"/>
                </a:lnTo>
                <a:lnTo>
                  <a:pt x="1918" y="1173"/>
                </a:lnTo>
                <a:lnTo>
                  <a:pt x="1919" y="1175"/>
                </a:lnTo>
                <a:lnTo>
                  <a:pt x="1920" y="1175"/>
                </a:lnTo>
                <a:lnTo>
                  <a:pt x="1924" y="1177"/>
                </a:lnTo>
                <a:lnTo>
                  <a:pt x="1927" y="1177"/>
                </a:lnTo>
                <a:lnTo>
                  <a:pt x="1927" y="1178"/>
                </a:lnTo>
                <a:lnTo>
                  <a:pt x="1927" y="1179"/>
                </a:lnTo>
                <a:lnTo>
                  <a:pt x="1927" y="1180"/>
                </a:lnTo>
                <a:lnTo>
                  <a:pt x="1927" y="1181"/>
                </a:lnTo>
                <a:lnTo>
                  <a:pt x="1926" y="1181"/>
                </a:lnTo>
                <a:lnTo>
                  <a:pt x="1925" y="1181"/>
                </a:lnTo>
                <a:lnTo>
                  <a:pt x="1924" y="1181"/>
                </a:lnTo>
                <a:lnTo>
                  <a:pt x="1924" y="1182"/>
                </a:lnTo>
                <a:lnTo>
                  <a:pt x="1923" y="1182"/>
                </a:lnTo>
                <a:lnTo>
                  <a:pt x="1923" y="1183"/>
                </a:lnTo>
                <a:lnTo>
                  <a:pt x="1921" y="1183"/>
                </a:lnTo>
                <a:lnTo>
                  <a:pt x="1920" y="1183"/>
                </a:lnTo>
                <a:lnTo>
                  <a:pt x="1920" y="1184"/>
                </a:lnTo>
                <a:lnTo>
                  <a:pt x="1919" y="1184"/>
                </a:lnTo>
                <a:lnTo>
                  <a:pt x="1919" y="1185"/>
                </a:lnTo>
                <a:lnTo>
                  <a:pt x="1919" y="1187"/>
                </a:lnTo>
                <a:lnTo>
                  <a:pt x="1918" y="1187"/>
                </a:lnTo>
                <a:lnTo>
                  <a:pt x="1918" y="1188"/>
                </a:lnTo>
                <a:lnTo>
                  <a:pt x="1917" y="1188"/>
                </a:lnTo>
                <a:lnTo>
                  <a:pt x="1917" y="1189"/>
                </a:lnTo>
                <a:lnTo>
                  <a:pt x="1916" y="1189"/>
                </a:lnTo>
                <a:lnTo>
                  <a:pt x="1915" y="1188"/>
                </a:lnTo>
                <a:lnTo>
                  <a:pt x="1914" y="1188"/>
                </a:lnTo>
                <a:lnTo>
                  <a:pt x="1914" y="1187"/>
                </a:lnTo>
                <a:lnTo>
                  <a:pt x="1912" y="1187"/>
                </a:lnTo>
                <a:lnTo>
                  <a:pt x="1912" y="1188"/>
                </a:lnTo>
                <a:lnTo>
                  <a:pt x="1911" y="1188"/>
                </a:lnTo>
                <a:lnTo>
                  <a:pt x="1911" y="1189"/>
                </a:lnTo>
                <a:lnTo>
                  <a:pt x="1912" y="1189"/>
                </a:lnTo>
                <a:lnTo>
                  <a:pt x="1912" y="1190"/>
                </a:lnTo>
                <a:lnTo>
                  <a:pt x="1913" y="1190"/>
                </a:lnTo>
                <a:lnTo>
                  <a:pt x="1913" y="1191"/>
                </a:lnTo>
                <a:lnTo>
                  <a:pt x="1912" y="1191"/>
                </a:lnTo>
                <a:lnTo>
                  <a:pt x="1911" y="1191"/>
                </a:lnTo>
                <a:lnTo>
                  <a:pt x="1910" y="1191"/>
                </a:lnTo>
                <a:lnTo>
                  <a:pt x="1910" y="1192"/>
                </a:lnTo>
                <a:lnTo>
                  <a:pt x="1909" y="1193"/>
                </a:lnTo>
                <a:lnTo>
                  <a:pt x="1909" y="1195"/>
                </a:lnTo>
                <a:lnTo>
                  <a:pt x="1908" y="1198"/>
                </a:lnTo>
                <a:lnTo>
                  <a:pt x="1908" y="1199"/>
                </a:lnTo>
                <a:lnTo>
                  <a:pt x="1909" y="1199"/>
                </a:lnTo>
                <a:lnTo>
                  <a:pt x="1909" y="1201"/>
                </a:lnTo>
                <a:lnTo>
                  <a:pt x="1911" y="1203"/>
                </a:lnTo>
                <a:lnTo>
                  <a:pt x="1911" y="1204"/>
                </a:lnTo>
                <a:lnTo>
                  <a:pt x="1912" y="1205"/>
                </a:lnTo>
                <a:lnTo>
                  <a:pt x="1912" y="1206"/>
                </a:lnTo>
                <a:lnTo>
                  <a:pt x="1913" y="1207"/>
                </a:lnTo>
                <a:lnTo>
                  <a:pt x="1914" y="1207"/>
                </a:lnTo>
                <a:lnTo>
                  <a:pt x="1917" y="1207"/>
                </a:lnTo>
                <a:lnTo>
                  <a:pt x="1919" y="1207"/>
                </a:lnTo>
                <a:lnTo>
                  <a:pt x="1922" y="1207"/>
                </a:lnTo>
                <a:lnTo>
                  <a:pt x="1923" y="1207"/>
                </a:lnTo>
                <a:lnTo>
                  <a:pt x="1927" y="1206"/>
                </a:lnTo>
                <a:lnTo>
                  <a:pt x="1928" y="1205"/>
                </a:lnTo>
                <a:lnTo>
                  <a:pt x="1929" y="1205"/>
                </a:lnTo>
                <a:lnTo>
                  <a:pt x="1930" y="1203"/>
                </a:lnTo>
                <a:lnTo>
                  <a:pt x="1932" y="1201"/>
                </a:lnTo>
                <a:lnTo>
                  <a:pt x="1933" y="1200"/>
                </a:lnTo>
                <a:lnTo>
                  <a:pt x="1935" y="1199"/>
                </a:lnTo>
                <a:lnTo>
                  <a:pt x="1936" y="1198"/>
                </a:lnTo>
                <a:lnTo>
                  <a:pt x="1937" y="1198"/>
                </a:lnTo>
                <a:lnTo>
                  <a:pt x="1938" y="1199"/>
                </a:lnTo>
                <a:lnTo>
                  <a:pt x="1939" y="1200"/>
                </a:lnTo>
                <a:lnTo>
                  <a:pt x="1939" y="1201"/>
                </a:lnTo>
                <a:lnTo>
                  <a:pt x="1940" y="1201"/>
                </a:lnTo>
                <a:lnTo>
                  <a:pt x="1941" y="1201"/>
                </a:lnTo>
                <a:lnTo>
                  <a:pt x="1941" y="1202"/>
                </a:lnTo>
                <a:lnTo>
                  <a:pt x="1942" y="1202"/>
                </a:lnTo>
                <a:lnTo>
                  <a:pt x="1943" y="1202"/>
                </a:lnTo>
                <a:lnTo>
                  <a:pt x="1944" y="1202"/>
                </a:lnTo>
                <a:lnTo>
                  <a:pt x="1945" y="1202"/>
                </a:lnTo>
                <a:lnTo>
                  <a:pt x="1946" y="1203"/>
                </a:lnTo>
                <a:lnTo>
                  <a:pt x="1947" y="1204"/>
                </a:lnTo>
                <a:lnTo>
                  <a:pt x="1948" y="1204"/>
                </a:lnTo>
                <a:lnTo>
                  <a:pt x="1948" y="1205"/>
                </a:lnTo>
                <a:lnTo>
                  <a:pt x="1949" y="1205"/>
                </a:lnTo>
                <a:lnTo>
                  <a:pt x="1950" y="1206"/>
                </a:lnTo>
                <a:lnTo>
                  <a:pt x="1950" y="1208"/>
                </a:lnTo>
                <a:lnTo>
                  <a:pt x="1950" y="1210"/>
                </a:lnTo>
                <a:lnTo>
                  <a:pt x="1950" y="1211"/>
                </a:lnTo>
                <a:lnTo>
                  <a:pt x="1950" y="1212"/>
                </a:lnTo>
                <a:lnTo>
                  <a:pt x="1951" y="1213"/>
                </a:lnTo>
                <a:lnTo>
                  <a:pt x="1951" y="1214"/>
                </a:lnTo>
                <a:lnTo>
                  <a:pt x="1952" y="1214"/>
                </a:lnTo>
                <a:lnTo>
                  <a:pt x="1952" y="1215"/>
                </a:lnTo>
                <a:lnTo>
                  <a:pt x="1953" y="1215"/>
                </a:lnTo>
                <a:lnTo>
                  <a:pt x="1955" y="1217"/>
                </a:lnTo>
                <a:lnTo>
                  <a:pt x="1956" y="1220"/>
                </a:lnTo>
                <a:lnTo>
                  <a:pt x="1956" y="1221"/>
                </a:lnTo>
                <a:lnTo>
                  <a:pt x="1956" y="1223"/>
                </a:lnTo>
                <a:lnTo>
                  <a:pt x="1957" y="1223"/>
                </a:lnTo>
                <a:lnTo>
                  <a:pt x="1958" y="1223"/>
                </a:lnTo>
                <a:lnTo>
                  <a:pt x="1958" y="1224"/>
                </a:lnTo>
                <a:lnTo>
                  <a:pt x="1959" y="1225"/>
                </a:lnTo>
                <a:lnTo>
                  <a:pt x="1960" y="1226"/>
                </a:lnTo>
                <a:lnTo>
                  <a:pt x="1960" y="1227"/>
                </a:lnTo>
                <a:lnTo>
                  <a:pt x="1959" y="1227"/>
                </a:lnTo>
                <a:lnTo>
                  <a:pt x="1959" y="1228"/>
                </a:lnTo>
                <a:lnTo>
                  <a:pt x="1959" y="1229"/>
                </a:lnTo>
                <a:lnTo>
                  <a:pt x="1959" y="1230"/>
                </a:lnTo>
                <a:lnTo>
                  <a:pt x="1960" y="1230"/>
                </a:lnTo>
                <a:lnTo>
                  <a:pt x="1961" y="1231"/>
                </a:lnTo>
                <a:lnTo>
                  <a:pt x="1964" y="1232"/>
                </a:lnTo>
                <a:lnTo>
                  <a:pt x="1965" y="1233"/>
                </a:lnTo>
                <a:lnTo>
                  <a:pt x="1965" y="1241"/>
                </a:lnTo>
                <a:lnTo>
                  <a:pt x="1967" y="1243"/>
                </a:lnTo>
                <a:lnTo>
                  <a:pt x="1970" y="1242"/>
                </a:lnTo>
                <a:lnTo>
                  <a:pt x="1971" y="1242"/>
                </a:lnTo>
                <a:lnTo>
                  <a:pt x="1973" y="1242"/>
                </a:lnTo>
                <a:lnTo>
                  <a:pt x="1974" y="1242"/>
                </a:lnTo>
                <a:lnTo>
                  <a:pt x="1975" y="1243"/>
                </a:lnTo>
                <a:lnTo>
                  <a:pt x="1974" y="1246"/>
                </a:lnTo>
                <a:lnTo>
                  <a:pt x="1976" y="1247"/>
                </a:lnTo>
                <a:lnTo>
                  <a:pt x="1977" y="1247"/>
                </a:lnTo>
                <a:lnTo>
                  <a:pt x="1977" y="1248"/>
                </a:lnTo>
                <a:lnTo>
                  <a:pt x="1978" y="1248"/>
                </a:lnTo>
                <a:lnTo>
                  <a:pt x="1979" y="1248"/>
                </a:lnTo>
                <a:lnTo>
                  <a:pt x="1979" y="1247"/>
                </a:lnTo>
                <a:lnTo>
                  <a:pt x="1979" y="1246"/>
                </a:lnTo>
                <a:lnTo>
                  <a:pt x="1980" y="1245"/>
                </a:lnTo>
                <a:lnTo>
                  <a:pt x="1982" y="1245"/>
                </a:lnTo>
                <a:lnTo>
                  <a:pt x="1983" y="1245"/>
                </a:lnTo>
                <a:lnTo>
                  <a:pt x="1985" y="1247"/>
                </a:lnTo>
                <a:lnTo>
                  <a:pt x="1990" y="1249"/>
                </a:lnTo>
                <a:lnTo>
                  <a:pt x="1993" y="1250"/>
                </a:lnTo>
                <a:lnTo>
                  <a:pt x="1995" y="1250"/>
                </a:lnTo>
                <a:lnTo>
                  <a:pt x="1997" y="1250"/>
                </a:lnTo>
                <a:lnTo>
                  <a:pt x="1998" y="1250"/>
                </a:lnTo>
                <a:lnTo>
                  <a:pt x="1999" y="1250"/>
                </a:lnTo>
                <a:lnTo>
                  <a:pt x="1999" y="1253"/>
                </a:lnTo>
                <a:lnTo>
                  <a:pt x="1999" y="1254"/>
                </a:lnTo>
                <a:lnTo>
                  <a:pt x="1999" y="1256"/>
                </a:lnTo>
                <a:lnTo>
                  <a:pt x="2000" y="1256"/>
                </a:lnTo>
                <a:lnTo>
                  <a:pt x="2000" y="1257"/>
                </a:lnTo>
                <a:lnTo>
                  <a:pt x="2001" y="1258"/>
                </a:lnTo>
                <a:lnTo>
                  <a:pt x="2001" y="1260"/>
                </a:lnTo>
                <a:lnTo>
                  <a:pt x="2002" y="1261"/>
                </a:lnTo>
                <a:lnTo>
                  <a:pt x="2002" y="1263"/>
                </a:lnTo>
                <a:lnTo>
                  <a:pt x="2002" y="1264"/>
                </a:lnTo>
                <a:lnTo>
                  <a:pt x="2001" y="1264"/>
                </a:lnTo>
                <a:lnTo>
                  <a:pt x="2002" y="1267"/>
                </a:lnTo>
                <a:lnTo>
                  <a:pt x="2002" y="1269"/>
                </a:lnTo>
                <a:lnTo>
                  <a:pt x="2002" y="1270"/>
                </a:lnTo>
                <a:lnTo>
                  <a:pt x="2001" y="1272"/>
                </a:lnTo>
                <a:lnTo>
                  <a:pt x="2002" y="1272"/>
                </a:lnTo>
                <a:lnTo>
                  <a:pt x="2003" y="1273"/>
                </a:lnTo>
                <a:lnTo>
                  <a:pt x="2003" y="1272"/>
                </a:lnTo>
                <a:lnTo>
                  <a:pt x="2003" y="1271"/>
                </a:lnTo>
                <a:lnTo>
                  <a:pt x="2004" y="1271"/>
                </a:lnTo>
                <a:lnTo>
                  <a:pt x="2006" y="1270"/>
                </a:lnTo>
                <a:lnTo>
                  <a:pt x="2007" y="1271"/>
                </a:lnTo>
                <a:lnTo>
                  <a:pt x="2008" y="1272"/>
                </a:lnTo>
                <a:lnTo>
                  <a:pt x="2009" y="1273"/>
                </a:lnTo>
                <a:lnTo>
                  <a:pt x="2010" y="1271"/>
                </a:lnTo>
                <a:lnTo>
                  <a:pt x="2011" y="1271"/>
                </a:lnTo>
                <a:lnTo>
                  <a:pt x="2012" y="1271"/>
                </a:lnTo>
                <a:lnTo>
                  <a:pt x="2012" y="1272"/>
                </a:lnTo>
                <a:lnTo>
                  <a:pt x="2013" y="1273"/>
                </a:lnTo>
                <a:lnTo>
                  <a:pt x="2014" y="1274"/>
                </a:lnTo>
                <a:lnTo>
                  <a:pt x="2016" y="1276"/>
                </a:lnTo>
                <a:lnTo>
                  <a:pt x="2017" y="1276"/>
                </a:lnTo>
                <a:lnTo>
                  <a:pt x="2017" y="1277"/>
                </a:lnTo>
                <a:lnTo>
                  <a:pt x="2018" y="1279"/>
                </a:lnTo>
                <a:lnTo>
                  <a:pt x="2017" y="1280"/>
                </a:lnTo>
                <a:lnTo>
                  <a:pt x="2020" y="1282"/>
                </a:lnTo>
                <a:lnTo>
                  <a:pt x="2020" y="1283"/>
                </a:lnTo>
                <a:lnTo>
                  <a:pt x="2019" y="1283"/>
                </a:lnTo>
                <a:lnTo>
                  <a:pt x="2019" y="1284"/>
                </a:lnTo>
                <a:lnTo>
                  <a:pt x="2020" y="1285"/>
                </a:lnTo>
                <a:lnTo>
                  <a:pt x="2021" y="1286"/>
                </a:lnTo>
                <a:lnTo>
                  <a:pt x="2022" y="1287"/>
                </a:lnTo>
                <a:lnTo>
                  <a:pt x="2024" y="1289"/>
                </a:lnTo>
                <a:lnTo>
                  <a:pt x="2025" y="1290"/>
                </a:lnTo>
                <a:lnTo>
                  <a:pt x="2026" y="1289"/>
                </a:lnTo>
                <a:lnTo>
                  <a:pt x="2026" y="1290"/>
                </a:lnTo>
                <a:lnTo>
                  <a:pt x="2026" y="1291"/>
                </a:lnTo>
                <a:lnTo>
                  <a:pt x="2026" y="1293"/>
                </a:lnTo>
                <a:lnTo>
                  <a:pt x="2026" y="1294"/>
                </a:lnTo>
                <a:lnTo>
                  <a:pt x="2027" y="1296"/>
                </a:lnTo>
                <a:lnTo>
                  <a:pt x="2027" y="1297"/>
                </a:lnTo>
                <a:lnTo>
                  <a:pt x="2027" y="1298"/>
                </a:lnTo>
                <a:lnTo>
                  <a:pt x="2027" y="1299"/>
                </a:lnTo>
                <a:lnTo>
                  <a:pt x="2026" y="1299"/>
                </a:lnTo>
                <a:lnTo>
                  <a:pt x="2026" y="1300"/>
                </a:lnTo>
                <a:lnTo>
                  <a:pt x="2026" y="1301"/>
                </a:lnTo>
                <a:lnTo>
                  <a:pt x="2025" y="1302"/>
                </a:lnTo>
                <a:lnTo>
                  <a:pt x="2024" y="1302"/>
                </a:lnTo>
                <a:lnTo>
                  <a:pt x="2024" y="1303"/>
                </a:lnTo>
                <a:lnTo>
                  <a:pt x="2023" y="1303"/>
                </a:lnTo>
                <a:lnTo>
                  <a:pt x="2022" y="1303"/>
                </a:lnTo>
                <a:lnTo>
                  <a:pt x="2021" y="1302"/>
                </a:lnTo>
                <a:lnTo>
                  <a:pt x="2020" y="1301"/>
                </a:lnTo>
                <a:lnTo>
                  <a:pt x="2019" y="1301"/>
                </a:lnTo>
                <a:lnTo>
                  <a:pt x="2017" y="1301"/>
                </a:lnTo>
                <a:lnTo>
                  <a:pt x="2016" y="1302"/>
                </a:lnTo>
                <a:lnTo>
                  <a:pt x="2016" y="1303"/>
                </a:lnTo>
                <a:lnTo>
                  <a:pt x="2015" y="1303"/>
                </a:lnTo>
                <a:lnTo>
                  <a:pt x="2014" y="1303"/>
                </a:lnTo>
                <a:lnTo>
                  <a:pt x="2011" y="1303"/>
                </a:lnTo>
                <a:lnTo>
                  <a:pt x="2011" y="1304"/>
                </a:lnTo>
                <a:lnTo>
                  <a:pt x="2011" y="1305"/>
                </a:lnTo>
                <a:lnTo>
                  <a:pt x="2010" y="1305"/>
                </a:lnTo>
                <a:lnTo>
                  <a:pt x="2009" y="1305"/>
                </a:lnTo>
                <a:lnTo>
                  <a:pt x="2007" y="1305"/>
                </a:lnTo>
                <a:lnTo>
                  <a:pt x="2007" y="1306"/>
                </a:lnTo>
                <a:lnTo>
                  <a:pt x="2006" y="1309"/>
                </a:lnTo>
                <a:lnTo>
                  <a:pt x="2005" y="1310"/>
                </a:lnTo>
                <a:lnTo>
                  <a:pt x="2005" y="1311"/>
                </a:lnTo>
                <a:lnTo>
                  <a:pt x="2005" y="1313"/>
                </a:lnTo>
                <a:lnTo>
                  <a:pt x="2006" y="1316"/>
                </a:lnTo>
                <a:lnTo>
                  <a:pt x="2008" y="1318"/>
                </a:lnTo>
                <a:lnTo>
                  <a:pt x="2009" y="1319"/>
                </a:lnTo>
                <a:lnTo>
                  <a:pt x="2009" y="1320"/>
                </a:lnTo>
                <a:lnTo>
                  <a:pt x="2009" y="1321"/>
                </a:lnTo>
                <a:lnTo>
                  <a:pt x="2008" y="1322"/>
                </a:lnTo>
                <a:lnTo>
                  <a:pt x="2008" y="1325"/>
                </a:lnTo>
                <a:lnTo>
                  <a:pt x="2008" y="1326"/>
                </a:lnTo>
                <a:lnTo>
                  <a:pt x="2010" y="1326"/>
                </a:lnTo>
                <a:lnTo>
                  <a:pt x="2011" y="1327"/>
                </a:lnTo>
                <a:lnTo>
                  <a:pt x="2011" y="1330"/>
                </a:lnTo>
                <a:lnTo>
                  <a:pt x="2013" y="1332"/>
                </a:lnTo>
                <a:lnTo>
                  <a:pt x="2014" y="1332"/>
                </a:lnTo>
                <a:lnTo>
                  <a:pt x="2016" y="1333"/>
                </a:lnTo>
                <a:lnTo>
                  <a:pt x="2016" y="1334"/>
                </a:lnTo>
                <a:lnTo>
                  <a:pt x="2015" y="1334"/>
                </a:lnTo>
                <a:lnTo>
                  <a:pt x="2015" y="1335"/>
                </a:lnTo>
                <a:lnTo>
                  <a:pt x="2016" y="1336"/>
                </a:lnTo>
                <a:lnTo>
                  <a:pt x="2016" y="1337"/>
                </a:lnTo>
                <a:lnTo>
                  <a:pt x="2017" y="1340"/>
                </a:lnTo>
                <a:lnTo>
                  <a:pt x="2016" y="1340"/>
                </a:lnTo>
                <a:lnTo>
                  <a:pt x="2015" y="1341"/>
                </a:lnTo>
                <a:lnTo>
                  <a:pt x="2014" y="1342"/>
                </a:lnTo>
                <a:lnTo>
                  <a:pt x="2013" y="1342"/>
                </a:lnTo>
                <a:lnTo>
                  <a:pt x="2012" y="1343"/>
                </a:lnTo>
                <a:lnTo>
                  <a:pt x="2013" y="1343"/>
                </a:lnTo>
                <a:lnTo>
                  <a:pt x="2015" y="1346"/>
                </a:lnTo>
                <a:lnTo>
                  <a:pt x="2015" y="1347"/>
                </a:lnTo>
                <a:lnTo>
                  <a:pt x="2018" y="1348"/>
                </a:lnTo>
                <a:lnTo>
                  <a:pt x="2020" y="1348"/>
                </a:lnTo>
                <a:lnTo>
                  <a:pt x="2022" y="1347"/>
                </a:lnTo>
                <a:lnTo>
                  <a:pt x="2023" y="1346"/>
                </a:lnTo>
                <a:lnTo>
                  <a:pt x="2024" y="1346"/>
                </a:lnTo>
                <a:lnTo>
                  <a:pt x="2026" y="1348"/>
                </a:lnTo>
                <a:lnTo>
                  <a:pt x="2027" y="1349"/>
                </a:lnTo>
                <a:lnTo>
                  <a:pt x="2028" y="1350"/>
                </a:lnTo>
                <a:lnTo>
                  <a:pt x="2030" y="1353"/>
                </a:lnTo>
                <a:lnTo>
                  <a:pt x="2031" y="1354"/>
                </a:lnTo>
                <a:lnTo>
                  <a:pt x="2032" y="1355"/>
                </a:lnTo>
                <a:lnTo>
                  <a:pt x="2032" y="1356"/>
                </a:lnTo>
                <a:lnTo>
                  <a:pt x="2032" y="1357"/>
                </a:lnTo>
                <a:lnTo>
                  <a:pt x="2032" y="1361"/>
                </a:lnTo>
                <a:lnTo>
                  <a:pt x="2032" y="1362"/>
                </a:lnTo>
                <a:lnTo>
                  <a:pt x="2031" y="1364"/>
                </a:lnTo>
                <a:lnTo>
                  <a:pt x="2031" y="1365"/>
                </a:lnTo>
                <a:lnTo>
                  <a:pt x="2031" y="1366"/>
                </a:lnTo>
                <a:lnTo>
                  <a:pt x="2032" y="1367"/>
                </a:lnTo>
                <a:lnTo>
                  <a:pt x="2032" y="1366"/>
                </a:lnTo>
                <a:lnTo>
                  <a:pt x="2033" y="1366"/>
                </a:lnTo>
                <a:lnTo>
                  <a:pt x="2034" y="1365"/>
                </a:lnTo>
                <a:lnTo>
                  <a:pt x="2035" y="1366"/>
                </a:lnTo>
                <a:lnTo>
                  <a:pt x="2037" y="1367"/>
                </a:lnTo>
                <a:lnTo>
                  <a:pt x="2037" y="1368"/>
                </a:lnTo>
                <a:lnTo>
                  <a:pt x="2037" y="1369"/>
                </a:lnTo>
                <a:lnTo>
                  <a:pt x="2037" y="1370"/>
                </a:lnTo>
                <a:lnTo>
                  <a:pt x="2037" y="1372"/>
                </a:lnTo>
                <a:lnTo>
                  <a:pt x="2037" y="1376"/>
                </a:lnTo>
                <a:lnTo>
                  <a:pt x="2037" y="1377"/>
                </a:lnTo>
                <a:lnTo>
                  <a:pt x="2038" y="1377"/>
                </a:lnTo>
                <a:lnTo>
                  <a:pt x="2039" y="1377"/>
                </a:lnTo>
                <a:lnTo>
                  <a:pt x="2040" y="1377"/>
                </a:lnTo>
                <a:lnTo>
                  <a:pt x="2040" y="1378"/>
                </a:lnTo>
                <a:lnTo>
                  <a:pt x="2040" y="1380"/>
                </a:lnTo>
                <a:lnTo>
                  <a:pt x="2039" y="1380"/>
                </a:lnTo>
                <a:lnTo>
                  <a:pt x="2038" y="1380"/>
                </a:lnTo>
                <a:lnTo>
                  <a:pt x="2037" y="1380"/>
                </a:lnTo>
                <a:lnTo>
                  <a:pt x="2037" y="1381"/>
                </a:lnTo>
                <a:lnTo>
                  <a:pt x="2038" y="1381"/>
                </a:lnTo>
                <a:lnTo>
                  <a:pt x="2038" y="1382"/>
                </a:lnTo>
                <a:lnTo>
                  <a:pt x="2039" y="1383"/>
                </a:lnTo>
                <a:lnTo>
                  <a:pt x="2039" y="1384"/>
                </a:lnTo>
                <a:lnTo>
                  <a:pt x="2039" y="1385"/>
                </a:lnTo>
                <a:lnTo>
                  <a:pt x="2040" y="1385"/>
                </a:lnTo>
                <a:lnTo>
                  <a:pt x="2040" y="1386"/>
                </a:lnTo>
                <a:lnTo>
                  <a:pt x="2041" y="1386"/>
                </a:lnTo>
                <a:lnTo>
                  <a:pt x="2041" y="1388"/>
                </a:lnTo>
                <a:lnTo>
                  <a:pt x="2043" y="1389"/>
                </a:lnTo>
                <a:lnTo>
                  <a:pt x="2044" y="1389"/>
                </a:lnTo>
                <a:lnTo>
                  <a:pt x="2046" y="1390"/>
                </a:lnTo>
                <a:lnTo>
                  <a:pt x="2046" y="1391"/>
                </a:lnTo>
                <a:lnTo>
                  <a:pt x="2047" y="1393"/>
                </a:lnTo>
                <a:lnTo>
                  <a:pt x="2048" y="1393"/>
                </a:lnTo>
                <a:lnTo>
                  <a:pt x="2048" y="1394"/>
                </a:lnTo>
                <a:lnTo>
                  <a:pt x="2049" y="1395"/>
                </a:lnTo>
                <a:lnTo>
                  <a:pt x="2050" y="1396"/>
                </a:lnTo>
                <a:lnTo>
                  <a:pt x="2050" y="1397"/>
                </a:lnTo>
                <a:lnTo>
                  <a:pt x="2049" y="1399"/>
                </a:lnTo>
                <a:lnTo>
                  <a:pt x="2049" y="1400"/>
                </a:lnTo>
                <a:lnTo>
                  <a:pt x="2048" y="1400"/>
                </a:lnTo>
                <a:lnTo>
                  <a:pt x="2047" y="1401"/>
                </a:lnTo>
                <a:lnTo>
                  <a:pt x="2047" y="1402"/>
                </a:lnTo>
                <a:lnTo>
                  <a:pt x="2047" y="1403"/>
                </a:lnTo>
                <a:lnTo>
                  <a:pt x="2048" y="1403"/>
                </a:lnTo>
                <a:lnTo>
                  <a:pt x="2048" y="1404"/>
                </a:lnTo>
                <a:lnTo>
                  <a:pt x="2048" y="1405"/>
                </a:lnTo>
                <a:lnTo>
                  <a:pt x="2047" y="1406"/>
                </a:lnTo>
                <a:lnTo>
                  <a:pt x="2047" y="1407"/>
                </a:lnTo>
                <a:lnTo>
                  <a:pt x="2046" y="1407"/>
                </a:lnTo>
                <a:lnTo>
                  <a:pt x="2047" y="1408"/>
                </a:lnTo>
                <a:lnTo>
                  <a:pt x="2047" y="1411"/>
                </a:lnTo>
                <a:lnTo>
                  <a:pt x="2048" y="1411"/>
                </a:lnTo>
                <a:lnTo>
                  <a:pt x="2049" y="1411"/>
                </a:lnTo>
                <a:lnTo>
                  <a:pt x="2049" y="1412"/>
                </a:lnTo>
                <a:lnTo>
                  <a:pt x="2050" y="1413"/>
                </a:lnTo>
                <a:lnTo>
                  <a:pt x="2050" y="1414"/>
                </a:lnTo>
                <a:lnTo>
                  <a:pt x="2051" y="1417"/>
                </a:lnTo>
                <a:lnTo>
                  <a:pt x="2052" y="1419"/>
                </a:lnTo>
                <a:lnTo>
                  <a:pt x="2052" y="1420"/>
                </a:lnTo>
                <a:lnTo>
                  <a:pt x="2053" y="1423"/>
                </a:lnTo>
                <a:lnTo>
                  <a:pt x="2054" y="1423"/>
                </a:lnTo>
                <a:lnTo>
                  <a:pt x="2053" y="1424"/>
                </a:lnTo>
                <a:lnTo>
                  <a:pt x="2054" y="1424"/>
                </a:lnTo>
                <a:lnTo>
                  <a:pt x="2055" y="1425"/>
                </a:lnTo>
                <a:lnTo>
                  <a:pt x="2056" y="1426"/>
                </a:lnTo>
                <a:lnTo>
                  <a:pt x="2055" y="1427"/>
                </a:lnTo>
                <a:lnTo>
                  <a:pt x="2055" y="1428"/>
                </a:lnTo>
                <a:lnTo>
                  <a:pt x="2053" y="1432"/>
                </a:lnTo>
                <a:lnTo>
                  <a:pt x="2053" y="1434"/>
                </a:lnTo>
                <a:lnTo>
                  <a:pt x="2052" y="1436"/>
                </a:lnTo>
                <a:lnTo>
                  <a:pt x="2051" y="1436"/>
                </a:lnTo>
                <a:lnTo>
                  <a:pt x="2050" y="1436"/>
                </a:lnTo>
                <a:lnTo>
                  <a:pt x="2049" y="1436"/>
                </a:lnTo>
                <a:lnTo>
                  <a:pt x="2048" y="1436"/>
                </a:lnTo>
                <a:lnTo>
                  <a:pt x="2048" y="1435"/>
                </a:lnTo>
                <a:lnTo>
                  <a:pt x="2047" y="1435"/>
                </a:lnTo>
                <a:lnTo>
                  <a:pt x="2045" y="1435"/>
                </a:lnTo>
                <a:lnTo>
                  <a:pt x="2042" y="1435"/>
                </a:lnTo>
                <a:lnTo>
                  <a:pt x="2042" y="1436"/>
                </a:lnTo>
                <a:lnTo>
                  <a:pt x="2038" y="1441"/>
                </a:lnTo>
                <a:lnTo>
                  <a:pt x="2037" y="1440"/>
                </a:lnTo>
                <a:lnTo>
                  <a:pt x="2036" y="1441"/>
                </a:lnTo>
                <a:lnTo>
                  <a:pt x="2036" y="1442"/>
                </a:lnTo>
                <a:lnTo>
                  <a:pt x="2036" y="1443"/>
                </a:lnTo>
                <a:lnTo>
                  <a:pt x="2036" y="1444"/>
                </a:lnTo>
                <a:lnTo>
                  <a:pt x="2035" y="1444"/>
                </a:lnTo>
                <a:lnTo>
                  <a:pt x="2034" y="1444"/>
                </a:lnTo>
                <a:lnTo>
                  <a:pt x="2031" y="1447"/>
                </a:lnTo>
                <a:lnTo>
                  <a:pt x="2031" y="1448"/>
                </a:lnTo>
                <a:lnTo>
                  <a:pt x="2031" y="1449"/>
                </a:lnTo>
                <a:lnTo>
                  <a:pt x="2032" y="1450"/>
                </a:lnTo>
                <a:lnTo>
                  <a:pt x="2029" y="1450"/>
                </a:lnTo>
                <a:lnTo>
                  <a:pt x="2028" y="1450"/>
                </a:lnTo>
                <a:lnTo>
                  <a:pt x="2028" y="1451"/>
                </a:lnTo>
                <a:lnTo>
                  <a:pt x="2027" y="1453"/>
                </a:lnTo>
                <a:lnTo>
                  <a:pt x="2027" y="1456"/>
                </a:lnTo>
                <a:lnTo>
                  <a:pt x="2027" y="1457"/>
                </a:lnTo>
                <a:lnTo>
                  <a:pt x="2026" y="1457"/>
                </a:lnTo>
                <a:lnTo>
                  <a:pt x="2027" y="1458"/>
                </a:lnTo>
                <a:lnTo>
                  <a:pt x="2027" y="1459"/>
                </a:lnTo>
                <a:lnTo>
                  <a:pt x="2027" y="1460"/>
                </a:lnTo>
                <a:lnTo>
                  <a:pt x="2027" y="1461"/>
                </a:lnTo>
                <a:lnTo>
                  <a:pt x="2026" y="1463"/>
                </a:lnTo>
                <a:lnTo>
                  <a:pt x="2026" y="1466"/>
                </a:lnTo>
                <a:lnTo>
                  <a:pt x="2026" y="1467"/>
                </a:lnTo>
                <a:lnTo>
                  <a:pt x="2025" y="1469"/>
                </a:lnTo>
                <a:lnTo>
                  <a:pt x="2026" y="1471"/>
                </a:lnTo>
                <a:lnTo>
                  <a:pt x="2027" y="1472"/>
                </a:lnTo>
                <a:lnTo>
                  <a:pt x="2027" y="1474"/>
                </a:lnTo>
                <a:lnTo>
                  <a:pt x="2027" y="1475"/>
                </a:lnTo>
                <a:lnTo>
                  <a:pt x="2025" y="1476"/>
                </a:lnTo>
                <a:lnTo>
                  <a:pt x="2025" y="1477"/>
                </a:lnTo>
                <a:lnTo>
                  <a:pt x="2026" y="1479"/>
                </a:lnTo>
                <a:lnTo>
                  <a:pt x="2027" y="1480"/>
                </a:lnTo>
                <a:lnTo>
                  <a:pt x="2027" y="1481"/>
                </a:lnTo>
                <a:lnTo>
                  <a:pt x="2028" y="1482"/>
                </a:lnTo>
                <a:lnTo>
                  <a:pt x="2029" y="1483"/>
                </a:lnTo>
                <a:lnTo>
                  <a:pt x="2030" y="1483"/>
                </a:lnTo>
                <a:lnTo>
                  <a:pt x="2030" y="1482"/>
                </a:lnTo>
                <a:lnTo>
                  <a:pt x="2031" y="1483"/>
                </a:lnTo>
                <a:lnTo>
                  <a:pt x="2032" y="1483"/>
                </a:lnTo>
                <a:lnTo>
                  <a:pt x="2033" y="1484"/>
                </a:lnTo>
                <a:lnTo>
                  <a:pt x="2034" y="1484"/>
                </a:lnTo>
                <a:lnTo>
                  <a:pt x="2034" y="1483"/>
                </a:lnTo>
                <a:lnTo>
                  <a:pt x="2035" y="1484"/>
                </a:lnTo>
                <a:lnTo>
                  <a:pt x="2036" y="1485"/>
                </a:lnTo>
                <a:lnTo>
                  <a:pt x="2037" y="1485"/>
                </a:lnTo>
                <a:lnTo>
                  <a:pt x="2037" y="1486"/>
                </a:lnTo>
                <a:lnTo>
                  <a:pt x="2037" y="1487"/>
                </a:lnTo>
                <a:lnTo>
                  <a:pt x="2037" y="1488"/>
                </a:lnTo>
                <a:lnTo>
                  <a:pt x="2037" y="1489"/>
                </a:lnTo>
                <a:lnTo>
                  <a:pt x="2036" y="1489"/>
                </a:lnTo>
                <a:lnTo>
                  <a:pt x="2036" y="1488"/>
                </a:lnTo>
                <a:lnTo>
                  <a:pt x="2035" y="1488"/>
                </a:lnTo>
                <a:lnTo>
                  <a:pt x="2035" y="1487"/>
                </a:lnTo>
                <a:lnTo>
                  <a:pt x="2034" y="1488"/>
                </a:lnTo>
                <a:lnTo>
                  <a:pt x="2033" y="1489"/>
                </a:lnTo>
                <a:lnTo>
                  <a:pt x="2033" y="1490"/>
                </a:lnTo>
                <a:lnTo>
                  <a:pt x="2034" y="1491"/>
                </a:lnTo>
                <a:lnTo>
                  <a:pt x="2034" y="1493"/>
                </a:lnTo>
                <a:lnTo>
                  <a:pt x="2034" y="1496"/>
                </a:lnTo>
                <a:lnTo>
                  <a:pt x="2033" y="1497"/>
                </a:lnTo>
                <a:lnTo>
                  <a:pt x="2034" y="1499"/>
                </a:lnTo>
                <a:lnTo>
                  <a:pt x="2034" y="1500"/>
                </a:lnTo>
                <a:lnTo>
                  <a:pt x="2035" y="1500"/>
                </a:lnTo>
                <a:lnTo>
                  <a:pt x="2036" y="1499"/>
                </a:lnTo>
                <a:lnTo>
                  <a:pt x="2036" y="1498"/>
                </a:lnTo>
                <a:lnTo>
                  <a:pt x="2036" y="1497"/>
                </a:lnTo>
                <a:lnTo>
                  <a:pt x="2037" y="1497"/>
                </a:lnTo>
                <a:lnTo>
                  <a:pt x="2037" y="1496"/>
                </a:lnTo>
                <a:lnTo>
                  <a:pt x="2037" y="1495"/>
                </a:lnTo>
                <a:lnTo>
                  <a:pt x="2038" y="1495"/>
                </a:lnTo>
                <a:lnTo>
                  <a:pt x="2039" y="1494"/>
                </a:lnTo>
                <a:lnTo>
                  <a:pt x="2040" y="1493"/>
                </a:lnTo>
                <a:lnTo>
                  <a:pt x="2040" y="1494"/>
                </a:lnTo>
                <a:lnTo>
                  <a:pt x="2040" y="1495"/>
                </a:lnTo>
                <a:lnTo>
                  <a:pt x="2041" y="1496"/>
                </a:lnTo>
                <a:lnTo>
                  <a:pt x="2041" y="1495"/>
                </a:lnTo>
                <a:lnTo>
                  <a:pt x="2042" y="1494"/>
                </a:lnTo>
                <a:lnTo>
                  <a:pt x="2042" y="1495"/>
                </a:lnTo>
                <a:lnTo>
                  <a:pt x="2042" y="1496"/>
                </a:lnTo>
                <a:lnTo>
                  <a:pt x="2043" y="1497"/>
                </a:lnTo>
                <a:lnTo>
                  <a:pt x="2042" y="1498"/>
                </a:lnTo>
                <a:lnTo>
                  <a:pt x="2043" y="1500"/>
                </a:lnTo>
                <a:lnTo>
                  <a:pt x="2043" y="1501"/>
                </a:lnTo>
                <a:lnTo>
                  <a:pt x="2044" y="1502"/>
                </a:lnTo>
                <a:lnTo>
                  <a:pt x="2044" y="1503"/>
                </a:lnTo>
                <a:lnTo>
                  <a:pt x="2045" y="1502"/>
                </a:lnTo>
                <a:lnTo>
                  <a:pt x="2046" y="1503"/>
                </a:lnTo>
                <a:lnTo>
                  <a:pt x="2046" y="1504"/>
                </a:lnTo>
                <a:lnTo>
                  <a:pt x="2047" y="1505"/>
                </a:lnTo>
                <a:lnTo>
                  <a:pt x="2046" y="1507"/>
                </a:lnTo>
                <a:lnTo>
                  <a:pt x="2046" y="1508"/>
                </a:lnTo>
                <a:lnTo>
                  <a:pt x="2046" y="1509"/>
                </a:lnTo>
                <a:lnTo>
                  <a:pt x="2047" y="1509"/>
                </a:lnTo>
                <a:lnTo>
                  <a:pt x="2048" y="1509"/>
                </a:lnTo>
                <a:lnTo>
                  <a:pt x="2049" y="1509"/>
                </a:lnTo>
                <a:lnTo>
                  <a:pt x="2050" y="1509"/>
                </a:lnTo>
                <a:lnTo>
                  <a:pt x="2050" y="1511"/>
                </a:lnTo>
                <a:lnTo>
                  <a:pt x="2050" y="1512"/>
                </a:lnTo>
                <a:lnTo>
                  <a:pt x="2050" y="1513"/>
                </a:lnTo>
                <a:lnTo>
                  <a:pt x="2051" y="1513"/>
                </a:lnTo>
                <a:lnTo>
                  <a:pt x="2051" y="1514"/>
                </a:lnTo>
                <a:lnTo>
                  <a:pt x="2052" y="1514"/>
                </a:lnTo>
                <a:lnTo>
                  <a:pt x="2053" y="1514"/>
                </a:lnTo>
                <a:lnTo>
                  <a:pt x="2053" y="1515"/>
                </a:lnTo>
                <a:lnTo>
                  <a:pt x="2055" y="1515"/>
                </a:lnTo>
                <a:lnTo>
                  <a:pt x="2056" y="1515"/>
                </a:lnTo>
                <a:lnTo>
                  <a:pt x="2057" y="1514"/>
                </a:lnTo>
                <a:lnTo>
                  <a:pt x="2059" y="1513"/>
                </a:lnTo>
                <a:lnTo>
                  <a:pt x="2060" y="1514"/>
                </a:lnTo>
                <a:lnTo>
                  <a:pt x="2061" y="1514"/>
                </a:lnTo>
                <a:lnTo>
                  <a:pt x="2061" y="1513"/>
                </a:lnTo>
                <a:lnTo>
                  <a:pt x="2062" y="1513"/>
                </a:lnTo>
                <a:lnTo>
                  <a:pt x="2063" y="1514"/>
                </a:lnTo>
                <a:lnTo>
                  <a:pt x="2064" y="1514"/>
                </a:lnTo>
                <a:lnTo>
                  <a:pt x="2065" y="1516"/>
                </a:lnTo>
                <a:lnTo>
                  <a:pt x="2065" y="1517"/>
                </a:lnTo>
                <a:lnTo>
                  <a:pt x="2064" y="1519"/>
                </a:lnTo>
                <a:lnTo>
                  <a:pt x="2064" y="1520"/>
                </a:lnTo>
                <a:lnTo>
                  <a:pt x="2064" y="1521"/>
                </a:lnTo>
                <a:lnTo>
                  <a:pt x="2065" y="1521"/>
                </a:lnTo>
                <a:lnTo>
                  <a:pt x="2066" y="1520"/>
                </a:lnTo>
                <a:lnTo>
                  <a:pt x="2067" y="1519"/>
                </a:lnTo>
                <a:lnTo>
                  <a:pt x="2066" y="1518"/>
                </a:lnTo>
                <a:lnTo>
                  <a:pt x="2066" y="1517"/>
                </a:lnTo>
                <a:lnTo>
                  <a:pt x="2067" y="1516"/>
                </a:lnTo>
                <a:lnTo>
                  <a:pt x="2068" y="1515"/>
                </a:lnTo>
                <a:lnTo>
                  <a:pt x="2069" y="1515"/>
                </a:lnTo>
                <a:lnTo>
                  <a:pt x="2070" y="1514"/>
                </a:lnTo>
                <a:lnTo>
                  <a:pt x="2071" y="1514"/>
                </a:lnTo>
                <a:lnTo>
                  <a:pt x="2072" y="1513"/>
                </a:lnTo>
                <a:lnTo>
                  <a:pt x="2074" y="1513"/>
                </a:lnTo>
                <a:lnTo>
                  <a:pt x="2076" y="1512"/>
                </a:lnTo>
                <a:lnTo>
                  <a:pt x="2076" y="1511"/>
                </a:lnTo>
                <a:lnTo>
                  <a:pt x="2077" y="1511"/>
                </a:lnTo>
                <a:lnTo>
                  <a:pt x="2078" y="1510"/>
                </a:lnTo>
                <a:lnTo>
                  <a:pt x="2082" y="1508"/>
                </a:lnTo>
                <a:lnTo>
                  <a:pt x="2082" y="1509"/>
                </a:lnTo>
                <a:lnTo>
                  <a:pt x="2082" y="1510"/>
                </a:lnTo>
                <a:lnTo>
                  <a:pt x="2083" y="1510"/>
                </a:lnTo>
                <a:lnTo>
                  <a:pt x="2083" y="1511"/>
                </a:lnTo>
                <a:lnTo>
                  <a:pt x="2084" y="1511"/>
                </a:lnTo>
                <a:lnTo>
                  <a:pt x="2084" y="1509"/>
                </a:lnTo>
                <a:lnTo>
                  <a:pt x="2085" y="1509"/>
                </a:lnTo>
                <a:lnTo>
                  <a:pt x="2085" y="1510"/>
                </a:lnTo>
                <a:lnTo>
                  <a:pt x="2085" y="1511"/>
                </a:lnTo>
                <a:lnTo>
                  <a:pt x="2086" y="1511"/>
                </a:lnTo>
                <a:lnTo>
                  <a:pt x="2086" y="1512"/>
                </a:lnTo>
                <a:lnTo>
                  <a:pt x="2087" y="1512"/>
                </a:lnTo>
                <a:lnTo>
                  <a:pt x="2088" y="1511"/>
                </a:lnTo>
                <a:lnTo>
                  <a:pt x="2088" y="1510"/>
                </a:lnTo>
                <a:lnTo>
                  <a:pt x="2089" y="1510"/>
                </a:lnTo>
                <a:lnTo>
                  <a:pt x="2091" y="1512"/>
                </a:lnTo>
                <a:lnTo>
                  <a:pt x="2092" y="1513"/>
                </a:lnTo>
                <a:lnTo>
                  <a:pt x="2093" y="1514"/>
                </a:lnTo>
                <a:lnTo>
                  <a:pt x="2093" y="1513"/>
                </a:lnTo>
                <a:lnTo>
                  <a:pt x="2094" y="1512"/>
                </a:lnTo>
                <a:lnTo>
                  <a:pt x="2095" y="1512"/>
                </a:lnTo>
                <a:lnTo>
                  <a:pt x="2096" y="1512"/>
                </a:lnTo>
                <a:lnTo>
                  <a:pt x="2096" y="1513"/>
                </a:lnTo>
                <a:lnTo>
                  <a:pt x="2096" y="1514"/>
                </a:lnTo>
                <a:lnTo>
                  <a:pt x="2096" y="1515"/>
                </a:lnTo>
                <a:lnTo>
                  <a:pt x="2095" y="1516"/>
                </a:lnTo>
                <a:lnTo>
                  <a:pt x="2095" y="1517"/>
                </a:lnTo>
                <a:lnTo>
                  <a:pt x="2094" y="1517"/>
                </a:lnTo>
                <a:lnTo>
                  <a:pt x="2094" y="1518"/>
                </a:lnTo>
                <a:lnTo>
                  <a:pt x="2093" y="1519"/>
                </a:lnTo>
                <a:lnTo>
                  <a:pt x="2092" y="1519"/>
                </a:lnTo>
                <a:lnTo>
                  <a:pt x="2091" y="1519"/>
                </a:lnTo>
                <a:lnTo>
                  <a:pt x="2091" y="1518"/>
                </a:lnTo>
                <a:lnTo>
                  <a:pt x="2091" y="1516"/>
                </a:lnTo>
                <a:lnTo>
                  <a:pt x="2091" y="1514"/>
                </a:lnTo>
                <a:lnTo>
                  <a:pt x="2091" y="1513"/>
                </a:lnTo>
                <a:lnTo>
                  <a:pt x="2090" y="1513"/>
                </a:lnTo>
                <a:lnTo>
                  <a:pt x="2089" y="1514"/>
                </a:lnTo>
                <a:lnTo>
                  <a:pt x="2089" y="1516"/>
                </a:lnTo>
                <a:lnTo>
                  <a:pt x="2088" y="1517"/>
                </a:lnTo>
                <a:lnTo>
                  <a:pt x="2088" y="1518"/>
                </a:lnTo>
                <a:lnTo>
                  <a:pt x="2087" y="1518"/>
                </a:lnTo>
                <a:lnTo>
                  <a:pt x="2086" y="1518"/>
                </a:lnTo>
                <a:lnTo>
                  <a:pt x="2085" y="1519"/>
                </a:lnTo>
                <a:lnTo>
                  <a:pt x="2085" y="1522"/>
                </a:lnTo>
                <a:lnTo>
                  <a:pt x="2087" y="1522"/>
                </a:lnTo>
                <a:lnTo>
                  <a:pt x="2088" y="1522"/>
                </a:lnTo>
                <a:lnTo>
                  <a:pt x="2088" y="1523"/>
                </a:lnTo>
                <a:lnTo>
                  <a:pt x="2088" y="1524"/>
                </a:lnTo>
                <a:lnTo>
                  <a:pt x="2089" y="1524"/>
                </a:lnTo>
                <a:lnTo>
                  <a:pt x="2089" y="1523"/>
                </a:lnTo>
                <a:lnTo>
                  <a:pt x="2090" y="1523"/>
                </a:lnTo>
                <a:lnTo>
                  <a:pt x="2090" y="1524"/>
                </a:lnTo>
                <a:lnTo>
                  <a:pt x="2091" y="1525"/>
                </a:lnTo>
                <a:lnTo>
                  <a:pt x="2090" y="1526"/>
                </a:lnTo>
                <a:lnTo>
                  <a:pt x="2090" y="1527"/>
                </a:lnTo>
                <a:lnTo>
                  <a:pt x="2089" y="1528"/>
                </a:lnTo>
                <a:lnTo>
                  <a:pt x="2089" y="1529"/>
                </a:lnTo>
                <a:lnTo>
                  <a:pt x="2089" y="1530"/>
                </a:lnTo>
                <a:lnTo>
                  <a:pt x="2090" y="1530"/>
                </a:lnTo>
                <a:lnTo>
                  <a:pt x="2091" y="1531"/>
                </a:lnTo>
                <a:lnTo>
                  <a:pt x="2091" y="1532"/>
                </a:lnTo>
                <a:lnTo>
                  <a:pt x="2092" y="1531"/>
                </a:lnTo>
                <a:lnTo>
                  <a:pt x="2092" y="1532"/>
                </a:lnTo>
                <a:lnTo>
                  <a:pt x="2093" y="1532"/>
                </a:lnTo>
                <a:lnTo>
                  <a:pt x="2093" y="1533"/>
                </a:lnTo>
                <a:lnTo>
                  <a:pt x="2094" y="1533"/>
                </a:lnTo>
                <a:lnTo>
                  <a:pt x="2094" y="1534"/>
                </a:lnTo>
                <a:lnTo>
                  <a:pt x="2095" y="1535"/>
                </a:lnTo>
                <a:lnTo>
                  <a:pt x="2096" y="1534"/>
                </a:lnTo>
                <a:lnTo>
                  <a:pt x="2096" y="1533"/>
                </a:lnTo>
                <a:lnTo>
                  <a:pt x="2097" y="1533"/>
                </a:lnTo>
                <a:lnTo>
                  <a:pt x="2096" y="1536"/>
                </a:lnTo>
                <a:lnTo>
                  <a:pt x="2095" y="1536"/>
                </a:lnTo>
                <a:lnTo>
                  <a:pt x="2094" y="1537"/>
                </a:lnTo>
                <a:lnTo>
                  <a:pt x="2095" y="1538"/>
                </a:lnTo>
                <a:lnTo>
                  <a:pt x="2096" y="1537"/>
                </a:lnTo>
                <a:lnTo>
                  <a:pt x="2096" y="1538"/>
                </a:lnTo>
                <a:lnTo>
                  <a:pt x="2097" y="1539"/>
                </a:lnTo>
                <a:lnTo>
                  <a:pt x="2098" y="1539"/>
                </a:lnTo>
                <a:lnTo>
                  <a:pt x="2099" y="1539"/>
                </a:lnTo>
                <a:lnTo>
                  <a:pt x="2100" y="1540"/>
                </a:lnTo>
                <a:lnTo>
                  <a:pt x="2101" y="1541"/>
                </a:lnTo>
                <a:lnTo>
                  <a:pt x="2101" y="1542"/>
                </a:lnTo>
                <a:lnTo>
                  <a:pt x="2100" y="1542"/>
                </a:lnTo>
                <a:lnTo>
                  <a:pt x="2099" y="1542"/>
                </a:lnTo>
                <a:lnTo>
                  <a:pt x="2100" y="1543"/>
                </a:lnTo>
                <a:lnTo>
                  <a:pt x="2101" y="1544"/>
                </a:lnTo>
                <a:lnTo>
                  <a:pt x="2102" y="1545"/>
                </a:lnTo>
                <a:lnTo>
                  <a:pt x="2103" y="1547"/>
                </a:lnTo>
                <a:lnTo>
                  <a:pt x="2104" y="1546"/>
                </a:lnTo>
                <a:lnTo>
                  <a:pt x="2105" y="1546"/>
                </a:lnTo>
                <a:lnTo>
                  <a:pt x="2105" y="1545"/>
                </a:lnTo>
                <a:lnTo>
                  <a:pt x="2106" y="1544"/>
                </a:lnTo>
                <a:lnTo>
                  <a:pt x="2106" y="1545"/>
                </a:lnTo>
                <a:lnTo>
                  <a:pt x="2106" y="1546"/>
                </a:lnTo>
                <a:lnTo>
                  <a:pt x="2107" y="1547"/>
                </a:lnTo>
                <a:lnTo>
                  <a:pt x="2107" y="1548"/>
                </a:lnTo>
                <a:lnTo>
                  <a:pt x="2107" y="1549"/>
                </a:lnTo>
                <a:lnTo>
                  <a:pt x="2107" y="1551"/>
                </a:lnTo>
                <a:lnTo>
                  <a:pt x="2108" y="1552"/>
                </a:lnTo>
                <a:lnTo>
                  <a:pt x="2109" y="1552"/>
                </a:lnTo>
                <a:lnTo>
                  <a:pt x="2109" y="1553"/>
                </a:lnTo>
                <a:lnTo>
                  <a:pt x="2109" y="1554"/>
                </a:lnTo>
                <a:lnTo>
                  <a:pt x="2109" y="1555"/>
                </a:lnTo>
                <a:lnTo>
                  <a:pt x="2109" y="1556"/>
                </a:lnTo>
                <a:lnTo>
                  <a:pt x="2109" y="1557"/>
                </a:lnTo>
                <a:lnTo>
                  <a:pt x="2109" y="1558"/>
                </a:lnTo>
                <a:lnTo>
                  <a:pt x="2109" y="1561"/>
                </a:lnTo>
                <a:lnTo>
                  <a:pt x="2109" y="1562"/>
                </a:lnTo>
                <a:lnTo>
                  <a:pt x="2110" y="1562"/>
                </a:lnTo>
                <a:lnTo>
                  <a:pt x="2111" y="1562"/>
                </a:lnTo>
                <a:lnTo>
                  <a:pt x="2112" y="1560"/>
                </a:lnTo>
                <a:lnTo>
                  <a:pt x="2112" y="1559"/>
                </a:lnTo>
                <a:lnTo>
                  <a:pt x="2112" y="1558"/>
                </a:lnTo>
                <a:lnTo>
                  <a:pt x="2113" y="1557"/>
                </a:lnTo>
                <a:lnTo>
                  <a:pt x="2114" y="1556"/>
                </a:lnTo>
                <a:lnTo>
                  <a:pt x="2114" y="1555"/>
                </a:lnTo>
                <a:lnTo>
                  <a:pt x="2114" y="1554"/>
                </a:lnTo>
                <a:lnTo>
                  <a:pt x="2114" y="1553"/>
                </a:lnTo>
                <a:lnTo>
                  <a:pt x="2115" y="1551"/>
                </a:lnTo>
                <a:lnTo>
                  <a:pt x="2115" y="1552"/>
                </a:lnTo>
                <a:lnTo>
                  <a:pt x="2116" y="1552"/>
                </a:lnTo>
                <a:lnTo>
                  <a:pt x="2117" y="1552"/>
                </a:lnTo>
                <a:lnTo>
                  <a:pt x="2117" y="1551"/>
                </a:lnTo>
                <a:lnTo>
                  <a:pt x="2117" y="1550"/>
                </a:lnTo>
                <a:lnTo>
                  <a:pt x="2118" y="1550"/>
                </a:lnTo>
                <a:lnTo>
                  <a:pt x="2120" y="1550"/>
                </a:lnTo>
                <a:lnTo>
                  <a:pt x="2120" y="1551"/>
                </a:lnTo>
                <a:lnTo>
                  <a:pt x="2121" y="1551"/>
                </a:lnTo>
                <a:lnTo>
                  <a:pt x="2122" y="1552"/>
                </a:lnTo>
                <a:lnTo>
                  <a:pt x="2124" y="1553"/>
                </a:lnTo>
                <a:lnTo>
                  <a:pt x="2125" y="1553"/>
                </a:lnTo>
                <a:lnTo>
                  <a:pt x="2125" y="1552"/>
                </a:lnTo>
                <a:lnTo>
                  <a:pt x="2127" y="1552"/>
                </a:lnTo>
                <a:lnTo>
                  <a:pt x="2129" y="1552"/>
                </a:lnTo>
                <a:lnTo>
                  <a:pt x="2130" y="1553"/>
                </a:lnTo>
                <a:lnTo>
                  <a:pt x="2131" y="1553"/>
                </a:lnTo>
                <a:lnTo>
                  <a:pt x="2132" y="1553"/>
                </a:lnTo>
                <a:lnTo>
                  <a:pt x="2133" y="1554"/>
                </a:lnTo>
                <a:lnTo>
                  <a:pt x="2135" y="1554"/>
                </a:lnTo>
                <a:lnTo>
                  <a:pt x="2136" y="1555"/>
                </a:lnTo>
                <a:lnTo>
                  <a:pt x="2137" y="1555"/>
                </a:lnTo>
                <a:lnTo>
                  <a:pt x="2138" y="1555"/>
                </a:lnTo>
                <a:lnTo>
                  <a:pt x="2139" y="1555"/>
                </a:lnTo>
                <a:lnTo>
                  <a:pt x="2139" y="1558"/>
                </a:lnTo>
                <a:lnTo>
                  <a:pt x="2138" y="1558"/>
                </a:lnTo>
                <a:lnTo>
                  <a:pt x="2138" y="1560"/>
                </a:lnTo>
                <a:lnTo>
                  <a:pt x="2139" y="1561"/>
                </a:lnTo>
                <a:lnTo>
                  <a:pt x="2140" y="1561"/>
                </a:lnTo>
                <a:lnTo>
                  <a:pt x="2141" y="1561"/>
                </a:lnTo>
                <a:lnTo>
                  <a:pt x="2142" y="1561"/>
                </a:lnTo>
                <a:lnTo>
                  <a:pt x="2144" y="1560"/>
                </a:lnTo>
                <a:lnTo>
                  <a:pt x="2145" y="1560"/>
                </a:lnTo>
                <a:lnTo>
                  <a:pt x="2146" y="1560"/>
                </a:lnTo>
                <a:lnTo>
                  <a:pt x="2147" y="1559"/>
                </a:lnTo>
                <a:lnTo>
                  <a:pt x="2147" y="1560"/>
                </a:lnTo>
                <a:lnTo>
                  <a:pt x="2147" y="1562"/>
                </a:lnTo>
                <a:lnTo>
                  <a:pt x="2148" y="1562"/>
                </a:lnTo>
                <a:lnTo>
                  <a:pt x="2149" y="1560"/>
                </a:lnTo>
                <a:lnTo>
                  <a:pt x="2149" y="1559"/>
                </a:lnTo>
                <a:lnTo>
                  <a:pt x="2148" y="1559"/>
                </a:lnTo>
                <a:lnTo>
                  <a:pt x="2148" y="1558"/>
                </a:lnTo>
                <a:lnTo>
                  <a:pt x="2149" y="1558"/>
                </a:lnTo>
                <a:lnTo>
                  <a:pt x="2149" y="1557"/>
                </a:lnTo>
                <a:lnTo>
                  <a:pt x="2150" y="1557"/>
                </a:lnTo>
                <a:lnTo>
                  <a:pt x="2151" y="1558"/>
                </a:lnTo>
                <a:lnTo>
                  <a:pt x="2152" y="1558"/>
                </a:lnTo>
                <a:lnTo>
                  <a:pt x="2152" y="1560"/>
                </a:lnTo>
                <a:lnTo>
                  <a:pt x="2151" y="1561"/>
                </a:lnTo>
                <a:lnTo>
                  <a:pt x="2150" y="1561"/>
                </a:lnTo>
                <a:lnTo>
                  <a:pt x="2150" y="1562"/>
                </a:lnTo>
                <a:lnTo>
                  <a:pt x="2148" y="1562"/>
                </a:lnTo>
                <a:lnTo>
                  <a:pt x="2147" y="1562"/>
                </a:lnTo>
                <a:lnTo>
                  <a:pt x="2147" y="1563"/>
                </a:lnTo>
                <a:lnTo>
                  <a:pt x="2147" y="1564"/>
                </a:lnTo>
                <a:lnTo>
                  <a:pt x="2148" y="1565"/>
                </a:lnTo>
                <a:lnTo>
                  <a:pt x="2148" y="1566"/>
                </a:lnTo>
                <a:lnTo>
                  <a:pt x="2148" y="1567"/>
                </a:lnTo>
                <a:lnTo>
                  <a:pt x="2148" y="1568"/>
                </a:lnTo>
                <a:lnTo>
                  <a:pt x="2147" y="1569"/>
                </a:lnTo>
                <a:lnTo>
                  <a:pt x="2147" y="1570"/>
                </a:lnTo>
                <a:lnTo>
                  <a:pt x="2148" y="1570"/>
                </a:lnTo>
                <a:lnTo>
                  <a:pt x="2148" y="1571"/>
                </a:lnTo>
                <a:lnTo>
                  <a:pt x="2149" y="1571"/>
                </a:lnTo>
                <a:lnTo>
                  <a:pt x="2149" y="1572"/>
                </a:lnTo>
                <a:lnTo>
                  <a:pt x="2149" y="1573"/>
                </a:lnTo>
                <a:lnTo>
                  <a:pt x="2149" y="1575"/>
                </a:lnTo>
                <a:lnTo>
                  <a:pt x="2150" y="1576"/>
                </a:lnTo>
                <a:lnTo>
                  <a:pt x="2150" y="1578"/>
                </a:lnTo>
                <a:lnTo>
                  <a:pt x="2150" y="1580"/>
                </a:lnTo>
                <a:lnTo>
                  <a:pt x="2151" y="1580"/>
                </a:lnTo>
                <a:lnTo>
                  <a:pt x="2152" y="1580"/>
                </a:lnTo>
                <a:lnTo>
                  <a:pt x="2153" y="1580"/>
                </a:lnTo>
                <a:lnTo>
                  <a:pt x="2153" y="1581"/>
                </a:lnTo>
                <a:lnTo>
                  <a:pt x="2152" y="1582"/>
                </a:lnTo>
                <a:lnTo>
                  <a:pt x="2152" y="1583"/>
                </a:lnTo>
                <a:lnTo>
                  <a:pt x="2153" y="1583"/>
                </a:lnTo>
                <a:lnTo>
                  <a:pt x="2154" y="1583"/>
                </a:lnTo>
                <a:lnTo>
                  <a:pt x="2154" y="1584"/>
                </a:lnTo>
                <a:lnTo>
                  <a:pt x="2153" y="1584"/>
                </a:lnTo>
                <a:lnTo>
                  <a:pt x="2153" y="1585"/>
                </a:lnTo>
                <a:lnTo>
                  <a:pt x="2154" y="1588"/>
                </a:lnTo>
                <a:lnTo>
                  <a:pt x="2155" y="1588"/>
                </a:lnTo>
                <a:lnTo>
                  <a:pt x="2155" y="1587"/>
                </a:lnTo>
                <a:lnTo>
                  <a:pt x="2155" y="1586"/>
                </a:lnTo>
                <a:lnTo>
                  <a:pt x="2156" y="1586"/>
                </a:lnTo>
                <a:lnTo>
                  <a:pt x="2157" y="1586"/>
                </a:lnTo>
                <a:lnTo>
                  <a:pt x="2157" y="1584"/>
                </a:lnTo>
                <a:lnTo>
                  <a:pt x="2157" y="1583"/>
                </a:lnTo>
                <a:lnTo>
                  <a:pt x="2157" y="1581"/>
                </a:lnTo>
                <a:lnTo>
                  <a:pt x="2158" y="1581"/>
                </a:lnTo>
                <a:lnTo>
                  <a:pt x="2159" y="1580"/>
                </a:lnTo>
                <a:lnTo>
                  <a:pt x="2160" y="1579"/>
                </a:lnTo>
                <a:lnTo>
                  <a:pt x="2161" y="1578"/>
                </a:lnTo>
                <a:lnTo>
                  <a:pt x="2162" y="1577"/>
                </a:lnTo>
                <a:lnTo>
                  <a:pt x="2163" y="1576"/>
                </a:lnTo>
                <a:lnTo>
                  <a:pt x="2164" y="1575"/>
                </a:lnTo>
                <a:lnTo>
                  <a:pt x="2164" y="1574"/>
                </a:lnTo>
                <a:lnTo>
                  <a:pt x="2164" y="1573"/>
                </a:lnTo>
                <a:lnTo>
                  <a:pt x="2165" y="1573"/>
                </a:lnTo>
                <a:lnTo>
                  <a:pt x="2166" y="1573"/>
                </a:lnTo>
                <a:lnTo>
                  <a:pt x="2165" y="1575"/>
                </a:lnTo>
                <a:lnTo>
                  <a:pt x="2166" y="1576"/>
                </a:lnTo>
                <a:lnTo>
                  <a:pt x="2166" y="1575"/>
                </a:lnTo>
                <a:lnTo>
                  <a:pt x="2167" y="1576"/>
                </a:lnTo>
                <a:lnTo>
                  <a:pt x="2167" y="1577"/>
                </a:lnTo>
                <a:lnTo>
                  <a:pt x="2168" y="1578"/>
                </a:lnTo>
                <a:lnTo>
                  <a:pt x="2169" y="1578"/>
                </a:lnTo>
                <a:lnTo>
                  <a:pt x="2169" y="1579"/>
                </a:lnTo>
                <a:lnTo>
                  <a:pt x="2170" y="1579"/>
                </a:lnTo>
                <a:lnTo>
                  <a:pt x="2171" y="1578"/>
                </a:lnTo>
                <a:lnTo>
                  <a:pt x="2172" y="1577"/>
                </a:lnTo>
                <a:lnTo>
                  <a:pt x="2173" y="1578"/>
                </a:lnTo>
                <a:lnTo>
                  <a:pt x="2175" y="1578"/>
                </a:lnTo>
                <a:lnTo>
                  <a:pt x="2175" y="1579"/>
                </a:lnTo>
                <a:lnTo>
                  <a:pt x="2176" y="1579"/>
                </a:lnTo>
                <a:lnTo>
                  <a:pt x="2175" y="1580"/>
                </a:lnTo>
                <a:lnTo>
                  <a:pt x="2175" y="1581"/>
                </a:lnTo>
                <a:lnTo>
                  <a:pt x="2176" y="1582"/>
                </a:lnTo>
                <a:lnTo>
                  <a:pt x="2176" y="1584"/>
                </a:lnTo>
                <a:lnTo>
                  <a:pt x="2176" y="1585"/>
                </a:lnTo>
                <a:lnTo>
                  <a:pt x="2177" y="1585"/>
                </a:lnTo>
                <a:lnTo>
                  <a:pt x="2177" y="1586"/>
                </a:lnTo>
                <a:lnTo>
                  <a:pt x="2178" y="1587"/>
                </a:lnTo>
                <a:lnTo>
                  <a:pt x="2177" y="1587"/>
                </a:lnTo>
                <a:lnTo>
                  <a:pt x="2176" y="1588"/>
                </a:lnTo>
                <a:lnTo>
                  <a:pt x="2176" y="1589"/>
                </a:lnTo>
                <a:lnTo>
                  <a:pt x="2176" y="1590"/>
                </a:lnTo>
                <a:lnTo>
                  <a:pt x="2177" y="1590"/>
                </a:lnTo>
                <a:lnTo>
                  <a:pt x="2177" y="1591"/>
                </a:lnTo>
                <a:lnTo>
                  <a:pt x="2178" y="1591"/>
                </a:lnTo>
                <a:lnTo>
                  <a:pt x="2178" y="1592"/>
                </a:lnTo>
                <a:lnTo>
                  <a:pt x="2178" y="1593"/>
                </a:lnTo>
                <a:lnTo>
                  <a:pt x="2178" y="1594"/>
                </a:lnTo>
                <a:lnTo>
                  <a:pt x="2179" y="1595"/>
                </a:lnTo>
                <a:lnTo>
                  <a:pt x="2181" y="1595"/>
                </a:lnTo>
                <a:lnTo>
                  <a:pt x="2182" y="1595"/>
                </a:lnTo>
                <a:lnTo>
                  <a:pt x="2183" y="1599"/>
                </a:lnTo>
                <a:lnTo>
                  <a:pt x="2184" y="1599"/>
                </a:lnTo>
                <a:lnTo>
                  <a:pt x="2183" y="1600"/>
                </a:lnTo>
                <a:lnTo>
                  <a:pt x="2183" y="1601"/>
                </a:lnTo>
                <a:lnTo>
                  <a:pt x="2184" y="1601"/>
                </a:lnTo>
                <a:lnTo>
                  <a:pt x="2186" y="1603"/>
                </a:lnTo>
                <a:lnTo>
                  <a:pt x="2186" y="1604"/>
                </a:lnTo>
                <a:lnTo>
                  <a:pt x="2186" y="1603"/>
                </a:lnTo>
                <a:lnTo>
                  <a:pt x="2187" y="1603"/>
                </a:lnTo>
                <a:lnTo>
                  <a:pt x="2187" y="1604"/>
                </a:lnTo>
                <a:lnTo>
                  <a:pt x="2189" y="1606"/>
                </a:lnTo>
                <a:lnTo>
                  <a:pt x="2189" y="1607"/>
                </a:lnTo>
                <a:lnTo>
                  <a:pt x="2189" y="1608"/>
                </a:lnTo>
                <a:lnTo>
                  <a:pt x="2190" y="1609"/>
                </a:lnTo>
                <a:lnTo>
                  <a:pt x="2191" y="1611"/>
                </a:lnTo>
                <a:lnTo>
                  <a:pt x="2192" y="1611"/>
                </a:lnTo>
                <a:lnTo>
                  <a:pt x="2193" y="1611"/>
                </a:lnTo>
                <a:lnTo>
                  <a:pt x="2194" y="1612"/>
                </a:lnTo>
                <a:lnTo>
                  <a:pt x="2194" y="1613"/>
                </a:lnTo>
                <a:lnTo>
                  <a:pt x="2195" y="1613"/>
                </a:lnTo>
                <a:lnTo>
                  <a:pt x="2196" y="1614"/>
                </a:lnTo>
                <a:lnTo>
                  <a:pt x="2197" y="1612"/>
                </a:lnTo>
                <a:lnTo>
                  <a:pt x="2198" y="1610"/>
                </a:lnTo>
                <a:lnTo>
                  <a:pt x="2197" y="1609"/>
                </a:lnTo>
                <a:lnTo>
                  <a:pt x="2197" y="1608"/>
                </a:lnTo>
                <a:lnTo>
                  <a:pt x="2197" y="1607"/>
                </a:lnTo>
                <a:lnTo>
                  <a:pt x="2198" y="1606"/>
                </a:lnTo>
                <a:lnTo>
                  <a:pt x="2199" y="1607"/>
                </a:lnTo>
                <a:lnTo>
                  <a:pt x="2200" y="1607"/>
                </a:lnTo>
                <a:lnTo>
                  <a:pt x="2201" y="1607"/>
                </a:lnTo>
                <a:lnTo>
                  <a:pt x="2201" y="1606"/>
                </a:lnTo>
                <a:lnTo>
                  <a:pt x="2202" y="1606"/>
                </a:lnTo>
                <a:lnTo>
                  <a:pt x="2203" y="1606"/>
                </a:lnTo>
                <a:lnTo>
                  <a:pt x="2205" y="1605"/>
                </a:lnTo>
                <a:lnTo>
                  <a:pt x="2206" y="1604"/>
                </a:lnTo>
                <a:lnTo>
                  <a:pt x="2206" y="1603"/>
                </a:lnTo>
                <a:lnTo>
                  <a:pt x="2207" y="1602"/>
                </a:lnTo>
                <a:lnTo>
                  <a:pt x="2208" y="1601"/>
                </a:lnTo>
                <a:lnTo>
                  <a:pt x="2209" y="1601"/>
                </a:lnTo>
                <a:lnTo>
                  <a:pt x="2210" y="1601"/>
                </a:lnTo>
                <a:lnTo>
                  <a:pt x="2210" y="1600"/>
                </a:lnTo>
                <a:lnTo>
                  <a:pt x="2211" y="1599"/>
                </a:lnTo>
                <a:lnTo>
                  <a:pt x="2212" y="1599"/>
                </a:lnTo>
                <a:lnTo>
                  <a:pt x="2213" y="1598"/>
                </a:lnTo>
                <a:lnTo>
                  <a:pt x="2214" y="1598"/>
                </a:lnTo>
                <a:lnTo>
                  <a:pt x="2217" y="1595"/>
                </a:lnTo>
                <a:lnTo>
                  <a:pt x="2217" y="1594"/>
                </a:lnTo>
                <a:lnTo>
                  <a:pt x="2217" y="1593"/>
                </a:lnTo>
                <a:lnTo>
                  <a:pt x="2216" y="1593"/>
                </a:lnTo>
                <a:lnTo>
                  <a:pt x="2216" y="1592"/>
                </a:lnTo>
                <a:lnTo>
                  <a:pt x="2217" y="1591"/>
                </a:lnTo>
                <a:lnTo>
                  <a:pt x="2217" y="1590"/>
                </a:lnTo>
                <a:lnTo>
                  <a:pt x="2218" y="1590"/>
                </a:lnTo>
                <a:lnTo>
                  <a:pt x="2219" y="1589"/>
                </a:lnTo>
                <a:lnTo>
                  <a:pt x="2219" y="1588"/>
                </a:lnTo>
                <a:lnTo>
                  <a:pt x="2219" y="1587"/>
                </a:lnTo>
                <a:lnTo>
                  <a:pt x="2218" y="1587"/>
                </a:lnTo>
                <a:lnTo>
                  <a:pt x="2218" y="1585"/>
                </a:lnTo>
                <a:lnTo>
                  <a:pt x="2218" y="1583"/>
                </a:lnTo>
                <a:lnTo>
                  <a:pt x="2218" y="1582"/>
                </a:lnTo>
                <a:lnTo>
                  <a:pt x="2217" y="1582"/>
                </a:lnTo>
                <a:lnTo>
                  <a:pt x="2217" y="1581"/>
                </a:lnTo>
                <a:lnTo>
                  <a:pt x="2217" y="1579"/>
                </a:lnTo>
                <a:lnTo>
                  <a:pt x="2218" y="1579"/>
                </a:lnTo>
                <a:lnTo>
                  <a:pt x="2218" y="1578"/>
                </a:lnTo>
                <a:lnTo>
                  <a:pt x="2219" y="1576"/>
                </a:lnTo>
                <a:lnTo>
                  <a:pt x="2218" y="1576"/>
                </a:lnTo>
                <a:lnTo>
                  <a:pt x="2218" y="1575"/>
                </a:lnTo>
                <a:lnTo>
                  <a:pt x="2218" y="1574"/>
                </a:lnTo>
                <a:lnTo>
                  <a:pt x="2217" y="1573"/>
                </a:lnTo>
                <a:lnTo>
                  <a:pt x="2217" y="1572"/>
                </a:lnTo>
                <a:lnTo>
                  <a:pt x="2216" y="1571"/>
                </a:lnTo>
                <a:lnTo>
                  <a:pt x="2215" y="1570"/>
                </a:lnTo>
                <a:lnTo>
                  <a:pt x="2215" y="1567"/>
                </a:lnTo>
                <a:lnTo>
                  <a:pt x="2216" y="1565"/>
                </a:lnTo>
                <a:lnTo>
                  <a:pt x="2216" y="1564"/>
                </a:lnTo>
                <a:lnTo>
                  <a:pt x="2216" y="1563"/>
                </a:lnTo>
                <a:lnTo>
                  <a:pt x="2216" y="1562"/>
                </a:lnTo>
                <a:lnTo>
                  <a:pt x="2216" y="1563"/>
                </a:lnTo>
                <a:lnTo>
                  <a:pt x="2215" y="1563"/>
                </a:lnTo>
                <a:lnTo>
                  <a:pt x="2214" y="1563"/>
                </a:lnTo>
                <a:lnTo>
                  <a:pt x="2213" y="1564"/>
                </a:lnTo>
                <a:lnTo>
                  <a:pt x="2213" y="1563"/>
                </a:lnTo>
                <a:lnTo>
                  <a:pt x="2212" y="1563"/>
                </a:lnTo>
                <a:lnTo>
                  <a:pt x="2212" y="1562"/>
                </a:lnTo>
                <a:lnTo>
                  <a:pt x="2212" y="1560"/>
                </a:lnTo>
                <a:lnTo>
                  <a:pt x="2212" y="1559"/>
                </a:lnTo>
                <a:lnTo>
                  <a:pt x="2211" y="1558"/>
                </a:lnTo>
                <a:lnTo>
                  <a:pt x="2210" y="1558"/>
                </a:lnTo>
                <a:lnTo>
                  <a:pt x="2210" y="1557"/>
                </a:lnTo>
                <a:lnTo>
                  <a:pt x="2209" y="1557"/>
                </a:lnTo>
                <a:lnTo>
                  <a:pt x="2210" y="1557"/>
                </a:lnTo>
                <a:lnTo>
                  <a:pt x="2210" y="1556"/>
                </a:lnTo>
                <a:lnTo>
                  <a:pt x="2210" y="1555"/>
                </a:lnTo>
                <a:lnTo>
                  <a:pt x="2209" y="1555"/>
                </a:lnTo>
                <a:lnTo>
                  <a:pt x="2208" y="1555"/>
                </a:lnTo>
                <a:lnTo>
                  <a:pt x="2208" y="1554"/>
                </a:lnTo>
                <a:lnTo>
                  <a:pt x="2208" y="1553"/>
                </a:lnTo>
                <a:lnTo>
                  <a:pt x="2209" y="1553"/>
                </a:lnTo>
                <a:lnTo>
                  <a:pt x="2209" y="1552"/>
                </a:lnTo>
                <a:lnTo>
                  <a:pt x="2210" y="1552"/>
                </a:lnTo>
                <a:lnTo>
                  <a:pt x="2210" y="1551"/>
                </a:lnTo>
                <a:lnTo>
                  <a:pt x="2210" y="1550"/>
                </a:lnTo>
                <a:lnTo>
                  <a:pt x="2210" y="1548"/>
                </a:lnTo>
                <a:lnTo>
                  <a:pt x="2210" y="1547"/>
                </a:lnTo>
                <a:lnTo>
                  <a:pt x="2210" y="1545"/>
                </a:lnTo>
                <a:lnTo>
                  <a:pt x="2210" y="1544"/>
                </a:lnTo>
                <a:lnTo>
                  <a:pt x="2211" y="1543"/>
                </a:lnTo>
                <a:lnTo>
                  <a:pt x="2211" y="1542"/>
                </a:lnTo>
                <a:lnTo>
                  <a:pt x="2212" y="1542"/>
                </a:lnTo>
                <a:lnTo>
                  <a:pt x="2212" y="1543"/>
                </a:lnTo>
                <a:lnTo>
                  <a:pt x="2214" y="1543"/>
                </a:lnTo>
                <a:lnTo>
                  <a:pt x="2214" y="1544"/>
                </a:lnTo>
                <a:lnTo>
                  <a:pt x="2214" y="1543"/>
                </a:lnTo>
                <a:lnTo>
                  <a:pt x="2214" y="1542"/>
                </a:lnTo>
                <a:lnTo>
                  <a:pt x="2214" y="1541"/>
                </a:lnTo>
                <a:lnTo>
                  <a:pt x="2213" y="1541"/>
                </a:lnTo>
                <a:lnTo>
                  <a:pt x="2213" y="1539"/>
                </a:lnTo>
                <a:lnTo>
                  <a:pt x="2213" y="1538"/>
                </a:lnTo>
                <a:lnTo>
                  <a:pt x="2212" y="1538"/>
                </a:lnTo>
                <a:lnTo>
                  <a:pt x="2212" y="1537"/>
                </a:lnTo>
                <a:lnTo>
                  <a:pt x="2212" y="1535"/>
                </a:lnTo>
                <a:lnTo>
                  <a:pt x="2212" y="1534"/>
                </a:lnTo>
                <a:lnTo>
                  <a:pt x="2211" y="1533"/>
                </a:lnTo>
                <a:lnTo>
                  <a:pt x="2210" y="1532"/>
                </a:lnTo>
                <a:lnTo>
                  <a:pt x="2210" y="1531"/>
                </a:lnTo>
                <a:lnTo>
                  <a:pt x="2210" y="1530"/>
                </a:lnTo>
                <a:lnTo>
                  <a:pt x="2211" y="1530"/>
                </a:lnTo>
                <a:lnTo>
                  <a:pt x="2211" y="1529"/>
                </a:lnTo>
                <a:lnTo>
                  <a:pt x="2210" y="1529"/>
                </a:lnTo>
                <a:lnTo>
                  <a:pt x="2209" y="1529"/>
                </a:lnTo>
                <a:lnTo>
                  <a:pt x="2209" y="1528"/>
                </a:lnTo>
                <a:lnTo>
                  <a:pt x="2207" y="1526"/>
                </a:lnTo>
                <a:lnTo>
                  <a:pt x="2207" y="1525"/>
                </a:lnTo>
                <a:lnTo>
                  <a:pt x="2207" y="1523"/>
                </a:lnTo>
                <a:lnTo>
                  <a:pt x="2206" y="1520"/>
                </a:lnTo>
                <a:lnTo>
                  <a:pt x="2207" y="1520"/>
                </a:lnTo>
                <a:lnTo>
                  <a:pt x="2208" y="1519"/>
                </a:lnTo>
                <a:lnTo>
                  <a:pt x="2209" y="1518"/>
                </a:lnTo>
                <a:lnTo>
                  <a:pt x="2210" y="1516"/>
                </a:lnTo>
                <a:lnTo>
                  <a:pt x="2211" y="1515"/>
                </a:lnTo>
                <a:lnTo>
                  <a:pt x="2211" y="1514"/>
                </a:lnTo>
                <a:lnTo>
                  <a:pt x="2212" y="1514"/>
                </a:lnTo>
                <a:lnTo>
                  <a:pt x="2214" y="1513"/>
                </a:lnTo>
                <a:lnTo>
                  <a:pt x="2215" y="1513"/>
                </a:lnTo>
                <a:lnTo>
                  <a:pt x="2215" y="1512"/>
                </a:lnTo>
                <a:lnTo>
                  <a:pt x="2215" y="1511"/>
                </a:lnTo>
                <a:lnTo>
                  <a:pt x="2216" y="1510"/>
                </a:lnTo>
                <a:lnTo>
                  <a:pt x="2217" y="1510"/>
                </a:lnTo>
                <a:lnTo>
                  <a:pt x="2218" y="1510"/>
                </a:lnTo>
                <a:lnTo>
                  <a:pt x="2219" y="1510"/>
                </a:lnTo>
                <a:lnTo>
                  <a:pt x="2220" y="1510"/>
                </a:lnTo>
                <a:lnTo>
                  <a:pt x="2220" y="1511"/>
                </a:lnTo>
                <a:lnTo>
                  <a:pt x="2221" y="1512"/>
                </a:lnTo>
                <a:lnTo>
                  <a:pt x="2221" y="1509"/>
                </a:lnTo>
                <a:lnTo>
                  <a:pt x="2222" y="1509"/>
                </a:lnTo>
                <a:lnTo>
                  <a:pt x="2223" y="1509"/>
                </a:lnTo>
                <a:lnTo>
                  <a:pt x="2224" y="1509"/>
                </a:lnTo>
                <a:lnTo>
                  <a:pt x="2225" y="1509"/>
                </a:lnTo>
                <a:lnTo>
                  <a:pt x="2227" y="1509"/>
                </a:lnTo>
                <a:lnTo>
                  <a:pt x="2228" y="1509"/>
                </a:lnTo>
                <a:lnTo>
                  <a:pt x="2229" y="1510"/>
                </a:lnTo>
                <a:lnTo>
                  <a:pt x="2231" y="1511"/>
                </a:lnTo>
                <a:lnTo>
                  <a:pt x="2233" y="1511"/>
                </a:lnTo>
                <a:lnTo>
                  <a:pt x="2234" y="1511"/>
                </a:lnTo>
                <a:lnTo>
                  <a:pt x="2233" y="1510"/>
                </a:lnTo>
                <a:lnTo>
                  <a:pt x="2233" y="1509"/>
                </a:lnTo>
                <a:lnTo>
                  <a:pt x="2233" y="1508"/>
                </a:lnTo>
                <a:lnTo>
                  <a:pt x="2234" y="1507"/>
                </a:lnTo>
                <a:lnTo>
                  <a:pt x="2234" y="1509"/>
                </a:lnTo>
                <a:lnTo>
                  <a:pt x="2235" y="1509"/>
                </a:lnTo>
                <a:lnTo>
                  <a:pt x="2236" y="1508"/>
                </a:lnTo>
                <a:lnTo>
                  <a:pt x="2237" y="1508"/>
                </a:lnTo>
                <a:lnTo>
                  <a:pt x="2237" y="1509"/>
                </a:lnTo>
                <a:lnTo>
                  <a:pt x="2237" y="1510"/>
                </a:lnTo>
                <a:lnTo>
                  <a:pt x="2237" y="1511"/>
                </a:lnTo>
                <a:lnTo>
                  <a:pt x="2238" y="1514"/>
                </a:lnTo>
                <a:lnTo>
                  <a:pt x="2239" y="1514"/>
                </a:lnTo>
                <a:lnTo>
                  <a:pt x="2240" y="1515"/>
                </a:lnTo>
                <a:lnTo>
                  <a:pt x="2241" y="1515"/>
                </a:lnTo>
                <a:lnTo>
                  <a:pt x="2242" y="1515"/>
                </a:lnTo>
                <a:lnTo>
                  <a:pt x="2243" y="1515"/>
                </a:lnTo>
                <a:lnTo>
                  <a:pt x="2244" y="1516"/>
                </a:lnTo>
                <a:lnTo>
                  <a:pt x="2246" y="1517"/>
                </a:lnTo>
                <a:lnTo>
                  <a:pt x="2245" y="1516"/>
                </a:lnTo>
                <a:lnTo>
                  <a:pt x="2245" y="1515"/>
                </a:lnTo>
                <a:lnTo>
                  <a:pt x="2245" y="1514"/>
                </a:lnTo>
                <a:lnTo>
                  <a:pt x="2245" y="1513"/>
                </a:lnTo>
                <a:lnTo>
                  <a:pt x="2245" y="1512"/>
                </a:lnTo>
                <a:lnTo>
                  <a:pt x="2246" y="1512"/>
                </a:lnTo>
                <a:lnTo>
                  <a:pt x="2246" y="1511"/>
                </a:lnTo>
                <a:lnTo>
                  <a:pt x="2247" y="1510"/>
                </a:lnTo>
                <a:lnTo>
                  <a:pt x="2247" y="1511"/>
                </a:lnTo>
                <a:lnTo>
                  <a:pt x="2249" y="1512"/>
                </a:lnTo>
                <a:lnTo>
                  <a:pt x="2249" y="1513"/>
                </a:lnTo>
                <a:lnTo>
                  <a:pt x="2249" y="1514"/>
                </a:lnTo>
                <a:lnTo>
                  <a:pt x="2250" y="1515"/>
                </a:lnTo>
                <a:lnTo>
                  <a:pt x="2251" y="1515"/>
                </a:lnTo>
                <a:lnTo>
                  <a:pt x="2252" y="1516"/>
                </a:lnTo>
                <a:lnTo>
                  <a:pt x="2252" y="1517"/>
                </a:lnTo>
                <a:lnTo>
                  <a:pt x="2253" y="1517"/>
                </a:lnTo>
                <a:lnTo>
                  <a:pt x="2253" y="1518"/>
                </a:lnTo>
                <a:lnTo>
                  <a:pt x="2254" y="1518"/>
                </a:lnTo>
                <a:lnTo>
                  <a:pt x="2255" y="1518"/>
                </a:lnTo>
                <a:lnTo>
                  <a:pt x="2254" y="1519"/>
                </a:lnTo>
                <a:lnTo>
                  <a:pt x="2255" y="1519"/>
                </a:lnTo>
                <a:lnTo>
                  <a:pt x="2256" y="1519"/>
                </a:lnTo>
                <a:lnTo>
                  <a:pt x="2257" y="1518"/>
                </a:lnTo>
                <a:lnTo>
                  <a:pt x="2258" y="1519"/>
                </a:lnTo>
                <a:lnTo>
                  <a:pt x="2259" y="1519"/>
                </a:lnTo>
                <a:lnTo>
                  <a:pt x="2259" y="1518"/>
                </a:lnTo>
                <a:lnTo>
                  <a:pt x="2258" y="1517"/>
                </a:lnTo>
                <a:lnTo>
                  <a:pt x="2258" y="1518"/>
                </a:lnTo>
                <a:lnTo>
                  <a:pt x="2257" y="1518"/>
                </a:lnTo>
                <a:lnTo>
                  <a:pt x="2257" y="1517"/>
                </a:lnTo>
                <a:lnTo>
                  <a:pt x="2256" y="1516"/>
                </a:lnTo>
                <a:lnTo>
                  <a:pt x="2258" y="1515"/>
                </a:lnTo>
                <a:lnTo>
                  <a:pt x="2259" y="1512"/>
                </a:lnTo>
                <a:lnTo>
                  <a:pt x="2260" y="1511"/>
                </a:lnTo>
                <a:lnTo>
                  <a:pt x="2261" y="1510"/>
                </a:lnTo>
                <a:lnTo>
                  <a:pt x="2261" y="1511"/>
                </a:lnTo>
                <a:lnTo>
                  <a:pt x="2261" y="1512"/>
                </a:lnTo>
                <a:lnTo>
                  <a:pt x="2262" y="1512"/>
                </a:lnTo>
                <a:lnTo>
                  <a:pt x="2264" y="1512"/>
                </a:lnTo>
                <a:lnTo>
                  <a:pt x="2265" y="1512"/>
                </a:lnTo>
                <a:lnTo>
                  <a:pt x="2265" y="1513"/>
                </a:lnTo>
                <a:lnTo>
                  <a:pt x="2266" y="1514"/>
                </a:lnTo>
                <a:lnTo>
                  <a:pt x="2267" y="1515"/>
                </a:lnTo>
                <a:lnTo>
                  <a:pt x="2268" y="1514"/>
                </a:lnTo>
                <a:lnTo>
                  <a:pt x="2269" y="1513"/>
                </a:lnTo>
                <a:lnTo>
                  <a:pt x="2270" y="1513"/>
                </a:lnTo>
                <a:lnTo>
                  <a:pt x="2269" y="1511"/>
                </a:lnTo>
                <a:lnTo>
                  <a:pt x="2269" y="1508"/>
                </a:lnTo>
                <a:lnTo>
                  <a:pt x="2269" y="1507"/>
                </a:lnTo>
                <a:lnTo>
                  <a:pt x="2270" y="1507"/>
                </a:lnTo>
                <a:lnTo>
                  <a:pt x="2274" y="1507"/>
                </a:lnTo>
                <a:lnTo>
                  <a:pt x="2275" y="1507"/>
                </a:lnTo>
                <a:lnTo>
                  <a:pt x="2275" y="1508"/>
                </a:lnTo>
                <a:lnTo>
                  <a:pt x="2276" y="1508"/>
                </a:lnTo>
                <a:lnTo>
                  <a:pt x="2276" y="1509"/>
                </a:lnTo>
                <a:lnTo>
                  <a:pt x="2277" y="1509"/>
                </a:lnTo>
                <a:lnTo>
                  <a:pt x="2277" y="1508"/>
                </a:lnTo>
                <a:lnTo>
                  <a:pt x="2277" y="1507"/>
                </a:lnTo>
                <a:lnTo>
                  <a:pt x="2277" y="1506"/>
                </a:lnTo>
                <a:lnTo>
                  <a:pt x="2277" y="1505"/>
                </a:lnTo>
                <a:lnTo>
                  <a:pt x="2277" y="1502"/>
                </a:lnTo>
                <a:lnTo>
                  <a:pt x="2278" y="1501"/>
                </a:lnTo>
                <a:lnTo>
                  <a:pt x="2278" y="1500"/>
                </a:lnTo>
                <a:lnTo>
                  <a:pt x="2280" y="1501"/>
                </a:lnTo>
                <a:lnTo>
                  <a:pt x="2280" y="1502"/>
                </a:lnTo>
                <a:lnTo>
                  <a:pt x="2280" y="1503"/>
                </a:lnTo>
                <a:lnTo>
                  <a:pt x="2282" y="1503"/>
                </a:lnTo>
                <a:lnTo>
                  <a:pt x="2282" y="1502"/>
                </a:lnTo>
                <a:lnTo>
                  <a:pt x="2282" y="1501"/>
                </a:lnTo>
                <a:lnTo>
                  <a:pt x="2283" y="1501"/>
                </a:lnTo>
                <a:lnTo>
                  <a:pt x="2283" y="1502"/>
                </a:lnTo>
                <a:lnTo>
                  <a:pt x="2284" y="1502"/>
                </a:lnTo>
                <a:lnTo>
                  <a:pt x="2285" y="1501"/>
                </a:lnTo>
                <a:lnTo>
                  <a:pt x="2285" y="1498"/>
                </a:lnTo>
                <a:lnTo>
                  <a:pt x="2285" y="1497"/>
                </a:lnTo>
                <a:lnTo>
                  <a:pt x="2284" y="1497"/>
                </a:lnTo>
                <a:lnTo>
                  <a:pt x="2284" y="1496"/>
                </a:lnTo>
                <a:lnTo>
                  <a:pt x="2283" y="1496"/>
                </a:lnTo>
                <a:lnTo>
                  <a:pt x="2282" y="1495"/>
                </a:lnTo>
                <a:lnTo>
                  <a:pt x="2281" y="1494"/>
                </a:lnTo>
                <a:lnTo>
                  <a:pt x="2281" y="1493"/>
                </a:lnTo>
                <a:lnTo>
                  <a:pt x="2285" y="1494"/>
                </a:lnTo>
                <a:lnTo>
                  <a:pt x="2286" y="1495"/>
                </a:lnTo>
                <a:lnTo>
                  <a:pt x="2287" y="1494"/>
                </a:lnTo>
                <a:lnTo>
                  <a:pt x="2287" y="1493"/>
                </a:lnTo>
                <a:lnTo>
                  <a:pt x="2285" y="1492"/>
                </a:lnTo>
                <a:lnTo>
                  <a:pt x="2284" y="1490"/>
                </a:lnTo>
                <a:lnTo>
                  <a:pt x="2284" y="1489"/>
                </a:lnTo>
                <a:lnTo>
                  <a:pt x="2282" y="1490"/>
                </a:lnTo>
                <a:lnTo>
                  <a:pt x="2281" y="1489"/>
                </a:lnTo>
                <a:lnTo>
                  <a:pt x="2281" y="1488"/>
                </a:lnTo>
                <a:lnTo>
                  <a:pt x="2280" y="1487"/>
                </a:lnTo>
                <a:lnTo>
                  <a:pt x="2279" y="1486"/>
                </a:lnTo>
                <a:lnTo>
                  <a:pt x="2278" y="1485"/>
                </a:lnTo>
                <a:lnTo>
                  <a:pt x="2278" y="1484"/>
                </a:lnTo>
                <a:lnTo>
                  <a:pt x="2277" y="1482"/>
                </a:lnTo>
                <a:lnTo>
                  <a:pt x="2277" y="1481"/>
                </a:lnTo>
                <a:lnTo>
                  <a:pt x="2277" y="1480"/>
                </a:lnTo>
                <a:lnTo>
                  <a:pt x="2278" y="1480"/>
                </a:lnTo>
                <a:lnTo>
                  <a:pt x="2278" y="1481"/>
                </a:lnTo>
                <a:lnTo>
                  <a:pt x="2279" y="1481"/>
                </a:lnTo>
                <a:lnTo>
                  <a:pt x="2279" y="1482"/>
                </a:lnTo>
                <a:lnTo>
                  <a:pt x="2279" y="1480"/>
                </a:lnTo>
                <a:lnTo>
                  <a:pt x="2278" y="1479"/>
                </a:lnTo>
                <a:lnTo>
                  <a:pt x="2278" y="1478"/>
                </a:lnTo>
                <a:lnTo>
                  <a:pt x="2278" y="1479"/>
                </a:lnTo>
                <a:lnTo>
                  <a:pt x="2277" y="1479"/>
                </a:lnTo>
                <a:lnTo>
                  <a:pt x="2276" y="1479"/>
                </a:lnTo>
                <a:lnTo>
                  <a:pt x="2275" y="1479"/>
                </a:lnTo>
                <a:lnTo>
                  <a:pt x="2274" y="1479"/>
                </a:lnTo>
                <a:lnTo>
                  <a:pt x="2274" y="1478"/>
                </a:lnTo>
                <a:lnTo>
                  <a:pt x="2274" y="1477"/>
                </a:lnTo>
                <a:lnTo>
                  <a:pt x="2275" y="1476"/>
                </a:lnTo>
                <a:lnTo>
                  <a:pt x="2276" y="1476"/>
                </a:lnTo>
                <a:lnTo>
                  <a:pt x="2276" y="1474"/>
                </a:lnTo>
                <a:lnTo>
                  <a:pt x="2277" y="1474"/>
                </a:lnTo>
                <a:lnTo>
                  <a:pt x="2278" y="1474"/>
                </a:lnTo>
                <a:lnTo>
                  <a:pt x="2278" y="1473"/>
                </a:lnTo>
                <a:lnTo>
                  <a:pt x="2278" y="1472"/>
                </a:lnTo>
                <a:lnTo>
                  <a:pt x="2279" y="1472"/>
                </a:lnTo>
                <a:lnTo>
                  <a:pt x="2280" y="1471"/>
                </a:lnTo>
                <a:lnTo>
                  <a:pt x="2281" y="1471"/>
                </a:lnTo>
                <a:lnTo>
                  <a:pt x="2281" y="1472"/>
                </a:lnTo>
                <a:lnTo>
                  <a:pt x="2283" y="1473"/>
                </a:lnTo>
                <a:lnTo>
                  <a:pt x="2283" y="1472"/>
                </a:lnTo>
                <a:lnTo>
                  <a:pt x="2283" y="1471"/>
                </a:lnTo>
                <a:lnTo>
                  <a:pt x="2283" y="1472"/>
                </a:lnTo>
                <a:lnTo>
                  <a:pt x="2282" y="1471"/>
                </a:lnTo>
                <a:lnTo>
                  <a:pt x="2283" y="1470"/>
                </a:lnTo>
                <a:lnTo>
                  <a:pt x="2283" y="1469"/>
                </a:lnTo>
                <a:lnTo>
                  <a:pt x="2284" y="1468"/>
                </a:lnTo>
                <a:lnTo>
                  <a:pt x="2285" y="1469"/>
                </a:lnTo>
                <a:lnTo>
                  <a:pt x="2286" y="1470"/>
                </a:lnTo>
                <a:lnTo>
                  <a:pt x="2288" y="1469"/>
                </a:lnTo>
                <a:lnTo>
                  <a:pt x="2288" y="1468"/>
                </a:lnTo>
                <a:lnTo>
                  <a:pt x="2289" y="1466"/>
                </a:lnTo>
                <a:lnTo>
                  <a:pt x="2288" y="1465"/>
                </a:lnTo>
                <a:lnTo>
                  <a:pt x="2288" y="1464"/>
                </a:lnTo>
                <a:lnTo>
                  <a:pt x="2287" y="1464"/>
                </a:lnTo>
                <a:lnTo>
                  <a:pt x="2286" y="1464"/>
                </a:lnTo>
                <a:lnTo>
                  <a:pt x="2285" y="1465"/>
                </a:lnTo>
                <a:lnTo>
                  <a:pt x="2285" y="1466"/>
                </a:lnTo>
                <a:lnTo>
                  <a:pt x="2285" y="1467"/>
                </a:lnTo>
                <a:lnTo>
                  <a:pt x="2284" y="1467"/>
                </a:lnTo>
                <a:lnTo>
                  <a:pt x="2283" y="1467"/>
                </a:lnTo>
                <a:lnTo>
                  <a:pt x="2282" y="1466"/>
                </a:lnTo>
                <a:lnTo>
                  <a:pt x="2281" y="1463"/>
                </a:lnTo>
                <a:lnTo>
                  <a:pt x="2280" y="1461"/>
                </a:lnTo>
                <a:lnTo>
                  <a:pt x="2280" y="1460"/>
                </a:lnTo>
                <a:lnTo>
                  <a:pt x="2281" y="1460"/>
                </a:lnTo>
                <a:lnTo>
                  <a:pt x="2281" y="1461"/>
                </a:lnTo>
                <a:lnTo>
                  <a:pt x="2280" y="1461"/>
                </a:lnTo>
                <a:lnTo>
                  <a:pt x="2281" y="1461"/>
                </a:lnTo>
                <a:lnTo>
                  <a:pt x="2281" y="1462"/>
                </a:lnTo>
                <a:lnTo>
                  <a:pt x="2282" y="1462"/>
                </a:lnTo>
                <a:lnTo>
                  <a:pt x="2283" y="1461"/>
                </a:lnTo>
                <a:lnTo>
                  <a:pt x="2284" y="1462"/>
                </a:lnTo>
                <a:lnTo>
                  <a:pt x="2284" y="1463"/>
                </a:lnTo>
                <a:lnTo>
                  <a:pt x="2283" y="1463"/>
                </a:lnTo>
                <a:lnTo>
                  <a:pt x="2282" y="1463"/>
                </a:lnTo>
                <a:lnTo>
                  <a:pt x="2282" y="1464"/>
                </a:lnTo>
                <a:lnTo>
                  <a:pt x="2282" y="1465"/>
                </a:lnTo>
                <a:lnTo>
                  <a:pt x="2283" y="1465"/>
                </a:lnTo>
                <a:lnTo>
                  <a:pt x="2283" y="1466"/>
                </a:lnTo>
                <a:lnTo>
                  <a:pt x="2284" y="1466"/>
                </a:lnTo>
                <a:lnTo>
                  <a:pt x="2284" y="1465"/>
                </a:lnTo>
                <a:lnTo>
                  <a:pt x="2284" y="1464"/>
                </a:lnTo>
                <a:lnTo>
                  <a:pt x="2284" y="1462"/>
                </a:lnTo>
                <a:lnTo>
                  <a:pt x="2284" y="1461"/>
                </a:lnTo>
                <a:lnTo>
                  <a:pt x="2285" y="1461"/>
                </a:lnTo>
                <a:lnTo>
                  <a:pt x="2286" y="1460"/>
                </a:lnTo>
                <a:lnTo>
                  <a:pt x="2287" y="1459"/>
                </a:lnTo>
                <a:lnTo>
                  <a:pt x="2287" y="1458"/>
                </a:lnTo>
                <a:lnTo>
                  <a:pt x="2288" y="1458"/>
                </a:lnTo>
                <a:lnTo>
                  <a:pt x="2289" y="1457"/>
                </a:lnTo>
                <a:lnTo>
                  <a:pt x="2289" y="1456"/>
                </a:lnTo>
                <a:lnTo>
                  <a:pt x="2289" y="1454"/>
                </a:lnTo>
                <a:lnTo>
                  <a:pt x="2289" y="1453"/>
                </a:lnTo>
                <a:lnTo>
                  <a:pt x="2288" y="1453"/>
                </a:lnTo>
                <a:lnTo>
                  <a:pt x="2287" y="1453"/>
                </a:lnTo>
                <a:lnTo>
                  <a:pt x="2287" y="1452"/>
                </a:lnTo>
                <a:lnTo>
                  <a:pt x="2286" y="1452"/>
                </a:lnTo>
                <a:lnTo>
                  <a:pt x="2286" y="1451"/>
                </a:lnTo>
                <a:lnTo>
                  <a:pt x="2286" y="1449"/>
                </a:lnTo>
                <a:lnTo>
                  <a:pt x="2286" y="1448"/>
                </a:lnTo>
                <a:lnTo>
                  <a:pt x="2287" y="1448"/>
                </a:lnTo>
                <a:lnTo>
                  <a:pt x="2288" y="1447"/>
                </a:lnTo>
                <a:lnTo>
                  <a:pt x="2288" y="1445"/>
                </a:lnTo>
                <a:lnTo>
                  <a:pt x="2287" y="1443"/>
                </a:lnTo>
                <a:lnTo>
                  <a:pt x="2287" y="1442"/>
                </a:lnTo>
                <a:lnTo>
                  <a:pt x="2287" y="1441"/>
                </a:lnTo>
                <a:lnTo>
                  <a:pt x="2288" y="1440"/>
                </a:lnTo>
                <a:lnTo>
                  <a:pt x="2289" y="1440"/>
                </a:lnTo>
                <a:lnTo>
                  <a:pt x="2291" y="1438"/>
                </a:lnTo>
                <a:lnTo>
                  <a:pt x="2290" y="1435"/>
                </a:lnTo>
                <a:lnTo>
                  <a:pt x="2290" y="1434"/>
                </a:lnTo>
                <a:lnTo>
                  <a:pt x="2289" y="1433"/>
                </a:lnTo>
                <a:lnTo>
                  <a:pt x="2288" y="1433"/>
                </a:lnTo>
                <a:lnTo>
                  <a:pt x="2287" y="1432"/>
                </a:lnTo>
                <a:lnTo>
                  <a:pt x="2287" y="1431"/>
                </a:lnTo>
                <a:lnTo>
                  <a:pt x="2288" y="1429"/>
                </a:lnTo>
                <a:lnTo>
                  <a:pt x="2288" y="1428"/>
                </a:lnTo>
                <a:lnTo>
                  <a:pt x="2287" y="1428"/>
                </a:lnTo>
                <a:lnTo>
                  <a:pt x="2287" y="1429"/>
                </a:lnTo>
                <a:lnTo>
                  <a:pt x="2287" y="1430"/>
                </a:lnTo>
                <a:lnTo>
                  <a:pt x="2286" y="1430"/>
                </a:lnTo>
                <a:lnTo>
                  <a:pt x="2285" y="1430"/>
                </a:lnTo>
                <a:lnTo>
                  <a:pt x="2285" y="1429"/>
                </a:lnTo>
                <a:lnTo>
                  <a:pt x="2285" y="1428"/>
                </a:lnTo>
                <a:lnTo>
                  <a:pt x="2286" y="1427"/>
                </a:lnTo>
                <a:lnTo>
                  <a:pt x="2286" y="1426"/>
                </a:lnTo>
                <a:lnTo>
                  <a:pt x="2286" y="1425"/>
                </a:lnTo>
                <a:lnTo>
                  <a:pt x="2285" y="1425"/>
                </a:lnTo>
                <a:lnTo>
                  <a:pt x="2284" y="1427"/>
                </a:lnTo>
                <a:lnTo>
                  <a:pt x="2282" y="1427"/>
                </a:lnTo>
                <a:lnTo>
                  <a:pt x="2282" y="1426"/>
                </a:lnTo>
                <a:lnTo>
                  <a:pt x="2282" y="1425"/>
                </a:lnTo>
                <a:lnTo>
                  <a:pt x="2282" y="1424"/>
                </a:lnTo>
                <a:lnTo>
                  <a:pt x="2282" y="1422"/>
                </a:lnTo>
                <a:lnTo>
                  <a:pt x="2280" y="1419"/>
                </a:lnTo>
                <a:lnTo>
                  <a:pt x="2279" y="1419"/>
                </a:lnTo>
                <a:lnTo>
                  <a:pt x="2279" y="1420"/>
                </a:lnTo>
                <a:lnTo>
                  <a:pt x="2279" y="1419"/>
                </a:lnTo>
                <a:lnTo>
                  <a:pt x="2278" y="1417"/>
                </a:lnTo>
                <a:lnTo>
                  <a:pt x="2277" y="1417"/>
                </a:lnTo>
                <a:lnTo>
                  <a:pt x="2276" y="1417"/>
                </a:lnTo>
                <a:lnTo>
                  <a:pt x="2276" y="1416"/>
                </a:lnTo>
                <a:lnTo>
                  <a:pt x="2275" y="1416"/>
                </a:lnTo>
                <a:lnTo>
                  <a:pt x="2275" y="1415"/>
                </a:lnTo>
                <a:lnTo>
                  <a:pt x="2275" y="1414"/>
                </a:lnTo>
                <a:lnTo>
                  <a:pt x="2274" y="1411"/>
                </a:lnTo>
                <a:lnTo>
                  <a:pt x="2273" y="1411"/>
                </a:lnTo>
                <a:lnTo>
                  <a:pt x="2272" y="1411"/>
                </a:lnTo>
                <a:lnTo>
                  <a:pt x="2272" y="1412"/>
                </a:lnTo>
                <a:lnTo>
                  <a:pt x="2271" y="1412"/>
                </a:lnTo>
                <a:lnTo>
                  <a:pt x="2271" y="1411"/>
                </a:lnTo>
                <a:lnTo>
                  <a:pt x="2271" y="1410"/>
                </a:lnTo>
                <a:lnTo>
                  <a:pt x="2271" y="1408"/>
                </a:lnTo>
                <a:lnTo>
                  <a:pt x="2270" y="1407"/>
                </a:lnTo>
                <a:lnTo>
                  <a:pt x="2269" y="1407"/>
                </a:lnTo>
                <a:lnTo>
                  <a:pt x="2269" y="1410"/>
                </a:lnTo>
                <a:lnTo>
                  <a:pt x="2268" y="1409"/>
                </a:lnTo>
                <a:lnTo>
                  <a:pt x="2268" y="1408"/>
                </a:lnTo>
                <a:lnTo>
                  <a:pt x="2267" y="1408"/>
                </a:lnTo>
                <a:lnTo>
                  <a:pt x="2266" y="1409"/>
                </a:lnTo>
                <a:lnTo>
                  <a:pt x="2266" y="1410"/>
                </a:lnTo>
                <a:lnTo>
                  <a:pt x="2266" y="1411"/>
                </a:lnTo>
                <a:lnTo>
                  <a:pt x="2265" y="1410"/>
                </a:lnTo>
                <a:lnTo>
                  <a:pt x="2264" y="1410"/>
                </a:lnTo>
                <a:lnTo>
                  <a:pt x="2264" y="1409"/>
                </a:lnTo>
                <a:lnTo>
                  <a:pt x="2264" y="1408"/>
                </a:lnTo>
                <a:lnTo>
                  <a:pt x="2262" y="1407"/>
                </a:lnTo>
                <a:lnTo>
                  <a:pt x="2260" y="1408"/>
                </a:lnTo>
                <a:lnTo>
                  <a:pt x="2260" y="1409"/>
                </a:lnTo>
                <a:lnTo>
                  <a:pt x="2260" y="1410"/>
                </a:lnTo>
                <a:lnTo>
                  <a:pt x="2258" y="1410"/>
                </a:lnTo>
                <a:lnTo>
                  <a:pt x="2258" y="1409"/>
                </a:lnTo>
                <a:lnTo>
                  <a:pt x="2256" y="1408"/>
                </a:lnTo>
                <a:lnTo>
                  <a:pt x="2255" y="1407"/>
                </a:lnTo>
                <a:lnTo>
                  <a:pt x="2254" y="1405"/>
                </a:lnTo>
                <a:lnTo>
                  <a:pt x="2253" y="1406"/>
                </a:lnTo>
                <a:lnTo>
                  <a:pt x="2251" y="1406"/>
                </a:lnTo>
                <a:lnTo>
                  <a:pt x="2250" y="1406"/>
                </a:lnTo>
                <a:lnTo>
                  <a:pt x="2248" y="1405"/>
                </a:lnTo>
                <a:lnTo>
                  <a:pt x="2248" y="1404"/>
                </a:lnTo>
                <a:lnTo>
                  <a:pt x="2247" y="1402"/>
                </a:lnTo>
                <a:lnTo>
                  <a:pt x="2246" y="1399"/>
                </a:lnTo>
                <a:lnTo>
                  <a:pt x="2246" y="1398"/>
                </a:lnTo>
                <a:lnTo>
                  <a:pt x="2245" y="1398"/>
                </a:lnTo>
                <a:lnTo>
                  <a:pt x="2243" y="1399"/>
                </a:lnTo>
                <a:lnTo>
                  <a:pt x="2241" y="1399"/>
                </a:lnTo>
                <a:lnTo>
                  <a:pt x="2241" y="1400"/>
                </a:lnTo>
                <a:lnTo>
                  <a:pt x="2241" y="1401"/>
                </a:lnTo>
                <a:lnTo>
                  <a:pt x="2240" y="1401"/>
                </a:lnTo>
                <a:lnTo>
                  <a:pt x="2239" y="1400"/>
                </a:lnTo>
                <a:lnTo>
                  <a:pt x="2239" y="1398"/>
                </a:lnTo>
                <a:lnTo>
                  <a:pt x="2239" y="1397"/>
                </a:lnTo>
                <a:lnTo>
                  <a:pt x="2239" y="1396"/>
                </a:lnTo>
                <a:lnTo>
                  <a:pt x="2238" y="1397"/>
                </a:lnTo>
                <a:lnTo>
                  <a:pt x="2238" y="1398"/>
                </a:lnTo>
                <a:lnTo>
                  <a:pt x="2238" y="1400"/>
                </a:lnTo>
                <a:lnTo>
                  <a:pt x="2237" y="1400"/>
                </a:lnTo>
                <a:lnTo>
                  <a:pt x="2233" y="1398"/>
                </a:lnTo>
                <a:lnTo>
                  <a:pt x="2233" y="1397"/>
                </a:lnTo>
                <a:lnTo>
                  <a:pt x="2233" y="1395"/>
                </a:lnTo>
                <a:lnTo>
                  <a:pt x="2233" y="1394"/>
                </a:lnTo>
                <a:lnTo>
                  <a:pt x="2232" y="1394"/>
                </a:lnTo>
                <a:lnTo>
                  <a:pt x="2231" y="1395"/>
                </a:lnTo>
                <a:lnTo>
                  <a:pt x="2231" y="1396"/>
                </a:lnTo>
                <a:lnTo>
                  <a:pt x="2232" y="1397"/>
                </a:lnTo>
                <a:lnTo>
                  <a:pt x="2231" y="1397"/>
                </a:lnTo>
                <a:lnTo>
                  <a:pt x="2231" y="1398"/>
                </a:lnTo>
                <a:lnTo>
                  <a:pt x="2231" y="1399"/>
                </a:lnTo>
                <a:lnTo>
                  <a:pt x="2229" y="1397"/>
                </a:lnTo>
                <a:lnTo>
                  <a:pt x="2229" y="1396"/>
                </a:lnTo>
                <a:lnTo>
                  <a:pt x="2226" y="1395"/>
                </a:lnTo>
                <a:lnTo>
                  <a:pt x="2225" y="1394"/>
                </a:lnTo>
                <a:lnTo>
                  <a:pt x="2225" y="1395"/>
                </a:lnTo>
                <a:lnTo>
                  <a:pt x="2225" y="1397"/>
                </a:lnTo>
                <a:lnTo>
                  <a:pt x="2225" y="1398"/>
                </a:lnTo>
                <a:lnTo>
                  <a:pt x="2225" y="1399"/>
                </a:lnTo>
                <a:lnTo>
                  <a:pt x="2225" y="1400"/>
                </a:lnTo>
                <a:lnTo>
                  <a:pt x="2224" y="1401"/>
                </a:lnTo>
                <a:lnTo>
                  <a:pt x="2224" y="1402"/>
                </a:lnTo>
                <a:lnTo>
                  <a:pt x="2222" y="1402"/>
                </a:lnTo>
                <a:lnTo>
                  <a:pt x="2221" y="1401"/>
                </a:lnTo>
                <a:lnTo>
                  <a:pt x="2218" y="1399"/>
                </a:lnTo>
                <a:lnTo>
                  <a:pt x="2217" y="1399"/>
                </a:lnTo>
                <a:lnTo>
                  <a:pt x="2216" y="1399"/>
                </a:lnTo>
                <a:lnTo>
                  <a:pt x="2213" y="1397"/>
                </a:lnTo>
                <a:lnTo>
                  <a:pt x="2213" y="1396"/>
                </a:lnTo>
                <a:lnTo>
                  <a:pt x="2212" y="1394"/>
                </a:lnTo>
                <a:lnTo>
                  <a:pt x="2212" y="1393"/>
                </a:lnTo>
                <a:lnTo>
                  <a:pt x="2211" y="1392"/>
                </a:lnTo>
                <a:lnTo>
                  <a:pt x="2210" y="1391"/>
                </a:lnTo>
                <a:lnTo>
                  <a:pt x="2210" y="1390"/>
                </a:lnTo>
                <a:lnTo>
                  <a:pt x="2211" y="1390"/>
                </a:lnTo>
                <a:lnTo>
                  <a:pt x="2212" y="1390"/>
                </a:lnTo>
                <a:lnTo>
                  <a:pt x="2213" y="1390"/>
                </a:lnTo>
                <a:lnTo>
                  <a:pt x="2214" y="1391"/>
                </a:lnTo>
                <a:lnTo>
                  <a:pt x="2216" y="1390"/>
                </a:lnTo>
                <a:lnTo>
                  <a:pt x="2216" y="1389"/>
                </a:lnTo>
                <a:lnTo>
                  <a:pt x="2215" y="1389"/>
                </a:lnTo>
                <a:lnTo>
                  <a:pt x="2215" y="1388"/>
                </a:lnTo>
                <a:lnTo>
                  <a:pt x="2216" y="1388"/>
                </a:lnTo>
                <a:lnTo>
                  <a:pt x="2216" y="1387"/>
                </a:lnTo>
                <a:lnTo>
                  <a:pt x="2217" y="1384"/>
                </a:lnTo>
                <a:lnTo>
                  <a:pt x="2216" y="1383"/>
                </a:lnTo>
                <a:lnTo>
                  <a:pt x="2216" y="1382"/>
                </a:lnTo>
                <a:lnTo>
                  <a:pt x="2216" y="1380"/>
                </a:lnTo>
                <a:lnTo>
                  <a:pt x="2216" y="1378"/>
                </a:lnTo>
                <a:lnTo>
                  <a:pt x="2217" y="1378"/>
                </a:lnTo>
                <a:lnTo>
                  <a:pt x="2218" y="1379"/>
                </a:lnTo>
                <a:lnTo>
                  <a:pt x="2220" y="1378"/>
                </a:lnTo>
                <a:lnTo>
                  <a:pt x="2220" y="1377"/>
                </a:lnTo>
                <a:lnTo>
                  <a:pt x="2220" y="1374"/>
                </a:lnTo>
                <a:lnTo>
                  <a:pt x="2219" y="1374"/>
                </a:lnTo>
                <a:lnTo>
                  <a:pt x="2218" y="1373"/>
                </a:lnTo>
                <a:lnTo>
                  <a:pt x="2216" y="1372"/>
                </a:lnTo>
                <a:lnTo>
                  <a:pt x="2215" y="1372"/>
                </a:lnTo>
                <a:lnTo>
                  <a:pt x="2214" y="1372"/>
                </a:lnTo>
                <a:lnTo>
                  <a:pt x="2213" y="1372"/>
                </a:lnTo>
                <a:lnTo>
                  <a:pt x="2213" y="1371"/>
                </a:lnTo>
                <a:lnTo>
                  <a:pt x="2214" y="1371"/>
                </a:lnTo>
                <a:lnTo>
                  <a:pt x="2214" y="1370"/>
                </a:lnTo>
                <a:lnTo>
                  <a:pt x="2214" y="1369"/>
                </a:lnTo>
                <a:lnTo>
                  <a:pt x="2214" y="1368"/>
                </a:lnTo>
                <a:lnTo>
                  <a:pt x="2214" y="1367"/>
                </a:lnTo>
                <a:lnTo>
                  <a:pt x="2215" y="1367"/>
                </a:lnTo>
                <a:lnTo>
                  <a:pt x="2215" y="1368"/>
                </a:lnTo>
                <a:lnTo>
                  <a:pt x="2215" y="1369"/>
                </a:lnTo>
                <a:lnTo>
                  <a:pt x="2216" y="1369"/>
                </a:lnTo>
                <a:lnTo>
                  <a:pt x="2217" y="1368"/>
                </a:lnTo>
                <a:lnTo>
                  <a:pt x="2217" y="1367"/>
                </a:lnTo>
                <a:lnTo>
                  <a:pt x="2217" y="1366"/>
                </a:lnTo>
                <a:lnTo>
                  <a:pt x="2216" y="1366"/>
                </a:lnTo>
                <a:lnTo>
                  <a:pt x="2215" y="1365"/>
                </a:lnTo>
                <a:lnTo>
                  <a:pt x="2215" y="1364"/>
                </a:lnTo>
                <a:lnTo>
                  <a:pt x="2215" y="1363"/>
                </a:lnTo>
                <a:lnTo>
                  <a:pt x="2216" y="1363"/>
                </a:lnTo>
                <a:lnTo>
                  <a:pt x="2216" y="1362"/>
                </a:lnTo>
                <a:lnTo>
                  <a:pt x="2217" y="1362"/>
                </a:lnTo>
                <a:lnTo>
                  <a:pt x="2218" y="1360"/>
                </a:lnTo>
                <a:lnTo>
                  <a:pt x="2219" y="1358"/>
                </a:lnTo>
                <a:lnTo>
                  <a:pt x="2218" y="1356"/>
                </a:lnTo>
                <a:lnTo>
                  <a:pt x="2217" y="1355"/>
                </a:lnTo>
                <a:lnTo>
                  <a:pt x="2216" y="1355"/>
                </a:lnTo>
                <a:lnTo>
                  <a:pt x="2215" y="1355"/>
                </a:lnTo>
                <a:lnTo>
                  <a:pt x="2215" y="1354"/>
                </a:lnTo>
                <a:lnTo>
                  <a:pt x="2215" y="1353"/>
                </a:lnTo>
                <a:lnTo>
                  <a:pt x="2214" y="1353"/>
                </a:lnTo>
                <a:lnTo>
                  <a:pt x="2214" y="1352"/>
                </a:lnTo>
                <a:lnTo>
                  <a:pt x="2214" y="1353"/>
                </a:lnTo>
                <a:lnTo>
                  <a:pt x="2213" y="1353"/>
                </a:lnTo>
                <a:lnTo>
                  <a:pt x="2213" y="1354"/>
                </a:lnTo>
                <a:lnTo>
                  <a:pt x="2213" y="1355"/>
                </a:lnTo>
                <a:lnTo>
                  <a:pt x="2212" y="1355"/>
                </a:lnTo>
                <a:lnTo>
                  <a:pt x="2211" y="1354"/>
                </a:lnTo>
                <a:lnTo>
                  <a:pt x="2211" y="1353"/>
                </a:lnTo>
                <a:lnTo>
                  <a:pt x="2211" y="1352"/>
                </a:lnTo>
                <a:lnTo>
                  <a:pt x="2209" y="1352"/>
                </a:lnTo>
                <a:lnTo>
                  <a:pt x="2208" y="1352"/>
                </a:lnTo>
                <a:lnTo>
                  <a:pt x="2207" y="1352"/>
                </a:lnTo>
                <a:lnTo>
                  <a:pt x="2207" y="1351"/>
                </a:lnTo>
                <a:lnTo>
                  <a:pt x="2206" y="1351"/>
                </a:lnTo>
                <a:lnTo>
                  <a:pt x="2206" y="1350"/>
                </a:lnTo>
                <a:lnTo>
                  <a:pt x="2205" y="1350"/>
                </a:lnTo>
                <a:lnTo>
                  <a:pt x="2205" y="1349"/>
                </a:lnTo>
                <a:lnTo>
                  <a:pt x="2204" y="1348"/>
                </a:lnTo>
                <a:lnTo>
                  <a:pt x="2203" y="1348"/>
                </a:lnTo>
                <a:lnTo>
                  <a:pt x="2202" y="1349"/>
                </a:lnTo>
                <a:lnTo>
                  <a:pt x="2202" y="1348"/>
                </a:lnTo>
                <a:lnTo>
                  <a:pt x="2200" y="1348"/>
                </a:lnTo>
                <a:lnTo>
                  <a:pt x="2200" y="1347"/>
                </a:lnTo>
                <a:lnTo>
                  <a:pt x="2201" y="1347"/>
                </a:lnTo>
                <a:lnTo>
                  <a:pt x="2201" y="1346"/>
                </a:lnTo>
                <a:lnTo>
                  <a:pt x="2201" y="1345"/>
                </a:lnTo>
                <a:lnTo>
                  <a:pt x="2199" y="1342"/>
                </a:lnTo>
                <a:lnTo>
                  <a:pt x="2198" y="1342"/>
                </a:lnTo>
                <a:lnTo>
                  <a:pt x="2197" y="1342"/>
                </a:lnTo>
                <a:lnTo>
                  <a:pt x="2196" y="1342"/>
                </a:lnTo>
                <a:lnTo>
                  <a:pt x="2194" y="1342"/>
                </a:lnTo>
                <a:lnTo>
                  <a:pt x="2194" y="1340"/>
                </a:lnTo>
                <a:lnTo>
                  <a:pt x="2193" y="1338"/>
                </a:lnTo>
                <a:lnTo>
                  <a:pt x="2192" y="1338"/>
                </a:lnTo>
                <a:lnTo>
                  <a:pt x="2192" y="1337"/>
                </a:lnTo>
                <a:lnTo>
                  <a:pt x="2192" y="1336"/>
                </a:lnTo>
                <a:lnTo>
                  <a:pt x="2193" y="1335"/>
                </a:lnTo>
                <a:lnTo>
                  <a:pt x="2193" y="1336"/>
                </a:lnTo>
                <a:lnTo>
                  <a:pt x="2195" y="1337"/>
                </a:lnTo>
                <a:lnTo>
                  <a:pt x="2195" y="1339"/>
                </a:lnTo>
                <a:lnTo>
                  <a:pt x="2197" y="1339"/>
                </a:lnTo>
                <a:lnTo>
                  <a:pt x="2197" y="1340"/>
                </a:lnTo>
                <a:lnTo>
                  <a:pt x="2197" y="1339"/>
                </a:lnTo>
                <a:lnTo>
                  <a:pt x="2198" y="1339"/>
                </a:lnTo>
                <a:lnTo>
                  <a:pt x="2198" y="1336"/>
                </a:lnTo>
                <a:lnTo>
                  <a:pt x="2197" y="1336"/>
                </a:lnTo>
                <a:lnTo>
                  <a:pt x="2198" y="1335"/>
                </a:lnTo>
                <a:lnTo>
                  <a:pt x="2199" y="1336"/>
                </a:lnTo>
                <a:lnTo>
                  <a:pt x="2201" y="1338"/>
                </a:lnTo>
                <a:lnTo>
                  <a:pt x="2202" y="1339"/>
                </a:lnTo>
                <a:lnTo>
                  <a:pt x="2203" y="1339"/>
                </a:lnTo>
                <a:lnTo>
                  <a:pt x="2206" y="1339"/>
                </a:lnTo>
                <a:lnTo>
                  <a:pt x="2207" y="1339"/>
                </a:lnTo>
                <a:lnTo>
                  <a:pt x="2208" y="1338"/>
                </a:lnTo>
                <a:lnTo>
                  <a:pt x="2208" y="1337"/>
                </a:lnTo>
                <a:lnTo>
                  <a:pt x="2207" y="1336"/>
                </a:lnTo>
                <a:lnTo>
                  <a:pt x="2209" y="1335"/>
                </a:lnTo>
                <a:lnTo>
                  <a:pt x="2209" y="1334"/>
                </a:lnTo>
                <a:lnTo>
                  <a:pt x="2208" y="1333"/>
                </a:lnTo>
                <a:lnTo>
                  <a:pt x="2207" y="1332"/>
                </a:lnTo>
                <a:lnTo>
                  <a:pt x="2207" y="1331"/>
                </a:lnTo>
                <a:lnTo>
                  <a:pt x="2206" y="1332"/>
                </a:lnTo>
                <a:lnTo>
                  <a:pt x="2206" y="1331"/>
                </a:lnTo>
                <a:lnTo>
                  <a:pt x="2205" y="1331"/>
                </a:lnTo>
                <a:lnTo>
                  <a:pt x="2206" y="1329"/>
                </a:lnTo>
                <a:lnTo>
                  <a:pt x="2206" y="1328"/>
                </a:lnTo>
                <a:lnTo>
                  <a:pt x="2206" y="1326"/>
                </a:lnTo>
                <a:lnTo>
                  <a:pt x="2207" y="1326"/>
                </a:lnTo>
                <a:lnTo>
                  <a:pt x="2208" y="1326"/>
                </a:lnTo>
                <a:lnTo>
                  <a:pt x="2209" y="1327"/>
                </a:lnTo>
                <a:lnTo>
                  <a:pt x="2209" y="1326"/>
                </a:lnTo>
                <a:lnTo>
                  <a:pt x="2210" y="1326"/>
                </a:lnTo>
                <a:lnTo>
                  <a:pt x="2212" y="1325"/>
                </a:lnTo>
                <a:lnTo>
                  <a:pt x="2213" y="1325"/>
                </a:lnTo>
                <a:lnTo>
                  <a:pt x="2213" y="1324"/>
                </a:lnTo>
                <a:lnTo>
                  <a:pt x="2213" y="1321"/>
                </a:lnTo>
                <a:lnTo>
                  <a:pt x="2213" y="1317"/>
                </a:lnTo>
                <a:lnTo>
                  <a:pt x="2213" y="1316"/>
                </a:lnTo>
                <a:lnTo>
                  <a:pt x="2213" y="1315"/>
                </a:lnTo>
                <a:lnTo>
                  <a:pt x="2213" y="1314"/>
                </a:lnTo>
                <a:lnTo>
                  <a:pt x="2213" y="1313"/>
                </a:lnTo>
                <a:lnTo>
                  <a:pt x="2215" y="1311"/>
                </a:lnTo>
                <a:lnTo>
                  <a:pt x="2216" y="1311"/>
                </a:lnTo>
                <a:lnTo>
                  <a:pt x="2217" y="1312"/>
                </a:lnTo>
                <a:lnTo>
                  <a:pt x="2219" y="1312"/>
                </a:lnTo>
                <a:lnTo>
                  <a:pt x="2219" y="1311"/>
                </a:lnTo>
                <a:lnTo>
                  <a:pt x="2218" y="1310"/>
                </a:lnTo>
                <a:lnTo>
                  <a:pt x="2218" y="1309"/>
                </a:lnTo>
                <a:lnTo>
                  <a:pt x="2218" y="1308"/>
                </a:lnTo>
                <a:lnTo>
                  <a:pt x="2217" y="1308"/>
                </a:lnTo>
                <a:lnTo>
                  <a:pt x="2216" y="1306"/>
                </a:lnTo>
                <a:lnTo>
                  <a:pt x="2217" y="1306"/>
                </a:lnTo>
                <a:lnTo>
                  <a:pt x="2219" y="1304"/>
                </a:lnTo>
                <a:lnTo>
                  <a:pt x="2220" y="1304"/>
                </a:lnTo>
                <a:lnTo>
                  <a:pt x="2223" y="1302"/>
                </a:lnTo>
                <a:lnTo>
                  <a:pt x="2224" y="1302"/>
                </a:lnTo>
                <a:lnTo>
                  <a:pt x="2224" y="1303"/>
                </a:lnTo>
                <a:lnTo>
                  <a:pt x="2225" y="1303"/>
                </a:lnTo>
                <a:lnTo>
                  <a:pt x="2226" y="1303"/>
                </a:lnTo>
                <a:lnTo>
                  <a:pt x="2226" y="1302"/>
                </a:lnTo>
                <a:lnTo>
                  <a:pt x="2226" y="1300"/>
                </a:lnTo>
                <a:lnTo>
                  <a:pt x="2229" y="1300"/>
                </a:lnTo>
                <a:lnTo>
                  <a:pt x="2230" y="1301"/>
                </a:lnTo>
                <a:lnTo>
                  <a:pt x="2232" y="1303"/>
                </a:lnTo>
                <a:lnTo>
                  <a:pt x="2232" y="1302"/>
                </a:lnTo>
                <a:lnTo>
                  <a:pt x="2233" y="1302"/>
                </a:lnTo>
                <a:lnTo>
                  <a:pt x="2234" y="1303"/>
                </a:lnTo>
                <a:lnTo>
                  <a:pt x="2235" y="1305"/>
                </a:lnTo>
                <a:lnTo>
                  <a:pt x="2236" y="1305"/>
                </a:lnTo>
                <a:lnTo>
                  <a:pt x="2237" y="1305"/>
                </a:lnTo>
                <a:lnTo>
                  <a:pt x="2237" y="1304"/>
                </a:lnTo>
                <a:lnTo>
                  <a:pt x="2236" y="1304"/>
                </a:lnTo>
                <a:lnTo>
                  <a:pt x="2235" y="1302"/>
                </a:lnTo>
                <a:lnTo>
                  <a:pt x="2235" y="1301"/>
                </a:lnTo>
                <a:lnTo>
                  <a:pt x="2234" y="1299"/>
                </a:lnTo>
                <a:lnTo>
                  <a:pt x="2235" y="1298"/>
                </a:lnTo>
                <a:lnTo>
                  <a:pt x="2236" y="1298"/>
                </a:lnTo>
                <a:lnTo>
                  <a:pt x="2236" y="1297"/>
                </a:lnTo>
                <a:lnTo>
                  <a:pt x="2236" y="1295"/>
                </a:lnTo>
                <a:lnTo>
                  <a:pt x="2236" y="1294"/>
                </a:lnTo>
                <a:lnTo>
                  <a:pt x="2236" y="1291"/>
                </a:lnTo>
                <a:lnTo>
                  <a:pt x="2237" y="1290"/>
                </a:lnTo>
                <a:lnTo>
                  <a:pt x="2237" y="1289"/>
                </a:lnTo>
                <a:lnTo>
                  <a:pt x="2237" y="1288"/>
                </a:lnTo>
                <a:lnTo>
                  <a:pt x="2237" y="1287"/>
                </a:lnTo>
                <a:lnTo>
                  <a:pt x="2238" y="1287"/>
                </a:lnTo>
                <a:lnTo>
                  <a:pt x="2239" y="1287"/>
                </a:lnTo>
                <a:lnTo>
                  <a:pt x="2239" y="1286"/>
                </a:lnTo>
                <a:lnTo>
                  <a:pt x="2239" y="1285"/>
                </a:lnTo>
                <a:lnTo>
                  <a:pt x="2237" y="1283"/>
                </a:lnTo>
                <a:lnTo>
                  <a:pt x="2236" y="1282"/>
                </a:lnTo>
                <a:lnTo>
                  <a:pt x="2236" y="1280"/>
                </a:lnTo>
                <a:lnTo>
                  <a:pt x="2236" y="1277"/>
                </a:lnTo>
                <a:lnTo>
                  <a:pt x="2234" y="1276"/>
                </a:lnTo>
                <a:lnTo>
                  <a:pt x="2236" y="1275"/>
                </a:lnTo>
                <a:lnTo>
                  <a:pt x="2236" y="1274"/>
                </a:lnTo>
                <a:lnTo>
                  <a:pt x="2236" y="1272"/>
                </a:lnTo>
                <a:lnTo>
                  <a:pt x="2235" y="1270"/>
                </a:lnTo>
                <a:lnTo>
                  <a:pt x="2234" y="1269"/>
                </a:lnTo>
                <a:lnTo>
                  <a:pt x="2233" y="1270"/>
                </a:lnTo>
                <a:lnTo>
                  <a:pt x="2232" y="1270"/>
                </a:lnTo>
                <a:lnTo>
                  <a:pt x="2232" y="1271"/>
                </a:lnTo>
                <a:lnTo>
                  <a:pt x="2231" y="1272"/>
                </a:lnTo>
                <a:lnTo>
                  <a:pt x="2230" y="1270"/>
                </a:lnTo>
                <a:lnTo>
                  <a:pt x="2230" y="1269"/>
                </a:lnTo>
                <a:lnTo>
                  <a:pt x="2231" y="1267"/>
                </a:lnTo>
                <a:lnTo>
                  <a:pt x="2231" y="1266"/>
                </a:lnTo>
                <a:lnTo>
                  <a:pt x="2230" y="1264"/>
                </a:lnTo>
                <a:lnTo>
                  <a:pt x="2226" y="1262"/>
                </a:lnTo>
                <a:lnTo>
                  <a:pt x="2225" y="1261"/>
                </a:lnTo>
                <a:lnTo>
                  <a:pt x="2225" y="1262"/>
                </a:lnTo>
                <a:lnTo>
                  <a:pt x="2224" y="1262"/>
                </a:lnTo>
                <a:lnTo>
                  <a:pt x="2223" y="1262"/>
                </a:lnTo>
                <a:lnTo>
                  <a:pt x="2223" y="1261"/>
                </a:lnTo>
                <a:lnTo>
                  <a:pt x="2221" y="1260"/>
                </a:lnTo>
                <a:lnTo>
                  <a:pt x="2221" y="1259"/>
                </a:lnTo>
                <a:lnTo>
                  <a:pt x="2221" y="1258"/>
                </a:lnTo>
                <a:lnTo>
                  <a:pt x="2222" y="1258"/>
                </a:lnTo>
                <a:lnTo>
                  <a:pt x="2222" y="1257"/>
                </a:lnTo>
                <a:lnTo>
                  <a:pt x="2221" y="1255"/>
                </a:lnTo>
                <a:lnTo>
                  <a:pt x="2220" y="1254"/>
                </a:lnTo>
                <a:lnTo>
                  <a:pt x="2220" y="1253"/>
                </a:lnTo>
                <a:lnTo>
                  <a:pt x="2220" y="1252"/>
                </a:lnTo>
                <a:lnTo>
                  <a:pt x="2219" y="1252"/>
                </a:lnTo>
                <a:lnTo>
                  <a:pt x="2220" y="1251"/>
                </a:lnTo>
                <a:lnTo>
                  <a:pt x="2220" y="1250"/>
                </a:lnTo>
                <a:lnTo>
                  <a:pt x="2221" y="1251"/>
                </a:lnTo>
                <a:lnTo>
                  <a:pt x="2221" y="1252"/>
                </a:lnTo>
                <a:lnTo>
                  <a:pt x="2221" y="1253"/>
                </a:lnTo>
                <a:lnTo>
                  <a:pt x="2223" y="1254"/>
                </a:lnTo>
                <a:lnTo>
                  <a:pt x="2223" y="1255"/>
                </a:lnTo>
                <a:lnTo>
                  <a:pt x="2225" y="1256"/>
                </a:lnTo>
                <a:lnTo>
                  <a:pt x="2225" y="1257"/>
                </a:lnTo>
                <a:lnTo>
                  <a:pt x="2225" y="1258"/>
                </a:lnTo>
                <a:lnTo>
                  <a:pt x="2224" y="1259"/>
                </a:lnTo>
                <a:lnTo>
                  <a:pt x="2225" y="1260"/>
                </a:lnTo>
                <a:lnTo>
                  <a:pt x="2226" y="1261"/>
                </a:lnTo>
                <a:lnTo>
                  <a:pt x="2227" y="1261"/>
                </a:lnTo>
                <a:lnTo>
                  <a:pt x="2228" y="1260"/>
                </a:lnTo>
                <a:lnTo>
                  <a:pt x="2228" y="1259"/>
                </a:lnTo>
                <a:lnTo>
                  <a:pt x="2228" y="1257"/>
                </a:lnTo>
                <a:lnTo>
                  <a:pt x="2228" y="1256"/>
                </a:lnTo>
                <a:lnTo>
                  <a:pt x="2228" y="1255"/>
                </a:lnTo>
                <a:lnTo>
                  <a:pt x="2229" y="1254"/>
                </a:lnTo>
                <a:lnTo>
                  <a:pt x="2230" y="1255"/>
                </a:lnTo>
                <a:lnTo>
                  <a:pt x="2231" y="1255"/>
                </a:lnTo>
                <a:lnTo>
                  <a:pt x="2233" y="1256"/>
                </a:lnTo>
                <a:lnTo>
                  <a:pt x="2236" y="1255"/>
                </a:lnTo>
                <a:lnTo>
                  <a:pt x="2236" y="1252"/>
                </a:lnTo>
                <a:lnTo>
                  <a:pt x="2236" y="1250"/>
                </a:lnTo>
                <a:lnTo>
                  <a:pt x="2236" y="1249"/>
                </a:lnTo>
                <a:lnTo>
                  <a:pt x="2236" y="1248"/>
                </a:lnTo>
                <a:lnTo>
                  <a:pt x="2236" y="1246"/>
                </a:lnTo>
                <a:lnTo>
                  <a:pt x="2236" y="1245"/>
                </a:lnTo>
                <a:lnTo>
                  <a:pt x="2237" y="1245"/>
                </a:lnTo>
                <a:lnTo>
                  <a:pt x="2238" y="1245"/>
                </a:lnTo>
                <a:lnTo>
                  <a:pt x="2239" y="1245"/>
                </a:lnTo>
                <a:lnTo>
                  <a:pt x="2240" y="1244"/>
                </a:lnTo>
                <a:lnTo>
                  <a:pt x="2240" y="1243"/>
                </a:lnTo>
                <a:lnTo>
                  <a:pt x="2239" y="1243"/>
                </a:lnTo>
                <a:lnTo>
                  <a:pt x="2238" y="1242"/>
                </a:lnTo>
                <a:lnTo>
                  <a:pt x="2237" y="1239"/>
                </a:lnTo>
                <a:lnTo>
                  <a:pt x="2237" y="1236"/>
                </a:lnTo>
                <a:lnTo>
                  <a:pt x="2236" y="1234"/>
                </a:lnTo>
                <a:lnTo>
                  <a:pt x="2236" y="1232"/>
                </a:lnTo>
                <a:lnTo>
                  <a:pt x="2234" y="1230"/>
                </a:lnTo>
                <a:lnTo>
                  <a:pt x="2233" y="1229"/>
                </a:lnTo>
                <a:lnTo>
                  <a:pt x="2233" y="1228"/>
                </a:lnTo>
                <a:lnTo>
                  <a:pt x="2232" y="1227"/>
                </a:lnTo>
                <a:lnTo>
                  <a:pt x="2232" y="1226"/>
                </a:lnTo>
                <a:lnTo>
                  <a:pt x="2232" y="1225"/>
                </a:lnTo>
                <a:lnTo>
                  <a:pt x="2231" y="1222"/>
                </a:lnTo>
                <a:lnTo>
                  <a:pt x="2230" y="1221"/>
                </a:lnTo>
                <a:lnTo>
                  <a:pt x="2230" y="1220"/>
                </a:lnTo>
                <a:lnTo>
                  <a:pt x="2231" y="1219"/>
                </a:lnTo>
                <a:lnTo>
                  <a:pt x="2232" y="1219"/>
                </a:lnTo>
                <a:lnTo>
                  <a:pt x="2233" y="1220"/>
                </a:lnTo>
                <a:lnTo>
                  <a:pt x="2234" y="1220"/>
                </a:lnTo>
                <a:lnTo>
                  <a:pt x="2235" y="1222"/>
                </a:lnTo>
                <a:lnTo>
                  <a:pt x="2236" y="1222"/>
                </a:lnTo>
                <a:lnTo>
                  <a:pt x="2237" y="1221"/>
                </a:lnTo>
                <a:lnTo>
                  <a:pt x="2239" y="1221"/>
                </a:lnTo>
                <a:lnTo>
                  <a:pt x="2239" y="1222"/>
                </a:lnTo>
                <a:lnTo>
                  <a:pt x="2240" y="1223"/>
                </a:lnTo>
                <a:lnTo>
                  <a:pt x="2240" y="1224"/>
                </a:lnTo>
                <a:lnTo>
                  <a:pt x="2241" y="1224"/>
                </a:lnTo>
                <a:lnTo>
                  <a:pt x="2241" y="1223"/>
                </a:lnTo>
                <a:lnTo>
                  <a:pt x="2242" y="1222"/>
                </a:lnTo>
                <a:lnTo>
                  <a:pt x="2242" y="1221"/>
                </a:lnTo>
                <a:lnTo>
                  <a:pt x="2243" y="1220"/>
                </a:lnTo>
                <a:lnTo>
                  <a:pt x="2243" y="1221"/>
                </a:lnTo>
                <a:lnTo>
                  <a:pt x="2244" y="1221"/>
                </a:lnTo>
                <a:lnTo>
                  <a:pt x="2244" y="1222"/>
                </a:lnTo>
                <a:lnTo>
                  <a:pt x="2245" y="1222"/>
                </a:lnTo>
                <a:lnTo>
                  <a:pt x="2247" y="1222"/>
                </a:lnTo>
                <a:lnTo>
                  <a:pt x="2249" y="1222"/>
                </a:lnTo>
                <a:lnTo>
                  <a:pt x="2249" y="1223"/>
                </a:lnTo>
                <a:lnTo>
                  <a:pt x="2249" y="1224"/>
                </a:lnTo>
                <a:lnTo>
                  <a:pt x="2250" y="1225"/>
                </a:lnTo>
                <a:lnTo>
                  <a:pt x="2251" y="1226"/>
                </a:lnTo>
                <a:lnTo>
                  <a:pt x="2252" y="1226"/>
                </a:lnTo>
                <a:lnTo>
                  <a:pt x="2253" y="1226"/>
                </a:lnTo>
                <a:lnTo>
                  <a:pt x="2253" y="1227"/>
                </a:lnTo>
                <a:lnTo>
                  <a:pt x="2253" y="1228"/>
                </a:lnTo>
                <a:lnTo>
                  <a:pt x="2254" y="1229"/>
                </a:lnTo>
                <a:lnTo>
                  <a:pt x="2255" y="1230"/>
                </a:lnTo>
                <a:lnTo>
                  <a:pt x="2255" y="1228"/>
                </a:lnTo>
                <a:lnTo>
                  <a:pt x="2254" y="1226"/>
                </a:lnTo>
                <a:lnTo>
                  <a:pt x="2254" y="1225"/>
                </a:lnTo>
                <a:lnTo>
                  <a:pt x="2255" y="1224"/>
                </a:lnTo>
                <a:lnTo>
                  <a:pt x="2256" y="1222"/>
                </a:lnTo>
                <a:lnTo>
                  <a:pt x="2257" y="1221"/>
                </a:lnTo>
                <a:lnTo>
                  <a:pt x="2256" y="1221"/>
                </a:lnTo>
                <a:lnTo>
                  <a:pt x="2255" y="1219"/>
                </a:lnTo>
                <a:lnTo>
                  <a:pt x="2256" y="1216"/>
                </a:lnTo>
                <a:lnTo>
                  <a:pt x="2257" y="1214"/>
                </a:lnTo>
                <a:lnTo>
                  <a:pt x="2258" y="1214"/>
                </a:lnTo>
                <a:lnTo>
                  <a:pt x="2259" y="1214"/>
                </a:lnTo>
                <a:lnTo>
                  <a:pt x="2259" y="1215"/>
                </a:lnTo>
                <a:lnTo>
                  <a:pt x="2260" y="1215"/>
                </a:lnTo>
                <a:lnTo>
                  <a:pt x="2261" y="1217"/>
                </a:lnTo>
                <a:lnTo>
                  <a:pt x="2262" y="1217"/>
                </a:lnTo>
                <a:lnTo>
                  <a:pt x="2263" y="1217"/>
                </a:lnTo>
                <a:lnTo>
                  <a:pt x="2264" y="1217"/>
                </a:lnTo>
                <a:lnTo>
                  <a:pt x="2264" y="1218"/>
                </a:lnTo>
                <a:lnTo>
                  <a:pt x="2265" y="1219"/>
                </a:lnTo>
                <a:lnTo>
                  <a:pt x="2267" y="1220"/>
                </a:lnTo>
                <a:lnTo>
                  <a:pt x="2269" y="1222"/>
                </a:lnTo>
                <a:lnTo>
                  <a:pt x="2270" y="1223"/>
                </a:lnTo>
                <a:lnTo>
                  <a:pt x="2272" y="1222"/>
                </a:lnTo>
                <a:lnTo>
                  <a:pt x="2274" y="1224"/>
                </a:lnTo>
                <a:lnTo>
                  <a:pt x="2275" y="1225"/>
                </a:lnTo>
                <a:lnTo>
                  <a:pt x="2276" y="1226"/>
                </a:lnTo>
                <a:lnTo>
                  <a:pt x="2278" y="1222"/>
                </a:lnTo>
                <a:lnTo>
                  <a:pt x="2279" y="1221"/>
                </a:lnTo>
                <a:lnTo>
                  <a:pt x="2280" y="1221"/>
                </a:lnTo>
                <a:lnTo>
                  <a:pt x="2279" y="1219"/>
                </a:lnTo>
                <a:lnTo>
                  <a:pt x="2278" y="1219"/>
                </a:lnTo>
                <a:lnTo>
                  <a:pt x="2277" y="1219"/>
                </a:lnTo>
                <a:lnTo>
                  <a:pt x="2276" y="1218"/>
                </a:lnTo>
                <a:lnTo>
                  <a:pt x="2275" y="1217"/>
                </a:lnTo>
                <a:lnTo>
                  <a:pt x="2277" y="1215"/>
                </a:lnTo>
                <a:lnTo>
                  <a:pt x="2278" y="1215"/>
                </a:lnTo>
                <a:lnTo>
                  <a:pt x="2280" y="1216"/>
                </a:lnTo>
                <a:lnTo>
                  <a:pt x="2282" y="1217"/>
                </a:lnTo>
                <a:lnTo>
                  <a:pt x="2284" y="1218"/>
                </a:lnTo>
                <a:lnTo>
                  <a:pt x="2285" y="1219"/>
                </a:lnTo>
                <a:lnTo>
                  <a:pt x="2286" y="1220"/>
                </a:lnTo>
                <a:lnTo>
                  <a:pt x="2286" y="1221"/>
                </a:lnTo>
                <a:lnTo>
                  <a:pt x="2286" y="1222"/>
                </a:lnTo>
                <a:lnTo>
                  <a:pt x="2287" y="1222"/>
                </a:lnTo>
                <a:lnTo>
                  <a:pt x="2287" y="1223"/>
                </a:lnTo>
                <a:lnTo>
                  <a:pt x="2288" y="1223"/>
                </a:lnTo>
                <a:lnTo>
                  <a:pt x="2290" y="1224"/>
                </a:lnTo>
                <a:lnTo>
                  <a:pt x="2292" y="1224"/>
                </a:lnTo>
                <a:lnTo>
                  <a:pt x="2293" y="1224"/>
                </a:lnTo>
                <a:lnTo>
                  <a:pt x="2293" y="1223"/>
                </a:lnTo>
                <a:lnTo>
                  <a:pt x="2292" y="1223"/>
                </a:lnTo>
                <a:lnTo>
                  <a:pt x="2291" y="1222"/>
                </a:lnTo>
                <a:lnTo>
                  <a:pt x="2292" y="1221"/>
                </a:lnTo>
                <a:lnTo>
                  <a:pt x="2296" y="1223"/>
                </a:lnTo>
                <a:lnTo>
                  <a:pt x="2298" y="1224"/>
                </a:lnTo>
                <a:lnTo>
                  <a:pt x="2298" y="1223"/>
                </a:lnTo>
                <a:lnTo>
                  <a:pt x="2298" y="1222"/>
                </a:lnTo>
                <a:lnTo>
                  <a:pt x="2297" y="1220"/>
                </a:lnTo>
                <a:lnTo>
                  <a:pt x="2297" y="1219"/>
                </a:lnTo>
                <a:lnTo>
                  <a:pt x="2297" y="1218"/>
                </a:lnTo>
                <a:lnTo>
                  <a:pt x="2298" y="1217"/>
                </a:lnTo>
                <a:lnTo>
                  <a:pt x="2299" y="1217"/>
                </a:lnTo>
                <a:lnTo>
                  <a:pt x="2300" y="1218"/>
                </a:lnTo>
                <a:lnTo>
                  <a:pt x="2300" y="1219"/>
                </a:lnTo>
                <a:lnTo>
                  <a:pt x="2303" y="1220"/>
                </a:lnTo>
                <a:lnTo>
                  <a:pt x="2303" y="1219"/>
                </a:lnTo>
                <a:lnTo>
                  <a:pt x="2304" y="1219"/>
                </a:lnTo>
                <a:lnTo>
                  <a:pt x="2305" y="1219"/>
                </a:lnTo>
                <a:lnTo>
                  <a:pt x="2307" y="1220"/>
                </a:lnTo>
                <a:lnTo>
                  <a:pt x="2307" y="1221"/>
                </a:lnTo>
                <a:lnTo>
                  <a:pt x="2308" y="1221"/>
                </a:lnTo>
                <a:lnTo>
                  <a:pt x="2308" y="1222"/>
                </a:lnTo>
                <a:lnTo>
                  <a:pt x="2309" y="1221"/>
                </a:lnTo>
                <a:lnTo>
                  <a:pt x="2310" y="1220"/>
                </a:lnTo>
                <a:lnTo>
                  <a:pt x="2311" y="1219"/>
                </a:lnTo>
                <a:lnTo>
                  <a:pt x="2314" y="1218"/>
                </a:lnTo>
                <a:lnTo>
                  <a:pt x="2315" y="1218"/>
                </a:lnTo>
                <a:lnTo>
                  <a:pt x="2318" y="1217"/>
                </a:lnTo>
                <a:lnTo>
                  <a:pt x="2319" y="1216"/>
                </a:lnTo>
                <a:lnTo>
                  <a:pt x="2322" y="1216"/>
                </a:lnTo>
                <a:lnTo>
                  <a:pt x="2326" y="1220"/>
                </a:lnTo>
                <a:lnTo>
                  <a:pt x="2331" y="1225"/>
                </a:lnTo>
                <a:lnTo>
                  <a:pt x="2332" y="1225"/>
                </a:lnTo>
                <a:lnTo>
                  <a:pt x="2334" y="1224"/>
                </a:lnTo>
                <a:lnTo>
                  <a:pt x="2336" y="1225"/>
                </a:lnTo>
                <a:lnTo>
                  <a:pt x="2337" y="1226"/>
                </a:lnTo>
                <a:lnTo>
                  <a:pt x="2338" y="1229"/>
                </a:lnTo>
                <a:lnTo>
                  <a:pt x="2338" y="1231"/>
                </a:lnTo>
                <a:lnTo>
                  <a:pt x="2339" y="1231"/>
                </a:lnTo>
                <a:lnTo>
                  <a:pt x="2338" y="1232"/>
                </a:lnTo>
                <a:lnTo>
                  <a:pt x="2338" y="1233"/>
                </a:lnTo>
                <a:lnTo>
                  <a:pt x="2339" y="1233"/>
                </a:lnTo>
                <a:lnTo>
                  <a:pt x="2338" y="1235"/>
                </a:lnTo>
                <a:lnTo>
                  <a:pt x="2338" y="1237"/>
                </a:lnTo>
                <a:lnTo>
                  <a:pt x="2337" y="1236"/>
                </a:lnTo>
                <a:lnTo>
                  <a:pt x="2337" y="1237"/>
                </a:lnTo>
                <a:lnTo>
                  <a:pt x="2338" y="1237"/>
                </a:lnTo>
                <a:lnTo>
                  <a:pt x="2339" y="1238"/>
                </a:lnTo>
                <a:lnTo>
                  <a:pt x="2338" y="1239"/>
                </a:lnTo>
                <a:lnTo>
                  <a:pt x="2338" y="1240"/>
                </a:lnTo>
                <a:lnTo>
                  <a:pt x="2339" y="1241"/>
                </a:lnTo>
                <a:lnTo>
                  <a:pt x="2340" y="1242"/>
                </a:lnTo>
                <a:lnTo>
                  <a:pt x="2339" y="1242"/>
                </a:lnTo>
                <a:lnTo>
                  <a:pt x="2339" y="1243"/>
                </a:lnTo>
                <a:lnTo>
                  <a:pt x="2340" y="1247"/>
                </a:lnTo>
                <a:lnTo>
                  <a:pt x="2340" y="1250"/>
                </a:lnTo>
                <a:lnTo>
                  <a:pt x="2341" y="1250"/>
                </a:lnTo>
                <a:lnTo>
                  <a:pt x="2342" y="1252"/>
                </a:lnTo>
                <a:lnTo>
                  <a:pt x="2342" y="1255"/>
                </a:lnTo>
                <a:lnTo>
                  <a:pt x="2342" y="1257"/>
                </a:lnTo>
                <a:lnTo>
                  <a:pt x="2342" y="1258"/>
                </a:lnTo>
                <a:lnTo>
                  <a:pt x="2342" y="1259"/>
                </a:lnTo>
                <a:lnTo>
                  <a:pt x="2343" y="1262"/>
                </a:lnTo>
                <a:lnTo>
                  <a:pt x="2343" y="1263"/>
                </a:lnTo>
                <a:lnTo>
                  <a:pt x="2344" y="1263"/>
                </a:lnTo>
                <a:lnTo>
                  <a:pt x="2345" y="1263"/>
                </a:lnTo>
                <a:lnTo>
                  <a:pt x="2347" y="1261"/>
                </a:lnTo>
                <a:lnTo>
                  <a:pt x="2346" y="1261"/>
                </a:lnTo>
                <a:lnTo>
                  <a:pt x="2346" y="1260"/>
                </a:lnTo>
                <a:lnTo>
                  <a:pt x="2347" y="1260"/>
                </a:lnTo>
                <a:lnTo>
                  <a:pt x="2348" y="1260"/>
                </a:lnTo>
                <a:lnTo>
                  <a:pt x="2348" y="1262"/>
                </a:lnTo>
                <a:lnTo>
                  <a:pt x="2349" y="1262"/>
                </a:lnTo>
                <a:lnTo>
                  <a:pt x="2351" y="1263"/>
                </a:lnTo>
                <a:lnTo>
                  <a:pt x="2352" y="1265"/>
                </a:lnTo>
                <a:lnTo>
                  <a:pt x="2353" y="1264"/>
                </a:lnTo>
                <a:lnTo>
                  <a:pt x="2354" y="1264"/>
                </a:lnTo>
                <a:lnTo>
                  <a:pt x="2355" y="1264"/>
                </a:lnTo>
                <a:lnTo>
                  <a:pt x="2357" y="1264"/>
                </a:lnTo>
                <a:lnTo>
                  <a:pt x="2358" y="1265"/>
                </a:lnTo>
                <a:lnTo>
                  <a:pt x="2360" y="1265"/>
                </a:lnTo>
                <a:lnTo>
                  <a:pt x="2361" y="1265"/>
                </a:lnTo>
                <a:lnTo>
                  <a:pt x="2361" y="1266"/>
                </a:lnTo>
                <a:lnTo>
                  <a:pt x="2362" y="1265"/>
                </a:lnTo>
                <a:lnTo>
                  <a:pt x="2362" y="1264"/>
                </a:lnTo>
                <a:lnTo>
                  <a:pt x="2363" y="1263"/>
                </a:lnTo>
                <a:lnTo>
                  <a:pt x="2364" y="1264"/>
                </a:lnTo>
                <a:lnTo>
                  <a:pt x="2365" y="1264"/>
                </a:lnTo>
                <a:lnTo>
                  <a:pt x="2365" y="1265"/>
                </a:lnTo>
                <a:lnTo>
                  <a:pt x="2365" y="1267"/>
                </a:lnTo>
                <a:lnTo>
                  <a:pt x="2365" y="1268"/>
                </a:lnTo>
                <a:lnTo>
                  <a:pt x="2365" y="1267"/>
                </a:lnTo>
                <a:lnTo>
                  <a:pt x="2367" y="1266"/>
                </a:lnTo>
                <a:lnTo>
                  <a:pt x="2367" y="1265"/>
                </a:lnTo>
                <a:lnTo>
                  <a:pt x="2367" y="1264"/>
                </a:lnTo>
                <a:lnTo>
                  <a:pt x="2368" y="1264"/>
                </a:lnTo>
                <a:lnTo>
                  <a:pt x="2369" y="1264"/>
                </a:lnTo>
                <a:lnTo>
                  <a:pt x="2371" y="1262"/>
                </a:lnTo>
                <a:lnTo>
                  <a:pt x="2372" y="1262"/>
                </a:lnTo>
                <a:lnTo>
                  <a:pt x="2373" y="1263"/>
                </a:lnTo>
                <a:lnTo>
                  <a:pt x="2372" y="1263"/>
                </a:lnTo>
                <a:lnTo>
                  <a:pt x="2372" y="1265"/>
                </a:lnTo>
                <a:lnTo>
                  <a:pt x="2372" y="1266"/>
                </a:lnTo>
                <a:lnTo>
                  <a:pt x="2373" y="1266"/>
                </a:lnTo>
                <a:lnTo>
                  <a:pt x="2375" y="1268"/>
                </a:lnTo>
                <a:lnTo>
                  <a:pt x="2376" y="1269"/>
                </a:lnTo>
                <a:lnTo>
                  <a:pt x="2377" y="1269"/>
                </a:lnTo>
                <a:lnTo>
                  <a:pt x="2379" y="1271"/>
                </a:lnTo>
                <a:lnTo>
                  <a:pt x="2380" y="1272"/>
                </a:lnTo>
                <a:lnTo>
                  <a:pt x="2380" y="1273"/>
                </a:lnTo>
                <a:lnTo>
                  <a:pt x="2379" y="1274"/>
                </a:lnTo>
                <a:lnTo>
                  <a:pt x="2378" y="1275"/>
                </a:lnTo>
                <a:lnTo>
                  <a:pt x="2379" y="1275"/>
                </a:lnTo>
                <a:lnTo>
                  <a:pt x="2380" y="1276"/>
                </a:lnTo>
                <a:lnTo>
                  <a:pt x="2380" y="1277"/>
                </a:lnTo>
                <a:lnTo>
                  <a:pt x="2380" y="1276"/>
                </a:lnTo>
                <a:lnTo>
                  <a:pt x="2379" y="1277"/>
                </a:lnTo>
                <a:lnTo>
                  <a:pt x="2380" y="1280"/>
                </a:lnTo>
                <a:lnTo>
                  <a:pt x="2381" y="1280"/>
                </a:lnTo>
                <a:lnTo>
                  <a:pt x="2382" y="1281"/>
                </a:lnTo>
                <a:lnTo>
                  <a:pt x="2382" y="1280"/>
                </a:lnTo>
                <a:lnTo>
                  <a:pt x="2382" y="1279"/>
                </a:lnTo>
                <a:lnTo>
                  <a:pt x="2382" y="1278"/>
                </a:lnTo>
                <a:lnTo>
                  <a:pt x="2383" y="1278"/>
                </a:lnTo>
                <a:lnTo>
                  <a:pt x="2383" y="1279"/>
                </a:lnTo>
                <a:lnTo>
                  <a:pt x="2384" y="1279"/>
                </a:lnTo>
                <a:lnTo>
                  <a:pt x="2385" y="1279"/>
                </a:lnTo>
                <a:lnTo>
                  <a:pt x="2386" y="1278"/>
                </a:lnTo>
                <a:lnTo>
                  <a:pt x="2387" y="1278"/>
                </a:lnTo>
                <a:lnTo>
                  <a:pt x="2388" y="1278"/>
                </a:lnTo>
                <a:lnTo>
                  <a:pt x="2390" y="1278"/>
                </a:lnTo>
                <a:lnTo>
                  <a:pt x="2391" y="1279"/>
                </a:lnTo>
                <a:lnTo>
                  <a:pt x="2391" y="1280"/>
                </a:lnTo>
                <a:lnTo>
                  <a:pt x="2396" y="1281"/>
                </a:lnTo>
                <a:lnTo>
                  <a:pt x="2397" y="1281"/>
                </a:lnTo>
                <a:lnTo>
                  <a:pt x="2399" y="1280"/>
                </a:lnTo>
                <a:lnTo>
                  <a:pt x="2400" y="1280"/>
                </a:lnTo>
                <a:lnTo>
                  <a:pt x="2401" y="1279"/>
                </a:lnTo>
                <a:lnTo>
                  <a:pt x="2403" y="1279"/>
                </a:lnTo>
                <a:lnTo>
                  <a:pt x="2405" y="1280"/>
                </a:lnTo>
                <a:lnTo>
                  <a:pt x="2406" y="1282"/>
                </a:lnTo>
                <a:lnTo>
                  <a:pt x="2405" y="1282"/>
                </a:lnTo>
                <a:lnTo>
                  <a:pt x="2406" y="1283"/>
                </a:lnTo>
                <a:lnTo>
                  <a:pt x="2407" y="1284"/>
                </a:lnTo>
                <a:lnTo>
                  <a:pt x="2408" y="1284"/>
                </a:lnTo>
                <a:lnTo>
                  <a:pt x="2410" y="1284"/>
                </a:lnTo>
                <a:lnTo>
                  <a:pt x="2411" y="1284"/>
                </a:lnTo>
                <a:lnTo>
                  <a:pt x="2412" y="1284"/>
                </a:lnTo>
                <a:lnTo>
                  <a:pt x="2412" y="1283"/>
                </a:lnTo>
                <a:lnTo>
                  <a:pt x="2411" y="1282"/>
                </a:lnTo>
                <a:lnTo>
                  <a:pt x="2412" y="1282"/>
                </a:lnTo>
                <a:lnTo>
                  <a:pt x="2413" y="1282"/>
                </a:lnTo>
                <a:lnTo>
                  <a:pt x="2414" y="1282"/>
                </a:lnTo>
                <a:lnTo>
                  <a:pt x="2416" y="1284"/>
                </a:lnTo>
                <a:lnTo>
                  <a:pt x="2418" y="1286"/>
                </a:lnTo>
                <a:lnTo>
                  <a:pt x="2418" y="1285"/>
                </a:lnTo>
                <a:lnTo>
                  <a:pt x="2419" y="1285"/>
                </a:lnTo>
                <a:lnTo>
                  <a:pt x="2419" y="1287"/>
                </a:lnTo>
                <a:lnTo>
                  <a:pt x="2420" y="1287"/>
                </a:lnTo>
                <a:lnTo>
                  <a:pt x="2424" y="1289"/>
                </a:lnTo>
                <a:lnTo>
                  <a:pt x="2426" y="1289"/>
                </a:lnTo>
                <a:lnTo>
                  <a:pt x="2427" y="1289"/>
                </a:lnTo>
                <a:lnTo>
                  <a:pt x="2427" y="1288"/>
                </a:lnTo>
                <a:lnTo>
                  <a:pt x="2427" y="1287"/>
                </a:lnTo>
                <a:lnTo>
                  <a:pt x="2428" y="1287"/>
                </a:lnTo>
                <a:lnTo>
                  <a:pt x="2428" y="1288"/>
                </a:lnTo>
                <a:lnTo>
                  <a:pt x="2430" y="1288"/>
                </a:lnTo>
                <a:lnTo>
                  <a:pt x="2430" y="1289"/>
                </a:lnTo>
                <a:lnTo>
                  <a:pt x="2431" y="1290"/>
                </a:lnTo>
                <a:lnTo>
                  <a:pt x="2432" y="1290"/>
                </a:lnTo>
                <a:lnTo>
                  <a:pt x="2433" y="1291"/>
                </a:lnTo>
                <a:lnTo>
                  <a:pt x="2434" y="1291"/>
                </a:lnTo>
                <a:lnTo>
                  <a:pt x="2434" y="1292"/>
                </a:lnTo>
                <a:lnTo>
                  <a:pt x="2436" y="1295"/>
                </a:lnTo>
                <a:lnTo>
                  <a:pt x="2437" y="1295"/>
                </a:lnTo>
                <a:lnTo>
                  <a:pt x="2439" y="1295"/>
                </a:lnTo>
                <a:lnTo>
                  <a:pt x="2440" y="1295"/>
                </a:lnTo>
                <a:lnTo>
                  <a:pt x="2441" y="1297"/>
                </a:lnTo>
                <a:lnTo>
                  <a:pt x="2442" y="1298"/>
                </a:lnTo>
                <a:lnTo>
                  <a:pt x="2442" y="1299"/>
                </a:lnTo>
                <a:lnTo>
                  <a:pt x="2442" y="1298"/>
                </a:lnTo>
                <a:lnTo>
                  <a:pt x="2442" y="1299"/>
                </a:lnTo>
                <a:lnTo>
                  <a:pt x="2443" y="1300"/>
                </a:lnTo>
                <a:lnTo>
                  <a:pt x="2443" y="1301"/>
                </a:lnTo>
                <a:lnTo>
                  <a:pt x="2444" y="1302"/>
                </a:lnTo>
                <a:lnTo>
                  <a:pt x="2444" y="1303"/>
                </a:lnTo>
                <a:lnTo>
                  <a:pt x="2445" y="1303"/>
                </a:lnTo>
                <a:lnTo>
                  <a:pt x="2445" y="1302"/>
                </a:lnTo>
                <a:lnTo>
                  <a:pt x="2446" y="1303"/>
                </a:lnTo>
                <a:lnTo>
                  <a:pt x="2446" y="1304"/>
                </a:lnTo>
                <a:lnTo>
                  <a:pt x="2447" y="1308"/>
                </a:lnTo>
                <a:lnTo>
                  <a:pt x="2447" y="1309"/>
                </a:lnTo>
                <a:lnTo>
                  <a:pt x="2446" y="1309"/>
                </a:lnTo>
                <a:lnTo>
                  <a:pt x="2446" y="1310"/>
                </a:lnTo>
                <a:lnTo>
                  <a:pt x="2446" y="1313"/>
                </a:lnTo>
                <a:lnTo>
                  <a:pt x="2446" y="1314"/>
                </a:lnTo>
                <a:lnTo>
                  <a:pt x="2447" y="1314"/>
                </a:lnTo>
                <a:lnTo>
                  <a:pt x="2449" y="1313"/>
                </a:lnTo>
                <a:lnTo>
                  <a:pt x="2451" y="1313"/>
                </a:lnTo>
                <a:lnTo>
                  <a:pt x="2452" y="1311"/>
                </a:lnTo>
                <a:lnTo>
                  <a:pt x="2452" y="1312"/>
                </a:lnTo>
                <a:lnTo>
                  <a:pt x="2452" y="1313"/>
                </a:lnTo>
                <a:lnTo>
                  <a:pt x="2453" y="1314"/>
                </a:lnTo>
                <a:lnTo>
                  <a:pt x="2454" y="1314"/>
                </a:lnTo>
                <a:lnTo>
                  <a:pt x="2454" y="1312"/>
                </a:lnTo>
                <a:lnTo>
                  <a:pt x="2454" y="1311"/>
                </a:lnTo>
                <a:lnTo>
                  <a:pt x="2454" y="1310"/>
                </a:lnTo>
                <a:lnTo>
                  <a:pt x="2454" y="1309"/>
                </a:lnTo>
                <a:lnTo>
                  <a:pt x="2456" y="1308"/>
                </a:lnTo>
                <a:lnTo>
                  <a:pt x="2457" y="1308"/>
                </a:lnTo>
                <a:lnTo>
                  <a:pt x="2458" y="1308"/>
                </a:lnTo>
                <a:lnTo>
                  <a:pt x="2460" y="1310"/>
                </a:lnTo>
                <a:lnTo>
                  <a:pt x="2460" y="1311"/>
                </a:lnTo>
                <a:lnTo>
                  <a:pt x="2460" y="1312"/>
                </a:lnTo>
                <a:lnTo>
                  <a:pt x="2460" y="1315"/>
                </a:lnTo>
                <a:lnTo>
                  <a:pt x="2459" y="1316"/>
                </a:lnTo>
                <a:lnTo>
                  <a:pt x="2458" y="1316"/>
                </a:lnTo>
                <a:lnTo>
                  <a:pt x="2457" y="1315"/>
                </a:lnTo>
                <a:lnTo>
                  <a:pt x="2456" y="1316"/>
                </a:lnTo>
                <a:lnTo>
                  <a:pt x="2456" y="1317"/>
                </a:lnTo>
                <a:lnTo>
                  <a:pt x="2457" y="1318"/>
                </a:lnTo>
                <a:lnTo>
                  <a:pt x="2458" y="1318"/>
                </a:lnTo>
                <a:lnTo>
                  <a:pt x="2458" y="1319"/>
                </a:lnTo>
                <a:lnTo>
                  <a:pt x="2461" y="1321"/>
                </a:lnTo>
                <a:lnTo>
                  <a:pt x="2463" y="1324"/>
                </a:lnTo>
                <a:lnTo>
                  <a:pt x="2466" y="1326"/>
                </a:lnTo>
                <a:lnTo>
                  <a:pt x="2468" y="1324"/>
                </a:lnTo>
                <a:lnTo>
                  <a:pt x="2469" y="1322"/>
                </a:lnTo>
                <a:lnTo>
                  <a:pt x="2470" y="1322"/>
                </a:lnTo>
                <a:lnTo>
                  <a:pt x="2471" y="1323"/>
                </a:lnTo>
                <a:lnTo>
                  <a:pt x="2472" y="1323"/>
                </a:lnTo>
                <a:lnTo>
                  <a:pt x="2472" y="1324"/>
                </a:lnTo>
                <a:lnTo>
                  <a:pt x="2471" y="1324"/>
                </a:lnTo>
                <a:lnTo>
                  <a:pt x="2471" y="1325"/>
                </a:lnTo>
                <a:lnTo>
                  <a:pt x="2471" y="1326"/>
                </a:lnTo>
                <a:lnTo>
                  <a:pt x="2471" y="1327"/>
                </a:lnTo>
                <a:lnTo>
                  <a:pt x="2471" y="1328"/>
                </a:lnTo>
                <a:lnTo>
                  <a:pt x="2472" y="1328"/>
                </a:lnTo>
                <a:lnTo>
                  <a:pt x="2473" y="1328"/>
                </a:lnTo>
                <a:lnTo>
                  <a:pt x="2473" y="1327"/>
                </a:lnTo>
                <a:lnTo>
                  <a:pt x="2475" y="1326"/>
                </a:lnTo>
                <a:lnTo>
                  <a:pt x="2478" y="1328"/>
                </a:lnTo>
                <a:lnTo>
                  <a:pt x="2479" y="1328"/>
                </a:lnTo>
                <a:lnTo>
                  <a:pt x="2479" y="1329"/>
                </a:lnTo>
                <a:lnTo>
                  <a:pt x="2479" y="1330"/>
                </a:lnTo>
                <a:lnTo>
                  <a:pt x="2479" y="1332"/>
                </a:lnTo>
                <a:lnTo>
                  <a:pt x="2480" y="1332"/>
                </a:lnTo>
                <a:lnTo>
                  <a:pt x="2481" y="1333"/>
                </a:lnTo>
                <a:lnTo>
                  <a:pt x="2482" y="1333"/>
                </a:lnTo>
                <a:lnTo>
                  <a:pt x="2484" y="1330"/>
                </a:lnTo>
                <a:lnTo>
                  <a:pt x="2485" y="1329"/>
                </a:lnTo>
                <a:lnTo>
                  <a:pt x="2486" y="1326"/>
                </a:lnTo>
                <a:lnTo>
                  <a:pt x="2486" y="1325"/>
                </a:lnTo>
                <a:lnTo>
                  <a:pt x="2486" y="1324"/>
                </a:lnTo>
                <a:lnTo>
                  <a:pt x="2486" y="1323"/>
                </a:lnTo>
                <a:lnTo>
                  <a:pt x="2487" y="1322"/>
                </a:lnTo>
                <a:lnTo>
                  <a:pt x="2488" y="1319"/>
                </a:lnTo>
                <a:lnTo>
                  <a:pt x="2489" y="1317"/>
                </a:lnTo>
                <a:lnTo>
                  <a:pt x="2490" y="1317"/>
                </a:lnTo>
                <a:lnTo>
                  <a:pt x="2492" y="1317"/>
                </a:lnTo>
                <a:lnTo>
                  <a:pt x="2492" y="1318"/>
                </a:lnTo>
                <a:lnTo>
                  <a:pt x="2491" y="1319"/>
                </a:lnTo>
                <a:lnTo>
                  <a:pt x="2490" y="1323"/>
                </a:lnTo>
                <a:lnTo>
                  <a:pt x="2490" y="1325"/>
                </a:lnTo>
                <a:lnTo>
                  <a:pt x="2490" y="1329"/>
                </a:lnTo>
                <a:lnTo>
                  <a:pt x="2491" y="1330"/>
                </a:lnTo>
                <a:lnTo>
                  <a:pt x="2492" y="1330"/>
                </a:lnTo>
                <a:lnTo>
                  <a:pt x="2495" y="1330"/>
                </a:lnTo>
                <a:lnTo>
                  <a:pt x="2496" y="1330"/>
                </a:lnTo>
                <a:lnTo>
                  <a:pt x="2497" y="1333"/>
                </a:lnTo>
                <a:lnTo>
                  <a:pt x="2498" y="1335"/>
                </a:lnTo>
                <a:lnTo>
                  <a:pt x="2499" y="1335"/>
                </a:lnTo>
                <a:lnTo>
                  <a:pt x="2499" y="1334"/>
                </a:lnTo>
                <a:lnTo>
                  <a:pt x="2499" y="1333"/>
                </a:lnTo>
                <a:lnTo>
                  <a:pt x="2499" y="1332"/>
                </a:lnTo>
                <a:lnTo>
                  <a:pt x="2499" y="1331"/>
                </a:lnTo>
                <a:lnTo>
                  <a:pt x="2500" y="1331"/>
                </a:lnTo>
                <a:lnTo>
                  <a:pt x="2500" y="1330"/>
                </a:lnTo>
                <a:lnTo>
                  <a:pt x="2501" y="1331"/>
                </a:lnTo>
                <a:lnTo>
                  <a:pt x="2502" y="1332"/>
                </a:lnTo>
                <a:lnTo>
                  <a:pt x="2503" y="1333"/>
                </a:lnTo>
                <a:lnTo>
                  <a:pt x="2504" y="1333"/>
                </a:lnTo>
                <a:lnTo>
                  <a:pt x="2504" y="1330"/>
                </a:lnTo>
                <a:lnTo>
                  <a:pt x="2505" y="1330"/>
                </a:lnTo>
                <a:lnTo>
                  <a:pt x="2509" y="1332"/>
                </a:lnTo>
                <a:lnTo>
                  <a:pt x="2513" y="1332"/>
                </a:lnTo>
                <a:lnTo>
                  <a:pt x="2514" y="1334"/>
                </a:lnTo>
                <a:lnTo>
                  <a:pt x="2515" y="1334"/>
                </a:lnTo>
                <a:lnTo>
                  <a:pt x="2516" y="1339"/>
                </a:lnTo>
                <a:lnTo>
                  <a:pt x="2518" y="1341"/>
                </a:lnTo>
                <a:lnTo>
                  <a:pt x="2521" y="1344"/>
                </a:lnTo>
                <a:lnTo>
                  <a:pt x="2523" y="1349"/>
                </a:lnTo>
                <a:lnTo>
                  <a:pt x="2523" y="1351"/>
                </a:lnTo>
                <a:lnTo>
                  <a:pt x="2522" y="1354"/>
                </a:lnTo>
                <a:lnTo>
                  <a:pt x="2522" y="1355"/>
                </a:lnTo>
                <a:lnTo>
                  <a:pt x="2523" y="1355"/>
                </a:lnTo>
                <a:lnTo>
                  <a:pt x="2526" y="1356"/>
                </a:lnTo>
                <a:lnTo>
                  <a:pt x="2528" y="1357"/>
                </a:lnTo>
                <a:lnTo>
                  <a:pt x="2534" y="1359"/>
                </a:lnTo>
                <a:lnTo>
                  <a:pt x="2538" y="1360"/>
                </a:lnTo>
                <a:lnTo>
                  <a:pt x="2538" y="1359"/>
                </a:lnTo>
                <a:lnTo>
                  <a:pt x="2540" y="1356"/>
                </a:lnTo>
                <a:lnTo>
                  <a:pt x="2541" y="1354"/>
                </a:lnTo>
                <a:lnTo>
                  <a:pt x="2541" y="1353"/>
                </a:lnTo>
                <a:lnTo>
                  <a:pt x="2540" y="1353"/>
                </a:lnTo>
                <a:lnTo>
                  <a:pt x="2540" y="1352"/>
                </a:lnTo>
                <a:lnTo>
                  <a:pt x="2540" y="1351"/>
                </a:lnTo>
                <a:lnTo>
                  <a:pt x="2539" y="1351"/>
                </a:lnTo>
                <a:lnTo>
                  <a:pt x="2539" y="1350"/>
                </a:lnTo>
                <a:lnTo>
                  <a:pt x="2540" y="1349"/>
                </a:lnTo>
                <a:lnTo>
                  <a:pt x="2540" y="1348"/>
                </a:lnTo>
                <a:lnTo>
                  <a:pt x="2541" y="1350"/>
                </a:lnTo>
                <a:lnTo>
                  <a:pt x="2542" y="1351"/>
                </a:lnTo>
                <a:lnTo>
                  <a:pt x="2546" y="1353"/>
                </a:lnTo>
                <a:lnTo>
                  <a:pt x="2548" y="1356"/>
                </a:lnTo>
                <a:lnTo>
                  <a:pt x="2549" y="1357"/>
                </a:lnTo>
                <a:lnTo>
                  <a:pt x="2550" y="1356"/>
                </a:lnTo>
                <a:lnTo>
                  <a:pt x="2551" y="1356"/>
                </a:lnTo>
                <a:lnTo>
                  <a:pt x="2552" y="1357"/>
                </a:lnTo>
                <a:lnTo>
                  <a:pt x="2554" y="1358"/>
                </a:lnTo>
                <a:lnTo>
                  <a:pt x="2555" y="1358"/>
                </a:lnTo>
                <a:lnTo>
                  <a:pt x="2555" y="1357"/>
                </a:lnTo>
                <a:lnTo>
                  <a:pt x="2556" y="1356"/>
                </a:lnTo>
                <a:lnTo>
                  <a:pt x="2557" y="1355"/>
                </a:lnTo>
                <a:lnTo>
                  <a:pt x="2557" y="1356"/>
                </a:lnTo>
                <a:lnTo>
                  <a:pt x="2558" y="1356"/>
                </a:lnTo>
                <a:lnTo>
                  <a:pt x="2559" y="1358"/>
                </a:lnTo>
                <a:lnTo>
                  <a:pt x="2559" y="1359"/>
                </a:lnTo>
                <a:lnTo>
                  <a:pt x="2560" y="1360"/>
                </a:lnTo>
                <a:lnTo>
                  <a:pt x="2561" y="1363"/>
                </a:lnTo>
                <a:lnTo>
                  <a:pt x="2563" y="1366"/>
                </a:lnTo>
                <a:lnTo>
                  <a:pt x="2563" y="1367"/>
                </a:lnTo>
                <a:lnTo>
                  <a:pt x="2562" y="1372"/>
                </a:lnTo>
                <a:lnTo>
                  <a:pt x="2562" y="1381"/>
                </a:lnTo>
                <a:lnTo>
                  <a:pt x="2562" y="1382"/>
                </a:lnTo>
                <a:lnTo>
                  <a:pt x="2563" y="1385"/>
                </a:lnTo>
                <a:lnTo>
                  <a:pt x="2565" y="1389"/>
                </a:lnTo>
                <a:lnTo>
                  <a:pt x="2564" y="1392"/>
                </a:lnTo>
                <a:lnTo>
                  <a:pt x="2564" y="1396"/>
                </a:lnTo>
                <a:lnTo>
                  <a:pt x="2565" y="1400"/>
                </a:lnTo>
                <a:lnTo>
                  <a:pt x="2566" y="1402"/>
                </a:lnTo>
                <a:lnTo>
                  <a:pt x="2567" y="1403"/>
                </a:lnTo>
                <a:lnTo>
                  <a:pt x="2570" y="1407"/>
                </a:lnTo>
                <a:lnTo>
                  <a:pt x="2573" y="1412"/>
                </a:lnTo>
                <a:lnTo>
                  <a:pt x="2575" y="1414"/>
                </a:lnTo>
                <a:lnTo>
                  <a:pt x="2575" y="1416"/>
                </a:lnTo>
                <a:lnTo>
                  <a:pt x="2575" y="1417"/>
                </a:lnTo>
                <a:lnTo>
                  <a:pt x="2574" y="1418"/>
                </a:lnTo>
                <a:lnTo>
                  <a:pt x="2574" y="1419"/>
                </a:lnTo>
                <a:lnTo>
                  <a:pt x="2573" y="1421"/>
                </a:lnTo>
                <a:lnTo>
                  <a:pt x="2574" y="1422"/>
                </a:lnTo>
                <a:lnTo>
                  <a:pt x="2575" y="1423"/>
                </a:lnTo>
                <a:lnTo>
                  <a:pt x="2573" y="1425"/>
                </a:lnTo>
                <a:lnTo>
                  <a:pt x="2572" y="1427"/>
                </a:lnTo>
                <a:lnTo>
                  <a:pt x="2572" y="1428"/>
                </a:lnTo>
                <a:lnTo>
                  <a:pt x="2571" y="1428"/>
                </a:lnTo>
                <a:lnTo>
                  <a:pt x="2571" y="1429"/>
                </a:lnTo>
                <a:lnTo>
                  <a:pt x="2570" y="1435"/>
                </a:lnTo>
                <a:lnTo>
                  <a:pt x="2571" y="1436"/>
                </a:lnTo>
                <a:lnTo>
                  <a:pt x="2571" y="1439"/>
                </a:lnTo>
                <a:lnTo>
                  <a:pt x="2571" y="1440"/>
                </a:lnTo>
                <a:lnTo>
                  <a:pt x="2572" y="1441"/>
                </a:lnTo>
                <a:lnTo>
                  <a:pt x="2572" y="1442"/>
                </a:lnTo>
                <a:lnTo>
                  <a:pt x="2571" y="1443"/>
                </a:lnTo>
                <a:lnTo>
                  <a:pt x="2570" y="1444"/>
                </a:lnTo>
                <a:lnTo>
                  <a:pt x="2570" y="1446"/>
                </a:lnTo>
                <a:lnTo>
                  <a:pt x="2569" y="1447"/>
                </a:lnTo>
                <a:lnTo>
                  <a:pt x="2568" y="1448"/>
                </a:lnTo>
                <a:lnTo>
                  <a:pt x="2567" y="1449"/>
                </a:lnTo>
                <a:lnTo>
                  <a:pt x="2567" y="1450"/>
                </a:lnTo>
                <a:lnTo>
                  <a:pt x="2567" y="1451"/>
                </a:lnTo>
                <a:lnTo>
                  <a:pt x="2568" y="1452"/>
                </a:lnTo>
                <a:lnTo>
                  <a:pt x="2568" y="1455"/>
                </a:lnTo>
                <a:lnTo>
                  <a:pt x="2567" y="1457"/>
                </a:lnTo>
                <a:lnTo>
                  <a:pt x="2567" y="1458"/>
                </a:lnTo>
                <a:lnTo>
                  <a:pt x="2566" y="1458"/>
                </a:lnTo>
                <a:lnTo>
                  <a:pt x="2565" y="1458"/>
                </a:lnTo>
                <a:lnTo>
                  <a:pt x="2565" y="1457"/>
                </a:lnTo>
                <a:lnTo>
                  <a:pt x="2564" y="1457"/>
                </a:lnTo>
                <a:lnTo>
                  <a:pt x="2564" y="1458"/>
                </a:lnTo>
                <a:lnTo>
                  <a:pt x="2564" y="1459"/>
                </a:lnTo>
                <a:lnTo>
                  <a:pt x="2563" y="1460"/>
                </a:lnTo>
                <a:lnTo>
                  <a:pt x="2563" y="1459"/>
                </a:lnTo>
                <a:lnTo>
                  <a:pt x="2562" y="1458"/>
                </a:lnTo>
                <a:lnTo>
                  <a:pt x="2561" y="1458"/>
                </a:lnTo>
                <a:lnTo>
                  <a:pt x="2560" y="1458"/>
                </a:lnTo>
                <a:lnTo>
                  <a:pt x="2559" y="1459"/>
                </a:lnTo>
                <a:lnTo>
                  <a:pt x="2558" y="1458"/>
                </a:lnTo>
                <a:lnTo>
                  <a:pt x="2557" y="1458"/>
                </a:lnTo>
                <a:lnTo>
                  <a:pt x="2556" y="1457"/>
                </a:lnTo>
                <a:lnTo>
                  <a:pt x="2555" y="1458"/>
                </a:lnTo>
                <a:lnTo>
                  <a:pt x="2556" y="1458"/>
                </a:lnTo>
                <a:lnTo>
                  <a:pt x="2555" y="1459"/>
                </a:lnTo>
                <a:lnTo>
                  <a:pt x="2554" y="1459"/>
                </a:lnTo>
                <a:lnTo>
                  <a:pt x="2553" y="1459"/>
                </a:lnTo>
                <a:lnTo>
                  <a:pt x="2552" y="1461"/>
                </a:lnTo>
                <a:lnTo>
                  <a:pt x="2552" y="1462"/>
                </a:lnTo>
                <a:lnTo>
                  <a:pt x="2553" y="1462"/>
                </a:lnTo>
                <a:lnTo>
                  <a:pt x="2552" y="1463"/>
                </a:lnTo>
                <a:lnTo>
                  <a:pt x="2552" y="1464"/>
                </a:lnTo>
                <a:lnTo>
                  <a:pt x="2549" y="1465"/>
                </a:lnTo>
                <a:lnTo>
                  <a:pt x="2548" y="1466"/>
                </a:lnTo>
                <a:lnTo>
                  <a:pt x="2547" y="1466"/>
                </a:lnTo>
                <a:lnTo>
                  <a:pt x="2546" y="1466"/>
                </a:lnTo>
                <a:lnTo>
                  <a:pt x="2545" y="1468"/>
                </a:lnTo>
                <a:lnTo>
                  <a:pt x="2544" y="1469"/>
                </a:lnTo>
                <a:lnTo>
                  <a:pt x="2544" y="1470"/>
                </a:lnTo>
                <a:lnTo>
                  <a:pt x="2544" y="1471"/>
                </a:lnTo>
                <a:lnTo>
                  <a:pt x="2543" y="1471"/>
                </a:lnTo>
                <a:lnTo>
                  <a:pt x="2542" y="1473"/>
                </a:lnTo>
                <a:lnTo>
                  <a:pt x="2542" y="1474"/>
                </a:lnTo>
                <a:lnTo>
                  <a:pt x="2543" y="1475"/>
                </a:lnTo>
                <a:lnTo>
                  <a:pt x="2544" y="1475"/>
                </a:lnTo>
                <a:lnTo>
                  <a:pt x="2544" y="1476"/>
                </a:lnTo>
                <a:lnTo>
                  <a:pt x="2544" y="1478"/>
                </a:lnTo>
                <a:lnTo>
                  <a:pt x="2545" y="1478"/>
                </a:lnTo>
                <a:lnTo>
                  <a:pt x="2546" y="1479"/>
                </a:lnTo>
                <a:lnTo>
                  <a:pt x="2547" y="1481"/>
                </a:lnTo>
                <a:lnTo>
                  <a:pt x="2547" y="1482"/>
                </a:lnTo>
                <a:lnTo>
                  <a:pt x="2547" y="1483"/>
                </a:lnTo>
                <a:lnTo>
                  <a:pt x="2547" y="1484"/>
                </a:lnTo>
                <a:lnTo>
                  <a:pt x="2547" y="1488"/>
                </a:lnTo>
                <a:lnTo>
                  <a:pt x="2547" y="1489"/>
                </a:lnTo>
                <a:lnTo>
                  <a:pt x="2548" y="1490"/>
                </a:lnTo>
                <a:lnTo>
                  <a:pt x="2548" y="1491"/>
                </a:lnTo>
                <a:lnTo>
                  <a:pt x="2548" y="1492"/>
                </a:lnTo>
                <a:lnTo>
                  <a:pt x="2548" y="1494"/>
                </a:lnTo>
                <a:lnTo>
                  <a:pt x="2547" y="1494"/>
                </a:lnTo>
                <a:lnTo>
                  <a:pt x="2547" y="1495"/>
                </a:lnTo>
                <a:lnTo>
                  <a:pt x="2547" y="1496"/>
                </a:lnTo>
                <a:lnTo>
                  <a:pt x="2547" y="1497"/>
                </a:lnTo>
                <a:lnTo>
                  <a:pt x="2548" y="1498"/>
                </a:lnTo>
                <a:lnTo>
                  <a:pt x="2549" y="1498"/>
                </a:lnTo>
                <a:lnTo>
                  <a:pt x="2548" y="1499"/>
                </a:lnTo>
                <a:lnTo>
                  <a:pt x="2549" y="1499"/>
                </a:lnTo>
                <a:lnTo>
                  <a:pt x="2549" y="1502"/>
                </a:lnTo>
                <a:lnTo>
                  <a:pt x="2548" y="1503"/>
                </a:lnTo>
                <a:lnTo>
                  <a:pt x="2548" y="1504"/>
                </a:lnTo>
                <a:lnTo>
                  <a:pt x="2547" y="1504"/>
                </a:lnTo>
                <a:lnTo>
                  <a:pt x="2546" y="1504"/>
                </a:lnTo>
                <a:lnTo>
                  <a:pt x="2546" y="1505"/>
                </a:lnTo>
                <a:lnTo>
                  <a:pt x="2546" y="1506"/>
                </a:lnTo>
                <a:lnTo>
                  <a:pt x="2547" y="1506"/>
                </a:lnTo>
                <a:lnTo>
                  <a:pt x="2548" y="1506"/>
                </a:lnTo>
                <a:lnTo>
                  <a:pt x="2548" y="1507"/>
                </a:lnTo>
                <a:lnTo>
                  <a:pt x="2548" y="1508"/>
                </a:lnTo>
                <a:lnTo>
                  <a:pt x="2547" y="1509"/>
                </a:lnTo>
                <a:lnTo>
                  <a:pt x="2547" y="1510"/>
                </a:lnTo>
                <a:lnTo>
                  <a:pt x="2548" y="1511"/>
                </a:lnTo>
                <a:lnTo>
                  <a:pt x="2548" y="1512"/>
                </a:lnTo>
                <a:lnTo>
                  <a:pt x="2549" y="1512"/>
                </a:lnTo>
                <a:lnTo>
                  <a:pt x="2549" y="1513"/>
                </a:lnTo>
                <a:lnTo>
                  <a:pt x="2548" y="1515"/>
                </a:lnTo>
                <a:lnTo>
                  <a:pt x="2548" y="1517"/>
                </a:lnTo>
                <a:lnTo>
                  <a:pt x="2547" y="1519"/>
                </a:lnTo>
                <a:lnTo>
                  <a:pt x="2547" y="1520"/>
                </a:lnTo>
                <a:lnTo>
                  <a:pt x="2548" y="1520"/>
                </a:lnTo>
                <a:lnTo>
                  <a:pt x="2549" y="1521"/>
                </a:lnTo>
                <a:lnTo>
                  <a:pt x="2549" y="1522"/>
                </a:lnTo>
                <a:lnTo>
                  <a:pt x="2550" y="1523"/>
                </a:lnTo>
                <a:lnTo>
                  <a:pt x="2550" y="1525"/>
                </a:lnTo>
                <a:lnTo>
                  <a:pt x="2551" y="1527"/>
                </a:lnTo>
                <a:lnTo>
                  <a:pt x="2551" y="1528"/>
                </a:lnTo>
                <a:lnTo>
                  <a:pt x="2551" y="1529"/>
                </a:lnTo>
                <a:lnTo>
                  <a:pt x="2552" y="1530"/>
                </a:lnTo>
                <a:lnTo>
                  <a:pt x="2554" y="1530"/>
                </a:lnTo>
                <a:lnTo>
                  <a:pt x="2555" y="1530"/>
                </a:lnTo>
                <a:lnTo>
                  <a:pt x="2555" y="1531"/>
                </a:lnTo>
                <a:lnTo>
                  <a:pt x="2555" y="1532"/>
                </a:lnTo>
                <a:lnTo>
                  <a:pt x="2556" y="1533"/>
                </a:lnTo>
                <a:lnTo>
                  <a:pt x="2557" y="1533"/>
                </a:lnTo>
                <a:lnTo>
                  <a:pt x="2558" y="1533"/>
                </a:lnTo>
                <a:lnTo>
                  <a:pt x="2559" y="1534"/>
                </a:lnTo>
                <a:lnTo>
                  <a:pt x="2559" y="1535"/>
                </a:lnTo>
                <a:lnTo>
                  <a:pt x="2560" y="1535"/>
                </a:lnTo>
                <a:lnTo>
                  <a:pt x="2561" y="1536"/>
                </a:lnTo>
                <a:lnTo>
                  <a:pt x="2562" y="1537"/>
                </a:lnTo>
                <a:lnTo>
                  <a:pt x="2563" y="1537"/>
                </a:lnTo>
                <a:lnTo>
                  <a:pt x="2564" y="1538"/>
                </a:lnTo>
                <a:lnTo>
                  <a:pt x="2564" y="1539"/>
                </a:lnTo>
                <a:lnTo>
                  <a:pt x="2565" y="1539"/>
                </a:lnTo>
                <a:lnTo>
                  <a:pt x="2565" y="1540"/>
                </a:lnTo>
                <a:lnTo>
                  <a:pt x="2564" y="1540"/>
                </a:lnTo>
                <a:lnTo>
                  <a:pt x="2564" y="1541"/>
                </a:lnTo>
                <a:lnTo>
                  <a:pt x="2565" y="1541"/>
                </a:lnTo>
                <a:lnTo>
                  <a:pt x="2565" y="1542"/>
                </a:lnTo>
                <a:lnTo>
                  <a:pt x="2565" y="1543"/>
                </a:lnTo>
                <a:lnTo>
                  <a:pt x="2564" y="1545"/>
                </a:lnTo>
                <a:lnTo>
                  <a:pt x="2564" y="1546"/>
                </a:lnTo>
                <a:lnTo>
                  <a:pt x="2563" y="1546"/>
                </a:lnTo>
                <a:lnTo>
                  <a:pt x="2563" y="1547"/>
                </a:lnTo>
                <a:lnTo>
                  <a:pt x="2562" y="1549"/>
                </a:lnTo>
                <a:lnTo>
                  <a:pt x="2562" y="1550"/>
                </a:lnTo>
                <a:lnTo>
                  <a:pt x="2563" y="1551"/>
                </a:lnTo>
                <a:lnTo>
                  <a:pt x="2563" y="1552"/>
                </a:lnTo>
                <a:lnTo>
                  <a:pt x="2563" y="1553"/>
                </a:lnTo>
                <a:lnTo>
                  <a:pt x="2564" y="1553"/>
                </a:lnTo>
                <a:lnTo>
                  <a:pt x="2565" y="1553"/>
                </a:lnTo>
                <a:lnTo>
                  <a:pt x="2565" y="1554"/>
                </a:lnTo>
                <a:lnTo>
                  <a:pt x="2565" y="1555"/>
                </a:lnTo>
                <a:lnTo>
                  <a:pt x="2565" y="1557"/>
                </a:lnTo>
                <a:lnTo>
                  <a:pt x="2566" y="1560"/>
                </a:lnTo>
                <a:lnTo>
                  <a:pt x="2567" y="1561"/>
                </a:lnTo>
                <a:lnTo>
                  <a:pt x="2567" y="1562"/>
                </a:lnTo>
                <a:lnTo>
                  <a:pt x="2567" y="1564"/>
                </a:lnTo>
                <a:lnTo>
                  <a:pt x="2567" y="1565"/>
                </a:lnTo>
                <a:lnTo>
                  <a:pt x="2566" y="1565"/>
                </a:lnTo>
                <a:lnTo>
                  <a:pt x="2567" y="1565"/>
                </a:lnTo>
                <a:lnTo>
                  <a:pt x="2567" y="1566"/>
                </a:lnTo>
                <a:lnTo>
                  <a:pt x="2567" y="1567"/>
                </a:lnTo>
                <a:lnTo>
                  <a:pt x="2568" y="1568"/>
                </a:lnTo>
                <a:lnTo>
                  <a:pt x="2569" y="1569"/>
                </a:lnTo>
                <a:lnTo>
                  <a:pt x="2569" y="1571"/>
                </a:lnTo>
                <a:lnTo>
                  <a:pt x="2568" y="1571"/>
                </a:lnTo>
                <a:lnTo>
                  <a:pt x="2567" y="1572"/>
                </a:lnTo>
                <a:lnTo>
                  <a:pt x="2567" y="1573"/>
                </a:lnTo>
                <a:lnTo>
                  <a:pt x="2566" y="1573"/>
                </a:lnTo>
                <a:lnTo>
                  <a:pt x="2566" y="1574"/>
                </a:lnTo>
                <a:lnTo>
                  <a:pt x="2565" y="1574"/>
                </a:lnTo>
                <a:lnTo>
                  <a:pt x="2565" y="1575"/>
                </a:lnTo>
                <a:lnTo>
                  <a:pt x="2565" y="1576"/>
                </a:lnTo>
                <a:lnTo>
                  <a:pt x="2565" y="1577"/>
                </a:lnTo>
                <a:lnTo>
                  <a:pt x="2565" y="1578"/>
                </a:lnTo>
                <a:lnTo>
                  <a:pt x="2564" y="1579"/>
                </a:lnTo>
                <a:lnTo>
                  <a:pt x="2564" y="1580"/>
                </a:lnTo>
                <a:lnTo>
                  <a:pt x="2565" y="1580"/>
                </a:lnTo>
                <a:lnTo>
                  <a:pt x="2565" y="1581"/>
                </a:lnTo>
                <a:lnTo>
                  <a:pt x="2565" y="1583"/>
                </a:lnTo>
                <a:lnTo>
                  <a:pt x="2564" y="1584"/>
                </a:lnTo>
                <a:lnTo>
                  <a:pt x="2565" y="1585"/>
                </a:lnTo>
                <a:lnTo>
                  <a:pt x="2566" y="1585"/>
                </a:lnTo>
                <a:lnTo>
                  <a:pt x="2566" y="1586"/>
                </a:lnTo>
                <a:lnTo>
                  <a:pt x="2565" y="1586"/>
                </a:lnTo>
                <a:lnTo>
                  <a:pt x="2565" y="1587"/>
                </a:lnTo>
                <a:lnTo>
                  <a:pt x="2565" y="1586"/>
                </a:lnTo>
                <a:lnTo>
                  <a:pt x="2565" y="1587"/>
                </a:lnTo>
                <a:lnTo>
                  <a:pt x="2564" y="1587"/>
                </a:lnTo>
                <a:lnTo>
                  <a:pt x="2564" y="1589"/>
                </a:lnTo>
                <a:lnTo>
                  <a:pt x="2563" y="1590"/>
                </a:lnTo>
                <a:lnTo>
                  <a:pt x="2562" y="1590"/>
                </a:lnTo>
                <a:lnTo>
                  <a:pt x="2561" y="1590"/>
                </a:lnTo>
                <a:lnTo>
                  <a:pt x="2561" y="1591"/>
                </a:lnTo>
                <a:lnTo>
                  <a:pt x="2560" y="1593"/>
                </a:lnTo>
                <a:lnTo>
                  <a:pt x="2560" y="1594"/>
                </a:lnTo>
                <a:lnTo>
                  <a:pt x="2557" y="1594"/>
                </a:lnTo>
                <a:lnTo>
                  <a:pt x="2556" y="1593"/>
                </a:lnTo>
                <a:lnTo>
                  <a:pt x="2555" y="1592"/>
                </a:lnTo>
                <a:lnTo>
                  <a:pt x="2554" y="1591"/>
                </a:lnTo>
                <a:lnTo>
                  <a:pt x="2553" y="1591"/>
                </a:lnTo>
                <a:lnTo>
                  <a:pt x="2552" y="1593"/>
                </a:lnTo>
                <a:lnTo>
                  <a:pt x="2551" y="1593"/>
                </a:lnTo>
                <a:lnTo>
                  <a:pt x="2551" y="1594"/>
                </a:lnTo>
                <a:lnTo>
                  <a:pt x="2550" y="1595"/>
                </a:lnTo>
                <a:lnTo>
                  <a:pt x="2546" y="1596"/>
                </a:lnTo>
                <a:lnTo>
                  <a:pt x="2545" y="1596"/>
                </a:lnTo>
                <a:lnTo>
                  <a:pt x="2544" y="1597"/>
                </a:lnTo>
                <a:lnTo>
                  <a:pt x="2542" y="1597"/>
                </a:lnTo>
                <a:lnTo>
                  <a:pt x="2541" y="1597"/>
                </a:lnTo>
                <a:lnTo>
                  <a:pt x="2540" y="1598"/>
                </a:lnTo>
                <a:lnTo>
                  <a:pt x="2539" y="1598"/>
                </a:lnTo>
                <a:lnTo>
                  <a:pt x="2538" y="1598"/>
                </a:lnTo>
                <a:lnTo>
                  <a:pt x="2537" y="1598"/>
                </a:lnTo>
                <a:lnTo>
                  <a:pt x="2536" y="1598"/>
                </a:lnTo>
                <a:lnTo>
                  <a:pt x="2535" y="1597"/>
                </a:lnTo>
                <a:lnTo>
                  <a:pt x="2534" y="1597"/>
                </a:lnTo>
                <a:lnTo>
                  <a:pt x="2534" y="1598"/>
                </a:lnTo>
                <a:lnTo>
                  <a:pt x="2533" y="1598"/>
                </a:lnTo>
                <a:lnTo>
                  <a:pt x="2532" y="1598"/>
                </a:lnTo>
                <a:lnTo>
                  <a:pt x="2530" y="1597"/>
                </a:lnTo>
                <a:lnTo>
                  <a:pt x="2530" y="1596"/>
                </a:lnTo>
                <a:lnTo>
                  <a:pt x="2529" y="1596"/>
                </a:lnTo>
                <a:lnTo>
                  <a:pt x="2527" y="1595"/>
                </a:lnTo>
                <a:lnTo>
                  <a:pt x="2526" y="1596"/>
                </a:lnTo>
                <a:lnTo>
                  <a:pt x="2525" y="1596"/>
                </a:lnTo>
                <a:lnTo>
                  <a:pt x="2525" y="1597"/>
                </a:lnTo>
                <a:lnTo>
                  <a:pt x="2525" y="1598"/>
                </a:lnTo>
                <a:lnTo>
                  <a:pt x="2524" y="1597"/>
                </a:lnTo>
                <a:lnTo>
                  <a:pt x="2523" y="1597"/>
                </a:lnTo>
                <a:lnTo>
                  <a:pt x="2523" y="1596"/>
                </a:lnTo>
                <a:lnTo>
                  <a:pt x="2522" y="1596"/>
                </a:lnTo>
                <a:lnTo>
                  <a:pt x="2523" y="1596"/>
                </a:lnTo>
                <a:lnTo>
                  <a:pt x="2523" y="1595"/>
                </a:lnTo>
                <a:lnTo>
                  <a:pt x="2522" y="1593"/>
                </a:lnTo>
                <a:lnTo>
                  <a:pt x="2521" y="1593"/>
                </a:lnTo>
                <a:lnTo>
                  <a:pt x="2520" y="1593"/>
                </a:lnTo>
                <a:lnTo>
                  <a:pt x="2519" y="1594"/>
                </a:lnTo>
                <a:lnTo>
                  <a:pt x="2519" y="1595"/>
                </a:lnTo>
                <a:lnTo>
                  <a:pt x="2519" y="1596"/>
                </a:lnTo>
                <a:lnTo>
                  <a:pt x="2518" y="1596"/>
                </a:lnTo>
                <a:lnTo>
                  <a:pt x="2516" y="1596"/>
                </a:lnTo>
                <a:lnTo>
                  <a:pt x="2516" y="1595"/>
                </a:lnTo>
                <a:lnTo>
                  <a:pt x="2516" y="1594"/>
                </a:lnTo>
                <a:lnTo>
                  <a:pt x="2515" y="1594"/>
                </a:lnTo>
                <a:lnTo>
                  <a:pt x="2515" y="1595"/>
                </a:lnTo>
                <a:lnTo>
                  <a:pt x="2515" y="1596"/>
                </a:lnTo>
                <a:lnTo>
                  <a:pt x="2515" y="1597"/>
                </a:lnTo>
                <a:lnTo>
                  <a:pt x="2516" y="1598"/>
                </a:lnTo>
                <a:lnTo>
                  <a:pt x="2515" y="1598"/>
                </a:lnTo>
                <a:lnTo>
                  <a:pt x="2515" y="1599"/>
                </a:lnTo>
                <a:lnTo>
                  <a:pt x="2514" y="1600"/>
                </a:lnTo>
                <a:lnTo>
                  <a:pt x="2511" y="1601"/>
                </a:lnTo>
                <a:lnTo>
                  <a:pt x="2509" y="1601"/>
                </a:lnTo>
                <a:lnTo>
                  <a:pt x="2508" y="1601"/>
                </a:lnTo>
                <a:lnTo>
                  <a:pt x="2509" y="1600"/>
                </a:lnTo>
                <a:lnTo>
                  <a:pt x="2509" y="1601"/>
                </a:lnTo>
                <a:lnTo>
                  <a:pt x="2509" y="1600"/>
                </a:lnTo>
                <a:lnTo>
                  <a:pt x="2508" y="1600"/>
                </a:lnTo>
                <a:lnTo>
                  <a:pt x="2507" y="1600"/>
                </a:lnTo>
                <a:lnTo>
                  <a:pt x="2507" y="1601"/>
                </a:lnTo>
                <a:lnTo>
                  <a:pt x="2507" y="1602"/>
                </a:lnTo>
                <a:lnTo>
                  <a:pt x="2507" y="1603"/>
                </a:lnTo>
                <a:lnTo>
                  <a:pt x="2507" y="1604"/>
                </a:lnTo>
                <a:lnTo>
                  <a:pt x="2506" y="1603"/>
                </a:lnTo>
                <a:lnTo>
                  <a:pt x="2506" y="1602"/>
                </a:lnTo>
                <a:lnTo>
                  <a:pt x="2505" y="1602"/>
                </a:lnTo>
                <a:lnTo>
                  <a:pt x="2504" y="1602"/>
                </a:lnTo>
                <a:lnTo>
                  <a:pt x="2503" y="1600"/>
                </a:lnTo>
                <a:lnTo>
                  <a:pt x="2502" y="1599"/>
                </a:lnTo>
                <a:lnTo>
                  <a:pt x="2502" y="1598"/>
                </a:lnTo>
                <a:lnTo>
                  <a:pt x="2503" y="1597"/>
                </a:lnTo>
                <a:lnTo>
                  <a:pt x="2503" y="1596"/>
                </a:lnTo>
                <a:lnTo>
                  <a:pt x="2502" y="1596"/>
                </a:lnTo>
                <a:lnTo>
                  <a:pt x="2501" y="1596"/>
                </a:lnTo>
                <a:lnTo>
                  <a:pt x="2501" y="1595"/>
                </a:lnTo>
                <a:lnTo>
                  <a:pt x="2501" y="1594"/>
                </a:lnTo>
                <a:lnTo>
                  <a:pt x="2500" y="1594"/>
                </a:lnTo>
                <a:lnTo>
                  <a:pt x="2499" y="1594"/>
                </a:lnTo>
                <a:lnTo>
                  <a:pt x="2498" y="1594"/>
                </a:lnTo>
                <a:lnTo>
                  <a:pt x="2496" y="1594"/>
                </a:lnTo>
                <a:lnTo>
                  <a:pt x="2495" y="1594"/>
                </a:lnTo>
                <a:lnTo>
                  <a:pt x="2494" y="1594"/>
                </a:lnTo>
                <a:lnTo>
                  <a:pt x="2493" y="1593"/>
                </a:lnTo>
                <a:lnTo>
                  <a:pt x="2491" y="1595"/>
                </a:lnTo>
                <a:lnTo>
                  <a:pt x="2490" y="1595"/>
                </a:lnTo>
                <a:lnTo>
                  <a:pt x="2490" y="1596"/>
                </a:lnTo>
                <a:lnTo>
                  <a:pt x="2489" y="1596"/>
                </a:lnTo>
                <a:lnTo>
                  <a:pt x="2489" y="1597"/>
                </a:lnTo>
                <a:lnTo>
                  <a:pt x="2488" y="1596"/>
                </a:lnTo>
                <a:lnTo>
                  <a:pt x="2487" y="1596"/>
                </a:lnTo>
                <a:lnTo>
                  <a:pt x="2486" y="1596"/>
                </a:lnTo>
                <a:lnTo>
                  <a:pt x="2486" y="1597"/>
                </a:lnTo>
                <a:lnTo>
                  <a:pt x="2486" y="1598"/>
                </a:lnTo>
                <a:lnTo>
                  <a:pt x="2485" y="1598"/>
                </a:lnTo>
                <a:lnTo>
                  <a:pt x="2484" y="1598"/>
                </a:lnTo>
                <a:lnTo>
                  <a:pt x="2483" y="1599"/>
                </a:lnTo>
                <a:lnTo>
                  <a:pt x="2482" y="1599"/>
                </a:lnTo>
                <a:lnTo>
                  <a:pt x="2481" y="1599"/>
                </a:lnTo>
                <a:lnTo>
                  <a:pt x="2480" y="1599"/>
                </a:lnTo>
                <a:lnTo>
                  <a:pt x="2480" y="1600"/>
                </a:lnTo>
                <a:lnTo>
                  <a:pt x="2479" y="1600"/>
                </a:lnTo>
                <a:lnTo>
                  <a:pt x="2478" y="1600"/>
                </a:lnTo>
                <a:lnTo>
                  <a:pt x="2478" y="1601"/>
                </a:lnTo>
                <a:lnTo>
                  <a:pt x="2477" y="1601"/>
                </a:lnTo>
                <a:lnTo>
                  <a:pt x="2476" y="1602"/>
                </a:lnTo>
                <a:lnTo>
                  <a:pt x="2476" y="1603"/>
                </a:lnTo>
                <a:lnTo>
                  <a:pt x="2475" y="1603"/>
                </a:lnTo>
                <a:lnTo>
                  <a:pt x="2474" y="1604"/>
                </a:lnTo>
                <a:lnTo>
                  <a:pt x="2473" y="1604"/>
                </a:lnTo>
                <a:lnTo>
                  <a:pt x="2472" y="1604"/>
                </a:lnTo>
                <a:lnTo>
                  <a:pt x="2471" y="1605"/>
                </a:lnTo>
                <a:lnTo>
                  <a:pt x="2470" y="1605"/>
                </a:lnTo>
                <a:lnTo>
                  <a:pt x="2469" y="1605"/>
                </a:lnTo>
                <a:lnTo>
                  <a:pt x="2468" y="1605"/>
                </a:lnTo>
                <a:lnTo>
                  <a:pt x="2467" y="1605"/>
                </a:lnTo>
                <a:lnTo>
                  <a:pt x="2466" y="1606"/>
                </a:lnTo>
                <a:lnTo>
                  <a:pt x="2465" y="1606"/>
                </a:lnTo>
                <a:lnTo>
                  <a:pt x="2464" y="1606"/>
                </a:lnTo>
                <a:lnTo>
                  <a:pt x="2463" y="1607"/>
                </a:lnTo>
                <a:lnTo>
                  <a:pt x="2462" y="1607"/>
                </a:lnTo>
                <a:lnTo>
                  <a:pt x="2461" y="1607"/>
                </a:lnTo>
                <a:lnTo>
                  <a:pt x="2460" y="1607"/>
                </a:lnTo>
                <a:lnTo>
                  <a:pt x="2459" y="1607"/>
                </a:lnTo>
                <a:lnTo>
                  <a:pt x="2458" y="1607"/>
                </a:lnTo>
                <a:lnTo>
                  <a:pt x="2458" y="1606"/>
                </a:lnTo>
                <a:lnTo>
                  <a:pt x="2457" y="1606"/>
                </a:lnTo>
                <a:lnTo>
                  <a:pt x="2458" y="1605"/>
                </a:lnTo>
                <a:lnTo>
                  <a:pt x="2458" y="1604"/>
                </a:lnTo>
                <a:lnTo>
                  <a:pt x="2458" y="1603"/>
                </a:lnTo>
                <a:lnTo>
                  <a:pt x="2458" y="1602"/>
                </a:lnTo>
                <a:lnTo>
                  <a:pt x="2457" y="1602"/>
                </a:lnTo>
                <a:lnTo>
                  <a:pt x="2456" y="1602"/>
                </a:lnTo>
                <a:lnTo>
                  <a:pt x="2454" y="1602"/>
                </a:lnTo>
                <a:lnTo>
                  <a:pt x="2454" y="1604"/>
                </a:lnTo>
                <a:lnTo>
                  <a:pt x="2454" y="1605"/>
                </a:lnTo>
                <a:lnTo>
                  <a:pt x="2453" y="1606"/>
                </a:lnTo>
                <a:lnTo>
                  <a:pt x="2453" y="1605"/>
                </a:lnTo>
                <a:lnTo>
                  <a:pt x="2453" y="1604"/>
                </a:lnTo>
                <a:lnTo>
                  <a:pt x="2452" y="1604"/>
                </a:lnTo>
                <a:lnTo>
                  <a:pt x="2452" y="1605"/>
                </a:lnTo>
                <a:lnTo>
                  <a:pt x="2451" y="1605"/>
                </a:lnTo>
                <a:lnTo>
                  <a:pt x="2450" y="1604"/>
                </a:lnTo>
                <a:lnTo>
                  <a:pt x="2448" y="1604"/>
                </a:lnTo>
                <a:lnTo>
                  <a:pt x="2445" y="1603"/>
                </a:lnTo>
                <a:lnTo>
                  <a:pt x="2445" y="1604"/>
                </a:lnTo>
                <a:lnTo>
                  <a:pt x="2444" y="1604"/>
                </a:lnTo>
                <a:lnTo>
                  <a:pt x="2443" y="1604"/>
                </a:lnTo>
                <a:lnTo>
                  <a:pt x="2442" y="1604"/>
                </a:lnTo>
                <a:lnTo>
                  <a:pt x="2443" y="1604"/>
                </a:lnTo>
                <a:lnTo>
                  <a:pt x="2442" y="1603"/>
                </a:lnTo>
                <a:lnTo>
                  <a:pt x="2441" y="1603"/>
                </a:lnTo>
                <a:lnTo>
                  <a:pt x="2440" y="1602"/>
                </a:lnTo>
                <a:lnTo>
                  <a:pt x="2439" y="1601"/>
                </a:lnTo>
                <a:lnTo>
                  <a:pt x="2438" y="1601"/>
                </a:lnTo>
                <a:lnTo>
                  <a:pt x="2437" y="1602"/>
                </a:lnTo>
                <a:lnTo>
                  <a:pt x="2435" y="1601"/>
                </a:lnTo>
                <a:lnTo>
                  <a:pt x="2435" y="1600"/>
                </a:lnTo>
                <a:lnTo>
                  <a:pt x="2434" y="1600"/>
                </a:lnTo>
                <a:lnTo>
                  <a:pt x="2434" y="1599"/>
                </a:lnTo>
                <a:lnTo>
                  <a:pt x="2433" y="1599"/>
                </a:lnTo>
                <a:lnTo>
                  <a:pt x="2432" y="1599"/>
                </a:lnTo>
                <a:lnTo>
                  <a:pt x="2431" y="1599"/>
                </a:lnTo>
                <a:lnTo>
                  <a:pt x="2431" y="1598"/>
                </a:lnTo>
                <a:lnTo>
                  <a:pt x="2431" y="1597"/>
                </a:lnTo>
                <a:lnTo>
                  <a:pt x="2430" y="1597"/>
                </a:lnTo>
                <a:lnTo>
                  <a:pt x="2429" y="1597"/>
                </a:lnTo>
                <a:lnTo>
                  <a:pt x="2428" y="1597"/>
                </a:lnTo>
                <a:lnTo>
                  <a:pt x="2428" y="1596"/>
                </a:lnTo>
                <a:lnTo>
                  <a:pt x="2426" y="1596"/>
                </a:lnTo>
                <a:lnTo>
                  <a:pt x="2425" y="1595"/>
                </a:lnTo>
                <a:lnTo>
                  <a:pt x="2424" y="1595"/>
                </a:lnTo>
                <a:lnTo>
                  <a:pt x="2423" y="1595"/>
                </a:lnTo>
                <a:lnTo>
                  <a:pt x="2423" y="1594"/>
                </a:lnTo>
                <a:lnTo>
                  <a:pt x="2422" y="1594"/>
                </a:lnTo>
                <a:lnTo>
                  <a:pt x="2420" y="1595"/>
                </a:lnTo>
                <a:lnTo>
                  <a:pt x="2418" y="1595"/>
                </a:lnTo>
                <a:lnTo>
                  <a:pt x="2418" y="1596"/>
                </a:lnTo>
                <a:lnTo>
                  <a:pt x="2417" y="1597"/>
                </a:lnTo>
                <a:lnTo>
                  <a:pt x="2417" y="1598"/>
                </a:lnTo>
                <a:lnTo>
                  <a:pt x="2418" y="1597"/>
                </a:lnTo>
                <a:lnTo>
                  <a:pt x="2419" y="1597"/>
                </a:lnTo>
                <a:lnTo>
                  <a:pt x="2419" y="1596"/>
                </a:lnTo>
                <a:lnTo>
                  <a:pt x="2420" y="1596"/>
                </a:lnTo>
                <a:lnTo>
                  <a:pt x="2422" y="1597"/>
                </a:lnTo>
                <a:lnTo>
                  <a:pt x="2422" y="1598"/>
                </a:lnTo>
                <a:lnTo>
                  <a:pt x="2422" y="1599"/>
                </a:lnTo>
                <a:lnTo>
                  <a:pt x="2421" y="1601"/>
                </a:lnTo>
                <a:lnTo>
                  <a:pt x="2422" y="1601"/>
                </a:lnTo>
                <a:lnTo>
                  <a:pt x="2422" y="1600"/>
                </a:lnTo>
                <a:lnTo>
                  <a:pt x="2423" y="1601"/>
                </a:lnTo>
                <a:lnTo>
                  <a:pt x="2422" y="1602"/>
                </a:lnTo>
                <a:lnTo>
                  <a:pt x="2421" y="1603"/>
                </a:lnTo>
                <a:lnTo>
                  <a:pt x="2421" y="1602"/>
                </a:lnTo>
                <a:lnTo>
                  <a:pt x="2420" y="1602"/>
                </a:lnTo>
                <a:lnTo>
                  <a:pt x="2419" y="1602"/>
                </a:lnTo>
                <a:lnTo>
                  <a:pt x="2419" y="1603"/>
                </a:lnTo>
                <a:lnTo>
                  <a:pt x="2418" y="1604"/>
                </a:lnTo>
                <a:lnTo>
                  <a:pt x="2419" y="1604"/>
                </a:lnTo>
                <a:lnTo>
                  <a:pt x="2420" y="1604"/>
                </a:lnTo>
                <a:lnTo>
                  <a:pt x="2420" y="1603"/>
                </a:lnTo>
                <a:lnTo>
                  <a:pt x="2421" y="1604"/>
                </a:lnTo>
                <a:lnTo>
                  <a:pt x="2420" y="1605"/>
                </a:lnTo>
                <a:lnTo>
                  <a:pt x="2419" y="1605"/>
                </a:lnTo>
                <a:lnTo>
                  <a:pt x="2418" y="1604"/>
                </a:lnTo>
                <a:lnTo>
                  <a:pt x="2417" y="1605"/>
                </a:lnTo>
                <a:lnTo>
                  <a:pt x="2418" y="1606"/>
                </a:lnTo>
                <a:lnTo>
                  <a:pt x="2419" y="1607"/>
                </a:lnTo>
                <a:lnTo>
                  <a:pt x="2420" y="1607"/>
                </a:lnTo>
                <a:lnTo>
                  <a:pt x="2419" y="1608"/>
                </a:lnTo>
                <a:lnTo>
                  <a:pt x="2418" y="1608"/>
                </a:lnTo>
                <a:lnTo>
                  <a:pt x="2417" y="1608"/>
                </a:lnTo>
                <a:lnTo>
                  <a:pt x="2417" y="1607"/>
                </a:lnTo>
                <a:lnTo>
                  <a:pt x="2416" y="1606"/>
                </a:lnTo>
                <a:lnTo>
                  <a:pt x="2416" y="1605"/>
                </a:lnTo>
                <a:lnTo>
                  <a:pt x="2415" y="1605"/>
                </a:lnTo>
                <a:lnTo>
                  <a:pt x="2415" y="1606"/>
                </a:lnTo>
                <a:lnTo>
                  <a:pt x="2415" y="1607"/>
                </a:lnTo>
                <a:lnTo>
                  <a:pt x="2413" y="1606"/>
                </a:lnTo>
                <a:lnTo>
                  <a:pt x="2412" y="1606"/>
                </a:lnTo>
                <a:lnTo>
                  <a:pt x="2411" y="1606"/>
                </a:lnTo>
                <a:lnTo>
                  <a:pt x="2410" y="1605"/>
                </a:lnTo>
                <a:lnTo>
                  <a:pt x="2409" y="1606"/>
                </a:lnTo>
                <a:lnTo>
                  <a:pt x="2409" y="1607"/>
                </a:lnTo>
                <a:lnTo>
                  <a:pt x="2408" y="1608"/>
                </a:lnTo>
                <a:lnTo>
                  <a:pt x="2408" y="1609"/>
                </a:lnTo>
                <a:lnTo>
                  <a:pt x="2410" y="1609"/>
                </a:lnTo>
                <a:lnTo>
                  <a:pt x="2410" y="1610"/>
                </a:lnTo>
                <a:lnTo>
                  <a:pt x="2409" y="1610"/>
                </a:lnTo>
                <a:lnTo>
                  <a:pt x="2409" y="1611"/>
                </a:lnTo>
                <a:lnTo>
                  <a:pt x="2410" y="1611"/>
                </a:lnTo>
                <a:lnTo>
                  <a:pt x="2410" y="1612"/>
                </a:lnTo>
                <a:lnTo>
                  <a:pt x="2411" y="1613"/>
                </a:lnTo>
                <a:lnTo>
                  <a:pt x="2411" y="1614"/>
                </a:lnTo>
                <a:lnTo>
                  <a:pt x="2412" y="1613"/>
                </a:lnTo>
                <a:lnTo>
                  <a:pt x="2413" y="1613"/>
                </a:lnTo>
                <a:lnTo>
                  <a:pt x="2414" y="1614"/>
                </a:lnTo>
                <a:lnTo>
                  <a:pt x="2414" y="1615"/>
                </a:lnTo>
                <a:lnTo>
                  <a:pt x="2415" y="1616"/>
                </a:lnTo>
                <a:lnTo>
                  <a:pt x="2415" y="1617"/>
                </a:lnTo>
                <a:lnTo>
                  <a:pt x="2414" y="1617"/>
                </a:lnTo>
                <a:lnTo>
                  <a:pt x="2414" y="1618"/>
                </a:lnTo>
                <a:lnTo>
                  <a:pt x="2415" y="1618"/>
                </a:lnTo>
                <a:lnTo>
                  <a:pt x="2416" y="1619"/>
                </a:lnTo>
                <a:lnTo>
                  <a:pt x="2417" y="1619"/>
                </a:lnTo>
                <a:lnTo>
                  <a:pt x="2419" y="1622"/>
                </a:lnTo>
                <a:lnTo>
                  <a:pt x="2418" y="1623"/>
                </a:lnTo>
                <a:lnTo>
                  <a:pt x="2418" y="1626"/>
                </a:lnTo>
                <a:lnTo>
                  <a:pt x="2419" y="1627"/>
                </a:lnTo>
                <a:lnTo>
                  <a:pt x="2420" y="1627"/>
                </a:lnTo>
                <a:lnTo>
                  <a:pt x="2420" y="1629"/>
                </a:lnTo>
                <a:lnTo>
                  <a:pt x="2421" y="1629"/>
                </a:lnTo>
                <a:lnTo>
                  <a:pt x="2421" y="1632"/>
                </a:lnTo>
                <a:lnTo>
                  <a:pt x="2421" y="1633"/>
                </a:lnTo>
                <a:lnTo>
                  <a:pt x="2421" y="1634"/>
                </a:lnTo>
                <a:lnTo>
                  <a:pt x="2420" y="1634"/>
                </a:lnTo>
                <a:lnTo>
                  <a:pt x="2420" y="1635"/>
                </a:lnTo>
                <a:lnTo>
                  <a:pt x="2421" y="1635"/>
                </a:lnTo>
                <a:lnTo>
                  <a:pt x="2421" y="1636"/>
                </a:lnTo>
                <a:lnTo>
                  <a:pt x="2422" y="1636"/>
                </a:lnTo>
                <a:lnTo>
                  <a:pt x="2423" y="1637"/>
                </a:lnTo>
                <a:lnTo>
                  <a:pt x="2425" y="1638"/>
                </a:lnTo>
                <a:lnTo>
                  <a:pt x="2425" y="1639"/>
                </a:lnTo>
                <a:lnTo>
                  <a:pt x="2427" y="1640"/>
                </a:lnTo>
                <a:lnTo>
                  <a:pt x="2428" y="1640"/>
                </a:lnTo>
                <a:lnTo>
                  <a:pt x="2427" y="1642"/>
                </a:lnTo>
                <a:lnTo>
                  <a:pt x="2426" y="1642"/>
                </a:lnTo>
                <a:lnTo>
                  <a:pt x="2426" y="1643"/>
                </a:lnTo>
                <a:lnTo>
                  <a:pt x="2427" y="1644"/>
                </a:lnTo>
                <a:lnTo>
                  <a:pt x="2428" y="1644"/>
                </a:lnTo>
                <a:lnTo>
                  <a:pt x="2429" y="1645"/>
                </a:lnTo>
                <a:lnTo>
                  <a:pt x="2429" y="1646"/>
                </a:lnTo>
                <a:lnTo>
                  <a:pt x="2430" y="1647"/>
                </a:lnTo>
                <a:lnTo>
                  <a:pt x="2431" y="1647"/>
                </a:lnTo>
                <a:lnTo>
                  <a:pt x="2431" y="1648"/>
                </a:lnTo>
                <a:lnTo>
                  <a:pt x="2432" y="1649"/>
                </a:lnTo>
                <a:lnTo>
                  <a:pt x="2433" y="1651"/>
                </a:lnTo>
                <a:lnTo>
                  <a:pt x="2435" y="1653"/>
                </a:lnTo>
                <a:lnTo>
                  <a:pt x="2437" y="1653"/>
                </a:lnTo>
                <a:lnTo>
                  <a:pt x="2439" y="1653"/>
                </a:lnTo>
                <a:lnTo>
                  <a:pt x="2440" y="1653"/>
                </a:lnTo>
                <a:lnTo>
                  <a:pt x="2441" y="1653"/>
                </a:lnTo>
                <a:lnTo>
                  <a:pt x="2440" y="1654"/>
                </a:lnTo>
                <a:lnTo>
                  <a:pt x="2440" y="1655"/>
                </a:lnTo>
                <a:lnTo>
                  <a:pt x="2441" y="1657"/>
                </a:lnTo>
                <a:lnTo>
                  <a:pt x="2441" y="1658"/>
                </a:lnTo>
                <a:lnTo>
                  <a:pt x="2442" y="1658"/>
                </a:lnTo>
                <a:lnTo>
                  <a:pt x="2443" y="1658"/>
                </a:lnTo>
                <a:lnTo>
                  <a:pt x="2444" y="1658"/>
                </a:lnTo>
                <a:lnTo>
                  <a:pt x="2444" y="1659"/>
                </a:lnTo>
                <a:lnTo>
                  <a:pt x="2443" y="1660"/>
                </a:lnTo>
                <a:lnTo>
                  <a:pt x="2443" y="1661"/>
                </a:lnTo>
                <a:lnTo>
                  <a:pt x="2442" y="1662"/>
                </a:lnTo>
                <a:lnTo>
                  <a:pt x="2441" y="1662"/>
                </a:lnTo>
                <a:lnTo>
                  <a:pt x="2440" y="1662"/>
                </a:lnTo>
                <a:lnTo>
                  <a:pt x="2439" y="1662"/>
                </a:lnTo>
                <a:lnTo>
                  <a:pt x="2438" y="1662"/>
                </a:lnTo>
                <a:lnTo>
                  <a:pt x="2438" y="1663"/>
                </a:lnTo>
                <a:lnTo>
                  <a:pt x="2437" y="1664"/>
                </a:lnTo>
                <a:lnTo>
                  <a:pt x="2437" y="1663"/>
                </a:lnTo>
                <a:lnTo>
                  <a:pt x="2436" y="1663"/>
                </a:lnTo>
                <a:lnTo>
                  <a:pt x="2435" y="1663"/>
                </a:lnTo>
                <a:lnTo>
                  <a:pt x="2435" y="1664"/>
                </a:lnTo>
                <a:lnTo>
                  <a:pt x="2434" y="1665"/>
                </a:lnTo>
                <a:lnTo>
                  <a:pt x="2434" y="1666"/>
                </a:lnTo>
                <a:lnTo>
                  <a:pt x="2435" y="1667"/>
                </a:lnTo>
                <a:lnTo>
                  <a:pt x="2434" y="1667"/>
                </a:lnTo>
                <a:lnTo>
                  <a:pt x="2434" y="1666"/>
                </a:lnTo>
                <a:lnTo>
                  <a:pt x="2433" y="1666"/>
                </a:lnTo>
                <a:lnTo>
                  <a:pt x="2432" y="1667"/>
                </a:lnTo>
                <a:lnTo>
                  <a:pt x="2431" y="1667"/>
                </a:lnTo>
                <a:lnTo>
                  <a:pt x="2430" y="1666"/>
                </a:lnTo>
                <a:lnTo>
                  <a:pt x="2429" y="1666"/>
                </a:lnTo>
                <a:lnTo>
                  <a:pt x="2427" y="1666"/>
                </a:lnTo>
                <a:lnTo>
                  <a:pt x="2426" y="1666"/>
                </a:lnTo>
                <a:lnTo>
                  <a:pt x="2425" y="1667"/>
                </a:lnTo>
                <a:lnTo>
                  <a:pt x="2425" y="1668"/>
                </a:lnTo>
                <a:lnTo>
                  <a:pt x="2424" y="1668"/>
                </a:lnTo>
                <a:lnTo>
                  <a:pt x="2423" y="1668"/>
                </a:lnTo>
                <a:lnTo>
                  <a:pt x="2422" y="1668"/>
                </a:lnTo>
                <a:lnTo>
                  <a:pt x="2421" y="1669"/>
                </a:lnTo>
                <a:lnTo>
                  <a:pt x="2420" y="1669"/>
                </a:lnTo>
                <a:lnTo>
                  <a:pt x="2420" y="1667"/>
                </a:lnTo>
                <a:lnTo>
                  <a:pt x="2420" y="1666"/>
                </a:lnTo>
                <a:lnTo>
                  <a:pt x="2419" y="1666"/>
                </a:lnTo>
                <a:lnTo>
                  <a:pt x="2419" y="1668"/>
                </a:lnTo>
                <a:lnTo>
                  <a:pt x="2418" y="1668"/>
                </a:lnTo>
                <a:lnTo>
                  <a:pt x="2418" y="1669"/>
                </a:lnTo>
                <a:lnTo>
                  <a:pt x="2417" y="1669"/>
                </a:lnTo>
                <a:lnTo>
                  <a:pt x="2415" y="1669"/>
                </a:lnTo>
                <a:lnTo>
                  <a:pt x="2414" y="1669"/>
                </a:lnTo>
                <a:lnTo>
                  <a:pt x="2413" y="1669"/>
                </a:lnTo>
                <a:lnTo>
                  <a:pt x="2412" y="1670"/>
                </a:lnTo>
                <a:lnTo>
                  <a:pt x="2411" y="1670"/>
                </a:lnTo>
                <a:lnTo>
                  <a:pt x="2410" y="1670"/>
                </a:lnTo>
                <a:lnTo>
                  <a:pt x="2411" y="1671"/>
                </a:lnTo>
                <a:lnTo>
                  <a:pt x="2411" y="1672"/>
                </a:lnTo>
                <a:lnTo>
                  <a:pt x="2410" y="1673"/>
                </a:lnTo>
                <a:lnTo>
                  <a:pt x="2409" y="1673"/>
                </a:lnTo>
                <a:lnTo>
                  <a:pt x="2409" y="1672"/>
                </a:lnTo>
                <a:lnTo>
                  <a:pt x="2408" y="1672"/>
                </a:lnTo>
                <a:lnTo>
                  <a:pt x="2407" y="1672"/>
                </a:lnTo>
                <a:lnTo>
                  <a:pt x="2407" y="1674"/>
                </a:lnTo>
                <a:lnTo>
                  <a:pt x="2408" y="1674"/>
                </a:lnTo>
                <a:lnTo>
                  <a:pt x="2408" y="1675"/>
                </a:lnTo>
                <a:lnTo>
                  <a:pt x="2408" y="1676"/>
                </a:lnTo>
                <a:lnTo>
                  <a:pt x="2406" y="1675"/>
                </a:lnTo>
                <a:lnTo>
                  <a:pt x="2405" y="1675"/>
                </a:lnTo>
                <a:lnTo>
                  <a:pt x="2406" y="1675"/>
                </a:lnTo>
                <a:lnTo>
                  <a:pt x="2406" y="1674"/>
                </a:lnTo>
                <a:lnTo>
                  <a:pt x="2406" y="1673"/>
                </a:lnTo>
                <a:lnTo>
                  <a:pt x="2406" y="1672"/>
                </a:lnTo>
                <a:lnTo>
                  <a:pt x="2406" y="1671"/>
                </a:lnTo>
                <a:lnTo>
                  <a:pt x="2406" y="1670"/>
                </a:lnTo>
                <a:lnTo>
                  <a:pt x="2406" y="1669"/>
                </a:lnTo>
                <a:lnTo>
                  <a:pt x="2407" y="1669"/>
                </a:lnTo>
                <a:lnTo>
                  <a:pt x="2407" y="1668"/>
                </a:lnTo>
                <a:lnTo>
                  <a:pt x="2406" y="1667"/>
                </a:lnTo>
                <a:lnTo>
                  <a:pt x="2405" y="1666"/>
                </a:lnTo>
                <a:lnTo>
                  <a:pt x="2403" y="1666"/>
                </a:lnTo>
                <a:lnTo>
                  <a:pt x="2402" y="1666"/>
                </a:lnTo>
                <a:lnTo>
                  <a:pt x="2401" y="1666"/>
                </a:lnTo>
                <a:lnTo>
                  <a:pt x="2401" y="1667"/>
                </a:lnTo>
                <a:lnTo>
                  <a:pt x="2401" y="1668"/>
                </a:lnTo>
                <a:lnTo>
                  <a:pt x="2401" y="1669"/>
                </a:lnTo>
                <a:lnTo>
                  <a:pt x="2400" y="1669"/>
                </a:lnTo>
                <a:lnTo>
                  <a:pt x="2399" y="1668"/>
                </a:lnTo>
                <a:lnTo>
                  <a:pt x="2399" y="1667"/>
                </a:lnTo>
                <a:lnTo>
                  <a:pt x="2397" y="1666"/>
                </a:lnTo>
                <a:lnTo>
                  <a:pt x="2396" y="1666"/>
                </a:lnTo>
                <a:lnTo>
                  <a:pt x="2395" y="1667"/>
                </a:lnTo>
                <a:lnTo>
                  <a:pt x="2394" y="1669"/>
                </a:lnTo>
                <a:lnTo>
                  <a:pt x="2393" y="1669"/>
                </a:lnTo>
                <a:lnTo>
                  <a:pt x="2393" y="1670"/>
                </a:lnTo>
                <a:lnTo>
                  <a:pt x="2393" y="1671"/>
                </a:lnTo>
                <a:lnTo>
                  <a:pt x="2392" y="1672"/>
                </a:lnTo>
                <a:lnTo>
                  <a:pt x="2391" y="1673"/>
                </a:lnTo>
                <a:lnTo>
                  <a:pt x="2390" y="1674"/>
                </a:lnTo>
                <a:lnTo>
                  <a:pt x="2389" y="1674"/>
                </a:lnTo>
                <a:lnTo>
                  <a:pt x="2389" y="1675"/>
                </a:lnTo>
                <a:lnTo>
                  <a:pt x="2389" y="1676"/>
                </a:lnTo>
                <a:lnTo>
                  <a:pt x="2389" y="1677"/>
                </a:lnTo>
                <a:lnTo>
                  <a:pt x="2390" y="1677"/>
                </a:lnTo>
                <a:lnTo>
                  <a:pt x="2389" y="1677"/>
                </a:lnTo>
                <a:lnTo>
                  <a:pt x="2387" y="1677"/>
                </a:lnTo>
                <a:lnTo>
                  <a:pt x="2386" y="1677"/>
                </a:lnTo>
                <a:lnTo>
                  <a:pt x="2385" y="1677"/>
                </a:lnTo>
                <a:lnTo>
                  <a:pt x="2385" y="1678"/>
                </a:lnTo>
                <a:lnTo>
                  <a:pt x="2384" y="1679"/>
                </a:lnTo>
                <a:lnTo>
                  <a:pt x="2384" y="1678"/>
                </a:lnTo>
                <a:lnTo>
                  <a:pt x="2383" y="1678"/>
                </a:lnTo>
                <a:lnTo>
                  <a:pt x="2383" y="1677"/>
                </a:lnTo>
                <a:lnTo>
                  <a:pt x="2382" y="1676"/>
                </a:lnTo>
                <a:lnTo>
                  <a:pt x="2381" y="1675"/>
                </a:lnTo>
                <a:lnTo>
                  <a:pt x="2381" y="1676"/>
                </a:lnTo>
                <a:lnTo>
                  <a:pt x="2381" y="1677"/>
                </a:lnTo>
                <a:lnTo>
                  <a:pt x="2380" y="1677"/>
                </a:lnTo>
                <a:lnTo>
                  <a:pt x="2378" y="1677"/>
                </a:lnTo>
                <a:lnTo>
                  <a:pt x="2377" y="1677"/>
                </a:lnTo>
                <a:lnTo>
                  <a:pt x="2376" y="1677"/>
                </a:lnTo>
                <a:lnTo>
                  <a:pt x="2374" y="1676"/>
                </a:lnTo>
                <a:lnTo>
                  <a:pt x="2373" y="1675"/>
                </a:lnTo>
                <a:lnTo>
                  <a:pt x="2372" y="1674"/>
                </a:lnTo>
                <a:lnTo>
                  <a:pt x="2371" y="1673"/>
                </a:lnTo>
                <a:lnTo>
                  <a:pt x="2370" y="1673"/>
                </a:lnTo>
                <a:lnTo>
                  <a:pt x="2369" y="1674"/>
                </a:lnTo>
                <a:lnTo>
                  <a:pt x="2368" y="1674"/>
                </a:lnTo>
                <a:lnTo>
                  <a:pt x="2367" y="1673"/>
                </a:lnTo>
                <a:lnTo>
                  <a:pt x="2365" y="1674"/>
                </a:lnTo>
                <a:lnTo>
                  <a:pt x="2364" y="1674"/>
                </a:lnTo>
                <a:lnTo>
                  <a:pt x="2364" y="1675"/>
                </a:lnTo>
                <a:lnTo>
                  <a:pt x="2363" y="1677"/>
                </a:lnTo>
                <a:lnTo>
                  <a:pt x="2363" y="1678"/>
                </a:lnTo>
                <a:lnTo>
                  <a:pt x="2362" y="1678"/>
                </a:lnTo>
                <a:lnTo>
                  <a:pt x="2362" y="1676"/>
                </a:lnTo>
                <a:lnTo>
                  <a:pt x="2361" y="1675"/>
                </a:lnTo>
                <a:lnTo>
                  <a:pt x="2360" y="1675"/>
                </a:lnTo>
                <a:lnTo>
                  <a:pt x="2360" y="1674"/>
                </a:lnTo>
                <a:lnTo>
                  <a:pt x="2359" y="1673"/>
                </a:lnTo>
                <a:lnTo>
                  <a:pt x="2358" y="1672"/>
                </a:lnTo>
                <a:lnTo>
                  <a:pt x="2357" y="1673"/>
                </a:lnTo>
                <a:lnTo>
                  <a:pt x="2356" y="1673"/>
                </a:lnTo>
                <a:lnTo>
                  <a:pt x="2355" y="1673"/>
                </a:lnTo>
                <a:lnTo>
                  <a:pt x="2354" y="1673"/>
                </a:lnTo>
                <a:lnTo>
                  <a:pt x="2353" y="1673"/>
                </a:lnTo>
                <a:lnTo>
                  <a:pt x="2352" y="1673"/>
                </a:lnTo>
                <a:lnTo>
                  <a:pt x="2351" y="1673"/>
                </a:lnTo>
                <a:lnTo>
                  <a:pt x="2351" y="1672"/>
                </a:lnTo>
                <a:lnTo>
                  <a:pt x="2350" y="1673"/>
                </a:lnTo>
                <a:lnTo>
                  <a:pt x="2350" y="1674"/>
                </a:lnTo>
                <a:lnTo>
                  <a:pt x="2350" y="1675"/>
                </a:lnTo>
                <a:lnTo>
                  <a:pt x="2349" y="1676"/>
                </a:lnTo>
                <a:lnTo>
                  <a:pt x="2349" y="1677"/>
                </a:lnTo>
                <a:lnTo>
                  <a:pt x="2348" y="1678"/>
                </a:lnTo>
                <a:lnTo>
                  <a:pt x="2349" y="1679"/>
                </a:lnTo>
                <a:lnTo>
                  <a:pt x="2348" y="1680"/>
                </a:lnTo>
                <a:lnTo>
                  <a:pt x="2347" y="1679"/>
                </a:lnTo>
                <a:lnTo>
                  <a:pt x="2346" y="1679"/>
                </a:lnTo>
                <a:lnTo>
                  <a:pt x="2345" y="1679"/>
                </a:lnTo>
                <a:lnTo>
                  <a:pt x="2345" y="1680"/>
                </a:lnTo>
                <a:lnTo>
                  <a:pt x="2345" y="1681"/>
                </a:lnTo>
                <a:lnTo>
                  <a:pt x="2345" y="1682"/>
                </a:lnTo>
                <a:lnTo>
                  <a:pt x="2344" y="1684"/>
                </a:lnTo>
                <a:lnTo>
                  <a:pt x="2344" y="1685"/>
                </a:lnTo>
                <a:lnTo>
                  <a:pt x="2343" y="1685"/>
                </a:lnTo>
                <a:lnTo>
                  <a:pt x="2342" y="1684"/>
                </a:lnTo>
                <a:lnTo>
                  <a:pt x="2342" y="1683"/>
                </a:lnTo>
                <a:lnTo>
                  <a:pt x="2341" y="1683"/>
                </a:lnTo>
                <a:lnTo>
                  <a:pt x="2340" y="1684"/>
                </a:lnTo>
                <a:lnTo>
                  <a:pt x="2340" y="1685"/>
                </a:lnTo>
                <a:lnTo>
                  <a:pt x="2339" y="1686"/>
                </a:lnTo>
                <a:lnTo>
                  <a:pt x="2338" y="1686"/>
                </a:lnTo>
                <a:lnTo>
                  <a:pt x="2337" y="1685"/>
                </a:lnTo>
                <a:lnTo>
                  <a:pt x="2336" y="1684"/>
                </a:lnTo>
                <a:lnTo>
                  <a:pt x="2335" y="1684"/>
                </a:lnTo>
                <a:lnTo>
                  <a:pt x="2334" y="1685"/>
                </a:lnTo>
                <a:lnTo>
                  <a:pt x="2333" y="1684"/>
                </a:lnTo>
                <a:lnTo>
                  <a:pt x="2332" y="1682"/>
                </a:lnTo>
                <a:lnTo>
                  <a:pt x="2333" y="1681"/>
                </a:lnTo>
                <a:lnTo>
                  <a:pt x="2333" y="1680"/>
                </a:lnTo>
                <a:lnTo>
                  <a:pt x="2333" y="1679"/>
                </a:lnTo>
                <a:lnTo>
                  <a:pt x="2332" y="1677"/>
                </a:lnTo>
                <a:lnTo>
                  <a:pt x="2332" y="1676"/>
                </a:lnTo>
                <a:lnTo>
                  <a:pt x="2331" y="1674"/>
                </a:lnTo>
                <a:lnTo>
                  <a:pt x="2330" y="1674"/>
                </a:lnTo>
                <a:lnTo>
                  <a:pt x="2329" y="1673"/>
                </a:lnTo>
                <a:lnTo>
                  <a:pt x="2328" y="1674"/>
                </a:lnTo>
                <a:lnTo>
                  <a:pt x="2327" y="1674"/>
                </a:lnTo>
                <a:lnTo>
                  <a:pt x="2327" y="1673"/>
                </a:lnTo>
                <a:lnTo>
                  <a:pt x="2326" y="1672"/>
                </a:lnTo>
                <a:lnTo>
                  <a:pt x="2325" y="1672"/>
                </a:lnTo>
                <a:lnTo>
                  <a:pt x="2324" y="1672"/>
                </a:lnTo>
                <a:lnTo>
                  <a:pt x="2322" y="1672"/>
                </a:lnTo>
                <a:lnTo>
                  <a:pt x="2322" y="1671"/>
                </a:lnTo>
                <a:lnTo>
                  <a:pt x="2321" y="1670"/>
                </a:lnTo>
                <a:lnTo>
                  <a:pt x="2320" y="1670"/>
                </a:lnTo>
                <a:lnTo>
                  <a:pt x="2319" y="1670"/>
                </a:lnTo>
                <a:lnTo>
                  <a:pt x="2319" y="1669"/>
                </a:lnTo>
                <a:lnTo>
                  <a:pt x="2318" y="1668"/>
                </a:lnTo>
                <a:lnTo>
                  <a:pt x="2318" y="1667"/>
                </a:lnTo>
                <a:lnTo>
                  <a:pt x="2317" y="1667"/>
                </a:lnTo>
                <a:lnTo>
                  <a:pt x="2316" y="1666"/>
                </a:lnTo>
                <a:lnTo>
                  <a:pt x="2316" y="1665"/>
                </a:lnTo>
                <a:lnTo>
                  <a:pt x="2317" y="1665"/>
                </a:lnTo>
                <a:lnTo>
                  <a:pt x="2317" y="1664"/>
                </a:lnTo>
                <a:lnTo>
                  <a:pt x="2317" y="1663"/>
                </a:lnTo>
                <a:lnTo>
                  <a:pt x="2318" y="1662"/>
                </a:lnTo>
                <a:lnTo>
                  <a:pt x="2317" y="1660"/>
                </a:lnTo>
                <a:lnTo>
                  <a:pt x="2317" y="1659"/>
                </a:lnTo>
                <a:lnTo>
                  <a:pt x="2317" y="1658"/>
                </a:lnTo>
                <a:lnTo>
                  <a:pt x="2316" y="1658"/>
                </a:lnTo>
                <a:lnTo>
                  <a:pt x="2316" y="1657"/>
                </a:lnTo>
                <a:lnTo>
                  <a:pt x="2315" y="1657"/>
                </a:lnTo>
                <a:lnTo>
                  <a:pt x="2314" y="1657"/>
                </a:lnTo>
                <a:lnTo>
                  <a:pt x="2313" y="1657"/>
                </a:lnTo>
                <a:lnTo>
                  <a:pt x="2312" y="1657"/>
                </a:lnTo>
                <a:lnTo>
                  <a:pt x="2311" y="1657"/>
                </a:lnTo>
                <a:lnTo>
                  <a:pt x="2311" y="1656"/>
                </a:lnTo>
                <a:lnTo>
                  <a:pt x="2310" y="1656"/>
                </a:lnTo>
                <a:lnTo>
                  <a:pt x="2309" y="1656"/>
                </a:lnTo>
                <a:lnTo>
                  <a:pt x="2310" y="1655"/>
                </a:lnTo>
                <a:lnTo>
                  <a:pt x="2310" y="1654"/>
                </a:lnTo>
                <a:lnTo>
                  <a:pt x="2310" y="1653"/>
                </a:lnTo>
                <a:lnTo>
                  <a:pt x="2308" y="1652"/>
                </a:lnTo>
                <a:lnTo>
                  <a:pt x="2307" y="1653"/>
                </a:lnTo>
                <a:lnTo>
                  <a:pt x="2307" y="1654"/>
                </a:lnTo>
                <a:lnTo>
                  <a:pt x="2307" y="1655"/>
                </a:lnTo>
                <a:lnTo>
                  <a:pt x="2306" y="1655"/>
                </a:lnTo>
                <a:lnTo>
                  <a:pt x="2305" y="1655"/>
                </a:lnTo>
                <a:lnTo>
                  <a:pt x="2304" y="1655"/>
                </a:lnTo>
                <a:lnTo>
                  <a:pt x="2303" y="1655"/>
                </a:lnTo>
                <a:lnTo>
                  <a:pt x="2303" y="1654"/>
                </a:lnTo>
                <a:lnTo>
                  <a:pt x="2303" y="1653"/>
                </a:lnTo>
                <a:lnTo>
                  <a:pt x="2302" y="1651"/>
                </a:lnTo>
                <a:lnTo>
                  <a:pt x="2301" y="1649"/>
                </a:lnTo>
                <a:lnTo>
                  <a:pt x="2300" y="1649"/>
                </a:lnTo>
                <a:lnTo>
                  <a:pt x="2299" y="1649"/>
                </a:lnTo>
                <a:lnTo>
                  <a:pt x="2299" y="1648"/>
                </a:lnTo>
                <a:lnTo>
                  <a:pt x="2299" y="1647"/>
                </a:lnTo>
                <a:lnTo>
                  <a:pt x="2300" y="1647"/>
                </a:lnTo>
                <a:lnTo>
                  <a:pt x="2299" y="1647"/>
                </a:lnTo>
                <a:lnTo>
                  <a:pt x="2298" y="1647"/>
                </a:lnTo>
                <a:lnTo>
                  <a:pt x="2297" y="1647"/>
                </a:lnTo>
                <a:lnTo>
                  <a:pt x="2297" y="1648"/>
                </a:lnTo>
                <a:lnTo>
                  <a:pt x="2296" y="1648"/>
                </a:lnTo>
                <a:lnTo>
                  <a:pt x="2295" y="1647"/>
                </a:lnTo>
                <a:lnTo>
                  <a:pt x="2294" y="1647"/>
                </a:lnTo>
                <a:lnTo>
                  <a:pt x="2294" y="1646"/>
                </a:lnTo>
                <a:lnTo>
                  <a:pt x="2292" y="1645"/>
                </a:lnTo>
                <a:lnTo>
                  <a:pt x="2292" y="1644"/>
                </a:lnTo>
                <a:lnTo>
                  <a:pt x="2291" y="1644"/>
                </a:lnTo>
                <a:lnTo>
                  <a:pt x="2290" y="1644"/>
                </a:lnTo>
                <a:lnTo>
                  <a:pt x="2290" y="1645"/>
                </a:lnTo>
                <a:lnTo>
                  <a:pt x="2290" y="1646"/>
                </a:lnTo>
                <a:lnTo>
                  <a:pt x="2289" y="1646"/>
                </a:lnTo>
                <a:lnTo>
                  <a:pt x="2287" y="1645"/>
                </a:lnTo>
                <a:lnTo>
                  <a:pt x="2287" y="1644"/>
                </a:lnTo>
                <a:lnTo>
                  <a:pt x="2287" y="1643"/>
                </a:lnTo>
                <a:lnTo>
                  <a:pt x="2286" y="1643"/>
                </a:lnTo>
                <a:lnTo>
                  <a:pt x="2285" y="1642"/>
                </a:lnTo>
                <a:lnTo>
                  <a:pt x="2283" y="1642"/>
                </a:lnTo>
                <a:lnTo>
                  <a:pt x="2282" y="1642"/>
                </a:lnTo>
                <a:lnTo>
                  <a:pt x="2281" y="1642"/>
                </a:lnTo>
                <a:lnTo>
                  <a:pt x="2280" y="1642"/>
                </a:lnTo>
                <a:lnTo>
                  <a:pt x="2279" y="1642"/>
                </a:lnTo>
                <a:lnTo>
                  <a:pt x="2278" y="1642"/>
                </a:lnTo>
                <a:lnTo>
                  <a:pt x="2277" y="1643"/>
                </a:lnTo>
                <a:lnTo>
                  <a:pt x="2277" y="1644"/>
                </a:lnTo>
                <a:lnTo>
                  <a:pt x="2276" y="1645"/>
                </a:lnTo>
                <a:lnTo>
                  <a:pt x="2273" y="1645"/>
                </a:lnTo>
                <a:lnTo>
                  <a:pt x="2272" y="1645"/>
                </a:lnTo>
                <a:lnTo>
                  <a:pt x="2271" y="1644"/>
                </a:lnTo>
                <a:lnTo>
                  <a:pt x="2268" y="1643"/>
                </a:lnTo>
                <a:lnTo>
                  <a:pt x="2267" y="1643"/>
                </a:lnTo>
                <a:lnTo>
                  <a:pt x="2266" y="1643"/>
                </a:lnTo>
                <a:lnTo>
                  <a:pt x="2265" y="1643"/>
                </a:lnTo>
                <a:lnTo>
                  <a:pt x="2264" y="1643"/>
                </a:lnTo>
                <a:lnTo>
                  <a:pt x="2263" y="1643"/>
                </a:lnTo>
                <a:lnTo>
                  <a:pt x="2263" y="1642"/>
                </a:lnTo>
                <a:lnTo>
                  <a:pt x="2262" y="1642"/>
                </a:lnTo>
                <a:lnTo>
                  <a:pt x="2260" y="1642"/>
                </a:lnTo>
                <a:lnTo>
                  <a:pt x="2259" y="1641"/>
                </a:lnTo>
                <a:lnTo>
                  <a:pt x="2258" y="1641"/>
                </a:lnTo>
                <a:lnTo>
                  <a:pt x="2255" y="1641"/>
                </a:lnTo>
                <a:lnTo>
                  <a:pt x="2254" y="1642"/>
                </a:lnTo>
                <a:lnTo>
                  <a:pt x="2255" y="1643"/>
                </a:lnTo>
                <a:lnTo>
                  <a:pt x="2254" y="1643"/>
                </a:lnTo>
                <a:lnTo>
                  <a:pt x="2254" y="1644"/>
                </a:lnTo>
                <a:lnTo>
                  <a:pt x="2253" y="1644"/>
                </a:lnTo>
                <a:lnTo>
                  <a:pt x="2253" y="1645"/>
                </a:lnTo>
                <a:lnTo>
                  <a:pt x="2252" y="1646"/>
                </a:lnTo>
                <a:lnTo>
                  <a:pt x="2251" y="1646"/>
                </a:lnTo>
                <a:lnTo>
                  <a:pt x="2249" y="1646"/>
                </a:lnTo>
                <a:lnTo>
                  <a:pt x="2248" y="1646"/>
                </a:lnTo>
                <a:lnTo>
                  <a:pt x="2247" y="1646"/>
                </a:lnTo>
                <a:lnTo>
                  <a:pt x="2246" y="1647"/>
                </a:lnTo>
                <a:lnTo>
                  <a:pt x="2246" y="1648"/>
                </a:lnTo>
                <a:lnTo>
                  <a:pt x="2245" y="1646"/>
                </a:lnTo>
                <a:lnTo>
                  <a:pt x="2244" y="1646"/>
                </a:lnTo>
                <a:lnTo>
                  <a:pt x="2243" y="1646"/>
                </a:lnTo>
                <a:lnTo>
                  <a:pt x="2243" y="1647"/>
                </a:lnTo>
                <a:lnTo>
                  <a:pt x="2242" y="1647"/>
                </a:lnTo>
                <a:lnTo>
                  <a:pt x="2242" y="1648"/>
                </a:lnTo>
                <a:lnTo>
                  <a:pt x="2240" y="1648"/>
                </a:lnTo>
                <a:lnTo>
                  <a:pt x="2239" y="1647"/>
                </a:lnTo>
                <a:lnTo>
                  <a:pt x="2238" y="1647"/>
                </a:lnTo>
                <a:lnTo>
                  <a:pt x="2238" y="1646"/>
                </a:lnTo>
                <a:lnTo>
                  <a:pt x="2237" y="1646"/>
                </a:lnTo>
                <a:lnTo>
                  <a:pt x="2236" y="1645"/>
                </a:lnTo>
                <a:lnTo>
                  <a:pt x="2234" y="1644"/>
                </a:lnTo>
                <a:lnTo>
                  <a:pt x="2233" y="1644"/>
                </a:lnTo>
                <a:lnTo>
                  <a:pt x="2232" y="1644"/>
                </a:lnTo>
                <a:lnTo>
                  <a:pt x="2231" y="1644"/>
                </a:lnTo>
                <a:lnTo>
                  <a:pt x="2231" y="1645"/>
                </a:lnTo>
                <a:lnTo>
                  <a:pt x="2232" y="1645"/>
                </a:lnTo>
                <a:lnTo>
                  <a:pt x="2232" y="1646"/>
                </a:lnTo>
                <a:lnTo>
                  <a:pt x="2231" y="1646"/>
                </a:lnTo>
                <a:lnTo>
                  <a:pt x="2230" y="1645"/>
                </a:lnTo>
                <a:lnTo>
                  <a:pt x="2229" y="1644"/>
                </a:lnTo>
                <a:lnTo>
                  <a:pt x="2228" y="1644"/>
                </a:lnTo>
                <a:lnTo>
                  <a:pt x="2226" y="1645"/>
                </a:lnTo>
                <a:lnTo>
                  <a:pt x="2226" y="1646"/>
                </a:lnTo>
                <a:lnTo>
                  <a:pt x="2227" y="1646"/>
                </a:lnTo>
                <a:lnTo>
                  <a:pt x="2227" y="1648"/>
                </a:lnTo>
                <a:lnTo>
                  <a:pt x="2227" y="1649"/>
                </a:lnTo>
                <a:lnTo>
                  <a:pt x="2226" y="1649"/>
                </a:lnTo>
                <a:lnTo>
                  <a:pt x="2226" y="1650"/>
                </a:lnTo>
                <a:lnTo>
                  <a:pt x="2225" y="1652"/>
                </a:lnTo>
                <a:lnTo>
                  <a:pt x="2225" y="1653"/>
                </a:lnTo>
                <a:lnTo>
                  <a:pt x="2224" y="1653"/>
                </a:lnTo>
                <a:lnTo>
                  <a:pt x="2224" y="1654"/>
                </a:lnTo>
                <a:lnTo>
                  <a:pt x="2224" y="1655"/>
                </a:lnTo>
                <a:lnTo>
                  <a:pt x="2224" y="1656"/>
                </a:lnTo>
                <a:lnTo>
                  <a:pt x="2224" y="1657"/>
                </a:lnTo>
                <a:lnTo>
                  <a:pt x="2223" y="1657"/>
                </a:lnTo>
                <a:lnTo>
                  <a:pt x="2222" y="1656"/>
                </a:lnTo>
                <a:lnTo>
                  <a:pt x="2221" y="1656"/>
                </a:lnTo>
                <a:lnTo>
                  <a:pt x="2220" y="1656"/>
                </a:lnTo>
                <a:lnTo>
                  <a:pt x="2219" y="1656"/>
                </a:lnTo>
                <a:lnTo>
                  <a:pt x="2217" y="1658"/>
                </a:lnTo>
                <a:lnTo>
                  <a:pt x="2218" y="1659"/>
                </a:lnTo>
                <a:lnTo>
                  <a:pt x="2219" y="1659"/>
                </a:lnTo>
                <a:lnTo>
                  <a:pt x="2219" y="1661"/>
                </a:lnTo>
                <a:lnTo>
                  <a:pt x="2218" y="1661"/>
                </a:lnTo>
                <a:lnTo>
                  <a:pt x="2218" y="1662"/>
                </a:lnTo>
                <a:lnTo>
                  <a:pt x="2219" y="1663"/>
                </a:lnTo>
                <a:lnTo>
                  <a:pt x="2220" y="1664"/>
                </a:lnTo>
                <a:lnTo>
                  <a:pt x="2219" y="1665"/>
                </a:lnTo>
                <a:lnTo>
                  <a:pt x="2218" y="1665"/>
                </a:lnTo>
                <a:lnTo>
                  <a:pt x="2217" y="1666"/>
                </a:lnTo>
                <a:lnTo>
                  <a:pt x="2217" y="1667"/>
                </a:lnTo>
                <a:lnTo>
                  <a:pt x="2217" y="1668"/>
                </a:lnTo>
                <a:lnTo>
                  <a:pt x="2218" y="1669"/>
                </a:lnTo>
                <a:lnTo>
                  <a:pt x="2218" y="1671"/>
                </a:lnTo>
                <a:lnTo>
                  <a:pt x="2218" y="1672"/>
                </a:lnTo>
                <a:lnTo>
                  <a:pt x="2218" y="1673"/>
                </a:lnTo>
                <a:lnTo>
                  <a:pt x="2218" y="1674"/>
                </a:lnTo>
                <a:lnTo>
                  <a:pt x="2218" y="1675"/>
                </a:lnTo>
                <a:lnTo>
                  <a:pt x="2219" y="1676"/>
                </a:lnTo>
                <a:lnTo>
                  <a:pt x="2220" y="1676"/>
                </a:lnTo>
                <a:lnTo>
                  <a:pt x="2220" y="1677"/>
                </a:lnTo>
                <a:lnTo>
                  <a:pt x="2220" y="1678"/>
                </a:lnTo>
                <a:lnTo>
                  <a:pt x="2221" y="1679"/>
                </a:lnTo>
                <a:lnTo>
                  <a:pt x="2223" y="1679"/>
                </a:lnTo>
                <a:lnTo>
                  <a:pt x="2222" y="1681"/>
                </a:lnTo>
                <a:lnTo>
                  <a:pt x="2222" y="1683"/>
                </a:lnTo>
                <a:lnTo>
                  <a:pt x="2221" y="1684"/>
                </a:lnTo>
                <a:lnTo>
                  <a:pt x="2221" y="1685"/>
                </a:lnTo>
                <a:lnTo>
                  <a:pt x="2222" y="1685"/>
                </a:lnTo>
                <a:lnTo>
                  <a:pt x="2222" y="1686"/>
                </a:lnTo>
                <a:lnTo>
                  <a:pt x="2224" y="1687"/>
                </a:lnTo>
                <a:lnTo>
                  <a:pt x="2224" y="1688"/>
                </a:lnTo>
                <a:lnTo>
                  <a:pt x="2225" y="1688"/>
                </a:lnTo>
                <a:lnTo>
                  <a:pt x="2226" y="1688"/>
                </a:lnTo>
                <a:lnTo>
                  <a:pt x="2227" y="1689"/>
                </a:lnTo>
                <a:lnTo>
                  <a:pt x="2228" y="1690"/>
                </a:lnTo>
                <a:lnTo>
                  <a:pt x="2228" y="1691"/>
                </a:lnTo>
                <a:lnTo>
                  <a:pt x="2229" y="1691"/>
                </a:lnTo>
                <a:lnTo>
                  <a:pt x="2229" y="1692"/>
                </a:lnTo>
                <a:lnTo>
                  <a:pt x="2230" y="1694"/>
                </a:lnTo>
                <a:lnTo>
                  <a:pt x="2229" y="1695"/>
                </a:lnTo>
                <a:lnTo>
                  <a:pt x="2230" y="1696"/>
                </a:lnTo>
                <a:lnTo>
                  <a:pt x="2230" y="1697"/>
                </a:lnTo>
                <a:lnTo>
                  <a:pt x="2229" y="1698"/>
                </a:lnTo>
                <a:lnTo>
                  <a:pt x="2228" y="1698"/>
                </a:lnTo>
                <a:lnTo>
                  <a:pt x="2229" y="1699"/>
                </a:lnTo>
                <a:lnTo>
                  <a:pt x="2229" y="1701"/>
                </a:lnTo>
                <a:lnTo>
                  <a:pt x="2230" y="1702"/>
                </a:lnTo>
                <a:lnTo>
                  <a:pt x="2231" y="1702"/>
                </a:lnTo>
                <a:lnTo>
                  <a:pt x="2231" y="1703"/>
                </a:lnTo>
                <a:lnTo>
                  <a:pt x="2231" y="1704"/>
                </a:lnTo>
                <a:lnTo>
                  <a:pt x="2231" y="1705"/>
                </a:lnTo>
                <a:lnTo>
                  <a:pt x="2232" y="1705"/>
                </a:lnTo>
                <a:lnTo>
                  <a:pt x="2233" y="1706"/>
                </a:lnTo>
                <a:lnTo>
                  <a:pt x="2233" y="1708"/>
                </a:lnTo>
                <a:lnTo>
                  <a:pt x="2233" y="1709"/>
                </a:lnTo>
                <a:lnTo>
                  <a:pt x="2233" y="1710"/>
                </a:lnTo>
                <a:lnTo>
                  <a:pt x="2232" y="1710"/>
                </a:lnTo>
                <a:lnTo>
                  <a:pt x="2232" y="1711"/>
                </a:lnTo>
                <a:lnTo>
                  <a:pt x="2231" y="1711"/>
                </a:lnTo>
                <a:lnTo>
                  <a:pt x="2230" y="1711"/>
                </a:lnTo>
                <a:lnTo>
                  <a:pt x="2229" y="1711"/>
                </a:lnTo>
                <a:lnTo>
                  <a:pt x="2229" y="1712"/>
                </a:lnTo>
                <a:lnTo>
                  <a:pt x="2228" y="1712"/>
                </a:lnTo>
                <a:lnTo>
                  <a:pt x="2228" y="1713"/>
                </a:lnTo>
                <a:lnTo>
                  <a:pt x="2228" y="1714"/>
                </a:lnTo>
                <a:lnTo>
                  <a:pt x="2228" y="1715"/>
                </a:lnTo>
                <a:lnTo>
                  <a:pt x="2227" y="1715"/>
                </a:lnTo>
                <a:lnTo>
                  <a:pt x="2226" y="1715"/>
                </a:lnTo>
                <a:lnTo>
                  <a:pt x="2225" y="1715"/>
                </a:lnTo>
                <a:lnTo>
                  <a:pt x="2224" y="1715"/>
                </a:lnTo>
                <a:lnTo>
                  <a:pt x="2223" y="1716"/>
                </a:lnTo>
                <a:lnTo>
                  <a:pt x="2222" y="1716"/>
                </a:lnTo>
                <a:lnTo>
                  <a:pt x="2221" y="1716"/>
                </a:lnTo>
                <a:lnTo>
                  <a:pt x="2221" y="1715"/>
                </a:lnTo>
                <a:lnTo>
                  <a:pt x="2220" y="1715"/>
                </a:lnTo>
                <a:lnTo>
                  <a:pt x="2220" y="1716"/>
                </a:lnTo>
                <a:lnTo>
                  <a:pt x="2220" y="1717"/>
                </a:lnTo>
                <a:lnTo>
                  <a:pt x="2220" y="1718"/>
                </a:lnTo>
                <a:lnTo>
                  <a:pt x="2220" y="1719"/>
                </a:lnTo>
                <a:lnTo>
                  <a:pt x="2219" y="1719"/>
                </a:lnTo>
                <a:lnTo>
                  <a:pt x="2219" y="1720"/>
                </a:lnTo>
                <a:lnTo>
                  <a:pt x="2218" y="1720"/>
                </a:lnTo>
                <a:lnTo>
                  <a:pt x="2218" y="1721"/>
                </a:lnTo>
                <a:lnTo>
                  <a:pt x="2218" y="1722"/>
                </a:lnTo>
                <a:lnTo>
                  <a:pt x="2217" y="1722"/>
                </a:lnTo>
                <a:lnTo>
                  <a:pt x="2216" y="1723"/>
                </a:lnTo>
                <a:lnTo>
                  <a:pt x="2215" y="1723"/>
                </a:lnTo>
                <a:lnTo>
                  <a:pt x="2215" y="1722"/>
                </a:lnTo>
                <a:lnTo>
                  <a:pt x="2214" y="1722"/>
                </a:lnTo>
                <a:lnTo>
                  <a:pt x="2213" y="1722"/>
                </a:lnTo>
                <a:lnTo>
                  <a:pt x="2213" y="1723"/>
                </a:lnTo>
                <a:lnTo>
                  <a:pt x="2213" y="1724"/>
                </a:lnTo>
                <a:lnTo>
                  <a:pt x="2212" y="1726"/>
                </a:lnTo>
                <a:lnTo>
                  <a:pt x="2212" y="1727"/>
                </a:lnTo>
                <a:lnTo>
                  <a:pt x="2212" y="1728"/>
                </a:lnTo>
                <a:lnTo>
                  <a:pt x="2213" y="1728"/>
                </a:lnTo>
                <a:lnTo>
                  <a:pt x="2213" y="1729"/>
                </a:lnTo>
                <a:lnTo>
                  <a:pt x="2213" y="1730"/>
                </a:lnTo>
                <a:lnTo>
                  <a:pt x="2212" y="1730"/>
                </a:lnTo>
                <a:lnTo>
                  <a:pt x="2212" y="1731"/>
                </a:lnTo>
                <a:lnTo>
                  <a:pt x="2212" y="1732"/>
                </a:lnTo>
                <a:lnTo>
                  <a:pt x="2213" y="1732"/>
                </a:lnTo>
                <a:lnTo>
                  <a:pt x="2214" y="1733"/>
                </a:lnTo>
                <a:lnTo>
                  <a:pt x="2214" y="1734"/>
                </a:lnTo>
                <a:lnTo>
                  <a:pt x="2215" y="1734"/>
                </a:lnTo>
                <a:lnTo>
                  <a:pt x="2216" y="1735"/>
                </a:lnTo>
                <a:lnTo>
                  <a:pt x="2215" y="1737"/>
                </a:lnTo>
                <a:lnTo>
                  <a:pt x="2214" y="1738"/>
                </a:lnTo>
                <a:lnTo>
                  <a:pt x="2212" y="1738"/>
                </a:lnTo>
                <a:lnTo>
                  <a:pt x="2211" y="1738"/>
                </a:lnTo>
                <a:lnTo>
                  <a:pt x="2208" y="1735"/>
                </a:lnTo>
                <a:lnTo>
                  <a:pt x="2208" y="1734"/>
                </a:lnTo>
                <a:lnTo>
                  <a:pt x="2207" y="1735"/>
                </a:lnTo>
                <a:lnTo>
                  <a:pt x="2207" y="1736"/>
                </a:lnTo>
                <a:lnTo>
                  <a:pt x="2207" y="1737"/>
                </a:lnTo>
                <a:lnTo>
                  <a:pt x="2207" y="1738"/>
                </a:lnTo>
                <a:lnTo>
                  <a:pt x="2206" y="1738"/>
                </a:lnTo>
                <a:lnTo>
                  <a:pt x="2205" y="1738"/>
                </a:lnTo>
                <a:lnTo>
                  <a:pt x="2204" y="1738"/>
                </a:lnTo>
                <a:lnTo>
                  <a:pt x="2203" y="1741"/>
                </a:lnTo>
                <a:lnTo>
                  <a:pt x="2202" y="1742"/>
                </a:lnTo>
                <a:lnTo>
                  <a:pt x="2201" y="1741"/>
                </a:lnTo>
                <a:lnTo>
                  <a:pt x="2201" y="1740"/>
                </a:lnTo>
                <a:lnTo>
                  <a:pt x="2200" y="1741"/>
                </a:lnTo>
                <a:lnTo>
                  <a:pt x="2200" y="1742"/>
                </a:lnTo>
                <a:lnTo>
                  <a:pt x="2199" y="1743"/>
                </a:lnTo>
                <a:lnTo>
                  <a:pt x="2199" y="1744"/>
                </a:lnTo>
                <a:lnTo>
                  <a:pt x="2198" y="1744"/>
                </a:lnTo>
                <a:lnTo>
                  <a:pt x="2198" y="1743"/>
                </a:lnTo>
                <a:lnTo>
                  <a:pt x="2197" y="1743"/>
                </a:lnTo>
                <a:lnTo>
                  <a:pt x="2196" y="1744"/>
                </a:lnTo>
                <a:lnTo>
                  <a:pt x="2195" y="1745"/>
                </a:lnTo>
                <a:lnTo>
                  <a:pt x="2195" y="1746"/>
                </a:lnTo>
                <a:lnTo>
                  <a:pt x="2194" y="1747"/>
                </a:lnTo>
                <a:lnTo>
                  <a:pt x="2193" y="1747"/>
                </a:lnTo>
                <a:lnTo>
                  <a:pt x="2193" y="1748"/>
                </a:lnTo>
                <a:lnTo>
                  <a:pt x="2192" y="1748"/>
                </a:lnTo>
                <a:lnTo>
                  <a:pt x="2191" y="1748"/>
                </a:lnTo>
                <a:lnTo>
                  <a:pt x="2190" y="1748"/>
                </a:lnTo>
                <a:lnTo>
                  <a:pt x="2190" y="1749"/>
                </a:lnTo>
                <a:lnTo>
                  <a:pt x="2189" y="1750"/>
                </a:lnTo>
                <a:lnTo>
                  <a:pt x="2190" y="1751"/>
                </a:lnTo>
                <a:lnTo>
                  <a:pt x="2191" y="1751"/>
                </a:lnTo>
                <a:lnTo>
                  <a:pt x="2192" y="1751"/>
                </a:lnTo>
                <a:lnTo>
                  <a:pt x="2193" y="1751"/>
                </a:lnTo>
                <a:lnTo>
                  <a:pt x="2193" y="1752"/>
                </a:lnTo>
                <a:lnTo>
                  <a:pt x="2194" y="1752"/>
                </a:lnTo>
                <a:lnTo>
                  <a:pt x="2194" y="1753"/>
                </a:lnTo>
                <a:lnTo>
                  <a:pt x="2195" y="1753"/>
                </a:lnTo>
                <a:lnTo>
                  <a:pt x="2195" y="1754"/>
                </a:lnTo>
                <a:lnTo>
                  <a:pt x="2195" y="1755"/>
                </a:lnTo>
                <a:lnTo>
                  <a:pt x="2194" y="1756"/>
                </a:lnTo>
                <a:lnTo>
                  <a:pt x="2194" y="1757"/>
                </a:lnTo>
                <a:lnTo>
                  <a:pt x="2195" y="1757"/>
                </a:lnTo>
                <a:lnTo>
                  <a:pt x="2195" y="1758"/>
                </a:lnTo>
                <a:lnTo>
                  <a:pt x="2195" y="1759"/>
                </a:lnTo>
                <a:lnTo>
                  <a:pt x="2195" y="1760"/>
                </a:lnTo>
                <a:lnTo>
                  <a:pt x="2194" y="1760"/>
                </a:lnTo>
                <a:lnTo>
                  <a:pt x="2194" y="1762"/>
                </a:lnTo>
                <a:lnTo>
                  <a:pt x="2194" y="1763"/>
                </a:lnTo>
                <a:lnTo>
                  <a:pt x="2193" y="1763"/>
                </a:lnTo>
                <a:lnTo>
                  <a:pt x="2194" y="1763"/>
                </a:lnTo>
                <a:lnTo>
                  <a:pt x="2195" y="1763"/>
                </a:lnTo>
                <a:lnTo>
                  <a:pt x="2196" y="1763"/>
                </a:lnTo>
                <a:lnTo>
                  <a:pt x="2197" y="1764"/>
                </a:lnTo>
                <a:lnTo>
                  <a:pt x="2198" y="1764"/>
                </a:lnTo>
                <a:lnTo>
                  <a:pt x="2199" y="1764"/>
                </a:lnTo>
                <a:lnTo>
                  <a:pt x="2200" y="1764"/>
                </a:lnTo>
                <a:lnTo>
                  <a:pt x="2201" y="1763"/>
                </a:lnTo>
                <a:lnTo>
                  <a:pt x="2201" y="1762"/>
                </a:lnTo>
                <a:lnTo>
                  <a:pt x="2202" y="1763"/>
                </a:lnTo>
                <a:lnTo>
                  <a:pt x="2202" y="1764"/>
                </a:lnTo>
                <a:lnTo>
                  <a:pt x="2202" y="1765"/>
                </a:lnTo>
                <a:lnTo>
                  <a:pt x="2203" y="1765"/>
                </a:lnTo>
                <a:lnTo>
                  <a:pt x="2204" y="1765"/>
                </a:lnTo>
                <a:lnTo>
                  <a:pt x="2205" y="1764"/>
                </a:lnTo>
                <a:lnTo>
                  <a:pt x="2205" y="1763"/>
                </a:lnTo>
                <a:lnTo>
                  <a:pt x="2205" y="1762"/>
                </a:lnTo>
                <a:lnTo>
                  <a:pt x="2206" y="1762"/>
                </a:lnTo>
                <a:lnTo>
                  <a:pt x="2207" y="1762"/>
                </a:lnTo>
                <a:lnTo>
                  <a:pt x="2208" y="1762"/>
                </a:lnTo>
                <a:lnTo>
                  <a:pt x="2209" y="1762"/>
                </a:lnTo>
                <a:lnTo>
                  <a:pt x="2209" y="1761"/>
                </a:lnTo>
                <a:lnTo>
                  <a:pt x="2210" y="1761"/>
                </a:lnTo>
                <a:lnTo>
                  <a:pt x="2211" y="1761"/>
                </a:lnTo>
                <a:lnTo>
                  <a:pt x="2211" y="1762"/>
                </a:lnTo>
                <a:lnTo>
                  <a:pt x="2212" y="1762"/>
                </a:lnTo>
                <a:lnTo>
                  <a:pt x="2213" y="1761"/>
                </a:lnTo>
                <a:lnTo>
                  <a:pt x="2213" y="1760"/>
                </a:lnTo>
                <a:lnTo>
                  <a:pt x="2214" y="1760"/>
                </a:lnTo>
                <a:lnTo>
                  <a:pt x="2215" y="1760"/>
                </a:lnTo>
                <a:lnTo>
                  <a:pt x="2216" y="1760"/>
                </a:lnTo>
                <a:lnTo>
                  <a:pt x="2216" y="1762"/>
                </a:lnTo>
                <a:lnTo>
                  <a:pt x="2217" y="1762"/>
                </a:lnTo>
                <a:lnTo>
                  <a:pt x="2218" y="1762"/>
                </a:lnTo>
                <a:lnTo>
                  <a:pt x="2218" y="1761"/>
                </a:lnTo>
                <a:lnTo>
                  <a:pt x="2219" y="1761"/>
                </a:lnTo>
                <a:lnTo>
                  <a:pt x="2219" y="1762"/>
                </a:lnTo>
                <a:lnTo>
                  <a:pt x="2219" y="1763"/>
                </a:lnTo>
                <a:lnTo>
                  <a:pt x="2220" y="1764"/>
                </a:lnTo>
                <a:lnTo>
                  <a:pt x="2221" y="1764"/>
                </a:lnTo>
                <a:lnTo>
                  <a:pt x="2222" y="1764"/>
                </a:lnTo>
                <a:lnTo>
                  <a:pt x="2223" y="1764"/>
                </a:lnTo>
                <a:lnTo>
                  <a:pt x="2223" y="1765"/>
                </a:lnTo>
                <a:lnTo>
                  <a:pt x="2223" y="1766"/>
                </a:lnTo>
                <a:lnTo>
                  <a:pt x="2223" y="1767"/>
                </a:lnTo>
                <a:lnTo>
                  <a:pt x="2224" y="1767"/>
                </a:lnTo>
                <a:lnTo>
                  <a:pt x="2225" y="1767"/>
                </a:lnTo>
                <a:lnTo>
                  <a:pt x="2226" y="1768"/>
                </a:lnTo>
                <a:lnTo>
                  <a:pt x="2227" y="1768"/>
                </a:lnTo>
                <a:lnTo>
                  <a:pt x="2228" y="1769"/>
                </a:lnTo>
                <a:lnTo>
                  <a:pt x="2229" y="1770"/>
                </a:lnTo>
                <a:lnTo>
                  <a:pt x="2229" y="1769"/>
                </a:lnTo>
                <a:lnTo>
                  <a:pt x="2230" y="1768"/>
                </a:lnTo>
                <a:lnTo>
                  <a:pt x="2231" y="1768"/>
                </a:lnTo>
                <a:lnTo>
                  <a:pt x="2231" y="1769"/>
                </a:lnTo>
                <a:lnTo>
                  <a:pt x="2233" y="1769"/>
                </a:lnTo>
                <a:lnTo>
                  <a:pt x="2233" y="1770"/>
                </a:lnTo>
                <a:lnTo>
                  <a:pt x="2232" y="1771"/>
                </a:lnTo>
                <a:lnTo>
                  <a:pt x="2233" y="1772"/>
                </a:lnTo>
                <a:lnTo>
                  <a:pt x="2234" y="1772"/>
                </a:lnTo>
                <a:lnTo>
                  <a:pt x="2234" y="1771"/>
                </a:lnTo>
                <a:lnTo>
                  <a:pt x="2234" y="1772"/>
                </a:lnTo>
                <a:lnTo>
                  <a:pt x="2235" y="1772"/>
                </a:lnTo>
                <a:lnTo>
                  <a:pt x="2235" y="1773"/>
                </a:lnTo>
                <a:lnTo>
                  <a:pt x="2235" y="1774"/>
                </a:lnTo>
                <a:lnTo>
                  <a:pt x="2236" y="1774"/>
                </a:lnTo>
                <a:lnTo>
                  <a:pt x="2237" y="1773"/>
                </a:lnTo>
                <a:lnTo>
                  <a:pt x="2238" y="1773"/>
                </a:lnTo>
                <a:lnTo>
                  <a:pt x="2238" y="1774"/>
                </a:lnTo>
                <a:lnTo>
                  <a:pt x="2237" y="1774"/>
                </a:lnTo>
                <a:lnTo>
                  <a:pt x="2236" y="1775"/>
                </a:lnTo>
                <a:lnTo>
                  <a:pt x="2236" y="1776"/>
                </a:lnTo>
                <a:lnTo>
                  <a:pt x="2238" y="1777"/>
                </a:lnTo>
                <a:lnTo>
                  <a:pt x="2239" y="1776"/>
                </a:lnTo>
                <a:lnTo>
                  <a:pt x="2240" y="1776"/>
                </a:lnTo>
                <a:lnTo>
                  <a:pt x="2241" y="1777"/>
                </a:lnTo>
                <a:lnTo>
                  <a:pt x="2241" y="1778"/>
                </a:lnTo>
                <a:lnTo>
                  <a:pt x="2240" y="1778"/>
                </a:lnTo>
                <a:lnTo>
                  <a:pt x="2241" y="1780"/>
                </a:lnTo>
                <a:lnTo>
                  <a:pt x="2241" y="1781"/>
                </a:lnTo>
                <a:lnTo>
                  <a:pt x="2242" y="1781"/>
                </a:lnTo>
                <a:lnTo>
                  <a:pt x="2242" y="1783"/>
                </a:lnTo>
                <a:lnTo>
                  <a:pt x="2242" y="1784"/>
                </a:lnTo>
                <a:lnTo>
                  <a:pt x="2242" y="1785"/>
                </a:lnTo>
                <a:lnTo>
                  <a:pt x="2243" y="1785"/>
                </a:lnTo>
                <a:lnTo>
                  <a:pt x="2243" y="1786"/>
                </a:lnTo>
                <a:lnTo>
                  <a:pt x="2244" y="1787"/>
                </a:lnTo>
                <a:lnTo>
                  <a:pt x="2244" y="1788"/>
                </a:lnTo>
                <a:lnTo>
                  <a:pt x="2244" y="1789"/>
                </a:lnTo>
                <a:lnTo>
                  <a:pt x="2246" y="1789"/>
                </a:lnTo>
                <a:lnTo>
                  <a:pt x="2246" y="1788"/>
                </a:lnTo>
                <a:lnTo>
                  <a:pt x="2247" y="1788"/>
                </a:lnTo>
                <a:lnTo>
                  <a:pt x="2247" y="1789"/>
                </a:lnTo>
                <a:lnTo>
                  <a:pt x="2248" y="1790"/>
                </a:lnTo>
                <a:lnTo>
                  <a:pt x="2249" y="1791"/>
                </a:lnTo>
                <a:lnTo>
                  <a:pt x="2249" y="1790"/>
                </a:lnTo>
                <a:lnTo>
                  <a:pt x="2250" y="1790"/>
                </a:lnTo>
                <a:lnTo>
                  <a:pt x="2251" y="1790"/>
                </a:lnTo>
                <a:lnTo>
                  <a:pt x="2252" y="1790"/>
                </a:lnTo>
                <a:lnTo>
                  <a:pt x="2252" y="1791"/>
                </a:lnTo>
                <a:lnTo>
                  <a:pt x="2252" y="1792"/>
                </a:lnTo>
                <a:lnTo>
                  <a:pt x="2253" y="1792"/>
                </a:lnTo>
                <a:lnTo>
                  <a:pt x="2253" y="1791"/>
                </a:lnTo>
                <a:lnTo>
                  <a:pt x="2254" y="1791"/>
                </a:lnTo>
                <a:lnTo>
                  <a:pt x="2254" y="1792"/>
                </a:lnTo>
                <a:lnTo>
                  <a:pt x="2254" y="1793"/>
                </a:lnTo>
                <a:lnTo>
                  <a:pt x="2255" y="1793"/>
                </a:lnTo>
                <a:lnTo>
                  <a:pt x="2255" y="1792"/>
                </a:lnTo>
                <a:lnTo>
                  <a:pt x="2256" y="1792"/>
                </a:lnTo>
                <a:lnTo>
                  <a:pt x="2256" y="1791"/>
                </a:lnTo>
                <a:lnTo>
                  <a:pt x="2256" y="1792"/>
                </a:lnTo>
                <a:lnTo>
                  <a:pt x="2257" y="1792"/>
                </a:lnTo>
                <a:lnTo>
                  <a:pt x="2258" y="1793"/>
                </a:lnTo>
                <a:lnTo>
                  <a:pt x="2258" y="1795"/>
                </a:lnTo>
                <a:lnTo>
                  <a:pt x="2258" y="1796"/>
                </a:lnTo>
                <a:lnTo>
                  <a:pt x="2257" y="1797"/>
                </a:lnTo>
                <a:lnTo>
                  <a:pt x="2256" y="1797"/>
                </a:lnTo>
                <a:lnTo>
                  <a:pt x="2254" y="1798"/>
                </a:lnTo>
                <a:lnTo>
                  <a:pt x="2253" y="1799"/>
                </a:lnTo>
                <a:lnTo>
                  <a:pt x="2252" y="1800"/>
                </a:lnTo>
                <a:lnTo>
                  <a:pt x="2252" y="1801"/>
                </a:lnTo>
                <a:lnTo>
                  <a:pt x="2254" y="1802"/>
                </a:lnTo>
                <a:lnTo>
                  <a:pt x="2255" y="1802"/>
                </a:lnTo>
                <a:lnTo>
                  <a:pt x="2255" y="1803"/>
                </a:lnTo>
                <a:lnTo>
                  <a:pt x="2255" y="1804"/>
                </a:lnTo>
                <a:lnTo>
                  <a:pt x="2255" y="1805"/>
                </a:lnTo>
                <a:lnTo>
                  <a:pt x="2255" y="1806"/>
                </a:lnTo>
                <a:lnTo>
                  <a:pt x="2255" y="1807"/>
                </a:lnTo>
                <a:lnTo>
                  <a:pt x="2255" y="1808"/>
                </a:lnTo>
                <a:lnTo>
                  <a:pt x="2255" y="1809"/>
                </a:lnTo>
                <a:lnTo>
                  <a:pt x="2255" y="1810"/>
                </a:lnTo>
                <a:lnTo>
                  <a:pt x="2255" y="1811"/>
                </a:lnTo>
                <a:lnTo>
                  <a:pt x="2256" y="1811"/>
                </a:lnTo>
                <a:lnTo>
                  <a:pt x="2255" y="1812"/>
                </a:lnTo>
                <a:lnTo>
                  <a:pt x="2255" y="1813"/>
                </a:lnTo>
                <a:lnTo>
                  <a:pt x="2254" y="1813"/>
                </a:lnTo>
                <a:lnTo>
                  <a:pt x="2253" y="1813"/>
                </a:lnTo>
                <a:lnTo>
                  <a:pt x="2252" y="1813"/>
                </a:lnTo>
                <a:lnTo>
                  <a:pt x="2252" y="1814"/>
                </a:lnTo>
                <a:lnTo>
                  <a:pt x="2252" y="1815"/>
                </a:lnTo>
                <a:lnTo>
                  <a:pt x="2252" y="1817"/>
                </a:lnTo>
                <a:lnTo>
                  <a:pt x="2251" y="1817"/>
                </a:lnTo>
                <a:lnTo>
                  <a:pt x="2250" y="1818"/>
                </a:lnTo>
                <a:lnTo>
                  <a:pt x="2249" y="1818"/>
                </a:lnTo>
                <a:lnTo>
                  <a:pt x="2246" y="1819"/>
                </a:lnTo>
                <a:lnTo>
                  <a:pt x="2245" y="1818"/>
                </a:lnTo>
                <a:lnTo>
                  <a:pt x="2244" y="1817"/>
                </a:lnTo>
                <a:lnTo>
                  <a:pt x="2243" y="1816"/>
                </a:lnTo>
                <a:lnTo>
                  <a:pt x="2242" y="1815"/>
                </a:lnTo>
                <a:lnTo>
                  <a:pt x="2241" y="1815"/>
                </a:lnTo>
                <a:lnTo>
                  <a:pt x="2239" y="1816"/>
                </a:lnTo>
                <a:lnTo>
                  <a:pt x="2238" y="1817"/>
                </a:lnTo>
                <a:lnTo>
                  <a:pt x="2237" y="1818"/>
                </a:lnTo>
                <a:lnTo>
                  <a:pt x="2236" y="1817"/>
                </a:lnTo>
                <a:lnTo>
                  <a:pt x="2235" y="1816"/>
                </a:lnTo>
                <a:lnTo>
                  <a:pt x="2236" y="1815"/>
                </a:lnTo>
                <a:lnTo>
                  <a:pt x="2235" y="1813"/>
                </a:lnTo>
                <a:lnTo>
                  <a:pt x="2234" y="1812"/>
                </a:lnTo>
                <a:lnTo>
                  <a:pt x="2234" y="1811"/>
                </a:lnTo>
                <a:lnTo>
                  <a:pt x="2233" y="1811"/>
                </a:lnTo>
                <a:lnTo>
                  <a:pt x="2232" y="1811"/>
                </a:lnTo>
                <a:lnTo>
                  <a:pt x="2232" y="1812"/>
                </a:lnTo>
                <a:lnTo>
                  <a:pt x="2231" y="1812"/>
                </a:lnTo>
                <a:lnTo>
                  <a:pt x="2228" y="1811"/>
                </a:lnTo>
                <a:lnTo>
                  <a:pt x="2228" y="1810"/>
                </a:lnTo>
                <a:lnTo>
                  <a:pt x="2227" y="1809"/>
                </a:lnTo>
                <a:lnTo>
                  <a:pt x="2226" y="1809"/>
                </a:lnTo>
                <a:lnTo>
                  <a:pt x="2226" y="1810"/>
                </a:lnTo>
                <a:lnTo>
                  <a:pt x="2225" y="1810"/>
                </a:lnTo>
                <a:lnTo>
                  <a:pt x="2225" y="1811"/>
                </a:lnTo>
                <a:lnTo>
                  <a:pt x="2224" y="1811"/>
                </a:lnTo>
                <a:lnTo>
                  <a:pt x="2223" y="1811"/>
                </a:lnTo>
                <a:lnTo>
                  <a:pt x="2223" y="1812"/>
                </a:lnTo>
                <a:lnTo>
                  <a:pt x="2223" y="1813"/>
                </a:lnTo>
                <a:lnTo>
                  <a:pt x="2224" y="1813"/>
                </a:lnTo>
                <a:lnTo>
                  <a:pt x="2222" y="1815"/>
                </a:lnTo>
                <a:lnTo>
                  <a:pt x="2222" y="1816"/>
                </a:lnTo>
                <a:lnTo>
                  <a:pt x="2221" y="1816"/>
                </a:lnTo>
                <a:lnTo>
                  <a:pt x="2221" y="1817"/>
                </a:lnTo>
                <a:lnTo>
                  <a:pt x="2220" y="1818"/>
                </a:lnTo>
                <a:lnTo>
                  <a:pt x="2220" y="1819"/>
                </a:lnTo>
                <a:lnTo>
                  <a:pt x="2221" y="1820"/>
                </a:lnTo>
                <a:lnTo>
                  <a:pt x="2222" y="1820"/>
                </a:lnTo>
                <a:lnTo>
                  <a:pt x="2223" y="1820"/>
                </a:lnTo>
                <a:lnTo>
                  <a:pt x="2225" y="1820"/>
                </a:lnTo>
                <a:lnTo>
                  <a:pt x="2226" y="1820"/>
                </a:lnTo>
                <a:lnTo>
                  <a:pt x="2226" y="1818"/>
                </a:lnTo>
                <a:lnTo>
                  <a:pt x="2225" y="1818"/>
                </a:lnTo>
                <a:lnTo>
                  <a:pt x="2226" y="1818"/>
                </a:lnTo>
                <a:lnTo>
                  <a:pt x="2226" y="1817"/>
                </a:lnTo>
                <a:lnTo>
                  <a:pt x="2227" y="1817"/>
                </a:lnTo>
                <a:lnTo>
                  <a:pt x="2228" y="1819"/>
                </a:lnTo>
                <a:lnTo>
                  <a:pt x="2229" y="1819"/>
                </a:lnTo>
                <a:lnTo>
                  <a:pt x="2229" y="1820"/>
                </a:lnTo>
                <a:lnTo>
                  <a:pt x="2230" y="1822"/>
                </a:lnTo>
                <a:lnTo>
                  <a:pt x="2231" y="1823"/>
                </a:lnTo>
                <a:lnTo>
                  <a:pt x="2231" y="1824"/>
                </a:lnTo>
                <a:lnTo>
                  <a:pt x="2231" y="1825"/>
                </a:lnTo>
                <a:lnTo>
                  <a:pt x="2231" y="1826"/>
                </a:lnTo>
                <a:lnTo>
                  <a:pt x="2231" y="1828"/>
                </a:lnTo>
                <a:lnTo>
                  <a:pt x="2232" y="1828"/>
                </a:lnTo>
                <a:lnTo>
                  <a:pt x="2232" y="1829"/>
                </a:lnTo>
                <a:lnTo>
                  <a:pt x="2233" y="1829"/>
                </a:lnTo>
                <a:lnTo>
                  <a:pt x="2233" y="1830"/>
                </a:lnTo>
                <a:lnTo>
                  <a:pt x="2232" y="1830"/>
                </a:lnTo>
                <a:lnTo>
                  <a:pt x="2232" y="1831"/>
                </a:lnTo>
                <a:lnTo>
                  <a:pt x="2233" y="1833"/>
                </a:lnTo>
                <a:lnTo>
                  <a:pt x="2234" y="1834"/>
                </a:lnTo>
                <a:lnTo>
                  <a:pt x="2234" y="1835"/>
                </a:lnTo>
                <a:lnTo>
                  <a:pt x="2234" y="1836"/>
                </a:lnTo>
                <a:lnTo>
                  <a:pt x="2234" y="1837"/>
                </a:lnTo>
                <a:lnTo>
                  <a:pt x="2235" y="1837"/>
                </a:lnTo>
                <a:lnTo>
                  <a:pt x="2236" y="1838"/>
                </a:lnTo>
                <a:lnTo>
                  <a:pt x="2236" y="1839"/>
                </a:lnTo>
                <a:lnTo>
                  <a:pt x="2236" y="1840"/>
                </a:lnTo>
                <a:lnTo>
                  <a:pt x="2236" y="1841"/>
                </a:lnTo>
                <a:lnTo>
                  <a:pt x="2235" y="1842"/>
                </a:lnTo>
                <a:lnTo>
                  <a:pt x="2234" y="1843"/>
                </a:lnTo>
                <a:lnTo>
                  <a:pt x="2234" y="1844"/>
                </a:lnTo>
                <a:lnTo>
                  <a:pt x="2233" y="1844"/>
                </a:lnTo>
                <a:lnTo>
                  <a:pt x="2232" y="1847"/>
                </a:lnTo>
                <a:lnTo>
                  <a:pt x="2231" y="1847"/>
                </a:lnTo>
                <a:lnTo>
                  <a:pt x="2230" y="1847"/>
                </a:lnTo>
                <a:lnTo>
                  <a:pt x="2229" y="1846"/>
                </a:lnTo>
                <a:lnTo>
                  <a:pt x="2229" y="1847"/>
                </a:lnTo>
                <a:lnTo>
                  <a:pt x="2228" y="1847"/>
                </a:lnTo>
                <a:lnTo>
                  <a:pt x="2227" y="1847"/>
                </a:lnTo>
                <a:lnTo>
                  <a:pt x="2226" y="1847"/>
                </a:lnTo>
                <a:lnTo>
                  <a:pt x="2225" y="1847"/>
                </a:lnTo>
                <a:lnTo>
                  <a:pt x="2223" y="1847"/>
                </a:lnTo>
                <a:lnTo>
                  <a:pt x="2222" y="1847"/>
                </a:lnTo>
                <a:lnTo>
                  <a:pt x="2222" y="1848"/>
                </a:lnTo>
                <a:lnTo>
                  <a:pt x="2222" y="1849"/>
                </a:lnTo>
                <a:lnTo>
                  <a:pt x="2222" y="1851"/>
                </a:lnTo>
                <a:lnTo>
                  <a:pt x="2223" y="1853"/>
                </a:lnTo>
                <a:lnTo>
                  <a:pt x="2224" y="1855"/>
                </a:lnTo>
                <a:lnTo>
                  <a:pt x="2224" y="1856"/>
                </a:lnTo>
                <a:lnTo>
                  <a:pt x="2223" y="1857"/>
                </a:lnTo>
                <a:lnTo>
                  <a:pt x="2222" y="1857"/>
                </a:lnTo>
                <a:lnTo>
                  <a:pt x="2222" y="1858"/>
                </a:lnTo>
                <a:lnTo>
                  <a:pt x="2221" y="1858"/>
                </a:lnTo>
                <a:lnTo>
                  <a:pt x="2221" y="1859"/>
                </a:lnTo>
                <a:lnTo>
                  <a:pt x="2220" y="1861"/>
                </a:lnTo>
                <a:lnTo>
                  <a:pt x="2220" y="1862"/>
                </a:lnTo>
                <a:lnTo>
                  <a:pt x="2220" y="1863"/>
                </a:lnTo>
                <a:lnTo>
                  <a:pt x="2219" y="1863"/>
                </a:lnTo>
                <a:lnTo>
                  <a:pt x="2218" y="1864"/>
                </a:lnTo>
                <a:lnTo>
                  <a:pt x="2217" y="1864"/>
                </a:lnTo>
                <a:lnTo>
                  <a:pt x="2217" y="1865"/>
                </a:lnTo>
                <a:lnTo>
                  <a:pt x="2218" y="1867"/>
                </a:lnTo>
                <a:lnTo>
                  <a:pt x="2218" y="1868"/>
                </a:lnTo>
                <a:lnTo>
                  <a:pt x="2219" y="1869"/>
                </a:lnTo>
                <a:lnTo>
                  <a:pt x="2219" y="1871"/>
                </a:lnTo>
                <a:lnTo>
                  <a:pt x="2219" y="1872"/>
                </a:lnTo>
                <a:lnTo>
                  <a:pt x="2218" y="1873"/>
                </a:lnTo>
                <a:lnTo>
                  <a:pt x="2218" y="1875"/>
                </a:lnTo>
                <a:lnTo>
                  <a:pt x="2218" y="1877"/>
                </a:lnTo>
                <a:lnTo>
                  <a:pt x="2217" y="1877"/>
                </a:lnTo>
                <a:lnTo>
                  <a:pt x="2217" y="1878"/>
                </a:lnTo>
                <a:lnTo>
                  <a:pt x="2217" y="1879"/>
                </a:lnTo>
                <a:lnTo>
                  <a:pt x="2216" y="1879"/>
                </a:lnTo>
                <a:lnTo>
                  <a:pt x="2215" y="1879"/>
                </a:lnTo>
                <a:lnTo>
                  <a:pt x="2214" y="1880"/>
                </a:lnTo>
                <a:lnTo>
                  <a:pt x="2214" y="1881"/>
                </a:lnTo>
                <a:lnTo>
                  <a:pt x="2214" y="1883"/>
                </a:lnTo>
                <a:lnTo>
                  <a:pt x="2214" y="1884"/>
                </a:lnTo>
                <a:lnTo>
                  <a:pt x="2213" y="1885"/>
                </a:lnTo>
                <a:lnTo>
                  <a:pt x="2212" y="1885"/>
                </a:lnTo>
                <a:lnTo>
                  <a:pt x="2212" y="1886"/>
                </a:lnTo>
                <a:lnTo>
                  <a:pt x="2210" y="1888"/>
                </a:lnTo>
                <a:lnTo>
                  <a:pt x="2209" y="1888"/>
                </a:lnTo>
                <a:lnTo>
                  <a:pt x="2208" y="1889"/>
                </a:lnTo>
                <a:lnTo>
                  <a:pt x="2207" y="1890"/>
                </a:lnTo>
                <a:lnTo>
                  <a:pt x="2208" y="1890"/>
                </a:lnTo>
                <a:lnTo>
                  <a:pt x="2209" y="1890"/>
                </a:lnTo>
                <a:lnTo>
                  <a:pt x="2209" y="1891"/>
                </a:lnTo>
                <a:lnTo>
                  <a:pt x="2210" y="1892"/>
                </a:lnTo>
                <a:lnTo>
                  <a:pt x="2210" y="1893"/>
                </a:lnTo>
                <a:lnTo>
                  <a:pt x="2209" y="1894"/>
                </a:lnTo>
                <a:lnTo>
                  <a:pt x="2209" y="1895"/>
                </a:lnTo>
                <a:lnTo>
                  <a:pt x="2209" y="1896"/>
                </a:lnTo>
                <a:lnTo>
                  <a:pt x="2210" y="1896"/>
                </a:lnTo>
                <a:lnTo>
                  <a:pt x="2211" y="1898"/>
                </a:lnTo>
                <a:lnTo>
                  <a:pt x="2213" y="1897"/>
                </a:lnTo>
                <a:lnTo>
                  <a:pt x="2214" y="1897"/>
                </a:lnTo>
                <a:lnTo>
                  <a:pt x="2214" y="1898"/>
                </a:lnTo>
                <a:lnTo>
                  <a:pt x="2215" y="1897"/>
                </a:lnTo>
                <a:lnTo>
                  <a:pt x="2216" y="1896"/>
                </a:lnTo>
                <a:lnTo>
                  <a:pt x="2217" y="1895"/>
                </a:lnTo>
                <a:lnTo>
                  <a:pt x="2216" y="1895"/>
                </a:lnTo>
                <a:lnTo>
                  <a:pt x="2216" y="1894"/>
                </a:lnTo>
                <a:lnTo>
                  <a:pt x="2217" y="1894"/>
                </a:lnTo>
                <a:lnTo>
                  <a:pt x="2219" y="1896"/>
                </a:lnTo>
                <a:lnTo>
                  <a:pt x="2219" y="1897"/>
                </a:lnTo>
                <a:lnTo>
                  <a:pt x="2219" y="1898"/>
                </a:lnTo>
                <a:lnTo>
                  <a:pt x="2220" y="1899"/>
                </a:lnTo>
                <a:lnTo>
                  <a:pt x="2221" y="1899"/>
                </a:lnTo>
                <a:lnTo>
                  <a:pt x="2222" y="1900"/>
                </a:lnTo>
                <a:lnTo>
                  <a:pt x="2223" y="1901"/>
                </a:lnTo>
                <a:lnTo>
                  <a:pt x="2223" y="1902"/>
                </a:lnTo>
                <a:lnTo>
                  <a:pt x="2221" y="1904"/>
                </a:lnTo>
                <a:lnTo>
                  <a:pt x="2221" y="1905"/>
                </a:lnTo>
                <a:lnTo>
                  <a:pt x="2220" y="1905"/>
                </a:lnTo>
                <a:lnTo>
                  <a:pt x="2219" y="1905"/>
                </a:lnTo>
                <a:lnTo>
                  <a:pt x="2218" y="1905"/>
                </a:lnTo>
                <a:lnTo>
                  <a:pt x="2217" y="1905"/>
                </a:lnTo>
                <a:lnTo>
                  <a:pt x="2217" y="1906"/>
                </a:lnTo>
                <a:lnTo>
                  <a:pt x="2217" y="1908"/>
                </a:lnTo>
                <a:lnTo>
                  <a:pt x="2217" y="1909"/>
                </a:lnTo>
                <a:lnTo>
                  <a:pt x="2217" y="1910"/>
                </a:lnTo>
                <a:lnTo>
                  <a:pt x="2216" y="1911"/>
                </a:lnTo>
                <a:lnTo>
                  <a:pt x="2216" y="1913"/>
                </a:lnTo>
                <a:lnTo>
                  <a:pt x="2216" y="1914"/>
                </a:lnTo>
                <a:lnTo>
                  <a:pt x="2217" y="1914"/>
                </a:lnTo>
                <a:lnTo>
                  <a:pt x="2217" y="1915"/>
                </a:lnTo>
                <a:lnTo>
                  <a:pt x="2219" y="1915"/>
                </a:lnTo>
                <a:lnTo>
                  <a:pt x="2219" y="1914"/>
                </a:lnTo>
                <a:lnTo>
                  <a:pt x="2220" y="1914"/>
                </a:lnTo>
                <a:lnTo>
                  <a:pt x="2220" y="1915"/>
                </a:lnTo>
                <a:lnTo>
                  <a:pt x="2221" y="1917"/>
                </a:lnTo>
                <a:lnTo>
                  <a:pt x="2221" y="1918"/>
                </a:lnTo>
                <a:lnTo>
                  <a:pt x="2221" y="1921"/>
                </a:lnTo>
                <a:lnTo>
                  <a:pt x="2220" y="1922"/>
                </a:lnTo>
                <a:lnTo>
                  <a:pt x="2221" y="1923"/>
                </a:lnTo>
                <a:lnTo>
                  <a:pt x="2221" y="1925"/>
                </a:lnTo>
                <a:lnTo>
                  <a:pt x="2221" y="1926"/>
                </a:lnTo>
                <a:lnTo>
                  <a:pt x="2220" y="1926"/>
                </a:lnTo>
                <a:lnTo>
                  <a:pt x="2220" y="1927"/>
                </a:lnTo>
                <a:lnTo>
                  <a:pt x="2220" y="1929"/>
                </a:lnTo>
                <a:lnTo>
                  <a:pt x="2221" y="1930"/>
                </a:lnTo>
                <a:lnTo>
                  <a:pt x="2222" y="1931"/>
                </a:lnTo>
                <a:lnTo>
                  <a:pt x="2223" y="1931"/>
                </a:lnTo>
                <a:lnTo>
                  <a:pt x="2224" y="1932"/>
                </a:lnTo>
                <a:lnTo>
                  <a:pt x="2225" y="1932"/>
                </a:lnTo>
                <a:lnTo>
                  <a:pt x="2226" y="1931"/>
                </a:lnTo>
                <a:lnTo>
                  <a:pt x="2227" y="1932"/>
                </a:lnTo>
                <a:lnTo>
                  <a:pt x="2228" y="1932"/>
                </a:lnTo>
                <a:lnTo>
                  <a:pt x="2229" y="1934"/>
                </a:lnTo>
                <a:lnTo>
                  <a:pt x="2230" y="1936"/>
                </a:lnTo>
                <a:lnTo>
                  <a:pt x="2230" y="1937"/>
                </a:lnTo>
                <a:lnTo>
                  <a:pt x="2231" y="1937"/>
                </a:lnTo>
                <a:lnTo>
                  <a:pt x="2232" y="1937"/>
                </a:lnTo>
                <a:lnTo>
                  <a:pt x="2233" y="1938"/>
                </a:lnTo>
                <a:lnTo>
                  <a:pt x="2233" y="1939"/>
                </a:lnTo>
                <a:lnTo>
                  <a:pt x="2232" y="1940"/>
                </a:lnTo>
                <a:lnTo>
                  <a:pt x="2232" y="1941"/>
                </a:lnTo>
                <a:lnTo>
                  <a:pt x="2233" y="1942"/>
                </a:lnTo>
                <a:lnTo>
                  <a:pt x="2234" y="1942"/>
                </a:lnTo>
                <a:lnTo>
                  <a:pt x="2235" y="1943"/>
                </a:lnTo>
                <a:lnTo>
                  <a:pt x="2234" y="1944"/>
                </a:lnTo>
                <a:lnTo>
                  <a:pt x="2235" y="1944"/>
                </a:lnTo>
                <a:lnTo>
                  <a:pt x="2235" y="1945"/>
                </a:lnTo>
                <a:lnTo>
                  <a:pt x="2236" y="1945"/>
                </a:lnTo>
                <a:lnTo>
                  <a:pt x="2236" y="1946"/>
                </a:lnTo>
                <a:lnTo>
                  <a:pt x="2237" y="1946"/>
                </a:lnTo>
                <a:lnTo>
                  <a:pt x="2237" y="1947"/>
                </a:lnTo>
                <a:lnTo>
                  <a:pt x="2237" y="1948"/>
                </a:lnTo>
                <a:lnTo>
                  <a:pt x="2237" y="1949"/>
                </a:lnTo>
                <a:lnTo>
                  <a:pt x="2238" y="1950"/>
                </a:lnTo>
                <a:lnTo>
                  <a:pt x="2238" y="1951"/>
                </a:lnTo>
                <a:lnTo>
                  <a:pt x="2237" y="1952"/>
                </a:lnTo>
                <a:lnTo>
                  <a:pt x="2237" y="1953"/>
                </a:lnTo>
                <a:lnTo>
                  <a:pt x="2237" y="1955"/>
                </a:lnTo>
                <a:lnTo>
                  <a:pt x="2236" y="1956"/>
                </a:lnTo>
                <a:lnTo>
                  <a:pt x="2237" y="1957"/>
                </a:lnTo>
                <a:lnTo>
                  <a:pt x="2238" y="1957"/>
                </a:lnTo>
                <a:lnTo>
                  <a:pt x="2238" y="1958"/>
                </a:lnTo>
                <a:lnTo>
                  <a:pt x="2237" y="1958"/>
                </a:lnTo>
                <a:lnTo>
                  <a:pt x="2236" y="1958"/>
                </a:lnTo>
                <a:lnTo>
                  <a:pt x="2234" y="1957"/>
                </a:lnTo>
                <a:lnTo>
                  <a:pt x="2233" y="1957"/>
                </a:lnTo>
                <a:lnTo>
                  <a:pt x="2233" y="1958"/>
                </a:lnTo>
                <a:lnTo>
                  <a:pt x="2233" y="1961"/>
                </a:lnTo>
                <a:lnTo>
                  <a:pt x="2234" y="1962"/>
                </a:lnTo>
                <a:lnTo>
                  <a:pt x="2234" y="1963"/>
                </a:lnTo>
                <a:lnTo>
                  <a:pt x="2234" y="1964"/>
                </a:lnTo>
                <a:lnTo>
                  <a:pt x="2234" y="1966"/>
                </a:lnTo>
                <a:lnTo>
                  <a:pt x="2234" y="1967"/>
                </a:lnTo>
                <a:lnTo>
                  <a:pt x="2233" y="1968"/>
                </a:lnTo>
                <a:lnTo>
                  <a:pt x="2232" y="1969"/>
                </a:lnTo>
                <a:lnTo>
                  <a:pt x="2232" y="1970"/>
                </a:lnTo>
                <a:lnTo>
                  <a:pt x="2231" y="1970"/>
                </a:lnTo>
                <a:lnTo>
                  <a:pt x="2230" y="1970"/>
                </a:lnTo>
                <a:lnTo>
                  <a:pt x="2229" y="1970"/>
                </a:lnTo>
                <a:lnTo>
                  <a:pt x="2227" y="1971"/>
                </a:lnTo>
                <a:lnTo>
                  <a:pt x="2226" y="1971"/>
                </a:lnTo>
                <a:lnTo>
                  <a:pt x="2226" y="1970"/>
                </a:lnTo>
                <a:lnTo>
                  <a:pt x="2225" y="1969"/>
                </a:lnTo>
                <a:lnTo>
                  <a:pt x="2225" y="1967"/>
                </a:lnTo>
                <a:lnTo>
                  <a:pt x="2223" y="1966"/>
                </a:lnTo>
                <a:lnTo>
                  <a:pt x="2222" y="1966"/>
                </a:lnTo>
                <a:lnTo>
                  <a:pt x="2222" y="1967"/>
                </a:lnTo>
                <a:lnTo>
                  <a:pt x="2221" y="1967"/>
                </a:lnTo>
                <a:lnTo>
                  <a:pt x="2220" y="1968"/>
                </a:lnTo>
                <a:lnTo>
                  <a:pt x="2219" y="1969"/>
                </a:lnTo>
                <a:lnTo>
                  <a:pt x="2219" y="1967"/>
                </a:lnTo>
                <a:lnTo>
                  <a:pt x="2218" y="1966"/>
                </a:lnTo>
                <a:lnTo>
                  <a:pt x="2217" y="1966"/>
                </a:lnTo>
                <a:lnTo>
                  <a:pt x="2217" y="1965"/>
                </a:lnTo>
                <a:lnTo>
                  <a:pt x="2217" y="1964"/>
                </a:lnTo>
                <a:lnTo>
                  <a:pt x="2216" y="1963"/>
                </a:lnTo>
                <a:lnTo>
                  <a:pt x="2216" y="1962"/>
                </a:lnTo>
                <a:lnTo>
                  <a:pt x="2216" y="1961"/>
                </a:lnTo>
                <a:lnTo>
                  <a:pt x="2216" y="1960"/>
                </a:lnTo>
                <a:lnTo>
                  <a:pt x="2216" y="1958"/>
                </a:lnTo>
                <a:lnTo>
                  <a:pt x="2216" y="1957"/>
                </a:lnTo>
                <a:lnTo>
                  <a:pt x="2216" y="1956"/>
                </a:lnTo>
                <a:lnTo>
                  <a:pt x="2215" y="1955"/>
                </a:lnTo>
                <a:lnTo>
                  <a:pt x="2215" y="1953"/>
                </a:lnTo>
                <a:lnTo>
                  <a:pt x="2215" y="1952"/>
                </a:lnTo>
                <a:lnTo>
                  <a:pt x="2215" y="1950"/>
                </a:lnTo>
                <a:lnTo>
                  <a:pt x="2215" y="1949"/>
                </a:lnTo>
                <a:lnTo>
                  <a:pt x="2213" y="1949"/>
                </a:lnTo>
                <a:lnTo>
                  <a:pt x="2211" y="1949"/>
                </a:lnTo>
                <a:lnTo>
                  <a:pt x="2210" y="1949"/>
                </a:lnTo>
                <a:lnTo>
                  <a:pt x="2209" y="1949"/>
                </a:lnTo>
                <a:lnTo>
                  <a:pt x="2208" y="1950"/>
                </a:lnTo>
                <a:lnTo>
                  <a:pt x="2207" y="1950"/>
                </a:lnTo>
                <a:lnTo>
                  <a:pt x="2206" y="1950"/>
                </a:lnTo>
                <a:lnTo>
                  <a:pt x="2204" y="1950"/>
                </a:lnTo>
                <a:lnTo>
                  <a:pt x="2203" y="1950"/>
                </a:lnTo>
                <a:lnTo>
                  <a:pt x="2202" y="1950"/>
                </a:lnTo>
                <a:lnTo>
                  <a:pt x="2203" y="1951"/>
                </a:lnTo>
                <a:lnTo>
                  <a:pt x="2203" y="1952"/>
                </a:lnTo>
                <a:lnTo>
                  <a:pt x="2203" y="1953"/>
                </a:lnTo>
                <a:lnTo>
                  <a:pt x="2202" y="1953"/>
                </a:lnTo>
                <a:lnTo>
                  <a:pt x="2201" y="1953"/>
                </a:lnTo>
                <a:lnTo>
                  <a:pt x="2200" y="1953"/>
                </a:lnTo>
                <a:lnTo>
                  <a:pt x="2199" y="1954"/>
                </a:lnTo>
                <a:lnTo>
                  <a:pt x="2198" y="1956"/>
                </a:lnTo>
                <a:lnTo>
                  <a:pt x="2197" y="1956"/>
                </a:lnTo>
                <a:lnTo>
                  <a:pt x="2196" y="1956"/>
                </a:lnTo>
                <a:lnTo>
                  <a:pt x="2196" y="1955"/>
                </a:lnTo>
                <a:lnTo>
                  <a:pt x="2195" y="1955"/>
                </a:lnTo>
                <a:lnTo>
                  <a:pt x="2194" y="1955"/>
                </a:lnTo>
                <a:lnTo>
                  <a:pt x="2193" y="1954"/>
                </a:lnTo>
                <a:lnTo>
                  <a:pt x="2192" y="1954"/>
                </a:lnTo>
                <a:lnTo>
                  <a:pt x="2193" y="1954"/>
                </a:lnTo>
                <a:lnTo>
                  <a:pt x="2193" y="1953"/>
                </a:lnTo>
                <a:lnTo>
                  <a:pt x="2193" y="1952"/>
                </a:lnTo>
                <a:lnTo>
                  <a:pt x="2191" y="1952"/>
                </a:lnTo>
                <a:lnTo>
                  <a:pt x="2189" y="1952"/>
                </a:lnTo>
                <a:lnTo>
                  <a:pt x="2188" y="1952"/>
                </a:lnTo>
                <a:lnTo>
                  <a:pt x="2187" y="1953"/>
                </a:lnTo>
                <a:lnTo>
                  <a:pt x="2186" y="1953"/>
                </a:lnTo>
                <a:lnTo>
                  <a:pt x="2187" y="1953"/>
                </a:lnTo>
                <a:lnTo>
                  <a:pt x="2186" y="1954"/>
                </a:lnTo>
                <a:lnTo>
                  <a:pt x="2183" y="1956"/>
                </a:lnTo>
                <a:lnTo>
                  <a:pt x="2182" y="1957"/>
                </a:lnTo>
                <a:lnTo>
                  <a:pt x="2181" y="1958"/>
                </a:lnTo>
                <a:lnTo>
                  <a:pt x="2181" y="1959"/>
                </a:lnTo>
                <a:lnTo>
                  <a:pt x="2180" y="1960"/>
                </a:lnTo>
                <a:lnTo>
                  <a:pt x="2180" y="1961"/>
                </a:lnTo>
                <a:lnTo>
                  <a:pt x="2179" y="1961"/>
                </a:lnTo>
                <a:lnTo>
                  <a:pt x="2178" y="1961"/>
                </a:lnTo>
                <a:lnTo>
                  <a:pt x="2177" y="1961"/>
                </a:lnTo>
                <a:lnTo>
                  <a:pt x="2176" y="1961"/>
                </a:lnTo>
                <a:lnTo>
                  <a:pt x="2175" y="1961"/>
                </a:lnTo>
                <a:lnTo>
                  <a:pt x="2174" y="1961"/>
                </a:lnTo>
                <a:lnTo>
                  <a:pt x="2174" y="1962"/>
                </a:lnTo>
                <a:lnTo>
                  <a:pt x="2174" y="1963"/>
                </a:lnTo>
                <a:lnTo>
                  <a:pt x="2172" y="1965"/>
                </a:lnTo>
                <a:lnTo>
                  <a:pt x="2171" y="1965"/>
                </a:lnTo>
                <a:lnTo>
                  <a:pt x="2170" y="1965"/>
                </a:lnTo>
                <a:lnTo>
                  <a:pt x="2169" y="1965"/>
                </a:lnTo>
                <a:lnTo>
                  <a:pt x="2168" y="1964"/>
                </a:lnTo>
                <a:lnTo>
                  <a:pt x="2168" y="1963"/>
                </a:lnTo>
                <a:lnTo>
                  <a:pt x="2167" y="1963"/>
                </a:lnTo>
                <a:lnTo>
                  <a:pt x="2166" y="1963"/>
                </a:lnTo>
                <a:lnTo>
                  <a:pt x="2166" y="1962"/>
                </a:lnTo>
                <a:lnTo>
                  <a:pt x="2166" y="1963"/>
                </a:lnTo>
                <a:lnTo>
                  <a:pt x="2165" y="1962"/>
                </a:lnTo>
                <a:lnTo>
                  <a:pt x="2164" y="1961"/>
                </a:lnTo>
                <a:lnTo>
                  <a:pt x="2164" y="1959"/>
                </a:lnTo>
                <a:lnTo>
                  <a:pt x="2164" y="1958"/>
                </a:lnTo>
                <a:lnTo>
                  <a:pt x="2165" y="1958"/>
                </a:lnTo>
                <a:lnTo>
                  <a:pt x="2163" y="1958"/>
                </a:lnTo>
                <a:lnTo>
                  <a:pt x="2162" y="1958"/>
                </a:lnTo>
                <a:lnTo>
                  <a:pt x="2162" y="1959"/>
                </a:lnTo>
                <a:lnTo>
                  <a:pt x="2162" y="1960"/>
                </a:lnTo>
                <a:lnTo>
                  <a:pt x="2161" y="1960"/>
                </a:lnTo>
                <a:lnTo>
                  <a:pt x="2159" y="1960"/>
                </a:lnTo>
                <a:lnTo>
                  <a:pt x="2158" y="1960"/>
                </a:lnTo>
                <a:lnTo>
                  <a:pt x="2158" y="1959"/>
                </a:lnTo>
                <a:lnTo>
                  <a:pt x="2158" y="1958"/>
                </a:lnTo>
                <a:lnTo>
                  <a:pt x="2158" y="1957"/>
                </a:lnTo>
                <a:lnTo>
                  <a:pt x="2159" y="1957"/>
                </a:lnTo>
                <a:lnTo>
                  <a:pt x="2159" y="1956"/>
                </a:lnTo>
                <a:lnTo>
                  <a:pt x="2158" y="1956"/>
                </a:lnTo>
                <a:lnTo>
                  <a:pt x="2159" y="1956"/>
                </a:lnTo>
                <a:lnTo>
                  <a:pt x="2160" y="1956"/>
                </a:lnTo>
                <a:lnTo>
                  <a:pt x="2161" y="1956"/>
                </a:lnTo>
                <a:lnTo>
                  <a:pt x="2162" y="1955"/>
                </a:lnTo>
                <a:lnTo>
                  <a:pt x="2162" y="1954"/>
                </a:lnTo>
                <a:lnTo>
                  <a:pt x="2162" y="1953"/>
                </a:lnTo>
                <a:lnTo>
                  <a:pt x="2161" y="1953"/>
                </a:lnTo>
                <a:lnTo>
                  <a:pt x="2161" y="1954"/>
                </a:lnTo>
                <a:lnTo>
                  <a:pt x="2160" y="1954"/>
                </a:lnTo>
                <a:lnTo>
                  <a:pt x="2160" y="1953"/>
                </a:lnTo>
                <a:lnTo>
                  <a:pt x="2159" y="1953"/>
                </a:lnTo>
                <a:lnTo>
                  <a:pt x="2159" y="1952"/>
                </a:lnTo>
                <a:lnTo>
                  <a:pt x="2158" y="1952"/>
                </a:lnTo>
                <a:lnTo>
                  <a:pt x="2157" y="1952"/>
                </a:lnTo>
                <a:lnTo>
                  <a:pt x="2155" y="1951"/>
                </a:lnTo>
                <a:lnTo>
                  <a:pt x="2154" y="1950"/>
                </a:lnTo>
                <a:lnTo>
                  <a:pt x="2154" y="1951"/>
                </a:lnTo>
                <a:lnTo>
                  <a:pt x="2153" y="1951"/>
                </a:lnTo>
                <a:lnTo>
                  <a:pt x="2152" y="1952"/>
                </a:lnTo>
                <a:lnTo>
                  <a:pt x="2152" y="1953"/>
                </a:lnTo>
                <a:lnTo>
                  <a:pt x="2151" y="1953"/>
                </a:lnTo>
                <a:lnTo>
                  <a:pt x="2150" y="1953"/>
                </a:lnTo>
                <a:lnTo>
                  <a:pt x="2149" y="1953"/>
                </a:lnTo>
                <a:lnTo>
                  <a:pt x="2149" y="1952"/>
                </a:lnTo>
                <a:lnTo>
                  <a:pt x="2148" y="1952"/>
                </a:lnTo>
                <a:lnTo>
                  <a:pt x="2147" y="1952"/>
                </a:lnTo>
                <a:lnTo>
                  <a:pt x="2146" y="1953"/>
                </a:lnTo>
                <a:lnTo>
                  <a:pt x="2146" y="1954"/>
                </a:lnTo>
                <a:lnTo>
                  <a:pt x="2145" y="1955"/>
                </a:lnTo>
                <a:lnTo>
                  <a:pt x="2144" y="1955"/>
                </a:lnTo>
                <a:lnTo>
                  <a:pt x="2143" y="1955"/>
                </a:lnTo>
                <a:lnTo>
                  <a:pt x="2143" y="1954"/>
                </a:lnTo>
                <a:lnTo>
                  <a:pt x="2143" y="1952"/>
                </a:lnTo>
                <a:lnTo>
                  <a:pt x="2142" y="1952"/>
                </a:lnTo>
                <a:lnTo>
                  <a:pt x="2141" y="1953"/>
                </a:lnTo>
                <a:lnTo>
                  <a:pt x="2140" y="1953"/>
                </a:lnTo>
                <a:lnTo>
                  <a:pt x="2139" y="1953"/>
                </a:lnTo>
                <a:lnTo>
                  <a:pt x="2138" y="1953"/>
                </a:lnTo>
                <a:lnTo>
                  <a:pt x="2138" y="1952"/>
                </a:lnTo>
                <a:lnTo>
                  <a:pt x="2137" y="1952"/>
                </a:lnTo>
                <a:lnTo>
                  <a:pt x="2135" y="1952"/>
                </a:lnTo>
                <a:lnTo>
                  <a:pt x="2135" y="1951"/>
                </a:lnTo>
                <a:lnTo>
                  <a:pt x="2133" y="1951"/>
                </a:lnTo>
                <a:lnTo>
                  <a:pt x="2133" y="1952"/>
                </a:lnTo>
                <a:lnTo>
                  <a:pt x="2134" y="1953"/>
                </a:lnTo>
                <a:lnTo>
                  <a:pt x="2133" y="1954"/>
                </a:lnTo>
                <a:lnTo>
                  <a:pt x="2133" y="1955"/>
                </a:lnTo>
                <a:lnTo>
                  <a:pt x="2132" y="1956"/>
                </a:lnTo>
                <a:lnTo>
                  <a:pt x="2132" y="1957"/>
                </a:lnTo>
                <a:lnTo>
                  <a:pt x="2131" y="1957"/>
                </a:lnTo>
                <a:lnTo>
                  <a:pt x="2130" y="1958"/>
                </a:lnTo>
                <a:lnTo>
                  <a:pt x="2129" y="1959"/>
                </a:lnTo>
                <a:lnTo>
                  <a:pt x="2129" y="1960"/>
                </a:lnTo>
                <a:lnTo>
                  <a:pt x="2130" y="1960"/>
                </a:lnTo>
                <a:lnTo>
                  <a:pt x="2129" y="1960"/>
                </a:lnTo>
                <a:lnTo>
                  <a:pt x="2129" y="1961"/>
                </a:lnTo>
                <a:lnTo>
                  <a:pt x="2127" y="1963"/>
                </a:lnTo>
                <a:lnTo>
                  <a:pt x="2126" y="1964"/>
                </a:lnTo>
                <a:lnTo>
                  <a:pt x="2126" y="1963"/>
                </a:lnTo>
                <a:lnTo>
                  <a:pt x="2125" y="1963"/>
                </a:lnTo>
                <a:lnTo>
                  <a:pt x="2124" y="1962"/>
                </a:lnTo>
                <a:lnTo>
                  <a:pt x="2123" y="1962"/>
                </a:lnTo>
                <a:lnTo>
                  <a:pt x="2123" y="1963"/>
                </a:lnTo>
                <a:lnTo>
                  <a:pt x="2123" y="1964"/>
                </a:lnTo>
                <a:lnTo>
                  <a:pt x="2123" y="1965"/>
                </a:lnTo>
                <a:lnTo>
                  <a:pt x="2123" y="1966"/>
                </a:lnTo>
                <a:lnTo>
                  <a:pt x="2122" y="1967"/>
                </a:lnTo>
                <a:lnTo>
                  <a:pt x="2121" y="1967"/>
                </a:lnTo>
                <a:lnTo>
                  <a:pt x="2120" y="1967"/>
                </a:lnTo>
                <a:lnTo>
                  <a:pt x="2120" y="1968"/>
                </a:lnTo>
                <a:lnTo>
                  <a:pt x="2120" y="1970"/>
                </a:lnTo>
                <a:lnTo>
                  <a:pt x="2119" y="1971"/>
                </a:lnTo>
                <a:lnTo>
                  <a:pt x="2118" y="1972"/>
                </a:lnTo>
                <a:lnTo>
                  <a:pt x="2117" y="1973"/>
                </a:lnTo>
                <a:lnTo>
                  <a:pt x="2116" y="1974"/>
                </a:lnTo>
                <a:lnTo>
                  <a:pt x="2115" y="1974"/>
                </a:lnTo>
                <a:lnTo>
                  <a:pt x="2114" y="1975"/>
                </a:lnTo>
                <a:lnTo>
                  <a:pt x="2114" y="1976"/>
                </a:lnTo>
                <a:lnTo>
                  <a:pt x="2113" y="1976"/>
                </a:lnTo>
                <a:lnTo>
                  <a:pt x="2113" y="1977"/>
                </a:lnTo>
                <a:lnTo>
                  <a:pt x="2114" y="1977"/>
                </a:lnTo>
                <a:lnTo>
                  <a:pt x="2114" y="1978"/>
                </a:lnTo>
                <a:lnTo>
                  <a:pt x="2113" y="1978"/>
                </a:lnTo>
                <a:lnTo>
                  <a:pt x="2113" y="1979"/>
                </a:lnTo>
                <a:lnTo>
                  <a:pt x="2113" y="1980"/>
                </a:lnTo>
                <a:lnTo>
                  <a:pt x="2114" y="1981"/>
                </a:lnTo>
                <a:lnTo>
                  <a:pt x="2114" y="1982"/>
                </a:lnTo>
                <a:lnTo>
                  <a:pt x="2113" y="1982"/>
                </a:lnTo>
                <a:lnTo>
                  <a:pt x="2112" y="1982"/>
                </a:lnTo>
                <a:lnTo>
                  <a:pt x="2111" y="1983"/>
                </a:lnTo>
                <a:lnTo>
                  <a:pt x="2111" y="1984"/>
                </a:lnTo>
                <a:lnTo>
                  <a:pt x="2112" y="1984"/>
                </a:lnTo>
                <a:lnTo>
                  <a:pt x="2112" y="1985"/>
                </a:lnTo>
                <a:lnTo>
                  <a:pt x="2112" y="1986"/>
                </a:lnTo>
                <a:lnTo>
                  <a:pt x="2113" y="1987"/>
                </a:lnTo>
                <a:lnTo>
                  <a:pt x="2113" y="1988"/>
                </a:lnTo>
                <a:lnTo>
                  <a:pt x="2113" y="1989"/>
                </a:lnTo>
                <a:lnTo>
                  <a:pt x="2113" y="1993"/>
                </a:lnTo>
                <a:lnTo>
                  <a:pt x="2112" y="1994"/>
                </a:lnTo>
                <a:lnTo>
                  <a:pt x="2112" y="1996"/>
                </a:lnTo>
                <a:lnTo>
                  <a:pt x="2112" y="1997"/>
                </a:lnTo>
                <a:lnTo>
                  <a:pt x="2112" y="1998"/>
                </a:lnTo>
                <a:lnTo>
                  <a:pt x="2111" y="1999"/>
                </a:lnTo>
                <a:lnTo>
                  <a:pt x="2111" y="2000"/>
                </a:lnTo>
                <a:lnTo>
                  <a:pt x="2110" y="2000"/>
                </a:lnTo>
                <a:lnTo>
                  <a:pt x="2109" y="1999"/>
                </a:lnTo>
                <a:lnTo>
                  <a:pt x="2108" y="1999"/>
                </a:lnTo>
                <a:lnTo>
                  <a:pt x="2107" y="1999"/>
                </a:lnTo>
                <a:lnTo>
                  <a:pt x="2104" y="1999"/>
                </a:lnTo>
                <a:lnTo>
                  <a:pt x="2104" y="1998"/>
                </a:lnTo>
                <a:lnTo>
                  <a:pt x="2103" y="1998"/>
                </a:lnTo>
                <a:lnTo>
                  <a:pt x="2102" y="1998"/>
                </a:lnTo>
                <a:lnTo>
                  <a:pt x="2102" y="1999"/>
                </a:lnTo>
                <a:lnTo>
                  <a:pt x="2102" y="2000"/>
                </a:lnTo>
                <a:lnTo>
                  <a:pt x="2102" y="2001"/>
                </a:lnTo>
                <a:lnTo>
                  <a:pt x="2101" y="2001"/>
                </a:lnTo>
                <a:lnTo>
                  <a:pt x="2100" y="2001"/>
                </a:lnTo>
                <a:lnTo>
                  <a:pt x="2099" y="2000"/>
                </a:lnTo>
                <a:lnTo>
                  <a:pt x="2098" y="2000"/>
                </a:lnTo>
                <a:lnTo>
                  <a:pt x="2097" y="2000"/>
                </a:lnTo>
                <a:lnTo>
                  <a:pt x="2096" y="1999"/>
                </a:lnTo>
                <a:lnTo>
                  <a:pt x="2096" y="1998"/>
                </a:lnTo>
                <a:lnTo>
                  <a:pt x="2096" y="1997"/>
                </a:lnTo>
                <a:lnTo>
                  <a:pt x="2095" y="1997"/>
                </a:lnTo>
                <a:lnTo>
                  <a:pt x="2094" y="1997"/>
                </a:lnTo>
                <a:lnTo>
                  <a:pt x="2092" y="1997"/>
                </a:lnTo>
                <a:lnTo>
                  <a:pt x="2091" y="1998"/>
                </a:lnTo>
                <a:lnTo>
                  <a:pt x="2090" y="1998"/>
                </a:lnTo>
                <a:lnTo>
                  <a:pt x="2091" y="2000"/>
                </a:lnTo>
                <a:lnTo>
                  <a:pt x="2091" y="2001"/>
                </a:lnTo>
                <a:lnTo>
                  <a:pt x="2092" y="2001"/>
                </a:lnTo>
                <a:lnTo>
                  <a:pt x="2093" y="2001"/>
                </a:lnTo>
                <a:lnTo>
                  <a:pt x="2093" y="2002"/>
                </a:lnTo>
                <a:lnTo>
                  <a:pt x="2094" y="2003"/>
                </a:lnTo>
                <a:lnTo>
                  <a:pt x="2094" y="2004"/>
                </a:lnTo>
                <a:lnTo>
                  <a:pt x="2095" y="2004"/>
                </a:lnTo>
                <a:lnTo>
                  <a:pt x="2095" y="2006"/>
                </a:lnTo>
                <a:lnTo>
                  <a:pt x="2095" y="2007"/>
                </a:lnTo>
                <a:lnTo>
                  <a:pt x="2096" y="2007"/>
                </a:lnTo>
                <a:lnTo>
                  <a:pt x="2097" y="2008"/>
                </a:lnTo>
                <a:lnTo>
                  <a:pt x="2098" y="2008"/>
                </a:lnTo>
                <a:lnTo>
                  <a:pt x="2098" y="2009"/>
                </a:lnTo>
                <a:lnTo>
                  <a:pt x="2100" y="2012"/>
                </a:lnTo>
                <a:lnTo>
                  <a:pt x="2100" y="2013"/>
                </a:lnTo>
                <a:lnTo>
                  <a:pt x="2099" y="2014"/>
                </a:lnTo>
                <a:lnTo>
                  <a:pt x="2098" y="2014"/>
                </a:lnTo>
                <a:lnTo>
                  <a:pt x="2097" y="2014"/>
                </a:lnTo>
                <a:lnTo>
                  <a:pt x="2097" y="2015"/>
                </a:lnTo>
                <a:lnTo>
                  <a:pt x="2098" y="2019"/>
                </a:lnTo>
                <a:lnTo>
                  <a:pt x="2099" y="2020"/>
                </a:lnTo>
                <a:lnTo>
                  <a:pt x="2099" y="2019"/>
                </a:lnTo>
                <a:lnTo>
                  <a:pt x="2100" y="2019"/>
                </a:lnTo>
                <a:lnTo>
                  <a:pt x="2101" y="2019"/>
                </a:lnTo>
                <a:lnTo>
                  <a:pt x="2101" y="2020"/>
                </a:lnTo>
                <a:lnTo>
                  <a:pt x="2102" y="2020"/>
                </a:lnTo>
                <a:lnTo>
                  <a:pt x="2103" y="2020"/>
                </a:lnTo>
                <a:lnTo>
                  <a:pt x="2104" y="2020"/>
                </a:lnTo>
                <a:lnTo>
                  <a:pt x="2105" y="2020"/>
                </a:lnTo>
                <a:lnTo>
                  <a:pt x="2105" y="2021"/>
                </a:lnTo>
                <a:lnTo>
                  <a:pt x="2105" y="2022"/>
                </a:lnTo>
                <a:lnTo>
                  <a:pt x="2106" y="2024"/>
                </a:lnTo>
                <a:lnTo>
                  <a:pt x="2107" y="2024"/>
                </a:lnTo>
                <a:lnTo>
                  <a:pt x="2108" y="2025"/>
                </a:lnTo>
                <a:lnTo>
                  <a:pt x="2108" y="2024"/>
                </a:lnTo>
                <a:lnTo>
                  <a:pt x="2109" y="2024"/>
                </a:lnTo>
                <a:lnTo>
                  <a:pt x="2109" y="2025"/>
                </a:lnTo>
                <a:lnTo>
                  <a:pt x="2110" y="2025"/>
                </a:lnTo>
                <a:lnTo>
                  <a:pt x="2110" y="2026"/>
                </a:lnTo>
                <a:lnTo>
                  <a:pt x="2111" y="2026"/>
                </a:lnTo>
                <a:lnTo>
                  <a:pt x="2112" y="2026"/>
                </a:lnTo>
                <a:lnTo>
                  <a:pt x="2113" y="2026"/>
                </a:lnTo>
                <a:lnTo>
                  <a:pt x="2114" y="2027"/>
                </a:lnTo>
                <a:lnTo>
                  <a:pt x="2115" y="2028"/>
                </a:lnTo>
                <a:lnTo>
                  <a:pt x="2115" y="2029"/>
                </a:lnTo>
                <a:lnTo>
                  <a:pt x="2116" y="2030"/>
                </a:lnTo>
                <a:lnTo>
                  <a:pt x="2117" y="2030"/>
                </a:lnTo>
                <a:lnTo>
                  <a:pt x="2118" y="2030"/>
                </a:lnTo>
                <a:lnTo>
                  <a:pt x="2120" y="2030"/>
                </a:lnTo>
                <a:lnTo>
                  <a:pt x="2120" y="2029"/>
                </a:lnTo>
                <a:lnTo>
                  <a:pt x="2121" y="2029"/>
                </a:lnTo>
                <a:lnTo>
                  <a:pt x="2122" y="2029"/>
                </a:lnTo>
                <a:lnTo>
                  <a:pt x="2123" y="2029"/>
                </a:lnTo>
                <a:lnTo>
                  <a:pt x="2124" y="2028"/>
                </a:lnTo>
                <a:lnTo>
                  <a:pt x="2125" y="2028"/>
                </a:lnTo>
                <a:lnTo>
                  <a:pt x="2128" y="2029"/>
                </a:lnTo>
                <a:lnTo>
                  <a:pt x="2130" y="2031"/>
                </a:lnTo>
                <a:lnTo>
                  <a:pt x="2130" y="2032"/>
                </a:lnTo>
                <a:lnTo>
                  <a:pt x="2129" y="2032"/>
                </a:lnTo>
                <a:lnTo>
                  <a:pt x="2131" y="2032"/>
                </a:lnTo>
                <a:lnTo>
                  <a:pt x="2132" y="2033"/>
                </a:lnTo>
                <a:lnTo>
                  <a:pt x="2131" y="2034"/>
                </a:lnTo>
                <a:lnTo>
                  <a:pt x="2130" y="2033"/>
                </a:lnTo>
                <a:lnTo>
                  <a:pt x="2130" y="2034"/>
                </a:lnTo>
                <a:lnTo>
                  <a:pt x="2131" y="2035"/>
                </a:lnTo>
                <a:lnTo>
                  <a:pt x="2132" y="2035"/>
                </a:lnTo>
                <a:lnTo>
                  <a:pt x="2133" y="2035"/>
                </a:lnTo>
                <a:lnTo>
                  <a:pt x="2133" y="2034"/>
                </a:lnTo>
                <a:lnTo>
                  <a:pt x="2134" y="2034"/>
                </a:lnTo>
                <a:lnTo>
                  <a:pt x="2134" y="2035"/>
                </a:lnTo>
                <a:lnTo>
                  <a:pt x="2135" y="2035"/>
                </a:lnTo>
                <a:lnTo>
                  <a:pt x="2135" y="2037"/>
                </a:lnTo>
                <a:lnTo>
                  <a:pt x="2135" y="2038"/>
                </a:lnTo>
                <a:lnTo>
                  <a:pt x="2135" y="2040"/>
                </a:lnTo>
                <a:lnTo>
                  <a:pt x="2135" y="2041"/>
                </a:lnTo>
                <a:lnTo>
                  <a:pt x="2136" y="2041"/>
                </a:lnTo>
                <a:lnTo>
                  <a:pt x="2136" y="2043"/>
                </a:lnTo>
                <a:lnTo>
                  <a:pt x="2136" y="2044"/>
                </a:lnTo>
                <a:lnTo>
                  <a:pt x="2137" y="2045"/>
                </a:lnTo>
                <a:lnTo>
                  <a:pt x="2136" y="2048"/>
                </a:lnTo>
                <a:lnTo>
                  <a:pt x="2134" y="2048"/>
                </a:lnTo>
                <a:lnTo>
                  <a:pt x="2133" y="2047"/>
                </a:lnTo>
                <a:lnTo>
                  <a:pt x="2132" y="2047"/>
                </a:lnTo>
                <a:lnTo>
                  <a:pt x="2131" y="2046"/>
                </a:lnTo>
                <a:lnTo>
                  <a:pt x="2131" y="2044"/>
                </a:lnTo>
                <a:lnTo>
                  <a:pt x="2132" y="2043"/>
                </a:lnTo>
                <a:lnTo>
                  <a:pt x="2132" y="2042"/>
                </a:lnTo>
                <a:lnTo>
                  <a:pt x="2131" y="2042"/>
                </a:lnTo>
                <a:lnTo>
                  <a:pt x="2130" y="2042"/>
                </a:lnTo>
                <a:lnTo>
                  <a:pt x="2129" y="2042"/>
                </a:lnTo>
                <a:lnTo>
                  <a:pt x="2129" y="2041"/>
                </a:lnTo>
                <a:lnTo>
                  <a:pt x="2131" y="2040"/>
                </a:lnTo>
                <a:lnTo>
                  <a:pt x="2131" y="2039"/>
                </a:lnTo>
                <a:lnTo>
                  <a:pt x="2130" y="2038"/>
                </a:lnTo>
                <a:lnTo>
                  <a:pt x="2130" y="2037"/>
                </a:lnTo>
                <a:lnTo>
                  <a:pt x="2129" y="2037"/>
                </a:lnTo>
                <a:lnTo>
                  <a:pt x="2128" y="2038"/>
                </a:lnTo>
                <a:lnTo>
                  <a:pt x="2128" y="2039"/>
                </a:lnTo>
                <a:lnTo>
                  <a:pt x="2128" y="2040"/>
                </a:lnTo>
                <a:lnTo>
                  <a:pt x="2128" y="2041"/>
                </a:lnTo>
                <a:lnTo>
                  <a:pt x="2127" y="2041"/>
                </a:lnTo>
                <a:lnTo>
                  <a:pt x="2127" y="2042"/>
                </a:lnTo>
                <a:lnTo>
                  <a:pt x="2128" y="2043"/>
                </a:lnTo>
                <a:lnTo>
                  <a:pt x="2128" y="2044"/>
                </a:lnTo>
                <a:lnTo>
                  <a:pt x="2127" y="2045"/>
                </a:lnTo>
                <a:lnTo>
                  <a:pt x="2126" y="2045"/>
                </a:lnTo>
                <a:lnTo>
                  <a:pt x="2126" y="2046"/>
                </a:lnTo>
                <a:lnTo>
                  <a:pt x="2125" y="2046"/>
                </a:lnTo>
                <a:lnTo>
                  <a:pt x="2123" y="2048"/>
                </a:lnTo>
                <a:lnTo>
                  <a:pt x="2125" y="2050"/>
                </a:lnTo>
                <a:lnTo>
                  <a:pt x="2127" y="2049"/>
                </a:lnTo>
                <a:lnTo>
                  <a:pt x="2128" y="2048"/>
                </a:lnTo>
                <a:lnTo>
                  <a:pt x="2129" y="2048"/>
                </a:lnTo>
                <a:lnTo>
                  <a:pt x="2129" y="2049"/>
                </a:lnTo>
                <a:lnTo>
                  <a:pt x="2128" y="2050"/>
                </a:lnTo>
                <a:lnTo>
                  <a:pt x="2128" y="2051"/>
                </a:lnTo>
                <a:lnTo>
                  <a:pt x="2127" y="2051"/>
                </a:lnTo>
                <a:lnTo>
                  <a:pt x="2126" y="2051"/>
                </a:lnTo>
                <a:lnTo>
                  <a:pt x="2126" y="2052"/>
                </a:lnTo>
                <a:lnTo>
                  <a:pt x="2127" y="2052"/>
                </a:lnTo>
                <a:lnTo>
                  <a:pt x="2128" y="2053"/>
                </a:lnTo>
                <a:lnTo>
                  <a:pt x="2128" y="2054"/>
                </a:lnTo>
                <a:lnTo>
                  <a:pt x="2129" y="2053"/>
                </a:lnTo>
                <a:lnTo>
                  <a:pt x="2130" y="2053"/>
                </a:lnTo>
                <a:lnTo>
                  <a:pt x="2130" y="2054"/>
                </a:lnTo>
                <a:lnTo>
                  <a:pt x="2131" y="2054"/>
                </a:lnTo>
                <a:lnTo>
                  <a:pt x="2130" y="2055"/>
                </a:lnTo>
                <a:lnTo>
                  <a:pt x="2129" y="2055"/>
                </a:lnTo>
                <a:lnTo>
                  <a:pt x="2128" y="2056"/>
                </a:lnTo>
                <a:lnTo>
                  <a:pt x="2127" y="2057"/>
                </a:lnTo>
                <a:lnTo>
                  <a:pt x="2127" y="2059"/>
                </a:lnTo>
                <a:lnTo>
                  <a:pt x="2128" y="2062"/>
                </a:lnTo>
                <a:lnTo>
                  <a:pt x="2129" y="2062"/>
                </a:lnTo>
                <a:lnTo>
                  <a:pt x="2130" y="2063"/>
                </a:lnTo>
                <a:lnTo>
                  <a:pt x="2129" y="2064"/>
                </a:lnTo>
                <a:lnTo>
                  <a:pt x="2128" y="2064"/>
                </a:lnTo>
                <a:lnTo>
                  <a:pt x="2127" y="2065"/>
                </a:lnTo>
                <a:lnTo>
                  <a:pt x="2126" y="2067"/>
                </a:lnTo>
                <a:lnTo>
                  <a:pt x="2126" y="2068"/>
                </a:lnTo>
                <a:lnTo>
                  <a:pt x="2127" y="2068"/>
                </a:lnTo>
                <a:lnTo>
                  <a:pt x="2128" y="2069"/>
                </a:lnTo>
                <a:lnTo>
                  <a:pt x="2128" y="2070"/>
                </a:lnTo>
                <a:lnTo>
                  <a:pt x="2129" y="2071"/>
                </a:lnTo>
                <a:lnTo>
                  <a:pt x="2129" y="2073"/>
                </a:lnTo>
                <a:lnTo>
                  <a:pt x="2129" y="2074"/>
                </a:lnTo>
                <a:lnTo>
                  <a:pt x="2128" y="2075"/>
                </a:lnTo>
                <a:lnTo>
                  <a:pt x="2128" y="2076"/>
                </a:lnTo>
                <a:lnTo>
                  <a:pt x="2128" y="2077"/>
                </a:lnTo>
                <a:lnTo>
                  <a:pt x="2128" y="2079"/>
                </a:lnTo>
                <a:lnTo>
                  <a:pt x="2128" y="2080"/>
                </a:lnTo>
                <a:lnTo>
                  <a:pt x="2126" y="2080"/>
                </a:lnTo>
                <a:lnTo>
                  <a:pt x="2125" y="2081"/>
                </a:lnTo>
                <a:lnTo>
                  <a:pt x="2123" y="2082"/>
                </a:lnTo>
                <a:lnTo>
                  <a:pt x="2123" y="2083"/>
                </a:lnTo>
                <a:lnTo>
                  <a:pt x="2123" y="2084"/>
                </a:lnTo>
                <a:lnTo>
                  <a:pt x="2123" y="2085"/>
                </a:lnTo>
                <a:lnTo>
                  <a:pt x="2122" y="2086"/>
                </a:lnTo>
                <a:lnTo>
                  <a:pt x="2121" y="2086"/>
                </a:lnTo>
                <a:lnTo>
                  <a:pt x="2120" y="2086"/>
                </a:lnTo>
                <a:lnTo>
                  <a:pt x="2119" y="2088"/>
                </a:lnTo>
                <a:lnTo>
                  <a:pt x="2119" y="2089"/>
                </a:lnTo>
                <a:lnTo>
                  <a:pt x="2119" y="2090"/>
                </a:lnTo>
                <a:lnTo>
                  <a:pt x="2118" y="2091"/>
                </a:lnTo>
                <a:lnTo>
                  <a:pt x="2117" y="2091"/>
                </a:lnTo>
                <a:lnTo>
                  <a:pt x="2117" y="2090"/>
                </a:lnTo>
                <a:lnTo>
                  <a:pt x="2116" y="2090"/>
                </a:lnTo>
                <a:lnTo>
                  <a:pt x="2116" y="2089"/>
                </a:lnTo>
                <a:lnTo>
                  <a:pt x="2115" y="2089"/>
                </a:lnTo>
                <a:lnTo>
                  <a:pt x="2114" y="2089"/>
                </a:lnTo>
                <a:lnTo>
                  <a:pt x="2113" y="2088"/>
                </a:lnTo>
                <a:lnTo>
                  <a:pt x="2112" y="2087"/>
                </a:lnTo>
                <a:lnTo>
                  <a:pt x="2111" y="2088"/>
                </a:lnTo>
                <a:lnTo>
                  <a:pt x="2110" y="2089"/>
                </a:lnTo>
                <a:lnTo>
                  <a:pt x="2110" y="2090"/>
                </a:lnTo>
                <a:lnTo>
                  <a:pt x="2109" y="2091"/>
                </a:lnTo>
                <a:lnTo>
                  <a:pt x="2108" y="2091"/>
                </a:lnTo>
                <a:lnTo>
                  <a:pt x="2106" y="2092"/>
                </a:lnTo>
                <a:lnTo>
                  <a:pt x="2105" y="2092"/>
                </a:lnTo>
                <a:lnTo>
                  <a:pt x="2104" y="2093"/>
                </a:lnTo>
                <a:lnTo>
                  <a:pt x="2103" y="2094"/>
                </a:lnTo>
                <a:lnTo>
                  <a:pt x="2102" y="2094"/>
                </a:lnTo>
                <a:lnTo>
                  <a:pt x="2101" y="2094"/>
                </a:lnTo>
                <a:lnTo>
                  <a:pt x="2100" y="2095"/>
                </a:lnTo>
                <a:lnTo>
                  <a:pt x="2098" y="2096"/>
                </a:lnTo>
                <a:lnTo>
                  <a:pt x="2097" y="2098"/>
                </a:lnTo>
                <a:lnTo>
                  <a:pt x="2096" y="2099"/>
                </a:lnTo>
                <a:lnTo>
                  <a:pt x="2095" y="2098"/>
                </a:lnTo>
                <a:lnTo>
                  <a:pt x="2094" y="2098"/>
                </a:lnTo>
                <a:lnTo>
                  <a:pt x="2094" y="2097"/>
                </a:lnTo>
                <a:lnTo>
                  <a:pt x="2093" y="2097"/>
                </a:lnTo>
                <a:lnTo>
                  <a:pt x="2092" y="2097"/>
                </a:lnTo>
                <a:lnTo>
                  <a:pt x="2091" y="2098"/>
                </a:lnTo>
                <a:lnTo>
                  <a:pt x="2090" y="2098"/>
                </a:lnTo>
                <a:lnTo>
                  <a:pt x="2090" y="2099"/>
                </a:lnTo>
                <a:lnTo>
                  <a:pt x="2088" y="2099"/>
                </a:lnTo>
                <a:lnTo>
                  <a:pt x="2087" y="2099"/>
                </a:lnTo>
                <a:lnTo>
                  <a:pt x="2085" y="2099"/>
                </a:lnTo>
                <a:lnTo>
                  <a:pt x="2084" y="2099"/>
                </a:lnTo>
                <a:lnTo>
                  <a:pt x="2083" y="2100"/>
                </a:lnTo>
                <a:lnTo>
                  <a:pt x="2083" y="2101"/>
                </a:lnTo>
                <a:lnTo>
                  <a:pt x="2082" y="2102"/>
                </a:lnTo>
                <a:lnTo>
                  <a:pt x="2080" y="2103"/>
                </a:lnTo>
                <a:lnTo>
                  <a:pt x="2079" y="2103"/>
                </a:lnTo>
                <a:lnTo>
                  <a:pt x="2078" y="2103"/>
                </a:lnTo>
                <a:lnTo>
                  <a:pt x="2077" y="2103"/>
                </a:lnTo>
                <a:lnTo>
                  <a:pt x="2075" y="2103"/>
                </a:lnTo>
                <a:lnTo>
                  <a:pt x="2074" y="2103"/>
                </a:lnTo>
                <a:lnTo>
                  <a:pt x="2073" y="2104"/>
                </a:lnTo>
                <a:lnTo>
                  <a:pt x="2071" y="2103"/>
                </a:lnTo>
                <a:lnTo>
                  <a:pt x="2070" y="2103"/>
                </a:lnTo>
                <a:lnTo>
                  <a:pt x="2070" y="2102"/>
                </a:lnTo>
                <a:lnTo>
                  <a:pt x="2070" y="2101"/>
                </a:lnTo>
                <a:lnTo>
                  <a:pt x="2069" y="2100"/>
                </a:lnTo>
                <a:lnTo>
                  <a:pt x="2068" y="2098"/>
                </a:lnTo>
                <a:lnTo>
                  <a:pt x="2067" y="2098"/>
                </a:lnTo>
                <a:lnTo>
                  <a:pt x="2065" y="2098"/>
                </a:lnTo>
                <a:lnTo>
                  <a:pt x="2064" y="2098"/>
                </a:lnTo>
                <a:lnTo>
                  <a:pt x="2063" y="2098"/>
                </a:lnTo>
                <a:lnTo>
                  <a:pt x="2062" y="2098"/>
                </a:lnTo>
                <a:lnTo>
                  <a:pt x="2062" y="2097"/>
                </a:lnTo>
                <a:lnTo>
                  <a:pt x="2062" y="2096"/>
                </a:lnTo>
                <a:lnTo>
                  <a:pt x="2061" y="2096"/>
                </a:lnTo>
                <a:lnTo>
                  <a:pt x="2061" y="2095"/>
                </a:lnTo>
                <a:lnTo>
                  <a:pt x="2058" y="2096"/>
                </a:lnTo>
                <a:lnTo>
                  <a:pt x="2057" y="2097"/>
                </a:lnTo>
                <a:lnTo>
                  <a:pt x="2057" y="2098"/>
                </a:lnTo>
                <a:lnTo>
                  <a:pt x="2056" y="2097"/>
                </a:lnTo>
                <a:lnTo>
                  <a:pt x="2055" y="2095"/>
                </a:lnTo>
                <a:lnTo>
                  <a:pt x="2051" y="2093"/>
                </a:lnTo>
                <a:lnTo>
                  <a:pt x="2049" y="2093"/>
                </a:lnTo>
                <a:lnTo>
                  <a:pt x="2048" y="2093"/>
                </a:lnTo>
                <a:lnTo>
                  <a:pt x="2047" y="2093"/>
                </a:lnTo>
                <a:lnTo>
                  <a:pt x="2046" y="2093"/>
                </a:lnTo>
                <a:lnTo>
                  <a:pt x="2044" y="2093"/>
                </a:lnTo>
                <a:lnTo>
                  <a:pt x="2044" y="2094"/>
                </a:lnTo>
                <a:lnTo>
                  <a:pt x="2042" y="2096"/>
                </a:lnTo>
                <a:lnTo>
                  <a:pt x="2042" y="2098"/>
                </a:lnTo>
                <a:lnTo>
                  <a:pt x="2042" y="2099"/>
                </a:lnTo>
                <a:lnTo>
                  <a:pt x="2042" y="2101"/>
                </a:lnTo>
                <a:lnTo>
                  <a:pt x="2042" y="2103"/>
                </a:lnTo>
                <a:lnTo>
                  <a:pt x="2041" y="2103"/>
                </a:lnTo>
                <a:lnTo>
                  <a:pt x="2040" y="2104"/>
                </a:lnTo>
                <a:lnTo>
                  <a:pt x="2038" y="2104"/>
                </a:lnTo>
                <a:lnTo>
                  <a:pt x="2038" y="2106"/>
                </a:lnTo>
                <a:lnTo>
                  <a:pt x="2039" y="2107"/>
                </a:lnTo>
                <a:lnTo>
                  <a:pt x="2040" y="2109"/>
                </a:lnTo>
                <a:lnTo>
                  <a:pt x="2040" y="2110"/>
                </a:lnTo>
                <a:lnTo>
                  <a:pt x="2039" y="2110"/>
                </a:lnTo>
                <a:lnTo>
                  <a:pt x="2038" y="2111"/>
                </a:lnTo>
                <a:lnTo>
                  <a:pt x="2039" y="2111"/>
                </a:lnTo>
                <a:lnTo>
                  <a:pt x="2040" y="2111"/>
                </a:lnTo>
                <a:lnTo>
                  <a:pt x="2040" y="2112"/>
                </a:lnTo>
                <a:lnTo>
                  <a:pt x="2039" y="2112"/>
                </a:lnTo>
                <a:lnTo>
                  <a:pt x="2039" y="2113"/>
                </a:lnTo>
                <a:lnTo>
                  <a:pt x="2039" y="2114"/>
                </a:lnTo>
                <a:lnTo>
                  <a:pt x="2040" y="2115"/>
                </a:lnTo>
                <a:lnTo>
                  <a:pt x="2041" y="2115"/>
                </a:lnTo>
                <a:lnTo>
                  <a:pt x="2042" y="2117"/>
                </a:lnTo>
                <a:lnTo>
                  <a:pt x="2042" y="2118"/>
                </a:lnTo>
                <a:lnTo>
                  <a:pt x="2042" y="2119"/>
                </a:lnTo>
                <a:lnTo>
                  <a:pt x="2043" y="2120"/>
                </a:lnTo>
                <a:lnTo>
                  <a:pt x="2044" y="2122"/>
                </a:lnTo>
                <a:lnTo>
                  <a:pt x="2044" y="2123"/>
                </a:lnTo>
                <a:lnTo>
                  <a:pt x="2044" y="2124"/>
                </a:lnTo>
                <a:lnTo>
                  <a:pt x="2045" y="2124"/>
                </a:lnTo>
                <a:lnTo>
                  <a:pt x="2045" y="2125"/>
                </a:lnTo>
                <a:lnTo>
                  <a:pt x="2045" y="2126"/>
                </a:lnTo>
                <a:lnTo>
                  <a:pt x="2046" y="2126"/>
                </a:lnTo>
                <a:lnTo>
                  <a:pt x="2047" y="2126"/>
                </a:lnTo>
                <a:lnTo>
                  <a:pt x="2048" y="2126"/>
                </a:lnTo>
                <a:lnTo>
                  <a:pt x="2048" y="2128"/>
                </a:lnTo>
                <a:lnTo>
                  <a:pt x="2047" y="2129"/>
                </a:lnTo>
                <a:lnTo>
                  <a:pt x="2048" y="2129"/>
                </a:lnTo>
                <a:lnTo>
                  <a:pt x="2048" y="2128"/>
                </a:lnTo>
                <a:lnTo>
                  <a:pt x="2049" y="2127"/>
                </a:lnTo>
                <a:lnTo>
                  <a:pt x="2050" y="2128"/>
                </a:lnTo>
                <a:lnTo>
                  <a:pt x="2050" y="2129"/>
                </a:lnTo>
                <a:lnTo>
                  <a:pt x="2050" y="2130"/>
                </a:lnTo>
                <a:lnTo>
                  <a:pt x="2049" y="2131"/>
                </a:lnTo>
                <a:lnTo>
                  <a:pt x="2049" y="2133"/>
                </a:lnTo>
                <a:lnTo>
                  <a:pt x="2049" y="2134"/>
                </a:lnTo>
                <a:lnTo>
                  <a:pt x="2048" y="2135"/>
                </a:lnTo>
                <a:lnTo>
                  <a:pt x="2047" y="2135"/>
                </a:lnTo>
                <a:lnTo>
                  <a:pt x="2047" y="2134"/>
                </a:lnTo>
                <a:lnTo>
                  <a:pt x="2046" y="2134"/>
                </a:lnTo>
                <a:lnTo>
                  <a:pt x="2045" y="2134"/>
                </a:lnTo>
                <a:lnTo>
                  <a:pt x="2044" y="2134"/>
                </a:lnTo>
                <a:lnTo>
                  <a:pt x="2044" y="2135"/>
                </a:lnTo>
                <a:lnTo>
                  <a:pt x="2043" y="2136"/>
                </a:lnTo>
                <a:lnTo>
                  <a:pt x="2042" y="2137"/>
                </a:lnTo>
                <a:lnTo>
                  <a:pt x="2041" y="2137"/>
                </a:lnTo>
                <a:lnTo>
                  <a:pt x="2039" y="2138"/>
                </a:lnTo>
                <a:lnTo>
                  <a:pt x="2036" y="2140"/>
                </a:lnTo>
                <a:lnTo>
                  <a:pt x="2036" y="2139"/>
                </a:lnTo>
                <a:lnTo>
                  <a:pt x="2035" y="2139"/>
                </a:lnTo>
                <a:lnTo>
                  <a:pt x="2034" y="2139"/>
                </a:lnTo>
                <a:lnTo>
                  <a:pt x="2033" y="2141"/>
                </a:lnTo>
                <a:lnTo>
                  <a:pt x="2032" y="2142"/>
                </a:lnTo>
                <a:lnTo>
                  <a:pt x="2032" y="2143"/>
                </a:lnTo>
                <a:lnTo>
                  <a:pt x="2031" y="2144"/>
                </a:lnTo>
                <a:lnTo>
                  <a:pt x="2031" y="2145"/>
                </a:lnTo>
                <a:lnTo>
                  <a:pt x="2030" y="2145"/>
                </a:lnTo>
                <a:lnTo>
                  <a:pt x="2030" y="2146"/>
                </a:lnTo>
                <a:lnTo>
                  <a:pt x="2030" y="2145"/>
                </a:lnTo>
                <a:lnTo>
                  <a:pt x="2029" y="2145"/>
                </a:lnTo>
                <a:lnTo>
                  <a:pt x="2028" y="2146"/>
                </a:lnTo>
                <a:lnTo>
                  <a:pt x="2027" y="2147"/>
                </a:lnTo>
                <a:lnTo>
                  <a:pt x="2026" y="2147"/>
                </a:lnTo>
                <a:lnTo>
                  <a:pt x="2025" y="2147"/>
                </a:lnTo>
                <a:lnTo>
                  <a:pt x="2024" y="2149"/>
                </a:lnTo>
                <a:lnTo>
                  <a:pt x="2023" y="2149"/>
                </a:lnTo>
                <a:lnTo>
                  <a:pt x="2023" y="2150"/>
                </a:lnTo>
                <a:lnTo>
                  <a:pt x="2022" y="2150"/>
                </a:lnTo>
                <a:lnTo>
                  <a:pt x="2022" y="2151"/>
                </a:lnTo>
                <a:lnTo>
                  <a:pt x="2021" y="2151"/>
                </a:lnTo>
                <a:lnTo>
                  <a:pt x="2020" y="2150"/>
                </a:lnTo>
                <a:lnTo>
                  <a:pt x="2019" y="2150"/>
                </a:lnTo>
                <a:lnTo>
                  <a:pt x="2018" y="2151"/>
                </a:lnTo>
                <a:lnTo>
                  <a:pt x="2017" y="2151"/>
                </a:lnTo>
                <a:lnTo>
                  <a:pt x="2015" y="2150"/>
                </a:lnTo>
                <a:lnTo>
                  <a:pt x="2015" y="2149"/>
                </a:lnTo>
                <a:lnTo>
                  <a:pt x="2014" y="2148"/>
                </a:lnTo>
                <a:lnTo>
                  <a:pt x="2013" y="2148"/>
                </a:lnTo>
                <a:lnTo>
                  <a:pt x="2012" y="2148"/>
                </a:lnTo>
                <a:lnTo>
                  <a:pt x="2012" y="2149"/>
                </a:lnTo>
                <a:lnTo>
                  <a:pt x="2011" y="2149"/>
                </a:lnTo>
                <a:lnTo>
                  <a:pt x="2010" y="2148"/>
                </a:lnTo>
                <a:lnTo>
                  <a:pt x="2010" y="2149"/>
                </a:lnTo>
                <a:lnTo>
                  <a:pt x="2009" y="2149"/>
                </a:lnTo>
                <a:lnTo>
                  <a:pt x="2009" y="2150"/>
                </a:lnTo>
                <a:lnTo>
                  <a:pt x="2009" y="2151"/>
                </a:lnTo>
                <a:lnTo>
                  <a:pt x="2009" y="2152"/>
                </a:lnTo>
                <a:lnTo>
                  <a:pt x="2009" y="2154"/>
                </a:lnTo>
                <a:lnTo>
                  <a:pt x="2007" y="2156"/>
                </a:lnTo>
                <a:lnTo>
                  <a:pt x="2006" y="2156"/>
                </a:lnTo>
                <a:lnTo>
                  <a:pt x="2005" y="2156"/>
                </a:lnTo>
                <a:lnTo>
                  <a:pt x="2004" y="2157"/>
                </a:lnTo>
                <a:lnTo>
                  <a:pt x="2004" y="2158"/>
                </a:lnTo>
                <a:lnTo>
                  <a:pt x="2003" y="2159"/>
                </a:lnTo>
                <a:lnTo>
                  <a:pt x="2002" y="2159"/>
                </a:lnTo>
                <a:lnTo>
                  <a:pt x="2001" y="2160"/>
                </a:lnTo>
                <a:lnTo>
                  <a:pt x="2000" y="2160"/>
                </a:lnTo>
                <a:lnTo>
                  <a:pt x="1997" y="2161"/>
                </a:lnTo>
                <a:lnTo>
                  <a:pt x="1996" y="2162"/>
                </a:lnTo>
                <a:lnTo>
                  <a:pt x="1993" y="2163"/>
                </a:lnTo>
                <a:lnTo>
                  <a:pt x="1991" y="2163"/>
                </a:lnTo>
                <a:lnTo>
                  <a:pt x="1989" y="2161"/>
                </a:lnTo>
                <a:lnTo>
                  <a:pt x="1989" y="2160"/>
                </a:lnTo>
                <a:lnTo>
                  <a:pt x="1988" y="2159"/>
                </a:lnTo>
                <a:lnTo>
                  <a:pt x="1988" y="2158"/>
                </a:lnTo>
                <a:lnTo>
                  <a:pt x="1987" y="2158"/>
                </a:lnTo>
                <a:lnTo>
                  <a:pt x="1986" y="2156"/>
                </a:lnTo>
                <a:lnTo>
                  <a:pt x="1986" y="2155"/>
                </a:lnTo>
                <a:lnTo>
                  <a:pt x="1986" y="2154"/>
                </a:lnTo>
                <a:lnTo>
                  <a:pt x="1985" y="2154"/>
                </a:lnTo>
                <a:lnTo>
                  <a:pt x="1984" y="2154"/>
                </a:lnTo>
                <a:lnTo>
                  <a:pt x="1983" y="2153"/>
                </a:lnTo>
                <a:lnTo>
                  <a:pt x="1981" y="2153"/>
                </a:lnTo>
                <a:lnTo>
                  <a:pt x="1980" y="2153"/>
                </a:lnTo>
                <a:lnTo>
                  <a:pt x="1979" y="2152"/>
                </a:lnTo>
                <a:lnTo>
                  <a:pt x="1978" y="2152"/>
                </a:lnTo>
                <a:lnTo>
                  <a:pt x="1977" y="2152"/>
                </a:lnTo>
                <a:lnTo>
                  <a:pt x="1976" y="2152"/>
                </a:lnTo>
                <a:lnTo>
                  <a:pt x="1976" y="2153"/>
                </a:lnTo>
                <a:lnTo>
                  <a:pt x="1975" y="2154"/>
                </a:lnTo>
                <a:lnTo>
                  <a:pt x="1974" y="2154"/>
                </a:lnTo>
                <a:lnTo>
                  <a:pt x="1973" y="2154"/>
                </a:lnTo>
                <a:lnTo>
                  <a:pt x="1972" y="2154"/>
                </a:lnTo>
                <a:lnTo>
                  <a:pt x="1971" y="2154"/>
                </a:lnTo>
                <a:lnTo>
                  <a:pt x="1971" y="2155"/>
                </a:lnTo>
                <a:lnTo>
                  <a:pt x="1970" y="2155"/>
                </a:lnTo>
                <a:lnTo>
                  <a:pt x="1969" y="2155"/>
                </a:lnTo>
                <a:lnTo>
                  <a:pt x="1967" y="2155"/>
                </a:lnTo>
                <a:lnTo>
                  <a:pt x="1967" y="2156"/>
                </a:lnTo>
                <a:lnTo>
                  <a:pt x="1966" y="2156"/>
                </a:lnTo>
                <a:lnTo>
                  <a:pt x="1966" y="2157"/>
                </a:lnTo>
                <a:lnTo>
                  <a:pt x="1965" y="2158"/>
                </a:lnTo>
                <a:lnTo>
                  <a:pt x="1964" y="2158"/>
                </a:lnTo>
                <a:lnTo>
                  <a:pt x="1963" y="2158"/>
                </a:lnTo>
                <a:lnTo>
                  <a:pt x="1961" y="2159"/>
                </a:lnTo>
                <a:lnTo>
                  <a:pt x="1961" y="2160"/>
                </a:lnTo>
                <a:lnTo>
                  <a:pt x="1960" y="2160"/>
                </a:lnTo>
                <a:lnTo>
                  <a:pt x="1960" y="2161"/>
                </a:lnTo>
                <a:lnTo>
                  <a:pt x="1959" y="2161"/>
                </a:lnTo>
                <a:lnTo>
                  <a:pt x="1959" y="2160"/>
                </a:lnTo>
                <a:lnTo>
                  <a:pt x="1958" y="2161"/>
                </a:lnTo>
                <a:lnTo>
                  <a:pt x="1957" y="2161"/>
                </a:lnTo>
                <a:lnTo>
                  <a:pt x="1956" y="2162"/>
                </a:lnTo>
                <a:lnTo>
                  <a:pt x="1954" y="2162"/>
                </a:lnTo>
                <a:lnTo>
                  <a:pt x="1954" y="2161"/>
                </a:lnTo>
                <a:lnTo>
                  <a:pt x="1953" y="2161"/>
                </a:lnTo>
                <a:lnTo>
                  <a:pt x="1953" y="2162"/>
                </a:lnTo>
                <a:lnTo>
                  <a:pt x="1952" y="2162"/>
                </a:lnTo>
                <a:lnTo>
                  <a:pt x="1951" y="2161"/>
                </a:lnTo>
                <a:lnTo>
                  <a:pt x="1951" y="2160"/>
                </a:lnTo>
                <a:lnTo>
                  <a:pt x="1951" y="2159"/>
                </a:lnTo>
                <a:lnTo>
                  <a:pt x="1951" y="2158"/>
                </a:lnTo>
                <a:lnTo>
                  <a:pt x="1951" y="2157"/>
                </a:lnTo>
                <a:lnTo>
                  <a:pt x="1950" y="2156"/>
                </a:lnTo>
                <a:lnTo>
                  <a:pt x="1949" y="2155"/>
                </a:lnTo>
                <a:lnTo>
                  <a:pt x="1948" y="2154"/>
                </a:lnTo>
                <a:lnTo>
                  <a:pt x="1947" y="2153"/>
                </a:lnTo>
                <a:lnTo>
                  <a:pt x="1946" y="2151"/>
                </a:lnTo>
                <a:lnTo>
                  <a:pt x="1943" y="2149"/>
                </a:lnTo>
                <a:lnTo>
                  <a:pt x="1942" y="2149"/>
                </a:lnTo>
                <a:lnTo>
                  <a:pt x="1941" y="2149"/>
                </a:lnTo>
                <a:lnTo>
                  <a:pt x="1941" y="2150"/>
                </a:lnTo>
                <a:lnTo>
                  <a:pt x="1941" y="2151"/>
                </a:lnTo>
                <a:lnTo>
                  <a:pt x="1941" y="2152"/>
                </a:lnTo>
                <a:lnTo>
                  <a:pt x="1939" y="2152"/>
                </a:lnTo>
                <a:lnTo>
                  <a:pt x="1938" y="2152"/>
                </a:lnTo>
                <a:lnTo>
                  <a:pt x="1938" y="2153"/>
                </a:lnTo>
                <a:lnTo>
                  <a:pt x="1937" y="2153"/>
                </a:lnTo>
                <a:lnTo>
                  <a:pt x="1935" y="2153"/>
                </a:lnTo>
                <a:lnTo>
                  <a:pt x="1934" y="2153"/>
                </a:lnTo>
                <a:lnTo>
                  <a:pt x="1933" y="2153"/>
                </a:lnTo>
                <a:lnTo>
                  <a:pt x="1932" y="2153"/>
                </a:lnTo>
                <a:lnTo>
                  <a:pt x="1930" y="2154"/>
                </a:lnTo>
                <a:lnTo>
                  <a:pt x="1929" y="2154"/>
                </a:lnTo>
                <a:lnTo>
                  <a:pt x="1929" y="2155"/>
                </a:lnTo>
                <a:lnTo>
                  <a:pt x="1928" y="2155"/>
                </a:lnTo>
                <a:lnTo>
                  <a:pt x="1928" y="2154"/>
                </a:lnTo>
                <a:lnTo>
                  <a:pt x="1927" y="2153"/>
                </a:lnTo>
                <a:lnTo>
                  <a:pt x="1926" y="2153"/>
                </a:lnTo>
                <a:lnTo>
                  <a:pt x="1925" y="2153"/>
                </a:lnTo>
                <a:lnTo>
                  <a:pt x="1925" y="2152"/>
                </a:lnTo>
                <a:lnTo>
                  <a:pt x="1924" y="2151"/>
                </a:lnTo>
                <a:lnTo>
                  <a:pt x="1923" y="2149"/>
                </a:lnTo>
                <a:lnTo>
                  <a:pt x="1923" y="2148"/>
                </a:lnTo>
                <a:lnTo>
                  <a:pt x="1923" y="2147"/>
                </a:lnTo>
                <a:lnTo>
                  <a:pt x="1922" y="2147"/>
                </a:lnTo>
                <a:lnTo>
                  <a:pt x="1921" y="2146"/>
                </a:lnTo>
                <a:lnTo>
                  <a:pt x="1918" y="2148"/>
                </a:lnTo>
                <a:lnTo>
                  <a:pt x="1917" y="2149"/>
                </a:lnTo>
                <a:lnTo>
                  <a:pt x="1916" y="2149"/>
                </a:lnTo>
                <a:lnTo>
                  <a:pt x="1915" y="2149"/>
                </a:lnTo>
                <a:lnTo>
                  <a:pt x="1914" y="2149"/>
                </a:lnTo>
                <a:lnTo>
                  <a:pt x="1913" y="2149"/>
                </a:lnTo>
                <a:lnTo>
                  <a:pt x="1912" y="2150"/>
                </a:lnTo>
                <a:lnTo>
                  <a:pt x="1912" y="2149"/>
                </a:lnTo>
                <a:lnTo>
                  <a:pt x="1911" y="2148"/>
                </a:lnTo>
                <a:lnTo>
                  <a:pt x="1910" y="2147"/>
                </a:lnTo>
                <a:lnTo>
                  <a:pt x="1909" y="2146"/>
                </a:lnTo>
                <a:lnTo>
                  <a:pt x="1908" y="2146"/>
                </a:lnTo>
                <a:lnTo>
                  <a:pt x="1907" y="2145"/>
                </a:lnTo>
                <a:lnTo>
                  <a:pt x="1906" y="2144"/>
                </a:lnTo>
                <a:lnTo>
                  <a:pt x="1906" y="2143"/>
                </a:lnTo>
                <a:lnTo>
                  <a:pt x="1904" y="2143"/>
                </a:lnTo>
                <a:lnTo>
                  <a:pt x="1903" y="2142"/>
                </a:lnTo>
                <a:lnTo>
                  <a:pt x="1902" y="2140"/>
                </a:lnTo>
                <a:lnTo>
                  <a:pt x="1902" y="2139"/>
                </a:lnTo>
                <a:lnTo>
                  <a:pt x="1902" y="2138"/>
                </a:lnTo>
                <a:lnTo>
                  <a:pt x="1902" y="2137"/>
                </a:lnTo>
                <a:lnTo>
                  <a:pt x="1900" y="2135"/>
                </a:lnTo>
                <a:lnTo>
                  <a:pt x="1899" y="2135"/>
                </a:lnTo>
                <a:lnTo>
                  <a:pt x="1897" y="2134"/>
                </a:lnTo>
                <a:lnTo>
                  <a:pt x="1896" y="2134"/>
                </a:lnTo>
                <a:lnTo>
                  <a:pt x="1895" y="2135"/>
                </a:lnTo>
                <a:lnTo>
                  <a:pt x="1895" y="2136"/>
                </a:lnTo>
                <a:lnTo>
                  <a:pt x="1894" y="2136"/>
                </a:lnTo>
                <a:lnTo>
                  <a:pt x="1893" y="2136"/>
                </a:lnTo>
                <a:lnTo>
                  <a:pt x="1893" y="2135"/>
                </a:lnTo>
                <a:lnTo>
                  <a:pt x="1892" y="2135"/>
                </a:lnTo>
                <a:lnTo>
                  <a:pt x="1891" y="2134"/>
                </a:lnTo>
                <a:lnTo>
                  <a:pt x="1891" y="2133"/>
                </a:lnTo>
                <a:lnTo>
                  <a:pt x="1891" y="2132"/>
                </a:lnTo>
                <a:lnTo>
                  <a:pt x="1890" y="2132"/>
                </a:lnTo>
                <a:lnTo>
                  <a:pt x="1890" y="2130"/>
                </a:lnTo>
                <a:lnTo>
                  <a:pt x="1889" y="2130"/>
                </a:lnTo>
                <a:lnTo>
                  <a:pt x="1888" y="2130"/>
                </a:lnTo>
                <a:lnTo>
                  <a:pt x="1887" y="2130"/>
                </a:lnTo>
                <a:lnTo>
                  <a:pt x="1886" y="2129"/>
                </a:lnTo>
                <a:lnTo>
                  <a:pt x="1886" y="2130"/>
                </a:lnTo>
                <a:lnTo>
                  <a:pt x="1885" y="2130"/>
                </a:lnTo>
                <a:lnTo>
                  <a:pt x="1884" y="2131"/>
                </a:lnTo>
                <a:lnTo>
                  <a:pt x="1883" y="2131"/>
                </a:lnTo>
                <a:lnTo>
                  <a:pt x="1882" y="2131"/>
                </a:lnTo>
                <a:lnTo>
                  <a:pt x="1881" y="2131"/>
                </a:lnTo>
                <a:lnTo>
                  <a:pt x="1880" y="2131"/>
                </a:lnTo>
                <a:lnTo>
                  <a:pt x="1880" y="2130"/>
                </a:lnTo>
                <a:lnTo>
                  <a:pt x="1880" y="2129"/>
                </a:lnTo>
                <a:lnTo>
                  <a:pt x="1879" y="2128"/>
                </a:lnTo>
                <a:lnTo>
                  <a:pt x="1878" y="2128"/>
                </a:lnTo>
                <a:lnTo>
                  <a:pt x="1877" y="2128"/>
                </a:lnTo>
                <a:lnTo>
                  <a:pt x="1876" y="2128"/>
                </a:lnTo>
                <a:lnTo>
                  <a:pt x="1875" y="2127"/>
                </a:lnTo>
                <a:lnTo>
                  <a:pt x="1875" y="2126"/>
                </a:lnTo>
                <a:lnTo>
                  <a:pt x="1875" y="2125"/>
                </a:lnTo>
                <a:lnTo>
                  <a:pt x="1874" y="2124"/>
                </a:lnTo>
                <a:lnTo>
                  <a:pt x="1873" y="2124"/>
                </a:lnTo>
                <a:lnTo>
                  <a:pt x="1872" y="2124"/>
                </a:lnTo>
                <a:lnTo>
                  <a:pt x="1871" y="2123"/>
                </a:lnTo>
                <a:lnTo>
                  <a:pt x="1870" y="2122"/>
                </a:lnTo>
                <a:lnTo>
                  <a:pt x="1871" y="2122"/>
                </a:lnTo>
                <a:lnTo>
                  <a:pt x="1870" y="2122"/>
                </a:lnTo>
                <a:lnTo>
                  <a:pt x="1870" y="2121"/>
                </a:lnTo>
                <a:lnTo>
                  <a:pt x="1869" y="2121"/>
                </a:lnTo>
                <a:lnTo>
                  <a:pt x="1868" y="2120"/>
                </a:lnTo>
                <a:lnTo>
                  <a:pt x="1867" y="2120"/>
                </a:lnTo>
                <a:lnTo>
                  <a:pt x="1866" y="2119"/>
                </a:lnTo>
                <a:lnTo>
                  <a:pt x="1866" y="2118"/>
                </a:lnTo>
                <a:lnTo>
                  <a:pt x="1865" y="2116"/>
                </a:lnTo>
                <a:lnTo>
                  <a:pt x="1864" y="2116"/>
                </a:lnTo>
                <a:lnTo>
                  <a:pt x="1864" y="2115"/>
                </a:lnTo>
                <a:lnTo>
                  <a:pt x="1859" y="2115"/>
                </a:lnTo>
                <a:lnTo>
                  <a:pt x="1857" y="2114"/>
                </a:lnTo>
                <a:lnTo>
                  <a:pt x="1856" y="2114"/>
                </a:lnTo>
                <a:lnTo>
                  <a:pt x="1854" y="2114"/>
                </a:lnTo>
                <a:lnTo>
                  <a:pt x="1853" y="2113"/>
                </a:lnTo>
                <a:lnTo>
                  <a:pt x="1853" y="2109"/>
                </a:lnTo>
                <a:lnTo>
                  <a:pt x="1852" y="2107"/>
                </a:lnTo>
                <a:lnTo>
                  <a:pt x="1853" y="2106"/>
                </a:lnTo>
                <a:lnTo>
                  <a:pt x="1851" y="2103"/>
                </a:lnTo>
                <a:lnTo>
                  <a:pt x="1850" y="2103"/>
                </a:lnTo>
                <a:lnTo>
                  <a:pt x="1850" y="2102"/>
                </a:lnTo>
                <a:lnTo>
                  <a:pt x="1850" y="2099"/>
                </a:lnTo>
                <a:lnTo>
                  <a:pt x="1851" y="2099"/>
                </a:lnTo>
                <a:lnTo>
                  <a:pt x="1851" y="2098"/>
                </a:lnTo>
                <a:lnTo>
                  <a:pt x="1851" y="2097"/>
                </a:lnTo>
                <a:lnTo>
                  <a:pt x="1851" y="2096"/>
                </a:lnTo>
                <a:lnTo>
                  <a:pt x="1852" y="2094"/>
                </a:lnTo>
                <a:lnTo>
                  <a:pt x="1852" y="2093"/>
                </a:lnTo>
                <a:lnTo>
                  <a:pt x="1852" y="2092"/>
                </a:lnTo>
                <a:lnTo>
                  <a:pt x="1852" y="2091"/>
                </a:lnTo>
                <a:lnTo>
                  <a:pt x="1852" y="2090"/>
                </a:lnTo>
                <a:lnTo>
                  <a:pt x="1854" y="2090"/>
                </a:lnTo>
                <a:lnTo>
                  <a:pt x="1855" y="2089"/>
                </a:lnTo>
                <a:lnTo>
                  <a:pt x="1856" y="2089"/>
                </a:lnTo>
                <a:lnTo>
                  <a:pt x="1856" y="2090"/>
                </a:lnTo>
                <a:lnTo>
                  <a:pt x="1857" y="2090"/>
                </a:lnTo>
                <a:lnTo>
                  <a:pt x="1858" y="2090"/>
                </a:lnTo>
                <a:lnTo>
                  <a:pt x="1859" y="2090"/>
                </a:lnTo>
                <a:lnTo>
                  <a:pt x="1860" y="2090"/>
                </a:lnTo>
                <a:lnTo>
                  <a:pt x="1861" y="2090"/>
                </a:lnTo>
                <a:lnTo>
                  <a:pt x="1862" y="2091"/>
                </a:lnTo>
                <a:lnTo>
                  <a:pt x="1863" y="2091"/>
                </a:lnTo>
                <a:lnTo>
                  <a:pt x="1864" y="2091"/>
                </a:lnTo>
                <a:lnTo>
                  <a:pt x="1866" y="2090"/>
                </a:lnTo>
                <a:lnTo>
                  <a:pt x="1866" y="2089"/>
                </a:lnTo>
                <a:lnTo>
                  <a:pt x="1867" y="2088"/>
                </a:lnTo>
                <a:lnTo>
                  <a:pt x="1868" y="2086"/>
                </a:lnTo>
                <a:lnTo>
                  <a:pt x="1867" y="2086"/>
                </a:lnTo>
                <a:lnTo>
                  <a:pt x="1867" y="2085"/>
                </a:lnTo>
                <a:lnTo>
                  <a:pt x="1868" y="2083"/>
                </a:lnTo>
                <a:lnTo>
                  <a:pt x="1868" y="2081"/>
                </a:lnTo>
                <a:lnTo>
                  <a:pt x="1868" y="2080"/>
                </a:lnTo>
                <a:lnTo>
                  <a:pt x="1870" y="2079"/>
                </a:lnTo>
                <a:lnTo>
                  <a:pt x="1871" y="2078"/>
                </a:lnTo>
                <a:lnTo>
                  <a:pt x="1874" y="2077"/>
                </a:lnTo>
                <a:lnTo>
                  <a:pt x="1875" y="2076"/>
                </a:lnTo>
                <a:lnTo>
                  <a:pt x="1876" y="2076"/>
                </a:lnTo>
                <a:lnTo>
                  <a:pt x="1875" y="2074"/>
                </a:lnTo>
                <a:lnTo>
                  <a:pt x="1875" y="2073"/>
                </a:lnTo>
                <a:lnTo>
                  <a:pt x="1874" y="2072"/>
                </a:lnTo>
                <a:lnTo>
                  <a:pt x="1873" y="2072"/>
                </a:lnTo>
                <a:lnTo>
                  <a:pt x="1872" y="2072"/>
                </a:lnTo>
                <a:lnTo>
                  <a:pt x="1871" y="2072"/>
                </a:lnTo>
                <a:lnTo>
                  <a:pt x="1870" y="2072"/>
                </a:lnTo>
                <a:lnTo>
                  <a:pt x="1870" y="2071"/>
                </a:lnTo>
                <a:lnTo>
                  <a:pt x="1869" y="2071"/>
                </a:lnTo>
                <a:lnTo>
                  <a:pt x="1868" y="2071"/>
                </a:lnTo>
                <a:lnTo>
                  <a:pt x="1868" y="2072"/>
                </a:lnTo>
                <a:lnTo>
                  <a:pt x="1867" y="2073"/>
                </a:lnTo>
                <a:lnTo>
                  <a:pt x="1866" y="2073"/>
                </a:lnTo>
                <a:lnTo>
                  <a:pt x="1864" y="2072"/>
                </a:lnTo>
                <a:lnTo>
                  <a:pt x="1863" y="2072"/>
                </a:lnTo>
                <a:lnTo>
                  <a:pt x="1863" y="2071"/>
                </a:lnTo>
                <a:lnTo>
                  <a:pt x="1862" y="2071"/>
                </a:lnTo>
                <a:lnTo>
                  <a:pt x="1861" y="2071"/>
                </a:lnTo>
                <a:lnTo>
                  <a:pt x="1860" y="2070"/>
                </a:lnTo>
                <a:lnTo>
                  <a:pt x="1861" y="2068"/>
                </a:lnTo>
                <a:lnTo>
                  <a:pt x="1862" y="2067"/>
                </a:lnTo>
                <a:lnTo>
                  <a:pt x="1863" y="2067"/>
                </a:lnTo>
                <a:lnTo>
                  <a:pt x="1863" y="2066"/>
                </a:lnTo>
                <a:lnTo>
                  <a:pt x="1864" y="2065"/>
                </a:lnTo>
                <a:lnTo>
                  <a:pt x="1864" y="2064"/>
                </a:lnTo>
                <a:lnTo>
                  <a:pt x="1864" y="2063"/>
                </a:lnTo>
                <a:lnTo>
                  <a:pt x="1865" y="2062"/>
                </a:lnTo>
                <a:lnTo>
                  <a:pt x="1866" y="2062"/>
                </a:lnTo>
                <a:lnTo>
                  <a:pt x="1866" y="2061"/>
                </a:lnTo>
                <a:lnTo>
                  <a:pt x="1865" y="2061"/>
                </a:lnTo>
                <a:lnTo>
                  <a:pt x="1864" y="2062"/>
                </a:lnTo>
                <a:lnTo>
                  <a:pt x="1863" y="2061"/>
                </a:lnTo>
                <a:lnTo>
                  <a:pt x="1864" y="2061"/>
                </a:lnTo>
                <a:lnTo>
                  <a:pt x="1864" y="2060"/>
                </a:lnTo>
                <a:lnTo>
                  <a:pt x="1864" y="2059"/>
                </a:lnTo>
                <a:lnTo>
                  <a:pt x="1864" y="2058"/>
                </a:lnTo>
                <a:lnTo>
                  <a:pt x="1866" y="2058"/>
                </a:lnTo>
                <a:lnTo>
                  <a:pt x="1868" y="2057"/>
                </a:lnTo>
                <a:lnTo>
                  <a:pt x="1868" y="2056"/>
                </a:lnTo>
                <a:lnTo>
                  <a:pt x="1867" y="2056"/>
                </a:lnTo>
                <a:lnTo>
                  <a:pt x="1867" y="2055"/>
                </a:lnTo>
                <a:lnTo>
                  <a:pt x="1866" y="2055"/>
                </a:lnTo>
                <a:lnTo>
                  <a:pt x="1866" y="2054"/>
                </a:lnTo>
                <a:lnTo>
                  <a:pt x="1866" y="2053"/>
                </a:lnTo>
                <a:lnTo>
                  <a:pt x="1866" y="2052"/>
                </a:lnTo>
                <a:lnTo>
                  <a:pt x="1865" y="2050"/>
                </a:lnTo>
                <a:lnTo>
                  <a:pt x="1864" y="2049"/>
                </a:lnTo>
                <a:lnTo>
                  <a:pt x="1864" y="2048"/>
                </a:lnTo>
                <a:lnTo>
                  <a:pt x="1864" y="2047"/>
                </a:lnTo>
                <a:lnTo>
                  <a:pt x="1864" y="2046"/>
                </a:lnTo>
                <a:lnTo>
                  <a:pt x="1863" y="2044"/>
                </a:lnTo>
                <a:lnTo>
                  <a:pt x="1863" y="2043"/>
                </a:lnTo>
                <a:lnTo>
                  <a:pt x="1863" y="2040"/>
                </a:lnTo>
                <a:lnTo>
                  <a:pt x="1862" y="2039"/>
                </a:lnTo>
                <a:lnTo>
                  <a:pt x="1861" y="2038"/>
                </a:lnTo>
                <a:lnTo>
                  <a:pt x="1861" y="2037"/>
                </a:lnTo>
                <a:lnTo>
                  <a:pt x="1861" y="2036"/>
                </a:lnTo>
                <a:lnTo>
                  <a:pt x="1860" y="2036"/>
                </a:lnTo>
                <a:lnTo>
                  <a:pt x="1860" y="2035"/>
                </a:lnTo>
                <a:lnTo>
                  <a:pt x="1859" y="2035"/>
                </a:lnTo>
                <a:lnTo>
                  <a:pt x="1859" y="2034"/>
                </a:lnTo>
                <a:lnTo>
                  <a:pt x="1859" y="2033"/>
                </a:lnTo>
                <a:lnTo>
                  <a:pt x="1859" y="2032"/>
                </a:lnTo>
                <a:lnTo>
                  <a:pt x="1859" y="2031"/>
                </a:lnTo>
                <a:lnTo>
                  <a:pt x="1859" y="2030"/>
                </a:lnTo>
                <a:lnTo>
                  <a:pt x="1859" y="2029"/>
                </a:lnTo>
                <a:lnTo>
                  <a:pt x="1859" y="2028"/>
                </a:lnTo>
                <a:lnTo>
                  <a:pt x="1859" y="2026"/>
                </a:lnTo>
                <a:lnTo>
                  <a:pt x="1859" y="2025"/>
                </a:lnTo>
                <a:lnTo>
                  <a:pt x="1858" y="2024"/>
                </a:lnTo>
                <a:lnTo>
                  <a:pt x="1859" y="2023"/>
                </a:lnTo>
                <a:lnTo>
                  <a:pt x="1858" y="2022"/>
                </a:lnTo>
                <a:lnTo>
                  <a:pt x="1858" y="2021"/>
                </a:lnTo>
                <a:lnTo>
                  <a:pt x="1857" y="2020"/>
                </a:lnTo>
                <a:lnTo>
                  <a:pt x="1856" y="2018"/>
                </a:lnTo>
                <a:lnTo>
                  <a:pt x="1855" y="2016"/>
                </a:lnTo>
                <a:lnTo>
                  <a:pt x="1856" y="2016"/>
                </a:lnTo>
                <a:lnTo>
                  <a:pt x="1857" y="2016"/>
                </a:lnTo>
                <a:lnTo>
                  <a:pt x="1857" y="2015"/>
                </a:lnTo>
                <a:lnTo>
                  <a:pt x="1858" y="2015"/>
                </a:lnTo>
                <a:lnTo>
                  <a:pt x="1858" y="2014"/>
                </a:lnTo>
                <a:lnTo>
                  <a:pt x="1859" y="2014"/>
                </a:lnTo>
                <a:lnTo>
                  <a:pt x="1860" y="2014"/>
                </a:lnTo>
                <a:lnTo>
                  <a:pt x="1861" y="2014"/>
                </a:lnTo>
                <a:lnTo>
                  <a:pt x="1861" y="2015"/>
                </a:lnTo>
                <a:lnTo>
                  <a:pt x="1862" y="2015"/>
                </a:lnTo>
                <a:lnTo>
                  <a:pt x="1862" y="2016"/>
                </a:lnTo>
                <a:lnTo>
                  <a:pt x="1863" y="2016"/>
                </a:lnTo>
                <a:lnTo>
                  <a:pt x="1863" y="2017"/>
                </a:lnTo>
                <a:lnTo>
                  <a:pt x="1866" y="2017"/>
                </a:lnTo>
                <a:lnTo>
                  <a:pt x="1869" y="2017"/>
                </a:lnTo>
                <a:lnTo>
                  <a:pt x="1870" y="2017"/>
                </a:lnTo>
                <a:lnTo>
                  <a:pt x="1871" y="2018"/>
                </a:lnTo>
                <a:lnTo>
                  <a:pt x="1871" y="2017"/>
                </a:lnTo>
                <a:lnTo>
                  <a:pt x="1871" y="2016"/>
                </a:lnTo>
                <a:lnTo>
                  <a:pt x="1871" y="2015"/>
                </a:lnTo>
                <a:lnTo>
                  <a:pt x="1870" y="2015"/>
                </a:lnTo>
                <a:lnTo>
                  <a:pt x="1870" y="2014"/>
                </a:lnTo>
                <a:lnTo>
                  <a:pt x="1871" y="2014"/>
                </a:lnTo>
                <a:lnTo>
                  <a:pt x="1872" y="2014"/>
                </a:lnTo>
                <a:lnTo>
                  <a:pt x="1873" y="2014"/>
                </a:lnTo>
                <a:lnTo>
                  <a:pt x="1873" y="2013"/>
                </a:lnTo>
                <a:lnTo>
                  <a:pt x="1874" y="2013"/>
                </a:lnTo>
                <a:lnTo>
                  <a:pt x="1876" y="2012"/>
                </a:lnTo>
                <a:lnTo>
                  <a:pt x="1877" y="2012"/>
                </a:lnTo>
                <a:lnTo>
                  <a:pt x="1878" y="2012"/>
                </a:lnTo>
                <a:lnTo>
                  <a:pt x="1877" y="2012"/>
                </a:lnTo>
                <a:lnTo>
                  <a:pt x="1877" y="2011"/>
                </a:lnTo>
                <a:lnTo>
                  <a:pt x="1876" y="2011"/>
                </a:lnTo>
                <a:lnTo>
                  <a:pt x="1875" y="2011"/>
                </a:lnTo>
                <a:lnTo>
                  <a:pt x="1874" y="2011"/>
                </a:lnTo>
                <a:lnTo>
                  <a:pt x="1873" y="2010"/>
                </a:lnTo>
                <a:lnTo>
                  <a:pt x="1873" y="2009"/>
                </a:lnTo>
                <a:lnTo>
                  <a:pt x="1872" y="2009"/>
                </a:lnTo>
                <a:lnTo>
                  <a:pt x="1871" y="2009"/>
                </a:lnTo>
                <a:lnTo>
                  <a:pt x="1870" y="2009"/>
                </a:lnTo>
                <a:lnTo>
                  <a:pt x="1870" y="2008"/>
                </a:lnTo>
                <a:lnTo>
                  <a:pt x="1867" y="2007"/>
                </a:lnTo>
                <a:lnTo>
                  <a:pt x="1866" y="2007"/>
                </a:lnTo>
                <a:lnTo>
                  <a:pt x="1864" y="2007"/>
                </a:lnTo>
                <a:lnTo>
                  <a:pt x="1862" y="2009"/>
                </a:lnTo>
                <a:lnTo>
                  <a:pt x="1862" y="2010"/>
                </a:lnTo>
                <a:lnTo>
                  <a:pt x="1860" y="2011"/>
                </a:lnTo>
                <a:lnTo>
                  <a:pt x="1859" y="2011"/>
                </a:lnTo>
                <a:lnTo>
                  <a:pt x="1858" y="2010"/>
                </a:lnTo>
                <a:lnTo>
                  <a:pt x="1858" y="2009"/>
                </a:lnTo>
                <a:lnTo>
                  <a:pt x="1857" y="2009"/>
                </a:lnTo>
                <a:lnTo>
                  <a:pt x="1856" y="2010"/>
                </a:lnTo>
                <a:lnTo>
                  <a:pt x="1855" y="2010"/>
                </a:lnTo>
                <a:lnTo>
                  <a:pt x="1854" y="2010"/>
                </a:lnTo>
                <a:lnTo>
                  <a:pt x="1854" y="2009"/>
                </a:lnTo>
                <a:lnTo>
                  <a:pt x="1854" y="2008"/>
                </a:lnTo>
                <a:lnTo>
                  <a:pt x="1853" y="2007"/>
                </a:lnTo>
                <a:lnTo>
                  <a:pt x="1853" y="2006"/>
                </a:lnTo>
                <a:lnTo>
                  <a:pt x="1852" y="2005"/>
                </a:lnTo>
                <a:lnTo>
                  <a:pt x="1852" y="2004"/>
                </a:lnTo>
                <a:lnTo>
                  <a:pt x="1852" y="2003"/>
                </a:lnTo>
                <a:lnTo>
                  <a:pt x="1851" y="2001"/>
                </a:lnTo>
                <a:lnTo>
                  <a:pt x="1850" y="2000"/>
                </a:lnTo>
                <a:lnTo>
                  <a:pt x="1850" y="1998"/>
                </a:lnTo>
                <a:lnTo>
                  <a:pt x="1849" y="1997"/>
                </a:lnTo>
                <a:lnTo>
                  <a:pt x="1848" y="1997"/>
                </a:lnTo>
                <a:lnTo>
                  <a:pt x="1848" y="1996"/>
                </a:lnTo>
                <a:lnTo>
                  <a:pt x="1847" y="1995"/>
                </a:lnTo>
                <a:lnTo>
                  <a:pt x="1847" y="1994"/>
                </a:lnTo>
                <a:lnTo>
                  <a:pt x="1846" y="1994"/>
                </a:lnTo>
                <a:lnTo>
                  <a:pt x="1844" y="1995"/>
                </a:lnTo>
                <a:lnTo>
                  <a:pt x="1843" y="1996"/>
                </a:lnTo>
                <a:lnTo>
                  <a:pt x="1842" y="1995"/>
                </a:lnTo>
                <a:lnTo>
                  <a:pt x="1841" y="1992"/>
                </a:lnTo>
                <a:lnTo>
                  <a:pt x="1841" y="1991"/>
                </a:lnTo>
                <a:lnTo>
                  <a:pt x="1841" y="1990"/>
                </a:lnTo>
                <a:lnTo>
                  <a:pt x="1841" y="1989"/>
                </a:lnTo>
                <a:lnTo>
                  <a:pt x="1841" y="1987"/>
                </a:lnTo>
                <a:lnTo>
                  <a:pt x="1840" y="1986"/>
                </a:lnTo>
                <a:lnTo>
                  <a:pt x="1839" y="1986"/>
                </a:lnTo>
                <a:lnTo>
                  <a:pt x="1837" y="1984"/>
                </a:lnTo>
                <a:lnTo>
                  <a:pt x="1837" y="1983"/>
                </a:lnTo>
                <a:lnTo>
                  <a:pt x="1836" y="1983"/>
                </a:lnTo>
                <a:lnTo>
                  <a:pt x="1835" y="1982"/>
                </a:lnTo>
                <a:lnTo>
                  <a:pt x="1835" y="1980"/>
                </a:lnTo>
                <a:lnTo>
                  <a:pt x="1835" y="1979"/>
                </a:lnTo>
                <a:lnTo>
                  <a:pt x="1835" y="1978"/>
                </a:lnTo>
                <a:lnTo>
                  <a:pt x="1835" y="1977"/>
                </a:lnTo>
                <a:lnTo>
                  <a:pt x="1834" y="1976"/>
                </a:lnTo>
                <a:lnTo>
                  <a:pt x="1834" y="1975"/>
                </a:lnTo>
                <a:lnTo>
                  <a:pt x="1834" y="1974"/>
                </a:lnTo>
                <a:lnTo>
                  <a:pt x="1834" y="1973"/>
                </a:lnTo>
                <a:lnTo>
                  <a:pt x="1834" y="1972"/>
                </a:lnTo>
                <a:lnTo>
                  <a:pt x="1833" y="1972"/>
                </a:lnTo>
                <a:lnTo>
                  <a:pt x="1831" y="1970"/>
                </a:lnTo>
                <a:lnTo>
                  <a:pt x="1831" y="1969"/>
                </a:lnTo>
                <a:lnTo>
                  <a:pt x="1832" y="1968"/>
                </a:lnTo>
                <a:lnTo>
                  <a:pt x="1831" y="1967"/>
                </a:lnTo>
                <a:lnTo>
                  <a:pt x="1831" y="1966"/>
                </a:lnTo>
                <a:lnTo>
                  <a:pt x="1831" y="1965"/>
                </a:lnTo>
                <a:lnTo>
                  <a:pt x="1832" y="1964"/>
                </a:lnTo>
                <a:lnTo>
                  <a:pt x="1832" y="1963"/>
                </a:lnTo>
                <a:lnTo>
                  <a:pt x="1833" y="1963"/>
                </a:lnTo>
                <a:lnTo>
                  <a:pt x="1833" y="1962"/>
                </a:lnTo>
                <a:lnTo>
                  <a:pt x="1833" y="1960"/>
                </a:lnTo>
                <a:lnTo>
                  <a:pt x="1834" y="1960"/>
                </a:lnTo>
                <a:lnTo>
                  <a:pt x="1835" y="1959"/>
                </a:lnTo>
                <a:lnTo>
                  <a:pt x="1835" y="1958"/>
                </a:lnTo>
                <a:lnTo>
                  <a:pt x="1834" y="1958"/>
                </a:lnTo>
                <a:lnTo>
                  <a:pt x="1834" y="1957"/>
                </a:lnTo>
                <a:lnTo>
                  <a:pt x="1834" y="1956"/>
                </a:lnTo>
                <a:lnTo>
                  <a:pt x="1835" y="1955"/>
                </a:lnTo>
                <a:lnTo>
                  <a:pt x="1834" y="1955"/>
                </a:lnTo>
                <a:lnTo>
                  <a:pt x="1834" y="1954"/>
                </a:lnTo>
                <a:lnTo>
                  <a:pt x="1833" y="1952"/>
                </a:lnTo>
                <a:lnTo>
                  <a:pt x="1833" y="1951"/>
                </a:lnTo>
                <a:lnTo>
                  <a:pt x="1832" y="1951"/>
                </a:lnTo>
                <a:lnTo>
                  <a:pt x="1830" y="1950"/>
                </a:lnTo>
                <a:lnTo>
                  <a:pt x="1830" y="1949"/>
                </a:lnTo>
                <a:lnTo>
                  <a:pt x="1829" y="1948"/>
                </a:lnTo>
                <a:lnTo>
                  <a:pt x="1828" y="1947"/>
                </a:lnTo>
                <a:lnTo>
                  <a:pt x="1827" y="1946"/>
                </a:lnTo>
                <a:lnTo>
                  <a:pt x="1825" y="1944"/>
                </a:lnTo>
                <a:lnTo>
                  <a:pt x="1824" y="1943"/>
                </a:lnTo>
                <a:lnTo>
                  <a:pt x="1823" y="1941"/>
                </a:lnTo>
                <a:lnTo>
                  <a:pt x="1822" y="1941"/>
                </a:lnTo>
                <a:lnTo>
                  <a:pt x="1821" y="1941"/>
                </a:lnTo>
                <a:lnTo>
                  <a:pt x="1821" y="1940"/>
                </a:lnTo>
                <a:lnTo>
                  <a:pt x="1819" y="1939"/>
                </a:lnTo>
                <a:lnTo>
                  <a:pt x="1818" y="1939"/>
                </a:lnTo>
                <a:lnTo>
                  <a:pt x="1817" y="1939"/>
                </a:lnTo>
                <a:lnTo>
                  <a:pt x="1815" y="1938"/>
                </a:lnTo>
                <a:lnTo>
                  <a:pt x="1815" y="1937"/>
                </a:lnTo>
                <a:lnTo>
                  <a:pt x="1813" y="1937"/>
                </a:lnTo>
                <a:lnTo>
                  <a:pt x="1813" y="1936"/>
                </a:lnTo>
                <a:lnTo>
                  <a:pt x="1811" y="1936"/>
                </a:lnTo>
                <a:lnTo>
                  <a:pt x="1810" y="1936"/>
                </a:lnTo>
                <a:lnTo>
                  <a:pt x="1809" y="1937"/>
                </a:lnTo>
                <a:lnTo>
                  <a:pt x="1807" y="1937"/>
                </a:lnTo>
                <a:lnTo>
                  <a:pt x="1806" y="1937"/>
                </a:lnTo>
                <a:lnTo>
                  <a:pt x="1805" y="1937"/>
                </a:lnTo>
                <a:lnTo>
                  <a:pt x="1803" y="1938"/>
                </a:lnTo>
                <a:lnTo>
                  <a:pt x="1802" y="1938"/>
                </a:lnTo>
                <a:lnTo>
                  <a:pt x="1800" y="1939"/>
                </a:lnTo>
                <a:lnTo>
                  <a:pt x="1799" y="1939"/>
                </a:lnTo>
                <a:lnTo>
                  <a:pt x="1797" y="1939"/>
                </a:lnTo>
                <a:lnTo>
                  <a:pt x="1796" y="1938"/>
                </a:lnTo>
                <a:lnTo>
                  <a:pt x="1795" y="1937"/>
                </a:lnTo>
                <a:lnTo>
                  <a:pt x="1794" y="1937"/>
                </a:lnTo>
                <a:lnTo>
                  <a:pt x="1793" y="1937"/>
                </a:lnTo>
                <a:lnTo>
                  <a:pt x="1792" y="1937"/>
                </a:lnTo>
                <a:lnTo>
                  <a:pt x="1791" y="1937"/>
                </a:lnTo>
                <a:lnTo>
                  <a:pt x="1788" y="1937"/>
                </a:lnTo>
                <a:lnTo>
                  <a:pt x="1786" y="1937"/>
                </a:lnTo>
                <a:lnTo>
                  <a:pt x="1785" y="1937"/>
                </a:lnTo>
                <a:lnTo>
                  <a:pt x="1784" y="1936"/>
                </a:lnTo>
                <a:lnTo>
                  <a:pt x="1783" y="1936"/>
                </a:lnTo>
                <a:lnTo>
                  <a:pt x="1782" y="1936"/>
                </a:lnTo>
                <a:lnTo>
                  <a:pt x="1781" y="1936"/>
                </a:lnTo>
                <a:lnTo>
                  <a:pt x="1781" y="1937"/>
                </a:lnTo>
                <a:lnTo>
                  <a:pt x="1780" y="1937"/>
                </a:lnTo>
                <a:lnTo>
                  <a:pt x="1780" y="1938"/>
                </a:lnTo>
                <a:lnTo>
                  <a:pt x="1779" y="1938"/>
                </a:lnTo>
                <a:lnTo>
                  <a:pt x="1777" y="1937"/>
                </a:lnTo>
                <a:lnTo>
                  <a:pt x="1775" y="1937"/>
                </a:lnTo>
                <a:lnTo>
                  <a:pt x="1774" y="1938"/>
                </a:lnTo>
                <a:lnTo>
                  <a:pt x="1773" y="1938"/>
                </a:lnTo>
                <a:lnTo>
                  <a:pt x="1772" y="1939"/>
                </a:lnTo>
                <a:lnTo>
                  <a:pt x="1772" y="1940"/>
                </a:lnTo>
                <a:lnTo>
                  <a:pt x="1771" y="1941"/>
                </a:lnTo>
                <a:lnTo>
                  <a:pt x="1769" y="1940"/>
                </a:lnTo>
                <a:lnTo>
                  <a:pt x="1768" y="1941"/>
                </a:lnTo>
                <a:lnTo>
                  <a:pt x="1767" y="1941"/>
                </a:lnTo>
                <a:lnTo>
                  <a:pt x="1766" y="1941"/>
                </a:lnTo>
                <a:lnTo>
                  <a:pt x="1766" y="1942"/>
                </a:lnTo>
                <a:lnTo>
                  <a:pt x="1765" y="1942"/>
                </a:lnTo>
                <a:lnTo>
                  <a:pt x="1765" y="1941"/>
                </a:lnTo>
                <a:lnTo>
                  <a:pt x="1764" y="1941"/>
                </a:lnTo>
                <a:lnTo>
                  <a:pt x="1764" y="1940"/>
                </a:lnTo>
                <a:lnTo>
                  <a:pt x="1764" y="1939"/>
                </a:lnTo>
                <a:lnTo>
                  <a:pt x="1763" y="1939"/>
                </a:lnTo>
                <a:lnTo>
                  <a:pt x="1762" y="1939"/>
                </a:lnTo>
                <a:lnTo>
                  <a:pt x="1761" y="1938"/>
                </a:lnTo>
                <a:lnTo>
                  <a:pt x="1760" y="1938"/>
                </a:lnTo>
                <a:lnTo>
                  <a:pt x="1760" y="1937"/>
                </a:lnTo>
                <a:lnTo>
                  <a:pt x="1759" y="1937"/>
                </a:lnTo>
                <a:lnTo>
                  <a:pt x="1758" y="1937"/>
                </a:lnTo>
                <a:lnTo>
                  <a:pt x="1757" y="1936"/>
                </a:lnTo>
                <a:lnTo>
                  <a:pt x="1756" y="1936"/>
                </a:lnTo>
                <a:lnTo>
                  <a:pt x="1756" y="1935"/>
                </a:lnTo>
                <a:lnTo>
                  <a:pt x="1754" y="1935"/>
                </a:lnTo>
                <a:lnTo>
                  <a:pt x="1753" y="1934"/>
                </a:lnTo>
                <a:lnTo>
                  <a:pt x="1753" y="1935"/>
                </a:lnTo>
                <a:lnTo>
                  <a:pt x="1753" y="1936"/>
                </a:lnTo>
                <a:lnTo>
                  <a:pt x="1752" y="1936"/>
                </a:lnTo>
                <a:lnTo>
                  <a:pt x="1752" y="1935"/>
                </a:lnTo>
                <a:lnTo>
                  <a:pt x="1751" y="1935"/>
                </a:lnTo>
                <a:lnTo>
                  <a:pt x="1751" y="1934"/>
                </a:lnTo>
                <a:lnTo>
                  <a:pt x="1750" y="1934"/>
                </a:lnTo>
                <a:lnTo>
                  <a:pt x="1750" y="1935"/>
                </a:lnTo>
                <a:lnTo>
                  <a:pt x="1750" y="1936"/>
                </a:lnTo>
                <a:lnTo>
                  <a:pt x="1749" y="1936"/>
                </a:lnTo>
                <a:lnTo>
                  <a:pt x="1749" y="1935"/>
                </a:lnTo>
                <a:lnTo>
                  <a:pt x="1749" y="1934"/>
                </a:lnTo>
                <a:lnTo>
                  <a:pt x="1749" y="1933"/>
                </a:lnTo>
                <a:lnTo>
                  <a:pt x="1747" y="1933"/>
                </a:lnTo>
                <a:lnTo>
                  <a:pt x="1747" y="1934"/>
                </a:lnTo>
                <a:lnTo>
                  <a:pt x="1746" y="1934"/>
                </a:lnTo>
                <a:lnTo>
                  <a:pt x="1746" y="1933"/>
                </a:lnTo>
                <a:lnTo>
                  <a:pt x="1746" y="1932"/>
                </a:lnTo>
                <a:lnTo>
                  <a:pt x="1748" y="1931"/>
                </a:lnTo>
                <a:lnTo>
                  <a:pt x="1749" y="1931"/>
                </a:lnTo>
                <a:lnTo>
                  <a:pt x="1750" y="1930"/>
                </a:lnTo>
                <a:lnTo>
                  <a:pt x="1749" y="1929"/>
                </a:lnTo>
                <a:lnTo>
                  <a:pt x="1748" y="1929"/>
                </a:lnTo>
                <a:lnTo>
                  <a:pt x="1748" y="1930"/>
                </a:lnTo>
                <a:lnTo>
                  <a:pt x="1747" y="1929"/>
                </a:lnTo>
                <a:lnTo>
                  <a:pt x="1747" y="1928"/>
                </a:lnTo>
                <a:lnTo>
                  <a:pt x="1746" y="1929"/>
                </a:lnTo>
                <a:lnTo>
                  <a:pt x="1746" y="1930"/>
                </a:lnTo>
                <a:lnTo>
                  <a:pt x="1746" y="1931"/>
                </a:lnTo>
                <a:lnTo>
                  <a:pt x="1744" y="1931"/>
                </a:lnTo>
                <a:lnTo>
                  <a:pt x="1743" y="1930"/>
                </a:lnTo>
                <a:lnTo>
                  <a:pt x="1743" y="1929"/>
                </a:lnTo>
                <a:lnTo>
                  <a:pt x="1744" y="1928"/>
                </a:lnTo>
                <a:lnTo>
                  <a:pt x="1742" y="1927"/>
                </a:lnTo>
                <a:lnTo>
                  <a:pt x="1741" y="1927"/>
                </a:lnTo>
                <a:lnTo>
                  <a:pt x="1741" y="1928"/>
                </a:lnTo>
                <a:lnTo>
                  <a:pt x="1741" y="1929"/>
                </a:lnTo>
                <a:lnTo>
                  <a:pt x="1741" y="1930"/>
                </a:lnTo>
                <a:lnTo>
                  <a:pt x="1740" y="1930"/>
                </a:lnTo>
                <a:lnTo>
                  <a:pt x="1738" y="1929"/>
                </a:lnTo>
                <a:lnTo>
                  <a:pt x="1738" y="1928"/>
                </a:lnTo>
                <a:lnTo>
                  <a:pt x="1738" y="1927"/>
                </a:lnTo>
                <a:lnTo>
                  <a:pt x="1738" y="1926"/>
                </a:lnTo>
                <a:lnTo>
                  <a:pt x="1737" y="1927"/>
                </a:lnTo>
                <a:lnTo>
                  <a:pt x="1737" y="1929"/>
                </a:lnTo>
                <a:lnTo>
                  <a:pt x="1736" y="1929"/>
                </a:lnTo>
                <a:lnTo>
                  <a:pt x="1736" y="1930"/>
                </a:lnTo>
                <a:lnTo>
                  <a:pt x="1735" y="1930"/>
                </a:lnTo>
                <a:lnTo>
                  <a:pt x="1735" y="1931"/>
                </a:lnTo>
                <a:lnTo>
                  <a:pt x="1735" y="1932"/>
                </a:lnTo>
                <a:lnTo>
                  <a:pt x="1734" y="1932"/>
                </a:lnTo>
                <a:lnTo>
                  <a:pt x="1733" y="1932"/>
                </a:lnTo>
                <a:lnTo>
                  <a:pt x="1732" y="1932"/>
                </a:lnTo>
                <a:lnTo>
                  <a:pt x="1732" y="1933"/>
                </a:lnTo>
                <a:lnTo>
                  <a:pt x="1731" y="1934"/>
                </a:lnTo>
                <a:lnTo>
                  <a:pt x="1730" y="1936"/>
                </a:lnTo>
                <a:lnTo>
                  <a:pt x="1730" y="1937"/>
                </a:lnTo>
                <a:lnTo>
                  <a:pt x="1730" y="1938"/>
                </a:lnTo>
                <a:lnTo>
                  <a:pt x="1729" y="1938"/>
                </a:lnTo>
                <a:lnTo>
                  <a:pt x="1728" y="1938"/>
                </a:lnTo>
                <a:lnTo>
                  <a:pt x="1728" y="1937"/>
                </a:lnTo>
                <a:lnTo>
                  <a:pt x="1727" y="1937"/>
                </a:lnTo>
                <a:lnTo>
                  <a:pt x="1726" y="1936"/>
                </a:lnTo>
                <a:lnTo>
                  <a:pt x="1725" y="1936"/>
                </a:lnTo>
                <a:lnTo>
                  <a:pt x="1725" y="1937"/>
                </a:lnTo>
                <a:lnTo>
                  <a:pt x="1725" y="1936"/>
                </a:lnTo>
                <a:lnTo>
                  <a:pt x="1724" y="1936"/>
                </a:lnTo>
                <a:lnTo>
                  <a:pt x="1725" y="1935"/>
                </a:lnTo>
                <a:lnTo>
                  <a:pt x="1726" y="1935"/>
                </a:lnTo>
                <a:lnTo>
                  <a:pt x="1726" y="1934"/>
                </a:lnTo>
                <a:lnTo>
                  <a:pt x="1726" y="1933"/>
                </a:lnTo>
                <a:lnTo>
                  <a:pt x="1726" y="1932"/>
                </a:lnTo>
                <a:lnTo>
                  <a:pt x="1727" y="1932"/>
                </a:lnTo>
                <a:lnTo>
                  <a:pt x="1728" y="1930"/>
                </a:lnTo>
                <a:lnTo>
                  <a:pt x="1729" y="1929"/>
                </a:lnTo>
                <a:lnTo>
                  <a:pt x="1729" y="1928"/>
                </a:lnTo>
                <a:lnTo>
                  <a:pt x="1729" y="1926"/>
                </a:lnTo>
                <a:lnTo>
                  <a:pt x="1729" y="1925"/>
                </a:lnTo>
                <a:lnTo>
                  <a:pt x="1730" y="1924"/>
                </a:lnTo>
                <a:lnTo>
                  <a:pt x="1728" y="1923"/>
                </a:lnTo>
                <a:lnTo>
                  <a:pt x="1727" y="1923"/>
                </a:lnTo>
                <a:lnTo>
                  <a:pt x="1727" y="1922"/>
                </a:lnTo>
                <a:lnTo>
                  <a:pt x="1726" y="1922"/>
                </a:lnTo>
                <a:lnTo>
                  <a:pt x="1727" y="1922"/>
                </a:lnTo>
                <a:lnTo>
                  <a:pt x="1727" y="1920"/>
                </a:lnTo>
                <a:lnTo>
                  <a:pt x="1727" y="1919"/>
                </a:lnTo>
                <a:lnTo>
                  <a:pt x="1728" y="1919"/>
                </a:lnTo>
                <a:lnTo>
                  <a:pt x="1728" y="1918"/>
                </a:lnTo>
                <a:lnTo>
                  <a:pt x="1728" y="1917"/>
                </a:lnTo>
                <a:lnTo>
                  <a:pt x="1727" y="1917"/>
                </a:lnTo>
                <a:lnTo>
                  <a:pt x="1727" y="1916"/>
                </a:lnTo>
                <a:lnTo>
                  <a:pt x="1727" y="1915"/>
                </a:lnTo>
                <a:lnTo>
                  <a:pt x="1727" y="1914"/>
                </a:lnTo>
                <a:lnTo>
                  <a:pt x="1727" y="1913"/>
                </a:lnTo>
                <a:lnTo>
                  <a:pt x="1727" y="1911"/>
                </a:lnTo>
                <a:lnTo>
                  <a:pt x="1726" y="1910"/>
                </a:lnTo>
                <a:lnTo>
                  <a:pt x="1725" y="1910"/>
                </a:lnTo>
                <a:lnTo>
                  <a:pt x="1723" y="1909"/>
                </a:lnTo>
                <a:lnTo>
                  <a:pt x="1722" y="1909"/>
                </a:lnTo>
                <a:lnTo>
                  <a:pt x="1722" y="1910"/>
                </a:lnTo>
                <a:lnTo>
                  <a:pt x="1721" y="1910"/>
                </a:lnTo>
                <a:lnTo>
                  <a:pt x="1720" y="1910"/>
                </a:lnTo>
                <a:lnTo>
                  <a:pt x="1718" y="1909"/>
                </a:lnTo>
                <a:lnTo>
                  <a:pt x="1716" y="1911"/>
                </a:lnTo>
                <a:lnTo>
                  <a:pt x="1716" y="1913"/>
                </a:lnTo>
                <a:lnTo>
                  <a:pt x="1714" y="1914"/>
                </a:lnTo>
                <a:lnTo>
                  <a:pt x="1714" y="1915"/>
                </a:lnTo>
                <a:lnTo>
                  <a:pt x="1713" y="1915"/>
                </a:lnTo>
                <a:lnTo>
                  <a:pt x="1712" y="1915"/>
                </a:lnTo>
                <a:lnTo>
                  <a:pt x="1711" y="1915"/>
                </a:lnTo>
                <a:lnTo>
                  <a:pt x="1711" y="1916"/>
                </a:lnTo>
                <a:lnTo>
                  <a:pt x="1711" y="1917"/>
                </a:lnTo>
                <a:lnTo>
                  <a:pt x="1711" y="1919"/>
                </a:lnTo>
                <a:lnTo>
                  <a:pt x="1711" y="1920"/>
                </a:lnTo>
                <a:lnTo>
                  <a:pt x="1711" y="1922"/>
                </a:lnTo>
                <a:lnTo>
                  <a:pt x="1710" y="1922"/>
                </a:lnTo>
                <a:lnTo>
                  <a:pt x="1709" y="1923"/>
                </a:lnTo>
                <a:lnTo>
                  <a:pt x="1708" y="1922"/>
                </a:lnTo>
                <a:lnTo>
                  <a:pt x="1707" y="1922"/>
                </a:lnTo>
                <a:lnTo>
                  <a:pt x="1706" y="1922"/>
                </a:lnTo>
                <a:lnTo>
                  <a:pt x="1705" y="1922"/>
                </a:lnTo>
                <a:lnTo>
                  <a:pt x="1703" y="1922"/>
                </a:lnTo>
                <a:lnTo>
                  <a:pt x="1702" y="1922"/>
                </a:lnTo>
                <a:lnTo>
                  <a:pt x="1702" y="1921"/>
                </a:lnTo>
                <a:lnTo>
                  <a:pt x="1700" y="1921"/>
                </a:lnTo>
                <a:lnTo>
                  <a:pt x="1700" y="1922"/>
                </a:lnTo>
                <a:lnTo>
                  <a:pt x="1699" y="1922"/>
                </a:lnTo>
                <a:lnTo>
                  <a:pt x="1698" y="1922"/>
                </a:lnTo>
                <a:lnTo>
                  <a:pt x="1698" y="1923"/>
                </a:lnTo>
                <a:lnTo>
                  <a:pt x="1696" y="1923"/>
                </a:lnTo>
                <a:lnTo>
                  <a:pt x="1695" y="1923"/>
                </a:lnTo>
                <a:lnTo>
                  <a:pt x="1694" y="1923"/>
                </a:lnTo>
                <a:lnTo>
                  <a:pt x="1693" y="1923"/>
                </a:lnTo>
                <a:lnTo>
                  <a:pt x="1692" y="1923"/>
                </a:lnTo>
                <a:lnTo>
                  <a:pt x="1691" y="1923"/>
                </a:lnTo>
                <a:lnTo>
                  <a:pt x="1691" y="1922"/>
                </a:lnTo>
                <a:lnTo>
                  <a:pt x="1689" y="1921"/>
                </a:lnTo>
                <a:lnTo>
                  <a:pt x="1688" y="1920"/>
                </a:lnTo>
                <a:lnTo>
                  <a:pt x="1687" y="1919"/>
                </a:lnTo>
                <a:lnTo>
                  <a:pt x="1685" y="1917"/>
                </a:lnTo>
                <a:lnTo>
                  <a:pt x="1684" y="1917"/>
                </a:lnTo>
                <a:lnTo>
                  <a:pt x="1683" y="1916"/>
                </a:lnTo>
                <a:lnTo>
                  <a:pt x="1683" y="1915"/>
                </a:lnTo>
                <a:lnTo>
                  <a:pt x="1684" y="1914"/>
                </a:lnTo>
                <a:lnTo>
                  <a:pt x="1685" y="1914"/>
                </a:lnTo>
                <a:lnTo>
                  <a:pt x="1685" y="1913"/>
                </a:lnTo>
                <a:lnTo>
                  <a:pt x="1685" y="1912"/>
                </a:lnTo>
                <a:lnTo>
                  <a:pt x="1685" y="1911"/>
                </a:lnTo>
                <a:lnTo>
                  <a:pt x="1684" y="1911"/>
                </a:lnTo>
                <a:lnTo>
                  <a:pt x="1684" y="1910"/>
                </a:lnTo>
                <a:lnTo>
                  <a:pt x="1682" y="1909"/>
                </a:lnTo>
                <a:lnTo>
                  <a:pt x="1681" y="1908"/>
                </a:lnTo>
                <a:lnTo>
                  <a:pt x="1679" y="1908"/>
                </a:lnTo>
                <a:lnTo>
                  <a:pt x="1678" y="1908"/>
                </a:lnTo>
                <a:lnTo>
                  <a:pt x="1677" y="1909"/>
                </a:lnTo>
                <a:lnTo>
                  <a:pt x="1675" y="1911"/>
                </a:lnTo>
                <a:lnTo>
                  <a:pt x="1675" y="1912"/>
                </a:lnTo>
                <a:lnTo>
                  <a:pt x="1674" y="1912"/>
                </a:lnTo>
                <a:lnTo>
                  <a:pt x="1673" y="1912"/>
                </a:lnTo>
                <a:lnTo>
                  <a:pt x="1671" y="1912"/>
                </a:lnTo>
                <a:lnTo>
                  <a:pt x="1670" y="1911"/>
                </a:lnTo>
                <a:lnTo>
                  <a:pt x="1669" y="1911"/>
                </a:lnTo>
                <a:lnTo>
                  <a:pt x="1668" y="1910"/>
                </a:lnTo>
                <a:lnTo>
                  <a:pt x="1667" y="1910"/>
                </a:lnTo>
                <a:lnTo>
                  <a:pt x="1666" y="1910"/>
                </a:lnTo>
                <a:lnTo>
                  <a:pt x="1665" y="1909"/>
                </a:lnTo>
                <a:lnTo>
                  <a:pt x="1664" y="1909"/>
                </a:lnTo>
                <a:lnTo>
                  <a:pt x="1664" y="1910"/>
                </a:lnTo>
                <a:lnTo>
                  <a:pt x="1664" y="1909"/>
                </a:lnTo>
                <a:lnTo>
                  <a:pt x="1662" y="1908"/>
                </a:lnTo>
                <a:lnTo>
                  <a:pt x="1662" y="1907"/>
                </a:lnTo>
                <a:lnTo>
                  <a:pt x="1663" y="1906"/>
                </a:lnTo>
                <a:lnTo>
                  <a:pt x="1663" y="1905"/>
                </a:lnTo>
                <a:lnTo>
                  <a:pt x="1663" y="1904"/>
                </a:lnTo>
                <a:lnTo>
                  <a:pt x="1664" y="1902"/>
                </a:lnTo>
                <a:lnTo>
                  <a:pt x="1665" y="1900"/>
                </a:lnTo>
                <a:lnTo>
                  <a:pt x="1665" y="1899"/>
                </a:lnTo>
                <a:lnTo>
                  <a:pt x="1665" y="1898"/>
                </a:lnTo>
                <a:lnTo>
                  <a:pt x="1665" y="1897"/>
                </a:lnTo>
                <a:lnTo>
                  <a:pt x="1665" y="1896"/>
                </a:lnTo>
                <a:lnTo>
                  <a:pt x="1666" y="1896"/>
                </a:lnTo>
                <a:lnTo>
                  <a:pt x="1666" y="1895"/>
                </a:lnTo>
                <a:lnTo>
                  <a:pt x="1666" y="1894"/>
                </a:lnTo>
                <a:lnTo>
                  <a:pt x="1667" y="1892"/>
                </a:lnTo>
                <a:lnTo>
                  <a:pt x="1668" y="1891"/>
                </a:lnTo>
                <a:lnTo>
                  <a:pt x="1668" y="1890"/>
                </a:lnTo>
                <a:lnTo>
                  <a:pt x="1668" y="1889"/>
                </a:lnTo>
                <a:lnTo>
                  <a:pt x="1668" y="1888"/>
                </a:lnTo>
                <a:lnTo>
                  <a:pt x="1667" y="1887"/>
                </a:lnTo>
                <a:lnTo>
                  <a:pt x="1667" y="1886"/>
                </a:lnTo>
                <a:lnTo>
                  <a:pt x="1666" y="1885"/>
                </a:lnTo>
                <a:lnTo>
                  <a:pt x="1666" y="1884"/>
                </a:lnTo>
                <a:lnTo>
                  <a:pt x="1665" y="1884"/>
                </a:lnTo>
                <a:lnTo>
                  <a:pt x="1664" y="1883"/>
                </a:lnTo>
                <a:lnTo>
                  <a:pt x="1663" y="1883"/>
                </a:lnTo>
                <a:lnTo>
                  <a:pt x="1663" y="1884"/>
                </a:lnTo>
                <a:lnTo>
                  <a:pt x="1663" y="1885"/>
                </a:lnTo>
                <a:lnTo>
                  <a:pt x="1662" y="1885"/>
                </a:lnTo>
                <a:lnTo>
                  <a:pt x="1661" y="1884"/>
                </a:lnTo>
                <a:lnTo>
                  <a:pt x="1660" y="1884"/>
                </a:lnTo>
                <a:lnTo>
                  <a:pt x="1659" y="1884"/>
                </a:lnTo>
                <a:lnTo>
                  <a:pt x="1658" y="1883"/>
                </a:lnTo>
                <a:lnTo>
                  <a:pt x="1658" y="1882"/>
                </a:lnTo>
                <a:lnTo>
                  <a:pt x="1658" y="1880"/>
                </a:lnTo>
                <a:lnTo>
                  <a:pt x="1657" y="1879"/>
                </a:lnTo>
                <a:lnTo>
                  <a:pt x="1657" y="1878"/>
                </a:lnTo>
                <a:lnTo>
                  <a:pt x="1658" y="1877"/>
                </a:lnTo>
                <a:lnTo>
                  <a:pt x="1658" y="1876"/>
                </a:lnTo>
                <a:lnTo>
                  <a:pt x="1659" y="1875"/>
                </a:lnTo>
                <a:lnTo>
                  <a:pt x="1660" y="1875"/>
                </a:lnTo>
                <a:lnTo>
                  <a:pt x="1661" y="1874"/>
                </a:lnTo>
                <a:lnTo>
                  <a:pt x="1661" y="1873"/>
                </a:lnTo>
                <a:lnTo>
                  <a:pt x="1661" y="1872"/>
                </a:lnTo>
                <a:lnTo>
                  <a:pt x="1662" y="1871"/>
                </a:lnTo>
                <a:lnTo>
                  <a:pt x="1663" y="1871"/>
                </a:lnTo>
                <a:lnTo>
                  <a:pt x="1663" y="1870"/>
                </a:lnTo>
                <a:lnTo>
                  <a:pt x="1664" y="1870"/>
                </a:lnTo>
                <a:lnTo>
                  <a:pt x="1664" y="1868"/>
                </a:lnTo>
                <a:lnTo>
                  <a:pt x="1664" y="1867"/>
                </a:lnTo>
                <a:lnTo>
                  <a:pt x="1663" y="1866"/>
                </a:lnTo>
                <a:lnTo>
                  <a:pt x="1663" y="1865"/>
                </a:lnTo>
                <a:lnTo>
                  <a:pt x="1663" y="1864"/>
                </a:lnTo>
                <a:lnTo>
                  <a:pt x="1663" y="1862"/>
                </a:lnTo>
                <a:lnTo>
                  <a:pt x="1662" y="1862"/>
                </a:lnTo>
                <a:lnTo>
                  <a:pt x="1661" y="1861"/>
                </a:lnTo>
                <a:lnTo>
                  <a:pt x="1660" y="1861"/>
                </a:lnTo>
                <a:lnTo>
                  <a:pt x="1659" y="1862"/>
                </a:lnTo>
                <a:lnTo>
                  <a:pt x="1658" y="1862"/>
                </a:lnTo>
                <a:lnTo>
                  <a:pt x="1658" y="1861"/>
                </a:lnTo>
                <a:lnTo>
                  <a:pt x="1658" y="1860"/>
                </a:lnTo>
                <a:lnTo>
                  <a:pt x="1659" y="1858"/>
                </a:lnTo>
                <a:lnTo>
                  <a:pt x="1659" y="1857"/>
                </a:lnTo>
                <a:lnTo>
                  <a:pt x="1659" y="1856"/>
                </a:lnTo>
                <a:lnTo>
                  <a:pt x="1659" y="1855"/>
                </a:lnTo>
                <a:lnTo>
                  <a:pt x="1660" y="1855"/>
                </a:lnTo>
                <a:lnTo>
                  <a:pt x="1661" y="1856"/>
                </a:lnTo>
                <a:lnTo>
                  <a:pt x="1662" y="1856"/>
                </a:lnTo>
                <a:lnTo>
                  <a:pt x="1662" y="1857"/>
                </a:lnTo>
                <a:lnTo>
                  <a:pt x="1663" y="1856"/>
                </a:lnTo>
                <a:lnTo>
                  <a:pt x="1664" y="1856"/>
                </a:lnTo>
                <a:lnTo>
                  <a:pt x="1665" y="1855"/>
                </a:lnTo>
                <a:lnTo>
                  <a:pt x="1666" y="1856"/>
                </a:lnTo>
                <a:lnTo>
                  <a:pt x="1667" y="1856"/>
                </a:lnTo>
                <a:lnTo>
                  <a:pt x="1667" y="1855"/>
                </a:lnTo>
                <a:lnTo>
                  <a:pt x="1667" y="1854"/>
                </a:lnTo>
                <a:lnTo>
                  <a:pt x="1666" y="1854"/>
                </a:lnTo>
                <a:lnTo>
                  <a:pt x="1666" y="1853"/>
                </a:lnTo>
                <a:lnTo>
                  <a:pt x="1667" y="1853"/>
                </a:lnTo>
                <a:lnTo>
                  <a:pt x="1668" y="1853"/>
                </a:lnTo>
                <a:lnTo>
                  <a:pt x="1667" y="1852"/>
                </a:lnTo>
                <a:lnTo>
                  <a:pt x="1666" y="1851"/>
                </a:lnTo>
                <a:lnTo>
                  <a:pt x="1665" y="1851"/>
                </a:lnTo>
                <a:lnTo>
                  <a:pt x="1664" y="1849"/>
                </a:lnTo>
                <a:lnTo>
                  <a:pt x="1663" y="1848"/>
                </a:lnTo>
                <a:lnTo>
                  <a:pt x="1662" y="1848"/>
                </a:lnTo>
                <a:lnTo>
                  <a:pt x="1661" y="1848"/>
                </a:lnTo>
                <a:lnTo>
                  <a:pt x="1660" y="1848"/>
                </a:lnTo>
                <a:lnTo>
                  <a:pt x="1660" y="1847"/>
                </a:lnTo>
                <a:lnTo>
                  <a:pt x="1659" y="1846"/>
                </a:lnTo>
                <a:lnTo>
                  <a:pt x="1659" y="1845"/>
                </a:lnTo>
                <a:lnTo>
                  <a:pt x="1659" y="1844"/>
                </a:lnTo>
                <a:lnTo>
                  <a:pt x="1660" y="1843"/>
                </a:lnTo>
                <a:lnTo>
                  <a:pt x="1660" y="1842"/>
                </a:lnTo>
                <a:lnTo>
                  <a:pt x="1659" y="1841"/>
                </a:lnTo>
                <a:lnTo>
                  <a:pt x="1659" y="1840"/>
                </a:lnTo>
                <a:lnTo>
                  <a:pt x="1659" y="1838"/>
                </a:lnTo>
                <a:lnTo>
                  <a:pt x="1659" y="1837"/>
                </a:lnTo>
                <a:lnTo>
                  <a:pt x="1659" y="1836"/>
                </a:lnTo>
                <a:lnTo>
                  <a:pt x="1659" y="1835"/>
                </a:lnTo>
                <a:lnTo>
                  <a:pt x="1658" y="1834"/>
                </a:lnTo>
                <a:lnTo>
                  <a:pt x="1658" y="1833"/>
                </a:lnTo>
                <a:lnTo>
                  <a:pt x="1657" y="1833"/>
                </a:lnTo>
                <a:lnTo>
                  <a:pt x="1655" y="1832"/>
                </a:lnTo>
                <a:lnTo>
                  <a:pt x="1654" y="1832"/>
                </a:lnTo>
                <a:lnTo>
                  <a:pt x="1654" y="1831"/>
                </a:lnTo>
                <a:lnTo>
                  <a:pt x="1652" y="1831"/>
                </a:lnTo>
                <a:lnTo>
                  <a:pt x="1650" y="1830"/>
                </a:lnTo>
                <a:lnTo>
                  <a:pt x="1649" y="1829"/>
                </a:lnTo>
                <a:lnTo>
                  <a:pt x="1648" y="1829"/>
                </a:lnTo>
                <a:lnTo>
                  <a:pt x="1647" y="1828"/>
                </a:lnTo>
                <a:lnTo>
                  <a:pt x="1647" y="1829"/>
                </a:lnTo>
                <a:lnTo>
                  <a:pt x="1646" y="1830"/>
                </a:lnTo>
                <a:lnTo>
                  <a:pt x="1645" y="1830"/>
                </a:lnTo>
                <a:lnTo>
                  <a:pt x="1644" y="1830"/>
                </a:lnTo>
                <a:lnTo>
                  <a:pt x="1642" y="1830"/>
                </a:lnTo>
                <a:lnTo>
                  <a:pt x="1641" y="1830"/>
                </a:lnTo>
                <a:lnTo>
                  <a:pt x="1640" y="1830"/>
                </a:lnTo>
                <a:lnTo>
                  <a:pt x="1639" y="1830"/>
                </a:lnTo>
                <a:lnTo>
                  <a:pt x="1638" y="1830"/>
                </a:lnTo>
                <a:lnTo>
                  <a:pt x="1637" y="1829"/>
                </a:lnTo>
                <a:lnTo>
                  <a:pt x="1636" y="1829"/>
                </a:lnTo>
                <a:lnTo>
                  <a:pt x="1635" y="1828"/>
                </a:lnTo>
                <a:lnTo>
                  <a:pt x="1634" y="1828"/>
                </a:lnTo>
                <a:lnTo>
                  <a:pt x="1634" y="1827"/>
                </a:lnTo>
                <a:lnTo>
                  <a:pt x="1634" y="1826"/>
                </a:lnTo>
                <a:lnTo>
                  <a:pt x="1634" y="1824"/>
                </a:lnTo>
                <a:lnTo>
                  <a:pt x="1635" y="1822"/>
                </a:lnTo>
                <a:lnTo>
                  <a:pt x="1635" y="1820"/>
                </a:lnTo>
                <a:lnTo>
                  <a:pt x="1635" y="1819"/>
                </a:lnTo>
                <a:lnTo>
                  <a:pt x="1634" y="1818"/>
                </a:lnTo>
                <a:lnTo>
                  <a:pt x="1634" y="1817"/>
                </a:lnTo>
                <a:lnTo>
                  <a:pt x="1634" y="1816"/>
                </a:lnTo>
                <a:lnTo>
                  <a:pt x="1633" y="1816"/>
                </a:lnTo>
                <a:lnTo>
                  <a:pt x="1633" y="1815"/>
                </a:lnTo>
                <a:lnTo>
                  <a:pt x="1632" y="1815"/>
                </a:lnTo>
                <a:lnTo>
                  <a:pt x="1632" y="1814"/>
                </a:lnTo>
                <a:lnTo>
                  <a:pt x="1632" y="1813"/>
                </a:lnTo>
                <a:lnTo>
                  <a:pt x="1632" y="1811"/>
                </a:lnTo>
                <a:lnTo>
                  <a:pt x="1632" y="1810"/>
                </a:lnTo>
                <a:lnTo>
                  <a:pt x="1631" y="1810"/>
                </a:lnTo>
                <a:lnTo>
                  <a:pt x="1631" y="1809"/>
                </a:lnTo>
                <a:lnTo>
                  <a:pt x="1631" y="1808"/>
                </a:lnTo>
                <a:lnTo>
                  <a:pt x="1632" y="1808"/>
                </a:lnTo>
                <a:lnTo>
                  <a:pt x="1632" y="1807"/>
                </a:lnTo>
                <a:lnTo>
                  <a:pt x="1630" y="1807"/>
                </a:lnTo>
                <a:lnTo>
                  <a:pt x="1629" y="1806"/>
                </a:lnTo>
                <a:lnTo>
                  <a:pt x="1628" y="1806"/>
                </a:lnTo>
                <a:lnTo>
                  <a:pt x="1626" y="1805"/>
                </a:lnTo>
                <a:lnTo>
                  <a:pt x="1626" y="1804"/>
                </a:lnTo>
                <a:lnTo>
                  <a:pt x="1625" y="1804"/>
                </a:lnTo>
                <a:lnTo>
                  <a:pt x="1625" y="1803"/>
                </a:lnTo>
                <a:lnTo>
                  <a:pt x="1624" y="1803"/>
                </a:lnTo>
                <a:lnTo>
                  <a:pt x="1619" y="1803"/>
                </a:lnTo>
                <a:lnTo>
                  <a:pt x="1618" y="1804"/>
                </a:lnTo>
                <a:lnTo>
                  <a:pt x="1616" y="1805"/>
                </a:lnTo>
                <a:lnTo>
                  <a:pt x="1616" y="1806"/>
                </a:lnTo>
                <a:lnTo>
                  <a:pt x="1616" y="1807"/>
                </a:lnTo>
                <a:lnTo>
                  <a:pt x="1617" y="1807"/>
                </a:lnTo>
                <a:lnTo>
                  <a:pt x="1616" y="1809"/>
                </a:lnTo>
                <a:lnTo>
                  <a:pt x="1615" y="1810"/>
                </a:lnTo>
                <a:lnTo>
                  <a:pt x="1615" y="1811"/>
                </a:lnTo>
                <a:lnTo>
                  <a:pt x="1615" y="1812"/>
                </a:lnTo>
                <a:lnTo>
                  <a:pt x="1612" y="1812"/>
                </a:lnTo>
                <a:lnTo>
                  <a:pt x="1611" y="1811"/>
                </a:lnTo>
                <a:lnTo>
                  <a:pt x="1610" y="1811"/>
                </a:lnTo>
                <a:lnTo>
                  <a:pt x="1609" y="1811"/>
                </a:lnTo>
                <a:lnTo>
                  <a:pt x="1608" y="1811"/>
                </a:lnTo>
                <a:lnTo>
                  <a:pt x="1605" y="1811"/>
                </a:lnTo>
                <a:lnTo>
                  <a:pt x="1605" y="1812"/>
                </a:lnTo>
                <a:lnTo>
                  <a:pt x="1605" y="1813"/>
                </a:lnTo>
                <a:lnTo>
                  <a:pt x="1604" y="1814"/>
                </a:lnTo>
                <a:lnTo>
                  <a:pt x="1603" y="1814"/>
                </a:lnTo>
                <a:lnTo>
                  <a:pt x="1603" y="1816"/>
                </a:lnTo>
                <a:lnTo>
                  <a:pt x="1603" y="1817"/>
                </a:lnTo>
                <a:lnTo>
                  <a:pt x="1602" y="1818"/>
                </a:lnTo>
                <a:lnTo>
                  <a:pt x="1601" y="1819"/>
                </a:lnTo>
                <a:lnTo>
                  <a:pt x="1599" y="1818"/>
                </a:lnTo>
                <a:lnTo>
                  <a:pt x="1597" y="1818"/>
                </a:lnTo>
                <a:lnTo>
                  <a:pt x="1596" y="1819"/>
                </a:lnTo>
                <a:lnTo>
                  <a:pt x="1595" y="1819"/>
                </a:lnTo>
                <a:lnTo>
                  <a:pt x="1594" y="1818"/>
                </a:lnTo>
                <a:lnTo>
                  <a:pt x="1593" y="1819"/>
                </a:lnTo>
                <a:lnTo>
                  <a:pt x="1593" y="1820"/>
                </a:lnTo>
                <a:lnTo>
                  <a:pt x="1593" y="1821"/>
                </a:lnTo>
                <a:lnTo>
                  <a:pt x="1592" y="1821"/>
                </a:lnTo>
                <a:lnTo>
                  <a:pt x="1591" y="1822"/>
                </a:lnTo>
                <a:lnTo>
                  <a:pt x="1591" y="1823"/>
                </a:lnTo>
                <a:lnTo>
                  <a:pt x="1590" y="1823"/>
                </a:lnTo>
                <a:lnTo>
                  <a:pt x="1589" y="1823"/>
                </a:lnTo>
                <a:lnTo>
                  <a:pt x="1588" y="1824"/>
                </a:lnTo>
                <a:lnTo>
                  <a:pt x="1588" y="1825"/>
                </a:lnTo>
                <a:lnTo>
                  <a:pt x="1588" y="1826"/>
                </a:lnTo>
                <a:lnTo>
                  <a:pt x="1586" y="1827"/>
                </a:lnTo>
                <a:lnTo>
                  <a:pt x="1584" y="1828"/>
                </a:lnTo>
                <a:lnTo>
                  <a:pt x="1583" y="1827"/>
                </a:lnTo>
                <a:lnTo>
                  <a:pt x="1582" y="1828"/>
                </a:lnTo>
                <a:lnTo>
                  <a:pt x="1582" y="1829"/>
                </a:lnTo>
                <a:lnTo>
                  <a:pt x="1581" y="1830"/>
                </a:lnTo>
                <a:lnTo>
                  <a:pt x="1580" y="1830"/>
                </a:lnTo>
                <a:lnTo>
                  <a:pt x="1580" y="1831"/>
                </a:lnTo>
                <a:lnTo>
                  <a:pt x="1580" y="1832"/>
                </a:lnTo>
                <a:lnTo>
                  <a:pt x="1580" y="1833"/>
                </a:lnTo>
                <a:lnTo>
                  <a:pt x="1579" y="1833"/>
                </a:lnTo>
                <a:lnTo>
                  <a:pt x="1579" y="1832"/>
                </a:lnTo>
                <a:lnTo>
                  <a:pt x="1578" y="1832"/>
                </a:lnTo>
                <a:lnTo>
                  <a:pt x="1577" y="1832"/>
                </a:lnTo>
                <a:lnTo>
                  <a:pt x="1577" y="1833"/>
                </a:lnTo>
                <a:lnTo>
                  <a:pt x="1576" y="1834"/>
                </a:lnTo>
                <a:lnTo>
                  <a:pt x="1575" y="1833"/>
                </a:lnTo>
                <a:lnTo>
                  <a:pt x="1574" y="1833"/>
                </a:lnTo>
                <a:lnTo>
                  <a:pt x="1574" y="1835"/>
                </a:lnTo>
                <a:lnTo>
                  <a:pt x="1574" y="1836"/>
                </a:lnTo>
                <a:lnTo>
                  <a:pt x="1573" y="1836"/>
                </a:lnTo>
                <a:lnTo>
                  <a:pt x="1573" y="1835"/>
                </a:lnTo>
                <a:lnTo>
                  <a:pt x="1571" y="1836"/>
                </a:lnTo>
                <a:lnTo>
                  <a:pt x="1572" y="1837"/>
                </a:lnTo>
                <a:lnTo>
                  <a:pt x="1573" y="1838"/>
                </a:lnTo>
                <a:lnTo>
                  <a:pt x="1574" y="1839"/>
                </a:lnTo>
                <a:lnTo>
                  <a:pt x="1575" y="1839"/>
                </a:lnTo>
                <a:lnTo>
                  <a:pt x="1576" y="1840"/>
                </a:lnTo>
                <a:lnTo>
                  <a:pt x="1577" y="1841"/>
                </a:lnTo>
                <a:lnTo>
                  <a:pt x="1578" y="1842"/>
                </a:lnTo>
                <a:lnTo>
                  <a:pt x="1578" y="1843"/>
                </a:lnTo>
                <a:lnTo>
                  <a:pt x="1578" y="1844"/>
                </a:lnTo>
                <a:lnTo>
                  <a:pt x="1579" y="1844"/>
                </a:lnTo>
                <a:lnTo>
                  <a:pt x="1579" y="1843"/>
                </a:lnTo>
                <a:lnTo>
                  <a:pt x="1580" y="1843"/>
                </a:lnTo>
                <a:lnTo>
                  <a:pt x="1581" y="1843"/>
                </a:lnTo>
                <a:lnTo>
                  <a:pt x="1582" y="1844"/>
                </a:lnTo>
                <a:lnTo>
                  <a:pt x="1582" y="1845"/>
                </a:lnTo>
                <a:lnTo>
                  <a:pt x="1582" y="1846"/>
                </a:lnTo>
                <a:lnTo>
                  <a:pt x="1583" y="1847"/>
                </a:lnTo>
                <a:lnTo>
                  <a:pt x="1582" y="1848"/>
                </a:lnTo>
                <a:lnTo>
                  <a:pt x="1581" y="1849"/>
                </a:lnTo>
                <a:lnTo>
                  <a:pt x="1581" y="1850"/>
                </a:lnTo>
                <a:lnTo>
                  <a:pt x="1581" y="1851"/>
                </a:lnTo>
                <a:lnTo>
                  <a:pt x="1581" y="1852"/>
                </a:lnTo>
                <a:lnTo>
                  <a:pt x="1580" y="1852"/>
                </a:lnTo>
                <a:lnTo>
                  <a:pt x="1580" y="1851"/>
                </a:lnTo>
                <a:lnTo>
                  <a:pt x="1579" y="1850"/>
                </a:lnTo>
                <a:lnTo>
                  <a:pt x="1579" y="1849"/>
                </a:lnTo>
                <a:lnTo>
                  <a:pt x="1578" y="1849"/>
                </a:lnTo>
                <a:lnTo>
                  <a:pt x="1577" y="1849"/>
                </a:lnTo>
                <a:lnTo>
                  <a:pt x="1576" y="1849"/>
                </a:lnTo>
                <a:lnTo>
                  <a:pt x="1575" y="1848"/>
                </a:lnTo>
                <a:lnTo>
                  <a:pt x="1575" y="1847"/>
                </a:lnTo>
                <a:lnTo>
                  <a:pt x="1574" y="1847"/>
                </a:lnTo>
                <a:lnTo>
                  <a:pt x="1573" y="1846"/>
                </a:lnTo>
                <a:lnTo>
                  <a:pt x="1572" y="1846"/>
                </a:lnTo>
                <a:lnTo>
                  <a:pt x="1571" y="1846"/>
                </a:lnTo>
                <a:lnTo>
                  <a:pt x="1570" y="1846"/>
                </a:lnTo>
                <a:lnTo>
                  <a:pt x="1569" y="1846"/>
                </a:lnTo>
                <a:lnTo>
                  <a:pt x="1567" y="1846"/>
                </a:lnTo>
                <a:lnTo>
                  <a:pt x="1566" y="1847"/>
                </a:lnTo>
                <a:lnTo>
                  <a:pt x="1566" y="1848"/>
                </a:lnTo>
                <a:lnTo>
                  <a:pt x="1566" y="1849"/>
                </a:lnTo>
                <a:lnTo>
                  <a:pt x="1565" y="1849"/>
                </a:lnTo>
                <a:lnTo>
                  <a:pt x="1564" y="1849"/>
                </a:lnTo>
                <a:lnTo>
                  <a:pt x="1563" y="1849"/>
                </a:lnTo>
                <a:lnTo>
                  <a:pt x="1562" y="1849"/>
                </a:lnTo>
                <a:lnTo>
                  <a:pt x="1561" y="1849"/>
                </a:lnTo>
                <a:lnTo>
                  <a:pt x="1560" y="1849"/>
                </a:lnTo>
                <a:lnTo>
                  <a:pt x="1559" y="1849"/>
                </a:lnTo>
                <a:lnTo>
                  <a:pt x="1557" y="1849"/>
                </a:lnTo>
                <a:lnTo>
                  <a:pt x="1556" y="1850"/>
                </a:lnTo>
                <a:lnTo>
                  <a:pt x="1555" y="1851"/>
                </a:lnTo>
                <a:lnTo>
                  <a:pt x="1554" y="1851"/>
                </a:lnTo>
                <a:lnTo>
                  <a:pt x="1553" y="1851"/>
                </a:lnTo>
                <a:lnTo>
                  <a:pt x="1552" y="1851"/>
                </a:lnTo>
                <a:lnTo>
                  <a:pt x="1550" y="1851"/>
                </a:lnTo>
                <a:lnTo>
                  <a:pt x="1549" y="1852"/>
                </a:lnTo>
                <a:lnTo>
                  <a:pt x="1549" y="1851"/>
                </a:lnTo>
                <a:lnTo>
                  <a:pt x="1549" y="1850"/>
                </a:lnTo>
                <a:lnTo>
                  <a:pt x="1548" y="1850"/>
                </a:lnTo>
                <a:lnTo>
                  <a:pt x="1547" y="1849"/>
                </a:lnTo>
                <a:lnTo>
                  <a:pt x="1545" y="1849"/>
                </a:lnTo>
                <a:lnTo>
                  <a:pt x="1544" y="1849"/>
                </a:lnTo>
                <a:lnTo>
                  <a:pt x="1544" y="1850"/>
                </a:lnTo>
                <a:lnTo>
                  <a:pt x="1543" y="1851"/>
                </a:lnTo>
                <a:lnTo>
                  <a:pt x="1542" y="1853"/>
                </a:lnTo>
                <a:lnTo>
                  <a:pt x="1542" y="1854"/>
                </a:lnTo>
                <a:lnTo>
                  <a:pt x="1542" y="1855"/>
                </a:lnTo>
                <a:lnTo>
                  <a:pt x="1541" y="1857"/>
                </a:lnTo>
                <a:lnTo>
                  <a:pt x="1541" y="1858"/>
                </a:lnTo>
                <a:lnTo>
                  <a:pt x="1540" y="1859"/>
                </a:lnTo>
                <a:lnTo>
                  <a:pt x="1539" y="1860"/>
                </a:lnTo>
                <a:lnTo>
                  <a:pt x="1538" y="1863"/>
                </a:lnTo>
                <a:lnTo>
                  <a:pt x="1537" y="1865"/>
                </a:lnTo>
                <a:lnTo>
                  <a:pt x="1537" y="1866"/>
                </a:lnTo>
                <a:lnTo>
                  <a:pt x="1536" y="1871"/>
                </a:lnTo>
                <a:lnTo>
                  <a:pt x="1536" y="1872"/>
                </a:lnTo>
                <a:lnTo>
                  <a:pt x="1536" y="1873"/>
                </a:lnTo>
                <a:lnTo>
                  <a:pt x="1536" y="1872"/>
                </a:lnTo>
                <a:lnTo>
                  <a:pt x="1535" y="1872"/>
                </a:lnTo>
                <a:lnTo>
                  <a:pt x="1534" y="1872"/>
                </a:lnTo>
                <a:lnTo>
                  <a:pt x="1533" y="1872"/>
                </a:lnTo>
                <a:lnTo>
                  <a:pt x="1533" y="1873"/>
                </a:lnTo>
                <a:lnTo>
                  <a:pt x="1532" y="1873"/>
                </a:lnTo>
                <a:lnTo>
                  <a:pt x="1531" y="1873"/>
                </a:lnTo>
                <a:lnTo>
                  <a:pt x="1531" y="1872"/>
                </a:lnTo>
                <a:lnTo>
                  <a:pt x="1531" y="1871"/>
                </a:lnTo>
                <a:lnTo>
                  <a:pt x="1530" y="1871"/>
                </a:lnTo>
                <a:lnTo>
                  <a:pt x="1530" y="1870"/>
                </a:lnTo>
                <a:lnTo>
                  <a:pt x="1530" y="1871"/>
                </a:lnTo>
                <a:lnTo>
                  <a:pt x="1529" y="1871"/>
                </a:lnTo>
                <a:lnTo>
                  <a:pt x="1529" y="1872"/>
                </a:lnTo>
                <a:lnTo>
                  <a:pt x="1528" y="1873"/>
                </a:lnTo>
                <a:lnTo>
                  <a:pt x="1528" y="1872"/>
                </a:lnTo>
                <a:lnTo>
                  <a:pt x="1527" y="1871"/>
                </a:lnTo>
                <a:lnTo>
                  <a:pt x="1527" y="1870"/>
                </a:lnTo>
                <a:lnTo>
                  <a:pt x="1526" y="1869"/>
                </a:lnTo>
                <a:lnTo>
                  <a:pt x="1525" y="1869"/>
                </a:lnTo>
                <a:lnTo>
                  <a:pt x="1525" y="1870"/>
                </a:lnTo>
                <a:lnTo>
                  <a:pt x="1525" y="1871"/>
                </a:lnTo>
                <a:lnTo>
                  <a:pt x="1523" y="1873"/>
                </a:lnTo>
                <a:lnTo>
                  <a:pt x="1522" y="1872"/>
                </a:lnTo>
                <a:lnTo>
                  <a:pt x="1523" y="1872"/>
                </a:lnTo>
                <a:lnTo>
                  <a:pt x="1523" y="1869"/>
                </a:lnTo>
                <a:lnTo>
                  <a:pt x="1524" y="1869"/>
                </a:lnTo>
                <a:lnTo>
                  <a:pt x="1524" y="1868"/>
                </a:lnTo>
                <a:lnTo>
                  <a:pt x="1524" y="1867"/>
                </a:lnTo>
                <a:lnTo>
                  <a:pt x="1523" y="1867"/>
                </a:lnTo>
                <a:lnTo>
                  <a:pt x="1522" y="1867"/>
                </a:lnTo>
                <a:lnTo>
                  <a:pt x="1522" y="1868"/>
                </a:lnTo>
                <a:lnTo>
                  <a:pt x="1521" y="1869"/>
                </a:lnTo>
                <a:lnTo>
                  <a:pt x="1520" y="1870"/>
                </a:lnTo>
                <a:lnTo>
                  <a:pt x="1519" y="1871"/>
                </a:lnTo>
                <a:lnTo>
                  <a:pt x="1519" y="1870"/>
                </a:lnTo>
                <a:lnTo>
                  <a:pt x="1518" y="1869"/>
                </a:lnTo>
                <a:lnTo>
                  <a:pt x="1517" y="1868"/>
                </a:lnTo>
                <a:lnTo>
                  <a:pt x="1516" y="1868"/>
                </a:lnTo>
                <a:lnTo>
                  <a:pt x="1515" y="1868"/>
                </a:lnTo>
                <a:lnTo>
                  <a:pt x="1515" y="1869"/>
                </a:lnTo>
                <a:lnTo>
                  <a:pt x="1514" y="1870"/>
                </a:lnTo>
                <a:lnTo>
                  <a:pt x="1514" y="1871"/>
                </a:lnTo>
                <a:lnTo>
                  <a:pt x="1514" y="1872"/>
                </a:lnTo>
                <a:lnTo>
                  <a:pt x="1515" y="1872"/>
                </a:lnTo>
                <a:lnTo>
                  <a:pt x="1515" y="1873"/>
                </a:lnTo>
                <a:lnTo>
                  <a:pt x="1514" y="1873"/>
                </a:lnTo>
                <a:lnTo>
                  <a:pt x="1513" y="1873"/>
                </a:lnTo>
                <a:lnTo>
                  <a:pt x="1513" y="1872"/>
                </a:lnTo>
                <a:lnTo>
                  <a:pt x="1512" y="1871"/>
                </a:lnTo>
                <a:lnTo>
                  <a:pt x="1513" y="1871"/>
                </a:lnTo>
                <a:lnTo>
                  <a:pt x="1513" y="1870"/>
                </a:lnTo>
                <a:lnTo>
                  <a:pt x="1514" y="1870"/>
                </a:lnTo>
                <a:lnTo>
                  <a:pt x="1513" y="1869"/>
                </a:lnTo>
                <a:lnTo>
                  <a:pt x="1513" y="1868"/>
                </a:lnTo>
                <a:lnTo>
                  <a:pt x="1512" y="1868"/>
                </a:lnTo>
                <a:lnTo>
                  <a:pt x="1511" y="1869"/>
                </a:lnTo>
                <a:lnTo>
                  <a:pt x="1511" y="1870"/>
                </a:lnTo>
                <a:lnTo>
                  <a:pt x="1512" y="1871"/>
                </a:lnTo>
                <a:lnTo>
                  <a:pt x="1511" y="1871"/>
                </a:lnTo>
                <a:lnTo>
                  <a:pt x="1511" y="1872"/>
                </a:lnTo>
                <a:lnTo>
                  <a:pt x="1510" y="1872"/>
                </a:lnTo>
                <a:lnTo>
                  <a:pt x="1509" y="1872"/>
                </a:lnTo>
                <a:lnTo>
                  <a:pt x="1510" y="1873"/>
                </a:lnTo>
                <a:lnTo>
                  <a:pt x="1511" y="1873"/>
                </a:lnTo>
                <a:lnTo>
                  <a:pt x="1510" y="1873"/>
                </a:lnTo>
                <a:lnTo>
                  <a:pt x="1509" y="1873"/>
                </a:lnTo>
                <a:lnTo>
                  <a:pt x="1508" y="1873"/>
                </a:lnTo>
                <a:lnTo>
                  <a:pt x="1507" y="1873"/>
                </a:lnTo>
                <a:lnTo>
                  <a:pt x="1507" y="1874"/>
                </a:lnTo>
                <a:lnTo>
                  <a:pt x="1506" y="1874"/>
                </a:lnTo>
                <a:lnTo>
                  <a:pt x="1506" y="1873"/>
                </a:lnTo>
                <a:lnTo>
                  <a:pt x="1505" y="1873"/>
                </a:lnTo>
                <a:lnTo>
                  <a:pt x="1506" y="1873"/>
                </a:lnTo>
                <a:lnTo>
                  <a:pt x="1507" y="1872"/>
                </a:lnTo>
                <a:lnTo>
                  <a:pt x="1506" y="1872"/>
                </a:lnTo>
                <a:lnTo>
                  <a:pt x="1505" y="1872"/>
                </a:lnTo>
                <a:lnTo>
                  <a:pt x="1504" y="1872"/>
                </a:lnTo>
                <a:lnTo>
                  <a:pt x="1504" y="1871"/>
                </a:lnTo>
                <a:lnTo>
                  <a:pt x="1503" y="1871"/>
                </a:lnTo>
                <a:lnTo>
                  <a:pt x="1503" y="1870"/>
                </a:lnTo>
                <a:lnTo>
                  <a:pt x="1504" y="1870"/>
                </a:lnTo>
                <a:lnTo>
                  <a:pt x="1501" y="1870"/>
                </a:lnTo>
                <a:lnTo>
                  <a:pt x="1501" y="1871"/>
                </a:lnTo>
                <a:lnTo>
                  <a:pt x="1501" y="1872"/>
                </a:lnTo>
                <a:lnTo>
                  <a:pt x="1500" y="1872"/>
                </a:lnTo>
                <a:lnTo>
                  <a:pt x="1500" y="1871"/>
                </a:lnTo>
                <a:lnTo>
                  <a:pt x="1501" y="1871"/>
                </a:lnTo>
                <a:lnTo>
                  <a:pt x="1501" y="1870"/>
                </a:lnTo>
                <a:lnTo>
                  <a:pt x="1501" y="1869"/>
                </a:lnTo>
                <a:lnTo>
                  <a:pt x="1500" y="1869"/>
                </a:lnTo>
                <a:lnTo>
                  <a:pt x="1499" y="1869"/>
                </a:lnTo>
                <a:lnTo>
                  <a:pt x="1495" y="1870"/>
                </a:lnTo>
                <a:lnTo>
                  <a:pt x="1494" y="1871"/>
                </a:lnTo>
                <a:lnTo>
                  <a:pt x="1494" y="1872"/>
                </a:lnTo>
                <a:lnTo>
                  <a:pt x="1493" y="1872"/>
                </a:lnTo>
                <a:lnTo>
                  <a:pt x="1493" y="1873"/>
                </a:lnTo>
                <a:lnTo>
                  <a:pt x="1494" y="1873"/>
                </a:lnTo>
                <a:lnTo>
                  <a:pt x="1495" y="1873"/>
                </a:lnTo>
                <a:lnTo>
                  <a:pt x="1496" y="1874"/>
                </a:lnTo>
                <a:lnTo>
                  <a:pt x="1497" y="1875"/>
                </a:lnTo>
                <a:lnTo>
                  <a:pt x="1498" y="1876"/>
                </a:lnTo>
                <a:lnTo>
                  <a:pt x="1498" y="1877"/>
                </a:lnTo>
                <a:lnTo>
                  <a:pt x="1500" y="1879"/>
                </a:lnTo>
                <a:lnTo>
                  <a:pt x="1501" y="1879"/>
                </a:lnTo>
                <a:lnTo>
                  <a:pt x="1502" y="1880"/>
                </a:lnTo>
                <a:lnTo>
                  <a:pt x="1503" y="1881"/>
                </a:lnTo>
                <a:lnTo>
                  <a:pt x="1503" y="1882"/>
                </a:lnTo>
                <a:lnTo>
                  <a:pt x="1504" y="1884"/>
                </a:lnTo>
                <a:lnTo>
                  <a:pt x="1504" y="1885"/>
                </a:lnTo>
                <a:lnTo>
                  <a:pt x="1505" y="1886"/>
                </a:lnTo>
                <a:lnTo>
                  <a:pt x="1507" y="1888"/>
                </a:lnTo>
                <a:lnTo>
                  <a:pt x="1508" y="1890"/>
                </a:lnTo>
                <a:lnTo>
                  <a:pt x="1509" y="1891"/>
                </a:lnTo>
                <a:lnTo>
                  <a:pt x="1509" y="1892"/>
                </a:lnTo>
                <a:lnTo>
                  <a:pt x="1509" y="1893"/>
                </a:lnTo>
                <a:lnTo>
                  <a:pt x="1510" y="1894"/>
                </a:lnTo>
                <a:lnTo>
                  <a:pt x="1511" y="1894"/>
                </a:lnTo>
                <a:lnTo>
                  <a:pt x="1512" y="1894"/>
                </a:lnTo>
                <a:lnTo>
                  <a:pt x="1512" y="1895"/>
                </a:lnTo>
                <a:lnTo>
                  <a:pt x="1512" y="1896"/>
                </a:lnTo>
                <a:lnTo>
                  <a:pt x="1513" y="1896"/>
                </a:lnTo>
                <a:lnTo>
                  <a:pt x="1514" y="1897"/>
                </a:lnTo>
                <a:lnTo>
                  <a:pt x="1514" y="1898"/>
                </a:lnTo>
                <a:lnTo>
                  <a:pt x="1515" y="1899"/>
                </a:lnTo>
                <a:lnTo>
                  <a:pt x="1515" y="1900"/>
                </a:lnTo>
                <a:lnTo>
                  <a:pt x="1514" y="1901"/>
                </a:lnTo>
                <a:lnTo>
                  <a:pt x="1514" y="1902"/>
                </a:lnTo>
                <a:lnTo>
                  <a:pt x="1514" y="1903"/>
                </a:lnTo>
                <a:lnTo>
                  <a:pt x="1513" y="1904"/>
                </a:lnTo>
                <a:lnTo>
                  <a:pt x="1512" y="1905"/>
                </a:lnTo>
                <a:lnTo>
                  <a:pt x="1511" y="1905"/>
                </a:lnTo>
                <a:lnTo>
                  <a:pt x="1510" y="1906"/>
                </a:lnTo>
                <a:lnTo>
                  <a:pt x="1510" y="1907"/>
                </a:lnTo>
                <a:lnTo>
                  <a:pt x="1509" y="1908"/>
                </a:lnTo>
                <a:lnTo>
                  <a:pt x="1510" y="1909"/>
                </a:lnTo>
                <a:lnTo>
                  <a:pt x="1510" y="1910"/>
                </a:lnTo>
                <a:lnTo>
                  <a:pt x="1511" y="1910"/>
                </a:lnTo>
                <a:lnTo>
                  <a:pt x="1515" y="1910"/>
                </a:lnTo>
                <a:lnTo>
                  <a:pt x="1517" y="1910"/>
                </a:lnTo>
                <a:lnTo>
                  <a:pt x="1517" y="1911"/>
                </a:lnTo>
                <a:lnTo>
                  <a:pt x="1518" y="1911"/>
                </a:lnTo>
                <a:lnTo>
                  <a:pt x="1519" y="1911"/>
                </a:lnTo>
                <a:lnTo>
                  <a:pt x="1520" y="1912"/>
                </a:lnTo>
                <a:lnTo>
                  <a:pt x="1521" y="1913"/>
                </a:lnTo>
                <a:lnTo>
                  <a:pt x="1523" y="1915"/>
                </a:lnTo>
                <a:lnTo>
                  <a:pt x="1523" y="1916"/>
                </a:lnTo>
                <a:lnTo>
                  <a:pt x="1523" y="1917"/>
                </a:lnTo>
                <a:lnTo>
                  <a:pt x="1522" y="1919"/>
                </a:lnTo>
                <a:lnTo>
                  <a:pt x="1521" y="1919"/>
                </a:lnTo>
                <a:lnTo>
                  <a:pt x="1519" y="1920"/>
                </a:lnTo>
                <a:lnTo>
                  <a:pt x="1518" y="1921"/>
                </a:lnTo>
                <a:lnTo>
                  <a:pt x="1517" y="1922"/>
                </a:lnTo>
                <a:lnTo>
                  <a:pt x="1517" y="1923"/>
                </a:lnTo>
                <a:lnTo>
                  <a:pt x="1517" y="1924"/>
                </a:lnTo>
                <a:lnTo>
                  <a:pt x="1517" y="1925"/>
                </a:lnTo>
                <a:lnTo>
                  <a:pt x="1518" y="1925"/>
                </a:lnTo>
                <a:lnTo>
                  <a:pt x="1519" y="1926"/>
                </a:lnTo>
                <a:lnTo>
                  <a:pt x="1520" y="1926"/>
                </a:lnTo>
                <a:lnTo>
                  <a:pt x="1521" y="1926"/>
                </a:lnTo>
                <a:lnTo>
                  <a:pt x="1522" y="1924"/>
                </a:lnTo>
                <a:lnTo>
                  <a:pt x="1522" y="1923"/>
                </a:lnTo>
                <a:lnTo>
                  <a:pt x="1523" y="1922"/>
                </a:lnTo>
                <a:lnTo>
                  <a:pt x="1524" y="1921"/>
                </a:lnTo>
                <a:lnTo>
                  <a:pt x="1525" y="1921"/>
                </a:lnTo>
                <a:lnTo>
                  <a:pt x="1526" y="1921"/>
                </a:lnTo>
                <a:lnTo>
                  <a:pt x="1527" y="1922"/>
                </a:lnTo>
                <a:lnTo>
                  <a:pt x="1527" y="1923"/>
                </a:lnTo>
                <a:lnTo>
                  <a:pt x="1526" y="1924"/>
                </a:lnTo>
                <a:lnTo>
                  <a:pt x="1525" y="1925"/>
                </a:lnTo>
                <a:lnTo>
                  <a:pt x="1524" y="1928"/>
                </a:lnTo>
                <a:lnTo>
                  <a:pt x="1523" y="1931"/>
                </a:lnTo>
                <a:lnTo>
                  <a:pt x="1522" y="1933"/>
                </a:lnTo>
                <a:lnTo>
                  <a:pt x="1522" y="1934"/>
                </a:lnTo>
                <a:lnTo>
                  <a:pt x="1522" y="1935"/>
                </a:lnTo>
                <a:lnTo>
                  <a:pt x="1522" y="1936"/>
                </a:lnTo>
                <a:lnTo>
                  <a:pt x="1523" y="1938"/>
                </a:lnTo>
                <a:lnTo>
                  <a:pt x="1523" y="1939"/>
                </a:lnTo>
                <a:lnTo>
                  <a:pt x="1524" y="1939"/>
                </a:lnTo>
                <a:lnTo>
                  <a:pt x="1524" y="1940"/>
                </a:lnTo>
                <a:lnTo>
                  <a:pt x="1525" y="1940"/>
                </a:lnTo>
                <a:lnTo>
                  <a:pt x="1525" y="1941"/>
                </a:lnTo>
                <a:lnTo>
                  <a:pt x="1525" y="1942"/>
                </a:lnTo>
                <a:lnTo>
                  <a:pt x="1525" y="1943"/>
                </a:lnTo>
                <a:lnTo>
                  <a:pt x="1525" y="1944"/>
                </a:lnTo>
                <a:lnTo>
                  <a:pt x="1525" y="1945"/>
                </a:lnTo>
                <a:lnTo>
                  <a:pt x="1525" y="1946"/>
                </a:lnTo>
                <a:lnTo>
                  <a:pt x="1525" y="1947"/>
                </a:lnTo>
                <a:lnTo>
                  <a:pt x="1526" y="1947"/>
                </a:lnTo>
                <a:lnTo>
                  <a:pt x="1526" y="1948"/>
                </a:lnTo>
                <a:lnTo>
                  <a:pt x="1527" y="1948"/>
                </a:lnTo>
                <a:lnTo>
                  <a:pt x="1528" y="1949"/>
                </a:lnTo>
                <a:lnTo>
                  <a:pt x="1529" y="1949"/>
                </a:lnTo>
                <a:lnTo>
                  <a:pt x="1530" y="1949"/>
                </a:lnTo>
                <a:lnTo>
                  <a:pt x="1531" y="1949"/>
                </a:lnTo>
                <a:lnTo>
                  <a:pt x="1533" y="1950"/>
                </a:lnTo>
                <a:lnTo>
                  <a:pt x="1534" y="1951"/>
                </a:lnTo>
                <a:lnTo>
                  <a:pt x="1535" y="1951"/>
                </a:lnTo>
                <a:lnTo>
                  <a:pt x="1536" y="1953"/>
                </a:lnTo>
                <a:lnTo>
                  <a:pt x="1537" y="1954"/>
                </a:lnTo>
                <a:lnTo>
                  <a:pt x="1538" y="1954"/>
                </a:lnTo>
                <a:lnTo>
                  <a:pt x="1539" y="1954"/>
                </a:lnTo>
                <a:lnTo>
                  <a:pt x="1540" y="1954"/>
                </a:lnTo>
                <a:lnTo>
                  <a:pt x="1541" y="1954"/>
                </a:lnTo>
                <a:lnTo>
                  <a:pt x="1542" y="1955"/>
                </a:lnTo>
                <a:lnTo>
                  <a:pt x="1543" y="1955"/>
                </a:lnTo>
                <a:lnTo>
                  <a:pt x="1543" y="1956"/>
                </a:lnTo>
                <a:lnTo>
                  <a:pt x="1544" y="1956"/>
                </a:lnTo>
                <a:lnTo>
                  <a:pt x="1544" y="1957"/>
                </a:lnTo>
                <a:lnTo>
                  <a:pt x="1544" y="1958"/>
                </a:lnTo>
                <a:lnTo>
                  <a:pt x="1544" y="1959"/>
                </a:lnTo>
                <a:lnTo>
                  <a:pt x="1545" y="1959"/>
                </a:lnTo>
                <a:lnTo>
                  <a:pt x="1546" y="1960"/>
                </a:lnTo>
                <a:lnTo>
                  <a:pt x="1547" y="1960"/>
                </a:lnTo>
                <a:lnTo>
                  <a:pt x="1548" y="1960"/>
                </a:lnTo>
                <a:lnTo>
                  <a:pt x="1548" y="1961"/>
                </a:lnTo>
                <a:lnTo>
                  <a:pt x="1548" y="1963"/>
                </a:lnTo>
                <a:lnTo>
                  <a:pt x="1548" y="1964"/>
                </a:lnTo>
                <a:lnTo>
                  <a:pt x="1547" y="1964"/>
                </a:lnTo>
                <a:lnTo>
                  <a:pt x="1546" y="1964"/>
                </a:lnTo>
                <a:lnTo>
                  <a:pt x="1545" y="1963"/>
                </a:lnTo>
                <a:lnTo>
                  <a:pt x="1544" y="1963"/>
                </a:lnTo>
                <a:lnTo>
                  <a:pt x="1543" y="1964"/>
                </a:lnTo>
                <a:lnTo>
                  <a:pt x="1543" y="1966"/>
                </a:lnTo>
                <a:lnTo>
                  <a:pt x="1544" y="1967"/>
                </a:lnTo>
                <a:lnTo>
                  <a:pt x="1545" y="1968"/>
                </a:lnTo>
                <a:lnTo>
                  <a:pt x="1545" y="1969"/>
                </a:lnTo>
                <a:lnTo>
                  <a:pt x="1545" y="1970"/>
                </a:lnTo>
                <a:lnTo>
                  <a:pt x="1544" y="1972"/>
                </a:lnTo>
                <a:lnTo>
                  <a:pt x="1544" y="1974"/>
                </a:lnTo>
                <a:lnTo>
                  <a:pt x="1546" y="1975"/>
                </a:lnTo>
                <a:lnTo>
                  <a:pt x="1546" y="1976"/>
                </a:lnTo>
                <a:lnTo>
                  <a:pt x="1547" y="1977"/>
                </a:lnTo>
                <a:lnTo>
                  <a:pt x="1548" y="1977"/>
                </a:lnTo>
                <a:lnTo>
                  <a:pt x="1549" y="1978"/>
                </a:lnTo>
                <a:lnTo>
                  <a:pt x="1549" y="1979"/>
                </a:lnTo>
                <a:lnTo>
                  <a:pt x="1548" y="1980"/>
                </a:lnTo>
                <a:lnTo>
                  <a:pt x="1547" y="1980"/>
                </a:lnTo>
                <a:lnTo>
                  <a:pt x="1546" y="1978"/>
                </a:lnTo>
                <a:lnTo>
                  <a:pt x="1546" y="1977"/>
                </a:lnTo>
                <a:lnTo>
                  <a:pt x="1546" y="1976"/>
                </a:lnTo>
                <a:lnTo>
                  <a:pt x="1545" y="1976"/>
                </a:lnTo>
                <a:lnTo>
                  <a:pt x="1544" y="1976"/>
                </a:lnTo>
                <a:lnTo>
                  <a:pt x="1543" y="1977"/>
                </a:lnTo>
                <a:lnTo>
                  <a:pt x="1543" y="1978"/>
                </a:lnTo>
                <a:lnTo>
                  <a:pt x="1544" y="1978"/>
                </a:lnTo>
                <a:lnTo>
                  <a:pt x="1545" y="1978"/>
                </a:lnTo>
                <a:lnTo>
                  <a:pt x="1546" y="1979"/>
                </a:lnTo>
                <a:lnTo>
                  <a:pt x="1546" y="1980"/>
                </a:lnTo>
                <a:lnTo>
                  <a:pt x="1546" y="1981"/>
                </a:lnTo>
                <a:lnTo>
                  <a:pt x="1545" y="1981"/>
                </a:lnTo>
                <a:lnTo>
                  <a:pt x="1544" y="1980"/>
                </a:lnTo>
                <a:lnTo>
                  <a:pt x="1543" y="1980"/>
                </a:lnTo>
                <a:lnTo>
                  <a:pt x="1543" y="1979"/>
                </a:lnTo>
                <a:lnTo>
                  <a:pt x="1542" y="1980"/>
                </a:lnTo>
                <a:lnTo>
                  <a:pt x="1541" y="1981"/>
                </a:lnTo>
                <a:lnTo>
                  <a:pt x="1541" y="1982"/>
                </a:lnTo>
                <a:lnTo>
                  <a:pt x="1540" y="1983"/>
                </a:lnTo>
                <a:lnTo>
                  <a:pt x="1539" y="1983"/>
                </a:lnTo>
                <a:lnTo>
                  <a:pt x="1538" y="1983"/>
                </a:lnTo>
                <a:lnTo>
                  <a:pt x="1538" y="1984"/>
                </a:lnTo>
                <a:lnTo>
                  <a:pt x="1537" y="1985"/>
                </a:lnTo>
                <a:lnTo>
                  <a:pt x="1536" y="1985"/>
                </a:lnTo>
                <a:lnTo>
                  <a:pt x="1535" y="1985"/>
                </a:lnTo>
                <a:lnTo>
                  <a:pt x="1535" y="1986"/>
                </a:lnTo>
                <a:lnTo>
                  <a:pt x="1535" y="1987"/>
                </a:lnTo>
                <a:lnTo>
                  <a:pt x="1534" y="1987"/>
                </a:lnTo>
                <a:lnTo>
                  <a:pt x="1534" y="1988"/>
                </a:lnTo>
                <a:lnTo>
                  <a:pt x="1534" y="1989"/>
                </a:lnTo>
                <a:lnTo>
                  <a:pt x="1534" y="1990"/>
                </a:lnTo>
                <a:lnTo>
                  <a:pt x="1532" y="1990"/>
                </a:lnTo>
                <a:lnTo>
                  <a:pt x="1532" y="1989"/>
                </a:lnTo>
                <a:lnTo>
                  <a:pt x="1531" y="1988"/>
                </a:lnTo>
                <a:lnTo>
                  <a:pt x="1530" y="1988"/>
                </a:lnTo>
                <a:lnTo>
                  <a:pt x="1529" y="1988"/>
                </a:lnTo>
                <a:lnTo>
                  <a:pt x="1529" y="1989"/>
                </a:lnTo>
                <a:lnTo>
                  <a:pt x="1530" y="1991"/>
                </a:lnTo>
                <a:lnTo>
                  <a:pt x="1529" y="1992"/>
                </a:lnTo>
                <a:lnTo>
                  <a:pt x="1528" y="1992"/>
                </a:lnTo>
                <a:lnTo>
                  <a:pt x="1527" y="1992"/>
                </a:lnTo>
                <a:lnTo>
                  <a:pt x="1527" y="1991"/>
                </a:lnTo>
                <a:lnTo>
                  <a:pt x="1527" y="1990"/>
                </a:lnTo>
                <a:lnTo>
                  <a:pt x="1527" y="1989"/>
                </a:lnTo>
                <a:lnTo>
                  <a:pt x="1526" y="1989"/>
                </a:lnTo>
                <a:lnTo>
                  <a:pt x="1526" y="1988"/>
                </a:lnTo>
                <a:lnTo>
                  <a:pt x="1525" y="1988"/>
                </a:lnTo>
                <a:lnTo>
                  <a:pt x="1524" y="1989"/>
                </a:lnTo>
                <a:lnTo>
                  <a:pt x="1523" y="1990"/>
                </a:lnTo>
                <a:lnTo>
                  <a:pt x="1522" y="1990"/>
                </a:lnTo>
                <a:lnTo>
                  <a:pt x="1521" y="1991"/>
                </a:lnTo>
                <a:lnTo>
                  <a:pt x="1520" y="1991"/>
                </a:lnTo>
                <a:lnTo>
                  <a:pt x="1519" y="1991"/>
                </a:lnTo>
                <a:lnTo>
                  <a:pt x="1519" y="1990"/>
                </a:lnTo>
                <a:lnTo>
                  <a:pt x="1518" y="1989"/>
                </a:lnTo>
                <a:lnTo>
                  <a:pt x="1518" y="1988"/>
                </a:lnTo>
                <a:lnTo>
                  <a:pt x="1517" y="1987"/>
                </a:lnTo>
                <a:lnTo>
                  <a:pt x="1516" y="1987"/>
                </a:lnTo>
                <a:lnTo>
                  <a:pt x="1516" y="1988"/>
                </a:lnTo>
                <a:lnTo>
                  <a:pt x="1515" y="1988"/>
                </a:lnTo>
                <a:lnTo>
                  <a:pt x="1515" y="1989"/>
                </a:lnTo>
                <a:lnTo>
                  <a:pt x="1513" y="1988"/>
                </a:lnTo>
                <a:lnTo>
                  <a:pt x="1513" y="1987"/>
                </a:lnTo>
                <a:lnTo>
                  <a:pt x="1513" y="1986"/>
                </a:lnTo>
                <a:lnTo>
                  <a:pt x="1513" y="1985"/>
                </a:lnTo>
                <a:lnTo>
                  <a:pt x="1512" y="1985"/>
                </a:lnTo>
                <a:lnTo>
                  <a:pt x="1512" y="1986"/>
                </a:lnTo>
                <a:lnTo>
                  <a:pt x="1511" y="1987"/>
                </a:lnTo>
                <a:lnTo>
                  <a:pt x="1511" y="1988"/>
                </a:lnTo>
                <a:lnTo>
                  <a:pt x="1510" y="1989"/>
                </a:lnTo>
                <a:lnTo>
                  <a:pt x="1511" y="1989"/>
                </a:lnTo>
                <a:lnTo>
                  <a:pt x="1511" y="1990"/>
                </a:lnTo>
                <a:lnTo>
                  <a:pt x="1511" y="1991"/>
                </a:lnTo>
                <a:lnTo>
                  <a:pt x="1510" y="1991"/>
                </a:lnTo>
                <a:lnTo>
                  <a:pt x="1509" y="1992"/>
                </a:lnTo>
                <a:lnTo>
                  <a:pt x="1508" y="1992"/>
                </a:lnTo>
                <a:lnTo>
                  <a:pt x="1507" y="1992"/>
                </a:lnTo>
                <a:lnTo>
                  <a:pt x="1506" y="1993"/>
                </a:lnTo>
                <a:lnTo>
                  <a:pt x="1506" y="1994"/>
                </a:lnTo>
                <a:lnTo>
                  <a:pt x="1506" y="1995"/>
                </a:lnTo>
                <a:lnTo>
                  <a:pt x="1506" y="1996"/>
                </a:lnTo>
                <a:lnTo>
                  <a:pt x="1507" y="1996"/>
                </a:lnTo>
                <a:lnTo>
                  <a:pt x="1506" y="1996"/>
                </a:lnTo>
                <a:lnTo>
                  <a:pt x="1506" y="1997"/>
                </a:lnTo>
                <a:lnTo>
                  <a:pt x="1505" y="1998"/>
                </a:lnTo>
                <a:lnTo>
                  <a:pt x="1504" y="1998"/>
                </a:lnTo>
                <a:lnTo>
                  <a:pt x="1503" y="1999"/>
                </a:lnTo>
                <a:lnTo>
                  <a:pt x="1503" y="2000"/>
                </a:lnTo>
                <a:lnTo>
                  <a:pt x="1502" y="2000"/>
                </a:lnTo>
                <a:lnTo>
                  <a:pt x="1501" y="2001"/>
                </a:lnTo>
                <a:lnTo>
                  <a:pt x="1501" y="2002"/>
                </a:lnTo>
                <a:lnTo>
                  <a:pt x="1500" y="2002"/>
                </a:lnTo>
                <a:lnTo>
                  <a:pt x="1499" y="2002"/>
                </a:lnTo>
                <a:lnTo>
                  <a:pt x="1499" y="2003"/>
                </a:lnTo>
                <a:lnTo>
                  <a:pt x="1499" y="2004"/>
                </a:lnTo>
                <a:lnTo>
                  <a:pt x="1498" y="2004"/>
                </a:lnTo>
                <a:lnTo>
                  <a:pt x="1498" y="2005"/>
                </a:lnTo>
                <a:lnTo>
                  <a:pt x="1499" y="2005"/>
                </a:lnTo>
                <a:lnTo>
                  <a:pt x="1500" y="2006"/>
                </a:lnTo>
                <a:lnTo>
                  <a:pt x="1501" y="2006"/>
                </a:lnTo>
                <a:lnTo>
                  <a:pt x="1501" y="2007"/>
                </a:lnTo>
                <a:lnTo>
                  <a:pt x="1501" y="2008"/>
                </a:lnTo>
                <a:lnTo>
                  <a:pt x="1501" y="2009"/>
                </a:lnTo>
                <a:lnTo>
                  <a:pt x="1501" y="2010"/>
                </a:lnTo>
                <a:lnTo>
                  <a:pt x="1501" y="2011"/>
                </a:lnTo>
                <a:lnTo>
                  <a:pt x="1502" y="2013"/>
                </a:lnTo>
                <a:lnTo>
                  <a:pt x="1502" y="2014"/>
                </a:lnTo>
                <a:lnTo>
                  <a:pt x="1502" y="2015"/>
                </a:lnTo>
                <a:lnTo>
                  <a:pt x="1502" y="2016"/>
                </a:lnTo>
                <a:lnTo>
                  <a:pt x="1502" y="2017"/>
                </a:lnTo>
                <a:lnTo>
                  <a:pt x="1502" y="2018"/>
                </a:lnTo>
                <a:lnTo>
                  <a:pt x="1502" y="2019"/>
                </a:lnTo>
                <a:lnTo>
                  <a:pt x="1503" y="2020"/>
                </a:lnTo>
                <a:lnTo>
                  <a:pt x="1503" y="2021"/>
                </a:lnTo>
                <a:lnTo>
                  <a:pt x="1502" y="2022"/>
                </a:lnTo>
                <a:lnTo>
                  <a:pt x="1502" y="2023"/>
                </a:lnTo>
                <a:lnTo>
                  <a:pt x="1503" y="2024"/>
                </a:lnTo>
                <a:lnTo>
                  <a:pt x="1502" y="2025"/>
                </a:lnTo>
                <a:lnTo>
                  <a:pt x="1502" y="2026"/>
                </a:lnTo>
                <a:lnTo>
                  <a:pt x="1501" y="2026"/>
                </a:lnTo>
                <a:lnTo>
                  <a:pt x="1500" y="2026"/>
                </a:lnTo>
                <a:lnTo>
                  <a:pt x="1499" y="2025"/>
                </a:lnTo>
                <a:lnTo>
                  <a:pt x="1498" y="2025"/>
                </a:lnTo>
                <a:lnTo>
                  <a:pt x="1497" y="2025"/>
                </a:lnTo>
                <a:lnTo>
                  <a:pt x="1496" y="2024"/>
                </a:lnTo>
                <a:lnTo>
                  <a:pt x="1495" y="2024"/>
                </a:lnTo>
                <a:lnTo>
                  <a:pt x="1493" y="2023"/>
                </a:lnTo>
                <a:lnTo>
                  <a:pt x="1493" y="2022"/>
                </a:lnTo>
                <a:lnTo>
                  <a:pt x="1493" y="2021"/>
                </a:lnTo>
                <a:lnTo>
                  <a:pt x="1492" y="2020"/>
                </a:lnTo>
                <a:lnTo>
                  <a:pt x="1492" y="2019"/>
                </a:lnTo>
                <a:lnTo>
                  <a:pt x="1492" y="2018"/>
                </a:lnTo>
                <a:lnTo>
                  <a:pt x="1492" y="2017"/>
                </a:lnTo>
                <a:lnTo>
                  <a:pt x="1491" y="2017"/>
                </a:lnTo>
                <a:lnTo>
                  <a:pt x="1491" y="2016"/>
                </a:lnTo>
                <a:lnTo>
                  <a:pt x="1490" y="2015"/>
                </a:lnTo>
                <a:lnTo>
                  <a:pt x="1489" y="2015"/>
                </a:lnTo>
                <a:lnTo>
                  <a:pt x="1488" y="2015"/>
                </a:lnTo>
                <a:lnTo>
                  <a:pt x="1488" y="2014"/>
                </a:lnTo>
                <a:lnTo>
                  <a:pt x="1487" y="2014"/>
                </a:lnTo>
                <a:lnTo>
                  <a:pt x="1486" y="2014"/>
                </a:lnTo>
                <a:lnTo>
                  <a:pt x="1486" y="2013"/>
                </a:lnTo>
                <a:lnTo>
                  <a:pt x="1486" y="2012"/>
                </a:lnTo>
                <a:lnTo>
                  <a:pt x="1486" y="2011"/>
                </a:lnTo>
                <a:lnTo>
                  <a:pt x="1485" y="2011"/>
                </a:lnTo>
                <a:lnTo>
                  <a:pt x="1485" y="2012"/>
                </a:lnTo>
                <a:lnTo>
                  <a:pt x="1485" y="2014"/>
                </a:lnTo>
                <a:lnTo>
                  <a:pt x="1484" y="2015"/>
                </a:lnTo>
                <a:lnTo>
                  <a:pt x="1484" y="2016"/>
                </a:lnTo>
                <a:lnTo>
                  <a:pt x="1484" y="2017"/>
                </a:lnTo>
                <a:lnTo>
                  <a:pt x="1485" y="2017"/>
                </a:lnTo>
                <a:lnTo>
                  <a:pt x="1485" y="2018"/>
                </a:lnTo>
                <a:lnTo>
                  <a:pt x="1485" y="2019"/>
                </a:lnTo>
                <a:lnTo>
                  <a:pt x="1483" y="2021"/>
                </a:lnTo>
                <a:lnTo>
                  <a:pt x="1483" y="2022"/>
                </a:lnTo>
                <a:lnTo>
                  <a:pt x="1483" y="2023"/>
                </a:lnTo>
                <a:lnTo>
                  <a:pt x="1483" y="2024"/>
                </a:lnTo>
                <a:lnTo>
                  <a:pt x="1482" y="2025"/>
                </a:lnTo>
                <a:lnTo>
                  <a:pt x="1481" y="2025"/>
                </a:lnTo>
                <a:lnTo>
                  <a:pt x="1481" y="2026"/>
                </a:lnTo>
                <a:lnTo>
                  <a:pt x="1481" y="2027"/>
                </a:lnTo>
                <a:lnTo>
                  <a:pt x="1482" y="2027"/>
                </a:lnTo>
                <a:lnTo>
                  <a:pt x="1482" y="2028"/>
                </a:lnTo>
                <a:lnTo>
                  <a:pt x="1481" y="2029"/>
                </a:lnTo>
                <a:lnTo>
                  <a:pt x="1481" y="2030"/>
                </a:lnTo>
                <a:lnTo>
                  <a:pt x="1480" y="2029"/>
                </a:lnTo>
                <a:lnTo>
                  <a:pt x="1480" y="2030"/>
                </a:lnTo>
                <a:lnTo>
                  <a:pt x="1480" y="2031"/>
                </a:lnTo>
                <a:lnTo>
                  <a:pt x="1480" y="2032"/>
                </a:lnTo>
                <a:lnTo>
                  <a:pt x="1479" y="2032"/>
                </a:lnTo>
                <a:lnTo>
                  <a:pt x="1479" y="2031"/>
                </a:lnTo>
                <a:lnTo>
                  <a:pt x="1478" y="2031"/>
                </a:lnTo>
                <a:lnTo>
                  <a:pt x="1477" y="2031"/>
                </a:lnTo>
                <a:lnTo>
                  <a:pt x="1476" y="2032"/>
                </a:lnTo>
                <a:lnTo>
                  <a:pt x="1475" y="2032"/>
                </a:lnTo>
                <a:lnTo>
                  <a:pt x="1474" y="2031"/>
                </a:lnTo>
                <a:lnTo>
                  <a:pt x="1473" y="2031"/>
                </a:lnTo>
                <a:lnTo>
                  <a:pt x="1472" y="2031"/>
                </a:lnTo>
                <a:lnTo>
                  <a:pt x="1471" y="2031"/>
                </a:lnTo>
                <a:lnTo>
                  <a:pt x="1470" y="2031"/>
                </a:lnTo>
                <a:lnTo>
                  <a:pt x="1468" y="2031"/>
                </a:lnTo>
                <a:lnTo>
                  <a:pt x="1467" y="2031"/>
                </a:lnTo>
                <a:lnTo>
                  <a:pt x="1466" y="2030"/>
                </a:lnTo>
                <a:lnTo>
                  <a:pt x="1465" y="2030"/>
                </a:lnTo>
                <a:lnTo>
                  <a:pt x="1464" y="2030"/>
                </a:lnTo>
                <a:lnTo>
                  <a:pt x="1463" y="2030"/>
                </a:lnTo>
                <a:lnTo>
                  <a:pt x="1462" y="2030"/>
                </a:lnTo>
                <a:lnTo>
                  <a:pt x="1462" y="2031"/>
                </a:lnTo>
                <a:lnTo>
                  <a:pt x="1461" y="2032"/>
                </a:lnTo>
                <a:lnTo>
                  <a:pt x="1460" y="2032"/>
                </a:lnTo>
                <a:lnTo>
                  <a:pt x="1459" y="2033"/>
                </a:lnTo>
                <a:lnTo>
                  <a:pt x="1456" y="2033"/>
                </a:lnTo>
                <a:lnTo>
                  <a:pt x="1456" y="2032"/>
                </a:lnTo>
                <a:lnTo>
                  <a:pt x="1455" y="2032"/>
                </a:lnTo>
                <a:lnTo>
                  <a:pt x="1455" y="2033"/>
                </a:lnTo>
                <a:lnTo>
                  <a:pt x="1455" y="2035"/>
                </a:lnTo>
                <a:lnTo>
                  <a:pt x="1454" y="2035"/>
                </a:lnTo>
                <a:lnTo>
                  <a:pt x="1453" y="2037"/>
                </a:lnTo>
                <a:lnTo>
                  <a:pt x="1453" y="2038"/>
                </a:lnTo>
                <a:lnTo>
                  <a:pt x="1452" y="2040"/>
                </a:lnTo>
                <a:lnTo>
                  <a:pt x="1451" y="2041"/>
                </a:lnTo>
                <a:lnTo>
                  <a:pt x="1450" y="2041"/>
                </a:lnTo>
                <a:lnTo>
                  <a:pt x="1449" y="2041"/>
                </a:lnTo>
                <a:lnTo>
                  <a:pt x="1449" y="2042"/>
                </a:lnTo>
                <a:lnTo>
                  <a:pt x="1448" y="2042"/>
                </a:lnTo>
                <a:lnTo>
                  <a:pt x="1447" y="2043"/>
                </a:lnTo>
                <a:lnTo>
                  <a:pt x="1446" y="2043"/>
                </a:lnTo>
                <a:lnTo>
                  <a:pt x="1445" y="2045"/>
                </a:lnTo>
                <a:lnTo>
                  <a:pt x="1445" y="2047"/>
                </a:lnTo>
                <a:lnTo>
                  <a:pt x="1445" y="2048"/>
                </a:lnTo>
                <a:lnTo>
                  <a:pt x="1443" y="2049"/>
                </a:lnTo>
                <a:lnTo>
                  <a:pt x="1442" y="2049"/>
                </a:lnTo>
                <a:lnTo>
                  <a:pt x="1442" y="2048"/>
                </a:lnTo>
                <a:lnTo>
                  <a:pt x="1441" y="2048"/>
                </a:lnTo>
                <a:lnTo>
                  <a:pt x="1440" y="2048"/>
                </a:lnTo>
                <a:lnTo>
                  <a:pt x="1439" y="2048"/>
                </a:lnTo>
                <a:lnTo>
                  <a:pt x="1439" y="2047"/>
                </a:lnTo>
                <a:lnTo>
                  <a:pt x="1438" y="2047"/>
                </a:lnTo>
                <a:lnTo>
                  <a:pt x="1438" y="2046"/>
                </a:lnTo>
                <a:lnTo>
                  <a:pt x="1437" y="2046"/>
                </a:lnTo>
                <a:lnTo>
                  <a:pt x="1436" y="2046"/>
                </a:lnTo>
                <a:lnTo>
                  <a:pt x="1436" y="2044"/>
                </a:lnTo>
                <a:lnTo>
                  <a:pt x="1436" y="2043"/>
                </a:lnTo>
                <a:lnTo>
                  <a:pt x="1438" y="2042"/>
                </a:lnTo>
                <a:lnTo>
                  <a:pt x="1439" y="2040"/>
                </a:lnTo>
                <a:lnTo>
                  <a:pt x="1438" y="2038"/>
                </a:lnTo>
                <a:lnTo>
                  <a:pt x="1439" y="2034"/>
                </a:lnTo>
                <a:lnTo>
                  <a:pt x="1439" y="2033"/>
                </a:lnTo>
                <a:lnTo>
                  <a:pt x="1439" y="2032"/>
                </a:lnTo>
                <a:lnTo>
                  <a:pt x="1439" y="2031"/>
                </a:lnTo>
                <a:lnTo>
                  <a:pt x="1438" y="2031"/>
                </a:lnTo>
                <a:lnTo>
                  <a:pt x="1438" y="2030"/>
                </a:lnTo>
                <a:lnTo>
                  <a:pt x="1437" y="2028"/>
                </a:lnTo>
                <a:lnTo>
                  <a:pt x="1437" y="2027"/>
                </a:lnTo>
                <a:lnTo>
                  <a:pt x="1438" y="2027"/>
                </a:lnTo>
                <a:lnTo>
                  <a:pt x="1437" y="2027"/>
                </a:lnTo>
                <a:lnTo>
                  <a:pt x="1437" y="2026"/>
                </a:lnTo>
                <a:lnTo>
                  <a:pt x="1435" y="2025"/>
                </a:lnTo>
                <a:lnTo>
                  <a:pt x="1434" y="2025"/>
                </a:lnTo>
                <a:lnTo>
                  <a:pt x="1434" y="2024"/>
                </a:lnTo>
                <a:lnTo>
                  <a:pt x="1433" y="2024"/>
                </a:lnTo>
                <a:lnTo>
                  <a:pt x="1432" y="2022"/>
                </a:lnTo>
                <a:lnTo>
                  <a:pt x="1431" y="2023"/>
                </a:lnTo>
                <a:lnTo>
                  <a:pt x="1430" y="2022"/>
                </a:lnTo>
                <a:lnTo>
                  <a:pt x="1428" y="2020"/>
                </a:lnTo>
                <a:lnTo>
                  <a:pt x="1428" y="2019"/>
                </a:lnTo>
                <a:lnTo>
                  <a:pt x="1428" y="2018"/>
                </a:lnTo>
                <a:lnTo>
                  <a:pt x="1428" y="2017"/>
                </a:lnTo>
                <a:lnTo>
                  <a:pt x="1428" y="2016"/>
                </a:lnTo>
                <a:lnTo>
                  <a:pt x="1427" y="2016"/>
                </a:lnTo>
                <a:lnTo>
                  <a:pt x="1428" y="2015"/>
                </a:lnTo>
                <a:lnTo>
                  <a:pt x="1429" y="2014"/>
                </a:lnTo>
                <a:lnTo>
                  <a:pt x="1430" y="2014"/>
                </a:lnTo>
                <a:lnTo>
                  <a:pt x="1431" y="2014"/>
                </a:lnTo>
                <a:lnTo>
                  <a:pt x="1431" y="2013"/>
                </a:lnTo>
                <a:lnTo>
                  <a:pt x="1431" y="2012"/>
                </a:lnTo>
                <a:lnTo>
                  <a:pt x="1434" y="2012"/>
                </a:lnTo>
                <a:lnTo>
                  <a:pt x="1434" y="2011"/>
                </a:lnTo>
                <a:lnTo>
                  <a:pt x="1435" y="2012"/>
                </a:lnTo>
                <a:lnTo>
                  <a:pt x="1436" y="2013"/>
                </a:lnTo>
                <a:lnTo>
                  <a:pt x="1437" y="2015"/>
                </a:lnTo>
                <a:lnTo>
                  <a:pt x="1437" y="2014"/>
                </a:lnTo>
                <a:lnTo>
                  <a:pt x="1437" y="2013"/>
                </a:lnTo>
                <a:lnTo>
                  <a:pt x="1438" y="2012"/>
                </a:lnTo>
                <a:lnTo>
                  <a:pt x="1438" y="2011"/>
                </a:lnTo>
                <a:lnTo>
                  <a:pt x="1438" y="2010"/>
                </a:lnTo>
                <a:lnTo>
                  <a:pt x="1439" y="2010"/>
                </a:lnTo>
                <a:lnTo>
                  <a:pt x="1440" y="2010"/>
                </a:lnTo>
                <a:lnTo>
                  <a:pt x="1441" y="2009"/>
                </a:lnTo>
                <a:lnTo>
                  <a:pt x="1442" y="2009"/>
                </a:lnTo>
                <a:lnTo>
                  <a:pt x="1442" y="2008"/>
                </a:lnTo>
                <a:lnTo>
                  <a:pt x="1442" y="2007"/>
                </a:lnTo>
                <a:lnTo>
                  <a:pt x="1443" y="2007"/>
                </a:lnTo>
                <a:lnTo>
                  <a:pt x="1443" y="2006"/>
                </a:lnTo>
                <a:lnTo>
                  <a:pt x="1444" y="2006"/>
                </a:lnTo>
                <a:lnTo>
                  <a:pt x="1446" y="2006"/>
                </a:lnTo>
                <a:lnTo>
                  <a:pt x="1446" y="2005"/>
                </a:lnTo>
                <a:lnTo>
                  <a:pt x="1446" y="2004"/>
                </a:lnTo>
                <a:lnTo>
                  <a:pt x="1445" y="2004"/>
                </a:lnTo>
                <a:lnTo>
                  <a:pt x="1445" y="2003"/>
                </a:lnTo>
                <a:lnTo>
                  <a:pt x="1445" y="2002"/>
                </a:lnTo>
                <a:lnTo>
                  <a:pt x="1446" y="2001"/>
                </a:lnTo>
                <a:lnTo>
                  <a:pt x="1446" y="1999"/>
                </a:lnTo>
                <a:lnTo>
                  <a:pt x="1446" y="1998"/>
                </a:lnTo>
                <a:lnTo>
                  <a:pt x="1446" y="1997"/>
                </a:lnTo>
                <a:lnTo>
                  <a:pt x="1447" y="1997"/>
                </a:lnTo>
                <a:lnTo>
                  <a:pt x="1447" y="1996"/>
                </a:lnTo>
                <a:lnTo>
                  <a:pt x="1447" y="1995"/>
                </a:lnTo>
                <a:lnTo>
                  <a:pt x="1447" y="1994"/>
                </a:lnTo>
                <a:lnTo>
                  <a:pt x="1448" y="1992"/>
                </a:lnTo>
                <a:lnTo>
                  <a:pt x="1448" y="1991"/>
                </a:lnTo>
                <a:lnTo>
                  <a:pt x="1449" y="1991"/>
                </a:lnTo>
                <a:lnTo>
                  <a:pt x="1450" y="1989"/>
                </a:lnTo>
                <a:lnTo>
                  <a:pt x="1451" y="1989"/>
                </a:lnTo>
                <a:lnTo>
                  <a:pt x="1451" y="1988"/>
                </a:lnTo>
                <a:lnTo>
                  <a:pt x="1452" y="1987"/>
                </a:lnTo>
                <a:lnTo>
                  <a:pt x="1453" y="1987"/>
                </a:lnTo>
                <a:lnTo>
                  <a:pt x="1453" y="1986"/>
                </a:lnTo>
                <a:lnTo>
                  <a:pt x="1454" y="1984"/>
                </a:lnTo>
                <a:lnTo>
                  <a:pt x="1453" y="1984"/>
                </a:lnTo>
                <a:lnTo>
                  <a:pt x="1453" y="1983"/>
                </a:lnTo>
                <a:lnTo>
                  <a:pt x="1455" y="1981"/>
                </a:lnTo>
                <a:lnTo>
                  <a:pt x="1456" y="1981"/>
                </a:lnTo>
                <a:lnTo>
                  <a:pt x="1457" y="1981"/>
                </a:lnTo>
                <a:lnTo>
                  <a:pt x="1458" y="1980"/>
                </a:lnTo>
                <a:lnTo>
                  <a:pt x="1457" y="1979"/>
                </a:lnTo>
                <a:lnTo>
                  <a:pt x="1455" y="1979"/>
                </a:lnTo>
                <a:lnTo>
                  <a:pt x="1455" y="1978"/>
                </a:lnTo>
                <a:lnTo>
                  <a:pt x="1455" y="1977"/>
                </a:lnTo>
                <a:lnTo>
                  <a:pt x="1456" y="1975"/>
                </a:lnTo>
                <a:lnTo>
                  <a:pt x="1456" y="1974"/>
                </a:lnTo>
                <a:lnTo>
                  <a:pt x="1455" y="1973"/>
                </a:lnTo>
                <a:lnTo>
                  <a:pt x="1453" y="1972"/>
                </a:lnTo>
                <a:lnTo>
                  <a:pt x="1452" y="1972"/>
                </a:lnTo>
                <a:lnTo>
                  <a:pt x="1452" y="1971"/>
                </a:lnTo>
                <a:lnTo>
                  <a:pt x="1451" y="1970"/>
                </a:lnTo>
                <a:lnTo>
                  <a:pt x="1451" y="1969"/>
                </a:lnTo>
                <a:lnTo>
                  <a:pt x="1451" y="1968"/>
                </a:lnTo>
                <a:lnTo>
                  <a:pt x="1452" y="1966"/>
                </a:lnTo>
                <a:lnTo>
                  <a:pt x="1451" y="1964"/>
                </a:lnTo>
                <a:lnTo>
                  <a:pt x="1451" y="1963"/>
                </a:lnTo>
                <a:lnTo>
                  <a:pt x="1452" y="1961"/>
                </a:lnTo>
                <a:lnTo>
                  <a:pt x="1452" y="1960"/>
                </a:lnTo>
                <a:lnTo>
                  <a:pt x="1452" y="1959"/>
                </a:lnTo>
                <a:lnTo>
                  <a:pt x="1452" y="1958"/>
                </a:lnTo>
                <a:lnTo>
                  <a:pt x="1452" y="1956"/>
                </a:lnTo>
                <a:lnTo>
                  <a:pt x="1451" y="1955"/>
                </a:lnTo>
                <a:lnTo>
                  <a:pt x="1450" y="1955"/>
                </a:lnTo>
                <a:lnTo>
                  <a:pt x="1449" y="1954"/>
                </a:lnTo>
                <a:lnTo>
                  <a:pt x="1449" y="1953"/>
                </a:lnTo>
                <a:lnTo>
                  <a:pt x="1449" y="1951"/>
                </a:lnTo>
                <a:lnTo>
                  <a:pt x="1447" y="1951"/>
                </a:lnTo>
                <a:lnTo>
                  <a:pt x="1445" y="1950"/>
                </a:lnTo>
                <a:lnTo>
                  <a:pt x="1445" y="1949"/>
                </a:lnTo>
                <a:lnTo>
                  <a:pt x="1444" y="1949"/>
                </a:lnTo>
                <a:lnTo>
                  <a:pt x="1444" y="1948"/>
                </a:lnTo>
                <a:lnTo>
                  <a:pt x="1443" y="1947"/>
                </a:lnTo>
                <a:lnTo>
                  <a:pt x="1443" y="1946"/>
                </a:lnTo>
                <a:lnTo>
                  <a:pt x="1442" y="1946"/>
                </a:lnTo>
                <a:lnTo>
                  <a:pt x="1442" y="1947"/>
                </a:lnTo>
                <a:lnTo>
                  <a:pt x="1441" y="1948"/>
                </a:lnTo>
                <a:lnTo>
                  <a:pt x="1440" y="1950"/>
                </a:lnTo>
                <a:lnTo>
                  <a:pt x="1440" y="1951"/>
                </a:lnTo>
                <a:lnTo>
                  <a:pt x="1440" y="1952"/>
                </a:lnTo>
                <a:lnTo>
                  <a:pt x="1440" y="1953"/>
                </a:lnTo>
                <a:lnTo>
                  <a:pt x="1440" y="1954"/>
                </a:lnTo>
                <a:lnTo>
                  <a:pt x="1440" y="1956"/>
                </a:lnTo>
                <a:lnTo>
                  <a:pt x="1439" y="1956"/>
                </a:lnTo>
                <a:lnTo>
                  <a:pt x="1438" y="1956"/>
                </a:lnTo>
                <a:lnTo>
                  <a:pt x="1437" y="1957"/>
                </a:lnTo>
                <a:lnTo>
                  <a:pt x="1436" y="1957"/>
                </a:lnTo>
                <a:lnTo>
                  <a:pt x="1435" y="1956"/>
                </a:lnTo>
                <a:lnTo>
                  <a:pt x="1435" y="1955"/>
                </a:lnTo>
                <a:lnTo>
                  <a:pt x="1433" y="1955"/>
                </a:lnTo>
                <a:lnTo>
                  <a:pt x="1433" y="1956"/>
                </a:lnTo>
                <a:lnTo>
                  <a:pt x="1432" y="1956"/>
                </a:lnTo>
                <a:lnTo>
                  <a:pt x="1432" y="1955"/>
                </a:lnTo>
                <a:lnTo>
                  <a:pt x="1431" y="1956"/>
                </a:lnTo>
                <a:lnTo>
                  <a:pt x="1430" y="1957"/>
                </a:lnTo>
                <a:lnTo>
                  <a:pt x="1429" y="1957"/>
                </a:lnTo>
                <a:lnTo>
                  <a:pt x="1429" y="1958"/>
                </a:lnTo>
                <a:lnTo>
                  <a:pt x="1429" y="1959"/>
                </a:lnTo>
                <a:lnTo>
                  <a:pt x="1428" y="1959"/>
                </a:lnTo>
                <a:lnTo>
                  <a:pt x="1428" y="1961"/>
                </a:lnTo>
                <a:lnTo>
                  <a:pt x="1427" y="1962"/>
                </a:lnTo>
                <a:lnTo>
                  <a:pt x="1427" y="1963"/>
                </a:lnTo>
                <a:lnTo>
                  <a:pt x="1426" y="1963"/>
                </a:lnTo>
                <a:lnTo>
                  <a:pt x="1426" y="1964"/>
                </a:lnTo>
                <a:lnTo>
                  <a:pt x="1426" y="1965"/>
                </a:lnTo>
                <a:lnTo>
                  <a:pt x="1426" y="1966"/>
                </a:lnTo>
                <a:lnTo>
                  <a:pt x="1425" y="1966"/>
                </a:lnTo>
                <a:lnTo>
                  <a:pt x="1424" y="1966"/>
                </a:lnTo>
                <a:lnTo>
                  <a:pt x="1424" y="1967"/>
                </a:lnTo>
                <a:lnTo>
                  <a:pt x="1423" y="1967"/>
                </a:lnTo>
                <a:lnTo>
                  <a:pt x="1420" y="1967"/>
                </a:lnTo>
                <a:lnTo>
                  <a:pt x="1419" y="1967"/>
                </a:lnTo>
                <a:lnTo>
                  <a:pt x="1418" y="1966"/>
                </a:lnTo>
                <a:lnTo>
                  <a:pt x="1417" y="1966"/>
                </a:lnTo>
                <a:lnTo>
                  <a:pt x="1416" y="1966"/>
                </a:lnTo>
                <a:lnTo>
                  <a:pt x="1416" y="1967"/>
                </a:lnTo>
                <a:lnTo>
                  <a:pt x="1415" y="1966"/>
                </a:lnTo>
                <a:lnTo>
                  <a:pt x="1414" y="1966"/>
                </a:lnTo>
                <a:lnTo>
                  <a:pt x="1413" y="1966"/>
                </a:lnTo>
                <a:lnTo>
                  <a:pt x="1412" y="1966"/>
                </a:lnTo>
                <a:lnTo>
                  <a:pt x="1411" y="1966"/>
                </a:lnTo>
                <a:lnTo>
                  <a:pt x="1410" y="1966"/>
                </a:lnTo>
                <a:lnTo>
                  <a:pt x="1409" y="1966"/>
                </a:lnTo>
                <a:lnTo>
                  <a:pt x="1408" y="1967"/>
                </a:lnTo>
                <a:lnTo>
                  <a:pt x="1406" y="1968"/>
                </a:lnTo>
                <a:lnTo>
                  <a:pt x="1405" y="1966"/>
                </a:lnTo>
                <a:lnTo>
                  <a:pt x="1404" y="1962"/>
                </a:lnTo>
                <a:lnTo>
                  <a:pt x="1404" y="1961"/>
                </a:lnTo>
                <a:lnTo>
                  <a:pt x="1404" y="1960"/>
                </a:lnTo>
                <a:lnTo>
                  <a:pt x="1404" y="1959"/>
                </a:lnTo>
                <a:lnTo>
                  <a:pt x="1404" y="1958"/>
                </a:lnTo>
                <a:lnTo>
                  <a:pt x="1404" y="1956"/>
                </a:lnTo>
                <a:lnTo>
                  <a:pt x="1404" y="1955"/>
                </a:lnTo>
                <a:lnTo>
                  <a:pt x="1404" y="1954"/>
                </a:lnTo>
                <a:lnTo>
                  <a:pt x="1404" y="1953"/>
                </a:lnTo>
                <a:lnTo>
                  <a:pt x="1403" y="1952"/>
                </a:lnTo>
                <a:lnTo>
                  <a:pt x="1403" y="1950"/>
                </a:lnTo>
                <a:lnTo>
                  <a:pt x="1404" y="1949"/>
                </a:lnTo>
                <a:lnTo>
                  <a:pt x="1404" y="1948"/>
                </a:lnTo>
                <a:lnTo>
                  <a:pt x="1403" y="1947"/>
                </a:lnTo>
                <a:lnTo>
                  <a:pt x="1404" y="1946"/>
                </a:lnTo>
                <a:lnTo>
                  <a:pt x="1404" y="1944"/>
                </a:lnTo>
                <a:lnTo>
                  <a:pt x="1404" y="1943"/>
                </a:lnTo>
                <a:lnTo>
                  <a:pt x="1404" y="1942"/>
                </a:lnTo>
                <a:lnTo>
                  <a:pt x="1404" y="1941"/>
                </a:lnTo>
                <a:lnTo>
                  <a:pt x="1403" y="1941"/>
                </a:lnTo>
                <a:lnTo>
                  <a:pt x="1403" y="1940"/>
                </a:lnTo>
                <a:lnTo>
                  <a:pt x="1403" y="1939"/>
                </a:lnTo>
                <a:lnTo>
                  <a:pt x="1402" y="1938"/>
                </a:lnTo>
                <a:lnTo>
                  <a:pt x="1401" y="1938"/>
                </a:lnTo>
                <a:lnTo>
                  <a:pt x="1400" y="1937"/>
                </a:lnTo>
                <a:lnTo>
                  <a:pt x="1399" y="1936"/>
                </a:lnTo>
                <a:lnTo>
                  <a:pt x="1400" y="1935"/>
                </a:lnTo>
                <a:lnTo>
                  <a:pt x="1400" y="1932"/>
                </a:lnTo>
                <a:lnTo>
                  <a:pt x="1400" y="1931"/>
                </a:lnTo>
                <a:lnTo>
                  <a:pt x="1400" y="1930"/>
                </a:lnTo>
                <a:lnTo>
                  <a:pt x="1399" y="1930"/>
                </a:lnTo>
                <a:lnTo>
                  <a:pt x="1399" y="1929"/>
                </a:lnTo>
                <a:lnTo>
                  <a:pt x="1398" y="1929"/>
                </a:lnTo>
                <a:lnTo>
                  <a:pt x="1398" y="1930"/>
                </a:lnTo>
                <a:lnTo>
                  <a:pt x="1397" y="1931"/>
                </a:lnTo>
                <a:lnTo>
                  <a:pt x="1396" y="1931"/>
                </a:lnTo>
                <a:lnTo>
                  <a:pt x="1395" y="1931"/>
                </a:lnTo>
                <a:lnTo>
                  <a:pt x="1395" y="1930"/>
                </a:lnTo>
                <a:lnTo>
                  <a:pt x="1394" y="1930"/>
                </a:lnTo>
                <a:lnTo>
                  <a:pt x="1395" y="1928"/>
                </a:lnTo>
                <a:lnTo>
                  <a:pt x="1394" y="1927"/>
                </a:lnTo>
                <a:lnTo>
                  <a:pt x="1394" y="1926"/>
                </a:lnTo>
                <a:lnTo>
                  <a:pt x="1393" y="1926"/>
                </a:lnTo>
                <a:lnTo>
                  <a:pt x="1393" y="1925"/>
                </a:lnTo>
                <a:lnTo>
                  <a:pt x="1392" y="1925"/>
                </a:lnTo>
                <a:lnTo>
                  <a:pt x="1391" y="1925"/>
                </a:lnTo>
                <a:lnTo>
                  <a:pt x="1390" y="1926"/>
                </a:lnTo>
                <a:lnTo>
                  <a:pt x="1387" y="1925"/>
                </a:lnTo>
                <a:lnTo>
                  <a:pt x="1386" y="1924"/>
                </a:lnTo>
                <a:lnTo>
                  <a:pt x="1386" y="1923"/>
                </a:lnTo>
                <a:lnTo>
                  <a:pt x="1385" y="1923"/>
                </a:lnTo>
                <a:lnTo>
                  <a:pt x="1384" y="1924"/>
                </a:lnTo>
                <a:lnTo>
                  <a:pt x="1382" y="1925"/>
                </a:lnTo>
                <a:lnTo>
                  <a:pt x="1381" y="1926"/>
                </a:lnTo>
                <a:lnTo>
                  <a:pt x="1380" y="1927"/>
                </a:lnTo>
                <a:lnTo>
                  <a:pt x="1378" y="1927"/>
                </a:lnTo>
                <a:lnTo>
                  <a:pt x="1376" y="1927"/>
                </a:lnTo>
                <a:lnTo>
                  <a:pt x="1375" y="1927"/>
                </a:lnTo>
                <a:lnTo>
                  <a:pt x="1374" y="1927"/>
                </a:lnTo>
                <a:lnTo>
                  <a:pt x="1373" y="1927"/>
                </a:lnTo>
                <a:lnTo>
                  <a:pt x="1373" y="1928"/>
                </a:lnTo>
                <a:lnTo>
                  <a:pt x="1373" y="1929"/>
                </a:lnTo>
                <a:lnTo>
                  <a:pt x="1373" y="1930"/>
                </a:lnTo>
                <a:lnTo>
                  <a:pt x="1373" y="1931"/>
                </a:lnTo>
                <a:lnTo>
                  <a:pt x="1373" y="1932"/>
                </a:lnTo>
                <a:lnTo>
                  <a:pt x="1372" y="1933"/>
                </a:lnTo>
                <a:lnTo>
                  <a:pt x="1371" y="1934"/>
                </a:lnTo>
                <a:lnTo>
                  <a:pt x="1370" y="1934"/>
                </a:lnTo>
                <a:lnTo>
                  <a:pt x="1367" y="1934"/>
                </a:lnTo>
                <a:lnTo>
                  <a:pt x="1367" y="1935"/>
                </a:lnTo>
                <a:lnTo>
                  <a:pt x="1366" y="1935"/>
                </a:lnTo>
                <a:lnTo>
                  <a:pt x="1366" y="1934"/>
                </a:lnTo>
                <a:lnTo>
                  <a:pt x="1365" y="1934"/>
                </a:lnTo>
                <a:lnTo>
                  <a:pt x="1362" y="1933"/>
                </a:lnTo>
                <a:lnTo>
                  <a:pt x="1360" y="1932"/>
                </a:lnTo>
                <a:lnTo>
                  <a:pt x="1359" y="1932"/>
                </a:lnTo>
                <a:lnTo>
                  <a:pt x="1359" y="1933"/>
                </a:lnTo>
                <a:lnTo>
                  <a:pt x="1359" y="1932"/>
                </a:lnTo>
                <a:lnTo>
                  <a:pt x="1358" y="1932"/>
                </a:lnTo>
                <a:lnTo>
                  <a:pt x="1358" y="1931"/>
                </a:lnTo>
                <a:lnTo>
                  <a:pt x="1357" y="1931"/>
                </a:lnTo>
                <a:lnTo>
                  <a:pt x="1356" y="1932"/>
                </a:lnTo>
                <a:lnTo>
                  <a:pt x="1355" y="1932"/>
                </a:lnTo>
                <a:lnTo>
                  <a:pt x="1355" y="1931"/>
                </a:lnTo>
                <a:lnTo>
                  <a:pt x="1354" y="1931"/>
                </a:lnTo>
                <a:lnTo>
                  <a:pt x="1354" y="1930"/>
                </a:lnTo>
                <a:lnTo>
                  <a:pt x="1353" y="1931"/>
                </a:lnTo>
                <a:lnTo>
                  <a:pt x="1352" y="1931"/>
                </a:lnTo>
                <a:lnTo>
                  <a:pt x="1351" y="1930"/>
                </a:lnTo>
                <a:lnTo>
                  <a:pt x="1350" y="1931"/>
                </a:lnTo>
                <a:lnTo>
                  <a:pt x="1349" y="1930"/>
                </a:lnTo>
                <a:lnTo>
                  <a:pt x="1348" y="1930"/>
                </a:lnTo>
                <a:lnTo>
                  <a:pt x="1347" y="1929"/>
                </a:lnTo>
                <a:lnTo>
                  <a:pt x="1345" y="1929"/>
                </a:lnTo>
                <a:lnTo>
                  <a:pt x="1345" y="1928"/>
                </a:lnTo>
                <a:lnTo>
                  <a:pt x="1343" y="1927"/>
                </a:lnTo>
                <a:lnTo>
                  <a:pt x="1343" y="1926"/>
                </a:lnTo>
                <a:lnTo>
                  <a:pt x="1342" y="1925"/>
                </a:lnTo>
                <a:lnTo>
                  <a:pt x="1341" y="1925"/>
                </a:lnTo>
                <a:lnTo>
                  <a:pt x="1340" y="1926"/>
                </a:lnTo>
                <a:lnTo>
                  <a:pt x="1338" y="1928"/>
                </a:lnTo>
                <a:lnTo>
                  <a:pt x="1336" y="1928"/>
                </a:lnTo>
                <a:lnTo>
                  <a:pt x="1335" y="1928"/>
                </a:lnTo>
                <a:lnTo>
                  <a:pt x="1333" y="1929"/>
                </a:lnTo>
                <a:lnTo>
                  <a:pt x="1332" y="1929"/>
                </a:lnTo>
                <a:lnTo>
                  <a:pt x="1332" y="1930"/>
                </a:lnTo>
                <a:lnTo>
                  <a:pt x="1332" y="1931"/>
                </a:lnTo>
                <a:lnTo>
                  <a:pt x="1331" y="1931"/>
                </a:lnTo>
                <a:lnTo>
                  <a:pt x="1330" y="1931"/>
                </a:lnTo>
                <a:lnTo>
                  <a:pt x="1329" y="1930"/>
                </a:lnTo>
                <a:lnTo>
                  <a:pt x="1329" y="1928"/>
                </a:lnTo>
                <a:lnTo>
                  <a:pt x="1330" y="1927"/>
                </a:lnTo>
                <a:lnTo>
                  <a:pt x="1331" y="1927"/>
                </a:lnTo>
                <a:lnTo>
                  <a:pt x="1331" y="1925"/>
                </a:lnTo>
                <a:lnTo>
                  <a:pt x="1329" y="1924"/>
                </a:lnTo>
                <a:lnTo>
                  <a:pt x="1329" y="1923"/>
                </a:lnTo>
                <a:lnTo>
                  <a:pt x="1329" y="1922"/>
                </a:lnTo>
                <a:lnTo>
                  <a:pt x="1329" y="1920"/>
                </a:lnTo>
                <a:lnTo>
                  <a:pt x="1329" y="1918"/>
                </a:lnTo>
                <a:lnTo>
                  <a:pt x="1329" y="1917"/>
                </a:lnTo>
                <a:lnTo>
                  <a:pt x="1330" y="1916"/>
                </a:lnTo>
                <a:lnTo>
                  <a:pt x="1331" y="1915"/>
                </a:lnTo>
                <a:lnTo>
                  <a:pt x="1332" y="1915"/>
                </a:lnTo>
                <a:lnTo>
                  <a:pt x="1332" y="1913"/>
                </a:lnTo>
                <a:lnTo>
                  <a:pt x="1333" y="1913"/>
                </a:lnTo>
                <a:lnTo>
                  <a:pt x="1334" y="1913"/>
                </a:lnTo>
                <a:lnTo>
                  <a:pt x="1334" y="1911"/>
                </a:lnTo>
                <a:lnTo>
                  <a:pt x="1333" y="1911"/>
                </a:lnTo>
                <a:lnTo>
                  <a:pt x="1333" y="1910"/>
                </a:lnTo>
                <a:lnTo>
                  <a:pt x="1333" y="1909"/>
                </a:lnTo>
                <a:lnTo>
                  <a:pt x="1333" y="1908"/>
                </a:lnTo>
                <a:lnTo>
                  <a:pt x="1333" y="1907"/>
                </a:lnTo>
                <a:lnTo>
                  <a:pt x="1334" y="1906"/>
                </a:lnTo>
                <a:lnTo>
                  <a:pt x="1334" y="1905"/>
                </a:lnTo>
                <a:lnTo>
                  <a:pt x="1334" y="1904"/>
                </a:lnTo>
                <a:lnTo>
                  <a:pt x="1334" y="1903"/>
                </a:lnTo>
                <a:lnTo>
                  <a:pt x="1333" y="1902"/>
                </a:lnTo>
                <a:lnTo>
                  <a:pt x="1331" y="1901"/>
                </a:lnTo>
                <a:lnTo>
                  <a:pt x="1330" y="1899"/>
                </a:lnTo>
                <a:lnTo>
                  <a:pt x="1330" y="1898"/>
                </a:lnTo>
                <a:lnTo>
                  <a:pt x="1330" y="1897"/>
                </a:lnTo>
                <a:lnTo>
                  <a:pt x="1329" y="1897"/>
                </a:lnTo>
                <a:lnTo>
                  <a:pt x="1328" y="1896"/>
                </a:lnTo>
                <a:lnTo>
                  <a:pt x="1328" y="1895"/>
                </a:lnTo>
                <a:lnTo>
                  <a:pt x="1328" y="1894"/>
                </a:lnTo>
                <a:lnTo>
                  <a:pt x="1329" y="1893"/>
                </a:lnTo>
                <a:lnTo>
                  <a:pt x="1329" y="1892"/>
                </a:lnTo>
                <a:lnTo>
                  <a:pt x="1328" y="1892"/>
                </a:lnTo>
                <a:lnTo>
                  <a:pt x="1327" y="1892"/>
                </a:lnTo>
                <a:lnTo>
                  <a:pt x="1326" y="1892"/>
                </a:lnTo>
                <a:lnTo>
                  <a:pt x="1325" y="1891"/>
                </a:lnTo>
                <a:lnTo>
                  <a:pt x="1324" y="1890"/>
                </a:lnTo>
                <a:lnTo>
                  <a:pt x="1322" y="1890"/>
                </a:lnTo>
                <a:lnTo>
                  <a:pt x="1321" y="1890"/>
                </a:lnTo>
                <a:lnTo>
                  <a:pt x="1321" y="1889"/>
                </a:lnTo>
                <a:lnTo>
                  <a:pt x="1321" y="1888"/>
                </a:lnTo>
                <a:lnTo>
                  <a:pt x="1319" y="1889"/>
                </a:lnTo>
                <a:lnTo>
                  <a:pt x="1318" y="1889"/>
                </a:lnTo>
                <a:lnTo>
                  <a:pt x="1317" y="1889"/>
                </a:lnTo>
                <a:lnTo>
                  <a:pt x="1316" y="1888"/>
                </a:lnTo>
                <a:lnTo>
                  <a:pt x="1312" y="1887"/>
                </a:lnTo>
                <a:lnTo>
                  <a:pt x="1311" y="1886"/>
                </a:lnTo>
                <a:lnTo>
                  <a:pt x="1311" y="1884"/>
                </a:lnTo>
                <a:lnTo>
                  <a:pt x="1311" y="1883"/>
                </a:lnTo>
                <a:lnTo>
                  <a:pt x="1310" y="1882"/>
                </a:lnTo>
                <a:lnTo>
                  <a:pt x="1309" y="1883"/>
                </a:lnTo>
                <a:lnTo>
                  <a:pt x="1308" y="1883"/>
                </a:lnTo>
                <a:lnTo>
                  <a:pt x="1308" y="1882"/>
                </a:lnTo>
                <a:lnTo>
                  <a:pt x="1308" y="1881"/>
                </a:lnTo>
                <a:lnTo>
                  <a:pt x="1307" y="1881"/>
                </a:lnTo>
                <a:lnTo>
                  <a:pt x="1307" y="1880"/>
                </a:lnTo>
                <a:lnTo>
                  <a:pt x="1305" y="1880"/>
                </a:lnTo>
                <a:lnTo>
                  <a:pt x="1303" y="1881"/>
                </a:lnTo>
                <a:lnTo>
                  <a:pt x="1302" y="1881"/>
                </a:lnTo>
                <a:lnTo>
                  <a:pt x="1302" y="1880"/>
                </a:lnTo>
                <a:lnTo>
                  <a:pt x="1302" y="1879"/>
                </a:lnTo>
                <a:lnTo>
                  <a:pt x="1302" y="1878"/>
                </a:lnTo>
                <a:lnTo>
                  <a:pt x="1301" y="1878"/>
                </a:lnTo>
                <a:lnTo>
                  <a:pt x="1301" y="1877"/>
                </a:lnTo>
                <a:lnTo>
                  <a:pt x="1300" y="1876"/>
                </a:lnTo>
                <a:lnTo>
                  <a:pt x="1299" y="1874"/>
                </a:lnTo>
                <a:lnTo>
                  <a:pt x="1299" y="1873"/>
                </a:lnTo>
                <a:lnTo>
                  <a:pt x="1299" y="1872"/>
                </a:lnTo>
                <a:lnTo>
                  <a:pt x="1299" y="1871"/>
                </a:lnTo>
                <a:lnTo>
                  <a:pt x="1298" y="1871"/>
                </a:lnTo>
                <a:lnTo>
                  <a:pt x="1298" y="1870"/>
                </a:lnTo>
                <a:lnTo>
                  <a:pt x="1298" y="1869"/>
                </a:lnTo>
                <a:lnTo>
                  <a:pt x="1297" y="1869"/>
                </a:lnTo>
                <a:lnTo>
                  <a:pt x="1296" y="1868"/>
                </a:lnTo>
                <a:lnTo>
                  <a:pt x="1295" y="1867"/>
                </a:lnTo>
                <a:lnTo>
                  <a:pt x="1295" y="1866"/>
                </a:lnTo>
                <a:lnTo>
                  <a:pt x="1294" y="1865"/>
                </a:lnTo>
                <a:lnTo>
                  <a:pt x="1293" y="1864"/>
                </a:lnTo>
                <a:lnTo>
                  <a:pt x="1292" y="1863"/>
                </a:lnTo>
                <a:lnTo>
                  <a:pt x="1292" y="1862"/>
                </a:lnTo>
                <a:lnTo>
                  <a:pt x="1292" y="1861"/>
                </a:lnTo>
                <a:lnTo>
                  <a:pt x="1293" y="1860"/>
                </a:lnTo>
                <a:lnTo>
                  <a:pt x="1292" y="1860"/>
                </a:lnTo>
                <a:lnTo>
                  <a:pt x="1292" y="1859"/>
                </a:lnTo>
                <a:lnTo>
                  <a:pt x="1292" y="1858"/>
                </a:lnTo>
                <a:lnTo>
                  <a:pt x="1291" y="1858"/>
                </a:lnTo>
                <a:lnTo>
                  <a:pt x="1291" y="1857"/>
                </a:lnTo>
                <a:lnTo>
                  <a:pt x="1290" y="1857"/>
                </a:lnTo>
                <a:lnTo>
                  <a:pt x="1290" y="1856"/>
                </a:lnTo>
                <a:lnTo>
                  <a:pt x="1290" y="1857"/>
                </a:lnTo>
                <a:lnTo>
                  <a:pt x="1289" y="1856"/>
                </a:lnTo>
                <a:lnTo>
                  <a:pt x="1288" y="1854"/>
                </a:lnTo>
                <a:lnTo>
                  <a:pt x="1287" y="1852"/>
                </a:lnTo>
                <a:lnTo>
                  <a:pt x="1287" y="1851"/>
                </a:lnTo>
                <a:lnTo>
                  <a:pt x="1288" y="1851"/>
                </a:lnTo>
                <a:lnTo>
                  <a:pt x="1288" y="1850"/>
                </a:lnTo>
                <a:lnTo>
                  <a:pt x="1287" y="1850"/>
                </a:lnTo>
                <a:lnTo>
                  <a:pt x="1286" y="1850"/>
                </a:lnTo>
                <a:lnTo>
                  <a:pt x="1286" y="1851"/>
                </a:lnTo>
                <a:lnTo>
                  <a:pt x="1285" y="1851"/>
                </a:lnTo>
                <a:lnTo>
                  <a:pt x="1285" y="1850"/>
                </a:lnTo>
                <a:lnTo>
                  <a:pt x="1285" y="1848"/>
                </a:lnTo>
                <a:lnTo>
                  <a:pt x="1284" y="1848"/>
                </a:lnTo>
                <a:lnTo>
                  <a:pt x="1284" y="1847"/>
                </a:lnTo>
                <a:lnTo>
                  <a:pt x="1284" y="1845"/>
                </a:lnTo>
                <a:lnTo>
                  <a:pt x="1283" y="1844"/>
                </a:lnTo>
                <a:lnTo>
                  <a:pt x="1283" y="1843"/>
                </a:lnTo>
                <a:lnTo>
                  <a:pt x="1283" y="1842"/>
                </a:lnTo>
                <a:lnTo>
                  <a:pt x="1283" y="1841"/>
                </a:lnTo>
                <a:lnTo>
                  <a:pt x="1284" y="1841"/>
                </a:lnTo>
                <a:lnTo>
                  <a:pt x="1284" y="1840"/>
                </a:lnTo>
                <a:lnTo>
                  <a:pt x="1283" y="1840"/>
                </a:lnTo>
                <a:lnTo>
                  <a:pt x="1281" y="1839"/>
                </a:lnTo>
                <a:lnTo>
                  <a:pt x="1280" y="1839"/>
                </a:lnTo>
                <a:lnTo>
                  <a:pt x="1279" y="1838"/>
                </a:lnTo>
                <a:lnTo>
                  <a:pt x="1279" y="1837"/>
                </a:lnTo>
                <a:lnTo>
                  <a:pt x="1279" y="1836"/>
                </a:lnTo>
                <a:lnTo>
                  <a:pt x="1278" y="1836"/>
                </a:lnTo>
                <a:lnTo>
                  <a:pt x="1278" y="1835"/>
                </a:lnTo>
                <a:lnTo>
                  <a:pt x="1278" y="1834"/>
                </a:lnTo>
                <a:lnTo>
                  <a:pt x="1278" y="1832"/>
                </a:lnTo>
                <a:lnTo>
                  <a:pt x="1277" y="1832"/>
                </a:lnTo>
                <a:lnTo>
                  <a:pt x="1277" y="1831"/>
                </a:lnTo>
                <a:lnTo>
                  <a:pt x="1277" y="1830"/>
                </a:lnTo>
                <a:lnTo>
                  <a:pt x="1276" y="1830"/>
                </a:lnTo>
                <a:lnTo>
                  <a:pt x="1275" y="1829"/>
                </a:lnTo>
                <a:lnTo>
                  <a:pt x="1275" y="1828"/>
                </a:lnTo>
                <a:lnTo>
                  <a:pt x="1274" y="1827"/>
                </a:lnTo>
                <a:lnTo>
                  <a:pt x="1274" y="1826"/>
                </a:lnTo>
                <a:lnTo>
                  <a:pt x="1274" y="1825"/>
                </a:lnTo>
                <a:lnTo>
                  <a:pt x="1273" y="1825"/>
                </a:lnTo>
                <a:lnTo>
                  <a:pt x="1272" y="1824"/>
                </a:lnTo>
                <a:lnTo>
                  <a:pt x="1271" y="1824"/>
                </a:lnTo>
                <a:lnTo>
                  <a:pt x="1270" y="1824"/>
                </a:lnTo>
                <a:lnTo>
                  <a:pt x="1270" y="1823"/>
                </a:lnTo>
                <a:lnTo>
                  <a:pt x="1270" y="1822"/>
                </a:lnTo>
                <a:lnTo>
                  <a:pt x="1269" y="1822"/>
                </a:lnTo>
                <a:lnTo>
                  <a:pt x="1268" y="1822"/>
                </a:lnTo>
                <a:lnTo>
                  <a:pt x="1267" y="1821"/>
                </a:lnTo>
                <a:lnTo>
                  <a:pt x="1266" y="1820"/>
                </a:lnTo>
                <a:lnTo>
                  <a:pt x="1267" y="1818"/>
                </a:lnTo>
                <a:lnTo>
                  <a:pt x="1268" y="1818"/>
                </a:lnTo>
                <a:lnTo>
                  <a:pt x="1268" y="1817"/>
                </a:lnTo>
                <a:lnTo>
                  <a:pt x="1269" y="1817"/>
                </a:lnTo>
                <a:lnTo>
                  <a:pt x="1269" y="1816"/>
                </a:lnTo>
                <a:lnTo>
                  <a:pt x="1269" y="1815"/>
                </a:lnTo>
                <a:lnTo>
                  <a:pt x="1270" y="1815"/>
                </a:lnTo>
                <a:lnTo>
                  <a:pt x="1270" y="1814"/>
                </a:lnTo>
                <a:lnTo>
                  <a:pt x="1271" y="1814"/>
                </a:lnTo>
                <a:lnTo>
                  <a:pt x="1271" y="1813"/>
                </a:lnTo>
                <a:lnTo>
                  <a:pt x="1272" y="1811"/>
                </a:lnTo>
                <a:lnTo>
                  <a:pt x="1272" y="1810"/>
                </a:lnTo>
                <a:lnTo>
                  <a:pt x="1272" y="1809"/>
                </a:lnTo>
                <a:lnTo>
                  <a:pt x="1273" y="1808"/>
                </a:lnTo>
                <a:lnTo>
                  <a:pt x="1274" y="1808"/>
                </a:lnTo>
                <a:lnTo>
                  <a:pt x="1274" y="1806"/>
                </a:lnTo>
                <a:lnTo>
                  <a:pt x="1274" y="1805"/>
                </a:lnTo>
                <a:lnTo>
                  <a:pt x="1273" y="1804"/>
                </a:lnTo>
                <a:lnTo>
                  <a:pt x="1273" y="1803"/>
                </a:lnTo>
                <a:lnTo>
                  <a:pt x="1274" y="1802"/>
                </a:lnTo>
                <a:lnTo>
                  <a:pt x="1275" y="1801"/>
                </a:lnTo>
                <a:lnTo>
                  <a:pt x="1275" y="1800"/>
                </a:lnTo>
                <a:lnTo>
                  <a:pt x="1274" y="1799"/>
                </a:lnTo>
                <a:lnTo>
                  <a:pt x="1274" y="1798"/>
                </a:lnTo>
                <a:lnTo>
                  <a:pt x="1274" y="1797"/>
                </a:lnTo>
                <a:lnTo>
                  <a:pt x="1275" y="1797"/>
                </a:lnTo>
                <a:lnTo>
                  <a:pt x="1276" y="1797"/>
                </a:lnTo>
                <a:lnTo>
                  <a:pt x="1276" y="1796"/>
                </a:lnTo>
                <a:lnTo>
                  <a:pt x="1276" y="1795"/>
                </a:lnTo>
                <a:lnTo>
                  <a:pt x="1276" y="1794"/>
                </a:lnTo>
                <a:lnTo>
                  <a:pt x="1277" y="1793"/>
                </a:lnTo>
                <a:lnTo>
                  <a:pt x="1277" y="1792"/>
                </a:lnTo>
                <a:lnTo>
                  <a:pt x="1277" y="1791"/>
                </a:lnTo>
                <a:lnTo>
                  <a:pt x="1278" y="1791"/>
                </a:lnTo>
                <a:lnTo>
                  <a:pt x="1279" y="1791"/>
                </a:lnTo>
                <a:lnTo>
                  <a:pt x="1280" y="1790"/>
                </a:lnTo>
                <a:lnTo>
                  <a:pt x="1281" y="1790"/>
                </a:lnTo>
                <a:lnTo>
                  <a:pt x="1282" y="1790"/>
                </a:lnTo>
                <a:lnTo>
                  <a:pt x="1284" y="1789"/>
                </a:lnTo>
                <a:lnTo>
                  <a:pt x="1285" y="1789"/>
                </a:lnTo>
                <a:lnTo>
                  <a:pt x="1286" y="1788"/>
                </a:lnTo>
                <a:lnTo>
                  <a:pt x="1287" y="1787"/>
                </a:lnTo>
                <a:lnTo>
                  <a:pt x="1287" y="1785"/>
                </a:lnTo>
                <a:lnTo>
                  <a:pt x="1288" y="1785"/>
                </a:lnTo>
                <a:lnTo>
                  <a:pt x="1288" y="1784"/>
                </a:lnTo>
                <a:lnTo>
                  <a:pt x="1289" y="1784"/>
                </a:lnTo>
                <a:lnTo>
                  <a:pt x="1289" y="1783"/>
                </a:lnTo>
                <a:lnTo>
                  <a:pt x="1289" y="1781"/>
                </a:lnTo>
                <a:lnTo>
                  <a:pt x="1290" y="1780"/>
                </a:lnTo>
                <a:lnTo>
                  <a:pt x="1291" y="1780"/>
                </a:lnTo>
                <a:lnTo>
                  <a:pt x="1292" y="1780"/>
                </a:lnTo>
                <a:lnTo>
                  <a:pt x="1293" y="1780"/>
                </a:lnTo>
                <a:lnTo>
                  <a:pt x="1294" y="1780"/>
                </a:lnTo>
                <a:lnTo>
                  <a:pt x="1296" y="1780"/>
                </a:lnTo>
                <a:lnTo>
                  <a:pt x="1297" y="1780"/>
                </a:lnTo>
                <a:lnTo>
                  <a:pt x="1298" y="1779"/>
                </a:lnTo>
                <a:lnTo>
                  <a:pt x="1299" y="1779"/>
                </a:lnTo>
                <a:lnTo>
                  <a:pt x="1300" y="1779"/>
                </a:lnTo>
                <a:lnTo>
                  <a:pt x="1300" y="1780"/>
                </a:lnTo>
                <a:lnTo>
                  <a:pt x="1301" y="1780"/>
                </a:lnTo>
                <a:lnTo>
                  <a:pt x="1301" y="1781"/>
                </a:lnTo>
                <a:lnTo>
                  <a:pt x="1302" y="1781"/>
                </a:lnTo>
                <a:lnTo>
                  <a:pt x="1303" y="1781"/>
                </a:lnTo>
                <a:lnTo>
                  <a:pt x="1303" y="1782"/>
                </a:lnTo>
                <a:lnTo>
                  <a:pt x="1304" y="1782"/>
                </a:lnTo>
                <a:lnTo>
                  <a:pt x="1304" y="1781"/>
                </a:lnTo>
                <a:lnTo>
                  <a:pt x="1305" y="1781"/>
                </a:lnTo>
                <a:lnTo>
                  <a:pt x="1306" y="1782"/>
                </a:lnTo>
                <a:lnTo>
                  <a:pt x="1308" y="1783"/>
                </a:lnTo>
                <a:lnTo>
                  <a:pt x="1308" y="1784"/>
                </a:lnTo>
                <a:lnTo>
                  <a:pt x="1309" y="1784"/>
                </a:lnTo>
                <a:lnTo>
                  <a:pt x="1309" y="1785"/>
                </a:lnTo>
                <a:lnTo>
                  <a:pt x="1310" y="1785"/>
                </a:lnTo>
                <a:lnTo>
                  <a:pt x="1310" y="1786"/>
                </a:lnTo>
                <a:lnTo>
                  <a:pt x="1311" y="1786"/>
                </a:lnTo>
                <a:lnTo>
                  <a:pt x="1311" y="1787"/>
                </a:lnTo>
                <a:lnTo>
                  <a:pt x="1311" y="1788"/>
                </a:lnTo>
                <a:lnTo>
                  <a:pt x="1312" y="1789"/>
                </a:lnTo>
                <a:lnTo>
                  <a:pt x="1313" y="1789"/>
                </a:lnTo>
                <a:lnTo>
                  <a:pt x="1313" y="1788"/>
                </a:lnTo>
                <a:lnTo>
                  <a:pt x="1314" y="1788"/>
                </a:lnTo>
                <a:lnTo>
                  <a:pt x="1315" y="1788"/>
                </a:lnTo>
                <a:lnTo>
                  <a:pt x="1315" y="1789"/>
                </a:lnTo>
                <a:lnTo>
                  <a:pt x="1316" y="1789"/>
                </a:lnTo>
                <a:lnTo>
                  <a:pt x="1316" y="1790"/>
                </a:lnTo>
                <a:lnTo>
                  <a:pt x="1316" y="1791"/>
                </a:lnTo>
                <a:lnTo>
                  <a:pt x="1316" y="1792"/>
                </a:lnTo>
                <a:lnTo>
                  <a:pt x="1317" y="1791"/>
                </a:lnTo>
                <a:lnTo>
                  <a:pt x="1318" y="1791"/>
                </a:lnTo>
                <a:lnTo>
                  <a:pt x="1319" y="1791"/>
                </a:lnTo>
                <a:lnTo>
                  <a:pt x="1320" y="1792"/>
                </a:lnTo>
                <a:lnTo>
                  <a:pt x="1323" y="1791"/>
                </a:lnTo>
                <a:lnTo>
                  <a:pt x="1324" y="1791"/>
                </a:lnTo>
                <a:lnTo>
                  <a:pt x="1324" y="1792"/>
                </a:lnTo>
                <a:lnTo>
                  <a:pt x="1326" y="1792"/>
                </a:lnTo>
                <a:lnTo>
                  <a:pt x="1326" y="1791"/>
                </a:lnTo>
                <a:lnTo>
                  <a:pt x="1327" y="1791"/>
                </a:lnTo>
                <a:lnTo>
                  <a:pt x="1328" y="1792"/>
                </a:lnTo>
                <a:lnTo>
                  <a:pt x="1329" y="1792"/>
                </a:lnTo>
                <a:lnTo>
                  <a:pt x="1330" y="1791"/>
                </a:lnTo>
                <a:lnTo>
                  <a:pt x="1331" y="1791"/>
                </a:lnTo>
                <a:lnTo>
                  <a:pt x="1333" y="1791"/>
                </a:lnTo>
                <a:lnTo>
                  <a:pt x="1333" y="1792"/>
                </a:lnTo>
                <a:lnTo>
                  <a:pt x="1334" y="1793"/>
                </a:lnTo>
                <a:lnTo>
                  <a:pt x="1335" y="1794"/>
                </a:lnTo>
                <a:lnTo>
                  <a:pt x="1336" y="1793"/>
                </a:lnTo>
                <a:lnTo>
                  <a:pt x="1338" y="1792"/>
                </a:lnTo>
                <a:lnTo>
                  <a:pt x="1338" y="1791"/>
                </a:lnTo>
                <a:lnTo>
                  <a:pt x="1339" y="1791"/>
                </a:lnTo>
                <a:lnTo>
                  <a:pt x="1339" y="1790"/>
                </a:lnTo>
                <a:lnTo>
                  <a:pt x="1340" y="1791"/>
                </a:lnTo>
                <a:lnTo>
                  <a:pt x="1341" y="1791"/>
                </a:lnTo>
                <a:lnTo>
                  <a:pt x="1342" y="1791"/>
                </a:lnTo>
                <a:lnTo>
                  <a:pt x="1343" y="1791"/>
                </a:lnTo>
                <a:lnTo>
                  <a:pt x="1344" y="1791"/>
                </a:lnTo>
                <a:lnTo>
                  <a:pt x="1345" y="1792"/>
                </a:lnTo>
                <a:lnTo>
                  <a:pt x="1346" y="1792"/>
                </a:lnTo>
                <a:lnTo>
                  <a:pt x="1346" y="1793"/>
                </a:lnTo>
                <a:lnTo>
                  <a:pt x="1346" y="1795"/>
                </a:lnTo>
                <a:lnTo>
                  <a:pt x="1345" y="1795"/>
                </a:lnTo>
                <a:lnTo>
                  <a:pt x="1345" y="1797"/>
                </a:lnTo>
                <a:lnTo>
                  <a:pt x="1345" y="1798"/>
                </a:lnTo>
                <a:lnTo>
                  <a:pt x="1345" y="1799"/>
                </a:lnTo>
                <a:lnTo>
                  <a:pt x="1346" y="1799"/>
                </a:lnTo>
                <a:lnTo>
                  <a:pt x="1347" y="1799"/>
                </a:lnTo>
                <a:lnTo>
                  <a:pt x="1348" y="1798"/>
                </a:lnTo>
                <a:lnTo>
                  <a:pt x="1350" y="1799"/>
                </a:lnTo>
                <a:lnTo>
                  <a:pt x="1351" y="1800"/>
                </a:lnTo>
                <a:lnTo>
                  <a:pt x="1350" y="1801"/>
                </a:lnTo>
                <a:lnTo>
                  <a:pt x="1351" y="1802"/>
                </a:lnTo>
                <a:lnTo>
                  <a:pt x="1353" y="1804"/>
                </a:lnTo>
                <a:lnTo>
                  <a:pt x="1354" y="1804"/>
                </a:lnTo>
                <a:lnTo>
                  <a:pt x="1355" y="1804"/>
                </a:lnTo>
                <a:lnTo>
                  <a:pt x="1356" y="1805"/>
                </a:lnTo>
                <a:lnTo>
                  <a:pt x="1359" y="1805"/>
                </a:lnTo>
                <a:lnTo>
                  <a:pt x="1360" y="1805"/>
                </a:lnTo>
                <a:lnTo>
                  <a:pt x="1361" y="1806"/>
                </a:lnTo>
                <a:lnTo>
                  <a:pt x="1361" y="1808"/>
                </a:lnTo>
                <a:lnTo>
                  <a:pt x="1361" y="1809"/>
                </a:lnTo>
                <a:lnTo>
                  <a:pt x="1360" y="1809"/>
                </a:lnTo>
                <a:lnTo>
                  <a:pt x="1360" y="1810"/>
                </a:lnTo>
                <a:lnTo>
                  <a:pt x="1361" y="1810"/>
                </a:lnTo>
                <a:lnTo>
                  <a:pt x="1362" y="1810"/>
                </a:lnTo>
                <a:lnTo>
                  <a:pt x="1363" y="1809"/>
                </a:lnTo>
                <a:lnTo>
                  <a:pt x="1364" y="1809"/>
                </a:lnTo>
                <a:lnTo>
                  <a:pt x="1368" y="1810"/>
                </a:lnTo>
                <a:lnTo>
                  <a:pt x="1369" y="1810"/>
                </a:lnTo>
                <a:lnTo>
                  <a:pt x="1370" y="1811"/>
                </a:lnTo>
                <a:lnTo>
                  <a:pt x="1370" y="1812"/>
                </a:lnTo>
                <a:lnTo>
                  <a:pt x="1371" y="1812"/>
                </a:lnTo>
                <a:lnTo>
                  <a:pt x="1373" y="1812"/>
                </a:lnTo>
                <a:lnTo>
                  <a:pt x="1374" y="1812"/>
                </a:lnTo>
                <a:lnTo>
                  <a:pt x="1374" y="1813"/>
                </a:lnTo>
                <a:lnTo>
                  <a:pt x="1375" y="1814"/>
                </a:lnTo>
                <a:lnTo>
                  <a:pt x="1377" y="1814"/>
                </a:lnTo>
                <a:lnTo>
                  <a:pt x="1378" y="1814"/>
                </a:lnTo>
                <a:lnTo>
                  <a:pt x="1379" y="1815"/>
                </a:lnTo>
                <a:lnTo>
                  <a:pt x="1380" y="1816"/>
                </a:lnTo>
                <a:lnTo>
                  <a:pt x="1382" y="1815"/>
                </a:lnTo>
                <a:lnTo>
                  <a:pt x="1383" y="1815"/>
                </a:lnTo>
                <a:lnTo>
                  <a:pt x="1383" y="1816"/>
                </a:lnTo>
                <a:lnTo>
                  <a:pt x="1384" y="1816"/>
                </a:lnTo>
                <a:lnTo>
                  <a:pt x="1385" y="1816"/>
                </a:lnTo>
                <a:lnTo>
                  <a:pt x="1386" y="1816"/>
                </a:lnTo>
                <a:lnTo>
                  <a:pt x="1387" y="1816"/>
                </a:lnTo>
                <a:lnTo>
                  <a:pt x="1387" y="1817"/>
                </a:lnTo>
                <a:lnTo>
                  <a:pt x="1388" y="1818"/>
                </a:lnTo>
                <a:lnTo>
                  <a:pt x="1387" y="1819"/>
                </a:lnTo>
                <a:lnTo>
                  <a:pt x="1387" y="1820"/>
                </a:lnTo>
                <a:lnTo>
                  <a:pt x="1387" y="1821"/>
                </a:lnTo>
                <a:lnTo>
                  <a:pt x="1389" y="1821"/>
                </a:lnTo>
                <a:lnTo>
                  <a:pt x="1390" y="1821"/>
                </a:lnTo>
                <a:lnTo>
                  <a:pt x="1391" y="1821"/>
                </a:lnTo>
                <a:lnTo>
                  <a:pt x="1392" y="1820"/>
                </a:lnTo>
                <a:lnTo>
                  <a:pt x="1393" y="1819"/>
                </a:lnTo>
                <a:lnTo>
                  <a:pt x="1394" y="1818"/>
                </a:lnTo>
                <a:lnTo>
                  <a:pt x="1395" y="1818"/>
                </a:lnTo>
                <a:lnTo>
                  <a:pt x="1396" y="1818"/>
                </a:lnTo>
                <a:lnTo>
                  <a:pt x="1396" y="1819"/>
                </a:lnTo>
                <a:lnTo>
                  <a:pt x="1397" y="1819"/>
                </a:lnTo>
                <a:lnTo>
                  <a:pt x="1397" y="1820"/>
                </a:lnTo>
                <a:lnTo>
                  <a:pt x="1398" y="1820"/>
                </a:lnTo>
                <a:lnTo>
                  <a:pt x="1398" y="1821"/>
                </a:lnTo>
                <a:lnTo>
                  <a:pt x="1398" y="1822"/>
                </a:lnTo>
                <a:lnTo>
                  <a:pt x="1399" y="1822"/>
                </a:lnTo>
                <a:lnTo>
                  <a:pt x="1400" y="1822"/>
                </a:lnTo>
                <a:lnTo>
                  <a:pt x="1401" y="1822"/>
                </a:lnTo>
                <a:lnTo>
                  <a:pt x="1402" y="1821"/>
                </a:lnTo>
                <a:lnTo>
                  <a:pt x="1403" y="1822"/>
                </a:lnTo>
                <a:lnTo>
                  <a:pt x="1403" y="1823"/>
                </a:lnTo>
                <a:lnTo>
                  <a:pt x="1403" y="1824"/>
                </a:lnTo>
                <a:lnTo>
                  <a:pt x="1404" y="1824"/>
                </a:lnTo>
                <a:lnTo>
                  <a:pt x="1405" y="1824"/>
                </a:lnTo>
                <a:lnTo>
                  <a:pt x="1406" y="1825"/>
                </a:lnTo>
                <a:lnTo>
                  <a:pt x="1406" y="1826"/>
                </a:lnTo>
                <a:lnTo>
                  <a:pt x="1407" y="1826"/>
                </a:lnTo>
                <a:lnTo>
                  <a:pt x="1409" y="1827"/>
                </a:lnTo>
                <a:lnTo>
                  <a:pt x="1410" y="1828"/>
                </a:lnTo>
                <a:lnTo>
                  <a:pt x="1410" y="1829"/>
                </a:lnTo>
                <a:lnTo>
                  <a:pt x="1411" y="1829"/>
                </a:lnTo>
                <a:lnTo>
                  <a:pt x="1413" y="1830"/>
                </a:lnTo>
                <a:lnTo>
                  <a:pt x="1414" y="1830"/>
                </a:lnTo>
                <a:lnTo>
                  <a:pt x="1414" y="1831"/>
                </a:lnTo>
                <a:lnTo>
                  <a:pt x="1414" y="1832"/>
                </a:lnTo>
                <a:lnTo>
                  <a:pt x="1414" y="1833"/>
                </a:lnTo>
                <a:lnTo>
                  <a:pt x="1413" y="1833"/>
                </a:lnTo>
                <a:lnTo>
                  <a:pt x="1412" y="1833"/>
                </a:lnTo>
                <a:lnTo>
                  <a:pt x="1412" y="1834"/>
                </a:lnTo>
                <a:lnTo>
                  <a:pt x="1413" y="1834"/>
                </a:lnTo>
                <a:lnTo>
                  <a:pt x="1414" y="1837"/>
                </a:lnTo>
                <a:lnTo>
                  <a:pt x="1417" y="1839"/>
                </a:lnTo>
                <a:lnTo>
                  <a:pt x="1420" y="1841"/>
                </a:lnTo>
                <a:lnTo>
                  <a:pt x="1420" y="1840"/>
                </a:lnTo>
                <a:lnTo>
                  <a:pt x="1421" y="1840"/>
                </a:lnTo>
                <a:lnTo>
                  <a:pt x="1421" y="1839"/>
                </a:lnTo>
                <a:lnTo>
                  <a:pt x="1421" y="1838"/>
                </a:lnTo>
                <a:lnTo>
                  <a:pt x="1422" y="1838"/>
                </a:lnTo>
                <a:lnTo>
                  <a:pt x="1424" y="1840"/>
                </a:lnTo>
                <a:lnTo>
                  <a:pt x="1424" y="1841"/>
                </a:lnTo>
                <a:lnTo>
                  <a:pt x="1424" y="1842"/>
                </a:lnTo>
                <a:lnTo>
                  <a:pt x="1423" y="1843"/>
                </a:lnTo>
                <a:lnTo>
                  <a:pt x="1423" y="1844"/>
                </a:lnTo>
                <a:lnTo>
                  <a:pt x="1423" y="1845"/>
                </a:lnTo>
                <a:lnTo>
                  <a:pt x="1424" y="1846"/>
                </a:lnTo>
                <a:lnTo>
                  <a:pt x="1425" y="1845"/>
                </a:lnTo>
                <a:lnTo>
                  <a:pt x="1425" y="1844"/>
                </a:lnTo>
                <a:lnTo>
                  <a:pt x="1426" y="1843"/>
                </a:lnTo>
                <a:lnTo>
                  <a:pt x="1426" y="1842"/>
                </a:lnTo>
                <a:lnTo>
                  <a:pt x="1427" y="1843"/>
                </a:lnTo>
                <a:lnTo>
                  <a:pt x="1427" y="1844"/>
                </a:lnTo>
                <a:lnTo>
                  <a:pt x="1427" y="1845"/>
                </a:lnTo>
                <a:lnTo>
                  <a:pt x="1427" y="1846"/>
                </a:lnTo>
                <a:lnTo>
                  <a:pt x="1428" y="1846"/>
                </a:lnTo>
                <a:lnTo>
                  <a:pt x="1428" y="1847"/>
                </a:lnTo>
                <a:lnTo>
                  <a:pt x="1428" y="1845"/>
                </a:lnTo>
                <a:lnTo>
                  <a:pt x="1430" y="1845"/>
                </a:lnTo>
                <a:lnTo>
                  <a:pt x="1430" y="1844"/>
                </a:lnTo>
                <a:lnTo>
                  <a:pt x="1431" y="1842"/>
                </a:lnTo>
                <a:lnTo>
                  <a:pt x="1431" y="1841"/>
                </a:lnTo>
                <a:lnTo>
                  <a:pt x="1432" y="1840"/>
                </a:lnTo>
                <a:lnTo>
                  <a:pt x="1432" y="1839"/>
                </a:lnTo>
                <a:lnTo>
                  <a:pt x="1432" y="1838"/>
                </a:lnTo>
                <a:lnTo>
                  <a:pt x="1433" y="1838"/>
                </a:lnTo>
                <a:lnTo>
                  <a:pt x="1433" y="1837"/>
                </a:lnTo>
                <a:lnTo>
                  <a:pt x="1434" y="1838"/>
                </a:lnTo>
                <a:lnTo>
                  <a:pt x="1435" y="1837"/>
                </a:lnTo>
                <a:lnTo>
                  <a:pt x="1436" y="1836"/>
                </a:lnTo>
                <a:lnTo>
                  <a:pt x="1437" y="1836"/>
                </a:lnTo>
                <a:lnTo>
                  <a:pt x="1438" y="1837"/>
                </a:lnTo>
                <a:lnTo>
                  <a:pt x="1440" y="1837"/>
                </a:lnTo>
                <a:lnTo>
                  <a:pt x="1444" y="1837"/>
                </a:lnTo>
                <a:lnTo>
                  <a:pt x="1444" y="1838"/>
                </a:lnTo>
                <a:lnTo>
                  <a:pt x="1445" y="1838"/>
                </a:lnTo>
                <a:lnTo>
                  <a:pt x="1445" y="1837"/>
                </a:lnTo>
                <a:lnTo>
                  <a:pt x="1446" y="1837"/>
                </a:lnTo>
                <a:lnTo>
                  <a:pt x="1447" y="1836"/>
                </a:lnTo>
                <a:lnTo>
                  <a:pt x="1447" y="1835"/>
                </a:lnTo>
                <a:lnTo>
                  <a:pt x="1447" y="1833"/>
                </a:lnTo>
                <a:lnTo>
                  <a:pt x="1446" y="1833"/>
                </a:lnTo>
                <a:lnTo>
                  <a:pt x="1446" y="1832"/>
                </a:lnTo>
                <a:lnTo>
                  <a:pt x="1447" y="1832"/>
                </a:lnTo>
                <a:lnTo>
                  <a:pt x="1449" y="1832"/>
                </a:lnTo>
                <a:lnTo>
                  <a:pt x="1449" y="1833"/>
                </a:lnTo>
                <a:lnTo>
                  <a:pt x="1450" y="1833"/>
                </a:lnTo>
                <a:lnTo>
                  <a:pt x="1450" y="1834"/>
                </a:lnTo>
                <a:lnTo>
                  <a:pt x="1451" y="1837"/>
                </a:lnTo>
                <a:lnTo>
                  <a:pt x="1452" y="1837"/>
                </a:lnTo>
                <a:lnTo>
                  <a:pt x="1453" y="1837"/>
                </a:lnTo>
                <a:lnTo>
                  <a:pt x="1453" y="1836"/>
                </a:lnTo>
                <a:lnTo>
                  <a:pt x="1454" y="1836"/>
                </a:lnTo>
                <a:lnTo>
                  <a:pt x="1455" y="1836"/>
                </a:lnTo>
                <a:lnTo>
                  <a:pt x="1455" y="1837"/>
                </a:lnTo>
                <a:lnTo>
                  <a:pt x="1456" y="1837"/>
                </a:lnTo>
                <a:lnTo>
                  <a:pt x="1457" y="1837"/>
                </a:lnTo>
                <a:lnTo>
                  <a:pt x="1458" y="1838"/>
                </a:lnTo>
                <a:lnTo>
                  <a:pt x="1458" y="1839"/>
                </a:lnTo>
                <a:lnTo>
                  <a:pt x="1461" y="1840"/>
                </a:lnTo>
                <a:lnTo>
                  <a:pt x="1462" y="1840"/>
                </a:lnTo>
                <a:lnTo>
                  <a:pt x="1462" y="1841"/>
                </a:lnTo>
                <a:lnTo>
                  <a:pt x="1463" y="1841"/>
                </a:lnTo>
                <a:lnTo>
                  <a:pt x="1464" y="1841"/>
                </a:lnTo>
                <a:lnTo>
                  <a:pt x="1464" y="1842"/>
                </a:lnTo>
                <a:lnTo>
                  <a:pt x="1465" y="1841"/>
                </a:lnTo>
                <a:lnTo>
                  <a:pt x="1465" y="1840"/>
                </a:lnTo>
                <a:lnTo>
                  <a:pt x="1465" y="1839"/>
                </a:lnTo>
                <a:lnTo>
                  <a:pt x="1465" y="1838"/>
                </a:lnTo>
                <a:lnTo>
                  <a:pt x="1466" y="1835"/>
                </a:lnTo>
                <a:lnTo>
                  <a:pt x="1466" y="1834"/>
                </a:lnTo>
                <a:lnTo>
                  <a:pt x="1466" y="1833"/>
                </a:lnTo>
                <a:lnTo>
                  <a:pt x="1467" y="1832"/>
                </a:lnTo>
                <a:lnTo>
                  <a:pt x="1466" y="1832"/>
                </a:lnTo>
                <a:lnTo>
                  <a:pt x="1465" y="1831"/>
                </a:lnTo>
                <a:lnTo>
                  <a:pt x="1465" y="1830"/>
                </a:lnTo>
                <a:lnTo>
                  <a:pt x="1466" y="1830"/>
                </a:lnTo>
                <a:lnTo>
                  <a:pt x="1466" y="1829"/>
                </a:lnTo>
                <a:lnTo>
                  <a:pt x="1467" y="1829"/>
                </a:lnTo>
                <a:lnTo>
                  <a:pt x="1469" y="1830"/>
                </a:lnTo>
                <a:lnTo>
                  <a:pt x="1470" y="1830"/>
                </a:lnTo>
                <a:lnTo>
                  <a:pt x="1471" y="1831"/>
                </a:lnTo>
                <a:lnTo>
                  <a:pt x="1472" y="1831"/>
                </a:lnTo>
                <a:lnTo>
                  <a:pt x="1473" y="1830"/>
                </a:lnTo>
                <a:lnTo>
                  <a:pt x="1474" y="1830"/>
                </a:lnTo>
                <a:lnTo>
                  <a:pt x="1474" y="1828"/>
                </a:lnTo>
                <a:lnTo>
                  <a:pt x="1474" y="1827"/>
                </a:lnTo>
                <a:lnTo>
                  <a:pt x="1474" y="1826"/>
                </a:lnTo>
                <a:lnTo>
                  <a:pt x="1475" y="1826"/>
                </a:lnTo>
                <a:lnTo>
                  <a:pt x="1475" y="1825"/>
                </a:lnTo>
                <a:lnTo>
                  <a:pt x="1477" y="1825"/>
                </a:lnTo>
                <a:lnTo>
                  <a:pt x="1477" y="1824"/>
                </a:lnTo>
                <a:lnTo>
                  <a:pt x="1477" y="1822"/>
                </a:lnTo>
                <a:lnTo>
                  <a:pt x="1476" y="1821"/>
                </a:lnTo>
                <a:lnTo>
                  <a:pt x="1475" y="1820"/>
                </a:lnTo>
                <a:lnTo>
                  <a:pt x="1475" y="1819"/>
                </a:lnTo>
                <a:lnTo>
                  <a:pt x="1475" y="1818"/>
                </a:lnTo>
                <a:lnTo>
                  <a:pt x="1476" y="1818"/>
                </a:lnTo>
                <a:lnTo>
                  <a:pt x="1477" y="1818"/>
                </a:lnTo>
                <a:lnTo>
                  <a:pt x="1477" y="1817"/>
                </a:lnTo>
                <a:lnTo>
                  <a:pt x="1478" y="1817"/>
                </a:lnTo>
                <a:lnTo>
                  <a:pt x="1479" y="1817"/>
                </a:lnTo>
                <a:lnTo>
                  <a:pt x="1481" y="1817"/>
                </a:lnTo>
                <a:lnTo>
                  <a:pt x="1481" y="1818"/>
                </a:lnTo>
                <a:lnTo>
                  <a:pt x="1482" y="1818"/>
                </a:lnTo>
                <a:lnTo>
                  <a:pt x="1483" y="1818"/>
                </a:lnTo>
                <a:lnTo>
                  <a:pt x="1483" y="1817"/>
                </a:lnTo>
                <a:lnTo>
                  <a:pt x="1483" y="1816"/>
                </a:lnTo>
                <a:lnTo>
                  <a:pt x="1483" y="1815"/>
                </a:lnTo>
                <a:lnTo>
                  <a:pt x="1483" y="1814"/>
                </a:lnTo>
                <a:lnTo>
                  <a:pt x="1483" y="1813"/>
                </a:lnTo>
                <a:lnTo>
                  <a:pt x="1482" y="1813"/>
                </a:lnTo>
                <a:lnTo>
                  <a:pt x="1482" y="1812"/>
                </a:lnTo>
                <a:lnTo>
                  <a:pt x="1483" y="1811"/>
                </a:lnTo>
                <a:lnTo>
                  <a:pt x="1483" y="1810"/>
                </a:lnTo>
                <a:lnTo>
                  <a:pt x="1483" y="1809"/>
                </a:lnTo>
                <a:lnTo>
                  <a:pt x="1483" y="1808"/>
                </a:lnTo>
                <a:lnTo>
                  <a:pt x="1483" y="1807"/>
                </a:lnTo>
                <a:lnTo>
                  <a:pt x="1483" y="1806"/>
                </a:lnTo>
                <a:lnTo>
                  <a:pt x="1484" y="1804"/>
                </a:lnTo>
                <a:lnTo>
                  <a:pt x="1487" y="1805"/>
                </a:lnTo>
                <a:lnTo>
                  <a:pt x="1488" y="1805"/>
                </a:lnTo>
                <a:lnTo>
                  <a:pt x="1488" y="1806"/>
                </a:lnTo>
                <a:lnTo>
                  <a:pt x="1490" y="1806"/>
                </a:lnTo>
                <a:lnTo>
                  <a:pt x="1491" y="1806"/>
                </a:lnTo>
                <a:lnTo>
                  <a:pt x="1494" y="1808"/>
                </a:lnTo>
                <a:lnTo>
                  <a:pt x="1495" y="1809"/>
                </a:lnTo>
                <a:lnTo>
                  <a:pt x="1496" y="1809"/>
                </a:lnTo>
                <a:lnTo>
                  <a:pt x="1497" y="1809"/>
                </a:lnTo>
                <a:lnTo>
                  <a:pt x="1497" y="1808"/>
                </a:lnTo>
                <a:lnTo>
                  <a:pt x="1498" y="1806"/>
                </a:lnTo>
                <a:lnTo>
                  <a:pt x="1497" y="1805"/>
                </a:lnTo>
                <a:lnTo>
                  <a:pt x="1498" y="1805"/>
                </a:lnTo>
                <a:lnTo>
                  <a:pt x="1498" y="1804"/>
                </a:lnTo>
                <a:lnTo>
                  <a:pt x="1499" y="1805"/>
                </a:lnTo>
                <a:lnTo>
                  <a:pt x="1499" y="1804"/>
                </a:lnTo>
                <a:lnTo>
                  <a:pt x="1499" y="1803"/>
                </a:lnTo>
                <a:lnTo>
                  <a:pt x="1500" y="1803"/>
                </a:lnTo>
                <a:lnTo>
                  <a:pt x="1501" y="1802"/>
                </a:lnTo>
                <a:lnTo>
                  <a:pt x="1501" y="1801"/>
                </a:lnTo>
                <a:lnTo>
                  <a:pt x="1501" y="1800"/>
                </a:lnTo>
                <a:lnTo>
                  <a:pt x="1501" y="1798"/>
                </a:lnTo>
                <a:lnTo>
                  <a:pt x="1501" y="1797"/>
                </a:lnTo>
                <a:lnTo>
                  <a:pt x="1502" y="1797"/>
                </a:lnTo>
                <a:lnTo>
                  <a:pt x="1502" y="1796"/>
                </a:lnTo>
                <a:lnTo>
                  <a:pt x="1503" y="1796"/>
                </a:lnTo>
                <a:lnTo>
                  <a:pt x="1503" y="1795"/>
                </a:lnTo>
                <a:lnTo>
                  <a:pt x="1503" y="1794"/>
                </a:lnTo>
                <a:lnTo>
                  <a:pt x="1503" y="1793"/>
                </a:lnTo>
                <a:lnTo>
                  <a:pt x="1504" y="1793"/>
                </a:lnTo>
                <a:lnTo>
                  <a:pt x="1504" y="1792"/>
                </a:lnTo>
                <a:lnTo>
                  <a:pt x="1505" y="1792"/>
                </a:lnTo>
                <a:lnTo>
                  <a:pt x="1505" y="1793"/>
                </a:lnTo>
                <a:lnTo>
                  <a:pt x="1506" y="1793"/>
                </a:lnTo>
                <a:lnTo>
                  <a:pt x="1508" y="1794"/>
                </a:lnTo>
                <a:lnTo>
                  <a:pt x="1509" y="1794"/>
                </a:lnTo>
                <a:lnTo>
                  <a:pt x="1509" y="1795"/>
                </a:lnTo>
                <a:lnTo>
                  <a:pt x="1510" y="1795"/>
                </a:lnTo>
                <a:lnTo>
                  <a:pt x="1511" y="1795"/>
                </a:lnTo>
                <a:lnTo>
                  <a:pt x="1512" y="1795"/>
                </a:lnTo>
                <a:lnTo>
                  <a:pt x="1513" y="1795"/>
                </a:lnTo>
                <a:lnTo>
                  <a:pt x="1514" y="1794"/>
                </a:lnTo>
                <a:lnTo>
                  <a:pt x="1515" y="1793"/>
                </a:lnTo>
                <a:lnTo>
                  <a:pt x="1516" y="1793"/>
                </a:lnTo>
                <a:lnTo>
                  <a:pt x="1516" y="1792"/>
                </a:lnTo>
                <a:lnTo>
                  <a:pt x="1516" y="1791"/>
                </a:lnTo>
                <a:lnTo>
                  <a:pt x="1515" y="1791"/>
                </a:lnTo>
                <a:lnTo>
                  <a:pt x="1515" y="1790"/>
                </a:lnTo>
                <a:lnTo>
                  <a:pt x="1514" y="1789"/>
                </a:lnTo>
                <a:lnTo>
                  <a:pt x="1513" y="1788"/>
                </a:lnTo>
                <a:lnTo>
                  <a:pt x="1513" y="1787"/>
                </a:lnTo>
                <a:lnTo>
                  <a:pt x="1512" y="1786"/>
                </a:lnTo>
                <a:lnTo>
                  <a:pt x="1511" y="1786"/>
                </a:lnTo>
                <a:lnTo>
                  <a:pt x="1511" y="1785"/>
                </a:lnTo>
                <a:lnTo>
                  <a:pt x="1510" y="1784"/>
                </a:lnTo>
                <a:lnTo>
                  <a:pt x="1509" y="1783"/>
                </a:lnTo>
                <a:lnTo>
                  <a:pt x="1508" y="1782"/>
                </a:lnTo>
                <a:lnTo>
                  <a:pt x="1508" y="1781"/>
                </a:lnTo>
                <a:lnTo>
                  <a:pt x="1508" y="1779"/>
                </a:lnTo>
                <a:lnTo>
                  <a:pt x="1507" y="1779"/>
                </a:lnTo>
                <a:lnTo>
                  <a:pt x="1507" y="1778"/>
                </a:lnTo>
                <a:lnTo>
                  <a:pt x="1506" y="1777"/>
                </a:lnTo>
                <a:lnTo>
                  <a:pt x="1507" y="1777"/>
                </a:lnTo>
                <a:lnTo>
                  <a:pt x="1507" y="1776"/>
                </a:lnTo>
                <a:lnTo>
                  <a:pt x="1506" y="1776"/>
                </a:lnTo>
                <a:lnTo>
                  <a:pt x="1506" y="1775"/>
                </a:lnTo>
                <a:lnTo>
                  <a:pt x="1505" y="1774"/>
                </a:lnTo>
                <a:lnTo>
                  <a:pt x="1504" y="1774"/>
                </a:lnTo>
                <a:lnTo>
                  <a:pt x="1504" y="1773"/>
                </a:lnTo>
                <a:lnTo>
                  <a:pt x="1503" y="1773"/>
                </a:lnTo>
                <a:lnTo>
                  <a:pt x="1503" y="1772"/>
                </a:lnTo>
                <a:lnTo>
                  <a:pt x="1503" y="1771"/>
                </a:lnTo>
                <a:lnTo>
                  <a:pt x="1502" y="1771"/>
                </a:lnTo>
                <a:lnTo>
                  <a:pt x="1502" y="1769"/>
                </a:lnTo>
                <a:lnTo>
                  <a:pt x="1503" y="1767"/>
                </a:lnTo>
                <a:lnTo>
                  <a:pt x="1502" y="1767"/>
                </a:lnTo>
                <a:lnTo>
                  <a:pt x="1502" y="1766"/>
                </a:lnTo>
                <a:lnTo>
                  <a:pt x="1501" y="1764"/>
                </a:lnTo>
                <a:lnTo>
                  <a:pt x="1501" y="1763"/>
                </a:lnTo>
                <a:lnTo>
                  <a:pt x="1500" y="1762"/>
                </a:lnTo>
                <a:lnTo>
                  <a:pt x="1500" y="1761"/>
                </a:lnTo>
                <a:lnTo>
                  <a:pt x="1500" y="1760"/>
                </a:lnTo>
                <a:lnTo>
                  <a:pt x="1499" y="1760"/>
                </a:lnTo>
                <a:lnTo>
                  <a:pt x="1498" y="1761"/>
                </a:lnTo>
                <a:lnTo>
                  <a:pt x="1497" y="1761"/>
                </a:lnTo>
                <a:lnTo>
                  <a:pt x="1497" y="1760"/>
                </a:lnTo>
                <a:lnTo>
                  <a:pt x="1496" y="1760"/>
                </a:lnTo>
                <a:lnTo>
                  <a:pt x="1495" y="1758"/>
                </a:lnTo>
                <a:lnTo>
                  <a:pt x="1495" y="1757"/>
                </a:lnTo>
                <a:lnTo>
                  <a:pt x="1494" y="1757"/>
                </a:lnTo>
                <a:lnTo>
                  <a:pt x="1494" y="1756"/>
                </a:lnTo>
                <a:lnTo>
                  <a:pt x="1493" y="1757"/>
                </a:lnTo>
                <a:lnTo>
                  <a:pt x="1492" y="1757"/>
                </a:lnTo>
                <a:lnTo>
                  <a:pt x="1490" y="1754"/>
                </a:lnTo>
                <a:lnTo>
                  <a:pt x="1489" y="1754"/>
                </a:lnTo>
                <a:lnTo>
                  <a:pt x="1488" y="1754"/>
                </a:lnTo>
                <a:lnTo>
                  <a:pt x="1488" y="1753"/>
                </a:lnTo>
                <a:lnTo>
                  <a:pt x="1487" y="1754"/>
                </a:lnTo>
                <a:lnTo>
                  <a:pt x="1485" y="1754"/>
                </a:lnTo>
                <a:lnTo>
                  <a:pt x="1485" y="1753"/>
                </a:lnTo>
                <a:lnTo>
                  <a:pt x="1484" y="1753"/>
                </a:lnTo>
                <a:lnTo>
                  <a:pt x="1483" y="1753"/>
                </a:lnTo>
                <a:lnTo>
                  <a:pt x="1482" y="1754"/>
                </a:lnTo>
                <a:lnTo>
                  <a:pt x="1481" y="1754"/>
                </a:lnTo>
                <a:lnTo>
                  <a:pt x="1479" y="1753"/>
                </a:lnTo>
                <a:lnTo>
                  <a:pt x="1478" y="1753"/>
                </a:lnTo>
                <a:lnTo>
                  <a:pt x="1477" y="1753"/>
                </a:lnTo>
                <a:lnTo>
                  <a:pt x="1476" y="1753"/>
                </a:lnTo>
                <a:lnTo>
                  <a:pt x="1475" y="1753"/>
                </a:lnTo>
                <a:lnTo>
                  <a:pt x="1474" y="1752"/>
                </a:lnTo>
                <a:lnTo>
                  <a:pt x="1473" y="1752"/>
                </a:lnTo>
                <a:lnTo>
                  <a:pt x="1472" y="1751"/>
                </a:lnTo>
                <a:lnTo>
                  <a:pt x="1470" y="1751"/>
                </a:lnTo>
                <a:lnTo>
                  <a:pt x="1470" y="1750"/>
                </a:lnTo>
                <a:lnTo>
                  <a:pt x="1470" y="1749"/>
                </a:lnTo>
                <a:lnTo>
                  <a:pt x="1470" y="1748"/>
                </a:lnTo>
                <a:lnTo>
                  <a:pt x="1469" y="1748"/>
                </a:lnTo>
                <a:lnTo>
                  <a:pt x="1468" y="1748"/>
                </a:lnTo>
                <a:lnTo>
                  <a:pt x="1468" y="1747"/>
                </a:lnTo>
                <a:lnTo>
                  <a:pt x="1468" y="1745"/>
                </a:lnTo>
                <a:lnTo>
                  <a:pt x="1467" y="1744"/>
                </a:lnTo>
                <a:lnTo>
                  <a:pt x="1467" y="1743"/>
                </a:lnTo>
                <a:lnTo>
                  <a:pt x="1466" y="1743"/>
                </a:lnTo>
                <a:lnTo>
                  <a:pt x="1464" y="1743"/>
                </a:lnTo>
                <a:lnTo>
                  <a:pt x="1464" y="1742"/>
                </a:lnTo>
                <a:lnTo>
                  <a:pt x="1463" y="1740"/>
                </a:lnTo>
                <a:lnTo>
                  <a:pt x="1462" y="1739"/>
                </a:lnTo>
                <a:lnTo>
                  <a:pt x="1462" y="1738"/>
                </a:lnTo>
                <a:lnTo>
                  <a:pt x="1462" y="1734"/>
                </a:lnTo>
                <a:lnTo>
                  <a:pt x="1462" y="1733"/>
                </a:lnTo>
                <a:lnTo>
                  <a:pt x="1462" y="1732"/>
                </a:lnTo>
                <a:lnTo>
                  <a:pt x="1462" y="1731"/>
                </a:lnTo>
                <a:lnTo>
                  <a:pt x="1462" y="1729"/>
                </a:lnTo>
                <a:lnTo>
                  <a:pt x="1462" y="1728"/>
                </a:lnTo>
                <a:lnTo>
                  <a:pt x="1461" y="1728"/>
                </a:lnTo>
                <a:lnTo>
                  <a:pt x="1461" y="1726"/>
                </a:lnTo>
                <a:lnTo>
                  <a:pt x="1462" y="1726"/>
                </a:lnTo>
                <a:lnTo>
                  <a:pt x="1462" y="1725"/>
                </a:lnTo>
                <a:lnTo>
                  <a:pt x="1463" y="1724"/>
                </a:lnTo>
                <a:lnTo>
                  <a:pt x="1464" y="1723"/>
                </a:lnTo>
                <a:lnTo>
                  <a:pt x="1464" y="1722"/>
                </a:lnTo>
                <a:lnTo>
                  <a:pt x="1463" y="1721"/>
                </a:lnTo>
                <a:lnTo>
                  <a:pt x="1463" y="1720"/>
                </a:lnTo>
                <a:lnTo>
                  <a:pt x="1462" y="1720"/>
                </a:lnTo>
                <a:lnTo>
                  <a:pt x="1462" y="1719"/>
                </a:lnTo>
                <a:lnTo>
                  <a:pt x="1462" y="1718"/>
                </a:lnTo>
                <a:lnTo>
                  <a:pt x="1462" y="1717"/>
                </a:lnTo>
                <a:lnTo>
                  <a:pt x="1462" y="1716"/>
                </a:lnTo>
                <a:lnTo>
                  <a:pt x="1461" y="1716"/>
                </a:lnTo>
                <a:lnTo>
                  <a:pt x="1461" y="1715"/>
                </a:lnTo>
                <a:lnTo>
                  <a:pt x="1462" y="1715"/>
                </a:lnTo>
                <a:lnTo>
                  <a:pt x="1462" y="1714"/>
                </a:lnTo>
                <a:lnTo>
                  <a:pt x="1462" y="1712"/>
                </a:lnTo>
                <a:lnTo>
                  <a:pt x="1462" y="1711"/>
                </a:lnTo>
                <a:lnTo>
                  <a:pt x="1462" y="1710"/>
                </a:lnTo>
                <a:lnTo>
                  <a:pt x="1462" y="1709"/>
                </a:lnTo>
                <a:lnTo>
                  <a:pt x="1462" y="1708"/>
                </a:lnTo>
                <a:lnTo>
                  <a:pt x="1462" y="1707"/>
                </a:lnTo>
                <a:lnTo>
                  <a:pt x="1463" y="1707"/>
                </a:lnTo>
                <a:lnTo>
                  <a:pt x="1463" y="1706"/>
                </a:lnTo>
                <a:lnTo>
                  <a:pt x="1463" y="1705"/>
                </a:lnTo>
                <a:lnTo>
                  <a:pt x="1463" y="1704"/>
                </a:lnTo>
                <a:lnTo>
                  <a:pt x="1463" y="1703"/>
                </a:lnTo>
                <a:lnTo>
                  <a:pt x="1462" y="1703"/>
                </a:lnTo>
                <a:lnTo>
                  <a:pt x="1462" y="1702"/>
                </a:lnTo>
                <a:lnTo>
                  <a:pt x="1462" y="1701"/>
                </a:lnTo>
                <a:lnTo>
                  <a:pt x="1462" y="1699"/>
                </a:lnTo>
                <a:lnTo>
                  <a:pt x="1463" y="1698"/>
                </a:lnTo>
                <a:lnTo>
                  <a:pt x="1464" y="1697"/>
                </a:lnTo>
                <a:lnTo>
                  <a:pt x="1464" y="1694"/>
                </a:lnTo>
                <a:lnTo>
                  <a:pt x="1464" y="1693"/>
                </a:lnTo>
                <a:lnTo>
                  <a:pt x="1464" y="1692"/>
                </a:lnTo>
                <a:lnTo>
                  <a:pt x="1464" y="1691"/>
                </a:lnTo>
                <a:lnTo>
                  <a:pt x="1464" y="1690"/>
                </a:lnTo>
                <a:lnTo>
                  <a:pt x="1465" y="1690"/>
                </a:lnTo>
                <a:lnTo>
                  <a:pt x="1465" y="1689"/>
                </a:lnTo>
                <a:lnTo>
                  <a:pt x="1465" y="1688"/>
                </a:lnTo>
                <a:lnTo>
                  <a:pt x="1464" y="1688"/>
                </a:lnTo>
                <a:lnTo>
                  <a:pt x="1464" y="1687"/>
                </a:lnTo>
                <a:lnTo>
                  <a:pt x="1463" y="1687"/>
                </a:lnTo>
                <a:lnTo>
                  <a:pt x="1463" y="1683"/>
                </a:lnTo>
                <a:lnTo>
                  <a:pt x="1463" y="1682"/>
                </a:lnTo>
                <a:lnTo>
                  <a:pt x="1464" y="1682"/>
                </a:lnTo>
                <a:lnTo>
                  <a:pt x="1465" y="1682"/>
                </a:lnTo>
                <a:lnTo>
                  <a:pt x="1465" y="1681"/>
                </a:lnTo>
                <a:lnTo>
                  <a:pt x="1466" y="1680"/>
                </a:lnTo>
                <a:lnTo>
                  <a:pt x="1467" y="1680"/>
                </a:lnTo>
                <a:lnTo>
                  <a:pt x="1469" y="1680"/>
                </a:lnTo>
                <a:lnTo>
                  <a:pt x="1471" y="1680"/>
                </a:lnTo>
                <a:lnTo>
                  <a:pt x="1471" y="1679"/>
                </a:lnTo>
                <a:lnTo>
                  <a:pt x="1472" y="1679"/>
                </a:lnTo>
                <a:lnTo>
                  <a:pt x="1473" y="1679"/>
                </a:lnTo>
                <a:lnTo>
                  <a:pt x="1474" y="1678"/>
                </a:lnTo>
                <a:lnTo>
                  <a:pt x="1473" y="1678"/>
                </a:lnTo>
                <a:lnTo>
                  <a:pt x="1473" y="1677"/>
                </a:lnTo>
                <a:lnTo>
                  <a:pt x="1474" y="1678"/>
                </a:lnTo>
                <a:lnTo>
                  <a:pt x="1475" y="1678"/>
                </a:lnTo>
                <a:lnTo>
                  <a:pt x="1476" y="1678"/>
                </a:lnTo>
                <a:lnTo>
                  <a:pt x="1477" y="1678"/>
                </a:lnTo>
                <a:lnTo>
                  <a:pt x="1477" y="1679"/>
                </a:lnTo>
                <a:lnTo>
                  <a:pt x="1478" y="1678"/>
                </a:lnTo>
                <a:lnTo>
                  <a:pt x="1479" y="1678"/>
                </a:lnTo>
                <a:lnTo>
                  <a:pt x="1480" y="1678"/>
                </a:lnTo>
                <a:lnTo>
                  <a:pt x="1481" y="1678"/>
                </a:lnTo>
                <a:lnTo>
                  <a:pt x="1481" y="1679"/>
                </a:lnTo>
                <a:lnTo>
                  <a:pt x="1482" y="1680"/>
                </a:lnTo>
                <a:lnTo>
                  <a:pt x="1483" y="1680"/>
                </a:lnTo>
                <a:lnTo>
                  <a:pt x="1484" y="1680"/>
                </a:lnTo>
                <a:lnTo>
                  <a:pt x="1484" y="1681"/>
                </a:lnTo>
                <a:lnTo>
                  <a:pt x="1485" y="1681"/>
                </a:lnTo>
                <a:lnTo>
                  <a:pt x="1486" y="1681"/>
                </a:lnTo>
                <a:lnTo>
                  <a:pt x="1488" y="1680"/>
                </a:lnTo>
                <a:lnTo>
                  <a:pt x="1488" y="1679"/>
                </a:lnTo>
                <a:lnTo>
                  <a:pt x="1487" y="1679"/>
                </a:lnTo>
                <a:lnTo>
                  <a:pt x="1486" y="1678"/>
                </a:lnTo>
                <a:lnTo>
                  <a:pt x="1485" y="1677"/>
                </a:lnTo>
                <a:lnTo>
                  <a:pt x="1485" y="1676"/>
                </a:lnTo>
                <a:lnTo>
                  <a:pt x="1485" y="1674"/>
                </a:lnTo>
                <a:lnTo>
                  <a:pt x="1485" y="1672"/>
                </a:lnTo>
                <a:lnTo>
                  <a:pt x="1485" y="1671"/>
                </a:lnTo>
                <a:lnTo>
                  <a:pt x="1486" y="1671"/>
                </a:lnTo>
                <a:lnTo>
                  <a:pt x="1487" y="1671"/>
                </a:lnTo>
                <a:lnTo>
                  <a:pt x="1487" y="1670"/>
                </a:lnTo>
                <a:lnTo>
                  <a:pt x="1487" y="1669"/>
                </a:lnTo>
                <a:lnTo>
                  <a:pt x="1488" y="1669"/>
                </a:lnTo>
                <a:lnTo>
                  <a:pt x="1489" y="1668"/>
                </a:lnTo>
                <a:lnTo>
                  <a:pt x="1489" y="1667"/>
                </a:lnTo>
                <a:lnTo>
                  <a:pt x="1488" y="1666"/>
                </a:lnTo>
                <a:lnTo>
                  <a:pt x="1489" y="1666"/>
                </a:lnTo>
                <a:lnTo>
                  <a:pt x="1491" y="1664"/>
                </a:lnTo>
                <a:lnTo>
                  <a:pt x="1492" y="1663"/>
                </a:lnTo>
                <a:lnTo>
                  <a:pt x="1492" y="1662"/>
                </a:lnTo>
                <a:lnTo>
                  <a:pt x="1493" y="1660"/>
                </a:lnTo>
                <a:lnTo>
                  <a:pt x="1494" y="1660"/>
                </a:lnTo>
                <a:lnTo>
                  <a:pt x="1495" y="1660"/>
                </a:lnTo>
                <a:lnTo>
                  <a:pt x="1495" y="1659"/>
                </a:lnTo>
                <a:lnTo>
                  <a:pt x="1495" y="1658"/>
                </a:lnTo>
                <a:lnTo>
                  <a:pt x="1496" y="1658"/>
                </a:lnTo>
                <a:lnTo>
                  <a:pt x="1497" y="1657"/>
                </a:lnTo>
                <a:lnTo>
                  <a:pt x="1498" y="1657"/>
                </a:lnTo>
                <a:lnTo>
                  <a:pt x="1498" y="1656"/>
                </a:lnTo>
                <a:lnTo>
                  <a:pt x="1498" y="1655"/>
                </a:lnTo>
                <a:lnTo>
                  <a:pt x="1499" y="1655"/>
                </a:lnTo>
                <a:lnTo>
                  <a:pt x="1500" y="1655"/>
                </a:lnTo>
                <a:lnTo>
                  <a:pt x="1500" y="1656"/>
                </a:lnTo>
                <a:lnTo>
                  <a:pt x="1501" y="1656"/>
                </a:lnTo>
                <a:lnTo>
                  <a:pt x="1501" y="1655"/>
                </a:lnTo>
                <a:lnTo>
                  <a:pt x="1502" y="1655"/>
                </a:lnTo>
                <a:lnTo>
                  <a:pt x="1503" y="1656"/>
                </a:lnTo>
                <a:lnTo>
                  <a:pt x="1504" y="1654"/>
                </a:lnTo>
                <a:lnTo>
                  <a:pt x="1504" y="1653"/>
                </a:lnTo>
                <a:lnTo>
                  <a:pt x="1506" y="1651"/>
                </a:lnTo>
                <a:lnTo>
                  <a:pt x="1507" y="1651"/>
                </a:lnTo>
                <a:lnTo>
                  <a:pt x="1510" y="1651"/>
                </a:lnTo>
                <a:lnTo>
                  <a:pt x="1512" y="1651"/>
                </a:lnTo>
                <a:lnTo>
                  <a:pt x="1513" y="1650"/>
                </a:lnTo>
                <a:lnTo>
                  <a:pt x="1513" y="1649"/>
                </a:lnTo>
                <a:lnTo>
                  <a:pt x="1513" y="1648"/>
                </a:lnTo>
                <a:lnTo>
                  <a:pt x="1514" y="1646"/>
                </a:lnTo>
                <a:lnTo>
                  <a:pt x="1515" y="1646"/>
                </a:lnTo>
                <a:lnTo>
                  <a:pt x="1515" y="1647"/>
                </a:lnTo>
                <a:lnTo>
                  <a:pt x="1517" y="1647"/>
                </a:lnTo>
                <a:lnTo>
                  <a:pt x="1517" y="1648"/>
                </a:lnTo>
                <a:lnTo>
                  <a:pt x="1518" y="1648"/>
                </a:lnTo>
                <a:lnTo>
                  <a:pt x="1519" y="1648"/>
                </a:lnTo>
                <a:lnTo>
                  <a:pt x="1520" y="1647"/>
                </a:lnTo>
                <a:lnTo>
                  <a:pt x="1521" y="1647"/>
                </a:lnTo>
                <a:lnTo>
                  <a:pt x="1522" y="1647"/>
                </a:lnTo>
                <a:lnTo>
                  <a:pt x="1523" y="1647"/>
                </a:lnTo>
                <a:lnTo>
                  <a:pt x="1524" y="1646"/>
                </a:lnTo>
                <a:lnTo>
                  <a:pt x="1525" y="1645"/>
                </a:lnTo>
                <a:lnTo>
                  <a:pt x="1526" y="1645"/>
                </a:lnTo>
                <a:lnTo>
                  <a:pt x="1526" y="1644"/>
                </a:lnTo>
                <a:lnTo>
                  <a:pt x="1527" y="1640"/>
                </a:lnTo>
                <a:lnTo>
                  <a:pt x="1527" y="1639"/>
                </a:lnTo>
                <a:lnTo>
                  <a:pt x="1527" y="1638"/>
                </a:lnTo>
                <a:lnTo>
                  <a:pt x="1527" y="1637"/>
                </a:lnTo>
                <a:lnTo>
                  <a:pt x="1528" y="1637"/>
                </a:lnTo>
                <a:lnTo>
                  <a:pt x="1528" y="1636"/>
                </a:lnTo>
                <a:lnTo>
                  <a:pt x="1529" y="1636"/>
                </a:lnTo>
                <a:lnTo>
                  <a:pt x="1529" y="1635"/>
                </a:lnTo>
                <a:lnTo>
                  <a:pt x="1529" y="1634"/>
                </a:lnTo>
                <a:lnTo>
                  <a:pt x="1529" y="1633"/>
                </a:lnTo>
                <a:lnTo>
                  <a:pt x="1529" y="1632"/>
                </a:lnTo>
                <a:lnTo>
                  <a:pt x="1530" y="1632"/>
                </a:lnTo>
                <a:lnTo>
                  <a:pt x="1530" y="1631"/>
                </a:lnTo>
                <a:lnTo>
                  <a:pt x="1531" y="1632"/>
                </a:lnTo>
                <a:lnTo>
                  <a:pt x="1531" y="1631"/>
                </a:lnTo>
                <a:lnTo>
                  <a:pt x="1533" y="1631"/>
                </a:lnTo>
                <a:lnTo>
                  <a:pt x="1534" y="1630"/>
                </a:lnTo>
                <a:lnTo>
                  <a:pt x="1534" y="1628"/>
                </a:lnTo>
                <a:lnTo>
                  <a:pt x="1534" y="1626"/>
                </a:lnTo>
                <a:lnTo>
                  <a:pt x="1535" y="1625"/>
                </a:lnTo>
                <a:lnTo>
                  <a:pt x="1536" y="1624"/>
                </a:lnTo>
                <a:lnTo>
                  <a:pt x="1536" y="1625"/>
                </a:lnTo>
                <a:lnTo>
                  <a:pt x="1537" y="1625"/>
                </a:lnTo>
                <a:lnTo>
                  <a:pt x="1540" y="1625"/>
                </a:lnTo>
                <a:lnTo>
                  <a:pt x="1541" y="1625"/>
                </a:lnTo>
                <a:lnTo>
                  <a:pt x="1542" y="1624"/>
                </a:lnTo>
                <a:lnTo>
                  <a:pt x="1543" y="1623"/>
                </a:lnTo>
                <a:lnTo>
                  <a:pt x="1544" y="1623"/>
                </a:lnTo>
                <a:lnTo>
                  <a:pt x="1545" y="1622"/>
                </a:lnTo>
                <a:lnTo>
                  <a:pt x="1544" y="1618"/>
                </a:lnTo>
                <a:lnTo>
                  <a:pt x="1543" y="1618"/>
                </a:lnTo>
                <a:lnTo>
                  <a:pt x="1542" y="1616"/>
                </a:lnTo>
                <a:lnTo>
                  <a:pt x="1541" y="1615"/>
                </a:lnTo>
                <a:lnTo>
                  <a:pt x="1541" y="1614"/>
                </a:lnTo>
                <a:lnTo>
                  <a:pt x="1541" y="1613"/>
                </a:lnTo>
                <a:lnTo>
                  <a:pt x="1541" y="1612"/>
                </a:lnTo>
                <a:lnTo>
                  <a:pt x="1541" y="1611"/>
                </a:lnTo>
                <a:lnTo>
                  <a:pt x="1540" y="1611"/>
                </a:lnTo>
                <a:lnTo>
                  <a:pt x="1539" y="1611"/>
                </a:lnTo>
                <a:lnTo>
                  <a:pt x="1538" y="1609"/>
                </a:lnTo>
                <a:lnTo>
                  <a:pt x="1539" y="1607"/>
                </a:lnTo>
                <a:lnTo>
                  <a:pt x="1539" y="1606"/>
                </a:lnTo>
                <a:lnTo>
                  <a:pt x="1539" y="1605"/>
                </a:lnTo>
                <a:lnTo>
                  <a:pt x="1540" y="1605"/>
                </a:lnTo>
                <a:lnTo>
                  <a:pt x="1539" y="1604"/>
                </a:lnTo>
                <a:lnTo>
                  <a:pt x="1538" y="1603"/>
                </a:lnTo>
                <a:lnTo>
                  <a:pt x="1535" y="1600"/>
                </a:lnTo>
                <a:lnTo>
                  <a:pt x="1534" y="1600"/>
                </a:lnTo>
                <a:lnTo>
                  <a:pt x="1532" y="1600"/>
                </a:lnTo>
                <a:lnTo>
                  <a:pt x="1530" y="1600"/>
                </a:lnTo>
                <a:lnTo>
                  <a:pt x="1527" y="1597"/>
                </a:lnTo>
                <a:lnTo>
                  <a:pt x="1525" y="1596"/>
                </a:lnTo>
                <a:lnTo>
                  <a:pt x="1525" y="1595"/>
                </a:lnTo>
                <a:lnTo>
                  <a:pt x="1525" y="1594"/>
                </a:lnTo>
                <a:lnTo>
                  <a:pt x="1526" y="1593"/>
                </a:lnTo>
                <a:lnTo>
                  <a:pt x="1527" y="1593"/>
                </a:lnTo>
                <a:lnTo>
                  <a:pt x="1528" y="1593"/>
                </a:lnTo>
                <a:lnTo>
                  <a:pt x="1529" y="1593"/>
                </a:lnTo>
                <a:lnTo>
                  <a:pt x="1530" y="1594"/>
                </a:lnTo>
                <a:lnTo>
                  <a:pt x="1531" y="1590"/>
                </a:lnTo>
                <a:lnTo>
                  <a:pt x="1531" y="1589"/>
                </a:lnTo>
                <a:lnTo>
                  <a:pt x="1532" y="1588"/>
                </a:lnTo>
                <a:lnTo>
                  <a:pt x="1531" y="1587"/>
                </a:lnTo>
                <a:lnTo>
                  <a:pt x="1530" y="1586"/>
                </a:lnTo>
                <a:lnTo>
                  <a:pt x="1530" y="1585"/>
                </a:lnTo>
                <a:lnTo>
                  <a:pt x="1530" y="1584"/>
                </a:lnTo>
                <a:lnTo>
                  <a:pt x="1528" y="1583"/>
                </a:lnTo>
                <a:lnTo>
                  <a:pt x="1527" y="1583"/>
                </a:lnTo>
                <a:lnTo>
                  <a:pt x="1527" y="1582"/>
                </a:lnTo>
                <a:lnTo>
                  <a:pt x="1526" y="1582"/>
                </a:lnTo>
                <a:lnTo>
                  <a:pt x="1526" y="1580"/>
                </a:lnTo>
                <a:lnTo>
                  <a:pt x="1526" y="1579"/>
                </a:lnTo>
                <a:lnTo>
                  <a:pt x="1526" y="1578"/>
                </a:lnTo>
                <a:lnTo>
                  <a:pt x="1526" y="1577"/>
                </a:lnTo>
                <a:lnTo>
                  <a:pt x="1527" y="1575"/>
                </a:lnTo>
                <a:lnTo>
                  <a:pt x="1527" y="1574"/>
                </a:lnTo>
                <a:lnTo>
                  <a:pt x="1528" y="1574"/>
                </a:lnTo>
                <a:lnTo>
                  <a:pt x="1528" y="1573"/>
                </a:lnTo>
                <a:lnTo>
                  <a:pt x="1528" y="1572"/>
                </a:lnTo>
                <a:lnTo>
                  <a:pt x="1528" y="1571"/>
                </a:lnTo>
                <a:lnTo>
                  <a:pt x="1528" y="1570"/>
                </a:lnTo>
                <a:lnTo>
                  <a:pt x="1529" y="1570"/>
                </a:lnTo>
                <a:lnTo>
                  <a:pt x="1530" y="1569"/>
                </a:lnTo>
                <a:lnTo>
                  <a:pt x="1531" y="1569"/>
                </a:lnTo>
                <a:lnTo>
                  <a:pt x="1531" y="1568"/>
                </a:lnTo>
                <a:lnTo>
                  <a:pt x="1532" y="1569"/>
                </a:lnTo>
                <a:lnTo>
                  <a:pt x="1533" y="1569"/>
                </a:lnTo>
                <a:lnTo>
                  <a:pt x="1533" y="1570"/>
                </a:lnTo>
                <a:lnTo>
                  <a:pt x="1534" y="1570"/>
                </a:lnTo>
                <a:lnTo>
                  <a:pt x="1535" y="1570"/>
                </a:lnTo>
                <a:lnTo>
                  <a:pt x="1536" y="1570"/>
                </a:lnTo>
                <a:lnTo>
                  <a:pt x="1538" y="1571"/>
                </a:lnTo>
                <a:lnTo>
                  <a:pt x="1539" y="1571"/>
                </a:lnTo>
                <a:lnTo>
                  <a:pt x="1539" y="1572"/>
                </a:lnTo>
                <a:lnTo>
                  <a:pt x="1540" y="1572"/>
                </a:lnTo>
                <a:lnTo>
                  <a:pt x="1540" y="1571"/>
                </a:lnTo>
                <a:lnTo>
                  <a:pt x="1541" y="1571"/>
                </a:lnTo>
                <a:lnTo>
                  <a:pt x="1544" y="1573"/>
                </a:lnTo>
                <a:lnTo>
                  <a:pt x="1545" y="1573"/>
                </a:lnTo>
                <a:lnTo>
                  <a:pt x="1545" y="1574"/>
                </a:lnTo>
                <a:lnTo>
                  <a:pt x="1546" y="1574"/>
                </a:lnTo>
                <a:lnTo>
                  <a:pt x="1547" y="1574"/>
                </a:lnTo>
                <a:lnTo>
                  <a:pt x="1546" y="1574"/>
                </a:lnTo>
                <a:lnTo>
                  <a:pt x="1546" y="1573"/>
                </a:lnTo>
                <a:lnTo>
                  <a:pt x="1548" y="1573"/>
                </a:lnTo>
                <a:lnTo>
                  <a:pt x="1549" y="1572"/>
                </a:lnTo>
                <a:lnTo>
                  <a:pt x="1550" y="1571"/>
                </a:lnTo>
                <a:lnTo>
                  <a:pt x="1553" y="1569"/>
                </a:lnTo>
                <a:lnTo>
                  <a:pt x="1553" y="1568"/>
                </a:lnTo>
                <a:lnTo>
                  <a:pt x="1554" y="1567"/>
                </a:lnTo>
                <a:lnTo>
                  <a:pt x="1554" y="1566"/>
                </a:lnTo>
                <a:lnTo>
                  <a:pt x="1553" y="1566"/>
                </a:lnTo>
                <a:lnTo>
                  <a:pt x="1552" y="1565"/>
                </a:lnTo>
                <a:lnTo>
                  <a:pt x="1552" y="1564"/>
                </a:lnTo>
                <a:lnTo>
                  <a:pt x="1552" y="1562"/>
                </a:lnTo>
                <a:lnTo>
                  <a:pt x="1553" y="1560"/>
                </a:lnTo>
                <a:lnTo>
                  <a:pt x="1554" y="1560"/>
                </a:lnTo>
                <a:lnTo>
                  <a:pt x="1555" y="1560"/>
                </a:lnTo>
                <a:lnTo>
                  <a:pt x="1555" y="1561"/>
                </a:lnTo>
                <a:lnTo>
                  <a:pt x="1556" y="1560"/>
                </a:lnTo>
                <a:lnTo>
                  <a:pt x="1557" y="1556"/>
                </a:lnTo>
                <a:lnTo>
                  <a:pt x="1557" y="1555"/>
                </a:lnTo>
                <a:lnTo>
                  <a:pt x="1556" y="1555"/>
                </a:lnTo>
                <a:lnTo>
                  <a:pt x="1556" y="1554"/>
                </a:lnTo>
                <a:lnTo>
                  <a:pt x="1557" y="1554"/>
                </a:lnTo>
                <a:lnTo>
                  <a:pt x="1558" y="1553"/>
                </a:lnTo>
                <a:lnTo>
                  <a:pt x="1559" y="1553"/>
                </a:lnTo>
                <a:lnTo>
                  <a:pt x="1560" y="1552"/>
                </a:lnTo>
                <a:lnTo>
                  <a:pt x="1560" y="1551"/>
                </a:lnTo>
                <a:lnTo>
                  <a:pt x="1560" y="1550"/>
                </a:lnTo>
                <a:lnTo>
                  <a:pt x="1560" y="1549"/>
                </a:lnTo>
                <a:lnTo>
                  <a:pt x="1561" y="1549"/>
                </a:lnTo>
                <a:lnTo>
                  <a:pt x="1561" y="1547"/>
                </a:lnTo>
                <a:lnTo>
                  <a:pt x="1562" y="1546"/>
                </a:lnTo>
                <a:lnTo>
                  <a:pt x="1562" y="1545"/>
                </a:lnTo>
                <a:lnTo>
                  <a:pt x="1562" y="1544"/>
                </a:lnTo>
                <a:lnTo>
                  <a:pt x="1562" y="1541"/>
                </a:lnTo>
                <a:lnTo>
                  <a:pt x="1563" y="1541"/>
                </a:lnTo>
                <a:lnTo>
                  <a:pt x="1564" y="1541"/>
                </a:lnTo>
                <a:lnTo>
                  <a:pt x="1565" y="1541"/>
                </a:lnTo>
                <a:lnTo>
                  <a:pt x="1565" y="1540"/>
                </a:lnTo>
                <a:lnTo>
                  <a:pt x="1564" y="1539"/>
                </a:lnTo>
                <a:lnTo>
                  <a:pt x="1564" y="1538"/>
                </a:lnTo>
                <a:lnTo>
                  <a:pt x="1563" y="1538"/>
                </a:lnTo>
                <a:lnTo>
                  <a:pt x="1563" y="1537"/>
                </a:lnTo>
                <a:lnTo>
                  <a:pt x="1564" y="1537"/>
                </a:lnTo>
                <a:lnTo>
                  <a:pt x="1565" y="1538"/>
                </a:lnTo>
                <a:lnTo>
                  <a:pt x="1565" y="1539"/>
                </a:lnTo>
                <a:lnTo>
                  <a:pt x="1566" y="1539"/>
                </a:lnTo>
                <a:lnTo>
                  <a:pt x="1567" y="1539"/>
                </a:lnTo>
                <a:lnTo>
                  <a:pt x="1568" y="1539"/>
                </a:lnTo>
                <a:lnTo>
                  <a:pt x="1570" y="1541"/>
                </a:lnTo>
                <a:lnTo>
                  <a:pt x="1570" y="1542"/>
                </a:lnTo>
                <a:lnTo>
                  <a:pt x="1570" y="1543"/>
                </a:lnTo>
                <a:lnTo>
                  <a:pt x="1571" y="1543"/>
                </a:lnTo>
                <a:lnTo>
                  <a:pt x="1571" y="1544"/>
                </a:lnTo>
                <a:lnTo>
                  <a:pt x="1574" y="1545"/>
                </a:lnTo>
                <a:lnTo>
                  <a:pt x="1575" y="1546"/>
                </a:lnTo>
                <a:lnTo>
                  <a:pt x="1577" y="1547"/>
                </a:lnTo>
                <a:lnTo>
                  <a:pt x="1578" y="1548"/>
                </a:lnTo>
                <a:lnTo>
                  <a:pt x="1581" y="1548"/>
                </a:lnTo>
                <a:lnTo>
                  <a:pt x="1582" y="1548"/>
                </a:lnTo>
                <a:lnTo>
                  <a:pt x="1583" y="1548"/>
                </a:lnTo>
                <a:lnTo>
                  <a:pt x="1584" y="1548"/>
                </a:lnTo>
                <a:lnTo>
                  <a:pt x="1584" y="1549"/>
                </a:lnTo>
                <a:lnTo>
                  <a:pt x="1586" y="1549"/>
                </a:lnTo>
                <a:lnTo>
                  <a:pt x="1587" y="1549"/>
                </a:lnTo>
                <a:lnTo>
                  <a:pt x="1589" y="1550"/>
                </a:lnTo>
                <a:lnTo>
                  <a:pt x="1590" y="1550"/>
                </a:lnTo>
                <a:lnTo>
                  <a:pt x="1590" y="1549"/>
                </a:lnTo>
                <a:lnTo>
                  <a:pt x="1591" y="1550"/>
                </a:lnTo>
                <a:lnTo>
                  <a:pt x="1592" y="1550"/>
                </a:lnTo>
                <a:lnTo>
                  <a:pt x="1593" y="1550"/>
                </a:lnTo>
                <a:lnTo>
                  <a:pt x="1594" y="1550"/>
                </a:lnTo>
                <a:lnTo>
                  <a:pt x="1595" y="1551"/>
                </a:lnTo>
                <a:lnTo>
                  <a:pt x="1596" y="1552"/>
                </a:lnTo>
                <a:lnTo>
                  <a:pt x="1597" y="1553"/>
                </a:lnTo>
                <a:lnTo>
                  <a:pt x="1598" y="1554"/>
                </a:lnTo>
                <a:lnTo>
                  <a:pt x="1599" y="1555"/>
                </a:lnTo>
                <a:lnTo>
                  <a:pt x="1600" y="1556"/>
                </a:lnTo>
                <a:lnTo>
                  <a:pt x="1602" y="1558"/>
                </a:lnTo>
                <a:lnTo>
                  <a:pt x="1604" y="1557"/>
                </a:lnTo>
                <a:lnTo>
                  <a:pt x="1604" y="1556"/>
                </a:lnTo>
                <a:lnTo>
                  <a:pt x="1604" y="1555"/>
                </a:lnTo>
                <a:lnTo>
                  <a:pt x="1605" y="1554"/>
                </a:lnTo>
                <a:lnTo>
                  <a:pt x="1606" y="1553"/>
                </a:lnTo>
                <a:lnTo>
                  <a:pt x="1607" y="1553"/>
                </a:lnTo>
                <a:lnTo>
                  <a:pt x="1608" y="1552"/>
                </a:lnTo>
                <a:lnTo>
                  <a:pt x="1608" y="1551"/>
                </a:lnTo>
                <a:lnTo>
                  <a:pt x="1609" y="1551"/>
                </a:lnTo>
                <a:lnTo>
                  <a:pt x="1608" y="1550"/>
                </a:lnTo>
                <a:lnTo>
                  <a:pt x="1608" y="1549"/>
                </a:lnTo>
                <a:lnTo>
                  <a:pt x="1605" y="1550"/>
                </a:lnTo>
                <a:lnTo>
                  <a:pt x="1604" y="1550"/>
                </a:lnTo>
                <a:lnTo>
                  <a:pt x="1603" y="1551"/>
                </a:lnTo>
                <a:lnTo>
                  <a:pt x="1602" y="1552"/>
                </a:lnTo>
                <a:lnTo>
                  <a:pt x="1600" y="1552"/>
                </a:lnTo>
                <a:lnTo>
                  <a:pt x="1600" y="1550"/>
                </a:lnTo>
                <a:lnTo>
                  <a:pt x="1600" y="1549"/>
                </a:lnTo>
                <a:lnTo>
                  <a:pt x="1601" y="1549"/>
                </a:lnTo>
                <a:lnTo>
                  <a:pt x="1602" y="1548"/>
                </a:lnTo>
                <a:lnTo>
                  <a:pt x="1602" y="1547"/>
                </a:lnTo>
                <a:lnTo>
                  <a:pt x="1603" y="1547"/>
                </a:lnTo>
                <a:lnTo>
                  <a:pt x="1604" y="1547"/>
                </a:lnTo>
                <a:lnTo>
                  <a:pt x="1605" y="1547"/>
                </a:lnTo>
                <a:lnTo>
                  <a:pt x="1606" y="1546"/>
                </a:lnTo>
                <a:lnTo>
                  <a:pt x="1607" y="1546"/>
                </a:lnTo>
                <a:lnTo>
                  <a:pt x="1608" y="1546"/>
                </a:lnTo>
                <a:lnTo>
                  <a:pt x="1608" y="1547"/>
                </a:lnTo>
                <a:lnTo>
                  <a:pt x="1609" y="1546"/>
                </a:lnTo>
                <a:lnTo>
                  <a:pt x="1610" y="1545"/>
                </a:lnTo>
                <a:lnTo>
                  <a:pt x="1610" y="1544"/>
                </a:lnTo>
                <a:lnTo>
                  <a:pt x="1611" y="1544"/>
                </a:lnTo>
                <a:lnTo>
                  <a:pt x="1611" y="1545"/>
                </a:lnTo>
                <a:lnTo>
                  <a:pt x="1612" y="1545"/>
                </a:lnTo>
                <a:lnTo>
                  <a:pt x="1613" y="1545"/>
                </a:lnTo>
                <a:lnTo>
                  <a:pt x="1613" y="1544"/>
                </a:lnTo>
                <a:lnTo>
                  <a:pt x="1612" y="1542"/>
                </a:lnTo>
                <a:lnTo>
                  <a:pt x="1611" y="1541"/>
                </a:lnTo>
                <a:lnTo>
                  <a:pt x="1609" y="1539"/>
                </a:lnTo>
                <a:lnTo>
                  <a:pt x="1608" y="1538"/>
                </a:lnTo>
                <a:lnTo>
                  <a:pt x="1607" y="1538"/>
                </a:lnTo>
                <a:lnTo>
                  <a:pt x="1607" y="1537"/>
                </a:lnTo>
                <a:lnTo>
                  <a:pt x="1607" y="1536"/>
                </a:lnTo>
                <a:lnTo>
                  <a:pt x="1607" y="1535"/>
                </a:lnTo>
                <a:lnTo>
                  <a:pt x="1607" y="1534"/>
                </a:lnTo>
                <a:lnTo>
                  <a:pt x="1606" y="1534"/>
                </a:lnTo>
                <a:lnTo>
                  <a:pt x="1606" y="1533"/>
                </a:lnTo>
                <a:lnTo>
                  <a:pt x="1606" y="1531"/>
                </a:lnTo>
                <a:lnTo>
                  <a:pt x="1606" y="1529"/>
                </a:lnTo>
                <a:lnTo>
                  <a:pt x="1607" y="1527"/>
                </a:lnTo>
                <a:lnTo>
                  <a:pt x="1607" y="1525"/>
                </a:lnTo>
                <a:lnTo>
                  <a:pt x="1606" y="1525"/>
                </a:lnTo>
                <a:lnTo>
                  <a:pt x="1605" y="1525"/>
                </a:lnTo>
                <a:lnTo>
                  <a:pt x="1604" y="1524"/>
                </a:lnTo>
                <a:lnTo>
                  <a:pt x="1603" y="1524"/>
                </a:lnTo>
                <a:lnTo>
                  <a:pt x="1603" y="1523"/>
                </a:lnTo>
                <a:lnTo>
                  <a:pt x="1602" y="1523"/>
                </a:lnTo>
                <a:lnTo>
                  <a:pt x="1602" y="1522"/>
                </a:lnTo>
                <a:lnTo>
                  <a:pt x="1601" y="1521"/>
                </a:lnTo>
                <a:lnTo>
                  <a:pt x="1601" y="1518"/>
                </a:lnTo>
                <a:lnTo>
                  <a:pt x="1600" y="1517"/>
                </a:lnTo>
                <a:lnTo>
                  <a:pt x="1600" y="1516"/>
                </a:lnTo>
                <a:lnTo>
                  <a:pt x="1599" y="1516"/>
                </a:lnTo>
                <a:lnTo>
                  <a:pt x="1598" y="1515"/>
                </a:lnTo>
                <a:lnTo>
                  <a:pt x="1597" y="1514"/>
                </a:lnTo>
                <a:lnTo>
                  <a:pt x="1596" y="1512"/>
                </a:lnTo>
                <a:lnTo>
                  <a:pt x="1596" y="1511"/>
                </a:lnTo>
                <a:lnTo>
                  <a:pt x="1596" y="1510"/>
                </a:lnTo>
                <a:lnTo>
                  <a:pt x="1596" y="1508"/>
                </a:lnTo>
                <a:lnTo>
                  <a:pt x="1596" y="1506"/>
                </a:lnTo>
                <a:lnTo>
                  <a:pt x="1595" y="1505"/>
                </a:lnTo>
                <a:lnTo>
                  <a:pt x="1595" y="1504"/>
                </a:lnTo>
                <a:lnTo>
                  <a:pt x="1594" y="1502"/>
                </a:lnTo>
                <a:lnTo>
                  <a:pt x="1594" y="1501"/>
                </a:lnTo>
                <a:lnTo>
                  <a:pt x="1594" y="1500"/>
                </a:lnTo>
                <a:lnTo>
                  <a:pt x="1594" y="1499"/>
                </a:lnTo>
                <a:lnTo>
                  <a:pt x="1595" y="1499"/>
                </a:lnTo>
                <a:lnTo>
                  <a:pt x="1595" y="1498"/>
                </a:lnTo>
                <a:lnTo>
                  <a:pt x="1596" y="1498"/>
                </a:lnTo>
                <a:lnTo>
                  <a:pt x="1596" y="1497"/>
                </a:lnTo>
                <a:lnTo>
                  <a:pt x="1595" y="1496"/>
                </a:lnTo>
                <a:lnTo>
                  <a:pt x="1596" y="1496"/>
                </a:lnTo>
                <a:lnTo>
                  <a:pt x="1596" y="1495"/>
                </a:lnTo>
                <a:lnTo>
                  <a:pt x="1597" y="1495"/>
                </a:lnTo>
                <a:lnTo>
                  <a:pt x="1598" y="1494"/>
                </a:lnTo>
                <a:lnTo>
                  <a:pt x="1598" y="1493"/>
                </a:lnTo>
                <a:lnTo>
                  <a:pt x="1599" y="1492"/>
                </a:lnTo>
                <a:lnTo>
                  <a:pt x="1599" y="1491"/>
                </a:lnTo>
                <a:lnTo>
                  <a:pt x="1600" y="1491"/>
                </a:lnTo>
                <a:lnTo>
                  <a:pt x="1601" y="1490"/>
                </a:lnTo>
                <a:lnTo>
                  <a:pt x="1602" y="1490"/>
                </a:lnTo>
                <a:lnTo>
                  <a:pt x="1603" y="1490"/>
                </a:lnTo>
                <a:lnTo>
                  <a:pt x="1603" y="1489"/>
                </a:lnTo>
                <a:lnTo>
                  <a:pt x="1604" y="1489"/>
                </a:lnTo>
                <a:lnTo>
                  <a:pt x="1605" y="1488"/>
                </a:lnTo>
                <a:lnTo>
                  <a:pt x="1605" y="1487"/>
                </a:lnTo>
                <a:lnTo>
                  <a:pt x="1606" y="1486"/>
                </a:lnTo>
                <a:lnTo>
                  <a:pt x="1607" y="1485"/>
                </a:lnTo>
                <a:lnTo>
                  <a:pt x="1608" y="1484"/>
                </a:lnTo>
                <a:lnTo>
                  <a:pt x="1609" y="1483"/>
                </a:lnTo>
                <a:lnTo>
                  <a:pt x="1609" y="1482"/>
                </a:lnTo>
                <a:lnTo>
                  <a:pt x="1610" y="1482"/>
                </a:lnTo>
                <a:lnTo>
                  <a:pt x="1611" y="1482"/>
                </a:lnTo>
                <a:lnTo>
                  <a:pt x="1612" y="1483"/>
                </a:lnTo>
                <a:lnTo>
                  <a:pt x="1613" y="1483"/>
                </a:lnTo>
                <a:lnTo>
                  <a:pt x="1614" y="1483"/>
                </a:lnTo>
                <a:lnTo>
                  <a:pt x="1615" y="1483"/>
                </a:lnTo>
                <a:lnTo>
                  <a:pt x="1616" y="1484"/>
                </a:lnTo>
                <a:lnTo>
                  <a:pt x="1617" y="1483"/>
                </a:lnTo>
                <a:lnTo>
                  <a:pt x="1618" y="1483"/>
                </a:lnTo>
                <a:lnTo>
                  <a:pt x="1620" y="1483"/>
                </a:lnTo>
                <a:lnTo>
                  <a:pt x="1621" y="1484"/>
                </a:lnTo>
                <a:lnTo>
                  <a:pt x="1622" y="1484"/>
                </a:lnTo>
                <a:lnTo>
                  <a:pt x="1622" y="1485"/>
                </a:lnTo>
                <a:lnTo>
                  <a:pt x="1623" y="1485"/>
                </a:lnTo>
                <a:lnTo>
                  <a:pt x="1624" y="1485"/>
                </a:lnTo>
                <a:lnTo>
                  <a:pt x="1626" y="1485"/>
                </a:lnTo>
                <a:lnTo>
                  <a:pt x="1626" y="1484"/>
                </a:lnTo>
                <a:lnTo>
                  <a:pt x="1627" y="1484"/>
                </a:lnTo>
                <a:lnTo>
                  <a:pt x="1627" y="1485"/>
                </a:lnTo>
                <a:lnTo>
                  <a:pt x="1628" y="1485"/>
                </a:lnTo>
                <a:lnTo>
                  <a:pt x="1630" y="1485"/>
                </a:lnTo>
                <a:lnTo>
                  <a:pt x="1631" y="1485"/>
                </a:lnTo>
                <a:lnTo>
                  <a:pt x="1632" y="1486"/>
                </a:lnTo>
                <a:lnTo>
                  <a:pt x="1632" y="1487"/>
                </a:lnTo>
                <a:lnTo>
                  <a:pt x="1633" y="1488"/>
                </a:lnTo>
                <a:lnTo>
                  <a:pt x="1635" y="1488"/>
                </a:lnTo>
                <a:lnTo>
                  <a:pt x="1637" y="1488"/>
                </a:lnTo>
                <a:lnTo>
                  <a:pt x="1637" y="1487"/>
                </a:lnTo>
                <a:lnTo>
                  <a:pt x="1637" y="1486"/>
                </a:lnTo>
                <a:lnTo>
                  <a:pt x="1637" y="1485"/>
                </a:lnTo>
                <a:lnTo>
                  <a:pt x="1637" y="1484"/>
                </a:lnTo>
                <a:lnTo>
                  <a:pt x="1638" y="1483"/>
                </a:lnTo>
                <a:lnTo>
                  <a:pt x="1638" y="1482"/>
                </a:lnTo>
                <a:lnTo>
                  <a:pt x="1638" y="1481"/>
                </a:lnTo>
                <a:lnTo>
                  <a:pt x="1638" y="1480"/>
                </a:lnTo>
                <a:lnTo>
                  <a:pt x="1637" y="1478"/>
                </a:lnTo>
                <a:lnTo>
                  <a:pt x="1637" y="1476"/>
                </a:lnTo>
                <a:lnTo>
                  <a:pt x="1638" y="1475"/>
                </a:lnTo>
                <a:lnTo>
                  <a:pt x="1637" y="1474"/>
                </a:lnTo>
                <a:lnTo>
                  <a:pt x="1637" y="1473"/>
                </a:lnTo>
                <a:lnTo>
                  <a:pt x="1638" y="1471"/>
                </a:lnTo>
                <a:lnTo>
                  <a:pt x="1638" y="1470"/>
                </a:lnTo>
                <a:lnTo>
                  <a:pt x="1637" y="1469"/>
                </a:lnTo>
                <a:lnTo>
                  <a:pt x="1636" y="1469"/>
                </a:lnTo>
                <a:lnTo>
                  <a:pt x="1636" y="1468"/>
                </a:lnTo>
                <a:lnTo>
                  <a:pt x="1637" y="1465"/>
                </a:lnTo>
                <a:lnTo>
                  <a:pt x="1638" y="1463"/>
                </a:lnTo>
                <a:lnTo>
                  <a:pt x="1638" y="1461"/>
                </a:lnTo>
                <a:lnTo>
                  <a:pt x="1638" y="1460"/>
                </a:lnTo>
                <a:lnTo>
                  <a:pt x="1639" y="1458"/>
                </a:lnTo>
                <a:lnTo>
                  <a:pt x="1641" y="1457"/>
                </a:lnTo>
                <a:lnTo>
                  <a:pt x="1642" y="1455"/>
                </a:lnTo>
                <a:lnTo>
                  <a:pt x="1641" y="1454"/>
                </a:lnTo>
                <a:lnTo>
                  <a:pt x="1641" y="1455"/>
                </a:lnTo>
                <a:lnTo>
                  <a:pt x="1641" y="1454"/>
                </a:lnTo>
                <a:lnTo>
                  <a:pt x="1641" y="1453"/>
                </a:lnTo>
                <a:lnTo>
                  <a:pt x="1640" y="1452"/>
                </a:lnTo>
                <a:lnTo>
                  <a:pt x="1640" y="1451"/>
                </a:lnTo>
                <a:lnTo>
                  <a:pt x="1639" y="1450"/>
                </a:lnTo>
                <a:lnTo>
                  <a:pt x="1638" y="1449"/>
                </a:lnTo>
                <a:lnTo>
                  <a:pt x="1639" y="1448"/>
                </a:lnTo>
                <a:lnTo>
                  <a:pt x="1640" y="1447"/>
                </a:lnTo>
                <a:lnTo>
                  <a:pt x="1641" y="1447"/>
                </a:lnTo>
                <a:lnTo>
                  <a:pt x="1642" y="1446"/>
                </a:lnTo>
                <a:lnTo>
                  <a:pt x="1641" y="1444"/>
                </a:lnTo>
                <a:lnTo>
                  <a:pt x="1635" y="1443"/>
                </a:lnTo>
                <a:lnTo>
                  <a:pt x="1635" y="1442"/>
                </a:lnTo>
                <a:lnTo>
                  <a:pt x="1633" y="1440"/>
                </a:lnTo>
                <a:lnTo>
                  <a:pt x="1632" y="1439"/>
                </a:lnTo>
                <a:lnTo>
                  <a:pt x="1631" y="1439"/>
                </a:lnTo>
                <a:lnTo>
                  <a:pt x="1631" y="1440"/>
                </a:lnTo>
                <a:lnTo>
                  <a:pt x="1630" y="1440"/>
                </a:lnTo>
                <a:lnTo>
                  <a:pt x="1629" y="1439"/>
                </a:lnTo>
                <a:lnTo>
                  <a:pt x="1629" y="1437"/>
                </a:lnTo>
                <a:lnTo>
                  <a:pt x="1628" y="1437"/>
                </a:lnTo>
                <a:lnTo>
                  <a:pt x="1627" y="1436"/>
                </a:lnTo>
                <a:lnTo>
                  <a:pt x="1628" y="1435"/>
                </a:lnTo>
                <a:lnTo>
                  <a:pt x="1628" y="1434"/>
                </a:lnTo>
                <a:lnTo>
                  <a:pt x="1629" y="1434"/>
                </a:lnTo>
                <a:lnTo>
                  <a:pt x="1630" y="1434"/>
                </a:lnTo>
                <a:lnTo>
                  <a:pt x="1631" y="1435"/>
                </a:lnTo>
                <a:lnTo>
                  <a:pt x="1632" y="1435"/>
                </a:lnTo>
                <a:lnTo>
                  <a:pt x="1633" y="1434"/>
                </a:lnTo>
                <a:lnTo>
                  <a:pt x="1635" y="1432"/>
                </a:lnTo>
                <a:lnTo>
                  <a:pt x="1636" y="1432"/>
                </a:lnTo>
                <a:lnTo>
                  <a:pt x="1637" y="1432"/>
                </a:lnTo>
                <a:lnTo>
                  <a:pt x="1637" y="1431"/>
                </a:lnTo>
                <a:lnTo>
                  <a:pt x="1638" y="1428"/>
                </a:lnTo>
                <a:lnTo>
                  <a:pt x="1638" y="1427"/>
                </a:lnTo>
                <a:lnTo>
                  <a:pt x="1638" y="1426"/>
                </a:lnTo>
                <a:lnTo>
                  <a:pt x="1639" y="1425"/>
                </a:lnTo>
                <a:lnTo>
                  <a:pt x="1639" y="1424"/>
                </a:lnTo>
                <a:lnTo>
                  <a:pt x="1638" y="1423"/>
                </a:lnTo>
                <a:lnTo>
                  <a:pt x="1639" y="1422"/>
                </a:lnTo>
                <a:lnTo>
                  <a:pt x="1640" y="1422"/>
                </a:lnTo>
                <a:lnTo>
                  <a:pt x="1641" y="1422"/>
                </a:lnTo>
                <a:lnTo>
                  <a:pt x="1642" y="1420"/>
                </a:lnTo>
                <a:lnTo>
                  <a:pt x="1642" y="1418"/>
                </a:lnTo>
                <a:lnTo>
                  <a:pt x="1643" y="1417"/>
                </a:lnTo>
                <a:lnTo>
                  <a:pt x="1644" y="1416"/>
                </a:lnTo>
                <a:lnTo>
                  <a:pt x="1644" y="1415"/>
                </a:lnTo>
                <a:lnTo>
                  <a:pt x="1645" y="1413"/>
                </a:lnTo>
                <a:lnTo>
                  <a:pt x="1646" y="1413"/>
                </a:lnTo>
                <a:lnTo>
                  <a:pt x="1648" y="1413"/>
                </a:lnTo>
                <a:lnTo>
                  <a:pt x="1648" y="1412"/>
                </a:lnTo>
                <a:lnTo>
                  <a:pt x="1649" y="1412"/>
                </a:lnTo>
                <a:lnTo>
                  <a:pt x="1650" y="1411"/>
                </a:lnTo>
                <a:lnTo>
                  <a:pt x="1652" y="1412"/>
                </a:lnTo>
                <a:lnTo>
                  <a:pt x="1653" y="1412"/>
                </a:lnTo>
                <a:lnTo>
                  <a:pt x="1653" y="1413"/>
                </a:lnTo>
                <a:lnTo>
                  <a:pt x="1654" y="1413"/>
                </a:lnTo>
                <a:lnTo>
                  <a:pt x="1657" y="1412"/>
                </a:lnTo>
                <a:lnTo>
                  <a:pt x="1658" y="1411"/>
                </a:lnTo>
                <a:lnTo>
                  <a:pt x="1659" y="1411"/>
                </a:lnTo>
                <a:lnTo>
                  <a:pt x="1658" y="1409"/>
                </a:lnTo>
                <a:lnTo>
                  <a:pt x="1658" y="1408"/>
                </a:lnTo>
                <a:lnTo>
                  <a:pt x="1657" y="1408"/>
                </a:lnTo>
                <a:lnTo>
                  <a:pt x="1656" y="1408"/>
                </a:lnTo>
                <a:lnTo>
                  <a:pt x="1656" y="1409"/>
                </a:lnTo>
                <a:lnTo>
                  <a:pt x="1655" y="1407"/>
                </a:lnTo>
                <a:lnTo>
                  <a:pt x="1654" y="1406"/>
                </a:lnTo>
                <a:lnTo>
                  <a:pt x="1653" y="1406"/>
                </a:lnTo>
                <a:lnTo>
                  <a:pt x="1652" y="1405"/>
                </a:lnTo>
                <a:lnTo>
                  <a:pt x="1651" y="1406"/>
                </a:lnTo>
                <a:lnTo>
                  <a:pt x="1651" y="1405"/>
                </a:lnTo>
                <a:lnTo>
                  <a:pt x="1651" y="1404"/>
                </a:lnTo>
                <a:lnTo>
                  <a:pt x="1651" y="1402"/>
                </a:lnTo>
                <a:lnTo>
                  <a:pt x="1651" y="1401"/>
                </a:lnTo>
                <a:lnTo>
                  <a:pt x="1651" y="1400"/>
                </a:lnTo>
                <a:lnTo>
                  <a:pt x="1649" y="1400"/>
                </a:lnTo>
                <a:lnTo>
                  <a:pt x="1649" y="1399"/>
                </a:lnTo>
                <a:lnTo>
                  <a:pt x="1647" y="1399"/>
                </a:lnTo>
                <a:lnTo>
                  <a:pt x="1646" y="1399"/>
                </a:lnTo>
                <a:lnTo>
                  <a:pt x="1646" y="1398"/>
                </a:lnTo>
                <a:lnTo>
                  <a:pt x="1645" y="1398"/>
                </a:lnTo>
                <a:lnTo>
                  <a:pt x="1645" y="1397"/>
                </a:lnTo>
                <a:lnTo>
                  <a:pt x="1643" y="1396"/>
                </a:lnTo>
                <a:lnTo>
                  <a:pt x="1643" y="1395"/>
                </a:lnTo>
                <a:lnTo>
                  <a:pt x="1641" y="1395"/>
                </a:lnTo>
                <a:lnTo>
                  <a:pt x="1641" y="1394"/>
                </a:lnTo>
                <a:lnTo>
                  <a:pt x="1640" y="1394"/>
                </a:lnTo>
                <a:lnTo>
                  <a:pt x="1639" y="1394"/>
                </a:lnTo>
                <a:lnTo>
                  <a:pt x="1638" y="1394"/>
                </a:lnTo>
                <a:lnTo>
                  <a:pt x="1637" y="1393"/>
                </a:lnTo>
                <a:lnTo>
                  <a:pt x="1637" y="1392"/>
                </a:lnTo>
                <a:lnTo>
                  <a:pt x="1636" y="1392"/>
                </a:lnTo>
                <a:lnTo>
                  <a:pt x="1635" y="1392"/>
                </a:lnTo>
                <a:lnTo>
                  <a:pt x="1635" y="1391"/>
                </a:lnTo>
                <a:lnTo>
                  <a:pt x="1634" y="1388"/>
                </a:lnTo>
                <a:lnTo>
                  <a:pt x="1633" y="1387"/>
                </a:lnTo>
                <a:lnTo>
                  <a:pt x="1632" y="1386"/>
                </a:lnTo>
                <a:lnTo>
                  <a:pt x="1631" y="1385"/>
                </a:lnTo>
                <a:lnTo>
                  <a:pt x="1631" y="1384"/>
                </a:lnTo>
                <a:lnTo>
                  <a:pt x="1630" y="1384"/>
                </a:lnTo>
                <a:lnTo>
                  <a:pt x="1629" y="1384"/>
                </a:lnTo>
                <a:lnTo>
                  <a:pt x="1628" y="1384"/>
                </a:lnTo>
                <a:lnTo>
                  <a:pt x="1627" y="1384"/>
                </a:lnTo>
                <a:lnTo>
                  <a:pt x="1625" y="1385"/>
                </a:lnTo>
                <a:lnTo>
                  <a:pt x="1623" y="1384"/>
                </a:lnTo>
                <a:lnTo>
                  <a:pt x="1622" y="1383"/>
                </a:lnTo>
                <a:lnTo>
                  <a:pt x="1621" y="1382"/>
                </a:lnTo>
                <a:lnTo>
                  <a:pt x="1621" y="1380"/>
                </a:lnTo>
                <a:lnTo>
                  <a:pt x="1620" y="1379"/>
                </a:lnTo>
                <a:lnTo>
                  <a:pt x="1620" y="1377"/>
                </a:lnTo>
                <a:lnTo>
                  <a:pt x="1621" y="1376"/>
                </a:lnTo>
                <a:lnTo>
                  <a:pt x="1620" y="1376"/>
                </a:lnTo>
                <a:lnTo>
                  <a:pt x="1620" y="1375"/>
                </a:lnTo>
                <a:lnTo>
                  <a:pt x="1619" y="1374"/>
                </a:lnTo>
                <a:lnTo>
                  <a:pt x="1619" y="1373"/>
                </a:lnTo>
                <a:lnTo>
                  <a:pt x="1618" y="1372"/>
                </a:lnTo>
                <a:lnTo>
                  <a:pt x="1620" y="1369"/>
                </a:lnTo>
                <a:lnTo>
                  <a:pt x="1620" y="1368"/>
                </a:lnTo>
                <a:lnTo>
                  <a:pt x="1619" y="1369"/>
                </a:lnTo>
                <a:lnTo>
                  <a:pt x="1617" y="1368"/>
                </a:lnTo>
                <a:lnTo>
                  <a:pt x="1617" y="1366"/>
                </a:lnTo>
                <a:lnTo>
                  <a:pt x="1617" y="1365"/>
                </a:lnTo>
                <a:lnTo>
                  <a:pt x="1615" y="1365"/>
                </a:lnTo>
                <a:lnTo>
                  <a:pt x="1615" y="1364"/>
                </a:lnTo>
                <a:lnTo>
                  <a:pt x="1614" y="1364"/>
                </a:lnTo>
                <a:lnTo>
                  <a:pt x="1614" y="1362"/>
                </a:lnTo>
                <a:lnTo>
                  <a:pt x="1614" y="1360"/>
                </a:lnTo>
                <a:lnTo>
                  <a:pt x="1613" y="1359"/>
                </a:lnTo>
                <a:lnTo>
                  <a:pt x="1612" y="1359"/>
                </a:lnTo>
                <a:lnTo>
                  <a:pt x="1611" y="1358"/>
                </a:lnTo>
                <a:lnTo>
                  <a:pt x="1610" y="1356"/>
                </a:lnTo>
                <a:lnTo>
                  <a:pt x="1611" y="1355"/>
                </a:lnTo>
                <a:lnTo>
                  <a:pt x="1611" y="1354"/>
                </a:lnTo>
                <a:lnTo>
                  <a:pt x="1612" y="1354"/>
                </a:lnTo>
                <a:lnTo>
                  <a:pt x="1613" y="1353"/>
                </a:lnTo>
                <a:lnTo>
                  <a:pt x="1614" y="1353"/>
                </a:lnTo>
                <a:lnTo>
                  <a:pt x="1614" y="1352"/>
                </a:lnTo>
                <a:lnTo>
                  <a:pt x="1615" y="1350"/>
                </a:lnTo>
                <a:lnTo>
                  <a:pt x="1615" y="1349"/>
                </a:lnTo>
                <a:lnTo>
                  <a:pt x="1614" y="1348"/>
                </a:lnTo>
                <a:lnTo>
                  <a:pt x="1612" y="1346"/>
                </a:lnTo>
                <a:lnTo>
                  <a:pt x="1612" y="1345"/>
                </a:lnTo>
                <a:lnTo>
                  <a:pt x="1611" y="1344"/>
                </a:lnTo>
                <a:lnTo>
                  <a:pt x="1610" y="1344"/>
                </a:lnTo>
                <a:lnTo>
                  <a:pt x="1609" y="1344"/>
                </a:lnTo>
                <a:lnTo>
                  <a:pt x="1608" y="1344"/>
                </a:lnTo>
                <a:lnTo>
                  <a:pt x="1607" y="1341"/>
                </a:lnTo>
                <a:lnTo>
                  <a:pt x="1607" y="1340"/>
                </a:lnTo>
                <a:lnTo>
                  <a:pt x="1607" y="1339"/>
                </a:lnTo>
                <a:lnTo>
                  <a:pt x="1607" y="1338"/>
                </a:lnTo>
                <a:lnTo>
                  <a:pt x="1606" y="1337"/>
                </a:lnTo>
                <a:lnTo>
                  <a:pt x="1606" y="1336"/>
                </a:lnTo>
                <a:lnTo>
                  <a:pt x="1606" y="1335"/>
                </a:lnTo>
                <a:lnTo>
                  <a:pt x="1606" y="1334"/>
                </a:lnTo>
                <a:lnTo>
                  <a:pt x="1607" y="1335"/>
                </a:lnTo>
                <a:lnTo>
                  <a:pt x="1608" y="1335"/>
                </a:lnTo>
                <a:lnTo>
                  <a:pt x="1610" y="1335"/>
                </a:lnTo>
                <a:lnTo>
                  <a:pt x="1610" y="1334"/>
                </a:lnTo>
                <a:lnTo>
                  <a:pt x="1611" y="1333"/>
                </a:lnTo>
                <a:lnTo>
                  <a:pt x="1609" y="1332"/>
                </a:lnTo>
                <a:lnTo>
                  <a:pt x="1607" y="1332"/>
                </a:lnTo>
                <a:lnTo>
                  <a:pt x="1607" y="1331"/>
                </a:lnTo>
                <a:lnTo>
                  <a:pt x="1606" y="1331"/>
                </a:lnTo>
                <a:lnTo>
                  <a:pt x="1605" y="1330"/>
                </a:lnTo>
                <a:lnTo>
                  <a:pt x="1604" y="1330"/>
                </a:lnTo>
                <a:lnTo>
                  <a:pt x="1603" y="1328"/>
                </a:lnTo>
                <a:lnTo>
                  <a:pt x="1604" y="1326"/>
                </a:lnTo>
                <a:lnTo>
                  <a:pt x="1604" y="1325"/>
                </a:lnTo>
                <a:lnTo>
                  <a:pt x="1603" y="1325"/>
                </a:lnTo>
                <a:lnTo>
                  <a:pt x="1601" y="1324"/>
                </a:lnTo>
                <a:lnTo>
                  <a:pt x="1600" y="1325"/>
                </a:lnTo>
                <a:lnTo>
                  <a:pt x="1598" y="1324"/>
                </a:lnTo>
                <a:lnTo>
                  <a:pt x="1597" y="1323"/>
                </a:lnTo>
                <a:lnTo>
                  <a:pt x="1596" y="1322"/>
                </a:lnTo>
                <a:lnTo>
                  <a:pt x="1595" y="1321"/>
                </a:lnTo>
                <a:lnTo>
                  <a:pt x="1593" y="1320"/>
                </a:lnTo>
                <a:lnTo>
                  <a:pt x="1590" y="1318"/>
                </a:lnTo>
                <a:lnTo>
                  <a:pt x="1589" y="1317"/>
                </a:lnTo>
                <a:lnTo>
                  <a:pt x="1589" y="1316"/>
                </a:lnTo>
                <a:lnTo>
                  <a:pt x="1588" y="1313"/>
                </a:lnTo>
                <a:lnTo>
                  <a:pt x="1587" y="1313"/>
                </a:lnTo>
                <a:lnTo>
                  <a:pt x="1587" y="1312"/>
                </a:lnTo>
                <a:lnTo>
                  <a:pt x="1586" y="1312"/>
                </a:lnTo>
                <a:lnTo>
                  <a:pt x="1586" y="1311"/>
                </a:lnTo>
                <a:lnTo>
                  <a:pt x="1585" y="1309"/>
                </a:lnTo>
                <a:lnTo>
                  <a:pt x="1585" y="1308"/>
                </a:lnTo>
                <a:lnTo>
                  <a:pt x="1586" y="1307"/>
                </a:lnTo>
                <a:lnTo>
                  <a:pt x="1586" y="1306"/>
                </a:lnTo>
                <a:lnTo>
                  <a:pt x="1585" y="1305"/>
                </a:lnTo>
                <a:lnTo>
                  <a:pt x="1585" y="1303"/>
                </a:lnTo>
                <a:lnTo>
                  <a:pt x="1586" y="1303"/>
                </a:lnTo>
                <a:lnTo>
                  <a:pt x="1586" y="1302"/>
                </a:lnTo>
                <a:lnTo>
                  <a:pt x="1586" y="1301"/>
                </a:lnTo>
                <a:lnTo>
                  <a:pt x="1587" y="1299"/>
                </a:lnTo>
                <a:lnTo>
                  <a:pt x="1588" y="1299"/>
                </a:lnTo>
                <a:lnTo>
                  <a:pt x="1589" y="1299"/>
                </a:lnTo>
                <a:lnTo>
                  <a:pt x="1590" y="1300"/>
                </a:lnTo>
                <a:lnTo>
                  <a:pt x="1591" y="1300"/>
                </a:lnTo>
                <a:lnTo>
                  <a:pt x="1592" y="1300"/>
                </a:lnTo>
                <a:lnTo>
                  <a:pt x="1592" y="1299"/>
                </a:lnTo>
                <a:lnTo>
                  <a:pt x="1593" y="1298"/>
                </a:lnTo>
                <a:lnTo>
                  <a:pt x="1593" y="1297"/>
                </a:lnTo>
                <a:lnTo>
                  <a:pt x="1594" y="1297"/>
                </a:lnTo>
                <a:lnTo>
                  <a:pt x="1595" y="1296"/>
                </a:lnTo>
                <a:lnTo>
                  <a:pt x="1597" y="1295"/>
                </a:lnTo>
                <a:lnTo>
                  <a:pt x="1598" y="1294"/>
                </a:lnTo>
                <a:lnTo>
                  <a:pt x="1598" y="1293"/>
                </a:lnTo>
                <a:lnTo>
                  <a:pt x="1599" y="1292"/>
                </a:lnTo>
                <a:lnTo>
                  <a:pt x="1600" y="1292"/>
                </a:lnTo>
                <a:lnTo>
                  <a:pt x="1601" y="1292"/>
                </a:lnTo>
                <a:lnTo>
                  <a:pt x="1602" y="1292"/>
                </a:lnTo>
                <a:lnTo>
                  <a:pt x="1603" y="1293"/>
                </a:lnTo>
                <a:lnTo>
                  <a:pt x="1604" y="1293"/>
                </a:lnTo>
                <a:lnTo>
                  <a:pt x="1602" y="1290"/>
                </a:lnTo>
                <a:lnTo>
                  <a:pt x="1601" y="1289"/>
                </a:lnTo>
                <a:lnTo>
                  <a:pt x="1602" y="1289"/>
                </a:lnTo>
                <a:lnTo>
                  <a:pt x="1601" y="1288"/>
                </a:lnTo>
                <a:lnTo>
                  <a:pt x="1599" y="1285"/>
                </a:lnTo>
                <a:lnTo>
                  <a:pt x="1599" y="1284"/>
                </a:lnTo>
                <a:lnTo>
                  <a:pt x="1598" y="1285"/>
                </a:lnTo>
                <a:lnTo>
                  <a:pt x="1596" y="1283"/>
                </a:lnTo>
                <a:lnTo>
                  <a:pt x="1596" y="1282"/>
                </a:lnTo>
                <a:lnTo>
                  <a:pt x="1595" y="1281"/>
                </a:lnTo>
                <a:lnTo>
                  <a:pt x="1594" y="1280"/>
                </a:lnTo>
                <a:lnTo>
                  <a:pt x="1593" y="1280"/>
                </a:lnTo>
                <a:lnTo>
                  <a:pt x="1593" y="1279"/>
                </a:lnTo>
                <a:lnTo>
                  <a:pt x="1593" y="1278"/>
                </a:lnTo>
                <a:lnTo>
                  <a:pt x="1593" y="1277"/>
                </a:lnTo>
                <a:lnTo>
                  <a:pt x="1592" y="1276"/>
                </a:lnTo>
                <a:lnTo>
                  <a:pt x="1592" y="1275"/>
                </a:lnTo>
                <a:lnTo>
                  <a:pt x="1591" y="1275"/>
                </a:lnTo>
                <a:lnTo>
                  <a:pt x="1591" y="1276"/>
                </a:lnTo>
                <a:lnTo>
                  <a:pt x="1590" y="1276"/>
                </a:lnTo>
                <a:lnTo>
                  <a:pt x="1590" y="1275"/>
                </a:lnTo>
                <a:lnTo>
                  <a:pt x="1590" y="1274"/>
                </a:lnTo>
                <a:lnTo>
                  <a:pt x="1589" y="1274"/>
                </a:lnTo>
                <a:lnTo>
                  <a:pt x="1588" y="1273"/>
                </a:lnTo>
                <a:lnTo>
                  <a:pt x="1587" y="1273"/>
                </a:lnTo>
                <a:lnTo>
                  <a:pt x="1586" y="1273"/>
                </a:lnTo>
                <a:lnTo>
                  <a:pt x="1586" y="1272"/>
                </a:lnTo>
                <a:lnTo>
                  <a:pt x="1584" y="1272"/>
                </a:lnTo>
                <a:lnTo>
                  <a:pt x="1583" y="1272"/>
                </a:lnTo>
                <a:lnTo>
                  <a:pt x="1583" y="1271"/>
                </a:lnTo>
                <a:lnTo>
                  <a:pt x="1583" y="1270"/>
                </a:lnTo>
                <a:lnTo>
                  <a:pt x="1582" y="1270"/>
                </a:lnTo>
                <a:lnTo>
                  <a:pt x="1582" y="1269"/>
                </a:lnTo>
                <a:lnTo>
                  <a:pt x="1581" y="1269"/>
                </a:lnTo>
                <a:lnTo>
                  <a:pt x="1581" y="1268"/>
                </a:lnTo>
                <a:lnTo>
                  <a:pt x="1581" y="1267"/>
                </a:lnTo>
                <a:lnTo>
                  <a:pt x="1581" y="1266"/>
                </a:lnTo>
                <a:lnTo>
                  <a:pt x="1580" y="1266"/>
                </a:lnTo>
                <a:lnTo>
                  <a:pt x="1580" y="1265"/>
                </a:lnTo>
                <a:lnTo>
                  <a:pt x="1579" y="1265"/>
                </a:lnTo>
                <a:lnTo>
                  <a:pt x="1579" y="1264"/>
                </a:lnTo>
                <a:lnTo>
                  <a:pt x="1580" y="1264"/>
                </a:lnTo>
                <a:lnTo>
                  <a:pt x="1580" y="1263"/>
                </a:lnTo>
                <a:lnTo>
                  <a:pt x="1580" y="1262"/>
                </a:lnTo>
                <a:lnTo>
                  <a:pt x="1579" y="1261"/>
                </a:lnTo>
                <a:lnTo>
                  <a:pt x="1578" y="1260"/>
                </a:lnTo>
                <a:lnTo>
                  <a:pt x="1577" y="1260"/>
                </a:lnTo>
                <a:lnTo>
                  <a:pt x="1575" y="1260"/>
                </a:lnTo>
                <a:lnTo>
                  <a:pt x="1574" y="1260"/>
                </a:lnTo>
                <a:lnTo>
                  <a:pt x="1574" y="1259"/>
                </a:lnTo>
                <a:lnTo>
                  <a:pt x="1573" y="1258"/>
                </a:lnTo>
                <a:lnTo>
                  <a:pt x="1574" y="1258"/>
                </a:lnTo>
                <a:lnTo>
                  <a:pt x="1574" y="1257"/>
                </a:lnTo>
                <a:lnTo>
                  <a:pt x="1573" y="1257"/>
                </a:lnTo>
                <a:lnTo>
                  <a:pt x="1574" y="1257"/>
                </a:lnTo>
                <a:lnTo>
                  <a:pt x="1573" y="1257"/>
                </a:lnTo>
                <a:lnTo>
                  <a:pt x="1572" y="1257"/>
                </a:lnTo>
                <a:lnTo>
                  <a:pt x="1571" y="1257"/>
                </a:lnTo>
                <a:lnTo>
                  <a:pt x="1570" y="1256"/>
                </a:lnTo>
                <a:lnTo>
                  <a:pt x="1570" y="1255"/>
                </a:lnTo>
                <a:lnTo>
                  <a:pt x="1570" y="1254"/>
                </a:lnTo>
                <a:lnTo>
                  <a:pt x="1570" y="1253"/>
                </a:lnTo>
                <a:lnTo>
                  <a:pt x="1569" y="1253"/>
                </a:lnTo>
                <a:lnTo>
                  <a:pt x="1569" y="1254"/>
                </a:lnTo>
                <a:lnTo>
                  <a:pt x="1568" y="1254"/>
                </a:lnTo>
                <a:lnTo>
                  <a:pt x="1567" y="1254"/>
                </a:lnTo>
                <a:lnTo>
                  <a:pt x="1567" y="1253"/>
                </a:lnTo>
                <a:lnTo>
                  <a:pt x="1566" y="1253"/>
                </a:lnTo>
                <a:lnTo>
                  <a:pt x="1565" y="1253"/>
                </a:lnTo>
                <a:lnTo>
                  <a:pt x="1565" y="1254"/>
                </a:lnTo>
                <a:lnTo>
                  <a:pt x="1564" y="1253"/>
                </a:lnTo>
                <a:lnTo>
                  <a:pt x="1563" y="1252"/>
                </a:lnTo>
                <a:lnTo>
                  <a:pt x="1563" y="1251"/>
                </a:lnTo>
                <a:lnTo>
                  <a:pt x="1562" y="1251"/>
                </a:lnTo>
                <a:lnTo>
                  <a:pt x="1562" y="1250"/>
                </a:lnTo>
                <a:lnTo>
                  <a:pt x="1564" y="1250"/>
                </a:lnTo>
                <a:lnTo>
                  <a:pt x="1564" y="1249"/>
                </a:lnTo>
                <a:lnTo>
                  <a:pt x="1565" y="1249"/>
                </a:lnTo>
                <a:lnTo>
                  <a:pt x="1565" y="1248"/>
                </a:lnTo>
                <a:lnTo>
                  <a:pt x="1565" y="1247"/>
                </a:lnTo>
                <a:lnTo>
                  <a:pt x="1565" y="1246"/>
                </a:lnTo>
                <a:lnTo>
                  <a:pt x="1565" y="1245"/>
                </a:lnTo>
                <a:lnTo>
                  <a:pt x="1566" y="1245"/>
                </a:lnTo>
                <a:lnTo>
                  <a:pt x="1568" y="1243"/>
                </a:lnTo>
                <a:lnTo>
                  <a:pt x="1571" y="1241"/>
                </a:lnTo>
                <a:lnTo>
                  <a:pt x="1571" y="1240"/>
                </a:lnTo>
                <a:lnTo>
                  <a:pt x="1570" y="1238"/>
                </a:lnTo>
                <a:lnTo>
                  <a:pt x="1570" y="1237"/>
                </a:lnTo>
                <a:lnTo>
                  <a:pt x="1570" y="1236"/>
                </a:lnTo>
                <a:lnTo>
                  <a:pt x="1570" y="1235"/>
                </a:lnTo>
                <a:lnTo>
                  <a:pt x="1570" y="1233"/>
                </a:lnTo>
                <a:lnTo>
                  <a:pt x="1569" y="1231"/>
                </a:lnTo>
                <a:lnTo>
                  <a:pt x="1569" y="1230"/>
                </a:lnTo>
                <a:lnTo>
                  <a:pt x="1569" y="1229"/>
                </a:lnTo>
                <a:lnTo>
                  <a:pt x="1569" y="1228"/>
                </a:lnTo>
                <a:lnTo>
                  <a:pt x="1568" y="1228"/>
                </a:lnTo>
                <a:lnTo>
                  <a:pt x="1569" y="1227"/>
                </a:lnTo>
                <a:lnTo>
                  <a:pt x="1570" y="1226"/>
                </a:lnTo>
                <a:lnTo>
                  <a:pt x="1571" y="1226"/>
                </a:lnTo>
                <a:lnTo>
                  <a:pt x="1572" y="1225"/>
                </a:lnTo>
                <a:lnTo>
                  <a:pt x="1573" y="1225"/>
                </a:lnTo>
                <a:lnTo>
                  <a:pt x="1574" y="1226"/>
                </a:lnTo>
                <a:lnTo>
                  <a:pt x="1575" y="1226"/>
                </a:lnTo>
                <a:lnTo>
                  <a:pt x="1576" y="1226"/>
                </a:lnTo>
                <a:lnTo>
                  <a:pt x="1577" y="1226"/>
                </a:lnTo>
                <a:lnTo>
                  <a:pt x="1578" y="1225"/>
                </a:lnTo>
                <a:lnTo>
                  <a:pt x="1579" y="1225"/>
                </a:lnTo>
                <a:lnTo>
                  <a:pt x="1581" y="1225"/>
                </a:lnTo>
                <a:lnTo>
                  <a:pt x="1582" y="1224"/>
                </a:lnTo>
                <a:lnTo>
                  <a:pt x="1583" y="1224"/>
                </a:lnTo>
                <a:lnTo>
                  <a:pt x="1585" y="1223"/>
                </a:lnTo>
                <a:lnTo>
                  <a:pt x="1586" y="1223"/>
                </a:lnTo>
                <a:lnTo>
                  <a:pt x="1587" y="1223"/>
                </a:lnTo>
                <a:lnTo>
                  <a:pt x="1589" y="1223"/>
                </a:lnTo>
                <a:lnTo>
                  <a:pt x="1590" y="1223"/>
                </a:lnTo>
                <a:lnTo>
                  <a:pt x="1591" y="1223"/>
                </a:lnTo>
                <a:lnTo>
                  <a:pt x="1591" y="1224"/>
                </a:lnTo>
                <a:lnTo>
                  <a:pt x="1593" y="1224"/>
                </a:lnTo>
                <a:lnTo>
                  <a:pt x="1593" y="1221"/>
                </a:lnTo>
                <a:lnTo>
                  <a:pt x="1593" y="1220"/>
                </a:lnTo>
                <a:lnTo>
                  <a:pt x="1593" y="1219"/>
                </a:lnTo>
                <a:lnTo>
                  <a:pt x="1591" y="1217"/>
                </a:lnTo>
                <a:lnTo>
                  <a:pt x="1590" y="1215"/>
                </a:lnTo>
                <a:lnTo>
                  <a:pt x="1588" y="1213"/>
                </a:lnTo>
                <a:lnTo>
                  <a:pt x="1588" y="1212"/>
                </a:lnTo>
                <a:lnTo>
                  <a:pt x="1588" y="1211"/>
                </a:lnTo>
                <a:lnTo>
                  <a:pt x="1588" y="1209"/>
                </a:lnTo>
                <a:lnTo>
                  <a:pt x="1587" y="1209"/>
                </a:lnTo>
                <a:lnTo>
                  <a:pt x="1587" y="1208"/>
                </a:lnTo>
                <a:lnTo>
                  <a:pt x="1586" y="1208"/>
                </a:lnTo>
                <a:lnTo>
                  <a:pt x="1586" y="1209"/>
                </a:lnTo>
                <a:lnTo>
                  <a:pt x="1585" y="1209"/>
                </a:lnTo>
                <a:lnTo>
                  <a:pt x="1584" y="1209"/>
                </a:lnTo>
                <a:lnTo>
                  <a:pt x="1583" y="1208"/>
                </a:lnTo>
                <a:lnTo>
                  <a:pt x="1582" y="1207"/>
                </a:lnTo>
                <a:lnTo>
                  <a:pt x="1582" y="1206"/>
                </a:lnTo>
                <a:lnTo>
                  <a:pt x="1581" y="1205"/>
                </a:lnTo>
                <a:lnTo>
                  <a:pt x="1581" y="1204"/>
                </a:lnTo>
                <a:lnTo>
                  <a:pt x="1580" y="1204"/>
                </a:lnTo>
                <a:lnTo>
                  <a:pt x="1579" y="1203"/>
                </a:lnTo>
                <a:lnTo>
                  <a:pt x="1578" y="1202"/>
                </a:lnTo>
                <a:lnTo>
                  <a:pt x="1578" y="1201"/>
                </a:lnTo>
                <a:lnTo>
                  <a:pt x="1577" y="1200"/>
                </a:lnTo>
                <a:lnTo>
                  <a:pt x="1576" y="1199"/>
                </a:lnTo>
                <a:lnTo>
                  <a:pt x="1574" y="1199"/>
                </a:lnTo>
                <a:lnTo>
                  <a:pt x="1573" y="1199"/>
                </a:lnTo>
                <a:lnTo>
                  <a:pt x="1572" y="1199"/>
                </a:lnTo>
                <a:lnTo>
                  <a:pt x="1570" y="1198"/>
                </a:lnTo>
                <a:lnTo>
                  <a:pt x="1569" y="1197"/>
                </a:lnTo>
                <a:lnTo>
                  <a:pt x="1569" y="1196"/>
                </a:lnTo>
                <a:lnTo>
                  <a:pt x="1569" y="1195"/>
                </a:lnTo>
                <a:lnTo>
                  <a:pt x="1568" y="1194"/>
                </a:lnTo>
                <a:lnTo>
                  <a:pt x="1567" y="1193"/>
                </a:lnTo>
                <a:lnTo>
                  <a:pt x="1566" y="1193"/>
                </a:lnTo>
                <a:lnTo>
                  <a:pt x="1565" y="1192"/>
                </a:lnTo>
                <a:lnTo>
                  <a:pt x="1564" y="1190"/>
                </a:lnTo>
                <a:lnTo>
                  <a:pt x="1564" y="1189"/>
                </a:lnTo>
                <a:lnTo>
                  <a:pt x="1564" y="1188"/>
                </a:lnTo>
                <a:lnTo>
                  <a:pt x="1563" y="1187"/>
                </a:lnTo>
                <a:lnTo>
                  <a:pt x="1562" y="1187"/>
                </a:lnTo>
                <a:lnTo>
                  <a:pt x="1560" y="1185"/>
                </a:lnTo>
                <a:lnTo>
                  <a:pt x="1559" y="1184"/>
                </a:lnTo>
                <a:lnTo>
                  <a:pt x="1559" y="1183"/>
                </a:lnTo>
                <a:lnTo>
                  <a:pt x="1559" y="1182"/>
                </a:lnTo>
                <a:lnTo>
                  <a:pt x="1560" y="1181"/>
                </a:lnTo>
                <a:lnTo>
                  <a:pt x="1560" y="1180"/>
                </a:lnTo>
                <a:lnTo>
                  <a:pt x="1559" y="1179"/>
                </a:lnTo>
                <a:lnTo>
                  <a:pt x="1558" y="1179"/>
                </a:lnTo>
                <a:lnTo>
                  <a:pt x="1558" y="1178"/>
                </a:lnTo>
                <a:lnTo>
                  <a:pt x="1557" y="1178"/>
                </a:lnTo>
                <a:lnTo>
                  <a:pt x="1556" y="1178"/>
                </a:lnTo>
                <a:lnTo>
                  <a:pt x="1555" y="1177"/>
                </a:lnTo>
                <a:lnTo>
                  <a:pt x="1555" y="1176"/>
                </a:lnTo>
                <a:lnTo>
                  <a:pt x="1554" y="1176"/>
                </a:lnTo>
                <a:lnTo>
                  <a:pt x="1553" y="1177"/>
                </a:lnTo>
                <a:lnTo>
                  <a:pt x="1552" y="1176"/>
                </a:lnTo>
                <a:lnTo>
                  <a:pt x="1551" y="1176"/>
                </a:lnTo>
                <a:lnTo>
                  <a:pt x="1551" y="1175"/>
                </a:lnTo>
                <a:lnTo>
                  <a:pt x="1550" y="1175"/>
                </a:lnTo>
                <a:lnTo>
                  <a:pt x="1547" y="1172"/>
                </a:lnTo>
                <a:lnTo>
                  <a:pt x="1546" y="1172"/>
                </a:lnTo>
                <a:lnTo>
                  <a:pt x="1546" y="1171"/>
                </a:lnTo>
                <a:lnTo>
                  <a:pt x="1545" y="1171"/>
                </a:lnTo>
                <a:lnTo>
                  <a:pt x="1544" y="1169"/>
                </a:lnTo>
                <a:lnTo>
                  <a:pt x="1543" y="1169"/>
                </a:lnTo>
                <a:lnTo>
                  <a:pt x="1542" y="1169"/>
                </a:lnTo>
                <a:lnTo>
                  <a:pt x="1540" y="1167"/>
                </a:lnTo>
                <a:lnTo>
                  <a:pt x="1540" y="1166"/>
                </a:lnTo>
                <a:lnTo>
                  <a:pt x="1540" y="1165"/>
                </a:lnTo>
                <a:lnTo>
                  <a:pt x="1540" y="1164"/>
                </a:lnTo>
                <a:lnTo>
                  <a:pt x="1540" y="1163"/>
                </a:lnTo>
                <a:lnTo>
                  <a:pt x="1540" y="1162"/>
                </a:lnTo>
                <a:lnTo>
                  <a:pt x="1539" y="1162"/>
                </a:lnTo>
                <a:lnTo>
                  <a:pt x="1538" y="1162"/>
                </a:lnTo>
                <a:lnTo>
                  <a:pt x="1537" y="1162"/>
                </a:lnTo>
                <a:lnTo>
                  <a:pt x="1536" y="1162"/>
                </a:lnTo>
                <a:lnTo>
                  <a:pt x="1535" y="1162"/>
                </a:lnTo>
                <a:lnTo>
                  <a:pt x="1535" y="1161"/>
                </a:lnTo>
                <a:lnTo>
                  <a:pt x="1534" y="1160"/>
                </a:lnTo>
                <a:lnTo>
                  <a:pt x="1533" y="1160"/>
                </a:lnTo>
                <a:lnTo>
                  <a:pt x="1533" y="1159"/>
                </a:lnTo>
                <a:lnTo>
                  <a:pt x="1532" y="1159"/>
                </a:lnTo>
                <a:lnTo>
                  <a:pt x="1532" y="1158"/>
                </a:lnTo>
                <a:lnTo>
                  <a:pt x="1531" y="1158"/>
                </a:lnTo>
                <a:lnTo>
                  <a:pt x="1530" y="1157"/>
                </a:lnTo>
                <a:lnTo>
                  <a:pt x="1529" y="1157"/>
                </a:lnTo>
                <a:lnTo>
                  <a:pt x="1528" y="1157"/>
                </a:lnTo>
                <a:lnTo>
                  <a:pt x="1528" y="1156"/>
                </a:lnTo>
                <a:lnTo>
                  <a:pt x="1527" y="1156"/>
                </a:lnTo>
                <a:lnTo>
                  <a:pt x="1524" y="1156"/>
                </a:lnTo>
                <a:lnTo>
                  <a:pt x="1523" y="1154"/>
                </a:lnTo>
                <a:lnTo>
                  <a:pt x="1522" y="1154"/>
                </a:lnTo>
                <a:lnTo>
                  <a:pt x="1523" y="1153"/>
                </a:lnTo>
                <a:lnTo>
                  <a:pt x="1522" y="1152"/>
                </a:lnTo>
                <a:lnTo>
                  <a:pt x="1522" y="1151"/>
                </a:lnTo>
                <a:lnTo>
                  <a:pt x="1521" y="1149"/>
                </a:lnTo>
                <a:lnTo>
                  <a:pt x="1521" y="1148"/>
                </a:lnTo>
                <a:lnTo>
                  <a:pt x="1520" y="1147"/>
                </a:lnTo>
                <a:lnTo>
                  <a:pt x="1518" y="1145"/>
                </a:lnTo>
                <a:lnTo>
                  <a:pt x="1517" y="1145"/>
                </a:lnTo>
                <a:lnTo>
                  <a:pt x="1517" y="1144"/>
                </a:lnTo>
                <a:lnTo>
                  <a:pt x="1516" y="1144"/>
                </a:lnTo>
                <a:lnTo>
                  <a:pt x="1513" y="1143"/>
                </a:lnTo>
                <a:lnTo>
                  <a:pt x="1511" y="1142"/>
                </a:lnTo>
                <a:lnTo>
                  <a:pt x="1510" y="1143"/>
                </a:lnTo>
                <a:lnTo>
                  <a:pt x="1509" y="1142"/>
                </a:lnTo>
                <a:lnTo>
                  <a:pt x="1509" y="1140"/>
                </a:lnTo>
                <a:lnTo>
                  <a:pt x="1511" y="1137"/>
                </a:lnTo>
                <a:lnTo>
                  <a:pt x="1512" y="1136"/>
                </a:lnTo>
                <a:lnTo>
                  <a:pt x="1512" y="1135"/>
                </a:lnTo>
                <a:lnTo>
                  <a:pt x="1512" y="1134"/>
                </a:lnTo>
                <a:lnTo>
                  <a:pt x="1512" y="1133"/>
                </a:lnTo>
                <a:lnTo>
                  <a:pt x="1512" y="1132"/>
                </a:lnTo>
                <a:lnTo>
                  <a:pt x="1513" y="1131"/>
                </a:lnTo>
                <a:lnTo>
                  <a:pt x="1514" y="1130"/>
                </a:lnTo>
                <a:lnTo>
                  <a:pt x="1514" y="1129"/>
                </a:lnTo>
                <a:lnTo>
                  <a:pt x="1514" y="1128"/>
                </a:lnTo>
                <a:lnTo>
                  <a:pt x="1513" y="1128"/>
                </a:lnTo>
                <a:lnTo>
                  <a:pt x="1512" y="1128"/>
                </a:lnTo>
                <a:lnTo>
                  <a:pt x="1511" y="1126"/>
                </a:lnTo>
                <a:lnTo>
                  <a:pt x="1511" y="1125"/>
                </a:lnTo>
                <a:lnTo>
                  <a:pt x="1510" y="1125"/>
                </a:lnTo>
                <a:lnTo>
                  <a:pt x="1510" y="1124"/>
                </a:lnTo>
                <a:lnTo>
                  <a:pt x="1510" y="1123"/>
                </a:lnTo>
                <a:lnTo>
                  <a:pt x="1508" y="1122"/>
                </a:lnTo>
                <a:lnTo>
                  <a:pt x="1506" y="1122"/>
                </a:lnTo>
                <a:lnTo>
                  <a:pt x="1505" y="1121"/>
                </a:lnTo>
                <a:lnTo>
                  <a:pt x="1504" y="1120"/>
                </a:lnTo>
                <a:lnTo>
                  <a:pt x="1504" y="1119"/>
                </a:lnTo>
                <a:lnTo>
                  <a:pt x="1504" y="1117"/>
                </a:lnTo>
                <a:lnTo>
                  <a:pt x="1503" y="1116"/>
                </a:lnTo>
                <a:lnTo>
                  <a:pt x="1503" y="1115"/>
                </a:lnTo>
                <a:lnTo>
                  <a:pt x="1501" y="1114"/>
                </a:lnTo>
                <a:lnTo>
                  <a:pt x="1500" y="1113"/>
                </a:lnTo>
                <a:lnTo>
                  <a:pt x="1499" y="1112"/>
                </a:lnTo>
                <a:lnTo>
                  <a:pt x="1500" y="1111"/>
                </a:lnTo>
                <a:lnTo>
                  <a:pt x="1501" y="1109"/>
                </a:lnTo>
                <a:lnTo>
                  <a:pt x="1501" y="1108"/>
                </a:lnTo>
                <a:lnTo>
                  <a:pt x="1501" y="1107"/>
                </a:lnTo>
                <a:lnTo>
                  <a:pt x="1501" y="1106"/>
                </a:lnTo>
                <a:lnTo>
                  <a:pt x="1500" y="1106"/>
                </a:lnTo>
                <a:lnTo>
                  <a:pt x="1500" y="1105"/>
                </a:lnTo>
                <a:lnTo>
                  <a:pt x="1499" y="1104"/>
                </a:lnTo>
                <a:lnTo>
                  <a:pt x="1499" y="1103"/>
                </a:lnTo>
                <a:lnTo>
                  <a:pt x="1500" y="1101"/>
                </a:lnTo>
                <a:lnTo>
                  <a:pt x="1500" y="1100"/>
                </a:lnTo>
                <a:lnTo>
                  <a:pt x="1499" y="1099"/>
                </a:lnTo>
                <a:lnTo>
                  <a:pt x="1498" y="1098"/>
                </a:lnTo>
                <a:lnTo>
                  <a:pt x="1497" y="1098"/>
                </a:lnTo>
                <a:lnTo>
                  <a:pt x="1496" y="1097"/>
                </a:lnTo>
                <a:lnTo>
                  <a:pt x="1497" y="1096"/>
                </a:lnTo>
                <a:lnTo>
                  <a:pt x="1497" y="1095"/>
                </a:lnTo>
                <a:lnTo>
                  <a:pt x="1496" y="1094"/>
                </a:lnTo>
                <a:lnTo>
                  <a:pt x="1495" y="1094"/>
                </a:lnTo>
                <a:lnTo>
                  <a:pt x="1495" y="1093"/>
                </a:lnTo>
                <a:lnTo>
                  <a:pt x="1494" y="1093"/>
                </a:lnTo>
                <a:lnTo>
                  <a:pt x="1494" y="1092"/>
                </a:lnTo>
                <a:lnTo>
                  <a:pt x="1494" y="1091"/>
                </a:lnTo>
                <a:lnTo>
                  <a:pt x="1493" y="1091"/>
                </a:lnTo>
                <a:lnTo>
                  <a:pt x="1492" y="1091"/>
                </a:lnTo>
                <a:lnTo>
                  <a:pt x="1490" y="1091"/>
                </a:lnTo>
                <a:lnTo>
                  <a:pt x="1489" y="1091"/>
                </a:lnTo>
                <a:lnTo>
                  <a:pt x="1488" y="1091"/>
                </a:lnTo>
                <a:lnTo>
                  <a:pt x="1488" y="1090"/>
                </a:lnTo>
                <a:lnTo>
                  <a:pt x="1487" y="1090"/>
                </a:lnTo>
                <a:lnTo>
                  <a:pt x="1487" y="1091"/>
                </a:lnTo>
                <a:lnTo>
                  <a:pt x="1486" y="1091"/>
                </a:lnTo>
                <a:lnTo>
                  <a:pt x="1485" y="1091"/>
                </a:lnTo>
                <a:lnTo>
                  <a:pt x="1484" y="1091"/>
                </a:lnTo>
                <a:lnTo>
                  <a:pt x="1484" y="1092"/>
                </a:lnTo>
                <a:lnTo>
                  <a:pt x="1483" y="1092"/>
                </a:lnTo>
                <a:lnTo>
                  <a:pt x="1482" y="1093"/>
                </a:lnTo>
                <a:lnTo>
                  <a:pt x="1482" y="1094"/>
                </a:lnTo>
                <a:lnTo>
                  <a:pt x="1481" y="1094"/>
                </a:lnTo>
                <a:lnTo>
                  <a:pt x="1480" y="1095"/>
                </a:lnTo>
                <a:lnTo>
                  <a:pt x="1479" y="1095"/>
                </a:lnTo>
                <a:lnTo>
                  <a:pt x="1478" y="1096"/>
                </a:lnTo>
                <a:lnTo>
                  <a:pt x="1477" y="1096"/>
                </a:lnTo>
                <a:lnTo>
                  <a:pt x="1476" y="1098"/>
                </a:lnTo>
                <a:lnTo>
                  <a:pt x="1474" y="1099"/>
                </a:lnTo>
                <a:lnTo>
                  <a:pt x="1474" y="1100"/>
                </a:lnTo>
                <a:lnTo>
                  <a:pt x="1473" y="1102"/>
                </a:lnTo>
                <a:lnTo>
                  <a:pt x="1472" y="1103"/>
                </a:lnTo>
                <a:lnTo>
                  <a:pt x="1472" y="1104"/>
                </a:lnTo>
                <a:lnTo>
                  <a:pt x="1472" y="1105"/>
                </a:lnTo>
                <a:lnTo>
                  <a:pt x="1472" y="1104"/>
                </a:lnTo>
                <a:lnTo>
                  <a:pt x="1471" y="1104"/>
                </a:lnTo>
                <a:lnTo>
                  <a:pt x="1471" y="1103"/>
                </a:lnTo>
                <a:lnTo>
                  <a:pt x="1470" y="1103"/>
                </a:lnTo>
                <a:lnTo>
                  <a:pt x="1470" y="1104"/>
                </a:lnTo>
                <a:lnTo>
                  <a:pt x="1469" y="1104"/>
                </a:lnTo>
                <a:lnTo>
                  <a:pt x="1468" y="1104"/>
                </a:lnTo>
                <a:lnTo>
                  <a:pt x="1468" y="1105"/>
                </a:lnTo>
                <a:lnTo>
                  <a:pt x="1467" y="1105"/>
                </a:lnTo>
                <a:lnTo>
                  <a:pt x="1466" y="1105"/>
                </a:lnTo>
                <a:lnTo>
                  <a:pt x="1465" y="1105"/>
                </a:lnTo>
                <a:lnTo>
                  <a:pt x="1464" y="1105"/>
                </a:lnTo>
                <a:lnTo>
                  <a:pt x="1464" y="1104"/>
                </a:lnTo>
                <a:lnTo>
                  <a:pt x="1464" y="1103"/>
                </a:lnTo>
                <a:lnTo>
                  <a:pt x="1464" y="1101"/>
                </a:lnTo>
                <a:lnTo>
                  <a:pt x="1464" y="1100"/>
                </a:lnTo>
                <a:lnTo>
                  <a:pt x="1464" y="1099"/>
                </a:lnTo>
                <a:lnTo>
                  <a:pt x="1463" y="1099"/>
                </a:lnTo>
                <a:lnTo>
                  <a:pt x="1462" y="1098"/>
                </a:lnTo>
                <a:lnTo>
                  <a:pt x="1461" y="1097"/>
                </a:lnTo>
                <a:lnTo>
                  <a:pt x="1461" y="1096"/>
                </a:lnTo>
                <a:lnTo>
                  <a:pt x="1460" y="1096"/>
                </a:lnTo>
                <a:lnTo>
                  <a:pt x="1459" y="1096"/>
                </a:lnTo>
                <a:lnTo>
                  <a:pt x="1458" y="1096"/>
                </a:lnTo>
                <a:lnTo>
                  <a:pt x="1458" y="1095"/>
                </a:lnTo>
                <a:lnTo>
                  <a:pt x="1457" y="1095"/>
                </a:lnTo>
                <a:lnTo>
                  <a:pt x="1456" y="1095"/>
                </a:lnTo>
                <a:lnTo>
                  <a:pt x="1455" y="1094"/>
                </a:lnTo>
                <a:lnTo>
                  <a:pt x="1454" y="1094"/>
                </a:lnTo>
                <a:lnTo>
                  <a:pt x="1453" y="1094"/>
                </a:lnTo>
                <a:lnTo>
                  <a:pt x="1452" y="1093"/>
                </a:lnTo>
                <a:lnTo>
                  <a:pt x="1451" y="1093"/>
                </a:lnTo>
                <a:lnTo>
                  <a:pt x="1450" y="1093"/>
                </a:lnTo>
                <a:lnTo>
                  <a:pt x="1450" y="1092"/>
                </a:lnTo>
                <a:lnTo>
                  <a:pt x="1449" y="1092"/>
                </a:lnTo>
                <a:lnTo>
                  <a:pt x="1448" y="1092"/>
                </a:lnTo>
                <a:lnTo>
                  <a:pt x="1448" y="1091"/>
                </a:lnTo>
                <a:lnTo>
                  <a:pt x="1447" y="1091"/>
                </a:lnTo>
                <a:lnTo>
                  <a:pt x="1446" y="1090"/>
                </a:lnTo>
                <a:lnTo>
                  <a:pt x="1445" y="1090"/>
                </a:lnTo>
                <a:lnTo>
                  <a:pt x="1444" y="1090"/>
                </a:lnTo>
                <a:lnTo>
                  <a:pt x="1444" y="1089"/>
                </a:lnTo>
                <a:lnTo>
                  <a:pt x="1443" y="1089"/>
                </a:lnTo>
                <a:lnTo>
                  <a:pt x="1441" y="1089"/>
                </a:lnTo>
                <a:lnTo>
                  <a:pt x="1440" y="1088"/>
                </a:lnTo>
                <a:lnTo>
                  <a:pt x="1440" y="1086"/>
                </a:lnTo>
                <a:lnTo>
                  <a:pt x="1441" y="1085"/>
                </a:lnTo>
                <a:lnTo>
                  <a:pt x="1441" y="1084"/>
                </a:lnTo>
                <a:lnTo>
                  <a:pt x="1442" y="1084"/>
                </a:lnTo>
                <a:lnTo>
                  <a:pt x="1442" y="1083"/>
                </a:lnTo>
                <a:lnTo>
                  <a:pt x="1442" y="1082"/>
                </a:lnTo>
                <a:lnTo>
                  <a:pt x="1440" y="1081"/>
                </a:lnTo>
                <a:lnTo>
                  <a:pt x="1439" y="1080"/>
                </a:lnTo>
                <a:lnTo>
                  <a:pt x="1439" y="1079"/>
                </a:lnTo>
                <a:lnTo>
                  <a:pt x="1438" y="1079"/>
                </a:lnTo>
                <a:lnTo>
                  <a:pt x="1437" y="1078"/>
                </a:lnTo>
                <a:lnTo>
                  <a:pt x="1437" y="1077"/>
                </a:lnTo>
                <a:lnTo>
                  <a:pt x="1436" y="1077"/>
                </a:lnTo>
                <a:lnTo>
                  <a:pt x="1436" y="1076"/>
                </a:lnTo>
                <a:lnTo>
                  <a:pt x="1436" y="1075"/>
                </a:lnTo>
                <a:lnTo>
                  <a:pt x="1435" y="1075"/>
                </a:lnTo>
                <a:lnTo>
                  <a:pt x="1435" y="1074"/>
                </a:lnTo>
                <a:lnTo>
                  <a:pt x="1435" y="1073"/>
                </a:lnTo>
                <a:lnTo>
                  <a:pt x="1434" y="1073"/>
                </a:lnTo>
                <a:lnTo>
                  <a:pt x="1434" y="1072"/>
                </a:lnTo>
                <a:lnTo>
                  <a:pt x="1434" y="1071"/>
                </a:lnTo>
                <a:lnTo>
                  <a:pt x="1433" y="1071"/>
                </a:lnTo>
                <a:lnTo>
                  <a:pt x="1433" y="1070"/>
                </a:lnTo>
                <a:lnTo>
                  <a:pt x="1432" y="1070"/>
                </a:lnTo>
                <a:lnTo>
                  <a:pt x="1432" y="1069"/>
                </a:lnTo>
                <a:lnTo>
                  <a:pt x="1431" y="1069"/>
                </a:lnTo>
                <a:lnTo>
                  <a:pt x="1431" y="1068"/>
                </a:lnTo>
                <a:lnTo>
                  <a:pt x="1430" y="1068"/>
                </a:lnTo>
                <a:lnTo>
                  <a:pt x="1430" y="1067"/>
                </a:lnTo>
                <a:lnTo>
                  <a:pt x="1429" y="1067"/>
                </a:lnTo>
                <a:lnTo>
                  <a:pt x="1428" y="1067"/>
                </a:lnTo>
                <a:lnTo>
                  <a:pt x="1428" y="1066"/>
                </a:lnTo>
                <a:lnTo>
                  <a:pt x="1427" y="1066"/>
                </a:lnTo>
                <a:lnTo>
                  <a:pt x="1426" y="1066"/>
                </a:lnTo>
                <a:lnTo>
                  <a:pt x="1425" y="1066"/>
                </a:lnTo>
                <a:lnTo>
                  <a:pt x="1424" y="1066"/>
                </a:lnTo>
                <a:lnTo>
                  <a:pt x="1423" y="1066"/>
                </a:lnTo>
                <a:lnTo>
                  <a:pt x="1423" y="1065"/>
                </a:lnTo>
                <a:lnTo>
                  <a:pt x="1422" y="1065"/>
                </a:lnTo>
                <a:lnTo>
                  <a:pt x="1421" y="1065"/>
                </a:lnTo>
                <a:lnTo>
                  <a:pt x="1421" y="1064"/>
                </a:lnTo>
                <a:lnTo>
                  <a:pt x="1420" y="1064"/>
                </a:lnTo>
                <a:lnTo>
                  <a:pt x="1420" y="1063"/>
                </a:lnTo>
                <a:lnTo>
                  <a:pt x="1419" y="1063"/>
                </a:lnTo>
                <a:lnTo>
                  <a:pt x="1418" y="1063"/>
                </a:lnTo>
                <a:lnTo>
                  <a:pt x="1418" y="1062"/>
                </a:lnTo>
                <a:lnTo>
                  <a:pt x="1417" y="1062"/>
                </a:lnTo>
                <a:lnTo>
                  <a:pt x="1416" y="1062"/>
                </a:lnTo>
                <a:lnTo>
                  <a:pt x="1416" y="1061"/>
                </a:lnTo>
                <a:lnTo>
                  <a:pt x="1415" y="1061"/>
                </a:lnTo>
                <a:lnTo>
                  <a:pt x="1415" y="1062"/>
                </a:lnTo>
                <a:lnTo>
                  <a:pt x="1414" y="1062"/>
                </a:lnTo>
                <a:lnTo>
                  <a:pt x="1414" y="1061"/>
                </a:lnTo>
                <a:lnTo>
                  <a:pt x="1413" y="1062"/>
                </a:lnTo>
                <a:lnTo>
                  <a:pt x="1412" y="1062"/>
                </a:lnTo>
                <a:lnTo>
                  <a:pt x="1412" y="1061"/>
                </a:lnTo>
                <a:lnTo>
                  <a:pt x="1411" y="1061"/>
                </a:lnTo>
                <a:lnTo>
                  <a:pt x="1411" y="1062"/>
                </a:lnTo>
                <a:lnTo>
                  <a:pt x="1411" y="1061"/>
                </a:lnTo>
                <a:lnTo>
                  <a:pt x="1410" y="1061"/>
                </a:lnTo>
                <a:lnTo>
                  <a:pt x="1409" y="1061"/>
                </a:lnTo>
                <a:lnTo>
                  <a:pt x="1409" y="1060"/>
                </a:lnTo>
                <a:lnTo>
                  <a:pt x="1409" y="1059"/>
                </a:lnTo>
                <a:lnTo>
                  <a:pt x="1408" y="1059"/>
                </a:lnTo>
                <a:lnTo>
                  <a:pt x="1407" y="1059"/>
                </a:lnTo>
                <a:lnTo>
                  <a:pt x="1406" y="1059"/>
                </a:lnTo>
                <a:lnTo>
                  <a:pt x="1406" y="1060"/>
                </a:lnTo>
                <a:lnTo>
                  <a:pt x="1406" y="1061"/>
                </a:lnTo>
                <a:lnTo>
                  <a:pt x="1405" y="1061"/>
                </a:lnTo>
                <a:lnTo>
                  <a:pt x="1404" y="1062"/>
                </a:lnTo>
                <a:lnTo>
                  <a:pt x="1403" y="1063"/>
                </a:lnTo>
                <a:lnTo>
                  <a:pt x="1402" y="1063"/>
                </a:lnTo>
                <a:lnTo>
                  <a:pt x="1401" y="1063"/>
                </a:lnTo>
                <a:lnTo>
                  <a:pt x="1401" y="1064"/>
                </a:lnTo>
                <a:lnTo>
                  <a:pt x="1400" y="1064"/>
                </a:lnTo>
                <a:lnTo>
                  <a:pt x="1400" y="1065"/>
                </a:lnTo>
                <a:lnTo>
                  <a:pt x="1400" y="1066"/>
                </a:lnTo>
                <a:lnTo>
                  <a:pt x="1399" y="1066"/>
                </a:lnTo>
                <a:lnTo>
                  <a:pt x="1399" y="1067"/>
                </a:lnTo>
                <a:lnTo>
                  <a:pt x="1398" y="1067"/>
                </a:lnTo>
                <a:lnTo>
                  <a:pt x="1397" y="1067"/>
                </a:lnTo>
                <a:lnTo>
                  <a:pt x="1397" y="1068"/>
                </a:lnTo>
                <a:lnTo>
                  <a:pt x="1396" y="1068"/>
                </a:lnTo>
                <a:lnTo>
                  <a:pt x="1396" y="1069"/>
                </a:lnTo>
                <a:lnTo>
                  <a:pt x="1396" y="1070"/>
                </a:lnTo>
                <a:lnTo>
                  <a:pt x="1396" y="1071"/>
                </a:lnTo>
                <a:lnTo>
                  <a:pt x="1395" y="1071"/>
                </a:lnTo>
                <a:lnTo>
                  <a:pt x="1395" y="1072"/>
                </a:lnTo>
                <a:lnTo>
                  <a:pt x="1396" y="1072"/>
                </a:lnTo>
                <a:lnTo>
                  <a:pt x="1396" y="1073"/>
                </a:lnTo>
                <a:lnTo>
                  <a:pt x="1395" y="1073"/>
                </a:lnTo>
                <a:lnTo>
                  <a:pt x="1394" y="1073"/>
                </a:lnTo>
                <a:lnTo>
                  <a:pt x="1394" y="1074"/>
                </a:lnTo>
                <a:lnTo>
                  <a:pt x="1393" y="1074"/>
                </a:lnTo>
                <a:lnTo>
                  <a:pt x="1392" y="1074"/>
                </a:lnTo>
                <a:lnTo>
                  <a:pt x="1391" y="1074"/>
                </a:lnTo>
                <a:lnTo>
                  <a:pt x="1391" y="1073"/>
                </a:lnTo>
                <a:lnTo>
                  <a:pt x="1391" y="1072"/>
                </a:lnTo>
                <a:lnTo>
                  <a:pt x="1390" y="1073"/>
                </a:lnTo>
                <a:lnTo>
                  <a:pt x="1390" y="1072"/>
                </a:lnTo>
                <a:lnTo>
                  <a:pt x="1389" y="1072"/>
                </a:lnTo>
                <a:lnTo>
                  <a:pt x="1389" y="1071"/>
                </a:lnTo>
                <a:lnTo>
                  <a:pt x="1388" y="1071"/>
                </a:lnTo>
                <a:lnTo>
                  <a:pt x="1388" y="1070"/>
                </a:lnTo>
                <a:lnTo>
                  <a:pt x="1387" y="1070"/>
                </a:lnTo>
                <a:lnTo>
                  <a:pt x="1386" y="1070"/>
                </a:lnTo>
                <a:lnTo>
                  <a:pt x="1385" y="1070"/>
                </a:lnTo>
                <a:lnTo>
                  <a:pt x="1385" y="1069"/>
                </a:lnTo>
                <a:lnTo>
                  <a:pt x="1384" y="1069"/>
                </a:lnTo>
                <a:lnTo>
                  <a:pt x="1384" y="1068"/>
                </a:lnTo>
                <a:lnTo>
                  <a:pt x="1384" y="1067"/>
                </a:lnTo>
                <a:lnTo>
                  <a:pt x="1382" y="1067"/>
                </a:lnTo>
                <a:lnTo>
                  <a:pt x="1382" y="1066"/>
                </a:lnTo>
                <a:lnTo>
                  <a:pt x="1381" y="1066"/>
                </a:lnTo>
                <a:lnTo>
                  <a:pt x="1381" y="1065"/>
                </a:lnTo>
                <a:lnTo>
                  <a:pt x="1380" y="1064"/>
                </a:lnTo>
                <a:lnTo>
                  <a:pt x="1380" y="1065"/>
                </a:lnTo>
                <a:lnTo>
                  <a:pt x="1379" y="1065"/>
                </a:lnTo>
                <a:lnTo>
                  <a:pt x="1378" y="1065"/>
                </a:lnTo>
                <a:lnTo>
                  <a:pt x="1377" y="1065"/>
                </a:lnTo>
                <a:lnTo>
                  <a:pt x="1376" y="1065"/>
                </a:lnTo>
                <a:lnTo>
                  <a:pt x="1376" y="1064"/>
                </a:lnTo>
                <a:lnTo>
                  <a:pt x="1375" y="1064"/>
                </a:lnTo>
                <a:lnTo>
                  <a:pt x="1375" y="1063"/>
                </a:lnTo>
                <a:lnTo>
                  <a:pt x="1374" y="1063"/>
                </a:lnTo>
                <a:lnTo>
                  <a:pt x="1373" y="1063"/>
                </a:lnTo>
                <a:lnTo>
                  <a:pt x="1372" y="1063"/>
                </a:lnTo>
                <a:lnTo>
                  <a:pt x="1371" y="1062"/>
                </a:lnTo>
                <a:lnTo>
                  <a:pt x="1370" y="1062"/>
                </a:lnTo>
                <a:lnTo>
                  <a:pt x="1369" y="1062"/>
                </a:lnTo>
                <a:lnTo>
                  <a:pt x="1368" y="1062"/>
                </a:lnTo>
                <a:lnTo>
                  <a:pt x="1368" y="1061"/>
                </a:lnTo>
                <a:lnTo>
                  <a:pt x="1367" y="1061"/>
                </a:lnTo>
                <a:lnTo>
                  <a:pt x="1367" y="1060"/>
                </a:lnTo>
                <a:lnTo>
                  <a:pt x="1366" y="1060"/>
                </a:lnTo>
                <a:lnTo>
                  <a:pt x="1366" y="1059"/>
                </a:lnTo>
                <a:lnTo>
                  <a:pt x="1365" y="1059"/>
                </a:lnTo>
                <a:lnTo>
                  <a:pt x="1364" y="1059"/>
                </a:lnTo>
                <a:lnTo>
                  <a:pt x="1364" y="1058"/>
                </a:lnTo>
                <a:lnTo>
                  <a:pt x="1364" y="1057"/>
                </a:lnTo>
                <a:lnTo>
                  <a:pt x="1363" y="1057"/>
                </a:lnTo>
                <a:lnTo>
                  <a:pt x="1362" y="1057"/>
                </a:lnTo>
                <a:lnTo>
                  <a:pt x="1362" y="1056"/>
                </a:lnTo>
                <a:lnTo>
                  <a:pt x="1361" y="1056"/>
                </a:lnTo>
                <a:lnTo>
                  <a:pt x="1361" y="1055"/>
                </a:lnTo>
                <a:lnTo>
                  <a:pt x="1360" y="1055"/>
                </a:lnTo>
                <a:lnTo>
                  <a:pt x="1361" y="1055"/>
                </a:lnTo>
                <a:lnTo>
                  <a:pt x="1361" y="1054"/>
                </a:lnTo>
                <a:lnTo>
                  <a:pt x="1361" y="1053"/>
                </a:lnTo>
                <a:lnTo>
                  <a:pt x="1361" y="1052"/>
                </a:lnTo>
                <a:lnTo>
                  <a:pt x="1361" y="1051"/>
                </a:lnTo>
                <a:lnTo>
                  <a:pt x="1360" y="1051"/>
                </a:lnTo>
                <a:lnTo>
                  <a:pt x="1359" y="1051"/>
                </a:lnTo>
                <a:lnTo>
                  <a:pt x="1359" y="1050"/>
                </a:lnTo>
                <a:lnTo>
                  <a:pt x="1358" y="1049"/>
                </a:lnTo>
                <a:lnTo>
                  <a:pt x="1358" y="1048"/>
                </a:lnTo>
                <a:lnTo>
                  <a:pt x="1357" y="1047"/>
                </a:lnTo>
                <a:lnTo>
                  <a:pt x="1356" y="1047"/>
                </a:lnTo>
                <a:lnTo>
                  <a:pt x="1355" y="1047"/>
                </a:lnTo>
                <a:lnTo>
                  <a:pt x="1355" y="1046"/>
                </a:lnTo>
                <a:lnTo>
                  <a:pt x="1355" y="1044"/>
                </a:lnTo>
                <a:lnTo>
                  <a:pt x="1355" y="1043"/>
                </a:lnTo>
                <a:lnTo>
                  <a:pt x="1355" y="1042"/>
                </a:lnTo>
                <a:lnTo>
                  <a:pt x="1354" y="1042"/>
                </a:lnTo>
                <a:lnTo>
                  <a:pt x="1354" y="1041"/>
                </a:lnTo>
                <a:lnTo>
                  <a:pt x="1353" y="1040"/>
                </a:lnTo>
                <a:lnTo>
                  <a:pt x="1353" y="1041"/>
                </a:lnTo>
                <a:lnTo>
                  <a:pt x="1352" y="1041"/>
                </a:lnTo>
                <a:lnTo>
                  <a:pt x="1352" y="1042"/>
                </a:lnTo>
                <a:lnTo>
                  <a:pt x="1351" y="1042"/>
                </a:lnTo>
                <a:lnTo>
                  <a:pt x="1351" y="1041"/>
                </a:lnTo>
                <a:lnTo>
                  <a:pt x="1350" y="1041"/>
                </a:lnTo>
                <a:lnTo>
                  <a:pt x="1349" y="1041"/>
                </a:lnTo>
                <a:lnTo>
                  <a:pt x="1348" y="1041"/>
                </a:lnTo>
                <a:lnTo>
                  <a:pt x="1348" y="1040"/>
                </a:lnTo>
                <a:lnTo>
                  <a:pt x="1348" y="1039"/>
                </a:lnTo>
                <a:lnTo>
                  <a:pt x="1347" y="1039"/>
                </a:lnTo>
                <a:lnTo>
                  <a:pt x="1347" y="1038"/>
                </a:lnTo>
                <a:lnTo>
                  <a:pt x="1347" y="1037"/>
                </a:lnTo>
                <a:lnTo>
                  <a:pt x="1346" y="1037"/>
                </a:lnTo>
                <a:lnTo>
                  <a:pt x="1345" y="1037"/>
                </a:lnTo>
                <a:lnTo>
                  <a:pt x="1345" y="1036"/>
                </a:lnTo>
                <a:lnTo>
                  <a:pt x="1344" y="1036"/>
                </a:lnTo>
                <a:lnTo>
                  <a:pt x="1344" y="1035"/>
                </a:lnTo>
                <a:lnTo>
                  <a:pt x="1343" y="1035"/>
                </a:lnTo>
                <a:lnTo>
                  <a:pt x="1343" y="1034"/>
                </a:lnTo>
                <a:lnTo>
                  <a:pt x="1342" y="1034"/>
                </a:lnTo>
                <a:lnTo>
                  <a:pt x="1341" y="1034"/>
                </a:lnTo>
                <a:lnTo>
                  <a:pt x="1340" y="1034"/>
                </a:lnTo>
                <a:lnTo>
                  <a:pt x="1340" y="1033"/>
                </a:lnTo>
                <a:lnTo>
                  <a:pt x="1339" y="1033"/>
                </a:lnTo>
                <a:lnTo>
                  <a:pt x="1338" y="1032"/>
                </a:lnTo>
                <a:lnTo>
                  <a:pt x="1338" y="1031"/>
                </a:lnTo>
                <a:lnTo>
                  <a:pt x="1337" y="1031"/>
                </a:lnTo>
                <a:lnTo>
                  <a:pt x="1337" y="1030"/>
                </a:lnTo>
                <a:lnTo>
                  <a:pt x="1336" y="1030"/>
                </a:lnTo>
                <a:lnTo>
                  <a:pt x="1336" y="1029"/>
                </a:lnTo>
                <a:lnTo>
                  <a:pt x="1337" y="1029"/>
                </a:lnTo>
                <a:lnTo>
                  <a:pt x="1336" y="1029"/>
                </a:lnTo>
                <a:lnTo>
                  <a:pt x="1335" y="1029"/>
                </a:lnTo>
                <a:lnTo>
                  <a:pt x="1335" y="1028"/>
                </a:lnTo>
                <a:lnTo>
                  <a:pt x="1334" y="1028"/>
                </a:lnTo>
                <a:lnTo>
                  <a:pt x="1334" y="1027"/>
                </a:lnTo>
                <a:lnTo>
                  <a:pt x="1333" y="1027"/>
                </a:lnTo>
                <a:lnTo>
                  <a:pt x="1332" y="1027"/>
                </a:lnTo>
                <a:lnTo>
                  <a:pt x="1332" y="1026"/>
                </a:lnTo>
                <a:lnTo>
                  <a:pt x="1331" y="1026"/>
                </a:lnTo>
                <a:lnTo>
                  <a:pt x="1331" y="1027"/>
                </a:lnTo>
                <a:lnTo>
                  <a:pt x="1330" y="1027"/>
                </a:lnTo>
                <a:lnTo>
                  <a:pt x="1329" y="1027"/>
                </a:lnTo>
                <a:lnTo>
                  <a:pt x="1329" y="1028"/>
                </a:lnTo>
                <a:lnTo>
                  <a:pt x="1328" y="1028"/>
                </a:lnTo>
                <a:lnTo>
                  <a:pt x="1328" y="1027"/>
                </a:lnTo>
                <a:lnTo>
                  <a:pt x="1327" y="1027"/>
                </a:lnTo>
                <a:lnTo>
                  <a:pt x="1326" y="1027"/>
                </a:lnTo>
                <a:lnTo>
                  <a:pt x="1325" y="1028"/>
                </a:lnTo>
                <a:lnTo>
                  <a:pt x="1324" y="1028"/>
                </a:lnTo>
                <a:lnTo>
                  <a:pt x="1323" y="1027"/>
                </a:lnTo>
                <a:lnTo>
                  <a:pt x="1322" y="1026"/>
                </a:lnTo>
                <a:lnTo>
                  <a:pt x="1322" y="1025"/>
                </a:lnTo>
                <a:lnTo>
                  <a:pt x="1321" y="1025"/>
                </a:lnTo>
                <a:lnTo>
                  <a:pt x="1321" y="1024"/>
                </a:lnTo>
                <a:lnTo>
                  <a:pt x="1321" y="1023"/>
                </a:lnTo>
                <a:lnTo>
                  <a:pt x="1322" y="1023"/>
                </a:lnTo>
                <a:lnTo>
                  <a:pt x="1322" y="1022"/>
                </a:lnTo>
                <a:lnTo>
                  <a:pt x="1321" y="1022"/>
                </a:lnTo>
                <a:lnTo>
                  <a:pt x="1321" y="1021"/>
                </a:lnTo>
                <a:lnTo>
                  <a:pt x="1320" y="1020"/>
                </a:lnTo>
                <a:lnTo>
                  <a:pt x="1320" y="1018"/>
                </a:lnTo>
                <a:lnTo>
                  <a:pt x="1320" y="1017"/>
                </a:lnTo>
                <a:lnTo>
                  <a:pt x="1321" y="1016"/>
                </a:lnTo>
                <a:lnTo>
                  <a:pt x="1322" y="1015"/>
                </a:lnTo>
                <a:lnTo>
                  <a:pt x="1323" y="1014"/>
                </a:lnTo>
                <a:lnTo>
                  <a:pt x="1323" y="1013"/>
                </a:lnTo>
                <a:lnTo>
                  <a:pt x="1324" y="1011"/>
                </a:lnTo>
                <a:lnTo>
                  <a:pt x="1325" y="1011"/>
                </a:lnTo>
                <a:lnTo>
                  <a:pt x="1326" y="1011"/>
                </a:lnTo>
                <a:lnTo>
                  <a:pt x="1326" y="1010"/>
                </a:lnTo>
                <a:lnTo>
                  <a:pt x="1326" y="1009"/>
                </a:lnTo>
                <a:lnTo>
                  <a:pt x="1326" y="1007"/>
                </a:lnTo>
                <a:lnTo>
                  <a:pt x="1326" y="1006"/>
                </a:lnTo>
                <a:lnTo>
                  <a:pt x="1326" y="1005"/>
                </a:lnTo>
                <a:lnTo>
                  <a:pt x="1325" y="1004"/>
                </a:lnTo>
                <a:lnTo>
                  <a:pt x="1326" y="1003"/>
                </a:lnTo>
                <a:lnTo>
                  <a:pt x="1326" y="1001"/>
                </a:lnTo>
                <a:lnTo>
                  <a:pt x="1327" y="999"/>
                </a:lnTo>
                <a:lnTo>
                  <a:pt x="1327" y="997"/>
                </a:lnTo>
                <a:lnTo>
                  <a:pt x="1328" y="997"/>
                </a:lnTo>
                <a:lnTo>
                  <a:pt x="1329" y="996"/>
                </a:lnTo>
                <a:lnTo>
                  <a:pt x="1329" y="995"/>
                </a:lnTo>
                <a:lnTo>
                  <a:pt x="1329" y="994"/>
                </a:lnTo>
                <a:lnTo>
                  <a:pt x="1328" y="994"/>
                </a:lnTo>
                <a:lnTo>
                  <a:pt x="1328" y="993"/>
                </a:lnTo>
                <a:lnTo>
                  <a:pt x="1327" y="993"/>
                </a:lnTo>
                <a:lnTo>
                  <a:pt x="1327" y="992"/>
                </a:lnTo>
                <a:lnTo>
                  <a:pt x="1326" y="992"/>
                </a:lnTo>
                <a:lnTo>
                  <a:pt x="1325" y="991"/>
                </a:lnTo>
                <a:lnTo>
                  <a:pt x="1324" y="991"/>
                </a:lnTo>
                <a:lnTo>
                  <a:pt x="1323" y="991"/>
                </a:lnTo>
                <a:lnTo>
                  <a:pt x="1322" y="992"/>
                </a:lnTo>
                <a:lnTo>
                  <a:pt x="1322" y="993"/>
                </a:lnTo>
                <a:lnTo>
                  <a:pt x="1321" y="993"/>
                </a:lnTo>
                <a:lnTo>
                  <a:pt x="1321" y="994"/>
                </a:lnTo>
                <a:lnTo>
                  <a:pt x="1320" y="994"/>
                </a:lnTo>
                <a:lnTo>
                  <a:pt x="1320" y="995"/>
                </a:lnTo>
                <a:lnTo>
                  <a:pt x="1319" y="995"/>
                </a:lnTo>
                <a:lnTo>
                  <a:pt x="1318" y="995"/>
                </a:lnTo>
                <a:lnTo>
                  <a:pt x="1318" y="996"/>
                </a:lnTo>
                <a:lnTo>
                  <a:pt x="1317" y="996"/>
                </a:lnTo>
                <a:lnTo>
                  <a:pt x="1317" y="997"/>
                </a:lnTo>
                <a:lnTo>
                  <a:pt x="1316" y="997"/>
                </a:lnTo>
                <a:lnTo>
                  <a:pt x="1315" y="997"/>
                </a:lnTo>
                <a:lnTo>
                  <a:pt x="1314" y="997"/>
                </a:lnTo>
                <a:lnTo>
                  <a:pt x="1314" y="996"/>
                </a:lnTo>
                <a:lnTo>
                  <a:pt x="1313" y="996"/>
                </a:lnTo>
                <a:lnTo>
                  <a:pt x="1312" y="996"/>
                </a:lnTo>
                <a:lnTo>
                  <a:pt x="1312" y="995"/>
                </a:lnTo>
                <a:lnTo>
                  <a:pt x="1311" y="995"/>
                </a:lnTo>
                <a:lnTo>
                  <a:pt x="1311" y="994"/>
                </a:lnTo>
                <a:lnTo>
                  <a:pt x="1310" y="993"/>
                </a:lnTo>
                <a:lnTo>
                  <a:pt x="1310" y="992"/>
                </a:lnTo>
                <a:lnTo>
                  <a:pt x="1309" y="992"/>
                </a:lnTo>
                <a:lnTo>
                  <a:pt x="1309" y="991"/>
                </a:lnTo>
                <a:lnTo>
                  <a:pt x="1309" y="990"/>
                </a:lnTo>
                <a:lnTo>
                  <a:pt x="1309" y="989"/>
                </a:lnTo>
                <a:lnTo>
                  <a:pt x="1308" y="989"/>
                </a:lnTo>
                <a:lnTo>
                  <a:pt x="1307" y="989"/>
                </a:lnTo>
                <a:lnTo>
                  <a:pt x="1307" y="988"/>
                </a:lnTo>
                <a:lnTo>
                  <a:pt x="1306" y="988"/>
                </a:lnTo>
                <a:lnTo>
                  <a:pt x="1306" y="987"/>
                </a:lnTo>
                <a:lnTo>
                  <a:pt x="1306" y="986"/>
                </a:lnTo>
                <a:lnTo>
                  <a:pt x="1306" y="985"/>
                </a:lnTo>
                <a:lnTo>
                  <a:pt x="1305" y="985"/>
                </a:lnTo>
                <a:lnTo>
                  <a:pt x="1305" y="984"/>
                </a:lnTo>
                <a:lnTo>
                  <a:pt x="1304" y="984"/>
                </a:lnTo>
                <a:lnTo>
                  <a:pt x="1305" y="984"/>
                </a:lnTo>
                <a:lnTo>
                  <a:pt x="1305" y="983"/>
                </a:lnTo>
                <a:lnTo>
                  <a:pt x="1304" y="983"/>
                </a:lnTo>
                <a:lnTo>
                  <a:pt x="1304" y="982"/>
                </a:lnTo>
                <a:lnTo>
                  <a:pt x="1303" y="981"/>
                </a:lnTo>
                <a:lnTo>
                  <a:pt x="1303" y="980"/>
                </a:lnTo>
                <a:lnTo>
                  <a:pt x="1302" y="980"/>
                </a:lnTo>
                <a:lnTo>
                  <a:pt x="1302" y="979"/>
                </a:lnTo>
                <a:lnTo>
                  <a:pt x="1301" y="978"/>
                </a:lnTo>
                <a:lnTo>
                  <a:pt x="1301" y="977"/>
                </a:lnTo>
                <a:lnTo>
                  <a:pt x="1300" y="977"/>
                </a:lnTo>
                <a:lnTo>
                  <a:pt x="1299" y="977"/>
                </a:lnTo>
                <a:lnTo>
                  <a:pt x="1299" y="978"/>
                </a:lnTo>
                <a:lnTo>
                  <a:pt x="1299" y="977"/>
                </a:lnTo>
                <a:lnTo>
                  <a:pt x="1298" y="977"/>
                </a:lnTo>
                <a:lnTo>
                  <a:pt x="1298" y="976"/>
                </a:lnTo>
                <a:lnTo>
                  <a:pt x="1297" y="976"/>
                </a:lnTo>
                <a:lnTo>
                  <a:pt x="1296" y="975"/>
                </a:lnTo>
                <a:lnTo>
                  <a:pt x="1295" y="975"/>
                </a:lnTo>
                <a:lnTo>
                  <a:pt x="1295" y="974"/>
                </a:lnTo>
                <a:lnTo>
                  <a:pt x="1294" y="974"/>
                </a:lnTo>
                <a:lnTo>
                  <a:pt x="1294" y="975"/>
                </a:lnTo>
                <a:lnTo>
                  <a:pt x="1293" y="975"/>
                </a:lnTo>
                <a:lnTo>
                  <a:pt x="1291" y="975"/>
                </a:lnTo>
                <a:lnTo>
                  <a:pt x="1290" y="975"/>
                </a:lnTo>
                <a:lnTo>
                  <a:pt x="1290" y="974"/>
                </a:lnTo>
                <a:lnTo>
                  <a:pt x="1289" y="974"/>
                </a:lnTo>
                <a:lnTo>
                  <a:pt x="1289" y="973"/>
                </a:lnTo>
                <a:lnTo>
                  <a:pt x="1288" y="973"/>
                </a:lnTo>
                <a:lnTo>
                  <a:pt x="1287" y="973"/>
                </a:lnTo>
                <a:lnTo>
                  <a:pt x="1286" y="973"/>
                </a:lnTo>
                <a:lnTo>
                  <a:pt x="1285" y="973"/>
                </a:lnTo>
                <a:lnTo>
                  <a:pt x="1285" y="972"/>
                </a:lnTo>
                <a:lnTo>
                  <a:pt x="1284" y="972"/>
                </a:lnTo>
                <a:lnTo>
                  <a:pt x="1283" y="972"/>
                </a:lnTo>
                <a:lnTo>
                  <a:pt x="1282" y="971"/>
                </a:lnTo>
                <a:lnTo>
                  <a:pt x="1281" y="971"/>
                </a:lnTo>
                <a:lnTo>
                  <a:pt x="1280" y="971"/>
                </a:lnTo>
                <a:lnTo>
                  <a:pt x="1279" y="971"/>
                </a:lnTo>
                <a:lnTo>
                  <a:pt x="1279" y="972"/>
                </a:lnTo>
                <a:lnTo>
                  <a:pt x="1278" y="972"/>
                </a:lnTo>
                <a:lnTo>
                  <a:pt x="1278" y="973"/>
                </a:lnTo>
                <a:lnTo>
                  <a:pt x="1277" y="973"/>
                </a:lnTo>
                <a:lnTo>
                  <a:pt x="1277" y="974"/>
                </a:lnTo>
                <a:lnTo>
                  <a:pt x="1277" y="975"/>
                </a:lnTo>
                <a:lnTo>
                  <a:pt x="1276" y="975"/>
                </a:lnTo>
                <a:lnTo>
                  <a:pt x="1276" y="976"/>
                </a:lnTo>
                <a:lnTo>
                  <a:pt x="1276" y="975"/>
                </a:lnTo>
                <a:lnTo>
                  <a:pt x="1275" y="975"/>
                </a:lnTo>
                <a:lnTo>
                  <a:pt x="1274" y="975"/>
                </a:lnTo>
                <a:lnTo>
                  <a:pt x="1274" y="974"/>
                </a:lnTo>
                <a:lnTo>
                  <a:pt x="1273" y="974"/>
                </a:lnTo>
                <a:lnTo>
                  <a:pt x="1271" y="974"/>
                </a:lnTo>
                <a:lnTo>
                  <a:pt x="1270" y="974"/>
                </a:lnTo>
                <a:lnTo>
                  <a:pt x="1269" y="974"/>
                </a:lnTo>
                <a:lnTo>
                  <a:pt x="1268" y="975"/>
                </a:lnTo>
                <a:lnTo>
                  <a:pt x="1268" y="974"/>
                </a:lnTo>
                <a:lnTo>
                  <a:pt x="1267" y="973"/>
                </a:lnTo>
                <a:lnTo>
                  <a:pt x="1266" y="972"/>
                </a:lnTo>
                <a:lnTo>
                  <a:pt x="1266" y="971"/>
                </a:lnTo>
                <a:lnTo>
                  <a:pt x="1265" y="971"/>
                </a:lnTo>
                <a:lnTo>
                  <a:pt x="1265" y="970"/>
                </a:lnTo>
                <a:lnTo>
                  <a:pt x="1264" y="970"/>
                </a:lnTo>
                <a:lnTo>
                  <a:pt x="1264" y="969"/>
                </a:lnTo>
                <a:lnTo>
                  <a:pt x="1264" y="968"/>
                </a:lnTo>
                <a:lnTo>
                  <a:pt x="1263" y="968"/>
                </a:lnTo>
                <a:lnTo>
                  <a:pt x="1263" y="969"/>
                </a:lnTo>
                <a:lnTo>
                  <a:pt x="1262" y="969"/>
                </a:lnTo>
                <a:lnTo>
                  <a:pt x="1261" y="969"/>
                </a:lnTo>
                <a:lnTo>
                  <a:pt x="1260" y="969"/>
                </a:lnTo>
                <a:lnTo>
                  <a:pt x="1260" y="968"/>
                </a:lnTo>
                <a:lnTo>
                  <a:pt x="1260" y="967"/>
                </a:lnTo>
                <a:lnTo>
                  <a:pt x="1259" y="967"/>
                </a:lnTo>
                <a:lnTo>
                  <a:pt x="1258" y="967"/>
                </a:lnTo>
                <a:lnTo>
                  <a:pt x="1258" y="966"/>
                </a:lnTo>
                <a:lnTo>
                  <a:pt x="1258" y="965"/>
                </a:lnTo>
                <a:lnTo>
                  <a:pt x="1257" y="965"/>
                </a:lnTo>
                <a:lnTo>
                  <a:pt x="1257" y="966"/>
                </a:lnTo>
                <a:lnTo>
                  <a:pt x="1256" y="967"/>
                </a:lnTo>
                <a:lnTo>
                  <a:pt x="1256" y="968"/>
                </a:lnTo>
                <a:lnTo>
                  <a:pt x="1256" y="969"/>
                </a:lnTo>
                <a:lnTo>
                  <a:pt x="1255" y="969"/>
                </a:lnTo>
                <a:lnTo>
                  <a:pt x="1255" y="970"/>
                </a:lnTo>
                <a:lnTo>
                  <a:pt x="1254" y="970"/>
                </a:lnTo>
                <a:lnTo>
                  <a:pt x="1253" y="970"/>
                </a:lnTo>
                <a:lnTo>
                  <a:pt x="1252" y="969"/>
                </a:lnTo>
                <a:lnTo>
                  <a:pt x="1251" y="969"/>
                </a:lnTo>
                <a:lnTo>
                  <a:pt x="1250" y="968"/>
                </a:lnTo>
                <a:lnTo>
                  <a:pt x="1250" y="967"/>
                </a:lnTo>
                <a:lnTo>
                  <a:pt x="1251" y="967"/>
                </a:lnTo>
                <a:lnTo>
                  <a:pt x="1251" y="966"/>
                </a:lnTo>
                <a:lnTo>
                  <a:pt x="1251" y="965"/>
                </a:lnTo>
                <a:lnTo>
                  <a:pt x="1251" y="964"/>
                </a:lnTo>
                <a:lnTo>
                  <a:pt x="1251" y="963"/>
                </a:lnTo>
                <a:lnTo>
                  <a:pt x="1251" y="962"/>
                </a:lnTo>
                <a:lnTo>
                  <a:pt x="1250" y="962"/>
                </a:lnTo>
                <a:lnTo>
                  <a:pt x="1250" y="963"/>
                </a:lnTo>
                <a:lnTo>
                  <a:pt x="1250" y="962"/>
                </a:lnTo>
                <a:lnTo>
                  <a:pt x="1250" y="961"/>
                </a:lnTo>
                <a:lnTo>
                  <a:pt x="1249" y="961"/>
                </a:lnTo>
                <a:lnTo>
                  <a:pt x="1248" y="961"/>
                </a:lnTo>
                <a:lnTo>
                  <a:pt x="1248" y="962"/>
                </a:lnTo>
                <a:lnTo>
                  <a:pt x="1247" y="962"/>
                </a:lnTo>
                <a:lnTo>
                  <a:pt x="1247" y="963"/>
                </a:lnTo>
                <a:lnTo>
                  <a:pt x="1246" y="963"/>
                </a:lnTo>
                <a:lnTo>
                  <a:pt x="1245" y="963"/>
                </a:lnTo>
                <a:lnTo>
                  <a:pt x="1245" y="964"/>
                </a:lnTo>
                <a:lnTo>
                  <a:pt x="1244" y="963"/>
                </a:lnTo>
                <a:lnTo>
                  <a:pt x="1243" y="963"/>
                </a:lnTo>
                <a:lnTo>
                  <a:pt x="1243" y="962"/>
                </a:lnTo>
                <a:lnTo>
                  <a:pt x="1242" y="962"/>
                </a:lnTo>
                <a:lnTo>
                  <a:pt x="1243" y="962"/>
                </a:lnTo>
                <a:lnTo>
                  <a:pt x="1243" y="961"/>
                </a:lnTo>
                <a:lnTo>
                  <a:pt x="1242" y="961"/>
                </a:lnTo>
                <a:lnTo>
                  <a:pt x="1241" y="960"/>
                </a:lnTo>
                <a:lnTo>
                  <a:pt x="1240" y="960"/>
                </a:lnTo>
                <a:lnTo>
                  <a:pt x="1239" y="961"/>
                </a:lnTo>
                <a:lnTo>
                  <a:pt x="1239" y="960"/>
                </a:lnTo>
                <a:lnTo>
                  <a:pt x="1239" y="959"/>
                </a:lnTo>
                <a:lnTo>
                  <a:pt x="1238" y="959"/>
                </a:lnTo>
                <a:lnTo>
                  <a:pt x="1238" y="960"/>
                </a:lnTo>
                <a:lnTo>
                  <a:pt x="1237" y="959"/>
                </a:lnTo>
                <a:lnTo>
                  <a:pt x="1237" y="958"/>
                </a:lnTo>
                <a:lnTo>
                  <a:pt x="1236" y="958"/>
                </a:lnTo>
                <a:lnTo>
                  <a:pt x="1235" y="958"/>
                </a:lnTo>
                <a:lnTo>
                  <a:pt x="1235" y="957"/>
                </a:lnTo>
                <a:lnTo>
                  <a:pt x="1234" y="957"/>
                </a:lnTo>
                <a:lnTo>
                  <a:pt x="1233" y="957"/>
                </a:lnTo>
                <a:lnTo>
                  <a:pt x="1233" y="956"/>
                </a:lnTo>
                <a:lnTo>
                  <a:pt x="1234" y="955"/>
                </a:lnTo>
                <a:lnTo>
                  <a:pt x="1234" y="954"/>
                </a:lnTo>
                <a:lnTo>
                  <a:pt x="1235" y="954"/>
                </a:lnTo>
                <a:lnTo>
                  <a:pt x="1235" y="953"/>
                </a:lnTo>
                <a:lnTo>
                  <a:pt x="1235" y="952"/>
                </a:lnTo>
                <a:lnTo>
                  <a:pt x="1234" y="952"/>
                </a:lnTo>
                <a:lnTo>
                  <a:pt x="1234" y="951"/>
                </a:lnTo>
                <a:lnTo>
                  <a:pt x="1234" y="950"/>
                </a:lnTo>
                <a:lnTo>
                  <a:pt x="1233" y="949"/>
                </a:lnTo>
                <a:lnTo>
                  <a:pt x="1234" y="949"/>
                </a:lnTo>
                <a:lnTo>
                  <a:pt x="1233" y="948"/>
                </a:lnTo>
                <a:lnTo>
                  <a:pt x="1233" y="947"/>
                </a:lnTo>
                <a:lnTo>
                  <a:pt x="1232" y="947"/>
                </a:lnTo>
                <a:lnTo>
                  <a:pt x="1232" y="946"/>
                </a:lnTo>
                <a:lnTo>
                  <a:pt x="1231" y="945"/>
                </a:lnTo>
                <a:lnTo>
                  <a:pt x="1231" y="944"/>
                </a:lnTo>
                <a:lnTo>
                  <a:pt x="1231" y="943"/>
                </a:lnTo>
                <a:lnTo>
                  <a:pt x="1230" y="943"/>
                </a:lnTo>
                <a:lnTo>
                  <a:pt x="1230" y="944"/>
                </a:lnTo>
                <a:lnTo>
                  <a:pt x="1229" y="944"/>
                </a:lnTo>
                <a:lnTo>
                  <a:pt x="1229" y="945"/>
                </a:lnTo>
                <a:lnTo>
                  <a:pt x="1228" y="945"/>
                </a:lnTo>
                <a:lnTo>
                  <a:pt x="1227" y="945"/>
                </a:lnTo>
                <a:lnTo>
                  <a:pt x="1226" y="945"/>
                </a:lnTo>
                <a:lnTo>
                  <a:pt x="1226" y="946"/>
                </a:lnTo>
                <a:lnTo>
                  <a:pt x="1225" y="946"/>
                </a:lnTo>
                <a:lnTo>
                  <a:pt x="1225" y="947"/>
                </a:lnTo>
                <a:lnTo>
                  <a:pt x="1224" y="947"/>
                </a:lnTo>
                <a:lnTo>
                  <a:pt x="1224" y="948"/>
                </a:lnTo>
                <a:lnTo>
                  <a:pt x="1224" y="947"/>
                </a:lnTo>
                <a:lnTo>
                  <a:pt x="1223" y="947"/>
                </a:lnTo>
                <a:lnTo>
                  <a:pt x="1223" y="946"/>
                </a:lnTo>
                <a:lnTo>
                  <a:pt x="1222" y="946"/>
                </a:lnTo>
                <a:lnTo>
                  <a:pt x="1222" y="945"/>
                </a:lnTo>
                <a:lnTo>
                  <a:pt x="1223" y="945"/>
                </a:lnTo>
                <a:lnTo>
                  <a:pt x="1223" y="944"/>
                </a:lnTo>
                <a:lnTo>
                  <a:pt x="1223" y="943"/>
                </a:lnTo>
                <a:lnTo>
                  <a:pt x="1223" y="942"/>
                </a:lnTo>
                <a:lnTo>
                  <a:pt x="1223" y="941"/>
                </a:lnTo>
                <a:lnTo>
                  <a:pt x="1223" y="940"/>
                </a:lnTo>
                <a:lnTo>
                  <a:pt x="1222" y="939"/>
                </a:lnTo>
                <a:lnTo>
                  <a:pt x="1222" y="938"/>
                </a:lnTo>
                <a:lnTo>
                  <a:pt x="1222" y="937"/>
                </a:lnTo>
                <a:lnTo>
                  <a:pt x="1223" y="937"/>
                </a:lnTo>
                <a:lnTo>
                  <a:pt x="1223" y="936"/>
                </a:lnTo>
                <a:lnTo>
                  <a:pt x="1222" y="936"/>
                </a:lnTo>
                <a:lnTo>
                  <a:pt x="1222" y="935"/>
                </a:lnTo>
                <a:lnTo>
                  <a:pt x="1222" y="934"/>
                </a:lnTo>
                <a:lnTo>
                  <a:pt x="1222" y="933"/>
                </a:lnTo>
                <a:lnTo>
                  <a:pt x="1222" y="932"/>
                </a:lnTo>
                <a:lnTo>
                  <a:pt x="1221" y="931"/>
                </a:lnTo>
                <a:lnTo>
                  <a:pt x="1220" y="931"/>
                </a:lnTo>
                <a:lnTo>
                  <a:pt x="1220" y="930"/>
                </a:lnTo>
                <a:lnTo>
                  <a:pt x="1220" y="931"/>
                </a:lnTo>
                <a:lnTo>
                  <a:pt x="1219" y="931"/>
                </a:lnTo>
                <a:lnTo>
                  <a:pt x="1219" y="930"/>
                </a:lnTo>
                <a:lnTo>
                  <a:pt x="1218" y="930"/>
                </a:lnTo>
                <a:lnTo>
                  <a:pt x="1218" y="929"/>
                </a:lnTo>
                <a:lnTo>
                  <a:pt x="1217" y="929"/>
                </a:lnTo>
                <a:lnTo>
                  <a:pt x="1216" y="929"/>
                </a:lnTo>
                <a:lnTo>
                  <a:pt x="1216" y="928"/>
                </a:lnTo>
                <a:lnTo>
                  <a:pt x="1215" y="928"/>
                </a:lnTo>
                <a:lnTo>
                  <a:pt x="1214" y="928"/>
                </a:lnTo>
                <a:lnTo>
                  <a:pt x="1213" y="928"/>
                </a:lnTo>
                <a:lnTo>
                  <a:pt x="1212" y="928"/>
                </a:lnTo>
                <a:lnTo>
                  <a:pt x="1211" y="928"/>
                </a:lnTo>
                <a:lnTo>
                  <a:pt x="1211" y="927"/>
                </a:lnTo>
                <a:lnTo>
                  <a:pt x="1210" y="927"/>
                </a:lnTo>
                <a:lnTo>
                  <a:pt x="1209" y="926"/>
                </a:lnTo>
                <a:lnTo>
                  <a:pt x="1209" y="925"/>
                </a:lnTo>
                <a:lnTo>
                  <a:pt x="1208" y="924"/>
                </a:lnTo>
                <a:lnTo>
                  <a:pt x="1208" y="923"/>
                </a:lnTo>
                <a:lnTo>
                  <a:pt x="1207" y="923"/>
                </a:lnTo>
                <a:lnTo>
                  <a:pt x="1206" y="923"/>
                </a:lnTo>
                <a:lnTo>
                  <a:pt x="1205" y="923"/>
                </a:lnTo>
                <a:lnTo>
                  <a:pt x="1205" y="922"/>
                </a:lnTo>
                <a:lnTo>
                  <a:pt x="1204" y="922"/>
                </a:lnTo>
                <a:lnTo>
                  <a:pt x="1204" y="921"/>
                </a:lnTo>
                <a:lnTo>
                  <a:pt x="1203" y="921"/>
                </a:lnTo>
                <a:lnTo>
                  <a:pt x="1203" y="920"/>
                </a:lnTo>
                <a:lnTo>
                  <a:pt x="1202" y="920"/>
                </a:lnTo>
                <a:lnTo>
                  <a:pt x="1202" y="919"/>
                </a:lnTo>
                <a:lnTo>
                  <a:pt x="1201" y="919"/>
                </a:lnTo>
                <a:lnTo>
                  <a:pt x="1201" y="920"/>
                </a:lnTo>
                <a:lnTo>
                  <a:pt x="1199" y="920"/>
                </a:lnTo>
                <a:lnTo>
                  <a:pt x="1198" y="920"/>
                </a:lnTo>
                <a:lnTo>
                  <a:pt x="1198" y="919"/>
                </a:lnTo>
                <a:lnTo>
                  <a:pt x="1197" y="919"/>
                </a:lnTo>
                <a:lnTo>
                  <a:pt x="1197" y="918"/>
                </a:lnTo>
                <a:lnTo>
                  <a:pt x="1196" y="917"/>
                </a:lnTo>
                <a:lnTo>
                  <a:pt x="1196" y="916"/>
                </a:lnTo>
                <a:lnTo>
                  <a:pt x="1195" y="916"/>
                </a:lnTo>
                <a:lnTo>
                  <a:pt x="1195" y="915"/>
                </a:lnTo>
                <a:lnTo>
                  <a:pt x="1195" y="914"/>
                </a:lnTo>
                <a:lnTo>
                  <a:pt x="1194" y="914"/>
                </a:lnTo>
                <a:lnTo>
                  <a:pt x="1193" y="914"/>
                </a:lnTo>
                <a:lnTo>
                  <a:pt x="1193" y="915"/>
                </a:lnTo>
                <a:lnTo>
                  <a:pt x="1192" y="916"/>
                </a:lnTo>
                <a:lnTo>
                  <a:pt x="1191" y="916"/>
                </a:lnTo>
                <a:lnTo>
                  <a:pt x="1190" y="916"/>
                </a:lnTo>
                <a:lnTo>
                  <a:pt x="1189" y="916"/>
                </a:lnTo>
                <a:lnTo>
                  <a:pt x="1188" y="916"/>
                </a:lnTo>
                <a:lnTo>
                  <a:pt x="1188" y="917"/>
                </a:lnTo>
                <a:lnTo>
                  <a:pt x="1188" y="918"/>
                </a:lnTo>
                <a:lnTo>
                  <a:pt x="1188" y="919"/>
                </a:lnTo>
                <a:lnTo>
                  <a:pt x="1187" y="919"/>
                </a:lnTo>
                <a:lnTo>
                  <a:pt x="1187" y="920"/>
                </a:lnTo>
                <a:lnTo>
                  <a:pt x="1186" y="920"/>
                </a:lnTo>
                <a:lnTo>
                  <a:pt x="1186" y="921"/>
                </a:lnTo>
                <a:lnTo>
                  <a:pt x="1186" y="922"/>
                </a:lnTo>
                <a:lnTo>
                  <a:pt x="1185" y="922"/>
                </a:lnTo>
                <a:lnTo>
                  <a:pt x="1185" y="923"/>
                </a:lnTo>
                <a:lnTo>
                  <a:pt x="1184" y="924"/>
                </a:lnTo>
                <a:lnTo>
                  <a:pt x="1184" y="925"/>
                </a:lnTo>
                <a:lnTo>
                  <a:pt x="1185" y="925"/>
                </a:lnTo>
                <a:lnTo>
                  <a:pt x="1186" y="927"/>
                </a:lnTo>
                <a:lnTo>
                  <a:pt x="1187" y="928"/>
                </a:lnTo>
                <a:lnTo>
                  <a:pt x="1188" y="928"/>
                </a:lnTo>
                <a:lnTo>
                  <a:pt x="1188" y="929"/>
                </a:lnTo>
                <a:lnTo>
                  <a:pt x="1189" y="929"/>
                </a:lnTo>
                <a:lnTo>
                  <a:pt x="1189" y="930"/>
                </a:lnTo>
                <a:lnTo>
                  <a:pt x="1188" y="930"/>
                </a:lnTo>
                <a:lnTo>
                  <a:pt x="1187" y="931"/>
                </a:lnTo>
                <a:lnTo>
                  <a:pt x="1187" y="932"/>
                </a:lnTo>
                <a:lnTo>
                  <a:pt x="1188" y="932"/>
                </a:lnTo>
                <a:lnTo>
                  <a:pt x="1189" y="932"/>
                </a:lnTo>
                <a:lnTo>
                  <a:pt x="1191" y="933"/>
                </a:lnTo>
                <a:lnTo>
                  <a:pt x="1191" y="934"/>
                </a:lnTo>
                <a:lnTo>
                  <a:pt x="1193" y="936"/>
                </a:lnTo>
                <a:lnTo>
                  <a:pt x="1193" y="935"/>
                </a:lnTo>
                <a:lnTo>
                  <a:pt x="1194" y="935"/>
                </a:lnTo>
                <a:lnTo>
                  <a:pt x="1194" y="936"/>
                </a:lnTo>
                <a:lnTo>
                  <a:pt x="1195" y="936"/>
                </a:lnTo>
                <a:lnTo>
                  <a:pt x="1196" y="938"/>
                </a:lnTo>
                <a:lnTo>
                  <a:pt x="1197" y="938"/>
                </a:lnTo>
                <a:lnTo>
                  <a:pt x="1198" y="938"/>
                </a:lnTo>
                <a:lnTo>
                  <a:pt x="1198" y="939"/>
                </a:lnTo>
                <a:lnTo>
                  <a:pt x="1198" y="940"/>
                </a:lnTo>
                <a:lnTo>
                  <a:pt x="1199" y="941"/>
                </a:lnTo>
                <a:lnTo>
                  <a:pt x="1199" y="942"/>
                </a:lnTo>
                <a:lnTo>
                  <a:pt x="1200" y="943"/>
                </a:lnTo>
                <a:lnTo>
                  <a:pt x="1201" y="944"/>
                </a:lnTo>
                <a:lnTo>
                  <a:pt x="1201" y="945"/>
                </a:lnTo>
                <a:lnTo>
                  <a:pt x="1201" y="947"/>
                </a:lnTo>
                <a:lnTo>
                  <a:pt x="1202" y="948"/>
                </a:lnTo>
                <a:lnTo>
                  <a:pt x="1202" y="949"/>
                </a:lnTo>
                <a:lnTo>
                  <a:pt x="1201" y="949"/>
                </a:lnTo>
                <a:lnTo>
                  <a:pt x="1201" y="950"/>
                </a:lnTo>
                <a:lnTo>
                  <a:pt x="1201" y="951"/>
                </a:lnTo>
                <a:lnTo>
                  <a:pt x="1202" y="951"/>
                </a:lnTo>
                <a:lnTo>
                  <a:pt x="1203" y="952"/>
                </a:lnTo>
                <a:lnTo>
                  <a:pt x="1204" y="953"/>
                </a:lnTo>
                <a:lnTo>
                  <a:pt x="1205" y="954"/>
                </a:lnTo>
                <a:lnTo>
                  <a:pt x="1206" y="954"/>
                </a:lnTo>
                <a:lnTo>
                  <a:pt x="1207" y="954"/>
                </a:lnTo>
                <a:lnTo>
                  <a:pt x="1208" y="955"/>
                </a:lnTo>
                <a:lnTo>
                  <a:pt x="1209" y="955"/>
                </a:lnTo>
                <a:lnTo>
                  <a:pt x="1209" y="956"/>
                </a:lnTo>
                <a:lnTo>
                  <a:pt x="1209" y="957"/>
                </a:lnTo>
                <a:lnTo>
                  <a:pt x="1208" y="958"/>
                </a:lnTo>
                <a:lnTo>
                  <a:pt x="1207" y="958"/>
                </a:lnTo>
                <a:lnTo>
                  <a:pt x="1207" y="959"/>
                </a:lnTo>
                <a:lnTo>
                  <a:pt x="1208" y="960"/>
                </a:lnTo>
                <a:lnTo>
                  <a:pt x="1208" y="961"/>
                </a:lnTo>
                <a:lnTo>
                  <a:pt x="1208" y="962"/>
                </a:lnTo>
                <a:lnTo>
                  <a:pt x="1207" y="963"/>
                </a:lnTo>
                <a:lnTo>
                  <a:pt x="1208" y="963"/>
                </a:lnTo>
                <a:lnTo>
                  <a:pt x="1208" y="964"/>
                </a:lnTo>
                <a:lnTo>
                  <a:pt x="1208" y="965"/>
                </a:lnTo>
                <a:lnTo>
                  <a:pt x="1208" y="967"/>
                </a:lnTo>
                <a:lnTo>
                  <a:pt x="1208" y="968"/>
                </a:lnTo>
                <a:lnTo>
                  <a:pt x="1209" y="968"/>
                </a:lnTo>
                <a:lnTo>
                  <a:pt x="1210" y="969"/>
                </a:lnTo>
                <a:lnTo>
                  <a:pt x="1210" y="971"/>
                </a:lnTo>
                <a:lnTo>
                  <a:pt x="1211" y="972"/>
                </a:lnTo>
                <a:lnTo>
                  <a:pt x="1211" y="973"/>
                </a:lnTo>
                <a:lnTo>
                  <a:pt x="1211" y="974"/>
                </a:lnTo>
                <a:lnTo>
                  <a:pt x="1211" y="975"/>
                </a:lnTo>
                <a:lnTo>
                  <a:pt x="1211" y="976"/>
                </a:lnTo>
                <a:lnTo>
                  <a:pt x="1210" y="977"/>
                </a:lnTo>
                <a:lnTo>
                  <a:pt x="1210" y="978"/>
                </a:lnTo>
                <a:lnTo>
                  <a:pt x="1209" y="978"/>
                </a:lnTo>
                <a:lnTo>
                  <a:pt x="1207" y="978"/>
                </a:lnTo>
                <a:lnTo>
                  <a:pt x="1206" y="978"/>
                </a:lnTo>
                <a:lnTo>
                  <a:pt x="1206" y="977"/>
                </a:lnTo>
                <a:lnTo>
                  <a:pt x="1206" y="976"/>
                </a:lnTo>
                <a:lnTo>
                  <a:pt x="1205" y="976"/>
                </a:lnTo>
                <a:lnTo>
                  <a:pt x="1204" y="976"/>
                </a:lnTo>
                <a:lnTo>
                  <a:pt x="1204" y="975"/>
                </a:lnTo>
                <a:lnTo>
                  <a:pt x="1203" y="975"/>
                </a:lnTo>
                <a:lnTo>
                  <a:pt x="1202" y="975"/>
                </a:lnTo>
                <a:lnTo>
                  <a:pt x="1202" y="974"/>
                </a:lnTo>
                <a:lnTo>
                  <a:pt x="1201" y="974"/>
                </a:lnTo>
                <a:lnTo>
                  <a:pt x="1201" y="973"/>
                </a:lnTo>
                <a:lnTo>
                  <a:pt x="1201" y="972"/>
                </a:lnTo>
                <a:lnTo>
                  <a:pt x="1201" y="971"/>
                </a:lnTo>
                <a:lnTo>
                  <a:pt x="1201" y="970"/>
                </a:lnTo>
                <a:lnTo>
                  <a:pt x="1200" y="970"/>
                </a:lnTo>
                <a:lnTo>
                  <a:pt x="1199" y="970"/>
                </a:lnTo>
                <a:lnTo>
                  <a:pt x="1199" y="969"/>
                </a:lnTo>
                <a:lnTo>
                  <a:pt x="1198" y="969"/>
                </a:lnTo>
                <a:lnTo>
                  <a:pt x="1197" y="968"/>
                </a:lnTo>
                <a:lnTo>
                  <a:pt x="1197" y="967"/>
                </a:lnTo>
                <a:lnTo>
                  <a:pt x="1197" y="966"/>
                </a:lnTo>
                <a:lnTo>
                  <a:pt x="1198" y="966"/>
                </a:lnTo>
                <a:lnTo>
                  <a:pt x="1197" y="966"/>
                </a:lnTo>
                <a:lnTo>
                  <a:pt x="1197" y="965"/>
                </a:lnTo>
                <a:lnTo>
                  <a:pt x="1196" y="965"/>
                </a:lnTo>
                <a:lnTo>
                  <a:pt x="1196" y="964"/>
                </a:lnTo>
                <a:lnTo>
                  <a:pt x="1195" y="964"/>
                </a:lnTo>
                <a:lnTo>
                  <a:pt x="1195" y="963"/>
                </a:lnTo>
                <a:lnTo>
                  <a:pt x="1194" y="963"/>
                </a:lnTo>
                <a:lnTo>
                  <a:pt x="1193" y="963"/>
                </a:lnTo>
                <a:lnTo>
                  <a:pt x="1192" y="963"/>
                </a:lnTo>
                <a:lnTo>
                  <a:pt x="1192" y="964"/>
                </a:lnTo>
                <a:lnTo>
                  <a:pt x="1191" y="964"/>
                </a:lnTo>
                <a:lnTo>
                  <a:pt x="1191" y="963"/>
                </a:lnTo>
                <a:lnTo>
                  <a:pt x="1190" y="963"/>
                </a:lnTo>
                <a:lnTo>
                  <a:pt x="1190" y="962"/>
                </a:lnTo>
                <a:lnTo>
                  <a:pt x="1189" y="962"/>
                </a:lnTo>
                <a:lnTo>
                  <a:pt x="1188" y="962"/>
                </a:lnTo>
                <a:lnTo>
                  <a:pt x="1188" y="961"/>
                </a:lnTo>
                <a:lnTo>
                  <a:pt x="1187" y="961"/>
                </a:lnTo>
                <a:lnTo>
                  <a:pt x="1187" y="960"/>
                </a:lnTo>
                <a:lnTo>
                  <a:pt x="1186" y="960"/>
                </a:lnTo>
                <a:lnTo>
                  <a:pt x="1185" y="960"/>
                </a:lnTo>
                <a:lnTo>
                  <a:pt x="1185" y="959"/>
                </a:lnTo>
                <a:lnTo>
                  <a:pt x="1185" y="958"/>
                </a:lnTo>
                <a:lnTo>
                  <a:pt x="1184" y="958"/>
                </a:lnTo>
                <a:lnTo>
                  <a:pt x="1184" y="957"/>
                </a:lnTo>
                <a:lnTo>
                  <a:pt x="1183" y="957"/>
                </a:lnTo>
                <a:lnTo>
                  <a:pt x="1182" y="957"/>
                </a:lnTo>
                <a:lnTo>
                  <a:pt x="1181" y="957"/>
                </a:lnTo>
                <a:lnTo>
                  <a:pt x="1181" y="956"/>
                </a:lnTo>
                <a:lnTo>
                  <a:pt x="1180" y="956"/>
                </a:lnTo>
                <a:lnTo>
                  <a:pt x="1179" y="956"/>
                </a:lnTo>
                <a:lnTo>
                  <a:pt x="1178" y="956"/>
                </a:lnTo>
                <a:lnTo>
                  <a:pt x="1177" y="956"/>
                </a:lnTo>
                <a:lnTo>
                  <a:pt x="1176" y="956"/>
                </a:lnTo>
                <a:lnTo>
                  <a:pt x="1176" y="955"/>
                </a:lnTo>
                <a:lnTo>
                  <a:pt x="1175" y="955"/>
                </a:lnTo>
                <a:lnTo>
                  <a:pt x="1175" y="954"/>
                </a:lnTo>
                <a:lnTo>
                  <a:pt x="1175" y="953"/>
                </a:lnTo>
                <a:lnTo>
                  <a:pt x="1174" y="953"/>
                </a:lnTo>
                <a:lnTo>
                  <a:pt x="1174" y="952"/>
                </a:lnTo>
                <a:lnTo>
                  <a:pt x="1174" y="951"/>
                </a:lnTo>
                <a:lnTo>
                  <a:pt x="1174" y="950"/>
                </a:lnTo>
                <a:lnTo>
                  <a:pt x="1173" y="950"/>
                </a:lnTo>
                <a:lnTo>
                  <a:pt x="1173" y="951"/>
                </a:lnTo>
                <a:lnTo>
                  <a:pt x="1172" y="951"/>
                </a:lnTo>
                <a:lnTo>
                  <a:pt x="1171" y="951"/>
                </a:lnTo>
                <a:lnTo>
                  <a:pt x="1170" y="951"/>
                </a:lnTo>
                <a:lnTo>
                  <a:pt x="1169" y="951"/>
                </a:lnTo>
                <a:lnTo>
                  <a:pt x="1169" y="950"/>
                </a:lnTo>
                <a:lnTo>
                  <a:pt x="1169" y="949"/>
                </a:lnTo>
                <a:lnTo>
                  <a:pt x="1168" y="949"/>
                </a:lnTo>
                <a:lnTo>
                  <a:pt x="1168" y="950"/>
                </a:lnTo>
                <a:lnTo>
                  <a:pt x="1168" y="949"/>
                </a:lnTo>
                <a:lnTo>
                  <a:pt x="1167" y="949"/>
                </a:lnTo>
                <a:lnTo>
                  <a:pt x="1165" y="949"/>
                </a:lnTo>
                <a:lnTo>
                  <a:pt x="1165" y="948"/>
                </a:lnTo>
                <a:lnTo>
                  <a:pt x="1164" y="948"/>
                </a:lnTo>
                <a:lnTo>
                  <a:pt x="1164" y="947"/>
                </a:lnTo>
                <a:lnTo>
                  <a:pt x="1163" y="947"/>
                </a:lnTo>
                <a:lnTo>
                  <a:pt x="1162" y="947"/>
                </a:lnTo>
                <a:lnTo>
                  <a:pt x="1162" y="946"/>
                </a:lnTo>
                <a:lnTo>
                  <a:pt x="1161" y="946"/>
                </a:lnTo>
                <a:lnTo>
                  <a:pt x="1160" y="946"/>
                </a:lnTo>
                <a:lnTo>
                  <a:pt x="1159" y="946"/>
                </a:lnTo>
                <a:lnTo>
                  <a:pt x="1159" y="945"/>
                </a:lnTo>
                <a:lnTo>
                  <a:pt x="1158" y="945"/>
                </a:lnTo>
                <a:lnTo>
                  <a:pt x="1158" y="944"/>
                </a:lnTo>
                <a:lnTo>
                  <a:pt x="1157" y="944"/>
                </a:lnTo>
                <a:lnTo>
                  <a:pt x="1156" y="944"/>
                </a:lnTo>
                <a:lnTo>
                  <a:pt x="1155" y="944"/>
                </a:lnTo>
                <a:lnTo>
                  <a:pt x="1154" y="944"/>
                </a:lnTo>
                <a:lnTo>
                  <a:pt x="1154" y="943"/>
                </a:lnTo>
                <a:lnTo>
                  <a:pt x="1153" y="943"/>
                </a:lnTo>
                <a:lnTo>
                  <a:pt x="1153" y="942"/>
                </a:lnTo>
                <a:lnTo>
                  <a:pt x="1153" y="941"/>
                </a:lnTo>
                <a:lnTo>
                  <a:pt x="1152" y="941"/>
                </a:lnTo>
                <a:lnTo>
                  <a:pt x="1152" y="940"/>
                </a:lnTo>
                <a:lnTo>
                  <a:pt x="1151" y="939"/>
                </a:lnTo>
                <a:lnTo>
                  <a:pt x="1150" y="939"/>
                </a:lnTo>
                <a:lnTo>
                  <a:pt x="1149" y="939"/>
                </a:lnTo>
                <a:lnTo>
                  <a:pt x="1148" y="939"/>
                </a:lnTo>
                <a:lnTo>
                  <a:pt x="1148" y="938"/>
                </a:lnTo>
                <a:lnTo>
                  <a:pt x="1149" y="938"/>
                </a:lnTo>
                <a:lnTo>
                  <a:pt x="1149" y="937"/>
                </a:lnTo>
                <a:lnTo>
                  <a:pt x="1148" y="937"/>
                </a:lnTo>
                <a:lnTo>
                  <a:pt x="1148" y="936"/>
                </a:lnTo>
                <a:lnTo>
                  <a:pt x="1148" y="935"/>
                </a:lnTo>
                <a:lnTo>
                  <a:pt x="1146" y="935"/>
                </a:lnTo>
                <a:lnTo>
                  <a:pt x="1145" y="934"/>
                </a:lnTo>
                <a:lnTo>
                  <a:pt x="1144" y="934"/>
                </a:lnTo>
                <a:lnTo>
                  <a:pt x="1143" y="934"/>
                </a:lnTo>
                <a:lnTo>
                  <a:pt x="1142" y="934"/>
                </a:lnTo>
                <a:lnTo>
                  <a:pt x="1142" y="935"/>
                </a:lnTo>
                <a:lnTo>
                  <a:pt x="1141" y="935"/>
                </a:lnTo>
                <a:lnTo>
                  <a:pt x="1141" y="934"/>
                </a:lnTo>
                <a:lnTo>
                  <a:pt x="1140" y="934"/>
                </a:lnTo>
                <a:lnTo>
                  <a:pt x="1140" y="933"/>
                </a:lnTo>
                <a:lnTo>
                  <a:pt x="1140" y="932"/>
                </a:lnTo>
                <a:lnTo>
                  <a:pt x="1139" y="932"/>
                </a:lnTo>
                <a:lnTo>
                  <a:pt x="1139" y="931"/>
                </a:lnTo>
                <a:lnTo>
                  <a:pt x="1138" y="931"/>
                </a:lnTo>
                <a:lnTo>
                  <a:pt x="1137" y="931"/>
                </a:lnTo>
                <a:lnTo>
                  <a:pt x="1137" y="930"/>
                </a:lnTo>
                <a:lnTo>
                  <a:pt x="1136" y="930"/>
                </a:lnTo>
                <a:lnTo>
                  <a:pt x="1135" y="930"/>
                </a:lnTo>
                <a:lnTo>
                  <a:pt x="1134" y="930"/>
                </a:lnTo>
                <a:lnTo>
                  <a:pt x="1134" y="929"/>
                </a:lnTo>
                <a:lnTo>
                  <a:pt x="1133" y="929"/>
                </a:lnTo>
                <a:lnTo>
                  <a:pt x="1133" y="930"/>
                </a:lnTo>
                <a:lnTo>
                  <a:pt x="1133" y="929"/>
                </a:lnTo>
                <a:lnTo>
                  <a:pt x="1132" y="928"/>
                </a:lnTo>
                <a:lnTo>
                  <a:pt x="1131" y="928"/>
                </a:lnTo>
                <a:lnTo>
                  <a:pt x="1130" y="928"/>
                </a:lnTo>
                <a:lnTo>
                  <a:pt x="1130" y="927"/>
                </a:lnTo>
                <a:lnTo>
                  <a:pt x="1130" y="926"/>
                </a:lnTo>
                <a:lnTo>
                  <a:pt x="1130" y="925"/>
                </a:lnTo>
                <a:lnTo>
                  <a:pt x="1130" y="924"/>
                </a:lnTo>
                <a:lnTo>
                  <a:pt x="1131" y="924"/>
                </a:lnTo>
                <a:lnTo>
                  <a:pt x="1130" y="924"/>
                </a:lnTo>
                <a:lnTo>
                  <a:pt x="1130" y="923"/>
                </a:lnTo>
                <a:lnTo>
                  <a:pt x="1131" y="923"/>
                </a:lnTo>
                <a:lnTo>
                  <a:pt x="1131" y="922"/>
                </a:lnTo>
                <a:lnTo>
                  <a:pt x="1130" y="922"/>
                </a:lnTo>
                <a:lnTo>
                  <a:pt x="1130" y="921"/>
                </a:lnTo>
                <a:lnTo>
                  <a:pt x="1129" y="921"/>
                </a:lnTo>
                <a:lnTo>
                  <a:pt x="1129" y="920"/>
                </a:lnTo>
                <a:lnTo>
                  <a:pt x="1128" y="920"/>
                </a:lnTo>
                <a:lnTo>
                  <a:pt x="1127" y="920"/>
                </a:lnTo>
                <a:lnTo>
                  <a:pt x="1126" y="920"/>
                </a:lnTo>
                <a:lnTo>
                  <a:pt x="1125" y="919"/>
                </a:lnTo>
                <a:lnTo>
                  <a:pt x="1125" y="918"/>
                </a:lnTo>
                <a:lnTo>
                  <a:pt x="1124" y="918"/>
                </a:lnTo>
                <a:lnTo>
                  <a:pt x="1123" y="918"/>
                </a:lnTo>
                <a:lnTo>
                  <a:pt x="1122" y="917"/>
                </a:lnTo>
                <a:lnTo>
                  <a:pt x="1121" y="917"/>
                </a:lnTo>
                <a:lnTo>
                  <a:pt x="1121" y="916"/>
                </a:lnTo>
                <a:lnTo>
                  <a:pt x="1121" y="915"/>
                </a:lnTo>
                <a:lnTo>
                  <a:pt x="1120" y="915"/>
                </a:lnTo>
                <a:lnTo>
                  <a:pt x="1119" y="915"/>
                </a:lnTo>
                <a:lnTo>
                  <a:pt x="1119" y="914"/>
                </a:lnTo>
                <a:lnTo>
                  <a:pt x="1119" y="913"/>
                </a:lnTo>
                <a:lnTo>
                  <a:pt x="1118" y="913"/>
                </a:lnTo>
                <a:lnTo>
                  <a:pt x="1118" y="912"/>
                </a:lnTo>
                <a:lnTo>
                  <a:pt x="1117" y="911"/>
                </a:lnTo>
                <a:lnTo>
                  <a:pt x="1116" y="911"/>
                </a:lnTo>
                <a:lnTo>
                  <a:pt x="1116" y="910"/>
                </a:lnTo>
                <a:lnTo>
                  <a:pt x="1115" y="910"/>
                </a:lnTo>
                <a:lnTo>
                  <a:pt x="1115" y="909"/>
                </a:lnTo>
                <a:lnTo>
                  <a:pt x="1114" y="909"/>
                </a:lnTo>
                <a:lnTo>
                  <a:pt x="1114" y="908"/>
                </a:lnTo>
                <a:lnTo>
                  <a:pt x="1114" y="907"/>
                </a:lnTo>
                <a:lnTo>
                  <a:pt x="1113" y="906"/>
                </a:lnTo>
                <a:lnTo>
                  <a:pt x="1113" y="905"/>
                </a:lnTo>
                <a:lnTo>
                  <a:pt x="1112" y="905"/>
                </a:lnTo>
                <a:lnTo>
                  <a:pt x="1111" y="904"/>
                </a:lnTo>
                <a:lnTo>
                  <a:pt x="1110" y="904"/>
                </a:lnTo>
                <a:lnTo>
                  <a:pt x="1110" y="903"/>
                </a:lnTo>
                <a:lnTo>
                  <a:pt x="1110" y="902"/>
                </a:lnTo>
                <a:lnTo>
                  <a:pt x="1110" y="901"/>
                </a:lnTo>
                <a:lnTo>
                  <a:pt x="1109" y="901"/>
                </a:lnTo>
                <a:lnTo>
                  <a:pt x="1109" y="900"/>
                </a:lnTo>
                <a:lnTo>
                  <a:pt x="1109" y="899"/>
                </a:lnTo>
                <a:lnTo>
                  <a:pt x="1109" y="898"/>
                </a:lnTo>
                <a:lnTo>
                  <a:pt x="1109" y="897"/>
                </a:lnTo>
                <a:lnTo>
                  <a:pt x="1109" y="896"/>
                </a:lnTo>
                <a:lnTo>
                  <a:pt x="1109" y="895"/>
                </a:lnTo>
                <a:lnTo>
                  <a:pt x="1109" y="894"/>
                </a:lnTo>
                <a:lnTo>
                  <a:pt x="1109" y="893"/>
                </a:lnTo>
                <a:lnTo>
                  <a:pt x="1109" y="892"/>
                </a:lnTo>
                <a:lnTo>
                  <a:pt x="1109" y="891"/>
                </a:lnTo>
                <a:lnTo>
                  <a:pt x="1108" y="891"/>
                </a:lnTo>
                <a:lnTo>
                  <a:pt x="1108" y="890"/>
                </a:lnTo>
                <a:lnTo>
                  <a:pt x="1106" y="890"/>
                </a:lnTo>
                <a:lnTo>
                  <a:pt x="1106" y="891"/>
                </a:lnTo>
                <a:lnTo>
                  <a:pt x="1106" y="890"/>
                </a:lnTo>
                <a:lnTo>
                  <a:pt x="1105" y="890"/>
                </a:lnTo>
                <a:lnTo>
                  <a:pt x="1105" y="889"/>
                </a:lnTo>
                <a:lnTo>
                  <a:pt x="1105" y="890"/>
                </a:lnTo>
                <a:lnTo>
                  <a:pt x="1104" y="890"/>
                </a:lnTo>
                <a:lnTo>
                  <a:pt x="1103" y="890"/>
                </a:lnTo>
                <a:lnTo>
                  <a:pt x="1103" y="891"/>
                </a:lnTo>
                <a:lnTo>
                  <a:pt x="1102" y="891"/>
                </a:lnTo>
                <a:lnTo>
                  <a:pt x="1101" y="891"/>
                </a:lnTo>
                <a:lnTo>
                  <a:pt x="1100" y="891"/>
                </a:lnTo>
                <a:lnTo>
                  <a:pt x="1099" y="891"/>
                </a:lnTo>
                <a:lnTo>
                  <a:pt x="1098" y="890"/>
                </a:lnTo>
                <a:lnTo>
                  <a:pt x="1098" y="889"/>
                </a:lnTo>
                <a:lnTo>
                  <a:pt x="1097" y="889"/>
                </a:lnTo>
                <a:lnTo>
                  <a:pt x="1097" y="888"/>
                </a:lnTo>
                <a:lnTo>
                  <a:pt x="1096" y="888"/>
                </a:lnTo>
                <a:lnTo>
                  <a:pt x="1096" y="887"/>
                </a:lnTo>
                <a:lnTo>
                  <a:pt x="1097" y="887"/>
                </a:lnTo>
                <a:lnTo>
                  <a:pt x="1097" y="886"/>
                </a:lnTo>
                <a:lnTo>
                  <a:pt x="1097" y="885"/>
                </a:lnTo>
                <a:lnTo>
                  <a:pt x="1097" y="884"/>
                </a:lnTo>
                <a:lnTo>
                  <a:pt x="1097" y="883"/>
                </a:lnTo>
                <a:lnTo>
                  <a:pt x="1097" y="882"/>
                </a:lnTo>
                <a:lnTo>
                  <a:pt x="1096" y="882"/>
                </a:lnTo>
                <a:lnTo>
                  <a:pt x="1096" y="881"/>
                </a:lnTo>
                <a:lnTo>
                  <a:pt x="1095" y="881"/>
                </a:lnTo>
                <a:lnTo>
                  <a:pt x="1095" y="880"/>
                </a:lnTo>
                <a:lnTo>
                  <a:pt x="1095" y="879"/>
                </a:lnTo>
                <a:lnTo>
                  <a:pt x="1095" y="878"/>
                </a:lnTo>
                <a:lnTo>
                  <a:pt x="1094" y="877"/>
                </a:lnTo>
                <a:lnTo>
                  <a:pt x="1093" y="877"/>
                </a:lnTo>
                <a:lnTo>
                  <a:pt x="1092" y="877"/>
                </a:lnTo>
                <a:lnTo>
                  <a:pt x="1091" y="877"/>
                </a:lnTo>
                <a:lnTo>
                  <a:pt x="1090" y="876"/>
                </a:lnTo>
                <a:lnTo>
                  <a:pt x="1090" y="875"/>
                </a:lnTo>
                <a:lnTo>
                  <a:pt x="1090" y="874"/>
                </a:lnTo>
                <a:lnTo>
                  <a:pt x="1090" y="873"/>
                </a:lnTo>
                <a:lnTo>
                  <a:pt x="1089" y="873"/>
                </a:lnTo>
                <a:lnTo>
                  <a:pt x="1089" y="871"/>
                </a:lnTo>
                <a:lnTo>
                  <a:pt x="1089" y="869"/>
                </a:lnTo>
                <a:lnTo>
                  <a:pt x="1088" y="869"/>
                </a:lnTo>
                <a:lnTo>
                  <a:pt x="1087" y="868"/>
                </a:lnTo>
                <a:lnTo>
                  <a:pt x="1087" y="867"/>
                </a:lnTo>
                <a:lnTo>
                  <a:pt x="1087" y="866"/>
                </a:lnTo>
                <a:lnTo>
                  <a:pt x="1086" y="866"/>
                </a:lnTo>
                <a:lnTo>
                  <a:pt x="1086" y="865"/>
                </a:lnTo>
                <a:lnTo>
                  <a:pt x="1086" y="864"/>
                </a:lnTo>
                <a:lnTo>
                  <a:pt x="1085" y="864"/>
                </a:lnTo>
                <a:lnTo>
                  <a:pt x="1085" y="863"/>
                </a:lnTo>
                <a:lnTo>
                  <a:pt x="1084" y="863"/>
                </a:lnTo>
                <a:lnTo>
                  <a:pt x="1083" y="863"/>
                </a:lnTo>
                <a:lnTo>
                  <a:pt x="1082" y="863"/>
                </a:lnTo>
                <a:lnTo>
                  <a:pt x="1082" y="862"/>
                </a:lnTo>
                <a:lnTo>
                  <a:pt x="1081" y="862"/>
                </a:lnTo>
                <a:lnTo>
                  <a:pt x="1080" y="862"/>
                </a:lnTo>
                <a:lnTo>
                  <a:pt x="1080" y="861"/>
                </a:lnTo>
                <a:lnTo>
                  <a:pt x="1081" y="861"/>
                </a:lnTo>
                <a:lnTo>
                  <a:pt x="1081" y="860"/>
                </a:lnTo>
                <a:lnTo>
                  <a:pt x="1080" y="860"/>
                </a:lnTo>
                <a:lnTo>
                  <a:pt x="1079" y="859"/>
                </a:lnTo>
                <a:lnTo>
                  <a:pt x="1079" y="858"/>
                </a:lnTo>
                <a:lnTo>
                  <a:pt x="1078" y="858"/>
                </a:lnTo>
                <a:lnTo>
                  <a:pt x="1077" y="858"/>
                </a:lnTo>
                <a:lnTo>
                  <a:pt x="1076" y="858"/>
                </a:lnTo>
                <a:lnTo>
                  <a:pt x="1076" y="857"/>
                </a:lnTo>
                <a:lnTo>
                  <a:pt x="1076" y="856"/>
                </a:lnTo>
                <a:lnTo>
                  <a:pt x="1075" y="856"/>
                </a:lnTo>
                <a:lnTo>
                  <a:pt x="1074" y="856"/>
                </a:lnTo>
                <a:lnTo>
                  <a:pt x="1074" y="855"/>
                </a:lnTo>
                <a:lnTo>
                  <a:pt x="1072" y="855"/>
                </a:lnTo>
                <a:lnTo>
                  <a:pt x="1071" y="855"/>
                </a:lnTo>
                <a:lnTo>
                  <a:pt x="1071" y="854"/>
                </a:lnTo>
                <a:lnTo>
                  <a:pt x="1072" y="854"/>
                </a:lnTo>
                <a:lnTo>
                  <a:pt x="1071" y="853"/>
                </a:lnTo>
                <a:lnTo>
                  <a:pt x="1071" y="852"/>
                </a:lnTo>
                <a:lnTo>
                  <a:pt x="1070" y="852"/>
                </a:lnTo>
                <a:lnTo>
                  <a:pt x="1069" y="852"/>
                </a:lnTo>
                <a:lnTo>
                  <a:pt x="1068" y="852"/>
                </a:lnTo>
                <a:lnTo>
                  <a:pt x="1068" y="851"/>
                </a:lnTo>
                <a:lnTo>
                  <a:pt x="1067" y="851"/>
                </a:lnTo>
                <a:lnTo>
                  <a:pt x="1067" y="850"/>
                </a:lnTo>
                <a:lnTo>
                  <a:pt x="1066" y="850"/>
                </a:lnTo>
                <a:lnTo>
                  <a:pt x="1065" y="850"/>
                </a:lnTo>
                <a:lnTo>
                  <a:pt x="1065" y="849"/>
                </a:lnTo>
                <a:lnTo>
                  <a:pt x="1065" y="848"/>
                </a:lnTo>
                <a:lnTo>
                  <a:pt x="1065" y="849"/>
                </a:lnTo>
                <a:lnTo>
                  <a:pt x="1064" y="849"/>
                </a:lnTo>
                <a:lnTo>
                  <a:pt x="1063" y="848"/>
                </a:lnTo>
                <a:lnTo>
                  <a:pt x="1062" y="848"/>
                </a:lnTo>
                <a:lnTo>
                  <a:pt x="1063" y="847"/>
                </a:lnTo>
                <a:lnTo>
                  <a:pt x="1062" y="847"/>
                </a:lnTo>
                <a:lnTo>
                  <a:pt x="1062" y="846"/>
                </a:lnTo>
                <a:lnTo>
                  <a:pt x="1062" y="845"/>
                </a:lnTo>
                <a:lnTo>
                  <a:pt x="1061" y="845"/>
                </a:lnTo>
                <a:lnTo>
                  <a:pt x="1060" y="845"/>
                </a:lnTo>
                <a:lnTo>
                  <a:pt x="1060" y="846"/>
                </a:lnTo>
                <a:lnTo>
                  <a:pt x="1059" y="845"/>
                </a:lnTo>
                <a:lnTo>
                  <a:pt x="1059" y="844"/>
                </a:lnTo>
                <a:lnTo>
                  <a:pt x="1059" y="843"/>
                </a:lnTo>
                <a:lnTo>
                  <a:pt x="1059" y="842"/>
                </a:lnTo>
                <a:lnTo>
                  <a:pt x="1058" y="842"/>
                </a:lnTo>
                <a:lnTo>
                  <a:pt x="1057" y="842"/>
                </a:lnTo>
                <a:lnTo>
                  <a:pt x="1056" y="842"/>
                </a:lnTo>
                <a:lnTo>
                  <a:pt x="1056" y="841"/>
                </a:lnTo>
                <a:lnTo>
                  <a:pt x="1056" y="840"/>
                </a:lnTo>
                <a:lnTo>
                  <a:pt x="1056" y="839"/>
                </a:lnTo>
                <a:lnTo>
                  <a:pt x="1055" y="839"/>
                </a:lnTo>
                <a:lnTo>
                  <a:pt x="1055" y="838"/>
                </a:lnTo>
                <a:lnTo>
                  <a:pt x="1054" y="838"/>
                </a:lnTo>
                <a:lnTo>
                  <a:pt x="1054" y="837"/>
                </a:lnTo>
                <a:lnTo>
                  <a:pt x="1054" y="836"/>
                </a:lnTo>
                <a:lnTo>
                  <a:pt x="1053" y="836"/>
                </a:lnTo>
                <a:lnTo>
                  <a:pt x="1052" y="835"/>
                </a:lnTo>
                <a:lnTo>
                  <a:pt x="1051" y="835"/>
                </a:lnTo>
                <a:lnTo>
                  <a:pt x="1050" y="834"/>
                </a:lnTo>
                <a:lnTo>
                  <a:pt x="1050" y="833"/>
                </a:lnTo>
                <a:lnTo>
                  <a:pt x="1049" y="833"/>
                </a:lnTo>
                <a:lnTo>
                  <a:pt x="1049" y="832"/>
                </a:lnTo>
                <a:lnTo>
                  <a:pt x="1048" y="832"/>
                </a:lnTo>
                <a:lnTo>
                  <a:pt x="1048" y="831"/>
                </a:lnTo>
                <a:lnTo>
                  <a:pt x="1048" y="832"/>
                </a:lnTo>
                <a:lnTo>
                  <a:pt x="1048" y="831"/>
                </a:lnTo>
                <a:lnTo>
                  <a:pt x="1047" y="831"/>
                </a:lnTo>
                <a:lnTo>
                  <a:pt x="1046" y="831"/>
                </a:lnTo>
                <a:lnTo>
                  <a:pt x="1046" y="830"/>
                </a:lnTo>
                <a:lnTo>
                  <a:pt x="1047" y="830"/>
                </a:lnTo>
                <a:lnTo>
                  <a:pt x="1047" y="829"/>
                </a:lnTo>
                <a:lnTo>
                  <a:pt x="1046" y="829"/>
                </a:lnTo>
                <a:lnTo>
                  <a:pt x="1045" y="828"/>
                </a:lnTo>
                <a:lnTo>
                  <a:pt x="1044" y="828"/>
                </a:lnTo>
                <a:lnTo>
                  <a:pt x="1044" y="827"/>
                </a:lnTo>
                <a:lnTo>
                  <a:pt x="1043" y="826"/>
                </a:lnTo>
                <a:lnTo>
                  <a:pt x="1042" y="826"/>
                </a:lnTo>
                <a:lnTo>
                  <a:pt x="1042" y="825"/>
                </a:lnTo>
                <a:lnTo>
                  <a:pt x="1043" y="825"/>
                </a:lnTo>
                <a:lnTo>
                  <a:pt x="1043" y="824"/>
                </a:lnTo>
                <a:lnTo>
                  <a:pt x="1044" y="824"/>
                </a:lnTo>
                <a:lnTo>
                  <a:pt x="1044" y="823"/>
                </a:lnTo>
                <a:lnTo>
                  <a:pt x="1044" y="822"/>
                </a:lnTo>
                <a:lnTo>
                  <a:pt x="1045" y="822"/>
                </a:lnTo>
                <a:lnTo>
                  <a:pt x="1045" y="821"/>
                </a:lnTo>
                <a:lnTo>
                  <a:pt x="1045" y="820"/>
                </a:lnTo>
                <a:lnTo>
                  <a:pt x="1046" y="820"/>
                </a:lnTo>
                <a:lnTo>
                  <a:pt x="1047" y="820"/>
                </a:lnTo>
                <a:lnTo>
                  <a:pt x="1047" y="819"/>
                </a:lnTo>
                <a:lnTo>
                  <a:pt x="1048" y="819"/>
                </a:lnTo>
                <a:lnTo>
                  <a:pt x="1048" y="818"/>
                </a:lnTo>
                <a:lnTo>
                  <a:pt x="1049" y="818"/>
                </a:lnTo>
                <a:lnTo>
                  <a:pt x="1049" y="817"/>
                </a:lnTo>
                <a:lnTo>
                  <a:pt x="1049" y="816"/>
                </a:lnTo>
                <a:lnTo>
                  <a:pt x="1048" y="816"/>
                </a:lnTo>
                <a:lnTo>
                  <a:pt x="1048" y="815"/>
                </a:lnTo>
                <a:lnTo>
                  <a:pt x="1047" y="815"/>
                </a:lnTo>
                <a:lnTo>
                  <a:pt x="1047" y="816"/>
                </a:lnTo>
                <a:lnTo>
                  <a:pt x="1046" y="816"/>
                </a:lnTo>
                <a:lnTo>
                  <a:pt x="1045" y="815"/>
                </a:lnTo>
                <a:lnTo>
                  <a:pt x="1044" y="815"/>
                </a:lnTo>
                <a:lnTo>
                  <a:pt x="1043" y="815"/>
                </a:lnTo>
                <a:lnTo>
                  <a:pt x="1042" y="815"/>
                </a:lnTo>
                <a:lnTo>
                  <a:pt x="1042" y="814"/>
                </a:lnTo>
                <a:lnTo>
                  <a:pt x="1042" y="813"/>
                </a:lnTo>
                <a:lnTo>
                  <a:pt x="1041" y="813"/>
                </a:lnTo>
                <a:lnTo>
                  <a:pt x="1041" y="812"/>
                </a:lnTo>
                <a:lnTo>
                  <a:pt x="1040" y="812"/>
                </a:lnTo>
                <a:lnTo>
                  <a:pt x="1040" y="811"/>
                </a:lnTo>
                <a:lnTo>
                  <a:pt x="1039" y="811"/>
                </a:lnTo>
                <a:lnTo>
                  <a:pt x="1039" y="810"/>
                </a:lnTo>
                <a:lnTo>
                  <a:pt x="1038" y="810"/>
                </a:lnTo>
                <a:lnTo>
                  <a:pt x="1037" y="810"/>
                </a:lnTo>
                <a:lnTo>
                  <a:pt x="1037" y="809"/>
                </a:lnTo>
                <a:lnTo>
                  <a:pt x="1036" y="809"/>
                </a:lnTo>
                <a:lnTo>
                  <a:pt x="1035" y="809"/>
                </a:lnTo>
                <a:lnTo>
                  <a:pt x="1035" y="810"/>
                </a:lnTo>
                <a:lnTo>
                  <a:pt x="1034" y="810"/>
                </a:lnTo>
                <a:lnTo>
                  <a:pt x="1033" y="810"/>
                </a:lnTo>
                <a:lnTo>
                  <a:pt x="1032" y="810"/>
                </a:lnTo>
                <a:lnTo>
                  <a:pt x="1032" y="809"/>
                </a:lnTo>
                <a:lnTo>
                  <a:pt x="1031" y="809"/>
                </a:lnTo>
                <a:lnTo>
                  <a:pt x="1031" y="808"/>
                </a:lnTo>
                <a:lnTo>
                  <a:pt x="1030" y="809"/>
                </a:lnTo>
                <a:lnTo>
                  <a:pt x="1030" y="808"/>
                </a:lnTo>
                <a:lnTo>
                  <a:pt x="1029" y="808"/>
                </a:lnTo>
                <a:lnTo>
                  <a:pt x="1029" y="809"/>
                </a:lnTo>
                <a:lnTo>
                  <a:pt x="1028" y="809"/>
                </a:lnTo>
                <a:lnTo>
                  <a:pt x="1028" y="808"/>
                </a:lnTo>
                <a:lnTo>
                  <a:pt x="1027" y="808"/>
                </a:lnTo>
                <a:lnTo>
                  <a:pt x="1026" y="808"/>
                </a:lnTo>
                <a:lnTo>
                  <a:pt x="1026" y="807"/>
                </a:lnTo>
                <a:lnTo>
                  <a:pt x="1025" y="807"/>
                </a:lnTo>
                <a:lnTo>
                  <a:pt x="1025" y="806"/>
                </a:lnTo>
                <a:lnTo>
                  <a:pt x="1024" y="806"/>
                </a:lnTo>
                <a:lnTo>
                  <a:pt x="1023" y="806"/>
                </a:lnTo>
                <a:lnTo>
                  <a:pt x="1023" y="805"/>
                </a:lnTo>
                <a:lnTo>
                  <a:pt x="1023" y="804"/>
                </a:lnTo>
                <a:lnTo>
                  <a:pt x="1021" y="804"/>
                </a:lnTo>
                <a:lnTo>
                  <a:pt x="1021" y="803"/>
                </a:lnTo>
                <a:lnTo>
                  <a:pt x="1020" y="803"/>
                </a:lnTo>
                <a:lnTo>
                  <a:pt x="1019" y="803"/>
                </a:lnTo>
                <a:lnTo>
                  <a:pt x="1019" y="802"/>
                </a:lnTo>
                <a:lnTo>
                  <a:pt x="1018" y="801"/>
                </a:lnTo>
                <a:lnTo>
                  <a:pt x="1018" y="800"/>
                </a:lnTo>
                <a:lnTo>
                  <a:pt x="1018" y="799"/>
                </a:lnTo>
                <a:lnTo>
                  <a:pt x="1017" y="799"/>
                </a:lnTo>
                <a:lnTo>
                  <a:pt x="1017" y="798"/>
                </a:lnTo>
                <a:lnTo>
                  <a:pt x="1017" y="797"/>
                </a:lnTo>
                <a:lnTo>
                  <a:pt x="1017" y="796"/>
                </a:lnTo>
                <a:lnTo>
                  <a:pt x="1016" y="796"/>
                </a:lnTo>
                <a:lnTo>
                  <a:pt x="1016" y="795"/>
                </a:lnTo>
                <a:lnTo>
                  <a:pt x="1015" y="795"/>
                </a:lnTo>
                <a:lnTo>
                  <a:pt x="1015" y="794"/>
                </a:lnTo>
                <a:lnTo>
                  <a:pt x="1014" y="794"/>
                </a:lnTo>
                <a:lnTo>
                  <a:pt x="1013" y="794"/>
                </a:lnTo>
                <a:lnTo>
                  <a:pt x="1012" y="794"/>
                </a:lnTo>
                <a:lnTo>
                  <a:pt x="1012" y="793"/>
                </a:lnTo>
                <a:lnTo>
                  <a:pt x="1011" y="793"/>
                </a:lnTo>
                <a:lnTo>
                  <a:pt x="1010" y="793"/>
                </a:lnTo>
                <a:lnTo>
                  <a:pt x="1009" y="793"/>
                </a:lnTo>
                <a:lnTo>
                  <a:pt x="1009" y="792"/>
                </a:lnTo>
                <a:lnTo>
                  <a:pt x="1008" y="792"/>
                </a:lnTo>
                <a:lnTo>
                  <a:pt x="1008" y="791"/>
                </a:lnTo>
                <a:lnTo>
                  <a:pt x="1007" y="791"/>
                </a:lnTo>
                <a:lnTo>
                  <a:pt x="1006" y="791"/>
                </a:lnTo>
                <a:lnTo>
                  <a:pt x="1006" y="790"/>
                </a:lnTo>
                <a:lnTo>
                  <a:pt x="1007" y="790"/>
                </a:lnTo>
                <a:lnTo>
                  <a:pt x="1007" y="789"/>
                </a:lnTo>
                <a:lnTo>
                  <a:pt x="1007" y="788"/>
                </a:lnTo>
                <a:lnTo>
                  <a:pt x="1006" y="788"/>
                </a:lnTo>
                <a:lnTo>
                  <a:pt x="1006" y="787"/>
                </a:lnTo>
                <a:lnTo>
                  <a:pt x="1006" y="786"/>
                </a:lnTo>
                <a:lnTo>
                  <a:pt x="1005" y="785"/>
                </a:lnTo>
                <a:lnTo>
                  <a:pt x="1005" y="786"/>
                </a:lnTo>
                <a:lnTo>
                  <a:pt x="1005" y="785"/>
                </a:lnTo>
                <a:lnTo>
                  <a:pt x="1004" y="785"/>
                </a:lnTo>
                <a:lnTo>
                  <a:pt x="1003" y="785"/>
                </a:lnTo>
                <a:lnTo>
                  <a:pt x="1002" y="785"/>
                </a:lnTo>
                <a:lnTo>
                  <a:pt x="1001" y="785"/>
                </a:lnTo>
                <a:lnTo>
                  <a:pt x="1000" y="785"/>
                </a:lnTo>
                <a:lnTo>
                  <a:pt x="999" y="785"/>
                </a:lnTo>
                <a:lnTo>
                  <a:pt x="998" y="785"/>
                </a:lnTo>
                <a:lnTo>
                  <a:pt x="997" y="785"/>
                </a:lnTo>
                <a:lnTo>
                  <a:pt x="996" y="785"/>
                </a:lnTo>
                <a:lnTo>
                  <a:pt x="995" y="785"/>
                </a:lnTo>
                <a:lnTo>
                  <a:pt x="994" y="785"/>
                </a:lnTo>
                <a:lnTo>
                  <a:pt x="994" y="787"/>
                </a:lnTo>
                <a:lnTo>
                  <a:pt x="993" y="789"/>
                </a:lnTo>
                <a:lnTo>
                  <a:pt x="993" y="790"/>
                </a:lnTo>
                <a:lnTo>
                  <a:pt x="993" y="791"/>
                </a:lnTo>
                <a:lnTo>
                  <a:pt x="992" y="791"/>
                </a:lnTo>
                <a:lnTo>
                  <a:pt x="991" y="791"/>
                </a:lnTo>
                <a:lnTo>
                  <a:pt x="991" y="792"/>
                </a:lnTo>
                <a:lnTo>
                  <a:pt x="991" y="793"/>
                </a:lnTo>
                <a:lnTo>
                  <a:pt x="990" y="793"/>
                </a:lnTo>
                <a:lnTo>
                  <a:pt x="989" y="793"/>
                </a:lnTo>
                <a:lnTo>
                  <a:pt x="988" y="793"/>
                </a:lnTo>
                <a:lnTo>
                  <a:pt x="988" y="794"/>
                </a:lnTo>
                <a:lnTo>
                  <a:pt x="987" y="795"/>
                </a:lnTo>
                <a:lnTo>
                  <a:pt x="987" y="796"/>
                </a:lnTo>
                <a:lnTo>
                  <a:pt x="986" y="796"/>
                </a:lnTo>
                <a:lnTo>
                  <a:pt x="986" y="797"/>
                </a:lnTo>
                <a:lnTo>
                  <a:pt x="986" y="798"/>
                </a:lnTo>
                <a:lnTo>
                  <a:pt x="985" y="798"/>
                </a:lnTo>
                <a:lnTo>
                  <a:pt x="985" y="799"/>
                </a:lnTo>
                <a:lnTo>
                  <a:pt x="984" y="799"/>
                </a:lnTo>
                <a:lnTo>
                  <a:pt x="984" y="800"/>
                </a:lnTo>
                <a:lnTo>
                  <a:pt x="983" y="800"/>
                </a:lnTo>
                <a:lnTo>
                  <a:pt x="982" y="801"/>
                </a:lnTo>
                <a:lnTo>
                  <a:pt x="982" y="802"/>
                </a:lnTo>
                <a:lnTo>
                  <a:pt x="981" y="803"/>
                </a:lnTo>
                <a:lnTo>
                  <a:pt x="981" y="804"/>
                </a:lnTo>
                <a:lnTo>
                  <a:pt x="980" y="804"/>
                </a:lnTo>
                <a:lnTo>
                  <a:pt x="979" y="804"/>
                </a:lnTo>
                <a:lnTo>
                  <a:pt x="978" y="804"/>
                </a:lnTo>
                <a:lnTo>
                  <a:pt x="978" y="805"/>
                </a:lnTo>
                <a:lnTo>
                  <a:pt x="977" y="805"/>
                </a:lnTo>
                <a:lnTo>
                  <a:pt x="976" y="805"/>
                </a:lnTo>
                <a:lnTo>
                  <a:pt x="975" y="805"/>
                </a:lnTo>
                <a:lnTo>
                  <a:pt x="974" y="805"/>
                </a:lnTo>
                <a:lnTo>
                  <a:pt x="973" y="805"/>
                </a:lnTo>
                <a:lnTo>
                  <a:pt x="973" y="806"/>
                </a:lnTo>
                <a:lnTo>
                  <a:pt x="973" y="807"/>
                </a:lnTo>
                <a:lnTo>
                  <a:pt x="973" y="808"/>
                </a:lnTo>
                <a:lnTo>
                  <a:pt x="974" y="808"/>
                </a:lnTo>
                <a:lnTo>
                  <a:pt x="974" y="809"/>
                </a:lnTo>
                <a:lnTo>
                  <a:pt x="974" y="810"/>
                </a:lnTo>
                <a:lnTo>
                  <a:pt x="975" y="810"/>
                </a:lnTo>
                <a:lnTo>
                  <a:pt x="975" y="811"/>
                </a:lnTo>
                <a:lnTo>
                  <a:pt x="974" y="811"/>
                </a:lnTo>
                <a:lnTo>
                  <a:pt x="974" y="812"/>
                </a:lnTo>
                <a:lnTo>
                  <a:pt x="973" y="812"/>
                </a:lnTo>
                <a:lnTo>
                  <a:pt x="973" y="813"/>
                </a:lnTo>
                <a:lnTo>
                  <a:pt x="972" y="813"/>
                </a:lnTo>
                <a:lnTo>
                  <a:pt x="972" y="812"/>
                </a:lnTo>
                <a:lnTo>
                  <a:pt x="970" y="812"/>
                </a:lnTo>
                <a:lnTo>
                  <a:pt x="970" y="813"/>
                </a:lnTo>
                <a:lnTo>
                  <a:pt x="970" y="814"/>
                </a:lnTo>
                <a:lnTo>
                  <a:pt x="969" y="814"/>
                </a:lnTo>
                <a:lnTo>
                  <a:pt x="969" y="815"/>
                </a:lnTo>
                <a:lnTo>
                  <a:pt x="969" y="816"/>
                </a:lnTo>
                <a:lnTo>
                  <a:pt x="968" y="816"/>
                </a:lnTo>
                <a:lnTo>
                  <a:pt x="967" y="816"/>
                </a:lnTo>
                <a:lnTo>
                  <a:pt x="967" y="815"/>
                </a:lnTo>
                <a:lnTo>
                  <a:pt x="966" y="815"/>
                </a:lnTo>
                <a:lnTo>
                  <a:pt x="965" y="814"/>
                </a:lnTo>
                <a:lnTo>
                  <a:pt x="965" y="813"/>
                </a:lnTo>
                <a:lnTo>
                  <a:pt x="964" y="813"/>
                </a:lnTo>
                <a:lnTo>
                  <a:pt x="964" y="812"/>
                </a:lnTo>
                <a:lnTo>
                  <a:pt x="963" y="812"/>
                </a:lnTo>
                <a:lnTo>
                  <a:pt x="962" y="811"/>
                </a:lnTo>
                <a:lnTo>
                  <a:pt x="961" y="811"/>
                </a:lnTo>
                <a:lnTo>
                  <a:pt x="960" y="811"/>
                </a:lnTo>
                <a:lnTo>
                  <a:pt x="959" y="810"/>
                </a:lnTo>
                <a:lnTo>
                  <a:pt x="958" y="810"/>
                </a:lnTo>
                <a:lnTo>
                  <a:pt x="957" y="809"/>
                </a:lnTo>
                <a:lnTo>
                  <a:pt x="957" y="810"/>
                </a:lnTo>
                <a:lnTo>
                  <a:pt x="956" y="810"/>
                </a:lnTo>
                <a:lnTo>
                  <a:pt x="955" y="810"/>
                </a:lnTo>
                <a:lnTo>
                  <a:pt x="955" y="811"/>
                </a:lnTo>
                <a:lnTo>
                  <a:pt x="954" y="811"/>
                </a:lnTo>
                <a:lnTo>
                  <a:pt x="953" y="811"/>
                </a:lnTo>
                <a:lnTo>
                  <a:pt x="952" y="811"/>
                </a:lnTo>
                <a:lnTo>
                  <a:pt x="952" y="810"/>
                </a:lnTo>
                <a:lnTo>
                  <a:pt x="951" y="810"/>
                </a:lnTo>
                <a:lnTo>
                  <a:pt x="951" y="809"/>
                </a:lnTo>
                <a:lnTo>
                  <a:pt x="950" y="809"/>
                </a:lnTo>
                <a:lnTo>
                  <a:pt x="949" y="809"/>
                </a:lnTo>
                <a:lnTo>
                  <a:pt x="948" y="809"/>
                </a:lnTo>
                <a:lnTo>
                  <a:pt x="948" y="808"/>
                </a:lnTo>
                <a:lnTo>
                  <a:pt x="947" y="808"/>
                </a:lnTo>
                <a:lnTo>
                  <a:pt x="947" y="807"/>
                </a:lnTo>
                <a:lnTo>
                  <a:pt x="946" y="807"/>
                </a:lnTo>
                <a:lnTo>
                  <a:pt x="946" y="806"/>
                </a:lnTo>
                <a:lnTo>
                  <a:pt x="945" y="806"/>
                </a:lnTo>
                <a:lnTo>
                  <a:pt x="945" y="805"/>
                </a:lnTo>
                <a:lnTo>
                  <a:pt x="944" y="805"/>
                </a:lnTo>
                <a:lnTo>
                  <a:pt x="944" y="804"/>
                </a:lnTo>
                <a:lnTo>
                  <a:pt x="945" y="804"/>
                </a:lnTo>
                <a:lnTo>
                  <a:pt x="945" y="803"/>
                </a:lnTo>
                <a:lnTo>
                  <a:pt x="945" y="802"/>
                </a:lnTo>
                <a:lnTo>
                  <a:pt x="945" y="801"/>
                </a:lnTo>
                <a:lnTo>
                  <a:pt x="946" y="801"/>
                </a:lnTo>
                <a:lnTo>
                  <a:pt x="946" y="800"/>
                </a:lnTo>
                <a:lnTo>
                  <a:pt x="945" y="800"/>
                </a:lnTo>
                <a:lnTo>
                  <a:pt x="944" y="800"/>
                </a:lnTo>
                <a:lnTo>
                  <a:pt x="943" y="800"/>
                </a:lnTo>
                <a:lnTo>
                  <a:pt x="942" y="800"/>
                </a:lnTo>
                <a:lnTo>
                  <a:pt x="941" y="800"/>
                </a:lnTo>
                <a:lnTo>
                  <a:pt x="941" y="799"/>
                </a:lnTo>
                <a:lnTo>
                  <a:pt x="940" y="799"/>
                </a:lnTo>
                <a:lnTo>
                  <a:pt x="940" y="798"/>
                </a:lnTo>
                <a:lnTo>
                  <a:pt x="941" y="798"/>
                </a:lnTo>
                <a:lnTo>
                  <a:pt x="941" y="797"/>
                </a:lnTo>
                <a:lnTo>
                  <a:pt x="940" y="797"/>
                </a:lnTo>
                <a:lnTo>
                  <a:pt x="941" y="797"/>
                </a:lnTo>
                <a:lnTo>
                  <a:pt x="941" y="796"/>
                </a:lnTo>
                <a:lnTo>
                  <a:pt x="940" y="796"/>
                </a:lnTo>
                <a:lnTo>
                  <a:pt x="940" y="795"/>
                </a:lnTo>
                <a:lnTo>
                  <a:pt x="940" y="794"/>
                </a:lnTo>
                <a:lnTo>
                  <a:pt x="939" y="794"/>
                </a:lnTo>
                <a:lnTo>
                  <a:pt x="939" y="793"/>
                </a:lnTo>
                <a:lnTo>
                  <a:pt x="938" y="793"/>
                </a:lnTo>
                <a:lnTo>
                  <a:pt x="938" y="792"/>
                </a:lnTo>
                <a:lnTo>
                  <a:pt x="937" y="792"/>
                </a:lnTo>
                <a:lnTo>
                  <a:pt x="937" y="793"/>
                </a:lnTo>
                <a:lnTo>
                  <a:pt x="936" y="793"/>
                </a:lnTo>
                <a:lnTo>
                  <a:pt x="935" y="793"/>
                </a:lnTo>
                <a:lnTo>
                  <a:pt x="934" y="793"/>
                </a:lnTo>
                <a:lnTo>
                  <a:pt x="934" y="792"/>
                </a:lnTo>
                <a:lnTo>
                  <a:pt x="933" y="792"/>
                </a:lnTo>
                <a:lnTo>
                  <a:pt x="932" y="792"/>
                </a:lnTo>
                <a:lnTo>
                  <a:pt x="931" y="792"/>
                </a:lnTo>
                <a:lnTo>
                  <a:pt x="930" y="791"/>
                </a:lnTo>
                <a:lnTo>
                  <a:pt x="929" y="791"/>
                </a:lnTo>
                <a:lnTo>
                  <a:pt x="928" y="791"/>
                </a:lnTo>
                <a:lnTo>
                  <a:pt x="927" y="791"/>
                </a:lnTo>
                <a:lnTo>
                  <a:pt x="926" y="791"/>
                </a:lnTo>
                <a:lnTo>
                  <a:pt x="925" y="791"/>
                </a:lnTo>
                <a:lnTo>
                  <a:pt x="925" y="790"/>
                </a:lnTo>
                <a:lnTo>
                  <a:pt x="924" y="790"/>
                </a:lnTo>
                <a:lnTo>
                  <a:pt x="923" y="790"/>
                </a:lnTo>
                <a:lnTo>
                  <a:pt x="923" y="791"/>
                </a:lnTo>
                <a:lnTo>
                  <a:pt x="923" y="792"/>
                </a:lnTo>
                <a:lnTo>
                  <a:pt x="923" y="793"/>
                </a:lnTo>
                <a:lnTo>
                  <a:pt x="922" y="793"/>
                </a:lnTo>
                <a:lnTo>
                  <a:pt x="922" y="794"/>
                </a:lnTo>
                <a:lnTo>
                  <a:pt x="922" y="797"/>
                </a:lnTo>
                <a:lnTo>
                  <a:pt x="922" y="798"/>
                </a:lnTo>
                <a:lnTo>
                  <a:pt x="922" y="799"/>
                </a:lnTo>
                <a:lnTo>
                  <a:pt x="921" y="802"/>
                </a:lnTo>
                <a:lnTo>
                  <a:pt x="920" y="803"/>
                </a:lnTo>
                <a:lnTo>
                  <a:pt x="920" y="804"/>
                </a:lnTo>
                <a:lnTo>
                  <a:pt x="919" y="805"/>
                </a:lnTo>
                <a:lnTo>
                  <a:pt x="918" y="807"/>
                </a:lnTo>
                <a:lnTo>
                  <a:pt x="917" y="808"/>
                </a:lnTo>
                <a:lnTo>
                  <a:pt x="917" y="809"/>
                </a:lnTo>
                <a:lnTo>
                  <a:pt x="916" y="809"/>
                </a:lnTo>
                <a:lnTo>
                  <a:pt x="916" y="810"/>
                </a:lnTo>
                <a:lnTo>
                  <a:pt x="915" y="811"/>
                </a:lnTo>
                <a:lnTo>
                  <a:pt x="915" y="812"/>
                </a:lnTo>
                <a:lnTo>
                  <a:pt x="915" y="813"/>
                </a:lnTo>
                <a:lnTo>
                  <a:pt x="914" y="813"/>
                </a:lnTo>
                <a:lnTo>
                  <a:pt x="914" y="814"/>
                </a:lnTo>
                <a:lnTo>
                  <a:pt x="913" y="814"/>
                </a:lnTo>
                <a:lnTo>
                  <a:pt x="913" y="815"/>
                </a:lnTo>
                <a:lnTo>
                  <a:pt x="914" y="815"/>
                </a:lnTo>
                <a:lnTo>
                  <a:pt x="914" y="816"/>
                </a:lnTo>
                <a:lnTo>
                  <a:pt x="915" y="816"/>
                </a:lnTo>
                <a:lnTo>
                  <a:pt x="915" y="817"/>
                </a:lnTo>
                <a:lnTo>
                  <a:pt x="916" y="817"/>
                </a:lnTo>
                <a:lnTo>
                  <a:pt x="916" y="818"/>
                </a:lnTo>
                <a:lnTo>
                  <a:pt x="916" y="819"/>
                </a:lnTo>
                <a:lnTo>
                  <a:pt x="915" y="819"/>
                </a:lnTo>
                <a:lnTo>
                  <a:pt x="915" y="820"/>
                </a:lnTo>
                <a:lnTo>
                  <a:pt x="915" y="821"/>
                </a:lnTo>
                <a:lnTo>
                  <a:pt x="915" y="822"/>
                </a:lnTo>
                <a:lnTo>
                  <a:pt x="914" y="823"/>
                </a:lnTo>
                <a:lnTo>
                  <a:pt x="913" y="823"/>
                </a:lnTo>
                <a:lnTo>
                  <a:pt x="913" y="824"/>
                </a:lnTo>
                <a:lnTo>
                  <a:pt x="912" y="824"/>
                </a:lnTo>
                <a:lnTo>
                  <a:pt x="911" y="824"/>
                </a:lnTo>
                <a:lnTo>
                  <a:pt x="910" y="824"/>
                </a:lnTo>
                <a:lnTo>
                  <a:pt x="910" y="825"/>
                </a:lnTo>
                <a:lnTo>
                  <a:pt x="909" y="825"/>
                </a:lnTo>
                <a:lnTo>
                  <a:pt x="909" y="826"/>
                </a:lnTo>
                <a:lnTo>
                  <a:pt x="908" y="826"/>
                </a:lnTo>
                <a:lnTo>
                  <a:pt x="908" y="827"/>
                </a:lnTo>
                <a:lnTo>
                  <a:pt x="907" y="827"/>
                </a:lnTo>
                <a:lnTo>
                  <a:pt x="906" y="827"/>
                </a:lnTo>
                <a:lnTo>
                  <a:pt x="906" y="828"/>
                </a:lnTo>
                <a:lnTo>
                  <a:pt x="905" y="828"/>
                </a:lnTo>
                <a:lnTo>
                  <a:pt x="905" y="829"/>
                </a:lnTo>
                <a:lnTo>
                  <a:pt x="904" y="829"/>
                </a:lnTo>
                <a:lnTo>
                  <a:pt x="903" y="829"/>
                </a:lnTo>
                <a:lnTo>
                  <a:pt x="902" y="829"/>
                </a:lnTo>
                <a:lnTo>
                  <a:pt x="902" y="830"/>
                </a:lnTo>
                <a:lnTo>
                  <a:pt x="901" y="831"/>
                </a:lnTo>
                <a:lnTo>
                  <a:pt x="900" y="831"/>
                </a:lnTo>
                <a:lnTo>
                  <a:pt x="900" y="832"/>
                </a:lnTo>
                <a:lnTo>
                  <a:pt x="900" y="833"/>
                </a:lnTo>
                <a:lnTo>
                  <a:pt x="899" y="833"/>
                </a:lnTo>
                <a:lnTo>
                  <a:pt x="899" y="834"/>
                </a:lnTo>
                <a:lnTo>
                  <a:pt x="898" y="834"/>
                </a:lnTo>
                <a:lnTo>
                  <a:pt x="897" y="834"/>
                </a:lnTo>
                <a:lnTo>
                  <a:pt x="897" y="835"/>
                </a:lnTo>
                <a:lnTo>
                  <a:pt x="896" y="835"/>
                </a:lnTo>
                <a:lnTo>
                  <a:pt x="895" y="835"/>
                </a:lnTo>
                <a:lnTo>
                  <a:pt x="896" y="835"/>
                </a:lnTo>
                <a:lnTo>
                  <a:pt x="896" y="836"/>
                </a:lnTo>
                <a:lnTo>
                  <a:pt x="895" y="836"/>
                </a:lnTo>
                <a:lnTo>
                  <a:pt x="894" y="836"/>
                </a:lnTo>
                <a:lnTo>
                  <a:pt x="893" y="836"/>
                </a:lnTo>
                <a:lnTo>
                  <a:pt x="893" y="837"/>
                </a:lnTo>
                <a:lnTo>
                  <a:pt x="893" y="838"/>
                </a:lnTo>
                <a:lnTo>
                  <a:pt x="892" y="838"/>
                </a:lnTo>
                <a:lnTo>
                  <a:pt x="892" y="839"/>
                </a:lnTo>
                <a:lnTo>
                  <a:pt x="891" y="839"/>
                </a:lnTo>
                <a:lnTo>
                  <a:pt x="890" y="839"/>
                </a:lnTo>
                <a:lnTo>
                  <a:pt x="890" y="840"/>
                </a:lnTo>
                <a:lnTo>
                  <a:pt x="889" y="840"/>
                </a:lnTo>
                <a:lnTo>
                  <a:pt x="889" y="841"/>
                </a:lnTo>
                <a:lnTo>
                  <a:pt x="889" y="840"/>
                </a:lnTo>
                <a:lnTo>
                  <a:pt x="888" y="840"/>
                </a:lnTo>
                <a:lnTo>
                  <a:pt x="888" y="839"/>
                </a:lnTo>
                <a:lnTo>
                  <a:pt x="888" y="838"/>
                </a:lnTo>
                <a:lnTo>
                  <a:pt x="887" y="838"/>
                </a:lnTo>
                <a:lnTo>
                  <a:pt x="887" y="837"/>
                </a:lnTo>
                <a:lnTo>
                  <a:pt x="887" y="836"/>
                </a:lnTo>
                <a:lnTo>
                  <a:pt x="886" y="836"/>
                </a:lnTo>
                <a:lnTo>
                  <a:pt x="886" y="835"/>
                </a:lnTo>
                <a:lnTo>
                  <a:pt x="886" y="834"/>
                </a:lnTo>
                <a:lnTo>
                  <a:pt x="885" y="833"/>
                </a:lnTo>
                <a:lnTo>
                  <a:pt x="884" y="833"/>
                </a:lnTo>
                <a:lnTo>
                  <a:pt x="883" y="833"/>
                </a:lnTo>
                <a:lnTo>
                  <a:pt x="882" y="832"/>
                </a:lnTo>
                <a:lnTo>
                  <a:pt x="882" y="831"/>
                </a:lnTo>
                <a:lnTo>
                  <a:pt x="881" y="831"/>
                </a:lnTo>
                <a:lnTo>
                  <a:pt x="881" y="830"/>
                </a:lnTo>
                <a:lnTo>
                  <a:pt x="881" y="831"/>
                </a:lnTo>
                <a:lnTo>
                  <a:pt x="881" y="830"/>
                </a:lnTo>
                <a:lnTo>
                  <a:pt x="880" y="831"/>
                </a:lnTo>
                <a:lnTo>
                  <a:pt x="880" y="830"/>
                </a:lnTo>
                <a:lnTo>
                  <a:pt x="880" y="829"/>
                </a:lnTo>
                <a:lnTo>
                  <a:pt x="879" y="829"/>
                </a:lnTo>
                <a:lnTo>
                  <a:pt x="880" y="828"/>
                </a:lnTo>
                <a:lnTo>
                  <a:pt x="880" y="827"/>
                </a:lnTo>
                <a:lnTo>
                  <a:pt x="879" y="827"/>
                </a:lnTo>
                <a:lnTo>
                  <a:pt x="879" y="826"/>
                </a:lnTo>
                <a:lnTo>
                  <a:pt x="878" y="826"/>
                </a:lnTo>
                <a:lnTo>
                  <a:pt x="878" y="825"/>
                </a:lnTo>
                <a:lnTo>
                  <a:pt x="877" y="825"/>
                </a:lnTo>
                <a:lnTo>
                  <a:pt x="877" y="824"/>
                </a:lnTo>
                <a:lnTo>
                  <a:pt x="876" y="824"/>
                </a:lnTo>
                <a:lnTo>
                  <a:pt x="875" y="824"/>
                </a:lnTo>
                <a:lnTo>
                  <a:pt x="874" y="824"/>
                </a:lnTo>
                <a:lnTo>
                  <a:pt x="873" y="824"/>
                </a:lnTo>
                <a:lnTo>
                  <a:pt x="872" y="824"/>
                </a:lnTo>
                <a:lnTo>
                  <a:pt x="872" y="823"/>
                </a:lnTo>
                <a:lnTo>
                  <a:pt x="871" y="823"/>
                </a:lnTo>
                <a:lnTo>
                  <a:pt x="870" y="823"/>
                </a:lnTo>
                <a:lnTo>
                  <a:pt x="870" y="822"/>
                </a:lnTo>
                <a:lnTo>
                  <a:pt x="869" y="822"/>
                </a:lnTo>
                <a:lnTo>
                  <a:pt x="869" y="821"/>
                </a:lnTo>
                <a:lnTo>
                  <a:pt x="869" y="820"/>
                </a:lnTo>
                <a:lnTo>
                  <a:pt x="868" y="821"/>
                </a:lnTo>
                <a:lnTo>
                  <a:pt x="868" y="820"/>
                </a:lnTo>
                <a:lnTo>
                  <a:pt x="867" y="820"/>
                </a:lnTo>
                <a:lnTo>
                  <a:pt x="866" y="820"/>
                </a:lnTo>
                <a:lnTo>
                  <a:pt x="866" y="819"/>
                </a:lnTo>
                <a:lnTo>
                  <a:pt x="865" y="819"/>
                </a:lnTo>
                <a:lnTo>
                  <a:pt x="864" y="819"/>
                </a:lnTo>
                <a:lnTo>
                  <a:pt x="864" y="818"/>
                </a:lnTo>
                <a:lnTo>
                  <a:pt x="864" y="819"/>
                </a:lnTo>
                <a:lnTo>
                  <a:pt x="863" y="819"/>
                </a:lnTo>
                <a:lnTo>
                  <a:pt x="862" y="819"/>
                </a:lnTo>
                <a:lnTo>
                  <a:pt x="862" y="818"/>
                </a:lnTo>
                <a:lnTo>
                  <a:pt x="861" y="818"/>
                </a:lnTo>
                <a:lnTo>
                  <a:pt x="861" y="817"/>
                </a:lnTo>
                <a:lnTo>
                  <a:pt x="860" y="817"/>
                </a:lnTo>
                <a:lnTo>
                  <a:pt x="860" y="816"/>
                </a:lnTo>
                <a:lnTo>
                  <a:pt x="859" y="816"/>
                </a:lnTo>
                <a:lnTo>
                  <a:pt x="859" y="815"/>
                </a:lnTo>
                <a:lnTo>
                  <a:pt x="858" y="815"/>
                </a:lnTo>
                <a:lnTo>
                  <a:pt x="857" y="814"/>
                </a:lnTo>
                <a:lnTo>
                  <a:pt x="856" y="814"/>
                </a:lnTo>
                <a:lnTo>
                  <a:pt x="856" y="813"/>
                </a:lnTo>
                <a:lnTo>
                  <a:pt x="855" y="813"/>
                </a:lnTo>
                <a:lnTo>
                  <a:pt x="855" y="812"/>
                </a:lnTo>
                <a:lnTo>
                  <a:pt x="854" y="812"/>
                </a:lnTo>
                <a:lnTo>
                  <a:pt x="854" y="811"/>
                </a:lnTo>
                <a:lnTo>
                  <a:pt x="854" y="810"/>
                </a:lnTo>
                <a:lnTo>
                  <a:pt x="853" y="810"/>
                </a:lnTo>
                <a:lnTo>
                  <a:pt x="853" y="809"/>
                </a:lnTo>
                <a:lnTo>
                  <a:pt x="853" y="810"/>
                </a:lnTo>
                <a:lnTo>
                  <a:pt x="852" y="810"/>
                </a:lnTo>
                <a:lnTo>
                  <a:pt x="851" y="809"/>
                </a:lnTo>
                <a:lnTo>
                  <a:pt x="850" y="808"/>
                </a:lnTo>
                <a:lnTo>
                  <a:pt x="849" y="808"/>
                </a:lnTo>
                <a:lnTo>
                  <a:pt x="849" y="807"/>
                </a:lnTo>
                <a:lnTo>
                  <a:pt x="848" y="807"/>
                </a:lnTo>
                <a:lnTo>
                  <a:pt x="848" y="806"/>
                </a:lnTo>
                <a:lnTo>
                  <a:pt x="847" y="806"/>
                </a:lnTo>
                <a:lnTo>
                  <a:pt x="847" y="805"/>
                </a:lnTo>
                <a:lnTo>
                  <a:pt x="847" y="806"/>
                </a:lnTo>
                <a:lnTo>
                  <a:pt x="846" y="806"/>
                </a:lnTo>
                <a:lnTo>
                  <a:pt x="845" y="806"/>
                </a:lnTo>
                <a:lnTo>
                  <a:pt x="845" y="805"/>
                </a:lnTo>
                <a:lnTo>
                  <a:pt x="844" y="805"/>
                </a:lnTo>
                <a:lnTo>
                  <a:pt x="843" y="805"/>
                </a:lnTo>
                <a:lnTo>
                  <a:pt x="842" y="805"/>
                </a:lnTo>
                <a:lnTo>
                  <a:pt x="841" y="805"/>
                </a:lnTo>
                <a:lnTo>
                  <a:pt x="841" y="804"/>
                </a:lnTo>
                <a:lnTo>
                  <a:pt x="840" y="804"/>
                </a:lnTo>
                <a:lnTo>
                  <a:pt x="839" y="804"/>
                </a:lnTo>
                <a:lnTo>
                  <a:pt x="839" y="803"/>
                </a:lnTo>
                <a:lnTo>
                  <a:pt x="838" y="803"/>
                </a:lnTo>
                <a:lnTo>
                  <a:pt x="838" y="802"/>
                </a:lnTo>
                <a:lnTo>
                  <a:pt x="838" y="801"/>
                </a:lnTo>
                <a:lnTo>
                  <a:pt x="837" y="801"/>
                </a:lnTo>
                <a:lnTo>
                  <a:pt x="836" y="801"/>
                </a:lnTo>
                <a:lnTo>
                  <a:pt x="836" y="800"/>
                </a:lnTo>
                <a:lnTo>
                  <a:pt x="835" y="800"/>
                </a:lnTo>
                <a:lnTo>
                  <a:pt x="835" y="799"/>
                </a:lnTo>
                <a:lnTo>
                  <a:pt x="834" y="799"/>
                </a:lnTo>
                <a:lnTo>
                  <a:pt x="833" y="799"/>
                </a:lnTo>
                <a:lnTo>
                  <a:pt x="832" y="799"/>
                </a:lnTo>
                <a:lnTo>
                  <a:pt x="832" y="798"/>
                </a:lnTo>
                <a:lnTo>
                  <a:pt x="831" y="798"/>
                </a:lnTo>
                <a:lnTo>
                  <a:pt x="829" y="798"/>
                </a:lnTo>
                <a:lnTo>
                  <a:pt x="828" y="798"/>
                </a:lnTo>
                <a:lnTo>
                  <a:pt x="828" y="797"/>
                </a:lnTo>
                <a:lnTo>
                  <a:pt x="828" y="796"/>
                </a:lnTo>
                <a:lnTo>
                  <a:pt x="828" y="795"/>
                </a:lnTo>
                <a:lnTo>
                  <a:pt x="827" y="795"/>
                </a:lnTo>
                <a:lnTo>
                  <a:pt x="828" y="795"/>
                </a:lnTo>
                <a:lnTo>
                  <a:pt x="828" y="794"/>
                </a:lnTo>
                <a:lnTo>
                  <a:pt x="828" y="792"/>
                </a:lnTo>
                <a:lnTo>
                  <a:pt x="829" y="792"/>
                </a:lnTo>
                <a:lnTo>
                  <a:pt x="829" y="790"/>
                </a:lnTo>
                <a:lnTo>
                  <a:pt x="828" y="790"/>
                </a:lnTo>
                <a:lnTo>
                  <a:pt x="827" y="790"/>
                </a:lnTo>
                <a:lnTo>
                  <a:pt x="827" y="789"/>
                </a:lnTo>
                <a:lnTo>
                  <a:pt x="826" y="789"/>
                </a:lnTo>
                <a:lnTo>
                  <a:pt x="825" y="789"/>
                </a:lnTo>
                <a:lnTo>
                  <a:pt x="825" y="788"/>
                </a:lnTo>
                <a:lnTo>
                  <a:pt x="824" y="788"/>
                </a:lnTo>
                <a:lnTo>
                  <a:pt x="824" y="787"/>
                </a:lnTo>
                <a:lnTo>
                  <a:pt x="823" y="787"/>
                </a:lnTo>
                <a:lnTo>
                  <a:pt x="822" y="787"/>
                </a:lnTo>
                <a:lnTo>
                  <a:pt x="822" y="786"/>
                </a:lnTo>
                <a:lnTo>
                  <a:pt x="822" y="785"/>
                </a:lnTo>
                <a:lnTo>
                  <a:pt x="821" y="785"/>
                </a:lnTo>
                <a:lnTo>
                  <a:pt x="820" y="785"/>
                </a:lnTo>
                <a:lnTo>
                  <a:pt x="820" y="784"/>
                </a:lnTo>
                <a:lnTo>
                  <a:pt x="819" y="785"/>
                </a:lnTo>
                <a:lnTo>
                  <a:pt x="819" y="784"/>
                </a:lnTo>
                <a:lnTo>
                  <a:pt x="818" y="784"/>
                </a:lnTo>
                <a:lnTo>
                  <a:pt x="818" y="783"/>
                </a:lnTo>
                <a:lnTo>
                  <a:pt x="817" y="783"/>
                </a:lnTo>
                <a:lnTo>
                  <a:pt x="816" y="783"/>
                </a:lnTo>
                <a:lnTo>
                  <a:pt x="816" y="782"/>
                </a:lnTo>
                <a:lnTo>
                  <a:pt x="815" y="782"/>
                </a:lnTo>
                <a:lnTo>
                  <a:pt x="814" y="782"/>
                </a:lnTo>
                <a:lnTo>
                  <a:pt x="814" y="781"/>
                </a:lnTo>
                <a:lnTo>
                  <a:pt x="814" y="780"/>
                </a:lnTo>
                <a:lnTo>
                  <a:pt x="813" y="780"/>
                </a:lnTo>
                <a:lnTo>
                  <a:pt x="812" y="780"/>
                </a:lnTo>
                <a:lnTo>
                  <a:pt x="812" y="779"/>
                </a:lnTo>
                <a:lnTo>
                  <a:pt x="811" y="779"/>
                </a:lnTo>
                <a:lnTo>
                  <a:pt x="810" y="778"/>
                </a:lnTo>
                <a:lnTo>
                  <a:pt x="809" y="778"/>
                </a:lnTo>
                <a:lnTo>
                  <a:pt x="809" y="777"/>
                </a:lnTo>
                <a:lnTo>
                  <a:pt x="809" y="776"/>
                </a:lnTo>
                <a:lnTo>
                  <a:pt x="808" y="776"/>
                </a:lnTo>
                <a:lnTo>
                  <a:pt x="807" y="775"/>
                </a:lnTo>
                <a:lnTo>
                  <a:pt x="806" y="775"/>
                </a:lnTo>
                <a:lnTo>
                  <a:pt x="805" y="775"/>
                </a:lnTo>
                <a:lnTo>
                  <a:pt x="805" y="774"/>
                </a:lnTo>
                <a:lnTo>
                  <a:pt x="804" y="774"/>
                </a:lnTo>
                <a:lnTo>
                  <a:pt x="803" y="774"/>
                </a:lnTo>
                <a:lnTo>
                  <a:pt x="802" y="774"/>
                </a:lnTo>
                <a:lnTo>
                  <a:pt x="802" y="773"/>
                </a:lnTo>
                <a:lnTo>
                  <a:pt x="801" y="773"/>
                </a:lnTo>
                <a:lnTo>
                  <a:pt x="800" y="773"/>
                </a:lnTo>
                <a:lnTo>
                  <a:pt x="799" y="773"/>
                </a:lnTo>
                <a:lnTo>
                  <a:pt x="799" y="772"/>
                </a:lnTo>
                <a:lnTo>
                  <a:pt x="799" y="771"/>
                </a:lnTo>
                <a:lnTo>
                  <a:pt x="799" y="770"/>
                </a:lnTo>
                <a:lnTo>
                  <a:pt x="799" y="769"/>
                </a:lnTo>
                <a:lnTo>
                  <a:pt x="798" y="769"/>
                </a:lnTo>
                <a:lnTo>
                  <a:pt x="797" y="769"/>
                </a:lnTo>
                <a:lnTo>
                  <a:pt x="797" y="768"/>
                </a:lnTo>
                <a:lnTo>
                  <a:pt x="798" y="767"/>
                </a:lnTo>
                <a:lnTo>
                  <a:pt x="797" y="767"/>
                </a:lnTo>
                <a:lnTo>
                  <a:pt x="797" y="766"/>
                </a:lnTo>
                <a:lnTo>
                  <a:pt x="796" y="765"/>
                </a:lnTo>
                <a:lnTo>
                  <a:pt x="796" y="764"/>
                </a:lnTo>
                <a:lnTo>
                  <a:pt x="795" y="764"/>
                </a:lnTo>
                <a:lnTo>
                  <a:pt x="795" y="765"/>
                </a:lnTo>
                <a:lnTo>
                  <a:pt x="794" y="765"/>
                </a:lnTo>
                <a:lnTo>
                  <a:pt x="793" y="765"/>
                </a:lnTo>
                <a:lnTo>
                  <a:pt x="792" y="765"/>
                </a:lnTo>
                <a:lnTo>
                  <a:pt x="793" y="765"/>
                </a:lnTo>
                <a:lnTo>
                  <a:pt x="792" y="765"/>
                </a:lnTo>
                <a:lnTo>
                  <a:pt x="792" y="764"/>
                </a:lnTo>
                <a:lnTo>
                  <a:pt x="792" y="763"/>
                </a:lnTo>
                <a:lnTo>
                  <a:pt x="791" y="763"/>
                </a:lnTo>
                <a:lnTo>
                  <a:pt x="790" y="763"/>
                </a:lnTo>
                <a:lnTo>
                  <a:pt x="789" y="763"/>
                </a:lnTo>
                <a:lnTo>
                  <a:pt x="789" y="762"/>
                </a:lnTo>
                <a:lnTo>
                  <a:pt x="789" y="760"/>
                </a:lnTo>
                <a:lnTo>
                  <a:pt x="788" y="759"/>
                </a:lnTo>
                <a:lnTo>
                  <a:pt x="787" y="759"/>
                </a:lnTo>
                <a:lnTo>
                  <a:pt x="787" y="758"/>
                </a:lnTo>
                <a:lnTo>
                  <a:pt x="787" y="757"/>
                </a:lnTo>
                <a:lnTo>
                  <a:pt x="786" y="758"/>
                </a:lnTo>
                <a:lnTo>
                  <a:pt x="786" y="757"/>
                </a:lnTo>
                <a:lnTo>
                  <a:pt x="784" y="756"/>
                </a:lnTo>
                <a:lnTo>
                  <a:pt x="782" y="757"/>
                </a:lnTo>
                <a:lnTo>
                  <a:pt x="781" y="757"/>
                </a:lnTo>
                <a:lnTo>
                  <a:pt x="780" y="756"/>
                </a:lnTo>
                <a:lnTo>
                  <a:pt x="779" y="754"/>
                </a:lnTo>
                <a:lnTo>
                  <a:pt x="779" y="753"/>
                </a:lnTo>
                <a:lnTo>
                  <a:pt x="778" y="752"/>
                </a:lnTo>
                <a:lnTo>
                  <a:pt x="778" y="751"/>
                </a:lnTo>
                <a:lnTo>
                  <a:pt x="777" y="752"/>
                </a:lnTo>
                <a:lnTo>
                  <a:pt x="774" y="752"/>
                </a:lnTo>
                <a:lnTo>
                  <a:pt x="773" y="753"/>
                </a:lnTo>
                <a:lnTo>
                  <a:pt x="773" y="754"/>
                </a:lnTo>
                <a:lnTo>
                  <a:pt x="772" y="754"/>
                </a:lnTo>
                <a:lnTo>
                  <a:pt x="771" y="753"/>
                </a:lnTo>
                <a:lnTo>
                  <a:pt x="769" y="753"/>
                </a:lnTo>
                <a:lnTo>
                  <a:pt x="768" y="751"/>
                </a:lnTo>
                <a:lnTo>
                  <a:pt x="767" y="751"/>
                </a:lnTo>
                <a:lnTo>
                  <a:pt x="765" y="751"/>
                </a:lnTo>
                <a:lnTo>
                  <a:pt x="764" y="749"/>
                </a:lnTo>
                <a:lnTo>
                  <a:pt x="763" y="749"/>
                </a:lnTo>
                <a:lnTo>
                  <a:pt x="761" y="748"/>
                </a:lnTo>
                <a:lnTo>
                  <a:pt x="759" y="747"/>
                </a:lnTo>
                <a:lnTo>
                  <a:pt x="758" y="745"/>
                </a:lnTo>
                <a:lnTo>
                  <a:pt x="757" y="745"/>
                </a:lnTo>
                <a:lnTo>
                  <a:pt x="755" y="745"/>
                </a:lnTo>
                <a:lnTo>
                  <a:pt x="752" y="746"/>
                </a:lnTo>
                <a:lnTo>
                  <a:pt x="751" y="746"/>
                </a:lnTo>
                <a:lnTo>
                  <a:pt x="750" y="745"/>
                </a:lnTo>
                <a:lnTo>
                  <a:pt x="749" y="745"/>
                </a:lnTo>
                <a:lnTo>
                  <a:pt x="749" y="744"/>
                </a:lnTo>
                <a:lnTo>
                  <a:pt x="748" y="744"/>
                </a:lnTo>
                <a:lnTo>
                  <a:pt x="748" y="743"/>
                </a:lnTo>
                <a:lnTo>
                  <a:pt x="748" y="744"/>
                </a:lnTo>
                <a:lnTo>
                  <a:pt x="748" y="743"/>
                </a:lnTo>
                <a:lnTo>
                  <a:pt x="747" y="744"/>
                </a:lnTo>
                <a:lnTo>
                  <a:pt x="746" y="743"/>
                </a:lnTo>
                <a:lnTo>
                  <a:pt x="745" y="744"/>
                </a:lnTo>
                <a:lnTo>
                  <a:pt x="744" y="744"/>
                </a:lnTo>
                <a:lnTo>
                  <a:pt x="743" y="744"/>
                </a:lnTo>
                <a:lnTo>
                  <a:pt x="743" y="743"/>
                </a:lnTo>
                <a:lnTo>
                  <a:pt x="742" y="743"/>
                </a:lnTo>
                <a:lnTo>
                  <a:pt x="741" y="743"/>
                </a:lnTo>
                <a:lnTo>
                  <a:pt x="740" y="743"/>
                </a:lnTo>
                <a:lnTo>
                  <a:pt x="739" y="743"/>
                </a:lnTo>
                <a:lnTo>
                  <a:pt x="739" y="742"/>
                </a:lnTo>
                <a:lnTo>
                  <a:pt x="738" y="742"/>
                </a:lnTo>
                <a:lnTo>
                  <a:pt x="737" y="742"/>
                </a:lnTo>
                <a:lnTo>
                  <a:pt x="737" y="743"/>
                </a:lnTo>
                <a:lnTo>
                  <a:pt x="736" y="743"/>
                </a:lnTo>
                <a:lnTo>
                  <a:pt x="735" y="743"/>
                </a:lnTo>
                <a:lnTo>
                  <a:pt x="734" y="743"/>
                </a:lnTo>
                <a:lnTo>
                  <a:pt x="734" y="742"/>
                </a:lnTo>
                <a:lnTo>
                  <a:pt x="734" y="741"/>
                </a:lnTo>
                <a:lnTo>
                  <a:pt x="733" y="741"/>
                </a:lnTo>
                <a:lnTo>
                  <a:pt x="732" y="741"/>
                </a:lnTo>
                <a:lnTo>
                  <a:pt x="732" y="740"/>
                </a:lnTo>
                <a:lnTo>
                  <a:pt x="732" y="741"/>
                </a:lnTo>
                <a:lnTo>
                  <a:pt x="731" y="741"/>
                </a:lnTo>
                <a:lnTo>
                  <a:pt x="731" y="740"/>
                </a:lnTo>
                <a:lnTo>
                  <a:pt x="730" y="740"/>
                </a:lnTo>
                <a:lnTo>
                  <a:pt x="729" y="740"/>
                </a:lnTo>
                <a:lnTo>
                  <a:pt x="728" y="740"/>
                </a:lnTo>
                <a:lnTo>
                  <a:pt x="727" y="740"/>
                </a:lnTo>
                <a:lnTo>
                  <a:pt x="727" y="739"/>
                </a:lnTo>
                <a:lnTo>
                  <a:pt x="727" y="740"/>
                </a:lnTo>
                <a:lnTo>
                  <a:pt x="726" y="740"/>
                </a:lnTo>
                <a:lnTo>
                  <a:pt x="726" y="741"/>
                </a:lnTo>
                <a:lnTo>
                  <a:pt x="725" y="741"/>
                </a:lnTo>
                <a:lnTo>
                  <a:pt x="724" y="741"/>
                </a:lnTo>
                <a:lnTo>
                  <a:pt x="723" y="741"/>
                </a:lnTo>
                <a:lnTo>
                  <a:pt x="722" y="741"/>
                </a:lnTo>
                <a:lnTo>
                  <a:pt x="722" y="740"/>
                </a:lnTo>
                <a:lnTo>
                  <a:pt x="722" y="741"/>
                </a:lnTo>
                <a:lnTo>
                  <a:pt x="721" y="741"/>
                </a:lnTo>
                <a:lnTo>
                  <a:pt x="720" y="742"/>
                </a:lnTo>
                <a:lnTo>
                  <a:pt x="719" y="742"/>
                </a:lnTo>
                <a:lnTo>
                  <a:pt x="719" y="743"/>
                </a:lnTo>
                <a:lnTo>
                  <a:pt x="720" y="743"/>
                </a:lnTo>
                <a:lnTo>
                  <a:pt x="720" y="745"/>
                </a:lnTo>
                <a:lnTo>
                  <a:pt x="720" y="746"/>
                </a:lnTo>
                <a:lnTo>
                  <a:pt x="721" y="746"/>
                </a:lnTo>
                <a:lnTo>
                  <a:pt x="721" y="747"/>
                </a:lnTo>
                <a:lnTo>
                  <a:pt x="722" y="747"/>
                </a:lnTo>
                <a:lnTo>
                  <a:pt x="722" y="746"/>
                </a:lnTo>
                <a:lnTo>
                  <a:pt x="722" y="747"/>
                </a:lnTo>
                <a:lnTo>
                  <a:pt x="723" y="748"/>
                </a:lnTo>
                <a:lnTo>
                  <a:pt x="724" y="749"/>
                </a:lnTo>
                <a:lnTo>
                  <a:pt x="724" y="750"/>
                </a:lnTo>
                <a:lnTo>
                  <a:pt x="724" y="751"/>
                </a:lnTo>
                <a:lnTo>
                  <a:pt x="724" y="752"/>
                </a:lnTo>
                <a:lnTo>
                  <a:pt x="725" y="752"/>
                </a:lnTo>
                <a:lnTo>
                  <a:pt x="725" y="753"/>
                </a:lnTo>
                <a:lnTo>
                  <a:pt x="726" y="754"/>
                </a:lnTo>
                <a:lnTo>
                  <a:pt x="726" y="755"/>
                </a:lnTo>
                <a:lnTo>
                  <a:pt x="725" y="755"/>
                </a:lnTo>
                <a:lnTo>
                  <a:pt x="725" y="756"/>
                </a:lnTo>
                <a:lnTo>
                  <a:pt x="724" y="756"/>
                </a:lnTo>
                <a:lnTo>
                  <a:pt x="724" y="757"/>
                </a:lnTo>
                <a:lnTo>
                  <a:pt x="724" y="758"/>
                </a:lnTo>
                <a:lnTo>
                  <a:pt x="722" y="758"/>
                </a:lnTo>
                <a:lnTo>
                  <a:pt x="722" y="759"/>
                </a:lnTo>
                <a:lnTo>
                  <a:pt x="721" y="759"/>
                </a:lnTo>
                <a:lnTo>
                  <a:pt x="721" y="760"/>
                </a:lnTo>
                <a:lnTo>
                  <a:pt x="720" y="760"/>
                </a:lnTo>
                <a:lnTo>
                  <a:pt x="720" y="761"/>
                </a:lnTo>
                <a:lnTo>
                  <a:pt x="719" y="761"/>
                </a:lnTo>
                <a:lnTo>
                  <a:pt x="719" y="762"/>
                </a:lnTo>
                <a:lnTo>
                  <a:pt x="719" y="763"/>
                </a:lnTo>
                <a:lnTo>
                  <a:pt x="719" y="764"/>
                </a:lnTo>
                <a:lnTo>
                  <a:pt x="719" y="765"/>
                </a:lnTo>
                <a:lnTo>
                  <a:pt x="718" y="766"/>
                </a:lnTo>
                <a:lnTo>
                  <a:pt x="718" y="767"/>
                </a:lnTo>
                <a:lnTo>
                  <a:pt x="717" y="767"/>
                </a:lnTo>
                <a:lnTo>
                  <a:pt x="717" y="768"/>
                </a:lnTo>
                <a:lnTo>
                  <a:pt x="717" y="769"/>
                </a:lnTo>
                <a:lnTo>
                  <a:pt x="717" y="770"/>
                </a:lnTo>
                <a:lnTo>
                  <a:pt x="716" y="771"/>
                </a:lnTo>
                <a:lnTo>
                  <a:pt x="715" y="774"/>
                </a:lnTo>
                <a:lnTo>
                  <a:pt x="716" y="774"/>
                </a:lnTo>
                <a:lnTo>
                  <a:pt x="717" y="775"/>
                </a:lnTo>
                <a:lnTo>
                  <a:pt x="717" y="776"/>
                </a:lnTo>
                <a:lnTo>
                  <a:pt x="717" y="778"/>
                </a:lnTo>
                <a:lnTo>
                  <a:pt x="717" y="779"/>
                </a:lnTo>
                <a:lnTo>
                  <a:pt x="716" y="780"/>
                </a:lnTo>
                <a:lnTo>
                  <a:pt x="715" y="782"/>
                </a:lnTo>
                <a:lnTo>
                  <a:pt x="714" y="783"/>
                </a:lnTo>
                <a:lnTo>
                  <a:pt x="713" y="784"/>
                </a:lnTo>
                <a:lnTo>
                  <a:pt x="713" y="786"/>
                </a:lnTo>
                <a:lnTo>
                  <a:pt x="712" y="788"/>
                </a:lnTo>
                <a:lnTo>
                  <a:pt x="711" y="788"/>
                </a:lnTo>
                <a:lnTo>
                  <a:pt x="711" y="792"/>
                </a:lnTo>
                <a:lnTo>
                  <a:pt x="712" y="793"/>
                </a:lnTo>
                <a:lnTo>
                  <a:pt x="712" y="794"/>
                </a:lnTo>
                <a:lnTo>
                  <a:pt x="712" y="796"/>
                </a:lnTo>
                <a:lnTo>
                  <a:pt x="712" y="797"/>
                </a:lnTo>
                <a:lnTo>
                  <a:pt x="711" y="797"/>
                </a:lnTo>
                <a:lnTo>
                  <a:pt x="711" y="798"/>
                </a:lnTo>
                <a:lnTo>
                  <a:pt x="711" y="799"/>
                </a:lnTo>
                <a:lnTo>
                  <a:pt x="711" y="800"/>
                </a:lnTo>
                <a:lnTo>
                  <a:pt x="711" y="801"/>
                </a:lnTo>
                <a:lnTo>
                  <a:pt x="711" y="802"/>
                </a:lnTo>
                <a:lnTo>
                  <a:pt x="712" y="802"/>
                </a:lnTo>
                <a:lnTo>
                  <a:pt x="712" y="803"/>
                </a:lnTo>
                <a:lnTo>
                  <a:pt x="712" y="804"/>
                </a:lnTo>
                <a:lnTo>
                  <a:pt x="712" y="805"/>
                </a:lnTo>
                <a:lnTo>
                  <a:pt x="713" y="806"/>
                </a:lnTo>
                <a:lnTo>
                  <a:pt x="715" y="806"/>
                </a:lnTo>
                <a:lnTo>
                  <a:pt x="716" y="806"/>
                </a:lnTo>
                <a:lnTo>
                  <a:pt x="716" y="807"/>
                </a:lnTo>
                <a:lnTo>
                  <a:pt x="716" y="806"/>
                </a:lnTo>
                <a:lnTo>
                  <a:pt x="716" y="807"/>
                </a:lnTo>
                <a:lnTo>
                  <a:pt x="717" y="807"/>
                </a:lnTo>
                <a:lnTo>
                  <a:pt x="718" y="807"/>
                </a:lnTo>
                <a:lnTo>
                  <a:pt x="719" y="807"/>
                </a:lnTo>
                <a:lnTo>
                  <a:pt x="718" y="807"/>
                </a:lnTo>
                <a:lnTo>
                  <a:pt x="718" y="808"/>
                </a:lnTo>
                <a:lnTo>
                  <a:pt x="718" y="809"/>
                </a:lnTo>
                <a:lnTo>
                  <a:pt x="717" y="809"/>
                </a:lnTo>
                <a:lnTo>
                  <a:pt x="717" y="810"/>
                </a:lnTo>
                <a:lnTo>
                  <a:pt x="717" y="811"/>
                </a:lnTo>
                <a:lnTo>
                  <a:pt x="717" y="812"/>
                </a:lnTo>
                <a:lnTo>
                  <a:pt x="718" y="812"/>
                </a:lnTo>
                <a:lnTo>
                  <a:pt x="718" y="813"/>
                </a:lnTo>
                <a:lnTo>
                  <a:pt x="717" y="813"/>
                </a:lnTo>
                <a:lnTo>
                  <a:pt x="717" y="814"/>
                </a:lnTo>
                <a:lnTo>
                  <a:pt x="718" y="816"/>
                </a:lnTo>
                <a:lnTo>
                  <a:pt x="718" y="817"/>
                </a:lnTo>
                <a:lnTo>
                  <a:pt x="717" y="818"/>
                </a:lnTo>
                <a:lnTo>
                  <a:pt x="717" y="819"/>
                </a:lnTo>
                <a:lnTo>
                  <a:pt x="717" y="820"/>
                </a:lnTo>
                <a:lnTo>
                  <a:pt x="717" y="822"/>
                </a:lnTo>
                <a:lnTo>
                  <a:pt x="717" y="823"/>
                </a:lnTo>
                <a:lnTo>
                  <a:pt x="717" y="825"/>
                </a:lnTo>
                <a:lnTo>
                  <a:pt x="716" y="825"/>
                </a:lnTo>
                <a:lnTo>
                  <a:pt x="716" y="826"/>
                </a:lnTo>
                <a:lnTo>
                  <a:pt x="716" y="827"/>
                </a:lnTo>
                <a:lnTo>
                  <a:pt x="717" y="828"/>
                </a:lnTo>
                <a:lnTo>
                  <a:pt x="717" y="830"/>
                </a:lnTo>
                <a:lnTo>
                  <a:pt x="717" y="831"/>
                </a:lnTo>
                <a:lnTo>
                  <a:pt x="717" y="832"/>
                </a:lnTo>
                <a:lnTo>
                  <a:pt x="718" y="832"/>
                </a:lnTo>
                <a:lnTo>
                  <a:pt x="718" y="833"/>
                </a:lnTo>
                <a:lnTo>
                  <a:pt x="719" y="833"/>
                </a:lnTo>
                <a:lnTo>
                  <a:pt x="720" y="833"/>
                </a:lnTo>
                <a:lnTo>
                  <a:pt x="720" y="834"/>
                </a:lnTo>
                <a:lnTo>
                  <a:pt x="721" y="834"/>
                </a:lnTo>
                <a:lnTo>
                  <a:pt x="721" y="835"/>
                </a:lnTo>
                <a:lnTo>
                  <a:pt x="720" y="835"/>
                </a:lnTo>
                <a:lnTo>
                  <a:pt x="721" y="835"/>
                </a:lnTo>
                <a:lnTo>
                  <a:pt x="720" y="835"/>
                </a:lnTo>
                <a:lnTo>
                  <a:pt x="720" y="836"/>
                </a:lnTo>
                <a:lnTo>
                  <a:pt x="721" y="836"/>
                </a:lnTo>
                <a:lnTo>
                  <a:pt x="721" y="837"/>
                </a:lnTo>
                <a:lnTo>
                  <a:pt x="720" y="837"/>
                </a:lnTo>
                <a:lnTo>
                  <a:pt x="720" y="838"/>
                </a:lnTo>
                <a:lnTo>
                  <a:pt x="720" y="839"/>
                </a:lnTo>
                <a:lnTo>
                  <a:pt x="720" y="840"/>
                </a:lnTo>
                <a:lnTo>
                  <a:pt x="719" y="841"/>
                </a:lnTo>
                <a:lnTo>
                  <a:pt x="719" y="842"/>
                </a:lnTo>
                <a:lnTo>
                  <a:pt x="719" y="843"/>
                </a:lnTo>
                <a:lnTo>
                  <a:pt x="719" y="844"/>
                </a:lnTo>
                <a:lnTo>
                  <a:pt x="718" y="845"/>
                </a:lnTo>
                <a:lnTo>
                  <a:pt x="718" y="846"/>
                </a:lnTo>
                <a:lnTo>
                  <a:pt x="719" y="847"/>
                </a:lnTo>
                <a:lnTo>
                  <a:pt x="719" y="848"/>
                </a:lnTo>
                <a:lnTo>
                  <a:pt x="719" y="849"/>
                </a:lnTo>
                <a:lnTo>
                  <a:pt x="720" y="849"/>
                </a:lnTo>
                <a:lnTo>
                  <a:pt x="720" y="850"/>
                </a:lnTo>
                <a:lnTo>
                  <a:pt x="721" y="850"/>
                </a:lnTo>
                <a:lnTo>
                  <a:pt x="722" y="850"/>
                </a:lnTo>
                <a:lnTo>
                  <a:pt x="723" y="850"/>
                </a:lnTo>
                <a:lnTo>
                  <a:pt x="723" y="849"/>
                </a:lnTo>
                <a:lnTo>
                  <a:pt x="724" y="849"/>
                </a:lnTo>
                <a:lnTo>
                  <a:pt x="724" y="850"/>
                </a:lnTo>
                <a:lnTo>
                  <a:pt x="724" y="851"/>
                </a:lnTo>
                <a:lnTo>
                  <a:pt x="724" y="852"/>
                </a:lnTo>
                <a:lnTo>
                  <a:pt x="725" y="852"/>
                </a:lnTo>
                <a:lnTo>
                  <a:pt x="724" y="852"/>
                </a:lnTo>
                <a:lnTo>
                  <a:pt x="724" y="853"/>
                </a:lnTo>
                <a:lnTo>
                  <a:pt x="724" y="854"/>
                </a:lnTo>
                <a:lnTo>
                  <a:pt x="724" y="855"/>
                </a:lnTo>
                <a:lnTo>
                  <a:pt x="723" y="855"/>
                </a:lnTo>
                <a:lnTo>
                  <a:pt x="723" y="856"/>
                </a:lnTo>
                <a:lnTo>
                  <a:pt x="721" y="856"/>
                </a:lnTo>
                <a:lnTo>
                  <a:pt x="721" y="857"/>
                </a:lnTo>
                <a:lnTo>
                  <a:pt x="722" y="857"/>
                </a:lnTo>
                <a:lnTo>
                  <a:pt x="723" y="857"/>
                </a:lnTo>
                <a:lnTo>
                  <a:pt x="724" y="857"/>
                </a:lnTo>
                <a:lnTo>
                  <a:pt x="724" y="859"/>
                </a:lnTo>
                <a:lnTo>
                  <a:pt x="723" y="859"/>
                </a:lnTo>
                <a:lnTo>
                  <a:pt x="723" y="860"/>
                </a:lnTo>
                <a:lnTo>
                  <a:pt x="723" y="861"/>
                </a:lnTo>
                <a:lnTo>
                  <a:pt x="723" y="863"/>
                </a:lnTo>
                <a:lnTo>
                  <a:pt x="723" y="868"/>
                </a:lnTo>
                <a:lnTo>
                  <a:pt x="724" y="868"/>
                </a:lnTo>
                <a:lnTo>
                  <a:pt x="723" y="868"/>
                </a:lnTo>
                <a:lnTo>
                  <a:pt x="723" y="869"/>
                </a:lnTo>
                <a:lnTo>
                  <a:pt x="722" y="869"/>
                </a:lnTo>
                <a:lnTo>
                  <a:pt x="721" y="869"/>
                </a:lnTo>
                <a:lnTo>
                  <a:pt x="721" y="870"/>
                </a:lnTo>
                <a:lnTo>
                  <a:pt x="720" y="870"/>
                </a:lnTo>
                <a:lnTo>
                  <a:pt x="719" y="870"/>
                </a:lnTo>
                <a:lnTo>
                  <a:pt x="719" y="871"/>
                </a:lnTo>
                <a:lnTo>
                  <a:pt x="718" y="871"/>
                </a:lnTo>
                <a:lnTo>
                  <a:pt x="717" y="872"/>
                </a:lnTo>
                <a:lnTo>
                  <a:pt x="716" y="872"/>
                </a:lnTo>
                <a:lnTo>
                  <a:pt x="715" y="873"/>
                </a:lnTo>
                <a:lnTo>
                  <a:pt x="714" y="873"/>
                </a:lnTo>
                <a:lnTo>
                  <a:pt x="713" y="873"/>
                </a:lnTo>
                <a:lnTo>
                  <a:pt x="713" y="874"/>
                </a:lnTo>
                <a:lnTo>
                  <a:pt x="712" y="874"/>
                </a:lnTo>
                <a:lnTo>
                  <a:pt x="710" y="874"/>
                </a:lnTo>
                <a:lnTo>
                  <a:pt x="709" y="874"/>
                </a:lnTo>
                <a:lnTo>
                  <a:pt x="708" y="875"/>
                </a:lnTo>
                <a:lnTo>
                  <a:pt x="706" y="874"/>
                </a:lnTo>
                <a:lnTo>
                  <a:pt x="705" y="874"/>
                </a:lnTo>
                <a:lnTo>
                  <a:pt x="704" y="874"/>
                </a:lnTo>
                <a:lnTo>
                  <a:pt x="704" y="875"/>
                </a:lnTo>
                <a:lnTo>
                  <a:pt x="703" y="875"/>
                </a:lnTo>
                <a:lnTo>
                  <a:pt x="702" y="874"/>
                </a:lnTo>
                <a:lnTo>
                  <a:pt x="702" y="873"/>
                </a:lnTo>
                <a:lnTo>
                  <a:pt x="700" y="873"/>
                </a:lnTo>
                <a:lnTo>
                  <a:pt x="700" y="872"/>
                </a:lnTo>
                <a:lnTo>
                  <a:pt x="700" y="871"/>
                </a:lnTo>
                <a:lnTo>
                  <a:pt x="699" y="871"/>
                </a:lnTo>
                <a:lnTo>
                  <a:pt x="697" y="870"/>
                </a:lnTo>
                <a:lnTo>
                  <a:pt x="696" y="870"/>
                </a:lnTo>
                <a:lnTo>
                  <a:pt x="695" y="870"/>
                </a:lnTo>
                <a:lnTo>
                  <a:pt x="693" y="869"/>
                </a:lnTo>
                <a:lnTo>
                  <a:pt x="692" y="868"/>
                </a:lnTo>
                <a:lnTo>
                  <a:pt x="692" y="867"/>
                </a:lnTo>
                <a:lnTo>
                  <a:pt x="691" y="866"/>
                </a:lnTo>
                <a:lnTo>
                  <a:pt x="690" y="866"/>
                </a:lnTo>
                <a:lnTo>
                  <a:pt x="689" y="866"/>
                </a:lnTo>
                <a:lnTo>
                  <a:pt x="689" y="865"/>
                </a:lnTo>
                <a:lnTo>
                  <a:pt x="688" y="865"/>
                </a:lnTo>
                <a:lnTo>
                  <a:pt x="687" y="864"/>
                </a:lnTo>
                <a:lnTo>
                  <a:pt x="686" y="864"/>
                </a:lnTo>
                <a:lnTo>
                  <a:pt x="685" y="863"/>
                </a:lnTo>
                <a:lnTo>
                  <a:pt x="685" y="862"/>
                </a:lnTo>
                <a:lnTo>
                  <a:pt x="683" y="862"/>
                </a:lnTo>
                <a:lnTo>
                  <a:pt x="683" y="863"/>
                </a:lnTo>
                <a:lnTo>
                  <a:pt x="683" y="864"/>
                </a:lnTo>
                <a:lnTo>
                  <a:pt x="683" y="865"/>
                </a:lnTo>
                <a:lnTo>
                  <a:pt x="683" y="866"/>
                </a:lnTo>
                <a:lnTo>
                  <a:pt x="684" y="867"/>
                </a:lnTo>
                <a:lnTo>
                  <a:pt x="685" y="867"/>
                </a:lnTo>
                <a:lnTo>
                  <a:pt x="685" y="868"/>
                </a:lnTo>
                <a:lnTo>
                  <a:pt x="685" y="869"/>
                </a:lnTo>
                <a:lnTo>
                  <a:pt x="685" y="870"/>
                </a:lnTo>
                <a:lnTo>
                  <a:pt x="685" y="871"/>
                </a:lnTo>
                <a:lnTo>
                  <a:pt x="685" y="872"/>
                </a:lnTo>
                <a:lnTo>
                  <a:pt x="684" y="872"/>
                </a:lnTo>
                <a:lnTo>
                  <a:pt x="684" y="871"/>
                </a:lnTo>
                <a:lnTo>
                  <a:pt x="684" y="870"/>
                </a:lnTo>
                <a:lnTo>
                  <a:pt x="683" y="869"/>
                </a:lnTo>
                <a:lnTo>
                  <a:pt x="682" y="870"/>
                </a:lnTo>
                <a:lnTo>
                  <a:pt x="680" y="871"/>
                </a:lnTo>
                <a:lnTo>
                  <a:pt x="679" y="870"/>
                </a:lnTo>
                <a:lnTo>
                  <a:pt x="677" y="872"/>
                </a:lnTo>
                <a:lnTo>
                  <a:pt x="677" y="873"/>
                </a:lnTo>
                <a:lnTo>
                  <a:pt x="676" y="874"/>
                </a:lnTo>
                <a:lnTo>
                  <a:pt x="677" y="875"/>
                </a:lnTo>
                <a:lnTo>
                  <a:pt x="678" y="876"/>
                </a:lnTo>
                <a:lnTo>
                  <a:pt x="679" y="877"/>
                </a:lnTo>
                <a:lnTo>
                  <a:pt x="680" y="878"/>
                </a:lnTo>
                <a:lnTo>
                  <a:pt x="681" y="878"/>
                </a:lnTo>
                <a:lnTo>
                  <a:pt x="681" y="879"/>
                </a:lnTo>
                <a:lnTo>
                  <a:pt x="680" y="881"/>
                </a:lnTo>
                <a:lnTo>
                  <a:pt x="679" y="883"/>
                </a:lnTo>
                <a:lnTo>
                  <a:pt x="678" y="883"/>
                </a:lnTo>
                <a:lnTo>
                  <a:pt x="676" y="883"/>
                </a:lnTo>
                <a:lnTo>
                  <a:pt x="675" y="884"/>
                </a:lnTo>
                <a:lnTo>
                  <a:pt x="674" y="884"/>
                </a:lnTo>
                <a:lnTo>
                  <a:pt x="673" y="883"/>
                </a:lnTo>
                <a:lnTo>
                  <a:pt x="670" y="883"/>
                </a:lnTo>
                <a:lnTo>
                  <a:pt x="667" y="882"/>
                </a:lnTo>
                <a:lnTo>
                  <a:pt x="666" y="882"/>
                </a:lnTo>
                <a:lnTo>
                  <a:pt x="665" y="883"/>
                </a:lnTo>
                <a:lnTo>
                  <a:pt x="665" y="884"/>
                </a:lnTo>
                <a:lnTo>
                  <a:pt x="664" y="884"/>
                </a:lnTo>
                <a:lnTo>
                  <a:pt x="661" y="883"/>
                </a:lnTo>
                <a:lnTo>
                  <a:pt x="660" y="884"/>
                </a:lnTo>
                <a:lnTo>
                  <a:pt x="659" y="884"/>
                </a:lnTo>
                <a:lnTo>
                  <a:pt x="659" y="885"/>
                </a:lnTo>
                <a:lnTo>
                  <a:pt x="659" y="886"/>
                </a:lnTo>
                <a:lnTo>
                  <a:pt x="663" y="890"/>
                </a:lnTo>
                <a:lnTo>
                  <a:pt x="664" y="891"/>
                </a:lnTo>
                <a:lnTo>
                  <a:pt x="665" y="891"/>
                </a:lnTo>
                <a:lnTo>
                  <a:pt x="665" y="892"/>
                </a:lnTo>
                <a:lnTo>
                  <a:pt x="665" y="893"/>
                </a:lnTo>
                <a:lnTo>
                  <a:pt x="664" y="893"/>
                </a:lnTo>
                <a:lnTo>
                  <a:pt x="664" y="894"/>
                </a:lnTo>
                <a:lnTo>
                  <a:pt x="663" y="895"/>
                </a:lnTo>
                <a:lnTo>
                  <a:pt x="663" y="897"/>
                </a:lnTo>
                <a:lnTo>
                  <a:pt x="663" y="898"/>
                </a:lnTo>
                <a:lnTo>
                  <a:pt x="663" y="899"/>
                </a:lnTo>
                <a:lnTo>
                  <a:pt x="662" y="900"/>
                </a:lnTo>
                <a:lnTo>
                  <a:pt x="662" y="901"/>
                </a:lnTo>
                <a:lnTo>
                  <a:pt x="661" y="901"/>
                </a:lnTo>
                <a:lnTo>
                  <a:pt x="660" y="903"/>
                </a:lnTo>
                <a:lnTo>
                  <a:pt x="659" y="904"/>
                </a:lnTo>
                <a:lnTo>
                  <a:pt x="658" y="906"/>
                </a:lnTo>
                <a:lnTo>
                  <a:pt x="657" y="907"/>
                </a:lnTo>
                <a:lnTo>
                  <a:pt x="656" y="908"/>
                </a:lnTo>
                <a:lnTo>
                  <a:pt x="655" y="909"/>
                </a:lnTo>
                <a:lnTo>
                  <a:pt x="653" y="911"/>
                </a:lnTo>
                <a:lnTo>
                  <a:pt x="652" y="912"/>
                </a:lnTo>
                <a:lnTo>
                  <a:pt x="652" y="913"/>
                </a:lnTo>
                <a:lnTo>
                  <a:pt x="651" y="914"/>
                </a:lnTo>
                <a:lnTo>
                  <a:pt x="651" y="915"/>
                </a:lnTo>
                <a:lnTo>
                  <a:pt x="652" y="916"/>
                </a:lnTo>
                <a:lnTo>
                  <a:pt x="652" y="917"/>
                </a:lnTo>
                <a:lnTo>
                  <a:pt x="652" y="918"/>
                </a:lnTo>
                <a:lnTo>
                  <a:pt x="652" y="919"/>
                </a:lnTo>
                <a:lnTo>
                  <a:pt x="653" y="920"/>
                </a:lnTo>
                <a:lnTo>
                  <a:pt x="653" y="921"/>
                </a:lnTo>
                <a:lnTo>
                  <a:pt x="654" y="922"/>
                </a:lnTo>
                <a:lnTo>
                  <a:pt x="654" y="923"/>
                </a:lnTo>
                <a:lnTo>
                  <a:pt x="655" y="924"/>
                </a:lnTo>
                <a:lnTo>
                  <a:pt x="656" y="925"/>
                </a:lnTo>
                <a:lnTo>
                  <a:pt x="655" y="925"/>
                </a:lnTo>
                <a:lnTo>
                  <a:pt x="654" y="925"/>
                </a:lnTo>
                <a:lnTo>
                  <a:pt x="655" y="926"/>
                </a:lnTo>
                <a:lnTo>
                  <a:pt x="655" y="927"/>
                </a:lnTo>
                <a:lnTo>
                  <a:pt x="656" y="928"/>
                </a:lnTo>
                <a:lnTo>
                  <a:pt x="656" y="931"/>
                </a:lnTo>
                <a:lnTo>
                  <a:pt x="656" y="932"/>
                </a:lnTo>
                <a:lnTo>
                  <a:pt x="656" y="940"/>
                </a:lnTo>
                <a:lnTo>
                  <a:pt x="641" y="934"/>
                </a:lnTo>
                <a:lnTo>
                  <a:pt x="639" y="933"/>
                </a:lnTo>
                <a:lnTo>
                  <a:pt x="637" y="932"/>
                </a:lnTo>
                <a:lnTo>
                  <a:pt x="635" y="931"/>
                </a:lnTo>
                <a:lnTo>
                  <a:pt x="633" y="930"/>
                </a:lnTo>
                <a:lnTo>
                  <a:pt x="632" y="929"/>
                </a:lnTo>
                <a:lnTo>
                  <a:pt x="629" y="928"/>
                </a:lnTo>
                <a:lnTo>
                  <a:pt x="622" y="925"/>
                </a:lnTo>
                <a:lnTo>
                  <a:pt x="621" y="925"/>
                </a:lnTo>
                <a:lnTo>
                  <a:pt x="620" y="925"/>
                </a:lnTo>
                <a:lnTo>
                  <a:pt x="618" y="925"/>
                </a:lnTo>
                <a:lnTo>
                  <a:pt x="616" y="924"/>
                </a:lnTo>
                <a:lnTo>
                  <a:pt x="615" y="924"/>
                </a:lnTo>
                <a:lnTo>
                  <a:pt x="611" y="925"/>
                </a:lnTo>
                <a:lnTo>
                  <a:pt x="607" y="928"/>
                </a:lnTo>
                <a:lnTo>
                  <a:pt x="607" y="929"/>
                </a:lnTo>
                <a:lnTo>
                  <a:pt x="606" y="928"/>
                </a:lnTo>
                <a:lnTo>
                  <a:pt x="605" y="929"/>
                </a:lnTo>
                <a:lnTo>
                  <a:pt x="603" y="932"/>
                </a:lnTo>
                <a:lnTo>
                  <a:pt x="603" y="933"/>
                </a:lnTo>
                <a:lnTo>
                  <a:pt x="603" y="934"/>
                </a:lnTo>
                <a:lnTo>
                  <a:pt x="600" y="940"/>
                </a:lnTo>
                <a:lnTo>
                  <a:pt x="599" y="941"/>
                </a:lnTo>
                <a:lnTo>
                  <a:pt x="600" y="941"/>
                </a:lnTo>
                <a:lnTo>
                  <a:pt x="600" y="942"/>
                </a:lnTo>
                <a:lnTo>
                  <a:pt x="599" y="942"/>
                </a:lnTo>
                <a:lnTo>
                  <a:pt x="599" y="943"/>
                </a:lnTo>
                <a:lnTo>
                  <a:pt x="598" y="943"/>
                </a:lnTo>
                <a:lnTo>
                  <a:pt x="598" y="945"/>
                </a:lnTo>
                <a:lnTo>
                  <a:pt x="599" y="945"/>
                </a:lnTo>
                <a:lnTo>
                  <a:pt x="599" y="948"/>
                </a:lnTo>
                <a:lnTo>
                  <a:pt x="598" y="949"/>
                </a:lnTo>
                <a:lnTo>
                  <a:pt x="596" y="949"/>
                </a:lnTo>
                <a:lnTo>
                  <a:pt x="594" y="949"/>
                </a:lnTo>
                <a:lnTo>
                  <a:pt x="593" y="950"/>
                </a:lnTo>
                <a:lnTo>
                  <a:pt x="593" y="951"/>
                </a:lnTo>
                <a:lnTo>
                  <a:pt x="591" y="951"/>
                </a:lnTo>
                <a:lnTo>
                  <a:pt x="591" y="950"/>
                </a:lnTo>
                <a:lnTo>
                  <a:pt x="590" y="949"/>
                </a:lnTo>
                <a:lnTo>
                  <a:pt x="590" y="948"/>
                </a:lnTo>
                <a:lnTo>
                  <a:pt x="590" y="947"/>
                </a:lnTo>
                <a:lnTo>
                  <a:pt x="590" y="946"/>
                </a:lnTo>
                <a:lnTo>
                  <a:pt x="588" y="946"/>
                </a:lnTo>
                <a:lnTo>
                  <a:pt x="587" y="945"/>
                </a:lnTo>
                <a:lnTo>
                  <a:pt x="586" y="945"/>
                </a:lnTo>
                <a:lnTo>
                  <a:pt x="583" y="945"/>
                </a:lnTo>
                <a:lnTo>
                  <a:pt x="583" y="946"/>
                </a:lnTo>
                <a:lnTo>
                  <a:pt x="584" y="946"/>
                </a:lnTo>
                <a:lnTo>
                  <a:pt x="584" y="947"/>
                </a:lnTo>
                <a:lnTo>
                  <a:pt x="584" y="948"/>
                </a:lnTo>
                <a:lnTo>
                  <a:pt x="583" y="949"/>
                </a:lnTo>
                <a:lnTo>
                  <a:pt x="582" y="949"/>
                </a:lnTo>
                <a:lnTo>
                  <a:pt x="580" y="949"/>
                </a:lnTo>
                <a:lnTo>
                  <a:pt x="580" y="948"/>
                </a:lnTo>
                <a:lnTo>
                  <a:pt x="579" y="947"/>
                </a:lnTo>
                <a:lnTo>
                  <a:pt x="578" y="947"/>
                </a:lnTo>
                <a:lnTo>
                  <a:pt x="577" y="947"/>
                </a:lnTo>
                <a:lnTo>
                  <a:pt x="577" y="946"/>
                </a:lnTo>
                <a:lnTo>
                  <a:pt x="576" y="946"/>
                </a:lnTo>
                <a:lnTo>
                  <a:pt x="576" y="945"/>
                </a:lnTo>
                <a:lnTo>
                  <a:pt x="575" y="945"/>
                </a:lnTo>
                <a:lnTo>
                  <a:pt x="573" y="944"/>
                </a:lnTo>
                <a:lnTo>
                  <a:pt x="573" y="943"/>
                </a:lnTo>
                <a:lnTo>
                  <a:pt x="573" y="942"/>
                </a:lnTo>
                <a:lnTo>
                  <a:pt x="571" y="942"/>
                </a:lnTo>
                <a:lnTo>
                  <a:pt x="570" y="942"/>
                </a:lnTo>
                <a:lnTo>
                  <a:pt x="569" y="942"/>
                </a:lnTo>
                <a:lnTo>
                  <a:pt x="568" y="941"/>
                </a:lnTo>
                <a:lnTo>
                  <a:pt x="568" y="940"/>
                </a:lnTo>
                <a:lnTo>
                  <a:pt x="567" y="940"/>
                </a:lnTo>
                <a:lnTo>
                  <a:pt x="566" y="939"/>
                </a:lnTo>
                <a:lnTo>
                  <a:pt x="565" y="940"/>
                </a:lnTo>
                <a:lnTo>
                  <a:pt x="564" y="940"/>
                </a:lnTo>
                <a:lnTo>
                  <a:pt x="563" y="939"/>
                </a:lnTo>
                <a:lnTo>
                  <a:pt x="562" y="939"/>
                </a:lnTo>
                <a:lnTo>
                  <a:pt x="561" y="940"/>
                </a:lnTo>
                <a:lnTo>
                  <a:pt x="561" y="941"/>
                </a:lnTo>
                <a:lnTo>
                  <a:pt x="560" y="942"/>
                </a:lnTo>
                <a:lnTo>
                  <a:pt x="559" y="941"/>
                </a:lnTo>
                <a:lnTo>
                  <a:pt x="558" y="941"/>
                </a:lnTo>
                <a:lnTo>
                  <a:pt x="557" y="940"/>
                </a:lnTo>
                <a:lnTo>
                  <a:pt x="556" y="939"/>
                </a:lnTo>
                <a:lnTo>
                  <a:pt x="555" y="938"/>
                </a:lnTo>
                <a:lnTo>
                  <a:pt x="555" y="937"/>
                </a:lnTo>
                <a:lnTo>
                  <a:pt x="554" y="936"/>
                </a:lnTo>
                <a:lnTo>
                  <a:pt x="553" y="936"/>
                </a:lnTo>
                <a:lnTo>
                  <a:pt x="552" y="936"/>
                </a:lnTo>
                <a:lnTo>
                  <a:pt x="552" y="935"/>
                </a:lnTo>
                <a:lnTo>
                  <a:pt x="552" y="934"/>
                </a:lnTo>
                <a:lnTo>
                  <a:pt x="551" y="934"/>
                </a:lnTo>
                <a:lnTo>
                  <a:pt x="550" y="934"/>
                </a:lnTo>
                <a:lnTo>
                  <a:pt x="548" y="933"/>
                </a:lnTo>
                <a:lnTo>
                  <a:pt x="548" y="932"/>
                </a:lnTo>
                <a:lnTo>
                  <a:pt x="547" y="931"/>
                </a:lnTo>
                <a:lnTo>
                  <a:pt x="546" y="931"/>
                </a:lnTo>
                <a:lnTo>
                  <a:pt x="546" y="930"/>
                </a:lnTo>
                <a:lnTo>
                  <a:pt x="546" y="929"/>
                </a:lnTo>
                <a:lnTo>
                  <a:pt x="545" y="929"/>
                </a:lnTo>
                <a:lnTo>
                  <a:pt x="544" y="929"/>
                </a:lnTo>
                <a:lnTo>
                  <a:pt x="544" y="928"/>
                </a:lnTo>
                <a:lnTo>
                  <a:pt x="543" y="928"/>
                </a:lnTo>
                <a:lnTo>
                  <a:pt x="543" y="927"/>
                </a:lnTo>
                <a:lnTo>
                  <a:pt x="542" y="927"/>
                </a:lnTo>
                <a:lnTo>
                  <a:pt x="541" y="927"/>
                </a:lnTo>
                <a:lnTo>
                  <a:pt x="541" y="926"/>
                </a:lnTo>
                <a:lnTo>
                  <a:pt x="541" y="925"/>
                </a:lnTo>
                <a:lnTo>
                  <a:pt x="541" y="924"/>
                </a:lnTo>
                <a:lnTo>
                  <a:pt x="541" y="923"/>
                </a:lnTo>
                <a:lnTo>
                  <a:pt x="541" y="922"/>
                </a:lnTo>
                <a:lnTo>
                  <a:pt x="540" y="922"/>
                </a:lnTo>
                <a:lnTo>
                  <a:pt x="540" y="921"/>
                </a:lnTo>
                <a:lnTo>
                  <a:pt x="540" y="920"/>
                </a:lnTo>
                <a:lnTo>
                  <a:pt x="539" y="920"/>
                </a:lnTo>
                <a:lnTo>
                  <a:pt x="538" y="919"/>
                </a:lnTo>
                <a:lnTo>
                  <a:pt x="538" y="918"/>
                </a:lnTo>
                <a:lnTo>
                  <a:pt x="536" y="916"/>
                </a:lnTo>
                <a:lnTo>
                  <a:pt x="536" y="915"/>
                </a:lnTo>
                <a:lnTo>
                  <a:pt x="534" y="915"/>
                </a:lnTo>
                <a:lnTo>
                  <a:pt x="533" y="916"/>
                </a:lnTo>
                <a:lnTo>
                  <a:pt x="530" y="916"/>
                </a:lnTo>
                <a:lnTo>
                  <a:pt x="529" y="916"/>
                </a:lnTo>
                <a:lnTo>
                  <a:pt x="529" y="915"/>
                </a:lnTo>
                <a:lnTo>
                  <a:pt x="529" y="914"/>
                </a:lnTo>
                <a:lnTo>
                  <a:pt x="529" y="913"/>
                </a:lnTo>
                <a:lnTo>
                  <a:pt x="529" y="912"/>
                </a:lnTo>
                <a:lnTo>
                  <a:pt x="529" y="910"/>
                </a:lnTo>
                <a:lnTo>
                  <a:pt x="528" y="909"/>
                </a:lnTo>
                <a:lnTo>
                  <a:pt x="528" y="908"/>
                </a:lnTo>
                <a:lnTo>
                  <a:pt x="528" y="906"/>
                </a:lnTo>
                <a:lnTo>
                  <a:pt x="528" y="904"/>
                </a:lnTo>
                <a:lnTo>
                  <a:pt x="528" y="903"/>
                </a:lnTo>
                <a:lnTo>
                  <a:pt x="527" y="902"/>
                </a:lnTo>
                <a:lnTo>
                  <a:pt x="526" y="901"/>
                </a:lnTo>
                <a:lnTo>
                  <a:pt x="525" y="901"/>
                </a:lnTo>
                <a:lnTo>
                  <a:pt x="524" y="902"/>
                </a:lnTo>
                <a:lnTo>
                  <a:pt x="523" y="902"/>
                </a:lnTo>
                <a:lnTo>
                  <a:pt x="521" y="901"/>
                </a:lnTo>
                <a:lnTo>
                  <a:pt x="521" y="900"/>
                </a:lnTo>
                <a:lnTo>
                  <a:pt x="520" y="900"/>
                </a:lnTo>
                <a:lnTo>
                  <a:pt x="518" y="900"/>
                </a:lnTo>
                <a:lnTo>
                  <a:pt x="517" y="899"/>
                </a:lnTo>
                <a:lnTo>
                  <a:pt x="517" y="898"/>
                </a:lnTo>
                <a:lnTo>
                  <a:pt x="517" y="897"/>
                </a:lnTo>
                <a:lnTo>
                  <a:pt x="516" y="897"/>
                </a:lnTo>
                <a:lnTo>
                  <a:pt x="515" y="897"/>
                </a:lnTo>
                <a:lnTo>
                  <a:pt x="514" y="897"/>
                </a:lnTo>
                <a:lnTo>
                  <a:pt x="514" y="896"/>
                </a:lnTo>
                <a:lnTo>
                  <a:pt x="513" y="896"/>
                </a:lnTo>
                <a:lnTo>
                  <a:pt x="512" y="896"/>
                </a:lnTo>
                <a:lnTo>
                  <a:pt x="510" y="895"/>
                </a:lnTo>
                <a:lnTo>
                  <a:pt x="510" y="894"/>
                </a:lnTo>
                <a:lnTo>
                  <a:pt x="509" y="892"/>
                </a:lnTo>
                <a:lnTo>
                  <a:pt x="509" y="891"/>
                </a:lnTo>
                <a:lnTo>
                  <a:pt x="508" y="891"/>
                </a:lnTo>
                <a:lnTo>
                  <a:pt x="508" y="890"/>
                </a:lnTo>
                <a:lnTo>
                  <a:pt x="507" y="890"/>
                </a:lnTo>
                <a:lnTo>
                  <a:pt x="506" y="890"/>
                </a:lnTo>
                <a:lnTo>
                  <a:pt x="505" y="890"/>
                </a:lnTo>
                <a:lnTo>
                  <a:pt x="505" y="891"/>
                </a:lnTo>
                <a:lnTo>
                  <a:pt x="504" y="891"/>
                </a:lnTo>
                <a:lnTo>
                  <a:pt x="503" y="891"/>
                </a:lnTo>
                <a:lnTo>
                  <a:pt x="503" y="892"/>
                </a:lnTo>
                <a:lnTo>
                  <a:pt x="502" y="892"/>
                </a:lnTo>
                <a:lnTo>
                  <a:pt x="502" y="893"/>
                </a:lnTo>
                <a:lnTo>
                  <a:pt x="503" y="893"/>
                </a:lnTo>
                <a:lnTo>
                  <a:pt x="503" y="894"/>
                </a:lnTo>
                <a:lnTo>
                  <a:pt x="502" y="894"/>
                </a:lnTo>
                <a:lnTo>
                  <a:pt x="502" y="895"/>
                </a:lnTo>
                <a:lnTo>
                  <a:pt x="501" y="895"/>
                </a:lnTo>
                <a:lnTo>
                  <a:pt x="501" y="896"/>
                </a:lnTo>
                <a:lnTo>
                  <a:pt x="500" y="896"/>
                </a:lnTo>
                <a:lnTo>
                  <a:pt x="499" y="896"/>
                </a:lnTo>
                <a:lnTo>
                  <a:pt x="498" y="896"/>
                </a:lnTo>
                <a:lnTo>
                  <a:pt x="497" y="896"/>
                </a:lnTo>
                <a:lnTo>
                  <a:pt x="497" y="897"/>
                </a:lnTo>
                <a:lnTo>
                  <a:pt x="496" y="898"/>
                </a:lnTo>
                <a:lnTo>
                  <a:pt x="494" y="900"/>
                </a:lnTo>
                <a:lnTo>
                  <a:pt x="493" y="901"/>
                </a:lnTo>
                <a:lnTo>
                  <a:pt x="492" y="901"/>
                </a:lnTo>
                <a:lnTo>
                  <a:pt x="491" y="900"/>
                </a:lnTo>
                <a:lnTo>
                  <a:pt x="490" y="900"/>
                </a:lnTo>
                <a:lnTo>
                  <a:pt x="489" y="900"/>
                </a:lnTo>
                <a:lnTo>
                  <a:pt x="488" y="900"/>
                </a:lnTo>
                <a:lnTo>
                  <a:pt x="487" y="900"/>
                </a:lnTo>
                <a:lnTo>
                  <a:pt x="486" y="901"/>
                </a:lnTo>
                <a:lnTo>
                  <a:pt x="485" y="902"/>
                </a:lnTo>
                <a:lnTo>
                  <a:pt x="485" y="903"/>
                </a:lnTo>
                <a:lnTo>
                  <a:pt x="484" y="903"/>
                </a:lnTo>
                <a:lnTo>
                  <a:pt x="483" y="903"/>
                </a:lnTo>
                <a:lnTo>
                  <a:pt x="483" y="904"/>
                </a:lnTo>
                <a:lnTo>
                  <a:pt x="482" y="905"/>
                </a:lnTo>
                <a:lnTo>
                  <a:pt x="481" y="905"/>
                </a:lnTo>
                <a:lnTo>
                  <a:pt x="480" y="905"/>
                </a:lnTo>
                <a:lnTo>
                  <a:pt x="479" y="906"/>
                </a:lnTo>
                <a:lnTo>
                  <a:pt x="479" y="907"/>
                </a:lnTo>
                <a:lnTo>
                  <a:pt x="478" y="907"/>
                </a:lnTo>
                <a:lnTo>
                  <a:pt x="477" y="908"/>
                </a:lnTo>
                <a:lnTo>
                  <a:pt x="477" y="909"/>
                </a:lnTo>
                <a:lnTo>
                  <a:pt x="476" y="909"/>
                </a:lnTo>
                <a:lnTo>
                  <a:pt x="475" y="908"/>
                </a:lnTo>
                <a:lnTo>
                  <a:pt x="475" y="907"/>
                </a:lnTo>
                <a:lnTo>
                  <a:pt x="475" y="906"/>
                </a:lnTo>
                <a:lnTo>
                  <a:pt x="475" y="905"/>
                </a:lnTo>
                <a:lnTo>
                  <a:pt x="474" y="905"/>
                </a:lnTo>
                <a:lnTo>
                  <a:pt x="474" y="904"/>
                </a:lnTo>
                <a:lnTo>
                  <a:pt x="472" y="904"/>
                </a:lnTo>
                <a:lnTo>
                  <a:pt x="471" y="905"/>
                </a:lnTo>
                <a:lnTo>
                  <a:pt x="470" y="906"/>
                </a:lnTo>
                <a:lnTo>
                  <a:pt x="470" y="907"/>
                </a:lnTo>
                <a:lnTo>
                  <a:pt x="469" y="907"/>
                </a:lnTo>
                <a:lnTo>
                  <a:pt x="468" y="907"/>
                </a:lnTo>
                <a:lnTo>
                  <a:pt x="467" y="908"/>
                </a:lnTo>
                <a:lnTo>
                  <a:pt x="466" y="908"/>
                </a:lnTo>
                <a:lnTo>
                  <a:pt x="465" y="907"/>
                </a:lnTo>
                <a:lnTo>
                  <a:pt x="465" y="906"/>
                </a:lnTo>
                <a:lnTo>
                  <a:pt x="465" y="905"/>
                </a:lnTo>
                <a:lnTo>
                  <a:pt x="465" y="904"/>
                </a:lnTo>
                <a:lnTo>
                  <a:pt x="464" y="905"/>
                </a:lnTo>
                <a:lnTo>
                  <a:pt x="463" y="905"/>
                </a:lnTo>
                <a:lnTo>
                  <a:pt x="462" y="904"/>
                </a:lnTo>
                <a:lnTo>
                  <a:pt x="461" y="905"/>
                </a:lnTo>
                <a:lnTo>
                  <a:pt x="460" y="905"/>
                </a:lnTo>
                <a:lnTo>
                  <a:pt x="460" y="906"/>
                </a:lnTo>
                <a:lnTo>
                  <a:pt x="459" y="906"/>
                </a:lnTo>
                <a:lnTo>
                  <a:pt x="458" y="906"/>
                </a:lnTo>
                <a:lnTo>
                  <a:pt x="458" y="905"/>
                </a:lnTo>
                <a:lnTo>
                  <a:pt x="457" y="905"/>
                </a:lnTo>
                <a:lnTo>
                  <a:pt x="456" y="905"/>
                </a:lnTo>
                <a:lnTo>
                  <a:pt x="455" y="905"/>
                </a:lnTo>
                <a:lnTo>
                  <a:pt x="453" y="904"/>
                </a:lnTo>
                <a:lnTo>
                  <a:pt x="453" y="903"/>
                </a:lnTo>
                <a:lnTo>
                  <a:pt x="452" y="903"/>
                </a:lnTo>
                <a:lnTo>
                  <a:pt x="451" y="903"/>
                </a:lnTo>
                <a:lnTo>
                  <a:pt x="449" y="903"/>
                </a:lnTo>
                <a:lnTo>
                  <a:pt x="448" y="903"/>
                </a:lnTo>
                <a:lnTo>
                  <a:pt x="447" y="903"/>
                </a:lnTo>
                <a:lnTo>
                  <a:pt x="447" y="902"/>
                </a:lnTo>
                <a:lnTo>
                  <a:pt x="446" y="900"/>
                </a:lnTo>
                <a:lnTo>
                  <a:pt x="445" y="901"/>
                </a:lnTo>
                <a:lnTo>
                  <a:pt x="444" y="902"/>
                </a:lnTo>
                <a:lnTo>
                  <a:pt x="443" y="902"/>
                </a:lnTo>
                <a:lnTo>
                  <a:pt x="440" y="903"/>
                </a:lnTo>
                <a:lnTo>
                  <a:pt x="439" y="903"/>
                </a:lnTo>
                <a:lnTo>
                  <a:pt x="440" y="903"/>
                </a:lnTo>
                <a:lnTo>
                  <a:pt x="439" y="904"/>
                </a:lnTo>
                <a:lnTo>
                  <a:pt x="439" y="905"/>
                </a:lnTo>
                <a:lnTo>
                  <a:pt x="438" y="905"/>
                </a:lnTo>
                <a:lnTo>
                  <a:pt x="437" y="904"/>
                </a:lnTo>
                <a:lnTo>
                  <a:pt x="436" y="904"/>
                </a:lnTo>
                <a:lnTo>
                  <a:pt x="436" y="903"/>
                </a:lnTo>
                <a:lnTo>
                  <a:pt x="436" y="902"/>
                </a:lnTo>
                <a:lnTo>
                  <a:pt x="436" y="901"/>
                </a:lnTo>
                <a:lnTo>
                  <a:pt x="435" y="900"/>
                </a:lnTo>
                <a:lnTo>
                  <a:pt x="434" y="900"/>
                </a:lnTo>
                <a:lnTo>
                  <a:pt x="434" y="899"/>
                </a:lnTo>
                <a:lnTo>
                  <a:pt x="432" y="899"/>
                </a:lnTo>
                <a:lnTo>
                  <a:pt x="432" y="898"/>
                </a:lnTo>
                <a:lnTo>
                  <a:pt x="432" y="897"/>
                </a:lnTo>
                <a:lnTo>
                  <a:pt x="431" y="897"/>
                </a:lnTo>
                <a:lnTo>
                  <a:pt x="430" y="897"/>
                </a:lnTo>
                <a:lnTo>
                  <a:pt x="430" y="898"/>
                </a:lnTo>
                <a:lnTo>
                  <a:pt x="429" y="898"/>
                </a:lnTo>
                <a:lnTo>
                  <a:pt x="428" y="896"/>
                </a:lnTo>
                <a:lnTo>
                  <a:pt x="428" y="895"/>
                </a:lnTo>
                <a:lnTo>
                  <a:pt x="427" y="894"/>
                </a:lnTo>
                <a:lnTo>
                  <a:pt x="427" y="892"/>
                </a:lnTo>
                <a:lnTo>
                  <a:pt x="427" y="891"/>
                </a:lnTo>
                <a:lnTo>
                  <a:pt x="426" y="890"/>
                </a:lnTo>
                <a:lnTo>
                  <a:pt x="426" y="889"/>
                </a:lnTo>
                <a:lnTo>
                  <a:pt x="427" y="889"/>
                </a:lnTo>
                <a:lnTo>
                  <a:pt x="427" y="888"/>
                </a:lnTo>
                <a:lnTo>
                  <a:pt x="426" y="886"/>
                </a:lnTo>
                <a:lnTo>
                  <a:pt x="425" y="886"/>
                </a:lnTo>
                <a:lnTo>
                  <a:pt x="424" y="886"/>
                </a:lnTo>
                <a:lnTo>
                  <a:pt x="424" y="885"/>
                </a:lnTo>
                <a:lnTo>
                  <a:pt x="424" y="884"/>
                </a:lnTo>
                <a:lnTo>
                  <a:pt x="423" y="884"/>
                </a:lnTo>
                <a:lnTo>
                  <a:pt x="422" y="884"/>
                </a:lnTo>
                <a:lnTo>
                  <a:pt x="420" y="883"/>
                </a:lnTo>
                <a:lnTo>
                  <a:pt x="419" y="883"/>
                </a:lnTo>
                <a:lnTo>
                  <a:pt x="419" y="882"/>
                </a:lnTo>
                <a:lnTo>
                  <a:pt x="418" y="881"/>
                </a:lnTo>
                <a:lnTo>
                  <a:pt x="418" y="880"/>
                </a:lnTo>
                <a:lnTo>
                  <a:pt x="418" y="879"/>
                </a:lnTo>
                <a:lnTo>
                  <a:pt x="417" y="878"/>
                </a:lnTo>
                <a:lnTo>
                  <a:pt x="416" y="878"/>
                </a:lnTo>
                <a:lnTo>
                  <a:pt x="415" y="878"/>
                </a:lnTo>
                <a:lnTo>
                  <a:pt x="415" y="877"/>
                </a:lnTo>
                <a:lnTo>
                  <a:pt x="414" y="877"/>
                </a:lnTo>
                <a:lnTo>
                  <a:pt x="414" y="878"/>
                </a:lnTo>
                <a:lnTo>
                  <a:pt x="413" y="878"/>
                </a:lnTo>
                <a:lnTo>
                  <a:pt x="412" y="879"/>
                </a:lnTo>
                <a:lnTo>
                  <a:pt x="411" y="879"/>
                </a:lnTo>
                <a:lnTo>
                  <a:pt x="410" y="879"/>
                </a:lnTo>
                <a:lnTo>
                  <a:pt x="409" y="879"/>
                </a:lnTo>
                <a:lnTo>
                  <a:pt x="409" y="880"/>
                </a:lnTo>
                <a:lnTo>
                  <a:pt x="407" y="878"/>
                </a:lnTo>
                <a:lnTo>
                  <a:pt x="406" y="877"/>
                </a:lnTo>
                <a:lnTo>
                  <a:pt x="405" y="876"/>
                </a:lnTo>
                <a:lnTo>
                  <a:pt x="404" y="876"/>
                </a:lnTo>
                <a:lnTo>
                  <a:pt x="404" y="877"/>
                </a:lnTo>
                <a:lnTo>
                  <a:pt x="403" y="877"/>
                </a:lnTo>
                <a:lnTo>
                  <a:pt x="402" y="877"/>
                </a:lnTo>
                <a:lnTo>
                  <a:pt x="402" y="876"/>
                </a:lnTo>
                <a:lnTo>
                  <a:pt x="401" y="875"/>
                </a:lnTo>
                <a:lnTo>
                  <a:pt x="401" y="874"/>
                </a:lnTo>
                <a:lnTo>
                  <a:pt x="400" y="874"/>
                </a:lnTo>
                <a:lnTo>
                  <a:pt x="400" y="875"/>
                </a:lnTo>
                <a:lnTo>
                  <a:pt x="399" y="875"/>
                </a:lnTo>
                <a:lnTo>
                  <a:pt x="399" y="874"/>
                </a:lnTo>
                <a:lnTo>
                  <a:pt x="398" y="874"/>
                </a:lnTo>
                <a:lnTo>
                  <a:pt x="397" y="874"/>
                </a:lnTo>
                <a:lnTo>
                  <a:pt x="396" y="874"/>
                </a:lnTo>
                <a:lnTo>
                  <a:pt x="395" y="874"/>
                </a:lnTo>
                <a:lnTo>
                  <a:pt x="395" y="873"/>
                </a:lnTo>
                <a:lnTo>
                  <a:pt x="394" y="872"/>
                </a:lnTo>
                <a:lnTo>
                  <a:pt x="391" y="872"/>
                </a:lnTo>
                <a:lnTo>
                  <a:pt x="390" y="872"/>
                </a:lnTo>
                <a:lnTo>
                  <a:pt x="388" y="872"/>
                </a:lnTo>
                <a:lnTo>
                  <a:pt x="387" y="873"/>
                </a:lnTo>
                <a:lnTo>
                  <a:pt x="386" y="873"/>
                </a:lnTo>
                <a:lnTo>
                  <a:pt x="385" y="873"/>
                </a:lnTo>
                <a:lnTo>
                  <a:pt x="385" y="874"/>
                </a:lnTo>
                <a:lnTo>
                  <a:pt x="384" y="874"/>
                </a:lnTo>
                <a:lnTo>
                  <a:pt x="384" y="873"/>
                </a:lnTo>
                <a:lnTo>
                  <a:pt x="383" y="873"/>
                </a:lnTo>
                <a:lnTo>
                  <a:pt x="382" y="873"/>
                </a:lnTo>
                <a:lnTo>
                  <a:pt x="382" y="874"/>
                </a:lnTo>
                <a:lnTo>
                  <a:pt x="381" y="875"/>
                </a:lnTo>
                <a:lnTo>
                  <a:pt x="380" y="874"/>
                </a:lnTo>
                <a:lnTo>
                  <a:pt x="379" y="874"/>
                </a:lnTo>
                <a:lnTo>
                  <a:pt x="379" y="875"/>
                </a:lnTo>
                <a:lnTo>
                  <a:pt x="379" y="876"/>
                </a:lnTo>
                <a:lnTo>
                  <a:pt x="378" y="877"/>
                </a:lnTo>
                <a:lnTo>
                  <a:pt x="377" y="877"/>
                </a:lnTo>
                <a:lnTo>
                  <a:pt x="375" y="878"/>
                </a:lnTo>
                <a:lnTo>
                  <a:pt x="374" y="879"/>
                </a:lnTo>
                <a:lnTo>
                  <a:pt x="374" y="878"/>
                </a:lnTo>
                <a:lnTo>
                  <a:pt x="373" y="878"/>
                </a:lnTo>
                <a:lnTo>
                  <a:pt x="372" y="878"/>
                </a:lnTo>
                <a:lnTo>
                  <a:pt x="370" y="878"/>
                </a:lnTo>
                <a:lnTo>
                  <a:pt x="369" y="878"/>
                </a:lnTo>
                <a:lnTo>
                  <a:pt x="368" y="878"/>
                </a:lnTo>
                <a:lnTo>
                  <a:pt x="368" y="879"/>
                </a:lnTo>
                <a:lnTo>
                  <a:pt x="366" y="879"/>
                </a:lnTo>
                <a:lnTo>
                  <a:pt x="364" y="878"/>
                </a:lnTo>
                <a:lnTo>
                  <a:pt x="363" y="878"/>
                </a:lnTo>
                <a:lnTo>
                  <a:pt x="362" y="879"/>
                </a:lnTo>
                <a:lnTo>
                  <a:pt x="361" y="879"/>
                </a:lnTo>
                <a:lnTo>
                  <a:pt x="361" y="878"/>
                </a:lnTo>
                <a:lnTo>
                  <a:pt x="359" y="878"/>
                </a:lnTo>
                <a:lnTo>
                  <a:pt x="358" y="878"/>
                </a:lnTo>
                <a:lnTo>
                  <a:pt x="357" y="878"/>
                </a:lnTo>
                <a:lnTo>
                  <a:pt x="356" y="878"/>
                </a:lnTo>
                <a:lnTo>
                  <a:pt x="355" y="877"/>
                </a:lnTo>
                <a:lnTo>
                  <a:pt x="354" y="877"/>
                </a:lnTo>
                <a:lnTo>
                  <a:pt x="353" y="877"/>
                </a:lnTo>
                <a:lnTo>
                  <a:pt x="352" y="877"/>
                </a:lnTo>
                <a:lnTo>
                  <a:pt x="351" y="877"/>
                </a:lnTo>
                <a:lnTo>
                  <a:pt x="350" y="877"/>
                </a:lnTo>
                <a:lnTo>
                  <a:pt x="349" y="877"/>
                </a:lnTo>
                <a:lnTo>
                  <a:pt x="348" y="877"/>
                </a:lnTo>
                <a:lnTo>
                  <a:pt x="347" y="877"/>
                </a:lnTo>
                <a:lnTo>
                  <a:pt x="347" y="876"/>
                </a:lnTo>
                <a:lnTo>
                  <a:pt x="345" y="876"/>
                </a:lnTo>
                <a:lnTo>
                  <a:pt x="345" y="877"/>
                </a:lnTo>
                <a:lnTo>
                  <a:pt x="342" y="877"/>
                </a:lnTo>
                <a:lnTo>
                  <a:pt x="341" y="877"/>
                </a:lnTo>
                <a:lnTo>
                  <a:pt x="340" y="877"/>
                </a:lnTo>
                <a:lnTo>
                  <a:pt x="339" y="878"/>
                </a:lnTo>
                <a:lnTo>
                  <a:pt x="338" y="878"/>
                </a:lnTo>
                <a:lnTo>
                  <a:pt x="337" y="878"/>
                </a:lnTo>
                <a:lnTo>
                  <a:pt x="336" y="878"/>
                </a:lnTo>
                <a:lnTo>
                  <a:pt x="336" y="879"/>
                </a:lnTo>
                <a:lnTo>
                  <a:pt x="335" y="879"/>
                </a:lnTo>
                <a:lnTo>
                  <a:pt x="335" y="878"/>
                </a:lnTo>
                <a:lnTo>
                  <a:pt x="334" y="878"/>
                </a:lnTo>
                <a:lnTo>
                  <a:pt x="333" y="878"/>
                </a:lnTo>
                <a:lnTo>
                  <a:pt x="332" y="879"/>
                </a:lnTo>
                <a:lnTo>
                  <a:pt x="331" y="879"/>
                </a:lnTo>
                <a:lnTo>
                  <a:pt x="330" y="880"/>
                </a:lnTo>
                <a:lnTo>
                  <a:pt x="329" y="880"/>
                </a:lnTo>
                <a:lnTo>
                  <a:pt x="328" y="881"/>
                </a:lnTo>
                <a:lnTo>
                  <a:pt x="326" y="882"/>
                </a:lnTo>
                <a:lnTo>
                  <a:pt x="325" y="882"/>
                </a:lnTo>
                <a:lnTo>
                  <a:pt x="325" y="881"/>
                </a:lnTo>
                <a:lnTo>
                  <a:pt x="324" y="881"/>
                </a:lnTo>
                <a:lnTo>
                  <a:pt x="324" y="880"/>
                </a:lnTo>
                <a:lnTo>
                  <a:pt x="323" y="880"/>
                </a:lnTo>
                <a:lnTo>
                  <a:pt x="323" y="879"/>
                </a:lnTo>
                <a:lnTo>
                  <a:pt x="323" y="877"/>
                </a:lnTo>
                <a:lnTo>
                  <a:pt x="323" y="876"/>
                </a:lnTo>
                <a:lnTo>
                  <a:pt x="323" y="875"/>
                </a:lnTo>
                <a:lnTo>
                  <a:pt x="323" y="874"/>
                </a:lnTo>
                <a:lnTo>
                  <a:pt x="323" y="873"/>
                </a:lnTo>
                <a:lnTo>
                  <a:pt x="323" y="872"/>
                </a:lnTo>
                <a:lnTo>
                  <a:pt x="323" y="871"/>
                </a:lnTo>
                <a:lnTo>
                  <a:pt x="323" y="870"/>
                </a:lnTo>
                <a:lnTo>
                  <a:pt x="323" y="869"/>
                </a:lnTo>
                <a:lnTo>
                  <a:pt x="324" y="869"/>
                </a:lnTo>
                <a:lnTo>
                  <a:pt x="324" y="868"/>
                </a:lnTo>
                <a:lnTo>
                  <a:pt x="324" y="867"/>
                </a:lnTo>
                <a:lnTo>
                  <a:pt x="324" y="866"/>
                </a:lnTo>
                <a:lnTo>
                  <a:pt x="323" y="866"/>
                </a:lnTo>
                <a:lnTo>
                  <a:pt x="323" y="865"/>
                </a:lnTo>
                <a:lnTo>
                  <a:pt x="323" y="864"/>
                </a:lnTo>
                <a:lnTo>
                  <a:pt x="322" y="864"/>
                </a:lnTo>
                <a:lnTo>
                  <a:pt x="322" y="863"/>
                </a:lnTo>
                <a:lnTo>
                  <a:pt x="322" y="862"/>
                </a:lnTo>
                <a:lnTo>
                  <a:pt x="322" y="861"/>
                </a:lnTo>
                <a:lnTo>
                  <a:pt x="321" y="861"/>
                </a:lnTo>
                <a:lnTo>
                  <a:pt x="321" y="860"/>
                </a:lnTo>
                <a:lnTo>
                  <a:pt x="321" y="859"/>
                </a:lnTo>
                <a:lnTo>
                  <a:pt x="321" y="858"/>
                </a:lnTo>
                <a:lnTo>
                  <a:pt x="321" y="857"/>
                </a:lnTo>
                <a:lnTo>
                  <a:pt x="320" y="857"/>
                </a:lnTo>
                <a:lnTo>
                  <a:pt x="320" y="856"/>
                </a:lnTo>
                <a:lnTo>
                  <a:pt x="320" y="855"/>
                </a:lnTo>
                <a:lnTo>
                  <a:pt x="320" y="854"/>
                </a:lnTo>
                <a:lnTo>
                  <a:pt x="320" y="853"/>
                </a:lnTo>
                <a:lnTo>
                  <a:pt x="320" y="852"/>
                </a:lnTo>
                <a:lnTo>
                  <a:pt x="319" y="852"/>
                </a:lnTo>
                <a:lnTo>
                  <a:pt x="319" y="851"/>
                </a:lnTo>
                <a:lnTo>
                  <a:pt x="319" y="850"/>
                </a:lnTo>
                <a:lnTo>
                  <a:pt x="319" y="849"/>
                </a:lnTo>
                <a:lnTo>
                  <a:pt x="319" y="848"/>
                </a:lnTo>
                <a:lnTo>
                  <a:pt x="319" y="847"/>
                </a:lnTo>
                <a:lnTo>
                  <a:pt x="318" y="847"/>
                </a:lnTo>
                <a:lnTo>
                  <a:pt x="318" y="846"/>
                </a:lnTo>
                <a:lnTo>
                  <a:pt x="318" y="845"/>
                </a:lnTo>
                <a:lnTo>
                  <a:pt x="318" y="844"/>
                </a:lnTo>
                <a:lnTo>
                  <a:pt x="318" y="843"/>
                </a:lnTo>
                <a:lnTo>
                  <a:pt x="317" y="843"/>
                </a:lnTo>
                <a:lnTo>
                  <a:pt x="317" y="842"/>
                </a:lnTo>
                <a:lnTo>
                  <a:pt x="317" y="841"/>
                </a:lnTo>
                <a:lnTo>
                  <a:pt x="317" y="840"/>
                </a:lnTo>
                <a:lnTo>
                  <a:pt x="317" y="839"/>
                </a:lnTo>
                <a:lnTo>
                  <a:pt x="316" y="839"/>
                </a:lnTo>
                <a:lnTo>
                  <a:pt x="316" y="838"/>
                </a:lnTo>
                <a:lnTo>
                  <a:pt x="316" y="837"/>
                </a:lnTo>
                <a:lnTo>
                  <a:pt x="316" y="836"/>
                </a:lnTo>
                <a:lnTo>
                  <a:pt x="316" y="835"/>
                </a:lnTo>
                <a:lnTo>
                  <a:pt x="316" y="834"/>
                </a:lnTo>
                <a:lnTo>
                  <a:pt x="315" y="834"/>
                </a:lnTo>
                <a:lnTo>
                  <a:pt x="315" y="833"/>
                </a:lnTo>
                <a:lnTo>
                  <a:pt x="315" y="832"/>
                </a:lnTo>
                <a:lnTo>
                  <a:pt x="315" y="831"/>
                </a:lnTo>
                <a:lnTo>
                  <a:pt x="315" y="830"/>
                </a:lnTo>
                <a:lnTo>
                  <a:pt x="315" y="829"/>
                </a:lnTo>
                <a:lnTo>
                  <a:pt x="314" y="829"/>
                </a:lnTo>
                <a:lnTo>
                  <a:pt x="314" y="828"/>
                </a:lnTo>
                <a:lnTo>
                  <a:pt x="314" y="827"/>
                </a:lnTo>
                <a:lnTo>
                  <a:pt x="314" y="826"/>
                </a:lnTo>
                <a:lnTo>
                  <a:pt x="314" y="825"/>
                </a:lnTo>
                <a:lnTo>
                  <a:pt x="313" y="825"/>
                </a:lnTo>
                <a:lnTo>
                  <a:pt x="313" y="824"/>
                </a:lnTo>
                <a:lnTo>
                  <a:pt x="313" y="823"/>
                </a:lnTo>
                <a:lnTo>
                  <a:pt x="313" y="822"/>
                </a:lnTo>
                <a:lnTo>
                  <a:pt x="313" y="821"/>
                </a:lnTo>
                <a:lnTo>
                  <a:pt x="312" y="820"/>
                </a:lnTo>
                <a:lnTo>
                  <a:pt x="312" y="819"/>
                </a:lnTo>
                <a:lnTo>
                  <a:pt x="312" y="818"/>
                </a:lnTo>
                <a:lnTo>
                  <a:pt x="312" y="817"/>
                </a:lnTo>
                <a:lnTo>
                  <a:pt x="312" y="816"/>
                </a:lnTo>
                <a:lnTo>
                  <a:pt x="311" y="816"/>
                </a:lnTo>
                <a:lnTo>
                  <a:pt x="311" y="815"/>
                </a:lnTo>
                <a:lnTo>
                  <a:pt x="311" y="814"/>
                </a:lnTo>
                <a:lnTo>
                  <a:pt x="311" y="813"/>
                </a:lnTo>
                <a:lnTo>
                  <a:pt x="311" y="812"/>
                </a:lnTo>
                <a:lnTo>
                  <a:pt x="310" y="811"/>
                </a:lnTo>
                <a:lnTo>
                  <a:pt x="310" y="810"/>
                </a:lnTo>
                <a:lnTo>
                  <a:pt x="310" y="809"/>
                </a:lnTo>
                <a:lnTo>
                  <a:pt x="310" y="808"/>
                </a:lnTo>
                <a:lnTo>
                  <a:pt x="310" y="807"/>
                </a:lnTo>
                <a:lnTo>
                  <a:pt x="309" y="807"/>
                </a:lnTo>
                <a:lnTo>
                  <a:pt x="309" y="806"/>
                </a:lnTo>
                <a:lnTo>
                  <a:pt x="309" y="805"/>
                </a:lnTo>
                <a:lnTo>
                  <a:pt x="309" y="804"/>
                </a:lnTo>
                <a:lnTo>
                  <a:pt x="309" y="803"/>
                </a:lnTo>
                <a:lnTo>
                  <a:pt x="308" y="803"/>
                </a:lnTo>
                <a:lnTo>
                  <a:pt x="308" y="802"/>
                </a:lnTo>
                <a:lnTo>
                  <a:pt x="308" y="801"/>
                </a:lnTo>
                <a:lnTo>
                  <a:pt x="308" y="800"/>
                </a:lnTo>
                <a:lnTo>
                  <a:pt x="308" y="799"/>
                </a:lnTo>
                <a:lnTo>
                  <a:pt x="308" y="798"/>
                </a:lnTo>
                <a:lnTo>
                  <a:pt x="307" y="798"/>
                </a:lnTo>
                <a:lnTo>
                  <a:pt x="307" y="797"/>
                </a:lnTo>
                <a:lnTo>
                  <a:pt x="307" y="796"/>
                </a:lnTo>
                <a:lnTo>
                  <a:pt x="307" y="795"/>
                </a:lnTo>
                <a:lnTo>
                  <a:pt x="307" y="794"/>
                </a:lnTo>
                <a:lnTo>
                  <a:pt x="306" y="794"/>
                </a:lnTo>
                <a:lnTo>
                  <a:pt x="304" y="794"/>
                </a:lnTo>
                <a:lnTo>
                  <a:pt x="303" y="795"/>
                </a:lnTo>
                <a:lnTo>
                  <a:pt x="301" y="795"/>
                </a:lnTo>
                <a:lnTo>
                  <a:pt x="300" y="795"/>
                </a:lnTo>
                <a:lnTo>
                  <a:pt x="295" y="794"/>
                </a:lnTo>
                <a:lnTo>
                  <a:pt x="294" y="794"/>
                </a:lnTo>
                <a:lnTo>
                  <a:pt x="293" y="794"/>
                </a:lnTo>
                <a:lnTo>
                  <a:pt x="291" y="793"/>
                </a:lnTo>
                <a:lnTo>
                  <a:pt x="288" y="793"/>
                </a:lnTo>
                <a:lnTo>
                  <a:pt x="267" y="794"/>
                </a:lnTo>
                <a:lnTo>
                  <a:pt x="261" y="794"/>
                </a:lnTo>
                <a:lnTo>
                  <a:pt x="251" y="794"/>
                </a:lnTo>
                <a:lnTo>
                  <a:pt x="247" y="795"/>
                </a:lnTo>
                <a:lnTo>
                  <a:pt x="246" y="795"/>
                </a:lnTo>
                <a:lnTo>
                  <a:pt x="245" y="795"/>
                </a:lnTo>
                <a:lnTo>
                  <a:pt x="244" y="795"/>
                </a:lnTo>
                <a:lnTo>
                  <a:pt x="243" y="795"/>
                </a:lnTo>
                <a:lnTo>
                  <a:pt x="242" y="796"/>
                </a:lnTo>
                <a:lnTo>
                  <a:pt x="241" y="796"/>
                </a:lnTo>
                <a:lnTo>
                  <a:pt x="240" y="797"/>
                </a:lnTo>
                <a:lnTo>
                  <a:pt x="238" y="797"/>
                </a:lnTo>
                <a:lnTo>
                  <a:pt x="235" y="796"/>
                </a:lnTo>
                <a:lnTo>
                  <a:pt x="235" y="795"/>
                </a:lnTo>
                <a:lnTo>
                  <a:pt x="234" y="795"/>
                </a:lnTo>
                <a:lnTo>
                  <a:pt x="233" y="794"/>
                </a:lnTo>
                <a:lnTo>
                  <a:pt x="231" y="794"/>
                </a:lnTo>
                <a:lnTo>
                  <a:pt x="230" y="794"/>
                </a:lnTo>
                <a:lnTo>
                  <a:pt x="229" y="794"/>
                </a:lnTo>
                <a:lnTo>
                  <a:pt x="228" y="794"/>
                </a:lnTo>
                <a:lnTo>
                  <a:pt x="226" y="793"/>
                </a:lnTo>
                <a:lnTo>
                  <a:pt x="225" y="792"/>
                </a:lnTo>
                <a:lnTo>
                  <a:pt x="224" y="791"/>
                </a:lnTo>
                <a:lnTo>
                  <a:pt x="223" y="790"/>
                </a:lnTo>
                <a:lnTo>
                  <a:pt x="222" y="790"/>
                </a:lnTo>
                <a:lnTo>
                  <a:pt x="220" y="788"/>
                </a:lnTo>
                <a:lnTo>
                  <a:pt x="218" y="787"/>
                </a:lnTo>
                <a:lnTo>
                  <a:pt x="217" y="786"/>
                </a:lnTo>
                <a:lnTo>
                  <a:pt x="216" y="785"/>
                </a:lnTo>
                <a:lnTo>
                  <a:pt x="216" y="783"/>
                </a:lnTo>
                <a:lnTo>
                  <a:pt x="215" y="783"/>
                </a:lnTo>
                <a:lnTo>
                  <a:pt x="215" y="782"/>
                </a:lnTo>
                <a:lnTo>
                  <a:pt x="214" y="782"/>
                </a:lnTo>
                <a:lnTo>
                  <a:pt x="213" y="781"/>
                </a:lnTo>
                <a:lnTo>
                  <a:pt x="213" y="780"/>
                </a:lnTo>
                <a:lnTo>
                  <a:pt x="213" y="779"/>
                </a:lnTo>
                <a:lnTo>
                  <a:pt x="213" y="777"/>
                </a:lnTo>
                <a:lnTo>
                  <a:pt x="213" y="776"/>
                </a:lnTo>
                <a:lnTo>
                  <a:pt x="212" y="775"/>
                </a:lnTo>
                <a:lnTo>
                  <a:pt x="212" y="774"/>
                </a:lnTo>
                <a:lnTo>
                  <a:pt x="212" y="773"/>
                </a:lnTo>
                <a:lnTo>
                  <a:pt x="213" y="772"/>
                </a:lnTo>
                <a:lnTo>
                  <a:pt x="214" y="771"/>
                </a:lnTo>
                <a:lnTo>
                  <a:pt x="216" y="771"/>
                </a:lnTo>
                <a:lnTo>
                  <a:pt x="218" y="772"/>
                </a:lnTo>
                <a:lnTo>
                  <a:pt x="219" y="772"/>
                </a:lnTo>
                <a:lnTo>
                  <a:pt x="222" y="772"/>
                </a:lnTo>
                <a:lnTo>
                  <a:pt x="223" y="772"/>
                </a:lnTo>
                <a:lnTo>
                  <a:pt x="225" y="772"/>
                </a:lnTo>
                <a:lnTo>
                  <a:pt x="229" y="772"/>
                </a:lnTo>
                <a:lnTo>
                  <a:pt x="230" y="772"/>
                </a:lnTo>
                <a:lnTo>
                  <a:pt x="231" y="772"/>
                </a:lnTo>
                <a:lnTo>
                  <a:pt x="232" y="772"/>
                </a:lnTo>
                <a:lnTo>
                  <a:pt x="232" y="771"/>
                </a:lnTo>
                <a:lnTo>
                  <a:pt x="233" y="769"/>
                </a:lnTo>
                <a:lnTo>
                  <a:pt x="233" y="767"/>
                </a:lnTo>
                <a:lnTo>
                  <a:pt x="233" y="766"/>
                </a:lnTo>
                <a:lnTo>
                  <a:pt x="233" y="765"/>
                </a:lnTo>
                <a:lnTo>
                  <a:pt x="233" y="764"/>
                </a:lnTo>
                <a:lnTo>
                  <a:pt x="229" y="763"/>
                </a:lnTo>
                <a:lnTo>
                  <a:pt x="226" y="763"/>
                </a:lnTo>
                <a:lnTo>
                  <a:pt x="225" y="763"/>
                </a:lnTo>
                <a:lnTo>
                  <a:pt x="224" y="761"/>
                </a:lnTo>
                <a:lnTo>
                  <a:pt x="223" y="760"/>
                </a:lnTo>
                <a:lnTo>
                  <a:pt x="221" y="759"/>
                </a:lnTo>
                <a:lnTo>
                  <a:pt x="220" y="759"/>
                </a:lnTo>
                <a:lnTo>
                  <a:pt x="219" y="758"/>
                </a:lnTo>
                <a:lnTo>
                  <a:pt x="218" y="757"/>
                </a:lnTo>
                <a:lnTo>
                  <a:pt x="216" y="755"/>
                </a:lnTo>
                <a:lnTo>
                  <a:pt x="215" y="754"/>
                </a:lnTo>
                <a:lnTo>
                  <a:pt x="214" y="753"/>
                </a:lnTo>
                <a:lnTo>
                  <a:pt x="213" y="752"/>
                </a:lnTo>
                <a:lnTo>
                  <a:pt x="212" y="751"/>
                </a:lnTo>
                <a:lnTo>
                  <a:pt x="211" y="750"/>
                </a:lnTo>
                <a:lnTo>
                  <a:pt x="211" y="749"/>
                </a:lnTo>
                <a:lnTo>
                  <a:pt x="210" y="749"/>
                </a:lnTo>
                <a:lnTo>
                  <a:pt x="207" y="749"/>
                </a:lnTo>
                <a:lnTo>
                  <a:pt x="203" y="749"/>
                </a:lnTo>
                <a:lnTo>
                  <a:pt x="186" y="748"/>
                </a:lnTo>
                <a:lnTo>
                  <a:pt x="178" y="747"/>
                </a:lnTo>
                <a:lnTo>
                  <a:pt x="176" y="747"/>
                </a:lnTo>
                <a:lnTo>
                  <a:pt x="175" y="747"/>
                </a:lnTo>
                <a:lnTo>
                  <a:pt x="174" y="746"/>
                </a:lnTo>
                <a:lnTo>
                  <a:pt x="172" y="746"/>
                </a:lnTo>
                <a:lnTo>
                  <a:pt x="158" y="746"/>
                </a:lnTo>
                <a:lnTo>
                  <a:pt x="156" y="746"/>
                </a:lnTo>
                <a:lnTo>
                  <a:pt x="148" y="746"/>
                </a:lnTo>
                <a:lnTo>
                  <a:pt x="147" y="747"/>
                </a:lnTo>
                <a:lnTo>
                  <a:pt x="146" y="747"/>
                </a:lnTo>
                <a:lnTo>
                  <a:pt x="145" y="747"/>
                </a:lnTo>
                <a:lnTo>
                  <a:pt x="144" y="748"/>
                </a:lnTo>
                <a:lnTo>
                  <a:pt x="143" y="748"/>
                </a:lnTo>
                <a:lnTo>
                  <a:pt x="142" y="748"/>
                </a:lnTo>
                <a:lnTo>
                  <a:pt x="140" y="748"/>
                </a:lnTo>
                <a:lnTo>
                  <a:pt x="140" y="747"/>
                </a:lnTo>
                <a:lnTo>
                  <a:pt x="139" y="747"/>
                </a:lnTo>
                <a:lnTo>
                  <a:pt x="138" y="746"/>
                </a:lnTo>
                <a:lnTo>
                  <a:pt x="137" y="745"/>
                </a:lnTo>
                <a:lnTo>
                  <a:pt x="136" y="744"/>
                </a:lnTo>
                <a:lnTo>
                  <a:pt x="134" y="742"/>
                </a:lnTo>
                <a:lnTo>
                  <a:pt x="133" y="742"/>
                </a:lnTo>
                <a:lnTo>
                  <a:pt x="132" y="742"/>
                </a:lnTo>
                <a:lnTo>
                  <a:pt x="129" y="742"/>
                </a:lnTo>
                <a:lnTo>
                  <a:pt x="126" y="741"/>
                </a:lnTo>
                <a:lnTo>
                  <a:pt x="126" y="740"/>
                </a:lnTo>
                <a:lnTo>
                  <a:pt x="125" y="740"/>
                </a:lnTo>
                <a:lnTo>
                  <a:pt x="125" y="739"/>
                </a:lnTo>
                <a:lnTo>
                  <a:pt x="126" y="738"/>
                </a:lnTo>
                <a:lnTo>
                  <a:pt x="128" y="729"/>
                </a:lnTo>
                <a:lnTo>
                  <a:pt x="129" y="724"/>
                </a:lnTo>
                <a:lnTo>
                  <a:pt x="130" y="718"/>
                </a:lnTo>
                <a:lnTo>
                  <a:pt x="131" y="715"/>
                </a:lnTo>
                <a:lnTo>
                  <a:pt x="131" y="714"/>
                </a:lnTo>
                <a:lnTo>
                  <a:pt x="130" y="714"/>
                </a:lnTo>
                <a:lnTo>
                  <a:pt x="130" y="713"/>
                </a:lnTo>
                <a:lnTo>
                  <a:pt x="130" y="712"/>
                </a:lnTo>
                <a:lnTo>
                  <a:pt x="129" y="711"/>
                </a:lnTo>
                <a:lnTo>
                  <a:pt x="129" y="710"/>
                </a:lnTo>
                <a:lnTo>
                  <a:pt x="128" y="710"/>
                </a:lnTo>
                <a:lnTo>
                  <a:pt x="128" y="709"/>
                </a:lnTo>
                <a:lnTo>
                  <a:pt x="128" y="708"/>
                </a:lnTo>
                <a:lnTo>
                  <a:pt x="128" y="707"/>
                </a:lnTo>
                <a:lnTo>
                  <a:pt x="127" y="707"/>
                </a:lnTo>
                <a:lnTo>
                  <a:pt x="127" y="706"/>
                </a:lnTo>
                <a:lnTo>
                  <a:pt x="127" y="705"/>
                </a:lnTo>
                <a:lnTo>
                  <a:pt x="125" y="703"/>
                </a:lnTo>
                <a:lnTo>
                  <a:pt x="125" y="702"/>
                </a:lnTo>
                <a:lnTo>
                  <a:pt x="124" y="702"/>
                </a:lnTo>
                <a:lnTo>
                  <a:pt x="123" y="702"/>
                </a:lnTo>
                <a:lnTo>
                  <a:pt x="122" y="701"/>
                </a:lnTo>
                <a:lnTo>
                  <a:pt x="122" y="700"/>
                </a:lnTo>
                <a:lnTo>
                  <a:pt x="122" y="699"/>
                </a:lnTo>
                <a:lnTo>
                  <a:pt x="121" y="699"/>
                </a:lnTo>
                <a:lnTo>
                  <a:pt x="121" y="698"/>
                </a:lnTo>
                <a:lnTo>
                  <a:pt x="121" y="697"/>
                </a:lnTo>
                <a:lnTo>
                  <a:pt x="122" y="697"/>
                </a:lnTo>
                <a:lnTo>
                  <a:pt x="123" y="697"/>
                </a:lnTo>
                <a:lnTo>
                  <a:pt x="123" y="694"/>
                </a:lnTo>
                <a:lnTo>
                  <a:pt x="123" y="693"/>
                </a:lnTo>
                <a:lnTo>
                  <a:pt x="123" y="692"/>
                </a:lnTo>
                <a:lnTo>
                  <a:pt x="124" y="691"/>
                </a:lnTo>
                <a:lnTo>
                  <a:pt x="125" y="690"/>
                </a:lnTo>
                <a:lnTo>
                  <a:pt x="125" y="689"/>
                </a:lnTo>
                <a:lnTo>
                  <a:pt x="124" y="689"/>
                </a:lnTo>
                <a:lnTo>
                  <a:pt x="123" y="687"/>
                </a:lnTo>
                <a:lnTo>
                  <a:pt x="122" y="686"/>
                </a:lnTo>
                <a:lnTo>
                  <a:pt x="121" y="686"/>
                </a:lnTo>
                <a:lnTo>
                  <a:pt x="120" y="686"/>
                </a:lnTo>
                <a:lnTo>
                  <a:pt x="119" y="686"/>
                </a:lnTo>
                <a:lnTo>
                  <a:pt x="118" y="686"/>
                </a:lnTo>
                <a:lnTo>
                  <a:pt x="118" y="687"/>
                </a:lnTo>
                <a:lnTo>
                  <a:pt x="116" y="687"/>
                </a:lnTo>
                <a:lnTo>
                  <a:pt x="116" y="688"/>
                </a:lnTo>
                <a:lnTo>
                  <a:pt x="115" y="688"/>
                </a:lnTo>
                <a:lnTo>
                  <a:pt x="113" y="690"/>
                </a:lnTo>
                <a:lnTo>
                  <a:pt x="113" y="691"/>
                </a:lnTo>
                <a:lnTo>
                  <a:pt x="112" y="690"/>
                </a:lnTo>
                <a:lnTo>
                  <a:pt x="111" y="690"/>
                </a:lnTo>
                <a:lnTo>
                  <a:pt x="110" y="691"/>
                </a:lnTo>
                <a:lnTo>
                  <a:pt x="109" y="691"/>
                </a:lnTo>
                <a:lnTo>
                  <a:pt x="108" y="691"/>
                </a:lnTo>
                <a:lnTo>
                  <a:pt x="108" y="690"/>
                </a:lnTo>
                <a:lnTo>
                  <a:pt x="107" y="690"/>
                </a:lnTo>
                <a:lnTo>
                  <a:pt x="106" y="690"/>
                </a:lnTo>
                <a:lnTo>
                  <a:pt x="105" y="690"/>
                </a:lnTo>
                <a:lnTo>
                  <a:pt x="105" y="689"/>
                </a:lnTo>
                <a:lnTo>
                  <a:pt x="104" y="689"/>
                </a:lnTo>
                <a:lnTo>
                  <a:pt x="102" y="689"/>
                </a:lnTo>
                <a:lnTo>
                  <a:pt x="101" y="689"/>
                </a:lnTo>
                <a:lnTo>
                  <a:pt x="101" y="690"/>
                </a:lnTo>
                <a:lnTo>
                  <a:pt x="99" y="690"/>
                </a:lnTo>
                <a:lnTo>
                  <a:pt x="98" y="690"/>
                </a:lnTo>
                <a:lnTo>
                  <a:pt x="98" y="689"/>
                </a:lnTo>
                <a:lnTo>
                  <a:pt x="97" y="688"/>
                </a:lnTo>
                <a:lnTo>
                  <a:pt x="97" y="687"/>
                </a:lnTo>
                <a:lnTo>
                  <a:pt x="97" y="686"/>
                </a:lnTo>
                <a:lnTo>
                  <a:pt x="97" y="685"/>
                </a:lnTo>
                <a:lnTo>
                  <a:pt x="95" y="685"/>
                </a:lnTo>
                <a:lnTo>
                  <a:pt x="94" y="684"/>
                </a:lnTo>
                <a:lnTo>
                  <a:pt x="93" y="684"/>
                </a:lnTo>
                <a:lnTo>
                  <a:pt x="93" y="685"/>
                </a:lnTo>
                <a:lnTo>
                  <a:pt x="92" y="684"/>
                </a:lnTo>
                <a:lnTo>
                  <a:pt x="91" y="685"/>
                </a:lnTo>
                <a:lnTo>
                  <a:pt x="90" y="685"/>
                </a:lnTo>
                <a:lnTo>
                  <a:pt x="89" y="685"/>
                </a:lnTo>
                <a:lnTo>
                  <a:pt x="88" y="685"/>
                </a:lnTo>
                <a:lnTo>
                  <a:pt x="86" y="685"/>
                </a:lnTo>
                <a:lnTo>
                  <a:pt x="85" y="686"/>
                </a:lnTo>
                <a:lnTo>
                  <a:pt x="84" y="687"/>
                </a:lnTo>
                <a:lnTo>
                  <a:pt x="83" y="688"/>
                </a:lnTo>
                <a:lnTo>
                  <a:pt x="82" y="688"/>
                </a:lnTo>
                <a:lnTo>
                  <a:pt x="82" y="689"/>
                </a:lnTo>
                <a:lnTo>
                  <a:pt x="81" y="689"/>
                </a:lnTo>
                <a:lnTo>
                  <a:pt x="80" y="689"/>
                </a:lnTo>
                <a:lnTo>
                  <a:pt x="78" y="689"/>
                </a:lnTo>
                <a:lnTo>
                  <a:pt x="78" y="688"/>
                </a:lnTo>
                <a:lnTo>
                  <a:pt x="77" y="688"/>
                </a:lnTo>
                <a:lnTo>
                  <a:pt x="76" y="688"/>
                </a:lnTo>
                <a:lnTo>
                  <a:pt x="76" y="689"/>
                </a:lnTo>
                <a:lnTo>
                  <a:pt x="75" y="689"/>
                </a:lnTo>
                <a:lnTo>
                  <a:pt x="73" y="689"/>
                </a:lnTo>
                <a:lnTo>
                  <a:pt x="73" y="690"/>
                </a:lnTo>
                <a:lnTo>
                  <a:pt x="73" y="689"/>
                </a:lnTo>
                <a:lnTo>
                  <a:pt x="73" y="688"/>
                </a:lnTo>
                <a:lnTo>
                  <a:pt x="72" y="688"/>
                </a:lnTo>
                <a:lnTo>
                  <a:pt x="71" y="688"/>
                </a:lnTo>
                <a:lnTo>
                  <a:pt x="70" y="688"/>
                </a:lnTo>
                <a:lnTo>
                  <a:pt x="69" y="688"/>
                </a:lnTo>
                <a:lnTo>
                  <a:pt x="68" y="688"/>
                </a:lnTo>
                <a:lnTo>
                  <a:pt x="67" y="688"/>
                </a:lnTo>
                <a:lnTo>
                  <a:pt x="66" y="688"/>
                </a:lnTo>
                <a:lnTo>
                  <a:pt x="65" y="688"/>
                </a:lnTo>
                <a:lnTo>
                  <a:pt x="65" y="689"/>
                </a:lnTo>
                <a:lnTo>
                  <a:pt x="63" y="689"/>
                </a:lnTo>
                <a:lnTo>
                  <a:pt x="62" y="689"/>
                </a:lnTo>
                <a:lnTo>
                  <a:pt x="61" y="689"/>
                </a:lnTo>
                <a:lnTo>
                  <a:pt x="61" y="690"/>
                </a:lnTo>
                <a:lnTo>
                  <a:pt x="60" y="690"/>
                </a:lnTo>
                <a:lnTo>
                  <a:pt x="59" y="690"/>
                </a:lnTo>
                <a:lnTo>
                  <a:pt x="58" y="689"/>
                </a:lnTo>
                <a:lnTo>
                  <a:pt x="57" y="689"/>
                </a:lnTo>
                <a:lnTo>
                  <a:pt x="56" y="690"/>
                </a:lnTo>
                <a:lnTo>
                  <a:pt x="55" y="690"/>
                </a:lnTo>
                <a:lnTo>
                  <a:pt x="54" y="691"/>
                </a:lnTo>
                <a:lnTo>
                  <a:pt x="52" y="690"/>
                </a:lnTo>
                <a:lnTo>
                  <a:pt x="51" y="690"/>
                </a:lnTo>
                <a:lnTo>
                  <a:pt x="50" y="690"/>
                </a:lnTo>
                <a:lnTo>
                  <a:pt x="50" y="691"/>
                </a:lnTo>
                <a:lnTo>
                  <a:pt x="49" y="691"/>
                </a:lnTo>
                <a:lnTo>
                  <a:pt x="48" y="691"/>
                </a:lnTo>
                <a:lnTo>
                  <a:pt x="48" y="690"/>
                </a:lnTo>
                <a:lnTo>
                  <a:pt x="47" y="689"/>
                </a:lnTo>
                <a:lnTo>
                  <a:pt x="46" y="689"/>
                </a:lnTo>
                <a:lnTo>
                  <a:pt x="46" y="690"/>
                </a:lnTo>
                <a:lnTo>
                  <a:pt x="45" y="690"/>
                </a:lnTo>
                <a:lnTo>
                  <a:pt x="44" y="690"/>
                </a:lnTo>
                <a:lnTo>
                  <a:pt x="42" y="690"/>
                </a:lnTo>
                <a:lnTo>
                  <a:pt x="40" y="690"/>
                </a:lnTo>
                <a:lnTo>
                  <a:pt x="39" y="690"/>
                </a:lnTo>
                <a:lnTo>
                  <a:pt x="39" y="689"/>
                </a:lnTo>
                <a:lnTo>
                  <a:pt x="38" y="690"/>
                </a:lnTo>
                <a:lnTo>
                  <a:pt x="37" y="690"/>
                </a:lnTo>
                <a:lnTo>
                  <a:pt x="36" y="690"/>
                </a:lnTo>
                <a:lnTo>
                  <a:pt x="35" y="690"/>
                </a:lnTo>
                <a:lnTo>
                  <a:pt x="34" y="690"/>
                </a:lnTo>
                <a:lnTo>
                  <a:pt x="34" y="689"/>
                </a:lnTo>
                <a:lnTo>
                  <a:pt x="32" y="689"/>
                </a:lnTo>
                <a:lnTo>
                  <a:pt x="31" y="689"/>
                </a:lnTo>
                <a:lnTo>
                  <a:pt x="30" y="689"/>
                </a:lnTo>
                <a:lnTo>
                  <a:pt x="30" y="690"/>
                </a:lnTo>
                <a:lnTo>
                  <a:pt x="31" y="690"/>
                </a:lnTo>
                <a:lnTo>
                  <a:pt x="31" y="691"/>
                </a:lnTo>
                <a:lnTo>
                  <a:pt x="30" y="691"/>
                </a:lnTo>
                <a:lnTo>
                  <a:pt x="29" y="690"/>
                </a:lnTo>
                <a:lnTo>
                  <a:pt x="28" y="690"/>
                </a:lnTo>
                <a:lnTo>
                  <a:pt x="26" y="690"/>
                </a:lnTo>
                <a:lnTo>
                  <a:pt x="23" y="690"/>
                </a:lnTo>
                <a:lnTo>
                  <a:pt x="21" y="691"/>
                </a:lnTo>
                <a:lnTo>
                  <a:pt x="20" y="692"/>
                </a:lnTo>
                <a:lnTo>
                  <a:pt x="20" y="693"/>
                </a:lnTo>
                <a:lnTo>
                  <a:pt x="21" y="693"/>
                </a:lnTo>
                <a:lnTo>
                  <a:pt x="20" y="693"/>
                </a:lnTo>
                <a:lnTo>
                  <a:pt x="18" y="695"/>
                </a:lnTo>
                <a:lnTo>
                  <a:pt x="16" y="697"/>
                </a:lnTo>
                <a:lnTo>
                  <a:pt x="17" y="697"/>
                </a:lnTo>
                <a:lnTo>
                  <a:pt x="17" y="698"/>
                </a:lnTo>
                <a:lnTo>
                  <a:pt x="17" y="699"/>
                </a:lnTo>
                <a:lnTo>
                  <a:pt x="16" y="700"/>
                </a:lnTo>
                <a:lnTo>
                  <a:pt x="16" y="701"/>
                </a:lnTo>
                <a:lnTo>
                  <a:pt x="15" y="701"/>
                </a:lnTo>
                <a:lnTo>
                  <a:pt x="14" y="701"/>
                </a:lnTo>
                <a:lnTo>
                  <a:pt x="13" y="700"/>
                </a:lnTo>
                <a:lnTo>
                  <a:pt x="12" y="700"/>
                </a:lnTo>
                <a:lnTo>
                  <a:pt x="11" y="700"/>
                </a:lnTo>
                <a:lnTo>
                  <a:pt x="10" y="700"/>
                </a:lnTo>
                <a:lnTo>
                  <a:pt x="10" y="701"/>
                </a:lnTo>
                <a:lnTo>
                  <a:pt x="9" y="701"/>
                </a:lnTo>
                <a:lnTo>
                  <a:pt x="8" y="701"/>
                </a:lnTo>
                <a:lnTo>
                  <a:pt x="8" y="700"/>
                </a:lnTo>
                <a:lnTo>
                  <a:pt x="7" y="699"/>
                </a:lnTo>
                <a:lnTo>
                  <a:pt x="6" y="698"/>
                </a:lnTo>
                <a:lnTo>
                  <a:pt x="6" y="696"/>
                </a:lnTo>
                <a:lnTo>
                  <a:pt x="5" y="696"/>
                </a:lnTo>
                <a:lnTo>
                  <a:pt x="4" y="696"/>
                </a:lnTo>
                <a:lnTo>
                  <a:pt x="4" y="697"/>
                </a:lnTo>
                <a:lnTo>
                  <a:pt x="3" y="696"/>
                </a:lnTo>
                <a:lnTo>
                  <a:pt x="2" y="696"/>
                </a:lnTo>
                <a:lnTo>
                  <a:pt x="1" y="695"/>
                </a:lnTo>
                <a:lnTo>
                  <a:pt x="0" y="694"/>
                </a:lnTo>
                <a:lnTo>
                  <a:pt x="0" y="693"/>
                </a:lnTo>
                <a:lnTo>
                  <a:pt x="0" y="692"/>
                </a:lnTo>
                <a:lnTo>
                  <a:pt x="0" y="691"/>
                </a:lnTo>
                <a:lnTo>
                  <a:pt x="0" y="690"/>
                </a:lnTo>
                <a:lnTo>
                  <a:pt x="1" y="689"/>
                </a:lnTo>
                <a:lnTo>
                  <a:pt x="3" y="689"/>
                </a:lnTo>
                <a:lnTo>
                  <a:pt x="3" y="688"/>
                </a:lnTo>
                <a:lnTo>
                  <a:pt x="3" y="687"/>
                </a:lnTo>
                <a:lnTo>
                  <a:pt x="3" y="686"/>
                </a:lnTo>
                <a:lnTo>
                  <a:pt x="2" y="686"/>
                </a:lnTo>
                <a:lnTo>
                  <a:pt x="2" y="685"/>
                </a:lnTo>
                <a:lnTo>
                  <a:pt x="3" y="684"/>
                </a:lnTo>
                <a:lnTo>
                  <a:pt x="2" y="684"/>
                </a:lnTo>
                <a:lnTo>
                  <a:pt x="2" y="683"/>
                </a:lnTo>
                <a:lnTo>
                  <a:pt x="2" y="682"/>
                </a:lnTo>
                <a:lnTo>
                  <a:pt x="2" y="681"/>
                </a:lnTo>
                <a:lnTo>
                  <a:pt x="1" y="679"/>
                </a:lnTo>
                <a:lnTo>
                  <a:pt x="1" y="678"/>
                </a:lnTo>
                <a:lnTo>
                  <a:pt x="1" y="677"/>
                </a:lnTo>
                <a:lnTo>
                  <a:pt x="1" y="676"/>
                </a:lnTo>
                <a:lnTo>
                  <a:pt x="1" y="675"/>
                </a:lnTo>
                <a:lnTo>
                  <a:pt x="1" y="673"/>
                </a:lnTo>
                <a:lnTo>
                  <a:pt x="1" y="671"/>
                </a:lnTo>
                <a:lnTo>
                  <a:pt x="1" y="670"/>
                </a:lnTo>
                <a:lnTo>
                  <a:pt x="2" y="668"/>
                </a:lnTo>
                <a:lnTo>
                  <a:pt x="3" y="666"/>
                </a:lnTo>
                <a:lnTo>
                  <a:pt x="3" y="662"/>
                </a:lnTo>
                <a:lnTo>
                  <a:pt x="3" y="659"/>
                </a:lnTo>
                <a:lnTo>
                  <a:pt x="3" y="658"/>
                </a:lnTo>
                <a:lnTo>
                  <a:pt x="5" y="657"/>
                </a:lnTo>
                <a:lnTo>
                  <a:pt x="6" y="657"/>
                </a:lnTo>
                <a:lnTo>
                  <a:pt x="9" y="655"/>
                </a:lnTo>
                <a:lnTo>
                  <a:pt x="10" y="655"/>
                </a:lnTo>
                <a:lnTo>
                  <a:pt x="11" y="654"/>
                </a:lnTo>
                <a:lnTo>
                  <a:pt x="11" y="653"/>
                </a:lnTo>
                <a:lnTo>
                  <a:pt x="23" y="644"/>
                </a:lnTo>
                <a:lnTo>
                  <a:pt x="34" y="636"/>
                </a:lnTo>
                <a:lnTo>
                  <a:pt x="35" y="635"/>
                </a:lnTo>
                <a:lnTo>
                  <a:pt x="54" y="610"/>
                </a:lnTo>
                <a:lnTo>
                  <a:pt x="56" y="608"/>
                </a:lnTo>
                <a:lnTo>
                  <a:pt x="67" y="579"/>
                </a:lnTo>
                <a:lnTo>
                  <a:pt x="68" y="577"/>
                </a:lnTo>
                <a:lnTo>
                  <a:pt x="71" y="567"/>
                </a:lnTo>
                <a:lnTo>
                  <a:pt x="78" y="548"/>
                </a:lnTo>
                <a:lnTo>
                  <a:pt x="79" y="544"/>
                </a:lnTo>
                <a:lnTo>
                  <a:pt x="81" y="537"/>
                </a:lnTo>
                <a:lnTo>
                  <a:pt x="83" y="530"/>
                </a:lnTo>
                <a:lnTo>
                  <a:pt x="83" y="529"/>
                </a:lnTo>
                <a:lnTo>
                  <a:pt x="89" y="510"/>
                </a:lnTo>
                <a:lnTo>
                  <a:pt x="97" y="479"/>
                </a:lnTo>
                <a:lnTo>
                  <a:pt x="103" y="470"/>
                </a:lnTo>
                <a:lnTo>
                  <a:pt x="110" y="459"/>
                </a:lnTo>
                <a:lnTo>
                  <a:pt x="117" y="449"/>
                </a:lnTo>
                <a:lnTo>
                  <a:pt x="122" y="432"/>
                </a:lnTo>
                <a:lnTo>
                  <a:pt x="122" y="427"/>
                </a:lnTo>
                <a:lnTo>
                  <a:pt x="127" y="398"/>
                </a:lnTo>
                <a:lnTo>
                  <a:pt x="127" y="395"/>
                </a:lnTo>
                <a:lnTo>
                  <a:pt x="139" y="394"/>
                </a:lnTo>
                <a:lnTo>
                  <a:pt x="191" y="392"/>
                </a:lnTo>
                <a:lnTo>
                  <a:pt x="216" y="390"/>
                </a:lnTo>
                <a:lnTo>
                  <a:pt x="217" y="390"/>
                </a:lnTo>
                <a:lnTo>
                  <a:pt x="256" y="391"/>
                </a:lnTo>
                <a:lnTo>
                  <a:pt x="256" y="390"/>
                </a:lnTo>
                <a:lnTo>
                  <a:pt x="268" y="365"/>
                </a:lnTo>
                <a:lnTo>
                  <a:pt x="268" y="348"/>
                </a:lnTo>
                <a:lnTo>
                  <a:pt x="286" y="328"/>
                </a:lnTo>
                <a:lnTo>
                  <a:pt x="303" y="305"/>
                </a:lnTo>
                <a:lnTo>
                  <a:pt x="304" y="303"/>
                </a:lnTo>
                <a:lnTo>
                  <a:pt x="334" y="274"/>
                </a:lnTo>
                <a:lnTo>
                  <a:pt x="350" y="262"/>
                </a:lnTo>
                <a:lnTo>
                  <a:pt x="392" y="231"/>
                </a:lnTo>
                <a:lnTo>
                  <a:pt x="418" y="228"/>
                </a:lnTo>
                <a:lnTo>
                  <a:pt x="425" y="227"/>
                </a:lnTo>
                <a:lnTo>
                  <a:pt x="430" y="221"/>
                </a:lnTo>
                <a:lnTo>
                  <a:pt x="436" y="212"/>
                </a:lnTo>
                <a:lnTo>
                  <a:pt x="438" y="209"/>
                </a:lnTo>
                <a:lnTo>
                  <a:pt x="445" y="202"/>
                </a:lnTo>
                <a:lnTo>
                  <a:pt x="462" y="193"/>
                </a:lnTo>
                <a:lnTo>
                  <a:pt x="468" y="193"/>
                </a:lnTo>
                <a:lnTo>
                  <a:pt x="484" y="185"/>
                </a:lnTo>
                <a:lnTo>
                  <a:pt x="488" y="185"/>
                </a:lnTo>
                <a:lnTo>
                  <a:pt x="488" y="187"/>
                </a:lnTo>
                <a:lnTo>
                  <a:pt x="489" y="188"/>
                </a:lnTo>
                <a:lnTo>
                  <a:pt x="490" y="190"/>
                </a:lnTo>
                <a:lnTo>
                  <a:pt x="491" y="191"/>
                </a:lnTo>
                <a:lnTo>
                  <a:pt x="493" y="194"/>
                </a:lnTo>
                <a:lnTo>
                  <a:pt x="494" y="195"/>
                </a:lnTo>
                <a:lnTo>
                  <a:pt x="496" y="196"/>
                </a:lnTo>
                <a:lnTo>
                  <a:pt x="496" y="197"/>
                </a:lnTo>
                <a:lnTo>
                  <a:pt x="496" y="198"/>
                </a:lnTo>
                <a:lnTo>
                  <a:pt x="496" y="199"/>
                </a:lnTo>
                <a:lnTo>
                  <a:pt x="495" y="200"/>
                </a:lnTo>
                <a:lnTo>
                  <a:pt x="495" y="201"/>
                </a:lnTo>
                <a:lnTo>
                  <a:pt x="495" y="202"/>
                </a:lnTo>
                <a:lnTo>
                  <a:pt x="497" y="205"/>
                </a:lnTo>
                <a:lnTo>
                  <a:pt x="497" y="206"/>
                </a:lnTo>
                <a:lnTo>
                  <a:pt x="497" y="207"/>
                </a:lnTo>
                <a:lnTo>
                  <a:pt x="498" y="208"/>
                </a:lnTo>
                <a:lnTo>
                  <a:pt x="498" y="209"/>
                </a:lnTo>
                <a:lnTo>
                  <a:pt x="499" y="209"/>
                </a:lnTo>
                <a:lnTo>
                  <a:pt x="499" y="210"/>
                </a:lnTo>
                <a:lnTo>
                  <a:pt x="499" y="211"/>
                </a:lnTo>
                <a:lnTo>
                  <a:pt x="499" y="212"/>
                </a:lnTo>
                <a:lnTo>
                  <a:pt x="499" y="213"/>
                </a:lnTo>
                <a:lnTo>
                  <a:pt x="502" y="220"/>
                </a:lnTo>
                <a:lnTo>
                  <a:pt x="502" y="221"/>
                </a:lnTo>
                <a:lnTo>
                  <a:pt x="507" y="228"/>
                </a:lnTo>
                <a:lnTo>
                  <a:pt x="508" y="230"/>
                </a:lnTo>
                <a:lnTo>
                  <a:pt x="509" y="229"/>
                </a:lnTo>
                <a:lnTo>
                  <a:pt x="510" y="228"/>
                </a:lnTo>
                <a:lnTo>
                  <a:pt x="511" y="226"/>
                </a:lnTo>
                <a:lnTo>
                  <a:pt x="511" y="225"/>
                </a:lnTo>
                <a:lnTo>
                  <a:pt x="511" y="224"/>
                </a:lnTo>
                <a:lnTo>
                  <a:pt x="511" y="223"/>
                </a:lnTo>
                <a:lnTo>
                  <a:pt x="512" y="221"/>
                </a:lnTo>
                <a:lnTo>
                  <a:pt x="513" y="221"/>
                </a:lnTo>
                <a:lnTo>
                  <a:pt x="513" y="220"/>
                </a:lnTo>
                <a:lnTo>
                  <a:pt x="514" y="219"/>
                </a:lnTo>
                <a:lnTo>
                  <a:pt x="514" y="218"/>
                </a:lnTo>
                <a:lnTo>
                  <a:pt x="514" y="217"/>
                </a:lnTo>
                <a:lnTo>
                  <a:pt x="515" y="216"/>
                </a:lnTo>
                <a:lnTo>
                  <a:pt x="515" y="215"/>
                </a:lnTo>
                <a:lnTo>
                  <a:pt x="516" y="213"/>
                </a:lnTo>
                <a:lnTo>
                  <a:pt x="517" y="212"/>
                </a:lnTo>
                <a:lnTo>
                  <a:pt x="520" y="209"/>
                </a:lnTo>
                <a:lnTo>
                  <a:pt x="521" y="208"/>
                </a:lnTo>
                <a:lnTo>
                  <a:pt x="523" y="207"/>
                </a:lnTo>
                <a:lnTo>
                  <a:pt x="525" y="205"/>
                </a:lnTo>
                <a:lnTo>
                  <a:pt x="526" y="204"/>
                </a:lnTo>
                <a:lnTo>
                  <a:pt x="529" y="203"/>
                </a:lnTo>
                <a:lnTo>
                  <a:pt x="531" y="202"/>
                </a:lnTo>
                <a:lnTo>
                  <a:pt x="533" y="201"/>
                </a:lnTo>
                <a:lnTo>
                  <a:pt x="537" y="198"/>
                </a:lnTo>
                <a:lnTo>
                  <a:pt x="539" y="196"/>
                </a:lnTo>
                <a:lnTo>
                  <a:pt x="540" y="196"/>
                </a:lnTo>
                <a:lnTo>
                  <a:pt x="542" y="195"/>
                </a:lnTo>
                <a:lnTo>
                  <a:pt x="544" y="194"/>
                </a:lnTo>
                <a:lnTo>
                  <a:pt x="545" y="193"/>
                </a:lnTo>
                <a:lnTo>
                  <a:pt x="548" y="191"/>
                </a:lnTo>
                <a:lnTo>
                  <a:pt x="548" y="190"/>
                </a:lnTo>
                <a:lnTo>
                  <a:pt x="550" y="190"/>
                </a:lnTo>
                <a:lnTo>
                  <a:pt x="551" y="190"/>
                </a:lnTo>
                <a:lnTo>
                  <a:pt x="551" y="189"/>
                </a:lnTo>
                <a:lnTo>
                  <a:pt x="552" y="189"/>
                </a:lnTo>
                <a:lnTo>
                  <a:pt x="553" y="188"/>
                </a:lnTo>
                <a:lnTo>
                  <a:pt x="553" y="187"/>
                </a:lnTo>
                <a:lnTo>
                  <a:pt x="554" y="187"/>
                </a:lnTo>
                <a:lnTo>
                  <a:pt x="555" y="186"/>
                </a:lnTo>
                <a:lnTo>
                  <a:pt x="557" y="186"/>
                </a:lnTo>
                <a:lnTo>
                  <a:pt x="558" y="186"/>
                </a:lnTo>
                <a:lnTo>
                  <a:pt x="559" y="186"/>
                </a:lnTo>
                <a:lnTo>
                  <a:pt x="560" y="185"/>
                </a:lnTo>
                <a:lnTo>
                  <a:pt x="561" y="185"/>
                </a:lnTo>
                <a:lnTo>
                  <a:pt x="562" y="184"/>
                </a:lnTo>
                <a:lnTo>
                  <a:pt x="563" y="184"/>
                </a:lnTo>
                <a:lnTo>
                  <a:pt x="565" y="182"/>
                </a:lnTo>
                <a:lnTo>
                  <a:pt x="566" y="181"/>
                </a:lnTo>
                <a:lnTo>
                  <a:pt x="570" y="180"/>
                </a:lnTo>
                <a:lnTo>
                  <a:pt x="573" y="181"/>
                </a:lnTo>
                <a:lnTo>
                  <a:pt x="574" y="180"/>
                </a:lnTo>
                <a:lnTo>
                  <a:pt x="576" y="180"/>
                </a:lnTo>
                <a:lnTo>
                  <a:pt x="577" y="180"/>
                </a:lnTo>
                <a:lnTo>
                  <a:pt x="581" y="180"/>
                </a:lnTo>
                <a:lnTo>
                  <a:pt x="583" y="180"/>
                </a:lnTo>
                <a:lnTo>
                  <a:pt x="584" y="180"/>
                </a:lnTo>
                <a:lnTo>
                  <a:pt x="587" y="179"/>
                </a:lnTo>
                <a:lnTo>
                  <a:pt x="589" y="178"/>
                </a:lnTo>
                <a:lnTo>
                  <a:pt x="590" y="178"/>
                </a:lnTo>
                <a:lnTo>
                  <a:pt x="593" y="178"/>
                </a:lnTo>
                <a:lnTo>
                  <a:pt x="595" y="179"/>
                </a:lnTo>
                <a:lnTo>
                  <a:pt x="597" y="179"/>
                </a:lnTo>
                <a:lnTo>
                  <a:pt x="598" y="178"/>
                </a:lnTo>
                <a:lnTo>
                  <a:pt x="599" y="177"/>
                </a:lnTo>
                <a:lnTo>
                  <a:pt x="600" y="177"/>
                </a:lnTo>
                <a:lnTo>
                  <a:pt x="600" y="176"/>
                </a:lnTo>
                <a:lnTo>
                  <a:pt x="602" y="175"/>
                </a:lnTo>
                <a:lnTo>
                  <a:pt x="604" y="175"/>
                </a:lnTo>
                <a:lnTo>
                  <a:pt x="607" y="174"/>
                </a:lnTo>
                <a:lnTo>
                  <a:pt x="610" y="173"/>
                </a:lnTo>
                <a:lnTo>
                  <a:pt x="613" y="172"/>
                </a:lnTo>
                <a:lnTo>
                  <a:pt x="614" y="171"/>
                </a:lnTo>
                <a:lnTo>
                  <a:pt x="618" y="169"/>
                </a:lnTo>
                <a:lnTo>
                  <a:pt x="619" y="169"/>
                </a:lnTo>
                <a:lnTo>
                  <a:pt x="620" y="169"/>
                </a:lnTo>
                <a:lnTo>
                  <a:pt x="622" y="168"/>
                </a:lnTo>
                <a:lnTo>
                  <a:pt x="623" y="167"/>
                </a:lnTo>
                <a:lnTo>
                  <a:pt x="624" y="167"/>
                </a:lnTo>
                <a:lnTo>
                  <a:pt x="624" y="166"/>
                </a:lnTo>
                <a:lnTo>
                  <a:pt x="625" y="166"/>
                </a:lnTo>
                <a:lnTo>
                  <a:pt x="626" y="166"/>
                </a:lnTo>
                <a:lnTo>
                  <a:pt x="626" y="165"/>
                </a:lnTo>
                <a:lnTo>
                  <a:pt x="628" y="164"/>
                </a:lnTo>
                <a:lnTo>
                  <a:pt x="629" y="163"/>
                </a:lnTo>
                <a:lnTo>
                  <a:pt x="631" y="161"/>
                </a:lnTo>
                <a:lnTo>
                  <a:pt x="633" y="160"/>
                </a:lnTo>
                <a:lnTo>
                  <a:pt x="634" y="159"/>
                </a:lnTo>
                <a:lnTo>
                  <a:pt x="634" y="158"/>
                </a:lnTo>
                <a:lnTo>
                  <a:pt x="636" y="157"/>
                </a:lnTo>
                <a:lnTo>
                  <a:pt x="637" y="156"/>
                </a:lnTo>
                <a:lnTo>
                  <a:pt x="638" y="155"/>
                </a:lnTo>
                <a:lnTo>
                  <a:pt x="639" y="154"/>
                </a:lnTo>
                <a:lnTo>
                  <a:pt x="639" y="153"/>
                </a:lnTo>
                <a:lnTo>
                  <a:pt x="639" y="152"/>
                </a:lnTo>
                <a:lnTo>
                  <a:pt x="640" y="152"/>
                </a:lnTo>
                <a:lnTo>
                  <a:pt x="640" y="151"/>
                </a:lnTo>
                <a:lnTo>
                  <a:pt x="641" y="150"/>
                </a:lnTo>
                <a:lnTo>
                  <a:pt x="641" y="149"/>
                </a:lnTo>
                <a:lnTo>
                  <a:pt x="642" y="148"/>
                </a:lnTo>
                <a:lnTo>
                  <a:pt x="643" y="147"/>
                </a:lnTo>
                <a:lnTo>
                  <a:pt x="643" y="146"/>
                </a:lnTo>
                <a:lnTo>
                  <a:pt x="643" y="145"/>
                </a:lnTo>
                <a:lnTo>
                  <a:pt x="642" y="145"/>
                </a:lnTo>
                <a:lnTo>
                  <a:pt x="644" y="140"/>
                </a:lnTo>
                <a:lnTo>
                  <a:pt x="636" y="120"/>
                </a:lnTo>
                <a:lnTo>
                  <a:pt x="641" y="116"/>
                </a:lnTo>
                <a:lnTo>
                  <a:pt x="646" y="112"/>
                </a:lnTo>
                <a:lnTo>
                  <a:pt x="653" y="107"/>
                </a:lnTo>
                <a:lnTo>
                  <a:pt x="634" y="83"/>
                </a:lnTo>
                <a:lnTo>
                  <a:pt x="634" y="81"/>
                </a:lnTo>
                <a:lnTo>
                  <a:pt x="635" y="77"/>
                </a:lnTo>
                <a:lnTo>
                  <a:pt x="639" y="65"/>
                </a:lnTo>
                <a:lnTo>
                  <a:pt x="630" y="61"/>
                </a:lnTo>
                <a:lnTo>
                  <a:pt x="627" y="59"/>
                </a:lnTo>
                <a:lnTo>
                  <a:pt x="630" y="56"/>
                </a:lnTo>
                <a:lnTo>
                  <a:pt x="631" y="54"/>
                </a:lnTo>
                <a:lnTo>
                  <a:pt x="634" y="50"/>
                </a:lnTo>
                <a:lnTo>
                  <a:pt x="634" y="46"/>
                </a:lnTo>
                <a:lnTo>
                  <a:pt x="635" y="38"/>
                </a:lnTo>
                <a:lnTo>
                  <a:pt x="636" y="38"/>
                </a:lnTo>
                <a:lnTo>
                  <a:pt x="637" y="37"/>
                </a:lnTo>
                <a:lnTo>
                  <a:pt x="640" y="35"/>
                </a:lnTo>
                <a:lnTo>
                  <a:pt x="641" y="35"/>
                </a:lnTo>
                <a:lnTo>
                  <a:pt x="641" y="34"/>
                </a:lnTo>
                <a:lnTo>
                  <a:pt x="642" y="34"/>
                </a:lnTo>
                <a:lnTo>
                  <a:pt x="643" y="33"/>
                </a:lnTo>
                <a:lnTo>
                  <a:pt x="644" y="33"/>
                </a:lnTo>
                <a:lnTo>
                  <a:pt x="648" y="27"/>
                </a:lnTo>
                <a:lnTo>
                  <a:pt x="649" y="26"/>
                </a:lnTo>
                <a:lnTo>
                  <a:pt x="652" y="25"/>
                </a:lnTo>
                <a:lnTo>
                  <a:pt x="653" y="25"/>
                </a:lnTo>
                <a:lnTo>
                  <a:pt x="654" y="25"/>
                </a:lnTo>
                <a:lnTo>
                  <a:pt x="657" y="24"/>
                </a:lnTo>
                <a:lnTo>
                  <a:pt x="658" y="22"/>
                </a:lnTo>
                <a:lnTo>
                  <a:pt x="659" y="22"/>
                </a:lnTo>
                <a:lnTo>
                  <a:pt x="659" y="21"/>
                </a:lnTo>
                <a:lnTo>
                  <a:pt x="660" y="21"/>
                </a:lnTo>
                <a:lnTo>
                  <a:pt x="661" y="21"/>
                </a:lnTo>
                <a:lnTo>
                  <a:pt x="666" y="19"/>
                </a:lnTo>
                <a:lnTo>
                  <a:pt x="667" y="18"/>
                </a:lnTo>
                <a:lnTo>
                  <a:pt x="670" y="17"/>
                </a:lnTo>
                <a:lnTo>
                  <a:pt x="672" y="16"/>
                </a:lnTo>
                <a:lnTo>
                  <a:pt x="673" y="15"/>
                </a:lnTo>
                <a:lnTo>
                  <a:pt x="674" y="15"/>
                </a:lnTo>
                <a:lnTo>
                  <a:pt x="675" y="14"/>
                </a:lnTo>
                <a:lnTo>
                  <a:pt x="676" y="14"/>
                </a:lnTo>
                <a:lnTo>
                  <a:pt x="676" y="13"/>
                </a:lnTo>
                <a:lnTo>
                  <a:pt x="677" y="13"/>
                </a:lnTo>
                <a:lnTo>
                  <a:pt x="678" y="13"/>
                </a:lnTo>
                <a:lnTo>
                  <a:pt x="679" y="12"/>
                </a:lnTo>
                <a:lnTo>
                  <a:pt x="680" y="12"/>
                </a:lnTo>
                <a:lnTo>
                  <a:pt x="681" y="11"/>
                </a:lnTo>
                <a:lnTo>
                  <a:pt x="682" y="11"/>
                </a:lnTo>
                <a:lnTo>
                  <a:pt x="683" y="10"/>
                </a:lnTo>
                <a:lnTo>
                  <a:pt x="684" y="10"/>
                </a:lnTo>
                <a:lnTo>
                  <a:pt x="685" y="10"/>
                </a:lnTo>
                <a:lnTo>
                  <a:pt x="685" y="9"/>
                </a:lnTo>
                <a:lnTo>
                  <a:pt x="686" y="9"/>
                </a:lnTo>
                <a:lnTo>
                  <a:pt x="687" y="9"/>
                </a:lnTo>
                <a:lnTo>
                  <a:pt x="687" y="8"/>
                </a:lnTo>
                <a:lnTo>
                  <a:pt x="688" y="8"/>
                </a:lnTo>
                <a:lnTo>
                  <a:pt x="689" y="8"/>
                </a:lnTo>
                <a:lnTo>
                  <a:pt x="689" y="7"/>
                </a:lnTo>
                <a:lnTo>
                  <a:pt x="693" y="5"/>
                </a:lnTo>
                <a:lnTo>
                  <a:pt x="699" y="5"/>
                </a:lnTo>
                <a:lnTo>
                  <a:pt x="703" y="5"/>
                </a:lnTo>
                <a:lnTo>
                  <a:pt x="706" y="4"/>
                </a:lnTo>
                <a:lnTo>
                  <a:pt x="710" y="4"/>
                </a:lnTo>
                <a:lnTo>
                  <a:pt x="711" y="4"/>
                </a:lnTo>
                <a:lnTo>
                  <a:pt x="715" y="4"/>
                </a:lnTo>
                <a:lnTo>
                  <a:pt x="717" y="4"/>
                </a:lnTo>
                <a:lnTo>
                  <a:pt x="720" y="4"/>
                </a:lnTo>
                <a:lnTo>
                  <a:pt x="723" y="4"/>
                </a:lnTo>
                <a:lnTo>
                  <a:pt x="727" y="4"/>
                </a:lnTo>
                <a:lnTo>
                  <a:pt x="731" y="4"/>
                </a:lnTo>
                <a:lnTo>
                  <a:pt x="747" y="3"/>
                </a:lnTo>
                <a:lnTo>
                  <a:pt x="757" y="4"/>
                </a:lnTo>
                <a:lnTo>
                  <a:pt x="765" y="5"/>
                </a:lnTo>
                <a:lnTo>
                  <a:pt x="781" y="6"/>
                </a:lnTo>
                <a:lnTo>
                  <a:pt x="784" y="5"/>
                </a:lnTo>
                <a:lnTo>
                  <a:pt x="788" y="5"/>
                </a:lnTo>
                <a:lnTo>
                  <a:pt x="789" y="5"/>
                </a:lnTo>
                <a:lnTo>
                  <a:pt x="790" y="4"/>
                </a:lnTo>
                <a:lnTo>
                  <a:pt x="791" y="4"/>
                </a:lnTo>
                <a:lnTo>
                  <a:pt x="793" y="4"/>
                </a:lnTo>
                <a:lnTo>
                  <a:pt x="795" y="3"/>
                </a:lnTo>
                <a:lnTo>
                  <a:pt x="807" y="1"/>
                </a:lnTo>
                <a:lnTo>
                  <a:pt x="809" y="0"/>
                </a:lnTo>
                <a:lnTo>
                  <a:pt x="810" y="0"/>
                </a:lnTo>
                <a:lnTo>
                  <a:pt x="813" y="7"/>
                </a:lnTo>
                <a:lnTo>
                  <a:pt x="818" y="26"/>
                </a:lnTo>
                <a:moveTo>
                  <a:pt x="2140" y="1564"/>
                </a:moveTo>
                <a:lnTo>
                  <a:pt x="2139" y="1564"/>
                </a:lnTo>
                <a:lnTo>
                  <a:pt x="2138" y="1564"/>
                </a:lnTo>
                <a:lnTo>
                  <a:pt x="2137" y="1564"/>
                </a:lnTo>
                <a:lnTo>
                  <a:pt x="2135" y="1565"/>
                </a:lnTo>
                <a:lnTo>
                  <a:pt x="2134" y="1565"/>
                </a:lnTo>
                <a:lnTo>
                  <a:pt x="2134" y="1566"/>
                </a:lnTo>
                <a:lnTo>
                  <a:pt x="2133" y="1566"/>
                </a:lnTo>
                <a:lnTo>
                  <a:pt x="2132" y="1566"/>
                </a:lnTo>
                <a:lnTo>
                  <a:pt x="2130" y="1567"/>
                </a:lnTo>
                <a:lnTo>
                  <a:pt x="2129" y="1568"/>
                </a:lnTo>
                <a:lnTo>
                  <a:pt x="2128" y="1568"/>
                </a:lnTo>
                <a:lnTo>
                  <a:pt x="2127" y="1568"/>
                </a:lnTo>
                <a:lnTo>
                  <a:pt x="2126" y="1569"/>
                </a:lnTo>
                <a:lnTo>
                  <a:pt x="2125" y="1569"/>
                </a:lnTo>
                <a:lnTo>
                  <a:pt x="2124" y="1570"/>
                </a:lnTo>
                <a:lnTo>
                  <a:pt x="2123" y="1570"/>
                </a:lnTo>
                <a:lnTo>
                  <a:pt x="2122" y="1570"/>
                </a:lnTo>
                <a:lnTo>
                  <a:pt x="2122" y="1569"/>
                </a:lnTo>
                <a:lnTo>
                  <a:pt x="2121" y="1569"/>
                </a:lnTo>
                <a:lnTo>
                  <a:pt x="2119" y="1570"/>
                </a:lnTo>
                <a:lnTo>
                  <a:pt x="2118" y="1571"/>
                </a:lnTo>
                <a:lnTo>
                  <a:pt x="2118" y="1572"/>
                </a:lnTo>
                <a:lnTo>
                  <a:pt x="2118" y="1573"/>
                </a:lnTo>
                <a:lnTo>
                  <a:pt x="2118" y="1576"/>
                </a:lnTo>
                <a:lnTo>
                  <a:pt x="2119" y="1577"/>
                </a:lnTo>
                <a:lnTo>
                  <a:pt x="2119" y="1578"/>
                </a:lnTo>
                <a:lnTo>
                  <a:pt x="2120" y="1578"/>
                </a:lnTo>
                <a:lnTo>
                  <a:pt x="2121" y="1577"/>
                </a:lnTo>
                <a:lnTo>
                  <a:pt x="2121" y="1578"/>
                </a:lnTo>
                <a:lnTo>
                  <a:pt x="2123" y="1577"/>
                </a:lnTo>
                <a:lnTo>
                  <a:pt x="2123" y="1576"/>
                </a:lnTo>
                <a:lnTo>
                  <a:pt x="2124" y="1576"/>
                </a:lnTo>
                <a:lnTo>
                  <a:pt x="2125" y="1575"/>
                </a:lnTo>
                <a:lnTo>
                  <a:pt x="2126" y="1576"/>
                </a:lnTo>
                <a:lnTo>
                  <a:pt x="2127" y="1576"/>
                </a:lnTo>
                <a:lnTo>
                  <a:pt x="2128" y="1576"/>
                </a:lnTo>
                <a:lnTo>
                  <a:pt x="2128" y="1575"/>
                </a:lnTo>
                <a:lnTo>
                  <a:pt x="2130" y="1574"/>
                </a:lnTo>
                <a:lnTo>
                  <a:pt x="2130" y="1575"/>
                </a:lnTo>
                <a:lnTo>
                  <a:pt x="2131" y="1575"/>
                </a:lnTo>
                <a:lnTo>
                  <a:pt x="2132" y="1575"/>
                </a:lnTo>
                <a:lnTo>
                  <a:pt x="2134" y="1573"/>
                </a:lnTo>
                <a:lnTo>
                  <a:pt x="2135" y="1573"/>
                </a:lnTo>
                <a:lnTo>
                  <a:pt x="2135" y="1572"/>
                </a:lnTo>
                <a:lnTo>
                  <a:pt x="2135" y="1571"/>
                </a:lnTo>
                <a:lnTo>
                  <a:pt x="2136" y="1571"/>
                </a:lnTo>
                <a:lnTo>
                  <a:pt x="2137" y="1572"/>
                </a:lnTo>
                <a:lnTo>
                  <a:pt x="2136" y="1572"/>
                </a:lnTo>
                <a:lnTo>
                  <a:pt x="2136" y="1573"/>
                </a:lnTo>
                <a:lnTo>
                  <a:pt x="2137" y="1573"/>
                </a:lnTo>
                <a:lnTo>
                  <a:pt x="2137" y="1572"/>
                </a:lnTo>
                <a:lnTo>
                  <a:pt x="2138" y="1572"/>
                </a:lnTo>
                <a:lnTo>
                  <a:pt x="2138" y="1571"/>
                </a:lnTo>
                <a:lnTo>
                  <a:pt x="2138" y="1570"/>
                </a:lnTo>
                <a:lnTo>
                  <a:pt x="2137" y="1570"/>
                </a:lnTo>
                <a:lnTo>
                  <a:pt x="2138" y="1570"/>
                </a:lnTo>
                <a:lnTo>
                  <a:pt x="2138" y="1569"/>
                </a:lnTo>
                <a:lnTo>
                  <a:pt x="2139" y="1568"/>
                </a:lnTo>
                <a:lnTo>
                  <a:pt x="2139" y="1567"/>
                </a:lnTo>
                <a:lnTo>
                  <a:pt x="2141" y="1566"/>
                </a:lnTo>
                <a:lnTo>
                  <a:pt x="2142" y="1567"/>
                </a:lnTo>
                <a:lnTo>
                  <a:pt x="2143" y="1568"/>
                </a:lnTo>
                <a:lnTo>
                  <a:pt x="2144" y="1570"/>
                </a:lnTo>
                <a:lnTo>
                  <a:pt x="2144" y="1571"/>
                </a:lnTo>
                <a:lnTo>
                  <a:pt x="2145" y="1571"/>
                </a:lnTo>
                <a:lnTo>
                  <a:pt x="2145" y="1570"/>
                </a:lnTo>
                <a:lnTo>
                  <a:pt x="2145" y="1569"/>
                </a:lnTo>
                <a:lnTo>
                  <a:pt x="2144" y="1568"/>
                </a:lnTo>
                <a:lnTo>
                  <a:pt x="2145" y="1567"/>
                </a:lnTo>
                <a:lnTo>
                  <a:pt x="2145" y="1565"/>
                </a:lnTo>
                <a:lnTo>
                  <a:pt x="2145" y="1564"/>
                </a:lnTo>
                <a:lnTo>
                  <a:pt x="2146" y="1563"/>
                </a:lnTo>
                <a:lnTo>
                  <a:pt x="2146" y="1562"/>
                </a:lnTo>
                <a:lnTo>
                  <a:pt x="2145" y="1562"/>
                </a:lnTo>
                <a:lnTo>
                  <a:pt x="2143" y="1562"/>
                </a:lnTo>
                <a:lnTo>
                  <a:pt x="2142" y="1562"/>
                </a:lnTo>
                <a:lnTo>
                  <a:pt x="2141" y="1563"/>
                </a:lnTo>
                <a:lnTo>
                  <a:pt x="2140" y="1563"/>
                </a:lnTo>
                <a:lnTo>
                  <a:pt x="2140" y="156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" name=""/>
          <p:cNvSpPr/>
          <p:nvPr/>
        </p:nvSpPr>
        <p:spPr>
          <a:xfrm>
            <a:off x="3343320" y="1347480"/>
            <a:ext cx="806760" cy="582840"/>
          </a:xfrm>
          <a:custGeom>
            <a:avLst/>
            <a:gdLst/>
            <a:ahLst/>
            <a:rect l="0" t="0" r="r" b="b"/>
            <a:pathLst>
              <a:path w="2241" h="1619">
                <a:moveTo>
                  <a:pt x="1310" y="56"/>
                </a:moveTo>
                <a:lnTo>
                  <a:pt x="1311" y="56"/>
                </a:lnTo>
                <a:lnTo>
                  <a:pt x="1312" y="56"/>
                </a:lnTo>
                <a:lnTo>
                  <a:pt x="1313" y="56"/>
                </a:lnTo>
                <a:lnTo>
                  <a:pt x="1313" y="57"/>
                </a:lnTo>
                <a:lnTo>
                  <a:pt x="1314" y="57"/>
                </a:lnTo>
                <a:lnTo>
                  <a:pt x="1314" y="56"/>
                </a:lnTo>
                <a:lnTo>
                  <a:pt x="1314" y="57"/>
                </a:lnTo>
                <a:lnTo>
                  <a:pt x="1315" y="57"/>
                </a:lnTo>
                <a:lnTo>
                  <a:pt x="1316" y="57"/>
                </a:lnTo>
                <a:lnTo>
                  <a:pt x="1316" y="58"/>
                </a:lnTo>
                <a:lnTo>
                  <a:pt x="1316" y="59"/>
                </a:lnTo>
                <a:lnTo>
                  <a:pt x="1317" y="59"/>
                </a:lnTo>
                <a:lnTo>
                  <a:pt x="1318" y="59"/>
                </a:lnTo>
                <a:lnTo>
                  <a:pt x="1319" y="59"/>
                </a:lnTo>
                <a:lnTo>
                  <a:pt x="1319" y="58"/>
                </a:lnTo>
                <a:lnTo>
                  <a:pt x="1320" y="58"/>
                </a:lnTo>
                <a:lnTo>
                  <a:pt x="1321" y="58"/>
                </a:lnTo>
                <a:lnTo>
                  <a:pt x="1321" y="59"/>
                </a:lnTo>
                <a:lnTo>
                  <a:pt x="1322" y="59"/>
                </a:lnTo>
                <a:lnTo>
                  <a:pt x="1323" y="59"/>
                </a:lnTo>
                <a:lnTo>
                  <a:pt x="1324" y="59"/>
                </a:lnTo>
                <a:lnTo>
                  <a:pt x="1325" y="59"/>
                </a:lnTo>
                <a:lnTo>
                  <a:pt x="1325" y="60"/>
                </a:lnTo>
                <a:lnTo>
                  <a:pt x="1326" y="60"/>
                </a:lnTo>
                <a:lnTo>
                  <a:pt x="1327" y="60"/>
                </a:lnTo>
                <a:lnTo>
                  <a:pt x="1328" y="59"/>
                </a:lnTo>
                <a:lnTo>
                  <a:pt x="1329" y="60"/>
                </a:lnTo>
                <a:lnTo>
                  <a:pt x="1330" y="59"/>
                </a:lnTo>
                <a:lnTo>
                  <a:pt x="1330" y="60"/>
                </a:lnTo>
                <a:lnTo>
                  <a:pt x="1330" y="59"/>
                </a:lnTo>
                <a:lnTo>
                  <a:pt x="1330" y="60"/>
                </a:lnTo>
                <a:lnTo>
                  <a:pt x="1331" y="60"/>
                </a:lnTo>
                <a:lnTo>
                  <a:pt x="1331" y="61"/>
                </a:lnTo>
                <a:lnTo>
                  <a:pt x="1332" y="61"/>
                </a:lnTo>
                <a:lnTo>
                  <a:pt x="1333" y="62"/>
                </a:lnTo>
                <a:lnTo>
                  <a:pt x="1334" y="62"/>
                </a:lnTo>
                <a:lnTo>
                  <a:pt x="1337" y="61"/>
                </a:lnTo>
                <a:lnTo>
                  <a:pt x="1339" y="61"/>
                </a:lnTo>
                <a:lnTo>
                  <a:pt x="1340" y="61"/>
                </a:lnTo>
                <a:lnTo>
                  <a:pt x="1341" y="63"/>
                </a:lnTo>
                <a:lnTo>
                  <a:pt x="1343" y="64"/>
                </a:lnTo>
                <a:lnTo>
                  <a:pt x="1345" y="65"/>
                </a:lnTo>
                <a:lnTo>
                  <a:pt x="1346" y="65"/>
                </a:lnTo>
                <a:lnTo>
                  <a:pt x="1347" y="67"/>
                </a:lnTo>
                <a:lnTo>
                  <a:pt x="1349" y="67"/>
                </a:lnTo>
                <a:lnTo>
                  <a:pt x="1350" y="67"/>
                </a:lnTo>
                <a:lnTo>
                  <a:pt x="1351" y="69"/>
                </a:lnTo>
                <a:lnTo>
                  <a:pt x="1353" y="69"/>
                </a:lnTo>
                <a:lnTo>
                  <a:pt x="1354" y="70"/>
                </a:lnTo>
                <a:lnTo>
                  <a:pt x="1355" y="70"/>
                </a:lnTo>
                <a:lnTo>
                  <a:pt x="1355" y="69"/>
                </a:lnTo>
                <a:lnTo>
                  <a:pt x="1356" y="68"/>
                </a:lnTo>
                <a:lnTo>
                  <a:pt x="1359" y="68"/>
                </a:lnTo>
                <a:lnTo>
                  <a:pt x="1360" y="67"/>
                </a:lnTo>
                <a:lnTo>
                  <a:pt x="1360" y="68"/>
                </a:lnTo>
                <a:lnTo>
                  <a:pt x="1361" y="69"/>
                </a:lnTo>
                <a:lnTo>
                  <a:pt x="1361" y="70"/>
                </a:lnTo>
                <a:lnTo>
                  <a:pt x="1362" y="72"/>
                </a:lnTo>
                <a:lnTo>
                  <a:pt x="1363" y="73"/>
                </a:lnTo>
                <a:lnTo>
                  <a:pt x="1364" y="73"/>
                </a:lnTo>
                <a:lnTo>
                  <a:pt x="1366" y="72"/>
                </a:lnTo>
                <a:lnTo>
                  <a:pt x="1368" y="73"/>
                </a:lnTo>
                <a:lnTo>
                  <a:pt x="1368" y="74"/>
                </a:lnTo>
                <a:lnTo>
                  <a:pt x="1369" y="73"/>
                </a:lnTo>
                <a:lnTo>
                  <a:pt x="1369" y="74"/>
                </a:lnTo>
                <a:lnTo>
                  <a:pt x="1369" y="75"/>
                </a:lnTo>
                <a:lnTo>
                  <a:pt x="1370" y="75"/>
                </a:lnTo>
                <a:lnTo>
                  <a:pt x="1371" y="76"/>
                </a:lnTo>
                <a:lnTo>
                  <a:pt x="1371" y="78"/>
                </a:lnTo>
                <a:lnTo>
                  <a:pt x="1371" y="79"/>
                </a:lnTo>
                <a:lnTo>
                  <a:pt x="1372" y="79"/>
                </a:lnTo>
                <a:lnTo>
                  <a:pt x="1373" y="79"/>
                </a:lnTo>
                <a:lnTo>
                  <a:pt x="1374" y="79"/>
                </a:lnTo>
                <a:lnTo>
                  <a:pt x="1374" y="80"/>
                </a:lnTo>
                <a:lnTo>
                  <a:pt x="1374" y="81"/>
                </a:lnTo>
                <a:lnTo>
                  <a:pt x="1375" y="81"/>
                </a:lnTo>
                <a:lnTo>
                  <a:pt x="1374" y="81"/>
                </a:lnTo>
                <a:lnTo>
                  <a:pt x="1375" y="81"/>
                </a:lnTo>
                <a:lnTo>
                  <a:pt x="1376" y="81"/>
                </a:lnTo>
                <a:lnTo>
                  <a:pt x="1377" y="81"/>
                </a:lnTo>
                <a:lnTo>
                  <a:pt x="1377" y="80"/>
                </a:lnTo>
                <a:lnTo>
                  <a:pt x="1378" y="80"/>
                </a:lnTo>
                <a:lnTo>
                  <a:pt x="1378" y="81"/>
                </a:lnTo>
                <a:lnTo>
                  <a:pt x="1379" y="82"/>
                </a:lnTo>
                <a:lnTo>
                  <a:pt x="1379" y="83"/>
                </a:lnTo>
                <a:lnTo>
                  <a:pt x="1380" y="83"/>
                </a:lnTo>
                <a:lnTo>
                  <a:pt x="1379" y="84"/>
                </a:lnTo>
                <a:lnTo>
                  <a:pt x="1379" y="85"/>
                </a:lnTo>
                <a:lnTo>
                  <a:pt x="1380" y="85"/>
                </a:lnTo>
                <a:lnTo>
                  <a:pt x="1381" y="85"/>
                </a:lnTo>
                <a:lnTo>
                  <a:pt x="1381" y="86"/>
                </a:lnTo>
                <a:lnTo>
                  <a:pt x="1381" y="87"/>
                </a:lnTo>
                <a:lnTo>
                  <a:pt x="1381" y="88"/>
                </a:lnTo>
                <a:lnTo>
                  <a:pt x="1381" y="89"/>
                </a:lnTo>
                <a:lnTo>
                  <a:pt x="1382" y="89"/>
                </a:lnTo>
                <a:lnTo>
                  <a:pt x="1383" y="89"/>
                </a:lnTo>
                <a:lnTo>
                  <a:pt x="1384" y="89"/>
                </a:lnTo>
                <a:lnTo>
                  <a:pt x="1384" y="90"/>
                </a:lnTo>
                <a:lnTo>
                  <a:pt x="1385" y="90"/>
                </a:lnTo>
                <a:lnTo>
                  <a:pt x="1386" y="90"/>
                </a:lnTo>
                <a:lnTo>
                  <a:pt x="1387" y="90"/>
                </a:lnTo>
                <a:lnTo>
                  <a:pt x="1387" y="91"/>
                </a:lnTo>
                <a:lnTo>
                  <a:pt x="1388" y="91"/>
                </a:lnTo>
                <a:lnTo>
                  <a:pt x="1389" y="91"/>
                </a:lnTo>
                <a:lnTo>
                  <a:pt x="1390" y="92"/>
                </a:lnTo>
                <a:lnTo>
                  <a:pt x="1391" y="92"/>
                </a:lnTo>
                <a:lnTo>
                  <a:pt x="1391" y="93"/>
                </a:lnTo>
                <a:lnTo>
                  <a:pt x="1391" y="94"/>
                </a:lnTo>
                <a:lnTo>
                  <a:pt x="1392" y="94"/>
                </a:lnTo>
                <a:lnTo>
                  <a:pt x="1393" y="95"/>
                </a:lnTo>
                <a:lnTo>
                  <a:pt x="1394" y="95"/>
                </a:lnTo>
                <a:lnTo>
                  <a:pt x="1394" y="96"/>
                </a:lnTo>
                <a:lnTo>
                  <a:pt x="1395" y="96"/>
                </a:lnTo>
                <a:lnTo>
                  <a:pt x="1396" y="96"/>
                </a:lnTo>
                <a:lnTo>
                  <a:pt x="1396" y="97"/>
                </a:lnTo>
                <a:lnTo>
                  <a:pt x="1396" y="98"/>
                </a:lnTo>
                <a:lnTo>
                  <a:pt x="1397" y="98"/>
                </a:lnTo>
                <a:lnTo>
                  <a:pt x="1398" y="98"/>
                </a:lnTo>
                <a:lnTo>
                  <a:pt x="1398" y="99"/>
                </a:lnTo>
                <a:lnTo>
                  <a:pt x="1399" y="99"/>
                </a:lnTo>
                <a:lnTo>
                  <a:pt x="1400" y="99"/>
                </a:lnTo>
                <a:lnTo>
                  <a:pt x="1400" y="100"/>
                </a:lnTo>
                <a:lnTo>
                  <a:pt x="1401" y="100"/>
                </a:lnTo>
                <a:lnTo>
                  <a:pt x="1401" y="101"/>
                </a:lnTo>
                <a:lnTo>
                  <a:pt x="1402" y="100"/>
                </a:lnTo>
                <a:lnTo>
                  <a:pt x="1402" y="101"/>
                </a:lnTo>
                <a:lnTo>
                  <a:pt x="1403" y="101"/>
                </a:lnTo>
                <a:lnTo>
                  <a:pt x="1404" y="101"/>
                </a:lnTo>
                <a:lnTo>
                  <a:pt x="1404" y="102"/>
                </a:lnTo>
                <a:lnTo>
                  <a:pt x="1404" y="103"/>
                </a:lnTo>
                <a:lnTo>
                  <a:pt x="1405" y="103"/>
                </a:lnTo>
                <a:lnTo>
                  <a:pt x="1406" y="103"/>
                </a:lnTo>
                <a:lnTo>
                  <a:pt x="1406" y="104"/>
                </a:lnTo>
                <a:lnTo>
                  <a:pt x="1407" y="104"/>
                </a:lnTo>
                <a:lnTo>
                  <a:pt x="1407" y="105"/>
                </a:lnTo>
                <a:lnTo>
                  <a:pt x="1408" y="105"/>
                </a:lnTo>
                <a:lnTo>
                  <a:pt x="1409" y="105"/>
                </a:lnTo>
                <a:lnTo>
                  <a:pt x="1409" y="106"/>
                </a:lnTo>
                <a:lnTo>
                  <a:pt x="1410" y="106"/>
                </a:lnTo>
                <a:lnTo>
                  <a:pt x="1411" y="106"/>
                </a:lnTo>
                <a:lnTo>
                  <a:pt x="1411" y="108"/>
                </a:lnTo>
                <a:lnTo>
                  <a:pt x="1410" y="108"/>
                </a:lnTo>
                <a:lnTo>
                  <a:pt x="1410" y="110"/>
                </a:lnTo>
                <a:lnTo>
                  <a:pt x="1410" y="111"/>
                </a:lnTo>
                <a:lnTo>
                  <a:pt x="1409" y="111"/>
                </a:lnTo>
                <a:lnTo>
                  <a:pt x="1410" y="111"/>
                </a:lnTo>
                <a:lnTo>
                  <a:pt x="1410" y="112"/>
                </a:lnTo>
                <a:lnTo>
                  <a:pt x="1410" y="113"/>
                </a:lnTo>
                <a:lnTo>
                  <a:pt x="1410" y="114"/>
                </a:lnTo>
                <a:lnTo>
                  <a:pt x="1411" y="114"/>
                </a:lnTo>
                <a:lnTo>
                  <a:pt x="1413" y="114"/>
                </a:lnTo>
                <a:lnTo>
                  <a:pt x="1414" y="114"/>
                </a:lnTo>
                <a:lnTo>
                  <a:pt x="1414" y="115"/>
                </a:lnTo>
                <a:lnTo>
                  <a:pt x="1415" y="115"/>
                </a:lnTo>
                <a:lnTo>
                  <a:pt x="1416" y="115"/>
                </a:lnTo>
                <a:lnTo>
                  <a:pt x="1417" y="115"/>
                </a:lnTo>
                <a:lnTo>
                  <a:pt x="1417" y="116"/>
                </a:lnTo>
                <a:lnTo>
                  <a:pt x="1418" y="116"/>
                </a:lnTo>
                <a:lnTo>
                  <a:pt x="1418" y="117"/>
                </a:lnTo>
                <a:lnTo>
                  <a:pt x="1419" y="117"/>
                </a:lnTo>
                <a:lnTo>
                  <a:pt x="1420" y="117"/>
                </a:lnTo>
                <a:lnTo>
                  <a:pt x="1420" y="118"/>
                </a:lnTo>
                <a:lnTo>
                  <a:pt x="1420" y="119"/>
                </a:lnTo>
                <a:lnTo>
                  <a:pt x="1421" y="119"/>
                </a:lnTo>
                <a:lnTo>
                  <a:pt x="1421" y="120"/>
                </a:lnTo>
                <a:lnTo>
                  <a:pt x="1422" y="120"/>
                </a:lnTo>
                <a:lnTo>
                  <a:pt x="1423" y="120"/>
                </a:lnTo>
                <a:lnTo>
                  <a:pt x="1423" y="121"/>
                </a:lnTo>
                <a:lnTo>
                  <a:pt x="1424" y="121"/>
                </a:lnTo>
                <a:lnTo>
                  <a:pt x="1425" y="121"/>
                </a:lnTo>
                <a:lnTo>
                  <a:pt x="1426" y="121"/>
                </a:lnTo>
                <a:lnTo>
                  <a:pt x="1427" y="121"/>
                </a:lnTo>
                <a:lnTo>
                  <a:pt x="1427" y="122"/>
                </a:lnTo>
                <a:lnTo>
                  <a:pt x="1428" y="122"/>
                </a:lnTo>
                <a:lnTo>
                  <a:pt x="1429" y="122"/>
                </a:lnTo>
                <a:lnTo>
                  <a:pt x="1429" y="121"/>
                </a:lnTo>
                <a:lnTo>
                  <a:pt x="1429" y="122"/>
                </a:lnTo>
                <a:lnTo>
                  <a:pt x="1430" y="122"/>
                </a:lnTo>
                <a:lnTo>
                  <a:pt x="1430" y="123"/>
                </a:lnTo>
                <a:lnTo>
                  <a:pt x="1431" y="123"/>
                </a:lnTo>
                <a:lnTo>
                  <a:pt x="1431" y="124"/>
                </a:lnTo>
                <a:lnTo>
                  <a:pt x="1432" y="124"/>
                </a:lnTo>
                <a:lnTo>
                  <a:pt x="1433" y="125"/>
                </a:lnTo>
                <a:lnTo>
                  <a:pt x="1434" y="126"/>
                </a:lnTo>
                <a:lnTo>
                  <a:pt x="1435" y="126"/>
                </a:lnTo>
                <a:lnTo>
                  <a:pt x="1435" y="125"/>
                </a:lnTo>
                <a:lnTo>
                  <a:pt x="1435" y="126"/>
                </a:lnTo>
                <a:lnTo>
                  <a:pt x="1436" y="126"/>
                </a:lnTo>
                <a:lnTo>
                  <a:pt x="1436" y="127"/>
                </a:lnTo>
                <a:lnTo>
                  <a:pt x="1436" y="128"/>
                </a:lnTo>
                <a:lnTo>
                  <a:pt x="1437" y="128"/>
                </a:lnTo>
                <a:lnTo>
                  <a:pt x="1437" y="129"/>
                </a:lnTo>
                <a:lnTo>
                  <a:pt x="1438" y="129"/>
                </a:lnTo>
                <a:lnTo>
                  <a:pt x="1438" y="130"/>
                </a:lnTo>
                <a:lnTo>
                  <a:pt x="1439" y="130"/>
                </a:lnTo>
                <a:lnTo>
                  <a:pt x="1440" y="131"/>
                </a:lnTo>
                <a:lnTo>
                  <a:pt x="1441" y="131"/>
                </a:lnTo>
                <a:lnTo>
                  <a:pt x="1441" y="132"/>
                </a:lnTo>
                <a:lnTo>
                  <a:pt x="1442" y="132"/>
                </a:lnTo>
                <a:lnTo>
                  <a:pt x="1442" y="133"/>
                </a:lnTo>
                <a:lnTo>
                  <a:pt x="1443" y="133"/>
                </a:lnTo>
                <a:lnTo>
                  <a:pt x="1443" y="134"/>
                </a:lnTo>
                <a:lnTo>
                  <a:pt x="1444" y="134"/>
                </a:lnTo>
                <a:lnTo>
                  <a:pt x="1444" y="135"/>
                </a:lnTo>
                <a:lnTo>
                  <a:pt x="1445" y="135"/>
                </a:lnTo>
                <a:lnTo>
                  <a:pt x="1446" y="135"/>
                </a:lnTo>
                <a:lnTo>
                  <a:pt x="1446" y="134"/>
                </a:lnTo>
                <a:lnTo>
                  <a:pt x="1446" y="135"/>
                </a:lnTo>
                <a:lnTo>
                  <a:pt x="1447" y="135"/>
                </a:lnTo>
                <a:lnTo>
                  <a:pt x="1448" y="135"/>
                </a:lnTo>
                <a:lnTo>
                  <a:pt x="1448" y="136"/>
                </a:lnTo>
                <a:lnTo>
                  <a:pt x="1449" y="136"/>
                </a:lnTo>
                <a:lnTo>
                  <a:pt x="1450" y="136"/>
                </a:lnTo>
                <a:lnTo>
                  <a:pt x="1450" y="137"/>
                </a:lnTo>
                <a:lnTo>
                  <a:pt x="1451" y="136"/>
                </a:lnTo>
                <a:lnTo>
                  <a:pt x="1451" y="137"/>
                </a:lnTo>
                <a:lnTo>
                  <a:pt x="1451" y="138"/>
                </a:lnTo>
                <a:lnTo>
                  <a:pt x="1452" y="138"/>
                </a:lnTo>
                <a:lnTo>
                  <a:pt x="1452" y="139"/>
                </a:lnTo>
                <a:lnTo>
                  <a:pt x="1453" y="139"/>
                </a:lnTo>
                <a:lnTo>
                  <a:pt x="1454" y="139"/>
                </a:lnTo>
                <a:lnTo>
                  <a:pt x="1454" y="140"/>
                </a:lnTo>
                <a:lnTo>
                  <a:pt x="1455" y="140"/>
                </a:lnTo>
                <a:lnTo>
                  <a:pt x="1456" y="140"/>
                </a:lnTo>
                <a:lnTo>
                  <a:pt x="1457" y="140"/>
                </a:lnTo>
                <a:lnTo>
                  <a:pt x="1458" y="140"/>
                </a:lnTo>
                <a:lnTo>
                  <a:pt x="1459" y="140"/>
                </a:lnTo>
                <a:lnTo>
                  <a:pt x="1459" y="141"/>
                </a:lnTo>
                <a:lnTo>
                  <a:pt x="1460" y="141"/>
                </a:lnTo>
                <a:lnTo>
                  <a:pt x="1460" y="142"/>
                </a:lnTo>
                <a:lnTo>
                  <a:pt x="1461" y="142"/>
                </a:lnTo>
                <a:lnTo>
                  <a:pt x="1461" y="143"/>
                </a:lnTo>
                <a:lnTo>
                  <a:pt x="1462" y="143"/>
                </a:lnTo>
                <a:lnTo>
                  <a:pt x="1462" y="144"/>
                </a:lnTo>
                <a:lnTo>
                  <a:pt x="1461" y="145"/>
                </a:lnTo>
                <a:lnTo>
                  <a:pt x="1462" y="145"/>
                </a:lnTo>
                <a:lnTo>
                  <a:pt x="1462" y="146"/>
                </a:lnTo>
                <a:lnTo>
                  <a:pt x="1462" y="147"/>
                </a:lnTo>
                <a:lnTo>
                  <a:pt x="1463" y="146"/>
                </a:lnTo>
                <a:lnTo>
                  <a:pt x="1463" y="147"/>
                </a:lnTo>
                <a:lnTo>
                  <a:pt x="1463" y="146"/>
                </a:lnTo>
                <a:lnTo>
                  <a:pt x="1463" y="147"/>
                </a:lnTo>
                <a:lnTo>
                  <a:pt x="1464" y="147"/>
                </a:lnTo>
                <a:lnTo>
                  <a:pt x="1464" y="148"/>
                </a:lnTo>
                <a:lnTo>
                  <a:pt x="1465" y="149"/>
                </a:lnTo>
                <a:lnTo>
                  <a:pt x="1466" y="149"/>
                </a:lnTo>
                <a:lnTo>
                  <a:pt x="1467" y="149"/>
                </a:lnTo>
                <a:lnTo>
                  <a:pt x="1468" y="150"/>
                </a:lnTo>
                <a:lnTo>
                  <a:pt x="1468" y="151"/>
                </a:lnTo>
                <a:lnTo>
                  <a:pt x="1468" y="152"/>
                </a:lnTo>
                <a:lnTo>
                  <a:pt x="1469" y="152"/>
                </a:lnTo>
                <a:lnTo>
                  <a:pt x="1469" y="153"/>
                </a:lnTo>
                <a:lnTo>
                  <a:pt x="1469" y="154"/>
                </a:lnTo>
                <a:lnTo>
                  <a:pt x="1470" y="154"/>
                </a:lnTo>
                <a:lnTo>
                  <a:pt x="1470" y="155"/>
                </a:lnTo>
                <a:lnTo>
                  <a:pt x="1470" y="156"/>
                </a:lnTo>
                <a:lnTo>
                  <a:pt x="1471" y="156"/>
                </a:lnTo>
                <a:lnTo>
                  <a:pt x="1471" y="157"/>
                </a:lnTo>
                <a:lnTo>
                  <a:pt x="1471" y="156"/>
                </a:lnTo>
                <a:lnTo>
                  <a:pt x="1472" y="156"/>
                </a:lnTo>
                <a:lnTo>
                  <a:pt x="1472" y="155"/>
                </a:lnTo>
                <a:lnTo>
                  <a:pt x="1473" y="155"/>
                </a:lnTo>
                <a:lnTo>
                  <a:pt x="1474" y="155"/>
                </a:lnTo>
                <a:lnTo>
                  <a:pt x="1474" y="154"/>
                </a:lnTo>
                <a:lnTo>
                  <a:pt x="1475" y="154"/>
                </a:lnTo>
                <a:lnTo>
                  <a:pt x="1475" y="153"/>
                </a:lnTo>
                <a:lnTo>
                  <a:pt x="1475" y="152"/>
                </a:lnTo>
                <a:lnTo>
                  <a:pt x="1476" y="152"/>
                </a:lnTo>
                <a:lnTo>
                  <a:pt x="1477" y="152"/>
                </a:lnTo>
                <a:lnTo>
                  <a:pt x="1478" y="152"/>
                </a:lnTo>
                <a:lnTo>
                  <a:pt x="1478" y="151"/>
                </a:lnTo>
                <a:lnTo>
                  <a:pt x="1477" y="151"/>
                </a:lnTo>
                <a:lnTo>
                  <a:pt x="1478" y="151"/>
                </a:lnTo>
                <a:lnTo>
                  <a:pt x="1479" y="151"/>
                </a:lnTo>
                <a:lnTo>
                  <a:pt x="1479" y="150"/>
                </a:lnTo>
                <a:lnTo>
                  <a:pt x="1480" y="150"/>
                </a:lnTo>
                <a:lnTo>
                  <a:pt x="1481" y="150"/>
                </a:lnTo>
                <a:lnTo>
                  <a:pt x="1481" y="149"/>
                </a:lnTo>
                <a:lnTo>
                  <a:pt x="1482" y="149"/>
                </a:lnTo>
                <a:lnTo>
                  <a:pt x="1482" y="148"/>
                </a:lnTo>
                <a:lnTo>
                  <a:pt x="1482" y="147"/>
                </a:lnTo>
                <a:lnTo>
                  <a:pt x="1483" y="147"/>
                </a:lnTo>
                <a:lnTo>
                  <a:pt x="1484" y="146"/>
                </a:lnTo>
                <a:lnTo>
                  <a:pt x="1484" y="145"/>
                </a:lnTo>
                <a:lnTo>
                  <a:pt x="1485" y="145"/>
                </a:lnTo>
                <a:lnTo>
                  <a:pt x="1486" y="145"/>
                </a:lnTo>
                <a:lnTo>
                  <a:pt x="1487" y="145"/>
                </a:lnTo>
                <a:lnTo>
                  <a:pt x="1487" y="144"/>
                </a:lnTo>
                <a:lnTo>
                  <a:pt x="1488" y="144"/>
                </a:lnTo>
                <a:lnTo>
                  <a:pt x="1488" y="143"/>
                </a:lnTo>
                <a:lnTo>
                  <a:pt x="1489" y="143"/>
                </a:lnTo>
                <a:lnTo>
                  <a:pt x="1490" y="143"/>
                </a:lnTo>
                <a:lnTo>
                  <a:pt x="1490" y="142"/>
                </a:lnTo>
                <a:lnTo>
                  <a:pt x="1491" y="142"/>
                </a:lnTo>
                <a:lnTo>
                  <a:pt x="1491" y="141"/>
                </a:lnTo>
                <a:lnTo>
                  <a:pt x="1492" y="141"/>
                </a:lnTo>
                <a:lnTo>
                  <a:pt x="1492" y="140"/>
                </a:lnTo>
                <a:lnTo>
                  <a:pt x="1493" y="140"/>
                </a:lnTo>
                <a:lnTo>
                  <a:pt x="1494" y="140"/>
                </a:lnTo>
                <a:lnTo>
                  <a:pt x="1495" y="140"/>
                </a:lnTo>
                <a:lnTo>
                  <a:pt x="1495" y="139"/>
                </a:lnTo>
                <a:lnTo>
                  <a:pt x="1496" y="139"/>
                </a:lnTo>
                <a:lnTo>
                  <a:pt x="1497" y="138"/>
                </a:lnTo>
                <a:lnTo>
                  <a:pt x="1497" y="137"/>
                </a:lnTo>
                <a:lnTo>
                  <a:pt x="1497" y="136"/>
                </a:lnTo>
                <a:lnTo>
                  <a:pt x="1497" y="135"/>
                </a:lnTo>
                <a:lnTo>
                  <a:pt x="1498" y="135"/>
                </a:lnTo>
                <a:lnTo>
                  <a:pt x="1498" y="134"/>
                </a:lnTo>
                <a:lnTo>
                  <a:pt x="1498" y="133"/>
                </a:lnTo>
                <a:lnTo>
                  <a:pt x="1497" y="133"/>
                </a:lnTo>
                <a:lnTo>
                  <a:pt x="1497" y="132"/>
                </a:lnTo>
                <a:lnTo>
                  <a:pt x="1496" y="132"/>
                </a:lnTo>
                <a:lnTo>
                  <a:pt x="1496" y="131"/>
                </a:lnTo>
                <a:lnTo>
                  <a:pt x="1495" y="131"/>
                </a:lnTo>
                <a:lnTo>
                  <a:pt x="1495" y="130"/>
                </a:lnTo>
                <a:lnTo>
                  <a:pt x="1496" y="130"/>
                </a:lnTo>
                <a:lnTo>
                  <a:pt x="1496" y="129"/>
                </a:lnTo>
                <a:lnTo>
                  <a:pt x="1497" y="129"/>
                </a:lnTo>
                <a:lnTo>
                  <a:pt x="1497" y="128"/>
                </a:lnTo>
                <a:lnTo>
                  <a:pt x="1497" y="127"/>
                </a:lnTo>
                <a:lnTo>
                  <a:pt x="1498" y="126"/>
                </a:lnTo>
                <a:lnTo>
                  <a:pt x="1498" y="125"/>
                </a:lnTo>
                <a:lnTo>
                  <a:pt x="1499" y="125"/>
                </a:lnTo>
                <a:lnTo>
                  <a:pt x="1499" y="124"/>
                </a:lnTo>
                <a:lnTo>
                  <a:pt x="1500" y="123"/>
                </a:lnTo>
                <a:lnTo>
                  <a:pt x="1501" y="121"/>
                </a:lnTo>
                <a:lnTo>
                  <a:pt x="1502" y="120"/>
                </a:lnTo>
                <a:lnTo>
                  <a:pt x="1502" y="119"/>
                </a:lnTo>
                <a:lnTo>
                  <a:pt x="1503" y="118"/>
                </a:lnTo>
                <a:lnTo>
                  <a:pt x="1504" y="115"/>
                </a:lnTo>
                <a:lnTo>
                  <a:pt x="1504" y="114"/>
                </a:lnTo>
                <a:lnTo>
                  <a:pt x="1504" y="113"/>
                </a:lnTo>
                <a:lnTo>
                  <a:pt x="1504" y="110"/>
                </a:lnTo>
                <a:lnTo>
                  <a:pt x="1504" y="109"/>
                </a:lnTo>
                <a:lnTo>
                  <a:pt x="1505" y="109"/>
                </a:lnTo>
                <a:lnTo>
                  <a:pt x="1505" y="108"/>
                </a:lnTo>
                <a:lnTo>
                  <a:pt x="1505" y="107"/>
                </a:lnTo>
                <a:lnTo>
                  <a:pt x="1505" y="106"/>
                </a:lnTo>
                <a:lnTo>
                  <a:pt x="1506" y="106"/>
                </a:lnTo>
                <a:lnTo>
                  <a:pt x="1507" y="106"/>
                </a:lnTo>
                <a:lnTo>
                  <a:pt x="1507" y="107"/>
                </a:lnTo>
                <a:lnTo>
                  <a:pt x="1508" y="107"/>
                </a:lnTo>
                <a:lnTo>
                  <a:pt x="1509" y="107"/>
                </a:lnTo>
                <a:lnTo>
                  <a:pt x="1510" y="107"/>
                </a:lnTo>
                <a:lnTo>
                  <a:pt x="1511" y="107"/>
                </a:lnTo>
                <a:lnTo>
                  <a:pt x="1512" y="107"/>
                </a:lnTo>
                <a:lnTo>
                  <a:pt x="1513" y="108"/>
                </a:lnTo>
                <a:lnTo>
                  <a:pt x="1514" y="108"/>
                </a:lnTo>
                <a:lnTo>
                  <a:pt x="1515" y="108"/>
                </a:lnTo>
                <a:lnTo>
                  <a:pt x="1516" y="108"/>
                </a:lnTo>
                <a:lnTo>
                  <a:pt x="1516" y="109"/>
                </a:lnTo>
                <a:lnTo>
                  <a:pt x="1517" y="109"/>
                </a:lnTo>
                <a:lnTo>
                  <a:pt x="1518" y="109"/>
                </a:lnTo>
                <a:lnTo>
                  <a:pt x="1519" y="109"/>
                </a:lnTo>
                <a:lnTo>
                  <a:pt x="1519" y="108"/>
                </a:lnTo>
                <a:lnTo>
                  <a:pt x="1520" y="108"/>
                </a:lnTo>
                <a:lnTo>
                  <a:pt x="1520" y="109"/>
                </a:lnTo>
                <a:lnTo>
                  <a:pt x="1521" y="109"/>
                </a:lnTo>
                <a:lnTo>
                  <a:pt x="1521" y="110"/>
                </a:lnTo>
                <a:lnTo>
                  <a:pt x="1522" y="110"/>
                </a:lnTo>
                <a:lnTo>
                  <a:pt x="1522" y="111"/>
                </a:lnTo>
                <a:lnTo>
                  <a:pt x="1522" y="112"/>
                </a:lnTo>
                <a:lnTo>
                  <a:pt x="1523" y="112"/>
                </a:lnTo>
                <a:lnTo>
                  <a:pt x="1523" y="113"/>
                </a:lnTo>
                <a:lnTo>
                  <a:pt x="1522" y="113"/>
                </a:lnTo>
                <a:lnTo>
                  <a:pt x="1523" y="113"/>
                </a:lnTo>
                <a:lnTo>
                  <a:pt x="1523" y="114"/>
                </a:lnTo>
                <a:lnTo>
                  <a:pt x="1522" y="114"/>
                </a:lnTo>
                <a:lnTo>
                  <a:pt x="1522" y="115"/>
                </a:lnTo>
                <a:lnTo>
                  <a:pt x="1523" y="115"/>
                </a:lnTo>
                <a:lnTo>
                  <a:pt x="1523" y="116"/>
                </a:lnTo>
                <a:lnTo>
                  <a:pt x="1524" y="116"/>
                </a:lnTo>
                <a:lnTo>
                  <a:pt x="1525" y="116"/>
                </a:lnTo>
                <a:lnTo>
                  <a:pt x="1526" y="116"/>
                </a:lnTo>
                <a:lnTo>
                  <a:pt x="1527" y="116"/>
                </a:lnTo>
                <a:lnTo>
                  <a:pt x="1528" y="116"/>
                </a:lnTo>
                <a:lnTo>
                  <a:pt x="1528" y="117"/>
                </a:lnTo>
                <a:lnTo>
                  <a:pt x="1527" y="117"/>
                </a:lnTo>
                <a:lnTo>
                  <a:pt x="1527" y="118"/>
                </a:lnTo>
                <a:lnTo>
                  <a:pt x="1527" y="119"/>
                </a:lnTo>
                <a:lnTo>
                  <a:pt x="1527" y="120"/>
                </a:lnTo>
                <a:lnTo>
                  <a:pt x="1526" y="120"/>
                </a:lnTo>
                <a:lnTo>
                  <a:pt x="1526" y="121"/>
                </a:lnTo>
                <a:lnTo>
                  <a:pt x="1527" y="121"/>
                </a:lnTo>
                <a:lnTo>
                  <a:pt x="1527" y="122"/>
                </a:lnTo>
                <a:lnTo>
                  <a:pt x="1528" y="122"/>
                </a:lnTo>
                <a:lnTo>
                  <a:pt x="1528" y="123"/>
                </a:lnTo>
                <a:lnTo>
                  <a:pt x="1529" y="123"/>
                </a:lnTo>
                <a:lnTo>
                  <a:pt x="1529" y="124"/>
                </a:lnTo>
                <a:lnTo>
                  <a:pt x="1530" y="124"/>
                </a:lnTo>
                <a:lnTo>
                  <a:pt x="1530" y="125"/>
                </a:lnTo>
                <a:lnTo>
                  <a:pt x="1531" y="125"/>
                </a:lnTo>
                <a:lnTo>
                  <a:pt x="1532" y="125"/>
                </a:lnTo>
                <a:lnTo>
                  <a:pt x="1533" y="125"/>
                </a:lnTo>
                <a:lnTo>
                  <a:pt x="1533" y="126"/>
                </a:lnTo>
                <a:lnTo>
                  <a:pt x="1534" y="126"/>
                </a:lnTo>
                <a:lnTo>
                  <a:pt x="1534" y="127"/>
                </a:lnTo>
                <a:lnTo>
                  <a:pt x="1535" y="127"/>
                </a:lnTo>
                <a:lnTo>
                  <a:pt x="1536" y="127"/>
                </a:lnTo>
                <a:lnTo>
                  <a:pt x="1537" y="127"/>
                </a:lnTo>
                <a:lnTo>
                  <a:pt x="1537" y="126"/>
                </a:lnTo>
                <a:lnTo>
                  <a:pt x="1538" y="126"/>
                </a:lnTo>
                <a:lnTo>
                  <a:pt x="1539" y="126"/>
                </a:lnTo>
                <a:lnTo>
                  <a:pt x="1539" y="125"/>
                </a:lnTo>
                <a:lnTo>
                  <a:pt x="1540" y="126"/>
                </a:lnTo>
                <a:lnTo>
                  <a:pt x="1541" y="126"/>
                </a:lnTo>
                <a:lnTo>
                  <a:pt x="1542" y="127"/>
                </a:lnTo>
                <a:lnTo>
                  <a:pt x="1543" y="127"/>
                </a:lnTo>
                <a:lnTo>
                  <a:pt x="1544" y="127"/>
                </a:lnTo>
                <a:lnTo>
                  <a:pt x="1545" y="128"/>
                </a:lnTo>
                <a:lnTo>
                  <a:pt x="1546" y="128"/>
                </a:lnTo>
                <a:lnTo>
                  <a:pt x="1546" y="129"/>
                </a:lnTo>
                <a:lnTo>
                  <a:pt x="1547" y="129"/>
                </a:lnTo>
                <a:lnTo>
                  <a:pt x="1547" y="130"/>
                </a:lnTo>
                <a:lnTo>
                  <a:pt x="1548" y="131"/>
                </a:lnTo>
                <a:lnTo>
                  <a:pt x="1549" y="131"/>
                </a:lnTo>
                <a:lnTo>
                  <a:pt x="1549" y="132"/>
                </a:lnTo>
                <a:lnTo>
                  <a:pt x="1550" y="132"/>
                </a:lnTo>
                <a:lnTo>
                  <a:pt x="1551" y="132"/>
                </a:lnTo>
                <a:lnTo>
                  <a:pt x="1551" y="131"/>
                </a:lnTo>
                <a:lnTo>
                  <a:pt x="1551" y="130"/>
                </a:lnTo>
                <a:lnTo>
                  <a:pt x="1552" y="130"/>
                </a:lnTo>
                <a:lnTo>
                  <a:pt x="1552" y="129"/>
                </a:lnTo>
                <a:lnTo>
                  <a:pt x="1552" y="128"/>
                </a:lnTo>
                <a:lnTo>
                  <a:pt x="1554" y="128"/>
                </a:lnTo>
                <a:lnTo>
                  <a:pt x="1554" y="129"/>
                </a:lnTo>
                <a:lnTo>
                  <a:pt x="1555" y="129"/>
                </a:lnTo>
                <a:lnTo>
                  <a:pt x="1555" y="128"/>
                </a:lnTo>
                <a:lnTo>
                  <a:pt x="1556" y="128"/>
                </a:lnTo>
                <a:lnTo>
                  <a:pt x="1556" y="127"/>
                </a:lnTo>
                <a:lnTo>
                  <a:pt x="1557" y="127"/>
                </a:lnTo>
                <a:lnTo>
                  <a:pt x="1557" y="126"/>
                </a:lnTo>
                <a:lnTo>
                  <a:pt x="1556" y="126"/>
                </a:lnTo>
                <a:lnTo>
                  <a:pt x="1556" y="125"/>
                </a:lnTo>
                <a:lnTo>
                  <a:pt x="1556" y="124"/>
                </a:lnTo>
                <a:lnTo>
                  <a:pt x="1555" y="124"/>
                </a:lnTo>
                <a:lnTo>
                  <a:pt x="1555" y="123"/>
                </a:lnTo>
                <a:lnTo>
                  <a:pt x="1555" y="122"/>
                </a:lnTo>
                <a:lnTo>
                  <a:pt x="1555" y="121"/>
                </a:lnTo>
                <a:lnTo>
                  <a:pt x="1556" y="121"/>
                </a:lnTo>
                <a:lnTo>
                  <a:pt x="1557" y="121"/>
                </a:lnTo>
                <a:lnTo>
                  <a:pt x="1558" y="121"/>
                </a:lnTo>
                <a:lnTo>
                  <a:pt x="1559" y="121"/>
                </a:lnTo>
                <a:lnTo>
                  <a:pt x="1560" y="121"/>
                </a:lnTo>
                <a:lnTo>
                  <a:pt x="1560" y="120"/>
                </a:lnTo>
                <a:lnTo>
                  <a:pt x="1561" y="120"/>
                </a:lnTo>
                <a:lnTo>
                  <a:pt x="1562" y="120"/>
                </a:lnTo>
                <a:lnTo>
                  <a:pt x="1563" y="120"/>
                </a:lnTo>
                <a:lnTo>
                  <a:pt x="1563" y="119"/>
                </a:lnTo>
                <a:lnTo>
                  <a:pt x="1564" y="118"/>
                </a:lnTo>
                <a:lnTo>
                  <a:pt x="1564" y="117"/>
                </a:lnTo>
                <a:lnTo>
                  <a:pt x="1565" y="116"/>
                </a:lnTo>
                <a:lnTo>
                  <a:pt x="1566" y="116"/>
                </a:lnTo>
                <a:lnTo>
                  <a:pt x="1566" y="115"/>
                </a:lnTo>
                <a:lnTo>
                  <a:pt x="1567" y="115"/>
                </a:lnTo>
                <a:lnTo>
                  <a:pt x="1567" y="114"/>
                </a:lnTo>
                <a:lnTo>
                  <a:pt x="1568" y="114"/>
                </a:lnTo>
                <a:lnTo>
                  <a:pt x="1568" y="113"/>
                </a:lnTo>
                <a:lnTo>
                  <a:pt x="1568" y="112"/>
                </a:lnTo>
                <a:lnTo>
                  <a:pt x="1569" y="112"/>
                </a:lnTo>
                <a:lnTo>
                  <a:pt x="1569" y="111"/>
                </a:lnTo>
                <a:lnTo>
                  <a:pt x="1570" y="110"/>
                </a:lnTo>
                <a:lnTo>
                  <a:pt x="1570" y="109"/>
                </a:lnTo>
                <a:lnTo>
                  <a:pt x="1571" y="109"/>
                </a:lnTo>
                <a:lnTo>
                  <a:pt x="1572" y="109"/>
                </a:lnTo>
                <a:lnTo>
                  <a:pt x="1573" y="109"/>
                </a:lnTo>
                <a:lnTo>
                  <a:pt x="1573" y="108"/>
                </a:lnTo>
                <a:lnTo>
                  <a:pt x="1573" y="107"/>
                </a:lnTo>
                <a:lnTo>
                  <a:pt x="1574" y="107"/>
                </a:lnTo>
                <a:lnTo>
                  <a:pt x="1575" y="107"/>
                </a:lnTo>
                <a:lnTo>
                  <a:pt x="1575" y="106"/>
                </a:lnTo>
                <a:lnTo>
                  <a:pt x="1575" y="105"/>
                </a:lnTo>
                <a:lnTo>
                  <a:pt x="1576" y="103"/>
                </a:lnTo>
                <a:lnTo>
                  <a:pt x="1576" y="101"/>
                </a:lnTo>
                <a:lnTo>
                  <a:pt x="1577" y="101"/>
                </a:lnTo>
                <a:lnTo>
                  <a:pt x="1578" y="101"/>
                </a:lnTo>
                <a:lnTo>
                  <a:pt x="1579" y="101"/>
                </a:lnTo>
                <a:lnTo>
                  <a:pt x="1580" y="101"/>
                </a:lnTo>
                <a:lnTo>
                  <a:pt x="1581" y="101"/>
                </a:lnTo>
                <a:lnTo>
                  <a:pt x="1582" y="101"/>
                </a:lnTo>
                <a:lnTo>
                  <a:pt x="1583" y="101"/>
                </a:lnTo>
                <a:lnTo>
                  <a:pt x="1584" y="101"/>
                </a:lnTo>
                <a:lnTo>
                  <a:pt x="1585" y="101"/>
                </a:lnTo>
                <a:lnTo>
                  <a:pt x="1586" y="101"/>
                </a:lnTo>
                <a:lnTo>
                  <a:pt x="1587" y="101"/>
                </a:lnTo>
                <a:lnTo>
                  <a:pt x="1587" y="102"/>
                </a:lnTo>
                <a:lnTo>
                  <a:pt x="1587" y="101"/>
                </a:lnTo>
                <a:lnTo>
                  <a:pt x="1588" y="102"/>
                </a:lnTo>
                <a:lnTo>
                  <a:pt x="1588" y="103"/>
                </a:lnTo>
                <a:lnTo>
                  <a:pt x="1588" y="104"/>
                </a:lnTo>
                <a:lnTo>
                  <a:pt x="1589" y="104"/>
                </a:lnTo>
                <a:lnTo>
                  <a:pt x="1589" y="105"/>
                </a:lnTo>
                <a:lnTo>
                  <a:pt x="1589" y="106"/>
                </a:lnTo>
                <a:lnTo>
                  <a:pt x="1588" y="106"/>
                </a:lnTo>
                <a:lnTo>
                  <a:pt x="1588" y="107"/>
                </a:lnTo>
                <a:lnTo>
                  <a:pt x="1589" y="107"/>
                </a:lnTo>
                <a:lnTo>
                  <a:pt x="1590" y="107"/>
                </a:lnTo>
                <a:lnTo>
                  <a:pt x="1590" y="108"/>
                </a:lnTo>
                <a:lnTo>
                  <a:pt x="1591" y="108"/>
                </a:lnTo>
                <a:lnTo>
                  <a:pt x="1591" y="109"/>
                </a:lnTo>
                <a:lnTo>
                  <a:pt x="1592" y="109"/>
                </a:lnTo>
                <a:lnTo>
                  <a:pt x="1593" y="109"/>
                </a:lnTo>
                <a:lnTo>
                  <a:pt x="1594" y="109"/>
                </a:lnTo>
                <a:lnTo>
                  <a:pt x="1594" y="110"/>
                </a:lnTo>
                <a:lnTo>
                  <a:pt x="1595" y="110"/>
                </a:lnTo>
                <a:lnTo>
                  <a:pt x="1596" y="110"/>
                </a:lnTo>
                <a:lnTo>
                  <a:pt x="1597" y="110"/>
                </a:lnTo>
                <a:lnTo>
                  <a:pt x="1597" y="111"/>
                </a:lnTo>
                <a:lnTo>
                  <a:pt x="1598" y="111"/>
                </a:lnTo>
                <a:lnTo>
                  <a:pt x="1598" y="112"/>
                </a:lnTo>
                <a:lnTo>
                  <a:pt x="1599" y="112"/>
                </a:lnTo>
                <a:lnTo>
                  <a:pt x="1599" y="113"/>
                </a:lnTo>
                <a:lnTo>
                  <a:pt x="1599" y="114"/>
                </a:lnTo>
                <a:lnTo>
                  <a:pt x="1599" y="115"/>
                </a:lnTo>
                <a:lnTo>
                  <a:pt x="1600" y="115"/>
                </a:lnTo>
                <a:lnTo>
                  <a:pt x="1600" y="116"/>
                </a:lnTo>
                <a:lnTo>
                  <a:pt x="1600" y="117"/>
                </a:lnTo>
                <a:lnTo>
                  <a:pt x="1601" y="118"/>
                </a:lnTo>
                <a:lnTo>
                  <a:pt x="1601" y="119"/>
                </a:lnTo>
                <a:lnTo>
                  <a:pt x="1602" y="119"/>
                </a:lnTo>
                <a:lnTo>
                  <a:pt x="1603" y="119"/>
                </a:lnTo>
                <a:lnTo>
                  <a:pt x="1603" y="120"/>
                </a:lnTo>
                <a:lnTo>
                  <a:pt x="1605" y="120"/>
                </a:lnTo>
                <a:lnTo>
                  <a:pt x="1605" y="121"/>
                </a:lnTo>
                <a:lnTo>
                  <a:pt x="1605" y="122"/>
                </a:lnTo>
                <a:lnTo>
                  <a:pt x="1606" y="122"/>
                </a:lnTo>
                <a:lnTo>
                  <a:pt x="1607" y="122"/>
                </a:lnTo>
                <a:lnTo>
                  <a:pt x="1607" y="123"/>
                </a:lnTo>
                <a:lnTo>
                  <a:pt x="1608" y="123"/>
                </a:lnTo>
                <a:lnTo>
                  <a:pt x="1608" y="124"/>
                </a:lnTo>
                <a:lnTo>
                  <a:pt x="1609" y="124"/>
                </a:lnTo>
                <a:lnTo>
                  <a:pt x="1610" y="124"/>
                </a:lnTo>
                <a:lnTo>
                  <a:pt x="1610" y="125"/>
                </a:lnTo>
                <a:lnTo>
                  <a:pt x="1611" y="125"/>
                </a:lnTo>
                <a:lnTo>
                  <a:pt x="1611" y="124"/>
                </a:lnTo>
                <a:lnTo>
                  <a:pt x="1612" y="124"/>
                </a:lnTo>
                <a:lnTo>
                  <a:pt x="1612" y="125"/>
                </a:lnTo>
                <a:lnTo>
                  <a:pt x="1613" y="124"/>
                </a:lnTo>
                <a:lnTo>
                  <a:pt x="1613" y="125"/>
                </a:lnTo>
                <a:lnTo>
                  <a:pt x="1614" y="125"/>
                </a:lnTo>
                <a:lnTo>
                  <a:pt x="1614" y="126"/>
                </a:lnTo>
                <a:lnTo>
                  <a:pt x="1615" y="126"/>
                </a:lnTo>
                <a:lnTo>
                  <a:pt x="1616" y="126"/>
                </a:lnTo>
                <a:lnTo>
                  <a:pt x="1617" y="126"/>
                </a:lnTo>
                <a:lnTo>
                  <a:pt x="1617" y="125"/>
                </a:lnTo>
                <a:lnTo>
                  <a:pt x="1618" y="125"/>
                </a:lnTo>
                <a:lnTo>
                  <a:pt x="1619" y="125"/>
                </a:lnTo>
                <a:lnTo>
                  <a:pt x="1619" y="126"/>
                </a:lnTo>
                <a:lnTo>
                  <a:pt x="1620" y="126"/>
                </a:lnTo>
                <a:lnTo>
                  <a:pt x="1621" y="126"/>
                </a:lnTo>
                <a:lnTo>
                  <a:pt x="1621" y="127"/>
                </a:lnTo>
                <a:lnTo>
                  <a:pt x="1622" y="127"/>
                </a:lnTo>
                <a:lnTo>
                  <a:pt x="1622" y="128"/>
                </a:lnTo>
                <a:lnTo>
                  <a:pt x="1623" y="128"/>
                </a:lnTo>
                <a:lnTo>
                  <a:pt x="1623" y="129"/>
                </a:lnTo>
                <a:lnTo>
                  <a:pt x="1624" y="129"/>
                </a:lnTo>
                <a:lnTo>
                  <a:pt x="1624" y="130"/>
                </a:lnTo>
                <a:lnTo>
                  <a:pt x="1624" y="131"/>
                </a:lnTo>
                <a:lnTo>
                  <a:pt x="1625" y="131"/>
                </a:lnTo>
                <a:lnTo>
                  <a:pt x="1626" y="131"/>
                </a:lnTo>
                <a:lnTo>
                  <a:pt x="1627" y="131"/>
                </a:lnTo>
                <a:lnTo>
                  <a:pt x="1628" y="132"/>
                </a:lnTo>
                <a:lnTo>
                  <a:pt x="1629" y="132"/>
                </a:lnTo>
                <a:lnTo>
                  <a:pt x="1629" y="131"/>
                </a:lnTo>
                <a:lnTo>
                  <a:pt x="1630" y="131"/>
                </a:lnTo>
                <a:lnTo>
                  <a:pt x="1630" y="132"/>
                </a:lnTo>
                <a:lnTo>
                  <a:pt x="1631" y="132"/>
                </a:lnTo>
                <a:lnTo>
                  <a:pt x="1631" y="133"/>
                </a:lnTo>
                <a:lnTo>
                  <a:pt x="1631" y="134"/>
                </a:lnTo>
                <a:lnTo>
                  <a:pt x="1630" y="134"/>
                </a:lnTo>
                <a:lnTo>
                  <a:pt x="1630" y="135"/>
                </a:lnTo>
                <a:lnTo>
                  <a:pt x="1629" y="135"/>
                </a:lnTo>
                <a:lnTo>
                  <a:pt x="1629" y="136"/>
                </a:lnTo>
                <a:lnTo>
                  <a:pt x="1628" y="136"/>
                </a:lnTo>
                <a:lnTo>
                  <a:pt x="1627" y="136"/>
                </a:lnTo>
                <a:lnTo>
                  <a:pt x="1627" y="137"/>
                </a:lnTo>
                <a:lnTo>
                  <a:pt x="1627" y="138"/>
                </a:lnTo>
                <a:lnTo>
                  <a:pt x="1626" y="138"/>
                </a:lnTo>
                <a:lnTo>
                  <a:pt x="1626" y="139"/>
                </a:lnTo>
                <a:lnTo>
                  <a:pt x="1626" y="140"/>
                </a:lnTo>
                <a:lnTo>
                  <a:pt x="1625" y="140"/>
                </a:lnTo>
                <a:lnTo>
                  <a:pt x="1625" y="141"/>
                </a:lnTo>
                <a:lnTo>
                  <a:pt x="1624" y="141"/>
                </a:lnTo>
                <a:lnTo>
                  <a:pt x="1624" y="142"/>
                </a:lnTo>
                <a:lnTo>
                  <a:pt x="1625" y="142"/>
                </a:lnTo>
                <a:lnTo>
                  <a:pt x="1626" y="143"/>
                </a:lnTo>
                <a:lnTo>
                  <a:pt x="1626" y="144"/>
                </a:lnTo>
                <a:lnTo>
                  <a:pt x="1627" y="144"/>
                </a:lnTo>
                <a:lnTo>
                  <a:pt x="1628" y="145"/>
                </a:lnTo>
                <a:lnTo>
                  <a:pt x="1629" y="145"/>
                </a:lnTo>
                <a:lnTo>
                  <a:pt x="1629" y="146"/>
                </a:lnTo>
                <a:lnTo>
                  <a:pt x="1628" y="146"/>
                </a:lnTo>
                <a:lnTo>
                  <a:pt x="1628" y="147"/>
                </a:lnTo>
                <a:lnTo>
                  <a:pt x="1629" y="147"/>
                </a:lnTo>
                <a:lnTo>
                  <a:pt x="1630" y="147"/>
                </a:lnTo>
                <a:lnTo>
                  <a:pt x="1630" y="148"/>
                </a:lnTo>
                <a:lnTo>
                  <a:pt x="1630" y="147"/>
                </a:lnTo>
                <a:lnTo>
                  <a:pt x="1630" y="148"/>
                </a:lnTo>
                <a:lnTo>
                  <a:pt x="1631" y="148"/>
                </a:lnTo>
                <a:lnTo>
                  <a:pt x="1631" y="149"/>
                </a:lnTo>
                <a:lnTo>
                  <a:pt x="1632" y="149"/>
                </a:lnTo>
                <a:lnTo>
                  <a:pt x="1632" y="150"/>
                </a:lnTo>
                <a:lnTo>
                  <a:pt x="1633" y="151"/>
                </a:lnTo>
                <a:lnTo>
                  <a:pt x="1634" y="151"/>
                </a:lnTo>
                <a:lnTo>
                  <a:pt x="1635" y="152"/>
                </a:lnTo>
                <a:lnTo>
                  <a:pt x="1636" y="152"/>
                </a:lnTo>
                <a:lnTo>
                  <a:pt x="1636" y="153"/>
                </a:lnTo>
                <a:lnTo>
                  <a:pt x="1636" y="154"/>
                </a:lnTo>
                <a:lnTo>
                  <a:pt x="1637" y="154"/>
                </a:lnTo>
                <a:lnTo>
                  <a:pt x="1637" y="155"/>
                </a:lnTo>
                <a:lnTo>
                  <a:pt x="1638" y="155"/>
                </a:lnTo>
                <a:lnTo>
                  <a:pt x="1638" y="156"/>
                </a:lnTo>
                <a:lnTo>
                  <a:pt x="1638" y="157"/>
                </a:lnTo>
                <a:lnTo>
                  <a:pt x="1638" y="158"/>
                </a:lnTo>
                <a:lnTo>
                  <a:pt x="1639" y="158"/>
                </a:lnTo>
                <a:lnTo>
                  <a:pt x="1640" y="158"/>
                </a:lnTo>
                <a:lnTo>
                  <a:pt x="1641" y="158"/>
                </a:lnTo>
                <a:lnTo>
                  <a:pt x="1641" y="159"/>
                </a:lnTo>
                <a:lnTo>
                  <a:pt x="1641" y="160"/>
                </a:lnTo>
                <a:lnTo>
                  <a:pt x="1641" y="161"/>
                </a:lnTo>
                <a:lnTo>
                  <a:pt x="1642" y="162"/>
                </a:lnTo>
                <a:lnTo>
                  <a:pt x="1642" y="161"/>
                </a:lnTo>
                <a:lnTo>
                  <a:pt x="1643" y="161"/>
                </a:lnTo>
                <a:lnTo>
                  <a:pt x="1644" y="161"/>
                </a:lnTo>
                <a:lnTo>
                  <a:pt x="1644" y="162"/>
                </a:lnTo>
                <a:lnTo>
                  <a:pt x="1644" y="163"/>
                </a:lnTo>
                <a:lnTo>
                  <a:pt x="1645" y="163"/>
                </a:lnTo>
                <a:lnTo>
                  <a:pt x="1644" y="164"/>
                </a:lnTo>
                <a:lnTo>
                  <a:pt x="1645" y="164"/>
                </a:lnTo>
                <a:lnTo>
                  <a:pt x="1646" y="165"/>
                </a:lnTo>
                <a:lnTo>
                  <a:pt x="1647" y="165"/>
                </a:lnTo>
                <a:lnTo>
                  <a:pt x="1647" y="164"/>
                </a:lnTo>
                <a:lnTo>
                  <a:pt x="1647" y="165"/>
                </a:lnTo>
                <a:lnTo>
                  <a:pt x="1647" y="166"/>
                </a:lnTo>
                <a:lnTo>
                  <a:pt x="1648" y="166"/>
                </a:lnTo>
                <a:lnTo>
                  <a:pt x="1649" y="166"/>
                </a:lnTo>
                <a:lnTo>
                  <a:pt x="1649" y="167"/>
                </a:lnTo>
                <a:lnTo>
                  <a:pt x="1650" y="167"/>
                </a:lnTo>
                <a:lnTo>
                  <a:pt x="1650" y="168"/>
                </a:lnTo>
                <a:lnTo>
                  <a:pt x="1651" y="168"/>
                </a:lnTo>
                <a:lnTo>
                  <a:pt x="1652" y="168"/>
                </a:lnTo>
                <a:lnTo>
                  <a:pt x="1653" y="168"/>
                </a:lnTo>
                <a:lnTo>
                  <a:pt x="1653" y="169"/>
                </a:lnTo>
                <a:lnTo>
                  <a:pt x="1654" y="170"/>
                </a:lnTo>
                <a:lnTo>
                  <a:pt x="1653" y="170"/>
                </a:lnTo>
                <a:lnTo>
                  <a:pt x="1653" y="171"/>
                </a:lnTo>
                <a:lnTo>
                  <a:pt x="1654" y="171"/>
                </a:lnTo>
                <a:lnTo>
                  <a:pt x="1656" y="171"/>
                </a:lnTo>
                <a:lnTo>
                  <a:pt x="1656" y="172"/>
                </a:lnTo>
                <a:lnTo>
                  <a:pt x="1657" y="172"/>
                </a:lnTo>
                <a:lnTo>
                  <a:pt x="1658" y="172"/>
                </a:lnTo>
                <a:lnTo>
                  <a:pt x="1658" y="173"/>
                </a:lnTo>
                <a:lnTo>
                  <a:pt x="1658" y="174"/>
                </a:lnTo>
                <a:lnTo>
                  <a:pt x="1659" y="174"/>
                </a:lnTo>
                <a:lnTo>
                  <a:pt x="1660" y="174"/>
                </a:lnTo>
                <a:lnTo>
                  <a:pt x="1661" y="174"/>
                </a:lnTo>
                <a:lnTo>
                  <a:pt x="1661" y="175"/>
                </a:lnTo>
                <a:lnTo>
                  <a:pt x="1662" y="176"/>
                </a:lnTo>
                <a:lnTo>
                  <a:pt x="1663" y="176"/>
                </a:lnTo>
                <a:lnTo>
                  <a:pt x="1663" y="177"/>
                </a:lnTo>
                <a:lnTo>
                  <a:pt x="1662" y="177"/>
                </a:lnTo>
                <a:lnTo>
                  <a:pt x="1662" y="178"/>
                </a:lnTo>
                <a:lnTo>
                  <a:pt x="1663" y="178"/>
                </a:lnTo>
                <a:lnTo>
                  <a:pt x="1664" y="178"/>
                </a:lnTo>
                <a:lnTo>
                  <a:pt x="1664" y="179"/>
                </a:lnTo>
                <a:lnTo>
                  <a:pt x="1665" y="179"/>
                </a:lnTo>
                <a:lnTo>
                  <a:pt x="1666" y="179"/>
                </a:lnTo>
                <a:lnTo>
                  <a:pt x="1667" y="179"/>
                </a:lnTo>
                <a:lnTo>
                  <a:pt x="1667" y="180"/>
                </a:lnTo>
                <a:lnTo>
                  <a:pt x="1668" y="180"/>
                </a:lnTo>
                <a:lnTo>
                  <a:pt x="1668" y="181"/>
                </a:lnTo>
                <a:lnTo>
                  <a:pt x="1668" y="182"/>
                </a:lnTo>
                <a:lnTo>
                  <a:pt x="1669" y="182"/>
                </a:lnTo>
                <a:lnTo>
                  <a:pt x="1669" y="183"/>
                </a:lnTo>
                <a:lnTo>
                  <a:pt x="1669" y="184"/>
                </a:lnTo>
                <a:lnTo>
                  <a:pt x="1670" y="185"/>
                </a:lnTo>
                <a:lnTo>
                  <a:pt x="1671" y="185"/>
                </a:lnTo>
                <a:lnTo>
                  <a:pt x="1671" y="187"/>
                </a:lnTo>
                <a:lnTo>
                  <a:pt x="1671" y="189"/>
                </a:lnTo>
                <a:lnTo>
                  <a:pt x="1672" y="189"/>
                </a:lnTo>
                <a:lnTo>
                  <a:pt x="1672" y="190"/>
                </a:lnTo>
                <a:lnTo>
                  <a:pt x="1672" y="191"/>
                </a:lnTo>
                <a:lnTo>
                  <a:pt x="1672" y="192"/>
                </a:lnTo>
                <a:lnTo>
                  <a:pt x="1673" y="193"/>
                </a:lnTo>
                <a:lnTo>
                  <a:pt x="1674" y="193"/>
                </a:lnTo>
                <a:lnTo>
                  <a:pt x="1675" y="193"/>
                </a:lnTo>
                <a:lnTo>
                  <a:pt x="1676" y="193"/>
                </a:lnTo>
                <a:lnTo>
                  <a:pt x="1677" y="194"/>
                </a:lnTo>
                <a:lnTo>
                  <a:pt x="1677" y="195"/>
                </a:lnTo>
                <a:lnTo>
                  <a:pt x="1677" y="196"/>
                </a:lnTo>
                <a:lnTo>
                  <a:pt x="1677" y="197"/>
                </a:lnTo>
                <a:lnTo>
                  <a:pt x="1678" y="197"/>
                </a:lnTo>
                <a:lnTo>
                  <a:pt x="1678" y="198"/>
                </a:lnTo>
                <a:lnTo>
                  <a:pt x="1679" y="198"/>
                </a:lnTo>
                <a:lnTo>
                  <a:pt x="1679" y="199"/>
                </a:lnTo>
                <a:lnTo>
                  <a:pt x="1679" y="200"/>
                </a:lnTo>
                <a:lnTo>
                  <a:pt x="1679" y="201"/>
                </a:lnTo>
                <a:lnTo>
                  <a:pt x="1679" y="202"/>
                </a:lnTo>
                <a:lnTo>
                  <a:pt x="1679" y="203"/>
                </a:lnTo>
                <a:lnTo>
                  <a:pt x="1678" y="203"/>
                </a:lnTo>
                <a:lnTo>
                  <a:pt x="1678" y="204"/>
                </a:lnTo>
                <a:lnTo>
                  <a:pt x="1679" y="204"/>
                </a:lnTo>
                <a:lnTo>
                  <a:pt x="1679" y="205"/>
                </a:lnTo>
                <a:lnTo>
                  <a:pt x="1680" y="205"/>
                </a:lnTo>
                <a:lnTo>
                  <a:pt x="1680" y="206"/>
                </a:lnTo>
                <a:lnTo>
                  <a:pt x="1681" y="207"/>
                </a:lnTo>
                <a:lnTo>
                  <a:pt x="1682" y="207"/>
                </a:lnTo>
                <a:lnTo>
                  <a:pt x="1683" y="207"/>
                </a:lnTo>
                <a:lnTo>
                  <a:pt x="1684" y="207"/>
                </a:lnTo>
                <a:lnTo>
                  <a:pt x="1685" y="207"/>
                </a:lnTo>
                <a:lnTo>
                  <a:pt x="1685" y="206"/>
                </a:lnTo>
                <a:lnTo>
                  <a:pt x="1686" y="206"/>
                </a:lnTo>
                <a:lnTo>
                  <a:pt x="1687" y="206"/>
                </a:lnTo>
                <a:lnTo>
                  <a:pt x="1687" y="205"/>
                </a:lnTo>
                <a:lnTo>
                  <a:pt x="1687" y="206"/>
                </a:lnTo>
                <a:lnTo>
                  <a:pt x="1688" y="206"/>
                </a:lnTo>
                <a:lnTo>
                  <a:pt x="1688" y="207"/>
                </a:lnTo>
                <a:lnTo>
                  <a:pt x="1688" y="206"/>
                </a:lnTo>
                <a:lnTo>
                  <a:pt x="1690" y="206"/>
                </a:lnTo>
                <a:lnTo>
                  <a:pt x="1690" y="207"/>
                </a:lnTo>
                <a:lnTo>
                  <a:pt x="1691" y="207"/>
                </a:lnTo>
                <a:lnTo>
                  <a:pt x="1691" y="208"/>
                </a:lnTo>
                <a:lnTo>
                  <a:pt x="1691" y="209"/>
                </a:lnTo>
                <a:lnTo>
                  <a:pt x="1691" y="210"/>
                </a:lnTo>
                <a:lnTo>
                  <a:pt x="1691" y="211"/>
                </a:lnTo>
                <a:lnTo>
                  <a:pt x="1691" y="212"/>
                </a:lnTo>
                <a:lnTo>
                  <a:pt x="1691" y="213"/>
                </a:lnTo>
                <a:lnTo>
                  <a:pt x="1691" y="214"/>
                </a:lnTo>
                <a:lnTo>
                  <a:pt x="1691" y="215"/>
                </a:lnTo>
                <a:lnTo>
                  <a:pt x="1691" y="216"/>
                </a:lnTo>
                <a:lnTo>
                  <a:pt x="1691" y="217"/>
                </a:lnTo>
                <a:lnTo>
                  <a:pt x="1692" y="217"/>
                </a:lnTo>
                <a:lnTo>
                  <a:pt x="1692" y="218"/>
                </a:lnTo>
                <a:lnTo>
                  <a:pt x="1692" y="219"/>
                </a:lnTo>
                <a:lnTo>
                  <a:pt x="1692" y="220"/>
                </a:lnTo>
                <a:lnTo>
                  <a:pt x="1693" y="220"/>
                </a:lnTo>
                <a:lnTo>
                  <a:pt x="1694" y="221"/>
                </a:lnTo>
                <a:lnTo>
                  <a:pt x="1695" y="221"/>
                </a:lnTo>
                <a:lnTo>
                  <a:pt x="1695" y="222"/>
                </a:lnTo>
                <a:lnTo>
                  <a:pt x="1696" y="223"/>
                </a:lnTo>
                <a:lnTo>
                  <a:pt x="1696" y="224"/>
                </a:lnTo>
                <a:lnTo>
                  <a:pt x="1696" y="225"/>
                </a:lnTo>
                <a:lnTo>
                  <a:pt x="1697" y="225"/>
                </a:lnTo>
                <a:lnTo>
                  <a:pt x="1697" y="226"/>
                </a:lnTo>
                <a:lnTo>
                  <a:pt x="1698" y="226"/>
                </a:lnTo>
                <a:lnTo>
                  <a:pt x="1698" y="227"/>
                </a:lnTo>
                <a:lnTo>
                  <a:pt x="1699" y="227"/>
                </a:lnTo>
                <a:lnTo>
                  <a:pt x="1700" y="228"/>
                </a:lnTo>
                <a:lnTo>
                  <a:pt x="1700" y="229"/>
                </a:lnTo>
                <a:lnTo>
                  <a:pt x="1701" y="229"/>
                </a:lnTo>
                <a:lnTo>
                  <a:pt x="1701" y="230"/>
                </a:lnTo>
                <a:lnTo>
                  <a:pt x="1701" y="231"/>
                </a:lnTo>
                <a:lnTo>
                  <a:pt x="1702" y="231"/>
                </a:lnTo>
                <a:lnTo>
                  <a:pt x="1703" y="231"/>
                </a:lnTo>
                <a:lnTo>
                  <a:pt x="1703" y="232"/>
                </a:lnTo>
                <a:lnTo>
                  <a:pt x="1703" y="233"/>
                </a:lnTo>
                <a:lnTo>
                  <a:pt x="1704" y="233"/>
                </a:lnTo>
                <a:lnTo>
                  <a:pt x="1705" y="234"/>
                </a:lnTo>
                <a:lnTo>
                  <a:pt x="1706" y="234"/>
                </a:lnTo>
                <a:lnTo>
                  <a:pt x="1707" y="234"/>
                </a:lnTo>
                <a:lnTo>
                  <a:pt x="1707" y="235"/>
                </a:lnTo>
                <a:lnTo>
                  <a:pt x="1708" y="236"/>
                </a:lnTo>
                <a:lnTo>
                  <a:pt x="1709" y="236"/>
                </a:lnTo>
                <a:lnTo>
                  <a:pt x="1710" y="236"/>
                </a:lnTo>
                <a:lnTo>
                  <a:pt x="1711" y="236"/>
                </a:lnTo>
                <a:lnTo>
                  <a:pt x="1711" y="237"/>
                </a:lnTo>
                <a:lnTo>
                  <a:pt x="1712" y="237"/>
                </a:lnTo>
                <a:lnTo>
                  <a:pt x="1712" y="238"/>
                </a:lnTo>
                <a:lnTo>
                  <a:pt x="1713" y="238"/>
                </a:lnTo>
                <a:lnTo>
                  <a:pt x="1713" y="239"/>
                </a:lnTo>
                <a:lnTo>
                  <a:pt x="1712" y="239"/>
                </a:lnTo>
                <a:lnTo>
                  <a:pt x="1712" y="240"/>
                </a:lnTo>
                <a:lnTo>
                  <a:pt x="1713" y="240"/>
                </a:lnTo>
                <a:lnTo>
                  <a:pt x="1712" y="240"/>
                </a:lnTo>
                <a:lnTo>
                  <a:pt x="1712" y="241"/>
                </a:lnTo>
                <a:lnTo>
                  <a:pt x="1712" y="242"/>
                </a:lnTo>
                <a:lnTo>
                  <a:pt x="1712" y="243"/>
                </a:lnTo>
                <a:lnTo>
                  <a:pt x="1712" y="244"/>
                </a:lnTo>
                <a:lnTo>
                  <a:pt x="1713" y="244"/>
                </a:lnTo>
                <a:lnTo>
                  <a:pt x="1714" y="244"/>
                </a:lnTo>
                <a:lnTo>
                  <a:pt x="1715" y="245"/>
                </a:lnTo>
                <a:lnTo>
                  <a:pt x="1715" y="246"/>
                </a:lnTo>
                <a:lnTo>
                  <a:pt x="1715" y="245"/>
                </a:lnTo>
                <a:lnTo>
                  <a:pt x="1716" y="245"/>
                </a:lnTo>
                <a:lnTo>
                  <a:pt x="1716" y="246"/>
                </a:lnTo>
                <a:lnTo>
                  <a:pt x="1717" y="246"/>
                </a:lnTo>
                <a:lnTo>
                  <a:pt x="1718" y="246"/>
                </a:lnTo>
                <a:lnTo>
                  <a:pt x="1719" y="246"/>
                </a:lnTo>
                <a:lnTo>
                  <a:pt x="1719" y="247"/>
                </a:lnTo>
                <a:lnTo>
                  <a:pt x="1720" y="247"/>
                </a:lnTo>
                <a:lnTo>
                  <a:pt x="1721" y="247"/>
                </a:lnTo>
                <a:lnTo>
                  <a:pt x="1721" y="248"/>
                </a:lnTo>
                <a:lnTo>
                  <a:pt x="1722" y="248"/>
                </a:lnTo>
                <a:lnTo>
                  <a:pt x="1722" y="249"/>
                </a:lnTo>
                <a:lnTo>
                  <a:pt x="1722" y="250"/>
                </a:lnTo>
                <a:lnTo>
                  <a:pt x="1723" y="250"/>
                </a:lnTo>
                <a:lnTo>
                  <a:pt x="1723" y="251"/>
                </a:lnTo>
                <a:lnTo>
                  <a:pt x="1724" y="251"/>
                </a:lnTo>
                <a:lnTo>
                  <a:pt x="1724" y="250"/>
                </a:lnTo>
                <a:lnTo>
                  <a:pt x="1725" y="250"/>
                </a:lnTo>
                <a:lnTo>
                  <a:pt x="1726" y="250"/>
                </a:lnTo>
                <a:lnTo>
                  <a:pt x="1727" y="250"/>
                </a:lnTo>
                <a:lnTo>
                  <a:pt x="1728" y="251"/>
                </a:lnTo>
                <a:lnTo>
                  <a:pt x="1730" y="251"/>
                </a:lnTo>
                <a:lnTo>
                  <a:pt x="1730" y="252"/>
                </a:lnTo>
                <a:lnTo>
                  <a:pt x="1730" y="253"/>
                </a:lnTo>
                <a:lnTo>
                  <a:pt x="1731" y="253"/>
                </a:lnTo>
                <a:lnTo>
                  <a:pt x="1731" y="254"/>
                </a:lnTo>
                <a:lnTo>
                  <a:pt x="1730" y="254"/>
                </a:lnTo>
                <a:lnTo>
                  <a:pt x="1730" y="255"/>
                </a:lnTo>
                <a:lnTo>
                  <a:pt x="1731" y="255"/>
                </a:lnTo>
                <a:lnTo>
                  <a:pt x="1732" y="255"/>
                </a:lnTo>
                <a:lnTo>
                  <a:pt x="1733" y="255"/>
                </a:lnTo>
                <a:lnTo>
                  <a:pt x="1734" y="256"/>
                </a:lnTo>
                <a:lnTo>
                  <a:pt x="1734" y="257"/>
                </a:lnTo>
                <a:lnTo>
                  <a:pt x="1735" y="257"/>
                </a:lnTo>
                <a:lnTo>
                  <a:pt x="1735" y="258"/>
                </a:lnTo>
                <a:lnTo>
                  <a:pt x="1735" y="259"/>
                </a:lnTo>
                <a:lnTo>
                  <a:pt x="1736" y="259"/>
                </a:lnTo>
                <a:lnTo>
                  <a:pt x="1736" y="260"/>
                </a:lnTo>
                <a:lnTo>
                  <a:pt x="1737" y="260"/>
                </a:lnTo>
                <a:lnTo>
                  <a:pt x="1738" y="260"/>
                </a:lnTo>
                <a:lnTo>
                  <a:pt x="1739" y="260"/>
                </a:lnTo>
                <a:lnTo>
                  <a:pt x="1740" y="260"/>
                </a:lnTo>
                <a:lnTo>
                  <a:pt x="1740" y="261"/>
                </a:lnTo>
                <a:lnTo>
                  <a:pt x="1741" y="261"/>
                </a:lnTo>
                <a:lnTo>
                  <a:pt x="1741" y="262"/>
                </a:lnTo>
                <a:lnTo>
                  <a:pt x="1742" y="262"/>
                </a:lnTo>
                <a:lnTo>
                  <a:pt x="1743" y="262"/>
                </a:lnTo>
                <a:lnTo>
                  <a:pt x="1744" y="262"/>
                </a:lnTo>
                <a:lnTo>
                  <a:pt x="1744" y="263"/>
                </a:lnTo>
                <a:lnTo>
                  <a:pt x="1745" y="263"/>
                </a:lnTo>
                <a:lnTo>
                  <a:pt x="1746" y="263"/>
                </a:lnTo>
                <a:lnTo>
                  <a:pt x="1746" y="264"/>
                </a:lnTo>
                <a:lnTo>
                  <a:pt x="1747" y="264"/>
                </a:lnTo>
                <a:lnTo>
                  <a:pt x="1747" y="265"/>
                </a:lnTo>
                <a:lnTo>
                  <a:pt x="1749" y="265"/>
                </a:lnTo>
                <a:lnTo>
                  <a:pt x="1750" y="265"/>
                </a:lnTo>
                <a:lnTo>
                  <a:pt x="1750" y="266"/>
                </a:lnTo>
                <a:lnTo>
                  <a:pt x="1750" y="265"/>
                </a:lnTo>
                <a:lnTo>
                  <a:pt x="1751" y="265"/>
                </a:lnTo>
                <a:lnTo>
                  <a:pt x="1751" y="266"/>
                </a:lnTo>
                <a:lnTo>
                  <a:pt x="1751" y="267"/>
                </a:lnTo>
                <a:lnTo>
                  <a:pt x="1752" y="267"/>
                </a:lnTo>
                <a:lnTo>
                  <a:pt x="1753" y="267"/>
                </a:lnTo>
                <a:lnTo>
                  <a:pt x="1754" y="267"/>
                </a:lnTo>
                <a:lnTo>
                  <a:pt x="1755" y="267"/>
                </a:lnTo>
                <a:lnTo>
                  <a:pt x="1755" y="266"/>
                </a:lnTo>
                <a:lnTo>
                  <a:pt x="1756" y="266"/>
                </a:lnTo>
                <a:lnTo>
                  <a:pt x="1756" y="267"/>
                </a:lnTo>
                <a:lnTo>
                  <a:pt x="1756" y="268"/>
                </a:lnTo>
                <a:lnTo>
                  <a:pt x="1756" y="269"/>
                </a:lnTo>
                <a:lnTo>
                  <a:pt x="1757" y="269"/>
                </a:lnTo>
                <a:lnTo>
                  <a:pt x="1757" y="270"/>
                </a:lnTo>
                <a:lnTo>
                  <a:pt x="1757" y="271"/>
                </a:lnTo>
                <a:lnTo>
                  <a:pt x="1758" y="271"/>
                </a:lnTo>
                <a:lnTo>
                  <a:pt x="1758" y="272"/>
                </a:lnTo>
                <a:lnTo>
                  <a:pt x="1759" y="272"/>
                </a:lnTo>
                <a:lnTo>
                  <a:pt x="1760" y="272"/>
                </a:lnTo>
                <a:lnTo>
                  <a:pt x="1761" y="272"/>
                </a:lnTo>
                <a:lnTo>
                  <a:pt x="1762" y="272"/>
                </a:lnTo>
                <a:lnTo>
                  <a:pt x="1763" y="272"/>
                </a:lnTo>
                <a:lnTo>
                  <a:pt x="1763" y="273"/>
                </a:lnTo>
                <a:lnTo>
                  <a:pt x="1764" y="273"/>
                </a:lnTo>
                <a:lnTo>
                  <a:pt x="1765" y="273"/>
                </a:lnTo>
                <a:lnTo>
                  <a:pt x="1766" y="273"/>
                </a:lnTo>
                <a:lnTo>
                  <a:pt x="1766" y="274"/>
                </a:lnTo>
                <a:lnTo>
                  <a:pt x="1767" y="274"/>
                </a:lnTo>
                <a:lnTo>
                  <a:pt x="1767" y="275"/>
                </a:lnTo>
                <a:lnTo>
                  <a:pt x="1767" y="276"/>
                </a:lnTo>
                <a:lnTo>
                  <a:pt x="1768" y="276"/>
                </a:lnTo>
                <a:lnTo>
                  <a:pt x="1769" y="276"/>
                </a:lnTo>
                <a:lnTo>
                  <a:pt x="1769" y="277"/>
                </a:lnTo>
                <a:lnTo>
                  <a:pt x="1770" y="277"/>
                </a:lnTo>
                <a:lnTo>
                  <a:pt x="1770" y="278"/>
                </a:lnTo>
                <a:lnTo>
                  <a:pt x="1771" y="278"/>
                </a:lnTo>
                <a:lnTo>
                  <a:pt x="1772" y="278"/>
                </a:lnTo>
                <a:lnTo>
                  <a:pt x="1772" y="279"/>
                </a:lnTo>
                <a:lnTo>
                  <a:pt x="1773" y="279"/>
                </a:lnTo>
                <a:lnTo>
                  <a:pt x="1773" y="280"/>
                </a:lnTo>
                <a:lnTo>
                  <a:pt x="1774" y="280"/>
                </a:lnTo>
                <a:lnTo>
                  <a:pt x="1774" y="279"/>
                </a:lnTo>
                <a:lnTo>
                  <a:pt x="1775" y="279"/>
                </a:lnTo>
                <a:lnTo>
                  <a:pt x="1776" y="279"/>
                </a:lnTo>
                <a:lnTo>
                  <a:pt x="1777" y="279"/>
                </a:lnTo>
                <a:lnTo>
                  <a:pt x="1777" y="280"/>
                </a:lnTo>
                <a:lnTo>
                  <a:pt x="1778" y="280"/>
                </a:lnTo>
                <a:lnTo>
                  <a:pt x="1778" y="281"/>
                </a:lnTo>
                <a:lnTo>
                  <a:pt x="1779" y="281"/>
                </a:lnTo>
                <a:lnTo>
                  <a:pt x="1779" y="282"/>
                </a:lnTo>
                <a:lnTo>
                  <a:pt x="1780" y="282"/>
                </a:lnTo>
                <a:lnTo>
                  <a:pt x="1779" y="282"/>
                </a:lnTo>
                <a:lnTo>
                  <a:pt x="1779" y="283"/>
                </a:lnTo>
                <a:lnTo>
                  <a:pt x="1779" y="284"/>
                </a:lnTo>
                <a:lnTo>
                  <a:pt x="1780" y="285"/>
                </a:lnTo>
                <a:lnTo>
                  <a:pt x="1781" y="285"/>
                </a:lnTo>
                <a:lnTo>
                  <a:pt x="1781" y="286"/>
                </a:lnTo>
                <a:lnTo>
                  <a:pt x="1782" y="286"/>
                </a:lnTo>
                <a:lnTo>
                  <a:pt x="1783" y="286"/>
                </a:lnTo>
                <a:lnTo>
                  <a:pt x="1783" y="287"/>
                </a:lnTo>
                <a:lnTo>
                  <a:pt x="1783" y="288"/>
                </a:lnTo>
                <a:lnTo>
                  <a:pt x="1783" y="289"/>
                </a:lnTo>
                <a:lnTo>
                  <a:pt x="1783" y="290"/>
                </a:lnTo>
                <a:lnTo>
                  <a:pt x="1784" y="290"/>
                </a:lnTo>
                <a:lnTo>
                  <a:pt x="1784" y="291"/>
                </a:lnTo>
                <a:lnTo>
                  <a:pt x="1785" y="291"/>
                </a:lnTo>
                <a:lnTo>
                  <a:pt x="1786" y="291"/>
                </a:lnTo>
                <a:lnTo>
                  <a:pt x="1786" y="292"/>
                </a:lnTo>
                <a:lnTo>
                  <a:pt x="1787" y="292"/>
                </a:lnTo>
                <a:lnTo>
                  <a:pt x="1788" y="292"/>
                </a:lnTo>
                <a:lnTo>
                  <a:pt x="1788" y="293"/>
                </a:lnTo>
                <a:lnTo>
                  <a:pt x="1788" y="294"/>
                </a:lnTo>
                <a:lnTo>
                  <a:pt x="1789" y="294"/>
                </a:lnTo>
                <a:lnTo>
                  <a:pt x="1791" y="294"/>
                </a:lnTo>
                <a:lnTo>
                  <a:pt x="1792" y="294"/>
                </a:lnTo>
                <a:lnTo>
                  <a:pt x="1792" y="293"/>
                </a:lnTo>
                <a:lnTo>
                  <a:pt x="1793" y="292"/>
                </a:lnTo>
                <a:lnTo>
                  <a:pt x="1793" y="291"/>
                </a:lnTo>
                <a:lnTo>
                  <a:pt x="1793" y="290"/>
                </a:lnTo>
                <a:lnTo>
                  <a:pt x="1793" y="289"/>
                </a:lnTo>
                <a:lnTo>
                  <a:pt x="1793" y="288"/>
                </a:lnTo>
                <a:lnTo>
                  <a:pt x="1792" y="287"/>
                </a:lnTo>
                <a:lnTo>
                  <a:pt x="1792" y="285"/>
                </a:lnTo>
                <a:lnTo>
                  <a:pt x="1791" y="284"/>
                </a:lnTo>
                <a:lnTo>
                  <a:pt x="1790" y="284"/>
                </a:lnTo>
                <a:lnTo>
                  <a:pt x="1790" y="283"/>
                </a:lnTo>
                <a:lnTo>
                  <a:pt x="1790" y="281"/>
                </a:lnTo>
                <a:lnTo>
                  <a:pt x="1790" y="280"/>
                </a:lnTo>
                <a:lnTo>
                  <a:pt x="1790" y="279"/>
                </a:lnTo>
                <a:lnTo>
                  <a:pt x="1789" y="279"/>
                </a:lnTo>
                <a:lnTo>
                  <a:pt x="1790" y="278"/>
                </a:lnTo>
                <a:lnTo>
                  <a:pt x="1790" y="277"/>
                </a:lnTo>
                <a:lnTo>
                  <a:pt x="1790" y="276"/>
                </a:lnTo>
                <a:lnTo>
                  <a:pt x="1789" y="275"/>
                </a:lnTo>
                <a:lnTo>
                  <a:pt x="1789" y="274"/>
                </a:lnTo>
                <a:lnTo>
                  <a:pt x="1790" y="274"/>
                </a:lnTo>
                <a:lnTo>
                  <a:pt x="1791" y="273"/>
                </a:lnTo>
                <a:lnTo>
                  <a:pt x="1791" y="272"/>
                </a:lnTo>
                <a:lnTo>
                  <a:pt x="1791" y="271"/>
                </a:lnTo>
                <a:lnTo>
                  <a:pt x="1790" y="271"/>
                </a:lnTo>
                <a:lnTo>
                  <a:pt x="1789" y="270"/>
                </a:lnTo>
                <a:lnTo>
                  <a:pt x="1788" y="270"/>
                </a:lnTo>
                <a:lnTo>
                  <a:pt x="1787" y="270"/>
                </a:lnTo>
                <a:lnTo>
                  <a:pt x="1786" y="269"/>
                </a:lnTo>
                <a:lnTo>
                  <a:pt x="1785" y="268"/>
                </a:lnTo>
                <a:lnTo>
                  <a:pt x="1784" y="267"/>
                </a:lnTo>
                <a:lnTo>
                  <a:pt x="1783" y="267"/>
                </a:lnTo>
                <a:lnTo>
                  <a:pt x="1783" y="266"/>
                </a:lnTo>
                <a:lnTo>
                  <a:pt x="1783" y="265"/>
                </a:lnTo>
                <a:lnTo>
                  <a:pt x="1784" y="265"/>
                </a:lnTo>
                <a:lnTo>
                  <a:pt x="1784" y="264"/>
                </a:lnTo>
                <a:lnTo>
                  <a:pt x="1783" y="263"/>
                </a:lnTo>
                <a:lnTo>
                  <a:pt x="1783" y="261"/>
                </a:lnTo>
                <a:lnTo>
                  <a:pt x="1783" y="260"/>
                </a:lnTo>
                <a:lnTo>
                  <a:pt x="1782" y="259"/>
                </a:lnTo>
                <a:lnTo>
                  <a:pt x="1781" y="258"/>
                </a:lnTo>
                <a:lnTo>
                  <a:pt x="1781" y="257"/>
                </a:lnTo>
                <a:lnTo>
                  <a:pt x="1780" y="256"/>
                </a:lnTo>
                <a:lnTo>
                  <a:pt x="1780" y="255"/>
                </a:lnTo>
                <a:lnTo>
                  <a:pt x="1780" y="254"/>
                </a:lnTo>
                <a:lnTo>
                  <a:pt x="1779" y="254"/>
                </a:lnTo>
                <a:lnTo>
                  <a:pt x="1778" y="254"/>
                </a:lnTo>
                <a:lnTo>
                  <a:pt x="1777" y="252"/>
                </a:lnTo>
                <a:lnTo>
                  <a:pt x="1776" y="252"/>
                </a:lnTo>
                <a:lnTo>
                  <a:pt x="1776" y="251"/>
                </a:lnTo>
                <a:lnTo>
                  <a:pt x="1775" y="251"/>
                </a:lnTo>
                <a:lnTo>
                  <a:pt x="1775" y="252"/>
                </a:lnTo>
                <a:lnTo>
                  <a:pt x="1773" y="250"/>
                </a:lnTo>
                <a:lnTo>
                  <a:pt x="1773" y="249"/>
                </a:lnTo>
                <a:lnTo>
                  <a:pt x="1771" y="248"/>
                </a:lnTo>
                <a:lnTo>
                  <a:pt x="1770" y="248"/>
                </a:lnTo>
                <a:lnTo>
                  <a:pt x="1769" y="248"/>
                </a:lnTo>
                <a:lnTo>
                  <a:pt x="1769" y="247"/>
                </a:lnTo>
                <a:lnTo>
                  <a:pt x="1770" y="246"/>
                </a:lnTo>
                <a:lnTo>
                  <a:pt x="1771" y="246"/>
                </a:lnTo>
                <a:lnTo>
                  <a:pt x="1771" y="245"/>
                </a:lnTo>
                <a:lnTo>
                  <a:pt x="1770" y="245"/>
                </a:lnTo>
                <a:lnTo>
                  <a:pt x="1770" y="244"/>
                </a:lnTo>
                <a:lnTo>
                  <a:pt x="1769" y="244"/>
                </a:lnTo>
                <a:lnTo>
                  <a:pt x="1768" y="243"/>
                </a:lnTo>
                <a:lnTo>
                  <a:pt x="1767" y="241"/>
                </a:lnTo>
                <a:lnTo>
                  <a:pt x="1766" y="241"/>
                </a:lnTo>
                <a:lnTo>
                  <a:pt x="1766" y="240"/>
                </a:lnTo>
                <a:lnTo>
                  <a:pt x="1767" y="239"/>
                </a:lnTo>
                <a:lnTo>
                  <a:pt x="1767" y="238"/>
                </a:lnTo>
                <a:lnTo>
                  <a:pt x="1768" y="238"/>
                </a:lnTo>
                <a:lnTo>
                  <a:pt x="1768" y="237"/>
                </a:lnTo>
                <a:lnTo>
                  <a:pt x="1768" y="236"/>
                </a:lnTo>
                <a:lnTo>
                  <a:pt x="1769" y="236"/>
                </a:lnTo>
                <a:lnTo>
                  <a:pt x="1769" y="235"/>
                </a:lnTo>
                <a:lnTo>
                  <a:pt x="1770" y="235"/>
                </a:lnTo>
                <a:lnTo>
                  <a:pt x="1770" y="234"/>
                </a:lnTo>
                <a:lnTo>
                  <a:pt x="1770" y="233"/>
                </a:lnTo>
                <a:lnTo>
                  <a:pt x="1770" y="232"/>
                </a:lnTo>
                <a:lnTo>
                  <a:pt x="1771" y="232"/>
                </a:lnTo>
                <a:lnTo>
                  <a:pt x="1772" y="232"/>
                </a:lnTo>
                <a:lnTo>
                  <a:pt x="1773" y="232"/>
                </a:lnTo>
                <a:lnTo>
                  <a:pt x="1774" y="232"/>
                </a:lnTo>
                <a:lnTo>
                  <a:pt x="1775" y="231"/>
                </a:lnTo>
                <a:lnTo>
                  <a:pt x="1775" y="230"/>
                </a:lnTo>
                <a:lnTo>
                  <a:pt x="1776" y="230"/>
                </a:lnTo>
                <a:lnTo>
                  <a:pt x="1777" y="230"/>
                </a:lnTo>
                <a:lnTo>
                  <a:pt x="1777" y="231"/>
                </a:lnTo>
                <a:lnTo>
                  <a:pt x="1777" y="232"/>
                </a:lnTo>
                <a:lnTo>
                  <a:pt x="1778" y="232"/>
                </a:lnTo>
                <a:lnTo>
                  <a:pt x="1778" y="233"/>
                </a:lnTo>
                <a:lnTo>
                  <a:pt x="1779" y="234"/>
                </a:lnTo>
                <a:lnTo>
                  <a:pt x="1779" y="235"/>
                </a:lnTo>
                <a:lnTo>
                  <a:pt x="1780" y="235"/>
                </a:lnTo>
                <a:lnTo>
                  <a:pt x="1780" y="236"/>
                </a:lnTo>
                <a:lnTo>
                  <a:pt x="1781" y="236"/>
                </a:lnTo>
                <a:lnTo>
                  <a:pt x="1783" y="236"/>
                </a:lnTo>
                <a:lnTo>
                  <a:pt x="1783" y="235"/>
                </a:lnTo>
                <a:lnTo>
                  <a:pt x="1784" y="235"/>
                </a:lnTo>
                <a:lnTo>
                  <a:pt x="1784" y="236"/>
                </a:lnTo>
                <a:lnTo>
                  <a:pt x="1785" y="236"/>
                </a:lnTo>
                <a:lnTo>
                  <a:pt x="1785" y="237"/>
                </a:lnTo>
                <a:lnTo>
                  <a:pt x="1786" y="237"/>
                </a:lnTo>
                <a:lnTo>
                  <a:pt x="1786" y="238"/>
                </a:lnTo>
                <a:lnTo>
                  <a:pt x="1787" y="238"/>
                </a:lnTo>
                <a:lnTo>
                  <a:pt x="1787" y="239"/>
                </a:lnTo>
                <a:lnTo>
                  <a:pt x="1788" y="239"/>
                </a:lnTo>
                <a:lnTo>
                  <a:pt x="1789" y="239"/>
                </a:lnTo>
                <a:lnTo>
                  <a:pt x="1790" y="239"/>
                </a:lnTo>
                <a:lnTo>
                  <a:pt x="1790" y="240"/>
                </a:lnTo>
                <a:lnTo>
                  <a:pt x="1791" y="241"/>
                </a:lnTo>
                <a:lnTo>
                  <a:pt x="1791" y="242"/>
                </a:lnTo>
                <a:lnTo>
                  <a:pt x="1792" y="243"/>
                </a:lnTo>
                <a:lnTo>
                  <a:pt x="1793" y="243"/>
                </a:lnTo>
                <a:lnTo>
                  <a:pt x="1793" y="244"/>
                </a:lnTo>
                <a:lnTo>
                  <a:pt x="1794" y="244"/>
                </a:lnTo>
                <a:lnTo>
                  <a:pt x="1795" y="244"/>
                </a:lnTo>
                <a:lnTo>
                  <a:pt x="1796" y="244"/>
                </a:lnTo>
                <a:lnTo>
                  <a:pt x="1797" y="244"/>
                </a:lnTo>
                <a:lnTo>
                  <a:pt x="1798" y="244"/>
                </a:lnTo>
                <a:lnTo>
                  <a:pt x="1798" y="245"/>
                </a:lnTo>
                <a:lnTo>
                  <a:pt x="1799" y="245"/>
                </a:lnTo>
                <a:lnTo>
                  <a:pt x="1800" y="245"/>
                </a:lnTo>
                <a:lnTo>
                  <a:pt x="1800" y="246"/>
                </a:lnTo>
                <a:lnTo>
                  <a:pt x="1801" y="246"/>
                </a:lnTo>
                <a:lnTo>
                  <a:pt x="1801" y="247"/>
                </a:lnTo>
                <a:lnTo>
                  <a:pt x="1802" y="247"/>
                </a:lnTo>
                <a:lnTo>
                  <a:pt x="1802" y="246"/>
                </a:lnTo>
                <a:lnTo>
                  <a:pt x="1802" y="247"/>
                </a:lnTo>
                <a:lnTo>
                  <a:pt x="1803" y="247"/>
                </a:lnTo>
                <a:lnTo>
                  <a:pt x="1804" y="248"/>
                </a:lnTo>
                <a:lnTo>
                  <a:pt x="1804" y="249"/>
                </a:lnTo>
                <a:lnTo>
                  <a:pt x="1804" y="250"/>
                </a:lnTo>
                <a:lnTo>
                  <a:pt x="1804" y="251"/>
                </a:lnTo>
                <a:lnTo>
                  <a:pt x="1804" y="252"/>
                </a:lnTo>
                <a:lnTo>
                  <a:pt x="1805" y="252"/>
                </a:lnTo>
                <a:lnTo>
                  <a:pt x="1805" y="253"/>
                </a:lnTo>
                <a:lnTo>
                  <a:pt x="1804" y="253"/>
                </a:lnTo>
                <a:lnTo>
                  <a:pt x="1804" y="254"/>
                </a:lnTo>
                <a:lnTo>
                  <a:pt x="1804" y="255"/>
                </a:lnTo>
                <a:lnTo>
                  <a:pt x="1805" y="256"/>
                </a:lnTo>
                <a:lnTo>
                  <a:pt x="1805" y="257"/>
                </a:lnTo>
                <a:lnTo>
                  <a:pt x="1805" y="258"/>
                </a:lnTo>
                <a:lnTo>
                  <a:pt x="1805" y="259"/>
                </a:lnTo>
                <a:lnTo>
                  <a:pt x="1805" y="260"/>
                </a:lnTo>
                <a:lnTo>
                  <a:pt x="1805" y="261"/>
                </a:lnTo>
                <a:lnTo>
                  <a:pt x="1804" y="261"/>
                </a:lnTo>
                <a:lnTo>
                  <a:pt x="1804" y="262"/>
                </a:lnTo>
                <a:lnTo>
                  <a:pt x="1805" y="262"/>
                </a:lnTo>
                <a:lnTo>
                  <a:pt x="1805" y="263"/>
                </a:lnTo>
                <a:lnTo>
                  <a:pt x="1806" y="263"/>
                </a:lnTo>
                <a:lnTo>
                  <a:pt x="1806" y="264"/>
                </a:lnTo>
                <a:lnTo>
                  <a:pt x="1806" y="263"/>
                </a:lnTo>
                <a:lnTo>
                  <a:pt x="1807" y="263"/>
                </a:lnTo>
                <a:lnTo>
                  <a:pt x="1807" y="262"/>
                </a:lnTo>
                <a:lnTo>
                  <a:pt x="1808" y="262"/>
                </a:lnTo>
                <a:lnTo>
                  <a:pt x="1808" y="261"/>
                </a:lnTo>
                <a:lnTo>
                  <a:pt x="1809" y="261"/>
                </a:lnTo>
                <a:lnTo>
                  <a:pt x="1810" y="261"/>
                </a:lnTo>
                <a:lnTo>
                  <a:pt x="1811" y="261"/>
                </a:lnTo>
                <a:lnTo>
                  <a:pt x="1811" y="260"/>
                </a:lnTo>
                <a:lnTo>
                  <a:pt x="1812" y="260"/>
                </a:lnTo>
                <a:lnTo>
                  <a:pt x="1812" y="259"/>
                </a:lnTo>
                <a:lnTo>
                  <a:pt x="1813" y="259"/>
                </a:lnTo>
                <a:lnTo>
                  <a:pt x="1813" y="260"/>
                </a:lnTo>
                <a:lnTo>
                  <a:pt x="1813" y="261"/>
                </a:lnTo>
                <a:lnTo>
                  <a:pt x="1814" y="262"/>
                </a:lnTo>
                <a:lnTo>
                  <a:pt x="1814" y="263"/>
                </a:lnTo>
                <a:lnTo>
                  <a:pt x="1815" y="263"/>
                </a:lnTo>
                <a:lnTo>
                  <a:pt x="1815" y="264"/>
                </a:lnTo>
                <a:lnTo>
                  <a:pt x="1816" y="265"/>
                </a:lnTo>
                <a:lnTo>
                  <a:pt x="1815" y="265"/>
                </a:lnTo>
                <a:lnTo>
                  <a:pt x="1816" y="266"/>
                </a:lnTo>
                <a:lnTo>
                  <a:pt x="1816" y="267"/>
                </a:lnTo>
                <a:lnTo>
                  <a:pt x="1816" y="268"/>
                </a:lnTo>
                <a:lnTo>
                  <a:pt x="1817" y="268"/>
                </a:lnTo>
                <a:lnTo>
                  <a:pt x="1817" y="269"/>
                </a:lnTo>
                <a:lnTo>
                  <a:pt x="1817" y="270"/>
                </a:lnTo>
                <a:lnTo>
                  <a:pt x="1816" y="270"/>
                </a:lnTo>
                <a:lnTo>
                  <a:pt x="1816" y="271"/>
                </a:lnTo>
                <a:lnTo>
                  <a:pt x="1815" y="272"/>
                </a:lnTo>
                <a:lnTo>
                  <a:pt x="1815" y="273"/>
                </a:lnTo>
                <a:lnTo>
                  <a:pt x="1816" y="273"/>
                </a:lnTo>
                <a:lnTo>
                  <a:pt x="1817" y="273"/>
                </a:lnTo>
                <a:lnTo>
                  <a:pt x="1817" y="274"/>
                </a:lnTo>
                <a:lnTo>
                  <a:pt x="1818" y="274"/>
                </a:lnTo>
                <a:lnTo>
                  <a:pt x="1819" y="274"/>
                </a:lnTo>
                <a:lnTo>
                  <a:pt x="1819" y="275"/>
                </a:lnTo>
                <a:lnTo>
                  <a:pt x="1820" y="276"/>
                </a:lnTo>
                <a:lnTo>
                  <a:pt x="1820" y="275"/>
                </a:lnTo>
                <a:lnTo>
                  <a:pt x="1821" y="275"/>
                </a:lnTo>
                <a:lnTo>
                  <a:pt x="1821" y="276"/>
                </a:lnTo>
                <a:lnTo>
                  <a:pt x="1821" y="277"/>
                </a:lnTo>
                <a:lnTo>
                  <a:pt x="1822" y="276"/>
                </a:lnTo>
                <a:lnTo>
                  <a:pt x="1823" y="276"/>
                </a:lnTo>
                <a:lnTo>
                  <a:pt x="1824" y="277"/>
                </a:lnTo>
                <a:lnTo>
                  <a:pt x="1825" y="277"/>
                </a:lnTo>
                <a:lnTo>
                  <a:pt x="1825" y="278"/>
                </a:lnTo>
                <a:lnTo>
                  <a:pt x="1824" y="278"/>
                </a:lnTo>
                <a:lnTo>
                  <a:pt x="1825" y="278"/>
                </a:lnTo>
                <a:lnTo>
                  <a:pt x="1825" y="279"/>
                </a:lnTo>
                <a:lnTo>
                  <a:pt x="1826" y="279"/>
                </a:lnTo>
                <a:lnTo>
                  <a:pt x="1827" y="280"/>
                </a:lnTo>
                <a:lnTo>
                  <a:pt x="1827" y="279"/>
                </a:lnTo>
                <a:lnTo>
                  <a:pt x="1828" y="279"/>
                </a:lnTo>
                <a:lnTo>
                  <a:pt x="1829" y="279"/>
                </a:lnTo>
                <a:lnTo>
                  <a:pt x="1829" y="278"/>
                </a:lnTo>
                <a:lnTo>
                  <a:pt x="1830" y="278"/>
                </a:lnTo>
                <a:lnTo>
                  <a:pt x="1830" y="277"/>
                </a:lnTo>
                <a:lnTo>
                  <a:pt x="1831" y="277"/>
                </a:lnTo>
                <a:lnTo>
                  <a:pt x="1832" y="277"/>
                </a:lnTo>
                <a:lnTo>
                  <a:pt x="1832" y="278"/>
                </a:lnTo>
                <a:lnTo>
                  <a:pt x="1832" y="279"/>
                </a:lnTo>
                <a:lnTo>
                  <a:pt x="1832" y="278"/>
                </a:lnTo>
                <a:lnTo>
                  <a:pt x="1833" y="278"/>
                </a:lnTo>
                <a:lnTo>
                  <a:pt x="1833" y="279"/>
                </a:lnTo>
                <a:lnTo>
                  <a:pt x="1833" y="280"/>
                </a:lnTo>
                <a:lnTo>
                  <a:pt x="1833" y="281"/>
                </a:lnTo>
                <a:lnTo>
                  <a:pt x="1833" y="282"/>
                </a:lnTo>
                <a:lnTo>
                  <a:pt x="1833" y="283"/>
                </a:lnTo>
                <a:lnTo>
                  <a:pt x="1832" y="283"/>
                </a:lnTo>
                <a:lnTo>
                  <a:pt x="1832" y="284"/>
                </a:lnTo>
                <a:lnTo>
                  <a:pt x="1833" y="285"/>
                </a:lnTo>
                <a:lnTo>
                  <a:pt x="1834" y="285"/>
                </a:lnTo>
                <a:lnTo>
                  <a:pt x="1835" y="286"/>
                </a:lnTo>
                <a:lnTo>
                  <a:pt x="1836" y="286"/>
                </a:lnTo>
                <a:lnTo>
                  <a:pt x="1837" y="286"/>
                </a:lnTo>
                <a:lnTo>
                  <a:pt x="1837" y="285"/>
                </a:lnTo>
                <a:lnTo>
                  <a:pt x="1838" y="285"/>
                </a:lnTo>
                <a:lnTo>
                  <a:pt x="1838" y="284"/>
                </a:lnTo>
                <a:lnTo>
                  <a:pt x="1838" y="283"/>
                </a:lnTo>
                <a:lnTo>
                  <a:pt x="1839" y="282"/>
                </a:lnTo>
                <a:lnTo>
                  <a:pt x="1839" y="281"/>
                </a:lnTo>
                <a:lnTo>
                  <a:pt x="1840" y="281"/>
                </a:lnTo>
                <a:lnTo>
                  <a:pt x="1840" y="282"/>
                </a:lnTo>
                <a:lnTo>
                  <a:pt x="1840" y="283"/>
                </a:lnTo>
                <a:lnTo>
                  <a:pt x="1841" y="283"/>
                </a:lnTo>
                <a:lnTo>
                  <a:pt x="1842" y="283"/>
                </a:lnTo>
                <a:lnTo>
                  <a:pt x="1842" y="284"/>
                </a:lnTo>
                <a:lnTo>
                  <a:pt x="1842" y="285"/>
                </a:lnTo>
                <a:lnTo>
                  <a:pt x="1843" y="285"/>
                </a:lnTo>
                <a:lnTo>
                  <a:pt x="1844" y="285"/>
                </a:lnTo>
                <a:lnTo>
                  <a:pt x="1845" y="285"/>
                </a:lnTo>
                <a:lnTo>
                  <a:pt x="1845" y="284"/>
                </a:lnTo>
                <a:lnTo>
                  <a:pt x="1846" y="284"/>
                </a:lnTo>
                <a:lnTo>
                  <a:pt x="1846" y="285"/>
                </a:lnTo>
                <a:lnTo>
                  <a:pt x="1846" y="286"/>
                </a:lnTo>
                <a:lnTo>
                  <a:pt x="1847" y="286"/>
                </a:lnTo>
                <a:lnTo>
                  <a:pt x="1847" y="287"/>
                </a:lnTo>
                <a:lnTo>
                  <a:pt x="1848" y="287"/>
                </a:lnTo>
                <a:lnTo>
                  <a:pt x="1848" y="288"/>
                </a:lnTo>
                <a:lnTo>
                  <a:pt x="1849" y="289"/>
                </a:lnTo>
                <a:lnTo>
                  <a:pt x="1850" y="290"/>
                </a:lnTo>
                <a:lnTo>
                  <a:pt x="1850" y="291"/>
                </a:lnTo>
                <a:lnTo>
                  <a:pt x="1851" y="290"/>
                </a:lnTo>
                <a:lnTo>
                  <a:pt x="1852" y="290"/>
                </a:lnTo>
                <a:lnTo>
                  <a:pt x="1853" y="290"/>
                </a:lnTo>
                <a:lnTo>
                  <a:pt x="1855" y="290"/>
                </a:lnTo>
                <a:lnTo>
                  <a:pt x="1856" y="290"/>
                </a:lnTo>
                <a:lnTo>
                  <a:pt x="1856" y="291"/>
                </a:lnTo>
                <a:lnTo>
                  <a:pt x="1857" y="291"/>
                </a:lnTo>
                <a:lnTo>
                  <a:pt x="1858" y="291"/>
                </a:lnTo>
                <a:lnTo>
                  <a:pt x="1858" y="292"/>
                </a:lnTo>
                <a:lnTo>
                  <a:pt x="1858" y="291"/>
                </a:lnTo>
                <a:lnTo>
                  <a:pt x="1859" y="291"/>
                </a:lnTo>
                <a:lnTo>
                  <a:pt x="1859" y="290"/>
                </a:lnTo>
                <a:lnTo>
                  <a:pt x="1859" y="289"/>
                </a:lnTo>
                <a:lnTo>
                  <a:pt x="1860" y="289"/>
                </a:lnTo>
                <a:lnTo>
                  <a:pt x="1860" y="288"/>
                </a:lnTo>
                <a:lnTo>
                  <a:pt x="1861" y="288"/>
                </a:lnTo>
                <a:lnTo>
                  <a:pt x="1861" y="287"/>
                </a:lnTo>
                <a:lnTo>
                  <a:pt x="1862" y="287"/>
                </a:lnTo>
                <a:lnTo>
                  <a:pt x="1863" y="287"/>
                </a:lnTo>
                <a:lnTo>
                  <a:pt x="1864" y="287"/>
                </a:lnTo>
                <a:lnTo>
                  <a:pt x="1865" y="288"/>
                </a:lnTo>
                <a:lnTo>
                  <a:pt x="1866" y="288"/>
                </a:lnTo>
                <a:lnTo>
                  <a:pt x="1867" y="288"/>
                </a:lnTo>
                <a:lnTo>
                  <a:pt x="1867" y="289"/>
                </a:lnTo>
                <a:lnTo>
                  <a:pt x="1868" y="289"/>
                </a:lnTo>
                <a:lnTo>
                  <a:pt x="1869" y="289"/>
                </a:lnTo>
                <a:lnTo>
                  <a:pt x="1870" y="289"/>
                </a:lnTo>
                <a:lnTo>
                  <a:pt x="1871" y="289"/>
                </a:lnTo>
                <a:lnTo>
                  <a:pt x="1871" y="290"/>
                </a:lnTo>
                <a:lnTo>
                  <a:pt x="1872" y="290"/>
                </a:lnTo>
                <a:lnTo>
                  <a:pt x="1872" y="291"/>
                </a:lnTo>
                <a:lnTo>
                  <a:pt x="1873" y="291"/>
                </a:lnTo>
                <a:lnTo>
                  <a:pt x="1875" y="291"/>
                </a:lnTo>
                <a:lnTo>
                  <a:pt x="1876" y="291"/>
                </a:lnTo>
                <a:lnTo>
                  <a:pt x="1876" y="290"/>
                </a:lnTo>
                <a:lnTo>
                  <a:pt x="1877" y="290"/>
                </a:lnTo>
                <a:lnTo>
                  <a:pt x="1877" y="291"/>
                </a:lnTo>
                <a:lnTo>
                  <a:pt x="1878" y="291"/>
                </a:lnTo>
                <a:lnTo>
                  <a:pt x="1879" y="292"/>
                </a:lnTo>
                <a:lnTo>
                  <a:pt x="1880" y="292"/>
                </a:lnTo>
                <a:lnTo>
                  <a:pt x="1880" y="293"/>
                </a:lnTo>
                <a:lnTo>
                  <a:pt x="1881" y="293"/>
                </a:lnTo>
                <a:lnTo>
                  <a:pt x="1881" y="294"/>
                </a:lnTo>
                <a:lnTo>
                  <a:pt x="1881" y="293"/>
                </a:lnTo>
                <a:lnTo>
                  <a:pt x="1882" y="293"/>
                </a:lnTo>
                <a:lnTo>
                  <a:pt x="1883" y="293"/>
                </a:lnTo>
                <a:lnTo>
                  <a:pt x="1883" y="294"/>
                </a:lnTo>
                <a:lnTo>
                  <a:pt x="1884" y="295"/>
                </a:lnTo>
                <a:lnTo>
                  <a:pt x="1884" y="296"/>
                </a:lnTo>
                <a:lnTo>
                  <a:pt x="1885" y="296"/>
                </a:lnTo>
                <a:lnTo>
                  <a:pt x="1885" y="297"/>
                </a:lnTo>
                <a:lnTo>
                  <a:pt x="1886" y="298"/>
                </a:lnTo>
                <a:lnTo>
                  <a:pt x="1886" y="299"/>
                </a:lnTo>
                <a:lnTo>
                  <a:pt x="1887" y="299"/>
                </a:lnTo>
                <a:lnTo>
                  <a:pt x="1887" y="300"/>
                </a:lnTo>
                <a:lnTo>
                  <a:pt x="1886" y="300"/>
                </a:lnTo>
                <a:lnTo>
                  <a:pt x="1887" y="300"/>
                </a:lnTo>
                <a:lnTo>
                  <a:pt x="1887" y="301"/>
                </a:lnTo>
                <a:lnTo>
                  <a:pt x="1888" y="301"/>
                </a:lnTo>
                <a:lnTo>
                  <a:pt x="1888" y="302"/>
                </a:lnTo>
                <a:lnTo>
                  <a:pt x="1888" y="304"/>
                </a:lnTo>
                <a:lnTo>
                  <a:pt x="1888" y="305"/>
                </a:lnTo>
                <a:lnTo>
                  <a:pt x="1889" y="305"/>
                </a:lnTo>
                <a:lnTo>
                  <a:pt x="1889" y="306"/>
                </a:lnTo>
                <a:lnTo>
                  <a:pt x="1890" y="306"/>
                </a:lnTo>
                <a:lnTo>
                  <a:pt x="1891" y="306"/>
                </a:lnTo>
                <a:lnTo>
                  <a:pt x="1891" y="307"/>
                </a:lnTo>
                <a:lnTo>
                  <a:pt x="1891" y="308"/>
                </a:lnTo>
                <a:lnTo>
                  <a:pt x="1891" y="309"/>
                </a:lnTo>
                <a:lnTo>
                  <a:pt x="1892" y="309"/>
                </a:lnTo>
                <a:lnTo>
                  <a:pt x="1892" y="310"/>
                </a:lnTo>
                <a:lnTo>
                  <a:pt x="1893" y="311"/>
                </a:lnTo>
                <a:lnTo>
                  <a:pt x="1893" y="312"/>
                </a:lnTo>
                <a:lnTo>
                  <a:pt x="1894" y="312"/>
                </a:lnTo>
                <a:lnTo>
                  <a:pt x="1894" y="313"/>
                </a:lnTo>
                <a:lnTo>
                  <a:pt x="1895" y="313"/>
                </a:lnTo>
                <a:lnTo>
                  <a:pt x="1896" y="313"/>
                </a:lnTo>
                <a:lnTo>
                  <a:pt x="1896" y="314"/>
                </a:lnTo>
                <a:lnTo>
                  <a:pt x="1897" y="314"/>
                </a:lnTo>
                <a:lnTo>
                  <a:pt x="1898" y="314"/>
                </a:lnTo>
                <a:lnTo>
                  <a:pt x="1899" y="314"/>
                </a:lnTo>
                <a:lnTo>
                  <a:pt x="1899" y="313"/>
                </a:lnTo>
                <a:lnTo>
                  <a:pt x="1900" y="313"/>
                </a:lnTo>
                <a:lnTo>
                  <a:pt x="1900" y="312"/>
                </a:lnTo>
                <a:lnTo>
                  <a:pt x="1901" y="312"/>
                </a:lnTo>
                <a:lnTo>
                  <a:pt x="1902" y="312"/>
                </a:lnTo>
                <a:lnTo>
                  <a:pt x="1902" y="311"/>
                </a:lnTo>
                <a:lnTo>
                  <a:pt x="1903" y="311"/>
                </a:lnTo>
                <a:lnTo>
                  <a:pt x="1903" y="310"/>
                </a:lnTo>
                <a:lnTo>
                  <a:pt x="1904" y="310"/>
                </a:lnTo>
                <a:lnTo>
                  <a:pt x="1904" y="309"/>
                </a:lnTo>
                <a:lnTo>
                  <a:pt x="1905" y="308"/>
                </a:lnTo>
                <a:lnTo>
                  <a:pt x="1906" y="308"/>
                </a:lnTo>
                <a:lnTo>
                  <a:pt x="1907" y="308"/>
                </a:lnTo>
                <a:lnTo>
                  <a:pt x="1908" y="309"/>
                </a:lnTo>
                <a:lnTo>
                  <a:pt x="1909" y="309"/>
                </a:lnTo>
                <a:lnTo>
                  <a:pt x="1909" y="310"/>
                </a:lnTo>
                <a:lnTo>
                  <a:pt x="1910" y="310"/>
                </a:lnTo>
                <a:lnTo>
                  <a:pt x="1910" y="311"/>
                </a:lnTo>
                <a:lnTo>
                  <a:pt x="1911" y="311"/>
                </a:lnTo>
                <a:lnTo>
                  <a:pt x="1911" y="312"/>
                </a:lnTo>
                <a:lnTo>
                  <a:pt x="1911" y="313"/>
                </a:lnTo>
                <a:lnTo>
                  <a:pt x="1910" y="314"/>
                </a:lnTo>
                <a:lnTo>
                  <a:pt x="1909" y="314"/>
                </a:lnTo>
                <a:lnTo>
                  <a:pt x="1909" y="316"/>
                </a:lnTo>
                <a:lnTo>
                  <a:pt x="1908" y="318"/>
                </a:lnTo>
                <a:lnTo>
                  <a:pt x="1908" y="320"/>
                </a:lnTo>
                <a:lnTo>
                  <a:pt x="1907" y="321"/>
                </a:lnTo>
                <a:lnTo>
                  <a:pt x="1908" y="322"/>
                </a:lnTo>
                <a:lnTo>
                  <a:pt x="1908" y="323"/>
                </a:lnTo>
                <a:lnTo>
                  <a:pt x="1908" y="324"/>
                </a:lnTo>
                <a:lnTo>
                  <a:pt x="1908" y="326"/>
                </a:lnTo>
                <a:lnTo>
                  <a:pt x="1908" y="327"/>
                </a:lnTo>
                <a:lnTo>
                  <a:pt x="1908" y="328"/>
                </a:lnTo>
                <a:lnTo>
                  <a:pt x="1907" y="328"/>
                </a:lnTo>
                <a:lnTo>
                  <a:pt x="1906" y="328"/>
                </a:lnTo>
                <a:lnTo>
                  <a:pt x="1905" y="330"/>
                </a:lnTo>
                <a:lnTo>
                  <a:pt x="1905" y="331"/>
                </a:lnTo>
                <a:lnTo>
                  <a:pt x="1904" y="332"/>
                </a:lnTo>
                <a:lnTo>
                  <a:pt x="1903" y="333"/>
                </a:lnTo>
                <a:lnTo>
                  <a:pt x="1902" y="334"/>
                </a:lnTo>
                <a:lnTo>
                  <a:pt x="1902" y="335"/>
                </a:lnTo>
                <a:lnTo>
                  <a:pt x="1902" y="337"/>
                </a:lnTo>
                <a:lnTo>
                  <a:pt x="1903" y="338"/>
                </a:lnTo>
                <a:lnTo>
                  <a:pt x="1903" y="339"/>
                </a:lnTo>
                <a:lnTo>
                  <a:pt x="1904" y="339"/>
                </a:lnTo>
                <a:lnTo>
                  <a:pt x="1904" y="340"/>
                </a:lnTo>
                <a:lnTo>
                  <a:pt x="1903" y="340"/>
                </a:lnTo>
                <a:lnTo>
                  <a:pt x="1903" y="341"/>
                </a:lnTo>
                <a:lnTo>
                  <a:pt x="1903" y="342"/>
                </a:lnTo>
                <a:lnTo>
                  <a:pt x="1904" y="342"/>
                </a:lnTo>
                <a:lnTo>
                  <a:pt x="1904" y="343"/>
                </a:lnTo>
                <a:lnTo>
                  <a:pt x="1905" y="344"/>
                </a:lnTo>
                <a:lnTo>
                  <a:pt x="1906" y="345"/>
                </a:lnTo>
                <a:lnTo>
                  <a:pt x="1907" y="345"/>
                </a:lnTo>
                <a:lnTo>
                  <a:pt x="1908" y="344"/>
                </a:lnTo>
                <a:lnTo>
                  <a:pt x="1909" y="344"/>
                </a:lnTo>
                <a:lnTo>
                  <a:pt x="1910" y="344"/>
                </a:lnTo>
                <a:lnTo>
                  <a:pt x="1910" y="345"/>
                </a:lnTo>
                <a:lnTo>
                  <a:pt x="1911" y="345"/>
                </a:lnTo>
                <a:lnTo>
                  <a:pt x="1911" y="344"/>
                </a:lnTo>
                <a:lnTo>
                  <a:pt x="1912" y="344"/>
                </a:lnTo>
                <a:lnTo>
                  <a:pt x="1913" y="344"/>
                </a:lnTo>
                <a:lnTo>
                  <a:pt x="1913" y="343"/>
                </a:lnTo>
                <a:lnTo>
                  <a:pt x="1914" y="343"/>
                </a:lnTo>
                <a:lnTo>
                  <a:pt x="1914" y="344"/>
                </a:lnTo>
                <a:lnTo>
                  <a:pt x="1915" y="344"/>
                </a:lnTo>
                <a:lnTo>
                  <a:pt x="1916" y="344"/>
                </a:lnTo>
                <a:lnTo>
                  <a:pt x="1916" y="345"/>
                </a:lnTo>
                <a:lnTo>
                  <a:pt x="1917" y="345"/>
                </a:lnTo>
                <a:lnTo>
                  <a:pt x="1917" y="346"/>
                </a:lnTo>
                <a:lnTo>
                  <a:pt x="1918" y="346"/>
                </a:lnTo>
                <a:lnTo>
                  <a:pt x="1919" y="346"/>
                </a:lnTo>
                <a:lnTo>
                  <a:pt x="1918" y="346"/>
                </a:lnTo>
                <a:lnTo>
                  <a:pt x="1918" y="347"/>
                </a:lnTo>
                <a:lnTo>
                  <a:pt x="1919" y="347"/>
                </a:lnTo>
                <a:lnTo>
                  <a:pt x="1919" y="348"/>
                </a:lnTo>
                <a:lnTo>
                  <a:pt x="1920" y="348"/>
                </a:lnTo>
                <a:lnTo>
                  <a:pt x="1920" y="349"/>
                </a:lnTo>
                <a:lnTo>
                  <a:pt x="1921" y="350"/>
                </a:lnTo>
                <a:lnTo>
                  <a:pt x="1922" y="350"/>
                </a:lnTo>
                <a:lnTo>
                  <a:pt x="1922" y="351"/>
                </a:lnTo>
                <a:lnTo>
                  <a:pt x="1923" y="351"/>
                </a:lnTo>
                <a:lnTo>
                  <a:pt x="1924" y="351"/>
                </a:lnTo>
                <a:lnTo>
                  <a:pt x="1925" y="351"/>
                </a:lnTo>
                <a:lnTo>
                  <a:pt x="1925" y="352"/>
                </a:lnTo>
                <a:lnTo>
                  <a:pt x="1926" y="352"/>
                </a:lnTo>
                <a:lnTo>
                  <a:pt x="1926" y="353"/>
                </a:lnTo>
                <a:lnTo>
                  <a:pt x="1927" y="353"/>
                </a:lnTo>
                <a:lnTo>
                  <a:pt x="1927" y="354"/>
                </a:lnTo>
                <a:lnTo>
                  <a:pt x="1928" y="354"/>
                </a:lnTo>
                <a:lnTo>
                  <a:pt x="1929" y="354"/>
                </a:lnTo>
                <a:lnTo>
                  <a:pt x="1929" y="355"/>
                </a:lnTo>
                <a:lnTo>
                  <a:pt x="1929" y="356"/>
                </a:lnTo>
                <a:lnTo>
                  <a:pt x="1930" y="356"/>
                </a:lnTo>
                <a:lnTo>
                  <a:pt x="1930" y="357"/>
                </a:lnTo>
                <a:lnTo>
                  <a:pt x="1930" y="358"/>
                </a:lnTo>
                <a:lnTo>
                  <a:pt x="1931" y="358"/>
                </a:lnTo>
                <a:lnTo>
                  <a:pt x="1932" y="358"/>
                </a:lnTo>
                <a:lnTo>
                  <a:pt x="1933" y="358"/>
                </a:lnTo>
                <a:lnTo>
                  <a:pt x="1933" y="359"/>
                </a:lnTo>
                <a:lnTo>
                  <a:pt x="1934" y="359"/>
                </a:lnTo>
                <a:lnTo>
                  <a:pt x="1934" y="358"/>
                </a:lnTo>
                <a:lnTo>
                  <a:pt x="1935" y="358"/>
                </a:lnTo>
                <a:lnTo>
                  <a:pt x="1935" y="357"/>
                </a:lnTo>
                <a:lnTo>
                  <a:pt x="1936" y="358"/>
                </a:lnTo>
                <a:lnTo>
                  <a:pt x="1936" y="359"/>
                </a:lnTo>
                <a:lnTo>
                  <a:pt x="1937" y="359"/>
                </a:lnTo>
                <a:lnTo>
                  <a:pt x="1937" y="360"/>
                </a:lnTo>
                <a:lnTo>
                  <a:pt x="1937" y="361"/>
                </a:lnTo>
                <a:lnTo>
                  <a:pt x="1937" y="363"/>
                </a:lnTo>
                <a:lnTo>
                  <a:pt x="1937" y="364"/>
                </a:lnTo>
                <a:lnTo>
                  <a:pt x="1938" y="364"/>
                </a:lnTo>
                <a:lnTo>
                  <a:pt x="1939" y="364"/>
                </a:lnTo>
                <a:lnTo>
                  <a:pt x="1940" y="365"/>
                </a:lnTo>
                <a:lnTo>
                  <a:pt x="1940" y="366"/>
                </a:lnTo>
                <a:lnTo>
                  <a:pt x="1941" y="367"/>
                </a:lnTo>
                <a:lnTo>
                  <a:pt x="1941" y="368"/>
                </a:lnTo>
                <a:lnTo>
                  <a:pt x="1942" y="368"/>
                </a:lnTo>
                <a:lnTo>
                  <a:pt x="1943" y="368"/>
                </a:lnTo>
                <a:lnTo>
                  <a:pt x="1943" y="369"/>
                </a:lnTo>
                <a:lnTo>
                  <a:pt x="1943" y="370"/>
                </a:lnTo>
                <a:lnTo>
                  <a:pt x="1943" y="371"/>
                </a:lnTo>
                <a:lnTo>
                  <a:pt x="1943" y="372"/>
                </a:lnTo>
                <a:lnTo>
                  <a:pt x="1942" y="372"/>
                </a:lnTo>
                <a:lnTo>
                  <a:pt x="1943" y="372"/>
                </a:lnTo>
                <a:lnTo>
                  <a:pt x="1943" y="373"/>
                </a:lnTo>
                <a:lnTo>
                  <a:pt x="1944" y="373"/>
                </a:lnTo>
                <a:lnTo>
                  <a:pt x="1944" y="374"/>
                </a:lnTo>
                <a:lnTo>
                  <a:pt x="1945" y="374"/>
                </a:lnTo>
                <a:lnTo>
                  <a:pt x="1946" y="374"/>
                </a:lnTo>
                <a:lnTo>
                  <a:pt x="1946" y="375"/>
                </a:lnTo>
                <a:lnTo>
                  <a:pt x="1946" y="376"/>
                </a:lnTo>
                <a:lnTo>
                  <a:pt x="1947" y="376"/>
                </a:lnTo>
                <a:lnTo>
                  <a:pt x="1948" y="376"/>
                </a:lnTo>
                <a:lnTo>
                  <a:pt x="1948" y="377"/>
                </a:lnTo>
                <a:lnTo>
                  <a:pt x="1949" y="377"/>
                </a:lnTo>
                <a:lnTo>
                  <a:pt x="1949" y="378"/>
                </a:lnTo>
                <a:lnTo>
                  <a:pt x="1950" y="378"/>
                </a:lnTo>
                <a:lnTo>
                  <a:pt x="1950" y="379"/>
                </a:lnTo>
                <a:lnTo>
                  <a:pt x="1951" y="379"/>
                </a:lnTo>
                <a:lnTo>
                  <a:pt x="1952" y="379"/>
                </a:lnTo>
                <a:lnTo>
                  <a:pt x="1953" y="379"/>
                </a:lnTo>
                <a:lnTo>
                  <a:pt x="1954" y="380"/>
                </a:lnTo>
                <a:lnTo>
                  <a:pt x="1955" y="380"/>
                </a:lnTo>
                <a:lnTo>
                  <a:pt x="1956" y="380"/>
                </a:lnTo>
                <a:lnTo>
                  <a:pt x="1957" y="380"/>
                </a:lnTo>
                <a:lnTo>
                  <a:pt x="1957" y="381"/>
                </a:lnTo>
                <a:lnTo>
                  <a:pt x="1958" y="381"/>
                </a:lnTo>
                <a:lnTo>
                  <a:pt x="1958" y="382"/>
                </a:lnTo>
                <a:lnTo>
                  <a:pt x="1959" y="382"/>
                </a:lnTo>
                <a:lnTo>
                  <a:pt x="1960" y="382"/>
                </a:lnTo>
                <a:lnTo>
                  <a:pt x="1961" y="382"/>
                </a:lnTo>
                <a:lnTo>
                  <a:pt x="1962" y="382"/>
                </a:lnTo>
                <a:lnTo>
                  <a:pt x="1962" y="381"/>
                </a:lnTo>
                <a:lnTo>
                  <a:pt x="1963" y="382"/>
                </a:lnTo>
                <a:lnTo>
                  <a:pt x="1963" y="383"/>
                </a:lnTo>
                <a:lnTo>
                  <a:pt x="1964" y="383"/>
                </a:lnTo>
                <a:lnTo>
                  <a:pt x="1964" y="384"/>
                </a:lnTo>
                <a:lnTo>
                  <a:pt x="1966" y="384"/>
                </a:lnTo>
                <a:lnTo>
                  <a:pt x="1966" y="385"/>
                </a:lnTo>
                <a:lnTo>
                  <a:pt x="1966" y="386"/>
                </a:lnTo>
                <a:lnTo>
                  <a:pt x="1967" y="386"/>
                </a:lnTo>
                <a:lnTo>
                  <a:pt x="1967" y="387"/>
                </a:lnTo>
                <a:lnTo>
                  <a:pt x="1968" y="387"/>
                </a:lnTo>
                <a:lnTo>
                  <a:pt x="1969" y="387"/>
                </a:lnTo>
                <a:lnTo>
                  <a:pt x="1970" y="387"/>
                </a:lnTo>
                <a:lnTo>
                  <a:pt x="1970" y="388"/>
                </a:lnTo>
                <a:lnTo>
                  <a:pt x="1971" y="388"/>
                </a:lnTo>
                <a:lnTo>
                  <a:pt x="1971" y="389"/>
                </a:lnTo>
                <a:lnTo>
                  <a:pt x="1972" y="389"/>
                </a:lnTo>
                <a:lnTo>
                  <a:pt x="1972" y="390"/>
                </a:lnTo>
                <a:lnTo>
                  <a:pt x="1973" y="389"/>
                </a:lnTo>
                <a:lnTo>
                  <a:pt x="1973" y="390"/>
                </a:lnTo>
                <a:lnTo>
                  <a:pt x="1973" y="391"/>
                </a:lnTo>
                <a:lnTo>
                  <a:pt x="1974" y="391"/>
                </a:lnTo>
                <a:lnTo>
                  <a:pt x="1975" y="391"/>
                </a:lnTo>
                <a:lnTo>
                  <a:pt x="1976" y="391"/>
                </a:lnTo>
                <a:lnTo>
                  <a:pt x="1976" y="390"/>
                </a:lnTo>
                <a:lnTo>
                  <a:pt x="1977" y="390"/>
                </a:lnTo>
                <a:lnTo>
                  <a:pt x="1978" y="390"/>
                </a:lnTo>
                <a:lnTo>
                  <a:pt x="1978" y="389"/>
                </a:lnTo>
                <a:lnTo>
                  <a:pt x="1977" y="389"/>
                </a:lnTo>
                <a:lnTo>
                  <a:pt x="1977" y="388"/>
                </a:lnTo>
                <a:lnTo>
                  <a:pt x="1978" y="388"/>
                </a:lnTo>
                <a:lnTo>
                  <a:pt x="1978" y="387"/>
                </a:lnTo>
                <a:lnTo>
                  <a:pt x="1978" y="386"/>
                </a:lnTo>
                <a:lnTo>
                  <a:pt x="1978" y="385"/>
                </a:lnTo>
                <a:lnTo>
                  <a:pt x="1979" y="385"/>
                </a:lnTo>
                <a:lnTo>
                  <a:pt x="1979" y="384"/>
                </a:lnTo>
                <a:lnTo>
                  <a:pt x="1980" y="384"/>
                </a:lnTo>
                <a:lnTo>
                  <a:pt x="1981" y="384"/>
                </a:lnTo>
                <a:lnTo>
                  <a:pt x="1981" y="383"/>
                </a:lnTo>
                <a:lnTo>
                  <a:pt x="1982" y="383"/>
                </a:lnTo>
                <a:lnTo>
                  <a:pt x="1982" y="382"/>
                </a:lnTo>
                <a:lnTo>
                  <a:pt x="1982" y="381"/>
                </a:lnTo>
                <a:lnTo>
                  <a:pt x="1983" y="381"/>
                </a:lnTo>
                <a:lnTo>
                  <a:pt x="1983" y="380"/>
                </a:lnTo>
                <a:lnTo>
                  <a:pt x="1984" y="380"/>
                </a:lnTo>
                <a:lnTo>
                  <a:pt x="1985" y="380"/>
                </a:lnTo>
                <a:lnTo>
                  <a:pt x="1986" y="379"/>
                </a:lnTo>
                <a:lnTo>
                  <a:pt x="1987" y="378"/>
                </a:lnTo>
                <a:lnTo>
                  <a:pt x="1988" y="378"/>
                </a:lnTo>
                <a:lnTo>
                  <a:pt x="1988" y="377"/>
                </a:lnTo>
                <a:lnTo>
                  <a:pt x="1988" y="376"/>
                </a:lnTo>
                <a:lnTo>
                  <a:pt x="1989" y="376"/>
                </a:lnTo>
                <a:lnTo>
                  <a:pt x="1990" y="376"/>
                </a:lnTo>
                <a:lnTo>
                  <a:pt x="1991" y="376"/>
                </a:lnTo>
                <a:lnTo>
                  <a:pt x="1991" y="377"/>
                </a:lnTo>
                <a:lnTo>
                  <a:pt x="1991" y="378"/>
                </a:lnTo>
                <a:lnTo>
                  <a:pt x="1992" y="378"/>
                </a:lnTo>
                <a:lnTo>
                  <a:pt x="1993" y="378"/>
                </a:lnTo>
                <a:lnTo>
                  <a:pt x="1993" y="379"/>
                </a:lnTo>
                <a:lnTo>
                  <a:pt x="1993" y="378"/>
                </a:lnTo>
                <a:lnTo>
                  <a:pt x="1994" y="378"/>
                </a:lnTo>
                <a:lnTo>
                  <a:pt x="1994" y="379"/>
                </a:lnTo>
                <a:lnTo>
                  <a:pt x="1995" y="379"/>
                </a:lnTo>
                <a:lnTo>
                  <a:pt x="1996" y="378"/>
                </a:lnTo>
                <a:lnTo>
                  <a:pt x="1996" y="379"/>
                </a:lnTo>
                <a:lnTo>
                  <a:pt x="1997" y="379"/>
                </a:lnTo>
                <a:lnTo>
                  <a:pt x="1997" y="378"/>
                </a:lnTo>
                <a:lnTo>
                  <a:pt x="1998" y="378"/>
                </a:lnTo>
                <a:lnTo>
                  <a:pt x="1998" y="379"/>
                </a:lnTo>
                <a:lnTo>
                  <a:pt x="1999" y="379"/>
                </a:lnTo>
                <a:lnTo>
                  <a:pt x="2000" y="379"/>
                </a:lnTo>
                <a:lnTo>
                  <a:pt x="2000" y="380"/>
                </a:lnTo>
                <a:lnTo>
                  <a:pt x="2001" y="380"/>
                </a:lnTo>
                <a:lnTo>
                  <a:pt x="2002" y="380"/>
                </a:lnTo>
                <a:lnTo>
                  <a:pt x="2002" y="381"/>
                </a:lnTo>
                <a:lnTo>
                  <a:pt x="2003" y="381"/>
                </a:lnTo>
                <a:lnTo>
                  <a:pt x="2003" y="382"/>
                </a:lnTo>
                <a:lnTo>
                  <a:pt x="2004" y="382"/>
                </a:lnTo>
                <a:lnTo>
                  <a:pt x="2005" y="382"/>
                </a:lnTo>
                <a:lnTo>
                  <a:pt x="2005" y="383"/>
                </a:lnTo>
                <a:lnTo>
                  <a:pt x="2006" y="383"/>
                </a:lnTo>
                <a:lnTo>
                  <a:pt x="2007" y="383"/>
                </a:lnTo>
                <a:lnTo>
                  <a:pt x="2008" y="383"/>
                </a:lnTo>
                <a:lnTo>
                  <a:pt x="2009" y="383"/>
                </a:lnTo>
                <a:lnTo>
                  <a:pt x="2010" y="383"/>
                </a:lnTo>
                <a:lnTo>
                  <a:pt x="2010" y="384"/>
                </a:lnTo>
                <a:lnTo>
                  <a:pt x="2011" y="384"/>
                </a:lnTo>
                <a:lnTo>
                  <a:pt x="2012" y="384"/>
                </a:lnTo>
                <a:lnTo>
                  <a:pt x="2012" y="385"/>
                </a:lnTo>
                <a:lnTo>
                  <a:pt x="2013" y="385"/>
                </a:lnTo>
                <a:lnTo>
                  <a:pt x="2013" y="386"/>
                </a:lnTo>
                <a:lnTo>
                  <a:pt x="2014" y="386"/>
                </a:lnTo>
                <a:lnTo>
                  <a:pt x="2014" y="387"/>
                </a:lnTo>
                <a:lnTo>
                  <a:pt x="2015" y="387"/>
                </a:lnTo>
                <a:lnTo>
                  <a:pt x="2015" y="388"/>
                </a:lnTo>
                <a:lnTo>
                  <a:pt x="2016" y="388"/>
                </a:lnTo>
                <a:lnTo>
                  <a:pt x="2016" y="389"/>
                </a:lnTo>
                <a:lnTo>
                  <a:pt x="2016" y="390"/>
                </a:lnTo>
                <a:lnTo>
                  <a:pt x="2017" y="390"/>
                </a:lnTo>
                <a:lnTo>
                  <a:pt x="2017" y="391"/>
                </a:lnTo>
                <a:lnTo>
                  <a:pt x="2017" y="392"/>
                </a:lnTo>
                <a:lnTo>
                  <a:pt x="2018" y="392"/>
                </a:lnTo>
                <a:lnTo>
                  <a:pt x="2018" y="393"/>
                </a:lnTo>
                <a:lnTo>
                  <a:pt x="2018" y="394"/>
                </a:lnTo>
                <a:lnTo>
                  <a:pt x="2019" y="394"/>
                </a:lnTo>
                <a:lnTo>
                  <a:pt x="2019" y="395"/>
                </a:lnTo>
                <a:lnTo>
                  <a:pt x="2020" y="396"/>
                </a:lnTo>
                <a:lnTo>
                  <a:pt x="2021" y="396"/>
                </a:lnTo>
                <a:lnTo>
                  <a:pt x="2021" y="397"/>
                </a:lnTo>
                <a:lnTo>
                  <a:pt x="2022" y="398"/>
                </a:lnTo>
                <a:lnTo>
                  <a:pt x="2024" y="399"/>
                </a:lnTo>
                <a:lnTo>
                  <a:pt x="2024" y="400"/>
                </a:lnTo>
                <a:lnTo>
                  <a:pt x="2024" y="401"/>
                </a:lnTo>
                <a:lnTo>
                  <a:pt x="2023" y="401"/>
                </a:lnTo>
                <a:lnTo>
                  <a:pt x="2023" y="402"/>
                </a:lnTo>
                <a:lnTo>
                  <a:pt x="2022" y="403"/>
                </a:lnTo>
                <a:lnTo>
                  <a:pt x="2022" y="405"/>
                </a:lnTo>
                <a:lnTo>
                  <a:pt x="2023" y="406"/>
                </a:lnTo>
                <a:lnTo>
                  <a:pt x="2025" y="406"/>
                </a:lnTo>
                <a:lnTo>
                  <a:pt x="2026" y="406"/>
                </a:lnTo>
                <a:lnTo>
                  <a:pt x="2026" y="407"/>
                </a:lnTo>
                <a:lnTo>
                  <a:pt x="2027" y="407"/>
                </a:lnTo>
                <a:lnTo>
                  <a:pt x="2028" y="407"/>
                </a:lnTo>
                <a:lnTo>
                  <a:pt x="2029" y="408"/>
                </a:lnTo>
                <a:lnTo>
                  <a:pt x="2030" y="408"/>
                </a:lnTo>
                <a:lnTo>
                  <a:pt x="2030" y="409"/>
                </a:lnTo>
                <a:lnTo>
                  <a:pt x="2031" y="409"/>
                </a:lnTo>
                <a:lnTo>
                  <a:pt x="2032" y="409"/>
                </a:lnTo>
                <a:lnTo>
                  <a:pt x="2032" y="410"/>
                </a:lnTo>
                <a:lnTo>
                  <a:pt x="2033" y="410"/>
                </a:lnTo>
                <a:lnTo>
                  <a:pt x="2034" y="410"/>
                </a:lnTo>
                <a:lnTo>
                  <a:pt x="2035" y="411"/>
                </a:lnTo>
                <a:lnTo>
                  <a:pt x="2036" y="411"/>
                </a:lnTo>
                <a:lnTo>
                  <a:pt x="2037" y="411"/>
                </a:lnTo>
                <a:lnTo>
                  <a:pt x="2038" y="412"/>
                </a:lnTo>
                <a:lnTo>
                  <a:pt x="2039" y="412"/>
                </a:lnTo>
                <a:lnTo>
                  <a:pt x="2040" y="412"/>
                </a:lnTo>
                <a:lnTo>
                  <a:pt x="2040" y="413"/>
                </a:lnTo>
                <a:lnTo>
                  <a:pt x="2041" y="413"/>
                </a:lnTo>
                <a:lnTo>
                  <a:pt x="2042" y="413"/>
                </a:lnTo>
                <a:lnTo>
                  <a:pt x="2043" y="413"/>
                </a:lnTo>
                <a:lnTo>
                  <a:pt x="2043" y="414"/>
                </a:lnTo>
                <a:lnTo>
                  <a:pt x="2044" y="415"/>
                </a:lnTo>
                <a:lnTo>
                  <a:pt x="2045" y="416"/>
                </a:lnTo>
                <a:lnTo>
                  <a:pt x="2046" y="416"/>
                </a:lnTo>
                <a:lnTo>
                  <a:pt x="2046" y="417"/>
                </a:lnTo>
                <a:lnTo>
                  <a:pt x="2046" y="418"/>
                </a:lnTo>
                <a:lnTo>
                  <a:pt x="2046" y="420"/>
                </a:lnTo>
                <a:lnTo>
                  <a:pt x="2046" y="421"/>
                </a:lnTo>
                <a:lnTo>
                  <a:pt x="2046" y="422"/>
                </a:lnTo>
                <a:lnTo>
                  <a:pt x="2047" y="422"/>
                </a:lnTo>
                <a:lnTo>
                  <a:pt x="2048" y="422"/>
                </a:lnTo>
                <a:lnTo>
                  <a:pt x="2049" y="422"/>
                </a:lnTo>
                <a:lnTo>
                  <a:pt x="2050" y="422"/>
                </a:lnTo>
                <a:lnTo>
                  <a:pt x="2050" y="421"/>
                </a:lnTo>
                <a:lnTo>
                  <a:pt x="2051" y="421"/>
                </a:lnTo>
                <a:lnTo>
                  <a:pt x="2052" y="421"/>
                </a:lnTo>
                <a:lnTo>
                  <a:pt x="2052" y="420"/>
                </a:lnTo>
                <a:lnTo>
                  <a:pt x="2053" y="420"/>
                </a:lnTo>
                <a:lnTo>
                  <a:pt x="2053" y="421"/>
                </a:lnTo>
                <a:lnTo>
                  <a:pt x="2054" y="421"/>
                </a:lnTo>
                <a:lnTo>
                  <a:pt x="2054" y="422"/>
                </a:lnTo>
                <a:lnTo>
                  <a:pt x="2054" y="421"/>
                </a:lnTo>
                <a:lnTo>
                  <a:pt x="2054" y="420"/>
                </a:lnTo>
                <a:lnTo>
                  <a:pt x="2055" y="419"/>
                </a:lnTo>
                <a:lnTo>
                  <a:pt x="2056" y="417"/>
                </a:lnTo>
                <a:lnTo>
                  <a:pt x="2056" y="416"/>
                </a:lnTo>
                <a:lnTo>
                  <a:pt x="2058" y="415"/>
                </a:lnTo>
                <a:lnTo>
                  <a:pt x="2059" y="413"/>
                </a:lnTo>
                <a:lnTo>
                  <a:pt x="2060" y="413"/>
                </a:lnTo>
                <a:lnTo>
                  <a:pt x="2061" y="412"/>
                </a:lnTo>
                <a:lnTo>
                  <a:pt x="2062" y="412"/>
                </a:lnTo>
                <a:lnTo>
                  <a:pt x="2063" y="411"/>
                </a:lnTo>
                <a:lnTo>
                  <a:pt x="2064" y="411"/>
                </a:lnTo>
                <a:lnTo>
                  <a:pt x="2064" y="410"/>
                </a:lnTo>
                <a:lnTo>
                  <a:pt x="2065" y="409"/>
                </a:lnTo>
                <a:lnTo>
                  <a:pt x="2066" y="409"/>
                </a:lnTo>
                <a:lnTo>
                  <a:pt x="2066" y="408"/>
                </a:lnTo>
                <a:lnTo>
                  <a:pt x="2067" y="408"/>
                </a:lnTo>
                <a:lnTo>
                  <a:pt x="2068" y="408"/>
                </a:lnTo>
                <a:lnTo>
                  <a:pt x="2069" y="408"/>
                </a:lnTo>
                <a:lnTo>
                  <a:pt x="2069" y="407"/>
                </a:lnTo>
                <a:lnTo>
                  <a:pt x="2070" y="407"/>
                </a:lnTo>
                <a:lnTo>
                  <a:pt x="2070" y="408"/>
                </a:lnTo>
                <a:lnTo>
                  <a:pt x="2071" y="408"/>
                </a:lnTo>
                <a:lnTo>
                  <a:pt x="2072" y="408"/>
                </a:lnTo>
                <a:lnTo>
                  <a:pt x="2074" y="408"/>
                </a:lnTo>
                <a:lnTo>
                  <a:pt x="2075" y="408"/>
                </a:lnTo>
                <a:lnTo>
                  <a:pt x="2076" y="408"/>
                </a:lnTo>
                <a:lnTo>
                  <a:pt x="2076" y="409"/>
                </a:lnTo>
                <a:lnTo>
                  <a:pt x="2076" y="410"/>
                </a:lnTo>
                <a:lnTo>
                  <a:pt x="2077" y="410"/>
                </a:lnTo>
                <a:lnTo>
                  <a:pt x="2077" y="411"/>
                </a:lnTo>
                <a:lnTo>
                  <a:pt x="2078" y="411"/>
                </a:lnTo>
                <a:lnTo>
                  <a:pt x="2079" y="412"/>
                </a:lnTo>
                <a:lnTo>
                  <a:pt x="2079" y="413"/>
                </a:lnTo>
                <a:lnTo>
                  <a:pt x="2078" y="414"/>
                </a:lnTo>
                <a:lnTo>
                  <a:pt x="2079" y="415"/>
                </a:lnTo>
                <a:lnTo>
                  <a:pt x="2080" y="415"/>
                </a:lnTo>
                <a:lnTo>
                  <a:pt x="2081" y="416"/>
                </a:lnTo>
                <a:lnTo>
                  <a:pt x="2082" y="417"/>
                </a:lnTo>
                <a:lnTo>
                  <a:pt x="2082" y="418"/>
                </a:lnTo>
                <a:lnTo>
                  <a:pt x="2081" y="420"/>
                </a:lnTo>
                <a:lnTo>
                  <a:pt x="2081" y="421"/>
                </a:lnTo>
                <a:lnTo>
                  <a:pt x="2082" y="422"/>
                </a:lnTo>
                <a:lnTo>
                  <a:pt x="2082" y="423"/>
                </a:lnTo>
                <a:lnTo>
                  <a:pt x="2083" y="423"/>
                </a:lnTo>
                <a:lnTo>
                  <a:pt x="2083" y="424"/>
                </a:lnTo>
                <a:lnTo>
                  <a:pt x="2083" y="425"/>
                </a:lnTo>
                <a:lnTo>
                  <a:pt x="2083" y="426"/>
                </a:lnTo>
                <a:lnTo>
                  <a:pt x="2082" y="428"/>
                </a:lnTo>
                <a:lnTo>
                  <a:pt x="2081" y="429"/>
                </a:lnTo>
                <a:lnTo>
                  <a:pt x="2082" y="430"/>
                </a:lnTo>
                <a:lnTo>
                  <a:pt x="2083" y="431"/>
                </a:lnTo>
                <a:lnTo>
                  <a:pt x="2085" y="432"/>
                </a:lnTo>
                <a:lnTo>
                  <a:pt x="2085" y="433"/>
                </a:lnTo>
                <a:lnTo>
                  <a:pt x="2086" y="434"/>
                </a:lnTo>
                <a:lnTo>
                  <a:pt x="2086" y="436"/>
                </a:lnTo>
                <a:lnTo>
                  <a:pt x="2086" y="437"/>
                </a:lnTo>
                <a:lnTo>
                  <a:pt x="2087" y="438"/>
                </a:lnTo>
                <a:lnTo>
                  <a:pt x="2088" y="439"/>
                </a:lnTo>
                <a:lnTo>
                  <a:pt x="2090" y="439"/>
                </a:lnTo>
                <a:lnTo>
                  <a:pt x="2092" y="440"/>
                </a:lnTo>
                <a:lnTo>
                  <a:pt x="2092" y="441"/>
                </a:lnTo>
                <a:lnTo>
                  <a:pt x="2092" y="442"/>
                </a:lnTo>
                <a:lnTo>
                  <a:pt x="2093" y="442"/>
                </a:lnTo>
                <a:lnTo>
                  <a:pt x="2093" y="443"/>
                </a:lnTo>
                <a:lnTo>
                  <a:pt x="2094" y="445"/>
                </a:lnTo>
                <a:lnTo>
                  <a:pt x="2095" y="445"/>
                </a:lnTo>
                <a:lnTo>
                  <a:pt x="2096" y="445"/>
                </a:lnTo>
                <a:lnTo>
                  <a:pt x="2096" y="446"/>
                </a:lnTo>
                <a:lnTo>
                  <a:pt x="2096" y="447"/>
                </a:lnTo>
                <a:lnTo>
                  <a:pt x="2095" y="448"/>
                </a:lnTo>
                <a:lnTo>
                  <a:pt x="2094" y="449"/>
                </a:lnTo>
                <a:lnTo>
                  <a:pt x="2094" y="450"/>
                </a:lnTo>
                <a:lnTo>
                  <a:pt x="2094" y="451"/>
                </a:lnTo>
                <a:lnTo>
                  <a:pt x="2094" y="452"/>
                </a:lnTo>
                <a:lnTo>
                  <a:pt x="2094" y="453"/>
                </a:lnTo>
                <a:lnTo>
                  <a:pt x="2093" y="454"/>
                </a:lnTo>
                <a:lnTo>
                  <a:pt x="2091" y="457"/>
                </a:lnTo>
                <a:lnTo>
                  <a:pt x="2091" y="459"/>
                </a:lnTo>
                <a:lnTo>
                  <a:pt x="2092" y="460"/>
                </a:lnTo>
                <a:lnTo>
                  <a:pt x="2093" y="459"/>
                </a:lnTo>
                <a:lnTo>
                  <a:pt x="2095" y="460"/>
                </a:lnTo>
                <a:lnTo>
                  <a:pt x="2098" y="461"/>
                </a:lnTo>
                <a:lnTo>
                  <a:pt x="2099" y="461"/>
                </a:lnTo>
                <a:lnTo>
                  <a:pt x="2099" y="462"/>
                </a:lnTo>
                <a:lnTo>
                  <a:pt x="2100" y="462"/>
                </a:lnTo>
                <a:lnTo>
                  <a:pt x="2102" y="464"/>
                </a:lnTo>
                <a:lnTo>
                  <a:pt x="2103" y="465"/>
                </a:lnTo>
                <a:lnTo>
                  <a:pt x="2103" y="466"/>
                </a:lnTo>
                <a:lnTo>
                  <a:pt x="2104" y="468"/>
                </a:lnTo>
                <a:lnTo>
                  <a:pt x="2104" y="469"/>
                </a:lnTo>
                <a:lnTo>
                  <a:pt x="2105" y="470"/>
                </a:lnTo>
                <a:lnTo>
                  <a:pt x="2104" y="471"/>
                </a:lnTo>
                <a:lnTo>
                  <a:pt x="2105" y="471"/>
                </a:lnTo>
                <a:lnTo>
                  <a:pt x="2106" y="473"/>
                </a:lnTo>
                <a:lnTo>
                  <a:pt x="2109" y="473"/>
                </a:lnTo>
                <a:lnTo>
                  <a:pt x="2110" y="473"/>
                </a:lnTo>
                <a:lnTo>
                  <a:pt x="2110" y="474"/>
                </a:lnTo>
                <a:lnTo>
                  <a:pt x="2111" y="474"/>
                </a:lnTo>
                <a:lnTo>
                  <a:pt x="2112" y="474"/>
                </a:lnTo>
                <a:lnTo>
                  <a:pt x="2113" y="475"/>
                </a:lnTo>
                <a:lnTo>
                  <a:pt x="2114" y="475"/>
                </a:lnTo>
                <a:lnTo>
                  <a:pt x="2114" y="476"/>
                </a:lnTo>
                <a:lnTo>
                  <a:pt x="2115" y="476"/>
                </a:lnTo>
                <a:lnTo>
                  <a:pt x="2115" y="477"/>
                </a:lnTo>
                <a:lnTo>
                  <a:pt x="2116" y="477"/>
                </a:lnTo>
                <a:lnTo>
                  <a:pt x="2117" y="478"/>
                </a:lnTo>
                <a:lnTo>
                  <a:pt x="2117" y="479"/>
                </a:lnTo>
                <a:lnTo>
                  <a:pt x="2118" y="479"/>
                </a:lnTo>
                <a:lnTo>
                  <a:pt x="2119" y="479"/>
                </a:lnTo>
                <a:lnTo>
                  <a:pt x="2120" y="479"/>
                </a:lnTo>
                <a:lnTo>
                  <a:pt x="2121" y="479"/>
                </a:lnTo>
                <a:lnTo>
                  <a:pt x="2122" y="479"/>
                </a:lnTo>
                <a:lnTo>
                  <a:pt x="2122" y="480"/>
                </a:lnTo>
                <a:lnTo>
                  <a:pt x="2122" y="481"/>
                </a:lnTo>
                <a:lnTo>
                  <a:pt x="2122" y="482"/>
                </a:lnTo>
                <a:lnTo>
                  <a:pt x="2122" y="483"/>
                </a:lnTo>
                <a:lnTo>
                  <a:pt x="2122" y="484"/>
                </a:lnTo>
                <a:lnTo>
                  <a:pt x="2124" y="486"/>
                </a:lnTo>
                <a:lnTo>
                  <a:pt x="2125" y="486"/>
                </a:lnTo>
                <a:lnTo>
                  <a:pt x="2126" y="486"/>
                </a:lnTo>
                <a:lnTo>
                  <a:pt x="2127" y="488"/>
                </a:lnTo>
                <a:lnTo>
                  <a:pt x="2128" y="488"/>
                </a:lnTo>
                <a:lnTo>
                  <a:pt x="2128" y="489"/>
                </a:lnTo>
                <a:lnTo>
                  <a:pt x="2129" y="489"/>
                </a:lnTo>
                <a:lnTo>
                  <a:pt x="2132" y="492"/>
                </a:lnTo>
                <a:lnTo>
                  <a:pt x="2133" y="492"/>
                </a:lnTo>
                <a:lnTo>
                  <a:pt x="2133" y="493"/>
                </a:lnTo>
                <a:lnTo>
                  <a:pt x="2134" y="493"/>
                </a:lnTo>
                <a:lnTo>
                  <a:pt x="2135" y="494"/>
                </a:lnTo>
                <a:lnTo>
                  <a:pt x="2136" y="493"/>
                </a:lnTo>
                <a:lnTo>
                  <a:pt x="2137" y="493"/>
                </a:lnTo>
                <a:lnTo>
                  <a:pt x="2137" y="494"/>
                </a:lnTo>
                <a:lnTo>
                  <a:pt x="2138" y="495"/>
                </a:lnTo>
                <a:lnTo>
                  <a:pt x="2139" y="495"/>
                </a:lnTo>
                <a:lnTo>
                  <a:pt x="2140" y="495"/>
                </a:lnTo>
                <a:lnTo>
                  <a:pt x="2140" y="496"/>
                </a:lnTo>
                <a:lnTo>
                  <a:pt x="2141" y="496"/>
                </a:lnTo>
                <a:lnTo>
                  <a:pt x="2142" y="497"/>
                </a:lnTo>
                <a:lnTo>
                  <a:pt x="2142" y="498"/>
                </a:lnTo>
                <a:lnTo>
                  <a:pt x="2141" y="499"/>
                </a:lnTo>
                <a:lnTo>
                  <a:pt x="2141" y="500"/>
                </a:lnTo>
                <a:lnTo>
                  <a:pt x="2141" y="501"/>
                </a:lnTo>
                <a:lnTo>
                  <a:pt x="2142" y="502"/>
                </a:lnTo>
                <a:lnTo>
                  <a:pt x="2144" y="504"/>
                </a:lnTo>
                <a:lnTo>
                  <a:pt x="2145" y="504"/>
                </a:lnTo>
                <a:lnTo>
                  <a:pt x="2146" y="505"/>
                </a:lnTo>
                <a:lnTo>
                  <a:pt x="2146" y="506"/>
                </a:lnTo>
                <a:lnTo>
                  <a:pt x="2146" y="507"/>
                </a:lnTo>
                <a:lnTo>
                  <a:pt x="2147" y="509"/>
                </a:lnTo>
                <a:lnTo>
                  <a:pt x="2148" y="510"/>
                </a:lnTo>
                <a:lnTo>
                  <a:pt x="2149" y="510"/>
                </a:lnTo>
                <a:lnTo>
                  <a:pt x="2150" y="511"/>
                </a:lnTo>
                <a:lnTo>
                  <a:pt x="2151" y="512"/>
                </a:lnTo>
                <a:lnTo>
                  <a:pt x="2151" y="513"/>
                </a:lnTo>
                <a:lnTo>
                  <a:pt x="2151" y="514"/>
                </a:lnTo>
                <a:lnTo>
                  <a:pt x="2152" y="515"/>
                </a:lnTo>
                <a:lnTo>
                  <a:pt x="2154" y="516"/>
                </a:lnTo>
                <a:lnTo>
                  <a:pt x="2155" y="516"/>
                </a:lnTo>
                <a:lnTo>
                  <a:pt x="2156" y="516"/>
                </a:lnTo>
                <a:lnTo>
                  <a:pt x="2158" y="516"/>
                </a:lnTo>
                <a:lnTo>
                  <a:pt x="2159" y="517"/>
                </a:lnTo>
                <a:lnTo>
                  <a:pt x="2160" y="518"/>
                </a:lnTo>
                <a:lnTo>
                  <a:pt x="2160" y="519"/>
                </a:lnTo>
                <a:lnTo>
                  <a:pt x="2161" y="520"/>
                </a:lnTo>
                <a:lnTo>
                  <a:pt x="2162" y="521"/>
                </a:lnTo>
                <a:lnTo>
                  <a:pt x="2163" y="521"/>
                </a:lnTo>
                <a:lnTo>
                  <a:pt x="2163" y="522"/>
                </a:lnTo>
                <a:lnTo>
                  <a:pt x="2164" y="523"/>
                </a:lnTo>
                <a:lnTo>
                  <a:pt x="2164" y="524"/>
                </a:lnTo>
                <a:lnTo>
                  <a:pt x="2165" y="525"/>
                </a:lnTo>
                <a:lnTo>
                  <a:pt x="2166" y="526"/>
                </a:lnTo>
                <a:lnTo>
                  <a:pt x="2167" y="526"/>
                </a:lnTo>
                <a:lnTo>
                  <a:pt x="2168" y="526"/>
                </a:lnTo>
                <a:lnTo>
                  <a:pt x="2168" y="525"/>
                </a:lnTo>
                <a:lnTo>
                  <a:pt x="2169" y="525"/>
                </a:lnTo>
                <a:lnTo>
                  <a:pt x="2169" y="526"/>
                </a:lnTo>
                <a:lnTo>
                  <a:pt x="2170" y="526"/>
                </a:lnTo>
                <a:lnTo>
                  <a:pt x="2170" y="528"/>
                </a:lnTo>
                <a:lnTo>
                  <a:pt x="2170" y="529"/>
                </a:lnTo>
                <a:lnTo>
                  <a:pt x="2170" y="530"/>
                </a:lnTo>
                <a:lnTo>
                  <a:pt x="2172" y="532"/>
                </a:lnTo>
                <a:lnTo>
                  <a:pt x="2173" y="534"/>
                </a:lnTo>
                <a:lnTo>
                  <a:pt x="2175" y="536"/>
                </a:lnTo>
                <a:lnTo>
                  <a:pt x="2175" y="537"/>
                </a:lnTo>
                <a:lnTo>
                  <a:pt x="2175" y="538"/>
                </a:lnTo>
                <a:lnTo>
                  <a:pt x="2175" y="541"/>
                </a:lnTo>
                <a:lnTo>
                  <a:pt x="2173" y="541"/>
                </a:lnTo>
                <a:lnTo>
                  <a:pt x="2173" y="540"/>
                </a:lnTo>
                <a:lnTo>
                  <a:pt x="2172" y="540"/>
                </a:lnTo>
                <a:lnTo>
                  <a:pt x="2171" y="540"/>
                </a:lnTo>
                <a:lnTo>
                  <a:pt x="2169" y="540"/>
                </a:lnTo>
                <a:lnTo>
                  <a:pt x="2168" y="540"/>
                </a:lnTo>
                <a:lnTo>
                  <a:pt x="2167" y="540"/>
                </a:lnTo>
                <a:lnTo>
                  <a:pt x="2165" y="541"/>
                </a:lnTo>
                <a:lnTo>
                  <a:pt x="2164" y="541"/>
                </a:lnTo>
                <a:lnTo>
                  <a:pt x="2163" y="542"/>
                </a:lnTo>
                <a:lnTo>
                  <a:pt x="2161" y="542"/>
                </a:lnTo>
                <a:lnTo>
                  <a:pt x="2160" y="542"/>
                </a:lnTo>
                <a:lnTo>
                  <a:pt x="2159" y="543"/>
                </a:lnTo>
                <a:lnTo>
                  <a:pt x="2158" y="543"/>
                </a:lnTo>
                <a:lnTo>
                  <a:pt x="2157" y="543"/>
                </a:lnTo>
                <a:lnTo>
                  <a:pt x="2156" y="543"/>
                </a:lnTo>
                <a:lnTo>
                  <a:pt x="2155" y="542"/>
                </a:lnTo>
                <a:lnTo>
                  <a:pt x="2154" y="542"/>
                </a:lnTo>
                <a:lnTo>
                  <a:pt x="2153" y="543"/>
                </a:lnTo>
                <a:lnTo>
                  <a:pt x="2152" y="543"/>
                </a:lnTo>
                <a:lnTo>
                  <a:pt x="2151" y="544"/>
                </a:lnTo>
                <a:lnTo>
                  <a:pt x="2150" y="545"/>
                </a:lnTo>
                <a:lnTo>
                  <a:pt x="2151" y="545"/>
                </a:lnTo>
                <a:lnTo>
                  <a:pt x="2151" y="546"/>
                </a:lnTo>
                <a:lnTo>
                  <a:pt x="2151" y="547"/>
                </a:lnTo>
                <a:lnTo>
                  <a:pt x="2151" y="548"/>
                </a:lnTo>
                <a:lnTo>
                  <a:pt x="2152" y="550"/>
                </a:lnTo>
                <a:lnTo>
                  <a:pt x="2152" y="552"/>
                </a:lnTo>
                <a:lnTo>
                  <a:pt x="2152" y="553"/>
                </a:lnTo>
                <a:lnTo>
                  <a:pt x="2152" y="554"/>
                </a:lnTo>
                <a:lnTo>
                  <a:pt x="2152" y="555"/>
                </a:lnTo>
                <a:lnTo>
                  <a:pt x="2153" y="557"/>
                </a:lnTo>
                <a:lnTo>
                  <a:pt x="2153" y="558"/>
                </a:lnTo>
                <a:lnTo>
                  <a:pt x="2150" y="560"/>
                </a:lnTo>
                <a:lnTo>
                  <a:pt x="2148" y="562"/>
                </a:lnTo>
                <a:lnTo>
                  <a:pt x="2147" y="562"/>
                </a:lnTo>
                <a:lnTo>
                  <a:pt x="2147" y="563"/>
                </a:lnTo>
                <a:lnTo>
                  <a:pt x="2147" y="564"/>
                </a:lnTo>
                <a:lnTo>
                  <a:pt x="2147" y="565"/>
                </a:lnTo>
                <a:lnTo>
                  <a:pt x="2147" y="566"/>
                </a:lnTo>
                <a:lnTo>
                  <a:pt x="2146" y="566"/>
                </a:lnTo>
                <a:lnTo>
                  <a:pt x="2146" y="567"/>
                </a:lnTo>
                <a:lnTo>
                  <a:pt x="2144" y="567"/>
                </a:lnTo>
                <a:lnTo>
                  <a:pt x="2144" y="568"/>
                </a:lnTo>
                <a:lnTo>
                  <a:pt x="2145" y="568"/>
                </a:lnTo>
                <a:lnTo>
                  <a:pt x="2145" y="569"/>
                </a:lnTo>
                <a:lnTo>
                  <a:pt x="2146" y="570"/>
                </a:lnTo>
                <a:lnTo>
                  <a:pt x="2147" y="571"/>
                </a:lnTo>
                <a:lnTo>
                  <a:pt x="2147" y="570"/>
                </a:lnTo>
                <a:lnTo>
                  <a:pt x="2148" y="570"/>
                </a:lnTo>
                <a:lnTo>
                  <a:pt x="2149" y="570"/>
                </a:lnTo>
                <a:lnTo>
                  <a:pt x="2149" y="571"/>
                </a:lnTo>
                <a:lnTo>
                  <a:pt x="2150" y="571"/>
                </a:lnTo>
                <a:lnTo>
                  <a:pt x="2151" y="571"/>
                </a:lnTo>
                <a:lnTo>
                  <a:pt x="2151" y="570"/>
                </a:lnTo>
                <a:lnTo>
                  <a:pt x="2152" y="570"/>
                </a:lnTo>
                <a:lnTo>
                  <a:pt x="2152" y="571"/>
                </a:lnTo>
                <a:lnTo>
                  <a:pt x="2152" y="572"/>
                </a:lnTo>
                <a:lnTo>
                  <a:pt x="2152" y="573"/>
                </a:lnTo>
                <a:lnTo>
                  <a:pt x="2153" y="574"/>
                </a:lnTo>
                <a:lnTo>
                  <a:pt x="2154" y="574"/>
                </a:lnTo>
                <a:lnTo>
                  <a:pt x="2155" y="574"/>
                </a:lnTo>
                <a:lnTo>
                  <a:pt x="2156" y="574"/>
                </a:lnTo>
                <a:lnTo>
                  <a:pt x="2155" y="574"/>
                </a:lnTo>
                <a:lnTo>
                  <a:pt x="2156" y="574"/>
                </a:lnTo>
                <a:lnTo>
                  <a:pt x="2156" y="575"/>
                </a:lnTo>
                <a:lnTo>
                  <a:pt x="2155" y="575"/>
                </a:lnTo>
                <a:lnTo>
                  <a:pt x="2156" y="576"/>
                </a:lnTo>
                <a:lnTo>
                  <a:pt x="2156" y="577"/>
                </a:lnTo>
                <a:lnTo>
                  <a:pt x="2157" y="577"/>
                </a:lnTo>
                <a:lnTo>
                  <a:pt x="2159" y="577"/>
                </a:lnTo>
                <a:lnTo>
                  <a:pt x="2160" y="577"/>
                </a:lnTo>
                <a:lnTo>
                  <a:pt x="2161" y="578"/>
                </a:lnTo>
                <a:lnTo>
                  <a:pt x="2162" y="579"/>
                </a:lnTo>
                <a:lnTo>
                  <a:pt x="2162" y="580"/>
                </a:lnTo>
                <a:lnTo>
                  <a:pt x="2162" y="581"/>
                </a:lnTo>
                <a:lnTo>
                  <a:pt x="2161" y="581"/>
                </a:lnTo>
                <a:lnTo>
                  <a:pt x="2161" y="582"/>
                </a:lnTo>
                <a:lnTo>
                  <a:pt x="2162" y="582"/>
                </a:lnTo>
                <a:lnTo>
                  <a:pt x="2162" y="583"/>
                </a:lnTo>
                <a:lnTo>
                  <a:pt x="2163" y="583"/>
                </a:lnTo>
                <a:lnTo>
                  <a:pt x="2163" y="584"/>
                </a:lnTo>
                <a:lnTo>
                  <a:pt x="2163" y="585"/>
                </a:lnTo>
                <a:lnTo>
                  <a:pt x="2163" y="586"/>
                </a:lnTo>
                <a:lnTo>
                  <a:pt x="2164" y="586"/>
                </a:lnTo>
                <a:lnTo>
                  <a:pt x="2164" y="587"/>
                </a:lnTo>
                <a:lnTo>
                  <a:pt x="2165" y="587"/>
                </a:lnTo>
                <a:lnTo>
                  <a:pt x="2165" y="588"/>
                </a:lnTo>
                <a:lnTo>
                  <a:pt x="2165" y="589"/>
                </a:lnTo>
                <a:lnTo>
                  <a:pt x="2166" y="589"/>
                </a:lnTo>
                <a:lnTo>
                  <a:pt x="2168" y="589"/>
                </a:lnTo>
                <a:lnTo>
                  <a:pt x="2168" y="590"/>
                </a:lnTo>
                <a:lnTo>
                  <a:pt x="2169" y="590"/>
                </a:lnTo>
                <a:lnTo>
                  <a:pt x="2170" y="590"/>
                </a:lnTo>
                <a:lnTo>
                  <a:pt x="2171" y="591"/>
                </a:lnTo>
                <a:lnTo>
                  <a:pt x="2172" y="591"/>
                </a:lnTo>
                <a:lnTo>
                  <a:pt x="2172" y="592"/>
                </a:lnTo>
                <a:lnTo>
                  <a:pt x="2172" y="593"/>
                </a:lnTo>
                <a:lnTo>
                  <a:pt x="2173" y="593"/>
                </a:lnTo>
                <a:lnTo>
                  <a:pt x="2173" y="592"/>
                </a:lnTo>
                <a:lnTo>
                  <a:pt x="2174" y="592"/>
                </a:lnTo>
                <a:lnTo>
                  <a:pt x="2174" y="593"/>
                </a:lnTo>
                <a:lnTo>
                  <a:pt x="2175" y="594"/>
                </a:lnTo>
                <a:lnTo>
                  <a:pt x="2175" y="595"/>
                </a:lnTo>
                <a:lnTo>
                  <a:pt x="2175" y="596"/>
                </a:lnTo>
                <a:lnTo>
                  <a:pt x="2175" y="597"/>
                </a:lnTo>
                <a:lnTo>
                  <a:pt x="2176" y="597"/>
                </a:lnTo>
                <a:lnTo>
                  <a:pt x="2177" y="598"/>
                </a:lnTo>
                <a:lnTo>
                  <a:pt x="2178" y="599"/>
                </a:lnTo>
                <a:lnTo>
                  <a:pt x="2178" y="600"/>
                </a:lnTo>
                <a:lnTo>
                  <a:pt x="2180" y="602"/>
                </a:lnTo>
                <a:lnTo>
                  <a:pt x="2181" y="601"/>
                </a:lnTo>
                <a:lnTo>
                  <a:pt x="2181" y="602"/>
                </a:lnTo>
                <a:lnTo>
                  <a:pt x="2183" y="605"/>
                </a:lnTo>
                <a:lnTo>
                  <a:pt x="2184" y="606"/>
                </a:lnTo>
                <a:lnTo>
                  <a:pt x="2183" y="606"/>
                </a:lnTo>
                <a:lnTo>
                  <a:pt x="2184" y="607"/>
                </a:lnTo>
                <a:lnTo>
                  <a:pt x="2186" y="610"/>
                </a:lnTo>
                <a:lnTo>
                  <a:pt x="2185" y="610"/>
                </a:lnTo>
                <a:lnTo>
                  <a:pt x="2184" y="609"/>
                </a:lnTo>
                <a:lnTo>
                  <a:pt x="2183" y="609"/>
                </a:lnTo>
                <a:lnTo>
                  <a:pt x="2182" y="609"/>
                </a:lnTo>
                <a:lnTo>
                  <a:pt x="2181" y="609"/>
                </a:lnTo>
                <a:lnTo>
                  <a:pt x="2180" y="610"/>
                </a:lnTo>
                <a:lnTo>
                  <a:pt x="2180" y="611"/>
                </a:lnTo>
                <a:lnTo>
                  <a:pt x="2179" y="612"/>
                </a:lnTo>
                <a:lnTo>
                  <a:pt x="2177" y="613"/>
                </a:lnTo>
                <a:lnTo>
                  <a:pt x="2176" y="614"/>
                </a:lnTo>
                <a:lnTo>
                  <a:pt x="2175" y="614"/>
                </a:lnTo>
                <a:lnTo>
                  <a:pt x="2175" y="615"/>
                </a:lnTo>
                <a:lnTo>
                  <a:pt x="2174" y="616"/>
                </a:lnTo>
                <a:lnTo>
                  <a:pt x="2174" y="617"/>
                </a:lnTo>
                <a:lnTo>
                  <a:pt x="2173" y="617"/>
                </a:lnTo>
                <a:lnTo>
                  <a:pt x="2172" y="617"/>
                </a:lnTo>
                <a:lnTo>
                  <a:pt x="2171" y="616"/>
                </a:lnTo>
                <a:lnTo>
                  <a:pt x="2170" y="616"/>
                </a:lnTo>
                <a:lnTo>
                  <a:pt x="2169" y="616"/>
                </a:lnTo>
                <a:lnTo>
                  <a:pt x="2168" y="618"/>
                </a:lnTo>
                <a:lnTo>
                  <a:pt x="2168" y="619"/>
                </a:lnTo>
                <a:lnTo>
                  <a:pt x="2168" y="620"/>
                </a:lnTo>
                <a:lnTo>
                  <a:pt x="2167" y="620"/>
                </a:lnTo>
                <a:lnTo>
                  <a:pt x="2167" y="622"/>
                </a:lnTo>
                <a:lnTo>
                  <a:pt x="2168" y="623"/>
                </a:lnTo>
                <a:lnTo>
                  <a:pt x="2168" y="624"/>
                </a:lnTo>
                <a:lnTo>
                  <a:pt x="2167" y="625"/>
                </a:lnTo>
                <a:lnTo>
                  <a:pt x="2167" y="626"/>
                </a:lnTo>
                <a:lnTo>
                  <a:pt x="2168" y="628"/>
                </a:lnTo>
                <a:lnTo>
                  <a:pt x="2168" y="629"/>
                </a:lnTo>
                <a:lnTo>
                  <a:pt x="2169" y="629"/>
                </a:lnTo>
                <a:lnTo>
                  <a:pt x="2169" y="630"/>
                </a:lnTo>
                <a:lnTo>
                  <a:pt x="2170" y="630"/>
                </a:lnTo>
                <a:lnTo>
                  <a:pt x="2171" y="633"/>
                </a:lnTo>
                <a:lnTo>
                  <a:pt x="2171" y="634"/>
                </a:lnTo>
                <a:lnTo>
                  <a:pt x="2172" y="635"/>
                </a:lnTo>
                <a:lnTo>
                  <a:pt x="2175" y="637"/>
                </a:lnTo>
                <a:lnTo>
                  <a:pt x="2177" y="638"/>
                </a:lnTo>
                <a:lnTo>
                  <a:pt x="2178" y="639"/>
                </a:lnTo>
                <a:lnTo>
                  <a:pt x="2179" y="640"/>
                </a:lnTo>
                <a:lnTo>
                  <a:pt x="2180" y="641"/>
                </a:lnTo>
                <a:lnTo>
                  <a:pt x="2182" y="642"/>
                </a:lnTo>
                <a:lnTo>
                  <a:pt x="2183" y="641"/>
                </a:lnTo>
                <a:lnTo>
                  <a:pt x="2185" y="642"/>
                </a:lnTo>
                <a:lnTo>
                  <a:pt x="2186" y="642"/>
                </a:lnTo>
                <a:lnTo>
                  <a:pt x="2186" y="643"/>
                </a:lnTo>
                <a:lnTo>
                  <a:pt x="2185" y="645"/>
                </a:lnTo>
                <a:lnTo>
                  <a:pt x="2186" y="647"/>
                </a:lnTo>
                <a:lnTo>
                  <a:pt x="2187" y="647"/>
                </a:lnTo>
                <a:lnTo>
                  <a:pt x="2188" y="648"/>
                </a:lnTo>
                <a:lnTo>
                  <a:pt x="2189" y="648"/>
                </a:lnTo>
                <a:lnTo>
                  <a:pt x="2189" y="649"/>
                </a:lnTo>
                <a:lnTo>
                  <a:pt x="2191" y="649"/>
                </a:lnTo>
                <a:lnTo>
                  <a:pt x="2193" y="650"/>
                </a:lnTo>
                <a:lnTo>
                  <a:pt x="2192" y="651"/>
                </a:lnTo>
                <a:lnTo>
                  <a:pt x="2192" y="652"/>
                </a:lnTo>
                <a:lnTo>
                  <a:pt x="2190" y="652"/>
                </a:lnTo>
                <a:lnTo>
                  <a:pt x="2189" y="652"/>
                </a:lnTo>
                <a:lnTo>
                  <a:pt x="2188" y="651"/>
                </a:lnTo>
                <a:lnTo>
                  <a:pt x="2188" y="652"/>
                </a:lnTo>
                <a:lnTo>
                  <a:pt x="2188" y="653"/>
                </a:lnTo>
                <a:lnTo>
                  <a:pt x="2188" y="654"/>
                </a:lnTo>
                <a:lnTo>
                  <a:pt x="2189" y="655"/>
                </a:lnTo>
                <a:lnTo>
                  <a:pt x="2189" y="656"/>
                </a:lnTo>
                <a:lnTo>
                  <a:pt x="2189" y="657"/>
                </a:lnTo>
                <a:lnTo>
                  <a:pt x="2189" y="658"/>
                </a:lnTo>
                <a:lnTo>
                  <a:pt x="2190" y="661"/>
                </a:lnTo>
                <a:lnTo>
                  <a:pt x="2191" y="661"/>
                </a:lnTo>
                <a:lnTo>
                  <a:pt x="2192" y="661"/>
                </a:lnTo>
                <a:lnTo>
                  <a:pt x="2193" y="661"/>
                </a:lnTo>
                <a:lnTo>
                  <a:pt x="2194" y="662"/>
                </a:lnTo>
                <a:lnTo>
                  <a:pt x="2194" y="663"/>
                </a:lnTo>
                <a:lnTo>
                  <a:pt x="2196" y="665"/>
                </a:lnTo>
                <a:lnTo>
                  <a:pt x="2197" y="666"/>
                </a:lnTo>
                <a:lnTo>
                  <a:pt x="2197" y="667"/>
                </a:lnTo>
                <a:lnTo>
                  <a:pt x="2196" y="669"/>
                </a:lnTo>
                <a:lnTo>
                  <a:pt x="2196" y="670"/>
                </a:lnTo>
                <a:lnTo>
                  <a:pt x="2195" y="670"/>
                </a:lnTo>
                <a:lnTo>
                  <a:pt x="2194" y="671"/>
                </a:lnTo>
                <a:lnTo>
                  <a:pt x="2193" y="671"/>
                </a:lnTo>
                <a:lnTo>
                  <a:pt x="2193" y="672"/>
                </a:lnTo>
                <a:lnTo>
                  <a:pt x="2192" y="673"/>
                </a:lnTo>
                <a:lnTo>
                  <a:pt x="2193" y="675"/>
                </a:lnTo>
                <a:lnTo>
                  <a:pt x="2194" y="676"/>
                </a:lnTo>
                <a:lnTo>
                  <a:pt x="2195" y="676"/>
                </a:lnTo>
                <a:lnTo>
                  <a:pt x="2196" y="677"/>
                </a:lnTo>
                <a:lnTo>
                  <a:pt x="2196" y="679"/>
                </a:lnTo>
                <a:lnTo>
                  <a:pt x="2196" y="681"/>
                </a:lnTo>
                <a:lnTo>
                  <a:pt x="2197" y="681"/>
                </a:lnTo>
                <a:lnTo>
                  <a:pt x="2197" y="682"/>
                </a:lnTo>
                <a:lnTo>
                  <a:pt x="2199" y="682"/>
                </a:lnTo>
                <a:lnTo>
                  <a:pt x="2199" y="683"/>
                </a:lnTo>
                <a:lnTo>
                  <a:pt x="2199" y="685"/>
                </a:lnTo>
                <a:lnTo>
                  <a:pt x="2201" y="686"/>
                </a:lnTo>
                <a:lnTo>
                  <a:pt x="2202" y="685"/>
                </a:lnTo>
                <a:lnTo>
                  <a:pt x="2202" y="686"/>
                </a:lnTo>
                <a:lnTo>
                  <a:pt x="2200" y="689"/>
                </a:lnTo>
                <a:lnTo>
                  <a:pt x="2201" y="690"/>
                </a:lnTo>
                <a:lnTo>
                  <a:pt x="2201" y="691"/>
                </a:lnTo>
                <a:lnTo>
                  <a:pt x="2202" y="692"/>
                </a:lnTo>
                <a:lnTo>
                  <a:pt x="2202" y="693"/>
                </a:lnTo>
                <a:lnTo>
                  <a:pt x="2203" y="693"/>
                </a:lnTo>
                <a:lnTo>
                  <a:pt x="2202" y="694"/>
                </a:lnTo>
                <a:lnTo>
                  <a:pt x="2202" y="696"/>
                </a:lnTo>
                <a:lnTo>
                  <a:pt x="2203" y="697"/>
                </a:lnTo>
                <a:lnTo>
                  <a:pt x="2203" y="699"/>
                </a:lnTo>
                <a:lnTo>
                  <a:pt x="2204" y="700"/>
                </a:lnTo>
                <a:lnTo>
                  <a:pt x="2205" y="701"/>
                </a:lnTo>
                <a:lnTo>
                  <a:pt x="2207" y="702"/>
                </a:lnTo>
                <a:lnTo>
                  <a:pt x="2209" y="701"/>
                </a:lnTo>
                <a:lnTo>
                  <a:pt x="2210" y="701"/>
                </a:lnTo>
                <a:lnTo>
                  <a:pt x="2211" y="701"/>
                </a:lnTo>
                <a:lnTo>
                  <a:pt x="2212" y="701"/>
                </a:lnTo>
                <a:lnTo>
                  <a:pt x="2213" y="701"/>
                </a:lnTo>
                <a:lnTo>
                  <a:pt x="2213" y="702"/>
                </a:lnTo>
                <a:lnTo>
                  <a:pt x="2214" y="703"/>
                </a:lnTo>
                <a:lnTo>
                  <a:pt x="2215" y="704"/>
                </a:lnTo>
                <a:lnTo>
                  <a:pt x="2216" y="705"/>
                </a:lnTo>
                <a:lnTo>
                  <a:pt x="2217" y="708"/>
                </a:lnTo>
                <a:lnTo>
                  <a:pt x="2217" y="709"/>
                </a:lnTo>
                <a:lnTo>
                  <a:pt x="2218" y="709"/>
                </a:lnTo>
                <a:lnTo>
                  <a:pt x="2219" y="709"/>
                </a:lnTo>
                <a:lnTo>
                  <a:pt x="2219" y="710"/>
                </a:lnTo>
                <a:lnTo>
                  <a:pt x="2220" y="711"/>
                </a:lnTo>
                <a:lnTo>
                  <a:pt x="2221" y="711"/>
                </a:lnTo>
                <a:lnTo>
                  <a:pt x="2222" y="711"/>
                </a:lnTo>
                <a:lnTo>
                  <a:pt x="2223" y="711"/>
                </a:lnTo>
                <a:lnTo>
                  <a:pt x="2223" y="712"/>
                </a:lnTo>
                <a:lnTo>
                  <a:pt x="2225" y="712"/>
                </a:lnTo>
                <a:lnTo>
                  <a:pt x="2225" y="713"/>
                </a:lnTo>
                <a:lnTo>
                  <a:pt x="2227" y="714"/>
                </a:lnTo>
                <a:lnTo>
                  <a:pt x="2227" y="715"/>
                </a:lnTo>
                <a:lnTo>
                  <a:pt x="2228" y="715"/>
                </a:lnTo>
                <a:lnTo>
                  <a:pt x="2228" y="716"/>
                </a:lnTo>
                <a:lnTo>
                  <a:pt x="2229" y="716"/>
                </a:lnTo>
                <a:lnTo>
                  <a:pt x="2231" y="716"/>
                </a:lnTo>
                <a:lnTo>
                  <a:pt x="2231" y="717"/>
                </a:lnTo>
                <a:lnTo>
                  <a:pt x="2233" y="717"/>
                </a:lnTo>
                <a:lnTo>
                  <a:pt x="2233" y="718"/>
                </a:lnTo>
                <a:lnTo>
                  <a:pt x="2233" y="719"/>
                </a:lnTo>
                <a:lnTo>
                  <a:pt x="2233" y="721"/>
                </a:lnTo>
                <a:lnTo>
                  <a:pt x="2233" y="722"/>
                </a:lnTo>
                <a:lnTo>
                  <a:pt x="2233" y="723"/>
                </a:lnTo>
                <a:lnTo>
                  <a:pt x="2234" y="722"/>
                </a:lnTo>
                <a:lnTo>
                  <a:pt x="2235" y="723"/>
                </a:lnTo>
                <a:lnTo>
                  <a:pt x="2236" y="723"/>
                </a:lnTo>
                <a:lnTo>
                  <a:pt x="2237" y="724"/>
                </a:lnTo>
                <a:lnTo>
                  <a:pt x="2238" y="726"/>
                </a:lnTo>
                <a:lnTo>
                  <a:pt x="2238" y="725"/>
                </a:lnTo>
                <a:lnTo>
                  <a:pt x="2239" y="725"/>
                </a:lnTo>
                <a:lnTo>
                  <a:pt x="2240" y="725"/>
                </a:lnTo>
                <a:lnTo>
                  <a:pt x="2240" y="726"/>
                </a:lnTo>
                <a:lnTo>
                  <a:pt x="2241" y="728"/>
                </a:lnTo>
                <a:lnTo>
                  <a:pt x="2240" y="728"/>
                </a:lnTo>
                <a:lnTo>
                  <a:pt x="2239" y="729"/>
                </a:lnTo>
                <a:lnTo>
                  <a:pt x="2236" y="730"/>
                </a:lnTo>
                <a:lnTo>
                  <a:pt x="2235" y="730"/>
                </a:lnTo>
                <a:lnTo>
                  <a:pt x="2235" y="729"/>
                </a:lnTo>
                <a:lnTo>
                  <a:pt x="2234" y="729"/>
                </a:lnTo>
                <a:lnTo>
                  <a:pt x="2232" y="728"/>
                </a:lnTo>
                <a:lnTo>
                  <a:pt x="2231" y="729"/>
                </a:lnTo>
                <a:lnTo>
                  <a:pt x="2230" y="729"/>
                </a:lnTo>
                <a:lnTo>
                  <a:pt x="2230" y="730"/>
                </a:lnTo>
                <a:lnTo>
                  <a:pt x="2228" y="730"/>
                </a:lnTo>
                <a:lnTo>
                  <a:pt x="2227" y="730"/>
                </a:lnTo>
                <a:lnTo>
                  <a:pt x="2226" y="732"/>
                </a:lnTo>
                <a:lnTo>
                  <a:pt x="2226" y="733"/>
                </a:lnTo>
                <a:lnTo>
                  <a:pt x="2225" y="734"/>
                </a:lnTo>
                <a:lnTo>
                  <a:pt x="2224" y="735"/>
                </a:lnTo>
                <a:lnTo>
                  <a:pt x="2224" y="737"/>
                </a:lnTo>
                <a:lnTo>
                  <a:pt x="2223" y="739"/>
                </a:lnTo>
                <a:lnTo>
                  <a:pt x="2222" y="739"/>
                </a:lnTo>
                <a:lnTo>
                  <a:pt x="2221" y="739"/>
                </a:lnTo>
                <a:lnTo>
                  <a:pt x="2220" y="740"/>
                </a:lnTo>
                <a:lnTo>
                  <a:pt x="2221" y="741"/>
                </a:lnTo>
                <a:lnTo>
                  <a:pt x="2221" y="742"/>
                </a:lnTo>
                <a:lnTo>
                  <a:pt x="2220" y="743"/>
                </a:lnTo>
                <a:lnTo>
                  <a:pt x="2220" y="744"/>
                </a:lnTo>
                <a:lnTo>
                  <a:pt x="2220" y="745"/>
                </a:lnTo>
                <a:lnTo>
                  <a:pt x="2219" y="748"/>
                </a:lnTo>
                <a:lnTo>
                  <a:pt x="2219" y="749"/>
                </a:lnTo>
                <a:lnTo>
                  <a:pt x="2218" y="749"/>
                </a:lnTo>
                <a:lnTo>
                  <a:pt x="2217" y="749"/>
                </a:lnTo>
                <a:lnTo>
                  <a:pt x="2215" y="751"/>
                </a:lnTo>
                <a:lnTo>
                  <a:pt x="2214" y="752"/>
                </a:lnTo>
                <a:lnTo>
                  <a:pt x="2213" y="752"/>
                </a:lnTo>
                <a:lnTo>
                  <a:pt x="2212" y="751"/>
                </a:lnTo>
                <a:lnTo>
                  <a:pt x="2211" y="751"/>
                </a:lnTo>
                <a:lnTo>
                  <a:pt x="2210" y="751"/>
                </a:lnTo>
                <a:lnTo>
                  <a:pt x="2210" y="752"/>
                </a:lnTo>
                <a:lnTo>
                  <a:pt x="2209" y="753"/>
                </a:lnTo>
                <a:lnTo>
                  <a:pt x="2210" y="754"/>
                </a:lnTo>
                <a:lnTo>
                  <a:pt x="2211" y="754"/>
                </a:lnTo>
                <a:lnTo>
                  <a:pt x="2211" y="756"/>
                </a:lnTo>
                <a:lnTo>
                  <a:pt x="2212" y="757"/>
                </a:lnTo>
                <a:lnTo>
                  <a:pt x="2213" y="757"/>
                </a:lnTo>
                <a:lnTo>
                  <a:pt x="2213" y="756"/>
                </a:lnTo>
                <a:lnTo>
                  <a:pt x="2214" y="756"/>
                </a:lnTo>
                <a:lnTo>
                  <a:pt x="2215" y="757"/>
                </a:lnTo>
                <a:lnTo>
                  <a:pt x="2217" y="759"/>
                </a:lnTo>
                <a:lnTo>
                  <a:pt x="2217" y="760"/>
                </a:lnTo>
                <a:lnTo>
                  <a:pt x="2223" y="761"/>
                </a:lnTo>
                <a:lnTo>
                  <a:pt x="2224" y="763"/>
                </a:lnTo>
                <a:lnTo>
                  <a:pt x="2223" y="764"/>
                </a:lnTo>
                <a:lnTo>
                  <a:pt x="2222" y="764"/>
                </a:lnTo>
                <a:lnTo>
                  <a:pt x="2221" y="765"/>
                </a:lnTo>
                <a:lnTo>
                  <a:pt x="2220" y="766"/>
                </a:lnTo>
                <a:lnTo>
                  <a:pt x="2221" y="767"/>
                </a:lnTo>
                <a:lnTo>
                  <a:pt x="2222" y="768"/>
                </a:lnTo>
                <a:lnTo>
                  <a:pt x="2222" y="769"/>
                </a:lnTo>
                <a:lnTo>
                  <a:pt x="2223" y="770"/>
                </a:lnTo>
                <a:lnTo>
                  <a:pt x="2223" y="771"/>
                </a:lnTo>
                <a:lnTo>
                  <a:pt x="2223" y="772"/>
                </a:lnTo>
                <a:lnTo>
                  <a:pt x="2223" y="771"/>
                </a:lnTo>
                <a:lnTo>
                  <a:pt x="2224" y="772"/>
                </a:lnTo>
                <a:lnTo>
                  <a:pt x="2223" y="774"/>
                </a:lnTo>
                <a:lnTo>
                  <a:pt x="2221" y="775"/>
                </a:lnTo>
                <a:lnTo>
                  <a:pt x="2220" y="777"/>
                </a:lnTo>
                <a:lnTo>
                  <a:pt x="2220" y="778"/>
                </a:lnTo>
                <a:lnTo>
                  <a:pt x="2220" y="780"/>
                </a:lnTo>
                <a:lnTo>
                  <a:pt x="2219" y="782"/>
                </a:lnTo>
                <a:lnTo>
                  <a:pt x="2218" y="785"/>
                </a:lnTo>
                <a:lnTo>
                  <a:pt x="2218" y="786"/>
                </a:lnTo>
                <a:lnTo>
                  <a:pt x="2219" y="786"/>
                </a:lnTo>
                <a:lnTo>
                  <a:pt x="2220" y="787"/>
                </a:lnTo>
                <a:lnTo>
                  <a:pt x="2220" y="788"/>
                </a:lnTo>
                <a:lnTo>
                  <a:pt x="2219" y="790"/>
                </a:lnTo>
                <a:lnTo>
                  <a:pt x="2219" y="791"/>
                </a:lnTo>
                <a:lnTo>
                  <a:pt x="2220" y="792"/>
                </a:lnTo>
                <a:lnTo>
                  <a:pt x="2219" y="793"/>
                </a:lnTo>
                <a:lnTo>
                  <a:pt x="2219" y="795"/>
                </a:lnTo>
                <a:lnTo>
                  <a:pt x="2220" y="797"/>
                </a:lnTo>
                <a:lnTo>
                  <a:pt x="2220" y="798"/>
                </a:lnTo>
                <a:lnTo>
                  <a:pt x="2220" y="799"/>
                </a:lnTo>
                <a:lnTo>
                  <a:pt x="2220" y="800"/>
                </a:lnTo>
                <a:lnTo>
                  <a:pt x="2219" y="801"/>
                </a:lnTo>
                <a:lnTo>
                  <a:pt x="2219" y="802"/>
                </a:lnTo>
                <a:lnTo>
                  <a:pt x="2219" y="803"/>
                </a:lnTo>
                <a:lnTo>
                  <a:pt x="2219" y="804"/>
                </a:lnTo>
                <a:lnTo>
                  <a:pt x="2219" y="805"/>
                </a:lnTo>
                <a:lnTo>
                  <a:pt x="2217" y="805"/>
                </a:lnTo>
                <a:lnTo>
                  <a:pt x="2215" y="805"/>
                </a:lnTo>
                <a:lnTo>
                  <a:pt x="2214" y="804"/>
                </a:lnTo>
                <a:lnTo>
                  <a:pt x="2214" y="803"/>
                </a:lnTo>
                <a:lnTo>
                  <a:pt x="2213" y="802"/>
                </a:lnTo>
                <a:lnTo>
                  <a:pt x="2212" y="802"/>
                </a:lnTo>
                <a:lnTo>
                  <a:pt x="2210" y="802"/>
                </a:lnTo>
                <a:lnTo>
                  <a:pt x="2209" y="802"/>
                </a:lnTo>
                <a:lnTo>
                  <a:pt x="2209" y="801"/>
                </a:lnTo>
                <a:lnTo>
                  <a:pt x="2208" y="801"/>
                </a:lnTo>
                <a:lnTo>
                  <a:pt x="2208" y="802"/>
                </a:lnTo>
                <a:lnTo>
                  <a:pt x="2206" y="802"/>
                </a:lnTo>
                <a:lnTo>
                  <a:pt x="2205" y="802"/>
                </a:lnTo>
                <a:lnTo>
                  <a:pt x="2204" y="802"/>
                </a:lnTo>
                <a:lnTo>
                  <a:pt x="2204" y="801"/>
                </a:lnTo>
                <a:lnTo>
                  <a:pt x="2203" y="801"/>
                </a:lnTo>
                <a:lnTo>
                  <a:pt x="2202" y="800"/>
                </a:lnTo>
                <a:lnTo>
                  <a:pt x="2200" y="800"/>
                </a:lnTo>
                <a:lnTo>
                  <a:pt x="2199" y="800"/>
                </a:lnTo>
                <a:lnTo>
                  <a:pt x="2198" y="801"/>
                </a:lnTo>
                <a:lnTo>
                  <a:pt x="2197" y="800"/>
                </a:lnTo>
                <a:lnTo>
                  <a:pt x="2196" y="800"/>
                </a:lnTo>
                <a:lnTo>
                  <a:pt x="2195" y="800"/>
                </a:lnTo>
                <a:lnTo>
                  <a:pt x="2194" y="800"/>
                </a:lnTo>
                <a:lnTo>
                  <a:pt x="2193" y="799"/>
                </a:lnTo>
                <a:lnTo>
                  <a:pt x="2192" y="799"/>
                </a:lnTo>
                <a:lnTo>
                  <a:pt x="2191" y="799"/>
                </a:lnTo>
                <a:lnTo>
                  <a:pt x="2191" y="800"/>
                </a:lnTo>
                <a:lnTo>
                  <a:pt x="2190" y="801"/>
                </a:lnTo>
                <a:lnTo>
                  <a:pt x="2189" y="802"/>
                </a:lnTo>
                <a:lnTo>
                  <a:pt x="2188" y="803"/>
                </a:lnTo>
                <a:lnTo>
                  <a:pt x="2187" y="804"/>
                </a:lnTo>
                <a:lnTo>
                  <a:pt x="2187" y="805"/>
                </a:lnTo>
                <a:lnTo>
                  <a:pt x="2186" y="806"/>
                </a:lnTo>
                <a:lnTo>
                  <a:pt x="2185" y="806"/>
                </a:lnTo>
                <a:lnTo>
                  <a:pt x="2185" y="807"/>
                </a:lnTo>
                <a:lnTo>
                  <a:pt x="2184" y="807"/>
                </a:lnTo>
                <a:lnTo>
                  <a:pt x="2183" y="807"/>
                </a:lnTo>
                <a:lnTo>
                  <a:pt x="2182" y="808"/>
                </a:lnTo>
                <a:lnTo>
                  <a:pt x="2181" y="808"/>
                </a:lnTo>
                <a:lnTo>
                  <a:pt x="2181" y="809"/>
                </a:lnTo>
                <a:lnTo>
                  <a:pt x="2180" y="810"/>
                </a:lnTo>
                <a:lnTo>
                  <a:pt x="2180" y="811"/>
                </a:lnTo>
                <a:lnTo>
                  <a:pt x="2179" y="812"/>
                </a:lnTo>
                <a:lnTo>
                  <a:pt x="2178" y="812"/>
                </a:lnTo>
                <a:lnTo>
                  <a:pt x="2178" y="813"/>
                </a:lnTo>
                <a:lnTo>
                  <a:pt x="2177" y="813"/>
                </a:lnTo>
                <a:lnTo>
                  <a:pt x="2178" y="814"/>
                </a:lnTo>
                <a:lnTo>
                  <a:pt x="2178" y="815"/>
                </a:lnTo>
                <a:lnTo>
                  <a:pt x="2177" y="815"/>
                </a:lnTo>
                <a:lnTo>
                  <a:pt x="2177" y="816"/>
                </a:lnTo>
                <a:lnTo>
                  <a:pt x="2176" y="816"/>
                </a:lnTo>
                <a:lnTo>
                  <a:pt x="2176" y="817"/>
                </a:lnTo>
                <a:lnTo>
                  <a:pt x="2176" y="818"/>
                </a:lnTo>
                <a:lnTo>
                  <a:pt x="2176" y="819"/>
                </a:lnTo>
                <a:lnTo>
                  <a:pt x="2177" y="821"/>
                </a:lnTo>
                <a:lnTo>
                  <a:pt x="2177" y="822"/>
                </a:lnTo>
                <a:lnTo>
                  <a:pt x="2178" y="823"/>
                </a:lnTo>
                <a:lnTo>
                  <a:pt x="2178" y="825"/>
                </a:lnTo>
                <a:lnTo>
                  <a:pt x="2178" y="827"/>
                </a:lnTo>
                <a:lnTo>
                  <a:pt x="2178" y="828"/>
                </a:lnTo>
                <a:lnTo>
                  <a:pt x="2178" y="829"/>
                </a:lnTo>
                <a:lnTo>
                  <a:pt x="2179" y="831"/>
                </a:lnTo>
                <a:lnTo>
                  <a:pt x="2180" y="832"/>
                </a:lnTo>
                <a:lnTo>
                  <a:pt x="2181" y="833"/>
                </a:lnTo>
                <a:lnTo>
                  <a:pt x="2182" y="833"/>
                </a:lnTo>
                <a:lnTo>
                  <a:pt x="2182" y="834"/>
                </a:lnTo>
                <a:lnTo>
                  <a:pt x="2183" y="835"/>
                </a:lnTo>
                <a:lnTo>
                  <a:pt x="2183" y="838"/>
                </a:lnTo>
                <a:lnTo>
                  <a:pt x="2184" y="839"/>
                </a:lnTo>
                <a:lnTo>
                  <a:pt x="2184" y="840"/>
                </a:lnTo>
                <a:lnTo>
                  <a:pt x="2185" y="840"/>
                </a:lnTo>
                <a:lnTo>
                  <a:pt x="2185" y="841"/>
                </a:lnTo>
                <a:lnTo>
                  <a:pt x="2186" y="841"/>
                </a:lnTo>
                <a:lnTo>
                  <a:pt x="2187" y="842"/>
                </a:lnTo>
                <a:lnTo>
                  <a:pt x="2188" y="842"/>
                </a:lnTo>
                <a:lnTo>
                  <a:pt x="2189" y="842"/>
                </a:lnTo>
                <a:lnTo>
                  <a:pt x="2189" y="844"/>
                </a:lnTo>
                <a:lnTo>
                  <a:pt x="2188" y="846"/>
                </a:lnTo>
                <a:lnTo>
                  <a:pt x="2188" y="848"/>
                </a:lnTo>
                <a:lnTo>
                  <a:pt x="2188" y="850"/>
                </a:lnTo>
                <a:lnTo>
                  <a:pt x="2188" y="851"/>
                </a:lnTo>
                <a:lnTo>
                  <a:pt x="2189" y="851"/>
                </a:lnTo>
                <a:lnTo>
                  <a:pt x="2189" y="852"/>
                </a:lnTo>
                <a:lnTo>
                  <a:pt x="2189" y="853"/>
                </a:lnTo>
                <a:lnTo>
                  <a:pt x="2189" y="854"/>
                </a:lnTo>
                <a:lnTo>
                  <a:pt x="2189" y="855"/>
                </a:lnTo>
                <a:lnTo>
                  <a:pt x="2190" y="855"/>
                </a:lnTo>
                <a:lnTo>
                  <a:pt x="2191" y="856"/>
                </a:lnTo>
                <a:lnTo>
                  <a:pt x="2193" y="858"/>
                </a:lnTo>
                <a:lnTo>
                  <a:pt x="2194" y="859"/>
                </a:lnTo>
                <a:lnTo>
                  <a:pt x="2195" y="861"/>
                </a:lnTo>
                <a:lnTo>
                  <a:pt x="2195" y="862"/>
                </a:lnTo>
                <a:lnTo>
                  <a:pt x="2194" y="862"/>
                </a:lnTo>
                <a:lnTo>
                  <a:pt x="2193" y="862"/>
                </a:lnTo>
                <a:lnTo>
                  <a:pt x="2193" y="861"/>
                </a:lnTo>
                <a:lnTo>
                  <a:pt x="2192" y="861"/>
                </a:lnTo>
                <a:lnTo>
                  <a:pt x="2192" y="862"/>
                </a:lnTo>
                <a:lnTo>
                  <a:pt x="2191" y="863"/>
                </a:lnTo>
                <a:lnTo>
                  <a:pt x="2190" y="864"/>
                </a:lnTo>
                <a:lnTo>
                  <a:pt x="2190" y="863"/>
                </a:lnTo>
                <a:lnTo>
                  <a:pt x="2189" y="863"/>
                </a:lnTo>
                <a:lnTo>
                  <a:pt x="2188" y="863"/>
                </a:lnTo>
                <a:lnTo>
                  <a:pt x="2187" y="864"/>
                </a:lnTo>
                <a:lnTo>
                  <a:pt x="2186" y="864"/>
                </a:lnTo>
                <a:lnTo>
                  <a:pt x="2185" y="864"/>
                </a:lnTo>
                <a:lnTo>
                  <a:pt x="2184" y="864"/>
                </a:lnTo>
                <a:lnTo>
                  <a:pt x="2184" y="865"/>
                </a:lnTo>
                <a:lnTo>
                  <a:pt x="2183" y="866"/>
                </a:lnTo>
                <a:lnTo>
                  <a:pt x="2182" y="866"/>
                </a:lnTo>
                <a:lnTo>
                  <a:pt x="2182" y="867"/>
                </a:lnTo>
                <a:lnTo>
                  <a:pt x="2182" y="869"/>
                </a:lnTo>
                <a:lnTo>
                  <a:pt x="2184" y="869"/>
                </a:lnTo>
                <a:lnTo>
                  <a:pt x="2185" y="868"/>
                </a:lnTo>
                <a:lnTo>
                  <a:pt x="2186" y="867"/>
                </a:lnTo>
                <a:lnTo>
                  <a:pt x="2187" y="867"/>
                </a:lnTo>
                <a:lnTo>
                  <a:pt x="2190" y="866"/>
                </a:lnTo>
                <a:lnTo>
                  <a:pt x="2190" y="867"/>
                </a:lnTo>
                <a:lnTo>
                  <a:pt x="2191" y="868"/>
                </a:lnTo>
                <a:lnTo>
                  <a:pt x="2190" y="868"/>
                </a:lnTo>
                <a:lnTo>
                  <a:pt x="2190" y="869"/>
                </a:lnTo>
                <a:lnTo>
                  <a:pt x="2189" y="870"/>
                </a:lnTo>
                <a:lnTo>
                  <a:pt x="2188" y="870"/>
                </a:lnTo>
                <a:lnTo>
                  <a:pt x="2187" y="871"/>
                </a:lnTo>
                <a:lnTo>
                  <a:pt x="2186" y="872"/>
                </a:lnTo>
                <a:lnTo>
                  <a:pt x="2186" y="873"/>
                </a:lnTo>
                <a:lnTo>
                  <a:pt x="2186" y="874"/>
                </a:lnTo>
                <a:lnTo>
                  <a:pt x="2184" y="875"/>
                </a:lnTo>
                <a:lnTo>
                  <a:pt x="2182" y="873"/>
                </a:lnTo>
                <a:lnTo>
                  <a:pt x="2181" y="872"/>
                </a:lnTo>
                <a:lnTo>
                  <a:pt x="2180" y="871"/>
                </a:lnTo>
                <a:lnTo>
                  <a:pt x="2179" y="870"/>
                </a:lnTo>
                <a:lnTo>
                  <a:pt x="2178" y="869"/>
                </a:lnTo>
                <a:lnTo>
                  <a:pt x="2177" y="868"/>
                </a:lnTo>
                <a:lnTo>
                  <a:pt x="2176" y="867"/>
                </a:lnTo>
                <a:lnTo>
                  <a:pt x="2175" y="867"/>
                </a:lnTo>
                <a:lnTo>
                  <a:pt x="2174" y="867"/>
                </a:lnTo>
                <a:lnTo>
                  <a:pt x="2173" y="867"/>
                </a:lnTo>
                <a:lnTo>
                  <a:pt x="2172" y="866"/>
                </a:lnTo>
                <a:lnTo>
                  <a:pt x="2172" y="867"/>
                </a:lnTo>
                <a:lnTo>
                  <a:pt x="2171" y="867"/>
                </a:lnTo>
                <a:lnTo>
                  <a:pt x="2169" y="866"/>
                </a:lnTo>
                <a:lnTo>
                  <a:pt x="2168" y="866"/>
                </a:lnTo>
                <a:lnTo>
                  <a:pt x="2166" y="866"/>
                </a:lnTo>
                <a:lnTo>
                  <a:pt x="2166" y="865"/>
                </a:lnTo>
                <a:lnTo>
                  <a:pt x="2165" y="865"/>
                </a:lnTo>
                <a:lnTo>
                  <a:pt x="2164" y="865"/>
                </a:lnTo>
                <a:lnTo>
                  <a:pt x="2163" y="865"/>
                </a:lnTo>
                <a:lnTo>
                  <a:pt x="2160" y="865"/>
                </a:lnTo>
                <a:lnTo>
                  <a:pt x="2159" y="864"/>
                </a:lnTo>
                <a:lnTo>
                  <a:pt x="2157" y="863"/>
                </a:lnTo>
                <a:lnTo>
                  <a:pt x="2156" y="862"/>
                </a:lnTo>
                <a:lnTo>
                  <a:pt x="2153" y="861"/>
                </a:lnTo>
                <a:lnTo>
                  <a:pt x="2153" y="860"/>
                </a:lnTo>
                <a:lnTo>
                  <a:pt x="2152" y="860"/>
                </a:lnTo>
                <a:lnTo>
                  <a:pt x="2152" y="859"/>
                </a:lnTo>
                <a:lnTo>
                  <a:pt x="2152" y="858"/>
                </a:lnTo>
                <a:lnTo>
                  <a:pt x="2150" y="856"/>
                </a:lnTo>
                <a:lnTo>
                  <a:pt x="2149" y="856"/>
                </a:lnTo>
                <a:lnTo>
                  <a:pt x="2148" y="856"/>
                </a:lnTo>
                <a:lnTo>
                  <a:pt x="2147" y="856"/>
                </a:lnTo>
                <a:lnTo>
                  <a:pt x="2147" y="855"/>
                </a:lnTo>
                <a:lnTo>
                  <a:pt x="2146" y="854"/>
                </a:lnTo>
                <a:lnTo>
                  <a:pt x="2145" y="854"/>
                </a:lnTo>
                <a:lnTo>
                  <a:pt x="2145" y="855"/>
                </a:lnTo>
                <a:lnTo>
                  <a:pt x="2146" y="855"/>
                </a:lnTo>
                <a:lnTo>
                  <a:pt x="2146" y="856"/>
                </a:lnTo>
                <a:lnTo>
                  <a:pt x="2147" y="857"/>
                </a:lnTo>
                <a:lnTo>
                  <a:pt x="2147" y="858"/>
                </a:lnTo>
                <a:lnTo>
                  <a:pt x="2146" y="858"/>
                </a:lnTo>
                <a:lnTo>
                  <a:pt x="2145" y="858"/>
                </a:lnTo>
                <a:lnTo>
                  <a:pt x="2144" y="858"/>
                </a:lnTo>
                <a:lnTo>
                  <a:pt x="2144" y="861"/>
                </a:lnTo>
                <a:lnTo>
                  <a:pt x="2144" y="862"/>
                </a:lnTo>
                <a:lnTo>
                  <a:pt x="2144" y="863"/>
                </a:lnTo>
                <a:lnTo>
                  <a:pt x="2143" y="864"/>
                </a:lnTo>
                <a:lnTo>
                  <a:pt x="2143" y="866"/>
                </a:lnTo>
                <a:lnTo>
                  <a:pt x="2142" y="866"/>
                </a:lnTo>
                <a:lnTo>
                  <a:pt x="2142" y="867"/>
                </a:lnTo>
                <a:lnTo>
                  <a:pt x="2142" y="868"/>
                </a:lnTo>
                <a:lnTo>
                  <a:pt x="2142" y="869"/>
                </a:lnTo>
                <a:lnTo>
                  <a:pt x="2141" y="870"/>
                </a:lnTo>
                <a:lnTo>
                  <a:pt x="2140" y="870"/>
                </a:lnTo>
                <a:lnTo>
                  <a:pt x="2139" y="871"/>
                </a:lnTo>
                <a:lnTo>
                  <a:pt x="2138" y="871"/>
                </a:lnTo>
                <a:lnTo>
                  <a:pt x="2138" y="872"/>
                </a:lnTo>
                <a:lnTo>
                  <a:pt x="2139" y="872"/>
                </a:lnTo>
                <a:lnTo>
                  <a:pt x="2139" y="873"/>
                </a:lnTo>
                <a:lnTo>
                  <a:pt x="2138" y="877"/>
                </a:lnTo>
                <a:lnTo>
                  <a:pt x="2137" y="878"/>
                </a:lnTo>
                <a:lnTo>
                  <a:pt x="2137" y="877"/>
                </a:lnTo>
                <a:lnTo>
                  <a:pt x="2136" y="877"/>
                </a:lnTo>
                <a:lnTo>
                  <a:pt x="2135" y="877"/>
                </a:lnTo>
                <a:lnTo>
                  <a:pt x="2134" y="879"/>
                </a:lnTo>
                <a:lnTo>
                  <a:pt x="2134" y="881"/>
                </a:lnTo>
                <a:lnTo>
                  <a:pt x="2134" y="882"/>
                </a:lnTo>
                <a:lnTo>
                  <a:pt x="2135" y="883"/>
                </a:lnTo>
                <a:lnTo>
                  <a:pt x="2136" y="883"/>
                </a:lnTo>
                <a:lnTo>
                  <a:pt x="2136" y="884"/>
                </a:lnTo>
                <a:lnTo>
                  <a:pt x="2135" y="885"/>
                </a:lnTo>
                <a:lnTo>
                  <a:pt x="2135" y="886"/>
                </a:lnTo>
                <a:lnTo>
                  <a:pt x="2132" y="888"/>
                </a:lnTo>
                <a:lnTo>
                  <a:pt x="2131" y="889"/>
                </a:lnTo>
                <a:lnTo>
                  <a:pt x="2130" y="890"/>
                </a:lnTo>
                <a:lnTo>
                  <a:pt x="2128" y="890"/>
                </a:lnTo>
                <a:lnTo>
                  <a:pt x="2128" y="891"/>
                </a:lnTo>
                <a:lnTo>
                  <a:pt x="2129" y="891"/>
                </a:lnTo>
                <a:lnTo>
                  <a:pt x="2128" y="891"/>
                </a:lnTo>
                <a:lnTo>
                  <a:pt x="2127" y="891"/>
                </a:lnTo>
                <a:lnTo>
                  <a:pt x="2127" y="890"/>
                </a:lnTo>
                <a:lnTo>
                  <a:pt x="2126" y="890"/>
                </a:lnTo>
                <a:lnTo>
                  <a:pt x="2123" y="888"/>
                </a:lnTo>
                <a:lnTo>
                  <a:pt x="2122" y="888"/>
                </a:lnTo>
                <a:lnTo>
                  <a:pt x="2122" y="889"/>
                </a:lnTo>
                <a:lnTo>
                  <a:pt x="2121" y="889"/>
                </a:lnTo>
                <a:lnTo>
                  <a:pt x="2121" y="888"/>
                </a:lnTo>
                <a:lnTo>
                  <a:pt x="2120" y="888"/>
                </a:lnTo>
                <a:lnTo>
                  <a:pt x="2118" y="887"/>
                </a:lnTo>
                <a:lnTo>
                  <a:pt x="2117" y="887"/>
                </a:lnTo>
                <a:lnTo>
                  <a:pt x="2116" y="887"/>
                </a:lnTo>
                <a:lnTo>
                  <a:pt x="2115" y="887"/>
                </a:lnTo>
                <a:lnTo>
                  <a:pt x="2115" y="886"/>
                </a:lnTo>
                <a:lnTo>
                  <a:pt x="2114" y="886"/>
                </a:lnTo>
                <a:lnTo>
                  <a:pt x="2113" y="885"/>
                </a:lnTo>
                <a:lnTo>
                  <a:pt x="2113" y="886"/>
                </a:lnTo>
                <a:lnTo>
                  <a:pt x="2112" y="886"/>
                </a:lnTo>
                <a:lnTo>
                  <a:pt x="2111" y="887"/>
                </a:lnTo>
                <a:lnTo>
                  <a:pt x="2110" y="887"/>
                </a:lnTo>
                <a:lnTo>
                  <a:pt x="2110" y="888"/>
                </a:lnTo>
                <a:lnTo>
                  <a:pt x="2110" y="889"/>
                </a:lnTo>
                <a:lnTo>
                  <a:pt x="2110" y="890"/>
                </a:lnTo>
                <a:lnTo>
                  <a:pt x="2110" y="891"/>
                </a:lnTo>
                <a:lnTo>
                  <a:pt x="2109" y="891"/>
                </a:lnTo>
                <a:lnTo>
                  <a:pt x="2109" y="892"/>
                </a:lnTo>
                <a:lnTo>
                  <a:pt x="2108" y="894"/>
                </a:lnTo>
                <a:lnTo>
                  <a:pt x="2108" y="895"/>
                </a:lnTo>
                <a:lnTo>
                  <a:pt x="2108" y="896"/>
                </a:lnTo>
                <a:lnTo>
                  <a:pt x="2108" y="897"/>
                </a:lnTo>
                <a:lnTo>
                  <a:pt x="2108" y="899"/>
                </a:lnTo>
                <a:lnTo>
                  <a:pt x="2109" y="899"/>
                </a:lnTo>
                <a:lnTo>
                  <a:pt x="2109" y="900"/>
                </a:lnTo>
                <a:lnTo>
                  <a:pt x="2110" y="900"/>
                </a:lnTo>
                <a:lnTo>
                  <a:pt x="2112" y="901"/>
                </a:lnTo>
                <a:lnTo>
                  <a:pt x="2112" y="902"/>
                </a:lnTo>
                <a:lnTo>
                  <a:pt x="2112" y="903"/>
                </a:lnTo>
                <a:lnTo>
                  <a:pt x="2113" y="904"/>
                </a:lnTo>
                <a:lnTo>
                  <a:pt x="2114" y="905"/>
                </a:lnTo>
                <a:lnTo>
                  <a:pt x="2113" y="906"/>
                </a:lnTo>
                <a:lnTo>
                  <a:pt x="2113" y="907"/>
                </a:lnTo>
                <a:lnTo>
                  <a:pt x="2112" y="911"/>
                </a:lnTo>
                <a:lnTo>
                  <a:pt x="2111" y="910"/>
                </a:lnTo>
                <a:lnTo>
                  <a:pt x="2110" y="910"/>
                </a:lnTo>
                <a:lnTo>
                  <a:pt x="2109" y="910"/>
                </a:lnTo>
                <a:lnTo>
                  <a:pt x="2108" y="910"/>
                </a:lnTo>
                <a:lnTo>
                  <a:pt x="2107" y="911"/>
                </a:lnTo>
                <a:lnTo>
                  <a:pt x="2107" y="912"/>
                </a:lnTo>
                <a:lnTo>
                  <a:pt x="2107" y="913"/>
                </a:lnTo>
                <a:lnTo>
                  <a:pt x="2109" y="914"/>
                </a:lnTo>
                <a:lnTo>
                  <a:pt x="2112" y="917"/>
                </a:lnTo>
                <a:lnTo>
                  <a:pt x="2114" y="917"/>
                </a:lnTo>
                <a:lnTo>
                  <a:pt x="2116" y="917"/>
                </a:lnTo>
                <a:lnTo>
                  <a:pt x="2117" y="917"/>
                </a:lnTo>
                <a:lnTo>
                  <a:pt x="2120" y="920"/>
                </a:lnTo>
                <a:lnTo>
                  <a:pt x="2121" y="921"/>
                </a:lnTo>
                <a:lnTo>
                  <a:pt x="2122" y="922"/>
                </a:lnTo>
                <a:lnTo>
                  <a:pt x="2121" y="922"/>
                </a:lnTo>
                <a:lnTo>
                  <a:pt x="2121" y="923"/>
                </a:lnTo>
                <a:lnTo>
                  <a:pt x="2121" y="924"/>
                </a:lnTo>
                <a:lnTo>
                  <a:pt x="2120" y="926"/>
                </a:lnTo>
                <a:lnTo>
                  <a:pt x="2121" y="928"/>
                </a:lnTo>
                <a:lnTo>
                  <a:pt x="2122" y="928"/>
                </a:lnTo>
                <a:lnTo>
                  <a:pt x="2123" y="928"/>
                </a:lnTo>
                <a:lnTo>
                  <a:pt x="2123" y="929"/>
                </a:lnTo>
                <a:lnTo>
                  <a:pt x="2123" y="930"/>
                </a:lnTo>
                <a:lnTo>
                  <a:pt x="2123" y="931"/>
                </a:lnTo>
                <a:lnTo>
                  <a:pt x="2123" y="932"/>
                </a:lnTo>
                <a:lnTo>
                  <a:pt x="2124" y="933"/>
                </a:lnTo>
                <a:lnTo>
                  <a:pt x="2125" y="935"/>
                </a:lnTo>
                <a:lnTo>
                  <a:pt x="2126" y="935"/>
                </a:lnTo>
                <a:lnTo>
                  <a:pt x="2127" y="939"/>
                </a:lnTo>
                <a:lnTo>
                  <a:pt x="2126" y="940"/>
                </a:lnTo>
                <a:lnTo>
                  <a:pt x="2125" y="940"/>
                </a:lnTo>
                <a:lnTo>
                  <a:pt x="2124" y="941"/>
                </a:lnTo>
                <a:lnTo>
                  <a:pt x="2123" y="942"/>
                </a:lnTo>
                <a:lnTo>
                  <a:pt x="2122" y="942"/>
                </a:lnTo>
                <a:lnTo>
                  <a:pt x="2119" y="942"/>
                </a:lnTo>
                <a:lnTo>
                  <a:pt x="2118" y="942"/>
                </a:lnTo>
                <a:lnTo>
                  <a:pt x="2118" y="941"/>
                </a:lnTo>
                <a:lnTo>
                  <a:pt x="2117" y="942"/>
                </a:lnTo>
                <a:lnTo>
                  <a:pt x="2116" y="943"/>
                </a:lnTo>
                <a:lnTo>
                  <a:pt x="2116" y="945"/>
                </a:lnTo>
                <a:lnTo>
                  <a:pt x="2116" y="947"/>
                </a:lnTo>
                <a:lnTo>
                  <a:pt x="2115" y="948"/>
                </a:lnTo>
                <a:lnTo>
                  <a:pt x="2113" y="948"/>
                </a:lnTo>
                <a:lnTo>
                  <a:pt x="2113" y="949"/>
                </a:lnTo>
                <a:lnTo>
                  <a:pt x="2112" y="948"/>
                </a:lnTo>
                <a:lnTo>
                  <a:pt x="2112" y="949"/>
                </a:lnTo>
                <a:lnTo>
                  <a:pt x="2111" y="949"/>
                </a:lnTo>
                <a:lnTo>
                  <a:pt x="2111" y="950"/>
                </a:lnTo>
                <a:lnTo>
                  <a:pt x="2111" y="951"/>
                </a:lnTo>
                <a:lnTo>
                  <a:pt x="2111" y="952"/>
                </a:lnTo>
                <a:lnTo>
                  <a:pt x="2111" y="953"/>
                </a:lnTo>
                <a:lnTo>
                  <a:pt x="2110" y="953"/>
                </a:lnTo>
                <a:lnTo>
                  <a:pt x="2110" y="954"/>
                </a:lnTo>
                <a:lnTo>
                  <a:pt x="2109" y="954"/>
                </a:lnTo>
                <a:lnTo>
                  <a:pt x="2109" y="955"/>
                </a:lnTo>
                <a:lnTo>
                  <a:pt x="2109" y="956"/>
                </a:lnTo>
                <a:lnTo>
                  <a:pt x="2109" y="957"/>
                </a:lnTo>
                <a:lnTo>
                  <a:pt x="2108" y="961"/>
                </a:lnTo>
                <a:lnTo>
                  <a:pt x="2108" y="962"/>
                </a:lnTo>
                <a:lnTo>
                  <a:pt x="2107" y="962"/>
                </a:lnTo>
                <a:lnTo>
                  <a:pt x="2106" y="963"/>
                </a:lnTo>
                <a:lnTo>
                  <a:pt x="2105" y="964"/>
                </a:lnTo>
                <a:lnTo>
                  <a:pt x="2104" y="964"/>
                </a:lnTo>
                <a:lnTo>
                  <a:pt x="2103" y="964"/>
                </a:lnTo>
                <a:lnTo>
                  <a:pt x="2102" y="964"/>
                </a:lnTo>
                <a:lnTo>
                  <a:pt x="2101" y="965"/>
                </a:lnTo>
                <a:lnTo>
                  <a:pt x="2100" y="965"/>
                </a:lnTo>
                <a:lnTo>
                  <a:pt x="2099" y="965"/>
                </a:lnTo>
                <a:lnTo>
                  <a:pt x="2099" y="964"/>
                </a:lnTo>
                <a:lnTo>
                  <a:pt x="2097" y="964"/>
                </a:lnTo>
                <a:lnTo>
                  <a:pt x="2097" y="963"/>
                </a:lnTo>
                <a:lnTo>
                  <a:pt x="2096" y="963"/>
                </a:lnTo>
                <a:lnTo>
                  <a:pt x="2095" y="965"/>
                </a:lnTo>
                <a:lnTo>
                  <a:pt x="2095" y="966"/>
                </a:lnTo>
                <a:lnTo>
                  <a:pt x="2095" y="967"/>
                </a:lnTo>
                <a:lnTo>
                  <a:pt x="2094" y="968"/>
                </a:lnTo>
                <a:lnTo>
                  <a:pt x="2092" y="968"/>
                </a:lnTo>
                <a:lnTo>
                  <a:pt x="2089" y="968"/>
                </a:lnTo>
                <a:lnTo>
                  <a:pt x="2088" y="968"/>
                </a:lnTo>
                <a:lnTo>
                  <a:pt x="2086" y="970"/>
                </a:lnTo>
                <a:lnTo>
                  <a:pt x="2086" y="971"/>
                </a:lnTo>
                <a:lnTo>
                  <a:pt x="2085" y="973"/>
                </a:lnTo>
                <a:lnTo>
                  <a:pt x="2084" y="972"/>
                </a:lnTo>
                <a:lnTo>
                  <a:pt x="2083" y="972"/>
                </a:lnTo>
                <a:lnTo>
                  <a:pt x="2083" y="973"/>
                </a:lnTo>
                <a:lnTo>
                  <a:pt x="2082" y="973"/>
                </a:lnTo>
                <a:lnTo>
                  <a:pt x="2082" y="972"/>
                </a:lnTo>
                <a:lnTo>
                  <a:pt x="2081" y="972"/>
                </a:lnTo>
                <a:lnTo>
                  <a:pt x="2080" y="972"/>
                </a:lnTo>
                <a:lnTo>
                  <a:pt x="2080" y="973"/>
                </a:lnTo>
                <a:lnTo>
                  <a:pt x="2080" y="974"/>
                </a:lnTo>
                <a:lnTo>
                  <a:pt x="2079" y="974"/>
                </a:lnTo>
                <a:lnTo>
                  <a:pt x="2078" y="975"/>
                </a:lnTo>
                <a:lnTo>
                  <a:pt x="2077" y="975"/>
                </a:lnTo>
                <a:lnTo>
                  <a:pt x="2077" y="976"/>
                </a:lnTo>
                <a:lnTo>
                  <a:pt x="2077" y="977"/>
                </a:lnTo>
                <a:lnTo>
                  <a:pt x="2076" y="977"/>
                </a:lnTo>
                <a:lnTo>
                  <a:pt x="2075" y="977"/>
                </a:lnTo>
                <a:lnTo>
                  <a:pt x="2074" y="979"/>
                </a:lnTo>
                <a:lnTo>
                  <a:pt x="2074" y="980"/>
                </a:lnTo>
                <a:lnTo>
                  <a:pt x="2073" y="981"/>
                </a:lnTo>
                <a:lnTo>
                  <a:pt x="2071" y="983"/>
                </a:lnTo>
                <a:lnTo>
                  <a:pt x="2070" y="983"/>
                </a:lnTo>
                <a:lnTo>
                  <a:pt x="2071" y="984"/>
                </a:lnTo>
                <a:lnTo>
                  <a:pt x="2071" y="985"/>
                </a:lnTo>
                <a:lnTo>
                  <a:pt x="2070" y="986"/>
                </a:lnTo>
                <a:lnTo>
                  <a:pt x="2069" y="986"/>
                </a:lnTo>
                <a:lnTo>
                  <a:pt x="2069" y="987"/>
                </a:lnTo>
                <a:lnTo>
                  <a:pt x="2069" y="988"/>
                </a:lnTo>
                <a:lnTo>
                  <a:pt x="2068" y="988"/>
                </a:lnTo>
                <a:lnTo>
                  <a:pt x="2067" y="988"/>
                </a:lnTo>
                <a:lnTo>
                  <a:pt x="2067" y="989"/>
                </a:lnTo>
                <a:lnTo>
                  <a:pt x="2067" y="991"/>
                </a:lnTo>
                <a:lnTo>
                  <a:pt x="2067" y="993"/>
                </a:lnTo>
                <a:lnTo>
                  <a:pt x="2067" y="994"/>
                </a:lnTo>
                <a:lnTo>
                  <a:pt x="2068" y="995"/>
                </a:lnTo>
                <a:lnTo>
                  <a:pt x="2069" y="996"/>
                </a:lnTo>
                <a:lnTo>
                  <a:pt x="2070" y="996"/>
                </a:lnTo>
                <a:lnTo>
                  <a:pt x="2070" y="997"/>
                </a:lnTo>
                <a:lnTo>
                  <a:pt x="2068" y="998"/>
                </a:lnTo>
                <a:lnTo>
                  <a:pt x="2067" y="998"/>
                </a:lnTo>
                <a:lnTo>
                  <a:pt x="2066" y="998"/>
                </a:lnTo>
                <a:lnTo>
                  <a:pt x="2066" y="997"/>
                </a:lnTo>
                <a:lnTo>
                  <a:pt x="2065" y="997"/>
                </a:lnTo>
                <a:lnTo>
                  <a:pt x="2064" y="997"/>
                </a:lnTo>
                <a:lnTo>
                  <a:pt x="2063" y="996"/>
                </a:lnTo>
                <a:lnTo>
                  <a:pt x="2063" y="995"/>
                </a:lnTo>
                <a:lnTo>
                  <a:pt x="2062" y="995"/>
                </a:lnTo>
                <a:lnTo>
                  <a:pt x="2061" y="995"/>
                </a:lnTo>
                <a:lnTo>
                  <a:pt x="2060" y="995"/>
                </a:lnTo>
                <a:lnTo>
                  <a:pt x="2059" y="996"/>
                </a:lnTo>
                <a:lnTo>
                  <a:pt x="2059" y="995"/>
                </a:lnTo>
                <a:lnTo>
                  <a:pt x="2058" y="995"/>
                </a:lnTo>
                <a:lnTo>
                  <a:pt x="2057" y="995"/>
                </a:lnTo>
                <a:lnTo>
                  <a:pt x="2056" y="995"/>
                </a:lnTo>
                <a:lnTo>
                  <a:pt x="2055" y="994"/>
                </a:lnTo>
                <a:lnTo>
                  <a:pt x="2055" y="995"/>
                </a:lnTo>
                <a:lnTo>
                  <a:pt x="2056" y="995"/>
                </a:lnTo>
                <a:lnTo>
                  <a:pt x="2055" y="996"/>
                </a:lnTo>
                <a:lnTo>
                  <a:pt x="2054" y="996"/>
                </a:lnTo>
                <a:lnTo>
                  <a:pt x="2053" y="996"/>
                </a:lnTo>
                <a:lnTo>
                  <a:pt x="2053" y="997"/>
                </a:lnTo>
                <a:lnTo>
                  <a:pt x="2051" y="997"/>
                </a:lnTo>
                <a:lnTo>
                  <a:pt x="2049" y="997"/>
                </a:lnTo>
                <a:lnTo>
                  <a:pt x="2048" y="997"/>
                </a:lnTo>
                <a:lnTo>
                  <a:pt x="2047" y="998"/>
                </a:lnTo>
                <a:lnTo>
                  <a:pt x="2047" y="999"/>
                </a:lnTo>
                <a:lnTo>
                  <a:pt x="2046" y="999"/>
                </a:lnTo>
                <a:lnTo>
                  <a:pt x="2045" y="999"/>
                </a:lnTo>
                <a:lnTo>
                  <a:pt x="2045" y="1000"/>
                </a:lnTo>
                <a:lnTo>
                  <a:pt x="2045" y="1004"/>
                </a:lnTo>
                <a:lnTo>
                  <a:pt x="2046" y="1004"/>
                </a:lnTo>
                <a:lnTo>
                  <a:pt x="2046" y="1005"/>
                </a:lnTo>
                <a:lnTo>
                  <a:pt x="2047" y="1005"/>
                </a:lnTo>
                <a:lnTo>
                  <a:pt x="2047" y="1006"/>
                </a:lnTo>
                <a:lnTo>
                  <a:pt x="2047" y="1007"/>
                </a:lnTo>
                <a:lnTo>
                  <a:pt x="2046" y="1007"/>
                </a:lnTo>
                <a:lnTo>
                  <a:pt x="2046" y="1008"/>
                </a:lnTo>
                <a:lnTo>
                  <a:pt x="2046" y="1009"/>
                </a:lnTo>
                <a:lnTo>
                  <a:pt x="2046" y="1010"/>
                </a:lnTo>
                <a:lnTo>
                  <a:pt x="2046" y="1011"/>
                </a:lnTo>
                <a:lnTo>
                  <a:pt x="2046" y="1014"/>
                </a:lnTo>
                <a:lnTo>
                  <a:pt x="2045" y="1015"/>
                </a:lnTo>
                <a:lnTo>
                  <a:pt x="2044" y="1016"/>
                </a:lnTo>
                <a:lnTo>
                  <a:pt x="2044" y="1018"/>
                </a:lnTo>
                <a:lnTo>
                  <a:pt x="2044" y="1019"/>
                </a:lnTo>
                <a:lnTo>
                  <a:pt x="2044" y="1020"/>
                </a:lnTo>
                <a:lnTo>
                  <a:pt x="2045" y="1020"/>
                </a:lnTo>
                <a:lnTo>
                  <a:pt x="2045" y="1021"/>
                </a:lnTo>
                <a:lnTo>
                  <a:pt x="2045" y="1022"/>
                </a:lnTo>
                <a:lnTo>
                  <a:pt x="2045" y="1023"/>
                </a:lnTo>
                <a:lnTo>
                  <a:pt x="2045" y="1024"/>
                </a:lnTo>
                <a:lnTo>
                  <a:pt x="2044" y="1024"/>
                </a:lnTo>
                <a:lnTo>
                  <a:pt x="2044" y="1025"/>
                </a:lnTo>
                <a:lnTo>
                  <a:pt x="2044" y="1026"/>
                </a:lnTo>
                <a:lnTo>
                  <a:pt x="2044" y="1027"/>
                </a:lnTo>
                <a:lnTo>
                  <a:pt x="2044" y="1028"/>
                </a:lnTo>
                <a:lnTo>
                  <a:pt x="2044" y="1029"/>
                </a:lnTo>
                <a:lnTo>
                  <a:pt x="2044" y="1031"/>
                </a:lnTo>
                <a:lnTo>
                  <a:pt x="2044" y="1032"/>
                </a:lnTo>
                <a:lnTo>
                  <a:pt x="2043" y="1032"/>
                </a:lnTo>
                <a:lnTo>
                  <a:pt x="2043" y="1033"/>
                </a:lnTo>
                <a:lnTo>
                  <a:pt x="2044" y="1033"/>
                </a:lnTo>
                <a:lnTo>
                  <a:pt x="2044" y="1034"/>
                </a:lnTo>
                <a:lnTo>
                  <a:pt x="2044" y="1035"/>
                </a:lnTo>
                <a:lnTo>
                  <a:pt x="2044" y="1036"/>
                </a:lnTo>
                <a:lnTo>
                  <a:pt x="2044" y="1037"/>
                </a:lnTo>
                <a:lnTo>
                  <a:pt x="2045" y="1037"/>
                </a:lnTo>
                <a:lnTo>
                  <a:pt x="2045" y="1038"/>
                </a:lnTo>
                <a:lnTo>
                  <a:pt x="2046" y="1039"/>
                </a:lnTo>
                <a:lnTo>
                  <a:pt x="2046" y="1040"/>
                </a:lnTo>
                <a:lnTo>
                  <a:pt x="2045" y="1041"/>
                </a:lnTo>
                <a:lnTo>
                  <a:pt x="2044" y="1042"/>
                </a:lnTo>
                <a:lnTo>
                  <a:pt x="2044" y="1043"/>
                </a:lnTo>
                <a:lnTo>
                  <a:pt x="2043" y="1043"/>
                </a:lnTo>
                <a:lnTo>
                  <a:pt x="2043" y="1045"/>
                </a:lnTo>
                <a:lnTo>
                  <a:pt x="2044" y="1045"/>
                </a:lnTo>
                <a:lnTo>
                  <a:pt x="2044" y="1046"/>
                </a:lnTo>
                <a:lnTo>
                  <a:pt x="2044" y="1048"/>
                </a:lnTo>
                <a:lnTo>
                  <a:pt x="2044" y="1049"/>
                </a:lnTo>
                <a:lnTo>
                  <a:pt x="2044" y="1050"/>
                </a:lnTo>
                <a:lnTo>
                  <a:pt x="2044" y="1051"/>
                </a:lnTo>
                <a:lnTo>
                  <a:pt x="2044" y="1055"/>
                </a:lnTo>
                <a:lnTo>
                  <a:pt x="2044" y="1056"/>
                </a:lnTo>
                <a:lnTo>
                  <a:pt x="2045" y="1057"/>
                </a:lnTo>
                <a:lnTo>
                  <a:pt x="2046" y="1059"/>
                </a:lnTo>
                <a:lnTo>
                  <a:pt x="2046" y="1060"/>
                </a:lnTo>
                <a:lnTo>
                  <a:pt x="2048" y="1060"/>
                </a:lnTo>
                <a:lnTo>
                  <a:pt x="2049" y="1060"/>
                </a:lnTo>
                <a:lnTo>
                  <a:pt x="2049" y="1061"/>
                </a:lnTo>
                <a:lnTo>
                  <a:pt x="2050" y="1062"/>
                </a:lnTo>
                <a:lnTo>
                  <a:pt x="2050" y="1064"/>
                </a:lnTo>
                <a:lnTo>
                  <a:pt x="2050" y="1065"/>
                </a:lnTo>
                <a:lnTo>
                  <a:pt x="2051" y="1065"/>
                </a:lnTo>
                <a:lnTo>
                  <a:pt x="2052" y="1065"/>
                </a:lnTo>
                <a:lnTo>
                  <a:pt x="2052" y="1066"/>
                </a:lnTo>
                <a:lnTo>
                  <a:pt x="2052" y="1067"/>
                </a:lnTo>
                <a:lnTo>
                  <a:pt x="2052" y="1068"/>
                </a:lnTo>
                <a:lnTo>
                  <a:pt x="2054" y="1068"/>
                </a:lnTo>
                <a:lnTo>
                  <a:pt x="2055" y="1069"/>
                </a:lnTo>
                <a:lnTo>
                  <a:pt x="2056" y="1069"/>
                </a:lnTo>
                <a:lnTo>
                  <a:pt x="2057" y="1070"/>
                </a:lnTo>
                <a:lnTo>
                  <a:pt x="2058" y="1070"/>
                </a:lnTo>
                <a:lnTo>
                  <a:pt x="2059" y="1070"/>
                </a:lnTo>
                <a:lnTo>
                  <a:pt x="2060" y="1070"/>
                </a:lnTo>
                <a:lnTo>
                  <a:pt x="2061" y="1070"/>
                </a:lnTo>
                <a:lnTo>
                  <a:pt x="2063" y="1071"/>
                </a:lnTo>
                <a:lnTo>
                  <a:pt x="2064" y="1071"/>
                </a:lnTo>
                <a:lnTo>
                  <a:pt x="2065" y="1070"/>
                </a:lnTo>
                <a:lnTo>
                  <a:pt x="2066" y="1070"/>
                </a:lnTo>
                <a:lnTo>
                  <a:pt x="2067" y="1070"/>
                </a:lnTo>
                <a:lnTo>
                  <a:pt x="2067" y="1071"/>
                </a:lnTo>
                <a:lnTo>
                  <a:pt x="2069" y="1071"/>
                </a:lnTo>
                <a:lnTo>
                  <a:pt x="2070" y="1070"/>
                </a:lnTo>
                <a:lnTo>
                  <a:pt x="2070" y="1071"/>
                </a:lnTo>
                <a:lnTo>
                  <a:pt x="2071" y="1071"/>
                </a:lnTo>
                <a:lnTo>
                  <a:pt x="2072" y="1071"/>
                </a:lnTo>
                <a:lnTo>
                  <a:pt x="2074" y="1074"/>
                </a:lnTo>
                <a:lnTo>
                  <a:pt x="2075" y="1074"/>
                </a:lnTo>
                <a:lnTo>
                  <a:pt x="2076" y="1073"/>
                </a:lnTo>
                <a:lnTo>
                  <a:pt x="2076" y="1074"/>
                </a:lnTo>
                <a:lnTo>
                  <a:pt x="2077" y="1074"/>
                </a:lnTo>
                <a:lnTo>
                  <a:pt x="2077" y="1075"/>
                </a:lnTo>
                <a:lnTo>
                  <a:pt x="2078" y="1077"/>
                </a:lnTo>
                <a:lnTo>
                  <a:pt x="2079" y="1077"/>
                </a:lnTo>
                <a:lnTo>
                  <a:pt x="2079" y="1078"/>
                </a:lnTo>
                <a:lnTo>
                  <a:pt x="2080" y="1078"/>
                </a:lnTo>
                <a:lnTo>
                  <a:pt x="2081" y="1077"/>
                </a:lnTo>
                <a:lnTo>
                  <a:pt x="2082" y="1077"/>
                </a:lnTo>
                <a:lnTo>
                  <a:pt x="2082" y="1078"/>
                </a:lnTo>
                <a:lnTo>
                  <a:pt x="2082" y="1079"/>
                </a:lnTo>
                <a:lnTo>
                  <a:pt x="2083" y="1080"/>
                </a:lnTo>
                <a:lnTo>
                  <a:pt x="2083" y="1081"/>
                </a:lnTo>
                <a:lnTo>
                  <a:pt x="2084" y="1083"/>
                </a:lnTo>
                <a:lnTo>
                  <a:pt x="2084" y="1084"/>
                </a:lnTo>
                <a:lnTo>
                  <a:pt x="2085" y="1084"/>
                </a:lnTo>
                <a:lnTo>
                  <a:pt x="2084" y="1086"/>
                </a:lnTo>
                <a:lnTo>
                  <a:pt x="2084" y="1088"/>
                </a:lnTo>
                <a:lnTo>
                  <a:pt x="2085" y="1088"/>
                </a:lnTo>
                <a:lnTo>
                  <a:pt x="2085" y="1089"/>
                </a:lnTo>
                <a:lnTo>
                  <a:pt x="2085" y="1090"/>
                </a:lnTo>
                <a:lnTo>
                  <a:pt x="2086" y="1090"/>
                </a:lnTo>
                <a:lnTo>
                  <a:pt x="2086" y="1091"/>
                </a:lnTo>
                <a:lnTo>
                  <a:pt x="2087" y="1091"/>
                </a:lnTo>
                <a:lnTo>
                  <a:pt x="2088" y="1092"/>
                </a:lnTo>
                <a:lnTo>
                  <a:pt x="2088" y="1093"/>
                </a:lnTo>
                <a:lnTo>
                  <a:pt x="2089" y="1093"/>
                </a:lnTo>
                <a:lnTo>
                  <a:pt x="2089" y="1094"/>
                </a:lnTo>
                <a:lnTo>
                  <a:pt x="2088" y="1094"/>
                </a:lnTo>
                <a:lnTo>
                  <a:pt x="2089" y="1095"/>
                </a:lnTo>
                <a:lnTo>
                  <a:pt x="2089" y="1096"/>
                </a:lnTo>
                <a:lnTo>
                  <a:pt x="2090" y="1096"/>
                </a:lnTo>
                <a:lnTo>
                  <a:pt x="2090" y="1098"/>
                </a:lnTo>
                <a:lnTo>
                  <a:pt x="2090" y="1099"/>
                </a:lnTo>
                <a:lnTo>
                  <a:pt x="2091" y="1100"/>
                </a:lnTo>
                <a:lnTo>
                  <a:pt x="2092" y="1101"/>
                </a:lnTo>
                <a:lnTo>
                  <a:pt x="2093" y="1102"/>
                </a:lnTo>
                <a:lnTo>
                  <a:pt x="2093" y="1103"/>
                </a:lnTo>
                <a:lnTo>
                  <a:pt x="2094" y="1103"/>
                </a:lnTo>
                <a:lnTo>
                  <a:pt x="2095" y="1104"/>
                </a:lnTo>
                <a:lnTo>
                  <a:pt x="2095" y="1105"/>
                </a:lnTo>
                <a:lnTo>
                  <a:pt x="2096" y="1106"/>
                </a:lnTo>
                <a:lnTo>
                  <a:pt x="2097" y="1107"/>
                </a:lnTo>
                <a:lnTo>
                  <a:pt x="2097" y="1108"/>
                </a:lnTo>
                <a:lnTo>
                  <a:pt x="2098" y="1108"/>
                </a:lnTo>
                <a:lnTo>
                  <a:pt x="2098" y="1109"/>
                </a:lnTo>
                <a:lnTo>
                  <a:pt x="2098" y="1110"/>
                </a:lnTo>
                <a:lnTo>
                  <a:pt x="2097" y="1110"/>
                </a:lnTo>
                <a:lnTo>
                  <a:pt x="2096" y="1111"/>
                </a:lnTo>
                <a:lnTo>
                  <a:pt x="2095" y="1112"/>
                </a:lnTo>
                <a:lnTo>
                  <a:pt x="2094" y="1112"/>
                </a:lnTo>
                <a:lnTo>
                  <a:pt x="2093" y="1112"/>
                </a:lnTo>
                <a:lnTo>
                  <a:pt x="2092" y="1112"/>
                </a:lnTo>
                <a:lnTo>
                  <a:pt x="2091" y="1112"/>
                </a:lnTo>
                <a:lnTo>
                  <a:pt x="2091" y="1111"/>
                </a:lnTo>
                <a:lnTo>
                  <a:pt x="2090" y="1111"/>
                </a:lnTo>
                <a:lnTo>
                  <a:pt x="2088" y="1110"/>
                </a:lnTo>
                <a:lnTo>
                  <a:pt x="2087" y="1110"/>
                </a:lnTo>
                <a:lnTo>
                  <a:pt x="2087" y="1109"/>
                </a:lnTo>
                <a:lnTo>
                  <a:pt x="2086" y="1109"/>
                </a:lnTo>
                <a:lnTo>
                  <a:pt x="2086" y="1110"/>
                </a:lnTo>
                <a:lnTo>
                  <a:pt x="2085" y="1110"/>
                </a:lnTo>
                <a:lnTo>
                  <a:pt x="2085" y="1111"/>
                </a:lnTo>
                <a:lnTo>
                  <a:pt x="2085" y="1112"/>
                </a:lnTo>
                <a:lnTo>
                  <a:pt x="2085" y="1113"/>
                </a:lnTo>
                <a:lnTo>
                  <a:pt x="2084" y="1113"/>
                </a:lnTo>
                <a:lnTo>
                  <a:pt x="2084" y="1114"/>
                </a:lnTo>
                <a:lnTo>
                  <a:pt x="2083" y="1114"/>
                </a:lnTo>
                <a:lnTo>
                  <a:pt x="2083" y="1115"/>
                </a:lnTo>
                <a:lnTo>
                  <a:pt x="2083" y="1117"/>
                </a:lnTo>
                <a:lnTo>
                  <a:pt x="2083" y="1118"/>
                </a:lnTo>
                <a:lnTo>
                  <a:pt x="2083" y="1119"/>
                </a:lnTo>
                <a:lnTo>
                  <a:pt x="2082" y="1120"/>
                </a:lnTo>
                <a:lnTo>
                  <a:pt x="2081" y="1120"/>
                </a:lnTo>
                <a:lnTo>
                  <a:pt x="2081" y="1121"/>
                </a:lnTo>
                <a:lnTo>
                  <a:pt x="2081" y="1122"/>
                </a:lnTo>
                <a:lnTo>
                  <a:pt x="2080" y="1121"/>
                </a:lnTo>
                <a:lnTo>
                  <a:pt x="2080" y="1122"/>
                </a:lnTo>
                <a:lnTo>
                  <a:pt x="2079" y="1122"/>
                </a:lnTo>
                <a:lnTo>
                  <a:pt x="2080" y="1123"/>
                </a:lnTo>
                <a:lnTo>
                  <a:pt x="2079" y="1125"/>
                </a:lnTo>
                <a:lnTo>
                  <a:pt x="2079" y="1126"/>
                </a:lnTo>
                <a:lnTo>
                  <a:pt x="2078" y="1126"/>
                </a:lnTo>
                <a:lnTo>
                  <a:pt x="2077" y="1126"/>
                </a:lnTo>
                <a:lnTo>
                  <a:pt x="2076" y="1125"/>
                </a:lnTo>
                <a:lnTo>
                  <a:pt x="2073" y="1123"/>
                </a:lnTo>
                <a:lnTo>
                  <a:pt x="2072" y="1123"/>
                </a:lnTo>
                <a:lnTo>
                  <a:pt x="2070" y="1123"/>
                </a:lnTo>
                <a:lnTo>
                  <a:pt x="2070" y="1122"/>
                </a:lnTo>
                <a:lnTo>
                  <a:pt x="2069" y="1122"/>
                </a:lnTo>
                <a:lnTo>
                  <a:pt x="2066" y="1121"/>
                </a:lnTo>
                <a:lnTo>
                  <a:pt x="2065" y="1123"/>
                </a:lnTo>
                <a:lnTo>
                  <a:pt x="2065" y="1124"/>
                </a:lnTo>
                <a:lnTo>
                  <a:pt x="2065" y="1125"/>
                </a:lnTo>
                <a:lnTo>
                  <a:pt x="2065" y="1126"/>
                </a:lnTo>
                <a:lnTo>
                  <a:pt x="2065" y="1127"/>
                </a:lnTo>
                <a:lnTo>
                  <a:pt x="2065" y="1128"/>
                </a:lnTo>
                <a:lnTo>
                  <a:pt x="2064" y="1129"/>
                </a:lnTo>
                <a:lnTo>
                  <a:pt x="2064" y="1130"/>
                </a:lnTo>
                <a:lnTo>
                  <a:pt x="2065" y="1130"/>
                </a:lnTo>
                <a:lnTo>
                  <a:pt x="2065" y="1131"/>
                </a:lnTo>
                <a:lnTo>
                  <a:pt x="2065" y="1132"/>
                </a:lnTo>
                <a:lnTo>
                  <a:pt x="2065" y="1133"/>
                </a:lnTo>
                <a:lnTo>
                  <a:pt x="2065" y="1134"/>
                </a:lnTo>
                <a:lnTo>
                  <a:pt x="2065" y="1135"/>
                </a:lnTo>
                <a:lnTo>
                  <a:pt x="2064" y="1135"/>
                </a:lnTo>
                <a:lnTo>
                  <a:pt x="2063" y="1135"/>
                </a:lnTo>
                <a:lnTo>
                  <a:pt x="2063" y="1134"/>
                </a:lnTo>
                <a:lnTo>
                  <a:pt x="2061" y="1134"/>
                </a:lnTo>
                <a:lnTo>
                  <a:pt x="2060" y="1134"/>
                </a:lnTo>
                <a:lnTo>
                  <a:pt x="2059" y="1134"/>
                </a:lnTo>
                <a:lnTo>
                  <a:pt x="2059" y="1135"/>
                </a:lnTo>
                <a:lnTo>
                  <a:pt x="2058" y="1135"/>
                </a:lnTo>
                <a:lnTo>
                  <a:pt x="2057" y="1135"/>
                </a:lnTo>
                <a:lnTo>
                  <a:pt x="2057" y="1136"/>
                </a:lnTo>
                <a:lnTo>
                  <a:pt x="2057" y="1137"/>
                </a:lnTo>
                <a:lnTo>
                  <a:pt x="2058" y="1138"/>
                </a:lnTo>
                <a:lnTo>
                  <a:pt x="2059" y="1139"/>
                </a:lnTo>
                <a:lnTo>
                  <a:pt x="2059" y="1141"/>
                </a:lnTo>
                <a:lnTo>
                  <a:pt x="2059" y="1142"/>
                </a:lnTo>
                <a:lnTo>
                  <a:pt x="2057" y="1142"/>
                </a:lnTo>
                <a:lnTo>
                  <a:pt x="2057" y="1143"/>
                </a:lnTo>
                <a:lnTo>
                  <a:pt x="2056" y="1143"/>
                </a:lnTo>
                <a:lnTo>
                  <a:pt x="2056" y="1144"/>
                </a:lnTo>
                <a:lnTo>
                  <a:pt x="2056" y="1145"/>
                </a:lnTo>
                <a:lnTo>
                  <a:pt x="2056" y="1147"/>
                </a:lnTo>
                <a:lnTo>
                  <a:pt x="2055" y="1147"/>
                </a:lnTo>
                <a:lnTo>
                  <a:pt x="2054" y="1148"/>
                </a:lnTo>
                <a:lnTo>
                  <a:pt x="2053" y="1148"/>
                </a:lnTo>
                <a:lnTo>
                  <a:pt x="2052" y="1147"/>
                </a:lnTo>
                <a:lnTo>
                  <a:pt x="2051" y="1147"/>
                </a:lnTo>
                <a:lnTo>
                  <a:pt x="2049" y="1146"/>
                </a:lnTo>
                <a:lnTo>
                  <a:pt x="2048" y="1146"/>
                </a:lnTo>
                <a:lnTo>
                  <a:pt x="2048" y="1147"/>
                </a:lnTo>
                <a:lnTo>
                  <a:pt x="2047" y="1147"/>
                </a:lnTo>
                <a:lnTo>
                  <a:pt x="2047" y="1148"/>
                </a:lnTo>
                <a:lnTo>
                  <a:pt x="2048" y="1149"/>
                </a:lnTo>
                <a:lnTo>
                  <a:pt x="2049" y="1149"/>
                </a:lnTo>
                <a:lnTo>
                  <a:pt x="2048" y="1150"/>
                </a:lnTo>
                <a:lnTo>
                  <a:pt x="2048" y="1151"/>
                </a:lnTo>
                <a:lnTo>
                  <a:pt x="2048" y="1152"/>
                </a:lnTo>
                <a:lnTo>
                  <a:pt x="2047" y="1155"/>
                </a:lnTo>
                <a:lnTo>
                  <a:pt x="2047" y="1156"/>
                </a:lnTo>
                <a:lnTo>
                  <a:pt x="2047" y="1157"/>
                </a:lnTo>
                <a:lnTo>
                  <a:pt x="2047" y="1158"/>
                </a:lnTo>
                <a:lnTo>
                  <a:pt x="2046" y="1159"/>
                </a:lnTo>
                <a:lnTo>
                  <a:pt x="2046" y="1158"/>
                </a:lnTo>
                <a:lnTo>
                  <a:pt x="2045" y="1158"/>
                </a:lnTo>
                <a:lnTo>
                  <a:pt x="2044" y="1158"/>
                </a:lnTo>
                <a:lnTo>
                  <a:pt x="2044" y="1157"/>
                </a:lnTo>
                <a:lnTo>
                  <a:pt x="2043" y="1157"/>
                </a:lnTo>
                <a:lnTo>
                  <a:pt x="2040" y="1156"/>
                </a:lnTo>
                <a:lnTo>
                  <a:pt x="2040" y="1155"/>
                </a:lnTo>
                <a:lnTo>
                  <a:pt x="2039" y="1154"/>
                </a:lnTo>
                <a:lnTo>
                  <a:pt x="2038" y="1154"/>
                </a:lnTo>
                <a:lnTo>
                  <a:pt x="2037" y="1154"/>
                </a:lnTo>
                <a:lnTo>
                  <a:pt x="2037" y="1153"/>
                </a:lnTo>
                <a:lnTo>
                  <a:pt x="2036" y="1153"/>
                </a:lnTo>
                <a:lnTo>
                  <a:pt x="2035" y="1153"/>
                </a:lnTo>
                <a:lnTo>
                  <a:pt x="2035" y="1154"/>
                </a:lnTo>
                <a:lnTo>
                  <a:pt x="2034" y="1154"/>
                </a:lnTo>
                <a:lnTo>
                  <a:pt x="2033" y="1154"/>
                </a:lnTo>
                <a:lnTo>
                  <a:pt x="2032" y="1151"/>
                </a:lnTo>
                <a:lnTo>
                  <a:pt x="2032" y="1150"/>
                </a:lnTo>
                <a:lnTo>
                  <a:pt x="2031" y="1150"/>
                </a:lnTo>
                <a:lnTo>
                  <a:pt x="2031" y="1149"/>
                </a:lnTo>
                <a:lnTo>
                  <a:pt x="2029" y="1149"/>
                </a:lnTo>
                <a:lnTo>
                  <a:pt x="2028" y="1149"/>
                </a:lnTo>
                <a:lnTo>
                  <a:pt x="2028" y="1150"/>
                </a:lnTo>
                <a:lnTo>
                  <a:pt x="2029" y="1150"/>
                </a:lnTo>
                <a:lnTo>
                  <a:pt x="2029" y="1152"/>
                </a:lnTo>
                <a:lnTo>
                  <a:pt x="2029" y="1153"/>
                </a:lnTo>
                <a:lnTo>
                  <a:pt x="2028" y="1154"/>
                </a:lnTo>
                <a:lnTo>
                  <a:pt x="2027" y="1154"/>
                </a:lnTo>
                <a:lnTo>
                  <a:pt x="2027" y="1155"/>
                </a:lnTo>
                <a:lnTo>
                  <a:pt x="2026" y="1155"/>
                </a:lnTo>
                <a:lnTo>
                  <a:pt x="2026" y="1154"/>
                </a:lnTo>
                <a:lnTo>
                  <a:pt x="2022" y="1154"/>
                </a:lnTo>
                <a:lnTo>
                  <a:pt x="2020" y="1154"/>
                </a:lnTo>
                <a:lnTo>
                  <a:pt x="2019" y="1153"/>
                </a:lnTo>
                <a:lnTo>
                  <a:pt x="2018" y="1153"/>
                </a:lnTo>
                <a:lnTo>
                  <a:pt x="2017" y="1154"/>
                </a:lnTo>
                <a:lnTo>
                  <a:pt x="2016" y="1155"/>
                </a:lnTo>
                <a:lnTo>
                  <a:pt x="2015" y="1154"/>
                </a:lnTo>
                <a:lnTo>
                  <a:pt x="2015" y="1155"/>
                </a:lnTo>
                <a:lnTo>
                  <a:pt x="2014" y="1155"/>
                </a:lnTo>
                <a:lnTo>
                  <a:pt x="2014" y="1156"/>
                </a:lnTo>
                <a:lnTo>
                  <a:pt x="2014" y="1157"/>
                </a:lnTo>
                <a:lnTo>
                  <a:pt x="2013" y="1158"/>
                </a:lnTo>
                <a:lnTo>
                  <a:pt x="2013" y="1159"/>
                </a:lnTo>
                <a:lnTo>
                  <a:pt x="2012" y="1161"/>
                </a:lnTo>
                <a:lnTo>
                  <a:pt x="2012" y="1162"/>
                </a:lnTo>
                <a:lnTo>
                  <a:pt x="2010" y="1162"/>
                </a:lnTo>
                <a:lnTo>
                  <a:pt x="2010" y="1164"/>
                </a:lnTo>
                <a:lnTo>
                  <a:pt x="2010" y="1163"/>
                </a:lnTo>
                <a:lnTo>
                  <a:pt x="2009" y="1163"/>
                </a:lnTo>
                <a:lnTo>
                  <a:pt x="2009" y="1162"/>
                </a:lnTo>
                <a:lnTo>
                  <a:pt x="2009" y="1161"/>
                </a:lnTo>
                <a:lnTo>
                  <a:pt x="2009" y="1160"/>
                </a:lnTo>
                <a:lnTo>
                  <a:pt x="2008" y="1159"/>
                </a:lnTo>
                <a:lnTo>
                  <a:pt x="2008" y="1160"/>
                </a:lnTo>
                <a:lnTo>
                  <a:pt x="2007" y="1161"/>
                </a:lnTo>
                <a:lnTo>
                  <a:pt x="2007" y="1162"/>
                </a:lnTo>
                <a:lnTo>
                  <a:pt x="2006" y="1163"/>
                </a:lnTo>
                <a:lnTo>
                  <a:pt x="2005" y="1162"/>
                </a:lnTo>
                <a:lnTo>
                  <a:pt x="2005" y="1161"/>
                </a:lnTo>
                <a:lnTo>
                  <a:pt x="2005" y="1160"/>
                </a:lnTo>
                <a:lnTo>
                  <a:pt x="2006" y="1159"/>
                </a:lnTo>
                <a:lnTo>
                  <a:pt x="2006" y="1158"/>
                </a:lnTo>
                <a:lnTo>
                  <a:pt x="2006" y="1157"/>
                </a:lnTo>
                <a:lnTo>
                  <a:pt x="2004" y="1155"/>
                </a:lnTo>
                <a:lnTo>
                  <a:pt x="2003" y="1155"/>
                </a:lnTo>
                <a:lnTo>
                  <a:pt x="2003" y="1156"/>
                </a:lnTo>
                <a:lnTo>
                  <a:pt x="2003" y="1157"/>
                </a:lnTo>
                <a:lnTo>
                  <a:pt x="2002" y="1157"/>
                </a:lnTo>
                <a:lnTo>
                  <a:pt x="2002" y="1158"/>
                </a:lnTo>
                <a:lnTo>
                  <a:pt x="1999" y="1156"/>
                </a:lnTo>
                <a:lnTo>
                  <a:pt x="1996" y="1154"/>
                </a:lnTo>
                <a:lnTo>
                  <a:pt x="1995" y="1151"/>
                </a:lnTo>
                <a:lnTo>
                  <a:pt x="1994" y="1151"/>
                </a:lnTo>
                <a:lnTo>
                  <a:pt x="1994" y="1150"/>
                </a:lnTo>
                <a:lnTo>
                  <a:pt x="1995" y="1150"/>
                </a:lnTo>
                <a:lnTo>
                  <a:pt x="1996" y="1150"/>
                </a:lnTo>
                <a:lnTo>
                  <a:pt x="1996" y="1149"/>
                </a:lnTo>
                <a:lnTo>
                  <a:pt x="1996" y="1148"/>
                </a:lnTo>
                <a:lnTo>
                  <a:pt x="1996" y="1147"/>
                </a:lnTo>
                <a:lnTo>
                  <a:pt x="1995" y="1147"/>
                </a:lnTo>
                <a:lnTo>
                  <a:pt x="1993" y="1146"/>
                </a:lnTo>
                <a:lnTo>
                  <a:pt x="1992" y="1146"/>
                </a:lnTo>
                <a:lnTo>
                  <a:pt x="1992" y="1145"/>
                </a:lnTo>
                <a:lnTo>
                  <a:pt x="1991" y="1144"/>
                </a:lnTo>
                <a:lnTo>
                  <a:pt x="1989" y="1143"/>
                </a:lnTo>
                <a:lnTo>
                  <a:pt x="1988" y="1143"/>
                </a:lnTo>
                <a:lnTo>
                  <a:pt x="1988" y="1142"/>
                </a:lnTo>
                <a:lnTo>
                  <a:pt x="1987" y="1141"/>
                </a:lnTo>
                <a:lnTo>
                  <a:pt x="1986" y="1141"/>
                </a:lnTo>
                <a:lnTo>
                  <a:pt x="1985" y="1141"/>
                </a:lnTo>
                <a:lnTo>
                  <a:pt x="1985" y="1140"/>
                </a:lnTo>
                <a:lnTo>
                  <a:pt x="1985" y="1139"/>
                </a:lnTo>
                <a:lnTo>
                  <a:pt x="1984" y="1138"/>
                </a:lnTo>
                <a:lnTo>
                  <a:pt x="1983" y="1139"/>
                </a:lnTo>
                <a:lnTo>
                  <a:pt x="1982" y="1139"/>
                </a:lnTo>
                <a:lnTo>
                  <a:pt x="1981" y="1139"/>
                </a:lnTo>
                <a:lnTo>
                  <a:pt x="1980" y="1139"/>
                </a:lnTo>
                <a:lnTo>
                  <a:pt x="1980" y="1138"/>
                </a:lnTo>
                <a:lnTo>
                  <a:pt x="1980" y="1137"/>
                </a:lnTo>
                <a:lnTo>
                  <a:pt x="1979" y="1137"/>
                </a:lnTo>
                <a:lnTo>
                  <a:pt x="1979" y="1136"/>
                </a:lnTo>
                <a:lnTo>
                  <a:pt x="1978" y="1136"/>
                </a:lnTo>
                <a:lnTo>
                  <a:pt x="1978" y="1135"/>
                </a:lnTo>
                <a:lnTo>
                  <a:pt x="1977" y="1135"/>
                </a:lnTo>
                <a:lnTo>
                  <a:pt x="1976" y="1135"/>
                </a:lnTo>
                <a:lnTo>
                  <a:pt x="1975" y="1136"/>
                </a:lnTo>
                <a:lnTo>
                  <a:pt x="1974" y="1137"/>
                </a:lnTo>
                <a:lnTo>
                  <a:pt x="1973" y="1138"/>
                </a:lnTo>
                <a:lnTo>
                  <a:pt x="1972" y="1138"/>
                </a:lnTo>
                <a:lnTo>
                  <a:pt x="1971" y="1138"/>
                </a:lnTo>
                <a:lnTo>
                  <a:pt x="1969" y="1138"/>
                </a:lnTo>
                <a:lnTo>
                  <a:pt x="1969" y="1137"/>
                </a:lnTo>
                <a:lnTo>
                  <a:pt x="1969" y="1136"/>
                </a:lnTo>
                <a:lnTo>
                  <a:pt x="1970" y="1135"/>
                </a:lnTo>
                <a:lnTo>
                  <a:pt x="1969" y="1134"/>
                </a:lnTo>
                <a:lnTo>
                  <a:pt x="1969" y="1133"/>
                </a:lnTo>
                <a:lnTo>
                  <a:pt x="1968" y="1133"/>
                </a:lnTo>
                <a:lnTo>
                  <a:pt x="1967" y="1133"/>
                </a:lnTo>
                <a:lnTo>
                  <a:pt x="1966" y="1133"/>
                </a:lnTo>
                <a:lnTo>
                  <a:pt x="1965" y="1133"/>
                </a:lnTo>
                <a:lnTo>
                  <a:pt x="1965" y="1132"/>
                </a:lnTo>
                <a:lnTo>
                  <a:pt x="1964" y="1132"/>
                </a:lnTo>
                <a:lnTo>
                  <a:pt x="1962" y="1133"/>
                </a:lnTo>
                <a:lnTo>
                  <a:pt x="1961" y="1132"/>
                </a:lnTo>
                <a:lnTo>
                  <a:pt x="1960" y="1131"/>
                </a:lnTo>
                <a:lnTo>
                  <a:pt x="1959" y="1131"/>
                </a:lnTo>
                <a:lnTo>
                  <a:pt x="1957" y="1131"/>
                </a:lnTo>
                <a:lnTo>
                  <a:pt x="1956" y="1130"/>
                </a:lnTo>
                <a:lnTo>
                  <a:pt x="1956" y="1129"/>
                </a:lnTo>
                <a:lnTo>
                  <a:pt x="1955" y="1129"/>
                </a:lnTo>
                <a:lnTo>
                  <a:pt x="1953" y="1129"/>
                </a:lnTo>
                <a:lnTo>
                  <a:pt x="1952" y="1129"/>
                </a:lnTo>
                <a:lnTo>
                  <a:pt x="1952" y="1128"/>
                </a:lnTo>
                <a:lnTo>
                  <a:pt x="1951" y="1127"/>
                </a:lnTo>
                <a:lnTo>
                  <a:pt x="1950" y="1127"/>
                </a:lnTo>
                <a:lnTo>
                  <a:pt x="1946" y="1126"/>
                </a:lnTo>
                <a:lnTo>
                  <a:pt x="1945" y="1126"/>
                </a:lnTo>
                <a:lnTo>
                  <a:pt x="1944" y="1127"/>
                </a:lnTo>
                <a:lnTo>
                  <a:pt x="1943" y="1127"/>
                </a:lnTo>
                <a:lnTo>
                  <a:pt x="1942" y="1127"/>
                </a:lnTo>
                <a:lnTo>
                  <a:pt x="1942" y="1126"/>
                </a:lnTo>
                <a:lnTo>
                  <a:pt x="1943" y="1126"/>
                </a:lnTo>
                <a:lnTo>
                  <a:pt x="1943" y="1125"/>
                </a:lnTo>
                <a:lnTo>
                  <a:pt x="1943" y="1123"/>
                </a:lnTo>
                <a:lnTo>
                  <a:pt x="1942" y="1122"/>
                </a:lnTo>
                <a:lnTo>
                  <a:pt x="1941" y="1122"/>
                </a:lnTo>
                <a:lnTo>
                  <a:pt x="1938" y="1122"/>
                </a:lnTo>
                <a:lnTo>
                  <a:pt x="1937" y="1121"/>
                </a:lnTo>
                <a:lnTo>
                  <a:pt x="1936" y="1121"/>
                </a:lnTo>
                <a:lnTo>
                  <a:pt x="1935" y="1121"/>
                </a:lnTo>
                <a:lnTo>
                  <a:pt x="1933" y="1119"/>
                </a:lnTo>
                <a:lnTo>
                  <a:pt x="1932" y="1118"/>
                </a:lnTo>
                <a:lnTo>
                  <a:pt x="1933" y="1117"/>
                </a:lnTo>
                <a:lnTo>
                  <a:pt x="1932" y="1116"/>
                </a:lnTo>
                <a:lnTo>
                  <a:pt x="1930" y="1115"/>
                </a:lnTo>
                <a:lnTo>
                  <a:pt x="1929" y="1116"/>
                </a:lnTo>
                <a:lnTo>
                  <a:pt x="1928" y="1116"/>
                </a:lnTo>
                <a:lnTo>
                  <a:pt x="1927" y="1116"/>
                </a:lnTo>
                <a:lnTo>
                  <a:pt x="1927" y="1115"/>
                </a:lnTo>
                <a:lnTo>
                  <a:pt x="1927" y="1114"/>
                </a:lnTo>
                <a:lnTo>
                  <a:pt x="1927" y="1112"/>
                </a:lnTo>
                <a:lnTo>
                  <a:pt x="1928" y="1112"/>
                </a:lnTo>
                <a:lnTo>
                  <a:pt x="1928" y="1110"/>
                </a:lnTo>
                <a:lnTo>
                  <a:pt x="1928" y="1109"/>
                </a:lnTo>
                <a:lnTo>
                  <a:pt x="1927" y="1109"/>
                </a:lnTo>
                <a:lnTo>
                  <a:pt x="1926" y="1108"/>
                </a:lnTo>
                <a:lnTo>
                  <a:pt x="1925" y="1108"/>
                </a:lnTo>
                <a:lnTo>
                  <a:pt x="1924" y="1108"/>
                </a:lnTo>
                <a:lnTo>
                  <a:pt x="1923" y="1108"/>
                </a:lnTo>
                <a:lnTo>
                  <a:pt x="1922" y="1108"/>
                </a:lnTo>
                <a:lnTo>
                  <a:pt x="1921" y="1107"/>
                </a:lnTo>
                <a:lnTo>
                  <a:pt x="1921" y="1108"/>
                </a:lnTo>
                <a:lnTo>
                  <a:pt x="1920" y="1108"/>
                </a:lnTo>
                <a:lnTo>
                  <a:pt x="1920" y="1109"/>
                </a:lnTo>
                <a:lnTo>
                  <a:pt x="1918" y="1110"/>
                </a:lnTo>
                <a:lnTo>
                  <a:pt x="1917" y="1111"/>
                </a:lnTo>
                <a:lnTo>
                  <a:pt x="1916" y="1110"/>
                </a:lnTo>
                <a:lnTo>
                  <a:pt x="1915" y="1109"/>
                </a:lnTo>
                <a:lnTo>
                  <a:pt x="1915" y="1108"/>
                </a:lnTo>
                <a:lnTo>
                  <a:pt x="1913" y="1108"/>
                </a:lnTo>
                <a:lnTo>
                  <a:pt x="1912" y="1108"/>
                </a:lnTo>
                <a:lnTo>
                  <a:pt x="1911" y="1109"/>
                </a:lnTo>
                <a:lnTo>
                  <a:pt x="1910" y="1109"/>
                </a:lnTo>
                <a:lnTo>
                  <a:pt x="1909" y="1108"/>
                </a:lnTo>
                <a:lnTo>
                  <a:pt x="1908" y="1108"/>
                </a:lnTo>
                <a:lnTo>
                  <a:pt x="1908" y="1109"/>
                </a:lnTo>
                <a:lnTo>
                  <a:pt x="1906" y="1109"/>
                </a:lnTo>
                <a:lnTo>
                  <a:pt x="1906" y="1108"/>
                </a:lnTo>
                <a:lnTo>
                  <a:pt x="1905" y="1108"/>
                </a:lnTo>
                <a:lnTo>
                  <a:pt x="1902" y="1109"/>
                </a:lnTo>
                <a:lnTo>
                  <a:pt x="1901" y="1108"/>
                </a:lnTo>
                <a:lnTo>
                  <a:pt x="1900" y="1108"/>
                </a:lnTo>
                <a:lnTo>
                  <a:pt x="1899" y="1108"/>
                </a:lnTo>
                <a:lnTo>
                  <a:pt x="1898" y="1109"/>
                </a:lnTo>
                <a:lnTo>
                  <a:pt x="1898" y="1108"/>
                </a:lnTo>
                <a:lnTo>
                  <a:pt x="1898" y="1107"/>
                </a:lnTo>
                <a:lnTo>
                  <a:pt x="1898" y="1106"/>
                </a:lnTo>
                <a:lnTo>
                  <a:pt x="1897" y="1106"/>
                </a:lnTo>
                <a:lnTo>
                  <a:pt x="1897" y="1105"/>
                </a:lnTo>
                <a:lnTo>
                  <a:pt x="1896" y="1105"/>
                </a:lnTo>
                <a:lnTo>
                  <a:pt x="1895" y="1105"/>
                </a:lnTo>
                <a:lnTo>
                  <a:pt x="1895" y="1106"/>
                </a:lnTo>
                <a:lnTo>
                  <a:pt x="1894" y="1106"/>
                </a:lnTo>
                <a:lnTo>
                  <a:pt x="1893" y="1105"/>
                </a:lnTo>
                <a:lnTo>
                  <a:pt x="1893" y="1104"/>
                </a:lnTo>
                <a:lnTo>
                  <a:pt x="1893" y="1103"/>
                </a:lnTo>
                <a:lnTo>
                  <a:pt x="1892" y="1103"/>
                </a:lnTo>
                <a:lnTo>
                  <a:pt x="1892" y="1102"/>
                </a:lnTo>
                <a:lnTo>
                  <a:pt x="1891" y="1102"/>
                </a:lnTo>
                <a:lnTo>
                  <a:pt x="1891" y="1101"/>
                </a:lnTo>
                <a:lnTo>
                  <a:pt x="1890" y="1101"/>
                </a:lnTo>
                <a:lnTo>
                  <a:pt x="1890" y="1100"/>
                </a:lnTo>
                <a:lnTo>
                  <a:pt x="1888" y="1099"/>
                </a:lnTo>
                <a:lnTo>
                  <a:pt x="1887" y="1098"/>
                </a:lnTo>
                <a:lnTo>
                  <a:pt x="1886" y="1098"/>
                </a:lnTo>
                <a:lnTo>
                  <a:pt x="1886" y="1099"/>
                </a:lnTo>
                <a:lnTo>
                  <a:pt x="1885" y="1099"/>
                </a:lnTo>
                <a:lnTo>
                  <a:pt x="1885" y="1098"/>
                </a:lnTo>
                <a:lnTo>
                  <a:pt x="1884" y="1098"/>
                </a:lnTo>
                <a:lnTo>
                  <a:pt x="1883" y="1098"/>
                </a:lnTo>
                <a:lnTo>
                  <a:pt x="1883" y="1097"/>
                </a:lnTo>
                <a:lnTo>
                  <a:pt x="1882" y="1097"/>
                </a:lnTo>
                <a:lnTo>
                  <a:pt x="1882" y="1096"/>
                </a:lnTo>
                <a:lnTo>
                  <a:pt x="1881" y="1096"/>
                </a:lnTo>
                <a:lnTo>
                  <a:pt x="1880" y="1096"/>
                </a:lnTo>
                <a:lnTo>
                  <a:pt x="1879" y="1097"/>
                </a:lnTo>
                <a:lnTo>
                  <a:pt x="1878" y="1097"/>
                </a:lnTo>
                <a:lnTo>
                  <a:pt x="1876" y="1097"/>
                </a:lnTo>
                <a:lnTo>
                  <a:pt x="1875" y="1097"/>
                </a:lnTo>
                <a:lnTo>
                  <a:pt x="1874" y="1097"/>
                </a:lnTo>
                <a:lnTo>
                  <a:pt x="1873" y="1097"/>
                </a:lnTo>
                <a:lnTo>
                  <a:pt x="1872" y="1097"/>
                </a:lnTo>
                <a:lnTo>
                  <a:pt x="1871" y="1098"/>
                </a:lnTo>
                <a:lnTo>
                  <a:pt x="1871" y="1100"/>
                </a:lnTo>
                <a:lnTo>
                  <a:pt x="1871" y="1101"/>
                </a:lnTo>
                <a:lnTo>
                  <a:pt x="1870" y="1101"/>
                </a:lnTo>
                <a:lnTo>
                  <a:pt x="1870" y="1102"/>
                </a:lnTo>
                <a:lnTo>
                  <a:pt x="1869" y="1102"/>
                </a:lnTo>
                <a:lnTo>
                  <a:pt x="1869" y="1104"/>
                </a:lnTo>
                <a:lnTo>
                  <a:pt x="1868" y="1105"/>
                </a:lnTo>
                <a:lnTo>
                  <a:pt x="1867" y="1106"/>
                </a:lnTo>
                <a:lnTo>
                  <a:pt x="1866" y="1106"/>
                </a:lnTo>
                <a:lnTo>
                  <a:pt x="1864" y="1107"/>
                </a:lnTo>
                <a:lnTo>
                  <a:pt x="1863" y="1107"/>
                </a:lnTo>
                <a:lnTo>
                  <a:pt x="1862" y="1107"/>
                </a:lnTo>
                <a:lnTo>
                  <a:pt x="1861" y="1108"/>
                </a:lnTo>
                <a:lnTo>
                  <a:pt x="1860" y="1108"/>
                </a:lnTo>
                <a:lnTo>
                  <a:pt x="1859" y="1108"/>
                </a:lnTo>
                <a:lnTo>
                  <a:pt x="1859" y="1109"/>
                </a:lnTo>
                <a:lnTo>
                  <a:pt x="1859" y="1110"/>
                </a:lnTo>
                <a:lnTo>
                  <a:pt x="1858" y="1111"/>
                </a:lnTo>
                <a:lnTo>
                  <a:pt x="1858" y="1112"/>
                </a:lnTo>
                <a:lnTo>
                  <a:pt x="1858" y="1113"/>
                </a:lnTo>
                <a:lnTo>
                  <a:pt x="1858" y="1114"/>
                </a:lnTo>
                <a:lnTo>
                  <a:pt x="1857" y="1114"/>
                </a:lnTo>
                <a:lnTo>
                  <a:pt x="1856" y="1114"/>
                </a:lnTo>
                <a:lnTo>
                  <a:pt x="1856" y="1115"/>
                </a:lnTo>
                <a:lnTo>
                  <a:pt x="1856" y="1116"/>
                </a:lnTo>
                <a:lnTo>
                  <a:pt x="1857" y="1117"/>
                </a:lnTo>
                <a:lnTo>
                  <a:pt x="1857" y="1118"/>
                </a:lnTo>
                <a:lnTo>
                  <a:pt x="1856" y="1119"/>
                </a:lnTo>
                <a:lnTo>
                  <a:pt x="1855" y="1120"/>
                </a:lnTo>
                <a:lnTo>
                  <a:pt x="1855" y="1121"/>
                </a:lnTo>
                <a:lnTo>
                  <a:pt x="1856" y="1122"/>
                </a:lnTo>
                <a:lnTo>
                  <a:pt x="1856" y="1123"/>
                </a:lnTo>
                <a:lnTo>
                  <a:pt x="1856" y="1125"/>
                </a:lnTo>
                <a:lnTo>
                  <a:pt x="1855" y="1125"/>
                </a:lnTo>
                <a:lnTo>
                  <a:pt x="1854" y="1126"/>
                </a:lnTo>
                <a:lnTo>
                  <a:pt x="1854" y="1127"/>
                </a:lnTo>
                <a:lnTo>
                  <a:pt x="1854" y="1128"/>
                </a:lnTo>
                <a:lnTo>
                  <a:pt x="1853" y="1130"/>
                </a:lnTo>
                <a:lnTo>
                  <a:pt x="1853" y="1131"/>
                </a:lnTo>
                <a:lnTo>
                  <a:pt x="1852" y="1131"/>
                </a:lnTo>
                <a:lnTo>
                  <a:pt x="1852" y="1132"/>
                </a:lnTo>
                <a:lnTo>
                  <a:pt x="1851" y="1132"/>
                </a:lnTo>
                <a:lnTo>
                  <a:pt x="1851" y="1133"/>
                </a:lnTo>
                <a:lnTo>
                  <a:pt x="1851" y="1134"/>
                </a:lnTo>
                <a:lnTo>
                  <a:pt x="1850" y="1134"/>
                </a:lnTo>
                <a:lnTo>
                  <a:pt x="1850" y="1135"/>
                </a:lnTo>
                <a:lnTo>
                  <a:pt x="1849" y="1135"/>
                </a:lnTo>
                <a:lnTo>
                  <a:pt x="1848" y="1137"/>
                </a:lnTo>
                <a:lnTo>
                  <a:pt x="1849" y="1138"/>
                </a:lnTo>
                <a:lnTo>
                  <a:pt x="1850" y="1139"/>
                </a:lnTo>
                <a:lnTo>
                  <a:pt x="1851" y="1139"/>
                </a:lnTo>
                <a:lnTo>
                  <a:pt x="1852" y="1139"/>
                </a:lnTo>
                <a:lnTo>
                  <a:pt x="1852" y="1140"/>
                </a:lnTo>
                <a:lnTo>
                  <a:pt x="1852" y="1141"/>
                </a:lnTo>
                <a:lnTo>
                  <a:pt x="1853" y="1141"/>
                </a:lnTo>
                <a:lnTo>
                  <a:pt x="1854" y="1141"/>
                </a:lnTo>
                <a:lnTo>
                  <a:pt x="1855" y="1142"/>
                </a:lnTo>
                <a:lnTo>
                  <a:pt x="1856" y="1142"/>
                </a:lnTo>
                <a:lnTo>
                  <a:pt x="1856" y="1143"/>
                </a:lnTo>
                <a:lnTo>
                  <a:pt x="1856" y="1144"/>
                </a:lnTo>
                <a:lnTo>
                  <a:pt x="1857" y="1145"/>
                </a:lnTo>
                <a:lnTo>
                  <a:pt x="1857" y="1146"/>
                </a:lnTo>
                <a:lnTo>
                  <a:pt x="1858" y="1147"/>
                </a:lnTo>
                <a:lnTo>
                  <a:pt x="1859" y="1147"/>
                </a:lnTo>
                <a:lnTo>
                  <a:pt x="1859" y="1148"/>
                </a:lnTo>
                <a:lnTo>
                  <a:pt x="1859" y="1149"/>
                </a:lnTo>
                <a:lnTo>
                  <a:pt x="1860" y="1149"/>
                </a:lnTo>
                <a:lnTo>
                  <a:pt x="1860" y="1151"/>
                </a:lnTo>
                <a:lnTo>
                  <a:pt x="1860" y="1152"/>
                </a:lnTo>
                <a:lnTo>
                  <a:pt x="1860" y="1153"/>
                </a:lnTo>
                <a:lnTo>
                  <a:pt x="1861" y="1153"/>
                </a:lnTo>
                <a:lnTo>
                  <a:pt x="1861" y="1154"/>
                </a:lnTo>
                <a:lnTo>
                  <a:pt x="1861" y="1155"/>
                </a:lnTo>
                <a:lnTo>
                  <a:pt x="1862" y="1156"/>
                </a:lnTo>
                <a:lnTo>
                  <a:pt x="1863" y="1156"/>
                </a:lnTo>
                <a:lnTo>
                  <a:pt x="1865" y="1157"/>
                </a:lnTo>
                <a:lnTo>
                  <a:pt x="1866" y="1157"/>
                </a:lnTo>
                <a:lnTo>
                  <a:pt x="1866" y="1158"/>
                </a:lnTo>
                <a:lnTo>
                  <a:pt x="1865" y="1158"/>
                </a:lnTo>
                <a:lnTo>
                  <a:pt x="1865" y="1159"/>
                </a:lnTo>
                <a:lnTo>
                  <a:pt x="1865" y="1160"/>
                </a:lnTo>
                <a:lnTo>
                  <a:pt x="1865" y="1161"/>
                </a:lnTo>
                <a:lnTo>
                  <a:pt x="1866" y="1162"/>
                </a:lnTo>
                <a:lnTo>
                  <a:pt x="1866" y="1164"/>
                </a:lnTo>
                <a:lnTo>
                  <a:pt x="1866" y="1165"/>
                </a:lnTo>
                <a:lnTo>
                  <a:pt x="1867" y="1165"/>
                </a:lnTo>
                <a:lnTo>
                  <a:pt x="1867" y="1167"/>
                </a:lnTo>
                <a:lnTo>
                  <a:pt x="1867" y="1168"/>
                </a:lnTo>
                <a:lnTo>
                  <a:pt x="1868" y="1168"/>
                </a:lnTo>
                <a:lnTo>
                  <a:pt x="1868" y="1167"/>
                </a:lnTo>
                <a:lnTo>
                  <a:pt x="1869" y="1167"/>
                </a:lnTo>
                <a:lnTo>
                  <a:pt x="1870" y="1167"/>
                </a:lnTo>
                <a:lnTo>
                  <a:pt x="1870" y="1168"/>
                </a:lnTo>
                <a:lnTo>
                  <a:pt x="1869" y="1168"/>
                </a:lnTo>
                <a:lnTo>
                  <a:pt x="1869" y="1169"/>
                </a:lnTo>
                <a:lnTo>
                  <a:pt x="1870" y="1171"/>
                </a:lnTo>
                <a:lnTo>
                  <a:pt x="1871" y="1173"/>
                </a:lnTo>
                <a:lnTo>
                  <a:pt x="1872" y="1174"/>
                </a:lnTo>
                <a:lnTo>
                  <a:pt x="1872" y="1173"/>
                </a:lnTo>
                <a:lnTo>
                  <a:pt x="1872" y="1174"/>
                </a:lnTo>
                <a:lnTo>
                  <a:pt x="1873" y="1174"/>
                </a:lnTo>
                <a:lnTo>
                  <a:pt x="1873" y="1175"/>
                </a:lnTo>
                <a:lnTo>
                  <a:pt x="1874" y="1175"/>
                </a:lnTo>
                <a:lnTo>
                  <a:pt x="1874" y="1176"/>
                </a:lnTo>
                <a:lnTo>
                  <a:pt x="1874" y="1177"/>
                </a:lnTo>
                <a:lnTo>
                  <a:pt x="1875" y="1177"/>
                </a:lnTo>
                <a:lnTo>
                  <a:pt x="1874" y="1178"/>
                </a:lnTo>
                <a:lnTo>
                  <a:pt x="1874" y="1179"/>
                </a:lnTo>
                <a:lnTo>
                  <a:pt x="1874" y="1180"/>
                </a:lnTo>
                <a:lnTo>
                  <a:pt x="1875" y="1181"/>
                </a:lnTo>
                <a:lnTo>
                  <a:pt x="1876" y="1182"/>
                </a:lnTo>
                <a:lnTo>
                  <a:pt x="1877" y="1183"/>
                </a:lnTo>
                <a:lnTo>
                  <a:pt x="1877" y="1184"/>
                </a:lnTo>
                <a:lnTo>
                  <a:pt x="1878" y="1185"/>
                </a:lnTo>
                <a:lnTo>
                  <a:pt x="1879" y="1186"/>
                </a:lnTo>
                <a:lnTo>
                  <a:pt x="1880" y="1186"/>
                </a:lnTo>
                <a:lnTo>
                  <a:pt x="1880" y="1187"/>
                </a:lnTo>
                <a:lnTo>
                  <a:pt x="1880" y="1188"/>
                </a:lnTo>
                <a:lnTo>
                  <a:pt x="1881" y="1188"/>
                </a:lnTo>
                <a:lnTo>
                  <a:pt x="1881" y="1189"/>
                </a:lnTo>
                <a:lnTo>
                  <a:pt x="1881" y="1190"/>
                </a:lnTo>
                <a:lnTo>
                  <a:pt x="1881" y="1191"/>
                </a:lnTo>
                <a:lnTo>
                  <a:pt x="1882" y="1193"/>
                </a:lnTo>
                <a:lnTo>
                  <a:pt x="1883" y="1194"/>
                </a:lnTo>
                <a:lnTo>
                  <a:pt x="1883" y="1195"/>
                </a:lnTo>
                <a:lnTo>
                  <a:pt x="1884" y="1195"/>
                </a:lnTo>
                <a:lnTo>
                  <a:pt x="1884" y="1196"/>
                </a:lnTo>
                <a:lnTo>
                  <a:pt x="1884" y="1197"/>
                </a:lnTo>
                <a:lnTo>
                  <a:pt x="1884" y="1198"/>
                </a:lnTo>
                <a:lnTo>
                  <a:pt x="1885" y="1198"/>
                </a:lnTo>
                <a:lnTo>
                  <a:pt x="1887" y="1197"/>
                </a:lnTo>
                <a:lnTo>
                  <a:pt x="1889" y="1197"/>
                </a:lnTo>
                <a:lnTo>
                  <a:pt x="1889" y="1198"/>
                </a:lnTo>
                <a:lnTo>
                  <a:pt x="1890" y="1198"/>
                </a:lnTo>
                <a:lnTo>
                  <a:pt x="1890" y="1199"/>
                </a:lnTo>
                <a:lnTo>
                  <a:pt x="1890" y="1200"/>
                </a:lnTo>
                <a:lnTo>
                  <a:pt x="1891" y="1200"/>
                </a:lnTo>
                <a:lnTo>
                  <a:pt x="1892" y="1199"/>
                </a:lnTo>
                <a:lnTo>
                  <a:pt x="1893" y="1200"/>
                </a:lnTo>
                <a:lnTo>
                  <a:pt x="1893" y="1201"/>
                </a:lnTo>
                <a:lnTo>
                  <a:pt x="1893" y="1203"/>
                </a:lnTo>
                <a:lnTo>
                  <a:pt x="1894" y="1204"/>
                </a:lnTo>
                <a:lnTo>
                  <a:pt x="1898" y="1205"/>
                </a:lnTo>
                <a:lnTo>
                  <a:pt x="1899" y="1206"/>
                </a:lnTo>
                <a:lnTo>
                  <a:pt x="1900" y="1206"/>
                </a:lnTo>
                <a:lnTo>
                  <a:pt x="1901" y="1206"/>
                </a:lnTo>
                <a:lnTo>
                  <a:pt x="1903" y="1205"/>
                </a:lnTo>
                <a:lnTo>
                  <a:pt x="1903" y="1206"/>
                </a:lnTo>
                <a:lnTo>
                  <a:pt x="1903" y="1207"/>
                </a:lnTo>
                <a:lnTo>
                  <a:pt x="1904" y="1207"/>
                </a:lnTo>
                <a:lnTo>
                  <a:pt x="1906" y="1207"/>
                </a:lnTo>
                <a:lnTo>
                  <a:pt x="1907" y="1208"/>
                </a:lnTo>
                <a:lnTo>
                  <a:pt x="1908" y="1209"/>
                </a:lnTo>
                <a:lnTo>
                  <a:pt x="1909" y="1209"/>
                </a:lnTo>
                <a:lnTo>
                  <a:pt x="1910" y="1209"/>
                </a:lnTo>
                <a:lnTo>
                  <a:pt x="1911" y="1209"/>
                </a:lnTo>
                <a:lnTo>
                  <a:pt x="1911" y="1210"/>
                </a:lnTo>
                <a:lnTo>
                  <a:pt x="1910" y="1211"/>
                </a:lnTo>
                <a:lnTo>
                  <a:pt x="1910" y="1212"/>
                </a:lnTo>
                <a:lnTo>
                  <a:pt x="1910" y="1213"/>
                </a:lnTo>
                <a:lnTo>
                  <a:pt x="1911" y="1214"/>
                </a:lnTo>
                <a:lnTo>
                  <a:pt x="1912" y="1214"/>
                </a:lnTo>
                <a:lnTo>
                  <a:pt x="1912" y="1215"/>
                </a:lnTo>
                <a:lnTo>
                  <a:pt x="1912" y="1216"/>
                </a:lnTo>
                <a:lnTo>
                  <a:pt x="1913" y="1218"/>
                </a:lnTo>
                <a:lnTo>
                  <a:pt x="1915" y="1219"/>
                </a:lnTo>
                <a:lnTo>
                  <a:pt x="1916" y="1220"/>
                </a:lnTo>
                <a:lnTo>
                  <a:pt x="1916" y="1221"/>
                </a:lnTo>
                <a:lnTo>
                  <a:pt x="1916" y="1222"/>
                </a:lnTo>
                <a:lnTo>
                  <a:pt x="1916" y="1223"/>
                </a:lnTo>
                <a:lnTo>
                  <a:pt x="1915" y="1224"/>
                </a:lnTo>
                <a:lnTo>
                  <a:pt x="1915" y="1225"/>
                </a:lnTo>
                <a:lnTo>
                  <a:pt x="1915" y="1226"/>
                </a:lnTo>
                <a:lnTo>
                  <a:pt x="1915" y="1227"/>
                </a:lnTo>
                <a:lnTo>
                  <a:pt x="1915" y="1228"/>
                </a:lnTo>
                <a:lnTo>
                  <a:pt x="1916" y="1228"/>
                </a:lnTo>
                <a:lnTo>
                  <a:pt x="1916" y="1230"/>
                </a:lnTo>
                <a:lnTo>
                  <a:pt x="1915" y="1230"/>
                </a:lnTo>
                <a:lnTo>
                  <a:pt x="1914" y="1230"/>
                </a:lnTo>
                <a:lnTo>
                  <a:pt x="1914" y="1232"/>
                </a:lnTo>
                <a:lnTo>
                  <a:pt x="1913" y="1232"/>
                </a:lnTo>
                <a:lnTo>
                  <a:pt x="1912" y="1233"/>
                </a:lnTo>
                <a:lnTo>
                  <a:pt x="1911" y="1234"/>
                </a:lnTo>
                <a:lnTo>
                  <a:pt x="1911" y="1235"/>
                </a:lnTo>
                <a:lnTo>
                  <a:pt x="1911" y="1237"/>
                </a:lnTo>
                <a:lnTo>
                  <a:pt x="1911" y="1239"/>
                </a:lnTo>
                <a:lnTo>
                  <a:pt x="1911" y="1240"/>
                </a:lnTo>
                <a:lnTo>
                  <a:pt x="1911" y="1241"/>
                </a:lnTo>
                <a:lnTo>
                  <a:pt x="1913" y="1242"/>
                </a:lnTo>
                <a:lnTo>
                  <a:pt x="1913" y="1244"/>
                </a:lnTo>
                <a:lnTo>
                  <a:pt x="1912" y="1244"/>
                </a:lnTo>
                <a:lnTo>
                  <a:pt x="1911" y="1245"/>
                </a:lnTo>
                <a:lnTo>
                  <a:pt x="1911" y="1247"/>
                </a:lnTo>
                <a:lnTo>
                  <a:pt x="1912" y="1248"/>
                </a:lnTo>
                <a:lnTo>
                  <a:pt x="1913" y="1248"/>
                </a:lnTo>
                <a:lnTo>
                  <a:pt x="1914" y="1248"/>
                </a:lnTo>
                <a:lnTo>
                  <a:pt x="1914" y="1247"/>
                </a:lnTo>
                <a:lnTo>
                  <a:pt x="1914" y="1246"/>
                </a:lnTo>
                <a:lnTo>
                  <a:pt x="1915" y="1246"/>
                </a:lnTo>
                <a:lnTo>
                  <a:pt x="1917" y="1245"/>
                </a:lnTo>
                <a:lnTo>
                  <a:pt x="1918" y="1245"/>
                </a:lnTo>
                <a:lnTo>
                  <a:pt x="1920" y="1245"/>
                </a:lnTo>
                <a:lnTo>
                  <a:pt x="1922" y="1243"/>
                </a:lnTo>
                <a:lnTo>
                  <a:pt x="1923" y="1242"/>
                </a:lnTo>
                <a:lnTo>
                  <a:pt x="1924" y="1242"/>
                </a:lnTo>
                <a:lnTo>
                  <a:pt x="1925" y="1243"/>
                </a:lnTo>
                <a:lnTo>
                  <a:pt x="1925" y="1244"/>
                </a:lnTo>
                <a:lnTo>
                  <a:pt x="1927" y="1245"/>
                </a:lnTo>
                <a:lnTo>
                  <a:pt x="1927" y="1246"/>
                </a:lnTo>
                <a:lnTo>
                  <a:pt x="1929" y="1246"/>
                </a:lnTo>
                <a:lnTo>
                  <a:pt x="1930" y="1247"/>
                </a:lnTo>
                <a:lnTo>
                  <a:pt x="1931" y="1247"/>
                </a:lnTo>
                <a:lnTo>
                  <a:pt x="1932" y="1248"/>
                </a:lnTo>
                <a:lnTo>
                  <a:pt x="1933" y="1247"/>
                </a:lnTo>
                <a:lnTo>
                  <a:pt x="1934" y="1248"/>
                </a:lnTo>
                <a:lnTo>
                  <a:pt x="1935" y="1248"/>
                </a:lnTo>
                <a:lnTo>
                  <a:pt x="1936" y="1247"/>
                </a:lnTo>
                <a:lnTo>
                  <a:pt x="1936" y="1248"/>
                </a:lnTo>
                <a:lnTo>
                  <a:pt x="1937" y="1248"/>
                </a:lnTo>
                <a:lnTo>
                  <a:pt x="1937" y="1249"/>
                </a:lnTo>
                <a:lnTo>
                  <a:pt x="1938" y="1249"/>
                </a:lnTo>
                <a:lnTo>
                  <a:pt x="1939" y="1248"/>
                </a:lnTo>
                <a:lnTo>
                  <a:pt x="1940" y="1248"/>
                </a:lnTo>
                <a:lnTo>
                  <a:pt x="1940" y="1249"/>
                </a:lnTo>
                <a:lnTo>
                  <a:pt x="1941" y="1249"/>
                </a:lnTo>
                <a:lnTo>
                  <a:pt x="1941" y="1250"/>
                </a:lnTo>
                <a:lnTo>
                  <a:pt x="1941" y="1249"/>
                </a:lnTo>
                <a:lnTo>
                  <a:pt x="1942" y="1249"/>
                </a:lnTo>
                <a:lnTo>
                  <a:pt x="1944" y="1250"/>
                </a:lnTo>
                <a:lnTo>
                  <a:pt x="1947" y="1251"/>
                </a:lnTo>
                <a:lnTo>
                  <a:pt x="1948" y="1251"/>
                </a:lnTo>
                <a:lnTo>
                  <a:pt x="1948" y="1252"/>
                </a:lnTo>
                <a:lnTo>
                  <a:pt x="1949" y="1252"/>
                </a:lnTo>
                <a:lnTo>
                  <a:pt x="1949" y="1251"/>
                </a:lnTo>
                <a:lnTo>
                  <a:pt x="1952" y="1251"/>
                </a:lnTo>
                <a:lnTo>
                  <a:pt x="1953" y="1251"/>
                </a:lnTo>
                <a:lnTo>
                  <a:pt x="1954" y="1250"/>
                </a:lnTo>
                <a:lnTo>
                  <a:pt x="1955" y="1249"/>
                </a:lnTo>
                <a:lnTo>
                  <a:pt x="1955" y="1248"/>
                </a:lnTo>
                <a:lnTo>
                  <a:pt x="1955" y="1247"/>
                </a:lnTo>
                <a:lnTo>
                  <a:pt x="1955" y="1246"/>
                </a:lnTo>
                <a:lnTo>
                  <a:pt x="1955" y="1245"/>
                </a:lnTo>
                <a:lnTo>
                  <a:pt x="1955" y="1244"/>
                </a:lnTo>
                <a:lnTo>
                  <a:pt x="1956" y="1244"/>
                </a:lnTo>
                <a:lnTo>
                  <a:pt x="1957" y="1244"/>
                </a:lnTo>
                <a:lnTo>
                  <a:pt x="1958" y="1244"/>
                </a:lnTo>
                <a:lnTo>
                  <a:pt x="1960" y="1244"/>
                </a:lnTo>
                <a:lnTo>
                  <a:pt x="1962" y="1244"/>
                </a:lnTo>
                <a:lnTo>
                  <a:pt x="1963" y="1243"/>
                </a:lnTo>
                <a:lnTo>
                  <a:pt x="1964" y="1242"/>
                </a:lnTo>
                <a:lnTo>
                  <a:pt x="1966" y="1241"/>
                </a:lnTo>
                <a:lnTo>
                  <a:pt x="1967" y="1240"/>
                </a:lnTo>
                <a:lnTo>
                  <a:pt x="1968" y="1240"/>
                </a:lnTo>
                <a:lnTo>
                  <a:pt x="1968" y="1241"/>
                </a:lnTo>
                <a:lnTo>
                  <a:pt x="1969" y="1242"/>
                </a:lnTo>
                <a:lnTo>
                  <a:pt x="1972" y="1243"/>
                </a:lnTo>
                <a:lnTo>
                  <a:pt x="1973" y="1242"/>
                </a:lnTo>
                <a:lnTo>
                  <a:pt x="1974" y="1242"/>
                </a:lnTo>
                <a:lnTo>
                  <a:pt x="1975" y="1242"/>
                </a:lnTo>
                <a:lnTo>
                  <a:pt x="1975" y="1243"/>
                </a:lnTo>
                <a:lnTo>
                  <a:pt x="1976" y="1243"/>
                </a:lnTo>
                <a:lnTo>
                  <a:pt x="1976" y="1244"/>
                </a:lnTo>
                <a:lnTo>
                  <a:pt x="1977" y="1245"/>
                </a:lnTo>
                <a:lnTo>
                  <a:pt x="1976" y="1247"/>
                </a:lnTo>
                <a:lnTo>
                  <a:pt x="1977" y="1247"/>
                </a:lnTo>
                <a:lnTo>
                  <a:pt x="1977" y="1248"/>
                </a:lnTo>
                <a:lnTo>
                  <a:pt x="1978" y="1248"/>
                </a:lnTo>
                <a:lnTo>
                  <a:pt x="1979" y="1248"/>
                </a:lnTo>
                <a:lnTo>
                  <a:pt x="1980" y="1247"/>
                </a:lnTo>
                <a:lnTo>
                  <a:pt x="1980" y="1246"/>
                </a:lnTo>
                <a:lnTo>
                  <a:pt x="1981" y="1246"/>
                </a:lnTo>
                <a:lnTo>
                  <a:pt x="1981" y="1247"/>
                </a:lnTo>
                <a:lnTo>
                  <a:pt x="1982" y="1247"/>
                </a:lnTo>
                <a:lnTo>
                  <a:pt x="1982" y="1248"/>
                </a:lnTo>
                <a:lnTo>
                  <a:pt x="1982" y="1249"/>
                </a:lnTo>
                <a:lnTo>
                  <a:pt x="1982" y="1252"/>
                </a:lnTo>
                <a:lnTo>
                  <a:pt x="1981" y="1253"/>
                </a:lnTo>
                <a:lnTo>
                  <a:pt x="1982" y="1254"/>
                </a:lnTo>
                <a:lnTo>
                  <a:pt x="1983" y="1255"/>
                </a:lnTo>
                <a:lnTo>
                  <a:pt x="1984" y="1255"/>
                </a:lnTo>
                <a:lnTo>
                  <a:pt x="1985" y="1256"/>
                </a:lnTo>
                <a:lnTo>
                  <a:pt x="1985" y="1257"/>
                </a:lnTo>
                <a:lnTo>
                  <a:pt x="1985" y="1258"/>
                </a:lnTo>
                <a:lnTo>
                  <a:pt x="1986" y="1258"/>
                </a:lnTo>
                <a:lnTo>
                  <a:pt x="1986" y="1259"/>
                </a:lnTo>
                <a:lnTo>
                  <a:pt x="1986" y="1260"/>
                </a:lnTo>
                <a:lnTo>
                  <a:pt x="1986" y="1261"/>
                </a:lnTo>
                <a:lnTo>
                  <a:pt x="1986" y="1263"/>
                </a:lnTo>
                <a:lnTo>
                  <a:pt x="1985" y="1264"/>
                </a:lnTo>
                <a:lnTo>
                  <a:pt x="1986" y="1265"/>
                </a:lnTo>
                <a:lnTo>
                  <a:pt x="1986" y="1266"/>
                </a:lnTo>
                <a:lnTo>
                  <a:pt x="1985" y="1267"/>
                </a:lnTo>
                <a:lnTo>
                  <a:pt x="1985" y="1269"/>
                </a:lnTo>
                <a:lnTo>
                  <a:pt x="1986" y="1270"/>
                </a:lnTo>
                <a:lnTo>
                  <a:pt x="1986" y="1271"/>
                </a:lnTo>
                <a:lnTo>
                  <a:pt x="1986" y="1272"/>
                </a:lnTo>
                <a:lnTo>
                  <a:pt x="1986" y="1273"/>
                </a:lnTo>
                <a:lnTo>
                  <a:pt x="1986" y="1275"/>
                </a:lnTo>
                <a:lnTo>
                  <a:pt x="1986" y="1276"/>
                </a:lnTo>
                <a:lnTo>
                  <a:pt x="1986" y="1277"/>
                </a:lnTo>
                <a:lnTo>
                  <a:pt x="1986" y="1278"/>
                </a:lnTo>
                <a:lnTo>
                  <a:pt x="1986" y="1279"/>
                </a:lnTo>
                <a:lnTo>
                  <a:pt x="1987" y="1283"/>
                </a:lnTo>
                <a:lnTo>
                  <a:pt x="1988" y="1285"/>
                </a:lnTo>
                <a:lnTo>
                  <a:pt x="1990" y="1284"/>
                </a:lnTo>
                <a:lnTo>
                  <a:pt x="1991" y="1283"/>
                </a:lnTo>
                <a:lnTo>
                  <a:pt x="1992" y="1283"/>
                </a:lnTo>
                <a:lnTo>
                  <a:pt x="1993" y="1283"/>
                </a:lnTo>
                <a:lnTo>
                  <a:pt x="1994" y="1283"/>
                </a:lnTo>
                <a:lnTo>
                  <a:pt x="1995" y="1283"/>
                </a:lnTo>
                <a:lnTo>
                  <a:pt x="1996" y="1283"/>
                </a:lnTo>
                <a:lnTo>
                  <a:pt x="1997" y="1283"/>
                </a:lnTo>
                <a:lnTo>
                  <a:pt x="1998" y="1284"/>
                </a:lnTo>
                <a:lnTo>
                  <a:pt x="1998" y="1283"/>
                </a:lnTo>
                <a:lnTo>
                  <a:pt x="1999" y="1283"/>
                </a:lnTo>
                <a:lnTo>
                  <a:pt x="2000" y="1283"/>
                </a:lnTo>
                <a:lnTo>
                  <a:pt x="2001" y="1284"/>
                </a:lnTo>
                <a:lnTo>
                  <a:pt x="2002" y="1284"/>
                </a:lnTo>
                <a:lnTo>
                  <a:pt x="2005" y="1284"/>
                </a:lnTo>
                <a:lnTo>
                  <a:pt x="2006" y="1284"/>
                </a:lnTo>
                <a:lnTo>
                  <a:pt x="2006" y="1283"/>
                </a:lnTo>
                <a:lnTo>
                  <a:pt x="2007" y="1283"/>
                </a:lnTo>
                <a:lnTo>
                  <a:pt x="2008" y="1283"/>
                </a:lnTo>
                <a:lnTo>
                  <a:pt x="2008" y="1282"/>
                </a:lnTo>
                <a:lnTo>
                  <a:pt x="2008" y="1281"/>
                </a:lnTo>
                <a:lnTo>
                  <a:pt x="2008" y="1280"/>
                </a:lnTo>
                <a:lnTo>
                  <a:pt x="2009" y="1280"/>
                </a:lnTo>
                <a:lnTo>
                  <a:pt x="2009" y="1279"/>
                </a:lnTo>
                <a:lnTo>
                  <a:pt x="2010" y="1278"/>
                </a:lnTo>
                <a:lnTo>
                  <a:pt x="2010" y="1276"/>
                </a:lnTo>
                <a:lnTo>
                  <a:pt x="2011" y="1276"/>
                </a:lnTo>
                <a:lnTo>
                  <a:pt x="2012" y="1276"/>
                </a:lnTo>
                <a:lnTo>
                  <a:pt x="2013" y="1277"/>
                </a:lnTo>
                <a:lnTo>
                  <a:pt x="2013" y="1280"/>
                </a:lnTo>
                <a:lnTo>
                  <a:pt x="2012" y="1280"/>
                </a:lnTo>
                <a:lnTo>
                  <a:pt x="2012" y="1281"/>
                </a:lnTo>
                <a:lnTo>
                  <a:pt x="2012" y="1282"/>
                </a:lnTo>
                <a:lnTo>
                  <a:pt x="2012" y="1284"/>
                </a:lnTo>
                <a:lnTo>
                  <a:pt x="2012" y="1285"/>
                </a:lnTo>
                <a:lnTo>
                  <a:pt x="2012" y="1286"/>
                </a:lnTo>
                <a:lnTo>
                  <a:pt x="2011" y="1287"/>
                </a:lnTo>
                <a:lnTo>
                  <a:pt x="2011" y="1289"/>
                </a:lnTo>
                <a:lnTo>
                  <a:pt x="2011" y="1291"/>
                </a:lnTo>
                <a:lnTo>
                  <a:pt x="2011" y="1293"/>
                </a:lnTo>
                <a:lnTo>
                  <a:pt x="2011" y="1294"/>
                </a:lnTo>
                <a:lnTo>
                  <a:pt x="2012" y="1294"/>
                </a:lnTo>
                <a:lnTo>
                  <a:pt x="2011" y="1295"/>
                </a:lnTo>
                <a:lnTo>
                  <a:pt x="2010" y="1295"/>
                </a:lnTo>
                <a:lnTo>
                  <a:pt x="2007" y="1295"/>
                </a:lnTo>
                <a:lnTo>
                  <a:pt x="2004" y="1295"/>
                </a:lnTo>
                <a:lnTo>
                  <a:pt x="2003" y="1295"/>
                </a:lnTo>
                <a:lnTo>
                  <a:pt x="2002" y="1295"/>
                </a:lnTo>
                <a:lnTo>
                  <a:pt x="2001" y="1296"/>
                </a:lnTo>
                <a:lnTo>
                  <a:pt x="1999" y="1296"/>
                </a:lnTo>
                <a:lnTo>
                  <a:pt x="1998" y="1297"/>
                </a:lnTo>
                <a:lnTo>
                  <a:pt x="1998" y="1298"/>
                </a:lnTo>
                <a:lnTo>
                  <a:pt x="1998" y="1299"/>
                </a:lnTo>
                <a:lnTo>
                  <a:pt x="1998" y="1300"/>
                </a:lnTo>
                <a:lnTo>
                  <a:pt x="1997" y="1300"/>
                </a:lnTo>
                <a:lnTo>
                  <a:pt x="1996" y="1303"/>
                </a:lnTo>
                <a:lnTo>
                  <a:pt x="1995" y="1303"/>
                </a:lnTo>
                <a:lnTo>
                  <a:pt x="1995" y="1304"/>
                </a:lnTo>
                <a:lnTo>
                  <a:pt x="1994" y="1304"/>
                </a:lnTo>
                <a:lnTo>
                  <a:pt x="1994" y="1305"/>
                </a:lnTo>
                <a:lnTo>
                  <a:pt x="1994" y="1306"/>
                </a:lnTo>
                <a:lnTo>
                  <a:pt x="1993" y="1306"/>
                </a:lnTo>
                <a:lnTo>
                  <a:pt x="1993" y="1307"/>
                </a:lnTo>
                <a:lnTo>
                  <a:pt x="1992" y="1307"/>
                </a:lnTo>
                <a:lnTo>
                  <a:pt x="1992" y="1309"/>
                </a:lnTo>
                <a:lnTo>
                  <a:pt x="1992" y="1310"/>
                </a:lnTo>
                <a:lnTo>
                  <a:pt x="1991" y="1312"/>
                </a:lnTo>
                <a:lnTo>
                  <a:pt x="1991" y="1314"/>
                </a:lnTo>
                <a:lnTo>
                  <a:pt x="1991" y="1315"/>
                </a:lnTo>
                <a:lnTo>
                  <a:pt x="1991" y="1316"/>
                </a:lnTo>
                <a:lnTo>
                  <a:pt x="1990" y="1317"/>
                </a:lnTo>
                <a:lnTo>
                  <a:pt x="1990" y="1319"/>
                </a:lnTo>
                <a:lnTo>
                  <a:pt x="1990" y="1320"/>
                </a:lnTo>
                <a:lnTo>
                  <a:pt x="1990" y="1321"/>
                </a:lnTo>
                <a:lnTo>
                  <a:pt x="1991" y="1322"/>
                </a:lnTo>
                <a:lnTo>
                  <a:pt x="1992" y="1323"/>
                </a:lnTo>
                <a:lnTo>
                  <a:pt x="1993" y="1323"/>
                </a:lnTo>
                <a:lnTo>
                  <a:pt x="1994" y="1324"/>
                </a:lnTo>
                <a:lnTo>
                  <a:pt x="1994" y="1325"/>
                </a:lnTo>
                <a:lnTo>
                  <a:pt x="1995" y="1325"/>
                </a:lnTo>
                <a:lnTo>
                  <a:pt x="1996" y="1325"/>
                </a:lnTo>
                <a:lnTo>
                  <a:pt x="1997" y="1325"/>
                </a:lnTo>
                <a:lnTo>
                  <a:pt x="1998" y="1325"/>
                </a:lnTo>
                <a:lnTo>
                  <a:pt x="2000" y="1325"/>
                </a:lnTo>
                <a:lnTo>
                  <a:pt x="2000" y="1326"/>
                </a:lnTo>
                <a:lnTo>
                  <a:pt x="2000" y="1327"/>
                </a:lnTo>
                <a:lnTo>
                  <a:pt x="2001" y="1327"/>
                </a:lnTo>
                <a:lnTo>
                  <a:pt x="2002" y="1327"/>
                </a:lnTo>
                <a:lnTo>
                  <a:pt x="2003" y="1328"/>
                </a:lnTo>
                <a:lnTo>
                  <a:pt x="2004" y="1329"/>
                </a:lnTo>
                <a:lnTo>
                  <a:pt x="2004" y="1330"/>
                </a:lnTo>
                <a:lnTo>
                  <a:pt x="2004" y="1331"/>
                </a:lnTo>
                <a:lnTo>
                  <a:pt x="2005" y="1331"/>
                </a:lnTo>
                <a:lnTo>
                  <a:pt x="2005" y="1332"/>
                </a:lnTo>
                <a:lnTo>
                  <a:pt x="2004" y="1332"/>
                </a:lnTo>
                <a:lnTo>
                  <a:pt x="2004" y="1333"/>
                </a:lnTo>
                <a:lnTo>
                  <a:pt x="2003" y="1334"/>
                </a:lnTo>
                <a:lnTo>
                  <a:pt x="2002" y="1334"/>
                </a:lnTo>
                <a:lnTo>
                  <a:pt x="2002" y="1335"/>
                </a:lnTo>
                <a:lnTo>
                  <a:pt x="2003" y="1336"/>
                </a:lnTo>
                <a:lnTo>
                  <a:pt x="2002" y="1337"/>
                </a:lnTo>
                <a:lnTo>
                  <a:pt x="2002" y="1338"/>
                </a:lnTo>
                <a:lnTo>
                  <a:pt x="2001" y="1340"/>
                </a:lnTo>
                <a:lnTo>
                  <a:pt x="2001" y="1341"/>
                </a:lnTo>
                <a:lnTo>
                  <a:pt x="2000" y="1341"/>
                </a:lnTo>
                <a:lnTo>
                  <a:pt x="1999" y="1343"/>
                </a:lnTo>
                <a:lnTo>
                  <a:pt x="1998" y="1344"/>
                </a:lnTo>
                <a:lnTo>
                  <a:pt x="1995" y="1345"/>
                </a:lnTo>
                <a:lnTo>
                  <a:pt x="1994" y="1345"/>
                </a:lnTo>
                <a:lnTo>
                  <a:pt x="1994" y="1346"/>
                </a:lnTo>
                <a:lnTo>
                  <a:pt x="1995" y="1347"/>
                </a:lnTo>
                <a:lnTo>
                  <a:pt x="1995" y="1348"/>
                </a:lnTo>
                <a:lnTo>
                  <a:pt x="1995" y="1349"/>
                </a:lnTo>
                <a:lnTo>
                  <a:pt x="1994" y="1350"/>
                </a:lnTo>
                <a:lnTo>
                  <a:pt x="1993" y="1351"/>
                </a:lnTo>
                <a:lnTo>
                  <a:pt x="1993" y="1352"/>
                </a:lnTo>
                <a:lnTo>
                  <a:pt x="1991" y="1353"/>
                </a:lnTo>
                <a:lnTo>
                  <a:pt x="1990" y="1353"/>
                </a:lnTo>
                <a:lnTo>
                  <a:pt x="1990" y="1354"/>
                </a:lnTo>
                <a:lnTo>
                  <a:pt x="1990" y="1355"/>
                </a:lnTo>
                <a:lnTo>
                  <a:pt x="1990" y="1356"/>
                </a:lnTo>
                <a:lnTo>
                  <a:pt x="1990" y="1358"/>
                </a:lnTo>
                <a:lnTo>
                  <a:pt x="1990" y="1359"/>
                </a:lnTo>
                <a:lnTo>
                  <a:pt x="1989" y="1359"/>
                </a:lnTo>
                <a:lnTo>
                  <a:pt x="1988" y="1360"/>
                </a:lnTo>
                <a:lnTo>
                  <a:pt x="1988" y="1361"/>
                </a:lnTo>
                <a:lnTo>
                  <a:pt x="1988" y="1362"/>
                </a:lnTo>
                <a:lnTo>
                  <a:pt x="1987" y="1363"/>
                </a:lnTo>
                <a:lnTo>
                  <a:pt x="1986" y="1364"/>
                </a:lnTo>
                <a:lnTo>
                  <a:pt x="1985" y="1365"/>
                </a:lnTo>
                <a:lnTo>
                  <a:pt x="1985" y="1366"/>
                </a:lnTo>
                <a:lnTo>
                  <a:pt x="1984" y="1366"/>
                </a:lnTo>
                <a:lnTo>
                  <a:pt x="1984" y="1365"/>
                </a:lnTo>
                <a:lnTo>
                  <a:pt x="1983" y="1363"/>
                </a:lnTo>
                <a:lnTo>
                  <a:pt x="1982" y="1363"/>
                </a:lnTo>
                <a:lnTo>
                  <a:pt x="1981" y="1362"/>
                </a:lnTo>
                <a:lnTo>
                  <a:pt x="1981" y="1361"/>
                </a:lnTo>
                <a:lnTo>
                  <a:pt x="1980" y="1361"/>
                </a:lnTo>
                <a:lnTo>
                  <a:pt x="1980" y="1360"/>
                </a:lnTo>
                <a:lnTo>
                  <a:pt x="1979" y="1359"/>
                </a:lnTo>
                <a:lnTo>
                  <a:pt x="1978" y="1357"/>
                </a:lnTo>
                <a:lnTo>
                  <a:pt x="1977" y="1357"/>
                </a:lnTo>
                <a:lnTo>
                  <a:pt x="1977" y="1356"/>
                </a:lnTo>
                <a:lnTo>
                  <a:pt x="1976" y="1355"/>
                </a:lnTo>
                <a:lnTo>
                  <a:pt x="1974" y="1353"/>
                </a:lnTo>
                <a:lnTo>
                  <a:pt x="1974" y="1352"/>
                </a:lnTo>
                <a:lnTo>
                  <a:pt x="1973" y="1352"/>
                </a:lnTo>
                <a:lnTo>
                  <a:pt x="1971" y="1350"/>
                </a:lnTo>
                <a:lnTo>
                  <a:pt x="1970" y="1349"/>
                </a:lnTo>
                <a:lnTo>
                  <a:pt x="1969" y="1349"/>
                </a:lnTo>
                <a:lnTo>
                  <a:pt x="1968" y="1349"/>
                </a:lnTo>
                <a:lnTo>
                  <a:pt x="1968" y="1348"/>
                </a:lnTo>
                <a:lnTo>
                  <a:pt x="1968" y="1347"/>
                </a:lnTo>
                <a:lnTo>
                  <a:pt x="1967" y="1347"/>
                </a:lnTo>
                <a:lnTo>
                  <a:pt x="1967" y="1346"/>
                </a:lnTo>
                <a:lnTo>
                  <a:pt x="1966" y="1346"/>
                </a:lnTo>
                <a:lnTo>
                  <a:pt x="1966" y="1345"/>
                </a:lnTo>
                <a:lnTo>
                  <a:pt x="1966" y="1344"/>
                </a:lnTo>
                <a:lnTo>
                  <a:pt x="1965" y="1343"/>
                </a:lnTo>
                <a:lnTo>
                  <a:pt x="1964" y="1343"/>
                </a:lnTo>
                <a:lnTo>
                  <a:pt x="1964" y="1342"/>
                </a:lnTo>
                <a:lnTo>
                  <a:pt x="1964" y="1341"/>
                </a:lnTo>
                <a:lnTo>
                  <a:pt x="1963" y="1340"/>
                </a:lnTo>
                <a:lnTo>
                  <a:pt x="1962" y="1339"/>
                </a:lnTo>
                <a:lnTo>
                  <a:pt x="1961" y="1339"/>
                </a:lnTo>
                <a:lnTo>
                  <a:pt x="1960" y="1339"/>
                </a:lnTo>
                <a:lnTo>
                  <a:pt x="1958" y="1339"/>
                </a:lnTo>
                <a:lnTo>
                  <a:pt x="1957" y="1339"/>
                </a:lnTo>
                <a:lnTo>
                  <a:pt x="1956" y="1339"/>
                </a:lnTo>
                <a:lnTo>
                  <a:pt x="1955" y="1339"/>
                </a:lnTo>
                <a:lnTo>
                  <a:pt x="1953" y="1338"/>
                </a:lnTo>
                <a:lnTo>
                  <a:pt x="1952" y="1338"/>
                </a:lnTo>
                <a:lnTo>
                  <a:pt x="1951" y="1338"/>
                </a:lnTo>
                <a:lnTo>
                  <a:pt x="1949" y="1339"/>
                </a:lnTo>
                <a:lnTo>
                  <a:pt x="1948" y="1338"/>
                </a:lnTo>
                <a:lnTo>
                  <a:pt x="1947" y="1339"/>
                </a:lnTo>
                <a:lnTo>
                  <a:pt x="1946" y="1340"/>
                </a:lnTo>
                <a:lnTo>
                  <a:pt x="1946" y="1341"/>
                </a:lnTo>
                <a:lnTo>
                  <a:pt x="1945" y="1341"/>
                </a:lnTo>
                <a:lnTo>
                  <a:pt x="1945" y="1342"/>
                </a:lnTo>
                <a:lnTo>
                  <a:pt x="1945" y="1343"/>
                </a:lnTo>
                <a:lnTo>
                  <a:pt x="1946" y="1343"/>
                </a:lnTo>
                <a:lnTo>
                  <a:pt x="1946" y="1344"/>
                </a:lnTo>
                <a:lnTo>
                  <a:pt x="1945" y="1344"/>
                </a:lnTo>
                <a:lnTo>
                  <a:pt x="1946" y="1346"/>
                </a:lnTo>
                <a:lnTo>
                  <a:pt x="1946" y="1347"/>
                </a:lnTo>
                <a:lnTo>
                  <a:pt x="1945" y="1348"/>
                </a:lnTo>
                <a:lnTo>
                  <a:pt x="1945" y="1349"/>
                </a:lnTo>
                <a:lnTo>
                  <a:pt x="1945" y="1350"/>
                </a:lnTo>
                <a:lnTo>
                  <a:pt x="1946" y="1351"/>
                </a:lnTo>
                <a:lnTo>
                  <a:pt x="1945" y="1352"/>
                </a:lnTo>
                <a:lnTo>
                  <a:pt x="1945" y="1353"/>
                </a:lnTo>
                <a:lnTo>
                  <a:pt x="1944" y="1353"/>
                </a:lnTo>
                <a:lnTo>
                  <a:pt x="1944" y="1354"/>
                </a:lnTo>
                <a:lnTo>
                  <a:pt x="1943" y="1353"/>
                </a:lnTo>
                <a:lnTo>
                  <a:pt x="1943" y="1352"/>
                </a:lnTo>
                <a:lnTo>
                  <a:pt x="1942" y="1351"/>
                </a:lnTo>
                <a:lnTo>
                  <a:pt x="1943" y="1351"/>
                </a:lnTo>
                <a:lnTo>
                  <a:pt x="1942" y="1350"/>
                </a:lnTo>
                <a:lnTo>
                  <a:pt x="1942" y="1349"/>
                </a:lnTo>
                <a:lnTo>
                  <a:pt x="1941" y="1349"/>
                </a:lnTo>
                <a:lnTo>
                  <a:pt x="1940" y="1349"/>
                </a:lnTo>
                <a:lnTo>
                  <a:pt x="1940" y="1348"/>
                </a:lnTo>
                <a:lnTo>
                  <a:pt x="1940" y="1347"/>
                </a:lnTo>
                <a:lnTo>
                  <a:pt x="1939" y="1346"/>
                </a:lnTo>
                <a:lnTo>
                  <a:pt x="1940" y="1346"/>
                </a:lnTo>
                <a:lnTo>
                  <a:pt x="1940" y="1345"/>
                </a:lnTo>
                <a:lnTo>
                  <a:pt x="1939" y="1344"/>
                </a:lnTo>
                <a:lnTo>
                  <a:pt x="1938" y="1343"/>
                </a:lnTo>
                <a:lnTo>
                  <a:pt x="1937" y="1343"/>
                </a:lnTo>
                <a:lnTo>
                  <a:pt x="1937" y="1342"/>
                </a:lnTo>
                <a:lnTo>
                  <a:pt x="1937" y="1340"/>
                </a:lnTo>
                <a:lnTo>
                  <a:pt x="1936" y="1339"/>
                </a:lnTo>
                <a:lnTo>
                  <a:pt x="1935" y="1339"/>
                </a:lnTo>
                <a:lnTo>
                  <a:pt x="1935" y="1338"/>
                </a:lnTo>
                <a:lnTo>
                  <a:pt x="1935" y="1337"/>
                </a:lnTo>
                <a:lnTo>
                  <a:pt x="1935" y="1336"/>
                </a:lnTo>
                <a:lnTo>
                  <a:pt x="1935" y="1335"/>
                </a:lnTo>
                <a:lnTo>
                  <a:pt x="1934" y="1335"/>
                </a:lnTo>
                <a:lnTo>
                  <a:pt x="1933" y="1335"/>
                </a:lnTo>
                <a:lnTo>
                  <a:pt x="1933" y="1334"/>
                </a:lnTo>
                <a:lnTo>
                  <a:pt x="1932" y="1334"/>
                </a:lnTo>
                <a:lnTo>
                  <a:pt x="1932" y="1333"/>
                </a:lnTo>
                <a:lnTo>
                  <a:pt x="1931" y="1331"/>
                </a:lnTo>
                <a:lnTo>
                  <a:pt x="1930" y="1330"/>
                </a:lnTo>
                <a:lnTo>
                  <a:pt x="1928" y="1330"/>
                </a:lnTo>
                <a:lnTo>
                  <a:pt x="1927" y="1330"/>
                </a:lnTo>
                <a:lnTo>
                  <a:pt x="1927" y="1329"/>
                </a:lnTo>
                <a:lnTo>
                  <a:pt x="1926" y="1329"/>
                </a:lnTo>
                <a:lnTo>
                  <a:pt x="1925" y="1329"/>
                </a:lnTo>
                <a:lnTo>
                  <a:pt x="1923" y="1330"/>
                </a:lnTo>
                <a:lnTo>
                  <a:pt x="1922" y="1330"/>
                </a:lnTo>
                <a:lnTo>
                  <a:pt x="1921" y="1330"/>
                </a:lnTo>
                <a:lnTo>
                  <a:pt x="1919" y="1329"/>
                </a:lnTo>
                <a:lnTo>
                  <a:pt x="1918" y="1328"/>
                </a:lnTo>
                <a:lnTo>
                  <a:pt x="1919" y="1328"/>
                </a:lnTo>
                <a:lnTo>
                  <a:pt x="1918" y="1328"/>
                </a:lnTo>
                <a:lnTo>
                  <a:pt x="1917" y="1328"/>
                </a:lnTo>
                <a:lnTo>
                  <a:pt x="1917" y="1330"/>
                </a:lnTo>
                <a:lnTo>
                  <a:pt x="1917" y="1331"/>
                </a:lnTo>
                <a:lnTo>
                  <a:pt x="1915" y="1331"/>
                </a:lnTo>
                <a:lnTo>
                  <a:pt x="1914" y="1330"/>
                </a:lnTo>
                <a:lnTo>
                  <a:pt x="1914" y="1329"/>
                </a:lnTo>
                <a:lnTo>
                  <a:pt x="1915" y="1329"/>
                </a:lnTo>
                <a:lnTo>
                  <a:pt x="1915" y="1328"/>
                </a:lnTo>
                <a:lnTo>
                  <a:pt x="1914" y="1328"/>
                </a:lnTo>
                <a:lnTo>
                  <a:pt x="1912" y="1328"/>
                </a:lnTo>
                <a:lnTo>
                  <a:pt x="1911" y="1328"/>
                </a:lnTo>
                <a:lnTo>
                  <a:pt x="1910" y="1329"/>
                </a:lnTo>
                <a:lnTo>
                  <a:pt x="1909" y="1329"/>
                </a:lnTo>
                <a:lnTo>
                  <a:pt x="1909" y="1330"/>
                </a:lnTo>
                <a:lnTo>
                  <a:pt x="1909" y="1332"/>
                </a:lnTo>
                <a:lnTo>
                  <a:pt x="1908" y="1333"/>
                </a:lnTo>
                <a:lnTo>
                  <a:pt x="1908" y="1332"/>
                </a:lnTo>
                <a:lnTo>
                  <a:pt x="1907" y="1332"/>
                </a:lnTo>
                <a:lnTo>
                  <a:pt x="1906" y="1332"/>
                </a:lnTo>
                <a:lnTo>
                  <a:pt x="1906" y="1333"/>
                </a:lnTo>
                <a:lnTo>
                  <a:pt x="1906" y="1334"/>
                </a:lnTo>
                <a:lnTo>
                  <a:pt x="1906" y="1335"/>
                </a:lnTo>
                <a:lnTo>
                  <a:pt x="1905" y="1335"/>
                </a:lnTo>
                <a:lnTo>
                  <a:pt x="1904" y="1335"/>
                </a:lnTo>
                <a:lnTo>
                  <a:pt x="1904" y="1336"/>
                </a:lnTo>
                <a:lnTo>
                  <a:pt x="1902" y="1337"/>
                </a:lnTo>
                <a:lnTo>
                  <a:pt x="1901" y="1337"/>
                </a:lnTo>
                <a:lnTo>
                  <a:pt x="1901" y="1338"/>
                </a:lnTo>
                <a:lnTo>
                  <a:pt x="1901" y="1339"/>
                </a:lnTo>
                <a:lnTo>
                  <a:pt x="1900" y="1341"/>
                </a:lnTo>
                <a:lnTo>
                  <a:pt x="1899" y="1343"/>
                </a:lnTo>
                <a:lnTo>
                  <a:pt x="1900" y="1344"/>
                </a:lnTo>
                <a:lnTo>
                  <a:pt x="1900" y="1345"/>
                </a:lnTo>
                <a:lnTo>
                  <a:pt x="1901" y="1345"/>
                </a:lnTo>
                <a:lnTo>
                  <a:pt x="1902" y="1344"/>
                </a:lnTo>
                <a:lnTo>
                  <a:pt x="1902" y="1345"/>
                </a:lnTo>
                <a:lnTo>
                  <a:pt x="1902" y="1346"/>
                </a:lnTo>
                <a:lnTo>
                  <a:pt x="1901" y="1347"/>
                </a:lnTo>
                <a:lnTo>
                  <a:pt x="1901" y="1349"/>
                </a:lnTo>
                <a:lnTo>
                  <a:pt x="1902" y="1349"/>
                </a:lnTo>
                <a:lnTo>
                  <a:pt x="1902" y="1350"/>
                </a:lnTo>
                <a:lnTo>
                  <a:pt x="1903" y="1350"/>
                </a:lnTo>
                <a:lnTo>
                  <a:pt x="1903" y="1352"/>
                </a:lnTo>
                <a:lnTo>
                  <a:pt x="1905" y="1352"/>
                </a:lnTo>
                <a:lnTo>
                  <a:pt x="1905" y="1353"/>
                </a:lnTo>
                <a:lnTo>
                  <a:pt x="1906" y="1353"/>
                </a:lnTo>
                <a:lnTo>
                  <a:pt x="1906" y="1354"/>
                </a:lnTo>
                <a:lnTo>
                  <a:pt x="1905" y="1355"/>
                </a:lnTo>
                <a:lnTo>
                  <a:pt x="1905" y="1356"/>
                </a:lnTo>
                <a:lnTo>
                  <a:pt x="1905" y="1357"/>
                </a:lnTo>
                <a:lnTo>
                  <a:pt x="1904" y="1357"/>
                </a:lnTo>
                <a:lnTo>
                  <a:pt x="1905" y="1358"/>
                </a:lnTo>
                <a:lnTo>
                  <a:pt x="1905" y="1359"/>
                </a:lnTo>
                <a:lnTo>
                  <a:pt x="1906" y="1359"/>
                </a:lnTo>
                <a:lnTo>
                  <a:pt x="1907" y="1360"/>
                </a:lnTo>
                <a:lnTo>
                  <a:pt x="1907" y="1361"/>
                </a:lnTo>
                <a:lnTo>
                  <a:pt x="1907" y="1363"/>
                </a:lnTo>
                <a:lnTo>
                  <a:pt x="1907" y="1364"/>
                </a:lnTo>
                <a:lnTo>
                  <a:pt x="1906" y="1364"/>
                </a:lnTo>
                <a:lnTo>
                  <a:pt x="1905" y="1364"/>
                </a:lnTo>
                <a:lnTo>
                  <a:pt x="1904" y="1364"/>
                </a:lnTo>
                <a:lnTo>
                  <a:pt x="1904" y="1365"/>
                </a:lnTo>
                <a:lnTo>
                  <a:pt x="1903" y="1365"/>
                </a:lnTo>
                <a:lnTo>
                  <a:pt x="1903" y="1366"/>
                </a:lnTo>
                <a:lnTo>
                  <a:pt x="1902" y="1366"/>
                </a:lnTo>
                <a:lnTo>
                  <a:pt x="1902" y="1367"/>
                </a:lnTo>
                <a:lnTo>
                  <a:pt x="1903" y="1369"/>
                </a:lnTo>
                <a:lnTo>
                  <a:pt x="1903" y="1371"/>
                </a:lnTo>
                <a:lnTo>
                  <a:pt x="1902" y="1372"/>
                </a:lnTo>
                <a:lnTo>
                  <a:pt x="1903" y="1372"/>
                </a:lnTo>
                <a:lnTo>
                  <a:pt x="1905" y="1372"/>
                </a:lnTo>
                <a:lnTo>
                  <a:pt x="1906" y="1372"/>
                </a:lnTo>
                <a:lnTo>
                  <a:pt x="1907" y="1373"/>
                </a:lnTo>
                <a:lnTo>
                  <a:pt x="1907" y="1374"/>
                </a:lnTo>
                <a:lnTo>
                  <a:pt x="1909" y="1374"/>
                </a:lnTo>
                <a:lnTo>
                  <a:pt x="1909" y="1375"/>
                </a:lnTo>
                <a:lnTo>
                  <a:pt x="1909" y="1376"/>
                </a:lnTo>
                <a:lnTo>
                  <a:pt x="1909" y="1377"/>
                </a:lnTo>
                <a:lnTo>
                  <a:pt x="1909" y="1378"/>
                </a:lnTo>
                <a:lnTo>
                  <a:pt x="1908" y="1378"/>
                </a:lnTo>
                <a:lnTo>
                  <a:pt x="1908" y="1379"/>
                </a:lnTo>
                <a:lnTo>
                  <a:pt x="1907" y="1379"/>
                </a:lnTo>
                <a:lnTo>
                  <a:pt x="1907" y="1380"/>
                </a:lnTo>
                <a:lnTo>
                  <a:pt x="1907" y="1381"/>
                </a:lnTo>
                <a:lnTo>
                  <a:pt x="1907" y="1382"/>
                </a:lnTo>
                <a:lnTo>
                  <a:pt x="1907" y="1383"/>
                </a:lnTo>
                <a:lnTo>
                  <a:pt x="1908" y="1384"/>
                </a:lnTo>
                <a:lnTo>
                  <a:pt x="1908" y="1385"/>
                </a:lnTo>
                <a:lnTo>
                  <a:pt x="1909" y="1387"/>
                </a:lnTo>
                <a:lnTo>
                  <a:pt x="1908" y="1387"/>
                </a:lnTo>
                <a:lnTo>
                  <a:pt x="1907" y="1387"/>
                </a:lnTo>
                <a:lnTo>
                  <a:pt x="1905" y="1387"/>
                </a:lnTo>
                <a:lnTo>
                  <a:pt x="1901" y="1386"/>
                </a:lnTo>
                <a:lnTo>
                  <a:pt x="1900" y="1386"/>
                </a:lnTo>
                <a:lnTo>
                  <a:pt x="1899" y="1386"/>
                </a:lnTo>
                <a:lnTo>
                  <a:pt x="1899" y="1387"/>
                </a:lnTo>
                <a:lnTo>
                  <a:pt x="1899" y="1388"/>
                </a:lnTo>
                <a:lnTo>
                  <a:pt x="1900" y="1388"/>
                </a:lnTo>
                <a:lnTo>
                  <a:pt x="1900" y="1389"/>
                </a:lnTo>
                <a:lnTo>
                  <a:pt x="1900" y="1390"/>
                </a:lnTo>
                <a:lnTo>
                  <a:pt x="1900" y="1391"/>
                </a:lnTo>
                <a:lnTo>
                  <a:pt x="1900" y="1392"/>
                </a:lnTo>
                <a:lnTo>
                  <a:pt x="1900" y="1393"/>
                </a:lnTo>
                <a:lnTo>
                  <a:pt x="1900" y="1394"/>
                </a:lnTo>
                <a:lnTo>
                  <a:pt x="1899" y="1395"/>
                </a:lnTo>
                <a:lnTo>
                  <a:pt x="1899" y="1396"/>
                </a:lnTo>
                <a:lnTo>
                  <a:pt x="1899" y="1397"/>
                </a:lnTo>
                <a:lnTo>
                  <a:pt x="1899" y="1398"/>
                </a:lnTo>
                <a:lnTo>
                  <a:pt x="1899" y="1399"/>
                </a:lnTo>
                <a:lnTo>
                  <a:pt x="1900" y="1399"/>
                </a:lnTo>
                <a:lnTo>
                  <a:pt x="1899" y="1399"/>
                </a:lnTo>
                <a:lnTo>
                  <a:pt x="1899" y="1400"/>
                </a:lnTo>
                <a:lnTo>
                  <a:pt x="1898" y="1401"/>
                </a:lnTo>
                <a:lnTo>
                  <a:pt x="1898" y="1402"/>
                </a:lnTo>
                <a:lnTo>
                  <a:pt x="1899" y="1404"/>
                </a:lnTo>
                <a:lnTo>
                  <a:pt x="1900" y="1404"/>
                </a:lnTo>
                <a:lnTo>
                  <a:pt x="1901" y="1404"/>
                </a:lnTo>
                <a:lnTo>
                  <a:pt x="1903" y="1404"/>
                </a:lnTo>
                <a:lnTo>
                  <a:pt x="1904" y="1404"/>
                </a:lnTo>
                <a:lnTo>
                  <a:pt x="1905" y="1404"/>
                </a:lnTo>
                <a:lnTo>
                  <a:pt x="1905" y="1405"/>
                </a:lnTo>
                <a:lnTo>
                  <a:pt x="1906" y="1406"/>
                </a:lnTo>
                <a:lnTo>
                  <a:pt x="1907" y="1406"/>
                </a:lnTo>
                <a:lnTo>
                  <a:pt x="1908" y="1407"/>
                </a:lnTo>
                <a:lnTo>
                  <a:pt x="1908" y="1408"/>
                </a:lnTo>
                <a:lnTo>
                  <a:pt x="1909" y="1408"/>
                </a:lnTo>
                <a:lnTo>
                  <a:pt x="1909" y="1409"/>
                </a:lnTo>
                <a:lnTo>
                  <a:pt x="1910" y="1409"/>
                </a:lnTo>
                <a:lnTo>
                  <a:pt x="1911" y="1411"/>
                </a:lnTo>
                <a:lnTo>
                  <a:pt x="1911" y="1412"/>
                </a:lnTo>
                <a:lnTo>
                  <a:pt x="1912" y="1412"/>
                </a:lnTo>
                <a:lnTo>
                  <a:pt x="1913" y="1412"/>
                </a:lnTo>
                <a:lnTo>
                  <a:pt x="1914" y="1413"/>
                </a:lnTo>
                <a:lnTo>
                  <a:pt x="1914" y="1415"/>
                </a:lnTo>
                <a:lnTo>
                  <a:pt x="1914" y="1416"/>
                </a:lnTo>
                <a:lnTo>
                  <a:pt x="1914" y="1417"/>
                </a:lnTo>
                <a:lnTo>
                  <a:pt x="1914" y="1418"/>
                </a:lnTo>
                <a:lnTo>
                  <a:pt x="1915" y="1419"/>
                </a:lnTo>
                <a:lnTo>
                  <a:pt x="1916" y="1419"/>
                </a:lnTo>
                <a:lnTo>
                  <a:pt x="1916" y="1420"/>
                </a:lnTo>
                <a:lnTo>
                  <a:pt x="1917" y="1420"/>
                </a:lnTo>
                <a:lnTo>
                  <a:pt x="1916" y="1421"/>
                </a:lnTo>
                <a:lnTo>
                  <a:pt x="1916" y="1422"/>
                </a:lnTo>
                <a:lnTo>
                  <a:pt x="1916" y="1424"/>
                </a:lnTo>
                <a:lnTo>
                  <a:pt x="1915" y="1424"/>
                </a:lnTo>
                <a:lnTo>
                  <a:pt x="1915" y="1425"/>
                </a:lnTo>
                <a:lnTo>
                  <a:pt x="1915" y="1426"/>
                </a:lnTo>
                <a:lnTo>
                  <a:pt x="1915" y="1427"/>
                </a:lnTo>
                <a:lnTo>
                  <a:pt x="1915" y="1428"/>
                </a:lnTo>
                <a:lnTo>
                  <a:pt x="1916" y="1428"/>
                </a:lnTo>
                <a:lnTo>
                  <a:pt x="1916" y="1429"/>
                </a:lnTo>
                <a:lnTo>
                  <a:pt x="1916" y="1430"/>
                </a:lnTo>
                <a:lnTo>
                  <a:pt x="1915" y="1430"/>
                </a:lnTo>
                <a:lnTo>
                  <a:pt x="1914" y="1431"/>
                </a:lnTo>
                <a:lnTo>
                  <a:pt x="1914" y="1432"/>
                </a:lnTo>
                <a:lnTo>
                  <a:pt x="1914" y="1433"/>
                </a:lnTo>
                <a:lnTo>
                  <a:pt x="1914" y="1435"/>
                </a:lnTo>
                <a:lnTo>
                  <a:pt x="1914" y="1436"/>
                </a:lnTo>
                <a:lnTo>
                  <a:pt x="1914" y="1437"/>
                </a:lnTo>
                <a:lnTo>
                  <a:pt x="1914" y="1438"/>
                </a:lnTo>
                <a:lnTo>
                  <a:pt x="1914" y="1439"/>
                </a:lnTo>
                <a:lnTo>
                  <a:pt x="1914" y="1440"/>
                </a:lnTo>
                <a:lnTo>
                  <a:pt x="1913" y="1442"/>
                </a:lnTo>
                <a:lnTo>
                  <a:pt x="1911" y="1444"/>
                </a:lnTo>
                <a:lnTo>
                  <a:pt x="1910" y="1445"/>
                </a:lnTo>
                <a:lnTo>
                  <a:pt x="1910" y="1447"/>
                </a:lnTo>
                <a:lnTo>
                  <a:pt x="1908" y="1449"/>
                </a:lnTo>
                <a:lnTo>
                  <a:pt x="1907" y="1449"/>
                </a:lnTo>
                <a:lnTo>
                  <a:pt x="1906" y="1450"/>
                </a:lnTo>
                <a:lnTo>
                  <a:pt x="1906" y="1449"/>
                </a:lnTo>
                <a:lnTo>
                  <a:pt x="1905" y="1450"/>
                </a:lnTo>
                <a:lnTo>
                  <a:pt x="1904" y="1451"/>
                </a:lnTo>
                <a:lnTo>
                  <a:pt x="1903" y="1452"/>
                </a:lnTo>
                <a:lnTo>
                  <a:pt x="1903" y="1453"/>
                </a:lnTo>
                <a:lnTo>
                  <a:pt x="1902" y="1454"/>
                </a:lnTo>
                <a:lnTo>
                  <a:pt x="1900" y="1454"/>
                </a:lnTo>
                <a:lnTo>
                  <a:pt x="1899" y="1454"/>
                </a:lnTo>
                <a:lnTo>
                  <a:pt x="1898" y="1454"/>
                </a:lnTo>
                <a:lnTo>
                  <a:pt x="1897" y="1454"/>
                </a:lnTo>
                <a:lnTo>
                  <a:pt x="1896" y="1454"/>
                </a:lnTo>
                <a:lnTo>
                  <a:pt x="1895" y="1455"/>
                </a:lnTo>
                <a:lnTo>
                  <a:pt x="1895" y="1456"/>
                </a:lnTo>
                <a:lnTo>
                  <a:pt x="1895" y="1458"/>
                </a:lnTo>
                <a:lnTo>
                  <a:pt x="1895" y="1459"/>
                </a:lnTo>
                <a:lnTo>
                  <a:pt x="1896" y="1459"/>
                </a:lnTo>
                <a:lnTo>
                  <a:pt x="1895" y="1459"/>
                </a:lnTo>
                <a:lnTo>
                  <a:pt x="1894" y="1459"/>
                </a:lnTo>
                <a:lnTo>
                  <a:pt x="1893" y="1455"/>
                </a:lnTo>
                <a:lnTo>
                  <a:pt x="1894" y="1454"/>
                </a:lnTo>
                <a:lnTo>
                  <a:pt x="1894" y="1453"/>
                </a:lnTo>
                <a:lnTo>
                  <a:pt x="1894" y="1452"/>
                </a:lnTo>
                <a:lnTo>
                  <a:pt x="1894" y="1451"/>
                </a:lnTo>
                <a:lnTo>
                  <a:pt x="1893" y="1451"/>
                </a:lnTo>
                <a:lnTo>
                  <a:pt x="1894" y="1452"/>
                </a:lnTo>
                <a:lnTo>
                  <a:pt x="1893" y="1452"/>
                </a:lnTo>
                <a:lnTo>
                  <a:pt x="1892" y="1452"/>
                </a:lnTo>
                <a:lnTo>
                  <a:pt x="1891" y="1452"/>
                </a:lnTo>
                <a:lnTo>
                  <a:pt x="1889" y="1451"/>
                </a:lnTo>
                <a:lnTo>
                  <a:pt x="1888" y="1450"/>
                </a:lnTo>
                <a:lnTo>
                  <a:pt x="1888" y="1449"/>
                </a:lnTo>
                <a:lnTo>
                  <a:pt x="1887" y="1449"/>
                </a:lnTo>
                <a:lnTo>
                  <a:pt x="1887" y="1450"/>
                </a:lnTo>
                <a:lnTo>
                  <a:pt x="1886" y="1450"/>
                </a:lnTo>
                <a:lnTo>
                  <a:pt x="1885" y="1450"/>
                </a:lnTo>
                <a:lnTo>
                  <a:pt x="1884" y="1450"/>
                </a:lnTo>
                <a:lnTo>
                  <a:pt x="1884" y="1451"/>
                </a:lnTo>
                <a:lnTo>
                  <a:pt x="1883" y="1451"/>
                </a:lnTo>
                <a:lnTo>
                  <a:pt x="1883" y="1452"/>
                </a:lnTo>
                <a:lnTo>
                  <a:pt x="1881" y="1453"/>
                </a:lnTo>
                <a:lnTo>
                  <a:pt x="1880" y="1453"/>
                </a:lnTo>
                <a:lnTo>
                  <a:pt x="1879" y="1455"/>
                </a:lnTo>
                <a:lnTo>
                  <a:pt x="1878" y="1456"/>
                </a:lnTo>
                <a:lnTo>
                  <a:pt x="1878" y="1457"/>
                </a:lnTo>
                <a:lnTo>
                  <a:pt x="1877" y="1457"/>
                </a:lnTo>
                <a:lnTo>
                  <a:pt x="1877" y="1458"/>
                </a:lnTo>
                <a:lnTo>
                  <a:pt x="1876" y="1458"/>
                </a:lnTo>
                <a:lnTo>
                  <a:pt x="1875" y="1458"/>
                </a:lnTo>
                <a:lnTo>
                  <a:pt x="1875" y="1459"/>
                </a:lnTo>
                <a:lnTo>
                  <a:pt x="1874" y="1460"/>
                </a:lnTo>
                <a:lnTo>
                  <a:pt x="1873" y="1460"/>
                </a:lnTo>
                <a:lnTo>
                  <a:pt x="1872" y="1460"/>
                </a:lnTo>
                <a:lnTo>
                  <a:pt x="1871" y="1460"/>
                </a:lnTo>
                <a:lnTo>
                  <a:pt x="1870" y="1460"/>
                </a:lnTo>
                <a:lnTo>
                  <a:pt x="1869" y="1460"/>
                </a:lnTo>
                <a:lnTo>
                  <a:pt x="1868" y="1461"/>
                </a:lnTo>
                <a:lnTo>
                  <a:pt x="1867" y="1461"/>
                </a:lnTo>
                <a:lnTo>
                  <a:pt x="1866" y="1462"/>
                </a:lnTo>
                <a:lnTo>
                  <a:pt x="1865" y="1463"/>
                </a:lnTo>
                <a:lnTo>
                  <a:pt x="1864" y="1464"/>
                </a:lnTo>
                <a:lnTo>
                  <a:pt x="1863" y="1465"/>
                </a:lnTo>
                <a:lnTo>
                  <a:pt x="1862" y="1465"/>
                </a:lnTo>
                <a:lnTo>
                  <a:pt x="1862" y="1464"/>
                </a:lnTo>
                <a:lnTo>
                  <a:pt x="1861" y="1462"/>
                </a:lnTo>
                <a:lnTo>
                  <a:pt x="1860" y="1462"/>
                </a:lnTo>
                <a:lnTo>
                  <a:pt x="1860" y="1461"/>
                </a:lnTo>
                <a:lnTo>
                  <a:pt x="1859" y="1461"/>
                </a:lnTo>
                <a:lnTo>
                  <a:pt x="1859" y="1462"/>
                </a:lnTo>
                <a:lnTo>
                  <a:pt x="1858" y="1462"/>
                </a:lnTo>
                <a:lnTo>
                  <a:pt x="1857" y="1462"/>
                </a:lnTo>
                <a:lnTo>
                  <a:pt x="1857" y="1461"/>
                </a:lnTo>
                <a:lnTo>
                  <a:pt x="1857" y="1460"/>
                </a:lnTo>
                <a:lnTo>
                  <a:pt x="1856" y="1459"/>
                </a:lnTo>
                <a:lnTo>
                  <a:pt x="1856" y="1458"/>
                </a:lnTo>
                <a:lnTo>
                  <a:pt x="1855" y="1458"/>
                </a:lnTo>
                <a:lnTo>
                  <a:pt x="1854" y="1458"/>
                </a:lnTo>
                <a:lnTo>
                  <a:pt x="1853" y="1458"/>
                </a:lnTo>
                <a:lnTo>
                  <a:pt x="1853" y="1457"/>
                </a:lnTo>
                <a:lnTo>
                  <a:pt x="1853" y="1456"/>
                </a:lnTo>
                <a:lnTo>
                  <a:pt x="1852" y="1457"/>
                </a:lnTo>
                <a:lnTo>
                  <a:pt x="1851" y="1457"/>
                </a:lnTo>
                <a:lnTo>
                  <a:pt x="1851" y="1456"/>
                </a:lnTo>
                <a:lnTo>
                  <a:pt x="1850" y="1456"/>
                </a:lnTo>
                <a:lnTo>
                  <a:pt x="1849" y="1456"/>
                </a:lnTo>
                <a:lnTo>
                  <a:pt x="1849" y="1455"/>
                </a:lnTo>
                <a:lnTo>
                  <a:pt x="1848" y="1455"/>
                </a:lnTo>
                <a:lnTo>
                  <a:pt x="1848" y="1454"/>
                </a:lnTo>
                <a:lnTo>
                  <a:pt x="1847" y="1454"/>
                </a:lnTo>
                <a:lnTo>
                  <a:pt x="1846" y="1454"/>
                </a:lnTo>
                <a:lnTo>
                  <a:pt x="1846" y="1455"/>
                </a:lnTo>
                <a:lnTo>
                  <a:pt x="1845" y="1455"/>
                </a:lnTo>
                <a:lnTo>
                  <a:pt x="1844" y="1455"/>
                </a:lnTo>
                <a:lnTo>
                  <a:pt x="1842" y="1454"/>
                </a:lnTo>
                <a:lnTo>
                  <a:pt x="1841" y="1453"/>
                </a:lnTo>
                <a:lnTo>
                  <a:pt x="1841" y="1452"/>
                </a:lnTo>
                <a:lnTo>
                  <a:pt x="1840" y="1453"/>
                </a:lnTo>
                <a:lnTo>
                  <a:pt x="1840" y="1454"/>
                </a:lnTo>
                <a:lnTo>
                  <a:pt x="1839" y="1455"/>
                </a:lnTo>
                <a:lnTo>
                  <a:pt x="1838" y="1456"/>
                </a:lnTo>
                <a:lnTo>
                  <a:pt x="1837" y="1455"/>
                </a:lnTo>
                <a:lnTo>
                  <a:pt x="1836" y="1455"/>
                </a:lnTo>
                <a:lnTo>
                  <a:pt x="1836" y="1454"/>
                </a:lnTo>
                <a:lnTo>
                  <a:pt x="1836" y="1453"/>
                </a:lnTo>
                <a:lnTo>
                  <a:pt x="1836" y="1451"/>
                </a:lnTo>
                <a:lnTo>
                  <a:pt x="1836" y="1450"/>
                </a:lnTo>
                <a:lnTo>
                  <a:pt x="1835" y="1450"/>
                </a:lnTo>
                <a:lnTo>
                  <a:pt x="1835" y="1451"/>
                </a:lnTo>
                <a:lnTo>
                  <a:pt x="1834" y="1452"/>
                </a:lnTo>
                <a:lnTo>
                  <a:pt x="1834" y="1453"/>
                </a:lnTo>
                <a:lnTo>
                  <a:pt x="1833" y="1453"/>
                </a:lnTo>
                <a:lnTo>
                  <a:pt x="1832" y="1452"/>
                </a:lnTo>
                <a:lnTo>
                  <a:pt x="1831" y="1452"/>
                </a:lnTo>
                <a:lnTo>
                  <a:pt x="1829" y="1451"/>
                </a:lnTo>
                <a:lnTo>
                  <a:pt x="1828" y="1450"/>
                </a:lnTo>
                <a:lnTo>
                  <a:pt x="1827" y="1450"/>
                </a:lnTo>
                <a:lnTo>
                  <a:pt x="1826" y="1449"/>
                </a:lnTo>
                <a:lnTo>
                  <a:pt x="1826" y="1448"/>
                </a:lnTo>
                <a:lnTo>
                  <a:pt x="1824" y="1447"/>
                </a:lnTo>
                <a:lnTo>
                  <a:pt x="1824" y="1448"/>
                </a:lnTo>
                <a:lnTo>
                  <a:pt x="1823" y="1448"/>
                </a:lnTo>
                <a:lnTo>
                  <a:pt x="1823" y="1447"/>
                </a:lnTo>
                <a:lnTo>
                  <a:pt x="1823" y="1446"/>
                </a:lnTo>
                <a:lnTo>
                  <a:pt x="1822" y="1446"/>
                </a:lnTo>
                <a:lnTo>
                  <a:pt x="1822" y="1447"/>
                </a:lnTo>
                <a:lnTo>
                  <a:pt x="1822" y="1448"/>
                </a:lnTo>
                <a:lnTo>
                  <a:pt x="1822" y="1449"/>
                </a:lnTo>
                <a:lnTo>
                  <a:pt x="1823" y="1450"/>
                </a:lnTo>
                <a:lnTo>
                  <a:pt x="1824" y="1451"/>
                </a:lnTo>
                <a:lnTo>
                  <a:pt x="1825" y="1452"/>
                </a:lnTo>
                <a:lnTo>
                  <a:pt x="1826" y="1454"/>
                </a:lnTo>
                <a:lnTo>
                  <a:pt x="1826" y="1455"/>
                </a:lnTo>
                <a:lnTo>
                  <a:pt x="1826" y="1456"/>
                </a:lnTo>
                <a:lnTo>
                  <a:pt x="1826" y="1457"/>
                </a:lnTo>
                <a:lnTo>
                  <a:pt x="1826" y="1458"/>
                </a:lnTo>
                <a:lnTo>
                  <a:pt x="1827" y="1458"/>
                </a:lnTo>
                <a:lnTo>
                  <a:pt x="1827" y="1459"/>
                </a:lnTo>
                <a:lnTo>
                  <a:pt x="1827" y="1460"/>
                </a:lnTo>
                <a:lnTo>
                  <a:pt x="1826" y="1461"/>
                </a:lnTo>
                <a:lnTo>
                  <a:pt x="1825" y="1461"/>
                </a:lnTo>
                <a:lnTo>
                  <a:pt x="1824" y="1461"/>
                </a:lnTo>
                <a:lnTo>
                  <a:pt x="1824" y="1460"/>
                </a:lnTo>
                <a:lnTo>
                  <a:pt x="1823" y="1460"/>
                </a:lnTo>
                <a:lnTo>
                  <a:pt x="1822" y="1459"/>
                </a:lnTo>
                <a:lnTo>
                  <a:pt x="1820" y="1457"/>
                </a:lnTo>
                <a:lnTo>
                  <a:pt x="1819" y="1457"/>
                </a:lnTo>
                <a:lnTo>
                  <a:pt x="1818" y="1458"/>
                </a:lnTo>
                <a:lnTo>
                  <a:pt x="1817" y="1459"/>
                </a:lnTo>
                <a:lnTo>
                  <a:pt x="1817" y="1460"/>
                </a:lnTo>
                <a:lnTo>
                  <a:pt x="1817" y="1461"/>
                </a:lnTo>
                <a:lnTo>
                  <a:pt x="1817" y="1462"/>
                </a:lnTo>
                <a:lnTo>
                  <a:pt x="1816" y="1464"/>
                </a:lnTo>
                <a:lnTo>
                  <a:pt x="1817" y="1464"/>
                </a:lnTo>
                <a:lnTo>
                  <a:pt x="1817" y="1465"/>
                </a:lnTo>
                <a:lnTo>
                  <a:pt x="1817" y="1466"/>
                </a:lnTo>
                <a:lnTo>
                  <a:pt x="1817" y="1468"/>
                </a:lnTo>
                <a:lnTo>
                  <a:pt x="1816" y="1470"/>
                </a:lnTo>
                <a:lnTo>
                  <a:pt x="1816" y="1471"/>
                </a:lnTo>
                <a:lnTo>
                  <a:pt x="1816" y="1472"/>
                </a:lnTo>
                <a:lnTo>
                  <a:pt x="1816" y="1473"/>
                </a:lnTo>
                <a:lnTo>
                  <a:pt x="1816" y="1474"/>
                </a:lnTo>
                <a:lnTo>
                  <a:pt x="1816" y="1475"/>
                </a:lnTo>
                <a:lnTo>
                  <a:pt x="1817" y="1476"/>
                </a:lnTo>
                <a:lnTo>
                  <a:pt x="1818" y="1479"/>
                </a:lnTo>
                <a:lnTo>
                  <a:pt x="1817" y="1479"/>
                </a:lnTo>
                <a:lnTo>
                  <a:pt x="1814" y="1478"/>
                </a:lnTo>
                <a:lnTo>
                  <a:pt x="1814" y="1477"/>
                </a:lnTo>
                <a:lnTo>
                  <a:pt x="1813" y="1477"/>
                </a:lnTo>
                <a:lnTo>
                  <a:pt x="1812" y="1476"/>
                </a:lnTo>
                <a:lnTo>
                  <a:pt x="1811" y="1476"/>
                </a:lnTo>
                <a:lnTo>
                  <a:pt x="1810" y="1475"/>
                </a:lnTo>
                <a:lnTo>
                  <a:pt x="1809" y="1476"/>
                </a:lnTo>
                <a:lnTo>
                  <a:pt x="1809" y="1475"/>
                </a:lnTo>
                <a:lnTo>
                  <a:pt x="1809" y="1474"/>
                </a:lnTo>
                <a:lnTo>
                  <a:pt x="1808" y="1474"/>
                </a:lnTo>
                <a:lnTo>
                  <a:pt x="1807" y="1474"/>
                </a:lnTo>
                <a:lnTo>
                  <a:pt x="1806" y="1473"/>
                </a:lnTo>
                <a:lnTo>
                  <a:pt x="1807" y="1472"/>
                </a:lnTo>
                <a:lnTo>
                  <a:pt x="1806" y="1472"/>
                </a:lnTo>
                <a:lnTo>
                  <a:pt x="1805" y="1473"/>
                </a:lnTo>
                <a:lnTo>
                  <a:pt x="1804" y="1472"/>
                </a:lnTo>
                <a:lnTo>
                  <a:pt x="1805" y="1471"/>
                </a:lnTo>
                <a:lnTo>
                  <a:pt x="1804" y="1471"/>
                </a:lnTo>
                <a:lnTo>
                  <a:pt x="1803" y="1471"/>
                </a:lnTo>
                <a:lnTo>
                  <a:pt x="1802" y="1472"/>
                </a:lnTo>
                <a:lnTo>
                  <a:pt x="1801" y="1471"/>
                </a:lnTo>
                <a:lnTo>
                  <a:pt x="1802" y="1471"/>
                </a:lnTo>
                <a:lnTo>
                  <a:pt x="1802" y="1470"/>
                </a:lnTo>
                <a:lnTo>
                  <a:pt x="1801" y="1470"/>
                </a:lnTo>
                <a:lnTo>
                  <a:pt x="1801" y="1469"/>
                </a:lnTo>
                <a:lnTo>
                  <a:pt x="1800" y="1468"/>
                </a:lnTo>
                <a:lnTo>
                  <a:pt x="1800" y="1469"/>
                </a:lnTo>
                <a:lnTo>
                  <a:pt x="1799" y="1469"/>
                </a:lnTo>
                <a:lnTo>
                  <a:pt x="1798" y="1468"/>
                </a:lnTo>
                <a:lnTo>
                  <a:pt x="1797" y="1468"/>
                </a:lnTo>
                <a:lnTo>
                  <a:pt x="1797" y="1467"/>
                </a:lnTo>
                <a:lnTo>
                  <a:pt x="1797" y="1466"/>
                </a:lnTo>
                <a:lnTo>
                  <a:pt x="1796" y="1466"/>
                </a:lnTo>
                <a:lnTo>
                  <a:pt x="1796" y="1465"/>
                </a:lnTo>
                <a:lnTo>
                  <a:pt x="1796" y="1464"/>
                </a:lnTo>
                <a:lnTo>
                  <a:pt x="1796" y="1463"/>
                </a:lnTo>
                <a:lnTo>
                  <a:pt x="1795" y="1464"/>
                </a:lnTo>
                <a:lnTo>
                  <a:pt x="1794" y="1464"/>
                </a:lnTo>
                <a:lnTo>
                  <a:pt x="1794" y="1463"/>
                </a:lnTo>
                <a:lnTo>
                  <a:pt x="1795" y="1461"/>
                </a:lnTo>
                <a:lnTo>
                  <a:pt x="1794" y="1460"/>
                </a:lnTo>
                <a:lnTo>
                  <a:pt x="1793" y="1460"/>
                </a:lnTo>
                <a:lnTo>
                  <a:pt x="1792" y="1460"/>
                </a:lnTo>
                <a:lnTo>
                  <a:pt x="1791" y="1460"/>
                </a:lnTo>
                <a:lnTo>
                  <a:pt x="1791" y="1459"/>
                </a:lnTo>
                <a:lnTo>
                  <a:pt x="1792" y="1459"/>
                </a:lnTo>
                <a:lnTo>
                  <a:pt x="1793" y="1459"/>
                </a:lnTo>
                <a:lnTo>
                  <a:pt x="1793" y="1458"/>
                </a:lnTo>
                <a:lnTo>
                  <a:pt x="1793" y="1457"/>
                </a:lnTo>
                <a:lnTo>
                  <a:pt x="1792" y="1457"/>
                </a:lnTo>
                <a:lnTo>
                  <a:pt x="1791" y="1457"/>
                </a:lnTo>
                <a:lnTo>
                  <a:pt x="1791" y="1456"/>
                </a:lnTo>
                <a:lnTo>
                  <a:pt x="1792" y="1456"/>
                </a:lnTo>
                <a:lnTo>
                  <a:pt x="1793" y="1456"/>
                </a:lnTo>
                <a:lnTo>
                  <a:pt x="1793" y="1455"/>
                </a:lnTo>
                <a:lnTo>
                  <a:pt x="1792" y="1455"/>
                </a:lnTo>
                <a:lnTo>
                  <a:pt x="1792" y="1454"/>
                </a:lnTo>
                <a:lnTo>
                  <a:pt x="1791" y="1452"/>
                </a:lnTo>
                <a:lnTo>
                  <a:pt x="1790" y="1451"/>
                </a:lnTo>
                <a:lnTo>
                  <a:pt x="1790" y="1450"/>
                </a:lnTo>
                <a:lnTo>
                  <a:pt x="1789" y="1450"/>
                </a:lnTo>
                <a:lnTo>
                  <a:pt x="1789" y="1449"/>
                </a:lnTo>
                <a:lnTo>
                  <a:pt x="1788" y="1448"/>
                </a:lnTo>
                <a:lnTo>
                  <a:pt x="1786" y="1447"/>
                </a:lnTo>
                <a:lnTo>
                  <a:pt x="1786" y="1445"/>
                </a:lnTo>
                <a:lnTo>
                  <a:pt x="1786" y="1444"/>
                </a:lnTo>
                <a:lnTo>
                  <a:pt x="1786" y="1443"/>
                </a:lnTo>
                <a:lnTo>
                  <a:pt x="1786" y="1442"/>
                </a:lnTo>
                <a:lnTo>
                  <a:pt x="1785" y="1442"/>
                </a:lnTo>
                <a:lnTo>
                  <a:pt x="1784" y="1442"/>
                </a:lnTo>
                <a:lnTo>
                  <a:pt x="1784" y="1441"/>
                </a:lnTo>
                <a:lnTo>
                  <a:pt x="1783" y="1440"/>
                </a:lnTo>
                <a:lnTo>
                  <a:pt x="1783" y="1441"/>
                </a:lnTo>
                <a:lnTo>
                  <a:pt x="1782" y="1442"/>
                </a:lnTo>
                <a:lnTo>
                  <a:pt x="1781" y="1442"/>
                </a:lnTo>
                <a:lnTo>
                  <a:pt x="1780" y="1439"/>
                </a:lnTo>
                <a:lnTo>
                  <a:pt x="1780" y="1438"/>
                </a:lnTo>
                <a:lnTo>
                  <a:pt x="1780" y="1437"/>
                </a:lnTo>
                <a:lnTo>
                  <a:pt x="1779" y="1436"/>
                </a:lnTo>
                <a:lnTo>
                  <a:pt x="1779" y="1435"/>
                </a:lnTo>
                <a:lnTo>
                  <a:pt x="1778" y="1435"/>
                </a:lnTo>
                <a:lnTo>
                  <a:pt x="1777" y="1434"/>
                </a:lnTo>
                <a:lnTo>
                  <a:pt x="1777" y="1435"/>
                </a:lnTo>
                <a:lnTo>
                  <a:pt x="1776" y="1435"/>
                </a:lnTo>
                <a:lnTo>
                  <a:pt x="1775" y="1436"/>
                </a:lnTo>
                <a:lnTo>
                  <a:pt x="1774" y="1437"/>
                </a:lnTo>
                <a:lnTo>
                  <a:pt x="1774" y="1438"/>
                </a:lnTo>
                <a:lnTo>
                  <a:pt x="1773" y="1438"/>
                </a:lnTo>
                <a:lnTo>
                  <a:pt x="1773" y="1439"/>
                </a:lnTo>
                <a:lnTo>
                  <a:pt x="1773" y="1440"/>
                </a:lnTo>
                <a:lnTo>
                  <a:pt x="1772" y="1441"/>
                </a:lnTo>
                <a:lnTo>
                  <a:pt x="1771" y="1441"/>
                </a:lnTo>
                <a:lnTo>
                  <a:pt x="1770" y="1441"/>
                </a:lnTo>
                <a:lnTo>
                  <a:pt x="1770" y="1440"/>
                </a:lnTo>
                <a:lnTo>
                  <a:pt x="1770" y="1439"/>
                </a:lnTo>
                <a:lnTo>
                  <a:pt x="1772" y="1437"/>
                </a:lnTo>
                <a:lnTo>
                  <a:pt x="1773" y="1435"/>
                </a:lnTo>
                <a:lnTo>
                  <a:pt x="1773" y="1434"/>
                </a:lnTo>
                <a:lnTo>
                  <a:pt x="1774" y="1432"/>
                </a:lnTo>
                <a:lnTo>
                  <a:pt x="1775" y="1432"/>
                </a:lnTo>
                <a:lnTo>
                  <a:pt x="1774" y="1431"/>
                </a:lnTo>
                <a:lnTo>
                  <a:pt x="1774" y="1430"/>
                </a:lnTo>
                <a:lnTo>
                  <a:pt x="1775" y="1430"/>
                </a:lnTo>
                <a:lnTo>
                  <a:pt x="1775" y="1429"/>
                </a:lnTo>
                <a:lnTo>
                  <a:pt x="1774" y="1429"/>
                </a:lnTo>
                <a:lnTo>
                  <a:pt x="1773" y="1429"/>
                </a:lnTo>
                <a:lnTo>
                  <a:pt x="1773" y="1430"/>
                </a:lnTo>
                <a:lnTo>
                  <a:pt x="1772" y="1431"/>
                </a:lnTo>
                <a:lnTo>
                  <a:pt x="1771" y="1431"/>
                </a:lnTo>
                <a:lnTo>
                  <a:pt x="1770" y="1431"/>
                </a:lnTo>
                <a:lnTo>
                  <a:pt x="1769" y="1431"/>
                </a:lnTo>
                <a:lnTo>
                  <a:pt x="1769" y="1432"/>
                </a:lnTo>
                <a:lnTo>
                  <a:pt x="1767" y="1433"/>
                </a:lnTo>
                <a:lnTo>
                  <a:pt x="1765" y="1434"/>
                </a:lnTo>
                <a:lnTo>
                  <a:pt x="1765" y="1435"/>
                </a:lnTo>
                <a:lnTo>
                  <a:pt x="1764" y="1435"/>
                </a:lnTo>
                <a:lnTo>
                  <a:pt x="1764" y="1436"/>
                </a:lnTo>
                <a:lnTo>
                  <a:pt x="1763" y="1436"/>
                </a:lnTo>
                <a:lnTo>
                  <a:pt x="1762" y="1436"/>
                </a:lnTo>
                <a:lnTo>
                  <a:pt x="1762" y="1435"/>
                </a:lnTo>
                <a:lnTo>
                  <a:pt x="1761" y="1434"/>
                </a:lnTo>
                <a:lnTo>
                  <a:pt x="1760" y="1434"/>
                </a:lnTo>
                <a:lnTo>
                  <a:pt x="1760" y="1435"/>
                </a:lnTo>
                <a:lnTo>
                  <a:pt x="1757" y="1433"/>
                </a:lnTo>
                <a:lnTo>
                  <a:pt x="1756" y="1433"/>
                </a:lnTo>
                <a:lnTo>
                  <a:pt x="1755" y="1433"/>
                </a:lnTo>
                <a:lnTo>
                  <a:pt x="1754" y="1432"/>
                </a:lnTo>
                <a:lnTo>
                  <a:pt x="1752" y="1431"/>
                </a:lnTo>
                <a:lnTo>
                  <a:pt x="1751" y="1431"/>
                </a:lnTo>
                <a:lnTo>
                  <a:pt x="1751" y="1430"/>
                </a:lnTo>
                <a:lnTo>
                  <a:pt x="1750" y="1430"/>
                </a:lnTo>
                <a:lnTo>
                  <a:pt x="1750" y="1431"/>
                </a:lnTo>
                <a:lnTo>
                  <a:pt x="1750" y="1432"/>
                </a:lnTo>
                <a:lnTo>
                  <a:pt x="1750" y="1433"/>
                </a:lnTo>
                <a:lnTo>
                  <a:pt x="1751" y="1433"/>
                </a:lnTo>
                <a:lnTo>
                  <a:pt x="1751" y="1434"/>
                </a:lnTo>
                <a:lnTo>
                  <a:pt x="1750" y="1434"/>
                </a:lnTo>
                <a:lnTo>
                  <a:pt x="1749" y="1435"/>
                </a:lnTo>
                <a:lnTo>
                  <a:pt x="1748" y="1435"/>
                </a:lnTo>
                <a:lnTo>
                  <a:pt x="1748" y="1434"/>
                </a:lnTo>
                <a:lnTo>
                  <a:pt x="1747" y="1434"/>
                </a:lnTo>
                <a:lnTo>
                  <a:pt x="1747" y="1435"/>
                </a:lnTo>
                <a:lnTo>
                  <a:pt x="1746" y="1437"/>
                </a:lnTo>
                <a:lnTo>
                  <a:pt x="1746" y="1438"/>
                </a:lnTo>
                <a:lnTo>
                  <a:pt x="1746" y="1439"/>
                </a:lnTo>
                <a:lnTo>
                  <a:pt x="1745" y="1439"/>
                </a:lnTo>
                <a:lnTo>
                  <a:pt x="1745" y="1440"/>
                </a:lnTo>
                <a:lnTo>
                  <a:pt x="1745" y="1442"/>
                </a:lnTo>
                <a:lnTo>
                  <a:pt x="1745" y="1443"/>
                </a:lnTo>
                <a:lnTo>
                  <a:pt x="1744" y="1443"/>
                </a:lnTo>
                <a:lnTo>
                  <a:pt x="1744" y="1444"/>
                </a:lnTo>
                <a:lnTo>
                  <a:pt x="1744" y="1445"/>
                </a:lnTo>
                <a:lnTo>
                  <a:pt x="1745" y="1446"/>
                </a:lnTo>
                <a:lnTo>
                  <a:pt x="1745" y="1449"/>
                </a:lnTo>
                <a:lnTo>
                  <a:pt x="1744" y="1451"/>
                </a:lnTo>
                <a:lnTo>
                  <a:pt x="1743" y="1452"/>
                </a:lnTo>
                <a:lnTo>
                  <a:pt x="1743" y="1453"/>
                </a:lnTo>
                <a:lnTo>
                  <a:pt x="1743" y="1454"/>
                </a:lnTo>
                <a:lnTo>
                  <a:pt x="1743" y="1455"/>
                </a:lnTo>
                <a:lnTo>
                  <a:pt x="1742" y="1455"/>
                </a:lnTo>
                <a:lnTo>
                  <a:pt x="1741" y="1456"/>
                </a:lnTo>
                <a:lnTo>
                  <a:pt x="1741" y="1457"/>
                </a:lnTo>
                <a:lnTo>
                  <a:pt x="1742" y="1457"/>
                </a:lnTo>
                <a:lnTo>
                  <a:pt x="1742" y="1458"/>
                </a:lnTo>
                <a:lnTo>
                  <a:pt x="1741" y="1458"/>
                </a:lnTo>
                <a:lnTo>
                  <a:pt x="1740" y="1458"/>
                </a:lnTo>
                <a:lnTo>
                  <a:pt x="1739" y="1457"/>
                </a:lnTo>
                <a:lnTo>
                  <a:pt x="1738" y="1457"/>
                </a:lnTo>
                <a:lnTo>
                  <a:pt x="1738" y="1454"/>
                </a:lnTo>
                <a:lnTo>
                  <a:pt x="1737" y="1453"/>
                </a:lnTo>
                <a:lnTo>
                  <a:pt x="1736" y="1453"/>
                </a:lnTo>
                <a:lnTo>
                  <a:pt x="1736" y="1454"/>
                </a:lnTo>
                <a:lnTo>
                  <a:pt x="1734" y="1454"/>
                </a:lnTo>
                <a:lnTo>
                  <a:pt x="1733" y="1453"/>
                </a:lnTo>
                <a:lnTo>
                  <a:pt x="1733" y="1452"/>
                </a:lnTo>
                <a:lnTo>
                  <a:pt x="1732" y="1452"/>
                </a:lnTo>
                <a:lnTo>
                  <a:pt x="1731" y="1452"/>
                </a:lnTo>
                <a:lnTo>
                  <a:pt x="1730" y="1452"/>
                </a:lnTo>
                <a:lnTo>
                  <a:pt x="1729" y="1452"/>
                </a:lnTo>
                <a:lnTo>
                  <a:pt x="1728" y="1452"/>
                </a:lnTo>
                <a:lnTo>
                  <a:pt x="1727" y="1452"/>
                </a:lnTo>
                <a:lnTo>
                  <a:pt x="1727" y="1451"/>
                </a:lnTo>
                <a:lnTo>
                  <a:pt x="1726" y="1450"/>
                </a:lnTo>
                <a:lnTo>
                  <a:pt x="1725" y="1450"/>
                </a:lnTo>
                <a:lnTo>
                  <a:pt x="1724" y="1450"/>
                </a:lnTo>
                <a:lnTo>
                  <a:pt x="1724" y="1447"/>
                </a:lnTo>
                <a:lnTo>
                  <a:pt x="1723" y="1446"/>
                </a:lnTo>
                <a:lnTo>
                  <a:pt x="1722" y="1445"/>
                </a:lnTo>
                <a:lnTo>
                  <a:pt x="1721" y="1445"/>
                </a:lnTo>
                <a:lnTo>
                  <a:pt x="1721" y="1444"/>
                </a:lnTo>
                <a:lnTo>
                  <a:pt x="1720" y="1444"/>
                </a:lnTo>
                <a:lnTo>
                  <a:pt x="1721" y="1442"/>
                </a:lnTo>
                <a:lnTo>
                  <a:pt x="1721" y="1441"/>
                </a:lnTo>
                <a:lnTo>
                  <a:pt x="1722" y="1441"/>
                </a:lnTo>
                <a:lnTo>
                  <a:pt x="1722" y="1442"/>
                </a:lnTo>
                <a:lnTo>
                  <a:pt x="1723" y="1442"/>
                </a:lnTo>
                <a:lnTo>
                  <a:pt x="1723" y="1441"/>
                </a:lnTo>
                <a:lnTo>
                  <a:pt x="1724" y="1440"/>
                </a:lnTo>
                <a:lnTo>
                  <a:pt x="1723" y="1439"/>
                </a:lnTo>
                <a:lnTo>
                  <a:pt x="1724" y="1439"/>
                </a:lnTo>
                <a:lnTo>
                  <a:pt x="1725" y="1438"/>
                </a:lnTo>
                <a:lnTo>
                  <a:pt x="1726" y="1438"/>
                </a:lnTo>
                <a:lnTo>
                  <a:pt x="1726" y="1437"/>
                </a:lnTo>
                <a:lnTo>
                  <a:pt x="1726" y="1436"/>
                </a:lnTo>
                <a:lnTo>
                  <a:pt x="1727" y="1435"/>
                </a:lnTo>
                <a:lnTo>
                  <a:pt x="1728" y="1435"/>
                </a:lnTo>
                <a:lnTo>
                  <a:pt x="1729" y="1435"/>
                </a:lnTo>
                <a:lnTo>
                  <a:pt x="1729" y="1434"/>
                </a:lnTo>
                <a:lnTo>
                  <a:pt x="1729" y="1432"/>
                </a:lnTo>
                <a:lnTo>
                  <a:pt x="1729" y="1431"/>
                </a:lnTo>
                <a:lnTo>
                  <a:pt x="1729" y="1430"/>
                </a:lnTo>
                <a:lnTo>
                  <a:pt x="1729" y="1428"/>
                </a:lnTo>
                <a:lnTo>
                  <a:pt x="1729" y="1427"/>
                </a:lnTo>
                <a:lnTo>
                  <a:pt x="1728" y="1427"/>
                </a:lnTo>
                <a:lnTo>
                  <a:pt x="1728" y="1425"/>
                </a:lnTo>
                <a:lnTo>
                  <a:pt x="1727" y="1421"/>
                </a:lnTo>
                <a:lnTo>
                  <a:pt x="1727" y="1420"/>
                </a:lnTo>
                <a:lnTo>
                  <a:pt x="1727" y="1419"/>
                </a:lnTo>
                <a:lnTo>
                  <a:pt x="1727" y="1418"/>
                </a:lnTo>
                <a:lnTo>
                  <a:pt x="1727" y="1417"/>
                </a:lnTo>
                <a:lnTo>
                  <a:pt x="1726" y="1417"/>
                </a:lnTo>
                <a:lnTo>
                  <a:pt x="1727" y="1415"/>
                </a:lnTo>
                <a:lnTo>
                  <a:pt x="1727" y="1414"/>
                </a:lnTo>
                <a:lnTo>
                  <a:pt x="1727" y="1413"/>
                </a:lnTo>
                <a:lnTo>
                  <a:pt x="1727" y="1411"/>
                </a:lnTo>
                <a:lnTo>
                  <a:pt x="1728" y="1410"/>
                </a:lnTo>
                <a:lnTo>
                  <a:pt x="1727" y="1409"/>
                </a:lnTo>
                <a:lnTo>
                  <a:pt x="1726" y="1407"/>
                </a:lnTo>
                <a:lnTo>
                  <a:pt x="1726" y="1406"/>
                </a:lnTo>
                <a:lnTo>
                  <a:pt x="1726" y="1405"/>
                </a:lnTo>
                <a:lnTo>
                  <a:pt x="1727" y="1405"/>
                </a:lnTo>
                <a:lnTo>
                  <a:pt x="1726" y="1405"/>
                </a:lnTo>
                <a:lnTo>
                  <a:pt x="1725" y="1404"/>
                </a:lnTo>
                <a:lnTo>
                  <a:pt x="1724" y="1403"/>
                </a:lnTo>
                <a:lnTo>
                  <a:pt x="1723" y="1403"/>
                </a:lnTo>
                <a:lnTo>
                  <a:pt x="1723" y="1404"/>
                </a:lnTo>
                <a:lnTo>
                  <a:pt x="1722" y="1402"/>
                </a:lnTo>
                <a:lnTo>
                  <a:pt x="1721" y="1402"/>
                </a:lnTo>
                <a:lnTo>
                  <a:pt x="1721" y="1401"/>
                </a:lnTo>
                <a:lnTo>
                  <a:pt x="1721" y="1400"/>
                </a:lnTo>
                <a:lnTo>
                  <a:pt x="1721" y="1399"/>
                </a:lnTo>
                <a:lnTo>
                  <a:pt x="1720" y="1398"/>
                </a:lnTo>
                <a:lnTo>
                  <a:pt x="1720" y="1397"/>
                </a:lnTo>
                <a:lnTo>
                  <a:pt x="1719" y="1397"/>
                </a:lnTo>
                <a:lnTo>
                  <a:pt x="1718" y="1397"/>
                </a:lnTo>
                <a:lnTo>
                  <a:pt x="1717" y="1397"/>
                </a:lnTo>
                <a:lnTo>
                  <a:pt x="1716" y="1397"/>
                </a:lnTo>
                <a:lnTo>
                  <a:pt x="1715" y="1396"/>
                </a:lnTo>
                <a:lnTo>
                  <a:pt x="1714" y="1396"/>
                </a:lnTo>
                <a:lnTo>
                  <a:pt x="1714" y="1397"/>
                </a:lnTo>
                <a:lnTo>
                  <a:pt x="1713" y="1397"/>
                </a:lnTo>
                <a:lnTo>
                  <a:pt x="1713" y="1396"/>
                </a:lnTo>
                <a:lnTo>
                  <a:pt x="1713" y="1395"/>
                </a:lnTo>
                <a:lnTo>
                  <a:pt x="1714" y="1394"/>
                </a:lnTo>
                <a:lnTo>
                  <a:pt x="1714" y="1392"/>
                </a:lnTo>
                <a:lnTo>
                  <a:pt x="1715" y="1392"/>
                </a:lnTo>
                <a:lnTo>
                  <a:pt x="1715" y="1391"/>
                </a:lnTo>
                <a:lnTo>
                  <a:pt x="1714" y="1391"/>
                </a:lnTo>
                <a:lnTo>
                  <a:pt x="1715" y="1391"/>
                </a:lnTo>
                <a:lnTo>
                  <a:pt x="1715" y="1390"/>
                </a:lnTo>
                <a:lnTo>
                  <a:pt x="1714" y="1389"/>
                </a:lnTo>
                <a:lnTo>
                  <a:pt x="1713" y="1389"/>
                </a:lnTo>
                <a:lnTo>
                  <a:pt x="1712" y="1389"/>
                </a:lnTo>
                <a:lnTo>
                  <a:pt x="1711" y="1389"/>
                </a:lnTo>
                <a:lnTo>
                  <a:pt x="1710" y="1389"/>
                </a:lnTo>
                <a:lnTo>
                  <a:pt x="1710" y="1388"/>
                </a:lnTo>
                <a:lnTo>
                  <a:pt x="1709" y="1387"/>
                </a:lnTo>
                <a:lnTo>
                  <a:pt x="1708" y="1387"/>
                </a:lnTo>
                <a:lnTo>
                  <a:pt x="1706" y="1387"/>
                </a:lnTo>
                <a:lnTo>
                  <a:pt x="1705" y="1387"/>
                </a:lnTo>
                <a:lnTo>
                  <a:pt x="1703" y="1387"/>
                </a:lnTo>
                <a:lnTo>
                  <a:pt x="1702" y="1386"/>
                </a:lnTo>
                <a:lnTo>
                  <a:pt x="1701" y="1385"/>
                </a:lnTo>
                <a:lnTo>
                  <a:pt x="1701" y="1384"/>
                </a:lnTo>
                <a:lnTo>
                  <a:pt x="1701" y="1383"/>
                </a:lnTo>
                <a:lnTo>
                  <a:pt x="1700" y="1381"/>
                </a:lnTo>
                <a:lnTo>
                  <a:pt x="1700" y="1380"/>
                </a:lnTo>
                <a:lnTo>
                  <a:pt x="1700" y="1379"/>
                </a:lnTo>
                <a:lnTo>
                  <a:pt x="1700" y="1378"/>
                </a:lnTo>
                <a:lnTo>
                  <a:pt x="1700" y="1377"/>
                </a:lnTo>
                <a:lnTo>
                  <a:pt x="1700" y="1376"/>
                </a:lnTo>
                <a:lnTo>
                  <a:pt x="1699" y="1376"/>
                </a:lnTo>
                <a:lnTo>
                  <a:pt x="1699" y="1377"/>
                </a:lnTo>
                <a:lnTo>
                  <a:pt x="1698" y="1376"/>
                </a:lnTo>
                <a:lnTo>
                  <a:pt x="1698" y="1375"/>
                </a:lnTo>
                <a:lnTo>
                  <a:pt x="1697" y="1374"/>
                </a:lnTo>
                <a:lnTo>
                  <a:pt x="1696" y="1374"/>
                </a:lnTo>
                <a:lnTo>
                  <a:pt x="1696" y="1373"/>
                </a:lnTo>
                <a:lnTo>
                  <a:pt x="1696" y="1372"/>
                </a:lnTo>
                <a:lnTo>
                  <a:pt x="1695" y="1371"/>
                </a:lnTo>
                <a:lnTo>
                  <a:pt x="1694" y="1371"/>
                </a:lnTo>
                <a:lnTo>
                  <a:pt x="1694" y="1370"/>
                </a:lnTo>
                <a:lnTo>
                  <a:pt x="1694" y="1369"/>
                </a:lnTo>
                <a:lnTo>
                  <a:pt x="1694" y="1366"/>
                </a:lnTo>
                <a:lnTo>
                  <a:pt x="1694" y="1365"/>
                </a:lnTo>
                <a:lnTo>
                  <a:pt x="1693" y="1364"/>
                </a:lnTo>
                <a:lnTo>
                  <a:pt x="1692" y="1365"/>
                </a:lnTo>
                <a:lnTo>
                  <a:pt x="1691" y="1364"/>
                </a:lnTo>
                <a:lnTo>
                  <a:pt x="1689" y="1364"/>
                </a:lnTo>
                <a:lnTo>
                  <a:pt x="1689" y="1365"/>
                </a:lnTo>
                <a:lnTo>
                  <a:pt x="1689" y="1366"/>
                </a:lnTo>
                <a:lnTo>
                  <a:pt x="1689" y="1367"/>
                </a:lnTo>
                <a:lnTo>
                  <a:pt x="1689" y="1368"/>
                </a:lnTo>
                <a:lnTo>
                  <a:pt x="1689" y="1369"/>
                </a:lnTo>
                <a:lnTo>
                  <a:pt x="1690" y="1369"/>
                </a:lnTo>
                <a:lnTo>
                  <a:pt x="1689" y="1372"/>
                </a:lnTo>
                <a:lnTo>
                  <a:pt x="1689" y="1373"/>
                </a:lnTo>
                <a:lnTo>
                  <a:pt x="1688" y="1374"/>
                </a:lnTo>
                <a:lnTo>
                  <a:pt x="1688" y="1375"/>
                </a:lnTo>
                <a:lnTo>
                  <a:pt x="1688" y="1376"/>
                </a:lnTo>
                <a:lnTo>
                  <a:pt x="1687" y="1376"/>
                </a:lnTo>
                <a:lnTo>
                  <a:pt x="1686" y="1378"/>
                </a:lnTo>
                <a:lnTo>
                  <a:pt x="1686" y="1379"/>
                </a:lnTo>
                <a:lnTo>
                  <a:pt x="1686" y="1380"/>
                </a:lnTo>
                <a:lnTo>
                  <a:pt x="1685" y="1380"/>
                </a:lnTo>
                <a:lnTo>
                  <a:pt x="1685" y="1381"/>
                </a:lnTo>
                <a:lnTo>
                  <a:pt x="1684" y="1381"/>
                </a:lnTo>
                <a:lnTo>
                  <a:pt x="1685" y="1381"/>
                </a:lnTo>
                <a:lnTo>
                  <a:pt x="1685" y="1382"/>
                </a:lnTo>
                <a:lnTo>
                  <a:pt x="1684" y="1384"/>
                </a:lnTo>
                <a:lnTo>
                  <a:pt x="1684" y="1385"/>
                </a:lnTo>
                <a:lnTo>
                  <a:pt x="1684" y="1386"/>
                </a:lnTo>
                <a:lnTo>
                  <a:pt x="1683" y="1386"/>
                </a:lnTo>
                <a:lnTo>
                  <a:pt x="1682" y="1385"/>
                </a:lnTo>
                <a:lnTo>
                  <a:pt x="1681" y="1385"/>
                </a:lnTo>
                <a:lnTo>
                  <a:pt x="1681" y="1384"/>
                </a:lnTo>
                <a:lnTo>
                  <a:pt x="1680" y="1384"/>
                </a:lnTo>
                <a:lnTo>
                  <a:pt x="1679" y="1384"/>
                </a:lnTo>
                <a:lnTo>
                  <a:pt x="1678" y="1385"/>
                </a:lnTo>
                <a:lnTo>
                  <a:pt x="1677" y="1385"/>
                </a:lnTo>
                <a:lnTo>
                  <a:pt x="1676" y="1385"/>
                </a:lnTo>
                <a:lnTo>
                  <a:pt x="1676" y="1386"/>
                </a:lnTo>
                <a:lnTo>
                  <a:pt x="1675" y="1386"/>
                </a:lnTo>
                <a:lnTo>
                  <a:pt x="1675" y="1385"/>
                </a:lnTo>
                <a:lnTo>
                  <a:pt x="1674" y="1384"/>
                </a:lnTo>
                <a:lnTo>
                  <a:pt x="1673" y="1382"/>
                </a:lnTo>
                <a:lnTo>
                  <a:pt x="1672" y="1382"/>
                </a:lnTo>
                <a:lnTo>
                  <a:pt x="1671" y="1382"/>
                </a:lnTo>
                <a:lnTo>
                  <a:pt x="1671" y="1383"/>
                </a:lnTo>
                <a:lnTo>
                  <a:pt x="1669" y="1384"/>
                </a:lnTo>
                <a:lnTo>
                  <a:pt x="1669" y="1385"/>
                </a:lnTo>
                <a:lnTo>
                  <a:pt x="1669" y="1386"/>
                </a:lnTo>
                <a:lnTo>
                  <a:pt x="1669" y="1387"/>
                </a:lnTo>
                <a:lnTo>
                  <a:pt x="1668" y="1388"/>
                </a:lnTo>
                <a:lnTo>
                  <a:pt x="1669" y="1388"/>
                </a:lnTo>
                <a:lnTo>
                  <a:pt x="1670" y="1389"/>
                </a:lnTo>
                <a:lnTo>
                  <a:pt x="1671" y="1389"/>
                </a:lnTo>
                <a:lnTo>
                  <a:pt x="1671" y="1392"/>
                </a:lnTo>
                <a:lnTo>
                  <a:pt x="1672" y="1392"/>
                </a:lnTo>
                <a:lnTo>
                  <a:pt x="1672" y="1393"/>
                </a:lnTo>
                <a:lnTo>
                  <a:pt x="1672" y="1394"/>
                </a:lnTo>
                <a:lnTo>
                  <a:pt x="1672" y="1396"/>
                </a:lnTo>
                <a:lnTo>
                  <a:pt x="1673" y="1397"/>
                </a:lnTo>
                <a:lnTo>
                  <a:pt x="1672" y="1398"/>
                </a:lnTo>
                <a:lnTo>
                  <a:pt x="1672" y="1400"/>
                </a:lnTo>
                <a:lnTo>
                  <a:pt x="1672" y="1401"/>
                </a:lnTo>
                <a:lnTo>
                  <a:pt x="1672" y="1402"/>
                </a:lnTo>
                <a:lnTo>
                  <a:pt x="1671" y="1402"/>
                </a:lnTo>
                <a:lnTo>
                  <a:pt x="1670" y="1403"/>
                </a:lnTo>
                <a:lnTo>
                  <a:pt x="1669" y="1404"/>
                </a:lnTo>
                <a:lnTo>
                  <a:pt x="1669" y="1405"/>
                </a:lnTo>
                <a:lnTo>
                  <a:pt x="1669" y="1406"/>
                </a:lnTo>
                <a:lnTo>
                  <a:pt x="1669" y="1407"/>
                </a:lnTo>
                <a:lnTo>
                  <a:pt x="1669" y="1408"/>
                </a:lnTo>
                <a:lnTo>
                  <a:pt x="1668" y="1409"/>
                </a:lnTo>
                <a:lnTo>
                  <a:pt x="1668" y="1411"/>
                </a:lnTo>
                <a:lnTo>
                  <a:pt x="1668" y="1412"/>
                </a:lnTo>
                <a:lnTo>
                  <a:pt x="1668" y="1413"/>
                </a:lnTo>
                <a:lnTo>
                  <a:pt x="1668" y="1414"/>
                </a:lnTo>
                <a:lnTo>
                  <a:pt x="1667" y="1415"/>
                </a:lnTo>
                <a:lnTo>
                  <a:pt x="1667" y="1416"/>
                </a:lnTo>
                <a:lnTo>
                  <a:pt x="1667" y="1417"/>
                </a:lnTo>
                <a:lnTo>
                  <a:pt x="1667" y="1418"/>
                </a:lnTo>
                <a:lnTo>
                  <a:pt x="1666" y="1420"/>
                </a:lnTo>
                <a:lnTo>
                  <a:pt x="1664" y="1423"/>
                </a:lnTo>
                <a:lnTo>
                  <a:pt x="1664" y="1424"/>
                </a:lnTo>
                <a:lnTo>
                  <a:pt x="1663" y="1424"/>
                </a:lnTo>
                <a:lnTo>
                  <a:pt x="1662" y="1425"/>
                </a:lnTo>
                <a:lnTo>
                  <a:pt x="1662" y="1426"/>
                </a:lnTo>
                <a:lnTo>
                  <a:pt x="1662" y="1427"/>
                </a:lnTo>
                <a:lnTo>
                  <a:pt x="1662" y="1428"/>
                </a:lnTo>
                <a:lnTo>
                  <a:pt x="1661" y="1429"/>
                </a:lnTo>
                <a:lnTo>
                  <a:pt x="1660" y="1429"/>
                </a:lnTo>
                <a:lnTo>
                  <a:pt x="1659" y="1428"/>
                </a:lnTo>
                <a:lnTo>
                  <a:pt x="1658" y="1428"/>
                </a:lnTo>
                <a:lnTo>
                  <a:pt x="1658" y="1426"/>
                </a:lnTo>
                <a:lnTo>
                  <a:pt x="1658" y="1425"/>
                </a:lnTo>
                <a:lnTo>
                  <a:pt x="1657" y="1423"/>
                </a:lnTo>
                <a:lnTo>
                  <a:pt x="1657" y="1422"/>
                </a:lnTo>
                <a:lnTo>
                  <a:pt x="1656" y="1421"/>
                </a:lnTo>
                <a:lnTo>
                  <a:pt x="1656" y="1420"/>
                </a:lnTo>
                <a:lnTo>
                  <a:pt x="1655" y="1420"/>
                </a:lnTo>
                <a:lnTo>
                  <a:pt x="1653" y="1420"/>
                </a:lnTo>
                <a:lnTo>
                  <a:pt x="1652" y="1421"/>
                </a:lnTo>
                <a:lnTo>
                  <a:pt x="1652" y="1420"/>
                </a:lnTo>
                <a:lnTo>
                  <a:pt x="1651" y="1420"/>
                </a:lnTo>
                <a:lnTo>
                  <a:pt x="1651" y="1419"/>
                </a:lnTo>
                <a:lnTo>
                  <a:pt x="1650" y="1418"/>
                </a:lnTo>
                <a:lnTo>
                  <a:pt x="1649" y="1418"/>
                </a:lnTo>
                <a:lnTo>
                  <a:pt x="1649" y="1419"/>
                </a:lnTo>
                <a:lnTo>
                  <a:pt x="1648" y="1419"/>
                </a:lnTo>
                <a:lnTo>
                  <a:pt x="1647" y="1419"/>
                </a:lnTo>
                <a:lnTo>
                  <a:pt x="1647" y="1418"/>
                </a:lnTo>
                <a:lnTo>
                  <a:pt x="1647" y="1417"/>
                </a:lnTo>
                <a:lnTo>
                  <a:pt x="1647" y="1416"/>
                </a:lnTo>
                <a:lnTo>
                  <a:pt x="1646" y="1415"/>
                </a:lnTo>
                <a:lnTo>
                  <a:pt x="1645" y="1415"/>
                </a:lnTo>
                <a:lnTo>
                  <a:pt x="1644" y="1416"/>
                </a:lnTo>
                <a:lnTo>
                  <a:pt x="1643" y="1417"/>
                </a:lnTo>
                <a:lnTo>
                  <a:pt x="1643" y="1416"/>
                </a:lnTo>
                <a:lnTo>
                  <a:pt x="1642" y="1416"/>
                </a:lnTo>
                <a:lnTo>
                  <a:pt x="1641" y="1416"/>
                </a:lnTo>
                <a:lnTo>
                  <a:pt x="1641" y="1417"/>
                </a:lnTo>
                <a:lnTo>
                  <a:pt x="1640" y="1417"/>
                </a:lnTo>
                <a:lnTo>
                  <a:pt x="1640" y="1416"/>
                </a:lnTo>
                <a:lnTo>
                  <a:pt x="1639" y="1415"/>
                </a:lnTo>
                <a:lnTo>
                  <a:pt x="1638" y="1415"/>
                </a:lnTo>
                <a:lnTo>
                  <a:pt x="1637" y="1415"/>
                </a:lnTo>
                <a:lnTo>
                  <a:pt x="1637" y="1414"/>
                </a:lnTo>
                <a:lnTo>
                  <a:pt x="1637" y="1413"/>
                </a:lnTo>
                <a:lnTo>
                  <a:pt x="1637" y="1412"/>
                </a:lnTo>
                <a:lnTo>
                  <a:pt x="1636" y="1410"/>
                </a:lnTo>
                <a:lnTo>
                  <a:pt x="1636" y="1409"/>
                </a:lnTo>
                <a:lnTo>
                  <a:pt x="1635" y="1408"/>
                </a:lnTo>
                <a:lnTo>
                  <a:pt x="1634" y="1406"/>
                </a:lnTo>
                <a:lnTo>
                  <a:pt x="1633" y="1405"/>
                </a:lnTo>
                <a:lnTo>
                  <a:pt x="1633" y="1404"/>
                </a:lnTo>
                <a:lnTo>
                  <a:pt x="1632" y="1403"/>
                </a:lnTo>
                <a:lnTo>
                  <a:pt x="1631" y="1403"/>
                </a:lnTo>
                <a:lnTo>
                  <a:pt x="1630" y="1403"/>
                </a:lnTo>
                <a:lnTo>
                  <a:pt x="1629" y="1402"/>
                </a:lnTo>
                <a:lnTo>
                  <a:pt x="1628" y="1402"/>
                </a:lnTo>
                <a:lnTo>
                  <a:pt x="1627" y="1402"/>
                </a:lnTo>
                <a:lnTo>
                  <a:pt x="1626" y="1402"/>
                </a:lnTo>
                <a:lnTo>
                  <a:pt x="1624" y="1401"/>
                </a:lnTo>
                <a:lnTo>
                  <a:pt x="1623" y="1401"/>
                </a:lnTo>
                <a:lnTo>
                  <a:pt x="1622" y="1401"/>
                </a:lnTo>
                <a:lnTo>
                  <a:pt x="1621" y="1401"/>
                </a:lnTo>
                <a:lnTo>
                  <a:pt x="1619" y="1400"/>
                </a:lnTo>
                <a:lnTo>
                  <a:pt x="1617" y="1399"/>
                </a:lnTo>
                <a:lnTo>
                  <a:pt x="1616" y="1399"/>
                </a:lnTo>
                <a:lnTo>
                  <a:pt x="1615" y="1399"/>
                </a:lnTo>
                <a:lnTo>
                  <a:pt x="1615" y="1398"/>
                </a:lnTo>
                <a:lnTo>
                  <a:pt x="1613" y="1397"/>
                </a:lnTo>
                <a:lnTo>
                  <a:pt x="1612" y="1396"/>
                </a:lnTo>
                <a:lnTo>
                  <a:pt x="1612" y="1395"/>
                </a:lnTo>
                <a:lnTo>
                  <a:pt x="1610" y="1395"/>
                </a:lnTo>
                <a:lnTo>
                  <a:pt x="1608" y="1393"/>
                </a:lnTo>
                <a:lnTo>
                  <a:pt x="1607" y="1393"/>
                </a:lnTo>
                <a:lnTo>
                  <a:pt x="1604" y="1390"/>
                </a:lnTo>
                <a:lnTo>
                  <a:pt x="1603" y="1390"/>
                </a:lnTo>
                <a:lnTo>
                  <a:pt x="1601" y="1391"/>
                </a:lnTo>
                <a:lnTo>
                  <a:pt x="1601" y="1392"/>
                </a:lnTo>
                <a:lnTo>
                  <a:pt x="1600" y="1392"/>
                </a:lnTo>
                <a:lnTo>
                  <a:pt x="1599" y="1392"/>
                </a:lnTo>
                <a:lnTo>
                  <a:pt x="1599" y="1393"/>
                </a:lnTo>
                <a:lnTo>
                  <a:pt x="1598" y="1393"/>
                </a:lnTo>
                <a:lnTo>
                  <a:pt x="1598" y="1392"/>
                </a:lnTo>
                <a:lnTo>
                  <a:pt x="1597" y="1392"/>
                </a:lnTo>
                <a:lnTo>
                  <a:pt x="1597" y="1391"/>
                </a:lnTo>
                <a:lnTo>
                  <a:pt x="1597" y="1390"/>
                </a:lnTo>
                <a:lnTo>
                  <a:pt x="1596" y="1390"/>
                </a:lnTo>
                <a:lnTo>
                  <a:pt x="1595" y="1391"/>
                </a:lnTo>
                <a:lnTo>
                  <a:pt x="1595" y="1392"/>
                </a:lnTo>
                <a:lnTo>
                  <a:pt x="1594" y="1393"/>
                </a:lnTo>
                <a:lnTo>
                  <a:pt x="1591" y="1394"/>
                </a:lnTo>
                <a:lnTo>
                  <a:pt x="1590" y="1393"/>
                </a:lnTo>
                <a:lnTo>
                  <a:pt x="1590" y="1392"/>
                </a:lnTo>
                <a:lnTo>
                  <a:pt x="1589" y="1392"/>
                </a:lnTo>
                <a:lnTo>
                  <a:pt x="1588" y="1392"/>
                </a:lnTo>
                <a:lnTo>
                  <a:pt x="1587" y="1392"/>
                </a:lnTo>
                <a:lnTo>
                  <a:pt x="1586" y="1392"/>
                </a:lnTo>
                <a:lnTo>
                  <a:pt x="1585" y="1392"/>
                </a:lnTo>
                <a:lnTo>
                  <a:pt x="1585" y="1393"/>
                </a:lnTo>
                <a:lnTo>
                  <a:pt x="1584" y="1393"/>
                </a:lnTo>
                <a:lnTo>
                  <a:pt x="1584" y="1392"/>
                </a:lnTo>
                <a:lnTo>
                  <a:pt x="1584" y="1391"/>
                </a:lnTo>
                <a:lnTo>
                  <a:pt x="1583" y="1390"/>
                </a:lnTo>
                <a:lnTo>
                  <a:pt x="1583" y="1389"/>
                </a:lnTo>
                <a:lnTo>
                  <a:pt x="1583" y="1388"/>
                </a:lnTo>
                <a:lnTo>
                  <a:pt x="1583" y="1387"/>
                </a:lnTo>
                <a:lnTo>
                  <a:pt x="1582" y="1385"/>
                </a:lnTo>
                <a:lnTo>
                  <a:pt x="1581" y="1384"/>
                </a:lnTo>
                <a:lnTo>
                  <a:pt x="1581" y="1383"/>
                </a:lnTo>
                <a:lnTo>
                  <a:pt x="1581" y="1382"/>
                </a:lnTo>
                <a:lnTo>
                  <a:pt x="1581" y="1381"/>
                </a:lnTo>
                <a:lnTo>
                  <a:pt x="1582" y="1381"/>
                </a:lnTo>
                <a:lnTo>
                  <a:pt x="1581" y="1381"/>
                </a:lnTo>
                <a:lnTo>
                  <a:pt x="1581" y="1380"/>
                </a:lnTo>
                <a:lnTo>
                  <a:pt x="1581" y="1379"/>
                </a:lnTo>
                <a:lnTo>
                  <a:pt x="1582" y="1379"/>
                </a:lnTo>
                <a:lnTo>
                  <a:pt x="1582" y="1378"/>
                </a:lnTo>
                <a:lnTo>
                  <a:pt x="1581" y="1377"/>
                </a:lnTo>
                <a:lnTo>
                  <a:pt x="1580" y="1377"/>
                </a:lnTo>
                <a:lnTo>
                  <a:pt x="1580" y="1378"/>
                </a:lnTo>
                <a:lnTo>
                  <a:pt x="1579" y="1377"/>
                </a:lnTo>
                <a:lnTo>
                  <a:pt x="1579" y="1376"/>
                </a:lnTo>
                <a:lnTo>
                  <a:pt x="1579" y="1375"/>
                </a:lnTo>
                <a:lnTo>
                  <a:pt x="1579" y="1374"/>
                </a:lnTo>
                <a:lnTo>
                  <a:pt x="1579" y="1372"/>
                </a:lnTo>
                <a:lnTo>
                  <a:pt x="1580" y="1372"/>
                </a:lnTo>
                <a:lnTo>
                  <a:pt x="1580" y="1371"/>
                </a:lnTo>
                <a:lnTo>
                  <a:pt x="1578" y="1369"/>
                </a:lnTo>
                <a:lnTo>
                  <a:pt x="1578" y="1370"/>
                </a:lnTo>
                <a:lnTo>
                  <a:pt x="1577" y="1370"/>
                </a:lnTo>
                <a:lnTo>
                  <a:pt x="1576" y="1369"/>
                </a:lnTo>
                <a:lnTo>
                  <a:pt x="1577" y="1369"/>
                </a:lnTo>
                <a:lnTo>
                  <a:pt x="1577" y="1368"/>
                </a:lnTo>
                <a:lnTo>
                  <a:pt x="1576" y="1366"/>
                </a:lnTo>
                <a:lnTo>
                  <a:pt x="1575" y="1365"/>
                </a:lnTo>
                <a:lnTo>
                  <a:pt x="1576" y="1365"/>
                </a:lnTo>
                <a:lnTo>
                  <a:pt x="1576" y="1364"/>
                </a:lnTo>
                <a:lnTo>
                  <a:pt x="1575" y="1362"/>
                </a:lnTo>
                <a:lnTo>
                  <a:pt x="1574" y="1361"/>
                </a:lnTo>
                <a:lnTo>
                  <a:pt x="1573" y="1360"/>
                </a:lnTo>
                <a:lnTo>
                  <a:pt x="1571" y="1359"/>
                </a:lnTo>
                <a:lnTo>
                  <a:pt x="1571" y="1358"/>
                </a:lnTo>
                <a:lnTo>
                  <a:pt x="1570" y="1358"/>
                </a:lnTo>
                <a:lnTo>
                  <a:pt x="1567" y="1357"/>
                </a:lnTo>
                <a:lnTo>
                  <a:pt x="1566" y="1357"/>
                </a:lnTo>
                <a:lnTo>
                  <a:pt x="1564" y="1357"/>
                </a:lnTo>
                <a:lnTo>
                  <a:pt x="1563" y="1357"/>
                </a:lnTo>
                <a:lnTo>
                  <a:pt x="1562" y="1357"/>
                </a:lnTo>
                <a:lnTo>
                  <a:pt x="1561" y="1356"/>
                </a:lnTo>
                <a:lnTo>
                  <a:pt x="1561" y="1355"/>
                </a:lnTo>
                <a:lnTo>
                  <a:pt x="1561" y="1354"/>
                </a:lnTo>
                <a:lnTo>
                  <a:pt x="1560" y="1354"/>
                </a:lnTo>
                <a:lnTo>
                  <a:pt x="1560" y="1353"/>
                </a:lnTo>
                <a:lnTo>
                  <a:pt x="1559" y="1354"/>
                </a:lnTo>
                <a:lnTo>
                  <a:pt x="1558" y="1354"/>
                </a:lnTo>
                <a:lnTo>
                  <a:pt x="1557" y="1353"/>
                </a:lnTo>
                <a:lnTo>
                  <a:pt x="1557" y="1351"/>
                </a:lnTo>
                <a:lnTo>
                  <a:pt x="1557" y="1350"/>
                </a:lnTo>
                <a:lnTo>
                  <a:pt x="1555" y="1350"/>
                </a:lnTo>
                <a:lnTo>
                  <a:pt x="1555" y="1351"/>
                </a:lnTo>
                <a:lnTo>
                  <a:pt x="1554" y="1351"/>
                </a:lnTo>
                <a:lnTo>
                  <a:pt x="1553" y="1351"/>
                </a:lnTo>
                <a:lnTo>
                  <a:pt x="1552" y="1350"/>
                </a:lnTo>
                <a:lnTo>
                  <a:pt x="1552" y="1349"/>
                </a:lnTo>
                <a:lnTo>
                  <a:pt x="1552" y="1348"/>
                </a:lnTo>
                <a:lnTo>
                  <a:pt x="1550" y="1349"/>
                </a:lnTo>
                <a:lnTo>
                  <a:pt x="1549" y="1349"/>
                </a:lnTo>
                <a:lnTo>
                  <a:pt x="1548" y="1349"/>
                </a:lnTo>
                <a:lnTo>
                  <a:pt x="1548" y="1348"/>
                </a:lnTo>
                <a:lnTo>
                  <a:pt x="1547" y="1348"/>
                </a:lnTo>
                <a:lnTo>
                  <a:pt x="1547" y="1347"/>
                </a:lnTo>
                <a:lnTo>
                  <a:pt x="1546" y="1346"/>
                </a:lnTo>
                <a:lnTo>
                  <a:pt x="1546" y="1347"/>
                </a:lnTo>
                <a:lnTo>
                  <a:pt x="1545" y="1347"/>
                </a:lnTo>
                <a:lnTo>
                  <a:pt x="1544" y="1348"/>
                </a:lnTo>
                <a:lnTo>
                  <a:pt x="1544" y="1349"/>
                </a:lnTo>
                <a:lnTo>
                  <a:pt x="1542" y="1349"/>
                </a:lnTo>
                <a:lnTo>
                  <a:pt x="1541" y="1349"/>
                </a:lnTo>
                <a:lnTo>
                  <a:pt x="1541" y="1348"/>
                </a:lnTo>
                <a:lnTo>
                  <a:pt x="1541" y="1347"/>
                </a:lnTo>
                <a:lnTo>
                  <a:pt x="1540" y="1347"/>
                </a:lnTo>
                <a:lnTo>
                  <a:pt x="1539" y="1346"/>
                </a:lnTo>
                <a:lnTo>
                  <a:pt x="1538" y="1346"/>
                </a:lnTo>
                <a:lnTo>
                  <a:pt x="1538" y="1345"/>
                </a:lnTo>
                <a:lnTo>
                  <a:pt x="1537" y="1345"/>
                </a:lnTo>
                <a:lnTo>
                  <a:pt x="1536" y="1344"/>
                </a:lnTo>
                <a:lnTo>
                  <a:pt x="1536" y="1343"/>
                </a:lnTo>
                <a:lnTo>
                  <a:pt x="1537" y="1342"/>
                </a:lnTo>
                <a:lnTo>
                  <a:pt x="1536" y="1342"/>
                </a:lnTo>
                <a:lnTo>
                  <a:pt x="1536" y="1341"/>
                </a:lnTo>
                <a:lnTo>
                  <a:pt x="1535" y="1341"/>
                </a:lnTo>
                <a:lnTo>
                  <a:pt x="1533" y="1341"/>
                </a:lnTo>
                <a:lnTo>
                  <a:pt x="1532" y="1341"/>
                </a:lnTo>
                <a:lnTo>
                  <a:pt x="1531" y="1341"/>
                </a:lnTo>
                <a:lnTo>
                  <a:pt x="1529" y="1340"/>
                </a:lnTo>
                <a:lnTo>
                  <a:pt x="1528" y="1340"/>
                </a:lnTo>
                <a:lnTo>
                  <a:pt x="1528" y="1339"/>
                </a:lnTo>
                <a:lnTo>
                  <a:pt x="1527" y="1339"/>
                </a:lnTo>
                <a:lnTo>
                  <a:pt x="1526" y="1339"/>
                </a:lnTo>
                <a:lnTo>
                  <a:pt x="1526" y="1338"/>
                </a:lnTo>
                <a:lnTo>
                  <a:pt x="1525" y="1338"/>
                </a:lnTo>
                <a:lnTo>
                  <a:pt x="1525" y="1337"/>
                </a:lnTo>
                <a:lnTo>
                  <a:pt x="1524" y="1337"/>
                </a:lnTo>
                <a:lnTo>
                  <a:pt x="1524" y="1336"/>
                </a:lnTo>
                <a:lnTo>
                  <a:pt x="1523" y="1336"/>
                </a:lnTo>
                <a:lnTo>
                  <a:pt x="1522" y="1335"/>
                </a:lnTo>
                <a:lnTo>
                  <a:pt x="1521" y="1335"/>
                </a:lnTo>
                <a:lnTo>
                  <a:pt x="1521" y="1334"/>
                </a:lnTo>
                <a:lnTo>
                  <a:pt x="1520" y="1333"/>
                </a:lnTo>
                <a:lnTo>
                  <a:pt x="1519" y="1333"/>
                </a:lnTo>
                <a:lnTo>
                  <a:pt x="1518" y="1332"/>
                </a:lnTo>
                <a:lnTo>
                  <a:pt x="1517" y="1331"/>
                </a:lnTo>
                <a:lnTo>
                  <a:pt x="1517" y="1330"/>
                </a:lnTo>
                <a:lnTo>
                  <a:pt x="1516" y="1329"/>
                </a:lnTo>
                <a:lnTo>
                  <a:pt x="1515" y="1328"/>
                </a:lnTo>
                <a:lnTo>
                  <a:pt x="1514" y="1327"/>
                </a:lnTo>
                <a:lnTo>
                  <a:pt x="1514" y="1326"/>
                </a:lnTo>
                <a:lnTo>
                  <a:pt x="1514" y="1324"/>
                </a:lnTo>
                <a:lnTo>
                  <a:pt x="1514" y="1323"/>
                </a:lnTo>
                <a:lnTo>
                  <a:pt x="1514" y="1322"/>
                </a:lnTo>
                <a:lnTo>
                  <a:pt x="1513" y="1322"/>
                </a:lnTo>
                <a:lnTo>
                  <a:pt x="1512" y="1322"/>
                </a:lnTo>
                <a:lnTo>
                  <a:pt x="1512" y="1321"/>
                </a:lnTo>
                <a:lnTo>
                  <a:pt x="1511" y="1320"/>
                </a:lnTo>
                <a:lnTo>
                  <a:pt x="1510" y="1318"/>
                </a:lnTo>
                <a:lnTo>
                  <a:pt x="1511" y="1316"/>
                </a:lnTo>
                <a:lnTo>
                  <a:pt x="1511" y="1314"/>
                </a:lnTo>
                <a:lnTo>
                  <a:pt x="1511" y="1313"/>
                </a:lnTo>
                <a:lnTo>
                  <a:pt x="1512" y="1312"/>
                </a:lnTo>
                <a:lnTo>
                  <a:pt x="1512" y="1311"/>
                </a:lnTo>
                <a:lnTo>
                  <a:pt x="1512" y="1310"/>
                </a:lnTo>
                <a:lnTo>
                  <a:pt x="1512" y="1309"/>
                </a:lnTo>
                <a:lnTo>
                  <a:pt x="1511" y="1308"/>
                </a:lnTo>
                <a:lnTo>
                  <a:pt x="1511" y="1307"/>
                </a:lnTo>
                <a:lnTo>
                  <a:pt x="1510" y="1307"/>
                </a:lnTo>
                <a:lnTo>
                  <a:pt x="1509" y="1307"/>
                </a:lnTo>
                <a:lnTo>
                  <a:pt x="1508" y="1307"/>
                </a:lnTo>
                <a:lnTo>
                  <a:pt x="1508" y="1306"/>
                </a:lnTo>
                <a:lnTo>
                  <a:pt x="1507" y="1306"/>
                </a:lnTo>
                <a:lnTo>
                  <a:pt x="1506" y="1306"/>
                </a:lnTo>
                <a:lnTo>
                  <a:pt x="1505" y="1306"/>
                </a:lnTo>
                <a:lnTo>
                  <a:pt x="1504" y="1306"/>
                </a:lnTo>
                <a:lnTo>
                  <a:pt x="1503" y="1306"/>
                </a:lnTo>
                <a:lnTo>
                  <a:pt x="1503" y="1305"/>
                </a:lnTo>
                <a:lnTo>
                  <a:pt x="1504" y="1303"/>
                </a:lnTo>
                <a:lnTo>
                  <a:pt x="1505" y="1303"/>
                </a:lnTo>
                <a:lnTo>
                  <a:pt x="1505" y="1302"/>
                </a:lnTo>
                <a:lnTo>
                  <a:pt x="1506" y="1302"/>
                </a:lnTo>
                <a:lnTo>
                  <a:pt x="1506" y="1301"/>
                </a:lnTo>
                <a:lnTo>
                  <a:pt x="1506" y="1299"/>
                </a:lnTo>
                <a:lnTo>
                  <a:pt x="1505" y="1298"/>
                </a:lnTo>
                <a:lnTo>
                  <a:pt x="1505" y="1297"/>
                </a:lnTo>
                <a:lnTo>
                  <a:pt x="1505" y="1296"/>
                </a:lnTo>
                <a:lnTo>
                  <a:pt x="1506" y="1296"/>
                </a:lnTo>
                <a:lnTo>
                  <a:pt x="1507" y="1295"/>
                </a:lnTo>
                <a:lnTo>
                  <a:pt x="1506" y="1295"/>
                </a:lnTo>
                <a:lnTo>
                  <a:pt x="1506" y="1294"/>
                </a:lnTo>
                <a:lnTo>
                  <a:pt x="1506" y="1293"/>
                </a:lnTo>
                <a:lnTo>
                  <a:pt x="1508" y="1292"/>
                </a:lnTo>
                <a:lnTo>
                  <a:pt x="1508" y="1291"/>
                </a:lnTo>
                <a:lnTo>
                  <a:pt x="1508" y="1289"/>
                </a:lnTo>
                <a:lnTo>
                  <a:pt x="1508" y="1288"/>
                </a:lnTo>
                <a:lnTo>
                  <a:pt x="1508" y="1287"/>
                </a:lnTo>
                <a:lnTo>
                  <a:pt x="1508" y="1286"/>
                </a:lnTo>
                <a:lnTo>
                  <a:pt x="1507" y="1285"/>
                </a:lnTo>
                <a:lnTo>
                  <a:pt x="1506" y="1285"/>
                </a:lnTo>
                <a:lnTo>
                  <a:pt x="1505" y="1285"/>
                </a:lnTo>
                <a:lnTo>
                  <a:pt x="1505" y="1284"/>
                </a:lnTo>
                <a:lnTo>
                  <a:pt x="1504" y="1283"/>
                </a:lnTo>
                <a:lnTo>
                  <a:pt x="1504" y="1282"/>
                </a:lnTo>
                <a:lnTo>
                  <a:pt x="1504" y="1281"/>
                </a:lnTo>
                <a:lnTo>
                  <a:pt x="1504" y="1280"/>
                </a:lnTo>
                <a:lnTo>
                  <a:pt x="1503" y="1280"/>
                </a:lnTo>
                <a:lnTo>
                  <a:pt x="1503" y="1279"/>
                </a:lnTo>
                <a:lnTo>
                  <a:pt x="1502" y="1279"/>
                </a:lnTo>
                <a:lnTo>
                  <a:pt x="1501" y="1279"/>
                </a:lnTo>
                <a:lnTo>
                  <a:pt x="1501" y="1278"/>
                </a:lnTo>
                <a:lnTo>
                  <a:pt x="1501" y="1277"/>
                </a:lnTo>
                <a:lnTo>
                  <a:pt x="1501" y="1275"/>
                </a:lnTo>
                <a:lnTo>
                  <a:pt x="1502" y="1273"/>
                </a:lnTo>
                <a:lnTo>
                  <a:pt x="1502" y="1272"/>
                </a:lnTo>
                <a:lnTo>
                  <a:pt x="1503" y="1269"/>
                </a:lnTo>
                <a:lnTo>
                  <a:pt x="1503" y="1268"/>
                </a:lnTo>
                <a:lnTo>
                  <a:pt x="1503" y="1267"/>
                </a:lnTo>
                <a:lnTo>
                  <a:pt x="1503" y="1264"/>
                </a:lnTo>
                <a:lnTo>
                  <a:pt x="1502" y="1264"/>
                </a:lnTo>
                <a:lnTo>
                  <a:pt x="1502" y="1263"/>
                </a:lnTo>
                <a:lnTo>
                  <a:pt x="1501" y="1263"/>
                </a:lnTo>
                <a:lnTo>
                  <a:pt x="1500" y="1263"/>
                </a:lnTo>
                <a:lnTo>
                  <a:pt x="1500" y="1260"/>
                </a:lnTo>
                <a:lnTo>
                  <a:pt x="1500" y="1259"/>
                </a:lnTo>
                <a:lnTo>
                  <a:pt x="1501" y="1259"/>
                </a:lnTo>
                <a:lnTo>
                  <a:pt x="1501" y="1258"/>
                </a:lnTo>
                <a:lnTo>
                  <a:pt x="1500" y="1258"/>
                </a:lnTo>
                <a:lnTo>
                  <a:pt x="1499" y="1258"/>
                </a:lnTo>
                <a:lnTo>
                  <a:pt x="1498" y="1258"/>
                </a:lnTo>
                <a:lnTo>
                  <a:pt x="1497" y="1257"/>
                </a:lnTo>
                <a:lnTo>
                  <a:pt x="1495" y="1255"/>
                </a:lnTo>
                <a:lnTo>
                  <a:pt x="1494" y="1254"/>
                </a:lnTo>
                <a:lnTo>
                  <a:pt x="1493" y="1254"/>
                </a:lnTo>
                <a:lnTo>
                  <a:pt x="1493" y="1253"/>
                </a:lnTo>
                <a:lnTo>
                  <a:pt x="1493" y="1252"/>
                </a:lnTo>
                <a:lnTo>
                  <a:pt x="1492" y="1251"/>
                </a:lnTo>
                <a:lnTo>
                  <a:pt x="1492" y="1250"/>
                </a:lnTo>
                <a:lnTo>
                  <a:pt x="1492" y="1249"/>
                </a:lnTo>
                <a:lnTo>
                  <a:pt x="1491" y="1249"/>
                </a:lnTo>
                <a:lnTo>
                  <a:pt x="1490" y="1250"/>
                </a:lnTo>
                <a:lnTo>
                  <a:pt x="1489" y="1250"/>
                </a:lnTo>
                <a:lnTo>
                  <a:pt x="1489" y="1249"/>
                </a:lnTo>
                <a:lnTo>
                  <a:pt x="1488" y="1248"/>
                </a:lnTo>
                <a:lnTo>
                  <a:pt x="1488" y="1246"/>
                </a:lnTo>
                <a:lnTo>
                  <a:pt x="1489" y="1245"/>
                </a:lnTo>
                <a:lnTo>
                  <a:pt x="1490" y="1244"/>
                </a:lnTo>
                <a:lnTo>
                  <a:pt x="1491" y="1243"/>
                </a:lnTo>
                <a:lnTo>
                  <a:pt x="1491" y="1242"/>
                </a:lnTo>
                <a:lnTo>
                  <a:pt x="1492" y="1241"/>
                </a:lnTo>
                <a:lnTo>
                  <a:pt x="1491" y="1240"/>
                </a:lnTo>
                <a:lnTo>
                  <a:pt x="1490" y="1240"/>
                </a:lnTo>
                <a:lnTo>
                  <a:pt x="1490" y="1239"/>
                </a:lnTo>
                <a:lnTo>
                  <a:pt x="1489" y="1238"/>
                </a:lnTo>
                <a:lnTo>
                  <a:pt x="1488" y="1237"/>
                </a:lnTo>
                <a:lnTo>
                  <a:pt x="1487" y="1237"/>
                </a:lnTo>
                <a:lnTo>
                  <a:pt x="1487" y="1236"/>
                </a:lnTo>
                <a:lnTo>
                  <a:pt x="1486" y="1236"/>
                </a:lnTo>
                <a:lnTo>
                  <a:pt x="1485" y="1236"/>
                </a:lnTo>
                <a:lnTo>
                  <a:pt x="1485" y="1235"/>
                </a:lnTo>
                <a:lnTo>
                  <a:pt x="1485" y="1234"/>
                </a:lnTo>
                <a:lnTo>
                  <a:pt x="1484" y="1232"/>
                </a:lnTo>
                <a:lnTo>
                  <a:pt x="1484" y="1231"/>
                </a:lnTo>
                <a:lnTo>
                  <a:pt x="1483" y="1230"/>
                </a:lnTo>
                <a:lnTo>
                  <a:pt x="1484" y="1230"/>
                </a:lnTo>
                <a:lnTo>
                  <a:pt x="1485" y="1230"/>
                </a:lnTo>
                <a:lnTo>
                  <a:pt x="1485" y="1229"/>
                </a:lnTo>
                <a:lnTo>
                  <a:pt x="1485" y="1230"/>
                </a:lnTo>
                <a:lnTo>
                  <a:pt x="1486" y="1230"/>
                </a:lnTo>
                <a:lnTo>
                  <a:pt x="1487" y="1229"/>
                </a:lnTo>
                <a:lnTo>
                  <a:pt x="1488" y="1229"/>
                </a:lnTo>
                <a:lnTo>
                  <a:pt x="1489" y="1229"/>
                </a:lnTo>
                <a:lnTo>
                  <a:pt x="1489" y="1228"/>
                </a:lnTo>
                <a:lnTo>
                  <a:pt x="1489" y="1227"/>
                </a:lnTo>
                <a:lnTo>
                  <a:pt x="1490" y="1227"/>
                </a:lnTo>
                <a:lnTo>
                  <a:pt x="1490" y="1226"/>
                </a:lnTo>
                <a:lnTo>
                  <a:pt x="1489" y="1226"/>
                </a:lnTo>
                <a:lnTo>
                  <a:pt x="1489" y="1225"/>
                </a:lnTo>
                <a:lnTo>
                  <a:pt x="1489" y="1224"/>
                </a:lnTo>
                <a:lnTo>
                  <a:pt x="1488" y="1223"/>
                </a:lnTo>
                <a:lnTo>
                  <a:pt x="1487" y="1223"/>
                </a:lnTo>
                <a:lnTo>
                  <a:pt x="1486" y="1223"/>
                </a:lnTo>
                <a:lnTo>
                  <a:pt x="1486" y="1222"/>
                </a:lnTo>
                <a:lnTo>
                  <a:pt x="1486" y="1221"/>
                </a:lnTo>
                <a:lnTo>
                  <a:pt x="1485" y="1221"/>
                </a:lnTo>
                <a:lnTo>
                  <a:pt x="1484" y="1220"/>
                </a:lnTo>
                <a:lnTo>
                  <a:pt x="1483" y="1219"/>
                </a:lnTo>
                <a:lnTo>
                  <a:pt x="1482" y="1218"/>
                </a:lnTo>
                <a:lnTo>
                  <a:pt x="1482" y="1217"/>
                </a:lnTo>
                <a:lnTo>
                  <a:pt x="1481" y="1217"/>
                </a:lnTo>
                <a:lnTo>
                  <a:pt x="1481" y="1216"/>
                </a:lnTo>
                <a:lnTo>
                  <a:pt x="1481" y="1215"/>
                </a:lnTo>
                <a:lnTo>
                  <a:pt x="1482" y="1215"/>
                </a:lnTo>
                <a:lnTo>
                  <a:pt x="1482" y="1214"/>
                </a:lnTo>
                <a:lnTo>
                  <a:pt x="1482" y="1213"/>
                </a:lnTo>
                <a:lnTo>
                  <a:pt x="1481" y="1211"/>
                </a:lnTo>
                <a:lnTo>
                  <a:pt x="1480" y="1210"/>
                </a:lnTo>
                <a:lnTo>
                  <a:pt x="1480" y="1209"/>
                </a:lnTo>
                <a:lnTo>
                  <a:pt x="1478" y="1209"/>
                </a:lnTo>
                <a:lnTo>
                  <a:pt x="1477" y="1208"/>
                </a:lnTo>
                <a:lnTo>
                  <a:pt x="1476" y="1208"/>
                </a:lnTo>
                <a:lnTo>
                  <a:pt x="1475" y="1207"/>
                </a:lnTo>
                <a:lnTo>
                  <a:pt x="1474" y="1207"/>
                </a:lnTo>
                <a:lnTo>
                  <a:pt x="1473" y="1207"/>
                </a:lnTo>
                <a:lnTo>
                  <a:pt x="1473" y="1206"/>
                </a:lnTo>
                <a:lnTo>
                  <a:pt x="1472" y="1206"/>
                </a:lnTo>
                <a:lnTo>
                  <a:pt x="1472" y="1205"/>
                </a:lnTo>
                <a:lnTo>
                  <a:pt x="1471" y="1204"/>
                </a:lnTo>
                <a:lnTo>
                  <a:pt x="1471" y="1203"/>
                </a:lnTo>
                <a:lnTo>
                  <a:pt x="1471" y="1202"/>
                </a:lnTo>
                <a:lnTo>
                  <a:pt x="1470" y="1201"/>
                </a:lnTo>
                <a:lnTo>
                  <a:pt x="1470" y="1200"/>
                </a:lnTo>
                <a:lnTo>
                  <a:pt x="1469" y="1200"/>
                </a:lnTo>
                <a:lnTo>
                  <a:pt x="1468" y="1201"/>
                </a:lnTo>
                <a:lnTo>
                  <a:pt x="1467" y="1201"/>
                </a:lnTo>
                <a:lnTo>
                  <a:pt x="1466" y="1201"/>
                </a:lnTo>
                <a:lnTo>
                  <a:pt x="1465" y="1201"/>
                </a:lnTo>
                <a:lnTo>
                  <a:pt x="1465" y="1200"/>
                </a:lnTo>
                <a:lnTo>
                  <a:pt x="1465" y="1199"/>
                </a:lnTo>
                <a:lnTo>
                  <a:pt x="1464" y="1199"/>
                </a:lnTo>
                <a:lnTo>
                  <a:pt x="1464" y="1198"/>
                </a:lnTo>
                <a:lnTo>
                  <a:pt x="1465" y="1197"/>
                </a:lnTo>
                <a:lnTo>
                  <a:pt x="1466" y="1196"/>
                </a:lnTo>
                <a:lnTo>
                  <a:pt x="1465" y="1195"/>
                </a:lnTo>
                <a:lnTo>
                  <a:pt x="1465" y="1194"/>
                </a:lnTo>
                <a:lnTo>
                  <a:pt x="1465" y="1193"/>
                </a:lnTo>
                <a:lnTo>
                  <a:pt x="1465" y="1192"/>
                </a:lnTo>
                <a:lnTo>
                  <a:pt x="1464" y="1192"/>
                </a:lnTo>
                <a:lnTo>
                  <a:pt x="1464" y="1191"/>
                </a:lnTo>
                <a:lnTo>
                  <a:pt x="1464" y="1190"/>
                </a:lnTo>
                <a:lnTo>
                  <a:pt x="1463" y="1188"/>
                </a:lnTo>
                <a:lnTo>
                  <a:pt x="1463" y="1187"/>
                </a:lnTo>
                <a:lnTo>
                  <a:pt x="1462" y="1185"/>
                </a:lnTo>
                <a:lnTo>
                  <a:pt x="1461" y="1184"/>
                </a:lnTo>
                <a:lnTo>
                  <a:pt x="1460" y="1184"/>
                </a:lnTo>
                <a:lnTo>
                  <a:pt x="1460" y="1185"/>
                </a:lnTo>
                <a:lnTo>
                  <a:pt x="1459" y="1186"/>
                </a:lnTo>
                <a:lnTo>
                  <a:pt x="1458" y="1186"/>
                </a:lnTo>
                <a:lnTo>
                  <a:pt x="1457" y="1186"/>
                </a:lnTo>
                <a:lnTo>
                  <a:pt x="1457" y="1185"/>
                </a:lnTo>
                <a:lnTo>
                  <a:pt x="1456" y="1184"/>
                </a:lnTo>
                <a:lnTo>
                  <a:pt x="1455" y="1183"/>
                </a:lnTo>
                <a:lnTo>
                  <a:pt x="1455" y="1182"/>
                </a:lnTo>
                <a:lnTo>
                  <a:pt x="1454" y="1182"/>
                </a:lnTo>
                <a:lnTo>
                  <a:pt x="1454" y="1181"/>
                </a:lnTo>
                <a:lnTo>
                  <a:pt x="1453" y="1181"/>
                </a:lnTo>
                <a:lnTo>
                  <a:pt x="1452" y="1180"/>
                </a:lnTo>
                <a:lnTo>
                  <a:pt x="1453" y="1179"/>
                </a:lnTo>
                <a:lnTo>
                  <a:pt x="1453" y="1177"/>
                </a:lnTo>
                <a:lnTo>
                  <a:pt x="1454" y="1177"/>
                </a:lnTo>
                <a:lnTo>
                  <a:pt x="1455" y="1176"/>
                </a:lnTo>
                <a:lnTo>
                  <a:pt x="1455" y="1175"/>
                </a:lnTo>
                <a:lnTo>
                  <a:pt x="1456" y="1174"/>
                </a:lnTo>
                <a:lnTo>
                  <a:pt x="1457" y="1174"/>
                </a:lnTo>
                <a:lnTo>
                  <a:pt x="1457" y="1172"/>
                </a:lnTo>
                <a:lnTo>
                  <a:pt x="1456" y="1171"/>
                </a:lnTo>
                <a:lnTo>
                  <a:pt x="1455" y="1169"/>
                </a:lnTo>
                <a:lnTo>
                  <a:pt x="1454" y="1169"/>
                </a:lnTo>
                <a:lnTo>
                  <a:pt x="1453" y="1168"/>
                </a:lnTo>
                <a:lnTo>
                  <a:pt x="1453" y="1166"/>
                </a:lnTo>
                <a:lnTo>
                  <a:pt x="1453" y="1165"/>
                </a:lnTo>
                <a:lnTo>
                  <a:pt x="1454" y="1165"/>
                </a:lnTo>
                <a:lnTo>
                  <a:pt x="1454" y="1164"/>
                </a:lnTo>
                <a:lnTo>
                  <a:pt x="1454" y="1163"/>
                </a:lnTo>
                <a:lnTo>
                  <a:pt x="1454" y="1162"/>
                </a:lnTo>
                <a:lnTo>
                  <a:pt x="1456" y="1161"/>
                </a:lnTo>
                <a:lnTo>
                  <a:pt x="1457" y="1161"/>
                </a:lnTo>
                <a:lnTo>
                  <a:pt x="1458" y="1161"/>
                </a:lnTo>
                <a:lnTo>
                  <a:pt x="1458" y="1160"/>
                </a:lnTo>
                <a:lnTo>
                  <a:pt x="1458" y="1159"/>
                </a:lnTo>
                <a:lnTo>
                  <a:pt x="1459" y="1159"/>
                </a:lnTo>
                <a:lnTo>
                  <a:pt x="1459" y="1158"/>
                </a:lnTo>
                <a:lnTo>
                  <a:pt x="1460" y="1156"/>
                </a:lnTo>
                <a:lnTo>
                  <a:pt x="1459" y="1155"/>
                </a:lnTo>
                <a:lnTo>
                  <a:pt x="1459" y="1154"/>
                </a:lnTo>
                <a:lnTo>
                  <a:pt x="1458" y="1154"/>
                </a:lnTo>
                <a:lnTo>
                  <a:pt x="1458" y="1153"/>
                </a:lnTo>
                <a:lnTo>
                  <a:pt x="1459" y="1153"/>
                </a:lnTo>
                <a:lnTo>
                  <a:pt x="1459" y="1152"/>
                </a:lnTo>
                <a:lnTo>
                  <a:pt x="1460" y="1151"/>
                </a:lnTo>
                <a:lnTo>
                  <a:pt x="1460" y="1150"/>
                </a:lnTo>
                <a:lnTo>
                  <a:pt x="1459" y="1149"/>
                </a:lnTo>
                <a:lnTo>
                  <a:pt x="1458" y="1147"/>
                </a:lnTo>
                <a:lnTo>
                  <a:pt x="1457" y="1145"/>
                </a:lnTo>
                <a:lnTo>
                  <a:pt x="1456" y="1145"/>
                </a:lnTo>
                <a:lnTo>
                  <a:pt x="1456" y="1144"/>
                </a:lnTo>
                <a:lnTo>
                  <a:pt x="1455" y="1143"/>
                </a:lnTo>
                <a:lnTo>
                  <a:pt x="1454" y="1142"/>
                </a:lnTo>
                <a:lnTo>
                  <a:pt x="1453" y="1141"/>
                </a:lnTo>
                <a:lnTo>
                  <a:pt x="1452" y="1140"/>
                </a:lnTo>
                <a:lnTo>
                  <a:pt x="1454" y="1138"/>
                </a:lnTo>
                <a:lnTo>
                  <a:pt x="1454" y="1136"/>
                </a:lnTo>
                <a:lnTo>
                  <a:pt x="1454" y="1135"/>
                </a:lnTo>
                <a:lnTo>
                  <a:pt x="1455" y="1135"/>
                </a:lnTo>
                <a:lnTo>
                  <a:pt x="1449" y="1133"/>
                </a:lnTo>
                <a:lnTo>
                  <a:pt x="1447" y="1133"/>
                </a:lnTo>
                <a:lnTo>
                  <a:pt x="1445" y="1132"/>
                </a:lnTo>
                <a:lnTo>
                  <a:pt x="1443" y="1131"/>
                </a:lnTo>
                <a:lnTo>
                  <a:pt x="1442" y="1131"/>
                </a:lnTo>
                <a:lnTo>
                  <a:pt x="1442" y="1132"/>
                </a:lnTo>
                <a:lnTo>
                  <a:pt x="1441" y="1132"/>
                </a:lnTo>
                <a:lnTo>
                  <a:pt x="1441" y="1133"/>
                </a:lnTo>
                <a:lnTo>
                  <a:pt x="1440" y="1133"/>
                </a:lnTo>
                <a:lnTo>
                  <a:pt x="1439" y="1133"/>
                </a:lnTo>
                <a:lnTo>
                  <a:pt x="1434" y="1133"/>
                </a:lnTo>
                <a:lnTo>
                  <a:pt x="1433" y="1133"/>
                </a:lnTo>
                <a:lnTo>
                  <a:pt x="1432" y="1133"/>
                </a:lnTo>
                <a:lnTo>
                  <a:pt x="1431" y="1133"/>
                </a:lnTo>
                <a:lnTo>
                  <a:pt x="1430" y="1134"/>
                </a:lnTo>
                <a:lnTo>
                  <a:pt x="1427" y="1134"/>
                </a:lnTo>
                <a:lnTo>
                  <a:pt x="1427" y="1133"/>
                </a:lnTo>
                <a:lnTo>
                  <a:pt x="1426" y="1133"/>
                </a:lnTo>
                <a:lnTo>
                  <a:pt x="1424" y="1133"/>
                </a:lnTo>
                <a:lnTo>
                  <a:pt x="1423" y="1134"/>
                </a:lnTo>
                <a:lnTo>
                  <a:pt x="1422" y="1134"/>
                </a:lnTo>
                <a:lnTo>
                  <a:pt x="1422" y="1133"/>
                </a:lnTo>
                <a:lnTo>
                  <a:pt x="1421" y="1131"/>
                </a:lnTo>
                <a:lnTo>
                  <a:pt x="1420" y="1131"/>
                </a:lnTo>
                <a:lnTo>
                  <a:pt x="1419" y="1131"/>
                </a:lnTo>
                <a:lnTo>
                  <a:pt x="1417" y="1130"/>
                </a:lnTo>
                <a:lnTo>
                  <a:pt x="1416" y="1129"/>
                </a:lnTo>
                <a:lnTo>
                  <a:pt x="1415" y="1128"/>
                </a:lnTo>
                <a:lnTo>
                  <a:pt x="1414" y="1127"/>
                </a:lnTo>
                <a:lnTo>
                  <a:pt x="1413" y="1127"/>
                </a:lnTo>
                <a:lnTo>
                  <a:pt x="1412" y="1127"/>
                </a:lnTo>
                <a:lnTo>
                  <a:pt x="1412" y="1128"/>
                </a:lnTo>
                <a:lnTo>
                  <a:pt x="1410" y="1127"/>
                </a:lnTo>
                <a:lnTo>
                  <a:pt x="1409" y="1127"/>
                </a:lnTo>
                <a:lnTo>
                  <a:pt x="1408" y="1126"/>
                </a:lnTo>
                <a:lnTo>
                  <a:pt x="1407" y="1125"/>
                </a:lnTo>
                <a:lnTo>
                  <a:pt x="1405" y="1124"/>
                </a:lnTo>
                <a:lnTo>
                  <a:pt x="1402" y="1123"/>
                </a:lnTo>
                <a:lnTo>
                  <a:pt x="1402" y="1124"/>
                </a:lnTo>
                <a:lnTo>
                  <a:pt x="1401" y="1124"/>
                </a:lnTo>
                <a:lnTo>
                  <a:pt x="1400" y="1124"/>
                </a:lnTo>
                <a:lnTo>
                  <a:pt x="1399" y="1124"/>
                </a:lnTo>
                <a:lnTo>
                  <a:pt x="1398" y="1124"/>
                </a:lnTo>
                <a:lnTo>
                  <a:pt x="1397" y="1124"/>
                </a:lnTo>
                <a:lnTo>
                  <a:pt x="1397" y="1125"/>
                </a:lnTo>
                <a:lnTo>
                  <a:pt x="1396" y="1125"/>
                </a:lnTo>
                <a:lnTo>
                  <a:pt x="1396" y="1124"/>
                </a:lnTo>
                <a:lnTo>
                  <a:pt x="1395" y="1124"/>
                </a:lnTo>
                <a:lnTo>
                  <a:pt x="1393" y="1123"/>
                </a:lnTo>
                <a:lnTo>
                  <a:pt x="1392" y="1122"/>
                </a:lnTo>
                <a:lnTo>
                  <a:pt x="1391" y="1118"/>
                </a:lnTo>
                <a:lnTo>
                  <a:pt x="1390" y="1116"/>
                </a:lnTo>
                <a:lnTo>
                  <a:pt x="1389" y="1116"/>
                </a:lnTo>
                <a:lnTo>
                  <a:pt x="1388" y="1116"/>
                </a:lnTo>
                <a:lnTo>
                  <a:pt x="1388" y="1115"/>
                </a:lnTo>
                <a:lnTo>
                  <a:pt x="1387" y="1115"/>
                </a:lnTo>
                <a:lnTo>
                  <a:pt x="1386" y="1114"/>
                </a:lnTo>
                <a:lnTo>
                  <a:pt x="1385" y="1113"/>
                </a:lnTo>
                <a:lnTo>
                  <a:pt x="1384" y="1112"/>
                </a:lnTo>
                <a:lnTo>
                  <a:pt x="1383" y="1110"/>
                </a:lnTo>
                <a:lnTo>
                  <a:pt x="1382" y="1108"/>
                </a:lnTo>
                <a:lnTo>
                  <a:pt x="1381" y="1107"/>
                </a:lnTo>
                <a:lnTo>
                  <a:pt x="1380" y="1107"/>
                </a:lnTo>
                <a:lnTo>
                  <a:pt x="1379" y="1106"/>
                </a:lnTo>
                <a:lnTo>
                  <a:pt x="1378" y="1106"/>
                </a:lnTo>
                <a:lnTo>
                  <a:pt x="1377" y="1105"/>
                </a:lnTo>
                <a:lnTo>
                  <a:pt x="1373" y="1103"/>
                </a:lnTo>
                <a:lnTo>
                  <a:pt x="1372" y="1103"/>
                </a:lnTo>
                <a:lnTo>
                  <a:pt x="1372" y="1104"/>
                </a:lnTo>
                <a:lnTo>
                  <a:pt x="1371" y="1104"/>
                </a:lnTo>
                <a:lnTo>
                  <a:pt x="1369" y="1104"/>
                </a:lnTo>
                <a:lnTo>
                  <a:pt x="1368" y="1104"/>
                </a:lnTo>
                <a:lnTo>
                  <a:pt x="1367" y="1104"/>
                </a:lnTo>
                <a:lnTo>
                  <a:pt x="1364" y="1103"/>
                </a:lnTo>
                <a:lnTo>
                  <a:pt x="1362" y="1103"/>
                </a:lnTo>
                <a:lnTo>
                  <a:pt x="1360" y="1103"/>
                </a:lnTo>
                <a:lnTo>
                  <a:pt x="1359" y="1103"/>
                </a:lnTo>
                <a:lnTo>
                  <a:pt x="1358" y="1103"/>
                </a:lnTo>
                <a:lnTo>
                  <a:pt x="1356" y="1104"/>
                </a:lnTo>
                <a:lnTo>
                  <a:pt x="1355" y="1105"/>
                </a:lnTo>
                <a:lnTo>
                  <a:pt x="1353" y="1109"/>
                </a:lnTo>
                <a:lnTo>
                  <a:pt x="1354" y="1110"/>
                </a:lnTo>
                <a:lnTo>
                  <a:pt x="1353" y="1110"/>
                </a:lnTo>
                <a:lnTo>
                  <a:pt x="1353" y="1111"/>
                </a:lnTo>
                <a:lnTo>
                  <a:pt x="1352" y="1111"/>
                </a:lnTo>
                <a:lnTo>
                  <a:pt x="1351" y="1112"/>
                </a:lnTo>
                <a:lnTo>
                  <a:pt x="1350" y="1112"/>
                </a:lnTo>
                <a:lnTo>
                  <a:pt x="1346" y="1113"/>
                </a:lnTo>
                <a:lnTo>
                  <a:pt x="1346" y="1112"/>
                </a:lnTo>
                <a:lnTo>
                  <a:pt x="1345" y="1114"/>
                </a:lnTo>
                <a:lnTo>
                  <a:pt x="1340" y="1115"/>
                </a:lnTo>
                <a:lnTo>
                  <a:pt x="1339" y="1115"/>
                </a:lnTo>
                <a:lnTo>
                  <a:pt x="1339" y="1116"/>
                </a:lnTo>
                <a:lnTo>
                  <a:pt x="1338" y="1116"/>
                </a:lnTo>
                <a:lnTo>
                  <a:pt x="1337" y="1117"/>
                </a:lnTo>
                <a:lnTo>
                  <a:pt x="1336" y="1117"/>
                </a:lnTo>
                <a:lnTo>
                  <a:pt x="1335" y="1117"/>
                </a:lnTo>
                <a:lnTo>
                  <a:pt x="1333" y="1117"/>
                </a:lnTo>
                <a:lnTo>
                  <a:pt x="1333" y="1118"/>
                </a:lnTo>
                <a:lnTo>
                  <a:pt x="1332" y="1120"/>
                </a:lnTo>
                <a:lnTo>
                  <a:pt x="1333" y="1121"/>
                </a:lnTo>
                <a:lnTo>
                  <a:pt x="1334" y="1124"/>
                </a:lnTo>
                <a:lnTo>
                  <a:pt x="1334" y="1125"/>
                </a:lnTo>
                <a:lnTo>
                  <a:pt x="1334" y="1126"/>
                </a:lnTo>
                <a:lnTo>
                  <a:pt x="1334" y="1127"/>
                </a:lnTo>
                <a:lnTo>
                  <a:pt x="1335" y="1127"/>
                </a:lnTo>
                <a:lnTo>
                  <a:pt x="1335" y="1128"/>
                </a:lnTo>
                <a:lnTo>
                  <a:pt x="1337" y="1128"/>
                </a:lnTo>
                <a:lnTo>
                  <a:pt x="1337" y="1129"/>
                </a:lnTo>
                <a:lnTo>
                  <a:pt x="1337" y="1130"/>
                </a:lnTo>
                <a:lnTo>
                  <a:pt x="1337" y="1131"/>
                </a:lnTo>
                <a:lnTo>
                  <a:pt x="1338" y="1132"/>
                </a:lnTo>
                <a:lnTo>
                  <a:pt x="1338" y="1133"/>
                </a:lnTo>
                <a:lnTo>
                  <a:pt x="1338" y="1135"/>
                </a:lnTo>
                <a:lnTo>
                  <a:pt x="1337" y="1135"/>
                </a:lnTo>
                <a:lnTo>
                  <a:pt x="1337" y="1136"/>
                </a:lnTo>
                <a:lnTo>
                  <a:pt x="1337" y="1137"/>
                </a:lnTo>
                <a:lnTo>
                  <a:pt x="1336" y="1138"/>
                </a:lnTo>
                <a:lnTo>
                  <a:pt x="1336" y="1139"/>
                </a:lnTo>
                <a:lnTo>
                  <a:pt x="1335" y="1141"/>
                </a:lnTo>
                <a:lnTo>
                  <a:pt x="1332" y="1142"/>
                </a:lnTo>
                <a:lnTo>
                  <a:pt x="1332" y="1141"/>
                </a:lnTo>
                <a:lnTo>
                  <a:pt x="1331" y="1141"/>
                </a:lnTo>
                <a:lnTo>
                  <a:pt x="1330" y="1141"/>
                </a:lnTo>
                <a:lnTo>
                  <a:pt x="1329" y="1142"/>
                </a:lnTo>
                <a:lnTo>
                  <a:pt x="1329" y="1144"/>
                </a:lnTo>
                <a:lnTo>
                  <a:pt x="1329" y="1145"/>
                </a:lnTo>
                <a:lnTo>
                  <a:pt x="1329" y="1146"/>
                </a:lnTo>
                <a:lnTo>
                  <a:pt x="1329" y="1148"/>
                </a:lnTo>
                <a:lnTo>
                  <a:pt x="1330" y="1149"/>
                </a:lnTo>
                <a:lnTo>
                  <a:pt x="1329" y="1149"/>
                </a:lnTo>
                <a:lnTo>
                  <a:pt x="1329" y="1150"/>
                </a:lnTo>
                <a:lnTo>
                  <a:pt x="1329" y="1151"/>
                </a:lnTo>
                <a:lnTo>
                  <a:pt x="1329" y="1152"/>
                </a:lnTo>
                <a:lnTo>
                  <a:pt x="1328" y="1154"/>
                </a:lnTo>
                <a:lnTo>
                  <a:pt x="1328" y="1155"/>
                </a:lnTo>
                <a:lnTo>
                  <a:pt x="1328" y="1154"/>
                </a:lnTo>
                <a:lnTo>
                  <a:pt x="1327" y="1154"/>
                </a:lnTo>
                <a:lnTo>
                  <a:pt x="1327" y="1155"/>
                </a:lnTo>
                <a:lnTo>
                  <a:pt x="1326" y="1155"/>
                </a:lnTo>
                <a:lnTo>
                  <a:pt x="1326" y="1156"/>
                </a:lnTo>
                <a:lnTo>
                  <a:pt x="1326" y="1157"/>
                </a:lnTo>
                <a:lnTo>
                  <a:pt x="1326" y="1159"/>
                </a:lnTo>
                <a:lnTo>
                  <a:pt x="1325" y="1160"/>
                </a:lnTo>
                <a:lnTo>
                  <a:pt x="1324" y="1160"/>
                </a:lnTo>
                <a:lnTo>
                  <a:pt x="1322" y="1159"/>
                </a:lnTo>
                <a:lnTo>
                  <a:pt x="1321" y="1158"/>
                </a:lnTo>
                <a:lnTo>
                  <a:pt x="1319" y="1157"/>
                </a:lnTo>
                <a:lnTo>
                  <a:pt x="1318" y="1157"/>
                </a:lnTo>
                <a:lnTo>
                  <a:pt x="1318" y="1158"/>
                </a:lnTo>
                <a:lnTo>
                  <a:pt x="1316" y="1159"/>
                </a:lnTo>
                <a:lnTo>
                  <a:pt x="1314" y="1159"/>
                </a:lnTo>
                <a:lnTo>
                  <a:pt x="1312" y="1160"/>
                </a:lnTo>
                <a:lnTo>
                  <a:pt x="1311" y="1160"/>
                </a:lnTo>
                <a:lnTo>
                  <a:pt x="1310" y="1160"/>
                </a:lnTo>
                <a:lnTo>
                  <a:pt x="1308" y="1161"/>
                </a:lnTo>
                <a:lnTo>
                  <a:pt x="1308" y="1162"/>
                </a:lnTo>
                <a:lnTo>
                  <a:pt x="1307" y="1162"/>
                </a:lnTo>
                <a:lnTo>
                  <a:pt x="1306" y="1162"/>
                </a:lnTo>
                <a:lnTo>
                  <a:pt x="1305" y="1162"/>
                </a:lnTo>
                <a:lnTo>
                  <a:pt x="1305" y="1161"/>
                </a:lnTo>
                <a:lnTo>
                  <a:pt x="1303" y="1160"/>
                </a:lnTo>
                <a:lnTo>
                  <a:pt x="1302" y="1160"/>
                </a:lnTo>
                <a:lnTo>
                  <a:pt x="1302" y="1161"/>
                </a:lnTo>
                <a:lnTo>
                  <a:pt x="1301" y="1162"/>
                </a:lnTo>
                <a:lnTo>
                  <a:pt x="1300" y="1162"/>
                </a:lnTo>
                <a:lnTo>
                  <a:pt x="1299" y="1162"/>
                </a:lnTo>
                <a:lnTo>
                  <a:pt x="1298" y="1162"/>
                </a:lnTo>
                <a:lnTo>
                  <a:pt x="1297" y="1162"/>
                </a:lnTo>
                <a:lnTo>
                  <a:pt x="1297" y="1161"/>
                </a:lnTo>
                <a:lnTo>
                  <a:pt x="1296" y="1161"/>
                </a:lnTo>
                <a:lnTo>
                  <a:pt x="1296" y="1162"/>
                </a:lnTo>
                <a:lnTo>
                  <a:pt x="1295" y="1162"/>
                </a:lnTo>
                <a:lnTo>
                  <a:pt x="1295" y="1163"/>
                </a:lnTo>
                <a:lnTo>
                  <a:pt x="1295" y="1164"/>
                </a:lnTo>
                <a:lnTo>
                  <a:pt x="1295" y="1165"/>
                </a:lnTo>
                <a:lnTo>
                  <a:pt x="1294" y="1164"/>
                </a:lnTo>
                <a:lnTo>
                  <a:pt x="1291" y="1164"/>
                </a:lnTo>
                <a:lnTo>
                  <a:pt x="1290" y="1164"/>
                </a:lnTo>
                <a:lnTo>
                  <a:pt x="1289" y="1164"/>
                </a:lnTo>
                <a:lnTo>
                  <a:pt x="1288" y="1164"/>
                </a:lnTo>
                <a:lnTo>
                  <a:pt x="1287" y="1164"/>
                </a:lnTo>
                <a:lnTo>
                  <a:pt x="1287" y="1165"/>
                </a:lnTo>
                <a:lnTo>
                  <a:pt x="1286" y="1164"/>
                </a:lnTo>
                <a:lnTo>
                  <a:pt x="1285" y="1164"/>
                </a:lnTo>
                <a:lnTo>
                  <a:pt x="1284" y="1163"/>
                </a:lnTo>
                <a:lnTo>
                  <a:pt x="1283" y="1163"/>
                </a:lnTo>
                <a:lnTo>
                  <a:pt x="1283" y="1164"/>
                </a:lnTo>
                <a:lnTo>
                  <a:pt x="1283" y="1165"/>
                </a:lnTo>
                <a:lnTo>
                  <a:pt x="1283" y="1166"/>
                </a:lnTo>
                <a:lnTo>
                  <a:pt x="1284" y="1167"/>
                </a:lnTo>
                <a:lnTo>
                  <a:pt x="1284" y="1168"/>
                </a:lnTo>
                <a:lnTo>
                  <a:pt x="1283" y="1168"/>
                </a:lnTo>
                <a:lnTo>
                  <a:pt x="1283" y="1169"/>
                </a:lnTo>
                <a:lnTo>
                  <a:pt x="1283" y="1170"/>
                </a:lnTo>
                <a:lnTo>
                  <a:pt x="1284" y="1170"/>
                </a:lnTo>
                <a:lnTo>
                  <a:pt x="1284" y="1171"/>
                </a:lnTo>
                <a:lnTo>
                  <a:pt x="1284" y="1172"/>
                </a:lnTo>
                <a:lnTo>
                  <a:pt x="1283" y="1172"/>
                </a:lnTo>
                <a:lnTo>
                  <a:pt x="1282" y="1172"/>
                </a:lnTo>
                <a:lnTo>
                  <a:pt x="1281" y="1172"/>
                </a:lnTo>
                <a:lnTo>
                  <a:pt x="1279" y="1173"/>
                </a:lnTo>
                <a:lnTo>
                  <a:pt x="1279" y="1174"/>
                </a:lnTo>
                <a:lnTo>
                  <a:pt x="1279" y="1175"/>
                </a:lnTo>
                <a:lnTo>
                  <a:pt x="1279" y="1176"/>
                </a:lnTo>
                <a:lnTo>
                  <a:pt x="1278" y="1176"/>
                </a:lnTo>
                <a:lnTo>
                  <a:pt x="1278" y="1177"/>
                </a:lnTo>
                <a:lnTo>
                  <a:pt x="1279" y="1177"/>
                </a:lnTo>
                <a:lnTo>
                  <a:pt x="1279" y="1178"/>
                </a:lnTo>
                <a:lnTo>
                  <a:pt x="1280" y="1178"/>
                </a:lnTo>
                <a:lnTo>
                  <a:pt x="1281" y="1179"/>
                </a:lnTo>
                <a:lnTo>
                  <a:pt x="1281" y="1180"/>
                </a:lnTo>
                <a:lnTo>
                  <a:pt x="1282" y="1180"/>
                </a:lnTo>
                <a:lnTo>
                  <a:pt x="1283" y="1180"/>
                </a:lnTo>
                <a:lnTo>
                  <a:pt x="1284" y="1183"/>
                </a:lnTo>
                <a:lnTo>
                  <a:pt x="1284" y="1186"/>
                </a:lnTo>
                <a:lnTo>
                  <a:pt x="1285" y="1186"/>
                </a:lnTo>
                <a:lnTo>
                  <a:pt x="1285" y="1187"/>
                </a:lnTo>
                <a:lnTo>
                  <a:pt x="1285" y="1188"/>
                </a:lnTo>
                <a:lnTo>
                  <a:pt x="1285" y="1189"/>
                </a:lnTo>
                <a:lnTo>
                  <a:pt x="1286" y="1190"/>
                </a:lnTo>
                <a:lnTo>
                  <a:pt x="1286" y="1191"/>
                </a:lnTo>
                <a:lnTo>
                  <a:pt x="1286" y="1192"/>
                </a:lnTo>
                <a:lnTo>
                  <a:pt x="1285" y="1193"/>
                </a:lnTo>
                <a:lnTo>
                  <a:pt x="1285" y="1194"/>
                </a:lnTo>
                <a:lnTo>
                  <a:pt x="1285" y="1195"/>
                </a:lnTo>
                <a:lnTo>
                  <a:pt x="1285" y="1196"/>
                </a:lnTo>
                <a:lnTo>
                  <a:pt x="1285" y="1197"/>
                </a:lnTo>
                <a:lnTo>
                  <a:pt x="1286" y="1198"/>
                </a:lnTo>
                <a:lnTo>
                  <a:pt x="1287" y="1198"/>
                </a:lnTo>
                <a:lnTo>
                  <a:pt x="1287" y="1200"/>
                </a:lnTo>
                <a:lnTo>
                  <a:pt x="1286" y="1200"/>
                </a:lnTo>
                <a:lnTo>
                  <a:pt x="1285" y="1201"/>
                </a:lnTo>
                <a:lnTo>
                  <a:pt x="1286" y="1203"/>
                </a:lnTo>
                <a:lnTo>
                  <a:pt x="1286" y="1204"/>
                </a:lnTo>
                <a:lnTo>
                  <a:pt x="1287" y="1204"/>
                </a:lnTo>
                <a:lnTo>
                  <a:pt x="1287" y="1207"/>
                </a:lnTo>
                <a:lnTo>
                  <a:pt x="1286" y="1207"/>
                </a:lnTo>
                <a:lnTo>
                  <a:pt x="1286" y="1208"/>
                </a:lnTo>
                <a:lnTo>
                  <a:pt x="1286" y="1209"/>
                </a:lnTo>
                <a:lnTo>
                  <a:pt x="1286" y="1210"/>
                </a:lnTo>
                <a:lnTo>
                  <a:pt x="1286" y="1211"/>
                </a:lnTo>
                <a:lnTo>
                  <a:pt x="1285" y="1211"/>
                </a:lnTo>
                <a:lnTo>
                  <a:pt x="1285" y="1212"/>
                </a:lnTo>
                <a:lnTo>
                  <a:pt x="1284" y="1213"/>
                </a:lnTo>
                <a:lnTo>
                  <a:pt x="1283" y="1216"/>
                </a:lnTo>
                <a:lnTo>
                  <a:pt x="1283" y="1217"/>
                </a:lnTo>
                <a:lnTo>
                  <a:pt x="1282" y="1217"/>
                </a:lnTo>
                <a:lnTo>
                  <a:pt x="1281" y="1218"/>
                </a:lnTo>
                <a:lnTo>
                  <a:pt x="1282" y="1220"/>
                </a:lnTo>
                <a:lnTo>
                  <a:pt x="1283" y="1222"/>
                </a:lnTo>
                <a:lnTo>
                  <a:pt x="1284" y="1223"/>
                </a:lnTo>
                <a:lnTo>
                  <a:pt x="1285" y="1223"/>
                </a:lnTo>
                <a:lnTo>
                  <a:pt x="1286" y="1223"/>
                </a:lnTo>
                <a:lnTo>
                  <a:pt x="1286" y="1224"/>
                </a:lnTo>
                <a:lnTo>
                  <a:pt x="1287" y="1225"/>
                </a:lnTo>
                <a:lnTo>
                  <a:pt x="1288" y="1226"/>
                </a:lnTo>
                <a:lnTo>
                  <a:pt x="1288" y="1227"/>
                </a:lnTo>
                <a:lnTo>
                  <a:pt x="1289" y="1228"/>
                </a:lnTo>
                <a:lnTo>
                  <a:pt x="1290" y="1228"/>
                </a:lnTo>
                <a:lnTo>
                  <a:pt x="1291" y="1227"/>
                </a:lnTo>
                <a:lnTo>
                  <a:pt x="1292" y="1227"/>
                </a:lnTo>
                <a:lnTo>
                  <a:pt x="1293" y="1227"/>
                </a:lnTo>
                <a:lnTo>
                  <a:pt x="1294" y="1227"/>
                </a:lnTo>
                <a:lnTo>
                  <a:pt x="1295" y="1227"/>
                </a:lnTo>
                <a:lnTo>
                  <a:pt x="1296" y="1228"/>
                </a:lnTo>
                <a:lnTo>
                  <a:pt x="1297" y="1228"/>
                </a:lnTo>
                <a:lnTo>
                  <a:pt x="1298" y="1228"/>
                </a:lnTo>
                <a:lnTo>
                  <a:pt x="1299" y="1228"/>
                </a:lnTo>
                <a:lnTo>
                  <a:pt x="1300" y="1229"/>
                </a:lnTo>
                <a:lnTo>
                  <a:pt x="1301" y="1229"/>
                </a:lnTo>
                <a:lnTo>
                  <a:pt x="1301" y="1230"/>
                </a:lnTo>
                <a:lnTo>
                  <a:pt x="1300" y="1231"/>
                </a:lnTo>
                <a:lnTo>
                  <a:pt x="1300" y="1233"/>
                </a:lnTo>
                <a:lnTo>
                  <a:pt x="1300" y="1234"/>
                </a:lnTo>
                <a:lnTo>
                  <a:pt x="1299" y="1235"/>
                </a:lnTo>
                <a:lnTo>
                  <a:pt x="1299" y="1236"/>
                </a:lnTo>
                <a:lnTo>
                  <a:pt x="1299" y="1237"/>
                </a:lnTo>
                <a:lnTo>
                  <a:pt x="1299" y="1238"/>
                </a:lnTo>
                <a:lnTo>
                  <a:pt x="1298" y="1239"/>
                </a:lnTo>
                <a:lnTo>
                  <a:pt x="1298" y="1240"/>
                </a:lnTo>
                <a:lnTo>
                  <a:pt x="1298" y="1241"/>
                </a:lnTo>
                <a:lnTo>
                  <a:pt x="1299" y="1242"/>
                </a:lnTo>
                <a:lnTo>
                  <a:pt x="1299" y="1243"/>
                </a:lnTo>
                <a:lnTo>
                  <a:pt x="1299" y="1244"/>
                </a:lnTo>
                <a:lnTo>
                  <a:pt x="1300" y="1245"/>
                </a:lnTo>
                <a:lnTo>
                  <a:pt x="1301" y="1246"/>
                </a:lnTo>
                <a:lnTo>
                  <a:pt x="1302" y="1246"/>
                </a:lnTo>
                <a:lnTo>
                  <a:pt x="1302" y="1247"/>
                </a:lnTo>
                <a:lnTo>
                  <a:pt x="1303" y="1248"/>
                </a:lnTo>
                <a:lnTo>
                  <a:pt x="1303" y="1249"/>
                </a:lnTo>
                <a:lnTo>
                  <a:pt x="1303" y="1250"/>
                </a:lnTo>
                <a:lnTo>
                  <a:pt x="1303" y="1251"/>
                </a:lnTo>
                <a:lnTo>
                  <a:pt x="1304" y="1251"/>
                </a:lnTo>
                <a:lnTo>
                  <a:pt x="1303" y="1252"/>
                </a:lnTo>
                <a:lnTo>
                  <a:pt x="1304" y="1253"/>
                </a:lnTo>
                <a:lnTo>
                  <a:pt x="1305" y="1253"/>
                </a:lnTo>
                <a:lnTo>
                  <a:pt x="1306" y="1253"/>
                </a:lnTo>
                <a:lnTo>
                  <a:pt x="1307" y="1253"/>
                </a:lnTo>
                <a:lnTo>
                  <a:pt x="1307" y="1252"/>
                </a:lnTo>
                <a:lnTo>
                  <a:pt x="1308" y="1252"/>
                </a:lnTo>
                <a:lnTo>
                  <a:pt x="1309" y="1252"/>
                </a:lnTo>
                <a:lnTo>
                  <a:pt x="1309" y="1253"/>
                </a:lnTo>
                <a:lnTo>
                  <a:pt x="1309" y="1254"/>
                </a:lnTo>
                <a:lnTo>
                  <a:pt x="1310" y="1255"/>
                </a:lnTo>
                <a:lnTo>
                  <a:pt x="1311" y="1255"/>
                </a:lnTo>
                <a:lnTo>
                  <a:pt x="1311" y="1256"/>
                </a:lnTo>
                <a:lnTo>
                  <a:pt x="1312" y="1256"/>
                </a:lnTo>
                <a:lnTo>
                  <a:pt x="1313" y="1256"/>
                </a:lnTo>
                <a:lnTo>
                  <a:pt x="1314" y="1255"/>
                </a:lnTo>
                <a:lnTo>
                  <a:pt x="1316" y="1255"/>
                </a:lnTo>
                <a:lnTo>
                  <a:pt x="1317" y="1255"/>
                </a:lnTo>
                <a:lnTo>
                  <a:pt x="1317" y="1256"/>
                </a:lnTo>
                <a:lnTo>
                  <a:pt x="1319" y="1257"/>
                </a:lnTo>
                <a:lnTo>
                  <a:pt x="1319" y="1258"/>
                </a:lnTo>
                <a:lnTo>
                  <a:pt x="1321" y="1258"/>
                </a:lnTo>
                <a:lnTo>
                  <a:pt x="1322" y="1258"/>
                </a:lnTo>
                <a:lnTo>
                  <a:pt x="1323" y="1258"/>
                </a:lnTo>
                <a:lnTo>
                  <a:pt x="1323" y="1259"/>
                </a:lnTo>
                <a:lnTo>
                  <a:pt x="1324" y="1259"/>
                </a:lnTo>
                <a:lnTo>
                  <a:pt x="1323" y="1259"/>
                </a:lnTo>
                <a:lnTo>
                  <a:pt x="1323" y="1260"/>
                </a:lnTo>
                <a:lnTo>
                  <a:pt x="1323" y="1261"/>
                </a:lnTo>
                <a:lnTo>
                  <a:pt x="1324" y="1261"/>
                </a:lnTo>
                <a:lnTo>
                  <a:pt x="1325" y="1261"/>
                </a:lnTo>
                <a:lnTo>
                  <a:pt x="1326" y="1262"/>
                </a:lnTo>
                <a:lnTo>
                  <a:pt x="1328" y="1262"/>
                </a:lnTo>
                <a:lnTo>
                  <a:pt x="1329" y="1262"/>
                </a:lnTo>
                <a:lnTo>
                  <a:pt x="1330" y="1263"/>
                </a:lnTo>
                <a:lnTo>
                  <a:pt x="1330" y="1264"/>
                </a:lnTo>
                <a:lnTo>
                  <a:pt x="1331" y="1264"/>
                </a:lnTo>
                <a:lnTo>
                  <a:pt x="1333" y="1265"/>
                </a:lnTo>
                <a:lnTo>
                  <a:pt x="1333" y="1266"/>
                </a:lnTo>
                <a:lnTo>
                  <a:pt x="1334" y="1266"/>
                </a:lnTo>
                <a:lnTo>
                  <a:pt x="1335" y="1266"/>
                </a:lnTo>
                <a:lnTo>
                  <a:pt x="1335" y="1267"/>
                </a:lnTo>
                <a:lnTo>
                  <a:pt x="1336" y="1267"/>
                </a:lnTo>
                <a:lnTo>
                  <a:pt x="1337" y="1267"/>
                </a:lnTo>
                <a:lnTo>
                  <a:pt x="1337" y="1268"/>
                </a:lnTo>
                <a:lnTo>
                  <a:pt x="1336" y="1268"/>
                </a:lnTo>
                <a:lnTo>
                  <a:pt x="1335" y="1268"/>
                </a:lnTo>
                <a:lnTo>
                  <a:pt x="1336" y="1269"/>
                </a:lnTo>
                <a:lnTo>
                  <a:pt x="1335" y="1270"/>
                </a:lnTo>
                <a:lnTo>
                  <a:pt x="1334" y="1270"/>
                </a:lnTo>
                <a:lnTo>
                  <a:pt x="1334" y="1271"/>
                </a:lnTo>
                <a:lnTo>
                  <a:pt x="1333" y="1271"/>
                </a:lnTo>
                <a:lnTo>
                  <a:pt x="1332" y="1271"/>
                </a:lnTo>
                <a:lnTo>
                  <a:pt x="1331" y="1271"/>
                </a:lnTo>
                <a:lnTo>
                  <a:pt x="1328" y="1274"/>
                </a:lnTo>
                <a:lnTo>
                  <a:pt x="1328" y="1275"/>
                </a:lnTo>
                <a:lnTo>
                  <a:pt x="1327" y="1276"/>
                </a:lnTo>
                <a:lnTo>
                  <a:pt x="1327" y="1277"/>
                </a:lnTo>
                <a:lnTo>
                  <a:pt x="1325" y="1276"/>
                </a:lnTo>
                <a:lnTo>
                  <a:pt x="1324" y="1276"/>
                </a:lnTo>
                <a:lnTo>
                  <a:pt x="1323" y="1276"/>
                </a:lnTo>
                <a:lnTo>
                  <a:pt x="1323" y="1277"/>
                </a:lnTo>
                <a:lnTo>
                  <a:pt x="1322" y="1277"/>
                </a:lnTo>
                <a:lnTo>
                  <a:pt x="1322" y="1278"/>
                </a:lnTo>
                <a:lnTo>
                  <a:pt x="1323" y="1279"/>
                </a:lnTo>
                <a:lnTo>
                  <a:pt x="1323" y="1280"/>
                </a:lnTo>
                <a:lnTo>
                  <a:pt x="1322" y="1280"/>
                </a:lnTo>
                <a:lnTo>
                  <a:pt x="1321" y="1280"/>
                </a:lnTo>
                <a:lnTo>
                  <a:pt x="1320" y="1280"/>
                </a:lnTo>
                <a:lnTo>
                  <a:pt x="1318" y="1280"/>
                </a:lnTo>
                <a:lnTo>
                  <a:pt x="1317" y="1279"/>
                </a:lnTo>
                <a:lnTo>
                  <a:pt x="1316" y="1279"/>
                </a:lnTo>
                <a:lnTo>
                  <a:pt x="1314" y="1280"/>
                </a:lnTo>
                <a:lnTo>
                  <a:pt x="1313" y="1280"/>
                </a:lnTo>
                <a:lnTo>
                  <a:pt x="1313" y="1281"/>
                </a:lnTo>
                <a:lnTo>
                  <a:pt x="1313" y="1282"/>
                </a:lnTo>
                <a:lnTo>
                  <a:pt x="1313" y="1283"/>
                </a:lnTo>
                <a:lnTo>
                  <a:pt x="1312" y="1284"/>
                </a:lnTo>
                <a:lnTo>
                  <a:pt x="1312" y="1286"/>
                </a:lnTo>
                <a:lnTo>
                  <a:pt x="1312" y="1287"/>
                </a:lnTo>
                <a:lnTo>
                  <a:pt x="1311" y="1288"/>
                </a:lnTo>
                <a:lnTo>
                  <a:pt x="1311" y="1289"/>
                </a:lnTo>
                <a:lnTo>
                  <a:pt x="1310" y="1289"/>
                </a:lnTo>
                <a:lnTo>
                  <a:pt x="1310" y="1290"/>
                </a:lnTo>
                <a:lnTo>
                  <a:pt x="1310" y="1291"/>
                </a:lnTo>
                <a:lnTo>
                  <a:pt x="1310" y="1293"/>
                </a:lnTo>
                <a:lnTo>
                  <a:pt x="1310" y="1294"/>
                </a:lnTo>
                <a:lnTo>
                  <a:pt x="1310" y="1295"/>
                </a:lnTo>
                <a:lnTo>
                  <a:pt x="1310" y="1296"/>
                </a:lnTo>
                <a:lnTo>
                  <a:pt x="1309" y="1296"/>
                </a:lnTo>
                <a:lnTo>
                  <a:pt x="1308" y="1297"/>
                </a:lnTo>
                <a:lnTo>
                  <a:pt x="1307" y="1298"/>
                </a:lnTo>
                <a:lnTo>
                  <a:pt x="1306" y="1300"/>
                </a:lnTo>
                <a:lnTo>
                  <a:pt x="1304" y="1301"/>
                </a:lnTo>
                <a:lnTo>
                  <a:pt x="1304" y="1302"/>
                </a:lnTo>
                <a:lnTo>
                  <a:pt x="1304" y="1303"/>
                </a:lnTo>
                <a:lnTo>
                  <a:pt x="1304" y="1304"/>
                </a:lnTo>
                <a:lnTo>
                  <a:pt x="1303" y="1304"/>
                </a:lnTo>
                <a:lnTo>
                  <a:pt x="1302" y="1304"/>
                </a:lnTo>
                <a:lnTo>
                  <a:pt x="1301" y="1305"/>
                </a:lnTo>
                <a:lnTo>
                  <a:pt x="1300" y="1305"/>
                </a:lnTo>
                <a:lnTo>
                  <a:pt x="1300" y="1306"/>
                </a:lnTo>
                <a:lnTo>
                  <a:pt x="1299" y="1306"/>
                </a:lnTo>
                <a:lnTo>
                  <a:pt x="1299" y="1307"/>
                </a:lnTo>
                <a:lnTo>
                  <a:pt x="1298" y="1307"/>
                </a:lnTo>
                <a:lnTo>
                  <a:pt x="1297" y="1306"/>
                </a:lnTo>
                <a:lnTo>
                  <a:pt x="1296" y="1306"/>
                </a:lnTo>
                <a:lnTo>
                  <a:pt x="1296" y="1307"/>
                </a:lnTo>
                <a:lnTo>
                  <a:pt x="1295" y="1307"/>
                </a:lnTo>
                <a:lnTo>
                  <a:pt x="1295" y="1308"/>
                </a:lnTo>
                <a:lnTo>
                  <a:pt x="1295" y="1309"/>
                </a:lnTo>
                <a:lnTo>
                  <a:pt x="1294" y="1310"/>
                </a:lnTo>
                <a:lnTo>
                  <a:pt x="1293" y="1310"/>
                </a:lnTo>
                <a:lnTo>
                  <a:pt x="1293" y="1311"/>
                </a:lnTo>
                <a:lnTo>
                  <a:pt x="1292" y="1313"/>
                </a:lnTo>
                <a:lnTo>
                  <a:pt x="1290" y="1313"/>
                </a:lnTo>
                <a:lnTo>
                  <a:pt x="1288" y="1314"/>
                </a:lnTo>
                <a:lnTo>
                  <a:pt x="1288" y="1315"/>
                </a:lnTo>
                <a:lnTo>
                  <a:pt x="1288" y="1316"/>
                </a:lnTo>
                <a:lnTo>
                  <a:pt x="1288" y="1317"/>
                </a:lnTo>
                <a:lnTo>
                  <a:pt x="1287" y="1318"/>
                </a:lnTo>
                <a:lnTo>
                  <a:pt x="1288" y="1319"/>
                </a:lnTo>
                <a:lnTo>
                  <a:pt x="1289" y="1319"/>
                </a:lnTo>
                <a:lnTo>
                  <a:pt x="1289" y="1320"/>
                </a:lnTo>
                <a:lnTo>
                  <a:pt x="1290" y="1320"/>
                </a:lnTo>
                <a:lnTo>
                  <a:pt x="1289" y="1321"/>
                </a:lnTo>
                <a:lnTo>
                  <a:pt x="1289" y="1322"/>
                </a:lnTo>
                <a:lnTo>
                  <a:pt x="1288" y="1322"/>
                </a:lnTo>
                <a:lnTo>
                  <a:pt x="1288" y="1323"/>
                </a:lnTo>
                <a:lnTo>
                  <a:pt x="1288" y="1325"/>
                </a:lnTo>
                <a:lnTo>
                  <a:pt x="1287" y="1325"/>
                </a:lnTo>
                <a:lnTo>
                  <a:pt x="1287" y="1326"/>
                </a:lnTo>
                <a:lnTo>
                  <a:pt x="1287" y="1327"/>
                </a:lnTo>
                <a:lnTo>
                  <a:pt x="1288" y="1327"/>
                </a:lnTo>
                <a:lnTo>
                  <a:pt x="1289" y="1328"/>
                </a:lnTo>
                <a:lnTo>
                  <a:pt x="1290" y="1329"/>
                </a:lnTo>
                <a:lnTo>
                  <a:pt x="1291" y="1329"/>
                </a:lnTo>
                <a:lnTo>
                  <a:pt x="1292" y="1329"/>
                </a:lnTo>
                <a:lnTo>
                  <a:pt x="1293" y="1333"/>
                </a:lnTo>
                <a:lnTo>
                  <a:pt x="1293" y="1335"/>
                </a:lnTo>
                <a:lnTo>
                  <a:pt x="1294" y="1335"/>
                </a:lnTo>
                <a:lnTo>
                  <a:pt x="1294" y="1336"/>
                </a:lnTo>
                <a:lnTo>
                  <a:pt x="1295" y="1337"/>
                </a:lnTo>
                <a:lnTo>
                  <a:pt x="1295" y="1338"/>
                </a:lnTo>
                <a:lnTo>
                  <a:pt x="1295" y="1339"/>
                </a:lnTo>
                <a:lnTo>
                  <a:pt x="1295" y="1340"/>
                </a:lnTo>
                <a:lnTo>
                  <a:pt x="1295" y="1341"/>
                </a:lnTo>
                <a:lnTo>
                  <a:pt x="1295" y="1342"/>
                </a:lnTo>
                <a:lnTo>
                  <a:pt x="1294" y="1343"/>
                </a:lnTo>
                <a:lnTo>
                  <a:pt x="1293" y="1343"/>
                </a:lnTo>
                <a:lnTo>
                  <a:pt x="1293" y="1342"/>
                </a:lnTo>
                <a:lnTo>
                  <a:pt x="1292" y="1343"/>
                </a:lnTo>
                <a:lnTo>
                  <a:pt x="1291" y="1344"/>
                </a:lnTo>
                <a:lnTo>
                  <a:pt x="1288" y="1344"/>
                </a:lnTo>
                <a:lnTo>
                  <a:pt x="1287" y="1344"/>
                </a:lnTo>
                <a:lnTo>
                  <a:pt x="1288" y="1346"/>
                </a:lnTo>
                <a:lnTo>
                  <a:pt x="1288" y="1347"/>
                </a:lnTo>
                <a:lnTo>
                  <a:pt x="1290" y="1349"/>
                </a:lnTo>
                <a:lnTo>
                  <a:pt x="1291" y="1350"/>
                </a:lnTo>
                <a:lnTo>
                  <a:pt x="1291" y="1351"/>
                </a:lnTo>
                <a:lnTo>
                  <a:pt x="1290" y="1351"/>
                </a:lnTo>
                <a:lnTo>
                  <a:pt x="1289" y="1352"/>
                </a:lnTo>
                <a:lnTo>
                  <a:pt x="1288" y="1353"/>
                </a:lnTo>
                <a:lnTo>
                  <a:pt x="1285" y="1353"/>
                </a:lnTo>
                <a:lnTo>
                  <a:pt x="1284" y="1352"/>
                </a:lnTo>
                <a:lnTo>
                  <a:pt x="1283" y="1352"/>
                </a:lnTo>
                <a:lnTo>
                  <a:pt x="1282" y="1353"/>
                </a:lnTo>
                <a:lnTo>
                  <a:pt x="1281" y="1354"/>
                </a:lnTo>
                <a:lnTo>
                  <a:pt x="1280" y="1354"/>
                </a:lnTo>
                <a:lnTo>
                  <a:pt x="1280" y="1353"/>
                </a:lnTo>
                <a:lnTo>
                  <a:pt x="1279" y="1353"/>
                </a:lnTo>
                <a:lnTo>
                  <a:pt x="1278" y="1352"/>
                </a:lnTo>
                <a:lnTo>
                  <a:pt x="1277" y="1352"/>
                </a:lnTo>
                <a:lnTo>
                  <a:pt x="1276" y="1353"/>
                </a:lnTo>
                <a:lnTo>
                  <a:pt x="1275" y="1353"/>
                </a:lnTo>
                <a:lnTo>
                  <a:pt x="1274" y="1353"/>
                </a:lnTo>
                <a:lnTo>
                  <a:pt x="1273" y="1353"/>
                </a:lnTo>
                <a:lnTo>
                  <a:pt x="1273" y="1354"/>
                </a:lnTo>
                <a:lnTo>
                  <a:pt x="1272" y="1354"/>
                </a:lnTo>
                <a:lnTo>
                  <a:pt x="1272" y="1355"/>
                </a:lnTo>
                <a:lnTo>
                  <a:pt x="1271" y="1355"/>
                </a:lnTo>
                <a:lnTo>
                  <a:pt x="1271" y="1356"/>
                </a:lnTo>
                <a:lnTo>
                  <a:pt x="1270" y="1356"/>
                </a:lnTo>
                <a:lnTo>
                  <a:pt x="1270" y="1355"/>
                </a:lnTo>
                <a:lnTo>
                  <a:pt x="1269" y="1355"/>
                </a:lnTo>
                <a:lnTo>
                  <a:pt x="1269" y="1356"/>
                </a:lnTo>
                <a:lnTo>
                  <a:pt x="1268" y="1356"/>
                </a:lnTo>
                <a:lnTo>
                  <a:pt x="1267" y="1356"/>
                </a:lnTo>
                <a:lnTo>
                  <a:pt x="1266" y="1356"/>
                </a:lnTo>
                <a:lnTo>
                  <a:pt x="1265" y="1356"/>
                </a:lnTo>
                <a:lnTo>
                  <a:pt x="1264" y="1357"/>
                </a:lnTo>
                <a:lnTo>
                  <a:pt x="1263" y="1358"/>
                </a:lnTo>
                <a:lnTo>
                  <a:pt x="1263" y="1359"/>
                </a:lnTo>
                <a:lnTo>
                  <a:pt x="1264" y="1360"/>
                </a:lnTo>
                <a:lnTo>
                  <a:pt x="1264" y="1362"/>
                </a:lnTo>
                <a:lnTo>
                  <a:pt x="1263" y="1363"/>
                </a:lnTo>
                <a:lnTo>
                  <a:pt x="1262" y="1364"/>
                </a:lnTo>
                <a:lnTo>
                  <a:pt x="1262" y="1365"/>
                </a:lnTo>
                <a:lnTo>
                  <a:pt x="1262" y="1366"/>
                </a:lnTo>
                <a:lnTo>
                  <a:pt x="1261" y="1366"/>
                </a:lnTo>
                <a:lnTo>
                  <a:pt x="1260" y="1368"/>
                </a:lnTo>
                <a:lnTo>
                  <a:pt x="1261" y="1369"/>
                </a:lnTo>
                <a:lnTo>
                  <a:pt x="1261" y="1370"/>
                </a:lnTo>
                <a:lnTo>
                  <a:pt x="1262" y="1370"/>
                </a:lnTo>
                <a:lnTo>
                  <a:pt x="1263" y="1370"/>
                </a:lnTo>
                <a:lnTo>
                  <a:pt x="1265" y="1370"/>
                </a:lnTo>
                <a:lnTo>
                  <a:pt x="1265" y="1371"/>
                </a:lnTo>
                <a:lnTo>
                  <a:pt x="1265" y="1372"/>
                </a:lnTo>
                <a:lnTo>
                  <a:pt x="1264" y="1373"/>
                </a:lnTo>
                <a:lnTo>
                  <a:pt x="1264" y="1374"/>
                </a:lnTo>
                <a:lnTo>
                  <a:pt x="1265" y="1374"/>
                </a:lnTo>
                <a:lnTo>
                  <a:pt x="1266" y="1374"/>
                </a:lnTo>
                <a:lnTo>
                  <a:pt x="1267" y="1375"/>
                </a:lnTo>
                <a:lnTo>
                  <a:pt x="1266" y="1376"/>
                </a:lnTo>
                <a:lnTo>
                  <a:pt x="1265" y="1377"/>
                </a:lnTo>
                <a:lnTo>
                  <a:pt x="1266" y="1378"/>
                </a:lnTo>
                <a:lnTo>
                  <a:pt x="1267" y="1379"/>
                </a:lnTo>
                <a:lnTo>
                  <a:pt x="1267" y="1381"/>
                </a:lnTo>
                <a:lnTo>
                  <a:pt x="1267" y="1382"/>
                </a:lnTo>
                <a:lnTo>
                  <a:pt x="1267" y="1383"/>
                </a:lnTo>
                <a:lnTo>
                  <a:pt x="1266" y="1383"/>
                </a:lnTo>
                <a:lnTo>
                  <a:pt x="1265" y="1383"/>
                </a:lnTo>
                <a:lnTo>
                  <a:pt x="1264" y="1383"/>
                </a:lnTo>
                <a:lnTo>
                  <a:pt x="1264" y="1384"/>
                </a:lnTo>
                <a:lnTo>
                  <a:pt x="1264" y="1385"/>
                </a:lnTo>
                <a:lnTo>
                  <a:pt x="1264" y="1387"/>
                </a:lnTo>
                <a:lnTo>
                  <a:pt x="1264" y="1389"/>
                </a:lnTo>
                <a:lnTo>
                  <a:pt x="1264" y="1390"/>
                </a:lnTo>
                <a:lnTo>
                  <a:pt x="1265" y="1390"/>
                </a:lnTo>
                <a:lnTo>
                  <a:pt x="1265" y="1392"/>
                </a:lnTo>
                <a:lnTo>
                  <a:pt x="1265" y="1393"/>
                </a:lnTo>
                <a:lnTo>
                  <a:pt x="1266" y="1395"/>
                </a:lnTo>
                <a:lnTo>
                  <a:pt x="1266" y="1396"/>
                </a:lnTo>
                <a:lnTo>
                  <a:pt x="1267" y="1397"/>
                </a:lnTo>
                <a:lnTo>
                  <a:pt x="1268" y="1401"/>
                </a:lnTo>
                <a:lnTo>
                  <a:pt x="1269" y="1402"/>
                </a:lnTo>
                <a:lnTo>
                  <a:pt x="1270" y="1403"/>
                </a:lnTo>
                <a:lnTo>
                  <a:pt x="1271" y="1404"/>
                </a:lnTo>
                <a:lnTo>
                  <a:pt x="1271" y="1405"/>
                </a:lnTo>
                <a:lnTo>
                  <a:pt x="1271" y="1406"/>
                </a:lnTo>
                <a:lnTo>
                  <a:pt x="1271" y="1407"/>
                </a:lnTo>
                <a:lnTo>
                  <a:pt x="1271" y="1408"/>
                </a:lnTo>
                <a:lnTo>
                  <a:pt x="1270" y="1408"/>
                </a:lnTo>
                <a:lnTo>
                  <a:pt x="1271" y="1409"/>
                </a:lnTo>
                <a:lnTo>
                  <a:pt x="1272" y="1410"/>
                </a:lnTo>
                <a:lnTo>
                  <a:pt x="1272" y="1411"/>
                </a:lnTo>
                <a:lnTo>
                  <a:pt x="1274" y="1412"/>
                </a:lnTo>
                <a:lnTo>
                  <a:pt x="1275" y="1415"/>
                </a:lnTo>
                <a:lnTo>
                  <a:pt x="1276" y="1415"/>
                </a:lnTo>
                <a:lnTo>
                  <a:pt x="1277" y="1416"/>
                </a:lnTo>
                <a:lnTo>
                  <a:pt x="1277" y="1417"/>
                </a:lnTo>
                <a:lnTo>
                  <a:pt x="1278" y="1417"/>
                </a:lnTo>
                <a:lnTo>
                  <a:pt x="1279" y="1417"/>
                </a:lnTo>
                <a:lnTo>
                  <a:pt x="1279" y="1418"/>
                </a:lnTo>
                <a:lnTo>
                  <a:pt x="1279" y="1420"/>
                </a:lnTo>
                <a:lnTo>
                  <a:pt x="1280" y="1420"/>
                </a:lnTo>
                <a:lnTo>
                  <a:pt x="1281" y="1420"/>
                </a:lnTo>
                <a:lnTo>
                  <a:pt x="1282" y="1421"/>
                </a:lnTo>
                <a:lnTo>
                  <a:pt x="1283" y="1421"/>
                </a:lnTo>
                <a:lnTo>
                  <a:pt x="1284" y="1421"/>
                </a:lnTo>
                <a:lnTo>
                  <a:pt x="1285" y="1422"/>
                </a:lnTo>
                <a:lnTo>
                  <a:pt x="1285" y="1423"/>
                </a:lnTo>
                <a:lnTo>
                  <a:pt x="1285" y="1424"/>
                </a:lnTo>
                <a:lnTo>
                  <a:pt x="1286" y="1424"/>
                </a:lnTo>
                <a:lnTo>
                  <a:pt x="1287" y="1423"/>
                </a:lnTo>
                <a:lnTo>
                  <a:pt x="1288" y="1424"/>
                </a:lnTo>
                <a:lnTo>
                  <a:pt x="1289" y="1425"/>
                </a:lnTo>
                <a:lnTo>
                  <a:pt x="1289" y="1426"/>
                </a:lnTo>
                <a:lnTo>
                  <a:pt x="1289" y="1427"/>
                </a:lnTo>
                <a:lnTo>
                  <a:pt x="1290" y="1427"/>
                </a:lnTo>
                <a:lnTo>
                  <a:pt x="1290" y="1428"/>
                </a:lnTo>
                <a:lnTo>
                  <a:pt x="1292" y="1427"/>
                </a:lnTo>
                <a:lnTo>
                  <a:pt x="1293" y="1428"/>
                </a:lnTo>
                <a:lnTo>
                  <a:pt x="1294" y="1428"/>
                </a:lnTo>
                <a:lnTo>
                  <a:pt x="1295" y="1429"/>
                </a:lnTo>
                <a:lnTo>
                  <a:pt x="1296" y="1429"/>
                </a:lnTo>
                <a:lnTo>
                  <a:pt x="1296" y="1430"/>
                </a:lnTo>
                <a:lnTo>
                  <a:pt x="1297" y="1430"/>
                </a:lnTo>
                <a:lnTo>
                  <a:pt x="1297" y="1429"/>
                </a:lnTo>
                <a:lnTo>
                  <a:pt x="1298" y="1429"/>
                </a:lnTo>
                <a:lnTo>
                  <a:pt x="1299" y="1429"/>
                </a:lnTo>
                <a:lnTo>
                  <a:pt x="1300" y="1429"/>
                </a:lnTo>
                <a:lnTo>
                  <a:pt x="1300" y="1430"/>
                </a:lnTo>
                <a:lnTo>
                  <a:pt x="1300" y="1433"/>
                </a:lnTo>
                <a:lnTo>
                  <a:pt x="1300" y="1434"/>
                </a:lnTo>
                <a:lnTo>
                  <a:pt x="1301" y="1435"/>
                </a:lnTo>
                <a:lnTo>
                  <a:pt x="1301" y="1436"/>
                </a:lnTo>
                <a:lnTo>
                  <a:pt x="1302" y="1436"/>
                </a:lnTo>
                <a:lnTo>
                  <a:pt x="1302" y="1437"/>
                </a:lnTo>
                <a:lnTo>
                  <a:pt x="1303" y="1438"/>
                </a:lnTo>
                <a:lnTo>
                  <a:pt x="1303" y="1437"/>
                </a:lnTo>
                <a:lnTo>
                  <a:pt x="1304" y="1437"/>
                </a:lnTo>
                <a:lnTo>
                  <a:pt x="1304" y="1438"/>
                </a:lnTo>
                <a:lnTo>
                  <a:pt x="1305" y="1439"/>
                </a:lnTo>
                <a:lnTo>
                  <a:pt x="1306" y="1439"/>
                </a:lnTo>
                <a:lnTo>
                  <a:pt x="1307" y="1441"/>
                </a:lnTo>
                <a:lnTo>
                  <a:pt x="1308" y="1441"/>
                </a:lnTo>
                <a:lnTo>
                  <a:pt x="1308" y="1442"/>
                </a:lnTo>
                <a:lnTo>
                  <a:pt x="1309" y="1442"/>
                </a:lnTo>
                <a:lnTo>
                  <a:pt x="1309" y="1443"/>
                </a:lnTo>
                <a:lnTo>
                  <a:pt x="1310" y="1444"/>
                </a:lnTo>
                <a:lnTo>
                  <a:pt x="1311" y="1444"/>
                </a:lnTo>
                <a:lnTo>
                  <a:pt x="1313" y="1445"/>
                </a:lnTo>
                <a:lnTo>
                  <a:pt x="1314" y="1445"/>
                </a:lnTo>
                <a:lnTo>
                  <a:pt x="1314" y="1447"/>
                </a:lnTo>
                <a:lnTo>
                  <a:pt x="1315" y="1447"/>
                </a:lnTo>
                <a:lnTo>
                  <a:pt x="1317" y="1448"/>
                </a:lnTo>
                <a:lnTo>
                  <a:pt x="1319" y="1448"/>
                </a:lnTo>
                <a:lnTo>
                  <a:pt x="1319" y="1449"/>
                </a:lnTo>
                <a:lnTo>
                  <a:pt x="1318" y="1449"/>
                </a:lnTo>
                <a:lnTo>
                  <a:pt x="1317" y="1450"/>
                </a:lnTo>
                <a:lnTo>
                  <a:pt x="1314" y="1449"/>
                </a:lnTo>
                <a:lnTo>
                  <a:pt x="1313" y="1449"/>
                </a:lnTo>
                <a:lnTo>
                  <a:pt x="1312" y="1448"/>
                </a:lnTo>
                <a:lnTo>
                  <a:pt x="1311" y="1448"/>
                </a:lnTo>
                <a:lnTo>
                  <a:pt x="1309" y="1450"/>
                </a:lnTo>
                <a:lnTo>
                  <a:pt x="1306" y="1449"/>
                </a:lnTo>
                <a:lnTo>
                  <a:pt x="1305" y="1449"/>
                </a:lnTo>
                <a:lnTo>
                  <a:pt x="1304" y="1449"/>
                </a:lnTo>
                <a:lnTo>
                  <a:pt x="1303" y="1448"/>
                </a:lnTo>
                <a:lnTo>
                  <a:pt x="1302" y="1448"/>
                </a:lnTo>
                <a:lnTo>
                  <a:pt x="1301" y="1449"/>
                </a:lnTo>
                <a:lnTo>
                  <a:pt x="1300" y="1449"/>
                </a:lnTo>
                <a:lnTo>
                  <a:pt x="1300" y="1448"/>
                </a:lnTo>
                <a:lnTo>
                  <a:pt x="1299" y="1448"/>
                </a:lnTo>
                <a:lnTo>
                  <a:pt x="1298" y="1448"/>
                </a:lnTo>
                <a:lnTo>
                  <a:pt x="1297" y="1448"/>
                </a:lnTo>
                <a:lnTo>
                  <a:pt x="1296" y="1447"/>
                </a:lnTo>
                <a:lnTo>
                  <a:pt x="1296" y="1446"/>
                </a:lnTo>
                <a:lnTo>
                  <a:pt x="1295" y="1447"/>
                </a:lnTo>
                <a:lnTo>
                  <a:pt x="1295" y="1448"/>
                </a:lnTo>
                <a:lnTo>
                  <a:pt x="1294" y="1448"/>
                </a:lnTo>
                <a:lnTo>
                  <a:pt x="1293" y="1447"/>
                </a:lnTo>
                <a:lnTo>
                  <a:pt x="1292" y="1447"/>
                </a:lnTo>
                <a:lnTo>
                  <a:pt x="1290" y="1446"/>
                </a:lnTo>
                <a:lnTo>
                  <a:pt x="1289" y="1446"/>
                </a:lnTo>
                <a:lnTo>
                  <a:pt x="1289" y="1445"/>
                </a:lnTo>
                <a:lnTo>
                  <a:pt x="1288" y="1445"/>
                </a:lnTo>
                <a:lnTo>
                  <a:pt x="1287" y="1444"/>
                </a:lnTo>
                <a:lnTo>
                  <a:pt x="1286" y="1446"/>
                </a:lnTo>
                <a:lnTo>
                  <a:pt x="1286" y="1447"/>
                </a:lnTo>
                <a:lnTo>
                  <a:pt x="1285" y="1447"/>
                </a:lnTo>
                <a:lnTo>
                  <a:pt x="1283" y="1447"/>
                </a:lnTo>
                <a:lnTo>
                  <a:pt x="1283" y="1446"/>
                </a:lnTo>
                <a:lnTo>
                  <a:pt x="1282" y="1446"/>
                </a:lnTo>
                <a:lnTo>
                  <a:pt x="1282" y="1445"/>
                </a:lnTo>
                <a:lnTo>
                  <a:pt x="1281" y="1445"/>
                </a:lnTo>
                <a:lnTo>
                  <a:pt x="1280" y="1445"/>
                </a:lnTo>
                <a:lnTo>
                  <a:pt x="1278" y="1444"/>
                </a:lnTo>
                <a:lnTo>
                  <a:pt x="1278" y="1443"/>
                </a:lnTo>
                <a:lnTo>
                  <a:pt x="1277" y="1442"/>
                </a:lnTo>
                <a:lnTo>
                  <a:pt x="1276" y="1442"/>
                </a:lnTo>
                <a:lnTo>
                  <a:pt x="1276" y="1441"/>
                </a:lnTo>
                <a:lnTo>
                  <a:pt x="1275" y="1440"/>
                </a:lnTo>
                <a:lnTo>
                  <a:pt x="1274" y="1440"/>
                </a:lnTo>
                <a:lnTo>
                  <a:pt x="1274" y="1439"/>
                </a:lnTo>
                <a:lnTo>
                  <a:pt x="1275" y="1439"/>
                </a:lnTo>
                <a:lnTo>
                  <a:pt x="1274" y="1437"/>
                </a:lnTo>
                <a:lnTo>
                  <a:pt x="1274" y="1435"/>
                </a:lnTo>
                <a:lnTo>
                  <a:pt x="1272" y="1433"/>
                </a:lnTo>
                <a:lnTo>
                  <a:pt x="1271" y="1433"/>
                </a:lnTo>
                <a:lnTo>
                  <a:pt x="1269" y="1434"/>
                </a:lnTo>
                <a:lnTo>
                  <a:pt x="1267" y="1434"/>
                </a:lnTo>
                <a:lnTo>
                  <a:pt x="1267" y="1435"/>
                </a:lnTo>
                <a:lnTo>
                  <a:pt x="1266" y="1435"/>
                </a:lnTo>
                <a:lnTo>
                  <a:pt x="1266" y="1436"/>
                </a:lnTo>
                <a:lnTo>
                  <a:pt x="1265" y="1437"/>
                </a:lnTo>
                <a:lnTo>
                  <a:pt x="1264" y="1438"/>
                </a:lnTo>
                <a:lnTo>
                  <a:pt x="1263" y="1438"/>
                </a:lnTo>
                <a:lnTo>
                  <a:pt x="1262" y="1439"/>
                </a:lnTo>
                <a:lnTo>
                  <a:pt x="1262" y="1440"/>
                </a:lnTo>
                <a:lnTo>
                  <a:pt x="1261" y="1440"/>
                </a:lnTo>
                <a:lnTo>
                  <a:pt x="1259" y="1440"/>
                </a:lnTo>
                <a:lnTo>
                  <a:pt x="1258" y="1439"/>
                </a:lnTo>
                <a:lnTo>
                  <a:pt x="1257" y="1439"/>
                </a:lnTo>
                <a:lnTo>
                  <a:pt x="1257" y="1438"/>
                </a:lnTo>
                <a:lnTo>
                  <a:pt x="1257" y="1437"/>
                </a:lnTo>
                <a:lnTo>
                  <a:pt x="1256" y="1437"/>
                </a:lnTo>
                <a:lnTo>
                  <a:pt x="1255" y="1437"/>
                </a:lnTo>
                <a:lnTo>
                  <a:pt x="1254" y="1438"/>
                </a:lnTo>
                <a:lnTo>
                  <a:pt x="1252" y="1440"/>
                </a:lnTo>
                <a:lnTo>
                  <a:pt x="1252" y="1441"/>
                </a:lnTo>
                <a:lnTo>
                  <a:pt x="1252" y="1442"/>
                </a:lnTo>
                <a:lnTo>
                  <a:pt x="1252" y="1443"/>
                </a:lnTo>
                <a:lnTo>
                  <a:pt x="1252" y="1444"/>
                </a:lnTo>
                <a:lnTo>
                  <a:pt x="1252" y="1445"/>
                </a:lnTo>
                <a:lnTo>
                  <a:pt x="1251" y="1445"/>
                </a:lnTo>
                <a:lnTo>
                  <a:pt x="1251" y="1446"/>
                </a:lnTo>
                <a:lnTo>
                  <a:pt x="1252" y="1446"/>
                </a:lnTo>
                <a:lnTo>
                  <a:pt x="1252" y="1447"/>
                </a:lnTo>
                <a:lnTo>
                  <a:pt x="1254" y="1447"/>
                </a:lnTo>
                <a:lnTo>
                  <a:pt x="1255" y="1446"/>
                </a:lnTo>
                <a:lnTo>
                  <a:pt x="1255" y="1447"/>
                </a:lnTo>
                <a:lnTo>
                  <a:pt x="1256" y="1447"/>
                </a:lnTo>
                <a:lnTo>
                  <a:pt x="1258" y="1448"/>
                </a:lnTo>
                <a:lnTo>
                  <a:pt x="1258" y="1449"/>
                </a:lnTo>
                <a:lnTo>
                  <a:pt x="1259" y="1449"/>
                </a:lnTo>
                <a:lnTo>
                  <a:pt x="1260" y="1450"/>
                </a:lnTo>
                <a:lnTo>
                  <a:pt x="1261" y="1450"/>
                </a:lnTo>
                <a:lnTo>
                  <a:pt x="1260" y="1450"/>
                </a:lnTo>
                <a:lnTo>
                  <a:pt x="1260" y="1451"/>
                </a:lnTo>
                <a:lnTo>
                  <a:pt x="1259" y="1452"/>
                </a:lnTo>
                <a:lnTo>
                  <a:pt x="1259" y="1453"/>
                </a:lnTo>
                <a:lnTo>
                  <a:pt x="1258" y="1453"/>
                </a:lnTo>
                <a:lnTo>
                  <a:pt x="1258" y="1454"/>
                </a:lnTo>
                <a:lnTo>
                  <a:pt x="1257" y="1455"/>
                </a:lnTo>
                <a:lnTo>
                  <a:pt x="1254" y="1457"/>
                </a:lnTo>
                <a:lnTo>
                  <a:pt x="1253" y="1457"/>
                </a:lnTo>
                <a:lnTo>
                  <a:pt x="1253" y="1459"/>
                </a:lnTo>
                <a:lnTo>
                  <a:pt x="1252" y="1461"/>
                </a:lnTo>
                <a:lnTo>
                  <a:pt x="1252" y="1462"/>
                </a:lnTo>
                <a:lnTo>
                  <a:pt x="1252" y="1463"/>
                </a:lnTo>
                <a:lnTo>
                  <a:pt x="1253" y="1464"/>
                </a:lnTo>
                <a:lnTo>
                  <a:pt x="1254" y="1464"/>
                </a:lnTo>
                <a:lnTo>
                  <a:pt x="1255" y="1463"/>
                </a:lnTo>
                <a:lnTo>
                  <a:pt x="1256" y="1463"/>
                </a:lnTo>
                <a:lnTo>
                  <a:pt x="1257" y="1464"/>
                </a:lnTo>
                <a:lnTo>
                  <a:pt x="1257" y="1465"/>
                </a:lnTo>
                <a:lnTo>
                  <a:pt x="1258" y="1465"/>
                </a:lnTo>
                <a:lnTo>
                  <a:pt x="1259" y="1465"/>
                </a:lnTo>
                <a:lnTo>
                  <a:pt x="1260" y="1466"/>
                </a:lnTo>
                <a:lnTo>
                  <a:pt x="1260" y="1467"/>
                </a:lnTo>
                <a:lnTo>
                  <a:pt x="1259" y="1467"/>
                </a:lnTo>
                <a:lnTo>
                  <a:pt x="1259" y="1468"/>
                </a:lnTo>
                <a:lnTo>
                  <a:pt x="1260" y="1469"/>
                </a:lnTo>
                <a:lnTo>
                  <a:pt x="1261" y="1470"/>
                </a:lnTo>
                <a:lnTo>
                  <a:pt x="1261" y="1471"/>
                </a:lnTo>
                <a:lnTo>
                  <a:pt x="1261" y="1473"/>
                </a:lnTo>
                <a:lnTo>
                  <a:pt x="1262" y="1475"/>
                </a:lnTo>
                <a:lnTo>
                  <a:pt x="1262" y="1476"/>
                </a:lnTo>
                <a:lnTo>
                  <a:pt x="1263" y="1476"/>
                </a:lnTo>
                <a:lnTo>
                  <a:pt x="1263" y="1477"/>
                </a:lnTo>
                <a:lnTo>
                  <a:pt x="1262" y="1477"/>
                </a:lnTo>
                <a:lnTo>
                  <a:pt x="1262" y="1478"/>
                </a:lnTo>
                <a:lnTo>
                  <a:pt x="1263" y="1478"/>
                </a:lnTo>
                <a:lnTo>
                  <a:pt x="1263" y="1479"/>
                </a:lnTo>
                <a:lnTo>
                  <a:pt x="1263" y="1481"/>
                </a:lnTo>
                <a:lnTo>
                  <a:pt x="1263" y="1484"/>
                </a:lnTo>
                <a:lnTo>
                  <a:pt x="1262" y="1484"/>
                </a:lnTo>
                <a:lnTo>
                  <a:pt x="1261" y="1485"/>
                </a:lnTo>
                <a:lnTo>
                  <a:pt x="1262" y="1485"/>
                </a:lnTo>
                <a:lnTo>
                  <a:pt x="1262" y="1486"/>
                </a:lnTo>
                <a:lnTo>
                  <a:pt x="1263" y="1487"/>
                </a:lnTo>
                <a:lnTo>
                  <a:pt x="1264" y="1487"/>
                </a:lnTo>
                <a:lnTo>
                  <a:pt x="1263" y="1488"/>
                </a:lnTo>
                <a:lnTo>
                  <a:pt x="1262" y="1488"/>
                </a:lnTo>
                <a:lnTo>
                  <a:pt x="1262" y="1489"/>
                </a:lnTo>
                <a:lnTo>
                  <a:pt x="1263" y="1490"/>
                </a:lnTo>
                <a:lnTo>
                  <a:pt x="1263" y="1491"/>
                </a:lnTo>
                <a:lnTo>
                  <a:pt x="1262" y="1492"/>
                </a:lnTo>
                <a:lnTo>
                  <a:pt x="1262" y="1493"/>
                </a:lnTo>
                <a:lnTo>
                  <a:pt x="1261" y="1493"/>
                </a:lnTo>
                <a:lnTo>
                  <a:pt x="1260" y="1493"/>
                </a:lnTo>
                <a:lnTo>
                  <a:pt x="1259" y="1493"/>
                </a:lnTo>
                <a:lnTo>
                  <a:pt x="1258" y="1494"/>
                </a:lnTo>
                <a:lnTo>
                  <a:pt x="1258" y="1495"/>
                </a:lnTo>
                <a:lnTo>
                  <a:pt x="1257" y="1495"/>
                </a:lnTo>
                <a:lnTo>
                  <a:pt x="1256" y="1496"/>
                </a:lnTo>
                <a:lnTo>
                  <a:pt x="1255" y="1497"/>
                </a:lnTo>
                <a:lnTo>
                  <a:pt x="1254" y="1497"/>
                </a:lnTo>
                <a:lnTo>
                  <a:pt x="1253" y="1497"/>
                </a:lnTo>
                <a:lnTo>
                  <a:pt x="1252" y="1496"/>
                </a:lnTo>
                <a:lnTo>
                  <a:pt x="1252" y="1495"/>
                </a:lnTo>
                <a:lnTo>
                  <a:pt x="1251" y="1495"/>
                </a:lnTo>
                <a:lnTo>
                  <a:pt x="1251" y="1494"/>
                </a:lnTo>
                <a:lnTo>
                  <a:pt x="1250" y="1495"/>
                </a:lnTo>
                <a:lnTo>
                  <a:pt x="1249" y="1495"/>
                </a:lnTo>
                <a:lnTo>
                  <a:pt x="1249" y="1494"/>
                </a:lnTo>
                <a:lnTo>
                  <a:pt x="1250" y="1493"/>
                </a:lnTo>
                <a:lnTo>
                  <a:pt x="1250" y="1492"/>
                </a:lnTo>
                <a:lnTo>
                  <a:pt x="1250" y="1491"/>
                </a:lnTo>
                <a:lnTo>
                  <a:pt x="1249" y="1491"/>
                </a:lnTo>
                <a:lnTo>
                  <a:pt x="1248" y="1491"/>
                </a:lnTo>
                <a:lnTo>
                  <a:pt x="1248" y="1490"/>
                </a:lnTo>
                <a:lnTo>
                  <a:pt x="1247" y="1490"/>
                </a:lnTo>
                <a:lnTo>
                  <a:pt x="1246" y="1490"/>
                </a:lnTo>
                <a:lnTo>
                  <a:pt x="1245" y="1490"/>
                </a:lnTo>
                <a:lnTo>
                  <a:pt x="1245" y="1491"/>
                </a:lnTo>
                <a:lnTo>
                  <a:pt x="1244" y="1491"/>
                </a:lnTo>
                <a:lnTo>
                  <a:pt x="1243" y="1491"/>
                </a:lnTo>
                <a:lnTo>
                  <a:pt x="1242" y="1491"/>
                </a:lnTo>
                <a:lnTo>
                  <a:pt x="1242" y="1492"/>
                </a:lnTo>
                <a:lnTo>
                  <a:pt x="1241" y="1492"/>
                </a:lnTo>
                <a:lnTo>
                  <a:pt x="1241" y="1493"/>
                </a:lnTo>
                <a:lnTo>
                  <a:pt x="1241" y="1494"/>
                </a:lnTo>
                <a:lnTo>
                  <a:pt x="1241" y="1495"/>
                </a:lnTo>
                <a:lnTo>
                  <a:pt x="1240" y="1496"/>
                </a:lnTo>
                <a:lnTo>
                  <a:pt x="1240" y="1497"/>
                </a:lnTo>
                <a:lnTo>
                  <a:pt x="1240" y="1499"/>
                </a:lnTo>
                <a:lnTo>
                  <a:pt x="1239" y="1500"/>
                </a:lnTo>
                <a:lnTo>
                  <a:pt x="1239" y="1501"/>
                </a:lnTo>
                <a:lnTo>
                  <a:pt x="1239" y="1502"/>
                </a:lnTo>
                <a:lnTo>
                  <a:pt x="1238" y="1504"/>
                </a:lnTo>
                <a:lnTo>
                  <a:pt x="1238" y="1505"/>
                </a:lnTo>
                <a:lnTo>
                  <a:pt x="1237" y="1507"/>
                </a:lnTo>
                <a:lnTo>
                  <a:pt x="1237" y="1508"/>
                </a:lnTo>
                <a:lnTo>
                  <a:pt x="1237" y="1509"/>
                </a:lnTo>
                <a:lnTo>
                  <a:pt x="1236" y="1510"/>
                </a:lnTo>
                <a:lnTo>
                  <a:pt x="1236" y="1511"/>
                </a:lnTo>
                <a:lnTo>
                  <a:pt x="1236" y="1512"/>
                </a:lnTo>
                <a:lnTo>
                  <a:pt x="1235" y="1514"/>
                </a:lnTo>
                <a:lnTo>
                  <a:pt x="1235" y="1515"/>
                </a:lnTo>
                <a:lnTo>
                  <a:pt x="1235" y="1517"/>
                </a:lnTo>
                <a:lnTo>
                  <a:pt x="1235" y="1519"/>
                </a:lnTo>
                <a:lnTo>
                  <a:pt x="1236" y="1520"/>
                </a:lnTo>
                <a:lnTo>
                  <a:pt x="1236" y="1521"/>
                </a:lnTo>
                <a:lnTo>
                  <a:pt x="1235" y="1523"/>
                </a:lnTo>
                <a:lnTo>
                  <a:pt x="1236" y="1523"/>
                </a:lnTo>
                <a:lnTo>
                  <a:pt x="1236" y="1524"/>
                </a:lnTo>
                <a:lnTo>
                  <a:pt x="1237" y="1524"/>
                </a:lnTo>
                <a:lnTo>
                  <a:pt x="1237" y="1525"/>
                </a:lnTo>
                <a:lnTo>
                  <a:pt x="1238" y="1525"/>
                </a:lnTo>
                <a:lnTo>
                  <a:pt x="1239" y="1525"/>
                </a:lnTo>
                <a:lnTo>
                  <a:pt x="1240" y="1525"/>
                </a:lnTo>
                <a:lnTo>
                  <a:pt x="1241" y="1525"/>
                </a:lnTo>
                <a:lnTo>
                  <a:pt x="1242" y="1525"/>
                </a:lnTo>
                <a:lnTo>
                  <a:pt x="1242" y="1526"/>
                </a:lnTo>
                <a:lnTo>
                  <a:pt x="1241" y="1526"/>
                </a:lnTo>
                <a:lnTo>
                  <a:pt x="1241" y="1527"/>
                </a:lnTo>
                <a:lnTo>
                  <a:pt x="1240" y="1527"/>
                </a:lnTo>
                <a:lnTo>
                  <a:pt x="1240" y="1529"/>
                </a:lnTo>
                <a:lnTo>
                  <a:pt x="1239" y="1530"/>
                </a:lnTo>
                <a:lnTo>
                  <a:pt x="1238" y="1532"/>
                </a:lnTo>
                <a:lnTo>
                  <a:pt x="1238" y="1533"/>
                </a:lnTo>
                <a:lnTo>
                  <a:pt x="1239" y="1533"/>
                </a:lnTo>
                <a:lnTo>
                  <a:pt x="1239" y="1534"/>
                </a:lnTo>
                <a:lnTo>
                  <a:pt x="1240" y="1536"/>
                </a:lnTo>
                <a:lnTo>
                  <a:pt x="1240" y="1537"/>
                </a:lnTo>
                <a:lnTo>
                  <a:pt x="1239" y="1537"/>
                </a:lnTo>
                <a:lnTo>
                  <a:pt x="1238" y="1537"/>
                </a:lnTo>
                <a:lnTo>
                  <a:pt x="1237" y="1537"/>
                </a:lnTo>
                <a:lnTo>
                  <a:pt x="1236" y="1537"/>
                </a:lnTo>
                <a:lnTo>
                  <a:pt x="1235" y="1537"/>
                </a:lnTo>
                <a:lnTo>
                  <a:pt x="1234" y="1537"/>
                </a:lnTo>
                <a:lnTo>
                  <a:pt x="1232" y="1537"/>
                </a:lnTo>
                <a:lnTo>
                  <a:pt x="1231" y="1536"/>
                </a:lnTo>
                <a:lnTo>
                  <a:pt x="1231" y="1535"/>
                </a:lnTo>
                <a:lnTo>
                  <a:pt x="1230" y="1534"/>
                </a:lnTo>
                <a:lnTo>
                  <a:pt x="1229" y="1534"/>
                </a:lnTo>
                <a:lnTo>
                  <a:pt x="1229" y="1533"/>
                </a:lnTo>
                <a:lnTo>
                  <a:pt x="1228" y="1533"/>
                </a:lnTo>
                <a:lnTo>
                  <a:pt x="1228" y="1532"/>
                </a:lnTo>
                <a:lnTo>
                  <a:pt x="1228" y="1530"/>
                </a:lnTo>
                <a:lnTo>
                  <a:pt x="1228" y="1529"/>
                </a:lnTo>
                <a:lnTo>
                  <a:pt x="1226" y="1529"/>
                </a:lnTo>
                <a:lnTo>
                  <a:pt x="1225" y="1530"/>
                </a:lnTo>
                <a:lnTo>
                  <a:pt x="1224" y="1531"/>
                </a:lnTo>
                <a:lnTo>
                  <a:pt x="1223" y="1531"/>
                </a:lnTo>
                <a:lnTo>
                  <a:pt x="1222" y="1532"/>
                </a:lnTo>
                <a:lnTo>
                  <a:pt x="1223" y="1533"/>
                </a:lnTo>
                <a:lnTo>
                  <a:pt x="1224" y="1534"/>
                </a:lnTo>
                <a:lnTo>
                  <a:pt x="1224" y="1535"/>
                </a:lnTo>
                <a:lnTo>
                  <a:pt x="1225" y="1536"/>
                </a:lnTo>
                <a:lnTo>
                  <a:pt x="1226" y="1536"/>
                </a:lnTo>
                <a:lnTo>
                  <a:pt x="1226" y="1537"/>
                </a:lnTo>
                <a:lnTo>
                  <a:pt x="1227" y="1538"/>
                </a:lnTo>
                <a:lnTo>
                  <a:pt x="1228" y="1538"/>
                </a:lnTo>
                <a:lnTo>
                  <a:pt x="1228" y="1539"/>
                </a:lnTo>
                <a:lnTo>
                  <a:pt x="1228" y="1541"/>
                </a:lnTo>
                <a:lnTo>
                  <a:pt x="1227" y="1542"/>
                </a:lnTo>
                <a:lnTo>
                  <a:pt x="1226" y="1542"/>
                </a:lnTo>
                <a:lnTo>
                  <a:pt x="1224" y="1542"/>
                </a:lnTo>
                <a:lnTo>
                  <a:pt x="1222" y="1541"/>
                </a:lnTo>
                <a:lnTo>
                  <a:pt x="1222" y="1540"/>
                </a:lnTo>
                <a:lnTo>
                  <a:pt x="1221" y="1540"/>
                </a:lnTo>
                <a:lnTo>
                  <a:pt x="1220" y="1539"/>
                </a:lnTo>
                <a:lnTo>
                  <a:pt x="1219" y="1539"/>
                </a:lnTo>
                <a:lnTo>
                  <a:pt x="1219" y="1540"/>
                </a:lnTo>
                <a:lnTo>
                  <a:pt x="1218" y="1542"/>
                </a:lnTo>
                <a:lnTo>
                  <a:pt x="1217" y="1543"/>
                </a:lnTo>
                <a:lnTo>
                  <a:pt x="1216" y="1543"/>
                </a:lnTo>
                <a:lnTo>
                  <a:pt x="1216" y="1544"/>
                </a:lnTo>
                <a:lnTo>
                  <a:pt x="1216" y="1545"/>
                </a:lnTo>
                <a:lnTo>
                  <a:pt x="1215" y="1545"/>
                </a:lnTo>
                <a:lnTo>
                  <a:pt x="1214" y="1544"/>
                </a:lnTo>
                <a:lnTo>
                  <a:pt x="1214" y="1543"/>
                </a:lnTo>
                <a:lnTo>
                  <a:pt x="1213" y="1543"/>
                </a:lnTo>
                <a:lnTo>
                  <a:pt x="1212" y="1542"/>
                </a:lnTo>
                <a:lnTo>
                  <a:pt x="1211" y="1542"/>
                </a:lnTo>
                <a:lnTo>
                  <a:pt x="1210" y="1542"/>
                </a:lnTo>
                <a:lnTo>
                  <a:pt x="1210" y="1541"/>
                </a:lnTo>
                <a:lnTo>
                  <a:pt x="1208" y="1541"/>
                </a:lnTo>
                <a:lnTo>
                  <a:pt x="1206" y="1541"/>
                </a:lnTo>
                <a:lnTo>
                  <a:pt x="1206" y="1542"/>
                </a:lnTo>
                <a:lnTo>
                  <a:pt x="1204" y="1542"/>
                </a:lnTo>
                <a:lnTo>
                  <a:pt x="1201" y="1540"/>
                </a:lnTo>
                <a:lnTo>
                  <a:pt x="1201" y="1539"/>
                </a:lnTo>
                <a:lnTo>
                  <a:pt x="1200" y="1539"/>
                </a:lnTo>
                <a:lnTo>
                  <a:pt x="1200" y="1540"/>
                </a:lnTo>
                <a:lnTo>
                  <a:pt x="1199" y="1540"/>
                </a:lnTo>
                <a:lnTo>
                  <a:pt x="1197" y="1540"/>
                </a:lnTo>
                <a:lnTo>
                  <a:pt x="1196" y="1539"/>
                </a:lnTo>
                <a:lnTo>
                  <a:pt x="1195" y="1539"/>
                </a:lnTo>
                <a:lnTo>
                  <a:pt x="1194" y="1539"/>
                </a:lnTo>
                <a:lnTo>
                  <a:pt x="1193" y="1539"/>
                </a:lnTo>
                <a:lnTo>
                  <a:pt x="1192" y="1538"/>
                </a:lnTo>
                <a:lnTo>
                  <a:pt x="1191" y="1537"/>
                </a:lnTo>
                <a:lnTo>
                  <a:pt x="1190" y="1537"/>
                </a:lnTo>
                <a:lnTo>
                  <a:pt x="1190" y="1536"/>
                </a:lnTo>
                <a:lnTo>
                  <a:pt x="1190" y="1535"/>
                </a:lnTo>
                <a:lnTo>
                  <a:pt x="1189" y="1535"/>
                </a:lnTo>
                <a:lnTo>
                  <a:pt x="1189" y="1534"/>
                </a:lnTo>
                <a:lnTo>
                  <a:pt x="1188" y="1534"/>
                </a:lnTo>
                <a:lnTo>
                  <a:pt x="1188" y="1535"/>
                </a:lnTo>
                <a:lnTo>
                  <a:pt x="1187" y="1535"/>
                </a:lnTo>
                <a:lnTo>
                  <a:pt x="1186" y="1535"/>
                </a:lnTo>
                <a:lnTo>
                  <a:pt x="1185" y="1535"/>
                </a:lnTo>
                <a:lnTo>
                  <a:pt x="1184" y="1534"/>
                </a:lnTo>
                <a:lnTo>
                  <a:pt x="1183" y="1534"/>
                </a:lnTo>
                <a:lnTo>
                  <a:pt x="1182" y="1534"/>
                </a:lnTo>
                <a:lnTo>
                  <a:pt x="1181" y="1535"/>
                </a:lnTo>
                <a:lnTo>
                  <a:pt x="1179" y="1535"/>
                </a:lnTo>
                <a:lnTo>
                  <a:pt x="1178" y="1536"/>
                </a:lnTo>
                <a:lnTo>
                  <a:pt x="1177" y="1537"/>
                </a:lnTo>
                <a:lnTo>
                  <a:pt x="1176" y="1537"/>
                </a:lnTo>
                <a:lnTo>
                  <a:pt x="1176" y="1539"/>
                </a:lnTo>
                <a:lnTo>
                  <a:pt x="1177" y="1540"/>
                </a:lnTo>
                <a:lnTo>
                  <a:pt x="1177" y="1541"/>
                </a:lnTo>
                <a:lnTo>
                  <a:pt x="1177" y="1542"/>
                </a:lnTo>
                <a:lnTo>
                  <a:pt x="1179" y="1543"/>
                </a:lnTo>
                <a:lnTo>
                  <a:pt x="1180" y="1543"/>
                </a:lnTo>
                <a:lnTo>
                  <a:pt x="1180" y="1544"/>
                </a:lnTo>
                <a:lnTo>
                  <a:pt x="1181" y="1544"/>
                </a:lnTo>
                <a:lnTo>
                  <a:pt x="1181" y="1545"/>
                </a:lnTo>
                <a:lnTo>
                  <a:pt x="1181" y="1546"/>
                </a:lnTo>
                <a:lnTo>
                  <a:pt x="1180" y="1547"/>
                </a:lnTo>
                <a:lnTo>
                  <a:pt x="1179" y="1548"/>
                </a:lnTo>
                <a:lnTo>
                  <a:pt x="1179" y="1549"/>
                </a:lnTo>
                <a:lnTo>
                  <a:pt x="1177" y="1550"/>
                </a:lnTo>
                <a:lnTo>
                  <a:pt x="1174" y="1548"/>
                </a:lnTo>
                <a:lnTo>
                  <a:pt x="1173" y="1548"/>
                </a:lnTo>
                <a:lnTo>
                  <a:pt x="1173" y="1547"/>
                </a:lnTo>
                <a:lnTo>
                  <a:pt x="1172" y="1546"/>
                </a:lnTo>
                <a:lnTo>
                  <a:pt x="1170" y="1545"/>
                </a:lnTo>
                <a:lnTo>
                  <a:pt x="1170" y="1544"/>
                </a:lnTo>
                <a:lnTo>
                  <a:pt x="1169" y="1544"/>
                </a:lnTo>
                <a:lnTo>
                  <a:pt x="1168" y="1544"/>
                </a:lnTo>
                <a:lnTo>
                  <a:pt x="1168" y="1546"/>
                </a:lnTo>
                <a:lnTo>
                  <a:pt x="1167" y="1546"/>
                </a:lnTo>
                <a:lnTo>
                  <a:pt x="1166" y="1547"/>
                </a:lnTo>
                <a:lnTo>
                  <a:pt x="1165" y="1547"/>
                </a:lnTo>
                <a:lnTo>
                  <a:pt x="1164" y="1547"/>
                </a:lnTo>
                <a:lnTo>
                  <a:pt x="1163" y="1547"/>
                </a:lnTo>
                <a:lnTo>
                  <a:pt x="1163" y="1549"/>
                </a:lnTo>
                <a:lnTo>
                  <a:pt x="1164" y="1551"/>
                </a:lnTo>
                <a:lnTo>
                  <a:pt x="1164" y="1552"/>
                </a:lnTo>
                <a:lnTo>
                  <a:pt x="1163" y="1553"/>
                </a:lnTo>
                <a:lnTo>
                  <a:pt x="1162" y="1552"/>
                </a:lnTo>
                <a:lnTo>
                  <a:pt x="1161" y="1552"/>
                </a:lnTo>
                <a:lnTo>
                  <a:pt x="1160" y="1551"/>
                </a:lnTo>
                <a:lnTo>
                  <a:pt x="1160" y="1550"/>
                </a:lnTo>
                <a:lnTo>
                  <a:pt x="1160" y="1548"/>
                </a:lnTo>
                <a:lnTo>
                  <a:pt x="1160" y="1547"/>
                </a:lnTo>
                <a:lnTo>
                  <a:pt x="1159" y="1547"/>
                </a:lnTo>
                <a:lnTo>
                  <a:pt x="1159" y="1546"/>
                </a:lnTo>
                <a:lnTo>
                  <a:pt x="1158" y="1546"/>
                </a:lnTo>
                <a:lnTo>
                  <a:pt x="1157" y="1546"/>
                </a:lnTo>
                <a:lnTo>
                  <a:pt x="1157" y="1545"/>
                </a:lnTo>
                <a:lnTo>
                  <a:pt x="1157" y="1544"/>
                </a:lnTo>
                <a:lnTo>
                  <a:pt x="1156" y="1544"/>
                </a:lnTo>
                <a:lnTo>
                  <a:pt x="1155" y="1543"/>
                </a:lnTo>
                <a:lnTo>
                  <a:pt x="1154" y="1543"/>
                </a:lnTo>
                <a:lnTo>
                  <a:pt x="1153" y="1542"/>
                </a:lnTo>
                <a:lnTo>
                  <a:pt x="1153" y="1541"/>
                </a:lnTo>
                <a:lnTo>
                  <a:pt x="1152" y="1541"/>
                </a:lnTo>
                <a:lnTo>
                  <a:pt x="1151" y="1541"/>
                </a:lnTo>
                <a:lnTo>
                  <a:pt x="1151" y="1542"/>
                </a:lnTo>
                <a:lnTo>
                  <a:pt x="1150" y="1542"/>
                </a:lnTo>
                <a:lnTo>
                  <a:pt x="1148" y="1543"/>
                </a:lnTo>
                <a:lnTo>
                  <a:pt x="1147" y="1543"/>
                </a:lnTo>
                <a:lnTo>
                  <a:pt x="1147" y="1542"/>
                </a:lnTo>
                <a:lnTo>
                  <a:pt x="1146" y="1542"/>
                </a:lnTo>
                <a:lnTo>
                  <a:pt x="1145" y="1542"/>
                </a:lnTo>
                <a:lnTo>
                  <a:pt x="1144" y="1542"/>
                </a:lnTo>
                <a:lnTo>
                  <a:pt x="1143" y="1542"/>
                </a:lnTo>
                <a:lnTo>
                  <a:pt x="1143" y="1541"/>
                </a:lnTo>
                <a:lnTo>
                  <a:pt x="1142" y="1540"/>
                </a:lnTo>
                <a:lnTo>
                  <a:pt x="1142" y="1539"/>
                </a:lnTo>
                <a:lnTo>
                  <a:pt x="1140" y="1539"/>
                </a:lnTo>
                <a:lnTo>
                  <a:pt x="1139" y="1540"/>
                </a:lnTo>
                <a:lnTo>
                  <a:pt x="1139" y="1541"/>
                </a:lnTo>
                <a:lnTo>
                  <a:pt x="1140" y="1542"/>
                </a:lnTo>
                <a:lnTo>
                  <a:pt x="1142" y="1543"/>
                </a:lnTo>
                <a:lnTo>
                  <a:pt x="1142" y="1544"/>
                </a:lnTo>
                <a:lnTo>
                  <a:pt x="1143" y="1544"/>
                </a:lnTo>
                <a:lnTo>
                  <a:pt x="1143" y="1545"/>
                </a:lnTo>
                <a:lnTo>
                  <a:pt x="1142" y="1546"/>
                </a:lnTo>
                <a:lnTo>
                  <a:pt x="1142" y="1547"/>
                </a:lnTo>
                <a:lnTo>
                  <a:pt x="1142" y="1549"/>
                </a:lnTo>
                <a:lnTo>
                  <a:pt x="1143" y="1551"/>
                </a:lnTo>
                <a:lnTo>
                  <a:pt x="1144" y="1553"/>
                </a:lnTo>
                <a:lnTo>
                  <a:pt x="1144" y="1556"/>
                </a:lnTo>
                <a:lnTo>
                  <a:pt x="1146" y="1557"/>
                </a:lnTo>
                <a:lnTo>
                  <a:pt x="1147" y="1558"/>
                </a:lnTo>
                <a:lnTo>
                  <a:pt x="1147" y="1559"/>
                </a:lnTo>
                <a:lnTo>
                  <a:pt x="1148" y="1559"/>
                </a:lnTo>
                <a:lnTo>
                  <a:pt x="1147" y="1561"/>
                </a:lnTo>
                <a:lnTo>
                  <a:pt x="1148" y="1563"/>
                </a:lnTo>
                <a:lnTo>
                  <a:pt x="1149" y="1564"/>
                </a:lnTo>
                <a:lnTo>
                  <a:pt x="1151" y="1565"/>
                </a:lnTo>
                <a:lnTo>
                  <a:pt x="1152" y="1566"/>
                </a:lnTo>
                <a:lnTo>
                  <a:pt x="1153" y="1566"/>
                </a:lnTo>
                <a:lnTo>
                  <a:pt x="1153" y="1567"/>
                </a:lnTo>
                <a:lnTo>
                  <a:pt x="1152" y="1568"/>
                </a:lnTo>
                <a:lnTo>
                  <a:pt x="1151" y="1570"/>
                </a:lnTo>
                <a:lnTo>
                  <a:pt x="1150" y="1571"/>
                </a:lnTo>
                <a:lnTo>
                  <a:pt x="1150" y="1572"/>
                </a:lnTo>
                <a:lnTo>
                  <a:pt x="1149" y="1572"/>
                </a:lnTo>
                <a:lnTo>
                  <a:pt x="1147" y="1572"/>
                </a:lnTo>
                <a:lnTo>
                  <a:pt x="1145" y="1572"/>
                </a:lnTo>
                <a:lnTo>
                  <a:pt x="1144" y="1572"/>
                </a:lnTo>
                <a:lnTo>
                  <a:pt x="1143" y="1573"/>
                </a:lnTo>
                <a:lnTo>
                  <a:pt x="1143" y="1575"/>
                </a:lnTo>
                <a:lnTo>
                  <a:pt x="1143" y="1579"/>
                </a:lnTo>
                <a:lnTo>
                  <a:pt x="1143" y="1582"/>
                </a:lnTo>
                <a:lnTo>
                  <a:pt x="1144" y="1583"/>
                </a:lnTo>
                <a:lnTo>
                  <a:pt x="1148" y="1587"/>
                </a:lnTo>
                <a:lnTo>
                  <a:pt x="1149" y="1587"/>
                </a:lnTo>
                <a:lnTo>
                  <a:pt x="1149" y="1588"/>
                </a:lnTo>
                <a:lnTo>
                  <a:pt x="1149" y="1589"/>
                </a:lnTo>
                <a:lnTo>
                  <a:pt x="1149" y="1590"/>
                </a:lnTo>
                <a:lnTo>
                  <a:pt x="1149" y="1593"/>
                </a:lnTo>
                <a:lnTo>
                  <a:pt x="1150" y="1594"/>
                </a:lnTo>
                <a:lnTo>
                  <a:pt x="1152" y="1599"/>
                </a:lnTo>
                <a:lnTo>
                  <a:pt x="1153" y="1599"/>
                </a:lnTo>
                <a:lnTo>
                  <a:pt x="1155" y="1602"/>
                </a:lnTo>
                <a:lnTo>
                  <a:pt x="1155" y="1603"/>
                </a:lnTo>
                <a:lnTo>
                  <a:pt x="1155" y="1604"/>
                </a:lnTo>
                <a:lnTo>
                  <a:pt x="1153" y="1606"/>
                </a:lnTo>
                <a:lnTo>
                  <a:pt x="1151" y="1607"/>
                </a:lnTo>
                <a:lnTo>
                  <a:pt x="1150" y="1607"/>
                </a:lnTo>
                <a:lnTo>
                  <a:pt x="1148" y="1607"/>
                </a:lnTo>
                <a:lnTo>
                  <a:pt x="1147" y="1607"/>
                </a:lnTo>
                <a:lnTo>
                  <a:pt x="1145" y="1607"/>
                </a:lnTo>
                <a:lnTo>
                  <a:pt x="1144" y="1609"/>
                </a:lnTo>
                <a:lnTo>
                  <a:pt x="1144" y="1610"/>
                </a:lnTo>
                <a:lnTo>
                  <a:pt x="1142" y="1612"/>
                </a:lnTo>
                <a:lnTo>
                  <a:pt x="1140" y="1612"/>
                </a:lnTo>
                <a:lnTo>
                  <a:pt x="1138" y="1612"/>
                </a:lnTo>
                <a:lnTo>
                  <a:pt x="1136" y="1611"/>
                </a:lnTo>
                <a:lnTo>
                  <a:pt x="1135" y="1610"/>
                </a:lnTo>
                <a:lnTo>
                  <a:pt x="1134" y="1609"/>
                </a:lnTo>
                <a:lnTo>
                  <a:pt x="1132" y="1606"/>
                </a:lnTo>
                <a:lnTo>
                  <a:pt x="1131" y="1605"/>
                </a:lnTo>
                <a:lnTo>
                  <a:pt x="1131" y="1603"/>
                </a:lnTo>
                <a:lnTo>
                  <a:pt x="1130" y="1603"/>
                </a:lnTo>
                <a:lnTo>
                  <a:pt x="1130" y="1602"/>
                </a:lnTo>
                <a:lnTo>
                  <a:pt x="1129" y="1601"/>
                </a:lnTo>
                <a:lnTo>
                  <a:pt x="1128" y="1600"/>
                </a:lnTo>
                <a:lnTo>
                  <a:pt x="1127" y="1600"/>
                </a:lnTo>
                <a:lnTo>
                  <a:pt x="1125" y="1600"/>
                </a:lnTo>
                <a:lnTo>
                  <a:pt x="1125" y="1601"/>
                </a:lnTo>
                <a:lnTo>
                  <a:pt x="1126" y="1603"/>
                </a:lnTo>
                <a:lnTo>
                  <a:pt x="1123" y="1604"/>
                </a:lnTo>
                <a:lnTo>
                  <a:pt x="1121" y="1603"/>
                </a:lnTo>
                <a:lnTo>
                  <a:pt x="1119" y="1602"/>
                </a:lnTo>
                <a:lnTo>
                  <a:pt x="1118" y="1600"/>
                </a:lnTo>
                <a:lnTo>
                  <a:pt x="1118" y="1599"/>
                </a:lnTo>
                <a:lnTo>
                  <a:pt x="1117" y="1598"/>
                </a:lnTo>
                <a:lnTo>
                  <a:pt x="1116" y="1597"/>
                </a:lnTo>
                <a:lnTo>
                  <a:pt x="1115" y="1598"/>
                </a:lnTo>
                <a:lnTo>
                  <a:pt x="1113" y="1599"/>
                </a:lnTo>
                <a:lnTo>
                  <a:pt x="1109" y="1601"/>
                </a:lnTo>
                <a:lnTo>
                  <a:pt x="1108" y="1602"/>
                </a:lnTo>
                <a:lnTo>
                  <a:pt x="1108" y="1601"/>
                </a:lnTo>
                <a:lnTo>
                  <a:pt x="1106" y="1600"/>
                </a:lnTo>
                <a:lnTo>
                  <a:pt x="1105" y="1599"/>
                </a:lnTo>
                <a:lnTo>
                  <a:pt x="1104" y="1598"/>
                </a:lnTo>
                <a:lnTo>
                  <a:pt x="1103" y="1597"/>
                </a:lnTo>
                <a:lnTo>
                  <a:pt x="1102" y="1596"/>
                </a:lnTo>
                <a:lnTo>
                  <a:pt x="1101" y="1594"/>
                </a:lnTo>
                <a:lnTo>
                  <a:pt x="1099" y="1593"/>
                </a:lnTo>
                <a:lnTo>
                  <a:pt x="1098" y="1592"/>
                </a:lnTo>
                <a:lnTo>
                  <a:pt x="1096" y="1591"/>
                </a:lnTo>
                <a:lnTo>
                  <a:pt x="1096" y="1590"/>
                </a:lnTo>
                <a:lnTo>
                  <a:pt x="1095" y="1589"/>
                </a:lnTo>
                <a:lnTo>
                  <a:pt x="1094" y="1589"/>
                </a:lnTo>
                <a:lnTo>
                  <a:pt x="1093" y="1588"/>
                </a:lnTo>
                <a:lnTo>
                  <a:pt x="1092" y="1587"/>
                </a:lnTo>
                <a:lnTo>
                  <a:pt x="1091" y="1586"/>
                </a:lnTo>
                <a:lnTo>
                  <a:pt x="1087" y="1583"/>
                </a:lnTo>
                <a:lnTo>
                  <a:pt x="1087" y="1582"/>
                </a:lnTo>
                <a:lnTo>
                  <a:pt x="1086" y="1581"/>
                </a:lnTo>
                <a:lnTo>
                  <a:pt x="1086" y="1579"/>
                </a:lnTo>
                <a:lnTo>
                  <a:pt x="1087" y="1578"/>
                </a:lnTo>
                <a:lnTo>
                  <a:pt x="1086" y="1577"/>
                </a:lnTo>
                <a:lnTo>
                  <a:pt x="1086" y="1575"/>
                </a:lnTo>
                <a:lnTo>
                  <a:pt x="1085" y="1575"/>
                </a:lnTo>
                <a:lnTo>
                  <a:pt x="1084" y="1574"/>
                </a:lnTo>
                <a:lnTo>
                  <a:pt x="1083" y="1572"/>
                </a:lnTo>
                <a:lnTo>
                  <a:pt x="1083" y="1570"/>
                </a:lnTo>
                <a:lnTo>
                  <a:pt x="1083" y="1567"/>
                </a:lnTo>
                <a:lnTo>
                  <a:pt x="1082" y="1566"/>
                </a:lnTo>
                <a:lnTo>
                  <a:pt x="1082" y="1565"/>
                </a:lnTo>
                <a:lnTo>
                  <a:pt x="1082" y="1564"/>
                </a:lnTo>
                <a:lnTo>
                  <a:pt x="1083" y="1564"/>
                </a:lnTo>
                <a:lnTo>
                  <a:pt x="1083" y="1563"/>
                </a:lnTo>
                <a:lnTo>
                  <a:pt x="1083" y="1562"/>
                </a:lnTo>
                <a:lnTo>
                  <a:pt x="1081" y="1556"/>
                </a:lnTo>
                <a:lnTo>
                  <a:pt x="1081" y="1555"/>
                </a:lnTo>
                <a:lnTo>
                  <a:pt x="1077" y="1555"/>
                </a:lnTo>
                <a:lnTo>
                  <a:pt x="1075" y="1556"/>
                </a:lnTo>
                <a:lnTo>
                  <a:pt x="1065" y="1555"/>
                </a:lnTo>
                <a:lnTo>
                  <a:pt x="1062" y="1554"/>
                </a:lnTo>
                <a:lnTo>
                  <a:pt x="1061" y="1554"/>
                </a:lnTo>
                <a:lnTo>
                  <a:pt x="1058" y="1552"/>
                </a:lnTo>
                <a:lnTo>
                  <a:pt x="1057" y="1552"/>
                </a:lnTo>
                <a:lnTo>
                  <a:pt x="1056" y="1552"/>
                </a:lnTo>
                <a:lnTo>
                  <a:pt x="1055" y="1554"/>
                </a:lnTo>
                <a:lnTo>
                  <a:pt x="1055" y="1555"/>
                </a:lnTo>
                <a:lnTo>
                  <a:pt x="1052" y="1556"/>
                </a:lnTo>
                <a:lnTo>
                  <a:pt x="1050" y="1557"/>
                </a:lnTo>
                <a:lnTo>
                  <a:pt x="1050" y="1556"/>
                </a:lnTo>
                <a:lnTo>
                  <a:pt x="1049" y="1556"/>
                </a:lnTo>
                <a:lnTo>
                  <a:pt x="1047" y="1556"/>
                </a:lnTo>
                <a:lnTo>
                  <a:pt x="1046" y="1556"/>
                </a:lnTo>
                <a:lnTo>
                  <a:pt x="1048" y="1560"/>
                </a:lnTo>
                <a:lnTo>
                  <a:pt x="1048" y="1561"/>
                </a:lnTo>
                <a:lnTo>
                  <a:pt x="1049" y="1562"/>
                </a:lnTo>
                <a:lnTo>
                  <a:pt x="1050" y="1562"/>
                </a:lnTo>
                <a:lnTo>
                  <a:pt x="1050" y="1563"/>
                </a:lnTo>
                <a:lnTo>
                  <a:pt x="1049" y="1567"/>
                </a:lnTo>
                <a:lnTo>
                  <a:pt x="1049" y="1568"/>
                </a:lnTo>
                <a:lnTo>
                  <a:pt x="1048" y="1569"/>
                </a:lnTo>
                <a:lnTo>
                  <a:pt x="1047" y="1570"/>
                </a:lnTo>
                <a:lnTo>
                  <a:pt x="1044" y="1570"/>
                </a:lnTo>
                <a:lnTo>
                  <a:pt x="1043" y="1573"/>
                </a:lnTo>
                <a:lnTo>
                  <a:pt x="1043" y="1575"/>
                </a:lnTo>
                <a:lnTo>
                  <a:pt x="1043" y="1576"/>
                </a:lnTo>
                <a:lnTo>
                  <a:pt x="1043" y="1579"/>
                </a:lnTo>
                <a:lnTo>
                  <a:pt x="1043" y="1580"/>
                </a:lnTo>
                <a:lnTo>
                  <a:pt x="1042" y="1581"/>
                </a:lnTo>
                <a:lnTo>
                  <a:pt x="1042" y="1582"/>
                </a:lnTo>
                <a:lnTo>
                  <a:pt x="1042" y="1583"/>
                </a:lnTo>
                <a:lnTo>
                  <a:pt x="1043" y="1583"/>
                </a:lnTo>
                <a:lnTo>
                  <a:pt x="1045" y="1584"/>
                </a:lnTo>
                <a:lnTo>
                  <a:pt x="1047" y="1585"/>
                </a:lnTo>
                <a:lnTo>
                  <a:pt x="1048" y="1586"/>
                </a:lnTo>
                <a:lnTo>
                  <a:pt x="1051" y="1589"/>
                </a:lnTo>
                <a:lnTo>
                  <a:pt x="1049" y="1590"/>
                </a:lnTo>
                <a:lnTo>
                  <a:pt x="1049" y="1592"/>
                </a:lnTo>
                <a:lnTo>
                  <a:pt x="1049" y="1593"/>
                </a:lnTo>
                <a:lnTo>
                  <a:pt x="1051" y="1594"/>
                </a:lnTo>
                <a:lnTo>
                  <a:pt x="1051" y="1596"/>
                </a:lnTo>
                <a:lnTo>
                  <a:pt x="1052" y="1598"/>
                </a:lnTo>
                <a:lnTo>
                  <a:pt x="1054" y="1600"/>
                </a:lnTo>
                <a:lnTo>
                  <a:pt x="1053" y="1602"/>
                </a:lnTo>
                <a:lnTo>
                  <a:pt x="1053" y="1603"/>
                </a:lnTo>
                <a:lnTo>
                  <a:pt x="1052" y="1603"/>
                </a:lnTo>
                <a:lnTo>
                  <a:pt x="1052" y="1604"/>
                </a:lnTo>
                <a:lnTo>
                  <a:pt x="1052" y="1605"/>
                </a:lnTo>
                <a:lnTo>
                  <a:pt x="1053" y="1606"/>
                </a:lnTo>
                <a:lnTo>
                  <a:pt x="1052" y="1608"/>
                </a:lnTo>
                <a:lnTo>
                  <a:pt x="1050" y="1608"/>
                </a:lnTo>
                <a:lnTo>
                  <a:pt x="1049" y="1608"/>
                </a:lnTo>
                <a:lnTo>
                  <a:pt x="1048" y="1608"/>
                </a:lnTo>
                <a:lnTo>
                  <a:pt x="1048" y="1609"/>
                </a:lnTo>
                <a:lnTo>
                  <a:pt x="1048" y="1611"/>
                </a:lnTo>
                <a:lnTo>
                  <a:pt x="1048" y="1612"/>
                </a:lnTo>
                <a:lnTo>
                  <a:pt x="1048" y="1614"/>
                </a:lnTo>
                <a:lnTo>
                  <a:pt x="1048" y="1615"/>
                </a:lnTo>
                <a:lnTo>
                  <a:pt x="1047" y="1615"/>
                </a:lnTo>
                <a:lnTo>
                  <a:pt x="1046" y="1615"/>
                </a:lnTo>
                <a:lnTo>
                  <a:pt x="1046" y="1616"/>
                </a:lnTo>
                <a:lnTo>
                  <a:pt x="1046" y="1617"/>
                </a:lnTo>
                <a:lnTo>
                  <a:pt x="1046" y="1618"/>
                </a:lnTo>
                <a:lnTo>
                  <a:pt x="1045" y="1619"/>
                </a:lnTo>
                <a:lnTo>
                  <a:pt x="1044" y="1619"/>
                </a:lnTo>
                <a:lnTo>
                  <a:pt x="1042" y="1619"/>
                </a:lnTo>
                <a:lnTo>
                  <a:pt x="1042" y="1618"/>
                </a:lnTo>
                <a:lnTo>
                  <a:pt x="1041" y="1618"/>
                </a:lnTo>
                <a:lnTo>
                  <a:pt x="1040" y="1618"/>
                </a:lnTo>
                <a:lnTo>
                  <a:pt x="1038" y="1618"/>
                </a:lnTo>
                <a:lnTo>
                  <a:pt x="1037" y="1619"/>
                </a:lnTo>
                <a:lnTo>
                  <a:pt x="1036" y="1618"/>
                </a:lnTo>
                <a:lnTo>
                  <a:pt x="1035" y="1618"/>
                </a:lnTo>
                <a:lnTo>
                  <a:pt x="1035" y="1617"/>
                </a:lnTo>
                <a:lnTo>
                  <a:pt x="1035" y="1615"/>
                </a:lnTo>
                <a:lnTo>
                  <a:pt x="1035" y="1611"/>
                </a:lnTo>
                <a:lnTo>
                  <a:pt x="1036" y="1607"/>
                </a:lnTo>
                <a:lnTo>
                  <a:pt x="1035" y="1606"/>
                </a:lnTo>
                <a:lnTo>
                  <a:pt x="1035" y="1604"/>
                </a:lnTo>
                <a:lnTo>
                  <a:pt x="1035" y="1603"/>
                </a:lnTo>
                <a:lnTo>
                  <a:pt x="1035" y="1602"/>
                </a:lnTo>
                <a:lnTo>
                  <a:pt x="1035" y="1600"/>
                </a:lnTo>
                <a:lnTo>
                  <a:pt x="1035" y="1599"/>
                </a:lnTo>
                <a:lnTo>
                  <a:pt x="1034" y="1598"/>
                </a:lnTo>
                <a:lnTo>
                  <a:pt x="1033" y="1598"/>
                </a:lnTo>
                <a:lnTo>
                  <a:pt x="1031" y="1598"/>
                </a:lnTo>
                <a:lnTo>
                  <a:pt x="1030" y="1598"/>
                </a:lnTo>
                <a:lnTo>
                  <a:pt x="1029" y="1597"/>
                </a:lnTo>
                <a:lnTo>
                  <a:pt x="1029" y="1596"/>
                </a:lnTo>
                <a:lnTo>
                  <a:pt x="1028" y="1594"/>
                </a:lnTo>
                <a:lnTo>
                  <a:pt x="1023" y="1592"/>
                </a:lnTo>
                <a:lnTo>
                  <a:pt x="1020" y="1590"/>
                </a:lnTo>
                <a:lnTo>
                  <a:pt x="1019" y="1590"/>
                </a:lnTo>
                <a:lnTo>
                  <a:pt x="1018" y="1589"/>
                </a:lnTo>
                <a:lnTo>
                  <a:pt x="1016" y="1587"/>
                </a:lnTo>
                <a:lnTo>
                  <a:pt x="1013" y="1581"/>
                </a:lnTo>
                <a:lnTo>
                  <a:pt x="1012" y="1580"/>
                </a:lnTo>
                <a:lnTo>
                  <a:pt x="1011" y="1580"/>
                </a:lnTo>
                <a:lnTo>
                  <a:pt x="1010" y="1578"/>
                </a:lnTo>
                <a:lnTo>
                  <a:pt x="1010" y="1577"/>
                </a:lnTo>
                <a:lnTo>
                  <a:pt x="1011" y="1575"/>
                </a:lnTo>
                <a:lnTo>
                  <a:pt x="1011" y="1574"/>
                </a:lnTo>
                <a:lnTo>
                  <a:pt x="1011" y="1573"/>
                </a:lnTo>
                <a:lnTo>
                  <a:pt x="1011" y="1572"/>
                </a:lnTo>
                <a:lnTo>
                  <a:pt x="1010" y="1571"/>
                </a:lnTo>
                <a:lnTo>
                  <a:pt x="1009" y="1571"/>
                </a:lnTo>
                <a:lnTo>
                  <a:pt x="1008" y="1571"/>
                </a:lnTo>
                <a:lnTo>
                  <a:pt x="1004" y="1570"/>
                </a:lnTo>
                <a:lnTo>
                  <a:pt x="1000" y="1569"/>
                </a:lnTo>
                <a:lnTo>
                  <a:pt x="999" y="1569"/>
                </a:lnTo>
                <a:lnTo>
                  <a:pt x="996" y="1570"/>
                </a:lnTo>
                <a:lnTo>
                  <a:pt x="995" y="1570"/>
                </a:lnTo>
                <a:lnTo>
                  <a:pt x="991" y="1576"/>
                </a:lnTo>
                <a:lnTo>
                  <a:pt x="989" y="1578"/>
                </a:lnTo>
                <a:lnTo>
                  <a:pt x="988" y="1580"/>
                </a:lnTo>
                <a:lnTo>
                  <a:pt x="986" y="1585"/>
                </a:lnTo>
                <a:lnTo>
                  <a:pt x="986" y="1587"/>
                </a:lnTo>
                <a:lnTo>
                  <a:pt x="986" y="1589"/>
                </a:lnTo>
                <a:lnTo>
                  <a:pt x="986" y="1590"/>
                </a:lnTo>
                <a:lnTo>
                  <a:pt x="985" y="1591"/>
                </a:lnTo>
                <a:lnTo>
                  <a:pt x="985" y="1592"/>
                </a:lnTo>
                <a:lnTo>
                  <a:pt x="982" y="1595"/>
                </a:lnTo>
                <a:lnTo>
                  <a:pt x="982" y="1596"/>
                </a:lnTo>
                <a:lnTo>
                  <a:pt x="980" y="1597"/>
                </a:lnTo>
                <a:lnTo>
                  <a:pt x="980" y="1596"/>
                </a:lnTo>
                <a:lnTo>
                  <a:pt x="979" y="1595"/>
                </a:lnTo>
                <a:lnTo>
                  <a:pt x="977" y="1593"/>
                </a:lnTo>
                <a:lnTo>
                  <a:pt x="977" y="1592"/>
                </a:lnTo>
                <a:lnTo>
                  <a:pt x="976" y="1591"/>
                </a:lnTo>
                <a:lnTo>
                  <a:pt x="976" y="1588"/>
                </a:lnTo>
                <a:lnTo>
                  <a:pt x="975" y="1587"/>
                </a:lnTo>
                <a:lnTo>
                  <a:pt x="975" y="1586"/>
                </a:lnTo>
                <a:lnTo>
                  <a:pt x="975" y="1585"/>
                </a:lnTo>
                <a:lnTo>
                  <a:pt x="974" y="1582"/>
                </a:lnTo>
                <a:lnTo>
                  <a:pt x="973" y="1582"/>
                </a:lnTo>
                <a:lnTo>
                  <a:pt x="972" y="1581"/>
                </a:lnTo>
                <a:lnTo>
                  <a:pt x="967" y="1579"/>
                </a:lnTo>
                <a:lnTo>
                  <a:pt x="965" y="1578"/>
                </a:lnTo>
                <a:lnTo>
                  <a:pt x="947" y="1572"/>
                </a:lnTo>
                <a:lnTo>
                  <a:pt x="946" y="1572"/>
                </a:lnTo>
                <a:lnTo>
                  <a:pt x="945" y="1574"/>
                </a:lnTo>
                <a:lnTo>
                  <a:pt x="945" y="1575"/>
                </a:lnTo>
                <a:lnTo>
                  <a:pt x="943" y="1575"/>
                </a:lnTo>
                <a:lnTo>
                  <a:pt x="942" y="1575"/>
                </a:lnTo>
                <a:lnTo>
                  <a:pt x="941" y="1575"/>
                </a:lnTo>
                <a:lnTo>
                  <a:pt x="940" y="1575"/>
                </a:lnTo>
                <a:lnTo>
                  <a:pt x="940" y="1578"/>
                </a:lnTo>
                <a:lnTo>
                  <a:pt x="939" y="1579"/>
                </a:lnTo>
                <a:lnTo>
                  <a:pt x="938" y="1580"/>
                </a:lnTo>
                <a:lnTo>
                  <a:pt x="937" y="1580"/>
                </a:lnTo>
                <a:lnTo>
                  <a:pt x="935" y="1580"/>
                </a:lnTo>
                <a:lnTo>
                  <a:pt x="932" y="1580"/>
                </a:lnTo>
                <a:lnTo>
                  <a:pt x="928" y="1578"/>
                </a:lnTo>
                <a:lnTo>
                  <a:pt x="928" y="1577"/>
                </a:lnTo>
                <a:lnTo>
                  <a:pt x="928" y="1576"/>
                </a:lnTo>
                <a:lnTo>
                  <a:pt x="928" y="1575"/>
                </a:lnTo>
                <a:lnTo>
                  <a:pt x="927" y="1574"/>
                </a:lnTo>
                <a:lnTo>
                  <a:pt x="925" y="1571"/>
                </a:lnTo>
                <a:lnTo>
                  <a:pt x="925" y="1569"/>
                </a:lnTo>
                <a:lnTo>
                  <a:pt x="924" y="1568"/>
                </a:lnTo>
                <a:lnTo>
                  <a:pt x="922" y="1568"/>
                </a:lnTo>
                <a:lnTo>
                  <a:pt x="921" y="1567"/>
                </a:lnTo>
                <a:lnTo>
                  <a:pt x="919" y="1566"/>
                </a:lnTo>
                <a:lnTo>
                  <a:pt x="919" y="1565"/>
                </a:lnTo>
                <a:lnTo>
                  <a:pt x="920" y="1564"/>
                </a:lnTo>
                <a:lnTo>
                  <a:pt x="921" y="1564"/>
                </a:lnTo>
                <a:lnTo>
                  <a:pt x="921" y="1563"/>
                </a:lnTo>
                <a:lnTo>
                  <a:pt x="919" y="1560"/>
                </a:lnTo>
                <a:lnTo>
                  <a:pt x="918" y="1560"/>
                </a:lnTo>
                <a:lnTo>
                  <a:pt x="917" y="1560"/>
                </a:lnTo>
                <a:lnTo>
                  <a:pt x="917" y="1559"/>
                </a:lnTo>
                <a:lnTo>
                  <a:pt x="917" y="1557"/>
                </a:lnTo>
                <a:lnTo>
                  <a:pt x="916" y="1554"/>
                </a:lnTo>
                <a:lnTo>
                  <a:pt x="915" y="1553"/>
                </a:lnTo>
                <a:lnTo>
                  <a:pt x="915" y="1551"/>
                </a:lnTo>
                <a:lnTo>
                  <a:pt x="915" y="1550"/>
                </a:lnTo>
                <a:lnTo>
                  <a:pt x="915" y="1549"/>
                </a:lnTo>
                <a:lnTo>
                  <a:pt x="915" y="1548"/>
                </a:lnTo>
                <a:lnTo>
                  <a:pt x="913" y="1546"/>
                </a:lnTo>
                <a:lnTo>
                  <a:pt x="913" y="1545"/>
                </a:lnTo>
                <a:lnTo>
                  <a:pt x="913" y="1544"/>
                </a:lnTo>
                <a:lnTo>
                  <a:pt x="913" y="1543"/>
                </a:lnTo>
                <a:lnTo>
                  <a:pt x="914" y="1542"/>
                </a:lnTo>
                <a:lnTo>
                  <a:pt x="914" y="1541"/>
                </a:lnTo>
                <a:lnTo>
                  <a:pt x="913" y="1541"/>
                </a:lnTo>
                <a:lnTo>
                  <a:pt x="912" y="1541"/>
                </a:lnTo>
                <a:lnTo>
                  <a:pt x="911" y="1540"/>
                </a:lnTo>
                <a:lnTo>
                  <a:pt x="909" y="1539"/>
                </a:lnTo>
                <a:lnTo>
                  <a:pt x="908" y="1539"/>
                </a:lnTo>
                <a:lnTo>
                  <a:pt x="907" y="1538"/>
                </a:lnTo>
                <a:lnTo>
                  <a:pt x="906" y="1536"/>
                </a:lnTo>
                <a:lnTo>
                  <a:pt x="906" y="1535"/>
                </a:lnTo>
                <a:lnTo>
                  <a:pt x="907" y="1535"/>
                </a:lnTo>
                <a:lnTo>
                  <a:pt x="908" y="1535"/>
                </a:lnTo>
                <a:lnTo>
                  <a:pt x="908" y="1534"/>
                </a:lnTo>
                <a:lnTo>
                  <a:pt x="908" y="1532"/>
                </a:lnTo>
                <a:lnTo>
                  <a:pt x="908" y="1531"/>
                </a:lnTo>
                <a:lnTo>
                  <a:pt x="909" y="1528"/>
                </a:lnTo>
                <a:lnTo>
                  <a:pt x="910" y="1527"/>
                </a:lnTo>
                <a:lnTo>
                  <a:pt x="911" y="1526"/>
                </a:lnTo>
                <a:lnTo>
                  <a:pt x="912" y="1525"/>
                </a:lnTo>
                <a:lnTo>
                  <a:pt x="913" y="1524"/>
                </a:lnTo>
                <a:lnTo>
                  <a:pt x="914" y="1523"/>
                </a:lnTo>
                <a:lnTo>
                  <a:pt x="915" y="1524"/>
                </a:lnTo>
                <a:lnTo>
                  <a:pt x="916" y="1524"/>
                </a:lnTo>
                <a:lnTo>
                  <a:pt x="917" y="1524"/>
                </a:lnTo>
                <a:lnTo>
                  <a:pt x="917" y="1523"/>
                </a:lnTo>
                <a:lnTo>
                  <a:pt x="918" y="1523"/>
                </a:lnTo>
                <a:lnTo>
                  <a:pt x="919" y="1523"/>
                </a:lnTo>
                <a:lnTo>
                  <a:pt x="919" y="1524"/>
                </a:lnTo>
                <a:lnTo>
                  <a:pt x="919" y="1525"/>
                </a:lnTo>
                <a:lnTo>
                  <a:pt x="920" y="1525"/>
                </a:lnTo>
                <a:lnTo>
                  <a:pt x="921" y="1525"/>
                </a:lnTo>
                <a:lnTo>
                  <a:pt x="921" y="1524"/>
                </a:lnTo>
                <a:lnTo>
                  <a:pt x="922" y="1524"/>
                </a:lnTo>
                <a:lnTo>
                  <a:pt x="923" y="1524"/>
                </a:lnTo>
                <a:lnTo>
                  <a:pt x="923" y="1523"/>
                </a:lnTo>
                <a:lnTo>
                  <a:pt x="923" y="1522"/>
                </a:lnTo>
                <a:lnTo>
                  <a:pt x="922" y="1522"/>
                </a:lnTo>
                <a:lnTo>
                  <a:pt x="921" y="1521"/>
                </a:lnTo>
                <a:lnTo>
                  <a:pt x="920" y="1520"/>
                </a:lnTo>
                <a:lnTo>
                  <a:pt x="920" y="1519"/>
                </a:lnTo>
                <a:lnTo>
                  <a:pt x="918" y="1518"/>
                </a:lnTo>
                <a:lnTo>
                  <a:pt x="918" y="1517"/>
                </a:lnTo>
                <a:lnTo>
                  <a:pt x="918" y="1515"/>
                </a:lnTo>
                <a:lnTo>
                  <a:pt x="919" y="1514"/>
                </a:lnTo>
                <a:lnTo>
                  <a:pt x="920" y="1514"/>
                </a:lnTo>
                <a:lnTo>
                  <a:pt x="920" y="1513"/>
                </a:lnTo>
                <a:lnTo>
                  <a:pt x="921" y="1512"/>
                </a:lnTo>
                <a:lnTo>
                  <a:pt x="922" y="1512"/>
                </a:lnTo>
                <a:lnTo>
                  <a:pt x="922" y="1513"/>
                </a:lnTo>
                <a:lnTo>
                  <a:pt x="923" y="1512"/>
                </a:lnTo>
                <a:lnTo>
                  <a:pt x="924" y="1512"/>
                </a:lnTo>
                <a:lnTo>
                  <a:pt x="924" y="1511"/>
                </a:lnTo>
                <a:lnTo>
                  <a:pt x="924" y="1509"/>
                </a:lnTo>
                <a:lnTo>
                  <a:pt x="924" y="1507"/>
                </a:lnTo>
                <a:lnTo>
                  <a:pt x="925" y="1504"/>
                </a:lnTo>
                <a:lnTo>
                  <a:pt x="925" y="1503"/>
                </a:lnTo>
                <a:lnTo>
                  <a:pt x="924" y="1503"/>
                </a:lnTo>
                <a:lnTo>
                  <a:pt x="924" y="1502"/>
                </a:lnTo>
                <a:lnTo>
                  <a:pt x="924" y="1501"/>
                </a:lnTo>
                <a:lnTo>
                  <a:pt x="923" y="1500"/>
                </a:lnTo>
                <a:lnTo>
                  <a:pt x="922" y="1500"/>
                </a:lnTo>
                <a:lnTo>
                  <a:pt x="922" y="1499"/>
                </a:lnTo>
                <a:lnTo>
                  <a:pt x="922" y="1498"/>
                </a:lnTo>
                <a:lnTo>
                  <a:pt x="924" y="1496"/>
                </a:lnTo>
                <a:lnTo>
                  <a:pt x="923" y="1496"/>
                </a:lnTo>
                <a:lnTo>
                  <a:pt x="923" y="1495"/>
                </a:lnTo>
                <a:lnTo>
                  <a:pt x="923" y="1494"/>
                </a:lnTo>
                <a:lnTo>
                  <a:pt x="923" y="1493"/>
                </a:lnTo>
                <a:lnTo>
                  <a:pt x="924" y="1493"/>
                </a:lnTo>
                <a:lnTo>
                  <a:pt x="924" y="1492"/>
                </a:lnTo>
                <a:lnTo>
                  <a:pt x="923" y="1492"/>
                </a:lnTo>
                <a:lnTo>
                  <a:pt x="923" y="1491"/>
                </a:lnTo>
                <a:lnTo>
                  <a:pt x="923" y="1492"/>
                </a:lnTo>
                <a:lnTo>
                  <a:pt x="922" y="1492"/>
                </a:lnTo>
                <a:lnTo>
                  <a:pt x="921" y="1492"/>
                </a:lnTo>
                <a:lnTo>
                  <a:pt x="921" y="1490"/>
                </a:lnTo>
                <a:lnTo>
                  <a:pt x="920" y="1489"/>
                </a:lnTo>
                <a:lnTo>
                  <a:pt x="918" y="1486"/>
                </a:lnTo>
                <a:lnTo>
                  <a:pt x="917" y="1487"/>
                </a:lnTo>
                <a:lnTo>
                  <a:pt x="916" y="1486"/>
                </a:lnTo>
                <a:lnTo>
                  <a:pt x="915" y="1486"/>
                </a:lnTo>
                <a:lnTo>
                  <a:pt x="914" y="1486"/>
                </a:lnTo>
                <a:lnTo>
                  <a:pt x="913" y="1486"/>
                </a:lnTo>
                <a:lnTo>
                  <a:pt x="912" y="1486"/>
                </a:lnTo>
                <a:lnTo>
                  <a:pt x="912" y="1487"/>
                </a:lnTo>
                <a:lnTo>
                  <a:pt x="910" y="1489"/>
                </a:lnTo>
                <a:lnTo>
                  <a:pt x="910" y="1490"/>
                </a:lnTo>
                <a:lnTo>
                  <a:pt x="911" y="1492"/>
                </a:lnTo>
                <a:lnTo>
                  <a:pt x="911" y="1493"/>
                </a:lnTo>
                <a:lnTo>
                  <a:pt x="910" y="1493"/>
                </a:lnTo>
                <a:lnTo>
                  <a:pt x="909" y="1493"/>
                </a:lnTo>
                <a:lnTo>
                  <a:pt x="908" y="1493"/>
                </a:lnTo>
                <a:lnTo>
                  <a:pt x="908" y="1492"/>
                </a:lnTo>
                <a:lnTo>
                  <a:pt x="909" y="1492"/>
                </a:lnTo>
                <a:lnTo>
                  <a:pt x="908" y="1492"/>
                </a:lnTo>
                <a:lnTo>
                  <a:pt x="908" y="1491"/>
                </a:lnTo>
                <a:lnTo>
                  <a:pt x="907" y="1491"/>
                </a:lnTo>
                <a:lnTo>
                  <a:pt x="906" y="1491"/>
                </a:lnTo>
                <a:lnTo>
                  <a:pt x="906" y="1492"/>
                </a:lnTo>
                <a:lnTo>
                  <a:pt x="905" y="1492"/>
                </a:lnTo>
                <a:lnTo>
                  <a:pt x="904" y="1491"/>
                </a:lnTo>
                <a:lnTo>
                  <a:pt x="903" y="1491"/>
                </a:lnTo>
                <a:lnTo>
                  <a:pt x="903" y="1492"/>
                </a:lnTo>
                <a:lnTo>
                  <a:pt x="902" y="1492"/>
                </a:lnTo>
                <a:lnTo>
                  <a:pt x="902" y="1490"/>
                </a:lnTo>
                <a:lnTo>
                  <a:pt x="901" y="1489"/>
                </a:lnTo>
                <a:lnTo>
                  <a:pt x="900" y="1489"/>
                </a:lnTo>
                <a:lnTo>
                  <a:pt x="900" y="1488"/>
                </a:lnTo>
                <a:lnTo>
                  <a:pt x="899" y="1487"/>
                </a:lnTo>
                <a:lnTo>
                  <a:pt x="898" y="1487"/>
                </a:lnTo>
                <a:lnTo>
                  <a:pt x="897" y="1486"/>
                </a:lnTo>
                <a:lnTo>
                  <a:pt x="897" y="1485"/>
                </a:lnTo>
                <a:lnTo>
                  <a:pt x="897" y="1484"/>
                </a:lnTo>
                <a:lnTo>
                  <a:pt x="896" y="1483"/>
                </a:lnTo>
                <a:lnTo>
                  <a:pt x="896" y="1482"/>
                </a:lnTo>
                <a:lnTo>
                  <a:pt x="896" y="1481"/>
                </a:lnTo>
                <a:lnTo>
                  <a:pt x="897" y="1481"/>
                </a:lnTo>
                <a:lnTo>
                  <a:pt x="897" y="1480"/>
                </a:lnTo>
                <a:lnTo>
                  <a:pt x="897" y="1479"/>
                </a:lnTo>
                <a:lnTo>
                  <a:pt x="896" y="1479"/>
                </a:lnTo>
                <a:lnTo>
                  <a:pt x="895" y="1478"/>
                </a:lnTo>
                <a:lnTo>
                  <a:pt x="895" y="1477"/>
                </a:lnTo>
                <a:lnTo>
                  <a:pt x="895" y="1475"/>
                </a:lnTo>
                <a:lnTo>
                  <a:pt x="894" y="1474"/>
                </a:lnTo>
                <a:lnTo>
                  <a:pt x="894" y="1473"/>
                </a:lnTo>
                <a:lnTo>
                  <a:pt x="894" y="1472"/>
                </a:lnTo>
                <a:lnTo>
                  <a:pt x="894" y="1471"/>
                </a:lnTo>
                <a:lnTo>
                  <a:pt x="894" y="1470"/>
                </a:lnTo>
                <a:lnTo>
                  <a:pt x="894" y="1469"/>
                </a:lnTo>
                <a:lnTo>
                  <a:pt x="894" y="1468"/>
                </a:lnTo>
                <a:lnTo>
                  <a:pt x="894" y="1466"/>
                </a:lnTo>
                <a:lnTo>
                  <a:pt x="893" y="1464"/>
                </a:lnTo>
                <a:lnTo>
                  <a:pt x="893" y="1463"/>
                </a:lnTo>
                <a:lnTo>
                  <a:pt x="892" y="1463"/>
                </a:lnTo>
                <a:lnTo>
                  <a:pt x="892" y="1462"/>
                </a:lnTo>
                <a:lnTo>
                  <a:pt x="893" y="1462"/>
                </a:lnTo>
                <a:lnTo>
                  <a:pt x="893" y="1461"/>
                </a:lnTo>
                <a:lnTo>
                  <a:pt x="894" y="1461"/>
                </a:lnTo>
                <a:lnTo>
                  <a:pt x="894" y="1460"/>
                </a:lnTo>
                <a:lnTo>
                  <a:pt x="893" y="1460"/>
                </a:lnTo>
                <a:lnTo>
                  <a:pt x="893" y="1459"/>
                </a:lnTo>
                <a:lnTo>
                  <a:pt x="893" y="1456"/>
                </a:lnTo>
                <a:lnTo>
                  <a:pt x="893" y="1455"/>
                </a:lnTo>
                <a:lnTo>
                  <a:pt x="891" y="1455"/>
                </a:lnTo>
                <a:lnTo>
                  <a:pt x="890" y="1455"/>
                </a:lnTo>
                <a:lnTo>
                  <a:pt x="890" y="1454"/>
                </a:lnTo>
                <a:lnTo>
                  <a:pt x="889" y="1454"/>
                </a:lnTo>
                <a:lnTo>
                  <a:pt x="889" y="1455"/>
                </a:lnTo>
                <a:lnTo>
                  <a:pt x="889" y="1456"/>
                </a:lnTo>
                <a:lnTo>
                  <a:pt x="889" y="1457"/>
                </a:lnTo>
                <a:lnTo>
                  <a:pt x="888" y="1457"/>
                </a:lnTo>
                <a:lnTo>
                  <a:pt x="887" y="1457"/>
                </a:lnTo>
                <a:lnTo>
                  <a:pt x="887" y="1459"/>
                </a:lnTo>
                <a:lnTo>
                  <a:pt x="887" y="1460"/>
                </a:lnTo>
                <a:lnTo>
                  <a:pt x="886" y="1460"/>
                </a:lnTo>
                <a:lnTo>
                  <a:pt x="885" y="1460"/>
                </a:lnTo>
                <a:lnTo>
                  <a:pt x="884" y="1460"/>
                </a:lnTo>
                <a:lnTo>
                  <a:pt x="882" y="1462"/>
                </a:lnTo>
                <a:lnTo>
                  <a:pt x="881" y="1462"/>
                </a:lnTo>
                <a:lnTo>
                  <a:pt x="880" y="1462"/>
                </a:lnTo>
                <a:lnTo>
                  <a:pt x="879" y="1462"/>
                </a:lnTo>
                <a:lnTo>
                  <a:pt x="878" y="1463"/>
                </a:lnTo>
                <a:lnTo>
                  <a:pt x="876" y="1463"/>
                </a:lnTo>
                <a:lnTo>
                  <a:pt x="875" y="1463"/>
                </a:lnTo>
                <a:lnTo>
                  <a:pt x="873" y="1465"/>
                </a:lnTo>
                <a:lnTo>
                  <a:pt x="872" y="1465"/>
                </a:lnTo>
                <a:lnTo>
                  <a:pt x="871" y="1465"/>
                </a:lnTo>
                <a:lnTo>
                  <a:pt x="870" y="1465"/>
                </a:lnTo>
                <a:lnTo>
                  <a:pt x="870" y="1466"/>
                </a:lnTo>
                <a:lnTo>
                  <a:pt x="869" y="1466"/>
                </a:lnTo>
                <a:lnTo>
                  <a:pt x="869" y="1465"/>
                </a:lnTo>
                <a:lnTo>
                  <a:pt x="868" y="1465"/>
                </a:lnTo>
                <a:lnTo>
                  <a:pt x="868" y="1464"/>
                </a:lnTo>
                <a:lnTo>
                  <a:pt x="866" y="1463"/>
                </a:lnTo>
                <a:lnTo>
                  <a:pt x="866" y="1462"/>
                </a:lnTo>
                <a:lnTo>
                  <a:pt x="865" y="1461"/>
                </a:lnTo>
                <a:lnTo>
                  <a:pt x="865" y="1460"/>
                </a:lnTo>
                <a:lnTo>
                  <a:pt x="865" y="1459"/>
                </a:lnTo>
                <a:lnTo>
                  <a:pt x="865" y="1458"/>
                </a:lnTo>
                <a:lnTo>
                  <a:pt x="866" y="1457"/>
                </a:lnTo>
                <a:lnTo>
                  <a:pt x="867" y="1456"/>
                </a:lnTo>
                <a:lnTo>
                  <a:pt x="867" y="1455"/>
                </a:lnTo>
                <a:lnTo>
                  <a:pt x="868" y="1454"/>
                </a:lnTo>
                <a:lnTo>
                  <a:pt x="869" y="1454"/>
                </a:lnTo>
                <a:lnTo>
                  <a:pt x="869" y="1453"/>
                </a:lnTo>
                <a:lnTo>
                  <a:pt x="869" y="1452"/>
                </a:lnTo>
                <a:lnTo>
                  <a:pt x="870" y="1452"/>
                </a:lnTo>
                <a:lnTo>
                  <a:pt x="872" y="1453"/>
                </a:lnTo>
                <a:lnTo>
                  <a:pt x="873" y="1453"/>
                </a:lnTo>
                <a:lnTo>
                  <a:pt x="875" y="1453"/>
                </a:lnTo>
                <a:lnTo>
                  <a:pt x="876" y="1452"/>
                </a:lnTo>
                <a:lnTo>
                  <a:pt x="877" y="1452"/>
                </a:lnTo>
                <a:lnTo>
                  <a:pt x="879" y="1451"/>
                </a:lnTo>
                <a:lnTo>
                  <a:pt x="880" y="1452"/>
                </a:lnTo>
                <a:lnTo>
                  <a:pt x="881" y="1452"/>
                </a:lnTo>
                <a:lnTo>
                  <a:pt x="882" y="1451"/>
                </a:lnTo>
                <a:lnTo>
                  <a:pt x="884" y="1452"/>
                </a:lnTo>
                <a:lnTo>
                  <a:pt x="885" y="1452"/>
                </a:lnTo>
                <a:lnTo>
                  <a:pt x="887" y="1452"/>
                </a:lnTo>
                <a:lnTo>
                  <a:pt x="887" y="1451"/>
                </a:lnTo>
                <a:lnTo>
                  <a:pt x="888" y="1451"/>
                </a:lnTo>
                <a:lnTo>
                  <a:pt x="889" y="1451"/>
                </a:lnTo>
                <a:lnTo>
                  <a:pt x="890" y="1450"/>
                </a:lnTo>
                <a:lnTo>
                  <a:pt x="891" y="1450"/>
                </a:lnTo>
                <a:lnTo>
                  <a:pt x="894" y="1450"/>
                </a:lnTo>
                <a:lnTo>
                  <a:pt x="896" y="1450"/>
                </a:lnTo>
                <a:lnTo>
                  <a:pt x="897" y="1450"/>
                </a:lnTo>
                <a:lnTo>
                  <a:pt x="897" y="1449"/>
                </a:lnTo>
                <a:lnTo>
                  <a:pt x="896" y="1447"/>
                </a:lnTo>
                <a:lnTo>
                  <a:pt x="895" y="1447"/>
                </a:lnTo>
                <a:lnTo>
                  <a:pt x="895" y="1446"/>
                </a:lnTo>
                <a:lnTo>
                  <a:pt x="894" y="1446"/>
                </a:lnTo>
                <a:lnTo>
                  <a:pt x="893" y="1446"/>
                </a:lnTo>
                <a:lnTo>
                  <a:pt x="892" y="1445"/>
                </a:lnTo>
                <a:lnTo>
                  <a:pt x="893" y="1444"/>
                </a:lnTo>
                <a:lnTo>
                  <a:pt x="892" y="1444"/>
                </a:lnTo>
                <a:lnTo>
                  <a:pt x="892" y="1443"/>
                </a:lnTo>
                <a:lnTo>
                  <a:pt x="891" y="1443"/>
                </a:lnTo>
                <a:lnTo>
                  <a:pt x="891" y="1442"/>
                </a:lnTo>
                <a:lnTo>
                  <a:pt x="892" y="1441"/>
                </a:lnTo>
                <a:lnTo>
                  <a:pt x="891" y="1440"/>
                </a:lnTo>
                <a:lnTo>
                  <a:pt x="891" y="1439"/>
                </a:lnTo>
                <a:lnTo>
                  <a:pt x="890" y="1439"/>
                </a:lnTo>
                <a:lnTo>
                  <a:pt x="890" y="1440"/>
                </a:lnTo>
                <a:lnTo>
                  <a:pt x="889" y="1441"/>
                </a:lnTo>
                <a:lnTo>
                  <a:pt x="888" y="1441"/>
                </a:lnTo>
                <a:lnTo>
                  <a:pt x="887" y="1441"/>
                </a:lnTo>
                <a:lnTo>
                  <a:pt x="886" y="1441"/>
                </a:lnTo>
                <a:lnTo>
                  <a:pt x="885" y="1440"/>
                </a:lnTo>
                <a:lnTo>
                  <a:pt x="885" y="1439"/>
                </a:lnTo>
                <a:lnTo>
                  <a:pt x="884" y="1439"/>
                </a:lnTo>
                <a:lnTo>
                  <a:pt x="883" y="1439"/>
                </a:lnTo>
                <a:lnTo>
                  <a:pt x="883" y="1440"/>
                </a:lnTo>
                <a:lnTo>
                  <a:pt x="882" y="1441"/>
                </a:lnTo>
                <a:lnTo>
                  <a:pt x="881" y="1441"/>
                </a:lnTo>
                <a:lnTo>
                  <a:pt x="880" y="1441"/>
                </a:lnTo>
                <a:lnTo>
                  <a:pt x="880" y="1440"/>
                </a:lnTo>
                <a:lnTo>
                  <a:pt x="879" y="1439"/>
                </a:lnTo>
                <a:lnTo>
                  <a:pt x="880" y="1438"/>
                </a:lnTo>
                <a:lnTo>
                  <a:pt x="880" y="1437"/>
                </a:lnTo>
                <a:lnTo>
                  <a:pt x="879" y="1437"/>
                </a:lnTo>
                <a:lnTo>
                  <a:pt x="879" y="1438"/>
                </a:lnTo>
                <a:lnTo>
                  <a:pt x="878" y="1438"/>
                </a:lnTo>
                <a:lnTo>
                  <a:pt x="877" y="1438"/>
                </a:lnTo>
                <a:lnTo>
                  <a:pt x="877" y="1437"/>
                </a:lnTo>
                <a:lnTo>
                  <a:pt x="876" y="1437"/>
                </a:lnTo>
                <a:lnTo>
                  <a:pt x="876" y="1438"/>
                </a:lnTo>
                <a:lnTo>
                  <a:pt x="876" y="1439"/>
                </a:lnTo>
                <a:lnTo>
                  <a:pt x="876" y="1440"/>
                </a:lnTo>
                <a:lnTo>
                  <a:pt x="875" y="1440"/>
                </a:lnTo>
                <a:lnTo>
                  <a:pt x="874" y="1440"/>
                </a:lnTo>
                <a:lnTo>
                  <a:pt x="874" y="1439"/>
                </a:lnTo>
                <a:lnTo>
                  <a:pt x="873" y="1439"/>
                </a:lnTo>
                <a:lnTo>
                  <a:pt x="873" y="1440"/>
                </a:lnTo>
                <a:lnTo>
                  <a:pt x="872" y="1440"/>
                </a:lnTo>
                <a:lnTo>
                  <a:pt x="871" y="1440"/>
                </a:lnTo>
                <a:lnTo>
                  <a:pt x="871" y="1439"/>
                </a:lnTo>
                <a:lnTo>
                  <a:pt x="870" y="1439"/>
                </a:lnTo>
                <a:lnTo>
                  <a:pt x="869" y="1439"/>
                </a:lnTo>
                <a:lnTo>
                  <a:pt x="868" y="1439"/>
                </a:lnTo>
                <a:lnTo>
                  <a:pt x="867" y="1439"/>
                </a:lnTo>
                <a:lnTo>
                  <a:pt x="867" y="1440"/>
                </a:lnTo>
                <a:lnTo>
                  <a:pt x="866" y="1441"/>
                </a:lnTo>
                <a:lnTo>
                  <a:pt x="865" y="1440"/>
                </a:lnTo>
                <a:lnTo>
                  <a:pt x="864" y="1439"/>
                </a:lnTo>
                <a:lnTo>
                  <a:pt x="864" y="1438"/>
                </a:lnTo>
                <a:lnTo>
                  <a:pt x="863" y="1438"/>
                </a:lnTo>
                <a:lnTo>
                  <a:pt x="863" y="1437"/>
                </a:lnTo>
                <a:lnTo>
                  <a:pt x="864" y="1437"/>
                </a:lnTo>
                <a:lnTo>
                  <a:pt x="863" y="1436"/>
                </a:lnTo>
                <a:lnTo>
                  <a:pt x="862" y="1436"/>
                </a:lnTo>
                <a:lnTo>
                  <a:pt x="860" y="1435"/>
                </a:lnTo>
                <a:lnTo>
                  <a:pt x="859" y="1434"/>
                </a:lnTo>
                <a:lnTo>
                  <a:pt x="859" y="1433"/>
                </a:lnTo>
                <a:lnTo>
                  <a:pt x="858" y="1433"/>
                </a:lnTo>
                <a:lnTo>
                  <a:pt x="857" y="1433"/>
                </a:lnTo>
                <a:lnTo>
                  <a:pt x="856" y="1433"/>
                </a:lnTo>
                <a:lnTo>
                  <a:pt x="856" y="1432"/>
                </a:lnTo>
                <a:lnTo>
                  <a:pt x="855" y="1432"/>
                </a:lnTo>
                <a:lnTo>
                  <a:pt x="854" y="1431"/>
                </a:lnTo>
                <a:lnTo>
                  <a:pt x="853" y="1430"/>
                </a:lnTo>
                <a:lnTo>
                  <a:pt x="852" y="1430"/>
                </a:lnTo>
                <a:lnTo>
                  <a:pt x="852" y="1431"/>
                </a:lnTo>
                <a:lnTo>
                  <a:pt x="851" y="1433"/>
                </a:lnTo>
                <a:lnTo>
                  <a:pt x="849" y="1433"/>
                </a:lnTo>
                <a:lnTo>
                  <a:pt x="848" y="1433"/>
                </a:lnTo>
                <a:lnTo>
                  <a:pt x="848" y="1432"/>
                </a:lnTo>
                <a:lnTo>
                  <a:pt x="847" y="1432"/>
                </a:lnTo>
                <a:lnTo>
                  <a:pt x="847" y="1431"/>
                </a:lnTo>
                <a:lnTo>
                  <a:pt x="846" y="1431"/>
                </a:lnTo>
                <a:lnTo>
                  <a:pt x="846" y="1432"/>
                </a:lnTo>
                <a:lnTo>
                  <a:pt x="845" y="1433"/>
                </a:lnTo>
                <a:lnTo>
                  <a:pt x="844" y="1433"/>
                </a:lnTo>
                <a:lnTo>
                  <a:pt x="844" y="1432"/>
                </a:lnTo>
                <a:lnTo>
                  <a:pt x="843" y="1432"/>
                </a:lnTo>
                <a:lnTo>
                  <a:pt x="842" y="1432"/>
                </a:lnTo>
                <a:lnTo>
                  <a:pt x="841" y="1432"/>
                </a:lnTo>
                <a:lnTo>
                  <a:pt x="841" y="1431"/>
                </a:lnTo>
                <a:lnTo>
                  <a:pt x="840" y="1431"/>
                </a:lnTo>
                <a:lnTo>
                  <a:pt x="840" y="1430"/>
                </a:lnTo>
                <a:lnTo>
                  <a:pt x="839" y="1428"/>
                </a:lnTo>
                <a:lnTo>
                  <a:pt x="839" y="1426"/>
                </a:lnTo>
                <a:lnTo>
                  <a:pt x="839" y="1425"/>
                </a:lnTo>
                <a:lnTo>
                  <a:pt x="839" y="1424"/>
                </a:lnTo>
                <a:lnTo>
                  <a:pt x="839" y="1423"/>
                </a:lnTo>
                <a:lnTo>
                  <a:pt x="839" y="1422"/>
                </a:lnTo>
                <a:lnTo>
                  <a:pt x="838" y="1421"/>
                </a:lnTo>
                <a:lnTo>
                  <a:pt x="838" y="1420"/>
                </a:lnTo>
                <a:lnTo>
                  <a:pt x="838" y="1419"/>
                </a:lnTo>
                <a:lnTo>
                  <a:pt x="837" y="1418"/>
                </a:lnTo>
                <a:lnTo>
                  <a:pt x="836" y="1419"/>
                </a:lnTo>
                <a:lnTo>
                  <a:pt x="835" y="1419"/>
                </a:lnTo>
                <a:lnTo>
                  <a:pt x="834" y="1418"/>
                </a:lnTo>
                <a:lnTo>
                  <a:pt x="833" y="1418"/>
                </a:lnTo>
                <a:lnTo>
                  <a:pt x="831" y="1419"/>
                </a:lnTo>
                <a:lnTo>
                  <a:pt x="830" y="1419"/>
                </a:lnTo>
                <a:lnTo>
                  <a:pt x="829" y="1417"/>
                </a:lnTo>
                <a:lnTo>
                  <a:pt x="829" y="1416"/>
                </a:lnTo>
                <a:lnTo>
                  <a:pt x="828" y="1416"/>
                </a:lnTo>
                <a:lnTo>
                  <a:pt x="827" y="1415"/>
                </a:lnTo>
                <a:lnTo>
                  <a:pt x="826" y="1415"/>
                </a:lnTo>
                <a:lnTo>
                  <a:pt x="825" y="1414"/>
                </a:lnTo>
                <a:lnTo>
                  <a:pt x="824" y="1414"/>
                </a:lnTo>
                <a:lnTo>
                  <a:pt x="823" y="1413"/>
                </a:lnTo>
                <a:lnTo>
                  <a:pt x="822" y="1412"/>
                </a:lnTo>
                <a:lnTo>
                  <a:pt x="822" y="1411"/>
                </a:lnTo>
                <a:lnTo>
                  <a:pt x="821" y="1411"/>
                </a:lnTo>
                <a:lnTo>
                  <a:pt x="821" y="1409"/>
                </a:lnTo>
                <a:lnTo>
                  <a:pt x="822" y="1408"/>
                </a:lnTo>
                <a:lnTo>
                  <a:pt x="821" y="1407"/>
                </a:lnTo>
                <a:lnTo>
                  <a:pt x="821" y="1406"/>
                </a:lnTo>
                <a:lnTo>
                  <a:pt x="820" y="1406"/>
                </a:lnTo>
                <a:lnTo>
                  <a:pt x="819" y="1405"/>
                </a:lnTo>
                <a:lnTo>
                  <a:pt x="818" y="1405"/>
                </a:lnTo>
                <a:lnTo>
                  <a:pt x="817" y="1405"/>
                </a:lnTo>
                <a:lnTo>
                  <a:pt x="816" y="1404"/>
                </a:lnTo>
                <a:lnTo>
                  <a:pt x="817" y="1403"/>
                </a:lnTo>
                <a:lnTo>
                  <a:pt x="819" y="1403"/>
                </a:lnTo>
                <a:lnTo>
                  <a:pt x="821" y="1403"/>
                </a:lnTo>
                <a:lnTo>
                  <a:pt x="821" y="1402"/>
                </a:lnTo>
                <a:lnTo>
                  <a:pt x="821" y="1401"/>
                </a:lnTo>
                <a:lnTo>
                  <a:pt x="820" y="1400"/>
                </a:lnTo>
                <a:lnTo>
                  <a:pt x="819" y="1399"/>
                </a:lnTo>
                <a:lnTo>
                  <a:pt x="818" y="1399"/>
                </a:lnTo>
                <a:lnTo>
                  <a:pt x="817" y="1399"/>
                </a:lnTo>
                <a:lnTo>
                  <a:pt x="815" y="1398"/>
                </a:lnTo>
                <a:lnTo>
                  <a:pt x="814" y="1397"/>
                </a:lnTo>
                <a:lnTo>
                  <a:pt x="814" y="1396"/>
                </a:lnTo>
                <a:lnTo>
                  <a:pt x="815" y="1396"/>
                </a:lnTo>
                <a:lnTo>
                  <a:pt x="815" y="1395"/>
                </a:lnTo>
                <a:lnTo>
                  <a:pt x="814" y="1395"/>
                </a:lnTo>
                <a:lnTo>
                  <a:pt x="813" y="1393"/>
                </a:lnTo>
                <a:lnTo>
                  <a:pt x="814" y="1392"/>
                </a:lnTo>
                <a:lnTo>
                  <a:pt x="813" y="1391"/>
                </a:lnTo>
                <a:lnTo>
                  <a:pt x="812" y="1391"/>
                </a:lnTo>
                <a:lnTo>
                  <a:pt x="811" y="1390"/>
                </a:lnTo>
                <a:lnTo>
                  <a:pt x="811" y="1388"/>
                </a:lnTo>
                <a:lnTo>
                  <a:pt x="810" y="1388"/>
                </a:lnTo>
                <a:lnTo>
                  <a:pt x="810" y="1389"/>
                </a:lnTo>
                <a:lnTo>
                  <a:pt x="809" y="1389"/>
                </a:lnTo>
                <a:lnTo>
                  <a:pt x="808" y="1389"/>
                </a:lnTo>
                <a:lnTo>
                  <a:pt x="807" y="1388"/>
                </a:lnTo>
                <a:lnTo>
                  <a:pt x="806" y="1387"/>
                </a:lnTo>
                <a:lnTo>
                  <a:pt x="805" y="1387"/>
                </a:lnTo>
                <a:lnTo>
                  <a:pt x="806" y="1386"/>
                </a:lnTo>
                <a:lnTo>
                  <a:pt x="806" y="1385"/>
                </a:lnTo>
                <a:lnTo>
                  <a:pt x="807" y="1385"/>
                </a:lnTo>
                <a:lnTo>
                  <a:pt x="806" y="1385"/>
                </a:lnTo>
                <a:lnTo>
                  <a:pt x="805" y="1385"/>
                </a:lnTo>
                <a:lnTo>
                  <a:pt x="804" y="1384"/>
                </a:lnTo>
                <a:lnTo>
                  <a:pt x="803" y="1383"/>
                </a:lnTo>
                <a:lnTo>
                  <a:pt x="802" y="1382"/>
                </a:lnTo>
                <a:lnTo>
                  <a:pt x="801" y="1382"/>
                </a:lnTo>
                <a:lnTo>
                  <a:pt x="800" y="1381"/>
                </a:lnTo>
                <a:lnTo>
                  <a:pt x="800" y="1380"/>
                </a:lnTo>
                <a:lnTo>
                  <a:pt x="799" y="1379"/>
                </a:lnTo>
                <a:lnTo>
                  <a:pt x="798" y="1378"/>
                </a:lnTo>
                <a:lnTo>
                  <a:pt x="798" y="1377"/>
                </a:lnTo>
                <a:lnTo>
                  <a:pt x="798" y="1376"/>
                </a:lnTo>
                <a:lnTo>
                  <a:pt x="797" y="1375"/>
                </a:lnTo>
                <a:lnTo>
                  <a:pt x="795" y="1372"/>
                </a:lnTo>
                <a:lnTo>
                  <a:pt x="794" y="1372"/>
                </a:lnTo>
                <a:lnTo>
                  <a:pt x="793" y="1372"/>
                </a:lnTo>
                <a:lnTo>
                  <a:pt x="793" y="1373"/>
                </a:lnTo>
                <a:lnTo>
                  <a:pt x="792" y="1373"/>
                </a:lnTo>
                <a:lnTo>
                  <a:pt x="792" y="1374"/>
                </a:lnTo>
                <a:lnTo>
                  <a:pt x="792" y="1375"/>
                </a:lnTo>
                <a:lnTo>
                  <a:pt x="792" y="1376"/>
                </a:lnTo>
                <a:lnTo>
                  <a:pt x="792" y="1377"/>
                </a:lnTo>
                <a:lnTo>
                  <a:pt x="791" y="1377"/>
                </a:lnTo>
                <a:lnTo>
                  <a:pt x="790" y="1378"/>
                </a:lnTo>
                <a:lnTo>
                  <a:pt x="791" y="1379"/>
                </a:lnTo>
                <a:lnTo>
                  <a:pt x="791" y="1380"/>
                </a:lnTo>
                <a:lnTo>
                  <a:pt x="791" y="1381"/>
                </a:lnTo>
                <a:lnTo>
                  <a:pt x="790" y="1381"/>
                </a:lnTo>
                <a:lnTo>
                  <a:pt x="788" y="1380"/>
                </a:lnTo>
                <a:lnTo>
                  <a:pt x="786" y="1380"/>
                </a:lnTo>
                <a:lnTo>
                  <a:pt x="785" y="1380"/>
                </a:lnTo>
                <a:lnTo>
                  <a:pt x="784" y="1380"/>
                </a:lnTo>
                <a:lnTo>
                  <a:pt x="784" y="1381"/>
                </a:lnTo>
                <a:lnTo>
                  <a:pt x="783" y="1382"/>
                </a:lnTo>
                <a:lnTo>
                  <a:pt x="783" y="1383"/>
                </a:lnTo>
                <a:lnTo>
                  <a:pt x="782" y="1384"/>
                </a:lnTo>
                <a:lnTo>
                  <a:pt x="781" y="1384"/>
                </a:lnTo>
                <a:lnTo>
                  <a:pt x="780" y="1385"/>
                </a:lnTo>
                <a:lnTo>
                  <a:pt x="779" y="1385"/>
                </a:lnTo>
                <a:lnTo>
                  <a:pt x="778" y="1386"/>
                </a:lnTo>
                <a:lnTo>
                  <a:pt x="777" y="1386"/>
                </a:lnTo>
                <a:lnTo>
                  <a:pt x="776" y="1386"/>
                </a:lnTo>
                <a:lnTo>
                  <a:pt x="775" y="1385"/>
                </a:lnTo>
                <a:lnTo>
                  <a:pt x="774" y="1385"/>
                </a:lnTo>
                <a:lnTo>
                  <a:pt x="774" y="1384"/>
                </a:lnTo>
                <a:lnTo>
                  <a:pt x="773" y="1384"/>
                </a:lnTo>
                <a:lnTo>
                  <a:pt x="772" y="1384"/>
                </a:lnTo>
                <a:lnTo>
                  <a:pt x="772" y="1385"/>
                </a:lnTo>
                <a:lnTo>
                  <a:pt x="770" y="1385"/>
                </a:lnTo>
                <a:lnTo>
                  <a:pt x="770" y="1384"/>
                </a:lnTo>
                <a:lnTo>
                  <a:pt x="770" y="1383"/>
                </a:lnTo>
                <a:lnTo>
                  <a:pt x="769" y="1383"/>
                </a:lnTo>
                <a:lnTo>
                  <a:pt x="769" y="1382"/>
                </a:lnTo>
                <a:lnTo>
                  <a:pt x="768" y="1382"/>
                </a:lnTo>
                <a:lnTo>
                  <a:pt x="767" y="1383"/>
                </a:lnTo>
                <a:lnTo>
                  <a:pt x="766" y="1384"/>
                </a:lnTo>
                <a:lnTo>
                  <a:pt x="766" y="1385"/>
                </a:lnTo>
                <a:lnTo>
                  <a:pt x="767" y="1386"/>
                </a:lnTo>
                <a:lnTo>
                  <a:pt x="766" y="1386"/>
                </a:lnTo>
                <a:lnTo>
                  <a:pt x="766" y="1387"/>
                </a:lnTo>
                <a:lnTo>
                  <a:pt x="766" y="1389"/>
                </a:lnTo>
                <a:lnTo>
                  <a:pt x="766" y="1390"/>
                </a:lnTo>
                <a:lnTo>
                  <a:pt x="765" y="1390"/>
                </a:lnTo>
                <a:lnTo>
                  <a:pt x="764" y="1390"/>
                </a:lnTo>
                <a:lnTo>
                  <a:pt x="762" y="1391"/>
                </a:lnTo>
                <a:lnTo>
                  <a:pt x="762" y="1392"/>
                </a:lnTo>
                <a:lnTo>
                  <a:pt x="761" y="1392"/>
                </a:lnTo>
                <a:lnTo>
                  <a:pt x="760" y="1391"/>
                </a:lnTo>
                <a:lnTo>
                  <a:pt x="760" y="1390"/>
                </a:lnTo>
                <a:lnTo>
                  <a:pt x="759" y="1388"/>
                </a:lnTo>
                <a:lnTo>
                  <a:pt x="758" y="1388"/>
                </a:lnTo>
                <a:lnTo>
                  <a:pt x="758" y="1387"/>
                </a:lnTo>
                <a:lnTo>
                  <a:pt x="757" y="1387"/>
                </a:lnTo>
                <a:lnTo>
                  <a:pt x="757" y="1386"/>
                </a:lnTo>
                <a:lnTo>
                  <a:pt x="757" y="1385"/>
                </a:lnTo>
                <a:lnTo>
                  <a:pt x="757" y="1384"/>
                </a:lnTo>
                <a:lnTo>
                  <a:pt x="757" y="1383"/>
                </a:lnTo>
                <a:lnTo>
                  <a:pt x="755" y="1382"/>
                </a:lnTo>
                <a:lnTo>
                  <a:pt x="755" y="1384"/>
                </a:lnTo>
                <a:lnTo>
                  <a:pt x="755" y="1385"/>
                </a:lnTo>
                <a:lnTo>
                  <a:pt x="754" y="1386"/>
                </a:lnTo>
                <a:lnTo>
                  <a:pt x="753" y="1387"/>
                </a:lnTo>
                <a:lnTo>
                  <a:pt x="753" y="1388"/>
                </a:lnTo>
                <a:lnTo>
                  <a:pt x="752" y="1389"/>
                </a:lnTo>
                <a:lnTo>
                  <a:pt x="751" y="1390"/>
                </a:lnTo>
                <a:lnTo>
                  <a:pt x="751" y="1391"/>
                </a:lnTo>
                <a:lnTo>
                  <a:pt x="751" y="1392"/>
                </a:lnTo>
                <a:lnTo>
                  <a:pt x="752" y="1392"/>
                </a:lnTo>
                <a:lnTo>
                  <a:pt x="752" y="1393"/>
                </a:lnTo>
                <a:lnTo>
                  <a:pt x="752" y="1394"/>
                </a:lnTo>
                <a:lnTo>
                  <a:pt x="751" y="1395"/>
                </a:lnTo>
                <a:lnTo>
                  <a:pt x="750" y="1396"/>
                </a:lnTo>
                <a:lnTo>
                  <a:pt x="749" y="1397"/>
                </a:lnTo>
                <a:lnTo>
                  <a:pt x="749" y="1398"/>
                </a:lnTo>
                <a:lnTo>
                  <a:pt x="749" y="1399"/>
                </a:lnTo>
                <a:lnTo>
                  <a:pt x="747" y="1399"/>
                </a:lnTo>
                <a:lnTo>
                  <a:pt x="746" y="1397"/>
                </a:lnTo>
                <a:lnTo>
                  <a:pt x="747" y="1397"/>
                </a:lnTo>
                <a:lnTo>
                  <a:pt x="747" y="1396"/>
                </a:lnTo>
                <a:lnTo>
                  <a:pt x="746" y="1396"/>
                </a:lnTo>
                <a:lnTo>
                  <a:pt x="744" y="1396"/>
                </a:lnTo>
                <a:lnTo>
                  <a:pt x="743" y="1396"/>
                </a:lnTo>
                <a:lnTo>
                  <a:pt x="742" y="1396"/>
                </a:lnTo>
                <a:lnTo>
                  <a:pt x="741" y="1396"/>
                </a:lnTo>
                <a:lnTo>
                  <a:pt x="740" y="1396"/>
                </a:lnTo>
                <a:lnTo>
                  <a:pt x="739" y="1396"/>
                </a:lnTo>
                <a:lnTo>
                  <a:pt x="739" y="1397"/>
                </a:lnTo>
                <a:lnTo>
                  <a:pt x="738" y="1397"/>
                </a:lnTo>
                <a:lnTo>
                  <a:pt x="737" y="1397"/>
                </a:lnTo>
                <a:lnTo>
                  <a:pt x="737" y="1398"/>
                </a:lnTo>
                <a:lnTo>
                  <a:pt x="736" y="1398"/>
                </a:lnTo>
                <a:lnTo>
                  <a:pt x="736" y="1399"/>
                </a:lnTo>
                <a:lnTo>
                  <a:pt x="736" y="1400"/>
                </a:lnTo>
                <a:lnTo>
                  <a:pt x="735" y="1401"/>
                </a:lnTo>
                <a:lnTo>
                  <a:pt x="734" y="1401"/>
                </a:lnTo>
                <a:lnTo>
                  <a:pt x="733" y="1400"/>
                </a:lnTo>
                <a:lnTo>
                  <a:pt x="731" y="1399"/>
                </a:lnTo>
                <a:lnTo>
                  <a:pt x="730" y="1399"/>
                </a:lnTo>
                <a:lnTo>
                  <a:pt x="730" y="1398"/>
                </a:lnTo>
                <a:lnTo>
                  <a:pt x="729" y="1398"/>
                </a:lnTo>
                <a:lnTo>
                  <a:pt x="729" y="1397"/>
                </a:lnTo>
                <a:lnTo>
                  <a:pt x="727" y="1397"/>
                </a:lnTo>
                <a:lnTo>
                  <a:pt x="727" y="1398"/>
                </a:lnTo>
                <a:lnTo>
                  <a:pt x="726" y="1398"/>
                </a:lnTo>
                <a:lnTo>
                  <a:pt x="726" y="1399"/>
                </a:lnTo>
                <a:lnTo>
                  <a:pt x="725" y="1399"/>
                </a:lnTo>
                <a:lnTo>
                  <a:pt x="723" y="1398"/>
                </a:lnTo>
                <a:lnTo>
                  <a:pt x="720" y="1397"/>
                </a:lnTo>
                <a:lnTo>
                  <a:pt x="719" y="1398"/>
                </a:lnTo>
                <a:lnTo>
                  <a:pt x="719" y="1399"/>
                </a:lnTo>
                <a:lnTo>
                  <a:pt x="718" y="1399"/>
                </a:lnTo>
                <a:lnTo>
                  <a:pt x="717" y="1400"/>
                </a:lnTo>
                <a:lnTo>
                  <a:pt x="716" y="1401"/>
                </a:lnTo>
                <a:lnTo>
                  <a:pt x="716" y="1403"/>
                </a:lnTo>
                <a:lnTo>
                  <a:pt x="716" y="1404"/>
                </a:lnTo>
                <a:lnTo>
                  <a:pt x="716" y="1405"/>
                </a:lnTo>
                <a:lnTo>
                  <a:pt x="717" y="1406"/>
                </a:lnTo>
                <a:lnTo>
                  <a:pt x="717" y="1407"/>
                </a:lnTo>
                <a:lnTo>
                  <a:pt x="716" y="1407"/>
                </a:lnTo>
                <a:lnTo>
                  <a:pt x="716" y="1408"/>
                </a:lnTo>
                <a:lnTo>
                  <a:pt x="716" y="1409"/>
                </a:lnTo>
                <a:lnTo>
                  <a:pt x="715" y="1409"/>
                </a:lnTo>
                <a:lnTo>
                  <a:pt x="714" y="1409"/>
                </a:lnTo>
                <a:lnTo>
                  <a:pt x="713" y="1409"/>
                </a:lnTo>
                <a:lnTo>
                  <a:pt x="711" y="1409"/>
                </a:lnTo>
                <a:lnTo>
                  <a:pt x="711" y="1410"/>
                </a:lnTo>
                <a:lnTo>
                  <a:pt x="710" y="1411"/>
                </a:lnTo>
                <a:lnTo>
                  <a:pt x="709" y="1412"/>
                </a:lnTo>
                <a:lnTo>
                  <a:pt x="708" y="1413"/>
                </a:lnTo>
                <a:lnTo>
                  <a:pt x="707" y="1412"/>
                </a:lnTo>
                <a:lnTo>
                  <a:pt x="706" y="1412"/>
                </a:lnTo>
                <a:lnTo>
                  <a:pt x="705" y="1410"/>
                </a:lnTo>
                <a:lnTo>
                  <a:pt x="703" y="1410"/>
                </a:lnTo>
                <a:lnTo>
                  <a:pt x="702" y="1409"/>
                </a:lnTo>
                <a:lnTo>
                  <a:pt x="702" y="1408"/>
                </a:lnTo>
                <a:lnTo>
                  <a:pt x="701" y="1406"/>
                </a:lnTo>
                <a:lnTo>
                  <a:pt x="700" y="1405"/>
                </a:lnTo>
                <a:lnTo>
                  <a:pt x="699" y="1405"/>
                </a:lnTo>
                <a:lnTo>
                  <a:pt x="698" y="1405"/>
                </a:lnTo>
                <a:lnTo>
                  <a:pt x="697" y="1405"/>
                </a:lnTo>
                <a:lnTo>
                  <a:pt x="697" y="1404"/>
                </a:lnTo>
                <a:lnTo>
                  <a:pt x="695" y="1404"/>
                </a:lnTo>
                <a:lnTo>
                  <a:pt x="694" y="1403"/>
                </a:lnTo>
                <a:lnTo>
                  <a:pt x="694" y="1404"/>
                </a:lnTo>
                <a:lnTo>
                  <a:pt x="693" y="1404"/>
                </a:lnTo>
                <a:lnTo>
                  <a:pt x="693" y="1405"/>
                </a:lnTo>
                <a:lnTo>
                  <a:pt x="692" y="1405"/>
                </a:lnTo>
                <a:lnTo>
                  <a:pt x="692" y="1406"/>
                </a:lnTo>
                <a:lnTo>
                  <a:pt x="691" y="1406"/>
                </a:lnTo>
                <a:lnTo>
                  <a:pt x="691" y="1405"/>
                </a:lnTo>
                <a:lnTo>
                  <a:pt x="690" y="1405"/>
                </a:lnTo>
                <a:lnTo>
                  <a:pt x="690" y="1406"/>
                </a:lnTo>
                <a:lnTo>
                  <a:pt x="690" y="1407"/>
                </a:lnTo>
                <a:lnTo>
                  <a:pt x="690" y="1408"/>
                </a:lnTo>
                <a:lnTo>
                  <a:pt x="688" y="1408"/>
                </a:lnTo>
                <a:lnTo>
                  <a:pt x="687" y="1408"/>
                </a:lnTo>
                <a:lnTo>
                  <a:pt x="687" y="1407"/>
                </a:lnTo>
                <a:lnTo>
                  <a:pt x="686" y="1407"/>
                </a:lnTo>
                <a:lnTo>
                  <a:pt x="685" y="1406"/>
                </a:lnTo>
                <a:lnTo>
                  <a:pt x="685" y="1405"/>
                </a:lnTo>
                <a:lnTo>
                  <a:pt x="685" y="1404"/>
                </a:lnTo>
                <a:lnTo>
                  <a:pt x="684" y="1404"/>
                </a:lnTo>
                <a:lnTo>
                  <a:pt x="683" y="1404"/>
                </a:lnTo>
                <a:lnTo>
                  <a:pt x="682" y="1404"/>
                </a:lnTo>
                <a:lnTo>
                  <a:pt x="681" y="1404"/>
                </a:lnTo>
                <a:lnTo>
                  <a:pt x="680" y="1401"/>
                </a:lnTo>
                <a:lnTo>
                  <a:pt x="680" y="1400"/>
                </a:lnTo>
                <a:lnTo>
                  <a:pt x="679" y="1399"/>
                </a:lnTo>
                <a:lnTo>
                  <a:pt x="678" y="1399"/>
                </a:lnTo>
                <a:lnTo>
                  <a:pt x="677" y="1399"/>
                </a:lnTo>
                <a:lnTo>
                  <a:pt x="676" y="1399"/>
                </a:lnTo>
                <a:lnTo>
                  <a:pt x="676" y="1400"/>
                </a:lnTo>
                <a:lnTo>
                  <a:pt x="675" y="1400"/>
                </a:lnTo>
                <a:lnTo>
                  <a:pt x="674" y="1400"/>
                </a:lnTo>
                <a:lnTo>
                  <a:pt x="673" y="1400"/>
                </a:lnTo>
                <a:lnTo>
                  <a:pt x="672" y="1400"/>
                </a:lnTo>
                <a:lnTo>
                  <a:pt x="671" y="1401"/>
                </a:lnTo>
                <a:lnTo>
                  <a:pt x="671" y="1402"/>
                </a:lnTo>
                <a:lnTo>
                  <a:pt x="670" y="1402"/>
                </a:lnTo>
                <a:lnTo>
                  <a:pt x="671" y="1402"/>
                </a:lnTo>
                <a:lnTo>
                  <a:pt x="671" y="1403"/>
                </a:lnTo>
                <a:lnTo>
                  <a:pt x="670" y="1403"/>
                </a:lnTo>
                <a:lnTo>
                  <a:pt x="670" y="1402"/>
                </a:lnTo>
                <a:lnTo>
                  <a:pt x="669" y="1402"/>
                </a:lnTo>
                <a:lnTo>
                  <a:pt x="669" y="1401"/>
                </a:lnTo>
                <a:lnTo>
                  <a:pt x="668" y="1400"/>
                </a:lnTo>
                <a:lnTo>
                  <a:pt x="667" y="1400"/>
                </a:lnTo>
                <a:lnTo>
                  <a:pt x="666" y="1400"/>
                </a:lnTo>
                <a:lnTo>
                  <a:pt x="665" y="1400"/>
                </a:lnTo>
                <a:lnTo>
                  <a:pt x="664" y="1399"/>
                </a:lnTo>
                <a:lnTo>
                  <a:pt x="663" y="1399"/>
                </a:lnTo>
                <a:lnTo>
                  <a:pt x="662" y="1400"/>
                </a:lnTo>
                <a:lnTo>
                  <a:pt x="662" y="1401"/>
                </a:lnTo>
                <a:lnTo>
                  <a:pt x="661" y="1401"/>
                </a:lnTo>
                <a:lnTo>
                  <a:pt x="661" y="1398"/>
                </a:lnTo>
                <a:lnTo>
                  <a:pt x="662" y="1397"/>
                </a:lnTo>
                <a:lnTo>
                  <a:pt x="662" y="1396"/>
                </a:lnTo>
                <a:lnTo>
                  <a:pt x="662" y="1395"/>
                </a:lnTo>
                <a:lnTo>
                  <a:pt x="661" y="1395"/>
                </a:lnTo>
                <a:lnTo>
                  <a:pt x="660" y="1395"/>
                </a:lnTo>
                <a:lnTo>
                  <a:pt x="661" y="1395"/>
                </a:lnTo>
                <a:lnTo>
                  <a:pt x="661" y="1394"/>
                </a:lnTo>
                <a:lnTo>
                  <a:pt x="661" y="1393"/>
                </a:lnTo>
                <a:lnTo>
                  <a:pt x="661" y="1391"/>
                </a:lnTo>
                <a:lnTo>
                  <a:pt x="660" y="1391"/>
                </a:lnTo>
                <a:lnTo>
                  <a:pt x="659" y="1391"/>
                </a:lnTo>
                <a:lnTo>
                  <a:pt x="657" y="1389"/>
                </a:lnTo>
                <a:lnTo>
                  <a:pt x="657" y="1388"/>
                </a:lnTo>
                <a:lnTo>
                  <a:pt x="658" y="1387"/>
                </a:lnTo>
                <a:lnTo>
                  <a:pt x="658" y="1386"/>
                </a:lnTo>
                <a:lnTo>
                  <a:pt x="657" y="1385"/>
                </a:lnTo>
                <a:lnTo>
                  <a:pt x="657" y="1384"/>
                </a:lnTo>
                <a:lnTo>
                  <a:pt x="658" y="1384"/>
                </a:lnTo>
                <a:lnTo>
                  <a:pt x="657" y="1383"/>
                </a:lnTo>
                <a:lnTo>
                  <a:pt x="656" y="1383"/>
                </a:lnTo>
                <a:lnTo>
                  <a:pt x="654" y="1381"/>
                </a:lnTo>
                <a:lnTo>
                  <a:pt x="653" y="1381"/>
                </a:lnTo>
                <a:lnTo>
                  <a:pt x="651" y="1381"/>
                </a:lnTo>
                <a:lnTo>
                  <a:pt x="650" y="1380"/>
                </a:lnTo>
                <a:lnTo>
                  <a:pt x="649" y="1379"/>
                </a:lnTo>
                <a:lnTo>
                  <a:pt x="648" y="1378"/>
                </a:lnTo>
                <a:lnTo>
                  <a:pt x="647" y="1378"/>
                </a:lnTo>
                <a:lnTo>
                  <a:pt x="646" y="1378"/>
                </a:lnTo>
                <a:lnTo>
                  <a:pt x="646" y="1379"/>
                </a:lnTo>
                <a:lnTo>
                  <a:pt x="645" y="1379"/>
                </a:lnTo>
                <a:lnTo>
                  <a:pt x="645" y="1378"/>
                </a:lnTo>
                <a:lnTo>
                  <a:pt x="645" y="1377"/>
                </a:lnTo>
                <a:lnTo>
                  <a:pt x="644" y="1377"/>
                </a:lnTo>
                <a:lnTo>
                  <a:pt x="644" y="1376"/>
                </a:lnTo>
                <a:lnTo>
                  <a:pt x="643" y="1376"/>
                </a:lnTo>
                <a:lnTo>
                  <a:pt x="642" y="1376"/>
                </a:lnTo>
                <a:lnTo>
                  <a:pt x="641" y="1376"/>
                </a:lnTo>
                <a:lnTo>
                  <a:pt x="641" y="1375"/>
                </a:lnTo>
                <a:lnTo>
                  <a:pt x="640" y="1375"/>
                </a:lnTo>
                <a:lnTo>
                  <a:pt x="638" y="1375"/>
                </a:lnTo>
                <a:lnTo>
                  <a:pt x="637" y="1375"/>
                </a:lnTo>
                <a:lnTo>
                  <a:pt x="636" y="1375"/>
                </a:lnTo>
                <a:lnTo>
                  <a:pt x="636" y="1376"/>
                </a:lnTo>
                <a:lnTo>
                  <a:pt x="635" y="1376"/>
                </a:lnTo>
                <a:lnTo>
                  <a:pt x="634" y="1376"/>
                </a:lnTo>
                <a:lnTo>
                  <a:pt x="633" y="1376"/>
                </a:lnTo>
                <a:lnTo>
                  <a:pt x="632" y="1376"/>
                </a:lnTo>
                <a:lnTo>
                  <a:pt x="632" y="1375"/>
                </a:lnTo>
                <a:lnTo>
                  <a:pt x="631" y="1374"/>
                </a:lnTo>
                <a:lnTo>
                  <a:pt x="629" y="1374"/>
                </a:lnTo>
                <a:lnTo>
                  <a:pt x="628" y="1375"/>
                </a:lnTo>
                <a:lnTo>
                  <a:pt x="627" y="1378"/>
                </a:lnTo>
                <a:lnTo>
                  <a:pt x="626" y="1379"/>
                </a:lnTo>
                <a:lnTo>
                  <a:pt x="625" y="1379"/>
                </a:lnTo>
                <a:lnTo>
                  <a:pt x="625" y="1378"/>
                </a:lnTo>
                <a:lnTo>
                  <a:pt x="624" y="1378"/>
                </a:lnTo>
                <a:lnTo>
                  <a:pt x="624" y="1379"/>
                </a:lnTo>
                <a:lnTo>
                  <a:pt x="624" y="1380"/>
                </a:lnTo>
                <a:lnTo>
                  <a:pt x="624" y="1381"/>
                </a:lnTo>
                <a:lnTo>
                  <a:pt x="623" y="1382"/>
                </a:lnTo>
                <a:lnTo>
                  <a:pt x="623" y="1383"/>
                </a:lnTo>
                <a:lnTo>
                  <a:pt x="623" y="1384"/>
                </a:lnTo>
                <a:lnTo>
                  <a:pt x="622" y="1384"/>
                </a:lnTo>
                <a:lnTo>
                  <a:pt x="621" y="1384"/>
                </a:lnTo>
                <a:lnTo>
                  <a:pt x="620" y="1384"/>
                </a:lnTo>
                <a:lnTo>
                  <a:pt x="620" y="1385"/>
                </a:lnTo>
                <a:lnTo>
                  <a:pt x="619" y="1386"/>
                </a:lnTo>
                <a:lnTo>
                  <a:pt x="618" y="1386"/>
                </a:lnTo>
                <a:lnTo>
                  <a:pt x="617" y="1386"/>
                </a:lnTo>
                <a:lnTo>
                  <a:pt x="616" y="1387"/>
                </a:lnTo>
                <a:lnTo>
                  <a:pt x="615" y="1387"/>
                </a:lnTo>
                <a:lnTo>
                  <a:pt x="614" y="1387"/>
                </a:lnTo>
                <a:lnTo>
                  <a:pt x="613" y="1388"/>
                </a:lnTo>
                <a:lnTo>
                  <a:pt x="612" y="1388"/>
                </a:lnTo>
                <a:lnTo>
                  <a:pt x="612" y="1389"/>
                </a:lnTo>
                <a:lnTo>
                  <a:pt x="612" y="1390"/>
                </a:lnTo>
                <a:lnTo>
                  <a:pt x="611" y="1390"/>
                </a:lnTo>
                <a:lnTo>
                  <a:pt x="611" y="1391"/>
                </a:lnTo>
                <a:lnTo>
                  <a:pt x="610" y="1391"/>
                </a:lnTo>
                <a:lnTo>
                  <a:pt x="610" y="1390"/>
                </a:lnTo>
                <a:lnTo>
                  <a:pt x="609" y="1390"/>
                </a:lnTo>
                <a:lnTo>
                  <a:pt x="608" y="1390"/>
                </a:lnTo>
                <a:lnTo>
                  <a:pt x="607" y="1390"/>
                </a:lnTo>
                <a:lnTo>
                  <a:pt x="607" y="1391"/>
                </a:lnTo>
                <a:lnTo>
                  <a:pt x="606" y="1392"/>
                </a:lnTo>
                <a:lnTo>
                  <a:pt x="604" y="1392"/>
                </a:lnTo>
                <a:lnTo>
                  <a:pt x="603" y="1392"/>
                </a:lnTo>
                <a:lnTo>
                  <a:pt x="603" y="1391"/>
                </a:lnTo>
                <a:lnTo>
                  <a:pt x="603" y="1389"/>
                </a:lnTo>
                <a:lnTo>
                  <a:pt x="603" y="1388"/>
                </a:lnTo>
                <a:lnTo>
                  <a:pt x="602" y="1388"/>
                </a:lnTo>
                <a:lnTo>
                  <a:pt x="602" y="1387"/>
                </a:lnTo>
                <a:lnTo>
                  <a:pt x="602" y="1386"/>
                </a:lnTo>
                <a:lnTo>
                  <a:pt x="601" y="1386"/>
                </a:lnTo>
                <a:lnTo>
                  <a:pt x="600" y="1386"/>
                </a:lnTo>
                <a:lnTo>
                  <a:pt x="599" y="1386"/>
                </a:lnTo>
                <a:lnTo>
                  <a:pt x="599" y="1387"/>
                </a:lnTo>
                <a:lnTo>
                  <a:pt x="598" y="1386"/>
                </a:lnTo>
                <a:lnTo>
                  <a:pt x="598" y="1383"/>
                </a:lnTo>
                <a:lnTo>
                  <a:pt x="598" y="1382"/>
                </a:lnTo>
                <a:lnTo>
                  <a:pt x="598" y="1380"/>
                </a:lnTo>
                <a:lnTo>
                  <a:pt x="597" y="1379"/>
                </a:lnTo>
                <a:lnTo>
                  <a:pt x="597" y="1378"/>
                </a:lnTo>
                <a:lnTo>
                  <a:pt x="596" y="1378"/>
                </a:lnTo>
                <a:lnTo>
                  <a:pt x="596" y="1376"/>
                </a:lnTo>
                <a:lnTo>
                  <a:pt x="596" y="1375"/>
                </a:lnTo>
                <a:lnTo>
                  <a:pt x="597" y="1375"/>
                </a:lnTo>
                <a:lnTo>
                  <a:pt x="596" y="1374"/>
                </a:lnTo>
                <a:lnTo>
                  <a:pt x="595" y="1374"/>
                </a:lnTo>
                <a:lnTo>
                  <a:pt x="594" y="1373"/>
                </a:lnTo>
                <a:lnTo>
                  <a:pt x="593" y="1373"/>
                </a:lnTo>
                <a:lnTo>
                  <a:pt x="592" y="1374"/>
                </a:lnTo>
                <a:lnTo>
                  <a:pt x="591" y="1374"/>
                </a:lnTo>
                <a:lnTo>
                  <a:pt x="589" y="1374"/>
                </a:lnTo>
                <a:lnTo>
                  <a:pt x="589" y="1373"/>
                </a:lnTo>
                <a:lnTo>
                  <a:pt x="588" y="1373"/>
                </a:lnTo>
                <a:lnTo>
                  <a:pt x="588" y="1374"/>
                </a:lnTo>
                <a:lnTo>
                  <a:pt x="588" y="1376"/>
                </a:lnTo>
                <a:lnTo>
                  <a:pt x="586" y="1376"/>
                </a:lnTo>
                <a:lnTo>
                  <a:pt x="584" y="1376"/>
                </a:lnTo>
                <a:lnTo>
                  <a:pt x="584" y="1377"/>
                </a:lnTo>
                <a:lnTo>
                  <a:pt x="583" y="1378"/>
                </a:lnTo>
                <a:lnTo>
                  <a:pt x="583" y="1379"/>
                </a:lnTo>
                <a:lnTo>
                  <a:pt x="582" y="1379"/>
                </a:lnTo>
                <a:lnTo>
                  <a:pt x="581" y="1378"/>
                </a:lnTo>
                <a:lnTo>
                  <a:pt x="581" y="1377"/>
                </a:lnTo>
                <a:lnTo>
                  <a:pt x="581" y="1376"/>
                </a:lnTo>
                <a:lnTo>
                  <a:pt x="581" y="1375"/>
                </a:lnTo>
                <a:lnTo>
                  <a:pt x="580" y="1375"/>
                </a:lnTo>
                <a:lnTo>
                  <a:pt x="580" y="1374"/>
                </a:lnTo>
                <a:lnTo>
                  <a:pt x="580" y="1373"/>
                </a:lnTo>
                <a:lnTo>
                  <a:pt x="578" y="1372"/>
                </a:lnTo>
                <a:lnTo>
                  <a:pt x="578" y="1371"/>
                </a:lnTo>
                <a:lnTo>
                  <a:pt x="577" y="1371"/>
                </a:lnTo>
                <a:lnTo>
                  <a:pt x="576" y="1369"/>
                </a:lnTo>
                <a:lnTo>
                  <a:pt x="575" y="1369"/>
                </a:lnTo>
                <a:lnTo>
                  <a:pt x="573" y="1368"/>
                </a:lnTo>
                <a:lnTo>
                  <a:pt x="573" y="1367"/>
                </a:lnTo>
                <a:lnTo>
                  <a:pt x="572" y="1368"/>
                </a:lnTo>
                <a:lnTo>
                  <a:pt x="571" y="1368"/>
                </a:lnTo>
                <a:lnTo>
                  <a:pt x="571" y="1367"/>
                </a:lnTo>
                <a:lnTo>
                  <a:pt x="571" y="1366"/>
                </a:lnTo>
                <a:lnTo>
                  <a:pt x="572" y="1365"/>
                </a:lnTo>
                <a:lnTo>
                  <a:pt x="572" y="1364"/>
                </a:lnTo>
                <a:lnTo>
                  <a:pt x="572" y="1363"/>
                </a:lnTo>
                <a:lnTo>
                  <a:pt x="573" y="1363"/>
                </a:lnTo>
                <a:lnTo>
                  <a:pt x="572" y="1362"/>
                </a:lnTo>
                <a:lnTo>
                  <a:pt x="572" y="1361"/>
                </a:lnTo>
                <a:lnTo>
                  <a:pt x="571" y="1361"/>
                </a:lnTo>
                <a:lnTo>
                  <a:pt x="570" y="1361"/>
                </a:lnTo>
                <a:lnTo>
                  <a:pt x="571" y="1360"/>
                </a:lnTo>
                <a:lnTo>
                  <a:pt x="571" y="1359"/>
                </a:lnTo>
                <a:lnTo>
                  <a:pt x="571" y="1358"/>
                </a:lnTo>
                <a:lnTo>
                  <a:pt x="570" y="1358"/>
                </a:lnTo>
                <a:lnTo>
                  <a:pt x="569" y="1358"/>
                </a:lnTo>
                <a:lnTo>
                  <a:pt x="568" y="1358"/>
                </a:lnTo>
                <a:lnTo>
                  <a:pt x="568" y="1357"/>
                </a:lnTo>
                <a:lnTo>
                  <a:pt x="569" y="1357"/>
                </a:lnTo>
                <a:lnTo>
                  <a:pt x="568" y="1357"/>
                </a:lnTo>
                <a:lnTo>
                  <a:pt x="567" y="1357"/>
                </a:lnTo>
                <a:lnTo>
                  <a:pt x="566" y="1357"/>
                </a:lnTo>
                <a:lnTo>
                  <a:pt x="565" y="1357"/>
                </a:lnTo>
                <a:lnTo>
                  <a:pt x="565" y="1356"/>
                </a:lnTo>
                <a:lnTo>
                  <a:pt x="564" y="1355"/>
                </a:lnTo>
                <a:lnTo>
                  <a:pt x="564" y="1354"/>
                </a:lnTo>
                <a:lnTo>
                  <a:pt x="563" y="1353"/>
                </a:lnTo>
                <a:lnTo>
                  <a:pt x="563" y="1352"/>
                </a:lnTo>
                <a:lnTo>
                  <a:pt x="563" y="1351"/>
                </a:lnTo>
                <a:lnTo>
                  <a:pt x="564" y="1350"/>
                </a:lnTo>
                <a:lnTo>
                  <a:pt x="563" y="1349"/>
                </a:lnTo>
                <a:lnTo>
                  <a:pt x="562" y="1348"/>
                </a:lnTo>
                <a:lnTo>
                  <a:pt x="561" y="1348"/>
                </a:lnTo>
                <a:lnTo>
                  <a:pt x="561" y="1349"/>
                </a:lnTo>
                <a:lnTo>
                  <a:pt x="560" y="1349"/>
                </a:lnTo>
                <a:lnTo>
                  <a:pt x="559" y="1349"/>
                </a:lnTo>
                <a:lnTo>
                  <a:pt x="558" y="1349"/>
                </a:lnTo>
                <a:lnTo>
                  <a:pt x="558" y="1348"/>
                </a:lnTo>
                <a:lnTo>
                  <a:pt x="557" y="1348"/>
                </a:lnTo>
                <a:lnTo>
                  <a:pt x="557" y="1349"/>
                </a:lnTo>
                <a:lnTo>
                  <a:pt x="556" y="1349"/>
                </a:lnTo>
                <a:lnTo>
                  <a:pt x="555" y="1348"/>
                </a:lnTo>
                <a:lnTo>
                  <a:pt x="554" y="1347"/>
                </a:lnTo>
                <a:lnTo>
                  <a:pt x="554" y="1346"/>
                </a:lnTo>
                <a:lnTo>
                  <a:pt x="553" y="1346"/>
                </a:lnTo>
                <a:lnTo>
                  <a:pt x="552" y="1346"/>
                </a:lnTo>
                <a:lnTo>
                  <a:pt x="552" y="1345"/>
                </a:lnTo>
                <a:lnTo>
                  <a:pt x="551" y="1345"/>
                </a:lnTo>
                <a:lnTo>
                  <a:pt x="550" y="1345"/>
                </a:lnTo>
                <a:lnTo>
                  <a:pt x="549" y="1346"/>
                </a:lnTo>
                <a:lnTo>
                  <a:pt x="548" y="1348"/>
                </a:lnTo>
                <a:lnTo>
                  <a:pt x="547" y="1350"/>
                </a:lnTo>
                <a:lnTo>
                  <a:pt x="546" y="1350"/>
                </a:lnTo>
                <a:lnTo>
                  <a:pt x="545" y="1350"/>
                </a:lnTo>
                <a:lnTo>
                  <a:pt x="544" y="1350"/>
                </a:lnTo>
                <a:lnTo>
                  <a:pt x="543" y="1350"/>
                </a:lnTo>
                <a:lnTo>
                  <a:pt x="542" y="1350"/>
                </a:lnTo>
                <a:lnTo>
                  <a:pt x="541" y="1349"/>
                </a:lnTo>
                <a:lnTo>
                  <a:pt x="540" y="1349"/>
                </a:lnTo>
                <a:lnTo>
                  <a:pt x="540" y="1350"/>
                </a:lnTo>
                <a:lnTo>
                  <a:pt x="539" y="1350"/>
                </a:lnTo>
                <a:lnTo>
                  <a:pt x="539" y="1351"/>
                </a:lnTo>
                <a:lnTo>
                  <a:pt x="537" y="1351"/>
                </a:lnTo>
                <a:lnTo>
                  <a:pt x="537" y="1350"/>
                </a:lnTo>
                <a:lnTo>
                  <a:pt x="536" y="1350"/>
                </a:lnTo>
                <a:lnTo>
                  <a:pt x="535" y="1350"/>
                </a:lnTo>
                <a:lnTo>
                  <a:pt x="535" y="1351"/>
                </a:lnTo>
                <a:lnTo>
                  <a:pt x="534" y="1352"/>
                </a:lnTo>
                <a:lnTo>
                  <a:pt x="533" y="1352"/>
                </a:lnTo>
                <a:lnTo>
                  <a:pt x="532" y="1352"/>
                </a:lnTo>
                <a:lnTo>
                  <a:pt x="531" y="1352"/>
                </a:lnTo>
                <a:lnTo>
                  <a:pt x="531" y="1351"/>
                </a:lnTo>
                <a:lnTo>
                  <a:pt x="530" y="1351"/>
                </a:lnTo>
                <a:lnTo>
                  <a:pt x="530" y="1350"/>
                </a:lnTo>
                <a:lnTo>
                  <a:pt x="530" y="1349"/>
                </a:lnTo>
                <a:lnTo>
                  <a:pt x="530" y="1348"/>
                </a:lnTo>
                <a:lnTo>
                  <a:pt x="530" y="1347"/>
                </a:lnTo>
                <a:lnTo>
                  <a:pt x="529" y="1346"/>
                </a:lnTo>
                <a:lnTo>
                  <a:pt x="529" y="1344"/>
                </a:lnTo>
                <a:lnTo>
                  <a:pt x="529" y="1343"/>
                </a:lnTo>
                <a:lnTo>
                  <a:pt x="529" y="1342"/>
                </a:lnTo>
                <a:lnTo>
                  <a:pt x="528" y="1342"/>
                </a:lnTo>
                <a:lnTo>
                  <a:pt x="528" y="1341"/>
                </a:lnTo>
                <a:lnTo>
                  <a:pt x="529" y="1340"/>
                </a:lnTo>
                <a:lnTo>
                  <a:pt x="530" y="1338"/>
                </a:lnTo>
                <a:lnTo>
                  <a:pt x="530" y="1337"/>
                </a:lnTo>
                <a:lnTo>
                  <a:pt x="529" y="1337"/>
                </a:lnTo>
                <a:lnTo>
                  <a:pt x="528" y="1337"/>
                </a:lnTo>
                <a:lnTo>
                  <a:pt x="526" y="1336"/>
                </a:lnTo>
                <a:lnTo>
                  <a:pt x="526" y="1335"/>
                </a:lnTo>
                <a:lnTo>
                  <a:pt x="527" y="1334"/>
                </a:lnTo>
                <a:lnTo>
                  <a:pt x="526" y="1333"/>
                </a:lnTo>
                <a:lnTo>
                  <a:pt x="526" y="1331"/>
                </a:lnTo>
                <a:lnTo>
                  <a:pt x="526" y="1330"/>
                </a:lnTo>
                <a:lnTo>
                  <a:pt x="526" y="1329"/>
                </a:lnTo>
                <a:lnTo>
                  <a:pt x="526" y="1328"/>
                </a:lnTo>
                <a:lnTo>
                  <a:pt x="525" y="1328"/>
                </a:lnTo>
                <a:lnTo>
                  <a:pt x="524" y="1327"/>
                </a:lnTo>
                <a:lnTo>
                  <a:pt x="523" y="1327"/>
                </a:lnTo>
                <a:lnTo>
                  <a:pt x="522" y="1328"/>
                </a:lnTo>
                <a:lnTo>
                  <a:pt x="522" y="1329"/>
                </a:lnTo>
                <a:lnTo>
                  <a:pt x="521" y="1329"/>
                </a:lnTo>
                <a:lnTo>
                  <a:pt x="520" y="1330"/>
                </a:lnTo>
                <a:lnTo>
                  <a:pt x="520" y="1331"/>
                </a:lnTo>
                <a:lnTo>
                  <a:pt x="519" y="1331"/>
                </a:lnTo>
                <a:lnTo>
                  <a:pt x="518" y="1331"/>
                </a:lnTo>
                <a:lnTo>
                  <a:pt x="517" y="1331"/>
                </a:lnTo>
                <a:lnTo>
                  <a:pt x="517" y="1332"/>
                </a:lnTo>
                <a:lnTo>
                  <a:pt x="516" y="1332"/>
                </a:lnTo>
                <a:lnTo>
                  <a:pt x="516" y="1331"/>
                </a:lnTo>
                <a:lnTo>
                  <a:pt x="515" y="1331"/>
                </a:lnTo>
                <a:lnTo>
                  <a:pt x="514" y="1332"/>
                </a:lnTo>
                <a:lnTo>
                  <a:pt x="513" y="1331"/>
                </a:lnTo>
                <a:lnTo>
                  <a:pt x="513" y="1330"/>
                </a:lnTo>
                <a:lnTo>
                  <a:pt x="511" y="1330"/>
                </a:lnTo>
                <a:lnTo>
                  <a:pt x="511" y="1331"/>
                </a:lnTo>
                <a:lnTo>
                  <a:pt x="511" y="1332"/>
                </a:lnTo>
                <a:lnTo>
                  <a:pt x="510" y="1332"/>
                </a:lnTo>
                <a:lnTo>
                  <a:pt x="509" y="1332"/>
                </a:lnTo>
                <a:lnTo>
                  <a:pt x="508" y="1333"/>
                </a:lnTo>
                <a:lnTo>
                  <a:pt x="507" y="1332"/>
                </a:lnTo>
                <a:lnTo>
                  <a:pt x="506" y="1332"/>
                </a:lnTo>
                <a:lnTo>
                  <a:pt x="506" y="1331"/>
                </a:lnTo>
                <a:lnTo>
                  <a:pt x="505" y="1331"/>
                </a:lnTo>
                <a:lnTo>
                  <a:pt x="504" y="1331"/>
                </a:lnTo>
                <a:lnTo>
                  <a:pt x="504" y="1332"/>
                </a:lnTo>
                <a:lnTo>
                  <a:pt x="503" y="1332"/>
                </a:lnTo>
                <a:lnTo>
                  <a:pt x="502" y="1331"/>
                </a:lnTo>
                <a:lnTo>
                  <a:pt x="501" y="1332"/>
                </a:lnTo>
                <a:lnTo>
                  <a:pt x="501" y="1333"/>
                </a:lnTo>
                <a:lnTo>
                  <a:pt x="501" y="1334"/>
                </a:lnTo>
                <a:lnTo>
                  <a:pt x="499" y="1333"/>
                </a:lnTo>
                <a:lnTo>
                  <a:pt x="499" y="1332"/>
                </a:lnTo>
                <a:lnTo>
                  <a:pt x="498" y="1331"/>
                </a:lnTo>
                <a:lnTo>
                  <a:pt x="498" y="1330"/>
                </a:lnTo>
                <a:lnTo>
                  <a:pt x="497" y="1330"/>
                </a:lnTo>
                <a:lnTo>
                  <a:pt x="496" y="1330"/>
                </a:lnTo>
                <a:lnTo>
                  <a:pt x="495" y="1329"/>
                </a:lnTo>
                <a:lnTo>
                  <a:pt x="495" y="1328"/>
                </a:lnTo>
                <a:lnTo>
                  <a:pt x="494" y="1328"/>
                </a:lnTo>
                <a:lnTo>
                  <a:pt x="494" y="1327"/>
                </a:lnTo>
                <a:lnTo>
                  <a:pt x="494" y="1326"/>
                </a:lnTo>
                <a:lnTo>
                  <a:pt x="493" y="1326"/>
                </a:lnTo>
                <a:lnTo>
                  <a:pt x="491" y="1326"/>
                </a:lnTo>
                <a:lnTo>
                  <a:pt x="489" y="1326"/>
                </a:lnTo>
                <a:lnTo>
                  <a:pt x="488" y="1326"/>
                </a:lnTo>
                <a:lnTo>
                  <a:pt x="487" y="1327"/>
                </a:lnTo>
                <a:lnTo>
                  <a:pt x="486" y="1327"/>
                </a:lnTo>
                <a:lnTo>
                  <a:pt x="486" y="1326"/>
                </a:lnTo>
                <a:lnTo>
                  <a:pt x="485" y="1326"/>
                </a:lnTo>
                <a:lnTo>
                  <a:pt x="484" y="1325"/>
                </a:lnTo>
                <a:lnTo>
                  <a:pt x="484" y="1324"/>
                </a:lnTo>
                <a:lnTo>
                  <a:pt x="483" y="1324"/>
                </a:lnTo>
                <a:lnTo>
                  <a:pt x="482" y="1322"/>
                </a:lnTo>
                <a:lnTo>
                  <a:pt x="482" y="1321"/>
                </a:lnTo>
                <a:lnTo>
                  <a:pt x="481" y="1321"/>
                </a:lnTo>
                <a:lnTo>
                  <a:pt x="481" y="1322"/>
                </a:lnTo>
                <a:lnTo>
                  <a:pt x="480" y="1322"/>
                </a:lnTo>
                <a:lnTo>
                  <a:pt x="480" y="1321"/>
                </a:lnTo>
                <a:lnTo>
                  <a:pt x="479" y="1321"/>
                </a:lnTo>
                <a:lnTo>
                  <a:pt x="479" y="1320"/>
                </a:lnTo>
                <a:lnTo>
                  <a:pt x="478" y="1320"/>
                </a:lnTo>
                <a:lnTo>
                  <a:pt x="477" y="1320"/>
                </a:lnTo>
                <a:lnTo>
                  <a:pt x="476" y="1320"/>
                </a:lnTo>
                <a:lnTo>
                  <a:pt x="476" y="1319"/>
                </a:lnTo>
                <a:lnTo>
                  <a:pt x="475" y="1319"/>
                </a:lnTo>
                <a:lnTo>
                  <a:pt x="475" y="1318"/>
                </a:lnTo>
                <a:lnTo>
                  <a:pt x="474" y="1318"/>
                </a:lnTo>
                <a:lnTo>
                  <a:pt x="473" y="1317"/>
                </a:lnTo>
                <a:lnTo>
                  <a:pt x="473" y="1316"/>
                </a:lnTo>
                <a:lnTo>
                  <a:pt x="472" y="1316"/>
                </a:lnTo>
                <a:lnTo>
                  <a:pt x="471" y="1316"/>
                </a:lnTo>
                <a:lnTo>
                  <a:pt x="470" y="1317"/>
                </a:lnTo>
                <a:lnTo>
                  <a:pt x="470" y="1318"/>
                </a:lnTo>
                <a:lnTo>
                  <a:pt x="469" y="1319"/>
                </a:lnTo>
                <a:lnTo>
                  <a:pt x="469" y="1320"/>
                </a:lnTo>
                <a:lnTo>
                  <a:pt x="468" y="1322"/>
                </a:lnTo>
                <a:lnTo>
                  <a:pt x="467" y="1322"/>
                </a:lnTo>
                <a:lnTo>
                  <a:pt x="466" y="1322"/>
                </a:lnTo>
                <a:lnTo>
                  <a:pt x="465" y="1323"/>
                </a:lnTo>
                <a:lnTo>
                  <a:pt x="464" y="1324"/>
                </a:lnTo>
                <a:lnTo>
                  <a:pt x="463" y="1324"/>
                </a:lnTo>
                <a:lnTo>
                  <a:pt x="462" y="1324"/>
                </a:lnTo>
                <a:lnTo>
                  <a:pt x="461" y="1324"/>
                </a:lnTo>
                <a:lnTo>
                  <a:pt x="460" y="1323"/>
                </a:lnTo>
                <a:lnTo>
                  <a:pt x="461" y="1322"/>
                </a:lnTo>
                <a:lnTo>
                  <a:pt x="460" y="1321"/>
                </a:lnTo>
                <a:lnTo>
                  <a:pt x="459" y="1321"/>
                </a:lnTo>
                <a:lnTo>
                  <a:pt x="459" y="1322"/>
                </a:lnTo>
                <a:lnTo>
                  <a:pt x="458" y="1322"/>
                </a:lnTo>
                <a:lnTo>
                  <a:pt x="457" y="1322"/>
                </a:lnTo>
                <a:lnTo>
                  <a:pt x="457" y="1321"/>
                </a:lnTo>
                <a:lnTo>
                  <a:pt x="456" y="1321"/>
                </a:lnTo>
                <a:lnTo>
                  <a:pt x="456" y="1320"/>
                </a:lnTo>
                <a:lnTo>
                  <a:pt x="456" y="1319"/>
                </a:lnTo>
                <a:lnTo>
                  <a:pt x="456" y="1318"/>
                </a:lnTo>
                <a:lnTo>
                  <a:pt x="455" y="1318"/>
                </a:lnTo>
                <a:lnTo>
                  <a:pt x="455" y="1319"/>
                </a:lnTo>
                <a:lnTo>
                  <a:pt x="455" y="1320"/>
                </a:lnTo>
                <a:lnTo>
                  <a:pt x="454" y="1320"/>
                </a:lnTo>
                <a:lnTo>
                  <a:pt x="453" y="1319"/>
                </a:lnTo>
                <a:lnTo>
                  <a:pt x="453" y="1318"/>
                </a:lnTo>
                <a:lnTo>
                  <a:pt x="452" y="1318"/>
                </a:lnTo>
                <a:lnTo>
                  <a:pt x="451" y="1318"/>
                </a:lnTo>
                <a:lnTo>
                  <a:pt x="451" y="1319"/>
                </a:lnTo>
                <a:lnTo>
                  <a:pt x="451" y="1320"/>
                </a:lnTo>
                <a:lnTo>
                  <a:pt x="450" y="1320"/>
                </a:lnTo>
                <a:lnTo>
                  <a:pt x="449" y="1320"/>
                </a:lnTo>
                <a:lnTo>
                  <a:pt x="448" y="1320"/>
                </a:lnTo>
                <a:lnTo>
                  <a:pt x="448" y="1319"/>
                </a:lnTo>
                <a:lnTo>
                  <a:pt x="447" y="1318"/>
                </a:lnTo>
                <a:lnTo>
                  <a:pt x="445" y="1318"/>
                </a:lnTo>
                <a:lnTo>
                  <a:pt x="444" y="1318"/>
                </a:lnTo>
                <a:lnTo>
                  <a:pt x="444" y="1319"/>
                </a:lnTo>
                <a:lnTo>
                  <a:pt x="443" y="1319"/>
                </a:lnTo>
                <a:lnTo>
                  <a:pt x="443" y="1318"/>
                </a:lnTo>
                <a:lnTo>
                  <a:pt x="442" y="1317"/>
                </a:lnTo>
                <a:lnTo>
                  <a:pt x="440" y="1316"/>
                </a:lnTo>
                <a:lnTo>
                  <a:pt x="440" y="1317"/>
                </a:lnTo>
                <a:lnTo>
                  <a:pt x="439" y="1317"/>
                </a:lnTo>
                <a:lnTo>
                  <a:pt x="439" y="1316"/>
                </a:lnTo>
                <a:lnTo>
                  <a:pt x="438" y="1316"/>
                </a:lnTo>
                <a:lnTo>
                  <a:pt x="437" y="1316"/>
                </a:lnTo>
                <a:lnTo>
                  <a:pt x="437" y="1315"/>
                </a:lnTo>
                <a:lnTo>
                  <a:pt x="436" y="1315"/>
                </a:lnTo>
                <a:lnTo>
                  <a:pt x="435" y="1314"/>
                </a:lnTo>
                <a:lnTo>
                  <a:pt x="434" y="1314"/>
                </a:lnTo>
                <a:lnTo>
                  <a:pt x="434" y="1313"/>
                </a:lnTo>
                <a:lnTo>
                  <a:pt x="433" y="1313"/>
                </a:lnTo>
                <a:lnTo>
                  <a:pt x="433" y="1312"/>
                </a:lnTo>
                <a:lnTo>
                  <a:pt x="433" y="1311"/>
                </a:lnTo>
                <a:lnTo>
                  <a:pt x="432" y="1311"/>
                </a:lnTo>
                <a:lnTo>
                  <a:pt x="431" y="1311"/>
                </a:lnTo>
                <a:lnTo>
                  <a:pt x="430" y="1311"/>
                </a:lnTo>
                <a:lnTo>
                  <a:pt x="429" y="1311"/>
                </a:lnTo>
                <a:lnTo>
                  <a:pt x="428" y="1311"/>
                </a:lnTo>
                <a:lnTo>
                  <a:pt x="427" y="1312"/>
                </a:lnTo>
                <a:lnTo>
                  <a:pt x="425" y="1313"/>
                </a:lnTo>
                <a:lnTo>
                  <a:pt x="425" y="1314"/>
                </a:lnTo>
                <a:lnTo>
                  <a:pt x="424" y="1313"/>
                </a:lnTo>
                <a:lnTo>
                  <a:pt x="422" y="1313"/>
                </a:lnTo>
                <a:lnTo>
                  <a:pt x="421" y="1312"/>
                </a:lnTo>
                <a:lnTo>
                  <a:pt x="420" y="1312"/>
                </a:lnTo>
                <a:lnTo>
                  <a:pt x="420" y="1311"/>
                </a:lnTo>
                <a:lnTo>
                  <a:pt x="419" y="1311"/>
                </a:lnTo>
                <a:lnTo>
                  <a:pt x="418" y="1310"/>
                </a:lnTo>
                <a:lnTo>
                  <a:pt x="415" y="1309"/>
                </a:lnTo>
                <a:lnTo>
                  <a:pt x="415" y="1310"/>
                </a:lnTo>
                <a:lnTo>
                  <a:pt x="415" y="1311"/>
                </a:lnTo>
                <a:lnTo>
                  <a:pt x="415" y="1312"/>
                </a:lnTo>
                <a:lnTo>
                  <a:pt x="415" y="1313"/>
                </a:lnTo>
                <a:lnTo>
                  <a:pt x="414" y="1313"/>
                </a:lnTo>
                <a:lnTo>
                  <a:pt x="412" y="1314"/>
                </a:lnTo>
                <a:lnTo>
                  <a:pt x="411" y="1313"/>
                </a:lnTo>
                <a:lnTo>
                  <a:pt x="411" y="1312"/>
                </a:lnTo>
                <a:lnTo>
                  <a:pt x="410" y="1311"/>
                </a:lnTo>
                <a:lnTo>
                  <a:pt x="409" y="1311"/>
                </a:lnTo>
                <a:lnTo>
                  <a:pt x="407" y="1310"/>
                </a:lnTo>
                <a:lnTo>
                  <a:pt x="406" y="1310"/>
                </a:lnTo>
                <a:lnTo>
                  <a:pt x="406" y="1311"/>
                </a:lnTo>
                <a:lnTo>
                  <a:pt x="405" y="1311"/>
                </a:lnTo>
                <a:lnTo>
                  <a:pt x="406" y="1311"/>
                </a:lnTo>
                <a:lnTo>
                  <a:pt x="405" y="1312"/>
                </a:lnTo>
                <a:lnTo>
                  <a:pt x="404" y="1312"/>
                </a:lnTo>
                <a:lnTo>
                  <a:pt x="404" y="1313"/>
                </a:lnTo>
                <a:lnTo>
                  <a:pt x="404" y="1314"/>
                </a:lnTo>
                <a:lnTo>
                  <a:pt x="403" y="1314"/>
                </a:lnTo>
                <a:lnTo>
                  <a:pt x="402" y="1314"/>
                </a:lnTo>
                <a:lnTo>
                  <a:pt x="401" y="1314"/>
                </a:lnTo>
                <a:lnTo>
                  <a:pt x="401" y="1315"/>
                </a:lnTo>
                <a:lnTo>
                  <a:pt x="400" y="1315"/>
                </a:lnTo>
                <a:lnTo>
                  <a:pt x="400" y="1316"/>
                </a:lnTo>
                <a:lnTo>
                  <a:pt x="399" y="1316"/>
                </a:lnTo>
                <a:lnTo>
                  <a:pt x="398" y="1315"/>
                </a:lnTo>
                <a:lnTo>
                  <a:pt x="397" y="1315"/>
                </a:lnTo>
                <a:lnTo>
                  <a:pt x="396" y="1314"/>
                </a:lnTo>
                <a:lnTo>
                  <a:pt x="395" y="1313"/>
                </a:lnTo>
                <a:lnTo>
                  <a:pt x="394" y="1312"/>
                </a:lnTo>
                <a:lnTo>
                  <a:pt x="392" y="1312"/>
                </a:lnTo>
                <a:lnTo>
                  <a:pt x="391" y="1312"/>
                </a:lnTo>
                <a:lnTo>
                  <a:pt x="391" y="1311"/>
                </a:lnTo>
                <a:lnTo>
                  <a:pt x="391" y="1310"/>
                </a:lnTo>
                <a:lnTo>
                  <a:pt x="390" y="1309"/>
                </a:lnTo>
                <a:lnTo>
                  <a:pt x="389" y="1308"/>
                </a:lnTo>
                <a:lnTo>
                  <a:pt x="389" y="1307"/>
                </a:lnTo>
                <a:lnTo>
                  <a:pt x="390" y="1306"/>
                </a:lnTo>
                <a:lnTo>
                  <a:pt x="390" y="1305"/>
                </a:lnTo>
                <a:lnTo>
                  <a:pt x="391" y="1304"/>
                </a:lnTo>
                <a:lnTo>
                  <a:pt x="391" y="1303"/>
                </a:lnTo>
                <a:lnTo>
                  <a:pt x="391" y="1302"/>
                </a:lnTo>
                <a:lnTo>
                  <a:pt x="392" y="1301"/>
                </a:lnTo>
                <a:lnTo>
                  <a:pt x="391" y="1299"/>
                </a:lnTo>
                <a:lnTo>
                  <a:pt x="390" y="1299"/>
                </a:lnTo>
                <a:lnTo>
                  <a:pt x="390" y="1298"/>
                </a:lnTo>
                <a:lnTo>
                  <a:pt x="389" y="1297"/>
                </a:lnTo>
                <a:lnTo>
                  <a:pt x="390" y="1297"/>
                </a:lnTo>
                <a:lnTo>
                  <a:pt x="391" y="1297"/>
                </a:lnTo>
                <a:lnTo>
                  <a:pt x="393" y="1295"/>
                </a:lnTo>
                <a:lnTo>
                  <a:pt x="393" y="1294"/>
                </a:lnTo>
                <a:lnTo>
                  <a:pt x="394" y="1294"/>
                </a:lnTo>
                <a:lnTo>
                  <a:pt x="395" y="1294"/>
                </a:lnTo>
                <a:lnTo>
                  <a:pt x="396" y="1294"/>
                </a:lnTo>
                <a:lnTo>
                  <a:pt x="396" y="1292"/>
                </a:lnTo>
                <a:lnTo>
                  <a:pt x="396" y="1291"/>
                </a:lnTo>
                <a:lnTo>
                  <a:pt x="396" y="1290"/>
                </a:lnTo>
                <a:lnTo>
                  <a:pt x="395" y="1290"/>
                </a:lnTo>
                <a:lnTo>
                  <a:pt x="395" y="1289"/>
                </a:lnTo>
                <a:lnTo>
                  <a:pt x="393" y="1287"/>
                </a:lnTo>
                <a:lnTo>
                  <a:pt x="393" y="1286"/>
                </a:lnTo>
                <a:lnTo>
                  <a:pt x="392" y="1286"/>
                </a:lnTo>
                <a:lnTo>
                  <a:pt x="392" y="1285"/>
                </a:lnTo>
                <a:lnTo>
                  <a:pt x="392" y="1284"/>
                </a:lnTo>
                <a:lnTo>
                  <a:pt x="391" y="1284"/>
                </a:lnTo>
                <a:lnTo>
                  <a:pt x="390" y="1284"/>
                </a:lnTo>
                <a:lnTo>
                  <a:pt x="388" y="1283"/>
                </a:lnTo>
                <a:lnTo>
                  <a:pt x="387" y="1283"/>
                </a:lnTo>
                <a:lnTo>
                  <a:pt x="386" y="1283"/>
                </a:lnTo>
                <a:lnTo>
                  <a:pt x="385" y="1282"/>
                </a:lnTo>
                <a:lnTo>
                  <a:pt x="384" y="1282"/>
                </a:lnTo>
                <a:lnTo>
                  <a:pt x="384" y="1281"/>
                </a:lnTo>
                <a:lnTo>
                  <a:pt x="384" y="1280"/>
                </a:lnTo>
                <a:lnTo>
                  <a:pt x="383" y="1279"/>
                </a:lnTo>
                <a:lnTo>
                  <a:pt x="382" y="1279"/>
                </a:lnTo>
                <a:lnTo>
                  <a:pt x="381" y="1280"/>
                </a:lnTo>
                <a:lnTo>
                  <a:pt x="380" y="1280"/>
                </a:lnTo>
                <a:lnTo>
                  <a:pt x="379" y="1280"/>
                </a:lnTo>
                <a:lnTo>
                  <a:pt x="378" y="1280"/>
                </a:lnTo>
                <a:lnTo>
                  <a:pt x="378" y="1281"/>
                </a:lnTo>
                <a:lnTo>
                  <a:pt x="378" y="1282"/>
                </a:lnTo>
                <a:lnTo>
                  <a:pt x="377" y="1283"/>
                </a:lnTo>
                <a:lnTo>
                  <a:pt x="375" y="1284"/>
                </a:lnTo>
                <a:lnTo>
                  <a:pt x="374" y="1284"/>
                </a:lnTo>
                <a:lnTo>
                  <a:pt x="373" y="1284"/>
                </a:lnTo>
                <a:lnTo>
                  <a:pt x="371" y="1283"/>
                </a:lnTo>
                <a:lnTo>
                  <a:pt x="370" y="1283"/>
                </a:lnTo>
                <a:lnTo>
                  <a:pt x="369" y="1283"/>
                </a:lnTo>
                <a:lnTo>
                  <a:pt x="368" y="1283"/>
                </a:lnTo>
                <a:lnTo>
                  <a:pt x="367" y="1283"/>
                </a:lnTo>
                <a:lnTo>
                  <a:pt x="366" y="1283"/>
                </a:lnTo>
                <a:lnTo>
                  <a:pt x="366" y="1282"/>
                </a:lnTo>
                <a:lnTo>
                  <a:pt x="365" y="1282"/>
                </a:lnTo>
                <a:lnTo>
                  <a:pt x="364" y="1282"/>
                </a:lnTo>
                <a:lnTo>
                  <a:pt x="364" y="1283"/>
                </a:lnTo>
                <a:lnTo>
                  <a:pt x="363" y="1283"/>
                </a:lnTo>
                <a:lnTo>
                  <a:pt x="362" y="1284"/>
                </a:lnTo>
                <a:lnTo>
                  <a:pt x="362" y="1285"/>
                </a:lnTo>
                <a:lnTo>
                  <a:pt x="362" y="1286"/>
                </a:lnTo>
                <a:lnTo>
                  <a:pt x="363" y="1286"/>
                </a:lnTo>
                <a:lnTo>
                  <a:pt x="362" y="1288"/>
                </a:lnTo>
                <a:lnTo>
                  <a:pt x="361" y="1288"/>
                </a:lnTo>
                <a:lnTo>
                  <a:pt x="360" y="1288"/>
                </a:lnTo>
                <a:lnTo>
                  <a:pt x="359" y="1288"/>
                </a:lnTo>
                <a:lnTo>
                  <a:pt x="359" y="1287"/>
                </a:lnTo>
                <a:lnTo>
                  <a:pt x="357" y="1286"/>
                </a:lnTo>
                <a:lnTo>
                  <a:pt x="357" y="1287"/>
                </a:lnTo>
                <a:lnTo>
                  <a:pt x="356" y="1288"/>
                </a:lnTo>
                <a:lnTo>
                  <a:pt x="355" y="1288"/>
                </a:lnTo>
                <a:lnTo>
                  <a:pt x="354" y="1288"/>
                </a:lnTo>
                <a:lnTo>
                  <a:pt x="354" y="1289"/>
                </a:lnTo>
                <a:lnTo>
                  <a:pt x="353" y="1289"/>
                </a:lnTo>
                <a:lnTo>
                  <a:pt x="352" y="1289"/>
                </a:lnTo>
                <a:lnTo>
                  <a:pt x="351" y="1289"/>
                </a:lnTo>
                <a:lnTo>
                  <a:pt x="350" y="1289"/>
                </a:lnTo>
                <a:lnTo>
                  <a:pt x="350" y="1288"/>
                </a:lnTo>
                <a:lnTo>
                  <a:pt x="349" y="1287"/>
                </a:lnTo>
                <a:lnTo>
                  <a:pt x="349" y="1286"/>
                </a:lnTo>
                <a:lnTo>
                  <a:pt x="349" y="1285"/>
                </a:lnTo>
                <a:lnTo>
                  <a:pt x="348" y="1285"/>
                </a:lnTo>
                <a:lnTo>
                  <a:pt x="347" y="1283"/>
                </a:lnTo>
                <a:lnTo>
                  <a:pt x="347" y="1282"/>
                </a:lnTo>
                <a:lnTo>
                  <a:pt x="347" y="1281"/>
                </a:lnTo>
                <a:lnTo>
                  <a:pt x="346" y="1281"/>
                </a:lnTo>
                <a:lnTo>
                  <a:pt x="346" y="1280"/>
                </a:lnTo>
                <a:lnTo>
                  <a:pt x="346" y="1279"/>
                </a:lnTo>
                <a:lnTo>
                  <a:pt x="346" y="1278"/>
                </a:lnTo>
                <a:lnTo>
                  <a:pt x="345" y="1278"/>
                </a:lnTo>
                <a:lnTo>
                  <a:pt x="345" y="1277"/>
                </a:lnTo>
                <a:lnTo>
                  <a:pt x="344" y="1277"/>
                </a:lnTo>
                <a:lnTo>
                  <a:pt x="343" y="1277"/>
                </a:lnTo>
                <a:lnTo>
                  <a:pt x="343" y="1276"/>
                </a:lnTo>
                <a:lnTo>
                  <a:pt x="342" y="1275"/>
                </a:lnTo>
                <a:lnTo>
                  <a:pt x="342" y="1274"/>
                </a:lnTo>
                <a:lnTo>
                  <a:pt x="341" y="1274"/>
                </a:lnTo>
                <a:lnTo>
                  <a:pt x="341" y="1273"/>
                </a:lnTo>
                <a:lnTo>
                  <a:pt x="342" y="1273"/>
                </a:lnTo>
                <a:lnTo>
                  <a:pt x="342" y="1272"/>
                </a:lnTo>
                <a:lnTo>
                  <a:pt x="343" y="1272"/>
                </a:lnTo>
                <a:lnTo>
                  <a:pt x="342" y="1270"/>
                </a:lnTo>
                <a:lnTo>
                  <a:pt x="342" y="1269"/>
                </a:lnTo>
                <a:lnTo>
                  <a:pt x="342" y="1270"/>
                </a:lnTo>
                <a:lnTo>
                  <a:pt x="341" y="1270"/>
                </a:lnTo>
                <a:lnTo>
                  <a:pt x="340" y="1269"/>
                </a:lnTo>
                <a:lnTo>
                  <a:pt x="339" y="1269"/>
                </a:lnTo>
                <a:lnTo>
                  <a:pt x="338" y="1269"/>
                </a:lnTo>
                <a:lnTo>
                  <a:pt x="336" y="1270"/>
                </a:lnTo>
                <a:lnTo>
                  <a:pt x="336" y="1269"/>
                </a:lnTo>
                <a:lnTo>
                  <a:pt x="335" y="1269"/>
                </a:lnTo>
                <a:lnTo>
                  <a:pt x="336" y="1269"/>
                </a:lnTo>
                <a:lnTo>
                  <a:pt x="336" y="1268"/>
                </a:lnTo>
                <a:lnTo>
                  <a:pt x="336" y="1266"/>
                </a:lnTo>
                <a:lnTo>
                  <a:pt x="335" y="1266"/>
                </a:lnTo>
                <a:lnTo>
                  <a:pt x="335" y="1265"/>
                </a:lnTo>
                <a:lnTo>
                  <a:pt x="334" y="1264"/>
                </a:lnTo>
                <a:lnTo>
                  <a:pt x="334" y="1263"/>
                </a:lnTo>
                <a:lnTo>
                  <a:pt x="334" y="1262"/>
                </a:lnTo>
                <a:lnTo>
                  <a:pt x="334" y="1261"/>
                </a:lnTo>
                <a:lnTo>
                  <a:pt x="333" y="1261"/>
                </a:lnTo>
                <a:lnTo>
                  <a:pt x="333" y="1260"/>
                </a:lnTo>
                <a:lnTo>
                  <a:pt x="333" y="1259"/>
                </a:lnTo>
                <a:lnTo>
                  <a:pt x="332" y="1259"/>
                </a:lnTo>
                <a:lnTo>
                  <a:pt x="332" y="1260"/>
                </a:lnTo>
                <a:lnTo>
                  <a:pt x="331" y="1260"/>
                </a:lnTo>
                <a:lnTo>
                  <a:pt x="331" y="1259"/>
                </a:lnTo>
                <a:lnTo>
                  <a:pt x="330" y="1258"/>
                </a:lnTo>
                <a:lnTo>
                  <a:pt x="329" y="1258"/>
                </a:lnTo>
                <a:lnTo>
                  <a:pt x="327" y="1259"/>
                </a:lnTo>
                <a:lnTo>
                  <a:pt x="327" y="1260"/>
                </a:lnTo>
                <a:lnTo>
                  <a:pt x="326" y="1260"/>
                </a:lnTo>
                <a:lnTo>
                  <a:pt x="324" y="1259"/>
                </a:lnTo>
                <a:lnTo>
                  <a:pt x="323" y="1258"/>
                </a:lnTo>
                <a:lnTo>
                  <a:pt x="322" y="1257"/>
                </a:lnTo>
                <a:lnTo>
                  <a:pt x="322" y="1256"/>
                </a:lnTo>
                <a:lnTo>
                  <a:pt x="321" y="1256"/>
                </a:lnTo>
                <a:lnTo>
                  <a:pt x="321" y="1255"/>
                </a:lnTo>
                <a:lnTo>
                  <a:pt x="320" y="1255"/>
                </a:lnTo>
                <a:lnTo>
                  <a:pt x="320" y="1254"/>
                </a:lnTo>
                <a:lnTo>
                  <a:pt x="319" y="1254"/>
                </a:lnTo>
                <a:lnTo>
                  <a:pt x="319" y="1253"/>
                </a:lnTo>
                <a:lnTo>
                  <a:pt x="319" y="1254"/>
                </a:lnTo>
                <a:lnTo>
                  <a:pt x="318" y="1254"/>
                </a:lnTo>
                <a:lnTo>
                  <a:pt x="316" y="1253"/>
                </a:lnTo>
                <a:lnTo>
                  <a:pt x="316" y="1252"/>
                </a:lnTo>
                <a:lnTo>
                  <a:pt x="316" y="1251"/>
                </a:lnTo>
                <a:lnTo>
                  <a:pt x="315" y="1251"/>
                </a:lnTo>
                <a:lnTo>
                  <a:pt x="315" y="1250"/>
                </a:lnTo>
                <a:lnTo>
                  <a:pt x="314" y="1250"/>
                </a:lnTo>
                <a:lnTo>
                  <a:pt x="313" y="1250"/>
                </a:lnTo>
                <a:lnTo>
                  <a:pt x="313" y="1249"/>
                </a:lnTo>
                <a:lnTo>
                  <a:pt x="312" y="1249"/>
                </a:lnTo>
                <a:lnTo>
                  <a:pt x="309" y="1248"/>
                </a:lnTo>
                <a:lnTo>
                  <a:pt x="308" y="1247"/>
                </a:lnTo>
                <a:lnTo>
                  <a:pt x="307" y="1246"/>
                </a:lnTo>
                <a:lnTo>
                  <a:pt x="306" y="1245"/>
                </a:lnTo>
                <a:lnTo>
                  <a:pt x="306" y="1244"/>
                </a:lnTo>
                <a:lnTo>
                  <a:pt x="306" y="1243"/>
                </a:lnTo>
                <a:lnTo>
                  <a:pt x="305" y="1243"/>
                </a:lnTo>
                <a:lnTo>
                  <a:pt x="305" y="1242"/>
                </a:lnTo>
                <a:lnTo>
                  <a:pt x="304" y="1242"/>
                </a:lnTo>
                <a:lnTo>
                  <a:pt x="303" y="1242"/>
                </a:lnTo>
                <a:lnTo>
                  <a:pt x="303" y="1241"/>
                </a:lnTo>
                <a:lnTo>
                  <a:pt x="302" y="1241"/>
                </a:lnTo>
                <a:lnTo>
                  <a:pt x="302" y="1240"/>
                </a:lnTo>
                <a:lnTo>
                  <a:pt x="301" y="1240"/>
                </a:lnTo>
                <a:lnTo>
                  <a:pt x="300" y="1239"/>
                </a:lnTo>
                <a:lnTo>
                  <a:pt x="299" y="1238"/>
                </a:lnTo>
                <a:lnTo>
                  <a:pt x="298" y="1238"/>
                </a:lnTo>
                <a:lnTo>
                  <a:pt x="298" y="1237"/>
                </a:lnTo>
                <a:lnTo>
                  <a:pt x="295" y="1236"/>
                </a:lnTo>
                <a:lnTo>
                  <a:pt x="294" y="1236"/>
                </a:lnTo>
                <a:lnTo>
                  <a:pt x="293" y="1235"/>
                </a:lnTo>
                <a:lnTo>
                  <a:pt x="293" y="1234"/>
                </a:lnTo>
                <a:lnTo>
                  <a:pt x="292" y="1233"/>
                </a:lnTo>
                <a:lnTo>
                  <a:pt x="291" y="1233"/>
                </a:lnTo>
                <a:lnTo>
                  <a:pt x="290" y="1232"/>
                </a:lnTo>
                <a:lnTo>
                  <a:pt x="290" y="1231"/>
                </a:lnTo>
                <a:lnTo>
                  <a:pt x="290" y="1230"/>
                </a:lnTo>
                <a:lnTo>
                  <a:pt x="289" y="1230"/>
                </a:lnTo>
                <a:lnTo>
                  <a:pt x="289" y="1228"/>
                </a:lnTo>
                <a:lnTo>
                  <a:pt x="290" y="1228"/>
                </a:lnTo>
                <a:lnTo>
                  <a:pt x="290" y="1227"/>
                </a:lnTo>
                <a:lnTo>
                  <a:pt x="290" y="1226"/>
                </a:lnTo>
                <a:lnTo>
                  <a:pt x="290" y="1225"/>
                </a:lnTo>
                <a:lnTo>
                  <a:pt x="289" y="1225"/>
                </a:lnTo>
                <a:lnTo>
                  <a:pt x="288" y="1225"/>
                </a:lnTo>
                <a:lnTo>
                  <a:pt x="288" y="1224"/>
                </a:lnTo>
                <a:lnTo>
                  <a:pt x="288" y="1223"/>
                </a:lnTo>
                <a:lnTo>
                  <a:pt x="287" y="1222"/>
                </a:lnTo>
                <a:lnTo>
                  <a:pt x="287" y="1221"/>
                </a:lnTo>
                <a:lnTo>
                  <a:pt x="286" y="1221"/>
                </a:lnTo>
                <a:lnTo>
                  <a:pt x="286" y="1222"/>
                </a:lnTo>
                <a:lnTo>
                  <a:pt x="285" y="1222"/>
                </a:lnTo>
                <a:lnTo>
                  <a:pt x="285" y="1221"/>
                </a:lnTo>
                <a:lnTo>
                  <a:pt x="284" y="1221"/>
                </a:lnTo>
                <a:lnTo>
                  <a:pt x="283" y="1221"/>
                </a:lnTo>
                <a:lnTo>
                  <a:pt x="282" y="1221"/>
                </a:lnTo>
                <a:lnTo>
                  <a:pt x="282" y="1220"/>
                </a:lnTo>
                <a:lnTo>
                  <a:pt x="281" y="1219"/>
                </a:lnTo>
                <a:lnTo>
                  <a:pt x="280" y="1219"/>
                </a:lnTo>
                <a:lnTo>
                  <a:pt x="279" y="1219"/>
                </a:lnTo>
                <a:lnTo>
                  <a:pt x="278" y="1220"/>
                </a:lnTo>
                <a:lnTo>
                  <a:pt x="277" y="1220"/>
                </a:lnTo>
                <a:lnTo>
                  <a:pt x="277" y="1221"/>
                </a:lnTo>
                <a:lnTo>
                  <a:pt x="276" y="1221"/>
                </a:lnTo>
                <a:lnTo>
                  <a:pt x="275" y="1221"/>
                </a:lnTo>
                <a:lnTo>
                  <a:pt x="275" y="1222"/>
                </a:lnTo>
                <a:lnTo>
                  <a:pt x="274" y="1222"/>
                </a:lnTo>
                <a:lnTo>
                  <a:pt x="274" y="1223"/>
                </a:lnTo>
                <a:lnTo>
                  <a:pt x="273" y="1224"/>
                </a:lnTo>
                <a:lnTo>
                  <a:pt x="273" y="1225"/>
                </a:lnTo>
                <a:lnTo>
                  <a:pt x="271" y="1225"/>
                </a:lnTo>
                <a:lnTo>
                  <a:pt x="271" y="1226"/>
                </a:lnTo>
                <a:lnTo>
                  <a:pt x="270" y="1226"/>
                </a:lnTo>
                <a:lnTo>
                  <a:pt x="269" y="1226"/>
                </a:lnTo>
                <a:lnTo>
                  <a:pt x="269" y="1225"/>
                </a:lnTo>
                <a:lnTo>
                  <a:pt x="268" y="1225"/>
                </a:lnTo>
                <a:lnTo>
                  <a:pt x="269" y="1225"/>
                </a:lnTo>
                <a:lnTo>
                  <a:pt x="268" y="1225"/>
                </a:lnTo>
                <a:lnTo>
                  <a:pt x="268" y="1224"/>
                </a:lnTo>
                <a:lnTo>
                  <a:pt x="268" y="1223"/>
                </a:lnTo>
                <a:lnTo>
                  <a:pt x="267" y="1223"/>
                </a:lnTo>
                <a:lnTo>
                  <a:pt x="266" y="1222"/>
                </a:lnTo>
                <a:lnTo>
                  <a:pt x="265" y="1222"/>
                </a:lnTo>
                <a:lnTo>
                  <a:pt x="264" y="1222"/>
                </a:lnTo>
                <a:lnTo>
                  <a:pt x="263" y="1222"/>
                </a:lnTo>
                <a:lnTo>
                  <a:pt x="263" y="1221"/>
                </a:lnTo>
                <a:lnTo>
                  <a:pt x="262" y="1221"/>
                </a:lnTo>
                <a:lnTo>
                  <a:pt x="262" y="1219"/>
                </a:lnTo>
                <a:lnTo>
                  <a:pt x="261" y="1219"/>
                </a:lnTo>
                <a:lnTo>
                  <a:pt x="261" y="1218"/>
                </a:lnTo>
                <a:lnTo>
                  <a:pt x="260" y="1218"/>
                </a:lnTo>
                <a:lnTo>
                  <a:pt x="259" y="1218"/>
                </a:lnTo>
                <a:lnTo>
                  <a:pt x="258" y="1217"/>
                </a:lnTo>
                <a:lnTo>
                  <a:pt x="257" y="1217"/>
                </a:lnTo>
                <a:lnTo>
                  <a:pt x="256" y="1217"/>
                </a:lnTo>
                <a:lnTo>
                  <a:pt x="255" y="1216"/>
                </a:lnTo>
                <a:lnTo>
                  <a:pt x="254" y="1216"/>
                </a:lnTo>
                <a:lnTo>
                  <a:pt x="253" y="1216"/>
                </a:lnTo>
                <a:lnTo>
                  <a:pt x="252" y="1215"/>
                </a:lnTo>
                <a:lnTo>
                  <a:pt x="250" y="1215"/>
                </a:lnTo>
                <a:lnTo>
                  <a:pt x="249" y="1214"/>
                </a:lnTo>
                <a:lnTo>
                  <a:pt x="248" y="1213"/>
                </a:lnTo>
                <a:lnTo>
                  <a:pt x="247" y="1213"/>
                </a:lnTo>
                <a:lnTo>
                  <a:pt x="247" y="1212"/>
                </a:lnTo>
                <a:lnTo>
                  <a:pt x="247" y="1211"/>
                </a:lnTo>
                <a:lnTo>
                  <a:pt x="246" y="1210"/>
                </a:lnTo>
                <a:lnTo>
                  <a:pt x="245" y="1209"/>
                </a:lnTo>
                <a:lnTo>
                  <a:pt x="245" y="1210"/>
                </a:lnTo>
                <a:lnTo>
                  <a:pt x="244" y="1210"/>
                </a:lnTo>
                <a:lnTo>
                  <a:pt x="244" y="1209"/>
                </a:lnTo>
                <a:lnTo>
                  <a:pt x="243" y="1209"/>
                </a:lnTo>
                <a:lnTo>
                  <a:pt x="243" y="1208"/>
                </a:lnTo>
                <a:lnTo>
                  <a:pt x="243" y="1207"/>
                </a:lnTo>
                <a:lnTo>
                  <a:pt x="242" y="1207"/>
                </a:lnTo>
                <a:lnTo>
                  <a:pt x="241" y="1207"/>
                </a:lnTo>
                <a:lnTo>
                  <a:pt x="241" y="1206"/>
                </a:lnTo>
                <a:lnTo>
                  <a:pt x="240" y="1206"/>
                </a:lnTo>
                <a:lnTo>
                  <a:pt x="239" y="1206"/>
                </a:lnTo>
                <a:lnTo>
                  <a:pt x="238" y="1206"/>
                </a:lnTo>
                <a:lnTo>
                  <a:pt x="237" y="1206"/>
                </a:lnTo>
                <a:lnTo>
                  <a:pt x="236" y="1206"/>
                </a:lnTo>
                <a:lnTo>
                  <a:pt x="236" y="1207"/>
                </a:lnTo>
                <a:lnTo>
                  <a:pt x="236" y="1208"/>
                </a:lnTo>
                <a:lnTo>
                  <a:pt x="235" y="1208"/>
                </a:lnTo>
                <a:lnTo>
                  <a:pt x="234" y="1208"/>
                </a:lnTo>
                <a:lnTo>
                  <a:pt x="234" y="1209"/>
                </a:lnTo>
                <a:lnTo>
                  <a:pt x="233" y="1209"/>
                </a:lnTo>
                <a:lnTo>
                  <a:pt x="233" y="1208"/>
                </a:lnTo>
                <a:lnTo>
                  <a:pt x="232" y="1208"/>
                </a:lnTo>
                <a:lnTo>
                  <a:pt x="231" y="1209"/>
                </a:lnTo>
                <a:lnTo>
                  <a:pt x="231" y="1208"/>
                </a:lnTo>
                <a:lnTo>
                  <a:pt x="231" y="1209"/>
                </a:lnTo>
                <a:lnTo>
                  <a:pt x="231" y="1210"/>
                </a:lnTo>
                <a:lnTo>
                  <a:pt x="230" y="1211"/>
                </a:lnTo>
                <a:lnTo>
                  <a:pt x="230" y="1212"/>
                </a:lnTo>
                <a:lnTo>
                  <a:pt x="229" y="1212"/>
                </a:lnTo>
                <a:lnTo>
                  <a:pt x="228" y="1212"/>
                </a:lnTo>
                <a:lnTo>
                  <a:pt x="228" y="1211"/>
                </a:lnTo>
                <a:lnTo>
                  <a:pt x="227" y="1211"/>
                </a:lnTo>
                <a:lnTo>
                  <a:pt x="227" y="1210"/>
                </a:lnTo>
                <a:lnTo>
                  <a:pt x="226" y="1210"/>
                </a:lnTo>
                <a:lnTo>
                  <a:pt x="226" y="1211"/>
                </a:lnTo>
                <a:lnTo>
                  <a:pt x="225" y="1211"/>
                </a:lnTo>
                <a:lnTo>
                  <a:pt x="224" y="1211"/>
                </a:lnTo>
                <a:lnTo>
                  <a:pt x="224" y="1212"/>
                </a:lnTo>
                <a:lnTo>
                  <a:pt x="224" y="1213"/>
                </a:lnTo>
                <a:lnTo>
                  <a:pt x="224" y="1214"/>
                </a:lnTo>
                <a:lnTo>
                  <a:pt x="222" y="1214"/>
                </a:lnTo>
                <a:lnTo>
                  <a:pt x="222" y="1215"/>
                </a:lnTo>
                <a:lnTo>
                  <a:pt x="221" y="1217"/>
                </a:lnTo>
                <a:lnTo>
                  <a:pt x="221" y="1218"/>
                </a:lnTo>
                <a:lnTo>
                  <a:pt x="220" y="1218"/>
                </a:lnTo>
                <a:lnTo>
                  <a:pt x="219" y="1218"/>
                </a:lnTo>
                <a:lnTo>
                  <a:pt x="219" y="1217"/>
                </a:lnTo>
                <a:lnTo>
                  <a:pt x="218" y="1217"/>
                </a:lnTo>
                <a:lnTo>
                  <a:pt x="218" y="1216"/>
                </a:lnTo>
                <a:lnTo>
                  <a:pt x="217" y="1216"/>
                </a:lnTo>
                <a:lnTo>
                  <a:pt x="217" y="1215"/>
                </a:lnTo>
                <a:lnTo>
                  <a:pt x="216" y="1215"/>
                </a:lnTo>
                <a:lnTo>
                  <a:pt x="215" y="1214"/>
                </a:lnTo>
                <a:lnTo>
                  <a:pt x="215" y="1213"/>
                </a:lnTo>
                <a:lnTo>
                  <a:pt x="214" y="1213"/>
                </a:lnTo>
                <a:lnTo>
                  <a:pt x="213" y="1213"/>
                </a:lnTo>
                <a:lnTo>
                  <a:pt x="213" y="1212"/>
                </a:lnTo>
                <a:lnTo>
                  <a:pt x="212" y="1211"/>
                </a:lnTo>
                <a:lnTo>
                  <a:pt x="212" y="1210"/>
                </a:lnTo>
                <a:lnTo>
                  <a:pt x="211" y="1210"/>
                </a:lnTo>
                <a:lnTo>
                  <a:pt x="211" y="1209"/>
                </a:lnTo>
                <a:lnTo>
                  <a:pt x="210" y="1209"/>
                </a:lnTo>
                <a:lnTo>
                  <a:pt x="210" y="1208"/>
                </a:lnTo>
                <a:lnTo>
                  <a:pt x="209" y="1208"/>
                </a:lnTo>
                <a:lnTo>
                  <a:pt x="208" y="1209"/>
                </a:lnTo>
                <a:lnTo>
                  <a:pt x="208" y="1208"/>
                </a:lnTo>
                <a:lnTo>
                  <a:pt x="207" y="1209"/>
                </a:lnTo>
                <a:lnTo>
                  <a:pt x="206" y="1209"/>
                </a:lnTo>
                <a:lnTo>
                  <a:pt x="205" y="1209"/>
                </a:lnTo>
                <a:lnTo>
                  <a:pt x="205" y="1210"/>
                </a:lnTo>
                <a:lnTo>
                  <a:pt x="204" y="1210"/>
                </a:lnTo>
                <a:lnTo>
                  <a:pt x="203" y="1210"/>
                </a:lnTo>
                <a:lnTo>
                  <a:pt x="203" y="1209"/>
                </a:lnTo>
                <a:lnTo>
                  <a:pt x="203" y="1208"/>
                </a:lnTo>
                <a:lnTo>
                  <a:pt x="202" y="1207"/>
                </a:lnTo>
                <a:lnTo>
                  <a:pt x="201" y="1207"/>
                </a:lnTo>
                <a:lnTo>
                  <a:pt x="201" y="1206"/>
                </a:lnTo>
                <a:lnTo>
                  <a:pt x="200" y="1205"/>
                </a:lnTo>
                <a:lnTo>
                  <a:pt x="199" y="1205"/>
                </a:lnTo>
                <a:lnTo>
                  <a:pt x="198" y="1205"/>
                </a:lnTo>
                <a:lnTo>
                  <a:pt x="198" y="1206"/>
                </a:lnTo>
                <a:lnTo>
                  <a:pt x="198" y="1205"/>
                </a:lnTo>
                <a:lnTo>
                  <a:pt x="197" y="1205"/>
                </a:lnTo>
                <a:lnTo>
                  <a:pt x="196" y="1205"/>
                </a:lnTo>
                <a:lnTo>
                  <a:pt x="195" y="1205"/>
                </a:lnTo>
                <a:lnTo>
                  <a:pt x="194" y="1205"/>
                </a:lnTo>
                <a:lnTo>
                  <a:pt x="193" y="1205"/>
                </a:lnTo>
                <a:lnTo>
                  <a:pt x="192" y="1204"/>
                </a:lnTo>
                <a:lnTo>
                  <a:pt x="191" y="1204"/>
                </a:lnTo>
                <a:lnTo>
                  <a:pt x="190" y="1204"/>
                </a:lnTo>
                <a:lnTo>
                  <a:pt x="190" y="1205"/>
                </a:lnTo>
                <a:lnTo>
                  <a:pt x="189" y="1205"/>
                </a:lnTo>
                <a:lnTo>
                  <a:pt x="188" y="1205"/>
                </a:lnTo>
                <a:lnTo>
                  <a:pt x="188" y="1204"/>
                </a:lnTo>
                <a:lnTo>
                  <a:pt x="187" y="1204"/>
                </a:lnTo>
                <a:lnTo>
                  <a:pt x="187" y="1203"/>
                </a:lnTo>
                <a:lnTo>
                  <a:pt x="186" y="1203"/>
                </a:lnTo>
                <a:lnTo>
                  <a:pt x="185" y="1204"/>
                </a:lnTo>
                <a:lnTo>
                  <a:pt x="184" y="1204"/>
                </a:lnTo>
                <a:lnTo>
                  <a:pt x="183" y="1204"/>
                </a:lnTo>
                <a:lnTo>
                  <a:pt x="183" y="1205"/>
                </a:lnTo>
                <a:lnTo>
                  <a:pt x="183" y="1206"/>
                </a:lnTo>
                <a:lnTo>
                  <a:pt x="183" y="1207"/>
                </a:lnTo>
                <a:lnTo>
                  <a:pt x="182" y="1207"/>
                </a:lnTo>
                <a:lnTo>
                  <a:pt x="182" y="1208"/>
                </a:lnTo>
                <a:lnTo>
                  <a:pt x="182" y="1209"/>
                </a:lnTo>
                <a:lnTo>
                  <a:pt x="181" y="1209"/>
                </a:lnTo>
                <a:lnTo>
                  <a:pt x="181" y="1210"/>
                </a:lnTo>
                <a:lnTo>
                  <a:pt x="180" y="1209"/>
                </a:lnTo>
                <a:lnTo>
                  <a:pt x="180" y="1208"/>
                </a:lnTo>
                <a:lnTo>
                  <a:pt x="180" y="1207"/>
                </a:lnTo>
                <a:lnTo>
                  <a:pt x="179" y="1207"/>
                </a:lnTo>
                <a:lnTo>
                  <a:pt x="179" y="1206"/>
                </a:lnTo>
                <a:lnTo>
                  <a:pt x="179" y="1205"/>
                </a:lnTo>
                <a:lnTo>
                  <a:pt x="179" y="1204"/>
                </a:lnTo>
                <a:lnTo>
                  <a:pt x="179" y="1203"/>
                </a:lnTo>
                <a:lnTo>
                  <a:pt x="178" y="1203"/>
                </a:lnTo>
                <a:lnTo>
                  <a:pt x="179" y="1202"/>
                </a:lnTo>
                <a:lnTo>
                  <a:pt x="178" y="1202"/>
                </a:lnTo>
                <a:lnTo>
                  <a:pt x="177" y="1202"/>
                </a:lnTo>
                <a:lnTo>
                  <a:pt x="176" y="1202"/>
                </a:lnTo>
                <a:lnTo>
                  <a:pt x="175" y="1202"/>
                </a:lnTo>
                <a:lnTo>
                  <a:pt x="174" y="1202"/>
                </a:lnTo>
                <a:lnTo>
                  <a:pt x="173" y="1203"/>
                </a:lnTo>
                <a:lnTo>
                  <a:pt x="172" y="1203"/>
                </a:lnTo>
                <a:lnTo>
                  <a:pt x="171" y="1203"/>
                </a:lnTo>
                <a:lnTo>
                  <a:pt x="171" y="1202"/>
                </a:lnTo>
                <a:lnTo>
                  <a:pt x="170" y="1202"/>
                </a:lnTo>
                <a:lnTo>
                  <a:pt x="169" y="1202"/>
                </a:lnTo>
                <a:lnTo>
                  <a:pt x="168" y="1201"/>
                </a:lnTo>
                <a:lnTo>
                  <a:pt x="166" y="1201"/>
                </a:lnTo>
                <a:lnTo>
                  <a:pt x="166" y="1202"/>
                </a:lnTo>
                <a:lnTo>
                  <a:pt x="165" y="1202"/>
                </a:lnTo>
                <a:lnTo>
                  <a:pt x="164" y="1201"/>
                </a:lnTo>
                <a:lnTo>
                  <a:pt x="163" y="1201"/>
                </a:lnTo>
                <a:lnTo>
                  <a:pt x="163" y="1200"/>
                </a:lnTo>
                <a:lnTo>
                  <a:pt x="162" y="1199"/>
                </a:lnTo>
                <a:lnTo>
                  <a:pt x="160" y="1197"/>
                </a:lnTo>
                <a:lnTo>
                  <a:pt x="159" y="1197"/>
                </a:lnTo>
                <a:lnTo>
                  <a:pt x="159" y="1196"/>
                </a:lnTo>
                <a:lnTo>
                  <a:pt x="156" y="1194"/>
                </a:lnTo>
                <a:lnTo>
                  <a:pt x="154" y="1195"/>
                </a:lnTo>
                <a:lnTo>
                  <a:pt x="153" y="1195"/>
                </a:lnTo>
                <a:lnTo>
                  <a:pt x="151" y="1194"/>
                </a:lnTo>
                <a:lnTo>
                  <a:pt x="150" y="1194"/>
                </a:lnTo>
                <a:lnTo>
                  <a:pt x="149" y="1195"/>
                </a:lnTo>
                <a:lnTo>
                  <a:pt x="148" y="1194"/>
                </a:lnTo>
                <a:lnTo>
                  <a:pt x="148" y="1193"/>
                </a:lnTo>
                <a:lnTo>
                  <a:pt x="147" y="1192"/>
                </a:lnTo>
                <a:lnTo>
                  <a:pt x="145" y="1191"/>
                </a:lnTo>
                <a:lnTo>
                  <a:pt x="141" y="1188"/>
                </a:lnTo>
                <a:lnTo>
                  <a:pt x="141" y="1187"/>
                </a:lnTo>
                <a:lnTo>
                  <a:pt x="139" y="1185"/>
                </a:lnTo>
                <a:lnTo>
                  <a:pt x="138" y="1184"/>
                </a:lnTo>
                <a:lnTo>
                  <a:pt x="137" y="1184"/>
                </a:lnTo>
                <a:lnTo>
                  <a:pt x="137" y="1183"/>
                </a:lnTo>
                <a:lnTo>
                  <a:pt x="136" y="1181"/>
                </a:lnTo>
                <a:lnTo>
                  <a:pt x="135" y="1180"/>
                </a:lnTo>
                <a:lnTo>
                  <a:pt x="134" y="1179"/>
                </a:lnTo>
                <a:lnTo>
                  <a:pt x="133" y="1178"/>
                </a:lnTo>
                <a:lnTo>
                  <a:pt x="132" y="1177"/>
                </a:lnTo>
                <a:lnTo>
                  <a:pt x="131" y="1176"/>
                </a:lnTo>
                <a:lnTo>
                  <a:pt x="130" y="1175"/>
                </a:lnTo>
                <a:lnTo>
                  <a:pt x="129" y="1174"/>
                </a:lnTo>
                <a:lnTo>
                  <a:pt x="128" y="1173"/>
                </a:lnTo>
                <a:lnTo>
                  <a:pt x="128" y="1172"/>
                </a:lnTo>
                <a:lnTo>
                  <a:pt x="127" y="1171"/>
                </a:lnTo>
                <a:lnTo>
                  <a:pt x="126" y="1170"/>
                </a:lnTo>
                <a:lnTo>
                  <a:pt x="125" y="1170"/>
                </a:lnTo>
                <a:lnTo>
                  <a:pt x="125" y="1169"/>
                </a:lnTo>
                <a:lnTo>
                  <a:pt x="124" y="1169"/>
                </a:lnTo>
                <a:lnTo>
                  <a:pt x="123" y="1169"/>
                </a:lnTo>
                <a:lnTo>
                  <a:pt x="122" y="1169"/>
                </a:lnTo>
                <a:lnTo>
                  <a:pt x="122" y="1168"/>
                </a:lnTo>
                <a:lnTo>
                  <a:pt x="121" y="1168"/>
                </a:lnTo>
                <a:lnTo>
                  <a:pt x="121" y="1167"/>
                </a:lnTo>
                <a:lnTo>
                  <a:pt x="120" y="1167"/>
                </a:lnTo>
                <a:lnTo>
                  <a:pt x="119" y="1166"/>
                </a:lnTo>
                <a:lnTo>
                  <a:pt x="118" y="1166"/>
                </a:lnTo>
                <a:lnTo>
                  <a:pt x="118" y="1165"/>
                </a:lnTo>
                <a:lnTo>
                  <a:pt x="118" y="1164"/>
                </a:lnTo>
                <a:lnTo>
                  <a:pt x="117" y="1164"/>
                </a:lnTo>
                <a:lnTo>
                  <a:pt x="117" y="1163"/>
                </a:lnTo>
                <a:lnTo>
                  <a:pt x="116" y="1162"/>
                </a:lnTo>
                <a:lnTo>
                  <a:pt x="116" y="1163"/>
                </a:lnTo>
                <a:lnTo>
                  <a:pt x="115" y="1163"/>
                </a:lnTo>
                <a:lnTo>
                  <a:pt x="114" y="1162"/>
                </a:lnTo>
                <a:lnTo>
                  <a:pt x="113" y="1162"/>
                </a:lnTo>
                <a:lnTo>
                  <a:pt x="112" y="1162"/>
                </a:lnTo>
                <a:lnTo>
                  <a:pt x="110" y="1162"/>
                </a:lnTo>
                <a:lnTo>
                  <a:pt x="109" y="1162"/>
                </a:lnTo>
                <a:lnTo>
                  <a:pt x="106" y="1162"/>
                </a:lnTo>
                <a:lnTo>
                  <a:pt x="105" y="1162"/>
                </a:lnTo>
                <a:lnTo>
                  <a:pt x="104" y="1162"/>
                </a:lnTo>
                <a:lnTo>
                  <a:pt x="103" y="1162"/>
                </a:lnTo>
                <a:lnTo>
                  <a:pt x="101" y="1162"/>
                </a:lnTo>
                <a:lnTo>
                  <a:pt x="101" y="1161"/>
                </a:lnTo>
                <a:lnTo>
                  <a:pt x="100" y="1161"/>
                </a:lnTo>
                <a:lnTo>
                  <a:pt x="99" y="1160"/>
                </a:lnTo>
                <a:lnTo>
                  <a:pt x="98" y="1159"/>
                </a:lnTo>
                <a:lnTo>
                  <a:pt x="98" y="1158"/>
                </a:lnTo>
                <a:lnTo>
                  <a:pt x="97" y="1158"/>
                </a:lnTo>
                <a:lnTo>
                  <a:pt x="96" y="1158"/>
                </a:lnTo>
                <a:lnTo>
                  <a:pt x="96" y="1157"/>
                </a:lnTo>
                <a:lnTo>
                  <a:pt x="97" y="1157"/>
                </a:lnTo>
                <a:lnTo>
                  <a:pt x="96" y="1156"/>
                </a:lnTo>
                <a:lnTo>
                  <a:pt x="96" y="1155"/>
                </a:lnTo>
                <a:lnTo>
                  <a:pt x="95" y="1155"/>
                </a:lnTo>
                <a:lnTo>
                  <a:pt x="94" y="1155"/>
                </a:lnTo>
                <a:lnTo>
                  <a:pt x="94" y="1154"/>
                </a:lnTo>
                <a:lnTo>
                  <a:pt x="93" y="1154"/>
                </a:lnTo>
                <a:lnTo>
                  <a:pt x="93" y="1153"/>
                </a:lnTo>
                <a:lnTo>
                  <a:pt x="92" y="1153"/>
                </a:lnTo>
                <a:lnTo>
                  <a:pt x="92" y="1152"/>
                </a:lnTo>
                <a:lnTo>
                  <a:pt x="92" y="1151"/>
                </a:lnTo>
                <a:lnTo>
                  <a:pt x="91" y="1151"/>
                </a:lnTo>
                <a:lnTo>
                  <a:pt x="91" y="1150"/>
                </a:lnTo>
                <a:lnTo>
                  <a:pt x="92" y="1149"/>
                </a:lnTo>
                <a:lnTo>
                  <a:pt x="91" y="1148"/>
                </a:lnTo>
                <a:lnTo>
                  <a:pt x="91" y="1147"/>
                </a:lnTo>
                <a:lnTo>
                  <a:pt x="91" y="1146"/>
                </a:lnTo>
                <a:lnTo>
                  <a:pt x="90" y="1146"/>
                </a:lnTo>
                <a:lnTo>
                  <a:pt x="90" y="1145"/>
                </a:lnTo>
                <a:lnTo>
                  <a:pt x="90" y="1144"/>
                </a:lnTo>
                <a:lnTo>
                  <a:pt x="89" y="1143"/>
                </a:lnTo>
                <a:lnTo>
                  <a:pt x="89" y="1142"/>
                </a:lnTo>
                <a:lnTo>
                  <a:pt x="89" y="1141"/>
                </a:lnTo>
                <a:lnTo>
                  <a:pt x="88" y="1141"/>
                </a:lnTo>
                <a:lnTo>
                  <a:pt x="88" y="1140"/>
                </a:lnTo>
                <a:lnTo>
                  <a:pt x="88" y="1139"/>
                </a:lnTo>
                <a:lnTo>
                  <a:pt x="87" y="1138"/>
                </a:lnTo>
                <a:lnTo>
                  <a:pt x="87" y="1137"/>
                </a:lnTo>
                <a:lnTo>
                  <a:pt x="86" y="1136"/>
                </a:lnTo>
                <a:lnTo>
                  <a:pt x="86" y="1135"/>
                </a:lnTo>
                <a:lnTo>
                  <a:pt x="85" y="1134"/>
                </a:lnTo>
                <a:lnTo>
                  <a:pt x="85" y="1133"/>
                </a:lnTo>
                <a:lnTo>
                  <a:pt x="84" y="1132"/>
                </a:lnTo>
                <a:lnTo>
                  <a:pt x="84" y="1130"/>
                </a:lnTo>
                <a:lnTo>
                  <a:pt x="83" y="1129"/>
                </a:lnTo>
                <a:lnTo>
                  <a:pt x="82" y="1127"/>
                </a:lnTo>
                <a:lnTo>
                  <a:pt x="82" y="1126"/>
                </a:lnTo>
                <a:lnTo>
                  <a:pt x="81" y="1125"/>
                </a:lnTo>
                <a:lnTo>
                  <a:pt x="81" y="1124"/>
                </a:lnTo>
                <a:lnTo>
                  <a:pt x="81" y="1123"/>
                </a:lnTo>
                <a:lnTo>
                  <a:pt x="80" y="1123"/>
                </a:lnTo>
                <a:lnTo>
                  <a:pt x="79" y="1123"/>
                </a:lnTo>
                <a:lnTo>
                  <a:pt x="79" y="1122"/>
                </a:lnTo>
                <a:lnTo>
                  <a:pt x="78" y="1122"/>
                </a:lnTo>
                <a:lnTo>
                  <a:pt x="78" y="1121"/>
                </a:lnTo>
                <a:lnTo>
                  <a:pt x="77" y="1121"/>
                </a:lnTo>
                <a:lnTo>
                  <a:pt x="76" y="1121"/>
                </a:lnTo>
                <a:lnTo>
                  <a:pt x="75" y="1121"/>
                </a:lnTo>
                <a:lnTo>
                  <a:pt x="74" y="1121"/>
                </a:lnTo>
                <a:lnTo>
                  <a:pt x="73" y="1121"/>
                </a:lnTo>
                <a:lnTo>
                  <a:pt x="73" y="1120"/>
                </a:lnTo>
                <a:lnTo>
                  <a:pt x="72" y="1120"/>
                </a:lnTo>
                <a:lnTo>
                  <a:pt x="72" y="1119"/>
                </a:lnTo>
                <a:lnTo>
                  <a:pt x="71" y="1119"/>
                </a:lnTo>
                <a:lnTo>
                  <a:pt x="70" y="1119"/>
                </a:lnTo>
                <a:lnTo>
                  <a:pt x="70" y="1118"/>
                </a:lnTo>
                <a:lnTo>
                  <a:pt x="69" y="1118"/>
                </a:lnTo>
                <a:lnTo>
                  <a:pt x="68" y="1118"/>
                </a:lnTo>
                <a:lnTo>
                  <a:pt x="68" y="1117"/>
                </a:lnTo>
                <a:lnTo>
                  <a:pt x="67" y="1117"/>
                </a:lnTo>
                <a:lnTo>
                  <a:pt x="66" y="1117"/>
                </a:lnTo>
                <a:lnTo>
                  <a:pt x="66" y="1116"/>
                </a:lnTo>
                <a:lnTo>
                  <a:pt x="65" y="1116"/>
                </a:lnTo>
                <a:lnTo>
                  <a:pt x="65" y="1115"/>
                </a:lnTo>
                <a:lnTo>
                  <a:pt x="64" y="1115"/>
                </a:lnTo>
                <a:lnTo>
                  <a:pt x="63" y="1115"/>
                </a:lnTo>
                <a:lnTo>
                  <a:pt x="62" y="1114"/>
                </a:lnTo>
                <a:lnTo>
                  <a:pt x="61" y="1114"/>
                </a:lnTo>
                <a:lnTo>
                  <a:pt x="60" y="1114"/>
                </a:lnTo>
                <a:lnTo>
                  <a:pt x="60" y="1113"/>
                </a:lnTo>
                <a:lnTo>
                  <a:pt x="59" y="1113"/>
                </a:lnTo>
                <a:lnTo>
                  <a:pt x="58" y="1112"/>
                </a:lnTo>
                <a:lnTo>
                  <a:pt x="57" y="1112"/>
                </a:lnTo>
                <a:lnTo>
                  <a:pt x="57" y="1111"/>
                </a:lnTo>
                <a:lnTo>
                  <a:pt x="57" y="1110"/>
                </a:lnTo>
                <a:lnTo>
                  <a:pt x="57" y="1109"/>
                </a:lnTo>
                <a:lnTo>
                  <a:pt x="57" y="1108"/>
                </a:lnTo>
                <a:lnTo>
                  <a:pt x="58" y="1107"/>
                </a:lnTo>
                <a:lnTo>
                  <a:pt x="57" y="1107"/>
                </a:lnTo>
                <a:lnTo>
                  <a:pt x="57" y="1105"/>
                </a:lnTo>
                <a:lnTo>
                  <a:pt x="57" y="1104"/>
                </a:lnTo>
                <a:lnTo>
                  <a:pt x="57" y="1103"/>
                </a:lnTo>
                <a:lnTo>
                  <a:pt x="57" y="1101"/>
                </a:lnTo>
                <a:lnTo>
                  <a:pt x="57" y="1100"/>
                </a:lnTo>
                <a:lnTo>
                  <a:pt x="58" y="1100"/>
                </a:lnTo>
                <a:lnTo>
                  <a:pt x="58" y="1099"/>
                </a:lnTo>
                <a:lnTo>
                  <a:pt x="57" y="1099"/>
                </a:lnTo>
                <a:lnTo>
                  <a:pt x="57" y="1098"/>
                </a:lnTo>
                <a:lnTo>
                  <a:pt x="56" y="1098"/>
                </a:lnTo>
                <a:lnTo>
                  <a:pt x="56" y="1097"/>
                </a:lnTo>
                <a:lnTo>
                  <a:pt x="55" y="1097"/>
                </a:lnTo>
                <a:lnTo>
                  <a:pt x="54" y="1097"/>
                </a:lnTo>
                <a:lnTo>
                  <a:pt x="53" y="1096"/>
                </a:lnTo>
                <a:lnTo>
                  <a:pt x="52" y="1096"/>
                </a:lnTo>
                <a:lnTo>
                  <a:pt x="52" y="1095"/>
                </a:lnTo>
                <a:lnTo>
                  <a:pt x="51" y="1095"/>
                </a:lnTo>
                <a:lnTo>
                  <a:pt x="51" y="1094"/>
                </a:lnTo>
                <a:lnTo>
                  <a:pt x="50" y="1094"/>
                </a:lnTo>
                <a:lnTo>
                  <a:pt x="49" y="1094"/>
                </a:lnTo>
                <a:lnTo>
                  <a:pt x="49" y="1093"/>
                </a:lnTo>
                <a:lnTo>
                  <a:pt x="48" y="1093"/>
                </a:lnTo>
                <a:lnTo>
                  <a:pt x="47" y="1093"/>
                </a:lnTo>
                <a:lnTo>
                  <a:pt x="46" y="1092"/>
                </a:lnTo>
                <a:lnTo>
                  <a:pt x="46" y="1091"/>
                </a:lnTo>
                <a:lnTo>
                  <a:pt x="46" y="1090"/>
                </a:lnTo>
                <a:lnTo>
                  <a:pt x="46" y="1089"/>
                </a:lnTo>
                <a:lnTo>
                  <a:pt x="45" y="1089"/>
                </a:lnTo>
                <a:lnTo>
                  <a:pt x="45" y="1088"/>
                </a:lnTo>
                <a:lnTo>
                  <a:pt x="45" y="1087"/>
                </a:lnTo>
                <a:lnTo>
                  <a:pt x="45" y="1086"/>
                </a:lnTo>
                <a:lnTo>
                  <a:pt x="44" y="1086"/>
                </a:lnTo>
                <a:lnTo>
                  <a:pt x="43" y="1085"/>
                </a:lnTo>
                <a:lnTo>
                  <a:pt x="44" y="1084"/>
                </a:lnTo>
                <a:lnTo>
                  <a:pt x="44" y="1083"/>
                </a:lnTo>
                <a:lnTo>
                  <a:pt x="44" y="1082"/>
                </a:lnTo>
                <a:lnTo>
                  <a:pt x="44" y="1081"/>
                </a:lnTo>
                <a:lnTo>
                  <a:pt x="44" y="1080"/>
                </a:lnTo>
                <a:lnTo>
                  <a:pt x="44" y="1079"/>
                </a:lnTo>
                <a:lnTo>
                  <a:pt x="44" y="1078"/>
                </a:lnTo>
                <a:lnTo>
                  <a:pt x="45" y="1077"/>
                </a:lnTo>
                <a:lnTo>
                  <a:pt x="44" y="1076"/>
                </a:lnTo>
                <a:lnTo>
                  <a:pt x="45" y="1074"/>
                </a:lnTo>
                <a:lnTo>
                  <a:pt x="46" y="1073"/>
                </a:lnTo>
                <a:lnTo>
                  <a:pt x="47" y="1073"/>
                </a:lnTo>
                <a:lnTo>
                  <a:pt x="47" y="1072"/>
                </a:lnTo>
                <a:lnTo>
                  <a:pt x="48" y="1071"/>
                </a:lnTo>
                <a:lnTo>
                  <a:pt x="48" y="1070"/>
                </a:lnTo>
                <a:lnTo>
                  <a:pt x="47" y="1070"/>
                </a:lnTo>
                <a:lnTo>
                  <a:pt x="47" y="1069"/>
                </a:lnTo>
                <a:lnTo>
                  <a:pt x="47" y="1068"/>
                </a:lnTo>
                <a:lnTo>
                  <a:pt x="47" y="1067"/>
                </a:lnTo>
                <a:lnTo>
                  <a:pt x="48" y="1066"/>
                </a:lnTo>
                <a:lnTo>
                  <a:pt x="49" y="1066"/>
                </a:lnTo>
                <a:lnTo>
                  <a:pt x="49" y="1065"/>
                </a:lnTo>
                <a:lnTo>
                  <a:pt x="50" y="1065"/>
                </a:lnTo>
                <a:lnTo>
                  <a:pt x="50" y="1064"/>
                </a:lnTo>
                <a:lnTo>
                  <a:pt x="49" y="1063"/>
                </a:lnTo>
                <a:lnTo>
                  <a:pt x="47" y="1061"/>
                </a:lnTo>
                <a:lnTo>
                  <a:pt x="47" y="1060"/>
                </a:lnTo>
                <a:lnTo>
                  <a:pt x="47" y="1059"/>
                </a:lnTo>
                <a:lnTo>
                  <a:pt x="46" y="1058"/>
                </a:lnTo>
                <a:lnTo>
                  <a:pt x="47" y="1058"/>
                </a:lnTo>
                <a:lnTo>
                  <a:pt x="47" y="1057"/>
                </a:lnTo>
                <a:lnTo>
                  <a:pt x="47" y="1056"/>
                </a:lnTo>
                <a:lnTo>
                  <a:pt x="46" y="1055"/>
                </a:lnTo>
                <a:lnTo>
                  <a:pt x="45" y="1055"/>
                </a:lnTo>
                <a:lnTo>
                  <a:pt x="43" y="1054"/>
                </a:lnTo>
                <a:lnTo>
                  <a:pt x="42" y="1053"/>
                </a:lnTo>
                <a:lnTo>
                  <a:pt x="41" y="1052"/>
                </a:lnTo>
                <a:lnTo>
                  <a:pt x="40" y="1052"/>
                </a:lnTo>
                <a:lnTo>
                  <a:pt x="40" y="1051"/>
                </a:lnTo>
                <a:lnTo>
                  <a:pt x="39" y="1051"/>
                </a:lnTo>
                <a:lnTo>
                  <a:pt x="38" y="1051"/>
                </a:lnTo>
                <a:lnTo>
                  <a:pt x="37" y="1051"/>
                </a:lnTo>
                <a:lnTo>
                  <a:pt x="36" y="1051"/>
                </a:lnTo>
                <a:lnTo>
                  <a:pt x="35" y="1051"/>
                </a:lnTo>
                <a:lnTo>
                  <a:pt x="35" y="1050"/>
                </a:lnTo>
                <a:lnTo>
                  <a:pt x="35" y="1049"/>
                </a:lnTo>
                <a:lnTo>
                  <a:pt x="35" y="1048"/>
                </a:lnTo>
                <a:lnTo>
                  <a:pt x="35" y="1047"/>
                </a:lnTo>
                <a:lnTo>
                  <a:pt x="36" y="1046"/>
                </a:lnTo>
                <a:lnTo>
                  <a:pt x="37" y="1046"/>
                </a:lnTo>
                <a:lnTo>
                  <a:pt x="38" y="1044"/>
                </a:lnTo>
                <a:lnTo>
                  <a:pt x="39" y="1043"/>
                </a:lnTo>
                <a:lnTo>
                  <a:pt x="41" y="1040"/>
                </a:lnTo>
                <a:lnTo>
                  <a:pt x="42" y="1040"/>
                </a:lnTo>
                <a:lnTo>
                  <a:pt x="42" y="1039"/>
                </a:lnTo>
                <a:lnTo>
                  <a:pt x="43" y="1039"/>
                </a:lnTo>
                <a:lnTo>
                  <a:pt x="42" y="1039"/>
                </a:lnTo>
                <a:lnTo>
                  <a:pt x="41" y="1038"/>
                </a:lnTo>
                <a:lnTo>
                  <a:pt x="40" y="1037"/>
                </a:lnTo>
                <a:lnTo>
                  <a:pt x="39" y="1037"/>
                </a:lnTo>
                <a:lnTo>
                  <a:pt x="38" y="1037"/>
                </a:lnTo>
                <a:lnTo>
                  <a:pt x="36" y="1037"/>
                </a:lnTo>
                <a:lnTo>
                  <a:pt x="36" y="1035"/>
                </a:lnTo>
                <a:lnTo>
                  <a:pt x="35" y="1034"/>
                </a:lnTo>
                <a:lnTo>
                  <a:pt x="34" y="1034"/>
                </a:lnTo>
                <a:lnTo>
                  <a:pt x="34" y="1033"/>
                </a:lnTo>
                <a:lnTo>
                  <a:pt x="33" y="1033"/>
                </a:lnTo>
                <a:lnTo>
                  <a:pt x="32" y="1032"/>
                </a:lnTo>
                <a:lnTo>
                  <a:pt x="32" y="1031"/>
                </a:lnTo>
                <a:lnTo>
                  <a:pt x="32" y="1030"/>
                </a:lnTo>
                <a:lnTo>
                  <a:pt x="31" y="1029"/>
                </a:lnTo>
                <a:lnTo>
                  <a:pt x="31" y="1028"/>
                </a:lnTo>
                <a:lnTo>
                  <a:pt x="31" y="1027"/>
                </a:lnTo>
                <a:lnTo>
                  <a:pt x="31" y="1026"/>
                </a:lnTo>
                <a:lnTo>
                  <a:pt x="30" y="1026"/>
                </a:lnTo>
                <a:lnTo>
                  <a:pt x="30" y="1025"/>
                </a:lnTo>
                <a:lnTo>
                  <a:pt x="29" y="1025"/>
                </a:lnTo>
                <a:lnTo>
                  <a:pt x="29" y="1024"/>
                </a:lnTo>
                <a:lnTo>
                  <a:pt x="27" y="1023"/>
                </a:lnTo>
                <a:lnTo>
                  <a:pt x="26" y="1023"/>
                </a:lnTo>
                <a:lnTo>
                  <a:pt x="25" y="1023"/>
                </a:lnTo>
                <a:lnTo>
                  <a:pt x="24" y="1023"/>
                </a:lnTo>
                <a:lnTo>
                  <a:pt x="23" y="1024"/>
                </a:lnTo>
                <a:lnTo>
                  <a:pt x="23" y="1023"/>
                </a:lnTo>
                <a:lnTo>
                  <a:pt x="22" y="1023"/>
                </a:lnTo>
                <a:lnTo>
                  <a:pt x="20" y="1023"/>
                </a:lnTo>
                <a:lnTo>
                  <a:pt x="20" y="1022"/>
                </a:lnTo>
                <a:lnTo>
                  <a:pt x="19" y="1021"/>
                </a:lnTo>
                <a:lnTo>
                  <a:pt x="19" y="1020"/>
                </a:lnTo>
                <a:lnTo>
                  <a:pt x="18" y="1019"/>
                </a:lnTo>
                <a:lnTo>
                  <a:pt x="19" y="1019"/>
                </a:lnTo>
                <a:lnTo>
                  <a:pt x="18" y="1018"/>
                </a:lnTo>
                <a:lnTo>
                  <a:pt x="16" y="1016"/>
                </a:lnTo>
                <a:lnTo>
                  <a:pt x="16" y="1014"/>
                </a:lnTo>
                <a:lnTo>
                  <a:pt x="17" y="1013"/>
                </a:lnTo>
                <a:lnTo>
                  <a:pt x="17" y="1012"/>
                </a:lnTo>
                <a:lnTo>
                  <a:pt x="16" y="1012"/>
                </a:lnTo>
                <a:lnTo>
                  <a:pt x="15" y="1012"/>
                </a:lnTo>
                <a:lnTo>
                  <a:pt x="13" y="1011"/>
                </a:lnTo>
                <a:lnTo>
                  <a:pt x="13" y="1010"/>
                </a:lnTo>
                <a:lnTo>
                  <a:pt x="12" y="1010"/>
                </a:lnTo>
                <a:lnTo>
                  <a:pt x="12" y="1008"/>
                </a:lnTo>
                <a:lnTo>
                  <a:pt x="11" y="1008"/>
                </a:lnTo>
                <a:lnTo>
                  <a:pt x="11" y="1007"/>
                </a:lnTo>
                <a:lnTo>
                  <a:pt x="11" y="1006"/>
                </a:lnTo>
                <a:lnTo>
                  <a:pt x="11" y="1005"/>
                </a:lnTo>
                <a:lnTo>
                  <a:pt x="10" y="1005"/>
                </a:lnTo>
                <a:lnTo>
                  <a:pt x="10" y="1004"/>
                </a:lnTo>
                <a:lnTo>
                  <a:pt x="9" y="1002"/>
                </a:lnTo>
                <a:lnTo>
                  <a:pt x="7" y="1001"/>
                </a:lnTo>
                <a:lnTo>
                  <a:pt x="6" y="1001"/>
                </a:lnTo>
                <a:lnTo>
                  <a:pt x="5" y="1001"/>
                </a:lnTo>
                <a:lnTo>
                  <a:pt x="6" y="1000"/>
                </a:lnTo>
                <a:lnTo>
                  <a:pt x="6" y="999"/>
                </a:lnTo>
                <a:lnTo>
                  <a:pt x="6" y="998"/>
                </a:lnTo>
                <a:lnTo>
                  <a:pt x="6" y="997"/>
                </a:lnTo>
                <a:lnTo>
                  <a:pt x="5" y="996"/>
                </a:lnTo>
                <a:lnTo>
                  <a:pt x="5" y="995"/>
                </a:lnTo>
                <a:lnTo>
                  <a:pt x="6" y="995"/>
                </a:lnTo>
                <a:lnTo>
                  <a:pt x="6" y="994"/>
                </a:lnTo>
                <a:lnTo>
                  <a:pt x="6" y="993"/>
                </a:lnTo>
                <a:lnTo>
                  <a:pt x="5" y="992"/>
                </a:lnTo>
                <a:lnTo>
                  <a:pt x="5" y="991"/>
                </a:lnTo>
                <a:lnTo>
                  <a:pt x="4" y="990"/>
                </a:lnTo>
                <a:lnTo>
                  <a:pt x="4" y="989"/>
                </a:lnTo>
                <a:lnTo>
                  <a:pt x="4" y="988"/>
                </a:lnTo>
                <a:lnTo>
                  <a:pt x="3" y="987"/>
                </a:lnTo>
                <a:lnTo>
                  <a:pt x="2" y="986"/>
                </a:lnTo>
                <a:lnTo>
                  <a:pt x="2" y="985"/>
                </a:lnTo>
                <a:lnTo>
                  <a:pt x="2" y="984"/>
                </a:lnTo>
                <a:lnTo>
                  <a:pt x="2" y="983"/>
                </a:lnTo>
                <a:lnTo>
                  <a:pt x="1" y="983"/>
                </a:lnTo>
                <a:lnTo>
                  <a:pt x="0" y="983"/>
                </a:lnTo>
                <a:lnTo>
                  <a:pt x="0" y="982"/>
                </a:lnTo>
                <a:lnTo>
                  <a:pt x="0" y="981"/>
                </a:lnTo>
                <a:lnTo>
                  <a:pt x="0" y="980"/>
                </a:lnTo>
                <a:lnTo>
                  <a:pt x="1" y="980"/>
                </a:lnTo>
                <a:lnTo>
                  <a:pt x="2" y="980"/>
                </a:lnTo>
                <a:lnTo>
                  <a:pt x="3" y="980"/>
                </a:lnTo>
                <a:lnTo>
                  <a:pt x="4" y="979"/>
                </a:lnTo>
                <a:lnTo>
                  <a:pt x="3" y="979"/>
                </a:lnTo>
                <a:lnTo>
                  <a:pt x="3" y="978"/>
                </a:lnTo>
                <a:lnTo>
                  <a:pt x="3" y="977"/>
                </a:lnTo>
                <a:lnTo>
                  <a:pt x="4" y="975"/>
                </a:lnTo>
                <a:lnTo>
                  <a:pt x="3" y="975"/>
                </a:lnTo>
                <a:lnTo>
                  <a:pt x="4" y="974"/>
                </a:lnTo>
                <a:lnTo>
                  <a:pt x="4" y="973"/>
                </a:lnTo>
                <a:lnTo>
                  <a:pt x="4" y="972"/>
                </a:lnTo>
                <a:lnTo>
                  <a:pt x="5" y="972"/>
                </a:lnTo>
                <a:lnTo>
                  <a:pt x="5" y="971"/>
                </a:lnTo>
                <a:lnTo>
                  <a:pt x="5" y="972"/>
                </a:lnTo>
                <a:lnTo>
                  <a:pt x="6" y="972"/>
                </a:lnTo>
                <a:lnTo>
                  <a:pt x="6" y="971"/>
                </a:lnTo>
                <a:lnTo>
                  <a:pt x="7" y="971"/>
                </a:lnTo>
                <a:lnTo>
                  <a:pt x="8" y="971"/>
                </a:lnTo>
                <a:lnTo>
                  <a:pt x="9" y="971"/>
                </a:lnTo>
                <a:lnTo>
                  <a:pt x="9" y="970"/>
                </a:lnTo>
                <a:lnTo>
                  <a:pt x="10" y="970"/>
                </a:lnTo>
                <a:lnTo>
                  <a:pt x="11" y="968"/>
                </a:lnTo>
                <a:lnTo>
                  <a:pt x="12" y="967"/>
                </a:lnTo>
                <a:lnTo>
                  <a:pt x="12" y="966"/>
                </a:lnTo>
                <a:lnTo>
                  <a:pt x="13" y="966"/>
                </a:lnTo>
                <a:lnTo>
                  <a:pt x="14" y="966"/>
                </a:lnTo>
                <a:lnTo>
                  <a:pt x="15" y="966"/>
                </a:lnTo>
                <a:lnTo>
                  <a:pt x="16" y="966"/>
                </a:lnTo>
                <a:lnTo>
                  <a:pt x="16" y="967"/>
                </a:lnTo>
                <a:lnTo>
                  <a:pt x="17" y="967"/>
                </a:lnTo>
                <a:lnTo>
                  <a:pt x="19" y="967"/>
                </a:lnTo>
                <a:lnTo>
                  <a:pt x="20" y="967"/>
                </a:lnTo>
                <a:lnTo>
                  <a:pt x="20" y="968"/>
                </a:lnTo>
                <a:lnTo>
                  <a:pt x="21" y="968"/>
                </a:lnTo>
                <a:lnTo>
                  <a:pt x="20" y="968"/>
                </a:lnTo>
                <a:lnTo>
                  <a:pt x="22" y="969"/>
                </a:lnTo>
                <a:lnTo>
                  <a:pt x="22" y="968"/>
                </a:lnTo>
                <a:lnTo>
                  <a:pt x="22" y="967"/>
                </a:lnTo>
                <a:lnTo>
                  <a:pt x="22" y="966"/>
                </a:lnTo>
                <a:lnTo>
                  <a:pt x="22" y="965"/>
                </a:lnTo>
                <a:lnTo>
                  <a:pt x="23" y="964"/>
                </a:lnTo>
                <a:lnTo>
                  <a:pt x="23" y="963"/>
                </a:lnTo>
                <a:lnTo>
                  <a:pt x="24" y="963"/>
                </a:lnTo>
                <a:lnTo>
                  <a:pt x="26" y="963"/>
                </a:lnTo>
                <a:lnTo>
                  <a:pt x="27" y="964"/>
                </a:lnTo>
                <a:lnTo>
                  <a:pt x="29" y="964"/>
                </a:lnTo>
                <a:lnTo>
                  <a:pt x="29" y="963"/>
                </a:lnTo>
                <a:lnTo>
                  <a:pt x="31" y="962"/>
                </a:lnTo>
                <a:lnTo>
                  <a:pt x="33" y="961"/>
                </a:lnTo>
                <a:lnTo>
                  <a:pt x="34" y="961"/>
                </a:lnTo>
                <a:lnTo>
                  <a:pt x="34" y="960"/>
                </a:lnTo>
                <a:lnTo>
                  <a:pt x="34" y="959"/>
                </a:lnTo>
                <a:lnTo>
                  <a:pt x="33" y="958"/>
                </a:lnTo>
                <a:lnTo>
                  <a:pt x="32" y="957"/>
                </a:lnTo>
                <a:lnTo>
                  <a:pt x="32" y="956"/>
                </a:lnTo>
                <a:lnTo>
                  <a:pt x="33" y="956"/>
                </a:lnTo>
                <a:lnTo>
                  <a:pt x="34" y="956"/>
                </a:lnTo>
                <a:lnTo>
                  <a:pt x="34" y="955"/>
                </a:lnTo>
                <a:lnTo>
                  <a:pt x="35" y="954"/>
                </a:lnTo>
                <a:lnTo>
                  <a:pt x="36" y="954"/>
                </a:lnTo>
                <a:lnTo>
                  <a:pt x="36" y="952"/>
                </a:lnTo>
                <a:lnTo>
                  <a:pt x="36" y="951"/>
                </a:lnTo>
                <a:lnTo>
                  <a:pt x="36" y="950"/>
                </a:lnTo>
                <a:lnTo>
                  <a:pt x="36" y="949"/>
                </a:lnTo>
                <a:lnTo>
                  <a:pt x="37" y="949"/>
                </a:lnTo>
                <a:lnTo>
                  <a:pt x="38" y="947"/>
                </a:lnTo>
                <a:lnTo>
                  <a:pt x="38" y="946"/>
                </a:lnTo>
                <a:lnTo>
                  <a:pt x="39" y="944"/>
                </a:lnTo>
                <a:lnTo>
                  <a:pt x="39" y="943"/>
                </a:lnTo>
                <a:lnTo>
                  <a:pt x="40" y="943"/>
                </a:lnTo>
                <a:lnTo>
                  <a:pt x="40" y="941"/>
                </a:lnTo>
                <a:lnTo>
                  <a:pt x="40" y="940"/>
                </a:lnTo>
                <a:lnTo>
                  <a:pt x="39" y="940"/>
                </a:lnTo>
                <a:lnTo>
                  <a:pt x="39" y="939"/>
                </a:lnTo>
                <a:lnTo>
                  <a:pt x="39" y="938"/>
                </a:lnTo>
                <a:lnTo>
                  <a:pt x="39" y="937"/>
                </a:lnTo>
                <a:lnTo>
                  <a:pt x="39" y="935"/>
                </a:lnTo>
                <a:lnTo>
                  <a:pt x="41" y="934"/>
                </a:lnTo>
                <a:lnTo>
                  <a:pt x="42" y="934"/>
                </a:lnTo>
                <a:lnTo>
                  <a:pt x="42" y="933"/>
                </a:lnTo>
                <a:lnTo>
                  <a:pt x="43" y="933"/>
                </a:lnTo>
                <a:lnTo>
                  <a:pt x="45" y="931"/>
                </a:lnTo>
                <a:lnTo>
                  <a:pt x="46" y="931"/>
                </a:lnTo>
                <a:lnTo>
                  <a:pt x="47" y="930"/>
                </a:lnTo>
                <a:lnTo>
                  <a:pt x="47" y="929"/>
                </a:lnTo>
                <a:lnTo>
                  <a:pt x="48" y="928"/>
                </a:lnTo>
                <a:lnTo>
                  <a:pt x="48" y="926"/>
                </a:lnTo>
                <a:lnTo>
                  <a:pt x="47" y="926"/>
                </a:lnTo>
                <a:lnTo>
                  <a:pt x="46" y="926"/>
                </a:lnTo>
                <a:lnTo>
                  <a:pt x="47" y="926"/>
                </a:lnTo>
                <a:lnTo>
                  <a:pt x="47" y="925"/>
                </a:lnTo>
                <a:lnTo>
                  <a:pt x="47" y="924"/>
                </a:lnTo>
                <a:lnTo>
                  <a:pt x="47" y="923"/>
                </a:lnTo>
                <a:lnTo>
                  <a:pt x="44" y="923"/>
                </a:lnTo>
                <a:lnTo>
                  <a:pt x="43" y="923"/>
                </a:lnTo>
                <a:lnTo>
                  <a:pt x="42" y="922"/>
                </a:lnTo>
                <a:lnTo>
                  <a:pt x="41" y="921"/>
                </a:lnTo>
                <a:lnTo>
                  <a:pt x="40" y="920"/>
                </a:lnTo>
                <a:lnTo>
                  <a:pt x="41" y="920"/>
                </a:lnTo>
                <a:lnTo>
                  <a:pt x="41" y="919"/>
                </a:lnTo>
                <a:lnTo>
                  <a:pt x="42" y="917"/>
                </a:lnTo>
                <a:lnTo>
                  <a:pt x="41" y="916"/>
                </a:lnTo>
                <a:lnTo>
                  <a:pt x="40" y="916"/>
                </a:lnTo>
                <a:lnTo>
                  <a:pt x="38" y="915"/>
                </a:lnTo>
                <a:lnTo>
                  <a:pt x="38" y="914"/>
                </a:lnTo>
                <a:lnTo>
                  <a:pt x="39" y="913"/>
                </a:lnTo>
                <a:lnTo>
                  <a:pt x="39" y="912"/>
                </a:lnTo>
                <a:lnTo>
                  <a:pt x="40" y="911"/>
                </a:lnTo>
                <a:lnTo>
                  <a:pt x="40" y="910"/>
                </a:lnTo>
                <a:lnTo>
                  <a:pt x="41" y="910"/>
                </a:lnTo>
                <a:lnTo>
                  <a:pt x="42" y="910"/>
                </a:lnTo>
                <a:lnTo>
                  <a:pt x="42" y="909"/>
                </a:lnTo>
                <a:lnTo>
                  <a:pt x="43" y="908"/>
                </a:lnTo>
                <a:lnTo>
                  <a:pt x="42" y="907"/>
                </a:lnTo>
                <a:lnTo>
                  <a:pt x="43" y="906"/>
                </a:lnTo>
                <a:lnTo>
                  <a:pt x="43" y="905"/>
                </a:lnTo>
                <a:lnTo>
                  <a:pt x="43" y="904"/>
                </a:lnTo>
                <a:lnTo>
                  <a:pt x="43" y="903"/>
                </a:lnTo>
                <a:lnTo>
                  <a:pt x="44" y="903"/>
                </a:lnTo>
                <a:lnTo>
                  <a:pt x="44" y="902"/>
                </a:lnTo>
                <a:lnTo>
                  <a:pt x="43" y="902"/>
                </a:lnTo>
                <a:lnTo>
                  <a:pt x="43" y="901"/>
                </a:lnTo>
                <a:lnTo>
                  <a:pt x="43" y="900"/>
                </a:lnTo>
                <a:lnTo>
                  <a:pt x="43" y="899"/>
                </a:lnTo>
                <a:lnTo>
                  <a:pt x="42" y="899"/>
                </a:lnTo>
                <a:lnTo>
                  <a:pt x="42" y="898"/>
                </a:lnTo>
                <a:lnTo>
                  <a:pt x="42" y="897"/>
                </a:lnTo>
                <a:lnTo>
                  <a:pt x="43" y="897"/>
                </a:lnTo>
                <a:lnTo>
                  <a:pt x="44" y="897"/>
                </a:lnTo>
                <a:lnTo>
                  <a:pt x="44" y="896"/>
                </a:lnTo>
                <a:lnTo>
                  <a:pt x="44" y="895"/>
                </a:lnTo>
                <a:lnTo>
                  <a:pt x="43" y="895"/>
                </a:lnTo>
                <a:lnTo>
                  <a:pt x="43" y="894"/>
                </a:lnTo>
                <a:lnTo>
                  <a:pt x="43" y="892"/>
                </a:lnTo>
                <a:lnTo>
                  <a:pt x="44" y="891"/>
                </a:lnTo>
                <a:lnTo>
                  <a:pt x="44" y="890"/>
                </a:lnTo>
                <a:lnTo>
                  <a:pt x="45" y="890"/>
                </a:lnTo>
                <a:lnTo>
                  <a:pt x="45" y="889"/>
                </a:lnTo>
                <a:lnTo>
                  <a:pt x="45" y="888"/>
                </a:lnTo>
                <a:lnTo>
                  <a:pt x="44" y="888"/>
                </a:lnTo>
                <a:lnTo>
                  <a:pt x="44" y="887"/>
                </a:lnTo>
                <a:lnTo>
                  <a:pt x="45" y="887"/>
                </a:lnTo>
                <a:lnTo>
                  <a:pt x="45" y="886"/>
                </a:lnTo>
                <a:lnTo>
                  <a:pt x="45" y="885"/>
                </a:lnTo>
                <a:lnTo>
                  <a:pt x="44" y="885"/>
                </a:lnTo>
                <a:lnTo>
                  <a:pt x="44" y="884"/>
                </a:lnTo>
                <a:lnTo>
                  <a:pt x="45" y="884"/>
                </a:lnTo>
                <a:lnTo>
                  <a:pt x="45" y="883"/>
                </a:lnTo>
                <a:lnTo>
                  <a:pt x="45" y="882"/>
                </a:lnTo>
                <a:lnTo>
                  <a:pt x="44" y="882"/>
                </a:lnTo>
                <a:lnTo>
                  <a:pt x="44" y="881"/>
                </a:lnTo>
                <a:lnTo>
                  <a:pt x="43" y="881"/>
                </a:lnTo>
                <a:lnTo>
                  <a:pt x="43" y="880"/>
                </a:lnTo>
                <a:lnTo>
                  <a:pt x="42" y="879"/>
                </a:lnTo>
                <a:lnTo>
                  <a:pt x="42" y="878"/>
                </a:lnTo>
                <a:lnTo>
                  <a:pt x="41" y="878"/>
                </a:lnTo>
                <a:lnTo>
                  <a:pt x="40" y="877"/>
                </a:lnTo>
                <a:lnTo>
                  <a:pt x="40" y="876"/>
                </a:lnTo>
                <a:lnTo>
                  <a:pt x="41" y="875"/>
                </a:lnTo>
                <a:lnTo>
                  <a:pt x="40" y="874"/>
                </a:lnTo>
                <a:lnTo>
                  <a:pt x="40" y="873"/>
                </a:lnTo>
                <a:lnTo>
                  <a:pt x="40" y="872"/>
                </a:lnTo>
                <a:lnTo>
                  <a:pt x="42" y="872"/>
                </a:lnTo>
                <a:lnTo>
                  <a:pt x="42" y="871"/>
                </a:lnTo>
                <a:lnTo>
                  <a:pt x="43" y="871"/>
                </a:lnTo>
                <a:lnTo>
                  <a:pt x="44" y="871"/>
                </a:lnTo>
                <a:lnTo>
                  <a:pt x="44" y="870"/>
                </a:lnTo>
                <a:lnTo>
                  <a:pt x="43" y="870"/>
                </a:lnTo>
                <a:lnTo>
                  <a:pt x="43" y="869"/>
                </a:lnTo>
                <a:lnTo>
                  <a:pt x="44" y="869"/>
                </a:lnTo>
                <a:lnTo>
                  <a:pt x="44" y="867"/>
                </a:lnTo>
                <a:lnTo>
                  <a:pt x="45" y="866"/>
                </a:lnTo>
                <a:lnTo>
                  <a:pt x="44" y="866"/>
                </a:lnTo>
                <a:lnTo>
                  <a:pt x="43" y="865"/>
                </a:lnTo>
                <a:lnTo>
                  <a:pt x="43" y="864"/>
                </a:lnTo>
                <a:lnTo>
                  <a:pt x="43" y="863"/>
                </a:lnTo>
                <a:lnTo>
                  <a:pt x="42" y="863"/>
                </a:lnTo>
                <a:lnTo>
                  <a:pt x="42" y="864"/>
                </a:lnTo>
                <a:lnTo>
                  <a:pt x="41" y="864"/>
                </a:lnTo>
                <a:lnTo>
                  <a:pt x="41" y="863"/>
                </a:lnTo>
                <a:lnTo>
                  <a:pt x="40" y="863"/>
                </a:lnTo>
                <a:lnTo>
                  <a:pt x="39" y="863"/>
                </a:lnTo>
                <a:lnTo>
                  <a:pt x="38" y="863"/>
                </a:lnTo>
                <a:lnTo>
                  <a:pt x="38" y="862"/>
                </a:lnTo>
                <a:lnTo>
                  <a:pt x="37" y="862"/>
                </a:lnTo>
                <a:lnTo>
                  <a:pt x="36" y="862"/>
                </a:lnTo>
                <a:lnTo>
                  <a:pt x="36" y="860"/>
                </a:lnTo>
                <a:lnTo>
                  <a:pt x="36" y="859"/>
                </a:lnTo>
                <a:lnTo>
                  <a:pt x="36" y="858"/>
                </a:lnTo>
                <a:lnTo>
                  <a:pt x="35" y="858"/>
                </a:lnTo>
                <a:lnTo>
                  <a:pt x="34" y="858"/>
                </a:lnTo>
                <a:lnTo>
                  <a:pt x="34" y="857"/>
                </a:lnTo>
                <a:lnTo>
                  <a:pt x="35" y="857"/>
                </a:lnTo>
                <a:lnTo>
                  <a:pt x="35" y="856"/>
                </a:lnTo>
                <a:lnTo>
                  <a:pt x="36" y="856"/>
                </a:lnTo>
                <a:lnTo>
                  <a:pt x="36" y="854"/>
                </a:lnTo>
                <a:lnTo>
                  <a:pt x="37" y="854"/>
                </a:lnTo>
                <a:lnTo>
                  <a:pt x="37" y="852"/>
                </a:lnTo>
                <a:lnTo>
                  <a:pt x="36" y="851"/>
                </a:lnTo>
                <a:lnTo>
                  <a:pt x="36" y="850"/>
                </a:lnTo>
                <a:lnTo>
                  <a:pt x="35" y="850"/>
                </a:lnTo>
                <a:lnTo>
                  <a:pt x="35" y="849"/>
                </a:lnTo>
                <a:lnTo>
                  <a:pt x="36" y="848"/>
                </a:lnTo>
                <a:lnTo>
                  <a:pt x="36" y="847"/>
                </a:lnTo>
                <a:lnTo>
                  <a:pt x="38" y="847"/>
                </a:lnTo>
                <a:lnTo>
                  <a:pt x="37" y="847"/>
                </a:lnTo>
                <a:lnTo>
                  <a:pt x="36" y="846"/>
                </a:lnTo>
                <a:lnTo>
                  <a:pt x="36" y="845"/>
                </a:lnTo>
                <a:lnTo>
                  <a:pt x="37" y="845"/>
                </a:lnTo>
                <a:lnTo>
                  <a:pt x="37" y="844"/>
                </a:lnTo>
                <a:lnTo>
                  <a:pt x="37" y="843"/>
                </a:lnTo>
                <a:lnTo>
                  <a:pt x="38" y="843"/>
                </a:lnTo>
                <a:lnTo>
                  <a:pt x="39" y="843"/>
                </a:lnTo>
                <a:lnTo>
                  <a:pt x="40" y="843"/>
                </a:lnTo>
                <a:lnTo>
                  <a:pt x="40" y="842"/>
                </a:lnTo>
                <a:lnTo>
                  <a:pt x="42" y="842"/>
                </a:lnTo>
                <a:lnTo>
                  <a:pt x="43" y="843"/>
                </a:lnTo>
                <a:lnTo>
                  <a:pt x="43" y="842"/>
                </a:lnTo>
                <a:lnTo>
                  <a:pt x="43" y="841"/>
                </a:lnTo>
                <a:lnTo>
                  <a:pt x="44" y="841"/>
                </a:lnTo>
                <a:lnTo>
                  <a:pt x="46" y="842"/>
                </a:lnTo>
                <a:lnTo>
                  <a:pt x="48" y="842"/>
                </a:lnTo>
                <a:lnTo>
                  <a:pt x="48" y="843"/>
                </a:lnTo>
                <a:lnTo>
                  <a:pt x="49" y="843"/>
                </a:lnTo>
                <a:lnTo>
                  <a:pt x="50" y="841"/>
                </a:lnTo>
                <a:lnTo>
                  <a:pt x="51" y="838"/>
                </a:lnTo>
                <a:lnTo>
                  <a:pt x="51" y="837"/>
                </a:lnTo>
                <a:lnTo>
                  <a:pt x="53" y="837"/>
                </a:lnTo>
                <a:lnTo>
                  <a:pt x="53" y="836"/>
                </a:lnTo>
                <a:lnTo>
                  <a:pt x="54" y="836"/>
                </a:lnTo>
                <a:lnTo>
                  <a:pt x="54" y="835"/>
                </a:lnTo>
                <a:lnTo>
                  <a:pt x="55" y="834"/>
                </a:lnTo>
                <a:lnTo>
                  <a:pt x="55" y="832"/>
                </a:lnTo>
                <a:lnTo>
                  <a:pt x="57" y="831"/>
                </a:lnTo>
                <a:lnTo>
                  <a:pt x="58" y="831"/>
                </a:lnTo>
                <a:lnTo>
                  <a:pt x="59" y="831"/>
                </a:lnTo>
                <a:lnTo>
                  <a:pt x="60" y="831"/>
                </a:lnTo>
                <a:lnTo>
                  <a:pt x="61" y="831"/>
                </a:lnTo>
                <a:lnTo>
                  <a:pt x="62" y="831"/>
                </a:lnTo>
                <a:lnTo>
                  <a:pt x="62" y="830"/>
                </a:lnTo>
                <a:lnTo>
                  <a:pt x="62" y="829"/>
                </a:lnTo>
                <a:lnTo>
                  <a:pt x="61" y="828"/>
                </a:lnTo>
                <a:lnTo>
                  <a:pt x="60" y="828"/>
                </a:lnTo>
                <a:lnTo>
                  <a:pt x="60" y="827"/>
                </a:lnTo>
                <a:lnTo>
                  <a:pt x="60" y="826"/>
                </a:lnTo>
                <a:lnTo>
                  <a:pt x="60" y="825"/>
                </a:lnTo>
                <a:lnTo>
                  <a:pt x="60" y="824"/>
                </a:lnTo>
                <a:lnTo>
                  <a:pt x="60" y="822"/>
                </a:lnTo>
                <a:lnTo>
                  <a:pt x="60" y="821"/>
                </a:lnTo>
                <a:lnTo>
                  <a:pt x="60" y="820"/>
                </a:lnTo>
                <a:lnTo>
                  <a:pt x="59" y="819"/>
                </a:lnTo>
                <a:lnTo>
                  <a:pt x="57" y="817"/>
                </a:lnTo>
                <a:lnTo>
                  <a:pt x="56" y="817"/>
                </a:lnTo>
                <a:lnTo>
                  <a:pt x="55" y="817"/>
                </a:lnTo>
                <a:lnTo>
                  <a:pt x="55" y="816"/>
                </a:lnTo>
                <a:lnTo>
                  <a:pt x="56" y="816"/>
                </a:lnTo>
                <a:lnTo>
                  <a:pt x="56" y="815"/>
                </a:lnTo>
                <a:lnTo>
                  <a:pt x="57" y="815"/>
                </a:lnTo>
                <a:lnTo>
                  <a:pt x="57" y="814"/>
                </a:lnTo>
                <a:lnTo>
                  <a:pt x="56" y="813"/>
                </a:lnTo>
                <a:lnTo>
                  <a:pt x="56" y="812"/>
                </a:lnTo>
                <a:lnTo>
                  <a:pt x="57" y="811"/>
                </a:lnTo>
                <a:lnTo>
                  <a:pt x="58" y="810"/>
                </a:lnTo>
                <a:lnTo>
                  <a:pt x="57" y="810"/>
                </a:lnTo>
                <a:lnTo>
                  <a:pt x="56" y="810"/>
                </a:lnTo>
                <a:lnTo>
                  <a:pt x="56" y="809"/>
                </a:lnTo>
                <a:lnTo>
                  <a:pt x="56" y="808"/>
                </a:lnTo>
                <a:lnTo>
                  <a:pt x="55" y="808"/>
                </a:lnTo>
                <a:lnTo>
                  <a:pt x="55" y="807"/>
                </a:lnTo>
                <a:lnTo>
                  <a:pt x="53" y="806"/>
                </a:lnTo>
                <a:lnTo>
                  <a:pt x="52" y="806"/>
                </a:lnTo>
                <a:lnTo>
                  <a:pt x="51" y="806"/>
                </a:lnTo>
                <a:lnTo>
                  <a:pt x="50" y="806"/>
                </a:lnTo>
                <a:lnTo>
                  <a:pt x="50" y="807"/>
                </a:lnTo>
                <a:lnTo>
                  <a:pt x="49" y="807"/>
                </a:lnTo>
                <a:lnTo>
                  <a:pt x="49" y="806"/>
                </a:lnTo>
                <a:lnTo>
                  <a:pt x="48" y="807"/>
                </a:lnTo>
                <a:lnTo>
                  <a:pt x="47" y="807"/>
                </a:lnTo>
                <a:lnTo>
                  <a:pt x="47" y="808"/>
                </a:lnTo>
                <a:lnTo>
                  <a:pt x="45" y="809"/>
                </a:lnTo>
                <a:lnTo>
                  <a:pt x="45" y="808"/>
                </a:lnTo>
                <a:lnTo>
                  <a:pt x="45" y="807"/>
                </a:lnTo>
                <a:lnTo>
                  <a:pt x="44" y="807"/>
                </a:lnTo>
                <a:lnTo>
                  <a:pt x="43" y="808"/>
                </a:lnTo>
                <a:lnTo>
                  <a:pt x="43" y="807"/>
                </a:lnTo>
                <a:lnTo>
                  <a:pt x="42" y="806"/>
                </a:lnTo>
                <a:lnTo>
                  <a:pt x="41" y="805"/>
                </a:lnTo>
                <a:lnTo>
                  <a:pt x="41" y="804"/>
                </a:lnTo>
                <a:lnTo>
                  <a:pt x="40" y="804"/>
                </a:lnTo>
                <a:lnTo>
                  <a:pt x="39" y="804"/>
                </a:lnTo>
                <a:lnTo>
                  <a:pt x="39" y="805"/>
                </a:lnTo>
                <a:lnTo>
                  <a:pt x="38" y="805"/>
                </a:lnTo>
                <a:lnTo>
                  <a:pt x="38" y="806"/>
                </a:lnTo>
                <a:lnTo>
                  <a:pt x="38" y="807"/>
                </a:lnTo>
                <a:lnTo>
                  <a:pt x="37" y="807"/>
                </a:lnTo>
                <a:lnTo>
                  <a:pt x="36" y="808"/>
                </a:lnTo>
                <a:lnTo>
                  <a:pt x="36" y="807"/>
                </a:lnTo>
                <a:lnTo>
                  <a:pt x="35" y="807"/>
                </a:lnTo>
                <a:lnTo>
                  <a:pt x="35" y="808"/>
                </a:lnTo>
                <a:lnTo>
                  <a:pt x="33" y="808"/>
                </a:lnTo>
                <a:lnTo>
                  <a:pt x="33" y="809"/>
                </a:lnTo>
                <a:lnTo>
                  <a:pt x="32" y="810"/>
                </a:lnTo>
                <a:lnTo>
                  <a:pt x="31" y="809"/>
                </a:lnTo>
                <a:lnTo>
                  <a:pt x="30" y="810"/>
                </a:lnTo>
                <a:lnTo>
                  <a:pt x="29" y="810"/>
                </a:lnTo>
                <a:lnTo>
                  <a:pt x="28" y="809"/>
                </a:lnTo>
                <a:lnTo>
                  <a:pt x="28" y="810"/>
                </a:lnTo>
                <a:lnTo>
                  <a:pt x="27" y="810"/>
                </a:lnTo>
                <a:lnTo>
                  <a:pt x="24" y="810"/>
                </a:lnTo>
                <a:lnTo>
                  <a:pt x="24" y="809"/>
                </a:lnTo>
                <a:lnTo>
                  <a:pt x="25" y="809"/>
                </a:lnTo>
                <a:lnTo>
                  <a:pt x="25" y="808"/>
                </a:lnTo>
                <a:lnTo>
                  <a:pt x="22" y="807"/>
                </a:lnTo>
                <a:lnTo>
                  <a:pt x="20" y="806"/>
                </a:lnTo>
                <a:lnTo>
                  <a:pt x="19" y="806"/>
                </a:lnTo>
                <a:lnTo>
                  <a:pt x="19" y="807"/>
                </a:lnTo>
                <a:lnTo>
                  <a:pt x="19" y="806"/>
                </a:lnTo>
                <a:lnTo>
                  <a:pt x="18" y="806"/>
                </a:lnTo>
                <a:lnTo>
                  <a:pt x="18" y="805"/>
                </a:lnTo>
                <a:lnTo>
                  <a:pt x="19" y="805"/>
                </a:lnTo>
                <a:lnTo>
                  <a:pt x="19" y="803"/>
                </a:lnTo>
                <a:lnTo>
                  <a:pt x="18" y="802"/>
                </a:lnTo>
                <a:lnTo>
                  <a:pt x="17" y="802"/>
                </a:lnTo>
                <a:lnTo>
                  <a:pt x="17" y="801"/>
                </a:lnTo>
                <a:lnTo>
                  <a:pt x="16" y="800"/>
                </a:lnTo>
                <a:lnTo>
                  <a:pt x="16" y="798"/>
                </a:lnTo>
                <a:lnTo>
                  <a:pt x="16" y="797"/>
                </a:lnTo>
                <a:lnTo>
                  <a:pt x="16" y="796"/>
                </a:lnTo>
                <a:lnTo>
                  <a:pt x="17" y="795"/>
                </a:lnTo>
                <a:lnTo>
                  <a:pt x="18" y="795"/>
                </a:lnTo>
                <a:lnTo>
                  <a:pt x="18" y="793"/>
                </a:lnTo>
                <a:lnTo>
                  <a:pt x="18" y="792"/>
                </a:lnTo>
                <a:lnTo>
                  <a:pt x="18" y="791"/>
                </a:lnTo>
                <a:lnTo>
                  <a:pt x="19" y="789"/>
                </a:lnTo>
                <a:lnTo>
                  <a:pt x="20" y="787"/>
                </a:lnTo>
                <a:lnTo>
                  <a:pt x="21" y="784"/>
                </a:lnTo>
                <a:lnTo>
                  <a:pt x="20" y="784"/>
                </a:lnTo>
                <a:lnTo>
                  <a:pt x="19" y="782"/>
                </a:lnTo>
                <a:lnTo>
                  <a:pt x="19" y="781"/>
                </a:lnTo>
                <a:lnTo>
                  <a:pt x="20" y="781"/>
                </a:lnTo>
                <a:lnTo>
                  <a:pt x="21" y="781"/>
                </a:lnTo>
                <a:lnTo>
                  <a:pt x="22" y="781"/>
                </a:lnTo>
                <a:lnTo>
                  <a:pt x="22" y="780"/>
                </a:lnTo>
                <a:lnTo>
                  <a:pt x="23" y="779"/>
                </a:lnTo>
                <a:lnTo>
                  <a:pt x="23" y="778"/>
                </a:lnTo>
                <a:lnTo>
                  <a:pt x="24" y="776"/>
                </a:lnTo>
                <a:lnTo>
                  <a:pt x="24" y="775"/>
                </a:lnTo>
                <a:lnTo>
                  <a:pt x="23" y="774"/>
                </a:lnTo>
                <a:lnTo>
                  <a:pt x="23" y="773"/>
                </a:lnTo>
                <a:lnTo>
                  <a:pt x="24" y="773"/>
                </a:lnTo>
                <a:lnTo>
                  <a:pt x="25" y="773"/>
                </a:lnTo>
                <a:lnTo>
                  <a:pt x="25" y="772"/>
                </a:lnTo>
                <a:lnTo>
                  <a:pt x="25" y="771"/>
                </a:lnTo>
                <a:lnTo>
                  <a:pt x="26" y="769"/>
                </a:lnTo>
                <a:lnTo>
                  <a:pt x="26" y="767"/>
                </a:lnTo>
                <a:lnTo>
                  <a:pt x="26" y="766"/>
                </a:lnTo>
                <a:lnTo>
                  <a:pt x="26" y="765"/>
                </a:lnTo>
                <a:lnTo>
                  <a:pt x="25" y="765"/>
                </a:lnTo>
                <a:lnTo>
                  <a:pt x="25" y="764"/>
                </a:lnTo>
                <a:lnTo>
                  <a:pt x="26" y="764"/>
                </a:lnTo>
                <a:lnTo>
                  <a:pt x="27" y="763"/>
                </a:lnTo>
                <a:lnTo>
                  <a:pt x="27" y="762"/>
                </a:lnTo>
                <a:lnTo>
                  <a:pt x="26" y="762"/>
                </a:lnTo>
                <a:lnTo>
                  <a:pt x="25" y="762"/>
                </a:lnTo>
                <a:lnTo>
                  <a:pt x="25" y="761"/>
                </a:lnTo>
                <a:lnTo>
                  <a:pt x="25" y="760"/>
                </a:lnTo>
                <a:lnTo>
                  <a:pt x="23" y="759"/>
                </a:lnTo>
                <a:lnTo>
                  <a:pt x="22" y="759"/>
                </a:lnTo>
                <a:lnTo>
                  <a:pt x="21" y="759"/>
                </a:lnTo>
                <a:lnTo>
                  <a:pt x="18" y="758"/>
                </a:lnTo>
                <a:lnTo>
                  <a:pt x="18" y="757"/>
                </a:lnTo>
                <a:lnTo>
                  <a:pt x="17" y="757"/>
                </a:lnTo>
                <a:lnTo>
                  <a:pt x="17" y="756"/>
                </a:lnTo>
                <a:lnTo>
                  <a:pt x="15" y="755"/>
                </a:lnTo>
                <a:lnTo>
                  <a:pt x="15" y="754"/>
                </a:lnTo>
                <a:lnTo>
                  <a:pt x="15" y="753"/>
                </a:lnTo>
                <a:lnTo>
                  <a:pt x="15" y="752"/>
                </a:lnTo>
                <a:lnTo>
                  <a:pt x="14" y="751"/>
                </a:lnTo>
                <a:lnTo>
                  <a:pt x="14" y="750"/>
                </a:lnTo>
                <a:lnTo>
                  <a:pt x="14" y="749"/>
                </a:lnTo>
                <a:lnTo>
                  <a:pt x="14" y="748"/>
                </a:lnTo>
                <a:lnTo>
                  <a:pt x="13" y="747"/>
                </a:lnTo>
                <a:lnTo>
                  <a:pt x="13" y="746"/>
                </a:lnTo>
                <a:lnTo>
                  <a:pt x="12" y="746"/>
                </a:lnTo>
                <a:lnTo>
                  <a:pt x="12" y="744"/>
                </a:lnTo>
                <a:lnTo>
                  <a:pt x="11" y="743"/>
                </a:lnTo>
                <a:lnTo>
                  <a:pt x="11" y="742"/>
                </a:lnTo>
                <a:lnTo>
                  <a:pt x="11" y="741"/>
                </a:lnTo>
                <a:lnTo>
                  <a:pt x="11" y="739"/>
                </a:lnTo>
                <a:lnTo>
                  <a:pt x="10" y="738"/>
                </a:lnTo>
                <a:lnTo>
                  <a:pt x="9" y="737"/>
                </a:lnTo>
                <a:lnTo>
                  <a:pt x="8" y="736"/>
                </a:lnTo>
                <a:lnTo>
                  <a:pt x="7" y="736"/>
                </a:lnTo>
                <a:lnTo>
                  <a:pt x="7" y="735"/>
                </a:lnTo>
                <a:lnTo>
                  <a:pt x="9" y="733"/>
                </a:lnTo>
                <a:lnTo>
                  <a:pt x="9" y="732"/>
                </a:lnTo>
                <a:lnTo>
                  <a:pt x="10" y="732"/>
                </a:lnTo>
                <a:lnTo>
                  <a:pt x="11" y="732"/>
                </a:lnTo>
                <a:lnTo>
                  <a:pt x="12" y="732"/>
                </a:lnTo>
                <a:lnTo>
                  <a:pt x="12" y="731"/>
                </a:lnTo>
                <a:lnTo>
                  <a:pt x="13" y="730"/>
                </a:lnTo>
                <a:lnTo>
                  <a:pt x="14" y="730"/>
                </a:lnTo>
                <a:lnTo>
                  <a:pt x="15" y="729"/>
                </a:lnTo>
                <a:lnTo>
                  <a:pt x="16" y="729"/>
                </a:lnTo>
                <a:lnTo>
                  <a:pt x="17" y="729"/>
                </a:lnTo>
                <a:lnTo>
                  <a:pt x="18" y="728"/>
                </a:lnTo>
                <a:lnTo>
                  <a:pt x="19" y="728"/>
                </a:lnTo>
                <a:lnTo>
                  <a:pt x="20" y="727"/>
                </a:lnTo>
                <a:lnTo>
                  <a:pt x="21" y="727"/>
                </a:lnTo>
                <a:lnTo>
                  <a:pt x="22" y="727"/>
                </a:lnTo>
                <a:lnTo>
                  <a:pt x="22" y="726"/>
                </a:lnTo>
                <a:lnTo>
                  <a:pt x="23" y="726"/>
                </a:lnTo>
                <a:lnTo>
                  <a:pt x="23" y="725"/>
                </a:lnTo>
                <a:lnTo>
                  <a:pt x="22" y="725"/>
                </a:lnTo>
                <a:lnTo>
                  <a:pt x="22" y="724"/>
                </a:lnTo>
                <a:lnTo>
                  <a:pt x="21" y="724"/>
                </a:lnTo>
                <a:lnTo>
                  <a:pt x="19" y="724"/>
                </a:lnTo>
                <a:lnTo>
                  <a:pt x="19" y="725"/>
                </a:lnTo>
                <a:lnTo>
                  <a:pt x="19" y="724"/>
                </a:lnTo>
                <a:lnTo>
                  <a:pt x="18" y="724"/>
                </a:lnTo>
                <a:lnTo>
                  <a:pt x="17" y="724"/>
                </a:lnTo>
                <a:lnTo>
                  <a:pt x="17" y="723"/>
                </a:lnTo>
                <a:lnTo>
                  <a:pt x="17" y="722"/>
                </a:lnTo>
                <a:lnTo>
                  <a:pt x="17" y="721"/>
                </a:lnTo>
                <a:lnTo>
                  <a:pt x="17" y="720"/>
                </a:lnTo>
                <a:lnTo>
                  <a:pt x="18" y="720"/>
                </a:lnTo>
                <a:lnTo>
                  <a:pt x="18" y="719"/>
                </a:lnTo>
                <a:lnTo>
                  <a:pt x="19" y="718"/>
                </a:lnTo>
                <a:lnTo>
                  <a:pt x="19" y="717"/>
                </a:lnTo>
                <a:lnTo>
                  <a:pt x="20" y="716"/>
                </a:lnTo>
                <a:lnTo>
                  <a:pt x="21" y="716"/>
                </a:lnTo>
                <a:lnTo>
                  <a:pt x="21" y="715"/>
                </a:lnTo>
                <a:lnTo>
                  <a:pt x="21" y="712"/>
                </a:lnTo>
                <a:lnTo>
                  <a:pt x="21" y="711"/>
                </a:lnTo>
                <a:lnTo>
                  <a:pt x="20" y="711"/>
                </a:lnTo>
                <a:lnTo>
                  <a:pt x="20" y="710"/>
                </a:lnTo>
                <a:lnTo>
                  <a:pt x="19" y="710"/>
                </a:lnTo>
                <a:lnTo>
                  <a:pt x="19" y="708"/>
                </a:lnTo>
                <a:lnTo>
                  <a:pt x="20" y="708"/>
                </a:lnTo>
                <a:lnTo>
                  <a:pt x="21" y="706"/>
                </a:lnTo>
                <a:lnTo>
                  <a:pt x="22" y="706"/>
                </a:lnTo>
                <a:lnTo>
                  <a:pt x="23" y="707"/>
                </a:lnTo>
                <a:lnTo>
                  <a:pt x="24" y="707"/>
                </a:lnTo>
                <a:lnTo>
                  <a:pt x="25" y="707"/>
                </a:lnTo>
                <a:lnTo>
                  <a:pt x="25" y="708"/>
                </a:lnTo>
                <a:lnTo>
                  <a:pt x="26" y="708"/>
                </a:lnTo>
                <a:lnTo>
                  <a:pt x="27" y="707"/>
                </a:lnTo>
                <a:lnTo>
                  <a:pt x="29" y="707"/>
                </a:lnTo>
                <a:lnTo>
                  <a:pt x="29" y="706"/>
                </a:lnTo>
                <a:lnTo>
                  <a:pt x="30" y="706"/>
                </a:lnTo>
                <a:lnTo>
                  <a:pt x="31" y="706"/>
                </a:lnTo>
                <a:lnTo>
                  <a:pt x="32" y="706"/>
                </a:lnTo>
                <a:lnTo>
                  <a:pt x="33" y="706"/>
                </a:lnTo>
                <a:lnTo>
                  <a:pt x="35" y="706"/>
                </a:lnTo>
                <a:lnTo>
                  <a:pt x="37" y="705"/>
                </a:lnTo>
                <a:lnTo>
                  <a:pt x="37" y="704"/>
                </a:lnTo>
                <a:lnTo>
                  <a:pt x="37" y="703"/>
                </a:lnTo>
                <a:lnTo>
                  <a:pt x="38" y="703"/>
                </a:lnTo>
                <a:lnTo>
                  <a:pt x="39" y="702"/>
                </a:lnTo>
                <a:lnTo>
                  <a:pt x="41" y="701"/>
                </a:lnTo>
                <a:lnTo>
                  <a:pt x="42" y="700"/>
                </a:lnTo>
                <a:lnTo>
                  <a:pt x="43" y="700"/>
                </a:lnTo>
                <a:lnTo>
                  <a:pt x="45" y="700"/>
                </a:lnTo>
                <a:lnTo>
                  <a:pt x="47" y="699"/>
                </a:lnTo>
                <a:lnTo>
                  <a:pt x="48" y="699"/>
                </a:lnTo>
                <a:lnTo>
                  <a:pt x="49" y="700"/>
                </a:lnTo>
                <a:lnTo>
                  <a:pt x="50" y="701"/>
                </a:lnTo>
                <a:lnTo>
                  <a:pt x="51" y="701"/>
                </a:lnTo>
                <a:lnTo>
                  <a:pt x="51" y="702"/>
                </a:lnTo>
                <a:lnTo>
                  <a:pt x="52" y="702"/>
                </a:lnTo>
                <a:lnTo>
                  <a:pt x="52" y="701"/>
                </a:lnTo>
                <a:lnTo>
                  <a:pt x="53" y="700"/>
                </a:lnTo>
                <a:lnTo>
                  <a:pt x="54" y="700"/>
                </a:lnTo>
                <a:lnTo>
                  <a:pt x="55" y="700"/>
                </a:lnTo>
                <a:lnTo>
                  <a:pt x="55" y="699"/>
                </a:lnTo>
                <a:lnTo>
                  <a:pt x="54" y="699"/>
                </a:lnTo>
                <a:lnTo>
                  <a:pt x="54" y="698"/>
                </a:lnTo>
                <a:lnTo>
                  <a:pt x="55" y="698"/>
                </a:lnTo>
                <a:lnTo>
                  <a:pt x="56" y="698"/>
                </a:lnTo>
                <a:lnTo>
                  <a:pt x="57" y="698"/>
                </a:lnTo>
                <a:lnTo>
                  <a:pt x="57" y="697"/>
                </a:lnTo>
                <a:lnTo>
                  <a:pt x="57" y="696"/>
                </a:lnTo>
                <a:lnTo>
                  <a:pt x="58" y="696"/>
                </a:lnTo>
                <a:lnTo>
                  <a:pt x="59" y="695"/>
                </a:lnTo>
                <a:lnTo>
                  <a:pt x="60" y="694"/>
                </a:lnTo>
                <a:lnTo>
                  <a:pt x="61" y="693"/>
                </a:lnTo>
                <a:lnTo>
                  <a:pt x="60" y="693"/>
                </a:lnTo>
                <a:lnTo>
                  <a:pt x="60" y="692"/>
                </a:lnTo>
                <a:lnTo>
                  <a:pt x="61" y="692"/>
                </a:lnTo>
                <a:lnTo>
                  <a:pt x="62" y="692"/>
                </a:lnTo>
                <a:lnTo>
                  <a:pt x="62" y="691"/>
                </a:lnTo>
                <a:lnTo>
                  <a:pt x="63" y="691"/>
                </a:lnTo>
                <a:lnTo>
                  <a:pt x="63" y="690"/>
                </a:lnTo>
                <a:lnTo>
                  <a:pt x="65" y="690"/>
                </a:lnTo>
                <a:lnTo>
                  <a:pt x="67" y="690"/>
                </a:lnTo>
                <a:lnTo>
                  <a:pt x="66" y="690"/>
                </a:lnTo>
                <a:lnTo>
                  <a:pt x="66" y="689"/>
                </a:lnTo>
                <a:lnTo>
                  <a:pt x="65" y="688"/>
                </a:lnTo>
                <a:lnTo>
                  <a:pt x="65" y="687"/>
                </a:lnTo>
                <a:lnTo>
                  <a:pt x="65" y="686"/>
                </a:lnTo>
                <a:lnTo>
                  <a:pt x="64" y="686"/>
                </a:lnTo>
                <a:lnTo>
                  <a:pt x="64" y="685"/>
                </a:lnTo>
                <a:lnTo>
                  <a:pt x="63" y="685"/>
                </a:lnTo>
                <a:lnTo>
                  <a:pt x="62" y="685"/>
                </a:lnTo>
                <a:lnTo>
                  <a:pt x="61" y="685"/>
                </a:lnTo>
                <a:lnTo>
                  <a:pt x="61" y="684"/>
                </a:lnTo>
                <a:lnTo>
                  <a:pt x="60" y="685"/>
                </a:lnTo>
                <a:lnTo>
                  <a:pt x="60" y="684"/>
                </a:lnTo>
                <a:lnTo>
                  <a:pt x="59" y="684"/>
                </a:lnTo>
                <a:lnTo>
                  <a:pt x="58" y="684"/>
                </a:lnTo>
                <a:lnTo>
                  <a:pt x="58" y="683"/>
                </a:lnTo>
                <a:lnTo>
                  <a:pt x="59" y="682"/>
                </a:lnTo>
                <a:lnTo>
                  <a:pt x="59" y="681"/>
                </a:lnTo>
                <a:lnTo>
                  <a:pt x="58" y="681"/>
                </a:lnTo>
                <a:lnTo>
                  <a:pt x="58" y="679"/>
                </a:lnTo>
                <a:lnTo>
                  <a:pt x="59" y="678"/>
                </a:lnTo>
                <a:lnTo>
                  <a:pt x="59" y="677"/>
                </a:lnTo>
                <a:lnTo>
                  <a:pt x="58" y="677"/>
                </a:lnTo>
                <a:lnTo>
                  <a:pt x="58" y="676"/>
                </a:lnTo>
                <a:lnTo>
                  <a:pt x="58" y="675"/>
                </a:lnTo>
                <a:lnTo>
                  <a:pt x="59" y="675"/>
                </a:lnTo>
                <a:lnTo>
                  <a:pt x="59" y="674"/>
                </a:lnTo>
                <a:lnTo>
                  <a:pt x="60" y="672"/>
                </a:lnTo>
                <a:lnTo>
                  <a:pt x="60" y="671"/>
                </a:lnTo>
                <a:lnTo>
                  <a:pt x="60" y="670"/>
                </a:lnTo>
                <a:lnTo>
                  <a:pt x="60" y="669"/>
                </a:lnTo>
                <a:lnTo>
                  <a:pt x="61" y="669"/>
                </a:lnTo>
                <a:lnTo>
                  <a:pt x="61" y="668"/>
                </a:lnTo>
                <a:lnTo>
                  <a:pt x="62" y="668"/>
                </a:lnTo>
                <a:lnTo>
                  <a:pt x="63" y="668"/>
                </a:lnTo>
                <a:lnTo>
                  <a:pt x="64" y="669"/>
                </a:lnTo>
                <a:lnTo>
                  <a:pt x="65" y="669"/>
                </a:lnTo>
                <a:lnTo>
                  <a:pt x="65" y="670"/>
                </a:lnTo>
                <a:lnTo>
                  <a:pt x="66" y="670"/>
                </a:lnTo>
                <a:lnTo>
                  <a:pt x="67" y="670"/>
                </a:lnTo>
                <a:lnTo>
                  <a:pt x="68" y="670"/>
                </a:lnTo>
                <a:lnTo>
                  <a:pt x="68" y="669"/>
                </a:lnTo>
                <a:lnTo>
                  <a:pt x="69" y="669"/>
                </a:lnTo>
                <a:lnTo>
                  <a:pt x="70" y="669"/>
                </a:lnTo>
                <a:lnTo>
                  <a:pt x="70" y="668"/>
                </a:lnTo>
                <a:lnTo>
                  <a:pt x="70" y="666"/>
                </a:lnTo>
                <a:lnTo>
                  <a:pt x="69" y="665"/>
                </a:lnTo>
                <a:lnTo>
                  <a:pt x="69" y="664"/>
                </a:lnTo>
                <a:lnTo>
                  <a:pt x="69" y="663"/>
                </a:lnTo>
                <a:lnTo>
                  <a:pt x="68" y="662"/>
                </a:lnTo>
                <a:lnTo>
                  <a:pt x="67" y="661"/>
                </a:lnTo>
                <a:lnTo>
                  <a:pt x="67" y="660"/>
                </a:lnTo>
                <a:lnTo>
                  <a:pt x="67" y="658"/>
                </a:lnTo>
                <a:lnTo>
                  <a:pt x="67" y="657"/>
                </a:lnTo>
                <a:lnTo>
                  <a:pt x="66" y="657"/>
                </a:lnTo>
                <a:lnTo>
                  <a:pt x="66" y="656"/>
                </a:lnTo>
                <a:lnTo>
                  <a:pt x="66" y="655"/>
                </a:lnTo>
                <a:lnTo>
                  <a:pt x="65" y="655"/>
                </a:lnTo>
                <a:lnTo>
                  <a:pt x="66" y="655"/>
                </a:lnTo>
                <a:lnTo>
                  <a:pt x="66" y="654"/>
                </a:lnTo>
                <a:lnTo>
                  <a:pt x="67" y="654"/>
                </a:lnTo>
                <a:lnTo>
                  <a:pt x="68" y="654"/>
                </a:lnTo>
                <a:lnTo>
                  <a:pt x="69" y="654"/>
                </a:lnTo>
                <a:lnTo>
                  <a:pt x="69" y="653"/>
                </a:lnTo>
                <a:lnTo>
                  <a:pt x="70" y="653"/>
                </a:lnTo>
                <a:lnTo>
                  <a:pt x="70" y="652"/>
                </a:lnTo>
                <a:lnTo>
                  <a:pt x="70" y="651"/>
                </a:lnTo>
                <a:lnTo>
                  <a:pt x="70" y="650"/>
                </a:lnTo>
                <a:lnTo>
                  <a:pt x="70" y="648"/>
                </a:lnTo>
                <a:lnTo>
                  <a:pt x="71" y="647"/>
                </a:lnTo>
                <a:lnTo>
                  <a:pt x="70" y="646"/>
                </a:lnTo>
                <a:lnTo>
                  <a:pt x="70" y="645"/>
                </a:lnTo>
                <a:lnTo>
                  <a:pt x="71" y="645"/>
                </a:lnTo>
                <a:lnTo>
                  <a:pt x="71" y="644"/>
                </a:lnTo>
                <a:lnTo>
                  <a:pt x="72" y="644"/>
                </a:lnTo>
                <a:lnTo>
                  <a:pt x="72" y="643"/>
                </a:lnTo>
                <a:lnTo>
                  <a:pt x="70" y="643"/>
                </a:lnTo>
                <a:lnTo>
                  <a:pt x="70" y="642"/>
                </a:lnTo>
                <a:lnTo>
                  <a:pt x="70" y="641"/>
                </a:lnTo>
                <a:lnTo>
                  <a:pt x="71" y="641"/>
                </a:lnTo>
                <a:lnTo>
                  <a:pt x="71" y="640"/>
                </a:lnTo>
                <a:lnTo>
                  <a:pt x="72" y="640"/>
                </a:lnTo>
                <a:lnTo>
                  <a:pt x="72" y="639"/>
                </a:lnTo>
                <a:lnTo>
                  <a:pt x="73" y="638"/>
                </a:lnTo>
                <a:lnTo>
                  <a:pt x="73" y="637"/>
                </a:lnTo>
                <a:lnTo>
                  <a:pt x="73" y="636"/>
                </a:lnTo>
                <a:lnTo>
                  <a:pt x="72" y="636"/>
                </a:lnTo>
                <a:lnTo>
                  <a:pt x="72" y="635"/>
                </a:lnTo>
                <a:lnTo>
                  <a:pt x="72" y="634"/>
                </a:lnTo>
                <a:lnTo>
                  <a:pt x="72" y="633"/>
                </a:lnTo>
                <a:lnTo>
                  <a:pt x="73" y="633"/>
                </a:lnTo>
                <a:lnTo>
                  <a:pt x="74" y="633"/>
                </a:lnTo>
                <a:lnTo>
                  <a:pt x="75" y="633"/>
                </a:lnTo>
                <a:lnTo>
                  <a:pt x="75" y="632"/>
                </a:lnTo>
                <a:lnTo>
                  <a:pt x="75" y="633"/>
                </a:lnTo>
                <a:lnTo>
                  <a:pt x="76" y="633"/>
                </a:lnTo>
                <a:lnTo>
                  <a:pt x="77" y="633"/>
                </a:lnTo>
                <a:lnTo>
                  <a:pt x="78" y="633"/>
                </a:lnTo>
                <a:lnTo>
                  <a:pt x="78" y="631"/>
                </a:lnTo>
                <a:lnTo>
                  <a:pt x="79" y="631"/>
                </a:lnTo>
                <a:lnTo>
                  <a:pt x="79" y="630"/>
                </a:lnTo>
                <a:lnTo>
                  <a:pt x="78" y="630"/>
                </a:lnTo>
                <a:lnTo>
                  <a:pt x="78" y="629"/>
                </a:lnTo>
                <a:lnTo>
                  <a:pt x="78" y="628"/>
                </a:lnTo>
                <a:lnTo>
                  <a:pt x="77" y="626"/>
                </a:lnTo>
                <a:lnTo>
                  <a:pt x="77" y="625"/>
                </a:lnTo>
                <a:lnTo>
                  <a:pt x="78" y="625"/>
                </a:lnTo>
                <a:lnTo>
                  <a:pt x="79" y="624"/>
                </a:lnTo>
                <a:lnTo>
                  <a:pt x="80" y="622"/>
                </a:lnTo>
                <a:lnTo>
                  <a:pt x="80" y="621"/>
                </a:lnTo>
                <a:lnTo>
                  <a:pt x="81" y="621"/>
                </a:lnTo>
                <a:lnTo>
                  <a:pt x="80" y="621"/>
                </a:lnTo>
                <a:lnTo>
                  <a:pt x="80" y="620"/>
                </a:lnTo>
                <a:lnTo>
                  <a:pt x="80" y="619"/>
                </a:lnTo>
                <a:lnTo>
                  <a:pt x="81" y="619"/>
                </a:lnTo>
                <a:lnTo>
                  <a:pt x="83" y="618"/>
                </a:lnTo>
                <a:lnTo>
                  <a:pt x="83" y="617"/>
                </a:lnTo>
                <a:lnTo>
                  <a:pt x="84" y="616"/>
                </a:lnTo>
                <a:lnTo>
                  <a:pt x="83" y="614"/>
                </a:lnTo>
                <a:lnTo>
                  <a:pt x="81" y="613"/>
                </a:lnTo>
                <a:lnTo>
                  <a:pt x="80" y="613"/>
                </a:lnTo>
                <a:lnTo>
                  <a:pt x="79" y="613"/>
                </a:lnTo>
                <a:lnTo>
                  <a:pt x="78" y="613"/>
                </a:lnTo>
                <a:lnTo>
                  <a:pt x="77" y="613"/>
                </a:lnTo>
                <a:lnTo>
                  <a:pt x="76" y="613"/>
                </a:lnTo>
                <a:lnTo>
                  <a:pt x="75" y="613"/>
                </a:lnTo>
                <a:lnTo>
                  <a:pt x="75" y="612"/>
                </a:lnTo>
                <a:lnTo>
                  <a:pt x="74" y="612"/>
                </a:lnTo>
                <a:lnTo>
                  <a:pt x="73" y="612"/>
                </a:lnTo>
                <a:lnTo>
                  <a:pt x="73" y="613"/>
                </a:lnTo>
                <a:lnTo>
                  <a:pt x="72" y="613"/>
                </a:lnTo>
                <a:lnTo>
                  <a:pt x="69" y="614"/>
                </a:lnTo>
                <a:lnTo>
                  <a:pt x="68" y="613"/>
                </a:lnTo>
                <a:lnTo>
                  <a:pt x="67" y="613"/>
                </a:lnTo>
                <a:lnTo>
                  <a:pt x="66" y="613"/>
                </a:lnTo>
                <a:lnTo>
                  <a:pt x="65" y="612"/>
                </a:lnTo>
                <a:lnTo>
                  <a:pt x="64" y="612"/>
                </a:lnTo>
                <a:lnTo>
                  <a:pt x="62" y="612"/>
                </a:lnTo>
                <a:lnTo>
                  <a:pt x="61" y="613"/>
                </a:lnTo>
                <a:lnTo>
                  <a:pt x="60" y="612"/>
                </a:lnTo>
                <a:lnTo>
                  <a:pt x="59" y="612"/>
                </a:lnTo>
                <a:lnTo>
                  <a:pt x="59" y="611"/>
                </a:lnTo>
                <a:lnTo>
                  <a:pt x="58" y="611"/>
                </a:lnTo>
                <a:lnTo>
                  <a:pt x="57" y="611"/>
                </a:lnTo>
                <a:lnTo>
                  <a:pt x="57" y="610"/>
                </a:lnTo>
                <a:lnTo>
                  <a:pt x="56" y="609"/>
                </a:lnTo>
                <a:lnTo>
                  <a:pt x="55" y="609"/>
                </a:lnTo>
                <a:lnTo>
                  <a:pt x="54" y="609"/>
                </a:lnTo>
                <a:lnTo>
                  <a:pt x="53" y="609"/>
                </a:lnTo>
                <a:lnTo>
                  <a:pt x="52" y="609"/>
                </a:lnTo>
                <a:lnTo>
                  <a:pt x="52" y="610"/>
                </a:lnTo>
                <a:lnTo>
                  <a:pt x="51" y="610"/>
                </a:lnTo>
                <a:lnTo>
                  <a:pt x="51" y="609"/>
                </a:lnTo>
                <a:lnTo>
                  <a:pt x="50" y="609"/>
                </a:lnTo>
                <a:lnTo>
                  <a:pt x="49" y="609"/>
                </a:lnTo>
                <a:lnTo>
                  <a:pt x="49" y="608"/>
                </a:lnTo>
                <a:lnTo>
                  <a:pt x="48" y="608"/>
                </a:lnTo>
                <a:lnTo>
                  <a:pt x="47" y="608"/>
                </a:lnTo>
                <a:lnTo>
                  <a:pt x="46" y="607"/>
                </a:lnTo>
                <a:lnTo>
                  <a:pt x="45" y="607"/>
                </a:lnTo>
                <a:lnTo>
                  <a:pt x="45" y="608"/>
                </a:lnTo>
                <a:lnTo>
                  <a:pt x="44" y="608"/>
                </a:lnTo>
                <a:lnTo>
                  <a:pt x="43" y="607"/>
                </a:lnTo>
                <a:lnTo>
                  <a:pt x="43" y="606"/>
                </a:lnTo>
                <a:lnTo>
                  <a:pt x="43" y="605"/>
                </a:lnTo>
                <a:lnTo>
                  <a:pt x="42" y="605"/>
                </a:lnTo>
                <a:lnTo>
                  <a:pt x="41" y="605"/>
                </a:lnTo>
                <a:lnTo>
                  <a:pt x="41" y="604"/>
                </a:lnTo>
                <a:lnTo>
                  <a:pt x="42" y="604"/>
                </a:lnTo>
                <a:lnTo>
                  <a:pt x="43" y="604"/>
                </a:lnTo>
                <a:lnTo>
                  <a:pt x="44" y="605"/>
                </a:lnTo>
                <a:lnTo>
                  <a:pt x="45" y="605"/>
                </a:lnTo>
                <a:lnTo>
                  <a:pt x="45" y="604"/>
                </a:lnTo>
                <a:lnTo>
                  <a:pt x="45" y="603"/>
                </a:lnTo>
                <a:lnTo>
                  <a:pt x="44" y="603"/>
                </a:lnTo>
                <a:lnTo>
                  <a:pt x="43" y="603"/>
                </a:lnTo>
                <a:lnTo>
                  <a:pt x="43" y="602"/>
                </a:lnTo>
                <a:lnTo>
                  <a:pt x="41" y="601"/>
                </a:lnTo>
                <a:lnTo>
                  <a:pt x="40" y="600"/>
                </a:lnTo>
                <a:lnTo>
                  <a:pt x="39" y="600"/>
                </a:lnTo>
                <a:lnTo>
                  <a:pt x="38" y="599"/>
                </a:lnTo>
                <a:lnTo>
                  <a:pt x="37" y="598"/>
                </a:lnTo>
                <a:lnTo>
                  <a:pt x="36" y="597"/>
                </a:lnTo>
                <a:lnTo>
                  <a:pt x="35" y="597"/>
                </a:lnTo>
                <a:lnTo>
                  <a:pt x="34" y="597"/>
                </a:lnTo>
                <a:lnTo>
                  <a:pt x="32" y="597"/>
                </a:lnTo>
                <a:lnTo>
                  <a:pt x="31" y="596"/>
                </a:lnTo>
                <a:lnTo>
                  <a:pt x="30" y="595"/>
                </a:lnTo>
                <a:lnTo>
                  <a:pt x="28" y="594"/>
                </a:lnTo>
                <a:lnTo>
                  <a:pt x="28" y="593"/>
                </a:lnTo>
                <a:lnTo>
                  <a:pt x="27" y="593"/>
                </a:lnTo>
                <a:lnTo>
                  <a:pt x="26" y="593"/>
                </a:lnTo>
                <a:lnTo>
                  <a:pt x="26" y="592"/>
                </a:lnTo>
                <a:lnTo>
                  <a:pt x="25" y="592"/>
                </a:lnTo>
                <a:lnTo>
                  <a:pt x="25" y="591"/>
                </a:lnTo>
                <a:lnTo>
                  <a:pt x="25" y="590"/>
                </a:lnTo>
                <a:lnTo>
                  <a:pt x="26" y="590"/>
                </a:lnTo>
                <a:lnTo>
                  <a:pt x="26" y="589"/>
                </a:lnTo>
                <a:lnTo>
                  <a:pt x="26" y="588"/>
                </a:lnTo>
                <a:lnTo>
                  <a:pt x="27" y="588"/>
                </a:lnTo>
                <a:lnTo>
                  <a:pt x="27" y="587"/>
                </a:lnTo>
                <a:lnTo>
                  <a:pt x="28" y="587"/>
                </a:lnTo>
                <a:lnTo>
                  <a:pt x="28" y="586"/>
                </a:lnTo>
                <a:lnTo>
                  <a:pt x="28" y="585"/>
                </a:lnTo>
                <a:lnTo>
                  <a:pt x="28" y="584"/>
                </a:lnTo>
                <a:lnTo>
                  <a:pt x="28" y="583"/>
                </a:lnTo>
                <a:lnTo>
                  <a:pt x="27" y="582"/>
                </a:lnTo>
                <a:lnTo>
                  <a:pt x="28" y="581"/>
                </a:lnTo>
                <a:lnTo>
                  <a:pt x="28" y="580"/>
                </a:lnTo>
                <a:lnTo>
                  <a:pt x="28" y="579"/>
                </a:lnTo>
                <a:lnTo>
                  <a:pt x="28" y="578"/>
                </a:lnTo>
                <a:lnTo>
                  <a:pt x="29" y="578"/>
                </a:lnTo>
                <a:lnTo>
                  <a:pt x="30" y="577"/>
                </a:lnTo>
                <a:lnTo>
                  <a:pt x="29" y="577"/>
                </a:lnTo>
                <a:lnTo>
                  <a:pt x="29" y="576"/>
                </a:lnTo>
                <a:lnTo>
                  <a:pt x="28" y="575"/>
                </a:lnTo>
                <a:lnTo>
                  <a:pt x="28" y="574"/>
                </a:lnTo>
                <a:lnTo>
                  <a:pt x="27" y="574"/>
                </a:lnTo>
                <a:lnTo>
                  <a:pt x="27" y="573"/>
                </a:lnTo>
                <a:lnTo>
                  <a:pt x="26" y="573"/>
                </a:lnTo>
                <a:lnTo>
                  <a:pt x="26" y="572"/>
                </a:lnTo>
                <a:lnTo>
                  <a:pt x="26" y="571"/>
                </a:lnTo>
                <a:lnTo>
                  <a:pt x="25" y="571"/>
                </a:lnTo>
                <a:lnTo>
                  <a:pt x="26" y="571"/>
                </a:lnTo>
                <a:lnTo>
                  <a:pt x="26" y="570"/>
                </a:lnTo>
                <a:lnTo>
                  <a:pt x="26" y="569"/>
                </a:lnTo>
                <a:lnTo>
                  <a:pt x="27" y="569"/>
                </a:lnTo>
                <a:lnTo>
                  <a:pt x="27" y="568"/>
                </a:lnTo>
                <a:lnTo>
                  <a:pt x="28" y="568"/>
                </a:lnTo>
                <a:lnTo>
                  <a:pt x="28" y="567"/>
                </a:lnTo>
                <a:lnTo>
                  <a:pt x="28" y="566"/>
                </a:lnTo>
                <a:lnTo>
                  <a:pt x="29" y="566"/>
                </a:lnTo>
                <a:lnTo>
                  <a:pt x="30" y="566"/>
                </a:lnTo>
                <a:lnTo>
                  <a:pt x="30" y="567"/>
                </a:lnTo>
                <a:lnTo>
                  <a:pt x="31" y="567"/>
                </a:lnTo>
                <a:lnTo>
                  <a:pt x="31" y="568"/>
                </a:lnTo>
                <a:lnTo>
                  <a:pt x="31" y="569"/>
                </a:lnTo>
                <a:lnTo>
                  <a:pt x="32" y="569"/>
                </a:lnTo>
                <a:lnTo>
                  <a:pt x="32" y="570"/>
                </a:lnTo>
                <a:lnTo>
                  <a:pt x="33" y="570"/>
                </a:lnTo>
                <a:lnTo>
                  <a:pt x="35" y="570"/>
                </a:lnTo>
                <a:lnTo>
                  <a:pt x="36" y="570"/>
                </a:lnTo>
                <a:lnTo>
                  <a:pt x="36" y="571"/>
                </a:lnTo>
                <a:lnTo>
                  <a:pt x="37" y="572"/>
                </a:lnTo>
                <a:lnTo>
                  <a:pt x="38" y="572"/>
                </a:lnTo>
                <a:lnTo>
                  <a:pt x="39" y="572"/>
                </a:lnTo>
                <a:lnTo>
                  <a:pt x="40" y="572"/>
                </a:lnTo>
                <a:lnTo>
                  <a:pt x="41" y="572"/>
                </a:lnTo>
                <a:lnTo>
                  <a:pt x="41" y="571"/>
                </a:lnTo>
                <a:lnTo>
                  <a:pt x="42" y="571"/>
                </a:lnTo>
                <a:lnTo>
                  <a:pt x="42" y="572"/>
                </a:lnTo>
                <a:lnTo>
                  <a:pt x="43" y="572"/>
                </a:lnTo>
                <a:lnTo>
                  <a:pt x="44" y="572"/>
                </a:lnTo>
                <a:lnTo>
                  <a:pt x="45" y="572"/>
                </a:lnTo>
                <a:lnTo>
                  <a:pt x="46" y="572"/>
                </a:lnTo>
                <a:lnTo>
                  <a:pt x="47" y="572"/>
                </a:lnTo>
                <a:lnTo>
                  <a:pt x="48" y="572"/>
                </a:lnTo>
                <a:lnTo>
                  <a:pt x="49" y="572"/>
                </a:lnTo>
                <a:lnTo>
                  <a:pt x="49" y="573"/>
                </a:lnTo>
                <a:lnTo>
                  <a:pt x="50" y="573"/>
                </a:lnTo>
                <a:lnTo>
                  <a:pt x="51" y="572"/>
                </a:lnTo>
                <a:lnTo>
                  <a:pt x="52" y="572"/>
                </a:lnTo>
                <a:lnTo>
                  <a:pt x="52" y="571"/>
                </a:lnTo>
                <a:lnTo>
                  <a:pt x="54" y="572"/>
                </a:lnTo>
                <a:lnTo>
                  <a:pt x="55" y="572"/>
                </a:lnTo>
                <a:lnTo>
                  <a:pt x="57" y="572"/>
                </a:lnTo>
                <a:lnTo>
                  <a:pt x="58" y="572"/>
                </a:lnTo>
                <a:lnTo>
                  <a:pt x="59" y="572"/>
                </a:lnTo>
                <a:lnTo>
                  <a:pt x="60" y="572"/>
                </a:lnTo>
                <a:lnTo>
                  <a:pt x="61" y="572"/>
                </a:lnTo>
                <a:lnTo>
                  <a:pt x="61" y="571"/>
                </a:lnTo>
                <a:lnTo>
                  <a:pt x="61" y="570"/>
                </a:lnTo>
                <a:lnTo>
                  <a:pt x="62" y="571"/>
                </a:lnTo>
                <a:lnTo>
                  <a:pt x="63" y="571"/>
                </a:lnTo>
                <a:lnTo>
                  <a:pt x="64" y="571"/>
                </a:lnTo>
                <a:lnTo>
                  <a:pt x="64" y="570"/>
                </a:lnTo>
                <a:lnTo>
                  <a:pt x="65" y="570"/>
                </a:lnTo>
                <a:lnTo>
                  <a:pt x="65" y="569"/>
                </a:lnTo>
                <a:lnTo>
                  <a:pt x="66" y="568"/>
                </a:lnTo>
                <a:lnTo>
                  <a:pt x="65" y="567"/>
                </a:lnTo>
                <a:lnTo>
                  <a:pt x="66" y="567"/>
                </a:lnTo>
                <a:lnTo>
                  <a:pt x="67" y="567"/>
                </a:lnTo>
                <a:lnTo>
                  <a:pt x="68" y="567"/>
                </a:lnTo>
                <a:lnTo>
                  <a:pt x="69" y="567"/>
                </a:lnTo>
                <a:lnTo>
                  <a:pt x="69" y="566"/>
                </a:lnTo>
                <a:lnTo>
                  <a:pt x="70" y="566"/>
                </a:lnTo>
                <a:lnTo>
                  <a:pt x="71" y="566"/>
                </a:lnTo>
                <a:lnTo>
                  <a:pt x="71" y="565"/>
                </a:lnTo>
                <a:lnTo>
                  <a:pt x="72" y="565"/>
                </a:lnTo>
                <a:lnTo>
                  <a:pt x="73" y="565"/>
                </a:lnTo>
                <a:lnTo>
                  <a:pt x="73" y="564"/>
                </a:lnTo>
                <a:lnTo>
                  <a:pt x="74" y="564"/>
                </a:lnTo>
                <a:lnTo>
                  <a:pt x="74" y="563"/>
                </a:lnTo>
                <a:lnTo>
                  <a:pt x="74" y="564"/>
                </a:lnTo>
                <a:lnTo>
                  <a:pt x="75" y="564"/>
                </a:lnTo>
                <a:lnTo>
                  <a:pt x="76" y="564"/>
                </a:lnTo>
                <a:lnTo>
                  <a:pt x="77" y="564"/>
                </a:lnTo>
                <a:lnTo>
                  <a:pt x="78" y="564"/>
                </a:lnTo>
                <a:lnTo>
                  <a:pt x="79" y="564"/>
                </a:lnTo>
                <a:lnTo>
                  <a:pt x="79" y="565"/>
                </a:lnTo>
                <a:lnTo>
                  <a:pt x="80" y="565"/>
                </a:lnTo>
                <a:lnTo>
                  <a:pt x="80" y="566"/>
                </a:lnTo>
                <a:lnTo>
                  <a:pt x="81" y="566"/>
                </a:lnTo>
                <a:lnTo>
                  <a:pt x="81" y="567"/>
                </a:lnTo>
                <a:lnTo>
                  <a:pt x="82" y="567"/>
                </a:lnTo>
                <a:lnTo>
                  <a:pt x="83" y="567"/>
                </a:lnTo>
                <a:lnTo>
                  <a:pt x="84" y="567"/>
                </a:lnTo>
                <a:lnTo>
                  <a:pt x="84" y="568"/>
                </a:lnTo>
                <a:lnTo>
                  <a:pt x="85" y="568"/>
                </a:lnTo>
                <a:lnTo>
                  <a:pt x="85" y="569"/>
                </a:lnTo>
                <a:lnTo>
                  <a:pt x="86" y="569"/>
                </a:lnTo>
                <a:lnTo>
                  <a:pt x="86" y="568"/>
                </a:lnTo>
                <a:lnTo>
                  <a:pt x="87" y="568"/>
                </a:lnTo>
                <a:lnTo>
                  <a:pt x="87" y="569"/>
                </a:lnTo>
                <a:lnTo>
                  <a:pt x="88" y="569"/>
                </a:lnTo>
                <a:lnTo>
                  <a:pt x="88" y="570"/>
                </a:lnTo>
                <a:lnTo>
                  <a:pt x="89" y="570"/>
                </a:lnTo>
                <a:lnTo>
                  <a:pt x="90" y="570"/>
                </a:lnTo>
                <a:lnTo>
                  <a:pt x="91" y="570"/>
                </a:lnTo>
                <a:lnTo>
                  <a:pt x="92" y="570"/>
                </a:lnTo>
                <a:lnTo>
                  <a:pt x="93" y="570"/>
                </a:lnTo>
                <a:lnTo>
                  <a:pt x="93" y="569"/>
                </a:lnTo>
                <a:lnTo>
                  <a:pt x="94" y="569"/>
                </a:lnTo>
                <a:lnTo>
                  <a:pt x="95" y="569"/>
                </a:lnTo>
                <a:lnTo>
                  <a:pt x="95" y="570"/>
                </a:lnTo>
                <a:lnTo>
                  <a:pt x="96" y="570"/>
                </a:lnTo>
                <a:lnTo>
                  <a:pt x="97" y="570"/>
                </a:lnTo>
                <a:lnTo>
                  <a:pt x="98" y="570"/>
                </a:lnTo>
                <a:lnTo>
                  <a:pt x="99" y="570"/>
                </a:lnTo>
                <a:lnTo>
                  <a:pt x="99" y="571"/>
                </a:lnTo>
                <a:lnTo>
                  <a:pt x="99" y="570"/>
                </a:lnTo>
                <a:lnTo>
                  <a:pt x="100" y="570"/>
                </a:lnTo>
                <a:lnTo>
                  <a:pt x="101" y="570"/>
                </a:lnTo>
                <a:lnTo>
                  <a:pt x="102" y="570"/>
                </a:lnTo>
                <a:lnTo>
                  <a:pt x="104" y="571"/>
                </a:lnTo>
                <a:lnTo>
                  <a:pt x="105" y="571"/>
                </a:lnTo>
                <a:lnTo>
                  <a:pt x="107" y="571"/>
                </a:lnTo>
                <a:lnTo>
                  <a:pt x="108" y="571"/>
                </a:lnTo>
                <a:lnTo>
                  <a:pt x="108" y="572"/>
                </a:lnTo>
                <a:lnTo>
                  <a:pt x="109" y="572"/>
                </a:lnTo>
                <a:lnTo>
                  <a:pt x="109" y="571"/>
                </a:lnTo>
                <a:lnTo>
                  <a:pt x="110" y="571"/>
                </a:lnTo>
                <a:lnTo>
                  <a:pt x="110" y="572"/>
                </a:lnTo>
                <a:lnTo>
                  <a:pt x="111" y="572"/>
                </a:lnTo>
                <a:lnTo>
                  <a:pt x="112" y="572"/>
                </a:lnTo>
                <a:lnTo>
                  <a:pt x="112" y="573"/>
                </a:lnTo>
                <a:lnTo>
                  <a:pt x="113" y="574"/>
                </a:lnTo>
                <a:lnTo>
                  <a:pt x="114" y="574"/>
                </a:lnTo>
                <a:lnTo>
                  <a:pt x="114" y="575"/>
                </a:lnTo>
                <a:lnTo>
                  <a:pt x="114" y="574"/>
                </a:lnTo>
                <a:lnTo>
                  <a:pt x="115" y="574"/>
                </a:lnTo>
                <a:lnTo>
                  <a:pt x="115" y="572"/>
                </a:lnTo>
                <a:lnTo>
                  <a:pt x="114" y="571"/>
                </a:lnTo>
                <a:lnTo>
                  <a:pt x="115" y="571"/>
                </a:lnTo>
                <a:lnTo>
                  <a:pt x="115" y="570"/>
                </a:lnTo>
                <a:lnTo>
                  <a:pt x="115" y="569"/>
                </a:lnTo>
                <a:lnTo>
                  <a:pt x="116" y="569"/>
                </a:lnTo>
                <a:lnTo>
                  <a:pt x="116" y="568"/>
                </a:lnTo>
                <a:lnTo>
                  <a:pt x="116" y="566"/>
                </a:lnTo>
                <a:lnTo>
                  <a:pt x="116" y="565"/>
                </a:lnTo>
                <a:lnTo>
                  <a:pt x="115" y="565"/>
                </a:lnTo>
                <a:lnTo>
                  <a:pt x="115" y="564"/>
                </a:lnTo>
                <a:lnTo>
                  <a:pt x="115" y="562"/>
                </a:lnTo>
                <a:lnTo>
                  <a:pt x="115" y="561"/>
                </a:lnTo>
                <a:lnTo>
                  <a:pt x="116" y="560"/>
                </a:lnTo>
                <a:lnTo>
                  <a:pt x="116" y="559"/>
                </a:lnTo>
                <a:lnTo>
                  <a:pt x="117" y="559"/>
                </a:lnTo>
                <a:lnTo>
                  <a:pt x="118" y="559"/>
                </a:lnTo>
                <a:lnTo>
                  <a:pt x="119" y="559"/>
                </a:lnTo>
                <a:lnTo>
                  <a:pt x="120" y="558"/>
                </a:lnTo>
                <a:lnTo>
                  <a:pt x="121" y="558"/>
                </a:lnTo>
                <a:lnTo>
                  <a:pt x="122" y="558"/>
                </a:lnTo>
                <a:lnTo>
                  <a:pt x="123" y="557"/>
                </a:lnTo>
                <a:lnTo>
                  <a:pt x="125" y="556"/>
                </a:lnTo>
                <a:lnTo>
                  <a:pt x="126" y="555"/>
                </a:lnTo>
                <a:lnTo>
                  <a:pt x="126" y="554"/>
                </a:lnTo>
                <a:lnTo>
                  <a:pt x="127" y="554"/>
                </a:lnTo>
                <a:lnTo>
                  <a:pt x="127" y="553"/>
                </a:lnTo>
                <a:lnTo>
                  <a:pt x="128" y="553"/>
                </a:lnTo>
                <a:lnTo>
                  <a:pt x="128" y="552"/>
                </a:lnTo>
                <a:lnTo>
                  <a:pt x="128" y="551"/>
                </a:lnTo>
                <a:lnTo>
                  <a:pt x="128" y="550"/>
                </a:lnTo>
                <a:lnTo>
                  <a:pt x="129" y="549"/>
                </a:lnTo>
                <a:lnTo>
                  <a:pt x="130" y="548"/>
                </a:lnTo>
                <a:lnTo>
                  <a:pt x="130" y="547"/>
                </a:lnTo>
                <a:lnTo>
                  <a:pt x="131" y="546"/>
                </a:lnTo>
                <a:lnTo>
                  <a:pt x="131" y="544"/>
                </a:lnTo>
                <a:lnTo>
                  <a:pt x="132" y="543"/>
                </a:lnTo>
                <a:lnTo>
                  <a:pt x="132" y="541"/>
                </a:lnTo>
                <a:lnTo>
                  <a:pt x="132" y="540"/>
                </a:lnTo>
                <a:lnTo>
                  <a:pt x="133" y="539"/>
                </a:lnTo>
                <a:lnTo>
                  <a:pt x="133" y="537"/>
                </a:lnTo>
                <a:lnTo>
                  <a:pt x="133" y="536"/>
                </a:lnTo>
                <a:lnTo>
                  <a:pt x="132" y="536"/>
                </a:lnTo>
                <a:lnTo>
                  <a:pt x="131" y="536"/>
                </a:lnTo>
                <a:lnTo>
                  <a:pt x="131" y="535"/>
                </a:lnTo>
                <a:lnTo>
                  <a:pt x="130" y="535"/>
                </a:lnTo>
                <a:lnTo>
                  <a:pt x="130" y="534"/>
                </a:lnTo>
                <a:lnTo>
                  <a:pt x="130" y="533"/>
                </a:lnTo>
                <a:lnTo>
                  <a:pt x="130" y="532"/>
                </a:lnTo>
                <a:lnTo>
                  <a:pt x="131" y="532"/>
                </a:lnTo>
                <a:lnTo>
                  <a:pt x="131" y="533"/>
                </a:lnTo>
                <a:lnTo>
                  <a:pt x="132" y="534"/>
                </a:lnTo>
                <a:lnTo>
                  <a:pt x="134" y="534"/>
                </a:lnTo>
                <a:lnTo>
                  <a:pt x="136" y="534"/>
                </a:lnTo>
                <a:lnTo>
                  <a:pt x="137" y="535"/>
                </a:lnTo>
                <a:lnTo>
                  <a:pt x="137" y="536"/>
                </a:lnTo>
                <a:lnTo>
                  <a:pt x="137" y="537"/>
                </a:lnTo>
                <a:lnTo>
                  <a:pt x="137" y="538"/>
                </a:lnTo>
                <a:lnTo>
                  <a:pt x="139" y="539"/>
                </a:lnTo>
                <a:lnTo>
                  <a:pt x="140" y="539"/>
                </a:lnTo>
                <a:lnTo>
                  <a:pt x="142" y="539"/>
                </a:lnTo>
                <a:lnTo>
                  <a:pt x="142" y="540"/>
                </a:lnTo>
                <a:lnTo>
                  <a:pt x="143" y="541"/>
                </a:lnTo>
                <a:lnTo>
                  <a:pt x="144" y="541"/>
                </a:lnTo>
                <a:lnTo>
                  <a:pt x="145" y="541"/>
                </a:lnTo>
                <a:lnTo>
                  <a:pt x="146" y="541"/>
                </a:lnTo>
                <a:lnTo>
                  <a:pt x="146" y="542"/>
                </a:lnTo>
                <a:lnTo>
                  <a:pt x="147" y="542"/>
                </a:lnTo>
                <a:lnTo>
                  <a:pt x="148" y="542"/>
                </a:lnTo>
                <a:lnTo>
                  <a:pt x="149" y="543"/>
                </a:lnTo>
                <a:lnTo>
                  <a:pt x="150" y="543"/>
                </a:lnTo>
                <a:lnTo>
                  <a:pt x="151" y="543"/>
                </a:lnTo>
                <a:lnTo>
                  <a:pt x="151" y="544"/>
                </a:lnTo>
                <a:lnTo>
                  <a:pt x="152" y="544"/>
                </a:lnTo>
                <a:lnTo>
                  <a:pt x="150" y="545"/>
                </a:lnTo>
                <a:lnTo>
                  <a:pt x="149" y="547"/>
                </a:lnTo>
                <a:lnTo>
                  <a:pt x="148" y="548"/>
                </a:lnTo>
                <a:lnTo>
                  <a:pt x="148" y="549"/>
                </a:lnTo>
                <a:lnTo>
                  <a:pt x="148" y="550"/>
                </a:lnTo>
                <a:lnTo>
                  <a:pt x="149" y="551"/>
                </a:lnTo>
                <a:lnTo>
                  <a:pt x="150" y="551"/>
                </a:lnTo>
                <a:lnTo>
                  <a:pt x="150" y="552"/>
                </a:lnTo>
                <a:lnTo>
                  <a:pt x="151" y="552"/>
                </a:lnTo>
                <a:lnTo>
                  <a:pt x="151" y="553"/>
                </a:lnTo>
                <a:lnTo>
                  <a:pt x="152" y="554"/>
                </a:lnTo>
                <a:lnTo>
                  <a:pt x="153" y="554"/>
                </a:lnTo>
                <a:lnTo>
                  <a:pt x="154" y="554"/>
                </a:lnTo>
                <a:lnTo>
                  <a:pt x="154" y="555"/>
                </a:lnTo>
                <a:lnTo>
                  <a:pt x="155" y="555"/>
                </a:lnTo>
                <a:lnTo>
                  <a:pt x="157" y="556"/>
                </a:lnTo>
                <a:lnTo>
                  <a:pt x="158" y="556"/>
                </a:lnTo>
                <a:lnTo>
                  <a:pt x="159" y="556"/>
                </a:lnTo>
                <a:lnTo>
                  <a:pt x="159" y="557"/>
                </a:lnTo>
                <a:lnTo>
                  <a:pt x="160" y="558"/>
                </a:lnTo>
                <a:lnTo>
                  <a:pt x="161" y="560"/>
                </a:lnTo>
                <a:lnTo>
                  <a:pt x="163" y="561"/>
                </a:lnTo>
                <a:lnTo>
                  <a:pt x="163" y="562"/>
                </a:lnTo>
                <a:lnTo>
                  <a:pt x="164" y="562"/>
                </a:lnTo>
                <a:lnTo>
                  <a:pt x="164" y="563"/>
                </a:lnTo>
                <a:lnTo>
                  <a:pt x="165" y="563"/>
                </a:lnTo>
                <a:lnTo>
                  <a:pt x="166" y="564"/>
                </a:lnTo>
                <a:lnTo>
                  <a:pt x="168" y="564"/>
                </a:lnTo>
                <a:lnTo>
                  <a:pt x="168" y="563"/>
                </a:lnTo>
                <a:lnTo>
                  <a:pt x="170" y="563"/>
                </a:lnTo>
                <a:lnTo>
                  <a:pt x="171" y="564"/>
                </a:lnTo>
                <a:lnTo>
                  <a:pt x="172" y="564"/>
                </a:lnTo>
                <a:lnTo>
                  <a:pt x="173" y="564"/>
                </a:lnTo>
                <a:lnTo>
                  <a:pt x="174" y="564"/>
                </a:lnTo>
                <a:lnTo>
                  <a:pt x="176" y="564"/>
                </a:lnTo>
                <a:lnTo>
                  <a:pt x="177" y="565"/>
                </a:lnTo>
                <a:lnTo>
                  <a:pt x="178" y="565"/>
                </a:lnTo>
                <a:lnTo>
                  <a:pt x="179" y="566"/>
                </a:lnTo>
                <a:lnTo>
                  <a:pt x="180" y="568"/>
                </a:lnTo>
                <a:lnTo>
                  <a:pt x="181" y="568"/>
                </a:lnTo>
                <a:lnTo>
                  <a:pt x="182" y="569"/>
                </a:lnTo>
                <a:lnTo>
                  <a:pt x="183" y="569"/>
                </a:lnTo>
                <a:lnTo>
                  <a:pt x="184" y="569"/>
                </a:lnTo>
                <a:lnTo>
                  <a:pt x="185" y="568"/>
                </a:lnTo>
                <a:lnTo>
                  <a:pt x="186" y="569"/>
                </a:lnTo>
                <a:lnTo>
                  <a:pt x="187" y="570"/>
                </a:lnTo>
                <a:lnTo>
                  <a:pt x="189" y="570"/>
                </a:lnTo>
                <a:lnTo>
                  <a:pt x="190" y="571"/>
                </a:lnTo>
                <a:lnTo>
                  <a:pt x="191" y="571"/>
                </a:lnTo>
                <a:lnTo>
                  <a:pt x="193" y="572"/>
                </a:lnTo>
                <a:lnTo>
                  <a:pt x="194" y="573"/>
                </a:lnTo>
                <a:lnTo>
                  <a:pt x="196" y="573"/>
                </a:lnTo>
                <a:lnTo>
                  <a:pt x="197" y="573"/>
                </a:lnTo>
                <a:lnTo>
                  <a:pt x="199" y="574"/>
                </a:lnTo>
                <a:lnTo>
                  <a:pt x="201" y="574"/>
                </a:lnTo>
                <a:lnTo>
                  <a:pt x="202" y="574"/>
                </a:lnTo>
                <a:lnTo>
                  <a:pt x="203" y="574"/>
                </a:lnTo>
                <a:lnTo>
                  <a:pt x="203" y="573"/>
                </a:lnTo>
                <a:lnTo>
                  <a:pt x="204" y="573"/>
                </a:lnTo>
                <a:lnTo>
                  <a:pt x="206" y="572"/>
                </a:lnTo>
                <a:lnTo>
                  <a:pt x="209" y="572"/>
                </a:lnTo>
                <a:lnTo>
                  <a:pt x="210" y="572"/>
                </a:lnTo>
                <a:lnTo>
                  <a:pt x="212" y="573"/>
                </a:lnTo>
                <a:lnTo>
                  <a:pt x="214" y="573"/>
                </a:lnTo>
                <a:lnTo>
                  <a:pt x="215" y="574"/>
                </a:lnTo>
                <a:lnTo>
                  <a:pt x="216" y="575"/>
                </a:lnTo>
                <a:lnTo>
                  <a:pt x="216" y="576"/>
                </a:lnTo>
                <a:lnTo>
                  <a:pt x="217" y="576"/>
                </a:lnTo>
                <a:lnTo>
                  <a:pt x="217" y="577"/>
                </a:lnTo>
                <a:lnTo>
                  <a:pt x="218" y="577"/>
                </a:lnTo>
                <a:lnTo>
                  <a:pt x="219" y="577"/>
                </a:lnTo>
                <a:lnTo>
                  <a:pt x="219" y="576"/>
                </a:lnTo>
                <a:lnTo>
                  <a:pt x="220" y="576"/>
                </a:lnTo>
                <a:lnTo>
                  <a:pt x="220" y="577"/>
                </a:lnTo>
                <a:lnTo>
                  <a:pt x="221" y="577"/>
                </a:lnTo>
                <a:lnTo>
                  <a:pt x="222" y="578"/>
                </a:lnTo>
                <a:lnTo>
                  <a:pt x="224" y="578"/>
                </a:lnTo>
                <a:lnTo>
                  <a:pt x="225" y="578"/>
                </a:lnTo>
                <a:lnTo>
                  <a:pt x="226" y="578"/>
                </a:lnTo>
                <a:lnTo>
                  <a:pt x="227" y="578"/>
                </a:lnTo>
                <a:lnTo>
                  <a:pt x="228" y="578"/>
                </a:lnTo>
                <a:lnTo>
                  <a:pt x="229" y="578"/>
                </a:lnTo>
                <a:lnTo>
                  <a:pt x="230" y="578"/>
                </a:lnTo>
                <a:lnTo>
                  <a:pt x="231" y="578"/>
                </a:lnTo>
                <a:lnTo>
                  <a:pt x="233" y="579"/>
                </a:lnTo>
                <a:lnTo>
                  <a:pt x="235" y="580"/>
                </a:lnTo>
                <a:lnTo>
                  <a:pt x="236" y="581"/>
                </a:lnTo>
                <a:lnTo>
                  <a:pt x="237" y="581"/>
                </a:lnTo>
                <a:lnTo>
                  <a:pt x="238" y="582"/>
                </a:lnTo>
                <a:lnTo>
                  <a:pt x="239" y="583"/>
                </a:lnTo>
                <a:lnTo>
                  <a:pt x="240" y="584"/>
                </a:lnTo>
                <a:lnTo>
                  <a:pt x="241" y="586"/>
                </a:lnTo>
                <a:lnTo>
                  <a:pt x="242" y="586"/>
                </a:lnTo>
                <a:lnTo>
                  <a:pt x="243" y="587"/>
                </a:lnTo>
                <a:lnTo>
                  <a:pt x="243" y="588"/>
                </a:lnTo>
                <a:lnTo>
                  <a:pt x="244" y="588"/>
                </a:lnTo>
                <a:lnTo>
                  <a:pt x="245" y="588"/>
                </a:lnTo>
                <a:lnTo>
                  <a:pt x="246" y="589"/>
                </a:lnTo>
                <a:lnTo>
                  <a:pt x="247" y="590"/>
                </a:lnTo>
                <a:lnTo>
                  <a:pt x="248" y="590"/>
                </a:lnTo>
                <a:lnTo>
                  <a:pt x="249" y="591"/>
                </a:lnTo>
                <a:lnTo>
                  <a:pt x="249" y="592"/>
                </a:lnTo>
                <a:lnTo>
                  <a:pt x="250" y="595"/>
                </a:lnTo>
                <a:lnTo>
                  <a:pt x="250" y="597"/>
                </a:lnTo>
                <a:lnTo>
                  <a:pt x="251" y="598"/>
                </a:lnTo>
                <a:lnTo>
                  <a:pt x="252" y="600"/>
                </a:lnTo>
                <a:lnTo>
                  <a:pt x="253" y="600"/>
                </a:lnTo>
                <a:lnTo>
                  <a:pt x="254" y="601"/>
                </a:lnTo>
                <a:lnTo>
                  <a:pt x="253" y="602"/>
                </a:lnTo>
                <a:lnTo>
                  <a:pt x="254" y="603"/>
                </a:lnTo>
                <a:lnTo>
                  <a:pt x="255" y="603"/>
                </a:lnTo>
                <a:lnTo>
                  <a:pt x="256" y="604"/>
                </a:lnTo>
                <a:lnTo>
                  <a:pt x="256" y="605"/>
                </a:lnTo>
                <a:lnTo>
                  <a:pt x="257" y="606"/>
                </a:lnTo>
                <a:lnTo>
                  <a:pt x="258" y="606"/>
                </a:lnTo>
                <a:lnTo>
                  <a:pt x="259" y="606"/>
                </a:lnTo>
                <a:lnTo>
                  <a:pt x="260" y="606"/>
                </a:lnTo>
                <a:lnTo>
                  <a:pt x="261" y="606"/>
                </a:lnTo>
                <a:lnTo>
                  <a:pt x="261" y="605"/>
                </a:lnTo>
                <a:lnTo>
                  <a:pt x="262" y="605"/>
                </a:lnTo>
                <a:lnTo>
                  <a:pt x="263" y="605"/>
                </a:lnTo>
                <a:lnTo>
                  <a:pt x="264" y="606"/>
                </a:lnTo>
                <a:lnTo>
                  <a:pt x="265" y="606"/>
                </a:lnTo>
                <a:lnTo>
                  <a:pt x="265" y="605"/>
                </a:lnTo>
                <a:lnTo>
                  <a:pt x="266" y="605"/>
                </a:lnTo>
                <a:lnTo>
                  <a:pt x="267" y="605"/>
                </a:lnTo>
                <a:lnTo>
                  <a:pt x="269" y="605"/>
                </a:lnTo>
                <a:lnTo>
                  <a:pt x="270" y="606"/>
                </a:lnTo>
                <a:lnTo>
                  <a:pt x="271" y="606"/>
                </a:lnTo>
                <a:lnTo>
                  <a:pt x="271" y="605"/>
                </a:lnTo>
                <a:lnTo>
                  <a:pt x="272" y="604"/>
                </a:lnTo>
                <a:lnTo>
                  <a:pt x="273" y="603"/>
                </a:lnTo>
                <a:lnTo>
                  <a:pt x="274" y="603"/>
                </a:lnTo>
                <a:lnTo>
                  <a:pt x="274" y="602"/>
                </a:lnTo>
                <a:lnTo>
                  <a:pt x="275" y="601"/>
                </a:lnTo>
                <a:lnTo>
                  <a:pt x="276" y="600"/>
                </a:lnTo>
                <a:lnTo>
                  <a:pt x="276" y="599"/>
                </a:lnTo>
                <a:lnTo>
                  <a:pt x="277" y="597"/>
                </a:lnTo>
                <a:lnTo>
                  <a:pt x="278" y="595"/>
                </a:lnTo>
                <a:lnTo>
                  <a:pt x="278" y="594"/>
                </a:lnTo>
                <a:lnTo>
                  <a:pt x="279" y="593"/>
                </a:lnTo>
                <a:lnTo>
                  <a:pt x="280" y="593"/>
                </a:lnTo>
                <a:lnTo>
                  <a:pt x="281" y="592"/>
                </a:lnTo>
                <a:lnTo>
                  <a:pt x="281" y="591"/>
                </a:lnTo>
                <a:lnTo>
                  <a:pt x="282" y="591"/>
                </a:lnTo>
                <a:lnTo>
                  <a:pt x="283" y="592"/>
                </a:lnTo>
                <a:lnTo>
                  <a:pt x="283" y="591"/>
                </a:lnTo>
                <a:lnTo>
                  <a:pt x="284" y="591"/>
                </a:lnTo>
                <a:lnTo>
                  <a:pt x="285" y="592"/>
                </a:lnTo>
                <a:lnTo>
                  <a:pt x="285" y="593"/>
                </a:lnTo>
                <a:lnTo>
                  <a:pt x="286" y="593"/>
                </a:lnTo>
                <a:lnTo>
                  <a:pt x="287" y="593"/>
                </a:lnTo>
                <a:lnTo>
                  <a:pt x="290" y="593"/>
                </a:lnTo>
                <a:lnTo>
                  <a:pt x="290" y="594"/>
                </a:lnTo>
                <a:lnTo>
                  <a:pt x="291" y="595"/>
                </a:lnTo>
                <a:lnTo>
                  <a:pt x="294" y="595"/>
                </a:lnTo>
                <a:lnTo>
                  <a:pt x="296" y="596"/>
                </a:lnTo>
                <a:lnTo>
                  <a:pt x="297" y="597"/>
                </a:lnTo>
                <a:lnTo>
                  <a:pt x="298" y="597"/>
                </a:lnTo>
                <a:lnTo>
                  <a:pt x="302" y="597"/>
                </a:lnTo>
                <a:lnTo>
                  <a:pt x="303" y="597"/>
                </a:lnTo>
                <a:lnTo>
                  <a:pt x="303" y="596"/>
                </a:lnTo>
                <a:lnTo>
                  <a:pt x="304" y="595"/>
                </a:lnTo>
                <a:lnTo>
                  <a:pt x="305" y="594"/>
                </a:lnTo>
                <a:lnTo>
                  <a:pt x="305" y="593"/>
                </a:lnTo>
                <a:lnTo>
                  <a:pt x="305" y="591"/>
                </a:lnTo>
                <a:lnTo>
                  <a:pt x="305" y="589"/>
                </a:lnTo>
                <a:lnTo>
                  <a:pt x="305" y="588"/>
                </a:lnTo>
                <a:lnTo>
                  <a:pt x="305" y="587"/>
                </a:lnTo>
                <a:lnTo>
                  <a:pt x="304" y="586"/>
                </a:lnTo>
                <a:lnTo>
                  <a:pt x="304" y="585"/>
                </a:lnTo>
                <a:lnTo>
                  <a:pt x="304" y="584"/>
                </a:lnTo>
                <a:lnTo>
                  <a:pt x="303" y="584"/>
                </a:lnTo>
                <a:lnTo>
                  <a:pt x="303" y="583"/>
                </a:lnTo>
                <a:lnTo>
                  <a:pt x="302" y="582"/>
                </a:lnTo>
                <a:lnTo>
                  <a:pt x="302" y="581"/>
                </a:lnTo>
                <a:lnTo>
                  <a:pt x="303" y="581"/>
                </a:lnTo>
                <a:lnTo>
                  <a:pt x="303" y="580"/>
                </a:lnTo>
                <a:lnTo>
                  <a:pt x="304" y="580"/>
                </a:lnTo>
                <a:lnTo>
                  <a:pt x="303" y="580"/>
                </a:lnTo>
                <a:lnTo>
                  <a:pt x="303" y="579"/>
                </a:lnTo>
                <a:lnTo>
                  <a:pt x="303" y="578"/>
                </a:lnTo>
                <a:lnTo>
                  <a:pt x="302" y="578"/>
                </a:lnTo>
                <a:lnTo>
                  <a:pt x="302" y="577"/>
                </a:lnTo>
                <a:lnTo>
                  <a:pt x="302" y="576"/>
                </a:lnTo>
                <a:lnTo>
                  <a:pt x="303" y="576"/>
                </a:lnTo>
                <a:lnTo>
                  <a:pt x="303" y="575"/>
                </a:lnTo>
                <a:lnTo>
                  <a:pt x="303" y="574"/>
                </a:lnTo>
                <a:lnTo>
                  <a:pt x="303" y="573"/>
                </a:lnTo>
                <a:lnTo>
                  <a:pt x="304" y="572"/>
                </a:lnTo>
                <a:lnTo>
                  <a:pt x="304" y="571"/>
                </a:lnTo>
                <a:lnTo>
                  <a:pt x="304" y="570"/>
                </a:lnTo>
                <a:lnTo>
                  <a:pt x="303" y="570"/>
                </a:lnTo>
                <a:lnTo>
                  <a:pt x="302" y="570"/>
                </a:lnTo>
                <a:lnTo>
                  <a:pt x="302" y="569"/>
                </a:lnTo>
                <a:lnTo>
                  <a:pt x="301" y="569"/>
                </a:lnTo>
                <a:lnTo>
                  <a:pt x="299" y="568"/>
                </a:lnTo>
                <a:lnTo>
                  <a:pt x="299" y="567"/>
                </a:lnTo>
                <a:lnTo>
                  <a:pt x="298" y="567"/>
                </a:lnTo>
                <a:lnTo>
                  <a:pt x="297" y="566"/>
                </a:lnTo>
                <a:lnTo>
                  <a:pt x="297" y="565"/>
                </a:lnTo>
                <a:lnTo>
                  <a:pt x="296" y="565"/>
                </a:lnTo>
                <a:lnTo>
                  <a:pt x="296" y="564"/>
                </a:lnTo>
                <a:lnTo>
                  <a:pt x="297" y="563"/>
                </a:lnTo>
                <a:lnTo>
                  <a:pt x="297" y="562"/>
                </a:lnTo>
                <a:lnTo>
                  <a:pt x="297" y="561"/>
                </a:lnTo>
                <a:lnTo>
                  <a:pt x="298" y="561"/>
                </a:lnTo>
                <a:lnTo>
                  <a:pt x="299" y="559"/>
                </a:lnTo>
                <a:lnTo>
                  <a:pt x="301" y="557"/>
                </a:lnTo>
                <a:lnTo>
                  <a:pt x="302" y="556"/>
                </a:lnTo>
                <a:lnTo>
                  <a:pt x="303" y="556"/>
                </a:lnTo>
                <a:lnTo>
                  <a:pt x="303" y="555"/>
                </a:lnTo>
                <a:lnTo>
                  <a:pt x="302" y="554"/>
                </a:lnTo>
                <a:lnTo>
                  <a:pt x="302" y="553"/>
                </a:lnTo>
                <a:lnTo>
                  <a:pt x="301" y="553"/>
                </a:lnTo>
                <a:lnTo>
                  <a:pt x="300" y="553"/>
                </a:lnTo>
                <a:lnTo>
                  <a:pt x="300" y="554"/>
                </a:lnTo>
                <a:lnTo>
                  <a:pt x="300" y="553"/>
                </a:lnTo>
                <a:lnTo>
                  <a:pt x="299" y="553"/>
                </a:lnTo>
                <a:lnTo>
                  <a:pt x="299" y="552"/>
                </a:lnTo>
                <a:lnTo>
                  <a:pt x="299" y="551"/>
                </a:lnTo>
                <a:lnTo>
                  <a:pt x="298" y="550"/>
                </a:lnTo>
                <a:lnTo>
                  <a:pt x="297" y="550"/>
                </a:lnTo>
                <a:lnTo>
                  <a:pt x="297" y="549"/>
                </a:lnTo>
                <a:lnTo>
                  <a:pt x="297" y="548"/>
                </a:lnTo>
                <a:lnTo>
                  <a:pt x="296" y="548"/>
                </a:lnTo>
                <a:lnTo>
                  <a:pt x="296" y="547"/>
                </a:lnTo>
                <a:lnTo>
                  <a:pt x="296" y="546"/>
                </a:lnTo>
                <a:lnTo>
                  <a:pt x="297" y="545"/>
                </a:lnTo>
                <a:lnTo>
                  <a:pt x="298" y="544"/>
                </a:lnTo>
                <a:lnTo>
                  <a:pt x="297" y="543"/>
                </a:lnTo>
                <a:lnTo>
                  <a:pt x="297" y="542"/>
                </a:lnTo>
                <a:lnTo>
                  <a:pt x="297" y="540"/>
                </a:lnTo>
                <a:lnTo>
                  <a:pt x="297" y="539"/>
                </a:lnTo>
                <a:lnTo>
                  <a:pt x="298" y="539"/>
                </a:lnTo>
                <a:lnTo>
                  <a:pt x="298" y="538"/>
                </a:lnTo>
                <a:lnTo>
                  <a:pt x="299" y="538"/>
                </a:lnTo>
                <a:lnTo>
                  <a:pt x="299" y="537"/>
                </a:lnTo>
                <a:lnTo>
                  <a:pt x="299" y="536"/>
                </a:lnTo>
                <a:lnTo>
                  <a:pt x="300" y="536"/>
                </a:lnTo>
                <a:lnTo>
                  <a:pt x="300" y="535"/>
                </a:lnTo>
                <a:lnTo>
                  <a:pt x="300" y="536"/>
                </a:lnTo>
                <a:lnTo>
                  <a:pt x="300" y="535"/>
                </a:lnTo>
                <a:lnTo>
                  <a:pt x="299" y="534"/>
                </a:lnTo>
                <a:lnTo>
                  <a:pt x="299" y="533"/>
                </a:lnTo>
                <a:lnTo>
                  <a:pt x="299" y="532"/>
                </a:lnTo>
                <a:lnTo>
                  <a:pt x="300" y="532"/>
                </a:lnTo>
                <a:lnTo>
                  <a:pt x="300" y="531"/>
                </a:lnTo>
                <a:lnTo>
                  <a:pt x="300" y="530"/>
                </a:lnTo>
                <a:lnTo>
                  <a:pt x="301" y="529"/>
                </a:lnTo>
                <a:lnTo>
                  <a:pt x="302" y="528"/>
                </a:lnTo>
                <a:lnTo>
                  <a:pt x="303" y="527"/>
                </a:lnTo>
                <a:lnTo>
                  <a:pt x="303" y="526"/>
                </a:lnTo>
                <a:lnTo>
                  <a:pt x="303" y="525"/>
                </a:lnTo>
                <a:lnTo>
                  <a:pt x="302" y="525"/>
                </a:lnTo>
                <a:lnTo>
                  <a:pt x="301" y="525"/>
                </a:lnTo>
                <a:lnTo>
                  <a:pt x="300" y="525"/>
                </a:lnTo>
                <a:lnTo>
                  <a:pt x="300" y="524"/>
                </a:lnTo>
                <a:lnTo>
                  <a:pt x="299" y="524"/>
                </a:lnTo>
                <a:lnTo>
                  <a:pt x="299" y="523"/>
                </a:lnTo>
                <a:lnTo>
                  <a:pt x="300" y="522"/>
                </a:lnTo>
                <a:lnTo>
                  <a:pt x="300" y="520"/>
                </a:lnTo>
                <a:lnTo>
                  <a:pt x="301" y="519"/>
                </a:lnTo>
                <a:lnTo>
                  <a:pt x="301" y="518"/>
                </a:lnTo>
                <a:lnTo>
                  <a:pt x="300" y="518"/>
                </a:lnTo>
                <a:lnTo>
                  <a:pt x="300" y="517"/>
                </a:lnTo>
                <a:lnTo>
                  <a:pt x="301" y="517"/>
                </a:lnTo>
                <a:lnTo>
                  <a:pt x="302" y="517"/>
                </a:lnTo>
                <a:lnTo>
                  <a:pt x="302" y="516"/>
                </a:lnTo>
                <a:lnTo>
                  <a:pt x="302" y="515"/>
                </a:lnTo>
                <a:lnTo>
                  <a:pt x="301" y="515"/>
                </a:lnTo>
                <a:lnTo>
                  <a:pt x="301" y="514"/>
                </a:lnTo>
                <a:lnTo>
                  <a:pt x="302" y="513"/>
                </a:lnTo>
                <a:lnTo>
                  <a:pt x="302" y="512"/>
                </a:lnTo>
                <a:lnTo>
                  <a:pt x="302" y="511"/>
                </a:lnTo>
                <a:lnTo>
                  <a:pt x="301" y="511"/>
                </a:lnTo>
                <a:lnTo>
                  <a:pt x="301" y="510"/>
                </a:lnTo>
                <a:lnTo>
                  <a:pt x="301" y="509"/>
                </a:lnTo>
                <a:lnTo>
                  <a:pt x="302" y="508"/>
                </a:lnTo>
                <a:lnTo>
                  <a:pt x="302" y="507"/>
                </a:lnTo>
                <a:lnTo>
                  <a:pt x="303" y="506"/>
                </a:lnTo>
                <a:lnTo>
                  <a:pt x="303" y="505"/>
                </a:lnTo>
                <a:lnTo>
                  <a:pt x="302" y="505"/>
                </a:lnTo>
                <a:lnTo>
                  <a:pt x="300" y="504"/>
                </a:lnTo>
                <a:lnTo>
                  <a:pt x="300" y="503"/>
                </a:lnTo>
                <a:lnTo>
                  <a:pt x="299" y="503"/>
                </a:lnTo>
                <a:lnTo>
                  <a:pt x="298" y="502"/>
                </a:lnTo>
                <a:lnTo>
                  <a:pt x="297" y="502"/>
                </a:lnTo>
                <a:lnTo>
                  <a:pt x="296" y="502"/>
                </a:lnTo>
                <a:lnTo>
                  <a:pt x="295" y="501"/>
                </a:lnTo>
                <a:lnTo>
                  <a:pt x="294" y="501"/>
                </a:lnTo>
                <a:lnTo>
                  <a:pt x="294" y="500"/>
                </a:lnTo>
                <a:lnTo>
                  <a:pt x="293" y="500"/>
                </a:lnTo>
                <a:lnTo>
                  <a:pt x="292" y="500"/>
                </a:lnTo>
                <a:lnTo>
                  <a:pt x="291" y="500"/>
                </a:lnTo>
                <a:lnTo>
                  <a:pt x="290" y="499"/>
                </a:lnTo>
                <a:lnTo>
                  <a:pt x="289" y="499"/>
                </a:lnTo>
                <a:lnTo>
                  <a:pt x="289" y="498"/>
                </a:lnTo>
                <a:lnTo>
                  <a:pt x="288" y="498"/>
                </a:lnTo>
                <a:lnTo>
                  <a:pt x="287" y="498"/>
                </a:lnTo>
                <a:lnTo>
                  <a:pt x="286" y="498"/>
                </a:lnTo>
                <a:lnTo>
                  <a:pt x="285" y="499"/>
                </a:lnTo>
                <a:lnTo>
                  <a:pt x="284" y="498"/>
                </a:lnTo>
                <a:lnTo>
                  <a:pt x="284" y="497"/>
                </a:lnTo>
                <a:lnTo>
                  <a:pt x="283" y="496"/>
                </a:lnTo>
                <a:lnTo>
                  <a:pt x="282" y="496"/>
                </a:lnTo>
                <a:lnTo>
                  <a:pt x="281" y="496"/>
                </a:lnTo>
                <a:lnTo>
                  <a:pt x="280" y="496"/>
                </a:lnTo>
                <a:lnTo>
                  <a:pt x="279" y="496"/>
                </a:lnTo>
                <a:lnTo>
                  <a:pt x="278" y="496"/>
                </a:lnTo>
                <a:lnTo>
                  <a:pt x="277" y="496"/>
                </a:lnTo>
                <a:lnTo>
                  <a:pt x="276" y="496"/>
                </a:lnTo>
                <a:lnTo>
                  <a:pt x="275" y="495"/>
                </a:lnTo>
                <a:lnTo>
                  <a:pt x="274" y="495"/>
                </a:lnTo>
                <a:lnTo>
                  <a:pt x="272" y="495"/>
                </a:lnTo>
                <a:lnTo>
                  <a:pt x="271" y="495"/>
                </a:lnTo>
                <a:lnTo>
                  <a:pt x="270" y="494"/>
                </a:lnTo>
                <a:lnTo>
                  <a:pt x="269" y="494"/>
                </a:lnTo>
                <a:lnTo>
                  <a:pt x="269" y="493"/>
                </a:lnTo>
                <a:lnTo>
                  <a:pt x="270" y="492"/>
                </a:lnTo>
                <a:lnTo>
                  <a:pt x="271" y="492"/>
                </a:lnTo>
                <a:lnTo>
                  <a:pt x="271" y="491"/>
                </a:lnTo>
                <a:lnTo>
                  <a:pt x="270" y="490"/>
                </a:lnTo>
                <a:lnTo>
                  <a:pt x="269" y="489"/>
                </a:lnTo>
                <a:lnTo>
                  <a:pt x="268" y="489"/>
                </a:lnTo>
                <a:lnTo>
                  <a:pt x="266" y="489"/>
                </a:lnTo>
                <a:lnTo>
                  <a:pt x="265" y="489"/>
                </a:lnTo>
                <a:lnTo>
                  <a:pt x="263" y="489"/>
                </a:lnTo>
                <a:lnTo>
                  <a:pt x="263" y="488"/>
                </a:lnTo>
                <a:lnTo>
                  <a:pt x="262" y="488"/>
                </a:lnTo>
                <a:lnTo>
                  <a:pt x="261" y="488"/>
                </a:lnTo>
                <a:lnTo>
                  <a:pt x="260" y="488"/>
                </a:lnTo>
                <a:lnTo>
                  <a:pt x="259" y="488"/>
                </a:lnTo>
                <a:lnTo>
                  <a:pt x="258" y="487"/>
                </a:lnTo>
                <a:lnTo>
                  <a:pt x="257" y="487"/>
                </a:lnTo>
                <a:lnTo>
                  <a:pt x="257" y="486"/>
                </a:lnTo>
                <a:lnTo>
                  <a:pt x="257" y="485"/>
                </a:lnTo>
                <a:lnTo>
                  <a:pt x="256" y="484"/>
                </a:lnTo>
                <a:lnTo>
                  <a:pt x="256" y="483"/>
                </a:lnTo>
                <a:lnTo>
                  <a:pt x="256" y="482"/>
                </a:lnTo>
                <a:lnTo>
                  <a:pt x="256" y="480"/>
                </a:lnTo>
                <a:lnTo>
                  <a:pt x="257" y="480"/>
                </a:lnTo>
                <a:lnTo>
                  <a:pt x="258" y="479"/>
                </a:lnTo>
                <a:lnTo>
                  <a:pt x="258" y="478"/>
                </a:lnTo>
                <a:lnTo>
                  <a:pt x="258" y="476"/>
                </a:lnTo>
                <a:lnTo>
                  <a:pt x="258" y="475"/>
                </a:lnTo>
                <a:lnTo>
                  <a:pt x="258" y="474"/>
                </a:lnTo>
                <a:lnTo>
                  <a:pt x="258" y="473"/>
                </a:lnTo>
                <a:lnTo>
                  <a:pt x="257" y="472"/>
                </a:lnTo>
                <a:lnTo>
                  <a:pt x="257" y="471"/>
                </a:lnTo>
                <a:lnTo>
                  <a:pt x="256" y="471"/>
                </a:lnTo>
                <a:lnTo>
                  <a:pt x="255" y="471"/>
                </a:lnTo>
                <a:lnTo>
                  <a:pt x="255" y="472"/>
                </a:lnTo>
                <a:lnTo>
                  <a:pt x="255" y="471"/>
                </a:lnTo>
                <a:lnTo>
                  <a:pt x="254" y="471"/>
                </a:lnTo>
                <a:lnTo>
                  <a:pt x="255" y="470"/>
                </a:lnTo>
                <a:lnTo>
                  <a:pt x="256" y="469"/>
                </a:lnTo>
                <a:lnTo>
                  <a:pt x="256" y="468"/>
                </a:lnTo>
                <a:lnTo>
                  <a:pt x="256" y="466"/>
                </a:lnTo>
                <a:lnTo>
                  <a:pt x="257" y="465"/>
                </a:lnTo>
                <a:lnTo>
                  <a:pt x="258" y="465"/>
                </a:lnTo>
                <a:lnTo>
                  <a:pt x="257" y="464"/>
                </a:lnTo>
                <a:lnTo>
                  <a:pt x="257" y="463"/>
                </a:lnTo>
                <a:lnTo>
                  <a:pt x="258" y="463"/>
                </a:lnTo>
                <a:lnTo>
                  <a:pt x="258" y="462"/>
                </a:lnTo>
                <a:lnTo>
                  <a:pt x="260" y="461"/>
                </a:lnTo>
                <a:lnTo>
                  <a:pt x="261" y="461"/>
                </a:lnTo>
                <a:lnTo>
                  <a:pt x="262" y="461"/>
                </a:lnTo>
                <a:lnTo>
                  <a:pt x="263" y="461"/>
                </a:lnTo>
                <a:lnTo>
                  <a:pt x="263" y="460"/>
                </a:lnTo>
                <a:lnTo>
                  <a:pt x="264" y="460"/>
                </a:lnTo>
                <a:lnTo>
                  <a:pt x="264" y="459"/>
                </a:lnTo>
                <a:lnTo>
                  <a:pt x="264" y="457"/>
                </a:lnTo>
                <a:lnTo>
                  <a:pt x="263" y="457"/>
                </a:lnTo>
                <a:lnTo>
                  <a:pt x="262" y="457"/>
                </a:lnTo>
                <a:lnTo>
                  <a:pt x="262" y="456"/>
                </a:lnTo>
                <a:lnTo>
                  <a:pt x="261" y="456"/>
                </a:lnTo>
                <a:lnTo>
                  <a:pt x="261" y="455"/>
                </a:lnTo>
                <a:lnTo>
                  <a:pt x="262" y="455"/>
                </a:lnTo>
                <a:lnTo>
                  <a:pt x="262" y="454"/>
                </a:lnTo>
                <a:lnTo>
                  <a:pt x="261" y="454"/>
                </a:lnTo>
                <a:lnTo>
                  <a:pt x="261" y="453"/>
                </a:lnTo>
                <a:lnTo>
                  <a:pt x="260" y="452"/>
                </a:lnTo>
                <a:lnTo>
                  <a:pt x="261" y="452"/>
                </a:lnTo>
                <a:lnTo>
                  <a:pt x="261" y="451"/>
                </a:lnTo>
                <a:lnTo>
                  <a:pt x="262" y="450"/>
                </a:lnTo>
                <a:lnTo>
                  <a:pt x="262" y="449"/>
                </a:lnTo>
                <a:lnTo>
                  <a:pt x="261" y="449"/>
                </a:lnTo>
                <a:lnTo>
                  <a:pt x="261" y="448"/>
                </a:lnTo>
                <a:lnTo>
                  <a:pt x="261" y="446"/>
                </a:lnTo>
                <a:lnTo>
                  <a:pt x="261" y="445"/>
                </a:lnTo>
                <a:lnTo>
                  <a:pt x="261" y="444"/>
                </a:lnTo>
                <a:lnTo>
                  <a:pt x="261" y="443"/>
                </a:lnTo>
                <a:lnTo>
                  <a:pt x="262" y="443"/>
                </a:lnTo>
                <a:lnTo>
                  <a:pt x="262" y="442"/>
                </a:lnTo>
                <a:lnTo>
                  <a:pt x="262" y="441"/>
                </a:lnTo>
                <a:lnTo>
                  <a:pt x="262" y="440"/>
                </a:lnTo>
                <a:lnTo>
                  <a:pt x="263" y="440"/>
                </a:lnTo>
                <a:lnTo>
                  <a:pt x="263" y="439"/>
                </a:lnTo>
                <a:lnTo>
                  <a:pt x="263" y="438"/>
                </a:lnTo>
                <a:lnTo>
                  <a:pt x="263" y="437"/>
                </a:lnTo>
                <a:lnTo>
                  <a:pt x="264" y="437"/>
                </a:lnTo>
                <a:lnTo>
                  <a:pt x="265" y="437"/>
                </a:lnTo>
                <a:lnTo>
                  <a:pt x="265" y="438"/>
                </a:lnTo>
                <a:lnTo>
                  <a:pt x="266" y="438"/>
                </a:lnTo>
                <a:lnTo>
                  <a:pt x="267" y="438"/>
                </a:lnTo>
                <a:lnTo>
                  <a:pt x="268" y="438"/>
                </a:lnTo>
                <a:lnTo>
                  <a:pt x="268" y="437"/>
                </a:lnTo>
                <a:lnTo>
                  <a:pt x="269" y="437"/>
                </a:lnTo>
                <a:lnTo>
                  <a:pt x="270" y="437"/>
                </a:lnTo>
                <a:lnTo>
                  <a:pt x="271" y="437"/>
                </a:lnTo>
                <a:lnTo>
                  <a:pt x="271" y="436"/>
                </a:lnTo>
                <a:lnTo>
                  <a:pt x="272" y="436"/>
                </a:lnTo>
                <a:lnTo>
                  <a:pt x="273" y="435"/>
                </a:lnTo>
                <a:lnTo>
                  <a:pt x="274" y="435"/>
                </a:lnTo>
                <a:lnTo>
                  <a:pt x="274" y="433"/>
                </a:lnTo>
                <a:lnTo>
                  <a:pt x="274" y="432"/>
                </a:lnTo>
                <a:lnTo>
                  <a:pt x="275" y="431"/>
                </a:lnTo>
                <a:lnTo>
                  <a:pt x="276" y="431"/>
                </a:lnTo>
                <a:lnTo>
                  <a:pt x="276" y="430"/>
                </a:lnTo>
                <a:lnTo>
                  <a:pt x="277" y="430"/>
                </a:lnTo>
                <a:lnTo>
                  <a:pt x="278" y="429"/>
                </a:lnTo>
                <a:lnTo>
                  <a:pt x="278" y="428"/>
                </a:lnTo>
                <a:lnTo>
                  <a:pt x="280" y="427"/>
                </a:lnTo>
                <a:lnTo>
                  <a:pt x="282" y="425"/>
                </a:lnTo>
                <a:lnTo>
                  <a:pt x="283" y="425"/>
                </a:lnTo>
                <a:lnTo>
                  <a:pt x="284" y="423"/>
                </a:lnTo>
                <a:lnTo>
                  <a:pt x="285" y="422"/>
                </a:lnTo>
                <a:lnTo>
                  <a:pt x="286" y="422"/>
                </a:lnTo>
                <a:lnTo>
                  <a:pt x="288" y="421"/>
                </a:lnTo>
                <a:lnTo>
                  <a:pt x="289" y="421"/>
                </a:lnTo>
                <a:lnTo>
                  <a:pt x="289" y="422"/>
                </a:lnTo>
                <a:lnTo>
                  <a:pt x="290" y="422"/>
                </a:lnTo>
                <a:lnTo>
                  <a:pt x="291" y="422"/>
                </a:lnTo>
                <a:lnTo>
                  <a:pt x="292" y="422"/>
                </a:lnTo>
                <a:lnTo>
                  <a:pt x="293" y="422"/>
                </a:lnTo>
                <a:lnTo>
                  <a:pt x="294" y="422"/>
                </a:lnTo>
                <a:lnTo>
                  <a:pt x="296" y="422"/>
                </a:lnTo>
                <a:lnTo>
                  <a:pt x="298" y="423"/>
                </a:lnTo>
                <a:lnTo>
                  <a:pt x="299" y="423"/>
                </a:lnTo>
                <a:lnTo>
                  <a:pt x="300" y="423"/>
                </a:lnTo>
                <a:lnTo>
                  <a:pt x="300" y="424"/>
                </a:lnTo>
                <a:lnTo>
                  <a:pt x="301" y="424"/>
                </a:lnTo>
                <a:lnTo>
                  <a:pt x="303" y="424"/>
                </a:lnTo>
                <a:lnTo>
                  <a:pt x="304" y="425"/>
                </a:lnTo>
                <a:lnTo>
                  <a:pt x="305" y="425"/>
                </a:lnTo>
                <a:lnTo>
                  <a:pt x="306" y="425"/>
                </a:lnTo>
                <a:lnTo>
                  <a:pt x="307" y="425"/>
                </a:lnTo>
                <a:lnTo>
                  <a:pt x="309" y="425"/>
                </a:lnTo>
                <a:lnTo>
                  <a:pt x="311" y="424"/>
                </a:lnTo>
                <a:lnTo>
                  <a:pt x="313" y="424"/>
                </a:lnTo>
                <a:lnTo>
                  <a:pt x="314" y="423"/>
                </a:lnTo>
                <a:lnTo>
                  <a:pt x="315" y="423"/>
                </a:lnTo>
                <a:lnTo>
                  <a:pt x="315" y="422"/>
                </a:lnTo>
                <a:lnTo>
                  <a:pt x="316" y="422"/>
                </a:lnTo>
                <a:lnTo>
                  <a:pt x="316" y="421"/>
                </a:lnTo>
                <a:lnTo>
                  <a:pt x="316" y="420"/>
                </a:lnTo>
                <a:lnTo>
                  <a:pt x="317" y="419"/>
                </a:lnTo>
                <a:lnTo>
                  <a:pt x="317" y="418"/>
                </a:lnTo>
                <a:lnTo>
                  <a:pt x="318" y="416"/>
                </a:lnTo>
                <a:lnTo>
                  <a:pt x="320" y="416"/>
                </a:lnTo>
                <a:lnTo>
                  <a:pt x="323" y="416"/>
                </a:lnTo>
                <a:lnTo>
                  <a:pt x="324" y="416"/>
                </a:lnTo>
                <a:lnTo>
                  <a:pt x="325" y="416"/>
                </a:lnTo>
                <a:lnTo>
                  <a:pt x="326" y="417"/>
                </a:lnTo>
                <a:lnTo>
                  <a:pt x="328" y="417"/>
                </a:lnTo>
                <a:lnTo>
                  <a:pt x="329" y="417"/>
                </a:lnTo>
                <a:lnTo>
                  <a:pt x="329" y="416"/>
                </a:lnTo>
                <a:lnTo>
                  <a:pt x="330" y="415"/>
                </a:lnTo>
                <a:lnTo>
                  <a:pt x="331" y="415"/>
                </a:lnTo>
                <a:lnTo>
                  <a:pt x="331" y="414"/>
                </a:lnTo>
                <a:lnTo>
                  <a:pt x="331" y="413"/>
                </a:lnTo>
                <a:lnTo>
                  <a:pt x="332" y="413"/>
                </a:lnTo>
                <a:lnTo>
                  <a:pt x="331" y="413"/>
                </a:lnTo>
                <a:lnTo>
                  <a:pt x="332" y="413"/>
                </a:lnTo>
                <a:lnTo>
                  <a:pt x="332" y="412"/>
                </a:lnTo>
                <a:lnTo>
                  <a:pt x="332" y="410"/>
                </a:lnTo>
                <a:lnTo>
                  <a:pt x="333" y="409"/>
                </a:lnTo>
                <a:lnTo>
                  <a:pt x="334" y="409"/>
                </a:lnTo>
                <a:lnTo>
                  <a:pt x="335" y="409"/>
                </a:lnTo>
                <a:lnTo>
                  <a:pt x="336" y="408"/>
                </a:lnTo>
                <a:lnTo>
                  <a:pt x="339" y="407"/>
                </a:lnTo>
                <a:lnTo>
                  <a:pt x="339" y="408"/>
                </a:lnTo>
                <a:lnTo>
                  <a:pt x="340" y="408"/>
                </a:lnTo>
                <a:lnTo>
                  <a:pt x="340" y="407"/>
                </a:lnTo>
                <a:lnTo>
                  <a:pt x="341" y="407"/>
                </a:lnTo>
                <a:lnTo>
                  <a:pt x="342" y="407"/>
                </a:lnTo>
                <a:lnTo>
                  <a:pt x="343" y="408"/>
                </a:lnTo>
                <a:lnTo>
                  <a:pt x="344" y="409"/>
                </a:lnTo>
                <a:lnTo>
                  <a:pt x="346" y="411"/>
                </a:lnTo>
                <a:lnTo>
                  <a:pt x="348" y="411"/>
                </a:lnTo>
                <a:lnTo>
                  <a:pt x="349" y="411"/>
                </a:lnTo>
                <a:lnTo>
                  <a:pt x="350" y="411"/>
                </a:lnTo>
                <a:lnTo>
                  <a:pt x="351" y="411"/>
                </a:lnTo>
                <a:lnTo>
                  <a:pt x="352" y="411"/>
                </a:lnTo>
                <a:lnTo>
                  <a:pt x="354" y="411"/>
                </a:lnTo>
                <a:lnTo>
                  <a:pt x="355" y="412"/>
                </a:lnTo>
                <a:lnTo>
                  <a:pt x="356" y="412"/>
                </a:lnTo>
                <a:lnTo>
                  <a:pt x="358" y="412"/>
                </a:lnTo>
                <a:lnTo>
                  <a:pt x="359" y="412"/>
                </a:lnTo>
                <a:lnTo>
                  <a:pt x="360" y="412"/>
                </a:lnTo>
                <a:lnTo>
                  <a:pt x="361" y="412"/>
                </a:lnTo>
                <a:lnTo>
                  <a:pt x="362" y="411"/>
                </a:lnTo>
                <a:lnTo>
                  <a:pt x="362" y="410"/>
                </a:lnTo>
                <a:lnTo>
                  <a:pt x="361" y="410"/>
                </a:lnTo>
                <a:lnTo>
                  <a:pt x="361" y="409"/>
                </a:lnTo>
                <a:lnTo>
                  <a:pt x="361" y="408"/>
                </a:lnTo>
                <a:lnTo>
                  <a:pt x="361" y="407"/>
                </a:lnTo>
                <a:lnTo>
                  <a:pt x="360" y="407"/>
                </a:lnTo>
                <a:lnTo>
                  <a:pt x="359" y="406"/>
                </a:lnTo>
                <a:lnTo>
                  <a:pt x="358" y="406"/>
                </a:lnTo>
                <a:lnTo>
                  <a:pt x="358" y="405"/>
                </a:lnTo>
                <a:lnTo>
                  <a:pt x="359" y="405"/>
                </a:lnTo>
                <a:lnTo>
                  <a:pt x="359" y="404"/>
                </a:lnTo>
                <a:lnTo>
                  <a:pt x="359" y="403"/>
                </a:lnTo>
                <a:lnTo>
                  <a:pt x="360" y="403"/>
                </a:lnTo>
                <a:lnTo>
                  <a:pt x="360" y="402"/>
                </a:lnTo>
                <a:lnTo>
                  <a:pt x="361" y="402"/>
                </a:lnTo>
                <a:lnTo>
                  <a:pt x="361" y="401"/>
                </a:lnTo>
                <a:lnTo>
                  <a:pt x="361" y="399"/>
                </a:lnTo>
                <a:lnTo>
                  <a:pt x="362" y="398"/>
                </a:lnTo>
                <a:lnTo>
                  <a:pt x="362" y="397"/>
                </a:lnTo>
                <a:lnTo>
                  <a:pt x="362" y="396"/>
                </a:lnTo>
                <a:lnTo>
                  <a:pt x="361" y="395"/>
                </a:lnTo>
                <a:lnTo>
                  <a:pt x="361" y="394"/>
                </a:lnTo>
                <a:lnTo>
                  <a:pt x="360" y="394"/>
                </a:lnTo>
                <a:lnTo>
                  <a:pt x="360" y="393"/>
                </a:lnTo>
                <a:lnTo>
                  <a:pt x="359" y="391"/>
                </a:lnTo>
                <a:lnTo>
                  <a:pt x="360" y="389"/>
                </a:lnTo>
                <a:lnTo>
                  <a:pt x="360" y="388"/>
                </a:lnTo>
                <a:lnTo>
                  <a:pt x="360" y="387"/>
                </a:lnTo>
                <a:lnTo>
                  <a:pt x="360" y="386"/>
                </a:lnTo>
                <a:lnTo>
                  <a:pt x="360" y="385"/>
                </a:lnTo>
                <a:lnTo>
                  <a:pt x="359" y="384"/>
                </a:lnTo>
                <a:lnTo>
                  <a:pt x="359" y="383"/>
                </a:lnTo>
                <a:lnTo>
                  <a:pt x="360" y="382"/>
                </a:lnTo>
                <a:lnTo>
                  <a:pt x="360" y="381"/>
                </a:lnTo>
                <a:lnTo>
                  <a:pt x="360" y="380"/>
                </a:lnTo>
                <a:lnTo>
                  <a:pt x="359" y="380"/>
                </a:lnTo>
                <a:lnTo>
                  <a:pt x="358" y="380"/>
                </a:lnTo>
                <a:lnTo>
                  <a:pt x="358" y="379"/>
                </a:lnTo>
                <a:lnTo>
                  <a:pt x="358" y="378"/>
                </a:lnTo>
                <a:lnTo>
                  <a:pt x="357" y="377"/>
                </a:lnTo>
                <a:lnTo>
                  <a:pt x="356" y="377"/>
                </a:lnTo>
                <a:lnTo>
                  <a:pt x="355" y="376"/>
                </a:lnTo>
                <a:lnTo>
                  <a:pt x="354" y="377"/>
                </a:lnTo>
                <a:lnTo>
                  <a:pt x="354" y="376"/>
                </a:lnTo>
                <a:lnTo>
                  <a:pt x="353" y="376"/>
                </a:lnTo>
                <a:lnTo>
                  <a:pt x="353" y="375"/>
                </a:lnTo>
                <a:lnTo>
                  <a:pt x="353" y="374"/>
                </a:lnTo>
                <a:lnTo>
                  <a:pt x="352" y="373"/>
                </a:lnTo>
                <a:lnTo>
                  <a:pt x="352" y="372"/>
                </a:lnTo>
                <a:lnTo>
                  <a:pt x="351" y="372"/>
                </a:lnTo>
                <a:lnTo>
                  <a:pt x="351" y="371"/>
                </a:lnTo>
                <a:lnTo>
                  <a:pt x="351" y="372"/>
                </a:lnTo>
                <a:lnTo>
                  <a:pt x="350" y="372"/>
                </a:lnTo>
                <a:lnTo>
                  <a:pt x="350" y="371"/>
                </a:lnTo>
                <a:lnTo>
                  <a:pt x="347" y="370"/>
                </a:lnTo>
                <a:lnTo>
                  <a:pt x="348" y="369"/>
                </a:lnTo>
                <a:lnTo>
                  <a:pt x="349" y="369"/>
                </a:lnTo>
                <a:lnTo>
                  <a:pt x="349" y="368"/>
                </a:lnTo>
                <a:lnTo>
                  <a:pt x="348" y="368"/>
                </a:lnTo>
                <a:lnTo>
                  <a:pt x="348" y="367"/>
                </a:lnTo>
                <a:lnTo>
                  <a:pt x="348" y="366"/>
                </a:lnTo>
                <a:lnTo>
                  <a:pt x="348" y="365"/>
                </a:lnTo>
                <a:lnTo>
                  <a:pt x="349" y="364"/>
                </a:lnTo>
                <a:lnTo>
                  <a:pt x="348" y="363"/>
                </a:lnTo>
                <a:lnTo>
                  <a:pt x="349" y="362"/>
                </a:lnTo>
                <a:lnTo>
                  <a:pt x="348" y="361"/>
                </a:lnTo>
                <a:lnTo>
                  <a:pt x="349" y="359"/>
                </a:lnTo>
                <a:lnTo>
                  <a:pt x="349" y="358"/>
                </a:lnTo>
                <a:lnTo>
                  <a:pt x="349" y="357"/>
                </a:lnTo>
                <a:lnTo>
                  <a:pt x="350" y="356"/>
                </a:lnTo>
                <a:lnTo>
                  <a:pt x="350" y="355"/>
                </a:lnTo>
                <a:lnTo>
                  <a:pt x="349" y="355"/>
                </a:lnTo>
                <a:lnTo>
                  <a:pt x="348" y="355"/>
                </a:lnTo>
                <a:lnTo>
                  <a:pt x="347" y="354"/>
                </a:lnTo>
                <a:lnTo>
                  <a:pt x="346" y="353"/>
                </a:lnTo>
                <a:lnTo>
                  <a:pt x="346" y="352"/>
                </a:lnTo>
                <a:lnTo>
                  <a:pt x="346" y="351"/>
                </a:lnTo>
                <a:lnTo>
                  <a:pt x="347" y="351"/>
                </a:lnTo>
                <a:lnTo>
                  <a:pt x="347" y="350"/>
                </a:lnTo>
                <a:lnTo>
                  <a:pt x="347" y="349"/>
                </a:lnTo>
                <a:lnTo>
                  <a:pt x="346" y="348"/>
                </a:lnTo>
                <a:lnTo>
                  <a:pt x="345" y="347"/>
                </a:lnTo>
                <a:lnTo>
                  <a:pt x="344" y="347"/>
                </a:lnTo>
                <a:lnTo>
                  <a:pt x="344" y="346"/>
                </a:lnTo>
                <a:lnTo>
                  <a:pt x="342" y="345"/>
                </a:lnTo>
                <a:lnTo>
                  <a:pt x="342" y="344"/>
                </a:lnTo>
                <a:lnTo>
                  <a:pt x="342" y="343"/>
                </a:lnTo>
                <a:lnTo>
                  <a:pt x="343" y="341"/>
                </a:lnTo>
                <a:lnTo>
                  <a:pt x="343" y="340"/>
                </a:lnTo>
                <a:lnTo>
                  <a:pt x="342" y="340"/>
                </a:lnTo>
                <a:lnTo>
                  <a:pt x="342" y="339"/>
                </a:lnTo>
                <a:lnTo>
                  <a:pt x="343" y="339"/>
                </a:lnTo>
                <a:lnTo>
                  <a:pt x="343" y="338"/>
                </a:lnTo>
                <a:lnTo>
                  <a:pt x="342" y="337"/>
                </a:lnTo>
                <a:lnTo>
                  <a:pt x="341" y="336"/>
                </a:lnTo>
                <a:lnTo>
                  <a:pt x="341" y="335"/>
                </a:lnTo>
                <a:lnTo>
                  <a:pt x="342" y="335"/>
                </a:lnTo>
                <a:lnTo>
                  <a:pt x="342" y="334"/>
                </a:lnTo>
                <a:lnTo>
                  <a:pt x="342" y="333"/>
                </a:lnTo>
                <a:lnTo>
                  <a:pt x="341" y="333"/>
                </a:lnTo>
                <a:lnTo>
                  <a:pt x="340" y="332"/>
                </a:lnTo>
                <a:lnTo>
                  <a:pt x="340" y="328"/>
                </a:lnTo>
                <a:lnTo>
                  <a:pt x="340" y="327"/>
                </a:lnTo>
                <a:lnTo>
                  <a:pt x="340" y="326"/>
                </a:lnTo>
                <a:lnTo>
                  <a:pt x="341" y="325"/>
                </a:lnTo>
                <a:lnTo>
                  <a:pt x="341" y="323"/>
                </a:lnTo>
                <a:lnTo>
                  <a:pt x="341" y="322"/>
                </a:lnTo>
                <a:lnTo>
                  <a:pt x="341" y="321"/>
                </a:lnTo>
                <a:lnTo>
                  <a:pt x="340" y="319"/>
                </a:lnTo>
                <a:lnTo>
                  <a:pt x="340" y="318"/>
                </a:lnTo>
                <a:lnTo>
                  <a:pt x="340" y="317"/>
                </a:lnTo>
                <a:lnTo>
                  <a:pt x="339" y="317"/>
                </a:lnTo>
                <a:lnTo>
                  <a:pt x="339" y="316"/>
                </a:lnTo>
                <a:lnTo>
                  <a:pt x="338" y="316"/>
                </a:lnTo>
                <a:lnTo>
                  <a:pt x="338" y="315"/>
                </a:lnTo>
                <a:lnTo>
                  <a:pt x="337" y="314"/>
                </a:lnTo>
                <a:lnTo>
                  <a:pt x="338" y="314"/>
                </a:lnTo>
                <a:lnTo>
                  <a:pt x="337" y="314"/>
                </a:lnTo>
                <a:lnTo>
                  <a:pt x="337" y="313"/>
                </a:lnTo>
                <a:lnTo>
                  <a:pt x="337" y="312"/>
                </a:lnTo>
                <a:lnTo>
                  <a:pt x="337" y="311"/>
                </a:lnTo>
                <a:lnTo>
                  <a:pt x="336" y="311"/>
                </a:lnTo>
                <a:lnTo>
                  <a:pt x="334" y="309"/>
                </a:lnTo>
                <a:lnTo>
                  <a:pt x="332" y="309"/>
                </a:lnTo>
                <a:lnTo>
                  <a:pt x="331" y="309"/>
                </a:lnTo>
                <a:lnTo>
                  <a:pt x="331" y="308"/>
                </a:lnTo>
                <a:lnTo>
                  <a:pt x="329" y="307"/>
                </a:lnTo>
                <a:lnTo>
                  <a:pt x="328" y="307"/>
                </a:lnTo>
                <a:lnTo>
                  <a:pt x="327" y="307"/>
                </a:lnTo>
                <a:lnTo>
                  <a:pt x="326" y="306"/>
                </a:lnTo>
                <a:lnTo>
                  <a:pt x="325" y="307"/>
                </a:lnTo>
                <a:lnTo>
                  <a:pt x="324" y="307"/>
                </a:lnTo>
                <a:lnTo>
                  <a:pt x="324" y="308"/>
                </a:lnTo>
                <a:lnTo>
                  <a:pt x="323" y="308"/>
                </a:lnTo>
                <a:lnTo>
                  <a:pt x="322" y="307"/>
                </a:lnTo>
                <a:lnTo>
                  <a:pt x="321" y="307"/>
                </a:lnTo>
                <a:lnTo>
                  <a:pt x="320" y="308"/>
                </a:lnTo>
                <a:lnTo>
                  <a:pt x="319" y="308"/>
                </a:lnTo>
                <a:lnTo>
                  <a:pt x="319" y="309"/>
                </a:lnTo>
                <a:lnTo>
                  <a:pt x="318" y="309"/>
                </a:lnTo>
                <a:lnTo>
                  <a:pt x="317" y="308"/>
                </a:lnTo>
                <a:lnTo>
                  <a:pt x="316" y="308"/>
                </a:lnTo>
                <a:lnTo>
                  <a:pt x="315" y="307"/>
                </a:lnTo>
                <a:lnTo>
                  <a:pt x="315" y="306"/>
                </a:lnTo>
                <a:lnTo>
                  <a:pt x="316" y="306"/>
                </a:lnTo>
                <a:lnTo>
                  <a:pt x="316" y="304"/>
                </a:lnTo>
                <a:lnTo>
                  <a:pt x="316" y="302"/>
                </a:lnTo>
                <a:lnTo>
                  <a:pt x="315" y="302"/>
                </a:lnTo>
                <a:lnTo>
                  <a:pt x="314" y="302"/>
                </a:lnTo>
                <a:lnTo>
                  <a:pt x="314" y="301"/>
                </a:lnTo>
                <a:lnTo>
                  <a:pt x="313" y="300"/>
                </a:lnTo>
                <a:lnTo>
                  <a:pt x="313" y="299"/>
                </a:lnTo>
                <a:lnTo>
                  <a:pt x="312" y="298"/>
                </a:lnTo>
                <a:lnTo>
                  <a:pt x="311" y="298"/>
                </a:lnTo>
                <a:lnTo>
                  <a:pt x="310" y="298"/>
                </a:lnTo>
                <a:lnTo>
                  <a:pt x="310" y="297"/>
                </a:lnTo>
                <a:lnTo>
                  <a:pt x="309" y="296"/>
                </a:lnTo>
                <a:lnTo>
                  <a:pt x="308" y="295"/>
                </a:lnTo>
                <a:lnTo>
                  <a:pt x="307" y="295"/>
                </a:lnTo>
                <a:lnTo>
                  <a:pt x="306" y="295"/>
                </a:lnTo>
                <a:lnTo>
                  <a:pt x="305" y="295"/>
                </a:lnTo>
                <a:lnTo>
                  <a:pt x="305" y="294"/>
                </a:lnTo>
                <a:lnTo>
                  <a:pt x="306" y="292"/>
                </a:lnTo>
                <a:lnTo>
                  <a:pt x="306" y="291"/>
                </a:lnTo>
                <a:lnTo>
                  <a:pt x="307" y="290"/>
                </a:lnTo>
                <a:lnTo>
                  <a:pt x="307" y="289"/>
                </a:lnTo>
                <a:lnTo>
                  <a:pt x="307" y="288"/>
                </a:lnTo>
                <a:lnTo>
                  <a:pt x="308" y="288"/>
                </a:lnTo>
                <a:lnTo>
                  <a:pt x="309" y="286"/>
                </a:lnTo>
                <a:lnTo>
                  <a:pt x="309" y="285"/>
                </a:lnTo>
                <a:lnTo>
                  <a:pt x="309" y="284"/>
                </a:lnTo>
                <a:lnTo>
                  <a:pt x="308" y="284"/>
                </a:lnTo>
                <a:lnTo>
                  <a:pt x="307" y="282"/>
                </a:lnTo>
                <a:lnTo>
                  <a:pt x="306" y="282"/>
                </a:lnTo>
                <a:lnTo>
                  <a:pt x="306" y="281"/>
                </a:lnTo>
                <a:lnTo>
                  <a:pt x="306" y="280"/>
                </a:lnTo>
                <a:lnTo>
                  <a:pt x="305" y="280"/>
                </a:lnTo>
                <a:lnTo>
                  <a:pt x="305" y="279"/>
                </a:lnTo>
                <a:lnTo>
                  <a:pt x="304" y="279"/>
                </a:lnTo>
                <a:lnTo>
                  <a:pt x="304" y="278"/>
                </a:lnTo>
                <a:lnTo>
                  <a:pt x="303" y="278"/>
                </a:lnTo>
                <a:lnTo>
                  <a:pt x="301" y="277"/>
                </a:lnTo>
                <a:lnTo>
                  <a:pt x="300" y="277"/>
                </a:lnTo>
                <a:lnTo>
                  <a:pt x="300" y="276"/>
                </a:lnTo>
                <a:lnTo>
                  <a:pt x="300" y="275"/>
                </a:lnTo>
                <a:lnTo>
                  <a:pt x="300" y="274"/>
                </a:lnTo>
                <a:lnTo>
                  <a:pt x="299" y="273"/>
                </a:lnTo>
                <a:lnTo>
                  <a:pt x="298" y="273"/>
                </a:lnTo>
                <a:lnTo>
                  <a:pt x="297" y="273"/>
                </a:lnTo>
                <a:lnTo>
                  <a:pt x="297" y="272"/>
                </a:lnTo>
                <a:lnTo>
                  <a:pt x="297" y="271"/>
                </a:lnTo>
                <a:lnTo>
                  <a:pt x="296" y="270"/>
                </a:lnTo>
                <a:lnTo>
                  <a:pt x="296" y="269"/>
                </a:lnTo>
                <a:lnTo>
                  <a:pt x="295" y="269"/>
                </a:lnTo>
                <a:lnTo>
                  <a:pt x="295" y="268"/>
                </a:lnTo>
                <a:lnTo>
                  <a:pt x="293" y="268"/>
                </a:lnTo>
                <a:lnTo>
                  <a:pt x="293" y="267"/>
                </a:lnTo>
                <a:lnTo>
                  <a:pt x="292" y="267"/>
                </a:lnTo>
                <a:lnTo>
                  <a:pt x="291" y="267"/>
                </a:lnTo>
                <a:lnTo>
                  <a:pt x="290" y="266"/>
                </a:lnTo>
                <a:lnTo>
                  <a:pt x="290" y="265"/>
                </a:lnTo>
                <a:lnTo>
                  <a:pt x="289" y="264"/>
                </a:lnTo>
                <a:lnTo>
                  <a:pt x="288" y="264"/>
                </a:lnTo>
                <a:lnTo>
                  <a:pt x="288" y="263"/>
                </a:lnTo>
                <a:lnTo>
                  <a:pt x="287" y="263"/>
                </a:lnTo>
                <a:lnTo>
                  <a:pt x="287" y="262"/>
                </a:lnTo>
                <a:lnTo>
                  <a:pt x="286" y="262"/>
                </a:lnTo>
                <a:lnTo>
                  <a:pt x="285" y="262"/>
                </a:lnTo>
                <a:lnTo>
                  <a:pt x="284" y="261"/>
                </a:lnTo>
                <a:lnTo>
                  <a:pt x="282" y="260"/>
                </a:lnTo>
                <a:lnTo>
                  <a:pt x="281" y="260"/>
                </a:lnTo>
                <a:lnTo>
                  <a:pt x="280" y="259"/>
                </a:lnTo>
                <a:lnTo>
                  <a:pt x="280" y="258"/>
                </a:lnTo>
                <a:lnTo>
                  <a:pt x="281" y="257"/>
                </a:lnTo>
                <a:lnTo>
                  <a:pt x="280" y="256"/>
                </a:lnTo>
                <a:lnTo>
                  <a:pt x="279" y="256"/>
                </a:lnTo>
                <a:lnTo>
                  <a:pt x="278" y="256"/>
                </a:lnTo>
                <a:lnTo>
                  <a:pt x="278" y="255"/>
                </a:lnTo>
                <a:lnTo>
                  <a:pt x="278" y="254"/>
                </a:lnTo>
                <a:lnTo>
                  <a:pt x="277" y="254"/>
                </a:lnTo>
                <a:lnTo>
                  <a:pt x="276" y="255"/>
                </a:lnTo>
                <a:lnTo>
                  <a:pt x="275" y="255"/>
                </a:lnTo>
                <a:lnTo>
                  <a:pt x="274" y="255"/>
                </a:lnTo>
                <a:lnTo>
                  <a:pt x="274" y="254"/>
                </a:lnTo>
                <a:lnTo>
                  <a:pt x="273" y="254"/>
                </a:lnTo>
                <a:lnTo>
                  <a:pt x="272" y="254"/>
                </a:lnTo>
                <a:lnTo>
                  <a:pt x="272" y="255"/>
                </a:lnTo>
                <a:lnTo>
                  <a:pt x="271" y="255"/>
                </a:lnTo>
                <a:lnTo>
                  <a:pt x="271" y="254"/>
                </a:lnTo>
                <a:lnTo>
                  <a:pt x="270" y="254"/>
                </a:lnTo>
                <a:lnTo>
                  <a:pt x="269" y="254"/>
                </a:lnTo>
                <a:lnTo>
                  <a:pt x="269" y="253"/>
                </a:lnTo>
                <a:lnTo>
                  <a:pt x="268" y="253"/>
                </a:lnTo>
                <a:lnTo>
                  <a:pt x="267" y="253"/>
                </a:lnTo>
                <a:lnTo>
                  <a:pt x="266" y="253"/>
                </a:lnTo>
                <a:lnTo>
                  <a:pt x="266" y="252"/>
                </a:lnTo>
                <a:lnTo>
                  <a:pt x="266" y="250"/>
                </a:lnTo>
                <a:lnTo>
                  <a:pt x="266" y="249"/>
                </a:lnTo>
                <a:lnTo>
                  <a:pt x="265" y="249"/>
                </a:lnTo>
                <a:lnTo>
                  <a:pt x="265" y="248"/>
                </a:lnTo>
                <a:lnTo>
                  <a:pt x="264" y="248"/>
                </a:lnTo>
                <a:lnTo>
                  <a:pt x="263" y="248"/>
                </a:lnTo>
                <a:lnTo>
                  <a:pt x="262" y="247"/>
                </a:lnTo>
                <a:lnTo>
                  <a:pt x="260" y="247"/>
                </a:lnTo>
                <a:lnTo>
                  <a:pt x="259" y="246"/>
                </a:lnTo>
                <a:lnTo>
                  <a:pt x="258" y="246"/>
                </a:lnTo>
                <a:lnTo>
                  <a:pt x="257" y="246"/>
                </a:lnTo>
                <a:lnTo>
                  <a:pt x="257" y="245"/>
                </a:lnTo>
                <a:lnTo>
                  <a:pt x="257" y="243"/>
                </a:lnTo>
                <a:lnTo>
                  <a:pt x="258" y="236"/>
                </a:lnTo>
                <a:lnTo>
                  <a:pt x="260" y="226"/>
                </a:lnTo>
                <a:lnTo>
                  <a:pt x="260" y="225"/>
                </a:lnTo>
                <a:lnTo>
                  <a:pt x="260" y="224"/>
                </a:lnTo>
                <a:lnTo>
                  <a:pt x="261" y="218"/>
                </a:lnTo>
                <a:lnTo>
                  <a:pt x="261" y="216"/>
                </a:lnTo>
                <a:lnTo>
                  <a:pt x="261" y="214"/>
                </a:lnTo>
                <a:lnTo>
                  <a:pt x="262" y="212"/>
                </a:lnTo>
                <a:lnTo>
                  <a:pt x="262" y="207"/>
                </a:lnTo>
                <a:lnTo>
                  <a:pt x="262" y="205"/>
                </a:lnTo>
                <a:lnTo>
                  <a:pt x="263" y="201"/>
                </a:lnTo>
                <a:lnTo>
                  <a:pt x="263" y="199"/>
                </a:lnTo>
                <a:lnTo>
                  <a:pt x="264" y="197"/>
                </a:lnTo>
                <a:lnTo>
                  <a:pt x="264" y="195"/>
                </a:lnTo>
                <a:lnTo>
                  <a:pt x="264" y="192"/>
                </a:lnTo>
                <a:lnTo>
                  <a:pt x="265" y="190"/>
                </a:lnTo>
                <a:lnTo>
                  <a:pt x="265" y="187"/>
                </a:lnTo>
                <a:lnTo>
                  <a:pt x="266" y="182"/>
                </a:lnTo>
                <a:lnTo>
                  <a:pt x="267" y="176"/>
                </a:lnTo>
                <a:lnTo>
                  <a:pt x="268" y="163"/>
                </a:lnTo>
                <a:lnTo>
                  <a:pt x="269" y="157"/>
                </a:lnTo>
                <a:lnTo>
                  <a:pt x="270" y="152"/>
                </a:lnTo>
                <a:lnTo>
                  <a:pt x="270" y="151"/>
                </a:lnTo>
                <a:lnTo>
                  <a:pt x="270" y="149"/>
                </a:lnTo>
                <a:lnTo>
                  <a:pt x="271" y="148"/>
                </a:lnTo>
                <a:lnTo>
                  <a:pt x="271" y="147"/>
                </a:lnTo>
                <a:lnTo>
                  <a:pt x="271" y="145"/>
                </a:lnTo>
                <a:lnTo>
                  <a:pt x="272" y="144"/>
                </a:lnTo>
                <a:lnTo>
                  <a:pt x="272" y="143"/>
                </a:lnTo>
                <a:lnTo>
                  <a:pt x="273" y="139"/>
                </a:lnTo>
                <a:lnTo>
                  <a:pt x="274" y="136"/>
                </a:lnTo>
                <a:lnTo>
                  <a:pt x="274" y="134"/>
                </a:lnTo>
                <a:lnTo>
                  <a:pt x="274" y="133"/>
                </a:lnTo>
                <a:lnTo>
                  <a:pt x="275" y="132"/>
                </a:lnTo>
                <a:lnTo>
                  <a:pt x="276" y="128"/>
                </a:lnTo>
                <a:lnTo>
                  <a:pt x="276" y="125"/>
                </a:lnTo>
                <a:lnTo>
                  <a:pt x="274" y="125"/>
                </a:lnTo>
                <a:lnTo>
                  <a:pt x="272" y="125"/>
                </a:lnTo>
                <a:lnTo>
                  <a:pt x="270" y="124"/>
                </a:lnTo>
                <a:lnTo>
                  <a:pt x="267" y="124"/>
                </a:lnTo>
                <a:lnTo>
                  <a:pt x="263" y="124"/>
                </a:lnTo>
                <a:lnTo>
                  <a:pt x="261" y="124"/>
                </a:lnTo>
                <a:lnTo>
                  <a:pt x="258" y="124"/>
                </a:lnTo>
                <a:lnTo>
                  <a:pt x="257" y="124"/>
                </a:lnTo>
                <a:lnTo>
                  <a:pt x="256" y="124"/>
                </a:lnTo>
                <a:lnTo>
                  <a:pt x="255" y="124"/>
                </a:lnTo>
                <a:lnTo>
                  <a:pt x="253" y="124"/>
                </a:lnTo>
                <a:lnTo>
                  <a:pt x="251" y="125"/>
                </a:lnTo>
                <a:lnTo>
                  <a:pt x="250" y="125"/>
                </a:lnTo>
                <a:lnTo>
                  <a:pt x="249" y="125"/>
                </a:lnTo>
                <a:lnTo>
                  <a:pt x="249" y="126"/>
                </a:lnTo>
                <a:lnTo>
                  <a:pt x="249" y="128"/>
                </a:lnTo>
                <a:lnTo>
                  <a:pt x="248" y="130"/>
                </a:lnTo>
                <a:lnTo>
                  <a:pt x="247" y="136"/>
                </a:lnTo>
                <a:lnTo>
                  <a:pt x="246" y="137"/>
                </a:lnTo>
                <a:lnTo>
                  <a:pt x="246" y="138"/>
                </a:lnTo>
                <a:lnTo>
                  <a:pt x="245" y="138"/>
                </a:lnTo>
                <a:lnTo>
                  <a:pt x="243" y="138"/>
                </a:lnTo>
                <a:lnTo>
                  <a:pt x="242" y="138"/>
                </a:lnTo>
                <a:lnTo>
                  <a:pt x="235" y="136"/>
                </a:lnTo>
                <a:lnTo>
                  <a:pt x="234" y="134"/>
                </a:lnTo>
                <a:lnTo>
                  <a:pt x="233" y="133"/>
                </a:lnTo>
                <a:lnTo>
                  <a:pt x="232" y="133"/>
                </a:lnTo>
                <a:lnTo>
                  <a:pt x="228" y="128"/>
                </a:lnTo>
                <a:lnTo>
                  <a:pt x="227" y="127"/>
                </a:lnTo>
                <a:lnTo>
                  <a:pt x="226" y="125"/>
                </a:lnTo>
                <a:lnTo>
                  <a:pt x="225" y="124"/>
                </a:lnTo>
                <a:lnTo>
                  <a:pt x="224" y="122"/>
                </a:lnTo>
                <a:lnTo>
                  <a:pt x="223" y="121"/>
                </a:lnTo>
                <a:lnTo>
                  <a:pt x="222" y="121"/>
                </a:lnTo>
                <a:lnTo>
                  <a:pt x="217" y="114"/>
                </a:lnTo>
                <a:lnTo>
                  <a:pt x="216" y="113"/>
                </a:lnTo>
                <a:lnTo>
                  <a:pt x="215" y="111"/>
                </a:lnTo>
                <a:lnTo>
                  <a:pt x="218" y="110"/>
                </a:lnTo>
                <a:lnTo>
                  <a:pt x="218" y="109"/>
                </a:lnTo>
                <a:lnTo>
                  <a:pt x="217" y="109"/>
                </a:lnTo>
                <a:lnTo>
                  <a:pt x="217" y="108"/>
                </a:lnTo>
                <a:lnTo>
                  <a:pt x="217" y="107"/>
                </a:lnTo>
                <a:lnTo>
                  <a:pt x="219" y="108"/>
                </a:lnTo>
                <a:lnTo>
                  <a:pt x="220" y="108"/>
                </a:lnTo>
                <a:lnTo>
                  <a:pt x="221" y="106"/>
                </a:lnTo>
                <a:lnTo>
                  <a:pt x="222" y="105"/>
                </a:lnTo>
                <a:lnTo>
                  <a:pt x="222" y="104"/>
                </a:lnTo>
                <a:lnTo>
                  <a:pt x="223" y="103"/>
                </a:lnTo>
                <a:lnTo>
                  <a:pt x="223" y="101"/>
                </a:lnTo>
                <a:lnTo>
                  <a:pt x="224" y="101"/>
                </a:lnTo>
                <a:lnTo>
                  <a:pt x="223" y="100"/>
                </a:lnTo>
                <a:lnTo>
                  <a:pt x="222" y="100"/>
                </a:lnTo>
                <a:lnTo>
                  <a:pt x="221" y="99"/>
                </a:lnTo>
                <a:lnTo>
                  <a:pt x="218" y="98"/>
                </a:lnTo>
                <a:lnTo>
                  <a:pt x="217" y="98"/>
                </a:lnTo>
                <a:lnTo>
                  <a:pt x="216" y="99"/>
                </a:lnTo>
                <a:lnTo>
                  <a:pt x="214" y="96"/>
                </a:lnTo>
                <a:lnTo>
                  <a:pt x="214" y="95"/>
                </a:lnTo>
                <a:lnTo>
                  <a:pt x="214" y="94"/>
                </a:lnTo>
                <a:lnTo>
                  <a:pt x="214" y="93"/>
                </a:lnTo>
                <a:lnTo>
                  <a:pt x="214" y="91"/>
                </a:lnTo>
                <a:lnTo>
                  <a:pt x="215" y="90"/>
                </a:lnTo>
                <a:lnTo>
                  <a:pt x="215" y="89"/>
                </a:lnTo>
                <a:lnTo>
                  <a:pt x="215" y="84"/>
                </a:lnTo>
                <a:lnTo>
                  <a:pt x="216" y="82"/>
                </a:lnTo>
                <a:lnTo>
                  <a:pt x="217" y="82"/>
                </a:lnTo>
                <a:lnTo>
                  <a:pt x="217" y="81"/>
                </a:lnTo>
                <a:lnTo>
                  <a:pt x="218" y="81"/>
                </a:lnTo>
                <a:lnTo>
                  <a:pt x="219" y="80"/>
                </a:lnTo>
                <a:lnTo>
                  <a:pt x="220" y="80"/>
                </a:lnTo>
                <a:lnTo>
                  <a:pt x="221" y="81"/>
                </a:lnTo>
                <a:lnTo>
                  <a:pt x="222" y="81"/>
                </a:lnTo>
                <a:lnTo>
                  <a:pt x="226" y="81"/>
                </a:lnTo>
                <a:lnTo>
                  <a:pt x="228" y="81"/>
                </a:lnTo>
                <a:lnTo>
                  <a:pt x="230" y="82"/>
                </a:lnTo>
                <a:lnTo>
                  <a:pt x="231" y="82"/>
                </a:lnTo>
                <a:lnTo>
                  <a:pt x="232" y="82"/>
                </a:lnTo>
                <a:lnTo>
                  <a:pt x="233" y="82"/>
                </a:lnTo>
                <a:lnTo>
                  <a:pt x="234" y="82"/>
                </a:lnTo>
                <a:lnTo>
                  <a:pt x="236" y="82"/>
                </a:lnTo>
                <a:lnTo>
                  <a:pt x="237" y="83"/>
                </a:lnTo>
                <a:lnTo>
                  <a:pt x="238" y="83"/>
                </a:lnTo>
                <a:lnTo>
                  <a:pt x="239" y="83"/>
                </a:lnTo>
                <a:lnTo>
                  <a:pt x="240" y="83"/>
                </a:lnTo>
                <a:lnTo>
                  <a:pt x="241" y="82"/>
                </a:lnTo>
                <a:lnTo>
                  <a:pt x="243" y="82"/>
                </a:lnTo>
                <a:lnTo>
                  <a:pt x="244" y="82"/>
                </a:lnTo>
                <a:lnTo>
                  <a:pt x="246" y="82"/>
                </a:lnTo>
                <a:lnTo>
                  <a:pt x="247" y="82"/>
                </a:lnTo>
                <a:lnTo>
                  <a:pt x="248" y="82"/>
                </a:lnTo>
                <a:lnTo>
                  <a:pt x="248" y="83"/>
                </a:lnTo>
                <a:lnTo>
                  <a:pt x="247" y="83"/>
                </a:lnTo>
                <a:lnTo>
                  <a:pt x="247" y="84"/>
                </a:lnTo>
                <a:lnTo>
                  <a:pt x="247" y="85"/>
                </a:lnTo>
                <a:lnTo>
                  <a:pt x="248" y="85"/>
                </a:lnTo>
                <a:lnTo>
                  <a:pt x="249" y="84"/>
                </a:lnTo>
                <a:lnTo>
                  <a:pt x="250" y="84"/>
                </a:lnTo>
                <a:lnTo>
                  <a:pt x="250" y="85"/>
                </a:lnTo>
                <a:lnTo>
                  <a:pt x="252" y="86"/>
                </a:lnTo>
                <a:lnTo>
                  <a:pt x="252" y="87"/>
                </a:lnTo>
                <a:lnTo>
                  <a:pt x="253" y="87"/>
                </a:lnTo>
                <a:lnTo>
                  <a:pt x="254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8" y="87"/>
                </a:lnTo>
                <a:lnTo>
                  <a:pt x="258" y="88"/>
                </a:lnTo>
                <a:lnTo>
                  <a:pt x="259" y="88"/>
                </a:lnTo>
                <a:lnTo>
                  <a:pt x="260" y="87"/>
                </a:lnTo>
                <a:lnTo>
                  <a:pt x="261" y="87"/>
                </a:lnTo>
                <a:lnTo>
                  <a:pt x="263" y="87"/>
                </a:lnTo>
                <a:lnTo>
                  <a:pt x="264" y="87"/>
                </a:lnTo>
                <a:lnTo>
                  <a:pt x="265" y="87"/>
                </a:lnTo>
                <a:lnTo>
                  <a:pt x="266" y="86"/>
                </a:lnTo>
                <a:lnTo>
                  <a:pt x="266" y="85"/>
                </a:lnTo>
                <a:lnTo>
                  <a:pt x="267" y="84"/>
                </a:lnTo>
                <a:lnTo>
                  <a:pt x="269" y="84"/>
                </a:lnTo>
                <a:lnTo>
                  <a:pt x="269" y="83"/>
                </a:lnTo>
                <a:lnTo>
                  <a:pt x="272" y="82"/>
                </a:lnTo>
                <a:lnTo>
                  <a:pt x="272" y="81"/>
                </a:lnTo>
                <a:lnTo>
                  <a:pt x="272" y="80"/>
                </a:lnTo>
                <a:lnTo>
                  <a:pt x="272" y="79"/>
                </a:lnTo>
                <a:lnTo>
                  <a:pt x="272" y="78"/>
                </a:lnTo>
                <a:lnTo>
                  <a:pt x="272" y="77"/>
                </a:lnTo>
                <a:lnTo>
                  <a:pt x="272" y="76"/>
                </a:lnTo>
                <a:lnTo>
                  <a:pt x="273" y="75"/>
                </a:lnTo>
                <a:lnTo>
                  <a:pt x="274" y="75"/>
                </a:lnTo>
                <a:lnTo>
                  <a:pt x="275" y="75"/>
                </a:lnTo>
                <a:lnTo>
                  <a:pt x="276" y="75"/>
                </a:lnTo>
                <a:lnTo>
                  <a:pt x="278" y="76"/>
                </a:lnTo>
                <a:lnTo>
                  <a:pt x="279" y="76"/>
                </a:lnTo>
                <a:lnTo>
                  <a:pt x="280" y="75"/>
                </a:lnTo>
                <a:lnTo>
                  <a:pt x="281" y="75"/>
                </a:lnTo>
                <a:lnTo>
                  <a:pt x="282" y="75"/>
                </a:lnTo>
                <a:lnTo>
                  <a:pt x="283" y="75"/>
                </a:lnTo>
                <a:lnTo>
                  <a:pt x="284" y="74"/>
                </a:lnTo>
                <a:lnTo>
                  <a:pt x="285" y="74"/>
                </a:lnTo>
                <a:lnTo>
                  <a:pt x="285" y="73"/>
                </a:lnTo>
                <a:lnTo>
                  <a:pt x="284" y="73"/>
                </a:lnTo>
                <a:lnTo>
                  <a:pt x="284" y="72"/>
                </a:lnTo>
                <a:lnTo>
                  <a:pt x="284" y="71"/>
                </a:lnTo>
                <a:lnTo>
                  <a:pt x="285" y="71"/>
                </a:lnTo>
                <a:lnTo>
                  <a:pt x="286" y="72"/>
                </a:lnTo>
                <a:lnTo>
                  <a:pt x="286" y="71"/>
                </a:lnTo>
                <a:lnTo>
                  <a:pt x="287" y="71"/>
                </a:lnTo>
                <a:lnTo>
                  <a:pt x="288" y="70"/>
                </a:lnTo>
                <a:lnTo>
                  <a:pt x="289" y="69"/>
                </a:lnTo>
                <a:lnTo>
                  <a:pt x="290" y="69"/>
                </a:lnTo>
                <a:lnTo>
                  <a:pt x="291" y="70"/>
                </a:lnTo>
                <a:lnTo>
                  <a:pt x="292" y="70"/>
                </a:lnTo>
                <a:lnTo>
                  <a:pt x="295" y="70"/>
                </a:lnTo>
                <a:lnTo>
                  <a:pt x="296" y="70"/>
                </a:lnTo>
                <a:lnTo>
                  <a:pt x="297" y="70"/>
                </a:lnTo>
                <a:lnTo>
                  <a:pt x="297" y="69"/>
                </a:lnTo>
                <a:lnTo>
                  <a:pt x="297" y="68"/>
                </a:lnTo>
                <a:lnTo>
                  <a:pt x="297" y="67"/>
                </a:lnTo>
                <a:lnTo>
                  <a:pt x="297" y="66"/>
                </a:lnTo>
                <a:lnTo>
                  <a:pt x="298" y="66"/>
                </a:lnTo>
                <a:lnTo>
                  <a:pt x="300" y="64"/>
                </a:lnTo>
                <a:lnTo>
                  <a:pt x="301" y="63"/>
                </a:lnTo>
                <a:lnTo>
                  <a:pt x="302" y="63"/>
                </a:lnTo>
                <a:lnTo>
                  <a:pt x="303" y="63"/>
                </a:lnTo>
                <a:lnTo>
                  <a:pt x="304" y="63"/>
                </a:lnTo>
                <a:lnTo>
                  <a:pt x="304" y="61"/>
                </a:lnTo>
                <a:lnTo>
                  <a:pt x="303" y="61"/>
                </a:lnTo>
                <a:lnTo>
                  <a:pt x="303" y="60"/>
                </a:lnTo>
                <a:lnTo>
                  <a:pt x="302" y="59"/>
                </a:lnTo>
                <a:lnTo>
                  <a:pt x="301" y="57"/>
                </a:lnTo>
                <a:lnTo>
                  <a:pt x="301" y="56"/>
                </a:lnTo>
                <a:lnTo>
                  <a:pt x="300" y="56"/>
                </a:lnTo>
                <a:lnTo>
                  <a:pt x="301" y="56"/>
                </a:lnTo>
                <a:lnTo>
                  <a:pt x="304" y="56"/>
                </a:lnTo>
                <a:lnTo>
                  <a:pt x="304" y="55"/>
                </a:lnTo>
                <a:lnTo>
                  <a:pt x="306" y="55"/>
                </a:lnTo>
                <a:lnTo>
                  <a:pt x="308" y="56"/>
                </a:lnTo>
                <a:lnTo>
                  <a:pt x="309" y="56"/>
                </a:lnTo>
                <a:lnTo>
                  <a:pt x="309" y="57"/>
                </a:lnTo>
                <a:lnTo>
                  <a:pt x="310" y="57"/>
                </a:lnTo>
                <a:lnTo>
                  <a:pt x="312" y="57"/>
                </a:lnTo>
                <a:lnTo>
                  <a:pt x="314" y="58"/>
                </a:lnTo>
                <a:lnTo>
                  <a:pt x="315" y="58"/>
                </a:lnTo>
                <a:lnTo>
                  <a:pt x="316" y="60"/>
                </a:lnTo>
                <a:lnTo>
                  <a:pt x="317" y="60"/>
                </a:lnTo>
                <a:lnTo>
                  <a:pt x="318" y="60"/>
                </a:lnTo>
                <a:lnTo>
                  <a:pt x="320" y="60"/>
                </a:lnTo>
                <a:lnTo>
                  <a:pt x="321" y="60"/>
                </a:lnTo>
                <a:lnTo>
                  <a:pt x="322" y="60"/>
                </a:lnTo>
                <a:lnTo>
                  <a:pt x="323" y="60"/>
                </a:lnTo>
                <a:lnTo>
                  <a:pt x="324" y="60"/>
                </a:lnTo>
                <a:lnTo>
                  <a:pt x="326" y="60"/>
                </a:lnTo>
                <a:lnTo>
                  <a:pt x="327" y="60"/>
                </a:lnTo>
                <a:lnTo>
                  <a:pt x="329" y="60"/>
                </a:lnTo>
                <a:lnTo>
                  <a:pt x="330" y="60"/>
                </a:lnTo>
                <a:lnTo>
                  <a:pt x="330" y="61"/>
                </a:lnTo>
                <a:lnTo>
                  <a:pt x="329" y="61"/>
                </a:lnTo>
                <a:lnTo>
                  <a:pt x="329" y="62"/>
                </a:lnTo>
                <a:lnTo>
                  <a:pt x="330" y="62"/>
                </a:lnTo>
                <a:lnTo>
                  <a:pt x="331" y="62"/>
                </a:lnTo>
                <a:lnTo>
                  <a:pt x="331" y="61"/>
                </a:lnTo>
                <a:lnTo>
                  <a:pt x="332" y="61"/>
                </a:lnTo>
                <a:lnTo>
                  <a:pt x="333" y="60"/>
                </a:lnTo>
                <a:lnTo>
                  <a:pt x="334" y="60"/>
                </a:lnTo>
                <a:lnTo>
                  <a:pt x="335" y="60"/>
                </a:lnTo>
                <a:lnTo>
                  <a:pt x="336" y="60"/>
                </a:lnTo>
                <a:lnTo>
                  <a:pt x="337" y="60"/>
                </a:lnTo>
                <a:lnTo>
                  <a:pt x="338" y="60"/>
                </a:lnTo>
                <a:lnTo>
                  <a:pt x="339" y="59"/>
                </a:lnTo>
                <a:lnTo>
                  <a:pt x="341" y="59"/>
                </a:lnTo>
                <a:lnTo>
                  <a:pt x="343" y="59"/>
                </a:lnTo>
                <a:lnTo>
                  <a:pt x="344" y="59"/>
                </a:lnTo>
                <a:lnTo>
                  <a:pt x="345" y="59"/>
                </a:lnTo>
                <a:lnTo>
                  <a:pt x="346" y="58"/>
                </a:lnTo>
                <a:lnTo>
                  <a:pt x="347" y="58"/>
                </a:lnTo>
                <a:lnTo>
                  <a:pt x="348" y="58"/>
                </a:lnTo>
                <a:lnTo>
                  <a:pt x="349" y="58"/>
                </a:lnTo>
                <a:lnTo>
                  <a:pt x="350" y="58"/>
                </a:lnTo>
                <a:lnTo>
                  <a:pt x="351" y="58"/>
                </a:lnTo>
                <a:lnTo>
                  <a:pt x="352" y="58"/>
                </a:lnTo>
                <a:lnTo>
                  <a:pt x="353" y="58"/>
                </a:lnTo>
                <a:lnTo>
                  <a:pt x="354" y="57"/>
                </a:lnTo>
                <a:lnTo>
                  <a:pt x="355" y="57"/>
                </a:lnTo>
                <a:lnTo>
                  <a:pt x="356" y="57"/>
                </a:lnTo>
                <a:lnTo>
                  <a:pt x="357" y="57"/>
                </a:lnTo>
                <a:lnTo>
                  <a:pt x="359" y="58"/>
                </a:lnTo>
                <a:lnTo>
                  <a:pt x="361" y="58"/>
                </a:lnTo>
                <a:lnTo>
                  <a:pt x="363" y="58"/>
                </a:lnTo>
                <a:lnTo>
                  <a:pt x="365" y="58"/>
                </a:lnTo>
                <a:lnTo>
                  <a:pt x="366" y="58"/>
                </a:lnTo>
                <a:lnTo>
                  <a:pt x="367" y="57"/>
                </a:lnTo>
                <a:lnTo>
                  <a:pt x="371" y="57"/>
                </a:lnTo>
                <a:lnTo>
                  <a:pt x="372" y="57"/>
                </a:lnTo>
                <a:lnTo>
                  <a:pt x="373" y="57"/>
                </a:lnTo>
                <a:lnTo>
                  <a:pt x="374" y="57"/>
                </a:lnTo>
                <a:lnTo>
                  <a:pt x="375" y="57"/>
                </a:lnTo>
                <a:lnTo>
                  <a:pt x="376" y="58"/>
                </a:lnTo>
                <a:lnTo>
                  <a:pt x="377" y="58"/>
                </a:lnTo>
                <a:lnTo>
                  <a:pt x="378" y="58"/>
                </a:lnTo>
                <a:lnTo>
                  <a:pt x="379" y="58"/>
                </a:lnTo>
                <a:lnTo>
                  <a:pt x="380" y="58"/>
                </a:lnTo>
                <a:lnTo>
                  <a:pt x="380" y="57"/>
                </a:lnTo>
                <a:lnTo>
                  <a:pt x="381" y="57"/>
                </a:lnTo>
                <a:lnTo>
                  <a:pt x="381" y="56"/>
                </a:lnTo>
                <a:lnTo>
                  <a:pt x="382" y="56"/>
                </a:lnTo>
                <a:lnTo>
                  <a:pt x="385" y="56"/>
                </a:lnTo>
                <a:lnTo>
                  <a:pt x="386" y="56"/>
                </a:lnTo>
                <a:lnTo>
                  <a:pt x="388" y="55"/>
                </a:lnTo>
                <a:lnTo>
                  <a:pt x="390" y="55"/>
                </a:lnTo>
                <a:lnTo>
                  <a:pt x="391" y="55"/>
                </a:lnTo>
                <a:lnTo>
                  <a:pt x="392" y="55"/>
                </a:lnTo>
                <a:lnTo>
                  <a:pt x="393" y="54"/>
                </a:lnTo>
                <a:lnTo>
                  <a:pt x="394" y="53"/>
                </a:lnTo>
                <a:lnTo>
                  <a:pt x="395" y="53"/>
                </a:lnTo>
                <a:lnTo>
                  <a:pt x="396" y="53"/>
                </a:lnTo>
                <a:lnTo>
                  <a:pt x="397" y="53"/>
                </a:lnTo>
                <a:lnTo>
                  <a:pt x="398" y="53"/>
                </a:lnTo>
                <a:lnTo>
                  <a:pt x="398" y="52"/>
                </a:lnTo>
                <a:lnTo>
                  <a:pt x="399" y="52"/>
                </a:lnTo>
                <a:lnTo>
                  <a:pt x="401" y="52"/>
                </a:lnTo>
                <a:lnTo>
                  <a:pt x="402" y="53"/>
                </a:lnTo>
                <a:lnTo>
                  <a:pt x="403" y="53"/>
                </a:lnTo>
                <a:lnTo>
                  <a:pt x="404" y="53"/>
                </a:lnTo>
                <a:lnTo>
                  <a:pt x="404" y="54"/>
                </a:lnTo>
                <a:lnTo>
                  <a:pt x="405" y="54"/>
                </a:lnTo>
                <a:lnTo>
                  <a:pt x="405" y="53"/>
                </a:lnTo>
                <a:lnTo>
                  <a:pt x="406" y="54"/>
                </a:lnTo>
                <a:lnTo>
                  <a:pt x="407" y="54"/>
                </a:lnTo>
                <a:lnTo>
                  <a:pt x="408" y="54"/>
                </a:lnTo>
                <a:lnTo>
                  <a:pt x="409" y="54"/>
                </a:lnTo>
                <a:lnTo>
                  <a:pt x="410" y="54"/>
                </a:lnTo>
                <a:lnTo>
                  <a:pt x="411" y="53"/>
                </a:lnTo>
                <a:lnTo>
                  <a:pt x="411" y="52"/>
                </a:lnTo>
                <a:lnTo>
                  <a:pt x="412" y="51"/>
                </a:lnTo>
                <a:lnTo>
                  <a:pt x="412" y="52"/>
                </a:lnTo>
                <a:lnTo>
                  <a:pt x="413" y="52"/>
                </a:lnTo>
                <a:lnTo>
                  <a:pt x="413" y="51"/>
                </a:lnTo>
                <a:lnTo>
                  <a:pt x="414" y="51"/>
                </a:lnTo>
                <a:lnTo>
                  <a:pt x="415" y="50"/>
                </a:lnTo>
                <a:lnTo>
                  <a:pt x="416" y="50"/>
                </a:lnTo>
                <a:lnTo>
                  <a:pt x="417" y="51"/>
                </a:lnTo>
                <a:lnTo>
                  <a:pt x="418" y="51"/>
                </a:lnTo>
                <a:lnTo>
                  <a:pt x="418" y="50"/>
                </a:lnTo>
                <a:lnTo>
                  <a:pt x="420" y="49"/>
                </a:lnTo>
                <a:lnTo>
                  <a:pt x="420" y="48"/>
                </a:lnTo>
                <a:lnTo>
                  <a:pt x="422" y="48"/>
                </a:lnTo>
                <a:lnTo>
                  <a:pt x="422" y="47"/>
                </a:lnTo>
                <a:lnTo>
                  <a:pt x="423" y="47"/>
                </a:lnTo>
                <a:lnTo>
                  <a:pt x="424" y="47"/>
                </a:lnTo>
                <a:lnTo>
                  <a:pt x="425" y="47"/>
                </a:lnTo>
                <a:lnTo>
                  <a:pt x="426" y="47"/>
                </a:lnTo>
                <a:lnTo>
                  <a:pt x="427" y="47"/>
                </a:lnTo>
                <a:lnTo>
                  <a:pt x="428" y="47"/>
                </a:lnTo>
                <a:lnTo>
                  <a:pt x="428" y="46"/>
                </a:lnTo>
                <a:lnTo>
                  <a:pt x="429" y="46"/>
                </a:lnTo>
                <a:lnTo>
                  <a:pt x="430" y="45"/>
                </a:lnTo>
                <a:lnTo>
                  <a:pt x="431" y="45"/>
                </a:lnTo>
                <a:lnTo>
                  <a:pt x="432" y="44"/>
                </a:lnTo>
                <a:lnTo>
                  <a:pt x="433" y="44"/>
                </a:lnTo>
                <a:lnTo>
                  <a:pt x="434" y="44"/>
                </a:lnTo>
                <a:lnTo>
                  <a:pt x="434" y="43"/>
                </a:lnTo>
                <a:lnTo>
                  <a:pt x="434" y="44"/>
                </a:lnTo>
                <a:lnTo>
                  <a:pt x="435" y="44"/>
                </a:lnTo>
                <a:lnTo>
                  <a:pt x="436" y="44"/>
                </a:lnTo>
                <a:lnTo>
                  <a:pt x="436" y="43"/>
                </a:lnTo>
                <a:lnTo>
                  <a:pt x="437" y="44"/>
                </a:lnTo>
                <a:lnTo>
                  <a:pt x="438" y="44"/>
                </a:lnTo>
                <a:lnTo>
                  <a:pt x="439" y="44"/>
                </a:lnTo>
                <a:lnTo>
                  <a:pt x="440" y="44"/>
                </a:lnTo>
                <a:lnTo>
                  <a:pt x="441" y="44"/>
                </a:lnTo>
                <a:lnTo>
                  <a:pt x="441" y="43"/>
                </a:lnTo>
                <a:lnTo>
                  <a:pt x="442" y="44"/>
                </a:lnTo>
                <a:lnTo>
                  <a:pt x="443" y="44"/>
                </a:lnTo>
                <a:lnTo>
                  <a:pt x="444" y="44"/>
                </a:lnTo>
                <a:lnTo>
                  <a:pt x="445" y="44"/>
                </a:lnTo>
                <a:lnTo>
                  <a:pt x="446" y="43"/>
                </a:lnTo>
                <a:lnTo>
                  <a:pt x="448" y="43"/>
                </a:lnTo>
                <a:lnTo>
                  <a:pt x="449" y="43"/>
                </a:lnTo>
                <a:lnTo>
                  <a:pt x="450" y="43"/>
                </a:lnTo>
                <a:lnTo>
                  <a:pt x="452" y="43"/>
                </a:lnTo>
                <a:lnTo>
                  <a:pt x="452" y="42"/>
                </a:lnTo>
                <a:lnTo>
                  <a:pt x="453" y="42"/>
                </a:lnTo>
                <a:lnTo>
                  <a:pt x="454" y="43"/>
                </a:lnTo>
                <a:lnTo>
                  <a:pt x="455" y="43"/>
                </a:lnTo>
                <a:lnTo>
                  <a:pt x="455" y="42"/>
                </a:lnTo>
                <a:lnTo>
                  <a:pt x="456" y="42"/>
                </a:lnTo>
                <a:lnTo>
                  <a:pt x="457" y="42"/>
                </a:lnTo>
                <a:lnTo>
                  <a:pt x="459" y="42"/>
                </a:lnTo>
                <a:lnTo>
                  <a:pt x="460" y="42"/>
                </a:lnTo>
                <a:lnTo>
                  <a:pt x="461" y="41"/>
                </a:lnTo>
                <a:lnTo>
                  <a:pt x="462" y="41"/>
                </a:lnTo>
                <a:lnTo>
                  <a:pt x="463" y="41"/>
                </a:lnTo>
                <a:lnTo>
                  <a:pt x="464" y="40"/>
                </a:lnTo>
                <a:lnTo>
                  <a:pt x="464" y="39"/>
                </a:lnTo>
                <a:lnTo>
                  <a:pt x="465" y="39"/>
                </a:lnTo>
                <a:lnTo>
                  <a:pt x="466" y="39"/>
                </a:lnTo>
                <a:lnTo>
                  <a:pt x="467" y="40"/>
                </a:lnTo>
                <a:lnTo>
                  <a:pt x="468" y="40"/>
                </a:lnTo>
                <a:lnTo>
                  <a:pt x="468" y="39"/>
                </a:lnTo>
                <a:lnTo>
                  <a:pt x="469" y="40"/>
                </a:lnTo>
                <a:lnTo>
                  <a:pt x="470" y="40"/>
                </a:lnTo>
                <a:lnTo>
                  <a:pt x="471" y="40"/>
                </a:lnTo>
                <a:lnTo>
                  <a:pt x="471" y="39"/>
                </a:lnTo>
                <a:lnTo>
                  <a:pt x="474" y="38"/>
                </a:lnTo>
                <a:lnTo>
                  <a:pt x="476" y="38"/>
                </a:lnTo>
                <a:lnTo>
                  <a:pt x="477" y="38"/>
                </a:lnTo>
                <a:lnTo>
                  <a:pt x="478" y="38"/>
                </a:lnTo>
                <a:lnTo>
                  <a:pt x="478" y="39"/>
                </a:lnTo>
                <a:lnTo>
                  <a:pt x="479" y="39"/>
                </a:lnTo>
                <a:lnTo>
                  <a:pt x="480" y="39"/>
                </a:lnTo>
                <a:lnTo>
                  <a:pt x="482" y="38"/>
                </a:lnTo>
                <a:lnTo>
                  <a:pt x="483" y="39"/>
                </a:lnTo>
                <a:lnTo>
                  <a:pt x="484" y="39"/>
                </a:lnTo>
                <a:lnTo>
                  <a:pt x="485" y="40"/>
                </a:lnTo>
                <a:lnTo>
                  <a:pt x="486" y="40"/>
                </a:lnTo>
                <a:lnTo>
                  <a:pt x="487" y="40"/>
                </a:lnTo>
                <a:lnTo>
                  <a:pt x="488" y="40"/>
                </a:lnTo>
                <a:lnTo>
                  <a:pt x="489" y="40"/>
                </a:lnTo>
                <a:lnTo>
                  <a:pt x="489" y="39"/>
                </a:lnTo>
                <a:lnTo>
                  <a:pt x="490" y="39"/>
                </a:lnTo>
                <a:lnTo>
                  <a:pt x="491" y="39"/>
                </a:lnTo>
                <a:lnTo>
                  <a:pt x="492" y="39"/>
                </a:lnTo>
                <a:lnTo>
                  <a:pt x="493" y="39"/>
                </a:lnTo>
                <a:lnTo>
                  <a:pt x="494" y="38"/>
                </a:lnTo>
                <a:lnTo>
                  <a:pt x="494" y="39"/>
                </a:lnTo>
                <a:lnTo>
                  <a:pt x="496" y="39"/>
                </a:lnTo>
                <a:lnTo>
                  <a:pt x="497" y="39"/>
                </a:lnTo>
                <a:lnTo>
                  <a:pt x="498" y="39"/>
                </a:lnTo>
                <a:lnTo>
                  <a:pt x="499" y="39"/>
                </a:lnTo>
                <a:lnTo>
                  <a:pt x="500" y="39"/>
                </a:lnTo>
                <a:lnTo>
                  <a:pt x="501" y="39"/>
                </a:lnTo>
                <a:lnTo>
                  <a:pt x="502" y="39"/>
                </a:lnTo>
                <a:lnTo>
                  <a:pt x="502" y="38"/>
                </a:lnTo>
                <a:lnTo>
                  <a:pt x="503" y="38"/>
                </a:lnTo>
                <a:lnTo>
                  <a:pt x="503" y="36"/>
                </a:lnTo>
                <a:lnTo>
                  <a:pt x="503" y="35"/>
                </a:lnTo>
                <a:lnTo>
                  <a:pt x="505" y="35"/>
                </a:lnTo>
                <a:lnTo>
                  <a:pt x="506" y="35"/>
                </a:lnTo>
                <a:lnTo>
                  <a:pt x="507" y="35"/>
                </a:lnTo>
                <a:lnTo>
                  <a:pt x="508" y="34"/>
                </a:lnTo>
                <a:lnTo>
                  <a:pt x="510" y="34"/>
                </a:lnTo>
                <a:lnTo>
                  <a:pt x="510" y="33"/>
                </a:lnTo>
                <a:lnTo>
                  <a:pt x="511" y="33"/>
                </a:lnTo>
                <a:lnTo>
                  <a:pt x="512" y="33"/>
                </a:lnTo>
                <a:lnTo>
                  <a:pt x="513" y="32"/>
                </a:lnTo>
                <a:lnTo>
                  <a:pt x="515" y="32"/>
                </a:lnTo>
                <a:lnTo>
                  <a:pt x="515" y="31"/>
                </a:lnTo>
                <a:lnTo>
                  <a:pt x="516" y="31"/>
                </a:lnTo>
                <a:lnTo>
                  <a:pt x="516" y="32"/>
                </a:lnTo>
                <a:lnTo>
                  <a:pt x="517" y="31"/>
                </a:lnTo>
                <a:lnTo>
                  <a:pt x="517" y="30"/>
                </a:lnTo>
                <a:lnTo>
                  <a:pt x="518" y="30"/>
                </a:lnTo>
                <a:lnTo>
                  <a:pt x="519" y="30"/>
                </a:lnTo>
                <a:lnTo>
                  <a:pt x="520" y="30"/>
                </a:lnTo>
                <a:lnTo>
                  <a:pt x="521" y="29"/>
                </a:lnTo>
                <a:lnTo>
                  <a:pt x="522" y="29"/>
                </a:lnTo>
                <a:lnTo>
                  <a:pt x="522" y="30"/>
                </a:lnTo>
                <a:lnTo>
                  <a:pt x="523" y="30"/>
                </a:lnTo>
                <a:lnTo>
                  <a:pt x="524" y="29"/>
                </a:lnTo>
                <a:lnTo>
                  <a:pt x="525" y="29"/>
                </a:lnTo>
                <a:lnTo>
                  <a:pt x="526" y="29"/>
                </a:lnTo>
                <a:lnTo>
                  <a:pt x="527" y="29"/>
                </a:lnTo>
                <a:lnTo>
                  <a:pt x="528" y="28"/>
                </a:lnTo>
                <a:lnTo>
                  <a:pt x="529" y="28"/>
                </a:lnTo>
                <a:lnTo>
                  <a:pt x="530" y="28"/>
                </a:lnTo>
                <a:lnTo>
                  <a:pt x="531" y="28"/>
                </a:lnTo>
                <a:lnTo>
                  <a:pt x="532" y="28"/>
                </a:lnTo>
                <a:lnTo>
                  <a:pt x="533" y="28"/>
                </a:lnTo>
                <a:lnTo>
                  <a:pt x="534" y="27"/>
                </a:lnTo>
                <a:lnTo>
                  <a:pt x="536" y="28"/>
                </a:lnTo>
                <a:lnTo>
                  <a:pt x="537" y="28"/>
                </a:lnTo>
                <a:lnTo>
                  <a:pt x="538" y="28"/>
                </a:lnTo>
                <a:lnTo>
                  <a:pt x="539" y="27"/>
                </a:lnTo>
                <a:lnTo>
                  <a:pt x="540" y="26"/>
                </a:lnTo>
                <a:lnTo>
                  <a:pt x="541" y="27"/>
                </a:lnTo>
                <a:lnTo>
                  <a:pt x="542" y="27"/>
                </a:lnTo>
                <a:lnTo>
                  <a:pt x="543" y="27"/>
                </a:lnTo>
                <a:lnTo>
                  <a:pt x="544" y="27"/>
                </a:lnTo>
                <a:lnTo>
                  <a:pt x="544" y="28"/>
                </a:lnTo>
                <a:lnTo>
                  <a:pt x="545" y="27"/>
                </a:lnTo>
                <a:lnTo>
                  <a:pt x="547" y="28"/>
                </a:lnTo>
                <a:lnTo>
                  <a:pt x="547" y="27"/>
                </a:lnTo>
                <a:lnTo>
                  <a:pt x="549" y="27"/>
                </a:lnTo>
                <a:lnTo>
                  <a:pt x="549" y="28"/>
                </a:lnTo>
                <a:lnTo>
                  <a:pt x="550" y="28"/>
                </a:lnTo>
                <a:lnTo>
                  <a:pt x="550" y="29"/>
                </a:lnTo>
                <a:lnTo>
                  <a:pt x="550" y="28"/>
                </a:lnTo>
                <a:lnTo>
                  <a:pt x="551" y="28"/>
                </a:lnTo>
                <a:lnTo>
                  <a:pt x="552" y="27"/>
                </a:lnTo>
                <a:lnTo>
                  <a:pt x="552" y="26"/>
                </a:lnTo>
                <a:lnTo>
                  <a:pt x="553" y="25"/>
                </a:lnTo>
                <a:lnTo>
                  <a:pt x="554" y="24"/>
                </a:lnTo>
                <a:lnTo>
                  <a:pt x="556" y="24"/>
                </a:lnTo>
                <a:lnTo>
                  <a:pt x="557" y="25"/>
                </a:lnTo>
                <a:lnTo>
                  <a:pt x="557" y="24"/>
                </a:lnTo>
                <a:lnTo>
                  <a:pt x="558" y="23"/>
                </a:lnTo>
                <a:lnTo>
                  <a:pt x="559" y="23"/>
                </a:lnTo>
                <a:lnTo>
                  <a:pt x="560" y="23"/>
                </a:lnTo>
                <a:lnTo>
                  <a:pt x="561" y="23"/>
                </a:lnTo>
                <a:lnTo>
                  <a:pt x="562" y="23"/>
                </a:lnTo>
                <a:lnTo>
                  <a:pt x="562" y="22"/>
                </a:lnTo>
                <a:lnTo>
                  <a:pt x="563" y="22"/>
                </a:lnTo>
                <a:lnTo>
                  <a:pt x="563" y="23"/>
                </a:lnTo>
                <a:lnTo>
                  <a:pt x="564" y="23"/>
                </a:lnTo>
                <a:lnTo>
                  <a:pt x="564" y="22"/>
                </a:lnTo>
                <a:lnTo>
                  <a:pt x="565" y="22"/>
                </a:lnTo>
                <a:lnTo>
                  <a:pt x="568" y="22"/>
                </a:lnTo>
                <a:lnTo>
                  <a:pt x="569" y="22"/>
                </a:lnTo>
                <a:lnTo>
                  <a:pt x="572" y="22"/>
                </a:lnTo>
                <a:lnTo>
                  <a:pt x="573" y="22"/>
                </a:lnTo>
                <a:lnTo>
                  <a:pt x="574" y="23"/>
                </a:lnTo>
                <a:lnTo>
                  <a:pt x="575" y="23"/>
                </a:lnTo>
                <a:lnTo>
                  <a:pt x="576" y="23"/>
                </a:lnTo>
                <a:lnTo>
                  <a:pt x="577" y="24"/>
                </a:lnTo>
                <a:lnTo>
                  <a:pt x="578" y="24"/>
                </a:lnTo>
                <a:lnTo>
                  <a:pt x="579" y="24"/>
                </a:lnTo>
                <a:lnTo>
                  <a:pt x="580" y="24"/>
                </a:lnTo>
                <a:lnTo>
                  <a:pt x="581" y="24"/>
                </a:lnTo>
                <a:lnTo>
                  <a:pt x="582" y="24"/>
                </a:lnTo>
                <a:lnTo>
                  <a:pt x="582" y="25"/>
                </a:lnTo>
                <a:lnTo>
                  <a:pt x="583" y="25"/>
                </a:lnTo>
                <a:lnTo>
                  <a:pt x="584" y="25"/>
                </a:lnTo>
                <a:lnTo>
                  <a:pt x="585" y="24"/>
                </a:lnTo>
                <a:lnTo>
                  <a:pt x="586" y="23"/>
                </a:lnTo>
                <a:lnTo>
                  <a:pt x="587" y="23"/>
                </a:lnTo>
                <a:lnTo>
                  <a:pt x="587" y="22"/>
                </a:lnTo>
                <a:lnTo>
                  <a:pt x="589" y="22"/>
                </a:lnTo>
                <a:lnTo>
                  <a:pt x="589" y="23"/>
                </a:lnTo>
                <a:lnTo>
                  <a:pt x="590" y="23"/>
                </a:lnTo>
                <a:lnTo>
                  <a:pt x="590" y="22"/>
                </a:lnTo>
                <a:lnTo>
                  <a:pt x="590" y="21"/>
                </a:lnTo>
                <a:lnTo>
                  <a:pt x="589" y="20"/>
                </a:lnTo>
                <a:lnTo>
                  <a:pt x="589" y="19"/>
                </a:lnTo>
                <a:lnTo>
                  <a:pt x="588" y="18"/>
                </a:lnTo>
                <a:lnTo>
                  <a:pt x="589" y="17"/>
                </a:lnTo>
                <a:lnTo>
                  <a:pt x="590" y="17"/>
                </a:lnTo>
                <a:lnTo>
                  <a:pt x="591" y="17"/>
                </a:lnTo>
                <a:lnTo>
                  <a:pt x="591" y="16"/>
                </a:lnTo>
                <a:lnTo>
                  <a:pt x="592" y="16"/>
                </a:lnTo>
                <a:lnTo>
                  <a:pt x="593" y="16"/>
                </a:lnTo>
                <a:lnTo>
                  <a:pt x="594" y="16"/>
                </a:lnTo>
                <a:lnTo>
                  <a:pt x="595" y="17"/>
                </a:lnTo>
                <a:lnTo>
                  <a:pt x="596" y="17"/>
                </a:lnTo>
                <a:lnTo>
                  <a:pt x="597" y="17"/>
                </a:lnTo>
                <a:lnTo>
                  <a:pt x="597" y="16"/>
                </a:lnTo>
                <a:lnTo>
                  <a:pt x="598" y="15"/>
                </a:lnTo>
                <a:lnTo>
                  <a:pt x="598" y="14"/>
                </a:lnTo>
                <a:lnTo>
                  <a:pt x="598" y="13"/>
                </a:lnTo>
                <a:lnTo>
                  <a:pt x="597" y="13"/>
                </a:lnTo>
                <a:lnTo>
                  <a:pt x="599" y="11"/>
                </a:lnTo>
                <a:lnTo>
                  <a:pt x="601" y="9"/>
                </a:lnTo>
                <a:lnTo>
                  <a:pt x="602" y="9"/>
                </a:lnTo>
                <a:lnTo>
                  <a:pt x="601" y="9"/>
                </a:lnTo>
                <a:lnTo>
                  <a:pt x="601" y="8"/>
                </a:lnTo>
                <a:lnTo>
                  <a:pt x="602" y="7"/>
                </a:lnTo>
                <a:lnTo>
                  <a:pt x="604" y="6"/>
                </a:lnTo>
                <a:lnTo>
                  <a:pt x="607" y="6"/>
                </a:lnTo>
                <a:lnTo>
                  <a:pt x="609" y="6"/>
                </a:lnTo>
                <a:lnTo>
                  <a:pt x="610" y="6"/>
                </a:lnTo>
                <a:lnTo>
                  <a:pt x="611" y="7"/>
                </a:lnTo>
                <a:lnTo>
                  <a:pt x="612" y="7"/>
                </a:lnTo>
                <a:lnTo>
                  <a:pt x="612" y="6"/>
                </a:lnTo>
                <a:lnTo>
                  <a:pt x="611" y="6"/>
                </a:lnTo>
                <a:lnTo>
                  <a:pt x="611" y="5"/>
                </a:lnTo>
                <a:lnTo>
                  <a:pt x="612" y="5"/>
                </a:lnTo>
                <a:lnTo>
                  <a:pt x="613" y="5"/>
                </a:lnTo>
                <a:lnTo>
                  <a:pt x="615" y="5"/>
                </a:lnTo>
                <a:lnTo>
                  <a:pt x="615" y="6"/>
                </a:lnTo>
                <a:lnTo>
                  <a:pt x="616" y="6"/>
                </a:lnTo>
                <a:lnTo>
                  <a:pt x="617" y="6"/>
                </a:lnTo>
                <a:lnTo>
                  <a:pt x="618" y="6"/>
                </a:lnTo>
                <a:lnTo>
                  <a:pt x="619" y="6"/>
                </a:lnTo>
                <a:lnTo>
                  <a:pt x="620" y="5"/>
                </a:lnTo>
                <a:lnTo>
                  <a:pt x="620" y="6"/>
                </a:lnTo>
                <a:lnTo>
                  <a:pt x="621" y="6"/>
                </a:lnTo>
                <a:lnTo>
                  <a:pt x="623" y="6"/>
                </a:lnTo>
                <a:lnTo>
                  <a:pt x="625" y="6"/>
                </a:lnTo>
                <a:lnTo>
                  <a:pt x="626" y="6"/>
                </a:lnTo>
                <a:lnTo>
                  <a:pt x="627" y="6"/>
                </a:lnTo>
                <a:lnTo>
                  <a:pt x="627" y="5"/>
                </a:lnTo>
                <a:lnTo>
                  <a:pt x="628" y="5"/>
                </a:lnTo>
                <a:lnTo>
                  <a:pt x="629" y="6"/>
                </a:lnTo>
                <a:lnTo>
                  <a:pt x="629" y="7"/>
                </a:lnTo>
                <a:lnTo>
                  <a:pt x="630" y="7"/>
                </a:lnTo>
                <a:lnTo>
                  <a:pt x="631" y="7"/>
                </a:lnTo>
                <a:lnTo>
                  <a:pt x="631" y="6"/>
                </a:lnTo>
                <a:lnTo>
                  <a:pt x="632" y="6"/>
                </a:lnTo>
                <a:lnTo>
                  <a:pt x="633" y="6"/>
                </a:lnTo>
                <a:lnTo>
                  <a:pt x="635" y="7"/>
                </a:lnTo>
                <a:lnTo>
                  <a:pt x="636" y="6"/>
                </a:lnTo>
                <a:lnTo>
                  <a:pt x="637" y="6"/>
                </a:lnTo>
                <a:lnTo>
                  <a:pt x="638" y="5"/>
                </a:lnTo>
                <a:lnTo>
                  <a:pt x="639" y="5"/>
                </a:lnTo>
                <a:lnTo>
                  <a:pt x="640" y="6"/>
                </a:lnTo>
                <a:lnTo>
                  <a:pt x="641" y="6"/>
                </a:lnTo>
                <a:lnTo>
                  <a:pt x="642" y="6"/>
                </a:lnTo>
                <a:lnTo>
                  <a:pt x="642" y="5"/>
                </a:lnTo>
                <a:lnTo>
                  <a:pt x="643" y="5"/>
                </a:lnTo>
                <a:lnTo>
                  <a:pt x="644" y="5"/>
                </a:lnTo>
                <a:lnTo>
                  <a:pt x="646" y="5"/>
                </a:lnTo>
                <a:lnTo>
                  <a:pt x="646" y="4"/>
                </a:lnTo>
                <a:lnTo>
                  <a:pt x="647" y="4"/>
                </a:lnTo>
                <a:lnTo>
                  <a:pt x="648" y="4"/>
                </a:lnTo>
                <a:lnTo>
                  <a:pt x="649" y="4"/>
                </a:lnTo>
                <a:lnTo>
                  <a:pt x="650" y="4"/>
                </a:lnTo>
                <a:lnTo>
                  <a:pt x="651" y="4"/>
                </a:lnTo>
                <a:lnTo>
                  <a:pt x="652" y="4"/>
                </a:lnTo>
                <a:lnTo>
                  <a:pt x="653" y="4"/>
                </a:lnTo>
                <a:lnTo>
                  <a:pt x="654" y="4"/>
                </a:lnTo>
                <a:lnTo>
                  <a:pt x="654" y="5"/>
                </a:lnTo>
                <a:lnTo>
                  <a:pt x="654" y="6"/>
                </a:lnTo>
                <a:lnTo>
                  <a:pt x="654" y="5"/>
                </a:lnTo>
                <a:lnTo>
                  <a:pt x="656" y="5"/>
                </a:lnTo>
                <a:lnTo>
                  <a:pt x="657" y="5"/>
                </a:lnTo>
                <a:lnTo>
                  <a:pt x="657" y="4"/>
                </a:lnTo>
                <a:lnTo>
                  <a:pt x="658" y="4"/>
                </a:lnTo>
                <a:lnTo>
                  <a:pt x="659" y="4"/>
                </a:lnTo>
                <a:lnTo>
                  <a:pt x="659" y="5"/>
                </a:lnTo>
                <a:lnTo>
                  <a:pt x="661" y="5"/>
                </a:lnTo>
                <a:lnTo>
                  <a:pt x="662" y="5"/>
                </a:lnTo>
                <a:lnTo>
                  <a:pt x="663" y="5"/>
                </a:lnTo>
                <a:lnTo>
                  <a:pt x="663" y="4"/>
                </a:lnTo>
                <a:lnTo>
                  <a:pt x="664" y="4"/>
                </a:lnTo>
                <a:lnTo>
                  <a:pt x="665" y="3"/>
                </a:lnTo>
                <a:lnTo>
                  <a:pt x="666" y="2"/>
                </a:lnTo>
                <a:lnTo>
                  <a:pt x="667" y="1"/>
                </a:lnTo>
                <a:lnTo>
                  <a:pt x="669" y="1"/>
                </a:lnTo>
                <a:lnTo>
                  <a:pt x="670" y="1"/>
                </a:lnTo>
                <a:lnTo>
                  <a:pt x="671" y="1"/>
                </a:lnTo>
                <a:lnTo>
                  <a:pt x="672" y="1"/>
                </a:lnTo>
                <a:lnTo>
                  <a:pt x="673" y="0"/>
                </a:lnTo>
                <a:lnTo>
                  <a:pt x="674" y="1"/>
                </a:lnTo>
                <a:lnTo>
                  <a:pt x="674" y="0"/>
                </a:lnTo>
                <a:lnTo>
                  <a:pt x="675" y="0"/>
                </a:lnTo>
                <a:lnTo>
                  <a:pt x="676" y="1"/>
                </a:lnTo>
                <a:lnTo>
                  <a:pt x="678" y="1"/>
                </a:lnTo>
                <a:lnTo>
                  <a:pt x="678" y="2"/>
                </a:lnTo>
                <a:lnTo>
                  <a:pt x="678" y="3"/>
                </a:lnTo>
                <a:lnTo>
                  <a:pt x="678" y="4"/>
                </a:lnTo>
                <a:lnTo>
                  <a:pt x="679" y="5"/>
                </a:lnTo>
                <a:lnTo>
                  <a:pt x="679" y="6"/>
                </a:lnTo>
                <a:lnTo>
                  <a:pt x="680" y="6"/>
                </a:lnTo>
                <a:lnTo>
                  <a:pt x="682" y="6"/>
                </a:lnTo>
                <a:lnTo>
                  <a:pt x="682" y="5"/>
                </a:lnTo>
                <a:lnTo>
                  <a:pt x="683" y="5"/>
                </a:lnTo>
                <a:lnTo>
                  <a:pt x="685" y="5"/>
                </a:lnTo>
                <a:lnTo>
                  <a:pt x="686" y="5"/>
                </a:lnTo>
                <a:lnTo>
                  <a:pt x="686" y="6"/>
                </a:lnTo>
                <a:lnTo>
                  <a:pt x="687" y="6"/>
                </a:lnTo>
                <a:lnTo>
                  <a:pt x="688" y="6"/>
                </a:lnTo>
                <a:lnTo>
                  <a:pt x="689" y="6"/>
                </a:lnTo>
                <a:lnTo>
                  <a:pt x="689" y="7"/>
                </a:lnTo>
                <a:lnTo>
                  <a:pt x="690" y="7"/>
                </a:lnTo>
                <a:lnTo>
                  <a:pt x="691" y="7"/>
                </a:lnTo>
                <a:lnTo>
                  <a:pt x="692" y="6"/>
                </a:lnTo>
                <a:lnTo>
                  <a:pt x="693" y="6"/>
                </a:lnTo>
                <a:lnTo>
                  <a:pt x="694" y="7"/>
                </a:lnTo>
                <a:lnTo>
                  <a:pt x="694" y="6"/>
                </a:lnTo>
                <a:lnTo>
                  <a:pt x="696" y="4"/>
                </a:lnTo>
                <a:lnTo>
                  <a:pt x="697" y="4"/>
                </a:lnTo>
                <a:lnTo>
                  <a:pt x="697" y="3"/>
                </a:lnTo>
                <a:lnTo>
                  <a:pt x="699" y="3"/>
                </a:lnTo>
                <a:lnTo>
                  <a:pt x="699" y="2"/>
                </a:lnTo>
                <a:lnTo>
                  <a:pt x="700" y="2"/>
                </a:lnTo>
                <a:lnTo>
                  <a:pt x="701" y="2"/>
                </a:lnTo>
                <a:lnTo>
                  <a:pt x="702" y="2"/>
                </a:lnTo>
                <a:lnTo>
                  <a:pt x="703" y="2"/>
                </a:lnTo>
                <a:lnTo>
                  <a:pt x="704" y="3"/>
                </a:lnTo>
                <a:lnTo>
                  <a:pt x="705" y="5"/>
                </a:lnTo>
                <a:lnTo>
                  <a:pt x="706" y="5"/>
                </a:lnTo>
                <a:lnTo>
                  <a:pt x="706" y="6"/>
                </a:lnTo>
                <a:lnTo>
                  <a:pt x="705" y="7"/>
                </a:lnTo>
                <a:lnTo>
                  <a:pt x="704" y="8"/>
                </a:lnTo>
                <a:lnTo>
                  <a:pt x="704" y="9"/>
                </a:lnTo>
                <a:lnTo>
                  <a:pt x="704" y="10"/>
                </a:lnTo>
                <a:lnTo>
                  <a:pt x="704" y="13"/>
                </a:lnTo>
                <a:lnTo>
                  <a:pt x="703" y="13"/>
                </a:lnTo>
                <a:lnTo>
                  <a:pt x="702" y="13"/>
                </a:lnTo>
                <a:lnTo>
                  <a:pt x="702" y="14"/>
                </a:lnTo>
                <a:lnTo>
                  <a:pt x="702" y="15"/>
                </a:lnTo>
                <a:lnTo>
                  <a:pt x="703" y="15"/>
                </a:lnTo>
                <a:lnTo>
                  <a:pt x="703" y="16"/>
                </a:lnTo>
                <a:lnTo>
                  <a:pt x="703" y="17"/>
                </a:lnTo>
                <a:lnTo>
                  <a:pt x="704" y="18"/>
                </a:lnTo>
                <a:lnTo>
                  <a:pt x="705" y="18"/>
                </a:lnTo>
                <a:lnTo>
                  <a:pt x="706" y="18"/>
                </a:lnTo>
                <a:lnTo>
                  <a:pt x="706" y="19"/>
                </a:lnTo>
                <a:lnTo>
                  <a:pt x="708" y="21"/>
                </a:lnTo>
                <a:lnTo>
                  <a:pt x="708" y="22"/>
                </a:lnTo>
                <a:lnTo>
                  <a:pt x="708" y="23"/>
                </a:lnTo>
                <a:lnTo>
                  <a:pt x="709" y="23"/>
                </a:lnTo>
                <a:lnTo>
                  <a:pt x="709" y="24"/>
                </a:lnTo>
                <a:lnTo>
                  <a:pt x="709" y="25"/>
                </a:lnTo>
                <a:lnTo>
                  <a:pt x="709" y="26"/>
                </a:lnTo>
                <a:lnTo>
                  <a:pt x="710" y="26"/>
                </a:lnTo>
                <a:lnTo>
                  <a:pt x="710" y="27"/>
                </a:lnTo>
                <a:lnTo>
                  <a:pt x="711" y="28"/>
                </a:lnTo>
                <a:lnTo>
                  <a:pt x="711" y="29"/>
                </a:lnTo>
                <a:lnTo>
                  <a:pt x="711" y="30"/>
                </a:lnTo>
                <a:lnTo>
                  <a:pt x="712" y="30"/>
                </a:lnTo>
                <a:lnTo>
                  <a:pt x="712" y="31"/>
                </a:lnTo>
                <a:lnTo>
                  <a:pt x="711" y="34"/>
                </a:lnTo>
                <a:lnTo>
                  <a:pt x="710" y="40"/>
                </a:lnTo>
                <a:lnTo>
                  <a:pt x="709" y="45"/>
                </a:lnTo>
                <a:lnTo>
                  <a:pt x="707" y="54"/>
                </a:lnTo>
                <a:lnTo>
                  <a:pt x="706" y="55"/>
                </a:lnTo>
                <a:lnTo>
                  <a:pt x="706" y="56"/>
                </a:lnTo>
                <a:lnTo>
                  <a:pt x="707" y="56"/>
                </a:lnTo>
                <a:lnTo>
                  <a:pt x="707" y="57"/>
                </a:lnTo>
                <a:lnTo>
                  <a:pt x="710" y="58"/>
                </a:lnTo>
                <a:lnTo>
                  <a:pt x="713" y="58"/>
                </a:lnTo>
                <a:lnTo>
                  <a:pt x="714" y="58"/>
                </a:lnTo>
                <a:lnTo>
                  <a:pt x="715" y="58"/>
                </a:lnTo>
                <a:lnTo>
                  <a:pt x="717" y="60"/>
                </a:lnTo>
                <a:lnTo>
                  <a:pt x="718" y="61"/>
                </a:lnTo>
                <a:lnTo>
                  <a:pt x="719" y="62"/>
                </a:lnTo>
                <a:lnTo>
                  <a:pt x="720" y="63"/>
                </a:lnTo>
                <a:lnTo>
                  <a:pt x="721" y="63"/>
                </a:lnTo>
                <a:lnTo>
                  <a:pt x="721" y="64"/>
                </a:lnTo>
                <a:lnTo>
                  <a:pt x="723" y="64"/>
                </a:lnTo>
                <a:lnTo>
                  <a:pt x="724" y="64"/>
                </a:lnTo>
                <a:lnTo>
                  <a:pt x="725" y="64"/>
                </a:lnTo>
                <a:lnTo>
                  <a:pt x="726" y="63"/>
                </a:lnTo>
                <a:lnTo>
                  <a:pt x="727" y="63"/>
                </a:lnTo>
                <a:lnTo>
                  <a:pt x="728" y="63"/>
                </a:lnTo>
                <a:lnTo>
                  <a:pt x="729" y="62"/>
                </a:lnTo>
                <a:lnTo>
                  <a:pt x="737" y="62"/>
                </a:lnTo>
                <a:lnTo>
                  <a:pt x="739" y="62"/>
                </a:lnTo>
                <a:lnTo>
                  <a:pt x="753" y="62"/>
                </a:lnTo>
                <a:lnTo>
                  <a:pt x="755" y="62"/>
                </a:lnTo>
                <a:lnTo>
                  <a:pt x="756" y="63"/>
                </a:lnTo>
                <a:lnTo>
                  <a:pt x="757" y="63"/>
                </a:lnTo>
                <a:lnTo>
                  <a:pt x="759" y="63"/>
                </a:lnTo>
                <a:lnTo>
                  <a:pt x="767" y="64"/>
                </a:lnTo>
                <a:lnTo>
                  <a:pt x="784" y="65"/>
                </a:lnTo>
                <a:lnTo>
                  <a:pt x="788" y="65"/>
                </a:lnTo>
                <a:lnTo>
                  <a:pt x="792" y="65"/>
                </a:lnTo>
                <a:lnTo>
                  <a:pt x="793" y="65"/>
                </a:lnTo>
                <a:lnTo>
                  <a:pt x="793" y="66"/>
                </a:lnTo>
                <a:lnTo>
                  <a:pt x="794" y="67"/>
                </a:lnTo>
                <a:lnTo>
                  <a:pt x="795" y="68"/>
                </a:lnTo>
                <a:lnTo>
                  <a:pt x="796" y="69"/>
                </a:lnTo>
                <a:lnTo>
                  <a:pt x="797" y="70"/>
                </a:lnTo>
                <a:lnTo>
                  <a:pt x="798" y="71"/>
                </a:lnTo>
                <a:lnTo>
                  <a:pt x="800" y="73"/>
                </a:lnTo>
                <a:lnTo>
                  <a:pt x="801" y="74"/>
                </a:lnTo>
                <a:lnTo>
                  <a:pt x="802" y="75"/>
                </a:lnTo>
                <a:lnTo>
                  <a:pt x="803" y="75"/>
                </a:lnTo>
                <a:lnTo>
                  <a:pt x="805" y="76"/>
                </a:lnTo>
                <a:lnTo>
                  <a:pt x="806" y="77"/>
                </a:lnTo>
                <a:lnTo>
                  <a:pt x="807" y="79"/>
                </a:lnTo>
                <a:lnTo>
                  <a:pt x="808" y="79"/>
                </a:lnTo>
                <a:lnTo>
                  <a:pt x="811" y="79"/>
                </a:lnTo>
                <a:lnTo>
                  <a:pt x="815" y="80"/>
                </a:lnTo>
                <a:lnTo>
                  <a:pt x="815" y="81"/>
                </a:lnTo>
                <a:lnTo>
                  <a:pt x="815" y="82"/>
                </a:lnTo>
                <a:lnTo>
                  <a:pt x="815" y="83"/>
                </a:lnTo>
                <a:lnTo>
                  <a:pt x="815" y="85"/>
                </a:lnTo>
                <a:lnTo>
                  <a:pt x="814" y="87"/>
                </a:lnTo>
                <a:lnTo>
                  <a:pt x="814" y="88"/>
                </a:lnTo>
                <a:lnTo>
                  <a:pt x="813" y="88"/>
                </a:lnTo>
                <a:lnTo>
                  <a:pt x="812" y="88"/>
                </a:lnTo>
                <a:lnTo>
                  <a:pt x="811" y="88"/>
                </a:lnTo>
                <a:lnTo>
                  <a:pt x="807" y="88"/>
                </a:lnTo>
                <a:lnTo>
                  <a:pt x="805" y="88"/>
                </a:lnTo>
                <a:lnTo>
                  <a:pt x="804" y="88"/>
                </a:lnTo>
                <a:lnTo>
                  <a:pt x="801" y="88"/>
                </a:lnTo>
                <a:lnTo>
                  <a:pt x="800" y="88"/>
                </a:lnTo>
                <a:lnTo>
                  <a:pt x="798" y="87"/>
                </a:lnTo>
                <a:lnTo>
                  <a:pt x="796" y="87"/>
                </a:lnTo>
                <a:lnTo>
                  <a:pt x="795" y="88"/>
                </a:lnTo>
                <a:lnTo>
                  <a:pt x="794" y="89"/>
                </a:lnTo>
                <a:lnTo>
                  <a:pt x="794" y="90"/>
                </a:lnTo>
                <a:lnTo>
                  <a:pt x="794" y="91"/>
                </a:lnTo>
                <a:lnTo>
                  <a:pt x="795" y="92"/>
                </a:lnTo>
                <a:lnTo>
                  <a:pt x="795" y="93"/>
                </a:lnTo>
                <a:lnTo>
                  <a:pt x="795" y="95"/>
                </a:lnTo>
                <a:lnTo>
                  <a:pt x="795" y="96"/>
                </a:lnTo>
                <a:lnTo>
                  <a:pt x="795" y="97"/>
                </a:lnTo>
                <a:lnTo>
                  <a:pt x="796" y="98"/>
                </a:lnTo>
                <a:lnTo>
                  <a:pt x="797" y="98"/>
                </a:lnTo>
                <a:lnTo>
                  <a:pt x="797" y="99"/>
                </a:lnTo>
                <a:lnTo>
                  <a:pt x="798" y="99"/>
                </a:lnTo>
                <a:lnTo>
                  <a:pt x="798" y="101"/>
                </a:lnTo>
                <a:lnTo>
                  <a:pt x="799" y="102"/>
                </a:lnTo>
                <a:lnTo>
                  <a:pt x="800" y="103"/>
                </a:lnTo>
                <a:lnTo>
                  <a:pt x="802" y="104"/>
                </a:lnTo>
                <a:lnTo>
                  <a:pt x="804" y="106"/>
                </a:lnTo>
                <a:lnTo>
                  <a:pt x="805" y="106"/>
                </a:lnTo>
                <a:lnTo>
                  <a:pt x="806" y="107"/>
                </a:lnTo>
                <a:lnTo>
                  <a:pt x="807" y="108"/>
                </a:lnTo>
                <a:lnTo>
                  <a:pt x="808" y="109"/>
                </a:lnTo>
                <a:lnTo>
                  <a:pt x="810" y="110"/>
                </a:lnTo>
                <a:lnTo>
                  <a:pt x="811" y="110"/>
                </a:lnTo>
                <a:lnTo>
                  <a:pt x="812" y="110"/>
                </a:lnTo>
                <a:lnTo>
                  <a:pt x="813" y="110"/>
                </a:lnTo>
                <a:lnTo>
                  <a:pt x="815" y="110"/>
                </a:lnTo>
                <a:lnTo>
                  <a:pt x="816" y="111"/>
                </a:lnTo>
                <a:lnTo>
                  <a:pt x="817" y="111"/>
                </a:lnTo>
                <a:lnTo>
                  <a:pt x="817" y="112"/>
                </a:lnTo>
                <a:lnTo>
                  <a:pt x="820" y="113"/>
                </a:lnTo>
                <a:lnTo>
                  <a:pt x="822" y="113"/>
                </a:lnTo>
                <a:lnTo>
                  <a:pt x="823" y="112"/>
                </a:lnTo>
                <a:lnTo>
                  <a:pt x="824" y="112"/>
                </a:lnTo>
                <a:lnTo>
                  <a:pt x="825" y="111"/>
                </a:lnTo>
                <a:lnTo>
                  <a:pt x="826" y="111"/>
                </a:lnTo>
                <a:lnTo>
                  <a:pt x="827" y="111"/>
                </a:lnTo>
                <a:lnTo>
                  <a:pt x="828" y="111"/>
                </a:lnTo>
                <a:lnTo>
                  <a:pt x="829" y="111"/>
                </a:lnTo>
                <a:lnTo>
                  <a:pt x="833" y="110"/>
                </a:lnTo>
                <a:lnTo>
                  <a:pt x="843" y="110"/>
                </a:lnTo>
                <a:lnTo>
                  <a:pt x="849" y="110"/>
                </a:lnTo>
                <a:lnTo>
                  <a:pt x="870" y="109"/>
                </a:lnTo>
                <a:lnTo>
                  <a:pt x="873" y="109"/>
                </a:lnTo>
                <a:lnTo>
                  <a:pt x="875" y="110"/>
                </a:lnTo>
                <a:lnTo>
                  <a:pt x="876" y="110"/>
                </a:lnTo>
                <a:lnTo>
                  <a:pt x="877" y="110"/>
                </a:lnTo>
                <a:lnTo>
                  <a:pt x="882" y="111"/>
                </a:lnTo>
                <a:lnTo>
                  <a:pt x="883" y="111"/>
                </a:lnTo>
                <a:lnTo>
                  <a:pt x="885" y="111"/>
                </a:lnTo>
                <a:lnTo>
                  <a:pt x="886" y="110"/>
                </a:lnTo>
                <a:lnTo>
                  <a:pt x="888" y="110"/>
                </a:lnTo>
                <a:lnTo>
                  <a:pt x="889" y="110"/>
                </a:lnTo>
                <a:lnTo>
                  <a:pt x="889" y="111"/>
                </a:lnTo>
                <a:lnTo>
                  <a:pt x="889" y="112"/>
                </a:lnTo>
                <a:lnTo>
                  <a:pt x="889" y="113"/>
                </a:lnTo>
                <a:lnTo>
                  <a:pt x="889" y="114"/>
                </a:lnTo>
                <a:lnTo>
                  <a:pt x="890" y="114"/>
                </a:lnTo>
                <a:lnTo>
                  <a:pt x="890" y="115"/>
                </a:lnTo>
                <a:lnTo>
                  <a:pt x="890" y="116"/>
                </a:lnTo>
                <a:lnTo>
                  <a:pt x="890" y="117"/>
                </a:lnTo>
                <a:lnTo>
                  <a:pt x="890" y="118"/>
                </a:lnTo>
                <a:lnTo>
                  <a:pt x="890" y="119"/>
                </a:lnTo>
                <a:lnTo>
                  <a:pt x="891" y="119"/>
                </a:lnTo>
                <a:lnTo>
                  <a:pt x="891" y="120"/>
                </a:lnTo>
                <a:lnTo>
                  <a:pt x="891" y="121"/>
                </a:lnTo>
                <a:lnTo>
                  <a:pt x="891" y="122"/>
                </a:lnTo>
                <a:lnTo>
                  <a:pt x="891" y="123"/>
                </a:lnTo>
                <a:lnTo>
                  <a:pt x="892" y="123"/>
                </a:lnTo>
                <a:lnTo>
                  <a:pt x="892" y="124"/>
                </a:lnTo>
                <a:lnTo>
                  <a:pt x="892" y="125"/>
                </a:lnTo>
                <a:lnTo>
                  <a:pt x="892" y="126"/>
                </a:lnTo>
                <a:lnTo>
                  <a:pt x="892" y="127"/>
                </a:lnTo>
                <a:lnTo>
                  <a:pt x="893" y="128"/>
                </a:lnTo>
                <a:lnTo>
                  <a:pt x="893" y="129"/>
                </a:lnTo>
                <a:lnTo>
                  <a:pt x="893" y="130"/>
                </a:lnTo>
                <a:lnTo>
                  <a:pt x="893" y="131"/>
                </a:lnTo>
                <a:lnTo>
                  <a:pt x="893" y="132"/>
                </a:lnTo>
                <a:lnTo>
                  <a:pt x="894" y="132"/>
                </a:lnTo>
                <a:lnTo>
                  <a:pt x="894" y="133"/>
                </a:lnTo>
                <a:lnTo>
                  <a:pt x="894" y="134"/>
                </a:lnTo>
                <a:lnTo>
                  <a:pt x="894" y="135"/>
                </a:lnTo>
                <a:lnTo>
                  <a:pt x="894" y="136"/>
                </a:lnTo>
                <a:lnTo>
                  <a:pt x="895" y="137"/>
                </a:lnTo>
                <a:lnTo>
                  <a:pt x="895" y="138"/>
                </a:lnTo>
                <a:lnTo>
                  <a:pt x="895" y="139"/>
                </a:lnTo>
                <a:lnTo>
                  <a:pt x="895" y="140"/>
                </a:lnTo>
                <a:lnTo>
                  <a:pt x="895" y="141"/>
                </a:lnTo>
                <a:lnTo>
                  <a:pt x="896" y="141"/>
                </a:lnTo>
                <a:lnTo>
                  <a:pt x="896" y="142"/>
                </a:lnTo>
                <a:lnTo>
                  <a:pt x="896" y="143"/>
                </a:lnTo>
                <a:lnTo>
                  <a:pt x="896" y="144"/>
                </a:lnTo>
                <a:lnTo>
                  <a:pt x="896" y="145"/>
                </a:lnTo>
                <a:lnTo>
                  <a:pt x="897" y="145"/>
                </a:lnTo>
                <a:lnTo>
                  <a:pt x="897" y="146"/>
                </a:lnTo>
                <a:lnTo>
                  <a:pt x="897" y="147"/>
                </a:lnTo>
                <a:lnTo>
                  <a:pt x="897" y="148"/>
                </a:lnTo>
                <a:lnTo>
                  <a:pt x="897" y="149"/>
                </a:lnTo>
                <a:lnTo>
                  <a:pt x="897" y="150"/>
                </a:lnTo>
                <a:lnTo>
                  <a:pt x="898" y="150"/>
                </a:lnTo>
                <a:lnTo>
                  <a:pt x="898" y="151"/>
                </a:lnTo>
                <a:lnTo>
                  <a:pt x="898" y="152"/>
                </a:lnTo>
                <a:lnTo>
                  <a:pt x="898" y="153"/>
                </a:lnTo>
                <a:lnTo>
                  <a:pt x="898" y="154"/>
                </a:lnTo>
                <a:lnTo>
                  <a:pt x="898" y="155"/>
                </a:lnTo>
                <a:lnTo>
                  <a:pt x="899" y="155"/>
                </a:lnTo>
                <a:lnTo>
                  <a:pt x="899" y="156"/>
                </a:lnTo>
                <a:lnTo>
                  <a:pt x="899" y="157"/>
                </a:lnTo>
                <a:lnTo>
                  <a:pt x="899" y="158"/>
                </a:lnTo>
                <a:lnTo>
                  <a:pt x="899" y="159"/>
                </a:lnTo>
                <a:lnTo>
                  <a:pt x="900" y="159"/>
                </a:lnTo>
                <a:lnTo>
                  <a:pt x="900" y="160"/>
                </a:lnTo>
                <a:lnTo>
                  <a:pt x="900" y="161"/>
                </a:lnTo>
                <a:lnTo>
                  <a:pt x="900" y="162"/>
                </a:lnTo>
                <a:lnTo>
                  <a:pt x="900" y="163"/>
                </a:lnTo>
                <a:lnTo>
                  <a:pt x="901" y="163"/>
                </a:lnTo>
                <a:lnTo>
                  <a:pt x="901" y="164"/>
                </a:lnTo>
                <a:lnTo>
                  <a:pt x="901" y="165"/>
                </a:lnTo>
                <a:lnTo>
                  <a:pt x="901" y="166"/>
                </a:lnTo>
                <a:lnTo>
                  <a:pt x="901" y="167"/>
                </a:lnTo>
                <a:lnTo>
                  <a:pt x="901" y="168"/>
                </a:lnTo>
                <a:lnTo>
                  <a:pt x="902" y="168"/>
                </a:lnTo>
                <a:lnTo>
                  <a:pt x="902" y="169"/>
                </a:lnTo>
                <a:lnTo>
                  <a:pt x="902" y="170"/>
                </a:lnTo>
                <a:lnTo>
                  <a:pt x="902" y="171"/>
                </a:lnTo>
                <a:lnTo>
                  <a:pt x="902" y="172"/>
                </a:lnTo>
                <a:lnTo>
                  <a:pt x="902" y="173"/>
                </a:lnTo>
                <a:lnTo>
                  <a:pt x="903" y="173"/>
                </a:lnTo>
                <a:lnTo>
                  <a:pt x="903" y="174"/>
                </a:lnTo>
                <a:lnTo>
                  <a:pt x="903" y="175"/>
                </a:lnTo>
                <a:lnTo>
                  <a:pt x="903" y="176"/>
                </a:lnTo>
                <a:lnTo>
                  <a:pt x="903" y="177"/>
                </a:lnTo>
                <a:lnTo>
                  <a:pt x="904" y="177"/>
                </a:lnTo>
                <a:lnTo>
                  <a:pt x="904" y="178"/>
                </a:lnTo>
                <a:lnTo>
                  <a:pt x="904" y="179"/>
                </a:lnTo>
                <a:lnTo>
                  <a:pt x="904" y="180"/>
                </a:lnTo>
                <a:lnTo>
                  <a:pt x="905" y="180"/>
                </a:lnTo>
                <a:lnTo>
                  <a:pt x="905" y="181"/>
                </a:lnTo>
                <a:lnTo>
                  <a:pt x="905" y="182"/>
                </a:lnTo>
                <a:lnTo>
                  <a:pt x="906" y="182"/>
                </a:lnTo>
                <a:lnTo>
                  <a:pt x="906" y="183"/>
                </a:lnTo>
                <a:lnTo>
                  <a:pt x="906" y="184"/>
                </a:lnTo>
                <a:lnTo>
                  <a:pt x="906" y="185"/>
                </a:lnTo>
                <a:lnTo>
                  <a:pt x="905" y="185"/>
                </a:lnTo>
                <a:lnTo>
                  <a:pt x="905" y="186"/>
                </a:lnTo>
                <a:lnTo>
                  <a:pt x="905" y="187"/>
                </a:lnTo>
                <a:lnTo>
                  <a:pt x="905" y="188"/>
                </a:lnTo>
                <a:lnTo>
                  <a:pt x="905" y="189"/>
                </a:lnTo>
                <a:lnTo>
                  <a:pt x="905" y="190"/>
                </a:lnTo>
                <a:lnTo>
                  <a:pt x="905" y="191"/>
                </a:lnTo>
                <a:lnTo>
                  <a:pt x="905" y="192"/>
                </a:lnTo>
                <a:lnTo>
                  <a:pt x="905" y="193"/>
                </a:lnTo>
                <a:lnTo>
                  <a:pt x="905" y="195"/>
                </a:lnTo>
                <a:lnTo>
                  <a:pt x="905" y="196"/>
                </a:lnTo>
                <a:lnTo>
                  <a:pt x="906" y="196"/>
                </a:lnTo>
                <a:lnTo>
                  <a:pt x="906" y="197"/>
                </a:lnTo>
                <a:lnTo>
                  <a:pt x="907" y="197"/>
                </a:lnTo>
                <a:lnTo>
                  <a:pt x="907" y="198"/>
                </a:lnTo>
                <a:lnTo>
                  <a:pt x="908" y="198"/>
                </a:lnTo>
                <a:lnTo>
                  <a:pt x="910" y="197"/>
                </a:lnTo>
                <a:lnTo>
                  <a:pt x="911" y="196"/>
                </a:lnTo>
                <a:lnTo>
                  <a:pt x="912" y="196"/>
                </a:lnTo>
                <a:lnTo>
                  <a:pt x="913" y="195"/>
                </a:lnTo>
                <a:lnTo>
                  <a:pt x="914" y="195"/>
                </a:lnTo>
                <a:lnTo>
                  <a:pt x="915" y="194"/>
                </a:lnTo>
                <a:lnTo>
                  <a:pt x="916" y="194"/>
                </a:lnTo>
                <a:lnTo>
                  <a:pt x="917" y="194"/>
                </a:lnTo>
                <a:lnTo>
                  <a:pt x="917" y="195"/>
                </a:lnTo>
                <a:lnTo>
                  <a:pt x="918" y="195"/>
                </a:lnTo>
                <a:lnTo>
                  <a:pt x="918" y="194"/>
                </a:lnTo>
                <a:lnTo>
                  <a:pt x="919" y="194"/>
                </a:lnTo>
                <a:lnTo>
                  <a:pt x="920" y="194"/>
                </a:lnTo>
                <a:lnTo>
                  <a:pt x="921" y="194"/>
                </a:lnTo>
                <a:lnTo>
                  <a:pt x="922" y="193"/>
                </a:lnTo>
                <a:lnTo>
                  <a:pt x="923" y="193"/>
                </a:lnTo>
                <a:lnTo>
                  <a:pt x="924" y="193"/>
                </a:lnTo>
                <a:lnTo>
                  <a:pt x="927" y="193"/>
                </a:lnTo>
                <a:lnTo>
                  <a:pt x="927" y="192"/>
                </a:lnTo>
                <a:lnTo>
                  <a:pt x="929" y="192"/>
                </a:lnTo>
                <a:lnTo>
                  <a:pt x="929" y="193"/>
                </a:lnTo>
                <a:lnTo>
                  <a:pt x="930" y="193"/>
                </a:lnTo>
                <a:lnTo>
                  <a:pt x="931" y="193"/>
                </a:lnTo>
                <a:lnTo>
                  <a:pt x="932" y="193"/>
                </a:lnTo>
                <a:lnTo>
                  <a:pt x="933" y="193"/>
                </a:lnTo>
                <a:lnTo>
                  <a:pt x="934" y="193"/>
                </a:lnTo>
                <a:lnTo>
                  <a:pt x="935" y="193"/>
                </a:lnTo>
                <a:lnTo>
                  <a:pt x="936" y="193"/>
                </a:lnTo>
                <a:lnTo>
                  <a:pt x="937" y="193"/>
                </a:lnTo>
                <a:lnTo>
                  <a:pt x="938" y="194"/>
                </a:lnTo>
                <a:lnTo>
                  <a:pt x="939" y="194"/>
                </a:lnTo>
                <a:lnTo>
                  <a:pt x="940" y="194"/>
                </a:lnTo>
                <a:lnTo>
                  <a:pt x="941" y="194"/>
                </a:lnTo>
                <a:lnTo>
                  <a:pt x="943" y="194"/>
                </a:lnTo>
                <a:lnTo>
                  <a:pt x="943" y="195"/>
                </a:lnTo>
                <a:lnTo>
                  <a:pt x="944" y="195"/>
                </a:lnTo>
                <a:lnTo>
                  <a:pt x="945" y="194"/>
                </a:lnTo>
                <a:lnTo>
                  <a:pt x="946" y="194"/>
                </a:lnTo>
                <a:lnTo>
                  <a:pt x="948" y="195"/>
                </a:lnTo>
                <a:lnTo>
                  <a:pt x="950" y="195"/>
                </a:lnTo>
                <a:lnTo>
                  <a:pt x="950" y="194"/>
                </a:lnTo>
                <a:lnTo>
                  <a:pt x="951" y="194"/>
                </a:lnTo>
                <a:lnTo>
                  <a:pt x="952" y="194"/>
                </a:lnTo>
                <a:lnTo>
                  <a:pt x="954" y="194"/>
                </a:lnTo>
                <a:lnTo>
                  <a:pt x="955" y="194"/>
                </a:lnTo>
                <a:lnTo>
                  <a:pt x="956" y="194"/>
                </a:lnTo>
                <a:lnTo>
                  <a:pt x="956" y="195"/>
                </a:lnTo>
                <a:lnTo>
                  <a:pt x="957" y="194"/>
                </a:lnTo>
                <a:lnTo>
                  <a:pt x="959" y="193"/>
                </a:lnTo>
                <a:lnTo>
                  <a:pt x="960" y="193"/>
                </a:lnTo>
                <a:lnTo>
                  <a:pt x="961" y="192"/>
                </a:lnTo>
                <a:lnTo>
                  <a:pt x="961" y="191"/>
                </a:lnTo>
                <a:lnTo>
                  <a:pt x="961" y="190"/>
                </a:lnTo>
                <a:lnTo>
                  <a:pt x="962" y="190"/>
                </a:lnTo>
                <a:lnTo>
                  <a:pt x="963" y="191"/>
                </a:lnTo>
                <a:lnTo>
                  <a:pt x="964" y="190"/>
                </a:lnTo>
                <a:lnTo>
                  <a:pt x="964" y="189"/>
                </a:lnTo>
                <a:lnTo>
                  <a:pt x="965" y="189"/>
                </a:lnTo>
                <a:lnTo>
                  <a:pt x="966" y="189"/>
                </a:lnTo>
                <a:lnTo>
                  <a:pt x="966" y="190"/>
                </a:lnTo>
                <a:lnTo>
                  <a:pt x="967" y="190"/>
                </a:lnTo>
                <a:lnTo>
                  <a:pt x="967" y="189"/>
                </a:lnTo>
                <a:lnTo>
                  <a:pt x="968" y="189"/>
                </a:lnTo>
                <a:lnTo>
                  <a:pt x="969" y="189"/>
                </a:lnTo>
                <a:lnTo>
                  <a:pt x="970" y="188"/>
                </a:lnTo>
                <a:lnTo>
                  <a:pt x="972" y="188"/>
                </a:lnTo>
                <a:lnTo>
                  <a:pt x="973" y="188"/>
                </a:lnTo>
                <a:lnTo>
                  <a:pt x="976" y="188"/>
                </a:lnTo>
                <a:lnTo>
                  <a:pt x="977" y="189"/>
                </a:lnTo>
                <a:lnTo>
                  <a:pt x="977" y="190"/>
                </a:lnTo>
                <a:lnTo>
                  <a:pt x="978" y="190"/>
                </a:lnTo>
                <a:lnTo>
                  <a:pt x="979" y="190"/>
                </a:lnTo>
                <a:lnTo>
                  <a:pt x="980" y="190"/>
                </a:lnTo>
                <a:lnTo>
                  <a:pt x="981" y="190"/>
                </a:lnTo>
                <a:lnTo>
                  <a:pt x="981" y="191"/>
                </a:lnTo>
                <a:lnTo>
                  <a:pt x="982" y="191"/>
                </a:lnTo>
                <a:lnTo>
                  <a:pt x="982" y="190"/>
                </a:lnTo>
                <a:lnTo>
                  <a:pt x="983" y="190"/>
                </a:lnTo>
                <a:lnTo>
                  <a:pt x="983" y="191"/>
                </a:lnTo>
                <a:lnTo>
                  <a:pt x="984" y="192"/>
                </a:lnTo>
                <a:lnTo>
                  <a:pt x="984" y="193"/>
                </a:lnTo>
                <a:lnTo>
                  <a:pt x="985" y="193"/>
                </a:lnTo>
                <a:lnTo>
                  <a:pt x="986" y="193"/>
                </a:lnTo>
                <a:lnTo>
                  <a:pt x="986" y="192"/>
                </a:lnTo>
                <a:lnTo>
                  <a:pt x="987" y="192"/>
                </a:lnTo>
                <a:lnTo>
                  <a:pt x="988" y="193"/>
                </a:lnTo>
                <a:lnTo>
                  <a:pt x="989" y="194"/>
                </a:lnTo>
                <a:lnTo>
                  <a:pt x="991" y="196"/>
                </a:lnTo>
                <a:lnTo>
                  <a:pt x="991" y="195"/>
                </a:lnTo>
                <a:lnTo>
                  <a:pt x="992" y="195"/>
                </a:lnTo>
                <a:lnTo>
                  <a:pt x="993" y="195"/>
                </a:lnTo>
                <a:lnTo>
                  <a:pt x="994" y="195"/>
                </a:lnTo>
                <a:lnTo>
                  <a:pt x="995" y="194"/>
                </a:lnTo>
                <a:lnTo>
                  <a:pt x="996" y="194"/>
                </a:lnTo>
                <a:lnTo>
                  <a:pt x="996" y="193"/>
                </a:lnTo>
                <a:lnTo>
                  <a:pt x="997" y="193"/>
                </a:lnTo>
                <a:lnTo>
                  <a:pt x="997" y="194"/>
                </a:lnTo>
                <a:lnTo>
                  <a:pt x="998" y="194"/>
                </a:lnTo>
                <a:lnTo>
                  <a:pt x="999" y="194"/>
                </a:lnTo>
                <a:lnTo>
                  <a:pt x="1000" y="195"/>
                </a:lnTo>
                <a:lnTo>
                  <a:pt x="1000" y="196"/>
                </a:lnTo>
                <a:lnTo>
                  <a:pt x="1000" y="197"/>
                </a:lnTo>
                <a:lnTo>
                  <a:pt x="1001" y="198"/>
                </a:lnTo>
                <a:lnTo>
                  <a:pt x="1001" y="199"/>
                </a:lnTo>
                <a:lnTo>
                  <a:pt x="1002" y="199"/>
                </a:lnTo>
                <a:lnTo>
                  <a:pt x="1004" y="200"/>
                </a:lnTo>
                <a:lnTo>
                  <a:pt x="1005" y="200"/>
                </a:lnTo>
                <a:lnTo>
                  <a:pt x="1006" y="200"/>
                </a:lnTo>
                <a:lnTo>
                  <a:pt x="1006" y="201"/>
                </a:lnTo>
                <a:lnTo>
                  <a:pt x="1006" y="202"/>
                </a:lnTo>
                <a:lnTo>
                  <a:pt x="1007" y="202"/>
                </a:lnTo>
                <a:lnTo>
                  <a:pt x="1008" y="202"/>
                </a:lnTo>
                <a:lnTo>
                  <a:pt x="1009" y="204"/>
                </a:lnTo>
                <a:lnTo>
                  <a:pt x="1009" y="205"/>
                </a:lnTo>
                <a:lnTo>
                  <a:pt x="1008" y="205"/>
                </a:lnTo>
                <a:lnTo>
                  <a:pt x="1008" y="206"/>
                </a:lnTo>
                <a:lnTo>
                  <a:pt x="1009" y="207"/>
                </a:lnTo>
                <a:lnTo>
                  <a:pt x="1009" y="208"/>
                </a:lnTo>
                <a:lnTo>
                  <a:pt x="1009" y="210"/>
                </a:lnTo>
                <a:lnTo>
                  <a:pt x="1010" y="211"/>
                </a:lnTo>
                <a:lnTo>
                  <a:pt x="1010" y="212"/>
                </a:lnTo>
                <a:lnTo>
                  <a:pt x="1011" y="214"/>
                </a:lnTo>
                <a:lnTo>
                  <a:pt x="1012" y="214"/>
                </a:lnTo>
                <a:lnTo>
                  <a:pt x="1012" y="213"/>
                </a:lnTo>
                <a:lnTo>
                  <a:pt x="1013" y="213"/>
                </a:lnTo>
                <a:lnTo>
                  <a:pt x="1014" y="213"/>
                </a:lnTo>
                <a:lnTo>
                  <a:pt x="1014" y="214"/>
                </a:lnTo>
                <a:lnTo>
                  <a:pt x="1014" y="215"/>
                </a:lnTo>
                <a:lnTo>
                  <a:pt x="1016" y="215"/>
                </a:lnTo>
                <a:lnTo>
                  <a:pt x="1016" y="216"/>
                </a:lnTo>
                <a:lnTo>
                  <a:pt x="1017" y="216"/>
                </a:lnTo>
                <a:lnTo>
                  <a:pt x="1018" y="217"/>
                </a:lnTo>
                <a:lnTo>
                  <a:pt x="1018" y="218"/>
                </a:lnTo>
                <a:lnTo>
                  <a:pt x="1018" y="219"/>
                </a:lnTo>
                <a:lnTo>
                  <a:pt x="1018" y="220"/>
                </a:lnTo>
                <a:lnTo>
                  <a:pt x="1019" y="220"/>
                </a:lnTo>
                <a:lnTo>
                  <a:pt x="1020" y="221"/>
                </a:lnTo>
                <a:lnTo>
                  <a:pt x="1021" y="221"/>
                </a:lnTo>
                <a:lnTo>
                  <a:pt x="1021" y="220"/>
                </a:lnTo>
                <a:lnTo>
                  <a:pt x="1022" y="219"/>
                </a:lnTo>
                <a:lnTo>
                  <a:pt x="1021" y="219"/>
                </a:lnTo>
                <a:lnTo>
                  <a:pt x="1022" y="219"/>
                </a:lnTo>
                <a:lnTo>
                  <a:pt x="1025" y="218"/>
                </a:lnTo>
                <a:lnTo>
                  <a:pt x="1026" y="218"/>
                </a:lnTo>
                <a:lnTo>
                  <a:pt x="1027" y="217"/>
                </a:lnTo>
                <a:lnTo>
                  <a:pt x="1028" y="216"/>
                </a:lnTo>
                <a:lnTo>
                  <a:pt x="1029" y="218"/>
                </a:lnTo>
                <a:lnTo>
                  <a:pt x="1029" y="219"/>
                </a:lnTo>
                <a:lnTo>
                  <a:pt x="1030" y="219"/>
                </a:lnTo>
                <a:lnTo>
                  <a:pt x="1031" y="219"/>
                </a:lnTo>
                <a:lnTo>
                  <a:pt x="1033" y="219"/>
                </a:lnTo>
                <a:lnTo>
                  <a:pt x="1034" y="219"/>
                </a:lnTo>
                <a:lnTo>
                  <a:pt x="1035" y="219"/>
                </a:lnTo>
                <a:lnTo>
                  <a:pt x="1035" y="220"/>
                </a:lnTo>
                <a:lnTo>
                  <a:pt x="1037" y="221"/>
                </a:lnTo>
                <a:lnTo>
                  <a:pt x="1038" y="221"/>
                </a:lnTo>
                <a:lnTo>
                  <a:pt x="1039" y="221"/>
                </a:lnTo>
                <a:lnTo>
                  <a:pt x="1040" y="221"/>
                </a:lnTo>
                <a:lnTo>
                  <a:pt x="1040" y="222"/>
                </a:lnTo>
                <a:lnTo>
                  <a:pt x="1041" y="222"/>
                </a:lnTo>
                <a:lnTo>
                  <a:pt x="1042" y="222"/>
                </a:lnTo>
                <a:lnTo>
                  <a:pt x="1042" y="221"/>
                </a:lnTo>
                <a:lnTo>
                  <a:pt x="1043" y="221"/>
                </a:lnTo>
                <a:lnTo>
                  <a:pt x="1044" y="220"/>
                </a:lnTo>
                <a:lnTo>
                  <a:pt x="1045" y="221"/>
                </a:lnTo>
                <a:lnTo>
                  <a:pt x="1046" y="221"/>
                </a:lnTo>
                <a:lnTo>
                  <a:pt x="1047" y="220"/>
                </a:lnTo>
                <a:lnTo>
                  <a:pt x="1047" y="221"/>
                </a:lnTo>
                <a:lnTo>
                  <a:pt x="1047" y="222"/>
                </a:lnTo>
                <a:lnTo>
                  <a:pt x="1047" y="223"/>
                </a:lnTo>
                <a:lnTo>
                  <a:pt x="1048" y="224"/>
                </a:lnTo>
                <a:lnTo>
                  <a:pt x="1049" y="224"/>
                </a:lnTo>
                <a:lnTo>
                  <a:pt x="1050" y="223"/>
                </a:lnTo>
                <a:lnTo>
                  <a:pt x="1051" y="223"/>
                </a:lnTo>
                <a:lnTo>
                  <a:pt x="1052" y="223"/>
                </a:lnTo>
                <a:lnTo>
                  <a:pt x="1052" y="222"/>
                </a:lnTo>
                <a:lnTo>
                  <a:pt x="1053" y="221"/>
                </a:lnTo>
                <a:lnTo>
                  <a:pt x="1054" y="220"/>
                </a:lnTo>
                <a:lnTo>
                  <a:pt x="1056" y="220"/>
                </a:lnTo>
                <a:lnTo>
                  <a:pt x="1056" y="221"/>
                </a:lnTo>
                <a:lnTo>
                  <a:pt x="1057" y="221"/>
                </a:lnTo>
                <a:lnTo>
                  <a:pt x="1057" y="222"/>
                </a:lnTo>
                <a:lnTo>
                  <a:pt x="1057" y="223"/>
                </a:lnTo>
                <a:lnTo>
                  <a:pt x="1057" y="224"/>
                </a:lnTo>
                <a:lnTo>
                  <a:pt x="1058" y="225"/>
                </a:lnTo>
                <a:lnTo>
                  <a:pt x="1059" y="225"/>
                </a:lnTo>
                <a:lnTo>
                  <a:pt x="1059" y="224"/>
                </a:lnTo>
                <a:lnTo>
                  <a:pt x="1060" y="223"/>
                </a:lnTo>
                <a:lnTo>
                  <a:pt x="1061" y="223"/>
                </a:lnTo>
                <a:lnTo>
                  <a:pt x="1061" y="222"/>
                </a:lnTo>
                <a:lnTo>
                  <a:pt x="1062" y="221"/>
                </a:lnTo>
                <a:lnTo>
                  <a:pt x="1063" y="221"/>
                </a:lnTo>
                <a:lnTo>
                  <a:pt x="1064" y="221"/>
                </a:lnTo>
                <a:lnTo>
                  <a:pt x="1065" y="220"/>
                </a:lnTo>
                <a:lnTo>
                  <a:pt x="1065" y="219"/>
                </a:lnTo>
                <a:lnTo>
                  <a:pt x="1066" y="219"/>
                </a:lnTo>
                <a:lnTo>
                  <a:pt x="1067" y="219"/>
                </a:lnTo>
                <a:lnTo>
                  <a:pt x="1067" y="218"/>
                </a:lnTo>
                <a:lnTo>
                  <a:pt x="1068" y="217"/>
                </a:lnTo>
                <a:lnTo>
                  <a:pt x="1069" y="216"/>
                </a:lnTo>
                <a:lnTo>
                  <a:pt x="1070" y="216"/>
                </a:lnTo>
                <a:lnTo>
                  <a:pt x="1071" y="216"/>
                </a:lnTo>
                <a:lnTo>
                  <a:pt x="1072" y="216"/>
                </a:lnTo>
                <a:lnTo>
                  <a:pt x="1073" y="216"/>
                </a:lnTo>
                <a:lnTo>
                  <a:pt x="1074" y="217"/>
                </a:lnTo>
                <a:lnTo>
                  <a:pt x="1075" y="217"/>
                </a:lnTo>
                <a:lnTo>
                  <a:pt x="1076" y="216"/>
                </a:lnTo>
                <a:lnTo>
                  <a:pt x="1078" y="214"/>
                </a:lnTo>
                <a:lnTo>
                  <a:pt x="1079" y="213"/>
                </a:lnTo>
                <a:lnTo>
                  <a:pt x="1079" y="212"/>
                </a:lnTo>
                <a:lnTo>
                  <a:pt x="1080" y="212"/>
                </a:lnTo>
                <a:lnTo>
                  <a:pt x="1081" y="212"/>
                </a:lnTo>
                <a:lnTo>
                  <a:pt x="1082" y="212"/>
                </a:lnTo>
                <a:lnTo>
                  <a:pt x="1083" y="212"/>
                </a:lnTo>
                <a:lnTo>
                  <a:pt x="1083" y="211"/>
                </a:lnTo>
                <a:lnTo>
                  <a:pt x="1084" y="211"/>
                </a:lnTo>
                <a:lnTo>
                  <a:pt x="1084" y="210"/>
                </a:lnTo>
                <a:lnTo>
                  <a:pt x="1085" y="210"/>
                </a:lnTo>
                <a:lnTo>
                  <a:pt x="1085" y="209"/>
                </a:lnTo>
                <a:lnTo>
                  <a:pt x="1084" y="209"/>
                </a:lnTo>
                <a:lnTo>
                  <a:pt x="1084" y="208"/>
                </a:lnTo>
                <a:lnTo>
                  <a:pt x="1085" y="208"/>
                </a:lnTo>
                <a:lnTo>
                  <a:pt x="1085" y="207"/>
                </a:lnTo>
                <a:lnTo>
                  <a:pt x="1086" y="207"/>
                </a:lnTo>
                <a:lnTo>
                  <a:pt x="1087" y="207"/>
                </a:lnTo>
                <a:lnTo>
                  <a:pt x="1087" y="206"/>
                </a:lnTo>
                <a:lnTo>
                  <a:pt x="1088" y="206"/>
                </a:lnTo>
                <a:lnTo>
                  <a:pt x="1089" y="206"/>
                </a:lnTo>
                <a:lnTo>
                  <a:pt x="1090" y="206"/>
                </a:lnTo>
                <a:lnTo>
                  <a:pt x="1090" y="207"/>
                </a:lnTo>
                <a:lnTo>
                  <a:pt x="1091" y="207"/>
                </a:lnTo>
                <a:lnTo>
                  <a:pt x="1091" y="208"/>
                </a:lnTo>
                <a:lnTo>
                  <a:pt x="1092" y="210"/>
                </a:lnTo>
                <a:lnTo>
                  <a:pt x="1092" y="211"/>
                </a:lnTo>
                <a:lnTo>
                  <a:pt x="1094" y="212"/>
                </a:lnTo>
                <a:lnTo>
                  <a:pt x="1095" y="212"/>
                </a:lnTo>
                <a:lnTo>
                  <a:pt x="1096" y="212"/>
                </a:lnTo>
                <a:lnTo>
                  <a:pt x="1096" y="213"/>
                </a:lnTo>
                <a:lnTo>
                  <a:pt x="1097" y="213"/>
                </a:lnTo>
                <a:lnTo>
                  <a:pt x="1098" y="213"/>
                </a:lnTo>
                <a:lnTo>
                  <a:pt x="1099" y="213"/>
                </a:lnTo>
                <a:lnTo>
                  <a:pt x="1099" y="214"/>
                </a:lnTo>
                <a:lnTo>
                  <a:pt x="1099" y="215"/>
                </a:lnTo>
                <a:lnTo>
                  <a:pt x="1100" y="216"/>
                </a:lnTo>
                <a:lnTo>
                  <a:pt x="1102" y="216"/>
                </a:lnTo>
                <a:lnTo>
                  <a:pt x="1103" y="216"/>
                </a:lnTo>
                <a:lnTo>
                  <a:pt x="1103" y="217"/>
                </a:lnTo>
                <a:lnTo>
                  <a:pt x="1105" y="218"/>
                </a:lnTo>
                <a:lnTo>
                  <a:pt x="1106" y="218"/>
                </a:lnTo>
                <a:lnTo>
                  <a:pt x="1107" y="217"/>
                </a:lnTo>
                <a:lnTo>
                  <a:pt x="1108" y="217"/>
                </a:lnTo>
                <a:lnTo>
                  <a:pt x="1109" y="218"/>
                </a:lnTo>
                <a:lnTo>
                  <a:pt x="1110" y="219"/>
                </a:lnTo>
                <a:lnTo>
                  <a:pt x="1110" y="220"/>
                </a:lnTo>
                <a:lnTo>
                  <a:pt x="1110" y="222"/>
                </a:lnTo>
                <a:lnTo>
                  <a:pt x="1110" y="224"/>
                </a:lnTo>
                <a:lnTo>
                  <a:pt x="1110" y="225"/>
                </a:lnTo>
                <a:lnTo>
                  <a:pt x="1111" y="226"/>
                </a:lnTo>
                <a:lnTo>
                  <a:pt x="1111" y="228"/>
                </a:lnTo>
                <a:lnTo>
                  <a:pt x="1111" y="229"/>
                </a:lnTo>
                <a:lnTo>
                  <a:pt x="1111" y="230"/>
                </a:lnTo>
                <a:lnTo>
                  <a:pt x="1111" y="231"/>
                </a:lnTo>
                <a:lnTo>
                  <a:pt x="1111" y="232"/>
                </a:lnTo>
                <a:lnTo>
                  <a:pt x="1112" y="232"/>
                </a:lnTo>
                <a:lnTo>
                  <a:pt x="1115" y="232"/>
                </a:lnTo>
                <a:lnTo>
                  <a:pt x="1116" y="231"/>
                </a:lnTo>
                <a:lnTo>
                  <a:pt x="1118" y="231"/>
                </a:lnTo>
                <a:lnTo>
                  <a:pt x="1118" y="232"/>
                </a:lnTo>
                <a:lnTo>
                  <a:pt x="1120" y="234"/>
                </a:lnTo>
                <a:lnTo>
                  <a:pt x="1120" y="235"/>
                </a:lnTo>
                <a:lnTo>
                  <a:pt x="1121" y="236"/>
                </a:lnTo>
                <a:lnTo>
                  <a:pt x="1122" y="236"/>
                </a:lnTo>
                <a:lnTo>
                  <a:pt x="1122" y="237"/>
                </a:lnTo>
                <a:lnTo>
                  <a:pt x="1122" y="238"/>
                </a:lnTo>
                <a:lnTo>
                  <a:pt x="1123" y="238"/>
                </a:lnTo>
                <a:lnTo>
                  <a:pt x="1123" y="239"/>
                </a:lnTo>
                <a:lnTo>
                  <a:pt x="1123" y="240"/>
                </a:lnTo>
                <a:lnTo>
                  <a:pt x="1123" y="241"/>
                </a:lnTo>
                <a:lnTo>
                  <a:pt x="1123" y="242"/>
                </a:lnTo>
                <a:lnTo>
                  <a:pt x="1123" y="243"/>
                </a:lnTo>
                <a:lnTo>
                  <a:pt x="1124" y="243"/>
                </a:lnTo>
                <a:lnTo>
                  <a:pt x="1125" y="243"/>
                </a:lnTo>
                <a:lnTo>
                  <a:pt x="1125" y="244"/>
                </a:lnTo>
                <a:lnTo>
                  <a:pt x="1126" y="244"/>
                </a:lnTo>
                <a:lnTo>
                  <a:pt x="1126" y="245"/>
                </a:lnTo>
                <a:lnTo>
                  <a:pt x="1127" y="245"/>
                </a:lnTo>
                <a:lnTo>
                  <a:pt x="1128" y="245"/>
                </a:lnTo>
                <a:lnTo>
                  <a:pt x="1128" y="246"/>
                </a:lnTo>
                <a:lnTo>
                  <a:pt x="1128" y="247"/>
                </a:lnTo>
                <a:lnTo>
                  <a:pt x="1129" y="247"/>
                </a:lnTo>
                <a:lnTo>
                  <a:pt x="1130" y="248"/>
                </a:lnTo>
                <a:lnTo>
                  <a:pt x="1130" y="249"/>
                </a:lnTo>
                <a:lnTo>
                  <a:pt x="1132" y="250"/>
                </a:lnTo>
                <a:lnTo>
                  <a:pt x="1133" y="250"/>
                </a:lnTo>
                <a:lnTo>
                  <a:pt x="1134" y="250"/>
                </a:lnTo>
                <a:lnTo>
                  <a:pt x="1134" y="251"/>
                </a:lnTo>
                <a:lnTo>
                  <a:pt x="1134" y="252"/>
                </a:lnTo>
                <a:lnTo>
                  <a:pt x="1135" y="252"/>
                </a:lnTo>
                <a:lnTo>
                  <a:pt x="1136" y="252"/>
                </a:lnTo>
                <a:lnTo>
                  <a:pt x="1137" y="253"/>
                </a:lnTo>
                <a:lnTo>
                  <a:pt x="1137" y="254"/>
                </a:lnTo>
                <a:lnTo>
                  <a:pt x="1138" y="255"/>
                </a:lnTo>
                <a:lnTo>
                  <a:pt x="1139" y="256"/>
                </a:lnTo>
                <a:lnTo>
                  <a:pt x="1140" y="257"/>
                </a:lnTo>
                <a:lnTo>
                  <a:pt x="1141" y="257"/>
                </a:lnTo>
                <a:lnTo>
                  <a:pt x="1142" y="258"/>
                </a:lnTo>
                <a:lnTo>
                  <a:pt x="1143" y="257"/>
                </a:lnTo>
                <a:lnTo>
                  <a:pt x="1143" y="256"/>
                </a:lnTo>
                <a:lnTo>
                  <a:pt x="1144" y="255"/>
                </a:lnTo>
                <a:lnTo>
                  <a:pt x="1145" y="255"/>
                </a:lnTo>
                <a:lnTo>
                  <a:pt x="1146" y="256"/>
                </a:lnTo>
                <a:lnTo>
                  <a:pt x="1147" y="256"/>
                </a:lnTo>
                <a:lnTo>
                  <a:pt x="1148" y="255"/>
                </a:lnTo>
                <a:lnTo>
                  <a:pt x="1149" y="256"/>
                </a:lnTo>
                <a:lnTo>
                  <a:pt x="1150" y="256"/>
                </a:lnTo>
                <a:lnTo>
                  <a:pt x="1150" y="257"/>
                </a:lnTo>
                <a:lnTo>
                  <a:pt x="1151" y="258"/>
                </a:lnTo>
                <a:lnTo>
                  <a:pt x="1152" y="258"/>
                </a:lnTo>
                <a:lnTo>
                  <a:pt x="1153" y="258"/>
                </a:lnTo>
                <a:lnTo>
                  <a:pt x="1155" y="258"/>
                </a:lnTo>
                <a:lnTo>
                  <a:pt x="1155" y="259"/>
                </a:lnTo>
                <a:lnTo>
                  <a:pt x="1155" y="260"/>
                </a:lnTo>
                <a:lnTo>
                  <a:pt x="1157" y="261"/>
                </a:lnTo>
                <a:lnTo>
                  <a:pt x="1158" y="261"/>
                </a:lnTo>
                <a:lnTo>
                  <a:pt x="1158" y="262"/>
                </a:lnTo>
                <a:lnTo>
                  <a:pt x="1159" y="262"/>
                </a:lnTo>
                <a:lnTo>
                  <a:pt x="1159" y="263"/>
                </a:lnTo>
                <a:lnTo>
                  <a:pt x="1160" y="263"/>
                </a:lnTo>
                <a:lnTo>
                  <a:pt x="1161" y="263"/>
                </a:lnTo>
                <a:lnTo>
                  <a:pt x="1162" y="264"/>
                </a:lnTo>
                <a:lnTo>
                  <a:pt x="1162" y="265"/>
                </a:lnTo>
                <a:lnTo>
                  <a:pt x="1164" y="265"/>
                </a:lnTo>
                <a:lnTo>
                  <a:pt x="1165" y="265"/>
                </a:lnTo>
                <a:lnTo>
                  <a:pt x="1166" y="264"/>
                </a:lnTo>
                <a:lnTo>
                  <a:pt x="1166" y="263"/>
                </a:lnTo>
                <a:lnTo>
                  <a:pt x="1166" y="262"/>
                </a:lnTo>
                <a:lnTo>
                  <a:pt x="1165" y="262"/>
                </a:lnTo>
                <a:lnTo>
                  <a:pt x="1165" y="261"/>
                </a:lnTo>
                <a:lnTo>
                  <a:pt x="1168" y="261"/>
                </a:lnTo>
                <a:lnTo>
                  <a:pt x="1169" y="261"/>
                </a:lnTo>
                <a:lnTo>
                  <a:pt x="1170" y="262"/>
                </a:lnTo>
                <a:lnTo>
                  <a:pt x="1172" y="262"/>
                </a:lnTo>
                <a:lnTo>
                  <a:pt x="1172" y="263"/>
                </a:lnTo>
                <a:lnTo>
                  <a:pt x="1172" y="264"/>
                </a:lnTo>
                <a:lnTo>
                  <a:pt x="1172" y="265"/>
                </a:lnTo>
                <a:lnTo>
                  <a:pt x="1173" y="266"/>
                </a:lnTo>
                <a:lnTo>
                  <a:pt x="1173" y="267"/>
                </a:lnTo>
                <a:lnTo>
                  <a:pt x="1175" y="267"/>
                </a:lnTo>
                <a:lnTo>
                  <a:pt x="1175" y="266"/>
                </a:lnTo>
                <a:lnTo>
                  <a:pt x="1176" y="265"/>
                </a:lnTo>
                <a:lnTo>
                  <a:pt x="1178" y="265"/>
                </a:lnTo>
                <a:lnTo>
                  <a:pt x="1180" y="265"/>
                </a:lnTo>
                <a:lnTo>
                  <a:pt x="1181" y="264"/>
                </a:lnTo>
                <a:lnTo>
                  <a:pt x="1181" y="261"/>
                </a:lnTo>
                <a:lnTo>
                  <a:pt x="1180" y="261"/>
                </a:lnTo>
                <a:lnTo>
                  <a:pt x="1180" y="259"/>
                </a:lnTo>
                <a:lnTo>
                  <a:pt x="1181" y="259"/>
                </a:lnTo>
                <a:lnTo>
                  <a:pt x="1181" y="258"/>
                </a:lnTo>
                <a:lnTo>
                  <a:pt x="1182" y="258"/>
                </a:lnTo>
                <a:lnTo>
                  <a:pt x="1182" y="257"/>
                </a:lnTo>
                <a:lnTo>
                  <a:pt x="1181" y="257"/>
                </a:lnTo>
                <a:lnTo>
                  <a:pt x="1182" y="256"/>
                </a:lnTo>
                <a:lnTo>
                  <a:pt x="1185" y="250"/>
                </a:lnTo>
                <a:lnTo>
                  <a:pt x="1185" y="249"/>
                </a:lnTo>
                <a:lnTo>
                  <a:pt x="1185" y="248"/>
                </a:lnTo>
                <a:lnTo>
                  <a:pt x="1187" y="245"/>
                </a:lnTo>
                <a:lnTo>
                  <a:pt x="1188" y="244"/>
                </a:lnTo>
                <a:lnTo>
                  <a:pt x="1189" y="245"/>
                </a:lnTo>
                <a:lnTo>
                  <a:pt x="1189" y="244"/>
                </a:lnTo>
                <a:lnTo>
                  <a:pt x="1193" y="241"/>
                </a:lnTo>
                <a:lnTo>
                  <a:pt x="1197" y="240"/>
                </a:lnTo>
                <a:lnTo>
                  <a:pt x="1198" y="240"/>
                </a:lnTo>
                <a:lnTo>
                  <a:pt x="1200" y="241"/>
                </a:lnTo>
                <a:lnTo>
                  <a:pt x="1202" y="241"/>
                </a:lnTo>
                <a:lnTo>
                  <a:pt x="1203" y="241"/>
                </a:lnTo>
                <a:lnTo>
                  <a:pt x="1204" y="241"/>
                </a:lnTo>
                <a:lnTo>
                  <a:pt x="1211" y="244"/>
                </a:lnTo>
                <a:lnTo>
                  <a:pt x="1214" y="245"/>
                </a:lnTo>
                <a:lnTo>
                  <a:pt x="1215" y="246"/>
                </a:lnTo>
                <a:lnTo>
                  <a:pt x="1217" y="247"/>
                </a:lnTo>
                <a:lnTo>
                  <a:pt x="1219" y="248"/>
                </a:lnTo>
                <a:lnTo>
                  <a:pt x="1221" y="249"/>
                </a:lnTo>
                <a:lnTo>
                  <a:pt x="1223" y="250"/>
                </a:lnTo>
                <a:lnTo>
                  <a:pt x="1238" y="256"/>
                </a:lnTo>
                <a:lnTo>
                  <a:pt x="1238" y="248"/>
                </a:lnTo>
                <a:lnTo>
                  <a:pt x="1238" y="247"/>
                </a:lnTo>
                <a:lnTo>
                  <a:pt x="1238" y="244"/>
                </a:lnTo>
                <a:lnTo>
                  <a:pt x="1237" y="243"/>
                </a:lnTo>
                <a:lnTo>
                  <a:pt x="1237" y="242"/>
                </a:lnTo>
                <a:lnTo>
                  <a:pt x="1236" y="241"/>
                </a:lnTo>
                <a:lnTo>
                  <a:pt x="1237" y="241"/>
                </a:lnTo>
                <a:lnTo>
                  <a:pt x="1238" y="241"/>
                </a:lnTo>
                <a:lnTo>
                  <a:pt x="1237" y="240"/>
                </a:lnTo>
                <a:lnTo>
                  <a:pt x="1236" y="239"/>
                </a:lnTo>
                <a:lnTo>
                  <a:pt x="1236" y="238"/>
                </a:lnTo>
                <a:lnTo>
                  <a:pt x="1235" y="237"/>
                </a:lnTo>
                <a:lnTo>
                  <a:pt x="1235" y="236"/>
                </a:lnTo>
                <a:lnTo>
                  <a:pt x="1234" y="235"/>
                </a:lnTo>
                <a:lnTo>
                  <a:pt x="1234" y="234"/>
                </a:lnTo>
                <a:lnTo>
                  <a:pt x="1234" y="233"/>
                </a:lnTo>
                <a:lnTo>
                  <a:pt x="1234" y="232"/>
                </a:lnTo>
                <a:lnTo>
                  <a:pt x="1233" y="231"/>
                </a:lnTo>
                <a:lnTo>
                  <a:pt x="1233" y="230"/>
                </a:lnTo>
                <a:lnTo>
                  <a:pt x="1234" y="229"/>
                </a:lnTo>
                <a:lnTo>
                  <a:pt x="1234" y="228"/>
                </a:lnTo>
                <a:lnTo>
                  <a:pt x="1235" y="227"/>
                </a:lnTo>
                <a:lnTo>
                  <a:pt x="1237" y="225"/>
                </a:lnTo>
                <a:lnTo>
                  <a:pt x="1238" y="224"/>
                </a:lnTo>
                <a:lnTo>
                  <a:pt x="1239" y="223"/>
                </a:lnTo>
                <a:lnTo>
                  <a:pt x="1240" y="222"/>
                </a:lnTo>
                <a:lnTo>
                  <a:pt x="1241" y="220"/>
                </a:lnTo>
                <a:lnTo>
                  <a:pt x="1242" y="219"/>
                </a:lnTo>
                <a:lnTo>
                  <a:pt x="1243" y="217"/>
                </a:lnTo>
                <a:lnTo>
                  <a:pt x="1244" y="217"/>
                </a:lnTo>
                <a:lnTo>
                  <a:pt x="1244" y="216"/>
                </a:lnTo>
                <a:lnTo>
                  <a:pt x="1245" y="215"/>
                </a:lnTo>
                <a:lnTo>
                  <a:pt x="1245" y="214"/>
                </a:lnTo>
                <a:lnTo>
                  <a:pt x="1245" y="213"/>
                </a:lnTo>
                <a:lnTo>
                  <a:pt x="1245" y="211"/>
                </a:lnTo>
                <a:lnTo>
                  <a:pt x="1246" y="210"/>
                </a:lnTo>
                <a:lnTo>
                  <a:pt x="1246" y="209"/>
                </a:lnTo>
                <a:lnTo>
                  <a:pt x="1247" y="209"/>
                </a:lnTo>
                <a:lnTo>
                  <a:pt x="1247" y="208"/>
                </a:lnTo>
                <a:lnTo>
                  <a:pt x="1247" y="207"/>
                </a:lnTo>
                <a:lnTo>
                  <a:pt x="1246" y="207"/>
                </a:lnTo>
                <a:lnTo>
                  <a:pt x="1245" y="206"/>
                </a:lnTo>
                <a:lnTo>
                  <a:pt x="1241" y="202"/>
                </a:lnTo>
                <a:lnTo>
                  <a:pt x="1241" y="201"/>
                </a:lnTo>
                <a:lnTo>
                  <a:pt x="1241" y="200"/>
                </a:lnTo>
                <a:lnTo>
                  <a:pt x="1242" y="200"/>
                </a:lnTo>
                <a:lnTo>
                  <a:pt x="1243" y="199"/>
                </a:lnTo>
                <a:lnTo>
                  <a:pt x="1246" y="200"/>
                </a:lnTo>
                <a:lnTo>
                  <a:pt x="1247" y="200"/>
                </a:lnTo>
                <a:lnTo>
                  <a:pt x="1247" y="199"/>
                </a:lnTo>
                <a:lnTo>
                  <a:pt x="1248" y="198"/>
                </a:lnTo>
                <a:lnTo>
                  <a:pt x="1249" y="198"/>
                </a:lnTo>
                <a:lnTo>
                  <a:pt x="1252" y="199"/>
                </a:lnTo>
                <a:lnTo>
                  <a:pt x="1255" y="199"/>
                </a:lnTo>
                <a:lnTo>
                  <a:pt x="1256" y="200"/>
                </a:lnTo>
                <a:lnTo>
                  <a:pt x="1257" y="200"/>
                </a:lnTo>
                <a:lnTo>
                  <a:pt x="1258" y="199"/>
                </a:lnTo>
                <a:lnTo>
                  <a:pt x="1260" y="199"/>
                </a:lnTo>
                <a:lnTo>
                  <a:pt x="1261" y="199"/>
                </a:lnTo>
                <a:lnTo>
                  <a:pt x="1262" y="197"/>
                </a:lnTo>
                <a:lnTo>
                  <a:pt x="1263" y="195"/>
                </a:lnTo>
                <a:lnTo>
                  <a:pt x="1263" y="194"/>
                </a:lnTo>
                <a:lnTo>
                  <a:pt x="1262" y="194"/>
                </a:lnTo>
                <a:lnTo>
                  <a:pt x="1261" y="193"/>
                </a:lnTo>
                <a:lnTo>
                  <a:pt x="1260" y="192"/>
                </a:lnTo>
                <a:lnTo>
                  <a:pt x="1259" y="191"/>
                </a:lnTo>
                <a:lnTo>
                  <a:pt x="1258" y="190"/>
                </a:lnTo>
                <a:lnTo>
                  <a:pt x="1259" y="189"/>
                </a:lnTo>
                <a:lnTo>
                  <a:pt x="1259" y="188"/>
                </a:lnTo>
                <a:lnTo>
                  <a:pt x="1261" y="186"/>
                </a:lnTo>
                <a:lnTo>
                  <a:pt x="1262" y="187"/>
                </a:lnTo>
                <a:lnTo>
                  <a:pt x="1264" y="186"/>
                </a:lnTo>
                <a:lnTo>
                  <a:pt x="1265" y="185"/>
                </a:lnTo>
                <a:lnTo>
                  <a:pt x="1266" y="186"/>
                </a:lnTo>
                <a:lnTo>
                  <a:pt x="1266" y="187"/>
                </a:lnTo>
                <a:lnTo>
                  <a:pt x="1266" y="188"/>
                </a:lnTo>
                <a:lnTo>
                  <a:pt x="1267" y="188"/>
                </a:lnTo>
                <a:lnTo>
                  <a:pt x="1267" y="187"/>
                </a:lnTo>
                <a:lnTo>
                  <a:pt x="1267" y="186"/>
                </a:lnTo>
                <a:lnTo>
                  <a:pt x="1267" y="185"/>
                </a:lnTo>
                <a:lnTo>
                  <a:pt x="1267" y="184"/>
                </a:lnTo>
                <a:lnTo>
                  <a:pt x="1267" y="183"/>
                </a:lnTo>
                <a:lnTo>
                  <a:pt x="1266" y="183"/>
                </a:lnTo>
                <a:lnTo>
                  <a:pt x="1265" y="182"/>
                </a:lnTo>
                <a:lnTo>
                  <a:pt x="1265" y="181"/>
                </a:lnTo>
                <a:lnTo>
                  <a:pt x="1265" y="180"/>
                </a:lnTo>
                <a:lnTo>
                  <a:pt x="1265" y="179"/>
                </a:lnTo>
                <a:lnTo>
                  <a:pt x="1265" y="178"/>
                </a:lnTo>
                <a:lnTo>
                  <a:pt x="1267" y="178"/>
                </a:lnTo>
                <a:lnTo>
                  <a:pt x="1267" y="179"/>
                </a:lnTo>
                <a:lnTo>
                  <a:pt x="1268" y="180"/>
                </a:lnTo>
                <a:lnTo>
                  <a:pt x="1269" y="180"/>
                </a:lnTo>
                <a:lnTo>
                  <a:pt x="1270" y="181"/>
                </a:lnTo>
                <a:lnTo>
                  <a:pt x="1271" y="181"/>
                </a:lnTo>
                <a:lnTo>
                  <a:pt x="1271" y="182"/>
                </a:lnTo>
                <a:lnTo>
                  <a:pt x="1272" y="182"/>
                </a:lnTo>
                <a:lnTo>
                  <a:pt x="1273" y="182"/>
                </a:lnTo>
                <a:lnTo>
                  <a:pt x="1274" y="183"/>
                </a:lnTo>
                <a:lnTo>
                  <a:pt x="1274" y="184"/>
                </a:lnTo>
                <a:lnTo>
                  <a:pt x="1275" y="185"/>
                </a:lnTo>
                <a:lnTo>
                  <a:pt x="1277" y="186"/>
                </a:lnTo>
                <a:lnTo>
                  <a:pt x="1278" y="186"/>
                </a:lnTo>
                <a:lnTo>
                  <a:pt x="1279" y="186"/>
                </a:lnTo>
                <a:lnTo>
                  <a:pt x="1281" y="187"/>
                </a:lnTo>
                <a:lnTo>
                  <a:pt x="1282" y="187"/>
                </a:lnTo>
                <a:lnTo>
                  <a:pt x="1282" y="188"/>
                </a:lnTo>
                <a:lnTo>
                  <a:pt x="1282" y="189"/>
                </a:lnTo>
                <a:lnTo>
                  <a:pt x="1284" y="189"/>
                </a:lnTo>
                <a:lnTo>
                  <a:pt x="1284" y="190"/>
                </a:lnTo>
                <a:lnTo>
                  <a:pt x="1285" y="191"/>
                </a:lnTo>
                <a:lnTo>
                  <a:pt x="1286" y="191"/>
                </a:lnTo>
                <a:lnTo>
                  <a:pt x="1286" y="190"/>
                </a:lnTo>
                <a:lnTo>
                  <a:pt x="1287" y="190"/>
                </a:lnTo>
                <a:lnTo>
                  <a:pt x="1288" y="190"/>
                </a:lnTo>
                <a:lnTo>
                  <a:pt x="1290" y="191"/>
                </a:lnTo>
                <a:lnTo>
                  <a:pt x="1291" y="190"/>
                </a:lnTo>
                <a:lnTo>
                  <a:pt x="1292" y="190"/>
                </a:lnTo>
                <a:lnTo>
                  <a:pt x="1294" y="190"/>
                </a:lnTo>
                <a:lnTo>
                  <a:pt x="1295" y="190"/>
                </a:lnTo>
                <a:lnTo>
                  <a:pt x="1295" y="189"/>
                </a:lnTo>
                <a:lnTo>
                  <a:pt x="1296" y="189"/>
                </a:lnTo>
                <a:lnTo>
                  <a:pt x="1297" y="189"/>
                </a:lnTo>
                <a:lnTo>
                  <a:pt x="1298" y="188"/>
                </a:lnTo>
                <a:lnTo>
                  <a:pt x="1299" y="188"/>
                </a:lnTo>
                <a:lnTo>
                  <a:pt x="1300" y="187"/>
                </a:lnTo>
                <a:lnTo>
                  <a:pt x="1301" y="187"/>
                </a:lnTo>
                <a:lnTo>
                  <a:pt x="1301" y="186"/>
                </a:lnTo>
                <a:lnTo>
                  <a:pt x="1302" y="186"/>
                </a:lnTo>
                <a:lnTo>
                  <a:pt x="1303" y="186"/>
                </a:lnTo>
                <a:lnTo>
                  <a:pt x="1303" y="185"/>
                </a:lnTo>
                <a:lnTo>
                  <a:pt x="1304" y="185"/>
                </a:lnTo>
                <a:lnTo>
                  <a:pt x="1305" y="185"/>
                </a:lnTo>
                <a:lnTo>
                  <a:pt x="1305" y="184"/>
                </a:lnTo>
                <a:lnTo>
                  <a:pt x="1306" y="184"/>
                </a:lnTo>
                <a:lnTo>
                  <a:pt x="1305" y="184"/>
                </a:lnTo>
                <a:lnTo>
                  <a:pt x="1305" y="179"/>
                </a:lnTo>
                <a:lnTo>
                  <a:pt x="1305" y="177"/>
                </a:lnTo>
                <a:lnTo>
                  <a:pt x="1305" y="176"/>
                </a:lnTo>
                <a:lnTo>
                  <a:pt x="1305" y="175"/>
                </a:lnTo>
                <a:lnTo>
                  <a:pt x="1306" y="175"/>
                </a:lnTo>
                <a:lnTo>
                  <a:pt x="1306" y="173"/>
                </a:lnTo>
                <a:lnTo>
                  <a:pt x="1305" y="173"/>
                </a:lnTo>
                <a:lnTo>
                  <a:pt x="1304" y="173"/>
                </a:lnTo>
                <a:lnTo>
                  <a:pt x="1303" y="173"/>
                </a:lnTo>
                <a:lnTo>
                  <a:pt x="1303" y="172"/>
                </a:lnTo>
                <a:lnTo>
                  <a:pt x="1305" y="172"/>
                </a:lnTo>
                <a:lnTo>
                  <a:pt x="1305" y="171"/>
                </a:lnTo>
                <a:lnTo>
                  <a:pt x="1306" y="171"/>
                </a:lnTo>
                <a:lnTo>
                  <a:pt x="1306" y="170"/>
                </a:lnTo>
                <a:lnTo>
                  <a:pt x="1306" y="169"/>
                </a:lnTo>
                <a:lnTo>
                  <a:pt x="1306" y="168"/>
                </a:lnTo>
                <a:lnTo>
                  <a:pt x="1307" y="168"/>
                </a:lnTo>
                <a:lnTo>
                  <a:pt x="1306" y="168"/>
                </a:lnTo>
                <a:lnTo>
                  <a:pt x="1306" y="167"/>
                </a:lnTo>
                <a:lnTo>
                  <a:pt x="1306" y="166"/>
                </a:lnTo>
                <a:lnTo>
                  <a:pt x="1306" y="165"/>
                </a:lnTo>
                <a:lnTo>
                  <a:pt x="1305" y="165"/>
                </a:lnTo>
                <a:lnTo>
                  <a:pt x="1305" y="166"/>
                </a:lnTo>
                <a:lnTo>
                  <a:pt x="1304" y="166"/>
                </a:lnTo>
                <a:lnTo>
                  <a:pt x="1303" y="166"/>
                </a:lnTo>
                <a:lnTo>
                  <a:pt x="1302" y="166"/>
                </a:lnTo>
                <a:lnTo>
                  <a:pt x="1302" y="165"/>
                </a:lnTo>
                <a:lnTo>
                  <a:pt x="1301" y="165"/>
                </a:lnTo>
                <a:lnTo>
                  <a:pt x="1301" y="164"/>
                </a:lnTo>
                <a:lnTo>
                  <a:pt x="1301" y="163"/>
                </a:lnTo>
                <a:lnTo>
                  <a:pt x="1300" y="162"/>
                </a:lnTo>
                <a:lnTo>
                  <a:pt x="1300" y="161"/>
                </a:lnTo>
                <a:lnTo>
                  <a:pt x="1301" y="160"/>
                </a:lnTo>
                <a:lnTo>
                  <a:pt x="1301" y="159"/>
                </a:lnTo>
                <a:lnTo>
                  <a:pt x="1301" y="158"/>
                </a:lnTo>
                <a:lnTo>
                  <a:pt x="1301" y="157"/>
                </a:lnTo>
                <a:lnTo>
                  <a:pt x="1302" y="156"/>
                </a:lnTo>
                <a:lnTo>
                  <a:pt x="1302" y="155"/>
                </a:lnTo>
                <a:lnTo>
                  <a:pt x="1302" y="154"/>
                </a:lnTo>
                <a:lnTo>
                  <a:pt x="1302" y="153"/>
                </a:lnTo>
                <a:lnTo>
                  <a:pt x="1303" y="153"/>
                </a:lnTo>
                <a:lnTo>
                  <a:pt x="1303" y="152"/>
                </a:lnTo>
                <a:lnTo>
                  <a:pt x="1302" y="152"/>
                </a:lnTo>
                <a:lnTo>
                  <a:pt x="1302" y="151"/>
                </a:lnTo>
                <a:lnTo>
                  <a:pt x="1303" y="151"/>
                </a:lnTo>
                <a:lnTo>
                  <a:pt x="1302" y="151"/>
                </a:lnTo>
                <a:lnTo>
                  <a:pt x="1303" y="151"/>
                </a:lnTo>
                <a:lnTo>
                  <a:pt x="1303" y="150"/>
                </a:lnTo>
                <a:lnTo>
                  <a:pt x="1302" y="150"/>
                </a:lnTo>
                <a:lnTo>
                  <a:pt x="1302" y="149"/>
                </a:lnTo>
                <a:lnTo>
                  <a:pt x="1301" y="149"/>
                </a:lnTo>
                <a:lnTo>
                  <a:pt x="1300" y="149"/>
                </a:lnTo>
                <a:lnTo>
                  <a:pt x="1300" y="148"/>
                </a:lnTo>
                <a:lnTo>
                  <a:pt x="1299" y="148"/>
                </a:lnTo>
                <a:lnTo>
                  <a:pt x="1299" y="147"/>
                </a:lnTo>
                <a:lnTo>
                  <a:pt x="1299" y="146"/>
                </a:lnTo>
                <a:lnTo>
                  <a:pt x="1299" y="144"/>
                </a:lnTo>
                <a:lnTo>
                  <a:pt x="1298" y="143"/>
                </a:lnTo>
                <a:lnTo>
                  <a:pt x="1298" y="142"/>
                </a:lnTo>
                <a:lnTo>
                  <a:pt x="1298" y="141"/>
                </a:lnTo>
                <a:lnTo>
                  <a:pt x="1299" y="141"/>
                </a:lnTo>
                <a:lnTo>
                  <a:pt x="1299" y="139"/>
                </a:lnTo>
                <a:lnTo>
                  <a:pt x="1299" y="138"/>
                </a:lnTo>
                <a:lnTo>
                  <a:pt x="1299" y="136"/>
                </a:lnTo>
                <a:lnTo>
                  <a:pt x="1299" y="135"/>
                </a:lnTo>
                <a:lnTo>
                  <a:pt x="1299" y="134"/>
                </a:lnTo>
                <a:lnTo>
                  <a:pt x="1300" y="133"/>
                </a:lnTo>
                <a:lnTo>
                  <a:pt x="1300" y="132"/>
                </a:lnTo>
                <a:lnTo>
                  <a:pt x="1299" y="130"/>
                </a:lnTo>
                <a:lnTo>
                  <a:pt x="1299" y="129"/>
                </a:lnTo>
                <a:lnTo>
                  <a:pt x="1300" y="129"/>
                </a:lnTo>
                <a:lnTo>
                  <a:pt x="1300" y="128"/>
                </a:lnTo>
                <a:lnTo>
                  <a:pt x="1299" y="128"/>
                </a:lnTo>
                <a:lnTo>
                  <a:pt x="1299" y="127"/>
                </a:lnTo>
                <a:lnTo>
                  <a:pt x="1299" y="126"/>
                </a:lnTo>
                <a:lnTo>
                  <a:pt x="1299" y="125"/>
                </a:lnTo>
                <a:lnTo>
                  <a:pt x="1300" y="125"/>
                </a:lnTo>
                <a:lnTo>
                  <a:pt x="1300" y="124"/>
                </a:lnTo>
                <a:lnTo>
                  <a:pt x="1300" y="123"/>
                </a:lnTo>
                <a:lnTo>
                  <a:pt x="1301" y="123"/>
                </a:lnTo>
                <a:lnTo>
                  <a:pt x="1300" y="123"/>
                </a:lnTo>
                <a:lnTo>
                  <a:pt x="1299" y="123"/>
                </a:lnTo>
                <a:lnTo>
                  <a:pt x="1298" y="123"/>
                </a:lnTo>
                <a:lnTo>
                  <a:pt x="1298" y="122"/>
                </a:lnTo>
                <a:lnTo>
                  <a:pt x="1298" y="123"/>
                </a:lnTo>
                <a:lnTo>
                  <a:pt x="1298" y="122"/>
                </a:lnTo>
                <a:lnTo>
                  <a:pt x="1297" y="122"/>
                </a:lnTo>
                <a:lnTo>
                  <a:pt x="1295" y="122"/>
                </a:lnTo>
                <a:lnTo>
                  <a:pt x="1294" y="121"/>
                </a:lnTo>
                <a:lnTo>
                  <a:pt x="1294" y="120"/>
                </a:lnTo>
                <a:lnTo>
                  <a:pt x="1294" y="119"/>
                </a:lnTo>
                <a:lnTo>
                  <a:pt x="1294" y="118"/>
                </a:lnTo>
                <a:lnTo>
                  <a:pt x="1293" y="118"/>
                </a:lnTo>
                <a:lnTo>
                  <a:pt x="1293" y="117"/>
                </a:lnTo>
                <a:lnTo>
                  <a:pt x="1293" y="116"/>
                </a:lnTo>
                <a:lnTo>
                  <a:pt x="1293" y="115"/>
                </a:lnTo>
                <a:lnTo>
                  <a:pt x="1293" y="114"/>
                </a:lnTo>
                <a:lnTo>
                  <a:pt x="1293" y="113"/>
                </a:lnTo>
                <a:lnTo>
                  <a:pt x="1294" y="113"/>
                </a:lnTo>
                <a:lnTo>
                  <a:pt x="1294" y="112"/>
                </a:lnTo>
                <a:lnTo>
                  <a:pt x="1294" y="110"/>
                </a:lnTo>
                <a:lnTo>
                  <a:pt x="1294" y="109"/>
                </a:lnTo>
                <a:lnTo>
                  <a:pt x="1293" y="108"/>
                </a:lnTo>
                <a:lnTo>
                  <a:pt x="1293" y="104"/>
                </a:lnTo>
                <a:lnTo>
                  <a:pt x="1294" y="104"/>
                </a:lnTo>
                <a:lnTo>
                  <a:pt x="1295" y="102"/>
                </a:lnTo>
                <a:lnTo>
                  <a:pt x="1295" y="100"/>
                </a:lnTo>
                <a:lnTo>
                  <a:pt x="1296" y="99"/>
                </a:lnTo>
                <a:lnTo>
                  <a:pt x="1297" y="98"/>
                </a:lnTo>
                <a:lnTo>
                  <a:pt x="1298" y="96"/>
                </a:lnTo>
                <a:lnTo>
                  <a:pt x="1299" y="95"/>
                </a:lnTo>
                <a:lnTo>
                  <a:pt x="1299" y="94"/>
                </a:lnTo>
                <a:lnTo>
                  <a:pt x="1299" y="92"/>
                </a:lnTo>
                <a:lnTo>
                  <a:pt x="1299" y="91"/>
                </a:lnTo>
                <a:lnTo>
                  <a:pt x="1298" y="90"/>
                </a:lnTo>
                <a:lnTo>
                  <a:pt x="1297" y="90"/>
                </a:lnTo>
                <a:lnTo>
                  <a:pt x="1298" y="87"/>
                </a:lnTo>
                <a:lnTo>
                  <a:pt x="1299" y="86"/>
                </a:lnTo>
                <a:lnTo>
                  <a:pt x="1299" y="85"/>
                </a:lnTo>
                <a:lnTo>
                  <a:pt x="1299" y="84"/>
                </a:lnTo>
                <a:lnTo>
                  <a:pt x="1299" y="83"/>
                </a:lnTo>
                <a:lnTo>
                  <a:pt x="1300" y="83"/>
                </a:lnTo>
                <a:lnTo>
                  <a:pt x="1300" y="82"/>
                </a:lnTo>
                <a:lnTo>
                  <a:pt x="1301" y="81"/>
                </a:lnTo>
                <a:lnTo>
                  <a:pt x="1301" y="80"/>
                </a:lnTo>
                <a:lnTo>
                  <a:pt x="1301" y="79"/>
                </a:lnTo>
                <a:lnTo>
                  <a:pt x="1301" y="78"/>
                </a:lnTo>
                <a:lnTo>
                  <a:pt x="1301" y="77"/>
                </a:lnTo>
                <a:lnTo>
                  <a:pt x="1302" y="77"/>
                </a:lnTo>
                <a:lnTo>
                  <a:pt x="1302" y="76"/>
                </a:lnTo>
                <a:lnTo>
                  <a:pt x="1303" y="76"/>
                </a:lnTo>
                <a:lnTo>
                  <a:pt x="1303" y="75"/>
                </a:lnTo>
                <a:lnTo>
                  <a:pt x="1304" y="75"/>
                </a:lnTo>
                <a:lnTo>
                  <a:pt x="1304" y="74"/>
                </a:lnTo>
                <a:lnTo>
                  <a:pt x="1306" y="74"/>
                </a:lnTo>
                <a:lnTo>
                  <a:pt x="1306" y="73"/>
                </a:lnTo>
                <a:lnTo>
                  <a:pt x="1306" y="72"/>
                </a:lnTo>
                <a:lnTo>
                  <a:pt x="1307" y="72"/>
                </a:lnTo>
                <a:lnTo>
                  <a:pt x="1307" y="71"/>
                </a:lnTo>
                <a:lnTo>
                  <a:pt x="1308" y="71"/>
                </a:lnTo>
                <a:lnTo>
                  <a:pt x="1308" y="70"/>
                </a:lnTo>
                <a:lnTo>
                  <a:pt x="1307" y="69"/>
                </a:lnTo>
                <a:lnTo>
                  <a:pt x="1307" y="68"/>
                </a:lnTo>
                <a:lnTo>
                  <a:pt x="1306" y="68"/>
                </a:lnTo>
                <a:lnTo>
                  <a:pt x="1306" y="67"/>
                </a:lnTo>
                <a:lnTo>
                  <a:pt x="1306" y="66"/>
                </a:lnTo>
                <a:lnTo>
                  <a:pt x="1306" y="65"/>
                </a:lnTo>
                <a:lnTo>
                  <a:pt x="1305" y="64"/>
                </a:lnTo>
                <a:lnTo>
                  <a:pt x="1304" y="63"/>
                </a:lnTo>
                <a:lnTo>
                  <a:pt x="1304" y="62"/>
                </a:lnTo>
                <a:lnTo>
                  <a:pt x="1304" y="63"/>
                </a:lnTo>
                <a:lnTo>
                  <a:pt x="1303" y="63"/>
                </a:lnTo>
                <a:lnTo>
                  <a:pt x="1303" y="62"/>
                </a:lnTo>
                <a:lnTo>
                  <a:pt x="1302" y="62"/>
                </a:lnTo>
                <a:lnTo>
                  <a:pt x="1302" y="61"/>
                </a:lnTo>
                <a:lnTo>
                  <a:pt x="1302" y="59"/>
                </a:lnTo>
                <a:lnTo>
                  <a:pt x="1301" y="59"/>
                </a:lnTo>
                <a:lnTo>
                  <a:pt x="1301" y="58"/>
                </a:lnTo>
                <a:lnTo>
                  <a:pt x="1302" y="58"/>
                </a:lnTo>
                <a:lnTo>
                  <a:pt x="1303" y="57"/>
                </a:lnTo>
                <a:lnTo>
                  <a:pt x="1304" y="57"/>
                </a:lnTo>
                <a:lnTo>
                  <a:pt x="1304" y="56"/>
                </a:lnTo>
                <a:lnTo>
                  <a:pt x="1304" y="57"/>
                </a:lnTo>
                <a:lnTo>
                  <a:pt x="1305" y="57"/>
                </a:lnTo>
                <a:lnTo>
                  <a:pt x="1306" y="57"/>
                </a:lnTo>
                <a:lnTo>
                  <a:pt x="1307" y="57"/>
                </a:lnTo>
                <a:lnTo>
                  <a:pt x="1308" y="57"/>
                </a:lnTo>
                <a:lnTo>
                  <a:pt x="1308" y="56"/>
                </a:lnTo>
                <a:lnTo>
                  <a:pt x="1309" y="56"/>
                </a:lnTo>
                <a:lnTo>
                  <a:pt x="1309" y="55"/>
                </a:lnTo>
                <a:lnTo>
                  <a:pt x="1309" y="56"/>
                </a:lnTo>
                <a:lnTo>
                  <a:pt x="1310" y="5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" name=""/>
          <p:cNvSpPr/>
          <p:nvPr/>
        </p:nvSpPr>
        <p:spPr>
          <a:xfrm>
            <a:off x="4314600" y="1663560"/>
            <a:ext cx="10440" cy="6120"/>
          </a:xfrm>
          <a:custGeom>
            <a:avLst/>
            <a:gdLst/>
            <a:ahLst/>
            <a:rect l="0" t="0" r="r" b="b"/>
            <a:pathLst>
              <a:path w="29" h="17">
                <a:moveTo>
                  <a:pt x="28" y="2"/>
                </a:moveTo>
                <a:lnTo>
                  <a:pt x="28" y="3"/>
                </a:lnTo>
                <a:lnTo>
                  <a:pt x="28" y="5"/>
                </a:lnTo>
                <a:lnTo>
                  <a:pt x="27" y="6"/>
                </a:lnTo>
                <a:lnTo>
                  <a:pt x="28" y="7"/>
                </a:lnTo>
                <a:lnTo>
                  <a:pt x="28" y="8"/>
                </a:lnTo>
                <a:lnTo>
                  <a:pt x="28" y="9"/>
                </a:lnTo>
                <a:lnTo>
                  <a:pt x="27" y="9"/>
                </a:lnTo>
                <a:lnTo>
                  <a:pt x="27" y="8"/>
                </a:lnTo>
                <a:lnTo>
                  <a:pt x="26" y="6"/>
                </a:lnTo>
                <a:lnTo>
                  <a:pt x="25" y="5"/>
                </a:lnTo>
                <a:lnTo>
                  <a:pt x="24" y="4"/>
                </a:lnTo>
                <a:lnTo>
                  <a:pt x="22" y="5"/>
                </a:lnTo>
                <a:lnTo>
                  <a:pt x="22" y="6"/>
                </a:lnTo>
                <a:lnTo>
                  <a:pt x="21" y="7"/>
                </a:lnTo>
                <a:lnTo>
                  <a:pt x="21" y="8"/>
                </a:lnTo>
                <a:lnTo>
                  <a:pt x="20" y="8"/>
                </a:lnTo>
                <a:lnTo>
                  <a:pt x="21" y="8"/>
                </a:lnTo>
                <a:lnTo>
                  <a:pt x="21" y="9"/>
                </a:lnTo>
                <a:lnTo>
                  <a:pt x="21" y="10"/>
                </a:lnTo>
                <a:lnTo>
                  <a:pt x="20" y="10"/>
                </a:lnTo>
                <a:lnTo>
                  <a:pt x="20" y="12"/>
                </a:lnTo>
                <a:lnTo>
                  <a:pt x="19" y="12"/>
                </a:lnTo>
                <a:lnTo>
                  <a:pt x="19" y="10"/>
                </a:lnTo>
                <a:lnTo>
                  <a:pt x="20" y="10"/>
                </a:lnTo>
                <a:lnTo>
                  <a:pt x="19" y="9"/>
                </a:lnTo>
                <a:lnTo>
                  <a:pt x="18" y="9"/>
                </a:lnTo>
                <a:lnTo>
                  <a:pt x="18" y="10"/>
                </a:lnTo>
                <a:lnTo>
                  <a:pt x="18" y="12"/>
                </a:lnTo>
                <a:lnTo>
                  <a:pt x="16" y="12"/>
                </a:lnTo>
                <a:lnTo>
                  <a:pt x="14" y="14"/>
                </a:lnTo>
                <a:lnTo>
                  <a:pt x="13" y="14"/>
                </a:lnTo>
                <a:lnTo>
                  <a:pt x="12" y="14"/>
                </a:lnTo>
                <a:lnTo>
                  <a:pt x="12" y="13"/>
                </a:lnTo>
                <a:lnTo>
                  <a:pt x="10" y="14"/>
                </a:lnTo>
                <a:lnTo>
                  <a:pt x="10" y="15"/>
                </a:lnTo>
                <a:lnTo>
                  <a:pt x="9" y="15"/>
                </a:lnTo>
                <a:lnTo>
                  <a:pt x="8" y="15"/>
                </a:lnTo>
                <a:lnTo>
                  <a:pt x="7" y="14"/>
                </a:lnTo>
                <a:lnTo>
                  <a:pt x="6" y="15"/>
                </a:lnTo>
                <a:lnTo>
                  <a:pt x="5" y="15"/>
                </a:lnTo>
                <a:lnTo>
                  <a:pt x="5" y="16"/>
                </a:lnTo>
                <a:lnTo>
                  <a:pt x="3" y="17"/>
                </a:lnTo>
                <a:lnTo>
                  <a:pt x="3" y="16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0" y="15"/>
                </a:lnTo>
                <a:lnTo>
                  <a:pt x="0" y="12"/>
                </a:lnTo>
                <a:lnTo>
                  <a:pt x="0" y="10"/>
                </a:lnTo>
                <a:lnTo>
                  <a:pt x="0" y="9"/>
                </a:lnTo>
                <a:lnTo>
                  <a:pt x="1" y="8"/>
                </a:lnTo>
                <a:lnTo>
                  <a:pt x="3" y="7"/>
                </a:lnTo>
                <a:lnTo>
                  <a:pt x="4" y="7"/>
                </a:lnTo>
                <a:lnTo>
                  <a:pt x="4" y="8"/>
                </a:lnTo>
                <a:lnTo>
                  <a:pt x="5" y="8"/>
                </a:lnTo>
                <a:lnTo>
                  <a:pt x="6" y="8"/>
                </a:lnTo>
                <a:lnTo>
                  <a:pt x="7" y="7"/>
                </a:lnTo>
                <a:lnTo>
                  <a:pt x="8" y="7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4"/>
                </a:lnTo>
                <a:lnTo>
                  <a:pt x="15" y="4"/>
                </a:lnTo>
                <a:lnTo>
                  <a:pt x="16" y="4"/>
                </a:lnTo>
                <a:lnTo>
                  <a:pt x="16" y="3"/>
                </a:lnTo>
                <a:lnTo>
                  <a:pt x="18" y="3"/>
                </a:lnTo>
                <a:lnTo>
                  <a:pt x="20" y="2"/>
                </a:lnTo>
                <a:lnTo>
                  <a:pt x="21" y="2"/>
                </a:lnTo>
                <a:lnTo>
                  <a:pt x="22" y="2"/>
                </a:lnTo>
                <a:lnTo>
                  <a:pt x="23" y="2"/>
                </a:lnTo>
                <a:lnTo>
                  <a:pt x="23" y="1"/>
                </a:lnTo>
                <a:lnTo>
                  <a:pt x="24" y="1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9" y="1"/>
                </a:lnTo>
                <a:lnTo>
                  <a:pt x="28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" name=""/>
          <p:cNvSpPr/>
          <p:nvPr/>
        </p:nvSpPr>
        <p:spPr>
          <a:xfrm>
            <a:off x="4221360" y="1371600"/>
            <a:ext cx="193680" cy="311040"/>
          </a:xfrm>
          <a:custGeom>
            <a:avLst/>
            <a:gdLst/>
            <a:ahLst/>
            <a:rect l="0" t="0" r="r" b="b"/>
            <a:pathLst>
              <a:path w="538" h="864">
                <a:moveTo>
                  <a:pt x="388" y="3"/>
                </a:moveTo>
                <a:lnTo>
                  <a:pt x="390" y="3"/>
                </a:lnTo>
                <a:lnTo>
                  <a:pt x="392" y="3"/>
                </a:lnTo>
                <a:lnTo>
                  <a:pt x="393" y="4"/>
                </a:lnTo>
                <a:lnTo>
                  <a:pt x="393" y="5"/>
                </a:lnTo>
                <a:lnTo>
                  <a:pt x="394" y="8"/>
                </a:lnTo>
                <a:lnTo>
                  <a:pt x="394" y="9"/>
                </a:lnTo>
                <a:lnTo>
                  <a:pt x="394" y="10"/>
                </a:lnTo>
                <a:lnTo>
                  <a:pt x="394" y="11"/>
                </a:lnTo>
                <a:lnTo>
                  <a:pt x="395" y="13"/>
                </a:lnTo>
                <a:lnTo>
                  <a:pt x="395" y="14"/>
                </a:lnTo>
                <a:lnTo>
                  <a:pt x="396" y="14"/>
                </a:lnTo>
                <a:lnTo>
                  <a:pt x="396" y="15"/>
                </a:lnTo>
                <a:lnTo>
                  <a:pt x="395" y="17"/>
                </a:lnTo>
                <a:lnTo>
                  <a:pt x="395" y="19"/>
                </a:lnTo>
                <a:lnTo>
                  <a:pt x="395" y="20"/>
                </a:lnTo>
                <a:lnTo>
                  <a:pt x="396" y="22"/>
                </a:lnTo>
                <a:lnTo>
                  <a:pt x="396" y="23"/>
                </a:lnTo>
                <a:lnTo>
                  <a:pt x="395" y="25"/>
                </a:lnTo>
                <a:lnTo>
                  <a:pt x="394" y="27"/>
                </a:lnTo>
                <a:lnTo>
                  <a:pt x="394" y="28"/>
                </a:lnTo>
                <a:lnTo>
                  <a:pt x="394" y="29"/>
                </a:lnTo>
                <a:lnTo>
                  <a:pt x="393" y="29"/>
                </a:lnTo>
                <a:lnTo>
                  <a:pt x="393" y="30"/>
                </a:lnTo>
                <a:lnTo>
                  <a:pt x="394" y="30"/>
                </a:lnTo>
                <a:lnTo>
                  <a:pt x="394" y="31"/>
                </a:lnTo>
                <a:lnTo>
                  <a:pt x="395" y="31"/>
                </a:lnTo>
                <a:lnTo>
                  <a:pt x="395" y="33"/>
                </a:lnTo>
                <a:lnTo>
                  <a:pt x="396" y="34"/>
                </a:lnTo>
                <a:lnTo>
                  <a:pt x="397" y="35"/>
                </a:lnTo>
                <a:lnTo>
                  <a:pt x="398" y="35"/>
                </a:lnTo>
                <a:lnTo>
                  <a:pt x="398" y="36"/>
                </a:lnTo>
                <a:lnTo>
                  <a:pt x="398" y="37"/>
                </a:lnTo>
                <a:lnTo>
                  <a:pt x="398" y="38"/>
                </a:lnTo>
                <a:lnTo>
                  <a:pt x="399" y="38"/>
                </a:lnTo>
                <a:lnTo>
                  <a:pt x="399" y="39"/>
                </a:lnTo>
                <a:lnTo>
                  <a:pt x="399" y="40"/>
                </a:lnTo>
                <a:lnTo>
                  <a:pt x="399" y="41"/>
                </a:lnTo>
                <a:lnTo>
                  <a:pt x="399" y="42"/>
                </a:lnTo>
                <a:lnTo>
                  <a:pt x="400" y="42"/>
                </a:lnTo>
                <a:lnTo>
                  <a:pt x="400" y="43"/>
                </a:lnTo>
                <a:lnTo>
                  <a:pt x="400" y="44"/>
                </a:lnTo>
                <a:lnTo>
                  <a:pt x="400" y="45"/>
                </a:lnTo>
                <a:lnTo>
                  <a:pt x="401" y="45"/>
                </a:lnTo>
                <a:lnTo>
                  <a:pt x="401" y="46"/>
                </a:lnTo>
                <a:lnTo>
                  <a:pt x="401" y="47"/>
                </a:lnTo>
                <a:lnTo>
                  <a:pt x="402" y="47"/>
                </a:lnTo>
                <a:lnTo>
                  <a:pt x="402" y="48"/>
                </a:lnTo>
                <a:lnTo>
                  <a:pt x="402" y="50"/>
                </a:lnTo>
                <a:lnTo>
                  <a:pt x="402" y="51"/>
                </a:lnTo>
                <a:lnTo>
                  <a:pt x="403" y="52"/>
                </a:lnTo>
                <a:lnTo>
                  <a:pt x="403" y="53"/>
                </a:lnTo>
                <a:lnTo>
                  <a:pt x="403" y="54"/>
                </a:lnTo>
                <a:lnTo>
                  <a:pt x="403" y="55"/>
                </a:lnTo>
                <a:lnTo>
                  <a:pt x="404" y="56"/>
                </a:lnTo>
                <a:lnTo>
                  <a:pt x="404" y="57"/>
                </a:lnTo>
                <a:lnTo>
                  <a:pt x="405" y="57"/>
                </a:lnTo>
                <a:lnTo>
                  <a:pt x="405" y="58"/>
                </a:lnTo>
                <a:lnTo>
                  <a:pt x="405" y="59"/>
                </a:lnTo>
                <a:lnTo>
                  <a:pt x="406" y="59"/>
                </a:lnTo>
                <a:lnTo>
                  <a:pt x="406" y="60"/>
                </a:lnTo>
                <a:lnTo>
                  <a:pt x="407" y="61"/>
                </a:lnTo>
                <a:lnTo>
                  <a:pt x="407" y="62"/>
                </a:lnTo>
                <a:lnTo>
                  <a:pt x="408" y="62"/>
                </a:lnTo>
                <a:lnTo>
                  <a:pt x="411" y="62"/>
                </a:lnTo>
                <a:lnTo>
                  <a:pt x="412" y="63"/>
                </a:lnTo>
                <a:lnTo>
                  <a:pt x="414" y="63"/>
                </a:lnTo>
                <a:lnTo>
                  <a:pt x="415" y="64"/>
                </a:lnTo>
                <a:lnTo>
                  <a:pt x="416" y="64"/>
                </a:lnTo>
                <a:lnTo>
                  <a:pt x="418" y="65"/>
                </a:lnTo>
                <a:lnTo>
                  <a:pt x="418" y="66"/>
                </a:lnTo>
                <a:lnTo>
                  <a:pt x="421" y="70"/>
                </a:lnTo>
                <a:lnTo>
                  <a:pt x="422" y="70"/>
                </a:lnTo>
                <a:lnTo>
                  <a:pt x="422" y="71"/>
                </a:lnTo>
                <a:lnTo>
                  <a:pt x="423" y="75"/>
                </a:lnTo>
                <a:lnTo>
                  <a:pt x="421" y="92"/>
                </a:lnTo>
                <a:lnTo>
                  <a:pt x="401" y="115"/>
                </a:lnTo>
                <a:lnTo>
                  <a:pt x="396" y="122"/>
                </a:lnTo>
                <a:lnTo>
                  <a:pt x="390" y="133"/>
                </a:lnTo>
                <a:lnTo>
                  <a:pt x="390" y="134"/>
                </a:lnTo>
                <a:lnTo>
                  <a:pt x="382" y="141"/>
                </a:lnTo>
                <a:lnTo>
                  <a:pt x="379" y="151"/>
                </a:lnTo>
                <a:lnTo>
                  <a:pt x="376" y="164"/>
                </a:lnTo>
                <a:lnTo>
                  <a:pt x="375" y="180"/>
                </a:lnTo>
                <a:lnTo>
                  <a:pt x="374" y="185"/>
                </a:lnTo>
                <a:lnTo>
                  <a:pt x="374" y="191"/>
                </a:lnTo>
                <a:lnTo>
                  <a:pt x="367" y="208"/>
                </a:lnTo>
                <a:lnTo>
                  <a:pt x="347" y="223"/>
                </a:lnTo>
                <a:lnTo>
                  <a:pt x="348" y="225"/>
                </a:lnTo>
                <a:lnTo>
                  <a:pt x="348" y="226"/>
                </a:lnTo>
                <a:lnTo>
                  <a:pt x="351" y="227"/>
                </a:lnTo>
                <a:lnTo>
                  <a:pt x="353" y="228"/>
                </a:lnTo>
                <a:lnTo>
                  <a:pt x="354" y="229"/>
                </a:lnTo>
                <a:lnTo>
                  <a:pt x="355" y="231"/>
                </a:lnTo>
                <a:lnTo>
                  <a:pt x="358" y="234"/>
                </a:lnTo>
                <a:lnTo>
                  <a:pt x="359" y="234"/>
                </a:lnTo>
                <a:lnTo>
                  <a:pt x="360" y="235"/>
                </a:lnTo>
                <a:lnTo>
                  <a:pt x="361" y="235"/>
                </a:lnTo>
                <a:lnTo>
                  <a:pt x="363" y="237"/>
                </a:lnTo>
                <a:lnTo>
                  <a:pt x="365" y="238"/>
                </a:lnTo>
                <a:lnTo>
                  <a:pt x="369" y="240"/>
                </a:lnTo>
                <a:lnTo>
                  <a:pt x="370" y="241"/>
                </a:lnTo>
                <a:lnTo>
                  <a:pt x="371" y="241"/>
                </a:lnTo>
                <a:lnTo>
                  <a:pt x="374" y="242"/>
                </a:lnTo>
                <a:lnTo>
                  <a:pt x="376" y="242"/>
                </a:lnTo>
                <a:lnTo>
                  <a:pt x="377" y="242"/>
                </a:lnTo>
                <a:lnTo>
                  <a:pt x="378" y="243"/>
                </a:lnTo>
                <a:lnTo>
                  <a:pt x="381" y="244"/>
                </a:lnTo>
                <a:lnTo>
                  <a:pt x="383" y="245"/>
                </a:lnTo>
                <a:lnTo>
                  <a:pt x="385" y="246"/>
                </a:lnTo>
                <a:lnTo>
                  <a:pt x="387" y="247"/>
                </a:lnTo>
                <a:lnTo>
                  <a:pt x="390" y="249"/>
                </a:lnTo>
                <a:lnTo>
                  <a:pt x="390" y="250"/>
                </a:lnTo>
                <a:lnTo>
                  <a:pt x="391" y="251"/>
                </a:lnTo>
                <a:lnTo>
                  <a:pt x="393" y="252"/>
                </a:lnTo>
                <a:lnTo>
                  <a:pt x="394" y="253"/>
                </a:lnTo>
                <a:lnTo>
                  <a:pt x="395" y="253"/>
                </a:lnTo>
                <a:lnTo>
                  <a:pt x="396" y="254"/>
                </a:lnTo>
                <a:lnTo>
                  <a:pt x="401" y="254"/>
                </a:lnTo>
                <a:lnTo>
                  <a:pt x="402" y="255"/>
                </a:lnTo>
                <a:lnTo>
                  <a:pt x="403" y="255"/>
                </a:lnTo>
                <a:lnTo>
                  <a:pt x="404" y="256"/>
                </a:lnTo>
                <a:lnTo>
                  <a:pt x="405" y="256"/>
                </a:lnTo>
                <a:lnTo>
                  <a:pt x="406" y="256"/>
                </a:lnTo>
                <a:lnTo>
                  <a:pt x="407" y="257"/>
                </a:lnTo>
                <a:lnTo>
                  <a:pt x="409" y="257"/>
                </a:lnTo>
                <a:lnTo>
                  <a:pt x="411" y="258"/>
                </a:lnTo>
                <a:lnTo>
                  <a:pt x="412" y="258"/>
                </a:lnTo>
                <a:lnTo>
                  <a:pt x="414" y="258"/>
                </a:lnTo>
                <a:lnTo>
                  <a:pt x="416" y="259"/>
                </a:lnTo>
                <a:lnTo>
                  <a:pt x="417" y="260"/>
                </a:lnTo>
                <a:lnTo>
                  <a:pt x="422" y="261"/>
                </a:lnTo>
                <a:lnTo>
                  <a:pt x="424" y="262"/>
                </a:lnTo>
                <a:lnTo>
                  <a:pt x="431" y="263"/>
                </a:lnTo>
                <a:lnTo>
                  <a:pt x="436" y="264"/>
                </a:lnTo>
                <a:lnTo>
                  <a:pt x="436" y="263"/>
                </a:lnTo>
                <a:lnTo>
                  <a:pt x="437" y="262"/>
                </a:lnTo>
                <a:lnTo>
                  <a:pt x="450" y="258"/>
                </a:lnTo>
                <a:lnTo>
                  <a:pt x="451" y="256"/>
                </a:lnTo>
                <a:lnTo>
                  <a:pt x="451" y="255"/>
                </a:lnTo>
                <a:lnTo>
                  <a:pt x="452" y="255"/>
                </a:lnTo>
                <a:lnTo>
                  <a:pt x="453" y="255"/>
                </a:lnTo>
                <a:lnTo>
                  <a:pt x="454" y="256"/>
                </a:lnTo>
                <a:lnTo>
                  <a:pt x="455" y="256"/>
                </a:lnTo>
                <a:lnTo>
                  <a:pt x="456" y="255"/>
                </a:lnTo>
                <a:lnTo>
                  <a:pt x="457" y="254"/>
                </a:lnTo>
                <a:lnTo>
                  <a:pt x="458" y="255"/>
                </a:lnTo>
                <a:lnTo>
                  <a:pt x="461" y="256"/>
                </a:lnTo>
                <a:lnTo>
                  <a:pt x="461" y="257"/>
                </a:lnTo>
                <a:lnTo>
                  <a:pt x="463" y="258"/>
                </a:lnTo>
                <a:lnTo>
                  <a:pt x="463" y="259"/>
                </a:lnTo>
                <a:lnTo>
                  <a:pt x="464" y="260"/>
                </a:lnTo>
                <a:lnTo>
                  <a:pt x="465" y="261"/>
                </a:lnTo>
                <a:lnTo>
                  <a:pt x="466" y="262"/>
                </a:lnTo>
                <a:lnTo>
                  <a:pt x="468" y="262"/>
                </a:lnTo>
                <a:lnTo>
                  <a:pt x="469" y="264"/>
                </a:lnTo>
                <a:lnTo>
                  <a:pt x="469" y="265"/>
                </a:lnTo>
                <a:lnTo>
                  <a:pt x="472" y="266"/>
                </a:lnTo>
                <a:lnTo>
                  <a:pt x="473" y="266"/>
                </a:lnTo>
                <a:lnTo>
                  <a:pt x="474" y="266"/>
                </a:lnTo>
                <a:lnTo>
                  <a:pt x="475" y="267"/>
                </a:lnTo>
                <a:lnTo>
                  <a:pt x="476" y="267"/>
                </a:lnTo>
                <a:lnTo>
                  <a:pt x="477" y="267"/>
                </a:lnTo>
                <a:lnTo>
                  <a:pt x="478" y="267"/>
                </a:lnTo>
                <a:lnTo>
                  <a:pt x="479" y="267"/>
                </a:lnTo>
                <a:lnTo>
                  <a:pt x="483" y="268"/>
                </a:lnTo>
                <a:lnTo>
                  <a:pt x="484" y="269"/>
                </a:lnTo>
                <a:lnTo>
                  <a:pt x="485" y="270"/>
                </a:lnTo>
                <a:lnTo>
                  <a:pt x="486" y="272"/>
                </a:lnTo>
                <a:lnTo>
                  <a:pt x="486" y="274"/>
                </a:lnTo>
                <a:lnTo>
                  <a:pt x="487" y="276"/>
                </a:lnTo>
                <a:lnTo>
                  <a:pt x="488" y="277"/>
                </a:lnTo>
                <a:lnTo>
                  <a:pt x="489" y="278"/>
                </a:lnTo>
                <a:lnTo>
                  <a:pt x="490" y="279"/>
                </a:lnTo>
                <a:lnTo>
                  <a:pt x="491" y="280"/>
                </a:lnTo>
                <a:lnTo>
                  <a:pt x="492" y="281"/>
                </a:lnTo>
                <a:lnTo>
                  <a:pt x="493" y="281"/>
                </a:lnTo>
                <a:lnTo>
                  <a:pt x="495" y="283"/>
                </a:lnTo>
                <a:lnTo>
                  <a:pt x="497" y="284"/>
                </a:lnTo>
                <a:lnTo>
                  <a:pt x="499" y="286"/>
                </a:lnTo>
                <a:lnTo>
                  <a:pt x="500" y="287"/>
                </a:lnTo>
                <a:lnTo>
                  <a:pt x="501" y="288"/>
                </a:lnTo>
                <a:lnTo>
                  <a:pt x="498" y="295"/>
                </a:lnTo>
                <a:lnTo>
                  <a:pt x="497" y="298"/>
                </a:lnTo>
                <a:lnTo>
                  <a:pt x="498" y="299"/>
                </a:lnTo>
                <a:lnTo>
                  <a:pt x="498" y="300"/>
                </a:lnTo>
                <a:lnTo>
                  <a:pt x="503" y="301"/>
                </a:lnTo>
                <a:lnTo>
                  <a:pt x="504" y="299"/>
                </a:lnTo>
                <a:lnTo>
                  <a:pt x="507" y="298"/>
                </a:lnTo>
                <a:lnTo>
                  <a:pt x="510" y="298"/>
                </a:lnTo>
                <a:lnTo>
                  <a:pt x="512" y="301"/>
                </a:lnTo>
                <a:lnTo>
                  <a:pt x="519" y="307"/>
                </a:lnTo>
                <a:lnTo>
                  <a:pt x="520" y="308"/>
                </a:lnTo>
                <a:lnTo>
                  <a:pt x="521" y="308"/>
                </a:lnTo>
                <a:lnTo>
                  <a:pt x="522" y="309"/>
                </a:lnTo>
                <a:lnTo>
                  <a:pt x="533" y="312"/>
                </a:lnTo>
                <a:lnTo>
                  <a:pt x="535" y="314"/>
                </a:lnTo>
                <a:lnTo>
                  <a:pt x="538" y="316"/>
                </a:lnTo>
                <a:lnTo>
                  <a:pt x="538" y="320"/>
                </a:lnTo>
                <a:lnTo>
                  <a:pt x="537" y="320"/>
                </a:lnTo>
                <a:lnTo>
                  <a:pt x="536" y="321"/>
                </a:lnTo>
                <a:lnTo>
                  <a:pt x="536" y="322"/>
                </a:lnTo>
                <a:lnTo>
                  <a:pt x="535" y="326"/>
                </a:lnTo>
                <a:lnTo>
                  <a:pt x="536" y="326"/>
                </a:lnTo>
                <a:lnTo>
                  <a:pt x="536" y="327"/>
                </a:lnTo>
                <a:lnTo>
                  <a:pt x="534" y="326"/>
                </a:lnTo>
                <a:lnTo>
                  <a:pt x="532" y="330"/>
                </a:lnTo>
                <a:lnTo>
                  <a:pt x="532" y="333"/>
                </a:lnTo>
                <a:lnTo>
                  <a:pt x="531" y="334"/>
                </a:lnTo>
                <a:lnTo>
                  <a:pt x="530" y="334"/>
                </a:lnTo>
                <a:lnTo>
                  <a:pt x="529" y="333"/>
                </a:lnTo>
                <a:lnTo>
                  <a:pt x="528" y="330"/>
                </a:lnTo>
                <a:lnTo>
                  <a:pt x="527" y="330"/>
                </a:lnTo>
                <a:lnTo>
                  <a:pt x="525" y="330"/>
                </a:lnTo>
                <a:lnTo>
                  <a:pt x="526" y="328"/>
                </a:lnTo>
                <a:lnTo>
                  <a:pt x="525" y="328"/>
                </a:lnTo>
                <a:lnTo>
                  <a:pt x="524" y="329"/>
                </a:lnTo>
                <a:lnTo>
                  <a:pt x="524" y="330"/>
                </a:lnTo>
                <a:lnTo>
                  <a:pt x="525" y="331"/>
                </a:lnTo>
                <a:lnTo>
                  <a:pt x="526" y="330"/>
                </a:lnTo>
                <a:lnTo>
                  <a:pt x="526" y="331"/>
                </a:lnTo>
                <a:lnTo>
                  <a:pt x="526" y="332"/>
                </a:lnTo>
                <a:lnTo>
                  <a:pt x="525" y="332"/>
                </a:lnTo>
                <a:lnTo>
                  <a:pt x="522" y="333"/>
                </a:lnTo>
                <a:lnTo>
                  <a:pt x="522" y="334"/>
                </a:lnTo>
                <a:lnTo>
                  <a:pt x="519" y="334"/>
                </a:lnTo>
                <a:lnTo>
                  <a:pt x="518" y="332"/>
                </a:lnTo>
                <a:lnTo>
                  <a:pt x="511" y="335"/>
                </a:lnTo>
                <a:lnTo>
                  <a:pt x="511" y="336"/>
                </a:lnTo>
                <a:lnTo>
                  <a:pt x="511" y="337"/>
                </a:lnTo>
                <a:lnTo>
                  <a:pt x="511" y="339"/>
                </a:lnTo>
                <a:lnTo>
                  <a:pt x="511" y="340"/>
                </a:lnTo>
                <a:lnTo>
                  <a:pt x="512" y="341"/>
                </a:lnTo>
                <a:lnTo>
                  <a:pt x="512" y="342"/>
                </a:lnTo>
                <a:lnTo>
                  <a:pt x="512" y="343"/>
                </a:lnTo>
                <a:lnTo>
                  <a:pt x="511" y="344"/>
                </a:lnTo>
                <a:lnTo>
                  <a:pt x="509" y="346"/>
                </a:lnTo>
                <a:lnTo>
                  <a:pt x="508" y="348"/>
                </a:lnTo>
                <a:lnTo>
                  <a:pt x="507" y="348"/>
                </a:lnTo>
                <a:lnTo>
                  <a:pt x="507" y="349"/>
                </a:lnTo>
                <a:lnTo>
                  <a:pt x="507" y="350"/>
                </a:lnTo>
                <a:lnTo>
                  <a:pt x="507" y="351"/>
                </a:lnTo>
                <a:lnTo>
                  <a:pt x="507" y="352"/>
                </a:lnTo>
                <a:lnTo>
                  <a:pt x="503" y="351"/>
                </a:lnTo>
                <a:lnTo>
                  <a:pt x="501" y="353"/>
                </a:lnTo>
                <a:lnTo>
                  <a:pt x="499" y="354"/>
                </a:lnTo>
                <a:lnTo>
                  <a:pt x="499" y="353"/>
                </a:lnTo>
                <a:lnTo>
                  <a:pt x="499" y="352"/>
                </a:lnTo>
                <a:lnTo>
                  <a:pt x="497" y="351"/>
                </a:lnTo>
                <a:lnTo>
                  <a:pt x="494" y="351"/>
                </a:lnTo>
                <a:lnTo>
                  <a:pt x="494" y="352"/>
                </a:lnTo>
                <a:lnTo>
                  <a:pt x="494" y="354"/>
                </a:lnTo>
                <a:lnTo>
                  <a:pt x="494" y="355"/>
                </a:lnTo>
                <a:lnTo>
                  <a:pt x="500" y="356"/>
                </a:lnTo>
                <a:lnTo>
                  <a:pt x="500" y="357"/>
                </a:lnTo>
                <a:lnTo>
                  <a:pt x="500" y="359"/>
                </a:lnTo>
                <a:lnTo>
                  <a:pt x="499" y="360"/>
                </a:lnTo>
                <a:lnTo>
                  <a:pt x="496" y="359"/>
                </a:lnTo>
                <a:lnTo>
                  <a:pt x="493" y="363"/>
                </a:lnTo>
                <a:lnTo>
                  <a:pt x="491" y="365"/>
                </a:lnTo>
                <a:lnTo>
                  <a:pt x="491" y="367"/>
                </a:lnTo>
                <a:lnTo>
                  <a:pt x="490" y="368"/>
                </a:lnTo>
                <a:lnTo>
                  <a:pt x="488" y="369"/>
                </a:lnTo>
                <a:lnTo>
                  <a:pt x="485" y="368"/>
                </a:lnTo>
                <a:lnTo>
                  <a:pt x="485" y="369"/>
                </a:lnTo>
                <a:lnTo>
                  <a:pt x="484" y="369"/>
                </a:lnTo>
                <a:lnTo>
                  <a:pt x="483" y="369"/>
                </a:lnTo>
                <a:lnTo>
                  <a:pt x="486" y="374"/>
                </a:lnTo>
                <a:lnTo>
                  <a:pt x="487" y="374"/>
                </a:lnTo>
                <a:lnTo>
                  <a:pt x="489" y="374"/>
                </a:lnTo>
                <a:lnTo>
                  <a:pt x="492" y="373"/>
                </a:lnTo>
                <a:lnTo>
                  <a:pt x="492" y="374"/>
                </a:lnTo>
                <a:lnTo>
                  <a:pt x="492" y="375"/>
                </a:lnTo>
                <a:lnTo>
                  <a:pt x="492" y="377"/>
                </a:lnTo>
                <a:lnTo>
                  <a:pt x="491" y="378"/>
                </a:lnTo>
                <a:lnTo>
                  <a:pt x="489" y="383"/>
                </a:lnTo>
                <a:lnTo>
                  <a:pt x="489" y="384"/>
                </a:lnTo>
                <a:lnTo>
                  <a:pt x="490" y="385"/>
                </a:lnTo>
                <a:lnTo>
                  <a:pt x="489" y="387"/>
                </a:lnTo>
                <a:lnTo>
                  <a:pt x="488" y="387"/>
                </a:lnTo>
                <a:lnTo>
                  <a:pt x="486" y="389"/>
                </a:lnTo>
                <a:lnTo>
                  <a:pt x="486" y="391"/>
                </a:lnTo>
                <a:lnTo>
                  <a:pt x="486" y="392"/>
                </a:lnTo>
                <a:lnTo>
                  <a:pt x="485" y="393"/>
                </a:lnTo>
                <a:lnTo>
                  <a:pt x="484" y="391"/>
                </a:lnTo>
                <a:lnTo>
                  <a:pt x="484" y="390"/>
                </a:lnTo>
                <a:lnTo>
                  <a:pt x="483" y="391"/>
                </a:lnTo>
                <a:lnTo>
                  <a:pt x="480" y="393"/>
                </a:lnTo>
                <a:lnTo>
                  <a:pt x="480" y="394"/>
                </a:lnTo>
                <a:lnTo>
                  <a:pt x="479" y="395"/>
                </a:lnTo>
                <a:lnTo>
                  <a:pt x="479" y="398"/>
                </a:lnTo>
                <a:lnTo>
                  <a:pt x="479" y="399"/>
                </a:lnTo>
                <a:lnTo>
                  <a:pt x="479" y="401"/>
                </a:lnTo>
                <a:lnTo>
                  <a:pt x="479" y="402"/>
                </a:lnTo>
                <a:lnTo>
                  <a:pt x="478" y="405"/>
                </a:lnTo>
                <a:lnTo>
                  <a:pt x="478" y="406"/>
                </a:lnTo>
                <a:lnTo>
                  <a:pt x="478" y="408"/>
                </a:lnTo>
                <a:lnTo>
                  <a:pt x="479" y="409"/>
                </a:lnTo>
                <a:lnTo>
                  <a:pt x="478" y="411"/>
                </a:lnTo>
                <a:lnTo>
                  <a:pt x="478" y="412"/>
                </a:lnTo>
                <a:lnTo>
                  <a:pt x="478" y="413"/>
                </a:lnTo>
                <a:lnTo>
                  <a:pt x="477" y="413"/>
                </a:lnTo>
                <a:lnTo>
                  <a:pt x="476" y="413"/>
                </a:lnTo>
                <a:lnTo>
                  <a:pt x="476" y="416"/>
                </a:lnTo>
                <a:lnTo>
                  <a:pt x="476" y="417"/>
                </a:lnTo>
                <a:lnTo>
                  <a:pt x="476" y="418"/>
                </a:lnTo>
                <a:lnTo>
                  <a:pt x="476" y="423"/>
                </a:lnTo>
                <a:lnTo>
                  <a:pt x="476" y="424"/>
                </a:lnTo>
                <a:lnTo>
                  <a:pt x="475" y="424"/>
                </a:lnTo>
                <a:lnTo>
                  <a:pt x="475" y="426"/>
                </a:lnTo>
                <a:lnTo>
                  <a:pt x="475" y="429"/>
                </a:lnTo>
                <a:lnTo>
                  <a:pt x="476" y="430"/>
                </a:lnTo>
                <a:lnTo>
                  <a:pt x="477" y="433"/>
                </a:lnTo>
                <a:lnTo>
                  <a:pt x="478" y="434"/>
                </a:lnTo>
                <a:lnTo>
                  <a:pt x="481" y="437"/>
                </a:lnTo>
                <a:lnTo>
                  <a:pt x="482" y="439"/>
                </a:lnTo>
                <a:lnTo>
                  <a:pt x="483" y="440"/>
                </a:lnTo>
                <a:lnTo>
                  <a:pt x="483" y="441"/>
                </a:lnTo>
                <a:lnTo>
                  <a:pt x="484" y="443"/>
                </a:lnTo>
                <a:lnTo>
                  <a:pt x="484" y="444"/>
                </a:lnTo>
                <a:lnTo>
                  <a:pt x="484" y="446"/>
                </a:lnTo>
                <a:lnTo>
                  <a:pt x="479" y="445"/>
                </a:lnTo>
                <a:lnTo>
                  <a:pt x="477" y="446"/>
                </a:lnTo>
                <a:lnTo>
                  <a:pt x="476" y="447"/>
                </a:lnTo>
                <a:lnTo>
                  <a:pt x="476" y="448"/>
                </a:lnTo>
                <a:lnTo>
                  <a:pt x="477" y="448"/>
                </a:lnTo>
                <a:lnTo>
                  <a:pt x="478" y="449"/>
                </a:lnTo>
                <a:lnTo>
                  <a:pt x="479" y="449"/>
                </a:lnTo>
                <a:lnTo>
                  <a:pt x="480" y="450"/>
                </a:lnTo>
                <a:lnTo>
                  <a:pt x="481" y="450"/>
                </a:lnTo>
                <a:lnTo>
                  <a:pt x="483" y="452"/>
                </a:lnTo>
                <a:lnTo>
                  <a:pt x="485" y="454"/>
                </a:lnTo>
                <a:lnTo>
                  <a:pt x="486" y="454"/>
                </a:lnTo>
                <a:lnTo>
                  <a:pt x="486" y="455"/>
                </a:lnTo>
                <a:lnTo>
                  <a:pt x="487" y="457"/>
                </a:lnTo>
                <a:lnTo>
                  <a:pt x="488" y="459"/>
                </a:lnTo>
                <a:lnTo>
                  <a:pt x="489" y="460"/>
                </a:lnTo>
                <a:lnTo>
                  <a:pt x="488" y="460"/>
                </a:lnTo>
                <a:lnTo>
                  <a:pt x="489" y="462"/>
                </a:lnTo>
                <a:lnTo>
                  <a:pt x="489" y="463"/>
                </a:lnTo>
                <a:lnTo>
                  <a:pt x="488" y="465"/>
                </a:lnTo>
                <a:lnTo>
                  <a:pt x="488" y="466"/>
                </a:lnTo>
                <a:lnTo>
                  <a:pt x="488" y="467"/>
                </a:lnTo>
                <a:lnTo>
                  <a:pt x="488" y="468"/>
                </a:lnTo>
                <a:lnTo>
                  <a:pt x="487" y="468"/>
                </a:lnTo>
                <a:lnTo>
                  <a:pt x="487" y="469"/>
                </a:lnTo>
                <a:lnTo>
                  <a:pt x="487" y="470"/>
                </a:lnTo>
                <a:lnTo>
                  <a:pt x="484" y="474"/>
                </a:lnTo>
                <a:lnTo>
                  <a:pt x="484" y="473"/>
                </a:lnTo>
                <a:lnTo>
                  <a:pt x="480" y="468"/>
                </a:lnTo>
                <a:lnTo>
                  <a:pt x="479" y="469"/>
                </a:lnTo>
                <a:lnTo>
                  <a:pt x="479" y="471"/>
                </a:lnTo>
                <a:lnTo>
                  <a:pt x="479" y="472"/>
                </a:lnTo>
                <a:lnTo>
                  <a:pt x="479" y="474"/>
                </a:lnTo>
                <a:lnTo>
                  <a:pt x="480" y="475"/>
                </a:lnTo>
                <a:lnTo>
                  <a:pt x="479" y="475"/>
                </a:lnTo>
                <a:lnTo>
                  <a:pt x="478" y="475"/>
                </a:lnTo>
                <a:lnTo>
                  <a:pt x="476" y="474"/>
                </a:lnTo>
                <a:lnTo>
                  <a:pt x="474" y="475"/>
                </a:lnTo>
                <a:lnTo>
                  <a:pt x="473" y="475"/>
                </a:lnTo>
                <a:lnTo>
                  <a:pt x="468" y="470"/>
                </a:lnTo>
                <a:lnTo>
                  <a:pt x="464" y="466"/>
                </a:lnTo>
                <a:lnTo>
                  <a:pt x="461" y="466"/>
                </a:lnTo>
                <a:lnTo>
                  <a:pt x="460" y="467"/>
                </a:lnTo>
                <a:lnTo>
                  <a:pt x="457" y="468"/>
                </a:lnTo>
                <a:lnTo>
                  <a:pt x="456" y="468"/>
                </a:lnTo>
                <a:lnTo>
                  <a:pt x="453" y="469"/>
                </a:lnTo>
                <a:lnTo>
                  <a:pt x="452" y="470"/>
                </a:lnTo>
                <a:lnTo>
                  <a:pt x="451" y="471"/>
                </a:lnTo>
                <a:lnTo>
                  <a:pt x="450" y="472"/>
                </a:lnTo>
                <a:lnTo>
                  <a:pt x="450" y="471"/>
                </a:lnTo>
                <a:lnTo>
                  <a:pt x="449" y="471"/>
                </a:lnTo>
                <a:lnTo>
                  <a:pt x="449" y="470"/>
                </a:lnTo>
                <a:lnTo>
                  <a:pt x="447" y="469"/>
                </a:lnTo>
                <a:lnTo>
                  <a:pt x="446" y="469"/>
                </a:lnTo>
                <a:lnTo>
                  <a:pt x="445" y="469"/>
                </a:lnTo>
                <a:lnTo>
                  <a:pt x="445" y="470"/>
                </a:lnTo>
                <a:lnTo>
                  <a:pt x="442" y="469"/>
                </a:lnTo>
                <a:lnTo>
                  <a:pt x="442" y="468"/>
                </a:lnTo>
                <a:lnTo>
                  <a:pt x="441" y="467"/>
                </a:lnTo>
                <a:lnTo>
                  <a:pt x="440" y="467"/>
                </a:lnTo>
                <a:lnTo>
                  <a:pt x="439" y="468"/>
                </a:lnTo>
                <a:lnTo>
                  <a:pt x="439" y="469"/>
                </a:lnTo>
                <a:lnTo>
                  <a:pt x="439" y="470"/>
                </a:lnTo>
                <a:lnTo>
                  <a:pt x="440" y="472"/>
                </a:lnTo>
                <a:lnTo>
                  <a:pt x="440" y="473"/>
                </a:lnTo>
                <a:lnTo>
                  <a:pt x="440" y="474"/>
                </a:lnTo>
                <a:lnTo>
                  <a:pt x="438" y="473"/>
                </a:lnTo>
                <a:lnTo>
                  <a:pt x="434" y="471"/>
                </a:lnTo>
                <a:lnTo>
                  <a:pt x="433" y="472"/>
                </a:lnTo>
                <a:lnTo>
                  <a:pt x="434" y="473"/>
                </a:lnTo>
                <a:lnTo>
                  <a:pt x="435" y="473"/>
                </a:lnTo>
                <a:lnTo>
                  <a:pt x="435" y="474"/>
                </a:lnTo>
                <a:lnTo>
                  <a:pt x="434" y="474"/>
                </a:lnTo>
                <a:lnTo>
                  <a:pt x="432" y="474"/>
                </a:lnTo>
                <a:lnTo>
                  <a:pt x="430" y="473"/>
                </a:lnTo>
                <a:lnTo>
                  <a:pt x="429" y="473"/>
                </a:lnTo>
                <a:lnTo>
                  <a:pt x="429" y="472"/>
                </a:lnTo>
                <a:lnTo>
                  <a:pt x="428" y="472"/>
                </a:lnTo>
                <a:lnTo>
                  <a:pt x="428" y="471"/>
                </a:lnTo>
                <a:lnTo>
                  <a:pt x="428" y="470"/>
                </a:lnTo>
                <a:lnTo>
                  <a:pt x="427" y="469"/>
                </a:lnTo>
                <a:lnTo>
                  <a:pt x="426" y="468"/>
                </a:lnTo>
                <a:lnTo>
                  <a:pt x="424" y="467"/>
                </a:lnTo>
                <a:lnTo>
                  <a:pt x="422" y="466"/>
                </a:lnTo>
                <a:lnTo>
                  <a:pt x="420" y="465"/>
                </a:lnTo>
                <a:lnTo>
                  <a:pt x="419" y="465"/>
                </a:lnTo>
                <a:lnTo>
                  <a:pt x="417" y="467"/>
                </a:lnTo>
                <a:lnTo>
                  <a:pt x="418" y="468"/>
                </a:lnTo>
                <a:lnTo>
                  <a:pt x="419" y="469"/>
                </a:lnTo>
                <a:lnTo>
                  <a:pt x="420" y="469"/>
                </a:lnTo>
                <a:lnTo>
                  <a:pt x="421" y="469"/>
                </a:lnTo>
                <a:lnTo>
                  <a:pt x="422" y="471"/>
                </a:lnTo>
                <a:lnTo>
                  <a:pt x="421" y="471"/>
                </a:lnTo>
                <a:lnTo>
                  <a:pt x="420" y="472"/>
                </a:lnTo>
                <a:lnTo>
                  <a:pt x="418" y="476"/>
                </a:lnTo>
                <a:lnTo>
                  <a:pt x="417" y="475"/>
                </a:lnTo>
                <a:lnTo>
                  <a:pt x="416" y="474"/>
                </a:lnTo>
                <a:lnTo>
                  <a:pt x="414" y="472"/>
                </a:lnTo>
                <a:lnTo>
                  <a:pt x="412" y="473"/>
                </a:lnTo>
                <a:lnTo>
                  <a:pt x="411" y="472"/>
                </a:lnTo>
                <a:lnTo>
                  <a:pt x="409" y="470"/>
                </a:lnTo>
                <a:lnTo>
                  <a:pt x="407" y="469"/>
                </a:lnTo>
                <a:lnTo>
                  <a:pt x="406" y="468"/>
                </a:lnTo>
                <a:lnTo>
                  <a:pt x="406" y="467"/>
                </a:lnTo>
                <a:lnTo>
                  <a:pt x="405" y="467"/>
                </a:lnTo>
                <a:lnTo>
                  <a:pt x="404" y="467"/>
                </a:lnTo>
                <a:lnTo>
                  <a:pt x="403" y="467"/>
                </a:lnTo>
                <a:lnTo>
                  <a:pt x="402" y="465"/>
                </a:lnTo>
                <a:lnTo>
                  <a:pt x="401" y="465"/>
                </a:lnTo>
                <a:lnTo>
                  <a:pt x="401" y="464"/>
                </a:lnTo>
                <a:lnTo>
                  <a:pt x="400" y="464"/>
                </a:lnTo>
                <a:lnTo>
                  <a:pt x="399" y="464"/>
                </a:lnTo>
                <a:lnTo>
                  <a:pt x="398" y="466"/>
                </a:lnTo>
                <a:lnTo>
                  <a:pt x="397" y="469"/>
                </a:lnTo>
                <a:lnTo>
                  <a:pt x="398" y="471"/>
                </a:lnTo>
                <a:lnTo>
                  <a:pt x="399" y="471"/>
                </a:lnTo>
                <a:lnTo>
                  <a:pt x="398" y="472"/>
                </a:lnTo>
                <a:lnTo>
                  <a:pt x="397" y="474"/>
                </a:lnTo>
                <a:lnTo>
                  <a:pt x="396" y="475"/>
                </a:lnTo>
                <a:lnTo>
                  <a:pt x="396" y="476"/>
                </a:lnTo>
                <a:lnTo>
                  <a:pt x="397" y="478"/>
                </a:lnTo>
                <a:lnTo>
                  <a:pt x="397" y="480"/>
                </a:lnTo>
                <a:lnTo>
                  <a:pt x="396" y="479"/>
                </a:lnTo>
                <a:lnTo>
                  <a:pt x="395" y="478"/>
                </a:lnTo>
                <a:lnTo>
                  <a:pt x="395" y="477"/>
                </a:lnTo>
                <a:lnTo>
                  <a:pt x="395" y="476"/>
                </a:lnTo>
                <a:lnTo>
                  <a:pt x="394" y="476"/>
                </a:lnTo>
                <a:lnTo>
                  <a:pt x="393" y="476"/>
                </a:lnTo>
                <a:lnTo>
                  <a:pt x="392" y="475"/>
                </a:lnTo>
                <a:lnTo>
                  <a:pt x="391" y="474"/>
                </a:lnTo>
                <a:lnTo>
                  <a:pt x="391" y="473"/>
                </a:lnTo>
                <a:lnTo>
                  <a:pt x="391" y="472"/>
                </a:lnTo>
                <a:lnTo>
                  <a:pt x="389" y="472"/>
                </a:lnTo>
                <a:lnTo>
                  <a:pt x="387" y="472"/>
                </a:lnTo>
                <a:lnTo>
                  <a:pt x="386" y="472"/>
                </a:lnTo>
                <a:lnTo>
                  <a:pt x="386" y="471"/>
                </a:lnTo>
                <a:lnTo>
                  <a:pt x="385" y="471"/>
                </a:lnTo>
                <a:lnTo>
                  <a:pt x="385" y="470"/>
                </a:lnTo>
                <a:lnTo>
                  <a:pt x="384" y="471"/>
                </a:lnTo>
                <a:lnTo>
                  <a:pt x="384" y="472"/>
                </a:lnTo>
                <a:lnTo>
                  <a:pt x="383" y="473"/>
                </a:lnTo>
                <a:lnTo>
                  <a:pt x="383" y="474"/>
                </a:lnTo>
                <a:lnTo>
                  <a:pt x="382" y="474"/>
                </a:lnTo>
                <a:lnTo>
                  <a:pt x="382" y="473"/>
                </a:lnTo>
                <a:lnTo>
                  <a:pt x="381" y="472"/>
                </a:lnTo>
                <a:lnTo>
                  <a:pt x="381" y="471"/>
                </a:lnTo>
                <a:lnTo>
                  <a:pt x="379" y="471"/>
                </a:lnTo>
                <a:lnTo>
                  <a:pt x="378" y="472"/>
                </a:lnTo>
                <a:lnTo>
                  <a:pt x="377" y="472"/>
                </a:lnTo>
                <a:lnTo>
                  <a:pt x="376" y="470"/>
                </a:lnTo>
                <a:lnTo>
                  <a:pt x="375" y="470"/>
                </a:lnTo>
                <a:lnTo>
                  <a:pt x="374" y="469"/>
                </a:lnTo>
                <a:lnTo>
                  <a:pt x="373" y="469"/>
                </a:lnTo>
                <a:lnTo>
                  <a:pt x="372" y="470"/>
                </a:lnTo>
                <a:lnTo>
                  <a:pt x="372" y="471"/>
                </a:lnTo>
                <a:lnTo>
                  <a:pt x="373" y="472"/>
                </a:lnTo>
                <a:lnTo>
                  <a:pt x="374" y="475"/>
                </a:lnTo>
                <a:lnTo>
                  <a:pt x="374" y="476"/>
                </a:lnTo>
                <a:lnTo>
                  <a:pt x="374" y="477"/>
                </a:lnTo>
                <a:lnTo>
                  <a:pt x="375" y="478"/>
                </a:lnTo>
                <a:lnTo>
                  <a:pt x="375" y="479"/>
                </a:lnTo>
                <a:lnTo>
                  <a:pt x="376" y="480"/>
                </a:lnTo>
                <a:lnTo>
                  <a:pt x="378" y="482"/>
                </a:lnTo>
                <a:lnTo>
                  <a:pt x="378" y="484"/>
                </a:lnTo>
                <a:lnTo>
                  <a:pt x="379" y="486"/>
                </a:lnTo>
                <a:lnTo>
                  <a:pt x="379" y="489"/>
                </a:lnTo>
                <a:lnTo>
                  <a:pt x="380" y="492"/>
                </a:lnTo>
                <a:lnTo>
                  <a:pt x="381" y="493"/>
                </a:lnTo>
                <a:lnTo>
                  <a:pt x="382" y="493"/>
                </a:lnTo>
                <a:lnTo>
                  <a:pt x="382" y="494"/>
                </a:lnTo>
                <a:lnTo>
                  <a:pt x="381" y="495"/>
                </a:lnTo>
                <a:lnTo>
                  <a:pt x="380" y="495"/>
                </a:lnTo>
                <a:lnTo>
                  <a:pt x="379" y="495"/>
                </a:lnTo>
                <a:lnTo>
                  <a:pt x="378" y="495"/>
                </a:lnTo>
                <a:lnTo>
                  <a:pt x="378" y="496"/>
                </a:lnTo>
                <a:lnTo>
                  <a:pt x="378" y="498"/>
                </a:lnTo>
                <a:lnTo>
                  <a:pt x="378" y="499"/>
                </a:lnTo>
                <a:lnTo>
                  <a:pt x="378" y="500"/>
                </a:lnTo>
                <a:lnTo>
                  <a:pt x="378" y="502"/>
                </a:lnTo>
                <a:lnTo>
                  <a:pt x="378" y="505"/>
                </a:lnTo>
                <a:lnTo>
                  <a:pt x="375" y="506"/>
                </a:lnTo>
                <a:lnTo>
                  <a:pt x="373" y="505"/>
                </a:lnTo>
                <a:lnTo>
                  <a:pt x="372" y="505"/>
                </a:lnTo>
                <a:lnTo>
                  <a:pt x="371" y="504"/>
                </a:lnTo>
                <a:lnTo>
                  <a:pt x="370" y="505"/>
                </a:lnTo>
                <a:lnTo>
                  <a:pt x="370" y="506"/>
                </a:lnTo>
                <a:lnTo>
                  <a:pt x="370" y="507"/>
                </a:lnTo>
                <a:lnTo>
                  <a:pt x="370" y="509"/>
                </a:lnTo>
                <a:lnTo>
                  <a:pt x="370" y="510"/>
                </a:lnTo>
                <a:lnTo>
                  <a:pt x="369" y="511"/>
                </a:lnTo>
                <a:lnTo>
                  <a:pt x="368" y="511"/>
                </a:lnTo>
                <a:lnTo>
                  <a:pt x="367" y="510"/>
                </a:lnTo>
                <a:lnTo>
                  <a:pt x="366" y="509"/>
                </a:lnTo>
                <a:lnTo>
                  <a:pt x="367" y="508"/>
                </a:lnTo>
                <a:lnTo>
                  <a:pt x="367" y="507"/>
                </a:lnTo>
                <a:lnTo>
                  <a:pt x="367" y="506"/>
                </a:lnTo>
                <a:lnTo>
                  <a:pt x="365" y="505"/>
                </a:lnTo>
                <a:lnTo>
                  <a:pt x="365" y="504"/>
                </a:lnTo>
                <a:lnTo>
                  <a:pt x="363" y="503"/>
                </a:lnTo>
                <a:lnTo>
                  <a:pt x="363" y="502"/>
                </a:lnTo>
                <a:lnTo>
                  <a:pt x="363" y="501"/>
                </a:lnTo>
                <a:lnTo>
                  <a:pt x="362" y="500"/>
                </a:lnTo>
                <a:lnTo>
                  <a:pt x="362" y="501"/>
                </a:lnTo>
                <a:lnTo>
                  <a:pt x="361" y="502"/>
                </a:lnTo>
                <a:lnTo>
                  <a:pt x="362" y="502"/>
                </a:lnTo>
                <a:lnTo>
                  <a:pt x="362" y="503"/>
                </a:lnTo>
                <a:lnTo>
                  <a:pt x="362" y="504"/>
                </a:lnTo>
                <a:lnTo>
                  <a:pt x="363" y="505"/>
                </a:lnTo>
                <a:lnTo>
                  <a:pt x="364" y="507"/>
                </a:lnTo>
                <a:lnTo>
                  <a:pt x="364" y="508"/>
                </a:lnTo>
                <a:lnTo>
                  <a:pt x="363" y="508"/>
                </a:lnTo>
                <a:lnTo>
                  <a:pt x="363" y="509"/>
                </a:lnTo>
                <a:lnTo>
                  <a:pt x="363" y="510"/>
                </a:lnTo>
                <a:lnTo>
                  <a:pt x="365" y="511"/>
                </a:lnTo>
                <a:lnTo>
                  <a:pt x="365" y="512"/>
                </a:lnTo>
                <a:lnTo>
                  <a:pt x="366" y="512"/>
                </a:lnTo>
                <a:lnTo>
                  <a:pt x="367" y="512"/>
                </a:lnTo>
                <a:lnTo>
                  <a:pt x="367" y="511"/>
                </a:lnTo>
                <a:lnTo>
                  <a:pt x="368" y="512"/>
                </a:lnTo>
                <a:lnTo>
                  <a:pt x="372" y="514"/>
                </a:lnTo>
                <a:lnTo>
                  <a:pt x="373" y="516"/>
                </a:lnTo>
                <a:lnTo>
                  <a:pt x="373" y="517"/>
                </a:lnTo>
                <a:lnTo>
                  <a:pt x="372" y="519"/>
                </a:lnTo>
                <a:lnTo>
                  <a:pt x="372" y="520"/>
                </a:lnTo>
                <a:lnTo>
                  <a:pt x="373" y="522"/>
                </a:lnTo>
                <a:lnTo>
                  <a:pt x="374" y="521"/>
                </a:lnTo>
                <a:lnTo>
                  <a:pt x="374" y="520"/>
                </a:lnTo>
                <a:lnTo>
                  <a:pt x="375" y="520"/>
                </a:lnTo>
                <a:lnTo>
                  <a:pt x="376" y="519"/>
                </a:lnTo>
                <a:lnTo>
                  <a:pt x="377" y="520"/>
                </a:lnTo>
                <a:lnTo>
                  <a:pt x="378" y="522"/>
                </a:lnTo>
                <a:lnTo>
                  <a:pt x="378" y="524"/>
                </a:lnTo>
                <a:lnTo>
                  <a:pt x="378" y="525"/>
                </a:lnTo>
                <a:lnTo>
                  <a:pt x="376" y="526"/>
                </a:lnTo>
                <a:lnTo>
                  <a:pt x="378" y="527"/>
                </a:lnTo>
                <a:lnTo>
                  <a:pt x="378" y="530"/>
                </a:lnTo>
                <a:lnTo>
                  <a:pt x="378" y="532"/>
                </a:lnTo>
                <a:lnTo>
                  <a:pt x="379" y="533"/>
                </a:lnTo>
                <a:lnTo>
                  <a:pt x="381" y="535"/>
                </a:lnTo>
                <a:lnTo>
                  <a:pt x="381" y="536"/>
                </a:lnTo>
                <a:lnTo>
                  <a:pt x="381" y="537"/>
                </a:lnTo>
                <a:lnTo>
                  <a:pt x="380" y="537"/>
                </a:lnTo>
                <a:lnTo>
                  <a:pt x="379" y="537"/>
                </a:lnTo>
                <a:lnTo>
                  <a:pt x="379" y="538"/>
                </a:lnTo>
                <a:lnTo>
                  <a:pt x="379" y="539"/>
                </a:lnTo>
                <a:lnTo>
                  <a:pt x="379" y="540"/>
                </a:lnTo>
                <a:lnTo>
                  <a:pt x="378" y="541"/>
                </a:lnTo>
                <a:lnTo>
                  <a:pt x="378" y="544"/>
                </a:lnTo>
                <a:lnTo>
                  <a:pt x="378" y="545"/>
                </a:lnTo>
                <a:lnTo>
                  <a:pt x="378" y="547"/>
                </a:lnTo>
                <a:lnTo>
                  <a:pt x="378" y="548"/>
                </a:lnTo>
                <a:lnTo>
                  <a:pt x="377" y="548"/>
                </a:lnTo>
                <a:lnTo>
                  <a:pt x="376" y="549"/>
                </a:lnTo>
                <a:lnTo>
                  <a:pt x="377" y="551"/>
                </a:lnTo>
                <a:lnTo>
                  <a:pt x="377" y="552"/>
                </a:lnTo>
                <a:lnTo>
                  <a:pt x="378" y="554"/>
                </a:lnTo>
                <a:lnTo>
                  <a:pt x="379" y="554"/>
                </a:lnTo>
                <a:lnTo>
                  <a:pt x="379" y="555"/>
                </a:lnTo>
                <a:lnTo>
                  <a:pt x="378" y="555"/>
                </a:lnTo>
                <a:lnTo>
                  <a:pt x="377" y="555"/>
                </a:lnTo>
                <a:lnTo>
                  <a:pt x="376" y="553"/>
                </a:lnTo>
                <a:lnTo>
                  <a:pt x="375" y="552"/>
                </a:lnTo>
                <a:lnTo>
                  <a:pt x="374" y="552"/>
                </a:lnTo>
                <a:lnTo>
                  <a:pt x="374" y="553"/>
                </a:lnTo>
                <a:lnTo>
                  <a:pt x="372" y="551"/>
                </a:lnTo>
                <a:lnTo>
                  <a:pt x="371" y="550"/>
                </a:lnTo>
                <a:lnTo>
                  <a:pt x="368" y="550"/>
                </a:lnTo>
                <a:lnTo>
                  <a:pt x="368" y="552"/>
                </a:lnTo>
                <a:lnTo>
                  <a:pt x="368" y="553"/>
                </a:lnTo>
                <a:lnTo>
                  <a:pt x="367" y="553"/>
                </a:lnTo>
                <a:lnTo>
                  <a:pt x="366" y="553"/>
                </a:lnTo>
                <a:lnTo>
                  <a:pt x="366" y="552"/>
                </a:lnTo>
                <a:lnTo>
                  <a:pt x="365" y="552"/>
                </a:lnTo>
                <a:lnTo>
                  <a:pt x="362" y="554"/>
                </a:lnTo>
                <a:lnTo>
                  <a:pt x="361" y="554"/>
                </a:lnTo>
                <a:lnTo>
                  <a:pt x="359" y="556"/>
                </a:lnTo>
                <a:lnTo>
                  <a:pt x="358" y="556"/>
                </a:lnTo>
                <a:lnTo>
                  <a:pt x="359" y="558"/>
                </a:lnTo>
                <a:lnTo>
                  <a:pt x="360" y="558"/>
                </a:lnTo>
                <a:lnTo>
                  <a:pt x="360" y="559"/>
                </a:lnTo>
                <a:lnTo>
                  <a:pt x="360" y="560"/>
                </a:lnTo>
                <a:lnTo>
                  <a:pt x="361" y="561"/>
                </a:lnTo>
                <a:lnTo>
                  <a:pt x="361" y="562"/>
                </a:lnTo>
                <a:lnTo>
                  <a:pt x="359" y="562"/>
                </a:lnTo>
                <a:lnTo>
                  <a:pt x="358" y="561"/>
                </a:lnTo>
                <a:lnTo>
                  <a:pt x="356" y="561"/>
                </a:lnTo>
                <a:lnTo>
                  <a:pt x="354" y="563"/>
                </a:lnTo>
                <a:lnTo>
                  <a:pt x="354" y="564"/>
                </a:lnTo>
                <a:lnTo>
                  <a:pt x="354" y="565"/>
                </a:lnTo>
                <a:lnTo>
                  <a:pt x="354" y="566"/>
                </a:lnTo>
                <a:lnTo>
                  <a:pt x="354" y="567"/>
                </a:lnTo>
                <a:lnTo>
                  <a:pt x="354" y="571"/>
                </a:lnTo>
                <a:lnTo>
                  <a:pt x="354" y="574"/>
                </a:lnTo>
                <a:lnTo>
                  <a:pt x="354" y="575"/>
                </a:lnTo>
                <a:lnTo>
                  <a:pt x="353" y="575"/>
                </a:lnTo>
                <a:lnTo>
                  <a:pt x="351" y="576"/>
                </a:lnTo>
                <a:lnTo>
                  <a:pt x="350" y="576"/>
                </a:lnTo>
                <a:lnTo>
                  <a:pt x="350" y="577"/>
                </a:lnTo>
                <a:lnTo>
                  <a:pt x="349" y="576"/>
                </a:lnTo>
                <a:lnTo>
                  <a:pt x="348" y="576"/>
                </a:lnTo>
                <a:lnTo>
                  <a:pt x="347" y="576"/>
                </a:lnTo>
                <a:lnTo>
                  <a:pt x="347" y="578"/>
                </a:lnTo>
                <a:lnTo>
                  <a:pt x="347" y="579"/>
                </a:lnTo>
                <a:lnTo>
                  <a:pt x="346" y="581"/>
                </a:lnTo>
                <a:lnTo>
                  <a:pt x="347" y="581"/>
                </a:lnTo>
                <a:lnTo>
                  <a:pt x="347" y="582"/>
                </a:lnTo>
                <a:lnTo>
                  <a:pt x="348" y="581"/>
                </a:lnTo>
                <a:lnTo>
                  <a:pt x="348" y="582"/>
                </a:lnTo>
                <a:lnTo>
                  <a:pt x="349" y="583"/>
                </a:lnTo>
                <a:lnTo>
                  <a:pt x="350" y="584"/>
                </a:lnTo>
                <a:lnTo>
                  <a:pt x="350" y="585"/>
                </a:lnTo>
                <a:lnTo>
                  <a:pt x="348" y="586"/>
                </a:lnTo>
                <a:lnTo>
                  <a:pt x="349" y="587"/>
                </a:lnTo>
                <a:lnTo>
                  <a:pt x="349" y="588"/>
                </a:lnTo>
                <a:lnTo>
                  <a:pt x="348" y="589"/>
                </a:lnTo>
                <a:lnTo>
                  <a:pt x="347" y="589"/>
                </a:lnTo>
                <a:lnTo>
                  <a:pt x="344" y="589"/>
                </a:lnTo>
                <a:lnTo>
                  <a:pt x="343" y="589"/>
                </a:lnTo>
                <a:lnTo>
                  <a:pt x="342" y="588"/>
                </a:lnTo>
                <a:lnTo>
                  <a:pt x="340" y="586"/>
                </a:lnTo>
                <a:lnTo>
                  <a:pt x="339" y="585"/>
                </a:lnTo>
                <a:lnTo>
                  <a:pt x="338" y="586"/>
                </a:lnTo>
                <a:lnTo>
                  <a:pt x="339" y="586"/>
                </a:lnTo>
                <a:lnTo>
                  <a:pt x="339" y="589"/>
                </a:lnTo>
                <a:lnTo>
                  <a:pt x="338" y="589"/>
                </a:lnTo>
                <a:lnTo>
                  <a:pt x="338" y="590"/>
                </a:lnTo>
                <a:lnTo>
                  <a:pt x="338" y="589"/>
                </a:lnTo>
                <a:lnTo>
                  <a:pt x="336" y="589"/>
                </a:lnTo>
                <a:lnTo>
                  <a:pt x="336" y="587"/>
                </a:lnTo>
                <a:lnTo>
                  <a:pt x="334" y="586"/>
                </a:lnTo>
                <a:lnTo>
                  <a:pt x="334" y="585"/>
                </a:lnTo>
                <a:lnTo>
                  <a:pt x="333" y="586"/>
                </a:lnTo>
                <a:lnTo>
                  <a:pt x="333" y="587"/>
                </a:lnTo>
                <a:lnTo>
                  <a:pt x="333" y="588"/>
                </a:lnTo>
                <a:lnTo>
                  <a:pt x="334" y="588"/>
                </a:lnTo>
                <a:lnTo>
                  <a:pt x="335" y="590"/>
                </a:lnTo>
                <a:lnTo>
                  <a:pt x="335" y="592"/>
                </a:lnTo>
                <a:lnTo>
                  <a:pt x="337" y="592"/>
                </a:lnTo>
                <a:lnTo>
                  <a:pt x="338" y="592"/>
                </a:lnTo>
                <a:lnTo>
                  <a:pt x="339" y="592"/>
                </a:lnTo>
                <a:lnTo>
                  <a:pt x="340" y="592"/>
                </a:lnTo>
                <a:lnTo>
                  <a:pt x="342" y="595"/>
                </a:lnTo>
                <a:lnTo>
                  <a:pt x="342" y="596"/>
                </a:lnTo>
                <a:lnTo>
                  <a:pt x="342" y="597"/>
                </a:lnTo>
                <a:lnTo>
                  <a:pt x="341" y="597"/>
                </a:lnTo>
                <a:lnTo>
                  <a:pt x="341" y="598"/>
                </a:lnTo>
                <a:lnTo>
                  <a:pt x="343" y="598"/>
                </a:lnTo>
                <a:lnTo>
                  <a:pt x="343" y="599"/>
                </a:lnTo>
                <a:lnTo>
                  <a:pt x="344" y="598"/>
                </a:lnTo>
                <a:lnTo>
                  <a:pt x="345" y="598"/>
                </a:lnTo>
                <a:lnTo>
                  <a:pt x="346" y="599"/>
                </a:lnTo>
                <a:lnTo>
                  <a:pt x="346" y="600"/>
                </a:lnTo>
                <a:lnTo>
                  <a:pt x="347" y="600"/>
                </a:lnTo>
                <a:lnTo>
                  <a:pt x="347" y="601"/>
                </a:lnTo>
                <a:lnTo>
                  <a:pt x="348" y="601"/>
                </a:lnTo>
                <a:lnTo>
                  <a:pt x="348" y="602"/>
                </a:lnTo>
                <a:lnTo>
                  <a:pt x="349" y="602"/>
                </a:lnTo>
                <a:lnTo>
                  <a:pt x="350" y="602"/>
                </a:lnTo>
                <a:lnTo>
                  <a:pt x="352" y="602"/>
                </a:lnTo>
                <a:lnTo>
                  <a:pt x="352" y="603"/>
                </a:lnTo>
                <a:lnTo>
                  <a:pt x="352" y="604"/>
                </a:lnTo>
                <a:lnTo>
                  <a:pt x="353" y="605"/>
                </a:lnTo>
                <a:lnTo>
                  <a:pt x="354" y="605"/>
                </a:lnTo>
                <a:lnTo>
                  <a:pt x="354" y="604"/>
                </a:lnTo>
                <a:lnTo>
                  <a:pt x="354" y="603"/>
                </a:lnTo>
                <a:lnTo>
                  <a:pt x="355" y="603"/>
                </a:lnTo>
                <a:lnTo>
                  <a:pt x="355" y="602"/>
                </a:lnTo>
                <a:lnTo>
                  <a:pt x="355" y="603"/>
                </a:lnTo>
                <a:lnTo>
                  <a:pt x="356" y="603"/>
                </a:lnTo>
                <a:lnTo>
                  <a:pt x="356" y="604"/>
                </a:lnTo>
                <a:lnTo>
                  <a:pt x="356" y="605"/>
                </a:lnTo>
                <a:lnTo>
                  <a:pt x="358" y="605"/>
                </a:lnTo>
                <a:lnTo>
                  <a:pt x="359" y="605"/>
                </a:lnTo>
                <a:lnTo>
                  <a:pt x="360" y="606"/>
                </a:lnTo>
                <a:lnTo>
                  <a:pt x="361" y="608"/>
                </a:lnTo>
                <a:lnTo>
                  <a:pt x="360" y="610"/>
                </a:lnTo>
                <a:lnTo>
                  <a:pt x="359" y="612"/>
                </a:lnTo>
                <a:lnTo>
                  <a:pt x="358" y="612"/>
                </a:lnTo>
                <a:lnTo>
                  <a:pt x="358" y="613"/>
                </a:lnTo>
                <a:lnTo>
                  <a:pt x="356" y="613"/>
                </a:lnTo>
                <a:lnTo>
                  <a:pt x="356" y="614"/>
                </a:lnTo>
                <a:lnTo>
                  <a:pt x="356" y="615"/>
                </a:lnTo>
                <a:lnTo>
                  <a:pt x="358" y="616"/>
                </a:lnTo>
                <a:lnTo>
                  <a:pt x="359" y="616"/>
                </a:lnTo>
                <a:lnTo>
                  <a:pt x="359" y="617"/>
                </a:lnTo>
                <a:lnTo>
                  <a:pt x="359" y="618"/>
                </a:lnTo>
                <a:lnTo>
                  <a:pt x="358" y="619"/>
                </a:lnTo>
                <a:lnTo>
                  <a:pt x="356" y="619"/>
                </a:lnTo>
                <a:lnTo>
                  <a:pt x="356" y="618"/>
                </a:lnTo>
                <a:lnTo>
                  <a:pt x="356" y="617"/>
                </a:lnTo>
                <a:lnTo>
                  <a:pt x="355" y="617"/>
                </a:lnTo>
                <a:lnTo>
                  <a:pt x="355" y="618"/>
                </a:lnTo>
                <a:lnTo>
                  <a:pt x="355" y="619"/>
                </a:lnTo>
                <a:lnTo>
                  <a:pt x="355" y="620"/>
                </a:lnTo>
                <a:lnTo>
                  <a:pt x="355" y="621"/>
                </a:lnTo>
                <a:lnTo>
                  <a:pt x="354" y="621"/>
                </a:lnTo>
                <a:lnTo>
                  <a:pt x="354" y="622"/>
                </a:lnTo>
                <a:lnTo>
                  <a:pt x="355" y="622"/>
                </a:lnTo>
                <a:lnTo>
                  <a:pt x="356" y="622"/>
                </a:lnTo>
                <a:lnTo>
                  <a:pt x="358" y="622"/>
                </a:lnTo>
                <a:lnTo>
                  <a:pt x="360" y="623"/>
                </a:lnTo>
                <a:lnTo>
                  <a:pt x="361" y="624"/>
                </a:lnTo>
                <a:lnTo>
                  <a:pt x="362" y="624"/>
                </a:lnTo>
                <a:lnTo>
                  <a:pt x="362" y="627"/>
                </a:lnTo>
                <a:lnTo>
                  <a:pt x="362" y="628"/>
                </a:lnTo>
                <a:lnTo>
                  <a:pt x="360" y="629"/>
                </a:lnTo>
                <a:lnTo>
                  <a:pt x="359" y="628"/>
                </a:lnTo>
                <a:lnTo>
                  <a:pt x="358" y="628"/>
                </a:lnTo>
                <a:lnTo>
                  <a:pt x="358" y="630"/>
                </a:lnTo>
                <a:lnTo>
                  <a:pt x="358" y="632"/>
                </a:lnTo>
                <a:lnTo>
                  <a:pt x="358" y="633"/>
                </a:lnTo>
                <a:lnTo>
                  <a:pt x="359" y="634"/>
                </a:lnTo>
                <a:lnTo>
                  <a:pt x="358" y="637"/>
                </a:lnTo>
                <a:lnTo>
                  <a:pt x="358" y="638"/>
                </a:lnTo>
                <a:lnTo>
                  <a:pt x="356" y="638"/>
                </a:lnTo>
                <a:lnTo>
                  <a:pt x="356" y="639"/>
                </a:lnTo>
                <a:lnTo>
                  <a:pt x="358" y="639"/>
                </a:lnTo>
                <a:lnTo>
                  <a:pt x="358" y="640"/>
                </a:lnTo>
                <a:lnTo>
                  <a:pt x="355" y="641"/>
                </a:lnTo>
                <a:lnTo>
                  <a:pt x="354" y="640"/>
                </a:lnTo>
                <a:lnTo>
                  <a:pt x="353" y="640"/>
                </a:lnTo>
                <a:lnTo>
                  <a:pt x="352" y="640"/>
                </a:lnTo>
                <a:lnTo>
                  <a:pt x="351" y="640"/>
                </a:lnTo>
                <a:lnTo>
                  <a:pt x="351" y="641"/>
                </a:lnTo>
                <a:lnTo>
                  <a:pt x="352" y="642"/>
                </a:lnTo>
                <a:lnTo>
                  <a:pt x="353" y="643"/>
                </a:lnTo>
                <a:lnTo>
                  <a:pt x="353" y="644"/>
                </a:lnTo>
                <a:lnTo>
                  <a:pt x="354" y="646"/>
                </a:lnTo>
                <a:lnTo>
                  <a:pt x="354" y="647"/>
                </a:lnTo>
                <a:lnTo>
                  <a:pt x="358" y="649"/>
                </a:lnTo>
                <a:lnTo>
                  <a:pt x="359" y="649"/>
                </a:lnTo>
                <a:lnTo>
                  <a:pt x="360" y="649"/>
                </a:lnTo>
                <a:lnTo>
                  <a:pt x="363" y="651"/>
                </a:lnTo>
                <a:lnTo>
                  <a:pt x="364" y="652"/>
                </a:lnTo>
                <a:lnTo>
                  <a:pt x="366" y="652"/>
                </a:lnTo>
                <a:lnTo>
                  <a:pt x="366" y="651"/>
                </a:lnTo>
                <a:lnTo>
                  <a:pt x="367" y="650"/>
                </a:lnTo>
                <a:lnTo>
                  <a:pt x="367" y="649"/>
                </a:lnTo>
                <a:lnTo>
                  <a:pt x="367" y="648"/>
                </a:lnTo>
                <a:lnTo>
                  <a:pt x="367" y="647"/>
                </a:lnTo>
                <a:lnTo>
                  <a:pt x="367" y="645"/>
                </a:lnTo>
                <a:lnTo>
                  <a:pt x="367" y="644"/>
                </a:lnTo>
                <a:lnTo>
                  <a:pt x="368" y="645"/>
                </a:lnTo>
                <a:lnTo>
                  <a:pt x="371" y="646"/>
                </a:lnTo>
                <a:lnTo>
                  <a:pt x="371" y="647"/>
                </a:lnTo>
                <a:lnTo>
                  <a:pt x="373" y="649"/>
                </a:lnTo>
                <a:lnTo>
                  <a:pt x="373" y="648"/>
                </a:lnTo>
                <a:lnTo>
                  <a:pt x="373" y="647"/>
                </a:lnTo>
                <a:lnTo>
                  <a:pt x="374" y="647"/>
                </a:lnTo>
                <a:lnTo>
                  <a:pt x="373" y="646"/>
                </a:lnTo>
                <a:lnTo>
                  <a:pt x="373" y="645"/>
                </a:lnTo>
                <a:lnTo>
                  <a:pt x="374" y="644"/>
                </a:lnTo>
                <a:lnTo>
                  <a:pt x="375" y="644"/>
                </a:lnTo>
                <a:lnTo>
                  <a:pt x="375" y="645"/>
                </a:lnTo>
                <a:lnTo>
                  <a:pt x="375" y="647"/>
                </a:lnTo>
                <a:lnTo>
                  <a:pt x="375" y="648"/>
                </a:lnTo>
                <a:lnTo>
                  <a:pt x="379" y="650"/>
                </a:lnTo>
                <a:lnTo>
                  <a:pt x="380" y="650"/>
                </a:lnTo>
                <a:lnTo>
                  <a:pt x="380" y="648"/>
                </a:lnTo>
                <a:lnTo>
                  <a:pt x="380" y="647"/>
                </a:lnTo>
                <a:lnTo>
                  <a:pt x="381" y="646"/>
                </a:lnTo>
                <a:lnTo>
                  <a:pt x="381" y="647"/>
                </a:lnTo>
                <a:lnTo>
                  <a:pt x="381" y="648"/>
                </a:lnTo>
                <a:lnTo>
                  <a:pt x="381" y="650"/>
                </a:lnTo>
                <a:lnTo>
                  <a:pt x="382" y="651"/>
                </a:lnTo>
                <a:lnTo>
                  <a:pt x="383" y="651"/>
                </a:lnTo>
                <a:lnTo>
                  <a:pt x="383" y="650"/>
                </a:lnTo>
                <a:lnTo>
                  <a:pt x="383" y="649"/>
                </a:lnTo>
                <a:lnTo>
                  <a:pt x="385" y="649"/>
                </a:lnTo>
                <a:lnTo>
                  <a:pt x="387" y="648"/>
                </a:lnTo>
                <a:lnTo>
                  <a:pt x="388" y="648"/>
                </a:lnTo>
                <a:lnTo>
                  <a:pt x="388" y="649"/>
                </a:lnTo>
                <a:lnTo>
                  <a:pt x="389" y="652"/>
                </a:lnTo>
                <a:lnTo>
                  <a:pt x="390" y="654"/>
                </a:lnTo>
                <a:lnTo>
                  <a:pt x="390" y="655"/>
                </a:lnTo>
                <a:lnTo>
                  <a:pt x="392" y="656"/>
                </a:lnTo>
                <a:lnTo>
                  <a:pt x="393" y="656"/>
                </a:lnTo>
                <a:lnTo>
                  <a:pt x="395" y="656"/>
                </a:lnTo>
                <a:lnTo>
                  <a:pt x="396" y="655"/>
                </a:lnTo>
                <a:lnTo>
                  <a:pt x="397" y="657"/>
                </a:lnTo>
                <a:lnTo>
                  <a:pt x="398" y="658"/>
                </a:lnTo>
                <a:lnTo>
                  <a:pt x="400" y="659"/>
                </a:lnTo>
                <a:lnTo>
                  <a:pt x="400" y="660"/>
                </a:lnTo>
                <a:lnTo>
                  <a:pt x="402" y="660"/>
                </a:lnTo>
                <a:lnTo>
                  <a:pt x="402" y="659"/>
                </a:lnTo>
                <a:lnTo>
                  <a:pt x="402" y="658"/>
                </a:lnTo>
                <a:lnTo>
                  <a:pt x="404" y="657"/>
                </a:lnTo>
                <a:lnTo>
                  <a:pt x="406" y="658"/>
                </a:lnTo>
                <a:lnTo>
                  <a:pt x="406" y="659"/>
                </a:lnTo>
                <a:lnTo>
                  <a:pt x="406" y="660"/>
                </a:lnTo>
                <a:lnTo>
                  <a:pt x="407" y="660"/>
                </a:lnTo>
                <a:lnTo>
                  <a:pt x="408" y="661"/>
                </a:lnTo>
                <a:lnTo>
                  <a:pt x="408" y="660"/>
                </a:lnTo>
                <a:lnTo>
                  <a:pt x="408" y="659"/>
                </a:lnTo>
                <a:lnTo>
                  <a:pt x="409" y="658"/>
                </a:lnTo>
                <a:lnTo>
                  <a:pt x="410" y="658"/>
                </a:lnTo>
                <a:lnTo>
                  <a:pt x="410" y="659"/>
                </a:lnTo>
                <a:lnTo>
                  <a:pt x="411" y="660"/>
                </a:lnTo>
                <a:lnTo>
                  <a:pt x="411" y="657"/>
                </a:lnTo>
                <a:lnTo>
                  <a:pt x="412" y="657"/>
                </a:lnTo>
                <a:lnTo>
                  <a:pt x="413" y="658"/>
                </a:lnTo>
                <a:lnTo>
                  <a:pt x="413" y="660"/>
                </a:lnTo>
                <a:lnTo>
                  <a:pt x="413" y="661"/>
                </a:lnTo>
                <a:lnTo>
                  <a:pt x="413" y="662"/>
                </a:lnTo>
                <a:lnTo>
                  <a:pt x="414" y="662"/>
                </a:lnTo>
                <a:lnTo>
                  <a:pt x="414" y="661"/>
                </a:lnTo>
                <a:lnTo>
                  <a:pt x="415" y="661"/>
                </a:lnTo>
                <a:lnTo>
                  <a:pt x="416" y="661"/>
                </a:lnTo>
                <a:lnTo>
                  <a:pt x="417" y="664"/>
                </a:lnTo>
                <a:lnTo>
                  <a:pt x="417" y="665"/>
                </a:lnTo>
                <a:lnTo>
                  <a:pt x="417" y="666"/>
                </a:lnTo>
                <a:lnTo>
                  <a:pt x="418" y="666"/>
                </a:lnTo>
                <a:lnTo>
                  <a:pt x="418" y="667"/>
                </a:lnTo>
                <a:lnTo>
                  <a:pt x="419" y="667"/>
                </a:lnTo>
                <a:lnTo>
                  <a:pt x="420" y="667"/>
                </a:lnTo>
                <a:lnTo>
                  <a:pt x="421" y="669"/>
                </a:lnTo>
                <a:lnTo>
                  <a:pt x="421" y="670"/>
                </a:lnTo>
                <a:lnTo>
                  <a:pt x="421" y="669"/>
                </a:lnTo>
                <a:lnTo>
                  <a:pt x="422" y="669"/>
                </a:lnTo>
                <a:lnTo>
                  <a:pt x="424" y="672"/>
                </a:lnTo>
                <a:lnTo>
                  <a:pt x="424" y="674"/>
                </a:lnTo>
                <a:lnTo>
                  <a:pt x="424" y="675"/>
                </a:lnTo>
                <a:lnTo>
                  <a:pt x="424" y="676"/>
                </a:lnTo>
                <a:lnTo>
                  <a:pt x="424" y="677"/>
                </a:lnTo>
                <a:lnTo>
                  <a:pt x="426" y="677"/>
                </a:lnTo>
                <a:lnTo>
                  <a:pt x="427" y="675"/>
                </a:lnTo>
                <a:lnTo>
                  <a:pt x="428" y="675"/>
                </a:lnTo>
                <a:lnTo>
                  <a:pt x="428" y="676"/>
                </a:lnTo>
                <a:lnTo>
                  <a:pt x="428" y="677"/>
                </a:lnTo>
                <a:lnTo>
                  <a:pt x="427" y="678"/>
                </a:lnTo>
                <a:lnTo>
                  <a:pt x="427" y="679"/>
                </a:lnTo>
                <a:lnTo>
                  <a:pt x="427" y="680"/>
                </a:lnTo>
                <a:lnTo>
                  <a:pt x="428" y="680"/>
                </a:lnTo>
                <a:lnTo>
                  <a:pt x="429" y="680"/>
                </a:lnTo>
                <a:lnTo>
                  <a:pt x="429" y="679"/>
                </a:lnTo>
                <a:lnTo>
                  <a:pt x="429" y="678"/>
                </a:lnTo>
                <a:lnTo>
                  <a:pt x="430" y="678"/>
                </a:lnTo>
                <a:lnTo>
                  <a:pt x="430" y="679"/>
                </a:lnTo>
                <a:lnTo>
                  <a:pt x="429" y="681"/>
                </a:lnTo>
                <a:lnTo>
                  <a:pt x="429" y="682"/>
                </a:lnTo>
                <a:lnTo>
                  <a:pt x="430" y="683"/>
                </a:lnTo>
                <a:lnTo>
                  <a:pt x="431" y="683"/>
                </a:lnTo>
                <a:lnTo>
                  <a:pt x="432" y="684"/>
                </a:lnTo>
                <a:lnTo>
                  <a:pt x="432" y="685"/>
                </a:lnTo>
                <a:lnTo>
                  <a:pt x="433" y="688"/>
                </a:lnTo>
                <a:lnTo>
                  <a:pt x="431" y="690"/>
                </a:lnTo>
                <a:lnTo>
                  <a:pt x="430" y="690"/>
                </a:lnTo>
                <a:lnTo>
                  <a:pt x="429" y="691"/>
                </a:lnTo>
                <a:lnTo>
                  <a:pt x="429" y="692"/>
                </a:lnTo>
                <a:lnTo>
                  <a:pt x="429" y="693"/>
                </a:lnTo>
                <a:lnTo>
                  <a:pt x="430" y="695"/>
                </a:lnTo>
                <a:lnTo>
                  <a:pt x="430" y="697"/>
                </a:lnTo>
                <a:lnTo>
                  <a:pt x="429" y="698"/>
                </a:lnTo>
                <a:lnTo>
                  <a:pt x="428" y="698"/>
                </a:lnTo>
                <a:lnTo>
                  <a:pt x="428" y="699"/>
                </a:lnTo>
                <a:lnTo>
                  <a:pt x="428" y="701"/>
                </a:lnTo>
                <a:lnTo>
                  <a:pt x="428" y="702"/>
                </a:lnTo>
                <a:lnTo>
                  <a:pt x="429" y="702"/>
                </a:lnTo>
                <a:lnTo>
                  <a:pt x="429" y="703"/>
                </a:lnTo>
                <a:lnTo>
                  <a:pt x="430" y="703"/>
                </a:lnTo>
                <a:lnTo>
                  <a:pt x="431" y="703"/>
                </a:lnTo>
                <a:lnTo>
                  <a:pt x="431" y="704"/>
                </a:lnTo>
                <a:lnTo>
                  <a:pt x="431" y="706"/>
                </a:lnTo>
                <a:lnTo>
                  <a:pt x="431" y="707"/>
                </a:lnTo>
                <a:lnTo>
                  <a:pt x="430" y="708"/>
                </a:lnTo>
                <a:lnTo>
                  <a:pt x="429" y="708"/>
                </a:lnTo>
                <a:lnTo>
                  <a:pt x="429" y="709"/>
                </a:lnTo>
                <a:lnTo>
                  <a:pt x="428" y="710"/>
                </a:lnTo>
                <a:lnTo>
                  <a:pt x="427" y="711"/>
                </a:lnTo>
                <a:lnTo>
                  <a:pt x="426" y="711"/>
                </a:lnTo>
                <a:lnTo>
                  <a:pt x="426" y="712"/>
                </a:lnTo>
                <a:lnTo>
                  <a:pt x="426" y="714"/>
                </a:lnTo>
                <a:lnTo>
                  <a:pt x="426" y="715"/>
                </a:lnTo>
                <a:lnTo>
                  <a:pt x="426" y="716"/>
                </a:lnTo>
                <a:lnTo>
                  <a:pt x="425" y="716"/>
                </a:lnTo>
                <a:lnTo>
                  <a:pt x="425" y="715"/>
                </a:lnTo>
                <a:lnTo>
                  <a:pt x="424" y="715"/>
                </a:lnTo>
                <a:lnTo>
                  <a:pt x="424" y="714"/>
                </a:lnTo>
                <a:lnTo>
                  <a:pt x="424" y="713"/>
                </a:lnTo>
                <a:lnTo>
                  <a:pt x="425" y="713"/>
                </a:lnTo>
                <a:lnTo>
                  <a:pt x="426" y="713"/>
                </a:lnTo>
                <a:lnTo>
                  <a:pt x="426" y="712"/>
                </a:lnTo>
                <a:lnTo>
                  <a:pt x="425" y="711"/>
                </a:lnTo>
                <a:lnTo>
                  <a:pt x="424" y="712"/>
                </a:lnTo>
                <a:lnTo>
                  <a:pt x="423" y="712"/>
                </a:lnTo>
                <a:lnTo>
                  <a:pt x="423" y="711"/>
                </a:lnTo>
                <a:lnTo>
                  <a:pt x="422" y="711"/>
                </a:lnTo>
                <a:lnTo>
                  <a:pt x="423" y="711"/>
                </a:lnTo>
                <a:lnTo>
                  <a:pt x="423" y="710"/>
                </a:lnTo>
                <a:lnTo>
                  <a:pt x="422" y="710"/>
                </a:lnTo>
                <a:lnTo>
                  <a:pt x="422" y="711"/>
                </a:lnTo>
                <a:lnTo>
                  <a:pt x="423" y="713"/>
                </a:lnTo>
                <a:lnTo>
                  <a:pt x="424" y="716"/>
                </a:lnTo>
                <a:lnTo>
                  <a:pt x="425" y="717"/>
                </a:lnTo>
                <a:lnTo>
                  <a:pt x="426" y="717"/>
                </a:lnTo>
                <a:lnTo>
                  <a:pt x="427" y="717"/>
                </a:lnTo>
                <a:lnTo>
                  <a:pt x="427" y="716"/>
                </a:lnTo>
                <a:lnTo>
                  <a:pt x="427" y="715"/>
                </a:lnTo>
                <a:lnTo>
                  <a:pt x="428" y="714"/>
                </a:lnTo>
                <a:lnTo>
                  <a:pt x="429" y="714"/>
                </a:lnTo>
                <a:lnTo>
                  <a:pt x="430" y="714"/>
                </a:lnTo>
                <a:lnTo>
                  <a:pt x="430" y="715"/>
                </a:lnTo>
                <a:lnTo>
                  <a:pt x="431" y="716"/>
                </a:lnTo>
                <a:lnTo>
                  <a:pt x="430" y="718"/>
                </a:lnTo>
                <a:lnTo>
                  <a:pt x="430" y="719"/>
                </a:lnTo>
                <a:lnTo>
                  <a:pt x="428" y="720"/>
                </a:lnTo>
                <a:lnTo>
                  <a:pt x="427" y="719"/>
                </a:lnTo>
                <a:lnTo>
                  <a:pt x="426" y="718"/>
                </a:lnTo>
                <a:lnTo>
                  <a:pt x="425" y="719"/>
                </a:lnTo>
                <a:lnTo>
                  <a:pt x="425" y="720"/>
                </a:lnTo>
                <a:lnTo>
                  <a:pt x="424" y="721"/>
                </a:lnTo>
                <a:lnTo>
                  <a:pt x="425" y="722"/>
                </a:lnTo>
                <a:lnTo>
                  <a:pt x="425" y="721"/>
                </a:lnTo>
                <a:lnTo>
                  <a:pt x="425" y="722"/>
                </a:lnTo>
                <a:lnTo>
                  <a:pt x="425" y="723"/>
                </a:lnTo>
                <a:lnTo>
                  <a:pt x="423" y="722"/>
                </a:lnTo>
                <a:lnTo>
                  <a:pt x="423" y="721"/>
                </a:lnTo>
                <a:lnTo>
                  <a:pt x="422" y="721"/>
                </a:lnTo>
                <a:lnTo>
                  <a:pt x="421" y="722"/>
                </a:lnTo>
                <a:lnTo>
                  <a:pt x="420" y="722"/>
                </a:lnTo>
                <a:lnTo>
                  <a:pt x="420" y="723"/>
                </a:lnTo>
                <a:lnTo>
                  <a:pt x="420" y="724"/>
                </a:lnTo>
                <a:lnTo>
                  <a:pt x="419" y="724"/>
                </a:lnTo>
                <a:lnTo>
                  <a:pt x="418" y="724"/>
                </a:lnTo>
                <a:lnTo>
                  <a:pt x="418" y="726"/>
                </a:lnTo>
                <a:lnTo>
                  <a:pt x="417" y="726"/>
                </a:lnTo>
                <a:lnTo>
                  <a:pt x="416" y="727"/>
                </a:lnTo>
                <a:lnTo>
                  <a:pt x="416" y="728"/>
                </a:lnTo>
                <a:lnTo>
                  <a:pt x="416" y="729"/>
                </a:lnTo>
                <a:lnTo>
                  <a:pt x="417" y="729"/>
                </a:lnTo>
                <a:lnTo>
                  <a:pt x="418" y="729"/>
                </a:lnTo>
                <a:lnTo>
                  <a:pt x="419" y="729"/>
                </a:lnTo>
                <a:lnTo>
                  <a:pt x="420" y="729"/>
                </a:lnTo>
                <a:lnTo>
                  <a:pt x="420" y="728"/>
                </a:lnTo>
                <a:lnTo>
                  <a:pt x="420" y="729"/>
                </a:lnTo>
                <a:lnTo>
                  <a:pt x="421" y="730"/>
                </a:lnTo>
                <a:lnTo>
                  <a:pt x="421" y="732"/>
                </a:lnTo>
                <a:lnTo>
                  <a:pt x="421" y="731"/>
                </a:lnTo>
                <a:lnTo>
                  <a:pt x="420" y="731"/>
                </a:lnTo>
                <a:lnTo>
                  <a:pt x="420" y="730"/>
                </a:lnTo>
                <a:lnTo>
                  <a:pt x="419" y="730"/>
                </a:lnTo>
                <a:lnTo>
                  <a:pt x="419" y="731"/>
                </a:lnTo>
                <a:lnTo>
                  <a:pt x="419" y="732"/>
                </a:lnTo>
                <a:lnTo>
                  <a:pt x="420" y="734"/>
                </a:lnTo>
                <a:lnTo>
                  <a:pt x="420" y="735"/>
                </a:lnTo>
                <a:lnTo>
                  <a:pt x="421" y="736"/>
                </a:lnTo>
                <a:lnTo>
                  <a:pt x="422" y="737"/>
                </a:lnTo>
                <a:lnTo>
                  <a:pt x="423" y="738"/>
                </a:lnTo>
                <a:lnTo>
                  <a:pt x="423" y="739"/>
                </a:lnTo>
                <a:lnTo>
                  <a:pt x="424" y="740"/>
                </a:lnTo>
                <a:lnTo>
                  <a:pt x="426" y="739"/>
                </a:lnTo>
                <a:lnTo>
                  <a:pt x="426" y="740"/>
                </a:lnTo>
                <a:lnTo>
                  <a:pt x="427" y="742"/>
                </a:lnTo>
                <a:lnTo>
                  <a:pt x="429" y="743"/>
                </a:lnTo>
                <a:lnTo>
                  <a:pt x="429" y="744"/>
                </a:lnTo>
                <a:lnTo>
                  <a:pt x="428" y="745"/>
                </a:lnTo>
                <a:lnTo>
                  <a:pt x="427" y="744"/>
                </a:lnTo>
                <a:lnTo>
                  <a:pt x="423" y="743"/>
                </a:lnTo>
                <a:lnTo>
                  <a:pt x="423" y="744"/>
                </a:lnTo>
                <a:lnTo>
                  <a:pt x="424" y="745"/>
                </a:lnTo>
                <a:lnTo>
                  <a:pt x="425" y="746"/>
                </a:lnTo>
                <a:lnTo>
                  <a:pt x="426" y="746"/>
                </a:lnTo>
                <a:lnTo>
                  <a:pt x="426" y="747"/>
                </a:lnTo>
                <a:lnTo>
                  <a:pt x="427" y="747"/>
                </a:lnTo>
                <a:lnTo>
                  <a:pt x="427" y="748"/>
                </a:lnTo>
                <a:lnTo>
                  <a:pt x="427" y="751"/>
                </a:lnTo>
                <a:lnTo>
                  <a:pt x="426" y="752"/>
                </a:lnTo>
                <a:lnTo>
                  <a:pt x="425" y="752"/>
                </a:lnTo>
                <a:lnTo>
                  <a:pt x="425" y="751"/>
                </a:lnTo>
                <a:lnTo>
                  <a:pt x="424" y="751"/>
                </a:lnTo>
                <a:lnTo>
                  <a:pt x="424" y="752"/>
                </a:lnTo>
                <a:lnTo>
                  <a:pt x="424" y="753"/>
                </a:lnTo>
                <a:lnTo>
                  <a:pt x="422" y="753"/>
                </a:lnTo>
                <a:lnTo>
                  <a:pt x="422" y="752"/>
                </a:lnTo>
                <a:lnTo>
                  <a:pt x="422" y="751"/>
                </a:lnTo>
                <a:lnTo>
                  <a:pt x="420" y="750"/>
                </a:lnTo>
                <a:lnTo>
                  <a:pt x="420" y="751"/>
                </a:lnTo>
                <a:lnTo>
                  <a:pt x="419" y="752"/>
                </a:lnTo>
                <a:lnTo>
                  <a:pt x="419" y="755"/>
                </a:lnTo>
                <a:lnTo>
                  <a:pt x="419" y="756"/>
                </a:lnTo>
                <a:lnTo>
                  <a:pt x="419" y="757"/>
                </a:lnTo>
                <a:lnTo>
                  <a:pt x="419" y="758"/>
                </a:lnTo>
                <a:lnTo>
                  <a:pt x="419" y="759"/>
                </a:lnTo>
                <a:lnTo>
                  <a:pt x="418" y="759"/>
                </a:lnTo>
                <a:lnTo>
                  <a:pt x="418" y="758"/>
                </a:lnTo>
                <a:lnTo>
                  <a:pt x="417" y="758"/>
                </a:lnTo>
                <a:lnTo>
                  <a:pt x="417" y="757"/>
                </a:lnTo>
                <a:lnTo>
                  <a:pt x="416" y="757"/>
                </a:lnTo>
                <a:lnTo>
                  <a:pt x="412" y="757"/>
                </a:lnTo>
                <a:lnTo>
                  <a:pt x="411" y="757"/>
                </a:lnTo>
                <a:lnTo>
                  <a:pt x="411" y="758"/>
                </a:lnTo>
                <a:lnTo>
                  <a:pt x="411" y="761"/>
                </a:lnTo>
                <a:lnTo>
                  <a:pt x="412" y="763"/>
                </a:lnTo>
                <a:lnTo>
                  <a:pt x="411" y="763"/>
                </a:lnTo>
                <a:lnTo>
                  <a:pt x="410" y="764"/>
                </a:lnTo>
                <a:lnTo>
                  <a:pt x="409" y="765"/>
                </a:lnTo>
                <a:lnTo>
                  <a:pt x="408" y="764"/>
                </a:lnTo>
                <a:lnTo>
                  <a:pt x="407" y="763"/>
                </a:lnTo>
                <a:lnTo>
                  <a:pt x="407" y="762"/>
                </a:lnTo>
                <a:lnTo>
                  <a:pt x="406" y="762"/>
                </a:lnTo>
                <a:lnTo>
                  <a:pt x="404" y="762"/>
                </a:lnTo>
                <a:lnTo>
                  <a:pt x="403" y="762"/>
                </a:lnTo>
                <a:lnTo>
                  <a:pt x="403" y="761"/>
                </a:lnTo>
                <a:lnTo>
                  <a:pt x="403" y="760"/>
                </a:lnTo>
                <a:lnTo>
                  <a:pt x="402" y="761"/>
                </a:lnTo>
                <a:lnTo>
                  <a:pt x="401" y="762"/>
                </a:lnTo>
                <a:lnTo>
                  <a:pt x="400" y="765"/>
                </a:lnTo>
                <a:lnTo>
                  <a:pt x="398" y="766"/>
                </a:lnTo>
                <a:lnTo>
                  <a:pt x="399" y="767"/>
                </a:lnTo>
                <a:lnTo>
                  <a:pt x="399" y="768"/>
                </a:lnTo>
                <a:lnTo>
                  <a:pt x="400" y="768"/>
                </a:lnTo>
                <a:lnTo>
                  <a:pt x="400" y="767"/>
                </a:lnTo>
                <a:lnTo>
                  <a:pt x="401" y="768"/>
                </a:lnTo>
                <a:lnTo>
                  <a:pt x="401" y="769"/>
                </a:lnTo>
                <a:lnTo>
                  <a:pt x="400" y="769"/>
                </a:lnTo>
                <a:lnTo>
                  <a:pt x="399" y="768"/>
                </a:lnTo>
                <a:lnTo>
                  <a:pt x="398" y="769"/>
                </a:lnTo>
                <a:lnTo>
                  <a:pt x="397" y="769"/>
                </a:lnTo>
                <a:lnTo>
                  <a:pt x="396" y="769"/>
                </a:lnTo>
                <a:lnTo>
                  <a:pt x="397" y="768"/>
                </a:lnTo>
                <a:lnTo>
                  <a:pt x="396" y="768"/>
                </a:lnTo>
                <a:lnTo>
                  <a:pt x="395" y="768"/>
                </a:lnTo>
                <a:lnTo>
                  <a:pt x="395" y="767"/>
                </a:lnTo>
                <a:lnTo>
                  <a:pt x="394" y="767"/>
                </a:lnTo>
                <a:lnTo>
                  <a:pt x="394" y="766"/>
                </a:lnTo>
                <a:lnTo>
                  <a:pt x="393" y="765"/>
                </a:lnTo>
                <a:lnTo>
                  <a:pt x="392" y="765"/>
                </a:lnTo>
                <a:lnTo>
                  <a:pt x="391" y="764"/>
                </a:lnTo>
                <a:lnTo>
                  <a:pt x="391" y="763"/>
                </a:lnTo>
                <a:lnTo>
                  <a:pt x="391" y="762"/>
                </a:lnTo>
                <a:lnTo>
                  <a:pt x="389" y="761"/>
                </a:lnTo>
                <a:lnTo>
                  <a:pt x="389" y="760"/>
                </a:lnTo>
                <a:lnTo>
                  <a:pt x="388" y="761"/>
                </a:lnTo>
                <a:lnTo>
                  <a:pt x="388" y="762"/>
                </a:lnTo>
                <a:lnTo>
                  <a:pt x="387" y="762"/>
                </a:lnTo>
                <a:lnTo>
                  <a:pt x="387" y="763"/>
                </a:lnTo>
                <a:lnTo>
                  <a:pt x="387" y="764"/>
                </a:lnTo>
                <a:lnTo>
                  <a:pt x="387" y="765"/>
                </a:lnTo>
                <a:lnTo>
                  <a:pt x="387" y="766"/>
                </a:lnTo>
                <a:lnTo>
                  <a:pt x="388" y="767"/>
                </a:lnTo>
                <a:lnTo>
                  <a:pt x="386" y="766"/>
                </a:lnTo>
                <a:lnTo>
                  <a:pt x="385" y="765"/>
                </a:lnTo>
                <a:lnTo>
                  <a:pt x="384" y="765"/>
                </a:lnTo>
                <a:lnTo>
                  <a:pt x="383" y="765"/>
                </a:lnTo>
                <a:lnTo>
                  <a:pt x="382" y="765"/>
                </a:lnTo>
                <a:lnTo>
                  <a:pt x="381" y="764"/>
                </a:lnTo>
                <a:lnTo>
                  <a:pt x="380" y="764"/>
                </a:lnTo>
                <a:lnTo>
                  <a:pt x="379" y="761"/>
                </a:lnTo>
                <a:lnTo>
                  <a:pt x="379" y="760"/>
                </a:lnTo>
                <a:lnTo>
                  <a:pt x="379" y="759"/>
                </a:lnTo>
                <a:lnTo>
                  <a:pt x="379" y="758"/>
                </a:lnTo>
                <a:lnTo>
                  <a:pt x="378" y="758"/>
                </a:lnTo>
                <a:lnTo>
                  <a:pt x="377" y="759"/>
                </a:lnTo>
                <a:lnTo>
                  <a:pt x="376" y="759"/>
                </a:lnTo>
                <a:lnTo>
                  <a:pt x="376" y="757"/>
                </a:lnTo>
                <a:lnTo>
                  <a:pt x="375" y="758"/>
                </a:lnTo>
                <a:lnTo>
                  <a:pt x="375" y="759"/>
                </a:lnTo>
                <a:lnTo>
                  <a:pt x="375" y="760"/>
                </a:lnTo>
                <a:lnTo>
                  <a:pt x="376" y="761"/>
                </a:lnTo>
                <a:lnTo>
                  <a:pt x="375" y="761"/>
                </a:lnTo>
                <a:lnTo>
                  <a:pt x="373" y="761"/>
                </a:lnTo>
                <a:lnTo>
                  <a:pt x="371" y="760"/>
                </a:lnTo>
                <a:lnTo>
                  <a:pt x="370" y="759"/>
                </a:lnTo>
                <a:lnTo>
                  <a:pt x="369" y="759"/>
                </a:lnTo>
                <a:lnTo>
                  <a:pt x="367" y="759"/>
                </a:lnTo>
                <a:lnTo>
                  <a:pt x="366" y="759"/>
                </a:lnTo>
                <a:lnTo>
                  <a:pt x="365" y="759"/>
                </a:lnTo>
                <a:lnTo>
                  <a:pt x="364" y="759"/>
                </a:lnTo>
                <a:lnTo>
                  <a:pt x="363" y="759"/>
                </a:lnTo>
                <a:lnTo>
                  <a:pt x="363" y="762"/>
                </a:lnTo>
                <a:lnTo>
                  <a:pt x="362" y="761"/>
                </a:lnTo>
                <a:lnTo>
                  <a:pt x="362" y="760"/>
                </a:lnTo>
                <a:lnTo>
                  <a:pt x="361" y="760"/>
                </a:lnTo>
                <a:lnTo>
                  <a:pt x="360" y="760"/>
                </a:lnTo>
                <a:lnTo>
                  <a:pt x="359" y="760"/>
                </a:lnTo>
                <a:lnTo>
                  <a:pt x="358" y="760"/>
                </a:lnTo>
                <a:lnTo>
                  <a:pt x="356" y="761"/>
                </a:lnTo>
                <a:lnTo>
                  <a:pt x="356" y="762"/>
                </a:lnTo>
                <a:lnTo>
                  <a:pt x="356" y="763"/>
                </a:lnTo>
                <a:lnTo>
                  <a:pt x="355" y="763"/>
                </a:lnTo>
                <a:lnTo>
                  <a:pt x="353" y="764"/>
                </a:lnTo>
                <a:lnTo>
                  <a:pt x="352" y="764"/>
                </a:lnTo>
                <a:lnTo>
                  <a:pt x="352" y="765"/>
                </a:lnTo>
                <a:lnTo>
                  <a:pt x="351" y="766"/>
                </a:lnTo>
                <a:lnTo>
                  <a:pt x="350" y="768"/>
                </a:lnTo>
                <a:lnTo>
                  <a:pt x="349" y="769"/>
                </a:lnTo>
                <a:lnTo>
                  <a:pt x="348" y="770"/>
                </a:lnTo>
                <a:lnTo>
                  <a:pt x="347" y="770"/>
                </a:lnTo>
                <a:lnTo>
                  <a:pt x="348" y="773"/>
                </a:lnTo>
                <a:lnTo>
                  <a:pt x="348" y="775"/>
                </a:lnTo>
                <a:lnTo>
                  <a:pt x="348" y="776"/>
                </a:lnTo>
                <a:lnTo>
                  <a:pt x="350" y="778"/>
                </a:lnTo>
                <a:lnTo>
                  <a:pt x="350" y="779"/>
                </a:lnTo>
                <a:lnTo>
                  <a:pt x="351" y="779"/>
                </a:lnTo>
                <a:lnTo>
                  <a:pt x="352" y="779"/>
                </a:lnTo>
                <a:lnTo>
                  <a:pt x="352" y="780"/>
                </a:lnTo>
                <a:lnTo>
                  <a:pt x="351" y="780"/>
                </a:lnTo>
                <a:lnTo>
                  <a:pt x="351" y="781"/>
                </a:lnTo>
                <a:lnTo>
                  <a:pt x="351" y="782"/>
                </a:lnTo>
                <a:lnTo>
                  <a:pt x="352" y="783"/>
                </a:lnTo>
                <a:lnTo>
                  <a:pt x="353" y="784"/>
                </a:lnTo>
                <a:lnTo>
                  <a:pt x="353" y="785"/>
                </a:lnTo>
                <a:lnTo>
                  <a:pt x="353" y="787"/>
                </a:lnTo>
                <a:lnTo>
                  <a:pt x="353" y="788"/>
                </a:lnTo>
                <a:lnTo>
                  <a:pt x="354" y="788"/>
                </a:lnTo>
                <a:lnTo>
                  <a:pt x="354" y="789"/>
                </a:lnTo>
                <a:lnTo>
                  <a:pt x="354" y="791"/>
                </a:lnTo>
                <a:lnTo>
                  <a:pt x="355" y="791"/>
                </a:lnTo>
                <a:lnTo>
                  <a:pt x="355" y="792"/>
                </a:lnTo>
                <a:lnTo>
                  <a:pt x="355" y="793"/>
                </a:lnTo>
                <a:lnTo>
                  <a:pt x="355" y="794"/>
                </a:lnTo>
                <a:lnTo>
                  <a:pt x="355" y="793"/>
                </a:lnTo>
                <a:lnTo>
                  <a:pt x="353" y="793"/>
                </a:lnTo>
                <a:lnTo>
                  <a:pt x="353" y="792"/>
                </a:lnTo>
                <a:lnTo>
                  <a:pt x="352" y="792"/>
                </a:lnTo>
                <a:lnTo>
                  <a:pt x="352" y="793"/>
                </a:lnTo>
                <a:lnTo>
                  <a:pt x="351" y="794"/>
                </a:lnTo>
                <a:lnTo>
                  <a:pt x="351" y="795"/>
                </a:lnTo>
                <a:lnTo>
                  <a:pt x="351" y="797"/>
                </a:lnTo>
                <a:lnTo>
                  <a:pt x="351" y="798"/>
                </a:lnTo>
                <a:lnTo>
                  <a:pt x="351" y="800"/>
                </a:lnTo>
                <a:lnTo>
                  <a:pt x="351" y="801"/>
                </a:lnTo>
                <a:lnTo>
                  <a:pt x="351" y="802"/>
                </a:lnTo>
                <a:lnTo>
                  <a:pt x="350" y="802"/>
                </a:lnTo>
                <a:lnTo>
                  <a:pt x="350" y="803"/>
                </a:lnTo>
                <a:lnTo>
                  <a:pt x="349" y="803"/>
                </a:lnTo>
                <a:lnTo>
                  <a:pt x="349" y="804"/>
                </a:lnTo>
                <a:lnTo>
                  <a:pt x="349" y="805"/>
                </a:lnTo>
                <a:lnTo>
                  <a:pt x="350" y="805"/>
                </a:lnTo>
                <a:lnTo>
                  <a:pt x="351" y="805"/>
                </a:lnTo>
                <a:lnTo>
                  <a:pt x="351" y="806"/>
                </a:lnTo>
                <a:lnTo>
                  <a:pt x="351" y="807"/>
                </a:lnTo>
                <a:lnTo>
                  <a:pt x="350" y="807"/>
                </a:lnTo>
                <a:lnTo>
                  <a:pt x="351" y="807"/>
                </a:lnTo>
                <a:lnTo>
                  <a:pt x="351" y="808"/>
                </a:lnTo>
                <a:lnTo>
                  <a:pt x="352" y="808"/>
                </a:lnTo>
                <a:lnTo>
                  <a:pt x="353" y="809"/>
                </a:lnTo>
                <a:lnTo>
                  <a:pt x="353" y="810"/>
                </a:lnTo>
                <a:lnTo>
                  <a:pt x="353" y="812"/>
                </a:lnTo>
                <a:lnTo>
                  <a:pt x="353" y="813"/>
                </a:lnTo>
                <a:lnTo>
                  <a:pt x="354" y="813"/>
                </a:lnTo>
                <a:lnTo>
                  <a:pt x="354" y="814"/>
                </a:lnTo>
                <a:lnTo>
                  <a:pt x="355" y="813"/>
                </a:lnTo>
                <a:lnTo>
                  <a:pt x="356" y="813"/>
                </a:lnTo>
                <a:lnTo>
                  <a:pt x="358" y="813"/>
                </a:lnTo>
                <a:lnTo>
                  <a:pt x="358" y="812"/>
                </a:lnTo>
                <a:lnTo>
                  <a:pt x="358" y="813"/>
                </a:lnTo>
                <a:lnTo>
                  <a:pt x="358" y="814"/>
                </a:lnTo>
                <a:lnTo>
                  <a:pt x="358" y="815"/>
                </a:lnTo>
                <a:lnTo>
                  <a:pt x="356" y="817"/>
                </a:lnTo>
                <a:lnTo>
                  <a:pt x="356" y="820"/>
                </a:lnTo>
                <a:lnTo>
                  <a:pt x="358" y="821"/>
                </a:lnTo>
                <a:lnTo>
                  <a:pt x="359" y="822"/>
                </a:lnTo>
                <a:lnTo>
                  <a:pt x="359" y="823"/>
                </a:lnTo>
                <a:lnTo>
                  <a:pt x="360" y="824"/>
                </a:lnTo>
                <a:lnTo>
                  <a:pt x="360" y="825"/>
                </a:lnTo>
                <a:lnTo>
                  <a:pt x="360" y="826"/>
                </a:lnTo>
                <a:lnTo>
                  <a:pt x="361" y="826"/>
                </a:lnTo>
                <a:lnTo>
                  <a:pt x="360" y="828"/>
                </a:lnTo>
                <a:lnTo>
                  <a:pt x="360" y="829"/>
                </a:lnTo>
                <a:lnTo>
                  <a:pt x="359" y="829"/>
                </a:lnTo>
                <a:lnTo>
                  <a:pt x="359" y="831"/>
                </a:lnTo>
                <a:lnTo>
                  <a:pt x="359" y="832"/>
                </a:lnTo>
                <a:lnTo>
                  <a:pt x="360" y="832"/>
                </a:lnTo>
                <a:lnTo>
                  <a:pt x="360" y="833"/>
                </a:lnTo>
                <a:lnTo>
                  <a:pt x="360" y="835"/>
                </a:lnTo>
                <a:lnTo>
                  <a:pt x="360" y="837"/>
                </a:lnTo>
                <a:lnTo>
                  <a:pt x="361" y="837"/>
                </a:lnTo>
                <a:lnTo>
                  <a:pt x="361" y="838"/>
                </a:lnTo>
                <a:lnTo>
                  <a:pt x="361" y="839"/>
                </a:lnTo>
                <a:lnTo>
                  <a:pt x="360" y="840"/>
                </a:lnTo>
                <a:lnTo>
                  <a:pt x="359" y="840"/>
                </a:lnTo>
                <a:lnTo>
                  <a:pt x="359" y="841"/>
                </a:lnTo>
                <a:lnTo>
                  <a:pt x="358" y="842"/>
                </a:lnTo>
                <a:lnTo>
                  <a:pt x="358" y="843"/>
                </a:lnTo>
                <a:lnTo>
                  <a:pt x="359" y="843"/>
                </a:lnTo>
                <a:lnTo>
                  <a:pt x="359" y="844"/>
                </a:lnTo>
                <a:lnTo>
                  <a:pt x="359" y="845"/>
                </a:lnTo>
                <a:lnTo>
                  <a:pt x="355" y="848"/>
                </a:lnTo>
                <a:lnTo>
                  <a:pt x="354" y="848"/>
                </a:lnTo>
                <a:lnTo>
                  <a:pt x="353" y="849"/>
                </a:lnTo>
                <a:lnTo>
                  <a:pt x="352" y="849"/>
                </a:lnTo>
                <a:lnTo>
                  <a:pt x="351" y="850"/>
                </a:lnTo>
                <a:lnTo>
                  <a:pt x="351" y="851"/>
                </a:lnTo>
                <a:lnTo>
                  <a:pt x="350" y="851"/>
                </a:lnTo>
                <a:lnTo>
                  <a:pt x="349" y="851"/>
                </a:lnTo>
                <a:lnTo>
                  <a:pt x="348" y="852"/>
                </a:lnTo>
                <a:lnTo>
                  <a:pt x="347" y="853"/>
                </a:lnTo>
                <a:lnTo>
                  <a:pt x="347" y="854"/>
                </a:lnTo>
                <a:lnTo>
                  <a:pt x="346" y="855"/>
                </a:lnTo>
                <a:lnTo>
                  <a:pt x="344" y="856"/>
                </a:lnTo>
                <a:lnTo>
                  <a:pt x="343" y="856"/>
                </a:lnTo>
                <a:lnTo>
                  <a:pt x="342" y="856"/>
                </a:lnTo>
                <a:lnTo>
                  <a:pt x="342" y="857"/>
                </a:lnTo>
                <a:lnTo>
                  <a:pt x="341" y="857"/>
                </a:lnTo>
                <a:lnTo>
                  <a:pt x="340" y="857"/>
                </a:lnTo>
                <a:lnTo>
                  <a:pt x="339" y="856"/>
                </a:lnTo>
                <a:lnTo>
                  <a:pt x="338" y="857"/>
                </a:lnTo>
                <a:lnTo>
                  <a:pt x="338" y="858"/>
                </a:lnTo>
                <a:lnTo>
                  <a:pt x="338" y="859"/>
                </a:lnTo>
                <a:lnTo>
                  <a:pt x="339" y="860"/>
                </a:lnTo>
                <a:lnTo>
                  <a:pt x="338" y="862"/>
                </a:lnTo>
                <a:lnTo>
                  <a:pt x="337" y="864"/>
                </a:lnTo>
                <a:lnTo>
                  <a:pt x="336" y="863"/>
                </a:lnTo>
                <a:lnTo>
                  <a:pt x="335" y="863"/>
                </a:lnTo>
                <a:lnTo>
                  <a:pt x="335" y="862"/>
                </a:lnTo>
                <a:lnTo>
                  <a:pt x="334" y="861"/>
                </a:lnTo>
                <a:lnTo>
                  <a:pt x="333" y="861"/>
                </a:lnTo>
                <a:lnTo>
                  <a:pt x="332" y="861"/>
                </a:lnTo>
                <a:lnTo>
                  <a:pt x="331" y="859"/>
                </a:lnTo>
                <a:lnTo>
                  <a:pt x="330" y="858"/>
                </a:lnTo>
                <a:lnTo>
                  <a:pt x="330" y="857"/>
                </a:lnTo>
                <a:lnTo>
                  <a:pt x="330" y="856"/>
                </a:lnTo>
                <a:lnTo>
                  <a:pt x="328" y="854"/>
                </a:lnTo>
                <a:lnTo>
                  <a:pt x="328" y="853"/>
                </a:lnTo>
                <a:lnTo>
                  <a:pt x="327" y="853"/>
                </a:lnTo>
                <a:lnTo>
                  <a:pt x="327" y="854"/>
                </a:lnTo>
                <a:lnTo>
                  <a:pt x="327" y="853"/>
                </a:lnTo>
                <a:lnTo>
                  <a:pt x="325" y="851"/>
                </a:lnTo>
                <a:lnTo>
                  <a:pt x="324" y="851"/>
                </a:lnTo>
                <a:lnTo>
                  <a:pt x="324" y="850"/>
                </a:lnTo>
                <a:lnTo>
                  <a:pt x="325" y="849"/>
                </a:lnTo>
                <a:lnTo>
                  <a:pt x="324" y="849"/>
                </a:lnTo>
                <a:lnTo>
                  <a:pt x="323" y="845"/>
                </a:lnTo>
                <a:lnTo>
                  <a:pt x="322" y="845"/>
                </a:lnTo>
                <a:lnTo>
                  <a:pt x="320" y="845"/>
                </a:lnTo>
                <a:lnTo>
                  <a:pt x="319" y="844"/>
                </a:lnTo>
                <a:lnTo>
                  <a:pt x="319" y="843"/>
                </a:lnTo>
                <a:lnTo>
                  <a:pt x="319" y="842"/>
                </a:lnTo>
                <a:lnTo>
                  <a:pt x="319" y="841"/>
                </a:lnTo>
                <a:lnTo>
                  <a:pt x="318" y="841"/>
                </a:lnTo>
                <a:lnTo>
                  <a:pt x="318" y="840"/>
                </a:lnTo>
                <a:lnTo>
                  <a:pt x="317" y="840"/>
                </a:lnTo>
                <a:lnTo>
                  <a:pt x="317" y="839"/>
                </a:lnTo>
                <a:lnTo>
                  <a:pt x="317" y="838"/>
                </a:lnTo>
                <a:lnTo>
                  <a:pt x="318" y="837"/>
                </a:lnTo>
                <a:lnTo>
                  <a:pt x="319" y="837"/>
                </a:lnTo>
                <a:lnTo>
                  <a:pt x="318" y="836"/>
                </a:lnTo>
                <a:lnTo>
                  <a:pt x="318" y="835"/>
                </a:lnTo>
                <a:lnTo>
                  <a:pt x="317" y="835"/>
                </a:lnTo>
                <a:lnTo>
                  <a:pt x="317" y="834"/>
                </a:lnTo>
                <a:lnTo>
                  <a:pt x="317" y="832"/>
                </a:lnTo>
                <a:lnTo>
                  <a:pt x="316" y="831"/>
                </a:lnTo>
                <a:lnTo>
                  <a:pt x="316" y="830"/>
                </a:lnTo>
                <a:lnTo>
                  <a:pt x="317" y="829"/>
                </a:lnTo>
                <a:lnTo>
                  <a:pt x="316" y="829"/>
                </a:lnTo>
                <a:lnTo>
                  <a:pt x="316" y="828"/>
                </a:lnTo>
                <a:lnTo>
                  <a:pt x="314" y="828"/>
                </a:lnTo>
                <a:lnTo>
                  <a:pt x="313" y="827"/>
                </a:lnTo>
                <a:lnTo>
                  <a:pt x="312" y="828"/>
                </a:lnTo>
                <a:lnTo>
                  <a:pt x="311" y="829"/>
                </a:lnTo>
                <a:lnTo>
                  <a:pt x="310" y="829"/>
                </a:lnTo>
                <a:lnTo>
                  <a:pt x="310" y="828"/>
                </a:lnTo>
                <a:lnTo>
                  <a:pt x="309" y="828"/>
                </a:lnTo>
                <a:lnTo>
                  <a:pt x="308" y="827"/>
                </a:lnTo>
                <a:lnTo>
                  <a:pt x="308" y="826"/>
                </a:lnTo>
                <a:lnTo>
                  <a:pt x="307" y="825"/>
                </a:lnTo>
                <a:lnTo>
                  <a:pt x="307" y="826"/>
                </a:lnTo>
                <a:lnTo>
                  <a:pt x="306" y="825"/>
                </a:lnTo>
                <a:lnTo>
                  <a:pt x="307" y="823"/>
                </a:lnTo>
                <a:lnTo>
                  <a:pt x="306" y="823"/>
                </a:lnTo>
                <a:lnTo>
                  <a:pt x="305" y="823"/>
                </a:lnTo>
                <a:lnTo>
                  <a:pt x="305" y="824"/>
                </a:lnTo>
                <a:lnTo>
                  <a:pt x="305" y="825"/>
                </a:lnTo>
                <a:lnTo>
                  <a:pt x="304" y="826"/>
                </a:lnTo>
                <a:lnTo>
                  <a:pt x="303" y="827"/>
                </a:lnTo>
                <a:lnTo>
                  <a:pt x="302" y="828"/>
                </a:lnTo>
                <a:lnTo>
                  <a:pt x="301" y="829"/>
                </a:lnTo>
                <a:lnTo>
                  <a:pt x="300" y="830"/>
                </a:lnTo>
                <a:lnTo>
                  <a:pt x="299" y="831"/>
                </a:lnTo>
                <a:lnTo>
                  <a:pt x="298" y="831"/>
                </a:lnTo>
                <a:lnTo>
                  <a:pt x="298" y="833"/>
                </a:lnTo>
                <a:lnTo>
                  <a:pt x="298" y="834"/>
                </a:lnTo>
                <a:lnTo>
                  <a:pt x="298" y="836"/>
                </a:lnTo>
                <a:lnTo>
                  <a:pt x="297" y="836"/>
                </a:lnTo>
                <a:lnTo>
                  <a:pt x="296" y="836"/>
                </a:lnTo>
                <a:lnTo>
                  <a:pt x="296" y="837"/>
                </a:lnTo>
                <a:lnTo>
                  <a:pt x="296" y="838"/>
                </a:lnTo>
                <a:lnTo>
                  <a:pt x="295" y="838"/>
                </a:lnTo>
                <a:lnTo>
                  <a:pt x="294" y="835"/>
                </a:lnTo>
                <a:lnTo>
                  <a:pt x="294" y="834"/>
                </a:lnTo>
                <a:lnTo>
                  <a:pt x="295" y="834"/>
                </a:lnTo>
                <a:lnTo>
                  <a:pt x="295" y="833"/>
                </a:lnTo>
                <a:lnTo>
                  <a:pt x="294" y="833"/>
                </a:lnTo>
                <a:lnTo>
                  <a:pt x="293" y="833"/>
                </a:lnTo>
                <a:lnTo>
                  <a:pt x="293" y="832"/>
                </a:lnTo>
                <a:lnTo>
                  <a:pt x="294" y="831"/>
                </a:lnTo>
                <a:lnTo>
                  <a:pt x="294" y="830"/>
                </a:lnTo>
                <a:lnTo>
                  <a:pt x="293" y="830"/>
                </a:lnTo>
                <a:lnTo>
                  <a:pt x="292" y="830"/>
                </a:lnTo>
                <a:lnTo>
                  <a:pt x="291" y="830"/>
                </a:lnTo>
                <a:lnTo>
                  <a:pt x="291" y="828"/>
                </a:lnTo>
                <a:lnTo>
                  <a:pt x="291" y="826"/>
                </a:lnTo>
                <a:lnTo>
                  <a:pt x="290" y="825"/>
                </a:lnTo>
                <a:lnTo>
                  <a:pt x="290" y="823"/>
                </a:lnTo>
                <a:lnTo>
                  <a:pt x="290" y="822"/>
                </a:lnTo>
                <a:lnTo>
                  <a:pt x="290" y="821"/>
                </a:lnTo>
                <a:lnTo>
                  <a:pt x="289" y="821"/>
                </a:lnTo>
                <a:lnTo>
                  <a:pt x="289" y="820"/>
                </a:lnTo>
                <a:lnTo>
                  <a:pt x="288" y="820"/>
                </a:lnTo>
                <a:lnTo>
                  <a:pt x="288" y="819"/>
                </a:lnTo>
                <a:lnTo>
                  <a:pt x="289" y="818"/>
                </a:lnTo>
                <a:lnTo>
                  <a:pt x="289" y="817"/>
                </a:lnTo>
                <a:lnTo>
                  <a:pt x="289" y="816"/>
                </a:lnTo>
                <a:lnTo>
                  <a:pt x="289" y="815"/>
                </a:lnTo>
                <a:lnTo>
                  <a:pt x="288" y="814"/>
                </a:lnTo>
                <a:lnTo>
                  <a:pt x="288" y="813"/>
                </a:lnTo>
                <a:lnTo>
                  <a:pt x="288" y="812"/>
                </a:lnTo>
                <a:lnTo>
                  <a:pt x="289" y="812"/>
                </a:lnTo>
                <a:lnTo>
                  <a:pt x="291" y="812"/>
                </a:lnTo>
                <a:lnTo>
                  <a:pt x="291" y="811"/>
                </a:lnTo>
                <a:lnTo>
                  <a:pt x="292" y="811"/>
                </a:lnTo>
                <a:lnTo>
                  <a:pt x="293" y="810"/>
                </a:lnTo>
                <a:lnTo>
                  <a:pt x="293" y="808"/>
                </a:lnTo>
                <a:lnTo>
                  <a:pt x="292" y="808"/>
                </a:lnTo>
                <a:lnTo>
                  <a:pt x="291" y="807"/>
                </a:lnTo>
                <a:lnTo>
                  <a:pt x="290" y="807"/>
                </a:lnTo>
                <a:lnTo>
                  <a:pt x="290" y="808"/>
                </a:lnTo>
                <a:lnTo>
                  <a:pt x="289" y="808"/>
                </a:lnTo>
                <a:lnTo>
                  <a:pt x="289" y="809"/>
                </a:lnTo>
                <a:lnTo>
                  <a:pt x="290" y="809"/>
                </a:lnTo>
                <a:lnTo>
                  <a:pt x="290" y="810"/>
                </a:lnTo>
                <a:lnTo>
                  <a:pt x="289" y="812"/>
                </a:lnTo>
                <a:lnTo>
                  <a:pt x="288" y="812"/>
                </a:lnTo>
                <a:lnTo>
                  <a:pt x="288" y="810"/>
                </a:lnTo>
                <a:lnTo>
                  <a:pt x="288" y="809"/>
                </a:lnTo>
                <a:lnTo>
                  <a:pt x="287" y="810"/>
                </a:lnTo>
                <a:lnTo>
                  <a:pt x="286" y="810"/>
                </a:lnTo>
                <a:lnTo>
                  <a:pt x="285" y="810"/>
                </a:lnTo>
                <a:lnTo>
                  <a:pt x="283" y="811"/>
                </a:lnTo>
                <a:lnTo>
                  <a:pt x="282" y="811"/>
                </a:lnTo>
                <a:lnTo>
                  <a:pt x="281" y="811"/>
                </a:lnTo>
                <a:lnTo>
                  <a:pt x="280" y="811"/>
                </a:lnTo>
                <a:lnTo>
                  <a:pt x="279" y="810"/>
                </a:lnTo>
                <a:lnTo>
                  <a:pt x="279" y="808"/>
                </a:lnTo>
                <a:lnTo>
                  <a:pt x="280" y="808"/>
                </a:lnTo>
                <a:lnTo>
                  <a:pt x="280" y="805"/>
                </a:lnTo>
                <a:lnTo>
                  <a:pt x="279" y="805"/>
                </a:lnTo>
                <a:lnTo>
                  <a:pt x="278" y="805"/>
                </a:lnTo>
                <a:lnTo>
                  <a:pt x="277" y="805"/>
                </a:lnTo>
                <a:lnTo>
                  <a:pt x="276" y="804"/>
                </a:lnTo>
                <a:lnTo>
                  <a:pt x="274" y="804"/>
                </a:lnTo>
                <a:lnTo>
                  <a:pt x="273" y="803"/>
                </a:lnTo>
                <a:lnTo>
                  <a:pt x="272" y="803"/>
                </a:lnTo>
                <a:lnTo>
                  <a:pt x="271" y="803"/>
                </a:lnTo>
                <a:lnTo>
                  <a:pt x="270" y="802"/>
                </a:lnTo>
                <a:lnTo>
                  <a:pt x="268" y="802"/>
                </a:lnTo>
                <a:lnTo>
                  <a:pt x="266" y="802"/>
                </a:lnTo>
                <a:lnTo>
                  <a:pt x="266" y="803"/>
                </a:lnTo>
                <a:lnTo>
                  <a:pt x="265" y="803"/>
                </a:lnTo>
                <a:lnTo>
                  <a:pt x="263" y="802"/>
                </a:lnTo>
                <a:lnTo>
                  <a:pt x="262" y="801"/>
                </a:lnTo>
                <a:lnTo>
                  <a:pt x="261" y="801"/>
                </a:lnTo>
                <a:lnTo>
                  <a:pt x="261" y="800"/>
                </a:lnTo>
                <a:lnTo>
                  <a:pt x="259" y="800"/>
                </a:lnTo>
                <a:lnTo>
                  <a:pt x="258" y="800"/>
                </a:lnTo>
                <a:lnTo>
                  <a:pt x="258" y="801"/>
                </a:lnTo>
                <a:lnTo>
                  <a:pt x="258" y="802"/>
                </a:lnTo>
                <a:lnTo>
                  <a:pt x="257" y="802"/>
                </a:lnTo>
                <a:lnTo>
                  <a:pt x="256" y="802"/>
                </a:lnTo>
                <a:lnTo>
                  <a:pt x="256" y="801"/>
                </a:lnTo>
                <a:lnTo>
                  <a:pt x="255" y="803"/>
                </a:lnTo>
                <a:lnTo>
                  <a:pt x="255" y="804"/>
                </a:lnTo>
                <a:lnTo>
                  <a:pt x="255" y="805"/>
                </a:lnTo>
                <a:lnTo>
                  <a:pt x="255" y="806"/>
                </a:lnTo>
                <a:lnTo>
                  <a:pt x="254" y="807"/>
                </a:lnTo>
                <a:lnTo>
                  <a:pt x="253" y="808"/>
                </a:lnTo>
                <a:lnTo>
                  <a:pt x="253" y="809"/>
                </a:lnTo>
                <a:lnTo>
                  <a:pt x="253" y="810"/>
                </a:lnTo>
                <a:lnTo>
                  <a:pt x="252" y="812"/>
                </a:lnTo>
                <a:lnTo>
                  <a:pt x="251" y="812"/>
                </a:lnTo>
                <a:lnTo>
                  <a:pt x="250" y="812"/>
                </a:lnTo>
                <a:lnTo>
                  <a:pt x="250" y="811"/>
                </a:lnTo>
                <a:lnTo>
                  <a:pt x="250" y="808"/>
                </a:lnTo>
                <a:lnTo>
                  <a:pt x="250" y="807"/>
                </a:lnTo>
                <a:lnTo>
                  <a:pt x="250" y="806"/>
                </a:lnTo>
                <a:lnTo>
                  <a:pt x="250" y="805"/>
                </a:lnTo>
                <a:lnTo>
                  <a:pt x="250" y="804"/>
                </a:lnTo>
                <a:lnTo>
                  <a:pt x="250" y="803"/>
                </a:lnTo>
                <a:lnTo>
                  <a:pt x="250" y="802"/>
                </a:lnTo>
                <a:lnTo>
                  <a:pt x="249" y="802"/>
                </a:lnTo>
                <a:lnTo>
                  <a:pt x="248" y="801"/>
                </a:lnTo>
                <a:lnTo>
                  <a:pt x="248" y="799"/>
                </a:lnTo>
                <a:lnTo>
                  <a:pt x="248" y="798"/>
                </a:lnTo>
                <a:lnTo>
                  <a:pt x="248" y="797"/>
                </a:lnTo>
                <a:lnTo>
                  <a:pt x="247" y="796"/>
                </a:lnTo>
                <a:lnTo>
                  <a:pt x="247" y="795"/>
                </a:lnTo>
                <a:lnTo>
                  <a:pt x="247" y="794"/>
                </a:lnTo>
                <a:lnTo>
                  <a:pt x="246" y="795"/>
                </a:lnTo>
                <a:lnTo>
                  <a:pt x="246" y="796"/>
                </a:lnTo>
                <a:lnTo>
                  <a:pt x="245" y="796"/>
                </a:lnTo>
                <a:lnTo>
                  <a:pt x="244" y="797"/>
                </a:lnTo>
                <a:lnTo>
                  <a:pt x="243" y="795"/>
                </a:lnTo>
                <a:lnTo>
                  <a:pt x="242" y="794"/>
                </a:lnTo>
                <a:lnTo>
                  <a:pt x="241" y="793"/>
                </a:lnTo>
                <a:lnTo>
                  <a:pt x="240" y="792"/>
                </a:lnTo>
                <a:lnTo>
                  <a:pt x="241" y="792"/>
                </a:lnTo>
                <a:lnTo>
                  <a:pt x="242" y="792"/>
                </a:lnTo>
                <a:lnTo>
                  <a:pt x="242" y="791"/>
                </a:lnTo>
                <a:lnTo>
                  <a:pt x="241" y="790"/>
                </a:lnTo>
                <a:lnTo>
                  <a:pt x="240" y="789"/>
                </a:lnTo>
                <a:lnTo>
                  <a:pt x="239" y="789"/>
                </a:lnTo>
                <a:lnTo>
                  <a:pt x="238" y="789"/>
                </a:lnTo>
                <a:lnTo>
                  <a:pt x="237" y="788"/>
                </a:lnTo>
                <a:lnTo>
                  <a:pt x="237" y="787"/>
                </a:lnTo>
                <a:lnTo>
                  <a:pt x="236" y="788"/>
                </a:lnTo>
                <a:lnTo>
                  <a:pt x="235" y="787"/>
                </a:lnTo>
                <a:lnTo>
                  <a:pt x="236" y="786"/>
                </a:lnTo>
                <a:lnTo>
                  <a:pt x="237" y="786"/>
                </a:lnTo>
                <a:lnTo>
                  <a:pt x="238" y="783"/>
                </a:lnTo>
                <a:lnTo>
                  <a:pt x="237" y="783"/>
                </a:lnTo>
                <a:lnTo>
                  <a:pt x="237" y="784"/>
                </a:lnTo>
                <a:lnTo>
                  <a:pt x="236" y="785"/>
                </a:lnTo>
                <a:lnTo>
                  <a:pt x="235" y="784"/>
                </a:lnTo>
                <a:lnTo>
                  <a:pt x="235" y="783"/>
                </a:lnTo>
                <a:lnTo>
                  <a:pt x="234" y="783"/>
                </a:lnTo>
                <a:lnTo>
                  <a:pt x="234" y="782"/>
                </a:lnTo>
                <a:lnTo>
                  <a:pt x="233" y="782"/>
                </a:lnTo>
                <a:lnTo>
                  <a:pt x="233" y="781"/>
                </a:lnTo>
                <a:lnTo>
                  <a:pt x="232" y="782"/>
                </a:lnTo>
                <a:lnTo>
                  <a:pt x="232" y="781"/>
                </a:lnTo>
                <a:lnTo>
                  <a:pt x="231" y="780"/>
                </a:lnTo>
                <a:lnTo>
                  <a:pt x="230" y="780"/>
                </a:lnTo>
                <a:lnTo>
                  <a:pt x="230" y="779"/>
                </a:lnTo>
                <a:lnTo>
                  <a:pt x="230" y="778"/>
                </a:lnTo>
                <a:lnTo>
                  <a:pt x="231" y="777"/>
                </a:lnTo>
                <a:lnTo>
                  <a:pt x="231" y="776"/>
                </a:lnTo>
                <a:lnTo>
                  <a:pt x="232" y="775"/>
                </a:lnTo>
                <a:lnTo>
                  <a:pt x="231" y="774"/>
                </a:lnTo>
                <a:lnTo>
                  <a:pt x="231" y="773"/>
                </a:lnTo>
                <a:lnTo>
                  <a:pt x="230" y="773"/>
                </a:lnTo>
                <a:lnTo>
                  <a:pt x="230" y="774"/>
                </a:lnTo>
                <a:lnTo>
                  <a:pt x="229" y="774"/>
                </a:lnTo>
                <a:lnTo>
                  <a:pt x="229" y="773"/>
                </a:lnTo>
                <a:lnTo>
                  <a:pt x="229" y="772"/>
                </a:lnTo>
                <a:lnTo>
                  <a:pt x="228" y="772"/>
                </a:lnTo>
                <a:lnTo>
                  <a:pt x="226" y="772"/>
                </a:lnTo>
                <a:lnTo>
                  <a:pt x="226" y="769"/>
                </a:lnTo>
                <a:lnTo>
                  <a:pt x="227" y="768"/>
                </a:lnTo>
                <a:lnTo>
                  <a:pt x="228" y="768"/>
                </a:lnTo>
                <a:lnTo>
                  <a:pt x="229" y="768"/>
                </a:lnTo>
                <a:lnTo>
                  <a:pt x="229" y="767"/>
                </a:lnTo>
                <a:lnTo>
                  <a:pt x="230" y="766"/>
                </a:lnTo>
                <a:lnTo>
                  <a:pt x="230" y="764"/>
                </a:lnTo>
                <a:lnTo>
                  <a:pt x="231" y="763"/>
                </a:lnTo>
                <a:lnTo>
                  <a:pt x="232" y="763"/>
                </a:lnTo>
                <a:lnTo>
                  <a:pt x="232" y="764"/>
                </a:lnTo>
                <a:lnTo>
                  <a:pt x="232" y="766"/>
                </a:lnTo>
                <a:lnTo>
                  <a:pt x="232" y="768"/>
                </a:lnTo>
                <a:lnTo>
                  <a:pt x="232" y="769"/>
                </a:lnTo>
                <a:lnTo>
                  <a:pt x="233" y="769"/>
                </a:lnTo>
                <a:lnTo>
                  <a:pt x="234" y="769"/>
                </a:lnTo>
                <a:lnTo>
                  <a:pt x="235" y="768"/>
                </a:lnTo>
                <a:lnTo>
                  <a:pt x="235" y="767"/>
                </a:lnTo>
                <a:lnTo>
                  <a:pt x="236" y="767"/>
                </a:lnTo>
                <a:lnTo>
                  <a:pt x="236" y="766"/>
                </a:lnTo>
                <a:lnTo>
                  <a:pt x="237" y="765"/>
                </a:lnTo>
                <a:lnTo>
                  <a:pt x="237" y="764"/>
                </a:lnTo>
                <a:lnTo>
                  <a:pt x="237" y="763"/>
                </a:lnTo>
                <a:lnTo>
                  <a:pt x="237" y="762"/>
                </a:lnTo>
                <a:lnTo>
                  <a:pt x="236" y="762"/>
                </a:lnTo>
                <a:lnTo>
                  <a:pt x="235" y="762"/>
                </a:lnTo>
                <a:lnTo>
                  <a:pt x="234" y="763"/>
                </a:lnTo>
                <a:lnTo>
                  <a:pt x="234" y="764"/>
                </a:lnTo>
                <a:lnTo>
                  <a:pt x="233" y="763"/>
                </a:lnTo>
                <a:lnTo>
                  <a:pt x="232" y="762"/>
                </a:lnTo>
                <a:lnTo>
                  <a:pt x="230" y="760"/>
                </a:lnTo>
                <a:lnTo>
                  <a:pt x="229" y="760"/>
                </a:lnTo>
                <a:lnTo>
                  <a:pt x="229" y="761"/>
                </a:lnTo>
                <a:lnTo>
                  <a:pt x="228" y="762"/>
                </a:lnTo>
                <a:lnTo>
                  <a:pt x="227" y="762"/>
                </a:lnTo>
                <a:lnTo>
                  <a:pt x="227" y="761"/>
                </a:lnTo>
                <a:lnTo>
                  <a:pt x="226" y="761"/>
                </a:lnTo>
                <a:lnTo>
                  <a:pt x="226" y="760"/>
                </a:lnTo>
                <a:lnTo>
                  <a:pt x="226" y="759"/>
                </a:lnTo>
                <a:lnTo>
                  <a:pt x="225" y="759"/>
                </a:lnTo>
                <a:lnTo>
                  <a:pt x="225" y="761"/>
                </a:lnTo>
                <a:lnTo>
                  <a:pt x="224" y="761"/>
                </a:lnTo>
                <a:lnTo>
                  <a:pt x="224" y="760"/>
                </a:lnTo>
                <a:lnTo>
                  <a:pt x="223" y="760"/>
                </a:lnTo>
                <a:lnTo>
                  <a:pt x="223" y="759"/>
                </a:lnTo>
                <a:lnTo>
                  <a:pt x="223" y="758"/>
                </a:lnTo>
                <a:lnTo>
                  <a:pt x="219" y="760"/>
                </a:lnTo>
                <a:lnTo>
                  <a:pt x="218" y="761"/>
                </a:lnTo>
                <a:lnTo>
                  <a:pt x="217" y="761"/>
                </a:lnTo>
                <a:lnTo>
                  <a:pt x="217" y="762"/>
                </a:lnTo>
                <a:lnTo>
                  <a:pt x="215" y="763"/>
                </a:lnTo>
                <a:lnTo>
                  <a:pt x="213" y="763"/>
                </a:lnTo>
                <a:lnTo>
                  <a:pt x="212" y="764"/>
                </a:lnTo>
                <a:lnTo>
                  <a:pt x="211" y="764"/>
                </a:lnTo>
                <a:lnTo>
                  <a:pt x="210" y="765"/>
                </a:lnTo>
                <a:lnTo>
                  <a:pt x="209" y="765"/>
                </a:lnTo>
                <a:lnTo>
                  <a:pt x="208" y="766"/>
                </a:lnTo>
                <a:lnTo>
                  <a:pt x="207" y="767"/>
                </a:lnTo>
                <a:lnTo>
                  <a:pt x="207" y="768"/>
                </a:lnTo>
                <a:lnTo>
                  <a:pt x="208" y="769"/>
                </a:lnTo>
                <a:lnTo>
                  <a:pt x="207" y="770"/>
                </a:lnTo>
                <a:lnTo>
                  <a:pt x="206" y="771"/>
                </a:lnTo>
                <a:lnTo>
                  <a:pt x="205" y="771"/>
                </a:lnTo>
                <a:lnTo>
                  <a:pt x="205" y="770"/>
                </a:lnTo>
                <a:lnTo>
                  <a:pt x="205" y="769"/>
                </a:lnTo>
                <a:lnTo>
                  <a:pt x="206" y="767"/>
                </a:lnTo>
                <a:lnTo>
                  <a:pt x="206" y="766"/>
                </a:lnTo>
                <a:lnTo>
                  <a:pt x="205" y="764"/>
                </a:lnTo>
                <a:lnTo>
                  <a:pt x="204" y="764"/>
                </a:lnTo>
                <a:lnTo>
                  <a:pt x="203" y="763"/>
                </a:lnTo>
                <a:lnTo>
                  <a:pt x="202" y="763"/>
                </a:lnTo>
                <a:lnTo>
                  <a:pt x="202" y="764"/>
                </a:lnTo>
                <a:lnTo>
                  <a:pt x="201" y="764"/>
                </a:lnTo>
                <a:lnTo>
                  <a:pt x="200" y="763"/>
                </a:lnTo>
                <a:lnTo>
                  <a:pt x="198" y="764"/>
                </a:lnTo>
                <a:lnTo>
                  <a:pt x="197" y="765"/>
                </a:lnTo>
                <a:lnTo>
                  <a:pt x="196" y="765"/>
                </a:lnTo>
                <a:lnTo>
                  <a:pt x="194" y="765"/>
                </a:lnTo>
                <a:lnTo>
                  <a:pt x="194" y="764"/>
                </a:lnTo>
                <a:lnTo>
                  <a:pt x="193" y="764"/>
                </a:lnTo>
                <a:lnTo>
                  <a:pt x="192" y="764"/>
                </a:lnTo>
                <a:lnTo>
                  <a:pt x="192" y="763"/>
                </a:lnTo>
                <a:lnTo>
                  <a:pt x="191" y="763"/>
                </a:lnTo>
                <a:lnTo>
                  <a:pt x="191" y="762"/>
                </a:lnTo>
                <a:lnTo>
                  <a:pt x="191" y="761"/>
                </a:lnTo>
                <a:lnTo>
                  <a:pt x="191" y="759"/>
                </a:lnTo>
                <a:lnTo>
                  <a:pt x="190" y="759"/>
                </a:lnTo>
                <a:lnTo>
                  <a:pt x="189" y="759"/>
                </a:lnTo>
                <a:lnTo>
                  <a:pt x="188" y="759"/>
                </a:lnTo>
                <a:lnTo>
                  <a:pt x="187" y="759"/>
                </a:lnTo>
                <a:lnTo>
                  <a:pt x="187" y="758"/>
                </a:lnTo>
                <a:lnTo>
                  <a:pt x="187" y="757"/>
                </a:lnTo>
                <a:lnTo>
                  <a:pt x="188" y="755"/>
                </a:lnTo>
                <a:lnTo>
                  <a:pt x="187" y="754"/>
                </a:lnTo>
                <a:lnTo>
                  <a:pt x="187" y="753"/>
                </a:lnTo>
                <a:lnTo>
                  <a:pt x="186" y="752"/>
                </a:lnTo>
                <a:lnTo>
                  <a:pt x="185" y="753"/>
                </a:lnTo>
                <a:lnTo>
                  <a:pt x="185" y="752"/>
                </a:lnTo>
                <a:lnTo>
                  <a:pt x="184" y="751"/>
                </a:lnTo>
                <a:lnTo>
                  <a:pt x="184" y="750"/>
                </a:lnTo>
                <a:lnTo>
                  <a:pt x="183" y="748"/>
                </a:lnTo>
                <a:lnTo>
                  <a:pt x="184" y="747"/>
                </a:lnTo>
                <a:lnTo>
                  <a:pt x="183" y="746"/>
                </a:lnTo>
                <a:lnTo>
                  <a:pt x="183" y="745"/>
                </a:lnTo>
                <a:lnTo>
                  <a:pt x="183" y="744"/>
                </a:lnTo>
                <a:lnTo>
                  <a:pt x="182" y="745"/>
                </a:lnTo>
                <a:lnTo>
                  <a:pt x="182" y="746"/>
                </a:lnTo>
                <a:lnTo>
                  <a:pt x="181" y="745"/>
                </a:lnTo>
                <a:lnTo>
                  <a:pt x="181" y="744"/>
                </a:lnTo>
                <a:lnTo>
                  <a:pt x="181" y="743"/>
                </a:lnTo>
                <a:lnTo>
                  <a:pt x="180" y="744"/>
                </a:lnTo>
                <a:lnTo>
                  <a:pt x="179" y="745"/>
                </a:lnTo>
                <a:lnTo>
                  <a:pt x="178" y="745"/>
                </a:lnTo>
                <a:lnTo>
                  <a:pt x="178" y="746"/>
                </a:lnTo>
                <a:lnTo>
                  <a:pt x="178" y="747"/>
                </a:lnTo>
                <a:lnTo>
                  <a:pt x="177" y="747"/>
                </a:lnTo>
                <a:lnTo>
                  <a:pt x="177" y="748"/>
                </a:lnTo>
                <a:lnTo>
                  <a:pt x="177" y="749"/>
                </a:lnTo>
                <a:lnTo>
                  <a:pt x="176" y="750"/>
                </a:lnTo>
                <a:lnTo>
                  <a:pt x="175" y="750"/>
                </a:lnTo>
                <a:lnTo>
                  <a:pt x="175" y="749"/>
                </a:lnTo>
                <a:lnTo>
                  <a:pt x="174" y="747"/>
                </a:lnTo>
                <a:lnTo>
                  <a:pt x="175" y="746"/>
                </a:lnTo>
                <a:lnTo>
                  <a:pt x="175" y="743"/>
                </a:lnTo>
                <a:lnTo>
                  <a:pt x="175" y="741"/>
                </a:lnTo>
                <a:lnTo>
                  <a:pt x="174" y="740"/>
                </a:lnTo>
                <a:lnTo>
                  <a:pt x="174" y="739"/>
                </a:lnTo>
                <a:lnTo>
                  <a:pt x="175" y="738"/>
                </a:lnTo>
                <a:lnTo>
                  <a:pt x="176" y="737"/>
                </a:lnTo>
                <a:lnTo>
                  <a:pt x="176" y="738"/>
                </a:lnTo>
                <a:lnTo>
                  <a:pt x="177" y="738"/>
                </a:lnTo>
                <a:lnTo>
                  <a:pt x="177" y="739"/>
                </a:lnTo>
                <a:lnTo>
                  <a:pt x="178" y="739"/>
                </a:lnTo>
                <a:lnTo>
                  <a:pt x="178" y="738"/>
                </a:lnTo>
                <a:lnTo>
                  <a:pt x="178" y="737"/>
                </a:lnTo>
                <a:lnTo>
                  <a:pt x="178" y="736"/>
                </a:lnTo>
                <a:lnTo>
                  <a:pt x="178" y="735"/>
                </a:lnTo>
                <a:lnTo>
                  <a:pt x="177" y="735"/>
                </a:lnTo>
                <a:lnTo>
                  <a:pt x="176" y="734"/>
                </a:lnTo>
                <a:lnTo>
                  <a:pt x="175" y="733"/>
                </a:lnTo>
                <a:lnTo>
                  <a:pt x="175" y="734"/>
                </a:lnTo>
                <a:lnTo>
                  <a:pt x="174" y="734"/>
                </a:lnTo>
                <a:lnTo>
                  <a:pt x="173" y="733"/>
                </a:lnTo>
                <a:lnTo>
                  <a:pt x="172" y="733"/>
                </a:lnTo>
                <a:lnTo>
                  <a:pt x="171" y="732"/>
                </a:lnTo>
                <a:lnTo>
                  <a:pt x="171" y="733"/>
                </a:lnTo>
                <a:lnTo>
                  <a:pt x="170" y="733"/>
                </a:lnTo>
                <a:lnTo>
                  <a:pt x="169" y="732"/>
                </a:lnTo>
                <a:lnTo>
                  <a:pt x="168" y="731"/>
                </a:lnTo>
                <a:lnTo>
                  <a:pt x="168" y="730"/>
                </a:lnTo>
                <a:lnTo>
                  <a:pt x="167" y="729"/>
                </a:lnTo>
                <a:lnTo>
                  <a:pt x="166" y="727"/>
                </a:lnTo>
                <a:lnTo>
                  <a:pt x="166" y="726"/>
                </a:lnTo>
                <a:lnTo>
                  <a:pt x="168" y="725"/>
                </a:lnTo>
                <a:lnTo>
                  <a:pt x="168" y="724"/>
                </a:lnTo>
                <a:lnTo>
                  <a:pt x="168" y="722"/>
                </a:lnTo>
                <a:lnTo>
                  <a:pt x="167" y="721"/>
                </a:lnTo>
                <a:lnTo>
                  <a:pt x="166" y="719"/>
                </a:lnTo>
                <a:lnTo>
                  <a:pt x="167" y="717"/>
                </a:lnTo>
                <a:lnTo>
                  <a:pt x="167" y="716"/>
                </a:lnTo>
                <a:lnTo>
                  <a:pt x="167" y="713"/>
                </a:lnTo>
                <a:lnTo>
                  <a:pt x="168" y="711"/>
                </a:lnTo>
                <a:lnTo>
                  <a:pt x="168" y="710"/>
                </a:lnTo>
                <a:lnTo>
                  <a:pt x="168" y="709"/>
                </a:lnTo>
                <a:lnTo>
                  <a:pt x="168" y="708"/>
                </a:lnTo>
                <a:lnTo>
                  <a:pt x="167" y="707"/>
                </a:lnTo>
                <a:lnTo>
                  <a:pt x="168" y="707"/>
                </a:lnTo>
                <a:lnTo>
                  <a:pt x="168" y="706"/>
                </a:lnTo>
                <a:lnTo>
                  <a:pt x="168" y="703"/>
                </a:lnTo>
                <a:lnTo>
                  <a:pt x="169" y="701"/>
                </a:lnTo>
                <a:lnTo>
                  <a:pt x="169" y="700"/>
                </a:lnTo>
                <a:lnTo>
                  <a:pt x="170" y="700"/>
                </a:lnTo>
                <a:lnTo>
                  <a:pt x="173" y="700"/>
                </a:lnTo>
                <a:lnTo>
                  <a:pt x="172" y="699"/>
                </a:lnTo>
                <a:lnTo>
                  <a:pt x="172" y="698"/>
                </a:lnTo>
                <a:lnTo>
                  <a:pt x="172" y="697"/>
                </a:lnTo>
                <a:lnTo>
                  <a:pt x="175" y="694"/>
                </a:lnTo>
                <a:lnTo>
                  <a:pt x="176" y="694"/>
                </a:lnTo>
                <a:lnTo>
                  <a:pt x="177" y="694"/>
                </a:lnTo>
                <a:lnTo>
                  <a:pt x="177" y="693"/>
                </a:lnTo>
                <a:lnTo>
                  <a:pt x="177" y="692"/>
                </a:lnTo>
                <a:lnTo>
                  <a:pt x="177" y="691"/>
                </a:lnTo>
                <a:lnTo>
                  <a:pt x="178" y="690"/>
                </a:lnTo>
                <a:lnTo>
                  <a:pt x="179" y="691"/>
                </a:lnTo>
                <a:lnTo>
                  <a:pt x="183" y="686"/>
                </a:lnTo>
                <a:lnTo>
                  <a:pt x="183" y="685"/>
                </a:lnTo>
                <a:lnTo>
                  <a:pt x="186" y="685"/>
                </a:lnTo>
                <a:lnTo>
                  <a:pt x="188" y="685"/>
                </a:lnTo>
                <a:lnTo>
                  <a:pt x="189" y="685"/>
                </a:lnTo>
                <a:lnTo>
                  <a:pt x="189" y="686"/>
                </a:lnTo>
                <a:lnTo>
                  <a:pt x="190" y="686"/>
                </a:lnTo>
                <a:lnTo>
                  <a:pt x="191" y="686"/>
                </a:lnTo>
                <a:lnTo>
                  <a:pt x="192" y="686"/>
                </a:lnTo>
                <a:lnTo>
                  <a:pt x="193" y="686"/>
                </a:lnTo>
                <a:lnTo>
                  <a:pt x="194" y="684"/>
                </a:lnTo>
                <a:lnTo>
                  <a:pt x="194" y="682"/>
                </a:lnTo>
                <a:lnTo>
                  <a:pt x="196" y="678"/>
                </a:lnTo>
                <a:lnTo>
                  <a:pt x="196" y="677"/>
                </a:lnTo>
                <a:lnTo>
                  <a:pt x="197" y="676"/>
                </a:lnTo>
                <a:lnTo>
                  <a:pt x="196" y="675"/>
                </a:lnTo>
                <a:lnTo>
                  <a:pt x="195" y="674"/>
                </a:lnTo>
                <a:lnTo>
                  <a:pt x="194" y="674"/>
                </a:lnTo>
                <a:lnTo>
                  <a:pt x="195" y="673"/>
                </a:lnTo>
                <a:lnTo>
                  <a:pt x="194" y="673"/>
                </a:lnTo>
                <a:lnTo>
                  <a:pt x="193" y="670"/>
                </a:lnTo>
                <a:lnTo>
                  <a:pt x="193" y="669"/>
                </a:lnTo>
                <a:lnTo>
                  <a:pt x="192" y="667"/>
                </a:lnTo>
                <a:lnTo>
                  <a:pt x="191" y="664"/>
                </a:lnTo>
                <a:lnTo>
                  <a:pt x="191" y="663"/>
                </a:lnTo>
                <a:lnTo>
                  <a:pt x="190" y="662"/>
                </a:lnTo>
                <a:lnTo>
                  <a:pt x="190" y="661"/>
                </a:lnTo>
                <a:lnTo>
                  <a:pt x="189" y="661"/>
                </a:lnTo>
                <a:lnTo>
                  <a:pt x="188" y="661"/>
                </a:lnTo>
                <a:lnTo>
                  <a:pt x="188" y="658"/>
                </a:lnTo>
                <a:lnTo>
                  <a:pt x="187" y="657"/>
                </a:lnTo>
                <a:lnTo>
                  <a:pt x="188" y="657"/>
                </a:lnTo>
                <a:lnTo>
                  <a:pt x="188" y="656"/>
                </a:lnTo>
                <a:lnTo>
                  <a:pt x="189" y="655"/>
                </a:lnTo>
                <a:lnTo>
                  <a:pt x="189" y="654"/>
                </a:lnTo>
                <a:lnTo>
                  <a:pt x="189" y="653"/>
                </a:lnTo>
                <a:lnTo>
                  <a:pt x="188" y="653"/>
                </a:lnTo>
                <a:lnTo>
                  <a:pt x="188" y="652"/>
                </a:lnTo>
                <a:lnTo>
                  <a:pt x="188" y="651"/>
                </a:lnTo>
                <a:lnTo>
                  <a:pt x="189" y="650"/>
                </a:lnTo>
                <a:lnTo>
                  <a:pt x="190" y="650"/>
                </a:lnTo>
                <a:lnTo>
                  <a:pt x="190" y="649"/>
                </a:lnTo>
                <a:lnTo>
                  <a:pt x="191" y="647"/>
                </a:lnTo>
                <a:lnTo>
                  <a:pt x="191" y="646"/>
                </a:lnTo>
                <a:lnTo>
                  <a:pt x="190" y="645"/>
                </a:lnTo>
                <a:lnTo>
                  <a:pt x="189" y="644"/>
                </a:lnTo>
                <a:lnTo>
                  <a:pt x="189" y="643"/>
                </a:lnTo>
                <a:lnTo>
                  <a:pt x="188" y="643"/>
                </a:lnTo>
                <a:lnTo>
                  <a:pt x="187" y="641"/>
                </a:lnTo>
                <a:lnTo>
                  <a:pt x="187" y="640"/>
                </a:lnTo>
                <a:lnTo>
                  <a:pt x="185" y="639"/>
                </a:lnTo>
                <a:lnTo>
                  <a:pt x="184" y="639"/>
                </a:lnTo>
                <a:lnTo>
                  <a:pt x="182" y="638"/>
                </a:lnTo>
                <a:lnTo>
                  <a:pt x="182" y="636"/>
                </a:lnTo>
                <a:lnTo>
                  <a:pt x="181" y="636"/>
                </a:lnTo>
                <a:lnTo>
                  <a:pt x="181" y="635"/>
                </a:lnTo>
                <a:lnTo>
                  <a:pt x="180" y="635"/>
                </a:lnTo>
                <a:lnTo>
                  <a:pt x="180" y="634"/>
                </a:lnTo>
                <a:lnTo>
                  <a:pt x="180" y="633"/>
                </a:lnTo>
                <a:lnTo>
                  <a:pt x="179" y="632"/>
                </a:lnTo>
                <a:lnTo>
                  <a:pt x="179" y="631"/>
                </a:lnTo>
                <a:lnTo>
                  <a:pt x="178" y="631"/>
                </a:lnTo>
                <a:lnTo>
                  <a:pt x="178" y="630"/>
                </a:lnTo>
                <a:lnTo>
                  <a:pt x="179" y="630"/>
                </a:lnTo>
                <a:lnTo>
                  <a:pt x="180" y="630"/>
                </a:lnTo>
                <a:lnTo>
                  <a:pt x="181" y="630"/>
                </a:lnTo>
                <a:lnTo>
                  <a:pt x="181" y="628"/>
                </a:lnTo>
                <a:lnTo>
                  <a:pt x="181" y="627"/>
                </a:lnTo>
                <a:lnTo>
                  <a:pt x="180" y="627"/>
                </a:lnTo>
                <a:lnTo>
                  <a:pt x="179" y="627"/>
                </a:lnTo>
                <a:lnTo>
                  <a:pt x="178" y="627"/>
                </a:lnTo>
                <a:lnTo>
                  <a:pt x="178" y="626"/>
                </a:lnTo>
                <a:lnTo>
                  <a:pt x="178" y="622"/>
                </a:lnTo>
                <a:lnTo>
                  <a:pt x="178" y="620"/>
                </a:lnTo>
                <a:lnTo>
                  <a:pt x="178" y="619"/>
                </a:lnTo>
                <a:lnTo>
                  <a:pt x="178" y="618"/>
                </a:lnTo>
                <a:lnTo>
                  <a:pt x="178" y="617"/>
                </a:lnTo>
                <a:lnTo>
                  <a:pt x="176" y="616"/>
                </a:lnTo>
                <a:lnTo>
                  <a:pt x="175" y="615"/>
                </a:lnTo>
                <a:lnTo>
                  <a:pt x="174" y="616"/>
                </a:lnTo>
                <a:lnTo>
                  <a:pt x="173" y="616"/>
                </a:lnTo>
                <a:lnTo>
                  <a:pt x="173" y="617"/>
                </a:lnTo>
                <a:lnTo>
                  <a:pt x="172" y="616"/>
                </a:lnTo>
                <a:lnTo>
                  <a:pt x="172" y="615"/>
                </a:lnTo>
                <a:lnTo>
                  <a:pt x="172" y="614"/>
                </a:lnTo>
                <a:lnTo>
                  <a:pt x="173" y="612"/>
                </a:lnTo>
                <a:lnTo>
                  <a:pt x="173" y="611"/>
                </a:lnTo>
                <a:lnTo>
                  <a:pt x="173" y="607"/>
                </a:lnTo>
                <a:lnTo>
                  <a:pt x="173" y="606"/>
                </a:lnTo>
                <a:lnTo>
                  <a:pt x="173" y="605"/>
                </a:lnTo>
                <a:lnTo>
                  <a:pt x="172" y="604"/>
                </a:lnTo>
                <a:lnTo>
                  <a:pt x="171" y="603"/>
                </a:lnTo>
                <a:lnTo>
                  <a:pt x="169" y="600"/>
                </a:lnTo>
                <a:lnTo>
                  <a:pt x="168" y="599"/>
                </a:lnTo>
                <a:lnTo>
                  <a:pt x="167" y="598"/>
                </a:lnTo>
                <a:lnTo>
                  <a:pt x="165" y="596"/>
                </a:lnTo>
                <a:lnTo>
                  <a:pt x="164" y="596"/>
                </a:lnTo>
                <a:lnTo>
                  <a:pt x="163" y="597"/>
                </a:lnTo>
                <a:lnTo>
                  <a:pt x="161" y="598"/>
                </a:lnTo>
                <a:lnTo>
                  <a:pt x="159" y="598"/>
                </a:lnTo>
                <a:lnTo>
                  <a:pt x="156" y="597"/>
                </a:lnTo>
                <a:lnTo>
                  <a:pt x="156" y="596"/>
                </a:lnTo>
                <a:lnTo>
                  <a:pt x="154" y="593"/>
                </a:lnTo>
                <a:lnTo>
                  <a:pt x="153" y="593"/>
                </a:lnTo>
                <a:lnTo>
                  <a:pt x="154" y="592"/>
                </a:lnTo>
                <a:lnTo>
                  <a:pt x="155" y="592"/>
                </a:lnTo>
                <a:lnTo>
                  <a:pt x="156" y="591"/>
                </a:lnTo>
                <a:lnTo>
                  <a:pt x="157" y="590"/>
                </a:lnTo>
                <a:lnTo>
                  <a:pt x="158" y="590"/>
                </a:lnTo>
                <a:lnTo>
                  <a:pt x="157" y="587"/>
                </a:lnTo>
                <a:lnTo>
                  <a:pt x="157" y="586"/>
                </a:lnTo>
                <a:lnTo>
                  <a:pt x="156" y="585"/>
                </a:lnTo>
                <a:lnTo>
                  <a:pt x="156" y="584"/>
                </a:lnTo>
                <a:lnTo>
                  <a:pt x="157" y="584"/>
                </a:lnTo>
                <a:lnTo>
                  <a:pt x="157" y="583"/>
                </a:lnTo>
                <a:lnTo>
                  <a:pt x="155" y="582"/>
                </a:lnTo>
                <a:lnTo>
                  <a:pt x="154" y="582"/>
                </a:lnTo>
                <a:lnTo>
                  <a:pt x="152" y="580"/>
                </a:lnTo>
                <a:lnTo>
                  <a:pt x="152" y="577"/>
                </a:lnTo>
                <a:lnTo>
                  <a:pt x="151" y="576"/>
                </a:lnTo>
                <a:lnTo>
                  <a:pt x="149" y="576"/>
                </a:lnTo>
                <a:lnTo>
                  <a:pt x="149" y="575"/>
                </a:lnTo>
                <a:lnTo>
                  <a:pt x="149" y="572"/>
                </a:lnTo>
                <a:lnTo>
                  <a:pt x="150" y="571"/>
                </a:lnTo>
                <a:lnTo>
                  <a:pt x="150" y="570"/>
                </a:lnTo>
                <a:lnTo>
                  <a:pt x="150" y="569"/>
                </a:lnTo>
                <a:lnTo>
                  <a:pt x="149" y="568"/>
                </a:lnTo>
                <a:lnTo>
                  <a:pt x="147" y="566"/>
                </a:lnTo>
                <a:lnTo>
                  <a:pt x="146" y="563"/>
                </a:lnTo>
                <a:lnTo>
                  <a:pt x="146" y="561"/>
                </a:lnTo>
                <a:lnTo>
                  <a:pt x="146" y="560"/>
                </a:lnTo>
                <a:lnTo>
                  <a:pt x="147" y="559"/>
                </a:lnTo>
                <a:lnTo>
                  <a:pt x="148" y="556"/>
                </a:lnTo>
                <a:lnTo>
                  <a:pt x="148" y="555"/>
                </a:lnTo>
                <a:lnTo>
                  <a:pt x="150" y="555"/>
                </a:lnTo>
                <a:lnTo>
                  <a:pt x="151" y="555"/>
                </a:lnTo>
                <a:lnTo>
                  <a:pt x="152" y="555"/>
                </a:lnTo>
                <a:lnTo>
                  <a:pt x="152" y="554"/>
                </a:lnTo>
                <a:lnTo>
                  <a:pt x="152" y="553"/>
                </a:lnTo>
                <a:lnTo>
                  <a:pt x="155" y="553"/>
                </a:lnTo>
                <a:lnTo>
                  <a:pt x="156" y="553"/>
                </a:lnTo>
                <a:lnTo>
                  <a:pt x="157" y="553"/>
                </a:lnTo>
                <a:lnTo>
                  <a:pt x="157" y="552"/>
                </a:lnTo>
                <a:lnTo>
                  <a:pt x="158" y="551"/>
                </a:lnTo>
                <a:lnTo>
                  <a:pt x="160" y="551"/>
                </a:lnTo>
                <a:lnTo>
                  <a:pt x="161" y="551"/>
                </a:lnTo>
                <a:lnTo>
                  <a:pt x="162" y="552"/>
                </a:lnTo>
                <a:lnTo>
                  <a:pt x="163" y="553"/>
                </a:lnTo>
                <a:lnTo>
                  <a:pt x="164" y="553"/>
                </a:lnTo>
                <a:lnTo>
                  <a:pt x="165" y="553"/>
                </a:lnTo>
                <a:lnTo>
                  <a:pt x="165" y="552"/>
                </a:lnTo>
                <a:lnTo>
                  <a:pt x="166" y="552"/>
                </a:lnTo>
                <a:lnTo>
                  <a:pt x="167" y="551"/>
                </a:lnTo>
                <a:lnTo>
                  <a:pt x="167" y="550"/>
                </a:lnTo>
                <a:lnTo>
                  <a:pt x="167" y="549"/>
                </a:lnTo>
                <a:lnTo>
                  <a:pt x="168" y="549"/>
                </a:lnTo>
                <a:lnTo>
                  <a:pt x="168" y="548"/>
                </a:lnTo>
                <a:lnTo>
                  <a:pt x="168" y="547"/>
                </a:lnTo>
                <a:lnTo>
                  <a:pt x="168" y="546"/>
                </a:lnTo>
                <a:lnTo>
                  <a:pt x="167" y="544"/>
                </a:lnTo>
                <a:lnTo>
                  <a:pt x="167" y="543"/>
                </a:lnTo>
                <a:lnTo>
                  <a:pt x="167" y="541"/>
                </a:lnTo>
                <a:lnTo>
                  <a:pt x="167" y="540"/>
                </a:lnTo>
                <a:lnTo>
                  <a:pt x="167" y="539"/>
                </a:lnTo>
                <a:lnTo>
                  <a:pt x="166" y="540"/>
                </a:lnTo>
                <a:lnTo>
                  <a:pt x="165" y="539"/>
                </a:lnTo>
                <a:lnTo>
                  <a:pt x="163" y="537"/>
                </a:lnTo>
                <a:lnTo>
                  <a:pt x="162" y="536"/>
                </a:lnTo>
                <a:lnTo>
                  <a:pt x="161" y="535"/>
                </a:lnTo>
                <a:lnTo>
                  <a:pt x="160" y="534"/>
                </a:lnTo>
                <a:lnTo>
                  <a:pt x="160" y="533"/>
                </a:lnTo>
                <a:lnTo>
                  <a:pt x="161" y="533"/>
                </a:lnTo>
                <a:lnTo>
                  <a:pt x="161" y="532"/>
                </a:lnTo>
                <a:lnTo>
                  <a:pt x="158" y="530"/>
                </a:lnTo>
                <a:lnTo>
                  <a:pt x="159" y="529"/>
                </a:lnTo>
                <a:lnTo>
                  <a:pt x="158" y="527"/>
                </a:lnTo>
                <a:lnTo>
                  <a:pt x="158" y="526"/>
                </a:lnTo>
                <a:lnTo>
                  <a:pt x="157" y="526"/>
                </a:lnTo>
                <a:lnTo>
                  <a:pt x="155" y="524"/>
                </a:lnTo>
                <a:lnTo>
                  <a:pt x="154" y="523"/>
                </a:lnTo>
                <a:lnTo>
                  <a:pt x="153" y="522"/>
                </a:lnTo>
                <a:lnTo>
                  <a:pt x="153" y="521"/>
                </a:lnTo>
                <a:lnTo>
                  <a:pt x="152" y="521"/>
                </a:lnTo>
                <a:lnTo>
                  <a:pt x="151" y="521"/>
                </a:lnTo>
                <a:lnTo>
                  <a:pt x="150" y="523"/>
                </a:lnTo>
                <a:lnTo>
                  <a:pt x="149" y="522"/>
                </a:lnTo>
                <a:lnTo>
                  <a:pt x="148" y="521"/>
                </a:lnTo>
                <a:lnTo>
                  <a:pt x="147" y="520"/>
                </a:lnTo>
                <a:lnTo>
                  <a:pt x="145" y="521"/>
                </a:lnTo>
                <a:lnTo>
                  <a:pt x="144" y="521"/>
                </a:lnTo>
                <a:lnTo>
                  <a:pt x="144" y="522"/>
                </a:lnTo>
                <a:lnTo>
                  <a:pt x="144" y="523"/>
                </a:lnTo>
                <a:lnTo>
                  <a:pt x="143" y="522"/>
                </a:lnTo>
                <a:lnTo>
                  <a:pt x="142" y="522"/>
                </a:lnTo>
                <a:lnTo>
                  <a:pt x="143" y="520"/>
                </a:lnTo>
                <a:lnTo>
                  <a:pt x="143" y="519"/>
                </a:lnTo>
                <a:lnTo>
                  <a:pt x="143" y="517"/>
                </a:lnTo>
                <a:lnTo>
                  <a:pt x="142" y="514"/>
                </a:lnTo>
                <a:lnTo>
                  <a:pt x="143" y="514"/>
                </a:lnTo>
                <a:lnTo>
                  <a:pt x="143" y="513"/>
                </a:lnTo>
                <a:lnTo>
                  <a:pt x="143" y="511"/>
                </a:lnTo>
                <a:lnTo>
                  <a:pt x="142" y="510"/>
                </a:lnTo>
                <a:lnTo>
                  <a:pt x="142" y="508"/>
                </a:lnTo>
                <a:lnTo>
                  <a:pt x="141" y="507"/>
                </a:lnTo>
                <a:lnTo>
                  <a:pt x="141" y="506"/>
                </a:lnTo>
                <a:lnTo>
                  <a:pt x="140" y="506"/>
                </a:lnTo>
                <a:lnTo>
                  <a:pt x="140" y="504"/>
                </a:lnTo>
                <a:lnTo>
                  <a:pt x="140" y="503"/>
                </a:lnTo>
                <a:lnTo>
                  <a:pt x="140" y="500"/>
                </a:lnTo>
                <a:lnTo>
                  <a:pt x="139" y="500"/>
                </a:lnTo>
                <a:lnTo>
                  <a:pt x="138" y="500"/>
                </a:lnTo>
                <a:lnTo>
                  <a:pt x="136" y="500"/>
                </a:lnTo>
                <a:lnTo>
                  <a:pt x="134" y="500"/>
                </a:lnTo>
                <a:lnTo>
                  <a:pt x="131" y="499"/>
                </a:lnTo>
                <a:lnTo>
                  <a:pt x="126" y="497"/>
                </a:lnTo>
                <a:lnTo>
                  <a:pt x="124" y="495"/>
                </a:lnTo>
                <a:lnTo>
                  <a:pt x="123" y="495"/>
                </a:lnTo>
                <a:lnTo>
                  <a:pt x="121" y="495"/>
                </a:lnTo>
                <a:lnTo>
                  <a:pt x="120" y="496"/>
                </a:lnTo>
                <a:lnTo>
                  <a:pt x="120" y="497"/>
                </a:lnTo>
                <a:lnTo>
                  <a:pt x="120" y="498"/>
                </a:lnTo>
                <a:lnTo>
                  <a:pt x="119" y="498"/>
                </a:lnTo>
                <a:lnTo>
                  <a:pt x="118" y="498"/>
                </a:lnTo>
                <a:lnTo>
                  <a:pt x="118" y="497"/>
                </a:lnTo>
                <a:lnTo>
                  <a:pt x="117" y="497"/>
                </a:lnTo>
                <a:lnTo>
                  <a:pt x="115" y="496"/>
                </a:lnTo>
                <a:lnTo>
                  <a:pt x="116" y="493"/>
                </a:lnTo>
                <a:lnTo>
                  <a:pt x="115" y="492"/>
                </a:lnTo>
                <a:lnTo>
                  <a:pt x="114" y="492"/>
                </a:lnTo>
                <a:lnTo>
                  <a:pt x="112" y="492"/>
                </a:lnTo>
                <a:lnTo>
                  <a:pt x="111" y="492"/>
                </a:lnTo>
                <a:lnTo>
                  <a:pt x="108" y="493"/>
                </a:lnTo>
                <a:lnTo>
                  <a:pt x="106" y="491"/>
                </a:lnTo>
                <a:lnTo>
                  <a:pt x="106" y="483"/>
                </a:lnTo>
                <a:lnTo>
                  <a:pt x="105" y="482"/>
                </a:lnTo>
                <a:lnTo>
                  <a:pt x="102" y="481"/>
                </a:lnTo>
                <a:lnTo>
                  <a:pt x="101" y="480"/>
                </a:lnTo>
                <a:lnTo>
                  <a:pt x="100" y="480"/>
                </a:lnTo>
                <a:lnTo>
                  <a:pt x="100" y="479"/>
                </a:lnTo>
                <a:lnTo>
                  <a:pt x="100" y="478"/>
                </a:lnTo>
                <a:lnTo>
                  <a:pt x="100" y="477"/>
                </a:lnTo>
                <a:lnTo>
                  <a:pt x="101" y="477"/>
                </a:lnTo>
                <a:lnTo>
                  <a:pt x="101" y="476"/>
                </a:lnTo>
                <a:lnTo>
                  <a:pt x="100" y="475"/>
                </a:lnTo>
                <a:lnTo>
                  <a:pt x="99" y="474"/>
                </a:lnTo>
                <a:lnTo>
                  <a:pt x="99" y="473"/>
                </a:lnTo>
                <a:lnTo>
                  <a:pt x="98" y="473"/>
                </a:lnTo>
                <a:lnTo>
                  <a:pt x="97" y="473"/>
                </a:lnTo>
                <a:lnTo>
                  <a:pt x="97" y="471"/>
                </a:lnTo>
                <a:lnTo>
                  <a:pt x="97" y="470"/>
                </a:lnTo>
                <a:lnTo>
                  <a:pt x="96" y="467"/>
                </a:lnTo>
                <a:lnTo>
                  <a:pt x="94" y="465"/>
                </a:lnTo>
                <a:lnTo>
                  <a:pt x="93" y="465"/>
                </a:lnTo>
                <a:lnTo>
                  <a:pt x="93" y="464"/>
                </a:lnTo>
                <a:lnTo>
                  <a:pt x="92" y="464"/>
                </a:lnTo>
                <a:lnTo>
                  <a:pt x="92" y="463"/>
                </a:lnTo>
                <a:lnTo>
                  <a:pt x="91" y="462"/>
                </a:lnTo>
                <a:lnTo>
                  <a:pt x="91" y="461"/>
                </a:lnTo>
                <a:lnTo>
                  <a:pt x="91" y="460"/>
                </a:lnTo>
                <a:lnTo>
                  <a:pt x="91" y="458"/>
                </a:lnTo>
                <a:lnTo>
                  <a:pt x="91" y="456"/>
                </a:lnTo>
                <a:lnTo>
                  <a:pt x="90" y="455"/>
                </a:lnTo>
                <a:lnTo>
                  <a:pt x="89" y="455"/>
                </a:lnTo>
                <a:lnTo>
                  <a:pt x="89" y="454"/>
                </a:lnTo>
                <a:lnTo>
                  <a:pt x="88" y="454"/>
                </a:lnTo>
                <a:lnTo>
                  <a:pt x="87" y="453"/>
                </a:lnTo>
                <a:lnTo>
                  <a:pt x="86" y="452"/>
                </a:lnTo>
                <a:lnTo>
                  <a:pt x="85" y="452"/>
                </a:lnTo>
                <a:lnTo>
                  <a:pt x="84" y="452"/>
                </a:lnTo>
                <a:lnTo>
                  <a:pt x="83" y="452"/>
                </a:lnTo>
                <a:lnTo>
                  <a:pt x="82" y="452"/>
                </a:lnTo>
                <a:lnTo>
                  <a:pt x="82" y="451"/>
                </a:lnTo>
                <a:lnTo>
                  <a:pt x="81" y="451"/>
                </a:lnTo>
                <a:lnTo>
                  <a:pt x="80" y="451"/>
                </a:lnTo>
                <a:lnTo>
                  <a:pt x="80" y="450"/>
                </a:lnTo>
                <a:lnTo>
                  <a:pt x="79" y="449"/>
                </a:lnTo>
                <a:lnTo>
                  <a:pt x="78" y="448"/>
                </a:lnTo>
                <a:lnTo>
                  <a:pt x="77" y="448"/>
                </a:lnTo>
                <a:lnTo>
                  <a:pt x="76" y="449"/>
                </a:lnTo>
                <a:lnTo>
                  <a:pt x="74" y="450"/>
                </a:lnTo>
                <a:lnTo>
                  <a:pt x="73" y="451"/>
                </a:lnTo>
                <a:lnTo>
                  <a:pt x="71" y="453"/>
                </a:lnTo>
                <a:lnTo>
                  <a:pt x="70" y="455"/>
                </a:lnTo>
                <a:lnTo>
                  <a:pt x="69" y="455"/>
                </a:lnTo>
                <a:lnTo>
                  <a:pt x="68" y="456"/>
                </a:lnTo>
                <a:lnTo>
                  <a:pt x="64" y="457"/>
                </a:lnTo>
                <a:lnTo>
                  <a:pt x="63" y="457"/>
                </a:lnTo>
                <a:lnTo>
                  <a:pt x="60" y="457"/>
                </a:lnTo>
                <a:lnTo>
                  <a:pt x="58" y="457"/>
                </a:lnTo>
                <a:lnTo>
                  <a:pt x="55" y="457"/>
                </a:lnTo>
                <a:lnTo>
                  <a:pt x="54" y="457"/>
                </a:lnTo>
                <a:lnTo>
                  <a:pt x="53" y="456"/>
                </a:lnTo>
                <a:lnTo>
                  <a:pt x="53" y="455"/>
                </a:lnTo>
                <a:lnTo>
                  <a:pt x="52" y="454"/>
                </a:lnTo>
                <a:lnTo>
                  <a:pt x="52" y="453"/>
                </a:lnTo>
                <a:lnTo>
                  <a:pt x="50" y="451"/>
                </a:lnTo>
                <a:lnTo>
                  <a:pt x="50" y="449"/>
                </a:lnTo>
                <a:lnTo>
                  <a:pt x="49" y="449"/>
                </a:lnTo>
                <a:lnTo>
                  <a:pt x="49" y="448"/>
                </a:lnTo>
                <a:lnTo>
                  <a:pt x="50" y="445"/>
                </a:lnTo>
                <a:lnTo>
                  <a:pt x="50" y="443"/>
                </a:lnTo>
                <a:lnTo>
                  <a:pt x="51" y="442"/>
                </a:lnTo>
                <a:lnTo>
                  <a:pt x="51" y="441"/>
                </a:lnTo>
                <a:lnTo>
                  <a:pt x="52" y="441"/>
                </a:lnTo>
                <a:lnTo>
                  <a:pt x="53" y="441"/>
                </a:lnTo>
                <a:lnTo>
                  <a:pt x="54" y="441"/>
                </a:lnTo>
                <a:lnTo>
                  <a:pt x="54" y="440"/>
                </a:lnTo>
                <a:lnTo>
                  <a:pt x="53" y="440"/>
                </a:lnTo>
                <a:lnTo>
                  <a:pt x="53" y="439"/>
                </a:lnTo>
                <a:lnTo>
                  <a:pt x="52" y="439"/>
                </a:lnTo>
                <a:lnTo>
                  <a:pt x="52" y="438"/>
                </a:lnTo>
                <a:lnTo>
                  <a:pt x="53" y="438"/>
                </a:lnTo>
                <a:lnTo>
                  <a:pt x="53" y="437"/>
                </a:lnTo>
                <a:lnTo>
                  <a:pt x="55" y="437"/>
                </a:lnTo>
                <a:lnTo>
                  <a:pt x="55" y="438"/>
                </a:lnTo>
                <a:lnTo>
                  <a:pt x="56" y="438"/>
                </a:lnTo>
                <a:lnTo>
                  <a:pt x="57" y="439"/>
                </a:lnTo>
                <a:lnTo>
                  <a:pt x="58" y="439"/>
                </a:lnTo>
                <a:lnTo>
                  <a:pt x="58" y="438"/>
                </a:lnTo>
                <a:lnTo>
                  <a:pt x="59" y="438"/>
                </a:lnTo>
                <a:lnTo>
                  <a:pt x="59" y="437"/>
                </a:lnTo>
                <a:lnTo>
                  <a:pt x="60" y="437"/>
                </a:lnTo>
                <a:lnTo>
                  <a:pt x="60" y="435"/>
                </a:lnTo>
                <a:lnTo>
                  <a:pt x="60" y="434"/>
                </a:lnTo>
                <a:lnTo>
                  <a:pt x="61" y="434"/>
                </a:lnTo>
                <a:lnTo>
                  <a:pt x="61" y="433"/>
                </a:lnTo>
                <a:lnTo>
                  <a:pt x="62" y="433"/>
                </a:lnTo>
                <a:lnTo>
                  <a:pt x="64" y="433"/>
                </a:lnTo>
                <a:lnTo>
                  <a:pt x="64" y="432"/>
                </a:lnTo>
                <a:lnTo>
                  <a:pt x="65" y="432"/>
                </a:lnTo>
                <a:lnTo>
                  <a:pt x="65" y="431"/>
                </a:lnTo>
                <a:lnTo>
                  <a:pt x="66" y="431"/>
                </a:lnTo>
                <a:lnTo>
                  <a:pt x="67" y="431"/>
                </a:lnTo>
                <a:lnTo>
                  <a:pt x="68" y="431"/>
                </a:lnTo>
                <a:lnTo>
                  <a:pt x="68" y="430"/>
                </a:lnTo>
                <a:lnTo>
                  <a:pt x="68" y="429"/>
                </a:lnTo>
                <a:lnTo>
                  <a:pt x="68" y="428"/>
                </a:lnTo>
                <a:lnTo>
                  <a:pt x="68" y="427"/>
                </a:lnTo>
                <a:lnTo>
                  <a:pt x="65" y="427"/>
                </a:lnTo>
                <a:lnTo>
                  <a:pt x="61" y="425"/>
                </a:lnTo>
                <a:lnTo>
                  <a:pt x="60" y="425"/>
                </a:lnTo>
                <a:lnTo>
                  <a:pt x="59" y="423"/>
                </a:lnTo>
                <a:lnTo>
                  <a:pt x="59" y="422"/>
                </a:lnTo>
                <a:lnTo>
                  <a:pt x="59" y="421"/>
                </a:lnTo>
                <a:lnTo>
                  <a:pt x="60" y="421"/>
                </a:lnTo>
                <a:lnTo>
                  <a:pt x="60" y="420"/>
                </a:lnTo>
                <a:lnTo>
                  <a:pt x="61" y="418"/>
                </a:lnTo>
                <a:lnTo>
                  <a:pt x="61" y="417"/>
                </a:lnTo>
                <a:lnTo>
                  <a:pt x="61" y="416"/>
                </a:lnTo>
                <a:lnTo>
                  <a:pt x="62" y="416"/>
                </a:lnTo>
                <a:lnTo>
                  <a:pt x="62" y="415"/>
                </a:lnTo>
                <a:lnTo>
                  <a:pt x="62" y="414"/>
                </a:lnTo>
                <a:lnTo>
                  <a:pt x="61" y="414"/>
                </a:lnTo>
                <a:lnTo>
                  <a:pt x="58" y="412"/>
                </a:lnTo>
                <a:lnTo>
                  <a:pt x="55" y="412"/>
                </a:lnTo>
                <a:lnTo>
                  <a:pt x="55" y="413"/>
                </a:lnTo>
                <a:lnTo>
                  <a:pt x="54" y="413"/>
                </a:lnTo>
                <a:lnTo>
                  <a:pt x="53" y="413"/>
                </a:lnTo>
                <a:lnTo>
                  <a:pt x="51" y="412"/>
                </a:lnTo>
                <a:lnTo>
                  <a:pt x="50" y="412"/>
                </a:lnTo>
                <a:lnTo>
                  <a:pt x="47" y="411"/>
                </a:lnTo>
                <a:lnTo>
                  <a:pt x="46" y="411"/>
                </a:lnTo>
                <a:lnTo>
                  <a:pt x="43" y="411"/>
                </a:lnTo>
                <a:lnTo>
                  <a:pt x="41" y="411"/>
                </a:lnTo>
                <a:lnTo>
                  <a:pt x="40" y="410"/>
                </a:lnTo>
                <a:lnTo>
                  <a:pt x="38" y="409"/>
                </a:lnTo>
                <a:lnTo>
                  <a:pt x="37" y="410"/>
                </a:lnTo>
                <a:lnTo>
                  <a:pt x="36" y="410"/>
                </a:lnTo>
                <a:lnTo>
                  <a:pt x="34" y="411"/>
                </a:lnTo>
                <a:lnTo>
                  <a:pt x="34" y="412"/>
                </a:lnTo>
                <a:lnTo>
                  <a:pt x="32" y="412"/>
                </a:lnTo>
                <a:lnTo>
                  <a:pt x="28" y="412"/>
                </a:lnTo>
                <a:lnTo>
                  <a:pt x="27" y="412"/>
                </a:lnTo>
                <a:lnTo>
                  <a:pt x="25" y="411"/>
                </a:lnTo>
                <a:lnTo>
                  <a:pt x="25" y="409"/>
                </a:lnTo>
                <a:lnTo>
                  <a:pt x="24" y="406"/>
                </a:lnTo>
                <a:lnTo>
                  <a:pt x="23" y="406"/>
                </a:lnTo>
                <a:lnTo>
                  <a:pt x="23" y="407"/>
                </a:lnTo>
                <a:lnTo>
                  <a:pt x="22" y="407"/>
                </a:lnTo>
                <a:lnTo>
                  <a:pt x="18" y="408"/>
                </a:lnTo>
                <a:lnTo>
                  <a:pt x="14" y="411"/>
                </a:lnTo>
                <a:lnTo>
                  <a:pt x="13" y="411"/>
                </a:lnTo>
                <a:lnTo>
                  <a:pt x="13" y="412"/>
                </a:lnTo>
                <a:lnTo>
                  <a:pt x="12" y="412"/>
                </a:lnTo>
                <a:lnTo>
                  <a:pt x="10" y="412"/>
                </a:lnTo>
                <a:lnTo>
                  <a:pt x="9" y="412"/>
                </a:lnTo>
                <a:lnTo>
                  <a:pt x="4" y="413"/>
                </a:lnTo>
                <a:lnTo>
                  <a:pt x="3" y="413"/>
                </a:lnTo>
                <a:lnTo>
                  <a:pt x="1" y="413"/>
                </a:lnTo>
                <a:lnTo>
                  <a:pt x="0" y="411"/>
                </a:lnTo>
                <a:lnTo>
                  <a:pt x="0" y="410"/>
                </a:lnTo>
                <a:lnTo>
                  <a:pt x="2" y="407"/>
                </a:lnTo>
                <a:lnTo>
                  <a:pt x="5" y="406"/>
                </a:lnTo>
                <a:lnTo>
                  <a:pt x="6" y="406"/>
                </a:lnTo>
                <a:lnTo>
                  <a:pt x="7" y="406"/>
                </a:lnTo>
                <a:lnTo>
                  <a:pt x="7" y="407"/>
                </a:lnTo>
                <a:lnTo>
                  <a:pt x="8" y="407"/>
                </a:lnTo>
                <a:lnTo>
                  <a:pt x="9" y="406"/>
                </a:lnTo>
                <a:lnTo>
                  <a:pt x="11" y="405"/>
                </a:lnTo>
                <a:lnTo>
                  <a:pt x="12" y="404"/>
                </a:lnTo>
                <a:lnTo>
                  <a:pt x="13" y="403"/>
                </a:lnTo>
                <a:lnTo>
                  <a:pt x="14" y="403"/>
                </a:lnTo>
                <a:lnTo>
                  <a:pt x="16" y="403"/>
                </a:lnTo>
                <a:lnTo>
                  <a:pt x="17" y="403"/>
                </a:lnTo>
                <a:lnTo>
                  <a:pt x="19" y="402"/>
                </a:lnTo>
                <a:lnTo>
                  <a:pt x="19" y="398"/>
                </a:lnTo>
                <a:lnTo>
                  <a:pt x="21" y="393"/>
                </a:lnTo>
                <a:lnTo>
                  <a:pt x="23" y="393"/>
                </a:lnTo>
                <a:lnTo>
                  <a:pt x="23" y="392"/>
                </a:lnTo>
                <a:lnTo>
                  <a:pt x="34" y="392"/>
                </a:lnTo>
                <a:lnTo>
                  <a:pt x="52" y="391"/>
                </a:lnTo>
                <a:lnTo>
                  <a:pt x="74" y="388"/>
                </a:lnTo>
                <a:lnTo>
                  <a:pt x="82" y="387"/>
                </a:lnTo>
                <a:lnTo>
                  <a:pt x="87" y="384"/>
                </a:lnTo>
                <a:lnTo>
                  <a:pt x="92" y="382"/>
                </a:lnTo>
                <a:lnTo>
                  <a:pt x="98" y="382"/>
                </a:lnTo>
                <a:lnTo>
                  <a:pt x="101" y="380"/>
                </a:lnTo>
                <a:lnTo>
                  <a:pt x="114" y="379"/>
                </a:lnTo>
                <a:lnTo>
                  <a:pt x="117" y="379"/>
                </a:lnTo>
                <a:lnTo>
                  <a:pt x="119" y="378"/>
                </a:lnTo>
                <a:lnTo>
                  <a:pt x="128" y="371"/>
                </a:lnTo>
                <a:lnTo>
                  <a:pt x="139" y="363"/>
                </a:lnTo>
                <a:lnTo>
                  <a:pt x="141" y="361"/>
                </a:lnTo>
                <a:lnTo>
                  <a:pt x="146" y="360"/>
                </a:lnTo>
                <a:lnTo>
                  <a:pt x="151" y="360"/>
                </a:lnTo>
                <a:lnTo>
                  <a:pt x="155" y="357"/>
                </a:lnTo>
                <a:lnTo>
                  <a:pt x="166" y="353"/>
                </a:lnTo>
                <a:lnTo>
                  <a:pt x="171" y="351"/>
                </a:lnTo>
                <a:lnTo>
                  <a:pt x="172" y="351"/>
                </a:lnTo>
                <a:lnTo>
                  <a:pt x="176" y="352"/>
                </a:lnTo>
                <a:lnTo>
                  <a:pt x="185" y="354"/>
                </a:lnTo>
                <a:lnTo>
                  <a:pt x="188" y="353"/>
                </a:lnTo>
                <a:lnTo>
                  <a:pt x="194" y="353"/>
                </a:lnTo>
                <a:lnTo>
                  <a:pt x="205" y="353"/>
                </a:lnTo>
                <a:lnTo>
                  <a:pt x="206" y="353"/>
                </a:lnTo>
                <a:lnTo>
                  <a:pt x="209" y="352"/>
                </a:lnTo>
                <a:lnTo>
                  <a:pt x="211" y="350"/>
                </a:lnTo>
                <a:lnTo>
                  <a:pt x="211" y="342"/>
                </a:lnTo>
                <a:lnTo>
                  <a:pt x="212" y="337"/>
                </a:lnTo>
                <a:lnTo>
                  <a:pt x="213" y="337"/>
                </a:lnTo>
                <a:lnTo>
                  <a:pt x="214" y="337"/>
                </a:lnTo>
                <a:lnTo>
                  <a:pt x="215" y="337"/>
                </a:lnTo>
                <a:lnTo>
                  <a:pt x="217" y="337"/>
                </a:lnTo>
                <a:lnTo>
                  <a:pt x="218" y="338"/>
                </a:lnTo>
                <a:lnTo>
                  <a:pt x="218" y="339"/>
                </a:lnTo>
                <a:lnTo>
                  <a:pt x="219" y="339"/>
                </a:lnTo>
                <a:lnTo>
                  <a:pt x="221" y="338"/>
                </a:lnTo>
                <a:lnTo>
                  <a:pt x="222" y="338"/>
                </a:lnTo>
                <a:lnTo>
                  <a:pt x="222" y="337"/>
                </a:lnTo>
                <a:lnTo>
                  <a:pt x="224" y="336"/>
                </a:lnTo>
                <a:lnTo>
                  <a:pt x="227" y="335"/>
                </a:lnTo>
                <a:lnTo>
                  <a:pt x="229" y="334"/>
                </a:lnTo>
                <a:lnTo>
                  <a:pt x="231" y="333"/>
                </a:lnTo>
                <a:lnTo>
                  <a:pt x="233" y="333"/>
                </a:lnTo>
                <a:lnTo>
                  <a:pt x="233" y="334"/>
                </a:lnTo>
                <a:lnTo>
                  <a:pt x="234" y="334"/>
                </a:lnTo>
                <a:lnTo>
                  <a:pt x="236" y="334"/>
                </a:lnTo>
                <a:lnTo>
                  <a:pt x="236" y="333"/>
                </a:lnTo>
                <a:lnTo>
                  <a:pt x="236" y="331"/>
                </a:lnTo>
                <a:lnTo>
                  <a:pt x="236" y="330"/>
                </a:lnTo>
                <a:lnTo>
                  <a:pt x="236" y="329"/>
                </a:lnTo>
                <a:lnTo>
                  <a:pt x="236" y="328"/>
                </a:lnTo>
                <a:lnTo>
                  <a:pt x="238" y="325"/>
                </a:lnTo>
                <a:lnTo>
                  <a:pt x="239" y="323"/>
                </a:lnTo>
                <a:lnTo>
                  <a:pt x="241" y="322"/>
                </a:lnTo>
                <a:lnTo>
                  <a:pt x="241" y="321"/>
                </a:lnTo>
                <a:lnTo>
                  <a:pt x="241" y="320"/>
                </a:lnTo>
                <a:lnTo>
                  <a:pt x="241" y="318"/>
                </a:lnTo>
                <a:lnTo>
                  <a:pt x="241" y="315"/>
                </a:lnTo>
                <a:lnTo>
                  <a:pt x="241" y="313"/>
                </a:lnTo>
                <a:lnTo>
                  <a:pt x="240" y="312"/>
                </a:lnTo>
                <a:lnTo>
                  <a:pt x="240" y="310"/>
                </a:lnTo>
                <a:lnTo>
                  <a:pt x="240" y="309"/>
                </a:lnTo>
                <a:lnTo>
                  <a:pt x="240" y="308"/>
                </a:lnTo>
                <a:lnTo>
                  <a:pt x="241" y="306"/>
                </a:lnTo>
                <a:lnTo>
                  <a:pt x="241" y="302"/>
                </a:lnTo>
                <a:lnTo>
                  <a:pt x="240" y="301"/>
                </a:lnTo>
                <a:lnTo>
                  <a:pt x="240" y="300"/>
                </a:lnTo>
                <a:lnTo>
                  <a:pt x="241" y="299"/>
                </a:lnTo>
                <a:lnTo>
                  <a:pt x="242" y="299"/>
                </a:lnTo>
                <a:lnTo>
                  <a:pt x="242" y="298"/>
                </a:lnTo>
                <a:lnTo>
                  <a:pt x="245" y="293"/>
                </a:lnTo>
                <a:lnTo>
                  <a:pt x="246" y="292"/>
                </a:lnTo>
                <a:lnTo>
                  <a:pt x="247" y="291"/>
                </a:lnTo>
                <a:lnTo>
                  <a:pt x="247" y="290"/>
                </a:lnTo>
                <a:lnTo>
                  <a:pt x="247" y="289"/>
                </a:lnTo>
                <a:lnTo>
                  <a:pt x="245" y="287"/>
                </a:lnTo>
                <a:lnTo>
                  <a:pt x="243" y="284"/>
                </a:lnTo>
                <a:lnTo>
                  <a:pt x="242" y="283"/>
                </a:lnTo>
                <a:lnTo>
                  <a:pt x="241" y="281"/>
                </a:lnTo>
                <a:lnTo>
                  <a:pt x="241" y="280"/>
                </a:lnTo>
                <a:lnTo>
                  <a:pt x="240" y="279"/>
                </a:lnTo>
                <a:lnTo>
                  <a:pt x="239" y="278"/>
                </a:lnTo>
                <a:lnTo>
                  <a:pt x="238" y="277"/>
                </a:lnTo>
                <a:lnTo>
                  <a:pt x="237" y="275"/>
                </a:lnTo>
                <a:lnTo>
                  <a:pt x="237" y="274"/>
                </a:lnTo>
                <a:lnTo>
                  <a:pt x="236" y="270"/>
                </a:lnTo>
                <a:lnTo>
                  <a:pt x="235" y="267"/>
                </a:lnTo>
                <a:lnTo>
                  <a:pt x="235" y="266"/>
                </a:lnTo>
                <a:lnTo>
                  <a:pt x="234" y="266"/>
                </a:lnTo>
                <a:lnTo>
                  <a:pt x="235" y="260"/>
                </a:lnTo>
                <a:lnTo>
                  <a:pt x="235" y="258"/>
                </a:lnTo>
                <a:lnTo>
                  <a:pt x="236" y="255"/>
                </a:lnTo>
                <a:lnTo>
                  <a:pt x="236" y="251"/>
                </a:lnTo>
                <a:lnTo>
                  <a:pt x="237" y="247"/>
                </a:lnTo>
                <a:lnTo>
                  <a:pt x="240" y="246"/>
                </a:lnTo>
                <a:lnTo>
                  <a:pt x="243" y="245"/>
                </a:lnTo>
                <a:lnTo>
                  <a:pt x="244" y="245"/>
                </a:lnTo>
                <a:lnTo>
                  <a:pt x="245" y="243"/>
                </a:lnTo>
                <a:lnTo>
                  <a:pt x="246" y="243"/>
                </a:lnTo>
                <a:lnTo>
                  <a:pt x="246" y="242"/>
                </a:lnTo>
                <a:lnTo>
                  <a:pt x="246" y="241"/>
                </a:lnTo>
                <a:lnTo>
                  <a:pt x="247" y="240"/>
                </a:lnTo>
                <a:lnTo>
                  <a:pt x="247" y="238"/>
                </a:lnTo>
                <a:lnTo>
                  <a:pt x="248" y="236"/>
                </a:lnTo>
                <a:lnTo>
                  <a:pt x="250" y="231"/>
                </a:lnTo>
                <a:lnTo>
                  <a:pt x="250" y="230"/>
                </a:lnTo>
                <a:lnTo>
                  <a:pt x="250" y="229"/>
                </a:lnTo>
                <a:lnTo>
                  <a:pt x="248" y="226"/>
                </a:lnTo>
                <a:lnTo>
                  <a:pt x="247" y="225"/>
                </a:lnTo>
                <a:lnTo>
                  <a:pt x="246" y="224"/>
                </a:lnTo>
                <a:lnTo>
                  <a:pt x="246" y="222"/>
                </a:lnTo>
                <a:lnTo>
                  <a:pt x="245" y="221"/>
                </a:lnTo>
                <a:lnTo>
                  <a:pt x="244" y="220"/>
                </a:lnTo>
                <a:lnTo>
                  <a:pt x="244" y="219"/>
                </a:lnTo>
                <a:lnTo>
                  <a:pt x="243" y="216"/>
                </a:lnTo>
                <a:lnTo>
                  <a:pt x="243" y="215"/>
                </a:lnTo>
                <a:lnTo>
                  <a:pt x="243" y="214"/>
                </a:lnTo>
                <a:lnTo>
                  <a:pt x="244" y="212"/>
                </a:lnTo>
                <a:lnTo>
                  <a:pt x="245" y="211"/>
                </a:lnTo>
                <a:lnTo>
                  <a:pt x="245" y="210"/>
                </a:lnTo>
                <a:lnTo>
                  <a:pt x="245" y="208"/>
                </a:lnTo>
                <a:lnTo>
                  <a:pt x="244" y="207"/>
                </a:lnTo>
                <a:lnTo>
                  <a:pt x="244" y="206"/>
                </a:lnTo>
                <a:lnTo>
                  <a:pt x="244" y="205"/>
                </a:lnTo>
                <a:lnTo>
                  <a:pt x="244" y="204"/>
                </a:lnTo>
                <a:lnTo>
                  <a:pt x="244" y="202"/>
                </a:lnTo>
                <a:lnTo>
                  <a:pt x="244" y="201"/>
                </a:lnTo>
                <a:lnTo>
                  <a:pt x="244" y="200"/>
                </a:lnTo>
                <a:lnTo>
                  <a:pt x="245" y="200"/>
                </a:lnTo>
                <a:lnTo>
                  <a:pt x="246" y="200"/>
                </a:lnTo>
                <a:lnTo>
                  <a:pt x="247" y="199"/>
                </a:lnTo>
                <a:lnTo>
                  <a:pt x="247" y="198"/>
                </a:lnTo>
                <a:lnTo>
                  <a:pt x="247" y="196"/>
                </a:lnTo>
                <a:lnTo>
                  <a:pt x="246" y="195"/>
                </a:lnTo>
                <a:lnTo>
                  <a:pt x="246" y="194"/>
                </a:lnTo>
                <a:lnTo>
                  <a:pt x="245" y="194"/>
                </a:lnTo>
                <a:lnTo>
                  <a:pt x="245" y="193"/>
                </a:lnTo>
                <a:lnTo>
                  <a:pt x="245" y="192"/>
                </a:lnTo>
                <a:lnTo>
                  <a:pt x="245" y="190"/>
                </a:lnTo>
                <a:lnTo>
                  <a:pt x="246" y="190"/>
                </a:lnTo>
                <a:lnTo>
                  <a:pt x="246" y="186"/>
                </a:lnTo>
                <a:lnTo>
                  <a:pt x="247" y="186"/>
                </a:lnTo>
                <a:lnTo>
                  <a:pt x="247" y="184"/>
                </a:lnTo>
                <a:lnTo>
                  <a:pt x="249" y="182"/>
                </a:lnTo>
                <a:lnTo>
                  <a:pt x="249" y="179"/>
                </a:lnTo>
                <a:lnTo>
                  <a:pt x="249" y="177"/>
                </a:lnTo>
                <a:lnTo>
                  <a:pt x="249" y="176"/>
                </a:lnTo>
                <a:lnTo>
                  <a:pt x="248" y="175"/>
                </a:lnTo>
                <a:lnTo>
                  <a:pt x="248" y="174"/>
                </a:lnTo>
                <a:lnTo>
                  <a:pt x="248" y="173"/>
                </a:lnTo>
                <a:lnTo>
                  <a:pt x="248" y="172"/>
                </a:lnTo>
                <a:lnTo>
                  <a:pt x="248" y="171"/>
                </a:lnTo>
                <a:lnTo>
                  <a:pt x="249" y="171"/>
                </a:lnTo>
                <a:lnTo>
                  <a:pt x="249" y="170"/>
                </a:lnTo>
                <a:lnTo>
                  <a:pt x="250" y="170"/>
                </a:lnTo>
                <a:lnTo>
                  <a:pt x="251" y="170"/>
                </a:lnTo>
                <a:lnTo>
                  <a:pt x="251" y="168"/>
                </a:lnTo>
                <a:lnTo>
                  <a:pt x="249" y="165"/>
                </a:lnTo>
                <a:lnTo>
                  <a:pt x="248" y="164"/>
                </a:lnTo>
                <a:lnTo>
                  <a:pt x="248" y="162"/>
                </a:lnTo>
                <a:lnTo>
                  <a:pt x="248" y="161"/>
                </a:lnTo>
                <a:lnTo>
                  <a:pt x="247" y="160"/>
                </a:lnTo>
                <a:lnTo>
                  <a:pt x="247" y="158"/>
                </a:lnTo>
                <a:lnTo>
                  <a:pt x="248" y="156"/>
                </a:lnTo>
                <a:lnTo>
                  <a:pt x="248" y="155"/>
                </a:lnTo>
                <a:lnTo>
                  <a:pt x="249" y="155"/>
                </a:lnTo>
                <a:lnTo>
                  <a:pt x="250" y="155"/>
                </a:lnTo>
                <a:lnTo>
                  <a:pt x="251" y="154"/>
                </a:lnTo>
                <a:lnTo>
                  <a:pt x="250" y="153"/>
                </a:lnTo>
                <a:lnTo>
                  <a:pt x="250" y="151"/>
                </a:lnTo>
                <a:lnTo>
                  <a:pt x="251" y="151"/>
                </a:lnTo>
                <a:lnTo>
                  <a:pt x="252" y="150"/>
                </a:lnTo>
                <a:lnTo>
                  <a:pt x="253" y="148"/>
                </a:lnTo>
                <a:lnTo>
                  <a:pt x="254" y="147"/>
                </a:lnTo>
                <a:lnTo>
                  <a:pt x="254" y="146"/>
                </a:lnTo>
                <a:lnTo>
                  <a:pt x="253" y="145"/>
                </a:lnTo>
                <a:lnTo>
                  <a:pt x="253" y="144"/>
                </a:lnTo>
                <a:lnTo>
                  <a:pt x="252" y="144"/>
                </a:lnTo>
                <a:lnTo>
                  <a:pt x="252" y="143"/>
                </a:lnTo>
                <a:lnTo>
                  <a:pt x="252" y="142"/>
                </a:lnTo>
                <a:lnTo>
                  <a:pt x="253" y="142"/>
                </a:lnTo>
                <a:lnTo>
                  <a:pt x="253" y="141"/>
                </a:lnTo>
                <a:lnTo>
                  <a:pt x="254" y="141"/>
                </a:lnTo>
                <a:lnTo>
                  <a:pt x="256" y="139"/>
                </a:lnTo>
                <a:lnTo>
                  <a:pt x="256" y="137"/>
                </a:lnTo>
                <a:lnTo>
                  <a:pt x="256" y="136"/>
                </a:lnTo>
                <a:lnTo>
                  <a:pt x="255" y="135"/>
                </a:lnTo>
                <a:lnTo>
                  <a:pt x="255" y="134"/>
                </a:lnTo>
                <a:lnTo>
                  <a:pt x="255" y="133"/>
                </a:lnTo>
                <a:lnTo>
                  <a:pt x="255" y="132"/>
                </a:lnTo>
                <a:lnTo>
                  <a:pt x="255" y="131"/>
                </a:lnTo>
                <a:lnTo>
                  <a:pt x="255" y="130"/>
                </a:lnTo>
                <a:lnTo>
                  <a:pt x="254" y="129"/>
                </a:lnTo>
                <a:lnTo>
                  <a:pt x="254" y="128"/>
                </a:lnTo>
                <a:lnTo>
                  <a:pt x="254" y="127"/>
                </a:lnTo>
                <a:lnTo>
                  <a:pt x="255" y="127"/>
                </a:lnTo>
                <a:lnTo>
                  <a:pt x="256" y="126"/>
                </a:lnTo>
                <a:lnTo>
                  <a:pt x="260" y="124"/>
                </a:lnTo>
                <a:lnTo>
                  <a:pt x="260" y="123"/>
                </a:lnTo>
                <a:lnTo>
                  <a:pt x="261" y="120"/>
                </a:lnTo>
                <a:lnTo>
                  <a:pt x="262" y="120"/>
                </a:lnTo>
                <a:lnTo>
                  <a:pt x="266" y="115"/>
                </a:lnTo>
                <a:lnTo>
                  <a:pt x="267" y="114"/>
                </a:lnTo>
                <a:lnTo>
                  <a:pt x="269" y="113"/>
                </a:lnTo>
                <a:lnTo>
                  <a:pt x="270" y="111"/>
                </a:lnTo>
                <a:lnTo>
                  <a:pt x="270" y="110"/>
                </a:lnTo>
                <a:lnTo>
                  <a:pt x="271" y="109"/>
                </a:lnTo>
                <a:lnTo>
                  <a:pt x="270" y="109"/>
                </a:lnTo>
                <a:lnTo>
                  <a:pt x="269" y="109"/>
                </a:lnTo>
                <a:lnTo>
                  <a:pt x="268" y="109"/>
                </a:lnTo>
                <a:lnTo>
                  <a:pt x="267" y="109"/>
                </a:lnTo>
                <a:lnTo>
                  <a:pt x="265" y="105"/>
                </a:lnTo>
                <a:lnTo>
                  <a:pt x="265" y="104"/>
                </a:lnTo>
                <a:lnTo>
                  <a:pt x="268" y="100"/>
                </a:lnTo>
                <a:lnTo>
                  <a:pt x="269" y="99"/>
                </a:lnTo>
                <a:lnTo>
                  <a:pt x="270" y="99"/>
                </a:lnTo>
                <a:lnTo>
                  <a:pt x="270" y="98"/>
                </a:lnTo>
                <a:lnTo>
                  <a:pt x="270" y="97"/>
                </a:lnTo>
                <a:lnTo>
                  <a:pt x="270" y="96"/>
                </a:lnTo>
                <a:lnTo>
                  <a:pt x="270" y="95"/>
                </a:lnTo>
                <a:lnTo>
                  <a:pt x="271" y="95"/>
                </a:lnTo>
                <a:lnTo>
                  <a:pt x="272" y="95"/>
                </a:lnTo>
                <a:lnTo>
                  <a:pt x="273" y="94"/>
                </a:lnTo>
                <a:lnTo>
                  <a:pt x="273" y="93"/>
                </a:lnTo>
                <a:lnTo>
                  <a:pt x="274" y="93"/>
                </a:lnTo>
                <a:lnTo>
                  <a:pt x="274" y="92"/>
                </a:lnTo>
                <a:lnTo>
                  <a:pt x="275" y="91"/>
                </a:lnTo>
                <a:lnTo>
                  <a:pt x="276" y="91"/>
                </a:lnTo>
                <a:lnTo>
                  <a:pt x="277" y="91"/>
                </a:lnTo>
                <a:lnTo>
                  <a:pt x="279" y="90"/>
                </a:lnTo>
                <a:lnTo>
                  <a:pt x="279" y="89"/>
                </a:lnTo>
                <a:lnTo>
                  <a:pt x="279" y="88"/>
                </a:lnTo>
                <a:lnTo>
                  <a:pt x="280" y="87"/>
                </a:lnTo>
                <a:lnTo>
                  <a:pt x="280" y="86"/>
                </a:lnTo>
                <a:lnTo>
                  <a:pt x="281" y="85"/>
                </a:lnTo>
                <a:lnTo>
                  <a:pt x="282" y="83"/>
                </a:lnTo>
                <a:lnTo>
                  <a:pt x="283" y="82"/>
                </a:lnTo>
                <a:lnTo>
                  <a:pt x="284" y="80"/>
                </a:lnTo>
                <a:lnTo>
                  <a:pt x="284" y="79"/>
                </a:lnTo>
                <a:lnTo>
                  <a:pt x="283" y="78"/>
                </a:lnTo>
                <a:lnTo>
                  <a:pt x="281" y="77"/>
                </a:lnTo>
                <a:lnTo>
                  <a:pt x="282" y="76"/>
                </a:lnTo>
                <a:lnTo>
                  <a:pt x="283" y="75"/>
                </a:lnTo>
                <a:lnTo>
                  <a:pt x="283" y="74"/>
                </a:lnTo>
                <a:lnTo>
                  <a:pt x="283" y="73"/>
                </a:lnTo>
                <a:lnTo>
                  <a:pt x="283" y="71"/>
                </a:lnTo>
                <a:lnTo>
                  <a:pt x="283" y="68"/>
                </a:lnTo>
                <a:lnTo>
                  <a:pt x="284" y="67"/>
                </a:lnTo>
                <a:lnTo>
                  <a:pt x="284" y="66"/>
                </a:lnTo>
                <a:lnTo>
                  <a:pt x="285" y="65"/>
                </a:lnTo>
                <a:lnTo>
                  <a:pt x="284" y="65"/>
                </a:lnTo>
                <a:lnTo>
                  <a:pt x="285" y="63"/>
                </a:lnTo>
                <a:lnTo>
                  <a:pt x="287" y="62"/>
                </a:lnTo>
                <a:lnTo>
                  <a:pt x="287" y="60"/>
                </a:lnTo>
                <a:lnTo>
                  <a:pt x="287" y="58"/>
                </a:lnTo>
                <a:lnTo>
                  <a:pt x="287" y="57"/>
                </a:lnTo>
                <a:lnTo>
                  <a:pt x="288" y="56"/>
                </a:lnTo>
                <a:lnTo>
                  <a:pt x="289" y="56"/>
                </a:lnTo>
                <a:lnTo>
                  <a:pt x="289" y="55"/>
                </a:lnTo>
                <a:lnTo>
                  <a:pt x="290" y="53"/>
                </a:lnTo>
                <a:lnTo>
                  <a:pt x="292" y="50"/>
                </a:lnTo>
                <a:lnTo>
                  <a:pt x="293" y="49"/>
                </a:lnTo>
                <a:lnTo>
                  <a:pt x="294" y="49"/>
                </a:lnTo>
                <a:lnTo>
                  <a:pt x="295" y="49"/>
                </a:lnTo>
                <a:lnTo>
                  <a:pt x="296" y="49"/>
                </a:lnTo>
                <a:lnTo>
                  <a:pt x="296" y="50"/>
                </a:lnTo>
                <a:lnTo>
                  <a:pt x="298" y="51"/>
                </a:lnTo>
                <a:lnTo>
                  <a:pt x="299" y="52"/>
                </a:lnTo>
                <a:lnTo>
                  <a:pt x="300" y="52"/>
                </a:lnTo>
                <a:lnTo>
                  <a:pt x="300" y="53"/>
                </a:lnTo>
                <a:lnTo>
                  <a:pt x="301" y="54"/>
                </a:lnTo>
                <a:lnTo>
                  <a:pt x="303" y="54"/>
                </a:lnTo>
                <a:lnTo>
                  <a:pt x="304" y="54"/>
                </a:lnTo>
                <a:lnTo>
                  <a:pt x="304" y="53"/>
                </a:lnTo>
                <a:lnTo>
                  <a:pt x="305" y="53"/>
                </a:lnTo>
                <a:lnTo>
                  <a:pt x="307" y="53"/>
                </a:lnTo>
                <a:lnTo>
                  <a:pt x="309" y="54"/>
                </a:lnTo>
                <a:lnTo>
                  <a:pt x="312" y="53"/>
                </a:lnTo>
                <a:lnTo>
                  <a:pt x="314" y="52"/>
                </a:lnTo>
                <a:lnTo>
                  <a:pt x="315" y="49"/>
                </a:lnTo>
                <a:lnTo>
                  <a:pt x="315" y="43"/>
                </a:lnTo>
                <a:lnTo>
                  <a:pt x="314" y="42"/>
                </a:lnTo>
                <a:lnTo>
                  <a:pt x="313" y="41"/>
                </a:lnTo>
                <a:lnTo>
                  <a:pt x="313" y="39"/>
                </a:lnTo>
                <a:lnTo>
                  <a:pt x="313" y="38"/>
                </a:lnTo>
                <a:lnTo>
                  <a:pt x="314" y="38"/>
                </a:lnTo>
                <a:lnTo>
                  <a:pt x="314" y="36"/>
                </a:lnTo>
                <a:lnTo>
                  <a:pt x="314" y="35"/>
                </a:lnTo>
                <a:lnTo>
                  <a:pt x="314" y="34"/>
                </a:lnTo>
                <a:lnTo>
                  <a:pt x="313" y="32"/>
                </a:lnTo>
                <a:lnTo>
                  <a:pt x="313" y="31"/>
                </a:lnTo>
                <a:lnTo>
                  <a:pt x="313" y="29"/>
                </a:lnTo>
                <a:lnTo>
                  <a:pt x="312" y="28"/>
                </a:lnTo>
                <a:lnTo>
                  <a:pt x="312" y="27"/>
                </a:lnTo>
                <a:lnTo>
                  <a:pt x="312" y="26"/>
                </a:lnTo>
                <a:lnTo>
                  <a:pt x="313" y="25"/>
                </a:lnTo>
                <a:lnTo>
                  <a:pt x="314" y="24"/>
                </a:lnTo>
                <a:lnTo>
                  <a:pt x="315" y="24"/>
                </a:lnTo>
                <a:lnTo>
                  <a:pt x="316" y="24"/>
                </a:lnTo>
                <a:lnTo>
                  <a:pt x="317" y="24"/>
                </a:lnTo>
                <a:lnTo>
                  <a:pt x="319" y="24"/>
                </a:lnTo>
                <a:lnTo>
                  <a:pt x="319" y="23"/>
                </a:lnTo>
                <a:lnTo>
                  <a:pt x="323" y="23"/>
                </a:lnTo>
                <a:lnTo>
                  <a:pt x="324" y="23"/>
                </a:lnTo>
                <a:lnTo>
                  <a:pt x="326" y="23"/>
                </a:lnTo>
                <a:lnTo>
                  <a:pt x="327" y="22"/>
                </a:lnTo>
                <a:lnTo>
                  <a:pt x="331" y="22"/>
                </a:lnTo>
                <a:lnTo>
                  <a:pt x="336" y="22"/>
                </a:lnTo>
                <a:lnTo>
                  <a:pt x="337" y="22"/>
                </a:lnTo>
                <a:lnTo>
                  <a:pt x="338" y="22"/>
                </a:lnTo>
                <a:lnTo>
                  <a:pt x="339" y="22"/>
                </a:lnTo>
                <a:lnTo>
                  <a:pt x="340" y="22"/>
                </a:lnTo>
                <a:lnTo>
                  <a:pt x="341" y="22"/>
                </a:lnTo>
                <a:lnTo>
                  <a:pt x="344" y="23"/>
                </a:lnTo>
                <a:lnTo>
                  <a:pt x="348" y="25"/>
                </a:lnTo>
                <a:lnTo>
                  <a:pt x="349" y="24"/>
                </a:lnTo>
                <a:lnTo>
                  <a:pt x="352" y="19"/>
                </a:lnTo>
                <a:lnTo>
                  <a:pt x="356" y="12"/>
                </a:lnTo>
                <a:lnTo>
                  <a:pt x="360" y="9"/>
                </a:lnTo>
                <a:lnTo>
                  <a:pt x="364" y="3"/>
                </a:lnTo>
                <a:lnTo>
                  <a:pt x="367" y="4"/>
                </a:lnTo>
                <a:lnTo>
                  <a:pt x="368" y="5"/>
                </a:lnTo>
                <a:lnTo>
                  <a:pt x="369" y="5"/>
                </a:lnTo>
                <a:lnTo>
                  <a:pt x="369" y="6"/>
                </a:lnTo>
                <a:lnTo>
                  <a:pt x="370" y="6"/>
                </a:lnTo>
                <a:lnTo>
                  <a:pt x="370" y="7"/>
                </a:lnTo>
                <a:lnTo>
                  <a:pt x="371" y="7"/>
                </a:lnTo>
                <a:lnTo>
                  <a:pt x="374" y="7"/>
                </a:lnTo>
                <a:lnTo>
                  <a:pt x="375" y="7"/>
                </a:lnTo>
                <a:lnTo>
                  <a:pt x="376" y="7"/>
                </a:lnTo>
                <a:lnTo>
                  <a:pt x="377" y="6"/>
                </a:lnTo>
                <a:lnTo>
                  <a:pt x="378" y="5"/>
                </a:lnTo>
                <a:lnTo>
                  <a:pt x="380" y="4"/>
                </a:lnTo>
                <a:lnTo>
                  <a:pt x="384" y="2"/>
                </a:lnTo>
                <a:lnTo>
                  <a:pt x="384" y="1"/>
                </a:lnTo>
                <a:lnTo>
                  <a:pt x="385" y="1"/>
                </a:lnTo>
                <a:lnTo>
                  <a:pt x="387" y="0"/>
                </a:lnTo>
                <a:lnTo>
                  <a:pt x="387" y="2"/>
                </a:lnTo>
                <a:lnTo>
                  <a:pt x="387" y="3"/>
                </a:lnTo>
                <a:lnTo>
                  <a:pt x="388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" name=""/>
          <p:cNvSpPr/>
          <p:nvPr/>
        </p:nvSpPr>
        <p:spPr>
          <a:xfrm>
            <a:off x="2524680" y="570240"/>
            <a:ext cx="1277640" cy="995400"/>
          </a:xfrm>
          <a:custGeom>
            <a:avLst/>
            <a:gdLst/>
            <a:ahLst/>
            <a:rect l="0" t="0" r="r" b="b"/>
            <a:pathLst>
              <a:path w="3549" h="2765">
                <a:moveTo>
                  <a:pt x="3549" y="1481"/>
                </a:moveTo>
                <a:lnTo>
                  <a:pt x="3545" y="1483"/>
                </a:lnTo>
                <a:lnTo>
                  <a:pt x="3545" y="1484"/>
                </a:lnTo>
                <a:lnTo>
                  <a:pt x="3544" y="1484"/>
                </a:lnTo>
                <a:lnTo>
                  <a:pt x="3543" y="1484"/>
                </a:lnTo>
                <a:lnTo>
                  <a:pt x="3543" y="1485"/>
                </a:lnTo>
                <a:lnTo>
                  <a:pt x="3542" y="1485"/>
                </a:lnTo>
                <a:lnTo>
                  <a:pt x="3541" y="1485"/>
                </a:lnTo>
                <a:lnTo>
                  <a:pt x="3541" y="1486"/>
                </a:lnTo>
                <a:lnTo>
                  <a:pt x="3540" y="1486"/>
                </a:lnTo>
                <a:lnTo>
                  <a:pt x="3539" y="1486"/>
                </a:lnTo>
                <a:lnTo>
                  <a:pt x="3538" y="1487"/>
                </a:lnTo>
                <a:lnTo>
                  <a:pt x="3537" y="1487"/>
                </a:lnTo>
                <a:lnTo>
                  <a:pt x="3536" y="1488"/>
                </a:lnTo>
                <a:lnTo>
                  <a:pt x="3535" y="1488"/>
                </a:lnTo>
                <a:lnTo>
                  <a:pt x="3534" y="1489"/>
                </a:lnTo>
                <a:lnTo>
                  <a:pt x="3533" y="1489"/>
                </a:lnTo>
                <a:lnTo>
                  <a:pt x="3532" y="1489"/>
                </a:lnTo>
                <a:lnTo>
                  <a:pt x="3532" y="1490"/>
                </a:lnTo>
                <a:lnTo>
                  <a:pt x="3531" y="1490"/>
                </a:lnTo>
                <a:lnTo>
                  <a:pt x="3530" y="1491"/>
                </a:lnTo>
                <a:lnTo>
                  <a:pt x="3529" y="1491"/>
                </a:lnTo>
                <a:lnTo>
                  <a:pt x="3528" y="1492"/>
                </a:lnTo>
                <a:lnTo>
                  <a:pt x="3526" y="1493"/>
                </a:lnTo>
                <a:lnTo>
                  <a:pt x="3523" y="1494"/>
                </a:lnTo>
                <a:lnTo>
                  <a:pt x="3522" y="1495"/>
                </a:lnTo>
                <a:lnTo>
                  <a:pt x="3517" y="1497"/>
                </a:lnTo>
                <a:lnTo>
                  <a:pt x="3516" y="1497"/>
                </a:lnTo>
                <a:lnTo>
                  <a:pt x="3515" y="1497"/>
                </a:lnTo>
                <a:lnTo>
                  <a:pt x="3515" y="1498"/>
                </a:lnTo>
                <a:lnTo>
                  <a:pt x="3514" y="1498"/>
                </a:lnTo>
                <a:lnTo>
                  <a:pt x="3513" y="1500"/>
                </a:lnTo>
                <a:lnTo>
                  <a:pt x="3510" y="1501"/>
                </a:lnTo>
                <a:lnTo>
                  <a:pt x="3509" y="1501"/>
                </a:lnTo>
                <a:lnTo>
                  <a:pt x="3508" y="1501"/>
                </a:lnTo>
                <a:lnTo>
                  <a:pt x="3505" y="1502"/>
                </a:lnTo>
                <a:lnTo>
                  <a:pt x="3504" y="1503"/>
                </a:lnTo>
                <a:lnTo>
                  <a:pt x="3500" y="1509"/>
                </a:lnTo>
                <a:lnTo>
                  <a:pt x="3499" y="1509"/>
                </a:lnTo>
                <a:lnTo>
                  <a:pt x="3498" y="1510"/>
                </a:lnTo>
                <a:lnTo>
                  <a:pt x="3497" y="1510"/>
                </a:lnTo>
                <a:lnTo>
                  <a:pt x="3497" y="1511"/>
                </a:lnTo>
                <a:lnTo>
                  <a:pt x="3496" y="1511"/>
                </a:lnTo>
                <a:lnTo>
                  <a:pt x="3493" y="1513"/>
                </a:lnTo>
                <a:lnTo>
                  <a:pt x="3492" y="1514"/>
                </a:lnTo>
                <a:lnTo>
                  <a:pt x="3491" y="1514"/>
                </a:lnTo>
                <a:lnTo>
                  <a:pt x="3490" y="1522"/>
                </a:lnTo>
                <a:lnTo>
                  <a:pt x="3490" y="1526"/>
                </a:lnTo>
                <a:lnTo>
                  <a:pt x="3487" y="1530"/>
                </a:lnTo>
                <a:lnTo>
                  <a:pt x="3486" y="1532"/>
                </a:lnTo>
                <a:lnTo>
                  <a:pt x="3483" y="1535"/>
                </a:lnTo>
                <a:lnTo>
                  <a:pt x="3486" y="1537"/>
                </a:lnTo>
                <a:lnTo>
                  <a:pt x="3495" y="1541"/>
                </a:lnTo>
                <a:lnTo>
                  <a:pt x="3491" y="1553"/>
                </a:lnTo>
                <a:lnTo>
                  <a:pt x="3490" y="1557"/>
                </a:lnTo>
                <a:lnTo>
                  <a:pt x="3490" y="1559"/>
                </a:lnTo>
                <a:lnTo>
                  <a:pt x="3509" y="1583"/>
                </a:lnTo>
                <a:lnTo>
                  <a:pt x="3502" y="1588"/>
                </a:lnTo>
                <a:lnTo>
                  <a:pt x="3497" y="1592"/>
                </a:lnTo>
                <a:lnTo>
                  <a:pt x="3492" y="1596"/>
                </a:lnTo>
                <a:lnTo>
                  <a:pt x="3500" y="1616"/>
                </a:lnTo>
                <a:lnTo>
                  <a:pt x="3498" y="1621"/>
                </a:lnTo>
                <a:lnTo>
                  <a:pt x="3499" y="1621"/>
                </a:lnTo>
                <a:lnTo>
                  <a:pt x="3499" y="1622"/>
                </a:lnTo>
                <a:lnTo>
                  <a:pt x="3499" y="1623"/>
                </a:lnTo>
                <a:lnTo>
                  <a:pt x="3498" y="1624"/>
                </a:lnTo>
                <a:lnTo>
                  <a:pt x="3497" y="1625"/>
                </a:lnTo>
                <a:lnTo>
                  <a:pt x="3497" y="1626"/>
                </a:lnTo>
                <a:lnTo>
                  <a:pt x="3496" y="1627"/>
                </a:lnTo>
                <a:lnTo>
                  <a:pt x="3496" y="1628"/>
                </a:lnTo>
                <a:lnTo>
                  <a:pt x="3495" y="1628"/>
                </a:lnTo>
                <a:lnTo>
                  <a:pt x="3495" y="1629"/>
                </a:lnTo>
                <a:lnTo>
                  <a:pt x="3495" y="1630"/>
                </a:lnTo>
                <a:lnTo>
                  <a:pt x="3494" y="1631"/>
                </a:lnTo>
                <a:lnTo>
                  <a:pt x="3493" y="1632"/>
                </a:lnTo>
                <a:lnTo>
                  <a:pt x="3492" y="1633"/>
                </a:lnTo>
                <a:lnTo>
                  <a:pt x="3490" y="1634"/>
                </a:lnTo>
                <a:lnTo>
                  <a:pt x="3490" y="1635"/>
                </a:lnTo>
                <a:lnTo>
                  <a:pt x="3489" y="1636"/>
                </a:lnTo>
                <a:lnTo>
                  <a:pt x="3487" y="1637"/>
                </a:lnTo>
                <a:lnTo>
                  <a:pt x="3485" y="1639"/>
                </a:lnTo>
                <a:lnTo>
                  <a:pt x="3484" y="1640"/>
                </a:lnTo>
                <a:lnTo>
                  <a:pt x="3482" y="1641"/>
                </a:lnTo>
                <a:lnTo>
                  <a:pt x="3482" y="1642"/>
                </a:lnTo>
                <a:lnTo>
                  <a:pt x="3481" y="1642"/>
                </a:lnTo>
                <a:lnTo>
                  <a:pt x="3480" y="1642"/>
                </a:lnTo>
                <a:lnTo>
                  <a:pt x="3480" y="1643"/>
                </a:lnTo>
                <a:lnTo>
                  <a:pt x="3479" y="1643"/>
                </a:lnTo>
                <a:lnTo>
                  <a:pt x="3478" y="1644"/>
                </a:lnTo>
                <a:lnTo>
                  <a:pt x="3476" y="1645"/>
                </a:lnTo>
                <a:lnTo>
                  <a:pt x="3475" y="1645"/>
                </a:lnTo>
                <a:lnTo>
                  <a:pt x="3474" y="1645"/>
                </a:lnTo>
                <a:lnTo>
                  <a:pt x="3470" y="1647"/>
                </a:lnTo>
                <a:lnTo>
                  <a:pt x="3469" y="1648"/>
                </a:lnTo>
                <a:lnTo>
                  <a:pt x="3466" y="1649"/>
                </a:lnTo>
                <a:lnTo>
                  <a:pt x="3463" y="1650"/>
                </a:lnTo>
                <a:lnTo>
                  <a:pt x="3460" y="1651"/>
                </a:lnTo>
                <a:lnTo>
                  <a:pt x="3458" y="1651"/>
                </a:lnTo>
                <a:lnTo>
                  <a:pt x="3456" y="1652"/>
                </a:lnTo>
                <a:lnTo>
                  <a:pt x="3456" y="1653"/>
                </a:lnTo>
                <a:lnTo>
                  <a:pt x="3455" y="1653"/>
                </a:lnTo>
                <a:lnTo>
                  <a:pt x="3454" y="1654"/>
                </a:lnTo>
                <a:lnTo>
                  <a:pt x="3453" y="1655"/>
                </a:lnTo>
                <a:lnTo>
                  <a:pt x="3451" y="1655"/>
                </a:lnTo>
                <a:lnTo>
                  <a:pt x="3449" y="1654"/>
                </a:lnTo>
                <a:lnTo>
                  <a:pt x="3446" y="1654"/>
                </a:lnTo>
                <a:lnTo>
                  <a:pt x="3445" y="1654"/>
                </a:lnTo>
                <a:lnTo>
                  <a:pt x="3443" y="1655"/>
                </a:lnTo>
                <a:lnTo>
                  <a:pt x="3440" y="1656"/>
                </a:lnTo>
                <a:lnTo>
                  <a:pt x="3439" y="1656"/>
                </a:lnTo>
                <a:lnTo>
                  <a:pt x="3437" y="1656"/>
                </a:lnTo>
                <a:lnTo>
                  <a:pt x="3433" y="1656"/>
                </a:lnTo>
                <a:lnTo>
                  <a:pt x="3432" y="1656"/>
                </a:lnTo>
                <a:lnTo>
                  <a:pt x="3430" y="1656"/>
                </a:lnTo>
                <a:lnTo>
                  <a:pt x="3429" y="1657"/>
                </a:lnTo>
                <a:lnTo>
                  <a:pt x="3426" y="1656"/>
                </a:lnTo>
                <a:lnTo>
                  <a:pt x="3422" y="1657"/>
                </a:lnTo>
                <a:lnTo>
                  <a:pt x="3421" y="1658"/>
                </a:lnTo>
                <a:lnTo>
                  <a:pt x="3419" y="1659"/>
                </a:lnTo>
                <a:lnTo>
                  <a:pt x="3418" y="1659"/>
                </a:lnTo>
                <a:lnTo>
                  <a:pt x="3417" y="1660"/>
                </a:lnTo>
                <a:lnTo>
                  <a:pt x="3416" y="1660"/>
                </a:lnTo>
                <a:lnTo>
                  <a:pt x="3415" y="1661"/>
                </a:lnTo>
                <a:lnTo>
                  <a:pt x="3414" y="1661"/>
                </a:lnTo>
                <a:lnTo>
                  <a:pt x="3413" y="1661"/>
                </a:lnTo>
                <a:lnTo>
                  <a:pt x="3411" y="1661"/>
                </a:lnTo>
                <a:lnTo>
                  <a:pt x="3410" y="1662"/>
                </a:lnTo>
                <a:lnTo>
                  <a:pt x="3409" y="1662"/>
                </a:lnTo>
                <a:lnTo>
                  <a:pt x="3409" y="1663"/>
                </a:lnTo>
                <a:lnTo>
                  <a:pt x="3408" y="1664"/>
                </a:lnTo>
                <a:lnTo>
                  <a:pt x="3407" y="1664"/>
                </a:lnTo>
                <a:lnTo>
                  <a:pt x="3407" y="1665"/>
                </a:lnTo>
                <a:lnTo>
                  <a:pt x="3406" y="1665"/>
                </a:lnTo>
                <a:lnTo>
                  <a:pt x="3404" y="1665"/>
                </a:lnTo>
                <a:lnTo>
                  <a:pt x="3404" y="1666"/>
                </a:lnTo>
                <a:lnTo>
                  <a:pt x="3401" y="1668"/>
                </a:lnTo>
                <a:lnTo>
                  <a:pt x="3400" y="1669"/>
                </a:lnTo>
                <a:lnTo>
                  <a:pt x="3398" y="1670"/>
                </a:lnTo>
                <a:lnTo>
                  <a:pt x="3396" y="1671"/>
                </a:lnTo>
                <a:lnTo>
                  <a:pt x="3395" y="1671"/>
                </a:lnTo>
                <a:lnTo>
                  <a:pt x="3393" y="1673"/>
                </a:lnTo>
                <a:lnTo>
                  <a:pt x="3389" y="1676"/>
                </a:lnTo>
                <a:lnTo>
                  <a:pt x="3387" y="1677"/>
                </a:lnTo>
                <a:lnTo>
                  <a:pt x="3385" y="1678"/>
                </a:lnTo>
                <a:lnTo>
                  <a:pt x="3382" y="1679"/>
                </a:lnTo>
                <a:lnTo>
                  <a:pt x="3381" y="1680"/>
                </a:lnTo>
                <a:lnTo>
                  <a:pt x="3379" y="1682"/>
                </a:lnTo>
                <a:lnTo>
                  <a:pt x="3377" y="1683"/>
                </a:lnTo>
                <a:lnTo>
                  <a:pt x="3376" y="1684"/>
                </a:lnTo>
                <a:lnTo>
                  <a:pt x="3373" y="1687"/>
                </a:lnTo>
                <a:lnTo>
                  <a:pt x="3372" y="1688"/>
                </a:lnTo>
                <a:lnTo>
                  <a:pt x="3371" y="1690"/>
                </a:lnTo>
                <a:lnTo>
                  <a:pt x="3371" y="1691"/>
                </a:lnTo>
                <a:lnTo>
                  <a:pt x="3370" y="1692"/>
                </a:lnTo>
                <a:lnTo>
                  <a:pt x="3370" y="1693"/>
                </a:lnTo>
                <a:lnTo>
                  <a:pt x="3370" y="1694"/>
                </a:lnTo>
                <a:lnTo>
                  <a:pt x="3369" y="1695"/>
                </a:lnTo>
                <a:lnTo>
                  <a:pt x="3369" y="1696"/>
                </a:lnTo>
                <a:lnTo>
                  <a:pt x="3368" y="1696"/>
                </a:lnTo>
                <a:lnTo>
                  <a:pt x="3367" y="1698"/>
                </a:lnTo>
                <a:lnTo>
                  <a:pt x="3367" y="1699"/>
                </a:lnTo>
                <a:lnTo>
                  <a:pt x="3367" y="1700"/>
                </a:lnTo>
                <a:lnTo>
                  <a:pt x="3367" y="1701"/>
                </a:lnTo>
                <a:lnTo>
                  <a:pt x="3366" y="1703"/>
                </a:lnTo>
                <a:lnTo>
                  <a:pt x="3365" y="1704"/>
                </a:lnTo>
                <a:lnTo>
                  <a:pt x="3364" y="1705"/>
                </a:lnTo>
                <a:lnTo>
                  <a:pt x="3363" y="1703"/>
                </a:lnTo>
                <a:lnTo>
                  <a:pt x="3358" y="1696"/>
                </a:lnTo>
                <a:lnTo>
                  <a:pt x="3358" y="1695"/>
                </a:lnTo>
                <a:lnTo>
                  <a:pt x="3355" y="1688"/>
                </a:lnTo>
                <a:lnTo>
                  <a:pt x="3355" y="1687"/>
                </a:lnTo>
                <a:lnTo>
                  <a:pt x="3355" y="1686"/>
                </a:lnTo>
                <a:lnTo>
                  <a:pt x="3355" y="1685"/>
                </a:lnTo>
                <a:lnTo>
                  <a:pt x="3355" y="1684"/>
                </a:lnTo>
                <a:lnTo>
                  <a:pt x="3354" y="1684"/>
                </a:lnTo>
                <a:lnTo>
                  <a:pt x="3354" y="1683"/>
                </a:lnTo>
                <a:lnTo>
                  <a:pt x="3353" y="1682"/>
                </a:lnTo>
                <a:lnTo>
                  <a:pt x="3353" y="1681"/>
                </a:lnTo>
                <a:lnTo>
                  <a:pt x="3353" y="1680"/>
                </a:lnTo>
                <a:lnTo>
                  <a:pt x="3351" y="1677"/>
                </a:lnTo>
                <a:lnTo>
                  <a:pt x="3351" y="1676"/>
                </a:lnTo>
                <a:lnTo>
                  <a:pt x="3351" y="1675"/>
                </a:lnTo>
                <a:lnTo>
                  <a:pt x="3352" y="1674"/>
                </a:lnTo>
                <a:lnTo>
                  <a:pt x="3352" y="1673"/>
                </a:lnTo>
                <a:lnTo>
                  <a:pt x="3352" y="1672"/>
                </a:lnTo>
                <a:lnTo>
                  <a:pt x="3352" y="1671"/>
                </a:lnTo>
                <a:lnTo>
                  <a:pt x="3350" y="1670"/>
                </a:lnTo>
                <a:lnTo>
                  <a:pt x="3349" y="1669"/>
                </a:lnTo>
                <a:lnTo>
                  <a:pt x="3347" y="1666"/>
                </a:lnTo>
                <a:lnTo>
                  <a:pt x="3346" y="1665"/>
                </a:lnTo>
                <a:lnTo>
                  <a:pt x="3345" y="1663"/>
                </a:lnTo>
                <a:lnTo>
                  <a:pt x="3344" y="1662"/>
                </a:lnTo>
                <a:lnTo>
                  <a:pt x="3344" y="1660"/>
                </a:lnTo>
                <a:lnTo>
                  <a:pt x="3340" y="1660"/>
                </a:lnTo>
                <a:lnTo>
                  <a:pt x="3324" y="1668"/>
                </a:lnTo>
                <a:lnTo>
                  <a:pt x="3318" y="1668"/>
                </a:lnTo>
                <a:lnTo>
                  <a:pt x="3301" y="1677"/>
                </a:lnTo>
                <a:lnTo>
                  <a:pt x="3294" y="1684"/>
                </a:lnTo>
                <a:lnTo>
                  <a:pt x="3292" y="1687"/>
                </a:lnTo>
                <a:lnTo>
                  <a:pt x="3286" y="1696"/>
                </a:lnTo>
                <a:lnTo>
                  <a:pt x="3281" y="1702"/>
                </a:lnTo>
                <a:lnTo>
                  <a:pt x="3274" y="1703"/>
                </a:lnTo>
                <a:lnTo>
                  <a:pt x="3248" y="1706"/>
                </a:lnTo>
                <a:lnTo>
                  <a:pt x="3206" y="1737"/>
                </a:lnTo>
                <a:lnTo>
                  <a:pt x="3190" y="1749"/>
                </a:lnTo>
                <a:lnTo>
                  <a:pt x="3160" y="1778"/>
                </a:lnTo>
                <a:lnTo>
                  <a:pt x="3159" y="1780"/>
                </a:lnTo>
                <a:lnTo>
                  <a:pt x="3142" y="1803"/>
                </a:lnTo>
                <a:lnTo>
                  <a:pt x="3124" y="1823"/>
                </a:lnTo>
                <a:lnTo>
                  <a:pt x="3124" y="1840"/>
                </a:lnTo>
                <a:lnTo>
                  <a:pt x="3112" y="1865"/>
                </a:lnTo>
                <a:lnTo>
                  <a:pt x="3112" y="1866"/>
                </a:lnTo>
                <a:lnTo>
                  <a:pt x="3073" y="1865"/>
                </a:lnTo>
                <a:lnTo>
                  <a:pt x="3072" y="1865"/>
                </a:lnTo>
                <a:lnTo>
                  <a:pt x="3047" y="1867"/>
                </a:lnTo>
                <a:lnTo>
                  <a:pt x="2995" y="1869"/>
                </a:lnTo>
                <a:lnTo>
                  <a:pt x="2983" y="1870"/>
                </a:lnTo>
                <a:lnTo>
                  <a:pt x="2983" y="1873"/>
                </a:lnTo>
                <a:lnTo>
                  <a:pt x="2978" y="1902"/>
                </a:lnTo>
                <a:lnTo>
                  <a:pt x="2978" y="1907"/>
                </a:lnTo>
                <a:lnTo>
                  <a:pt x="2973" y="1924"/>
                </a:lnTo>
                <a:lnTo>
                  <a:pt x="2966" y="1934"/>
                </a:lnTo>
                <a:lnTo>
                  <a:pt x="2959" y="1945"/>
                </a:lnTo>
                <a:lnTo>
                  <a:pt x="2953" y="1954"/>
                </a:lnTo>
                <a:lnTo>
                  <a:pt x="2945" y="1985"/>
                </a:lnTo>
                <a:lnTo>
                  <a:pt x="2939" y="2004"/>
                </a:lnTo>
                <a:lnTo>
                  <a:pt x="2939" y="2005"/>
                </a:lnTo>
                <a:lnTo>
                  <a:pt x="2937" y="2012"/>
                </a:lnTo>
                <a:lnTo>
                  <a:pt x="2935" y="2019"/>
                </a:lnTo>
                <a:lnTo>
                  <a:pt x="2934" y="2023"/>
                </a:lnTo>
                <a:lnTo>
                  <a:pt x="2927" y="2042"/>
                </a:lnTo>
                <a:lnTo>
                  <a:pt x="2924" y="2052"/>
                </a:lnTo>
                <a:lnTo>
                  <a:pt x="2923" y="2054"/>
                </a:lnTo>
                <a:lnTo>
                  <a:pt x="2912" y="2083"/>
                </a:lnTo>
                <a:lnTo>
                  <a:pt x="2910" y="2085"/>
                </a:lnTo>
                <a:lnTo>
                  <a:pt x="2891" y="2110"/>
                </a:lnTo>
                <a:lnTo>
                  <a:pt x="2890" y="2111"/>
                </a:lnTo>
                <a:lnTo>
                  <a:pt x="2879" y="2119"/>
                </a:lnTo>
                <a:lnTo>
                  <a:pt x="2867" y="2128"/>
                </a:lnTo>
                <a:lnTo>
                  <a:pt x="2867" y="2129"/>
                </a:lnTo>
                <a:lnTo>
                  <a:pt x="2866" y="2130"/>
                </a:lnTo>
                <a:lnTo>
                  <a:pt x="2865" y="2130"/>
                </a:lnTo>
                <a:lnTo>
                  <a:pt x="2862" y="2132"/>
                </a:lnTo>
                <a:lnTo>
                  <a:pt x="2861" y="2132"/>
                </a:lnTo>
                <a:lnTo>
                  <a:pt x="2859" y="2133"/>
                </a:lnTo>
                <a:lnTo>
                  <a:pt x="2859" y="2134"/>
                </a:lnTo>
                <a:lnTo>
                  <a:pt x="2859" y="2137"/>
                </a:lnTo>
                <a:lnTo>
                  <a:pt x="2859" y="2141"/>
                </a:lnTo>
                <a:lnTo>
                  <a:pt x="2858" y="2143"/>
                </a:lnTo>
                <a:lnTo>
                  <a:pt x="2857" y="2145"/>
                </a:lnTo>
                <a:lnTo>
                  <a:pt x="2857" y="2146"/>
                </a:lnTo>
                <a:lnTo>
                  <a:pt x="2857" y="2148"/>
                </a:lnTo>
                <a:lnTo>
                  <a:pt x="2857" y="2150"/>
                </a:lnTo>
                <a:lnTo>
                  <a:pt x="2857" y="2151"/>
                </a:lnTo>
                <a:lnTo>
                  <a:pt x="2857" y="2152"/>
                </a:lnTo>
                <a:lnTo>
                  <a:pt x="2857" y="2153"/>
                </a:lnTo>
                <a:lnTo>
                  <a:pt x="2857" y="2154"/>
                </a:lnTo>
                <a:lnTo>
                  <a:pt x="2858" y="2156"/>
                </a:lnTo>
                <a:lnTo>
                  <a:pt x="2858" y="2157"/>
                </a:lnTo>
                <a:lnTo>
                  <a:pt x="2858" y="2158"/>
                </a:lnTo>
                <a:lnTo>
                  <a:pt x="2858" y="2159"/>
                </a:lnTo>
                <a:lnTo>
                  <a:pt x="2859" y="2159"/>
                </a:lnTo>
                <a:lnTo>
                  <a:pt x="2858" y="2160"/>
                </a:lnTo>
                <a:lnTo>
                  <a:pt x="2858" y="2161"/>
                </a:lnTo>
                <a:lnTo>
                  <a:pt x="2859" y="2161"/>
                </a:lnTo>
                <a:lnTo>
                  <a:pt x="2859" y="2162"/>
                </a:lnTo>
                <a:lnTo>
                  <a:pt x="2859" y="2163"/>
                </a:lnTo>
                <a:lnTo>
                  <a:pt x="2859" y="2164"/>
                </a:lnTo>
                <a:lnTo>
                  <a:pt x="2857" y="2164"/>
                </a:lnTo>
                <a:lnTo>
                  <a:pt x="2856" y="2165"/>
                </a:lnTo>
                <a:lnTo>
                  <a:pt x="2856" y="2166"/>
                </a:lnTo>
                <a:lnTo>
                  <a:pt x="2856" y="2167"/>
                </a:lnTo>
                <a:lnTo>
                  <a:pt x="2856" y="2168"/>
                </a:lnTo>
                <a:lnTo>
                  <a:pt x="2856" y="2169"/>
                </a:lnTo>
                <a:lnTo>
                  <a:pt x="2857" y="2170"/>
                </a:lnTo>
                <a:lnTo>
                  <a:pt x="2858" y="2171"/>
                </a:lnTo>
                <a:lnTo>
                  <a:pt x="2859" y="2171"/>
                </a:lnTo>
                <a:lnTo>
                  <a:pt x="2860" y="2172"/>
                </a:lnTo>
                <a:lnTo>
                  <a:pt x="2860" y="2171"/>
                </a:lnTo>
                <a:lnTo>
                  <a:pt x="2861" y="2171"/>
                </a:lnTo>
                <a:lnTo>
                  <a:pt x="2862" y="2171"/>
                </a:lnTo>
                <a:lnTo>
                  <a:pt x="2862" y="2173"/>
                </a:lnTo>
                <a:lnTo>
                  <a:pt x="2863" y="2174"/>
                </a:lnTo>
                <a:lnTo>
                  <a:pt x="2864" y="2175"/>
                </a:lnTo>
                <a:lnTo>
                  <a:pt x="2864" y="2176"/>
                </a:lnTo>
                <a:lnTo>
                  <a:pt x="2863" y="2177"/>
                </a:lnTo>
                <a:lnTo>
                  <a:pt x="2864" y="2178"/>
                </a:lnTo>
                <a:lnTo>
                  <a:pt x="2864" y="2179"/>
                </a:lnTo>
                <a:lnTo>
                  <a:pt x="2865" y="2180"/>
                </a:lnTo>
                <a:lnTo>
                  <a:pt x="2865" y="2181"/>
                </a:lnTo>
                <a:lnTo>
                  <a:pt x="2865" y="2182"/>
                </a:lnTo>
                <a:lnTo>
                  <a:pt x="2864" y="2182"/>
                </a:lnTo>
                <a:lnTo>
                  <a:pt x="2864" y="2181"/>
                </a:lnTo>
                <a:lnTo>
                  <a:pt x="2862" y="2181"/>
                </a:lnTo>
                <a:lnTo>
                  <a:pt x="2862" y="2182"/>
                </a:lnTo>
                <a:lnTo>
                  <a:pt x="2861" y="2182"/>
                </a:lnTo>
                <a:lnTo>
                  <a:pt x="2860" y="2183"/>
                </a:lnTo>
                <a:lnTo>
                  <a:pt x="2859" y="2184"/>
                </a:lnTo>
                <a:lnTo>
                  <a:pt x="2858" y="2184"/>
                </a:lnTo>
                <a:lnTo>
                  <a:pt x="2857" y="2184"/>
                </a:lnTo>
                <a:lnTo>
                  <a:pt x="2857" y="2183"/>
                </a:lnTo>
                <a:lnTo>
                  <a:pt x="2856" y="2183"/>
                </a:lnTo>
                <a:lnTo>
                  <a:pt x="2855" y="2183"/>
                </a:lnTo>
                <a:lnTo>
                  <a:pt x="2854" y="2183"/>
                </a:lnTo>
                <a:lnTo>
                  <a:pt x="2853" y="2183"/>
                </a:lnTo>
                <a:lnTo>
                  <a:pt x="2852" y="2183"/>
                </a:lnTo>
                <a:lnTo>
                  <a:pt x="2851" y="2182"/>
                </a:lnTo>
                <a:lnTo>
                  <a:pt x="2850" y="2182"/>
                </a:lnTo>
                <a:lnTo>
                  <a:pt x="2849" y="2182"/>
                </a:lnTo>
                <a:lnTo>
                  <a:pt x="2848" y="2181"/>
                </a:lnTo>
                <a:lnTo>
                  <a:pt x="2847" y="2181"/>
                </a:lnTo>
                <a:lnTo>
                  <a:pt x="2844" y="2181"/>
                </a:lnTo>
                <a:lnTo>
                  <a:pt x="2843" y="2181"/>
                </a:lnTo>
                <a:lnTo>
                  <a:pt x="2840" y="2181"/>
                </a:lnTo>
                <a:lnTo>
                  <a:pt x="2839" y="2181"/>
                </a:lnTo>
                <a:lnTo>
                  <a:pt x="2839" y="2182"/>
                </a:lnTo>
                <a:lnTo>
                  <a:pt x="2838" y="2182"/>
                </a:lnTo>
                <a:lnTo>
                  <a:pt x="2838" y="2181"/>
                </a:lnTo>
                <a:lnTo>
                  <a:pt x="2837" y="2181"/>
                </a:lnTo>
                <a:lnTo>
                  <a:pt x="2837" y="2182"/>
                </a:lnTo>
                <a:lnTo>
                  <a:pt x="2836" y="2182"/>
                </a:lnTo>
                <a:lnTo>
                  <a:pt x="2835" y="2182"/>
                </a:lnTo>
                <a:lnTo>
                  <a:pt x="2834" y="2182"/>
                </a:lnTo>
                <a:lnTo>
                  <a:pt x="2833" y="2182"/>
                </a:lnTo>
                <a:lnTo>
                  <a:pt x="2832" y="2183"/>
                </a:lnTo>
                <a:lnTo>
                  <a:pt x="2832" y="2184"/>
                </a:lnTo>
                <a:lnTo>
                  <a:pt x="2831" y="2183"/>
                </a:lnTo>
                <a:lnTo>
                  <a:pt x="2829" y="2183"/>
                </a:lnTo>
                <a:lnTo>
                  <a:pt x="2828" y="2184"/>
                </a:lnTo>
                <a:lnTo>
                  <a:pt x="2827" y="2185"/>
                </a:lnTo>
                <a:lnTo>
                  <a:pt x="2827" y="2186"/>
                </a:lnTo>
                <a:lnTo>
                  <a:pt x="2826" y="2187"/>
                </a:lnTo>
                <a:lnTo>
                  <a:pt x="2825" y="2187"/>
                </a:lnTo>
                <a:lnTo>
                  <a:pt x="2825" y="2188"/>
                </a:lnTo>
                <a:lnTo>
                  <a:pt x="2825" y="2187"/>
                </a:lnTo>
                <a:lnTo>
                  <a:pt x="2824" y="2187"/>
                </a:lnTo>
                <a:lnTo>
                  <a:pt x="2824" y="2186"/>
                </a:lnTo>
                <a:lnTo>
                  <a:pt x="2822" y="2186"/>
                </a:lnTo>
                <a:lnTo>
                  <a:pt x="2822" y="2187"/>
                </a:lnTo>
                <a:lnTo>
                  <a:pt x="2820" y="2186"/>
                </a:lnTo>
                <a:lnTo>
                  <a:pt x="2819" y="2187"/>
                </a:lnTo>
                <a:lnTo>
                  <a:pt x="2819" y="2186"/>
                </a:lnTo>
                <a:lnTo>
                  <a:pt x="2818" y="2186"/>
                </a:lnTo>
                <a:lnTo>
                  <a:pt x="2817" y="2186"/>
                </a:lnTo>
                <a:lnTo>
                  <a:pt x="2816" y="2186"/>
                </a:lnTo>
                <a:lnTo>
                  <a:pt x="2815" y="2185"/>
                </a:lnTo>
                <a:lnTo>
                  <a:pt x="2814" y="2186"/>
                </a:lnTo>
                <a:lnTo>
                  <a:pt x="2813" y="2187"/>
                </a:lnTo>
                <a:lnTo>
                  <a:pt x="2812" y="2187"/>
                </a:lnTo>
                <a:lnTo>
                  <a:pt x="2811" y="2187"/>
                </a:lnTo>
                <a:lnTo>
                  <a:pt x="2809" y="2186"/>
                </a:lnTo>
                <a:lnTo>
                  <a:pt x="2808" y="2187"/>
                </a:lnTo>
                <a:lnTo>
                  <a:pt x="2807" y="2187"/>
                </a:lnTo>
                <a:lnTo>
                  <a:pt x="2806" y="2187"/>
                </a:lnTo>
                <a:lnTo>
                  <a:pt x="2805" y="2187"/>
                </a:lnTo>
                <a:lnTo>
                  <a:pt x="2804" y="2187"/>
                </a:lnTo>
                <a:lnTo>
                  <a:pt x="2803" y="2187"/>
                </a:lnTo>
                <a:lnTo>
                  <a:pt x="2802" y="2188"/>
                </a:lnTo>
                <a:lnTo>
                  <a:pt x="2801" y="2188"/>
                </a:lnTo>
                <a:lnTo>
                  <a:pt x="2800" y="2188"/>
                </a:lnTo>
                <a:lnTo>
                  <a:pt x="2799" y="2188"/>
                </a:lnTo>
                <a:lnTo>
                  <a:pt x="2798" y="2189"/>
                </a:lnTo>
                <a:lnTo>
                  <a:pt x="2797" y="2189"/>
                </a:lnTo>
                <a:lnTo>
                  <a:pt x="2797" y="2188"/>
                </a:lnTo>
                <a:lnTo>
                  <a:pt x="2796" y="2188"/>
                </a:lnTo>
                <a:lnTo>
                  <a:pt x="2795" y="2189"/>
                </a:lnTo>
                <a:lnTo>
                  <a:pt x="2794" y="2189"/>
                </a:lnTo>
                <a:lnTo>
                  <a:pt x="2793" y="2189"/>
                </a:lnTo>
                <a:lnTo>
                  <a:pt x="2792" y="2189"/>
                </a:lnTo>
                <a:lnTo>
                  <a:pt x="2792" y="2190"/>
                </a:lnTo>
                <a:lnTo>
                  <a:pt x="2791" y="2191"/>
                </a:lnTo>
                <a:lnTo>
                  <a:pt x="2791" y="2190"/>
                </a:lnTo>
                <a:lnTo>
                  <a:pt x="2790" y="2190"/>
                </a:lnTo>
                <a:lnTo>
                  <a:pt x="2790" y="2191"/>
                </a:lnTo>
                <a:lnTo>
                  <a:pt x="2788" y="2191"/>
                </a:lnTo>
                <a:lnTo>
                  <a:pt x="2787" y="2192"/>
                </a:lnTo>
                <a:lnTo>
                  <a:pt x="2786" y="2192"/>
                </a:lnTo>
                <a:lnTo>
                  <a:pt x="2785" y="2192"/>
                </a:lnTo>
                <a:lnTo>
                  <a:pt x="2785" y="2193"/>
                </a:lnTo>
                <a:lnTo>
                  <a:pt x="2783" y="2193"/>
                </a:lnTo>
                <a:lnTo>
                  <a:pt x="2782" y="2194"/>
                </a:lnTo>
                <a:lnTo>
                  <a:pt x="2781" y="2194"/>
                </a:lnTo>
                <a:lnTo>
                  <a:pt x="2780" y="2194"/>
                </a:lnTo>
                <a:lnTo>
                  <a:pt x="2778" y="2194"/>
                </a:lnTo>
                <a:lnTo>
                  <a:pt x="2778" y="2195"/>
                </a:lnTo>
                <a:lnTo>
                  <a:pt x="2778" y="2197"/>
                </a:lnTo>
                <a:lnTo>
                  <a:pt x="2777" y="2197"/>
                </a:lnTo>
                <a:lnTo>
                  <a:pt x="2777" y="2198"/>
                </a:lnTo>
                <a:lnTo>
                  <a:pt x="2776" y="2198"/>
                </a:lnTo>
                <a:lnTo>
                  <a:pt x="2775" y="2198"/>
                </a:lnTo>
                <a:lnTo>
                  <a:pt x="2774" y="2198"/>
                </a:lnTo>
                <a:lnTo>
                  <a:pt x="2773" y="2198"/>
                </a:lnTo>
                <a:lnTo>
                  <a:pt x="2772" y="2198"/>
                </a:lnTo>
                <a:lnTo>
                  <a:pt x="2771" y="2198"/>
                </a:lnTo>
                <a:lnTo>
                  <a:pt x="2769" y="2198"/>
                </a:lnTo>
                <a:lnTo>
                  <a:pt x="2769" y="2197"/>
                </a:lnTo>
                <a:lnTo>
                  <a:pt x="2768" y="2198"/>
                </a:lnTo>
                <a:lnTo>
                  <a:pt x="2767" y="2198"/>
                </a:lnTo>
                <a:lnTo>
                  <a:pt x="2766" y="2198"/>
                </a:lnTo>
                <a:lnTo>
                  <a:pt x="2765" y="2198"/>
                </a:lnTo>
                <a:lnTo>
                  <a:pt x="2764" y="2198"/>
                </a:lnTo>
                <a:lnTo>
                  <a:pt x="2764" y="2199"/>
                </a:lnTo>
                <a:lnTo>
                  <a:pt x="2763" y="2199"/>
                </a:lnTo>
                <a:lnTo>
                  <a:pt x="2762" y="2199"/>
                </a:lnTo>
                <a:lnTo>
                  <a:pt x="2761" y="2199"/>
                </a:lnTo>
                <a:lnTo>
                  <a:pt x="2760" y="2199"/>
                </a:lnTo>
                <a:lnTo>
                  <a:pt x="2759" y="2198"/>
                </a:lnTo>
                <a:lnTo>
                  <a:pt x="2758" y="2198"/>
                </a:lnTo>
                <a:lnTo>
                  <a:pt x="2757" y="2197"/>
                </a:lnTo>
                <a:lnTo>
                  <a:pt x="2755" y="2198"/>
                </a:lnTo>
                <a:lnTo>
                  <a:pt x="2754" y="2198"/>
                </a:lnTo>
                <a:lnTo>
                  <a:pt x="2753" y="2198"/>
                </a:lnTo>
                <a:lnTo>
                  <a:pt x="2753" y="2197"/>
                </a:lnTo>
                <a:lnTo>
                  <a:pt x="2752" y="2197"/>
                </a:lnTo>
                <a:lnTo>
                  <a:pt x="2751" y="2197"/>
                </a:lnTo>
                <a:lnTo>
                  <a:pt x="2749" y="2197"/>
                </a:lnTo>
                <a:lnTo>
                  <a:pt x="2746" y="2198"/>
                </a:lnTo>
                <a:lnTo>
                  <a:pt x="2746" y="2199"/>
                </a:lnTo>
                <a:lnTo>
                  <a:pt x="2745" y="2199"/>
                </a:lnTo>
                <a:lnTo>
                  <a:pt x="2744" y="2199"/>
                </a:lnTo>
                <a:lnTo>
                  <a:pt x="2743" y="2198"/>
                </a:lnTo>
                <a:lnTo>
                  <a:pt x="2743" y="2199"/>
                </a:lnTo>
                <a:lnTo>
                  <a:pt x="2742" y="2199"/>
                </a:lnTo>
                <a:lnTo>
                  <a:pt x="2741" y="2198"/>
                </a:lnTo>
                <a:lnTo>
                  <a:pt x="2740" y="2198"/>
                </a:lnTo>
                <a:lnTo>
                  <a:pt x="2739" y="2198"/>
                </a:lnTo>
                <a:lnTo>
                  <a:pt x="2739" y="2199"/>
                </a:lnTo>
                <a:lnTo>
                  <a:pt x="2738" y="2200"/>
                </a:lnTo>
                <a:lnTo>
                  <a:pt x="2737" y="2200"/>
                </a:lnTo>
                <a:lnTo>
                  <a:pt x="2736" y="2200"/>
                </a:lnTo>
                <a:lnTo>
                  <a:pt x="2735" y="2201"/>
                </a:lnTo>
                <a:lnTo>
                  <a:pt x="2734" y="2201"/>
                </a:lnTo>
                <a:lnTo>
                  <a:pt x="2732" y="2201"/>
                </a:lnTo>
                <a:lnTo>
                  <a:pt x="2731" y="2201"/>
                </a:lnTo>
                <a:lnTo>
                  <a:pt x="2730" y="2201"/>
                </a:lnTo>
                <a:lnTo>
                  <a:pt x="2730" y="2202"/>
                </a:lnTo>
                <a:lnTo>
                  <a:pt x="2729" y="2202"/>
                </a:lnTo>
                <a:lnTo>
                  <a:pt x="2728" y="2201"/>
                </a:lnTo>
                <a:lnTo>
                  <a:pt x="2727" y="2201"/>
                </a:lnTo>
                <a:lnTo>
                  <a:pt x="2727" y="2202"/>
                </a:lnTo>
                <a:lnTo>
                  <a:pt x="2725" y="2202"/>
                </a:lnTo>
                <a:lnTo>
                  <a:pt x="2724" y="2202"/>
                </a:lnTo>
                <a:lnTo>
                  <a:pt x="2723" y="2202"/>
                </a:lnTo>
                <a:lnTo>
                  <a:pt x="2721" y="2202"/>
                </a:lnTo>
                <a:lnTo>
                  <a:pt x="2720" y="2203"/>
                </a:lnTo>
                <a:lnTo>
                  <a:pt x="2719" y="2203"/>
                </a:lnTo>
                <a:lnTo>
                  <a:pt x="2718" y="2203"/>
                </a:lnTo>
                <a:lnTo>
                  <a:pt x="2717" y="2203"/>
                </a:lnTo>
                <a:lnTo>
                  <a:pt x="2716" y="2202"/>
                </a:lnTo>
                <a:lnTo>
                  <a:pt x="2716" y="2203"/>
                </a:lnTo>
                <a:lnTo>
                  <a:pt x="2715" y="2203"/>
                </a:lnTo>
                <a:lnTo>
                  <a:pt x="2714" y="2203"/>
                </a:lnTo>
                <a:lnTo>
                  <a:pt x="2713" y="2203"/>
                </a:lnTo>
                <a:lnTo>
                  <a:pt x="2712" y="2203"/>
                </a:lnTo>
                <a:lnTo>
                  <a:pt x="2711" y="2202"/>
                </a:lnTo>
                <a:lnTo>
                  <a:pt x="2711" y="2203"/>
                </a:lnTo>
                <a:lnTo>
                  <a:pt x="2710" y="2203"/>
                </a:lnTo>
                <a:lnTo>
                  <a:pt x="2709" y="2203"/>
                </a:lnTo>
                <a:lnTo>
                  <a:pt x="2709" y="2202"/>
                </a:lnTo>
                <a:lnTo>
                  <a:pt x="2709" y="2203"/>
                </a:lnTo>
                <a:lnTo>
                  <a:pt x="2708" y="2203"/>
                </a:lnTo>
                <a:lnTo>
                  <a:pt x="2707" y="2203"/>
                </a:lnTo>
                <a:lnTo>
                  <a:pt x="2706" y="2204"/>
                </a:lnTo>
                <a:lnTo>
                  <a:pt x="2705" y="2204"/>
                </a:lnTo>
                <a:lnTo>
                  <a:pt x="2704" y="2205"/>
                </a:lnTo>
                <a:lnTo>
                  <a:pt x="2703" y="2205"/>
                </a:lnTo>
                <a:lnTo>
                  <a:pt x="2703" y="2206"/>
                </a:lnTo>
                <a:lnTo>
                  <a:pt x="2702" y="2206"/>
                </a:lnTo>
                <a:lnTo>
                  <a:pt x="2701" y="2206"/>
                </a:lnTo>
                <a:lnTo>
                  <a:pt x="2700" y="2206"/>
                </a:lnTo>
                <a:lnTo>
                  <a:pt x="2699" y="2206"/>
                </a:lnTo>
                <a:lnTo>
                  <a:pt x="2698" y="2206"/>
                </a:lnTo>
                <a:lnTo>
                  <a:pt x="2697" y="2206"/>
                </a:lnTo>
                <a:lnTo>
                  <a:pt x="2697" y="2207"/>
                </a:lnTo>
                <a:lnTo>
                  <a:pt x="2695" y="2207"/>
                </a:lnTo>
                <a:lnTo>
                  <a:pt x="2695" y="2208"/>
                </a:lnTo>
                <a:lnTo>
                  <a:pt x="2693" y="2209"/>
                </a:lnTo>
                <a:lnTo>
                  <a:pt x="2693" y="2210"/>
                </a:lnTo>
                <a:lnTo>
                  <a:pt x="2692" y="2210"/>
                </a:lnTo>
                <a:lnTo>
                  <a:pt x="2691" y="2209"/>
                </a:lnTo>
                <a:lnTo>
                  <a:pt x="2690" y="2209"/>
                </a:lnTo>
                <a:lnTo>
                  <a:pt x="2689" y="2210"/>
                </a:lnTo>
                <a:lnTo>
                  <a:pt x="2688" y="2210"/>
                </a:lnTo>
                <a:lnTo>
                  <a:pt x="2688" y="2211"/>
                </a:lnTo>
                <a:lnTo>
                  <a:pt x="2687" y="2211"/>
                </a:lnTo>
                <a:lnTo>
                  <a:pt x="2687" y="2210"/>
                </a:lnTo>
                <a:lnTo>
                  <a:pt x="2686" y="2211"/>
                </a:lnTo>
                <a:lnTo>
                  <a:pt x="2686" y="2212"/>
                </a:lnTo>
                <a:lnTo>
                  <a:pt x="2685" y="2213"/>
                </a:lnTo>
                <a:lnTo>
                  <a:pt x="2684" y="2213"/>
                </a:lnTo>
                <a:lnTo>
                  <a:pt x="2683" y="2213"/>
                </a:lnTo>
                <a:lnTo>
                  <a:pt x="2682" y="2213"/>
                </a:lnTo>
                <a:lnTo>
                  <a:pt x="2681" y="2213"/>
                </a:lnTo>
                <a:lnTo>
                  <a:pt x="2680" y="2212"/>
                </a:lnTo>
                <a:lnTo>
                  <a:pt x="2680" y="2213"/>
                </a:lnTo>
                <a:lnTo>
                  <a:pt x="2679" y="2213"/>
                </a:lnTo>
                <a:lnTo>
                  <a:pt x="2679" y="2212"/>
                </a:lnTo>
                <a:lnTo>
                  <a:pt x="2678" y="2212"/>
                </a:lnTo>
                <a:lnTo>
                  <a:pt x="2677" y="2212"/>
                </a:lnTo>
                <a:lnTo>
                  <a:pt x="2676" y="2211"/>
                </a:lnTo>
                <a:lnTo>
                  <a:pt x="2674" y="2211"/>
                </a:lnTo>
                <a:lnTo>
                  <a:pt x="2673" y="2211"/>
                </a:lnTo>
                <a:lnTo>
                  <a:pt x="2673" y="2212"/>
                </a:lnTo>
                <a:lnTo>
                  <a:pt x="2672" y="2212"/>
                </a:lnTo>
                <a:lnTo>
                  <a:pt x="2671" y="2212"/>
                </a:lnTo>
                <a:lnTo>
                  <a:pt x="2670" y="2212"/>
                </a:lnTo>
                <a:lnTo>
                  <a:pt x="2669" y="2212"/>
                </a:lnTo>
                <a:lnTo>
                  <a:pt x="2668" y="2213"/>
                </a:lnTo>
                <a:lnTo>
                  <a:pt x="2667" y="2214"/>
                </a:lnTo>
                <a:lnTo>
                  <a:pt x="2666" y="2214"/>
                </a:lnTo>
                <a:lnTo>
                  <a:pt x="2665" y="2214"/>
                </a:lnTo>
                <a:lnTo>
                  <a:pt x="2663" y="2214"/>
                </a:lnTo>
                <a:lnTo>
                  <a:pt x="2661" y="2215"/>
                </a:lnTo>
                <a:lnTo>
                  <a:pt x="2660" y="2215"/>
                </a:lnTo>
                <a:lnTo>
                  <a:pt x="2657" y="2215"/>
                </a:lnTo>
                <a:lnTo>
                  <a:pt x="2656" y="2215"/>
                </a:lnTo>
                <a:lnTo>
                  <a:pt x="2656" y="2216"/>
                </a:lnTo>
                <a:lnTo>
                  <a:pt x="2655" y="2216"/>
                </a:lnTo>
                <a:lnTo>
                  <a:pt x="2655" y="2217"/>
                </a:lnTo>
                <a:lnTo>
                  <a:pt x="2654" y="2217"/>
                </a:lnTo>
                <a:lnTo>
                  <a:pt x="2653" y="2217"/>
                </a:lnTo>
                <a:lnTo>
                  <a:pt x="2652" y="2217"/>
                </a:lnTo>
                <a:lnTo>
                  <a:pt x="2651" y="2217"/>
                </a:lnTo>
                <a:lnTo>
                  <a:pt x="2650" y="2216"/>
                </a:lnTo>
                <a:lnTo>
                  <a:pt x="2649" y="2216"/>
                </a:lnTo>
                <a:lnTo>
                  <a:pt x="2648" y="2216"/>
                </a:lnTo>
                <a:lnTo>
                  <a:pt x="2647" y="2216"/>
                </a:lnTo>
                <a:lnTo>
                  <a:pt x="2646" y="2216"/>
                </a:lnTo>
                <a:lnTo>
                  <a:pt x="2642" y="2216"/>
                </a:lnTo>
                <a:lnTo>
                  <a:pt x="2641" y="2217"/>
                </a:lnTo>
                <a:lnTo>
                  <a:pt x="2640" y="2217"/>
                </a:lnTo>
                <a:lnTo>
                  <a:pt x="2638" y="2217"/>
                </a:lnTo>
                <a:lnTo>
                  <a:pt x="2636" y="2217"/>
                </a:lnTo>
                <a:lnTo>
                  <a:pt x="2634" y="2217"/>
                </a:lnTo>
                <a:lnTo>
                  <a:pt x="2632" y="2216"/>
                </a:lnTo>
                <a:lnTo>
                  <a:pt x="2631" y="2216"/>
                </a:lnTo>
                <a:lnTo>
                  <a:pt x="2630" y="2216"/>
                </a:lnTo>
                <a:lnTo>
                  <a:pt x="2629" y="2216"/>
                </a:lnTo>
                <a:lnTo>
                  <a:pt x="2628" y="2217"/>
                </a:lnTo>
                <a:lnTo>
                  <a:pt x="2627" y="2217"/>
                </a:lnTo>
                <a:lnTo>
                  <a:pt x="2626" y="2217"/>
                </a:lnTo>
                <a:lnTo>
                  <a:pt x="2625" y="2217"/>
                </a:lnTo>
                <a:lnTo>
                  <a:pt x="2624" y="2217"/>
                </a:lnTo>
                <a:lnTo>
                  <a:pt x="2623" y="2217"/>
                </a:lnTo>
                <a:lnTo>
                  <a:pt x="2622" y="2217"/>
                </a:lnTo>
                <a:lnTo>
                  <a:pt x="2621" y="2217"/>
                </a:lnTo>
                <a:lnTo>
                  <a:pt x="2620" y="2218"/>
                </a:lnTo>
                <a:lnTo>
                  <a:pt x="2619" y="2218"/>
                </a:lnTo>
                <a:lnTo>
                  <a:pt x="2618" y="2218"/>
                </a:lnTo>
                <a:lnTo>
                  <a:pt x="2616" y="2218"/>
                </a:lnTo>
                <a:lnTo>
                  <a:pt x="2614" y="2218"/>
                </a:lnTo>
                <a:lnTo>
                  <a:pt x="2613" y="2219"/>
                </a:lnTo>
                <a:lnTo>
                  <a:pt x="2612" y="2219"/>
                </a:lnTo>
                <a:lnTo>
                  <a:pt x="2611" y="2219"/>
                </a:lnTo>
                <a:lnTo>
                  <a:pt x="2610" y="2219"/>
                </a:lnTo>
                <a:lnTo>
                  <a:pt x="2609" y="2219"/>
                </a:lnTo>
                <a:lnTo>
                  <a:pt x="2608" y="2219"/>
                </a:lnTo>
                <a:lnTo>
                  <a:pt x="2607" y="2220"/>
                </a:lnTo>
                <a:lnTo>
                  <a:pt x="2606" y="2220"/>
                </a:lnTo>
                <a:lnTo>
                  <a:pt x="2606" y="2221"/>
                </a:lnTo>
                <a:lnTo>
                  <a:pt x="2605" y="2221"/>
                </a:lnTo>
                <a:lnTo>
                  <a:pt x="2604" y="2221"/>
                </a:lnTo>
                <a:lnTo>
                  <a:pt x="2604" y="2220"/>
                </a:lnTo>
                <a:lnTo>
                  <a:pt x="2605" y="2220"/>
                </a:lnTo>
                <a:lnTo>
                  <a:pt x="2605" y="2219"/>
                </a:lnTo>
                <a:lnTo>
                  <a:pt x="2604" y="2219"/>
                </a:lnTo>
                <a:lnTo>
                  <a:pt x="2602" y="2219"/>
                </a:lnTo>
                <a:lnTo>
                  <a:pt x="2601" y="2219"/>
                </a:lnTo>
                <a:lnTo>
                  <a:pt x="2599" y="2219"/>
                </a:lnTo>
                <a:lnTo>
                  <a:pt x="2598" y="2219"/>
                </a:lnTo>
                <a:lnTo>
                  <a:pt x="2597" y="2219"/>
                </a:lnTo>
                <a:lnTo>
                  <a:pt x="2596" y="2219"/>
                </a:lnTo>
                <a:lnTo>
                  <a:pt x="2595" y="2219"/>
                </a:lnTo>
                <a:lnTo>
                  <a:pt x="2593" y="2219"/>
                </a:lnTo>
                <a:lnTo>
                  <a:pt x="2592" y="2219"/>
                </a:lnTo>
                <a:lnTo>
                  <a:pt x="2591" y="2219"/>
                </a:lnTo>
                <a:lnTo>
                  <a:pt x="2590" y="2217"/>
                </a:lnTo>
                <a:lnTo>
                  <a:pt x="2589" y="2217"/>
                </a:lnTo>
                <a:lnTo>
                  <a:pt x="2587" y="2216"/>
                </a:lnTo>
                <a:lnTo>
                  <a:pt x="2585" y="2216"/>
                </a:lnTo>
                <a:lnTo>
                  <a:pt x="2584" y="2216"/>
                </a:lnTo>
                <a:lnTo>
                  <a:pt x="2584" y="2215"/>
                </a:lnTo>
                <a:lnTo>
                  <a:pt x="2583" y="2215"/>
                </a:lnTo>
                <a:lnTo>
                  <a:pt x="2581" y="2214"/>
                </a:lnTo>
                <a:lnTo>
                  <a:pt x="2579" y="2214"/>
                </a:lnTo>
                <a:lnTo>
                  <a:pt x="2579" y="2215"/>
                </a:lnTo>
                <a:lnTo>
                  <a:pt x="2576" y="2215"/>
                </a:lnTo>
                <a:lnTo>
                  <a:pt x="2575" y="2215"/>
                </a:lnTo>
                <a:lnTo>
                  <a:pt x="2576" y="2215"/>
                </a:lnTo>
                <a:lnTo>
                  <a:pt x="2576" y="2216"/>
                </a:lnTo>
                <a:lnTo>
                  <a:pt x="2577" y="2218"/>
                </a:lnTo>
                <a:lnTo>
                  <a:pt x="2578" y="2219"/>
                </a:lnTo>
                <a:lnTo>
                  <a:pt x="2578" y="2220"/>
                </a:lnTo>
                <a:lnTo>
                  <a:pt x="2579" y="2220"/>
                </a:lnTo>
                <a:lnTo>
                  <a:pt x="2579" y="2222"/>
                </a:lnTo>
                <a:lnTo>
                  <a:pt x="2578" y="2222"/>
                </a:lnTo>
                <a:lnTo>
                  <a:pt x="2577" y="2222"/>
                </a:lnTo>
                <a:lnTo>
                  <a:pt x="2576" y="2222"/>
                </a:lnTo>
                <a:lnTo>
                  <a:pt x="2575" y="2223"/>
                </a:lnTo>
                <a:lnTo>
                  <a:pt x="2573" y="2225"/>
                </a:lnTo>
                <a:lnTo>
                  <a:pt x="2572" y="2225"/>
                </a:lnTo>
                <a:lnTo>
                  <a:pt x="2572" y="2226"/>
                </a:lnTo>
                <a:lnTo>
                  <a:pt x="2572" y="2227"/>
                </a:lnTo>
                <a:lnTo>
                  <a:pt x="2572" y="2228"/>
                </a:lnTo>
                <a:lnTo>
                  <a:pt x="2572" y="2229"/>
                </a:lnTo>
                <a:lnTo>
                  <a:pt x="2571" y="2229"/>
                </a:lnTo>
                <a:lnTo>
                  <a:pt x="2570" y="2229"/>
                </a:lnTo>
                <a:lnTo>
                  <a:pt x="2567" y="2229"/>
                </a:lnTo>
                <a:lnTo>
                  <a:pt x="2566" y="2229"/>
                </a:lnTo>
                <a:lnTo>
                  <a:pt x="2565" y="2228"/>
                </a:lnTo>
                <a:lnTo>
                  <a:pt x="2564" y="2228"/>
                </a:lnTo>
                <a:lnTo>
                  <a:pt x="2563" y="2229"/>
                </a:lnTo>
                <a:lnTo>
                  <a:pt x="2562" y="2230"/>
                </a:lnTo>
                <a:lnTo>
                  <a:pt x="2561" y="2230"/>
                </a:lnTo>
                <a:lnTo>
                  <a:pt x="2561" y="2231"/>
                </a:lnTo>
                <a:lnTo>
                  <a:pt x="2560" y="2230"/>
                </a:lnTo>
                <a:lnTo>
                  <a:pt x="2559" y="2230"/>
                </a:lnTo>
                <a:lnTo>
                  <a:pt x="2559" y="2231"/>
                </a:lnTo>
                <a:lnTo>
                  <a:pt x="2559" y="2232"/>
                </a:lnTo>
                <a:lnTo>
                  <a:pt x="2560" y="2232"/>
                </a:lnTo>
                <a:lnTo>
                  <a:pt x="2560" y="2233"/>
                </a:lnTo>
                <a:lnTo>
                  <a:pt x="2559" y="2233"/>
                </a:lnTo>
                <a:lnTo>
                  <a:pt x="2558" y="2234"/>
                </a:lnTo>
                <a:lnTo>
                  <a:pt x="2557" y="2234"/>
                </a:lnTo>
                <a:lnTo>
                  <a:pt x="2556" y="2234"/>
                </a:lnTo>
                <a:lnTo>
                  <a:pt x="2555" y="2234"/>
                </a:lnTo>
                <a:lnTo>
                  <a:pt x="2554" y="2235"/>
                </a:lnTo>
                <a:lnTo>
                  <a:pt x="2553" y="2235"/>
                </a:lnTo>
                <a:lnTo>
                  <a:pt x="2551" y="2234"/>
                </a:lnTo>
                <a:lnTo>
                  <a:pt x="2550" y="2234"/>
                </a:lnTo>
                <a:lnTo>
                  <a:pt x="2549" y="2234"/>
                </a:lnTo>
                <a:lnTo>
                  <a:pt x="2548" y="2234"/>
                </a:lnTo>
                <a:lnTo>
                  <a:pt x="2547" y="2235"/>
                </a:lnTo>
                <a:lnTo>
                  <a:pt x="2547" y="2236"/>
                </a:lnTo>
                <a:lnTo>
                  <a:pt x="2547" y="2237"/>
                </a:lnTo>
                <a:lnTo>
                  <a:pt x="2547" y="2238"/>
                </a:lnTo>
                <a:lnTo>
                  <a:pt x="2547" y="2239"/>
                </a:lnTo>
                <a:lnTo>
                  <a:pt x="2547" y="2240"/>
                </a:lnTo>
                <a:lnTo>
                  <a:pt x="2547" y="2241"/>
                </a:lnTo>
                <a:lnTo>
                  <a:pt x="2544" y="2242"/>
                </a:lnTo>
                <a:lnTo>
                  <a:pt x="2544" y="2243"/>
                </a:lnTo>
                <a:lnTo>
                  <a:pt x="2542" y="2243"/>
                </a:lnTo>
                <a:lnTo>
                  <a:pt x="2541" y="2244"/>
                </a:lnTo>
                <a:lnTo>
                  <a:pt x="2541" y="2245"/>
                </a:lnTo>
                <a:lnTo>
                  <a:pt x="2540" y="2246"/>
                </a:lnTo>
                <a:lnTo>
                  <a:pt x="2539" y="2246"/>
                </a:lnTo>
                <a:lnTo>
                  <a:pt x="2538" y="2246"/>
                </a:lnTo>
                <a:lnTo>
                  <a:pt x="2536" y="2246"/>
                </a:lnTo>
                <a:lnTo>
                  <a:pt x="2535" y="2246"/>
                </a:lnTo>
                <a:lnTo>
                  <a:pt x="2534" y="2247"/>
                </a:lnTo>
                <a:lnTo>
                  <a:pt x="2533" y="2247"/>
                </a:lnTo>
                <a:lnTo>
                  <a:pt x="2533" y="2246"/>
                </a:lnTo>
                <a:lnTo>
                  <a:pt x="2532" y="2246"/>
                </a:lnTo>
                <a:lnTo>
                  <a:pt x="2531" y="2246"/>
                </a:lnTo>
                <a:lnTo>
                  <a:pt x="2530" y="2246"/>
                </a:lnTo>
                <a:lnTo>
                  <a:pt x="2529" y="2246"/>
                </a:lnTo>
                <a:lnTo>
                  <a:pt x="2528" y="2246"/>
                </a:lnTo>
                <a:lnTo>
                  <a:pt x="2527" y="2246"/>
                </a:lnTo>
                <a:lnTo>
                  <a:pt x="2527" y="2245"/>
                </a:lnTo>
                <a:lnTo>
                  <a:pt x="2525" y="2244"/>
                </a:lnTo>
                <a:lnTo>
                  <a:pt x="2525" y="2243"/>
                </a:lnTo>
                <a:lnTo>
                  <a:pt x="2524" y="2243"/>
                </a:lnTo>
                <a:lnTo>
                  <a:pt x="2523" y="2244"/>
                </a:lnTo>
                <a:lnTo>
                  <a:pt x="2522" y="2244"/>
                </a:lnTo>
                <a:lnTo>
                  <a:pt x="2522" y="2243"/>
                </a:lnTo>
                <a:lnTo>
                  <a:pt x="2522" y="2242"/>
                </a:lnTo>
                <a:lnTo>
                  <a:pt x="2523" y="2242"/>
                </a:lnTo>
                <a:lnTo>
                  <a:pt x="2523" y="2241"/>
                </a:lnTo>
                <a:lnTo>
                  <a:pt x="2522" y="2241"/>
                </a:lnTo>
                <a:lnTo>
                  <a:pt x="2521" y="2241"/>
                </a:lnTo>
                <a:lnTo>
                  <a:pt x="2519" y="2241"/>
                </a:lnTo>
                <a:lnTo>
                  <a:pt x="2518" y="2241"/>
                </a:lnTo>
                <a:lnTo>
                  <a:pt x="2516" y="2241"/>
                </a:lnTo>
                <a:lnTo>
                  <a:pt x="2515" y="2242"/>
                </a:lnTo>
                <a:lnTo>
                  <a:pt x="2514" y="2242"/>
                </a:lnTo>
                <a:lnTo>
                  <a:pt x="2513" y="2242"/>
                </a:lnTo>
                <a:lnTo>
                  <a:pt x="2512" y="2242"/>
                </a:lnTo>
                <a:lnTo>
                  <a:pt x="2511" y="2241"/>
                </a:lnTo>
                <a:lnTo>
                  <a:pt x="2509" y="2241"/>
                </a:lnTo>
                <a:lnTo>
                  <a:pt x="2508" y="2241"/>
                </a:lnTo>
                <a:lnTo>
                  <a:pt x="2507" y="2241"/>
                </a:lnTo>
                <a:lnTo>
                  <a:pt x="2506" y="2241"/>
                </a:lnTo>
                <a:lnTo>
                  <a:pt x="2505" y="2241"/>
                </a:lnTo>
                <a:lnTo>
                  <a:pt x="2503" y="2240"/>
                </a:lnTo>
                <a:lnTo>
                  <a:pt x="2501" y="2240"/>
                </a:lnTo>
                <a:lnTo>
                  <a:pt x="2497" y="2240"/>
                </a:lnTo>
                <a:lnTo>
                  <a:pt x="2496" y="2240"/>
                </a:lnTo>
                <a:lnTo>
                  <a:pt x="2495" y="2239"/>
                </a:lnTo>
                <a:lnTo>
                  <a:pt x="2494" y="2239"/>
                </a:lnTo>
                <a:lnTo>
                  <a:pt x="2493" y="2240"/>
                </a:lnTo>
                <a:lnTo>
                  <a:pt x="2492" y="2240"/>
                </a:lnTo>
                <a:lnTo>
                  <a:pt x="2492" y="2241"/>
                </a:lnTo>
                <a:lnTo>
                  <a:pt x="2491" y="2241"/>
                </a:lnTo>
                <a:lnTo>
                  <a:pt x="2490" y="2243"/>
                </a:lnTo>
                <a:lnTo>
                  <a:pt x="2490" y="2248"/>
                </a:lnTo>
                <a:lnTo>
                  <a:pt x="2490" y="2249"/>
                </a:lnTo>
                <a:lnTo>
                  <a:pt x="2489" y="2250"/>
                </a:lnTo>
                <a:lnTo>
                  <a:pt x="2489" y="2252"/>
                </a:lnTo>
                <a:lnTo>
                  <a:pt x="2489" y="2253"/>
                </a:lnTo>
                <a:lnTo>
                  <a:pt x="2489" y="2254"/>
                </a:lnTo>
                <a:lnTo>
                  <a:pt x="2489" y="2255"/>
                </a:lnTo>
                <a:lnTo>
                  <a:pt x="2491" y="2258"/>
                </a:lnTo>
                <a:lnTo>
                  <a:pt x="2492" y="2257"/>
                </a:lnTo>
                <a:lnTo>
                  <a:pt x="2493" y="2257"/>
                </a:lnTo>
                <a:lnTo>
                  <a:pt x="2496" y="2258"/>
                </a:lnTo>
                <a:lnTo>
                  <a:pt x="2497" y="2259"/>
                </a:lnTo>
                <a:lnTo>
                  <a:pt x="2498" y="2259"/>
                </a:lnTo>
                <a:lnTo>
                  <a:pt x="2499" y="2260"/>
                </a:lnTo>
                <a:lnTo>
                  <a:pt x="2498" y="2260"/>
                </a:lnTo>
                <a:lnTo>
                  <a:pt x="2498" y="2262"/>
                </a:lnTo>
                <a:lnTo>
                  <a:pt x="2497" y="2263"/>
                </a:lnTo>
                <a:lnTo>
                  <a:pt x="2497" y="2264"/>
                </a:lnTo>
                <a:lnTo>
                  <a:pt x="2496" y="2265"/>
                </a:lnTo>
                <a:lnTo>
                  <a:pt x="2495" y="2267"/>
                </a:lnTo>
                <a:lnTo>
                  <a:pt x="2494" y="2267"/>
                </a:lnTo>
                <a:lnTo>
                  <a:pt x="2492" y="2266"/>
                </a:lnTo>
                <a:lnTo>
                  <a:pt x="2492" y="2267"/>
                </a:lnTo>
                <a:lnTo>
                  <a:pt x="2492" y="2268"/>
                </a:lnTo>
                <a:lnTo>
                  <a:pt x="2493" y="2268"/>
                </a:lnTo>
                <a:lnTo>
                  <a:pt x="2493" y="2269"/>
                </a:lnTo>
                <a:lnTo>
                  <a:pt x="2490" y="2270"/>
                </a:lnTo>
                <a:lnTo>
                  <a:pt x="2491" y="2272"/>
                </a:lnTo>
                <a:lnTo>
                  <a:pt x="2492" y="2273"/>
                </a:lnTo>
                <a:lnTo>
                  <a:pt x="2497" y="2280"/>
                </a:lnTo>
                <a:lnTo>
                  <a:pt x="2498" y="2280"/>
                </a:lnTo>
                <a:lnTo>
                  <a:pt x="2499" y="2281"/>
                </a:lnTo>
                <a:lnTo>
                  <a:pt x="2500" y="2283"/>
                </a:lnTo>
                <a:lnTo>
                  <a:pt x="2501" y="2284"/>
                </a:lnTo>
                <a:lnTo>
                  <a:pt x="2502" y="2286"/>
                </a:lnTo>
                <a:lnTo>
                  <a:pt x="2503" y="2287"/>
                </a:lnTo>
                <a:lnTo>
                  <a:pt x="2507" y="2292"/>
                </a:lnTo>
                <a:lnTo>
                  <a:pt x="2508" y="2292"/>
                </a:lnTo>
                <a:lnTo>
                  <a:pt x="2509" y="2293"/>
                </a:lnTo>
                <a:lnTo>
                  <a:pt x="2510" y="2295"/>
                </a:lnTo>
                <a:lnTo>
                  <a:pt x="2517" y="2297"/>
                </a:lnTo>
                <a:lnTo>
                  <a:pt x="2518" y="2297"/>
                </a:lnTo>
                <a:lnTo>
                  <a:pt x="2520" y="2297"/>
                </a:lnTo>
                <a:lnTo>
                  <a:pt x="2521" y="2297"/>
                </a:lnTo>
                <a:lnTo>
                  <a:pt x="2521" y="2296"/>
                </a:lnTo>
                <a:lnTo>
                  <a:pt x="2522" y="2295"/>
                </a:lnTo>
                <a:lnTo>
                  <a:pt x="2523" y="2289"/>
                </a:lnTo>
                <a:lnTo>
                  <a:pt x="2524" y="2287"/>
                </a:lnTo>
                <a:lnTo>
                  <a:pt x="2524" y="2285"/>
                </a:lnTo>
                <a:lnTo>
                  <a:pt x="2524" y="2284"/>
                </a:lnTo>
                <a:lnTo>
                  <a:pt x="2525" y="2284"/>
                </a:lnTo>
                <a:lnTo>
                  <a:pt x="2526" y="2284"/>
                </a:lnTo>
                <a:lnTo>
                  <a:pt x="2528" y="2283"/>
                </a:lnTo>
                <a:lnTo>
                  <a:pt x="2530" y="2283"/>
                </a:lnTo>
                <a:lnTo>
                  <a:pt x="2531" y="2283"/>
                </a:lnTo>
                <a:lnTo>
                  <a:pt x="2532" y="2283"/>
                </a:lnTo>
                <a:lnTo>
                  <a:pt x="2533" y="2283"/>
                </a:lnTo>
                <a:lnTo>
                  <a:pt x="2536" y="2283"/>
                </a:lnTo>
                <a:lnTo>
                  <a:pt x="2538" y="2283"/>
                </a:lnTo>
                <a:lnTo>
                  <a:pt x="2542" y="2283"/>
                </a:lnTo>
                <a:lnTo>
                  <a:pt x="2545" y="2283"/>
                </a:lnTo>
                <a:lnTo>
                  <a:pt x="2547" y="2284"/>
                </a:lnTo>
                <a:lnTo>
                  <a:pt x="2549" y="2284"/>
                </a:lnTo>
                <a:lnTo>
                  <a:pt x="2551" y="2284"/>
                </a:lnTo>
                <a:lnTo>
                  <a:pt x="2551" y="2287"/>
                </a:lnTo>
                <a:lnTo>
                  <a:pt x="2550" y="2291"/>
                </a:lnTo>
                <a:lnTo>
                  <a:pt x="2549" y="2292"/>
                </a:lnTo>
                <a:lnTo>
                  <a:pt x="2549" y="2293"/>
                </a:lnTo>
                <a:lnTo>
                  <a:pt x="2549" y="2295"/>
                </a:lnTo>
                <a:lnTo>
                  <a:pt x="2548" y="2298"/>
                </a:lnTo>
                <a:lnTo>
                  <a:pt x="2547" y="2302"/>
                </a:lnTo>
                <a:lnTo>
                  <a:pt x="2547" y="2303"/>
                </a:lnTo>
                <a:lnTo>
                  <a:pt x="2546" y="2304"/>
                </a:lnTo>
                <a:lnTo>
                  <a:pt x="2546" y="2306"/>
                </a:lnTo>
                <a:lnTo>
                  <a:pt x="2546" y="2307"/>
                </a:lnTo>
                <a:lnTo>
                  <a:pt x="2545" y="2308"/>
                </a:lnTo>
                <a:lnTo>
                  <a:pt x="2545" y="2310"/>
                </a:lnTo>
                <a:lnTo>
                  <a:pt x="2545" y="2311"/>
                </a:lnTo>
                <a:lnTo>
                  <a:pt x="2544" y="2316"/>
                </a:lnTo>
                <a:lnTo>
                  <a:pt x="2543" y="2322"/>
                </a:lnTo>
                <a:lnTo>
                  <a:pt x="2542" y="2335"/>
                </a:lnTo>
                <a:lnTo>
                  <a:pt x="2541" y="2341"/>
                </a:lnTo>
                <a:lnTo>
                  <a:pt x="2540" y="2346"/>
                </a:lnTo>
                <a:lnTo>
                  <a:pt x="2540" y="2349"/>
                </a:lnTo>
                <a:lnTo>
                  <a:pt x="2539" y="2351"/>
                </a:lnTo>
                <a:lnTo>
                  <a:pt x="2539" y="2354"/>
                </a:lnTo>
                <a:lnTo>
                  <a:pt x="2539" y="2356"/>
                </a:lnTo>
                <a:lnTo>
                  <a:pt x="2538" y="2358"/>
                </a:lnTo>
                <a:lnTo>
                  <a:pt x="2538" y="2360"/>
                </a:lnTo>
                <a:lnTo>
                  <a:pt x="2537" y="2364"/>
                </a:lnTo>
                <a:lnTo>
                  <a:pt x="2537" y="2366"/>
                </a:lnTo>
                <a:lnTo>
                  <a:pt x="2537" y="2371"/>
                </a:lnTo>
                <a:lnTo>
                  <a:pt x="2536" y="2373"/>
                </a:lnTo>
                <a:lnTo>
                  <a:pt x="2536" y="2375"/>
                </a:lnTo>
                <a:lnTo>
                  <a:pt x="2536" y="2377"/>
                </a:lnTo>
                <a:lnTo>
                  <a:pt x="2535" y="2383"/>
                </a:lnTo>
                <a:lnTo>
                  <a:pt x="2535" y="2384"/>
                </a:lnTo>
                <a:lnTo>
                  <a:pt x="2535" y="2385"/>
                </a:lnTo>
                <a:lnTo>
                  <a:pt x="2533" y="2395"/>
                </a:lnTo>
                <a:lnTo>
                  <a:pt x="2532" y="2402"/>
                </a:lnTo>
                <a:lnTo>
                  <a:pt x="2532" y="2404"/>
                </a:lnTo>
                <a:lnTo>
                  <a:pt x="2532" y="2405"/>
                </a:lnTo>
                <a:lnTo>
                  <a:pt x="2533" y="2405"/>
                </a:lnTo>
                <a:lnTo>
                  <a:pt x="2534" y="2405"/>
                </a:lnTo>
                <a:lnTo>
                  <a:pt x="2535" y="2406"/>
                </a:lnTo>
                <a:lnTo>
                  <a:pt x="2537" y="2406"/>
                </a:lnTo>
                <a:lnTo>
                  <a:pt x="2538" y="2407"/>
                </a:lnTo>
                <a:lnTo>
                  <a:pt x="2539" y="2407"/>
                </a:lnTo>
                <a:lnTo>
                  <a:pt x="2540" y="2407"/>
                </a:lnTo>
                <a:lnTo>
                  <a:pt x="2540" y="2408"/>
                </a:lnTo>
                <a:lnTo>
                  <a:pt x="2541" y="2408"/>
                </a:lnTo>
                <a:lnTo>
                  <a:pt x="2541" y="2409"/>
                </a:lnTo>
                <a:lnTo>
                  <a:pt x="2541" y="2411"/>
                </a:lnTo>
                <a:lnTo>
                  <a:pt x="2541" y="2412"/>
                </a:lnTo>
                <a:lnTo>
                  <a:pt x="2542" y="2412"/>
                </a:lnTo>
                <a:lnTo>
                  <a:pt x="2543" y="2412"/>
                </a:lnTo>
                <a:lnTo>
                  <a:pt x="2544" y="2412"/>
                </a:lnTo>
                <a:lnTo>
                  <a:pt x="2544" y="2413"/>
                </a:lnTo>
                <a:lnTo>
                  <a:pt x="2545" y="2413"/>
                </a:lnTo>
                <a:lnTo>
                  <a:pt x="2546" y="2413"/>
                </a:lnTo>
                <a:lnTo>
                  <a:pt x="2546" y="2414"/>
                </a:lnTo>
                <a:lnTo>
                  <a:pt x="2547" y="2414"/>
                </a:lnTo>
                <a:lnTo>
                  <a:pt x="2547" y="2413"/>
                </a:lnTo>
                <a:lnTo>
                  <a:pt x="2548" y="2413"/>
                </a:lnTo>
                <a:lnTo>
                  <a:pt x="2549" y="2413"/>
                </a:lnTo>
                <a:lnTo>
                  <a:pt x="2549" y="2414"/>
                </a:lnTo>
                <a:lnTo>
                  <a:pt x="2550" y="2414"/>
                </a:lnTo>
                <a:lnTo>
                  <a:pt x="2551" y="2414"/>
                </a:lnTo>
                <a:lnTo>
                  <a:pt x="2552" y="2413"/>
                </a:lnTo>
                <a:lnTo>
                  <a:pt x="2553" y="2413"/>
                </a:lnTo>
                <a:lnTo>
                  <a:pt x="2553" y="2414"/>
                </a:lnTo>
                <a:lnTo>
                  <a:pt x="2553" y="2415"/>
                </a:lnTo>
                <a:lnTo>
                  <a:pt x="2554" y="2415"/>
                </a:lnTo>
                <a:lnTo>
                  <a:pt x="2555" y="2415"/>
                </a:lnTo>
                <a:lnTo>
                  <a:pt x="2556" y="2416"/>
                </a:lnTo>
                <a:lnTo>
                  <a:pt x="2555" y="2417"/>
                </a:lnTo>
                <a:lnTo>
                  <a:pt x="2555" y="2418"/>
                </a:lnTo>
                <a:lnTo>
                  <a:pt x="2556" y="2419"/>
                </a:lnTo>
                <a:lnTo>
                  <a:pt x="2557" y="2419"/>
                </a:lnTo>
                <a:lnTo>
                  <a:pt x="2559" y="2420"/>
                </a:lnTo>
                <a:lnTo>
                  <a:pt x="2560" y="2421"/>
                </a:lnTo>
                <a:lnTo>
                  <a:pt x="2561" y="2421"/>
                </a:lnTo>
                <a:lnTo>
                  <a:pt x="2562" y="2421"/>
                </a:lnTo>
                <a:lnTo>
                  <a:pt x="2562" y="2422"/>
                </a:lnTo>
                <a:lnTo>
                  <a:pt x="2563" y="2422"/>
                </a:lnTo>
                <a:lnTo>
                  <a:pt x="2563" y="2423"/>
                </a:lnTo>
                <a:lnTo>
                  <a:pt x="2564" y="2423"/>
                </a:lnTo>
                <a:lnTo>
                  <a:pt x="2565" y="2424"/>
                </a:lnTo>
                <a:lnTo>
                  <a:pt x="2565" y="2425"/>
                </a:lnTo>
                <a:lnTo>
                  <a:pt x="2566" y="2426"/>
                </a:lnTo>
                <a:lnTo>
                  <a:pt x="2567" y="2426"/>
                </a:lnTo>
                <a:lnTo>
                  <a:pt x="2568" y="2426"/>
                </a:lnTo>
                <a:lnTo>
                  <a:pt x="2568" y="2427"/>
                </a:lnTo>
                <a:lnTo>
                  <a:pt x="2570" y="2427"/>
                </a:lnTo>
                <a:lnTo>
                  <a:pt x="2570" y="2428"/>
                </a:lnTo>
                <a:lnTo>
                  <a:pt x="2571" y="2428"/>
                </a:lnTo>
                <a:lnTo>
                  <a:pt x="2571" y="2429"/>
                </a:lnTo>
                <a:lnTo>
                  <a:pt x="2572" y="2430"/>
                </a:lnTo>
                <a:lnTo>
                  <a:pt x="2572" y="2431"/>
                </a:lnTo>
                <a:lnTo>
                  <a:pt x="2572" y="2432"/>
                </a:lnTo>
                <a:lnTo>
                  <a:pt x="2573" y="2432"/>
                </a:lnTo>
                <a:lnTo>
                  <a:pt x="2574" y="2432"/>
                </a:lnTo>
                <a:lnTo>
                  <a:pt x="2575" y="2433"/>
                </a:lnTo>
                <a:lnTo>
                  <a:pt x="2575" y="2434"/>
                </a:lnTo>
                <a:lnTo>
                  <a:pt x="2575" y="2435"/>
                </a:lnTo>
                <a:lnTo>
                  <a:pt x="2575" y="2436"/>
                </a:lnTo>
                <a:lnTo>
                  <a:pt x="2576" y="2436"/>
                </a:lnTo>
                <a:lnTo>
                  <a:pt x="2578" y="2437"/>
                </a:lnTo>
                <a:lnTo>
                  <a:pt x="2579" y="2437"/>
                </a:lnTo>
                <a:lnTo>
                  <a:pt x="2579" y="2438"/>
                </a:lnTo>
                <a:lnTo>
                  <a:pt x="2580" y="2438"/>
                </a:lnTo>
                <a:lnTo>
                  <a:pt x="2580" y="2439"/>
                </a:lnTo>
                <a:lnTo>
                  <a:pt x="2581" y="2439"/>
                </a:lnTo>
                <a:lnTo>
                  <a:pt x="2581" y="2440"/>
                </a:lnTo>
                <a:lnTo>
                  <a:pt x="2581" y="2441"/>
                </a:lnTo>
                <a:lnTo>
                  <a:pt x="2582" y="2441"/>
                </a:lnTo>
                <a:lnTo>
                  <a:pt x="2583" y="2443"/>
                </a:lnTo>
                <a:lnTo>
                  <a:pt x="2584" y="2443"/>
                </a:lnTo>
                <a:lnTo>
                  <a:pt x="2584" y="2444"/>
                </a:lnTo>
                <a:lnTo>
                  <a:pt x="2584" y="2445"/>
                </a:lnTo>
                <a:lnTo>
                  <a:pt x="2583" y="2447"/>
                </a:lnTo>
                <a:lnTo>
                  <a:pt x="2582" y="2447"/>
                </a:lnTo>
                <a:lnTo>
                  <a:pt x="2582" y="2448"/>
                </a:lnTo>
                <a:lnTo>
                  <a:pt x="2582" y="2449"/>
                </a:lnTo>
                <a:lnTo>
                  <a:pt x="2581" y="2450"/>
                </a:lnTo>
                <a:lnTo>
                  <a:pt x="2581" y="2451"/>
                </a:lnTo>
                <a:lnTo>
                  <a:pt x="2580" y="2453"/>
                </a:lnTo>
                <a:lnTo>
                  <a:pt x="2580" y="2454"/>
                </a:lnTo>
                <a:lnTo>
                  <a:pt x="2581" y="2454"/>
                </a:lnTo>
                <a:lnTo>
                  <a:pt x="2582" y="2454"/>
                </a:lnTo>
                <a:lnTo>
                  <a:pt x="2583" y="2454"/>
                </a:lnTo>
                <a:lnTo>
                  <a:pt x="2584" y="2455"/>
                </a:lnTo>
                <a:lnTo>
                  <a:pt x="2585" y="2456"/>
                </a:lnTo>
                <a:lnTo>
                  <a:pt x="2585" y="2457"/>
                </a:lnTo>
                <a:lnTo>
                  <a:pt x="2586" y="2457"/>
                </a:lnTo>
                <a:lnTo>
                  <a:pt x="2587" y="2457"/>
                </a:lnTo>
                <a:lnTo>
                  <a:pt x="2588" y="2458"/>
                </a:lnTo>
                <a:lnTo>
                  <a:pt x="2588" y="2459"/>
                </a:lnTo>
                <a:lnTo>
                  <a:pt x="2589" y="2460"/>
                </a:lnTo>
                <a:lnTo>
                  <a:pt x="2589" y="2461"/>
                </a:lnTo>
                <a:lnTo>
                  <a:pt x="2590" y="2461"/>
                </a:lnTo>
                <a:lnTo>
                  <a:pt x="2591" y="2461"/>
                </a:lnTo>
                <a:lnTo>
                  <a:pt x="2591" y="2462"/>
                </a:lnTo>
                <a:lnTo>
                  <a:pt x="2591" y="2464"/>
                </a:lnTo>
                <a:lnTo>
                  <a:pt x="2590" y="2464"/>
                </a:lnTo>
                <a:lnTo>
                  <a:pt x="2590" y="2465"/>
                </a:lnTo>
                <a:lnTo>
                  <a:pt x="2591" y="2466"/>
                </a:lnTo>
                <a:lnTo>
                  <a:pt x="2592" y="2466"/>
                </a:lnTo>
                <a:lnTo>
                  <a:pt x="2593" y="2467"/>
                </a:lnTo>
                <a:lnTo>
                  <a:pt x="2594" y="2467"/>
                </a:lnTo>
                <a:lnTo>
                  <a:pt x="2594" y="2466"/>
                </a:lnTo>
                <a:lnTo>
                  <a:pt x="2595" y="2466"/>
                </a:lnTo>
                <a:lnTo>
                  <a:pt x="2596" y="2465"/>
                </a:lnTo>
                <a:lnTo>
                  <a:pt x="2597" y="2465"/>
                </a:lnTo>
                <a:lnTo>
                  <a:pt x="2598" y="2466"/>
                </a:lnTo>
                <a:lnTo>
                  <a:pt x="2599" y="2466"/>
                </a:lnTo>
                <a:lnTo>
                  <a:pt x="2599" y="2465"/>
                </a:lnTo>
                <a:lnTo>
                  <a:pt x="2600" y="2465"/>
                </a:lnTo>
                <a:lnTo>
                  <a:pt x="2601" y="2464"/>
                </a:lnTo>
                <a:lnTo>
                  <a:pt x="2602" y="2465"/>
                </a:lnTo>
                <a:lnTo>
                  <a:pt x="2603" y="2465"/>
                </a:lnTo>
                <a:lnTo>
                  <a:pt x="2604" y="2465"/>
                </a:lnTo>
                <a:lnTo>
                  <a:pt x="2606" y="2466"/>
                </a:lnTo>
                <a:lnTo>
                  <a:pt x="2606" y="2467"/>
                </a:lnTo>
                <a:lnTo>
                  <a:pt x="2607" y="2467"/>
                </a:lnTo>
                <a:lnTo>
                  <a:pt x="2609" y="2467"/>
                </a:lnTo>
                <a:lnTo>
                  <a:pt x="2611" y="2469"/>
                </a:lnTo>
                <a:lnTo>
                  <a:pt x="2612" y="2469"/>
                </a:lnTo>
                <a:lnTo>
                  <a:pt x="2612" y="2470"/>
                </a:lnTo>
                <a:lnTo>
                  <a:pt x="2612" y="2471"/>
                </a:lnTo>
                <a:lnTo>
                  <a:pt x="2612" y="2472"/>
                </a:lnTo>
                <a:lnTo>
                  <a:pt x="2613" y="2472"/>
                </a:lnTo>
                <a:lnTo>
                  <a:pt x="2612" y="2472"/>
                </a:lnTo>
                <a:lnTo>
                  <a:pt x="2613" y="2473"/>
                </a:lnTo>
                <a:lnTo>
                  <a:pt x="2613" y="2474"/>
                </a:lnTo>
                <a:lnTo>
                  <a:pt x="2614" y="2474"/>
                </a:lnTo>
                <a:lnTo>
                  <a:pt x="2614" y="2475"/>
                </a:lnTo>
                <a:lnTo>
                  <a:pt x="2615" y="2475"/>
                </a:lnTo>
                <a:lnTo>
                  <a:pt x="2615" y="2476"/>
                </a:lnTo>
                <a:lnTo>
                  <a:pt x="2615" y="2477"/>
                </a:lnTo>
                <a:lnTo>
                  <a:pt x="2616" y="2479"/>
                </a:lnTo>
                <a:lnTo>
                  <a:pt x="2616" y="2480"/>
                </a:lnTo>
                <a:lnTo>
                  <a:pt x="2616" y="2481"/>
                </a:lnTo>
                <a:lnTo>
                  <a:pt x="2616" y="2483"/>
                </a:lnTo>
                <a:lnTo>
                  <a:pt x="2615" y="2484"/>
                </a:lnTo>
                <a:lnTo>
                  <a:pt x="2615" y="2485"/>
                </a:lnTo>
                <a:lnTo>
                  <a:pt x="2615" y="2486"/>
                </a:lnTo>
                <a:lnTo>
                  <a:pt x="2615" y="2490"/>
                </a:lnTo>
                <a:lnTo>
                  <a:pt x="2616" y="2491"/>
                </a:lnTo>
                <a:lnTo>
                  <a:pt x="2617" y="2491"/>
                </a:lnTo>
                <a:lnTo>
                  <a:pt x="2617" y="2492"/>
                </a:lnTo>
                <a:lnTo>
                  <a:pt x="2617" y="2493"/>
                </a:lnTo>
                <a:lnTo>
                  <a:pt x="2616" y="2493"/>
                </a:lnTo>
                <a:lnTo>
                  <a:pt x="2616" y="2494"/>
                </a:lnTo>
                <a:lnTo>
                  <a:pt x="2617" y="2495"/>
                </a:lnTo>
                <a:lnTo>
                  <a:pt x="2618" y="2496"/>
                </a:lnTo>
                <a:lnTo>
                  <a:pt x="2618" y="2497"/>
                </a:lnTo>
                <a:lnTo>
                  <a:pt x="2617" y="2497"/>
                </a:lnTo>
                <a:lnTo>
                  <a:pt x="2617" y="2498"/>
                </a:lnTo>
                <a:lnTo>
                  <a:pt x="2618" y="2498"/>
                </a:lnTo>
                <a:lnTo>
                  <a:pt x="2618" y="2499"/>
                </a:lnTo>
                <a:lnTo>
                  <a:pt x="2617" y="2501"/>
                </a:lnTo>
                <a:lnTo>
                  <a:pt x="2617" y="2502"/>
                </a:lnTo>
                <a:lnTo>
                  <a:pt x="2617" y="2503"/>
                </a:lnTo>
                <a:lnTo>
                  <a:pt x="2619" y="2504"/>
                </a:lnTo>
                <a:lnTo>
                  <a:pt x="2619" y="2505"/>
                </a:lnTo>
                <a:lnTo>
                  <a:pt x="2620" y="2505"/>
                </a:lnTo>
                <a:lnTo>
                  <a:pt x="2621" y="2506"/>
                </a:lnTo>
                <a:lnTo>
                  <a:pt x="2622" y="2507"/>
                </a:lnTo>
                <a:lnTo>
                  <a:pt x="2622" y="2508"/>
                </a:lnTo>
                <a:lnTo>
                  <a:pt x="2622" y="2509"/>
                </a:lnTo>
                <a:lnTo>
                  <a:pt x="2621" y="2509"/>
                </a:lnTo>
                <a:lnTo>
                  <a:pt x="2621" y="2510"/>
                </a:lnTo>
                <a:lnTo>
                  <a:pt x="2621" y="2511"/>
                </a:lnTo>
                <a:lnTo>
                  <a:pt x="2622" y="2512"/>
                </a:lnTo>
                <a:lnTo>
                  <a:pt x="2623" y="2513"/>
                </a:lnTo>
                <a:lnTo>
                  <a:pt x="2624" y="2513"/>
                </a:lnTo>
                <a:lnTo>
                  <a:pt x="2625" y="2513"/>
                </a:lnTo>
                <a:lnTo>
                  <a:pt x="2625" y="2514"/>
                </a:lnTo>
                <a:lnTo>
                  <a:pt x="2624" y="2515"/>
                </a:lnTo>
                <a:lnTo>
                  <a:pt x="2624" y="2516"/>
                </a:lnTo>
                <a:lnTo>
                  <a:pt x="2624" y="2517"/>
                </a:lnTo>
                <a:lnTo>
                  <a:pt x="2623" y="2519"/>
                </a:lnTo>
                <a:lnTo>
                  <a:pt x="2624" y="2520"/>
                </a:lnTo>
                <a:lnTo>
                  <a:pt x="2623" y="2521"/>
                </a:lnTo>
                <a:lnTo>
                  <a:pt x="2624" y="2522"/>
                </a:lnTo>
                <a:lnTo>
                  <a:pt x="2623" y="2523"/>
                </a:lnTo>
                <a:lnTo>
                  <a:pt x="2623" y="2524"/>
                </a:lnTo>
                <a:lnTo>
                  <a:pt x="2623" y="2525"/>
                </a:lnTo>
                <a:lnTo>
                  <a:pt x="2623" y="2526"/>
                </a:lnTo>
                <a:lnTo>
                  <a:pt x="2624" y="2526"/>
                </a:lnTo>
                <a:lnTo>
                  <a:pt x="2624" y="2527"/>
                </a:lnTo>
                <a:lnTo>
                  <a:pt x="2623" y="2527"/>
                </a:lnTo>
                <a:lnTo>
                  <a:pt x="2622" y="2528"/>
                </a:lnTo>
                <a:lnTo>
                  <a:pt x="2625" y="2529"/>
                </a:lnTo>
                <a:lnTo>
                  <a:pt x="2625" y="2530"/>
                </a:lnTo>
                <a:lnTo>
                  <a:pt x="2626" y="2530"/>
                </a:lnTo>
                <a:lnTo>
                  <a:pt x="2626" y="2529"/>
                </a:lnTo>
                <a:lnTo>
                  <a:pt x="2626" y="2530"/>
                </a:lnTo>
                <a:lnTo>
                  <a:pt x="2627" y="2530"/>
                </a:lnTo>
                <a:lnTo>
                  <a:pt x="2627" y="2531"/>
                </a:lnTo>
                <a:lnTo>
                  <a:pt x="2628" y="2532"/>
                </a:lnTo>
                <a:lnTo>
                  <a:pt x="2628" y="2533"/>
                </a:lnTo>
                <a:lnTo>
                  <a:pt x="2628" y="2534"/>
                </a:lnTo>
                <a:lnTo>
                  <a:pt x="2629" y="2534"/>
                </a:lnTo>
                <a:lnTo>
                  <a:pt x="2629" y="2535"/>
                </a:lnTo>
                <a:lnTo>
                  <a:pt x="2630" y="2534"/>
                </a:lnTo>
                <a:lnTo>
                  <a:pt x="2631" y="2535"/>
                </a:lnTo>
                <a:lnTo>
                  <a:pt x="2632" y="2535"/>
                </a:lnTo>
                <a:lnTo>
                  <a:pt x="2633" y="2536"/>
                </a:lnTo>
                <a:lnTo>
                  <a:pt x="2633" y="2537"/>
                </a:lnTo>
                <a:lnTo>
                  <a:pt x="2633" y="2538"/>
                </a:lnTo>
                <a:lnTo>
                  <a:pt x="2634" y="2538"/>
                </a:lnTo>
                <a:lnTo>
                  <a:pt x="2635" y="2538"/>
                </a:lnTo>
                <a:lnTo>
                  <a:pt x="2635" y="2539"/>
                </a:lnTo>
                <a:lnTo>
                  <a:pt x="2635" y="2540"/>
                </a:lnTo>
                <a:lnTo>
                  <a:pt x="2634" y="2541"/>
                </a:lnTo>
                <a:lnTo>
                  <a:pt x="2634" y="2542"/>
                </a:lnTo>
                <a:lnTo>
                  <a:pt x="2635" y="2543"/>
                </a:lnTo>
                <a:lnTo>
                  <a:pt x="2635" y="2544"/>
                </a:lnTo>
                <a:lnTo>
                  <a:pt x="2635" y="2545"/>
                </a:lnTo>
                <a:lnTo>
                  <a:pt x="2635" y="2546"/>
                </a:lnTo>
                <a:lnTo>
                  <a:pt x="2635" y="2547"/>
                </a:lnTo>
                <a:lnTo>
                  <a:pt x="2634" y="2549"/>
                </a:lnTo>
                <a:lnTo>
                  <a:pt x="2635" y="2551"/>
                </a:lnTo>
                <a:lnTo>
                  <a:pt x="2635" y="2552"/>
                </a:lnTo>
                <a:lnTo>
                  <a:pt x="2636" y="2552"/>
                </a:lnTo>
                <a:lnTo>
                  <a:pt x="2636" y="2553"/>
                </a:lnTo>
                <a:lnTo>
                  <a:pt x="2637" y="2554"/>
                </a:lnTo>
                <a:lnTo>
                  <a:pt x="2637" y="2555"/>
                </a:lnTo>
                <a:lnTo>
                  <a:pt x="2637" y="2556"/>
                </a:lnTo>
                <a:lnTo>
                  <a:pt x="2636" y="2557"/>
                </a:lnTo>
                <a:lnTo>
                  <a:pt x="2636" y="2559"/>
                </a:lnTo>
                <a:lnTo>
                  <a:pt x="2636" y="2560"/>
                </a:lnTo>
                <a:lnTo>
                  <a:pt x="2635" y="2560"/>
                </a:lnTo>
                <a:lnTo>
                  <a:pt x="2635" y="2561"/>
                </a:lnTo>
                <a:lnTo>
                  <a:pt x="2634" y="2561"/>
                </a:lnTo>
                <a:lnTo>
                  <a:pt x="2634" y="2563"/>
                </a:lnTo>
                <a:lnTo>
                  <a:pt x="2634" y="2564"/>
                </a:lnTo>
                <a:lnTo>
                  <a:pt x="2633" y="2564"/>
                </a:lnTo>
                <a:lnTo>
                  <a:pt x="2633" y="2565"/>
                </a:lnTo>
                <a:lnTo>
                  <a:pt x="2634" y="2565"/>
                </a:lnTo>
                <a:lnTo>
                  <a:pt x="2635" y="2566"/>
                </a:lnTo>
                <a:lnTo>
                  <a:pt x="2636" y="2566"/>
                </a:lnTo>
                <a:lnTo>
                  <a:pt x="2636" y="2567"/>
                </a:lnTo>
                <a:lnTo>
                  <a:pt x="2636" y="2568"/>
                </a:lnTo>
                <a:lnTo>
                  <a:pt x="2636" y="2569"/>
                </a:lnTo>
                <a:lnTo>
                  <a:pt x="2637" y="2569"/>
                </a:lnTo>
                <a:lnTo>
                  <a:pt x="2637" y="2570"/>
                </a:lnTo>
                <a:lnTo>
                  <a:pt x="2636" y="2571"/>
                </a:lnTo>
                <a:lnTo>
                  <a:pt x="2635" y="2571"/>
                </a:lnTo>
                <a:lnTo>
                  <a:pt x="2634" y="2571"/>
                </a:lnTo>
                <a:lnTo>
                  <a:pt x="2633" y="2571"/>
                </a:lnTo>
                <a:lnTo>
                  <a:pt x="2631" y="2571"/>
                </a:lnTo>
                <a:lnTo>
                  <a:pt x="2630" y="2571"/>
                </a:lnTo>
                <a:lnTo>
                  <a:pt x="2629" y="2570"/>
                </a:lnTo>
                <a:lnTo>
                  <a:pt x="2627" y="2570"/>
                </a:lnTo>
                <a:lnTo>
                  <a:pt x="2626" y="2570"/>
                </a:lnTo>
                <a:lnTo>
                  <a:pt x="2625" y="2570"/>
                </a:lnTo>
                <a:lnTo>
                  <a:pt x="2624" y="2570"/>
                </a:lnTo>
                <a:lnTo>
                  <a:pt x="2623" y="2570"/>
                </a:lnTo>
                <a:lnTo>
                  <a:pt x="2621" y="2570"/>
                </a:lnTo>
                <a:lnTo>
                  <a:pt x="2619" y="2568"/>
                </a:lnTo>
                <a:lnTo>
                  <a:pt x="2618" y="2567"/>
                </a:lnTo>
                <a:lnTo>
                  <a:pt x="2617" y="2566"/>
                </a:lnTo>
                <a:lnTo>
                  <a:pt x="2616" y="2566"/>
                </a:lnTo>
                <a:lnTo>
                  <a:pt x="2615" y="2566"/>
                </a:lnTo>
                <a:lnTo>
                  <a:pt x="2615" y="2567"/>
                </a:lnTo>
                <a:lnTo>
                  <a:pt x="2614" y="2567"/>
                </a:lnTo>
                <a:lnTo>
                  <a:pt x="2614" y="2566"/>
                </a:lnTo>
                <a:lnTo>
                  <a:pt x="2611" y="2567"/>
                </a:lnTo>
                <a:lnTo>
                  <a:pt x="2610" y="2568"/>
                </a:lnTo>
                <a:lnTo>
                  <a:pt x="2609" y="2568"/>
                </a:lnTo>
                <a:lnTo>
                  <a:pt x="2608" y="2568"/>
                </a:lnTo>
                <a:lnTo>
                  <a:pt x="2607" y="2569"/>
                </a:lnTo>
                <a:lnTo>
                  <a:pt x="2607" y="2571"/>
                </a:lnTo>
                <a:lnTo>
                  <a:pt x="2607" y="2572"/>
                </a:lnTo>
                <a:lnTo>
                  <a:pt x="2606" y="2572"/>
                </a:lnTo>
                <a:lnTo>
                  <a:pt x="2607" y="2572"/>
                </a:lnTo>
                <a:lnTo>
                  <a:pt x="2606" y="2572"/>
                </a:lnTo>
                <a:lnTo>
                  <a:pt x="2606" y="2573"/>
                </a:lnTo>
                <a:lnTo>
                  <a:pt x="2606" y="2574"/>
                </a:lnTo>
                <a:lnTo>
                  <a:pt x="2605" y="2574"/>
                </a:lnTo>
                <a:lnTo>
                  <a:pt x="2604" y="2575"/>
                </a:lnTo>
                <a:lnTo>
                  <a:pt x="2604" y="2576"/>
                </a:lnTo>
                <a:lnTo>
                  <a:pt x="2603" y="2576"/>
                </a:lnTo>
                <a:lnTo>
                  <a:pt x="2601" y="2576"/>
                </a:lnTo>
                <a:lnTo>
                  <a:pt x="2600" y="2575"/>
                </a:lnTo>
                <a:lnTo>
                  <a:pt x="2599" y="2575"/>
                </a:lnTo>
                <a:lnTo>
                  <a:pt x="2598" y="2575"/>
                </a:lnTo>
                <a:lnTo>
                  <a:pt x="2595" y="2575"/>
                </a:lnTo>
                <a:lnTo>
                  <a:pt x="2593" y="2575"/>
                </a:lnTo>
                <a:lnTo>
                  <a:pt x="2592" y="2577"/>
                </a:lnTo>
                <a:lnTo>
                  <a:pt x="2592" y="2578"/>
                </a:lnTo>
                <a:lnTo>
                  <a:pt x="2591" y="2579"/>
                </a:lnTo>
                <a:lnTo>
                  <a:pt x="2591" y="2580"/>
                </a:lnTo>
                <a:lnTo>
                  <a:pt x="2591" y="2581"/>
                </a:lnTo>
                <a:lnTo>
                  <a:pt x="2590" y="2581"/>
                </a:lnTo>
                <a:lnTo>
                  <a:pt x="2590" y="2582"/>
                </a:lnTo>
                <a:lnTo>
                  <a:pt x="2589" y="2582"/>
                </a:lnTo>
                <a:lnTo>
                  <a:pt x="2588" y="2583"/>
                </a:lnTo>
                <a:lnTo>
                  <a:pt x="2586" y="2583"/>
                </a:lnTo>
                <a:lnTo>
                  <a:pt x="2584" y="2584"/>
                </a:lnTo>
                <a:lnTo>
                  <a:pt x="2582" y="2584"/>
                </a:lnTo>
                <a:lnTo>
                  <a:pt x="2581" y="2584"/>
                </a:lnTo>
                <a:lnTo>
                  <a:pt x="2580" y="2584"/>
                </a:lnTo>
                <a:lnTo>
                  <a:pt x="2579" y="2584"/>
                </a:lnTo>
                <a:lnTo>
                  <a:pt x="2578" y="2583"/>
                </a:lnTo>
                <a:lnTo>
                  <a:pt x="2576" y="2583"/>
                </a:lnTo>
                <a:lnTo>
                  <a:pt x="2575" y="2583"/>
                </a:lnTo>
                <a:lnTo>
                  <a:pt x="2575" y="2582"/>
                </a:lnTo>
                <a:lnTo>
                  <a:pt x="2574" y="2582"/>
                </a:lnTo>
                <a:lnTo>
                  <a:pt x="2573" y="2582"/>
                </a:lnTo>
                <a:lnTo>
                  <a:pt x="2571" y="2581"/>
                </a:lnTo>
                <a:lnTo>
                  <a:pt x="2569" y="2581"/>
                </a:lnTo>
                <a:lnTo>
                  <a:pt x="2568" y="2581"/>
                </a:lnTo>
                <a:lnTo>
                  <a:pt x="2567" y="2581"/>
                </a:lnTo>
                <a:lnTo>
                  <a:pt x="2566" y="2581"/>
                </a:lnTo>
                <a:lnTo>
                  <a:pt x="2565" y="2581"/>
                </a:lnTo>
                <a:lnTo>
                  <a:pt x="2564" y="2581"/>
                </a:lnTo>
                <a:lnTo>
                  <a:pt x="2564" y="2580"/>
                </a:lnTo>
                <a:lnTo>
                  <a:pt x="2563" y="2580"/>
                </a:lnTo>
                <a:lnTo>
                  <a:pt x="2561" y="2581"/>
                </a:lnTo>
                <a:lnTo>
                  <a:pt x="2560" y="2581"/>
                </a:lnTo>
                <a:lnTo>
                  <a:pt x="2559" y="2582"/>
                </a:lnTo>
                <a:lnTo>
                  <a:pt x="2558" y="2584"/>
                </a:lnTo>
                <a:lnTo>
                  <a:pt x="2557" y="2584"/>
                </a:lnTo>
                <a:lnTo>
                  <a:pt x="2555" y="2586"/>
                </a:lnTo>
                <a:lnTo>
                  <a:pt x="2553" y="2587"/>
                </a:lnTo>
                <a:lnTo>
                  <a:pt x="2553" y="2588"/>
                </a:lnTo>
                <a:lnTo>
                  <a:pt x="2552" y="2589"/>
                </a:lnTo>
                <a:lnTo>
                  <a:pt x="2551" y="2589"/>
                </a:lnTo>
                <a:lnTo>
                  <a:pt x="2551" y="2590"/>
                </a:lnTo>
                <a:lnTo>
                  <a:pt x="2550" y="2590"/>
                </a:lnTo>
                <a:lnTo>
                  <a:pt x="2549" y="2591"/>
                </a:lnTo>
                <a:lnTo>
                  <a:pt x="2549" y="2592"/>
                </a:lnTo>
                <a:lnTo>
                  <a:pt x="2549" y="2594"/>
                </a:lnTo>
                <a:lnTo>
                  <a:pt x="2548" y="2594"/>
                </a:lnTo>
                <a:lnTo>
                  <a:pt x="2547" y="2595"/>
                </a:lnTo>
                <a:lnTo>
                  <a:pt x="2546" y="2595"/>
                </a:lnTo>
                <a:lnTo>
                  <a:pt x="2546" y="2596"/>
                </a:lnTo>
                <a:lnTo>
                  <a:pt x="2545" y="2596"/>
                </a:lnTo>
                <a:lnTo>
                  <a:pt x="2544" y="2596"/>
                </a:lnTo>
                <a:lnTo>
                  <a:pt x="2543" y="2596"/>
                </a:lnTo>
                <a:lnTo>
                  <a:pt x="2543" y="2597"/>
                </a:lnTo>
                <a:lnTo>
                  <a:pt x="2542" y="2597"/>
                </a:lnTo>
                <a:lnTo>
                  <a:pt x="2541" y="2597"/>
                </a:lnTo>
                <a:lnTo>
                  <a:pt x="2540" y="2597"/>
                </a:lnTo>
                <a:lnTo>
                  <a:pt x="2540" y="2596"/>
                </a:lnTo>
                <a:lnTo>
                  <a:pt x="2539" y="2596"/>
                </a:lnTo>
                <a:lnTo>
                  <a:pt x="2538" y="2596"/>
                </a:lnTo>
                <a:lnTo>
                  <a:pt x="2538" y="2597"/>
                </a:lnTo>
                <a:lnTo>
                  <a:pt x="2538" y="2598"/>
                </a:lnTo>
                <a:lnTo>
                  <a:pt x="2538" y="2599"/>
                </a:lnTo>
                <a:lnTo>
                  <a:pt x="2537" y="2599"/>
                </a:lnTo>
                <a:lnTo>
                  <a:pt x="2537" y="2600"/>
                </a:lnTo>
                <a:lnTo>
                  <a:pt x="2537" y="2601"/>
                </a:lnTo>
                <a:lnTo>
                  <a:pt x="2537" y="2602"/>
                </a:lnTo>
                <a:lnTo>
                  <a:pt x="2536" y="2602"/>
                </a:lnTo>
                <a:lnTo>
                  <a:pt x="2536" y="2603"/>
                </a:lnTo>
                <a:lnTo>
                  <a:pt x="2536" y="2604"/>
                </a:lnTo>
                <a:lnTo>
                  <a:pt x="2536" y="2605"/>
                </a:lnTo>
                <a:lnTo>
                  <a:pt x="2536" y="2607"/>
                </a:lnTo>
                <a:lnTo>
                  <a:pt x="2536" y="2608"/>
                </a:lnTo>
                <a:lnTo>
                  <a:pt x="2537" y="2608"/>
                </a:lnTo>
                <a:lnTo>
                  <a:pt x="2537" y="2609"/>
                </a:lnTo>
                <a:lnTo>
                  <a:pt x="2536" y="2610"/>
                </a:lnTo>
                <a:lnTo>
                  <a:pt x="2536" y="2611"/>
                </a:lnTo>
                <a:lnTo>
                  <a:pt x="2535" y="2611"/>
                </a:lnTo>
                <a:lnTo>
                  <a:pt x="2536" y="2612"/>
                </a:lnTo>
                <a:lnTo>
                  <a:pt x="2536" y="2613"/>
                </a:lnTo>
                <a:lnTo>
                  <a:pt x="2537" y="2613"/>
                </a:lnTo>
                <a:lnTo>
                  <a:pt x="2537" y="2614"/>
                </a:lnTo>
                <a:lnTo>
                  <a:pt x="2536" y="2614"/>
                </a:lnTo>
                <a:lnTo>
                  <a:pt x="2536" y="2615"/>
                </a:lnTo>
                <a:lnTo>
                  <a:pt x="2537" y="2615"/>
                </a:lnTo>
                <a:lnTo>
                  <a:pt x="2537" y="2616"/>
                </a:lnTo>
                <a:lnTo>
                  <a:pt x="2538" y="2616"/>
                </a:lnTo>
                <a:lnTo>
                  <a:pt x="2539" y="2616"/>
                </a:lnTo>
                <a:lnTo>
                  <a:pt x="2539" y="2618"/>
                </a:lnTo>
                <a:lnTo>
                  <a:pt x="2539" y="2619"/>
                </a:lnTo>
                <a:lnTo>
                  <a:pt x="2538" y="2619"/>
                </a:lnTo>
                <a:lnTo>
                  <a:pt x="2538" y="2620"/>
                </a:lnTo>
                <a:lnTo>
                  <a:pt x="2537" y="2620"/>
                </a:lnTo>
                <a:lnTo>
                  <a:pt x="2536" y="2620"/>
                </a:lnTo>
                <a:lnTo>
                  <a:pt x="2535" y="2620"/>
                </a:lnTo>
                <a:lnTo>
                  <a:pt x="2533" y="2621"/>
                </a:lnTo>
                <a:lnTo>
                  <a:pt x="2533" y="2622"/>
                </a:lnTo>
                <a:lnTo>
                  <a:pt x="2532" y="2622"/>
                </a:lnTo>
                <a:lnTo>
                  <a:pt x="2532" y="2623"/>
                </a:lnTo>
                <a:lnTo>
                  <a:pt x="2533" y="2624"/>
                </a:lnTo>
                <a:lnTo>
                  <a:pt x="2532" y="2624"/>
                </a:lnTo>
                <a:lnTo>
                  <a:pt x="2531" y="2625"/>
                </a:lnTo>
                <a:lnTo>
                  <a:pt x="2531" y="2627"/>
                </a:lnTo>
                <a:lnTo>
                  <a:pt x="2531" y="2628"/>
                </a:lnTo>
                <a:lnTo>
                  <a:pt x="2530" y="2629"/>
                </a:lnTo>
                <a:lnTo>
                  <a:pt x="2529" y="2630"/>
                </a:lnTo>
                <a:lnTo>
                  <a:pt x="2530" y="2630"/>
                </a:lnTo>
                <a:lnTo>
                  <a:pt x="2530" y="2631"/>
                </a:lnTo>
                <a:lnTo>
                  <a:pt x="2530" y="2630"/>
                </a:lnTo>
                <a:lnTo>
                  <a:pt x="2531" y="2630"/>
                </a:lnTo>
                <a:lnTo>
                  <a:pt x="2532" y="2630"/>
                </a:lnTo>
                <a:lnTo>
                  <a:pt x="2532" y="2631"/>
                </a:lnTo>
                <a:lnTo>
                  <a:pt x="2533" y="2632"/>
                </a:lnTo>
                <a:lnTo>
                  <a:pt x="2533" y="2633"/>
                </a:lnTo>
                <a:lnTo>
                  <a:pt x="2533" y="2634"/>
                </a:lnTo>
                <a:lnTo>
                  <a:pt x="2533" y="2635"/>
                </a:lnTo>
                <a:lnTo>
                  <a:pt x="2533" y="2637"/>
                </a:lnTo>
                <a:lnTo>
                  <a:pt x="2533" y="2638"/>
                </a:lnTo>
                <a:lnTo>
                  <a:pt x="2532" y="2639"/>
                </a:lnTo>
                <a:lnTo>
                  <a:pt x="2531" y="2639"/>
                </a:lnTo>
                <a:lnTo>
                  <a:pt x="2531" y="2641"/>
                </a:lnTo>
                <a:lnTo>
                  <a:pt x="2531" y="2642"/>
                </a:lnTo>
                <a:lnTo>
                  <a:pt x="2531" y="2643"/>
                </a:lnTo>
                <a:lnTo>
                  <a:pt x="2532" y="2644"/>
                </a:lnTo>
                <a:lnTo>
                  <a:pt x="2532" y="2645"/>
                </a:lnTo>
                <a:lnTo>
                  <a:pt x="2532" y="2646"/>
                </a:lnTo>
                <a:lnTo>
                  <a:pt x="2533" y="2646"/>
                </a:lnTo>
                <a:lnTo>
                  <a:pt x="2534" y="2647"/>
                </a:lnTo>
                <a:lnTo>
                  <a:pt x="2535" y="2647"/>
                </a:lnTo>
                <a:lnTo>
                  <a:pt x="2536" y="2647"/>
                </a:lnTo>
                <a:lnTo>
                  <a:pt x="2537" y="2647"/>
                </a:lnTo>
                <a:lnTo>
                  <a:pt x="2538" y="2647"/>
                </a:lnTo>
                <a:lnTo>
                  <a:pt x="2538" y="2648"/>
                </a:lnTo>
                <a:lnTo>
                  <a:pt x="2540" y="2648"/>
                </a:lnTo>
                <a:lnTo>
                  <a:pt x="2541" y="2648"/>
                </a:lnTo>
                <a:lnTo>
                  <a:pt x="2543" y="2648"/>
                </a:lnTo>
                <a:lnTo>
                  <a:pt x="2544" y="2648"/>
                </a:lnTo>
                <a:lnTo>
                  <a:pt x="2545" y="2649"/>
                </a:lnTo>
                <a:lnTo>
                  <a:pt x="2546" y="2650"/>
                </a:lnTo>
                <a:lnTo>
                  <a:pt x="2546" y="2651"/>
                </a:lnTo>
                <a:lnTo>
                  <a:pt x="2545" y="2651"/>
                </a:lnTo>
                <a:lnTo>
                  <a:pt x="2544" y="2652"/>
                </a:lnTo>
                <a:lnTo>
                  <a:pt x="2544" y="2653"/>
                </a:lnTo>
                <a:lnTo>
                  <a:pt x="2545" y="2653"/>
                </a:lnTo>
                <a:lnTo>
                  <a:pt x="2546" y="2654"/>
                </a:lnTo>
                <a:lnTo>
                  <a:pt x="2547" y="2654"/>
                </a:lnTo>
                <a:lnTo>
                  <a:pt x="2549" y="2654"/>
                </a:lnTo>
                <a:lnTo>
                  <a:pt x="2550" y="2654"/>
                </a:lnTo>
                <a:lnTo>
                  <a:pt x="2551" y="2655"/>
                </a:lnTo>
                <a:lnTo>
                  <a:pt x="2552" y="2655"/>
                </a:lnTo>
                <a:lnTo>
                  <a:pt x="2553" y="2655"/>
                </a:lnTo>
                <a:lnTo>
                  <a:pt x="2554" y="2655"/>
                </a:lnTo>
                <a:lnTo>
                  <a:pt x="2555" y="2655"/>
                </a:lnTo>
                <a:lnTo>
                  <a:pt x="2556" y="2655"/>
                </a:lnTo>
                <a:lnTo>
                  <a:pt x="2557" y="2655"/>
                </a:lnTo>
                <a:lnTo>
                  <a:pt x="2558" y="2655"/>
                </a:lnTo>
                <a:lnTo>
                  <a:pt x="2559" y="2656"/>
                </a:lnTo>
                <a:lnTo>
                  <a:pt x="2559" y="2657"/>
                </a:lnTo>
                <a:lnTo>
                  <a:pt x="2560" y="2658"/>
                </a:lnTo>
                <a:lnTo>
                  <a:pt x="2561" y="2657"/>
                </a:lnTo>
                <a:lnTo>
                  <a:pt x="2562" y="2657"/>
                </a:lnTo>
                <a:lnTo>
                  <a:pt x="2563" y="2657"/>
                </a:lnTo>
                <a:lnTo>
                  <a:pt x="2564" y="2657"/>
                </a:lnTo>
                <a:lnTo>
                  <a:pt x="2564" y="2658"/>
                </a:lnTo>
                <a:lnTo>
                  <a:pt x="2565" y="2658"/>
                </a:lnTo>
                <a:lnTo>
                  <a:pt x="2566" y="2659"/>
                </a:lnTo>
                <a:lnTo>
                  <a:pt x="2567" y="2659"/>
                </a:lnTo>
                <a:lnTo>
                  <a:pt x="2568" y="2659"/>
                </a:lnTo>
                <a:lnTo>
                  <a:pt x="2569" y="2659"/>
                </a:lnTo>
                <a:lnTo>
                  <a:pt x="2569" y="2660"/>
                </a:lnTo>
                <a:lnTo>
                  <a:pt x="2570" y="2660"/>
                </a:lnTo>
                <a:lnTo>
                  <a:pt x="2571" y="2661"/>
                </a:lnTo>
                <a:lnTo>
                  <a:pt x="2572" y="2661"/>
                </a:lnTo>
                <a:lnTo>
                  <a:pt x="2573" y="2661"/>
                </a:lnTo>
                <a:lnTo>
                  <a:pt x="2574" y="2662"/>
                </a:lnTo>
                <a:lnTo>
                  <a:pt x="2575" y="2662"/>
                </a:lnTo>
                <a:lnTo>
                  <a:pt x="2575" y="2663"/>
                </a:lnTo>
                <a:lnTo>
                  <a:pt x="2577" y="2664"/>
                </a:lnTo>
                <a:lnTo>
                  <a:pt x="2578" y="2664"/>
                </a:lnTo>
                <a:lnTo>
                  <a:pt x="2578" y="2665"/>
                </a:lnTo>
                <a:lnTo>
                  <a:pt x="2577" y="2666"/>
                </a:lnTo>
                <a:lnTo>
                  <a:pt x="2577" y="2667"/>
                </a:lnTo>
                <a:lnTo>
                  <a:pt x="2576" y="2668"/>
                </a:lnTo>
                <a:lnTo>
                  <a:pt x="2576" y="2669"/>
                </a:lnTo>
                <a:lnTo>
                  <a:pt x="2576" y="2670"/>
                </a:lnTo>
                <a:lnTo>
                  <a:pt x="2577" y="2670"/>
                </a:lnTo>
                <a:lnTo>
                  <a:pt x="2577" y="2671"/>
                </a:lnTo>
                <a:lnTo>
                  <a:pt x="2577" y="2672"/>
                </a:lnTo>
                <a:lnTo>
                  <a:pt x="2576" y="2673"/>
                </a:lnTo>
                <a:lnTo>
                  <a:pt x="2576" y="2674"/>
                </a:lnTo>
                <a:lnTo>
                  <a:pt x="2577" y="2674"/>
                </a:lnTo>
                <a:lnTo>
                  <a:pt x="2577" y="2675"/>
                </a:lnTo>
                <a:lnTo>
                  <a:pt x="2577" y="2676"/>
                </a:lnTo>
                <a:lnTo>
                  <a:pt x="2576" y="2676"/>
                </a:lnTo>
                <a:lnTo>
                  <a:pt x="2575" y="2676"/>
                </a:lnTo>
                <a:lnTo>
                  <a:pt x="2575" y="2677"/>
                </a:lnTo>
                <a:lnTo>
                  <a:pt x="2576" y="2677"/>
                </a:lnTo>
                <a:lnTo>
                  <a:pt x="2576" y="2678"/>
                </a:lnTo>
                <a:lnTo>
                  <a:pt x="2575" y="2679"/>
                </a:lnTo>
                <a:lnTo>
                  <a:pt x="2575" y="2681"/>
                </a:lnTo>
                <a:lnTo>
                  <a:pt x="2574" y="2682"/>
                </a:lnTo>
                <a:lnTo>
                  <a:pt x="2574" y="2683"/>
                </a:lnTo>
                <a:lnTo>
                  <a:pt x="2575" y="2683"/>
                </a:lnTo>
                <a:lnTo>
                  <a:pt x="2575" y="2684"/>
                </a:lnTo>
                <a:lnTo>
                  <a:pt x="2576" y="2684"/>
                </a:lnTo>
                <a:lnTo>
                  <a:pt x="2577" y="2684"/>
                </a:lnTo>
                <a:lnTo>
                  <a:pt x="2578" y="2684"/>
                </a:lnTo>
                <a:lnTo>
                  <a:pt x="2578" y="2685"/>
                </a:lnTo>
                <a:lnTo>
                  <a:pt x="2578" y="2686"/>
                </a:lnTo>
                <a:lnTo>
                  <a:pt x="2577" y="2687"/>
                </a:lnTo>
                <a:lnTo>
                  <a:pt x="2576" y="2688"/>
                </a:lnTo>
                <a:lnTo>
                  <a:pt x="2575" y="2689"/>
                </a:lnTo>
                <a:lnTo>
                  <a:pt x="2575" y="2690"/>
                </a:lnTo>
                <a:lnTo>
                  <a:pt x="2575" y="2691"/>
                </a:lnTo>
                <a:lnTo>
                  <a:pt x="2574" y="2691"/>
                </a:lnTo>
                <a:lnTo>
                  <a:pt x="2574" y="2692"/>
                </a:lnTo>
                <a:lnTo>
                  <a:pt x="2574" y="2693"/>
                </a:lnTo>
                <a:lnTo>
                  <a:pt x="2575" y="2694"/>
                </a:lnTo>
                <a:lnTo>
                  <a:pt x="2575" y="2695"/>
                </a:lnTo>
                <a:lnTo>
                  <a:pt x="2575" y="2694"/>
                </a:lnTo>
                <a:lnTo>
                  <a:pt x="2575" y="2695"/>
                </a:lnTo>
                <a:lnTo>
                  <a:pt x="2574" y="2695"/>
                </a:lnTo>
                <a:lnTo>
                  <a:pt x="2574" y="2696"/>
                </a:lnTo>
                <a:lnTo>
                  <a:pt x="2574" y="2697"/>
                </a:lnTo>
                <a:lnTo>
                  <a:pt x="2573" y="2697"/>
                </a:lnTo>
                <a:lnTo>
                  <a:pt x="2573" y="2698"/>
                </a:lnTo>
                <a:lnTo>
                  <a:pt x="2572" y="2698"/>
                </a:lnTo>
                <a:lnTo>
                  <a:pt x="2572" y="2699"/>
                </a:lnTo>
                <a:lnTo>
                  <a:pt x="2572" y="2701"/>
                </a:lnTo>
                <a:lnTo>
                  <a:pt x="2572" y="2702"/>
                </a:lnTo>
                <a:lnTo>
                  <a:pt x="2573" y="2703"/>
                </a:lnTo>
                <a:lnTo>
                  <a:pt x="2572" y="2704"/>
                </a:lnTo>
                <a:lnTo>
                  <a:pt x="2571" y="2705"/>
                </a:lnTo>
                <a:lnTo>
                  <a:pt x="2571" y="2706"/>
                </a:lnTo>
                <a:lnTo>
                  <a:pt x="2571" y="2707"/>
                </a:lnTo>
                <a:lnTo>
                  <a:pt x="2572" y="2707"/>
                </a:lnTo>
                <a:lnTo>
                  <a:pt x="2572" y="2708"/>
                </a:lnTo>
                <a:lnTo>
                  <a:pt x="2572" y="2709"/>
                </a:lnTo>
                <a:lnTo>
                  <a:pt x="2573" y="2709"/>
                </a:lnTo>
                <a:lnTo>
                  <a:pt x="2574" y="2710"/>
                </a:lnTo>
                <a:lnTo>
                  <a:pt x="2574" y="2711"/>
                </a:lnTo>
                <a:lnTo>
                  <a:pt x="2574" y="2712"/>
                </a:lnTo>
                <a:lnTo>
                  <a:pt x="2575" y="2712"/>
                </a:lnTo>
                <a:lnTo>
                  <a:pt x="2575" y="2713"/>
                </a:lnTo>
                <a:lnTo>
                  <a:pt x="2575" y="2712"/>
                </a:lnTo>
                <a:lnTo>
                  <a:pt x="2576" y="2712"/>
                </a:lnTo>
                <a:lnTo>
                  <a:pt x="2577" y="2712"/>
                </a:lnTo>
                <a:lnTo>
                  <a:pt x="2577" y="2713"/>
                </a:lnTo>
                <a:lnTo>
                  <a:pt x="2578" y="2714"/>
                </a:lnTo>
                <a:lnTo>
                  <a:pt x="2578" y="2715"/>
                </a:lnTo>
                <a:lnTo>
                  <a:pt x="2577" y="2715"/>
                </a:lnTo>
                <a:lnTo>
                  <a:pt x="2576" y="2716"/>
                </a:lnTo>
                <a:lnTo>
                  <a:pt x="2574" y="2718"/>
                </a:lnTo>
                <a:lnTo>
                  <a:pt x="2573" y="2720"/>
                </a:lnTo>
                <a:lnTo>
                  <a:pt x="2572" y="2720"/>
                </a:lnTo>
                <a:lnTo>
                  <a:pt x="2572" y="2721"/>
                </a:lnTo>
                <a:lnTo>
                  <a:pt x="2572" y="2722"/>
                </a:lnTo>
                <a:lnTo>
                  <a:pt x="2571" y="2723"/>
                </a:lnTo>
                <a:lnTo>
                  <a:pt x="2571" y="2724"/>
                </a:lnTo>
                <a:lnTo>
                  <a:pt x="2572" y="2724"/>
                </a:lnTo>
                <a:lnTo>
                  <a:pt x="2572" y="2725"/>
                </a:lnTo>
                <a:lnTo>
                  <a:pt x="2573" y="2726"/>
                </a:lnTo>
                <a:lnTo>
                  <a:pt x="2574" y="2726"/>
                </a:lnTo>
                <a:lnTo>
                  <a:pt x="2574" y="2727"/>
                </a:lnTo>
                <a:lnTo>
                  <a:pt x="2576" y="2728"/>
                </a:lnTo>
                <a:lnTo>
                  <a:pt x="2577" y="2728"/>
                </a:lnTo>
                <a:lnTo>
                  <a:pt x="2577" y="2729"/>
                </a:lnTo>
                <a:lnTo>
                  <a:pt x="2578" y="2729"/>
                </a:lnTo>
                <a:lnTo>
                  <a:pt x="2579" y="2729"/>
                </a:lnTo>
                <a:lnTo>
                  <a:pt x="2579" y="2730"/>
                </a:lnTo>
                <a:lnTo>
                  <a:pt x="2579" y="2731"/>
                </a:lnTo>
                <a:lnTo>
                  <a:pt x="2578" y="2732"/>
                </a:lnTo>
                <a:lnTo>
                  <a:pt x="2578" y="2733"/>
                </a:lnTo>
                <a:lnTo>
                  <a:pt x="2578" y="2734"/>
                </a:lnTo>
                <a:lnTo>
                  <a:pt x="2578" y="2735"/>
                </a:lnTo>
                <a:lnTo>
                  <a:pt x="2577" y="2735"/>
                </a:lnTo>
                <a:lnTo>
                  <a:pt x="2577" y="2736"/>
                </a:lnTo>
                <a:lnTo>
                  <a:pt x="2577" y="2737"/>
                </a:lnTo>
                <a:lnTo>
                  <a:pt x="2578" y="2737"/>
                </a:lnTo>
                <a:lnTo>
                  <a:pt x="2578" y="2738"/>
                </a:lnTo>
                <a:lnTo>
                  <a:pt x="2578" y="2739"/>
                </a:lnTo>
                <a:lnTo>
                  <a:pt x="2579" y="2739"/>
                </a:lnTo>
                <a:lnTo>
                  <a:pt x="2578" y="2739"/>
                </a:lnTo>
                <a:lnTo>
                  <a:pt x="2578" y="2740"/>
                </a:lnTo>
                <a:lnTo>
                  <a:pt x="2577" y="2740"/>
                </a:lnTo>
                <a:lnTo>
                  <a:pt x="2577" y="2741"/>
                </a:lnTo>
                <a:lnTo>
                  <a:pt x="2578" y="2742"/>
                </a:lnTo>
                <a:lnTo>
                  <a:pt x="2578" y="2743"/>
                </a:lnTo>
                <a:lnTo>
                  <a:pt x="2579" y="2743"/>
                </a:lnTo>
                <a:lnTo>
                  <a:pt x="2579" y="2744"/>
                </a:lnTo>
                <a:lnTo>
                  <a:pt x="2579" y="2745"/>
                </a:lnTo>
                <a:lnTo>
                  <a:pt x="2580" y="2746"/>
                </a:lnTo>
                <a:lnTo>
                  <a:pt x="2580" y="2747"/>
                </a:lnTo>
                <a:lnTo>
                  <a:pt x="2580" y="2748"/>
                </a:lnTo>
                <a:lnTo>
                  <a:pt x="2580" y="2750"/>
                </a:lnTo>
                <a:lnTo>
                  <a:pt x="2580" y="2752"/>
                </a:lnTo>
                <a:lnTo>
                  <a:pt x="2580" y="2753"/>
                </a:lnTo>
                <a:lnTo>
                  <a:pt x="2579" y="2754"/>
                </a:lnTo>
                <a:lnTo>
                  <a:pt x="2578" y="2755"/>
                </a:lnTo>
                <a:lnTo>
                  <a:pt x="2578" y="2756"/>
                </a:lnTo>
                <a:lnTo>
                  <a:pt x="2577" y="2756"/>
                </a:lnTo>
                <a:lnTo>
                  <a:pt x="2573" y="2756"/>
                </a:lnTo>
                <a:lnTo>
                  <a:pt x="2572" y="2756"/>
                </a:lnTo>
                <a:lnTo>
                  <a:pt x="2571" y="2755"/>
                </a:lnTo>
                <a:lnTo>
                  <a:pt x="2569" y="2754"/>
                </a:lnTo>
                <a:lnTo>
                  <a:pt x="2566" y="2754"/>
                </a:lnTo>
                <a:lnTo>
                  <a:pt x="2565" y="2753"/>
                </a:lnTo>
                <a:lnTo>
                  <a:pt x="2565" y="2752"/>
                </a:lnTo>
                <a:lnTo>
                  <a:pt x="2562" y="2752"/>
                </a:lnTo>
                <a:lnTo>
                  <a:pt x="2561" y="2752"/>
                </a:lnTo>
                <a:lnTo>
                  <a:pt x="2560" y="2752"/>
                </a:lnTo>
                <a:lnTo>
                  <a:pt x="2560" y="2751"/>
                </a:lnTo>
                <a:lnTo>
                  <a:pt x="2559" y="2750"/>
                </a:lnTo>
                <a:lnTo>
                  <a:pt x="2558" y="2750"/>
                </a:lnTo>
                <a:lnTo>
                  <a:pt x="2558" y="2751"/>
                </a:lnTo>
                <a:lnTo>
                  <a:pt x="2557" y="2750"/>
                </a:lnTo>
                <a:lnTo>
                  <a:pt x="2556" y="2750"/>
                </a:lnTo>
                <a:lnTo>
                  <a:pt x="2556" y="2751"/>
                </a:lnTo>
                <a:lnTo>
                  <a:pt x="2555" y="2752"/>
                </a:lnTo>
                <a:lnTo>
                  <a:pt x="2554" y="2752"/>
                </a:lnTo>
                <a:lnTo>
                  <a:pt x="2553" y="2753"/>
                </a:lnTo>
                <a:lnTo>
                  <a:pt x="2553" y="2754"/>
                </a:lnTo>
                <a:lnTo>
                  <a:pt x="2552" y="2756"/>
                </a:lnTo>
                <a:lnTo>
                  <a:pt x="2551" y="2758"/>
                </a:lnTo>
                <a:lnTo>
                  <a:pt x="2551" y="2759"/>
                </a:lnTo>
                <a:lnTo>
                  <a:pt x="2550" y="2760"/>
                </a:lnTo>
                <a:lnTo>
                  <a:pt x="2549" y="2761"/>
                </a:lnTo>
                <a:lnTo>
                  <a:pt x="2549" y="2762"/>
                </a:lnTo>
                <a:lnTo>
                  <a:pt x="2548" y="2762"/>
                </a:lnTo>
                <a:lnTo>
                  <a:pt x="2547" y="2763"/>
                </a:lnTo>
                <a:lnTo>
                  <a:pt x="2546" y="2764"/>
                </a:lnTo>
                <a:lnTo>
                  <a:pt x="2546" y="2765"/>
                </a:lnTo>
                <a:lnTo>
                  <a:pt x="2545" y="2765"/>
                </a:lnTo>
                <a:lnTo>
                  <a:pt x="2544" y="2764"/>
                </a:lnTo>
                <a:lnTo>
                  <a:pt x="2542" y="2764"/>
                </a:lnTo>
                <a:lnTo>
                  <a:pt x="2541" y="2764"/>
                </a:lnTo>
                <a:lnTo>
                  <a:pt x="2540" y="2764"/>
                </a:lnTo>
                <a:lnTo>
                  <a:pt x="2540" y="2765"/>
                </a:lnTo>
                <a:lnTo>
                  <a:pt x="2539" y="2765"/>
                </a:lnTo>
                <a:lnTo>
                  <a:pt x="2538" y="2764"/>
                </a:lnTo>
                <a:lnTo>
                  <a:pt x="2537" y="2764"/>
                </a:lnTo>
                <a:lnTo>
                  <a:pt x="2536" y="2764"/>
                </a:lnTo>
                <a:lnTo>
                  <a:pt x="2536" y="2765"/>
                </a:lnTo>
                <a:lnTo>
                  <a:pt x="2535" y="2765"/>
                </a:lnTo>
                <a:lnTo>
                  <a:pt x="2534" y="2765"/>
                </a:lnTo>
                <a:lnTo>
                  <a:pt x="2533" y="2765"/>
                </a:lnTo>
                <a:lnTo>
                  <a:pt x="2532" y="2765"/>
                </a:lnTo>
                <a:lnTo>
                  <a:pt x="2531" y="2764"/>
                </a:lnTo>
                <a:lnTo>
                  <a:pt x="2531" y="2763"/>
                </a:lnTo>
                <a:lnTo>
                  <a:pt x="2530" y="2762"/>
                </a:lnTo>
                <a:lnTo>
                  <a:pt x="2529" y="2762"/>
                </a:lnTo>
                <a:lnTo>
                  <a:pt x="2528" y="2761"/>
                </a:lnTo>
                <a:lnTo>
                  <a:pt x="2529" y="2760"/>
                </a:lnTo>
                <a:lnTo>
                  <a:pt x="2528" y="2759"/>
                </a:lnTo>
                <a:lnTo>
                  <a:pt x="2527" y="2759"/>
                </a:lnTo>
                <a:lnTo>
                  <a:pt x="2526" y="2757"/>
                </a:lnTo>
                <a:lnTo>
                  <a:pt x="2525" y="2756"/>
                </a:lnTo>
                <a:lnTo>
                  <a:pt x="2525" y="2754"/>
                </a:lnTo>
                <a:lnTo>
                  <a:pt x="2524" y="2751"/>
                </a:lnTo>
                <a:lnTo>
                  <a:pt x="2524" y="2750"/>
                </a:lnTo>
                <a:lnTo>
                  <a:pt x="2523" y="2749"/>
                </a:lnTo>
                <a:lnTo>
                  <a:pt x="2522" y="2749"/>
                </a:lnTo>
                <a:lnTo>
                  <a:pt x="2521" y="2748"/>
                </a:lnTo>
                <a:lnTo>
                  <a:pt x="2520" y="2747"/>
                </a:lnTo>
                <a:lnTo>
                  <a:pt x="2519" y="2747"/>
                </a:lnTo>
                <a:lnTo>
                  <a:pt x="2518" y="2747"/>
                </a:lnTo>
                <a:lnTo>
                  <a:pt x="2518" y="2746"/>
                </a:lnTo>
                <a:lnTo>
                  <a:pt x="2517" y="2745"/>
                </a:lnTo>
                <a:lnTo>
                  <a:pt x="2516" y="2745"/>
                </a:lnTo>
                <a:lnTo>
                  <a:pt x="2515" y="2743"/>
                </a:lnTo>
                <a:lnTo>
                  <a:pt x="2514" y="2742"/>
                </a:lnTo>
                <a:lnTo>
                  <a:pt x="2513" y="2741"/>
                </a:lnTo>
                <a:lnTo>
                  <a:pt x="2512" y="2740"/>
                </a:lnTo>
                <a:lnTo>
                  <a:pt x="2511" y="2740"/>
                </a:lnTo>
                <a:lnTo>
                  <a:pt x="2510" y="2739"/>
                </a:lnTo>
                <a:lnTo>
                  <a:pt x="2508" y="2738"/>
                </a:lnTo>
                <a:lnTo>
                  <a:pt x="2506" y="2737"/>
                </a:lnTo>
                <a:lnTo>
                  <a:pt x="2505" y="2737"/>
                </a:lnTo>
                <a:lnTo>
                  <a:pt x="2504" y="2737"/>
                </a:lnTo>
                <a:lnTo>
                  <a:pt x="2503" y="2737"/>
                </a:lnTo>
                <a:lnTo>
                  <a:pt x="2502" y="2737"/>
                </a:lnTo>
                <a:lnTo>
                  <a:pt x="2501" y="2737"/>
                </a:lnTo>
                <a:lnTo>
                  <a:pt x="2500" y="2737"/>
                </a:lnTo>
                <a:lnTo>
                  <a:pt x="2499" y="2737"/>
                </a:lnTo>
                <a:lnTo>
                  <a:pt x="2497" y="2737"/>
                </a:lnTo>
                <a:lnTo>
                  <a:pt x="2496" y="2736"/>
                </a:lnTo>
                <a:lnTo>
                  <a:pt x="2495" y="2736"/>
                </a:lnTo>
                <a:lnTo>
                  <a:pt x="2495" y="2735"/>
                </a:lnTo>
                <a:lnTo>
                  <a:pt x="2494" y="2735"/>
                </a:lnTo>
                <a:lnTo>
                  <a:pt x="2494" y="2736"/>
                </a:lnTo>
                <a:lnTo>
                  <a:pt x="2493" y="2736"/>
                </a:lnTo>
                <a:lnTo>
                  <a:pt x="2492" y="2736"/>
                </a:lnTo>
                <a:lnTo>
                  <a:pt x="2492" y="2735"/>
                </a:lnTo>
                <a:lnTo>
                  <a:pt x="2491" y="2735"/>
                </a:lnTo>
                <a:lnTo>
                  <a:pt x="2491" y="2734"/>
                </a:lnTo>
                <a:lnTo>
                  <a:pt x="2490" y="2733"/>
                </a:lnTo>
                <a:lnTo>
                  <a:pt x="2489" y="2732"/>
                </a:lnTo>
                <a:lnTo>
                  <a:pt x="2487" y="2732"/>
                </a:lnTo>
                <a:lnTo>
                  <a:pt x="2485" y="2731"/>
                </a:lnTo>
                <a:lnTo>
                  <a:pt x="2484" y="2731"/>
                </a:lnTo>
                <a:lnTo>
                  <a:pt x="2481" y="2731"/>
                </a:lnTo>
                <a:lnTo>
                  <a:pt x="2479" y="2732"/>
                </a:lnTo>
                <a:lnTo>
                  <a:pt x="2478" y="2732"/>
                </a:lnTo>
                <a:lnTo>
                  <a:pt x="2478" y="2733"/>
                </a:lnTo>
                <a:lnTo>
                  <a:pt x="2477" y="2733"/>
                </a:lnTo>
                <a:lnTo>
                  <a:pt x="2476" y="2733"/>
                </a:lnTo>
                <a:lnTo>
                  <a:pt x="2474" y="2733"/>
                </a:lnTo>
                <a:lnTo>
                  <a:pt x="2472" y="2732"/>
                </a:lnTo>
                <a:lnTo>
                  <a:pt x="2471" y="2732"/>
                </a:lnTo>
                <a:lnTo>
                  <a:pt x="2469" y="2732"/>
                </a:lnTo>
                <a:lnTo>
                  <a:pt x="2468" y="2731"/>
                </a:lnTo>
                <a:lnTo>
                  <a:pt x="2466" y="2730"/>
                </a:lnTo>
                <a:lnTo>
                  <a:pt x="2465" y="2730"/>
                </a:lnTo>
                <a:lnTo>
                  <a:pt x="2464" y="2729"/>
                </a:lnTo>
                <a:lnTo>
                  <a:pt x="2462" y="2729"/>
                </a:lnTo>
                <a:lnTo>
                  <a:pt x="2461" y="2728"/>
                </a:lnTo>
                <a:lnTo>
                  <a:pt x="2460" y="2727"/>
                </a:lnTo>
                <a:lnTo>
                  <a:pt x="2459" y="2728"/>
                </a:lnTo>
                <a:lnTo>
                  <a:pt x="2458" y="2728"/>
                </a:lnTo>
                <a:lnTo>
                  <a:pt x="2457" y="2728"/>
                </a:lnTo>
                <a:lnTo>
                  <a:pt x="2456" y="2727"/>
                </a:lnTo>
                <a:lnTo>
                  <a:pt x="2455" y="2727"/>
                </a:lnTo>
                <a:lnTo>
                  <a:pt x="2454" y="2725"/>
                </a:lnTo>
                <a:lnTo>
                  <a:pt x="2453" y="2724"/>
                </a:lnTo>
                <a:lnTo>
                  <a:pt x="2452" y="2724"/>
                </a:lnTo>
                <a:lnTo>
                  <a:pt x="2451" y="2723"/>
                </a:lnTo>
                <a:lnTo>
                  <a:pt x="2449" y="2723"/>
                </a:lnTo>
                <a:lnTo>
                  <a:pt x="2448" y="2723"/>
                </a:lnTo>
                <a:lnTo>
                  <a:pt x="2447" y="2723"/>
                </a:lnTo>
                <a:lnTo>
                  <a:pt x="2446" y="2723"/>
                </a:lnTo>
                <a:lnTo>
                  <a:pt x="2445" y="2722"/>
                </a:lnTo>
                <a:lnTo>
                  <a:pt x="2443" y="2722"/>
                </a:lnTo>
                <a:lnTo>
                  <a:pt x="2443" y="2723"/>
                </a:lnTo>
                <a:lnTo>
                  <a:pt x="2441" y="2723"/>
                </a:lnTo>
                <a:lnTo>
                  <a:pt x="2440" y="2722"/>
                </a:lnTo>
                <a:lnTo>
                  <a:pt x="2439" y="2722"/>
                </a:lnTo>
                <a:lnTo>
                  <a:pt x="2439" y="2721"/>
                </a:lnTo>
                <a:lnTo>
                  <a:pt x="2438" y="2721"/>
                </a:lnTo>
                <a:lnTo>
                  <a:pt x="2438" y="2720"/>
                </a:lnTo>
                <a:lnTo>
                  <a:pt x="2436" y="2719"/>
                </a:lnTo>
                <a:lnTo>
                  <a:pt x="2435" y="2717"/>
                </a:lnTo>
                <a:lnTo>
                  <a:pt x="2434" y="2716"/>
                </a:lnTo>
                <a:lnTo>
                  <a:pt x="2434" y="2715"/>
                </a:lnTo>
                <a:lnTo>
                  <a:pt x="2433" y="2715"/>
                </a:lnTo>
                <a:lnTo>
                  <a:pt x="2432" y="2715"/>
                </a:lnTo>
                <a:lnTo>
                  <a:pt x="2430" y="2714"/>
                </a:lnTo>
                <a:lnTo>
                  <a:pt x="2429" y="2714"/>
                </a:lnTo>
                <a:lnTo>
                  <a:pt x="2429" y="2713"/>
                </a:lnTo>
                <a:lnTo>
                  <a:pt x="2428" y="2713"/>
                </a:lnTo>
                <a:lnTo>
                  <a:pt x="2427" y="2713"/>
                </a:lnTo>
                <a:lnTo>
                  <a:pt x="2426" y="2712"/>
                </a:lnTo>
                <a:lnTo>
                  <a:pt x="2426" y="2711"/>
                </a:lnTo>
                <a:lnTo>
                  <a:pt x="2425" y="2711"/>
                </a:lnTo>
                <a:lnTo>
                  <a:pt x="2425" y="2710"/>
                </a:lnTo>
                <a:lnTo>
                  <a:pt x="2424" y="2710"/>
                </a:lnTo>
                <a:lnTo>
                  <a:pt x="2423" y="2709"/>
                </a:lnTo>
                <a:lnTo>
                  <a:pt x="2423" y="2708"/>
                </a:lnTo>
                <a:lnTo>
                  <a:pt x="2423" y="2707"/>
                </a:lnTo>
                <a:lnTo>
                  <a:pt x="2424" y="2706"/>
                </a:lnTo>
                <a:lnTo>
                  <a:pt x="2425" y="2704"/>
                </a:lnTo>
                <a:lnTo>
                  <a:pt x="2427" y="2703"/>
                </a:lnTo>
                <a:lnTo>
                  <a:pt x="2426" y="2703"/>
                </a:lnTo>
                <a:lnTo>
                  <a:pt x="2426" y="2702"/>
                </a:lnTo>
                <a:lnTo>
                  <a:pt x="2425" y="2702"/>
                </a:lnTo>
                <a:lnTo>
                  <a:pt x="2424" y="2702"/>
                </a:lnTo>
                <a:lnTo>
                  <a:pt x="2423" y="2701"/>
                </a:lnTo>
                <a:lnTo>
                  <a:pt x="2422" y="2701"/>
                </a:lnTo>
                <a:lnTo>
                  <a:pt x="2421" y="2701"/>
                </a:lnTo>
                <a:lnTo>
                  <a:pt x="2421" y="2700"/>
                </a:lnTo>
                <a:lnTo>
                  <a:pt x="2420" y="2700"/>
                </a:lnTo>
                <a:lnTo>
                  <a:pt x="2419" y="2700"/>
                </a:lnTo>
                <a:lnTo>
                  <a:pt x="2418" y="2700"/>
                </a:lnTo>
                <a:lnTo>
                  <a:pt x="2417" y="2699"/>
                </a:lnTo>
                <a:lnTo>
                  <a:pt x="2417" y="2698"/>
                </a:lnTo>
                <a:lnTo>
                  <a:pt x="2415" y="2698"/>
                </a:lnTo>
                <a:lnTo>
                  <a:pt x="2414" y="2698"/>
                </a:lnTo>
                <a:lnTo>
                  <a:pt x="2412" y="2697"/>
                </a:lnTo>
                <a:lnTo>
                  <a:pt x="2412" y="2696"/>
                </a:lnTo>
                <a:lnTo>
                  <a:pt x="2412" y="2695"/>
                </a:lnTo>
                <a:lnTo>
                  <a:pt x="2412" y="2694"/>
                </a:lnTo>
                <a:lnTo>
                  <a:pt x="2411" y="2693"/>
                </a:lnTo>
                <a:lnTo>
                  <a:pt x="2409" y="2693"/>
                </a:lnTo>
                <a:lnTo>
                  <a:pt x="2407" y="2693"/>
                </a:lnTo>
                <a:lnTo>
                  <a:pt x="2406" y="2692"/>
                </a:lnTo>
                <a:lnTo>
                  <a:pt x="2406" y="2691"/>
                </a:lnTo>
                <a:lnTo>
                  <a:pt x="2405" y="2691"/>
                </a:lnTo>
                <a:lnTo>
                  <a:pt x="2405" y="2692"/>
                </a:lnTo>
                <a:lnTo>
                  <a:pt x="2405" y="2693"/>
                </a:lnTo>
                <a:lnTo>
                  <a:pt x="2405" y="2694"/>
                </a:lnTo>
                <a:lnTo>
                  <a:pt x="2406" y="2694"/>
                </a:lnTo>
                <a:lnTo>
                  <a:pt x="2406" y="2695"/>
                </a:lnTo>
                <a:lnTo>
                  <a:pt x="2407" y="2695"/>
                </a:lnTo>
                <a:lnTo>
                  <a:pt x="2408" y="2695"/>
                </a:lnTo>
                <a:lnTo>
                  <a:pt x="2408" y="2696"/>
                </a:lnTo>
                <a:lnTo>
                  <a:pt x="2408" y="2698"/>
                </a:lnTo>
                <a:lnTo>
                  <a:pt x="2407" y="2699"/>
                </a:lnTo>
                <a:lnTo>
                  <a:pt x="2407" y="2700"/>
                </a:lnTo>
                <a:lnTo>
                  <a:pt x="2407" y="2702"/>
                </a:lnTo>
                <a:lnTo>
                  <a:pt x="2406" y="2703"/>
                </a:lnTo>
                <a:lnTo>
                  <a:pt x="2406" y="2705"/>
                </a:lnTo>
                <a:lnTo>
                  <a:pt x="2405" y="2706"/>
                </a:lnTo>
                <a:lnTo>
                  <a:pt x="2405" y="2707"/>
                </a:lnTo>
                <a:lnTo>
                  <a:pt x="2404" y="2708"/>
                </a:lnTo>
                <a:lnTo>
                  <a:pt x="2403" y="2709"/>
                </a:lnTo>
                <a:lnTo>
                  <a:pt x="2403" y="2710"/>
                </a:lnTo>
                <a:lnTo>
                  <a:pt x="2403" y="2711"/>
                </a:lnTo>
                <a:lnTo>
                  <a:pt x="2403" y="2712"/>
                </a:lnTo>
                <a:lnTo>
                  <a:pt x="2402" y="2712"/>
                </a:lnTo>
                <a:lnTo>
                  <a:pt x="2402" y="2713"/>
                </a:lnTo>
                <a:lnTo>
                  <a:pt x="2401" y="2713"/>
                </a:lnTo>
                <a:lnTo>
                  <a:pt x="2401" y="2714"/>
                </a:lnTo>
                <a:lnTo>
                  <a:pt x="2400" y="2715"/>
                </a:lnTo>
                <a:lnTo>
                  <a:pt x="2398" y="2716"/>
                </a:lnTo>
                <a:lnTo>
                  <a:pt x="2397" y="2717"/>
                </a:lnTo>
                <a:lnTo>
                  <a:pt x="2396" y="2717"/>
                </a:lnTo>
                <a:lnTo>
                  <a:pt x="2395" y="2717"/>
                </a:lnTo>
                <a:lnTo>
                  <a:pt x="2394" y="2718"/>
                </a:lnTo>
                <a:lnTo>
                  <a:pt x="2393" y="2718"/>
                </a:lnTo>
                <a:lnTo>
                  <a:pt x="2392" y="2718"/>
                </a:lnTo>
                <a:lnTo>
                  <a:pt x="2391" y="2718"/>
                </a:lnTo>
                <a:lnTo>
                  <a:pt x="2391" y="2719"/>
                </a:lnTo>
                <a:lnTo>
                  <a:pt x="2390" y="2720"/>
                </a:lnTo>
                <a:lnTo>
                  <a:pt x="2390" y="2721"/>
                </a:lnTo>
                <a:lnTo>
                  <a:pt x="2390" y="2723"/>
                </a:lnTo>
                <a:lnTo>
                  <a:pt x="2390" y="2724"/>
                </a:lnTo>
                <a:lnTo>
                  <a:pt x="2391" y="2724"/>
                </a:lnTo>
                <a:lnTo>
                  <a:pt x="2391" y="2725"/>
                </a:lnTo>
                <a:lnTo>
                  <a:pt x="2391" y="2727"/>
                </a:lnTo>
                <a:lnTo>
                  <a:pt x="2391" y="2728"/>
                </a:lnTo>
                <a:lnTo>
                  <a:pt x="2390" y="2728"/>
                </a:lnTo>
                <a:lnTo>
                  <a:pt x="2390" y="2729"/>
                </a:lnTo>
                <a:lnTo>
                  <a:pt x="2390" y="2730"/>
                </a:lnTo>
                <a:lnTo>
                  <a:pt x="2389" y="2730"/>
                </a:lnTo>
                <a:lnTo>
                  <a:pt x="2390" y="2731"/>
                </a:lnTo>
                <a:lnTo>
                  <a:pt x="2390" y="2733"/>
                </a:lnTo>
                <a:lnTo>
                  <a:pt x="2389" y="2733"/>
                </a:lnTo>
                <a:lnTo>
                  <a:pt x="2389" y="2734"/>
                </a:lnTo>
                <a:lnTo>
                  <a:pt x="2389" y="2733"/>
                </a:lnTo>
                <a:lnTo>
                  <a:pt x="2388" y="2733"/>
                </a:lnTo>
                <a:lnTo>
                  <a:pt x="2387" y="2732"/>
                </a:lnTo>
                <a:lnTo>
                  <a:pt x="2387" y="2731"/>
                </a:lnTo>
                <a:lnTo>
                  <a:pt x="2386" y="2731"/>
                </a:lnTo>
                <a:lnTo>
                  <a:pt x="2385" y="2731"/>
                </a:lnTo>
                <a:lnTo>
                  <a:pt x="2385" y="2730"/>
                </a:lnTo>
                <a:lnTo>
                  <a:pt x="2384" y="2730"/>
                </a:lnTo>
                <a:lnTo>
                  <a:pt x="2384" y="2731"/>
                </a:lnTo>
                <a:lnTo>
                  <a:pt x="2383" y="2731"/>
                </a:lnTo>
                <a:lnTo>
                  <a:pt x="2383" y="2730"/>
                </a:lnTo>
                <a:lnTo>
                  <a:pt x="2382" y="2730"/>
                </a:lnTo>
                <a:lnTo>
                  <a:pt x="2380" y="2730"/>
                </a:lnTo>
                <a:lnTo>
                  <a:pt x="2379" y="2730"/>
                </a:lnTo>
                <a:lnTo>
                  <a:pt x="2377" y="2729"/>
                </a:lnTo>
                <a:lnTo>
                  <a:pt x="2376" y="2729"/>
                </a:lnTo>
                <a:lnTo>
                  <a:pt x="2375" y="2729"/>
                </a:lnTo>
                <a:lnTo>
                  <a:pt x="2374" y="2729"/>
                </a:lnTo>
                <a:lnTo>
                  <a:pt x="2374" y="2730"/>
                </a:lnTo>
                <a:lnTo>
                  <a:pt x="2374" y="2729"/>
                </a:lnTo>
                <a:lnTo>
                  <a:pt x="2373" y="2729"/>
                </a:lnTo>
                <a:lnTo>
                  <a:pt x="2372" y="2729"/>
                </a:lnTo>
                <a:lnTo>
                  <a:pt x="2371" y="2729"/>
                </a:lnTo>
                <a:lnTo>
                  <a:pt x="2370" y="2729"/>
                </a:lnTo>
                <a:lnTo>
                  <a:pt x="2370" y="2728"/>
                </a:lnTo>
                <a:lnTo>
                  <a:pt x="2369" y="2728"/>
                </a:lnTo>
                <a:lnTo>
                  <a:pt x="2368" y="2728"/>
                </a:lnTo>
                <a:lnTo>
                  <a:pt x="2368" y="2729"/>
                </a:lnTo>
                <a:lnTo>
                  <a:pt x="2367" y="2729"/>
                </a:lnTo>
                <a:lnTo>
                  <a:pt x="2366" y="2729"/>
                </a:lnTo>
                <a:lnTo>
                  <a:pt x="2365" y="2729"/>
                </a:lnTo>
                <a:lnTo>
                  <a:pt x="2364" y="2729"/>
                </a:lnTo>
                <a:lnTo>
                  <a:pt x="2363" y="2729"/>
                </a:lnTo>
                <a:lnTo>
                  <a:pt x="2363" y="2728"/>
                </a:lnTo>
                <a:lnTo>
                  <a:pt x="2362" y="2728"/>
                </a:lnTo>
                <a:lnTo>
                  <a:pt x="2362" y="2727"/>
                </a:lnTo>
                <a:lnTo>
                  <a:pt x="2361" y="2727"/>
                </a:lnTo>
                <a:lnTo>
                  <a:pt x="2361" y="2728"/>
                </a:lnTo>
                <a:lnTo>
                  <a:pt x="2360" y="2728"/>
                </a:lnTo>
                <a:lnTo>
                  <a:pt x="2360" y="2727"/>
                </a:lnTo>
                <a:lnTo>
                  <a:pt x="2359" y="2727"/>
                </a:lnTo>
                <a:lnTo>
                  <a:pt x="2359" y="2726"/>
                </a:lnTo>
                <a:lnTo>
                  <a:pt x="2358" y="2726"/>
                </a:lnTo>
                <a:lnTo>
                  <a:pt x="2357" y="2726"/>
                </a:lnTo>
                <a:lnTo>
                  <a:pt x="2356" y="2726"/>
                </a:lnTo>
                <a:lnTo>
                  <a:pt x="2356" y="2725"/>
                </a:lnTo>
                <a:lnTo>
                  <a:pt x="2355" y="2725"/>
                </a:lnTo>
                <a:lnTo>
                  <a:pt x="2355" y="2724"/>
                </a:lnTo>
                <a:lnTo>
                  <a:pt x="2354" y="2724"/>
                </a:lnTo>
                <a:lnTo>
                  <a:pt x="2354" y="2723"/>
                </a:lnTo>
                <a:lnTo>
                  <a:pt x="2353" y="2723"/>
                </a:lnTo>
                <a:lnTo>
                  <a:pt x="2352" y="2723"/>
                </a:lnTo>
                <a:lnTo>
                  <a:pt x="2352" y="2722"/>
                </a:lnTo>
                <a:lnTo>
                  <a:pt x="2351" y="2722"/>
                </a:lnTo>
                <a:lnTo>
                  <a:pt x="2351" y="2721"/>
                </a:lnTo>
                <a:lnTo>
                  <a:pt x="2349" y="2721"/>
                </a:lnTo>
                <a:lnTo>
                  <a:pt x="2349" y="2722"/>
                </a:lnTo>
                <a:lnTo>
                  <a:pt x="2348" y="2722"/>
                </a:lnTo>
                <a:lnTo>
                  <a:pt x="2347" y="2722"/>
                </a:lnTo>
                <a:lnTo>
                  <a:pt x="2347" y="2721"/>
                </a:lnTo>
                <a:lnTo>
                  <a:pt x="2346" y="2721"/>
                </a:lnTo>
                <a:lnTo>
                  <a:pt x="2345" y="2721"/>
                </a:lnTo>
                <a:lnTo>
                  <a:pt x="2346" y="2721"/>
                </a:lnTo>
                <a:lnTo>
                  <a:pt x="2346" y="2720"/>
                </a:lnTo>
                <a:lnTo>
                  <a:pt x="2345" y="2720"/>
                </a:lnTo>
                <a:lnTo>
                  <a:pt x="2345" y="2719"/>
                </a:lnTo>
                <a:lnTo>
                  <a:pt x="2345" y="2720"/>
                </a:lnTo>
                <a:lnTo>
                  <a:pt x="2344" y="2720"/>
                </a:lnTo>
                <a:lnTo>
                  <a:pt x="2343" y="2720"/>
                </a:lnTo>
                <a:lnTo>
                  <a:pt x="2342" y="2720"/>
                </a:lnTo>
                <a:lnTo>
                  <a:pt x="2342" y="2719"/>
                </a:lnTo>
                <a:lnTo>
                  <a:pt x="2342" y="2718"/>
                </a:lnTo>
                <a:lnTo>
                  <a:pt x="2341" y="2718"/>
                </a:lnTo>
                <a:lnTo>
                  <a:pt x="2341" y="2717"/>
                </a:lnTo>
                <a:lnTo>
                  <a:pt x="2340" y="2717"/>
                </a:lnTo>
                <a:lnTo>
                  <a:pt x="2340" y="2718"/>
                </a:lnTo>
                <a:lnTo>
                  <a:pt x="2340" y="2717"/>
                </a:lnTo>
                <a:lnTo>
                  <a:pt x="2339" y="2717"/>
                </a:lnTo>
                <a:lnTo>
                  <a:pt x="2338" y="2717"/>
                </a:lnTo>
                <a:lnTo>
                  <a:pt x="2337" y="2717"/>
                </a:lnTo>
                <a:lnTo>
                  <a:pt x="2337" y="2716"/>
                </a:lnTo>
                <a:lnTo>
                  <a:pt x="2336" y="2716"/>
                </a:lnTo>
                <a:lnTo>
                  <a:pt x="2336" y="2715"/>
                </a:lnTo>
                <a:lnTo>
                  <a:pt x="2335" y="2715"/>
                </a:lnTo>
                <a:lnTo>
                  <a:pt x="2335" y="2714"/>
                </a:lnTo>
                <a:lnTo>
                  <a:pt x="2335" y="2713"/>
                </a:lnTo>
                <a:lnTo>
                  <a:pt x="2334" y="2713"/>
                </a:lnTo>
                <a:lnTo>
                  <a:pt x="2334" y="2712"/>
                </a:lnTo>
                <a:lnTo>
                  <a:pt x="2333" y="2712"/>
                </a:lnTo>
                <a:lnTo>
                  <a:pt x="2333" y="2711"/>
                </a:lnTo>
                <a:lnTo>
                  <a:pt x="2332" y="2711"/>
                </a:lnTo>
                <a:lnTo>
                  <a:pt x="2331" y="2711"/>
                </a:lnTo>
                <a:lnTo>
                  <a:pt x="2331" y="2710"/>
                </a:lnTo>
                <a:lnTo>
                  <a:pt x="2330" y="2709"/>
                </a:lnTo>
                <a:lnTo>
                  <a:pt x="2329" y="2709"/>
                </a:lnTo>
                <a:lnTo>
                  <a:pt x="2328" y="2710"/>
                </a:lnTo>
                <a:lnTo>
                  <a:pt x="2327" y="2710"/>
                </a:lnTo>
                <a:lnTo>
                  <a:pt x="2326" y="2710"/>
                </a:lnTo>
                <a:lnTo>
                  <a:pt x="2326" y="2709"/>
                </a:lnTo>
                <a:lnTo>
                  <a:pt x="2325" y="2709"/>
                </a:lnTo>
                <a:lnTo>
                  <a:pt x="2324" y="2709"/>
                </a:lnTo>
                <a:lnTo>
                  <a:pt x="2323" y="2708"/>
                </a:lnTo>
                <a:lnTo>
                  <a:pt x="2322" y="2708"/>
                </a:lnTo>
                <a:lnTo>
                  <a:pt x="2322" y="2707"/>
                </a:lnTo>
                <a:lnTo>
                  <a:pt x="2322" y="2706"/>
                </a:lnTo>
                <a:lnTo>
                  <a:pt x="2321" y="2706"/>
                </a:lnTo>
                <a:lnTo>
                  <a:pt x="2321" y="2705"/>
                </a:lnTo>
                <a:lnTo>
                  <a:pt x="2320" y="2705"/>
                </a:lnTo>
                <a:lnTo>
                  <a:pt x="2320" y="2704"/>
                </a:lnTo>
                <a:lnTo>
                  <a:pt x="2319" y="2704"/>
                </a:lnTo>
                <a:lnTo>
                  <a:pt x="2318" y="2705"/>
                </a:lnTo>
                <a:lnTo>
                  <a:pt x="2318" y="2704"/>
                </a:lnTo>
                <a:lnTo>
                  <a:pt x="2317" y="2704"/>
                </a:lnTo>
                <a:lnTo>
                  <a:pt x="2317" y="2703"/>
                </a:lnTo>
                <a:lnTo>
                  <a:pt x="2317" y="2702"/>
                </a:lnTo>
                <a:lnTo>
                  <a:pt x="2317" y="2701"/>
                </a:lnTo>
                <a:lnTo>
                  <a:pt x="2316" y="2701"/>
                </a:lnTo>
                <a:lnTo>
                  <a:pt x="2315" y="2701"/>
                </a:lnTo>
                <a:lnTo>
                  <a:pt x="2315" y="2700"/>
                </a:lnTo>
                <a:lnTo>
                  <a:pt x="2314" y="2700"/>
                </a:lnTo>
                <a:lnTo>
                  <a:pt x="2314" y="2699"/>
                </a:lnTo>
                <a:lnTo>
                  <a:pt x="2313" y="2699"/>
                </a:lnTo>
                <a:lnTo>
                  <a:pt x="2312" y="2699"/>
                </a:lnTo>
                <a:lnTo>
                  <a:pt x="2312" y="2698"/>
                </a:lnTo>
                <a:lnTo>
                  <a:pt x="2312" y="2697"/>
                </a:lnTo>
                <a:lnTo>
                  <a:pt x="2311" y="2697"/>
                </a:lnTo>
                <a:lnTo>
                  <a:pt x="2311" y="2696"/>
                </a:lnTo>
                <a:lnTo>
                  <a:pt x="2310" y="2696"/>
                </a:lnTo>
                <a:lnTo>
                  <a:pt x="2310" y="2695"/>
                </a:lnTo>
                <a:lnTo>
                  <a:pt x="2310" y="2694"/>
                </a:lnTo>
                <a:lnTo>
                  <a:pt x="2310" y="2693"/>
                </a:lnTo>
                <a:lnTo>
                  <a:pt x="2309" y="2691"/>
                </a:lnTo>
                <a:lnTo>
                  <a:pt x="2308" y="2691"/>
                </a:lnTo>
                <a:lnTo>
                  <a:pt x="2307" y="2691"/>
                </a:lnTo>
                <a:lnTo>
                  <a:pt x="2307" y="2692"/>
                </a:lnTo>
                <a:lnTo>
                  <a:pt x="2307" y="2691"/>
                </a:lnTo>
                <a:lnTo>
                  <a:pt x="2306" y="2691"/>
                </a:lnTo>
                <a:lnTo>
                  <a:pt x="2307" y="2691"/>
                </a:lnTo>
                <a:lnTo>
                  <a:pt x="2307" y="2690"/>
                </a:lnTo>
                <a:lnTo>
                  <a:pt x="2306" y="2690"/>
                </a:lnTo>
                <a:lnTo>
                  <a:pt x="2305" y="2690"/>
                </a:lnTo>
                <a:lnTo>
                  <a:pt x="2304" y="2690"/>
                </a:lnTo>
                <a:lnTo>
                  <a:pt x="2303" y="2690"/>
                </a:lnTo>
                <a:lnTo>
                  <a:pt x="2303" y="2688"/>
                </a:lnTo>
                <a:lnTo>
                  <a:pt x="2302" y="2688"/>
                </a:lnTo>
                <a:lnTo>
                  <a:pt x="2302" y="2687"/>
                </a:lnTo>
                <a:lnTo>
                  <a:pt x="2301" y="2687"/>
                </a:lnTo>
                <a:lnTo>
                  <a:pt x="2301" y="2686"/>
                </a:lnTo>
                <a:lnTo>
                  <a:pt x="2301" y="2685"/>
                </a:lnTo>
                <a:lnTo>
                  <a:pt x="2300" y="2685"/>
                </a:lnTo>
                <a:lnTo>
                  <a:pt x="2300" y="2686"/>
                </a:lnTo>
                <a:lnTo>
                  <a:pt x="2299" y="2685"/>
                </a:lnTo>
                <a:lnTo>
                  <a:pt x="2298" y="2685"/>
                </a:lnTo>
                <a:lnTo>
                  <a:pt x="2298" y="2684"/>
                </a:lnTo>
                <a:lnTo>
                  <a:pt x="2297" y="2684"/>
                </a:lnTo>
                <a:lnTo>
                  <a:pt x="2297" y="2683"/>
                </a:lnTo>
                <a:lnTo>
                  <a:pt x="2297" y="2684"/>
                </a:lnTo>
                <a:lnTo>
                  <a:pt x="2296" y="2684"/>
                </a:lnTo>
                <a:lnTo>
                  <a:pt x="2295" y="2683"/>
                </a:lnTo>
                <a:lnTo>
                  <a:pt x="2294" y="2683"/>
                </a:lnTo>
                <a:lnTo>
                  <a:pt x="2294" y="2684"/>
                </a:lnTo>
                <a:lnTo>
                  <a:pt x="2293" y="2684"/>
                </a:lnTo>
                <a:lnTo>
                  <a:pt x="2292" y="2684"/>
                </a:lnTo>
                <a:lnTo>
                  <a:pt x="2291" y="2684"/>
                </a:lnTo>
                <a:lnTo>
                  <a:pt x="2290" y="2684"/>
                </a:lnTo>
                <a:lnTo>
                  <a:pt x="2290" y="2683"/>
                </a:lnTo>
                <a:lnTo>
                  <a:pt x="2289" y="2683"/>
                </a:lnTo>
                <a:lnTo>
                  <a:pt x="2289" y="2682"/>
                </a:lnTo>
                <a:lnTo>
                  <a:pt x="2288" y="2681"/>
                </a:lnTo>
                <a:lnTo>
                  <a:pt x="2288" y="2680"/>
                </a:lnTo>
                <a:lnTo>
                  <a:pt x="2288" y="2679"/>
                </a:lnTo>
                <a:lnTo>
                  <a:pt x="2287" y="2679"/>
                </a:lnTo>
                <a:lnTo>
                  <a:pt x="2287" y="2678"/>
                </a:lnTo>
                <a:lnTo>
                  <a:pt x="2288" y="2678"/>
                </a:lnTo>
                <a:lnTo>
                  <a:pt x="2288" y="2677"/>
                </a:lnTo>
                <a:lnTo>
                  <a:pt x="2287" y="2677"/>
                </a:lnTo>
                <a:lnTo>
                  <a:pt x="2287" y="2676"/>
                </a:lnTo>
                <a:lnTo>
                  <a:pt x="2286" y="2676"/>
                </a:lnTo>
                <a:lnTo>
                  <a:pt x="2285" y="2676"/>
                </a:lnTo>
                <a:lnTo>
                  <a:pt x="2285" y="2675"/>
                </a:lnTo>
                <a:lnTo>
                  <a:pt x="2285" y="2674"/>
                </a:lnTo>
                <a:lnTo>
                  <a:pt x="2285" y="2673"/>
                </a:lnTo>
                <a:lnTo>
                  <a:pt x="2284" y="2673"/>
                </a:lnTo>
                <a:lnTo>
                  <a:pt x="2284" y="2672"/>
                </a:lnTo>
                <a:lnTo>
                  <a:pt x="2285" y="2672"/>
                </a:lnTo>
                <a:lnTo>
                  <a:pt x="2285" y="2671"/>
                </a:lnTo>
                <a:lnTo>
                  <a:pt x="2284" y="2671"/>
                </a:lnTo>
                <a:lnTo>
                  <a:pt x="2284" y="2670"/>
                </a:lnTo>
                <a:lnTo>
                  <a:pt x="2283" y="2670"/>
                </a:lnTo>
                <a:lnTo>
                  <a:pt x="2282" y="2670"/>
                </a:lnTo>
                <a:lnTo>
                  <a:pt x="2281" y="2670"/>
                </a:lnTo>
                <a:lnTo>
                  <a:pt x="2281" y="2671"/>
                </a:lnTo>
                <a:lnTo>
                  <a:pt x="2280" y="2671"/>
                </a:lnTo>
                <a:lnTo>
                  <a:pt x="2280" y="2672"/>
                </a:lnTo>
                <a:lnTo>
                  <a:pt x="2279" y="2672"/>
                </a:lnTo>
                <a:lnTo>
                  <a:pt x="2279" y="2673"/>
                </a:lnTo>
                <a:lnTo>
                  <a:pt x="2278" y="2673"/>
                </a:lnTo>
                <a:lnTo>
                  <a:pt x="2277" y="2673"/>
                </a:lnTo>
                <a:lnTo>
                  <a:pt x="2277" y="2674"/>
                </a:lnTo>
                <a:lnTo>
                  <a:pt x="2277" y="2675"/>
                </a:lnTo>
                <a:lnTo>
                  <a:pt x="2276" y="2675"/>
                </a:lnTo>
                <a:lnTo>
                  <a:pt x="2274" y="2675"/>
                </a:lnTo>
                <a:lnTo>
                  <a:pt x="2273" y="2675"/>
                </a:lnTo>
                <a:lnTo>
                  <a:pt x="2272" y="2675"/>
                </a:lnTo>
                <a:lnTo>
                  <a:pt x="2272" y="2674"/>
                </a:lnTo>
                <a:lnTo>
                  <a:pt x="2271" y="2674"/>
                </a:lnTo>
                <a:lnTo>
                  <a:pt x="2270" y="2674"/>
                </a:lnTo>
                <a:lnTo>
                  <a:pt x="2269" y="2674"/>
                </a:lnTo>
                <a:lnTo>
                  <a:pt x="2269" y="2675"/>
                </a:lnTo>
                <a:lnTo>
                  <a:pt x="2268" y="2675"/>
                </a:lnTo>
                <a:lnTo>
                  <a:pt x="2267" y="2675"/>
                </a:lnTo>
                <a:lnTo>
                  <a:pt x="2264" y="2675"/>
                </a:lnTo>
                <a:lnTo>
                  <a:pt x="2261" y="2673"/>
                </a:lnTo>
                <a:lnTo>
                  <a:pt x="2261" y="2672"/>
                </a:lnTo>
                <a:lnTo>
                  <a:pt x="2261" y="2671"/>
                </a:lnTo>
                <a:lnTo>
                  <a:pt x="2261" y="2670"/>
                </a:lnTo>
                <a:lnTo>
                  <a:pt x="2260" y="2670"/>
                </a:lnTo>
                <a:lnTo>
                  <a:pt x="2260" y="2669"/>
                </a:lnTo>
                <a:lnTo>
                  <a:pt x="2260" y="2668"/>
                </a:lnTo>
                <a:lnTo>
                  <a:pt x="2259" y="2668"/>
                </a:lnTo>
                <a:lnTo>
                  <a:pt x="2258" y="2668"/>
                </a:lnTo>
                <a:lnTo>
                  <a:pt x="2258" y="2667"/>
                </a:lnTo>
                <a:lnTo>
                  <a:pt x="2257" y="2667"/>
                </a:lnTo>
                <a:lnTo>
                  <a:pt x="2256" y="2667"/>
                </a:lnTo>
                <a:lnTo>
                  <a:pt x="2256" y="2666"/>
                </a:lnTo>
                <a:lnTo>
                  <a:pt x="2255" y="2666"/>
                </a:lnTo>
                <a:lnTo>
                  <a:pt x="2255" y="2665"/>
                </a:lnTo>
                <a:lnTo>
                  <a:pt x="2254" y="2665"/>
                </a:lnTo>
                <a:lnTo>
                  <a:pt x="2253" y="2665"/>
                </a:lnTo>
                <a:lnTo>
                  <a:pt x="2253" y="2664"/>
                </a:lnTo>
                <a:lnTo>
                  <a:pt x="2253" y="2663"/>
                </a:lnTo>
                <a:lnTo>
                  <a:pt x="2252" y="2662"/>
                </a:lnTo>
                <a:lnTo>
                  <a:pt x="2251" y="2661"/>
                </a:lnTo>
                <a:lnTo>
                  <a:pt x="2250" y="2661"/>
                </a:lnTo>
                <a:lnTo>
                  <a:pt x="2249" y="2661"/>
                </a:lnTo>
                <a:lnTo>
                  <a:pt x="2249" y="2660"/>
                </a:lnTo>
                <a:lnTo>
                  <a:pt x="2248" y="2659"/>
                </a:lnTo>
                <a:lnTo>
                  <a:pt x="2247" y="2659"/>
                </a:lnTo>
                <a:lnTo>
                  <a:pt x="2246" y="2659"/>
                </a:lnTo>
                <a:lnTo>
                  <a:pt x="2245" y="2659"/>
                </a:lnTo>
                <a:lnTo>
                  <a:pt x="2244" y="2659"/>
                </a:lnTo>
                <a:lnTo>
                  <a:pt x="2243" y="2659"/>
                </a:lnTo>
                <a:lnTo>
                  <a:pt x="2243" y="2658"/>
                </a:lnTo>
                <a:lnTo>
                  <a:pt x="2242" y="2658"/>
                </a:lnTo>
                <a:lnTo>
                  <a:pt x="2241" y="2658"/>
                </a:lnTo>
                <a:lnTo>
                  <a:pt x="2240" y="2658"/>
                </a:lnTo>
                <a:lnTo>
                  <a:pt x="2240" y="2657"/>
                </a:lnTo>
                <a:lnTo>
                  <a:pt x="2239" y="2657"/>
                </a:lnTo>
                <a:lnTo>
                  <a:pt x="2239" y="2656"/>
                </a:lnTo>
                <a:lnTo>
                  <a:pt x="2238" y="2655"/>
                </a:lnTo>
                <a:lnTo>
                  <a:pt x="2238" y="2654"/>
                </a:lnTo>
                <a:lnTo>
                  <a:pt x="2237" y="2654"/>
                </a:lnTo>
                <a:lnTo>
                  <a:pt x="2237" y="2653"/>
                </a:lnTo>
                <a:lnTo>
                  <a:pt x="2236" y="2652"/>
                </a:lnTo>
                <a:lnTo>
                  <a:pt x="2236" y="2651"/>
                </a:lnTo>
                <a:lnTo>
                  <a:pt x="2236" y="2650"/>
                </a:lnTo>
                <a:lnTo>
                  <a:pt x="2236" y="2649"/>
                </a:lnTo>
                <a:lnTo>
                  <a:pt x="2236" y="2648"/>
                </a:lnTo>
                <a:lnTo>
                  <a:pt x="2235" y="2647"/>
                </a:lnTo>
                <a:lnTo>
                  <a:pt x="2234" y="2647"/>
                </a:lnTo>
                <a:lnTo>
                  <a:pt x="2233" y="2647"/>
                </a:lnTo>
                <a:lnTo>
                  <a:pt x="2232" y="2647"/>
                </a:lnTo>
                <a:lnTo>
                  <a:pt x="2231" y="2647"/>
                </a:lnTo>
                <a:lnTo>
                  <a:pt x="2230" y="2647"/>
                </a:lnTo>
                <a:lnTo>
                  <a:pt x="2230" y="2648"/>
                </a:lnTo>
                <a:lnTo>
                  <a:pt x="2229" y="2648"/>
                </a:lnTo>
                <a:lnTo>
                  <a:pt x="2228" y="2648"/>
                </a:lnTo>
                <a:lnTo>
                  <a:pt x="2227" y="2649"/>
                </a:lnTo>
                <a:lnTo>
                  <a:pt x="2226" y="2649"/>
                </a:lnTo>
                <a:lnTo>
                  <a:pt x="2225" y="2648"/>
                </a:lnTo>
                <a:lnTo>
                  <a:pt x="2224" y="2648"/>
                </a:lnTo>
                <a:lnTo>
                  <a:pt x="2224" y="2647"/>
                </a:lnTo>
                <a:lnTo>
                  <a:pt x="2223" y="2646"/>
                </a:lnTo>
                <a:lnTo>
                  <a:pt x="2222" y="2646"/>
                </a:lnTo>
                <a:lnTo>
                  <a:pt x="2221" y="2646"/>
                </a:lnTo>
                <a:lnTo>
                  <a:pt x="2221" y="2647"/>
                </a:lnTo>
                <a:lnTo>
                  <a:pt x="2220" y="2647"/>
                </a:lnTo>
                <a:lnTo>
                  <a:pt x="2218" y="2648"/>
                </a:lnTo>
                <a:lnTo>
                  <a:pt x="2217" y="2648"/>
                </a:lnTo>
                <a:lnTo>
                  <a:pt x="2217" y="2649"/>
                </a:lnTo>
                <a:lnTo>
                  <a:pt x="2216" y="2649"/>
                </a:lnTo>
                <a:lnTo>
                  <a:pt x="2215" y="2649"/>
                </a:lnTo>
                <a:lnTo>
                  <a:pt x="2214" y="2649"/>
                </a:lnTo>
                <a:lnTo>
                  <a:pt x="2214" y="2650"/>
                </a:lnTo>
                <a:lnTo>
                  <a:pt x="2214" y="2651"/>
                </a:lnTo>
                <a:lnTo>
                  <a:pt x="2213" y="2651"/>
                </a:lnTo>
                <a:lnTo>
                  <a:pt x="2213" y="2652"/>
                </a:lnTo>
                <a:lnTo>
                  <a:pt x="2212" y="2652"/>
                </a:lnTo>
                <a:lnTo>
                  <a:pt x="2212" y="2653"/>
                </a:lnTo>
                <a:lnTo>
                  <a:pt x="2212" y="2654"/>
                </a:lnTo>
                <a:lnTo>
                  <a:pt x="2212" y="2655"/>
                </a:lnTo>
                <a:lnTo>
                  <a:pt x="2212" y="2656"/>
                </a:lnTo>
                <a:lnTo>
                  <a:pt x="2211" y="2657"/>
                </a:lnTo>
                <a:lnTo>
                  <a:pt x="2210" y="2658"/>
                </a:lnTo>
                <a:lnTo>
                  <a:pt x="2209" y="2658"/>
                </a:lnTo>
                <a:lnTo>
                  <a:pt x="2208" y="2658"/>
                </a:lnTo>
                <a:lnTo>
                  <a:pt x="2207" y="2658"/>
                </a:lnTo>
                <a:lnTo>
                  <a:pt x="2207" y="2657"/>
                </a:lnTo>
                <a:lnTo>
                  <a:pt x="2206" y="2656"/>
                </a:lnTo>
                <a:lnTo>
                  <a:pt x="2205" y="2655"/>
                </a:lnTo>
                <a:lnTo>
                  <a:pt x="2205" y="2654"/>
                </a:lnTo>
                <a:lnTo>
                  <a:pt x="2205" y="2653"/>
                </a:lnTo>
                <a:lnTo>
                  <a:pt x="2204" y="2653"/>
                </a:lnTo>
                <a:lnTo>
                  <a:pt x="2203" y="2652"/>
                </a:lnTo>
                <a:lnTo>
                  <a:pt x="2202" y="2652"/>
                </a:lnTo>
                <a:lnTo>
                  <a:pt x="2202" y="2651"/>
                </a:lnTo>
                <a:lnTo>
                  <a:pt x="2202" y="2650"/>
                </a:lnTo>
                <a:lnTo>
                  <a:pt x="2203" y="2649"/>
                </a:lnTo>
                <a:lnTo>
                  <a:pt x="2201" y="2647"/>
                </a:lnTo>
                <a:lnTo>
                  <a:pt x="2201" y="2646"/>
                </a:lnTo>
                <a:lnTo>
                  <a:pt x="2201" y="2645"/>
                </a:lnTo>
                <a:lnTo>
                  <a:pt x="2201" y="2644"/>
                </a:lnTo>
                <a:lnTo>
                  <a:pt x="2202" y="2644"/>
                </a:lnTo>
                <a:lnTo>
                  <a:pt x="2202" y="2643"/>
                </a:lnTo>
                <a:lnTo>
                  <a:pt x="2199" y="2642"/>
                </a:lnTo>
                <a:lnTo>
                  <a:pt x="2196" y="2640"/>
                </a:lnTo>
                <a:lnTo>
                  <a:pt x="2195" y="2640"/>
                </a:lnTo>
                <a:lnTo>
                  <a:pt x="2194" y="2639"/>
                </a:lnTo>
                <a:lnTo>
                  <a:pt x="2194" y="2638"/>
                </a:lnTo>
                <a:lnTo>
                  <a:pt x="2193" y="2638"/>
                </a:lnTo>
                <a:lnTo>
                  <a:pt x="2193" y="2637"/>
                </a:lnTo>
                <a:lnTo>
                  <a:pt x="2193" y="2636"/>
                </a:lnTo>
                <a:lnTo>
                  <a:pt x="2192" y="2636"/>
                </a:lnTo>
                <a:lnTo>
                  <a:pt x="2191" y="2636"/>
                </a:lnTo>
                <a:lnTo>
                  <a:pt x="2190" y="2635"/>
                </a:lnTo>
                <a:lnTo>
                  <a:pt x="2189" y="2635"/>
                </a:lnTo>
                <a:lnTo>
                  <a:pt x="2188" y="2634"/>
                </a:lnTo>
                <a:lnTo>
                  <a:pt x="2187" y="2634"/>
                </a:lnTo>
                <a:lnTo>
                  <a:pt x="2187" y="2633"/>
                </a:lnTo>
                <a:lnTo>
                  <a:pt x="2187" y="2632"/>
                </a:lnTo>
                <a:lnTo>
                  <a:pt x="2187" y="2631"/>
                </a:lnTo>
                <a:lnTo>
                  <a:pt x="2187" y="2630"/>
                </a:lnTo>
                <a:lnTo>
                  <a:pt x="2187" y="2629"/>
                </a:lnTo>
                <a:lnTo>
                  <a:pt x="2187" y="2628"/>
                </a:lnTo>
                <a:lnTo>
                  <a:pt x="2188" y="2628"/>
                </a:lnTo>
                <a:lnTo>
                  <a:pt x="2188" y="2627"/>
                </a:lnTo>
                <a:lnTo>
                  <a:pt x="2187" y="2627"/>
                </a:lnTo>
                <a:lnTo>
                  <a:pt x="2187" y="2625"/>
                </a:lnTo>
                <a:lnTo>
                  <a:pt x="2187" y="2624"/>
                </a:lnTo>
                <a:lnTo>
                  <a:pt x="2186" y="2624"/>
                </a:lnTo>
                <a:lnTo>
                  <a:pt x="2186" y="2623"/>
                </a:lnTo>
                <a:lnTo>
                  <a:pt x="2185" y="2622"/>
                </a:lnTo>
                <a:lnTo>
                  <a:pt x="2185" y="2621"/>
                </a:lnTo>
                <a:lnTo>
                  <a:pt x="2185" y="2620"/>
                </a:lnTo>
                <a:lnTo>
                  <a:pt x="2184" y="2619"/>
                </a:lnTo>
                <a:lnTo>
                  <a:pt x="2184" y="2618"/>
                </a:lnTo>
                <a:lnTo>
                  <a:pt x="2183" y="2618"/>
                </a:lnTo>
                <a:lnTo>
                  <a:pt x="2182" y="2618"/>
                </a:lnTo>
                <a:lnTo>
                  <a:pt x="2182" y="2617"/>
                </a:lnTo>
                <a:lnTo>
                  <a:pt x="2181" y="2617"/>
                </a:lnTo>
                <a:lnTo>
                  <a:pt x="2180" y="2617"/>
                </a:lnTo>
                <a:lnTo>
                  <a:pt x="2180" y="2618"/>
                </a:lnTo>
                <a:lnTo>
                  <a:pt x="2179" y="2618"/>
                </a:lnTo>
                <a:lnTo>
                  <a:pt x="2179" y="2619"/>
                </a:lnTo>
                <a:lnTo>
                  <a:pt x="2178" y="2620"/>
                </a:lnTo>
                <a:lnTo>
                  <a:pt x="2176" y="2619"/>
                </a:lnTo>
                <a:lnTo>
                  <a:pt x="2175" y="2619"/>
                </a:lnTo>
                <a:lnTo>
                  <a:pt x="2175" y="2618"/>
                </a:lnTo>
                <a:lnTo>
                  <a:pt x="2174" y="2618"/>
                </a:lnTo>
                <a:lnTo>
                  <a:pt x="2174" y="2617"/>
                </a:lnTo>
                <a:lnTo>
                  <a:pt x="2173" y="2617"/>
                </a:lnTo>
                <a:lnTo>
                  <a:pt x="2172" y="2618"/>
                </a:lnTo>
                <a:lnTo>
                  <a:pt x="2171" y="2618"/>
                </a:lnTo>
                <a:lnTo>
                  <a:pt x="2170" y="2618"/>
                </a:lnTo>
                <a:lnTo>
                  <a:pt x="2170" y="2617"/>
                </a:lnTo>
                <a:lnTo>
                  <a:pt x="2169" y="2617"/>
                </a:lnTo>
                <a:lnTo>
                  <a:pt x="2168" y="2617"/>
                </a:lnTo>
                <a:lnTo>
                  <a:pt x="2167" y="2616"/>
                </a:lnTo>
                <a:lnTo>
                  <a:pt x="2167" y="2615"/>
                </a:lnTo>
                <a:lnTo>
                  <a:pt x="2168" y="2614"/>
                </a:lnTo>
                <a:lnTo>
                  <a:pt x="2168" y="2613"/>
                </a:lnTo>
                <a:lnTo>
                  <a:pt x="2168" y="2612"/>
                </a:lnTo>
                <a:lnTo>
                  <a:pt x="2168" y="2611"/>
                </a:lnTo>
                <a:lnTo>
                  <a:pt x="2167" y="2611"/>
                </a:lnTo>
                <a:lnTo>
                  <a:pt x="2166" y="2611"/>
                </a:lnTo>
                <a:lnTo>
                  <a:pt x="2165" y="2611"/>
                </a:lnTo>
                <a:lnTo>
                  <a:pt x="2163" y="2611"/>
                </a:lnTo>
                <a:lnTo>
                  <a:pt x="2162" y="2611"/>
                </a:lnTo>
                <a:lnTo>
                  <a:pt x="2161" y="2611"/>
                </a:lnTo>
                <a:lnTo>
                  <a:pt x="2160" y="2611"/>
                </a:lnTo>
                <a:lnTo>
                  <a:pt x="2159" y="2611"/>
                </a:lnTo>
                <a:lnTo>
                  <a:pt x="2159" y="2610"/>
                </a:lnTo>
                <a:lnTo>
                  <a:pt x="2158" y="2610"/>
                </a:lnTo>
                <a:lnTo>
                  <a:pt x="2158" y="2611"/>
                </a:lnTo>
                <a:lnTo>
                  <a:pt x="2157" y="2611"/>
                </a:lnTo>
                <a:lnTo>
                  <a:pt x="2156" y="2611"/>
                </a:lnTo>
                <a:lnTo>
                  <a:pt x="2155" y="2611"/>
                </a:lnTo>
                <a:lnTo>
                  <a:pt x="2155" y="2610"/>
                </a:lnTo>
                <a:lnTo>
                  <a:pt x="2155" y="2609"/>
                </a:lnTo>
                <a:lnTo>
                  <a:pt x="2154" y="2609"/>
                </a:lnTo>
                <a:lnTo>
                  <a:pt x="2153" y="2609"/>
                </a:lnTo>
                <a:lnTo>
                  <a:pt x="2153" y="2608"/>
                </a:lnTo>
                <a:lnTo>
                  <a:pt x="2152" y="2608"/>
                </a:lnTo>
                <a:lnTo>
                  <a:pt x="2151" y="2608"/>
                </a:lnTo>
                <a:lnTo>
                  <a:pt x="2151" y="2609"/>
                </a:lnTo>
                <a:lnTo>
                  <a:pt x="2150" y="2609"/>
                </a:lnTo>
                <a:lnTo>
                  <a:pt x="2150" y="2608"/>
                </a:lnTo>
                <a:lnTo>
                  <a:pt x="2149" y="2608"/>
                </a:lnTo>
                <a:lnTo>
                  <a:pt x="2148" y="2608"/>
                </a:lnTo>
                <a:lnTo>
                  <a:pt x="2148" y="2609"/>
                </a:lnTo>
                <a:lnTo>
                  <a:pt x="2149" y="2609"/>
                </a:lnTo>
                <a:lnTo>
                  <a:pt x="2149" y="2610"/>
                </a:lnTo>
                <a:lnTo>
                  <a:pt x="2149" y="2611"/>
                </a:lnTo>
                <a:lnTo>
                  <a:pt x="2149" y="2612"/>
                </a:lnTo>
                <a:lnTo>
                  <a:pt x="2150" y="2612"/>
                </a:lnTo>
                <a:lnTo>
                  <a:pt x="2149" y="2612"/>
                </a:lnTo>
                <a:lnTo>
                  <a:pt x="2149" y="2613"/>
                </a:lnTo>
                <a:lnTo>
                  <a:pt x="2148" y="2613"/>
                </a:lnTo>
                <a:lnTo>
                  <a:pt x="2147" y="2612"/>
                </a:lnTo>
                <a:lnTo>
                  <a:pt x="2146" y="2612"/>
                </a:lnTo>
                <a:lnTo>
                  <a:pt x="2145" y="2612"/>
                </a:lnTo>
                <a:lnTo>
                  <a:pt x="2145" y="2611"/>
                </a:lnTo>
                <a:lnTo>
                  <a:pt x="2144" y="2611"/>
                </a:lnTo>
                <a:lnTo>
                  <a:pt x="2143" y="2611"/>
                </a:lnTo>
                <a:lnTo>
                  <a:pt x="2142" y="2611"/>
                </a:lnTo>
                <a:lnTo>
                  <a:pt x="2142" y="2610"/>
                </a:lnTo>
                <a:lnTo>
                  <a:pt x="2141" y="2610"/>
                </a:lnTo>
                <a:lnTo>
                  <a:pt x="2139" y="2610"/>
                </a:lnTo>
                <a:lnTo>
                  <a:pt x="2138" y="2609"/>
                </a:lnTo>
                <a:lnTo>
                  <a:pt x="2137" y="2609"/>
                </a:lnTo>
                <a:lnTo>
                  <a:pt x="2136" y="2609"/>
                </a:lnTo>
                <a:lnTo>
                  <a:pt x="2135" y="2609"/>
                </a:lnTo>
                <a:lnTo>
                  <a:pt x="2135" y="2608"/>
                </a:lnTo>
                <a:lnTo>
                  <a:pt x="2134" y="2608"/>
                </a:lnTo>
                <a:lnTo>
                  <a:pt x="2133" y="2607"/>
                </a:lnTo>
                <a:lnTo>
                  <a:pt x="2132" y="2607"/>
                </a:lnTo>
                <a:lnTo>
                  <a:pt x="2131" y="2607"/>
                </a:lnTo>
                <a:lnTo>
                  <a:pt x="2130" y="2607"/>
                </a:lnTo>
                <a:lnTo>
                  <a:pt x="2129" y="2608"/>
                </a:lnTo>
                <a:lnTo>
                  <a:pt x="2128" y="2609"/>
                </a:lnTo>
                <a:lnTo>
                  <a:pt x="2127" y="2609"/>
                </a:lnTo>
                <a:lnTo>
                  <a:pt x="2127" y="2610"/>
                </a:lnTo>
                <a:lnTo>
                  <a:pt x="2126" y="2611"/>
                </a:lnTo>
                <a:lnTo>
                  <a:pt x="2125" y="2611"/>
                </a:lnTo>
                <a:lnTo>
                  <a:pt x="2124" y="2611"/>
                </a:lnTo>
                <a:lnTo>
                  <a:pt x="2123" y="2610"/>
                </a:lnTo>
                <a:lnTo>
                  <a:pt x="2123" y="2609"/>
                </a:lnTo>
                <a:lnTo>
                  <a:pt x="2123" y="2610"/>
                </a:lnTo>
                <a:lnTo>
                  <a:pt x="2122" y="2610"/>
                </a:lnTo>
                <a:lnTo>
                  <a:pt x="2121" y="2609"/>
                </a:lnTo>
                <a:lnTo>
                  <a:pt x="2120" y="2609"/>
                </a:lnTo>
                <a:lnTo>
                  <a:pt x="2120" y="2608"/>
                </a:lnTo>
                <a:lnTo>
                  <a:pt x="2120" y="2609"/>
                </a:lnTo>
                <a:lnTo>
                  <a:pt x="2119" y="2609"/>
                </a:lnTo>
                <a:lnTo>
                  <a:pt x="2118" y="2609"/>
                </a:lnTo>
                <a:lnTo>
                  <a:pt x="2118" y="2610"/>
                </a:lnTo>
                <a:lnTo>
                  <a:pt x="2118" y="2611"/>
                </a:lnTo>
                <a:lnTo>
                  <a:pt x="2117" y="2612"/>
                </a:lnTo>
                <a:lnTo>
                  <a:pt x="2116" y="2611"/>
                </a:lnTo>
                <a:lnTo>
                  <a:pt x="2115" y="2611"/>
                </a:lnTo>
                <a:lnTo>
                  <a:pt x="2115" y="2612"/>
                </a:lnTo>
                <a:lnTo>
                  <a:pt x="2112" y="2613"/>
                </a:lnTo>
                <a:lnTo>
                  <a:pt x="2111" y="2613"/>
                </a:lnTo>
                <a:lnTo>
                  <a:pt x="2111" y="2612"/>
                </a:lnTo>
                <a:lnTo>
                  <a:pt x="2109" y="2612"/>
                </a:lnTo>
                <a:lnTo>
                  <a:pt x="2108" y="2612"/>
                </a:lnTo>
                <a:lnTo>
                  <a:pt x="2107" y="2612"/>
                </a:lnTo>
                <a:lnTo>
                  <a:pt x="2106" y="2612"/>
                </a:lnTo>
                <a:lnTo>
                  <a:pt x="2104" y="2611"/>
                </a:lnTo>
                <a:lnTo>
                  <a:pt x="2103" y="2611"/>
                </a:lnTo>
                <a:lnTo>
                  <a:pt x="2102" y="2610"/>
                </a:lnTo>
                <a:lnTo>
                  <a:pt x="2101" y="2610"/>
                </a:lnTo>
                <a:lnTo>
                  <a:pt x="2100" y="2610"/>
                </a:lnTo>
                <a:lnTo>
                  <a:pt x="2099" y="2610"/>
                </a:lnTo>
                <a:lnTo>
                  <a:pt x="2098" y="2610"/>
                </a:lnTo>
                <a:lnTo>
                  <a:pt x="2097" y="2610"/>
                </a:lnTo>
                <a:lnTo>
                  <a:pt x="2096" y="2610"/>
                </a:lnTo>
                <a:lnTo>
                  <a:pt x="2093" y="2609"/>
                </a:lnTo>
                <a:lnTo>
                  <a:pt x="2092" y="2609"/>
                </a:lnTo>
                <a:lnTo>
                  <a:pt x="2091" y="2609"/>
                </a:lnTo>
                <a:lnTo>
                  <a:pt x="2090" y="2609"/>
                </a:lnTo>
                <a:lnTo>
                  <a:pt x="2089" y="2609"/>
                </a:lnTo>
                <a:lnTo>
                  <a:pt x="2089" y="2608"/>
                </a:lnTo>
                <a:lnTo>
                  <a:pt x="2089" y="2609"/>
                </a:lnTo>
                <a:lnTo>
                  <a:pt x="2088" y="2609"/>
                </a:lnTo>
                <a:lnTo>
                  <a:pt x="2088" y="2608"/>
                </a:lnTo>
                <a:lnTo>
                  <a:pt x="2087" y="2608"/>
                </a:lnTo>
                <a:lnTo>
                  <a:pt x="2086" y="2608"/>
                </a:lnTo>
                <a:lnTo>
                  <a:pt x="2085" y="2608"/>
                </a:lnTo>
                <a:lnTo>
                  <a:pt x="2085" y="2607"/>
                </a:lnTo>
                <a:lnTo>
                  <a:pt x="2085" y="2608"/>
                </a:lnTo>
                <a:lnTo>
                  <a:pt x="2085" y="2609"/>
                </a:lnTo>
                <a:lnTo>
                  <a:pt x="2085" y="2610"/>
                </a:lnTo>
                <a:lnTo>
                  <a:pt x="2084" y="2611"/>
                </a:lnTo>
                <a:lnTo>
                  <a:pt x="2084" y="2612"/>
                </a:lnTo>
                <a:lnTo>
                  <a:pt x="2084" y="2613"/>
                </a:lnTo>
                <a:lnTo>
                  <a:pt x="2083" y="2613"/>
                </a:lnTo>
                <a:lnTo>
                  <a:pt x="2082" y="2613"/>
                </a:lnTo>
                <a:lnTo>
                  <a:pt x="2081" y="2613"/>
                </a:lnTo>
                <a:lnTo>
                  <a:pt x="2080" y="2613"/>
                </a:lnTo>
                <a:lnTo>
                  <a:pt x="2079" y="2613"/>
                </a:lnTo>
                <a:lnTo>
                  <a:pt x="2079" y="2612"/>
                </a:lnTo>
                <a:lnTo>
                  <a:pt x="2078" y="2612"/>
                </a:lnTo>
                <a:lnTo>
                  <a:pt x="2077" y="2613"/>
                </a:lnTo>
                <a:lnTo>
                  <a:pt x="2076" y="2614"/>
                </a:lnTo>
                <a:lnTo>
                  <a:pt x="2070" y="2614"/>
                </a:lnTo>
                <a:lnTo>
                  <a:pt x="2069" y="2614"/>
                </a:lnTo>
                <a:lnTo>
                  <a:pt x="2069" y="2613"/>
                </a:lnTo>
                <a:lnTo>
                  <a:pt x="2068" y="2613"/>
                </a:lnTo>
                <a:lnTo>
                  <a:pt x="2068" y="2612"/>
                </a:lnTo>
                <a:lnTo>
                  <a:pt x="2067" y="2612"/>
                </a:lnTo>
                <a:lnTo>
                  <a:pt x="2067" y="2613"/>
                </a:lnTo>
                <a:lnTo>
                  <a:pt x="2065" y="2613"/>
                </a:lnTo>
                <a:lnTo>
                  <a:pt x="2064" y="2613"/>
                </a:lnTo>
                <a:lnTo>
                  <a:pt x="2063" y="2613"/>
                </a:lnTo>
                <a:lnTo>
                  <a:pt x="2062" y="2613"/>
                </a:lnTo>
                <a:lnTo>
                  <a:pt x="2061" y="2613"/>
                </a:lnTo>
                <a:lnTo>
                  <a:pt x="2061" y="2612"/>
                </a:lnTo>
                <a:lnTo>
                  <a:pt x="2060" y="2612"/>
                </a:lnTo>
                <a:lnTo>
                  <a:pt x="2060" y="2613"/>
                </a:lnTo>
                <a:lnTo>
                  <a:pt x="2059" y="2613"/>
                </a:lnTo>
                <a:lnTo>
                  <a:pt x="2058" y="2612"/>
                </a:lnTo>
                <a:lnTo>
                  <a:pt x="2057" y="2611"/>
                </a:lnTo>
                <a:lnTo>
                  <a:pt x="2057" y="2612"/>
                </a:lnTo>
                <a:lnTo>
                  <a:pt x="2056" y="2613"/>
                </a:lnTo>
                <a:lnTo>
                  <a:pt x="2054" y="2613"/>
                </a:lnTo>
                <a:lnTo>
                  <a:pt x="2054" y="2614"/>
                </a:lnTo>
                <a:lnTo>
                  <a:pt x="2053" y="2614"/>
                </a:lnTo>
                <a:lnTo>
                  <a:pt x="2053" y="2613"/>
                </a:lnTo>
                <a:lnTo>
                  <a:pt x="2052" y="2613"/>
                </a:lnTo>
                <a:lnTo>
                  <a:pt x="2051" y="2613"/>
                </a:lnTo>
                <a:lnTo>
                  <a:pt x="2050" y="2613"/>
                </a:lnTo>
                <a:lnTo>
                  <a:pt x="2050" y="2612"/>
                </a:lnTo>
                <a:lnTo>
                  <a:pt x="2049" y="2612"/>
                </a:lnTo>
                <a:lnTo>
                  <a:pt x="2048" y="2612"/>
                </a:lnTo>
                <a:lnTo>
                  <a:pt x="2046" y="2611"/>
                </a:lnTo>
                <a:lnTo>
                  <a:pt x="2045" y="2610"/>
                </a:lnTo>
                <a:lnTo>
                  <a:pt x="2044" y="2610"/>
                </a:lnTo>
                <a:lnTo>
                  <a:pt x="2043" y="2610"/>
                </a:lnTo>
                <a:lnTo>
                  <a:pt x="2042" y="2610"/>
                </a:lnTo>
                <a:lnTo>
                  <a:pt x="2041" y="2610"/>
                </a:lnTo>
                <a:lnTo>
                  <a:pt x="2041" y="2611"/>
                </a:lnTo>
                <a:lnTo>
                  <a:pt x="2039" y="2612"/>
                </a:lnTo>
                <a:lnTo>
                  <a:pt x="2037" y="2612"/>
                </a:lnTo>
                <a:lnTo>
                  <a:pt x="2036" y="2612"/>
                </a:lnTo>
                <a:lnTo>
                  <a:pt x="2035" y="2612"/>
                </a:lnTo>
                <a:lnTo>
                  <a:pt x="2034" y="2612"/>
                </a:lnTo>
                <a:lnTo>
                  <a:pt x="2033" y="2612"/>
                </a:lnTo>
                <a:lnTo>
                  <a:pt x="2033" y="2611"/>
                </a:lnTo>
                <a:lnTo>
                  <a:pt x="2032" y="2611"/>
                </a:lnTo>
                <a:lnTo>
                  <a:pt x="2031" y="2611"/>
                </a:lnTo>
                <a:lnTo>
                  <a:pt x="2031" y="2612"/>
                </a:lnTo>
                <a:lnTo>
                  <a:pt x="2030" y="2612"/>
                </a:lnTo>
                <a:lnTo>
                  <a:pt x="2030" y="2613"/>
                </a:lnTo>
                <a:lnTo>
                  <a:pt x="2029" y="2613"/>
                </a:lnTo>
                <a:lnTo>
                  <a:pt x="2028" y="2613"/>
                </a:lnTo>
                <a:lnTo>
                  <a:pt x="2027" y="2613"/>
                </a:lnTo>
                <a:lnTo>
                  <a:pt x="2027" y="2612"/>
                </a:lnTo>
                <a:lnTo>
                  <a:pt x="2026" y="2612"/>
                </a:lnTo>
                <a:lnTo>
                  <a:pt x="2026" y="2613"/>
                </a:lnTo>
                <a:lnTo>
                  <a:pt x="2025" y="2613"/>
                </a:lnTo>
                <a:lnTo>
                  <a:pt x="2024" y="2612"/>
                </a:lnTo>
                <a:lnTo>
                  <a:pt x="2023" y="2612"/>
                </a:lnTo>
                <a:lnTo>
                  <a:pt x="2022" y="2613"/>
                </a:lnTo>
                <a:lnTo>
                  <a:pt x="2022" y="2614"/>
                </a:lnTo>
                <a:lnTo>
                  <a:pt x="2021" y="2614"/>
                </a:lnTo>
                <a:lnTo>
                  <a:pt x="2020" y="2614"/>
                </a:lnTo>
                <a:lnTo>
                  <a:pt x="2019" y="2614"/>
                </a:lnTo>
                <a:lnTo>
                  <a:pt x="2018" y="2614"/>
                </a:lnTo>
                <a:lnTo>
                  <a:pt x="2018" y="2615"/>
                </a:lnTo>
                <a:lnTo>
                  <a:pt x="2017" y="2615"/>
                </a:lnTo>
                <a:lnTo>
                  <a:pt x="2016" y="2615"/>
                </a:lnTo>
                <a:lnTo>
                  <a:pt x="2016" y="2614"/>
                </a:lnTo>
                <a:lnTo>
                  <a:pt x="2013" y="2612"/>
                </a:lnTo>
                <a:lnTo>
                  <a:pt x="2012" y="2612"/>
                </a:lnTo>
                <a:lnTo>
                  <a:pt x="2011" y="2612"/>
                </a:lnTo>
                <a:lnTo>
                  <a:pt x="2010" y="2612"/>
                </a:lnTo>
                <a:lnTo>
                  <a:pt x="2009" y="2611"/>
                </a:lnTo>
                <a:lnTo>
                  <a:pt x="2009" y="2610"/>
                </a:lnTo>
                <a:lnTo>
                  <a:pt x="2007" y="2610"/>
                </a:lnTo>
                <a:lnTo>
                  <a:pt x="2006" y="2610"/>
                </a:lnTo>
                <a:lnTo>
                  <a:pt x="2005" y="2610"/>
                </a:lnTo>
                <a:lnTo>
                  <a:pt x="2004" y="2610"/>
                </a:lnTo>
                <a:lnTo>
                  <a:pt x="2003" y="2610"/>
                </a:lnTo>
                <a:lnTo>
                  <a:pt x="2003" y="2609"/>
                </a:lnTo>
                <a:lnTo>
                  <a:pt x="2002" y="2609"/>
                </a:lnTo>
                <a:lnTo>
                  <a:pt x="2002" y="2608"/>
                </a:lnTo>
                <a:lnTo>
                  <a:pt x="2002" y="2606"/>
                </a:lnTo>
                <a:lnTo>
                  <a:pt x="2002" y="2604"/>
                </a:lnTo>
                <a:lnTo>
                  <a:pt x="2002" y="2602"/>
                </a:lnTo>
                <a:lnTo>
                  <a:pt x="2002" y="2599"/>
                </a:lnTo>
                <a:lnTo>
                  <a:pt x="2003" y="2598"/>
                </a:lnTo>
                <a:lnTo>
                  <a:pt x="2003" y="2597"/>
                </a:lnTo>
                <a:lnTo>
                  <a:pt x="2002" y="2597"/>
                </a:lnTo>
                <a:lnTo>
                  <a:pt x="2002" y="2596"/>
                </a:lnTo>
                <a:lnTo>
                  <a:pt x="2001" y="2596"/>
                </a:lnTo>
                <a:lnTo>
                  <a:pt x="2000" y="2596"/>
                </a:lnTo>
                <a:lnTo>
                  <a:pt x="1999" y="2596"/>
                </a:lnTo>
                <a:lnTo>
                  <a:pt x="1999" y="2595"/>
                </a:lnTo>
                <a:lnTo>
                  <a:pt x="1999" y="2594"/>
                </a:lnTo>
                <a:lnTo>
                  <a:pt x="1998" y="2594"/>
                </a:lnTo>
                <a:lnTo>
                  <a:pt x="1998" y="2593"/>
                </a:lnTo>
                <a:lnTo>
                  <a:pt x="1997" y="2593"/>
                </a:lnTo>
                <a:lnTo>
                  <a:pt x="1997" y="2594"/>
                </a:lnTo>
                <a:lnTo>
                  <a:pt x="1996" y="2594"/>
                </a:lnTo>
                <a:lnTo>
                  <a:pt x="1995" y="2594"/>
                </a:lnTo>
                <a:lnTo>
                  <a:pt x="1995" y="2595"/>
                </a:lnTo>
                <a:lnTo>
                  <a:pt x="1994" y="2595"/>
                </a:lnTo>
                <a:lnTo>
                  <a:pt x="1993" y="2595"/>
                </a:lnTo>
                <a:lnTo>
                  <a:pt x="1991" y="2594"/>
                </a:lnTo>
                <a:lnTo>
                  <a:pt x="1990" y="2594"/>
                </a:lnTo>
                <a:lnTo>
                  <a:pt x="1990" y="2593"/>
                </a:lnTo>
                <a:lnTo>
                  <a:pt x="1989" y="2593"/>
                </a:lnTo>
                <a:lnTo>
                  <a:pt x="1988" y="2593"/>
                </a:lnTo>
                <a:lnTo>
                  <a:pt x="1987" y="2593"/>
                </a:lnTo>
                <a:lnTo>
                  <a:pt x="1987" y="2594"/>
                </a:lnTo>
                <a:lnTo>
                  <a:pt x="1988" y="2594"/>
                </a:lnTo>
                <a:lnTo>
                  <a:pt x="1987" y="2595"/>
                </a:lnTo>
                <a:lnTo>
                  <a:pt x="1986" y="2596"/>
                </a:lnTo>
                <a:lnTo>
                  <a:pt x="1985" y="2596"/>
                </a:lnTo>
                <a:lnTo>
                  <a:pt x="1984" y="2596"/>
                </a:lnTo>
                <a:lnTo>
                  <a:pt x="1984" y="2597"/>
                </a:lnTo>
                <a:lnTo>
                  <a:pt x="1985" y="2598"/>
                </a:lnTo>
                <a:lnTo>
                  <a:pt x="1984" y="2598"/>
                </a:lnTo>
                <a:lnTo>
                  <a:pt x="1983" y="2598"/>
                </a:lnTo>
                <a:lnTo>
                  <a:pt x="1983" y="2599"/>
                </a:lnTo>
                <a:lnTo>
                  <a:pt x="1982" y="2599"/>
                </a:lnTo>
                <a:lnTo>
                  <a:pt x="1981" y="2599"/>
                </a:lnTo>
                <a:lnTo>
                  <a:pt x="1978" y="2602"/>
                </a:lnTo>
                <a:lnTo>
                  <a:pt x="1977" y="2603"/>
                </a:lnTo>
                <a:lnTo>
                  <a:pt x="1976" y="2603"/>
                </a:lnTo>
                <a:lnTo>
                  <a:pt x="1976" y="2604"/>
                </a:lnTo>
                <a:lnTo>
                  <a:pt x="1975" y="2604"/>
                </a:lnTo>
                <a:lnTo>
                  <a:pt x="1975" y="2603"/>
                </a:lnTo>
                <a:lnTo>
                  <a:pt x="1974" y="2603"/>
                </a:lnTo>
                <a:lnTo>
                  <a:pt x="1974" y="2602"/>
                </a:lnTo>
                <a:lnTo>
                  <a:pt x="1973" y="2602"/>
                </a:lnTo>
                <a:lnTo>
                  <a:pt x="1972" y="2602"/>
                </a:lnTo>
                <a:lnTo>
                  <a:pt x="1972" y="2603"/>
                </a:lnTo>
                <a:lnTo>
                  <a:pt x="1971" y="2603"/>
                </a:lnTo>
                <a:lnTo>
                  <a:pt x="1970" y="2603"/>
                </a:lnTo>
                <a:lnTo>
                  <a:pt x="1969" y="2602"/>
                </a:lnTo>
                <a:lnTo>
                  <a:pt x="1968" y="2601"/>
                </a:lnTo>
                <a:lnTo>
                  <a:pt x="1967" y="2601"/>
                </a:lnTo>
                <a:lnTo>
                  <a:pt x="1966" y="2601"/>
                </a:lnTo>
                <a:lnTo>
                  <a:pt x="1965" y="2601"/>
                </a:lnTo>
                <a:lnTo>
                  <a:pt x="1964" y="2602"/>
                </a:lnTo>
                <a:lnTo>
                  <a:pt x="1963" y="2602"/>
                </a:lnTo>
                <a:lnTo>
                  <a:pt x="1963" y="2603"/>
                </a:lnTo>
                <a:lnTo>
                  <a:pt x="1963" y="2602"/>
                </a:lnTo>
                <a:lnTo>
                  <a:pt x="1962" y="2602"/>
                </a:lnTo>
                <a:lnTo>
                  <a:pt x="1961" y="2602"/>
                </a:lnTo>
                <a:lnTo>
                  <a:pt x="1959" y="2602"/>
                </a:lnTo>
                <a:lnTo>
                  <a:pt x="1958" y="2603"/>
                </a:lnTo>
                <a:lnTo>
                  <a:pt x="1957" y="2603"/>
                </a:lnTo>
                <a:lnTo>
                  <a:pt x="1957" y="2604"/>
                </a:lnTo>
                <a:lnTo>
                  <a:pt x="1956" y="2604"/>
                </a:lnTo>
                <a:lnTo>
                  <a:pt x="1956" y="2605"/>
                </a:lnTo>
                <a:lnTo>
                  <a:pt x="1955" y="2605"/>
                </a:lnTo>
                <a:lnTo>
                  <a:pt x="1954" y="2606"/>
                </a:lnTo>
                <a:lnTo>
                  <a:pt x="1953" y="2607"/>
                </a:lnTo>
                <a:lnTo>
                  <a:pt x="1952" y="2607"/>
                </a:lnTo>
                <a:lnTo>
                  <a:pt x="1951" y="2607"/>
                </a:lnTo>
                <a:lnTo>
                  <a:pt x="1951" y="2608"/>
                </a:lnTo>
                <a:lnTo>
                  <a:pt x="1951" y="2609"/>
                </a:lnTo>
                <a:lnTo>
                  <a:pt x="1952" y="2609"/>
                </a:lnTo>
                <a:lnTo>
                  <a:pt x="1952" y="2610"/>
                </a:lnTo>
                <a:lnTo>
                  <a:pt x="1952" y="2611"/>
                </a:lnTo>
                <a:lnTo>
                  <a:pt x="1951" y="2611"/>
                </a:lnTo>
                <a:lnTo>
                  <a:pt x="1950" y="2612"/>
                </a:lnTo>
                <a:lnTo>
                  <a:pt x="1949" y="2612"/>
                </a:lnTo>
                <a:lnTo>
                  <a:pt x="1949" y="2611"/>
                </a:lnTo>
                <a:lnTo>
                  <a:pt x="1949" y="2612"/>
                </a:lnTo>
                <a:lnTo>
                  <a:pt x="1948" y="2612"/>
                </a:lnTo>
                <a:lnTo>
                  <a:pt x="1947" y="2612"/>
                </a:lnTo>
                <a:lnTo>
                  <a:pt x="1946" y="2612"/>
                </a:lnTo>
                <a:lnTo>
                  <a:pt x="1945" y="2612"/>
                </a:lnTo>
                <a:lnTo>
                  <a:pt x="1945" y="2611"/>
                </a:lnTo>
                <a:lnTo>
                  <a:pt x="1943" y="2611"/>
                </a:lnTo>
                <a:lnTo>
                  <a:pt x="1942" y="2611"/>
                </a:lnTo>
                <a:lnTo>
                  <a:pt x="1942" y="2610"/>
                </a:lnTo>
                <a:lnTo>
                  <a:pt x="1942" y="2609"/>
                </a:lnTo>
                <a:lnTo>
                  <a:pt x="1941" y="2609"/>
                </a:lnTo>
                <a:lnTo>
                  <a:pt x="1940" y="2609"/>
                </a:lnTo>
                <a:lnTo>
                  <a:pt x="1940" y="2608"/>
                </a:lnTo>
                <a:lnTo>
                  <a:pt x="1939" y="2608"/>
                </a:lnTo>
                <a:lnTo>
                  <a:pt x="1939" y="2607"/>
                </a:lnTo>
                <a:lnTo>
                  <a:pt x="1938" y="2607"/>
                </a:lnTo>
                <a:lnTo>
                  <a:pt x="1938" y="2608"/>
                </a:lnTo>
                <a:lnTo>
                  <a:pt x="1937" y="2608"/>
                </a:lnTo>
                <a:lnTo>
                  <a:pt x="1935" y="2608"/>
                </a:lnTo>
                <a:lnTo>
                  <a:pt x="1934" y="2609"/>
                </a:lnTo>
                <a:lnTo>
                  <a:pt x="1934" y="2610"/>
                </a:lnTo>
                <a:lnTo>
                  <a:pt x="1933" y="2610"/>
                </a:lnTo>
                <a:lnTo>
                  <a:pt x="1932" y="2610"/>
                </a:lnTo>
                <a:lnTo>
                  <a:pt x="1932" y="2609"/>
                </a:lnTo>
                <a:lnTo>
                  <a:pt x="1931" y="2609"/>
                </a:lnTo>
                <a:lnTo>
                  <a:pt x="1931" y="2608"/>
                </a:lnTo>
                <a:lnTo>
                  <a:pt x="1930" y="2608"/>
                </a:lnTo>
                <a:lnTo>
                  <a:pt x="1930" y="2609"/>
                </a:lnTo>
                <a:lnTo>
                  <a:pt x="1929" y="2608"/>
                </a:lnTo>
                <a:lnTo>
                  <a:pt x="1928" y="2608"/>
                </a:lnTo>
                <a:lnTo>
                  <a:pt x="1928" y="2607"/>
                </a:lnTo>
                <a:lnTo>
                  <a:pt x="1927" y="2607"/>
                </a:lnTo>
                <a:lnTo>
                  <a:pt x="1926" y="2607"/>
                </a:lnTo>
                <a:lnTo>
                  <a:pt x="1925" y="2607"/>
                </a:lnTo>
                <a:lnTo>
                  <a:pt x="1925" y="2608"/>
                </a:lnTo>
                <a:lnTo>
                  <a:pt x="1924" y="2608"/>
                </a:lnTo>
                <a:lnTo>
                  <a:pt x="1923" y="2608"/>
                </a:lnTo>
                <a:lnTo>
                  <a:pt x="1922" y="2607"/>
                </a:lnTo>
                <a:lnTo>
                  <a:pt x="1921" y="2607"/>
                </a:lnTo>
                <a:lnTo>
                  <a:pt x="1921" y="2608"/>
                </a:lnTo>
                <a:lnTo>
                  <a:pt x="1920" y="2608"/>
                </a:lnTo>
                <a:lnTo>
                  <a:pt x="1919" y="2608"/>
                </a:lnTo>
                <a:lnTo>
                  <a:pt x="1918" y="2608"/>
                </a:lnTo>
                <a:lnTo>
                  <a:pt x="1917" y="2607"/>
                </a:lnTo>
                <a:lnTo>
                  <a:pt x="1917" y="2608"/>
                </a:lnTo>
                <a:lnTo>
                  <a:pt x="1916" y="2608"/>
                </a:lnTo>
                <a:lnTo>
                  <a:pt x="1916" y="2609"/>
                </a:lnTo>
                <a:lnTo>
                  <a:pt x="1915" y="2609"/>
                </a:lnTo>
                <a:lnTo>
                  <a:pt x="1915" y="2610"/>
                </a:lnTo>
                <a:lnTo>
                  <a:pt x="1914" y="2610"/>
                </a:lnTo>
                <a:lnTo>
                  <a:pt x="1914" y="2611"/>
                </a:lnTo>
                <a:lnTo>
                  <a:pt x="1914" y="2612"/>
                </a:lnTo>
                <a:lnTo>
                  <a:pt x="1913" y="2612"/>
                </a:lnTo>
                <a:lnTo>
                  <a:pt x="1912" y="2612"/>
                </a:lnTo>
                <a:lnTo>
                  <a:pt x="1912" y="2611"/>
                </a:lnTo>
                <a:lnTo>
                  <a:pt x="1911" y="2611"/>
                </a:lnTo>
                <a:lnTo>
                  <a:pt x="1909" y="2611"/>
                </a:lnTo>
                <a:lnTo>
                  <a:pt x="1908" y="2611"/>
                </a:lnTo>
                <a:lnTo>
                  <a:pt x="1907" y="2611"/>
                </a:lnTo>
                <a:lnTo>
                  <a:pt x="1906" y="2610"/>
                </a:lnTo>
                <a:lnTo>
                  <a:pt x="1906" y="2609"/>
                </a:lnTo>
                <a:lnTo>
                  <a:pt x="1905" y="2608"/>
                </a:lnTo>
                <a:lnTo>
                  <a:pt x="1905" y="2607"/>
                </a:lnTo>
                <a:lnTo>
                  <a:pt x="1905" y="2606"/>
                </a:lnTo>
                <a:lnTo>
                  <a:pt x="1904" y="2606"/>
                </a:lnTo>
                <a:lnTo>
                  <a:pt x="1904" y="2605"/>
                </a:lnTo>
                <a:lnTo>
                  <a:pt x="1904" y="2604"/>
                </a:lnTo>
                <a:lnTo>
                  <a:pt x="1904" y="2603"/>
                </a:lnTo>
                <a:lnTo>
                  <a:pt x="1903" y="2603"/>
                </a:lnTo>
                <a:lnTo>
                  <a:pt x="1902" y="2602"/>
                </a:lnTo>
                <a:lnTo>
                  <a:pt x="1902" y="2603"/>
                </a:lnTo>
                <a:lnTo>
                  <a:pt x="1901" y="2603"/>
                </a:lnTo>
                <a:lnTo>
                  <a:pt x="1900" y="2603"/>
                </a:lnTo>
                <a:lnTo>
                  <a:pt x="1899" y="2603"/>
                </a:lnTo>
                <a:lnTo>
                  <a:pt x="1899" y="2604"/>
                </a:lnTo>
                <a:lnTo>
                  <a:pt x="1897" y="2604"/>
                </a:lnTo>
                <a:lnTo>
                  <a:pt x="1896" y="2603"/>
                </a:lnTo>
                <a:lnTo>
                  <a:pt x="1895" y="2603"/>
                </a:lnTo>
                <a:lnTo>
                  <a:pt x="1895" y="2602"/>
                </a:lnTo>
                <a:lnTo>
                  <a:pt x="1894" y="2602"/>
                </a:lnTo>
                <a:lnTo>
                  <a:pt x="1893" y="2602"/>
                </a:lnTo>
                <a:lnTo>
                  <a:pt x="1892" y="2602"/>
                </a:lnTo>
                <a:lnTo>
                  <a:pt x="1892" y="2601"/>
                </a:lnTo>
                <a:lnTo>
                  <a:pt x="1891" y="2601"/>
                </a:lnTo>
                <a:lnTo>
                  <a:pt x="1890" y="2601"/>
                </a:lnTo>
                <a:lnTo>
                  <a:pt x="1889" y="2601"/>
                </a:lnTo>
                <a:lnTo>
                  <a:pt x="1889" y="2600"/>
                </a:lnTo>
                <a:lnTo>
                  <a:pt x="1888" y="2600"/>
                </a:lnTo>
                <a:lnTo>
                  <a:pt x="1888" y="2601"/>
                </a:lnTo>
                <a:lnTo>
                  <a:pt x="1887" y="2601"/>
                </a:lnTo>
                <a:lnTo>
                  <a:pt x="1887" y="2602"/>
                </a:lnTo>
                <a:lnTo>
                  <a:pt x="1886" y="2602"/>
                </a:lnTo>
                <a:lnTo>
                  <a:pt x="1886" y="2601"/>
                </a:lnTo>
                <a:lnTo>
                  <a:pt x="1885" y="2601"/>
                </a:lnTo>
                <a:lnTo>
                  <a:pt x="1884" y="2601"/>
                </a:lnTo>
                <a:lnTo>
                  <a:pt x="1884" y="2602"/>
                </a:lnTo>
                <a:lnTo>
                  <a:pt x="1883" y="2602"/>
                </a:lnTo>
                <a:lnTo>
                  <a:pt x="1882" y="2602"/>
                </a:lnTo>
                <a:lnTo>
                  <a:pt x="1883" y="2603"/>
                </a:lnTo>
                <a:lnTo>
                  <a:pt x="1883" y="2604"/>
                </a:lnTo>
                <a:lnTo>
                  <a:pt x="1882" y="2604"/>
                </a:lnTo>
                <a:lnTo>
                  <a:pt x="1882" y="2605"/>
                </a:lnTo>
                <a:lnTo>
                  <a:pt x="1882" y="2606"/>
                </a:lnTo>
                <a:lnTo>
                  <a:pt x="1881" y="2606"/>
                </a:lnTo>
                <a:lnTo>
                  <a:pt x="1880" y="2606"/>
                </a:lnTo>
                <a:lnTo>
                  <a:pt x="1879" y="2606"/>
                </a:lnTo>
                <a:lnTo>
                  <a:pt x="1878" y="2605"/>
                </a:lnTo>
                <a:lnTo>
                  <a:pt x="1877" y="2606"/>
                </a:lnTo>
                <a:lnTo>
                  <a:pt x="1877" y="2607"/>
                </a:lnTo>
                <a:lnTo>
                  <a:pt x="1877" y="2608"/>
                </a:lnTo>
                <a:lnTo>
                  <a:pt x="1876" y="2608"/>
                </a:lnTo>
                <a:lnTo>
                  <a:pt x="1876" y="2609"/>
                </a:lnTo>
                <a:lnTo>
                  <a:pt x="1875" y="2609"/>
                </a:lnTo>
                <a:lnTo>
                  <a:pt x="1874" y="2609"/>
                </a:lnTo>
                <a:lnTo>
                  <a:pt x="1874" y="2608"/>
                </a:lnTo>
                <a:lnTo>
                  <a:pt x="1874" y="2609"/>
                </a:lnTo>
                <a:lnTo>
                  <a:pt x="1873" y="2609"/>
                </a:lnTo>
                <a:lnTo>
                  <a:pt x="1871" y="2609"/>
                </a:lnTo>
                <a:lnTo>
                  <a:pt x="1870" y="2608"/>
                </a:lnTo>
                <a:lnTo>
                  <a:pt x="1869" y="2608"/>
                </a:lnTo>
                <a:lnTo>
                  <a:pt x="1868" y="2608"/>
                </a:lnTo>
                <a:lnTo>
                  <a:pt x="1869" y="2608"/>
                </a:lnTo>
                <a:lnTo>
                  <a:pt x="1869" y="2609"/>
                </a:lnTo>
                <a:lnTo>
                  <a:pt x="1868" y="2610"/>
                </a:lnTo>
                <a:lnTo>
                  <a:pt x="1868" y="2611"/>
                </a:lnTo>
                <a:lnTo>
                  <a:pt x="1867" y="2611"/>
                </a:lnTo>
                <a:lnTo>
                  <a:pt x="1866" y="2610"/>
                </a:lnTo>
                <a:lnTo>
                  <a:pt x="1865" y="2611"/>
                </a:lnTo>
                <a:lnTo>
                  <a:pt x="1864" y="2611"/>
                </a:lnTo>
                <a:lnTo>
                  <a:pt x="1863" y="2611"/>
                </a:lnTo>
                <a:lnTo>
                  <a:pt x="1862" y="2611"/>
                </a:lnTo>
                <a:lnTo>
                  <a:pt x="1862" y="2612"/>
                </a:lnTo>
                <a:lnTo>
                  <a:pt x="1861" y="2612"/>
                </a:lnTo>
                <a:lnTo>
                  <a:pt x="1861" y="2611"/>
                </a:lnTo>
                <a:lnTo>
                  <a:pt x="1860" y="2611"/>
                </a:lnTo>
                <a:lnTo>
                  <a:pt x="1860" y="2610"/>
                </a:lnTo>
                <a:lnTo>
                  <a:pt x="1859" y="2610"/>
                </a:lnTo>
                <a:lnTo>
                  <a:pt x="1859" y="2611"/>
                </a:lnTo>
                <a:lnTo>
                  <a:pt x="1858" y="2611"/>
                </a:lnTo>
                <a:lnTo>
                  <a:pt x="1857" y="2611"/>
                </a:lnTo>
                <a:lnTo>
                  <a:pt x="1856" y="2611"/>
                </a:lnTo>
                <a:lnTo>
                  <a:pt x="1854" y="2611"/>
                </a:lnTo>
                <a:lnTo>
                  <a:pt x="1853" y="2610"/>
                </a:lnTo>
                <a:lnTo>
                  <a:pt x="1852" y="2610"/>
                </a:lnTo>
                <a:lnTo>
                  <a:pt x="1851" y="2610"/>
                </a:lnTo>
                <a:lnTo>
                  <a:pt x="1851" y="2609"/>
                </a:lnTo>
                <a:lnTo>
                  <a:pt x="1850" y="2609"/>
                </a:lnTo>
                <a:lnTo>
                  <a:pt x="1849" y="2608"/>
                </a:lnTo>
                <a:lnTo>
                  <a:pt x="1848" y="2608"/>
                </a:lnTo>
                <a:lnTo>
                  <a:pt x="1847" y="2608"/>
                </a:lnTo>
                <a:lnTo>
                  <a:pt x="1847" y="2607"/>
                </a:lnTo>
                <a:lnTo>
                  <a:pt x="1846" y="2607"/>
                </a:lnTo>
                <a:lnTo>
                  <a:pt x="1846" y="2608"/>
                </a:lnTo>
                <a:lnTo>
                  <a:pt x="1846" y="2609"/>
                </a:lnTo>
                <a:lnTo>
                  <a:pt x="1845" y="2609"/>
                </a:lnTo>
                <a:lnTo>
                  <a:pt x="1845" y="2610"/>
                </a:lnTo>
                <a:lnTo>
                  <a:pt x="1845" y="2611"/>
                </a:lnTo>
                <a:lnTo>
                  <a:pt x="1844" y="2611"/>
                </a:lnTo>
                <a:lnTo>
                  <a:pt x="1844" y="2612"/>
                </a:lnTo>
                <a:lnTo>
                  <a:pt x="1845" y="2612"/>
                </a:lnTo>
                <a:lnTo>
                  <a:pt x="1845" y="2613"/>
                </a:lnTo>
                <a:lnTo>
                  <a:pt x="1844" y="2613"/>
                </a:lnTo>
                <a:lnTo>
                  <a:pt x="1843" y="2613"/>
                </a:lnTo>
                <a:lnTo>
                  <a:pt x="1842" y="2612"/>
                </a:lnTo>
                <a:lnTo>
                  <a:pt x="1842" y="2613"/>
                </a:lnTo>
                <a:lnTo>
                  <a:pt x="1841" y="2613"/>
                </a:lnTo>
                <a:lnTo>
                  <a:pt x="1841" y="2612"/>
                </a:lnTo>
                <a:lnTo>
                  <a:pt x="1840" y="2612"/>
                </a:lnTo>
                <a:lnTo>
                  <a:pt x="1839" y="2611"/>
                </a:lnTo>
                <a:lnTo>
                  <a:pt x="1836" y="2608"/>
                </a:lnTo>
                <a:lnTo>
                  <a:pt x="1835" y="2608"/>
                </a:lnTo>
                <a:lnTo>
                  <a:pt x="1835" y="2607"/>
                </a:lnTo>
                <a:lnTo>
                  <a:pt x="1834" y="2607"/>
                </a:lnTo>
                <a:lnTo>
                  <a:pt x="1834" y="2606"/>
                </a:lnTo>
                <a:lnTo>
                  <a:pt x="1833" y="2606"/>
                </a:lnTo>
                <a:lnTo>
                  <a:pt x="1833" y="2605"/>
                </a:lnTo>
                <a:lnTo>
                  <a:pt x="1832" y="2605"/>
                </a:lnTo>
                <a:lnTo>
                  <a:pt x="1832" y="2606"/>
                </a:lnTo>
                <a:lnTo>
                  <a:pt x="1832" y="2607"/>
                </a:lnTo>
                <a:lnTo>
                  <a:pt x="1831" y="2607"/>
                </a:lnTo>
                <a:lnTo>
                  <a:pt x="1831" y="2608"/>
                </a:lnTo>
                <a:lnTo>
                  <a:pt x="1831" y="2609"/>
                </a:lnTo>
                <a:lnTo>
                  <a:pt x="1828" y="2609"/>
                </a:lnTo>
                <a:lnTo>
                  <a:pt x="1828" y="2608"/>
                </a:lnTo>
                <a:lnTo>
                  <a:pt x="1827" y="2608"/>
                </a:lnTo>
                <a:lnTo>
                  <a:pt x="1826" y="2608"/>
                </a:lnTo>
                <a:lnTo>
                  <a:pt x="1825" y="2608"/>
                </a:lnTo>
                <a:lnTo>
                  <a:pt x="1824" y="2608"/>
                </a:lnTo>
                <a:lnTo>
                  <a:pt x="1824" y="2609"/>
                </a:lnTo>
                <a:lnTo>
                  <a:pt x="1823" y="2609"/>
                </a:lnTo>
                <a:lnTo>
                  <a:pt x="1823" y="2610"/>
                </a:lnTo>
                <a:lnTo>
                  <a:pt x="1823" y="2611"/>
                </a:lnTo>
                <a:lnTo>
                  <a:pt x="1822" y="2611"/>
                </a:lnTo>
                <a:lnTo>
                  <a:pt x="1821" y="2611"/>
                </a:lnTo>
                <a:lnTo>
                  <a:pt x="1820" y="2611"/>
                </a:lnTo>
                <a:lnTo>
                  <a:pt x="1820" y="2612"/>
                </a:lnTo>
                <a:lnTo>
                  <a:pt x="1820" y="2613"/>
                </a:lnTo>
                <a:lnTo>
                  <a:pt x="1819" y="2613"/>
                </a:lnTo>
                <a:lnTo>
                  <a:pt x="1819" y="2614"/>
                </a:lnTo>
                <a:lnTo>
                  <a:pt x="1818" y="2614"/>
                </a:lnTo>
                <a:lnTo>
                  <a:pt x="1818" y="2615"/>
                </a:lnTo>
                <a:lnTo>
                  <a:pt x="1818" y="2616"/>
                </a:lnTo>
                <a:lnTo>
                  <a:pt x="1817" y="2616"/>
                </a:lnTo>
                <a:lnTo>
                  <a:pt x="1816" y="2616"/>
                </a:lnTo>
                <a:lnTo>
                  <a:pt x="1815" y="2616"/>
                </a:lnTo>
                <a:lnTo>
                  <a:pt x="1814" y="2616"/>
                </a:lnTo>
                <a:lnTo>
                  <a:pt x="1813" y="2615"/>
                </a:lnTo>
                <a:lnTo>
                  <a:pt x="1812" y="2615"/>
                </a:lnTo>
                <a:lnTo>
                  <a:pt x="1811" y="2615"/>
                </a:lnTo>
                <a:lnTo>
                  <a:pt x="1811" y="2614"/>
                </a:lnTo>
                <a:lnTo>
                  <a:pt x="1810" y="2614"/>
                </a:lnTo>
                <a:lnTo>
                  <a:pt x="1809" y="2613"/>
                </a:lnTo>
                <a:lnTo>
                  <a:pt x="1808" y="2613"/>
                </a:lnTo>
                <a:lnTo>
                  <a:pt x="1807" y="2613"/>
                </a:lnTo>
                <a:lnTo>
                  <a:pt x="1807" y="2612"/>
                </a:lnTo>
                <a:lnTo>
                  <a:pt x="1806" y="2612"/>
                </a:lnTo>
                <a:lnTo>
                  <a:pt x="1805" y="2612"/>
                </a:lnTo>
                <a:lnTo>
                  <a:pt x="1805" y="2611"/>
                </a:lnTo>
                <a:lnTo>
                  <a:pt x="1805" y="2612"/>
                </a:lnTo>
                <a:lnTo>
                  <a:pt x="1804" y="2612"/>
                </a:lnTo>
                <a:lnTo>
                  <a:pt x="1804" y="2613"/>
                </a:lnTo>
                <a:lnTo>
                  <a:pt x="1804" y="2614"/>
                </a:lnTo>
                <a:lnTo>
                  <a:pt x="1803" y="2614"/>
                </a:lnTo>
                <a:lnTo>
                  <a:pt x="1802" y="2614"/>
                </a:lnTo>
                <a:lnTo>
                  <a:pt x="1802" y="2615"/>
                </a:lnTo>
                <a:lnTo>
                  <a:pt x="1801" y="2615"/>
                </a:lnTo>
                <a:lnTo>
                  <a:pt x="1800" y="2615"/>
                </a:lnTo>
                <a:lnTo>
                  <a:pt x="1799" y="2615"/>
                </a:lnTo>
                <a:lnTo>
                  <a:pt x="1799" y="2616"/>
                </a:lnTo>
                <a:lnTo>
                  <a:pt x="1798" y="2616"/>
                </a:lnTo>
                <a:lnTo>
                  <a:pt x="1797" y="2616"/>
                </a:lnTo>
                <a:lnTo>
                  <a:pt x="1797" y="2617"/>
                </a:lnTo>
                <a:lnTo>
                  <a:pt x="1796" y="2616"/>
                </a:lnTo>
                <a:lnTo>
                  <a:pt x="1795" y="2616"/>
                </a:lnTo>
                <a:lnTo>
                  <a:pt x="1794" y="2616"/>
                </a:lnTo>
                <a:lnTo>
                  <a:pt x="1794" y="2617"/>
                </a:lnTo>
                <a:lnTo>
                  <a:pt x="1793" y="2617"/>
                </a:lnTo>
                <a:lnTo>
                  <a:pt x="1792" y="2617"/>
                </a:lnTo>
                <a:lnTo>
                  <a:pt x="1791" y="2617"/>
                </a:lnTo>
                <a:lnTo>
                  <a:pt x="1790" y="2617"/>
                </a:lnTo>
                <a:lnTo>
                  <a:pt x="1789" y="2617"/>
                </a:lnTo>
                <a:lnTo>
                  <a:pt x="1788" y="2617"/>
                </a:lnTo>
                <a:lnTo>
                  <a:pt x="1788" y="2618"/>
                </a:lnTo>
                <a:lnTo>
                  <a:pt x="1788" y="2619"/>
                </a:lnTo>
                <a:lnTo>
                  <a:pt x="1788" y="2620"/>
                </a:lnTo>
                <a:lnTo>
                  <a:pt x="1787" y="2622"/>
                </a:lnTo>
                <a:lnTo>
                  <a:pt x="1787" y="2623"/>
                </a:lnTo>
                <a:lnTo>
                  <a:pt x="1787" y="2624"/>
                </a:lnTo>
                <a:lnTo>
                  <a:pt x="1786" y="2625"/>
                </a:lnTo>
                <a:lnTo>
                  <a:pt x="1787" y="2625"/>
                </a:lnTo>
                <a:lnTo>
                  <a:pt x="1786" y="2626"/>
                </a:lnTo>
                <a:lnTo>
                  <a:pt x="1786" y="2627"/>
                </a:lnTo>
                <a:lnTo>
                  <a:pt x="1786" y="2628"/>
                </a:lnTo>
                <a:lnTo>
                  <a:pt x="1785" y="2628"/>
                </a:lnTo>
                <a:lnTo>
                  <a:pt x="1785" y="2629"/>
                </a:lnTo>
                <a:lnTo>
                  <a:pt x="1785" y="2630"/>
                </a:lnTo>
                <a:lnTo>
                  <a:pt x="1786" y="2631"/>
                </a:lnTo>
                <a:lnTo>
                  <a:pt x="1786" y="2632"/>
                </a:lnTo>
                <a:lnTo>
                  <a:pt x="1786" y="2633"/>
                </a:lnTo>
                <a:lnTo>
                  <a:pt x="1787" y="2633"/>
                </a:lnTo>
                <a:lnTo>
                  <a:pt x="1787" y="2634"/>
                </a:lnTo>
                <a:lnTo>
                  <a:pt x="1787" y="2635"/>
                </a:lnTo>
                <a:lnTo>
                  <a:pt x="1787" y="2636"/>
                </a:lnTo>
                <a:lnTo>
                  <a:pt x="1787" y="2637"/>
                </a:lnTo>
                <a:lnTo>
                  <a:pt x="1787" y="2638"/>
                </a:lnTo>
                <a:lnTo>
                  <a:pt x="1785" y="2638"/>
                </a:lnTo>
                <a:lnTo>
                  <a:pt x="1784" y="2637"/>
                </a:lnTo>
                <a:lnTo>
                  <a:pt x="1783" y="2637"/>
                </a:lnTo>
                <a:lnTo>
                  <a:pt x="1783" y="2638"/>
                </a:lnTo>
                <a:lnTo>
                  <a:pt x="1782" y="2639"/>
                </a:lnTo>
                <a:lnTo>
                  <a:pt x="1782" y="2640"/>
                </a:lnTo>
                <a:lnTo>
                  <a:pt x="1782" y="2641"/>
                </a:lnTo>
                <a:lnTo>
                  <a:pt x="1781" y="2642"/>
                </a:lnTo>
                <a:lnTo>
                  <a:pt x="1781" y="2641"/>
                </a:lnTo>
                <a:lnTo>
                  <a:pt x="1781" y="2642"/>
                </a:lnTo>
                <a:lnTo>
                  <a:pt x="1780" y="2642"/>
                </a:lnTo>
                <a:lnTo>
                  <a:pt x="1780" y="2641"/>
                </a:lnTo>
                <a:lnTo>
                  <a:pt x="1779" y="2641"/>
                </a:lnTo>
                <a:lnTo>
                  <a:pt x="1779" y="2642"/>
                </a:lnTo>
                <a:lnTo>
                  <a:pt x="1778" y="2642"/>
                </a:lnTo>
                <a:lnTo>
                  <a:pt x="1777" y="2642"/>
                </a:lnTo>
                <a:lnTo>
                  <a:pt x="1777" y="2643"/>
                </a:lnTo>
                <a:lnTo>
                  <a:pt x="1776" y="2643"/>
                </a:lnTo>
                <a:lnTo>
                  <a:pt x="1776" y="2644"/>
                </a:lnTo>
                <a:lnTo>
                  <a:pt x="1775" y="2645"/>
                </a:lnTo>
                <a:lnTo>
                  <a:pt x="1774" y="2646"/>
                </a:lnTo>
                <a:lnTo>
                  <a:pt x="1773" y="2647"/>
                </a:lnTo>
                <a:lnTo>
                  <a:pt x="1773" y="2648"/>
                </a:lnTo>
                <a:lnTo>
                  <a:pt x="1773" y="2649"/>
                </a:lnTo>
                <a:lnTo>
                  <a:pt x="1773" y="2650"/>
                </a:lnTo>
                <a:lnTo>
                  <a:pt x="1772" y="2651"/>
                </a:lnTo>
                <a:lnTo>
                  <a:pt x="1772" y="2654"/>
                </a:lnTo>
                <a:lnTo>
                  <a:pt x="1771" y="2654"/>
                </a:lnTo>
                <a:lnTo>
                  <a:pt x="1771" y="2655"/>
                </a:lnTo>
                <a:lnTo>
                  <a:pt x="1770" y="2656"/>
                </a:lnTo>
                <a:lnTo>
                  <a:pt x="1769" y="2656"/>
                </a:lnTo>
                <a:lnTo>
                  <a:pt x="1768" y="2656"/>
                </a:lnTo>
                <a:lnTo>
                  <a:pt x="1767" y="2656"/>
                </a:lnTo>
                <a:lnTo>
                  <a:pt x="1767" y="2657"/>
                </a:lnTo>
                <a:lnTo>
                  <a:pt x="1765" y="2659"/>
                </a:lnTo>
                <a:lnTo>
                  <a:pt x="1765" y="2661"/>
                </a:lnTo>
                <a:lnTo>
                  <a:pt x="1764" y="2662"/>
                </a:lnTo>
                <a:lnTo>
                  <a:pt x="1764" y="2664"/>
                </a:lnTo>
                <a:lnTo>
                  <a:pt x="1763" y="2666"/>
                </a:lnTo>
                <a:lnTo>
                  <a:pt x="1762" y="2667"/>
                </a:lnTo>
                <a:lnTo>
                  <a:pt x="1761" y="2667"/>
                </a:lnTo>
                <a:lnTo>
                  <a:pt x="1761" y="2668"/>
                </a:lnTo>
                <a:lnTo>
                  <a:pt x="1761" y="2669"/>
                </a:lnTo>
                <a:lnTo>
                  <a:pt x="1760" y="2669"/>
                </a:lnTo>
                <a:lnTo>
                  <a:pt x="1759" y="2669"/>
                </a:lnTo>
                <a:lnTo>
                  <a:pt x="1758" y="2669"/>
                </a:lnTo>
                <a:lnTo>
                  <a:pt x="1757" y="2670"/>
                </a:lnTo>
                <a:lnTo>
                  <a:pt x="1757" y="2671"/>
                </a:lnTo>
                <a:lnTo>
                  <a:pt x="1756" y="2672"/>
                </a:lnTo>
                <a:lnTo>
                  <a:pt x="1755" y="2671"/>
                </a:lnTo>
                <a:lnTo>
                  <a:pt x="1754" y="2670"/>
                </a:lnTo>
                <a:lnTo>
                  <a:pt x="1753" y="2670"/>
                </a:lnTo>
                <a:lnTo>
                  <a:pt x="1752" y="2671"/>
                </a:lnTo>
                <a:lnTo>
                  <a:pt x="1752" y="2672"/>
                </a:lnTo>
                <a:lnTo>
                  <a:pt x="1751" y="2672"/>
                </a:lnTo>
                <a:lnTo>
                  <a:pt x="1750" y="2672"/>
                </a:lnTo>
                <a:lnTo>
                  <a:pt x="1749" y="2672"/>
                </a:lnTo>
                <a:lnTo>
                  <a:pt x="1747" y="2674"/>
                </a:lnTo>
                <a:lnTo>
                  <a:pt x="1747" y="2675"/>
                </a:lnTo>
                <a:lnTo>
                  <a:pt x="1746" y="2675"/>
                </a:lnTo>
                <a:lnTo>
                  <a:pt x="1745" y="2675"/>
                </a:lnTo>
                <a:lnTo>
                  <a:pt x="1744" y="2676"/>
                </a:lnTo>
                <a:lnTo>
                  <a:pt x="1743" y="2677"/>
                </a:lnTo>
                <a:lnTo>
                  <a:pt x="1742" y="2678"/>
                </a:lnTo>
                <a:lnTo>
                  <a:pt x="1741" y="2678"/>
                </a:lnTo>
                <a:lnTo>
                  <a:pt x="1741" y="2679"/>
                </a:lnTo>
                <a:lnTo>
                  <a:pt x="1740" y="2680"/>
                </a:lnTo>
                <a:lnTo>
                  <a:pt x="1738" y="2680"/>
                </a:lnTo>
                <a:lnTo>
                  <a:pt x="1738" y="2681"/>
                </a:lnTo>
                <a:lnTo>
                  <a:pt x="1737" y="2681"/>
                </a:lnTo>
                <a:lnTo>
                  <a:pt x="1736" y="2682"/>
                </a:lnTo>
                <a:lnTo>
                  <a:pt x="1736" y="2681"/>
                </a:lnTo>
                <a:lnTo>
                  <a:pt x="1735" y="2681"/>
                </a:lnTo>
                <a:lnTo>
                  <a:pt x="1734" y="2681"/>
                </a:lnTo>
                <a:lnTo>
                  <a:pt x="1733" y="2680"/>
                </a:lnTo>
                <a:lnTo>
                  <a:pt x="1731" y="2680"/>
                </a:lnTo>
                <a:lnTo>
                  <a:pt x="1730" y="2679"/>
                </a:lnTo>
                <a:lnTo>
                  <a:pt x="1728" y="2679"/>
                </a:lnTo>
                <a:lnTo>
                  <a:pt x="1726" y="2679"/>
                </a:lnTo>
                <a:lnTo>
                  <a:pt x="1725" y="2679"/>
                </a:lnTo>
                <a:lnTo>
                  <a:pt x="1722" y="2678"/>
                </a:lnTo>
                <a:lnTo>
                  <a:pt x="1721" y="2678"/>
                </a:lnTo>
                <a:lnTo>
                  <a:pt x="1721" y="2679"/>
                </a:lnTo>
                <a:lnTo>
                  <a:pt x="1718" y="2679"/>
                </a:lnTo>
                <a:lnTo>
                  <a:pt x="1717" y="2678"/>
                </a:lnTo>
                <a:lnTo>
                  <a:pt x="1717" y="2679"/>
                </a:lnTo>
                <a:lnTo>
                  <a:pt x="1716" y="2679"/>
                </a:lnTo>
                <a:lnTo>
                  <a:pt x="1716" y="2678"/>
                </a:lnTo>
                <a:lnTo>
                  <a:pt x="1715" y="2677"/>
                </a:lnTo>
                <a:lnTo>
                  <a:pt x="1714" y="2677"/>
                </a:lnTo>
                <a:lnTo>
                  <a:pt x="1713" y="2677"/>
                </a:lnTo>
                <a:lnTo>
                  <a:pt x="1712" y="2678"/>
                </a:lnTo>
                <a:lnTo>
                  <a:pt x="1711" y="2678"/>
                </a:lnTo>
                <a:lnTo>
                  <a:pt x="1710" y="2678"/>
                </a:lnTo>
                <a:lnTo>
                  <a:pt x="1709" y="2678"/>
                </a:lnTo>
                <a:lnTo>
                  <a:pt x="1708" y="2678"/>
                </a:lnTo>
                <a:lnTo>
                  <a:pt x="1707" y="2677"/>
                </a:lnTo>
                <a:lnTo>
                  <a:pt x="1706" y="2677"/>
                </a:lnTo>
                <a:lnTo>
                  <a:pt x="1705" y="2677"/>
                </a:lnTo>
                <a:lnTo>
                  <a:pt x="1705" y="2678"/>
                </a:lnTo>
                <a:lnTo>
                  <a:pt x="1704" y="2678"/>
                </a:lnTo>
                <a:lnTo>
                  <a:pt x="1703" y="2678"/>
                </a:lnTo>
                <a:lnTo>
                  <a:pt x="1702" y="2678"/>
                </a:lnTo>
                <a:lnTo>
                  <a:pt x="1701" y="2679"/>
                </a:lnTo>
                <a:lnTo>
                  <a:pt x="1700" y="2679"/>
                </a:lnTo>
                <a:lnTo>
                  <a:pt x="1697" y="2679"/>
                </a:lnTo>
                <a:lnTo>
                  <a:pt x="1696" y="2679"/>
                </a:lnTo>
                <a:lnTo>
                  <a:pt x="1695" y="2679"/>
                </a:lnTo>
                <a:lnTo>
                  <a:pt x="1694" y="2679"/>
                </a:lnTo>
                <a:lnTo>
                  <a:pt x="1693" y="2679"/>
                </a:lnTo>
                <a:lnTo>
                  <a:pt x="1692" y="2680"/>
                </a:lnTo>
                <a:lnTo>
                  <a:pt x="1691" y="2681"/>
                </a:lnTo>
                <a:lnTo>
                  <a:pt x="1690" y="2682"/>
                </a:lnTo>
                <a:lnTo>
                  <a:pt x="1689" y="2682"/>
                </a:lnTo>
                <a:lnTo>
                  <a:pt x="1687" y="2682"/>
                </a:lnTo>
                <a:lnTo>
                  <a:pt x="1687" y="2683"/>
                </a:lnTo>
                <a:lnTo>
                  <a:pt x="1687" y="2684"/>
                </a:lnTo>
                <a:lnTo>
                  <a:pt x="1686" y="2684"/>
                </a:lnTo>
                <a:lnTo>
                  <a:pt x="1685" y="2685"/>
                </a:lnTo>
                <a:lnTo>
                  <a:pt x="1685" y="2686"/>
                </a:lnTo>
                <a:lnTo>
                  <a:pt x="1684" y="2687"/>
                </a:lnTo>
                <a:lnTo>
                  <a:pt x="1683" y="2687"/>
                </a:lnTo>
                <a:lnTo>
                  <a:pt x="1682" y="2688"/>
                </a:lnTo>
                <a:lnTo>
                  <a:pt x="1682" y="2690"/>
                </a:lnTo>
                <a:lnTo>
                  <a:pt x="1681" y="2691"/>
                </a:lnTo>
                <a:lnTo>
                  <a:pt x="1681" y="2692"/>
                </a:lnTo>
                <a:lnTo>
                  <a:pt x="1682" y="2692"/>
                </a:lnTo>
                <a:lnTo>
                  <a:pt x="1681" y="2692"/>
                </a:lnTo>
                <a:lnTo>
                  <a:pt x="1680" y="2693"/>
                </a:lnTo>
                <a:lnTo>
                  <a:pt x="1680" y="2694"/>
                </a:lnTo>
                <a:lnTo>
                  <a:pt x="1679" y="2694"/>
                </a:lnTo>
                <a:lnTo>
                  <a:pt x="1679" y="2695"/>
                </a:lnTo>
                <a:lnTo>
                  <a:pt x="1678" y="2695"/>
                </a:lnTo>
                <a:lnTo>
                  <a:pt x="1678" y="2696"/>
                </a:lnTo>
                <a:lnTo>
                  <a:pt x="1678" y="2697"/>
                </a:lnTo>
                <a:lnTo>
                  <a:pt x="1677" y="2697"/>
                </a:lnTo>
                <a:lnTo>
                  <a:pt x="1677" y="2696"/>
                </a:lnTo>
                <a:lnTo>
                  <a:pt x="1676" y="2697"/>
                </a:lnTo>
                <a:lnTo>
                  <a:pt x="1675" y="2697"/>
                </a:lnTo>
                <a:lnTo>
                  <a:pt x="1675" y="2698"/>
                </a:lnTo>
                <a:lnTo>
                  <a:pt x="1674" y="2698"/>
                </a:lnTo>
                <a:lnTo>
                  <a:pt x="1673" y="2697"/>
                </a:lnTo>
                <a:lnTo>
                  <a:pt x="1672" y="2697"/>
                </a:lnTo>
                <a:lnTo>
                  <a:pt x="1671" y="2698"/>
                </a:lnTo>
                <a:lnTo>
                  <a:pt x="1670" y="2698"/>
                </a:lnTo>
                <a:lnTo>
                  <a:pt x="1670" y="2697"/>
                </a:lnTo>
                <a:lnTo>
                  <a:pt x="1669" y="2697"/>
                </a:lnTo>
                <a:lnTo>
                  <a:pt x="1669" y="2696"/>
                </a:lnTo>
                <a:lnTo>
                  <a:pt x="1668" y="2696"/>
                </a:lnTo>
                <a:lnTo>
                  <a:pt x="1668" y="2695"/>
                </a:lnTo>
                <a:lnTo>
                  <a:pt x="1667" y="2694"/>
                </a:lnTo>
                <a:lnTo>
                  <a:pt x="1666" y="2693"/>
                </a:lnTo>
                <a:lnTo>
                  <a:pt x="1665" y="2692"/>
                </a:lnTo>
                <a:lnTo>
                  <a:pt x="1664" y="2692"/>
                </a:lnTo>
                <a:lnTo>
                  <a:pt x="1664" y="2691"/>
                </a:lnTo>
                <a:lnTo>
                  <a:pt x="1664" y="2690"/>
                </a:lnTo>
                <a:lnTo>
                  <a:pt x="1664" y="2689"/>
                </a:lnTo>
                <a:lnTo>
                  <a:pt x="1664" y="2688"/>
                </a:lnTo>
                <a:lnTo>
                  <a:pt x="1662" y="2687"/>
                </a:lnTo>
                <a:lnTo>
                  <a:pt x="1661" y="2687"/>
                </a:lnTo>
                <a:lnTo>
                  <a:pt x="1660" y="2686"/>
                </a:lnTo>
                <a:lnTo>
                  <a:pt x="1658" y="2686"/>
                </a:lnTo>
                <a:lnTo>
                  <a:pt x="1656" y="2686"/>
                </a:lnTo>
                <a:lnTo>
                  <a:pt x="1655" y="2685"/>
                </a:lnTo>
                <a:lnTo>
                  <a:pt x="1654" y="2684"/>
                </a:lnTo>
                <a:lnTo>
                  <a:pt x="1651" y="2684"/>
                </a:lnTo>
                <a:lnTo>
                  <a:pt x="1651" y="2683"/>
                </a:lnTo>
                <a:lnTo>
                  <a:pt x="1650" y="2683"/>
                </a:lnTo>
                <a:lnTo>
                  <a:pt x="1649" y="2683"/>
                </a:lnTo>
                <a:lnTo>
                  <a:pt x="1647" y="2682"/>
                </a:lnTo>
                <a:lnTo>
                  <a:pt x="1646" y="2681"/>
                </a:lnTo>
                <a:lnTo>
                  <a:pt x="1645" y="2681"/>
                </a:lnTo>
                <a:lnTo>
                  <a:pt x="1645" y="2680"/>
                </a:lnTo>
                <a:lnTo>
                  <a:pt x="1644" y="2680"/>
                </a:lnTo>
                <a:lnTo>
                  <a:pt x="1643" y="2679"/>
                </a:lnTo>
                <a:lnTo>
                  <a:pt x="1642" y="2679"/>
                </a:lnTo>
                <a:lnTo>
                  <a:pt x="1641" y="2679"/>
                </a:lnTo>
                <a:lnTo>
                  <a:pt x="1641" y="2678"/>
                </a:lnTo>
                <a:lnTo>
                  <a:pt x="1641" y="2674"/>
                </a:lnTo>
                <a:lnTo>
                  <a:pt x="1641" y="2673"/>
                </a:lnTo>
                <a:lnTo>
                  <a:pt x="1640" y="2671"/>
                </a:lnTo>
                <a:lnTo>
                  <a:pt x="1640" y="2670"/>
                </a:lnTo>
                <a:lnTo>
                  <a:pt x="1639" y="2668"/>
                </a:lnTo>
                <a:lnTo>
                  <a:pt x="1638" y="2667"/>
                </a:lnTo>
                <a:lnTo>
                  <a:pt x="1636" y="2665"/>
                </a:lnTo>
                <a:lnTo>
                  <a:pt x="1635" y="2664"/>
                </a:lnTo>
                <a:lnTo>
                  <a:pt x="1634" y="2664"/>
                </a:lnTo>
                <a:lnTo>
                  <a:pt x="1633" y="2663"/>
                </a:lnTo>
                <a:lnTo>
                  <a:pt x="1632" y="2663"/>
                </a:lnTo>
                <a:lnTo>
                  <a:pt x="1631" y="2662"/>
                </a:lnTo>
                <a:lnTo>
                  <a:pt x="1630" y="2661"/>
                </a:lnTo>
                <a:lnTo>
                  <a:pt x="1630" y="2660"/>
                </a:lnTo>
                <a:lnTo>
                  <a:pt x="1630" y="2659"/>
                </a:lnTo>
                <a:lnTo>
                  <a:pt x="1631" y="2659"/>
                </a:lnTo>
                <a:lnTo>
                  <a:pt x="1630" y="2659"/>
                </a:lnTo>
                <a:lnTo>
                  <a:pt x="1628" y="2658"/>
                </a:lnTo>
                <a:lnTo>
                  <a:pt x="1627" y="2658"/>
                </a:lnTo>
                <a:lnTo>
                  <a:pt x="1626" y="2659"/>
                </a:lnTo>
                <a:lnTo>
                  <a:pt x="1625" y="2659"/>
                </a:lnTo>
                <a:lnTo>
                  <a:pt x="1623" y="2659"/>
                </a:lnTo>
                <a:lnTo>
                  <a:pt x="1621" y="2659"/>
                </a:lnTo>
                <a:lnTo>
                  <a:pt x="1620" y="2658"/>
                </a:lnTo>
                <a:lnTo>
                  <a:pt x="1620" y="2659"/>
                </a:lnTo>
                <a:lnTo>
                  <a:pt x="1620" y="2660"/>
                </a:lnTo>
                <a:lnTo>
                  <a:pt x="1619" y="2661"/>
                </a:lnTo>
                <a:lnTo>
                  <a:pt x="1618" y="2661"/>
                </a:lnTo>
                <a:lnTo>
                  <a:pt x="1617" y="2661"/>
                </a:lnTo>
                <a:lnTo>
                  <a:pt x="1616" y="2662"/>
                </a:lnTo>
                <a:lnTo>
                  <a:pt x="1615" y="2662"/>
                </a:lnTo>
                <a:lnTo>
                  <a:pt x="1611" y="2662"/>
                </a:lnTo>
                <a:lnTo>
                  <a:pt x="1610" y="2662"/>
                </a:lnTo>
                <a:lnTo>
                  <a:pt x="1610" y="2663"/>
                </a:lnTo>
                <a:lnTo>
                  <a:pt x="1609" y="2663"/>
                </a:lnTo>
                <a:lnTo>
                  <a:pt x="1607" y="2663"/>
                </a:lnTo>
                <a:lnTo>
                  <a:pt x="1605" y="2663"/>
                </a:lnTo>
                <a:lnTo>
                  <a:pt x="1604" y="2662"/>
                </a:lnTo>
                <a:lnTo>
                  <a:pt x="1603" y="2662"/>
                </a:lnTo>
                <a:lnTo>
                  <a:pt x="1602" y="2662"/>
                </a:lnTo>
                <a:lnTo>
                  <a:pt x="1601" y="2662"/>
                </a:lnTo>
                <a:lnTo>
                  <a:pt x="1599" y="2661"/>
                </a:lnTo>
                <a:lnTo>
                  <a:pt x="1598" y="2661"/>
                </a:lnTo>
                <a:lnTo>
                  <a:pt x="1597" y="2661"/>
                </a:lnTo>
                <a:lnTo>
                  <a:pt x="1596" y="2660"/>
                </a:lnTo>
                <a:lnTo>
                  <a:pt x="1595" y="2659"/>
                </a:lnTo>
                <a:lnTo>
                  <a:pt x="1594" y="2659"/>
                </a:lnTo>
                <a:lnTo>
                  <a:pt x="1594" y="2660"/>
                </a:lnTo>
                <a:lnTo>
                  <a:pt x="1594" y="2659"/>
                </a:lnTo>
                <a:lnTo>
                  <a:pt x="1593" y="2659"/>
                </a:lnTo>
                <a:lnTo>
                  <a:pt x="1592" y="2658"/>
                </a:lnTo>
                <a:lnTo>
                  <a:pt x="1590" y="2658"/>
                </a:lnTo>
                <a:lnTo>
                  <a:pt x="1589" y="2658"/>
                </a:lnTo>
                <a:lnTo>
                  <a:pt x="1588" y="2659"/>
                </a:lnTo>
                <a:lnTo>
                  <a:pt x="1587" y="2659"/>
                </a:lnTo>
                <a:lnTo>
                  <a:pt x="1585" y="2659"/>
                </a:lnTo>
                <a:lnTo>
                  <a:pt x="1583" y="2659"/>
                </a:lnTo>
                <a:lnTo>
                  <a:pt x="1580" y="2662"/>
                </a:lnTo>
                <a:lnTo>
                  <a:pt x="1579" y="2663"/>
                </a:lnTo>
                <a:lnTo>
                  <a:pt x="1578" y="2664"/>
                </a:lnTo>
                <a:lnTo>
                  <a:pt x="1577" y="2664"/>
                </a:lnTo>
                <a:lnTo>
                  <a:pt x="1577" y="2665"/>
                </a:lnTo>
                <a:lnTo>
                  <a:pt x="1575" y="2665"/>
                </a:lnTo>
                <a:lnTo>
                  <a:pt x="1574" y="2665"/>
                </a:lnTo>
                <a:lnTo>
                  <a:pt x="1573" y="2665"/>
                </a:lnTo>
                <a:lnTo>
                  <a:pt x="1571" y="2666"/>
                </a:lnTo>
                <a:lnTo>
                  <a:pt x="1569" y="2666"/>
                </a:lnTo>
                <a:lnTo>
                  <a:pt x="1568" y="2666"/>
                </a:lnTo>
                <a:lnTo>
                  <a:pt x="1567" y="2667"/>
                </a:lnTo>
                <a:lnTo>
                  <a:pt x="1564" y="2667"/>
                </a:lnTo>
                <a:lnTo>
                  <a:pt x="1561" y="2667"/>
                </a:lnTo>
                <a:lnTo>
                  <a:pt x="1558" y="2668"/>
                </a:lnTo>
                <a:lnTo>
                  <a:pt x="1558" y="2669"/>
                </a:lnTo>
                <a:lnTo>
                  <a:pt x="1557" y="2669"/>
                </a:lnTo>
                <a:lnTo>
                  <a:pt x="1556" y="2669"/>
                </a:lnTo>
                <a:lnTo>
                  <a:pt x="1555" y="2669"/>
                </a:lnTo>
                <a:lnTo>
                  <a:pt x="1554" y="2669"/>
                </a:lnTo>
                <a:lnTo>
                  <a:pt x="1554" y="2670"/>
                </a:lnTo>
                <a:lnTo>
                  <a:pt x="1553" y="2670"/>
                </a:lnTo>
                <a:lnTo>
                  <a:pt x="1553" y="2671"/>
                </a:lnTo>
                <a:lnTo>
                  <a:pt x="1550" y="2671"/>
                </a:lnTo>
                <a:lnTo>
                  <a:pt x="1550" y="2672"/>
                </a:lnTo>
                <a:lnTo>
                  <a:pt x="1549" y="2672"/>
                </a:lnTo>
                <a:lnTo>
                  <a:pt x="1548" y="2672"/>
                </a:lnTo>
                <a:lnTo>
                  <a:pt x="1548" y="2671"/>
                </a:lnTo>
                <a:lnTo>
                  <a:pt x="1547" y="2671"/>
                </a:lnTo>
                <a:lnTo>
                  <a:pt x="1545" y="2672"/>
                </a:lnTo>
                <a:lnTo>
                  <a:pt x="1545" y="2673"/>
                </a:lnTo>
                <a:lnTo>
                  <a:pt x="1544" y="2673"/>
                </a:lnTo>
                <a:lnTo>
                  <a:pt x="1543" y="2673"/>
                </a:lnTo>
                <a:lnTo>
                  <a:pt x="1542" y="2673"/>
                </a:lnTo>
                <a:lnTo>
                  <a:pt x="1541" y="2674"/>
                </a:lnTo>
                <a:lnTo>
                  <a:pt x="1540" y="2675"/>
                </a:lnTo>
                <a:lnTo>
                  <a:pt x="1538" y="2675"/>
                </a:lnTo>
                <a:lnTo>
                  <a:pt x="1537" y="2675"/>
                </a:lnTo>
                <a:lnTo>
                  <a:pt x="1536" y="2675"/>
                </a:lnTo>
                <a:lnTo>
                  <a:pt x="1536" y="2676"/>
                </a:lnTo>
                <a:lnTo>
                  <a:pt x="1535" y="2676"/>
                </a:lnTo>
                <a:lnTo>
                  <a:pt x="1534" y="2676"/>
                </a:lnTo>
                <a:lnTo>
                  <a:pt x="1533" y="2676"/>
                </a:lnTo>
                <a:lnTo>
                  <a:pt x="1532" y="2675"/>
                </a:lnTo>
                <a:lnTo>
                  <a:pt x="1531" y="2675"/>
                </a:lnTo>
                <a:lnTo>
                  <a:pt x="1531" y="2674"/>
                </a:lnTo>
                <a:lnTo>
                  <a:pt x="1530" y="2674"/>
                </a:lnTo>
                <a:lnTo>
                  <a:pt x="1529" y="2674"/>
                </a:lnTo>
                <a:lnTo>
                  <a:pt x="1528" y="2674"/>
                </a:lnTo>
                <a:lnTo>
                  <a:pt x="1526" y="2675"/>
                </a:lnTo>
                <a:lnTo>
                  <a:pt x="1525" y="2675"/>
                </a:lnTo>
                <a:lnTo>
                  <a:pt x="1523" y="2675"/>
                </a:lnTo>
                <a:lnTo>
                  <a:pt x="1522" y="2675"/>
                </a:lnTo>
                <a:lnTo>
                  <a:pt x="1520" y="2676"/>
                </a:lnTo>
                <a:lnTo>
                  <a:pt x="1519" y="2676"/>
                </a:lnTo>
                <a:lnTo>
                  <a:pt x="1518" y="2676"/>
                </a:lnTo>
                <a:lnTo>
                  <a:pt x="1516" y="2676"/>
                </a:lnTo>
                <a:lnTo>
                  <a:pt x="1515" y="2676"/>
                </a:lnTo>
                <a:lnTo>
                  <a:pt x="1514" y="2676"/>
                </a:lnTo>
                <a:lnTo>
                  <a:pt x="1514" y="2677"/>
                </a:lnTo>
                <a:lnTo>
                  <a:pt x="1513" y="2677"/>
                </a:lnTo>
                <a:lnTo>
                  <a:pt x="1511" y="2676"/>
                </a:lnTo>
                <a:lnTo>
                  <a:pt x="1510" y="2676"/>
                </a:lnTo>
                <a:lnTo>
                  <a:pt x="1509" y="2676"/>
                </a:lnTo>
                <a:lnTo>
                  <a:pt x="1508" y="2676"/>
                </a:lnTo>
                <a:lnTo>
                  <a:pt x="1507" y="2676"/>
                </a:lnTo>
                <a:lnTo>
                  <a:pt x="1506" y="2676"/>
                </a:lnTo>
                <a:lnTo>
                  <a:pt x="1506" y="2677"/>
                </a:lnTo>
                <a:lnTo>
                  <a:pt x="1505" y="2677"/>
                </a:lnTo>
                <a:lnTo>
                  <a:pt x="1504" y="2677"/>
                </a:lnTo>
                <a:lnTo>
                  <a:pt x="1503" y="2677"/>
                </a:lnTo>
                <a:lnTo>
                  <a:pt x="1502" y="2678"/>
                </a:lnTo>
                <a:lnTo>
                  <a:pt x="1500" y="2678"/>
                </a:lnTo>
                <a:lnTo>
                  <a:pt x="1500" y="2679"/>
                </a:lnTo>
                <a:lnTo>
                  <a:pt x="1498" y="2679"/>
                </a:lnTo>
                <a:lnTo>
                  <a:pt x="1497" y="2678"/>
                </a:lnTo>
                <a:lnTo>
                  <a:pt x="1496" y="2678"/>
                </a:lnTo>
                <a:lnTo>
                  <a:pt x="1495" y="2678"/>
                </a:lnTo>
                <a:lnTo>
                  <a:pt x="1494" y="2678"/>
                </a:lnTo>
                <a:lnTo>
                  <a:pt x="1493" y="2678"/>
                </a:lnTo>
                <a:lnTo>
                  <a:pt x="1493" y="2679"/>
                </a:lnTo>
                <a:lnTo>
                  <a:pt x="1492" y="2679"/>
                </a:lnTo>
                <a:lnTo>
                  <a:pt x="1491" y="2679"/>
                </a:lnTo>
                <a:lnTo>
                  <a:pt x="1490" y="2679"/>
                </a:lnTo>
                <a:lnTo>
                  <a:pt x="1489" y="2679"/>
                </a:lnTo>
                <a:lnTo>
                  <a:pt x="1488" y="2679"/>
                </a:lnTo>
                <a:lnTo>
                  <a:pt x="1487" y="2679"/>
                </a:lnTo>
                <a:lnTo>
                  <a:pt x="1486" y="2680"/>
                </a:lnTo>
                <a:lnTo>
                  <a:pt x="1486" y="2682"/>
                </a:lnTo>
                <a:lnTo>
                  <a:pt x="1486" y="2683"/>
                </a:lnTo>
                <a:lnTo>
                  <a:pt x="1487" y="2684"/>
                </a:lnTo>
                <a:lnTo>
                  <a:pt x="1488" y="2684"/>
                </a:lnTo>
                <a:lnTo>
                  <a:pt x="1488" y="2685"/>
                </a:lnTo>
                <a:lnTo>
                  <a:pt x="1489" y="2685"/>
                </a:lnTo>
                <a:lnTo>
                  <a:pt x="1490" y="2685"/>
                </a:lnTo>
                <a:lnTo>
                  <a:pt x="1490" y="2687"/>
                </a:lnTo>
                <a:lnTo>
                  <a:pt x="1489" y="2688"/>
                </a:lnTo>
                <a:lnTo>
                  <a:pt x="1488" y="2688"/>
                </a:lnTo>
                <a:lnTo>
                  <a:pt x="1487" y="2689"/>
                </a:lnTo>
                <a:lnTo>
                  <a:pt x="1487" y="2690"/>
                </a:lnTo>
                <a:lnTo>
                  <a:pt x="1487" y="2691"/>
                </a:lnTo>
                <a:lnTo>
                  <a:pt x="1485" y="2693"/>
                </a:lnTo>
                <a:lnTo>
                  <a:pt x="1484" y="2693"/>
                </a:lnTo>
                <a:lnTo>
                  <a:pt x="1484" y="2694"/>
                </a:lnTo>
                <a:lnTo>
                  <a:pt x="1484" y="2695"/>
                </a:lnTo>
                <a:lnTo>
                  <a:pt x="1482" y="2695"/>
                </a:lnTo>
                <a:lnTo>
                  <a:pt x="1480" y="2695"/>
                </a:lnTo>
                <a:lnTo>
                  <a:pt x="1479" y="2695"/>
                </a:lnTo>
                <a:lnTo>
                  <a:pt x="1479" y="2696"/>
                </a:lnTo>
                <a:lnTo>
                  <a:pt x="1478" y="2696"/>
                </a:lnTo>
                <a:lnTo>
                  <a:pt x="1476" y="2697"/>
                </a:lnTo>
                <a:lnTo>
                  <a:pt x="1475" y="2697"/>
                </a:lnTo>
                <a:lnTo>
                  <a:pt x="1475" y="2698"/>
                </a:lnTo>
                <a:lnTo>
                  <a:pt x="1474" y="2698"/>
                </a:lnTo>
                <a:lnTo>
                  <a:pt x="1473" y="2699"/>
                </a:lnTo>
                <a:lnTo>
                  <a:pt x="1472" y="2699"/>
                </a:lnTo>
                <a:lnTo>
                  <a:pt x="1471" y="2699"/>
                </a:lnTo>
                <a:lnTo>
                  <a:pt x="1469" y="2700"/>
                </a:lnTo>
                <a:lnTo>
                  <a:pt x="1468" y="2700"/>
                </a:lnTo>
                <a:lnTo>
                  <a:pt x="1467" y="2700"/>
                </a:lnTo>
                <a:lnTo>
                  <a:pt x="1465" y="2701"/>
                </a:lnTo>
                <a:lnTo>
                  <a:pt x="1465" y="2702"/>
                </a:lnTo>
                <a:lnTo>
                  <a:pt x="1464" y="2702"/>
                </a:lnTo>
                <a:lnTo>
                  <a:pt x="1464" y="2703"/>
                </a:lnTo>
                <a:lnTo>
                  <a:pt x="1463" y="2703"/>
                </a:lnTo>
                <a:lnTo>
                  <a:pt x="1462" y="2703"/>
                </a:lnTo>
                <a:lnTo>
                  <a:pt x="1461" y="2703"/>
                </a:lnTo>
                <a:lnTo>
                  <a:pt x="1459" y="2703"/>
                </a:lnTo>
                <a:lnTo>
                  <a:pt x="1457" y="2703"/>
                </a:lnTo>
                <a:lnTo>
                  <a:pt x="1455" y="2703"/>
                </a:lnTo>
                <a:lnTo>
                  <a:pt x="1453" y="2703"/>
                </a:lnTo>
                <a:lnTo>
                  <a:pt x="1452" y="2703"/>
                </a:lnTo>
                <a:lnTo>
                  <a:pt x="1450" y="2703"/>
                </a:lnTo>
                <a:lnTo>
                  <a:pt x="1449" y="2703"/>
                </a:lnTo>
                <a:lnTo>
                  <a:pt x="1448" y="2703"/>
                </a:lnTo>
                <a:lnTo>
                  <a:pt x="1448" y="2704"/>
                </a:lnTo>
                <a:lnTo>
                  <a:pt x="1447" y="2704"/>
                </a:lnTo>
                <a:lnTo>
                  <a:pt x="1446" y="2704"/>
                </a:lnTo>
                <a:lnTo>
                  <a:pt x="1446" y="2703"/>
                </a:lnTo>
                <a:lnTo>
                  <a:pt x="1445" y="2704"/>
                </a:lnTo>
                <a:lnTo>
                  <a:pt x="1444" y="2705"/>
                </a:lnTo>
                <a:lnTo>
                  <a:pt x="1443" y="2705"/>
                </a:lnTo>
                <a:lnTo>
                  <a:pt x="1442" y="2705"/>
                </a:lnTo>
                <a:lnTo>
                  <a:pt x="1441" y="2705"/>
                </a:lnTo>
                <a:lnTo>
                  <a:pt x="1440" y="2705"/>
                </a:lnTo>
                <a:lnTo>
                  <a:pt x="1440" y="2706"/>
                </a:lnTo>
                <a:lnTo>
                  <a:pt x="1438" y="2706"/>
                </a:lnTo>
                <a:lnTo>
                  <a:pt x="1437" y="2707"/>
                </a:lnTo>
                <a:lnTo>
                  <a:pt x="1436" y="2708"/>
                </a:lnTo>
                <a:lnTo>
                  <a:pt x="1436" y="2709"/>
                </a:lnTo>
                <a:lnTo>
                  <a:pt x="1435" y="2709"/>
                </a:lnTo>
                <a:lnTo>
                  <a:pt x="1434" y="2709"/>
                </a:lnTo>
                <a:lnTo>
                  <a:pt x="1432" y="2708"/>
                </a:lnTo>
                <a:lnTo>
                  <a:pt x="1431" y="2705"/>
                </a:lnTo>
                <a:lnTo>
                  <a:pt x="1430" y="2704"/>
                </a:lnTo>
                <a:lnTo>
                  <a:pt x="1429" y="2704"/>
                </a:lnTo>
                <a:lnTo>
                  <a:pt x="1428" y="2704"/>
                </a:lnTo>
                <a:lnTo>
                  <a:pt x="1427" y="2704"/>
                </a:lnTo>
                <a:lnTo>
                  <a:pt x="1426" y="2704"/>
                </a:lnTo>
                <a:lnTo>
                  <a:pt x="1424" y="2705"/>
                </a:lnTo>
                <a:lnTo>
                  <a:pt x="1423" y="2706"/>
                </a:lnTo>
                <a:lnTo>
                  <a:pt x="1422" y="2706"/>
                </a:lnTo>
                <a:lnTo>
                  <a:pt x="1422" y="2705"/>
                </a:lnTo>
                <a:lnTo>
                  <a:pt x="1422" y="2704"/>
                </a:lnTo>
                <a:lnTo>
                  <a:pt x="1422" y="2702"/>
                </a:lnTo>
                <a:lnTo>
                  <a:pt x="1422" y="2701"/>
                </a:lnTo>
                <a:lnTo>
                  <a:pt x="1421" y="2700"/>
                </a:lnTo>
                <a:lnTo>
                  <a:pt x="1421" y="2699"/>
                </a:lnTo>
                <a:lnTo>
                  <a:pt x="1421" y="2698"/>
                </a:lnTo>
                <a:lnTo>
                  <a:pt x="1421" y="2697"/>
                </a:lnTo>
                <a:lnTo>
                  <a:pt x="1420" y="2697"/>
                </a:lnTo>
                <a:lnTo>
                  <a:pt x="1420" y="2696"/>
                </a:lnTo>
                <a:lnTo>
                  <a:pt x="1419" y="2695"/>
                </a:lnTo>
                <a:lnTo>
                  <a:pt x="1419" y="2694"/>
                </a:lnTo>
                <a:lnTo>
                  <a:pt x="1418" y="2694"/>
                </a:lnTo>
                <a:lnTo>
                  <a:pt x="1417" y="2693"/>
                </a:lnTo>
                <a:lnTo>
                  <a:pt x="1416" y="2693"/>
                </a:lnTo>
                <a:lnTo>
                  <a:pt x="1416" y="2694"/>
                </a:lnTo>
                <a:lnTo>
                  <a:pt x="1415" y="2694"/>
                </a:lnTo>
                <a:lnTo>
                  <a:pt x="1414" y="2694"/>
                </a:lnTo>
                <a:lnTo>
                  <a:pt x="1414" y="2693"/>
                </a:lnTo>
                <a:lnTo>
                  <a:pt x="1413" y="2693"/>
                </a:lnTo>
                <a:lnTo>
                  <a:pt x="1412" y="2692"/>
                </a:lnTo>
                <a:lnTo>
                  <a:pt x="1411" y="2692"/>
                </a:lnTo>
                <a:lnTo>
                  <a:pt x="1411" y="2691"/>
                </a:lnTo>
                <a:lnTo>
                  <a:pt x="1410" y="2690"/>
                </a:lnTo>
                <a:lnTo>
                  <a:pt x="1409" y="2691"/>
                </a:lnTo>
                <a:lnTo>
                  <a:pt x="1404" y="2691"/>
                </a:lnTo>
                <a:lnTo>
                  <a:pt x="1400" y="2691"/>
                </a:lnTo>
                <a:lnTo>
                  <a:pt x="1399" y="2691"/>
                </a:lnTo>
                <a:lnTo>
                  <a:pt x="1398" y="2691"/>
                </a:lnTo>
                <a:lnTo>
                  <a:pt x="1397" y="2691"/>
                </a:lnTo>
                <a:lnTo>
                  <a:pt x="1397" y="2690"/>
                </a:lnTo>
                <a:lnTo>
                  <a:pt x="1396" y="2690"/>
                </a:lnTo>
                <a:lnTo>
                  <a:pt x="1395" y="2690"/>
                </a:lnTo>
                <a:lnTo>
                  <a:pt x="1393" y="2691"/>
                </a:lnTo>
                <a:lnTo>
                  <a:pt x="1391" y="2693"/>
                </a:lnTo>
                <a:lnTo>
                  <a:pt x="1390" y="2693"/>
                </a:lnTo>
                <a:lnTo>
                  <a:pt x="1390" y="2694"/>
                </a:lnTo>
                <a:lnTo>
                  <a:pt x="1390" y="2695"/>
                </a:lnTo>
                <a:lnTo>
                  <a:pt x="1388" y="2697"/>
                </a:lnTo>
                <a:lnTo>
                  <a:pt x="1387" y="2698"/>
                </a:lnTo>
                <a:lnTo>
                  <a:pt x="1384" y="2698"/>
                </a:lnTo>
                <a:lnTo>
                  <a:pt x="1382" y="2697"/>
                </a:lnTo>
                <a:lnTo>
                  <a:pt x="1381" y="2697"/>
                </a:lnTo>
                <a:lnTo>
                  <a:pt x="1380" y="2697"/>
                </a:lnTo>
                <a:lnTo>
                  <a:pt x="1379" y="2697"/>
                </a:lnTo>
                <a:lnTo>
                  <a:pt x="1378" y="2697"/>
                </a:lnTo>
                <a:lnTo>
                  <a:pt x="1377" y="2697"/>
                </a:lnTo>
                <a:lnTo>
                  <a:pt x="1375" y="2697"/>
                </a:lnTo>
                <a:lnTo>
                  <a:pt x="1374" y="2697"/>
                </a:lnTo>
                <a:lnTo>
                  <a:pt x="1373" y="2697"/>
                </a:lnTo>
                <a:lnTo>
                  <a:pt x="1373" y="2696"/>
                </a:lnTo>
                <a:lnTo>
                  <a:pt x="1373" y="2695"/>
                </a:lnTo>
                <a:lnTo>
                  <a:pt x="1373" y="2694"/>
                </a:lnTo>
                <a:lnTo>
                  <a:pt x="1372" y="2694"/>
                </a:lnTo>
                <a:lnTo>
                  <a:pt x="1371" y="2694"/>
                </a:lnTo>
                <a:lnTo>
                  <a:pt x="1370" y="2694"/>
                </a:lnTo>
                <a:lnTo>
                  <a:pt x="1369" y="2694"/>
                </a:lnTo>
                <a:lnTo>
                  <a:pt x="1367" y="2693"/>
                </a:lnTo>
                <a:lnTo>
                  <a:pt x="1365" y="2693"/>
                </a:lnTo>
                <a:lnTo>
                  <a:pt x="1365" y="2692"/>
                </a:lnTo>
                <a:lnTo>
                  <a:pt x="1364" y="2692"/>
                </a:lnTo>
                <a:lnTo>
                  <a:pt x="1363" y="2692"/>
                </a:lnTo>
                <a:lnTo>
                  <a:pt x="1358" y="2691"/>
                </a:lnTo>
                <a:lnTo>
                  <a:pt x="1356" y="2691"/>
                </a:lnTo>
                <a:lnTo>
                  <a:pt x="1353" y="2692"/>
                </a:lnTo>
                <a:lnTo>
                  <a:pt x="1349" y="2694"/>
                </a:lnTo>
                <a:lnTo>
                  <a:pt x="1348" y="2694"/>
                </a:lnTo>
                <a:lnTo>
                  <a:pt x="1347" y="2694"/>
                </a:lnTo>
                <a:lnTo>
                  <a:pt x="1344" y="2694"/>
                </a:lnTo>
                <a:lnTo>
                  <a:pt x="1343" y="2694"/>
                </a:lnTo>
                <a:lnTo>
                  <a:pt x="1343" y="2693"/>
                </a:lnTo>
                <a:lnTo>
                  <a:pt x="1343" y="2692"/>
                </a:lnTo>
                <a:lnTo>
                  <a:pt x="1344" y="2692"/>
                </a:lnTo>
                <a:lnTo>
                  <a:pt x="1343" y="2692"/>
                </a:lnTo>
                <a:lnTo>
                  <a:pt x="1339" y="2690"/>
                </a:lnTo>
                <a:lnTo>
                  <a:pt x="1335" y="2690"/>
                </a:lnTo>
                <a:lnTo>
                  <a:pt x="1333" y="2690"/>
                </a:lnTo>
                <a:lnTo>
                  <a:pt x="1332" y="2690"/>
                </a:lnTo>
                <a:lnTo>
                  <a:pt x="1331" y="2690"/>
                </a:lnTo>
                <a:lnTo>
                  <a:pt x="1331" y="2689"/>
                </a:lnTo>
                <a:lnTo>
                  <a:pt x="1331" y="2688"/>
                </a:lnTo>
                <a:lnTo>
                  <a:pt x="1332" y="2688"/>
                </a:lnTo>
                <a:lnTo>
                  <a:pt x="1333" y="2687"/>
                </a:lnTo>
                <a:lnTo>
                  <a:pt x="1333" y="2686"/>
                </a:lnTo>
                <a:lnTo>
                  <a:pt x="1331" y="2685"/>
                </a:lnTo>
                <a:lnTo>
                  <a:pt x="1330" y="2685"/>
                </a:lnTo>
                <a:lnTo>
                  <a:pt x="1328" y="2685"/>
                </a:lnTo>
                <a:lnTo>
                  <a:pt x="1327" y="2685"/>
                </a:lnTo>
                <a:lnTo>
                  <a:pt x="1326" y="2685"/>
                </a:lnTo>
                <a:lnTo>
                  <a:pt x="1325" y="2685"/>
                </a:lnTo>
                <a:lnTo>
                  <a:pt x="1324" y="2684"/>
                </a:lnTo>
                <a:lnTo>
                  <a:pt x="1324" y="2683"/>
                </a:lnTo>
                <a:lnTo>
                  <a:pt x="1324" y="2682"/>
                </a:lnTo>
                <a:lnTo>
                  <a:pt x="1323" y="2682"/>
                </a:lnTo>
                <a:lnTo>
                  <a:pt x="1321" y="2682"/>
                </a:lnTo>
                <a:lnTo>
                  <a:pt x="1321" y="2681"/>
                </a:lnTo>
                <a:lnTo>
                  <a:pt x="1320" y="2681"/>
                </a:lnTo>
                <a:lnTo>
                  <a:pt x="1320" y="2680"/>
                </a:lnTo>
                <a:lnTo>
                  <a:pt x="1320" y="2679"/>
                </a:lnTo>
                <a:lnTo>
                  <a:pt x="1319" y="2679"/>
                </a:lnTo>
                <a:lnTo>
                  <a:pt x="1318" y="2679"/>
                </a:lnTo>
                <a:lnTo>
                  <a:pt x="1318" y="2678"/>
                </a:lnTo>
                <a:lnTo>
                  <a:pt x="1317" y="2678"/>
                </a:lnTo>
                <a:lnTo>
                  <a:pt x="1317" y="2679"/>
                </a:lnTo>
                <a:lnTo>
                  <a:pt x="1316" y="2679"/>
                </a:lnTo>
                <a:lnTo>
                  <a:pt x="1315" y="2678"/>
                </a:lnTo>
                <a:lnTo>
                  <a:pt x="1314" y="2678"/>
                </a:lnTo>
                <a:lnTo>
                  <a:pt x="1310" y="2678"/>
                </a:lnTo>
                <a:lnTo>
                  <a:pt x="1308" y="2678"/>
                </a:lnTo>
                <a:lnTo>
                  <a:pt x="1307" y="2678"/>
                </a:lnTo>
                <a:lnTo>
                  <a:pt x="1305" y="2677"/>
                </a:lnTo>
                <a:lnTo>
                  <a:pt x="1305" y="2676"/>
                </a:lnTo>
                <a:lnTo>
                  <a:pt x="1305" y="2675"/>
                </a:lnTo>
                <a:lnTo>
                  <a:pt x="1306" y="2674"/>
                </a:lnTo>
                <a:lnTo>
                  <a:pt x="1306" y="2673"/>
                </a:lnTo>
                <a:lnTo>
                  <a:pt x="1304" y="2672"/>
                </a:lnTo>
                <a:lnTo>
                  <a:pt x="1303" y="2672"/>
                </a:lnTo>
                <a:lnTo>
                  <a:pt x="1301" y="2672"/>
                </a:lnTo>
                <a:lnTo>
                  <a:pt x="1300" y="2672"/>
                </a:lnTo>
                <a:lnTo>
                  <a:pt x="1299" y="2672"/>
                </a:lnTo>
                <a:lnTo>
                  <a:pt x="1296" y="2671"/>
                </a:lnTo>
                <a:lnTo>
                  <a:pt x="1295" y="2670"/>
                </a:lnTo>
                <a:lnTo>
                  <a:pt x="1294" y="2670"/>
                </a:lnTo>
                <a:lnTo>
                  <a:pt x="1294" y="2669"/>
                </a:lnTo>
                <a:lnTo>
                  <a:pt x="1293" y="2668"/>
                </a:lnTo>
                <a:lnTo>
                  <a:pt x="1292" y="2668"/>
                </a:lnTo>
                <a:lnTo>
                  <a:pt x="1292" y="2667"/>
                </a:lnTo>
                <a:lnTo>
                  <a:pt x="1291" y="2667"/>
                </a:lnTo>
                <a:lnTo>
                  <a:pt x="1290" y="2667"/>
                </a:lnTo>
                <a:lnTo>
                  <a:pt x="1290" y="2666"/>
                </a:lnTo>
                <a:lnTo>
                  <a:pt x="1289" y="2664"/>
                </a:lnTo>
                <a:lnTo>
                  <a:pt x="1288" y="2663"/>
                </a:lnTo>
                <a:lnTo>
                  <a:pt x="1287" y="2664"/>
                </a:lnTo>
                <a:lnTo>
                  <a:pt x="1286" y="2665"/>
                </a:lnTo>
                <a:lnTo>
                  <a:pt x="1285" y="2666"/>
                </a:lnTo>
                <a:lnTo>
                  <a:pt x="1282" y="2667"/>
                </a:lnTo>
                <a:lnTo>
                  <a:pt x="1281" y="2667"/>
                </a:lnTo>
                <a:lnTo>
                  <a:pt x="1280" y="2667"/>
                </a:lnTo>
                <a:lnTo>
                  <a:pt x="1276" y="2668"/>
                </a:lnTo>
                <a:lnTo>
                  <a:pt x="1275" y="2667"/>
                </a:lnTo>
                <a:lnTo>
                  <a:pt x="1273" y="2666"/>
                </a:lnTo>
                <a:lnTo>
                  <a:pt x="1272" y="2665"/>
                </a:lnTo>
                <a:lnTo>
                  <a:pt x="1271" y="2665"/>
                </a:lnTo>
                <a:lnTo>
                  <a:pt x="1269" y="2664"/>
                </a:lnTo>
                <a:lnTo>
                  <a:pt x="1267" y="2664"/>
                </a:lnTo>
                <a:lnTo>
                  <a:pt x="1265" y="2662"/>
                </a:lnTo>
                <a:lnTo>
                  <a:pt x="1265" y="2661"/>
                </a:lnTo>
                <a:lnTo>
                  <a:pt x="1265" y="2659"/>
                </a:lnTo>
                <a:lnTo>
                  <a:pt x="1265" y="2658"/>
                </a:lnTo>
                <a:lnTo>
                  <a:pt x="1264" y="2658"/>
                </a:lnTo>
                <a:lnTo>
                  <a:pt x="1264" y="2657"/>
                </a:lnTo>
                <a:lnTo>
                  <a:pt x="1263" y="2657"/>
                </a:lnTo>
                <a:lnTo>
                  <a:pt x="1263" y="2656"/>
                </a:lnTo>
                <a:lnTo>
                  <a:pt x="1262" y="2656"/>
                </a:lnTo>
                <a:lnTo>
                  <a:pt x="1262" y="2655"/>
                </a:lnTo>
                <a:lnTo>
                  <a:pt x="1263" y="2655"/>
                </a:lnTo>
                <a:lnTo>
                  <a:pt x="1263" y="2652"/>
                </a:lnTo>
                <a:lnTo>
                  <a:pt x="1262" y="2650"/>
                </a:lnTo>
                <a:lnTo>
                  <a:pt x="1260" y="2646"/>
                </a:lnTo>
                <a:lnTo>
                  <a:pt x="1257" y="2644"/>
                </a:lnTo>
                <a:lnTo>
                  <a:pt x="1255" y="2644"/>
                </a:lnTo>
                <a:lnTo>
                  <a:pt x="1254" y="2644"/>
                </a:lnTo>
                <a:lnTo>
                  <a:pt x="1253" y="2644"/>
                </a:lnTo>
                <a:lnTo>
                  <a:pt x="1253" y="2643"/>
                </a:lnTo>
                <a:lnTo>
                  <a:pt x="1252" y="2641"/>
                </a:lnTo>
                <a:lnTo>
                  <a:pt x="1253" y="2639"/>
                </a:lnTo>
                <a:lnTo>
                  <a:pt x="1252" y="2639"/>
                </a:lnTo>
                <a:lnTo>
                  <a:pt x="1250" y="2638"/>
                </a:lnTo>
                <a:lnTo>
                  <a:pt x="1251" y="2636"/>
                </a:lnTo>
                <a:lnTo>
                  <a:pt x="1252" y="2634"/>
                </a:lnTo>
                <a:lnTo>
                  <a:pt x="1252" y="2633"/>
                </a:lnTo>
                <a:lnTo>
                  <a:pt x="1251" y="2633"/>
                </a:lnTo>
                <a:lnTo>
                  <a:pt x="1250" y="2631"/>
                </a:lnTo>
                <a:lnTo>
                  <a:pt x="1250" y="2630"/>
                </a:lnTo>
                <a:lnTo>
                  <a:pt x="1251" y="2629"/>
                </a:lnTo>
                <a:lnTo>
                  <a:pt x="1252" y="2629"/>
                </a:lnTo>
                <a:lnTo>
                  <a:pt x="1252" y="2628"/>
                </a:lnTo>
                <a:lnTo>
                  <a:pt x="1253" y="2628"/>
                </a:lnTo>
                <a:lnTo>
                  <a:pt x="1253" y="2627"/>
                </a:lnTo>
                <a:lnTo>
                  <a:pt x="1253" y="2624"/>
                </a:lnTo>
                <a:lnTo>
                  <a:pt x="1253" y="2623"/>
                </a:lnTo>
                <a:lnTo>
                  <a:pt x="1254" y="2623"/>
                </a:lnTo>
                <a:lnTo>
                  <a:pt x="1254" y="2622"/>
                </a:lnTo>
                <a:lnTo>
                  <a:pt x="1255" y="2621"/>
                </a:lnTo>
                <a:lnTo>
                  <a:pt x="1254" y="2621"/>
                </a:lnTo>
                <a:lnTo>
                  <a:pt x="1254" y="2620"/>
                </a:lnTo>
                <a:lnTo>
                  <a:pt x="1254" y="2619"/>
                </a:lnTo>
                <a:lnTo>
                  <a:pt x="1255" y="2617"/>
                </a:lnTo>
                <a:lnTo>
                  <a:pt x="1255" y="2616"/>
                </a:lnTo>
                <a:lnTo>
                  <a:pt x="1254" y="2614"/>
                </a:lnTo>
                <a:lnTo>
                  <a:pt x="1253" y="2613"/>
                </a:lnTo>
                <a:lnTo>
                  <a:pt x="1252" y="2613"/>
                </a:lnTo>
                <a:lnTo>
                  <a:pt x="1252" y="2612"/>
                </a:lnTo>
                <a:lnTo>
                  <a:pt x="1252" y="2611"/>
                </a:lnTo>
                <a:lnTo>
                  <a:pt x="1252" y="2610"/>
                </a:lnTo>
                <a:lnTo>
                  <a:pt x="1253" y="2609"/>
                </a:lnTo>
                <a:lnTo>
                  <a:pt x="1253" y="2608"/>
                </a:lnTo>
                <a:lnTo>
                  <a:pt x="1253" y="2607"/>
                </a:lnTo>
                <a:lnTo>
                  <a:pt x="1254" y="2606"/>
                </a:lnTo>
                <a:lnTo>
                  <a:pt x="1255" y="2606"/>
                </a:lnTo>
                <a:lnTo>
                  <a:pt x="1255" y="2605"/>
                </a:lnTo>
                <a:lnTo>
                  <a:pt x="1256" y="2603"/>
                </a:lnTo>
                <a:lnTo>
                  <a:pt x="1255" y="2603"/>
                </a:lnTo>
                <a:lnTo>
                  <a:pt x="1253" y="2601"/>
                </a:lnTo>
                <a:lnTo>
                  <a:pt x="1252" y="2601"/>
                </a:lnTo>
                <a:lnTo>
                  <a:pt x="1245" y="2599"/>
                </a:lnTo>
                <a:lnTo>
                  <a:pt x="1243" y="2600"/>
                </a:lnTo>
                <a:lnTo>
                  <a:pt x="1242" y="2598"/>
                </a:lnTo>
                <a:lnTo>
                  <a:pt x="1242" y="2597"/>
                </a:lnTo>
                <a:lnTo>
                  <a:pt x="1242" y="2596"/>
                </a:lnTo>
                <a:lnTo>
                  <a:pt x="1241" y="2596"/>
                </a:lnTo>
                <a:lnTo>
                  <a:pt x="1239" y="2596"/>
                </a:lnTo>
                <a:lnTo>
                  <a:pt x="1238" y="2596"/>
                </a:lnTo>
                <a:lnTo>
                  <a:pt x="1237" y="2596"/>
                </a:lnTo>
                <a:lnTo>
                  <a:pt x="1236" y="2597"/>
                </a:lnTo>
                <a:lnTo>
                  <a:pt x="1235" y="2597"/>
                </a:lnTo>
                <a:lnTo>
                  <a:pt x="1234" y="2597"/>
                </a:lnTo>
                <a:lnTo>
                  <a:pt x="1230" y="2595"/>
                </a:lnTo>
                <a:lnTo>
                  <a:pt x="1230" y="2594"/>
                </a:lnTo>
                <a:lnTo>
                  <a:pt x="1229" y="2593"/>
                </a:lnTo>
                <a:lnTo>
                  <a:pt x="1228" y="2594"/>
                </a:lnTo>
                <a:lnTo>
                  <a:pt x="1227" y="2594"/>
                </a:lnTo>
                <a:lnTo>
                  <a:pt x="1226" y="2597"/>
                </a:lnTo>
                <a:lnTo>
                  <a:pt x="1225" y="2598"/>
                </a:lnTo>
                <a:lnTo>
                  <a:pt x="1224" y="2599"/>
                </a:lnTo>
                <a:lnTo>
                  <a:pt x="1222" y="2599"/>
                </a:lnTo>
                <a:lnTo>
                  <a:pt x="1221" y="2599"/>
                </a:lnTo>
                <a:lnTo>
                  <a:pt x="1220" y="2600"/>
                </a:lnTo>
                <a:lnTo>
                  <a:pt x="1218" y="2600"/>
                </a:lnTo>
                <a:lnTo>
                  <a:pt x="1218" y="2601"/>
                </a:lnTo>
                <a:lnTo>
                  <a:pt x="1218" y="2602"/>
                </a:lnTo>
                <a:lnTo>
                  <a:pt x="1217" y="2602"/>
                </a:lnTo>
                <a:lnTo>
                  <a:pt x="1215" y="2601"/>
                </a:lnTo>
                <a:lnTo>
                  <a:pt x="1213" y="2598"/>
                </a:lnTo>
                <a:lnTo>
                  <a:pt x="1212" y="2596"/>
                </a:lnTo>
                <a:lnTo>
                  <a:pt x="1212" y="2595"/>
                </a:lnTo>
                <a:lnTo>
                  <a:pt x="1211" y="2595"/>
                </a:lnTo>
                <a:lnTo>
                  <a:pt x="1210" y="2594"/>
                </a:lnTo>
                <a:lnTo>
                  <a:pt x="1210" y="2593"/>
                </a:lnTo>
                <a:lnTo>
                  <a:pt x="1209" y="2593"/>
                </a:lnTo>
                <a:lnTo>
                  <a:pt x="1208" y="2593"/>
                </a:lnTo>
                <a:lnTo>
                  <a:pt x="1206" y="2593"/>
                </a:lnTo>
                <a:lnTo>
                  <a:pt x="1206" y="2592"/>
                </a:lnTo>
                <a:lnTo>
                  <a:pt x="1206" y="2591"/>
                </a:lnTo>
                <a:lnTo>
                  <a:pt x="1206" y="2590"/>
                </a:lnTo>
                <a:lnTo>
                  <a:pt x="1206" y="2589"/>
                </a:lnTo>
                <a:lnTo>
                  <a:pt x="1205" y="2589"/>
                </a:lnTo>
                <a:lnTo>
                  <a:pt x="1205" y="2588"/>
                </a:lnTo>
                <a:lnTo>
                  <a:pt x="1204" y="2589"/>
                </a:lnTo>
                <a:lnTo>
                  <a:pt x="1203" y="2589"/>
                </a:lnTo>
                <a:lnTo>
                  <a:pt x="1203" y="2588"/>
                </a:lnTo>
                <a:lnTo>
                  <a:pt x="1202" y="2588"/>
                </a:lnTo>
                <a:lnTo>
                  <a:pt x="1202" y="2587"/>
                </a:lnTo>
                <a:lnTo>
                  <a:pt x="1200" y="2585"/>
                </a:lnTo>
                <a:lnTo>
                  <a:pt x="1199" y="2585"/>
                </a:lnTo>
                <a:lnTo>
                  <a:pt x="1197" y="2585"/>
                </a:lnTo>
                <a:lnTo>
                  <a:pt x="1196" y="2585"/>
                </a:lnTo>
                <a:lnTo>
                  <a:pt x="1194" y="2584"/>
                </a:lnTo>
                <a:lnTo>
                  <a:pt x="1193" y="2583"/>
                </a:lnTo>
                <a:lnTo>
                  <a:pt x="1192" y="2582"/>
                </a:lnTo>
                <a:lnTo>
                  <a:pt x="1190" y="2581"/>
                </a:lnTo>
                <a:lnTo>
                  <a:pt x="1189" y="2581"/>
                </a:lnTo>
                <a:lnTo>
                  <a:pt x="1188" y="2581"/>
                </a:lnTo>
                <a:lnTo>
                  <a:pt x="1187" y="2582"/>
                </a:lnTo>
                <a:lnTo>
                  <a:pt x="1185" y="2582"/>
                </a:lnTo>
                <a:lnTo>
                  <a:pt x="1184" y="2581"/>
                </a:lnTo>
                <a:lnTo>
                  <a:pt x="1183" y="2581"/>
                </a:lnTo>
                <a:lnTo>
                  <a:pt x="1183" y="2580"/>
                </a:lnTo>
                <a:lnTo>
                  <a:pt x="1183" y="2579"/>
                </a:lnTo>
                <a:lnTo>
                  <a:pt x="1182" y="2579"/>
                </a:lnTo>
                <a:lnTo>
                  <a:pt x="1180" y="2577"/>
                </a:lnTo>
                <a:lnTo>
                  <a:pt x="1177" y="2576"/>
                </a:lnTo>
                <a:lnTo>
                  <a:pt x="1175" y="2576"/>
                </a:lnTo>
                <a:lnTo>
                  <a:pt x="1171" y="2576"/>
                </a:lnTo>
                <a:lnTo>
                  <a:pt x="1170" y="2576"/>
                </a:lnTo>
                <a:lnTo>
                  <a:pt x="1169" y="2575"/>
                </a:lnTo>
                <a:lnTo>
                  <a:pt x="1169" y="2576"/>
                </a:lnTo>
                <a:lnTo>
                  <a:pt x="1168" y="2576"/>
                </a:lnTo>
                <a:lnTo>
                  <a:pt x="1167" y="2578"/>
                </a:lnTo>
                <a:lnTo>
                  <a:pt x="1166" y="2580"/>
                </a:lnTo>
                <a:lnTo>
                  <a:pt x="1166" y="2581"/>
                </a:lnTo>
                <a:lnTo>
                  <a:pt x="1166" y="2582"/>
                </a:lnTo>
                <a:lnTo>
                  <a:pt x="1165" y="2584"/>
                </a:lnTo>
                <a:lnTo>
                  <a:pt x="1165" y="2585"/>
                </a:lnTo>
                <a:lnTo>
                  <a:pt x="1164" y="2585"/>
                </a:lnTo>
                <a:lnTo>
                  <a:pt x="1164" y="2586"/>
                </a:lnTo>
                <a:lnTo>
                  <a:pt x="1163" y="2586"/>
                </a:lnTo>
                <a:lnTo>
                  <a:pt x="1159" y="2586"/>
                </a:lnTo>
                <a:lnTo>
                  <a:pt x="1158" y="2585"/>
                </a:lnTo>
                <a:lnTo>
                  <a:pt x="1157" y="2584"/>
                </a:lnTo>
                <a:lnTo>
                  <a:pt x="1156" y="2584"/>
                </a:lnTo>
                <a:lnTo>
                  <a:pt x="1154" y="2584"/>
                </a:lnTo>
                <a:lnTo>
                  <a:pt x="1153" y="2586"/>
                </a:lnTo>
                <a:lnTo>
                  <a:pt x="1153" y="2587"/>
                </a:lnTo>
                <a:lnTo>
                  <a:pt x="1154" y="2587"/>
                </a:lnTo>
                <a:lnTo>
                  <a:pt x="1154" y="2588"/>
                </a:lnTo>
                <a:lnTo>
                  <a:pt x="1155" y="2588"/>
                </a:lnTo>
                <a:lnTo>
                  <a:pt x="1155" y="2589"/>
                </a:lnTo>
                <a:lnTo>
                  <a:pt x="1155" y="2593"/>
                </a:lnTo>
                <a:lnTo>
                  <a:pt x="1154" y="2593"/>
                </a:lnTo>
                <a:lnTo>
                  <a:pt x="1152" y="2595"/>
                </a:lnTo>
                <a:lnTo>
                  <a:pt x="1151" y="2596"/>
                </a:lnTo>
                <a:lnTo>
                  <a:pt x="1150" y="2596"/>
                </a:lnTo>
                <a:lnTo>
                  <a:pt x="1150" y="2598"/>
                </a:lnTo>
                <a:lnTo>
                  <a:pt x="1150" y="2599"/>
                </a:lnTo>
                <a:lnTo>
                  <a:pt x="1150" y="2600"/>
                </a:lnTo>
                <a:lnTo>
                  <a:pt x="1151" y="2600"/>
                </a:lnTo>
                <a:lnTo>
                  <a:pt x="1149" y="2602"/>
                </a:lnTo>
                <a:lnTo>
                  <a:pt x="1148" y="2603"/>
                </a:lnTo>
                <a:lnTo>
                  <a:pt x="1146" y="2605"/>
                </a:lnTo>
                <a:lnTo>
                  <a:pt x="1145" y="2605"/>
                </a:lnTo>
                <a:lnTo>
                  <a:pt x="1144" y="2605"/>
                </a:lnTo>
                <a:lnTo>
                  <a:pt x="1141" y="2605"/>
                </a:lnTo>
                <a:lnTo>
                  <a:pt x="1140" y="2605"/>
                </a:lnTo>
                <a:lnTo>
                  <a:pt x="1140" y="2604"/>
                </a:lnTo>
                <a:lnTo>
                  <a:pt x="1140" y="2603"/>
                </a:lnTo>
                <a:lnTo>
                  <a:pt x="1139" y="2603"/>
                </a:lnTo>
                <a:lnTo>
                  <a:pt x="1139" y="2602"/>
                </a:lnTo>
                <a:lnTo>
                  <a:pt x="1137" y="2603"/>
                </a:lnTo>
                <a:lnTo>
                  <a:pt x="1136" y="2604"/>
                </a:lnTo>
                <a:lnTo>
                  <a:pt x="1135" y="2606"/>
                </a:lnTo>
                <a:lnTo>
                  <a:pt x="1133" y="2607"/>
                </a:lnTo>
                <a:lnTo>
                  <a:pt x="1132" y="2607"/>
                </a:lnTo>
                <a:lnTo>
                  <a:pt x="1129" y="2607"/>
                </a:lnTo>
                <a:lnTo>
                  <a:pt x="1129" y="2606"/>
                </a:lnTo>
                <a:lnTo>
                  <a:pt x="1128" y="2606"/>
                </a:lnTo>
                <a:lnTo>
                  <a:pt x="1127" y="2606"/>
                </a:lnTo>
                <a:lnTo>
                  <a:pt x="1125" y="2606"/>
                </a:lnTo>
                <a:lnTo>
                  <a:pt x="1124" y="2606"/>
                </a:lnTo>
                <a:lnTo>
                  <a:pt x="1124" y="2607"/>
                </a:lnTo>
                <a:lnTo>
                  <a:pt x="1123" y="2607"/>
                </a:lnTo>
                <a:lnTo>
                  <a:pt x="1122" y="2611"/>
                </a:lnTo>
                <a:lnTo>
                  <a:pt x="1121" y="2612"/>
                </a:lnTo>
                <a:lnTo>
                  <a:pt x="1120" y="2612"/>
                </a:lnTo>
                <a:lnTo>
                  <a:pt x="1120" y="2611"/>
                </a:lnTo>
                <a:lnTo>
                  <a:pt x="1120" y="2609"/>
                </a:lnTo>
                <a:lnTo>
                  <a:pt x="1119" y="2609"/>
                </a:lnTo>
                <a:lnTo>
                  <a:pt x="1117" y="2609"/>
                </a:lnTo>
                <a:lnTo>
                  <a:pt x="1117" y="2610"/>
                </a:lnTo>
                <a:lnTo>
                  <a:pt x="1116" y="2610"/>
                </a:lnTo>
                <a:lnTo>
                  <a:pt x="1115" y="2611"/>
                </a:lnTo>
                <a:lnTo>
                  <a:pt x="1113" y="2611"/>
                </a:lnTo>
                <a:lnTo>
                  <a:pt x="1110" y="2612"/>
                </a:lnTo>
                <a:lnTo>
                  <a:pt x="1108" y="2612"/>
                </a:lnTo>
                <a:lnTo>
                  <a:pt x="1106" y="2613"/>
                </a:lnTo>
                <a:lnTo>
                  <a:pt x="1105" y="2613"/>
                </a:lnTo>
                <a:lnTo>
                  <a:pt x="1104" y="2615"/>
                </a:lnTo>
                <a:lnTo>
                  <a:pt x="1103" y="2615"/>
                </a:lnTo>
                <a:lnTo>
                  <a:pt x="1099" y="2614"/>
                </a:lnTo>
                <a:lnTo>
                  <a:pt x="1098" y="2614"/>
                </a:lnTo>
                <a:lnTo>
                  <a:pt x="1098" y="2613"/>
                </a:lnTo>
                <a:lnTo>
                  <a:pt x="1097" y="2613"/>
                </a:lnTo>
                <a:lnTo>
                  <a:pt x="1096" y="2613"/>
                </a:lnTo>
                <a:lnTo>
                  <a:pt x="1096" y="2614"/>
                </a:lnTo>
                <a:lnTo>
                  <a:pt x="1094" y="2617"/>
                </a:lnTo>
                <a:lnTo>
                  <a:pt x="1094" y="2618"/>
                </a:lnTo>
                <a:lnTo>
                  <a:pt x="1094" y="2620"/>
                </a:lnTo>
                <a:lnTo>
                  <a:pt x="1094" y="2622"/>
                </a:lnTo>
                <a:lnTo>
                  <a:pt x="1095" y="2623"/>
                </a:lnTo>
                <a:lnTo>
                  <a:pt x="1095" y="2627"/>
                </a:lnTo>
                <a:lnTo>
                  <a:pt x="1095" y="2631"/>
                </a:lnTo>
                <a:lnTo>
                  <a:pt x="1095" y="2632"/>
                </a:lnTo>
                <a:lnTo>
                  <a:pt x="1094" y="2635"/>
                </a:lnTo>
                <a:lnTo>
                  <a:pt x="1093" y="2637"/>
                </a:lnTo>
                <a:lnTo>
                  <a:pt x="1092" y="2638"/>
                </a:lnTo>
                <a:lnTo>
                  <a:pt x="1091" y="2639"/>
                </a:lnTo>
                <a:lnTo>
                  <a:pt x="1088" y="2639"/>
                </a:lnTo>
                <a:lnTo>
                  <a:pt x="1087" y="2639"/>
                </a:lnTo>
                <a:lnTo>
                  <a:pt x="1087" y="2640"/>
                </a:lnTo>
                <a:lnTo>
                  <a:pt x="1087" y="2641"/>
                </a:lnTo>
                <a:lnTo>
                  <a:pt x="1086" y="2641"/>
                </a:lnTo>
                <a:lnTo>
                  <a:pt x="1085" y="2641"/>
                </a:lnTo>
                <a:lnTo>
                  <a:pt x="1082" y="2641"/>
                </a:lnTo>
                <a:lnTo>
                  <a:pt x="1080" y="2639"/>
                </a:lnTo>
                <a:lnTo>
                  <a:pt x="1079" y="2639"/>
                </a:lnTo>
                <a:lnTo>
                  <a:pt x="1078" y="2639"/>
                </a:lnTo>
                <a:lnTo>
                  <a:pt x="1077" y="2639"/>
                </a:lnTo>
                <a:lnTo>
                  <a:pt x="1074" y="2641"/>
                </a:lnTo>
                <a:lnTo>
                  <a:pt x="1074" y="2642"/>
                </a:lnTo>
                <a:lnTo>
                  <a:pt x="1074" y="2643"/>
                </a:lnTo>
                <a:lnTo>
                  <a:pt x="1073" y="2643"/>
                </a:lnTo>
                <a:lnTo>
                  <a:pt x="1073" y="2644"/>
                </a:lnTo>
                <a:lnTo>
                  <a:pt x="1073" y="2645"/>
                </a:lnTo>
                <a:lnTo>
                  <a:pt x="1072" y="2645"/>
                </a:lnTo>
                <a:lnTo>
                  <a:pt x="1071" y="2646"/>
                </a:lnTo>
                <a:lnTo>
                  <a:pt x="1070" y="2646"/>
                </a:lnTo>
                <a:lnTo>
                  <a:pt x="1070" y="2645"/>
                </a:lnTo>
                <a:lnTo>
                  <a:pt x="1069" y="2645"/>
                </a:lnTo>
                <a:lnTo>
                  <a:pt x="1068" y="2645"/>
                </a:lnTo>
                <a:lnTo>
                  <a:pt x="1067" y="2644"/>
                </a:lnTo>
                <a:lnTo>
                  <a:pt x="1066" y="2644"/>
                </a:lnTo>
                <a:lnTo>
                  <a:pt x="1062" y="2645"/>
                </a:lnTo>
                <a:lnTo>
                  <a:pt x="1061" y="2645"/>
                </a:lnTo>
                <a:lnTo>
                  <a:pt x="1060" y="2645"/>
                </a:lnTo>
                <a:lnTo>
                  <a:pt x="1059" y="2645"/>
                </a:lnTo>
                <a:lnTo>
                  <a:pt x="1055" y="2643"/>
                </a:lnTo>
                <a:lnTo>
                  <a:pt x="1054" y="2643"/>
                </a:lnTo>
                <a:lnTo>
                  <a:pt x="1052" y="2642"/>
                </a:lnTo>
                <a:lnTo>
                  <a:pt x="1051" y="2641"/>
                </a:lnTo>
                <a:lnTo>
                  <a:pt x="1051" y="2640"/>
                </a:lnTo>
                <a:lnTo>
                  <a:pt x="1050" y="2640"/>
                </a:lnTo>
                <a:lnTo>
                  <a:pt x="1048" y="2640"/>
                </a:lnTo>
                <a:lnTo>
                  <a:pt x="1045" y="2641"/>
                </a:lnTo>
                <a:lnTo>
                  <a:pt x="1044" y="2641"/>
                </a:lnTo>
                <a:lnTo>
                  <a:pt x="1044" y="2640"/>
                </a:lnTo>
                <a:lnTo>
                  <a:pt x="1043" y="2640"/>
                </a:lnTo>
                <a:lnTo>
                  <a:pt x="1042" y="2640"/>
                </a:lnTo>
                <a:lnTo>
                  <a:pt x="1041" y="2641"/>
                </a:lnTo>
                <a:lnTo>
                  <a:pt x="1040" y="2641"/>
                </a:lnTo>
                <a:lnTo>
                  <a:pt x="1039" y="2640"/>
                </a:lnTo>
                <a:lnTo>
                  <a:pt x="1038" y="2640"/>
                </a:lnTo>
                <a:lnTo>
                  <a:pt x="1037" y="2641"/>
                </a:lnTo>
                <a:lnTo>
                  <a:pt x="1035" y="2641"/>
                </a:lnTo>
                <a:lnTo>
                  <a:pt x="1034" y="2642"/>
                </a:lnTo>
                <a:lnTo>
                  <a:pt x="1033" y="2643"/>
                </a:lnTo>
                <a:lnTo>
                  <a:pt x="1032" y="2643"/>
                </a:lnTo>
                <a:lnTo>
                  <a:pt x="1030" y="2644"/>
                </a:lnTo>
                <a:lnTo>
                  <a:pt x="1025" y="2643"/>
                </a:lnTo>
                <a:lnTo>
                  <a:pt x="1024" y="2643"/>
                </a:lnTo>
                <a:lnTo>
                  <a:pt x="1021" y="2642"/>
                </a:lnTo>
                <a:lnTo>
                  <a:pt x="1020" y="2642"/>
                </a:lnTo>
                <a:lnTo>
                  <a:pt x="1020" y="2641"/>
                </a:lnTo>
                <a:lnTo>
                  <a:pt x="1018" y="2641"/>
                </a:lnTo>
                <a:lnTo>
                  <a:pt x="1015" y="2640"/>
                </a:lnTo>
                <a:lnTo>
                  <a:pt x="1013" y="2640"/>
                </a:lnTo>
                <a:lnTo>
                  <a:pt x="1012" y="2639"/>
                </a:lnTo>
                <a:lnTo>
                  <a:pt x="1011" y="2639"/>
                </a:lnTo>
                <a:lnTo>
                  <a:pt x="1010" y="2638"/>
                </a:lnTo>
                <a:lnTo>
                  <a:pt x="1009" y="2638"/>
                </a:lnTo>
                <a:lnTo>
                  <a:pt x="1008" y="2637"/>
                </a:lnTo>
                <a:lnTo>
                  <a:pt x="1004" y="2637"/>
                </a:lnTo>
                <a:lnTo>
                  <a:pt x="1004" y="2638"/>
                </a:lnTo>
                <a:lnTo>
                  <a:pt x="1003" y="2638"/>
                </a:lnTo>
                <a:lnTo>
                  <a:pt x="1003" y="2637"/>
                </a:lnTo>
                <a:lnTo>
                  <a:pt x="1002" y="2635"/>
                </a:lnTo>
                <a:lnTo>
                  <a:pt x="1002" y="2634"/>
                </a:lnTo>
                <a:lnTo>
                  <a:pt x="1001" y="2634"/>
                </a:lnTo>
                <a:lnTo>
                  <a:pt x="1001" y="2633"/>
                </a:lnTo>
                <a:lnTo>
                  <a:pt x="1002" y="2632"/>
                </a:lnTo>
                <a:lnTo>
                  <a:pt x="1002" y="2631"/>
                </a:lnTo>
                <a:lnTo>
                  <a:pt x="1003" y="2630"/>
                </a:lnTo>
                <a:lnTo>
                  <a:pt x="1003" y="2628"/>
                </a:lnTo>
                <a:lnTo>
                  <a:pt x="1004" y="2628"/>
                </a:lnTo>
                <a:lnTo>
                  <a:pt x="1003" y="2627"/>
                </a:lnTo>
                <a:lnTo>
                  <a:pt x="1003" y="2626"/>
                </a:lnTo>
                <a:lnTo>
                  <a:pt x="1003" y="2625"/>
                </a:lnTo>
                <a:lnTo>
                  <a:pt x="1002" y="2625"/>
                </a:lnTo>
                <a:lnTo>
                  <a:pt x="1001" y="2625"/>
                </a:lnTo>
                <a:lnTo>
                  <a:pt x="1001" y="2624"/>
                </a:lnTo>
                <a:lnTo>
                  <a:pt x="1000" y="2624"/>
                </a:lnTo>
                <a:lnTo>
                  <a:pt x="997" y="2619"/>
                </a:lnTo>
                <a:lnTo>
                  <a:pt x="996" y="2618"/>
                </a:lnTo>
                <a:lnTo>
                  <a:pt x="996" y="2617"/>
                </a:lnTo>
                <a:lnTo>
                  <a:pt x="997" y="2616"/>
                </a:lnTo>
                <a:lnTo>
                  <a:pt x="996" y="2615"/>
                </a:lnTo>
                <a:lnTo>
                  <a:pt x="994" y="2614"/>
                </a:lnTo>
                <a:lnTo>
                  <a:pt x="993" y="2613"/>
                </a:lnTo>
                <a:lnTo>
                  <a:pt x="992" y="2613"/>
                </a:lnTo>
                <a:lnTo>
                  <a:pt x="991" y="2613"/>
                </a:lnTo>
                <a:lnTo>
                  <a:pt x="991" y="2612"/>
                </a:lnTo>
                <a:lnTo>
                  <a:pt x="990" y="2612"/>
                </a:lnTo>
                <a:lnTo>
                  <a:pt x="989" y="2612"/>
                </a:lnTo>
                <a:lnTo>
                  <a:pt x="988" y="2611"/>
                </a:lnTo>
                <a:lnTo>
                  <a:pt x="986" y="2610"/>
                </a:lnTo>
                <a:lnTo>
                  <a:pt x="985" y="2610"/>
                </a:lnTo>
                <a:lnTo>
                  <a:pt x="985" y="2609"/>
                </a:lnTo>
                <a:lnTo>
                  <a:pt x="985" y="2608"/>
                </a:lnTo>
                <a:lnTo>
                  <a:pt x="984" y="2608"/>
                </a:lnTo>
                <a:lnTo>
                  <a:pt x="983" y="2609"/>
                </a:lnTo>
                <a:lnTo>
                  <a:pt x="982" y="2609"/>
                </a:lnTo>
                <a:lnTo>
                  <a:pt x="981" y="2609"/>
                </a:lnTo>
                <a:lnTo>
                  <a:pt x="981" y="2608"/>
                </a:lnTo>
                <a:lnTo>
                  <a:pt x="980" y="2607"/>
                </a:lnTo>
                <a:lnTo>
                  <a:pt x="979" y="2607"/>
                </a:lnTo>
                <a:lnTo>
                  <a:pt x="979" y="2608"/>
                </a:lnTo>
                <a:lnTo>
                  <a:pt x="979" y="2609"/>
                </a:lnTo>
                <a:lnTo>
                  <a:pt x="978" y="2609"/>
                </a:lnTo>
                <a:lnTo>
                  <a:pt x="976" y="2609"/>
                </a:lnTo>
                <a:lnTo>
                  <a:pt x="975" y="2608"/>
                </a:lnTo>
                <a:lnTo>
                  <a:pt x="974" y="2607"/>
                </a:lnTo>
                <a:lnTo>
                  <a:pt x="970" y="2605"/>
                </a:lnTo>
                <a:lnTo>
                  <a:pt x="969" y="2606"/>
                </a:lnTo>
                <a:lnTo>
                  <a:pt x="968" y="2607"/>
                </a:lnTo>
                <a:lnTo>
                  <a:pt x="967" y="2608"/>
                </a:lnTo>
                <a:lnTo>
                  <a:pt x="967" y="2609"/>
                </a:lnTo>
                <a:lnTo>
                  <a:pt x="966" y="2609"/>
                </a:lnTo>
                <a:lnTo>
                  <a:pt x="965" y="2608"/>
                </a:lnTo>
                <a:lnTo>
                  <a:pt x="965" y="2607"/>
                </a:lnTo>
                <a:lnTo>
                  <a:pt x="964" y="2607"/>
                </a:lnTo>
                <a:lnTo>
                  <a:pt x="963" y="2607"/>
                </a:lnTo>
                <a:lnTo>
                  <a:pt x="962" y="2608"/>
                </a:lnTo>
                <a:lnTo>
                  <a:pt x="961" y="2608"/>
                </a:lnTo>
                <a:lnTo>
                  <a:pt x="960" y="2608"/>
                </a:lnTo>
                <a:lnTo>
                  <a:pt x="959" y="2603"/>
                </a:lnTo>
                <a:lnTo>
                  <a:pt x="958" y="2601"/>
                </a:lnTo>
                <a:lnTo>
                  <a:pt x="958" y="2599"/>
                </a:lnTo>
                <a:lnTo>
                  <a:pt x="958" y="2598"/>
                </a:lnTo>
                <a:lnTo>
                  <a:pt x="956" y="2597"/>
                </a:lnTo>
                <a:lnTo>
                  <a:pt x="952" y="2598"/>
                </a:lnTo>
                <a:lnTo>
                  <a:pt x="951" y="2598"/>
                </a:lnTo>
                <a:lnTo>
                  <a:pt x="948" y="2595"/>
                </a:lnTo>
                <a:lnTo>
                  <a:pt x="948" y="2593"/>
                </a:lnTo>
                <a:lnTo>
                  <a:pt x="948" y="2592"/>
                </a:lnTo>
                <a:lnTo>
                  <a:pt x="947" y="2591"/>
                </a:lnTo>
                <a:lnTo>
                  <a:pt x="946" y="2591"/>
                </a:lnTo>
                <a:lnTo>
                  <a:pt x="945" y="2591"/>
                </a:lnTo>
                <a:lnTo>
                  <a:pt x="944" y="2591"/>
                </a:lnTo>
                <a:lnTo>
                  <a:pt x="944" y="2590"/>
                </a:lnTo>
                <a:lnTo>
                  <a:pt x="944" y="2589"/>
                </a:lnTo>
                <a:lnTo>
                  <a:pt x="945" y="2588"/>
                </a:lnTo>
                <a:lnTo>
                  <a:pt x="945" y="2587"/>
                </a:lnTo>
                <a:lnTo>
                  <a:pt x="944" y="2586"/>
                </a:lnTo>
                <a:lnTo>
                  <a:pt x="941" y="2587"/>
                </a:lnTo>
                <a:lnTo>
                  <a:pt x="940" y="2587"/>
                </a:lnTo>
                <a:lnTo>
                  <a:pt x="939" y="2586"/>
                </a:lnTo>
                <a:lnTo>
                  <a:pt x="938" y="2586"/>
                </a:lnTo>
                <a:lnTo>
                  <a:pt x="938" y="2585"/>
                </a:lnTo>
                <a:lnTo>
                  <a:pt x="937" y="2585"/>
                </a:lnTo>
                <a:lnTo>
                  <a:pt x="937" y="2586"/>
                </a:lnTo>
                <a:lnTo>
                  <a:pt x="936" y="2586"/>
                </a:lnTo>
                <a:lnTo>
                  <a:pt x="933" y="2589"/>
                </a:lnTo>
                <a:lnTo>
                  <a:pt x="933" y="2590"/>
                </a:lnTo>
                <a:lnTo>
                  <a:pt x="932" y="2591"/>
                </a:lnTo>
                <a:lnTo>
                  <a:pt x="933" y="2592"/>
                </a:lnTo>
                <a:lnTo>
                  <a:pt x="934" y="2592"/>
                </a:lnTo>
                <a:lnTo>
                  <a:pt x="934" y="2593"/>
                </a:lnTo>
                <a:lnTo>
                  <a:pt x="932" y="2595"/>
                </a:lnTo>
                <a:lnTo>
                  <a:pt x="931" y="2597"/>
                </a:lnTo>
                <a:lnTo>
                  <a:pt x="931" y="2598"/>
                </a:lnTo>
                <a:lnTo>
                  <a:pt x="929" y="2598"/>
                </a:lnTo>
                <a:lnTo>
                  <a:pt x="928" y="2597"/>
                </a:lnTo>
                <a:lnTo>
                  <a:pt x="927" y="2597"/>
                </a:lnTo>
                <a:lnTo>
                  <a:pt x="926" y="2597"/>
                </a:lnTo>
                <a:lnTo>
                  <a:pt x="926" y="2598"/>
                </a:lnTo>
                <a:lnTo>
                  <a:pt x="926" y="2599"/>
                </a:lnTo>
                <a:lnTo>
                  <a:pt x="928" y="2602"/>
                </a:lnTo>
                <a:lnTo>
                  <a:pt x="929" y="2603"/>
                </a:lnTo>
                <a:lnTo>
                  <a:pt x="928" y="2603"/>
                </a:lnTo>
                <a:lnTo>
                  <a:pt x="926" y="2603"/>
                </a:lnTo>
                <a:lnTo>
                  <a:pt x="926" y="2602"/>
                </a:lnTo>
                <a:lnTo>
                  <a:pt x="924" y="2601"/>
                </a:lnTo>
                <a:lnTo>
                  <a:pt x="923" y="2601"/>
                </a:lnTo>
                <a:lnTo>
                  <a:pt x="923" y="2602"/>
                </a:lnTo>
                <a:lnTo>
                  <a:pt x="921" y="2601"/>
                </a:lnTo>
                <a:lnTo>
                  <a:pt x="920" y="2601"/>
                </a:lnTo>
                <a:lnTo>
                  <a:pt x="919" y="2601"/>
                </a:lnTo>
                <a:lnTo>
                  <a:pt x="917" y="2599"/>
                </a:lnTo>
                <a:lnTo>
                  <a:pt x="916" y="2599"/>
                </a:lnTo>
                <a:lnTo>
                  <a:pt x="915" y="2598"/>
                </a:lnTo>
                <a:lnTo>
                  <a:pt x="915" y="2597"/>
                </a:lnTo>
                <a:lnTo>
                  <a:pt x="915" y="2596"/>
                </a:lnTo>
                <a:lnTo>
                  <a:pt x="914" y="2595"/>
                </a:lnTo>
                <a:lnTo>
                  <a:pt x="913" y="2595"/>
                </a:lnTo>
                <a:lnTo>
                  <a:pt x="912" y="2595"/>
                </a:lnTo>
                <a:lnTo>
                  <a:pt x="912" y="2596"/>
                </a:lnTo>
                <a:lnTo>
                  <a:pt x="911" y="2596"/>
                </a:lnTo>
                <a:lnTo>
                  <a:pt x="908" y="2596"/>
                </a:lnTo>
                <a:lnTo>
                  <a:pt x="907" y="2595"/>
                </a:lnTo>
                <a:lnTo>
                  <a:pt x="907" y="2594"/>
                </a:lnTo>
                <a:lnTo>
                  <a:pt x="907" y="2593"/>
                </a:lnTo>
                <a:lnTo>
                  <a:pt x="904" y="2591"/>
                </a:lnTo>
                <a:lnTo>
                  <a:pt x="904" y="2590"/>
                </a:lnTo>
                <a:lnTo>
                  <a:pt x="903" y="2590"/>
                </a:lnTo>
                <a:lnTo>
                  <a:pt x="902" y="2590"/>
                </a:lnTo>
                <a:lnTo>
                  <a:pt x="900" y="2589"/>
                </a:lnTo>
                <a:lnTo>
                  <a:pt x="898" y="2589"/>
                </a:lnTo>
                <a:lnTo>
                  <a:pt x="893" y="2588"/>
                </a:lnTo>
                <a:lnTo>
                  <a:pt x="888" y="2587"/>
                </a:lnTo>
                <a:lnTo>
                  <a:pt x="887" y="2588"/>
                </a:lnTo>
                <a:lnTo>
                  <a:pt x="886" y="2587"/>
                </a:lnTo>
                <a:lnTo>
                  <a:pt x="883" y="2586"/>
                </a:lnTo>
                <a:lnTo>
                  <a:pt x="881" y="2586"/>
                </a:lnTo>
                <a:lnTo>
                  <a:pt x="878" y="2585"/>
                </a:lnTo>
                <a:lnTo>
                  <a:pt x="877" y="2584"/>
                </a:lnTo>
                <a:lnTo>
                  <a:pt x="876" y="2584"/>
                </a:lnTo>
                <a:lnTo>
                  <a:pt x="875" y="2584"/>
                </a:lnTo>
                <a:lnTo>
                  <a:pt x="875" y="2583"/>
                </a:lnTo>
                <a:lnTo>
                  <a:pt x="876" y="2583"/>
                </a:lnTo>
                <a:lnTo>
                  <a:pt x="877" y="2581"/>
                </a:lnTo>
                <a:lnTo>
                  <a:pt x="877" y="2580"/>
                </a:lnTo>
                <a:lnTo>
                  <a:pt x="877" y="2578"/>
                </a:lnTo>
                <a:lnTo>
                  <a:pt x="876" y="2578"/>
                </a:lnTo>
                <a:lnTo>
                  <a:pt x="875" y="2577"/>
                </a:lnTo>
                <a:lnTo>
                  <a:pt x="873" y="2576"/>
                </a:lnTo>
                <a:lnTo>
                  <a:pt x="873" y="2575"/>
                </a:lnTo>
                <a:lnTo>
                  <a:pt x="873" y="2574"/>
                </a:lnTo>
                <a:lnTo>
                  <a:pt x="874" y="2574"/>
                </a:lnTo>
                <a:lnTo>
                  <a:pt x="875" y="2574"/>
                </a:lnTo>
                <a:lnTo>
                  <a:pt x="875" y="2573"/>
                </a:lnTo>
                <a:lnTo>
                  <a:pt x="875" y="2572"/>
                </a:lnTo>
                <a:lnTo>
                  <a:pt x="874" y="2571"/>
                </a:lnTo>
                <a:lnTo>
                  <a:pt x="873" y="2571"/>
                </a:lnTo>
                <a:lnTo>
                  <a:pt x="871" y="2571"/>
                </a:lnTo>
                <a:lnTo>
                  <a:pt x="870" y="2571"/>
                </a:lnTo>
                <a:lnTo>
                  <a:pt x="869" y="2570"/>
                </a:lnTo>
                <a:lnTo>
                  <a:pt x="868" y="2570"/>
                </a:lnTo>
                <a:lnTo>
                  <a:pt x="868" y="2568"/>
                </a:lnTo>
                <a:lnTo>
                  <a:pt x="867" y="2567"/>
                </a:lnTo>
                <a:lnTo>
                  <a:pt x="865" y="2567"/>
                </a:lnTo>
                <a:lnTo>
                  <a:pt x="864" y="2567"/>
                </a:lnTo>
                <a:lnTo>
                  <a:pt x="860" y="2569"/>
                </a:lnTo>
                <a:lnTo>
                  <a:pt x="860" y="2568"/>
                </a:lnTo>
                <a:lnTo>
                  <a:pt x="859" y="2568"/>
                </a:lnTo>
                <a:lnTo>
                  <a:pt x="859" y="2567"/>
                </a:lnTo>
                <a:lnTo>
                  <a:pt x="856" y="2565"/>
                </a:lnTo>
                <a:lnTo>
                  <a:pt x="855" y="2565"/>
                </a:lnTo>
                <a:lnTo>
                  <a:pt x="854" y="2565"/>
                </a:lnTo>
                <a:lnTo>
                  <a:pt x="854" y="2566"/>
                </a:lnTo>
                <a:lnTo>
                  <a:pt x="852" y="2566"/>
                </a:lnTo>
                <a:lnTo>
                  <a:pt x="851" y="2566"/>
                </a:lnTo>
                <a:lnTo>
                  <a:pt x="850" y="2565"/>
                </a:lnTo>
                <a:lnTo>
                  <a:pt x="850" y="2564"/>
                </a:lnTo>
                <a:lnTo>
                  <a:pt x="849" y="2563"/>
                </a:lnTo>
                <a:lnTo>
                  <a:pt x="846" y="2560"/>
                </a:lnTo>
                <a:lnTo>
                  <a:pt x="844" y="2559"/>
                </a:lnTo>
                <a:lnTo>
                  <a:pt x="843" y="2558"/>
                </a:lnTo>
                <a:lnTo>
                  <a:pt x="841" y="2557"/>
                </a:lnTo>
                <a:lnTo>
                  <a:pt x="841" y="2556"/>
                </a:lnTo>
                <a:lnTo>
                  <a:pt x="841" y="2555"/>
                </a:lnTo>
                <a:lnTo>
                  <a:pt x="842" y="2554"/>
                </a:lnTo>
                <a:lnTo>
                  <a:pt x="843" y="2552"/>
                </a:lnTo>
                <a:lnTo>
                  <a:pt x="843" y="2551"/>
                </a:lnTo>
                <a:lnTo>
                  <a:pt x="842" y="2551"/>
                </a:lnTo>
                <a:lnTo>
                  <a:pt x="841" y="2551"/>
                </a:lnTo>
                <a:lnTo>
                  <a:pt x="840" y="2551"/>
                </a:lnTo>
                <a:lnTo>
                  <a:pt x="839" y="2552"/>
                </a:lnTo>
                <a:lnTo>
                  <a:pt x="838" y="2553"/>
                </a:lnTo>
                <a:lnTo>
                  <a:pt x="836" y="2555"/>
                </a:lnTo>
                <a:lnTo>
                  <a:pt x="835" y="2555"/>
                </a:lnTo>
                <a:lnTo>
                  <a:pt x="833" y="2557"/>
                </a:lnTo>
                <a:lnTo>
                  <a:pt x="832" y="2558"/>
                </a:lnTo>
                <a:lnTo>
                  <a:pt x="831" y="2559"/>
                </a:lnTo>
                <a:lnTo>
                  <a:pt x="830" y="2560"/>
                </a:lnTo>
                <a:lnTo>
                  <a:pt x="829" y="2560"/>
                </a:lnTo>
                <a:lnTo>
                  <a:pt x="829" y="2561"/>
                </a:lnTo>
                <a:lnTo>
                  <a:pt x="828" y="2561"/>
                </a:lnTo>
                <a:lnTo>
                  <a:pt x="825" y="2560"/>
                </a:lnTo>
                <a:lnTo>
                  <a:pt x="823" y="2560"/>
                </a:lnTo>
                <a:lnTo>
                  <a:pt x="823" y="2559"/>
                </a:lnTo>
                <a:lnTo>
                  <a:pt x="821" y="2559"/>
                </a:lnTo>
                <a:lnTo>
                  <a:pt x="820" y="2559"/>
                </a:lnTo>
                <a:lnTo>
                  <a:pt x="819" y="2559"/>
                </a:lnTo>
                <a:lnTo>
                  <a:pt x="818" y="2559"/>
                </a:lnTo>
                <a:lnTo>
                  <a:pt x="817" y="2559"/>
                </a:lnTo>
                <a:lnTo>
                  <a:pt x="817" y="2560"/>
                </a:lnTo>
                <a:lnTo>
                  <a:pt x="817" y="2561"/>
                </a:lnTo>
                <a:lnTo>
                  <a:pt x="816" y="2563"/>
                </a:lnTo>
                <a:lnTo>
                  <a:pt x="815" y="2564"/>
                </a:lnTo>
                <a:lnTo>
                  <a:pt x="814" y="2564"/>
                </a:lnTo>
                <a:lnTo>
                  <a:pt x="814" y="2565"/>
                </a:lnTo>
                <a:lnTo>
                  <a:pt x="813" y="2565"/>
                </a:lnTo>
                <a:lnTo>
                  <a:pt x="813" y="2566"/>
                </a:lnTo>
                <a:lnTo>
                  <a:pt x="812" y="2567"/>
                </a:lnTo>
                <a:lnTo>
                  <a:pt x="812" y="2568"/>
                </a:lnTo>
                <a:lnTo>
                  <a:pt x="812" y="2569"/>
                </a:lnTo>
                <a:lnTo>
                  <a:pt x="811" y="2569"/>
                </a:lnTo>
                <a:lnTo>
                  <a:pt x="811" y="2570"/>
                </a:lnTo>
                <a:lnTo>
                  <a:pt x="810" y="2570"/>
                </a:lnTo>
                <a:lnTo>
                  <a:pt x="809" y="2573"/>
                </a:lnTo>
                <a:lnTo>
                  <a:pt x="808" y="2577"/>
                </a:lnTo>
                <a:lnTo>
                  <a:pt x="809" y="2580"/>
                </a:lnTo>
                <a:lnTo>
                  <a:pt x="811" y="2583"/>
                </a:lnTo>
                <a:lnTo>
                  <a:pt x="811" y="2584"/>
                </a:lnTo>
                <a:lnTo>
                  <a:pt x="812" y="2584"/>
                </a:lnTo>
                <a:lnTo>
                  <a:pt x="812" y="2585"/>
                </a:lnTo>
                <a:lnTo>
                  <a:pt x="813" y="2585"/>
                </a:lnTo>
                <a:lnTo>
                  <a:pt x="815" y="2590"/>
                </a:lnTo>
                <a:lnTo>
                  <a:pt x="814" y="2591"/>
                </a:lnTo>
                <a:lnTo>
                  <a:pt x="814" y="2592"/>
                </a:lnTo>
                <a:lnTo>
                  <a:pt x="814" y="2593"/>
                </a:lnTo>
                <a:lnTo>
                  <a:pt x="816" y="2595"/>
                </a:lnTo>
                <a:lnTo>
                  <a:pt x="817" y="2596"/>
                </a:lnTo>
                <a:lnTo>
                  <a:pt x="818" y="2597"/>
                </a:lnTo>
                <a:lnTo>
                  <a:pt x="817" y="2598"/>
                </a:lnTo>
                <a:lnTo>
                  <a:pt x="817" y="2599"/>
                </a:lnTo>
                <a:lnTo>
                  <a:pt x="817" y="2598"/>
                </a:lnTo>
                <a:lnTo>
                  <a:pt x="816" y="2598"/>
                </a:lnTo>
                <a:lnTo>
                  <a:pt x="816" y="2597"/>
                </a:lnTo>
                <a:lnTo>
                  <a:pt x="815" y="2597"/>
                </a:lnTo>
                <a:lnTo>
                  <a:pt x="813" y="2597"/>
                </a:lnTo>
                <a:lnTo>
                  <a:pt x="812" y="2597"/>
                </a:lnTo>
                <a:lnTo>
                  <a:pt x="811" y="2597"/>
                </a:lnTo>
                <a:lnTo>
                  <a:pt x="809" y="2596"/>
                </a:lnTo>
                <a:lnTo>
                  <a:pt x="808" y="2595"/>
                </a:lnTo>
                <a:lnTo>
                  <a:pt x="807" y="2594"/>
                </a:lnTo>
                <a:lnTo>
                  <a:pt x="806" y="2594"/>
                </a:lnTo>
                <a:lnTo>
                  <a:pt x="806" y="2595"/>
                </a:lnTo>
                <a:lnTo>
                  <a:pt x="805" y="2595"/>
                </a:lnTo>
                <a:lnTo>
                  <a:pt x="803" y="2595"/>
                </a:lnTo>
                <a:lnTo>
                  <a:pt x="802" y="2594"/>
                </a:lnTo>
                <a:lnTo>
                  <a:pt x="801" y="2594"/>
                </a:lnTo>
                <a:lnTo>
                  <a:pt x="800" y="2594"/>
                </a:lnTo>
                <a:lnTo>
                  <a:pt x="800" y="2595"/>
                </a:lnTo>
                <a:lnTo>
                  <a:pt x="800" y="2596"/>
                </a:lnTo>
                <a:lnTo>
                  <a:pt x="799" y="2597"/>
                </a:lnTo>
                <a:lnTo>
                  <a:pt x="798" y="2597"/>
                </a:lnTo>
                <a:lnTo>
                  <a:pt x="796" y="2597"/>
                </a:lnTo>
                <a:lnTo>
                  <a:pt x="795" y="2598"/>
                </a:lnTo>
                <a:lnTo>
                  <a:pt x="794" y="2598"/>
                </a:lnTo>
                <a:lnTo>
                  <a:pt x="794" y="2601"/>
                </a:lnTo>
                <a:lnTo>
                  <a:pt x="794" y="2602"/>
                </a:lnTo>
                <a:lnTo>
                  <a:pt x="795" y="2602"/>
                </a:lnTo>
                <a:lnTo>
                  <a:pt x="795" y="2603"/>
                </a:lnTo>
                <a:lnTo>
                  <a:pt x="795" y="2604"/>
                </a:lnTo>
                <a:lnTo>
                  <a:pt x="794" y="2604"/>
                </a:lnTo>
                <a:lnTo>
                  <a:pt x="792" y="2605"/>
                </a:lnTo>
                <a:lnTo>
                  <a:pt x="791" y="2606"/>
                </a:lnTo>
                <a:lnTo>
                  <a:pt x="790" y="2606"/>
                </a:lnTo>
                <a:lnTo>
                  <a:pt x="790" y="2607"/>
                </a:lnTo>
                <a:lnTo>
                  <a:pt x="790" y="2608"/>
                </a:lnTo>
                <a:lnTo>
                  <a:pt x="789" y="2608"/>
                </a:lnTo>
                <a:lnTo>
                  <a:pt x="785" y="2609"/>
                </a:lnTo>
                <a:lnTo>
                  <a:pt x="778" y="2613"/>
                </a:lnTo>
                <a:lnTo>
                  <a:pt x="777" y="2613"/>
                </a:lnTo>
                <a:lnTo>
                  <a:pt x="772" y="2616"/>
                </a:lnTo>
                <a:lnTo>
                  <a:pt x="771" y="2616"/>
                </a:lnTo>
                <a:lnTo>
                  <a:pt x="769" y="2615"/>
                </a:lnTo>
                <a:lnTo>
                  <a:pt x="767" y="2614"/>
                </a:lnTo>
                <a:lnTo>
                  <a:pt x="766" y="2613"/>
                </a:lnTo>
                <a:lnTo>
                  <a:pt x="766" y="2612"/>
                </a:lnTo>
                <a:lnTo>
                  <a:pt x="765" y="2612"/>
                </a:lnTo>
                <a:lnTo>
                  <a:pt x="762" y="2614"/>
                </a:lnTo>
                <a:lnTo>
                  <a:pt x="761" y="2615"/>
                </a:lnTo>
                <a:lnTo>
                  <a:pt x="760" y="2615"/>
                </a:lnTo>
                <a:lnTo>
                  <a:pt x="756" y="2618"/>
                </a:lnTo>
                <a:lnTo>
                  <a:pt x="756" y="2619"/>
                </a:lnTo>
                <a:lnTo>
                  <a:pt x="757" y="2620"/>
                </a:lnTo>
                <a:lnTo>
                  <a:pt x="757" y="2621"/>
                </a:lnTo>
                <a:lnTo>
                  <a:pt x="758" y="2621"/>
                </a:lnTo>
                <a:lnTo>
                  <a:pt x="757" y="2621"/>
                </a:lnTo>
                <a:lnTo>
                  <a:pt x="757" y="2622"/>
                </a:lnTo>
                <a:lnTo>
                  <a:pt x="756" y="2624"/>
                </a:lnTo>
                <a:lnTo>
                  <a:pt x="756" y="2625"/>
                </a:lnTo>
                <a:lnTo>
                  <a:pt x="755" y="2625"/>
                </a:lnTo>
                <a:lnTo>
                  <a:pt x="754" y="2625"/>
                </a:lnTo>
                <a:lnTo>
                  <a:pt x="754" y="2626"/>
                </a:lnTo>
                <a:lnTo>
                  <a:pt x="754" y="2627"/>
                </a:lnTo>
                <a:lnTo>
                  <a:pt x="754" y="2628"/>
                </a:lnTo>
                <a:lnTo>
                  <a:pt x="755" y="2628"/>
                </a:lnTo>
                <a:lnTo>
                  <a:pt x="755" y="2630"/>
                </a:lnTo>
                <a:lnTo>
                  <a:pt x="754" y="2630"/>
                </a:lnTo>
                <a:lnTo>
                  <a:pt x="753" y="2630"/>
                </a:lnTo>
                <a:lnTo>
                  <a:pt x="752" y="2631"/>
                </a:lnTo>
                <a:lnTo>
                  <a:pt x="752" y="2632"/>
                </a:lnTo>
                <a:lnTo>
                  <a:pt x="751" y="2635"/>
                </a:lnTo>
                <a:lnTo>
                  <a:pt x="751" y="2636"/>
                </a:lnTo>
                <a:lnTo>
                  <a:pt x="752" y="2636"/>
                </a:lnTo>
                <a:lnTo>
                  <a:pt x="752" y="2637"/>
                </a:lnTo>
                <a:lnTo>
                  <a:pt x="753" y="2637"/>
                </a:lnTo>
                <a:lnTo>
                  <a:pt x="753" y="2638"/>
                </a:lnTo>
                <a:lnTo>
                  <a:pt x="753" y="2639"/>
                </a:lnTo>
                <a:lnTo>
                  <a:pt x="752" y="2640"/>
                </a:lnTo>
                <a:lnTo>
                  <a:pt x="751" y="2641"/>
                </a:lnTo>
                <a:lnTo>
                  <a:pt x="751" y="2643"/>
                </a:lnTo>
                <a:lnTo>
                  <a:pt x="750" y="2645"/>
                </a:lnTo>
                <a:lnTo>
                  <a:pt x="749" y="2645"/>
                </a:lnTo>
                <a:lnTo>
                  <a:pt x="748" y="2645"/>
                </a:lnTo>
                <a:lnTo>
                  <a:pt x="747" y="2645"/>
                </a:lnTo>
                <a:lnTo>
                  <a:pt x="746" y="2645"/>
                </a:lnTo>
                <a:lnTo>
                  <a:pt x="745" y="2645"/>
                </a:lnTo>
                <a:lnTo>
                  <a:pt x="745" y="2646"/>
                </a:lnTo>
                <a:lnTo>
                  <a:pt x="744" y="2647"/>
                </a:lnTo>
                <a:lnTo>
                  <a:pt x="743" y="2647"/>
                </a:lnTo>
                <a:lnTo>
                  <a:pt x="743" y="2648"/>
                </a:lnTo>
                <a:lnTo>
                  <a:pt x="743" y="2649"/>
                </a:lnTo>
                <a:lnTo>
                  <a:pt x="742" y="2650"/>
                </a:lnTo>
                <a:lnTo>
                  <a:pt x="742" y="2651"/>
                </a:lnTo>
                <a:lnTo>
                  <a:pt x="742" y="2652"/>
                </a:lnTo>
                <a:lnTo>
                  <a:pt x="740" y="2653"/>
                </a:lnTo>
                <a:lnTo>
                  <a:pt x="739" y="2652"/>
                </a:lnTo>
                <a:lnTo>
                  <a:pt x="737" y="2651"/>
                </a:lnTo>
                <a:lnTo>
                  <a:pt x="736" y="2650"/>
                </a:lnTo>
                <a:lnTo>
                  <a:pt x="732" y="2650"/>
                </a:lnTo>
                <a:lnTo>
                  <a:pt x="731" y="2651"/>
                </a:lnTo>
                <a:lnTo>
                  <a:pt x="730" y="2651"/>
                </a:lnTo>
                <a:lnTo>
                  <a:pt x="730" y="2656"/>
                </a:lnTo>
                <a:lnTo>
                  <a:pt x="731" y="2657"/>
                </a:lnTo>
                <a:lnTo>
                  <a:pt x="731" y="2659"/>
                </a:lnTo>
                <a:lnTo>
                  <a:pt x="730" y="2661"/>
                </a:lnTo>
                <a:lnTo>
                  <a:pt x="729" y="2662"/>
                </a:lnTo>
                <a:lnTo>
                  <a:pt x="727" y="2664"/>
                </a:lnTo>
                <a:lnTo>
                  <a:pt x="727" y="2665"/>
                </a:lnTo>
                <a:lnTo>
                  <a:pt x="726" y="2666"/>
                </a:lnTo>
                <a:lnTo>
                  <a:pt x="726" y="2667"/>
                </a:lnTo>
                <a:lnTo>
                  <a:pt x="724" y="2669"/>
                </a:lnTo>
                <a:lnTo>
                  <a:pt x="722" y="2671"/>
                </a:lnTo>
                <a:lnTo>
                  <a:pt x="719" y="2674"/>
                </a:lnTo>
                <a:lnTo>
                  <a:pt x="719" y="2675"/>
                </a:lnTo>
                <a:lnTo>
                  <a:pt x="719" y="2676"/>
                </a:lnTo>
                <a:lnTo>
                  <a:pt x="719" y="2678"/>
                </a:lnTo>
                <a:lnTo>
                  <a:pt x="719" y="2679"/>
                </a:lnTo>
                <a:lnTo>
                  <a:pt x="718" y="2682"/>
                </a:lnTo>
                <a:lnTo>
                  <a:pt x="718" y="2684"/>
                </a:lnTo>
                <a:lnTo>
                  <a:pt x="716" y="2684"/>
                </a:lnTo>
                <a:lnTo>
                  <a:pt x="715" y="2684"/>
                </a:lnTo>
                <a:lnTo>
                  <a:pt x="714" y="2684"/>
                </a:lnTo>
                <a:lnTo>
                  <a:pt x="711" y="2685"/>
                </a:lnTo>
                <a:lnTo>
                  <a:pt x="711" y="2687"/>
                </a:lnTo>
                <a:lnTo>
                  <a:pt x="711" y="2688"/>
                </a:lnTo>
                <a:lnTo>
                  <a:pt x="712" y="2689"/>
                </a:lnTo>
                <a:lnTo>
                  <a:pt x="713" y="2690"/>
                </a:lnTo>
                <a:lnTo>
                  <a:pt x="714" y="2690"/>
                </a:lnTo>
                <a:lnTo>
                  <a:pt x="714" y="2691"/>
                </a:lnTo>
                <a:lnTo>
                  <a:pt x="713" y="2692"/>
                </a:lnTo>
                <a:lnTo>
                  <a:pt x="713" y="2694"/>
                </a:lnTo>
                <a:lnTo>
                  <a:pt x="712" y="2694"/>
                </a:lnTo>
                <a:lnTo>
                  <a:pt x="712" y="2695"/>
                </a:lnTo>
                <a:lnTo>
                  <a:pt x="712" y="2696"/>
                </a:lnTo>
                <a:lnTo>
                  <a:pt x="711" y="2696"/>
                </a:lnTo>
                <a:lnTo>
                  <a:pt x="710" y="2695"/>
                </a:lnTo>
                <a:lnTo>
                  <a:pt x="708" y="2695"/>
                </a:lnTo>
                <a:lnTo>
                  <a:pt x="708" y="2696"/>
                </a:lnTo>
                <a:lnTo>
                  <a:pt x="708" y="2697"/>
                </a:lnTo>
                <a:lnTo>
                  <a:pt x="707" y="2699"/>
                </a:lnTo>
                <a:lnTo>
                  <a:pt x="706" y="2700"/>
                </a:lnTo>
                <a:lnTo>
                  <a:pt x="705" y="2700"/>
                </a:lnTo>
                <a:lnTo>
                  <a:pt x="704" y="2701"/>
                </a:lnTo>
                <a:lnTo>
                  <a:pt x="705" y="2701"/>
                </a:lnTo>
                <a:lnTo>
                  <a:pt x="705" y="2702"/>
                </a:lnTo>
                <a:lnTo>
                  <a:pt x="706" y="2702"/>
                </a:lnTo>
                <a:lnTo>
                  <a:pt x="706" y="2703"/>
                </a:lnTo>
                <a:lnTo>
                  <a:pt x="705" y="2703"/>
                </a:lnTo>
                <a:lnTo>
                  <a:pt x="704" y="2704"/>
                </a:lnTo>
                <a:lnTo>
                  <a:pt x="702" y="2704"/>
                </a:lnTo>
                <a:lnTo>
                  <a:pt x="702" y="2705"/>
                </a:lnTo>
                <a:lnTo>
                  <a:pt x="701" y="2707"/>
                </a:lnTo>
                <a:lnTo>
                  <a:pt x="700" y="2708"/>
                </a:lnTo>
                <a:lnTo>
                  <a:pt x="701" y="2709"/>
                </a:lnTo>
                <a:lnTo>
                  <a:pt x="703" y="2711"/>
                </a:lnTo>
                <a:lnTo>
                  <a:pt x="703" y="2712"/>
                </a:lnTo>
                <a:lnTo>
                  <a:pt x="702" y="2712"/>
                </a:lnTo>
                <a:lnTo>
                  <a:pt x="701" y="2711"/>
                </a:lnTo>
                <a:lnTo>
                  <a:pt x="700" y="2712"/>
                </a:lnTo>
                <a:lnTo>
                  <a:pt x="701" y="2712"/>
                </a:lnTo>
                <a:lnTo>
                  <a:pt x="701" y="2713"/>
                </a:lnTo>
                <a:lnTo>
                  <a:pt x="700" y="2714"/>
                </a:lnTo>
                <a:lnTo>
                  <a:pt x="700" y="2715"/>
                </a:lnTo>
                <a:lnTo>
                  <a:pt x="699" y="2715"/>
                </a:lnTo>
                <a:lnTo>
                  <a:pt x="698" y="2715"/>
                </a:lnTo>
                <a:lnTo>
                  <a:pt x="696" y="2715"/>
                </a:lnTo>
                <a:lnTo>
                  <a:pt x="696" y="2717"/>
                </a:lnTo>
                <a:lnTo>
                  <a:pt x="695" y="2719"/>
                </a:lnTo>
                <a:lnTo>
                  <a:pt x="694" y="2719"/>
                </a:lnTo>
                <a:lnTo>
                  <a:pt x="693" y="2719"/>
                </a:lnTo>
                <a:lnTo>
                  <a:pt x="692" y="2719"/>
                </a:lnTo>
                <a:lnTo>
                  <a:pt x="691" y="2719"/>
                </a:lnTo>
                <a:lnTo>
                  <a:pt x="691" y="2720"/>
                </a:lnTo>
                <a:lnTo>
                  <a:pt x="690" y="2720"/>
                </a:lnTo>
                <a:lnTo>
                  <a:pt x="690" y="2721"/>
                </a:lnTo>
                <a:lnTo>
                  <a:pt x="689" y="2721"/>
                </a:lnTo>
                <a:lnTo>
                  <a:pt x="689" y="2720"/>
                </a:lnTo>
                <a:lnTo>
                  <a:pt x="688" y="2720"/>
                </a:lnTo>
                <a:lnTo>
                  <a:pt x="687" y="2720"/>
                </a:lnTo>
                <a:lnTo>
                  <a:pt x="682" y="2719"/>
                </a:lnTo>
                <a:lnTo>
                  <a:pt x="680" y="2719"/>
                </a:lnTo>
                <a:lnTo>
                  <a:pt x="679" y="2720"/>
                </a:lnTo>
                <a:lnTo>
                  <a:pt x="678" y="2720"/>
                </a:lnTo>
                <a:lnTo>
                  <a:pt x="678" y="2719"/>
                </a:lnTo>
                <a:lnTo>
                  <a:pt x="677" y="2719"/>
                </a:lnTo>
                <a:lnTo>
                  <a:pt x="677" y="2718"/>
                </a:lnTo>
                <a:lnTo>
                  <a:pt x="676" y="2717"/>
                </a:lnTo>
                <a:lnTo>
                  <a:pt x="676" y="2716"/>
                </a:lnTo>
                <a:lnTo>
                  <a:pt x="675" y="2716"/>
                </a:lnTo>
                <a:lnTo>
                  <a:pt x="672" y="2717"/>
                </a:lnTo>
                <a:lnTo>
                  <a:pt x="672" y="2718"/>
                </a:lnTo>
                <a:lnTo>
                  <a:pt x="671" y="2720"/>
                </a:lnTo>
                <a:lnTo>
                  <a:pt x="670" y="2720"/>
                </a:lnTo>
                <a:lnTo>
                  <a:pt x="669" y="2721"/>
                </a:lnTo>
                <a:lnTo>
                  <a:pt x="666" y="2721"/>
                </a:lnTo>
                <a:lnTo>
                  <a:pt x="666" y="2720"/>
                </a:lnTo>
                <a:lnTo>
                  <a:pt x="665" y="2720"/>
                </a:lnTo>
                <a:lnTo>
                  <a:pt x="665" y="2719"/>
                </a:lnTo>
                <a:lnTo>
                  <a:pt x="664" y="2719"/>
                </a:lnTo>
                <a:lnTo>
                  <a:pt x="662" y="2719"/>
                </a:lnTo>
                <a:lnTo>
                  <a:pt x="662" y="2720"/>
                </a:lnTo>
                <a:lnTo>
                  <a:pt x="661" y="2720"/>
                </a:lnTo>
                <a:lnTo>
                  <a:pt x="661" y="2719"/>
                </a:lnTo>
                <a:lnTo>
                  <a:pt x="659" y="2718"/>
                </a:lnTo>
                <a:lnTo>
                  <a:pt x="659" y="2717"/>
                </a:lnTo>
                <a:lnTo>
                  <a:pt x="659" y="2716"/>
                </a:lnTo>
                <a:lnTo>
                  <a:pt x="658" y="2716"/>
                </a:lnTo>
                <a:lnTo>
                  <a:pt x="658" y="2715"/>
                </a:lnTo>
                <a:lnTo>
                  <a:pt x="657" y="2715"/>
                </a:lnTo>
                <a:lnTo>
                  <a:pt x="656" y="2715"/>
                </a:lnTo>
                <a:lnTo>
                  <a:pt x="656" y="2716"/>
                </a:lnTo>
                <a:lnTo>
                  <a:pt x="655" y="2716"/>
                </a:lnTo>
                <a:lnTo>
                  <a:pt x="653" y="2716"/>
                </a:lnTo>
                <a:lnTo>
                  <a:pt x="651" y="2716"/>
                </a:lnTo>
                <a:lnTo>
                  <a:pt x="651" y="2715"/>
                </a:lnTo>
                <a:lnTo>
                  <a:pt x="650" y="2713"/>
                </a:lnTo>
                <a:lnTo>
                  <a:pt x="650" y="2712"/>
                </a:lnTo>
                <a:lnTo>
                  <a:pt x="650" y="2711"/>
                </a:lnTo>
                <a:lnTo>
                  <a:pt x="649" y="2710"/>
                </a:lnTo>
                <a:lnTo>
                  <a:pt x="648" y="2710"/>
                </a:lnTo>
                <a:lnTo>
                  <a:pt x="648" y="2711"/>
                </a:lnTo>
                <a:lnTo>
                  <a:pt x="648" y="2712"/>
                </a:lnTo>
                <a:lnTo>
                  <a:pt x="647" y="2712"/>
                </a:lnTo>
                <a:lnTo>
                  <a:pt x="645" y="2713"/>
                </a:lnTo>
                <a:lnTo>
                  <a:pt x="645" y="2714"/>
                </a:lnTo>
                <a:lnTo>
                  <a:pt x="639" y="2714"/>
                </a:lnTo>
                <a:lnTo>
                  <a:pt x="638" y="2714"/>
                </a:lnTo>
                <a:lnTo>
                  <a:pt x="637" y="2714"/>
                </a:lnTo>
                <a:lnTo>
                  <a:pt x="637" y="2713"/>
                </a:lnTo>
                <a:lnTo>
                  <a:pt x="635" y="2712"/>
                </a:lnTo>
                <a:lnTo>
                  <a:pt x="634" y="2712"/>
                </a:lnTo>
                <a:lnTo>
                  <a:pt x="634" y="2713"/>
                </a:lnTo>
                <a:lnTo>
                  <a:pt x="633" y="2713"/>
                </a:lnTo>
                <a:lnTo>
                  <a:pt x="632" y="2713"/>
                </a:lnTo>
                <a:lnTo>
                  <a:pt x="630" y="2712"/>
                </a:lnTo>
                <a:lnTo>
                  <a:pt x="628" y="2711"/>
                </a:lnTo>
                <a:lnTo>
                  <a:pt x="627" y="2711"/>
                </a:lnTo>
                <a:lnTo>
                  <a:pt x="626" y="2711"/>
                </a:lnTo>
                <a:lnTo>
                  <a:pt x="625" y="2711"/>
                </a:lnTo>
                <a:lnTo>
                  <a:pt x="623" y="2713"/>
                </a:lnTo>
                <a:lnTo>
                  <a:pt x="621" y="2712"/>
                </a:lnTo>
                <a:lnTo>
                  <a:pt x="619" y="2712"/>
                </a:lnTo>
                <a:lnTo>
                  <a:pt x="618" y="2712"/>
                </a:lnTo>
                <a:lnTo>
                  <a:pt x="617" y="2712"/>
                </a:lnTo>
                <a:lnTo>
                  <a:pt x="616" y="2712"/>
                </a:lnTo>
                <a:lnTo>
                  <a:pt x="616" y="2711"/>
                </a:lnTo>
                <a:lnTo>
                  <a:pt x="616" y="2710"/>
                </a:lnTo>
                <a:lnTo>
                  <a:pt x="615" y="2710"/>
                </a:lnTo>
                <a:lnTo>
                  <a:pt x="615" y="2709"/>
                </a:lnTo>
                <a:lnTo>
                  <a:pt x="614" y="2709"/>
                </a:lnTo>
                <a:lnTo>
                  <a:pt x="613" y="2709"/>
                </a:lnTo>
                <a:lnTo>
                  <a:pt x="611" y="2709"/>
                </a:lnTo>
                <a:lnTo>
                  <a:pt x="610" y="2708"/>
                </a:lnTo>
                <a:lnTo>
                  <a:pt x="609" y="2708"/>
                </a:lnTo>
                <a:lnTo>
                  <a:pt x="609" y="2707"/>
                </a:lnTo>
                <a:lnTo>
                  <a:pt x="606" y="2707"/>
                </a:lnTo>
                <a:lnTo>
                  <a:pt x="603" y="2707"/>
                </a:lnTo>
                <a:lnTo>
                  <a:pt x="602" y="2707"/>
                </a:lnTo>
                <a:lnTo>
                  <a:pt x="602" y="2709"/>
                </a:lnTo>
                <a:lnTo>
                  <a:pt x="599" y="2710"/>
                </a:lnTo>
                <a:lnTo>
                  <a:pt x="596" y="2709"/>
                </a:lnTo>
                <a:lnTo>
                  <a:pt x="596" y="2708"/>
                </a:lnTo>
                <a:lnTo>
                  <a:pt x="595" y="2708"/>
                </a:lnTo>
                <a:lnTo>
                  <a:pt x="594" y="2708"/>
                </a:lnTo>
                <a:lnTo>
                  <a:pt x="594" y="2709"/>
                </a:lnTo>
                <a:lnTo>
                  <a:pt x="593" y="2709"/>
                </a:lnTo>
                <a:lnTo>
                  <a:pt x="592" y="2709"/>
                </a:lnTo>
                <a:lnTo>
                  <a:pt x="590" y="2708"/>
                </a:lnTo>
                <a:lnTo>
                  <a:pt x="589" y="2707"/>
                </a:lnTo>
                <a:lnTo>
                  <a:pt x="590" y="2706"/>
                </a:lnTo>
                <a:lnTo>
                  <a:pt x="590" y="2705"/>
                </a:lnTo>
                <a:lnTo>
                  <a:pt x="589" y="2705"/>
                </a:lnTo>
                <a:lnTo>
                  <a:pt x="588" y="2704"/>
                </a:lnTo>
                <a:lnTo>
                  <a:pt x="587" y="2704"/>
                </a:lnTo>
                <a:lnTo>
                  <a:pt x="586" y="2704"/>
                </a:lnTo>
                <a:lnTo>
                  <a:pt x="586" y="2703"/>
                </a:lnTo>
                <a:lnTo>
                  <a:pt x="586" y="2702"/>
                </a:lnTo>
                <a:lnTo>
                  <a:pt x="586" y="2701"/>
                </a:lnTo>
                <a:lnTo>
                  <a:pt x="586" y="2700"/>
                </a:lnTo>
                <a:lnTo>
                  <a:pt x="585" y="2700"/>
                </a:lnTo>
                <a:lnTo>
                  <a:pt x="584" y="2700"/>
                </a:lnTo>
                <a:lnTo>
                  <a:pt x="584" y="2701"/>
                </a:lnTo>
                <a:lnTo>
                  <a:pt x="583" y="2701"/>
                </a:lnTo>
                <a:lnTo>
                  <a:pt x="583" y="2702"/>
                </a:lnTo>
                <a:lnTo>
                  <a:pt x="579" y="2702"/>
                </a:lnTo>
                <a:lnTo>
                  <a:pt x="576" y="2702"/>
                </a:lnTo>
                <a:lnTo>
                  <a:pt x="575" y="2702"/>
                </a:lnTo>
                <a:lnTo>
                  <a:pt x="572" y="2703"/>
                </a:lnTo>
                <a:lnTo>
                  <a:pt x="569" y="2703"/>
                </a:lnTo>
                <a:lnTo>
                  <a:pt x="567" y="2706"/>
                </a:lnTo>
                <a:lnTo>
                  <a:pt x="566" y="2709"/>
                </a:lnTo>
                <a:lnTo>
                  <a:pt x="565" y="2713"/>
                </a:lnTo>
                <a:lnTo>
                  <a:pt x="564" y="2715"/>
                </a:lnTo>
                <a:lnTo>
                  <a:pt x="563" y="2715"/>
                </a:lnTo>
                <a:lnTo>
                  <a:pt x="562" y="2717"/>
                </a:lnTo>
                <a:lnTo>
                  <a:pt x="561" y="2717"/>
                </a:lnTo>
                <a:lnTo>
                  <a:pt x="561" y="2718"/>
                </a:lnTo>
                <a:lnTo>
                  <a:pt x="560" y="2718"/>
                </a:lnTo>
                <a:lnTo>
                  <a:pt x="560" y="2717"/>
                </a:lnTo>
                <a:lnTo>
                  <a:pt x="559" y="2717"/>
                </a:lnTo>
                <a:lnTo>
                  <a:pt x="558" y="2716"/>
                </a:lnTo>
                <a:lnTo>
                  <a:pt x="558" y="2715"/>
                </a:lnTo>
                <a:lnTo>
                  <a:pt x="557" y="2715"/>
                </a:lnTo>
                <a:lnTo>
                  <a:pt x="557" y="2714"/>
                </a:lnTo>
                <a:lnTo>
                  <a:pt x="556" y="2714"/>
                </a:lnTo>
                <a:lnTo>
                  <a:pt x="555" y="2713"/>
                </a:lnTo>
                <a:lnTo>
                  <a:pt x="555" y="2712"/>
                </a:lnTo>
                <a:lnTo>
                  <a:pt x="554" y="2712"/>
                </a:lnTo>
                <a:lnTo>
                  <a:pt x="553" y="2712"/>
                </a:lnTo>
                <a:lnTo>
                  <a:pt x="553" y="2711"/>
                </a:lnTo>
                <a:lnTo>
                  <a:pt x="552" y="2711"/>
                </a:lnTo>
                <a:lnTo>
                  <a:pt x="552" y="2710"/>
                </a:lnTo>
                <a:lnTo>
                  <a:pt x="552" y="2709"/>
                </a:lnTo>
                <a:lnTo>
                  <a:pt x="551" y="2709"/>
                </a:lnTo>
                <a:lnTo>
                  <a:pt x="551" y="2708"/>
                </a:lnTo>
                <a:lnTo>
                  <a:pt x="551" y="2707"/>
                </a:lnTo>
                <a:lnTo>
                  <a:pt x="551" y="2706"/>
                </a:lnTo>
                <a:lnTo>
                  <a:pt x="551" y="2705"/>
                </a:lnTo>
                <a:lnTo>
                  <a:pt x="551" y="2704"/>
                </a:lnTo>
                <a:lnTo>
                  <a:pt x="552" y="2704"/>
                </a:lnTo>
                <a:lnTo>
                  <a:pt x="551" y="2704"/>
                </a:lnTo>
                <a:lnTo>
                  <a:pt x="550" y="2704"/>
                </a:lnTo>
                <a:lnTo>
                  <a:pt x="550" y="2703"/>
                </a:lnTo>
                <a:lnTo>
                  <a:pt x="549" y="2703"/>
                </a:lnTo>
                <a:lnTo>
                  <a:pt x="548" y="2703"/>
                </a:lnTo>
                <a:lnTo>
                  <a:pt x="548" y="2704"/>
                </a:lnTo>
                <a:lnTo>
                  <a:pt x="547" y="2704"/>
                </a:lnTo>
                <a:lnTo>
                  <a:pt x="546" y="2704"/>
                </a:lnTo>
                <a:lnTo>
                  <a:pt x="546" y="2705"/>
                </a:lnTo>
                <a:lnTo>
                  <a:pt x="545" y="2705"/>
                </a:lnTo>
                <a:lnTo>
                  <a:pt x="545" y="2706"/>
                </a:lnTo>
                <a:lnTo>
                  <a:pt x="544" y="2706"/>
                </a:lnTo>
                <a:lnTo>
                  <a:pt x="544" y="2707"/>
                </a:lnTo>
                <a:lnTo>
                  <a:pt x="544" y="2706"/>
                </a:lnTo>
                <a:lnTo>
                  <a:pt x="543" y="2706"/>
                </a:lnTo>
                <a:lnTo>
                  <a:pt x="542" y="2706"/>
                </a:lnTo>
                <a:lnTo>
                  <a:pt x="541" y="2706"/>
                </a:lnTo>
                <a:lnTo>
                  <a:pt x="541" y="2707"/>
                </a:lnTo>
                <a:lnTo>
                  <a:pt x="540" y="2707"/>
                </a:lnTo>
                <a:lnTo>
                  <a:pt x="540" y="2708"/>
                </a:lnTo>
                <a:lnTo>
                  <a:pt x="539" y="2708"/>
                </a:lnTo>
                <a:lnTo>
                  <a:pt x="539" y="2707"/>
                </a:lnTo>
                <a:lnTo>
                  <a:pt x="538" y="2707"/>
                </a:lnTo>
                <a:lnTo>
                  <a:pt x="538" y="2706"/>
                </a:lnTo>
                <a:lnTo>
                  <a:pt x="537" y="2706"/>
                </a:lnTo>
                <a:lnTo>
                  <a:pt x="537" y="2705"/>
                </a:lnTo>
                <a:lnTo>
                  <a:pt x="537" y="2704"/>
                </a:lnTo>
                <a:lnTo>
                  <a:pt x="536" y="2704"/>
                </a:lnTo>
                <a:lnTo>
                  <a:pt x="536" y="2703"/>
                </a:lnTo>
                <a:lnTo>
                  <a:pt x="536" y="2702"/>
                </a:lnTo>
                <a:lnTo>
                  <a:pt x="536" y="2701"/>
                </a:lnTo>
                <a:lnTo>
                  <a:pt x="537" y="2701"/>
                </a:lnTo>
                <a:lnTo>
                  <a:pt x="537" y="2700"/>
                </a:lnTo>
                <a:lnTo>
                  <a:pt x="538" y="2700"/>
                </a:lnTo>
                <a:lnTo>
                  <a:pt x="538" y="2699"/>
                </a:lnTo>
                <a:lnTo>
                  <a:pt x="538" y="2698"/>
                </a:lnTo>
                <a:lnTo>
                  <a:pt x="537" y="2698"/>
                </a:lnTo>
                <a:lnTo>
                  <a:pt x="537" y="2697"/>
                </a:lnTo>
                <a:lnTo>
                  <a:pt x="537" y="2696"/>
                </a:lnTo>
                <a:lnTo>
                  <a:pt x="536" y="2696"/>
                </a:lnTo>
                <a:lnTo>
                  <a:pt x="536" y="2695"/>
                </a:lnTo>
                <a:lnTo>
                  <a:pt x="535" y="2695"/>
                </a:lnTo>
                <a:lnTo>
                  <a:pt x="535" y="2694"/>
                </a:lnTo>
                <a:lnTo>
                  <a:pt x="534" y="2693"/>
                </a:lnTo>
                <a:lnTo>
                  <a:pt x="533" y="2693"/>
                </a:lnTo>
                <a:lnTo>
                  <a:pt x="532" y="2693"/>
                </a:lnTo>
                <a:lnTo>
                  <a:pt x="532" y="2692"/>
                </a:lnTo>
                <a:lnTo>
                  <a:pt x="531" y="2692"/>
                </a:lnTo>
                <a:lnTo>
                  <a:pt x="531" y="2691"/>
                </a:lnTo>
                <a:lnTo>
                  <a:pt x="530" y="2691"/>
                </a:lnTo>
                <a:lnTo>
                  <a:pt x="530" y="2689"/>
                </a:lnTo>
                <a:lnTo>
                  <a:pt x="529" y="2689"/>
                </a:lnTo>
                <a:lnTo>
                  <a:pt x="529" y="2688"/>
                </a:lnTo>
                <a:lnTo>
                  <a:pt x="529" y="2687"/>
                </a:lnTo>
                <a:lnTo>
                  <a:pt x="528" y="2687"/>
                </a:lnTo>
                <a:lnTo>
                  <a:pt x="527" y="2687"/>
                </a:lnTo>
                <a:lnTo>
                  <a:pt x="527" y="2686"/>
                </a:lnTo>
                <a:lnTo>
                  <a:pt x="526" y="2686"/>
                </a:lnTo>
                <a:lnTo>
                  <a:pt x="526" y="2685"/>
                </a:lnTo>
                <a:lnTo>
                  <a:pt x="525" y="2685"/>
                </a:lnTo>
                <a:lnTo>
                  <a:pt x="525" y="2686"/>
                </a:lnTo>
                <a:lnTo>
                  <a:pt x="524" y="2686"/>
                </a:lnTo>
                <a:lnTo>
                  <a:pt x="523" y="2685"/>
                </a:lnTo>
                <a:lnTo>
                  <a:pt x="522" y="2685"/>
                </a:lnTo>
                <a:lnTo>
                  <a:pt x="522" y="2684"/>
                </a:lnTo>
                <a:lnTo>
                  <a:pt x="522" y="2683"/>
                </a:lnTo>
                <a:lnTo>
                  <a:pt x="521" y="2683"/>
                </a:lnTo>
                <a:lnTo>
                  <a:pt x="520" y="2682"/>
                </a:lnTo>
                <a:lnTo>
                  <a:pt x="520" y="2681"/>
                </a:lnTo>
                <a:lnTo>
                  <a:pt x="519" y="2681"/>
                </a:lnTo>
                <a:lnTo>
                  <a:pt x="520" y="2681"/>
                </a:lnTo>
                <a:lnTo>
                  <a:pt x="519" y="2681"/>
                </a:lnTo>
                <a:lnTo>
                  <a:pt x="519" y="2680"/>
                </a:lnTo>
                <a:lnTo>
                  <a:pt x="520" y="2680"/>
                </a:lnTo>
                <a:lnTo>
                  <a:pt x="521" y="2680"/>
                </a:lnTo>
                <a:lnTo>
                  <a:pt x="522" y="2680"/>
                </a:lnTo>
                <a:lnTo>
                  <a:pt x="522" y="2679"/>
                </a:lnTo>
                <a:lnTo>
                  <a:pt x="523" y="2679"/>
                </a:lnTo>
                <a:lnTo>
                  <a:pt x="522" y="2678"/>
                </a:lnTo>
                <a:lnTo>
                  <a:pt x="523" y="2677"/>
                </a:lnTo>
                <a:lnTo>
                  <a:pt x="524" y="2677"/>
                </a:lnTo>
                <a:lnTo>
                  <a:pt x="524" y="2676"/>
                </a:lnTo>
                <a:lnTo>
                  <a:pt x="523" y="2676"/>
                </a:lnTo>
                <a:lnTo>
                  <a:pt x="523" y="2675"/>
                </a:lnTo>
                <a:lnTo>
                  <a:pt x="522" y="2675"/>
                </a:lnTo>
                <a:lnTo>
                  <a:pt x="522" y="2674"/>
                </a:lnTo>
                <a:lnTo>
                  <a:pt x="521" y="2674"/>
                </a:lnTo>
                <a:lnTo>
                  <a:pt x="521" y="2673"/>
                </a:lnTo>
                <a:lnTo>
                  <a:pt x="520" y="2673"/>
                </a:lnTo>
                <a:lnTo>
                  <a:pt x="520" y="2672"/>
                </a:lnTo>
                <a:lnTo>
                  <a:pt x="519" y="2672"/>
                </a:lnTo>
                <a:lnTo>
                  <a:pt x="519" y="2671"/>
                </a:lnTo>
                <a:lnTo>
                  <a:pt x="518" y="2671"/>
                </a:lnTo>
                <a:lnTo>
                  <a:pt x="518" y="2670"/>
                </a:lnTo>
                <a:lnTo>
                  <a:pt x="518" y="2669"/>
                </a:lnTo>
                <a:lnTo>
                  <a:pt x="518" y="2668"/>
                </a:lnTo>
                <a:lnTo>
                  <a:pt x="518" y="2667"/>
                </a:lnTo>
                <a:lnTo>
                  <a:pt x="518" y="2666"/>
                </a:lnTo>
                <a:lnTo>
                  <a:pt x="518" y="2665"/>
                </a:lnTo>
                <a:lnTo>
                  <a:pt x="517" y="2665"/>
                </a:lnTo>
                <a:lnTo>
                  <a:pt x="516" y="2665"/>
                </a:lnTo>
                <a:lnTo>
                  <a:pt x="516" y="2664"/>
                </a:lnTo>
                <a:lnTo>
                  <a:pt x="515" y="2664"/>
                </a:lnTo>
                <a:lnTo>
                  <a:pt x="514" y="2664"/>
                </a:lnTo>
                <a:lnTo>
                  <a:pt x="514" y="2663"/>
                </a:lnTo>
                <a:lnTo>
                  <a:pt x="513" y="2663"/>
                </a:lnTo>
                <a:lnTo>
                  <a:pt x="512" y="2662"/>
                </a:lnTo>
                <a:lnTo>
                  <a:pt x="511" y="2662"/>
                </a:lnTo>
                <a:lnTo>
                  <a:pt x="511" y="2661"/>
                </a:lnTo>
                <a:lnTo>
                  <a:pt x="510" y="2661"/>
                </a:lnTo>
                <a:lnTo>
                  <a:pt x="510" y="2660"/>
                </a:lnTo>
                <a:lnTo>
                  <a:pt x="509" y="2660"/>
                </a:lnTo>
                <a:lnTo>
                  <a:pt x="508" y="2660"/>
                </a:lnTo>
                <a:lnTo>
                  <a:pt x="508" y="2659"/>
                </a:lnTo>
                <a:lnTo>
                  <a:pt x="507" y="2659"/>
                </a:lnTo>
                <a:lnTo>
                  <a:pt x="506" y="2659"/>
                </a:lnTo>
                <a:lnTo>
                  <a:pt x="505" y="2659"/>
                </a:lnTo>
                <a:lnTo>
                  <a:pt x="504" y="2659"/>
                </a:lnTo>
                <a:lnTo>
                  <a:pt x="504" y="2658"/>
                </a:lnTo>
                <a:lnTo>
                  <a:pt x="503" y="2658"/>
                </a:lnTo>
                <a:lnTo>
                  <a:pt x="503" y="2659"/>
                </a:lnTo>
                <a:lnTo>
                  <a:pt x="502" y="2659"/>
                </a:lnTo>
                <a:lnTo>
                  <a:pt x="501" y="2659"/>
                </a:lnTo>
                <a:lnTo>
                  <a:pt x="502" y="2659"/>
                </a:lnTo>
                <a:lnTo>
                  <a:pt x="501" y="2659"/>
                </a:lnTo>
                <a:lnTo>
                  <a:pt x="501" y="2660"/>
                </a:lnTo>
                <a:lnTo>
                  <a:pt x="500" y="2660"/>
                </a:lnTo>
                <a:lnTo>
                  <a:pt x="500" y="2659"/>
                </a:lnTo>
                <a:lnTo>
                  <a:pt x="499" y="2659"/>
                </a:lnTo>
                <a:lnTo>
                  <a:pt x="499" y="2660"/>
                </a:lnTo>
                <a:lnTo>
                  <a:pt x="500" y="2661"/>
                </a:lnTo>
                <a:lnTo>
                  <a:pt x="499" y="2662"/>
                </a:lnTo>
                <a:lnTo>
                  <a:pt x="498" y="2662"/>
                </a:lnTo>
                <a:lnTo>
                  <a:pt x="498" y="2663"/>
                </a:lnTo>
                <a:lnTo>
                  <a:pt x="498" y="2664"/>
                </a:lnTo>
                <a:lnTo>
                  <a:pt x="497" y="2664"/>
                </a:lnTo>
                <a:lnTo>
                  <a:pt x="496" y="2664"/>
                </a:lnTo>
                <a:lnTo>
                  <a:pt x="496" y="2663"/>
                </a:lnTo>
                <a:lnTo>
                  <a:pt x="495" y="2663"/>
                </a:lnTo>
                <a:lnTo>
                  <a:pt x="495" y="2662"/>
                </a:lnTo>
                <a:lnTo>
                  <a:pt x="494" y="2662"/>
                </a:lnTo>
                <a:lnTo>
                  <a:pt x="493" y="2662"/>
                </a:lnTo>
                <a:lnTo>
                  <a:pt x="493" y="2661"/>
                </a:lnTo>
                <a:lnTo>
                  <a:pt x="494" y="2661"/>
                </a:lnTo>
                <a:lnTo>
                  <a:pt x="494" y="2660"/>
                </a:lnTo>
                <a:lnTo>
                  <a:pt x="493" y="2660"/>
                </a:lnTo>
                <a:lnTo>
                  <a:pt x="493" y="2659"/>
                </a:lnTo>
                <a:lnTo>
                  <a:pt x="494" y="2659"/>
                </a:lnTo>
                <a:lnTo>
                  <a:pt x="494" y="2658"/>
                </a:lnTo>
                <a:lnTo>
                  <a:pt x="494" y="2657"/>
                </a:lnTo>
                <a:lnTo>
                  <a:pt x="494" y="2656"/>
                </a:lnTo>
                <a:lnTo>
                  <a:pt x="495" y="2656"/>
                </a:lnTo>
                <a:lnTo>
                  <a:pt x="495" y="2655"/>
                </a:lnTo>
                <a:lnTo>
                  <a:pt x="495" y="2654"/>
                </a:lnTo>
                <a:lnTo>
                  <a:pt x="496" y="2654"/>
                </a:lnTo>
                <a:lnTo>
                  <a:pt x="496" y="2653"/>
                </a:lnTo>
                <a:lnTo>
                  <a:pt x="496" y="2652"/>
                </a:lnTo>
                <a:lnTo>
                  <a:pt x="495" y="2652"/>
                </a:lnTo>
                <a:lnTo>
                  <a:pt x="495" y="2651"/>
                </a:lnTo>
                <a:lnTo>
                  <a:pt x="495" y="2650"/>
                </a:lnTo>
                <a:lnTo>
                  <a:pt x="495" y="2649"/>
                </a:lnTo>
                <a:lnTo>
                  <a:pt x="496" y="2649"/>
                </a:lnTo>
                <a:lnTo>
                  <a:pt x="495" y="2649"/>
                </a:lnTo>
                <a:lnTo>
                  <a:pt x="494" y="2649"/>
                </a:lnTo>
                <a:lnTo>
                  <a:pt x="494" y="2648"/>
                </a:lnTo>
                <a:lnTo>
                  <a:pt x="493" y="2648"/>
                </a:lnTo>
                <a:lnTo>
                  <a:pt x="493" y="2647"/>
                </a:lnTo>
                <a:lnTo>
                  <a:pt x="492" y="2647"/>
                </a:lnTo>
                <a:lnTo>
                  <a:pt x="491" y="2647"/>
                </a:lnTo>
                <a:lnTo>
                  <a:pt x="490" y="2647"/>
                </a:lnTo>
                <a:lnTo>
                  <a:pt x="489" y="2647"/>
                </a:lnTo>
                <a:lnTo>
                  <a:pt x="489" y="2646"/>
                </a:lnTo>
                <a:lnTo>
                  <a:pt x="488" y="2646"/>
                </a:lnTo>
                <a:lnTo>
                  <a:pt x="488" y="2645"/>
                </a:lnTo>
                <a:lnTo>
                  <a:pt x="488" y="2644"/>
                </a:lnTo>
                <a:lnTo>
                  <a:pt x="487" y="2644"/>
                </a:lnTo>
                <a:lnTo>
                  <a:pt x="487" y="2645"/>
                </a:lnTo>
                <a:lnTo>
                  <a:pt x="486" y="2645"/>
                </a:lnTo>
                <a:lnTo>
                  <a:pt x="485" y="2645"/>
                </a:lnTo>
                <a:lnTo>
                  <a:pt x="484" y="2645"/>
                </a:lnTo>
                <a:lnTo>
                  <a:pt x="484" y="2646"/>
                </a:lnTo>
                <a:lnTo>
                  <a:pt x="483" y="2646"/>
                </a:lnTo>
                <a:lnTo>
                  <a:pt x="483" y="2647"/>
                </a:lnTo>
                <a:lnTo>
                  <a:pt x="482" y="2647"/>
                </a:lnTo>
                <a:lnTo>
                  <a:pt x="482" y="2646"/>
                </a:lnTo>
                <a:lnTo>
                  <a:pt x="481" y="2646"/>
                </a:lnTo>
                <a:lnTo>
                  <a:pt x="480" y="2646"/>
                </a:lnTo>
                <a:lnTo>
                  <a:pt x="479" y="2647"/>
                </a:lnTo>
                <a:lnTo>
                  <a:pt x="479" y="2648"/>
                </a:lnTo>
                <a:lnTo>
                  <a:pt x="478" y="2648"/>
                </a:lnTo>
                <a:lnTo>
                  <a:pt x="478" y="2649"/>
                </a:lnTo>
                <a:lnTo>
                  <a:pt x="477" y="2650"/>
                </a:lnTo>
                <a:lnTo>
                  <a:pt x="476" y="2650"/>
                </a:lnTo>
                <a:lnTo>
                  <a:pt x="475" y="2650"/>
                </a:lnTo>
                <a:lnTo>
                  <a:pt x="475" y="2649"/>
                </a:lnTo>
                <a:lnTo>
                  <a:pt x="475" y="2648"/>
                </a:lnTo>
                <a:lnTo>
                  <a:pt x="475" y="2647"/>
                </a:lnTo>
                <a:lnTo>
                  <a:pt x="475" y="2646"/>
                </a:lnTo>
                <a:lnTo>
                  <a:pt x="475" y="2645"/>
                </a:lnTo>
                <a:lnTo>
                  <a:pt x="476" y="2645"/>
                </a:lnTo>
                <a:lnTo>
                  <a:pt x="476" y="2644"/>
                </a:lnTo>
                <a:lnTo>
                  <a:pt x="476" y="2643"/>
                </a:lnTo>
                <a:lnTo>
                  <a:pt x="476" y="2642"/>
                </a:lnTo>
                <a:lnTo>
                  <a:pt x="477" y="2642"/>
                </a:lnTo>
                <a:lnTo>
                  <a:pt x="477" y="2641"/>
                </a:lnTo>
                <a:lnTo>
                  <a:pt x="477" y="2640"/>
                </a:lnTo>
                <a:lnTo>
                  <a:pt x="476" y="2640"/>
                </a:lnTo>
                <a:lnTo>
                  <a:pt x="476" y="2639"/>
                </a:lnTo>
                <a:lnTo>
                  <a:pt x="475" y="2639"/>
                </a:lnTo>
                <a:lnTo>
                  <a:pt x="475" y="2638"/>
                </a:lnTo>
                <a:lnTo>
                  <a:pt x="474" y="2638"/>
                </a:lnTo>
                <a:lnTo>
                  <a:pt x="473" y="2638"/>
                </a:lnTo>
                <a:lnTo>
                  <a:pt x="473" y="2637"/>
                </a:lnTo>
                <a:lnTo>
                  <a:pt x="472" y="2636"/>
                </a:lnTo>
                <a:lnTo>
                  <a:pt x="471" y="2636"/>
                </a:lnTo>
                <a:lnTo>
                  <a:pt x="471" y="2635"/>
                </a:lnTo>
                <a:lnTo>
                  <a:pt x="470" y="2635"/>
                </a:lnTo>
                <a:lnTo>
                  <a:pt x="469" y="2635"/>
                </a:lnTo>
                <a:lnTo>
                  <a:pt x="468" y="2634"/>
                </a:lnTo>
                <a:lnTo>
                  <a:pt x="467" y="2634"/>
                </a:lnTo>
                <a:lnTo>
                  <a:pt x="466" y="2634"/>
                </a:lnTo>
                <a:lnTo>
                  <a:pt x="465" y="2634"/>
                </a:lnTo>
                <a:lnTo>
                  <a:pt x="464" y="2634"/>
                </a:lnTo>
                <a:lnTo>
                  <a:pt x="463" y="2634"/>
                </a:lnTo>
                <a:lnTo>
                  <a:pt x="462" y="2633"/>
                </a:lnTo>
                <a:lnTo>
                  <a:pt x="462" y="2632"/>
                </a:lnTo>
                <a:lnTo>
                  <a:pt x="462" y="2631"/>
                </a:lnTo>
                <a:lnTo>
                  <a:pt x="461" y="2631"/>
                </a:lnTo>
                <a:lnTo>
                  <a:pt x="460" y="2631"/>
                </a:lnTo>
                <a:lnTo>
                  <a:pt x="460" y="2630"/>
                </a:lnTo>
                <a:lnTo>
                  <a:pt x="459" y="2630"/>
                </a:lnTo>
                <a:lnTo>
                  <a:pt x="458" y="2630"/>
                </a:lnTo>
                <a:lnTo>
                  <a:pt x="458" y="2629"/>
                </a:lnTo>
                <a:lnTo>
                  <a:pt x="457" y="2629"/>
                </a:lnTo>
                <a:lnTo>
                  <a:pt x="456" y="2629"/>
                </a:lnTo>
                <a:lnTo>
                  <a:pt x="456" y="2628"/>
                </a:lnTo>
                <a:lnTo>
                  <a:pt x="455" y="2628"/>
                </a:lnTo>
                <a:lnTo>
                  <a:pt x="455" y="2627"/>
                </a:lnTo>
                <a:lnTo>
                  <a:pt x="455" y="2626"/>
                </a:lnTo>
                <a:lnTo>
                  <a:pt x="454" y="2626"/>
                </a:lnTo>
                <a:lnTo>
                  <a:pt x="454" y="2625"/>
                </a:lnTo>
                <a:lnTo>
                  <a:pt x="454" y="2624"/>
                </a:lnTo>
                <a:lnTo>
                  <a:pt x="454" y="2623"/>
                </a:lnTo>
                <a:lnTo>
                  <a:pt x="454" y="2622"/>
                </a:lnTo>
                <a:lnTo>
                  <a:pt x="454" y="2621"/>
                </a:lnTo>
                <a:lnTo>
                  <a:pt x="454" y="2620"/>
                </a:lnTo>
                <a:lnTo>
                  <a:pt x="455" y="2620"/>
                </a:lnTo>
                <a:lnTo>
                  <a:pt x="454" y="2619"/>
                </a:lnTo>
                <a:lnTo>
                  <a:pt x="454" y="2618"/>
                </a:lnTo>
                <a:lnTo>
                  <a:pt x="455" y="2618"/>
                </a:lnTo>
                <a:lnTo>
                  <a:pt x="456" y="2618"/>
                </a:lnTo>
                <a:lnTo>
                  <a:pt x="456" y="2617"/>
                </a:lnTo>
                <a:lnTo>
                  <a:pt x="457" y="2617"/>
                </a:lnTo>
                <a:lnTo>
                  <a:pt x="457" y="2616"/>
                </a:lnTo>
                <a:lnTo>
                  <a:pt x="458" y="2616"/>
                </a:lnTo>
                <a:lnTo>
                  <a:pt x="458" y="2615"/>
                </a:lnTo>
                <a:lnTo>
                  <a:pt x="457" y="2615"/>
                </a:lnTo>
                <a:lnTo>
                  <a:pt x="457" y="2614"/>
                </a:lnTo>
                <a:lnTo>
                  <a:pt x="458" y="2614"/>
                </a:lnTo>
                <a:lnTo>
                  <a:pt x="458" y="2613"/>
                </a:lnTo>
                <a:lnTo>
                  <a:pt x="458" y="2612"/>
                </a:lnTo>
                <a:lnTo>
                  <a:pt x="458" y="2611"/>
                </a:lnTo>
                <a:lnTo>
                  <a:pt x="457" y="2611"/>
                </a:lnTo>
                <a:lnTo>
                  <a:pt x="457" y="2610"/>
                </a:lnTo>
                <a:lnTo>
                  <a:pt x="456" y="2610"/>
                </a:lnTo>
                <a:lnTo>
                  <a:pt x="456" y="2609"/>
                </a:lnTo>
                <a:lnTo>
                  <a:pt x="455" y="2609"/>
                </a:lnTo>
                <a:lnTo>
                  <a:pt x="454" y="2608"/>
                </a:lnTo>
                <a:lnTo>
                  <a:pt x="454" y="2607"/>
                </a:lnTo>
                <a:lnTo>
                  <a:pt x="453" y="2607"/>
                </a:lnTo>
                <a:lnTo>
                  <a:pt x="452" y="2607"/>
                </a:lnTo>
                <a:lnTo>
                  <a:pt x="452" y="2606"/>
                </a:lnTo>
                <a:lnTo>
                  <a:pt x="452" y="2607"/>
                </a:lnTo>
                <a:lnTo>
                  <a:pt x="452" y="2606"/>
                </a:lnTo>
                <a:lnTo>
                  <a:pt x="451" y="2605"/>
                </a:lnTo>
                <a:lnTo>
                  <a:pt x="450" y="2605"/>
                </a:lnTo>
                <a:lnTo>
                  <a:pt x="449" y="2605"/>
                </a:lnTo>
                <a:lnTo>
                  <a:pt x="449" y="2604"/>
                </a:lnTo>
                <a:lnTo>
                  <a:pt x="449" y="2603"/>
                </a:lnTo>
                <a:lnTo>
                  <a:pt x="449" y="2601"/>
                </a:lnTo>
                <a:lnTo>
                  <a:pt x="449" y="2600"/>
                </a:lnTo>
                <a:lnTo>
                  <a:pt x="449" y="2599"/>
                </a:lnTo>
                <a:lnTo>
                  <a:pt x="450" y="2599"/>
                </a:lnTo>
                <a:lnTo>
                  <a:pt x="450" y="2598"/>
                </a:lnTo>
                <a:lnTo>
                  <a:pt x="450" y="2597"/>
                </a:lnTo>
                <a:lnTo>
                  <a:pt x="451" y="2597"/>
                </a:lnTo>
                <a:lnTo>
                  <a:pt x="451" y="2596"/>
                </a:lnTo>
                <a:lnTo>
                  <a:pt x="452" y="2596"/>
                </a:lnTo>
                <a:lnTo>
                  <a:pt x="452" y="2595"/>
                </a:lnTo>
                <a:lnTo>
                  <a:pt x="453" y="2595"/>
                </a:lnTo>
                <a:lnTo>
                  <a:pt x="454" y="2595"/>
                </a:lnTo>
                <a:lnTo>
                  <a:pt x="455" y="2595"/>
                </a:lnTo>
                <a:lnTo>
                  <a:pt x="455" y="2594"/>
                </a:lnTo>
                <a:lnTo>
                  <a:pt x="455" y="2593"/>
                </a:lnTo>
                <a:lnTo>
                  <a:pt x="455" y="2592"/>
                </a:lnTo>
                <a:lnTo>
                  <a:pt x="456" y="2592"/>
                </a:lnTo>
                <a:lnTo>
                  <a:pt x="456" y="2591"/>
                </a:lnTo>
                <a:lnTo>
                  <a:pt x="456" y="2590"/>
                </a:lnTo>
                <a:lnTo>
                  <a:pt x="457" y="2590"/>
                </a:lnTo>
                <a:lnTo>
                  <a:pt x="457" y="2589"/>
                </a:lnTo>
                <a:lnTo>
                  <a:pt x="457" y="2588"/>
                </a:lnTo>
                <a:lnTo>
                  <a:pt x="457" y="2587"/>
                </a:lnTo>
                <a:lnTo>
                  <a:pt x="457" y="2586"/>
                </a:lnTo>
                <a:lnTo>
                  <a:pt x="458" y="2586"/>
                </a:lnTo>
                <a:lnTo>
                  <a:pt x="458" y="2585"/>
                </a:lnTo>
                <a:lnTo>
                  <a:pt x="458" y="2584"/>
                </a:lnTo>
                <a:lnTo>
                  <a:pt x="459" y="2583"/>
                </a:lnTo>
                <a:lnTo>
                  <a:pt x="459" y="2582"/>
                </a:lnTo>
                <a:lnTo>
                  <a:pt x="460" y="2581"/>
                </a:lnTo>
                <a:lnTo>
                  <a:pt x="459" y="2581"/>
                </a:lnTo>
                <a:lnTo>
                  <a:pt x="460" y="2581"/>
                </a:lnTo>
                <a:lnTo>
                  <a:pt x="460" y="2580"/>
                </a:lnTo>
                <a:lnTo>
                  <a:pt x="459" y="2580"/>
                </a:lnTo>
                <a:lnTo>
                  <a:pt x="460" y="2580"/>
                </a:lnTo>
                <a:lnTo>
                  <a:pt x="459" y="2580"/>
                </a:lnTo>
                <a:lnTo>
                  <a:pt x="460" y="2579"/>
                </a:lnTo>
                <a:lnTo>
                  <a:pt x="459" y="2579"/>
                </a:lnTo>
                <a:lnTo>
                  <a:pt x="459" y="2578"/>
                </a:lnTo>
                <a:lnTo>
                  <a:pt x="460" y="2578"/>
                </a:lnTo>
                <a:lnTo>
                  <a:pt x="460" y="2577"/>
                </a:lnTo>
                <a:lnTo>
                  <a:pt x="461" y="2577"/>
                </a:lnTo>
                <a:lnTo>
                  <a:pt x="461" y="2576"/>
                </a:lnTo>
                <a:lnTo>
                  <a:pt x="462" y="2576"/>
                </a:lnTo>
                <a:lnTo>
                  <a:pt x="461" y="2575"/>
                </a:lnTo>
                <a:lnTo>
                  <a:pt x="462" y="2575"/>
                </a:lnTo>
                <a:lnTo>
                  <a:pt x="462" y="2574"/>
                </a:lnTo>
                <a:lnTo>
                  <a:pt x="462" y="2573"/>
                </a:lnTo>
                <a:lnTo>
                  <a:pt x="461" y="2572"/>
                </a:lnTo>
                <a:lnTo>
                  <a:pt x="461" y="2571"/>
                </a:lnTo>
                <a:lnTo>
                  <a:pt x="460" y="2571"/>
                </a:lnTo>
                <a:lnTo>
                  <a:pt x="459" y="2571"/>
                </a:lnTo>
                <a:lnTo>
                  <a:pt x="459" y="2570"/>
                </a:lnTo>
                <a:lnTo>
                  <a:pt x="458" y="2570"/>
                </a:lnTo>
                <a:lnTo>
                  <a:pt x="457" y="2570"/>
                </a:lnTo>
                <a:lnTo>
                  <a:pt x="458" y="2569"/>
                </a:lnTo>
                <a:lnTo>
                  <a:pt x="458" y="2568"/>
                </a:lnTo>
                <a:lnTo>
                  <a:pt x="459" y="2568"/>
                </a:lnTo>
                <a:lnTo>
                  <a:pt x="459" y="2567"/>
                </a:lnTo>
                <a:lnTo>
                  <a:pt x="458" y="2567"/>
                </a:lnTo>
                <a:lnTo>
                  <a:pt x="458" y="2566"/>
                </a:lnTo>
                <a:lnTo>
                  <a:pt x="457" y="2565"/>
                </a:lnTo>
                <a:lnTo>
                  <a:pt x="458" y="2565"/>
                </a:lnTo>
                <a:lnTo>
                  <a:pt x="457" y="2565"/>
                </a:lnTo>
                <a:lnTo>
                  <a:pt x="457" y="2564"/>
                </a:lnTo>
                <a:lnTo>
                  <a:pt x="456" y="2564"/>
                </a:lnTo>
                <a:lnTo>
                  <a:pt x="456" y="2563"/>
                </a:lnTo>
                <a:lnTo>
                  <a:pt x="457" y="2563"/>
                </a:lnTo>
                <a:lnTo>
                  <a:pt x="456" y="2563"/>
                </a:lnTo>
                <a:lnTo>
                  <a:pt x="456" y="2561"/>
                </a:lnTo>
                <a:lnTo>
                  <a:pt x="455" y="2560"/>
                </a:lnTo>
                <a:lnTo>
                  <a:pt x="455" y="2559"/>
                </a:lnTo>
                <a:lnTo>
                  <a:pt x="455" y="2558"/>
                </a:lnTo>
                <a:lnTo>
                  <a:pt x="456" y="2558"/>
                </a:lnTo>
                <a:lnTo>
                  <a:pt x="456" y="2557"/>
                </a:lnTo>
                <a:lnTo>
                  <a:pt x="456" y="2558"/>
                </a:lnTo>
                <a:lnTo>
                  <a:pt x="457" y="2558"/>
                </a:lnTo>
                <a:lnTo>
                  <a:pt x="458" y="2558"/>
                </a:lnTo>
                <a:lnTo>
                  <a:pt x="458" y="2557"/>
                </a:lnTo>
                <a:lnTo>
                  <a:pt x="459" y="2557"/>
                </a:lnTo>
                <a:lnTo>
                  <a:pt x="460" y="2557"/>
                </a:lnTo>
                <a:lnTo>
                  <a:pt x="460" y="2556"/>
                </a:lnTo>
                <a:lnTo>
                  <a:pt x="461" y="2556"/>
                </a:lnTo>
                <a:lnTo>
                  <a:pt x="461" y="2555"/>
                </a:lnTo>
                <a:lnTo>
                  <a:pt x="461" y="2554"/>
                </a:lnTo>
                <a:lnTo>
                  <a:pt x="462" y="2554"/>
                </a:lnTo>
                <a:lnTo>
                  <a:pt x="462" y="2553"/>
                </a:lnTo>
                <a:lnTo>
                  <a:pt x="462" y="2552"/>
                </a:lnTo>
                <a:lnTo>
                  <a:pt x="461" y="2552"/>
                </a:lnTo>
                <a:lnTo>
                  <a:pt x="460" y="2552"/>
                </a:lnTo>
                <a:lnTo>
                  <a:pt x="460" y="2551"/>
                </a:lnTo>
                <a:lnTo>
                  <a:pt x="460" y="2550"/>
                </a:lnTo>
                <a:lnTo>
                  <a:pt x="459" y="2550"/>
                </a:lnTo>
                <a:lnTo>
                  <a:pt x="459" y="2549"/>
                </a:lnTo>
                <a:lnTo>
                  <a:pt x="458" y="2548"/>
                </a:lnTo>
                <a:lnTo>
                  <a:pt x="458" y="2549"/>
                </a:lnTo>
                <a:lnTo>
                  <a:pt x="457" y="2548"/>
                </a:lnTo>
                <a:lnTo>
                  <a:pt x="456" y="2548"/>
                </a:lnTo>
                <a:lnTo>
                  <a:pt x="456" y="2547"/>
                </a:lnTo>
                <a:lnTo>
                  <a:pt x="455" y="2547"/>
                </a:lnTo>
                <a:lnTo>
                  <a:pt x="455" y="2546"/>
                </a:lnTo>
                <a:lnTo>
                  <a:pt x="455" y="2545"/>
                </a:lnTo>
                <a:lnTo>
                  <a:pt x="454" y="2545"/>
                </a:lnTo>
                <a:lnTo>
                  <a:pt x="454" y="2544"/>
                </a:lnTo>
                <a:lnTo>
                  <a:pt x="454" y="2543"/>
                </a:lnTo>
                <a:lnTo>
                  <a:pt x="454" y="2542"/>
                </a:lnTo>
                <a:lnTo>
                  <a:pt x="453" y="2541"/>
                </a:lnTo>
                <a:lnTo>
                  <a:pt x="453" y="2540"/>
                </a:lnTo>
                <a:lnTo>
                  <a:pt x="453" y="2539"/>
                </a:lnTo>
                <a:lnTo>
                  <a:pt x="452" y="2538"/>
                </a:lnTo>
                <a:lnTo>
                  <a:pt x="451" y="2537"/>
                </a:lnTo>
                <a:lnTo>
                  <a:pt x="451" y="2536"/>
                </a:lnTo>
                <a:lnTo>
                  <a:pt x="452" y="2536"/>
                </a:lnTo>
                <a:lnTo>
                  <a:pt x="453" y="2535"/>
                </a:lnTo>
                <a:lnTo>
                  <a:pt x="453" y="2534"/>
                </a:lnTo>
                <a:lnTo>
                  <a:pt x="454" y="2534"/>
                </a:lnTo>
                <a:lnTo>
                  <a:pt x="455" y="2534"/>
                </a:lnTo>
                <a:lnTo>
                  <a:pt x="456" y="2534"/>
                </a:lnTo>
                <a:lnTo>
                  <a:pt x="456" y="2533"/>
                </a:lnTo>
                <a:lnTo>
                  <a:pt x="456" y="2532"/>
                </a:lnTo>
                <a:lnTo>
                  <a:pt x="456" y="2531"/>
                </a:lnTo>
                <a:lnTo>
                  <a:pt x="457" y="2531"/>
                </a:lnTo>
                <a:lnTo>
                  <a:pt x="458" y="2531"/>
                </a:lnTo>
                <a:lnTo>
                  <a:pt x="458" y="2530"/>
                </a:lnTo>
                <a:lnTo>
                  <a:pt x="458" y="2529"/>
                </a:lnTo>
                <a:lnTo>
                  <a:pt x="458" y="2528"/>
                </a:lnTo>
                <a:lnTo>
                  <a:pt x="457" y="2527"/>
                </a:lnTo>
                <a:lnTo>
                  <a:pt x="457" y="2526"/>
                </a:lnTo>
                <a:lnTo>
                  <a:pt x="457" y="2525"/>
                </a:lnTo>
                <a:lnTo>
                  <a:pt x="458" y="2525"/>
                </a:lnTo>
                <a:lnTo>
                  <a:pt x="457" y="2524"/>
                </a:lnTo>
                <a:lnTo>
                  <a:pt x="456" y="2523"/>
                </a:lnTo>
                <a:lnTo>
                  <a:pt x="455" y="2523"/>
                </a:lnTo>
                <a:lnTo>
                  <a:pt x="455" y="2522"/>
                </a:lnTo>
                <a:lnTo>
                  <a:pt x="454" y="2522"/>
                </a:lnTo>
                <a:lnTo>
                  <a:pt x="453" y="2522"/>
                </a:lnTo>
                <a:lnTo>
                  <a:pt x="453" y="2523"/>
                </a:lnTo>
                <a:lnTo>
                  <a:pt x="452" y="2522"/>
                </a:lnTo>
                <a:lnTo>
                  <a:pt x="451" y="2522"/>
                </a:lnTo>
                <a:lnTo>
                  <a:pt x="450" y="2522"/>
                </a:lnTo>
                <a:lnTo>
                  <a:pt x="449" y="2522"/>
                </a:lnTo>
                <a:lnTo>
                  <a:pt x="449" y="2523"/>
                </a:lnTo>
                <a:lnTo>
                  <a:pt x="448" y="2523"/>
                </a:lnTo>
                <a:lnTo>
                  <a:pt x="447" y="2522"/>
                </a:lnTo>
                <a:lnTo>
                  <a:pt x="447" y="2521"/>
                </a:lnTo>
                <a:lnTo>
                  <a:pt x="447" y="2520"/>
                </a:lnTo>
                <a:lnTo>
                  <a:pt x="446" y="2519"/>
                </a:lnTo>
                <a:lnTo>
                  <a:pt x="446" y="2518"/>
                </a:lnTo>
                <a:lnTo>
                  <a:pt x="445" y="2518"/>
                </a:lnTo>
                <a:lnTo>
                  <a:pt x="446" y="2517"/>
                </a:lnTo>
                <a:lnTo>
                  <a:pt x="447" y="2517"/>
                </a:lnTo>
                <a:lnTo>
                  <a:pt x="447" y="2516"/>
                </a:lnTo>
                <a:lnTo>
                  <a:pt x="448" y="2515"/>
                </a:lnTo>
                <a:lnTo>
                  <a:pt x="447" y="2515"/>
                </a:lnTo>
                <a:lnTo>
                  <a:pt x="447" y="2514"/>
                </a:lnTo>
                <a:lnTo>
                  <a:pt x="448" y="2514"/>
                </a:lnTo>
                <a:lnTo>
                  <a:pt x="448" y="2513"/>
                </a:lnTo>
                <a:lnTo>
                  <a:pt x="447" y="2512"/>
                </a:lnTo>
                <a:lnTo>
                  <a:pt x="447" y="2511"/>
                </a:lnTo>
                <a:lnTo>
                  <a:pt x="448" y="2511"/>
                </a:lnTo>
                <a:lnTo>
                  <a:pt x="448" y="2510"/>
                </a:lnTo>
                <a:lnTo>
                  <a:pt x="448" y="2509"/>
                </a:lnTo>
                <a:lnTo>
                  <a:pt x="448" y="2508"/>
                </a:lnTo>
                <a:lnTo>
                  <a:pt x="449" y="2508"/>
                </a:lnTo>
                <a:lnTo>
                  <a:pt x="450" y="2508"/>
                </a:lnTo>
                <a:lnTo>
                  <a:pt x="450" y="2507"/>
                </a:lnTo>
                <a:lnTo>
                  <a:pt x="450" y="2505"/>
                </a:lnTo>
                <a:lnTo>
                  <a:pt x="450" y="2504"/>
                </a:lnTo>
                <a:lnTo>
                  <a:pt x="450" y="2503"/>
                </a:lnTo>
                <a:lnTo>
                  <a:pt x="449" y="2502"/>
                </a:lnTo>
                <a:lnTo>
                  <a:pt x="449" y="2501"/>
                </a:lnTo>
                <a:lnTo>
                  <a:pt x="448" y="2500"/>
                </a:lnTo>
                <a:lnTo>
                  <a:pt x="448" y="2499"/>
                </a:lnTo>
                <a:lnTo>
                  <a:pt x="447" y="2499"/>
                </a:lnTo>
                <a:lnTo>
                  <a:pt x="447" y="2498"/>
                </a:lnTo>
                <a:lnTo>
                  <a:pt x="447" y="2496"/>
                </a:lnTo>
                <a:lnTo>
                  <a:pt x="446" y="2496"/>
                </a:lnTo>
                <a:lnTo>
                  <a:pt x="445" y="2496"/>
                </a:lnTo>
                <a:lnTo>
                  <a:pt x="445" y="2495"/>
                </a:lnTo>
                <a:lnTo>
                  <a:pt x="446" y="2495"/>
                </a:lnTo>
                <a:lnTo>
                  <a:pt x="446" y="2494"/>
                </a:lnTo>
                <a:lnTo>
                  <a:pt x="446" y="2493"/>
                </a:lnTo>
                <a:lnTo>
                  <a:pt x="445" y="2493"/>
                </a:lnTo>
                <a:lnTo>
                  <a:pt x="445" y="2492"/>
                </a:lnTo>
                <a:lnTo>
                  <a:pt x="445" y="2491"/>
                </a:lnTo>
                <a:lnTo>
                  <a:pt x="445" y="2490"/>
                </a:lnTo>
                <a:lnTo>
                  <a:pt x="446" y="2489"/>
                </a:lnTo>
                <a:lnTo>
                  <a:pt x="446" y="2488"/>
                </a:lnTo>
                <a:lnTo>
                  <a:pt x="446" y="2487"/>
                </a:lnTo>
                <a:lnTo>
                  <a:pt x="446" y="2486"/>
                </a:lnTo>
                <a:lnTo>
                  <a:pt x="447" y="2486"/>
                </a:lnTo>
                <a:lnTo>
                  <a:pt x="447" y="2485"/>
                </a:lnTo>
                <a:lnTo>
                  <a:pt x="448" y="2485"/>
                </a:lnTo>
                <a:lnTo>
                  <a:pt x="448" y="2484"/>
                </a:lnTo>
                <a:lnTo>
                  <a:pt x="448" y="2483"/>
                </a:lnTo>
                <a:lnTo>
                  <a:pt x="448" y="2482"/>
                </a:lnTo>
                <a:lnTo>
                  <a:pt x="448" y="2481"/>
                </a:lnTo>
                <a:lnTo>
                  <a:pt x="449" y="2481"/>
                </a:lnTo>
                <a:lnTo>
                  <a:pt x="449" y="2480"/>
                </a:lnTo>
                <a:lnTo>
                  <a:pt x="449" y="2479"/>
                </a:lnTo>
                <a:lnTo>
                  <a:pt x="450" y="2478"/>
                </a:lnTo>
                <a:lnTo>
                  <a:pt x="450" y="2477"/>
                </a:lnTo>
                <a:lnTo>
                  <a:pt x="450" y="2476"/>
                </a:lnTo>
                <a:lnTo>
                  <a:pt x="451" y="2476"/>
                </a:lnTo>
                <a:lnTo>
                  <a:pt x="451" y="2475"/>
                </a:lnTo>
                <a:lnTo>
                  <a:pt x="451" y="2474"/>
                </a:lnTo>
                <a:lnTo>
                  <a:pt x="451" y="2473"/>
                </a:lnTo>
                <a:lnTo>
                  <a:pt x="452" y="2472"/>
                </a:lnTo>
                <a:lnTo>
                  <a:pt x="452" y="2471"/>
                </a:lnTo>
                <a:lnTo>
                  <a:pt x="453" y="2469"/>
                </a:lnTo>
                <a:lnTo>
                  <a:pt x="453" y="2468"/>
                </a:lnTo>
                <a:lnTo>
                  <a:pt x="453" y="2467"/>
                </a:lnTo>
                <a:lnTo>
                  <a:pt x="454" y="2466"/>
                </a:lnTo>
                <a:lnTo>
                  <a:pt x="455" y="2466"/>
                </a:lnTo>
                <a:lnTo>
                  <a:pt x="456" y="2466"/>
                </a:lnTo>
                <a:lnTo>
                  <a:pt x="457" y="2465"/>
                </a:lnTo>
                <a:lnTo>
                  <a:pt x="459" y="2465"/>
                </a:lnTo>
                <a:lnTo>
                  <a:pt x="459" y="2464"/>
                </a:lnTo>
                <a:lnTo>
                  <a:pt x="460" y="2463"/>
                </a:lnTo>
                <a:lnTo>
                  <a:pt x="461" y="2462"/>
                </a:lnTo>
                <a:lnTo>
                  <a:pt x="462" y="2461"/>
                </a:lnTo>
                <a:lnTo>
                  <a:pt x="463" y="2461"/>
                </a:lnTo>
                <a:lnTo>
                  <a:pt x="464" y="2460"/>
                </a:lnTo>
                <a:lnTo>
                  <a:pt x="465" y="2460"/>
                </a:lnTo>
                <a:lnTo>
                  <a:pt x="465" y="2459"/>
                </a:lnTo>
                <a:lnTo>
                  <a:pt x="466" y="2459"/>
                </a:lnTo>
                <a:lnTo>
                  <a:pt x="467" y="2458"/>
                </a:lnTo>
                <a:lnTo>
                  <a:pt x="468" y="2458"/>
                </a:lnTo>
                <a:lnTo>
                  <a:pt x="469" y="2458"/>
                </a:lnTo>
                <a:lnTo>
                  <a:pt x="470" y="2458"/>
                </a:lnTo>
                <a:lnTo>
                  <a:pt x="471" y="2457"/>
                </a:lnTo>
                <a:lnTo>
                  <a:pt x="472" y="2456"/>
                </a:lnTo>
                <a:lnTo>
                  <a:pt x="472" y="2455"/>
                </a:lnTo>
                <a:lnTo>
                  <a:pt x="473" y="2455"/>
                </a:lnTo>
                <a:lnTo>
                  <a:pt x="473" y="2453"/>
                </a:lnTo>
                <a:lnTo>
                  <a:pt x="474" y="2451"/>
                </a:lnTo>
                <a:lnTo>
                  <a:pt x="474" y="2450"/>
                </a:lnTo>
                <a:lnTo>
                  <a:pt x="475" y="2449"/>
                </a:lnTo>
                <a:lnTo>
                  <a:pt x="476" y="2449"/>
                </a:lnTo>
                <a:lnTo>
                  <a:pt x="477" y="2448"/>
                </a:lnTo>
                <a:lnTo>
                  <a:pt x="478" y="2448"/>
                </a:lnTo>
                <a:lnTo>
                  <a:pt x="478" y="2447"/>
                </a:lnTo>
                <a:lnTo>
                  <a:pt x="479" y="2447"/>
                </a:lnTo>
                <a:lnTo>
                  <a:pt x="480" y="2447"/>
                </a:lnTo>
                <a:lnTo>
                  <a:pt x="480" y="2446"/>
                </a:lnTo>
                <a:lnTo>
                  <a:pt x="479" y="2446"/>
                </a:lnTo>
                <a:lnTo>
                  <a:pt x="479" y="2445"/>
                </a:lnTo>
                <a:lnTo>
                  <a:pt x="478" y="2445"/>
                </a:lnTo>
                <a:lnTo>
                  <a:pt x="477" y="2445"/>
                </a:lnTo>
                <a:lnTo>
                  <a:pt x="477" y="2444"/>
                </a:lnTo>
                <a:lnTo>
                  <a:pt x="476" y="2444"/>
                </a:lnTo>
                <a:lnTo>
                  <a:pt x="475" y="2444"/>
                </a:lnTo>
                <a:lnTo>
                  <a:pt x="475" y="2443"/>
                </a:lnTo>
                <a:lnTo>
                  <a:pt x="474" y="2443"/>
                </a:lnTo>
                <a:lnTo>
                  <a:pt x="473" y="2443"/>
                </a:lnTo>
                <a:lnTo>
                  <a:pt x="472" y="2443"/>
                </a:lnTo>
                <a:lnTo>
                  <a:pt x="471" y="2443"/>
                </a:lnTo>
                <a:lnTo>
                  <a:pt x="470" y="2443"/>
                </a:lnTo>
                <a:lnTo>
                  <a:pt x="469" y="2444"/>
                </a:lnTo>
                <a:lnTo>
                  <a:pt x="468" y="2444"/>
                </a:lnTo>
                <a:lnTo>
                  <a:pt x="468" y="2443"/>
                </a:lnTo>
                <a:lnTo>
                  <a:pt x="467" y="2443"/>
                </a:lnTo>
                <a:lnTo>
                  <a:pt x="465" y="2443"/>
                </a:lnTo>
                <a:lnTo>
                  <a:pt x="464" y="2443"/>
                </a:lnTo>
                <a:lnTo>
                  <a:pt x="464" y="2444"/>
                </a:lnTo>
                <a:lnTo>
                  <a:pt x="463" y="2444"/>
                </a:lnTo>
                <a:lnTo>
                  <a:pt x="463" y="2445"/>
                </a:lnTo>
                <a:lnTo>
                  <a:pt x="463" y="2446"/>
                </a:lnTo>
                <a:lnTo>
                  <a:pt x="462" y="2446"/>
                </a:lnTo>
                <a:lnTo>
                  <a:pt x="461" y="2446"/>
                </a:lnTo>
                <a:lnTo>
                  <a:pt x="461" y="2445"/>
                </a:lnTo>
                <a:lnTo>
                  <a:pt x="461" y="2444"/>
                </a:lnTo>
                <a:lnTo>
                  <a:pt x="460" y="2444"/>
                </a:lnTo>
                <a:lnTo>
                  <a:pt x="460" y="2443"/>
                </a:lnTo>
                <a:lnTo>
                  <a:pt x="460" y="2442"/>
                </a:lnTo>
                <a:lnTo>
                  <a:pt x="459" y="2442"/>
                </a:lnTo>
                <a:lnTo>
                  <a:pt x="459" y="2441"/>
                </a:lnTo>
                <a:lnTo>
                  <a:pt x="459" y="2440"/>
                </a:lnTo>
                <a:lnTo>
                  <a:pt x="459" y="2439"/>
                </a:lnTo>
                <a:lnTo>
                  <a:pt x="458" y="2439"/>
                </a:lnTo>
                <a:lnTo>
                  <a:pt x="457" y="2439"/>
                </a:lnTo>
                <a:lnTo>
                  <a:pt x="456" y="2439"/>
                </a:lnTo>
                <a:lnTo>
                  <a:pt x="455" y="2439"/>
                </a:lnTo>
                <a:lnTo>
                  <a:pt x="454" y="2439"/>
                </a:lnTo>
                <a:lnTo>
                  <a:pt x="453" y="2440"/>
                </a:lnTo>
                <a:lnTo>
                  <a:pt x="452" y="2440"/>
                </a:lnTo>
                <a:lnTo>
                  <a:pt x="451" y="2440"/>
                </a:lnTo>
                <a:lnTo>
                  <a:pt x="449" y="2439"/>
                </a:lnTo>
                <a:lnTo>
                  <a:pt x="448" y="2438"/>
                </a:lnTo>
                <a:lnTo>
                  <a:pt x="448" y="2437"/>
                </a:lnTo>
                <a:lnTo>
                  <a:pt x="447" y="2436"/>
                </a:lnTo>
                <a:lnTo>
                  <a:pt x="446" y="2436"/>
                </a:lnTo>
                <a:lnTo>
                  <a:pt x="445" y="2436"/>
                </a:lnTo>
                <a:lnTo>
                  <a:pt x="445" y="2437"/>
                </a:lnTo>
                <a:lnTo>
                  <a:pt x="445" y="2438"/>
                </a:lnTo>
                <a:lnTo>
                  <a:pt x="444" y="2439"/>
                </a:lnTo>
                <a:lnTo>
                  <a:pt x="444" y="2440"/>
                </a:lnTo>
                <a:lnTo>
                  <a:pt x="443" y="2441"/>
                </a:lnTo>
                <a:lnTo>
                  <a:pt x="442" y="2441"/>
                </a:lnTo>
                <a:lnTo>
                  <a:pt x="441" y="2440"/>
                </a:lnTo>
                <a:lnTo>
                  <a:pt x="440" y="2438"/>
                </a:lnTo>
                <a:lnTo>
                  <a:pt x="439" y="2435"/>
                </a:lnTo>
                <a:lnTo>
                  <a:pt x="438" y="2433"/>
                </a:lnTo>
                <a:lnTo>
                  <a:pt x="437" y="2432"/>
                </a:lnTo>
                <a:lnTo>
                  <a:pt x="436" y="2433"/>
                </a:lnTo>
                <a:lnTo>
                  <a:pt x="435" y="2434"/>
                </a:lnTo>
                <a:lnTo>
                  <a:pt x="434" y="2432"/>
                </a:lnTo>
                <a:lnTo>
                  <a:pt x="432" y="2429"/>
                </a:lnTo>
                <a:lnTo>
                  <a:pt x="432" y="2428"/>
                </a:lnTo>
                <a:lnTo>
                  <a:pt x="431" y="2426"/>
                </a:lnTo>
                <a:lnTo>
                  <a:pt x="430" y="2426"/>
                </a:lnTo>
                <a:lnTo>
                  <a:pt x="429" y="2427"/>
                </a:lnTo>
                <a:lnTo>
                  <a:pt x="428" y="2428"/>
                </a:lnTo>
                <a:lnTo>
                  <a:pt x="427" y="2430"/>
                </a:lnTo>
                <a:lnTo>
                  <a:pt x="426" y="2431"/>
                </a:lnTo>
                <a:lnTo>
                  <a:pt x="425" y="2430"/>
                </a:lnTo>
                <a:lnTo>
                  <a:pt x="421" y="2428"/>
                </a:lnTo>
                <a:lnTo>
                  <a:pt x="420" y="2428"/>
                </a:lnTo>
                <a:lnTo>
                  <a:pt x="419" y="2429"/>
                </a:lnTo>
                <a:lnTo>
                  <a:pt x="417" y="2430"/>
                </a:lnTo>
                <a:lnTo>
                  <a:pt x="416" y="2430"/>
                </a:lnTo>
                <a:lnTo>
                  <a:pt x="416" y="2431"/>
                </a:lnTo>
                <a:lnTo>
                  <a:pt x="415" y="2432"/>
                </a:lnTo>
                <a:lnTo>
                  <a:pt x="415" y="2433"/>
                </a:lnTo>
                <a:lnTo>
                  <a:pt x="415" y="2434"/>
                </a:lnTo>
                <a:lnTo>
                  <a:pt x="414" y="2434"/>
                </a:lnTo>
                <a:lnTo>
                  <a:pt x="413" y="2434"/>
                </a:lnTo>
                <a:lnTo>
                  <a:pt x="412" y="2434"/>
                </a:lnTo>
                <a:lnTo>
                  <a:pt x="411" y="2433"/>
                </a:lnTo>
                <a:lnTo>
                  <a:pt x="409" y="2434"/>
                </a:lnTo>
                <a:lnTo>
                  <a:pt x="408" y="2434"/>
                </a:lnTo>
                <a:lnTo>
                  <a:pt x="407" y="2435"/>
                </a:lnTo>
                <a:lnTo>
                  <a:pt x="407" y="2434"/>
                </a:lnTo>
                <a:lnTo>
                  <a:pt x="406" y="2432"/>
                </a:lnTo>
                <a:lnTo>
                  <a:pt x="405" y="2430"/>
                </a:lnTo>
                <a:lnTo>
                  <a:pt x="404" y="2428"/>
                </a:lnTo>
                <a:lnTo>
                  <a:pt x="403" y="2428"/>
                </a:lnTo>
                <a:lnTo>
                  <a:pt x="403" y="2427"/>
                </a:lnTo>
                <a:lnTo>
                  <a:pt x="402" y="2427"/>
                </a:lnTo>
                <a:lnTo>
                  <a:pt x="401" y="2427"/>
                </a:lnTo>
                <a:lnTo>
                  <a:pt x="401" y="2428"/>
                </a:lnTo>
                <a:lnTo>
                  <a:pt x="400" y="2430"/>
                </a:lnTo>
                <a:lnTo>
                  <a:pt x="400" y="2431"/>
                </a:lnTo>
                <a:lnTo>
                  <a:pt x="399" y="2431"/>
                </a:lnTo>
                <a:lnTo>
                  <a:pt x="397" y="2429"/>
                </a:lnTo>
                <a:lnTo>
                  <a:pt x="395" y="2428"/>
                </a:lnTo>
                <a:lnTo>
                  <a:pt x="394" y="2427"/>
                </a:lnTo>
                <a:lnTo>
                  <a:pt x="393" y="2427"/>
                </a:lnTo>
                <a:lnTo>
                  <a:pt x="392" y="2428"/>
                </a:lnTo>
                <a:lnTo>
                  <a:pt x="391" y="2427"/>
                </a:lnTo>
                <a:lnTo>
                  <a:pt x="392" y="2425"/>
                </a:lnTo>
                <a:lnTo>
                  <a:pt x="392" y="2424"/>
                </a:lnTo>
                <a:lnTo>
                  <a:pt x="391" y="2424"/>
                </a:lnTo>
                <a:lnTo>
                  <a:pt x="388" y="2422"/>
                </a:lnTo>
                <a:lnTo>
                  <a:pt x="385" y="2421"/>
                </a:lnTo>
                <a:lnTo>
                  <a:pt x="383" y="2420"/>
                </a:lnTo>
                <a:lnTo>
                  <a:pt x="382" y="2420"/>
                </a:lnTo>
                <a:lnTo>
                  <a:pt x="380" y="2420"/>
                </a:lnTo>
                <a:lnTo>
                  <a:pt x="378" y="2420"/>
                </a:lnTo>
                <a:lnTo>
                  <a:pt x="377" y="2420"/>
                </a:lnTo>
                <a:lnTo>
                  <a:pt x="375" y="2420"/>
                </a:lnTo>
                <a:lnTo>
                  <a:pt x="373" y="2420"/>
                </a:lnTo>
                <a:lnTo>
                  <a:pt x="371" y="2421"/>
                </a:lnTo>
                <a:lnTo>
                  <a:pt x="370" y="2421"/>
                </a:lnTo>
                <a:lnTo>
                  <a:pt x="369" y="2421"/>
                </a:lnTo>
                <a:lnTo>
                  <a:pt x="368" y="2421"/>
                </a:lnTo>
                <a:lnTo>
                  <a:pt x="367" y="2420"/>
                </a:lnTo>
                <a:lnTo>
                  <a:pt x="366" y="2419"/>
                </a:lnTo>
                <a:lnTo>
                  <a:pt x="365" y="2418"/>
                </a:lnTo>
                <a:lnTo>
                  <a:pt x="364" y="2418"/>
                </a:lnTo>
                <a:lnTo>
                  <a:pt x="362" y="2417"/>
                </a:lnTo>
                <a:lnTo>
                  <a:pt x="361" y="2417"/>
                </a:lnTo>
                <a:lnTo>
                  <a:pt x="360" y="2416"/>
                </a:lnTo>
                <a:lnTo>
                  <a:pt x="360" y="2414"/>
                </a:lnTo>
                <a:lnTo>
                  <a:pt x="360" y="2413"/>
                </a:lnTo>
                <a:lnTo>
                  <a:pt x="360" y="2411"/>
                </a:lnTo>
                <a:lnTo>
                  <a:pt x="359" y="2411"/>
                </a:lnTo>
                <a:lnTo>
                  <a:pt x="358" y="2411"/>
                </a:lnTo>
                <a:lnTo>
                  <a:pt x="357" y="2411"/>
                </a:lnTo>
                <a:lnTo>
                  <a:pt x="357" y="2410"/>
                </a:lnTo>
                <a:lnTo>
                  <a:pt x="356" y="2410"/>
                </a:lnTo>
                <a:lnTo>
                  <a:pt x="356" y="2408"/>
                </a:lnTo>
                <a:lnTo>
                  <a:pt x="356" y="2404"/>
                </a:lnTo>
                <a:lnTo>
                  <a:pt x="355" y="2403"/>
                </a:lnTo>
                <a:lnTo>
                  <a:pt x="354" y="2401"/>
                </a:lnTo>
                <a:lnTo>
                  <a:pt x="352" y="2399"/>
                </a:lnTo>
                <a:lnTo>
                  <a:pt x="352" y="2398"/>
                </a:lnTo>
                <a:lnTo>
                  <a:pt x="350" y="2398"/>
                </a:lnTo>
                <a:lnTo>
                  <a:pt x="349" y="2399"/>
                </a:lnTo>
                <a:lnTo>
                  <a:pt x="348" y="2398"/>
                </a:lnTo>
                <a:lnTo>
                  <a:pt x="347" y="2398"/>
                </a:lnTo>
                <a:lnTo>
                  <a:pt x="346" y="2398"/>
                </a:lnTo>
                <a:lnTo>
                  <a:pt x="345" y="2398"/>
                </a:lnTo>
                <a:lnTo>
                  <a:pt x="343" y="2398"/>
                </a:lnTo>
                <a:lnTo>
                  <a:pt x="341" y="2398"/>
                </a:lnTo>
                <a:lnTo>
                  <a:pt x="340" y="2399"/>
                </a:lnTo>
                <a:lnTo>
                  <a:pt x="338" y="2399"/>
                </a:lnTo>
                <a:lnTo>
                  <a:pt x="337" y="2400"/>
                </a:lnTo>
                <a:lnTo>
                  <a:pt x="336" y="2400"/>
                </a:lnTo>
                <a:lnTo>
                  <a:pt x="334" y="2399"/>
                </a:lnTo>
                <a:lnTo>
                  <a:pt x="332" y="2398"/>
                </a:lnTo>
                <a:lnTo>
                  <a:pt x="331" y="2397"/>
                </a:lnTo>
                <a:lnTo>
                  <a:pt x="331" y="2396"/>
                </a:lnTo>
                <a:lnTo>
                  <a:pt x="330" y="2394"/>
                </a:lnTo>
                <a:lnTo>
                  <a:pt x="329" y="2394"/>
                </a:lnTo>
                <a:lnTo>
                  <a:pt x="328" y="2393"/>
                </a:lnTo>
                <a:lnTo>
                  <a:pt x="327" y="2392"/>
                </a:lnTo>
                <a:lnTo>
                  <a:pt x="326" y="2391"/>
                </a:lnTo>
                <a:lnTo>
                  <a:pt x="326" y="2389"/>
                </a:lnTo>
                <a:lnTo>
                  <a:pt x="324" y="2388"/>
                </a:lnTo>
                <a:lnTo>
                  <a:pt x="323" y="2387"/>
                </a:lnTo>
                <a:lnTo>
                  <a:pt x="321" y="2385"/>
                </a:lnTo>
                <a:lnTo>
                  <a:pt x="320" y="2385"/>
                </a:lnTo>
                <a:lnTo>
                  <a:pt x="319" y="2382"/>
                </a:lnTo>
                <a:lnTo>
                  <a:pt x="318" y="2379"/>
                </a:lnTo>
                <a:lnTo>
                  <a:pt x="317" y="2377"/>
                </a:lnTo>
                <a:lnTo>
                  <a:pt x="315" y="2376"/>
                </a:lnTo>
                <a:lnTo>
                  <a:pt x="314" y="2376"/>
                </a:lnTo>
                <a:lnTo>
                  <a:pt x="313" y="2375"/>
                </a:lnTo>
                <a:lnTo>
                  <a:pt x="311" y="2374"/>
                </a:lnTo>
                <a:lnTo>
                  <a:pt x="310" y="2373"/>
                </a:lnTo>
                <a:lnTo>
                  <a:pt x="309" y="2372"/>
                </a:lnTo>
                <a:lnTo>
                  <a:pt x="308" y="2371"/>
                </a:lnTo>
                <a:lnTo>
                  <a:pt x="307" y="2372"/>
                </a:lnTo>
                <a:lnTo>
                  <a:pt x="306" y="2372"/>
                </a:lnTo>
                <a:lnTo>
                  <a:pt x="305" y="2373"/>
                </a:lnTo>
                <a:lnTo>
                  <a:pt x="304" y="2373"/>
                </a:lnTo>
                <a:lnTo>
                  <a:pt x="303" y="2372"/>
                </a:lnTo>
                <a:lnTo>
                  <a:pt x="303" y="2373"/>
                </a:lnTo>
                <a:lnTo>
                  <a:pt x="302" y="2373"/>
                </a:lnTo>
                <a:lnTo>
                  <a:pt x="301" y="2373"/>
                </a:lnTo>
                <a:lnTo>
                  <a:pt x="300" y="2373"/>
                </a:lnTo>
                <a:lnTo>
                  <a:pt x="300" y="2372"/>
                </a:lnTo>
                <a:lnTo>
                  <a:pt x="297" y="2369"/>
                </a:lnTo>
                <a:lnTo>
                  <a:pt x="295" y="2368"/>
                </a:lnTo>
                <a:lnTo>
                  <a:pt x="293" y="2367"/>
                </a:lnTo>
                <a:lnTo>
                  <a:pt x="292" y="2365"/>
                </a:lnTo>
                <a:lnTo>
                  <a:pt x="292" y="2363"/>
                </a:lnTo>
                <a:lnTo>
                  <a:pt x="292" y="2362"/>
                </a:lnTo>
                <a:lnTo>
                  <a:pt x="290" y="2360"/>
                </a:lnTo>
                <a:lnTo>
                  <a:pt x="289" y="2359"/>
                </a:lnTo>
                <a:lnTo>
                  <a:pt x="288" y="2357"/>
                </a:lnTo>
                <a:lnTo>
                  <a:pt x="287" y="2354"/>
                </a:lnTo>
                <a:lnTo>
                  <a:pt x="287" y="2353"/>
                </a:lnTo>
                <a:lnTo>
                  <a:pt x="286" y="2353"/>
                </a:lnTo>
                <a:lnTo>
                  <a:pt x="285" y="2353"/>
                </a:lnTo>
                <a:lnTo>
                  <a:pt x="283" y="2352"/>
                </a:lnTo>
                <a:lnTo>
                  <a:pt x="277" y="2352"/>
                </a:lnTo>
                <a:lnTo>
                  <a:pt x="275" y="2352"/>
                </a:lnTo>
                <a:lnTo>
                  <a:pt x="274" y="2352"/>
                </a:lnTo>
                <a:lnTo>
                  <a:pt x="273" y="2351"/>
                </a:lnTo>
                <a:lnTo>
                  <a:pt x="273" y="2350"/>
                </a:lnTo>
                <a:lnTo>
                  <a:pt x="273" y="2349"/>
                </a:lnTo>
                <a:lnTo>
                  <a:pt x="273" y="2347"/>
                </a:lnTo>
                <a:lnTo>
                  <a:pt x="273" y="2346"/>
                </a:lnTo>
                <a:lnTo>
                  <a:pt x="272" y="2345"/>
                </a:lnTo>
                <a:lnTo>
                  <a:pt x="271" y="2342"/>
                </a:lnTo>
                <a:lnTo>
                  <a:pt x="271" y="2340"/>
                </a:lnTo>
                <a:lnTo>
                  <a:pt x="270" y="2339"/>
                </a:lnTo>
                <a:lnTo>
                  <a:pt x="269" y="2338"/>
                </a:lnTo>
                <a:lnTo>
                  <a:pt x="268" y="2336"/>
                </a:lnTo>
                <a:lnTo>
                  <a:pt x="268" y="2334"/>
                </a:lnTo>
                <a:lnTo>
                  <a:pt x="268" y="2333"/>
                </a:lnTo>
                <a:lnTo>
                  <a:pt x="268" y="2330"/>
                </a:lnTo>
                <a:lnTo>
                  <a:pt x="267" y="2329"/>
                </a:lnTo>
                <a:lnTo>
                  <a:pt x="265" y="2328"/>
                </a:lnTo>
                <a:lnTo>
                  <a:pt x="264" y="2328"/>
                </a:lnTo>
                <a:lnTo>
                  <a:pt x="262" y="2327"/>
                </a:lnTo>
                <a:lnTo>
                  <a:pt x="261" y="2326"/>
                </a:lnTo>
                <a:lnTo>
                  <a:pt x="262" y="2325"/>
                </a:lnTo>
                <a:lnTo>
                  <a:pt x="261" y="2324"/>
                </a:lnTo>
                <a:lnTo>
                  <a:pt x="260" y="2323"/>
                </a:lnTo>
                <a:lnTo>
                  <a:pt x="258" y="2324"/>
                </a:lnTo>
                <a:lnTo>
                  <a:pt x="257" y="2324"/>
                </a:lnTo>
                <a:lnTo>
                  <a:pt x="256" y="2323"/>
                </a:lnTo>
                <a:lnTo>
                  <a:pt x="254" y="2322"/>
                </a:lnTo>
                <a:lnTo>
                  <a:pt x="253" y="2321"/>
                </a:lnTo>
                <a:lnTo>
                  <a:pt x="253" y="2320"/>
                </a:lnTo>
                <a:lnTo>
                  <a:pt x="253" y="2319"/>
                </a:lnTo>
                <a:lnTo>
                  <a:pt x="253" y="2317"/>
                </a:lnTo>
                <a:lnTo>
                  <a:pt x="253" y="2316"/>
                </a:lnTo>
                <a:lnTo>
                  <a:pt x="252" y="2314"/>
                </a:lnTo>
                <a:lnTo>
                  <a:pt x="252" y="2312"/>
                </a:lnTo>
                <a:lnTo>
                  <a:pt x="252" y="2311"/>
                </a:lnTo>
                <a:lnTo>
                  <a:pt x="252" y="2309"/>
                </a:lnTo>
                <a:lnTo>
                  <a:pt x="254" y="2308"/>
                </a:lnTo>
                <a:lnTo>
                  <a:pt x="256" y="2307"/>
                </a:lnTo>
                <a:lnTo>
                  <a:pt x="257" y="2307"/>
                </a:lnTo>
                <a:lnTo>
                  <a:pt x="257" y="2306"/>
                </a:lnTo>
                <a:lnTo>
                  <a:pt x="257" y="2303"/>
                </a:lnTo>
                <a:lnTo>
                  <a:pt x="257" y="2301"/>
                </a:lnTo>
                <a:lnTo>
                  <a:pt x="258" y="2300"/>
                </a:lnTo>
                <a:lnTo>
                  <a:pt x="260" y="2298"/>
                </a:lnTo>
                <a:lnTo>
                  <a:pt x="261" y="2297"/>
                </a:lnTo>
                <a:lnTo>
                  <a:pt x="261" y="2296"/>
                </a:lnTo>
                <a:lnTo>
                  <a:pt x="261" y="2295"/>
                </a:lnTo>
                <a:lnTo>
                  <a:pt x="261" y="2293"/>
                </a:lnTo>
                <a:lnTo>
                  <a:pt x="260" y="2291"/>
                </a:lnTo>
                <a:lnTo>
                  <a:pt x="260" y="2290"/>
                </a:lnTo>
                <a:lnTo>
                  <a:pt x="259" y="2289"/>
                </a:lnTo>
                <a:lnTo>
                  <a:pt x="258" y="2289"/>
                </a:lnTo>
                <a:lnTo>
                  <a:pt x="257" y="2288"/>
                </a:lnTo>
                <a:lnTo>
                  <a:pt x="256" y="2289"/>
                </a:lnTo>
                <a:lnTo>
                  <a:pt x="255" y="2289"/>
                </a:lnTo>
                <a:lnTo>
                  <a:pt x="254" y="2290"/>
                </a:lnTo>
                <a:lnTo>
                  <a:pt x="254" y="2292"/>
                </a:lnTo>
                <a:lnTo>
                  <a:pt x="253" y="2293"/>
                </a:lnTo>
                <a:lnTo>
                  <a:pt x="252" y="2293"/>
                </a:lnTo>
                <a:lnTo>
                  <a:pt x="250" y="2294"/>
                </a:lnTo>
                <a:lnTo>
                  <a:pt x="248" y="2295"/>
                </a:lnTo>
                <a:lnTo>
                  <a:pt x="247" y="2295"/>
                </a:lnTo>
                <a:lnTo>
                  <a:pt x="247" y="2294"/>
                </a:lnTo>
                <a:lnTo>
                  <a:pt x="246" y="2293"/>
                </a:lnTo>
                <a:lnTo>
                  <a:pt x="244" y="2292"/>
                </a:lnTo>
                <a:lnTo>
                  <a:pt x="242" y="2292"/>
                </a:lnTo>
                <a:lnTo>
                  <a:pt x="241" y="2292"/>
                </a:lnTo>
                <a:lnTo>
                  <a:pt x="239" y="2292"/>
                </a:lnTo>
                <a:lnTo>
                  <a:pt x="238" y="2293"/>
                </a:lnTo>
                <a:lnTo>
                  <a:pt x="237" y="2294"/>
                </a:lnTo>
                <a:lnTo>
                  <a:pt x="236" y="2295"/>
                </a:lnTo>
                <a:lnTo>
                  <a:pt x="234" y="2296"/>
                </a:lnTo>
                <a:lnTo>
                  <a:pt x="233" y="2297"/>
                </a:lnTo>
                <a:lnTo>
                  <a:pt x="232" y="2296"/>
                </a:lnTo>
                <a:lnTo>
                  <a:pt x="229" y="2295"/>
                </a:lnTo>
                <a:lnTo>
                  <a:pt x="226" y="2294"/>
                </a:lnTo>
                <a:lnTo>
                  <a:pt x="225" y="2293"/>
                </a:lnTo>
                <a:lnTo>
                  <a:pt x="224" y="2292"/>
                </a:lnTo>
                <a:lnTo>
                  <a:pt x="223" y="2292"/>
                </a:lnTo>
                <a:lnTo>
                  <a:pt x="222" y="2293"/>
                </a:lnTo>
                <a:lnTo>
                  <a:pt x="222" y="2294"/>
                </a:lnTo>
                <a:lnTo>
                  <a:pt x="221" y="2295"/>
                </a:lnTo>
                <a:lnTo>
                  <a:pt x="221" y="2297"/>
                </a:lnTo>
                <a:lnTo>
                  <a:pt x="221" y="2299"/>
                </a:lnTo>
                <a:lnTo>
                  <a:pt x="221" y="2300"/>
                </a:lnTo>
                <a:lnTo>
                  <a:pt x="220" y="2299"/>
                </a:lnTo>
                <a:lnTo>
                  <a:pt x="218" y="2297"/>
                </a:lnTo>
                <a:lnTo>
                  <a:pt x="216" y="2296"/>
                </a:lnTo>
                <a:lnTo>
                  <a:pt x="215" y="2296"/>
                </a:lnTo>
                <a:lnTo>
                  <a:pt x="214" y="2296"/>
                </a:lnTo>
                <a:lnTo>
                  <a:pt x="213" y="2295"/>
                </a:lnTo>
                <a:lnTo>
                  <a:pt x="212" y="2293"/>
                </a:lnTo>
                <a:lnTo>
                  <a:pt x="211" y="2293"/>
                </a:lnTo>
                <a:lnTo>
                  <a:pt x="209" y="2293"/>
                </a:lnTo>
                <a:lnTo>
                  <a:pt x="207" y="2292"/>
                </a:lnTo>
                <a:lnTo>
                  <a:pt x="205" y="2292"/>
                </a:lnTo>
                <a:lnTo>
                  <a:pt x="203" y="2291"/>
                </a:lnTo>
                <a:lnTo>
                  <a:pt x="201" y="2291"/>
                </a:lnTo>
                <a:lnTo>
                  <a:pt x="200" y="2291"/>
                </a:lnTo>
                <a:lnTo>
                  <a:pt x="199" y="2292"/>
                </a:lnTo>
                <a:lnTo>
                  <a:pt x="198" y="2292"/>
                </a:lnTo>
                <a:lnTo>
                  <a:pt x="197" y="2292"/>
                </a:lnTo>
                <a:lnTo>
                  <a:pt x="195" y="2292"/>
                </a:lnTo>
                <a:lnTo>
                  <a:pt x="194" y="2292"/>
                </a:lnTo>
                <a:lnTo>
                  <a:pt x="191" y="2291"/>
                </a:lnTo>
                <a:lnTo>
                  <a:pt x="190" y="2290"/>
                </a:lnTo>
                <a:lnTo>
                  <a:pt x="189" y="2290"/>
                </a:lnTo>
                <a:lnTo>
                  <a:pt x="188" y="2288"/>
                </a:lnTo>
                <a:lnTo>
                  <a:pt x="188" y="2287"/>
                </a:lnTo>
                <a:lnTo>
                  <a:pt x="188" y="2286"/>
                </a:lnTo>
                <a:lnTo>
                  <a:pt x="189" y="2284"/>
                </a:lnTo>
                <a:lnTo>
                  <a:pt x="190" y="2282"/>
                </a:lnTo>
                <a:lnTo>
                  <a:pt x="191" y="2281"/>
                </a:lnTo>
                <a:lnTo>
                  <a:pt x="191" y="2278"/>
                </a:lnTo>
                <a:lnTo>
                  <a:pt x="193" y="2276"/>
                </a:lnTo>
                <a:lnTo>
                  <a:pt x="194" y="2274"/>
                </a:lnTo>
                <a:lnTo>
                  <a:pt x="194" y="2273"/>
                </a:lnTo>
                <a:lnTo>
                  <a:pt x="195" y="2271"/>
                </a:lnTo>
                <a:lnTo>
                  <a:pt x="194" y="2269"/>
                </a:lnTo>
                <a:lnTo>
                  <a:pt x="194" y="2267"/>
                </a:lnTo>
                <a:lnTo>
                  <a:pt x="193" y="2265"/>
                </a:lnTo>
                <a:lnTo>
                  <a:pt x="193" y="2263"/>
                </a:lnTo>
                <a:lnTo>
                  <a:pt x="191" y="2259"/>
                </a:lnTo>
                <a:lnTo>
                  <a:pt x="190" y="2255"/>
                </a:lnTo>
                <a:lnTo>
                  <a:pt x="190" y="2254"/>
                </a:lnTo>
                <a:lnTo>
                  <a:pt x="190" y="2253"/>
                </a:lnTo>
                <a:lnTo>
                  <a:pt x="191" y="2252"/>
                </a:lnTo>
                <a:lnTo>
                  <a:pt x="191" y="2251"/>
                </a:lnTo>
                <a:lnTo>
                  <a:pt x="191" y="2250"/>
                </a:lnTo>
                <a:lnTo>
                  <a:pt x="191" y="2249"/>
                </a:lnTo>
                <a:lnTo>
                  <a:pt x="191" y="2248"/>
                </a:lnTo>
                <a:lnTo>
                  <a:pt x="190" y="2248"/>
                </a:lnTo>
                <a:lnTo>
                  <a:pt x="186" y="2245"/>
                </a:lnTo>
                <a:lnTo>
                  <a:pt x="184" y="2245"/>
                </a:lnTo>
                <a:lnTo>
                  <a:pt x="183" y="2244"/>
                </a:lnTo>
                <a:lnTo>
                  <a:pt x="182" y="2245"/>
                </a:lnTo>
                <a:lnTo>
                  <a:pt x="181" y="2245"/>
                </a:lnTo>
                <a:lnTo>
                  <a:pt x="180" y="2245"/>
                </a:lnTo>
                <a:lnTo>
                  <a:pt x="180" y="2246"/>
                </a:lnTo>
                <a:lnTo>
                  <a:pt x="179" y="2246"/>
                </a:lnTo>
                <a:lnTo>
                  <a:pt x="178" y="2245"/>
                </a:lnTo>
                <a:lnTo>
                  <a:pt x="177" y="2245"/>
                </a:lnTo>
                <a:lnTo>
                  <a:pt x="176" y="2245"/>
                </a:lnTo>
                <a:lnTo>
                  <a:pt x="175" y="2244"/>
                </a:lnTo>
                <a:lnTo>
                  <a:pt x="175" y="2243"/>
                </a:lnTo>
                <a:lnTo>
                  <a:pt x="174" y="2242"/>
                </a:lnTo>
                <a:lnTo>
                  <a:pt x="173" y="2241"/>
                </a:lnTo>
                <a:lnTo>
                  <a:pt x="172" y="2239"/>
                </a:lnTo>
                <a:lnTo>
                  <a:pt x="172" y="2238"/>
                </a:lnTo>
                <a:lnTo>
                  <a:pt x="171" y="2236"/>
                </a:lnTo>
                <a:lnTo>
                  <a:pt x="171" y="2234"/>
                </a:lnTo>
                <a:lnTo>
                  <a:pt x="171" y="2233"/>
                </a:lnTo>
                <a:lnTo>
                  <a:pt x="172" y="2233"/>
                </a:lnTo>
                <a:lnTo>
                  <a:pt x="172" y="2232"/>
                </a:lnTo>
                <a:lnTo>
                  <a:pt x="171" y="2232"/>
                </a:lnTo>
                <a:lnTo>
                  <a:pt x="171" y="2231"/>
                </a:lnTo>
                <a:lnTo>
                  <a:pt x="172" y="2230"/>
                </a:lnTo>
                <a:lnTo>
                  <a:pt x="172" y="2229"/>
                </a:lnTo>
                <a:lnTo>
                  <a:pt x="172" y="2228"/>
                </a:lnTo>
                <a:lnTo>
                  <a:pt x="171" y="2227"/>
                </a:lnTo>
                <a:lnTo>
                  <a:pt x="171" y="2225"/>
                </a:lnTo>
                <a:lnTo>
                  <a:pt x="172" y="2224"/>
                </a:lnTo>
                <a:lnTo>
                  <a:pt x="173" y="2223"/>
                </a:lnTo>
                <a:lnTo>
                  <a:pt x="173" y="2222"/>
                </a:lnTo>
                <a:lnTo>
                  <a:pt x="172" y="2220"/>
                </a:lnTo>
                <a:lnTo>
                  <a:pt x="172" y="2219"/>
                </a:lnTo>
                <a:lnTo>
                  <a:pt x="172" y="2218"/>
                </a:lnTo>
                <a:lnTo>
                  <a:pt x="173" y="2217"/>
                </a:lnTo>
                <a:lnTo>
                  <a:pt x="174" y="2218"/>
                </a:lnTo>
                <a:lnTo>
                  <a:pt x="176" y="2217"/>
                </a:lnTo>
                <a:lnTo>
                  <a:pt x="178" y="2217"/>
                </a:lnTo>
                <a:lnTo>
                  <a:pt x="179" y="2217"/>
                </a:lnTo>
                <a:lnTo>
                  <a:pt x="179" y="2216"/>
                </a:lnTo>
                <a:lnTo>
                  <a:pt x="179" y="2215"/>
                </a:lnTo>
                <a:lnTo>
                  <a:pt x="178" y="2215"/>
                </a:lnTo>
                <a:lnTo>
                  <a:pt x="179" y="2215"/>
                </a:lnTo>
                <a:lnTo>
                  <a:pt x="179" y="2214"/>
                </a:lnTo>
                <a:lnTo>
                  <a:pt x="180" y="2214"/>
                </a:lnTo>
                <a:lnTo>
                  <a:pt x="182" y="2215"/>
                </a:lnTo>
                <a:lnTo>
                  <a:pt x="183" y="2215"/>
                </a:lnTo>
                <a:lnTo>
                  <a:pt x="184" y="2215"/>
                </a:lnTo>
                <a:lnTo>
                  <a:pt x="185" y="2215"/>
                </a:lnTo>
                <a:lnTo>
                  <a:pt x="186" y="2215"/>
                </a:lnTo>
                <a:lnTo>
                  <a:pt x="187" y="2215"/>
                </a:lnTo>
                <a:lnTo>
                  <a:pt x="187" y="2214"/>
                </a:lnTo>
                <a:lnTo>
                  <a:pt x="187" y="2213"/>
                </a:lnTo>
                <a:lnTo>
                  <a:pt x="188" y="2210"/>
                </a:lnTo>
                <a:lnTo>
                  <a:pt x="188" y="2209"/>
                </a:lnTo>
                <a:lnTo>
                  <a:pt x="189" y="2206"/>
                </a:lnTo>
                <a:lnTo>
                  <a:pt x="189" y="2205"/>
                </a:lnTo>
                <a:lnTo>
                  <a:pt x="189" y="2203"/>
                </a:lnTo>
                <a:lnTo>
                  <a:pt x="189" y="2202"/>
                </a:lnTo>
                <a:lnTo>
                  <a:pt x="190" y="2202"/>
                </a:lnTo>
                <a:lnTo>
                  <a:pt x="191" y="2202"/>
                </a:lnTo>
                <a:lnTo>
                  <a:pt x="193" y="2203"/>
                </a:lnTo>
                <a:lnTo>
                  <a:pt x="195" y="2204"/>
                </a:lnTo>
                <a:lnTo>
                  <a:pt x="197" y="2205"/>
                </a:lnTo>
                <a:lnTo>
                  <a:pt x="197" y="2206"/>
                </a:lnTo>
                <a:lnTo>
                  <a:pt x="198" y="2205"/>
                </a:lnTo>
                <a:lnTo>
                  <a:pt x="199" y="2204"/>
                </a:lnTo>
                <a:lnTo>
                  <a:pt x="199" y="2202"/>
                </a:lnTo>
                <a:lnTo>
                  <a:pt x="197" y="2200"/>
                </a:lnTo>
                <a:lnTo>
                  <a:pt x="197" y="2198"/>
                </a:lnTo>
                <a:lnTo>
                  <a:pt x="196" y="2197"/>
                </a:lnTo>
                <a:lnTo>
                  <a:pt x="196" y="2196"/>
                </a:lnTo>
                <a:lnTo>
                  <a:pt x="195" y="2194"/>
                </a:lnTo>
                <a:lnTo>
                  <a:pt x="195" y="2192"/>
                </a:lnTo>
                <a:lnTo>
                  <a:pt x="196" y="2191"/>
                </a:lnTo>
                <a:lnTo>
                  <a:pt x="195" y="2189"/>
                </a:lnTo>
                <a:lnTo>
                  <a:pt x="195" y="2188"/>
                </a:lnTo>
                <a:lnTo>
                  <a:pt x="194" y="2187"/>
                </a:lnTo>
                <a:lnTo>
                  <a:pt x="193" y="2186"/>
                </a:lnTo>
                <a:lnTo>
                  <a:pt x="193" y="2185"/>
                </a:lnTo>
                <a:lnTo>
                  <a:pt x="192" y="2184"/>
                </a:lnTo>
                <a:lnTo>
                  <a:pt x="192" y="2182"/>
                </a:lnTo>
                <a:lnTo>
                  <a:pt x="192" y="2180"/>
                </a:lnTo>
                <a:lnTo>
                  <a:pt x="193" y="2179"/>
                </a:lnTo>
                <a:lnTo>
                  <a:pt x="194" y="2177"/>
                </a:lnTo>
                <a:lnTo>
                  <a:pt x="195" y="2176"/>
                </a:lnTo>
                <a:lnTo>
                  <a:pt x="196" y="2175"/>
                </a:lnTo>
                <a:lnTo>
                  <a:pt x="197" y="2174"/>
                </a:lnTo>
                <a:lnTo>
                  <a:pt x="198" y="2173"/>
                </a:lnTo>
                <a:lnTo>
                  <a:pt x="200" y="2172"/>
                </a:lnTo>
                <a:lnTo>
                  <a:pt x="202" y="2171"/>
                </a:lnTo>
                <a:lnTo>
                  <a:pt x="203" y="2171"/>
                </a:lnTo>
                <a:lnTo>
                  <a:pt x="204" y="2169"/>
                </a:lnTo>
                <a:lnTo>
                  <a:pt x="204" y="2166"/>
                </a:lnTo>
                <a:lnTo>
                  <a:pt x="204" y="2165"/>
                </a:lnTo>
                <a:lnTo>
                  <a:pt x="204" y="2163"/>
                </a:lnTo>
                <a:lnTo>
                  <a:pt x="204" y="2162"/>
                </a:lnTo>
                <a:lnTo>
                  <a:pt x="203" y="2160"/>
                </a:lnTo>
                <a:lnTo>
                  <a:pt x="203" y="2158"/>
                </a:lnTo>
                <a:lnTo>
                  <a:pt x="203" y="2157"/>
                </a:lnTo>
                <a:lnTo>
                  <a:pt x="203" y="2156"/>
                </a:lnTo>
                <a:lnTo>
                  <a:pt x="204" y="2156"/>
                </a:lnTo>
                <a:lnTo>
                  <a:pt x="204" y="2155"/>
                </a:lnTo>
                <a:lnTo>
                  <a:pt x="205" y="2154"/>
                </a:lnTo>
                <a:lnTo>
                  <a:pt x="204" y="2154"/>
                </a:lnTo>
                <a:lnTo>
                  <a:pt x="204" y="2153"/>
                </a:lnTo>
                <a:lnTo>
                  <a:pt x="203" y="2153"/>
                </a:lnTo>
                <a:lnTo>
                  <a:pt x="203" y="2152"/>
                </a:lnTo>
                <a:lnTo>
                  <a:pt x="202" y="2152"/>
                </a:lnTo>
                <a:lnTo>
                  <a:pt x="202" y="2151"/>
                </a:lnTo>
                <a:lnTo>
                  <a:pt x="203" y="2149"/>
                </a:lnTo>
                <a:lnTo>
                  <a:pt x="203" y="2148"/>
                </a:lnTo>
                <a:lnTo>
                  <a:pt x="202" y="2147"/>
                </a:lnTo>
                <a:lnTo>
                  <a:pt x="202" y="2146"/>
                </a:lnTo>
                <a:lnTo>
                  <a:pt x="201" y="2145"/>
                </a:lnTo>
                <a:lnTo>
                  <a:pt x="201" y="2144"/>
                </a:lnTo>
                <a:lnTo>
                  <a:pt x="200" y="2142"/>
                </a:lnTo>
                <a:lnTo>
                  <a:pt x="200" y="2140"/>
                </a:lnTo>
                <a:lnTo>
                  <a:pt x="200" y="2139"/>
                </a:lnTo>
                <a:lnTo>
                  <a:pt x="200" y="2138"/>
                </a:lnTo>
                <a:lnTo>
                  <a:pt x="200" y="2136"/>
                </a:lnTo>
                <a:lnTo>
                  <a:pt x="199" y="2134"/>
                </a:lnTo>
                <a:lnTo>
                  <a:pt x="199" y="2132"/>
                </a:lnTo>
                <a:lnTo>
                  <a:pt x="198" y="2131"/>
                </a:lnTo>
                <a:lnTo>
                  <a:pt x="198" y="2130"/>
                </a:lnTo>
                <a:lnTo>
                  <a:pt x="199" y="2129"/>
                </a:lnTo>
                <a:lnTo>
                  <a:pt x="199" y="2128"/>
                </a:lnTo>
                <a:lnTo>
                  <a:pt x="200" y="2127"/>
                </a:lnTo>
                <a:lnTo>
                  <a:pt x="201" y="2125"/>
                </a:lnTo>
                <a:lnTo>
                  <a:pt x="201" y="2124"/>
                </a:lnTo>
                <a:lnTo>
                  <a:pt x="200" y="2123"/>
                </a:lnTo>
                <a:lnTo>
                  <a:pt x="199" y="2120"/>
                </a:lnTo>
                <a:lnTo>
                  <a:pt x="198" y="2119"/>
                </a:lnTo>
                <a:lnTo>
                  <a:pt x="198" y="2118"/>
                </a:lnTo>
                <a:lnTo>
                  <a:pt x="198" y="2117"/>
                </a:lnTo>
                <a:lnTo>
                  <a:pt x="197" y="2117"/>
                </a:lnTo>
                <a:lnTo>
                  <a:pt x="196" y="2116"/>
                </a:lnTo>
                <a:lnTo>
                  <a:pt x="195" y="2115"/>
                </a:lnTo>
                <a:lnTo>
                  <a:pt x="194" y="2112"/>
                </a:lnTo>
                <a:lnTo>
                  <a:pt x="194" y="2111"/>
                </a:lnTo>
                <a:lnTo>
                  <a:pt x="193" y="2108"/>
                </a:lnTo>
                <a:lnTo>
                  <a:pt x="190" y="2104"/>
                </a:lnTo>
                <a:lnTo>
                  <a:pt x="189" y="2101"/>
                </a:lnTo>
                <a:lnTo>
                  <a:pt x="187" y="2100"/>
                </a:lnTo>
                <a:lnTo>
                  <a:pt x="186" y="2099"/>
                </a:lnTo>
                <a:lnTo>
                  <a:pt x="186" y="2097"/>
                </a:lnTo>
                <a:lnTo>
                  <a:pt x="185" y="2096"/>
                </a:lnTo>
                <a:lnTo>
                  <a:pt x="184" y="2095"/>
                </a:lnTo>
                <a:lnTo>
                  <a:pt x="185" y="2095"/>
                </a:lnTo>
                <a:lnTo>
                  <a:pt x="185" y="2094"/>
                </a:lnTo>
                <a:lnTo>
                  <a:pt x="184" y="2094"/>
                </a:lnTo>
                <a:lnTo>
                  <a:pt x="183" y="2093"/>
                </a:lnTo>
                <a:lnTo>
                  <a:pt x="182" y="2093"/>
                </a:lnTo>
                <a:lnTo>
                  <a:pt x="181" y="2092"/>
                </a:lnTo>
                <a:lnTo>
                  <a:pt x="181" y="2091"/>
                </a:lnTo>
                <a:lnTo>
                  <a:pt x="180" y="2090"/>
                </a:lnTo>
                <a:lnTo>
                  <a:pt x="179" y="2088"/>
                </a:lnTo>
                <a:lnTo>
                  <a:pt x="178" y="2087"/>
                </a:lnTo>
                <a:lnTo>
                  <a:pt x="177" y="2086"/>
                </a:lnTo>
                <a:lnTo>
                  <a:pt x="177" y="2085"/>
                </a:lnTo>
                <a:lnTo>
                  <a:pt x="176" y="2085"/>
                </a:lnTo>
                <a:lnTo>
                  <a:pt x="175" y="2085"/>
                </a:lnTo>
                <a:lnTo>
                  <a:pt x="174" y="2085"/>
                </a:lnTo>
                <a:lnTo>
                  <a:pt x="173" y="2085"/>
                </a:lnTo>
                <a:lnTo>
                  <a:pt x="172" y="2085"/>
                </a:lnTo>
                <a:lnTo>
                  <a:pt x="172" y="2083"/>
                </a:lnTo>
                <a:lnTo>
                  <a:pt x="171" y="2081"/>
                </a:lnTo>
                <a:lnTo>
                  <a:pt x="170" y="2080"/>
                </a:lnTo>
                <a:lnTo>
                  <a:pt x="168" y="2079"/>
                </a:lnTo>
                <a:lnTo>
                  <a:pt x="167" y="2078"/>
                </a:lnTo>
                <a:lnTo>
                  <a:pt x="165" y="2077"/>
                </a:lnTo>
                <a:lnTo>
                  <a:pt x="164" y="2077"/>
                </a:lnTo>
                <a:lnTo>
                  <a:pt x="160" y="2076"/>
                </a:lnTo>
                <a:lnTo>
                  <a:pt x="159" y="2076"/>
                </a:lnTo>
                <a:lnTo>
                  <a:pt x="157" y="2077"/>
                </a:lnTo>
                <a:lnTo>
                  <a:pt x="156" y="2077"/>
                </a:lnTo>
                <a:lnTo>
                  <a:pt x="155" y="2076"/>
                </a:lnTo>
                <a:lnTo>
                  <a:pt x="155" y="2075"/>
                </a:lnTo>
                <a:lnTo>
                  <a:pt x="154" y="2074"/>
                </a:lnTo>
                <a:lnTo>
                  <a:pt x="153" y="2073"/>
                </a:lnTo>
                <a:lnTo>
                  <a:pt x="151" y="2073"/>
                </a:lnTo>
                <a:lnTo>
                  <a:pt x="150" y="2073"/>
                </a:lnTo>
                <a:lnTo>
                  <a:pt x="150" y="2072"/>
                </a:lnTo>
                <a:lnTo>
                  <a:pt x="149" y="2072"/>
                </a:lnTo>
                <a:lnTo>
                  <a:pt x="149" y="2073"/>
                </a:lnTo>
                <a:lnTo>
                  <a:pt x="148" y="2073"/>
                </a:lnTo>
                <a:lnTo>
                  <a:pt x="148" y="2074"/>
                </a:lnTo>
                <a:lnTo>
                  <a:pt x="147" y="2076"/>
                </a:lnTo>
                <a:lnTo>
                  <a:pt x="147" y="2079"/>
                </a:lnTo>
                <a:lnTo>
                  <a:pt x="146" y="2080"/>
                </a:lnTo>
                <a:lnTo>
                  <a:pt x="145" y="2081"/>
                </a:lnTo>
                <a:lnTo>
                  <a:pt x="144" y="2080"/>
                </a:lnTo>
                <a:lnTo>
                  <a:pt x="143" y="2079"/>
                </a:lnTo>
                <a:lnTo>
                  <a:pt x="142" y="2078"/>
                </a:lnTo>
                <a:lnTo>
                  <a:pt x="142" y="2077"/>
                </a:lnTo>
                <a:lnTo>
                  <a:pt x="142" y="2076"/>
                </a:lnTo>
                <a:lnTo>
                  <a:pt x="141" y="2076"/>
                </a:lnTo>
                <a:lnTo>
                  <a:pt x="139" y="2077"/>
                </a:lnTo>
                <a:lnTo>
                  <a:pt x="138" y="2078"/>
                </a:lnTo>
                <a:lnTo>
                  <a:pt x="136" y="2079"/>
                </a:lnTo>
                <a:lnTo>
                  <a:pt x="135" y="2079"/>
                </a:lnTo>
                <a:lnTo>
                  <a:pt x="134" y="2078"/>
                </a:lnTo>
                <a:lnTo>
                  <a:pt x="133" y="2078"/>
                </a:lnTo>
                <a:lnTo>
                  <a:pt x="133" y="2076"/>
                </a:lnTo>
                <a:lnTo>
                  <a:pt x="133" y="2074"/>
                </a:lnTo>
                <a:lnTo>
                  <a:pt x="133" y="2073"/>
                </a:lnTo>
                <a:lnTo>
                  <a:pt x="133" y="2072"/>
                </a:lnTo>
                <a:lnTo>
                  <a:pt x="133" y="2070"/>
                </a:lnTo>
                <a:lnTo>
                  <a:pt x="132" y="2068"/>
                </a:lnTo>
                <a:lnTo>
                  <a:pt x="132" y="2065"/>
                </a:lnTo>
                <a:lnTo>
                  <a:pt x="132" y="2064"/>
                </a:lnTo>
                <a:lnTo>
                  <a:pt x="133" y="2062"/>
                </a:lnTo>
                <a:lnTo>
                  <a:pt x="133" y="2061"/>
                </a:lnTo>
                <a:lnTo>
                  <a:pt x="134" y="2059"/>
                </a:lnTo>
                <a:lnTo>
                  <a:pt x="135" y="2059"/>
                </a:lnTo>
                <a:lnTo>
                  <a:pt x="135" y="2058"/>
                </a:lnTo>
                <a:lnTo>
                  <a:pt x="136" y="2057"/>
                </a:lnTo>
                <a:lnTo>
                  <a:pt x="136" y="2056"/>
                </a:lnTo>
                <a:lnTo>
                  <a:pt x="137" y="2055"/>
                </a:lnTo>
                <a:lnTo>
                  <a:pt x="137" y="2054"/>
                </a:lnTo>
                <a:lnTo>
                  <a:pt x="137" y="2053"/>
                </a:lnTo>
                <a:lnTo>
                  <a:pt x="138" y="2052"/>
                </a:lnTo>
                <a:lnTo>
                  <a:pt x="138" y="2051"/>
                </a:lnTo>
                <a:lnTo>
                  <a:pt x="138" y="2050"/>
                </a:lnTo>
                <a:lnTo>
                  <a:pt x="138" y="2047"/>
                </a:lnTo>
                <a:lnTo>
                  <a:pt x="138" y="2046"/>
                </a:lnTo>
                <a:lnTo>
                  <a:pt x="138" y="2045"/>
                </a:lnTo>
                <a:lnTo>
                  <a:pt x="138" y="2044"/>
                </a:lnTo>
                <a:lnTo>
                  <a:pt x="138" y="2043"/>
                </a:lnTo>
                <a:lnTo>
                  <a:pt x="137" y="2042"/>
                </a:lnTo>
                <a:lnTo>
                  <a:pt x="135" y="2040"/>
                </a:lnTo>
                <a:lnTo>
                  <a:pt x="135" y="2039"/>
                </a:lnTo>
                <a:lnTo>
                  <a:pt x="135" y="2038"/>
                </a:lnTo>
                <a:lnTo>
                  <a:pt x="135" y="2037"/>
                </a:lnTo>
                <a:lnTo>
                  <a:pt x="136" y="2036"/>
                </a:lnTo>
                <a:lnTo>
                  <a:pt x="137" y="2035"/>
                </a:lnTo>
                <a:lnTo>
                  <a:pt x="137" y="2034"/>
                </a:lnTo>
                <a:lnTo>
                  <a:pt x="138" y="2034"/>
                </a:lnTo>
                <a:lnTo>
                  <a:pt x="139" y="2034"/>
                </a:lnTo>
                <a:lnTo>
                  <a:pt x="140" y="2034"/>
                </a:lnTo>
                <a:lnTo>
                  <a:pt x="141" y="2033"/>
                </a:lnTo>
                <a:lnTo>
                  <a:pt x="141" y="2032"/>
                </a:lnTo>
                <a:lnTo>
                  <a:pt x="140" y="2031"/>
                </a:lnTo>
                <a:lnTo>
                  <a:pt x="140" y="2030"/>
                </a:lnTo>
                <a:lnTo>
                  <a:pt x="139" y="2029"/>
                </a:lnTo>
                <a:lnTo>
                  <a:pt x="138" y="2029"/>
                </a:lnTo>
                <a:lnTo>
                  <a:pt x="136" y="2029"/>
                </a:lnTo>
                <a:lnTo>
                  <a:pt x="135" y="2028"/>
                </a:lnTo>
                <a:lnTo>
                  <a:pt x="133" y="2026"/>
                </a:lnTo>
                <a:lnTo>
                  <a:pt x="132" y="2026"/>
                </a:lnTo>
                <a:lnTo>
                  <a:pt x="130" y="2025"/>
                </a:lnTo>
                <a:lnTo>
                  <a:pt x="128" y="2023"/>
                </a:lnTo>
                <a:lnTo>
                  <a:pt x="127" y="2022"/>
                </a:lnTo>
                <a:lnTo>
                  <a:pt x="126" y="2022"/>
                </a:lnTo>
                <a:lnTo>
                  <a:pt x="125" y="2021"/>
                </a:lnTo>
                <a:lnTo>
                  <a:pt x="124" y="2020"/>
                </a:lnTo>
                <a:lnTo>
                  <a:pt x="123" y="2020"/>
                </a:lnTo>
                <a:lnTo>
                  <a:pt x="121" y="2020"/>
                </a:lnTo>
                <a:lnTo>
                  <a:pt x="119" y="2020"/>
                </a:lnTo>
                <a:lnTo>
                  <a:pt x="117" y="2020"/>
                </a:lnTo>
                <a:lnTo>
                  <a:pt x="116" y="2020"/>
                </a:lnTo>
                <a:lnTo>
                  <a:pt x="115" y="2020"/>
                </a:lnTo>
                <a:lnTo>
                  <a:pt x="114" y="2019"/>
                </a:lnTo>
                <a:lnTo>
                  <a:pt x="114" y="2018"/>
                </a:lnTo>
                <a:lnTo>
                  <a:pt x="113" y="2017"/>
                </a:lnTo>
                <a:lnTo>
                  <a:pt x="111" y="2016"/>
                </a:lnTo>
                <a:lnTo>
                  <a:pt x="109" y="2015"/>
                </a:lnTo>
                <a:lnTo>
                  <a:pt x="107" y="2013"/>
                </a:lnTo>
                <a:lnTo>
                  <a:pt x="106" y="2012"/>
                </a:lnTo>
                <a:lnTo>
                  <a:pt x="106" y="2011"/>
                </a:lnTo>
                <a:lnTo>
                  <a:pt x="106" y="2010"/>
                </a:lnTo>
                <a:lnTo>
                  <a:pt x="107" y="2008"/>
                </a:lnTo>
                <a:lnTo>
                  <a:pt x="108" y="2007"/>
                </a:lnTo>
                <a:lnTo>
                  <a:pt x="107" y="2006"/>
                </a:lnTo>
                <a:lnTo>
                  <a:pt x="106" y="2005"/>
                </a:lnTo>
                <a:lnTo>
                  <a:pt x="106" y="2004"/>
                </a:lnTo>
                <a:lnTo>
                  <a:pt x="105" y="2004"/>
                </a:lnTo>
                <a:lnTo>
                  <a:pt x="105" y="2003"/>
                </a:lnTo>
                <a:lnTo>
                  <a:pt x="104" y="2003"/>
                </a:lnTo>
                <a:lnTo>
                  <a:pt x="103" y="2003"/>
                </a:lnTo>
                <a:lnTo>
                  <a:pt x="102" y="2003"/>
                </a:lnTo>
                <a:lnTo>
                  <a:pt x="102" y="2004"/>
                </a:lnTo>
                <a:lnTo>
                  <a:pt x="102" y="2005"/>
                </a:lnTo>
                <a:lnTo>
                  <a:pt x="101" y="2005"/>
                </a:lnTo>
                <a:lnTo>
                  <a:pt x="100" y="2005"/>
                </a:lnTo>
                <a:lnTo>
                  <a:pt x="99" y="2005"/>
                </a:lnTo>
                <a:lnTo>
                  <a:pt x="98" y="2005"/>
                </a:lnTo>
                <a:lnTo>
                  <a:pt x="97" y="2004"/>
                </a:lnTo>
                <a:lnTo>
                  <a:pt x="96" y="2004"/>
                </a:lnTo>
                <a:lnTo>
                  <a:pt x="95" y="2004"/>
                </a:lnTo>
                <a:lnTo>
                  <a:pt x="94" y="2004"/>
                </a:lnTo>
                <a:lnTo>
                  <a:pt x="93" y="2004"/>
                </a:lnTo>
                <a:lnTo>
                  <a:pt x="92" y="2004"/>
                </a:lnTo>
                <a:lnTo>
                  <a:pt x="91" y="2004"/>
                </a:lnTo>
                <a:lnTo>
                  <a:pt x="90" y="2003"/>
                </a:lnTo>
                <a:lnTo>
                  <a:pt x="89" y="2002"/>
                </a:lnTo>
                <a:lnTo>
                  <a:pt x="88" y="2001"/>
                </a:lnTo>
                <a:lnTo>
                  <a:pt x="87" y="2000"/>
                </a:lnTo>
                <a:lnTo>
                  <a:pt x="86" y="2000"/>
                </a:lnTo>
                <a:lnTo>
                  <a:pt x="85" y="2000"/>
                </a:lnTo>
                <a:lnTo>
                  <a:pt x="84" y="2001"/>
                </a:lnTo>
                <a:lnTo>
                  <a:pt x="83" y="2002"/>
                </a:lnTo>
                <a:lnTo>
                  <a:pt x="82" y="2002"/>
                </a:lnTo>
                <a:lnTo>
                  <a:pt x="81" y="2002"/>
                </a:lnTo>
                <a:lnTo>
                  <a:pt x="80" y="2003"/>
                </a:lnTo>
                <a:lnTo>
                  <a:pt x="79" y="2002"/>
                </a:lnTo>
                <a:lnTo>
                  <a:pt x="78" y="2002"/>
                </a:lnTo>
                <a:lnTo>
                  <a:pt x="77" y="2001"/>
                </a:lnTo>
                <a:lnTo>
                  <a:pt x="76" y="2001"/>
                </a:lnTo>
                <a:lnTo>
                  <a:pt x="75" y="2001"/>
                </a:lnTo>
                <a:lnTo>
                  <a:pt x="74" y="2002"/>
                </a:lnTo>
                <a:lnTo>
                  <a:pt x="73" y="2001"/>
                </a:lnTo>
                <a:lnTo>
                  <a:pt x="72" y="2002"/>
                </a:lnTo>
                <a:lnTo>
                  <a:pt x="72" y="2001"/>
                </a:lnTo>
                <a:lnTo>
                  <a:pt x="71" y="2001"/>
                </a:lnTo>
                <a:lnTo>
                  <a:pt x="71" y="2002"/>
                </a:lnTo>
                <a:lnTo>
                  <a:pt x="70" y="2002"/>
                </a:lnTo>
                <a:lnTo>
                  <a:pt x="69" y="2002"/>
                </a:lnTo>
                <a:lnTo>
                  <a:pt x="68" y="2003"/>
                </a:lnTo>
                <a:lnTo>
                  <a:pt x="67" y="2004"/>
                </a:lnTo>
                <a:lnTo>
                  <a:pt x="67" y="2005"/>
                </a:lnTo>
                <a:lnTo>
                  <a:pt x="67" y="2006"/>
                </a:lnTo>
                <a:lnTo>
                  <a:pt x="68" y="2007"/>
                </a:lnTo>
                <a:lnTo>
                  <a:pt x="68" y="2008"/>
                </a:lnTo>
                <a:lnTo>
                  <a:pt x="68" y="2009"/>
                </a:lnTo>
                <a:lnTo>
                  <a:pt x="67" y="2009"/>
                </a:lnTo>
                <a:lnTo>
                  <a:pt x="66" y="2009"/>
                </a:lnTo>
                <a:lnTo>
                  <a:pt x="65" y="2008"/>
                </a:lnTo>
                <a:lnTo>
                  <a:pt x="65" y="2009"/>
                </a:lnTo>
                <a:lnTo>
                  <a:pt x="65" y="2010"/>
                </a:lnTo>
                <a:lnTo>
                  <a:pt x="64" y="2010"/>
                </a:lnTo>
                <a:lnTo>
                  <a:pt x="64" y="2011"/>
                </a:lnTo>
                <a:lnTo>
                  <a:pt x="62" y="2010"/>
                </a:lnTo>
                <a:lnTo>
                  <a:pt x="61" y="2010"/>
                </a:lnTo>
                <a:lnTo>
                  <a:pt x="61" y="2009"/>
                </a:lnTo>
                <a:lnTo>
                  <a:pt x="60" y="2008"/>
                </a:lnTo>
                <a:lnTo>
                  <a:pt x="60" y="2006"/>
                </a:lnTo>
                <a:lnTo>
                  <a:pt x="60" y="2004"/>
                </a:lnTo>
                <a:lnTo>
                  <a:pt x="60" y="2003"/>
                </a:lnTo>
                <a:lnTo>
                  <a:pt x="60" y="2002"/>
                </a:lnTo>
                <a:lnTo>
                  <a:pt x="60" y="1998"/>
                </a:lnTo>
                <a:lnTo>
                  <a:pt x="59" y="1994"/>
                </a:lnTo>
                <a:lnTo>
                  <a:pt x="59" y="1993"/>
                </a:lnTo>
                <a:lnTo>
                  <a:pt x="59" y="1991"/>
                </a:lnTo>
                <a:lnTo>
                  <a:pt x="59" y="1989"/>
                </a:lnTo>
                <a:lnTo>
                  <a:pt x="60" y="1987"/>
                </a:lnTo>
                <a:lnTo>
                  <a:pt x="60" y="1986"/>
                </a:lnTo>
                <a:lnTo>
                  <a:pt x="60" y="1984"/>
                </a:lnTo>
                <a:lnTo>
                  <a:pt x="61" y="1983"/>
                </a:lnTo>
                <a:lnTo>
                  <a:pt x="60" y="1983"/>
                </a:lnTo>
                <a:lnTo>
                  <a:pt x="58" y="1982"/>
                </a:lnTo>
                <a:lnTo>
                  <a:pt x="54" y="1981"/>
                </a:lnTo>
                <a:lnTo>
                  <a:pt x="53" y="1981"/>
                </a:lnTo>
                <a:lnTo>
                  <a:pt x="52" y="1982"/>
                </a:lnTo>
                <a:lnTo>
                  <a:pt x="52" y="1983"/>
                </a:lnTo>
                <a:lnTo>
                  <a:pt x="51" y="1984"/>
                </a:lnTo>
                <a:lnTo>
                  <a:pt x="51" y="1985"/>
                </a:lnTo>
                <a:lnTo>
                  <a:pt x="50" y="1986"/>
                </a:lnTo>
                <a:lnTo>
                  <a:pt x="49" y="1986"/>
                </a:lnTo>
                <a:lnTo>
                  <a:pt x="47" y="1985"/>
                </a:lnTo>
                <a:lnTo>
                  <a:pt x="46" y="1985"/>
                </a:lnTo>
                <a:lnTo>
                  <a:pt x="45" y="1985"/>
                </a:lnTo>
                <a:lnTo>
                  <a:pt x="44" y="1984"/>
                </a:lnTo>
                <a:lnTo>
                  <a:pt x="42" y="1983"/>
                </a:lnTo>
                <a:lnTo>
                  <a:pt x="41" y="1982"/>
                </a:lnTo>
                <a:lnTo>
                  <a:pt x="41" y="1980"/>
                </a:lnTo>
                <a:lnTo>
                  <a:pt x="41" y="1978"/>
                </a:lnTo>
                <a:lnTo>
                  <a:pt x="41" y="1977"/>
                </a:lnTo>
                <a:lnTo>
                  <a:pt x="42" y="1976"/>
                </a:lnTo>
                <a:lnTo>
                  <a:pt x="42" y="1975"/>
                </a:lnTo>
                <a:lnTo>
                  <a:pt x="41" y="1975"/>
                </a:lnTo>
                <a:lnTo>
                  <a:pt x="41" y="1973"/>
                </a:lnTo>
                <a:lnTo>
                  <a:pt x="41" y="1970"/>
                </a:lnTo>
                <a:lnTo>
                  <a:pt x="41" y="1969"/>
                </a:lnTo>
                <a:lnTo>
                  <a:pt x="40" y="1969"/>
                </a:lnTo>
                <a:lnTo>
                  <a:pt x="38" y="1969"/>
                </a:lnTo>
                <a:lnTo>
                  <a:pt x="37" y="1970"/>
                </a:lnTo>
                <a:lnTo>
                  <a:pt x="36" y="1970"/>
                </a:lnTo>
                <a:lnTo>
                  <a:pt x="34" y="1970"/>
                </a:lnTo>
                <a:lnTo>
                  <a:pt x="32" y="1971"/>
                </a:lnTo>
                <a:lnTo>
                  <a:pt x="31" y="1970"/>
                </a:lnTo>
                <a:lnTo>
                  <a:pt x="29" y="1970"/>
                </a:lnTo>
                <a:lnTo>
                  <a:pt x="28" y="1971"/>
                </a:lnTo>
                <a:lnTo>
                  <a:pt x="27" y="1971"/>
                </a:lnTo>
                <a:lnTo>
                  <a:pt x="27" y="1972"/>
                </a:lnTo>
                <a:lnTo>
                  <a:pt x="26" y="1972"/>
                </a:lnTo>
                <a:lnTo>
                  <a:pt x="26" y="1973"/>
                </a:lnTo>
                <a:lnTo>
                  <a:pt x="24" y="1974"/>
                </a:lnTo>
                <a:lnTo>
                  <a:pt x="23" y="1974"/>
                </a:lnTo>
                <a:lnTo>
                  <a:pt x="20" y="1974"/>
                </a:lnTo>
                <a:lnTo>
                  <a:pt x="18" y="1974"/>
                </a:lnTo>
                <a:lnTo>
                  <a:pt x="17" y="1975"/>
                </a:lnTo>
                <a:lnTo>
                  <a:pt x="16" y="1973"/>
                </a:lnTo>
                <a:lnTo>
                  <a:pt x="15" y="1970"/>
                </a:lnTo>
                <a:lnTo>
                  <a:pt x="15" y="1969"/>
                </a:lnTo>
                <a:lnTo>
                  <a:pt x="14" y="1968"/>
                </a:lnTo>
                <a:lnTo>
                  <a:pt x="14" y="1967"/>
                </a:lnTo>
                <a:lnTo>
                  <a:pt x="14" y="1965"/>
                </a:lnTo>
                <a:lnTo>
                  <a:pt x="14" y="1964"/>
                </a:lnTo>
                <a:lnTo>
                  <a:pt x="14" y="1963"/>
                </a:lnTo>
                <a:lnTo>
                  <a:pt x="13" y="1962"/>
                </a:lnTo>
                <a:lnTo>
                  <a:pt x="12" y="1962"/>
                </a:lnTo>
                <a:lnTo>
                  <a:pt x="11" y="1963"/>
                </a:lnTo>
                <a:lnTo>
                  <a:pt x="10" y="1964"/>
                </a:lnTo>
                <a:lnTo>
                  <a:pt x="9" y="1965"/>
                </a:lnTo>
                <a:lnTo>
                  <a:pt x="8" y="1964"/>
                </a:lnTo>
                <a:lnTo>
                  <a:pt x="8" y="1963"/>
                </a:lnTo>
                <a:lnTo>
                  <a:pt x="8" y="1962"/>
                </a:lnTo>
                <a:lnTo>
                  <a:pt x="8" y="1961"/>
                </a:lnTo>
                <a:lnTo>
                  <a:pt x="9" y="1960"/>
                </a:lnTo>
                <a:lnTo>
                  <a:pt x="9" y="1958"/>
                </a:lnTo>
                <a:lnTo>
                  <a:pt x="10" y="1957"/>
                </a:lnTo>
                <a:lnTo>
                  <a:pt x="10" y="1955"/>
                </a:lnTo>
                <a:lnTo>
                  <a:pt x="10" y="1954"/>
                </a:lnTo>
                <a:lnTo>
                  <a:pt x="10" y="1953"/>
                </a:lnTo>
                <a:lnTo>
                  <a:pt x="9" y="1953"/>
                </a:lnTo>
                <a:lnTo>
                  <a:pt x="8" y="1952"/>
                </a:lnTo>
                <a:lnTo>
                  <a:pt x="7" y="1950"/>
                </a:lnTo>
                <a:lnTo>
                  <a:pt x="6" y="1950"/>
                </a:lnTo>
                <a:lnTo>
                  <a:pt x="6" y="1948"/>
                </a:lnTo>
                <a:lnTo>
                  <a:pt x="7" y="1948"/>
                </a:lnTo>
                <a:lnTo>
                  <a:pt x="7" y="1947"/>
                </a:lnTo>
                <a:lnTo>
                  <a:pt x="8" y="1946"/>
                </a:lnTo>
                <a:lnTo>
                  <a:pt x="9" y="1946"/>
                </a:lnTo>
                <a:lnTo>
                  <a:pt x="10" y="1945"/>
                </a:lnTo>
                <a:lnTo>
                  <a:pt x="11" y="1945"/>
                </a:lnTo>
                <a:lnTo>
                  <a:pt x="12" y="1945"/>
                </a:lnTo>
                <a:lnTo>
                  <a:pt x="13" y="1945"/>
                </a:lnTo>
                <a:lnTo>
                  <a:pt x="13" y="1944"/>
                </a:lnTo>
                <a:lnTo>
                  <a:pt x="14" y="1942"/>
                </a:lnTo>
                <a:lnTo>
                  <a:pt x="14" y="1941"/>
                </a:lnTo>
                <a:lnTo>
                  <a:pt x="13" y="1939"/>
                </a:lnTo>
                <a:lnTo>
                  <a:pt x="12" y="1938"/>
                </a:lnTo>
                <a:lnTo>
                  <a:pt x="13" y="1937"/>
                </a:lnTo>
                <a:lnTo>
                  <a:pt x="13" y="1936"/>
                </a:lnTo>
                <a:lnTo>
                  <a:pt x="15" y="1936"/>
                </a:lnTo>
                <a:lnTo>
                  <a:pt x="16" y="1935"/>
                </a:lnTo>
                <a:lnTo>
                  <a:pt x="17" y="1935"/>
                </a:lnTo>
                <a:lnTo>
                  <a:pt x="18" y="1934"/>
                </a:lnTo>
                <a:lnTo>
                  <a:pt x="18" y="1933"/>
                </a:lnTo>
                <a:lnTo>
                  <a:pt x="20" y="1931"/>
                </a:lnTo>
                <a:lnTo>
                  <a:pt x="21" y="1930"/>
                </a:lnTo>
                <a:lnTo>
                  <a:pt x="22" y="1930"/>
                </a:lnTo>
                <a:lnTo>
                  <a:pt x="23" y="1930"/>
                </a:lnTo>
                <a:lnTo>
                  <a:pt x="26" y="1930"/>
                </a:lnTo>
                <a:lnTo>
                  <a:pt x="27" y="1931"/>
                </a:lnTo>
                <a:lnTo>
                  <a:pt x="30" y="1933"/>
                </a:lnTo>
                <a:lnTo>
                  <a:pt x="30" y="1934"/>
                </a:lnTo>
                <a:lnTo>
                  <a:pt x="30" y="1935"/>
                </a:lnTo>
                <a:lnTo>
                  <a:pt x="31" y="1935"/>
                </a:lnTo>
                <a:lnTo>
                  <a:pt x="32" y="1936"/>
                </a:lnTo>
                <a:lnTo>
                  <a:pt x="33" y="1935"/>
                </a:lnTo>
                <a:lnTo>
                  <a:pt x="34" y="1934"/>
                </a:lnTo>
                <a:lnTo>
                  <a:pt x="34" y="1933"/>
                </a:lnTo>
                <a:lnTo>
                  <a:pt x="35" y="1931"/>
                </a:lnTo>
                <a:lnTo>
                  <a:pt x="36" y="1931"/>
                </a:lnTo>
                <a:lnTo>
                  <a:pt x="37" y="1931"/>
                </a:lnTo>
                <a:lnTo>
                  <a:pt x="38" y="1932"/>
                </a:lnTo>
                <a:lnTo>
                  <a:pt x="38" y="1933"/>
                </a:lnTo>
                <a:lnTo>
                  <a:pt x="39" y="1932"/>
                </a:lnTo>
                <a:lnTo>
                  <a:pt x="40" y="1931"/>
                </a:lnTo>
                <a:lnTo>
                  <a:pt x="41" y="1931"/>
                </a:lnTo>
                <a:lnTo>
                  <a:pt x="42" y="1932"/>
                </a:lnTo>
                <a:lnTo>
                  <a:pt x="42" y="1933"/>
                </a:lnTo>
                <a:lnTo>
                  <a:pt x="42" y="1935"/>
                </a:lnTo>
                <a:lnTo>
                  <a:pt x="42" y="1936"/>
                </a:lnTo>
                <a:lnTo>
                  <a:pt x="42" y="1937"/>
                </a:lnTo>
                <a:lnTo>
                  <a:pt x="43" y="1938"/>
                </a:lnTo>
                <a:lnTo>
                  <a:pt x="44" y="1938"/>
                </a:lnTo>
                <a:lnTo>
                  <a:pt x="45" y="1938"/>
                </a:lnTo>
                <a:lnTo>
                  <a:pt x="46" y="1937"/>
                </a:lnTo>
                <a:lnTo>
                  <a:pt x="48" y="1935"/>
                </a:lnTo>
                <a:lnTo>
                  <a:pt x="50" y="1934"/>
                </a:lnTo>
                <a:lnTo>
                  <a:pt x="53" y="1933"/>
                </a:lnTo>
                <a:lnTo>
                  <a:pt x="54" y="1933"/>
                </a:lnTo>
                <a:lnTo>
                  <a:pt x="55" y="1932"/>
                </a:lnTo>
                <a:lnTo>
                  <a:pt x="57" y="1932"/>
                </a:lnTo>
                <a:lnTo>
                  <a:pt x="58" y="1932"/>
                </a:lnTo>
                <a:lnTo>
                  <a:pt x="59" y="1933"/>
                </a:lnTo>
                <a:lnTo>
                  <a:pt x="60" y="1933"/>
                </a:lnTo>
                <a:lnTo>
                  <a:pt x="60" y="1934"/>
                </a:lnTo>
                <a:lnTo>
                  <a:pt x="61" y="1935"/>
                </a:lnTo>
                <a:lnTo>
                  <a:pt x="62" y="1938"/>
                </a:lnTo>
                <a:lnTo>
                  <a:pt x="62" y="1939"/>
                </a:lnTo>
                <a:lnTo>
                  <a:pt x="63" y="1940"/>
                </a:lnTo>
                <a:lnTo>
                  <a:pt x="63" y="1941"/>
                </a:lnTo>
                <a:lnTo>
                  <a:pt x="64" y="1942"/>
                </a:lnTo>
                <a:lnTo>
                  <a:pt x="65" y="1943"/>
                </a:lnTo>
                <a:lnTo>
                  <a:pt x="65" y="1944"/>
                </a:lnTo>
                <a:lnTo>
                  <a:pt x="65" y="1945"/>
                </a:lnTo>
                <a:lnTo>
                  <a:pt x="65" y="1948"/>
                </a:lnTo>
                <a:lnTo>
                  <a:pt x="65" y="1949"/>
                </a:lnTo>
                <a:lnTo>
                  <a:pt x="66" y="1950"/>
                </a:lnTo>
                <a:lnTo>
                  <a:pt x="68" y="1950"/>
                </a:lnTo>
                <a:lnTo>
                  <a:pt x="70" y="1950"/>
                </a:lnTo>
                <a:lnTo>
                  <a:pt x="71" y="1951"/>
                </a:lnTo>
                <a:lnTo>
                  <a:pt x="73" y="1951"/>
                </a:lnTo>
                <a:lnTo>
                  <a:pt x="74" y="1951"/>
                </a:lnTo>
                <a:lnTo>
                  <a:pt x="75" y="1951"/>
                </a:lnTo>
                <a:lnTo>
                  <a:pt x="76" y="1951"/>
                </a:lnTo>
                <a:lnTo>
                  <a:pt x="78" y="1951"/>
                </a:lnTo>
                <a:lnTo>
                  <a:pt x="79" y="1950"/>
                </a:lnTo>
                <a:lnTo>
                  <a:pt x="80" y="1951"/>
                </a:lnTo>
                <a:lnTo>
                  <a:pt x="81" y="1950"/>
                </a:lnTo>
                <a:lnTo>
                  <a:pt x="82" y="1950"/>
                </a:lnTo>
                <a:lnTo>
                  <a:pt x="83" y="1949"/>
                </a:lnTo>
                <a:lnTo>
                  <a:pt x="83" y="1948"/>
                </a:lnTo>
                <a:lnTo>
                  <a:pt x="85" y="1946"/>
                </a:lnTo>
                <a:lnTo>
                  <a:pt x="86" y="1945"/>
                </a:lnTo>
                <a:lnTo>
                  <a:pt x="86" y="1944"/>
                </a:lnTo>
                <a:lnTo>
                  <a:pt x="87" y="1943"/>
                </a:lnTo>
                <a:lnTo>
                  <a:pt x="88" y="1942"/>
                </a:lnTo>
                <a:lnTo>
                  <a:pt x="90" y="1943"/>
                </a:lnTo>
                <a:lnTo>
                  <a:pt x="92" y="1943"/>
                </a:lnTo>
                <a:lnTo>
                  <a:pt x="95" y="1944"/>
                </a:lnTo>
                <a:lnTo>
                  <a:pt x="97" y="1944"/>
                </a:lnTo>
                <a:lnTo>
                  <a:pt x="98" y="1944"/>
                </a:lnTo>
                <a:lnTo>
                  <a:pt x="99" y="1944"/>
                </a:lnTo>
                <a:lnTo>
                  <a:pt x="100" y="1944"/>
                </a:lnTo>
                <a:lnTo>
                  <a:pt x="102" y="1944"/>
                </a:lnTo>
                <a:lnTo>
                  <a:pt x="103" y="1944"/>
                </a:lnTo>
                <a:lnTo>
                  <a:pt x="104" y="1944"/>
                </a:lnTo>
                <a:lnTo>
                  <a:pt x="104" y="1943"/>
                </a:lnTo>
                <a:lnTo>
                  <a:pt x="107" y="1943"/>
                </a:lnTo>
                <a:lnTo>
                  <a:pt x="111" y="1942"/>
                </a:lnTo>
                <a:lnTo>
                  <a:pt x="112" y="1942"/>
                </a:lnTo>
                <a:lnTo>
                  <a:pt x="113" y="1942"/>
                </a:lnTo>
                <a:lnTo>
                  <a:pt x="114" y="1943"/>
                </a:lnTo>
                <a:lnTo>
                  <a:pt x="115" y="1944"/>
                </a:lnTo>
                <a:lnTo>
                  <a:pt x="116" y="1944"/>
                </a:lnTo>
                <a:lnTo>
                  <a:pt x="117" y="1944"/>
                </a:lnTo>
                <a:lnTo>
                  <a:pt x="118" y="1944"/>
                </a:lnTo>
                <a:lnTo>
                  <a:pt x="119" y="1944"/>
                </a:lnTo>
                <a:lnTo>
                  <a:pt x="119" y="1943"/>
                </a:lnTo>
                <a:lnTo>
                  <a:pt x="120" y="1942"/>
                </a:lnTo>
                <a:lnTo>
                  <a:pt x="121" y="1941"/>
                </a:lnTo>
                <a:lnTo>
                  <a:pt x="122" y="1939"/>
                </a:lnTo>
                <a:lnTo>
                  <a:pt x="123" y="1938"/>
                </a:lnTo>
                <a:lnTo>
                  <a:pt x="124" y="1937"/>
                </a:lnTo>
                <a:lnTo>
                  <a:pt x="124" y="1936"/>
                </a:lnTo>
                <a:lnTo>
                  <a:pt x="124" y="1935"/>
                </a:lnTo>
                <a:lnTo>
                  <a:pt x="124" y="1934"/>
                </a:lnTo>
                <a:lnTo>
                  <a:pt x="124" y="1932"/>
                </a:lnTo>
                <a:lnTo>
                  <a:pt x="125" y="1930"/>
                </a:lnTo>
                <a:lnTo>
                  <a:pt x="126" y="1930"/>
                </a:lnTo>
                <a:lnTo>
                  <a:pt x="129" y="1929"/>
                </a:lnTo>
                <a:lnTo>
                  <a:pt x="129" y="1928"/>
                </a:lnTo>
                <a:lnTo>
                  <a:pt x="129" y="1927"/>
                </a:lnTo>
                <a:lnTo>
                  <a:pt x="130" y="1925"/>
                </a:lnTo>
                <a:lnTo>
                  <a:pt x="129" y="1918"/>
                </a:lnTo>
                <a:lnTo>
                  <a:pt x="128" y="1916"/>
                </a:lnTo>
                <a:lnTo>
                  <a:pt x="127" y="1913"/>
                </a:lnTo>
                <a:lnTo>
                  <a:pt x="125" y="1910"/>
                </a:lnTo>
                <a:lnTo>
                  <a:pt x="124" y="1909"/>
                </a:lnTo>
                <a:lnTo>
                  <a:pt x="124" y="1907"/>
                </a:lnTo>
                <a:lnTo>
                  <a:pt x="124" y="1906"/>
                </a:lnTo>
                <a:lnTo>
                  <a:pt x="124" y="1905"/>
                </a:lnTo>
                <a:lnTo>
                  <a:pt x="124" y="1904"/>
                </a:lnTo>
                <a:lnTo>
                  <a:pt x="123" y="1903"/>
                </a:lnTo>
                <a:lnTo>
                  <a:pt x="122" y="1903"/>
                </a:lnTo>
                <a:lnTo>
                  <a:pt x="118" y="1904"/>
                </a:lnTo>
                <a:lnTo>
                  <a:pt x="116" y="1903"/>
                </a:lnTo>
                <a:lnTo>
                  <a:pt x="114" y="1902"/>
                </a:lnTo>
                <a:lnTo>
                  <a:pt x="113" y="1901"/>
                </a:lnTo>
                <a:lnTo>
                  <a:pt x="112" y="1900"/>
                </a:lnTo>
                <a:lnTo>
                  <a:pt x="112" y="1899"/>
                </a:lnTo>
                <a:lnTo>
                  <a:pt x="113" y="1899"/>
                </a:lnTo>
                <a:lnTo>
                  <a:pt x="113" y="1898"/>
                </a:lnTo>
                <a:lnTo>
                  <a:pt x="114" y="1898"/>
                </a:lnTo>
                <a:lnTo>
                  <a:pt x="114" y="1897"/>
                </a:lnTo>
                <a:lnTo>
                  <a:pt x="113" y="1896"/>
                </a:lnTo>
                <a:lnTo>
                  <a:pt x="112" y="1894"/>
                </a:lnTo>
                <a:lnTo>
                  <a:pt x="107" y="1890"/>
                </a:lnTo>
                <a:lnTo>
                  <a:pt x="106" y="1889"/>
                </a:lnTo>
                <a:lnTo>
                  <a:pt x="106" y="1888"/>
                </a:lnTo>
                <a:lnTo>
                  <a:pt x="106" y="1887"/>
                </a:lnTo>
                <a:lnTo>
                  <a:pt x="105" y="1886"/>
                </a:lnTo>
                <a:lnTo>
                  <a:pt x="105" y="1885"/>
                </a:lnTo>
                <a:lnTo>
                  <a:pt x="106" y="1882"/>
                </a:lnTo>
                <a:lnTo>
                  <a:pt x="106" y="1879"/>
                </a:lnTo>
                <a:lnTo>
                  <a:pt x="106" y="1878"/>
                </a:lnTo>
                <a:lnTo>
                  <a:pt x="107" y="1875"/>
                </a:lnTo>
                <a:lnTo>
                  <a:pt x="107" y="1873"/>
                </a:lnTo>
                <a:lnTo>
                  <a:pt x="106" y="1871"/>
                </a:lnTo>
                <a:lnTo>
                  <a:pt x="105" y="1867"/>
                </a:lnTo>
                <a:lnTo>
                  <a:pt x="105" y="1866"/>
                </a:lnTo>
                <a:lnTo>
                  <a:pt x="106" y="1865"/>
                </a:lnTo>
                <a:lnTo>
                  <a:pt x="107" y="1864"/>
                </a:lnTo>
                <a:lnTo>
                  <a:pt x="107" y="1863"/>
                </a:lnTo>
                <a:lnTo>
                  <a:pt x="108" y="1863"/>
                </a:lnTo>
                <a:lnTo>
                  <a:pt x="109" y="1863"/>
                </a:lnTo>
                <a:lnTo>
                  <a:pt x="111" y="1862"/>
                </a:lnTo>
                <a:lnTo>
                  <a:pt x="112" y="1861"/>
                </a:lnTo>
                <a:lnTo>
                  <a:pt x="112" y="1857"/>
                </a:lnTo>
                <a:lnTo>
                  <a:pt x="113" y="1856"/>
                </a:lnTo>
                <a:lnTo>
                  <a:pt x="114" y="1856"/>
                </a:lnTo>
                <a:lnTo>
                  <a:pt x="116" y="1856"/>
                </a:lnTo>
                <a:lnTo>
                  <a:pt x="118" y="1855"/>
                </a:lnTo>
                <a:lnTo>
                  <a:pt x="120" y="1854"/>
                </a:lnTo>
                <a:lnTo>
                  <a:pt x="122" y="1852"/>
                </a:lnTo>
                <a:lnTo>
                  <a:pt x="123" y="1851"/>
                </a:lnTo>
                <a:lnTo>
                  <a:pt x="124" y="1851"/>
                </a:lnTo>
                <a:lnTo>
                  <a:pt x="126" y="1850"/>
                </a:lnTo>
                <a:lnTo>
                  <a:pt x="127" y="1850"/>
                </a:lnTo>
                <a:lnTo>
                  <a:pt x="128" y="1850"/>
                </a:lnTo>
                <a:lnTo>
                  <a:pt x="128" y="1849"/>
                </a:lnTo>
                <a:lnTo>
                  <a:pt x="129" y="1849"/>
                </a:lnTo>
                <a:lnTo>
                  <a:pt x="130" y="1849"/>
                </a:lnTo>
                <a:lnTo>
                  <a:pt x="130" y="1848"/>
                </a:lnTo>
                <a:lnTo>
                  <a:pt x="130" y="1847"/>
                </a:lnTo>
                <a:lnTo>
                  <a:pt x="130" y="1845"/>
                </a:lnTo>
                <a:lnTo>
                  <a:pt x="130" y="1844"/>
                </a:lnTo>
                <a:lnTo>
                  <a:pt x="129" y="1843"/>
                </a:lnTo>
                <a:lnTo>
                  <a:pt x="128" y="1842"/>
                </a:lnTo>
                <a:lnTo>
                  <a:pt x="127" y="1841"/>
                </a:lnTo>
                <a:lnTo>
                  <a:pt x="127" y="1840"/>
                </a:lnTo>
                <a:lnTo>
                  <a:pt x="125" y="1838"/>
                </a:lnTo>
                <a:lnTo>
                  <a:pt x="123" y="1835"/>
                </a:lnTo>
                <a:lnTo>
                  <a:pt x="121" y="1833"/>
                </a:lnTo>
                <a:lnTo>
                  <a:pt x="120" y="1832"/>
                </a:lnTo>
                <a:lnTo>
                  <a:pt x="120" y="1830"/>
                </a:lnTo>
                <a:lnTo>
                  <a:pt x="121" y="1830"/>
                </a:lnTo>
                <a:lnTo>
                  <a:pt x="121" y="1829"/>
                </a:lnTo>
                <a:lnTo>
                  <a:pt x="122" y="1828"/>
                </a:lnTo>
                <a:lnTo>
                  <a:pt x="123" y="1827"/>
                </a:lnTo>
                <a:lnTo>
                  <a:pt x="125" y="1824"/>
                </a:lnTo>
                <a:lnTo>
                  <a:pt x="125" y="1822"/>
                </a:lnTo>
                <a:lnTo>
                  <a:pt x="125" y="1819"/>
                </a:lnTo>
                <a:lnTo>
                  <a:pt x="125" y="1817"/>
                </a:lnTo>
                <a:lnTo>
                  <a:pt x="125" y="1816"/>
                </a:lnTo>
                <a:lnTo>
                  <a:pt x="125" y="1814"/>
                </a:lnTo>
                <a:lnTo>
                  <a:pt x="126" y="1812"/>
                </a:lnTo>
                <a:lnTo>
                  <a:pt x="127" y="1808"/>
                </a:lnTo>
                <a:lnTo>
                  <a:pt x="127" y="1806"/>
                </a:lnTo>
                <a:lnTo>
                  <a:pt x="127" y="1805"/>
                </a:lnTo>
                <a:lnTo>
                  <a:pt x="128" y="1804"/>
                </a:lnTo>
                <a:lnTo>
                  <a:pt x="129" y="1803"/>
                </a:lnTo>
                <a:lnTo>
                  <a:pt x="131" y="1800"/>
                </a:lnTo>
                <a:lnTo>
                  <a:pt x="131" y="1798"/>
                </a:lnTo>
                <a:lnTo>
                  <a:pt x="132" y="1797"/>
                </a:lnTo>
                <a:lnTo>
                  <a:pt x="132" y="1796"/>
                </a:lnTo>
                <a:lnTo>
                  <a:pt x="133" y="1794"/>
                </a:lnTo>
                <a:lnTo>
                  <a:pt x="132" y="1793"/>
                </a:lnTo>
                <a:lnTo>
                  <a:pt x="131" y="1793"/>
                </a:lnTo>
                <a:lnTo>
                  <a:pt x="130" y="1793"/>
                </a:lnTo>
                <a:lnTo>
                  <a:pt x="130" y="1792"/>
                </a:lnTo>
                <a:lnTo>
                  <a:pt x="128" y="1793"/>
                </a:lnTo>
                <a:lnTo>
                  <a:pt x="127" y="1792"/>
                </a:lnTo>
                <a:lnTo>
                  <a:pt x="126" y="1792"/>
                </a:lnTo>
                <a:lnTo>
                  <a:pt x="125" y="1791"/>
                </a:lnTo>
                <a:lnTo>
                  <a:pt x="124" y="1789"/>
                </a:lnTo>
                <a:lnTo>
                  <a:pt x="125" y="1787"/>
                </a:lnTo>
                <a:lnTo>
                  <a:pt x="125" y="1785"/>
                </a:lnTo>
                <a:lnTo>
                  <a:pt x="124" y="1783"/>
                </a:lnTo>
                <a:lnTo>
                  <a:pt x="123" y="1781"/>
                </a:lnTo>
                <a:lnTo>
                  <a:pt x="123" y="1780"/>
                </a:lnTo>
                <a:lnTo>
                  <a:pt x="122" y="1775"/>
                </a:lnTo>
                <a:lnTo>
                  <a:pt x="122" y="1774"/>
                </a:lnTo>
                <a:lnTo>
                  <a:pt x="122" y="1772"/>
                </a:lnTo>
                <a:lnTo>
                  <a:pt x="123" y="1769"/>
                </a:lnTo>
                <a:lnTo>
                  <a:pt x="123" y="1768"/>
                </a:lnTo>
                <a:lnTo>
                  <a:pt x="124" y="1765"/>
                </a:lnTo>
                <a:lnTo>
                  <a:pt x="124" y="1763"/>
                </a:lnTo>
                <a:lnTo>
                  <a:pt x="125" y="1759"/>
                </a:lnTo>
                <a:lnTo>
                  <a:pt x="127" y="1755"/>
                </a:lnTo>
                <a:lnTo>
                  <a:pt x="128" y="1752"/>
                </a:lnTo>
                <a:lnTo>
                  <a:pt x="128" y="1750"/>
                </a:lnTo>
                <a:lnTo>
                  <a:pt x="128" y="1746"/>
                </a:lnTo>
                <a:lnTo>
                  <a:pt x="128" y="1742"/>
                </a:lnTo>
                <a:lnTo>
                  <a:pt x="128" y="1741"/>
                </a:lnTo>
                <a:lnTo>
                  <a:pt x="128" y="1739"/>
                </a:lnTo>
                <a:lnTo>
                  <a:pt x="129" y="1739"/>
                </a:lnTo>
                <a:lnTo>
                  <a:pt x="130" y="1738"/>
                </a:lnTo>
                <a:lnTo>
                  <a:pt x="131" y="1738"/>
                </a:lnTo>
                <a:lnTo>
                  <a:pt x="131" y="1737"/>
                </a:lnTo>
                <a:lnTo>
                  <a:pt x="131" y="1736"/>
                </a:lnTo>
                <a:lnTo>
                  <a:pt x="131" y="1735"/>
                </a:lnTo>
                <a:lnTo>
                  <a:pt x="131" y="1731"/>
                </a:lnTo>
                <a:lnTo>
                  <a:pt x="131" y="1728"/>
                </a:lnTo>
                <a:lnTo>
                  <a:pt x="132" y="1727"/>
                </a:lnTo>
                <a:lnTo>
                  <a:pt x="133" y="1726"/>
                </a:lnTo>
                <a:lnTo>
                  <a:pt x="136" y="1724"/>
                </a:lnTo>
                <a:lnTo>
                  <a:pt x="138" y="1723"/>
                </a:lnTo>
                <a:lnTo>
                  <a:pt x="138" y="1722"/>
                </a:lnTo>
                <a:lnTo>
                  <a:pt x="139" y="1723"/>
                </a:lnTo>
                <a:lnTo>
                  <a:pt x="140" y="1723"/>
                </a:lnTo>
                <a:lnTo>
                  <a:pt x="140" y="1722"/>
                </a:lnTo>
                <a:lnTo>
                  <a:pt x="141" y="1722"/>
                </a:lnTo>
                <a:lnTo>
                  <a:pt x="143" y="1721"/>
                </a:lnTo>
                <a:lnTo>
                  <a:pt x="145" y="1718"/>
                </a:lnTo>
                <a:lnTo>
                  <a:pt x="148" y="1715"/>
                </a:lnTo>
                <a:lnTo>
                  <a:pt x="149" y="1713"/>
                </a:lnTo>
                <a:lnTo>
                  <a:pt x="150" y="1711"/>
                </a:lnTo>
                <a:lnTo>
                  <a:pt x="150" y="1710"/>
                </a:lnTo>
                <a:lnTo>
                  <a:pt x="150" y="1709"/>
                </a:lnTo>
                <a:lnTo>
                  <a:pt x="150" y="1706"/>
                </a:lnTo>
                <a:lnTo>
                  <a:pt x="151" y="1703"/>
                </a:lnTo>
                <a:lnTo>
                  <a:pt x="151" y="1702"/>
                </a:lnTo>
                <a:lnTo>
                  <a:pt x="151" y="1700"/>
                </a:lnTo>
                <a:lnTo>
                  <a:pt x="151" y="1699"/>
                </a:lnTo>
                <a:lnTo>
                  <a:pt x="151" y="1698"/>
                </a:lnTo>
                <a:lnTo>
                  <a:pt x="150" y="1698"/>
                </a:lnTo>
                <a:lnTo>
                  <a:pt x="149" y="1698"/>
                </a:lnTo>
                <a:lnTo>
                  <a:pt x="148" y="1698"/>
                </a:lnTo>
                <a:lnTo>
                  <a:pt x="147" y="1698"/>
                </a:lnTo>
                <a:lnTo>
                  <a:pt x="146" y="1697"/>
                </a:lnTo>
                <a:lnTo>
                  <a:pt x="146" y="1695"/>
                </a:lnTo>
                <a:lnTo>
                  <a:pt x="146" y="1691"/>
                </a:lnTo>
                <a:lnTo>
                  <a:pt x="145" y="1688"/>
                </a:lnTo>
                <a:lnTo>
                  <a:pt x="144" y="1686"/>
                </a:lnTo>
                <a:lnTo>
                  <a:pt x="143" y="1686"/>
                </a:lnTo>
                <a:lnTo>
                  <a:pt x="141" y="1686"/>
                </a:lnTo>
                <a:lnTo>
                  <a:pt x="139" y="1685"/>
                </a:lnTo>
                <a:lnTo>
                  <a:pt x="137" y="1685"/>
                </a:lnTo>
                <a:lnTo>
                  <a:pt x="136" y="1685"/>
                </a:lnTo>
                <a:lnTo>
                  <a:pt x="135" y="1684"/>
                </a:lnTo>
                <a:lnTo>
                  <a:pt x="134" y="1683"/>
                </a:lnTo>
                <a:lnTo>
                  <a:pt x="133" y="1682"/>
                </a:lnTo>
                <a:lnTo>
                  <a:pt x="132" y="1679"/>
                </a:lnTo>
                <a:lnTo>
                  <a:pt x="131" y="1678"/>
                </a:lnTo>
                <a:lnTo>
                  <a:pt x="130" y="1676"/>
                </a:lnTo>
                <a:lnTo>
                  <a:pt x="128" y="1672"/>
                </a:lnTo>
                <a:lnTo>
                  <a:pt x="127" y="1671"/>
                </a:lnTo>
                <a:lnTo>
                  <a:pt x="126" y="1668"/>
                </a:lnTo>
                <a:lnTo>
                  <a:pt x="125" y="1667"/>
                </a:lnTo>
                <a:lnTo>
                  <a:pt x="124" y="1666"/>
                </a:lnTo>
                <a:lnTo>
                  <a:pt x="124" y="1665"/>
                </a:lnTo>
                <a:lnTo>
                  <a:pt x="123" y="1665"/>
                </a:lnTo>
                <a:lnTo>
                  <a:pt x="123" y="1666"/>
                </a:lnTo>
                <a:lnTo>
                  <a:pt x="121" y="1667"/>
                </a:lnTo>
                <a:lnTo>
                  <a:pt x="120" y="1666"/>
                </a:lnTo>
                <a:lnTo>
                  <a:pt x="119" y="1666"/>
                </a:lnTo>
                <a:lnTo>
                  <a:pt x="119" y="1665"/>
                </a:lnTo>
                <a:lnTo>
                  <a:pt x="118" y="1664"/>
                </a:lnTo>
                <a:lnTo>
                  <a:pt x="117" y="1664"/>
                </a:lnTo>
                <a:lnTo>
                  <a:pt x="115" y="1662"/>
                </a:lnTo>
                <a:lnTo>
                  <a:pt x="113" y="1662"/>
                </a:lnTo>
                <a:lnTo>
                  <a:pt x="113" y="1661"/>
                </a:lnTo>
                <a:lnTo>
                  <a:pt x="112" y="1661"/>
                </a:lnTo>
                <a:lnTo>
                  <a:pt x="112" y="1660"/>
                </a:lnTo>
                <a:lnTo>
                  <a:pt x="111" y="1659"/>
                </a:lnTo>
                <a:lnTo>
                  <a:pt x="111" y="1658"/>
                </a:lnTo>
                <a:lnTo>
                  <a:pt x="111" y="1657"/>
                </a:lnTo>
                <a:lnTo>
                  <a:pt x="109" y="1656"/>
                </a:lnTo>
                <a:lnTo>
                  <a:pt x="109" y="1655"/>
                </a:lnTo>
                <a:lnTo>
                  <a:pt x="107" y="1654"/>
                </a:lnTo>
                <a:lnTo>
                  <a:pt x="105" y="1653"/>
                </a:lnTo>
                <a:lnTo>
                  <a:pt x="102" y="1653"/>
                </a:lnTo>
                <a:lnTo>
                  <a:pt x="101" y="1652"/>
                </a:lnTo>
                <a:lnTo>
                  <a:pt x="100" y="1652"/>
                </a:lnTo>
                <a:lnTo>
                  <a:pt x="99" y="1651"/>
                </a:lnTo>
                <a:lnTo>
                  <a:pt x="97" y="1649"/>
                </a:lnTo>
                <a:lnTo>
                  <a:pt x="95" y="1647"/>
                </a:lnTo>
                <a:lnTo>
                  <a:pt x="94" y="1646"/>
                </a:lnTo>
                <a:lnTo>
                  <a:pt x="92" y="1645"/>
                </a:lnTo>
                <a:lnTo>
                  <a:pt x="91" y="1645"/>
                </a:lnTo>
                <a:lnTo>
                  <a:pt x="90" y="1645"/>
                </a:lnTo>
                <a:lnTo>
                  <a:pt x="90" y="1644"/>
                </a:lnTo>
                <a:lnTo>
                  <a:pt x="86" y="1643"/>
                </a:lnTo>
                <a:lnTo>
                  <a:pt x="82" y="1642"/>
                </a:lnTo>
                <a:lnTo>
                  <a:pt x="80" y="1641"/>
                </a:lnTo>
                <a:lnTo>
                  <a:pt x="79" y="1641"/>
                </a:lnTo>
                <a:lnTo>
                  <a:pt x="78" y="1641"/>
                </a:lnTo>
                <a:lnTo>
                  <a:pt x="76" y="1639"/>
                </a:lnTo>
                <a:lnTo>
                  <a:pt x="74" y="1638"/>
                </a:lnTo>
                <a:lnTo>
                  <a:pt x="72" y="1637"/>
                </a:lnTo>
                <a:lnTo>
                  <a:pt x="70" y="1637"/>
                </a:lnTo>
                <a:lnTo>
                  <a:pt x="67" y="1636"/>
                </a:lnTo>
                <a:lnTo>
                  <a:pt x="64" y="1634"/>
                </a:lnTo>
                <a:lnTo>
                  <a:pt x="63" y="1633"/>
                </a:lnTo>
                <a:lnTo>
                  <a:pt x="60" y="1631"/>
                </a:lnTo>
                <a:lnTo>
                  <a:pt x="58" y="1631"/>
                </a:lnTo>
                <a:lnTo>
                  <a:pt x="57" y="1630"/>
                </a:lnTo>
                <a:lnTo>
                  <a:pt x="56" y="1629"/>
                </a:lnTo>
                <a:lnTo>
                  <a:pt x="55" y="1628"/>
                </a:lnTo>
                <a:lnTo>
                  <a:pt x="55" y="1629"/>
                </a:lnTo>
                <a:lnTo>
                  <a:pt x="54" y="1629"/>
                </a:lnTo>
                <a:lnTo>
                  <a:pt x="52" y="1631"/>
                </a:lnTo>
                <a:lnTo>
                  <a:pt x="51" y="1631"/>
                </a:lnTo>
                <a:lnTo>
                  <a:pt x="50" y="1633"/>
                </a:lnTo>
                <a:lnTo>
                  <a:pt x="50" y="1635"/>
                </a:lnTo>
                <a:lnTo>
                  <a:pt x="48" y="1638"/>
                </a:lnTo>
                <a:lnTo>
                  <a:pt x="48" y="1639"/>
                </a:lnTo>
                <a:lnTo>
                  <a:pt x="47" y="1639"/>
                </a:lnTo>
                <a:lnTo>
                  <a:pt x="46" y="1639"/>
                </a:lnTo>
                <a:lnTo>
                  <a:pt x="45" y="1639"/>
                </a:lnTo>
                <a:lnTo>
                  <a:pt x="44" y="1639"/>
                </a:lnTo>
                <a:lnTo>
                  <a:pt x="43" y="1638"/>
                </a:lnTo>
                <a:lnTo>
                  <a:pt x="42" y="1639"/>
                </a:lnTo>
                <a:lnTo>
                  <a:pt x="41" y="1640"/>
                </a:lnTo>
                <a:lnTo>
                  <a:pt x="40" y="1641"/>
                </a:lnTo>
                <a:lnTo>
                  <a:pt x="38" y="1642"/>
                </a:lnTo>
                <a:lnTo>
                  <a:pt x="38" y="1643"/>
                </a:lnTo>
                <a:lnTo>
                  <a:pt x="38" y="1644"/>
                </a:lnTo>
                <a:lnTo>
                  <a:pt x="38" y="1646"/>
                </a:lnTo>
                <a:lnTo>
                  <a:pt x="39" y="1650"/>
                </a:lnTo>
                <a:lnTo>
                  <a:pt x="39" y="1652"/>
                </a:lnTo>
                <a:lnTo>
                  <a:pt x="38" y="1652"/>
                </a:lnTo>
                <a:lnTo>
                  <a:pt x="36" y="1651"/>
                </a:lnTo>
                <a:lnTo>
                  <a:pt x="33" y="1650"/>
                </a:lnTo>
                <a:lnTo>
                  <a:pt x="32" y="1650"/>
                </a:lnTo>
                <a:lnTo>
                  <a:pt x="31" y="1650"/>
                </a:lnTo>
                <a:lnTo>
                  <a:pt x="30" y="1650"/>
                </a:lnTo>
                <a:lnTo>
                  <a:pt x="28" y="1651"/>
                </a:lnTo>
                <a:lnTo>
                  <a:pt x="26" y="1651"/>
                </a:lnTo>
                <a:lnTo>
                  <a:pt x="25" y="1651"/>
                </a:lnTo>
                <a:lnTo>
                  <a:pt x="24" y="1651"/>
                </a:lnTo>
                <a:lnTo>
                  <a:pt x="23" y="1651"/>
                </a:lnTo>
                <a:lnTo>
                  <a:pt x="23" y="1650"/>
                </a:lnTo>
                <a:lnTo>
                  <a:pt x="22" y="1649"/>
                </a:lnTo>
                <a:lnTo>
                  <a:pt x="22" y="1648"/>
                </a:lnTo>
                <a:lnTo>
                  <a:pt x="21" y="1648"/>
                </a:lnTo>
                <a:lnTo>
                  <a:pt x="20" y="1648"/>
                </a:lnTo>
                <a:lnTo>
                  <a:pt x="19" y="1648"/>
                </a:lnTo>
                <a:lnTo>
                  <a:pt x="18" y="1648"/>
                </a:lnTo>
                <a:lnTo>
                  <a:pt x="16" y="1647"/>
                </a:lnTo>
                <a:lnTo>
                  <a:pt x="15" y="1646"/>
                </a:lnTo>
                <a:lnTo>
                  <a:pt x="13" y="1645"/>
                </a:lnTo>
                <a:lnTo>
                  <a:pt x="13" y="1644"/>
                </a:lnTo>
                <a:lnTo>
                  <a:pt x="13" y="1643"/>
                </a:lnTo>
                <a:lnTo>
                  <a:pt x="12" y="1641"/>
                </a:lnTo>
                <a:lnTo>
                  <a:pt x="13" y="1638"/>
                </a:lnTo>
                <a:lnTo>
                  <a:pt x="13" y="1637"/>
                </a:lnTo>
                <a:lnTo>
                  <a:pt x="12" y="1636"/>
                </a:lnTo>
                <a:lnTo>
                  <a:pt x="12" y="1635"/>
                </a:lnTo>
                <a:lnTo>
                  <a:pt x="11" y="1635"/>
                </a:lnTo>
                <a:lnTo>
                  <a:pt x="10" y="1635"/>
                </a:lnTo>
                <a:lnTo>
                  <a:pt x="9" y="1635"/>
                </a:lnTo>
                <a:lnTo>
                  <a:pt x="8" y="1634"/>
                </a:lnTo>
                <a:lnTo>
                  <a:pt x="7" y="1634"/>
                </a:lnTo>
                <a:lnTo>
                  <a:pt x="6" y="1633"/>
                </a:lnTo>
                <a:lnTo>
                  <a:pt x="5" y="1631"/>
                </a:lnTo>
                <a:lnTo>
                  <a:pt x="4" y="1630"/>
                </a:lnTo>
                <a:lnTo>
                  <a:pt x="2" y="1628"/>
                </a:lnTo>
                <a:lnTo>
                  <a:pt x="1" y="1626"/>
                </a:lnTo>
                <a:lnTo>
                  <a:pt x="1" y="1625"/>
                </a:lnTo>
                <a:lnTo>
                  <a:pt x="1" y="1624"/>
                </a:lnTo>
                <a:lnTo>
                  <a:pt x="2" y="1623"/>
                </a:lnTo>
                <a:lnTo>
                  <a:pt x="3" y="1622"/>
                </a:lnTo>
                <a:lnTo>
                  <a:pt x="3" y="1621"/>
                </a:lnTo>
                <a:lnTo>
                  <a:pt x="3" y="1620"/>
                </a:lnTo>
                <a:lnTo>
                  <a:pt x="3" y="1619"/>
                </a:lnTo>
                <a:lnTo>
                  <a:pt x="2" y="1618"/>
                </a:lnTo>
                <a:lnTo>
                  <a:pt x="2" y="1617"/>
                </a:lnTo>
                <a:lnTo>
                  <a:pt x="3" y="1616"/>
                </a:lnTo>
                <a:lnTo>
                  <a:pt x="2" y="1615"/>
                </a:lnTo>
                <a:lnTo>
                  <a:pt x="2" y="1613"/>
                </a:lnTo>
                <a:lnTo>
                  <a:pt x="1" y="1611"/>
                </a:lnTo>
                <a:lnTo>
                  <a:pt x="1" y="1610"/>
                </a:lnTo>
                <a:lnTo>
                  <a:pt x="1" y="1608"/>
                </a:lnTo>
                <a:lnTo>
                  <a:pt x="2" y="1605"/>
                </a:lnTo>
                <a:lnTo>
                  <a:pt x="2" y="1604"/>
                </a:lnTo>
                <a:lnTo>
                  <a:pt x="2" y="1603"/>
                </a:lnTo>
                <a:lnTo>
                  <a:pt x="1" y="1602"/>
                </a:lnTo>
                <a:lnTo>
                  <a:pt x="0" y="1601"/>
                </a:lnTo>
                <a:lnTo>
                  <a:pt x="0" y="1600"/>
                </a:lnTo>
                <a:lnTo>
                  <a:pt x="1" y="1598"/>
                </a:lnTo>
                <a:lnTo>
                  <a:pt x="2" y="1596"/>
                </a:lnTo>
                <a:lnTo>
                  <a:pt x="3" y="1594"/>
                </a:lnTo>
                <a:lnTo>
                  <a:pt x="3" y="1593"/>
                </a:lnTo>
                <a:lnTo>
                  <a:pt x="4" y="1592"/>
                </a:lnTo>
                <a:lnTo>
                  <a:pt x="5" y="1592"/>
                </a:lnTo>
                <a:lnTo>
                  <a:pt x="5" y="1591"/>
                </a:lnTo>
                <a:lnTo>
                  <a:pt x="6" y="1591"/>
                </a:lnTo>
                <a:lnTo>
                  <a:pt x="6" y="1590"/>
                </a:lnTo>
                <a:lnTo>
                  <a:pt x="5" y="1587"/>
                </a:lnTo>
                <a:lnTo>
                  <a:pt x="4" y="1586"/>
                </a:lnTo>
                <a:lnTo>
                  <a:pt x="5" y="1585"/>
                </a:lnTo>
                <a:lnTo>
                  <a:pt x="5" y="1583"/>
                </a:lnTo>
                <a:lnTo>
                  <a:pt x="5" y="1582"/>
                </a:lnTo>
                <a:lnTo>
                  <a:pt x="4" y="1581"/>
                </a:lnTo>
                <a:lnTo>
                  <a:pt x="3" y="1578"/>
                </a:lnTo>
                <a:lnTo>
                  <a:pt x="4" y="1576"/>
                </a:lnTo>
                <a:lnTo>
                  <a:pt x="3" y="1575"/>
                </a:lnTo>
                <a:lnTo>
                  <a:pt x="2" y="1574"/>
                </a:lnTo>
                <a:lnTo>
                  <a:pt x="1" y="1572"/>
                </a:lnTo>
                <a:lnTo>
                  <a:pt x="1" y="1571"/>
                </a:lnTo>
                <a:lnTo>
                  <a:pt x="1" y="1569"/>
                </a:lnTo>
                <a:lnTo>
                  <a:pt x="2" y="1567"/>
                </a:lnTo>
                <a:lnTo>
                  <a:pt x="3" y="1567"/>
                </a:lnTo>
                <a:lnTo>
                  <a:pt x="3" y="1566"/>
                </a:lnTo>
                <a:lnTo>
                  <a:pt x="4" y="1565"/>
                </a:lnTo>
                <a:lnTo>
                  <a:pt x="5" y="1564"/>
                </a:lnTo>
                <a:lnTo>
                  <a:pt x="5" y="1563"/>
                </a:lnTo>
                <a:lnTo>
                  <a:pt x="6" y="1563"/>
                </a:lnTo>
                <a:lnTo>
                  <a:pt x="7" y="1563"/>
                </a:lnTo>
                <a:lnTo>
                  <a:pt x="8" y="1563"/>
                </a:lnTo>
                <a:lnTo>
                  <a:pt x="8" y="1562"/>
                </a:lnTo>
                <a:lnTo>
                  <a:pt x="9" y="1561"/>
                </a:lnTo>
                <a:lnTo>
                  <a:pt x="10" y="1559"/>
                </a:lnTo>
                <a:lnTo>
                  <a:pt x="11" y="1558"/>
                </a:lnTo>
                <a:lnTo>
                  <a:pt x="12" y="1558"/>
                </a:lnTo>
                <a:lnTo>
                  <a:pt x="13" y="1558"/>
                </a:lnTo>
                <a:lnTo>
                  <a:pt x="14" y="1559"/>
                </a:lnTo>
                <a:lnTo>
                  <a:pt x="15" y="1559"/>
                </a:lnTo>
                <a:lnTo>
                  <a:pt x="16" y="1558"/>
                </a:lnTo>
                <a:lnTo>
                  <a:pt x="16" y="1557"/>
                </a:lnTo>
                <a:lnTo>
                  <a:pt x="17" y="1558"/>
                </a:lnTo>
                <a:lnTo>
                  <a:pt x="18" y="1558"/>
                </a:lnTo>
                <a:lnTo>
                  <a:pt x="18" y="1559"/>
                </a:lnTo>
                <a:lnTo>
                  <a:pt x="18" y="1560"/>
                </a:lnTo>
                <a:lnTo>
                  <a:pt x="19" y="1560"/>
                </a:lnTo>
                <a:lnTo>
                  <a:pt x="21" y="1561"/>
                </a:lnTo>
                <a:lnTo>
                  <a:pt x="22" y="1561"/>
                </a:lnTo>
                <a:lnTo>
                  <a:pt x="22" y="1562"/>
                </a:lnTo>
                <a:lnTo>
                  <a:pt x="22" y="1564"/>
                </a:lnTo>
                <a:lnTo>
                  <a:pt x="22" y="1565"/>
                </a:lnTo>
                <a:lnTo>
                  <a:pt x="23" y="1565"/>
                </a:lnTo>
                <a:lnTo>
                  <a:pt x="24" y="1565"/>
                </a:lnTo>
                <a:lnTo>
                  <a:pt x="25" y="1564"/>
                </a:lnTo>
                <a:lnTo>
                  <a:pt x="28" y="1561"/>
                </a:lnTo>
                <a:lnTo>
                  <a:pt x="28" y="1560"/>
                </a:lnTo>
                <a:lnTo>
                  <a:pt x="29" y="1560"/>
                </a:lnTo>
                <a:lnTo>
                  <a:pt x="29" y="1559"/>
                </a:lnTo>
                <a:lnTo>
                  <a:pt x="30" y="1556"/>
                </a:lnTo>
                <a:lnTo>
                  <a:pt x="30" y="1553"/>
                </a:lnTo>
                <a:lnTo>
                  <a:pt x="30" y="1552"/>
                </a:lnTo>
                <a:lnTo>
                  <a:pt x="31" y="1551"/>
                </a:lnTo>
                <a:lnTo>
                  <a:pt x="31" y="1549"/>
                </a:lnTo>
                <a:lnTo>
                  <a:pt x="31" y="1548"/>
                </a:lnTo>
                <a:lnTo>
                  <a:pt x="31" y="1547"/>
                </a:lnTo>
                <a:lnTo>
                  <a:pt x="30" y="1545"/>
                </a:lnTo>
                <a:lnTo>
                  <a:pt x="30" y="1543"/>
                </a:lnTo>
                <a:lnTo>
                  <a:pt x="30" y="1541"/>
                </a:lnTo>
                <a:lnTo>
                  <a:pt x="30" y="1540"/>
                </a:lnTo>
                <a:lnTo>
                  <a:pt x="29" y="1540"/>
                </a:lnTo>
                <a:lnTo>
                  <a:pt x="28" y="1540"/>
                </a:lnTo>
                <a:lnTo>
                  <a:pt x="27" y="1540"/>
                </a:lnTo>
                <a:lnTo>
                  <a:pt x="26" y="1540"/>
                </a:lnTo>
                <a:lnTo>
                  <a:pt x="25" y="1541"/>
                </a:lnTo>
                <a:lnTo>
                  <a:pt x="24" y="1542"/>
                </a:lnTo>
                <a:lnTo>
                  <a:pt x="23" y="1541"/>
                </a:lnTo>
                <a:lnTo>
                  <a:pt x="22" y="1541"/>
                </a:lnTo>
                <a:lnTo>
                  <a:pt x="21" y="1541"/>
                </a:lnTo>
                <a:lnTo>
                  <a:pt x="19" y="1541"/>
                </a:lnTo>
                <a:lnTo>
                  <a:pt x="18" y="1541"/>
                </a:lnTo>
                <a:lnTo>
                  <a:pt x="17" y="1540"/>
                </a:lnTo>
                <a:lnTo>
                  <a:pt x="18" y="1538"/>
                </a:lnTo>
                <a:lnTo>
                  <a:pt x="18" y="1537"/>
                </a:lnTo>
                <a:lnTo>
                  <a:pt x="18" y="1536"/>
                </a:lnTo>
                <a:lnTo>
                  <a:pt x="18" y="1534"/>
                </a:lnTo>
                <a:lnTo>
                  <a:pt x="18" y="1531"/>
                </a:lnTo>
                <a:lnTo>
                  <a:pt x="18" y="1530"/>
                </a:lnTo>
                <a:lnTo>
                  <a:pt x="17" y="1529"/>
                </a:lnTo>
                <a:lnTo>
                  <a:pt x="17" y="1528"/>
                </a:lnTo>
                <a:lnTo>
                  <a:pt x="18" y="1527"/>
                </a:lnTo>
                <a:lnTo>
                  <a:pt x="18" y="1526"/>
                </a:lnTo>
                <a:lnTo>
                  <a:pt x="20" y="1522"/>
                </a:lnTo>
                <a:lnTo>
                  <a:pt x="20" y="1521"/>
                </a:lnTo>
                <a:lnTo>
                  <a:pt x="20" y="1518"/>
                </a:lnTo>
                <a:lnTo>
                  <a:pt x="20" y="1517"/>
                </a:lnTo>
                <a:lnTo>
                  <a:pt x="19" y="1516"/>
                </a:lnTo>
                <a:lnTo>
                  <a:pt x="18" y="1516"/>
                </a:lnTo>
                <a:lnTo>
                  <a:pt x="18" y="1515"/>
                </a:lnTo>
                <a:lnTo>
                  <a:pt x="18" y="1514"/>
                </a:lnTo>
                <a:lnTo>
                  <a:pt x="18" y="1513"/>
                </a:lnTo>
                <a:lnTo>
                  <a:pt x="19" y="1512"/>
                </a:lnTo>
                <a:lnTo>
                  <a:pt x="18" y="1511"/>
                </a:lnTo>
                <a:lnTo>
                  <a:pt x="16" y="1511"/>
                </a:lnTo>
                <a:lnTo>
                  <a:pt x="15" y="1511"/>
                </a:lnTo>
                <a:lnTo>
                  <a:pt x="14" y="1510"/>
                </a:lnTo>
                <a:lnTo>
                  <a:pt x="14" y="1509"/>
                </a:lnTo>
                <a:lnTo>
                  <a:pt x="14" y="1508"/>
                </a:lnTo>
                <a:lnTo>
                  <a:pt x="15" y="1506"/>
                </a:lnTo>
                <a:lnTo>
                  <a:pt x="15" y="1505"/>
                </a:lnTo>
                <a:lnTo>
                  <a:pt x="15" y="1504"/>
                </a:lnTo>
                <a:lnTo>
                  <a:pt x="15" y="1503"/>
                </a:lnTo>
                <a:lnTo>
                  <a:pt x="14" y="1503"/>
                </a:lnTo>
                <a:lnTo>
                  <a:pt x="14" y="1502"/>
                </a:lnTo>
                <a:lnTo>
                  <a:pt x="14" y="1501"/>
                </a:lnTo>
                <a:lnTo>
                  <a:pt x="14" y="1500"/>
                </a:lnTo>
                <a:lnTo>
                  <a:pt x="15" y="1500"/>
                </a:lnTo>
                <a:lnTo>
                  <a:pt x="15" y="1497"/>
                </a:lnTo>
                <a:lnTo>
                  <a:pt x="15" y="1496"/>
                </a:lnTo>
                <a:lnTo>
                  <a:pt x="15" y="1495"/>
                </a:lnTo>
                <a:lnTo>
                  <a:pt x="14" y="1493"/>
                </a:lnTo>
                <a:lnTo>
                  <a:pt x="14" y="1492"/>
                </a:lnTo>
                <a:lnTo>
                  <a:pt x="13" y="1491"/>
                </a:lnTo>
                <a:lnTo>
                  <a:pt x="12" y="1491"/>
                </a:lnTo>
                <a:lnTo>
                  <a:pt x="10" y="1491"/>
                </a:lnTo>
                <a:lnTo>
                  <a:pt x="8" y="1491"/>
                </a:lnTo>
                <a:lnTo>
                  <a:pt x="7" y="1490"/>
                </a:lnTo>
                <a:lnTo>
                  <a:pt x="7" y="1489"/>
                </a:lnTo>
                <a:lnTo>
                  <a:pt x="7" y="1488"/>
                </a:lnTo>
                <a:lnTo>
                  <a:pt x="7" y="1487"/>
                </a:lnTo>
                <a:lnTo>
                  <a:pt x="7" y="1485"/>
                </a:lnTo>
                <a:lnTo>
                  <a:pt x="8" y="1484"/>
                </a:lnTo>
                <a:lnTo>
                  <a:pt x="7" y="1483"/>
                </a:lnTo>
                <a:lnTo>
                  <a:pt x="5" y="1482"/>
                </a:lnTo>
                <a:lnTo>
                  <a:pt x="4" y="1482"/>
                </a:lnTo>
                <a:lnTo>
                  <a:pt x="5" y="1481"/>
                </a:lnTo>
                <a:lnTo>
                  <a:pt x="6" y="1480"/>
                </a:lnTo>
                <a:lnTo>
                  <a:pt x="7" y="1479"/>
                </a:lnTo>
                <a:lnTo>
                  <a:pt x="8" y="1478"/>
                </a:lnTo>
                <a:lnTo>
                  <a:pt x="8" y="1476"/>
                </a:lnTo>
                <a:lnTo>
                  <a:pt x="8" y="1475"/>
                </a:lnTo>
                <a:lnTo>
                  <a:pt x="7" y="1474"/>
                </a:lnTo>
                <a:lnTo>
                  <a:pt x="7" y="1473"/>
                </a:lnTo>
                <a:lnTo>
                  <a:pt x="8" y="1472"/>
                </a:lnTo>
                <a:lnTo>
                  <a:pt x="9" y="1471"/>
                </a:lnTo>
                <a:lnTo>
                  <a:pt x="10" y="1469"/>
                </a:lnTo>
                <a:lnTo>
                  <a:pt x="11" y="1467"/>
                </a:lnTo>
                <a:lnTo>
                  <a:pt x="11" y="1466"/>
                </a:lnTo>
                <a:lnTo>
                  <a:pt x="9" y="1462"/>
                </a:lnTo>
                <a:lnTo>
                  <a:pt x="6" y="1460"/>
                </a:lnTo>
                <a:lnTo>
                  <a:pt x="6" y="1459"/>
                </a:lnTo>
                <a:lnTo>
                  <a:pt x="6" y="1458"/>
                </a:lnTo>
                <a:lnTo>
                  <a:pt x="7" y="1458"/>
                </a:lnTo>
                <a:lnTo>
                  <a:pt x="8" y="1458"/>
                </a:lnTo>
                <a:lnTo>
                  <a:pt x="9" y="1458"/>
                </a:lnTo>
                <a:lnTo>
                  <a:pt x="12" y="1458"/>
                </a:lnTo>
                <a:lnTo>
                  <a:pt x="14" y="1459"/>
                </a:lnTo>
                <a:lnTo>
                  <a:pt x="18" y="1459"/>
                </a:lnTo>
                <a:lnTo>
                  <a:pt x="19" y="1458"/>
                </a:lnTo>
                <a:lnTo>
                  <a:pt x="21" y="1455"/>
                </a:lnTo>
                <a:lnTo>
                  <a:pt x="23" y="1452"/>
                </a:lnTo>
                <a:lnTo>
                  <a:pt x="24" y="1450"/>
                </a:lnTo>
                <a:lnTo>
                  <a:pt x="25" y="1448"/>
                </a:lnTo>
                <a:lnTo>
                  <a:pt x="26" y="1448"/>
                </a:lnTo>
                <a:lnTo>
                  <a:pt x="27" y="1448"/>
                </a:lnTo>
                <a:lnTo>
                  <a:pt x="29" y="1447"/>
                </a:lnTo>
                <a:lnTo>
                  <a:pt x="30" y="1447"/>
                </a:lnTo>
                <a:lnTo>
                  <a:pt x="33" y="1447"/>
                </a:lnTo>
                <a:lnTo>
                  <a:pt x="34" y="1448"/>
                </a:lnTo>
                <a:lnTo>
                  <a:pt x="37" y="1450"/>
                </a:lnTo>
                <a:lnTo>
                  <a:pt x="40" y="1451"/>
                </a:lnTo>
                <a:lnTo>
                  <a:pt x="42" y="1453"/>
                </a:lnTo>
                <a:lnTo>
                  <a:pt x="45" y="1454"/>
                </a:lnTo>
                <a:lnTo>
                  <a:pt x="47" y="1455"/>
                </a:lnTo>
                <a:lnTo>
                  <a:pt x="48" y="1455"/>
                </a:lnTo>
                <a:lnTo>
                  <a:pt x="52" y="1455"/>
                </a:lnTo>
                <a:lnTo>
                  <a:pt x="54" y="1455"/>
                </a:lnTo>
                <a:lnTo>
                  <a:pt x="57" y="1457"/>
                </a:lnTo>
                <a:lnTo>
                  <a:pt x="60" y="1457"/>
                </a:lnTo>
                <a:lnTo>
                  <a:pt x="63" y="1457"/>
                </a:lnTo>
                <a:lnTo>
                  <a:pt x="64" y="1457"/>
                </a:lnTo>
                <a:lnTo>
                  <a:pt x="65" y="1457"/>
                </a:lnTo>
                <a:lnTo>
                  <a:pt x="66" y="1457"/>
                </a:lnTo>
                <a:lnTo>
                  <a:pt x="66" y="1456"/>
                </a:lnTo>
                <a:lnTo>
                  <a:pt x="67" y="1455"/>
                </a:lnTo>
                <a:lnTo>
                  <a:pt x="67" y="1454"/>
                </a:lnTo>
                <a:lnTo>
                  <a:pt x="68" y="1453"/>
                </a:lnTo>
                <a:lnTo>
                  <a:pt x="69" y="1452"/>
                </a:lnTo>
                <a:lnTo>
                  <a:pt x="70" y="1450"/>
                </a:lnTo>
                <a:lnTo>
                  <a:pt x="72" y="1449"/>
                </a:lnTo>
                <a:lnTo>
                  <a:pt x="73" y="1449"/>
                </a:lnTo>
                <a:lnTo>
                  <a:pt x="73" y="1448"/>
                </a:lnTo>
                <a:lnTo>
                  <a:pt x="73" y="1447"/>
                </a:lnTo>
                <a:lnTo>
                  <a:pt x="72" y="1446"/>
                </a:lnTo>
                <a:lnTo>
                  <a:pt x="73" y="1445"/>
                </a:lnTo>
                <a:lnTo>
                  <a:pt x="76" y="1443"/>
                </a:lnTo>
                <a:lnTo>
                  <a:pt x="77" y="1443"/>
                </a:lnTo>
                <a:lnTo>
                  <a:pt x="79" y="1442"/>
                </a:lnTo>
                <a:lnTo>
                  <a:pt x="80" y="1441"/>
                </a:lnTo>
                <a:lnTo>
                  <a:pt x="80" y="1439"/>
                </a:lnTo>
                <a:lnTo>
                  <a:pt x="80" y="1438"/>
                </a:lnTo>
                <a:lnTo>
                  <a:pt x="81" y="1437"/>
                </a:lnTo>
                <a:lnTo>
                  <a:pt x="82" y="1438"/>
                </a:lnTo>
                <a:lnTo>
                  <a:pt x="83" y="1438"/>
                </a:lnTo>
                <a:lnTo>
                  <a:pt x="84" y="1438"/>
                </a:lnTo>
                <a:lnTo>
                  <a:pt x="86" y="1438"/>
                </a:lnTo>
                <a:lnTo>
                  <a:pt x="86" y="1437"/>
                </a:lnTo>
                <a:lnTo>
                  <a:pt x="87" y="1435"/>
                </a:lnTo>
                <a:lnTo>
                  <a:pt x="88" y="1432"/>
                </a:lnTo>
                <a:lnTo>
                  <a:pt x="88" y="1430"/>
                </a:lnTo>
                <a:lnTo>
                  <a:pt x="88" y="1428"/>
                </a:lnTo>
                <a:lnTo>
                  <a:pt x="89" y="1426"/>
                </a:lnTo>
                <a:lnTo>
                  <a:pt x="89" y="1425"/>
                </a:lnTo>
                <a:lnTo>
                  <a:pt x="88" y="1423"/>
                </a:lnTo>
                <a:lnTo>
                  <a:pt x="88" y="1421"/>
                </a:lnTo>
                <a:lnTo>
                  <a:pt x="88" y="1419"/>
                </a:lnTo>
                <a:lnTo>
                  <a:pt x="89" y="1417"/>
                </a:lnTo>
                <a:lnTo>
                  <a:pt x="89" y="1416"/>
                </a:lnTo>
                <a:lnTo>
                  <a:pt x="89" y="1415"/>
                </a:lnTo>
                <a:lnTo>
                  <a:pt x="89" y="1414"/>
                </a:lnTo>
                <a:lnTo>
                  <a:pt x="89" y="1413"/>
                </a:lnTo>
                <a:lnTo>
                  <a:pt x="88" y="1413"/>
                </a:lnTo>
                <a:lnTo>
                  <a:pt x="88" y="1412"/>
                </a:lnTo>
                <a:lnTo>
                  <a:pt x="89" y="1412"/>
                </a:lnTo>
                <a:lnTo>
                  <a:pt x="90" y="1412"/>
                </a:lnTo>
                <a:lnTo>
                  <a:pt x="90" y="1411"/>
                </a:lnTo>
                <a:lnTo>
                  <a:pt x="89" y="1410"/>
                </a:lnTo>
                <a:lnTo>
                  <a:pt x="89" y="1409"/>
                </a:lnTo>
                <a:lnTo>
                  <a:pt x="89" y="1408"/>
                </a:lnTo>
                <a:lnTo>
                  <a:pt x="89" y="1407"/>
                </a:lnTo>
                <a:lnTo>
                  <a:pt x="89" y="1406"/>
                </a:lnTo>
                <a:lnTo>
                  <a:pt x="88" y="1406"/>
                </a:lnTo>
                <a:lnTo>
                  <a:pt x="87" y="1405"/>
                </a:lnTo>
                <a:lnTo>
                  <a:pt x="86" y="1405"/>
                </a:lnTo>
                <a:lnTo>
                  <a:pt x="85" y="1404"/>
                </a:lnTo>
                <a:lnTo>
                  <a:pt x="84" y="1404"/>
                </a:lnTo>
                <a:lnTo>
                  <a:pt x="84" y="1403"/>
                </a:lnTo>
                <a:lnTo>
                  <a:pt x="84" y="1402"/>
                </a:lnTo>
                <a:lnTo>
                  <a:pt x="83" y="1401"/>
                </a:lnTo>
                <a:lnTo>
                  <a:pt x="82" y="1401"/>
                </a:lnTo>
                <a:lnTo>
                  <a:pt x="81" y="1402"/>
                </a:lnTo>
                <a:lnTo>
                  <a:pt x="80" y="1402"/>
                </a:lnTo>
                <a:lnTo>
                  <a:pt x="80" y="1401"/>
                </a:lnTo>
                <a:lnTo>
                  <a:pt x="80" y="1400"/>
                </a:lnTo>
                <a:lnTo>
                  <a:pt x="81" y="1396"/>
                </a:lnTo>
                <a:lnTo>
                  <a:pt x="83" y="1393"/>
                </a:lnTo>
                <a:lnTo>
                  <a:pt x="84" y="1391"/>
                </a:lnTo>
                <a:lnTo>
                  <a:pt x="84" y="1389"/>
                </a:lnTo>
                <a:lnTo>
                  <a:pt x="85" y="1388"/>
                </a:lnTo>
                <a:lnTo>
                  <a:pt x="88" y="1385"/>
                </a:lnTo>
                <a:lnTo>
                  <a:pt x="90" y="1384"/>
                </a:lnTo>
                <a:lnTo>
                  <a:pt x="93" y="1383"/>
                </a:lnTo>
                <a:lnTo>
                  <a:pt x="94" y="1383"/>
                </a:lnTo>
                <a:lnTo>
                  <a:pt x="95" y="1383"/>
                </a:lnTo>
                <a:lnTo>
                  <a:pt x="96" y="1383"/>
                </a:lnTo>
                <a:lnTo>
                  <a:pt x="97" y="1382"/>
                </a:lnTo>
                <a:lnTo>
                  <a:pt x="98" y="1381"/>
                </a:lnTo>
                <a:lnTo>
                  <a:pt x="99" y="1380"/>
                </a:lnTo>
                <a:lnTo>
                  <a:pt x="100" y="1379"/>
                </a:lnTo>
                <a:lnTo>
                  <a:pt x="100" y="1377"/>
                </a:lnTo>
                <a:lnTo>
                  <a:pt x="100" y="1375"/>
                </a:lnTo>
                <a:lnTo>
                  <a:pt x="100" y="1373"/>
                </a:lnTo>
                <a:lnTo>
                  <a:pt x="101" y="1372"/>
                </a:lnTo>
                <a:lnTo>
                  <a:pt x="101" y="1371"/>
                </a:lnTo>
                <a:lnTo>
                  <a:pt x="101" y="1370"/>
                </a:lnTo>
                <a:lnTo>
                  <a:pt x="104" y="1369"/>
                </a:lnTo>
                <a:lnTo>
                  <a:pt x="106" y="1366"/>
                </a:lnTo>
                <a:lnTo>
                  <a:pt x="108" y="1365"/>
                </a:lnTo>
                <a:lnTo>
                  <a:pt x="110" y="1364"/>
                </a:lnTo>
                <a:lnTo>
                  <a:pt x="111" y="1363"/>
                </a:lnTo>
                <a:lnTo>
                  <a:pt x="113" y="1361"/>
                </a:lnTo>
                <a:lnTo>
                  <a:pt x="113" y="1360"/>
                </a:lnTo>
                <a:lnTo>
                  <a:pt x="114" y="1360"/>
                </a:lnTo>
                <a:lnTo>
                  <a:pt x="115" y="1360"/>
                </a:lnTo>
                <a:lnTo>
                  <a:pt x="115" y="1359"/>
                </a:lnTo>
                <a:lnTo>
                  <a:pt x="115" y="1358"/>
                </a:lnTo>
                <a:lnTo>
                  <a:pt x="115" y="1357"/>
                </a:lnTo>
                <a:lnTo>
                  <a:pt x="115" y="1356"/>
                </a:lnTo>
                <a:lnTo>
                  <a:pt x="114" y="1356"/>
                </a:lnTo>
                <a:lnTo>
                  <a:pt x="114" y="1355"/>
                </a:lnTo>
                <a:lnTo>
                  <a:pt x="113" y="1355"/>
                </a:lnTo>
                <a:lnTo>
                  <a:pt x="112" y="1354"/>
                </a:lnTo>
                <a:lnTo>
                  <a:pt x="112" y="1353"/>
                </a:lnTo>
                <a:lnTo>
                  <a:pt x="113" y="1352"/>
                </a:lnTo>
                <a:lnTo>
                  <a:pt x="115" y="1352"/>
                </a:lnTo>
                <a:lnTo>
                  <a:pt x="120" y="1352"/>
                </a:lnTo>
                <a:lnTo>
                  <a:pt x="122" y="1351"/>
                </a:lnTo>
                <a:lnTo>
                  <a:pt x="123" y="1350"/>
                </a:lnTo>
                <a:lnTo>
                  <a:pt x="124" y="1349"/>
                </a:lnTo>
                <a:lnTo>
                  <a:pt x="125" y="1347"/>
                </a:lnTo>
                <a:lnTo>
                  <a:pt x="126" y="1345"/>
                </a:lnTo>
                <a:lnTo>
                  <a:pt x="128" y="1344"/>
                </a:lnTo>
                <a:lnTo>
                  <a:pt x="131" y="1343"/>
                </a:lnTo>
                <a:lnTo>
                  <a:pt x="132" y="1344"/>
                </a:lnTo>
                <a:lnTo>
                  <a:pt x="135" y="1348"/>
                </a:lnTo>
                <a:lnTo>
                  <a:pt x="136" y="1348"/>
                </a:lnTo>
                <a:lnTo>
                  <a:pt x="137" y="1348"/>
                </a:lnTo>
                <a:lnTo>
                  <a:pt x="139" y="1349"/>
                </a:lnTo>
                <a:lnTo>
                  <a:pt x="140" y="1348"/>
                </a:lnTo>
                <a:lnTo>
                  <a:pt x="143" y="1346"/>
                </a:lnTo>
                <a:lnTo>
                  <a:pt x="144" y="1345"/>
                </a:lnTo>
                <a:lnTo>
                  <a:pt x="146" y="1345"/>
                </a:lnTo>
                <a:lnTo>
                  <a:pt x="149" y="1345"/>
                </a:lnTo>
                <a:lnTo>
                  <a:pt x="153" y="1346"/>
                </a:lnTo>
                <a:lnTo>
                  <a:pt x="155" y="1346"/>
                </a:lnTo>
                <a:lnTo>
                  <a:pt x="158" y="1346"/>
                </a:lnTo>
                <a:lnTo>
                  <a:pt x="161" y="1347"/>
                </a:lnTo>
                <a:lnTo>
                  <a:pt x="164" y="1347"/>
                </a:lnTo>
                <a:lnTo>
                  <a:pt x="166" y="1347"/>
                </a:lnTo>
                <a:lnTo>
                  <a:pt x="166" y="1348"/>
                </a:lnTo>
                <a:lnTo>
                  <a:pt x="166" y="1350"/>
                </a:lnTo>
                <a:lnTo>
                  <a:pt x="166" y="1352"/>
                </a:lnTo>
                <a:lnTo>
                  <a:pt x="166" y="1353"/>
                </a:lnTo>
                <a:lnTo>
                  <a:pt x="167" y="1354"/>
                </a:lnTo>
                <a:lnTo>
                  <a:pt x="170" y="1353"/>
                </a:lnTo>
                <a:lnTo>
                  <a:pt x="171" y="1353"/>
                </a:lnTo>
                <a:lnTo>
                  <a:pt x="172" y="1354"/>
                </a:lnTo>
                <a:lnTo>
                  <a:pt x="173" y="1355"/>
                </a:lnTo>
                <a:lnTo>
                  <a:pt x="174" y="1357"/>
                </a:lnTo>
                <a:lnTo>
                  <a:pt x="175" y="1358"/>
                </a:lnTo>
                <a:lnTo>
                  <a:pt x="176" y="1358"/>
                </a:lnTo>
                <a:lnTo>
                  <a:pt x="179" y="1358"/>
                </a:lnTo>
                <a:lnTo>
                  <a:pt x="184" y="1355"/>
                </a:lnTo>
                <a:lnTo>
                  <a:pt x="189" y="1354"/>
                </a:lnTo>
                <a:lnTo>
                  <a:pt x="193" y="1353"/>
                </a:lnTo>
                <a:lnTo>
                  <a:pt x="195" y="1352"/>
                </a:lnTo>
                <a:lnTo>
                  <a:pt x="198" y="1349"/>
                </a:lnTo>
                <a:lnTo>
                  <a:pt x="202" y="1346"/>
                </a:lnTo>
                <a:lnTo>
                  <a:pt x="206" y="1344"/>
                </a:lnTo>
                <a:lnTo>
                  <a:pt x="210" y="1344"/>
                </a:lnTo>
                <a:lnTo>
                  <a:pt x="212" y="1342"/>
                </a:lnTo>
                <a:lnTo>
                  <a:pt x="213" y="1342"/>
                </a:lnTo>
                <a:lnTo>
                  <a:pt x="216" y="1340"/>
                </a:lnTo>
                <a:lnTo>
                  <a:pt x="218" y="1337"/>
                </a:lnTo>
                <a:lnTo>
                  <a:pt x="222" y="1334"/>
                </a:lnTo>
                <a:lnTo>
                  <a:pt x="225" y="1333"/>
                </a:lnTo>
                <a:lnTo>
                  <a:pt x="227" y="1333"/>
                </a:lnTo>
                <a:lnTo>
                  <a:pt x="229" y="1334"/>
                </a:lnTo>
                <a:lnTo>
                  <a:pt x="231" y="1336"/>
                </a:lnTo>
                <a:lnTo>
                  <a:pt x="231" y="1337"/>
                </a:lnTo>
                <a:lnTo>
                  <a:pt x="233" y="1337"/>
                </a:lnTo>
                <a:lnTo>
                  <a:pt x="234" y="1337"/>
                </a:lnTo>
                <a:lnTo>
                  <a:pt x="237" y="1335"/>
                </a:lnTo>
                <a:lnTo>
                  <a:pt x="238" y="1335"/>
                </a:lnTo>
                <a:lnTo>
                  <a:pt x="238" y="1334"/>
                </a:lnTo>
                <a:lnTo>
                  <a:pt x="240" y="1332"/>
                </a:lnTo>
                <a:lnTo>
                  <a:pt x="242" y="1329"/>
                </a:lnTo>
                <a:lnTo>
                  <a:pt x="243" y="1326"/>
                </a:lnTo>
                <a:lnTo>
                  <a:pt x="244" y="1324"/>
                </a:lnTo>
                <a:lnTo>
                  <a:pt x="246" y="1325"/>
                </a:lnTo>
                <a:lnTo>
                  <a:pt x="251" y="1326"/>
                </a:lnTo>
                <a:lnTo>
                  <a:pt x="253" y="1327"/>
                </a:lnTo>
                <a:lnTo>
                  <a:pt x="256" y="1328"/>
                </a:lnTo>
                <a:lnTo>
                  <a:pt x="259" y="1329"/>
                </a:lnTo>
                <a:lnTo>
                  <a:pt x="262" y="1330"/>
                </a:lnTo>
                <a:lnTo>
                  <a:pt x="264" y="1333"/>
                </a:lnTo>
                <a:lnTo>
                  <a:pt x="266" y="1335"/>
                </a:lnTo>
                <a:lnTo>
                  <a:pt x="268" y="1336"/>
                </a:lnTo>
                <a:lnTo>
                  <a:pt x="269" y="1336"/>
                </a:lnTo>
                <a:lnTo>
                  <a:pt x="271" y="1335"/>
                </a:lnTo>
                <a:lnTo>
                  <a:pt x="273" y="1335"/>
                </a:lnTo>
                <a:lnTo>
                  <a:pt x="274" y="1335"/>
                </a:lnTo>
                <a:lnTo>
                  <a:pt x="274" y="1334"/>
                </a:lnTo>
                <a:lnTo>
                  <a:pt x="274" y="1333"/>
                </a:lnTo>
                <a:lnTo>
                  <a:pt x="274" y="1332"/>
                </a:lnTo>
                <a:lnTo>
                  <a:pt x="272" y="1330"/>
                </a:lnTo>
                <a:lnTo>
                  <a:pt x="271" y="1329"/>
                </a:lnTo>
                <a:lnTo>
                  <a:pt x="271" y="1327"/>
                </a:lnTo>
                <a:lnTo>
                  <a:pt x="270" y="1325"/>
                </a:lnTo>
                <a:lnTo>
                  <a:pt x="269" y="1323"/>
                </a:lnTo>
                <a:lnTo>
                  <a:pt x="269" y="1321"/>
                </a:lnTo>
                <a:lnTo>
                  <a:pt x="268" y="1321"/>
                </a:lnTo>
                <a:lnTo>
                  <a:pt x="268" y="1319"/>
                </a:lnTo>
                <a:lnTo>
                  <a:pt x="267" y="1317"/>
                </a:lnTo>
                <a:lnTo>
                  <a:pt x="265" y="1313"/>
                </a:lnTo>
                <a:lnTo>
                  <a:pt x="263" y="1311"/>
                </a:lnTo>
                <a:lnTo>
                  <a:pt x="263" y="1309"/>
                </a:lnTo>
                <a:lnTo>
                  <a:pt x="264" y="1308"/>
                </a:lnTo>
                <a:lnTo>
                  <a:pt x="265" y="1308"/>
                </a:lnTo>
                <a:lnTo>
                  <a:pt x="267" y="1307"/>
                </a:lnTo>
                <a:lnTo>
                  <a:pt x="268" y="1305"/>
                </a:lnTo>
                <a:lnTo>
                  <a:pt x="270" y="1301"/>
                </a:lnTo>
                <a:lnTo>
                  <a:pt x="271" y="1298"/>
                </a:lnTo>
                <a:lnTo>
                  <a:pt x="272" y="1297"/>
                </a:lnTo>
                <a:lnTo>
                  <a:pt x="273" y="1296"/>
                </a:lnTo>
                <a:lnTo>
                  <a:pt x="275" y="1296"/>
                </a:lnTo>
                <a:lnTo>
                  <a:pt x="276" y="1296"/>
                </a:lnTo>
                <a:lnTo>
                  <a:pt x="277" y="1298"/>
                </a:lnTo>
                <a:lnTo>
                  <a:pt x="278" y="1299"/>
                </a:lnTo>
                <a:lnTo>
                  <a:pt x="280" y="1300"/>
                </a:lnTo>
                <a:lnTo>
                  <a:pt x="282" y="1301"/>
                </a:lnTo>
                <a:lnTo>
                  <a:pt x="283" y="1303"/>
                </a:lnTo>
                <a:lnTo>
                  <a:pt x="285" y="1307"/>
                </a:lnTo>
                <a:lnTo>
                  <a:pt x="287" y="1310"/>
                </a:lnTo>
                <a:lnTo>
                  <a:pt x="289" y="1312"/>
                </a:lnTo>
                <a:lnTo>
                  <a:pt x="290" y="1313"/>
                </a:lnTo>
                <a:lnTo>
                  <a:pt x="291" y="1315"/>
                </a:lnTo>
                <a:lnTo>
                  <a:pt x="292" y="1316"/>
                </a:lnTo>
                <a:lnTo>
                  <a:pt x="293" y="1316"/>
                </a:lnTo>
                <a:lnTo>
                  <a:pt x="295" y="1316"/>
                </a:lnTo>
                <a:lnTo>
                  <a:pt x="297" y="1315"/>
                </a:lnTo>
                <a:lnTo>
                  <a:pt x="298" y="1315"/>
                </a:lnTo>
                <a:lnTo>
                  <a:pt x="300" y="1318"/>
                </a:lnTo>
                <a:lnTo>
                  <a:pt x="302" y="1320"/>
                </a:lnTo>
                <a:lnTo>
                  <a:pt x="304" y="1322"/>
                </a:lnTo>
                <a:lnTo>
                  <a:pt x="307" y="1323"/>
                </a:lnTo>
                <a:lnTo>
                  <a:pt x="309" y="1324"/>
                </a:lnTo>
                <a:lnTo>
                  <a:pt x="310" y="1323"/>
                </a:lnTo>
                <a:lnTo>
                  <a:pt x="312" y="1322"/>
                </a:lnTo>
                <a:lnTo>
                  <a:pt x="314" y="1321"/>
                </a:lnTo>
                <a:lnTo>
                  <a:pt x="315" y="1321"/>
                </a:lnTo>
                <a:lnTo>
                  <a:pt x="316" y="1322"/>
                </a:lnTo>
                <a:lnTo>
                  <a:pt x="317" y="1323"/>
                </a:lnTo>
                <a:lnTo>
                  <a:pt x="319" y="1324"/>
                </a:lnTo>
                <a:lnTo>
                  <a:pt x="321" y="1325"/>
                </a:lnTo>
                <a:lnTo>
                  <a:pt x="323" y="1327"/>
                </a:lnTo>
                <a:lnTo>
                  <a:pt x="324" y="1327"/>
                </a:lnTo>
                <a:lnTo>
                  <a:pt x="327" y="1328"/>
                </a:lnTo>
                <a:lnTo>
                  <a:pt x="329" y="1328"/>
                </a:lnTo>
                <a:lnTo>
                  <a:pt x="331" y="1326"/>
                </a:lnTo>
                <a:lnTo>
                  <a:pt x="332" y="1325"/>
                </a:lnTo>
                <a:lnTo>
                  <a:pt x="333" y="1325"/>
                </a:lnTo>
                <a:lnTo>
                  <a:pt x="334" y="1324"/>
                </a:lnTo>
                <a:lnTo>
                  <a:pt x="335" y="1323"/>
                </a:lnTo>
                <a:lnTo>
                  <a:pt x="336" y="1323"/>
                </a:lnTo>
                <a:lnTo>
                  <a:pt x="338" y="1324"/>
                </a:lnTo>
                <a:lnTo>
                  <a:pt x="340" y="1323"/>
                </a:lnTo>
                <a:lnTo>
                  <a:pt x="341" y="1322"/>
                </a:lnTo>
                <a:lnTo>
                  <a:pt x="342" y="1320"/>
                </a:lnTo>
                <a:lnTo>
                  <a:pt x="345" y="1319"/>
                </a:lnTo>
                <a:lnTo>
                  <a:pt x="349" y="1317"/>
                </a:lnTo>
                <a:lnTo>
                  <a:pt x="350" y="1316"/>
                </a:lnTo>
                <a:lnTo>
                  <a:pt x="353" y="1316"/>
                </a:lnTo>
                <a:lnTo>
                  <a:pt x="355" y="1315"/>
                </a:lnTo>
                <a:lnTo>
                  <a:pt x="356" y="1315"/>
                </a:lnTo>
                <a:lnTo>
                  <a:pt x="359" y="1315"/>
                </a:lnTo>
                <a:lnTo>
                  <a:pt x="361" y="1315"/>
                </a:lnTo>
                <a:lnTo>
                  <a:pt x="362" y="1315"/>
                </a:lnTo>
                <a:lnTo>
                  <a:pt x="364" y="1314"/>
                </a:lnTo>
                <a:lnTo>
                  <a:pt x="365" y="1313"/>
                </a:lnTo>
                <a:lnTo>
                  <a:pt x="367" y="1312"/>
                </a:lnTo>
                <a:lnTo>
                  <a:pt x="369" y="1311"/>
                </a:lnTo>
                <a:lnTo>
                  <a:pt x="370" y="1311"/>
                </a:lnTo>
                <a:lnTo>
                  <a:pt x="371" y="1310"/>
                </a:lnTo>
                <a:lnTo>
                  <a:pt x="371" y="1309"/>
                </a:lnTo>
                <a:lnTo>
                  <a:pt x="373" y="1309"/>
                </a:lnTo>
                <a:lnTo>
                  <a:pt x="376" y="1307"/>
                </a:lnTo>
                <a:lnTo>
                  <a:pt x="381" y="1305"/>
                </a:lnTo>
                <a:lnTo>
                  <a:pt x="385" y="1303"/>
                </a:lnTo>
                <a:lnTo>
                  <a:pt x="387" y="1303"/>
                </a:lnTo>
                <a:lnTo>
                  <a:pt x="389" y="1302"/>
                </a:lnTo>
                <a:lnTo>
                  <a:pt x="392" y="1302"/>
                </a:lnTo>
                <a:lnTo>
                  <a:pt x="394" y="1303"/>
                </a:lnTo>
                <a:lnTo>
                  <a:pt x="394" y="1304"/>
                </a:lnTo>
                <a:lnTo>
                  <a:pt x="394" y="1305"/>
                </a:lnTo>
                <a:lnTo>
                  <a:pt x="395" y="1306"/>
                </a:lnTo>
                <a:lnTo>
                  <a:pt x="396" y="1306"/>
                </a:lnTo>
                <a:lnTo>
                  <a:pt x="396" y="1307"/>
                </a:lnTo>
                <a:lnTo>
                  <a:pt x="395" y="1308"/>
                </a:lnTo>
                <a:lnTo>
                  <a:pt x="396" y="1309"/>
                </a:lnTo>
                <a:lnTo>
                  <a:pt x="396" y="1310"/>
                </a:lnTo>
                <a:lnTo>
                  <a:pt x="397" y="1311"/>
                </a:lnTo>
                <a:lnTo>
                  <a:pt x="397" y="1312"/>
                </a:lnTo>
                <a:lnTo>
                  <a:pt x="397" y="1313"/>
                </a:lnTo>
                <a:lnTo>
                  <a:pt x="396" y="1313"/>
                </a:lnTo>
                <a:lnTo>
                  <a:pt x="396" y="1314"/>
                </a:lnTo>
                <a:lnTo>
                  <a:pt x="395" y="1314"/>
                </a:lnTo>
                <a:lnTo>
                  <a:pt x="394" y="1317"/>
                </a:lnTo>
                <a:lnTo>
                  <a:pt x="394" y="1319"/>
                </a:lnTo>
                <a:lnTo>
                  <a:pt x="392" y="1324"/>
                </a:lnTo>
                <a:lnTo>
                  <a:pt x="392" y="1326"/>
                </a:lnTo>
                <a:lnTo>
                  <a:pt x="392" y="1327"/>
                </a:lnTo>
                <a:lnTo>
                  <a:pt x="393" y="1329"/>
                </a:lnTo>
                <a:lnTo>
                  <a:pt x="393" y="1331"/>
                </a:lnTo>
                <a:lnTo>
                  <a:pt x="393" y="1333"/>
                </a:lnTo>
                <a:lnTo>
                  <a:pt x="393" y="1334"/>
                </a:lnTo>
                <a:lnTo>
                  <a:pt x="393" y="1336"/>
                </a:lnTo>
                <a:lnTo>
                  <a:pt x="395" y="1337"/>
                </a:lnTo>
                <a:lnTo>
                  <a:pt x="396" y="1338"/>
                </a:lnTo>
                <a:lnTo>
                  <a:pt x="397" y="1339"/>
                </a:lnTo>
                <a:lnTo>
                  <a:pt x="398" y="1340"/>
                </a:lnTo>
                <a:lnTo>
                  <a:pt x="399" y="1341"/>
                </a:lnTo>
                <a:lnTo>
                  <a:pt x="400" y="1342"/>
                </a:lnTo>
                <a:lnTo>
                  <a:pt x="401" y="1343"/>
                </a:lnTo>
                <a:lnTo>
                  <a:pt x="402" y="1345"/>
                </a:lnTo>
                <a:lnTo>
                  <a:pt x="402" y="1346"/>
                </a:lnTo>
                <a:lnTo>
                  <a:pt x="402" y="1347"/>
                </a:lnTo>
                <a:lnTo>
                  <a:pt x="401" y="1347"/>
                </a:lnTo>
                <a:lnTo>
                  <a:pt x="400" y="1348"/>
                </a:lnTo>
                <a:lnTo>
                  <a:pt x="399" y="1349"/>
                </a:lnTo>
                <a:lnTo>
                  <a:pt x="399" y="1350"/>
                </a:lnTo>
                <a:lnTo>
                  <a:pt x="398" y="1351"/>
                </a:lnTo>
                <a:lnTo>
                  <a:pt x="396" y="1352"/>
                </a:lnTo>
                <a:lnTo>
                  <a:pt x="395" y="1353"/>
                </a:lnTo>
                <a:lnTo>
                  <a:pt x="393" y="1353"/>
                </a:lnTo>
                <a:lnTo>
                  <a:pt x="392" y="1354"/>
                </a:lnTo>
                <a:lnTo>
                  <a:pt x="391" y="1356"/>
                </a:lnTo>
                <a:lnTo>
                  <a:pt x="391" y="1357"/>
                </a:lnTo>
                <a:lnTo>
                  <a:pt x="390" y="1358"/>
                </a:lnTo>
                <a:lnTo>
                  <a:pt x="389" y="1359"/>
                </a:lnTo>
                <a:lnTo>
                  <a:pt x="389" y="1361"/>
                </a:lnTo>
                <a:lnTo>
                  <a:pt x="388" y="1362"/>
                </a:lnTo>
                <a:lnTo>
                  <a:pt x="387" y="1364"/>
                </a:lnTo>
                <a:lnTo>
                  <a:pt x="386" y="1365"/>
                </a:lnTo>
                <a:lnTo>
                  <a:pt x="386" y="1366"/>
                </a:lnTo>
                <a:lnTo>
                  <a:pt x="387" y="1368"/>
                </a:lnTo>
                <a:lnTo>
                  <a:pt x="388" y="1369"/>
                </a:lnTo>
                <a:lnTo>
                  <a:pt x="388" y="1371"/>
                </a:lnTo>
                <a:lnTo>
                  <a:pt x="388" y="1375"/>
                </a:lnTo>
                <a:lnTo>
                  <a:pt x="389" y="1377"/>
                </a:lnTo>
                <a:lnTo>
                  <a:pt x="388" y="1378"/>
                </a:lnTo>
                <a:lnTo>
                  <a:pt x="387" y="1379"/>
                </a:lnTo>
                <a:lnTo>
                  <a:pt x="387" y="1380"/>
                </a:lnTo>
                <a:lnTo>
                  <a:pt x="386" y="1380"/>
                </a:lnTo>
                <a:lnTo>
                  <a:pt x="386" y="1382"/>
                </a:lnTo>
                <a:lnTo>
                  <a:pt x="387" y="1383"/>
                </a:lnTo>
                <a:lnTo>
                  <a:pt x="388" y="1383"/>
                </a:lnTo>
                <a:lnTo>
                  <a:pt x="389" y="1383"/>
                </a:lnTo>
                <a:lnTo>
                  <a:pt x="390" y="1383"/>
                </a:lnTo>
                <a:lnTo>
                  <a:pt x="391" y="1382"/>
                </a:lnTo>
                <a:lnTo>
                  <a:pt x="393" y="1381"/>
                </a:lnTo>
                <a:lnTo>
                  <a:pt x="394" y="1382"/>
                </a:lnTo>
                <a:lnTo>
                  <a:pt x="395" y="1381"/>
                </a:lnTo>
                <a:lnTo>
                  <a:pt x="397" y="1381"/>
                </a:lnTo>
                <a:lnTo>
                  <a:pt x="398" y="1381"/>
                </a:lnTo>
                <a:lnTo>
                  <a:pt x="398" y="1382"/>
                </a:lnTo>
                <a:lnTo>
                  <a:pt x="399" y="1383"/>
                </a:lnTo>
                <a:lnTo>
                  <a:pt x="400" y="1382"/>
                </a:lnTo>
                <a:lnTo>
                  <a:pt x="402" y="1381"/>
                </a:lnTo>
                <a:lnTo>
                  <a:pt x="405" y="1380"/>
                </a:lnTo>
                <a:lnTo>
                  <a:pt x="406" y="1380"/>
                </a:lnTo>
                <a:lnTo>
                  <a:pt x="407" y="1379"/>
                </a:lnTo>
                <a:lnTo>
                  <a:pt x="408" y="1379"/>
                </a:lnTo>
                <a:lnTo>
                  <a:pt x="408" y="1380"/>
                </a:lnTo>
                <a:lnTo>
                  <a:pt x="408" y="1381"/>
                </a:lnTo>
                <a:lnTo>
                  <a:pt x="408" y="1382"/>
                </a:lnTo>
                <a:lnTo>
                  <a:pt x="410" y="1383"/>
                </a:lnTo>
                <a:lnTo>
                  <a:pt x="411" y="1384"/>
                </a:lnTo>
                <a:lnTo>
                  <a:pt x="413" y="1384"/>
                </a:lnTo>
                <a:lnTo>
                  <a:pt x="415" y="1385"/>
                </a:lnTo>
                <a:lnTo>
                  <a:pt x="416" y="1386"/>
                </a:lnTo>
                <a:lnTo>
                  <a:pt x="417" y="1387"/>
                </a:lnTo>
                <a:lnTo>
                  <a:pt x="418" y="1388"/>
                </a:lnTo>
                <a:lnTo>
                  <a:pt x="419" y="1390"/>
                </a:lnTo>
                <a:lnTo>
                  <a:pt x="420" y="1390"/>
                </a:lnTo>
                <a:lnTo>
                  <a:pt x="421" y="1389"/>
                </a:lnTo>
                <a:lnTo>
                  <a:pt x="422" y="1386"/>
                </a:lnTo>
                <a:lnTo>
                  <a:pt x="422" y="1385"/>
                </a:lnTo>
                <a:lnTo>
                  <a:pt x="423" y="1383"/>
                </a:lnTo>
                <a:lnTo>
                  <a:pt x="424" y="1382"/>
                </a:lnTo>
                <a:lnTo>
                  <a:pt x="425" y="1381"/>
                </a:lnTo>
                <a:lnTo>
                  <a:pt x="426" y="1381"/>
                </a:lnTo>
                <a:lnTo>
                  <a:pt x="427" y="1380"/>
                </a:lnTo>
                <a:lnTo>
                  <a:pt x="428" y="1379"/>
                </a:lnTo>
                <a:lnTo>
                  <a:pt x="429" y="1377"/>
                </a:lnTo>
                <a:lnTo>
                  <a:pt x="429" y="1376"/>
                </a:lnTo>
                <a:lnTo>
                  <a:pt x="429" y="1375"/>
                </a:lnTo>
                <a:lnTo>
                  <a:pt x="430" y="1375"/>
                </a:lnTo>
                <a:lnTo>
                  <a:pt x="432" y="1375"/>
                </a:lnTo>
                <a:lnTo>
                  <a:pt x="433" y="1375"/>
                </a:lnTo>
                <a:lnTo>
                  <a:pt x="435" y="1376"/>
                </a:lnTo>
                <a:lnTo>
                  <a:pt x="435" y="1377"/>
                </a:lnTo>
                <a:lnTo>
                  <a:pt x="436" y="1378"/>
                </a:lnTo>
                <a:lnTo>
                  <a:pt x="437" y="1380"/>
                </a:lnTo>
                <a:lnTo>
                  <a:pt x="438" y="1381"/>
                </a:lnTo>
                <a:lnTo>
                  <a:pt x="438" y="1382"/>
                </a:lnTo>
                <a:lnTo>
                  <a:pt x="439" y="1383"/>
                </a:lnTo>
                <a:lnTo>
                  <a:pt x="441" y="1383"/>
                </a:lnTo>
                <a:lnTo>
                  <a:pt x="442" y="1383"/>
                </a:lnTo>
                <a:lnTo>
                  <a:pt x="442" y="1380"/>
                </a:lnTo>
                <a:lnTo>
                  <a:pt x="442" y="1378"/>
                </a:lnTo>
                <a:lnTo>
                  <a:pt x="443" y="1377"/>
                </a:lnTo>
                <a:lnTo>
                  <a:pt x="444" y="1376"/>
                </a:lnTo>
                <a:lnTo>
                  <a:pt x="445" y="1377"/>
                </a:lnTo>
                <a:lnTo>
                  <a:pt x="446" y="1377"/>
                </a:lnTo>
                <a:lnTo>
                  <a:pt x="447" y="1376"/>
                </a:lnTo>
                <a:lnTo>
                  <a:pt x="449" y="1377"/>
                </a:lnTo>
                <a:lnTo>
                  <a:pt x="450" y="1377"/>
                </a:lnTo>
                <a:lnTo>
                  <a:pt x="451" y="1378"/>
                </a:lnTo>
                <a:lnTo>
                  <a:pt x="451" y="1379"/>
                </a:lnTo>
                <a:lnTo>
                  <a:pt x="453" y="1378"/>
                </a:lnTo>
                <a:lnTo>
                  <a:pt x="454" y="1378"/>
                </a:lnTo>
                <a:lnTo>
                  <a:pt x="457" y="1379"/>
                </a:lnTo>
                <a:lnTo>
                  <a:pt x="458" y="1380"/>
                </a:lnTo>
                <a:lnTo>
                  <a:pt x="461" y="1383"/>
                </a:lnTo>
                <a:lnTo>
                  <a:pt x="462" y="1384"/>
                </a:lnTo>
                <a:lnTo>
                  <a:pt x="463" y="1384"/>
                </a:lnTo>
                <a:lnTo>
                  <a:pt x="465" y="1384"/>
                </a:lnTo>
                <a:lnTo>
                  <a:pt x="468" y="1383"/>
                </a:lnTo>
                <a:lnTo>
                  <a:pt x="470" y="1381"/>
                </a:lnTo>
                <a:lnTo>
                  <a:pt x="472" y="1380"/>
                </a:lnTo>
                <a:lnTo>
                  <a:pt x="473" y="1380"/>
                </a:lnTo>
                <a:lnTo>
                  <a:pt x="475" y="1379"/>
                </a:lnTo>
                <a:lnTo>
                  <a:pt x="476" y="1379"/>
                </a:lnTo>
                <a:lnTo>
                  <a:pt x="478" y="1378"/>
                </a:lnTo>
                <a:lnTo>
                  <a:pt x="479" y="1377"/>
                </a:lnTo>
                <a:lnTo>
                  <a:pt x="480" y="1377"/>
                </a:lnTo>
                <a:lnTo>
                  <a:pt x="481" y="1377"/>
                </a:lnTo>
                <a:lnTo>
                  <a:pt x="481" y="1378"/>
                </a:lnTo>
                <a:lnTo>
                  <a:pt x="481" y="1379"/>
                </a:lnTo>
                <a:lnTo>
                  <a:pt x="481" y="1380"/>
                </a:lnTo>
                <a:lnTo>
                  <a:pt x="480" y="1381"/>
                </a:lnTo>
                <a:lnTo>
                  <a:pt x="479" y="1382"/>
                </a:lnTo>
                <a:lnTo>
                  <a:pt x="479" y="1383"/>
                </a:lnTo>
                <a:lnTo>
                  <a:pt x="480" y="1383"/>
                </a:lnTo>
                <a:lnTo>
                  <a:pt x="481" y="1384"/>
                </a:lnTo>
                <a:lnTo>
                  <a:pt x="482" y="1384"/>
                </a:lnTo>
                <a:lnTo>
                  <a:pt x="483" y="1385"/>
                </a:lnTo>
                <a:lnTo>
                  <a:pt x="484" y="1386"/>
                </a:lnTo>
                <a:lnTo>
                  <a:pt x="484" y="1387"/>
                </a:lnTo>
                <a:lnTo>
                  <a:pt x="484" y="1388"/>
                </a:lnTo>
                <a:lnTo>
                  <a:pt x="485" y="1389"/>
                </a:lnTo>
                <a:lnTo>
                  <a:pt x="483" y="1391"/>
                </a:lnTo>
                <a:lnTo>
                  <a:pt x="483" y="1393"/>
                </a:lnTo>
                <a:lnTo>
                  <a:pt x="483" y="1394"/>
                </a:lnTo>
                <a:lnTo>
                  <a:pt x="482" y="1396"/>
                </a:lnTo>
                <a:lnTo>
                  <a:pt x="483" y="1397"/>
                </a:lnTo>
                <a:lnTo>
                  <a:pt x="483" y="1398"/>
                </a:lnTo>
                <a:lnTo>
                  <a:pt x="483" y="1399"/>
                </a:lnTo>
                <a:lnTo>
                  <a:pt x="484" y="1399"/>
                </a:lnTo>
                <a:lnTo>
                  <a:pt x="485" y="1397"/>
                </a:lnTo>
                <a:lnTo>
                  <a:pt x="486" y="1396"/>
                </a:lnTo>
                <a:lnTo>
                  <a:pt x="487" y="1396"/>
                </a:lnTo>
                <a:lnTo>
                  <a:pt x="487" y="1395"/>
                </a:lnTo>
                <a:lnTo>
                  <a:pt x="488" y="1395"/>
                </a:lnTo>
                <a:lnTo>
                  <a:pt x="488" y="1393"/>
                </a:lnTo>
                <a:lnTo>
                  <a:pt x="489" y="1393"/>
                </a:lnTo>
                <a:lnTo>
                  <a:pt x="490" y="1392"/>
                </a:lnTo>
                <a:lnTo>
                  <a:pt x="491" y="1391"/>
                </a:lnTo>
                <a:lnTo>
                  <a:pt x="493" y="1391"/>
                </a:lnTo>
                <a:lnTo>
                  <a:pt x="493" y="1392"/>
                </a:lnTo>
                <a:lnTo>
                  <a:pt x="493" y="1393"/>
                </a:lnTo>
                <a:lnTo>
                  <a:pt x="493" y="1394"/>
                </a:lnTo>
                <a:lnTo>
                  <a:pt x="494" y="1394"/>
                </a:lnTo>
                <a:lnTo>
                  <a:pt x="495" y="1394"/>
                </a:lnTo>
                <a:lnTo>
                  <a:pt x="497" y="1393"/>
                </a:lnTo>
                <a:lnTo>
                  <a:pt x="499" y="1394"/>
                </a:lnTo>
                <a:lnTo>
                  <a:pt x="500" y="1394"/>
                </a:lnTo>
                <a:lnTo>
                  <a:pt x="501" y="1393"/>
                </a:lnTo>
                <a:lnTo>
                  <a:pt x="502" y="1392"/>
                </a:lnTo>
                <a:lnTo>
                  <a:pt x="505" y="1391"/>
                </a:lnTo>
                <a:lnTo>
                  <a:pt x="506" y="1390"/>
                </a:lnTo>
                <a:lnTo>
                  <a:pt x="508" y="1388"/>
                </a:lnTo>
                <a:lnTo>
                  <a:pt x="509" y="1388"/>
                </a:lnTo>
                <a:lnTo>
                  <a:pt x="511" y="1388"/>
                </a:lnTo>
                <a:lnTo>
                  <a:pt x="512" y="1389"/>
                </a:lnTo>
                <a:lnTo>
                  <a:pt x="513" y="1389"/>
                </a:lnTo>
                <a:lnTo>
                  <a:pt x="514" y="1388"/>
                </a:lnTo>
                <a:lnTo>
                  <a:pt x="515" y="1386"/>
                </a:lnTo>
                <a:lnTo>
                  <a:pt x="516" y="1385"/>
                </a:lnTo>
                <a:lnTo>
                  <a:pt x="518" y="1384"/>
                </a:lnTo>
                <a:lnTo>
                  <a:pt x="520" y="1384"/>
                </a:lnTo>
                <a:lnTo>
                  <a:pt x="521" y="1383"/>
                </a:lnTo>
                <a:lnTo>
                  <a:pt x="521" y="1382"/>
                </a:lnTo>
                <a:lnTo>
                  <a:pt x="522" y="1378"/>
                </a:lnTo>
                <a:lnTo>
                  <a:pt x="523" y="1376"/>
                </a:lnTo>
                <a:lnTo>
                  <a:pt x="523" y="1374"/>
                </a:lnTo>
                <a:lnTo>
                  <a:pt x="523" y="1373"/>
                </a:lnTo>
                <a:lnTo>
                  <a:pt x="525" y="1371"/>
                </a:lnTo>
                <a:lnTo>
                  <a:pt x="527" y="1368"/>
                </a:lnTo>
                <a:lnTo>
                  <a:pt x="531" y="1365"/>
                </a:lnTo>
                <a:lnTo>
                  <a:pt x="533" y="1364"/>
                </a:lnTo>
                <a:lnTo>
                  <a:pt x="535" y="1363"/>
                </a:lnTo>
                <a:lnTo>
                  <a:pt x="536" y="1363"/>
                </a:lnTo>
                <a:lnTo>
                  <a:pt x="538" y="1360"/>
                </a:lnTo>
                <a:lnTo>
                  <a:pt x="539" y="1359"/>
                </a:lnTo>
                <a:lnTo>
                  <a:pt x="540" y="1358"/>
                </a:lnTo>
                <a:lnTo>
                  <a:pt x="543" y="1357"/>
                </a:lnTo>
                <a:lnTo>
                  <a:pt x="545" y="1357"/>
                </a:lnTo>
                <a:lnTo>
                  <a:pt x="547" y="1357"/>
                </a:lnTo>
                <a:lnTo>
                  <a:pt x="547" y="1356"/>
                </a:lnTo>
                <a:lnTo>
                  <a:pt x="548" y="1355"/>
                </a:lnTo>
                <a:lnTo>
                  <a:pt x="548" y="1353"/>
                </a:lnTo>
                <a:lnTo>
                  <a:pt x="548" y="1352"/>
                </a:lnTo>
                <a:lnTo>
                  <a:pt x="548" y="1350"/>
                </a:lnTo>
                <a:lnTo>
                  <a:pt x="549" y="1349"/>
                </a:lnTo>
                <a:lnTo>
                  <a:pt x="550" y="1349"/>
                </a:lnTo>
                <a:lnTo>
                  <a:pt x="550" y="1347"/>
                </a:lnTo>
                <a:lnTo>
                  <a:pt x="550" y="1345"/>
                </a:lnTo>
                <a:lnTo>
                  <a:pt x="551" y="1345"/>
                </a:lnTo>
                <a:lnTo>
                  <a:pt x="552" y="1344"/>
                </a:lnTo>
                <a:lnTo>
                  <a:pt x="553" y="1344"/>
                </a:lnTo>
                <a:lnTo>
                  <a:pt x="554" y="1343"/>
                </a:lnTo>
                <a:lnTo>
                  <a:pt x="553" y="1340"/>
                </a:lnTo>
                <a:lnTo>
                  <a:pt x="552" y="1338"/>
                </a:lnTo>
                <a:lnTo>
                  <a:pt x="552" y="1336"/>
                </a:lnTo>
                <a:lnTo>
                  <a:pt x="552" y="1333"/>
                </a:lnTo>
                <a:lnTo>
                  <a:pt x="552" y="1332"/>
                </a:lnTo>
                <a:lnTo>
                  <a:pt x="553" y="1330"/>
                </a:lnTo>
                <a:lnTo>
                  <a:pt x="553" y="1329"/>
                </a:lnTo>
                <a:lnTo>
                  <a:pt x="554" y="1328"/>
                </a:lnTo>
                <a:lnTo>
                  <a:pt x="555" y="1328"/>
                </a:lnTo>
                <a:lnTo>
                  <a:pt x="556" y="1328"/>
                </a:lnTo>
                <a:lnTo>
                  <a:pt x="557" y="1327"/>
                </a:lnTo>
                <a:lnTo>
                  <a:pt x="558" y="1326"/>
                </a:lnTo>
                <a:lnTo>
                  <a:pt x="559" y="1326"/>
                </a:lnTo>
                <a:lnTo>
                  <a:pt x="560" y="1326"/>
                </a:lnTo>
                <a:lnTo>
                  <a:pt x="560" y="1327"/>
                </a:lnTo>
                <a:lnTo>
                  <a:pt x="561" y="1327"/>
                </a:lnTo>
                <a:lnTo>
                  <a:pt x="563" y="1326"/>
                </a:lnTo>
                <a:lnTo>
                  <a:pt x="564" y="1325"/>
                </a:lnTo>
                <a:lnTo>
                  <a:pt x="565" y="1324"/>
                </a:lnTo>
                <a:lnTo>
                  <a:pt x="566" y="1323"/>
                </a:lnTo>
                <a:lnTo>
                  <a:pt x="566" y="1322"/>
                </a:lnTo>
                <a:lnTo>
                  <a:pt x="568" y="1321"/>
                </a:lnTo>
                <a:lnTo>
                  <a:pt x="569" y="1321"/>
                </a:lnTo>
                <a:lnTo>
                  <a:pt x="569" y="1320"/>
                </a:lnTo>
                <a:lnTo>
                  <a:pt x="569" y="1319"/>
                </a:lnTo>
                <a:lnTo>
                  <a:pt x="568" y="1317"/>
                </a:lnTo>
                <a:lnTo>
                  <a:pt x="569" y="1316"/>
                </a:lnTo>
                <a:lnTo>
                  <a:pt x="570" y="1315"/>
                </a:lnTo>
                <a:lnTo>
                  <a:pt x="571" y="1316"/>
                </a:lnTo>
                <a:lnTo>
                  <a:pt x="571" y="1315"/>
                </a:lnTo>
                <a:lnTo>
                  <a:pt x="571" y="1314"/>
                </a:lnTo>
                <a:lnTo>
                  <a:pt x="571" y="1313"/>
                </a:lnTo>
                <a:lnTo>
                  <a:pt x="572" y="1312"/>
                </a:lnTo>
                <a:lnTo>
                  <a:pt x="573" y="1310"/>
                </a:lnTo>
                <a:lnTo>
                  <a:pt x="573" y="1309"/>
                </a:lnTo>
                <a:lnTo>
                  <a:pt x="574" y="1307"/>
                </a:lnTo>
                <a:lnTo>
                  <a:pt x="574" y="1306"/>
                </a:lnTo>
                <a:lnTo>
                  <a:pt x="575" y="1305"/>
                </a:lnTo>
                <a:lnTo>
                  <a:pt x="575" y="1303"/>
                </a:lnTo>
                <a:lnTo>
                  <a:pt x="576" y="1302"/>
                </a:lnTo>
                <a:lnTo>
                  <a:pt x="578" y="1300"/>
                </a:lnTo>
                <a:lnTo>
                  <a:pt x="579" y="1299"/>
                </a:lnTo>
                <a:lnTo>
                  <a:pt x="580" y="1297"/>
                </a:lnTo>
                <a:lnTo>
                  <a:pt x="581" y="1295"/>
                </a:lnTo>
                <a:lnTo>
                  <a:pt x="582" y="1295"/>
                </a:lnTo>
                <a:lnTo>
                  <a:pt x="583" y="1294"/>
                </a:lnTo>
                <a:lnTo>
                  <a:pt x="585" y="1295"/>
                </a:lnTo>
                <a:lnTo>
                  <a:pt x="586" y="1296"/>
                </a:lnTo>
                <a:lnTo>
                  <a:pt x="587" y="1296"/>
                </a:lnTo>
                <a:lnTo>
                  <a:pt x="588" y="1295"/>
                </a:lnTo>
                <a:lnTo>
                  <a:pt x="588" y="1294"/>
                </a:lnTo>
                <a:lnTo>
                  <a:pt x="590" y="1294"/>
                </a:lnTo>
                <a:lnTo>
                  <a:pt x="592" y="1294"/>
                </a:lnTo>
                <a:lnTo>
                  <a:pt x="593" y="1294"/>
                </a:lnTo>
                <a:lnTo>
                  <a:pt x="595" y="1294"/>
                </a:lnTo>
                <a:lnTo>
                  <a:pt x="595" y="1295"/>
                </a:lnTo>
                <a:lnTo>
                  <a:pt x="596" y="1294"/>
                </a:lnTo>
                <a:lnTo>
                  <a:pt x="597" y="1293"/>
                </a:lnTo>
                <a:lnTo>
                  <a:pt x="597" y="1292"/>
                </a:lnTo>
                <a:lnTo>
                  <a:pt x="598" y="1291"/>
                </a:lnTo>
                <a:lnTo>
                  <a:pt x="598" y="1290"/>
                </a:lnTo>
                <a:lnTo>
                  <a:pt x="600" y="1289"/>
                </a:lnTo>
                <a:lnTo>
                  <a:pt x="601" y="1287"/>
                </a:lnTo>
                <a:lnTo>
                  <a:pt x="602" y="1286"/>
                </a:lnTo>
                <a:lnTo>
                  <a:pt x="603" y="1286"/>
                </a:lnTo>
                <a:lnTo>
                  <a:pt x="604" y="1286"/>
                </a:lnTo>
                <a:lnTo>
                  <a:pt x="605" y="1287"/>
                </a:lnTo>
                <a:lnTo>
                  <a:pt x="606" y="1288"/>
                </a:lnTo>
                <a:lnTo>
                  <a:pt x="607" y="1288"/>
                </a:lnTo>
                <a:lnTo>
                  <a:pt x="608" y="1288"/>
                </a:lnTo>
                <a:lnTo>
                  <a:pt x="612" y="1288"/>
                </a:lnTo>
                <a:lnTo>
                  <a:pt x="614" y="1287"/>
                </a:lnTo>
                <a:lnTo>
                  <a:pt x="615" y="1286"/>
                </a:lnTo>
                <a:lnTo>
                  <a:pt x="617" y="1284"/>
                </a:lnTo>
                <a:lnTo>
                  <a:pt x="618" y="1283"/>
                </a:lnTo>
                <a:lnTo>
                  <a:pt x="620" y="1282"/>
                </a:lnTo>
                <a:lnTo>
                  <a:pt x="622" y="1282"/>
                </a:lnTo>
                <a:lnTo>
                  <a:pt x="623" y="1282"/>
                </a:lnTo>
                <a:lnTo>
                  <a:pt x="624" y="1282"/>
                </a:lnTo>
                <a:lnTo>
                  <a:pt x="624" y="1284"/>
                </a:lnTo>
                <a:lnTo>
                  <a:pt x="625" y="1285"/>
                </a:lnTo>
                <a:lnTo>
                  <a:pt x="625" y="1286"/>
                </a:lnTo>
                <a:lnTo>
                  <a:pt x="627" y="1286"/>
                </a:lnTo>
                <a:lnTo>
                  <a:pt x="630" y="1287"/>
                </a:lnTo>
                <a:lnTo>
                  <a:pt x="634" y="1287"/>
                </a:lnTo>
                <a:lnTo>
                  <a:pt x="636" y="1288"/>
                </a:lnTo>
                <a:lnTo>
                  <a:pt x="637" y="1289"/>
                </a:lnTo>
                <a:lnTo>
                  <a:pt x="638" y="1290"/>
                </a:lnTo>
                <a:lnTo>
                  <a:pt x="638" y="1291"/>
                </a:lnTo>
                <a:lnTo>
                  <a:pt x="638" y="1292"/>
                </a:lnTo>
                <a:lnTo>
                  <a:pt x="637" y="1293"/>
                </a:lnTo>
                <a:lnTo>
                  <a:pt x="637" y="1294"/>
                </a:lnTo>
                <a:lnTo>
                  <a:pt x="638" y="1295"/>
                </a:lnTo>
                <a:lnTo>
                  <a:pt x="639" y="1295"/>
                </a:lnTo>
                <a:lnTo>
                  <a:pt x="640" y="1296"/>
                </a:lnTo>
                <a:lnTo>
                  <a:pt x="640" y="1297"/>
                </a:lnTo>
                <a:lnTo>
                  <a:pt x="641" y="1298"/>
                </a:lnTo>
                <a:lnTo>
                  <a:pt x="642" y="1299"/>
                </a:lnTo>
                <a:lnTo>
                  <a:pt x="643" y="1300"/>
                </a:lnTo>
                <a:lnTo>
                  <a:pt x="644" y="1302"/>
                </a:lnTo>
                <a:lnTo>
                  <a:pt x="645" y="1302"/>
                </a:lnTo>
                <a:lnTo>
                  <a:pt x="647" y="1302"/>
                </a:lnTo>
                <a:lnTo>
                  <a:pt x="648" y="1301"/>
                </a:lnTo>
                <a:lnTo>
                  <a:pt x="649" y="1301"/>
                </a:lnTo>
                <a:lnTo>
                  <a:pt x="651" y="1301"/>
                </a:lnTo>
                <a:lnTo>
                  <a:pt x="652" y="1301"/>
                </a:lnTo>
                <a:lnTo>
                  <a:pt x="653" y="1301"/>
                </a:lnTo>
                <a:lnTo>
                  <a:pt x="654" y="1301"/>
                </a:lnTo>
                <a:lnTo>
                  <a:pt x="655" y="1301"/>
                </a:lnTo>
                <a:lnTo>
                  <a:pt x="657" y="1302"/>
                </a:lnTo>
                <a:lnTo>
                  <a:pt x="657" y="1303"/>
                </a:lnTo>
                <a:lnTo>
                  <a:pt x="658" y="1304"/>
                </a:lnTo>
                <a:lnTo>
                  <a:pt x="659" y="1304"/>
                </a:lnTo>
                <a:lnTo>
                  <a:pt x="659" y="1305"/>
                </a:lnTo>
                <a:lnTo>
                  <a:pt x="659" y="1306"/>
                </a:lnTo>
                <a:lnTo>
                  <a:pt x="659" y="1307"/>
                </a:lnTo>
                <a:lnTo>
                  <a:pt x="662" y="1308"/>
                </a:lnTo>
                <a:lnTo>
                  <a:pt x="664" y="1308"/>
                </a:lnTo>
                <a:lnTo>
                  <a:pt x="666" y="1307"/>
                </a:lnTo>
                <a:lnTo>
                  <a:pt x="669" y="1306"/>
                </a:lnTo>
                <a:lnTo>
                  <a:pt x="671" y="1305"/>
                </a:lnTo>
                <a:lnTo>
                  <a:pt x="673" y="1305"/>
                </a:lnTo>
                <a:lnTo>
                  <a:pt x="674" y="1303"/>
                </a:lnTo>
                <a:lnTo>
                  <a:pt x="675" y="1303"/>
                </a:lnTo>
                <a:lnTo>
                  <a:pt x="676" y="1304"/>
                </a:lnTo>
                <a:lnTo>
                  <a:pt x="678" y="1305"/>
                </a:lnTo>
                <a:lnTo>
                  <a:pt x="678" y="1306"/>
                </a:lnTo>
                <a:lnTo>
                  <a:pt x="678" y="1307"/>
                </a:lnTo>
                <a:lnTo>
                  <a:pt x="679" y="1307"/>
                </a:lnTo>
                <a:lnTo>
                  <a:pt x="680" y="1306"/>
                </a:lnTo>
                <a:lnTo>
                  <a:pt x="681" y="1307"/>
                </a:lnTo>
                <a:lnTo>
                  <a:pt x="682" y="1307"/>
                </a:lnTo>
                <a:lnTo>
                  <a:pt x="682" y="1308"/>
                </a:lnTo>
                <a:lnTo>
                  <a:pt x="683" y="1309"/>
                </a:lnTo>
                <a:lnTo>
                  <a:pt x="684" y="1310"/>
                </a:lnTo>
                <a:lnTo>
                  <a:pt x="684" y="1311"/>
                </a:lnTo>
                <a:lnTo>
                  <a:pt x="686" y="1311"/>
                </a:lnTo>
                <a:lnTo>
                  <a:pt x="688" y="1311"/>
                </a:lnTo>
                <a:lnTo>
                  <a:pt x="689" y="1312"/>
                </a:lnTo>
                <a:lnTo>
                  <a:pt x="689" y="1313"/>
                </a:lnTo>
                <a:lnTo>
                  <a:pt x="688" y="1314"/>
                </a:lnTo>
                <a:lnTo>
                  <a:pt x="688" y="1315"/>
                </a:lnTo>
                <a:lnTo>
                  <a:pt x="688" y="1316"/>
                </a:lnTo>
                <a:lnTo>
                  <a:pt x="688" y="1317"/>
                </a:lnTo>
                <a:lnTo>
                  <a:pt x="691" y="1318"/>
                </a:lnTo>
                <a:lnTo>
                  <a:pt x="693" y="1318"/>
                </a:lnTo>
                <a:lnTo>
                  <a:pt x="694" y="1318"/>
                </a:lnTo>
                <a:lnTo>
                  <a:pt x="696" y="1318"/>
                </a:lnTo>
                <a:lnTo>
                  <a:pt x="697" y="1318"/>
                </a:lnTo>
                <a:lnTo>
                  <a:pt x="698" y="1318"/>
                </a:lnTo>
                <a:lnTo>
                  <a:pt x="698" y="1319"/>
                </a:lnTo>
                <a:lnTo>
                  <a:pt x="699" y="1319"/>
                </a:lnTo>
                <a:lnTo>
                  <a:pt x="700" y="1319"/>
                </a:lnTo>
                <a:lnTo>
                  <a:pt x="701" y="1319"/>
                </a:lnTo>
                <a:lnTo>
                  <a:pt x="702" y="1320"/>
                </a:lnTo>
                <a:lnTo>
                  <a:pt x="703" y="1321"/>
                </a:lnTo>
                <a:lnTo>
                  <a:pt x="704" y="1321"/>
                </a:lnTo>
                <a:lnTo>
                  <a:pt x="705" y="1321"/>
                </a:lnTo>
                <a:lnTo>
                  <a:pt x="707" y="1321"/>
                </a:lnTo>
                <a:lnTo>
                  <a:pt x="709" y="1320"/>
                </a:lnTo>
                <a:lnTo>
                  <a:pt x="711" y="1321"/>
                </a:lnTo>
                <a:lnTo>
                  <a:pt x="713" y="1321"/>
                </a:lnTo>
                <a:lnTo>
                  <a:pt x="714" y="1321"/>
                </a:lnTo>
                <a:lnTo>
                  <a:pt x="715" y="1320"/>
                </a:lnTo>
                <a:lnTo>
                  <a:pt x="715" y="1321"/>
                </a:lnTo>
                <a:lnTo>
                  <a:pt x="716" y="1321"/>
                </a:lnTo>
                <a:lnTo>
                  <a:pt x="717" y="1322"/>
                </a:lnTo>
                <a:lnTo>
                  <a:pt x="719" y="1323"/>
                </a:lnTo>
                <a:lnTo>
                  <a:pt x="721" y="1324"/>
                </a:lnTo>
                <a:lnTo>
                  <a:pt x="723" y="1323"/>
                </a:lnTo>
                <a:lnTo>
                  <a:pt x="725" y="1323"/>
                </a:lnTo>
                <a:lnTo>
                  <a:pt x="726" y="1323"/>
                </a:lnTo>
                <a:lnTo>
                  <a:pt x="727" y="1323"/>
                </a:lnTo>
                <a:lnTo>
                  <a:pt x="728" y="1322"/>
                </a:lnTo>
                <a:lnTo>
                  <a:pt x="728" y="1321"/>
                </a:lnTo>
                <a:lnTo>
                  <a:pt x="729" y="1321"/>
                </a:lnTo>
                <a:lnTo>
                  <a:pt x="731" y="1324"/>
                </a:lnTo>
                <a:lnTo>
                  <a:pt x="732" y="1324"/>
                </a:lnTo>
                <a:lnTo>
                  <a:pt x="733" y="1324"/>
                </a:lnTo>
                <a:lnTo>
                  <a:pt x="734" y="1324"/>
                </a:lnTo>
                <a:lnTo>
                  <a:pt x="735" y="1323"/>
                </a:lnTo>
                <a:lnTo>
                  <a:pt x="735" y="1322"/>
                </a:lnTo>
                <a:lnTo>
                  <a:pt x="736" y="1321"/>
                </a:lnTo>
                <a:lnTo>
                  <a:pt x="737" y="1320"/>
                </a:lnTo>
                <a:lnTo>
                  <a:pt x="738" y="1320"/>
                </a:lnTo>
                <a:lnTo>
                  <a:pt x="739" y="1320"/>
                </a:lnTo>
                <a:lnTo>
                  <a:pt x="740" y="1321"/>
                </a:lnTo>
                <a:lnTo>
                  <a:pt x="741" y="1321"/>
                </a:lnTo>
                <a:lnTo>
                  <a:pt x="742" y="1321"/>
                </a:lnTo>
                <a:lnTo>
                  <a:pt x="742" y="1320"/>
                </a:lnTo>
                <a:lnTo>
                  <a:pt x="743" y="1320"/>
                </a:lnTo>
                <a:lnTo>
                  <a:pt x="743" y="1318"/>
                </a:lnTo>
                <a:lnTo>
                  <a:pt x="743" y="1316"/>
                </a:lnTo>
                <a:lnTo>
                  <a:pt x="742" y="1315"/>
                </a:lnTo>
                <a:lnTo>
                  <a:pt x="742" y="1313"/>
                </a:lnTo>
                <a:lnTo>
                  <a:pt x="742" y="1311"/>
                </a:lnTo>
                <a:lnTo>
                  <a:pt x="742" y="1309"/>
                </a:lnTo>
                <a:lnTo>
                  <a:pt x="743" y="1308"/>
                </a:lnTo>
                <a:lnTo>
                  <a:pt x="743" y="1307"/>
                </a:lnTo>
                <a:lnTo>
                  <a:pt x="744" y="1306"/>
                </a:lnTo>
                <a:lnTo>
                  <a:pt x="745" y="1305"/>
                </a:lnTo>
                <a:lnTo>
                  <a:pt x="747" y="1303"/>
                </a:lnTo>
                <a:lnTo>
                  <a:pt x="747" y="1302"/>
                </a:lnTo>
                <a:lnTo>
                  <a:pt x="749" y="1301"/>
                </a:lnTo>
                <a:lnTo>
                  <a:pt x="750" y="1301"/>
                </a:lnTo>
                <a:lnTo>
                  <a:pt x="751" y="1301"/>
                </a:lnTo>
                <a:lnTo>
                  <a:pt x="751" y="1300"/>
                </a:lnTo>
                <a:lnTo>
                  <a:pt x="752" y="1300"/>
                </a:lnTo>
                <a:lnTo>
                  <a:pt x="754" y="1300"/>
                </a:lnTo>
                <a:lnTo>
                  <a:pt x="757" y="1299"/>
                </a:lnTo>
                <a:lnTo>
                  <a:pt x="758" y="1299"/>
                </a:lnTo>
                <a:lnTo>
                  <a:pt x="759" y="1298"/>
                </a:lnTo>
                <a:lnTo>
                  <a:pt x="760" y="1298"/>
                </a:lnTo>
                <a:lnTo>
                  <a:pt x="761" y="1297"/>
                </a:lnTo>
                <a:lnTo>
                  <a:pt x="762" y="1297"/>
                </a:lnTo>
                <a:lnTo>
                  <a:pt x="765" y="1297"/>
                </a:lnTo>
                <a:lnTo>
                  <a:pt x="770" y="1298"/>
                </a:lnTo>
                <a:lnTo>
                  <a:pt x="771" y="1299"/>
                </a:lnTo>
                <a:lnTo>
                  <a:pt x="772" y="1300"/>
                </a:lnTo>
                <a:lnTo>
                  <a:pt x="773" y="1300"/>
                </a:lnTo>
                <a:lnTo>
                  <a:pt x="774" y="1300"/>
                </a:lnTo>
                <a:lnTo>
                  <a:pt x="776" y="1300"/>
                </a:lnTo>
                <a:lnTo>
                  <a:pt x="776" y="1299"/>
                </a:lnTo>
                <a:lnTo>
                  <a:pt x="777" y="1299"/>
                </a:lnTo>
                <a:lnTo>
                  <a:pt x="777" y="1300"/>
                </a:lnTo>
                <a:lnTo>
                  <a:pt x="778" y="1300"/>
                </a:lnTo>
                <a:lnTo>
                  <a:pt x="779" y="1300"/>
                </a:lnTo>
                <a:lnTo>
                  <a:pt x="781" y="1300"/>
                </a:lnTo>
                <a:lnTo>
                  <a:pt x="783" y="1300"/>
                </a:lnTo>
                <a:lnTo>
                  <a:pt x="787" y="1299"/>
                </a:lnTo>
                <a:lnTo>
                  <a:pt x="789" y="1299"/>
                </a:lnTo>
                <a:lnTo>
                  <a:pt x="791" y="1298"/>
                </a:lnTo>
                <a:lnTo>
                  <a:pt x="793" y="1299"/>
                </a:lnTo>
                <a:lnTo>
                  <a:pt x="794" y="1299"/>
                </a:lnTo>
                <a:lnTo>
                  <a:pt x="796" y="1299"/>
                </a:lnTo>
                <a:lnTo>
                  <a:pt x="798" y="1297"/>
                </a:lnTo>
                <a:lnTo>
                  <a:pt x="799" y="1296"/>
                </a:lnTo>
                <a:lnTo>
                  <a:pt x="799" y="1294"/>
                </a:lnTo>
                <a:lnTo>
                  <a:pt x="800" y="1293"/>
                </a:lnTo>
                <a:lnTo>
                  <a:pt x="803" y="1284"/>
                </a:lnTo>
                <a:lnTo>
                  <a:pt x="804" y="1282"/>
                </a:lnTo>
                <a:lnTo>
                  <a:pt x="805" y="1281"/>
                </a:lnTo>
                <a:lnTo>
                  <a:pt x="807" y="1279"/>
                </a:lnTo>
                <a:lnTo>
                  <a:pt x="808" y="1278"/>
                </a:lnTo>
                <a:lnTo>
                  <a:pt x="808" y="1277"/>
                </a:lnTo>
                <a:lnTo>
                  <a:pt x="808" y="1274"/>
                </a:lnTo>
                <a:lnTo>
                  <a:pt x="808" y="1273"/>
                </a:lnTo>
                <a:lnTo>
                  <a:pt x="808" y="1272"/>
                </a:lnTo>
                <a:lnTo>
                  <a:pt x="809" y="1270"/>
                </a:lnTo>
                <a:lnTo>
                  <a:pt x="810" y="1269"/>
                </a:lnTo>
                <a:lnTo>
                  <a:pt x="813" y="1268"/>
                </a:lnTo>
                <a:lnTo>
                  <a:pt x="818" y="1268"/>
                </a:lnTo>
                <a:lnTo>
                  <a:pt x="821" y="1268"/>
                </a:lnTo>
                <a:lnTo>
                  <a:pt x="823" y="1268"/>
                </a:lnTo>
                <a:lnTo>
                  <a:pt x="827" y="1270"/>
                </a:lnTo>
                <a:lnTo>
                  <a:pt x="828" y="1272"/>
                </a:lnTo>
                <a:lnTo>
                  <a:pt x="830" y="1271"/>
                </a:lnTo>
                <a:lnTo>
                  <a:pt x="831" y="1271"/>
                </a:lnTo>
                <a:lnTo>
                  <a:pt x="832" y="1272"/>
                </a:lnTo>
                <a:lnTo>
                  <a:pt x="833" y="1272"/>
                </a:lnTo>
                <a:lnTo>
                  <a:pt x="834" y="1273"/>
                </a:lnTo>
                <a:lnTo>
                  <a:pt x="834" y="1274"/>
                </a:lnTo>
                <a:lnTo>
                  <a:pt x="835" y="1274"/>
                </a:lnTo>
                <a:lnTo>
                  <a:pt x="836" y="1274"/>
                </a:lnTo>
                <a:lnTo>
                  <a:pt x="838" y="1273"/>
                </a:lnTo>
                <a:lnTo>
                  <a:pt x="839" y="1273"/>
                </a:lnTo>
                <a:lnTo>
                  <a:pt x="841" y="1274"/>
                </a:lnTo>
                <a:lnTo>
                  <a:pt x="842" y="1275"/>
                </a:lnTo>
                <a:lnTo>
                  <a:pt x="844" y="1275"/>
                </a:lnTo>
                <a:lnTo>
                  <a:pt x="845" y="1274"/>
                </a:lnTo>
                <a:lnTo>
                  <a:pt x="846" y="1272"/>
                </a:lnTo>
                <a:lnTo>
                  <a:pt x="847" y="1272"/>
                </a:lnTo>
                <a:lnTo>
                  <a:pt x="848" y="1272"/>
                </a:lnTo>
                <a:lnTo>
                  <a:pt x="849" y="1272"/>
                </a:lnTo>
                <a:lnTo>
                  <a:pt x="851" y="1273"/>
                </a:lnTo>
                <a:lnTo>
                  <a:pt x="852" y="1273"/>
                </a:lnTo>
                <a:lnTo>
                  <a:pt x="854" y="1274"/>
                </a:lnTo>
                <a:lnTo>
                  <a:pt x="855" y="1274"/>
                </a:lnTo>
                <a:lnTo>
                  <a:pt x="856" y="1273"/>
                </a:lnTo>
                <a:lnTo>
                  <a:pt x="858" y="1272"/>
                </a:lnTo>
                <a:lnTo>
                  <a:pt x="860" y="1273"/>
                </a:lnTo>
                <a:lnTo>
                  <a:pt x="863" y="1272"/>
                </a:lnTo>
                <a:lnTo>
                  <a:pt x="866" y="1271"/>
                </a:lnTo>
                <a:lnTo>
                  <a:pt x="868" y="1271"/>
                </a:lnTo>
                <a:lnTo>
                  <a:pt x="869" y="1270"/>
                </a:lnTo>
                <a:lnTo>
                  <a:pt x="869" y="1269"/>
                </a:lnTo>
                <a:lnTo>
                  <a:pt x="871" y="1267"/>
                </a:lnTo>
                <a:lnTo>
                  <a:pt x="873" y="1266"/>
                </a:lnTo>
                <a:lnTo>
                  <a:pt x="875" y="1265"/>
                </a:lnTo>
                <a:lnTo>
                  <a:pt x="876" y="1265"/>
                </a:lnTo>
                <a:lnTo>
                  <a:pt x="877" y="1265"/>
                </a:lnTo>
                <a:lnTo>
                  <a:pt x="877" y="1267"/>
                </a:lnTo>
                <a:lnTo>
                  <a:pt x="878" y="1267"/>
                </a:lnTo>
                <a:lnTo>
                  <a:pt x="879" y="1268"/>
                </a:lnTo>
                <a:lnTo>
                  <a:pt x="880" y="1268"/>
                </a:lnTo>
                <a:lnTo>
                  <a:pt x="882" y="1268"/>
                </a:lnTo>
                <a:lnTo>
                  <a:pt x="883" y="1268"/>
                </a:lnTo>
                <a:lnTo>
                  <a:pt x="884" y="1269"/>
                </a:lnTo>
                <a:lnTo>
                  <a:pt x="885" y="1270"/>
                </a:lnTo>
                <a:lnTo>
                  <a:pt x="886" y="1270"/>
                </a:lnTo>
                <a:lnTo>
                  <a:pt x="887" y="1270"/>
                </a:lnTo>
                <a:lnTo>
                  <a:pt x="888" y="1268"/>
                </a:lnTo>
                <a:lnTo>
                  <a:pt x="889" y="1266"/>
                </a:lnTo>
                <a:lnTo>
                  <a:pt x="891" y="1265"/>
                </a:lnTo>
                <a:lnTo>
                  <a:pt x="894" y="1264"/>
                </a:lnTo>
                <a:lnTo>
                  <a:pt x="896" y="1263"/>
                </a:lnTo>
                <a:lnTo>
                  <a:pt x="897" y="1263"/>
                </a:lnTo>
                <a:lnTo>
                  <a:pt x="897" y="1262"/>
                </a:lnTo>
                <a:lnTo>
                  <a:pt x="897" y="1260"/>
                </a:lnTo>
                <a:lnTo>
                  <a:pt x="897" y="1258"/>
                </a:lnTo>
                <a:lnTo>
                  <a:pt x="897" y="1257"/>
                </a:lnTo>
                <a:lnTo>
                  <a:pt x="899" y="1256"/>
                </a:lnTo>
                <a:lnTo>
                  <a:pt x="900" y="1256"/>
                </a:lnTo>
                <a:lnTo>
                  <a:pt x="902" y="1256"/>
                </a:lnTo>
                <a:lnTo>
                  <a:pt x="906" y="1256"/>
                </a:lnTo>
                <a:lnTo>
                  <a:pt x="908" y="1257"/>
                </a:lnTo>
                <a:lnTo>
                  <a:pt x="910" y="1257"/>
                </a:lnTo>
                <a:lnTo>
                  <a:pt x="911" y="1257"/>
                </a:lnTo>
                <a:lnTo>
                  <a:pt x="912" y="1257"/>
                </a:lnTo>
                <a:lnTo>
                  <a:pt x="913" y="1257"/>
                </a:lnTo>
                <a:lnTo>
                  <a:pt x="914" y="1257"/>
                </a:lnTo>
                <a:lnTo>
                  <a:pt x="914" y="1258"/>
                </a:lnTo>
                <a:lnTo>
                  <a:pt x="915" y="1259"/>
                </a:lnTo>
                <a:lnTo>
                  <a:pt x="916" y="1258"/>
                </a:lnTo>
                <a:lnTo>
                  <a:pt x="918" y="1257"/>
                </a:lnTo>
                <a:lnTo>
                  <a:pt x="921" y="1256"/>
                </a:lnTo>
                <a:lnTo>
                  <a:pt x="922" y="1255"/>
                </a:lnTo>
                <a:lnTo>
                  <a:pt x="924" y="1254"/>
                </a:lnTo>
                <a:lnTo>
                  <a:pt x="925" y="1254"/>
                </a:lnTo>
                <a:lnTo>
                  <a:pt x="926" y="1254"/>
                </a:lnTo>
                <a:lnTo>
                  <a:pt x="926" y="1255"/>
                </a:lnTo>
                <a:lnTo>
                  <a:pt x="927" y="1255"/>
                </a:lnTo>
                <a:lnTo>
                  <a:pt x="929" y="1254"/>
                </a:lnTo>
                <a:lnTo>
                  <a:pt x="932" y="1252"/>
                </a:lnTo>
                <a:lnTo>
                  <a:pt x="934" y="1251"/>
                </a:lnTo>
                <a:lnTo>
                  <a:pt x="934" y="1250"/>
                </a:lnTo>
                <a:lnTo>
                  <a:pt x="935" y="1250"/>
                </a:lnTo>
                <a:lnTo>
                  <a:pt x="936" y="1250"/>
                </a:lnTo>
                <a:lnTo>
                  <a:pt x="936" y="1249"/>
                </a:lnTo>
                <a:lnTo>
                  <a:pt x="936" y="1248"/>
                </a:lnTo>
                <a:lnTo>
                  <a:pt x="937" y="1248"/>
                </a:lnTo>
                <a:lnTo>
                  <a:pt x="938" y="1248"/>
                </a:lnTo>
                <a:lnTo>
                  <a:pt x="939" y="1247"/>
                </a:lnTo>
                <a:lnTo>
                  <a:pt x="940" y="1246"/>
                </a:lnTo>
                <a:lnTo>
                  <a:pt x="942" y="1246"/>
                </a:lnTo>
                <a:lnTo>
                  <a:pt x="943" y="1246"/>
                </a:lnTo>
                <a:lnTo>
                  <a:pt x="945" y="1246"/>
                </a:lnTo>
                <a:lnTo>
                  <a:pt x="947" y="1245"/>
                </a:lnTo>
                <a:lnTo>
                  <a:pt x="948" y="1245"/>
                </a:lnTo>
                <a:lnTo>
                  <a:pt x="949" y="1246"/>
                </a:lnTo>
                <a:lnTo>
                  <a:pt x="950" y="1247"/>
                </a:lnTo>
                <a:lnTo>
                  <a:pt x="951" y="1247"/>
                </a:lnTo>
                <a:lnTo>
                  <a:pt x="952" y="1247"/>
                </a:lnTo>
                <a:lnTo>
                  <a:pt x="953" y="1245"/>
                </a:lnTo>
                <a:lnTo>
                  <a:pt x="954" y="1245"/>
                </a:lnTo>
                <a:lnTo>
                  <a:pt x="954" y="1244"/>
                </a:lnTo>
                <a:lnTo>
                  <a:pt x="955" y="1244"/>
                </a:lnTo>
                <a:lnTo>
                  <a:pt x="956" y="1243"/>
                </a:lnTo>
                <a:lnTo>
                  <a:pt x="958" y="1243"/>
                </a:lnTo>
                <a:lnTo>
                  <a:pt x="960" y="1243"/>
                </a:lnTo>
                <a:lnTo>
                  <a:pt x="963" y="1243"/>
                </a:lnTo>
                <a:lnTo>
                  <a:pt x="964" y="1243"/>
                </a:lnTo>
                <a:lnTo>
                  <a:pt x="965" y="1242"/>
                </a:lnTo>
                <a:lnTo>
                  <a:pt x="967" y="1242"/>
                </a:lnTo>
                <a:lnTo>
                  <a:pt x="968" y="1241"/>
                </a:lnTo>
                <a:lnTo>
                  <a:pt x="969" y="1239"/>
                </a:lnTo>
                <a:lnTo>
                  <a:pt x="972" y="1238"/>
                </a:lnTo>
                <a:lnTo>
                  <a:pt x="974" y="1239"/>
                </a:lnTo>
                <a:lnTo>
                  <a:pt x="977" y="1240"/>
                </a:lnTo>
                <a:lnTo>
                  <a:pt x="980" y="1241"/>
                </a:lnTo>
                <a:lnTo>
                  <a:pt x="981" y="1241"/>
                </a:lnTo>
                <a:lnTo>
                  <a:pt x="982" y="1241"/>
                </a:lnTo>
                <a:lnTo>
                  <a:pt x="985" y="1240"/>
                </a:lnTo>
                <a:lnTo>
                  <a:pt x="986" y="1240"/>
                </a:lnTo>
                <a:lnTo>
                  <a:pt x="987" y="1239"/>
                </a:lnTo>
                <a:lnTo>
                  <a:pt x="990" y="1236"/>
                </a:lnTo>
                <a:lnTo>
                  <a:pt x="991" y="1236"/>
                </a:lnTo>
                <a:lnTo>
                  <a:pt x="993" y="1235"/>
                </a:lnTo>
                <a:lnTo>
                  <a:pt x="994" y="1234"/>
                </a:lnTo>
                <a:lnTo>
                  <a:pt x="994" y="1233"/>
                </a:lnTo>
                <a:lnTo>
                  <a:pt x="994" y="1232"/>
                </a:lnTo>
                <a:lnTo>
                  <a:pt x="995" y="1232"/>
                </a:lnTo>
                <a:lnTo>
                  <a:pt x="997" y="1232"/>
                </a:lnTo>
                <a:lnTo>
                  <a:pt x="999" y="1231"/>
                </a:lnTo>
                <a:lnTo>
                  <a:pt x="1001" y="1230"/>
                </a:lnTo>
                <a:lnTo>
                  <a:pt x="1002" y="1229"/>
                </a:lnTo>
                <a:lnTo>
                  <a:pt x="1003" y="1228"/>
                </a:lnTo>
                <a:lnTo>
                  <a:pt x="1004" y="1228"/>
                </a:lnTo>
                <a:lnTo>
                  <a:pt x="1004" y="1229"/>
                </a:lnTo>
                <a:lnTo>
                  <a:pt x="1004" y="1230"/>
                </a:lnTo>
                <a:lnTo>
                  <a:pt x="1005" y="1231"/>
                </a:lnTo>
                <a:lnTo>
                  <a:pt x="1006" y="1232"/>
                </a:lnTo>
                <a:lnTo>
                  <a:pt x="1006" y="1233"/>
                </a:lnTo>
                <a:lnTo>
                  <a:pt x="1007" y="1233"/>
                </a:lnTo>
                <a:lnTo>
                  <a:pt x="1008" y="1232"/>
                </a:lnTo>
                <a:lnTo>
                  <a:pt x="1009" y="1231"/>
                </a:lnTo>
                <a:lnTo>
                  <a:pt x="1012" y="1230"/>
                </a:lnTo>
                <a:lnTo>
                  <a:pt x="1014" y="1228"/>
                </a:lnTo>
                <a:lnTo>
                  <a:pt x="1016" y="1227"/>
                </a:lnTo>
                <a:lnTo>
                  <a:pt x="1018" y="1226"/>
                </a:lnTo>
                <a:lnTo>
                  <a:pt x="1020" y="1226"/>
                </a:lnTo>
                <a:lnTo>
                  <a:pt x="1022" y="1226"/>
                </a:lnTo>
                <a:lnTo>
                  <a:pt x="1024" y="1226"/>
                </a:lnTo>
                <a:lnTo>
                  <a:pt x="1026" y="1226"/>
                </a:lnTo>
                <a:lnTo>
                  <a:pt x="1027" y="1227"/>
                </a:lnTo>
                <a:lnTo>
                  <a:pt x="1028" y="1227"/>
                </a:lnTo>
                <a:lnTo>
                  <a:pt x="1028" y="1228"/>
                </a:lnTo>
                <a:lnTo>
                  <a:pt x="1028" y="1229"/>
                </a:lnTo>
                <a:lnTo>
                  <a:pt x="1029" y="1229"/>
                </a:lnTo>
                <a:lnTo>
                  <a:pt x="1030" y="1230"/>
                </a:lnTo>
                <a:lnTo>
                  <a:pt x="1032" y="1231"/>
                </a:lnTo>
                <a:lnTo>
                  <a:pt x="1035" y="1232"/>
                </a:lnTo>
                <a:lnTo>
                  <a:pt x="1037" y="1232"/>
                </a:lnTo>
                <a:lnTo>
                  <a:pt x="1040" y="1232"/>
                </a:lnTo>
                <a:lnTo>
                  <a:pt x="1043" y="1232"/>
                </a:lnTo>
                <a:lnTo>
                  <a:pt x="1046" y="1231"/>
                </a:lnTo>
                <a:lnTo>
                  <a:pt x="1047" y="1231"/>
                </a:lnTo>
                <a:lnTo>
                  <a:pt x="1048" y="1230"/>
                </a:lnTo>
                <a:lnTo>
                  <a:pt x="1048" y="1229"/>
                </a:lnTo>
                <a:lnTo>
                  <a:pt x="1050" y="1228"/>
                </a:lnTo>
                <a:lnTo>
                  <a:pt x="1052" y="1226"/>
                </a:lnTo>
                <a:lnTo>
                  <a:pt x="1054" y="1225"/>
                </a:lnTo>
                <a:lnTo>
                  <a:pt x="1056" y="1226"/>
                </a:lnTo>
                <a:lnTo>
                  <a:pt x="1059" y="1226"/>
                </a:lnTo>
                <a:lnTo>
                  <a:pt x="1062" y="1226"/>
                </a:lnTo>
                <a:lnTo>
                  <a:pt x="1063" y="1226"/>
                </a:lnTo>
                <a:lnTo>
                  <a:pt x="1064" y="1226"/>
                </a:lnTo>
                <a:lnTo>
                  <a:pt x="1066" y="1226"/>
                </a:lnTo>
                <a:lnTo>
                  <a:pt x="1068" y="1226"/>
                </a:lnTo>
                <a:lnTo>
                  <a:pt x="1069" y="1227"/>
                </a:lnTo>
                <a:lnTo>
                  <a:pt x="1071" y="1228"/>
                </a:lnTo>
                <a:lnTo>
                  <a:pt x="1072" y="1228"/>
                </a:lnTo>
                <a:lnTo>
                  <a:pt x="1072" y="1229"/>
                </a:lnTo>
                <a:lnTo>
                  <a:pt x="1073" y="1229"/>
                </a:lnTo>
                <a:lnTo>
                  <a:pt x="1074" y="1228"/>
                </a:lnTo>
                <a:lnTo>
                  <a:pt x="1075" y="1227"/>
                </a:lnTo>
                <a:lnTo>
                  <a:pt x="1076" y="1226"/>
                </a:lnTo>
                <a:lnTo>
                  <a:pt x="1078" y="1225"/>
                </a:lnTo>
                <a:lnTo>
                  <a:pt x="1079" y="1223"/>
                </a:lnTo>
                <a:lnTo>
                  <a:pt x="1080" y="1222"/>
                </a:lnTo>
                <a:lnTo>
                  <a:pt x="1080" y="1221"/>
                </a:lnTo>
                <a:lnTo>
                  <a:pt x="1081" y="1219"/>
                </a:lnTo>
                <a:lnTo>
                  <a:pt x="1082" y="1218"/>
                </a:lnTo>
                <a:lnTo>
                  <a:pt x="1082" y="1217"/>
                </a:lnTo>
                <a:lnTo>
                  <a:pt x="1084" y="1216"/>
                </a:lnTo>
                <a:lnTo>
                  <a:pt x="1086" y="1216"/>
                </a:lnTo>
                <a:lnTo>
                  <a:pt x="1089" y="1214"/>
                </a:lnTo>
                <a:lnTo>
                  <a:pt x="1090" y="1213"/>
                </a:lnTo>
                <a:lnTo>
                  <a:pt x="1090" y="1211"/>
                </a:lnTo>
                <a:lnTo>
                  <a:pt x="1090" y="1210"/>
                </a:lnTo>
                <a:lnTo>
                  <a:pt x="1090" y="1208"/>
                </a:lnTo>
                <a:lnTo>
                  <a:pt x="1091" y="1208"/>
                </a:lnTo>
                <a:lnTo>
                  <a:pt x="1091" y="1207"/>
                </a:lnTo>
                <a:lnTo>
                  <a:pt x="1093" y="1206"/>
                </a:lnTo>
                <a:lnTo>
                  <a:pt x="1095" y="1206"/>
                </a:lnTo>
                <a:lnTo>
                  <a:pt x="1096" y="1206"/>
                </a:lnTo>
                <a:lnTo>
                  <a:pt x="1097" y="1205"/>
                </a:lnTo>
                <a:lnTo>
                  <a:pt x="1100" y="1205"/>
                </a:lnTo>
                <a:lnTo>
                  <a:pt x="1102" y="1204"/>
                </a:lnTo>
                <a:lnTo>
                  <a:pt x="1103" y="1205"/>
                </a:lnTo>
                <a:lnTo>
                  <a:pt x="1105" y="1205"/>
                </a:lnTo>
                <a:lnTo>
                  <a:pt x="1107" y="1205"/>
                </a:lnTo>
                <a:lnTo>
                  <a:pt x="1109" y="1206"/>
                </a:lnTo>
                <a:lnTo>
                  <a:pt x="1110" y="1207"/>
                </a:lnTo>
                <a:lnTo>
                  <a:pt x="1112" y="1207"/>
                </a:lnTo>
                <a:lnTo>
                  <a:pt x="1113" y="1208"/>
                </a:lnTo>
                <a:lnTo>
                  <a:pt x="1115" y="1208"/>
                </a:lnTo>
                <a:lnTo>
                  <a:pt x="1119" y="1208"/>
                </a:lnTo>
                <a:lnTo>
                  <a:pt x="1121" y="1209"/>
                </a:lnTo>
                <a:lnTo>
                  <a:pt x="1124" y="1209"/>
                </a:lnTo>
                <a:lnTo>
                  <a:pt x="1125" y="1210"/>
                </a:lnTo>
                <a:lnTo>
                  <a:pt x="1127" y="1210"/>
                </a:lnTo>
                <a:lnTo>
                  <a:pt x="1128" y="1211"/>
                </a:lnTo>
                <a:lnTo>
                  <a:pt x="1130" y="1212"/>
                </a:lnTo>
                <a:lnTo>
                  <a:pt x="1132" y="1214"/>
                </a:lnTo>
                <a:lnTo>
                  <a:pt x="1135" y="1214"/>
                </a:lnTo>
                <a:lnTo>
                  <a:pt x="1135" y="1215"/>
                </a:lnTo>
                <a:lnTo>
                  <a:pt x="1136" y="1214"/>
                </a:lnTo>
                <a:lnTo>
                  <a:pt x="1137" y="1214"/>
                </a:lnTo>
                <a:lnTo>
                  <a:pt x="1137" y="1213"/>
                </a:lnTo>
                <a:lnTo>
                  <a:pt x="1137" y="1211"/>
                </a:lnTo>
                <a:lnTo>
                  <a:pt x="1139" y="1210"/>
                </a:lnTo>
                <a:lnTo>
                  <a:pt x="1142" y="1208"/>
                </a:lnTo>
                <a:lnTo>
                  <a:pt x="1143" y="1207"/>
                </a:lnTo>
                <a:lnTo>
                  <a:pt x="1143" y="1205"/>
                </a:lnTo>
                <a:lnTo>
                  <a:pt x="1142" y="1204"/>
                </a:lnTo>
                <a:lnTo>
                  <a:pt x="1141" y="1203"/>
                </a:lnTo>
                <a:lnTo>
                  <a:pt x="1140" y="1197"/>
                </a:lnTo>
                <a:lnTo>
                  <a:pt x="1140" y="1193"/>
                </a:lnTo>
                <a:lnTo>
                  <a:pt x="1139" y="1192"/>
                </a:lnTo>
                <a:lnTo>
                  <a:pt x="1139" y="1191"/>
                </a:lnTo>
                <a:lnTo>
                  <a:pt x="1140" y="1191"/>
                </a:lnTo>
                <a:lnTo>
                  <a:pt x="1142" y="1192"/>
                </a:lnTo>
                <a:lnTo>
                  <a:pt x="1143" y="1192"/>
                </a:lnTo>
                <a:lnTo>
                  <a:pt x="1143" y="1191"/>
                </a:lnTo>
                <a:lnTo>
                  <a:pt x="1144" y="1189"/>
                </a:lnTo>
                <a:lnTo>
                  <a:pt x="1145" y="1184"/>
                </a:lnTo>
                <a:lnTo>
                  <a:pt x="1147" y="1182"/>
                </a:lnTo>
                <a:lnTo>
                  <a:pt x="1148" y="1181"/>
                </a:lnTo>
                <a:lnTo>
                  <a:pt x="1150" y="1181"/>
                </a:lnTo>
                <a:lnTo>
                  <a:pt x="1153" y="1182"/>
                </a:lnTo>
                <a:lnTo>
                  <a:pt x="1156" y="1182"/>
                </a:lnTo>
                <a:lnTo>
                  <a:pt x="1159" y="1181"/>
                </a:lnTo>
                <a:lnTo>
                  <a:pt x="1161" y="1181"/>
                </a:lnTo>
                <a:lnTo>
                  <a:pt x="1164" y="1181"/>
                </a:lnTo>
                <a:lnTo>
                  <a:pt x="1165" y="1180"/>
                </a:lnTo>
                <a:lnTo>
                  <a:pt x="1166" y="1179"/>
                </a:lnTo>
                <a:lnTo>
                  <a:pt x="1167" y="1176"/>
                </a:lnTo>
                <a:lnTo>
                  <a:pt x="1167" y="1174"/>
                </a:lnTo>
                <a:lnTo>
                  <a:pt x="1167" y="1172"/>
                </a:lnTo>
                <a:lnTo>
                  <a:pt x="1165" y="1169"/>
                </a:lnTo>
                <a:lnTo>
                  <a:pt x="1166" y="1167"/>
                </a:lnTo>
                <a:lnTo>
                  <a:pt x="1166" y="1166"/>
                </a:lnTo>
                <a:lnTo>
                  <a:pt x="1167" y="1165"/>
                </a:lnTo>
                <a:lnTo>
                  <a:pt x="1168" y="1164"/>
                </a:lnTo>
                <a:lnTo>
                  <a:pt x="1168" y="1163"/>
                </a:lnTo>
                <a:lnTo>
                  <a:pt x="1168" y="1162"/>
                </a:lnTo>
                <a:lnTo>
                  <a:pt x="1167" y="1159"/>
                </a:lnTo>
                <a:lnTo>
                  <a:pt x="1164" y="1156"/>
                </a:lnTo>
                <a:lnTo>
                  <a:pt x="1164" y="1155"/>
                </a:lnTo>
                <a:lnTo>
                  <a:pt x="1163" y="1153"/>
                </a:lnTo>
                <a:lnTo>
                  <a:pt x="1164" y="1150"/>
                </a:lnTo>
                <a:lnTo>
                  <a:pt x="1166" y="1146"/>
                </a:lnTo>
                <a:lnTo>
                  <a:pt x="1165" y="1143"/>
                </a:lnTo>
                <a:lnTo>
                  <a:pt x="1164" y="1140"/>
                </a:lnTo>
                <a:lnTo>
                  <a:pt x="1164" y="1138"/>
                </a:lnTo>
                <a:lnTo>
                  <a:pt x="1164" y="1137"/>
                </a:lnTo>
                <a:lnTo>
                  <a:pt x="1165" y="1133"/>
                </a:lnTo>
                <a:lnTo>
                  <a:pt x="1166" y="1130"/>
                </a:lnTo>
                <a:lnTo>
                  <a:pt x="1168" y="1128"/>
                </a:lnTo>
                <a:lnTo>
                  <a:pt x="1171" y="1127"/>
                </a:lnTo>
                <a:lnTo>
                  <a:pt x="1177" y="1125"/>
                </a:lnTo>
                <a:lnTo>
                  <a:pt x="1178" y="1125"/>
                </a:lnTo>
                <a:lnTo>
                  <a:pt x="1178" y="1124"/>
                </a:lnTo>
                <a:lnTo>
                  <a:pt x="1177" y="1123"/>
                </a:lnTo>
                <a:lnTo>
                  <a:pt x="1176" y="1123"/>
                </a:lnTo>
                <a:lnTo>
                  <a:pt x="1175" y="1123"/>
                </a:lnTo>
                <a:lnTo>
                  <a:pt x="1174" y="1122"/>
                </a:lnTo>
                <a:lnTo>
                  <a:pt x="1174" y="1121"/>
                </a:lnTo>
                <a:lnTo>
                  <a:pt x="1173" y="1120"/>
                </a:lnTo>
                <a:lnTo>
                  <a:pt x="1172" y="1119"/>
                </a:lnTo>
                <a:lnTo>
                  <a:pt x="1172" y="1118"/>
                </a:lnTo>
                <a:lnTo>
                  <a:pt x="1171" y="1118"/>
                </a:lnTo>
                <a:lnTo>
                  <a:pt x="1171" y="1117"/>
                </a:lnTo>
                <a:lnTo>
                  <a:pt x="1171" y="1115"/>
                </a:lnTo>
                <a:lnTo>
                  <a:pt x="1170" y="1114"/>
                </a:lnTo>
                <a:lnTo>
                  <a:pt x="1170" y="1112"/>
                </a:lnTo>
                <a:lnTo>
                  <a:pt x="1169" y="1108"/>
                </a:lnTo>
                <a:lnTo>
                  <a:pt x="1168" y="1105"/>
                </a:lnTo>
                <a:lnTo>
                  <a:pt x="1168" y="1104"/>
                </a:lnTo>
                <a:lnTo>
                  <a:pt x="1167" y="1099"/>
                </a:lnTo>
                <a:lnTo>
                  <a:pt x="1167" y="1097"/>
                </a:lnTo>
                <a:lnTo>
                  <a:pt x="1168" y="1095"/>
                </a:lnTo>
                <a:lnTo>
                  <a:pt x="1169" y="1094"/>
                </a:lnTo>
                <a:lnTo>
                  <a:pt x="1171" y="1091"/>
                </a:lnTo>
                <a:lnTo>
                  <a:pt x="1172" y="1089"/>
                </a:lnTo>
                <a:lnTo>
                  <a:pt x="1172" y="1088"/>
                </a:lnTo>
                <a:lnTo>
                  <a:pt x="1172" y="1087"/>
                </a:lnTo>
                <a:lnTo>
                  <a:pt x="1176" y="1086"/>
                </a:lnTo>
                <a:lnTo>
                  <a:pt x="1180" y="1085"/>
                </a:lnTo>
                <a:lnTo>
                  <a:pt x="1180" y="1081"/>
                </a:lnTo>
                <a:lnTo>
                  <a:pt x="1189" y="1069"/>
                </a:lnTo>
                <a:lnTo>
                  <a:pt x="1191" y="1061"/>
                </a:lnTo>
                <a:lnTo>
                  <a:pt x="1192" y="1061"/>
                </a:lnTo>
                <a:lnTo>
                  <a:pt x="1192" y="1060"/>
                </a:lnTo>
                <a:lnTo>
                  <a:pt x="1194" y="1059"/>
                </a:lnTo>
                <a:lnTo>
                  <a:pt x="1195" y="1059"/>
                </a:lnTo>
                <a:lnTo>
                  <a:pt x="1195" y="1060"/>
                </a:lnTo>
                <a:lnTo>
                  <a:pt x="1196" y="1060"/>
                </a:lnTo>
                <a:lnTo>
                  <a:pt x="1197" y="1060"/>
                </a:lnTo>
                <a:lnTo>
                  <a:pt x="1198" y="1060"/>
                </a:lnTo>
                <a:lnTo>
                  <a:pt x="1200" y="1060"/>
                </a:lnTo>
                <a:lnTo>
                  <a:pt x="1201" y="1060"/>
                </a:lnTo>
                <a:lnTo>
                  <a:pt x="1202" y="1061"/>
                </a:lnTo>
                <a:lnTo>
                  <a:pt x="1201" y="1061"/>
                </a:lnTo>
                <a:lnTo>
                  <a:pt x="1201" y="1062"/>
                </a:lnTo>
                <a:lnTo>
                  <a:pt x="1201" y="1063"/>
                </a:lnTo>
                <a:lnTo>
                  <a:pt x="1202" y="1063"/>
                </a:lnTo>
                <a:lnTo>
                  <a:pt x="1204" y="1063"/>
                </a:lnTo>
                <a:lnTo>
                  <a:pt x="1205" y="1064"/>
                </a:lnTo>
                <a:lnTo>
                  <a:pt x="1205" y="1063"/>
                </a:lnTo>
                <a:lnTo>
                  <a:pt x="1206" y="1063"/>
                </a:lnTo>
                <a:lnTo>
                  <a:pt x="1207" y="1063"/>
                </a:lnTo>
                <a:lnTo>
                  <a:pt x="1207" y="1064"/>
                </a:lnTo>
                <a:lnTo>
                  <a:pt x="1208" y="1064"/>
                </a:lnTo>
                <a:lnTo>
                  <a:pt x="1209" y="1063"/>
                </a:lnTo>
                <a:lnTo>
                  <a:pt x="1210" y="1062"/>
                </a:lnTo>
                <a:lnTo>
                  <a:pt x="1211" y="1062"/>
                </a:lnTo>
                <a:lnTo>
                  <a:pt x="1211" y="1063"/>
                </a:lnTo>
                <a:lnTo>
                  <a:pt x="1212" y="1064"/>
                </a:lnTo>
                <a:lnTo>
                  <a:pt x="1214" y="1064"/>
                </a:lnTo>
                <a:lnTo>
                  <a:pt x="1214" y="1063"/>
                </a:lnTo>
                <a:lnTo>
                  <a:pt x="1215" y="1063"/>
                </a:lnTo>
                <a:lnTo>
                  <a:pt x="1215" y="1062"/>
                </a:lnTo>
                <a:lnTo>
                  <a:pt x="1216" y="1061"/>
                </a:lnTo>
                <a:lnTo>
                  <a:pt x="1218" y="1061"/>
                </a:lnTo>
                <a:lnTo>
                  <a:pt x="1219" y="1060"/>
                </a:lnTo>
                <a:lnTo>
                  <a:pt x="1220" y="1060"/>
                </a:lnTo>
                <a:lnTo>
                  <a:pt x="1221" y="1061"/>
                </a:lnTo>
                <a:lnTo>
                  <a:pt x="1222" y="1061"/>
                </a:lnTo>
                <a:lnTo>
                  <a:pt x="1223" y="1060"/>
                </a:lnTo>
                <a:lnTo>
                  <a:pt x="1224" y="1060"/>
                </a:lnTo>
                <a:lnTo>
                  <a:pt x="1225" y="1060"/>
                </a:lnTo>
                <a:lnTo>
                  <a:pt x="1226" y="1060"/>
                </a:lnTo>
                <a:lnTo>
                  <a:pt x="1227" y="1060"/>
                </a:lnTo>
                <a:lnTo>
                  <a:pt x="1227" y="1059"/>
                </a:lnTo>
                <a:lnTo>
                  <a:pt x="1229" y="1059"/>
                </a:lnTo>
                <a:lnTo>
                  <a:pt x="1230" y="1059"/>
                </a:lnTo>
                <a:lnTo>
                  <a:pt x="1230" y="1060"/>
                </a:lnTo>
                <a:lnTo>
                  <a:pt x="1231" y="1060"/>
                </a:lnTo>
                <a:lnTo>
                  <a:pt x="1232" y="1059"/>
                </a:lnTo>
                <a:lnTo>
                  <a:pt x="1233" y="1059"/>
                </a:lnTo>
                <a:lnTo>
                  <a:pt x="1234" y="1059"/>
                </a:lnTo>
                <a:lnTo>
                  <a:pt x="1235" y="1059"/>
                </a:lnTo>
                <a:lnTo>
                  <a:pt x="1236" y="1060"/>
                </a:lnTo>
                <a:lnTo>
                  <a:pt x="1236" y="1059"/>
                </a:lnTo>
                <a:lnTo>
                  <a:pt x="1237" y="1059"/>
                </a:lnTo>
                <a:lnTo>
                  <a:pt x="1238" y="1059"/>
                </a:lnTo>
                <a:lnTo>
                  <a:pt x="1239" y="1060"/>
                </a:lnTo>
                <a:lnTo>
                  <a:pt x="1240" y="1059"/>
                </a:lnTo>
                <a:lnTo>
                  <a:pt x="1239" y="1059"/>
                </a:lnTo>
                <a:lnTo>
                  <a:pt x="1240" y="1059"/>
                </a:lnTo>
                <a:lnTo>
                  <a:pt x="1240" y="1058"/>
                </a:lnTo>
                <a:lnTo>
                  <a:pt x="1241" y="1059"/>
                </a:lnTo>
                <a:lnTo>
                  <a:pt x="1242" y="1060"/>
                </a:lnTo>
                <a:lnTo>
                  <a:pt x="1243" y="1059"/>
                </a:lnTo>
                <a:lnTo>
                  <a:pt x="1244" y="1058"/>
                </a:lnTo>
                <a:lnTo>
                  <a:pt x="1244" y="1057"/>
                </a:lnTo>
                <a:lnTo>
                  <a:pt x="1244" y="1056"/>
                </a:lnTo>
                <a:lnTo>
                  <a:pt x="1243" y="1054"/>
                </a:lnTo>
                <a:lnTo>
                  <a:pt x="1242" y="1053"/>
                </a:lnTo>
                <a:lnTo>
                  <a:pt x="1242" y="1052"/>
                </a:lnTo>
                <a:lnTo>
                  <a:pt x="1240" y="1050"/>
                </a:lnTo>
                <a:lnTo>
                  <a:pt x="1238" y="1049"/>
                </a:lnTo>
                <a:lnTo>
                  <a:pt x="1237" y="1048"/>
                </a:lnTo>
                <a:lnTo>
                  <a:pt x="1236" y="1047"/>
                </a:lnTo>
                <a:lnTo>
                  <a:pt x="1234" y="1047"/>
                </a:lnTo>
                <a:lnTo>
                  <a:pt x="1232" y="1046"/>
                </a:lnTo>
                <a:lnTo>
                  <a:pt x="1231" y="1045"/>
                </a:lnTo>
                <a:lnTo>
                  <a:pt x="1230" y="1045"/>
                </a:lnTo>
                <a:lnTo>
                  <a:pt x="1229" y="1044"/>
                </a:lnTo>
                <a:lnTo>
                  <a:pt x="1228" y="1043"/>
                </a:lnTo>
                <a:lnTo>
                  <a:pt x="1226" y="1040"/>
                </a:lnTo>
                <a:lnTo>
                  <a:pt x="1225" y="1039"/>
                </a:lnTo>
                <a:lnTo>
                  <a:pt x="1223" y="1037"/>
                </a:lnTo>
                <a:lnTo>
                  <a:pt x="1222" y="1035"/>
                </a:lnTo>
                <a:lnTo>
                  <a:pt x="1220" y="1032"/>
                </a:lnTo>
                <a:lnTo>
                  <a:pt x="1220" y="1031"/>
                </a:lnTo>
                <a:lnTo>
                  <a:pt x="1219" y="1030"/>
                </a:lnTo>
                <a:lnTo>
                  <a:pt x="1219" y="1029"/>
                </a:lnTo>
                <a:lnTo>
                  <a:pt x="1218" y="1027"/>
                </a:lnTo>
                <a:lnTo>
                  <a:pt x="1218" y="1026"/>
                </a:lnTo>
                <a:lnTo>
                  <a:pt x="1218" y="1025"/>
                </a:lnTo>
                <a:lnTo>
                  <a:pt x="1219" y="1024"/>
                </a:lnTo>
                <a:lnTo>
                  <a:pt x="1220" y="1023"/>
                </a:lnTo>
                <a:lnTo>
                  <a:pt x="1222" y="1021"/>
                </a:lnTo>
                <a:lnTo>
                  <a:pt x="1225" y="1020"/>
                </a:lnTo>
                <a:lnTo>
                  <a:pt x="1228" y="1019"/>
                </a:lnTo>
                <a:lnTo>
                  <a:pt x="1230" y="1019"/>
                </a:lnTo>
                <a:lnTo>
                  <a:pt x="1233" y="1019"/>
                </a:lnTo>
                <a:lnTo>
                  <a:pt x="1236" y="1019"/>
                </a:lnTo>
                <a:lnTo>
                  <a:pt x="1240" y="1018"/>
                </a:lnTo>
                <a:lnTo>
                  <a:pt x="1244" y="1017"/>
                </a:lnTo>
                <a:lnTo>
                  <a:pt x="1245" y="1016"/>
                </a:lnTo>
                <a:lnTo>
                  <a:pt x="1248" y="1016"/>
                </a:lnTo>
                <a:lnTo>
                  <a:pt x="1251" y="1013"/>
                </a:lnTo>
                <a:lnTo>
                  <a:pt x="1252" y="1013"/>
                </a:lnTo>
                <a:lnTo>
                  <a:pt x="1253" y="1011"/>
                </a:lnTo>
                <a:lnTo>
                  <a:pt x="1255" y="1011"/>
                </a:lnTo>
                <a:lnTo>
                  <a:pt x="1257" y="1011"/>
                </a:lnTo>
                <a:lnTo>
                  <a:pt x="1259" y="1010"/>
                </a:lnTo>
                <a:lnTo>
                  <a:pt x="1261" y="1010"/>
                </a:lnTo>
                <a:lnTo>
                  <a:pt x="1264" y="1010"/>
                </a:lnTo>
                <a:lnTo>
                  <a:pt x="1266" y="1011"/>
                </a:lnTo>
                <a:lnTo>
                  <a:pt x="1267" y="1011"/>
                </a:lnTo>
                <a:lnTo>
                  <a:pt x="1270" y="1013"/>
                </a:lnTo>
                <a:lnTo>
                  <a:pt x="1272" y="1014"/>
                </a:lnTo>
                <a:lnTo>
                  <a:pt x="1273" y="1015"/>
                </a:lnTo>
                <a:lnTo>
                  <a:pt x="1273" y="1016"/>
                </a:lnTo>
                <a:lnTo>
                  <a:pt x="1274" y="1016"/>
                </a:lnTo>
                <a:lnTo>
                  <a:pt x="1276" y="1014"/>
                </a:lnTo>
                <a:lnTo>
                  <a:pt x="1278" y="1014"/>
                </a:lnTo>
                <a:lnTo>
                  <a:pt x="1279" y="1014"/>
                </a:lnTo>
                <a:lnTo>
                  <a:pt x="1281" y="1017"/>
                </a:lnTo>
                <a:lnTo>
                  <a:pt x="1282" y="1017"/>
                </a:lnTo>
                <a:lnTo>
                  <a:pt x="1283" y="1017"/>
                </a:lnTo>
                <a:lnTo>
                  <a:pt x="1284" y="1017"/>
                </a:lnTo>
                <a:lnTo>
                  <a:pt x="1284" y="1016"/>
                </a:lnTo>
                <a:lnTo>
                  <a:pt x="1285" y="1014"/>
                </a:lnTo>
                <a:lnTo>
                  <a:pt x="1285" y="1013"/>
                </a:lnTo>
                <a:lnTo>
                  <a:pt x="1285" y="1012"/>
                </a:lnTo>
                <a:lnTo>
                  <a:pt x="1286" y="1012"/>
                </a:lnTo>
                <a:lnTo>
                  <a:pt x="1286" y="1011"/>
                </a:lnTo>
                <a:lnTo>
                  <a:pt x="1287" y="1010"/>
                </a:lnTo>
                <a:lnTo>
                  <a:pt x="1287" y="1008"/>
                </a:lnTo>
                <a:lnTo>
                  <a:pt x="1286" y="1006"/>
                </a:lnTo>
                <a:lnTo>
                  <a:pt x="1286" y="1002"/>
                </a:lnTo>
                <a:lnTo>
                  <a:pt x="1287" y="1001"/>
                </a:lnTo>
                <a:lnTo>
                  <a:pt x="1288" y="996"/>
                </a:lnTo>
                <a:lnTo>
                  <a:pt x="1288" y="995"/>
                </a:lnTo>
                <a:lnTo>
                  <a:pt x="1287" y="993"/>
                </a:lnTo>
                <a:lnTo>
                  <a:pt x="1286" y="991"/>
                </a:lnTo>
                <a:lnTo>
                  <a:pt x="1287" y="990"/>
                </a:lnTo>
                <a:lnTo>
                  <a:pt x="1287" y="989"/>
                </a:lnTo>
                <a:lnTo>
                  <a:pt x="1288" y="987"/>
                </a:lnTo>
                <a:lnTo>
                  <a:pt x="1289" y="985"/>
                </a:lnTo>
                <a:lnTo>
                  <a:pt x="1289" y="984"/>
                </a:lnTo>
                <a:lnTo>
                  <a:pt x="1289" y="983"/>
                </a:lnTo>
                <a:lnTo>
                  <a:pt x="1290" y="982"/>
                </a:lnTo>
                <a:lnTo>
                  <a:pt x="1289" y="981"/>
                </a:lnTo>
                <a:lnTo>
                  <a:pt x="1288" y="980"/>
                </a:lnTo>
                <a:lnTo>
                  <a:pt x="1285" y="980"/>
                </a:lnTo>
                <a:lnTo>
                  <a:pt x="1284" y="980"/>
                </a:lnTo>
                <a:lnTo>
                  <a:pt x="1282" y="980"/>
                </a:lnTo>
                <a:lnTo>
                  <a:pt x="1280" y="978"/>
                </a:lnTo>
                <a:lnTo>
                  <a:pt x="1279" y="978"/>
                </a:lnTo>
                <a:lnTo>
                  <a:pt x="1278" y="977"/>
                </a:lnTo>
                <a:lnTo>
                  <a:pt x="1278" y="976"/>
                </a:lnTo>
                <a:lnTo>
                  <a:pt x="1278" y="974"/>
                </a:lnTo>
                <a:lnTo>
                  <a:pt x="1280" y="972"/>
                </a:lnTo>
                <a:lnTo>
                  <a:pt x="1281" y="970"/>
                </a:lnTo>
                <a:lnTo>
                  <a:pt x="1283" y="969"/>
                </a:lnTo>
                <a:lnTo>
                  <a:pt x="1286" y="967"/>
                </a:lnTo>
                <a:lnTo>
                  <a:pt x="1287" y="966"/>
                </a:lnTo>
                <a:lnTo>
                  <a:pt x="1288" y="965"/>
                </a:lnTo>
                <a:lnTo>
                  <a:pt x="1288" y="962"/>
                </a:lnTo>
                <a:lnTo>
                  <a:pt x="1289" y="960"/>
                </a:lnTo>
                <a:lnTo>
                  <a:pt x="1290" y="958"/>
                </a:lnTo>
                <a:lnTo>
                  <a:pt x="1291" y="957"/>
                </a:lnTo>
                <a:lnTo>
                  <a:pt x="1291" y="956"/>
                </a:lnTo>
                <a:lnTo>
                  <a:pt x="1292" y="955"/>
                </a:lnTo>
                <a:lnTo>
                  <a:pt x="1293" y="955"/>
                </a:lnTo>
                <a:lnTo>
                  <a:pt x="1294" y="954"/>
                </a:lnTo>
                <a:lnTo>
                  <a:pt x="1294" y="953"/>
                </a:lnTo>
                <a:lnTo>
                  <a:pt x="1296" y="945"/>
                </a:lnTo>
                <a:lnTo>
                  <a:pt x="1291" y="925"/>
                </a:lnTo>
                <a:lnTo>
                  <a:pt x="1285" y="901"/>
                </a:lnTo>
                <a:lnTo>
                  <a:pt x="1279" y="872"/>
                </a:lnTo>
                <a:lnTo>
                  <a:pt x="1280" y="870"/>
                </a:lnTo>
                <a:lnTo>
                  <a:pt x="1280" y="869"/>
                </a:lnTo>
                <a:lnTo>
                  <a:pt x="1280" y="867"/>
                </a:lnTo>
                <a:lnTo>
                  <a:pt x="1280" y="866"/>
                </a:lnTo>
                <a:lnTo>
                  <a:pt x="1280" y="865"/>
                </a:lnTo>
                <a:lnTo>
                  <a:pt x="1280" y="864"/>
                </a:lnTo>
                <a:lnTo>
                  <a:pt x="1281" y="863"/>
                </a:lnTo>
                <a:lnTo>
                  <a:pt x="1281" y="862"/>
                </a:lnTo>
                <a:lnTo>
                  <a:pt x="1280" y="862"/>
                </a:lnTo>
                <a:lnTo>
                  <a:pt x="1280" y="861"/>
                </a:lnTo>
                <a:lnTo>
                  <a:pt x="1280" y="860"/>
                </a:lnTo>
                <a:lnTo>
                  <a:pt x="1281" y="858"/>
                </a:lnTo>
                <a:lnTo>
                  <a:pt x="1281" y="856"/>
                </a:lnTo>
                <a:lnTo>
                  <a:pt x="1281" y="855"/>
                </a:lnTo>
                <a:lnTo>
                  <a:pt x="1282" y="855"/>
                </a:lnTo>
                <a:lnTo>
                  <a:pt x="1282" y="854"/>
                </a:lnTo>
                <a:lnTo>
                  <a:pt x="1281" y="853"/>
                </a:lnTo>
                <a:lnTo>
                  <a:pt x="1281" y="852"/>
                </a:lnTo>
                <a:lnTo>
                  <a:pt x="1280" y="851"/>
                </a:lnTo>
                <a:lnTo>
                  <a:pt x="1280" y="850"/>
                </a:lnTo>
                <a:lnTo>
                  <a:pt x="1280" y="849"/>
                </a:lnTo>
                <a:lnTo>
                  <a:pt x="1280" y="848"/>
                </a:lnTo>
                <a:lnTo>
                  <a:pt x="1279" y="847"/>
                </a:lnTo>
                <a:lnTo>
                  <a:pt x="1279" y="846"/>
                </a:lnTo>
                <a:lnTo>
                  <a:pt x="1279" y="845"/>
                </a:lnTo>
                <a:lnTo>
                  <a:pt x="1280" y="844"/>
                </a:lnTo>
                <a:lnTo>
                  <a:pt x="1281" y="843"/>
                </a:lnTo>
                <a:lnTo>
                  <a:pt x="1281" y="842"/>
                </a:lnTo>
                <a:lnTo>
                  <a:pt x="1280" y="841"/>
                </a:lnTo>
                <a:lnTo>
                  <a:pt x="1280" y="840"/>
                </a:lnTo>
                <a:lnTo>
                  <a:pt x="1279" y="839"/>
                </a:lnTo>
                <a:lnTo>
                  <a:pt x="1279" y="838"/>
                </a:lnTo>
                <a:lnTo>
                  <a:pt x="1279" y="835"/>
                </a:lnTo>
                <a:lnTo>
                  <a:pt x="1279" y="833"/>
                </a:lnTo>
                <a:lnTo>
                  <a:pt x="1279" y="832"/>
                </a:lnTo>
                <a:lnTo>
                  <a:pt x="1279" y="831"/>
                </a:lnTo>
                <a:lnTo>
                  <a:pt x="1280" y="829"/>
                </a:lnTo>
                <a:lnTo>
                  <a:pt x="1280" y="826"/>
                </a:lnTo>
                <a:lnTo>
                  <a:pt x="1281" y="826"/>
                </a:lnTo>
                <a:lnTo>
                  <a:pt x="1281" y="825"/>
                </a:lnTo>
                <a:lnTo>
                  <a:pt x="1281" y="824"/>
                </a:lnTo>
                <a:lnTo>
                  <a:pt x="1281" y="822"/>
                </a:lnTo>
                <a:lnTo>
                  <a:pt x="1281" y="819"/>
                </a:lnTo>
                <a:lnTo>
                  <a:pt x="1281" y="818"/>
                </a:lnTo>
                <a:lnTo>
                  <a:pt x="1282" y="817"/>
                </a:lnTo>
                <a:lnTo>
                  <a:pt x="1282" y="815"/>
                </a:lnTo>
                <a:lnTo>
                  <a:pt x="1281" y="815"/>
                </a:lnTo>
                <a:lnTo>
                  <a:pt x="1281" y="814"/>
                </a:lnTo>
                <a:lnTo>
                  <a:pt x="1279" y="812"/>
                </a:lnTo>
                <a:lnTo>
                  <a:pt x="1277" y="810"/>
                </a:lnTo>
                <a:lnTo>
                  <a:pt x="1277" y="809"/>
                </a:lnTo>
                <a:lnTo>
                  <a:pt x="1276" y="808"/>
                </a:lnTo>
                <a:lnTo>
                  <a:pt x="1276" y="807"/>
                </a:lnTo>
                <a:lnTo>
                  <a:pt x="1276" y="806"/>
                </a:lnTo>
                <a:lnTo>
                  <a:pt x="1277" y="805"/>
                </a:lnTo>
                <a:lnTo>
                  <a:pt x="1278" y="803"/>
                </a:lnTo>
                <a:lnTo>
                  <a:pt x="1279" y="803"/>
                </a:lnTo>
                <a:lnTo>
                  <a:pt x="1279" y="799"/>
                </a:lnTo>
                <a:lnTo>
                  <a:pt x="1281" y="791"/>
                </a:lnTo>
                <a:lnTo>
                  <a:pt x="1282" y="788"/>
                </a:lnTo>
                <a:lnTo>
                  <a:pt x="1283" y="784"/>
                </a:lnTo>
                <a:lnTo>
                  <a:pt x="1284" y="784"/>
                </a:lnTo>
                <a:lnTo>
                  <a:pt x="1284" y="783"/>
                </a:lnTo>
                <a:lnTo>
                  <a:pt x="1285" y="780"/>
                </a:lnTo>
                <a:lnTo>
                  <a:pt x="1286" y="778"/>
                </a:lnTo>
                <a:lnTo>
                  <a:pt x="1286" y="774"/>
                </a:lnTo>
                <a:lnTo>
                  <a:pt x="1287" y="772"/>
                </a:lnTo>
                <a:lnTo>
                  <a:pt x="1286" y="771"/>
                </a:lnTo>
                <a:lnTo>
                  <a:pt x="1286" y="770"/>
                </a:lnTo>
                <a:lnTo>
                  <a:pt x="1286" y="768"/>
                </a:lnTo>
                <a:lnTo>
                  <a:pt x="1287" y="761"/>
                </a:lnTo>
                <a:lnTo>
                  <a:pt x="1288" y="755"/>
                </a:lnTo>
                <a:lnTo>
                  <a:pt x="1289" y="750"/>
                </a:lnTo>
                <a:lnTo>
                  <a:pt x="1289" y="746"/>
                </a:lnTo>
                <a:lnTo>
                  <a:pt x="1289" y="740"/>
                </a:lnTo>
                <a:lnTo>
                  <a:pt x="1288" y="736"/>
                </a:lnTo>
                <a:lnTo>
                  <a:pt x="1288" y="733"/>
                </a:lnTo>
                <a:lnTo>
                  <a:pt x="1288" y="732"/>
                </a:lnTo>
                <a:lnTo>
                  <a:pt x="1289" y="731"/>
                </a:lnTo>
                <a:lnTo>
                  <a:pt x="1291" y="729"/>
                </a:lnTo>
                <a:lnTo>
                  <a:pt x="1293" y="726"/>
                </a:lnTo>
                <a:lnTo>
                  <a:pt x="1295" y="723"/>
                </a:lnTo>
                <a:lnTo>
                  <a:pt x="1296" y="720"/>
                </a:lnTo>
                <a:lnTo>
                  <a:pt x="1298" y="717"/>
                </a:lnTo>
                <a:lnTo>
                  <a:pt x="1300" y="715"/>
                </a:lnTo>
                <a:lnTo>
                  <a:pt x="1301" y="711"/>
                </a:lnTo>
                <a:lnTo>
                  <a:pt x="1303" y="709"/>
                </a:lnTo>
                <a:lnTo>
                  <a:pt x="1303" y="707"/>
                </a:lnTo>
                <a:lnTo>
                  <a:pt x="1303" y="706"/>
                </a:lnTo>
                <a:lnTo>
                  <a:pt x="1302" y="702"/>
                </a:lnTo>
                <a:lnTo>
                  <a:pt x="1298" y="692"/>
                </a:lnTo>
                <a:lnTo>
                  <a:pt x="1298" y="691"/>
                </a:lnTo>
                <a:lnTo>
                  <a:pt x="1297" y="688"/>
                </a:lnTo>
                <a:lnTo>
                  <a:pt x="1295" y="686"/>
                </a:lnTo>
                <a:lnTo>
                  <a:pt x="1294" y="686"/>
                </a:lnTo>
                <a:lnTo>
                  <a:pt x="1289" y="681"/>
                </a:lnTo>
                <a:lnTo>
                  <a:pt x="1287" y="681"/>
                </a:lnTo>
                <a:lnTo>
                  <a:pt x="1286" y="679"/>
                </a:lnTo>
                <a:lnTo>
                  <a:pt x="1284" y="678"/>
                </a:lnTo>
                <a:lnTo>
                  <a:pt x="1283" y="676"/>
                </a:lnTo>
                <a:lnTo>
                  <a:pt x="1282" y="673"/>
                </a:lnTo>
                <a:lnTo>
                  <a:pt x="1281" y="672"/>
                </a:lnTo>
                <a:lnTo>
                  <a:pt x="1282" y="670"/>
                </a:lnTo>
                <a:lnTo>
                  <a:pt x="1282" y="669"/>
                </a:lnTo>
                <a:lnTo>
                  <a:pt x="1282" y="668"/>
                </a:lnTo>
                <a:lnTo>
                  <a:pt x="1281" y="666"/>
                </a:lnTo>
                <a:lnTo>
                  <a:pt x="1281" y="664"/>
                </a:lnTo>
                <a:lnTo>
                  <a:pt x="1281" y="663"/>
                </a:lnTo>
                <a:lnTo>
                  <a:pt x="1281" y="662"/>
                </a:lnTo>
                <a:lnTo>
                  <a:pt x="1281" y="661"/>
                </a:lnTo>
                <a:lnTo>
                  <a:pt x="1282" y="660"/>
                </a:lnTo>
                <a:lnTo>
                  <a:pt x="1283" y="659"/>
                </a:lnTo>
                <a:lnTo>
                  <a:pt x="1283" y="658"/>
                </a:lnTo>
                <a:lnTo>
                  <a:pt x="1282" y="656"/>
                </a:lnTo>
                <a:lnTo>
                  <a:pt x="1282" y="653"/>
                </a:lnTo>
                <a:lnTo>
                  <a:pt x="1281" y="653"/>
                </a:lnTo>
                <a:lnTo>
                  <a:pt x="1280" y="652"/>
                </a:lnTo>
                <a:lnTo>
                  <a:pt x="1280" y="653"/>
                </a:lnTo>
                <a:lnTo>
                  <a:pt x="1279" y="654"/>
                </a:lnTo>
                <a:lnTo>
                  <a:pt x="1278" y="656"/>
                </a:lnTo>
                <a:lnTo>
                  <a:pt x="1277" y="656"/>
                </a:lnTo>
                <a:lnTo>
                  <a:pt x="1275" y="657"/>
                </a:lnTo>
                <a:lnTo>
                  <a:pt x="1274" y="657"/>
                </a:lnTo>
                <a:lnTo>
                  <a:pt x="1271" y="657"/>
                </a:lnTo>
                <a:lnTo>
                  <a:pt x="1270" y="656"/>
                </a:lnTo>
                <a:lnTo>
                  <a:pt x="1265" y="655"/>
                </a:lnTo>
                <a:lnTo>
                  <a:pt x="1262" y="656"/>
                </a:lnTo>
                <a:lnTo>
                  <a:pt x="1259" y="656"/>
                </a:lnTo>
                <a:lnTo>
                  <a:pt x="1258" y="656"/>
                </a:lnTo>
                <a:lnTo>
                  <a:pt x="1257" y="657"/>
                </a:lnTo>
                <a:lnTo>
                  <a:pt x="1256" y="657"/>
                </a:lnTo>
                <a:lnTo>
                  <a:pt x="1255" y="657"/>
                </a:lnTo>
                <a:lnTo>
                  <a:pt x="1255" y="656"/>
                </a:lnTo>
                <a:lnTo>
                  <a:pt x="1255" y="655"/>
                </a:lnTo>
                <a:lnTo>
                  <a:pt x="1256" y="654"/>
                </a:lnTo>
                <a:lnTo>
                  <a:pt x="1257" y="652"/>
                </a:lnTo>
                <a:lnTo>
                  <a:pt x="1257" y="651"/>
                </a:lnTo>
                <a:lnTo>
                  <a:pt x="1255" y="648"/>
                </a:lnTo>
                <a:lnTo>
                  <a:pt x="1254" y="648"/>
                </a:lnTo>
                <a:lnTo>
                  <a:pt x="1252" y="645"/>
                </a:lnTo>
                <a:lnTo>
                  <a:pt x="1252" y="644"/>
                </a:lnTo>
                <a:lnTo>
                  <a:pt x="1252" y="642"/>
                </a:lnTo>
                <a:lnTo>
                  <a:pt x="1252" y="641"/>
                </a:lnTo>
                <a:lnTo>
                  <a:pt x="1253" y="641"/>
                </a:lnTo>
                <a:lnTo>
                  <a:pt x="1253" y="640"/>
                </a:lnTo>
                <a:lnTo>
                  <a:pt x="1255" y="640"/>
                </a:lnTo>
                <a:lnTo>
                  <a:pt x="1255" y="639"/>
                </a:lnTo>
                <a:lnTo>
                  <a:pt x="1255" y="638"/>
                </a:lnTo>
                <a:lnTo>
                  <a:pt x="1253" y="637"/>
                </a:lnTo>
                <a:lnTo>
                  <a:pt x="1251" y="635"/>
                </a:lnTo>
                <a:lnTo>
                  <a:pt x="1250" y="634"/>
                </a:lnTo>
                <a:lnTo>
                  <a:pt x="1249" y="634"/>
                </a:lnTo>
                <a:lnTo>
                  <a:pt x="1247" y="633"/>
                </a:lnTo>
                <a:lnTo>
                  <a:pt x="1246" y="633"/>
                </a:lnTo>
                <a:lnTo>
                  <a:pt x="1245" y="632"/>
                </a:lnTo>
                <a:lnTo>
                  <a:pt x="1245" y="631"/>
                </a:lnTo>
                <a:lnTo>
                  <a:pt x="1246" y="630"/>
                </a:lnTo>
                <a:lnTo>
                  <a:pt x="1248" y="629"/>
                </a:lnTo>
                <a:lnTo>
                  <a:pt x="1249" y="628"/>
                </a:lnTo>
                <a:lnTo>
                  <a:pt x="1252" y="627"/>
                </a:lnTo>
                <a:lnTo>
                  <a:pt x="1254" y="627"/>
                </a:lnTo>
                <a:lnTo>
                  <a:pt x="1255" y="627"/>
                </a:lnTo>
                <a:lnTo>
                  <a:pt x="1256" y="624"/>
                </a:lnTo>
                <a:lnTo>
                  <a:pt x="1257" y="623"/>
                </a:lnTo>
                <a:lnTo>
                  <a:pt x="1259" y="622"/>
                </a:lnTo>
                <a:lnTo>
                  <a:pt x="1261" y="622"/>
                </a:lnTo>
                <a:lnTo>
                  <a:pt x="1262" y="622"/>
                </a:lnTo>
                <a:lnTo>
                  <a:pt x="1264" y="621"/>
                </a:lnTo>
                <a:lnTo>
                  <a:pt x="1266" y="620"/>
                </a:lnTo>
                <a:lnTo>
                  <a:pt x="1268" y="619"/>
                </a:lnTo>
                <a:lnTo>
                  <a:pt x="1271" y="618"/>
                </a:lnTo>
                <a:lnTo>
                  <a:pt x="1273" y="617"/>
                </a:lnTo>
                <a:lnTo>
                  <a:pt x="1274" y="615"/>
                </a:lnTo>
                <a:lnTo>
                  <a:pt x="1275" y="615"/>
                </a:lnTo>
                <a:lnTo>
                  <a:pt x="1276" y="612"/>
                </a:lnTo>
                <a:lnTo>
                  <a:pt x="1278" y="612"/>
                </a:lnTo>
                <a:lnTo>
                  <a:pt x="1280" y="611"/>
                </a:lnTo>
                <a:lnTo>
                  <a:pt x="1282" y="610"/>
                </a:lnTo>
                <a:lnTo>
                  <a:pt x="1284" y="609"/>
                </a:lnTo>
                <a:lnTo>
                  <a:pt x="1285" y="610"/>
                </a:lnTo>
                <a:lnTo>
                  <a:pt x="1286" y="611"/>
                </a:lnTo>
                <a:lnTo>
                  <a:pt x="1287" y="612"/>
                </a:lnTo>
                <a:lnTo>
                  <a:pt x="1288" y="612"/>
                </a:lnTo>
                <a:lnTo>
                  <a:pt x="1288" y="610"/>
                </a:lnTo>
                <a:lnTo>
                  <a:pt x="1289" y="610"/>
                </a:lnTo>
                <a:lnTo>
                  <a:pt x="1289" y="609"/>
                </a:lnTo>
                <a:lnTo>
                  <a:pt x="1290" y="609"/>
                </a:lnTo>
                <a:lnTo>
                  <a:pt x="1291" y="610"/>
                </a:lnTo>
                <a:lnTo>
                  <a:pt x="1292" y="611"/>
                </a:lnTo>
                <a:lnTo>
                  <a:pt x="1295" y="617"/>
                </a:lnTo>
                <a:lnTo>
                  <a:pt x="1296" y="618"/>
                </a:lnTo>
                <a:lnTo>
                  <a:pt x="1299" y="618"/>
                </a:lnTo>
                <a:lnTo>
                  <a:pt x="1303" y="618"/>
                </a:lnTo>
                <a:lnTo>
                  <a:pt x="1304" y="617"/>
                </a:lnTo>
                <a:lnTo>
                  <a:pt x="1306" y="615"/>
                </a:lnTo>
                <a:lnTo>
                  <a:pt x="1308" y="614"/>
                </a:lnTo>
                <a:lnTo>
                  <a:pt x="1311" y="613"/>
                </a:lnTo>
                <a:lnTo>
                  <a:pt x="1314" y="613"/>
                </a:lnTo>
                <a:lnTo>
                  <a:pt x="1316" y="614"/>
                </a:lnTo>
                <a:lnTo>
                  <a:pt x="1316" y="615"/>
                </a:lnTo>
                <a:lnTo>
                  <a:pt x="1316" y="617"/>
                </a:lnTo>
                <a:lnTo>
                  <a:pt x="1316" y="619"/>
                </a:lnTo>
                <a:lnTo>
                  <a:pt x="1318" y="620"/>
                </a:lnTo>
                <a:lnTo>
                  <a:pt x="1321" y="621"/>
                </a:lnTo>
                <a:lnTo>
                  <a:pt x="1323" y="621"/>
                </a:lnTo>
                <a:lnTo>
                  <a:pt x="1326" y="619"/>
                </a:lnTo>
                <a:lnTo>
                  <a:pt x="1329" y="618"/>
                </a:lnTo>
                <a:lnTo>
                  <a:pt x="1331" y="617"/>
                </a:lnTo>
                <a:lnTo>
                  <a:pt x="1332" y="616"/>
                </a:lnTo>
                <a:lnTo>
                  <a:pt x="1333" y="613"/>
                </a:lnTo>
                <a:lnTo>
                  <a:pt x="1333" y="612"/>
                </a:lnTo>
                <a:lnTo>
                  <a:pt x="1337" y="610"/>
                </a:lnTo>
                <a:lnTo>
                  <a:pt x="1340" y="608"/>
                </a:lnTo>
                <a:lnTo>
                  <a:pt x="1341" y="608"/>
                </a:lnTo>
                <a:lnTo>
                  <a:pt x="1342" y="609"/>
                </a:lnTo>
                <a:lnTo>
                  <a:pt x="1342" y="610"/>
                </a:lnTo>
                <a:lnTo>
                  <a:pt x="1342" y="611"/>
                </a:lnTo>
                <a:lnTo>
                  <a:pt x="1343" y="611"/>
                </a:lnTo>
                <a:lnTo>
                  <a:pt x="1343" y="612"/>
                </a:lnTo>
                <a:lnTo>
                  <a:pt x="1344" y="613"/>
                </a:lnTo>
                <a:lnTo>
                  <a:pt x="1348" y="613"/>
                </a:lnTo>
                <a:lnTo>
                  <a:pt x="1349" y="613"/>
                </a:lnTo>
                <a:lnTo>
                  <a:pt x="1351" y="614"/>
                </a:lnTo>
                <a:lnTo>
                  <a:pt x="1353" y="616"/>
                </a:lnTo>
                <a:lnTo>
                  <a:pt x="1354" y="616"/>
                </a:lnTo>
                <a:lnTo>
                  <a:pt x="1355" y="616"/>
                </a:lnTo>
                <a:lnTo>
                  <a:pt x="1356" y="616"/>
                </a:lnTo>
                <a:lnTo>
                  <a:pt x="1359" y="615"/>
                </a:lnTo>
                <a:lnTo>
                  <a:pt x="1362" y="615"/>
                </a:lnTo>
                <a:lnTo>
                  <a:pt x="1368" y="614"/>
                </a:lnTo>
                <a:lnTo>
                  <a:pt x="1370" y="614"/>
                </a:lnTo>
                <a:lnTo>
                  <a:pt x="1372" y="613"/>
                </a:lnTo>
                <a:lnTo>
                  <a:pt x="1374" y="612"/>
                </a:lnTo>
                <a:lnTo>
                  <a:pt x="1375" y="611"/>
                </a:lnTo>
                <a:lnTo>
                  <a:pt x="1375" y="610"/>
                </a:lnTo>
                <a:lnTo>
                  <a:pt x="1375" y="609"/>
                </a:lnTo>
                <a:lnTo>
                  <a:pt x="1374" y="608"/>
                </a:lnTo>
                <a:lnTo>
                  <a:pt x="1374" y="607"/>
                </a:lnTo>
                <a:lnTo>
                  <a:pt x="1375" y="606"/>
                </a:lnTo>
                <a:lnTo>
                  <a:pt x="1376" y="606"/>
                </a:lnTo>
                <a:lnTo>
                  <a:pt x="1377" y="607"/>
                </a:lnTo>
                <a:lnTo>
                  <a:pt x="1378" y="609"/>
                </a:lnTo>
                <a:lnTo>
                  <a:pt x="1379" y="611"/>
                </a:lnTo>
                <a:lnTo>
                  <a:pt x="1381" y="612"/>
                </a:lnTo>
                <a:lnTo>
                  <a:pt x="1381" y="613"/>
                </a:lnTo>
                <a:lnTo>
                  <a:pt x="1383" y="613"/>
                </a:lnTo>
                <a:lnTo>
                  <a:pt x="1385" y="614"/>
                </a:lnTo>
                <a:lnTo>
                  <a:pt x="1387" y="614"/>
                </a:lnTo>
                <a:lnTo>
                  <a:pt x="1389" y="616"/>
                </a:lnTo>
                <a:lnTo>
                  <a:pt x="1390" y="617"/>
                </a:lnTo>
                <a:lnTo>
                  <a:pt x="1391" y="620"/>
                </a:lnTo>
                <a:lnTo>
                  <a:pt x="1391" y="621"/>
                </a:lnTo>
                <a:lnTo>
                  <a:pt x="1392" y="621"/>
                </a:lnTo>
                <a:lnTo>
                  <a:pt x="1394" y="621"/>
                </a:lnTo>
                <a:lnTo>
                  <a:pt x="1396" y="622"/>
                </a:lnTo>
                <a:lnTo>
                  <a:pt x="1398" y="622"/>
                </a:lnTo>
                <a:lnTo>
                  <a:pt x="1400" y="620"/>
                </a:lnTo>
                <a:lnTo>
                  <a:pt x="1402" y="619"/>
                </a:lnTo>
                <a:lnTo>
                  <a:pt x="1404" y="617"/>
                </a:lnTo>
                <a:lnTo>
                  <a:pt x="1406" y="617"/>
                </a:lnTo>
                <a:lnTo>
                  <a:pt x="1408" y="617"/>
                </a:lnTo>
                <a:lnTo>
                  <a:pt x="1410" y="617"/>
                </a:lnTo>
                <a:lnTo>
                  <a:pt x="1411" y="618"/>
                </a:lnTo>
                <a:lnTo>
                  <a:pt x="1413" y="619"/>
                </a:lnTo>
                <a:lnTo>
                  <a:pt x="1417" y="619"/>
                </a:lnTo>
                <a:lnTo>
                  <a:pt x="1420" y="618"/>
                </a:lnTo>
                <a:lnTo>
                  <a:pt x="1423" y="618"/>
                </a:lnTo>
                <a:lnTo>
                  <a:pt x="1426" y="617"/>
                </a:lnTo>
                <a:lnTo>
                  <a:pt x="1427" y="616"/>
                </a:lnTo>
                <a:lnTo>
                  <a:pt x="1428" y="615"/>
                </a:lnTo>
                <a:lnTo>
                  <a:pt x="1430" y="614"/>
                </a:lnTo>
                <a:lnTo>
                  <a:pt x="1431" y="612"/>
                </a:lnTo>
                <a:lnTo>
                  <a:pt x="1431" y="611"/>
                </a:lnTo>
                <a:lnTo>
                  <a:pt x="1432" y="611"/>
                </a:lnTo>
                <a:lnTo>
                  <a:pt x="1434" y="611"/>
                </a:lnTo>
                <a:lnTo>
                  <a:pt x="1435" y="612"/>
                </a:lnTo>
                <a:lnTo>
                  <a:pt x="1436" y="612"/>
                </a:lnTo>
                <a:lnTo>
                  <a:pt x="1436" y="613"/>
                </a:lnTo>
                <a:lnTo>
                  <a:pt x="1437" y="614"/>
                </a:lnTo>
                <a:lnTo>
                  <a:pt x="1438" y="615"/>
                </a:lnTo>
                <a:lnTo>
                  <a:pt x="1439" y="615"/>
                </a:lnTo>
                <a:lnTo>
                  <a:pt x="1440" y="614"/>
                </a:lnTo>
                <a:lnTo>
                  <a:pt x="1440" y="613"/>
                </a:lnTo>
                <a:lnTo>
                  <a:pt x="1440" y="612"/>
                </a:lnTo>
                <a:lnTo>
                  <a:pt x="1441" y="612"/>
                </a:lnTo>
                <a:lnTo>
                  <a:pt x="1443" y="611"/>
                </a:lnTo>
                <a:lnTo>
                  <a:pt x="1446" y="611"/>
                </a:lnTo>
                <a:lnTo>
                  <a:pt x="1447" y="612"/>
                </a:lnTo>
                <a:lnTo>
                  <a:pt x="1448" y="611"/>
                </a:lnTo>
                <a:lnTo>
                  <a:pt x="1449" y="610"/>
                </a:lnTo>
                <a:lnTo>
                  <a:pt x="1450" y="610"/>
                </a:lnTo>
                <a:lnTo>
                  <a:pt x="1451" y="611"/>
                </a:lnTo>
                <a:lnTo>
                  <a:pt x="1452" y="611"/>
                </a:lnTo>
                <a:lnTo>
                  <a:pt x="1453" y="613"/>
                </a:lnTo>
                <a:lnTo>
                  <a:pt x="1455" y="614"/>
                </a:lnTo>
                <a:lnTo>
                  <a:pt x="1457" y="613"/>
                </a:lnTo>
                <a:lnTo>
                  <a:pt x="1461" y="611"/>
                </a:lnTo>
                <a:lnTo>
                  <a:pt x="1464" y="611"/>
                </a:lnTo>
                <a:lnTo>
                  <a:pt x="1466" y="610"/>
                </a:lnTo>
                <a:lnTo>
                  <a:pt x="1468" y="611"/>
                </a:lnTo>
                <a:lnTo>
                  <a:pt x="1470" y="612"/>
                </a:lnTo>
                <a:lnTo>
                  <a:pt x="1471" y="613"/>
                </a:lnTo>
                <a:lnTo>
                  <a:pt x="1472" y="612"/>
                </a:lnTo>
                <a:lnTo>
                  <a:pt x="1473" y="611"/>
                </a:lnTo>
                <a:lnTo>
                  <a:pt x="1474" y="610"/>
                </a:lnTo>
                <a:lnTo>
                  <a:pt x="1476" y="610"/>
                </a:lnTo>
                <a:lnTo>
                  <a:pt x="1479" y="610"/>
                </a:lnTo>
                <a:lnTo>
                  <a:pt x="1480" y="610"/>
                </a:lnTo>
                <a:lnTo>
                  <a:pt x="1480" y="612"/>
                </a:lnTo>
                <a:lnTo>
                  <a:pt x="1481" y="613"/>
                </a:lnTo>
                <a:lnTo>
                  <a:pt x="1483" y="614"/>
                </a:lnTo>
                <a:lnTo>
                  <a:pt x="1485" y="614"/>
                </a:lnTo>
                <a:lnTo>
                  <a:pt x="1488" y="612"/>
                </a:lnTo>
                <a:lnTo>
                  <a:pt x="1489" y="612"/>
                </a:lnTo>
                <a:lnTo>
                  <a:pt x="1492" y="613"/>
                </a:lnTo>
                <a:lnTo>
                  <a:pt x="1493" y="612"/>
                </a:lnTo>
                <a:lnTo>
                  <a:pt x="1494" y="611"/>
                </a:lnTo>
                <a:lnTo>
                  <a:pt x="1495" y="608"/>
                </a:lnTo>
                <a:lnTo>
                  <a:pt x="1496" y="608"/>
                </a:lnTo>
                <a:lnTo>
                  <a:pt x="1501" y="609"/>
                </a:lnTo>
                <a:lnTo>
                  <a:pt x="1501" y="607"/>
                </a:lnTo>
                <a:lnTo>
                  <a:pt x="1502" y="605"/>
                </a:lnTo>
                <a:lnTo>
                  <a:pt x="1502" y="604"/>
                </a:lnTo>
                <a:lnTo>
                  <a:pt x="1503" y="604"/>
                </a:lnTo>
                <a:lnTo>
                  <a:pt x="1506" y="603"/>
                </a:lnTo>
                <a:lnTo>
                  <a:pt x="1510" y="602"/>
                </a:lnTo>
                <a:lnTo>
                  <a:pt x="1512" y="601"/>
                </a:lnTo>
                <a:lnTo>
                  <a:pt x="1514" y="602"/>
                </a:lnTo>
                <a:lnTo>
                  <a:pt x="1516" y="603"/>
                </a:lnTo>
                <a:lnTo>
                  <a:pt x="1518" y="602"/>
                </a:lnTo>
                <a:lnTo>
                  <a:pt x="1520" y="602"/>
                </a:lnTo>
                <a:lnTo>
                  <a:pt x="1521" y="601"/>
                </a:lnTo>
                <a:lnTo>
                  <a:pt x="1522" y="602"/>
                </a:lnTo>
                <a:lnTo>
                  <a:pt x="1523" y="603"/>
                </a:lnTo>
                <a:lnTo>
                  <a:pt x="1524" y="603"/>
                </a:lnTo>
                <a:lnTo>
                  <a:pt x="1525" y="603"/>
                </a:lnTo>
                <a:lnTo>
                  <a:pt x="1526" y="602"/>
                </a:lnTo>
                <a:lnTo>
                  <a:pt x="1527" y="602"/>
                </a:lnTo>
                <a:lnTo>
                  <a:pt x="1528" y="601"/>
                </a:lnTo>
                <a:lnTo>
                  <a:pt x="1530" y="601"/>
                </a:lnTo>
                <a:lnTo>
                  <a:pt x="1532" y="602"/>
                </a:lnTo>
                <a:lnTo>
                  <a:pt x="1533" y="601"/>
                </a:lnTo>
                <a:lnTo>
                  <a:pt x="1534" y="603"/>
                </a:lnTo>
                <a:lnTo>
                  <a:pt x="1535" y="605"/>
                </a:lnTo>
                <a:lnTo>
                  <a:pt x="1536" y="607"/>
                </a:lnTo>
                <a:lnTo>
                  <a:pt x="1537" y="608"/>
                </a:lnTo>
                <a:lnTo>
                  <a:pt x="1538" y="612"/>
                </a:lnTo>
                <a:lnTo>
                  <a:pt x="1537" y="615"/>
                </a:lnTo>
                <a:lnTo>
                  <a:pt x="1539" y="620"/>
                </a:lnTo>
                <a:lnTo>
                  <a:pt x="1540" y="620"/>
                </a:lnTo>
                <a:lnTo>
                  <a:pt x="1541" y="623"/>
                </a:lnTo>
                <a:lnTo>
                  <a:pt x="1542" y="624"/>
                </a:lnTo>
                <a:lnTo>
                  <a:pt x="1542" y="625"/>
                </a:lnTo>
                <a:lnTo>
                  <a:pt x="1543" y="627"/>
                </a:lnTo>
                <a:lnTo>
                  <a:pt x="1544" y="629"/>
                </a:lnTo>
                <a:lnTo>
                  <a:pt x="1545" y="632"/>
                </a:lnTo>
                <a:lnTo>
                  <a:pt x="1545" y="634"/>
                </a:lnTo>
                <a:lnTo>
                  <a:pt x="1546" y="636"/>
                </a:lnTo>
                <a:lnTo>
                  <a:pt x="1547" y="636"/>
                </a:lnTo>
                <a:lnTo>
                  <a:pt x="1548" y="636"/>
                </a:lnTo>
                <a:lnTo>
                  <a:pt x="1550" y="636"/>
                </a:lnTo>
                <a:lnTo>
                  <a:pt x="1552" y="636"/>
                </a:lnTo>
                <a:lnTo>
                  <a:pt x="1555" y="637"/>
                </a:lnTo>
                <a:lnTo>
                  <a:pt x="1558" y="637"/>
                </a:lnTo>
                <a:lnTo>
                  <a:pt x="1560" y="636"/>
                </a:lnTo>
                <a:lnTo>
                  <a:pt x="1561" y="636"/>
                </a:lnTo>
                <a:lnTo>
                  <a:pt x="1562" y="636"/>
                </a:lnTo>
                <a:lnTo>
                  <a:pt x="1563" y="636"/>
                </a:lnTo>
                <a:lnTo>
                  <a:pt x="1565" y="636"/>
                </a:lnTo>
                <a:lnTo>
                  <a:pt x="1566" y="636"/>
                </a:lnTo>
                <a:lnTo>
                  <a:pt x="1569" y="637"/>
                </a:lnTo>
                <a:lnTo>
                  <a:pt x="1570" y="638"/>
                </a:lnTo>
                <a:lnTo>
                  <a:pt x="1570" y="640"/>
                </a:lnTo>
                <a:lnTo>
                  <a:pt x="1569" y="641"/>
                </a:lnTo>
                <a:lnTo>
                  <a:pt x="1568" y="642"/>
                </a:lnTo>
                <a:lnTo>
                  <a:pt x="1568" y="643"/>
                </a:lnTo>
                <a:lnTo>
                  <a:pt x="1568" y="644"/>
                </a:lnTo>
                <a:lnTo>
                  <a:pt x="1569" y="645"/>
                </a:lnTo>
                <a:lnTo>
                  <a:pt x="1570" y="646"/>
                </a:lnTo>
                <a:lnTo>
                  <a:pt x="1571" y="647"/>
                </a:lnTo>
                <a:lnTo>
                  <a:pt x="1572" y="647"/>
                </a:lnTo>
                <a:lnTo>
                  <a:pt x="1573" y="646"/>
                </a:lnTo>
                <a:lnTo>
                  <a:pt x="1575" y="646"/>
                </a:lnTo>
                <a:lnTo>
                  <a:pt x="1577" y="645"/>
                </a:lnTo>
                <a:lnTo>
                  <a:pt x="1579" y="645"/>
                </a:lnTo>
                <a:lnTo>
                  <a:pt x="1580" y="646"/>
                </a:lnTo>
                <a:lnTo>
                  <a:pt x="1582" y="646"/>
                </a:lnTo>
                <a:lnTo>
                  <a:pt x="1583" y="645"/>
                </a:lnTo>
                <a:lnTo>
                  <a:pt x="1585" y="645"/>
                </a:lnTo>
                <a:lnTo>
                  <a:pt x="1588" y="645"/>
                </a:lnTo>
                <a:lnTo>
                  <a:pt x="1592" y="645"/>
                </a:lnTo>
                <a:lnTo>
                  <a:pt x="1594" y="645"/>
                </a:lnTo>
                <a:lnTo>
                  <a:pt x="1595" y="645"/>
                </a:lnTo>
                <a:lnTo>
                  <a:pt x="1596" y="645"/>
                </a:lnTo>
                <a:lnTo>
                  <a:pt x="1597" y="646"/>
                </a:lnTo>
                <a:lnTo>
                  <a:pt x="1598" y="646"/>
                </a:lnTo>
                <a:lnTo>
                  <a:pt x="1605" y="654"/>
                </a:lnTo>
                <a:lnTo>
                  <a:pt x="1611" y="658"/>
                </a:lnTo>
                <a:lnTo>
                  <a:pt x="1621" y="665"/>
                </a:lnTo>
                <a:lnTo>
                  <a:pt x="1632" y="663"/>
                </a:lnTo>
                <a:lnTo>
                  <a:pt x="1638" y="659"/>
                </a:lnTo>
                <a:lnTo>
                  <a:pt x="1645" y="635"/>
                </a:lnTo>
                <a:lnTo>
                  <a:pt x="1643" y="624"/>
                </a:lnTo>
                <a:lnTo>
                  <a:pt x="1642" y="618"/>
                </a:lnTo>
                <a:lnTo>
                  <a:pt x="1629" y="607"/>
                </a:lnTo>
                <a:lnTo>
                  <a:pt x="1610" y="586"/>
                </a:lnTo>
                <a:lnTo>
                  <a:pt x="1610" y="584"/>
                </a:lnTo>
                <a:lnTo>
                  <a:pt x="1611" y="570"/>
                </a:lnTo>
                <a:lnTo>
                  <a:pt x="1615" y="565"/>
                </a:lnTo>
                <a:lnTo>
                  <a:pt x="1616" y="563"/>
                </a:lnTo>
                <a:lnTo>
                  <a:pt x="1618" y="554"/>
                </a:lnTo>
                <a:lnTo>
                  <a:pt x="1619" y="551"/>
                </a:lnTo>
                <a:lnTo>
                  <a:pt x="1620" y="549"/>
                </a:lnTo>
                <a:lnTo>
                  <a:pt x="1625" y="545"/>
                </a:lnTo>
                <a:lnTo>
                  <a:pt x="1627" y="543"/>
                </a:lnTo>
                <a:lnTo>
                  <a:pt x="1628" y="542"/>
                </a:lnTo>
                <a:lnTo>
                  <a:pt x="1629" y="539"/>
                </a:lnTo>
                <a:lnTo>
                  <a:pt x="1631" y="534"/>
                </a:lnTo>
                <a:lnTo>
                  <a:pt x="1632" y="533"/>
                </a:lnTo>
                <a:lnTo>
                  <a:pt x="1632" y="531"/>
                </a:lnTo>
                <a:lnTo>
                  <a:pt x="1633" y="529"/>
                </a:lnTo>
                <a:lnTo>
                  <a:pt x="1633" y="524"/>
                </a:lnTo>
                <a:lnTo>
                  <a:pt x="1633" y="522"/>
                </a:lnTo>
                <a:lnTo>
                  <a:pt x="1633" y="521"/>
                </a:lnTo>
                <a:lnTo>
                  <a:pt x="1634" y="519"/>
                </a:lnTo>
                <a:lnTo>
                  <a:pt x="1635" y="518"/>
                </a:lnTo>
                <a:lnTo>
                  <a:pt x="1635" y="515"/>
                </a:lnTo>
                <a:lnTo>
                  <a:pt x="1637" y="509"/>
                </a:lnTo>
                <a:lnTo>
                  <a:pt x="1637" y="508"/>
                </a:lnTo>
                <a:lnTo>
                  <a:pt x="1643" y="505"/>
                </a:lnTo>
                <a:lnTo>
                  <a:pt x="1646" y="504"/>
                </a:lnTo>
                <a:lnTo>
                  <a:pt x="1648" y="504"/>
                </a:lnTo>
                <a:lnTo>
                  <a:pt x="1651" y="505"/>
                </a:lnTo>
                <a:lnTo>
                  <a:pt x="1655" y="504"/>
                </a:lnTo>
                <a:lnTo>
                  <a:pt x="1672" y="470"/>
                </a:lnTo>
                <a:lnTo>
                  <a:pt x="1690" y="446"/>
                </a:lnTo>
                <a:lnTo>
                  <a:pt x="1715" y="410"/>
                </a:lnTo>
                <a:lnTo>
                  <a:pt x="1727" y="390"/>
                </a:lnTo>
                <a:lnTo>
                  <a:pt x="1732" y="375"/>
                </a:lnTo>
                <a:lnTo>
                  <a:pt x="1742" y="357"/>
                </a:lnTo>
                <a:lnTo>
                  <a:pt x="1750" y="354"/>
                </a:lnTo>
                <a:lnTo>
                  <a:pt x="1751" y="349"/>
                </a:lnTo>
                <a:lnTo>
                  <a:pt x="1763" y="326"/>
                </a:lnTo>
                <a:lnTo>
                  <a:pt x="1765" y="321"/>
                </a:lnTo>
                <a:lnTo>
                  <a:pt x="1766" y="317"/>
                </a:lnTo>
                <a:lnTo>
                  <a:pt x="1768" y="313"/>
                </a:lnTo>
                <a:lnTo>
                  <a:pt x="1768" y="312"/>
                </a:lnTo>
                <a:lnTo>
                  <a:pt x="1769" y="312"/>
                </a:lnTo>
                <a:lnTo>
                  <a:pt x="1771" y="310"/>
                </a:lnTo>
                <a:lnTo>
                  <a:pt x="1774" y="308"/>
                </a:lnTo>
                <a:lnTo>
                  <a:pt x="1777" y="305"/>
                </a:lnTo>
                <a:lnTo>
                  <a:pt x="1778" y="304"/>
                </a:lnTo>
                <a:lnTo>
                  <a:pt x="1779" y="302"/>
                </a:lnTo>
                <a:lnTo>
                  <a:pt x="1780" y="299"/>
                </a:lnTo>
                <a:lnTo>
                  <a:pt x="1782" y="296"/>
                </a:lnTo>
                <a:lnTo>
                  <a:pt x="1783" y="295"/>
                </a:lnTo>
                <a:lnTo>
                  <a:pt x="1783" y="293"/>
                </a:lnTo>
                <a:lnTo>
                  <a:pt x="1784" y="291"/>
                </a:lnTo>
                <a:lnTo>
                  <a:pt x="1785" y="290"/>
                </a:lnTo>
                <a:lnTo>
                  <a:pt x="1786" y="287"/>
                </a:lnTo>
                <a:lnTo>
                  <a:pt x="1787" y="285"/>
                </a:lnTo>
                <a:lnTo>
                  <a:pt x="1787" y="283"/>
                </a:lnTo>
                <a:lnTo>
                  <a:pt x="1788" y="282"/>
                </a:lnTo>
                <a:lnTo>
                  <a:pt x="1788" y="278"/>
                </a:lnTo>
                <a:lnTo>
                  <a:pt x="1789" y="276"/>
                </a:lnTo>
                <a:lnTo>
                  <a:pt x="1789" y="274"/>
                </a:lnTo>
                <a:lnTo>
                  <a:pt x="1790" y="274"/>
                </a:lnTo>
                <a:lnTo>
                  <a:pt x="1791" y="275"/>
                </a:lnTo>
                <a:lnTo>
                  <a:pt x="1792" y="275"/>
                </a:lnTo>
                <a:lnTo>
                  <a:pt x="1793" y="275"/>
                </a:lnTo>
                <a:lnTo>
                  <a:pt x="1795" y="275"/>
                </a:lnTo>
                <a:lnTo>
                  <a:pt x="1796" y="274"/>
                </a:lnTo>
                <a:lnTo>
                  <a:pt x="1798" y="275"/>
                </a:lnTo>
                <a:lnTo>
                  <a:pt x="1800" y="276"/>
                </a:lnTo>
                <a:lnTo>
                  <a:pt x="1802" y="276"/>
                </a:lnTo>
                <a:lnTo>
                  <a:pt x="1803" y="275"/>
                </a:lnTo>
                <a:lnTo>
                  <a:pt x="1805" y="274"/>
                </a:lnTo>
                <a:lnTo>
                  <a:pt x="1806" y="274"/>
                </a:lnTo>
                <a:lnTo>
                  <a:pt x="1807" y="275"/>
                </a:lnTo>
                <a:lnTo>
                  <a:pt x="1809" y="278"/>
                </a:lnTo>
                <a:lnTo>
                  <a:pt x="1810" y="279"/>
                </a:lnTo>
                <a:lnTo>
                  <a:pt x="1813" y="280"/>
                </a:lnTo>
                <a:lnTo>
                  <a:pt x="1813" y="281"/>
                </a:lnTo>
                <a:lnTo>
                  <a:pt x="1814" y="283"/>
                </a:lnTo>
                <a:lnTo>
                  <a:pt x="1814" y="285"/>
                </a:lnTo>
                <a:lnTo>
                  <a:pt x="1814" y="286"/>
                </a:lnTo>
                <a:lnTo>
                  <a:pt x="1815" y="287"/>
                </a:lnTo>
                <a:lnTo>
                  <a:pt x="1816" y="287"/>
                </a:lnTo>
                <a:lnTo>
                  <a:pt x="1817" y="288"/>
                </a:lnTo>
                <a:lnTo>
                  <a:pt x="1817" y="289"/>
                </a:lnTo>
                <a:lnTo>
                  <a:pt x="1819" y="290"/>
                </a:lnTo>
                <a:lnTo>
                  <a:pt x="1822" y="291"/>
                </a:lnTo>
                <a:lnTo>
                  <a:pt x="1825" y="291"/>
                </a:lnTo>
                <a:lnTo>
                  <a:pt x="1826" y="291"/>
                </a:lnTo>
                <a:lnTo>
                  <a:pt x="1826" y="292"/>
                </a:lnTo>
                <a:lnTo>
                  <a:pt x="1827" y="293"/>
                </a:lnTo>
                <a:lnTo>
                  <a:pt x="1828" y="293"/>
                </a:lnTo>
                <a:lnTo>
                  <a:pt x="1829" y="293"/>
                </a:lnTo>
                <a:lnTo>
                  <a:pt x="1831" y="293"/>
                </a:lnTo>
                <a:lnTo>
                  <a:pt x="1832" y="293"/>
                </a:lnTo>
                <a:lnTo>
                  <a:pt x="1833" y="293"/>
                </a:lnTo>
                <a:lnTo>
                  <a:pt x="1834" y="294"/>
                </a:lnTo>
                <a:lnTo>
                  <a:pt x="1833" y="295"/>
                </a:lnTo>
                <a:lnTo>
                  <a:pt x="1834" y="296"/>
                </a:lnTo>
                <a:lnTo>
                  <a:pt x="1835" y="298"/>
                </a:lnTo>
                <a:lnTo>
                  <a:pt x="1836" y="300"/>
                </a:lnTo>
                <a:lnTo>
                  <a:pt x="1837" y="302"/>
                </a:lnTo>
                <a:lnTo>
                  <a:pt x="1837" y="304"/>
                </a:lnTo>
                <a:lnTo>
                  <a:pt x="1838" y="305"/>
                </a:lnTo>
                <a:lnTo>
                  <a:pt x="1838" y="306"/>
                </a:lnTo>
                <a:lnTo>
                  <a:pt x="1839" y="306"/>
                </a:lnTo>
                <a:lnTo>
                  <a:pt x="1840" y="306"/>
                </a:lnTo>
                <a:lnTo>
                  <a:pt x="1842" y="305"/>
                </a:lnTo>
                <a:lnTo>
                  <a:pt x="1844" y="305"/>
                </a:lnTo>
                <a:lnTo>
                  <a:pt x="1845" y="305"/>
                </a:lnTo>
                <a:lnTo>
                  <a:pt x="1845" y="306"/>
                </a:lnTo>
                <a:lnTo>
                  <a:pt x="1845" y="307"/>
                </a:lnTo>
                <a:lnTo>
                  <a:pt x="1846" y="308"/>
                </a:lnTo>
                <a:lnTo>
                  <a:pt x="1847" y="309"/>
                </a:lnTo>
                <a:lnTo>
                  <a:pt x="1847" y="310"/>
                </a:lnTo>
                <a:lnTo>
                  <a:pt x="1847" y="311"/>
                </a:lnTo>
                <a:lnTo>
                  <a:pt x="1849" y="311"/>
                </a:lnTo>
                <a:lnTo>
                  <a:pt x="1850" y="311"/>
                </a:lnTo>
                <a:lnTo>
                  <a:pt x="1851" y="312"/>
                </a:lnTo>
                <a:lnTo>
                  <a:pt x="1851" y="313"/>
                </a:lnTo>
                <a:lnTo>
                  <a:pt x="1852" y="315"/>
                </a:lnTo>
                <a:lnTo>
                  <a:pt x="1852" y="316"/>
                </a:lnTo>
                <a:lnTo>
                  <a:pt x="1853" y="317"/>
                </a:lnTo>
                <a:lnTo>
                  <a:pt x="1854" y="318"/>
                </a:lnTo>
                <a:lnTo>
                  <a:pt x="1857" y="318"/>
                </a:lnTo>
                <a:lnTo>
                  <a:pt x="1858" y="318"/>
                </a:lnTo>
                <a:lnTo>
                  <a:pt x="1858" y="319"/>
                </a:lnTo>
                <a:lnTo>
                  <a:pt x="1858" y="320"/>
                </a:lnTo>
                <a:lnTo>
                  <a:pt x="1857" y="321"/>
                </a:lnTo>
                <a:lnTo>
                  <a:pt x="1857" y="322"/>
                </a:lnTo>
                <a:lnTo>
                  <a:pt x="1858" y="322"/>
                </a:lnTo>
                <a:lnTo>
                  <a:pt x="1859" y="323"/>
                </a:lnTo>
                <a:lnTo>
                  <a:pt x="1860" y="323"/>
                </a:lnTo>
                <a:lnTo>
                  <a:pt x="1861" y="324"/>
                </a:lnTo>
                <a:lnTo>
                  <a:pt x="1863" y="326"/>
                </a:lnTo>
                <a:lnTo>
                  <a:pt x="1865" y="327"/>
                </a:lnTo>
                <a:lnTo>
                  <a:pt x="1867" y="328"/>
                </a:lnTo>
                <a:lnTo>
                  <a:pt x="1869" y="329"/>
                </a:lnTo>
                <a:lnTo>
                  <a:pt x="1872" y="331"/>
                </a:lnTo>
                <a:lnTo>
                  <a:pt x="1873" y="331"/>
                </a:lnTo>
                <a:lnTo>
                  <a:pt x="1873" y="332"/>
                </a:lnTo>
                <a:lnTo>
                  <a:pt x="1873" y="333"/>
                </a:lnTo>
                <a:lnTo>
                  <a:pt x="1873" y="334"/>
                </a:lnTo>
                <a:lnTo>
                  <a:pt x="1873" y="335"/>
                </a:lnTo>
                <a:lnTo>
                  <a:pt x="1873" y="336"/>
                </a:lnTo>
                <a:lnTo>
                  <a:pt x="1874" y="336"/>
                </a:lnTo>
                <a:lnTo>
                  <a:pt x="1875" y="335"/>
                </a:lnTo>
                <a:lnTo>
                  <a:pt x="1876" y="334"/>
                </a:lnTo>
                <a:lnTo>
                  <a:pt x="1878" y="334"/>
                </a:lnTo>
                <a:lnTo>
                  <a:pt x="1879" y="334"/>
                </a:lnTo>
                <a:lnTo>
                  <a:pt x="1881" y="334"/>
                </a:lnTo>
                <a:lnTo>
                  <a:pt x="1882" y="335"/>
                </a:lnTo>
                <a:lnTo>
                  <a:pt x="1883" y="336"/>
                </a:lnTo>
                <a:lnTo>
                  <a:pt x="1884" y="336"/>
                </a:lnTo>
                <a:lnTo>
                  <a:pt x="1885" y="337"/>
                </a:lnTo>
                <a:lnTo>
                  <a:pt x="1886" y="338"/>
                </a:lnTo>
                <a:lnTo>
                  <a:pt x="1888" y="340"/>
                </a:lnTo>
                <a:lnTo>
                  <a:pt x="1890" y="341"/>
                </a:lnTo>
                <a:lnTo>
                  <a:pt x="1891" y="342"/>
                </a:lnTo>
                <a:lnTo>
                  <a:pt x="1892" y="343"/>
                </a:lnTo>
                <a:lnTo>
                  <a:pt x="1893" y="344"/>
                </a:lnTo>
                <a:lnTo>
                  <a:pt x="1895" y="344"/>
                </a:lnTo>
                <a:lnTo>
                  <a:pt x="1896" y="345"/>
                </a:lnTo>
                <a:lnTo>
                  <a:pt x="1896" y="347"/>
                </a:lnTo>
                <a:lnTo>
                  <a:pt x="1897" y="347"/>
                </a:lnTo>
                <a:lnTo>
                  <a:pt x="1898" y="348"/>
                </a:lnTo>
                <a:lnTo>
                  <a:pt x="1899" y="347"/>
                </a:lnTo>
                <a:lnTo>
                  <a:pt x="1900" y="348"/>
                </a:lnTo>
                <a:lnTo>
                  <a:pt x="1900" y="350"/>
                </a:lnTo>
                <a:lnTo>
                  <a:pt x="1901" y="351"/>
                </a:lnTo>
                <a:lnTo>
                  <a:pt x="1901" y="352"/>
                </a:lnTo>
                <a:lnTo>
                  <a:pt x="1902" y="351"/>
                </a:lnTo>
                <a:lnTo>
                  <a:pt x="1903" y="350"/>
                </a:lnTo>
                <a:lnTo>
                  <a:pt x="1905" y="349"/>
                </a:lnTo>
                <a:lnTo>
                  <a:pt x="1906" y="348"/>
                </a:lnTo>
                <a:lnTo>
                  <a:pt x="1907" y="349"/>
                </a:lnTo>
                <a:lnTo>
                  <a:pt x="1908" y="349"/>
                </a:lnTo>
                <a:lnTo>
                  <a:pt x="1909" y="350"/>
                </a:lnTo>
                <a:lnTo>
                  <a:pt x="1911" y="350"/>
                </a:lnTo>
                <a:lnTo>
                  <a:pt x="1912" y="349"/>
                </a:lnTo>
                <a:lnTo>
                  <a:pt x="1913" y="349"/>
                </a:lnTo>
                <a:lnTo>
                  <a:pt x="1914" y="350"/>
                </a:lnTo>
                <a:lnTo>
                  <a:pt x="1917" y="352"/>
                </a:lnTo>
                <a:lnTo>
                  <a:pt x="1920" y="355"/>
                </a:lnTo>
                <a:lnTo>
                  <a:pt x="1925" y="357"/>
                </a:lnTo>
                <a:lnTo>
                  <a:pt x="1930" y="357"/>
                </a:lnTo>
                <a:lnTo>
                  <a:pt x="1933" y="356"/>
                </a:lnTo>
                <a:lnTo>
                  <a:pt x="1937" y="354"/>
                </a:lnTo>
                <a:lnTo>
                  <a:pt x="1940" y="352"/>
                </a:lnTo>
                <a:lnTo>
                  <a:pt x="1942" y="353"/>
                </a:lnTo>
                <a:lnTo>
                  <a:pt x="1943" y="353"/>
                </a:lnTo>
                <a:lnTo>
                  <a:pt x="1946" y="354"/>
                </a:lnTo>
                <a:lnTo>
                  <a:pt x="1947" y="355"/>
                </a:lnTo>
                <a:lnTo>
                  <a:pt x="1950" y="355"/>
                </a:lnTo>
                <a:lnTo>
                  <a:pt x="1952" y="356"/>
                </a:lnTo>
                <a:lnTo>
                  <a:pt x="1953" y="357"/>
                </a:lnTo>
                <a:lnTo>
                  <a:pt x="1955" y="357"/>
                </a:lnTo>
                <a:lnTo>
                  <a:pt x="1957" y="357"/>
                </a:lnTo>
                <a:lnTo>
                  <a:pt x="1959" y="356"/>
                </a:lnTo>
                <a:lnTo>
                  <a:pt x="1960" y="356"/>
                </a:lnTo>
                <a:lnTo>
                  <a:pt x="1961" y="358"/>
                </a:lnTo>
                <a:lnTo>
                  <a:pt x="1961" y="359"/>
                </a:lnTo>
                <a:lnTo>
                  <a:pt x="1962" y="359"/>
                </a:lnTo>
                <a:lnTo>
                  <a:pt x="1965" y="359"/>
                </a:lnTo>
                <a:lnTo>
                  <a:pt x="1967" y="359"/>
                </a:lnTo>
                <a:lnTo>
                  <a:pt x="1971" y="358"/>
                </a:lnTo>
                <a:lnTo>
                  <a:pt x="1973" y="358"/>
                </a:lnTo>
                <a:lnTo>
                  <a:pt x="1974" y="359"/>
                </a:lnTo>
                <a:lnTo>
                  <a:pt x="1975" y="359"/>
                </a:lnTo>
                <a:lnTo>
                  <a:pt x="1975" y="360"/>
                </a:lnTo>
                <a:lnTo>
                  <a:pt x="1976" y="362"/>
                </a:lnTo>
                <a:lnTo>
                  <a:pt x="1977" y="363"/>
                </a:lnTo>
                <a:lnTo>
                  <a:pt x="1979" y="364"/>
                </a:lnTo>
                <a:lnTo>
                  <a:pt x="1981" y="367"/>
                </a:lnTo>
                <a:lnTo>
                  <a:pt x="1982" y="368"/>
                </a:lnTo>
                <a:lnTo>
                  <a:pt x="1985" y="367"/>
                </a:lnTo>
                <a:lnTo>
                  <a:pt x="1988" y="366"/>
                </a:lnTo>
                <a:lnTo>
                  <a:pt x="1991" y="365"/>
                </a:lnTo>
                <a:lnTo>
                  <a:pt x="1994" y="365"/>
                </a:lnTo>
                <a:lnTo>
                  <a:pt x="1997" y="366"/>
                </a:lnTo>
                <a:lnTo>
                  <a:pt x="1999" y="367"/>
                </a:lnTo>
                <a:lnTo>
                  <a:pt x="2000" y="367"/>
                </a:lnTo>
                <a:lnTo>
                  <a:pt x="2002" y="366"/>
                </a:lnTo>
                <a:lnTo>
                  <a:pt x="2003" y="366"/>
                </a:lnTo>
                <a:lnTo>
                  <a:pt x="2004" y="367"/>
                </a:lnTo>
                <a:lnTo>
                  <a:pt x="2005" y="367"/>
                </a:lnTo>
                <a:lnTo>
                  <a:pt x="2006" y="366"/>
                </a:lnTo>
                <a:lnTo>
                  <a:pt x="2008" y="366"/>
                </a:lnTo>
                <a:lnTo>
                  <a:pt x="2012" y="366"/>
                </a:lnTo>
                <a:lnTo>
                  <a:pt x="2016" y="367"/>
                </a:lnTo>
                <a:lnTo>
                  <a:pt x="2017" y="368"/>
                </a:lnTo>
                <a:lnTo>
                  <a:pt x="2018" y="371"/>
                </a:lnTo>
                <a:lnTo>
                  <a:pt x="2019" y="373"/>
                </a:lnTo>
                <a:lnTo>
                  <a:pt x="2021" y="376"/>
                </a:lnTo>
                <a:lnTo>
                  <a:pt x="2024" y="377"/>
                </a:lnTo>
                <a:lnTo>
                  <a:pt x="2026" y="379"/>
                </a:lnTo>
                <a:lnTo>
                  <a:pt x="2028" y="380"/>
                </a:lnTo>
                <a:lnTo>
                  <a:pt x="2028" y="383"/>
                </a:lnTo>
                <a:lnTo>
                  <a:pt x="2028" y="385"/>
                </a:lnTo>
                <a:lnTo>
                  <a:pt x="2029" y="387"/>
                </a:lnTo>
                <a:lnTo>
                  <a:pt x="2033" y="394"/>
                </a:lnTo>
                <a:lnTo>
                  <a:pt x="2034" y="396"/>
                </a:lnTo>
                <a:lnTo>
                  <a:pt x="2034" y="399"/>
                </a:lnTo>
                <a:lnTo>
                  <a:pt x="2035" y="402"/>
                </a:lnTo>
                <a:lnTo>
                  <a:pt x="2036" y="402"/>
                </a:lnTo>
                <a:lnTo>
                  <a:pt x="2037" y="402"/>
                </a:lnTo>
                <a:lnTo>
                  <a:pt x="2038" y="402"/>
                </a:lnTo>
                <a:lnTo>
                  <a:pt x="2040" y="400"/>
                </a:lnTo>
                <a:lnTo>
                  <a:pt x="2042" y="399"/>
                </a:lnTo>
                <a:lnTo>
                  <a:pt x="2042" y="396"/>
                </a:lnTo>
                <a:lnTo>
                  <a:pt x="2043" y="395"/>
                </a:lnTo>
                <a:lnTo>
                  <a:pt x="2044" y="393"/>
                </a:lnTo>
                <a:lnTo>
                  <a:pt x="2046" y="392"/>
                </a:lnTo>
                <a:lnTo>
                  <a:pt x="2048" y="391"/>
                </a:lnTo>
                <a:lnTo>
                  <a:pt x="2049" y="391"/>
                </a:lnTo>
                <a:lnTo>
                  <a:pt x="2051" y="391"/>
                </a:lnTo>
                <a:lnTo>
                  <a:pt x="2054" y="391"/>
                </a:lnTo>
                <a:lnTo>
                  <a:pt x="2056" y="392"/>
                </a:lnTo>
                <a:lnTo>
                  <a:pt x="2057" y="391"/>
                </a:lnTo>
                <a:lnTo>
                  <a:pt x="2059" y="390"/>
                </a:lnTo>
                <a:lnTo>
                  <a:pt x="2060" y="389"/>
                </a:lnTo>
                <a:lnTo>
                  <a:pt x="2061" y="387"/>
                </a:lnTo>
                <a:lnTo>
                  <a:pt x="2064" y="385"/>
                </a:lnTo>
                <a:lnTo>
                  <a:pt x="2067" y="383"/>
                </a:lnTo>
                <a:lnTo>
                  <a:pt x="2069" y="382"/>
                </a:lnTo>
                <a:lnTo>
                  <a:pt x="2071" y="382"/>
                </a:lnTo>
                <a:lnTo>
                  <a:pt x="2073" y="382"/>
                </a:lnTo>
                <a:lnTo>
                  <a:pt x="2075" y="380"/>
                </a:lnTo>
                <a:lnTo>
                  <a:pt x="2077" y="376"/>
                </a:lnTo>
                <a:lnTo>
                  <a:pt x="2078" y="376"/>
                </a:lnTo>
                <a:lnTo>
                  <a:pt x="2080" y="373"/>
                </a:lnTo>
                <a:lnTo>
                  <a:pt x="2081" y="372"/>
                </a:lnTo>
                <a:lnTo>
                  <a:pt x="2082" y="371"/>
                </a:lnTo>
                <a:lnTo>
                  <a:pt x="2085" y="371"/>
                </a:lnTo>
                <a:lnTo>
                  <a:pt x="2088" y="372"/>
                </a:lnTo>
                <a:lnTo>
                  <a:pt x="2089" y="372"/>
                </a:lnTo>
                <a:lnTo>
                  <a:pt x="2090" y="372"/>
                </a:lnTo>
                <a:lnTo>
                  <a:pt x="2090" y="370"/>
                </a:lnTo>
                <a:lnTo>
                  <a:pt x="2091" y="370"/>
                </a:lnTo>
                <a:lnTo>
                  <a:pt x="2093" y="372"/>
                </a:lnTo>
                <a:lnTo>
                  <a:pt x="2094" y="374"/>
                </a:lnTo>
                <a:lnTo>
                  <a:pt x="2096" y="375"/>
                </a:lnTo>
                <a:lnTo>
                  <a:pt x="2096" y="376"/>
                </a:lnTo>
                <a:lnTo>
                  <a:pt x="2097" y="376"/>
                </a:lnTo>
                <a:lnTo>
                  <a:pt x="2099" y="376"/>
                </a:lnTo>
                <a:lnTo>
                  <a:pt x="2101" y="375"/>
                </a:lnTo>
                <a:lnTo>
                  <a:pt x="2102" y="375"/>
                </a:lnTo>
                <a:lnTo>
                  <a:pt x="2102" y="376"/>
                </a:lnTo>
                <a:lnTo>
                  <a:pt x="2103" y="376"/>
                </a:lnTo>
                <a:lnTo>
                  <a:pt x="2104" y="377"/>
                </a:lnTo>
                <a:lnTo>
                  <a:pt x="2106" y="377"/>
                </a:lnTo>
                <a:lnTo>
                  <a:pt x="2108" y="376"/>
                </a:lnTo>
                <a:lnTo>
                  <a:pt x="2111" y="376"/>
                </a:lnTo>
                <a:lnTo>
                  <a:pt x="2114" y="376"/>
                </a:lnTo>
                <a:lnTo>
                  <a:pt x="2115" y="376"/>
                </a:lnTo>
                <a:lnTo>
                  <a:pt x="2116" y="376"/>
                </a:lnTo>
                <a:lnTo>
                  <a:pt x="2118" y="378"/>
                </a:lnTo>
                <a:lnTo>
                  <a:pt x="2121" y="379"/>
                </a:lnTo>
                <a:lnTo>
                  <a:pt x="2124" y="379"/>
                </a:lnTo>
                <a:lnTo>
                  <a:pt x="2126" y="380"/>
                </a:lnTo>
                <a:lnTo>
                  <a:pt x="2127" y="379"/>
                </a:lnTo>
                <a:lnTo>
                  <a:pt x="2127" y="378"/>
                </a:lnTo>
                <a:lnTo>
                  <a:pt x="2128" y="373"/>
                </a:lnTo>
                <a:lnTo>
                  <a:pt x="2128" y="372"/>
                </a:lnTo>
                <a:lnTo>
                  <a:pt x="2130" y="368"/>
                </a:lnTo>
                <a:lnTo>
                  <a:pt x="2133" y="366"/>
                </a:lnTo>
                <a:lnTo>
                  <a:pt x="2135" y="364"/>
                </a:lnTo>
                <a:lnTo>
                  <a:pt x="2136" y="363"/>
                </a:lnTo>
                <a:lnTo>
                  <a:pt x="2141" y="358"/>
                </a:lnTo>
                <a:lnTo>
                  <a:pt x="2146" y="354"/>
                </a:lnTo>
                <a:lnTo>
                  <a:pt x="2149" y="351"/>
                </a:lnTo>
                <a:lnTo>
                  <a:pt x="2150" y="350"/>
                </a:lnTo>
                <a:lnTo>
                  <a:pt x="2153" y="348"/>
                </a:lnTo>
                <a:lnTo>
                  <a:pt x="2154" y="347"/>
                </a:lnTo>
                <a:lnTo>
                  <a:pt x="2155" y="346"/>
                </a:lnTo>
                <a:lnTo>
                  <a:pt x="2155" y="344"/>
                </a:lnTo>
                <a:lnTo>
                  <a:pt x="2155" y="342"/>
                </a:lnTo>
                <a:lnTo>
                  <a:pt x="2156" y="341"/>
                </a:lnTo>
                <a:lnTo>
                  <a:pt x="2156" y="340"/>
                </a:lnTo>
                <a:lnTo>
                  <a:pt x="2157" y="340"/>
                </a:lnTo>
                <a:lnTo>
                  <a:pt x="2157" y="339"/>
                </a:lnTo>
                <a:lnTo>
                  <a:pt x="2157" y="337"/>
                </a:lnTo>
                <a:lnTo>
                  <a:pt x="2157" y="335"/>
                </a:lnTo>
                <a:lnTo>
                  <a:pt x="2156" y="333"/>
                </a:lnTo>
                <a:lnTo>
                  <a:pt x="2155" y="332"/>
                </a:lnTo>
                <a:lnTo>
                  <a:pt x="2155" y="331"/>
                </a:lnTo>
                <a:lnTo>
                  <a:pt x="2155" y="330"/>
                </a:lnTo>
                <a:lnTo>
                  <a:pt x="2155" y="329"/>
                </a:lnTo>
                <a:lnTo>
                  <a:pt x="2156" y="328"/>
                </a:lnTo>
                <a:lnTo>
                  <a:pt x="2157" y="327"/>
                </a:lnTo>
                <a:lnTo>
                  <a:pt x="2158" y="326"/>
                </a:lnTo>
                <a:lnTo>
                  <a:pt x="2158" y="325"/>
                </a:lnTo>
                <a:lnTo>
                  <a:pt x="2158" y="324"/>
                </a:lnTo>
                <a:lnTo>
                  <a:pt x="2159" y="322"/>
                </a:lnTo>
                <a:lnTo>
                  <a:pt x="2160" y="321"/>
                </a:lnTo>
                <a:lnTo>
                  <a:pt x="2161" y="320"/>
                </a:lnTo>
                <a:lnTo>
                  <a:pt x="2162" y="319"/>
                </a:lnTo>
                <a:lnTo>
                  <a:pt x="2162" y="317"/>
                </a:lnTo>
                <a:lnTo>
                  <a:pt x="2161" y="312"/>
                </a:lnTo>
                <a:lnTo>
                  <a:pt x="2162" y="309"/>
                </a:lnTo>
                <a:lnTo>
                  <a:pt x="2162" y="307"/>
                </a:lnTo>
                <a:lnTo>
                  <a:pt x="2162" y="306"/>
                </a:lnTo>
                <a:lnTo>
                  <a:pt x="2161" y="305"/>
                </a:lnTo>
                <a:lnTo>
                  <a:pt x="2160" y="304"/>
                </a:lnTo>
                <a:lnTo>
                  <a:pt x="2158" y="302"/>
                </a:lnTo>
                <a:lnTo>
                  <a:pt x="2157" y="300"/>
                </a:lnTo>
                <a:lnTo>
                  <a:pt x="2157" y="297"/>
                </a:lnTo>
                <a:lnTo>
                  <a:pt x="2157" y="296"/>
                </a:lnTo>
                <a:lnTo>
                  <a:pt x="2156" y="295"/>
                </a:lnTo>
                <a:lnTo>
                  <a:pt x="2156" y="293"/>
                </a:lnTo>
                <a:lnTo>
                  <a:pt x="2155" y="293"/>
                </a:lnTo>
                <a:lnTo>
                  <a:pt x="2155" y="292"/>
                </a:lnTo>
                <a:lnTo>
                  <a:pt x="2155" y="291"/>
                </a:lnTo>
                <a:lnTo>
                  <a:pt x="2155" y="289"/>
                </a:lnTo>
                <a:lnTo>
                  <a:pt x="2157" y="285"/>
                </a:lnTo>
                <a:lnTo>
                  <a:pt x="2156" y="284"/>
                </a:lnTo>
                <a:lnTo>
                  <a:pt x="2157" y="279"/>
                </a:lnTo>
                <a:lnTo>
                  <a:pt x="2158" y="274"/>
                </a:lnTo>
                <a:lnTo>
                  <a:pt x="2158" y="270"/>
                </a:lnTo>
                <a:lnTo>
                  <a:pt x="2158" y="266"/>
                </a:lnTo>
                <a:lnTo>
                  <a:pt x="2162" y="226"/>
                </a:lnTo>
                <a:lnTo>
                  <a:pt x="2164" y="202"/>
                </a:lnTo>
                <a:lnTo>
                  <a:pt x="2164" y="201"/>
                </a:lnTo>
                <a:lnTo>
                  <a:pt x="2164" y="198"/>
                </a:lnTo>
                <a:lnTo>
                  <a:pt x="2165" y="195"/>
                </a:lnTo>
                <a:lnTo>
                  <a:pt x="2164" y="195"/>
                </a:lnTo>
                <a:lnTo>
                  <a:pt x="2164" y="193"/>
                </a:lnTo>
                <a:lnTo>
                  <a:pt x="2164" y="192"/>
                </a:lnTo>
                <a:lnTo>
                  <a:pt x="2165" y="191"/>
                </a:lnTo>
                <a:lnTo>
                  <a:pt x="2165" y="188"/>
                </a:lnTo>
                <a:lnTo>
                  <a:pt x="2165" y="187"/>
                </a:lnTo>
                <a:lnTo>
                  <a:pt x="2165" y="186"/>
                </a:lnTo>
                <a:lnTo>
                  <a:pt x="2164" y="186"/>
                </a:lnTo>
                <a:lnTo>
                  <a:pt x="2163" y="186"/>
                </a:lnTo>
                <a:lnTo>
                  <a:pt x="2163" y="185"/>
                </a:lnTo>
                <a:lnTo>
                  <a:pt x="2164" y="185"/>
                </a:lnTo>
                <a:lnTo>
                  <a:pt x="2165" y="184"/>
                </a:lnTo>
                <a:lnTo>
                  <a:pt x="2165" y="183"/>
                </a:lnTo>
                <a:lnTo>
                  <a:pt x="2165" y="182"/>
                </a:lnTo>
                <a:lnTo>
                  <a:pt x="2165" y="181"/>
                </a:lnTo>
                <a:lnTo>
                  <a:pt x="2166" y="181"/>
                </a:lnTo>
                <a:lnTo>
                  <a:pt x="2167" y="180"/>
                </a:lnTo>
                <a:lnTo>
                  <a:pt x="2167" y="179"/>
                </a:lnTo>
                <a:lnTo>
                  <a:pt x="2167" y="177"/>
                </a:lnTo>
                <a:lnTo>
                  <a:pt x="2167" y="176"/>
                </a:lnTo>
                <a:lnTo>
                  <a:pt x="2168" y="176"/>
                </a:lnTo>
                <a:lnTo>
                  <a:pt x="2169" y="176"/>
                </a:lnTo>
                <a:lnTo>
                  <a:pt x="2169" y="175"/>
                </a:lnTo>
                <a:lnTo>
                  <a:pt x="2168" y="174"/>
                </a:lnTo>
                <a:lnTo>
                  <a:pt x="2168" y="173"/>
                </a:lnTo>
                <a:lnTo>
                  <a:pt x="2169" y="173"/>
                </a:lnTo>
                <a:lnTo>
                  <a:pt x="2169" y="172"/>
                </a:lnTo>
                <a:lnTo>
                  <a:pt x="2169" y="171"/>
                </a:lnTo>
                <a:lnTo>
                  <a:pt x="2170" y="170"/>
                </a:lnTo>
                <a:lnTo>
                  <a:pt x="2171" y="170"/>
                </a:lnTo>
                <a:lnTo>
                  <a:pt x="2171" y="169"/>
                </a:lnTo>
                <a:lnTo>
                  <a:pt x="2170" y="169"/>
                </a:lnTo>
                <a:lnTo>
                  <a:pt x="2170" y="168"/>
                </a:lnTo>
                <a:lnTo>
                  <a:pt x="2170" y="167"/>
                </a:lnTo>
                <a:lnTo>
                  <a:pt x="2171" y="167"/>
                </a:lnTo>
                <a:lnTo>
                  <a:pt x="2171" y="166"/>
                </a:lnTo>
                <a:lnTo>
                  <a:pt x="2172" y="166"/>
                </a:lnTo>
                <a:lnTo>
                  <a:pt x="2172" y="165"/>
                </a:lnTo>
                <a:lnTo>
                  <a:pt x="2173" y="165"/>
                </a:lnTo>
                <a:lnTo>
                  <a:pt x="2173" y="164"/>
                </a:lnTo>
                <a:lnTo>
                  <a:pt x="2173" y="163"/>
                </a:lnTo>
                <a:lnTo>
                  <a:pt x="2174" y="161"/>
                </a:lnTo>
                <a:lnTo>
                  <a:pt x="2174" y="160"/>
                </a:lnTo>
                <a:lnTo>
                  <a:pt x="2175" y="160"/>
                </a:lnTo>
                <a:lnTo>
                  <a:pt x="2176" y="159"/>
                </a:lnTo>
                <a:lnTo>
                  <a:pt x="2177" y="158"/>
                </a:lnTo>
                <a:lnTo>
                  <a:pt x="2177" y="157"/>
                </a:lnTo>
                <a:lnTo>
                  <a:pt x="2178" y="155"/>
                </a:lnTo>
                <a:lnTo>
                  <a:pt x="2179" y="154"/>
                </a:lnTo>
                <a:lnTo>
                  <a:pt x="2179" y="153"/>
                </a:lnTo>
                <a:lnTo>
                  <a:pt x="2180" y="152"/>
                </a:lnTo>
                <a:lnTo>
                  <a:pt x="2181" y="152"/>
                </a:lnTo>
                <a:lnTo>
                  <a:pt x="2182" y="151"/>
                </a:lnTo>
                <a:lnTo>
                  <a:pt x="2183" y="151"/>
                </a:lnTo>
                <a:lnTo>
                  <a:pt x="2183" y="152"/>
                </a:lnTo>
                <a:lnTo>
                  <a:pt x="2184" y="152"/>
                </a:lnTo>
                <a:lnTo>
                  <a:pt x="2184" y="151"/>
                </a:lnTo>
                <a:lnTo>
                  <a:pt x="2185" y="150"/>
                </a:lnTo>
                <a:lnTo>
                  <a:pt x="2185" y="149"/>
                </a:lnTo>
                <a:lnTo>
                  <a:pt x="2186" y="148"/>
                </a:lnTo>
                <a:lnTo>
                  <a:pt x="2187" y="147"/>
                </a:lnTo>
                <a:lnTo>
                  <a:pt x="2188" y="147"/>
                </a:lnTo>
                <a:lnTo>
                  <a:pt x="2188" y="146"/>
                </a:lnTo>
                <a:lnTo>
                  <a:pt x="2189" y="145"/>
                </a:lnTo>
                <a:lnTo>
                  <a:pt x="2190" y="145"/>
                </a:lnTo>
                <a:lnTo>
                  <a:pt x="2191" y="145"/>
                </a:lnTo>
                <a:lnTo>
                  <a:pt x="2191" y="144"/>
                </a:lnTo>
                <a:lnTo>
                  <a:pt x="2192" y="143"/>
                </a:lnTo>
                <a:lnTo>
                  <a:pt x="2192" y="142"/>
                </a:lnTo>
                <a:lnTo>
                  <a:pt x="2193" y="141"/>
                </a:lnTo>
                <a:lnTo>
                  <a:pt x="2193" y="140"/>
                </a:lnTo>
                <a:lnTo>
                  <a:pt x="2195" y="139"/>
                </a:lnTo>
                <a:lnTo>
                  <a:pt x="2195" y="138"/>
                </a:lnTo>
                <a:lnTo>
                  <a:pt x="2195" y="137"/>
                </a:lnTo>
                <a:lnTo>
                  <a:pt x="2196" y="137"/>
                </a:lnTo>
                <a:lnTo>
                  <a:pt x="2196" y="136"/>
                </a:lnTo>
                <a:lnTo>
                  <a:pt x="2196" y="135"/>
                </a:lnTo>
                <a:lnTo>
                  <a:pt x="2197" y="134"/>
                </a:lnTo>
                <a:lnTo>
                  <a:pt x="2197" y="133"/>
                </a:lnTo>
                <a:lnTo>
                  <a:pt x="2197" y="132"/>
                </a:lnTo>
                <a:lnTo>
                  <a:pt x="2198" y="131"/>
                </a:lnTo>
                <a:lnTo>
                  <a:pt x="2198" y="130"/>
                </a:lnTo>
                <a:lnTo>
                  <a:pt x="2198" y="129"/>
                </a:lnTo>
                <a:lnTo>
                  <a:pt x="2201" y="126"/>
                </a:lnTo>
                <a:lnTo>
                  <a:pt x="2202" y="125"/>
                </a:lnTo>
                <a:lnTo>
                  <a:pt x="2202" y="124"/>
                </a:lnTo>
                <a:lnTo>
                  <a:pt x="2202" y="123"/>
                </a:lnTo>
                <a:lnTo>
                  <a:pt x="2203" y="123"/>
                </a:lnTo>
                <a:lnTo>
                  <a:pt x="2205" y="121"/>
                </a:lnTo>
                <a:lnTo>
                  <a:pt x="2207" y="119"/>
                </a:lnTo>
                <a:lnTo>
                  <a:pt x="2208" y="118"/>
                </a:lnTo>
                <a:lnTo>
                  <a:pt x="2209" y="118"/>
                </a:lnTo>
                <a:lnTo>
                  <a:pt x="2208" y="118"/>
                </a:lnTo>
                <a:lnTo>
                  <a:pt x="2209" y="118"/>
                </a:lnTo>
                <a:lnTo>
                  <a:pt x="2209" y="117"/>
                </a:lnTo>
                <a:lnTo>
                  <a:pt x="2211" y="116"/>
                </a:lnTo>
                <a:lnTo>
                  <a:pt x="2213" y="115"/>
                </a:lnTo>
                <a:lnTo>
                  <a:pt x="2214" y="115"/>
                </a:lnTo>
                <a:lnTo>
                  <a:pt x="2214" y="114"/>
                </a:lnTo>
                <a:lnTo>
                  <a:pt x="2215" y="114"/>
                </a:lnTo>
                <a:lnTo>
                  <a:pt x="2216" y="115"/>
                </a:lnTo>
                <a:lnTo>
                  <a:pt x="2217" y="114"/>
                </a:lnTo>
                <a:lnTo>
                  <a:pt x="2219" y="113"/>
                </a:lnTo>
                <a:lnTo>
                  <a:pt x="2220" y="114"/>
                </a:lnTo>
                <a:lnTo>
                  <a:pt x="2221" y="114"/>
                </a:lnTo>
                <a:lnTo>
                  <a:pt x="2222" y="114"/>
                </a:lnTo>
                <a:lnTo>
                  <a:pt x="2223" y="114"/>
                </a:lnTo>
                <a:lnTo>
                  <a:pt x="2224" y="113"/>
                </a:lnTo>
                <a:lnTo>
                  <a:pt x="2225" y="114"/>
                </a:lnTo>
                <a:lnTo>
                  <a:pt x="2226" y="114"/>
                </a:lnTo>
                <a:lnTo>
                  <a:pt x="2227" y="114"/>
                </a:lnTo>
                <a:lnTo>
                  <a:pt x="2228" y="114"/>
                </a:lnTo>
                <a:lnTo>
                  <a:pt x="2229" y="114"/>
                </a:lnTo>
                <a:lnTo>
                  <a:pt x="2231" y="114"/>
                </a:lnTo>
                <a:lnTo>
                  <a:pt x="2232" y="114"/>
                </a:lnTo>
                <a:lnTo>
                  <a:pt x="2252" y="117"/>
                </a:lnTo>
                <a:lnTo>
                  <a:pt x="2273" y="123"/>
                </a:lnTo>
                <a:lnTo>
                  <a:pt x="2274" y="122"/>
                </a:lnTo>
                <a:lnTo>
                  <a:pt x="2275" y="122"/>
                </a:lnTo>
                <a:lnTo>
                  <a:pt x="2276" y="121"/>
                </a:lnTo>
                <a:lnTo>
                  <a:pt x="2277" y="121"/>
                </a:lnTo>
                <a:lnTo>
                  <a:pt x="2278" y="120"/>
                </a:lnTo>
                <a:lnTo>
                  <a:pt x="2279" y="119"/>
                </a:lnTo>
                <a:lnTo>
                  <a:pt x="2281" y="119"/>
                </a:lnTo>
                <a:lnTo>
                  <a:pt x="2282" y="118"/>
                </a:lnTo>
                <a:lnTo>
                  <a:pt x="2283" y="117"/>
                </a:lnTo>
                <a:lnTo>
                  <a:pt x="2283" y="116"/>
                </a:lnTo>
                <a:lnTo>
                  <a:pt x="2284" y="116"/>
                </a:lnTo>
                <a:lnTo>
                  <a:pt x="2286" y="114"/>
                </a:lnTo>
                <a:lnTo>
                  <a:pt x="2287" y="113"/>
                </a:lnTo>
                <a:lnTo>
                  <a:pt x="2289" y="114"/>
                </a:lnTo>
                <a:lnTo>
                  <a:pt x="2291" y="114"/>
                </a:lnTo>
                <a:lnTo>
                  <a:pt x="2292" y="114"/>
                </a:lnTo>
                <a:lnTo>
                  <a:pt x="2293" y="114"/>
                </a:lnTo>
                <a:lnTo>
                  <a:pt x="2294" y="114"/>
                </a:lnTo>
                <a:lnTo>
                  <a:pt x="2295" y="113"/>
                </a:lnTo>
                <a:lnTo>
                  <a:pt x="2296" y="113"/>
                </a:lnTo>
                <a:lnTo>
                  <a:pt x="2296" y="112"/>
                </a:lnTo>
                <a:lnTo>
                  <a:pt x="2297" y="113"/>
                </a:lnTo>
                <a:lnTo>
                  <a:pt x="2297" y="114"/>
                </a:lnTo>
                <a:lnTo>
                  <a:pt x="2297" y="115"/>
                </a:lnTo>
                <a:lnTo>
                  <a:pt x="2298" y="116"/>
                </a:lnTo>
                <a:lnTo>
                  <a:pt x="2299" y="117"/>
                </a:lnTo>
                <a:lnTo>
                  <a:pt x="2299" y="118"/>
                </a:lnTo>
                <a:lnTo>
                  <a:pt x="2325" y="110"/>
                </a:lnTo>
                <a:lnTo>
                  <a:pt x="2326" y="110"/>
                </a:lnTo>
                <a:lnTo>
                  <a:pt x="2327" y="110"/>
                </a:lnTo>
                <a:lnTo>
                  <a:pt x="2328" y="108"/>
                </a:lnTo>
                <a:lnTo>
                  <a:pt x="2329" y="107"/>
                </a:lnTo>
                <a:lnTo>
                  <a:pt x="2329" y="106"/>
                </a:lnTo>
                <a:lnTo>
                  <a:pt x="2329" y="105"/>
                </a:lnTo>
                <a:lnTo>
                  <a:pt x="2329" y="104"/>
                </a:lnTo>
                <a:lnTo>
                  <a:pt x="2329" y="103"/>
                </a:lnTo>
                <a:lnTo>
                  <a:pt x="2330" y="102"/>
                </a:lnTo>
                <a:lnTo>
                  <a:pt x="2331" y="101"/>
                </a:lnTo>
                <a:lnTo>
                  <a:pt x="2332" y="100"/>
                </a:lnTo>
                <a:lnTo>
                  <a:pt x="2333" y="99"/>
                </a:lnTo>
                <a:lnTo>
                  <a:pt x="2334" y="99"/>
                </a:lnTo>
                <a:lnTo>
                  <a:pt x="2334" y="98"/>
                </a:lnTo>
                <a:lnTo>
                  <a:pt x="2335" y="98"/>
                </a:lnTo>
                <a:lnTo>
                  <a:pt x="2335" y="96"/>
                </a:lnTo>
                <a:lnTo>
                  <a:pt x="2336" y="95"/>
                </a:lnTo>
                <a:lnTo>
                  <a:pt x="2337" y="95"/>
                </a:lnTo>
                <a:lnTo>
                  <a:pt x="2337" y="94"/>
                </a:lnTo>
                <a:lnTo>
                  <a:pt x="2338" y="94"/>
                </a:lnTo>
                <a:lnTo>
                  <a:pt x="2341" y="94"/>
                </a:lnTo>
                <a:lnTo>
                  <a:pt x="2343" y="93"/>
                </a:lnTo>
                <a:lnTo>
                  <a:pt x="2344" y="92"/>
                </a:lnTo>
                <a:lnTo>
                  <a:pt x="2346" y="90"/>
                </a:lnTo>
                <a:lnTo>
                  <a:pt x="2346" y="89"/>
                </a:lnTo>
                <a:lnTo>
                  <a:pt x="2346" y="87"/>
                </a:lnTo>
                <a:lnTo>
                  <a:pt x="2348" y="86"/>
                </a:lnTo>
                <a:lnTo>
                  <a:pt x="2351" y="85"/>
                </a:lnTo>
                <a:lnTo>
                  <a:pt x="2355" y="83"/>
                </a:lnTo>
                <a:lnTo>
                  <a:pt x="2357" y="80"/>
                </a:lnTo>
                <a:lnTo>
                  <a:pt x="2358" y="79"/>
                </a:lnTo>
                <a:lnTo>
                  <a:pt x="2359" y="78"/>
                </a:lnTo>
                <a:lnTo>
                  <a:pt x="2359" y="76"/>
                </a:lnTo>
                <a:lnTo>
                  <a:pt x="2360" y="74"/>
                </a:lnTo>
                <a:lnTo>
                  <a:pt x="2359" y="73"/>
                </a:lnTo>
                <a:lnTo>
                  <a:pt x="2358" y="71"/>
                </a:lnTo>
                <a:lnTo>
                  <a:pt x="2358" y="69"/>
                </a:lnTo>
                <a:lnTo>
                  <a:pt x="2358" y="67"/>
                </a:lnTo>
                <a:lnTo>
                  <a:pt x="2359" y="64"/>
                </a:lnTo>
                <a:lnTo>
                  <a:pt x="2359" y="63"/>
                </a:lnTo>
                <a:lnTo>
                  <a:pt x="2359" y="62"/>
                </a:lnTo>
                <a:lnTo>
                  <a:pt x="2360" y="61"/>
                </a:lnTo>
                <a:lnTo>
                  <a:pt x="2361" y="61"/>
                </a:lnTo>
                <a:lnTo>
                  <a:pt x="2365" y="59"/>
                </a:lnTo>
                <a:lnTo>
                  <a:pt x="2367" y="58"/>
                </a:lnTo>
                <a:lnTo>
                  <a:pt x="2368" y="58"/>
                </a:lnTo>
                <a:lnTo>
                  <a:pt x="2368" y="57"/>
                </a:lnTo>
                <a:lnTo>
                  <a:pt x="2368" y="56"/>
                </a:lnTo>
                <a:lnTo>
                  <a:pt x="2369" y="55"/>
                </a:lnTo>
                <a:lnTo>
                  <a:pt x="2368" y="53"/>
                </a:lnTo>
                <a:lnTo>
                  <a:pt x="2368" y="52"/>
                </a:lnTo>
                <a:lnTo>
                  <a:pt x="2368" y="51"/>
                </a:lnTo>
                <a:lnTo>
                  <a:pt x="2367" y="51"/>
                </a:lnTo>
                <a:lnTo>
                  <a:pt x="2367" y="50"/>
                </a:lnTo>
                <a:lnTo>
                  <a:pt x="2367" y="49"/>
                </a:lnTo>
                <a:lnTo>
                  <a:pt x="2365" y="47"/>
                </a:lnTo>
                <a:lnTo>
                  <a:pt x="2365" y="46"/>
                </a:lnTo>
                <a:lnTo>
                  <a:pt x="2364" y="46"/>
                </a:lnTo>
                <a:lnTo>
                  <a:pt x="2364" y="45"/>
                </a:lnTo>
                <a:lnTo>
                  <a:pt x="2363" y="45"/>
                </a:lnTo>
                <a:lnTo>
                  <a:pt x="2363" y="43"/>
                </a:lnTo>
                <a:lnTo>
                  <a:pt x="2361" y="40"/>
                </a:lnTo>
                <a:lnTo>
                  <a:pt x="2361" y="39"/>
                </a:lnTo>
                <a:lnTo>
                  <a:pt x="2361" y="38"/>
                </a:lnTo>
                <a:lnTo>
                  <a:pt x="2361" y="37"/>
                </a:lnTo>
                <a:lnTo>
                  <a:pt x="2361" y="36"/>
                </a:lnTo>
                <a:lnTo>
                  <a:pt x="2361" y="33"/>
                </a:lnTo>
                <a:lnTo>
                  <a:pt x="2361" y="31"/>
                </a:lnTo>
                <a:lnTo>
                  <a:pt x="2361" y="30"/>
                </a:lnTo>
                <a:lnTo>
                  <a:pt x="2362" y="28"/>
                </a:lnTo>
                <a:lnTo>
                  <a:pt x="2362" y="26"/>
                </a:lnTo>
                <a:lnTo>
                  <a:pt x="2362" y="25"/>
                </a:lnTo>
                <a:lnTo>
                  <a:pt x="2362" y="24"/>
                </a:lnTo>
                <a:lnTo>
                  <a:pt x="2363" y="23"/>
                </a:lnTo>
                <a:lnTo>
                  <a:pt x="2363" y="22"/>
                </a:lnTo>
                <a:lnTo>
                  <a:pt x="2364" y="22"/>
                </a:lnTo>
                <a:lnTo>
                  <a:pt x="2364" y="21"/>
                </a:lnTo>
                <a:lnTo>
                  <a:pt x="2365" y="21"/>
                </a:lnTo>
                <a:lnTo>
                  <a:pt x="2366" y="20"/>
                </a:lnTo>
                <a:lnTo>
                  <a:pt x="2367" y="19"/>
                </a:lnTo>
                <a:lnTo>
                  <a:pt x="2368" y="18"/>
                </a:lnTo>
                <a:lnTo>
                  <a:pt x="2369" y="18"/>
                </a:lnTo>
                <a:lnTo>
                  <a:pt x="2370" y="18"/>
                </a:lnTo>
                <a:lnTo>
                  <a:pt x="2372" y="17"/>
                </a:lnTo>
                <a:lnTo>
                  <a:pt x="2373" y="16"/>
                </a:lnTo>
                <a:lnTo>
                  <a:pt x="2374" y="16"/>
                </a:lnTo>
                <a:lnTo>
                  <a:pt x="2376" y="15"/>
                </a:lnTo>
                <a:lnTo>
                  <a:pt x="2377" y="15"/>
                </a:lnTo>
                <a:lnTo>
                  <a:pt x="2378" y="15"/>
                </a:lnTo>
                <a:lnTo>
                  <a:pt x="2379" y="14"/>
                </a:lnTo>
                <a:lnTo>
                  <a:pt x="2379" y="13"/>
                </a:lnTo>
                <a:lnTo>
                  <a:pt x="2380" y="13"/>
                </a:lnTo>
                <a:lnTo>
                  <a:pt x="2380" y="12"/>
                </a:lnTo>
                <a:lnTo>
                  <a:pt x="2380" y="11"/>
                </a:lnTo>
                <a:lnTo>
                  <a:pt x="2380" y="10"/>
                </a:lnTo>
                <a:lnTo>
                  <a:pt x="2380" y="9"/>
                </a:lnTo>
                <a:lnTo>
                  <a:pt x="2380" y="8"/>
                </a:lnTo>
                <a:lnTo>
                  <a:pt x="2381" y="6"/>
                </a:lnTo>
                <a:lnTo>
                  <a:pt x="2381" y="5"/>
                </a:lnTo>
                <a:lnTo>
                  <a:pt x="2382" y="5"/>
                </a:lnTo>
                <a:lnTo>
                  <a:pt x="2382" y="4"/>
                </a:lnTo>
                <a:lnTo>
                  <a:pt x="2383" y="3"/>
                </a:lnTo>
                <a:lnTo>
                  <a:pt x="2384" y="3"/>
                </a:lnTo>
                <a:lnTo>
                  <a:pt x="2384" y="2"/>
                </a:lnTo>
                <a:lnTo>
                  <a:pt x="2385" y="2"/>
                </a:lnTo>
                <a:lnTo>
                  <a:pt x="2386" y="2"/>
                </a:lnTo>
                <a:lnTo>
                  <a:pt x="2386" y="1"/>
                </a:lnTo>
                <a:lnTo>
                  <a:pt x="2387" y="1"/>
                </a:lnTo>
                <a:lnTo>
                  <a:pt x="2387" y="0"/>
                </a:lnTo>
                <a:lnTo>
                  <a:pt x="2388" y="0"/>
                </a:lnTo>
                <a:lnTo>
                  <a:pt x="2389" y="0"/>
                </a:lnTo>
                <a:lnTo>
                  <a:pt x="2391" y="0"/>
                </a:lnTo>
                <a:lnTo>
                  <a:pt x="2392" y="0"/>
                </a:lnTo>
                <a:lnTo>
                  <a:pt x="2393" y="1"/>
                </a:lnTo>
                <a:lnTo>
                  <a:pt x="2394" y="1"/>
                </a:lnTo>
                <a:lnTo>
                  <a:pt x="2395" y="1"/>
                </a:lnTo>
                <a:lnTo>
                  <a:pt x="2396" y="1"/>
                </a:lnTo>
                <a:lnTo>
                  <a:pt x="2398" y="1"/>
                </a:lnTo>
                <a:lnTo>
                  <a:pt x="2399" y="1"/>
                </a:lnTo>
                <a:lnTo>
                  <a:pt x="2400" y="1"/>
                </a:lnTo>
                <a:lnTo>
                  <a:pt x="2401" y="1"/>
                </a:lnTo>
                <a:lnTo>
                  <a:pt x="2403" y="0"/>
                </a:lnTo>
                <a:lnTo>
                  <a:pt x="2404" y="0"/>
                </a:lnTo>
                <a:lnTo>
                  <a:pt x="2406" y="1"/>
                </a:lnTo>
                <a:lnTo>
                  <a:pt x="2408" y="3"/>
                </a:lnTo>
                <a:lnTo>
                  <a:pt x="2409" y="4"/>
                </a:lnTo>
                <a:lnTo>
                  <a:pt x="2410" y="3"/>
                </a:lnTo>
                <a:lnTo>
                  <a:pt x="2411" y="3"/>
                </a:lnTo>
                <a:lnTo>
                  <a:pt x="2413" y="4"/>
                </a:lnTo>
                <a:lnTo>
                  <a:pt x="2414" y="4"/>
                </a:lnTo>
                <a:lnTo>
                  <a:pt x="2415" y="4"/>
                </a:lnTo>
                <a:lnTo>
                  <a:pt x="2417" y="2"/>
                </a:lnTo>
                <a:lnTo>
                  <a:pt x="2418" y="1"/>
                </a:lnTo>
                <a:lnTo>
                  <a:pt x="2419" y="1"/>
                </a:lnTo>
                <a:lnTo>
                  <a:pt x="2422" y="1"/>
                </a:lnTo>
                <a:lnTo>
                  <a:pt x="2424" y="3"/>
                </a:lnTo>
                <a:lnTo>
                  <a:pt x="2425" y="4"/>
                </a:lnTo>
                <a:lnTo>
                  <a:pt x="2430" y="6"/>
                </a:lnTo>
                <a:lnTo>
                  <a:pt x="2431" y="6"/>
                </a:lnTo>
                <a:lnTo>
                  <a:pt x="2433" y="12"/>
                </a:lnTo>
                <a:lnTo>
                  <a:pt x="2440" y="12"/>
                </a:lnTo>
                <a:lnTo>
                  <a:pt x="2442" y="12"/>
                </a:lnTo>
                <a:lnTo>
                  <a:pt x="2443" y="15"/>
                </a:lnTo>
                <a:lnTo>
                  <a:pt x="2446" y="15"/>
                </a:lnTo>
                <a:lnTo>
                  <a:pt x="2452" y="18"/>
                </a:lnTo>
                <a:lnTo>
                  <a:pt x="2453" y="18"/>
                </a:lnTo>
                <a:lnTo>
                  <a:pt x="2454" y="20"/>
                </a:lnTo>
                <a:lnTo>
                  <a:pt x="2455" y="22"/>
                </a:lnTo>
                <a:lnTo>
                  <a:pt x="2457" y="23"/>
                </a:lnTo>
                <a:lnTo>
                  <a:pt x="2459" y="24"/>
                </a:lnTo>
                <a:lnTo>
                  <a:pt x="2461" y="24"/>
                </a:lnTo>
                <a:lnTo>
                  <a:pt x="2463" y="22"/>
                </a:lnTo>
                <a:lnTo>
                  <a:pt x="2465" y="23"/>
                </a:lnTo>
                <a:lnTo>
                  <a:pt x="2466" y="23"/>
                </a:lnTo>
                <a:lnTo>
                  <a:pt x="2469" y="21"/>
                </a:lnTo>
                <a:lnTo>
                  <a:pt x="2470" y="21"/>
                </a:lnTo>
                <a:lnTo>
                  <a:pt x="2470" y="20"/>
                </a:lnTo>
                <a:lnTo>
                  <a:pt x="2470" y="19"/>
                </a:lnTo>
                <a:lnTo>
                  <a:pt x="2470" y="18"/>
                </a:lnTo>
                <a:lnTo>
                  <a:pt x="2469" y="15"/>
                </a:lnTo>
                <a:lnTo>
                  <a:pt x="2469" y="14"/>
                </a:lnTo>
                <a:lnTo>
                  <a:pt x="2469" y="13"/>
                </a:lnTo>
                <a:lnTo>
                  <a:pt x="2470" y="13"/>
                </a:lnTo>
                <a:lnTo>
                  <a:pt x="2471" y="12"/>
                </a:lnTo>
                <a:lnTo>
                  <a:pt x="2475" y="13"/>
                </a:lnTo>
                <a:lnTo>
                  <a:pt x="2478" y="14"/>
                </a:lnTo>
                <a:lnTo>
                  <a:pt x="2479" y="14"/>
                </a:lnTo>
                <a:lnTo>
                  <a:pt x="2482" y="13"/>
                </a:lnTo>
                <a:lnTo>
                  <a:pt x="2484" y="13"/>
                </a:lnTo>
                <a:lnTo>
                  <a:pt x="2485" y="13"/>
                </a:lnTo>
                <a:lnTo>
                  <a:pt x="2487" y="14"/>
                </a:lnTo>
                <a:lnTo>
                  <a:pt x="2488" y="14"/>
                </a:lnTo>
                <a:lnTo>
                  <a:pt x="2490" y="13"/>
                </a:lnTo>
                <a:lnTo>
                  <a:pt x="2492" y="14"/>
                </a:lnTo>
                <a:lnTo>
                  <a:pt x="2493" y="14"/>
                </a:lnTo>
                <a:lnTo>
                  <a:pt x="2494" y="14"/>
                </a:lnTo>
                <a:lnTo>
                  <a:pt x="2495" y="13"/>
                </a:lnTo>
                <a:lnTo>
                  <a:pt x="2496" y="11"/>
                </a:lnTo>
                <a:lnTo>
                  <a:pt x="2497" y="11"/>
                </a:lnTo>
                <a:lnTo>
                  <a:pt x="2497" y="10"/>
                </a:lnTo>
                <a:lnTo>
                  <a:pt x="2498" y="10"/>
                </a:lnTo>
                <a:lnTo>
                  <a:pt x="2500" y="10"/>
                </a:lnTo>
                <a:lnTo>
                  <a:pt x="2503" y="10"/>
                </a:lnTo>
                <a:lnTo>
                  <a:pt x="2504" y="11"/>
                </a:lnTo>
                <a:lnTo>
                  <a:pt x="2506" y="12"/>
                </a:lnTo>
                <a:lnTo>
                  <a:pt x="2507" y="13"/>
                </a:lnTo>
                <a:lnTo>
                  <a:pt x="2509" y="12"/>
                </a:lnTo>
                <a:lnTo>
                  <a:pt x="2509" y="11"/>
                </a:lnTo>
                <a:lnTo>
                  <a:pt x="2510" y="11"/>
                </a:lnTo>
                <a:lnTo>
                  <a:pt x="2511" y="12"/>
                </a:lnTo>
                <a:lnTo>
                  <a:pt x="2514" y="14"/>
                </a:lnTo>
                <a:lnTo>
                  <a:pt x="2513" y="18"/>
                </a:lnTo>
                <a:lnTo>
                  <a:pt x="2513" y="19"/>
                </a:lnTo>
                <a:lnTo>
                  <a:pt x="2515" y="19"/>
                </a:lnTo>
                <a:lnTo>
                  <a:pt x="2516" y="20"/>
                </a:lnTo>
                <a:lnTo>
                  <a:pt x="2516" y="21"/>
                </a:lnTo>
                <a:lnTo>
                  <a:pt x="2517" y="23"/>
                </a:lnTo>
                <a:lnTo>
                  <a:pt x="2518" y="25"/>
                </a:lnTo>
                <a:lnTo>
                  <a:pt x="2518" y="26"/>
                </a:lnTo>
                <a:lnTo>
                  <a:pt x="2518" y="27"/>
                </a:lnTo>
                <a:lnTo>
                  <a:pt x="2517" y="29"/>
                </a:lnTo>
                <a:lnTo>
                  <a:pt x="2515" y="30"/>
                </a:lnTo>
                <a:lnTo>
                  <a:pt x="2514" y="30"/>
                </a:lnTo>
                <a:lnTo>
                  <a:pt x="2514" y="31"/>
                </a:lnTo>
                <a:lnTo>
                  <a:pt x="2514" y="32"/>
                </a:lnTo>
                <a:lnTo>
                  <a:pt x="2514" y="33"/>
                </a:lnTo>
                <a:lnTo>
                  <a:pt x="2514" y="34"/>
                </a:lnTo>
                <a:lnTo>
                  <a:pt x="2515" y="35"/>
                </a:lnTo>
                <a:lnTo>
                  <a:pt x="2514" y="36"/>
                </a:lnTo>
                <a:lnTo>
                  <a:pt x="2513" y="36"/>
                </a:lnTo>
                <a:lnTo>
                  <a:pt x="2513" y="37"/>
                </a:lnTo>
                <a:lnTo>
                  <a:pt x="2512" y="37"/>
                </a:lnTo>
                <a:lnTo>
                  <a:pt x="2511" y="38"/>
                </a:lnTo>
                <a:lnTo>
                  <a:pt x="2511" y="39"/>
                </a:lnTo>
                <a:lnTo>
                  <a:pt x="2511" y="40"/>
                </a:lnTo>
                <a:lnTo>
                  <a:pt x="2512" y="41"/>
                </a:lnTo>
                <a:lnTo>
                  <a:pt x="2513" y="42"/>
                </a:lnTo>
                <a:lnTo>
                  <a:pt x="2514" y="43"/>
                </a:lnTo>
                <a:lnTo>
                  <a:pt x="2516" y="43"/>
                </a:lnTo>
                <a:lnTo>
                  <a:pt x="2517" y="44"/>
                </a:lnTo>
                <a:lnTo>
                  <a:pt x="2517" y="45"/>
                </a:lnTo>
                <a:lnTo>
                  <a:pt x="2517" y="46"/>
                </a:lnTo>
                <a:lnTo>
                  <a:pt x="2516" y="48"/>
                </a:lnTo>
                <a:lnTo>
                  <a:pt x="2516" y="50"/>
                </a:lnTo>
                <a:lnTo>
                  <a:pt x="2516" y="51"/>
                </a:lnTo>
                <a:lnTo>
                  <a:pt x="2516" y="52"/>
                </a:lnTo>
                <a:lnTo>
                  <a:pt x="2517" y="52"/>
                </a:lnTo>
                <a:lnTo>
                  <a:pt x="2518" y="53"/>
                </a:lnTo>
                <a:lnTo>
                  <a:pt x="2519" y="53"/>
                </a:lnTo>
                <a:lnTo>
                  <a:pt x="2519" y="54"/>
                </a:lnTo>
                <a:lnTo>
                  <a:pt x="2519" y="55"/>
                </a:lnTo>
                <a:lnTo>
                  <a:pt x="2516" y="55"/>
                </a:lnTo>
                <a:lnTo>
                  <a:pt x="2515" y="56"/>
                </a:lnTo>
                <a:lnTo>
                  <a:pt x="2513" y="57"/>
                </a:lnTo>
                <a:lnTo>
                  <a:pt x="2513" y="59"/>
                </a:lnTo>
                <a:lnTo>
                  <a:pt x="2513" y="60"/>
                </a:lnTo>
                <a:lnTo>
                  <a:pt x="2513" y="61"/>
                </a:lnTo>
                <a:lnTo>
                  <a:pt x="2512" y="61"/>
                </a:lnTo>
                <a:lnTo>
                  <a:pt x="2509" y="60"/>
                </a:lnTo>
                <a:lnTo>
                  <a:pt x="2507" y="59"/>
                </a:lnTo>
                <a:lnTo>
                  <a:pt x="2506" y="59"/>
                </a:lnTo>
                <a:lnTo>
                  <a:pt x="2505" y="59"/>
                </a:lnTo>
                <a:lnTo>
                  <a:pt x="2504" y="60"/>
                </a:lnTo>
                <a:lnTo>
                  <a:pt x="2503" y="62"/>
                </a:lnTo>
                <a:lnTo>
                  <a:pt x="2502" y="62"/>
                </a:lnTo>
                <a:lnTo>
                  <a:pt x="2501" y="62"/>
                </a:lnTo>
                <a:lnTo>
                  <a:pt x="2498" y="62"/>
                </a:lnTo>
                <a:lnTo>
                  <a:pt x="2497" y="62"/>
                </a:lnTo>
                <a:lnTo>
                  <a:pt x="2496" y="64"/>
                </a:lnTo>
                <a:lnTo>
                  <a:pt x="2496" y="65"/>
                </a:lnTo>
                <a:lnTo>
                  <a:pt x="2496" y="66"/>
                </a:lnTo>
                <a:lnTo>
                  <a:pt x="2494" y="68"/>
                </a:lnTo>
                <a:lnTo>
                  <a:pt x="2493" y="70"/>
                </a:lnTo>
                <a:lnTo>
                  <a:pt x="2493" y="71"/>
                </a:lnTo>
                <a:lnTo>
                  <a:pt x="2493" y="72"/>
                </a:lnTo>
                <a:lnTo>
                  <a:pt x="2493" y="73"/>
                </a:lnTo>
                <a:lnTo>
                  <a:pt x="2494" y="73"/>
                </a:lnTo>
                <a:lnTo>
                  <a:pt x="2496" y="73"/>
                </a:lnTo>
                <a:lnTo>
                  <a:pt x="2497" y="74"/>
                </a:lnTo>
                <a:lnTo>
                  <a:pt x="2498" y="74"/>
                </a:lnTo>
                <a:lnTo>
                  <a:pt x="2499" y="74"/>
                </a:lnTo>
                <a:lnTo>
                  <a:pt x="2499" y="75"/>
                </a:lnTo>
                <a:lnTo>
                  <a:pt x="2499" y="78"/>
                </a:lnTo>
                <a:lnTo>
                  <a:pt x="2499" y="79"/>
                </a:lnTo>
                <a:lnTo>
                  <a:pt x="2501" y="80"/>
                </a:lnTo>
                <a:lnTo>
                  <a:pt x="2502" y="81"/>
                </a:lnTo>
                <a:lnTo>
                  <a:pt x="2503" y="83"/>
                </a:lnTo>
                <a:lnTo>
                  <a:pt x="2502" y="83"/>
                </a:lnTo>
                <a:lnTo>
                  <a:pt x="2500" y="83"/>
                </a:lnTo>
                <a:lnTo>
                  <a:pt x="2499" y="83"/>
                </a:lnTo>
                <a:lnTo>
                  <a:pt x="2498" y="84"/>
                </a:lnTo>
                <a:lnTo>
                  <a:pt x="2499" y="84"/>
                </a:lnTo>
                <a:lnTo>
                  <a:pt x="2500" y="86"/>
                </a:lnTo>
                <a:lnTo>
                  <a:pt x="2501" y="88"/>
                </a:lnTo>
                <a:lnTo>
                  <a:pt x="2501" y="89"/>
                </a:lnTo>
                <a:lnTo>
                  <a:pt x="2502" y="89"/>
                </a:lnTo>
                <a:lnTo>
                  <a:pt x="2504" y="89"/>
                </a:lnTo>
                <a:lnTo>
                  <a:pt x="2506" y="89"/>
                </a:lnTo>
                <a:lnTo>
                  <a:pt x="2508" y="90"/>
                </a:lnTo>
                <a:lnTo>
                  <a:pt x="2510" y="93"/>
                </a:lnTo>
                <a:lnTo>
                  <a:pt x="2512" y="95"/>
                </a:lnTo>
                <a:lnTo>
                  <a:pt x="2514" y="98"/>
                </a:lnTo>
                <a:lnTo>
                  <a:pt x="2515" y="100"/>
                </a:lnTo>
                <a:lnTo>
                  <a:pt x="2516" y="100"/>
                </a:lnTo>
                <a:lnTo>
                  <a:pt x="2517" y="98"/>
                </a:lnTo>
                <a:lnTo>
                  <a:pt x="2518" y="97"/>
                </a:lnTo>
                <a:lnTo>
                  <a:pt x="2519" y="97"/>
                </a:lnTo>
                <a:lnTo>
                  <a:pt x="2521" y="98"/>
                </a:lnTo>
                <a:lnTo>
                  <a:pt x="2524" y="101"/>
                </a:lnTo>
                <a:lnTo>
                  <a:pt x="2526" y="103"/>
                </a:lnTo>
                <a:lnTo>
                  <a:pt x="2528" y="105"/>
                </a:lnTo>
                <a:lnTo>
                  <a:pt x="2529" y="106"/>
                </a:lnTo>
                <a:lnTo>
                  <a:pt x="2530" y="108"/>
                </a:lnTo>
                <a:lnTo>
                  <a:pt x="2530" y="109"/>
                </a:lnTo>
                <a:lnTo>
                  <a:pt x="2530" y="110"/>
                </a:lnTo>
                <a:lnTo>
                  <a:pt x="2530" y="111"/>
                </a:lnTo>
                <a:lnTo>
                  <a:pt x="2530" y="112"/>
                </a:lnTo>
                <a:lnTo>
                  <a:pt x="2531" y="111"/>
                </a:lnTo>
                <a:lnTo>
                  <a:pt x="2532" y="111"/>
                </a:lnTo>
                <a:lnTo>
                  <a:pt x="2533" y="111"/>
                </a:lnTo>
                <a:lnTo>
                  <a:pt x="2534" y="111"/>
                </a:lnTo>
                <a:lnTo>
                  <a:pt x="2535" y="112"/>
                </a:lnTo>
                <a:lnTo>
                  <a:pt x="2535" y="113"/>
                </a:lnTo>
                <a:lnTo>
                  <a:pt x="2534" y="115"/>
                </a:lnTo>
                <a:lnTo>
                  <a:pt x="2532" y="117"/>
                </a:lnTo>
                <a:lnTo>
                  <a:pt x="2529" y="118"/>
                </a:lnTo>
                <a:lnTo>
                  <a:pt x="2528" y="119"/>
                </a:lnTo>
                <a:lnTo>
                  <a:pt x="2528" y="120"/>
                </a:lnTo>
                <a:lnTo>
                  <a:pt x="2524" y="122"/>
                </a:lnTo>
                <a:lnTo>
                  <a:pt x="2523" y="123"/>
                </a:lnTo>
                <a:lnTo>
                  <a:pt x="2523" y="124"/>
                </a:lnTo>
                <a:lnTo>
                  <a:pt x="2523" y="126"/>
                </a:lnTo>
                <a:lnTo>
                  <a:pt x="2523" y="127"/>
                </a:lnTo>
                <a:lnTo>
                  <a:pt x="2521" y="128"/>
                </a:lnTo>
                <a:lnTo>
                  <a:pt x="2518" y="130"/>
                </a:lnTo>
                <a:lnTo>
                  <a:pt x="2516" y="130"/>
                </a:lnTo>
                <a:lnTo>
                  <a:pt x="2515" y="131"/>
                </a:lnTo>
                <a:lnTo>
                  <a:pt x="2513" y="131"/>
                </a:lnTo>
                <a:lnTo>
                  <a:pt x="2512" y="132"/>
                </a:lnTo>
                <a:lnTo>
                  <a:pt x="2512" y="133"/>
                </a:lnTo>
                <a:lnTo>
                  <a:pt x="2513" y="135"/>
                </a:lnTo>
                <a:lnTo>
                  <a:pt x="2513" y="137"/>
                </a:lnTo>
                <a:lnTo>
                  <a:pt x="2514" y="137"/>
                </a:lnTo>
                <a:lnTo>
                  <a:pt x="2514" y="138"/>
                </a:lnTo>
                <a:lnTo>
                  <a:pt x="2515" y="138"/>
                </a:lnTo>
                <a:lnTo>
                  <a:pt x="2515" y="139"/>
                </a:lnTo>
                <a:lnTo>
                  <a:pt x="2516" y="139"/>
                </a:lnTo>
                <a:lnTo>
                  <a:pt x="2518" y="140"/>
                </a:lnTo>
                <a:lnTo>
                  <a:pt x="2519" y="141"/>
                </a:lnTo>
                <a:lnTo>
                  <a:pt x="2520" y="142"/>
                </a:lnTo>
                <a:lnTo>
                  <a:pt x="2520" y="143"/>
                </a:lnTo>
                <a:lnTo>
                  <a:pt x="2521" y="144"/>
                </a:lnTo>
                <a:lnTo>
                  <a:pt x="2522" y="144"/>
                </a:lnTo>
                <a:lnTo>
                  <a:pt x="2523" y="144"/>
                </a:lnTo>
                <a:lnTo>
                  <a:pt x="2524" y="145"/>
                </a:lnTo>
                <a:lnTo>
                  <a:pt x="2525" y="145"/>
                </a:lnTo>
                <a:lnTo>
                  <a:pt x="2526" y="145"/>
                </a:lnTo>
                <a:lnTo>
                  <a:pt x="2527" y="145"/>
                </a:lnTo>
                <a:lnTo>
                  <a:pt x="2528" y="145"/>
                </a:lnTo>
                <a:lnTo>
                  <a:pt x="2529" y="145"/>
                </a:lnTo>
                <a:lnTo>
                  <a:pt x="2530" y="146"/>
                </a:lnTo>
                <a:lnTo>
                  <a:pt x="2531" y="146"/>
                </a:lnTo>
                <a:lnTo>
                  <a:pt x="2531" y="148"/>
                </a:lnTo>
                <a:lnTo>
                  <a:pt x="2532" y="150"/>
                </a:lnTo>
                <a:lnTo>
                  <a:pt x="2532" y="151"/>
                </a:lnTo>
                <a:lnTo>
                  <a:pt x="2533" y="151"/>
                </a:lnTo>
                <a:lnTo>
                  <a:pt x="2534" y="150"/>
                </a:lnTo>
                <a:lnTo>
                  <a:pt x="2535" y="150"/>
                </a:lnTo>
                <a:lnTo>
                  <a:pt x="2536" y="151"/>
                </a:lnTo>
                <a:lnTo>
                  <a:pt x="2539" y="156"/>
                </a:lnTo>
                <a:lnTo>
                  <a:pt x="2540" y="157"/>
                </a:lnTo>
                <a:lnTo>
                  <a:pt x="2541" y="159"/>
                </a:lnTo>
                <a:lnTo>
                  <a:pt x="2543" y="158"/>
                </a:lnTo>
                <a:lnTo>
                  <a:pt x="2544" y="157"/>
                </a:lnTo>
                <a:lnTo>
                  <a:pt x="2545" y="157"/>
                </a:lnTo>
                <a:lnTo>
                  <a:pt x="2546" y="159"/>
                </a:lnTo>
                <a:lnTo>
                  <a:pt x="2548" y="159"/>
                </a:lnTo>
                <a:lnTo>
                  <a:pt x="2550" y="160"/>
                </a:lnTo>
                <a:lnTo>
                  <a:pt x="2554" y="163"/>
                </a:lnTo>
                <a:lnTo>
                  <a:pt x="2556" y="164"/>
                </a:lnTo>
                <a:lnTo>
                  <a:pt x="2559" y="166"/>
                </a:lnTo>
                <a:lnTo>
                  <a:pt x="2561" y="168"/>
                </a:lnTo>
                <a:lnTo>
                  <a:pt x="2561" y="169"/>
                </a:lnTo>
                <a:lnTo>
                  <a:pt x="2561" y="171"/>
                </a:lnTo>
                <a:lnTo>
                  <a:pt x="2560" y="172"/>
                </a:lnTo>
                <a:lnTo>
                  <a:pt x="2560" y="173"/>
                </a:lnTo>
                <a:lnTo>
                  <a:pt x="2561" y="174"/>
                </a:lnTo>
                <a:lnTo>
                  <a:pt x="2561" y="175"/>
                </a:lnTo>
                <a:lnTo>
                  <a:pt x="2564" y="177"/>
                </a:lnTo>
                <a:lnTo>
                  <a:pt x="2566" y="179"/>
                </a:lnTo>
                <a:lnTo>
                  <a:pt x="2568" y="181"/>
                </a:lnTo>
                <a:lnTo>
                  <a:pt x="2569" y="182"/>
                </a:lnTo>
                <a:lnTo>
                  <a:pt x="2570" y="184"/>
                </a:lnTo>
                <a:lnTo>
                  <a:pt x="2571" y="185"/>
                </a:lnTo>
                <a:lnTo>
                  <a:pt x="2573" y="185"/>
                </a:lnTo>
                <a:lnTo>
                  <a:pt x="2576" y="183"/>
                </a:lnTo>
                <a:lnTo>
                  <a:pt x="2578" y="182"/>
                </a:lnTo>
                <a:lnTo>
                  <a:pt x="2579" y="182"/>
                </a:lnTo>
                <a:lnTo>
                  <a:pt x="2581" y="182"/>
                </a:lnTo>
                <a:lnTo>
                  <a:pt x="2582" y="184"/>
                </a:lnTo>
                <a:lnTo>
                  <a:pt x="2582" y="185"/>
                </a:lnTo>
                <a:lnTo>
                  <a:pt x="2581" y="186"/>
                </a:lnTo>
                <a:lnTo>
                  <a:pt x="2581" y="188"/>
                </a:lnTo>
                <a:lnTo>
                  <a:pt x="2581" y="189"/>
                </a:lnTo>
                <a:lnTo>
                  <a:pt x="2582" y="191"/>
                </a:lnTo>
                <a:lnTo>
                  <a:pt x="2582" y="192"/>
                </a:lnTo>
                <a:lnTo>
                  <a:pt x="2584" y="192"/>
                </a:lnTo>
                <a:lnTo>
                  <a:pt x="2587" y="192"/>
                </a:lnTo>
                <a:lnTo>
                  <a:pt x="2587" y="193"/>
                </a:lnTo>
                <a:lnTo>
                  <a:pt x="2587" y="195"/>
                </a:lnTo>
                <a:lnTo>
                  <a:pt x="2587" y="196"/>
                </a:lnTo>
                <a:lnTo>
                  <a:pt x="2588" y="197"/>
                </a:lnTo>
                <a:lnTo>
                  <a:pt x="2590" y="198"/>
                </a:lnTo>
                <a:lnTo>
                  <a:pt x="2591" y="199"/>
                </a:lnTo>
                <a:lnTo>
                  <a:pt x="2591" y="200"/>
                </a:lnTo>
                <a:lnTo>
                  <a:pt x="2590" y="203"/>
                </a:lnTo>
                <a:lnTo>
                  <a:pt x="2587" y="206"/>
                </a:lnTo>
                <a:lnTo>
                  <a:pt x="2585" y="207"/>
                </a:lnTo>
                <a:lnTo>
                  <a:pt x="2585" y="209"/>
                </a:lnTo>
                <a:lnTo>
                  <a:pt x="2585" y="211"/>
                </a:lnTo>
                <a:lnTo>
                  <a:pt x="2586" y="212"/>
                </a:lnTo>
                <a:lnTo>
                  <a:pt x="2586" y="213"/>
                </a:lnTo>
                <a:lnTo>
                  <a:pt x="2586" y="215"/>
                </a:lnTo>
                <a:lnTo>
                  <a:pt x="2587" y="217"/>
                </a:lnTo>
                <a:lnTo>
                  <a:pt x="2586" y="219"/>
                </a:lnTo>
                <a:lnTo>
                  <a:pt x="2586" y="220"/>
                </a:lnTo>
                <a:lnTo>
                  <a:pt x="2586" y="222"/>
                </a:lnTo>
                <a:lnTo>
                  <a:pt x="2586" y="223"/>
                </a:lnTo>
                <a:lnTo>
                  <a:pt x="2587" y="224"/>
                </a:lnTo>
                <a:lnTo>
                  <a:pt x="2588" y="224"/>
                </a:lnTo>
                <a:lnTo>
                  <a:pt x="2589" y="226"/>
                </a:lnTo>
                <a:lnTo>
                  <a:pt x="2590" y="227"/>
                </a:lnTo>
                <a:lnTo>
                  <a:pt x="2590" y="228"/>
                </a:lnTo>
                <a:lnTo>
                  <a:pt x="2590" y="229"/>
                </a:lnTo>
                <a:lnTo>
                  <a:pt x="2590" y="231"/>
                </a:lnTo>
                <a:lnTo>
                  <a:pt x="2591" y="232"/>
                </a:lnTo>
                <a:lnTo>
                  <a:pt x="2593" y="233"/>
                </a:lnTo>
                <a:lnTo>
                  <a:pt x="2594" y="234"/>
                </a:lnTo>
                <a:lnTo>
                  <a:pt x="2596" y="233"/>
                </a:lnTo>
                <a:lnTo>
                  <a:pt x="2597" y="233"/>
                </a:lnTo>
                <a:lnTo>
                  <a:pt x="2598" y="233"/>
                </a:lnTo>
                <a:lnTo>
                  <a:pt x="2599" y="233"/>
                </a:lnTo>
                <a:lnTo>
                  <a:pt x="2600" y="234"/>
                </a:lnTo>
                <a:lnTo>
                  <a:pt x="2600" y="236"/>
                </a:lnTo>
                <a:lnTo>
                  <a:pt x="2601" y="237"/>
                </a:lnTo>
                <a:lnTo>
                  <a:pt x="2604" y="239"/>
                </a:lnTo>
                <a:lnTo>
                  <a:pt x="2605" y="240"/>
                </a:lnTo>
                <a:lnTo>
                  <a:pt x="2606" y="241"/>
                </a:lnTo>
                <a:lnTo>
                  <a:pt x="2606" y="242"/>
                </a:lnTo>
                <a:lnTo>
                  <a:pt x="2607" y="243"/>
                </a:lnTo>
                <a:lnTo>
                  <a:pt x="2609" y="244"/>
                </a:lnTo>
                <a:lnTo>
                  <a:pt x="2610" y="245"/>
                </a:lnTo>
                <a:lnTo>
                  <a:pt x="2611" y="246"/>
                </a:lnTo>
                <a:lnTo>
                  <a:pt x="2611" y="249"/>
                </a:lnTo>
                <a:lnTo>
                  <a:pt x="2612" y="250"/>
                </a:lnTo>
                <a:lnTo>
                  <a:pt x="2613" y="251"/>
                </a:lnTo>
                <a:lnTo>
                  <a:pt x="2615" y="250"/>
                </a:lnTo>
                <a:lnTo>
                  <a:pt x="2616" y="250"/>
                </a:lnTo>
                <a:lnTo>
                  <a:pt x="2618" y="250"/>
                </a:lnTo>
                <a:lnTo>
                  <a:pt x="2620" y="251"/>
                </a:lnTo>
                <a:lnTo>
                  <a:pt x="2623" y="251"/>
                </a:lnTo>
                <a:lnTo>
                  <a:pt x="2625" y="251"/>
                </a:lnTo>
                <a:lnTo>
                  <a:pt x="2627" y="252"/>
                </a:lnTo>
                <a:lnTo>
                  <a:pt x="2628" y="252"/>
                </a:lnTo>
                <a:lnTo>
                  <a:pt x="2628" y="253"/>
                </a:lnTo>
                <a:lnTo>
                  <a:pt x="2628" y="254"/>
                </a:lnTo>
                <a:lnTo>
                  <a:pt x="2629" y="256"/>
                </a:lnTo>
                <a:lnTo>
                  <a:pt x="2630" y="256"/>
                </a:lnTo>
                <a:lnTo>
                  <a:pt x="2630" y="257"/>
                </a:lnTo>
                <a:lnTo>
                  <a:pt x="2637" y="264"/>
                </a:lnTo>
                <a:lnTo>
                  <a:pt x="2639" y="268"/>
                </a:lnTo>
                <a:lnTo>
                  <a:pt x="2639" y="270"/>
                </a:lnTo>
                <a:lnTo>
                  <a:pt x="2639" y="273"/>
                </a:lnTo>
                <a:lnTo>
                  <a:pt x="2639" y="274"/>
                </a:lnTo>
                <a:lnTo>
                  <a:pt x="2639" y="275"/>
                </a:lnTo>
                <a:lnTo>
                  <a:pt x="2640" y="275"/>
                </a:lnTo>
                <a:lnTo>
                  <a:pt x="2641" y="276"/>
                </a:lnTo>
                <a:lnTo>
                  <a:pt x="2641" y="277"/>
                </a:lnTo>
                <a:lnTo>
                  <a:pt x="2641" y="278"/>
                </a:lnTo>
                <a:lnTo>
                  <a:pt x="2641" y="279"/>
                </a:lnTo>
                <a:lnTo>
                  <a:pt x="2642" y="280"/>
                </a:lnTo>
                <a:lnTo>
                  <a:pt x="2643" y="280"/>
                </a:lnTo>
                <a:lnTo>
                  <a:pt x="2646" y="281"/>
                </a:lnTo>
                <a:lnTo>
                  <a:pt x="2649" y="281"/>
                </a:lnTo>
                <a:lnTo>
                  <a:pt x="2652" y="280"/>
                </a:lnTo>
                <a:lnTo>
                  <a:pt x="2654" y="280"/>
                </a:lnTo>
                <a:lnTo>
                  <a:pt x="2656" y="281"/>
                </a:lnTo>
                <a:lnTo>
                  <a:pt x="2657" y="282"/>
                </a:lnTo>
                <a:lnTo>
                  <a:pt x="2659" y="283"/>
                </a:lnTo>
                <a:lnTo>
                  <a:pt x="2661" y="284"/>
                </a:lnTo>
                <a:lnTo>
                  <a:pt x="2663" y="285"/>
                </a:lnTo>
                <a:lnTo>
                  <a:pt x="2665" y="284"/>
                </a:lnTo>
                <a:lnTo>
                  <a:pt x="2666" y="284"/>
                </a:lnTo>
                <a:lnTo>
                  <a:pt x="2667" y="283"/>
                </a:lnTo>
                <a:lnTo>
                  <a:pt x="2669" y="284"/>
                </a:lnTo>
                <a:lnTo>
                  <a:pt x="2671" y="283"/>
                </a:lnTo>
                <a:lnTo>
                  <a:pt x="2672" y="282"/>
                </a:lnTo>
                <a:lnTo>
                  <a:pt x="2672" y="281"/>
                </a:lnTo>
                <a:lnTo>
                  <a:pt x="2673" y="281"/>
                </a:lnTo>
                <a:lnTo>
                  <a:pt x="2673" y="279"/>
                </a:lnTo>
                <a:lnTo>
                  <a:pt x="2674" y="278"/>
                </a:lnTo>
                <a:lnTo>
                  <a:pt x="2679" y="278"/>
                </a:lnTo>
                <a:lnTo>
                  <a:pt x="2681" y="278"/>
                </a:lnTo>
                <a:lnTo>
                  <a:pt x="2683" y="278"/>
                </a:lnTo>
                <a:lnTo>
                  <a:pt x="2685" y="276"/>
                </a:lnTo>
                <a:lnTo>
                  <a:pt x="2686" y="275"/>
                </a:lnTo>
                <a:lnTo>
                  <a:pt x="2687" y="276"/>
                </a:lnTo>
                <a:lnTo>
                  <a:pt x="2689" y="277"/>
                </a:lnTo>
                <a:lnTo>
                  <a:pt x="2695" y="278"/>
                </a:lnTo>
                <a:lnTo>
                  <a:pt x="2698" y="280"/>
                </a:lnTo>
                <a:lnTo>
                  <a:pt x="2700" y="281"/>
                </a:lnTo>
                <a:lnTo>
                  <a:pt x="2706" y="280"/>
                </a:lnTo>
                <a:lnTo>
                  <a:pt x="2709" y="280"/>
                </a:lnTo>
                <a:lnTo>
                  <a:pt x="2711" y="280"/>
                </a:lnTo>
                <a:lnTo>
                  <a:pt x="2713" y="282"/>
                </a:lnTo>
                <a:lnTo>
                  <a:pt x="2714" y="285"/>
                </a:lnTo>
                <a:lnTo>
                  <a:pt x="2714" y="286"/>
                </a:lnTo>
                <a:lnTo>
                  <a:pt x="2714" y="288"/>
                </a:lnTo>
                <a:lnTo>
                  <a:pt x="2713" y="288"/>
                </a:lnTo>
                <a:lnTo>
                  <a:pt x="2713" y="291"/>
                </a:lnTo>
                <a:lnTo>
                  <a:pt x="2713" y="292"/>
                </a:lnTo>
                <a:lnTo>
                  <a:pt x="2713" y="295"/>
                </a:lnTo>
                <a:lnTo>
                  <a:pt x="2713" y="296"/>
                </a:lnTo>
                <a:lnTo>
                  <a:pt x="2714" y="298"/>
                </a:lnTo>
                <a:lnTo>
                  <a:pt x="2715" y="298"/>
                </a:lnTo>
                <a:lnTo>
                  <a:pt x="2717" y="299"/>
                </a:lnTo>
                <a:lnTo>
                  <a:pt x="2718" y="300"/>
                </a:lnTo>
                <a:lnTo>
                  <a:pt x="2719" y="301"/>
                </a:lnTo>
                <a:lnTo>
                  <a:pt x="2718" y="305"/>
                </a:lnTo>
                <a:lnTo>
                  <a:pt x="2718" y="306"/>
                </a:lnTo>
                <a:lnTo>
                  <a:pt x="2718" y="307"/>
                </a:lnTo>
                <a:lnTo>
                  <a:pt x="2719" y="308"/>
                </a:lnTo>
                <a:lnTo>
                  <a:pt x="2723" y="309"/>
                </a:lnTo>
                <a:lnTo>
                  <a:pt x="2724" y="310"/>
                </a:lnTo>
                <a:lnTo>
                  <a:pt x="2727" y="311"/>
                </a:lnTo>
                <a:lnTo>
                  <a:pt x="2729" y="312"/>
                </a:lnTo>
                <a:lnTo>
                  <a:pt x="2730" y="313"/>
                </a:lnTo>
                <a:lnTo>
                  <a:pt x="2731" y="314"/>
                </a:lnTo>
                <a:lnTo>
                  <a:pt x="2731" y="315"/>
                </a:lnTo>
                <a:lnTo>
                  <a:pt x="2731" y="316"/>
                </a:lnTo>
                <a:lnTo>
                  <a:pt x="2731" y="319"/>
                </a:lnTo>
                <a:lnTo>
                  <a:pt x="2731" y="321"/>
                </a:lnTo>
                <a:lnTo>
                  <a:pt x="2731" y="323"/>
                </a:lnTo>
                <a:lnTo>
                  <a:pt x="2731" y="324"/>
                </a:lnTo>
                <a:lnTo>
                  <a:pt x="2731" y="325"/>
                </a:lnTo>
                <a:lnTo>
                  <a:pt x="2732" y="326"/>
                </a:lnTo>
                <a:lnTo>
                  <a:pt x="2732" y="327"/>
                </a:lnTo>
                <a:lnTo>
                  <a:pt x="2734" y="326"/>
                </a:lnTo>
                <a:lnTo>
                  <a:pt x="2736" y="326"/>
                </a:lnTo>
                <a:lnTo>
                  <a:pt x="2738" y="326"/>
                </a:lnTo>
                <a:lnTo>
                  <a:pt x="2740" y="327"/>
                </a:lnTo>
                <a:lnTo>
                  <a:pt x="2743" y="328"/>
                </a:lnTo>
                <a:lnTo>
                  <a:pt x="2745" y="329"/>
                </a:lnTo>
                <a:lnTo>
                  <a:pt x="2746" y="329"/>
                </a:lnTo>
                <a:lnTo>
                  <a:pt x="2747" y="328"/>
                </a:lnTo>
                <a:lnTo>
                  <a:pt x="2748" y="327"/>
                </a:lnTo>
                <a:lnTo>
                  <a:pt x="2749" y="327"/>
                </a:lnTo>
                <a:lnTo>
                  <a:pt x="2750" y="327"/>
                </a:lnTo>
                <a:lnTo>
                  <a:pt x="2751" y="328"/>
                </a:lnTo>
                <a:lnTo>
                  <a:pt x="2752" y="328"/>
                </a:lnTo>
                <a:lnTo>
                  <a:pt x="2755" y="329"/>
                </a:lnTo>
                <a:lnTo>
                  <a:pt x="2757" y="330"/>
                </a:lnTo>
                <a:lnTo>
                  <a:pt x="2758" y="329"/>
                </a:lnTo>
                <a:lnTo>
                  <a:pt x="2759" y="329"/>
                </a:lnTo>
                <a:lnTo>
                  <a:pt x="2759" y="328"/>
                </a:lnTo>
                <a:lnTo>
                  <a:pt x="2759" y="325"/>
                </a:lnTo>
                <a:lnTo>
                  <a:pt x="2759" y="323"/>
                </a:lnTo>
                <a:lnTo>
                  <a:pt x="2760" y="320"/>
                </a:lnTo>
                <a:lnTo>
                  <a:pt x="2760" y="319"/>
                </a:lnTo>
                <a:lnTo>
                  <a:pt x="2761" y="319"/>
                </a:lnTo>
                <a:lnTo>
                  <a:pt x="2761" y="320"/>
                </a:lnTo>
                <a:lnTo>
                  <a:pt x="2764" y="321"/>
                </a:lnTo>
                <a:lnTo>
                  <a:pt x="2766" y="321"/>
                </a:lnTo>
                <a:lnTo>
                  <a:pt x="2768" y="322"/>
                </a:lnTo>
                <a:lnTo>
                  <a:pt x="2770" y="323"/>
                </a:lnTo>
                <a:lnTo>
                  <a:pt x="2771" y="323"/>
                </a:lnTo>
                <a:lnTo>
                  <a:pt x="2772" y="323"/>
                </a:lnTo>
                <a:lnTo>
                  <a:pt x="2774" y="322"/>
                </a:lnTo>
                <a:lnTo>
                  <a:pt x="2775" y="322"/>
                </a:lnTo>
                <a:lnTo>
                  <a:pt x="2776" y="324"/>
                </a:lnTo>
                <a:lnTo>
                  <a:pt x="2777" y="325"/>
                </a:lnTo>
                <a:lnTo>
                  <a:pt x="2777" y="326"/>
                </a:lnTo>
                <a:lnTo>
                  <a:pt x="2776" y="329"/>
                </a:lnTo>
                <a:lnTo>
                  <a:pt x="2775" y="332"/>
                </a:lnTo>
                <a:lnTo>
                  <a:pt x="2774" y="334"/>
                </a:lnTo>
                <a:lnTo>
                  <a:pt x="2773" y="338"/>
                </a:lnTo>
                <a:lnTo>
                  <a:pt x="2773" y="340"/>
                </a:lnTo>
                <a:lnTo>
                  <a:pt x="2773" y="342"/>
                </a:lnTo>
                <a:lnTo>
                  <a:pt x="2773" y="344"/>
                </a:lnTo>
                <a:lnTo>
                  <a:pt x="2774" y="346"/>
                </a:lnTo>
                <a:lnTo>
                  <a:pt x="2775" y="349"/>
                </a:lnTo>
                <a:lnTo>
                  <a:pt x="2777" y="350"/>
                </a:lnTo>
                <a:lnTo>
                  <a:pt x="2779" y="355"/>
                </a:lnTo>
                <a:lnTo>
                  <a:pt x="2781" y="356"/>
                </a:lnTo>
                <a:lnTo>
                  <a:pt x="2785" y="356"/>
                </a:lnTo>
                <a:lnTo>
                  <a:pt x="2787" y="357"/>
                </a:lnTo>
                <a:lnTo>
                  <a:pt x="2788" y="358"/>
                </a:lnTo>
                <a:lnTo>
                  <a:pt x="2789" y="360"/>
                </a:lnTo>
                <a:lnTo>
                  <a:pt x="2790" y="361"/>
                </a:lnTo>
                <a:lnTo>
                  <a:pt x="2791" y="362"/>
                </a:lnTo>
                <a:lnTo>
                  <a:pt x="2792" y="362"/>
                </a:lnTo>
                <a:lnTo>
                  <a:pt x="2793" y="361"/>
                </a:lnTo>
                <a:lnTo>
                  <a:pt x="2794" y="361"/>
                </a:lnTo>
                <a:lnTo>
                  <a:pt x="2795" y="362"/>
                </a:lnTo>
                <a:lnTo>
                  <a:pt x="2797" y="364"/>
                </a:lnTo>
                <a:lnTo>
                  <a:pt x="2800" y="366"/>
                </a:lnTo>
                <a:lnTo>
                  <a:pt x="2803" y="367"/>
                </a:lnTo>
                <a:lnTo>
                  <a:pt x="2807" y="370"/>
                </a:lnTo>
                <a:lnTo>
                  <a:pt x="2808" y="372"/>
                </a:lnTo>
                <a:lnTo>
                  <a:pt x="2809" y="373"/>
                </a:lnTo>
                <a:lnTo>
                  <a:pt x="2810" y="375"/>
                </a:lnTo>
                <a:lnTo>
                  <a:pt x="2812" y="376"/>
                </a:lnTo>
                <a:lnTo>
                  <a:pt x="2812" y="377"/>
                </a:lnTo>
                <a:lnTo>
                  <a:pt x="2808" y="376"/>
                </a:lnTo>
                <a:lnTo>
                  <a:pt x="2807" y="376"/>
                </a:lnTo>
                <a:lnTo>
                  <a:pt x="2806" y="376"/>
                </a:lnTo>
                <a:lnTo>
                  <a:pt x="2806" y="377"/>
                </a:lnTo>
                <a:lnTo>
                  <a:pt x="2806" y="378"/>
                </a:lnTo>
                <a:lnTo>
                  <a:pt x="2806" y="379"/>
                </a:lnTo>
                <a:lnTo>
                  <a:pt x="2806" y="380"/>
                </a:lnTo>
                <a:lnTo>
                  <a:pt x="2809" y="385"/>
                </a:lnTo>
                <a:lnTo>
                  <a:pt x="2809" y="390"/>
                </a:lnTo>
                <a:lnTo>
                  <a:pt x="2810" y="393"/>
                </a:lnTo>
                <a:lnTo>
                  <a:pt x="2810" y="396"/>
                </a:lnTo>
                <a:lnTo>
                  <a:pt x="2810" y="397"/>
                </a:lnTo>
                <a:lnTo>
                  <a:pt x="2811" y="399"/>
                </a:lnTo>
                <a:lnTo>
                  <a:pt x="2815" y="402"/>
                </a:lnTo>
                <a:lnTo>
                  <a:pt x="2817" y="406"/>
                </a:lnTo>
                <a:lnTo>
                  <a:pt x="2818" y="408"/>
                </a:lnTo>
                <a:lnTo>
                  <a:pt x="2818" y="411"/>
                </a:lnTo>
                <a:lnTo>
                  <a:pt x="2818" y="414"/>
                </a:lnTo>
                <a:lnTo>
                  <a:pt x="2818" y="416"/>
                </a:lnTo>
                <a:lnTo>
                  <a:pt x="2817" y="417"/>
                </a:lnTo>
                <a:lnTo>
                  <a:pt x="2817" y="418"/>
                </a:lnTo>
                <a:lnTo>
                  <a:pt x="2816" y="418"/>
                </a:lnTo>
                <a:lnTo>
                  <a:pt x="2816" y="419"/>
                </a:lnTo>
                <a:lnTo>
                  <a:pt x="2815" y="420"/>
                </a:lnTo>
                <a:lnTo>
                  <a:pt x="2815" y="421"/>
                </a:lnTo>
                <a:lnTo>
                  <a:pt x="2815" y="422"/>
                </a:lnTo>
                <a:lnTo>
                  <a:pt x="2815" y="424"/>
                </a:lnTo>
                <a:lnTo>
                  <a:pt x="2814" y="425"/>
                </a:lnTo>
                <a:lnTo>
                  <a:pt x="2815" y="426"/>
                </a:lnTo>
                <a:lnTo>
                  <a:pt x="2815" y="427"/>
                </a:lnTo>
                <a:lnTo>
                  <a:pt x="2817" y="427"/>
                </a:lnTo>
                <a:lnTo>
                  <a:pt x="2819" y="428"/>
                </a:lnTo>
                <a:lnTo>
                  <a:pt x="2820" y="428"/>
                </a:lnTo>
                <a:lnTo>
                  <a:pt x="2820" y="429"/>
                </a:lnTo>
                <a:lnTo>
                  <a:pt x="2821" y="431"/>
                </a:lnTo>
                <a:lnTo>
                  <a:pt x="2822" y="432"/>
                </a:lnTo>
                <a:lnTo>
                  <a:pt x="2822" y="433"/>
                </a:lnTo>
                <a:lnTo>
                  <a:pt x="2822" y="434"/>
                </a:lnTo>
                <a:lnTo>
                  <a:pt x="2821" y="435"/>
                </a:lnTo>
                <a:lnTo>
                  <a:pt x="2819" y="437"/>
                </a:lnTo>
                <a:lnTo>
                  <a:pt x="2818" y="438"/>
                </a:lnTo>
                <a:lnTo>
                  <a:pt x="2819" y="439"/>
                </a:lnTo>
                <a:lnTo>
                  <a:pt x="2819" y="441"/>
                </a:lnTo>
                <a:lnTo>
                  <a:pt x="2818" y="442"/>
                </a:lnTo>
                <a:lnTo>
                  <a:pt x="2817" y="443"/>
                </a:lnTo>
                <a:lnTo>
                  <a:pt x="2816" y="444"/>
                </a:lnTo>
                <a:lnTo>
                  <a:pt x="2816" y="446"/>
                </a:lnTo>
                <a:lnTo>
                  <a:pt x="2818" y="450"/>
                </a:lnTo>
                <a:lnTo>
                  <a:pt x="2820" y="454"/>
                </a:lnTo>
                <a:lnTo>
                  <a:pt x="2820" y="461"/>
                </a:lnTo>
                <a:lnTo>
                  <a:pt x="2821" y="462"/>
                </a:lnTo>
                <a:lnTo>
                  <a:pt x="2822" y="463"/>
                </a:lnTo>
                <a:lnTo>
                  <a:pt x="2823" y="464"/>
                </a:lnTo>
                <a:lnTo>
                  <a:pt x="2822" y="466"/>
                </a:lnTo>
                <a:lnTo>
                  <a:pt x="2822" y="469"/>
                </a:lnTo>
                <a:lnTo>
                  <a:pt x="2825" y="473"/>
                </a:lnTo>
                <a:lnTo>
                  <a:pt x="2826" y="475"/>
                </a:lnTo>
                <a:lnTo>
                  <a:pt x="2826" y="477"/>
                </a:lnTo>
                <a:lnTo>
                  <a:pt x="2827" y="478"/>
                </a:lnTo>
                <a:lnTo>
                  <a:pt x="2828" y="480"/>
                </a:lnTo>
                <a:lnTo>
                  <a:pt x="2829" y="481"/>
                </a:lnTo>
                <a:lnTo>
                  <a:pt x="2830" y="484"/>
                </a:lnTo>
                <a:lnTo>
                  <a:pt x="2831" y="485"/>
                </a:lnTo>
                <a:lnTo>
                  <a:pt x="2832" y="485"/>
                </a:lnTo>
                <a:lnTo>
                  <a:pt x="2833" y="486"/>
                </a:lnTo>
                <a:lnTo>
                  <a:pt x="2833" y="487"/>
                </a:lnTo>
                <a:lnTo>
                  <a:pt x="2832" y="488"/>
                </a:lnTo>
                <a:lnTo>
                  <a:pt x="2832" y="490"/>
                </a:lnTo>
                <a:lnTo>
                  <a:pt x="2833" y="493"/>
                </a:lnTo>
                <a:lnTo>
                  <a:pt x="2834" y="493"/>
                </a:lnTo>
                <a:lnTo>
                  <a:pt x="2834" y="494"/>
                </a:lnTo>
                <a:lnTo>
                  <a:pt x="2836" y="496"/>
                </a:lnTo>
                <a:lnTo>
                  <a:pt x="2836" y="497"/>
                </a:lnTo>
                <a:lnTo>
                  <a:pt x="2837" y="500"/>
                </a:lnTo>
                <a:lnTo>
                  <a:pt x="2839" y="503"/>
                </a:lnTo>
                <a:lnTo>
                  <a:pt x="2840" y="505"/>
                </a:lnTo>
                <a:lnTo>
                  <a:pt x="2841" y="508"/>
                </a:lnTo>
                <a:lnTo>
                  <a:pt x="2843" y="510"/>
                </a:lnTo>
                <a:lnTo>
                  <a:pt x="2844" y="512"/>
                </a:lnTo>
                <a:lnTo>
                  <a:pt x="2844" y="513"/>
                </a:lnTo>
                <a:lnTo>
                  <a:pt x="2844" y="515"/>
                </a:lnTo>
                <a:lnTo>
                  <a:pt x="2844" y="516"/>
                </a:lnTo>
                <a:lnTo>
                  <a:pt x="2846" y="516"/>
                </a:lnTo>
                <a:lnTo>
                  <a:pt x="2848" y="516"/>
                </a:lnTo>
                <a:lnTo>
                  <a:pt x="2850" y="516"/>
                </a:lnTo>
                <a:lnTo>
                  <a:pt x="2853" y="517"/>
                </a:lnTo>
                <a:lnTo>
                  <a:pt x="2855" y="519"/>
                </a:lnTo>
                <a:lnTo>
                  <a:pt x="2856" y="520"/>
                </a:lnTo>
                <a:lnTo>
                  <a:pt x="2858" y="522"/>
                </a:lnTo>
                <a:lnTo>
                  <a:pt x="2859" y="524"/>
                </a:lnTo>
                <a:lnTo>
                  <a:pt x="2861" y="524"/>
                </a:lnTo>
                <a:lnTo>
                  <a:pt x="2862" y="525"/>
                </a:lnTo>
                <a:lnTo>
                  <a:pt x="2862" y="526"/>
                </a:lnTo>
                <a:lnTo>
                  <a:pt x="2863" y="527"/>
                </a:lnTo>
                <a:lnTo>
                  <a:pt x="2864" y="529"/>
                </a:lnTo>
                <a:lnTo>
                  <a:pt x="2864" y="531"/>
                </a:lnTo>
                <a:lnTo>
                  <a:pt x="2864" y="533"/>
                </a:lnTo>
                <a:lnTo>
                  <a:pt x="2863" y="534"/>
                </a:lnTo>
                <a:lnTo>
                  <a:pt x="2863" y="535"/>
                </a:lnTo>
                <a:lnTo>
                  <a:pt x="2863" y="536"/>
                </a:lnTo>
                <a:lnTo>
                  <a:pt x="2863" y="537"/>
                </a:lnTo>
                <a:lnTo>
                  <a:pt x="2864" y="539"/>
                </a:lnTo>
                <a:lnTo>
                  <a:pt x="2864" y="540"/>
                </a:lnTo>
                <a:lnTo>
                  <a:pt x="2865" y="541"/>
                </a:lnTo>
                <a:lnTo>
                  <a:pt x="2867" y="542"/>
                </a:lnTo>
                <a:lnTo>
                  <a:pt x="2867" y="543"/>
                </a:lnTo>
                <a:lnTo>
                  <a:pt x="2866" y="548"/>
                </a:lnTo>
                <a:lnTo>
                  <a:pt x="2865" y="550"/>
                </a:lnTo>
                <a:lnTo>
                  <a:pt x="2864" y="552"/>
                </a:lnTo>
                <a:lnTo>
                  <a:pt x="2864" y="553"/>
                </a:lnTo>
                <a:lnTo>
                  <a:pt x="2867" y="559"/>
                </a:lnTo>
                <a:lnTo>
                  <a:pt x="2869" y="560"/>
                </a:lnTo>
                <a:lnTo>
                  <a:pt x="2869" y="561"/>
                </a:lnTo>
                <a:lnTo>
                  <a:pt x="2869" y="562"/>
                </a:lnTo>
                <a:lnTo>
                  <a:pt x="2869" y="565"/>
                </a:lnTo>
                <a:lnTo>
                  <a:pt x="2870" y="565"/>
                </a:lnTo>
                <a:lnTo>
                  <a:pt x="2871" y="566"/>
                </a:lnTo>
                <a:lnTo>
                  <a:pt x="2872" y="567"/>
                </a:lnTo>
                <a:lnTo>
                  <a:pt x="2873" y="568"/>
                </a:lnTo>
                <a:lnTo>
                  <a:pt x="2873" y="569"/>
                </a:lnTo>
                <a:lnTo>
                  <a:pt x="2873" y="570"/>
                </a:lnTo>
                <a:lnTo>
                  <a:pt x="2875" y="576"/>
                </a:lnTo>
                <a:lnTo>
                  <a:pt x="2876" y="578"/>
                </a:lnTo>
                <a:lnTo>
                  <a:pt x="2872" y="587"/>
                </a:lnTo>
                <a:lnTo>
                  <a:pt x="2869" y="598"/>
                </a:lnTo>
                <a:lnTo>
                  <a:pt x="2867" y="603"/>
                </a:lnTo>
                <a:lnTo>
                  <a:pt x="2867" y="604"/>
                </a:lnTo>
                <a:lnTo>
                  <a:pt x="2868" y="605"/>
                </a:lnTo>
                <a:lnTo>
                  <a:pt x="2874" y="606"/>
                </a:lnTo>
                <a:lnTo>
                  <a:pt x="2874" y="607"/>
                </a:lnTo>
                <a:lnTo>
                  <a:pt x="2874" y="608"/>
                </a:lnTo>
                <a:lnTo>
                  <a:pt x="2875" y="609"/>
                </a:lnTo>
                <a:lnTo>
                  <a:pt x="2874" y="611"/>
                </a:lnTo>
                <a:lnTo>
                  <a:pt x="2874" y="612"/>
                </a:lnTo>
                <a:lnTo>
                  <a:pt x="2873" y="613"/>
                </a:lnTo>
                <a:lnTo>
                  <a:pt x="2872" y="614"/>
                </a:lnTo>
                <a:lnTo>
                  <a:pt x="2872" y="615"/>
                </a:lnTo>
                <a:lnTo>
                  <a:pt x="2871" y="617"/>
                </a:lnTo>
                <a:lnTo>
                  <a:pt x="2870" y="620"/>
                </a:lnTo>
                <a:lnTo>
                  <a:pt x="2867" y="621"/>
                </a:lnTo>
                <a:lnTo>
                  <a:pt x="2867" y="622"/>
                </a:lnTo>
                <a:lnTo>
                  <a:pt x="2867" y="624"/>
                </a:lnTo>
                <a:lnTo>
                  <a:pt x="2866" y="626"/>
                </a:lnTo>
                <a:lnTo>
                  <a:pt x="2864" y="628"/>
                </a:lnTo>
                <a:lnTo>
                  <a:pt x="2864" y="633"/>
                </a:lnTo>
                <a:lnTo>
                  <a:pt x="2860" y="635"/>
                </a:lnTo>
                <a:lnTo>
                  <a:pt x="2860" y="636"/>
                </a:lnTo>
                <a:lnTo>
                  <a:pt x="2858" y="640"/>
                </a:lnTo>
                <a:lnTo>
                  <a:pt x="2857" y="643"/>
                </a:lnTo>
                <a:lnTo>
                  <a:pt x="2856" y="645"/>
                </a:lnTo>
                <a:lnTo>
                  <a:pt x="2854" y="647"/>
                </a:lnTo>
                <a:lnTo>
                  <a:pt x="2851" y="650"/>
                </a:lnTo>
                <a:lnTo>
                  <a:pt x="2848" y="652"/>
                </a:lnTo>
                <a:lnTo>
                  <a:pt x="2846" y="654"/>
                </a:lnTo>
                <a:lnTo>
                  <a:pt x="2845" y="654"/>
                </a:lnTo>
                <a:lnTo>
                  <a:pt x="2845" y="655"/>
                </a:lnTo>
                <a:lnTo>
                  <a:pt x="2844" y="656"/>
                </a:lnTo>
                <a:lnTo>
                  <a:pt x="2843" y="657"/>
                </a:lnTo>
                <a:lnTo>
                  <a:pt x="2843" y="659"/>
                </a:lnTo>
                <a:lnTo>
                  <a:pt x="2844" y="663"/>
                </a:lnTo>
                <a:lnTo>
                  <a:pt x="2845" y="665"/>
                </a:lnTo>
                <a:lnTo>
                  <a:pt x="2845" y="666"/>
                </a:lnTo>
                <a:lnTo>
                  <a:pt x="2848" y="673"/>
                </a:lnTo>
                <a:lnTo>
                  <a:pt x="2847" y="676"/>
                </a:lnTo>
                <a:lnTo>
                  <a:pt x="2850" y="690"/>
                </a:lnTo>
                <a:lnTo>
                  <a:pt x="2854" y="696"/>
                </a:lnTo>
                <a:lnTo>
                  <a:pt x="2852" y="706"/>
                </a:lnTo>
                <a:lnTo>
                  <a:pt x="2851" y="708"/>
                </a:lnTo>
                <a:lnTo>
                  <a:pt x="2851" y="709"/>
                </a:lnTo>
                <a:lnTo>
                  <a:pt x="2852" y="710"/>
                </a:lnTo>
                <a:lnTo>
                  <a:pt x="2853" y="711"/>
                </a:lnTo>
                <a:lnTo>
                  <a:pt x="2853" y="712"/>
                </a:lnTo>
                <a:lnTo>
                  <a:pt x="2853" y="714"/>
                </a:lnTo>
                <a:lnTo>
                  <a:pt x="2852" y="716"/>
                </a:lnTo>
                <a:lnTo>
                  <a:pt x="2852" y="717"/>
                </a:lnTo>
                <a:lnTo>
                  <a:pt x="2851" y="719"/>
                </a:lnTo>
                <a:lnTo>
                  <a:pt x="2848" y="721"/>
                </a:lnTo>
                <a:lnTo>
                  <a:pt x="2846" y="722"/>
                </a:lnTo>
                <a:lnTo>
                  <a:pt x="2838" y="729"/>
                </a:lnTo>
                <a:lnTo>
                  <a:pt x="2833" y="733"/>
                </a:lnTo>
                <a:lnTo>
                  <a:pt x="2830" y="736"/>
                </a:lnTo>
                <a:lnTo>
                  <a:pt x="2823" y="742"/>
                </a:lnTo>
                <a:lnTo>
                  <a:pt x="2811" y="757"/>
                </a:lnTo>
                <a:lnTo>
                  <a:pt x="2810" y="757"/>
                </a:lnTo>
                <a:lnTo>
                  <a:pt x="2800" y="772"/>
                </a:lnTo>
                <a:lnTo>
                  <a:pt x="2791" y="796"/>
                </a:lnTo>
                <a:lnTo>
                  <a:pt x="2788" y="808"/>
                </a:lnTo>
                <a:lnTo>
                  <a:pt x="2787" y="819"/>
                </a:lnTo>
                <a:lnTo>
                  <a:pt x="2788" y="822"/>
                </a:lnTo>
                <a:lnTo>
                  <a:pt x="2788" y="823"/>
                </a:lnTo>
                <a:lnTo>
                  <a:pt x="2789" y="823"/>
                </a:lnTo>
                <a:lnTo>
                  <a:pt x="2790" y="824"/>
                </a:lnTo>
                <a:lnTo>
                  <a:pt x="2793" y="826"/>
                </a:lnTo>
                <a:lnTo>
                  <a:pt x="2796" y="829"/>
                </a:lnTo>
                <a:lnTo>
                  <a:pt x="2798" y="832"/>
                </a:lnTo>
                <a:lnTo>
                  <a:pt x="2799" y="833"/>
                </a:lnTo>
                <a:lnTo>
                  <a:pt x="2799" y="838"/>
                </a:lnTo>
                <a:lnTo>
                  <a:pt x="2799" y="841"/>
                </a:lnTo>
                <a:lnTo>
                  <a:pt x="2800" y="847"/>
                </a:lnTo>
                <a:lnTo>
                  <a:pt x="2801" y="855"/>
                </a:lnTo>
                <a:lnTo>
                  <a:pt x="2801" y="859"/>
                </a:lnTo>
                <a:lnTo>
                  <a:pt x="2800" y="862"/>
                </a:lnTo>
                <a:lnTo>
                  <a:pt x="2804" y="861"/>
                </a:lnTo>
                <a:lnTo>
                  <a:pt x="2810" y="866"/>
                </a:lnTo>
                <a:lnTo>
                  <a:pt x="2811" y="873"/>
                </a:lnTo>
                <a:lnTo>
                  <a:pt x="2806" y="881"/>
                </a:lnTo>
                <a:lnTo>
                  <a:pt x="2808" y="883"/>
                </a:lnTo>
                <a:lnTo>
                  <a:pt x="2808" y="884"/>
                </a:lnTo>
                <a:lnTo>
                  <a:pt x="2820" y="884"/>
                </a:lnTo>
                <a:lnTo>
                  <a:pt x="2825" y="881"/>
                </a:lnTo>
                <a:lnTo>
                  <a:pt x="2828" y="882"/>
                </a:lnTo>
                <a:lnTo>
                  <a:pt x="2832" y="884"/>
                </a:lnTo>
                <a:lnTo>
                  <a:pt x="2837" y="883"/>
                </a:lnTo>
                <a:lnTo>
                  <a:pt x="2839" y="883"/>
                </a:lnTo>
                <a:lnTo>
                  <a:pt x="2841" y="885"/>
                </a:lnTo>
                <a:lnTo>
                  <a:pt x="2843" y="884"/>
                </a:lnTo>
                <a:lnTo>
                  <a:pt x="2845" y="886"/>
                </a:lnTo>
                <a:lnTo>
                  <a:pt x="2849" y="888"/>
                </a:lnTo>
                <a:lnTo>
                  <a:pt x="2849" y="891"/>
                </a:lnTo>
                <a:lnTo>
                  <a:pt x="2849" y="892"/>
                </a:lnTo>
                <a:lnTo>
                  <a:pt x="2849" y="893"/>
                </a:lnTo>
                <a:lnTo>
                  <a:pt x="2851" y="896"/>
                </a:lnTo>
                <a:lnTo>
                  <a:pt x="2851" y="897"/>
                </a:lnTo>
                <a:lnTo>
                  <a:pt x="2854" y="898"/>
                </a:lnTo>
                <a:lnTo>
                  <a:pt x="2855" y="898"/>
                </a:lnTo>
                <a:lnTo>
                  <a:pt x="2856" y="899"/>
                </a:lnTo>
                <a:lnTo>
                  <a:pt x="2857" y="901"/>
                </a:lnTo>
                <a:lnTo>
                  <a:pt x="2857" y="902"/>
                </a:lnTo>
                <a:lnTo>
                  <a:pt x="2858" y="903"/>
                </a:lnTo>
                <a:lnTo>
                  <a:pt x="2859" y="903"/>
                </a:lnTo>
                <a:lnTo>
                  <a:pt x="2862" y="904"/>
                </a:lnTo>
                <a:lnTo>
                  <a:pt x="2866" y="905"/>
                </a:lnTo>
                <a:lnTo>
                  <a:pt x="2870" y="906"/>
                </a:lnTo>
                <a:lnTo>
                  <a:pt x="2873" y="908"/>
                </a:lnTo>
                <a:lnTo>
                  <a:pt x="2875" y="910"/>
                </a:lnTo>
                <a:lnTo>
                  <a:pt x="2878" y="910"/>
                </a:lnTo>
                <a:lnTo>
                  <a:pt x="2878" y="907"/>
                </a:lnTo>
                <a:lnTo>
                  <a:pt x="2885" y="902"/>
                </a:lnTo>
                <a:lnTo>
                  <a:pt x="2887" y="902"/>
                </a:lnTo>
                <a:lnTo>
                  <a:pt x="2888" y="904"/>
                </a:lnTo>
                <a:lnTo>
                  <a:pt x="2891" y="907"/>
                </a:lnTo>
                <a:lnTo>
                  <a:pt x="2892" y="910"/>
                </a:lnTo>
                <a:lnTo>
                  <a:pt x="2893" y="913"/>
                </a:lnTo>
                <a:lnTo>
                  <a:pt x="2893" y="914"/>
                </a:lnTo>
                <a:lnTo>
                  <a:pt x="2893" y="915"/>
                </a:lnTo>
                <a:lnTo>
                  <a:pt x="2898" y="918"/>
                </a:lnTo>
                <a:lnTo>
                  <a:pt x="2901" y="922"/>
                </a:lnTo>
                <a:lnTo>
                  <a:pt x="2903" y="921"/>
                </a:lnTo>
                <a:lnTo>
                  <a:pt x="2904" y="920"/>
                </a:lnTo>
                <a:lnTo>
                  <a:pt x="2909" y="924"/>
                </a:lnTo>
                <a:lnTo>
                  <a:pt x="2917" y="925"/>
                </a:lnTo>
                <a:lnTo>
                  <a:pt x="2918" y="925"/>
                </a:lnTo>
                <a:lnTo>
                  <a:pt x="2922" y="926"/>
                </a:lnTo>
                <a:lnTo>
                  <a:pt x="2923" y="925"/>
                </a:lnTo>
                <a:lnTo>
                  <a:pt x="2936" y="924"/>
                </a:lnTo>
                <a:lnTo>
                  <a:pt x="2948" y="927"/>
                </a:lnTo>
                <a:lnTo>
                  <a:pt x="2955" y="927"/>
                </a:lnTo>
                <a:lnTo>
                  <a:pt x="2959" y="928"/>
                </a:lnTo>
                <a:lnTo>
                  <a:pt x="2962" y="928"/>
                </a:lnTo>
                <a:lnTo>
                  <a:pt x="2964" y="928"/>
                </a:lnTo>
                <a:lnTo>
                  <a:pt x="2972" y="929"/>
                </a:lnTo>
                <a:lnTo>
                  <a:pt x="2978" y="930"/>
                </a:lnTo>
                <a:lnTo>
                  <a:pt x="2984" y="936"/>
                </a:lnTo>
                <a:lnTo>
                  <a:pt x="2991" y="942"/>
                </a:lnTo>
                <a:lnTo>
                  <a:pt x="2996" y="946"/>
                </a:lnTo>
                <a:lnTo>
                  <a:pt x="2998" y="945"/>
                </a:lnTo>
                <a:lnTo>
                  <a:pt x="2999" y="945"/>
                </a:lnTo>
                <a:lnTo>
                  <a:pt x="3000" y="946"/>
                </a:lnTo>
                <a:lnTo>
                  <a:pt x="3008" y="945"/>
                </a:lnTo>
                <a:lnTo>
                  <a:pt x="3011" y="948"/>
                </a:lnTo>
                <a:lnTo>
                  <a:pt x="3021" y="949"/>
                </a:lnTo>
                <a:lnTo>
                  <a:pt x="3031" y="954"/>
                </a:lnTo>
                <a:lnTo>
                  <a:pt x="3036" y="953"/>
                </a:lnTo>
                <a:lnTo>
                  <a:pt x="3040" y="951"/>
                </a:lnTo>
                <a:lnTo>
                  <a:pt x="3043" y="952"/>
                </a:lnTo>
                <a:lnTo>
                  <a:pt x="3047" y="952"/>
                </a:lnTo>
                <a:lnTo>
                  <a:pt x="3050" y="952"/>
                </a:lnTo>
                <a:lnTo>
                  <a:pt x="3056" y="952"/>
                </a:lnTo>
                <a:lnTo>
                  <a:pt x="3061" y="952"/>
                </a:lnTo>
                <a:lnTo>
                  <a:pt x="3064" y="951"/>
                </a:lnTo>
                <a:lnTo>
                  <a:pt x="3065" y="951"/>
                </a:lnTo>
                <a:lnTo>
                  <a:pt x="3066" y="951"/>
                </a:lnTo>
                <a:lnTo>
                  <a:pt x="3067" y="951"/>
                </a:lnTo>
                <a:lnTo>
                  <a:pt x="3070" y="950"/>
                </a:lnTo>
                <a:lnTo>
                  <a:pt x="3074" y="950"/>
                </a:lnTo>
                <a:lnTo>
                  <a:pt x="3083" y="953"/>
                </a:lnTo>
                <a:lnTo>
                  <a:pt x="3088" y="951"/>
                </a:lnTo>
                <a:lnTo>
                  <a:pt x="3089" y="951"/>
                </a:lnTo>
                <a:lnTo>
                  <a:pt x="3091" y="953"/>
                </a:lnTo>
                <a:lnTo>
                  <a:pt x="3092" y="954"/>
                </a:lnTo>
                <a:lnTo>
                  <a:pt x="3094" y="954"/>
                </a:lnTo>
                <a:lnTo>
                  <a:pt x="3095" y="957"/>
                </a:lnTo>
                <a:lnTo>
                  <a:pt x="3095" y="958"/>
                </a:lnTo>
                <a:lnTo>
                  <a:pt x="3096" y="958"/>
                </a:lnTo>
                <a:lnTo>
                  <a:pt x="3100" y="959"/>
                </a:lnTo>
                <a:lnTo>
                  <a:pt x="3101" y="959"/>
                </a:lnTo>
                <a:lnTo>
                  <a:pt x="3101" y="960"/>
                </a:lnTo>
                <a:lnTo>
                  <a:pt x="3102" y="961"/>
                </a:lnTo>
                <a:lnTo>
                  <a:pt x="3102" y="962"/>
                </a:lnTo>
                <a:lnTo>
                  <a:pt x="3103" y="962"/>
                </a:lnTo>
                <a:lnTo>
                  <a:pt x="3104" y="962"/>
                </a:lnTo>
                <a:lnTo>
                  <a:pt x="3105" y="961"/>
                </a:lnTo>
                <a:lnTo>
                  <a:pt x="3107" y="961"/>
                </a:lnTo>
                <a:lnTo>
                  <a:pt x="3108" y="961"/>
                </a:lnTo>
                <a:lnTo>
                  <a:pt x="3111" y="960"/>
                </a:lnTo>
                <a:lnTo>
                  <a:pt x="3112" y="960"/>
                </a:lnTo>
                <a:lnTo>
                  <a:pt x="3114" y="961"/>
                </a:lnTo>
                <a:lnTo>
                  <a:pt x="3117" y="963"/>
                </a:lnTo>
                <a:lnTo>
                  <a:pt x="3118" y="963"/>
                </a:lnTo>
                <a:lnTo>
                  <a:pt x="3126" y="963"/>
                </a:lnTo>
                <a:lnTo>
                  <a:pt x="3127" y="963"/>
                </a:lnTo>
                <a:lnTo>
                  <a:pt x="3129" y="963"/>
                </a:lnTo>
                <a:lnTo>
                  <a:pt x="3138" y="968"/>
                </a:lnTo>
                <a:lnTo>
                  <a:pt x="3140" y="969"/>
                </a:lnTo>
                <a:lnTo>
                  <a:pt x="3142" y="970"/>
                </a:lnTo>
                <a:lnTo>
                  <a:pt x="3145" y="971"/>
                </a:lnTo>
                <a:lnTo>
                  <a:pt x="3148" y="972"/>
                </a:lnTo>
                <a:lnTo>
                  <a:pt x="3149" y="972"/>
                </a:lnTo>
                <a:lnTo>
                  <a:pt x="3149" y="970"/>
                </a:lnTo>
                <a:lnTo>
                  <a:pt x="3150" y="970"/>
                </a:lnTo>
                <a:lnTo>
                  <a:pt x="3151" y="971"/>
                </a:lnTo>
                <a:lnTo>
                  <a:pt x="3153" y="971"/>
                </a:lnTo>
                <a:lnTo>
                  <a:pt x="3156" y="972"/>
                </a:lnTo>
                <a:lnTo>
                  <a:pt x="3158" y="973"/>
                </a:lnTo>
                <a:lnTo>
                  <a:pt x="3159" y="974"/>
                </a:lnTo>
                <a:lnTo>
                  <a:pt x="3161" y="974"/>
                </a:lnTo>
                <a:lnTo>
                  <a:pt x="3162" y="975"/>
                </a:lnTo>
                <a:lnTo>
                  <a:pt x="3162" y="976"/>
                </a:lnTo>
                <a:lnTo>
                  <a:pt x="3163" y="977"/>
                </a:lnTo>
                <a:lnTo>
                  <a:pt x="3165" y="979"/>
                </a:lnTo>
                <a:lnTo>
                  <a:pt x="3166" y="980"/>
                </a:lnTo>
                <a:lnTo>
                  <a:pt x="3168" y="979"/>
                </a:lnTo>
                <a:lnTo>
                  <a:pt x="3170" y="980"/>
                </a:lnTo>
                <a:lnTo>
                  <a:pt x="3172" y="979"/>
                </a:lnTo>
                <a:lnTo>
                  <a:pt x="3173" y="979"/>
                </a:lnTo>
                <a:lnTo>
                  <a:pt x="3175" y="980"/>
                </a:lnTo>
                <a:lnTo>
                  <a:pt x="3176" y="981"/>
                </a:lnTo>
                <a:lnTo>
                  <a:pt x="3176" y="980"/>
                </a:lnTo>
                <a:lnTo>
                  <a:pt x="3176" y="978"/>
                </a:lnTo>
                <a:lnTo>
                  <a:pt x="3177" y="978"/>
                </a:lnTo>
                <a:lnTo>
                  <a:pt x="3179" y="980"/>
                </a:lnTo>
                <a:lnTo>
                  <a:pt x="3182" y="983"/>
                </a:lnTo>
                <a:lnTo>
                  <a:pt x="3186" y="985"/>
                </a:lnTo>
                <a:lnTo>
                  <a:pt x="3188" y="986"/>
                </a:lnTo>
                <a:lnTo>
                  <a:pt x="3191" y="988"/>
                </a:lnTo>
                <a:lnTo>
                  <a:pt x="3195" y="990"/>
                </a:lnTo>
                <a:lnTo>
                  <a:pt x="3196" y="991"/>
                </a:lnTo>
                <a:lnTo>
                  <a:pt x="3198" y="993"/>
                </a:lnTo>
                <a:lnTo>
                  <a:pt x="3200" y="995"/>
                </a:lnTo>
                <a:lnTo>
                  <a:pt x="3201" y="995"/>
                </a:lnTo>
                <a:lnTo>
                  <a:pt x="3204" y="996"/>
                </a:lnTo>
                <a:lnTo>
                  <a:pt x="3204" y="998"/>
                </a:lnTo>
                <a:lnTo>
                  <a:pt x="3204" y="1001"/>
                </a:lnTo>
                <a:lnTo>
                  <a:pt x="3205" y="1002"/>
                </a:lnTo>
                <a:lnTo>
                  <a:pt x="3206" y="1004"/>
                </a:lnTo>
                <a:lnTo>
                  <a:pt x="3210" y="1006"/>
                </a:lnTo>
                <a:lnTo>
                  <a:pt x="3217" y="1011"/>
                </a:lnTo>
                <a:lnTo>
                  <a:pt x="3219" y="1012"/>
                </a:lnTo>
                <a:lnTo>
                  <a:pt x="3229" y="1019"/>
                </a:lnTo>
                <a:lnTo>
                  <a:pt x="3235" y="1024"/>
                </a:lnTo>
                <a:lnTo>
                  <a:pt x="3240" y="1027"/>
                </a:lnTo>
                <a:lnTo>
                  <a:pt x="3245" y="1031"/>
                </a:lnTo>
                <a:lnTo>
                  <a:pt x="3251" y="1035"/>
                </a:lnTo>
                <a:lnTo>
                  <a:pt x="3262" y="1046"/>
                </a:lnTo>
                <a:lnTo>
                  <a:pt x="3267" y="1048"/>
                </a:lnTo>
                <a:lnTo>
                  <a:pt x="3271" y="1051"/>
                </a:lnTo>
                <a:lnTo>
                  <a:pt x="3272" y="1053"/>
                </a:lnTo>
                <a:lnTo>
                  <a:pt x="3272" y="1055"/>
                </a:lnTo>
                <a:lnTo>
                  <a:pt x="3277" y="1062"/>
                </a:lnTo>
                <a:lnTo>
                  <a:pt x="3279" y="1065"/>
                </a:lnTo>
                <a:lnTo>
                  <a:pt x="3285" y="1069"/>
                </a:lnTo>
                <a:lnTo>
                  <a:pt x="3286" y="1070"/>
                </a:lnTo>
                <a:lnTo>
                  <a:pt x="3287" y="1074"/>
                </a:lnTo>
                <a:lnTo>
                  <a:pt x="3288" y="1078"/>
                </a:lnTo>
                <a:lnTo>
                  <a:pt x="3288" y="1080"/>
                </a:lnTo>
                <a:lnTo>
                  <a:pt x="3287" y="1082"/>
                </a:lnTo>
                <a:lnTo>
                  <a:pt x="3288" y="1083"/>
                </a:lnTo>
                <a:lnTo>
                  <a:pt x="3288" y="1084"/>
                </a:lnTo>
                <a:lnTo>
                  <a:pt x="3292" y="1083"/>
                </a:lnTo>
                <a:lnTo>
                  <a:pt x="3295" y="1084"/>
                </a:lnTo>
                <a:lnTo>
                  <a:pt x="3300" y="1085"/>
                </a:lnTo>
                <a:lnTo>
                  <a:pt x="3307" y="1088"/>
                </a:lnTo>
                <a:lnTo>
                  <a:pt x="3313" y="1096"/>
                </a:lnTo>
                <a:lnTo>
                  <a:pt x="3323" y="1101"/>
                </a:lnTo>
                <a:lnTo>
                  <a:pt x="3331" y="1114"/>
                </a:lnTo>
                <a:lnTo>
                  <a:pt x="3333" y="1116"/>
                </a:lnTo>
                <a:lnTo>
                  <a:pt x="3336" y="1123"/>
                </a:lnTo>
                <a:lnTo>
                  <a:pt x="3338" y="1126"/>
                </a:lnTo>
                <a:lnTo>
                  <a:pt x="3341" y="1126"/>
                </a:lnTo>
                <a:lnTo>
                  <a:pt x="3343" y="1126"/>
                </a:lnTo>
                <a:lnTo>
                  <a:pt x="3345" y="1126"/>
                </a:lnTo>
                <a:lnTo>
                  <a:pt x="3347" y="1128"/>
                </a:lnTo>
                <a:lnTo>
                  <a:pt x="3349" y="1129"/>
                </a:lnTo>
                <a:lnTo>
                  <a:pt x="3350" y="1130"/>
                </a:lnTo>
                <a:lnTo>
                  <a:pt x="3352" y="1131"/>
                </a:lnTo>
                <a:lnTo>
                  <a:pt x="3354" y="1132"/>
                </a:lnTo>
                <a:lnTo>
                  <a:pt x="3356" y="1133"/>
                </a:lnTo>
                <a:lnTo>
                  <a:pt x="3359" y="1134"/>
                </a:lnTo>
                <a:lnTo>
                  <a:pt x="3360" y="1134"/>
                </a:lnTo>
                <a:lnTo>
                  <a:pt x="3361" y="1134"/>
                </a:lnTo>
                <a:lnTo>
                  <a:pt x="3362" y="1136"/>
                </a:lnTo>
                <a:lnTo>
                  <a:pt x="3363" y="1136"/>
                </a:lnTo>
                <a:lnTo>
                  <a:pt x="3364" y="1136"/>
                </a:lnTo>
                <a:lnTo>
                  <a:pt x="3366" y="1137"/>
                </a:lnTo>
                <a:lnTo>
                  <a:pt x="3367" y="1138"/>
                </a:lnTo>
                <a:lnTo>
                  <a:pt x="3368" y="1139"/>
                </a:lnTo>
                <a:lnTo>
                  <a:pt x="3369" y="1141"/>
                </a:lnTo>
                <a:lnTo>
                  <a:pt x="3370" y="1142"/>
                </a:lnTo>
                <a:lnTo>
                  <a:pt x="3372" y="1145"/>
                </a:lnTo>
                <a:lnTo>
                  <a:pt x="3375" y="1148"/>
                </a:lnTo>
                <a:lnTo>
                  <a:pt x="3380" y="1147"/>
                </a:lnTo>
                <a:lnTo>
                  <a:pt x="3393" y="1146"/>
                </a:lnTo>
                <a:lnTo>
                  <a:pt x="3403" y="1147"/>
                </a:lnTo>
                <a:lnTo>
                  <a:pt x="3421" y="1146"/>
                </a:lnTo>
                <a:lnTo>
                  <a:pt x="3436" y="1145"/>
                </a:lnTo>
                <a:lnTo>
                  <a:pt x="3438" y="1148"/>
                </a:lnTo>
                <a:lnTo>
                  <a:pt x="3437" y="1151"/>
                </a:lnTo>
                <a:lnTo>
                  <a:pt x="3434" y="1155"/>
                </a:lnTo>
                <a:lnTo>
                  <a:pt x="3429" y="1159"/>
                </a:lnTo>
                <a:lnTo>
                  <a:pt x="3425" y="1170"/>
                </a:lnTo>
                <a:lnTo>
                  <a:pt x="3422" y="1187"/>
                </a:lnTo>
                <a:lnTo>
                  <a:pt x="3418" y="1199"/>
                </a:lnTo>
                <a:lnTo>
                  <a:pt x="3425" y="1200"/>
                </a:lnTo>
                <a:lnTo>
                  <a:pt x="3432" y="1204"/>
                </a:lnTo>
                <a:lnTo>
                  <a:pt x="3439" y="1205"/>
                </a:lnTo>
                <a:lnTo>
                  <a:pt x="3446" y="1206"/>
                </a:lnTo>
                <a:lnTo>
                  <a:pt x="3447" y="1207"/>
                </a:lnTo>
                <a:lnTo>
                  <a:pt x="3449" y="1215"/>
                </a:lnTo>
                <a:lnTo>
                  <a:pt x="3451" y="1219"/>
                </a:lnTo>
                <a:lnTo>
                  <a:pt x="3452" y="1223"/>
                </a:lnTo>
                <a:lnTo>
                  <a:pt x="3453" y="1227"/>
                </a:lnTo>
                <a:lnTo>
                  <a:pt x="3455" y="1232"/>
                </a:lnTo>
                <a:lnTo>
                  <a:pt x="3458" y="1239"/>
                </a:lnTo>
                <a:lnTo>
                  <a:pt x="3460" y="1255"/>
                </a:lnTo>
                <a:lnTo>
                  <a:pt x="3463" y="1266"/>
                </a:lnTo>
                <a:lnTo>
                  <a:pt x="3466" y="1278"/>
                </a:lnTo>
                <a:lnTo>
                  <a:pt x="3467" y="1281"/>
                </a:lnTo>
                <a:lnTo>
                  <a:pt x="3468" y="1289"/>
                </a:lnTo>
                <a:lnTo>
                  <a:pt x="3469" y="1293"/>
                </a:lnTo>
                <a:lnTo>
                  <a:pt x="3479" y="1319"/>
                </a:lnTo>
                <a:lnTo>
                  <a:pt x="3483" y="1332"/>
                </a:lnTo>
                <a:lnTo>
                  <a:pt x="3484" y="1360"/>
                </a:lnTo>
                <a:lnTo>
                  <a:pt x="3488" y="1369"/>
                </a:lnTo>
                <a:lnTo>
                  <a:pt x="3491" y="1374"/>
                </a:lnTo>
                <a:lnTo>
                  <a:pt x="3500" y="1384"/>
                </a:lnTo>
                <a:lnTo>
                  <a:pt x="3500" y="1385"/>
                </a:lnTo>
                <a:lnTo>
                  <a:pt x="3515" y="1403"/>
                </a:lnTo>
                <a:lnTo>
                  <a:pt x="3548" y="1445"/>
                </a:lnTo>
                <a:lnTo>
                  <a:pt x="3549" y="148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" name=""/>
          <p:cNvSpPr/>
          <p:nvPr/>
        </p:nvSpPr>
        <p:spPr>
          <a:xfrm>
            <a:off x="5240520" y="250092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7" y="5"/>
                </a:move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6" y="8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7" y="2"/>
                </a:lnTo>
                <a:lnTo>
                  <a:pt x="8" y="2"/>
                </a:lnTo>
                <a:lnTo>
                  <a:pt x="7" y="2"/>
                </a:lnTo>
                <a:lnTo>
                  <a:pt x="8" y="3"/>
                </a:lnTo>
                <a:lnTo>
                  <a:pt x="7" y="3"/>
                </a:lnTo>
                <a:lnTo>
                  <a:pt x="8" y="3"/>
                </a:lnTo>
                <a:lnTo>
                  <a:pt x="8" y="5"/>
                </a:lnTo>
                <a:lnTo>
                  <a:pt x="7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" name=""/>
          <p:cNvSpPr/>
          <p:nvPr/>
        </p:nvSpPr>
        <p:spPr>
          <a:xfrm>
            <a:off x="5284800" y="2500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" name=""/>
          <p:cNvSpPr/>
          <p:nvPr/>
        </p:nvSpPr>
        <p:spPr>
          <a:xfrm>
            <a:off x="5247000" y="2496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" name=""/>
          <p:cNvSpPr/>
          <p:nvPr/>
        </p:nvSpPr>
        <p:spPr>
          <a:xfrm>
            <a:off x="5253480" y="2496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" name=""/>
          <p:cNvSpPr/>
          <p:nvPr/>
        </p:nvSpPr>
        <p:spPr>
          <a:xfrm>
            <a:off x="5246280" y="2496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" name=""/>
          <p:cNvSpPr/>
          <p:nvPr/>
        </p:nvSpPr>
        <p:spPr>
          <a:xfrm>
            <a:off x="5257440" y="249552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0"/>
                </a:move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2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" name=""/>
          <p:cNvSpPr/>
          <p:nvPr/>
        </p:nvSpPr>
        <p:spPr>
          <a:xfrm>
            <a:off x="5246280" y="24890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4" y="1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" name=""/>
          <p:cNvSpPr/>
          <p:nvPr/>
        </p:nvSpPr>
        <p:spPr>
          <a:xfrm>
            <a:off x="5244120" y="2487600"/>
            <a:ext cx="2160" cy="3600"/>
          </a:xfrm>
          <a:custGeom>
            <a:avLst/>
            <a:gdLst/>
            <a:ahLst/>
            <a:rect l="0" t="0" r="r" b="b"/>
            <a:pathLst>
              <a:path w="6" h="10">
                <a:moveTo>
                  <a:pt x="3" y="2"/>
                </a:moveTo>
                <a:lnTo>
                  <a:pt x="3" y="1"/>
                </a:lnTo>
                <a:lnTo>
                  <a:pt x="3" y="2"/>
                </a:lnTo>
                <a:lnTo>
                  <a:pt x="4" y="1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6" y="9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0" y="10"/>
                </a:lnTo>
                <a:lnTo>
                  <a:pt x="0" y="9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" name=""/>
          <p:cNvSpPr/>
          <p:nvPr/>
        </p:nvSpPr>
        <p:spPr>
          <a:xfrm>
            <a:off x="5232240" y="24883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5"/>
                </a:move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4" y="2"/>
                </a:lnTo>
                <a:lnTo>
                  <a:pt x="2" y="3"/>
                </a:lnTo>
                <a:lnTo>
                  <a:pt x="2" y="5"/>
                </a:lnTo>
                <a:lnTo>
                  <a:pt x="1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" name=""/>
          <p:cNvSpPr/>
          <p:nvPr/>
        </p:nvSpPr>
        <p:spPr>
          <a:xfrm>
            <a:off x="5244480" y="248004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4" y="3"/>
                </a:move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3"/>
                </a:lnTo>
                <a:lnTo>
                  <a:pt x="4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" name=""/>
          <p:cNvSpPr/>
          <p:nvPr/>
        </p:nvSpPr>
        <p:spPr>
          <a:xfrm>
            <a:off x="5277600" y="2472480"/>
            <a:ext cx="6120" cy="5760"/>
          </a:xfrm>
          <a:custGeom>
            <a:avLst/>
            <a:gdLst/>
            <a:ahLst/>
            <a:rect l="0" t="0" r="r" b="b"/>
            <a:pathLst>
              <a:path w="17" h="16">
                <a:moveTo>
                  <a:pt x="15" y="3"/>
                </a:moveTo>
                <a:lnTo>
                  <a:pt x="13" y="5"/>
                </a:lnTo>
                <a:lnTo>
                  <a:pt x="12" y="6"/>
                </a:lnTo>
                <a:lnTo>
                  <a:pt x="12" y="7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2" y="7"/>
                </a:lnTo>
                <a:lnTo>
                  <a:pt x="11" y="8"/>
                </a:lnTo>
                <a:lnTo>
                  <a:pt x="12" y="8"/>
                </a:lnTo>
                <a:lnTo>
                  <a:pt x="12" y="10"/>
                </a:lnTo>
                <a:lnTo>
                  <a:pt x="11" y="10"/>
                </a:lnTo>
                <a:lnTo>
                  <a:pt x="10" y="10"/>
                </a:lnTo>
                <a:lnTo>
                  <a:pt x="11" y="10"/>
                </a:lnTo>
                <a:lnTo>
                  <a:pt x="11" y="9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1"/>
                </a:lnTo>
                <a:lnTo>
                  <a:pt x="8" y="11"/>
                </a:lnTo>
                <a:lnTo>
                  <a:pt x="7" y="10"/>
                </a:lnTo>
                <a:lnTo>
                  <a:pt x="6" y="11"/>
                </a:lnTo>
                <a:lnTo>
                  <a:pt x="5" y="12"/>
                </a:lnTo>
                <a:lnTo>
                  <a:pt x="5" y="14"/>
                </a:lnTo>
                <a:lnTo>
                  <a:pt x="6" y="16"/>
                </a:lnTo>
                <a:lnTo>
                  <a:pt x="5" y="16"/>
                </a:lnTo>
                <a:lnTo>
                  <a:pt x="3" y="16"/>
                </a:lnTo>
                <a:lnTo>
                  <a:pt x="3" y="15"/>
                </a:lnTo>
                <a:lnTo>
                  <a:pt x="3" y="14"/>
                </a:lnTo>
                <a:lnTo>
                  <a:pt x="5" y="14"/>
                </a:lnTo>
                <a:lnTo>
                  <a:pt x="3" y="14"/>
                </a:lnTo>
                <a:lnTo>
                  <a:pt x="2" y="15"/>
                </a:lnTo>
                <a:lnTo>
                  <a:pt x="2" y="16"/>
                </a:lnTo>
                <a:lnTo>
                  <a:pt x="1" y="16"/>
                </a:lnTo>
                <a:lnTo>
                  <a:pt x="0" y="15"/>
                </a:lnTo>
                <a:lnTo>
                  <a:pt x="0" y="14"/>
                </a:lnTo>
                <a:lnTo>
                  <a:pt x="1" y="14"/>
                </a:lnTo>
                <a:lnTo>
                  <a:pt x="1" y="12"/>
                </a:lnTo>
                <a:lnTo>
                  <a:pt x="3" y="10"/>
                </a:lnTo>
                <a:lnTo>
                  <a:pt x="5" y="8"/>
                </a:lnTo>
                <a:lnTo>
                  <a:pt x="6" y="8"/>
                </a:lnTo>
                <a:lnTo>
                  <a:pt x="8" y="6"/>
                </a:lnTo>
                <a:lnTo>
                  <a:pt x="10" y="5"/>
                </a:lnTo>
                <a:lnTo>
                  <a:pt x="11" y="4"/>
                </a:lnTo>
                <a:lnTo>
                  <a:pt x="11" y="3"/>
                </a:lnTo>
                <a:lnTo>
                  <a:pt x="13" y="2"/>
                </a:lnTo>
                <a:lnTo>
                  <a:pt x="13" y="1"/>
                </a:lnTo>
                <a:lnTo>
                  <a:pt x="14" y="1"/>
                </a:lnTo>
                <a:lnTo>
                  <a:pt x="15" y="0"/>
                </a:ln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7" y="2"/>
                </a:lnTo>
                <a:lnTo>
                  <a:pt x="17" y="3"/>
                </a:lnTo>
                <a:lnTo>
                  <a:pt x="16" y="3"/>
                </a:lnTo>
                <a:lnTo>
                  <a:pt x="15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" name=""/>
          <p:cNvSpPr/>
          <p:nvPr/>
        </p:nvSpPr>
        <p:spPr>
          <a:xfrm>
            <a:off x="5245920" y="2470680"/>
            <a:ext cx="10440" cy="8640"/>
          </a:xfrm>
          <a:custGeom>
            <a:avLst/>
            <a:gdLst/>
            <a:ahLst/>
            <a:rect l="0" t="0" r="r" b="b"/>
            <a:pathLst>
              <a:path w="29" h="24">
                <a:moveTo>
                  <a:pt x="21" y="1"/>
                </a:moveTo>
                <a:lnTo>
                  <a:pt x="21" y="2"/>
                </a:lnTo>
                <a:lnTo>
                  <a:pt x="22" y="4"/>
                </a:lnTo>
                <a:lnTo>
                  <a:pt x="23" y="4"/>
                </a:lnTo>
                <a:lnTo>
                  <a:pt x="23" y="3"/>
                </a:lnTo>
                <a:lnTo>
                  <a:pt x="23" y="2"/>
                </a:lnTo>
                <a:lnTo>
                  <a:pt x="24" y="2"/>
                </a:lnTo>
                <a:lnTo>
                  <a:pt x="25" y="3"/>
                </a:lnTo>
                <a:lnTo>
                  <a:pt x="26" y="5"/>
                </a:lnTo>
                <a:lnTo>
                  <a:pt x="26" y="6"/>
                </a:lnTo>
                <a:lnTo>
                  <a:pt x="26" y="7"/>
                </a:lnTo>
                <a:lnTo>
                  <a:pt x="27" y="8"/>
                </a:lnTo>
                <a:lnTo>
                  <a:pt x="27" y="9"/>
                </a:lnTo>
                <a:lnTo>
                  <a:pt x="28" y="9"/>
                </a:lnTo>
                <a:lnTo>
                  <a:pt x="29" y="9"/>
                </a:lnTo>
                <a:lnTo>
                  <a:pt x="29" y="10"/>
                </a:lnTo>
                <a:lnTo>
                  <a:pt x="28" y="11"/>
                </a:lnTo>
                <a:lnTo>
                  <a:pt x="27" y="11"/>
                </a:lnTo>
                <a:lnTo>
                  <a:pt x="26" y="11"/>
                </a:lnTo>
                <a:lnTo>
                  <a:pt x="25" y="11"/>
                </a:lnTo>
                <a:lnTo>
                  <a:pt x="26" y="10"/>
                </a:lnTo>
                <a:lnTo>
                  <a:pt x="25" y="9"/>
                </a:lnTo>
                <a:lnTo>
                  <a:pt x="24" y="9"/>
                </a:lnTo>
                <a:lnTo>
                  <a:pt x="24" y="10"/>
                </a:lnTo>
                <a:lnTo>
                  <a:pt x="23" y="10"/>
                </a:lnTo>
                <a:lnTo>
                  <a:pt x="22" y="10"/>
                </a:lnTo>
                <a:lnTo>
                  <a:pt x="21" y="10"/>
                </a:lnTo>
                <a:lnTo>
                  <a:pt x="20" y="10"/>
                </a:lnTo>
                <a:lnTo>
                  <a:pt x="19" y="11"/>
                </a:lnTo>
                <a:lnTo>
                  <a:pt x="19" y="13"/>
                </a:lnTo>
                <a:lnTo>
                  <a:pt x="17" y="14"/>
                </a:lnTo>
                <a:lnTo>
                  <a:pt x="17" y="15"/>
                </a:lnTo>
                <a:lnTo>
                  <a:pt x="16" y="16"/>
                </a:lnTo>
                <a:lnTo>
                  <a:pt x="15" y="17"/>
                </a:lnTo>
                <a:lnTo>
                  <a:pt x="14" y="17"/>
                </a:lnTo>
                <a:lnTo>
                  <a:pt x="14" y="18"/>
                </a:lnTo>
                <a:lnTo>
                  <a:pt x="13" y="19"/>
                </a:lnTo>
                <a:lnTo>
                  <a:pt x="13" y="20"/>
                </a:lnTo>
                <a:lnTo>
                  <a:pt x="14" y="20"/>
                </a:lnTo>
                <a:lnTo>
                  <a:pt x="15" y="20"/>
                </a:lnTo>
                <a:lnTo>
                  <a:pt x="15" y="21"/>
                </a:lnTo>
                <a:lnTo>
                  <a:pt x="14" y="21"/>
                </a:lnTo>
                <a:lnTo>
                  <a:pt x="14" y="22"/>
                </a:lnTo>
                <a:lnTo>
                  <a:pt x="14" y="23"/>
                </a:lnTo>
                <a:lnTo>
                  <a:pt x="13" y="23"/>
                </a:lnTo>
                <a:lnTo>
                  <a:pt x="13" y="22"/>
                </a:lnTo>
                <a:lnTo>
                  <a:pt x="12" y="22"/>
                </a:lnTo>
                <a:lnTo>
                  <a:pt x="11" y="22"/>
                </a:lnTo>
                <a:lnTo>
                  <a:pt x="11" y="23"/>
                </a:lnTo>
                <a:lnTo>
                  <a:pt x="10" y="23"/>
                </a:lnTo>
                <a:lnTo>
                  <a:pt x="9" y="23"/>
                </a:lnTo>
                <a:lnTo>
                  <a:pt x="9" y="24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8" y="22"/>
                </a:lnTo>
                <a:lnTo>
                  <a:pt x="8" y="21"/>
                </a:lnTo>
                <a:lnTo>
                  <a:pt x="7" y="21"/>
                </a:lnTo>
                <a:lnTo>
                  <a:pt x="6" y="21"/>
                </a:lnTo>
                <a:lnTo>
                  <a:pt x="5" y="21"/>
                </a:lnTo>
                <a:lnTo>
                  <a:pt x="4" y="21"/>
                </a:lnTo>
                <a:lnTo>
                  <a:pt x="4" y="20"/>
                </a:lnTo>
                <a:lnTo>
                  <a:pt x="3" y="19"/>
                </a:lnTo>
                <a:lnTo>
                  <a:pt x="3" y="18"/>
                </a:lnTo>
                <a:lnTo>
                  <a:pt x="1" y="18"/>
                </a:lnTo>
                <a:lnTo>
                  <a:pt x="1" y="19"/>
                </a:lnTo>
                <a:lnTo>
                  <a:pt x="0" y="19"/>
                </a:lnTo>
                <a:lnTo>
                  <a:pt x="0" y="18"/>
                </a:lnTo>
                <a:lnTo>
                  <a:pt x="0" y="17"/>
                </a:lnTo>
                <a:lnTo>
                  <a:pt x="1" y="16"/>
                </a:lnTo>
                <a:lnTo>
                  <a:pt x="1" y="15"/>
                </a:lnTo>
                <a:lnTo>
                  <a:pt x="1" y="16"/>
                </a:lnTo>
                <a:lnTo>
                  <a:pt x="3" y="16"/>
                </a:lnTo>
                <a:lnTo>
                  <a:pt x="3" y="17"/>
                </a:lnTo>
                <a:lnTo>
                  <a:pt x="3" y="18"/>
                </a:lnTo>
                <a:lnTo>
                  <a:pt x="4" y="18"/>
                </a:lnTo>
                <a:lnTo>
                  <a:pt x="4" y="19"/>
                </a:lnTo>
                <a:lnTo>
                  <a:pt x="4" y="20"/>
                </a:lnTo>
                <a:lnTo>
                  <a:pt x="4" y="21"/>
                </a:lnTo>
                <a:lnTo>
                  <a:pt x="5" y="21"/>
                </a:lnTo>
                <a:lnTo>
                  <a:pt x="5" y="20"/>
                </a:lnTo>
                <a:lnTo>
                  <a:pt x="6" y="20"/>
                </a:lnTo>
                <a:lnTo>
                  <a:pt x="6" y="19"/>
                </a:lnTo>
                <a:lnTo>
                  <a:pt x="7" y="19"/>
                </a:lnTo>
                <a:lnTo>
                  <a:pt x="7" y="20"/>
                </a:lnTo>
                <a:lnTo>
                  <a:pt x="8" y="21"/>
                </a:lnTo>
                <a:lnTo>
                  <a:pt x="9" y="21"/>
                </a:lnTo>
                <a:lnTo>
                  <a:pt x="9" y="20"/>
                </a:lnTo>
                <a:lnTo>
                  <a:pt x="9" y="19"/>
                </a:lnTo>
                <a:lnTo>
                  <a:pt x="10" y="19"/>
                </a:lnTo>
                <a:lnTo>
                  <a:pt x="11" y="19"/>
                </a:lnTo>
                <a:lnTo>
                  <a:pt x="11" y="20"/>
                </a:lnTo>
                <a:lnTo>
                  <a:pt x="12" y="20"/>
                </a:lnTo>
                <a:lnTo>
                  <a:pt x="12" y="19"/>
                </a:lnTo>
                <a:lnTo>
                  <a:pt x="12" y="18"/>
                </a:lnTo>
                <a:lnTo>
                  <a:pt x="11" y="18"/>
                </a:lnTo>
                <a:lnTo>
                  <a:pt x="11" y="17"/>
                </a:lnTo>
                <a:lnTo>
                  <a:pt x="12" y="17"/>
                </a:lnTo>
                <a:lnTo>
                  <a:pt x="13" y="17"/>
                </a:lnTo>
                <a:lnTo>
                  <a:pt x="12" y="15"/>
                </a:lnTo>
                <a:lnTo>
                  <a:pt x="11" y="14"/>
                </a:lnTo>
                <a:lnTo>
                  <a:pt x="10" y="14"/>
                </a:lnTo>
                <a:lnTo>
                  <a:pt x="10" y="15"/>
                </a:lnTo>
                <a:lnTo>
                  <a:pt x="9" y="16"/>
                </a:lnTo>
                <a:lnTo>
                  <a:pt x="7" y="16"/>
                </a:lnTo>
                <a:lnTo>
                  <a:pt x="6" y="16"/>
                </a:lnTo>
                <a:lnTo>
                  <a:pt x="5" y="16"/>
                </a:lnTo>
                <a:lnTo>
                  <a:pt x="4" y="15"/>
                </a:lnTo>
                <a:lnTo>
                  <a:pt x="5" y="15"/>
                </a:lnTo>
                <a:lnTo>
                  <a:pt x="5" y="14"/>
                </a:lnTo>
                <a:lnTo>
                  <a:pt x="5" y="15"/>
                </a:lnTo>
                <a:lnTo>
                  <a:pt x="6" y="15"/>
                </a:lnTo>
                <a:lnTo>
                  <a:pt x="7" y="14"/>
                </a:lnTo>
                <a:lnTo>
                  <a:pt x="8" y="13"/>
                </a:lnTo>
                <a:lnTo>
                  <a:pt x="7" y="11"/>
                </a:lnTo>
                <a:lnTo>
                  <a:pt x="6" y="11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1"/>
                </a:lnTo>
                <a:lnTo>
                  <a:pt x="5" y="10"/>
                </a:lnTo>
                <a:lnTo>
                  <a:pt x="5" y="9"/>
                </a:lnTo>
                <a:lnTo>
                  <a:pt x="4" y="8"/>
                </a:lnTo>
                <a:lnTo>
                  <a:pt x="5" y="8"/>
                </a:lnTo>
                <a:lnTo>
                  <a:pt x="6" y="7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7" y="8"/>
                </a:lnTo>
                <a:lnTo>
                  <a:pt x="8" y="8"/>
                </a:lnTo>
                <a:lnTo>
                  <a:pt x="8" y="9"/>
                </a:lnTo>
                <a:lnTo>
                  <a:pt x="9" y="9"/>
                </a:lnTo>
                <a:lnTo>
                  <a:pt x="9" y="10"/>
                </a:lnTo>
                <a:lnTo>
                  <a:pt x="11" y="9"/>
                </a:lnTo>
                <a:lnTo>
                  <a:pt x="11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2" y="5"/>
                </a:lnTo>
                <a:lnTo>
                  <a:pt x="11" y="4"/>
                </a:ln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3" y="3"/>
                </a:lnTo>
                <a:lnTo>
                  <a:pt x="14" y="3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6" y="1"/>
                </a:lnTo>
                <a:lnTo>
                  <a:pt x="16" y="2"/>
                </a:lnTo>
                <a:lnTo>
                  <a:pt x="15" y="2"/>
                </a:lnTo>
                <a:lnTo>
                  <a:pt x="15" y="3"/>
                </a:lnTo>
                <a:lnTo>
                  <a:pt x="15" y="5"/>
                </a:lnTo>
                <a:lnTo>
                  <a:pt x="15" y="6"/>
                </a:lnTo>
                <a:lnTo>
                  <a:pt x="15" y="7"/>
                </a:lnTo>
                <a:lnTo>
                  <a:pt x="16" y="7"/>
                </a:lnTo>
                <a:lnTo>
                  <a:pt x="17" y="6"/>
                </a:lnTo>
                <a:lnTo>
                  <a:pt x="17" y="5"/>
                </a:lnTo>
                <a:lnTo>
                  <a:pt x="17" y="4"/>
                </a:lnTo>
                <a:lnTo>
                  <a:pt x="17" y="3"/>
                </a:lnTo>
                <a:lnTo>
                  <a:pt x="18" y="3"/>
                </a:lnTo>
                <a:lnTo>
                  <a:pt x="18" y="4"/>
                </a:lnTo>
                <a:lnTo>
                  <a:pt x="18" y="5"/>
                </a:lnTo>
                <a:lnTo>
                  <a:pt x="19" y="5"/>
                </a:lnTo>
                <a:lnTo>
                  <a:pt x="18" y="5"/>
                </a:lnTo>
                <a:lnTo>
                  <a:pt x="18" y="4"/>
                </a:lnTo>
                <a:lnTo>
                  <a:pt x="19" y="4"/>
                </a:lnTo>
                <a:lnTo>
                  <a:pt x="19" y="3"/>
                </a:lnTo>
                <a:lnTo>
                  <a:pt x="19" y="2"/>
                </a:lnTo>
                <a:lnTo>
                  <a:pt x="19" y="1"/>
                </a:lnTo>
                <a:lnTo>
                  <a:pt x="19" y="0"/>
                </a:lnTo>
                <a:lnTo>
                  <a:pt x="20" y="0"/>
                </a:lnTo>
                <a:lnTo>
                  <a:pt x="20" y="1"/>
                </a:lnTo>
                <a:lnTo>
                  <a:pt x="21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" name=""/>
          <p:cNvSpPr/>
          <p:nvPr/>
        </p:nvSpPr>
        <p:spPr>
          <a:xfrm>
            <a:off x="5240880" y="2469240"/>
            <a:ext cx="5040" cy="7200"/>
          </a:xfrm>
          <a:custGeom>
            <a:avLst/>
            <a:gdLst/>
            <a:ahLst/>
            <a:rect l="0" t="0" r="r" b="b"/>
            <a:pathLst>
              <a:path w="14" h="20">
                <a:moveTo>
                  <a:pt x="9" y="1"/>
                </a:move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2" y="1"/>
                </a:lnTo>
                <a:lnTo>
                  <a:pt x="14" y="1"/>
                </a:lnTo>
                <a:lnTo>
                  <a:pt x="12" y="2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10" y="9"/>
                </a:lnTo>
                <a:lnTo>
                  <a:pt x="10" y="11"/>
                </a:lnTo>
                <a:lnTo>
                  <a:pt x="10" y="12"/>
                </a:lnTo>
                <a:lnTo>
                  <a:pt x="9" y="12"/>
                </a:lnTo>
                <a:lnTo>
                  <a:pt x="8" y="13"/>
                </a:lnTo>
                <a:lnTo>
                  <a:pt x="9" y="13"/>
                </a:lnTo>
                <a:lnTo>
                  <a:pt x="9" y="14"/>
                </a:lnTo>
                <a:lnTo>
                  <a:pt x="9" y="15"/>
                </a:lnTo>
                <a:lnTo>
                  <a:pt x="8" y="15"/>
                </a:lnTo>
                <a:lnTo>
                  <a:pt x="9" y="16"/>
                </a:lnTo>
                <a:lnTo>
                  <a:pt x="9" y="17"/>
                </a:lnTo>
                <a:lnTo>
                  <a:pt x="10" y="17"/>
                </a:lnTo>
                <a:lnTo>
                  <a:pt x="10" y="18"/>
                </a:lnTo>
                <a:lnTo>
                  <a:pt x="9" y="18"/>
                </a:lnTo>
                <a:lnTo>
                  <a:pt x="8" y="18"/>
                </a:lnTo>
                <a:lnTo>
                  <a:pt x="7" y="18"/>
                </a:lnTo>
                <a:lnTo>
                  <a:pt x="6" y="18"/>
                </a:lnTo>
                <a:lnTo>
                  <a:pt x="5" y="18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3" y="20"/>
                </a:lnTo>
                <a:lnTo>
                  <a:pt x="2" y="20"/>
                </a:lnTo>
                <a:lnTo>
                  <a:pt x="0" y="20"/>
                </a:lnTo>
                <a:lnTo>
                  <a:pt x="0" y="19"/>
                </a:lnTo>
                <a:lnTo>
                  <a:pt x="2" y="19"/>
                </a:lnTo>
                <a:lnTo>
                  <a:pt x="2" y="18"/>
                </a:lnTo>
                <a:lnTo>
                  <a:pt x="3" y="18"/>
                </a:lnTo>
                <a:lnTo>
                  <a:pt x="3" y="17"/>
                </a:lnTo>
                <a:lnTo>
                  <a:pt x="4" y="17"/>
                </a:lnTo>
                <a:lnTo>
                  <a:pt x="4" y="18"/>
                </a:lnTo>
                <a:lnTo>
                  <a:pt x="5" y="18"/>
                </a:lnTo>
                <a:lnTo>
                  <a:pt x="6" y="17"/>
                </a:lnTo>
                <a:lnTo>
                  <a:pt x="7" y="16"/>
                </a:lnTo>
                <a:lnTo>
                  <a:pt x="7" y="14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5" y="13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6" y="11"/>
                </a:lnTo>
                <a:lnTo>
                  <a:pt x="6" y="9"/>
                </a:lnTo>
                <a:lnTo>
                  <a:pt x="6" y="8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9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" name=""/>
          <p:cNvSpPr/>
          <p:nvPr/>
        </p:nvSpPr>
        <p:spPr>
          <a:xfrm>
            <a:off x="5248800" y="24703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" name=""/>
          <p:cNvSpPr/>
          <p:nvPr/>
        </p:nvSpPr>
        <p:spPr>
          <a:xfrm>
            <a:off x="5243040" y="24688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" name=""/>
          <p:cNvSpPr/>
          <p:nvPr/>
        </p:nvSpPr>
        <p:spPr>
          <a:xfrm>
            <a:off x="5245200" y="2466720"/>
            <a:ext cx="4680" cy="4320"/>
          </a:xfrm>
          <a:custGeom>
            <a:avLst/>
            <a:gdLst/>
            <a:ahLst/>
            <a:rect l="0" t="0" r="r" b="b"/>
            <a:pathLst>
              <a:path w="13" h="12">
                <a:moveTo>
                  <a:pt x="7" y="1"/>
                </a:move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12" y="2"/>
                </a:lnTo>
                <a:lnTo>
                  <a:pt x="12" y="4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0" y="6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2" y="9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2" y="9"/>
                </a:lnTo>
                <a:lnTo>
                  <a:pt x="12" y="10"/>
                </a:lnTo>
                <a:lnTo>
                  <a:pt x="12" y="11"/>
                </a:lnTo>
                <a:lnTo>
                  <a:pt x="10" y="11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8" y="11"/>
                </a:lnTo>
                <a:lnTo>
                  <a:pt x="9" y="10"/>
                </a:lnTo>
                <a:lnTo>
                  <a:pt x="9" y="9"/>
                </a:lnTo>
                <a:lnTo>
                  <a:pt x="9" y="8"/>
                </a:lnTo>
                <a:lnTo>
                  <a:pt x="8" y="7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" name=""/>
          <p:cNvSpPr/>
          <p:nvPr/>
        </p:nvSpPr>
        <p:spPr>
          <a:xfrm>
            <a:off x="5247720" y="24606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4"/>
                </a:moveTo>
                <a:lnTo>
                  <a:pt x="2" y="5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" name=""/>
          <p:cNvSpPr/>
          <p:nvPr/>
        </p:nvSpPr>
        <p:spPr>
          <a:xfrm>
            <a:off x="5403600" y="25686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" name=""/>
          <p:cNvSpPr/>
          <p:nvPr/>
        </p:nvSpPr>
        <p:spPr>
          <a:xfrm>
            <a:off x="5394960" y="2559960"/>
            <a:ext cx="7920" cy="6120"/>
          </a:xfrm>
          <a:custGeom>
            <a:avLst/>
            <a:gdLst/>
            <a:ahLst/>
            <a:rect l="0" t="0" r="r" b="b"/>
            <a:pathLst>
              <a:path w="22" h="17">
                <a:moveTo>
                  <a:pt x="3" y="3"/>
                </a:move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8" y="2"/>
                </a:lnTo>
                <a:lnTo>
                  <a:pt x="9" y="2"/>
                </a:lnTo>
                <a:lnTo>
                  <a:pt x="10" y="0"/>
                </a:lnTo>
                <a:lnTo>
                  <a:pt x="11" y="2"/>
                </a:lnTo>
                <a:lnTo>
                  <a:pt x="12" y="2"/>
                </a:lnTo>
                <a:lnTo>
                  <a:pt x="12" y="0"/>
                </a:lnTo>
                <a:lnTo>
                  <a:pt x="13" y="0"/>
                </a:lnTo>
                <a:lnTo>
                  <a:pt x="13" y="2"/>
                </a:lnTo>
                <a:lnTo>
                  <a:pt x="13" y="3"/>
                </a:lnTo>
                <a:lnTo>
                  <a:pt x="13" y="4"/>
                </a:lnTo>
                <a:lnTo>
                  <a:pt x="14" y="5"/>
                </a:lnTo>
                <a:lnTo>
                  <a:pt x="15" y="5"/>
                </a:lnTo>
                <a:lnTo>
                  <a:pt x="15" y="6"/>
                </a:lnTo>
                <a:lnTo>
                  <a:pt x="15" y="5"/>
                </a:lnTo>
                <a:lnTo>
                  <a:pt x="14" y="5"/>
                </a:lnTo>
                <a:lnTo>
                  <a:pt x="14" y="6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5" y="10"/>
                </a:lnTo>
                <a:lnTo>
                  <a:pt x="16" y="10"/>
                </a:lnTo>
                <a:lnTo>
                  <a:pt x="16" y="11"/>
                </a:lnTo>
                <a:lnTo>
                  <a:pt x="17" y="11"/>
                </a:lnTo>
                <a:lnTo>
                  <a:pt x="18" y="11"/>
                </a:lnTo>
                <a:lnTo>
                  <a:pt x="20" y="11"/>
                </a:lnTo>
                <a:lnTo>
                  <a:pt x="20" y="12"/>
                </a:lnTo>
                <a:lnTo>
                  <a:pt x="21" y="12"/>
                </a:lnTo>
                <a:lnTo>
                  <a:pt x="22" y="13"/>
                </a:lnTo>
                <a:lnTo>
                  <a:pt x="22" y="14"/>
                </a:lnTo>
                <a:lnTo>
                  <a:pt x="21" y="14"/>
                </a:lnTo>
                <a:lnTo>
                  <a:pt x="21" y="15"/>
                </a:lnTo>
                <a:lnTo>
                  <a:pt x="21" y="16"/>
                </a:lnTo>
                <a:lnTo>
                  <a:pt x="21" y="17"/>
                </a:lnTo>
                <a:lnTo>
                  <a:pt x="20" y="17"/>
                </a:lnTo>
                <a:lnTo>
                  <a:pt x="18" y="17"/>
                </a:lnTo>
                <a:lnTo>
                  <a:pt x="18" y="16"/>
                </a:lnTo>
                <a:lnTo>
                  <a:pt x="17" y="16"/>
                </a:lnTo>
                <a:lnTo>
                  <a:pt x="17" y="17"/>
                </a:lnTo>
                <a:lnTo>
                  <a:pt x="16" y="17"/>
                </a:lnTo>
                <a:lnTo>
                  <a:pt x="15" y="16"/>
                </a:lnTo>
                <a:lnTo>
                  <a:pt x="14" y="15"/>
                </a:lnTo>
                <a:lnTo>
                  <a:pt x="14" y="14"/>
                </a:lnTo>
                <a:lnTo>
                  <a:pt x="13" y="14"/>
                </a:lnTo>
                <a:lnTo>
                  <a:pt x="12" y="14"/>
                </a:lnTo>
                <a:lnTo>
                  <a:pt x="12" y="13"/>
                </a:lnTo>
                <a:lnTo>
                  <a:pt x="11" y="13"/>
                </a:lnTo>
                <a:lnTo>
                  <a:pt x="10" y="13"/>
                </a:lnTo>
                <a:lnTo>
                  <a:pt x="10" y="14"/>
                </a:lnTo>
                <a:lnTo>
                  <a:pt x="9" y="14"/>
                </a:lnTo>
                <a:lnTo>
                  <a:pt x="8" y="14"/>
                </a:lnTo>
                <a:lnTo>
                  <a:pt x="6" y="12"/>
                </a:lnTo>
                <a:lnTo>
                  <a:pt x="5" y="11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" name=""/>
          <p:cNvSpPr/>
          <p:nvPr/>
        </p:nvSpPr>
        <p:spPr>
          <a:xfrm>
            <a:off x="5313960" y="255348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1" y="9"/>
                </a:move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3" y="5"/>
                </a:lnTo>
                <a:lnTo>
                  <a:pt x="1" y="4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7" y="3"/>
                </a:lnTo>
                <a:lnTo>
                  <a:pt x="7" y="4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3" y="9"/>
                </a:lnTo>
                <a:lnTo>
                  <a:pt x="1" y="9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" name=""/>
          <p:cNvSpPr/>
          <p:nvPr/>
        </p:nvSpPr>
        <p:spPr>
          <a:xfrm>
            <a:off x="5304600" y="2536200"/>
            <a:ext cx="4680" cy="4320"/>
          </a:xfrm>
          <a:custGeom>
            <a:avLst/>
            <a:gdLst/>
            <a:ahLst/>
            <a:rect l="0" t="0" r="r" b="b"/>
            <a:pathLst>
              <a:path w="13" h="12">
                <a:moveTo>
                  <a:pt x="4" y="3"/>
                </a:moveTo>
                <a:lnTo>
                  <a:pt x="6" y="5"/>
                </a:lnTo>
                <a:lnTo>
                  <a:pt x="7" y="6"/>
                </a:lnTo>
                <a:lnTo>
                  <a:pt x="9" y="8"/>
                </a:lnTo>
                <a:lnTo>
                  <a:pt x="10" y="8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1" y="11"/>
                </a:lnTo>
                <a:lnTo>
                  <a:pt x="11" y="10"/>
                </a:lnTo>
                <a:lnTo>
                  <a:pt x="10" y="9"/>
                </a:lnTo>
                <a:lnTo>
                  <a:pt x="5" y="6"/>
                </a:lnTo>
                <a:lnTo>
                  <a:pt x="4" y="5"/>
                </a:lnTo>
                <a:lnTo>
                  <a:pt x="4" y="4"/>
                </a:lnTo>
                <a:lnTo>
                  <a:pt x="2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" name=""/>
          <p:cNvSpPr/>
          <p:nvPr/>
        </p:nvSpPr>
        <p:spPr>
          <a:xfrm>
            <a:off x="5385240" y="2518200"/>
            <a:ext cx="3600" cy="3960"/>
          </a:xfrm>
          <a:custGeom>
            <a:avLst/>
            <a:gdLst/>
            <a:ahLst/>
            <a:rect l="0" t="0" r="r" b="b"/>
            <a:pathLst>
              <a:path w="10" h="11">
                <a:moveTo>
                  <a:pt x="8" y="2"/>
                </a:move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10" y="9"/>
                </a:lnTo>
                <a:lnTo>
                  <a:pt x="9" y="9"/>
                </a:lnTo>
                <a:lnTo>
                  <a:pt x="9" y="11"/>
                </a:lnTo>
                <a:lnTo>
                  <a:pt x="8" y="9"/>
                </a:lnTo>
                <a:lnTo>
                  <a:pt x="7" y="8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3" y="6"/>
                </a:lnTo>
                <a:lnTo>
                  <a:pt x="2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" name=""/>
          <p:cNvSpPr/>
          <p:nvPr/>
        </p:nvSpPr>
        <p:spPr>
          <a:xfrm>
            <a:off x="5388480" y="2519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800" rIns="18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" name=""/>
          <p:cNvSpPr/>
          <p:nvPr/>
        </p:nvSpPr>
        <p:spPr>
          <a:xfrm>
            <a:off x="5285880" y="2491560"/>
            <a:ext cx="720" cy="2520"/>
          </a:xfrm>
          <a:custGeom>
            <a:avLst/>
            <a:gdLst/>
            <a:ahLst/>
            <a:rect l="0" t="0" r="r" b="b"/>
            <a:pathLst>
              <a:path w="2" h="7">
                <a:moveTo>
                  <a:pt x="0" y="5"/>
                </a:move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0" y="5"/>
                </a:lnTo>
                <a:lnTo>
                  <a:pt x="0" y="7"/>
                </a:lnTo>
                <a:lnTo>
                  <a:pt x="0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" name=""/>
          <p:cNvSpPr/>
          <p:nvPr/>
        </p:nvSpPr>
        <p:spPr>
          <a:xfrm>
            <a:off x="5286600" y="2471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" name=""/>
          <p:cNvSpPr/>
          <p:nvPr/>
        </p:nvSpPr>
        <p:spPr>
          <a:xfrm>
            <a:off x="5284440" y="2460240"/>
            <a:ext cx="1440" cy="3600"/>
          </a:xfrm>
          <a:custGeom>
            <a:avLst/>
            <a:gdLst/>
            <a:ahLst/>
            <a:rect l="0" t="0" r="r" b="b"/>
            <a:pathLst>
              <a:path w="4" h="10">
                <a:moveTo>
                  <a:pt x="2" y="8"/>
                </a:moveTo>
                <a:lnTo>
                  <a:pt x="0" y="7"/>
                </a:lnTo>
                <a:lnTo>
                  <a:pt x="0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2" y="7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" name=""/>
          <p:cNvSpPr/>
          <p:nvPr/>
        </p:nvSpPr>
        <p:spPr>
          <a:xfrm>
            <a:off x="5285160" y="245628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3" y="4"/>
                </a:moveTo>
                <a:lnTo>
                  <a:pt x="3" y="5"/>
                </a:lnTo>
                <a:lnTo>
                  <a:pt x="0" y="6"/>
                </a:lnTo>
                <a:lnTo>
                  <a:pt x="0" y="0"/>
                </a:lnTo>
                <a:lnTo>
                  <a:pt x="3" y="0"/>
                </a:lnTo>
                <a:lnTo>
                  <a:pt x="3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" name=""/>
          <p:cNvSpPr/>
          <p:nvPr/>
        </p:nvSpPr>
        <p:spPr>
          <a:xfrm>
            <a:off x="5284080" y="2328480"/>
            <a:ext cx="108720" cy="253080"/>
          </a:xfrm>
          <a:custGeom>
            <a:avLst/>
            <a:gdLst/>
            <a:ahLst/>
            <a:rect l="0" t="0" r="r" b="b"/>
            <a:pathLst>
              <a:path w="302" h="703">
                <a:moveTo>
                  <a:pt x="212" y="2"/>
                </a:moveTo>
                <a:lnTo>
                  <a:pt x="212" y="1"/>
                </a:lnTo>
                <a:lnTo>
                  <a:pt x="213" y="0"/>
                </a:lnTo>
                <a:lnTo>
                  <a:pt x="214" y="0"/>
                </a:lnTo>
                <a:lnTo>
                  <a:pt x="216" y="1"/>
                </a:lnTo>
                <a:lnTo>
                  <a:pt x="218" y="1"/>
                </a:lnTo>
                <a:lnTo>
                  <a:pt x="218" y="2"/>
                </a:lnTo>
                <a:lnTo>
                  <a:pt x="219" y="2"/>
                </a:lnTo>
                <a:lnTo>
                  <a:pt x="223" y="3"/>
                </a:lnTo>
                <a:lnTo>
                  <a:pt x="224" y="4"/>
                </a:lnTo>
                <a:lnTo>
                  <a:pt x="225" y="4"/>
                </a:lnTo>
                <a:lnTo>
                  <a:pt x="225" y="5"/>
                </a:lnTo>
                <a:lnTo>
                  <a:pt x="226" y="5"/>
                </a:lnTo>
                <a:lnTo>
                  <a:pt x="226" y="6"/>
                </a:lnTo>
                <a:lnTo>
                  <a:pt x="227" y="6"/>
                </a:lnTo>
                <a:lnTo>
                  <a:pt x="227" y="8"/>
                </a:lnTo>
                <a:lnTo>
                  <a:pt x="227" y="9"/>
                </a:lnTo>
                <a:lnTo>
                  <a:pt x="227" y="10"/>
                </a:lnTo>
                <a:lnTo>
                  <a:pt x="228" y="11"/>
                </a:lnTo>
                <a:lnTo>
                  <a:pt x="229" y="11"/>
                </a:lnTo>
                <a:lnTo>
                  <a:pt x="229" y="12"/>
                </a:lnTo>
                <a:lnTo>
                  <a:pt x="231" y="11"/>
                </a:lnTo>
                <a:lnTo>
                  <a:pt x="231" y="12"/>
                </a:lnTo>
                <a:lnTo>
                  <a:pt x="231" y="13"/>
                </a:lnTo>
                <a:lnTo>
                  <a:pt x="231" y="14"/>
                </a:lnTo>
                <a:lnTo>
                  <a:pt x="232" y="14"/>
                </a:lnTo>
                <a:lnTo>
                  <a:pt x="232" y="15"/>
                </a:lnTo>
                <a:lnTo>
                  <a:pt x="233" y="15"/>
                </a:lnTo>
                <a:lnTo>
                  <a:pt x="234" y="16"/>
                </a:lnTo>
                <a:lnTo>
                  <a:pt x="235" y="17"/>
                </a:lnTo>
                <a:lnTo>
                  <a:pt x="236" y="17"/>
                </a:lnTo>
                <a:lnTo>
                  <a:pt x="236" y="16"/>
                </a:lnTo>
                <a:lnTo>
                  <a:pt x="237" y="16"/>
                </a:lnTo>
                <a:lnTo>
                  <a:pt x="238" y="15"/>
                </a:lnTo>
                <a:lnTo>
                  <a:pt x="239" y="15"/>
                </a:lnTo>
                <a:lnTo>
                  <a:pt x="239" y="14"/>
                </a:lnTo>
                <a:lnTo>
                  <a:pt x="239" y="13"/>
                </a:lnTo>
                <a:lnTo>
                  <a:pt x="240" y="13"/>
                </a:lnTo>
                <a:lnTo>
                  <a:pt x="240" y="14"/>
                </a:lnTo>
                <a:lnTo>
                  <a:pt x="239" y="16"/>
                </a:lnTo>
                <a:lnTo>
                  <a:pt x="239" y="17"/>
                </a:lnTo>
                <a:lnTo>
                  <a:pt x="238" y="18"/>
                </a:lnTo>
                <a:lnTo>
                  <a:pt x="239" y="19"/>
                </a:lnTo>
                <a:lnTo>
                  <a:pt x="239" y="20"/>
                </a:lnTo>
                <a:lnTo>
                  <a:pt x="240" y="20"/>
                </a:lnTo>
                <a:lnTo>
                  <a:pt x="241" y="20"/>
                </a:lnTo>
                <a:lnTo>
                  <a:pt x="242" y="20"/>
                </a:lnTo>
                <a:lnTo>
                  <a:pt x="242" y="21"/>
                </a:lnTo>
                <a:lnTo>
                  <a:pt x="243" y="21"/>
                </a:lnTo>
                <a:lnTo>
                  <a:pt x="243" y="22"/>
                </a:lnTo>
                <a:lnTo>
                  <a:pt x="243" y="23"/>
                </a:lnTo>
                <a:lnTo>
                  <a:pt x="244" y="23"/>
                </a:lnTo>
                <a:lnTo>
                  <a:pt x="245" y="23"/>
                </a:lnTo>
                <a:lnTo>
                  <a:pt x="246" y="22"/>
                </a:lnTo>
                <a:lnTo>
                  <a:pt x="247" y="22"/>
                </a:lnTo>
                <a:lnTo>
                  <a:pt x="247" y="23"/>
                </a:lnTo>
                <a:lnTo>
                  <a:pt x="248" y="23"/>
                </a:lnTo>
                <a:lnTo>
                  <a:pt x="250" y="23"/>
                </a:lnTo>
                <a:lnTo>
                  <a:pt x="251" y="24"/>
                </a:lnTo>
                <a:lnTo>
                  <a:pt x="252" y="24"/>
                </a:lnTo>
                <a:lnTo>
                  <a:pt x="252" y="25"/>
                </a:lnTo>
                <a:lnTo>
                  <a:pt x="252" y="26"/>
                </a:lnTo>
                <a:lnTo>
                  <a:pt x="251" y="26"/>
                </a:lnTo>
                <a:lnTo>
                  <a:pt x="251" y="27"/>
                </a:lnTo>
                <a:lnTo>
                  <a:pt x="250" y="27"/>
                </a:lnTo>
                <a:lnTo>
                  <a:pt x="250" y="29"/>
                </a:lnTo>
                <a:lnTo>
                  <a:pt x="251" y="29"/>
                </a:lnTo>
                <a:lnTo>
                  <a:pt x="251" y="28"/>
                </a:lnTo>
                <a:lnTo>
                  <a:pt x="251" y="27"/>
                </a:lnTo>
                <a:lnTo>
                  <a:pt x="252" y="27"/>
                </a:lnTo>
                <a:lnTo>
                  <a:pt x="253" y="26"/>
                </a:lnTo>
                <a:lnTo>
                  <a:pt x="253" y="25"/>
                </a:lnTo>
                <a:lnTo>
                  <a:pt x="254" y="24"/>
                </a:lnTo>
                <a:lnTo>
                  <a:pt x="255" y="23"/>
                </a:lnTo>
                <a:lnTo>
                  <a:pt x="256" y="23"/>
                </a:lnTo>
                <a:lnTo>
                  <a:pt x="257" y="23"/>
                </a:lnTo>
                <a:lnTo>
                  <a:pt x="257" y="24"/>
                </a:lnTo>
                <a:lnTo>
                  <a:pt x="258" y="24"/>
                </a:lnTo>
                <a:lnTo>
                  <a:pt x="259" y="24"/>
                </a:lnTo>
                <a:lnTo>
                  <a:pt x="259" y="25"/>
                </a:lnTo>
                <a:lnTo>
                  <a:pt x="260" y="24"/>
                </a:lnTo>
                <a:lnTo>
                  <a:pt x="259" y="24"/>
                </a:lnTo>
                <a:lnTo>
                  <a:pt x="260" y="24"/>
                </a:lnTo>
                <a:lnTo>
                  <a:pt x="262" y="23"/>
                </a:lnTo>
                <a:lnTo>
                  <a:pt x="261" y="25"/>
                </a:lnTo>
                <a:lnTo>
                  <a:pt x="261" y="26"/>
                </a:lnTo>
                <a:lnTo>
                  <a:pt x="262" y="26"/>
                </a:lnTo>
                <a:lnTo>
                  <a:pt x="263" y="26"/>
                </a:lnTo>
                <a:lnTo>
                  <a:pt x="264" y="26"/>
                </a:lnTo>
                <a:lnTo>
                  <a:pt x="265" y="26"/>
                </a:lnTo>
                <a:lnTo>
                  <a:pt x="265" y="27"/>
                </a:lnTo>
                <a:lnTo>
                  <a:pt x="265" y="28"/>
                </a:lnTo>
                <a:lnTo>
                  <a:pt x="266" y="28"/>
                </a:lnTo>
                <a:lnTo>
                  <a:pt x="267" y="28"/>
                </a:lnTo>
                <a:lnTo>
                  <a:pt x="267" y="27"/>
                </a:lnTo>
                <a:lnTo>
                  <a:pt x="268" y="26"/>
                </a:lnTo>
                <a:lnTo>
                  <a:pt x="270" y="26"/>
                </a:lnTo>
                <a:lnTo>
                  <a:pt x="271" y="26"/>
                </a:lnTo>
                <a:lnTo>
                  <a:pt x="273" y="26"/>
                </a:lnTo>
                <a:lnTo>
                  <a:pt x="274" y="26"/>
                </a:lnTo>
                <a:lnTo>
                  <a:pt x="275" y="26"/>
                </a:lnTo>
                <a:lnTo>
                  <a:pt x="277" y="26"/>
                </a:lnTo>
                <a:lnTo>
                  <a:pt x="278" y="26"/>
                </a:lnTo>
                <a:lnTo>
                  <a:pt x="280" y="26"/>
                </a:lnTo>
                <a:lnTo>
                  <a:pt x="281" y="25"/>
                </a:lnTo>
                <a:lnTo>
                  <a:pt x="282" y="25"/>
                </a:lnTo>
                <a:lnTo>
                  <a:pt x="282" y="24"/>
                </a:lnTo>
                <a:lnTo>
                  <a:pt x="283" y="24"/>
                </a:lnTo>
                <a:lnTo>
                  <a:pt x="284" y="23"/>
                </a:lnTo>
                <a:lnTo>
                  <a:pt x="284" y="24"/>
                </a:lnTo>
                <a:lnTo>
                  <a:pt x="284" y="25"/>
                </a:lnTo>
                <a:lnTo>
                  <a:pt x="284" y="26"/>
                </a:lnTo>
                <a:lnTo>
                  <a:pt x="284" y="27"/>
                </a:lnTo>
                <a:lnTo>
                  <a:pt x="285" y="28"/>
                </a:lnTo>
                <a:lnTo>
                  <a:pt x="284" y="28"/>
                </a:lnTo>
                <a:lnTo>
                  <a:pt x="284" y="29"/>
                </a:lnTo>
                <a:lnTo>
                  <a:pt x="284" y="30"/>
                </a:lnTo>
                <a:lnTo>
                  <a:pt x="283" y="32"/>
                </a:lnTo>
                <a:lnTo>
                  <a:pt x="284" y="32"/>
                </a:lnTo>
                <a:lnTo>
                  <a:pt x="284" y="33"/>
                </a:lnTo>
                <a:lnTo>
                  <a:pt x="284" y="34"/>
                </a:lnTo>
                <a:lnTo>
                  <a:pt x="285" y="34"/>
                </a:lnTo>
                <a:lnTo>
                  <a:pt x="285" y="35"/>
                </a:lnTo>
                <a:lnTo>
                  <a:pt x="286" y="35"/>
                </a:lnTo>
                <a:lnTo>
                  <a:pt x="287" y="36"/>
                </a:lnTo>
                <a:lnTo>
                  <a:pt x="288" y="36"/>
                </a:lnTo>
                <a:lnTo>
                  <a:pt x="288" y="38"/>
                </a:lnTo>
                <a:lnTo>
                  <a:pt x="287" y="39"/>
                </a:lnTo>
                <a:lnTo>
                  <a:pt x="288" y="40"/>
                </a:lnTo>
                <a:lnTo>
                  <a:pt x="288" y="41"/>
                </a:lnTo>
                <a:lnTo>
                  <a:pt x="289" y="42"/>
                </a:lnTo>
                <a:lnTo>
                  <a:pt x="289" y="43"/>
                </a:lnTo>
                <a:lnTo>
                  <a:pt x="290" y="43"/>
                </a:lnTo>
                <a:lnTo>
                  <a:pt x="290" y="44"/>
                </a:lnTo>
                <a:lnTo>
                  <a:pt x="292" y="45"/>
                </a:lnTo>
                <a:lnTo>
                  <a:pt x="293" y="44"/>
                </a:lnTo>
                <a:lnTo>
                  <a:pt x="294" y="44"/>
                </a:lnTo>
                <a:lnTo>
                  <a:pt x="295" y="43"/>
                </a:lnTo>
                <a:lnTo>
                  <a:pt x="296" y="43"/>
                </a:lnTo>
                <a:lnTo>
                  <a:pt x="297" y="42"/>
                </a:lnTo>
                <a:lnTo>
                  <a:pt x="300" y="43"/>
                </a:lnTo>
                <a:lnTo>
                  <a:pt x="300" y="44"/>
                </a:lnTo>
                <a:lnTo>
                  <a:pt x="300" y="45"/>
                </a:lnTo>
                <a:lnTo>
                  <a:pt x="301" y="44"/>
                </a:lnTo>
                <a:lnTo>
                  <a:pt x="302" y="44"/>
                </a:lnTo>
                <a:lnTo>
                  <a:pt x="302" y="45"/>
                </a:lnTo>
                <a:lnTo>
                  <a:pt x="302" y="46"/>
                </a:lnTo>
                <a:lnTo>
                  <a:pt x="301" y="47"/>
                </a:lnTo>
                <a:lnTo>
                  <a:pt x="300" y="48"/>
                </a:lnTo>
                <a:lnTo>
                  <a:pt x="298" y="49"/>
                </a:lnTo>
                <a:lnTo>
                  <a:pt x="297" y="50"/>
                </a:lnTo>
                <a:lnTo>
                  <a:pt x="297" y="51"/>
                </a:lnTo>
                <a:lnTo>
                  <a:pt x="296" y="51"/>
                </a:lnTo>
                <a:lnTo>
                  <a:pt x="295" y="51"/>
                </a:lnTo>
                <a:lnTo>
                  <a:pt x="295" y="52"/>
                </a:lnTo>
                <a:lnTo>
                  <a:pt x="294" y="52"/>
                </a:lnTo>
                <a:lnTo>
                  <a:pt x="293" y="53"/>
                </a:lnTo>
                <a:lnTo>
                  <a:pt x="291" y="54"/>
                </a:lnTo>
                <a:lnTo>
                  <a:pt x="291" y="55"/>
                </a:lnTo>
                <a:lnTo>
                  <a:pt x="290" y="55"/>
                </a:lnTo>
                <a:lnTo>
                  <a:pt x="290" y="56"/>
                </a:lnTo>
                <a:lnTo>
                  <a:pt x="289" y="56"/>
                </a:lnTo>
                <a:lnTo>
                  <a:pt x="289" y="58"/>
                </a:lnTo>
                <a:lnTo>
                  <a:pt x="288" y="59"/>
                </a:lnTo>
                <a:lnTo>
                  <a:pt x="287" y="60"/>
                </a:lnTo>
                <a:lnTo>
                  <a:pt x="287" y="61"/>
                </a:lnTo>
                <a:lnTo>
                  <a:pt x="286" y="62"/>
                </a:lnTo>
                <a:lnTo>
                  <a:pt x="285" y="62"/>
                </a:lnTo>
                <a:lnTo>
                  <a:pt x="284" y="63"/>
                </a:lnTo>
                <a:lnTo>
                  <a:pt x="284" y="64"/>
                </a:lnTo>
                <a:lnTo>
                  <a:pt x="284" y="65"/>
                </a:lnTo>
                <a:lnTo>
                  <a:pt x="284" y="67"/>
                </a:lnTo>
                <a:lnTo>
                  <a:pt x="283" y="69"/>
                </a:lnTo>
                <a:lnTo>
                  <a:pt x="282" y="69"/>
                </a:lnTo>
                <a:lnTo>
                  <a:pt x="280" y="73"/>
                </a:lnTo>
                <a:lnTo>
                  <a:pt x="279" y="73"/>
                </a:lnTo>
                <a:lnTo>
                  <a:pt x="279" y="74"/>
                </a:lnTo>
                <a:lnTo>
                  <a:pt x="278" y="76"/>
                </a:lnTo>
                <a:lnTo>
                  <a:pt x="277" y="78"/>
                </a:lnTo>
                <a:lnTo>
                  <a:pt x="277" y="79"/>
                </a:lnTo>
                <a:lnTo>
                  <a:pt x="277" y="80"/>
                </a:lnTo>
                <a:lnTo>
                  <a:pt x="277" y="81"/>
                </a:lnTo>
                <a:lnTo>
                  <a:pt x="276" y="83"/>
                </a:lnTo>
                <a:lnTo>
                  <a:pt x="276" y="84"/>
                </a:lnTo>
                <a:lnTo>
                  <a:pt x="276" y="86"/>
                </a:lnTo>
                <a:lnTo>
                  <a:pt x="276" y="90"/>
                </a:lnTo>
                <a:lnTo>
                  <a:pt x="276" y="92"/>
                </a:lnTo>
                <a:lnTo>
                  <a:pt x="276" y="93"/>
                </a:lnTo>
                <a:lnTo>
                  <a:pt x="276" y="94"/>
                </a:lnTo>
                <a:lnTo>
                  <a:pt x="276" y="95"/>
                </a:lnTo>
                <a:lnTo>
                  <a:pt x="276" y="96"/>
                </a:lnTo>
                <a:lnTo>
                  <a:pt x="277" y="96"/>
                </a:lnTo>
                <a:lnTo>
                  <a:pt x="277" y="97"/>
                </a:lnTo>
                <a:lnTo>
                  <a:pt x="277" y="98"/>
                </a:lnTo>
                <a:lnTo>
                  <a:pt x="277" y="99"/>
                </a:lnTo>
                <a:lnTo>
                  <a:pt x="277" y="100"/>
                </a:lnTo>
                <a:lnTo>
                  <a:pt x="278" y="101"/>
                </a:lnTo>
                <a:lnTo>
                  <a:pt x="278" y="102"/>
                </a:lnTo>
                <a:lnTo>
                  <a:pt x="278" y="103"/>
                </a:lnTo>
                <a:lnTo>
                  <a:pt x="278" y="104"/>
                </a:lnTo>
                <a:lnTo>
                  <a:pt x="279" y="104"/>
                </a:lnTo>
                <a:lnTo>
                  <a:pt x="279" y="105"/>
                </a:lnTo>
                <a:lnTo>
                  <a:pt x="280" y="106"/>
                </a:lnTo>
                <a:lnTo>
                  <a:pt x="280" y="107"/>
                </a:lnTo>
                <a:lnTo>
                  <a:pt x="281" y="108"/>
                </a:lnTo>
                <a:lnTo>
                  <a:pt x="282" y="109"/>
                </a:lnTo>
                <a:lnTo>
                  <a:pt x="281" y="109"/>
                </a:lnTo>
                <a:lnTo>
                  <a:pt x="281" y="110"/>
                </a:lnTo>
                <a:lnTo>
                  <a:pt x="280" y="110"/>
                </a:lnTo>
                <a:lnTo>
                  <a:pt x="279" y="111"/>
                </a:lnTo>
                <a:lnTo>
                  <a:pt x="281" y="111"/>
                </a:lnTo>
                <a:lnTo>
                  <a:pt x="282" y="111"/>
                </a:lnTo>
                <a:lnTo>
                  <a:pt x="282" y="112"/>
                </a:lnTo>
                <a:lnTo>
                  <a:pt x="283" y="112"/>
                </a:lnTo>
                <a:lnTo>
                  <a:pt x="283" y="113"/>
                </a:lnTo>
                <a:lnTo>
                  <a:pt x="283" y="114"/>
                </a:lnTo>
                <a:lnTo>
                  <a:pt x="283" y="116"/>
                </a:lnTo>
                <a:lnTo>
                  <a:pt x="284" y="116"/>
                </a:lnTo>
                <a:lnTo>
                  <a:pt x="284" y="117"/>
                </a:lnTo>
                <a:lnTo>
                  <a:pt x="284" y="118"/>
                </a:lnTo>
                <a:lnTo>
                  <a:pt x="284" y="119"/>
                </a:lnTo>
                <a:lnTo>
                  <a:pt x="285" y="119"/>
                </a:lnTo>
                <a:lnTo>
                  <a:pt x="285" y="120"/>
                </a:lnTo>
                <a:lnTo>
                  <a:pt x="285" y="121"/>
                </a:lnTo>
                <a:lnTo>
                  <a:pt x="285" y="122"/>
                </a:lnTo>
                <a:lnTo>
                  <a:pt x="286" y="123"/>
                </a:lnTo>
                <a:lnTo>
                  <a:pt x="286" y="124"/>
                </a:lnTo>
                <a:lnTo>
                  <a:pt x="287" y="124"/>
                </a:lnTo>
                <a:lnTo>
                  <a:pt x="287" y="125"/>
                </a:lnTo>
                <a:lnTo>
                  <a:pt x="287" y="126"/>
                </a:lnTo>
                <a:lnTo>
                  <a:pt x="288" y="126"/>
                </a:lnTo>
                <a:lnTo>
                  <a:pt x="289" y="127"/>
                </a:lnTo>
                <a:lnTo>
                  <a:pt x="289" y="128"/>
                </a:lnTo>
                <a:lnTo>
                  <a:pt x="290" y="128"/>
                </a:lnTo>
                <a:lnTo>
                  <a:pt x="290" y="129"/>
                </a:lnTo>
                <a:lnTo>
                  <a:pt x="291" y="129"/>
                </a:lnTo>
                <a:lnTo>
                  <a:pt x="291" y="130"/>
                </a:lnTo>
                <a:lnTo>
                  <a:pt x="294" y="130"/>
                </a:lnTo>
                <a:lnTo>
                  <a:pt x="295" y="131"/>
                </a:lnTo>
                <a:lnTo>
                  <a:pt x="294" y="131"/>
                </a:lnTo>
                <a:lnTo>
                  <a:pt x="293" y="131"/>
                </a:lnTo>
                <a:lnTo>
                  <a:pt x="292" y="131"/>
                </a:lnTo>
                <a:lnTo>
                  <a:pt x="292" y="130"/>
                </a:lnTo>
                <a:lnTo>
                  <a:pt x="291" y="130"/>
                </a:lnTo>
                <a:lnTo>
                  <a:pt x="290" y="131"/>
                </a:lnTo>
                <a:lnTo>
                  <a:pt x="290" y="132"/>
                </a:lnTo>
                <a:lnTo>
                  <a:pt x="291" y="133"/>
                </a:lnTo>
                <a:lnTo>
                  <a:pt x="292" y="134"/>
                </a:lnTo>
                <a:lnTo>
                  <a:pt x="293" y="134"/>
                </a:lnTo>
                <a:lnTo>
                  <a:pt x="294" y="135"/>
                </a:lnTo>
                <a:lnTo>
                  <a:pt x="293" y="135"/>
                </a:lnTo>
                <a:lnTo>
                  <a:pt x="293" y="136"/>
                </a:lnTo>
                <a:lnTo>
                  <a:pt x="293" y="137"/>
                </a:lnTo>
                <a:lnTo>
                  <a:pt x="294" y="138"/>
                </a:lnTo>
                <a:lnTo>
                  <a:pt x="294" y="140"/>
                </a:lnTo>
                <a:lnTo>
                  <a:pt x="294" y="141"/>
                </a:lnTo>
                <a:lnTo>
                  <a:pt x="295" y="144"/>
                </a:lnTo>
                <a:lnTo>
                  <a:pt x="295" y="145"/>
                </a:lnTo>
                <a:lnTo>
                  <a:pt x="295" y="146"/>
                </a:lnTo>
                <a:lnTo>
                  <a:pt x="294" y="146"/>
                </a:lnTo>
                <a:lnTo>
                  <a:pt x="291" y="147"/>
                </a:lnTo>
                <a:lnTo>
                  <a:pt x="290" y="148"/>
                </a:lnTo>
                <a:lnTo>
                  <a:pt x="290" y="151"/>
                </a:lnTo>
                <a:lnTo>
                  <a:pt x="290" y="152"/>
                </a:lnTo>
                <a:lnTo>
                  <a:pt x="290" y="153"/>
                </a:lnTo>
                <a:lnTo>
                  <a:pt x="291" y="153"/>
                </a:lnTo>
                <a:lnTo>
                  <a:pt x="292" y="153"/>
                </a:lnTo>
                <a:lnTo>
                  <a:pt x="293" y="155"/>
                </a:lnTo>
                <a:lnTo>
                  <a:pt x="293" y="156"/>
                </a:lnTo>
                <a:lnTo>
                  <a:pt x="292" y="157"/>
                </a:lnTo>
                <a:lnTo>
                  <a:pt x="291" y="157"/>
                </a:lnTo>
                <a:lnTo>
                  <a:pt x="291" y="158"/>
                </a:lnTo>
                <a:lnTo>
                  <a:pt x="290" y="159"/>
                </a:lnTo>
                <a:lnTo>
                  <a:pt x="289" y="159"/>
                </a:lnTo>
                <a:lnTo>
                  <a:pt x="289" y="160"/>
                </a:lnTo>
                <a:lnTo>
                  <a:pt x="288" y="160"/>
                </a:lnTo>
                <a:lnTo>
                  <a:pt x="288" y="161"/>
                </a:lnTo>
                <a:lnTo>
                  <a:pt x="288" y="162"/>
                </a:lnTo>
                <a:lnTo>
                  <a:pt x="287" y="163"/>
                </a:lnTo>
                <a:lnTo>
                  <a:pt x="287" y="164"/>
                </a:lnTo>
                <a:lnTo>
                  <a:pt x="287" y="165"/>
                </a:lnTo>
                <a:lnTo>
                  <a:pt x="286" y="165"/>
                </a:lnTo>
                <a:lnTo>
                  <a:pt x="286" y="166"/>
                </a:lnTo>
                <a:lnTo>
                  <a:pt x="285" y="166"/>
                </a:lnTo>
                <a:lnTo>
                  <a:pt x="285" y="167"/>
                </a:lnTo>
                <a:lnTo>
                  <a:pt x="285" y="168"/>
                </a:lnTo>
                <a:lnTo>
                  <a:pt x="284" y="170"/>
                </a:lnTo>
                <a:lnTo>
                  <a:pt x="284" y="171"/>
                </a:lnTo>
                <a:lnTo>
                  <a:pt x="284" y="174"/>
                </a:lnTo>
                <a:lnTo>
                  <a:pt x="285" y="177"/>
                </a:lnTo>
                <a:lnTo>
                  <a:pt x="285" y="178"/>
                </a:lnTo>
                <a:lnTo>
                  <a:pt x="284" y="181"/>
                </a:lnTo>
                <a:lnTo>
                  <a:pt x="284" y="183"/>
                </a:lnTo>
                <a:lnTo>
                  <a:pt x="283" y="185"/>
                </a:lnTo>
                <a:lnTo>
                  <a:pt x="283" y="186"/>
                </a:lnTo>
                <a:lnTo>
                  <a:pt x="283" y="187"/>
                </a:lnTo>
                <a:lnTo>
                  <a:pt x="283" y="188"/>
                </a:lnTo>
                <a:lnTo>
                  <a:pt x="284" y="189"/>
                </a:lnTo>
                <a:lnTo>
                  <a:pt x="284" y="190"/>
                </a:lnTo>
                <a:lnTo>
                  <a:pt x="284" y="191"/>
                </a:lnTo>
                <a:lnTo>
                  <a:pt x="284" y="193"/>
                </a:lnTo>
                <a:lnTo>
                  <a:pt x="284" y="194"/>
                </a:lnTo>
                <a:lnTo>
                  <a:pt x="283" y="194"/>
                </a:lnTo>
                <a:lnTo>
                  <a:pt x="283" y="193"/>
                </a:lnTo>
                <a:lnTo>
                  <a:pt x="282" y="193"/>
                </a:lnTo>
                <a:lnTo>
                  <a:pt x="282" y="194"/>
                </a:lnTo>
                <a:lnTo>
                  <a:pt x="281" y="197"/>
                </a:lnTo>
                <a:lnTo>
                  <a:pt x="281" y="198"/>
                </a:lnTo>
                <a:lnTo>
                  <a:pt x="281" y="199"/>
                </a:lnTo>
                <a:lnTo>
                  <a:pt x="281" y="200"/>
                </a:lnTo>
                <a:lnTo>
                  <a:pt x="281" y="203"/>
                </a:lnTo>
                <a:lnTo>
                  <a:pt x="280" y="205"/>
                </a:lnTo>
                <a:lnTo>
                  <a:pt x="279" y="206"/>
                </a:lnTo>
                <a:lnTo>
                  <a:pt x="278" y="207"/>
                </a:lnTo>
                <a:lnTo>
                  <a:pt x="278" y="208"/>
                </a:lnTo>
                <a:lnTo>
                  <a:pt x="277" y="208"/>
                </a:lnTo>
                <a:lnTo>
                  <a:pt x="276" y="209"/>
                </a:lnTo>
                <a:lnTo>
                  <a:pt x="276" y="210"/>
                </a:lnTo>
                <a:lnTo>
                  <a:pt x="275" y="210"/>
                </a:lnTo>
                <a:lnTo>
                  <a:pt x="275" y="211"/>
                </a:lnTo>
                <a:lnTo>
                  <a:pt x="275" y="212"/>
                </a:lnTo>
                <a:lnTo>
                  <a:pt x="275" y="213"/>
                </a:lnTo>
                <a:lnTo>
                  <a:pt x="274" y="213"/>
                </a:lnTo>
                <a:lnTo>
                  <a:pt x="273" y="214"/>
                </a:lnTo>
                <a:lnTo>
                  <a:pt x="272" y="215"/>
                </a:lnTo>
                <a:lnTo>
                  <a:pt x="271" y="216"/>
                </a:lnTo>
                <a:lnTo>
                  <a:pt x="270" y="217"/>
                </a:lnTo>
                <a:lnTo>
                  <a:pt x="269" y="217"/>
                </a:lnTo>
                <a:lnTo>
                  <a:pt x="268" y="219"/>
                </a:lnTo>
                <a:lnTo>
                  <a:pt x="268" y="220"/>
                </a:lnTo>
                <a:lnTo>
                  <a:pt x="268" y="221"/>
                </a:lnTo>
                <a:lnTo>
                  <a:pt x="268" y="222"/>
                </a:lnTo>
                <a:lnTo>
                  <a:pt x="268" y="224"/>
                </a:lnTo>
                <a:lnTo>
                  <a:pt x="268" y="225"/>
                </a:lnTo>
                <a:lnTo>
                  <a:pt x="268" y="226"/>
                </a:lnTo>
                <a:lnTo>
                  <a:pt x="269" y="226"/>
                </a:lnTo>
                <a:lnTo>
                  <a:pt x="269" y="227"/>
                </a:lnTo>
                <a:lnTo>
                  <a:pt x="270" y="228"/>
                </a:lnTo>
                <a:lnTo>
                  <a:pt x="270" y="229"/>
                </a:lnTo>
                <a:lnTo>
                  <a:pt x="270" y="230"/>
                </a:lnTo>
                <a:lnTo>
                  <a:pt x="270" y="231"/>
                </a:lnTo>
                <a:lnTo>
                  <a:pt x="270" y="232"/>
                </a:lnTo>
                <a:lnTo>
                  <a:pt x="269" y="234"/>
                </a:lnTo>
                <a:lnTo>
                  <a:pt x="269" y="235"/>
                </a:lnTo>
                <a:lnTo>
                  <a:pt x="268" y="236"/>
                </a:lnTo>
                <a:lnTo>
                  <a:pt x="267" y="237"/>
                </a:lnTo>
                <a:lnTo>
                  <a:pt x="266" y="238"/>
                </a:lnTo>
                <a:lnTo>
                  <a:pt x="265" y="238"/>
                </a:lnTo>
                <a:lnTo>
                  <a:pt x="265" y="239"/>
                </a:lnTo>
                <a:lnTo>
                  <a:pt x="264" y="240"/>
                </a:lnTo>
                <a:lnTo>
                  <a:pt x="264" y="241"/>
                </a:lnTo>
                <a:lnTo>
                  <a:pt x="264" y="242"/>
                </a:lnTo>
                <a:lnTo>
                  <a:pt x="263" y="243"/>
                </a:lnTo>
                <a:lnTo>
                  <a:pt x="263" y="244"/>
                </a:lnTo>
                <a:lnTo>
                  <a:pt x="263" y="245"/>
                </a:lnTo>
                <a:lnTo>
                  <a:pt x="263" y="246"/>
                </a:lnTo>
                <a:lnTo>
                  <a:pt x="264" y="247"/>
                </a:lnTo>
                <a:lnTo>
                  <a:pt x="264" y="248"/>
                </a:lnTo>
                <a:lnTo>
                  <a:pt x="265" y="250"/>
                </a:lnTo>
                <a:lnTo>
                  <a:pt x="265" y="251"/>
                </a:lnTo>
                <a:lnTo>
                  <a:pt x="267" y="253"/>
                </a:lnTo>
                <a:lnTo>
                  <a:pt x="267" y="254"/>
                </a:lnTo>
                <a:lnTo>
                  <a:pt x="268" y="254"/>
                </a:lnTo>
                <a:lnTo>
                  <a:pt x="268" y="255"/>
                </a:lnTo>
                <a:lnTo>
                  <a:pt x="269" y="255"/>
                </a:lnTo>
                <a:lnTo>
                  <a:pt x="270" y="255"/>
                </a:lnTo>
                <a:lnTo>
                  <a:pt x="270" y="256"/>
                </a:lnTo>
                <a:lnTo>
                  <a:pt x="271" y="256"/>
                </a:lnTo>
                <a:lnTo>
                  <a:pt x="271" y="257"/>
                </a:lnTo>
                <a:lnTo>
                  <a:pt x="271" y="258"/>
                </a:lnTo>
                <a:lnTo>
                  <a:pt x="271" y="259"/>
                </a:lnTo>
                <a:lnTo>
                  <a:pt x="271" y="260"/>
                </a:lnTo>
                <a:lnTo>
                  <a:pt x="270" y="261"/>
                </a:lnTo>
                <a:lnTo>
                  <a:pt x="270" y="262"/>
                </a:lnTo>
                <a:lnTo>
                  <a:pt x="269" y="263"/>
                </a:lnTo>
                <a:lnTo>
                  <a:pt x="268" y="264"/>
                </a:lnTo>
                <a:lnTo>
                  <a:pt x="267" y="265"/>
                </a:lnTo>
                <a:lnTo>
                  <a:pt x="266" y="266"/>
                </a:lnTo>
                <a:lnTo>
                  <a:pt x="266" y="268"/>
                </a:lnTo>
                <a:lnTo>
                  <a:pt x="266" y="270"/>
                </a:lnTo>
                <a:lnTo>
                  <a:pt x="266" y="271"/>
                </a:lnTo>
                <a:lnTo>
                  <a:pt x="267" y="272"/>
                </a:lnTo>
                <a:lnTo>
                  <a:pt x="267" y="274"/>
                </a:lnTo>
                <a:lnTo>
                  <a:pt x="267" y="275"/>
                </a:lnTo>
                <a:lnTo>
                  <a:pt x="267" y="276"/>
                </a:lnTo>
                <a:lnTo>
                  <a:pt x="267" y="277"/>
                </a:lnTo>
                <a:lnTo>
                  <a:pt x="267" y="280"/>
                </a:lnTo>
                <a:lnTo>
                  <a:pt x="267" y="281"/>
                </a:lnTo>
                <a:lnTo>
                  <a:pt x="267" y="282"/>
                </a:lnTo>
                <a:lnTo>
                  <a:pt x="267" y="283"/>
                </a:lnTo>
                <a:lnTo>
                  <a:pt x="267" y="285"/>
                </a:lnTo>
                <a:lnTo>
                  <a:pt x="267" y="289"/>
                </a:lnTo>
                <a:lnTo>
                  <a:pt x="267" y="290"/>
                </a:lnTo>
                <a:lnTo>
                  <a:pt x="267" y="291"/>
                </a:lnTo>
                <a:lnTo>
                  <a:pt x="267" y="292"/>
                </a:lnTo>
                <a:lnTo>
                  <a:pt x="267" y="293"/>
                </a:lnTo>
                <a:lnTo>
                  <a:pt x="266" y="294"/>
                </a:lnTo>
                <a:lnTo>
                  <a:pt x="266" y="295"/>
                </a:lnTo>
                <a:lnTo>
                  <a:pt x="266" y="297"/>
                </a:lnTo>
                <a:lnTo>
                  <a:pt x="266" y="298"/>
                </a:lnTo>
                <a:lnTo>
                  <a:pt x="265" y="298"/>
                </a:lnTo>
                <a:lnTo>
                  <a:pt x="265" y="299"/>
                </a:lnTo>
                <a:lnTo>
                  <a:pt x="265" y="300"/>
                </a:lnTo>
                <a:lnTo>
                  <a:pt x="265" y="301"/>
                </a:lnTo>
                <a:lnTo>
                  <a:pt x="265" y="303"/>
                </a:lnTo>
                <a:lnTo>
                  <a:pt x="265" y="306"/>
                </a:lnTo>
                <a:lnTo>
                  <a:pt x="265" y="307"/>
                </a:lnTo>
                <a:lnTo>
                  <a:pt x="265" y="308"/>
                </a:lnTo>
                <a:lnTo>
                  <a:pt x="266" y="309"/>
                </a:lnTo>
                <a:lnTo>
                  <a:pt x="266" y="310"/>
                </a:lnTo>
                <a:lnTo>
                  <a:pt x="266" y="311"/>
                </a:lnTo>
                <a:lnTo>
                  <a:pt x="266" y="313"/>
                </a:lnTo>
                <a:lnTo>
                  <a:pt x="265" y="314"/>
                </a:lnTo>
                <a:lnTo>
                  <a:pt x="265" y="315"/>
                </a:lnTo>
                <a:lnTo>
                  <a:pt x="265" y="316"/>
                </a:lnTo>
                <a:lnTo>
                  <a:pt x="264" y="317"/>
                </a:lnTo>
                <a:lnTo>
                  <a:pt x="263" y="318"/>
                </a:lnTo>
                <a:lnTo>
                  <a:pt x="263" y="319"/>
                </a:lnTo>
                <a:lnTo>
                  <a:pt x="263" y="320"/>
                </a:lnTo>
                <a:lnTo>
                  <a:pt x="264" y="322"/>
                </a:lnTo>
                <a:lnTo>
                  <a:pt x="264" y="324"/>
                </a:lnTo>
                <a:lnTo>
                  <a:pt x="264" y="325"/>
                </a:lnTo>
                <a:lnTo>
                  <a:pt x="264" y="326"/>
                </a:lnTo>
                <a:lnTo>
                  <a:pt x="264" y="328"/>
                </a:lnTo>
                <a:lnTo>
                  <a:pt x="264" y="329"/>
                </a:lnTo>
                <a:lnTo>
                  <a:pt x="264" y="330"/>
                </a:lnTo>
                <a:lnTo>
                  <a:pt x="264" y="331"/>
                </a:lnTo>
                <a:lnTo>
                  <a:pt x="264" y="332"/>
                </a:lnTo>
                <a:lnTo>
                  <a:pt x="263" y="332"/>
                </a:lnTo>
                <a:lnTo>
                  <a:pt x="263" y="333"/>
                </a:lnTo>
                <a:lnTo>
                  <a:pt x="263" y="334"/>
                </a:lnTo>
                <a:lnTo>
                  <a:pt x="263" y="337"/>
                </a:lnTo>
                <a:lnTo>
                  <a:pt x="263" y="339"/>
                </a:lnTo>
                <a:lnTo>
                  <a:pt x="263" y="340"/>
                </a:lnTo>
                <a:lnTo>
                  <a:pt x="263" y="342"/>
                </a:lnTo>
                <a:lnTo>
                  <a:pt x="263" y="343"/>
                </a:lnTo>
                <a:lnTo>
                  <a:pt x="263" y="345"/>
                </a:lnTo>
                <a:lnTo>
                  <a:pt x="263" y="346"/>
                </a:lnTo>
                <a:lnTo>
                  <a:pt x="263" y="347"/>
                </a:lnTo>
                <a:lnTo>
                  <a:pt x="263" y="348"/>
                </a:lnTo>
                <a:lnTo>
                  <a:pt x="263" y="349"/>
                </a:lnTo>
                <a:lnTo>
                  <a:pt x="263" y="350"/>
                </a:lnTo>
                <a:lnTo>
                  <a:pt x="262" y="350"/>
                </a:lnTo>
                <a:lnTo>
                  <a:pt x="262" y="353"/>
                </a:lnTo>
                <a:lnTo>
                  <a:pt x="262" y="354"/>
                </a:lnTo>
                <a:lnTo>
                  <a:pt x="261" y="356"/>
                </a:lnTo>
                <a:lnTo>
                  <a:pt x="261" y="357"/>
                </a:lnTo>
                <a:lnTo>
                  <a:pt x="261" y="358"/>
                </a:lnTo>
                <a:lnTo>
                  <a:pt x="261" y="360"/>
                </a:lnTo>
                <a:lnTo>
                  <a:pt x="262" y="362"/>
                </a:lnTo>
                <a:lnTo>
                  <a:pt x="262" y="363"/>
                </a:lnTo>
                <a:lnTo>
                  <a:pt x="262" y="364"/>
                </a:lnTo>
                <a:lnTo>
                  <a:pt x="262" y="365"/>
                </a:lnTo>
                <a:lnTo>
                  <a:pt x="263" y="365"/>
                </a:lnTo>
                <a:lnTo>
                  <a:pt x="264" y="365"/>
                </a:lnTo>
                <a:lnTo>
                  <a:pt x="264" y="366"/>
                </a:lnTo>
                <a:lnTo>
                  <a:pt x="264" y="367"/>
                </a:lnTo>
                <a:lnTo>
                  <a:pt x="264" y="368"/>
                </a:lnTo>
                <a:lnTo>
                  <a:pt x="263" y="370"/>
                </a:lnTo>
                <a:lnTo>
                  <a:pt x="263" y="371"/>
                </a:lnTo>
                <a:lnTo>
                  <a:pt x="263" y="372"/>
                </a:lnTo>
                <a:lnTo>
                  <a:pt x="263" y="373"/>
                </a:lnTo>
                <a:lnTo>
                  <a:pt x="262" y="374"/>
                </a:lnTo>
                <a:lnTo>
                  <a:pt x="263" y="376"/>
                </a:lnTo>
                <a:lnTo>
                  <a:pt x="262" y="377"/>
                </a:lnTo>
                <a:lnTo>
                  <a:pt x="262" y="379"/>
                </a:lnTo>
                <a:lnTo>
                  <a:pt x="262" y="380"/>
                </a:lnTo>
                <a:lnTo>
                  <a:pt x="261" y="382"/>
                </a:lnTo>
                <a:lnTo>
                  <a:pt x="261" y="383"/>
                </a:lnTo>
                <a:lnTo>
                  <a:pt x="261" y="384"/>
                </a:lnTo>
                <a:lnTo>
                  <a:pt x="261" y="385"/>
                </a:lnTo>
                <a:lnTo>
                  <a:pt x="260" y="386"/>
                </a:lnTo>
                <a:lnTo>
                  <a:pt x="260" y="387"/>
                </a:lnTo>
                <a:lnTo>
                  <a:pt x="260" y="388"/>
                </a:lnTo>
                <a:lnTo>
                  <a:pt x="260" y="389"/>
                </a:lnTo>
                <a:lnTo>
                  <a:pt x="260" y="390"/>
                </a:lnTo>
                <a:lnTo>
                  <a:pt x="260" y="391"/>
                </a:lnTo>
                <a:lnTo>
                  <a:pt x="261" y="395"/>
                </a:lnTo>
                <a:lnTo>
                  <a:pt x="261" y="397"/>
                </a:lnTo>
                <a:lnTo>
                  <a:pt x="261" y="399"/>
                </a:lnTo>
                <a:lnTo>
                  <a:pt x="261" y="401"/>
                </a:lnTo>
                <a:lnTo>
                  <a:pt x="260" y="402"/>
                </a:lnTo>
                <a:lnTo>
                  <a:pt x="260" y="403"/>
                </a:lnTo>
                <a:lnTo>
                  <a:pt x="260" y="402"/>
                </a:lnTo>
                <a:lnTo>
                  <a:pt x="259" y="402"/>
                </a:lnTo>
                <a:lnTo>
                  <a:pt x="259" y="403"/>
                </a:lnTo>
                <a:lnTo>
                  <a:pt x="258" y="403"/>
                </a:lnTo>
                <a:lnTo>
                  <a:pt x="258" y="404"/>
                </a:lnTo>
                <a:lnTo>
                  <a:pt x="257" y="405"/>
                </a:lnTo>
                <a:lnTo>
                  <a:pt x="257" y="406"/>
                </a:lnTo>
                <a:lnTo>
                  <a:pt x="256" y="408"/>
                </a:lnTo>
                <a:lnTo>
                  <a:pt x="255" y="409"/>
                </a:lnTo>
                <a:lnTo>
                  <a:pt x="255" y="410"/>
                </a:lnTo>
                <a:lnTo>
                  <a:pt x="255" y="414"/>
                </a:lnTo>
                <a:lnTo>
                  <a:pt x="255" y="415"/>
                </a:lnTo>
                <a:lnTo>
                  <a:pt x="255" y="416"/>
                </a:lnTo>
                <a:lnTo>
                  <a:pt x="255" y="418"/>
                </a:lnTo>
                <a:lnTo>
                  <a:pt x="255" y="419"/>
                </a:lnTo>
                <a:lnTo>
                  <a:pt x="254" y="419"/>
                </a:lnTo>
                <a:lnTo>
                  <a:pt x="254" y="420"/>
                </a:lnTo>
                <a:lnTo>
                  <a:pt x="255" y="421"/>
                </a:lnTo>
                <a:lnTo>
                  <a:pt x="256" y="421"/>
                </a:lnTo>
                <a:lnTo>
                  <a:pt x="255" y="422"/>
                </a:lnTo>
                <a:lnTo>
                  <a:pt x="255" y="423"/>
                </a:lnTo>
                <a:lnTo>
                  <a:pt x="254" y="423"/>
                </a:lnTo>
                <a:lnTo>
                  <a:pt x="254" y="424"/>
                </a:lnTo>
                <a:lnTo>
                  <a:pt x="253" y="424"/>
                </a:lnTo>
                <a:lnTo>
                  <a:pt x="252" y="425"/>
                </a:lnTo>
                <a:lnTo>
                  <a:pt x="252" y="426"/>
                </a:lnTo>
                <a:lnTo>
                  <a:pt x="252" y="427"/>
                </a:lnTo>
                <a:lnTo>
                  <a:pt x="252" y="428"/>
                </a:lnTo>
                <a:lnTo>
                  <a:pt x="252" y="429"/>
                </a:lnTo>
                <a:lnTo>
                  <a:pt x="253" y="429"/>
                </a:lnTo>
                <a:lnTo>
                  <a:pt x="253" y="430"/>
                </a:lnTo>
                <a:lnTo>
                  <a:pt x="254" y="431"/>
                </a:lnTo>
                <a:lnTo>
                  <a:pt x="255" y="433"/>
                </a:lnTo>
                <a:lnTo>
                  <a:pt x="255" y="434"/>
                </a:lnTo>
                <a:lnTo>
                  <a:pt x="255" y="436"/>
                </a:lnTo>
                <a:lnTo>
                  <a:pt x="254" y="437"/>
                </a:lnTo>
                <a:lnTo>
                  <a:pt x="254" y="439"/>
                </a:lnTo>
                <a:lnTo>
                  <a:pt x="255" y="440"/>
                </a:lnTo>
                <a:lnTo>
                  <a:pt x="255" y="441"/>
                </a:lnTo>
                <a:lnTo>
                  <a:pt x="256" y="442"/>
                </a:lnTo>
                <a:lnTo>
                  <a:pt x="257" y="442"/>
                </a:lnTo>
                <a:lnTo>
                  <a:pt x="256" y="443"/>
                </a:lnTo>
                <a:lnTo>
                  <a:pt x="256" y="444"/>
                </a:lnTo>
                <a:lnTo>
                  <a:pt x="255" y="444"/>
                </a:lnTo>
                <a:lnTo>
                  <a:pt x="255" y="443"/>
                </a:lnTo>
                <a:lnTo>
                  <a:pt x="255" y="444"/>
                </a:lnTo>
                <a:lnTo>
                  <a:pt x="254" y="444"/>
                </a:lnTo>
                <a:lnTo>
                  <a:pt x="254" y="445"/>
                </a:lnTo>
                <a:lnTo>
                  <a:pt x="253" y="448"/>
                </a:lnTo>
                <a:lnTo>
                  <a:pt x="252" y="448"/>
                </a:lnTo>
                <a:lnTo>
                  <a:pt x="251" y="448"/>
                </a:lnTo>
                <a:lnTo>
                  <a:pt x="250" y="449"/>
                </a:lnTo>
                <a:lnTo>
                  <a:pt x="249" y="449"/>
                </a:lnTo>
                <a:lnTo>
                  <a:pt x="249" y="450"/>
                </a:lnTo>
                <a:lnTo>
                  <a:pt x="249" y="451"/>
                </a:lnTo>
                <a:lnTo>
                  <a:pt x="248" y="451"/>
                </a:lnTo>
                <a:lnTo>
                  <a:pt x="248" y="452"/>
                </a:lnTo>
                <a:lnTo>
                  <a:pt x="247" y="455"/>
                </a:lnTo>
                <a:lnTo>
                  <a:pt x="247" y="456"/>
                </a:lnTo>
                <a:lnTo>
                  <a:pt x="247" y="458"/>
                </a:lnTo>
                <a:lnTo>
                  <a:pt x="247" y="459"/>
                </a:lnTo>
                <a:lnTo>
                  <a:pt x="247" y="460"/>
                </a:lnTo>
                <a:lnTo>
                  <a:pt x="247" y="462"/>
                </a:lnTo>
                <a:lnTo>
                  <a:pt x="246" y="464"/>
                </a:lnTo>
                <a:lnTo>
                  <a:pt x="246" y="465"/>
                </a:lnTo>
                <a:lnTo>
                  <a:pt x="245" y="471"/>
                </a:lnTo>
                <a:lnTo>
                  <a:pt x="244" y="473"/>
                </a:lnTo>
                <a:lnTo>
                  <a:pt x="244" y="474"/>
                </a:lnTo>
                <a:lnTo>
                  <a:pt x="244" y="475"/>
                </a:lnTo>
                <a:lnTo>
                  <a:pt x="243" y="475"/>
                </a:lnTo>
                <a:lnTo>
                  <a:pt x="243" y="477"/>
                </a:lnTo>
                <a:lnTo>
                  <a:pt x="242" y="478"/>
                </a:lnTo>
                <a:lnTo>
                  <a:pt x="241" y="479"/>
                </a:lnTo>
                <a:lnTo>
                  <a:pt x="240" y="479"/>
                </a:lnTo>
                <a:lnTo>
                  <a:pt x="240" y="480"/>
                </a:lnTo>
                <a:lnTo>
                  <a:pt x="239" y="481"/>
                </a:lnTo>
                <a:lnTo>
                  <a:pt x="239" y="482"/>
                </a:lnTo>
                <a:lnTo>
                  <a:pt x="239" y="483"/>
                </a:lnTo>
                <a:lnTo>
                  <a:pt x="236" y="490"/>
                </a:lnTo>
                <a:lnTo>
                  <a:pt x="236" y="492"/>
                </a:lnTo>
                <a:lnTo>
                  <a:pt x="235" y="493"/>
                </a:lnTo>
                <a:lnTo>
                  <a:pt x="235" y="494"/>
                </a:lnTo>
                <a:lnTo>
                  <a:pt x="234" y="495"/>
                </a:lnTo>
                <a:lnTo>
                  <a:pt x="233" y="496"/>
                </a:lnTo>
                <a:lnTo>
                  <a:pt x="233" y="497"/>
                </a:lnTo>
                <a:lnTo>
                  <a:pt x="233" y="498"/>
                </a:lnTo>
                <a:lnTo>
                  <a:pt x="233" y="499"/>
                </a:lnTo>
                <a:lnTo>
                  <a:pt x="232" y="499"/>
                </a:lnTo>
                <a:lnTo>
                  <a:pt x="231" y="499"/>
                </a:lnTo>
                <a:lnTo>
                  <a:pt x="230" y="499"/>
                </a:lnTo>
                <a:lnTo>
                  <a:pt x="229" y="499"/>
                </a:lnTo>
                <a:lnTo>
                  <a:pt x="228" y="500"/>
                </a:lnTo>
                <a:lnTo>
                  <a:pt x="227" y="501"/>
                </a:lnTo>
                <a:lnTo>
                  <a:pt x="226" y="501"/>
                </a:lnTo>
                <a:lnTo>
                  <a:pt x="225" y="503"/>
                </a:lnTo>
                <a:lnTo>
                  <a:pt x="225" y="504"/>
                </a:lnTo>
                <a:lnTo>
                  <a:pt x="225" y="507"/>
                </a:lnTo>
                <a:lnTo>
                  <a:pt x="225" y="508"/>
                </a:lnTo>
                <a:lnTo>
                  <a:pt x="226" y="509"/>
                </a:lnTo>
                <a:lnTo>
                  <a:pt x="227" y="510"/>
                </a:lnTo>
                <a:lnTo>
                  <a:pt x="228" y="512"/>
                </a:lnTo>
                <a:lnTo>
                  <a:pt x="228" y="513"/>
                </a:lnTo>
                <a:lnTo>
                  <a:pt x="229" y="513"/>
                </a:lnTo>
                <a:lnTo>
                  <a:pt x="229" y="514"/>
                </a:lnTo>
                <a:lnTo>
                  <a:pt x="228" y="514"/>
                </a:lnTo>
                <a:lnTo>
                  <a:pt x="228" y="515"/>
                </a:lnTo>
                <a:lnTo>
                  <a:pt x="227" y="515"/>
                </a:lnTo>
                <a:lnTo>
                  <a:pt x="226" y="516"/>
                </a:lnTo>
                <a:lnTo>
                  <a:pt x="225" y="517"/>
                </a:lnTo>
                <a:lnTo>
                  <a:pt x="225" y="518"/>
                </a:lnTo>
                <a:lnTo>
                  <a:pt x="225" y="520"/>
                </a:lnTo>
                <a:lnTo>
                  <a:pt x="225" y="521"/>
                </a:lnTo>
                <a:lnTo>
                  <a:pt x="225" y="522"/>
                </a:lnTo>
                <a:lnTo>
                  <a:pt x="225" y="523"/>
                </a:lnTo>
                <a:lnTo>
                  <a:pt x="224" y="523"/>
                </a:lnTo>
                <a:lnTo>
                  <a:pt x="224" y="524"/>
                </a:lnTo>
                <a:lnTo>
                  <a:pt x="223" y="524"/>
                </a:lnTo>
                <a:lnTo>
                  <a:pt x="221" y="524"/>
                </a:lnTo>
                <a:lnTo>
                  <a:pt x="221" y="525"/>
                </a:lnTo>
                <a:lnTo>
                  <a:pt x="220" y="526"/>
                </a:lnTo>
                <a:lnTo>
                  <a:pt x="220" y="527"/>
                </a:lnTo>
                <a:lnTo>
                  <a:pt x="219" y="528"/>
                </a:lnTo>
                <a:lnTo>
                  <a:pt x="218" y="529"/>
                </a:lnTo>
                <a:lnTo>
                  <a:pt x="218" y="530"/>
                </a:lnTo>
                <a:lnTo>
                  <a:pt x="217" y="530"/>
                </a:lnTo>
                <a:lnTo>
                  <a:pt x="216" y="531"/>
                </a:lnTo>
                <a:lnTo>
                  <a:pt x="216" y="532"/>
                </a:lnTo>
                <a:lnTo>
                  <a:pt x="215" y="532"/>
                </a:lnTo>
                <a:lnTo>
                  <a:pt x="215" y="533"/>
                </a:lnTo>
                <a:lnTo>
                  <a:pt x="214" y="533"/>
                </a:lnTo>
                <a:lnTo>
                  <a:pt x="213" y="534"/>
                </a:lnTo>
                <a:lnTo>
                  <a:pt x="212" y="535"/>
                </a:lnTo>
                <a:lnTo>
                  <a:pt x="211" y="535"/>
                </a:lnTo>
                <a:lnTo>
                  <a:pt x="210" y="536"/>
                </a:lnTo>
                <a:lnTo>
                  <a:pt x="209" y="537"/>
                </a:lnTo>
                <a:lnTo>
                  <a:pt x="208" y="537"/>
                </a:lnTo>
                <a:lnTo>
                  <a:pt x="207" y="538"/>
                </a:lnTo>
                <a:lnTo>
                  <a:pt x="207" y="539"/>
                </a:lnTo>
                <a:lnTo>
                  <a:pt x="206" y="540"/>
                </a:lnTo>
                <a:lnTo>
                  <a:pt x="206" y="541"/>
                </a:lnTo>
                <a:lnTo>
                  <a:pt x="204" y="542"/>
                </a:lnTo>
                <a:lnTo>
                  <a:pt x="204" y="543"/>
                </a:lnTo>
                <a:lnTo>
                  <a:pt x="203" y="543"/>
                </a:lnTo>
                <a:lnTo>
                  <a:pt x="202" y="544"/>
                </a:lnTo>
                <a:lnTo>
                  <a:pt x="201" y="545"/>
                </a:lnTo>
                <a:lnTo>
                  <a:pt x="200" y="545"/>
                </a:lnTo>
                <a:lnTo>
                  <a:pt x="200" y="546"/>
                </a:lnTo>
                <a:lnTo>
                  <a:pt x="200" y="547"/>
                </a:lnTo>
                <a:lnTo>
                  <a:pt x="199" y="547"/>
                </a:lnTo>
                <a:lnTo>
                  <a:pt x="199" y="548"/>
                </a:lnTo>
                <a:lnTo>
                  <a:pt x="199" y="549"/>
                </a:lnTo>
                <a:lnTo>
                  <a:pt x="199" y="550"/>
                </a:lnTo>
                <a:lnTo>
                  <a:pt x="198" y="552"/>
                </a:lnTo>
                <a:lnTo>
                  <a:pt x="198" y="553"/>
                </a:lnTo>
                <a:lnTo>
                  <a:pt x="198" y="554"/>
                </a:lnTo>
                <a:lnTo>
                  <a:pt x="198" y="558"/>
                </a:lnTo>
                <a:lnTo>
                  <a:pt x="198" y="559"/>
                </a:lnTo>
                <a:lnTo>
                  <a:pt x="198" y="561"/>
                </a:lnTo>
                <a:lnTo>
                  <a:pt x="196" y="564"/>
                </a:lnTo>
                <a:lnTo>
                  <a:pt x="195" y="565"/>
                </a:lnTo>
                <a:lnTo>
                  <a:pt x="195" y="566"/>
                </a:lnTo>
                <a:lnTo>
                  <a:pt x="194" y="566"/>
                </a:lnTo>
                <a:lnTo>
                  <a:pt x="194" y="567"/>
                </a:lnTo>
                <a:lnTo>
                  <a:pt x="194" y="568"/>
                </a:lnTo>
                <a:lnTo>
                  <a:pt x="194" y="569"/>
                </a:lnTo>
                <a:lnTo>
                  <a:pt x="193" y="570"/>
                </a:lnTo>
                <a:lnTo>
                  <a:pt x="193" y="571"/>
                </a:lnTo>
                <a:lnTo>
                  <a:pt x="193" y="572"/>
                </a:lnTo>
                <a:lnTo>
                  <a:pt x="193" y="573"/>
                </a:lnTo>
                <a:lnTo>
                  <a:pt x="193" y="574"/>
                </a:lnTo>
                <a:lnTo>
                  <a:pt x="193" y="575"/>
                </a:lnTo>
                <a:lnTo>
                  <a:pt x="193" y="576"/>
                </a:lnTo>
                <a:lnTo>
                  <a:pt x="192" y="578"/>
                </a:lnTo>
                <a:lnTo>
                  <a:pt x="192" y="579"/>
                </a:lnTo>
                <a:lnTo>
                  <a:pt x="192" y="581"/>
                </a:lnTo>
                <a:lnTo>
                  <a:pt x="191" y="583"/>
                </a:lnTo>
                <a:lnTo>
                  <a:pt x="191" y="584"/>
                </a:lnTo>
                <a:lnTo>
                  <a:pt x="191" y="586"/>
                </a:lnTo>
                <a:lnTo>
                  <a:pt x="191" y="587"/>
                </a:lnTo>
                <a:lnTo>
                  <a:pt x="191" y="589"/>
                </a:lnTo>
                <a:lnTo>
                  <a:pt x="191" y="590"/>
                </a:lnTo>
                <a:lnTo>
                  <a:pt x="190" y="592"/>
                </a:lnTo>
                <a:lnTo>
                  <a:pt x="190" y="593"/>
                </a:lnTo>
                <a:lnTo>
                  <a:pt x="190" y="595"/>
                </a:lnTo>
                <a:lnTo>
                  <a:pt x="189" y="597"/>
                </a:lnTo>
                <a:lnTo>
                  <a:pt x="189" y="598"/>
                </a:lnTo>
                <a:lnTo>
                  <a:pt x="188" y="599"/>
                </a:lnTo>
                <a:lnTo>
                  <a:pt x="188" y="600"/>
                </a:lnTo>
                <a:lnTo>
                  <a:pt x="188" y="601"/>
                </a:lnTo>
                <a:lnTo>
                  <a:pt x="188" y="602"/>
                </a:lnTo>
                <a:lnTo>
                  <a:pt x="188" y="603"/>
                </a:lnTo>
                <a:lnTo>
                  <a:pt x="187" y="604"/>
                </a:lnTo>
                <a:lnTo>
                  <a:pt x="187" y="605"/>
                </a:lnTo>
                <a:lnTo>
                  <a:pt x="187" y="606"/>
                </a:lnTo>
                <a:lnTo>
                  <a:pt x="187" y="607"/>
                </a:lnTo>
                <a:lnTo>
                  <a:pt x="187" y="610"/>
                </a:lnTo>
                <a:lnTo>
                  <a:pt x="186" y="611"/>
                </a:lnTo>
                <a:lnTo>
                  <a:pt x="186" y="613"/>
                </a:lnTo>
                <a:lnTo>
                  <a:pt x="185" y="614"/>
                </a:lnTo>
                <a:lnTo>
                  <a:pt x="185" y="615"/>
                </a:lnTo>
                <a:lnTo>
                  <a:pt x="185" y="617"/>
                </a:lnTo>
                <a:lnTo>
                  <a:pt x="185" y="618"/>
                </a:lnTo>
                <a:lnTo>
                  <a:pt x="185" y="621"/>
                </a:lnTo>
                <a:lnTo>
                  <a:pt x="186" y="622"/>
                </a:lnTo>
                <a:lnTo>
                  <a:pt x="186" y="623"/>
                </a:lnTo>
                <a:lnTo>
                  <a:pt x="186" y="624"/>
                </a:lnTo>
                <a:lnTo>
                  <a:pt x="186" y="626"/>
                </a:lnTo>
                <a:lnTo>
                  <a:pt x="187" y="627"/>
                </a:lnTo>
                <a:lnTo>
                  <a:pt x="187" y="629"/>
                </a:lnTo>
                <a:lnTo>
                  <a:pt x="188" y="633"/>
                </a:lnTo>
                <a:lnTo>
                  <a:pt x="189" y="642"/>
                </a:lnTo>
                <a:lnTo>
                  <a:pt x="191" y="653"/>
                </a:lnTo>
                <a:lnTo>
                  <a:pt x="191" y="654"/>
                </a:lnTo>
                <a:lnTo>
                  <a:pt x="190" y="656"/>
                </a:lnTo>
                <a:lnTo>
                  <a:pt x="191" y="658"/>
                </a:lnTo>
                <a:lnTo>
                  <a:pt x="191" y="659"/>
                </a:lnTo>
                <a:lnTo>
                  <a:pt x="192" y="660"/>
                </a:lnTo>
                <a:lnTo>
                  <a:pt x="193" y="660"/>
                </a:lnTo>
                <a:lnTo>
                  <a:pt x="193" y="661"/>
                </a:lnTo>
                <a:lnTo>
                  <a:pt x="194" y="661"/>
                </a:lnTo>
                <a:lnTo>
                  <a:pt x="193" y="661"/>
                </a:lnTo>
                <a:lnTo>
                  <a:pt x="192" y="665"/>
                </a:lnTo>
                <a:lnTo>
                  <a:pt x="192" y="666"/>
                </a:lnTo>
                <a:lnTo>
                  <a:pt x="193" y="666"/>
                </a:lnTo>
                <a:lnTo>
                  <a:pt x="193" y="667"/>
                </a:lnTo>
                <a:lnTo>
                  <a:pt x="193" y="668"/>
                </a:lnTo>
                <a:lnTo>
                  <a:pt x="194" y="670"/>
                </a:lnTo>
                <a:lnTo>
                  <a:pt x="194" y="671"/>
                </a:lnTo>
                <a:lnTo>
                  <a:pt x="194" y="672"/>
                </a:lnTo>
                <a:lnTo>
                  <a:pt x="194" y="673"/>
                </a:lnTo>
                <a:lnTo>
                  <a:pt x="195" y="674"/>
                </a:lnTo>
                <a:lnTo>
                  <a:pt x="196" y="675"/>
                </a:lnTo>
                <a:lnTo>
                  <a:pt x="195" y="675"/>
                </a:lnTo>
                <a:lnTo>
                  <a:pt x="195" y="676"/>
                </a:lnTo>
                <a:lnTo>
                  <a:pt x="194" y="676"/>
                </a:lnTo>
                <a:lnTo>
                  <a:pt x="194" y="677"/>
                </a:lnTo>
                <a:lnTo>
                  <a:pt x="194" y="679"/>
                </a:lnTo>
                <a:lnTo>
                  <a:pt x="192" y="681"/>
                </a:lnTo>
                <a:lnTo>
                  <a:pt x="192" y="682"/>
                </a:lnTo>
                <a:lnTo>
                  <a:pt x="192" y="683"/>
                </a:lnTo>
                <a:lnTo>
                  <a:pt x="191" y="683"/>
                </a:lnTo>
                <a:lnTo>
                  <a:pt x="190" y="684"/>
                </a:lnTo>
                <a:lnTo>
                  <a:pt x="189" y="685"/>
                </a:lnTo>
                <a:lnTo>
                  <a:pt x="188" y="685"/>
                </a:lnTo>
                <a:lnTo>
                  <a:pt x="187" y="685"/>
                </a:lnTo>
                <a:lnTo>
                  <a:pt x="187" y="686"/>
                </a:lnTo>
                <a:lnTo>
                  <a:pt x="187" y="688"/>
                </a:lnTo>
                <a:lnTo>
                  <a:pt x="187" y="689"/>
                </a:lnTo>
                <a:lnTo>
                  <a:pt x="187" y="690"/>
                </a:lnTo>
                <a:lnTo>
                  <a:pt x="187" y="691"/>
                </a:lnTo>
                <a:lnTo>
                  <a:pt x="187" y="692"/>
                </a:lnTo>
                <a:lnTo>
                  <a:pt x="187" y="693"/>
                </a:lnTo>
                <a:lnTo>
                  <a:pt x="188" y="695"/>
                </a:lnTo>
                <a:lnTo>
                  <a:pt x="189" y="696"/>
                </a:lnTo>
                <a:lnTo>
                  <a:pt x="189" y="697"/>
                </a:lnTo>
                <a:lnTo>
                  <a:pt x="190" y="697"/>
                </a:lnTo>
                <a:lnTo>
                  <a:pt x="191" y="697"/>
                </a:lnTo>
                <a:lnTo>
                  <a:pt x="191" y="698"/>
                </a:lnTo>
                <a:lnTo>
                  <a:pt x="192" y="699"/>
                </a:lnTo>
                <a:lnTo>
                  <a:pt x="192" y="700"/>
                </a:lnTo>
                <a:lnTo>
                  <a:pt x="192" y="701"/>
                </a:lnTo>
                <a:lnTo>
                  <a:pt x="193" y="701"/>
                </a:lnTo>
                <a:lnTo>
                  <a:pt x="193" y="702"/>
                </a:lnTo>
                <a:lnTo>
                  <a:pt x="194" y="702"/>
                </a:lnTo>
                <a:lnTo>
                  <a:pt x="194" y="703"/>
                </a:lnTo>
                <a:lnTo>
                  <a:pt x="193" y="703"/>
                </a:lnTo>
                <a:lnTo>
                  <a:pt x="192" y="703"/>
                </a:lnTo>
                <a:lnTo>
                  <a:pt x="191" y="703"/>
                </a:lnTo>
                <a:lnTo>
                  <a:pt x="190" y="703"/>
                </a:lnTo>
                <a:lnTo>
                  <a:pt x="190" y="702"/>
                </a:lnTo>
                <a:lnTo>
                  <a:pt x="190" y="701"/>
                </a:lnTo>
                <a:lnTo>
                  <a:pt x="190" y="700"/>
                </a:lnTo>
                <a:lnTo>
                  <a:pt x="189" y="700"/>
                </a:lnTo>
                <a:lnTo>
                  <a:pt x="188" y="700"/>
                </a:lnTo>
                <a:lnTo>
                  <a:pt x="187" y="700"/>
                </a:lnTo>
                <a:lnTo>
                  <a:pt x="187" y="699"/>
                </a:lnTo>
                <a:lnTo>
                  <a:pt x="186" y="699"/>
                </a:lnTo>
                <a:lnTo>
                  <a:pt x="186" y="698"/>
                </a:lnTo>
                <a:lnTo>
                  <a:pt x="185" y="698"/>
                </a:lnTo>
                <a:lnTo>
                  <a:pt x="185" y="697"/>
                </a:lnTo>
                <a:lnTo>
                  <a:pt x="184" y="697"/>
                </a:lnTo>
                <a:lnTo>
                  <a:pt x="183" y="697"/>
                </a:lnTo>
                <a:lnTo>
                  <a:pt x="182" y="697"/>
                </a:lnTo>
                <a:lnTo>
                  <a:pt x="180" y="697"/>
                </a:lnTo>
                <a:lnTo>
                  <a:pt x="176" y="696"/>
                </a:lnTo>
                <a:lnTo>
                  <a:pt x="174" y="695"/>
                </a:lnTo>
                <a:lnTo>
                  <a:pt x="173" y="694"/>
                </a:lnTo>
                <a:lnTo>
                  <a:pt x="172" y="694"/>
                </a:lnTo>
                <a:lnTo>
                  <a:pt x="171" y="695"/>
                </a:lnTo>
                <a:lnTo>
                  <a:pt x="169" y="696"/>
                </a:lnTo>
                <a:lnTo>
                  <a:pt x="169" y="697"/>
                </a:lnTo>
                <a:lnTo>
                  <a:pt x="169" y="698"/>
                </a:lnTo>
                <a:lnTo>
                  <a:pt x="170" y="698"/>
                </a:lnTo>
                <a:lnTo>
                  <a:pt x="170" y="699"/>
                </a:lnTo>
                <a:lnTo>
                  <a:pt x="170" y="700"/>
                </a:lnTo>
                <a:lnTo>
                  <a:pt x="170" y="701"/>
                </a:lnTo>
                <a:lnTo>
                  <a:pt x="169" y="702"/>
                </a:lnTo>
                <a:lnTo>
                  <a:pt x="167" y="703"/>
                </a:lnTo>
                <a:lnTo>
                  <a:pt x="166" y="703"/>
                </a:lnTo>
                <a:lnTo>
                  <a:pt x="165" y="701"/>
                </a:lnTo>
                <a:lnTo>
                  <a:pt x="164" y="700"/>
                </a:lnTo>
                <a:lnTo>
                  <a:pt x="163" y="700"/>
                </a:lnTo>
                <a:lnTo>
                  <a:pt x="163" y="699"/>
                </a:lnTo>
                <a:lnTo>
                  <a:pt x="163" y="697"/>
                </a:lnTo>
                <a:lnTo>
                  <a:pt x="163" y="696"/>
                </a:lnTo>
                <a:lnTo>
                  <a:pt x="163" y="695"/>
                </a:lnTo>
                <a:lnTo>
                  <a:pt x="163" y="694"/>
                </a:lnTo>
                <a:lnTo>
                  <a:pt x="163" y="693"/>
                </a:lnTo>
                <a:lnTo>
                  <a:pt x="163" y="692"/>
                </a:lnTo>
                <a:lnTo>
                  <a:pt x="163" y="691"/>
                </a:lnTo>
                <a:lnTo>
                  <a:pt x="162" y="691"/>
                </a:lnTo>
                <a:lnTo>
                  <a:pt x="161" y="690"/>
                </a:lnTo>
                <a:lnTo>
                  <a:pt x="159" y="688"/>
                </a:lnTo>
                <a:lnTo>
                  <a:pt x="158" y="687"/>
                </a:lnTo>
                <a:lnTo>
                  <a:pt x="157" y="686"/>
                </a:lnTo>
                <a:lnTo>
                  <a:pt x="157" y="685"/>
                </a:lnTo>
                <a:lnTo>
                  <a:pt x="156" y="684"/>
                </a:lnTo>
                <a:lnTo>
                  <a:pt x="156" y="683"/>
                </a:lnTo>
                <a:lnTo>
                  <a:pt x="156" y="682"/>
                </a:lnTo>
                <a:lnTo>
                  <a:pt x="156" y="681"/>
                </a:lnTo>
                <a:lnTo>
                  <a:pt x="157" y="680"/>
                </a:lnTo>
                <a:lnTo>
                  <a:pt x="157" y="679"/>
                </a:lnTo>
                <a:lnTo>
                  <a:pt x="157" y="678"/>
                </a:lnTo>
                <a:lnTo>
                  <a:pt x="157" y="677"/>
                </a:lnTo>
                <a:lnTo>
                  <a:pt x="158" y="677"/>
                </a:lnTo>
                <a:lnTo>
                  <a:pt x="158" y="676"/>
                </a:lnTo>
                <a:lnTo>
                  <a:pt x="159" y="676"/>
                </a:lnTo>
                <a:lnTo>
                  <a:pt x="158" y="675"/>
                </a:lnTo>
                <a:lnTo>
                  <a:pt x="158" y="674"/>
                </a:lnTo>
                <a:lnTo>
                  <a:pt x="157" y="672"/>
                </a:lnTo>
                <a:lnTo>
                  <a:pt x="157" y="671"/>
                </a:lnTo>
                <a:lnTo>
                  <a:pt x="157" y="670"/>
                </a:lnTo>
                <a:lnTo>
                  <a:pt x="158" y="670"/>
                </a:lnTo>
                <a:lnTo>
                  <a:pt x="159" y="669"/>
                </a:lnTo>
                <a:lnTo>
                  <a:pt x="159" y="668"/>
                </a:lnTo>
                <a:lnTo>
                  <a:pt x="159" y="667"/>
                </a:lnTo>
                <a:lnTo>
                  <a:pt x="158" y="666"/>
                </a:lnTo>
                <a:lnTo>
                  <a:pt x="158" y="665"/>
                </a:lnTo>
                <a:lnTo>
                  <a:pt x="158" y="664"/>
                </a:lnTo>
                <a:lnTo>
                  <a:pt x="157" y="663"/>
                </a:lnTo>
                <a:lnTo>
                  <a:pt x="157" y="662"/>
                </a:lnTo>
                <a:lnTo>
                  <a:pt x="151" y="649"/>
                </a:lnTo>
                <a:lnTo>
                  <a:pt x="150" y="647"/>
                </a:lnTo>
                <a:lnTo>
                  <a:pt x="150" y="646"/>
                </a:lnTo>
                <a:lnTo>
                  <a:pt x="149" y="646"/>
                </a:lnTo>
                <a:lnTo>
                  <a:pt x="149" y="645"/>
                </a:lnTo>
                <a:lnTo>
                  <a:pt x="148" y="645"/>
                </a:lnTo>
                <a:lnTo>
                  <a:pt x="148" y="644"/>
                </a:lnTo>
                <a:lnTo>
                  <a:pt x="147" y="643"/>
                </a:lnTo>
                <a:lnTo>
                  <a:pt x="146" y="642"/>
                </a:lnTo>
                <a:lnTo>
                  <a:pt x="145" y="641"/>
                </a:lnTo>
                <a:lnTo>
                  <a:pt x="144" y="640"/>
                </a:lnTo>
                <a:lnTo>
                  <a:pt x="143" y="639"/>
                </a:lnTo>
                <a:lnTo>
                  <a:pt x="142" y="639"/>
                </a:lnTo>
                <a:lnTo>
                  <a:pt x="141" y="639"/>
                </a:lnTo>
                <a:lnTo>
                  <a:pt x="141" y="638"/>
                </a:lnTo>
                <a:lnTo>
                  <a:pt x="141" y="637"/>
                </a:lnTo>
                <a:lnTo>
                  <a:pt x="142" y="636"/>
                </a:lnTo>
                <a:lnTo>
                  <a:pt x="141" y="636"/>
                </a:lnTo>
                <a:lnTo>
                  <a:pt x="141" y="635"/>
                </a:lnTo>
                <a:lnTo>
                  <a:pt x="140" y="634"/>
                </a:lnTo>
                <a:lnTo>
                  <a:pt x="140" y="633"/>
                </a:lnTo>
                <a:lnTo>
                  <a:pt x="140" y="632"/>
                </a:lnTo>
                <a:lnTo>
                  <a:pt x="139" y="632"/>
                </a:lnTo>
                <a:lnTo>
                  <a:pt x="139" y="631"/>
                </a:lnTo>
                <a:lnTo>
                  <a:pt x="139" y="630"/>
                </a:lnTo>
                <a:lnTo>
                  <a:pt x="139" y="629"/>
                </a:lnTo>
                <a:lnTo>
                  <a:pt x="138" y="629"/>
                </a:lnTo>
                <a:lnTo>
                  <a:pt x="138" y="628"/>
                </a:lnTo>
                <a:lnTo>
                  <a:pt x="137" y="628"/>
                </a:lnTo>
                <a:lnTo>
                  <a:pt x="137" y="627"/>
                </a:lnTo>
                <a:lnTo>
                  <a:pt x="136" y="626"/>
                </a:lnTo>
                <a:lnTo>
                  <a:pt x="134" y="625"/>
                </a:lnTo>
                <a:lnTo>
                  <a:pt x="133" y="624"/>
                </a:lnTo>
                <a:lnTo>
                  <a:pt x="132" y="624"/>
                </a:lnTo>
                <a:lnTo>
                  <a:pt x="131" y="623"/>
                </a:lnTo>
                <a:lnTo>
                  <a:pt x="130" y="622"/>
                </a:lnTo>
                <a:lnTo>
                  <a:pt x="130" y="621"/>
                </a:lnTo>
                <a:lnTo>
                  <a:pt x="129" y="621"/>
                </a:lnTo>
                <a:lnTo>
                  <a:pt x="129" y="620"/>
                </a:lnTo>
                <a:lnTo>
                  <a:pt x="128" y="619"/>
                </a:lnTo>
                <a:lnTo>
                  <a:pt x="127" y="619"/>
                </a:lnTo>
                <a:lnTo>
                  <a:pt x="127" y="618"/>
                </a:lnTo>
                <a:lnTo>
                  <a:pt x="126" y="617"/>
                </a:lnTo>
                <a:lnTo>
                  <a:pt x="125" y="616"/>
                </a:lnTo>
                <a:lnTo>
                  <a:pt x="124" y="616"/>
                </a:lnTo>
                <a:lnTo>
                  <a:pt x="122" y="615"/>
                </a:lnTo>
                <a:lnTo>
                  <a:pt x="121" y="615"/>
                </a:lnTo>
                <a:lnTo>
                  <a:pt x="120" y="614"/>
                </a:lnTo>
                <a:lnTo>
                  <a:pt x="118" y="613"/>
                </a:lnTo>
                <a:lnTo>
                  <a:pt x="117" y="613"/>
                </a:lnTo>
                <a:lnTo>
                  <a:pt x="115" y="612"/>
                </a:lnTo>
                <a:lnTo>
                  <a:pt x="113" y="612"/>
                </a:lnTo>
                <a:lnTo>
                  <a:pt x="113" y="611"/>
                </a:lnTo>
                <a:lnTo>
                  <a:pt x="112" y="611"/>
                </a:lnTo>
                <a:lnTo>
                  <a:pt x="111" y="611"/>
                </a:lnTo>
                <a:lnTo>
                  <a:pt x="110" y="611"/>
                </a:lnTo>
                <a:lnTo>
                  <a:pt x="109" y="610"/>
                </a:lnTo>
                <a:lnTo>
                  <a:pt x="108" y="610"/>
                </a:lnTo>
                <a:lnTo>
                  <a:pt x="106" y="609"/>
                </a:lnTo>
                <a:lnTo>
                  <a:pt x="105" y="608"/>
                </a:lnTo>
                <a:lnTo>
                  <a:pt x="103" y="608"/>
                </a:lnTo>
                <a:lnTo>
                  <a:pt x="102" y="607"/>
                </a:lnTo>
                <a:lnTo>
                  <a:pt x="101" y="607"/>
                </a:lnTo>
                <a:lnTo>
                  <a:pt x="98" y="606"/>
                </a:lnTo>
                <a:lnTo>
                  <a:pt x="98" y="605"/>
                </a:lnTo>
                <a:lnTo>
                  <a:pt x="97" y="605"/>
                </a:lnTo>
                <a:lnTo>
                  <a:pt x="97" y="604"/>
                </a:lnTo>
                <a:lnTo>
                  <a:pt x="96" y="604"/>
                </a:lnTo>
                <a:lnTo>
                  <a:pt x="95" y="603"/>
                </a:lnTo>
                <a:lnTo>
                  <a:pt x="94" y="602"/>
                </a:lnTo>
                <a:lnTo>
                  <a:pt x="93" y="601"/>
                </a:lnTo>
                <a:lnTo>
                  <a:pt x="92" y="601"/>
                </a:lnTo>
                <a:lnTo>
                  <a:pt x="91" y="601"/>
                </a:lnTo>
                <a:lnTo>
                  <a:pt x="90" y="600"/>
                </a:lnTo>
                <a:lnTo>
                  <a:pt x="90" y="601"/>
                </a:lnTo>
                <a:lnTo>
                  <a:pt x="89" y="601"/>
                </a:lnTo>
                <a:lnTo>
                  <a:pt x="88" y="601"/>
                </a:lnTo>
                <a:lnTo>
                  <a:pt x="87" y="601"/>
                </a:lnTo>
                <a:lnTo>
                  <a:pt x="83" y="599"/>
                </a:lnTo>
                <a:lnTo>
                  <a:pt x="80" y="597"/>
                </a:lnTo>
                <a:lnTo>
                  <a:pt x="78" y="596"/>
                </a:lnTo>
                <a:lnTo>
                  <a:pt x="77" y="597"/>
                </a:lnTo>
                <a:lnTo>
                  <a:pt x="75" y="595"/>
                </a:lnTo>
                <a:lnTo>
                  <a:pt x="74" y="594"/>
                </a:lnTo>
                <a:lnTo>
                  <a:pt x="73" y="594"/>
                </a:lnTo>
                <a:lnTo>
                  <a:pt x="72" y="593"/>
                </a:lnTo>
                <a:lnTo>
                  <a:pt x="72" y="592"/>
                </a:lnTo>
                <a:lnTo>
                  <a:pt x="71" y="592"/>
                </a:lnTo>
                <a:lnTo>
                  <a:pt x="70" y="591"/>
                </a:lnTo>
                <a:lnTo>
                  <a:pt x="69" y="590"/>
                </a:lnTo>
                <a:lnTo>
                  <a:pt x="70" y="589"/>
                </a:lnTo>
                <a:lnTo>
                  <a:pt x="71" y="589"/>
                </a:lnTo>
                <a:lnTo>
                  <a:pt x="71" y="590"/>
                </a:lnTo>
                <a:lnTo>
                  <a:pt x="72" y="590"/>
                </a:lnTo>
                <a:lnTo>
                  <a:pt x="72" y="591"/>
                </a:lnTo>
                <a:lnTo>
                  <a:pt x="73" y="591"/>
                </a:lnTo>
                <a:lnTo>
                  <a:pt x="74" y="591"/>
                </a:lnTo>
                <a:lnTo>
                  <a:pt x="74" y="590"/>
                </a:lnTo>
                <a:lnTo>
                  <a:pt x="72" y="589"/>
                </a:lnTo>
                <a:lnTo>
                  <a:pt x="70" y="588"/>
                </a:lnTo>
                <a:lnTo>
                  <a:pt x="69" y="587"/>
                </a:lnTo>
                <a:lnTo>
                  <a:pt x="68" y="586"/>
                </a:lnTo>
                <a:lnTo>
                  <a:pt x="68" y="585"/>
                </a:lnTo>
                <a:lnTo>
                  <a:pt x="67" y="585"/>
                </a:lnTo>
                <a:lnTo>
                  <a:pt x="65" y="584"/>
                </a:lnTo>
                <a:lnTo>
                  <a:pt x="65" y="583"/>
                </a:lnTo>
                <a:lnTo>
                  <a:pt x="63" y="581"/>
                </a:lnTo>
                <a:lnTo>
                  <a:pt x="62" y="580"/>
                </a:lnTo>
                <a:lnTo>
                  <a:pt x="61" y="579"/>
                </a:lnTo>
                <a:lnTo>
                  <a:pt x="61" y="578"/>
                </a:lnTo>
                <a:lnTo>
                  <a:pt x="62" y="579"/>
                </a:lnTo>
                <a:lnTo>
                  <a:pt x="63" y="579"/>
                </a:lnTo>
                <a:lnTo>
                  <a:pt x="64" y="578"/>
                </a:lnTo>
                <a:lnTo>
                  <a:pt x="62" y="578"/>
                </a:lnTo>
                <a:lnTo>
                  <a:pt x="63" y="577"/>
                </a:lnTo>
                <a:lnTo>
                  <a:pt x="63" y="576"/>
                </a:lnTo>
                <a:lnTo>
                  <a:pt x="63" y="577"/>
                </a:lnTo>
                <a:lnTo>
                  <a:pt x="62" y="577"/>
                </a:lnTo>
                <a:lnTo>
                  <a:pt x="62" y="576"/>
                </a:lnTo>
                <a:lnTo>
                  <a:pt x="62" y="577"/>
                </a:lnTo>
                <a:lnTo>
                  <a:pt x="60" y="576"/>
                </a:lnTo>
                <a:lnTo>
                  <a:pt x="60" y="577"/>
                </a:lnTo>
                <a:lnTo>
                  <a:pt x="58" y="578"/>
                </a:lnTo>
                <a:lnTo>
                  <a:pt x="58" y="577"/>
                </a:lnTo>
                <a:lnTo>
                  <a:pt x="57" y="575"/>
                </a:lnTo>
                <a:lnTo>
                  <a:pt x="56" y="575"/>
                </a:lnTo>
                <a:lnTo>
                  <a:pt x="56" y="574"/>
                </a:lnTo>
                <a:lnTo>
                  <a:pt x="55" y="574"/>
                </a:lnTo>
                <a:lnTo>
                  <a:pt x="55" y="573"/>
                </a:lnTo>
                <a:lnTo>
                  <a:pt x="54" y="572"/>
                </a:lnTo>
                <a:lnTo>
                  <a:pt x="54" y="571"/>
                </a:lnTo>
                <a:lnTo>
                  <a:pt x="54" y="570"/>
                </a:lnTo>
                <a:lnTo>
                  <a:pt x="54" y="569"/>
                </a:lnTo>
                <a:lnTo>
                  <a:pt x="54" y="568"/>
                </a:lnTo>
                <a:lnTo>
                  <a:pt x="55" y="568"/>
                </a:lnTo>
                <a:lnTo>
                  <a:pt x="55" y="567"/>
                </a:lnTo>
                <a:lnTo>
                  <a:pt x="56" y="566"/>
                </a:lnTo>
                <a:lnTo>
                  <a:pt x="57" y="565"/>
                </a:lnTo>
                <a:lnTo>
                  <a:pt x="57" y="564"/>
                </a:lnTo>
                <a:lnTo>
                  <a:pt x="57" y="563"/>
                </a:lnTo>
                <a:lnTo>
                  <a:pt x="57" y="562"/>
                </a:lnTo>
                <a:lnTo>
                  <a:pt x="57" y="560"/>
                </a:lnTo>
                <a:lnTo>
                  <a:pt x="57" y="559"/>
                </a:lnTo>
                <a:lnTo>
                  <a:pt x="56" y="559"/>
                </a:lnTo>
                <a:lnTo>
                  <a:pt x="55" y="559"/>
                </a:lnTo>
                <a:lnTo>
                  <a:pt x="55" y="561"/>
                </a:lnTo>
                <a:lnTo>
                  <a:pt x="54" y="561"/>
                </a:lnTo>
                <a:lnTo>
                  <a:pt x="53" y="559"/>
                </a:lnTo>
                <a:lnTo>
                  <a:pt x="53" y="558"/>
                </a:lnTo>
                <a:lnTo>
                  <a:pt x="53" y="557"/>
                </a:lnTo>
                <a:lnTo>
                  <a:pt x="52" y="557"/>
                </a:lnTo>
                <a:lnTo>
                  <a:pt x="52" y="556"/>
                </a:lnTo>
                <a:lnTo>
                  <a:pt x="51" y="556"/>
                </a:lnTo>
                <a:lnTo>
                  <a:pt x="51" y="555"/>
                </a:lnTo>
                <a:lnTo>
                  <a:pt x="50" y="554"/>
                </a:lnTo>
                <a:lnTo>
                  <a:pt x="50" y="553"/>
                </a:lnTo>
                <a:lnTo>
                  <a:pt x="49" y="552"/>
                </a:lnTo>
                <a:lnTo>
                  <a:pt x="49" y="551"/>
                </a:lnTo>
                <a:lnTo>
                  <a:pt x="48" y="551"/>
                </a:lnTo>
                <a:lnTo>
                  <a:pt x="47" y="550"/>
                </a:lnTo>
                <a:lnTo>
                  <a:pt x="47" y="549"/>
                </a:lnTo>
                <a:lnTo>
                  <a:pt x="46" y="547"/>
                </a:lnTo>
                <a:lnTo>
                  <a:pt x="44" y="544"/>
                </a:lnTo>
                <a:lnTo>
                  <a:pt x="43" y="543"/>
                </a:lnTo>
                <a:lnTo>
                  <a:pt x="43" y="542"/>
                </a:lnTo>
                <a:lnTo>
                  <a:pt x="42" y="541"/>
                </a:lnTo>
                <a:lnTo>
                  <a:pt x="41" y="541"/>
                </a:lnTo>
                <a:lnTo>
                  <a:pt x="40" y="541"/>
                </a:lnTo>
                <a:lnTo>
                  <a:pt x="40" y="540"/>
                </a:lnTo>
                <a:lnTo>
                  <a:pt x="41" y="540"/>
                </a:lnTo>
                <a:lnTo>
                  <a:pt x="41" y="539"/>
                </a:lnTo>
                <a:lnTo>
                  <a:pt x="40" y="538"/>
                </a:lnTo>
                <a:lnTo>
                  <a:pt x="39" y="536"/>
                </a:lnTo>
                <a:lnTo>
                  <a:pt x="38" y="534"/>
                </a:lnTo>
                <a:lnTo>
                  <a:pt x="38" y="533"/>
                </a:lnTo>
                <a:lnTo>
                  <a:pt x="37" y="533"/>
                </a:lnTo>
                <a:lnTo>
                  <a:pt x="36" y="532"/>
                </a:lnTo>
                <a:lnTo>
                  <a:pt x="36" y="531"/>
                </a:lnTo>
                <a:lnTo>
                  <a:pt x="37" y="531"/>
                </a:lnTo>
                <a:lnTo>
                  <a:pt x="36" y="531"/>
                </a:lnTo>
                <a:lnTo>
                  <a:pt x="36" y="530"/>
                </a:lnTo>
                <a:lnTo>
                  <a:pt x="36" y="529"/>
                </a:lnTo>
                <a:lnTo>
                  <a:pt x="36" y="528"/>
                </a:lnTo>
                <a:lnTo>
                  <a:pt x="35" y="527"/>
                </a:lnTo>
                <a:lnTo>
                  <a:pt x="34" y="526"/>
                </a:lnTo>
                <a:lnTo>
                  <a:pt x="34" y="525"/>
                </a:lnTo>
                <a:lnTo>
                  <a:pt x="33" y="524"/>
                </a:lnTo>
                <a:lnTo>
                  <a:pt x="33" y="523"/>
                </a:lnTo>
                <a:lnTo>
                  <a:pt x="32" y="522"/>
                </a:lnTo>
                <a:lnTo>
                  <a:pt x="32" y="521"/>
                </a:lnTo>
                <a:lnTo>
                  <a:pt x="31" y="521"/>
                </a:lnTo>
                <a:lnTo>
                  <a:pt x="31" y="520"/>
                </a:lnTo>
                <a:lnTo>
                  <a:pt x="31" y="517"/>
                </a:lnTo>
                <a:lnTo>
                  <a:pt x="31" y="516"/>
                </a:lnTo>
                <a:lnTo>
                  <a:pt x="30" y="514"/>
                </a:lnTo>
                <a:lnTo>
                  <a:pt x="30" y="513"/>
                </a:lnTo>
                <a:lnTo>
                  <a:pt x="29" y="512"/>
                </a:lnTo>
                <a:lnTo>
                  <a:pt x="28" y="511"/>
                </a:lnTo>
                <a:lnTo>
                  <a:pt x="27" y="510"/>
                </a:lnTo>
                <a:lnTo>
                  <a:pt x="26" y="509"/>
                </a:lnTo>
                <a:lnTo>
                  <a:pt x="26" y="508"/>
                </a:lnTo>
                <a:lnTo>
                  <a:pt x="25" y="507"/>
                </a:lnTo>
                <a:lnTo>
                  <a:pt x="24" y="507"/>
                </a:lnTo>
                <a:lnTo>
                  <a:pt x="23" y="506"/>
                </a:lnTo>
                <a:lnTo>
                  <a:pt x="23" y="505"/>
                </a:lnTo>
                <a:lnTo>
                  <a:pt x="22" y="505"/>
                </a:lnTo>
                <a:lnTo>
                  <a:pt x="21" y="505"/>
                </a:lnTo>
                <a:lnTo>
                  <a:pt x="19" y="504"/>
                </a:lnTo>
                <a:lnTo>
                  <a:pt x="18" y="503"/>
                </a:lnTo>
                <a:lnTo>
                  <a:pt x="16" y="502"/>
                </a:lnTo>
                <a:lnTo>
                  <a:pt x="15" y="501"/>
                </a:lnTo>
                <a:lnTo>
                  <a:pt x="13" y="500"/>
                </a:lnTo>
                <a:lnTo>
                  <a:pt x="11" y="500"/>
                </a:lnTo>
                <a:lnTo>
                  <a:pt x="10" y="499"/>
                </a:lnTo>
                <a:lnTo>
                  <a:pt x="9" y="499"/>
                </a:lnTo>
                <a:lnTo>
                  <a:pt x="8" y="499"/>
                </a:lnTo>
                <a:lnTo>
                  <a:pt x="7" y="498"/>
                </a:lnTo>
                <a:lnTo>
                  <a:pt x="8" y="498"/>
                </a:lnTo>
                <a:lnTo>
                  <a:pt x="8" y="497"/>
                </a:lnTo>
                <a:lnTo>
                  <a:pt x="8" y="496"/>
                </a:lnTo>
                <a:lnTo>
                  <a:pt x="7" y="496"/>
                </a:lnTo>
                <a:lnTo>
                  <a:pt x="7" y="497"/>
                </a:lnTo>
                <a:lnTo>
                  <a:pt x="6" y="497"/>
                </a:lnTo>
                <a:lnTo>
                  <a:pt x="5" y="497"/>
                </a:lnTo>
                <a:lnTo>
                  <a:pt x="4" y="496"/>
                </a:lnTo>
                <a:lnTo>
                  <a:pt x="3" y="496"/>
                </a:lnTo>
                <a:lnTo>
                  <a:pt x="2" y="495"/>
                </a:lnTo>
                <a:lnTo>
                  <a:pt x="2" y="496"/>
                </a:lnTo>
                <a:lnTo>
                  <a:pt x="1" y="494"/>
                </a:lnTo>
                <a:lnTo>
                  <a:pt x="1" y="492"/>
                </a:lnTo>
                <a:lnTo>
                  <a:pt x="1" y="491"/>
                </a:lnTo>
                <a:lnTo>
                  <a:pt x="0" y="490"/>
                </a:lnTo>
                <a:lnTo>
                  <a:pt x="0" y="489"/>
                </a:lnTo>
                <a:lnTo>
                  <a:pt x="0" y="488"/>
                </a:lnTo>
                <a:lnTo>
                  <a:pt x="0" y="487"/>
                </a:lnTo>
                <a:lnTo>
                  <a:pt x="0" y="486"/>
                </a:lnTo>
                <a:lnTo>
                  <a:pt x="0" y="485"/>
                </a:lnTo>
                <a:lnTo>
                  <a:pt x="1" y="484"/>
                </a:lnTo>
                <a:lnTo>
                  <a:pt x="2" y="484"/>
                </a:lnTo>
                <a:lnTo>
                  <a:pt x="2" y="483"/>
                </a:lnTo>
                <a:lnTo>
                  <a:pt x="2" y="484"/>
                </a:lnTo>
                <a:lnTo>
                  <a:pt x="1" y="485"/>
                </a:lnTo>
                <a:lnTo>
                  <a:pt x="0" y="486"/>
                </a:lnTo>
                <a:lnTo>
                  <a:pt x="2" y="485"/>
                </a:lnTo>
                <a:lnTo>
                  <a:pt x="2" y="484"/>
                </a:lnTo>
                <a:lnTo>
                  <a:pt x="3" y="484"/>
                </a:lnTo>
                <a:lnTo>
                  <a:pt x="6" y="482"/>
                </a:lnTo>
                <a:lnTo>
                  <a:pt x="8" y="482"/>
                </a:lnTo>
                <a:lnTo>
                  <a:pt x="8" y="481"/>
                </a:lnTo>
                <a:lnTo>
                  <a:pt x="8" y="480"/>
                </a:lnTo>
                <a:lnTo>
                  <a:pt x="8" y="479"/>
                </a:lnTo>
                <a:lnTo>
                  <a:pt x="8" y="478"/>
                </a:lnTo>
                <a:lnTo>
                  <a:pt x="8" y="477"/>
                </a:lnTo>
                <a:lnTo>
                  <a:pt x="6" y="478"/>
                </a:lnTo>
                <a:lnTo>
                  <a:pt x="5" y="472"/>
                </a:lnTo>
                <a:lnTo>
                  <a:pt x="4" y="472"/>
                </a:lnTo>
                <a:lnTo>
                  <a:pt x="4" y="471"/>
                </a:lnTo>
                <a:lnTo>
                  <a:pt x="4" y="470"/>
                </a:lnTo>
                <a:lnTo>
                  <a:pt x="3" y="470"/>
                </a:lnTo>
                <a:lnTo>
                  <a:pt x="4" y="469"/>
                </a:lnTo>
                <a:lnTo>
                  <a:pt x="4" y="468"/>
                </a:lnTo>
                <a:lnTo>
                  <a:pt x="4" y="467"/>
                </a:lnTo>
                <a:lnTo>
                  <a:pt x="5" y="466"/>
                </a:lnTo>
                <a:lnTo>
                  <a:pt x="5" y="465"/>
                </a:lnTo>
                <a:lnTo>
                  <a:pt x="5" y="464"/>
                </a:lnTo>
                <a:lnTo>
                  <a:pt x="6" y="464"/>
                </a:lnTo>
                <a:lnTo>
                  <a:pt x="6" y="465"/>
                </a:lnTo>
                <a:lnTo>
                  <a:pt x="6" y="464"/>
                </a:lnTo>
                <a:lnTo>
                  <a:pt x="6" y="463"/>
                </a:lnTo>
                <a:lnTo>
                  <a:pt x="5" y="463"/>
                </a:lnTo>
                <a:lnTo>
                  <a:pt x="4" y="463"/>
                </a:lnTo>
                <a:lnTo>
                  <a:pt x="5" y="463"/>
                </a:lnTo>
                <a:lnTo>
                  <a:pt x="5" y="461"/>
                </a:lnTo>
                <a:lnTo>
                  <a:pt x="4" y="460"/>
                </a:lnTo>
                <a:lnTo>
                  <a:pt x="4" y="459"/>
                </a:lnTo>
                <a:lnTo>
                  <a:pt x="5" y="459"/>
                </a:lnTo>
                <a:lnTo>
                  <a:pt x="5" y="460"/>
                </a:lnTo>
                <a:lnTo>
                  <a:pt x="5" y="461"/>
                </a:lnTo>
                <a:lnTo>
                  <a:pt x="6" y="461"/>
                </a:lnTo>
                <a:lnTo>
                  <a:pt x="6" y="462"/>
                </a:lnTo>
                <a:lnTo>
                  <a:pt x="7" y="462"/>
                </a:lnTo>
                <a:lnTo>
                  <a:pt x="7" y="461"/>
                </a:lnTo>
                <a:lnTo>
                  <a:pt x="7" y="460"/>
                </a:lnTo>
                <a:lnTo>
                  <a:pt x="7" y="459"/>
                </a:lnTo>
                <a:lnTo>
                  <a:pt x="7" y="457"/>
                </a:lnTo>
                <a:lnTo>
                  <a:pt x="8" y="457"/>
                </a:lnTo>
                <a:lnTo>
                  <a:pt x="8" y="456"/>
                </a:lnTo>
                <a:lnTo>
                  <a:pt x="9" y="455"/>
                </a:lnTo>
                <a:lnTo>
                  <a:pt x="9" y="454"/>
                </a:lnTo>
                <a:lnTo>
                  <a:pt x="8" y="454"/>
                </a:lnTo>
                <a:lnTo>
                  <a:pt x="8" y="453"/>
                </a:lnTo>
                <a:lnTo>
                  <a:pt x="8" y="452"/>
                </a:lnTo>
                <a:lnTo>
                  <a:pt x="9" y="452"/>
                </a:lnTo>
                <a:lnTo>
                  <a:pt x="9" y="451"/>
                </a:lnTo>
                <a:lnTo>
                  <a:pt x="10" y="451"/>
                </a:lnTo>
                <a:lnTo>
                  <a:pt x="9" y="451"/>
                </a:lnTo>
                <a:lnTo>
                  <a:pt x="8" y="451"/>
                </a:lnTo>
                <a:lnTo>
                  <a:pt x="8" y="452"/>
                </a:lnTo>
                <a:lnTo>
                  <a:pt x="7" y="452"/>
                </a:lnTo>
                <a:lnTo>
                  <a:pt x="6" y="452"/>
                </a:lnTo>
                <a:lnTo>
                  <a:pt x="6" y="451"/>
                </a:lnTo>
                <a:lnTo>
                  <a:pt x="5" y="450"/>
                </a:lnTo>
                <a:lnTo>
                  <a:pt x="5" y="448"/>
                </a:lnTo>
                <a:lnTo>
                  <a:pt x="5" y="447"/>
                </a:lnTo>
                <a:lnTo>
                  <a:pt x="6" y="447"/>
                </a:lnTo>
                <a:lnTo>
                  <a:pt x="7" y="447"/>
                </a:lnTo>
                <a:lnTo>
                  <a:pt x="8" y="447"/>
                </a:lnTo>
                <a:lnTo>
                  <a:pt x="9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5"/>
                </a:lnTo>
                <a:lnTo>
                  <a:pt x="7" y="444"/>
                </a:lnTo>
                <a:lnTo>
                  <a:pt x="7" y="443"/>
                </a:lnTo>
                <a:lnTo>
                  <a:pt x="8" y="442"/>
                </a:lnTo>
                <a:lnTo>
                  <a:pt x="8" y="441"/>
                </a:lnTo>
                <a:lnTo>
                  <a:pt x="8" y="440"/>
                </a:lnTo>
                <a:lnTo>
                  <a:pt x="9" y="440"/>
                </a:lnTo>
                <a:lnTo>
                  <a:pt x="9" y="439"/>
                </a:lnTo>
                <a:lnTo>
                  <a:pt x="10" y="438"/>
                </a:lnTo>
                <a:lnTo>
                  <a:pt x="10" y="437"/>
                </a:lnTo>
                <a:lnTo>
                  <a:pt x="9" y="437"/>
                </a:lnTo>
                <a:lnTo>
                  <a:pt x="8" y="436"/>
                </a:lnTo>
                <a:lnTo>
                  <a:pt x="8" y="435"/>
                </a:lnTo>
                <a:lnTo>
                  <a:pt x="9" y="434"/>
                </a:lnTo>
                <a:lnTo>
                  <a:pt x="9" y="433"/>
                </a:lnTo>
                <a:lnTo>
                  <a:pt x="10" y="431"/>
                </a:lnTo>
                <a:lnTo>
                  <a:pt x="11" y="430"/>
                </a:lnTo>
                <a:lnTo>
                  <a:pt x="10" y="431"/>
                </a:lnTo>
                <a:lnTo>
                  <a:pt x="11" y="431"/>
                </a:lnTo>
                <a:lnTo>
                  <a:pt x="9" y="433"/>
                </a:lnTo>
                <a:lnTo>
                  <a:pt x="10" y="433"/>
                </a:lnTo>
                <a:lnTo>
                  <a:pt x="11" y="433"/>
                </a:lnTo>
                <a:lnTo>
                  <a:pt x="11" y="432"/>
                </a:lnTo>
                <a:lnTo>
                  <a:pt x="11" y="431"/>
                </a:lnTo>
                <a:lnTo>
                  <a:pt x="12" y="431"/>
                </a:lnTo>
                <a:lnTo>
                  <a:pt x="12" y="432"/>
                </a:lnTo>
                <a:lnTo>
                  <a:pt x="13" y="433"/>
                </a:lnTo>
                <a:lnTo>
                  <a:pt x="14" y="432"/>
                </a:lnTo>
                <a:lnTo>
                  <a:pt x="14" y="429"/>
                </a:lnTo>
                <a:lnTo>
                  <a:pt x="13" y="429"/>
                </a:lnTo>
                <a:lnTo>
                  <a:pt x="12" y="429"/>
                </a:lnTo>
                <a:lnTo>
                  <a:pt x="11" y="429"/>
                </a:lnTo>
                <a:lnTo>
                  <a:pt x="10" y="428"/>
                </a:lnTo>
                <a:lnTo>
                  <a:pt x="9" y="428"/>
                </a:lnTo>
                <a:lnTo>
                  <a:pt x="13" y="427"/>
                </a:lnTo>
                <a:lnTo>
                  <a:pt x="14" y="427"/>
                </a:lnTo>
                <a:lnTo>
                  <a:pt x="14" y="426"/>
                </a:lnTo>
                <a:lnTo>
                  <a:pt x="15" y="425"/>
                </a:lnTo>
                <a:lnTo>
                  <a:pt x="14" y="425"/>
                </a:lnTo>
                <a:lnTo>
                  <a:pt x="14" y="424"/>
                </a:lnTo>
                <a:lnTo>
                  <a:pt x="14" y="423"/>
                </a:lnTo>
                <a:lnTo>
                  <a:pt x="13" y="423"/>
                </a:lnTo>
                <a:lnTo>
                  <a:pt x="13" y="424"/>
                </a:lnTo>
                <a:lnTo>
                  <a:pt x="12" y="424"/>
                </a:lnTo>
                <a:lnTo>
                  <a:pt x="12" y="423"/>
                </a:lnTo>
                <a:lnTo>
                  <a:pt x="11" y="421"/>
                </a:lnTo>
                <a:lnTo>
                  <a:pt x="11" y="420"/>
                </a:lnTo>
                <a:lnTo>
                  <a:pt x="12" y="420"/>
                </a:lnTo>
                <a:lnTo>
                  <a:pt x="12" y="419"/>
                </a:lnTo>
                <a:lnTo>
                  <a:pt x="12" y="418"/>
                </a:lnTo>
                <a:lnTo>
                  <a:pt x="12" y="419"/>
                </a:lnTo>
                <a:lnTo>
                  <a:pt x="11" y="419"/>
                </a:lnTo>
                <a:lnTo>
                  <a:pt x="10" y="419"/>
                </a:lnTo>
                <a:lnTo>
                  <a:pt x="10" y="417"/>
                </a:lnTo>
                <a:lnTo>
                  <a:pt x="10" y="416"/>
                </a:lnTo>
                <a:lnTo>
                  <a:pt x="11" y="416"/>
                </a:lnTo>
                <a:lnTo>
                  <a:pt x="11" y="415"/>
                </a:lnTo>
                <a:lnTo>
                  <a:pt x="10" y="414"/>
                </a:lnTo>
                <a:lnTo>
                  <a:pt x="9" y="414"/>
                </a:lnTo>
                <a:lnTo>
                  <a:pt x="8" y="415"/>
                </a:lnTo>
                <a:lnTo>
                  <a:pt x="7" y="415"/>
                </a:lnTo>
                <a:lnTo>
                  <a:pt x="7" y="414"/>
                </a:lnTo>
                <a:lnTo>
                  <a:pt x="8" y="413"/>
                </a:lnTo>
                <a:lnTo>
                  <a:pt x="9" y="412"/>
                </a:lnTo>
                <a:lnTo>
                  <a:pt x="9" y="411"/>
                </a:lnTo>
                <a:lnTo>
                  <a:pt x="9" y="410"/>
                </a:lnTo>
                <a:lnTo>
                  <a:pt x="9" y="409"/>
                </a:lnTo>
                <a:lnTo>
                  <a:pt x="10" y="408"/>
                </a:lnTo>
                <a:lnTo>
                  <a:pt x="10" y="407"/>
                </a:lnTo>
                <a:lnTo>
                  <a:pt x="10" y="406"/>
                </a:lnTo>
                <a:lnTo>
                  <a:pt x="10" y="405"/>
                </a:lnTo>
                <a:lnTo>
                  <a:pt x="7" y="407"/>
                </a:lnTo>
                <a:lnTo>
                  <a:pt x="6" y="407"/>
                </a:lnTo>
                <a:lnTo>
                  <a:pt x="5" y="407"/>
                </a:lnTo>
                <a:lnTo>
                  <a:pt x="4" y="407"/>
                </a:lnTo>
                <a:lnTo>
                  <a:pt x="3" y="406"/>
                </a:lnTo>
                <a:lnTo>
                  <a:pt x="3" y="405"/>
                </a:lnTo>
                <a:lnTo>
                  <a:pt x="3" y="402"/>
                </a:lnTo>
                <a:lnTo>
                  <a:pt x="3" y="401"/>
                </a:lnTo>
                <a:lnTo>
                  <a:pt x="4" y="401"/>
                </a:lnTo>
                <a:lnTo>
                  <a:pt x="7" y="401"/>
                </a:lnTo>
                <a:lnTo>
                  <a:pt x="8" y="401"/>
                </a:lnTo>
                <a:lnTo>
                  <a:pt x="9" y="401"/>
                </a:lnTo>
                <a:lnTo>
                  <a:pt x="9" y="400"/>
                </a:lnTo>
                <a:lnTo>
                  <a:pt x="9" y="399"/>
                </a:lnTo>
                <a:lnTo>
                  <a:pt x="8" y="399"/>
                </a:lnTo>
                <a:lnTo>
                  <a:pt x="8" y="398"/>
                </a:lnTo>
                <a:lnTo>
                  <a:pt x="8" y="397"/>
                </a:lnTo>
                <a:lnTo>
                  <a:pt x="7" y="397"/>
                </a:lnTo>
                <a:lnTo>
                  <a:pt x="7" y="396"/>
                </a:lnTo>
                <a:lnTo>
                  <a:pt x="6" y="396"/>
                </a:lnTo>
                <a:lnTo>
                  <a:pt x="6" y="395"/>
                </a:lnTo>
                <a:lnTo>
                  <a:pt x="5" y="395"/>
                </a:lnTo>
                <a:lnTo>
                  <a:pt x="5" y="393"/>
                </a:lnTo>
                <a:lnTo>
                  <a:pt x="5" y="392"/>
                </a:lnTo>
                <a:lnTo>
                  <a:pt x="5" y="391"/>
                </a:lnTo>
                <a:lnTo>
                  <a:pt x="5" y="390"/>
                </a:lnTo>
                <a:lnTo>
                  <a:pt x="5" y="388"/>
                </a:lnTo>
                <a:lnTo>
                  <a:pt x="4" y="386"/>
                </a:lnTo>
                <a:lnTo>
                  <a:pt x="5" y="385"/>
                </a:lnTo>
                <a:lnTo>
                  <a:pt x="6" y="385"/>
                </a:lnTo>
                <a:lnTo>
                  <a:pt x="6" y="386"/>
                </a:lnTo>
                <a:lnTo>
                  <a:pt x="6" y="385"/>
                </a:lnTo>
                <a:lnTo>
                  <a:pt x="5" y="385"/>
                </a:lnTo>
                <a:lnTo>
                  <a:pt x="4" y="385"/>
                </a:lnTo>
                <a:lnTo>
                  <a:pt x="4" y="384"/>
                </a:lnTo>
                <a:lnTo>
                  <a:pt x="4" y="382"/>
                </a:lnTo>
                <a:lnTo>
                  <a:pt x="3" y="381"/>
                </a:lnTo>
                <a:lnTo>
                  <a:pt x="3" y="380"/>
                </a:lnTo>
                <a:lnTo>
                  <a:pt x="3" y="379"/>
                </a:lnTo>
                <a:lnTo>
                  <a:pt x="3" y="377"/>
                </a:lnTo>
                <a:lnTo>
                  <a:pt x="3" y="376"/>
                </a:lnTo>
                <a:lnTo>
                  <a:pt x="3" y="375"/>
                </a:lnTo>
                <a:lnTo>
                  <a:pt x="3" y="374"/>
                </a:lnTo>
                <a:lnTo>
                  <a:pt x="4" y="373"/>
                </a:lnTo>
                <a:lnTo>
                  <a:pt x="4" y="372"/>
                </a:lnTo>
                <a:lnTo>
                  <a:pt x="4" y="371"/>
                </a:lnTo>
                <a:lnTo>
                  <a:pt x="5" y="370"/>
                </a:lnTo>
                <a:lnTo>
                  <a:pt x="5" y="369"/>
                </a:lnTo>
                <a:lnTo>
                  <a:pt x="5" y="368"/>
                </a:lnTo>
                <a:lnTo>
                  <a:pt x="6" y="367"/>
                </a:lnTo>
                <a:lnTo>
                  <a:pt x="6" y="366"/>
                </a:lnTo>
                <a:lnTo>
                  <a:pt x="7" y="366"/>
                </a:lnTo>
                <a:lnTo>
                  <a:pt x="7" y="365"/>
                </a:lnTo>
                <a:lnTo>
                  <a:pt x="8" y="364"/>
                </a:lnTo>
                <a:lnTo>
                  <a:pt x="8" y="363"/>
                </a:lnTo>
                <a:lnTo>
                  <a:pt x="9" y="363"/>
                </a:lnTo>
                <a:lnTo>
                  <a:pt x="10" y="363"/>
                </a:lnTo>
                <a:lnTo>
                  <a:pt x="9" y="363"/>
                </a:lnTo>
                <a:lnTo>
                  <a:pt x="6" y="363"/>
                </a:lnTo>
                <a:lnTo>
                  <a:pt x="6" y="362"/>
                </a:lnTo>
                <a:lnTo>
                  <a:pt x="6" y="359"/>
                </a:lnTo>
                <a:lnTo>
                  <a:pt x="6" y="355"/>
                </a:lnTo>
                <a:lnTo>
                  <a:pt x="7" y="352"/>
                </a:lnTo>
                <a:lnTo>
                  <a:pt x="11" y="351"/>
                </a:lnTo>
                <a:lnTo>
                  <a:pt x="10" y="350"/>
                </a:lnTo>
                <a:lnTo>
                  <a:pt x="10" y="349"/>
                </a:lnTo>
                <a:lnTo>
                  <a:pt x="11" y="346"/>
                </a:lnTo>
                <a:lnTo>
                  <a:pt x="12" y="344"/>
                </a:lnTo>
                <a:lnTo>
                  <a:pt x="13" y="344"/>
                </a:lnTo>
                <a:lnTo>
                  <a:pt x="12" y="344"/>
                </a:lnTo>
                <a:lnTo>
                  <a:pt x="11" y="344"/>
                </a:lnTo>
                <a:lnTo>
                  <a:pt x="11" y="346"/>
                </a:lnTo>
                <a:lnTo>
                  <a:pt x="9" y="348"/>
                </a:lnTo>
                <a:lnTo>
                  <a:pt x="9" y="349"/>
                </a:lnTo>
                <a:lnTo>
                  <a:pt x="9" y="350"/>
                </a:lnTo>
                <a:lnTo>
                  <a:pt x="8" y="350"/>
                </a:lnTo>
                <a:lnTo>
                  <a:pt x="8" y="351"/>
                </a:lnTo>
                <a:lnTo>
                  <a:pt x="7" y="351"/>
                </a:lnTo>
                <a:lnTo>
                  <a:pt x="6" y="352"/>
                </a:lnTo>
                <a:lnTo>
                  <a:pt x="5" y="352"/>
                </a:lnTo>
                <a:lnTo>
                  <a:pt x="4" y="352"/>
                </a:lnTo>
                <a:lnTo>
                  <a:pt x="4" y="350"/>
                </a:lnTo>
                <a:lnTo>
                  <a:pt x="4" y="349"/>
                </a:lnTo>
                <a:lnTo>
                  <a:pt x="4" y="348"/>
                </a:lnTo>
                <a:lnTo>
                  <a:pt x="5" y="346"/>
                </a:lnTo>
                <a:lnTo>
                  <a:pt x="6" y="344"/>
                </a:lnTo>
                <a:lnTo>
                  <a:pt x="4" y="343"/>
                </a:lnTo>
                <a:lnTo>
                  <a:pt x="5" y="342"/>
                </a:lnTo>
                <a:lnTo>
                  <a:pt x="7" y="340"/>
                </a:lnTo>
                <a:lnTo>
                  <a:pt x="8" y="339"/>
                </a:lnTo>
                <a:lnTo>
                  <a:pt x="9" y="338"/>
                </a:lnTo>
                <a:lnTo>
                  <a:pt x="11" y="338"/>
                </a:lnTo>
                <a:lnTo>
                  <a:pt x="13" y="338"/>
                </a:lnTo>
                <a:lnTo>
                  <a:pt x="13" y="337"/>
                </a:lnTo>
                <a:lnTo>
                  <a:pt x="12" y="337"/>
                </a:lnTo>
                <a:lnTo>
                  <a:pt x="12" y="336"/>
                </a:lnTo>
                <a:lnTo>
                  <a:pt x="12" y="335"/>
                </a:lnTo>
                <a:lnTo>
                  <a:pt x="13" y="336"/>
                </a:lnTo>
                <a:lnTo>
                  <a:pt x="15" y="336"/>
                </a:lnTo>
                <a:lnTo>
                  <a:pt x="16" y="337"/>
                </a:lnTo>
                <a:lnTo>
                  <a:pt x="17" y="335"/>
                </a:lnTo>
                <a:lnTo>
                  <a:pt x="17" y="334"/>
                </a:lnTo>
                <a:lnTo>
                  <a:pt x="18" y="334"/>
                </a:lnTo>
                <a:lnTo>
                  <a:pt x="19" y="334"/>
                </a:lnTo>
                <a:lnTo>
                  <a:pt x="19" y="333"/>
                </a:lnTo>
                <a:lnTo>
                  <a:pt x="20" y="333"/>
                </a:lnTo>
                <a:lnTo>
                  <a:pt x="19" y="332"/>
                </a:lnTo>
                <a:lnTo>
                  <a:pt x="18" y="332"/>
                </a:lnTo>
                <a:lnTo>
                  <a:pt x="18" y="331"/>
                </a:lnTo>
                <a:lnTo>
                  <a:pt x="17" y="331"/>
                </a:lnTo>
                <a:lnTo>
                  <a:pt x="16" y="330"/>
                </a:lnTo>
                <a:lnTo>
                  <a:pt x="17" y="329"/>
                </a:lnTo>
                <a:lnTo>
                  <a:pt x="18" y="329"/>
                </a:lnTo>
                <a:lnTo>
                  <a:pt x="19" y="329"/>
                </a:lnTo>
                <a:lnTo>
                  <a:pt x="19" y="328"/>
                </a:lnTo>
                <a:lnTo>
                  <a:pt x="20" y="328"/>
                </a:lnTo>
                <a:lnTo>
                  <a:pt x="21" y="327"/>
                </a:lnTo>
                <a:lnTo>
                  <a:pt x="22" y="326"/>
                </a:lnTo>
                <a:lnTo>
                  <a:pt x="23" y="325"/>
                </a:lnTo>
                <a:lnTo>
                  <a:pt x="23" y="324"/>
                </a:lnTo>
                <a:lnTo>
                  <a:pt x="23" y="323"/>
                </a:lnTo>
                <a:lnTo>
                  <a:pt x="24" y="323"/>
                </a:lnTo>
                <a:lnTo>
                  <a:pt x="24" y="322"/>
                </a:lnTo>
                <a:lnTo>
                  <a:pt x="24" y="321"/>
                </a:lnTo>
                <a:lnTo>
                  <a:pt x="24" y="319"/>
                </a:lnTo>
                <a:lnTo>
                  <a:pt x="25" y="318"/>
                </a:lnTo>
                <a:lnTo>
                  <a:pt x="25" y="317"/>
                </a:lnTo>
                <a:lnTo>
                  <a:pt x="26" y="316"/>
                </a:lnTo>
                <a:lnTo>
                  <a:pt x="26" y="315"/>
                </a:lnTo>
                <a:lnTo>
                  <a:pt x="26" y="314"/>
                </a:lnTo>
                <a:lnTo>
                  <a:pt x="26" y="313"/>
                </a:lnTo>
                <a:lnTo>
                  <a:pt x="27" y="312"/>
                </a:lnTo>
                <a:lnTo>
                  <a:pt x="24" y="312"/>
                </a:lnTo>
                <a:lnTo>
                  <a:pt x="26" y="306"/>
                </a:lnTo>
                <a:lnTo>
                  <a:pt x="26" y="305"/>
                </a:lnTo>
                <a:lnTo>
                  <a:pt x="27" y="303"/>
                </a:lnTo>
                <a:lnTo>
                  <a:pt x="27" y="302"/>
                </a:lnTo>
                <a:lnTo>
                  <a:pt x="27" y="301"/>
                </a:lnTo>
                <a:lnTo>
                  <a:pt x="30" y="300"/>
                </a:lnTo>
                <a:lnTo>
                  <a:pt x="30" y="298"/>
                </a:lnTo>
                <a:lnTo>
                  <a:pt x="31" y="297"/>
                </a:lnTo>
                <a:lnTo>
                  <a:pt x="31" y="296"/>
                </a:lnTo>
                <a:lnTo>
                  <a:pt x="32" y="294"/>
                </a:lnTo>
                <a:lnTo>
                  <a:pt x="33" y="291"/>
                </a:lnTo>
                <a:lnTo>
                  <a:pt x="33" y="290"/>
                </a:lnTo>
                <a:lnTo>
                  <a:pt x="34" y="289"/>
                </a:lnTo>
                <a:lnTo>
                  <a:pt x="35" y="288"/>
                </a:lnTo>
                <a:lnTo>
                  <a:pt x="36" y="288"/>
                </a:lnTo>
                <a:lnTo>
                  <a:pt x="37" y="287"/>
                </a:lnTo>
                <a:lnTo>
                  <a:pt x="38" y="286"/>
                </a:lnTo>
                <a:lnTo>
                  <a:pt x="39" y="286"/>
                </a:lnTo>
                <a:lnTo>
                  <a:pt x="39" y="285"/>
                </a:lnTo>
                <a:lnTo>
                  <a:pt x="39" y="284"/>
                </a:lnTo>
                <a:lnTo>
                  <a:pt x="39" y="282"/>
                </a:lnTo>
                <a:lnTo>
                  <a:pt x="40" y="282"/>
                </a:lnTo>
                <a:lnTo>
                  <a:pt x="40" y="281"/>
                </a:lnTo>
                <a:lnTo>
                  <a:pt x="41" y="280"/>
                </a:lnTo>
                <a:lnTo>
                  <a:pt x="41" y="279"/>
                </a:lnTo>
                <a:lnTo>
                  <a:pt x="42" y="279"/>
                </a:lnTo>
                <a:lnTo>
                  <a:pt x="43" y="278"/>
                </a:lnTo>
                <a:lnTo>
                  <a:pt x="43" y="277"/>
                </a:lnTo>
                <a:lnTo>
                  <a:pt x="43" y="276"/>
                </a:lnTo>
                <a:lnTo>
                  <a:pt x="43" y="273"/>
                </a:lnTo>
                <a:lnTo>
                  <a:pt x="43" y="271"/>
                </a:lnTo>
                <a:lnTo>
                  <a:pt x="42" y="271"/>
                </a:lnTo>
                <a:lnTo>
                  <a:pt x="41" y="271"/>
                </a:lnTo>
                <a:lnTo>
                  <a:pt x="40" y="271"/>
                </a:lnTo>
                <a:lnTo>
                  <a:pt x="39" y="271"/>
                </a:lnTo>
                <a:lnTo>
                  <a:pt x="39" y="272"/>
                </a:lnTo>
                <a:lnTo>
                  <a:pt x="39" y="275"/>
                </a:lnTo>
                <a:lnTo>
                  <a:pt x="39" y="276"/>
                </a:lnTo>
                <a:lnTo>
                  <a:pt x="38" y="276"/>
                </a:lnTo>
                <a:lnTo>
                  <a:pt x="38" y="277"/>
                </a:lnTo>
                <a:lnTo>
                  <a:pt x="37" y="277"/>
                </a:lnTo>
                <a:lnTo>
                  <a:pt x="36" y="277"/>
                </a:lnTo>
                <a:lnTo>
                  <a:pt x="36" y="278"/>
                </a:lnTo>
                <a:lnTo>
                  <a:pt x="36" y="279"/>
                </a:lnTo>
                <a:lnTo>
                  <a:pt x="34" y="279"/>
                </a:lnTo>
                <a:lnTo>
                  <a:pt x="33" y="279"/>
                </a:lnTo>
                <a:lnTo>
                  <a:pt x="33" y="278"/>
                </a:lnTo>
                <a:lnTo>
                  <a:pt x="36" y="272"/>
                </a:lnTo>
                <a:lnTo>
                  <a:pt x="37" y="272"/>
                </a:lnTo>
                <a:lnTo>
                  <a:pt x="38" y="271"/>
                </a:lnTo>
                <a:lnTo>
                  <a:pt x="39" y="271"/>
                </a:lnTo>
                <a:lnTo>
                  <a:pt x="39" y="270"/>
                </a:lnTo>
                <a:lnTo>
                  <a:pt x="39" y="269"/>
                </a:lnTo>
                <a:lnTo>
                  <a:pt x="40" y="268"/>
                </a:lnTo>
                <a:lnTo>
                  <a:pt x="39" y="267"/>
                </a:lnTo>
                <a:lnTo>
                  <a:pt x="40" y="264"/>
                </a:lnTo>
                <a:lnTo>
                  <a:pt x="41" y="264"/>
                </a:lnTo>
                <a:lnTo>
                  <a:pt x="42" y="264"/>
                </a:lnTo>
                <a:lnTo>
                  <a:pt x="46" y="263"/>
                </a:lnTo>
                <a:lnTo>
                  <a:pt x="47" y="263"/>
                </a:lnTo>
                <a:lnTo>
                  <a:pt x="47" y="262"/>
                </a:lnTo>
                <a:lnTo>
                  <a:pt x="46" y="261"/>
                </a:lnTo>
                <a:lnTo>
                  <a:pt x="47" y="260"/>
                </a:lnTo>
                <a:lnTo>
                  <a:pt x="47" y="259"/>
                </a:lnTo>
                <a:lnTo>
                  <a:pt x="48" y="259"/>
                </a:lnTo>
                <a:lnTo>
                  <a:pt x="48" y="258"/>
                </a:lnTo>
                <a:lnTo>
                  <a:pt x="48" y="257"/>
                </a:lnTo>
                <a:lnTo>
                  <a:pt x="49" y="257"/>
                </a:lnTo>
                <a:lnTo>
                  <a:pt x="49" y="256"/>
                </a:lnTo>
                <a:lnTo>
                  <a:pt x="49" y="255"/>
                </a:lnTo>
                <a:lnTo>
                  <a:pt x="50" y="254"/>
                </a:lnTo>
                <a:lnTo>
                  <a:pt x="50" y="253"/>
                </a:lnTo>
                <a:lnTo>
                  <a:pt x="49" y="253"/>
                </a:lnTo>
                <a:lnTo>
                  <a:pt x="48" y="253"/>
                </a:lnTo>
                <a:lnTo>
                  <a:pt x="47" y="253"/>
                </a:lnTo>
                <a:lnTo>
                  <a:pt x="46" y="252"/>
                </a:lnTo>
                <a:lnTo>
                  <a:pt x="45" y="252"/>
                </a:lnTo>
                <a:lnTo>
                  <a:pt x="46" y="251"/>
                </a:lnTo>
                <a:lnTo>
                  <a:pt x="46" y="250"/>
                </a:lnTo>
                <a:lnTo>
                  <a:pt x="46" y="249"/>
                </a:lnTo>
                <a:lnTo>
                  <a:pt x="47" y="248"/>
                </a:lnTo>
                <a:lnTo>
                  <a:pt x="47" y="247"/>
                </a:lnTo>
                <a:lnTo>
                  <a:pt x="48" y="243"/>
                </a:lnTo>
                <a:lnTo>
                  <a:pt x="48" y="242"/>
                </a:lnTo>
                <a:lnTo>
                  <a:pt x="49" y="240"/>
                </a:lnTo>
                <a:lnTo>
                  <a:pt x="50" y="240"/>
                </a:lnTo>
                <a:lnTo>
                  <a:pt x="51" y="238"/>
                </a:lnTo>
                <a:lnTo>
                  <a:pt x="51" y="237"/>
                </a:lnTo>
                <a:lnTo>
                  <a:pt x="51" y="239"/>
                </a:lnTo>
                <a:lnTo>
                  <a:pt x="51" y="240"/>
                </a:lnTo>
                <a:lnTo>
                  <a:pt x="51" y="241"/>
                </a:lnTo>
                <a:lnTo>
                  <a:pt x="51" y="242"/>
                </a:lnTo>
                <a:lnTo>
                  <a:pt x="51" y="243"/>
                </a:lnTo>
                <a:lnTo>
                  <a:pt x="50" y="243"/>
                </a:lnTo>
                <a:lnTo>
                  <a:pt x="50" y="244"/>
                </a:lnTo>
                <a:lnTo>
                  <a:pt x="49" y="244"/>
                </a:lnTo>
                <a:lnTo>
                  <a:pt x="48" y="244"/>
                </a:lnTo>
                <a:lnTo>
                  <a:pt x="48" y="247"/>
                </a:lnTo>
                <a:lnTo>
                  <a:pt x="47" y="250"/>
                </a:lnTo>
                <a:lnTo>
                  <a:pt x="48" y="250"/>
                </a:lnTo>
                <a:lnTo>
                  <a:pt x="49" y="249"/>
                </a:lnTo>
                <a:lnTo>
                  <a:pt x="49" y="248"/>
                </a:lnTo>
                <a:lnTo>
                  <a:pt x="49" y="246"/>
                </a:lnTo>
                <a:lnTo>
                  <a:pt x="50" y="246"/>
                </a:lnTo>
                <a:lnTo>
                  <a:pt x="51" y="248"/>
                </a:lnTo>
                <a:lnTo>
                  <a:pt x="52" y="248"/>
                </a:lnTo>
                <a:lnTo>
                  <a:pt x="52" y="247"/>
                </a:lnTo>
                <a:lnTo>
                  <a:pt x="51" y="246"/>
                </a:lnTo>
                <a:lnTo>
                  <a:pt x="51" y="245"/>
                </a:lnTo>
                <a:lnTo>
                  <a:pt x="52" y="242"/>
                </a:lnTo>
                <a:lnTo>
                  <a:pt x="53" y="238"/>
                </a:lnTo>
                <a:lnTo>
                  <a:pt x="54" y="239"/>
                </a:lnTo>
                <a:lnTo>
                  <a:pt x="53" y="241"/>
                </a:lnTo>
                <a:lnTo>
                  <a:pt x="54" y="241"/>
                </a:lnTo>
                <a:lnTo>
                  <a:pt x="54" y="240"/>
                </a:lnTo>
                <a:lnTo>
                  <a:pt x="55" y="238"/>
                </a:lnTo>
                <a:lnTo>
                  <a:pt x="54" y="238"/>
                </a:lnTo>
                <a:lnTo>
                  <a:pt x="54" y="237"/>
                </a:lnTo>
                <a:lnTo>
                  <a:pt x="54" y="236"/>
                </a:lnTo>
                <a:lnTo>
                  <a:pt x="56" y="236"/>
                </a:lnTo>
                <a:lnTo>
                  <a:pt x="55" y="235"/>
                </a:lnTo>
                <a:lnTo>
                  <a:pt x="53" y="236"/>
                </a:lnTo>
                <a:lnTo>
                  <a:pt x="53" y="234"/>
                </a:lnTo>
                <a:lnTo>
                  <a:pt x="52" y="234"/>
                </a:lnTo>
                <a:lnTo>
                  <a:pt x="52" y="233"/>
                </a:lnTo>
                <a:lnTo>
                  <a:pt x="53" y="233"/>
                </a:lnTo>
                <a:lnTo>
                  <a:pt x="53" y="232"/>
                </a:lnTo>
                <a:lnTo>
                  <a:pt x="53" y="231"/>
                </a:lnTo>
                <a:lnTo>
                  <a:pt x="54" y="230"/>
                </a:lnTo>
                <a:lnTo>
                  <a:pt x="55" y="231"/>
                </a:lnTo>
                <a:lnTo>
                  <a:pt x="56" y="231"/>
                </a:lnTo>
                <a:lnTo>
                  <a:pt x="57" y="232"/>
                </a:lnTo>
                <a:lnTo>
                  <a:pt x="58" y="231"/>
                </a:lnTo>
                <a:lnTo>
                  <a:pt x="58" y="230"/>
                </a:lnTo>
                <a:lnTo>
                  <a:pt x="58" y="227"/>
                </a:lnTo>
                <a:lnTo>
                  <a:pt x="57" y="227"/>
                </a:lnTo>
                <a:lnTo>
                  <a:pt x="58" y="226"/>
                </a:lnTo>
                <a:lnTo>
                  <a:pt x="58" y="225"/>
                </a:lnTo>
                <a:lnTo>
                  <a:pt x="58" y="224"/>
                </a:lnTo>
                <a:lnTo>
                  <a:pt x="59" y="222"/>
                </a:lnTo>
                <a:lnTo>
                  <a:pt x="59" y="221"/>
                </a:lnTo>
                <a:lnTo>
                  <a:pt x="60" y="221"/>
                </a:lnTo>
                <a:lnTo>
                  <a:pt x="60" y="220"/>
                </a:lnTo>
                <a:lnTo>
                  <a:pt x="61" y="219"/>
                </a:lnTo>
                <a:lnTo>
                  <a:pt x="62" y="218"/>
                </a:lnTo>
                <a:lnTo>
                  <a:pt x="62" y="217"/>
                </a:lnTo>
                <a:lnTo>
                  <a:pt x="61" y="217"/>
                </a:lnTo>
                <a:lnTo>
                  <a:pt x="61" y="216"/>
                </a:lnTo>
                <a:lnTo>
                  <a:pt x="62" y="214"/>
                </a:lnTo>
                <a:lnTo>
                  <a:pt x="62" y="213"/>
                </a:lnTo>
                <a:lnTo>
                  <a:pt x="62" y="212"/>
                </a:lnTo>
                <a:lnTo>
                  <a:pt x="63" y="211"/>
                </a:lnTo>
                <a:lnTo>
                  <a:pt x="64" y="210"/>
                </a:lnTo>
                <a:lnTo>
                  <a:pt x="64" y="209"/>
                </a:lnTo>
                <a:lnTo>
                  <a:pt x="65" y="207"/>
                </a:lnTo>
                <a:lnTo>
                  <a:pt x="65" y="206"/>
                </a:lnTo>
                <a:lnTo>
                  <a:pt x="66" y="206"/>
                </a:lnTo>
                <a:lnTo>
                  <a:pt x="67" y="203"/>
                </a:lnTo>
                <a:lnTo>
                  <a:pt x="67" y="201"/>
                </a:lnTo>
                <a:lnTo>
                  <a:pt x="68" y="200"/>
                </a:lnTo>
                <a:lnTo>
                  <a:pt x="69" y="200"/>
                </a:lnTo>
                <a:lnTo>
                  <a:pt x="71" y="197"/>
                </a:lnTo>
                <a:lnTo>
                  <a:pt x="71" y="196"/>
                </a:lnTo>
                <a:lnTo>
                  <a:pt x="72" y="195"/>
                </a:lnTo>
                <a:lnTo>
                  <a:pt x="73" y="190"/>
                </a:lnTo>
                <a:lnTo>
                  <a:pt x="74" y="190"/>
                </a:lnTo>
                <a:lnTo>
                  <a:pt x="74" y="189"/>
                </a:lnTo>
                <a:lnTo>
                  <a:pt x="74" y="188"/>
                </a:lnTo>
                <a:lnTo>
                  <a:pt x="74" y="187"/>
                </a:lnTo>
                <a:lnTo>
                  <a:pt x="76" y="183"/>
                </a:lnTo>
                <a:lnTo>
                  <a:pt x="76" y="182"/>
                </a:lnTo>
                <a:lnTo>
                  <a:pt x="77" y="180"/>
                </a:lnTo>
                <a:lnTo>
                  <a:pt x="77" y="178"/>
                </a:lnTo>
                <a:lnTo>
                  <a:pt x="77" y="176"/>
                </a:lnTo>
                <a:lnTo>
                  <a:pt x="78" y="176"/>
                </a:lnTo>
                <a:lnTo>
                  <a:pt x="78" y="174"/>
                </a:lnTo>
                <a:lnTo>
                  <a:pt x="78" y="173"/>
                </a:lnTo>
                <a:lnTo>
                  <a:pt x="79" y="172"/>
                </a:lnTo>
                <a:lnTo>
                  <a:pt x="79" y="169"/>
                </a:lnTo>
                <a:lnTo>
                  <a:pt x="79" y="167"/>
                </a:lnTo>
                <a:lnTo>
                  <a:pt x="80" y="166"/>
                </a:lnTo>
                <a:lnTo>
                  <a:pt x="80" y="165"/>
                </a:lnTo>
                <a:lnTo>
                  <a:pt x="81" y="165"/>
                </a:lnTo>
                <a:lnTo>
                  <a:pt x="81" y="164"/>
                </a:lnTo>
                <a:lnTo>
                  <a:pt x="82" y="164"/>
                </a:lnTo>
                <a:lnTo>
                  <a:pt x="82" y="163"/>
                </a:lnTo>
                <a:lnTo>
                  <a:pt x="83" y="163"/>
                </a:lnTo>
                <a:lnTo>
                  <a:pt x="86" y="162"/>
                </a:lnTo>
                <a:lnTo>
                  <a:pt x="87" y="162"/>
                </a:lnTo>
                <a:lnTo>
                  <a:pt x="88" y="163"/>
                </a:lnTo>
                <a:lnTo>
                  <a:pt x="89" y="163"/>
                </a:lnTo>
                <a:lnTo>
                  <a:pt x="89" y="162"/>
                </a:lnTo>
                <a:lnTo>
                  <a:pt x="88" y="162"/>
                </a:lnTo>
                <a:lnTo>
                  <a:pt x="87" y="161"/>
                </a:lnTo>
                <a:lnTo>
                  <a:pt x="86" y="161"/>
                </a:lnTo>
                <a:lnTo>
                  <a:pt x="86" y="160"/>
                </a:lnTo>
                <a:lnTo>
                  <a:pt x="86" y="159"/>
                </a:lnTo>
                <a:lnTo>
                  <a:pt x="86" y="158"/>
                </a:lnTo>
                <a:lnTo>
                  <a:pt x="86" y="157"/>
                </a:lnTo>
                <a:lnTo>
                  <a:pt x="86" y="156"/>
                </a:lnTo>
                <a:lnTo>
                  <a:pt x="87" y="156"/>
                </a:lnTo>
                <a:lnTo>
                  <a:pt x="88" y="153"/>
                </a:lnTo>
                <a:lnTo>
                  <a:pt x="89" y="153"/>
                </a:lnTo>
                <a:lnTo>
                  <a:pt x="89" y="152"/>
                </a:lnTo>
                <a:lnTo>
                  <a:pt x="90" y="152"/>
                </a:lnTo>
                <a:lnTo>
                  <a:pt x="90" y="151"/>
                </a:lnTo>
                <a:lnTo>
                  <a:pt x="91" y="151"/>
                </a:lnTo>
                <a:lnTo>
                  <a:pt x="92" y="151"/>
                </a:lnTo>
                <a:lnTo>
                  <a:pt x="93" y="150"/>
                </a:lnTo>
                <a:lnTo>
                  <a:pt x="94" y="150"/>
                </a:lnTo>
                <a:lnTo>
                  <a:pt x="95" y="150"/>
                </a:lnTo>
                <a:lnTo>
                  <a:pt x="96" y="149"/>
                </a:lnTo>
                <a:lnTo>
                  <a:pt x="97" y="149"/>
                </a:lnTo>
                <a:lnTo>
                  <a:pt x="98" y="148"/>
                </a:lnTo>
                <a:lnTo>
                  <a:pt x="98" y="147"/>
                </a:lnTo>
                <a:lnTo>
                  <a:pt x="98" y="146"/>
                </a:lnTo>
                <a:lnTo>
                  <a:pt x="99" y="146"/>
                </a:lnTo>
                <a:lnTo>
                  <a:pt x="100" y="145"/>
                </a:lnTo>
                <a:lnTo>
                  <a:pt x="100" y="144"/>
                </a:lnTo>
                <a:lnTo>
                  <a:pt x="102" y="142"/>
                </a:lnTo>
                <a:lnTo>
                  <a:pt x="102" y="140"/>
                </a:lnTo>
                <a:lnTo>
                  <a:pt x="102" y="139"/>
                </a:lnTo>
                <a:lnTo>
                  <a:pt x="102" y="138"/>
                </a:lnTo>
                <a:lnTo>
                  <a:pt x="102" y="137"/>
                </a:lnTo>
                <a:lnTo>
                  <a:pt x="103" y="137"/>
                </a:lnTo>
                <a:lnTo>
                  <a:pt x="103" y="136"/>
                </a:lnTo>
                <a:lnTo>
                  <a:pt x="104" y="135"/>
                </a:lnTo>
                <a:lnTo>
                  <a:pt x="105" y="134"/>
                </a:lnTo>
                <a:lnTo>
                  <a:pt x="105" y="133"/>
                </a:lnTo>
                <a:lnTo>
                  <a:pt x="106" y="133"/>
                </a:lnTo>
                <a:lnTo>
                  <a:pt x="106" y="132"/>
                </a:lnTo>
                <a:lnTo>
                  <a:pt x="107" y="132"/>
                </a:lnTo>
                <a:lnTo>
                  <a:pt x="107" y="131"/>
                </a:lnTo>
                <a:lnTo>
                  <a:pt x="108" y="131"/>
                </a:lnTo>
                <a:lnTo>
                  <a:pt x="109" y="131"/>
                </a:lnTo>
                <a:lnTo>
                  <a:pt x="109" y="130"/>
                </a:lnTo>
                <a:lnTo>
                  <a:pt x="109" y="129"/>
                </a:lnTo>
                <a:lnTo>
                  <a:pt x="109" y="128"/>
                </a:lnTo>
                <a:lnTo>
                  <a:pt x="110" y="127"/>
                </a:lnTo>
                <a:lnTo>
                  <a:pt x="110" y="125"/>
                </a:lnTo>
                <a:lnTo>
                  <a:pt x="110" y="124"/>
                </a:lnTo>
                <a:lnTo>
                  <a:pt x="110" y="120"/>
                </a:lnTo>
                <a:lnTo>
                  <a:pt x="109" y="120"/>
                </a:lnTo>
                <a:lnTo>
                  <a:pt x="108" y="120"/>
                </a:lnTo>
                <a:lnTo>
                  <a:pt x="108" y="119"/>
                </a:lnTo>
                <a:lnTo>
                  <a:pt x="109" y="119"/>
                </a:lnTo>
                <a:lnTo>
                  <a:pt x="110" y="119"/>
                </a:lnTo>
                <a:lnTo>
                  <a:pt x="110" y="118"/>
                </a:lnTo>
                <a:lnTo>
                  <a:pt x="109" y="118"/>
                </a:lnTo>
                <a:lnTo>
                  <a:pt x="108" y="118"/>
                </a:lnTo>
                <a:lnTo>
                  <a:pt x="107" y="118"/>
                </a:lnTo>
                <a:lnTo>
                  <a:pt x="107" y="117"/>
                </a:lnTo>
                <a:lnTo>
                  <a:pt x="108" y="115"/>
                </a:lnTo>
                <a:lnTo>
                  <a:pt x="108" y="113"/>
                </a:lnTo>
                <a:lnTo>
                  <a:pt x="109" y="111"/>
                </a:lnTo>
                <a:lnTo>
                  <a:pt x="110" y="110"/>
                </a:lnTo>
                <a:lnTo>
                  <a:pt x="111" y="111"/>
                </a:lnTo>
                <a:lnTo>
                  <a:pt x="113" y="111"/>
                </a:lnTo>
                <a:lnTo>
                  <a:pt x="112" y="111"/>
                </a:lnTo>
                <a:lnTo>
                  <a:pt x="112" y="110"/>
                </a:lnTo>
                <a:lnTo>
                  <a:pt x="112" y="109"/>
                </a:lnTo>
                <a:lnTo>
                  <a:pt x="111" y="109"/>
                </a:lnTo>
                <a:lnTo>
                  <a:pt x="111" y="108"/>
                </a:lnTo>
                <a:lnTo>
                  <a:pt x="111" y="107"/>
                </a:lnTo>
                <a:lnTo>
                  <a:pt x="112" y="107"/>
                </a:lnTo>
                <a:lnTo>
                  <a:pt x="112" y="106"/>
                </a:lnTo>
                <a:lnTo>
                  <a:pt x="113" y="105"/>
                </a:lnTo>
                <a:lnTo>
                  <a:pt x="113" y="104"/>
                </a:lnTo>
                <a:lnTo>
                  <a:pt x="113" y="103"/>
                </a:lnTo>
                <a:lnTo>
                  <a:pt x="113" y="102"/>
                </a:lnTo>
                <a:lnTo>
                  <a:pt x="114" y="101"/>
                </a:lnTo>
                <a:lnTo>
                  <a:pt x="114" y="100"/>
                </a:lnTo>
                <a:lnTo>
                  <a:pt x="114" y="99"/>
                </a:lnTo>
                <a:lnTo>
                  <a:pt x="115" y="99"/>
                </a:lnTo>
                <a:lnTo>
                  <a:pt x="115" y="98"/>
                </a:lnTo>
                <a:lnTo>
                  <a:pt x="115" y="97"/>
                </a:lnTo>
                <a:lnTo>
                  <a:pt x="115" y="96"/>
                </a:lnTo>
                <a:lnTo>
                  <a:pt x="115" y="95"/>
                </a:lnTo>
                <a:lnTo>
                  <a:pt x="115" y="94"/>
                </a:lnTo>
                <a:lnTo>
                  <a:pt x="116" y="93"/>
                </a:lnTo>
                <a:lnTo>
                  <a:pt x="117" y="91"/>
                </a:lnTo>
                <a:lnTo>
                  <a:pt x="118" y="90"/>
                </a:lnTo>
                <a:lnTo>
                  <a:pt x="118" y="89"/>
                </a:lnTo>
                <a:lnTo>
                  <a:pt x="118" y="88"/>
                </a:lnTo>
                <a:lnTo>
                  <a:pt x="120" y="87"/>
                </a:lnTo>
                <a:lnTo>
                  <a:pt x="120" y="86"/>
                </a:lnTo>
                <a:lnTo>
                  <a:pt x="120" y="85"/>
                </a:lnTo>
                <a:lnTo>
                  <a:pt x="121" y="84"/>
                </a:lnTo>
                <a:lnTo>
                  <a:pt x="121" y="83"/>
                </a:lnTo>
                <a:lnTo>
                  <a:pt x="122" y="83"/>
                </a:lnTo>
                <a:lnTo>
                  <a:pt x="122" y="82"/>
                </a:lnTo>
                <a:lnTo>
                  <a:pt x="122" y="81"/>
                </a:lnTo>
                <a:lnTo>
                  <a:pt x="121" y="80"/>
                </a:lnTo>
                <a:lnTo>
                  <a:pt x="121" y="79"/>
                </a:lnTo>
                <a:lnTo>
                  <a:pt x="123" y="76"/>
                </a:lnTo>
                <a:lnTo>
                  <a:pt x="124" y="74"/>
                </a:lnTo>
                <a:lnTo>
                  <a:pt x="124" y="73"/>
                </a:lnTo>
                <a:lnTo>
                  <a:pt x="124" y="72"/>
                </a:lnTo>
                <a:lnTo>
                  <a:pt x="124" y="71"/>
                </a:lnTo>
                <a:lnTo>
                  <a:pt x="125" y="71"/>
                </a:lnTo>
                <a:lnTo>
                  <a:pt x="126" y="69"/>
                </a:lnTo>
                <a:lnTo>
                  <a:pt x="127" y="68"/>
                </a:lnTo>
                <a:lnTo>
                  <a:pt x="128" y="67"/>
                </a:lnTo>
                <a:lnTo>
                  <a:pt x="129" y="67"/>
                </a:lnTo>
                <a:lnTo>
                  <a:pt x="129" y="66"/>
                </a:lnTo>
                <a:lnTo>
                  <a:pt x="130" y="66"/>
                </a:lnTo>
                <a:lnTo>
                  <a:pt x="132" y="64"/>
                </a:lnTo>
                <a:lnTo>
                  <a:pt x="133" y="63"/>
                </a:lnTo>
                <a:lnTo>
                  <a:pt x="134" y="63"/>
                </a:lnTo>
                <a:lnTo>
                  <a:pt x="134" y="62"/>
                </a:lnTo>
                <a:lnTo>
                  <a:pt x="135" y="61"/>
                </a:lnTo>
                <a:lnTo>
                  <a:pt x="137" y="60"/>
                </a:lnTo>
                <a:lnTo>
                  <a:pt x="138" y="59"/>
                </a:lnTo>
                <a:lnTo>
                  <a:pt x="139" y="59"/>
                </a:lnTo>
                <a:lnTo>
                  <a:pt x="141" y="58"/>
                </a:lnTo>
                <a:lnTo>
                  <a:pt x="142" y="58"/>
                </a:lnTo>
                <a:lnTo>
                  <a:pt x="142" y="57"/>
                </a:lnTo>
                <a:lnTo>
                  <a:pt x="143" y="57"/>
                </a:lnTo>
                <a:lnTo>
                  <a:pt x="144" y="57"/>
                </a:lnTo>
                <a:lnTo>
                  <a:pt x="145" y="56"/>
                </a:lnTo>
                <a:lnTo>
                  <a:pt x="146" y="56"/>
                </a:lnTo>
                <a:lnTo>
                  <a:pt x="146" y="55"/>
                </a:lnTo>
                <a:lnTo>
                  <a:pt x="147" y="55"/>
                </a:lnTo>
                <a:lnTo>
                  <a:pt x="148" y="54"/>
                </a:lnTo>
                <a:lnTo>
                  <a:pt x="149" y="53"/>
                </a:lnTo>
                <a:lnTo>
                  <a:pt x="150" y="53"/>
                </a:lnTo>
                <a:lnTo>
                  <a:pt x="151" y="51"/>
                </a:lnTo>
                <a:lnTo>
                  <a:pt x="152" y="51"/>
                </a:lnTo>
                <a:lnTo>
                  <a:pt x="153" y="50"/>
                </a:lnTo>
                <a:lnTo>
                  <a:pt x="154" y="49"/>
                </a:lnTo>
                <a:lnTo>
                  <a:pt x="155" y="49"/>
                </a:lnTo>
                <a:lnTo>
                  <a:pt x="156" y="48"/>
                </a:lnTo>
                <a:lnTo>
                  <a:pt x="157" y="48"/>
                </a:lnTo>
                <a:lnTo>
                  <a:pt x="158" y="48"/>
                </a:lnTo>
                <a:lnTo>
                  <a:pt x="158" y="47"/>
                </a:lnTo>
                <a:lnTo>
                  <a:pt x="159" y="46"/>
                </a:lnTo>
                <a:lnTo>
                  <a:pt x="160" y="46"/>
                </a:lnTo>
                <a:lnTo>
                  <a:pt x="162" y="45"/>
                </a:lnTo>
                <a:lnTo>
                  <a:pt x="163" y="45"/>
                </a:lnTo>
                <a:lnTo>
                  <a:pt x="166" y="45"/>
                </a:lnTo>
                <a:lnTo>
                  <a:pt x="167" y="45"/>
                </a:lnTo>
                <a:lnTo>
                  <a:pt x="168" y="45"/>
                </a:lnTo>
                <a:lnTo>
                  <a:pt x="168" y="44"/>
                </a:lnTo>
                <a:lnTo>
                  <a:pt x="169" y="44"/>
                </a:lnTo>
                <a:lnTo>
                  <a:pt x="170" y="43"/>
                </a:lnTo>
                <a:lnTo>
                  <a:pt x="171" y="43"/>
                </a:lnTo>
                <a:lnTo>
                  <a:pt x="172" y="43"/>
                </a:lnTo>
                <a:lnTo>
                  <a:pt x="173" y="43"/>
                </a:lnTo>
                <a:lnTo>
                  <a:pt x="175" y="42"/>
                </a:lnTo>
                <a:lnTo>
                  <a:pt x="176" y="42"/>
                </a:lnTo>
                <a:lnTo>
                  <a:pt x="177" y="41"/>
                </a:lnTo>
                <a:lnTo>
                  <a:pt x="178" y="41"/>
                </a:lnTo>
                <a:lnTo>
                  <a:pt x="179" y="41"/>
                </a:lnTo>
                <a:lnTo>
                  <a:pt x="179" y="40"/>
                </a:lnTo>
                <a:lnTo>
                  <a:pt x="180" y="40"/>
                </a:lnTo>
                <a:lnTo>
                  <a:pt x="181" y="39"/>
                </a:lnTo>
                <a:lnTo>
                  <a:pt x="182" y="38"/>
                </a:lnTo>
                <a:lnTo>
                  <a:pt x="185" y="36"/>
                </a:lnTo>
                <a:lnTo>
                  <a:pt x="184" y="35"/>
                </a:lnTo>
                <a:lnTo>
                  <a:pt x="185" y="34"/>
                </a:lnTo>
                <a:lnTo>
                  <a:pt x="186" y="33"/>
                </a:lnTo>
                <a:lnTo>
                  <a:pt x="187" y="34"/>
                </a:lnTo>
                <a:lnTo>
                  <a:pt x="187" y="33"/>
                </a:lnTo>
                <a:lnTo>
                  <a:pt x="188" y="32"/>
                </a:lnTo>
                <a:lnTo>
                  <a:pt x="189" y="31"/>
                </a:lnTo>
                <a:lnTo>
                  <a:pt x="190" y="32"/>
                </a:lnTo>
                <a:lnTo>
                  <a:pt x="191" y="32"/>
                </a:lnTo>
                <a:lnTo>
                  <a:pt x="192" y="32"/>
                </a:lnTo>
                <a:lnTo>
                  <a:pt x="193" y="32"/>
                </a:lnTo>
                <a:lnTo>
                  <a:pt x="193" y="33"/>
                </a:lnTo>
                <a:lnTo>
                  <a:pt x="194" y="33"/>
                </a:lnTo>
                <a:lnTo>
                  <a:pt x="195" y="34"/>
                </a:lnTo>
                <a:lnTo>
                  <a:pt x="195" y="35"/>
                </a:lnTo>
                <a:lnTo>
                  <a:pt x="196" y="35"/>
                </a:lnTo>
                <a:lnTo>
                  <a:pt x="196" y="36"/>
                </a:lnTo>
                <a:lnTo>
                  <a:pt x="196" y="37"/>
                </a:lnTo>
                <a:lnTo>
                  <a:pt x="197" y="38"/>
                </a:lnTo>
                <a:lnTo>
                  <a:pt x="197" y="39"/>
                </a:lnTo>
                <a:lnTo>
                  <a:pt x="198" y="39"/>
                </a:lnTo>
                <a:lnTo>
                  <a:pt x="199" y="39"/>
                </a:lnTo>
                <a:lnTo>
                  <a:pt x="199" y="38"/>
                </a:lnTo>
                <a:lnTo>
                  <a:pt x="198" y="38"/>
                </a:lnTo>
                <a:lnTo>
                  <a:pt x="198" y="37"/>
                </a:lnTo>
                <a:lnTo>
                  <a:pt x="198" y="36"/>
                </a:lnTo>
                <a:lnTo>
                  <a:pt x="197" y="35"/>
                </a:lnTo>
                <a:lnTo>
                  <a:pt x="197" y="34"/>
                </a:lnTo>
                <a:lnTo>
                  <a:pt x="197" y="33"/>
                </a:lnTo>
                <a:lnTo>
                  <a:pt x="196" y="33"/>
                </a:lnTo>
                <a:lnTo>
                  <a:pt x="195" y="32"/>
                </a:lnTo>
                <a:lnTo>
                  <a:pt x="194" y="31"/>
                </a:lnTo>
                <a:lnTo>
                  <a:pt x="194" y="30"/>
                </a:lnTo>
                <a:lnTo>
                  <a:pt x="193" y="30"/>
                </a:lnTo>
                <a:lnTo>
                  <a:pt x="192" y="30"/>
                </a:lnTo>
                <a:lnTo>
                  <a:pt x="192" y="29"/>
                </a:lnTo>
                <a:lnTo>
                  <a:pt x="191" y="29"/>
                </a:lnTo>
                <a:lnTo>
                  <a:pt x="190" y="29"/>
                </a:lnTo>
                <a:lnTo>
                  <a:pt x="189" y="29"/>
                </a:lnTo>
                <a:lnTo>
                  <a:pt x="187" y="28"/>
                </a:lnTo>
                <a:lnTo>
                  <a:pt x="187" y="27"/>
                </a:lnTo>
                <a:lnTo>
                  <a:pt x="188" y="27"/>
                </a:lnTo>
                <a:lnTo>
                  <a:pt x="189" y="26"/>
                </a:lnTo>
                <a:lnTo>
                  <a:pt x="188" y="26"/>
                </a:lnTo>
                <a:lnTo>
                  <a:pt x="188" y="24"/>
                </a:lnTo>
                <a:lnTo>
                  <a:pt x="189" y="24"/>
                </a:lnTo>
                <a:lnTo>
                  <a:pt x="190" y="23"/>
                </a:lnTo>
                <a:lnTo>
                  <a:pt x="190" y="22"/>
                </a:lnTo>
                <a:lnTo>
                  <a:pt x="190" y="21"/>
                </a:lnTo>
                <a:lnTo>
                  <a:pt x="191" y="21"/>
                </a:lnTo>
                <a:lnTo>
                  <a:pt x="191" y="20"/>
                </a:lnTo>
                <a:lnTo>
                  <a:pt x="192" y="20"/>
                </a:lnTo>
                <a:lnTo>
                  <a:pt x="192" y="19"/>
                </a:lnTo>
                <a:lnTo>
                  <a:pt x="192" y="18"/>
                </a:lnTo>
                <a:lnTo>
                  <a:pt x="192" y="17"/>
                </a:lnTo>
                <a:lnTo>
                  <a:pt x="192" y="16"/>
                </a:lnTo>
                <a:lnTo>
                  <a:pt x="192" y="15"/>
                </a:lnTo>
                <a:lnTo>
                  <a:pt x="192" y="14"/>
                </a:lnTo>
                <a:lnTo>
                  <a:pt x="193" y="14"/>
                </a:lnTo>
                <a:lnTo>
                  <a:pt x="193" y="13"/>
                </a:lnTo>
                <a:lnTo>
                  <a:pt x="194" y="13"/>
                </a:lnTo>
                <a:lnTo>
                  <a:pt x="194" y="14"/>
                </a:lnTo>
                <a:lnTo>
                  <a:pt x="195" y="13"/>
                </a:lnTo>
                <a:lnTo>
                  <a:pt x="196" y="13"/>
                </a:lnTo>
                <a:lnTo>
                  <a:pt x="196" y="12"/>
                </a:lnTo>
                <a:lnTo>
                  <a:pt x="197" y="12"/>
                </a:lnTo>
                <a:lnTo>
                  <a:pt x="197" y="11"/>
                </a:lnTo>
                <a:lnTo>
                  <a:pt x="196" y="11"/>
                </a:lnTo>
                <a:lnTo>
                  <a:pt x="197" y="10"/>
                </a:lnTo>
                <a:lnTo>
                  <a:pt x="199" y="8"/>
                </a:lnTo>
                <a:lnTo>
                  <a:pt x="200" y="7"/>
                </a:lnTo>
                <a:lnTo>
                  <a:pt x="201" y="6"/>
                </a:lnTo>
                <a:lnTo>
                  <a:pt x="202" y="6"/>
                </a:lnTo>
                <a:lnTo>
                  <a:pt x="202" y="5"/>
                </a:lnTo>
                <a:lnTo>
                  <a:pt x="202" y="4"/>
                </a:lnTo>
                <a:lnTo>
                  <a:pt x="203" y="5"/>
                </a:lnTo>
                <a:lnTo>
                  <a:pt x="204" y="5"/>
                </a:lnTo>
                <a:lnTo>
                  <a:pt x="205" y="4"/>
                </a:lnTo>
                <a:lnTo>
                  <a:pt x="206" y="4"/>
                </a:lnTo>
                <a:lnTo>
                  <a:pt x="206" y="3"/>
                </a:lnTo>
                <a:lnTo>
                  <a:pt x="207" y="3"/>
                </a:lnTo>
                <a:lnTo>
                  <a:pt x="206" y="2"/>
                </a:lnTo>
                <a:lnTo>
                  <a:pt x="206" y="1"/>
                </a:lnTo>
                <a:lnTo>
                  <a:pt x="207" y="1"/>
                </a:lnTo>
                <a:lnTo>
                  <a:pt x="207" y="2"/>
                </a:lnTo>
                <a:lnTo>
                  <a:pt x="208" y="2"/>
                </a:lnTo>
                <a:lnTo>
                  <a:pt x="209" y="2"/>
                </a:lnTo>
                <a:lnTo>
                  <a:pt x="211" y="2"/>
                </a:lnTo>
                <a:lnTo>
                  <a:pt x="21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" name=""/>
          <p:cNvSpPr/>
          <p:nvPr/>
        </p:nvSpPr>
        <p:spPr>
          <a:xfrm>
            <a:off x="5288760" y="24483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" name=""/>
          <p:cNvSpPr/>
          <p:nvPr/>
        </p:nvSpPr>
        <p:spPr>
          <a:xfrm>
            <a:off x="5295600" y="242856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0" y="8"/>
                </a:move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0" y="0"/>
                </a:lnTo>
                <a:lnTo>
                  <a:pt x="9" y="2"/>
                </a:lnTo>
                <a:lnTo>
                  <a:pt x="9" y="3"/>
                </a:lnTo>
                <a:lnTo>
                  <a:pt x="8" y="3"/>
                </a:lnTo>
                <a:lnTo>
                  <a:pt x="8" y="5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0" y="8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" name=""/>
          <p:cNvSpPr/>
          <p:nvPr/>
        </p:nvSpPr>
        <p:spPr>
          <a:xfrm>
            <a:off x="5390640" y="23565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0" y="4"/>
                </a:moveTo>
                <a:lnTo>
                  <a:pt x="0" y="3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3"/>
                </a:lnTo>
                <a:lnTo>
                  <a:pt x="6" y="4"/>
                </a:lnTo>
                <a:lnTo>
                  <a:pt x="5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" name=""/>
          <p:cNvSpPr/>
          <p:nvPr/>
        </p:nvSpPr>
        <p:spPr>
          <a:xfrm>
            <a:off x="5374440" y="23360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0" y="1"/>
                </a:move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" name=""/>
          <p:cNvSpPr/>
          <p:nvPr/>
        </p:nvSpPr>
        <p:spPr>
          <a:xfrm>
            <a:off x="5481360" y="22712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7" y="3"/>
                </a:move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" name=""/>
          <p:cNvSpPr/>
          <p:nvPr/>
        </p:nvSpPr>
        <p:spPr>
          <a:xfrm>
            <a:off x="5490720" y="22572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3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" name=""/>
          <p:cNvSpPr/>
          <p:nvPr/>
        </p:nvSpPr>
        <p:spPr>
          <a:xfrm>
            <a:off x="4874760" y="2621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" name=""/>
          <p:cNvSpPr/>
          <p:nvPr/>
        </p:nvSpPr>
        <p:spPr>
          <a:xfrm>
            <a:off x="4874760" y="26200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4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" name=""/>
          <p:cNvSpPr/>
          <p:nvPr/>
        </p:nvSpPr>
        <p:spPr>
          <a:xfrm>
            <a:off x="4880160" y="26186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" name=""/>
          <p:cNvSpPr/>
          <p:nvPr/>
        </p:nvSpPr>
        <p:spPr>
          <a:xfrm>
            <a:off x="4898160" y="26175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3"/>
                </a:move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" name=""/>
          <p:cNvSpPr/>
          <p:nvPr/>
        </p:nvSpPr>
        <p:spPr>
          <a:xfrm>
            <a:off x="4882320" y="26168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1"/>
                </a:move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" name=""/>
          <p:cNvSpPr/>
          <p:nvPr/>
        </p:nvSpPr>
        <p:spPr>
          <a:xfrm>
            <a:off x="4888440" y="2615040"/>
            <a:ext cx="4320" cy="4680"/>
          </a:xfrm>
          <a:custGeom>
            <a:avLst/>
            <a:gdLst/>
            <a:ahLst/>
            <a:rect l="0" t="0" r="r" b="b"/>
            <a:pathLst>
              <a:path w="12" h="13">
                <a:moveTo>
                  <a:pt x="4" y="1"/>
                </a:moveTo>
                <a:lnTo>
                  <a:pt x="4" y="2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5" y="7"/>
                </a:lnTo>
                <a:lnTo>
                  <a:pt x="5" y="8"/>
                </a:lnTo>
                <a:lnTo>
                  <a:pt x="6" y="8"/>
                </a:lnTo>
                <a:lnTo>
                  <a:pt x="6" y="7"/>
                </a:lnTo>
                <a:lnTo>
                  <a:pt x="7" y="7"/>
                </a:lnTo>
                <a:lnTo>
                  <a:pt x="8" y="6"/>
                </a:lnTo>
                <a:lnTo>
                  <a:pt x="8" y="7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1" y="7"/>
                </a:lnTo>
                <a:lnTo>
                  <a:pt x="10" y="7"/>
                </a:lnTo>
                <a:lnTo>
                  <a:pt x="9" y="8"/>
                </a:lnTo>
                <a:lnTo>
                  <a:pt x="8" y="9"/>
                </a:lnTo>
                <a:lnTo>
                  <a:pt x="9" y="10"/>
                </a:lnTo>
                <a:lnTo>
                  <a:pt x="10" y="12"/>
                </a:lnTo>
                <a:lnTo>
                  <a:pt x="9" y="12"/>
                </a:lnTo>
                <a:lnTo>
                  <a:pt x="9" y="11"/>
                </a:lnTo>
                <a:lnTo>
                  <a:pt x="8" y="11"/>
                </a:lnTo>
                <a:lnTo>
                  <a:pt x="8" y="10"/>
                </a:lnTo>
                <a:lnTo>
                  <a:pt x="7" y="10"/>
                </a:lnTo>
                <a:lnTo>
                  <a:pt x="7" y="11"/>
                </a:lnTo>
                <a:lnTo>
                  <a:pt x="8" y="12"/>
                </a:lnTo>
                <a:lnTo>
                  <a:pt x="8" y="13"/>
                </a:lnTo>
                <a:lnTo>
                  <a:pt x="7" y="13"/>
                </a:lnTo>
                <a:lnTo>
                  <a:pt x="7" y="12"/>
                </a:lnTo>
                <a:lnTo>
                  <a:pt x="6" y="12"/>
                </a:lnTo>
                <a:lnTo>
                  <a:pt x="6" y="13"/>
                </a:lnTo>
                <a:lnTo>
                  <a:pt x="5" y="13"/>
                </a:lnTo>
                <a:lnTo>
                  <a:pt x="6" y="13"/>
                </a:lnTo>
                <a:lnTo>
                  <a:pt x="5" y="13"/>
                </a:lnTo>
                <a:lnTo>
                  <a:pt x="5" y="12"/>
                </a:lnTo>
                <a:lnTo>
                  <a:pt x="5" y="13"/>
                </a:lnTo>
                <a:lnTo>
                  <a:pt x="4" y="13"/>
                </a:lnTo>
                <a:lnTo>
                  <a:pt x="3" y="13"/>
                </a:lnTo>
                <a:lnTo>
                  <a:pt x="3" y="12"/>
                </a:lnTo>
                <a:lnTo>
                  <a:pt x="3" y="11"/>
                </a:lnTo>
                <a:lnTo>
                  <a:pt x="4" y="11"/>
                </a:lnTo>
                <a:lnTo>
                  <a:pt x="4" y="10"/>
                </a:lnTo>
                <a:lnTo>
                  <a:pt x="4" y="8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" name=""/>
          <p:cNvSpPr/>
          <p:nvPr/>
        </p:nvSpPr>
        <p:spPr>
          <a:xfrm>
            <a:off x="4890960" y="2614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4"/>
                </a:moveTo>
                <a:lnTo>
                  <a:pt x="2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" name=""/>
          <p:cNvSpPr/>
          <p:nvPr/>
        </p:nvSpPr>
        <p:spPr>
          <a:xfrm>
            <a:off x="4882680" y="261396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4"/>
                </a:move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4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4" y="0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" name=""/>
          <p:cNvSpPr/>
          <p:nvPr/>
        </p:nvSpPr>
        <p:spPr>
          <a:xfrm>
            <a:off x="4888800" y="2610720"/>
            <a:ext cx="10800" cy="7200"/>
          </a:xfrm>
          <a:custGeom>
            <a:avLst/>
            <a:gdLst/>
            <a:ahLst/>
            <a:rect l="0" t="0" r="r" b="b"/>
            <a:pathLst>
              <a:path w="30" h="20">
                <a:moveTo>
                  <a:pt x="23" y="1"/>
                </a:moveTo>
                <a:lnTo>
                  <a:pt x="24" y="1"/>
                </a:lnTo>
                <a:lnTo>
                  <a:pt x="24" y="2"/>
                </a:lnTo>
                <a:lnTo>
                  <a:pt x="25" y="2"/>
                </a:lnTo>
                <a:lnTo>
                  <a:pt x="25" y="3"/>
                </a:lnTo>
                <a:lnTo>
                  <a:pt x="25" y="4"/>
                </a:lnTo>
                <a:lnTo>
                  <a:pt x="26" y="4"/>
                </a:lnTo>
                <a:lnTo>
                  <a:pt x="28" y="4"/>
                </a:lnTo>
                <a:lnTo>
                  <a:pt x="28" y="5"/>
                </a:lnTo>
                <a:lnTo>
                  <a:pt x="28" y="6"/>
                </a:lnTo>
                <a:lnTo>
                  <a:pt x="28" y="8"/>
                </a:lnTo>
                <a:lnTo>
                  <a:pt x="27" y="8"/>
                </a:lnTo>
                <a:lnTo>
                  <a:pt x="26" y="8"/>
                </a:lnTo>
                <a:lnTo>
                  <a:pt x="26" y="9"/>
                </a:lnTo>
                <a:lnTo>
                  <a:pt x="27" y="9"/>
                </a:lnTo>
                <a:lnTo>
                  <a:pt x="28" y="10"/>
                </a:lnTo>
                <a:lnTo>
                  <a:pt x="28" y="11"/>
                </a:lnTo>
                <a:lnTo>
                  <a:pt x="28" y="12"/>
                </a:lnTo>
                <a:lnTo>
                  <a:pt x="27" y="12"/>
                </a:lnTo>
                <a:lnTo>
                  <a:pt x="28" y="12"/>
                </a:lnTo>
                <a:lnTo>
                  <a:pt x="28" y="13"/>
                </a:lnTo>
                <a:lnTo>
                  <a:pt x="28" y="14"/>
                </a:lnTo>
                <a:lnTo>
                  <a:pt x="29" y="15"/>
                </a:lnTo>
                <a:lnTo>
                  <a:pt x="28" y="15"/>
                </a:lnTo>
                <a:lnTo>
                  <a:pt x="29" y="15"/>
                </a:lnTo>
                <a:lnTo>
                  <a:pt x="30" y="17"/>
                </a:lnTo>
                <a:lnTo>
                  <a:pt x="29" y="17"/>
                </a:lnTo>
                <a:lnTo>
                  <a:pt x="28" y="17"/>
                </a:lnTo>
                <a:lnTo>
                  <a:pt x="27" y="17"/>
                </a:lnTo>
                <a:lnTo>
                  <a:pt x="26" y="17"/>
                </a:lnTo>
                <a:lnTo>
                  <a:pt x="26" y="15"/>
                </a:lnTo>
                <a:lnTo>
                  <a:pt x="26" y="14"/>
                </a:lnTo>
                <a:lnTo>
                  <a:pt x="25" y="14"/>
                </a:lnTo>
                <a:lnTo>
                  <a:pt x="25" y="13"/>
                </a:lnTo>
                <a:lnTo>
                  <a:pt x="25" y="12"/>
                </a:lnTo>
                <a:lnTo>
                  <a:pt x="24" y="11"/>
                </a:lnTo>
                <a:lnTo>
                  <a:pt x="24" y="10"/>
                </a:lnTo>
                <a:lnTo>
                  <a:pt x="23" y="10"/>
                </a:lnTo>
                <a:lnTo>
                  <a:pt x="23" y="9"/>
                </a:lnTo>
                <a:lnTo>
                  <a:pt x="22" y="9"/>
                </a:lnTo>
                <a:lnTo>
                  <a:pt x="22" y="10"/>
                </a:lnTo>
                <a:lnTo>
                  <a:pt x="23" y="10"/>
                </a:lnTo>
                <a:lnTo>
                  <a:pt x="23" y="11"/>
                </a:lnTo>
                <a:lnTo>
                  <a:pt x="23" y="12"/>
                </a:lnTo>
                <a:lnTo>
                  <a:pt x="22" y="12"/>
                </a:lnTo>
                <a:lnTo>
                  <a:pt x="22" y="11"/>
                </a:lnTo>
                <a:lnTo>
                  <a:pt x="22" y="12"/>
                </a:lnTo>
                <a:lnTo>
                  <a:pt x="21" y="13"/>
                </a:lnTo>
                <a:lnTo>
                  <a:pt x="21" y="14"/>
                </a:lnTo>
                <a:lnTo>
                  <a:pt x="22" y="15"/>
                </a:lnTo>
                <a:lnTo>
                  <a:pt x="22" y="17"/>
                </a:lnTo>
                <a:lnTo>
                  <a:pt x="22" y="18"/>
                </a:lnTo>
                <a:lnTo>
                  <a:pt x="23" y="19"/>
                </a:lnTo>
                <a:lnTo>
                  <a:pt x="23" y="20"/>
                </a:lnTo>
                <a:lnTo>
                  <a:pt x="22" y="20"/>
                </a:lnTo>
                <a:lnTo>
                  <a:pt x="21" y="20"/>
                </a:lnTo>
                <a:lnTo>
                  <a:pt x="21" y="19"/>
                </a:lnTo>
                <a:lnTo>
                  <a:pt x="20" y="19"/>
                </a:lnTo>
                <a:lnTo>
                  <a:pt x="20" y="17"/>
                </a:lnTo>
                <a:lnTo>
                  <a:pt x="21" y="17"/>
                </a:lnTo>
                <a:lnTo>
                  <a:pt x="21" y="15"/>
                </a:lnTo>
                <a:lnTo>
                  <a:pt x="20" y="14"/>
                </a:lnTo>
                <a:lnTo>
                  <a:pt x="19" y="15"/>
                </a:lnTo>
                <a:lnTo>
                  <a:pt x="19" y="17"/>
                </a:lnTo>
                <a:lnTo>
                  <a:pt x="18" y="17"/>
                </a:lnTo>
                <a:lnTo>
                  <a:pt x="17" y="17"/>
                </a:lnTo>
                <a:lnTo>
                  <a:pt x="18" y="15"/>
                </a:lnTo>
                <a:lnTo>
                  <a:pt x="18" y="14"/>
                </a:lnTo>
                <a:lnTo>
                  <a:pt x="17" y="14"/>
                </a:lnTo>
                <a:lnTo>
                  <a:pt x="17" y="13"/>
                </a:lnTo>
                <a:lnTo>
                  <a:pt x="17" y="14"/>
                </a:lnTo>
                <a:lnTo>
                  <a:pt x="17" y="13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5" y="10"/>
                </a:lnTo>
                <a:lnTo>
                  <a:pt x="15" y="9"/>
                </a:lnTo>
                <a:lnTo>
                  <a:pt x="13" y="10"/>
                </a:lnTo>
                <a:lnTo>
                  <a:pt x="12" y="10"/>
                </a:lnTo>
                <a:lnTo>
                  <a:pt x="12" y="11"/>
                </a:lnTo>
                <a:lnTo>
                  <a:pt x="12" y="12"/>
                </a:lnTo>
                <a:lnTo>
                  <a:pt x="12" y="13"/>
                </a:lnTo>
                <a:lnTo>
                  <a:pt x="11" y="13"/>
                </a:lnTo>
                <a:lnTo>
                  <a:pt x="10" y="12"/>
                </a:lnTo>
                <a:lnTo>
                  <a:pt x="10" y="11"/>
                </a:lnTo>
                <a:lnTo>
                  <a:pt x="10" y="10"/>
                </a:lnTo>
                <a:lnTo>
                  <a:pt x="9" y="10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3" y="8"/>
                </a:lnTo>
                <a:lnTo>
                  <a:pt x="2" y="7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6" y="2"/>
                </a:lnTo>
                <a:lnTo>
                  <a:pt x="8" y="2"/>
                </a:lnTo>
                <a:lnTo>
                  <a:pt x="11" y="2"/>
                </a:lnTo>
                <a:lnTo>
                  <a:pt x="12" y="2"/>
                </a:lnTo>
                <a:lnTo>
                  <a:pt x="15" y="1"/>
                </a:lnTo>
                <a:lnTo>
                  <a:pt x="15" y="0"/>
                </a:lnTo>
                <a:lnTo>
                  <a:pt x="16" y="0"/>
                </a:lnTo>
                <a:lnTo>
                  <a:pt x="18" y="0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1" y="1"/>
                </a:lnTo>
                <a:lnTo>
                  <a:pt x="22" y="1"/>
                </a:lnTo>
                <a:lnTo>
                  <a:pt x="23" y="1"/>
                </a:lnTo>
                <a:close/>
              </a:path>
            </a:pathLst>
          </a:custGeom>
          <a:solidFill>
            <a:srgbClr val="F5F5F5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" name=""/>
          <p:cNvSpPr/>
          <p:nvPr/>
        </p:nvSpPr>
        <p:spPr>
          <a:xfrm>
            <a:off x="4888800" y="2610720"/>
            <a:ext cx="10800" cy="7200"/>
          </a:xfrm>
          <a:custGeom>
            <a:avLst/>
            <a:gdLst/>
            <a:ahLst/>
            <a:rect l="0" t="0" r="r" b="b"/>
            <a:pathLst>
              <a:path w="30" h="20">
                <a:moveTo>
                  <a:pt x="23" y="1"/>
                </a:moveTo>
                <a:lnTo>
                  <a:pt x="24" y="1"/>
                </a:lnTo>
                <a:lnTo>
                  <a:pt x="24" y="2"/>
                </a:lnTo>
                <a:lnTo>
                  <a:pt x="25" y="2"/>
                </a:lnTo>
                <a:lnTo>
                  <a:pt x="25" y="3"/>
                </a:lnTo>
                <a:lnTo>
                  <a:pt x="25" y="4"/>
                </a:lnTo>
                <a:lnTo>
                  <a:pt x="26" y="4"/>
                </a:lnTo>
                <a:lnTo>
                  <a:pt x="28" y="4"/>
                </a:lnTo>
                <a:lnTo>
                  <a:pt x="28" y="5"/>
                </a:lnTo>
                <a:lnTo>
                  <a:pt x="28" y="6"/>
                </a:lnTo>
                <a:lnTo>
                  <a:pt x="28" y="8"/>
                </a:lnTo>
                <a:lnTo>
                  <a:pt x="27" y="8"/>
                </a:lnTo>
                <a:lnTo>
                  <a:pt x="26" y="8"/>
                </a:lnTo>
                <a:lnTo>
                  <a:pt x="26" y="9"/>
                </a:lnTo>
                <a:lnTo>
                  <a:pt x="27" y="9"/>
                </a:lnTo>
                <a:lnTo>
                  <a:pt x="28" y="10"/>
                </a:lnTo>
                <a:lnTo>
                  <a:pt x="28" y="11"/>
                </a:lnTo>
                <a:lnTo>
                  <a:pt x="28" y="12"/>
                </a:lnTo>
                <a:lnTo>
                  <a:pt x="27" y="12"/>
                </a:lnTo>
                <a:lnTo>
                  <a:pt x="28" y="12"/>
                </a:lnTo>
                <a:lnTo>
                  <a:pt x="28" y="13"/>
                </a:lnTo>
                <a:lnTo>
                  <a:pt x="28" y="14"/>
                </a:lnTo>
                <a:lnTo>
                  <a:pt x="29" y="15"/>
                </a:lnTo>
                <a:lnTo>
                  <a:pt x="28" y="15"/>
                </a:lnTo>
                <a:lnTo>
                  <a:pt x="29" y="15"/>
                </a:lnTo>
                <a:lnTo>
                  <a:pt x="30" y="17"/>
                </a:lnTo>
                <a:lnTo>
                  <a:pt x="29" y="17"/>
                </a:lnTo>
                <a:lnTo>
                  <a:pt x="28" y="17"/>
                </a:lnTo>
                <a:lnTo>
                  <a:pt x="27" y="17"/>
                </a:lnTo>
                <a:lnTo>
                  <a:pt x="26" y="17"/>
                </a:lnTo>
                <a:lnTo>
                  <a:pt x="26" y="15"/>
                </a:lnTo>
                <a:lnTo>
                  <a:pt x="26" y="14"/>
                </a:lnTo>
                <a:lnTo>
                  <a:pt x="25" y="14"/>
                </a:lnTo>
                <a:lnTo>
                  <a:pt x="25" y="13"/>
                </a:lnTo>
                <a:lnTo>
                  <a:pt x="25" y="12"/>
                </a:lnTo>
                <a:lnTo>
                  <a:pt x="24" y="11"/>
                </a:lnTo>
                <a:lnTo>
                  <a:pt x="24" y="10"/>
                </a:lnTo>
                <a:lnTo>
                  <a:pt x="23" y="10"/>
                </a:lnTo>
                <a:lnTo>
                  <a:pt x="23" y="9"/>
                </a:lnTo>
                <a:lnTo>
                  <a:pt x="22" y="9"/>
                </a:lnTo>
                <a:lnTo>
                  <a:pt x="22" y="10"/>
                </a:lnTo>
                <a:lnTo>
                  <a:pt x="23" y="10"/>
                </a:lnTo>
                <a:lnTo>
                  <a:pt x="23" y="11"/>
                </a:lnTo>
                <a:lnTo>
                  <a:pt x="23" y="12"/>
                </a:lnTo>
                <a:lnTo>
                  <a:pt x="22" y="12"/>
                </a:lnTo>
                <a:lnTo>
                  <a:pt x="22" y="11"/>
                </a:lnTo>
                <a:lnTo>
                  <a:pt x="22" y="12"/>
                </a:lnTo>
                <a:lnTo>
                  <a:pt x="21" y="13"/>
                </a:lnTo>
                <a:lnTo>
                  <a:pt x="21" y="14"/>
                </a:lnTo>
                <a:lnTo>
                  <a:pt x="22" y="15"/>
                </a:lnTo>
                <a:lnTo>
                  <a:pt x="22" y="17"/>
                </a:lnTo>
                <a:lnTo>
                  <a:pt x="22" y="18"/>
                </a:lnTo>
                <a:lnTo>
                  <a:pt x="23" y="19"/>
                </a:lnTo>
                <a:lnTo>
                  <a:pt x="23" y="20"/>
                </a:lnTo>
                <a:lnTo>
                  <a:pt x="22" y="20"/>
                </a:lnTo>
                <a:lnTo>
                  <a:pt x="21" y="20"/>
                </a:lnTo>
                <a:lnTo>
                  <a:pt x="21" y="19"/>
                </a:lnTo>
                <a:lnTo>
                  <a:pt x="20" y="19"/>
                </a:lnTo>
                <a:lnTo>
                  <a:pt x="20" y="17"/>
                </a:lnTo>
                <a:lnTo>
                  <a:pt x="21" y="17"/>
                </a:lnTo>
                <a:lnTo>
                  <a:pt x="21" y="15"/>
                </a:lnTo>
                <a:lnTo>
                  <a:pt x="20" y="14"/>
                </a:lnTo>
                <a:lnTo>
                  <a:pt x="19" y="15"/>
                </a:lnTo>
                <a:lnTo>
                  <a:pt x="19" y="17"/>
                </a:lnTo>
                <a:lnTo>
                  <a:pt x="18" y="17"/>
                </a:lnTo>
                <a:lnTo>
                  <a:pt x="17" y="17"/>
                </a:lnTo>
                <a:lnTo>
                  <a:pt x="18" y="15"/>
                </a:lnTo>
                <a:lnTo>
                  <a:pt x="18" y="14"/>
                </a:lnTo>
                <a:lnTo>
                  <a:pt x="17" y="14"/>
                </a:lnTo>
                <a:lnTo>
                  <a:pt x="17" y="13"/>
                </a:lnTo>
                <a:lnTo>
                  <a:pt x="17" y="14"/>
                </a:lnTo>
                <a:lnTo>
                  <a:pt x="17" y="13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5" y="10"/>
                </a:lnTo>
                <a:lnTo>
                  <a:pt x="15" y="9"/>
                </a:lnTo>
                <a:lnTo>
                  <a:pt x="13" y="10"/>
                </a:lnTo>
                <a:lnTo>
                  <a:pt x="12" y="10"/>
                </a:lnTo>
                <a:lnTo>
                  <a:pt x="12" y="11"/>
                </a:lnTo>
                <a:lnTo>
                  <a:pt x="12" y="12"/>
                </a:lnTo>
                <a:lnTo>
                  <a:pt x="12" y="13"/>
                </a:lnTo>
                <a:lnTo>
                  <a:pt x="11" y="13"/>
                </a:lnTo>
                <a:lnTo>
                  <a:pt x="10" y="12"/>
                </a:lnTo>
                <a:lnTo>
                  <a:pt x="10" y="11"/>
                </a:lnTo>
                <a:lnTo>
                  <a:pt x="10" y="10"/>
                </a:lnTo>
                <a:lnTo>
                  <a:pt x="9" y="10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3" y="8"/>
                </a:lnTo>
                <a:lnTo>
                  <a:pt x="2" y="7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6" y="2"/>
                </a:lnTo>
                <a:lnTo>
                  <a:pt x="8" y="2"/>
                </a:lnTo>
                <a:lnTo>
                  <a:pt x="11" y="2"/>
                </a:lnTo>
                <a:lnTo>
                  <a:pt x="12" y="2"/>
                </a:lnTo>
                <a:lnTo>
                  <a:pt x="15" y="1"/>
                </a:lnTo>
                <a:lnTo>
                  <a:pt x="15" y="0"/>
                </a:lnTo>
                <a:lnTo>
                  <a:pt x="16" y="0"/>
                </a:lnTo>
                <a:lnTo>
                  <a:pt x="18" y="0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1" y="1"/>
                </a:lnTo>
                <a:lnTo>
                  <a:pt x="22" y="1"/>
                </a:lnTo>
                <a:lnTo>
                  <a:pt x="23" y="1"/>
                </a:lnTo>
                <a:close/>
              </a:path>
            </a:pathLst>
          </a:custGeom>
          <a:noFill/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" name=""/>
          <p:cNvSpPr/>
          <p:nvPr/>
        </p:nvSpPr>
        <p:spPr>
          <a:xfrm>
            <a:off x="4884120" y="2613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" name=""/>
          <p:cNvSpPr/>
          <p:nvPr/>
        </p:nvSpPr>
        <p:spPr>
          <a:xfrm>
            <a:off x="4870080" y="2607480"/>
            <a:ext cx="14760" cy="12960"/>
          </a:xfrm>
          <a:custGeom>
            <a:avLst/>
            <a:gdLst/>
            <a:ahLst/>
            <a:rect l="0" t="0" r="r" b="b"/>
            <a:pathLst>
              <a:path w="41" h="36">
                <a:moveTo>
                  <a:pt x="39" y="2"/>
                </a:moveTo>
                <a:lnTo>
                  <a:pt x="40" y="2"/>
                </a:lnTo>
                <a:lnTo>
                  <a:pt x="40" y="3"/>
                </a:lnTo>
                <a:lnTo>
                  <a:pt x="41" y="3"/>
                </a:lnTo>
                <a:lnTo>
                  <a:pt x="41" y="4"/>
                </a:lnTo>
                <a:lnTo>
                  <a:pt x="40" y="4"/>
                </a:lnTo>
                <a:lnTo>
                  <a:pt x="40" y="5"/>
                </a:lnTo>
                <a:lnTo>
                  <a:pt x="40" y="7"/>
                </a:lnTo>
                <a:lnTo>
                  <a:pt x="40" y="8"/>
                </a:lnTo>
                <a:lnTo>
                  <a:pt x="41" y="8"/>
                </a:lnTo>
                <a:lnTo>
                  <a:pt x="41" y="9"/>
                </a:lnTo>
                <a:lnTo>
                  <a:pt x="40" y="9"/>
                </a:lnTo>
                <a:lnTo>
                  <a:pt x="39" y="9"/>
                </a:lnTo>
                <a:lnTo>
                  <a:pt x="39" y="10"/>
                </a:lnTo>
                <a:lnTo>
                  <a:pt x="38" y="10"/>
                </a:lnTo>
                <a:lnTo>
                  <a:pt x="37" y="10"/>
                </a:lnTo>
                <a:lnTo>
                  <a:pt x="36" y="9"/>
                </a:lnTo>
                <a:lnTo>
                  <a:pt x="35" y="9"/>
                </a:lnTo>
                <a:lnTo>
                  <a:pt x="33" y="9"/>
                </a:lnTo>
                <a:lnTo>
                  <a:pt x="33" y="10"/>
                </a:lnTo>
                <a:lnTo>
                  <a:pt x="33" y="11"/>
                </a:lnTo>
                <a:lnTo>
                  <a:pt x="34" y="11"/>
                </a:lnTo>
                <a:lnTo>
                  <a:pt x="33" y="11"/>
                </a:lnTo>
                <a:lnTo>
                  <a:pt x="33" y="12"/>
                </a:lnTo>
                <a:lnTo>
                  <a:pt x="34" y="12"/>
                </a:lnTo>
                <a:lnTo>
                  <a:pt x="35" y="12"/>
                </a:lnTo>
                <a:lnTo>
                  <a:pt x="35" y="13"/>
                </a:lnTo>
                <a:lnTo>
                  <a:pt x="34" y="13"/>
                </a:lnTo>
                <a:lnTo>
                  <a:pt x="34" y="14"/>
                </a:lnTo>
                <a:lnTo>
                  <a:pt x="35" y="14"/>
                </a:lnTo>
                <a:lnTo>
                  <a:pt x="35" y="15"/>
                </a:lnTo>
                <a:lnTo>
                  <a:pt x="35" y="16"/>
                </a:lnTo>
                <a:lnTo>
                  <a:pt x="35" y="17"/>
                </a:lnTo>
                <a:lnTo>
                  <a:pt x="35" y="18"/>
                </a:lnTo>
                <a:lnTo>
                  <a:pt x="34" y="18"/>
                </a:lnTo>
                <a:lnTo>
                  <a:pt x="33" y="18"/>
                </a:lnTo>
                <a:lnTo>
                  <a:pt x="32" y="17"/>
                </a:lnTo>
                <a:lnTo>
                  <a:pt x="31" y="17"/>
                </a:lnTo>
                <a:lnTo>
                  <a:pt x="31" y="18"/>
                </a:lnTo>
                <a:lnTo>
                  <a:pt x="30" y="19"/>
                </a:lnTo>
                <a:lnTo>
                  <a:pt x="31" y="19"/>
                </a:lnTo>
                <a:lnTo>
                  <a:pt x="31" y="18"/>
                </a:lnTo>
                <a:lnTo>
                  <a:pt x="31" y="19"/>
                </a:lnTo>
                <a:lnTo>
                  <a:pt x="32" y="19"/>
                </a:lnTo>
                <a:lnTo>
                  <a:pt x="32" y="20"/>
                </a:lnTo>
                <a:lnTo>
                  <a:pt x="33" y="21"/>
                </a:lnTo>
                <a:lnTo>
                  <a:pt x="32" y="22"/>
                </a:lnTo>
                <a:lnTo>
                  <a:pt x="31" y="22"/>
                </a:lnTo>
                <a:lnTo>
                  <a:pt x="31" y="23"/>
                </a:lnTo>
                <a:lnTo>
                  <a:pt x="30" y="23"/>
                </a:lnTo>
                <a:lnTo>
                  <a:pt x="30" y="24"/>
                </a:lnTo>
                <a:lnTo>
                  <a:pt x="31" y="24"/>
                </a:lnTo>
                <a:lnTo>
                  <a:pt x="32" y="25"/>
                </a:lnTo>
                <a:lnTo>
                  <a:pt x="33" y="25"/>
                </a:lnTo>
                <a:lnTo>
                  <a:pt x="34" y="25"/>
                </a:lnTo>
                <a:lnTo>
                  <a:pt x="35" y="25"/>
                </a:lnTo>
                <a:lnTo>
                  <a:pt x="36" y="25"/>
                </a:lnTo>
                <a:lnTo>
                  <a:pt x="35" y="26"/>
                </a:lnTo>
                <a:lnTo>
                  <a:pt x="34" y="27"/>
                </a:lnTo>
                <a:lnTo>
                  <a:pt x="33" y="28"/>
                </a:lnTo>
                <a:lnTo>
                  <a:pt x="33" y="29"/>
                </a:lnTo>
                <a:lnTo>
                  <a:pt x="32" y="29"/>
                </a:lnTo>
                <a:lnTo>
                  <a:pt x="32" y="28"/>
                </a:lnTo>
                <a:lnTo>
                  <a:pt x="31" y="28"/>
                </a:lnTo>
                <a:lnTo>
                  <a:pt x="31" y="29"/>
                </a:lnTo>
                <a:lnTo>
                  <a:pt x="30" y="29"/>
                </a:lnTo>
                <a:lnTo>
                  <a:pt x="30" y="30"/>
                </a:lnTo>
                <a:lnTo>
                  <a:pt x="28" y="29"/>
                </a:lnTo>
                <a:lnTo>
                  <a:pt x="28" y="28"/>
                </a:lnTo>
                <a:lnTo>
                  <a:pt x="29" y="28"/>
                </a:lnTo>
                <a:lnTo>
                  <a:pt x="29" y="27"/>
                </a:lnTo>
                <a:lnTo>
                  <a:pt x="28" y="27"/>
                </a:lnTo>
                <a:lnTo>
                  <a:pt x="27" y="27"/>
                </a:lnTo>
                <a:lnTo>
                  <a:pt x="27" y="26"/>
                </a:lnTo>
                <a:lnTo>
                  <a:pt x="28" y="26"/>
                </a:lnTo>
                <a:lnTo>
                  <a:pt x="28" y="25"/>
                </a:lnTo>
                <a:lnTo>
                  <a:pt x="28" y="24"/>
                </a:lnTo>
                <a:lnTo>
                  <a:pt x="27" y="24"/>
                </a:lnTo>
                <a:lnTo>
                  <a:pt x="26" y="24"/>
                </a:lnTo>
                <a:lnTo>
                  <a:pt x="24" y="25"/>
                </a:lnTo>
                <a:lnTo>
                  <a:pt x="23" y="25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0" y="26"/>
                </a:lnTo>
                <a:lnTo>
                  <a:pt x="20" y="27"/>
                </a:lnTo>
                <a:lnTo>
                  <a:pt x="18" y="27"/>
                </a:lnTo>
                <a:lnTo>
                  <a:pt x="18" y="28"/>
                </a:lnTo>
                <a:lnTo>
                  <a:pt x="17" y="28"/>
                </a:lnTo>
                <a:lnTo>
                  <a:pt x="16" y="28"/>
                </a:lnTo>
                <a:lnTo>
                  <a:pt x="15" y="29"/>
                </a:lnTo>
                <a:lnTo>
                  <a:pt x="15" y="30"/>
                </a:lnTo>
                <a:lnTo>
                  <a:pt x="16" y="30"/>
                </a:lnTo>
                <a:lnTo>
                  <a:pt x="17" y="29"/>
                </a:lnTo>
                <a:lnTo>
                  <a:pt x="17" y="30"/>
                </a:lnTo>
                <a:lnTo>
                  <a:pt x="18" y="30"/>
                </a:lnTo>
                <a:lnTo>
                  <a:pt x="18" y="31"/>
                </a:lnTo>
                <a:lnTo>
                  <a:pt x="17" y="31"/>
                </a:lnTo>
                <a:lnTo>
                  <a:pt x="16" y="32"/>
                </a:lnTo>
                <a:lnTo>
                  <a:pt x="16" y="31"/>
                </a:lnTo>
                <a:lnTo>
                  <a:pt x="15" y="31"/>
                </a:lnTo>
                <a:lnTo>
                  <a:pt x="15" y="32"/>
                </a:lnTo>
                <a:lnTo>
                  <a:pt x="14" y="32"/>
                </a:lnTo>
                <a:lnTo>
                  <a:pt x="13" y="32"/>
                </a:lnTo>
                <a:lnTo>
                  <a:pt x="13" y="31"/>
                </a:lnTo>
                <a:lnTo>
                  <a:pt x="12" y="31"/>
                </a:lnTo>
                <a:lnTo>
                  <a:pt x="12" y="30"/>
                </a:lnTo>
                <a:lnTo>
                  <a:pt x="11" y="30"/>
                </a:lnTo>
                <a:lnTo>
                  <a:pt x="12" y="29"/>
                </a:lnTo>
                <a:lnTo>
                  <a:pt x="11" y="29"/>
                </a:lnTo>
                <a:lnTo>
                  <a:pt x="10" y="29"/>
                </a:lnTo>
                <a:lnTo>
                  <a:pt x="9" y="30"/>
                </a:lnTo>
                <a:lnTo>
                  <a:pt x="8" y="31"/>
                </a:lnTo>
                <a:lnTo>
                  <a:pt x="8" y="32"/>
                </a:lnTo>
                <a:lnTo>
                  <a:pt x="7" y="32"/>
                </a:lnTo>
                <a:lnTo>
                  <a:pt x="6" y="33"/>
                </a:lnTo>
                <a:lnTo>
                  <a:pt x="6" y="34"/>
                </a:lnTo>
                <a:lnTo>
                  <a:pt x="5" y="34"/>
                </a:lnTo>
                <a:lnTo>
                  <a:pt x="5" y="33"/>
                </a:lnTo>
                <a:lnTo>
                  <a:pt x="4" y="33"/>
                </a:lnTo>
                <a:lnTo>
                  <a:pt x="4" y="34"/>
                </a:lnTo>
                <a:lnTo>
                  <a:pt x="3" y="34"/>
                </a:lnTo>
                <a:lnTo>
                  <a:pt x="3" y="36"/>
                </a:lnTo>
                <a:lnTo>
                  <a:pt x="2" y="36"/>
                </a:lnTo>
                <a:lnTo>
                  <a:pt x="2" y="34"/>
                </a:lnTo>
                <a:lnTo>
                  <a:pt x="2" y="33"/>
                </a:lnTo>
                <a:lnTo>
                  <a:pt x="2" y="34"/>
                </a:lnTo>
                <a:lnTo>
                  <a:pt x="2" y="33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0" y="30"/>
                </a:lnTo>
                <a:lnTo>
                  <a:pt x="0" y="29"/>
                </a:lnTo>
                <a:lnTo>
                  <a:pt x="0" y="28"/>
                </a:lnTo>
                <a:lnTo>
                  <a:pt x="1" y="28"/>
                </a:lnTo>
                <a:lnTo>
                  <a:pt x="1" y="27"/>
                </a:lnTo>
                <a:lnTo>
                  <a:pt x="2" y="28"/>
                </a:lnTo>
                <a:lnTo>
                  <a:pt x="2" y="27"/>
                </a:lnTo>
                <a:lnTo>
                  <a:pt x="2" y="26"/>
                </a:lnTo>
                <a:lnTo>
                  <a:pt x="3" y="25"/>
                </a:lnTo>
                <a:lnTo>
                  <a:pt x="4" y="25"/>
                </a:lnTo>
                <a:lnTo>
                  <a:pt x="4" y="24"/>
                </a:lnTo>
                <a:lnTo>
                  <a:pt x="4" y="23"/>
                </a:lnTo>
                <a:lnTo>
                  <a:pt x="2" y="24"/>
                </a:lnTo>
                <a:lnTo>
                  <a:pt x="2" y="23"/>
                </a:lnTo>
                <a:lnTo>
                  <a:pt x="3" y="22"/>
                </a:lnTo>
                <a:lnTo>
                  <a:pt x="4" y="22"/>
                </a:lnTo>
                <a:lnTo>
                  <a:pt x="5" y="22"/>
                </a:lnTo>
                <a:lnTo>
                  <a:pt x="5" y="21"/>
                </a:lnTo>
                <a:lnTo>
                  <a:pt x="6" y="20"/>
                </a:lnTo>
                <a:lnTo>
                  <a:pt x="8" y="20"/>
                </a:lnTo>
                <a:lnTo>
                  <a:pt x="9" y="20"/>
                </a:lnTo>
                <a:lnTo>
                  <a:pt x="9" y="19"/>
                </a:lnTo>
                <a:lnTo>
                  <a:pt x="8" y="19"/>
                </a:lnTo>
                <a:lnTo>
                  <a:pt x="8" y="18"/>
                </a:lnTo>
                <a:lnTo>
                  <a:pt x="9" y="18"/>
                </a:lnTo>
                <a:lnTo>
                  <a:pt x="9" y="17"/>
                </a:lnTo>
                <a:lnTo>
                  <a:pt x="9" y="16"/>
                </a:lnTo>
                <a:lnTo>
                  <a:pt x="10" y="16"/>
                </a:lnTo>
                <a:lnTo>
                  <a:pt x="10" y="15"/>
                </a:lnTo>
                <a:lnTo>
                  <a:pt x="11" y="15"/>
                </a:lnTo>
                <a:lnTo>
                  <a:pt x="13" y="15"/>
                </a:lnTo>
                <a:lnTo>
                  <a:pt x="14" y="15"/>
                </a:lnTo>
                <a:lnTo>
                  <a:pt x="15" y="15"/>
                </a:lnTo>
                <a:lnTo>
                  <a:pt x="16" y="16"/>
                </a:lnTo>
                <a:lnTo>
                  <a:pt x="16" y="17"/>
                </a:lnTo>
                <a:lnTo>
                  <a:pt x="17" y="17"/>
                </a:lnTo>
                <a:lnTo>
                  <a:pt x="17" y="16"/>
                </a:lnTo>
                <a:lnTo>
                  <a:pt x="17" y="15"/>
                </a:lnTo>
                <a:lnTo>
                  <a:pt x="18" y="14"/>
                </a:lnTo>
                <a:lnTo>
                  <a:pt x="19" y="13"/>
                </a:lnTo>
                <a:lnTo>
                  <a:pt x="20" y="13"/>
                </a:lnTo>
                <a:lnTo>
                  <a:pt x="21" y="13"/>
                </a:lnTo>
                <a:lnTo>
                  <a:pt x="22" y="13"/>
                </a:lnTo>
                <a:lnTo>
                  <a:pt x="23" y="12"/>
                </a:lnTo>
                <a:lnTo>
                  <a:pt x="24" y="12"/>
                </a:lnTo>
                <a:lnTo>
                  <a:pt x="26" y="11"/>
                </a:lnTo>
                <a:lnTo>
                  <a:pt x="27" y="10"/>
                </a:lnTo>
                <a:lnTo>
                  <a:pt x="28" y="10"/>
                </a:lnTo>
                <a:lnTo>
                  <a:pt x="29" y="9"/>
                </a:lnTo>
                <a:lnTo>
                  <a:pt x="30" y="8"/>
                </a:lnTo>
                <a:lnTo>
                  <a:pt x="30" y="7"/>
                </a:lnTo>
                <a:lnTo>
                  <a:pt x="32" y="6"/>
                </a:lnTo>
                <a:lnTo>
                  <a:pt x="33" y="6"/>
                </a:lnTo>
                <a:lnTo>
                  <a:pt x="33" y="5"/>
                </a:lnTo>
                <a:lnTo>
                  <a:pt x="34" y="5"/>
                </a:lnTo>
                <a:lnTo>
                  <a:pt x="34" y="6"/>
                </a:lnTo>
                <a:lnTo>
                  <a:pt x="35" y="6"/>
                </a:lnTo>
                <a:lnTo>
                  <a:pt x="35" y="5"/>
                </a:lnTo>
                <a:lnTo>
                  <a:pt x="35" y="4"/>
                </a:lnTo>
                <a:lnTo>
                  <a:pt x="36" y="4"/>
                </a:lnTo>
                <a:lnTo>
                  <a:pt x="37" y="3"/>
                </a:lnTo>
                <a:lnTo>
                  <a:pt x="38" y="3"/>
                </a:lnTo>
                <a:lnTo>
                  <a:pt x="38" y="2"/>
                </a:lnTo>
                <a:lnTo>
                  <a:pt x="38" y="0"/>
                </a:lnTo>
                <a:lnTo>
                  <a:pt x="38" y="2"/>
                </a:lnTo>
                <a:lnTo>
                  <a:pt x="39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" name=""/>
          <p:cNvSpPr/>
          <p:nvPr/>
        </p:nvSpPr>
        <p:spPr>
          <a:xfrm>
            <a:off x="4883040" y="26118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" name=""/>
          <p:cNvSpPr/>
          <p:nvPr/>
        </p:nvSpPr>
        <p:spPr>
          <a:xfrm>
            <a:off x="4873320" y="2610000"/>
            <a:ext cx="5040" cy="3240"/>
          </a:xfrm>
          <a:custGeom>
            <a:avLst/>
            <a:gdLst/>
            <a:ahLst/>
            <a:rect l="0" t="0" r="r" b="b"/>
            <a:pathLst>
              <a:path w="14" h="9">
                <a:moveTo>
                  <a:pt x="11" y="0"/>
                </a:move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1" y="2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4" y="2"/>
                </a:lnTo>
                <a:lnTo>
                  <a:pt x="13" y="3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10" y="6"/>
                </a:lnTo>
                <a:lnTo>
                  <a:pt x="9" y="7"/>
                </a:lnTo>
                <a:lnTo>
                  <a:pt x="10" y="7"/>
                </a:lnTo>
                <a:lnTo>
                  <a:pt x="9" y="7"/>
                </a:lnTo>
                <a:lnTo>
                  <a:pt x="9" y="9"/>
                </a:lnTo>
                <a:lnTo>
                  <a:pt x="5" y="7"/>
                </a:lnTo>
                <a:lnTo>
                  <a:pt x="4" y="7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8" y="0"/>
                </a:lnTo>
                <a:lnTo>
                  <a:pt x="9" y="0"/>
                </a:lnTo>
                <a:lnTo>
                  <a:pt x="9" y="2"/>
                </a:lnTo>
                <a:lnTo>
                  <a:pt x="10" y="0"/>
                </a:lnTo>
                <a:lnTo>
                  <a:pt x="1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" name=""/>
          <p:cNvSpPr/>
          <p:nvPr/>
        </p:nvSpPr>
        <p:spPr>
          <a:xfrm>
            <a:off x="4885560" y="260604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7" y="2"/>
                </a:moveTo>
                <a:lnTo>
                  <a:pt x="8" y="4"/>
                </a:lnTo>
                <a:lnTo>
                  <a:pt x="8" y="5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7" y="8"/>
                </a:lnTo>
                <a:lnTo>
                  <a:pt x="5" y="8"/>
                </a:lnTo>
                <a:lnTo>
                  <a:pt x="4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1" y="4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" name=""/>
          <p:cNvSpPr/>
          <p:nvPr/>
        </p:nvSpPr>
        <p:spPr>
          <a:xfrm>
            <a:off x="4884120" y="2606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" name=""/>
          <p:cNvSpPr/>
          <p:nvPr/>
        </p:nvSpPr>
        <p:spPr>
          <a:xfrm>
            <a:off x="4871880" y="2606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" name=""/>
          <p:cNvSpPr/>
          <p:nvPr/>
        </p:nvSpPr>
        <p:spPr>
          <a:xfrm>
            <a:off x="4873320" y="2591280"/>
            <a:ext cx="34560" cy="21600"/>
          </a:xfrm>
          <a:custGeom>
            <a:avLst/>
            <a:gdLst/>
            <a:ahLst/>
            <a:rect l="0" t="0" r="r" b="b"/>
            <a:pathLst>
              <a:path w="96" h="60">
                <a:moveTo>
                  <a:pt x="50" y="1"/>
                </a:moveTo>
                <a:lnTo>
                  <a:pt x="52" y="1"/>
                </a:lnTo>
                <a:lnTo>
                  <a:pt x="53" y="1"/>
                </a:lnTo>
                <a:lnTo>
                  <a:pt x="54" y="1"/>
                </a:lnTo>
                <a:lnTo>
                  <a:pt x="55" y="1"/>
                </a:lnTo>
                <a:lnTo>
                  <a:pt x="58" y="0"/>
                </a:lnTo>
                <a:lnTo>
                  <a:pt x="58" y="1"/>
                </a:lnTo>
                <a:lnTo>
                  <a:pt x="59" y="2"/>
                </a:lnTo>
                <a:lnTo>
                  <a:pt x="60" y="2"/>
                </a:lnTo>
                <a:lnTo>
                  <a:pt x="60" y="3"/>
                </a:lnTo>
                <a:lnTo>
                  <a:pt x="59" y="3"/>
                </a:lnTo>
                <a:lnTo>
                  <a:pt x="58" y="3"/>
                </a:lnTo>
                <a:lnTo>
                  <a:pt x="57" y="5"/>
                </a:lnTo>
                <a:lnTo>
                  <a:pt x="57" y="6"/>
                </a:lnTo>
                <a:lnTo>
                  <a:pt x="57" y="7"/>
                </a:lnTo>
                <a:lnTo>
                  <a:pt x="58" y="7"/>
                </a:lnTo>
                <a:lnTo>
                  <a:pt x="61" y="5"/>
                </a:lnTo>
                <a:lnTo>
                  <a:pt x="62" y="5"/>
                </a:lnTo>
                <a:lnTo>
                  <a:pt x="62" y="4"/>
                </a:lnTo>
                <a:lnTo>
                  <a:pt x="62" y="3"/>
                </a:lnTo>
                <a:lnTo>
                  <a:pt x="63" y="2"/>
                </a:lnTo>
                <a:lnTo>
                  <a:pt x="63" y="1"/>
                </a:lnTo>
                <a:lnTo>
                  <a:pt x="65" y="1"/>
                </a:lnTo>
                <a:lnTo>
                  <a:pt x="66" y="1"/>
                </a:lnTo>
                <a:lnTo>
                  <a:pt x="67" y="3"/>
                </a:lnTo>
                <a:lnTo>
                  <a:pt x="68" y="4"/>
                </a:lnTo>
                <a:lnTo>
                  <a:pt x="67" y="4"/>
                </a:lnTo>
                <a:lnTo>
                  <a:pt x="67" y="5"/>
                </a:lnTo>
                <a:lnTo>
                  <a:pt x="67" y="6"/>
                </a:lnTo>
                <a:lnTo>
                  <a:pt x="68" y="6"/>
                </a:lnTo>
                <a:lnTo>
                  <a:pt x="69" y="5"/>
                </a:lnTo>
                <a:lnTo>
                  <a:pt x="70" y="5"/>
                </a:lnTo>
                <a:lnTo>
                  <a:pt x="71" y="5"/>
                </a:lnTo>
                <a:lnTo>
                  <a:pt x="71" y="6"/>
                </a:lnTo>
                <a:lnTo>
                  <a:pt x="70" y="7"/>
                </a:lnTo>
                <a:lnTo>
                  <a:pt x="69" y="8"/>
                </a:lnTo>
                <a:lnTo>
                  <a:pt x="70" y="9"/>
                </a:lnTo>
                <a:lnTo>
                  <a:pt x="71" y="9"/>
                </a:lnTo>
                <a:lnTo>
                  <a:pt x="71" y="8"/>
                </a:lnTo>
                <a:lnTo>
                  <a:pt x="72" y="8"/>
                </a:lnTo>
                <a:lnTo>
                  <a:pt x="73" y="9"/>
                </a:lnTo>
                <a:lnTo>
                  <a:pt x="74" y="9"/>
                </a:lnTo>
                <a:lnTo>
                  <a:pt x="75" y="10"/>
                </a:lnTo>
                <a:lnTo>
                  <a:pt x="76" y="10"/>
                </a:lnTo>
                <a:lnTo>
                  <a:pt x="77" y="9"/>
                </a:lnTo>
                <a:lnTo>
                  <a:pt x="78" y="9"/>
                </a:lnTo>
                <a:lnTo>
                  <a:pt x="79" y="9"/>
                </a:lnTo>
                <a:lnTo>
                  <a:pt x="80" y="8"/>
                </a:lnTo>
                <a:lnTo>
                  <a:pt x="81" y="8"/>
                </a:lnTo>
                <a:lnTo>
                  <a:pt x="81" y="7"/>
                </a:lnTo>
                <a:lnTo>
                  <a:pt x="81" y="8"/>
                </a:lnTo>
                <a:lnTo>
                  <a:pt x="81" y="9"/>
                </a:lnTo>
                <a:lnTo>
                  <a:pt x="80" y="9"/>
                </a:lnTo>
                <a:lnTo>
                  <a:pt x="80" y="10"/>
                </a:lnTo>
                <a:lnTo>
                  <a:pt x="79" y="10"/>
                </a:lnTo>
                <a:lnTo>
                  <a:pt x="79" y="11"/>
                </a:lnTo>
                <a:lnTo>
                  <a:pt x="78" y="12"/>
                </a:lnTo>
                <a:lnTo>
                  <a:pt x="77" y="12"/>
                </a:lnTo>
                <a:lnTo>
                  <a:pt x="76" y="13"/>
                </a:lnTo>
                <a:lnTo>
                  <a:pt x="76" y="14"/>
                </a:lnTo>
                <a:lnTo>
                  <a:pt x="74" y="15"/>
                </a:lnTo>
                <a:lnTo>
                  <a:pt x="70" y="18"/>
                </a:lnTo>
                <a:lnTo>
                  <a:pt x="69" y="18"/>
                </a:lnTo>
                <a:lnTo>
                  <a:pt x="68" y="19"/>
                </a:lnTo>
                <a:lnTo>
                  <a:pt x="68" y="20"/>
                </a:lnTo>
                <a:lnTo>
                  <a:pt x="67" y="20"/>
                </a:lnTo>
                <a:lnTo>
                  <a:pt x="66" y="20"/>
                </a:lnTo>
                <a:lnTo>
                  <a:pt x="65" y="20"/>
                </a:lnTo>
                <a:lnTo>
                  <a:pt x="63" y="18"/>
                </a:lnTo>
                <a:lnTo>
                  <a:pt x="62" y="17"/>
                </a:lnTo>
                <a:lnTo>
                  <a:pt x="59" y="17"/>
                </a:lnTo>
                <a:lnTo>
                  <a:pt x="58" y="18"/>
                </a:lnTo>
                <a:lnTo>
                  <a:pt x="58" y="19"/>
                </a:lnTo>
                <a:lnTo>
                  <a:pt x="57" y="20"/>
                </a:lnTo>
                <a:lnTo>
                  <a:pt x="56" y="21"/>
                </a:lnTo>
                <a:lnTo>
                  <a:pt x="56" y="22"/>
                </a:lnTo>
                <a:lnTo>
                  <a:pt x="55" y="22"/>
                </a:lnTo>
                <a:lnTo>
                  <a:pt x="54" y="22"/>
                </a:lnTo>
                <a:lnTo>
                  <a:pt x="53" y="22"/>
                </a:lnTo>
                <a:lnTo>
                  <a:pt x="52" y="23"/>
                </a:lnTo>
                <a:lnTo>
                  <a:pt x="53" y="23"/>
                </a:lnTo>
                <a:lnTo>
                  <a:pt x="53" y="25"/>
                </a:lnTo>
                <a:lnTo>
                  <a:pt x="54" y="25"/>
                </a:lnTo>
                <a:lnTo>
                  <a:pt x="55" y="25"/>
                </a:lnTo>
                <a:lnTo>
                  <a:pt x="56" y="25"/>
                </a:lnTo>
                <a:lnTo>
                  <a:pt x="57" y="26"/>
                </a:lnTo>
                <a:lnTo>
                  <a:pt x="59" y="27"/>
                </a:lnTo>
                <a:lnTo>
                  <a:pt x="60" y="27"/>
                </a:lnTo>
                <a:lnTo>
                  <a:pt x="60" y="28"/>
                </a:lnTo>
                <a:lnTo>
                  <a:pt x="60" y="29"/>
                </a:lnTo>
                <a:lnTo>
                  <a:pt x="60" y="30"/>
                </a:lnTo>
                <a:lnTo>
                  <a:pt x="60" y="31"/>
                </a:lnTo>
                <a:lnTo>
                  <a:pt x="61" y="31"/>
                </a:lnTo>
                <a:lnTo>
                  <a:pt x="61" y="30"/>
                </a:lnTo>
                <a:lnTo>
                  <a:pt x="62" y="29"/>
                </a:lnTo>
                <a:lnTo>
                  <a:pt x="62" y="28"/>
                </a:lnTo>
                <a:lnTo>
                  <a:pt x="62" y="27"/>
                </a:lnTo>
                <a:lnTo>
                  <a:pt x="64" y="25"/>
                </a:lnTo>
                <a:lnTo>
                  <a:pt x="65" y="25"/>
                </a:lnTo>
                <a:lnTo>
                  <a:pt x="66" y="25"/>
                </a:lnTo>
                <a:lnTo>
                  <a:pt x="70" y="25"/>
                </a:lnTo>
                <a:lnTo>
                  <a:pt x="70" y="26"/>
                </a:lnTo>
                <a:lnTo>
                  <a:pt x="71" y="26"/>
                </a:lnTo>
                <a:lnTo>
                  <a:pt x="71" y="27"/>
                </a:lnTo>
                <a:lnTo>
                  <a:pt x="71" y="28"/>
                </a:lnTo>
                <a:lnTo>
                  <a:pt x="72" y="28"/>
                </a:lnTo>
                <a:lnTo>
                  <a:pt x="72" y="27"/>
                </a:lnTo>
                <a:lnTo>
                  <a:pt x="73" y="27"/>
                </a:lnTo>
                <a:lnTo>
                  <a:pt x="73" y="26"/>
                </a:lnTo>
                <a:lnTo>
                  <a:pt x="73" y="25"/>
                </a:lnTo>
                <a:lnTo>
                  <a:pt x="72" y="23"/>
                </a:lnTo>
                <a:lnTo>
                  <a:pt x="72" y="22"/>
                </a:lnTo>
                <a:lnTo>
                  <a:pt x="72" y="21"/>
                </a:lnTo>
                <a:lnTo>
                  <a:pt x="72" y="20"/>
                </a:lnTo>
                <a:lnTo>
                  <a:pt x="73" y="20"/>
                </a:lnTo>
                <a:lnTo>
                  <a:pt x="74" y="19"/>
                </a:lnTo>
                <a:lnTo>
                  <a:pt x="75" y="19"/>
                </a:lnTo>
                <a:lnTo>
                  <a:pt x="76" y="20"/>
                </a:lnTo>
                <a:lnTo>
                  <a:pt x="76" y="19"/>
                </a:lnTo>
                <a:lnTo>
                  <a:pt x="76" y="18"/>
                </a:lnTo>
                <a:lnTo>
                  <a:pt x="76" y="17"/>
                </a:lnTo>
                <a:lnTo>
                  <a:pt x="77" y="16"/>
                </a:lnTo>
                <a:lnTo>
                  <a:pt x="78" y="15"/>
                </a:lnTo>
                <a:lnTo>
                  <a:pt x="79" y="14"/>
                </a:lnTo>
                <a:lnTo>
                  <a:pt x="80" y="15"/>
                </a:lnTo>
                <a:lnTo>
                  <a:pt x="79" y="15"/>
                </a:lnTo>
                <a:lnTo>
                  <a:pt x="80" y="15"/>
                </a:lnTo>
                <a:lnTo>
                  <a:pt x="80" y="16"/>
                </a:lnTo>
                <a:lnTo>
                  <a:pt x="81" y="16"/>
                </a:lnTo>
                <a:lnTo>
                  <a:pt x="80" y="17"/>
                </a:lnTo>
                <a:lnTo>
                  <a:pt x="80" y="18"/>
                </a:lnTo>
                <a:lnTo>
                  <a:pt x="81" y="18"/>
                </a:lnTo>
                <a:lnTo>
                  <a:pt x="82" y="17"/>
                </a:lnTo>
                <a:lnTo>
                  <a:pt x="83" y="16"/>
                </a:lnTo>
                <a:lnTo>
                  <a:pt x="83" y="15"/>
                </a:lnTo>
                <a:lnTo>
                  <a:pt x="82" y="15"/>
                </a:lnTo>
                <a:lnTo>
                  <a:pt x="83" y="14"/>
                </a:lnTo>
                <a:lnTo>
                  <a:pt x="84" y="15"/>
                </a:lnTo>
                <a:lnTo>
                  <a:pt x="83" y="15"/>
                </a:lnTo>
                <a:lnTo>
                  <a:pt x="84" y="16"/>
                </a:lnTo>
                <a:lnTo>
                  <a:pt x="84" y="17"/>
                </a:lnTo>
                <a:lnTo>
                  <a:pt x="83" y="17"/>
                </a:lnTo>
                <a:lnTo>
                  <a:pt x="83" y="18"/>
                </a:lnTo>
                <a:lnTo>
                  <a:pt x="83" y="19"/>
                </a:lnTo>
                <a:lnTo>
                  <a:pt x="83" y="20"/>
                </a:lnTo>
                <a:lnTo>
                  <a:pt x="84" y="20"/>
                </a:lnTo>
                <a:lnTo>
                  <a:pt x="84" y="21"/>
                </a:lnTo>
                <a:lnTo>
                  <a:pt x="83" y="21"/>
                </a:lnTo>
                <a:lnTo>
                  <a:pt x="83" y="22"/>
                </a:lnTo>
                <a:lnTo>
                  <a:pt x="83" y="21"/>
                </a:lnTo>
                <a:lnTo>
                  <a:pt x="82" y="21"/>
                </a:lnTo>
                <a:lnTo>
                  <a:pt x="82" y="22"/>
                </a:lnTo>
                <a:lnTo>
                  <a:pt x="83" y="22"/>
                </a:lnTo>
                <a:lnTo>
                  <a:pt x="83" y="23"/>
                </a:lnTo>
                <a:lnTo>
                  <a:pt x="83" y="25"/>
                </a:lnTo>
                <a:lnTo>
                  <a:pt x="82" y="25"/>
                </a:lnTo>
                <a:lnTo>
                  <a:pt x="83" y="25"/>
                </a:lnTo>
                <a:lnTo>
                  <a:pt x="84" y="23"/>
                </a:lnTo>
                <a:lnTo>
                  <a:pt x="84" y="22"/>
                </a:lnTo>
                <a:lnTo>
                  <a:pt x="85" y="22"/>
                </a:lnTo>
                <a:lnTo>
                  <a:pt x="86" y="25"/>
                </a:lnTo>
                <a:lnTo>
                  <a:pt x="85" y="25"/>
                </a:lnTo>
                <a:lnTo>
                  <a:pt x="85" y="26"/>
                </a:lnTo>
                <a:lnTo>
                  <a:pt x="86" y="26"/>
                </a:lnTo>
                <a:lnTo>
                  <a:pt x="87" y="26"/>
                </a:lnTo>
                <a:lnTo>
                  <a:pt x="87" y="25"/>
                </a:lnTo>
                <a:lnTo>
                  <a:pt x="86" y="25"/>
                </a:lnTo>
                <a:lnTo>
                  <a:pt x="86" y="23"/>
                </a:lnTo>
                <a:lnTo>
                  <a:pt x="86" y="20"/>
                </a:lnTo>
                <a:lnTo>
                  <a:pt x="86" y="19"/>
                </a:lnTo>
                <a:lnTo>
                  <a:pt x="87" y="19"/>
                </a:lnTo>
                <a:lnTo>
                  <a:pt x="87" y="18"/>
                </a:lnTo>
                <a:lnTo>
                  <a:pt x="87" y="17"/>
                </a:lnTo>
                <a:lnTo>
                  <a:pt x="88" y="17"/>
                </a:lnTo>
                <a:lnTo>
                  <a:pt x="89" y="18"/>
                </a:lnTo>
                <a:lnTo>
                  <a:pt x="89" y="19"/>
                </a:lnTo>
                <a:lnTo>
                  <a:pt x="88" y="20"/>
                </a:lnTo>
                <a:lnTo>
                  <a:pt x="89" y="21"/>
                </a:lnTo>
                <a:lnTo>
                  <a:pt x="90" y="22"/>
                </a:lnTo>
                <a:lnTo>
                  <a:pt x="91" y="22"/>
                </a:lnTo>
                <a:lnTo>
                  <a:pt x="92" y="21"/>
                </a:lnTo>
                <a:lnTo>
                  <a:pt x="93" y="21"/>
                </a:lnTo>
                <a:lnTo>
                  <a:pt x="94" y="21"/>
                </a:lnTo>
                <a:lnTo>
                  <a:pt x="95" y="21"/>
                </a:lnTo>
                <a:lnTo>
                  <a:pt x="95" y="22"/>
                </a:lnTo>
                <a:lnTo>
                  <a:pt x="94" y="23"/>
                </a:lnTo>
                <a:lnTo>
                  <a:pt x="95" y="25"/>
                </a:lnTo>
                <a:lnTo>
                  <a:pt x="96" y="26"/>
                </a:lnTo>
                <a:lnTo>
                  <a:pt x="96" y="27"/>
                </a:lnTo>
                <a:lnTo>
                  <a:pt x="95" y="27"/>
                </a:lnTo>
                <a:lnTo>
                  <a:pt x="94" y="27"/>
                </a:lnTo>
                <a:lnTo>
                  <a:pt x="94" y="26"/>
                </a:lnTo>
                <a:lnTo>
                  <a:pt x="92" y="26"/>
                </a:lnTo>
                <a:lnTo>
                  <a:pt x="91" y="28"/>
                </a:lnTo>
                <a:lnTo>
                  <a:pt x="91" y="29"/>
                </a:lnTo>
                <a:lnTo>
                  <a:pt x="91" y="30"/>
                </a:lnTo>
                <a:lnTo>
                  <a:pt x="92" y="31"/>
                </a:lnTo>
                <a:lnTo>
                  <a:pt x="93" y="32"/>
                </a:lnTo>
                <a:lnTo>
                  <a:pt x="94" y="32"/>
                </a:lnTo>
                <a:lnTo>
                  <a:pt x="94" y="33"/>
                </a:lnTo>
                <a:lnTo>
                  <a:pt x="94" y="34"/>
                </a:lnTo>
                <a:lnTo>
                  <a:pt x="94" y="36"/>
                </a:lnTo>
                <a:lnTo>
                  <a:pt x="95" y="36"/>
                </a:lnTo>
                <a:lnTo>
                  <a:pt x="94" y="37"/>
                </a:lnTo>
                <a:lnTo>
                  <a:pt x="93" y="36"/>
                </a:lnTo>
                <a:lnTo>
                  <a:pt x="93" y="35"/>
                </a:lnTo>
                <a:lnTo>
                  <a:pt x="92" y="35"/>
                </a:lnTo>
                <a:lnTo>
                  <a:pt x="91" y="36"/>
                </a:lnTo>
                <a:lnTo>
                  <a:pt x="92" y="36"/>
                </a:lnTo>
                <a:lnTo>
                  <a:pt x="93" y="37"/>
                </a:lnTo>
                <a:lnTo>
                  <a:pt x="92" y="37"/>
                </a:lnTo>
                <a:lnTo>
                  <a:pt x="91" y="39"/>
                </a:lnTo>
                <a:lnTo>
                  <a:pt x="90" y="39"/>
                </a:lnTo>
                <a:lnTo>
                  <a:pt x="89" y="40"/>
                </a:lnTo>
                <a:lnTo>
                  <a:pt x="89" y="42"/>
                </a:lnTo>
                <a:lnTo>
                  <a:pt x="89" y="43"/>
                </a:lnTo>
                <a:lnTo>
                  <a:pt x="88" y="43"/>
                </a:lnTo>
                <a:lnTo>
                  <a:pt x="87" y="40"/>
                </a:lnTo>
                <a:lnTo>
                  <a:pt x="86" y="41"/>
                </a:lnTo>
                <a:lnTo>
                  <a:pt x="85" y="41"/>
                </a:lnTo>
                <a:lnTo>
                  <a:pt x="85" y="40"/>
                </a:lnTo>
                <a:lnTo>
                  <a:pt x="84" y="39"/>
                </a:lnTo>
                <a:lnTo>
                  <a:pt x="83" y="38"/>
                </a:lnTo>
                <a:lnTo>
                  <a:pt x="83" y="37"/>
                </a:lnTo>
                <a:lnTo>
                  <a:pt x="84" y="37"/>
                </a:lnTo>
                <a:lnTo>
                  <a:pt x="84" y="36"/>
                </a:lnTo>
                <a:lnTo>
                  <a:pt x="83" y="36"/>
                </a:lnTo>
                <a:lnTo>
                  <a:pt x="83" y="35"/>
                </a:lnTo>
                <a:lnTo>
                  <a:pt x="80" y="35"/>
                </a:lnTo>
                <a:lnTo>
                  <a:pt x="79" y="34"/>
                </a:lnTo>
                <a:lnTo>
                  <a:pt x="76" y="33"/>
                </a:lnTo>
                <a:lnTo>
                  <a:pt x="74" y="33"/>
                </a:lnTo>
                <a:lnTo>
                  <a:pt x="73" y="33"/>
                </a:lnTo>
                <a:lnTo>
                  <a:pt x="72" y="33"/>
                </a:lnTo>
                <a:lnTo>
                  <a:pt x="72" y="34"/>
                </a:lnTo>
                <a:lnTo>
                  <a:pt x="72" y="37"/>
                </a:lnTo>
                <a:lnTo>
                  <a:pt x="72" y="38"/>
                </a:lnTo>
                <a:lnTo>
                  <a:pt x="72" y="39"/>
                </a:lnTo>
                <a:lnTo>
                  <a:pt x="73" y="40"/>
                </a:lnTo>
                <a:lnTo>
                  <a:pt x="73" y="41"/>
                </a:lnTo>
                <a:lnTo>
                  <a:pt x="73" y="42"/>
                </a:lnTo>
                <a:lnTo>
                  <a:pt x="72" y="41"/>
                </a:lnTo>
                <a:lnTo>
                  <a:pt x="71" y="41"/>
                </a:lnTo>
                <a:lnTo>
                  <a:pt x="71" y="40"/>
                </a:lnTo>
                <a:lnTo>
                  <a:pt x="71" y="39"/>
                </a:lnTo>
                <a:lnTo>
                  <a:pt x="72" y="39"/>
                </a:lnTo>
                <a:lnTo>
                  <a:pt x="71" y="39"/>
                </a:lnTo>
                <a:lnTo>
                  <a:pt x="71" y="38"/>
                </a:lnTo>
                <a:lnTo>
                  <a:pt x="70" y="38"/>
                </a:lnTo>
                <a:lnTo>
                  <a:pt x="70" y="39"/>
                </a:lnTo>
                <a:lnTo>
                  <a:pt x="69" y="41"/>
                </a:lnTo>
                <a:lnTo>
                  <a:pt x="68" y="41"/>
                </a:lnTo>
                <a:lnTo>
                  <a:pt x="68" y="42"/>
                </a:lnTo>
                <a:lnTo>
                  <a:pt x="69" y="41"/>
                </a:lnTo>
                <a:lnTo>
                  <a:pt x="70" y="41"/>
                </a:lnTo>
                <a:lnTo>
                  <a:pt x="71" y="42"/>
                </a:lnTo>
                <a:lnTo>
                  <a:pt x="72" y="42"/>
                </a:lnTo>
                <a:lnTo>
                  <a:pt x="71" y="42"/>
                </a:lnTo>
                <a:lnTo>
                  <a:pt x="71" y="43"/>
                </a:lnTo>
                <a:lnTo>
                  <a:pt x="71" y="44"/>
                </a:lnTo>
                <a:lnTo>
                  <a:pt x="73" y="47"/>
                </a:lnTo>
                <a:lnTo>
                  <a:pt x="74" y="48"/>
                </a:lnTo>
                <a:lnTo>
                  <a:pt x="77" y="49"/>
                </a:lnTo>
                <a:lnTo>
                  <a:pt x="78" y="49"/>
                </a:lnTo>
                <a:lnTo>
                  <a:pt x="79" y="49"/>
                </a:lnTo>
                <a:lnTo>
                  <a:pt x="80" y="51"/>
                </a:lnTo>
                <a:lnTo>
                  <a:pt x="81" y="51"/>
                </a:lnTo>
                <a:lnTo>
                  <a:pt x="81" y="52"/>
                </a:lnTo>
                <a:lnTo>
                  <a:pt x="81" y="53"/>
                </a:lnTo>
                <a:lnTo>
                  <a:pt x="80" y="53"/>
                </a:lnTo>
                <a:lnTo>
                  <a:pt x="79" y="54"/>
                </a:lnTo>
                <a:lnTo>
                  <a:pt x="78" y="54"/>
                </a:lnTo>
                <a:lnTo>
                  <a:pt x="78" y="53"/>
                </a:lnTo>
                <a:lnTo>
                  <a:pt x="77" y="53"/>
                </a:lnTo>
                <a:lnTo>
                  <a:pt x="76" y="54"/>
                </a:lnTo>
                <a:lnTo>
                  <a:pt x="76" y="55"/>
                </a:lnTo>
                <a:lnTo>
                  <a:pt x="77" y="56"/>
                </a:lnTo>
                <a:lnTo>
                  <a:pt x="78" y="56"/>
                </a:lnTo>
                <a:lnTo>
                  <a:pt x="79" y="56"/>
                </a:lnTo>
                <a:lnTo>
                  <a:pt x="79" y="58"/>
                </a:lnTo>
                <a:lnTo>
                  <a:pt x="80" y="58"/>
                </a:lnTo>
                <a:lnTo>
                  <a:pt x="80" y="57"/>
                </a:lnTo>
                <a:lnTo>
                  <a:pt x="80" y="58"/>
                </a:lnTo>
                <a:lnTo>
                  <a:pt x="80" y="59"/>
                </a:lnTo>
                <a:lnTo>
                  <a:pt x="79" y="59"/>
                </a:lnTo>
                <a:lnTo>
                  <a:pt x="78" y="58"/>
                </a:lnTo>
                <a:lnTo>
                  <a:pt x="77" y="58"/>
                </a:lnTo>
                <a:lnTo>
                  <a:pt x="76" y="57"/>
                </a:lnTo>
                <a:lnTo>
                  <a:pt x="76" y="58"/>
                </a:lnTo>
                <a:lnTo>
                  <a:pt x="75" y="59"/>
                </a:lnTo>
                <a:lnTo>
                  <a:pt x="74" y="60"/>
                </a:lnTo>
                <a:lnTo>
                  <a:pt x="73" y="58"/>
                </a:lnTo>
                <a:lnTo>
                  <a:pt x="72" y="57"/>
                </a:lnTo>
                <a:lnTo>
                  <a:pt x="72" y="56"/>
                </a:lnTo>
                <a:lnTo>
                  <a:pt x="73" y="55"/>
                </a:lnTo>
                <a:lnTo>
                  <a:pt x="73" y="54"/>
                </a:lnTo>
                <a:lnTo>
                  <a:pt x="72" y="54"/>
                </a:lnTo>
                <a:lnTo>
                  <a:pt x="72" y="53"/>
                </a:lnTo>
                <a:lnTo>
                  <a:pt x="71" y="52"/>
                </a:lnTo>
                <a:lnTo>
                  <a:pt x="70" y="52"/>
                </a:lnTo>
                <a:lnTo>
                  <a:pt x="69" y="54"/>
                </a:lnTo>
                <a:lnTo>
                  <a:pt x="68" y="55"/>
                </a:lnTo>
                <a:lnTo>
                  <a:pt x="67" y="55"/>
                </a:lnTo>
                <a:lnTo>
                  <a:pt x="65" y="53"/>
                </a:lnTo>
                <a:lnTo>
                  <a:pt x="64" y="52"/>
                </a:lnTo>
                <a:lnTo>
                  <a:pt x="63" y="52"/>
                </a:lnTo>
                <a:lnTo>
                  <a:pt x="62" y="52"/>
                </a:lnTo>
                <a:lnTo>
                  <a:pt x="58" y="49"/>
                </a:lnTo>
                <a:lnTo>
                  <a:pt x="58" y="50"/>
                </a:lnTo>
                <a:lnTo>
                  <a:pt x="58" y="51"/>
                </a:lnTo>
                <a:lnTo>
                  <a:pt x="58" y="52"/>
                </a:lnTo>
                <a:lnTo>
                  <a:pt x="58" y="53"/>
                </a:lnTo>
                <a:lnTo>
                  <a:pt x="56" y="54"/>
                </a:lnTo>
                <a:lnTo>
                  <a:pt x="56" y="55"/>
                </a:lnTo>
                <a:lnTo>
                  <a:pt x="55" y="55"/>
                </a:lnTo>
                <a:lnTo>
                  <a:pt x="54" y="55"/>
                </a:lnTo>
                <a:lnTo>
                  <a:pt x="53" y="55"/>
                </a:lnTo>
                <a:lnTo>
                  <a:pt x="52" y="55"/>
                </a:lnTo>
                <a:lnTo>
                  <a:pt x="51" y="54"/>
                </a:lnTo>
                <a:lnTo>
                  <a:pt x="51" y="53"/>
                </a:lnTo>
                <a:lnTo>
                  <a:pt x="52" y="53"/>
                </a:lnTo>
                <a:lnTo>
                  <a:pt x="52" y="51"/>
                </a:lnTo>
                <a:lnTo>
                  <a:pt x="51" y="51"/>
                </a:lnTo>
                <a:lnTo>
                  <a:pt x="49" y="51"/>
                </a:lnTo>
                <a:lnTo>
                  <a:pt x="47" y="51"/>
                </a:lnTo>
                <a:lnTo>
                  <a:pt x="46" y="51"/>
                </a:lnTo>
                <a:lnTo>
                  <a:pt x="44" y="50"/>
                </a:lnTo>
                <a:lnTo>
                  <a:pt x="45" y="49"/>
                </a:lnTo>
                <a:lnTo>
                  <a:pt x="44" y="47"/>
                </a:lnTo>
                <a:lnTo>
                  <a:pt x="43" y="45"/>
                </a:lnTo>
                <a:lnTo>
                  <a:pt x="43" y="44"/>
                </a:lnTo>
                <a:lnTo>
                  <a:pt x="42" y="43"/>
                </a:lnTo>
                <a:lnTo>
                  <a:pt x="42" y="42"/>
                </a:lnTo>
                <a:lnTo>
                  <a:pt x="41" y="41"/>
                </a:lnTo>
                <a:lnTo>
                  <a:pt x="40" y="41"/>
                </a:lnTo>
                <a:lnTo>
                  <a:pt x="39" y="41"/>
                </a:lnTo>
                <a:lnTo>
                  <a:pt x="37" y="42"/>
                </a:lnTo>
                <a:lnTo>
                  <a:pt x="36" y="42"/>
                </a:lnTo>
                <a:lnTo>
                  <a:pt x="36" y="41"/>
                </a:lnTo>
                <a:lnTo>
                  <a:pt x="35" y="41"/>
                </a:lnTo>
                <a:lnTo>
                  <a:pt x="34" y="42"/>
                </a:lnTo>
                <a:lnTo>
                  <a:pt x="34" y="43"/>
                </a:lnTo>
                <a:lnTo>
                  <a:pt x="33" y="43"/>
                </a:lnTo>
                <a:lnTo>
                  <a:pt x="32" y="43"/>
                </a:lnTo>
                <a:lnTo>
                  <a:pt x="32" y="42"/>
                </a:lnTo>
                <a:lnTo>
                  <a:pt x="31" y="43"/>
                </a:lnTo>
                <a:lnTo>
                  <a:pt x="30" y="43"/>
                </a:lnTo>
                <a:lnTo>
                  <a:pt x="29" y="44"/>
                </a:lnTo>
                <a:lnTo>
                  <a:pt x="28" y="44"/>
                </a:lnTo>
                <a:lnTo>
                  <a:pt x="26" y="45"/>
                </a:lnTo>
                <a:lnTo>
                  <a:pt x="25" y="45"/>
                </a:lnTo>
                <a:lnTo>
                  <a:pt x="24" y="45"/>
                </a:lnTo>
                <a:lnTo>
                  <a:pt x="24" y="44"/>
                </a:lnTo>
                <a:lnTo>
                  <a:pt x="23" y="44"/>
                </a:lnTo>
                <a:lnTo>
                  <a:pt x="22" y="44"/>
                </a:lnTo>
                <a:lnTo>
                  <a:pt x="22" y="43"/>
                </a:lnTo>
                <a:lnTo>
                  <a:pt x="22" y="44"/>
                </a:lnTo>
                <a:lnTo>
                  <a:pt x="20" y="44"/>
                </a:lnTo>
                <a:lnTo>
                  <a:pt x="17" y="42"/>
                </a:lnTo>
                <a:lnTo>
                  <a:pt x="16" y="42"/>
                </a:lnTo>
                <a:lnTo>
                  <a:pt x="15" y="41"/>
                </a:lnTo>
                <a:lnTo>
                  <a:pt x="14" y="41"/>
                </a:lnTo>
                <a:lnTo>
                  <a:pt x="14" y="42"/>
                </a:lnTo>
                <a:lnTo>
                  <a:pt x="15" y="43"/>
                </a:lnTo>
                <a:lnTo>
                  <a:pt x="13" y="43"/>
                </a:lnTo>
                <a:lnTo>
                  <a:pt x="12" y="43"/>
                </a:lnTo>
                <a:lnTo>
                  <a:pt x="11" y="43"/>
                </a:lnTo>
                <a:lnTo>
                  <a:pt x="10" y="46"/>
                </a:lnTo>
                <a:lnTo>
                  <a:pt x="9" y="46"/>
                </a:lnTo>
                <a:lnTo>
                  <a:pt x="8" y="46"/>
                </a:lnTo>
                <a:lnTo>
                  <a:pt x="7" y="45"/>
                </a:lnTo>
                <a:lnTo>
                  <a:pt x="5" y="44"/>
                </a:lnTo>
                <a:lnTo>
                  <a:pt x="4" y="43"/>
                </a:lnTo>
                <a:lnTo>
                  <a:pt x="4" y="42"/>
                </a:lnTo>
                <a:lnTo>
                  <a:pt x="5" y="42"/>
                </a:lnTo>
                <a:lnTo>
                  <a:pt x="5" y="41"/>
                </a:lnTo>
                <a:lnTo>
                  <a:pt x="5" y="40"/>
                </a:lnTo>
                <a:lnTo>
                  <a:pt x="4" y="40"/>
                </a:lnTo>
                <a:lnTo>
                  <a:pt x="3" y="38"/>
                </a:lnTo>
                <a:lnTo>
                  <a:pt x="3" y="37"/>
                </a:lnTo>
                <a:lnTo>
                  <a:pt x="2" y="37"/>
                </a:lnTo>
                <a:lnTo>
                  <a:pt x="0" y="37"/>
                </a:lnTo>
                <a:lnTo>
                  <a:pt x="0" y="36"/>
                </a:lnTo>
                <a:lnTo>
                  <a:pt x="3" y="34"/>
                </a:lnTo>
                <a:lnTo>
                  <a:pt x="4" y="33"/>
                </a:lnTo>
                <a:lnTo>
                  <a:pt x="5" y="33"/>
                </a:lnTo>
                <a:lnTo>
                  <a:pt x="6" y="33"/>
                </a:lnTo>
                <a:lnTo>
                  <a:pt x="7" y="32"/>
                </a:lnTo>
                <a:lnTo>
                  <a:pt x="9" y="31"/>
                </a:lnTo>
                <a:lnTo>
                  <a:pt x="9" y="30"/>
                </a:lnTo>
                <a:lnTo>
                  <a:pt x="10" y="28"/>
                </a:lnTo>
                <a:lnTo>
                  <a:pt x="11" y="27"/>
                </a:lnTo>
                <a:lnTo>
                  <a:pt x="12" y="27"/>
                </a:lnTo>
                <a:lnTo>
                  <a:pt x="13" y="26"/>
                </a:lnTo>
                <a:lnTo>
                  <a:pt x="14" y="26"/>
                </a:lnTo>
                <a:lnTo>
                  <a:pt x="14" y="25"/>
                </a:lnTo>
                <a:lnTo>
                  <a:pt x="15" y="23"/>
                </a:lnTo>
                <a:lnTo>
                  <a:pt x="15" y="21"/>
                </a:lnTo>
                <a:lnTo>
                  <a:pt x="16" y="21"/>
                </a:lnTo>
                <a:lnTo>
                  <a:pt x="17" y="20"/>
                </a:lnTo>
                <a:lnTo>
                  <a:pt x="17" y="19"/>
                </a:lnTo>
                <a:lnTo>
                  <a:pt x="17" y="18"/>
                </a:lnTo>
                <a:lnTo>
                  <a:pt x="18" y="18"/>
                </a:lnTo>
                <a:lnTo>
                  <a:pt x="19" y="18"/>
                </a:lnTo>
                <a:lnTo>
                  <a:pt x="20" y="18"/>
                </a:lnTo>
                <a:lnTo>
                  <a:pt x="20" y="20"/>
                </a:lnTo>
                <a:lnTo>
                  <a:pt x="21" y="20"/>
                </a:lnTo>
                <a:lnTo>
                  <a:pt x="21" y="21"/>
                </a:lnTo>
                <a:lnTo>
                  <a:pt x="21" y="20"/>
                </a:lnTo>
                <a:lnTo>
                  <a:pt x="22" y="19"/>
                </a:lnTo>
                <a:lnTo>
                  <a:pt x="23" y="19"/>
                </a:lnTo>
                <a:lnTo>
                  <a:pt x="23" y="20"/>
                </a:lnTo>
                <a:lnTo>
                  <a:pt x="23" y="19"/>
                </a:lnTo>
                <a:lnTo>
                  <a:pt x="24" y="19"/>
                </a:lnTo>
                <a:lnTo>
                  <a:pt x="24" y="17"/>
                </a:lnTo>
                <a:lnTo>
                  <a:pt x="24" y="16"/>
                </a:lnTo>
                <a:lnTo>
                  <a:pt x="24" y="15"/>
                </a:lnTo>
                <a:lnTo>
                  <a:pt x="25" y="14"/>
                </a:lnTo>
                <a:lnTo>
                  <a:pt x="26" y="14"/>
                </a:lnTo>
                <a:lnTo>
                  <a:pt x="27" y="14"/>
                </a:lnTo>
                <a:lnTo>
                  <a:pt x="28" y="14"/>
                </a:lnTo>
                <a:lnTo>
                  <a:pt x="28" y="13"/>
                </a:lnTo>
                <a:lnTo>
                  <a:pt x="29" y="13"/>
                </a:lnTo>
                <a:lnTo>
                  <a:pt x="29" y="12"/>
                </a:lnTo>
                <a:lnTo>
                  <a:pt x="29" y="11"/>
                </a:lnTo>
                <a:lnTo>
                  <a:pt x="30" y="11"/>
                </a:lnTo>
                <a:lnTo>
                  <a:pt x="31" y="11"/>
                </a:lnTo>
                <a:lnTo>
                  <a:pt x="32" y="11"/>
                </a:lnTo>
                <a:lnTo>
                  <a:pt x="33" y="10"/>
                </a:lnTo>
                <a:lnTo>
                  <a:pt x="33" y="9"/>
                </a:lnTo>
                <a:lnTo>
                  <a:pt x="32" y="8"/>
                </a:lnTo>
                <a:lnTo>
                  <a:pt x="34" y="7"/>
                </a:lnTo>
                <a:lnTo>
                  <a:pt x="35" y="6"/>
                </a:lnTo>
                <a:lnTo>
                  <a:pt x="36" y="7"/>
                </a:lnTo>
                <a:lnTo>
                  <a:pt x="37" y="7"/>
                </a:lnTo>
                <a:lnTo>
                  <a:pt x="38" y="7"/>
                </a:lnTo>
                <a:lnTo>
                  <a:pt x="38" y="8"/>
                </a:lnTo>
                <a:lnTo>
                  <a:pt x="39" y="8"/>
                </a:lnTo>
                <a:lnTo>
                  <a:pt x="39" y="7"/>
                </a:lnTo>
                <a:lnTo>
                  <a:pt x="40" y="6"/>
                </a:lnTo>
                <a:lnTo>
                  <a:pt x="41" y="5"/>
                </a:lnTo>
                <a:lnTo>
                  <a:pt x="42" y="5"/>
                </a:lnTo>
                <a:lnTo>
                  <a:pt x="43" y="5"/>
                </a:lnTo>
                <a:lnTo>
                  <a:pt x="44" y="5"/>
                </a:lnTo>
                <a:lnTo>
                  <a:pt x="45" y="5"/>
                </a:lnTo>
                <a:lnTo>
                  <a:pt x="45" y="4"/>
                </a:lnTo>
                <a:lnTo>
                  <a:pt x="45" y="3"/>
                </a:lnTo>
                <a:lnTo>
                  <a:pt x="46" y="2"/>
                </a:lnTo>
                <a:lnTo>
                  <a:pt x="47" y="1"/>
                </a:lnTo>
                <a:lnTo>
                  <a:pt x="47" y="0"/>
                </a:lnTo>
                <a:lnTo>
                  <a:pt x="48" y="0"/>
                </a:lnTo>
                <a:lnTo>
                  <a:pt x="50" y="0"/>
                </a:lnTo>
                <a:lnTo>
                  <a:pt x="5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" name=""/>
          <p:cNvSpPr/>
          <p:nvPr/>
        </p:nvSpPr>
        <p:spPr>
          <a:xfrm>
            <a:off x="4898520" y="26182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2" y="6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" name=""/>
          <p:cNvSpPr/>
          <p:nvPr/>
        </p:nvSpPr>
        <p:spPr>
          <a:xfrm>
            <a:off x="4900680" y="2617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" name=""/>
          <p:cNvSpPr/>
          <p:nvPr/>
        </p:nvSpPr>
        <p:spPr>
          <a:xfrm>
            <a:off x="4900320" y="2612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5"/>
                </a:lnTo>
                <a:lnTo>
                  <a:pt x="2" y="5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" name=""/>
          <p:cNvSpPr/>
          <p:nvPr/>
        </p:nvSpPr>
        <p:spPr>
          <a:xfrm>
            <a:off x="4905360" y="2607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1"/>
                </a:move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" name=""/>
          <p:cNvSpPr/>
          <p:nvPr/>
        </p:nvSpPr>
        <p:spPr>
          <a:xfrm>
            <a:off x="4904280" y="2607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" name=""/>
          <p:cNvSpPr/>
          <p:nvPr/>
        </p:nvSpPr>
        <p:spPr>
          <a:xfrm>
            <a:off x="4900680" y="2607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" name=""/>
          <p:cNvSpPr/>
          <p:nvPr/>
        </p:nvSpPr>
        <p:spPr>
          <a:xfrm>
            <a:off x="4902120" y="2606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" name=""/>
          <p:cNvSpPr/>
          <p:nvPr/>
        </p:nvSpPr>
        <p:spPr>
          <a:xfrm>
            <a:off x="4905000" y="26060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lnTo>
                  <a:pt x="4" y="3"/>
                </a:lnTo>
                <a:lnTo>
                  <a:pt x="2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" name=""/>
          <p:cNvSpPr/>
          <p:nvPr/>
        </p:nvSpPr>
        <p:spPr>
          <a:xfrm>
            <a:off x="4900680" y="260352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1" y="2"/>
                </a:move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6" y="8"/>
                </a:lnTo>
                <a:lnTo>
                  <a:pt x="6" y="9"/>
                </a:lnTo>
                <a:lnTo>
                  <a:pt x="4" y="9"/>
                </a:lnTo>
                <a:lnTo>
                  <a:pt x="4" y="8"/>
                </a:lnTo>
                <a:lnTo>
                  <a:pt x="3" y="9"/>
                </a:lnTo>
                <a:lnTo>
                  <a:pt x="3" y="8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" name=""/>
          <p:cNvSpPr/>
          <p:nvPr/>
        </p:nvSpPr>
        <p:spPr>
          <a:xfrm>
            <a:off x="4899960" y="2603880"/>
            <a:ext cx="1440" cy="2520"/>
          </a:xfrm>
          <a:custGeom>
            <a:avLst/>
            <a:gdLst/>
            <a:ahLst/>
            <a:rect l="0" t="0" r="r" b="b"/>
            <a:pathLst>
              <a:path w="4" h="7">
                <a:moveTo>
                  <a:pt x="2" y="2"/>
                </a:moveTo>
                <a:lnTo>
                  <a:pt x="2" y="3"/>
                </a:lnTo>
                <a:lnTo>
                  <a:pt x="4" y="4"/>
                </a:lnTo>
                <a:lnTo>
                  <a:pt x="4" y="5"/>
                </a:lnTo>
                <a:lnTo>
                  <a:pt x="4" y="7"/>
                </a:lnTo>
                <a:lnTo>
                  <a:pt x="2" y="7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" name=""/>
          <p:cNvSpPr/>
          <p:nvPr/>
        </p:nvSpPr>
        <p:spPr>
          <a:xfrm>
            <a:off x="4902120" y="2603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" name=""/>
          <p:cNvSpPr/>
          <p:nvPr/>
        </p:nvSpPr>
        <p:spPr>
          <a:xfrm>
            <a:off x="4903560" y="2595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3"/>
                </a:move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" name=""/>
          <p:cNvSpPr/>
          <p:nvPr/>
        </p:nvSpPr>
        <p:spPr>
          <a:xfrm>
            <a:off x="4903560" y="2594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" name=""/>
          <p:cNvSpPr/>
          <p:nvPr/>
        </p:nvSpPr>
        <p:spPr>
          <a:xfrm>
            <a:off x="4899600" y="25930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2" y="5"/>
                </a:lnTo>
                <a:lnTo>
                  <a:pt x="2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" name=""/>
          <p:cNvSpPr/>
          <p:nvPr/>
        </p:nvSpPr>
        <p:spPr>
          <a:xfrm>
            <a:off x="4900320" y="25920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" name=""/>
          <p:cNvSpPr/>
          <p:nvPr/>
        </p:nvSpPr>
        <p:spPr>
          <a:xfrm>
            <a:off x="4898520" y="2590920"/>
            <a:ext cx="2880" cy="2520"/>
          </a:xfrm>
          <a:custGeom>
            <a:avLst/>
            <a:gdLst/>
            <a:ahLst/>
            <a:rect l="0" t="0" r="r" b="b"/>
            <a:pathLst>
              <a:path w="8" h="7">
                <a:moveTo>
                  <a:pt x="5" y="2"/>
                </a:moveTo>
                <a:lnTo>
                  <a:pt x="6" y="2"/>
                </a:lnTo>
                <a:lnTo>
                  <a:pt x="8" y="2"/>
                </a:lnTo>
                <a:lnTo>
                  <a:pt x="6" y="2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7"/>
                </a:lnTo>
                <a:lnTo>
                  <a:pt x="4" y="5"/>
                </a:lnTo>
                <a:lnTo>
                  <a:pt x="3" y="5"/>
                </a:lnTo>
                <a:lnTo>
                  <a:pt x="3" y="7"/>
                </a:lnTo>
                <a:lnTo>
                  <a:pt x="0" y="7"/>
                </a:lnTo>
                <a:lnTo>
                  <a:pt x="2" y="5"/>
                </a:lnTo>
                <a:lnTo>
                  <a:pt x="3" y="5"/>
                </a:lnTo>
                <a:lnTo>
                  <a:pt x="3" y="4"/>
                </a:ln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5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" name=""/>
          <p:cNvSpPr/>
          <p:nvPr/>
        </p:nvSpPr>
        <p:spPr>
          <a:xfrm>
            <a:off x="4908240" y="2590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3"/>
                </a:move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" name=""/>
          <p:cNvSpPr/>
          <p:nvPr/>
        </p:nvSpPr>
        <p:spPr>
          <a:xfrm>
            <a:off x="4849920" y="2623680"/>
            <a:ext cx="4680" cy="4680"/>
          </a:xfrm>
          <a:custGeom>
            <a:avLst/>
            <a:gdLst/>
            <a:ahLst/>
            <a:rect l="0" t="0" r="r" b="b"/>
            <a:pathLst>
              <a:path w="13" h="13">
                <a:moveTo>
                  <a:pt x="10" y="0"/>
                </a:moveTo>
                <a:lnTo>
                  <a:pt x="12" y="4"/>
                </a:lnTo>
                <a:lnTo>
                  <a:pt x="13" y="6"/>
                </a:lnTo>
                <a:lnTo>
                  <a:pt x="12" y="6"/>
                </a:lnTo>
                <a:lnTo>
                  <a:pt x="11" y="4"/>
                </a:lnTo>
                <a:lnTo>
                  <a:pt x="11" y="3"/>
                </a:lnTo>
                <a:lnTo>
                  <a:pt x="8" y="2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10" y="6"/>
                </a:lnTo>
                <a:lnTo>
                  <a:pt x="11" y="6"/>
                </a:lnTo>
                <a:lnTo>
                  <a:pt x="12" y="7"/>
                </a:lnTo>
                <a:lnTo>
                  <a:pt x="11" y="7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7" y="10"/>
                </a:lnTo>
                <a:lnTo>
                  <a:pt x="7" y="12"/>
                </a:lnTo>
                <a:lnTo>
                  <a:pt x="6" y="12"/>
                </a:lnTo>
                <a:lnTo>
                  <a:pt x="5" y="12"/>
                </a:lnTo>
                <a:lnTo>
                  <a:pt x="4" y="12"/>
                </a:lnTo>
                <a:lnTo>
                  <a:pt x="4" y="13"/>
                </a:lnTo>
                <a:lnTo>
                  <a:pt x="3" y="12"/>
                </a:lnTo>
                <a:lnTo>
                  <a:pt x="3" y="10"/>
                </a:lnTo>
                <a:lnTo>
                  <a:pt x="3" y="9"/>
                </a:lnTo>
                <a:lnTo>
                  <a:pt x="3" y="5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7" y="0"/>
                </a:lnTo>
                <a:lnTo>
                  <a:pt x="8" y="1"/>
                </a:lnTo>
                <a:lnTo>
                  <a:pt x="1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" name=""/>
          <p:cNvSpPr/>
          <p:nvPr/>
        </p:nvSpPr>
        <p:spPr>
          <a:xfrm>
            <a:off x="4851360" y="2621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" name=""/>
          <p:cNvSpPr/>
          <p:nvPr/>
        </p:nvSpPr>
        <p:spPr>
          <a:xfrm>
            <a:off x="4849200" y="262008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6" y="7"/>
                </a:move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2" y="9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2"/>
                </a:ln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lnTo>
                  <a:pt x="6" y="1"/>
                </a:lnTo>
                <a:lnTo>
                  <a:pt x="7" y="3"/>
                </a:lnTo>
                <a:lnTo>
                  <a:pt x="6" y="4"/>
                </a:lnTo>
                <a:lnTo>
                  <a:pt x="6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" name=""/>
          <p:cNvSpPr/>
          <p:nvPr/>
        </p:nvSpPr>
        <p:spPr>
          <a:xfrm>
            <a:off x="4851720" y="26200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0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" name=""/>
          <p:cNvSpPr/>
          <p:nvPr/>
        </p:nvSpPr>
        <p:spPr>
          <a:xfrm>
            <a:off x="4716720" y="309096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9" y="1"/>
                </a:moveTo>
                <a:lnTo>
                  <a:pt x="9" y="4"/>
                </a:lnTo>
                <a:lnTo>
                  <a:pt x="8" y="5"/>
                </a:lnTo>
                <a:lnTo>
                  <a:pt x="5" y="6"/>
                </a:lnTo>
                <a:lnTo>
                  <a:pt x="4" y="7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1" y="2"/>
                </a:lnTo>
                <a:lnTo>
                  <a:pt x="3" y="1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" name=""/>
          <p:cNvSpPr/>
          <p:nvPr/>
        </p:nvSpPr>
        <p:spPr>
          <a:xfrm>
            <a:off x="4757040" y="3068640"/>
            <a:ext cx="5760" cy="3960"/>
          </a:xfrm>
          <a:custGeom>
            <a:avLst/>
            <a:gdLst/>
            <a:ahLst/>
            <a:rect l="0" t="0" r="r" b="b"/>
            <a:pathLst>
              <a:path w="16" h="11">
                <a:moveTo>
                  <a:pt x="4" y="3"/>
                </a:moveTo>
                <a:lnTo>
                  <a:pt x="7" y="1"/>
                </a:lnTo>
                <a:lnTo>
                  <a:pt x="12" y="1"/>
                </a:lnTo>
                <a:lnTo>
                  <a:pt x="14" y="0"/>
                </a:lnTo>
                <a:lnTo>
                  <a:pt x="15" y="1"/>
                </a:lnTo>
                <a:lnTo>
                  <a:pt x="16" y="1"/>
                </a:lnTo>
                <a:lnTo>
                  <a:pt x="16" y="3"/>
                </a:lnTo>
                <a:lnTo>
                  <a:pt x="16" y="5"/>
                </a:lnTo>
                <a:lnTo>
                  <a:pt x="15" y="6"/>
                </a:lnTo>
                <a:lnTo>
                  <a:pt x="14" y="7"/>
                </a:lnTo>
                <a:lnTo>
                  <a:pt x="11" y="9"/>
                </a:lnTo>
                <a:lnTo>
                  <a:pt x="7" y="11"/>
                </a:lnTo>
                <a:lnTo>
                  <a:pt x="5" y="11"/>
                </a:lnTo>
                <a:lnTo>
                  <a:pt x="4" y="11"/>
                </a:lnTo>
                <a:lnTo>
                  <a:pt x="3" y="10"/>
                </a:lnTo>
                <a:lnTo>
                  <a:pt x="1" y="9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4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800" rIns="21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" name=""/>
          <p:cNvSpPr/>
          <p:nvPr/>
        </p:nvSpPr>
        <p:spPr>
          <a:xfrm>
            <a:off x="4742280" y="3056040"/>
            <a:ext cx="10440" cy="8640"/>
          </a:xfrm>
          <a:custGeom>
            <a:avLst/>
            <a:gdLst/>
            <a:ahLst/>
            <a:rect l="0" t="0" r="r" b="b"/>
            <a:pathLst>
              <a:path w="29" h="24">
                <a:moveTo>
                  <a:pt x="9" y="19"/>
                </a:moveTo>
                <a:lnTo>
                  <a:pt x="10" y="19"/>
                </a:lnTo>
                <a:lnTo>
                  <a:pt x="12" y="18"/>
                </a:lnTo>
                <a:lnTo>
                  <a:pt x="14" y="17"/>
                </a:lnTo>
                <a:lnTo>
                  <a:pt x="16" y="15"/>
                </a:lnTo>
                <a:lnTo>
                  <a:pt x="18" y="13"/>
                </a:lnTo>
                <a:lnTo>
                  <a:pt x="22" y="11"/>
                </a:lnTo>
                <a:lnTo>
                  <a:pt x="26" y="10"/>
                </a:lnTo>
                <a:lnTo>
                  <a:pt x="27" y="10"/>
                </a:lnTo>
                <a:lnTo>
                  <a:pt x="28" y="11"/>
                </a:lnTo>
                <a:lnTo>
                  <a:pt x="29" y="12"/>
                </a:lnTo>
                <a:lnTo>
                  <a:pt x="28" y="13"/>
                </a:lnTo>
                <a:lnTo>
                  <a:pt x="27" y="15"/>
                </a:lnTo>
                <a:lnTo>
                  <a:pt x="22" y="16"/>
                </a:lnTo>
                <a:lnTo>
                  <a:pt x="20" y="17"/>
                </a:lnTo>
                <a:lnTo>
                  <a:pt x="18" y="19"/>
                </a:lnTo>
                <a:lnTo>
                  <a:pt x="14" y="21"/>
                </a:lnTo>
                <a:lnTo>
                  <a:pt x="12" y="22"/>
                </a:lnTo>
                <a:lnTo>
                  <a:pt x="10" y="23"/>
                </a:lnTo>
                <a:lnTo>
                  <a:pt x="6" y="24"/>
                </a:lnTo>
                <a:lnTo>
                  <a:pt x="3" y="23"/>
                </a:lnTo>
                <a:lnTo>
                  <a:pt x="1" y="22"/>
                </a:lnTo>
                <a:lnTo>
                  <a:pt x="0" y="21"/>
                </a:lnTo>
                <a:lnTo>
                  <a:pt x="1" y="16"/>
                </a:lnTo>
                <a:lnTo>
                  <a:pt x="2" y="12"/>
                </a:lnTo>
                <a:lnTo>
                  <a:pt x="9" y="7"/>
                </a:lnTo>
                <a:lnTo>
                  <a:pt x="16" y="2"/>
                </a:lnTo>
                <a:lnTo>
                  <a:pt x="18" y="1"/>
                </a:lnTo>
                <a:lnTo>
                  <a:pt x="19" y="1"/>
                </a:lnTo>
                <a:lnTo>
                  <a:pt x="20" y="2"/>
                </a:lnTo>
                <a:lnTo>
                  <a:pt x="21" y="1"/>
                </a:lnTo>
                <a:lnTo>
                  <a:pt x="24" y="0"/>
                </a:lnTo>
                <a:lnTo>
                  <a:pt x="24" y="1"/>
                </a:lnTo>
                <a:lnTo>
                  <a:pt x="24" y="2"/>
                </a:lnTo>
                <a:lnTo>
                  <a:pt x="22" y="3"/>
                </a:lnTo>
                <a:lnTo>
                  <a:pt x="20" y="5"/>
                </a:lnTo>
                <a:lnTo>
                  <a:pt x="18" y="6"/>
                </a:lnTo>
                <a:lnTo>
                  <a:pt x="12" y="9"/>
                </a:lnTo>
                <a:lnTo>
                  <a:pt x="9" y="12"/>
                </a:lnTo>
                <a:lnTo>
                  <a:pt x="7" y="15"/>
                </a:lnTo>
                <a:lnTo>
                  <a:pt x="6" y="17"/>
                </a:lnTo>
                <a:lnTo>
                  <a:pt x="7" y="18"/>
                </a:lnTo>
                <a:lnTo>
                  <a:pt x="9" y="19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" name=""/>
          <p:cNvSpPr/>
          <p:nvPr/>
        </p:nvSpPr>
        <p:spPr>
          <a:xfrm>
            <a:off x="4752360" y="30592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2"/>
                </a:moveTo>
                <a:lnTo>
                  <a:pt x="5" y="3"/>
                </a:lnTo>
                <a:lnTo>
                  <a:pt x="5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" name=""/>
          <p:cNvSpPr/>
          <p:nvPr/>
        </p:nvSpPr>
        <p:spPr>
          <a:xfrm>
            <a:off x="4750560" y="3054600"/>
            <a:ext cx="10800" cy="6480"/>
          </a:xfrm>
          <a:custGeom>
            <a:avLst/>
            <a:gdLst/>
            <a:ahLst/>
            <a:rect l="0" t="0" r="r" b="b"/>
            <a:pathLst>
              <a:path w="30" h="18">
                <a:moveTo>
                  <a:pt x="12" y="17"/>
                </a:moveTo>
                <a:lnTo>
                  <a:pt x="11" y="17"/>
                </a:lnTo>
                <a:lnTo>
                  <a:pt x="12" y="16"/>
                </a:lnTo>
                <a:lnTo>
                  <a:pt x="12" y="15"/>
                </a:lnTo>
                <a:lnTo>
                  <a:pt x="14" y="15"/>
                </a:lnTo>
                <a:lnTo>
                  <a:pt x="17" y="15"/>
                </a:lnTo>
                <a:lnTo>
                  <a:pt x="18" y="15"/>
                </a:lnTo>
                <a:lnTo>
                  <a:pt x="21" y="13"/>
                </a:lnTo>
                <a:lnTo>
                  <a:pt x="23" y="12"/>
                </a:lnTo>
                <a:lnTo>
                  <a:pt x="24" y="11"/>
                </a:lnTo>
                <a:lnTo>
                  <a:pt x="24" y="9"/>
                </a:lnTo>
                <a:lnTo>
                  <a:pt x="24" y="8"/>
                </a:lnTo>
                <a:lnTo>
                  <a:pt x="23" y="6"/>
                </a:lnTo>
                <a:lnTo>
                  <a:pt x="22" y="6"/>
                </a:lnTo>
                <a:lnTo>
                  <a:pt x="19" y="5"/>
                </a:lnTo>
                <a:lnTo>
                  <a:pt x="18" y="5"/>
                </a:lnTo>
                <a:lnTo>
                  <a:pt x="17" y="6"/>
                </a:lnTo>
                <a:lnTo>
                  <a:pt x="15" y="7"/>
                </a:lnTo>
                <a:lnTo>
                  <a:pt x="11" y="7"/>
                </a:lnTo>
                <a:lnTo>
                  <a:pt x="8" y="8"/>
                </a:lnTo>
                <a:lnTo>
                  <a:pt x="5" y="7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4" y="5"/>
                </a:lnTo>
                <a:lnTo>
                  <a:pt x="7" y="5"/>
                </a:lnTo>
                <a:lnTo>
                  <a:pt x="10" y="5"/>
                </a:lnTo>
                <a:lnTo>
                  <a:pt x="14" y="4"/>
                </a:lnTo>
                <a:lnTo>
                  <a:pt x="16" y="2"/>
                </a:lnTo>
                <a:lnTo>
                  <a:pt x="21" y="1"/>
                </a:lnTo>
                <a:lnTo>
                  <a:pt x="23" y="0"/>
                </a:lnTo>
                <a:lnTo>
                  <a:pt x="24" y="1"/>
                </a:lnTo>
                <a:lnTo>
                  <a:pt x="26" y="2"/>
                </a:lnTo>
                <a:lnTo>
                  <a:pt x="27" y="4"/>
                </a:lnTo>
                <a:lnTo>
                  <a:pt x="29" y="7"/>
                </a:lnTo>
                <a:lnTo>
                  <a:pt x="30" y="8"/>
                </a:lnTo>
                <a:lnTo>
                  <a:pt x="29" y="11"/>
                </a:lnTo>
                <a:lnTo>
                  <a:pt x="26" y="14"/>
                </a:lnTo>
                <a:lnTo>
                  <a:pt x="21" y="17"/>
                </a:lnTo>
                <a:lnTo>
                  <a:pt x="18" y="18"/>
                </a:lnTo>
                <a:lnTo>
                  <a:pt x="16" y="18"/>
                </a:lnTo>
                <a:lnTo>
                  <a:pt x="15" y="18"/>
                </a:lnTo>
                <a:lnTo>
                  <a:pt x="12" y="17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" name=""/>
          <p:cNvSpPr/>
          <p:nvPr/>
        </p:nvSpPr>
        <p:spPr>
          <a:xfrm>
            <a:off x="4735800" y="3042720"/>
            <a:ext cx="4680" cy="2880"/>
          </a:xfrm>
          <a:custGeom>
            <a:avLst/>
            <a:gdLst/>
            <a:ahLst/>
            <a:rect l="0" t="0" r="r" b="b"/>
            <a:pathLst>
              <a:path w="13" h="8">
                <a:moveTo>
                  <a:pt x="2" y="6"/>
                </a:move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4" y="2"/>
                </a:lnTo>
                <a:lnTo>
                  <a:pt x="6" y="2"/>
                </a:lnTo>
                <a:lnTo>
                  <a:pt x="8" y="2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2" y="2"/>
                </a:lnTo>
                <a:lnTo>
                  <a:pt x="13" y="3"/>
                </a:lnTo>
                <a:lnTo>
                  <a:pt x="13" y="4"/>
                </a:lnTo>
                <a:lnTo>
                  <a:pt x="13" y="5"/>
                </a:lnTo>
                <a:lnTo>
                  <a:pt x="12" y="6"/>
                </a:lnTo>
                <a:lnTo>
                  <a:pt x="11" y="8"/>
                </a:lnTo>
                <a:lnTo>
                  <a:pt x="10" y="8"/>
                </a:lnTo>
                <a:lnTo>
                  <a:pt x="9" y="6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" name=""/>
          <p:cNvSpPr/>
          <p:nvPr/>
        </p:nvSpPr>
        <p:spPr>
          <a:xfrm>
            <a:off x="4750560" y="304236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1" y="3"/>
                </a:move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" name=""/>
          <p:cNvSpPr/>
          <p:nvPr/>
        </p:nvSpPr>
        <p:spPr>
          <a:xfrm>
            <a:off x="4741560" y="3040200"/>
            <a:ext cx="3960" cy="4320"/>
          </a:xfrm>
          <a:custGeom>
            <a:avLst/>
            <a:gdLst/>
            <a:ahLst/>
            <a:rect l="0" t="0" r="r" b="b"/>
            <a:pathLst>
              <a:path w="11" h="12">
                <a:moveTo>
                  <a:pt x="2" y="1"/>
                </a:move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7" y="3"/>
                </a:lnTo>
                <a:lnTo>
                  <a:pt x="8" y="4"/>
                </a:lnTo>
                <a:lnTo>
                  <a:pt x="9" y="6"/>
                </a:lnTo>
                <a:lnTo>
                  <a:pt x="9" y="7"/>
                </a:lnTo>
                <a:lnTo>
                  <a:pt x="11" y="9"/>
                </a:lnTo>
                <a:lnTo>
                  <a:pt x="11" y="11"/>
                </a:lnTo>
                <a:lnTo>
                  <a:pt x="9" y="12"/>
                </a:lnTo>
                <a:lnTo>
                  <a:pt x="7" y="12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2" y="9"/>
                </a:lnTo>
                <a:lnTo>
                  <a:pt x="2" y="8"/>
                </a:lnTo>
                <a:lnTo>
                  <a:pt x="0" y="6"/>
                </a:lnTo>
                <a:lnTo>
                  <a:pt x="0" y="5"/>
                </a:lnTo>
                <a:lnTo>
                  <a:pt x="0" y="2"/>
                </a:lnTo>
                <a:lnTo>
                  <a:pt x="2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" name=""/>
          <p:cNvSpPr/>
          <p:nvPr/>
        </p:nvSpPr>
        <p:spPr>
          <a:xfrm>
            <a:off x="4742280" y="3039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" name=""/>
          <p:cNvSpPr/>
          <p:nvPr/>
        </p:nvSpPr>
        <p:spPr>
          <a:xfrm>
            <a:off x="4753080" y="3035520"/>
            <a:ext cx="4320" cy="7200"/>
          </a:xfrm>
          <a:custGeom>
            <a:avLst/>
            <a:gdLst/>
            <a:ahLst/>
            <a:rect l="0" t="0" r="r" b="b"/>
            <a:pathLst>
              <a:path w="12" h="20">
                <a:moveTo>
                  <a:pt x="7" y="12"/>
                </a:moveTo>
                <a:lnTo>
                  <a:pt x="8" y="10"/>
                </a:lnTo>
                <a:lnTo>
                  <a:pt x="8" y="9"/>
                </a:lnTo>
                <a:lnTo>
                  <a:pt x="7" y="7"/>
                </a:lnTo>
                <a:lnTo>
                  <a:pt x="7" y="6"/>
                </a:lnTo>
                <a:lnTo>
                  <a:pt x="6" y="5"/>
                </a:lnTo>
                <a:lnTo>
                  <a:pt x="4" y="4"/>
                </a:lnTo>
                <a:lnTo>
                  <a:pt x="3" y="3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7" y="2"/>
                </a:lnTo>
                <a:lnTo>
                  <a:pt x="8" y="3"/>
                </a:lnTo>
                <a:lnTo>
                  <a:pt x="10" y="4"/>
                </a:lnTo>
                <a:lnTo>
                  <a:pt x="11" y="4"/>
                </a:lnTo>
                <a:lnTo>
                  <a:pt x="11" y="5"/>
                </a:lnTo>
                <a:lnTo>
                  <a:pt x="12" y="7"/>
                </a:lnTo>
                <a:lnTo>
                  <a:pt x="12" y="8"/>
                </a:lnTo>
                <a:lnTo>
                  <a:pt x="11" y="10"/>
                </a:lnTo>
                <a:lnTo>
                  <a:pt x="10" y="13"/>
                </a:lnTo>
                <a:lnTo>
                  <a:pt x="8" y="16"/>
                </a:lnTo>
                <a:lnTo>
                  <a:pt x="7" y="18"/>
                </a:lnTo>
                <a:lnTo>
                  <a:pt x="6" y="18"/>
                </a:lnTo>
                <a:lnTo>
                  <a:pt x="5" y="19"/>
                </a:lnTo>
                <a:lnTo>
                  <a:pt x="4" y="20"/>
                </a:lnTo>
                <a:lnTo>
                  <a:pt x="3" y="20"/>
                </a:lnTo>
                <a:lnTo>
                  <a:pt x="3" y="19"/>
                </a:lnTo>
                <a:lnTo>
                  <a:pt x="3" y="17"/>
                </a:lnTo>
                <a:lnTo>
                  <a:pt x="4" y="16"/>
                </a:lnTo>
                <a:lnTo>
                  <a:pt x="5" y="15"/>
                </a:lnTo>
                <a:lnTo>
                  <a:pt x="6" y="15"/>
                </a:lnTo>
                <a:lnTo>
                  <a:pt x="7" y="13"/>
                </a:lnTo>
                <a:lnTo>
                  <a:pt x="7" y="1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" name=""/>
          <p:cNvSpPr/>
          <p:nvPr/>
        </p:nvSpPr>
        <p:spPr>
          <a:xfrm>
            <a:off x="4743000" y="303624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7" y="0"/>
                </a:moveTo>
                <a:lnTo>
                  <a:pt x="8" y="0"/>
                </a:lnTo>
                <a:lnTo>
                  <a:pt x="8" y="1"/>
                </a:lnTo>
                <a:lnTo>
                  <a:pt x="7" y="2"/>
                </a:lnTo>
                <a:lnTo>
                  <a:pt x="6" y="3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2" y="2"/>
                </a:lnTo>
                <a:lnTo>
                  <a:pt x="3" y="1"/>
                </a:lnTo>
                <a:lnTo>
                  <a:pt x="5" y="0"/>
                </a:lnTo>
                <a:lnTo>
                  <a:pt x="7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" name=""/>
          <p:cNvSpPr/>
          <p:nvPr/>
        </p:nvSpPr>
        <p:spPr>
          <a:xfrm>
            <a:off x="4752000" y="303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800" rIns="21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" name=""/>
          <p:cNvSpPr/>
          <p:nvPr/>
        </p:nvSpPr>
        <p:spPr>
          <a:xfrm>
            <a:off x="4751280" y="3035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" name=""/>
          <p:cNvSpPr/>
          <p:nvPr/>
        </p:nvSpPr>
        <p:spPr>
          <a:xfrm>
            <a:off x="4749480" y="3034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" name=""/>
          <p:cNvSpPr/>
          <p:nvPr/>
        </p:nvSpPr>
        <p:spPr>
          <a:xfrm>
            <a:off x="4746960" y="303372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5" y="1"/>
                </a:moveTo>
                <a:lnTo>
                  <a:pt x="5" y="0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3" y="2"/>
                </a:lnTo>
                <a:lnTo>
                  <a:pt x="5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" name=""/>
          <p:cNvSpPr/>
          <p:nvPr/>
        </p:nvSpPr>
        <p:spPr>
          <a:xfrm>
            <a:off x="4749480" y="303228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1" y="4"/>
                </a:move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5" y="0"/>
                </a:lnTo>
                <a:lnTo>
                  <a:pt x="7" y="1"/>
                </a:lnTo>
                <a:lnTo>
                  <a:pt x="8" y="1"/>
                </a:lnTo>
                <a:lnTo>
                  <a:pt x="9" y="4"/>
                </a:lnTo>
                <a:lnTo>
                  <a:pt x="10" y="6"/>
                </a:lnTo>
                <a:lnTo>
                  <a:pt x="10" y="7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7" y="8"/>
                </a:lnTo>
                <a:lnTo>
                  <a:pt x="6" y="7"/>
                </a:lnTo>
                <a:lnTo>
                  <a:pt x="5" y="6"/>
                </a:lnTo>
                <a:lnTo>
                  <a:pt x="4" y="6"/>
                </a:lnTo>
                <a:lnTo>
                  <a:pt x="2" y="5"/>
                </a:lnTo>
                <a:lnTo>
                  <a:pt x="1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" name=""/>
          <p:cNvSpPr/>
          <p:nvPr/>
        </p:nvSpPr>
        <p:spPr>
          <a:xfrm>
            <a:off x="4730400" y="29995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2"/>
                </a:moveTo>
                <a:lnTo>
                  <a:pt x="5" y="3"/>
                </a:lnTo>
                <a:lnTo>
                  <a:pt x="5" y="4"/>
                </a:lnTo>
                <a:lnTo>
                  <a:pt x="3" y="6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" name=""/>
          <p:cNvSpPr/>
          <p:nvPr/>
        </p:nvSpPr>
        <p:spPr>
          <a:xfrm>
            <a:off x="4729680" y="2996280"/>
            <a:ext cx="8640" cy="5040"/>
          </a:xfrm>
          <a:custGeom>
            <a:avLst/>
            <a:gdLst/>
            <a:ahLst/>
            <a:rect l="0" t="0" r="r" b="b"/>
            <a:pathLst>
              <a:path w="24" h="14">
                <a:moveTo>
                  <a:pt x="12" y="13"/>
                </a:moveTo>
                <a:lnTo>
                  <a:pt x="10" y="13"/>
                </a:lnTo>
                <a:lnTo>
                  <a:pt x="9" y="14"/>
                </a:lnTo>
                <a:lnTo>
                  <a:pt x="8" y="13"/>
                </a:lnTo>
                <a:lnTo>
                  <a:pt x="8" y="12"/>
                </a:lnTo>
                <a:lnTo>
                  <a:pt x="6" y="9"/>
                </a:lnTo>
                <a:lnTo>
                  <a:pt x="8" y="9"/>
                </a:lnTo>
                <a:lnTo>
                  <a:pt x="9" y="9"/>
                </a:lnTo>
                <a:lnTo>
                  <a:pt x="12" y="9"/>
                </a:lnTo>
                <a:lnTo>
                  <a:pt x="13" y="8"/>
                </a:lnTo>
                <a:lnTo>
                  <a:pt x="14" y="7"/>
                </a:lnTo>
                <a:lnTo>
                  <a:pt x="15" y="6"/>
                </a:lnTo>
                <a:lnTo>
                  <a:pt x="16" y="5"/>
                </a:lnTo>
                <a:lnTo>
                  <a:pt x="17" y="5"/>
                </a:lnTo>
                <a:lnTo>
                  <a:pt x="18" y="5"/>
                </a:lnTo>
                <a:lnTo>
                  <a:pt x="19" y="5"/>
                </a:lnTo>
                <a:lnTo>
                  <a:pt x="19" y="4"/>
                </a:lnTo>
                <a:lnTo>
                  <a:pt x="18" y="3"/>
                </a:lnTo>
                <a:lnTo>
                  <a:pt x="17" y="3"/>
                </a:lnTo>
                <a:lnTo>
                  <a:pt x="16" y="3"/>
                </a:lnTo>
                <a:lnTo>
                  <a:pt x="14" y="4"/>
                </a:lnTo>
                <a:lnTo>
                  <a:pt x="13" y="4"/>
                </a:lnTo>
                <a:lnTo>
                  <a:pt x="12" y="5"/>
                </a:lnTo>
                <a:lnTo>
                  <a:pt x="10" y="5"/>
                </a:lnTo>
                <a:lnTo>
                  <a:pt x="8" y="6"/>
                </a:lnTo>
                <a:lnTo>
                  <a:pt x="6" y="7"/>
                </a:lnTo>
                <a:lnTo>
                  <a:pt x="5" y="7"/>
                </a:lnTo>
                <a:lnTo>
                  <a:pt x="4" y="8"/>
                </a:lnTo>
                <a:lnTo>
                  <a:pt x="3" y="9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0" y="6"/>
                </a:lnTo>
                <a:lnTo>
                  <a:pt x="2" y="5"/>
                </a:lnTo>
                <a:lnTo>
                  <a:pt x="4" y="5"/>
                </a:lnTo>
                <a:lnTo>
                  <a:pt x="5" y="4"/>
                </a:lnTo>
                <a:lnTo>
                  <a:pt x="9" y="3"/>
                </a:lnTo>
                <a:lnTo>
                  <a:pt x="11" y="2"/>
                </a:lnTo>
                <a:lnTo>
                  <a:pt x="13" y="1"/>
                </a:lnTo>
                <a:lnTo>
                  <a:pt x="15" y="0"/>
                </a:lnTo>
                <a:lnTo>
                  <a:pt x="17" y="0"/>
                </a:lnTo>
                <a:lnTo>
                  <a:pt x="19" y="0"/>
                </a:lnTo>
                <a:lnTo>
                  <a:pt x="21" y="0"/>
                </a:lnTo>
                <a:lnTo>
                  <a:pt x="23" y="1"/>
                </a:lnTo>
                <a:lnTo>
                  <a:pt x="24" y="3"/>
                </a:lnTo>
                <a:lnTo>
                  <a:pt x="24" y="5"/>
                </a:lnTo>
                <a:lnTo>
                  <a:pt x="23" y="6"/>
                </a:lnTo>
                <a:lnTo>
                  <a:pt x="22" y="7"/>
                </a:lnTo>
                <a:lnTo>
                  <a:pt x="20" y="7"/>
                </a:lnTo>
                <a:lnTo>
                  <a:pt x="19" y="8"/>
                </a:lnTo>
                <a:lnTo>
                  <a:pt x="17" y="9"/>
                </a:lnTo>
                <a:lnTo>
                  <a:pt x="15" y="10"/>
                </a:lnTo>
                <a:lnTo>
                  <a:pt x="14" y="12"/>
                </a:lnTo>
                <a:lnTo>
                  <a:pt x="12" y="1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" name=""/>
          <p:cNvSpPr/>
          <p:nvPr/>
        </p:nvSpPr>
        <p:spPr>
          <a:xfrm>
            <a:off x="4599000" y="2927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" name=""/>
          <p:cNvSpPr/>
          <p:nvPr/>
        </p:nvSpPr>
        <p:spPr>
          <a:xfrm>
            <a:off x="4578840" y="2926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" name=""/>
          <p:cNvSpPr/>
          <p:nvPr/>
        </p:nvSpPr>
        <p:spPr>
          <a:xfrm>
            <a:off x="4596480" y="29253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2"/>
                </a:move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" name=""/>
          <p:cNvSpPr/>
          <p:nvPr/>
        </p:nvSpPr>
        <p:spPr>
          <a:xfrm>
            <a:off x="4575240" y="29246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1"/>
                </a:move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lnTo>
                  <a:pt x="4" y="4"/>
                </a:lnTo>
                <a:lnTo>
                  <a:pt x="3" y="5"/>
                </a:lnTo>
                <a:lnTo>
                  <a:pt x="1" y="5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" name=""/>
          <p:cNvSpPr/>
          <p:nvPr/>
        </p:nvSpPr>
        <p:spPr>
          <a:xfrm>
            <a:off x="4583880" y="2924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" name=""/>
          <p:cNvSpPr/>
          <p:nvPr/>
        </p:nvSpPr>
        <p:spPr>
          <a:xfrm>
            <a:off x="4602960" y="29185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" name=""/>
          <p:cNvSpPr/>
          <p:nvPr/>
        </p:nvSpPr>
        <p:spPr>
          <a:xfrm>
            <a:off x="4644720" y="28929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" name=""/>
          <p:cNvSpPr/>
          <p:nvPr/>
        </p:nvSpPr>
        <p:spPr>
          <a:xfrm>
            <a:off x="4653360" y="28900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4" y="3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" name=""/>
          <p:cNvSpPr/>
          <p:nvPr/>
        </p:nvSpPr>
        <p:spPr>
          <a:xfrm>
            <a:off x="4653000" y="28890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3"/>
                </a:moveTo>
                <a:lnTo>
                  <a:pt x="3" y="4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3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" name=""/>
          <p:cNvSpPr/>
          <p:nvPr/>
        </p:nvSpPr>
        <p:spPr>
          <a:xfrm>
            <a:off x="4519440" y="2782800"/>
            <a:ext cx="170280" cy="147600"/>
          </a:xfrm>
          <a:custGeom>
            <a:avLst/>
            <a:gdLst/>
            <a:ahLst/>
            <a:rect l="0" t="0" r="r" b="b"/>
            <a:pathLst>
              <a:path w="473" h="410">
                <a:moveTo>
                  <a:pt x="408" y="21"/>
                </a:moveTo>
                <a:lnTo>
                  <a:pt x="409" y="21"/>
                </a:lnTo>
                <a:lnTo>
                  <a:pt x="409" y="22"/>
                </a:lnTo>
                <a:lnTo>
                  <a:pt x="410" y="22"/>
                </a:lnTo>
                <a:lnTo>
                  <a:pt x="411" y="22"/>
                </a:lnTo>
                <a:lnTo>
                  <a:pt x="412" y="22"/>
                </a:lnTo>
                <a:lnTo>
                  <a:pt x="413" y="22"/>
                </a:lnTo>
                <a:lnTo>
                  <a:pt x="413" y="23"/>
                </a:lnTo>
                <a:lnTo>
                  <a:pt x="413" y="24"/>
                </a:lnTo>
                <a:lnTo>
                  <a:pt x="413" y="25"/>
                </a:lnTo>
                <a:lnTo>
                  <a:pt x="414" y="25"/>
                </a:lnTo>
                <a:lnTo>
                  <a:pt x="414" y="26"/>
                </a:lnTo>
                <a:lnTo>
                  <a:pt x="415" y="26"/>
                </a:lnTo>
                <a:lnTo>
                  <a:pt x="415" y="27"/>
                </a:lnTo>
                <a:lnTo>
                  <a:pt x="418" y="29"/>
                </a:lnTo>
                <a:lnTo>
                  <a:pt x="420" y="29"/>
                </a:lnTo>
                <a:lnTo>
                  <a:pt x="423" y="29"/>
                </a:lnTo>
                <a:lnTo>
                  <a:pt x="423" y="30"/>
                </a:lnTo>
                <a:lnTo>
                  <a:pt x="424" y="30"/>
                </a:lnTo>
                <a:lnTo>
                  <a:pt x="425" y="30"/>
                </a:lnTo>
                <a:lnTo>
                  <a:pt x="427" y="30"/>
                </a:lnTo>
                <a:lnTo>
                  <a:pt x="427" y="31"/>
                </a:lnTo>
                <a:lnTo>
                  <a:pt x="428" y="31"/>
                </a:lnTo>
                <a:lnTo>
                  <a:pt x="429" y="31"/>
                </a:lnTo>
                <a:lnTo>
                  <a:pt x="430" y="31"/>
                </a:lnTo>
                <a:lnTo>
                  <a:pt x="431" y="31"/>
                </a:lnTo>
                <a:lnTo>
                  <a:pt x="432" y="31"/>
                </a:lnTo>
                <a:lnTo>
                  <a:pt x="432" y="32"/>
                </a:lnTo>
                <a:lnTo>
                  <a:pt x="433" y="32"/>
                </a:lnTo>
                <a:lnTo>
                  <a:pt x="433" y="31"/>
                </a:lnTo>
                <a:lnTo>
                  <a:pt x="434" y="31"/>
                </a:lnTo>
                <a:lnTo>
                  <a:pt x="435" y="31"/>
                </a:lnTo>
                <a:lnTo>
                  <a:pt x="436" y="31"/>
                </a:lnTo>
                <a:lnTo>
                  <a:pt x="438" y="31"/>
                </a:lnTo>
                <a:lnTo>
                  <a:pt x="438" y="30"/>
                </a:lnTo>
                <a:lnTo>
                  <a:pt x="439" y="30"/>
                </a:lnTo>
                <a:lnTo>
                  <a:pt x="442" y="30"/>
                </a:lnTo>
                <a:lnTo>
                  <a:pt x="443" y="30"/>
                </a:lnTo>
                <a:lnTo>
                  <a:pt x="443" y="29"/>
                </a:lnTo>
                <a:lnTo>
                  <a:pt x="444" y="29"/>
                </a:lnTo>
                <a:lnTo>
                  <a:pt x="444" y="28"/>
                </a:lnTo>
                <a:lnTo>
                  <a:pt x="445" y="28"/>
                </a:lnTo>
                <a:lnTo>
                  <a:pt x="445" y="27"/>
                </a:lnTo>
                <a:lnTo>
                  <a:pt x="446" y="27"/>
                </a:lnTo>
                <a:lnTo>
                  <a:pt x="446" y="26"/>
                </a:lnTo>
                <a:lnTo>
                  <a:pt x="447" y="26"/>
                </a:lnTo>
                <a:lnTo>
                  <a:pt x="447" y="27"/>
                </a:lnTo>
                <a:lnTo>
                  <a:pt x="448" y="27"/>
                </a:lnTo>
                <a:lnTo>
                  <a:pt x="448" y="28"/>
                </a:lnTo>
                <a:lnTo>
                  <a:pt x="449" y="28"/>
                </a:lnTo>
                <a:lnTo>
                  <a:pt x="449" y="29"/>
                </a:lnTo>
                <a:lnTo>
                  <a:pt x="452" y="34"/>
                </a:lnTo>
                <a:lnTo>
                  <a:pt x="452" y="37"/>
                </a:lnTo>
                <a:lnTo>
                  <a:pt x="452" y="38"/>
                </a:lnTo>
                <a:lnTo>
                  <a:pt x="453" y="40"/>
                </a:lnTo>
                <a:lnTo>
                  <a:pt x="453" y="42"/>
                </a:lnTo>
                <a:lnTo>
                  <a:pt x="454" y="43"/>
                </a:lnTo>
                <a:lnTo>
                  <a:pt x="455" y="45"/>
                </a:lnTo>
                <a:lnTo>
                  <a:pt x="455" y="46"/>
                </a:lnTo>
                <a:lnTo>
                  <a:pt x="456" y="48"/>
                </a:lnTo>
                <a:lnTo>
                  <a:pt x="456" y="49"/>
                </a:lnTo>
                <a:lnTo>
                  <a:pt x="457" y="51"/>
                </a:lnTo>
                <a:lnTo>
                  <a:pt x="458" y="54"/>
                </a:lnTo>
                <a:lnTo>
                  <a:pt x="459" y="56"/>
                </a:lnTo>
                <a:lnTo>
                  <a:pt x="460" y="59"/>
                </a:lnTo>
                <a:lnTo>
                  <a:pt x="461" y="60"/>
                </a:lnTo>
                <a:lnTo>
                  <a:pt x="462" y="64"/>
                </a:lnTo>
                <a:lnTo>
                  <a:pt x="462" y="65"/>
                </a:lnTo>
                <a:lnTo>
                  <a:pt x="462" y="70"/>
                </a:lnTo>
                <a:lnTo>
                  <a:pt x="463" y="72"/>
                </a:lnTo>
                <a:lnTo>
                  <a:pt x="463" y="78"/>
                </a:lnTo>
                <a:lnTo>
                  <a:pt x="463" y="79"/>
                </a:lnTo>
                <a:lnTo>
                  <a:pt x="463" y="80"/>
                </a:lnTo>
                <a:lnTo>
                  <a:pt x="464" y="82"/>
                </a:lnTo>
                <a:lnTo>
                  <a:pt x="465" y="86"/>
                </a:lnTo>
                <a:lnTo>
                  <a:pt x="465" y="89"/>
                </a:lnTo>
                <a:lnTo>
                  <a:pt x="466" y="89"/>
                </a:lnTo>
                <a:lnTo>
                  <a:pt x="466" y="91"/>
                </a:lnTo>
                <a:lnTo>
                  <a:pt x="467" y="91"/>
                </a:lnTo>
                <a:lnTo>
                  <a:pt x="468" y="91"/>
                </a:lnTo>
                <a:lnTo>
                  <a:pt x="469" y="91"/>
                </a:lnTo>
                <a:lnTo>
                  <a:pt x="470" y="91"/>
                </a:lnTo>
                <a:lnTo>
                  <a:pt x="469" y="91"/>
                </a:lnTo>
                <a:lnTo>
                  <a:pt x="469" y="92"/>
                </a:lnTo>
                <a:lnTo>
                  <a:pt x="470" y="93"/>
                </a:lnTo>
                <a:lnTo>
                  <a:pt x="470" y="94"/>
                </a:lnTo>
                <a:lnTo>
                  <a:pt x="471" y="95"/>
                </a:lnTo>
                <a:lnTo>
                  <a:pt x="470" y="96"/>
                </a:lnTo>
                <a:lnTo>
                  <a:pt x="470" y="97"/>
                </a:lnTo>
                <a:lnTo>
                  <a:pt x="471" y="97"/>
                </a:lnTo>
                <a:lnTo>
                  <a:pt x="472" y="98"/>
                </a:lnTo>
                <a:lnTo>
                  <a:pt x="471" y="98"/>
                </a:lnTo>
                <a:lnTo>
                  <a:pt x="471" y="99"/>
                </a:lnTo>
                <a:lnTo>
                  <a:pt x="472" y="99"/>
                </a:lnTo>
                <a:lnTo>
                  <a:pt x="473" y="99"/>
                </a:lnTo>
                <a:lnTo>
                  <a:pt x="473" y="100"/>
                </a:lnTo>
                <a:lnTo>
                  <a:pt x="472" y="100"/>
                </a:lnTo>
                <a:lnTo>
                  <a:pt x="471" y="101"/>
                </a:lnTo>
                <a:lnTo>
                  <a:pt x="468" y="99"/>
                </a:lnTo>
                <a:lnTo>
                  <a:pt x="464" y="99"/>
                </a:lnTo>
                <a:lnTo>
                  <a:pt x="462" y="100"/>
                </a:lnTo>
                <a:lnTo>
                  <a:pt x="461" y="100"/>
                </a:lnTo>
                <a:lnTo>
                  <a:pt x="461" y="101"/>
                </a:lnTo>
                <a:lnTo>
                  <a:pt x="459" y="104"/>
                </a:lnTo>
                <a:lnTo>
                  <a:pt x="458" y="105"/>
                </a:lnTo>
                <a:lnTo>
                  <a:pt x="457" y="107"/>
                </a:lnTo>
                <a:lnTo>
                  <a:pt x="456" y="107"/>
                </a:lnTo>
                <a:lnTo>
                  <a:pt x="456" y="108"/>
                </a:lnTo>
                <a:lnTo>
                  <a:pt x="455" y="108"/>
                </a:lnTo>
                <a:lnTo>
                  <a:pt x="455" y="109"/>
                </a:lnTo>
                <a:lnTo>
                  <a:pt x="453" y="110"/>
                </a:lnTo>
                <a:lnTo>
                  <a:pt x="452" y="110"/>
                </a:lnTo>
                <a:lnTo>
                  <a:pt x="451" y="111"/>
                </a:lnTo>
                <a:lnTo>
                  <a:pt x="450" y="111"/>
                </a:lnTo>
                <a:lnTo>
                  <a:pt x="450" y="112"/>
                </a:lnTo>
                <a:lnTo>
                  <a:pt x="449" y="112"/>
                </a:lnTo>
                <a:lnTo>
                  <a:pt x="448" y="113"/>
                </a:lnTo>
                <a:lnTo>
                  <a:pt x="448" y="114"/>
                </a:lnTo>
                <a:lnTo>
                  <a:pt x="447" y="115"/>
                </a:lnTo>
                <a:lnTo>
                  <a:pt x="446" y="116"/>
                </a:lnTo>
                <a:lnTo>
                  <a:pt x="445" y="118"/>
                </a:lnTo>
                <a:lnTo>
                  <a:pt x="444" y="119"/>
                </a:lnTo>
                <a:lnTo>
                  <a:pt x="443" y="120"/>
                </a:lnTo>
                <a:lnTo>
                  <a:pt x="442" y="121"/>
                </a:lnTo>
                <a:lnTo>
                  <a:pt x="442" y="122"/>
                </a:lnTo>
                <a:lnTo>
                  <a:pt x="441" y="123"/>
                </a:lnTo>
                <a:lnTo>
                  <a:pt x="441" y="124"/>
                </a:lnTo>
                <a:lnTo>
                  <a:pt x="440" y="125"/>
                </a:lnTo>
                <a:lnTo>
                  <a:pt x="439" y="125"/>
                </a:lnTo>
                <a:lnTo>
                  <a:pt x="438" y="125"/>
                </a:lnTo>
                <a:lnTo>
                  <a:pt x="437" y="124"/>
                </a:lnTo>
                <a:lnTo>
                  <a:pt x="436" y="123"/>
                </a:lnTo>
                <a:lnTo>
                  <a:pt x="436" y="122"/>
                </a:lnTo>
                <a:lnTo>
                  <a:pt x="436" y="121"/>
                </a:lnTo>
                <a:lnTo>
                  <a:pt x="435" y="121"/>
                </a:lnTo>
                <a:lnTo>
                  <a:pt x="435" y="120"/>
                </a:lnTo>
                <a:lnTo>
                  <a:pt x="434" y="120"/>
                </a:lnTo>
                <a:lnTo>
                  <a:pt x="434" y="119"/>
                </a:lnTo>
                <a:lnTo>
                  <a:pt x="433" y="119"/>
                </a:lnTo>
                <a:lnTo>
                  <a:pt x="433" y="118"/>
                </a:lnTo>
                <a:lnTo>
                  <a:pt x="435" y="119"/>
                </a:lnTo>
                <a:lnTo>
                  <a:pt x="434" y="117"/>
                </a:lnTo>
                <a:lnTo>
                  <a:pt x="433" y="118"/>
                </a:lnTo>
                <a:lnTo>
                  <a:pt x="432" y="117"/>
                </a:lnTo>
                <a:lnTo>
                  <a:pt x="432" y="116"/>
                </a:lnTo>
                <a:lnTo>
                  <a:pt x="432" y="115"/>
                </a:lnTo>
                <a:lnTo>
                  <a:pt x="433" y="114"/>
                </a:lnTo>
                <a:lnTo>
                  <a:pt x="433" y="113"/>
                </a:lnTo>
                <a:lnTo>
                  <a:pt x="432" y="112"/>
                </a:lnTo>
                <a:lnTo>
                  <a:pt x="431" y="111"/>
                </a:lnTo>
                <a:lnTo>
                  <a:pt x="431" y="110"/>
                </a:lnTo>
                <a:lnTo>
                  <a:pt x="432" y="110"/>
                </a:lnTo>
                <a:lnTo>
                  <a:pt x="432" y="109"/>
                </a:lnTo>
                <a:lnTo>
                  <a:pt x="433" y="109"/>
                </a:lnTo>
                <a:lnTo>
                  <a:pt x="433" y="108"/>
                </a:lnTo>
                <a:lnTo>
                  <a:pt x="434" y="108"/>
                </a:lnTo>
                <a:lnTo>
                  <a:pt x="434" y="107"/>
                </a:lnTo>
                <a:lnTo>
                  <a:pt x="435" y="107"/>
                </a:lnTo>
                <a:lnTo>
                  <a:pt x="436" y="108"/>
                </a:lnTo>
                <a:lnTo>
                  <a:pt x="437" y="108"/>
                </a:lnTo>
                <a:lnTo>
                  <a:pt x="439" y="108"/>
                </a:lnTo>
                <a:lnTo>
                  <a:pt x="441" y="108"/>
                </a:lnTo>
                <a:lnTo>
                  <a:pt x="440" y="107"/>
                </a:lnTo>
                <a:lnTo>
                  <a:pt x="439" y="106"/>
                </a:lnTo>
                <a:lnTo>
                  <a:pt x="441" y="105"/>
                </a:lnTo>
                <a:lnTo>
                  <a:pt x="442" y="105"/>
                </a:lnTo>
                <a:lnTo>
                  <a:pt x="442" y="104"/>
                </a:lnTo>
                <a:lnTo>
                  <a:pt x="442" y="103"/>
                </a:lnTo>
                <a:lnTo>
                  <a:pt x="441" y="103"/>
                </a:lnTo>
                <a:lnTo>
                  <a:pt x="442" y="102"/>
                </a:lnTo>
                <a:lnTo>
                  <a:pt x="442" y="101"/>
                </a:lnTo>
                <a:lnTo>
                  <a:pt x="443" y="100"/>
                </a:lnTo>
                <a:lnTo>
                  <a:pt x="445" y="100"/>
                </a:lnTo>
                <a:lnTo>
                  <a:pt x="446" y="100"/>
                </a:lnTo>
                <a:lnTo>
                  <a:pt x="446" y="99"/>
                </a:lnTo>
                <a:lnTo>
                  <a:pt x="445" y="100"/>
                </a:lnTo>
                <a:lnTo>
                  <a:pt x="444" y="100"/>
                </a:lnTo>
                <a:lnTo>
                  <a:pt x="443" y="100"/>
                </a:lnTo>
                <a:lnTo>
                  <a:pt x="441" y="100"/>
                </a:lnTo>
                <a:lnTo>
                  <a:pt x="441" y="101"/>
                </a:lnTo>
                <a:lnTo>
                  <a:pt x="441" y="102"/>
                </a:lnTo>
                <a:lnTo>
                  <a:pt x="441" y="104"/>
                </a:lnTo>
                <a:lnTo>
                  <a:pt x="441" y="105"/>
                </a:lnTo>
                <a:lnTo>
                  <a:pt x="440" y="105"/>
                </a:lnTo>
                <a:lnTo>
                  <a:pt x="439" y="106"/>
                </a:lnTo>
                <a:lnTo>
                  <a:pt x="438" y="105"/>
                </a:lnTo>
                <a:lnTo>
                  <a:pt x="437" y="105"/>
                </a:lnTo>
                <a:lnTo>
                  <a:pt x="438" y="104"/>
                </a:lnTo>
                <a:lnTo>
                  <a:pt x="437" y="104"/>
                </a:lnTo>
                <a:lnTo>
                  <a:pt x="435" y="104"/>
                </a:lnTo>
                <a:lnTo>
                  <a:pt x="434" y="105"/>
                </a:lnTo>
                <a:lnTo>
                  <a:pt x="433" y="104"/>
                </a:lnTo>
                <a:lnTo>
                  <a:pt x="432" y="104"/>
                </a:lnTo>
                <a:lnTo>
                  <a:pt x="430" y="105"/>
                </a:lnTo>
                <a:lnTo>
                  <a:pt x="429" y="105"/>
                </a:lnTo>
                <a:lnTo>
                  <a:pt x="428" y="106"/>
                </a:lnTo>
                <a:lnTo>
                  <a:pt x="427" y="106"/>
                </a:lnTo>
                <a:lnTo>
                  <a:pt x="425" y="106"/>
                </a:lnTo>
                <a:lnTo>
                  <a:pt x="425" y="107"/>
                </a:lnTo>
                <a:lnTo>
                  <a:pt x="424" y="107"/>
                </a:lnTo>
                <a:lnTo>
                  <a:pt x="424" y="106"/>
                </a:lnTo>
                <a:lnTo>
                  <a:pt x="424" y="105"/>
                </a:lnTo>
                <a:lnTo>
                  <a:pt x="423" y="105"/>
                </a:lnTo>
                <a:lnTo>
                  <a:pt x="422" y="105"/>
                </a:lnTo>
                <a:lnTo>
                  <a:pt x="421" y="106"/>
                </a:lnTo>
                <a:lnTo>
                  <a:pt x="420" y="106"/>
                </a:lnTo>
                <a:lnTo>
                  <a:pt x="418" y="106"/>
                </a:lnTo>
                <a:lnTo>
                  <a:pt x="419" y="107"/>
                </a:lnTo>
                <a:lnTo>
                  <a:pt x="421" y="106"/>
                </a:lnTo>
                <a:lnTo>
                  <a:pt x="421" y="107"/>
                </a:lnTo>
                <a:lnTo>
                  <a:pt x="422" y="108"/>
                </a:lnTo>
                <a:lnTo>
                  <a:pt x="423" y="108"/>
                </a:lnTo>
                <a:lnTo>
                  <a:pt x="423" y="109"/>
                </a:lnTo>
                <a:lnTo>
                  <a:pt x="424" y="108"/>
                </a:lnTo>
                <a:lnTo>
                  <a:pt x="424" y="109"/>
                </a:lnTo>
                <a:lnTo>
                  <a:pt x="425" y="112"/>
                </a:lnTo>
                <a:lnTo>
                  <a:pt x="427" y="113"/>
                </a:lnTo>
                <a:lnTo>
                  <a:pt x="427" y="112"/>
                </a:lnTo>
                <a:lnTo>
                  <a:pt x="428" y="112"/>
                </a:lnTo>
                <a:lnTo>
                  <a:pt x="428" y="113"/>
                </a:lnTo>
                <a:lnTo>
                  <a:pt x="429" y="114"/>
                </a:lnTo>
                <a:lnTo>
                  <a:pt x="430" y="114"/>
                </a:lnTo>
                <a:lnTo>
                  <a:pt x="430" y="115"/>
                </a:lnTo>
                <a:lnTo>
                  <a:pt x="430" y="116"/>
                </a:lnTo>
                <a:lnTo>
                  <a:pt x="431" y="117"/>
                </a:lnTo>
                <a:lnTo>
                  <a:pt x="431" y="118"/>
                </a:lnTo>
                <a:lnTo>
                  <a:pt x="434" y="121"/>
                </a:lnTo>
                <a:lnTo>
                  <a:pt x="434" y="122"/>
                </a:lnTo>
                <a:lnTo>
                  <a:pt x="434" y="123"/>
                </a:lnTo>
                <a:lnTo>
                  <a:pt x="434" y="124"/>
                </a:lnTo>
                <a:lnTo>
                  <a:pt x="433" y="124"/>
                </a:lnTo>
                <a:lnTo>
                  <a:pt x="432" y="122"/>
                </a:lnTo>
                <a:lnTo>
                  <a:pt x="431" y="122"/>
                </a:lnTo>
                <a:lnTo>
                  <a:pt x="430" y="122"/>
                </a:lnTo>
                <a:lnTo>
                  <a:pt x="430" y="123"/>
                </a:lnTo>
                <a:lnTo>
                  <a:pt x="429" y="124"/>
                </a:lnTo>
                <a:lnTo>
                  <a:pt x="428" y="125"/>
                </a:lnTo>
                <a:lnTo>
                  <a:pt x="428" y="126"/>
                </a:lnTo>
                <a:lnTo>
                  <a:pt x="428" y="127"/>
                </a:lnTo>
                <a:lnTo>
                  <a:pt x="429" y="128"/>
                </a:lnTo>
                <a:lnTo>
                  <a:pt x="429" y="129"/>
                </a:lnTo>
                <a:lnTo>
                  <a:pt x="429" y="130"/>
                </a:lnTo>
                <a:lnTo>
                  <a:pt x="429" y="133"/>
                </a:lnTo>
                <a:lnTo>
                  <a:pt x="427" y="135"/>
                </a:lnTo>
                <a:lnTo>
                  <a:pt x="427" y="134"/>
                </a:lnTo>
                <a:lnTo>
                  <a:pt x="427" y="135"/>
                </a:lnTo>
                <a:lnTo>
                  <a:pt x="425" y="135"/>
                </a:lnTo>
                <a:lnTo>
                  <a:pt x="424" y="136"/>
                </a:lnTo>
                <a:lnTo>
                  <a:pt x="425" y="136"/>
                </a:lnTo>
                <a:lnTo>
                  <a:pt x="424" y="137"/>
                </a:lnTo>
                <a:lnTo>
                  <a:pt x="423" y="138"/>
                </a:lnTo>
                <a:lnTo>
                  <a:pt x="422" y="139"/>
                </a:lnTo>
                <a:lnTo>
                  <a:pt x="421" y="139"/>
                </a:lnTo>
                <a:lnTo>
                  <a:pt x="421" y="140"/>
                </a:lnTo>
                <a:lnTo>
                  <a:pt x="420" y="140"/>
                </a:lnTo>
                <a:lnTo>
                  <a:pt x="419" y="140"/>
                </a:lnTo>
                <a:lnTo>
                  <a:pt x="420" y="140"/>
                </a:lnTo>
                <a:lnTo>
                  <a:pt x="420" y="141"/>
                </a:lnTo>
                <a:lnTo>
                  <a:pt x="421" y="140"/>
                </a:lnTo>
                <a:lnTo>
                  <a:pt x="422" y="140"/>
                </a:lnTo>
                <a:lnTo>
                  <a:pt x="422" y="141"/>
                </a:lnTo>
                <a:lnTo>
                  <a:pt x="421" y="142"/>
                </a:lnTo>
                <a:lnTo>
                  <a:pt x="420" y="143"/>
                </a:lnTo>
                <a:lnTo>
                  <a:pt x="420" y="145"/>
                </a:lnTo>
                <a:lnTo>
                  <a:pt x="419" y="146"/>
                </a:lnTo>
                <a:lnTo>
                  <a:pt x="418" y="147"/>
                </a:lnTo>
                <a:lnTo>
                  <a:pt x="417" y="147"/>
                </a:lnTo>
                <a:lnTo>
                  <a:pt x="416" y="148"/>
                </a:lnTo>
                <a:lnTo>
                  <a:pt x="414" y="149"/>
                </a:lnTo>
                <a:lnTo>
                  <a:pt x="415" y="150"/>
                </a:lnTo>
                <a:lnTo>
                  <a:pt x="414" y="150"/>
                </a:lnTo>
                <a:lnTo>
                  <a:pt x="413" y="149"/>
                </a:lnTo>
                <a:lnTo>
                  <a:pt x="412" y="148"/>
                </a:lnTo>
                <a:lnTo>
                  <a:pt x="411" y="148"/>
                </a:lnTo>
                <a:lnTo>
                  <a:pt x="410" y="148"/>
                </a:lnTo>
                <a:lnTo>
                  <a:pt x="408" y="149"/>
                </a:lnTo>
                <a:lnTo>
                  <a:pt x="406" y="150"/>
                </a:lnTo>
                <a:lnTo>
                  <a:pt x="404" y="153"/>
                </a:lnTo>
                <a:lnTo>
                  <a:pt x="403" y="153"/>
                </a:lnTo>
                <a:lnTo>
                  <a:pt x="402" y="155"/>
                </a:lnTo>
                <a:lnTo>
                  <a:pt x="402" y="156"/>
                </a:lnTo>
                <a:lnTo>
                  <a:pt x="403" y="156"/>
                </a:lnTo>
                <a:lnTo>
                  <a:pt x="403" y="157"/>
                </a:lnTo>
                <a:lnTo>
                  <a:pt x="403" y="158"/>
                </a:lnTo>
                <a:lnTo>
                  <a:pt x="402" y="158"/>
                </a:lnTo>
                <a:lnTo>
                  <a:pt x="402" y="159"/>
                </a:lnTo>
                <a:lnTo>
                  <a:pt x="403" y="161"/>
                </a:lnTo>
                <a:lnTo>
                  <a:pt x="403" y="162"/>
                </a:lnTo>
                <a:lnTo>
                  <a:pt x="404" y="162"/>
                </a:lnTo>
                <a:lnTo>
                  <a:pt x="405" y="163"/>
                </a:lnTo>
                <a:lnTo>
                  <a:pt x="405" y="164"/>
                </a:lnTo>
                <a:lnTo>
                  <a:pt x="406" y="164"/>
                </a:lnTo>
                <a:lnTo>
                  <a:pt x="406" y="165"/>
                </a:lnTo>
                <a:lnTo>
                  <a:pt x="405" y="166"/>
                </a:lnTo>
                <a:lnTo>
                  <a:pt x="404" y="168"/>
                </a:lnTo>
                <a:lnTo>
                  <a:pt x="403" y="168"/>
                </a:lnTo>
                <a:lnTo>
                  <a:pt x="402" y="169"/>
                </a:lnTo>
                <a:lnTo>
                  <a:pt x="401" y="170"/>
                </a:lnTo>
                <a:lnTo>
                  <a:pt x="400" y="170"/>
                </a:lnTo>
                <a:lnTo>
                  <a:pt x="400" y="169"/>
                </a:lnTo>
                <a:lnTo>
                  <a:pt x="399" y="169"/>
                </a:lnTo>
                <a:lnTo>
                  <a:pt x="398" y="169"/>
                </a:lnTo>
                <a:lnTo>
                  <a:pt x="397" y="170"/>
                </a:lnTo>
                <a:lnTo>
                  <a:pt x="396" y="171"/>
                </a:lnTo>
                <a:lnTo>
                  <a:pt x="396" y="172"/>
                </a:lnTo>
                <a:lnTo>
                  <a:pt x="396" y="173"/>
                </a:lnTo>
                <a:lnTo>
                  <a:pt x="396" y="174"/>
                </a:lnTo>
                <a:lnTo>
                  <a:pt x="397" y="175"/>
                </a:lnTo>
                <a:lnTo>
                  <a:pt x="397" y="177"/>
                </a:lnTo>
                <a:lnTo>
                  <a:pt x="397" y="179"/>
                </a:lnTo>
                <a:lnTo>
                  <a:pt x="397" y="181"/>
                </a:lnTo>
                <a:lnTo>
                  <a:pt x="395" y="184"/>
                </a:lnTo>
                <a:lnTo>
                  <a:pt x="395" y="185"/>
                </a:lnTo>
                <a:lnTo>
                  <a:pt x="394" y="185"/>
                </a:lnTo>
                <a:lnTo>
                  <a:pt x="395" y="186"/>
                </a:lnTo>
                <a:lnTo>
                  <a:pt x="394" y="186"/>
                </a:lnTo>
                <a:lnTo>
                  <a:pt x="394" y="188"/>
                </a:lnTo>
                <a:lnTo>
                  <a:pt x="393" y="189"/>
                </a:lnTo>
                <a:lnTo>
                  <a:pt x="393" y="190"/>
                </a:lnTo>
                <a:lnTo>
                  <a:pt x="393" y="191"/>
                </a:lnTo>
                <a:lnTo>
                  <a:pt x="392" y="192"/>
                </a:lnTo>
                <a:lnTo>
                  <a:pt x="391" y="193"/>
                </a:lnTo>
                <a:lnTo>
                  <a:pt x="390" y="193"/>
                </a:lnTo>
                <a:lnTo>
                  <a:pt x="390" y="194"/>
                </a:lnTo>
                <a:lnTo>
                  <a:pt x="389" y="196"/>
                </a:lnTo>
                <a:lnTo>
                  <a:pt x="389" y="197"/>
                </a:lnTo>
                <a:lnTo>
                  <a:pt x="389" y="198"/>
                </a:lnTo>
                <a:lnTo>
                  <a:pt x="388" y="199"/>
                </a:lnTo>
                <a:lnTo>
                  <a:pt x="388" y="200"/>
                </a:lnTo>
                <a:lnTo>
                  <a:pt x="388" y="201"/>
                </a:lnTo>
                <a:lnTo>
                  <a:pt x="387" y="201"/>
                </a:lnTo>
                <a:lnTo>
                  <a:pt x="386" y="201"/>
                </a:lnTo>
                <a:lnTo>
                  <a:pt x="385" y="202"/>
                </a:lnTo>
                <a:lnTo>
                  <a:pt x="384" y="202"/>
                </a:lnTo>
                <a:lnTo>
                  <a:pt x="384" y="203"/>
                </a:lnTo>
                <a:lnTo>
                  <a:pt x="384" y="204"/>
                </a:lnTo>
                <a:lnTo>
                  <a:pt x="383" y="204"/>
                </a:lnTo>
                <a:lnTo>
                  <a:pt x="382" y="204"/>
                </a:lnTo>
                <a:lnTo>
                  <a:pt x="383" y="205"/>
                </a:lnTo>
                <a:lnTo>
                  <a:pt x="384" y="206"/>
                </a:lnTo>
                <a:lnTo>
                  <a:pt x="384" y="207"/>
                </a:lnTo>
                <a:lnTo>
                  <a:pt x="384" y="208"/>
                </a:lnTo>
                <a:lnTo>
                  <a:pt x="384" y="209"/>
                </a:lnTo>
                <a:lnTo>
                  <a:pt x="384" y="210"/>
                </a:lnTo>
                <a:lnTo>
                  <a:pt x="384" y="211"/>
                </a:lnTo>
                <a:lnTo>
                  <a:pt x="383" y="211"/>
                </a:lnTo>
                <a:lnTo>
                  <a:pt x="382" y="211"/>
                </a:lnTo>
                <a:lnTo>
                  <a:pt x="382" y="212"/>
                </a:lnTo>
                <a:lnTo>
                  <a:pt x="383" y="213"/>
                </a:lnTo>
                <a:lnTo>
                  <a:pt x="384" y="214"/>
                </a:lnTo>
                <a:lnTo>
                  <a:pt x="384" y="213"/>
                </a:lnTo>
                <a:lnTo>
                  <a:pt x="384" y="212"/>
                </a:lnTo>
                <a:lnTo>
                  <a:pt x="385" y="212"/>
                </a:lnTo>
                <a:lnTo>
                  <a:pt x="385" y="211"/>
                </a:lnTo>
                <a:lnTo>
                  <a:pt x="384" y="210"/>
                </a:lnTo>
                <a:lnTo>
                  <a:pt x="385" y="210"/>
                </a:lnTo>
                <a:lnTo>
                  <a:pt x="385" y="209"/>
                </a:lnTo>
                <a:lnTo>
                  <a:pt x="385" y="207"/>
                </a:lnTo>
                <a:lnTo>
                  <a:pt x="384" y="207"/>
                </a:lnTo>
                <a:lnTo>
                  <a:pt x="384" y="206"/>
                </a:lnTo>
                <a:lnTo>
                  <a:pt x="385" y="206"/>
                </a:lnTo>
                <a:lnTo>
                  <a:pt x="386" y="206"/>
                </a:lnTo>
                <a:lnTo>
                  <a:pt x="387" y="206"/>
                </a:lnTo>
                <a:lnTo>
                  <a:pt x="387" y="210"/>
                </a:lnTo>
                <a:lnTo>
                  <a:pt x="386" y="210"/>
                </a:lnTo>
                <a:lnTo>
                  <a:pt x="386" y="211"/>
                </a:lnTo>
                <a:lnTo>
                  <a:pt x="386" y="212"/>
                </a:lnTo>
                <a:lnTo>
                  <a:pt x="386" y="215"/>
                </a:lnTo>
                <a:lnTo>
                  <a:pt x="386" y="220"/>
                </a:lnTo>
                <a:lnTo>
                  <a:pt x="386" y="222"/>
                </a:lnTo>
                <a:lnTo>
                  <a:pt x="386" y="223"/>
                </a:lnTo>
                <a:lnTo>
                  <a:pt x="384" y="223"/>
                </a:lnTo>
                <a:lnTo>
                  <a:pt x="381" y="224"/>
                </a:lnTo>
                <a:lnTo>
                  <a:pt x="380" y="225"/>
                </a:lnTo>
                <a:lnTo>
                  <a:pt x="380" y="226"/>
                </a:lnTo>
                <a:lnTo>
                  <a:pt x="379" y="227"/>
                </a:lnTo>
                <a:lnTo>
                  <a:pt x="379" y="228"/>
                </a:lnTo>
                <a:lnTo>
                  <a:pt x="379" y="229"/>
                </a:lnTo>
                <a:lnTo>
                  <a:pt x="378" y="230"/>
                </a:lnTo>
                <a:lnTo>
                  <a:pt x="378" y="231"/>
                </a:lnTo>
                <a:lnTo>
                  <a:pt x="377" y="234"/>
                </a:lnTo>
                <a:lnTo>
                  <a:pt x="376" y="235"/>
                </a:lnTo>
                <a:lnTo>
                  <a:pt x="376" y="236"/>
                </a:lnTo>
                <a:lnTo>
                  <a:pt x="376" y="239"/>
                </a:lnTo>
                <a:lnTo>
                  <a:pt x="376" y="241"/>
                </a:lnTo>
                <a:lnTo>
                  <a:pt x="376" y="242"/>
                </a:lnTo>
                <a:lnTo>
                  <a:pt x="376" y="243"/>
                </a:lnTo>
                <a:lnTo>
                  <a:pt x="376" y="245"/>
                </a:lnTo>
                <a:lnTo>
                  <a:pt x="376" y="248"/>
                </a:lnTo>
                <a:lnTo>
                  <a:pt x="376" y="250"/>
                </a:lnTo>
                <a:lnTo>
                  <a:pt x="376" y="251"/>
                </a:lnTo>
                <a:lnTo>
                  <a:pt x="376" y="252"/>
                </a:lnTo>
                <a:lnTo>
                  <a:pt x="377" y="254"/>
                </a:lnTo>
                <a:lnTo>
                  <a:pt x="377" y="255"/>
                </a:lnTo>
                <a:lnTo>
                  <a:pt x="377" y="256"/>
                </a:lnTo>
                <a:lnTo>
                  <a:pt x="376" y="255"/>
                </a:lnTo>
                <a:lnTo>
                  <a:pt x="375" y="255"/>
                </a:lnTo>
                <a:lnTo>
                  <a:pt x="375" y="256"/>
                </a:lnTo>
                <a:lnTo>
                  <a:pt x="373" y="256"/>
                </a:lnTo>
                <a:lnTo>
                  <a:pt x="371" y="257"/>
                </a:lnTo>
                <a:lnTo>
                  <a:pt x="371" y="258"/>
                </a:lnTo>
                <a:lnTo>
                  <a:pt x="370" y="258"/>
                </a:lnTo>
                <a:lnTo>
                  <a:pt x="371" y="258"/>
                </a:lnTo>
                <a:lnTo>
                  <a:pt x="369" y="260"/>
                </a:lnTo>
                <a:lnTo>
                  <a:pt x="368" y="260"/>
                </a:lnTo>
                <a:lnTo>
                  <a:pt x="368" y="259"/>
                </a:lnTo>
                <a:lnTo>
                  <a:pt x="367" y="259"/>
                </a:lnTo>
                <a:lnTo>
                  <a:pt x="367" y="260"/>
                </a:lnTo>
                <a:lnTo>
                  <a:pt x="368" y="260"/>
                </a:lnTo>
                <a:lnTo>
                  <a:pt x="368" y="261"/>
                </a:lnTo>
                <a:lnTo>
                  <a:pt x="368" y="262"/>
                </a:lnTo>
                <a:lnTo>
                  <a:pt x="369" y="264"/>
                </a:lnTo>
                <a:lnTo>
                  <a:pt x="369" y="265"/>
                </a:lnTo>
                <a:lnTo>
                  <a:pt x="368" y="265"/>
                </a:lnTo>
                <a:lnTo>
                  <a:pt x="367" y="266"/>
                </a:lnTo>
                <a:lnTo>
                  <a:pt x="367" y="267"/>
                </a:lnTo>
                <a:lnTo>
                  <a:pt x="365" y="267"/>
                </a:lnTo>
                <a:lnTo>
                  <a:pt x="364" y="267"/>
                </a:lnTo>
                <a:lnTo>
                  <a:pt x="362" y="267"/>
                </a:lnTo>
                <a:lnTo>
                  <a:pt x="362" y="268"/>
                </a:lnTo>
                <a:lnTo>
                  <a:pt x="362" y="269"/>
                </a:lnTo>
                <a:lnTo>
                  <a:pt x="362" y="270"/>
                </a:lnTo>
                <a:lnTo>
                  <a:pt x="362" y="271"/>
                </a:lnTo>
                <a:lnTo>
                  <a:pt x="363" y="272"/>
                </a:lnTo>
                <a:lnTo>
                  <a:pt x="364" y="272"/>
                </a:lnTo>
                <a:lnTo>
                  <a:pt x="365" y="272"/>
                </a:lnTo>
                <a:lnTo>
                  <a:pt x="365" y="273"/>
                </a:lnTo>
                <a:lnTo>
                  <a:pt x="366" y="272"/>
                </a:lnTo>
                <a:lnTo>
                  <a:pt x="367" y="273"/>
                </a:lnTo>
                <a:lnTo>
                  <a:pt x="368" y="273"/>
                </a:lnTo>
                <a:lnTo>
                  <a:pt x="369" y="274"/>
                </a:lnTo>
                <a:lnTo>
                  <a:pt x="370" y="274"/>
                </a:lnTo>
                <a:lnTo>
                  <a:pt x="372" y="274"/>
                </a:lnTo>
                <a:lnTo>
                  <a:pt x="373" y="274"/>
                </a:lnTo>
                <a:lnTo>
                  <a:pt x="373" y="275"/>
                </a:lnTo>
                <a:lnTo>
                  <a:pt x="373" y="276"/>
                </a:lnTo>
                <a:lnTo>
                  <a:pt x="375" y="275"/>
                </a:lnTo>
                <a:lnTo>
                  <a:pt x="375" y="274"/>
                </a:lnTo>
                <a:lnTo>
                  <a:pt x="376" y="274"/>
                </a:lnTo>
                <a:lnTo>
                  <a:pt x="377" y="274"/>
                </a:lnTo>
                <a:lnTo>
                  <a:pt x="378" y="273"/>
                </a:lnTo>
                <a:lnTo>
                  <a:pt x="376" y="271"/>
                </a:lnTo>
                <a:lnTo>
                  <a:pt x="375" y="270"/>
                </a:lnTo>
                <a:lnTo>
                  <a:pt x="375" y="269"/>
                </a:lnTo>
                <a:lnTo>
                  <a:pt x="376" y="269"/>
                </a:lnTo>
                <a:lnTo>
                  <a:pt x="376" y="268"/>
                </a:lnTo>
                <a:lnTo>
                  <a:pt x="375" y="266"/>
                </a:lnTo>
                <a:lnTo>
                  <a:pt x="374" y="265"/>
                </a:lnTo>
                <a:lnTo>
                  <a:pt x="374" y="264"/>
                </a:lnTo>
                <a:lnTo>
                  <a:pt x="373" y="263"/>
                </a:lnTo>
                <a:lnTo>
                  <a:pt x="373" y="262"/>
                </a:lnTo>
                <a:lnTo>
                  <a:pt x="373" y="261"/>
                </a:lnTo>
                <a:lnTo>
                  <a:pt x="373" y="260"/>
                </a:lnTo>
                <a:lnTo>
                  <a:pt x="373" y="259"/>
                </a:lnTo>
                <a:lnTo>
                  <a:pt x="373" y="258"/>
                </a:lnTo>
                <a:lnTo>
                  <a:pt x="373" y="257"/>
                </a:lnTo>
                <a:lnTo>
                  <a:pt x="374" y="257"/>
                </a:lnTo>
                <a:lnTo>
                  <a:pt x="374" y="256"/>
                </a:lnTo>
                <a:lnTo>
                  <a:pt x="375" y="256"/>
                </a:lnTo>
                <a:lnTo>
                  <a:pt x="376" y="256"/>
                </a:lnTo>
                <a:lnTo>
                  <a:pt x="377" y="257"/>
                </a:lnTo>
                <a:lnTo>
                  <a:pt x="377" y="258"/>
                </a:lnTo>
                <a:lnTo>
                  <a:pt x="377" y="261"/>
                </a:lnTo>
                <a:lnTo>
                  <a:pt x="378" y="264"/>
                </a:lnTo>
                <a:lnTo>
                  <a:pt x="378" y="265"/>
                </a:lnTo>
                <a:lnTo>
                  <a:pt x="379" y="268"/>
                </a:lnTo>
                <a:lnTo>
                  <a:pt x="380" y="270"/>
                </a:lnTo>
                <a:lnTo>
                  <a:pt x="380" y="272"/>
                </a:lnTo>
                <a:lnTo>
                  <a:pt x="381" y="273"/>
                </a:lnTo>
                <a:lnTo>
                  <a:pt x="381" y="274"/>
                </a:lnTo>
                <a:lnTo>
                  <a:pt x="381" y="275"/>
                </a:lnTo>
                <a:lnTo>
                  <a:pt x="382" y="275"/>
                </a:lnTo>
                <a:lnTo>
                  <a:pt x="383" y="275"/>
                </a:lnTo>
                <a:lnTo>
                  <a:pt x="383" y="276"/>
                </a:lnTo>
                <a:lnTo>
                  <a:pt x="383" y="277"/>
                </a:lnTo>
                <a:lnTo>
                  <a:pt x="382" y="277"/>
                </a:lnTo>
                <a:lnTo>
                  <a:pt x="382" y="276"/>
                </a:lnTo>
                <a:lnTo>
                  <a:pt x="381" y="276"/>
                </a:lnTo>
                <a:lnTo>
                  <a:pt x="380" y="276"/>
                </a:lnTo>
                <a:lnTo>
                  <a:pt x="379" y="277"/>
                </a:lnTo>
                <a:lnTo>
                  <a:pt x="378" y="277"/>
                </a:lnTo>
                <a:lnTo>
                  <a:pt x="378" y="278"/>
                </a:lnTo>
                <a:lnTo>
                  <a:pt x="378" y="279"/>
                </a:lnTo>
                <a:lnTo>
                  <a:pt x="378" y="278"/>
                </a:lnTo>
                <a:lnTo>
                  <a:pt x="377" y="278"/>
                </a:lnTo>
                <a:lnTo>
                  <a:pt x="376" y="278"/>
                </a:lnTo>
                <a:lnTo>
                  <a:pt x="375" y="278"/>
                </a:lnTo>
                <a:lnTo>
                  <a:pt x="374" y="279"/>
                </a:lnTo>
                <a:lnTo>
                  <a:pt x="374" y="280"/>
                </a:lnTo>
                <a:lnTo>
                  <a:pt x="373" y="281"/>
                </a:lnTo>
                <a:lnTo>
                  <a:pt x="373" y="280"/>
                </a:lnTo>
                <a:lnTo>
                  <a:pt x="372" y="279"/>
                </a:lnTo>
                <a:lnTo>
                  <a:pt x="371" y="279"/>
                </a:lnTo>
                <a:lnTo>
                  <a:pt x="370" y="279"/>
                </a:lnTo>
                <a:lnTo>
                  <a:pt x="369" y="280"/>
                </a:lnTo>
                <a:lnTo>
                  <a:pt x="368" y="280"/>
                </a:lnTo>
                <a:lnTo>
                  <a:pt x="368" y="281"/>
                </a:lnTo>
                <a:lnTo>
                  <a:pt x="368" y="282"/>
                </a:lnTo>
                <a:lnTo>
                  <a:pt x="367" y="284"/>
                </a:lnTo>
                <a:lnTo>
                  <a:pt x="366" y="285"/>
                </a:lnTo>
                <a:lnTo>
                  <a:pt x="366" y="287"/>
                </a:lnTo>
                <a:lnTo>
                  <a:pt x="366" y="288"/>
                </a:lnTo>
                <a:lnTo>
                  <a:pt x="365" y="288"/>
                </a:lnTo>
                <a:lnTo>
                  <a:pt x="364" y="288"/>
                </a:lnTo>
                <a:lnTo>
                  <a:pt x="363" y="289"/>
                </a:lnTo>
                <a:lnTo>
                  <a:pt x="363" y="291"/>
                </a:lnTo>
                <a:lnTo>
                  <a:pt x="362" y="292"/>
                </a:lnTo>
                <a:lnTo>
                  <a:pt x="362" y="293"/>
                </a:lnTo>
                <a:lnTo>
                  <a:pt x="362" y="297"/>
                </a:lnTo>
                <a:lnTo>
                  <a:pt x="362" y="298"/>
                </a:lnTo>
                <a:lnTo>
                  <a:pt x="362" y="299"/>
                </a:lnTo>
                <a:lnTo>
                  <a:pt x="360" y="301"/>
                </a:lnTo>
                <a:lnTo>
                  <a:pt x="359" y="302"/>
                </a:lnTo>
                <a:lnTo>
                  <a:pt x="360" y="303"/>
                </a:lnTo>
                <a:lnTo>
                  <a:pt x="359" y="303"/>
                </a:lnTo>
                <a:lnTo>
                  <a:pt x="358" y="302"/>
                </a:lnTo>
                <a:lnTo>
                  <a:pt x="358" y="301"/>
                </a:lnTo>
                <a:lnTo>
                  <a:pt x="357" y="301"/>
                </a:lnTo>
                <a:lnTo>
                  <a:pt x="356" y="301"/>
                </a:lnTo>
                <a:lnTo>
                  <a:pt x="356" y="300"/>
                </a:lnTo>
                <a:lnTo>
                  <a:pt x="355" y="300"/>
                </a:lnTo>
                <a:lnTo>
                  <a:pt x="353" y="300"/>
                </a:lnTo>
                <a:lnTo>
                  <a:pt x="353" y="301"/>
                </a:lnTo>
                <a:lnTo>
                  <a:pt x="352" y="301"/>
                </a:lnTo>
                <a:lnTo>
                  <a:pt x="351" y="301"/>
                </a:lnTo>
                <a:lnTo>
                  <a:pt x="350" y="301"/>
                </a:lnTo>
                <a:lnTo>
                  <a:pt x="350" y="302"/>
                </a:lnTo>
                <a:lnTo>
                  <a:pt x="349" y="302"/>
                </a:lnTo>
                <a:lnTo>
                  <a:pt x="349" y="303"/>
                </a:lnTo>
                <a:lnTo>
                  <a:pt x="348" y="303"/>
                </a:lnTo>
                <a:lnTo>
                  <a:pt x="348" y="302"/>
                </a:lnTo>
                <a:lnTo>
                  <a:pt x="347" y="301"/>
                </a:lnTo>
                <a:lnTo>
                  <a:pt x="346" y="301"/>
                </a:lnTo>
                <a:lnTo>
                  <a:pt x="345" y="301"/>
                </a:lnTo>
                <a:lnTo>
                  <a:pt x="344" y="301"/>
                </a:lnTo>
                <a:lnTo>
                  <a:pt x="342" y="302"/>
                </a:lnTo>
                <a:lnTo>
                  <a:pt x="342" y="301"/>
                </a:lnTo>
                <a:lnTo>
                  <a:pt x="343" y="301"/>
                </a:lnTo>
                <a:lnTo>
                  <a:pt x="344" y="301"/>
                </a:lnTo>
                <a:lnTo>
                  <a:pt x="344" y="300"/>
                </a:lnTo>
                <a:lnTo>
                  <a:pt x="346" y="299"/>
                </a:lnTo>
                <a:lnTo>
                  <a:pt x="346" y="298"/>
                </a:lnTo>
                <a:lnTo>
                  <a:pt x="347" y="298"/>
                </a:lnTo>
                <a:lnTo>
                  <a:pt x="348" y="298"/>
                </a:lnTo>
                <a:lnTo>
                  <a:pt x="348" y="297"/>
                </a:lnTo>
                <a:lnTo>
                  <a:pt x="350" y="298"/>
                </a:lnTo>
                <a:lnTo>
                  <a:pt x="351" y="298"/>
                </a:lnTo>
                <a:lnTo>
                  <a:pt x="352" y="298"/>
                </a:lnTo>
                <a:lnTo>
                  <a:pt x="353" y="297"/>
                </a:lnTo>
                <a:lnTo>
                  <a:pt x="354" y="297"/>
                </a:lnTo>
                <a:lnTo>
                  <a:pt x="355" y="298"/>
                </a:lnTo>
                <a:lnTo>
                  <a:pt x="356" y="298"/>
                </a:lnTo>
                <a:lnTo>
                  <a:pt x="357" y="298"/>
                </a:lnTo>
                <a:lnTo>
                  <a:pt x="357" y="297"/>
                </a:lnTo>
                <a:lnTo>
                  <a:pt x="357" y="296"/>
                </a:lnTo>
                <a:lnTo>
                  <a:pt x="358" y="296"/>
                </a:lnTo>
                <a:lnTo>
                  <a:pt x="359" y="296"/>
                </a:lnTo>
                <a:lnTo>
                  <a:pt x="358" y="296"/>
                </a:lnTo>
                <a:lnTo>
                  <a:pt x="358" y="297"/>
                </a:lnTo>
                <a:lnTo>
                  <a:pt x="359" y="298"/>
                </a:lnTo>
                <a:lnTo>
                  <a:pt x="359" y="297"/>
                </a:lnTo>
                <a:lnTo>
                  <a:pt x="359" y="296"/>
                </a:lnTo>
                <a:lnTo>
                  <a:pt x="360" y="296"/>
                </a:lnTo>
                <a:lnTo>
                  <a:pt x="360" y="295"/>
                </a:lnTo>
                <a:lnTo>
                  <a:pt x="358" y="294"/>
                </a:lnTo>
                <a:lnTo>
                  <a:pt x="357" y="294"/>
                </a:lnTo>
                <a:lnTo>
                  <a:pt x="355" y="294"/>
                </a:lnTo>
                <a:lnTo>
                  <a:pt x="355" y="295"/>
                </a:lnTo>
                <a:lnTo>
                  <a:pt x="356" y="296"/>
                </a:lnTo>
                <a:lnTo>
                  <a:pt x="356" y="297"/>
                </a:lnTo>
                <a:lnTo>
                  <a:pt x="355" y="297"/>
                </a:lnTo>
                <a:lnTo>
                  <a:pt x="354" y="297"/>
                </a:lnTo>
                <a:lnTo>
                  <a:pt x="353" y="297"/>
                </a:lnTo>
                <a:lnTo>
                  <a:pt x="352" y="297"/>
                </a:lnTo>
                <a:lnTo>
                  <a:pt x="351" y="297"/>
                </a:lnTo>
                <a:lnTo>
                  <a:pt x="351" y="298"/>
                </a:lnTo>
                <a:lnTo>
                  <a:pt x="350" y="297"/>
                </a:lnTo>
                <a:lnTo>
                  <a:pt x="349" y="297"/>
                </a:lnTo>
                <a:lnTo>
                  <a:pt x="348" y="297"/>
                </a:lnTo>
                <a:lnTo>
                  <a:pt x="347" y="297"/>
                </a:lnTo>
                <a:lnTo>
                  <a:pt x="344" y="299"/>
                </a:lnTo>
                <a:lnTo>
                  <a:pt x="342" y="301"/>
                </a:lnTo>
                <a:lnTo>
                  <a:pt x="341" y="301"/>
                </a:lnTo>
                <a:lnTo>
                  <a:pt x="342" y="302"/>
                </a:lnTo>
                <a:lnTo>
                  <a:pt x="342" y="303"/>
                </a:lnTo>
                <a:lnTo>
                  <a:pt x="341" y="303"/>
                </a:lnTo>
                <a:lnTo>
                  <a:pt x="340" y="304"/>
                </a:lnTo>
                <a:lnTo>
                  <a:pt x="339" y="304"/>
                </a:lnTo>
                <a:lnTo>
                  <a:pt x="338" y="304"/>
                </a:lnTo>
                <a:lnTo>
                  <a:pt x="338" y="303"/>
                </a:lnTo>
                <a:lnTo>
                  <a:pt x="336" y="303"/>
                </a:lnTo>
                <a:lnTo>
                  <a:pt x="336" y="302"/>
                </a:lnTo>
                <a:lnTo>
                  <a:pt x="334" y="302"/>
                </a:lnTo>
                <a:lnTo>
                  <a:pt x="333" y="302"/>
                </a:lnTo>
                <a:lnTo>
                  <a:pt x="332" y="303"/>
                </a:lnTo>
                <a:lnTo>
                  <a:pt x="331" y="303"/>
                </a:lnTo>
                <a:lnTo>
                  <a:pt x="330" y="304"/>
                </a:lnTo>
                <a:lnTo>
                  <a:pt x="329" y="305"/>
                </a:lnTo>
                <a:lnTo>
                  <a:pt x="326" y="307"/>
                </a:lnTo>
                <a:lnTo>
                  <a:pt x="324" y="310"/>
                </a:lnTo>
                <a:lnTo>
                  <a:pt x="323" y="311"/>
                </a:lnTo>
                <a:lnTo>
                  <a:pt x="322" y="311"/>
                </a:lnTo>
                <a:lnTo>
                  <a:pt x="322" y="310"/>
                </a:lnTo>
                <a:lnTo>
                  <a:pt x="321" y="310"/>
                </a:lnTo>
                <a:lnTo>
                  <a:pt x="320" y="311"/>
                </a:lnTo>
                <a:lnTo>
                  <a:pt x="320" y="312"/>
                </a:lnTo>
                <a:lnTo>
                  <a:pt x="319" y="312"/>
                </a:lnTo>
                <a:lnTo>
                  <a:pt x="317" y="313"/>
                </a:lnTo>
                <a:lnTo>
                  <a:pt x="316" y="315"/>
                </a:lnTo>
                <a:lnTo>
                  <a:pt x="315" y="315"/>
                </a:lnTo>
                <a:lnTo>
                  <a:pt x="315" y="316"/>
                </a:lnTo>
                <a:lnTo>
                  <a:pt x="314" y="317"/>
                </a:lnTo>
                <a:lnTo>
                  <a:pt x="314" y="319"/>
                </a:lnTo>
                <a:lnTo>
                  <a:pt x="313" y="319"/>
                </a:lnTo>
                <a:lnTo>
                  <a:pt x="313" y="320"/>
                </a:lnTo>
                <a:lnTo>
                  <a:pt x="312" y="320"/>
                </a:lnTo>
                <a:lnTo>
                  <a:pt x="311" y="320"/>
                </a:lnTo>
                <a:lnTo>
                  <a:pt x="310" y="320"/>
                </a:lnTo>
                <a:lnTo>
                  <a:pt x="310" y="321"/>
                </a:lnTo>
                <a:lnTo>
                  <a:pt x="309" y="322"/>
                </a:lnTo>
                <a:lnTo>
                  <a:pt x="308" y="323"/>
                </a:lnTo>
                <a:lnTo>
                  <a:pt x="307" y="324"/>
                </a:lnTo>
                <a:lnTo>
                  <a:pt x="307" y="326"/>
                </a:lnTo>
                <a:lnTo>
                  <a:pt x="306" y="327"/>
                </a:lnTo>
                <a:lnTo>
                  <a:pt x="305" y="328"/>
                </a:lnTo>
                <a:lnTo>
                  <a:pt x="304" y="328"/>
                </a:lnTo>
                <a:lnTo>
                  <a:pt x="304" y="327"/>
                </a:lnTo>
                <a:lnTo>
                  <a:pt x="303" y="327"/>
                </a:lnTo>
                <a:lnTo>
                  <a:pt x="303" y="328"/>
                </a:lnTo>
                <a:lnTo>
                  <a:pt x="302" y="328"/>
                </a:lnTo>
                <a:lnTo>
                  <a:pt x="301" y="329"/>
                </a:lnTo>
                <a:lnTo>
                  <a:pt x="300" y="332"/>
                </a:lnTo>
                <a:lnTo>
                  <a:pt x="299" y="333"/>
                </a:lnTo>
                <a:lnTo>
                  <a:pt x="298" y="334"/>
                </a:lnTo>
                <a:lnTo>
                  <a:pt x="298" y="338"/>
                </a:lnTo>
                <a:lnTo>
                  <a:pt x="297" y="338"/>
                </a:lnTo>
                <a:lnTo>
                  <a:pt x="297" y="339"/>
                </a:lnTo>
                <a:lnTo>
                  <a:pt x="297" y="340"/>
                </a:lnTo>
                <a:lnTo>
                  <a:pt x="296" y="340"/>
                </a:lnTo>
                <a:lnTo>
                  <a:pt x="296" y="341"/>
                </a:lnTo>
                <a:lnTo>
                  <a:pt x="296" y="342"/>
                </a:lnTo>
                <a:lnTo>
                  <a:pt x="295" y="345"/>
                </a:lnTo>
                <a:lnTo>
                  <a:pt x="294" y="350"/>
                </a:lnTo>
                <a:lnTo>
                  <a:pt x="294" y="353"/>
                </a:lnTo>
                <a:lnTo>
                  <a:pt x="294" y="354"/>
                </a:lnTo>
                <a:lnTo>
                  <a:pt x="294" y="356"/>
                </a:lnTo>
                <a:lnTo>
                  <a:pt x="293" y="356"/>
                </a:lnTo>
                <a:lnTo>
                  <a:pt x="292" y="356"/>
                </a:lnTo>
                <a:lnTo>
                  <a:pt x="292" y="355"/>
                </a:lnTo>
                <a:lnTo>
                  <a:pt x="292" y="354"/>
                </a:lnTo>
                <a:lnTo>
                  <a:pt x="293" y="354"/>
                </a:lnTo>
                <a:lnTo>
                  <a:pt x="293" y="353"/>
                </a:lnTo>
                <a:lnTo>
                  <a:pt x="293" y="352"/>
                </a:lnTo>
                <a:lnTo>
                  <a:pt x="292" y="351"/>
                </a:lnTo>
                <a:lnTo>
                  <a:pt x="291" y="349"/>
                </a:lnTo>
                <a:lnTo>
                  <a:pt x="290" y="349"/>
                </a:lnTo>
                <a:lnTo>
                  <a:pt x="289" y="350"/>
                </a:lnTo>
                <a:lnTo>
                  <a:pt x="288" y="351"/>
                </a:lnTo>
                <a:lnTo>
                  <a:pt x="288" y="352"/>
                </a:lnTo>
                <a:lnTo>
                  <a:pt x="288" y="353"/>
                </a:lnTo>
                <a:lnTo>
                  <a:pt x="288" y="354"/>
                </a:lnTo>
                <a:lnTo>
                  <a:pt x="289" y="354"/>
                </a:lnTo>
                <a:lnTo>
                  <a:pt x="290" y="354"/>
                </a:lnTo>
                <a:lnTo>
                  <a:pt x="290" y="355"/>
                </a:lnTo>
                <a:lnTo>
                  <a:pt x="289" y="355"/>
                </a:lnTo>
                <a:lnTo>
                  <a:pt x="287" y="355"/>
                </a:lnTo>
                <a:lnTo>
                  <a:pt x="287" y="356"/>
                </a:lnTo>
                <a:lnTo>
                  <a:pt x="286" y="357"/>
                </a:lnTo>
                <a:lnTo>
                  <a:pt x="286" y="358"/>
                </a:lnTo>
                <a:lnTo>
                  <a:pt x="287" y="358"/>
                </a:lnTo>
                <a:lnTo>
                  <a:pt x="287" y="357"/>
                </a:lnTo>
                <a:lnTo>
                  <a:pt x="287" y="356"/>
                </a:lnTo>
                <a:lnTo>
                  <a:pt x="287" y="355"/>
                </a:lnTo>
                <a:lnTo>
                  <a:pt x="288" y="355"/>
                </a:lnTo>
                <a:lnTo>
                  <a:pt x="288" y="356"/>
                </a:lnTo>
                <a:lnTo>
                  <a:pt x="289" y="356"/>
                </a:lnTo>
                <a:lnTo>
                  <a:pt x="290" y="357"/>
                </a:lnTo>
                <a:lnTo>
                  <a:pt x="291" y="357"/>
                </a:lnTo>
                <a:lnTo>
                  <a:pt x="292" y="357"/>
                </a:lnTo>
                <a:lnTo>
                  <a:pt x="292" y="358"/>
                </a:lnTo>
                <a:lnTo>
                  <a:pt x="291" y="358"/>
                </a:lnTo>
                <a:lnTo>
                  <a:pt x="291" y="359"/>
                </a:lnTo>
                <a:lnTo>
                  <a:pt x="291" y="360"/>
                </a:lnTo>
                <a:lnTo>
                  <a:pt x="290" y="361"/>
                </a:lnTo>
                <a:lnTo>
                  <a:pt x="288" y="361"/>
                </a:lnTo>
                <a:lnTo>
                  <a:pt x="287" y="361"/>
                </a:lnTo>
                <a:lnTo>
                  <a:pt x="286" y="361"/>
                </a:lnTo>
                <a:lnTo>
                  <a:pt x="285" y="361"/>
                </a:lnTo>
                <a:lnTo>
                  <a:pt x="284" y="362"/>
                </a:lnTo>
                <a:lnTo>
                  <a:pt x="283" y="363"/>
                </a:lnTo>
                <a:lnTo>
                  <a:pt x="281" y="364"/>
                </a:lnTo>
                <a:lnTo>
                  <a:pt x="280" y="363"/>
                </a:lnTo>
                <a:lnTo>
                  <a:pt x="280" y="362"/>
                </a:lnTo>
                <a:lnTo>
                  <a:pt x="279" y="362"/>
                </a:lnTo>
                <a:lnTo>
                  <a:pt x="278" y="361"/>
                </a:lnTo>
                <a:lnTo>
                  <a:pt x="277" y="362"/>
                </a:lnTo>
                <a:lnTo>
                  <a:pt x="276" y="362"/>
                </a:lnTo>
                <a:lnTo>
                  <a:pt x="275" y="362"/>
                </a:lnTo>
                <a:lnTo>
                  <a:pt x="274" y="361"/>
                </a:lnTo>
                <a:lnTo>
                  <a:pt x="274" y="360"/>
                </a:lnTo>
                <a:lnTo>
                  <a:pt x="274" y="359"/>
                </a:lnTo>
                <a:lnTo>
                  <a:pt x="274" y="358"/>
                </a:lnTo>
                <a:lnTo>
                  <a:pt x="273" y="357"/>
                </a:lnTo>
                <a:lnTo>
                  <a:pt x="274" y="357"/>
                </a:lnTo>
                <a:lnTo>
                  <a:pt x="275" y="357"/>
                </a:lnTo>
                <a:lnTo>
                  <a:pt x="276" y="358"/>
                </a:lnTo>
                <a:lnTo>
                  <a:pt x="277" y="359"/>
                </a:lnTo>
                <a:lnTo>
                  <a:pt x="278" y="359"/>
                </a:lnTo>
                <a:lnTo>
                  <a:pt x="281" y="359"/>
                </a:lnTo>
                <a:lnTo>
                  <a:pt x="284" y="357"/>
                </a:lnTo>
                <a:lnTo>
                  <a:pt x="285" y="355"/>
                </a:lnTo>
                <a:lnTo>
                  <a:pt x="285" y="354"/>
                </a:lnTo>
                <a:lnTo>
                  <a:pt x="285" y="353"/>
                </a:lnTo>
                <a:lnTo>
                  <a:pt x="286" y="352"/>
                </a:lnTo>
                <a:lnTo>
                  <a:pt x="286" y="351"/>
                </a:lnTo>
                <a:lnTo>
                  <a:pt x="286" y="350"/>
                </a:lnTo>
                <a:lnTo>
                  <a:pt x="285" y="349"/>
                </a:lnTo>
                <a:lnTo>
                  <a:pt x="284" y="349"/>
                </a:lnTo>
                <a:lnTo>
                  <a:pt x="283" y="349"/>
                </a:lnTo>
                <a:lnTo>
                  <a:pt x="283" y="350"/>
                </a:lnTo>
                <a:lnTo>
                  <a:pt x="284" y="350"/>
                </a:lnTo>
                <a:lnTo>
                  <a:pt x="283" y="351"/>
                </a:lnTo>
                <a:lnTo>
                  <a:pt x="283" y="352"/>
                </a:lnTo>
                <a:lnTo>
                  <a:pt x="282" y="352"/>
                </a:lnTo>
                <a:lnTo>
                  <a:pt x="281" y="352"/>
                </a:lnTo>
                <a:lnTo>
                  <a:pt x="280" y="352"/>
                </a:lnTo>
                <a:lnTo>
                  <a:pt x="279" y="352"/>
                </a:lnTo>
                <a:lnTo>
                  <a:pt x="278" y="352"/>
                </a:lnTo>
                <a:lnTo>
                  <a:pt x="277" y="352"/>
                </a:lnTo>
                <a:lnTo>
                  <a:pt x="277" y="353"/>
                </a:lnTo>
                <a:lnTo>
                  <a:pt x="276" y="354"/>
                </a:lnTo>
                <a:lnTo>
                  <a:pt x="276" y="355"/>
                </a:lnTo>
                <a:lnTo>
                  <a:pt x="275" y="355"/>
                </a:lnTo>
                <a:lnTo>
                  <a:pt x="274" y="356"/>
                </a:lnTo>
                <a:lnTo>
                  <a:pt x="274" y="357"/>
                </a:lnTo>
                <a:lnTo>
                  <a:pt x="271" y="357"/>
                </a:lnTo>
                <a:lnTo>
                  <a:pt x="268" y="356"/>
                </a:lnTo>
                <a:lnTo>
                  <a:pt x="267" y="356"/>
                </a:lnTo>
                <a:lnTo>
                  <a:pt x="266" y="356"/>
                </a:lnTo>
                <a:lnTo>
                  <a:pt x="265" y="356"/>
                </a:lnTo>
                <a:lnTo>
                  <a:pt x="264" y="356"/>
                </a:lnTo>
                <a:lnTo>
                  <a:pt x="263" y="356"/>
                </a:lnTo>
                <a:lnTo>
                  <a:pt x="262" y="356"/>
                </a:lnTo>
                <a:lnTo>
                  <a:pt x="261" y="357"/>
                </a:lnTo>
                <a:lnTo>
                  <a:pt x="258" y="358"/>
                </a:lnTo>
                <a:lnTo>
                  <a:pt x="256" y="359"/>
                </a:lnTo>
                <a:lnTo>
                  <a:pt x="255" y="360"/>
                </a:lnTo>
                <a:lnTo>
                  <a:pt x="254" y="360"/>
                </a:lnTo>
                <a:lnTo>
                  <a:pt x="253" y="361"/>
                </a:lnTo>
                <a:lnTo>
                  <a:pt x="252" y="362"/>
                </a:lnTo>
                <a:lnTo>
                  <a:pt x="250" y="362"/>
                </a:lnTo>
                <a:lnTo>
                  <a:pt x="248" y="363"/>
                </a:lnTo>
                <a:lnTo>
                  <a:pt x="247" y="364"/>
                </a:lnTo>
                <a:lnTo>
                  <a:pt x="246" y="364"/>
                </a:lnTo>
                <a:lnTo>
                  <a:pt x="245" y="365"/>
                </a:lnTo>
                <a:lnTo>
                  <a:pt x="244" y="364"/>
                </a:lnTo>
                <a:lnTo>
                  <a:pt x="244" y="362"/>
                </a:lnTo>
                <a:lnTo>
                  <a:pt x="244" y="361"/>
                </a:lnTo>
                <a:lnTo>
                  <a:pt x="243" y="361"/>
                </a:lnTo>
                <a:lnTo>
                  <a:pt x="242" y="360"/>
                </a:lnTo>
                <a:lnTo>
                  <a:pt x="241" y="360"/>
                </a:lnTo>
                <a:lnTo>
                  <a:pt x="240" y="360"/>
                </a:lnTo>
                <a:lnTo>
                  <a:pt x="238" y="360"/>
                </a:lnTo>
                <a:lnTo>
                  <a:pt x="237" y="361"/>
                </a:lnTo>
                <a:lnTo>
                  <a:pt x="236" y="361"/>
                </a:lnTo>
                <a:lnTo>
                  <a:pt x="235" y="362"/>
                </a:lnTo>
                <a:lnTo>
                  <a:pt x="234" y="362"/>
                </a:lnTo>
                <a:lnTo>
                  <a:pt x="234" y="363"/>
                </a:lnTo>
                <a:lnTo>
                  <a:pt x="233" y="364"/>
                </a:lnTo>
                <a:lnTo>
                  <a:pt x="232" y="365"/>
                </a:lnTo>
                <a:lnTo>
                  <a:pt x="231" y="368"/>
                </a:lnTo>
                <a:lnTo>
                  <a:pt x="229" y="372"/>
                </a:lnTo>
                <a:lnTo>
                  <a:pt x="229" y="373"/>
                </a:lnTo>
                <a:lnTo>
                  <a:pt x="228" y="374"/>
                </a:lnTo>
                <a:lnTo>
                  <a:pt x="228" y="376"/>
                </a:lnTo>
                <a:lnTo>
                  <a:pt x="227" y="378"/>
                </a:lnTo>
                <a:lnTo>
                  <a:pt x="227" y="379"/>
                </a:lnTo>
                <a:lnTo>
                  <a:pt x="226" y="382"/>
                </a:lnTo>
                <a:lnTo>
                  <a:pt x="226" y="385"/>
                </a:lnTo>
                <a:lnTo>
                  <a:pt x="226" y="386"/>
                </a:lnTo>
                <a:lnTo>
                  <a:pt x="227" y="386"/>
                </a:lnTo>
                <a:lnTo>
                  <a:pt x="228" y="386"/>
                </a:lnTo>
                <a:lnTo>
                  <a:pt x="229" y="386"/>
                </a:lnTo>
                <a:lnTo>
                  <a:pt x="228" y="387"/>
                </a:lnTo>
                <a:lnTo>
                  <a:pt x="227" y="387"/>
                </a:lnTo>
                <a:lnTo>
                  <a:pt x="227" y="386"/>
                </a:lnTo>
                <a:lnTo>
                  <a:pt x="227" y="387"/>
                </a:lnTo>
                <a:lnTo>
                  <a:pt x="226" y="387"/>
                </a:lnTo>
                <a:lnTo>
                  <a:pt x="226" y="388"/>
                </a:lnTo>
                <a:lnTo>
                  <a:pt x="224" y="389"/>
                </a:lnTo>
                <a:lnTo>
                  <a:pt x="223" y="388"/>
                </a:lnTo>
                <a:lnTo>
                  <a:pt x="223" y="387"/>
                </a:lnTo>
                <a:lnTo>
                  <a:pt x="223" y="386"/>
                </a:lnTo>
                <a:lnTo>
                  <a:pt x="223" y="385"/>
                </a:lnTo>
                <a:lnTo>
                  <a:pt x="222" y="384"/>
                </a:lnTo>
                <a:lnTo>
                  <a:pt x="221" y="384"/>
                </a:lnTo>
                <a:lnTo>
                  <a:pt x="220" y="384"/>
                </a:lnTo>
                <a:lnTo>
                  <a:pt x="220" y="385"/>
                </a:lnTo>
                <a:lnTo>
                  <a:pt x="221" y="386"/>
                </a:lnTo>
                <a:lnTo>
                  <a:pt x="220" y="386"/>
                </a:lnTo>
                <a:lnTo>
                  <a:pt x="219" y="386"/>
                </a:lnTo>
                <a:lnTo>
                  <a:pt x="218" y="386"/>
                </a:lnTo>
                <a:lnTo>
                  <a:pt x="217" y="386"/>
                </a:lnTo>
                <a:lnTo>
                  <a:pt x="217" y="387"/>
                </a:lnTo>
                <a:lnTo>
                  <a:pt x="217" y="388"/>
                </a:lnTo>
                <a:lnTo>
                  <a:pt x="217" y="389"/>
                </a:lnTo>
                <a:lnTo>
                  <a:pt x="218" y="389"/>
                </a:lnTo>
                <a:lnTo>
                  <a:pt x="218" y="390"/>
                </a:lnTo>
                <a:lnTo>
                  <a:pt x="219" y="390"/>
                </a:lnTo>
                <a:lnTo>
                  <a:pt x="221" y="389"/>
                </a:lnTo>
                <a:lnTo>
                  <a:pt x="221" y="388"/>
                </a:lnTo>
                <a:lnTo>
                  <a:pt x="221" y="387"/>
                </a:lnTo>
                <a:lnTo>
                  <a:pt x="221" y="385"/>
                </a:lnTo>
                <a:lnTo>
                  <a:pt x="222" y="384"/>
                </a:lnTo>
                <a:lnTo>
                  <a:pt x="222" y="385"/>
                </a:lnTo>
                <a:lnTo>
                  <a:pt x="222" y="386"/>
                </a:lnTo>
                <a:lnTo>
                  <a:pt x="223" y="388"/>
                </a:lnTo>
                <a:lnTo>
                  <a:pt x="222" y="388"/>
                </a:lnTo>
                <a:lnTo>
                  <a:pt x="223" y="389"/>
                </a:lnTo>
                <a:lnTo>
                  <a:pt x="226" y="389"/>
                </a:lnTo>
                <a:lnTo>
                  <a:pt x="228" y="389"/>
                </a:lnTo>
                <a:lnTo>
                  <a:pt x="229" y="389"/>
                </a:lnTo>
                <a:lnTo>
                  <a:pt x="230" y="390"/>
                </a:lnTo>
                <a:lnTo>
                  <a:pt x="230" y="391"/>
                </a:lnTo>
                <a:lnTo>
                  <a:pt x="231" y="391"/>
                </a:lnTo>
                <a:lnTo>
                  <a:pt x="230" y="392"/>
                </a:lnTo>
                <a:lnTo>
                  <a:pt x="230" y="393"/>
                </a:lnTo>
                <a:lnTo>
                  <a:pt x="229" y="394"/>
                </a:lnTo>
                <a:lnTo>
                  <a:pt x="228" y="394"/>
                </a:lnTo>
                <a:lnTo>
                  <a:pt x="227" y="395"/>
                </a:lnTo>
                <a:lnTo>
                  <a:pt x="228" y="395"/>
                </a:lnTo>
                <a:lnTo>
                  <a:pt x="228" y="396"/>
                </a:lnTo>
                <a:lnTo>
                  <a:pt x="228" y="398"/>
                </a:lnTo>
                <a:lnTo>
                  <a:pt x="227" y="398"/>
                </a:lnTo>
                <a:lnTo>
                  <a:pt x="226" y="398"/>
                </a:lnTo>
                <a:lnTo>
                  <a:pt x="226" y="397"/>
                </a:lnTo>
                <a:lnTo>
                  <a:pt x="225" y="397"/>
                </a:lnTo>
                <a:lnTo>
                  <a:pt x="224" y="397"/>
                </a:lnTo>
                <a:lnTo>
                  <a:pt x="223" y="398"/>
                </a:lnTo>
                <a:lnTo>
                  <a:pt x="223" y="399"/>
                </a:lnTo>
                <a:lnTo>
                  <a:pt x="223" y="400"/>
                </a:lnTo>
                <a:lnTo>
                  <a:pt x="224" y="400"/>
                </a:lnTo>
                <a:lnTo>
                  <a:pt x="225" y="401"/>
                </a:lnTo>
                <a:lnTo>
                  <a:pt x="225" y="402"/>
                </a:lnTo>
                <a:lnTo>
                  <a:pt x="223" y="402"/>
                </a:lnTo>
                <a:lnTo>
                  <a:pt x="221" y="400"/>
                </a:lnTo>
                <a:lnTo>
                  <a:pt x="220" y="400"/>
                </a:lnTo>
                <a:lnTo>
                  <a:pt x="220" y="399"/>
                </a:lnTo>
                <a:lnTo>
                  <a:pt x="220" y="398"/>
                </a:lnTo>
                <a:lnTo>
                  <a:pt x="221" y="397"/>
                </a:lnTo>
                <a:lnTo>
                  <a:pt x="222" y="397"/>
                </a:lnTo>
                <a:lnTo>
                  <a:pt x="221" y="396"/>
                </a:lnTo>
                <a:lnTo>
                  <a:pt x="220" y="394"/>
                </a:lnTo>
                <a:lnTo>
                  <a:pt x="219" y="394"/>
                </a:lnTo>
                <a:lnTo>
                  <a:pt x="218" y="394"/>
                </a:lnTo>
                <a:lnTo>
                  <a:pt x="217" y="394"/>
                </a:lnTo>
                <a:lnTo>
                  <a:pt x="216" y="394"/>
                </a:lnTo>
                <a:lnTo>
                  <a:pt x="215" y="394"/>
                </a:lnTo>
                <a:lnTo>
                  <a:pt x="214" y="395"/>
                </a:lnTo>
                <a:lnTo>
                  <a:pt x="213" y="395"/>
                </a:lnTo>
                <a:lnTo>
                  <a:pt x="212" y="395"/>
                </a:lnTo>
                <a:lnTo>
                  <a:pt x="209" y="396"/>
                </a:lnTo>
                <a:lnTo>
                  <a:pt x="208" y="397"/>
                </a:lnTo>
                <a:lnTo>
                  <a:pt x="206" y="398"/>
                </a:lnTo>
                <a:lnTo>
                  <a:pt x="205" y="398"/>
                </a:lnTo>
                <a:lnTo>
                  <a:pt x="204" y="399"/>
                </a:lnTo>
                <a:lnTo>
                  <a:pt x="205" y="400"/>
                </a:lnTo>
                <a:lnTo>
                  <a:pt x="205" y="401"/>
                </a:lnTo>
                <a:lnTo>
                  <a:pt x="205" y="402"/>
                </a:lnTo>
                <a:lnTo>
                  <a:pt x="204" y="403"/>
                </a:lnTo>
                <a:lnTo>
                  <a:pt x="204" y="404"/>
                </a:lnTo>
                <a:lnTo>
                  <a:pt x="205" y="404"/>
                </a:lnTo>
                <a:lnTo>
                  <a:pt x="206" y="404"/>
                </a:lnTo>
                <a:lnTo>
                  <a:pt x="207" y="407"/>
                </a:lnTo>
                <a:lnTo>
                  <a:pt x="207" y="408"/>
                </a:lnTo>
                <a:lnTo>
                  <a:pt x="206" y="408"/>
                </a:lnTo>
                <a:lnTo>
                  <a:pt x="205" y="407"/>
                </a:lnTo>
                <a:lnTo>
                  <a:pt x="205" y="406"/>
                </a:lnTo>
                <a:lnTo>
                  <a:pt x="204" y="406"/>
                </a:lnTo>
                <a:lnTo>
                  <a:pt x="203" y="407"/>
                </a:lnTo>
                <a:lnTo>
                  <a:pt x="202" y="407"/>
                </a:lnTo>
                <a:lnTo>
                  <a:pt x="200" y="406"/>
                </a:lnTo>
                <a:lnTo>
                  <a:pt x="199" y="406"/>
                </a:lnTo>
                <a:lnTo>
                  <a:pt x="199" y="407"/>
                </a:lnTo>
                <a:lnTo>
                  <a:pt x="199" y="408"/>
                </a:lnTo>
                <a:lnTo>
                  <a:pt x="199" y="409"/>
                </a:lnTo>
                <a:lnTo>
                  <a:pt x="198" y="409"/>
                </a:lnTo>
                <a:lnTo>
                  <a:pt x="197" y="409"/>
                </a:lnTo>
                <a:lnTo>
                  <a:pt x="198" y="410"/>
                </a:lnTo>
                <a:lnTo>
                  <a:pt x="197" y="410"/>
                </a:lnTo>
                <a:lnTo>
                  <a:pt x="195" y="408"/>
                </a:lnTo>
                <a:lnTo>
                  <a:pt x="195" y="407"/>
                </a:lnTo>
                <a:lnTo>
                  <a:pt x="196" y="407"/>
                </a:lnTo>
                <a:lnTo>
                  <a:pt x="196" y="406"/>
                </a:lnTo>
                <a:lnTo>
                  <a:pt x="196" y="405"/>
                </a:lnTo>
                <a:lnTo>
                  <a:pt x="196" y="404"/>
                </a:lnTo>
                <a:lnTo>
                  <a:pt x="196" y="403"/>
                </a:lnTo>
                <a:lnTo>
                  <a:pt x="197" y="403"/>
                </a:lnTo>
                <a:lnTo>
                  <a:pt x="198" y="402"/>
                </a:lnTo>
                <a:lnTo>
                  <a:pt x="198" y="401"/>
                </a:lnTo>
                <a:lnTo>
                  <a:pt x="197" y="401"/>
                </a:lnTo>
                <a:lnTo>
                  <a:pt x="196" y="401"/>
                </a:lnTo>
                <a:lnTo>
                  <a:pt x="194" y="400"/>
                </a:lnTo>
                <a:lnTo>
                  <a:pt x="194" y="399"/>
                </a:lnTo>
                <a:lnTo>
                  <a:pt x="193" y="399"/>
                </a:lnTo>
                <a:lnTo>
                  <a:pt x="192" y="399"/>
                </a:lnTo>
                <a:lnTo>
                  <a:pt x="191" y="399"/>
                </a:lnTo>
                <a:lnTo>
                  <a:pt x="191" y="398"/>
                </a:lnTo>
                <a:lnTo>
                  <a:pt x="192" y="398"/>
                </a:lnTo>
                <a:lnTo>
                  <a:pt x="192" y="397"/>
                </a:lnTo>
                <a:lnTo>
                  <a:pt x="193" y="397"/>
                </a:lnTo>
                <a:lnTo>
                  <a:pt x="194" y="397"/>
                </a:lnTo>
                <a:lnTo>
                  <a:pt x="194" y="396"/>
                </a:lnTo>
                <a:lnTo>
                  <a:pt x="195" y="396"/>
                </a:lnTo>
                <a:lnTo>
                  <a:pt x="196" y="395"/>
                </a:lnTo>
                <a:lnTo>
                  <a:pt x="197" y="394"/>
                </a:lnTo>
                <a:lnTo>
                  <a:pt x="197" y="393"/>
                </a:lnTo>
                <a:lnTo>
                  <a:pt x="196" y="392"/>
                </a:lnTo>
                <a:lnTo>
                  <a:pt x="196" y="391"/>
                </a:lnTo>
                <a:lnTo>
                  <a:pt x="195" y="391"/>
                </a:lnTo>
                <a:lnTo>
                  <a:pt x="195" y="392"/>
                </a:lnTo>
                <a:lnTo>
                  <a:pt x="195" y="393"/>
                </a:lnTo>
                <a:lnTo>
                  <a:pt x="195" y="394"/>
                </a:lnTo>
                <a:lnTo>
                  <a:pt x="195" y="395"/>
                </a:lnTo>
                <a:lnTo>
                  <a:pt x="194" y="395"/>
                </a:lnTo>
                <a:lnTo>
                  <a:pt x="193" y="395"/>
                </a:lnTo>
                <a:lnTo>
                  <a:pt x="192" y="396"/>
                </a:lnTo>
                <a:lnTo>
                  <a:pt x="191" y="396"/>
                </a:lnTo>
                <a:lnTo>
                  <a:pt x="190" y="397"/>
                </a:lnTo>
                <a:lnTo>
                  <a:pt x="189" y="397"/>
                </a:lnTo>
                <a:lnTo>
                  <a:pt x="189" y="398"/>
                </a:lnTo>
                <a:lnTo>
                  <a:pt x="190" y="398"/>
                </a:lnTo>
                <a:lnTo>
                  <a:pt x="191" y="399"/>
                </a:lnTo>
                <a:lnTo>
                  <a:pt x="191" y="401"/>
                </a:lnTo>
                <a:lnTo>
                  <a:pt x="190" y="401"/>
                </a:lnTo>
                <a:lnTo>
                  <a:pt x="190" y="402"/>
                </a:lnTo>
                <a:lnTo>
                  <a:pt x="190" y="401"/>
                </a:lnTo>
                <a:lnTo>
                  <a:pt x="189" y="401"/>
                </a:lnTo>
                <a:lnTo>
                  <a:pt x="189" y="400"/>
                </a:lnTo>
                <a:lnTo>
                  <a:pt x="188" y="399"/>
                </a:lnTo>
                <a:lnTo>
                  <a:pt x="187" y="398"/>
                </a:lnTo>
                <a:lnTo>
                  <a:pt x="185" y="399"/>
                </a:lnTo>
                <a:lnTo>
                  <a:pt x="184" y="399"/>
                </a:lnTo>
                <a:lnTo>
                  <a:pt x="185" y="399"/>
                </a:lnTo>
                <a:lnTo>
                  <a:pt x="185" y="400"/>
                </a:lnTo>
                <a:lnTo>
                  <a:pt x="184" y="401"/>
                </a:lnTo>
                <a:lnTo>
                  <a:pt x="183" y="401"/>
                </a:lnTo>
                <a:lnTo>
                  <a:pt x="182" y="401"/>
                </a:lnTo>
                <a:lnTo>
                  <a:pt x="182" y="402"/>
                </a:lnTo>
                <a:lnTo>
                  <a:pt x="182" y="403"/>
                </a:lnTo>
                <a:lnTo>
                  <a:pt x="181" y="404"/>
                </a:lnTo>
                <a:lnTo>
                  <a:pt x="181" y="405"/>
                </a:lnTo>
                <a:lnTo>
                  <a:pt x="180" y="405"/>
                </a:lnTo>
                <a:lnTo>
                  <a:pt x="179" y="405"/>
                </a:lnTo>
                <a:lnTo>
                  <a:pt x="178" y="405"/>
                </a:lnTo>
                <a:lnTo>
                  <a:pt x="177" y="403"/>
                </a:lnTo>
                <a:lnTo>
                  <a:pt x="177" y="401"/>
                </a:lnTo>
                <a:lnTo>
                  <a:pt x="179" y="401"/>
                </a:lnTo>
                <a:lnTo>
                  <a:pt x="180" y="400"/>
                </a:lnTo>
                <a:lnTo>
                  <a:pt x="181" y="399"/>
                </a:lnTo>
                <a:lnTo>
                  <a:pt x="181" y="398"/>
                </a:lnTo>
                <a:lnTo>
                  <a:pt x="180" y="398"/>
                </a:lnTo>
                <a:lnTo>
                  <a:pt x="179" y="398"/>
                </a:lnTo>
                <a:lnTo>
                  <a:pt x="179" y="397"/>
                </a:lnTo>
                <a:lnTo>
                  <a:pt x="180" y="397"/>
                </a:lnTo>
                <a:lnTo>
                  <a:pt x="182" y="396"/>
                </a:lnTo>
                <a:lnTo>
                  <a:pt x="182" y="395"/>
                </a:lnTo>
                <a:lnTo>
                  <a:pt x="182" y="393"/>
                </a:lnTo>
                <a:lnTo>
                  <a:pt x="181" y="392"/>
                </a:lnTo>
                <a:lnTo>
                  <a:pt x="180" y="392"/>
                </a:lnTo>
                <a:lnTo>
                  <a:pt x="180" y="391"/>
                </a:lnTo>
                <a:lnTo>
                  <a:pt x="179" y="390"/>
                </a:lnTo>
                <a:lnTo>
                  <a:pt x="177" y="389"/>
                </a:lnTo>
                <a:lnTo>
                  <a:pt x="176" y="388"/>
                </a:lnTo>
                <a:lnTo>
                  <a:pt x="175" y="388"/>
                </a:lnTo>
                <a:lnTo>
                  <a:pt x="174" y="387"/>
                </a:lnTo>
                <a:lnTo>
                  <a:pt x="172" y="387"/>
                </a:lnTo>
                <a:lnTo>
                  <a:pt x="170" y="386"/>
                </a:lnTo>
                <a:lnTo>
                  <a:pt x="167" y="386"/>
                </a:lnTo>
                <a:lnTo>
                  <a:pt x="162" y="386"/>
                </a:lnTo>
                <a:lnTo>
                  <a:pt x="159" y="386"/>
                </a:lnTo>
                <a:lnTo>
                  <a:pt x="157" y="386"/>
                </a:lnTo>
                <a:lnTo>
                  <a:pt x="155" y="386"/>
                </a:lnTo>
                <a:lnTo>
                  <a:pt x="154" y="386"/>
                </a:lnTo>
                <a:lnTo>
                  <a:pt x="153" y="386"/>
                </a:lnTo>
                <a:lnTo>
                  <a:pt x="151" y="386"/>
                </a:lnTo>
                <a:lnTo>
                  <a:pt x="151" y="385"/>
                </a:lnTo>
                <a:lnTo>
                  <a:pt x="150" y="384"/>
                </a:lnTo>
                <a:lnTo>
                  <a:pt x="149" y="384"/>
                </a:lnTo>
                <a:lnTo>
                  <a:pt x="146" y="384"/>
                </a:lnTo>
                <a:lnTo>
                  <a:pt x="144" y="384"/>
                </a:lnTo>
                <a:lnTo>
                  <a:pt x="142" y="384"/>
                </a:lnTo>
                <a:lnTo>
                  <a:pt x="141" y="384"/>
                </a:lnTo>
                <a:lnTo>
                  <a:pt x="140" y="384"/>
                </a:lnTo>
                <a:lnTo>
                  <a:pt x="136" y="385"/>
                </a:lnTo>
                <a:lnTo>
                  <a:pt x="135" y="385"/>
                </a:lnTo>
                <a:lnTo>
                  <a:pt x="134" y="385"/>
                </a:lnTo>
                <a:lnTo>
                  <a:pt x="133" y="386"/>
                </a:lnTo>
                <a:lnTo>
                  <a:pt x="131" y="386"/>
                </a:lnTo>
                <a:lnTo>
                  <a:pt x="130" y="385"/>
                </a:lnTo>
                <a:lnTo>
                  <a:pt x="128" y="385"/>
                </a:lnTo>
                <a:lnTo>
                  <a:pt x="126" y="385"/>
                </a:lnTo>
                <a:lnTo>
                  <a:pt x="126" y="386"/>
                </a:lnTo>
                <a:lnTo>
                  <a:pt x="123" y="387"/>
                </a:lnTo>
                <a:lnTo>
                  <a:pt x="122" y="388"/>
                </a:lnTo>
                <a:lnTo>
                  <a:pt x="121" y="389"/>
                </a:lnTo>
                <a:lnTo>
                  <a:pt x="119" y="389"/>
                </a:lnTo>
                <a:lnTo>
                  <a:pt x="118" y="389"/>
                </a:lnTo>
                <a:lnTo>
                  <a:pt x="117" y="389"/>
                </a:lnTo>
                <a:lnTo>
                  <a:pt x="116" y="388"/>
                </a:lnTo>
                <a:lnTo>
                  <a:pt x="115" y="387"/>
                </a:lnTo>
                <a:lnTo>
                  <a:pt x="114" y="387"/>
                </a:lnTo>
                <a:lnTo>
                  <a:pt x="113" y="387"/>
                </a:lnTo>
                <a:lnTo>
                  <a:pt x="112" y="386"/>
                </a:lnTo>
                <a:lnTo>
                  <a:pt x="110" y="383"/>
                </a:lnTo>
                <a:lnTo>
                  <a:pt x="111" y="383"/>
                </a:lnTo>
                <a:lnTo>
                  <a:pt x="112" y="383"/>
                </a:lnTo>
                <a:lnTo>
                  <a:pt x="112" y="382"/>
                </a:lnTo>
                <a:lnTo>
                  <a:pt x="112" y="381"/>
                </a:lnTo>
                <a:lnTo>
                  <a:pt x="111" y="380"/>
                </a:lnTo>
                <a:lnTo>
                  <a:pt x="111" y="379"/>
                </a:lnTo>
                <a:lnTo>
                  <a:pt x="110" y="378"/>
                </a:lnTo>
                <a:lnTo>
                  <a:pt x="108" y="378"/>
                </a:lnTo>
                <a:lnTo>
                  <a:pt x="106" y="377"/>
                </a:lnTo>
                <a:lnTo>
                  <a:pt x="106" y="376"/>
                </a:lnTo>
                <a:lnTo>
                  <a:pt x="104" y="375"/>
                </a:lnTo>
                <a:lnTo>
                  <a:pt x="103" y="374"/>
                </a:lnTo>
                <a:lnTo>
                  <a:pt x="102" y="374"/>
                </a:lnTo>
                <a:lnTo>
                  <a:pt x="100" y="373"/>
                </a:lnTo>
                <a:lnTo>
                  <a:pt x="99" y="373"/>
                </a:lnTo>
                <a:lnTo>
                  <a:pt x="95" y="373"/>
                </a:lnTo>
                <a:lnTo>
                  <a:pt x="94" y="373"/>
                </a:lnTo>
                <a:lnTo>
                  <a:pt x="91" y="373"/>
                </a:lnTo>
                <a:lnTo>
                  <a:pt x="89" y="374"/>
                </a:lnTo>
                <a:lnTo>
                  <a:pt x="86" y="375"/>
                </a:lnTo>
                <a:lnTo>
                  <a:pt x="85" y="375"/>
                </a:lnTo>
                <a:lnTo>
                  <a:pt x="84" y="375"/>
                </a:lnTo>
                <a:lnTo>
                  <a:pt x="80" y="376"/>
                </a:lnTo>
                <a:lnTo>
                  <a:pt x="80" y="375"/>
                </a:lnTo>
                <a:lnTo>
                  <a:pt x="79" y="374"/>
                </a:lnTo>
                <a:lnTo>
                  <a:pt x="79" y="373"/>
                </a:lnTo>
                <a:lnTo>
                  <a:pt x="78" y="373"/>
                </a:lnTo>
                <a:lnTo>
                  <a:pt x="77" y="372"/>
                </a:lnTo>
                <a:lnTo>
                  <a:pt x="76" y="372"/>
                </a:lnTo>
                <a:lnTo>
                  <a:pt x="76" y="371"/>
                </a:lnTo>
                <a:lnTo>
                  <a:pt x="75" y="370"/>
                </a:lnTo>
                <a:lnTo>
                  <a:pt x="74" y="369"/>
                </a:lnTo>
                <a:lnTo>
                  <a:pt x="74" y="368"/>
                </a:lnTo>
                <a:lnTo>
                  <a:pt x="73" y="367"/>
                </a:lnTo>
                <a:lnTo>
                  <a:pt x="72" y="367"/>
                </a:lnTo>
                <a:lnTo>
                  <a:pt x="71" y="367"/>
                </a:lnTo>
                <a:lnTo>
                  <a:pt x="70" y="366"/>
                </a:lnTo>
                <a:lnTo>
                  <a:pt x="69" y="366"/>
                </a:lnTo>
                <a:lnTo>
                  <a:pt x="68" y="366"/>
                </a:lnTo>
                <a:lnTo>
                  <a:pt x="67" y="365"/>
                </a:lnTo>
                <a:lnTo>
                  <a:pt x="65" y="365"/>
                </a:lnTo>
                <a:lnTo>
                  <a:pt x="63" y="365"/>
                </a:lnTo>
                <a:lnTo>
                  <a:pt x="62" y="365"/>
                </a:lnTo>
                <a:lnTo>
                  <a:pt x="61" y="364"/>
                </a:lnTo>
                <a:lnTo>
                  <a:pt x="60" y="364"/>
                </a:lnTo>
                <a:lnTo>
                  <a:pt x="59" y="364"/>
                </a:lnTo>
                <a:lnTo>
                  <a:pt x="57" y="364"/>
                </a:lnTo>
                <a:lnTo>
                  <a:pt x="55" y="363"/>
                </a:lnTo>
                <a:lnTo>
                  <a:pt x="54" y="363"/>
                </a:lnTo>
                <a:lnTo>
                  <a:pt x="54" y="362"/>
                </a:lnTo>
                <a:lnTo>
                  <a:pt x="55" y="361"/>
                </a:lnTo>
                <a:lnTo>
                  <a:pt x="54" y="361"/>
                </a:lnTo>
                <a:lnTo>
                  <a:pt x="53" y="362"/>
                </a:lnTo>
                <a:lnTo>
                  <a:pt x="52" y="362"/>
                </a:lnTo>
                <a:lnTo>
                  <a:pt x="52" y="361"/>
                </a:lnTo>
                <a:lnTo>
                  <a:pt x="52" y="360"/>
                </a:lnTo>
                <a:lnTo>
                  <a:pt x="51" y="360"/>
                </a:lnTo>
                <a:lnTo>
                  <a:pt x="51" y="359"/>
                </a:lnTo>
                <a:lnTo>
                  <a:pt x="50" y="358"/>
                </a:lnTo>
                <a:lnTo>
                  <a:pt x="48" y="357"/>
                </a:lnTo>
                <a:lnTo>
                  <a:pt x="47" y="356"/>
                </a:lnTo>
                <a:lnTo>
                  <a:pt x="44" y="355"/>
                </a:lnTo>
                <a:lnTo>
                  <a:pt x="44" y="354"/>
                </a:lnTo>
                <a:lnTo>
                  <a:pt x="39" y="353"/>
                </a:lnTo>
                <a:lnTo>
                  <a:pt x="36" y="352"/>
                </a:lnTo>
                <a:lnTo>
                  <a:pt x="33" y="352"/>
                </a:lnTo>
                <a:lnTo>
                  <a:pt x="30" y="351"/>
                </a:lnTo>
                <a:lnTo>
                  <a:pt x="24" y="351"/>
                </a:lnTo>
                <a:lnTo>
                  <a:pt x="23" y="351"/>
                </a:lnTo>
                <a:lnTo>
                  <a:pt x="22" y="351"/>
                </a:lnTo>
                <a:lnTo>
                  <a:pt x="21" y="350"/>
                </a:lnTo>
                <a:lnTo>
                  <a:pt x="20" y="350"/>
                </a:lnTo>
                <a:lnTo>
                  <a:pt x="19" y="349"/>
                </a:lnTo>
                <a:lnTo>
                  <a:pt x="18" y="347"/>
                </a:lnTo>
                <a:lnTo>
                  <a:pt x="18" y="346"/>
                </a:lnTo>
                <a:lnTo>
                  <a:pt x="18" y="345"/>
                </a:lnTo>
                <a:lnTo>
                  <a:pt x="17" y="345"/>
                </a:lnTo>
                <a:lnTo>
                  <a:pt x="17" y="343"/>
                </a:lnTo>
                <a:lnTo>
                  <a:pt x="16" y="341"/>
                </a:lnTo>
                <a:lnTo>
                  <a:pt x="16" y="340"/>
                </a:lnTo>
                <a:lnTo>
                  <a:pt x="16" y="338"/>
                </a:lnTo>
                <a:lnTo>
                  <a:pt x="17" y="336"/>
                </a:lnTo>
                <a:lnTo>
                  <a:pt x="17" y="335"/>
                </a:lnTo>
                <a:lnTo>
                  <a:pt x="18" y="334"/>
                </a:lnTo>
                <a:lnTo>
                  <a:pt x="19" y="332"/>
                </a:lnTo>
                <a:lnTo>
                  <a:pt x="19" y="331"/>
                </a:lnTo>
                <a:lnTo>
                  <a:pt x="20" y="328"/>
                </a:lnTo>
                <a:lnTo>
                  <a:pt x="20" y="326"/>
                </a:lnTo>
                <a:lnTo>
                  <a:pt x="20" y="325"/>
                </a:lnTo>
                <a:lnTo>
                  <a:pt x="20" y="323"/>
                </a:lnTo>
                <a:lnTo>
                  <a:pt x="20" y="322"/>
                </a:lnTo>
                <a:lnTo>
                  <a:pt x="21" y="320"/>
                </a:lnTo>
                <a:lnTo>
                  <a:pt x="21" y="318"/>
                </a:lnTo>
                <a:lnTo>
                  <a:pt x="21" y="317"/>
                </a:lnTo>
                <a:lnTo>
                  <a:pt x="20" y="315"/>
                </a:lnTo>
                <a:lnTo>
                  <a:pt x="19" y="314"/>
                </a:lnTo>
                <a:lnTo>
                  <a:pt x="18" y="314"/>
                </a:lnTo>
                <a:lnTo>
                  <a:pt x="18" y="313"/>
                </a:lnTo>
                <a:lnTo>
                  <a:pt x="19" y="313"/>
                </a:lnTo>
                <a:lnTo>
                  <a:pt x="20" y="311"/>
                </a:lnTo>
                <a:lnTo>
                  <a:pt x="20" y="310"/>
                </a:lnTo>
                <a:lnTo>
                  <a:pt x="19" y="309"/>
                </a:lnTo>
                <a:lnTo>
                  <a:pt x="19" y="308"/>
                </a:lnTo>
                <a:lnTo>
                  <a:pt x="19" y="307"/>
                </a:lnTo>
                <a:lnTo>
                  <a:pt x="19" y="306"/>
                </a:lnTo>
                <a:lnTo>
                  <a:pt x="19" y="305"/>
                </a:lnTo>
                <a:lnTo>
                  <a:pt x="18" y="305"/>
                </a:lnTo>
                <a:lnTo>
                  <a:pt x="19" y="305"/>
                </a:lnTo>
                <a:lnTo>
                  <a:pt x="19" y="304"/>
                </a:lnTo>
                <a:lnTo>
                  <a:pt x="18" y="303"/>
                </a:lnTo>
                <a:lnTo>
                  <a:pt x="17" y="301"/>
                </a:lnTo>
                <a:lnTo>
                  <a:pt x="17" y="300"/>
                </a:lnTo>
                <a:lnTo>
                  <a:pt x="16" y="300"/>
                </a:lnTo>
                <a:lnTo>
                  <a:pt x="14" y="295"/>
                </a:lnTo>
                <a:lnTo>
                  <a:pt x="14" y="293"/>
                </a:lnTo>
                <a:lnTo>
                  <a:pt x="13" y="293"/>
                </a:lnTo>
                <a:lnTo>
                  <a:pt x="13" y="292"/>
                </a:lnTo>
                <a:lnTo>
                  <a:pt x="12" y="291"/>
                </a:lnTo>
                <a:lnTo>
                  <a:pt x="11" y="289"/>
                </a:lnTo>
                <a:lnTo>
                  <a:pt x="10" y="288"/>
                </a:lnTo>
                <a:lnTo>
                  <a:pt x="9" y="288"/>
                </a:lnTo>
                <a:lnTo>
                  <a:pt x="8" y="287"/>
                </a:lnTo>
                <a:lnTo>
                  <a:pt x="7" y="287"/>
                </a:lnTo>
                <a:lnTo>
                  <a:pt x="6" y="286"/>
                </a:lnTo>
                <a:lnTo>
                  <a:pt x="5" y="286"/>
                </a:lnTo>
                <a:lnTo>
                  <a:pt x="4" y="286"/>
                </a:lnTo>
                <a:lnTo>
                  <a:pt x="3" y="283"/>
                </a:lnTo>
                <a:lnTo>
                  <a:pt x="4" y="282"/>
                </a:lnTo>
                <a:lnTo>
                  <a:pt x="4" y="281"/>
                </a:lnTo>
                <a:lnTo>
                  <a:pt x="4" y="280"/>
                </a:lnTo>
                <a:lnTo>
                  <a:pt x="5" y="279"/>
                </a:lnTo>
                <a:lnTo>
                  <a:pt x="6" y="279"/>
                </a:lnTo>
                <a:lnTo>
                  <a:pt x="7" y="279"/>
                </a:lnTo>
                <a:lnTo>
                  <a:pt x="6" y="278"/>
                </a:lnTo>
                <a:lnTo>
                  <a:pt x="5" y="278"/>
                </a:lnTo>
                <a:lnTo>
                  <a:pt x="5" y="277"/>
                </a:lnTo>
                <a:lnTo>
                  <a:pt x="6" y="276"/>
                </a:lnTo>
                <a:lnTo>
                  <a:pt x="7" y="276"/>
                </a:lnTo>
                <a:lnTo>
                  <a:pt x="8" y="273"/>
                </a:lnTo>
                <a:lnTo>
                  <a:pt x="9" y="272"/>
                </a:lnTo>
                <a:lnTo>
                  <a:pt x="9" y="271"/>
                </a:lnTo>
                <a:lnTo>
                  <a:pt x="9" y="269"/>
                </a:lnTo>
                <a:lnTo>
                  <a:pt x="10" y="268"/>
                </a:lnTo>
                <a:lnTo>
                  <a:pt x="10" y="266"/>
                </a:lnTo>
                <a:lnTo>
                  <a:pt x="10" y="265"/>
                </a:lnTo>
                <a:lnTo>
                  <a:pt x="10" y="264"/>
                </a:lnTo>
                <a:lnTo>
                  <a:pt x="9" y="263"/>
                </a:lnTo>
                <a:lnTo>
                  <a:pt x="9" y="262"/>
                </a:lnTo>
                <a:lnTo>
                  <a:pt x="8" y="260"/>
                </a:lnTo>
                <a:lnTo>
                  <a:pt x="8" y="259"/>
                </a:lnTo>
                <a:lnTo>
                  <a:pt x="7" y="259"/>
                </a:lnTo>
                <a:lnTo>
                  <a:pt x="7" y="258"/>
                </a:lnTo>
                <a:lnTo>
                  <a:pt x="7" y="257"/>
                </a:lnTo>
                <a:lnTo>
                  <a:pt x="7" y="258"/>
                </a:lnTo>
                <a:lnTo>
                  <a:pt x="7" y="257"/>
                </a:lnTo>
                <a:lnTo>
                  <a:pt x="7" y="256"/>
                </a:lnTo>
                <a:lnTo>
                  <a:pt x="7" y="254"/>
                </a:lnTo>
                <a:lnTo>
                  <a:pt x="7" y="252"/>
                </a:lnTo>
                <a:lnTo>
                  <a:pt x="7" y="251"/>
                </a:lnTo>
                <a:lnTo>
                  <a:pt x="6" y="249"/>
                </a:lnTo>
                <a:lnTo>
                  <a:pt x="6" y="248"/>
                </a:lnTo>
                <a:lnTo>
                  <a:pt x="5" y="247"/>
                </a:lnTo>
                <a:lnTo>
                  <a:pt x="4" y="244"/>
                </a:lnTo>
                <a:lnTo>
                  <a:pt x="4" y="242"/>
                </a:lnTo>
                <a:lnTo>
                  <a:pt x="4" y="241"/>
                </a:lnTo>
                <a:lnTo>
                  <a:pt x="3" y="238"/>
                </a:lnTo>
                <a:lnTo>
                  <a:pt x="2" y="237"/>
                </a:lnTo>
                <a:lnTo>
                  <a:pt x="2" y="236"/>
                </a:lnTo>
                <a:lnTo>
                  <a:pt x="2" y="235"/>
                </a:lnTo>
                <a:lnTo>
                  <a:pt x="2" y="234"/>
                </a:lnTo>
                <a:lnTo>
                  <a:pt x="1" y="233"/>
                </a:lnTo>
                <a:lnTo>
                  <a:pt x="0" y="232"/>
                </a:lnTo>
                <a:lnTo>
                  <a:pt x="0" y="231"/>
                </a:lnTo>
                <a:lnTo>
                  <a:pt x="0" y="230"/>
                </a:lnTo>
                <a:lnTo>
                  <a:pt x="1" y="230"/>
                </a:lnTo>
                <a:lnTo>
                  <a:pt x="2" y="229"/>
                </a:lnTo>
                <a:lnTo>
                  <a:pt x="3" y="229"/>
                </a:lnTo>
                <a:lnTo>
                  <a:pt x="5" y="228"/>
                </a:lnTo>
                <a:lnTo>
                  <a:pt x="7" y="226"/>
                </a:lnTo>
                <a:lnTo>
                  <a:pt x="8" y="223"/>
                </a:lnTo>
                <a:lnTo>
                  <a:pt x="9" y="222"/>
                </a:lnTo>
                <a:lnTo>
                  <a:pt x="9" y="221"/>
                </a:lnTo>
                <a:lnTo>
                  <a:pt x="10" y="220"/>
                </a:lnTo>
                <a:lnTo>
                  <a:pt x="10" y="219"/>
                </a:lnTo>
                <a:lnTo>
                  <a:pt x="11" y="219"/>
                </a:lnTo>
                <a:lnTo>
                  <a:pt x="10" y="218"/>
                </a:lnTo>
                <a:lnTo>
                  <a:pt x="11" y="218"/>
                </a:lnTo>
                <a:lnTo>
                  <a:pt x="12" y="217"/>
                </a:lnTo>
                <a:lnTo>
                  <a:pt x="12" y="215"/>
                </a:lnTo>
                <a:lnTo>
                  <a:pt x="11" y="215"/>
                </a:lnTo>
                <a:lnTo>
                  <a:pt x="11" y="213"/>
                </a:lnTo>
                <a:lnTo>
                  <a:pt x="11" y="212"/>
                </a:lnTo>
                <a:lnTo>
                  <a:pt x="10" y="211"/>
                </a:lnTo>
                <a:lnTo>
                  <a:pt x="9" y="210"/>
                </a:lnTo>
                <a:lnTo>
                  <a:pt x="8" y="209"/>
                </a:lnTo>
                <a:lnTo>
                  <a:pt x="7" y="208"/>
                </a:lnTo>
                <a:lnTo>
                  <a:pt x="5" y="208"/>
                </a:lnTo>
                <a:lnTo>
                  <a:pt x="3" y="207"/>
                </a:lnTo>
                <a:lnTo>
                  <a:pt x="2" y="207"/>
                </a:lnTo>
                <a:lnTo>
                  <a:pt x="2" y="206"/>
                </a:lnTo>
                <a:lnTo>
                  <a:pt x="2" y="205"/>
                </a:lnTo>
                <a:lnTo>
                  <a:pt x="3" y="204"/>
                </a:lnTo>
                <a:lnTo>
                  <a:pt x="3" y="203"/>
                </a:lnTo>
                <a:lnTo>
                  <a:pt x="3" y="202"/>
                </a:lnTo>
                <a:lnTo>
                  <a:pt x="2" y="200"/>
                </a:lnTo>
                <a:lnTo>
                  <a:pt x="3" y="199"/>
                </a:lnTo>
                <a:lnTo>
                  <a:pt x="3" y="196"/>
                </a:lnTo>
                <a:lnTo>
                  <a:pt x="3" y="195"/>
                </a:lnTo>
                <a:lnTo>
                  <a:pt x="3" y="194"/>
                </a:lnTo>
                <a:lnTo>
                  <a:pt x="3" y="193"/>
                </a:lnTo>
                <a:lnTo>
                  <a:pt x="2" y="193"/>
                </a:lnTo>
                <a:lnTo>
                  <a:pt x="3" y="192"/>
                </a:lnTo>
                <a:lnTo>
                  <a:pt x="3" y="191"/>
                </a:lnTo>
                <a:lnTo>
                  <a:pt x="4" y="191"/>
                </a:lnTo>
                <a:lnTo>
                  <a:pt x="5" y="192"/>
                </a:lnTo>
                <a:lnTo>
                  <a:pt x="6" y="192"/>
                </a:lnTo>
                <a:lnTo>
                  <a:pt x="8" y="193"/>
                </a:lnTo>
                <a:lnTo>
                  <a:pt x="9" y="193"/>
                </a:lnTo>
                <a:lnTo>
                  <a:pt x="9" y="192"/>
                </a:lnTo>
                <a:lnTo>
                  <a:pt x="8" y="192"/>
                </a:lnTo>
                <a:lnTo>
                  <a:pt x="8" y="191"/>
                </a:lnTo>
                <a:lnTo>
                  <a:pt x="7" y="191"/>
                </a:lnTo>
                <a:lnTo>
                  <a:pt x="7" y="190"/>
                </a:lnTo>
                <a:lnTo>
                  <a:pt x="6" y="190"/>
                </a:lnTo>
                <a:lnTo>
                  <a:pt x="6" y="189"/>
                </a:lnTo>
                <a:lnTo>
                  <a:pt x="5" y="189"/>
                </a:lnTo>
                <a:lnTo>
                  <a:pt x="6" y="187"/>
                </a:lnTo>
                <a:lnTo>
                  <a:pt x="7" y="187"/>
                </a:lnTo>
                <a:lnTo>
                  <a:pt x="7" y="188"/>
                </a:lnTo>
                <a:lnTo>
                  <a:pt x="7" y="189"/>
                </a:lnTo>
                <a:lnTo>
                  <a:pt x="8" y="189"/>
                </a:lnTo>
                <a:lnTo>
                  <a:pt x="9" y="190"/>
                </a:lnTo>
                <a:lnTo>
                  <a:pt x="9" y="191"/>
                </a:lnTo>
                <a:lnTo>
                  <a:pt x="10" y="191"/>
                </a:lnTo>
                <a:lnTo>
                  <a:pt x="10" y="190"/>
                </a:lnTo>
                <a:lnTo>
                  <a:pt x="9" y="190"/>
                </a:lnTo>
                <a:lnTo>
                  <a:pt x="9" y="188"/>
                </a:lnTo>
                <a:lnTo>
                  <a:pt x="8" y="188"/>
                </a:lnTo>
                <a:lnTo>
                  <a:pt x="8" y="187"/>
                </a:lnTo>
                <a:lnTo>
                  <a:pt x="9" y="186"/>
                </a:lnTo>
                <a:lnTo>
                  <a:pt x="10" y="186"/>
                </a:lnTo>
                <a:lnTo>
                  <a:pt x="11" y="187"/>
                </a:lnTo>
                <a:lnTo>
                  <a:pt x="12" y="187"/>
                </a:lnTo>
                <a:lnTo>
                  <a:pt x="12" y="188"/>
                </a:lnTo>
                <a:lnTo>
                  <a:pt x="13" y="189"/>
                </a:lnTo>
                <a:lnTo>
                  <a:pt x="13" y="188"/>
                </a:lnTo>
                <a:lnTo>
                  <a:pt x="12" y="187"/>
                </a:lnTo>
                <a:lnTo>
                  <a:pt x="11" y="185"/>
                </a:lnTo>
                <a:lnTo>
                  <a:pt x="10" y="184"/>
                </a:lnTo>
                <a:lnTo>
                  <a:pt x="9" y="183"/>
                </a:lnTo>
                <a:lnTo>
                  <a:pt x="8" y="182"/>
                </a:lnTo>
                <a:lnTo>
                  <a:pt x="8" y="181"/>
                </a:lnTo>
                <a:lnTo>
                  <a:pt x="9" y="180"/>
                </a:lnTo>
                <a:lnTo>
                  <a:pt x="10" y="179"/>
                </a:lnTo>
                <a:lnTo>
                  <a:pt x="11" y="178"/>
                </a:lnTo>
                <a:lnTo>
                  <a:pt x="11" y="177"/>
                </a:lnTo>
                <a:lnTo>
                  <a:pt x="11" y="176"/>
                </a:lnTo>
                <a:lnTo>
                  <a:pt x="12" y="175"/>
                </a:lnTo>
                <a:lnTo>
                  <a:pt x="13" y="175"/>
                </a:lnTo>
                <a:lnTo>
                  <a:pt x="18" y="176"/>
                </a:lnTo>
                <a:lnTo>
                  <a:pt x="19" y="175"/>
                </a:lnTo>
                <a:lnTo>
                  <a:pt x="20" y="175"/>
                </a:lnTo>
                <a:lnTo>
                  <a:pt x="23" y="174"/>
                </a:lnTo>
                <a:lnTo>
                  <a:pt x="25" y="173"/>
                </a:lnTo>
                <a:lnTo>
                  <a:pt x="26" y="173"/>
                </a:lnTo>
                <a:lnTo>
                  <a:pt x="26" y="172"/>
                </a:lnTo>
                <a:lnTo>
                  <a:pt x="28" y="171"/>
                </a:lnTo>
                <a:lnTo>
                  <a:pt x="29" y="171"/>
                </a:lnTo>
                <a:lnTo>
                  <a:pt x="30" y="170"/>
                </a:lnTo>
                <a:lnTo>
                  <a:pt x="33" y="167"/>
                </a:lnTo>
                <a:lnTo>
                  <a:pt x="34" y="166"/>
                </a:lnTo>
                <a:lnTo>
                  <a:pt x="35" y="165"/>
                </a:lnTo>
                <a:lnTo>
                  <a:pt x="36" y="164"/>
                </a:lnTo>
                <a:lnTo>
                  <a:pt x="36" y="163"/>
                </a:lnTo>
                <a:lnTo>
                  <a:pt x="37" y="162"/>
                </a:lnTo>
                <a:lnTo>
                  <a:pt x="38" y="161"/>
                </a:lnTo>
                <a:lnTo>
                  <a:pt x="39" y="160"/>
                </a:lnTo>
                <a:lnTo>
                  <a:pt x="40" y="160"/>
                </a:lnTo>
                <a:lnTo>
                  <a:pt x="41" y="160"/>
                </a:lnTo>
                <a:lnTo>
                  <a:pt x="42" y="159"/>
                </a:lnTo>
                <a:lnTo>
                  <a:pt x="43" y="159"/>
                </a:lnTo>
                <a:lnTo>
                  <a:pt x="44" y="159"/>
                </a:lnTo>
                <a:lnTo>
                  <a:pt x="46" y="158"/>
                </a:lnTo>
                <a:lnTo>
                  <a:pt x="47" y="157"/>
                </a:lnTo>
                <a:lnTo>
                  <a:pt x="48" y="157"/>
                </a:lnTo>
                <a:lnTo>
                  <a:pt x="49" y="156"/>
                </a:lnTo>
                <a:lnTo>
                  <a:pt x="50" y="155"/>
                </a:lnTo>
                <a:lnTo>
                  <a:pt x="52" y="154"/>
                </a:lnTo>
                <a:lnTo>
                  <a:pt x="54" y="151"/>
                </a:lnTo>
                <a:lnTo>
                  <a:pt x="56" y="149"/>
                </a:lnTo>
                <a:lnTo>
                  <a:pt x="59" y="147"/>
                </a:lnTo>
                <a:lnTo>
                  <a:pt x="60" y="147"/>
                </a:lnTo>
                <a:lnTo>
                  <a:pt x="60" y="146"/>
                </a:lnTo>
                <a:lnTo>
                  <a:pt x="61" y="146"/>
                </a:lnTo>
                <a:lnTo>
                  <a:pt x="62" y="146"/>
                </a:lnTo>
                <a:lnTo>
                  <a:pt x="63" y="146"/>
                </a:lnTo>
                <a:lnTo>
                  <a:pt x="64" y="146"/>
                </a:lnTo>
                <a:lnTo>
                  <a:pt x="63" y="146"/>
                </a:lnTo>
                <a:lnTo>
                  <a:pt x="62" y="146"/>
                </a:lnTo>
                <a:lnTo>
                  <a:pt x="61" y="145"/>
                </a:lnTo>
                <a:lnTo>
                  <a:pt x="61" y="146"/>
                </a:lnTo>
                <a:lnTo>
                  <a:pt x="60" y="146"/>
                </a:lnTo>
                <a:lnTo>
                  <a:pt x="60" y="145"/>
                </a:lnTo>
                <a:lnTo>
                  <a:pt x="61" y="145"/>
                </a:lnTo>
                <a:lnTo>
                  <a:pt x="62" y="144"/>
                </a:lnTo>
                <a:lnTo>
                  <a:pt x="63" y="143"/>
                </a:lnTo>
                <a:lnTo>
                  <a:pt x="65" y="142"/>
                </a:lnTo>
                <a:lnTo>
                  <a:pt x="66" y="141"/>
                </a:lnTo>
                <a:lnTo>
                  <a:pt x="68" y="139"/>
                </a:lnTo>
                <a:lnTo>
                  <a:pt x="70" y="137"/>
                </a:lnTo>
                <a:lnTo>
                  <a:pt x="71" y="136"/>
                </a:lnTo>
                <a:lnTo>
                  <a:pt x="71" y="135"/>
                </a:lnTo>
                <a:lnTo>
                  <a:pt x="71" y="134"/>
                </a:lnTo>
                <a:lnTo>
                  <a:pt x="73" y="131"/>
                </a:lnTo>
                <a:lnTo>
                  <a:pt x="74" y="131"/>
                </a:lnTo>
                <a:lnTo>
                  <a:pt x="75" y="130"/>
                </a:lnTo>
                <a:lnTo>
                  <a:pt x="78" y="129"/>
                </a:lnTo>
                <a:lnTo>
                  <a:pt x="79" y="129"/>
                </a:lnTo>
                <a:lnTo>
                  <a:pt x="79" y="128"/>
                </a:lnTo>
                <a:lnTo>
                  <a:pt x="82" y="128"/>
                </a:lnTo>
                <a:lnTo>
                  <a:pt x="83" y="128"/>
                </a:lnTo>
                <a:lnTo>
                  <a:pt x="83" y="127"/>
                </a:lnTo>
                <a:lnTo>
                  <a:pt x="85" y="127"/>
                </a:lnTo>
                <a:lnTo>
                  <a:pt x="87" y="126"/>
                </a:lnTo>
                <a:lnTo>
                  <a:pt x="88" y="126"/>
                </a:lnTo>
                <a:lnTo>
                  <a:pt x="90" y="125"/>
                </a:lnTo>
                <a:lnTo>
                  <a:pt x="90" y="124"/>
                </a:lnTo>
                <a:lnTo>
                  <a:pt x="91" y="124"/>
                </a:lnTo>
                <a:lnTo>
                  <a:pt x="92" y="123"/>
                </a:lnTo>
                <a:lnTo>
                  <a:pt x="93" y="123"/>
                </a:lnTo>
                <a:lnTo>
                  <a:pt x="94" y="122"/>
                </a:lnTo>
                <a:lnTo>
                  <a:pt x="96" y="121"/>
                </a:lnTo>
                <a:lnTo>
                  <a:pt x="99" y="119"/>
                </a:lnTo>
                <a:lnTo>
                  <a:pt x="101" y="118"/>
                </a:lnTo>
                <a:lnTo>
                  <a:pt x="102" y="118"/>
                </a:lnTo>
                <a:lnTo>
                  <a:pt x="103" y="118"/>
                </a:lnTo>
                <a:lnTo>
                  <a:pt x="104" y="118"/>
                </a:lnTo>
                <a:lnTo>
                  <a:pt x="107" y="115"/>
                </a:lnTo>
                <a:lnTo>
                  <a:pt x="108" y="114"/>
                </a:lnTo>
                <a:lnTo>
                  <a:pt x="109" y="113"/>
                </a:lnTo>
                <a:lnTo>
                  <a:pt x="110" y="113"/>
                </a:lnTo>
                <a:lnTo>
                  <a:pt x="111" y="112"/>
                </a:lnTo>
                <a:lnTo>
                  <a:pt x="112" y="110"/>
                </a:lnTo>
                <a:lnTo>
                  <a:pt x="113" y="109"/>
                </a:lnTo>
                <a:lnTo>
                  <a:pt x="113" y="108"/>
                </a:lnTo>
                <a:lnTo>
                  <a:pt x="113" y="107"/>
                </a:lnTo>
                <a:lnTo>
                  <a:pt x="113" y="105"/>
                </a:lnTo>
                <a:lnTo>
                  <a:pt x="113" y="103"/>
                </a:lnTo>
                <a:lnTo>
                  <a:pt x="112" y="102"/>
                </a:lnTo>
                <a:lnTo>
                  <a:pt x="113" y="102"/>
                </a:lnTo>
                <a:lnTo>
                  <a:pt x="114" y="103"/>
                </a:lnTo>
                <a:lnTo>
                  <a:pt x="115" y="104"/>
                </a:lnTo>
                <a:lnTo>
                  <a:pt x="116" y="104"/>
                </a:lnTo>
                <a:lnTo>
                  <a:pt x="116" y="103"/>
                </a:lnTo>
                <a:lnTo>
                  <a:pt x="116" y="102"/>
                </a:lnTo>
                <a:lnTo>
                  <a:pt x="117" y="102"/>
                </a:lnTo>
                <a:lnTo>
                  <a:pt x="118" y="101"/>
                </a:lnTo>
                <a:lnTo>
                  <a:pt x="119" y="101"/>
                </a:lnTo>
                <a:lnTo>
                  <a:pt x="119" y="102"/>
                </a:lnTo>
                <a:lnTo>
                  <a:pt x="123" y="101"/>
                </a:lnTo>
                <a:lnTo>
                  <a:pt x="125" y="101"/>
                </a:lnTo>
                <a:lnTo>
                  <a:pt x="127" y="102"/>
                </a:lnTo>
                <a:lnTo>
                  <a:pt x="128" y="102"/>
                </a:lnTo>
                <a:lnTo>
                  <a:pt x="128" y="103"/>
                </a:lnTo>
                <a:lnTo>
                  <a:pt x="128" y="104"/>
                </a:lnTo>
                <a:lnTo>
                  <a:pt x="129" y="104"/>
                </a:lnTo>
                <a:lnTo>
                  <a:pt x="129" y="105"/>
                </a:lnTo>
                <a:lnTo>
                  <a:pt x="129" y="104"/>
                </a:lnTo>
                <a:lnTo>
                  <a:pt x="130" y="104"/>
                </a:lnTo>
                <a:lnTo>
                  <a:pt x="130" y="105"/>
                </a:lnTo>
                <a:lnTo>
                  <a:pt x="130" y="106"/>
                </a:lnTo>
                <a:lnTo>
                  <a:pt x="131" y="107"/>
                </a:lnTo>
                <a:lnTo>
                  <a:pt x="131" y="105"/>
                </a:lnTo>
                <a:lnTo>
                  <a:pt x="131" y="103"/>
                </a:lnTo>
                <a:lnTo>
                  <a:pt x="131" y="102"/>
                </a:lnTo>
                <a:lnTo>
                  <a:pt x="131" y="101"/>
                </a:lnTo>
                <a:lnTo>
                  <a:pt x="130" y="101"/>
                </a:lnTo>
                <a:lnTo>
                  <a:pt x="129" y="100"/>
                </a:lnTo>
                <a:lnTo>
                  <a:pt x="128" y="100"/>
                </a:lnTo>
                <a:lnTo>
                  <a:pt x="127" y="98"/>
                </a:lnTo>
                <a:lnTo>
                  <a:pt x="126" y="99"/>
                </a:lnTo>
                <a:lnTo>
                  <a:pt x="124" y="98"/>
                </a:lnTo>
                <a:lnTo>
                  <a:pt x="124" y="97"/>
                </a:lnTo>
                <a:lnTo>
                  <a:pt x="125" y="96"/>
                </a:lnTo>
                <a:lnTo>
                  <a:pt x="126" y="96"/>
                </a:lnTo>
                <a:lnTo>
                  <a:pt x="128" y="94"/>
                </a:lnTo>
                <a:lnTo>
                  <a:pt x="129" y="94"/>
                </a:lnTo>
                <a:lnTo>
                  <a:pt x="130" y="95"/>
                </a:lnTo>
                <a:lnTo>
                  <a:pt x="130" y="96"/>
                </a:lnTo>
                <a:lnTo>
                  <a:pt x="131" y="95"/>
                </a:lnTo>
                <a:lnTo>
                  <a:pt x="131" y="94"/>
                </a:lnTo>
                <a:lnTo>
                  <a:pt x="130" y="94"/>
                </a:lnTo>
                <a:lnTo>
                  <a:pt x="130" y="93"/>
                </a:lnTo>
                <a:lnTo>
                  <a:pt x="131" y="93"/>
                </a:lnTo>
                <a:lnTo>
                  <a:pt x="130" y="92"/>
                </a:lnTo>
                <a:lnTo>
                  <a:pt x="130" y="91"/>
                </a:lnTo>
                <a:lnTo>
                  <a:pt x="131" y="91"/>
                </a:lnTo>
                <a:lnTo>
                  <a:pt x="131" y="90"/>
                </a:lnTo>
                <a:lnTo>
                  <a:pt x="132" y="90"/>
                </a:lnTo>
                <a:lnTo>
                  <a:pt x="133" y="90"/>
                </a:lnTo>
                <a:lnTo>
                  <a:pt x="134" y="89"/>
                </a:lnTo>
                <a:lnTo>
                  <a:pt x="133" y="89"/>
                </a:lnTo>
                <a:lnTo>
                  <a:pt x="132" y="89"/>
                </a:lnTo>
                <a:lnTo>
                  <a:pt x="131" y="89"/>
                </a:lnTo>
                <a:lnTo>
                  <a:pt x="130" y="89"/>
                </a:lnTo>
                <a:lnTo>
                  <a:pt x="129" y="89"/>
                </a:lnTo>
                <a:lnTo>
                  <a:pt x="128" y="89"/>
                </a:lnTo>
                <a:lnTo>
                  <a:pt x="127" y="89"/>
                </a:lnTo>
                <a:lnTo>
                  <a:pt x="127" y="88"/>
                </a:lnTo>
                <a:lnTo>
                  <a:pt x="127" y="87"/>
                </a:lnTo>
                <a:lnTo>
                  <a:pt x="126" y="87"/>
                </a:lnTo>
                <a:lnTo>
                  <a:pt x="126" y="88"/>
                </a:lnTo>
                <a:lnTo>
                  <a:pt x="125" y="88"/>
                </a:lnTo>
                <a:lnTo>
                  <a:pt x="124" y="88"/>
                </a:lnTo>
                <a:lnTo>
                  <a:pt x="124" y="89"/>
                </a:lnTo>
                <a:lnTo>
                  <a:pt x="123" y="90"/>
                </a:lnTo>
                <a:lnTo>
                  <a:pt x="123" y="91"/>
                </a:lnTo>
                <a:lnTo>
                  <a:pt x="123" y="92"/>
                </a:lnTo>
                <a:lnTo>
                  <a:pt x="124" y="92"/>
                </a:lnTo>
                <a:lnTo>
                  <a:pt x="124" y="93"/>
                </a:lnTo>
                <a:lnTo>
                  <a:pt x="123" y="93"/>
                </a:lnTo>
                <a:lnTo>
                  <a:pt x="123" y="94"/>
                </a:lnTo>
                <a:lnTo>
                  <a:pt x="123" y="93"/>
                </a:lnTo>
                <a:lnTo>
                  <a:pt x="122" y="93"/>
                </a:lnTo>
                <a:lnTo>
                  <a:pt x="122" y="92"/>
                </a:lnTo>
                <a:lnTo>
                  <a:pt x="122" y="91"/>
                </a:lnTo>
                <a:lnTo>
                  <a:pt x="121" y="91"/>
                </a:lnTo>
                <a:lnTo>
                  <a:pt x="121" y="92"/>
                </a:lnTo>
                <a:lnTo>
                  <a:pt x="120" y="92"/>
                </a:lnTo>
                <a:lnTo>
                  <a:pt x="120" y="93"/>
                </a:lnTo>
                <a:lnTo>
                  <a:pt x="120" y="94"/>
                </a:lnTo>
                <a:lnTo>
                  <a:pt x="119" y="94"/>
                </a:lnTo>
                <a:lnTo>
                  <a:pt x="118" y="93"/>
                </a:lnTo>
                <a:lnTo>
                  <a:pt x="117" y="94"/>
                </a:lnTo>
                <a:lnTo>
                  <a:pt x="116" y="94"/>
                </a:lnTo>
                <a:lnTo>
                  <a:pt x="115" y="95"/>
                </a:lnTo>
                <a:lnTo>
                  <a:pt x="116" y="95"/>
                </a:lnTo>
                <a:lnTo>
                  <a:pt x="116" y="96"/>
                </a:lnTo>
                <a:lnTo>
                  <a:pt x="115" y="97"/>
                </a:lnTo>
                <a:lnTo>
                  <a:pt x="114" y="97"/>
                </a:lnTo>
                <a:lnTo>
                  <a:pt x="113" y="97"/>
                </a:lnTo>
                <a:lnTo>
                  <a:pt x="113" y="98"/>
                </a:lnTo>
                <a:lnTo>
                  <a:pt x="113" y="99"/>
                </a:lnTo>
                <a:lnTo>
                  <a:pt x="113" y="100"/>
                </a:lnTo>
                <a:lnTo>
                  <a:pt x="113" y="101"/>
                </a:lnTo>
                <a:lnTo>
                  <a:pt x="112" y="101"/>
                </a:lnTo>
                <a:lnTo>
                  <a:pt x="111" y="101"/>
                </a:lnTo>
                <a:lnTo>
                  <a:pt x="110" y="100"/>
                </a:lnTo>
                <a:lnTo>
                  <a:pt x="109" y="100"/>
                </a:lnTo>
                <a:lnTo>
                  <a:pt x="108" y="100"/>
                </a:lnTo>
                <a:lnTo>
                  <a:pt x="107" y="100"/>
                </a:lnTo>
                <a:lnTo>
                  <a:pt x="107" y="101"/>
                </a:lnTo>
                <a:lnTo>
                  <a:pt x="107" y="102"/>
                </a:lnTo>
                <a:lnTo>
                  <a:pt x="106" y="102"/>
                </a:lnTo>
                <a:lnTo>
                  <a:pt x="105" y="103"/>
                </a:lnTo>
                <a:lnTo>
                  <a:pt x="104" y="103"/>
                </a:lnTo>
                <a:lnTo>
                  <a:pt x="104" y="104"/>
                </a:lnTo>
                <a:lnTo>
                  <a:pt x="104" y="103"/>
                </a:lnTo>
                <a:lnTo>
                  <a:pt x="103" y="103"/>
                </a:lnTo>
                <a:lnTo>
                  <a:pt x="102" y="103"/>
                </a:lnTo>
                <a:lnTo>
                  <a:pt x="103" y="105"/>
                </a:lnTo>
                <a:lnTo>
                  <a:pt x="101" y="105"/>
                </a:lnTo>
                <a:lnTo>
                  <a:pt x="101" y="102"/>
                </a:lnTo>
                <a:lnTo>
                  <a:pt x="102" y="102"/>
                </a:lnTo>
                <a:lnTo>
                  <a:pt x="103" y="101"/>
                </a:lnTo>
                <a:lnTo>
                  <a:pt x="104" y="101"/>
                </a:lnTo>
                <a:lnTo>
                  <a:pt x="104" y="100"/>
                </a:lnTo>
                <a:lnTo>
                  <a:pt x="106" y="100"/>
                </a:lnTo>
                <a:lnTo>
                  <a:pt x="106" y="99"/>
                </a:lnTo>
                <a:lnTo>
                  <a:pt x="106" y="98"/>
                </a:lnTo>
                <a:lnTo>
                  <a:pt x="105" y="98"/>
                </a:lnTo>
                <a:lnTo>
                  <a:pt x="104" y="96"/>
                </a:lnTo>
                <a:lnTo>
                  <a:pt x="104" y="95"/>
                </a:lnTo>
                <a:lnTo>
                  <a:pt x="103" y="94"/>
                </a:lnTo>
                <a:lnTo>
                  <a:pt x="103" y="93"/>
                </a:lnTo>
                <a:lnTo>
                  <a:pt x="103" y="92"/>
                </a:lnTo>
                <a:lnTo>
                  <a:pt x="102" y="91"/>
                </a:lnTo>
                <a:lnTo>
                  <a:pt x="101" y="89"/>
                </a:lnTo>
                <a:lnTo>
                  <a:pt x="101" y="88"/>
                </a:lnTo>
                <a:lnTo>
                  <a:pt x="102" y="87"/>
                </a:lnTo>
                <a:lnTo>
                  <a:pt x="104" y="84"/>
                </a:lnTo>
                <a:lnTo>
                  <a:pt x="105" y="82"/>
                </a:lnTo>
                <a:lnTo>
                  <a:pt x="107" y="81"/>
                </a:lnTo>
                <a:lnTo>
                  <a:pt x="109" y="80"/>
                </a:lnTo>
                <a:lnTo>
                  <a:pt x="111" y="82"/>
                </a:lnTo>
                <a:lnTo>
                  <a:pt x="111" y="81"/>
                </a:lnTo>
                <a:lnTo>
                  <a:pt x="111" y="80"/>
                </a:lnTo>
                <a:lnTo>
                  <a:pt x="111" y="78"/>
                </a:lnTo>
                <a:lnTo>
                  <a:pt x="112" y="78"/>
                </a:lnTo>
                <a:lnTo>
                  <a:pt x="112" y="77"/>
                </a:lnTo>
                <a:lnTo>
                  <a:pt x="113" y="77"/>
                </a:lnTo>
                <a:lnTo>
                  <a:pt x="113" y="76"/>
                </a:lnTo>
                <a:lnTo>
                  <a:pt x="113" y="75"/>
                </a:lnTo>
                <a:lnTo>
                  <a:pt x="114" y="75"/>
                </a:lnTo>
                <a:lnTo>
                  <a:pt x="114" y="74"/>
                </a:lnTo>
                <a:lnTo>
                  <a:pt x="115" y="74"/>
                </a:lnTo>
                <a:lnTo>
                  <a:pt x="115" y="75"/>
                </a:lnTo>
                <a:lnTo>
                  <a:pt x="114" y="77"/>
                </a:lnTo>
                <a:lnTo>
                  <a:pt x="115" y="77"/>
                </a:lnTo>
                <a:lnTo>
                  <a:pt x="117" y="77"/>
                </a:lnTo>
                <a:lnTo>
                  <a:pt x="117" y="76"/>
                </a:lnTo>
                <a:lnTo>
                  <a:pt x="116" y="76"/>
                </a:lnTo>
                <a:lnTo>
                  <a:pt x="115" y="76"/>
                </a:lnTo>
                <a:lnTo>
                  <a:pt x="115" y="75"/>
                </a:lnTo>
                <a:lnTo>
                  <a:pt x="116" y="75"/>
                </a:lnTo>
                <a:lnTo>
                  <a:pt x="117" y="75"/>
                </a:lnTo>
                <a:lnTo>
                  <a:pt x="118" y="75"/>
                </a:lnTo>
                <a:lnTo>
                  <a:pt x="119" y="74"/>
                </a:lnTo>
                <a:lnTo>
                  <a:pt x="120" y="73"/>
                </a:lnTo>
                <a:lnTo>
                  <a:pt x="121" y="73"/>
                </a:lnTo>
                <a:lnTo>
                  <a:pt x="121" y="72"/>
                </a:lnTo>
                <a:lnTo>
                  <a:pt x="120" y="72"/>
                </a:lnTo>
                <a:lnTo>
                  <a:pt x="120" y="71"/>
                </a:lnTo>
                <a:lnTo>
                  <a:pt x="121" y="70"/>
                </a:lnTo>
                <a:lnTo>
                  <a:pt x="121" y="69"/>
                </a:lnTo>
                <a:lnTo>
                  <a:pt x="121" y="68"/>
                </a:lnTo>
                <a:lnTo>
                  <a:pt x="121" y="67"/>
                </a:lnTo>
                <a:lnTo>
                  <a:pt x="120" y="67"/>
                </a:lnTo>
                <a:lnTo>
                  <a:pt x="121" y="66"/>
                </a:lnTo>
                <a:lnTo>
                  <a:pt x="122" y="66"/>
                </a:lnTo>
                <a:lnTo>
                  <a:pt x="124" y="66"/>
                </a:lnTo>
                <a:lnTo>
                  <a:pt x="125" y="66"/>
                </a:lnTo>
                <a:lnTo>
                  <a:pt x="125" y="67"/>
                </a:lnTo>
                <a:lnTo>
                  <a:pt x="126" y="67"/>
                </a:lnTo>
                <a:lnTo>
                  <a:pt x="126" y="66"/>
                </a:lnTo>
                <a:lnTo>
                  <a:pt x="126" y="65"/>
                </a:lnTo>
                <a:lnTo>
                  <a:pt x="126" y="63"/>
                </a:lnTo>
                <a:lnTo>
                  <a:pt x="128" y="62"/>
                </a:lnTo>
                <a:lnTo>
                  <a:pt x="129" y="62"/>
                </a:lnTo>
                <a:lnTo>
                  <a:pt x="130" y="62"/>
                </a:lnTo>
                <a:lnTo>
                  <a:pt x="130" y="63"/>
                </a:lnTo>
                <a:lnTo>
                  <a:pt x="131" y="62"/>
                </a:lnTo>
                <a:lnTo>
                  <a:pt x="132" y="62"/>
                </a:lnTo>
                <a:lnTo>
                  <a:pt x="133" y="64"/>
                </a:lnTo>
                <a:lnTo>
                  <a:pt x="134" y="65"/>
                </a:lnTo>
                <a:lnTo>
                  <a:pt x="133" y="65"/>
                </a:lnTo>
                <a:lnTo>
                  <a:pt x="132" y="65"/>
                </a:lnTo>
                <a:lnTo>
                  <a:pt x="131" y="66"/>
                </a:lnTo>
                <a:lnTo>
                  <a:pt x="132" y="67"/>
                </a:lnTo>
                <a:lnTo>
                  <a:pt x="133" y="68"/>
                </a:lnTo>
                <a:lnTo>
                  <a:pt x="134" y="69"/>
                </a:lnTo>
                <a:lnTo>
                  <a:pt x="136" y="68"/>
                </a:lnTo>
                <a:lnTo>
                  <a:pt x="137" y="68"/>
                </a:lnTo>
                <a:lnTo>
                  <a:pt x="139" y="67"/>
                </a:lnTo>
                <a:lnTo>
                  <a:pt x="140" y="67"/>
                </a:lnTo>
                <a:lnTo>
                  <a:pt x="140" y="66"/>
                </a:lnTo>
                <a:lnTo>
                  <a:pt x="140" y="67"/>
                </a:lnTo>
                <a:lnTo>
                  <a:pt x="141" y="67"/>
                </a:lnTo>
                <a:lnTo>
                  <a:pt x="142" y="67"/>
                </a:lnTo>
                <a:lnTo>
                  <a:pt x="143" y="67"/>
                </a:lnTo>
                <a:lnTo>
                  <a:pt x="143" y="68"/>
                </a:lnTo>
                <a:lnTo>
                  <a:pt x="144" y="69"/>
                </a:lnTo>
                <a:lnTo>
                  <a:pt x="144" y="70"/>
                </a:lnTo>
                <a:lnTo>
                  <a:pt x="144" y="69"/>
                </a:lnTo>
                <a:lnTo>
                  <a:pt x="144" y="68"/>
                </a:lnTo>
                <a:lnTo>
                  <a:pt x="144" y="67"/>
                </a:lnTo>
                <a:lnTo>
                  <a:pt x="145" y="67"/>
                </a:lnTo>
                <a:lnTo>
                  <a:pt x="146" y="68"/>
                </a:lnTo>
                <a:lnTo>
                  <a:pt x="146" y="69"/>
                </a:lnTo>
                <a:lnTo>
                  <a:pt x="147" y="70"/>
                </a:lnTo>
                <a:lnTo>
                  <a:pt x="148" y="70"/>
                </a:lnTo>
                <a:lnTo>
                  <a:pt x="148" y="71"/>
                </a:lnTo>
                <a:lnTo>
                  <a:pt x="149" y="71"/>
                </a:lnTo>
                <a:lnTo>
                  <a:pt x="149" y="72"/>
                </a:lnTo>
                <a:lnTo>
                  <a:pt x="150" y="73"/>
                </a:lnTo>
                <a:lnTo>
                  <a:pt x="151" y="73"/>
                </a:lnTo>
                <a:lnTo>
                  <a:pt x="152" y="73"/>
                </a:lnTo>
                <a:lnTo>
                  <a:pt x="151" y="74"/>
                </a:lnTo>
                <a:lnTo>
                  <a:pt x="151" y="75"/>
                </a:lnTo>
                <a:lnTo>
                  <a:pt x="153" y="74"/>
                </a:lnTo>
                <a:lnTo>
                  <a:pt x="153" y="75"/>
                </a:lnTo>
                <a:lnTo>
                  <a:pt x="154" y="75"/>
                </a:lnTo>
                <a:lnTo>
                  <a:pt x="154" y="74"/>
                </a:lnTo>
                <a:lnTo>
                  <a:pt x="153" y="74"/>
                </a:lnTo>
                <a:lnTo>
                  <a:pt x="152" y="74"/>
                </a:lnTo>
                <a:lnTo>
                  <a:pt x="152" y="73"/>
                </a:lnTo>
                <a:lnTo>
                  <a:pt x="153" y="73"/>
                </a:lnTo>
                <a:lnTo>
                  <a:pt x="154" y="73"/>
                </a:lnTo>
                <a:lnTo>
                  <a:pt x="155" y="72"/>
                </a:lnTo>
                <a:lnTo>
                  <a:pt x="156" y="71"/>
                </a:lnTo>
                <a:lnTo>
                  <a:pt x="156" y="70"/>
                </a:lnTo>
                <a:lnTo>
                  <a:pt x="156" y="69"/>
                </a:lnTo>
                <a:lnTo>
                  <a:pt x="157" y="69"/>
                </a:lnTo>
                <a:lnTo>
                  <a:pt x="157" y="70"/>
                </a:lnTo>
                <a:lnTo>
                  <a:pt x="157" y="71"/>
                </a:lnTo>
                <a:lnTo>
                  <a:pt x="157" y="72"/>
                </a:lnTo>
                <a:lnTo>
                  <a:pt x="158" y="72"/>
                </a:lnTo>
                <a:lnTo>
                  <a:pt x="159" y="72"/>
                </a:lnTo>
                <a:lnTo>
                  <a:pt x="158" y="71"/>
                </a:lnTo>
                <a:lnTo>
                  <a:pt x="158" y="70"/>
                </a:lnTo>
                <a:lnTo>
                  <a:pt x="160" y="70"/>
                </a:lnTo>
                <a:lnTo>
                  <a:pt x="161" y="71"/>
                </a:lnTo>
                <a:lnTo>
                  <a:pt x="161" y="72"/>
                </a:lnTo>
                <a:lnTo>
                  <a:pt x="161" y="73"/>
                </a:lnTo>
                <a:lnTo>
                  <a:pt x="162" y="74"/>
                </a:lnTo>
                <a:lnTo>
                  <a:pt x="163" y="76"/>
                </a:lnTo>
                <a:lnTo>
                  <a:pt x="163" y="77"/>
                </a:lnTo>
                <a:lnTo>
                  <a:pt x="162" y="78"/>
                </a:lnTo>
                <a:lnTo>
                  <a:pt x="163" y="79"/>
                </a:lnTo>
                <a:lnTo>
                  <a:pt x="164" y="79"/>
                </a:lnTo>
                <a:lnTo>
                  <a:pt x="164" y="77"/>
                </a:lnTo>
                <a:lnTo>
                  <a:pt x="164" y="76"/>
                </a:lnTo>
                <a:lnTo>
                  <a:pt x="165" y="76"/>
                </a:lnTo>
                <a:lnTo>
                  <a:pt x="166" y="76"/>
                </a:lnTo>
                <a:lnTo>
                  <a:pt x="168" y="75"/>
                </a:lnTo>
                <a:lnTo>
                  <a:pt x="170" y="75"/>
                </a:lnTo>
                <a:lnTo>
                  <a:pt x="171" y="74"/>
                </a:lnTo>
                <a:lnTo>
                  <a:pt x="172" y="74"/>
                </a:lnTo>
                <a:lnTo>
                  <a:pt x="173" y="73"/>
                </a:lnTo>
                <a:lnTo>
                  <a:pt x="174" y="72"/>
                </a:lnTo>
                <a:lnTo>
                  <a:pt x="174" y="71"/>
                </a:lnTo>
                <a:lnTo>
                  <a:pt x="174" y="70"/>
                </a:lnTo>
                <a:lnTo>
                  <a:pt x="175" y="70"/>
                </a:lnTo>
                <a:lnTo>
                  <a:pt x="175" y="71"/>
                </a:lnTo>
                <a:lnTo>
                  <a:pt x="175" y="72"/>
                </a:lnTo>
                <a:lnTo>
                  <a:pt x="174" y="73"/>
                </a:lnTo>
                <a:lnTo>
                  <a:pt x="175" y="74"/>
                </a:lnTo>
                <a:lnTo>
                  <a:pt x="173" y="75"/>
                </a:lnTo>
                <a:lnTo>
                  <a:pt x="171" y="77"/>
                </a:lnTo>
                <a:lnTo>
                  <a:pt x="172" y="77"/>
                </a:lnTo>
                <a:lnTo>
                  <a:pt x="173" y="76"/>
                </a:lnTo>
                <a:lnTo>
                  <a:pt x="174" y="76"/>
                </a:lnTo>
                <a:lnTo>
                  <a:pt x="174" y="77"/>
                </a:lnTo>
                <a:lnTo>
                  <a:pt x="175" y="76"/>
                </a:lnTo>
                <a:lnTo>
                  <a:pt x="176" y="76"/>
                </a:lnTo>
                <a:lnTo>
                  <a:pt x="176" y="75"/>
                </a:lnTo>
                <a:lnTo>
                  <a:pt x="176" y="74"/>
                </a:lnTo>
                <a:lnTo>
                  <a:pt x="177" y="73"/>
                </a:lnTo>
                <a:lnTo>
                  <a:pt x="178" y="73"/>
                </a:lnTo>
                <a:lnTo>
                  <a:pt x="177" y="73"/>
                </a:lnTo>
                <a:lnTo>
                  <a:pt x="178" y="72"/>
                </a:lnTo>
                <a:lnTo>
                  <a:pt x="179" y="72"/>
                </a:lnTo>
                <a:lnTo>
                  <a:pt x="180" y="73"/>
                </a:lnTo>
                <a:lnTo>
                  <a:pt x="180" y="74"/>
                </a:lnTo>
                <a:lnTo>
                  <a:pt x="181" y="74"/>
                </a:lnTo>
                <a:lnTo>
                  <a:pt x="181" y="73"/>
                </a:lnTo>
                <a:lnTo>
                  <a:pt x="181" y="72"/>
                </a:lnTo>
                <a:lnTo>
                  <a:pt x="182" y="72"/>
                </a:lnTo>
                <a:lnTo>
                  <a:pt x="183" y="72"/>
                </a:lnTo>
                <a:lnTo>
                  <a:pt x="182" y="71"/>
                </a:lnTo>
                <a:lnTo>
                  <a:pt x="181" y="71"/>
                </a:lnTo>
                <a:lnTo>
                  <a:pt x="180" y="71"/>
                </a:lnTo>
                <a:lnTo>
                  <a:pt x="179" y="71"/>
                </a:lnTo>
                <a:lnTo>
                  <a:pt x="177" y="71"/>
                </a:lnTo>
                <a:lnTo>
                  <a:pt x="176" y="70"/>
                </a:lnTo>
                <a:lnTo>
                  <a:pt x="175" y="69"/>
                </a:lnTo>
                <a:lnTo>
                  <a:pt x="174" y="69"/>
                </a:lnTo>
                <a:lnTo>
                  <a:pt x="173" y="69"/>
                </a:lnTo>
                <a:lnTo>
                  <a:pt x="173" y="70"/>
                </a:lnTo>
                <a:lnTo>
                  <a:pt x="172" y="69"/>
                </a:lnTo>
                <a:lnTo>
                  <a:pt x="171" y="69"/>
                </a:lnTo>
                <a:lnTo>
                  <a:pt x="171" y="68"/>
                </a:lnTo>
                <a:lnTo>
                  <a:pt x="172" y="67"/>
                </a:lnTo>
                <a:lnTo>
                  <a:pt x="172" y="66"/>
                </a:lnTo>
                <a:lnTo>
                  <a:pt x="173" y="65"/>
                </a:lnTo>
                <a:lnTo>
                  <a:pt x="172" y="64"/>
                </a:lnTo>
                <a:lnTo>
                  <a:pt x="171" y="64"/>
                </a:lnTo>
                <a:lnTo>
                  <a:pt x="171" y="63"/>
                </a:lnTo>
                <a:lnTo>
                  <a:pt x="171" y="62"/>
                </a:lnTo>
                <a:lnTo>
                  <a:pt x="172" y="61"/>
                </a:lnTo>
                <a:lnTo>
                  <a:pt x="176" y="61"/>
                </a:lnTo>
                <a:lnTo>
                  <a:pt x="177" y="61"/>
                </a:lnTo>
                <a:lnTo>
                  <a:pt x="178" y="61"/>
                </a:lnTo>
                <a:lnTo>
                  <a:pt x="179" y="62"/>
                </a:lnTo>
                <a:lnTo>
                  <a:pt x="180" y="62"/>
                </a:lnTo>
                <a:lnTo>
                  <a:pt x="179" y="62"/>
                </a:lnTo>
                <a:lnTo>
                  <a:pt x="178" y="61"/>
                </a:lnTo>
                <a:lnTo>
                  <a:pt x="179" y="61"/>
                </a:lnTo>
                <a:lnTo>
                  <a:pt x="179" y="60"/>
                </a:lnTo>
                <a:lnTo>
                  <a:pt x="178" y="60"/>
                </a:lnTo>
                <a:lnTo>
                  <a:pt x="177" y="59"/>
                </a:lnTo>
                <a:lnTo>
                  <a:pt x="176" y="60"/>
                </a:lnTo>
                <a:lnTo>
                  <a:pt x="175" y="60"/>
                </a:lnTo>
                <a:lnTo>
                  <a:pt x="174" y="60"/>
                </a:lnTo>
                <a:lnTo>
                  <a:pt x="173" y="59"/>
                </a:lnTo>
                <a:lnTo>
                  <a:pt x="173" y="57"/>
                </a:lnTo>
                <a:lnTo>
                  <a:pt x="173" y="56"/>
                </a:lnTo>
                <a:lnTo>
                  <a:pt x="174" y="54"/>
                </a:lnTo>
                <a:lnTo>
                  <a:pt x="175" y="54"/>
                </a:lnTo>
                <a:lnTo>
                  <a:pt x="176" y="54"/>
                </a:lnTo>
                <a:lnTo>
                  <a:pt x="177" y="54"/>
                </a:lnTo>
                <a:lnTo>
                  <a:pt x="177" y="53"/>
                </a:lnTo>
                <a:lnTo>
                  <a:pt x="178" y="53"/>
                </a:lnTo>
                <a:lnTo>
                  <a:pt x="178" y="52"/>
                </a:lnTo>
                <a:lnTo>
                  <a:pt x="179" y="52"/>
                </a:lnTo>
                <a:lnTo>
                  <a:pt x="179" y="51"/>
                </a:lnTo>
                <a:lnTo>
                  <a:pt x="180" y="51"/>
                </a:lnTo>
                <a:lnTo>
                  <a:pt x="181" y="50"/>
                </a:lnTo>
                <a:lnTo>
                  <a:pt x="181" y="49"/>
                </a:lnTo>
                <a:lnTo>
                  <a:pt x="181" y="48"/>
                </a:lnTo>
                <a:lnTo>
                  <a:pt x="182" y="47"/>
                </a:lnTo>
                <a:lnTo>
                  <a:pt x="184" y="46"/>
                </a:lnTo>
                <a:lnTo>
                  <a:pt x="186" y="45"/>
                </a:lnTo>
                <a:lnTo>
                  <a:pt x="188" y="45"/>
                </a:lnTo>
                <a:lnTo>
                  <a:pt x="188" y="44"/>
                </a:lnTo>
                <a:lnTo>
                  <a:pt x="189" y="44"/>
                </a:lnTo>
                <a:lnTo>
                  <a:pt x="190" y="44"/>
                </a:lnTo>
                <a:lnTo>
                  <a:pt x="192" y="44"/>
                </a:lnTo>
                <a:lnTo>
                  <a:pt x="194" y="44"/>
                </a:lnTo>
                <a:lnTo>
                  <a:pt x="195" y="44"/>
                </a:lnTo>
                <a:lnTo>
                  <a:pt x="196" y="43"/>
                </a:lnTo>
                <a:lnTo>
                  <a:pt x="198" y="42"/>
                </a:lnTo>
                <a:lnTo>
                  <a:pt x="199" y="42"/>
                </a:lnTo>
                <a:lnTo>
                  <a:pt x="200" y="42"/>
                </a:lnTo>
                <a:lnTo>
                  <a:pt x="200" y="41"/>
                </a:lnTo>
                <a:lnTo>
                  <a:pt x="202" y="41"/>
                </a:lnTo>
                <a:lnTo>
                  <a:pt x="203" y="41"/>
                </a:lnTo>
                <a:lnTo>
                  <a:pt x="204" y="41"/>
                </a:lnTo>
                <a:lnTo>
                  <a:pt x="205" y="41"/>
                </a:lnTo>
                <a:lnTo>
                  <a:pt x="206" y="41"/>
                </a:lnTo>
                <a:lnTo>
                  <a:pt x="207" y="40"/>
                </a:lnTo>
                <a:lnTo>
                  <a:pt x="208" y="40"/>
                </a:lnTo>
                <a:lnTo>
                  <a:pt x="208" y="39"/>
                </a:lnTo>
                <a:lnTo>
                  <a:pt x="208" y="40"/>
                </a:lnTo>
                <a:lnTo>
                  <a:pt x="209" y="41"/>
                </a:lnTo>
                <a:lnTo>
                  <a:pt x="210" y="41"/>
                </a:lnTo>
                <a:lnTo>
                  <a:pt x="210" y="42"/>
                </a:lnTo>
                <a:lnTo>
                  <a:pt x="211" y="42"/>
                </a:lnTo>
                <a:lnTo>
                  <a:pt x="212" y="43"/>
                </a:lnTo>
                <a:lnTo>
                  <a:pt x="212" y="44"/>
                </a:lnTo>
                <a:lnTo>
                  <a:pt x="211" y="44"/>
                </a:lnTo>
                <a:lnTo>
                  <a:pt x="212" y="45"/>
                </a:lnTo>
                <a:lnTo>
                  <a:pt x="211" y="46"/>
                </a:lnTo>
                <a:lnTo>
                  <a:pt x="212" y="47"/>
                </a:lnTo>
                <a:lnTo>
                  <a:pt x="212" y="45"/>
                </a:lnTo>
                <a:lnTo>
                  <a:pt x="212" y="44"/>
                </a:lnTo>
                <a:lnTo>
                  <a:pt x="213" y="44"/>
                </a:lnTo>
                <a:lnTo>
                  <a:pt x="214" y="45"/>
                </a:lnTo>
                <a:lnTo>
                  <a:pt x="215" y="46"/>
                </a:lnTo>
                <a:lnTo>
                  <a:pt x="217" y="48"/>
                </a:lnTo>
                <a:lnTo>
                  <a:pt x="218" y="48"/>
                </a:lnTo>
                <a:lnTo>
                  <a:pt x="219" y="49"/>
                </a:lnTo>
                <a:lnTo>
                  <a:pt x="222" y="48"/>
                </a:lnTo>
                <a:lnTo>
                  <a:pt x="223" y="48"/>
                </a:lnTo>
                <a:lnTo>
                  <a:pt x="224" y="48"/>
                </a:lnTo>
                <a:lnTo>
                  <a:pt x="225" y="48"/>
                </a:lnTo>
                <a:lnTo>
                  <a:pt x="226" y="48"/>
                </a:lnTo>
                <a:lnTo>
                  <a:pt x="226" y="49"/>
                </a:lnTo>
                <a:lnTo>
                  <a:pt x="226" y="50"/>
                </a:lnTo>
                <a:lnTo>
                  <a:pt x="226" y="51"/>
                </a:lnTo>
                <a:lnTo>
                  <a:pt x="226" y="52"/>
                </a:lnTo>
                <a:lnTo>
                  <a:pt x="227" y="53"/>
                </a:lnTo>
                <a:lnTo>
                  <a:pt x="227" y="54"/>
                </a:lnTo>
                <a:lnTo>
                  <a:pt x="229" y="52"/>
                </a:lnTo>
                <a:lnTo>
                  <a:pt x="230" y="51"/>
                </a:lnTo>
                <a:lnTo>
                  <a:pt x="230" y="50"/>
                </a:lnTo>
                <a:lnTo>
                  <a:pt x="230" y="49"/>
                </a:lnTo>
                <a:lnTo>
                  <a:pt x="229" y="49"/>
                </a:lnTo>
                <a:lnTo>
                  <a:pt x="229" y="48"/>
                </a:lnTo>
                <a:lnTo>
                  <a:pt x="229" y="47"/>
                </a:lnTo>
                <a:lnTo>
                  <a:pt x="229" y="46"/>
                </a:lnTo>
                <a:lnTo>
                  <a:pt x="229" y="45"/>
                </a:lnTo>
                <a:lnTo>
                  <a:pt x="228" y="45"/>
                </a:lnTo>
                <a:lnTo>
                  <a:pt x="228" y="44"/>
                </a:lnTo>
                <a:lnTo>
                  <a:pt x="231" y="44"/>
                </a:lnTo>
                <a:lnTo>
                  <a:pt x="232" y="45"/>
                </a:lnTo>
                <a:lnTo>
                  <a:pt x="233" y="46"/>
                </a:lnTo>
                <a:lnTo>
                  <a:pt x="233" y="47"/>
                </a:lnTo>
                <a:lnTo>
                  <a:pt x="232" y="47"/>
                </a:lnTo>
                <a:lnTo>
                  <a:pt x="233" y="50"/>
                </a:lnTo>
                <a:lnTo>
                  <a:pt x="234" y="51"/>
                </a:lnTo>
                <a:lnTo>
                  <a:pt x="235" y="52"/>
                </a:lnTo>
                <a:lnTo>
                  <a:pt x="234" y="53"/>
                </a:lnTo>
                <a:lnTo>
                  <a:pt x="233" y="53"/>
                </a:lnTo>
                <a:lnTo>
                  <a:pt x="234" y="53"/>
                </a:lnTo>
                <a:lnTo>
                  <a:pt x="233" y="54"/>
                </a:lnTo>
                <a:lnTo>
                  <a:pt x="232" y="54"/>
                </a:lnTo>
                <a:lnTo>
                  <a:pt x="232" y="55"/>
                </a:lnTo>
                <a:lnTo>
                  <a:pt x="233" y="55"/>
                </a:lnTo>
                <a:lnTo>
                  <a:pt x="233" y="56"/>
                </a:lnTo>
                <a:lnTo>
                  <a:pt x="233" y="58"/>
                </a:lnTo>
                <a:lnTo>
                  <a:pt x="233" y="57"/>
                </a:lnTo>
                <a:lnTo>
                  <a:pt x="234" y="57"/>
                </a:lnTo>
                <a:lnTo>
                  <a:pt x="234" y="58"/>
                </a:lnTo>
                <a:lnTo>
                  <a:pt x="235" y="58"/>
                </a:lnTo>
                <a:lnTo>
                  <a:pt x="235" y="59"/>
                </a:lnTo>
                <a:lnTo>
                  <a:pt x="235" y="58"/>
                </a:lnTo>
                <a:lnTo>
                  <a:pt x="235" y="56"/>
                </a:lnTo>
                <a:lnTo>
                  <a:pt x="234" y="56"/>
                </a:lnTo>
                <a:lnTo>
                  <a:pt x="233" y="56"/>
                </a:lnTo>
                <a:lnTo>
                  <a:pt x="233" y="55"/>
                </a:lnTo>
                <a:lnTo>
                  <a:pt x="234" y="53"/>
                </a:lnTo>
                <a:lnTo>
                  <a:pt x="235" y="53"/>
                </a:lnTo>
                <a:lnTo>
                  <a:pt x="238" y="53"/>
                </a:lnTo>
                <a:lnTo>
                  <a:pt x="239" y="53"/>
                </a:lnTo>
                <a:lnTo>
                  <a:pt x="240" y="53"/>
                </a:lnTo>
                <a:lnTo>
                  <a:pt x="239" y="53"/>
                </a:lnTo>
                <a:lnTo>
                  <a:pt x="239" y="52"/>
                </a:lnTo>
                <a:lnTo>
                  <a:pt x="238" y="52"/>
                </a:lnTo>
                <a:lnTo>
                  <a:pt x="239" y="51"/>
                </a:lnTo>
                <a:lnTo>
                  <a:pt x="240" y="51"/>
                </a:lnTo>
                <a:lnTo>
                  <a:pt x="240" y="50"/>
                </a:lnTo>
                <a:lnTo>
                  <a:pt x="241" y="49"/>
                </a:lnTo>
                <a:lnTo>
                  <a:pt x="240" y="48"/>
                </a:lnTo>
                <a:lnTo>
                  <a:pt x="240" y="47"/>
                </a:lnTo>
                <a:lnTo>
                  <a:pt x="241" y="47"/>
                </a:lnTo>
                <a:lnTo>
                  <a:pt x="242" y="47"/>
                </a:lnTo>
                <a:lnTo>
                  <a:pt x="243" y="46"/>
                </a:lnTo>
                <a:lnTo>
                  <a:pt x="243" y="45"/>
                </a:lnTo>
                <a:lnTo>
                  <a:pt x="243" y="44"/>
                </a:lnTo>
                <a:lnTo>
                  <a:pt x="242" y="44"/>
                </a:lnTo>
                <a:lnTo>
                  <a:pt x="241" y="43"/>
                </a:lnTo>
                <a:lnTo>
                  <a:pt x="241" y="42"/>
                </a:lnTo>
                <a:lnTo>
                  <a:pt x="243" y="42"/>
                </a:lnTo>
                <a:lnTo>
                  <a:pt x="243" y="43"/>
                </a:lnTo>
                <a:lnTo>
                  <a:pt x="244" y="43"/>
                </a:lnTo>
                <a:lnTo>
                  <a:pt x="246" y="43"/>
                </a:lnTo>
                <a:lnTo>
                  <a:pt x="247" y="43"/>
                </a:lnTo>
                <a:lnTo>
                  <a:pt x="248" y="43"/>
                </a:lnTo>
                <a:lnTo>
                  <a:pt x="250" y="43"/>
                </a:lnTo>
                <a:lnTo>
                  <a:pt x="251" y="43"/>
                </a:lnTo>
                <a:lnTo>
                  <a:pt x="251" y="42"/>
                </a:lnTo>
                <a:lnTo>
                  <a:pt x="253" y="41"/>
                </a:lnTo>
                <a:lnTo>
                  <a:pt x="254" y="42"/>
                </a:lnTo>
                <a:lnTo>
                  <a:pt x="254" y="43"/>
                </a:lnTo>
                <a:lnTo>
                  <a:pt x="255" y="44"/>
                </a:lnTo>
                <a:lnTo>
                  <a:pt x="255" y="45"/>
                </a:lnTo>
                <a:lnTo>
                  <a:pt x="256" y="46"/>
                </a:lnTo>
                <a:lnTo>
                  <a:pt x="257" y="48"/>
                </a:lnTo>
                <a:lnTo>
                  <a:pt x="258" y="48"/>
                </a:lnTo>
                <a:lnTo>
                  <a:pt x="258" y="49"/>
                </a:lnTo>
                <a:lnTo>
                  <a:pt x="260" y="50"/>
                </a:lnTo>
                <a:lnTo>
                  <a:pt x="262" y="51"/>
                </a:lnTo>
                <a:lnTo>
                  <a:pt x="263" y="51"/>
                </a:lnTo>
                <a:lnTo>
                  <a:pt x="264" y="51"/>
                </a:lnTo>
                <a:lnTo>
                  <a:pt x="266" y="51"/>
                </a:lnTo>
                <a:lnTo>
                  <a:pt x="268" y="51"/>
                </a:lnTo>
                <a:lnTo>
                  <a:pt x="268" y="50"/>
                </a:lnTo>
                <a:lnTo>
                  <a:pt x="268" y="49"/>
                </a:lnTo>
                <a:lnTo>
                  <a:pt x="269" y="50"/>
                </a:lnTo>
                <a:lnTo>
                  <a:pt x="268" y="51"/>
                </a:lnTo>
                <a:lnTo>
                  <a:pt x="266" y="52"/>
                </a:lnTo>
                <a:lnTo>
                  <a:pt x="263" y="51"/>
                </a:lnTo>
                <a:lnTo>
                  <a:pt x="263" y="52"/>
                </a:lnTo>
                <a:lnTo>
                  <a:pt x="262" y="52"/>
                </a:lnTo>
                <a:lnTo>
                  <a:pt x="262" y="53"/>
                </a:lnTo>
                <a:lnTo>
                  <a:pt x="261" y="53"/>
                </a:lnTo>
                <a:lnTo>
                  <a:pt x="260" y="55"/>
                </a:lnTo>
                <a:lnTo>
                  <a:pt x="259" y="55"/>
                </a:lnTo>
                <a:lnTo>
                  <a:pt x="258" y="55"/>
                </a:lnTo>
                <a:lnTo>
                  <a:pt x="257" y="56"/>
                </a:lnTo>
                <a:lnTo>
                  <a:pt x="258" y="57"/>
                </a:lnTo>
                <a:lnTo>
                  <a:pt x="260" y="58"/>
                </a:lnTo>
                <a:lnTo>
                  <a:pt x="261" y="58"/>
                </a:lnTo>
                <a:lnTo>
                  <a:pt x="262" y="57"/>
                </a:lnTo>
                <a:lnTo>
                  <a:pt x="263" y="57"/>
                </a:lnTo>
                <a:lnTo>
                  <a:pt x="263" y="58"/>
                </a:lnTo>
                <a:lnTo>
                  <a:pt x="264" y="58"/>
                </a:lnTo>
                <a:lnTo>
                  <a:pt x="264" y="60"/>
                </a:lnTo>
                <a:lnTo>
                  <a:pt x="265" y="60"/>
                </a:lnTo>
                <a:lnTo>
                  <a:pt x="265" y="59"/>
                </a:lnTo>
                <a:lnTo>
                  <a:pt x="264" y="58"/>
                </a:lnTo>
                <a:lnTo>
                  <a:pt x="264" y="56"/>
                </a:lnTo>
                <a:lnTo>
                  <a:pt x="266" y="56"/>
                </a:lnTo>
                <a:lnTo>
                  <a:pt x="266" y="57"/>
                </a:lnTo>
                <a:lnTo>
                  <a:pt x="266" y="58"/>
                </a:lnTo>
                <a:lnTo>
                  <a:pt x="267" y="58"/>
                </a:lnTo>
                <a:lnTo>
                  <a:pt x="267" y="57"/>
                </a:lnTo>
                <a:lnTo>
                  <a:pt x="267" y="56"/>
                </a:lnTo>
                <a:lnTo>
                  <a:pt x="267" y="55"/>
                </a:lnTo>
                <a:lnTo>
                  <a:pt x="266" y="55"/>
                </a:lnTo>
                <a:lnTo>
                  <a:pt x="265" y="55"/>
                </a:lnTo>
                <a:lnTo>
                  <a:pt x="264" y="55"/>
                </a:lnTo>
                <a:lnTo>
                  <a:pt x="264" y="54"/>
                </a:lnTo>
                <a:lnTo>
                  <a:pt x="263" y="54"/>
                </a:lnTo>
                <a:lnTo>
                  <a:pt x="262" y="54"/>
                </a:lnTo>
                <a:lnTo>
                  <a:pt x="262" y="53"/>
                </a:lnTo>
                <a:lnTo>
                  <a:pt x="263" y="53"/>
                </a:lnTo>
                <a:lnTo>
                  <a:pt x="263" y="52"/>
                </a:lnTo>
                <a:lnTo>
                  <a:pt x="264" y="53"/>
                </a:lnTo>
                <a:lnTo>
                  <a:pt x="265" y="53"/>
                </a:lnTo>
                <a:lnTo>
                  <a:pt x="266" y="53"/>
                </a:lnTo>
                <a:lnTo>
                  <a:pt x="268" y="52"/>
                </a:lnTo>
                <a:lnTo>
                  <a:pt x="269" y="51"/>
                </a:lnTo>
                <a:lnTo>
                  <a:pt x="270" y="51"/>
                </a:lnTo>
                <a:lnTo>
                  <a:pt x="269" y="49"/>
                </a:lnTo>
                <a:lnTo>
                  <a:pt x="267" y="49"/>
                </a:lnTo>
                <a:lnTo>
                  <a:pt x="267" y="48"/>
                </a:lnTo>
                <a:lnTo>
                  <a:pt x="266" y="47"/>
                </a:lnTo>
                <a:lnTo>
                  <a:pt x="267" y="47"/>
                </a:lnTo>
                <a:lnTo>
                  <a:pt x="268" y="47"/>
                </a:lnTo>
                <a:lnTo>
                  <a:pt x="268" y="48"/>
                </a:lnTo>
                <a:lnTo>
                  <a:pt x="269" y="47"/>
                </a:lnTo>
                <a:lnTo>
                  <a:pt x="271" y="46"/>
                </a:lnTo>
                <a:lnTo>
                  <a:pt x="274" y="45"/>
                </a:lnTo>
                <a:lnTo>
                  <a:pt x="275" y="45"/>
                </a:lnTo>
                <a:lnTo>
                  <a:pt x="275" y="44"/>
                </a:lnTo>
                <a:lnTo>
                  <a:pt x="275" y="43"/>
                </a:lnTo>
                <a:lnTo>
                  <a:pt x="276" y="42"/>
                </a:lnTo>
                <a:lnTo>
                  <a:pt x="277" y="42"/>
                </a:lnTo>
                <a:lnTo>
                  <a:pt x="279" y="42"/>
                </a:lnTo>
                <a:lnTo>
                  <a:pt x="280" y="44"/>
                </a:lnTo>
                <a:lnTo>
                  <a:pt x="281" y="44"/>
                </a:lnTo>
                <a:lnTo>
                  <a:pt x="282" y="43"/>
                </a:lnTo>
                <a:lnTo>
                  <a:pt x="283" y="43"/>
                </a:lnTo>
                <a:lnTo>
                  <a:pt x="284" y="43"/>
                </a:lnTo>
                <a:lnTo>
                  <a:pt x="285" y="43"/>
                </a:lnTo>
                <a:lnTo>
                  <a:pt x="286" y="43"/>
                </a:lnTo>
                <a:lnTo>
                  <a:pt x="287" y="43"/>
                </a:lnTo>
                <a:lnTo>
                  <a:pt x="288" y="44"/>
                </a:lnTo>
                <a:lnTo>
                  <a:pt x="287" y="45"/>
                </a:lnTo>
                <a:lnTo>
                  <a:pt x="287" y="46"/>
                </a:lnTo>
                <a:lnTo>
                  <a:pt x="288" y="46"/>
                </a:lnTo>
                <a:lnTo>
                  <a:pt x="288" y="45"/>
                </a:lnTo>
                <a:lnTo>
                  <a:pt x="288" y="44"/>
                </a:lnTo>
                <a:lnTo>
                  <a:pt x="288" y="43"/>
                </a:lnTo>
                <a:lnTo>
                  <a:pt x="289" y="42"/>
                </a:lnTo>
                <a:lnTo>
                  <a:pt x="290" y="42"/>
                </a:lnTo>
                <a:lnTo>
                  <a:pt x="290" y="41"/>
                </a:lnTo>
                <a:lnTo>
                  <a:pt x="289" y="41"/>
                </a:lnTo>
                <a:lnTo>
                  <a:pt x="287" y="42"/>
                </a:lnTo>
                <a:lnTo>
                  <a:pt x="286" y="42"/>
                </a:lnTo>
                <a:lnTo>
                  <a:pt x="284" y="42"/>
                </a:lnTo>
                <a:lnTo>
                  <a:pt x="282" y="42"/>
                </a:lnTo>
                <a:lnTo>
                  <a:pt x="281" y="42"/>
                </a:lnTo>
                <a:lnTo>
                  <a:pt x="280" y="42"/>
                </a:lnTo>
                <a:lnTo>
                  <a:pt x="278" y="42"/>
                </a:lnTo>
                <a:lnTo>
                  <a:pt x="279" y="42"/>
                </a:lnTo>
                <a:lnTo>
                  <a:pt x="281" y="41"/>
                </a:lnTo>
                <a:lnTo>
                  <a:pt x="282" y="41"/>
                </a:lnTo>
                <a:lnTo>
                  <a:pt x="283" y="41"/>
                </a:lnTo>
                <a:lnTo>
                  <a:pt x="284" y="41"/>
                </a:lnTo>
                <a:lnTo>
                  <a:pt x="285" y="40"/>
                </a:lnTo>
                <a:lnTo>
                  <a:pt x="286" y="39"/>
                </a:lnTo>
                <a:lnTo>
                  <a:pt x="287" y="39"/>
                </a:lnTo>
                <a:lnTo>
                  <a:pt x="288" y="38"/>
                </a:lnTo>
                <a:lnTo>
                  <a:pt x="289" y="38"/>
                </a:lnTo>
                <a:lnTo>
                  <a:pt x="289" y="37"/>
                </a:lnTo>
                <a:lnTo>
                  <a:pt x="290" y="37"/>
                </a:lnTo>
                <a:lnTo>
                  <a:pt x="290" y="36"/>
                </a:lnTo>
                <a:lnTo>
                  <a:pt x="290" y="35"/>
                </a:lnTo>
                <a:lnTo>
                  <a:pt x="291" y="35"/>
                </a:lnTo>
                <a:lnTo>
                  <a:pt x="291" y="34"/>
                </a:lnTo>
                <a:lnTo>
                  <a:pt x="292" y="34"/>
                </a:lnTo>
                <a:lnTo>
                  <a:pt x="292" y="33"/>
                </a:lnTo>
                <a:lnTo>
                  <a:pt x="292" y="32"/>
                </a:lnTo>
                <a:lnTo>
                  <a:pt x="292" y="31"/>
                </a:lnTo>
                <a:lnTo>
                  <a:pt x="293" y="29"/>
                </a:lnTo>
                <a:lnTo>
                  <a:pt x="294" y="27"/>
                </a:lnTo>
                <a:lnTo>
                  <a:pt x="294" y="26"/>
                </a:lnTo>
                <a:lnTo>
                  <a:pt x="295" y="25"/>
                </a:lnTo>
                <a:lnTo>
                  <a:pt x="296" y="25"/>
                </a:lnTo>
                <a:lnTo>
                  <a:pt x="298" y="25"/>
                </a:lnTo>
                <a:lnTo>
                  <a:pt x="299" y="25"/>
                </a:lnTo>
                <a:lnTo>
                  <a:pt x="301" y="25"/>
                </a:lnTo>
                <a:lnTo>
                  <a:pt x="302" y="25"/>
                </a:lnTo>
                <a:lnTo>
                  <a:pt x="302" y="24"/>
                </a:lnTo>
                <a:lnTo>
                  <a:pt x="302" y="25"/>
                </a:lnTo>
                <a:lnTo>
                  <a:pt x="303" y="25"/>
                </a:lnTo>
                <a:lnTo>
                  <a:pt x="304" y="25"/>
                </a:lnTo>
                <a:lnTo>
                  <a:pt x="305" y="25"/>
                </a:lnTo>
                <a:lnTo>
                  <a:pt x="305" y="26"/>
                </a:lnTo>
                <a:lnTo>
                  <a:pt x="306" y="26"/>
                </a:lnTo>
                <a:lnTo>
                  <a:pt x="306" y="27"/>
                </a:lnTo>
                <a:lnTo>
                  <a:pt x="307" y="27"/>
                </a:lnTo>
                <a:lnTo>
                  <a:pt x="307" y="28"/>
                </a:lnTo>
                <a:lnTo>
                  <a:pt x="308" y="28"/>
                </a:lnTo>
                <a:lnTo>
                  <a:pt x="309" y="28"/>
                </a:lnTo>
                <a:lnTo>
                  <a:pt x="309" y="29"/>
                </a:lnTo>
                <a:lnTo>
                  <a:pt x="310" y="29"/>
                </a:lnTo>
                <a:lnTo>
                  <a:pt x="311" y="30"/>
                </a:lnTo>
                <a:lnTo>
                  <a:pt x="312" y="30"/>
                </a:lnTo>
                <a:lnTo>
                  <a:pt x="313" y="30"/>
                </a:lnTo>
                <a:lnTo>
                  <a:pt x="313" y="31"/>
                </a:lnTo>
                <a:lnTo>
                  <a:pt x="314" y="31"/>
                </a:lnTo>
                <a:lnTo>
                  <a:pt x="316" y="31"/>
                </a:lnTo>
                <a:lnTo>
                  <a:pt x="317" y="31"/>
                </a:lnTo>
                <a:lnTo>
                  <a:pt x="319" y="32"/>
                </a:lnTo>
                <a:lnTo>
                  <a:pt x="319" y="31"/>
                </a:lnTo>
                <a:lnTo>
                  <a:pt x="318" y="31"/>
                </a:lnTo>
                <a:lnTo>
                  <a:pt x="318" y="30"/>
                </a:lnTo>
                <a:lnTo>
                  <a:pt x="319" y="30"/>
                </a:lnTo>
                <a:lnTo>
                  <a:pt x="319" y="29"/>
                </a:lnTo>
                <a:lnTo>
                  <a:pt x="317" y="29"/>
                </a:lnTo>
                <a:lnTo>
                  <a:pt x="318" y="27"/>
                </a:lnTo>
                <a:lnTo>
                  <a:pt x="318" y="28"/>
                </a:lnTo>
                <a:lnTo>
                  <a:pt x="319" y="28"/>
                </a:lnTo>
                <a:lnTo>
                  <a:pt x="320" y="28"/>
                </a:lnTo>
                <a:lnTo>
                  <a:pt x="321" y="29"/>
                </a:lnTo>
                <a:lnTo>
                  <a:pt x="322" y="30"/>
                </a:lnTo>
                <a:lnTo>
                  <a:pt x="322" y="29"/>
                </a:lnTo>
                <a:lnTo>
                  <a:pt x="323" y="29"/>
                </a:lnTo>
                <a:lnTo>
                  <a:pt x="324" y="28"/>
                </a:lnTo>
                <a:lnTo>
                  <a:pt x="325" y="28"/>
                </a:lnTo>
                <a:lnTo>
                  <a:pt x="325" y="27"/>
                </a:lnTo>
                <a:lnTo>
                  <a:pt x="325" y="26"/>
                </a:lnTo>
                <a:lnTo>
                  <a:pt x="328" y="26"/>
                </a:lnTo>
                <a:lnTo>
                  <a:pt x="328" y="25"/>
                </a:lnTo>
                <a:lnTo>
                  <a:pt x="324" y="24"/>
                </a:lnTo>
                <a:lnTo>
                  <a:pt x="323" y="24"/>
                </a:lnTo>
                <a:lnTo>
                  <a:pt x="322" y="24"/>
                </a:lnTo>
                <a:lnTo>
                  <a:pt x="322" y="23"/>
                </a:lnTo>
                <a:lnTo>
                  <a:pt x="323" y="23"/>
                </a:lnTo>
                <a:lnTo>
                  <a:pt x="323" y="22"/>
                </a:lnTo>
                <a:lnTo>
                  <a:pt x="323" y="21"/>
                </a:lnTo>
                <a:lnTo>
                  <a:pt x="324" y="21"/>
                </a:lnTo>
                <a:lnTo>
                  <a:pt x="325" y="21"/>
                </a:lnTo>
                <a:lnTo>
                  <a:pt x="326" y="20"/>
                </a:lnTo>
                <a:lnTo>
                  <a:pt x="327" y="20"/>
                </a:lnTo>
                <a:lnTo>
                  <a:pt x="330" y="18"/>
                </a:lnTo>
                <a:lnTo>
                  <a:pt x="331" y="18"/>
                </a:lnTo>
                <a:lnTo>
                  <a:pt x="333" y="17"/>
                </a:lnTo>
                <a:lnTo>
                  <a:pt x="335" y="17"/>
                </a:lnTo>
                <a:lnTo>
                  <a:pt x="336" y="18"/>
                </a:lnTo>
                <a:lnTo>
                  <a:pt x="337" y="19"/>
                </a:lnTo>
                <a:lnTo>
                  <a:pt x="337" y="20"/>
                </a:lnTo>
                <a:lnTo>
                  <a:pt x="338" y="20"/>
                </a:lnTo>
                <a:lnTo>
                  <a:pt x="339" y="20"/>
                </a:lnTo>
                <a:lnTo>
                  <a:pt x="340" y="20"/>
                </a:lnTo>
                <a:lnTo>
                  <a:pt x="341" y="20"/>
                </a:lnTo>
                <a:lnTo>
                  <a:pt x="341" y="21"/>
                </a:lnTo>
                <a:lnTo>
                  <a:pt x="342" y="21"/>
                </a:lnTo>
                <a:lnTo>
                  <a:pt x="343" y="21"/>
                </a:lnTo>
                <a:lnTo>
                  <a:pt x="343" y="22"/>
                </a:lnTo>
                <a:lnTo>
                  <a:pt x="344" y="22"/>
                </a:lnTo>
                <a:lnTo>
                  <a:pt x="345" y="22"/>
                </a:lnTo>
                <a:lnTo>
                  <a:pt x="345" y="23"/>
                </a:lnTo>
                <a:lnTo>
                  <a:pt x="346" y="23"/>
                </a:lnTo>
                <a:lnTo>
                  <a:pt x="347" y="23"/>
                </a:lnTo>
                <a:lnTo>
                  <a:pt x="347" y="24"/>
                </a:lnTo>
                <a:lnTo>
                  <a:pt x="348" y="24"/>
                </a:lnTo>
                <a:lnTo>
                  <a:pt x="349" y="24"/>
                </a:lnTo>
                <a:lnTo>
                  <a:pt x="349" y="25"/>
                </a:lnTo>
                <a:lnTo>
                  <a:pt x="350" y="25"/>
                </a:lnTo>
                <a:lnTo>
                  <a:pt x="351" y="25"/>
                </a:lnTo>
                <a:lnTo>
                  <a:pt x="351" y="26"/>
                </a:lnTo>
                <a:lnTo>
                  <a:pt x="352" y="26"/>
                </a:lnTo>
                <a:lnTo>
                  <a:pt x="353" y="27"/>
                </a:lnTo>
                <a:lnTo>
                  <a:pt x="354" y="27"/>
                </a:lnTo>
                <a:lnTo>
                  <a:pt x="355" y="27"/>
                </a:lnTo>
                <a:lnTo>
                  <a:pt x="356" y="28"/>
                </a:lnTo>
                <a:lnTo>
                  <a:pt x="357" y="28"/>
                </a:lnTo>
                <a:lnTo>
                  <a:pt x="358" y="29"/>
                </a:lnTo>
                <a:lnTo>
                  <a:pt x="359" y="29"/>
                </a:lnTo>
                <a:lnTo>
                  <a:pt x="360" y="29"/>
                </a:lnTo>
                <a:lnTo>
                  <a:pt x="360" y="30"/>
                </a:lnTo>
                <a:lnTo>
                  <a:pt x="361" y="30"/>
                </a:lnTo>
                <a:lnTo>
                  <a:pt x="362" y="30"/>
                </a:lnTo>
                <a:lnTo>
                  <a:pt x="363" y="30"/>
                </a:lnTo>
                <a:lnTo>
                  <a:pt x="366" y="30"/>
                </a:lnTo>
                <a:lnTo>
                  <a:pt x="367" y="30"/>
                </a:lnTo>
                <a:lnTo>
                  <a:pt x="368" y="30"/>
                </a:lnTo>
                <a:lnTo>
                  <a:pt x="369" y="30"/>
                </a:lnTo>
                <a:lnTo>
                  <a:pt x="370" y="30"/>
                </a:lnTo>
                <a:lnTo>
                  <a:pt x="370" y="29"/>
                </a:lnTo>
                <a:lnTo>
                  <a:pt x="370" y="30"/>
                </a:lnTo>
                <a:lnTo>
                  <a:pt x="371" y="30"/>
                </a:lnTo>
                <a:lnTo>
                  <a:pt x="370" y="30"/>
                </a:lnTo>
                <a:lnTo>
                  <a:pt x="369" y="31"/>
                </a:lnTo>
                <a:lnTo>
                  <a:pt x="369" y="33"/>
                </a:lnTo>
                <a:lnTo>
                  <a:pt x="369" y="34"/>
                </a:lnTo>
                <a:lnTo>
                  <a:pt x="370" y="35"/>
                </a:lnTo>
                <a:lnTo>
                  <a:pt x="371" y="38"/>
                </a:lnTo>
                <a:lnTo>
                  <a:pt x="370" y="38"/>
                </a:lnTo>
                <a:lnTo>
                  <a:pt x="371" y="40"/>
                </a:lnTo>
                <a:lnTo>
                  <a:pt x="372" y="41"/>
                </a:lnTo>
                <a:lnTo>
                  <a:pt x="372" y="40"/>
                </a:lnTo>
                <a:lnTo>
                  <a:pt x="372" y="39"/>
                </a:lnTo>
                <a:lnTo>
                  <a:pt x="373" y="38"/>
                </a:lnTo>
                <a:lnTo>
                  <a:pt x="374" y="38"/>
                </a:lnTo>
                <a:lnTo>
                  <a:pt x="375" y="38"/>
                </a:lnTo>
                <a:lnTo>
                  <a:pt x="375" y="37"/>
                </a:lnTo>
                <a:lnTo>
                  <a:pt x="376" y="36"/>
                </a:lnTo>
                <a:lnTo>
                  <a:pt x="375" y="35"/>
                </a:lnTo>
                <a:lnTo>
                  <a:pt x="375" y="34"/>
                </a:lnTo>
                <a:lnTo>
                  <a:pt x="376" y="34"/>
                </a:lnTo>
                <a:lnTo>
                  <a:pt x="376" y="33"/>
                </a:lnTo>
                <a:lnTo>
                  <a:pt x="377" y="33"/>
                </a:lnTo>
                <a:lnTo>
                  <a:pt x="378" y="34"/>
                </a:lnTo>
                <a:lnTo>
                  <a:pt x="379" y="34"/>
                </a:lnTo>
                <a:lnTo>
                  <a:pt x="379" y="35"/>
                </a:lnTo>
                <a:lnTo>
                  <a:pt x="378" y="36"/>
                </a:lnTo>
                <a:lnTo>
                  <a:pt x="378" y="38"/>
                </a:lnTo>
                <a:lnTo>
                  <a:pt x="378" y="39"/>
                </a:lnTo>
                <a:lnTo>
                  <a:pt x="379" y="40"/>
                </a:lnTo>
                <a:lnTo>
                  <a:pt x="380" y="41"/>
                </a:lnTo>
                <a:lnTo>
                  <a:pt x="380" y="42"/>
                </a:lnTo>
                <a:lnTo>
                  <a:pt x="379" y="42"/>
                </a:lnTo>
                <a:lnTo>
                  <a:pt x="378" y="42"/>
                </a:lnTo>
                <a:lnTo>
                  <a:pt x="378" y="43"/>
                </a:lnTo>
                <a:lnTo>
                  <a:pt x="377" y="43"/>
                </a:lnTo>
                <a:lnTo>
                  <a:pt x="376" y="43"/>
                </a:lnTo>
                <a:lnTo>
                  <a:pt x="376" y="42"/>
                </a:lnTo>
                <a:lnTo>
                  <a:pt x="374" y="43"/>
                </a:lnTo>
                <a:lnTo>
                  <a:pt x="375" y="44"/>
                </a:lnTo>
                <a:lnTo>
                  <a:pt x="376" y="43"/>
                </a:lnTo>
                <a:lnTo>
                  <a:pt x="377" y="44"/>
                </a:lnTo>
                <a:lnTo>
                  <a:pt x="378" y="45"/>
                </a:lnTo>
                <a:lnTo>
                  <a:pt x="378" y="44"/>
                </a:lnTo>
                <a:lnTo>
                  <a:pt x="379" y="43"/>
                </a:lnTo>
                <a:lnTo>
                  <a:pt x="380" y="43"/>
                </a:lnTo>
                <a:lnTo>
                  <a:pt x="380" y="44"/>
                </a:lnTo>
                <a:lnTo>
                  <a:pt x="380" y="45"/>
                </a:lnTo>
                <a:lnTo>
                  <a:pt x="379" y="45"/>
                </a:lnTo>
                <a:lnTo>
                  <a:pt x="378" y="45"/>
                </a:lnTo>
                <a:lnTo>
                  <a:pt x="378" y="46"/>
                </a:lnTo>
                <a:lnTo>
                  <a:pt x="379" y="45"/>
                </a:lnTo>
                <a:lnTo>
                  <a:pt x="380" y="47"/>
                </a:lnTo>
                <a:lnTo>
                  <a:pt x="381" y="47"/>
                </a:lnTo>
                <a:lnTo>
                  <a:pt x="381" y="48"/>
                </a:lnTo>
                <a:lnTo>
                  <a:pt x="381" y="50"/>
                </a:lnTo>
                <a:lnTo>
                  <a:pt x="382" y="51"/>
                </a:lnTo>
                <a:lnTo>
                  <a:pt x="382" y="52"/>
                </a:lnTo>
                <a:lnTo>
                  <a:pt x="383" y="52"/>
                </a:lnTo>
                <a:lnTo>
                  <a:pt x="383" y="53"/>
                </a:lnTo>
                <a:lnTo>
                  <a:pt x="383" y="54"/>
                </a:lnTo>
                <a:lnTo>
                  <a:pt x="383" y="55"/>
                </a:lnTo>
                <a:lnTo>
                  <a:pt x="384" y="55"/>
                </a:lnTo>
                <a:lnTo>
                  <a:pt x="384" y="54"/>
                </a:lnTo>
                <a:lnTo>
                  <a:pt x="385" y="53"/>
                </a:lnTo>
                <a:lnTo>
                  <a:pt x="384" y="53"/>
                </a:lnTo>
                <a:lnTo>
                  <a:pt x="383" y="52"/>
                </a:lnTo>
                <a:lnTo>
                  <a:pt x="383" y="51"/>
                </a:lnTo>
                <a:lnTo>
                  <a:pt x="383" y="50"/>
                </a:lnTo>
                <a:lnTo>
                  <a:pt x="383" y="48"/>
                </a:lnTo>
                <a:lnTo>
                  <a:pt x="387" y="48"/>
                </a:lnTo>
                <a:lnTo>
                  <a:pt x="388" y="48"/>
                </a:lnTo>
                <a:lnTo>
                  <a:pt x="389" y="48"/>
                </a:lnTo>
                <a:lnTo>
                  <a:pt x="389" y="47"/>
                </a:lnTo>
                <a:lnTo>
                  <a:pt x="388" y="46"/>
                </a:lnTo>
                <a:lnTo>
                  <a:pt x="387" y="44"/>
                </a:lnTo>
                <a:lnTo>
                  <a:pt x="387" y="43"/>
                </a:lnTo>
                <a:lnTo>
                  <a:pt x="386" y="42"/>
                </a:lnTo>
                <a:lnTo>
                  <a:pt x="386" y="40"/>
                </a:lnTo>
                <a:lnTo>
                  <a:pt x="386" y="39"/>
                </a:lnTo>
                <a:lnTo>
                  <a:pt x="386" y="38"/>
                </a:lnTo>
                <a:lnTo>
                  <a:pt x="385" y="38"/>
                </a:lnTo>
                <a:lnTo>
                  <a:pt x="384" y="36"/>
                </a:lnTo>
                <a:lnTo>
                  <a:pt x="384" y="35"/>
                </a:lnTo>
                <a:lnTo>
                  <a:pt x="383" y="33"/>
                </a:lnTo>
                <a:lnTo>
                  <a:pt x="383" y="32"/>
                </a:lnTo>
                <a:lnTo>
                  <a:pt x="383" y="31"/>
                </a:lnTo>
                <a:lnTo>
                  <a:pt x="382" y="31"/>
                </a:lnTo>
                <a:lnTo>
                  <a:pt x="382" y="30"/>
                </a:lnTo>
                <a:lnTo>
                  <a:pt x="383" y="30"/>
                </a:lnTo>
                <a:lnTo>
                  <a:pt x="383" y="31"/>
                </a:lnTo>
                <a:lnTo>
                  <a:pt x="384" y="31"/>
                </a:lnTo>
                <a:lnTo>
                  <a:pt x="384" y="30"/>
                </a:lnTo>
                <a:lnTo>
                  <a:pt x="384" y="29"/>
                </a:lnTo>
                <a:lnTo>
                  <a:pt x="383" y="29"/>
                </a:lnTo>
                <a:lnTo>
                  <a:pt x="383" y="28"/>
                </a:lnTo>
                <a:lnTo>
                  <a:pt x="383" y="29"/>
                </a:lnTo>
                <a:lnTo>
                  <a:pt x="382" y="29"/>
                </a:lnTo>
                <a:lnTo>
                  <a:pt x="381" y="29"/>
                </a:lnTo>
                <a:lnTo>
                  <a:pt x="381" y="28"/>
                </a:lnTo>
                <a:lnTo>
                  <a:pt x="380" y="28"/>
                </a:lnTo>
                <a:lnTo>
                  <a:pt x="379" y="28"/>
                </a:lnTo>
                <a:lnTo>
                  <a:pt x="378" y="28"/>
                </a:lnTo>
                <a:lnTo>
                  <a:pt x="378" y="29"/>
                </a:lnTo>
                <a:lnTo>
                  <a:pt x="377" y="29"/>
                </a:lnTo>
                <a:lnTo>
                  <a:pt x="376" y="29"/>
                </a:lnTo>
                <a:lnTo>
                  <a:pt x="376" y="28"/>
                </a:lnTo>
                <a:lnTo>
                  <a:pt x="376" y="27"/>
                </a:lnTo>
                <a:lnTo>
                  <a:pt x="376" y="26"/>
                </a:lnTo>
                <a:lnTo>
                  <a:pt x="375" y="26"/>
                </a:lnTo>
                <a:lnTo>
                  <a:pt x="375" y="25"/>
                </a:lnTo>
                <a:lnTo>
                  <a:pt x="375" y="24"/>
                </a:lnTo>
                <a:lnTo>
                  <a:pt x="375" y="23"/>
                </a:lnTo>
                <a:lnTo>
                  <a:pt x="375" y="21"/>
                </a:lnTo>
                <a:lnTo>
                  <a:pt x="375" y="20"/>
                </a:lnTo>
                <a:lnTo>
                  <a:pt x="376" y="19"/>
                </a:lnTo>
                <a:lnTo>
                  <a:pt x="376" y="18"/>
                </a:lnTo>
                <a:lnTo>
                  <a:pt x="377" y="17"/>
                </a:lnTo>
                <a:lnTo>
                  <a:pt x="376" y="17"/>
                </a:lnTo>
                <a:lnTo>
                  <a:pt x="376" y="16"/>
                </a:lnTo>
                <a:lnTo>
                  <a:pt x="375" y="16"/>
                </a:lnTo>
                <a:lnTo>
                  <a:pt x="375" y="15"/>
                </a:lnTo>
                <a:lnTo>
                  <a:pt x="377" y="14"/>
                </a:lnTo>
                <a:lnTo>
                  <a:pt x="378" y="13"/>
                </a:lnTo>
                <a:lnTo>
                  <a:pt x="379" y="13"/>
                </a:lnTo>
                <a:lnTo>
                  <a:pt x="379" y="12"/>
                </a:lnTo>
                <a:lnTo>
                  <a:pt x="379" y="11"/>
                </a:lnTo>
                <a:lnTo>
                  <a:pt x="380" y="11"/>
                </a:lnTo>
                <a:lnTo>
                  <a:pt x="379" y="11"/>
                </a:lnTo>
                <a:lnTo>
                  <a:pt x="380" y="11"/>
                </a:lnTo>
                <a:lnTo>
                  <a:pt x="382" y="11"/>
                </a:lnTo>
                <a:lnTo>
                  <a:pt x="384" y="11"/>
                </a:lnTo>
                <a:lnTo>
                  <a:pt x="387" y="11"/>
                </a:lnTo>
                <a:lnTo>
                  <a:pt x="388" y="11"/>
                </a:lnTo>
                <a:lnTo>
                  <a:pt x="389" y="11"/>
                </a:lnTo>
                <a:lnTo>
                  <a:pt x="390" y="11"/>
                </a:lnTo>
                <a:lnTo>
                  <a:pt x="390" y="10"/>
                </a:lnTo>
                <a:lnTo>
                  <a:pt x="391" y="10"/>
                </a:lnTo>
                <a:lnTo>
                  <a:pt x="391" y="9"/>
                </a:lnTo>
                <a:lnTo>
                  <a:pt x="392" y="8"/>
                </a:lnTo>
                <a:lnTo>
                  <a:pt x="393" y="7"/>
                </a:lnTo>
                <a:lnTo>
                  <a:pt x="393" y="6"/>
                </a:lnTo>
                <a:lnTo>
                  <a:pt x="394" y="6"/>
                </a:lnTo>
                <a:lnTo>
                  <a:pt x="395" y="4"/>
                </a:lnTo>
                <a:lnTo>
                  <a:pt x="395" y="3"/>
                </a:lnTo>
                <a:lnTo>
                  <a:pt x="394" y="2"/>
                </a:lnTo>
                <a:lnTo>
                  <a:pt x="394" y="1"/>
                </a:lnTo>
                <a:lnTo>
                  <a:pt x="396" y="0"/>
                </a:lnTo>
                <a:lnTo>
                  <a:pt x="397" y="0"/>
                </a:lnTo>
                <a:lnTo>
                  <a:pt x="397" y="1"/>
                </a:lnTo>
                <a:lnTo>
                  <a:pt x="397" y="2"/>
                </a:lnTo>
                <a:lnTo>
                  <a:pt x="398" y="3"/>
                </a:lnTo>
                <a:lnTo>
                  <a:pt x="398" y="4"/>
                </a:lnTo>
                <a:lnTo>
                  <a:pt x="399" y="4"/>
                </a:lnTo>
                <a:lnTo>
                  <a:pt x="399" y="5"/>
                </a:lnTo>
                <a:lnTo>
                  <a:pt x="399" y="6"/>
                </a:lnTo>
                <a:lnTo>
                  <a:pt x="401" y="11"/>
                </a:lnTo>
                <a:lnTo>
                  <a:pt x="404" y="17"/>
                </a:lnTo>
                <a:lnTo>
                  <a:pt x="407" y="20"/>
                </a:lnTo>
                <a:lnTo>
                  <a:pt x="408" y="2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" name=""/>
          <p:cNvSpPr/>
          <p:nvPr/>
        </p:nvSpPr>
        <p:spPr>
          <a:xfrm>
            <a:off x="4657320" y="2855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3"/>
                </a:moveTo>
                <a:lnTo>
                  <a:pt x="4" y="4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3" y="1"/>
                </a:lnTo>
                <a:lnTo>
                  <a:pt x="4" y="0"/>
                </a:lnTo>
                <a:lnTo>
                  <a:pt x="4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" name=""/>
          <p:cNvSpPr/>
          <p:nvPr/>
        </p:nvSpPr>
        <p:spPr>
          <a:xfrm>
            <a:off x="4661280" y="2850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" name=""/>
          <p:cNvSpPr/>
          <p:nvPr/>
        </p:nvSpPr>
        <p:spPr>
          <a:xfrm>
            <a:off x="4521960" y="2849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" name=""/>
          <p:cNvSpPr/>
          <p:nvPr/>
        </p:nvSpPr>
        <p:spPr>
          <a:xfrm>
            <a:off x="4556520" y="282276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5" y="2"/>
                </a:moveTo>
                <a:lnTo>
                  <a:pt x="5" y="3"/>
                </a:lnTo>
                <a:lnTo>
                  <a:pt x="7" y="3"/>
                </a:lnTo>
                <a:lnTo>
                  <a:pt x="7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" name=""/>
          <p:cNvSpPr/>
          <p:nvPr/>
        </p:nvSpPr>
        <p:spPr>
          <a:xfrm>
            <a:off x="4699080" y="2798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" name=""/>
          <p:cNvSpPr/>
          <p:nvPr/>
        </p:nvSpPr>
        <p:spPr>
          <a:xfrm>
            <a:off x="4653360" y="27928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0"/>
                </a:move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" name=""/>
          <p:cNvSpPr/>
          <p:nvPr/>
        </p:nvSpPr>
        <p:spPr>
          <a:xfrm>
            <a:off x="4630320" y="27903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2"/>
                </a:move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" name=""/>
          <p:cNvSpPr/>
          <p:nvPr/>
        </p:nvSpPr>
        <p:spPr>
          <a:xfrm>
            <a:off x="4652280" y="276732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5" y="1"/>
                </a:move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5"/>
                </a:lnTo>
                <a:lnTo>
                  <a:pt x="6" y="5"/>
                </a:lnTo>
                <a:lnTo>
                  <a:pt x="5" y="7"/>
                </a:lnTo>
                <a:lnTo>
                  <a:pt x="2" y="10"/>
                </a:lnTo>
                <a:lnTo>
                  <a:pt x="2" y="11"/>
                </a:lnTo>
                <a:lnTo>
                  <a:pt x="0" y="11"/>
                </a:lnTo>
                <a:lnTo>
                  <a:pt x="0" y="10"/>
                </a:lnTo>
                <a:lnTo>
                  <a:pt x="2" y="6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800" rIns="21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" name=""/>
          <p:cNvSpPr/>
          <p:nvPr/>
        </p:nvSpPr>
        <p:spPr>
          <a:xfrm>
            <a:off x="4650840" y="2755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3"/>
                </a:move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" name=""/>
          <p:cNvSpPr/>
          <p:nvPr/>
        </p:nvSpPr>
        <p:spPr>
          <a:xfrm>
            <a:off x="4640760" y="27511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1"/>
                </a:move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3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" name=""/>
          <p:cNvSpPr/>
          <p:nvPr/>
        </p:nvSpPr>
        <p:spPr>
          <a:xfrm>
            <a:off x="4636080" y="274608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1" y="0"/>
                </a:moveTo>
                <a:lnTo>
                  <a:pt x="2" y="0"/>
                </a:lnTo>
                <a:lnTo>
                  <a:pt x="3" y="1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" name=""/>
          <p:cNvSpPr/>
          <p:nvPr/>
        </p:nvSpPr>
        <p:spPr>
          <a:xfrm>
            <a:off x="4640040" y="274428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6" y="1"/>
                </a:move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4"/>
                </a:lnTo>
                <a:lnTo>
                  <a:pt x="7" y="5"/>
                </a:lnTo>
                <a:lnTo>
                  <a:pt x="6" y="7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4" y="7"/>
                </a:lnTo>
                <a:lnTo>
                  <a:pt x="3" y="7"/>
                </a:lnTo>
                <a:lnTo>
                  <a:pt x="1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" name=""/>
          <p:cNvSpPr/>
          <p:nvPr/>
        </p:nvSpPr>
        <p:spPr>
          <a:xfrm>
            <a:off x="4593240" y="2740320"/>
            <a:ext cx="1440" cy="2880"/>
          </a:xfrm>
          <a:custGeom>
            <a:avLst/>
            <a:gdLst/>
            <a:ahLst/>
            <a:rect l="0" t="0" r="r" b="b"/>
            <a:pathLst>
              <a:path w="4" h="8">
                <a:moveTo>
                  <a:pt x="3" y="2"/>
                </a:moveTo>
                <a:lnTo>
                  <a:pt x="1" y="3"/>
                </a:lnTo>
                <a:lnTo>
                  <a:pt x="1" y="4"/>
                </a:lnTo>
                <a:lnTo>
                  <a:pt x="3" y="6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" name=""/>
          <p:cNvSpPr/>
          <p:nvPr/>
        </p:nvSpPr>
        <p:spPr>
          <a:xfrm>
            <a:off x="4555800" y="27331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0"/>
                </a:moveTo>
                <a:lnTo>
                  <a:pt x="1" y="1"/>
                </a:lnTo>
                <a:lnTo>
                  <a:pt x="3" y="1"/>
                </a:lnTo>
                <a:lnTo>
                  <a:pt x="4" y="2"/>
                </a:lnTo>
                <a:lnTo>
                  <a:pt x="3" y="4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" name=""/>
          <p:cNvSpPr/>
          <p:nvPr/>
        </p:nvSpPr>
        <p:spPr>
          <a:xfrm>
            <a:off x="4649400" y="2726280"/>
            <a:ext cx="6480" cy="6480"/>
          </a:xfrm>
          <a:custGeom>
            <a:avLst/>
            <a:gdLst/>
            <a:ahLst/>
            <a:rect l="0" t="0" r="r" b="b"/>
            <a:pathLst>
              <a:path w="18" h="18">
                <a:moveTo>
                  <a:pt x="10" y="0"/>
                </a:moveTo>
                <a:lnTo>
                  <a:pt x="11" y="0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3" y="1"/>
                </a:lnTo>
                <a:lnTo>
                  <a:pt x="14" y="1"/>
                </a:lnTo>
                <a:lnTo>
                  <a:pt x="13" y="1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4"/>
                </a:lnTo>
                <a:lnTo>
                  <a:pt x="18" y="4"/>
                </a:lnTo>
                <a:lnTo>
                  <a:pt x="18" y="2"/>
                </a:lnTo>
                <a:lnTo>
                  <a:pt x="18" y="4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7" y="7"/>
                </a:lnTo>
                <a:lnTo>
                  <a:pt x="17" y="8"/>
                </a:lnTo>
                <a:lnTo>
                  <a:pt x="16" y="8"/>
                </a:lnTo>
                <a:lnTo>
                  <a:pt x="16" y="9"/>
                </a:lnTo>
                <a:lnTo>
                  <a:pt x="15" y="9"/>
                </a:lnTo>
                <a:lnTo>
                  <a:pt x="16" y="9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5" y="12"/>
                </a:lnTo>
                <a:lnTo>
                  <a:pt x="15" y="13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5"/>
                </a:lnTo>
                <a:lnTo>
                  <a:pt x="13" y="16"/>
                </a:lnTo>
                <a:lnTo>
                  <a:pt x="13" y="17"/>
                </a:lnTo>
                <a:lnTo>
                  <a:pt x="12" y="17"/>
                </a:lnTo>
                <a:lnTo>
                  <a:pt x="11" y="17"/>
                </a:lnTo>
                <a:lnTo>
                  <a:pt x="10" y="17"/>
                </a:lnTo>
                <a:lnTo>
                  <a:pt x="10" y="18"/>
                </a:lnTo>
                <a:lnTo>
                  <a:pt x="9" y="18"/>
                </a:lnTo>
                <a:lnTo>
                  <a:pt x="8" y="18"/>
                </a:lnTo>
                <a:lnTo>
                  <a:pt x="9" y="18"/>
                </a:lnTo>
                <a:lnTo>
                  <a:pt x="9" y="17"/>
                </a:lnTo>
                <a:lnTo>
                  <a:pt x="8" y="17"/>
                </a:lnTo>
                <a:lnTo>
                  <a:pt x="7" y="17"/>
                </a:lnTo>
                <a:lnTo>
                  <a:pt x="6" y="17"/>
                </a:lnTo>
                <a:lnTo>
                  <a:pt x="7" y="17"/>
                </a:lnTo>
                <a:lnTo>
                  <a:pt x="6" y="17"/>
                </a:lnTo>
                <a:lnTo>
                  <a:pt x="4" y="17"/>
                </a:lnTo>
                <a:lnTo>
                  <a:pt x="3" y="17"/>
                </a:lnTo>
                <a:lnTo>
                  <a:pt x="3" y="16"/>
                </a:lnTo>
                <a:lnTo>
                  <a:pt x="2" y="16"/>
                </a:lnTo>
                <a:lnTo>
                  <a:pt x="3" y="16"/>
                </a:lnTo>
                <a:lnTo>
                  <a:pt x="3" y="15"/>
                </a:lnTo>
                <a:lnTo>
                  <a:pt x="3" y="14"/>
                </a:lnTo>
                <a:lnTo>
                  <a:pt x="3" y="15"/>
                </a:lnTo>
                <a:lnTo>
                  <a:pt x="3" y="16"/>
                </a:lnTo>
                <a:lnTo>
                  <a:pt x="3" y="15"/>
                </a:lnTo>
                <a:lnTo>
                  <a:pt x="3" y="14"/>
                </a:lnTo>
                <a:lnTo>
                  <a:pt x="4" y="14"/>
                </a:lnTo>
                <a:lnTo>
                  <a:pt x="3" y="14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4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7" y="2"/>
                </a:lnTo>
                <a:lnTo>
                  <a:pt x="8" y="2"/>
                </a:lnTo>
                <a:lnTo>
                  <a:pt x="8" y="4"/>
                </a:lnTo>
                <a:lnTo>
                  <a:pt x="9" y="4"/>
                </a:lnTo>
                <a:lnTo>
                  <a:pt x="9" y="2"/>
                </a:lnTo>
                <a:lnTo>
                  <a:pt x="8" y="2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" name=""/>
          <p:cNvSpPr/>
          <p:nvPr/>
        </p:nvSpPr>
        <p:spPr>
          <a:xfrm>
            <a:off x="4644720" y="2728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5" y="4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" name=""/>
          <p:cNvSpPr/>
          <p:nvPr/>
        </p:nvSpPr>
        <p:spPr>
          <a:xfrm>
            <a:off x="4624920" y="272520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9" y="3"/>
                </a:move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3" y="8"/>
                </a:lnTo>
                <a:lnTo>
                  <a:pt x="2" y="8"/>
                </a:lnTo>
                <a:lnTo>
                  <a:pt x="2" y="10"/>
                </a:lnTo>
                <a:lnTo>
                  <a:pt x="1" y="10"/>
                </a:lnTo>
                <a:lnTo>
                  <a:pt x="0" y="10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6" y="3"/>
                </a:lnTo>
                <a:lnTo>
                  <a:pt x="7" y="3"/>
                </a:lnTo>
                <a:lnTo>
                  <a:pt x="9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440" rIns="216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" name=""/>
          <p:cNvSpPr/>
          <p:nvPr/>
        </p:nvSpPr>
        <p:spPr>
          <a:xfrm>
            <a:off x="4546800" y="2722320"/>
            <a:ext cx="4320" cy="5040"/>
          </a:xfrm>
          <a:custGeom>
            <a:avLst/>
            <a:gdLst/>
            <a:ahLst/>
            <a:rect l="0" t="0" r="r" b="b"/>
            <a:pathLst>
              <a:path w="12" h="14">
                <a:moveTo>
                  <a:pt x="6" y="10"/>
                </a:move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3" y="13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1" y="13"/>
                </a:lnTo>
                <a:lnTo>
                  <a:pt x="1" y="12"/>
                </a:lnTo>
                <a:lnTo>
                  <a:pt x="1" y="10"/>
                </a:lnTo>
                <a:lnTo>
                  <a:pt x="1" y="9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2" y="3"/>
                </a:lnTo>
                <a:lnTo>
                  <a:pt x="3" y="3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  <a:lnTo>
                  <a:pt x="12" y="2"/>
                </a:lnTo>
                <a:lnTo>
                  <a:pt x="12" y="3"/>
                </a:lnTo>
                <a:lnTo>
                  <a:pt x="12" y="6"/>
                </a:lnTo>
                <a:lnTo>
                  <a:pt x="12" y="7"/>
                </a:lnTo>
                <a:lnTo>
                  <a:pt x="12" y="8"/>
                </a:lnTo>
                <a:lnTo>
                  <a:pt x="10" y="11"/>
                </a:lnTo>
                <a:lnTo>
                  <a:pt x="9" y="12"/>
                </a:lnTo>
                <a:lnTo>
                  <a:pt x="9" y="11"/>
                </a:lnTo>
                <a:lnTo>
                  <a:pt x="8" y="11"/>
                </a:lnTo>
                <a:lnTo>
                  <a:pt x="7" y="11"/>
                </a:lnTo>
                <a:lnTo>
                  <a:pt x="6" y="1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" name=""/>
          <p:cNvSpPr/>
          <p:nvPr/>
        </p:nvSpPr>
        <p:spPr>
          <a:xfrm>
            <a:off x="4628520" y="2716560"/>
            <a:ext cx="20880" cy="12240"/>
          </a:xfrm>
          <a:custGeom>
            <a:avLst/>
            <a:gdLst/>
            <a:ahLst/>
            <a:rect l="0" t="0" r="r" b="b"/>
            <a:pathLst>
              <a:path w="58" h="34">
                <a:moveTo>
                  <a:pt x="32" y="7"/>
                </a:moveTo>
                <a:lnTo>
                  <a:pt x="33" y="7"/>
                </a:lnTo>
                <a:lnTo>
                  <a:pt x="33" y="8"/>
                </a:lnTo>
                <a:lnTo>
                  <a:pt x="34" y="8"/>
                </a:lnTo>
                <a:lnTo>
                  <a:pt x="35" y="8"/>
                </a:lnTo>
                <a:lnTo>
                  <a:pt x="36" y="7"/>
                </a:lnTo>
                <a:lnTo>
                  <a:pt x="37" y="7"/>
                </a:lnTo>
                <a:lnTo>
                  <a:pt x="38" y="7"/>
                </a:lnTo>
                <a:lnTo>
                  <a:pt x="39" y="7"/>
                </a:lnTo>
                <a:lnTo>
                  <a:pt x="40" y="7"/>
                </a:lnTo>
                <a:lnTo>
                  <a:pt x="41" y="7"/>
                </a:lnTo>
                <a:lnTo>
                  <a:pt x="44" y="6"/>
                </a:lnTo>
                <a:lnTo>
                  <a:pt x="43" y="5"/>
                </a:lnTo>
                <a:lnTo>
                  <a:pt x="45" y="4"/>
                </a:lnTo>
                <a:lnTo>
                  <a:pt x="47" y="3"/>
                </a:lnTo>
                <a:lnTo>
                  <a:pt x="49" y="2"/>
                </a:lnTo>
                <a:lnTo>
                  <a:pt x="50" y="2"/>
                </a:lnTo>
                <a:lnTo>
                  <a:pt x="52" y="2"/>
                </a:lnTo>
                <a:lnTo>
                  <a:pt x="53" y="2"/>
                </a:lnTo>
                <a:lnTo>
                  <a:pt x="53" y="3"/>
                </a:lnTo>
                <a:lnTo>
                  <a:pt x="54" y="3"/>
                </a:lnTo>
                <a:lnTo>
                  <a:pt x="54" y="4"/>
                </a:lnTo>
                <a:lnTo>
                  <a:pt x="55" y="4"/>
                </a:lnTo>
                <a:lnTo>
                  <a:pt x="56" y="4"/>
                </a:lnTo>
                <a:lnTo>
                  <a:pt x="57" y="4"/>
                </a:lnTo>
                <a:lnTo>
                  <a:pt x="58" y="5"/>
                </a:lnTo>
                <a:lnTo>
                  <a:pt x="58" y="6"/>
                </a:lnTo>
                <a:lnTo>
                  <a:pt x="58" y="7"/>
                </a:lnTo>
                <a:lnTo>
                  <a:pt x="58" y="8"/>
                </a:lnTo>
                <a:lnTo>
                  <a:pt x="57" y="10"/>
                </a:lnTo>
                <a:lnTo>
                  <a:pt x="57" y="11"/>
                </a:lnTo>
                <a:lnTo>
                  <a:pt x="57" y="12"/>
                </a:lnTo>
                <a:lnTo>
                  <a:pt x="57" y="13"/>
                </a:lnTo>
                <a:lnTo>
                  <a:pt x="56" y="14"/>
                </a:lnTo>
                <a:lnTo>
                  <a:pt x="56" y="15"/>
                </a:lnTo>
                <a:lnTo>
                  <a:pt x="55" y="17"/>
                </a:lnTo>
                <a:lnTo>
                  <a:pt x="55" y="19"/>
                </a:lnTo>
                <a:lnTo>
                  <a:pt x="54" y="19"/>
                </a:lnTo>
                <a:lnTo>
                  <a:pt x="54" y="20"/>
                </a:lnTo>
                <a:lnTo>
                  <a:pt x="54" y="21"/>
                </a:lnTo>
                <a:lnTo>
                  <a:pt x="54" y="23"/>
                </a:lnTo>
                <a:lnTo>
                  <a:pt x="54" y="25"/>
                </a:lnTo>
                <a:lnTo>
                  <a:pt x="54" y="27"/>
                </a:lnTo>
                <a:lnTo>
                  <a:pt x="54" y="28"/>
                </a:lnTo>
                <a:lnTo>
                  <a:pt x="55" y="28"/>
                </a:lnTo>
                <a:lnTo>
                  <a:pt x="55" y="29"/>
                </a:lnTo>
                <a:lnTo>
                  <a:pt x="55" y="30"/>
                </a:lnTo>
                <a:lnTo>
                  <a:pt x="55" y="31"/>
                </a:lnTo>
                <a:lnTo>
                  <a:pt x="55" y="32"/>
                </a:lnTo>
                <a:lnTo>
                  <a:pt x="55" y="33"/>
                </a:lnTo>
                <a:lnTo>
                  <a:pt x="54" y="33"/>
                </a:lnTo>
                <a:lnTo>
                  <a:pt x="54" y="34"/>
                </a:lnTo>
                <a:lnTo>
                  <a:pt x="53" y="34"/>
                </a:lnTo>
                <a:lnTo>
                  <a:pt x="52" y="34"/>
                </a:lnTo>
                <a:lnTo>
                  <a:pt x="50" y="34"/>
                </a:lnTo>
                <a:lnTo>
                  <a:pt x="49" y="33"/>
                </a:lnTo>
                <a:lnTo>
                  <a:pt x="49" y="32"/>
                </a:lnTo>
                <a:lnTo>
                  <a:pt x="49" y="31"/>
                </a:lnTo>
                <a:lnTo>
                  <a:pt x="48" y="30"/>
                </a:lnTo>
                <a:lnTo>
                  <a:pt x="49" y="29"/>
                </a:lnTo>
                <a:lnTo>
                  <a:pt x="49" y="28"/>
                </a:lnTo>
                <a:lnTo>
                  <a:pt x="49" y="27"/>
                </a:lnTo>
                <a:lnTo>
                  <a:pt x="48" y="27"/>
                </a:lnTo>
                <a:lnTo>
                  <a:pt x="47" y="27"/>
                </a:lnTo>
                <a:lnTo>
                  <a:pt x="46" y="27"/>
                </a:lnTo>
                <a:lnTo>
                  <a:pt x="46" y="26"/>
                </a:lnTo>
                <a:lnTo>
                  <a:pt x="45" y="25"/>
                </a:lnTo>
                <a:lnTo>
                  <a:pt x="45" y="24"/>
                </a:lnTo>
                <a:lnTo>
                  <a:pt x="43" y="21"/>
                </a:lnTo>
                <a:lnTo>
                  <a:pt x="42" y="20"/>
                </a:lnTo>
                <a:lnTo>
                  <a:pt x="42" y="19"/>
                </a:lnTo>
                <a:lnTo>
                  <a:pt x="41" y="19"/>
                </a:lnTo>
                <a:lnTo>
                  <a:pt x="40" y="19"/>
                </a:lnTo>
                <a:lnTo>
                  <a:pt x="39" y="19"/>
                </a:lnTo>
                <a:lnTo>
                  <a:pt x="37" y="19"/>
                </a:lnTo>
                <a:lnTo>
                  <a:pt x="36" y="19"/>
                </a:lnTo>
                <a:lnTo>
                  <a:pt x="35" y="19"/>
                </a:lnTo>
                <a:lnTo>
                  <a:pt x="34" y="19"/>
                </a:lnTo>
                <a:lnTo>
                  <a:pt x="33" y="19"/>
                </a:lnTo>
                <a:lnTo>
                  <a:pt x="32" y="19"/>
                </a:lnTo>
                <a:lnTo>
                  <a:pt x="32" y="18"/>
                </a:lnTo>
                <a:lnTo>
                  <a:pt x="31" y="18"/>
                </a:lnTo>
                <a:lnTo>
                  <a:pt x="30" y="18"/>
                </a:lnTo>
                <a:lnTo>
                  <a:pt x="29" y="18"/>
                </a:lnTo>
                <a:lnTo>
                  <a:pt x="29" y="19"/>
                </a:lnTo>
                <a:lnTo>
                  <a:pt x="28" y="19"/>
                </a:lnTo>
                <a:lnTo>
                  <a:pt x="26" y="20"/>
                </a:lnTo>
                <a:lnTo>
                  <a:pt x="25" y="20"/>
                </a:lnTo>
                <a:lnTo>
                  <a:pt x="24" y="20"/>
                </a:lnTo>
                <a:lnTo>
                  <a:pt x="23" y="20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1"/>
                </a:lnTo>
                <a:lnTo>
                  <a:pt x="16" y="21"/>
                </a:lnTo>
                <a:lnTo>
                  <a:pt x="15" y="23"/>
                </a:lnTo>
                <a:lnTo>
                  <a:pt x="14" y="24"/>
                </a:lnTo>
                <a:lnTo>
                  <a:pt x="14" y="25"/>
                </a:lnTo>
                <a:lnTo>
                  <a:pt x="13" y="25"/>
                </a:lnTo>
                <a:lnTo>
                  <a:pt x="12" y="25"/>
                </a:lnTo>
                <a:lnTo>
                  <a:pt x="11" y="26"/>
                </a:lnTo>
                <a:lnTo>
                  <a:pt x="10" y="27"/>
                </a:lnTo>
                <a:lnTo>
                  <a:pt x="9" y="27"/>
                </a:lnTo>
                <a:lnTo>
                  <a:pt x="7" y="28"/>
                </a:lnTo>
                <a:lnTo>
                  <a:pt x="6" y="28"/>
                </a:lnTo>
                <a:lnTo>
                  <a:pt x="5" y="28"/>
                </a:lnTo>
                <a:lnTo>
                  <a:pt x="4" y="28"/>
                </a:lnTo>
                <a:lnTo>
                  <a:pt x="3" y="29"/>
                </a:lnTo>
                <a:lnTo>
                  <a:pt x="1" y="29"/>
                </a:lnTo>
                <a:lnTo>
                  <a:pt x="1" y="30"/>
                </a:lnTo>
                <a:lnTo>
                  <a:pt x="0" y="30"/>
                </a:lnTo>
                <a:lnTo>
                  <a:pt x="0" y="29"/>
                </a:lnTo>
                <a:lnTo>
                  <a:pt x="0" y="28"/>
                </a:lnTo>
                <a:lnTo>
                  <a:pt x="1" y="28"/>
                </a:lnTo>
                <a:lnTo>
                  <a:pt x="2" y="28"/>
                </a:lnTo>
                <a:lnTo>
                  <a:pt x="2" y="27"/>
                </a:lnTo>
                <a:lnTo>
                  <a:pt x="1" y="27"/>
                </a:lnTo>
                <a:lnTo>
                  <a:pt x="1" y="28"/>
                </a:lnTo>
                <a:lnTo>
                  <a:pt x="1" y="27"/>
                </a:lnTo>
                <a:lnTo>
                  <a:pt x="1" y="26"/>
                </a:lnTo>
                <a:lnTo>
                  <a:pt x="2" y="25"/>
                </a:lnTo>
                <a:lnTo>
                  <a:pt x="3" y="23"/>
                </a:lnTo>
                <a:lnTo>
                  <a:pt x="4" y="21"/>
                </a:lnTo>
                <a:lnTo>
                  <a:pt x="5" y="20"/>
                </a:lnTo>
                <a:lnTo>
                  <a:pt x="5" y="18"/>
                </a:lnTo>
                <a:lnTo>
                  <a:pt x="5" y="17"/>
                </a:lnTo>
                <a:lnTo>
                  <a:pt x="6" y="16"/>
                </a:lnTo>
                <a:lnTo>
                  <a:pt x="8" y="14"/>
                </a:lnTo>
                <a:lnTo>
                  <a:pt x="8" y="13"/>
                </a:lnTo>
                <a:lnTo>
                  <a:pt x="9" y="13"/>
                </a:lnTo>
                <a:lnTo>
                  <a:pt x="10" y="14"/>
                </a:lnTo>
                <a:lnTo>
                  <a:pt x="11" y="14"/>
                </a:lnTo>
                <a:lnTo>
                  <a:pt x="12" y="14"/>
                </a:lnTo>
                <a:lnTo>
                  <a:pt x="13" y="14"/>
                </a:lnTo>
                <a:lnTo>
                  <a:pt x="14" y="14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2" y="12"/>
                </a:lnTo>
                <a:lnTo>
                  <a:pt x="11" y="11"/>
                </a:lnTo>
                <a:lnTo>
                  <a:pt x="12" y="11"/>
                </a:lnTo>
                <a:lnTo>
                  <a:pt x="11" y="10"/>
                </a:lnTo>
                <a:lnTo>
                  <a:pt x="11" y="9"/>
                </a:lnTo>
                <a:lnTo>
                  <a:pt x="12" y="9"/>
                </a:lnTo>
                <a:lnTo>
                  <a:pt x="13" y="9"/>
                </a:lnTo>
                <a:lnTo>
                  <a:pt x="12" y="7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3" y="5"/>
                </a:lnTo>
                <a:lnTo>
                  <a:pt x="14" y="5"/>
                </a:lnTo>
                <a:lnTo>
                  <a:pt x="15" y="5"/>
                </a:lnTo>
                <a:lnTo>
                  <a:pt x="15" y="4"/>
                </a:lnTo>
                <a:lnTo>
                  <a:pt x="16" y="4"/>
                </a:lnTo>
                <a:lnTo>
                  <a:pt x="17" y="5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1" y="4"/>
                </a:lnTo>
                <a:lnTo>
                  <a:pt x="21" y="5"/>
                </a:lnTo>
                <a:lnTo>
                  <a:pt x="21" y="4"/>
                </a:lnTo>
                <a:lnTo>
                  <a:pt x="21" y="3"/>
                </a:lnTo>
                <a:lnTo>
                  <a:pt x="22" y="3"/>
                </a:lnTo>
                <a:lnTo>
                  <a:pt x="23" y="2"/>
                </a:lnTo>
                <a:lnTo>
                  <a:pt x="25" y="1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8" y="1"/>
                </a:lnTo>
                <a:lnTo>
                  <a:pt x="29" y="1"/>
                </a:lnTo>
                <a:lnTo>
                  <a:pt x="29" y="2"/>
                </a:lnTo>
                <a:lnTo>
                  <a:pt x="30" y="2"/>
                </a:lnTo>
                <a:lnTo>
                  <a:pt x="30" y="4"/>
                </a:lnTo>
                <a:lnTo>
                  <a:pt x="31" y="6"/>
                </a:lnTo>
                <a:lnTo>
                  <a:pt x="31" y="7"/>
                </a:lnTo>
                <a:lnTo>
                  <a:pt x="32" y="7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" name=""/>
          <p:cNvSpPr/>
          <p:nvPr/>
        </p:nvSpPr>
        <p:spPr>
          <a:xfrm>
            <a:off x="4640040" y="27176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3"/>
                </a:moveTo>
                <a:lnTo>
                  <a:pt x="5" y="4"/>
                </a:lnTo>
                <a:lnTo>
                  <a:pt x="3" y="4"/>
                </a:lnTo>
                <a:lnTo>
                  <a:pt x="0" y="2"/>
                </a:lnTo>
                <a:lnTo>
                  <a:pt x="2" y="0"/>
                </a:lnTo>
                <a:lnTo>
                  <a:pt x="5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" name=""/>
          <p:cNvSpPr/>
          <p:nvPr/>
        </p:nvSpPr>
        <p:spPr>
          <a:xfrm>
            <a:off x="4637880" y="27151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6" y="5"/>
                </a:moveTo>
                <a:lnTo>
                  <a:pt x="5" y="5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7" y="5"/>
                </a:lnTo>
                <a:lnTo>
                  <a:pt x="6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" name=""/>
          <p:cNvSpPr/>
          <p:nvPr/>
        </p:nvSpPr>
        <p:spPr>
          <a:xfrm>
            <a:off x="4639320" y="27111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1" y="1"/>
                </a:moveTo>
                <a:lnTo>
                  <a:pt x="4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5" y="4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1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" name=""/>
          <p:cNvSpPr/>
          <p:nvPr/>
        </p:nvSpPr>
        <p:spPr>
          <a:xfrm>
            <a:off x="4640040" y="2707200"/>
            <a:ext cx="13680" cy="9360"/>
          </a:xfrm>
          <a:custGeom>
            <a:avLst/>
            <a:gdLst/>
            <a:ahLst/>
            <a:rect l="0" t="0" r="r" b="b"/>
            <a:pathLst>
              <a:path w="38" h="26">
                <a:moveTo>
                  <a:pt x="34" y="10"/>
                </a:moveTo>
                <a:lnTo>
                  <a:pt x="34" y="11"/>
                </a:lnTo>
                <a:lnTo>
                  <a:pt x="33" y="12"/>
                </a:lnTo>
                <a:lnTo>
                  <a:pt x="33" y="13"/>
                </a:lnTo>
                <a:lnTo>
                  <a:pt x="33" y="14"/>
                </a:lnTo>
                <a:lnTo>
                  <a:pt x="33" y="15"/>
                </a:lnTo>
                <a:lnTo>
                  <a:pt x="32" y="19"/>
                </a:lnTo>
                <a:lnTo>
                  <a:pt x="31" y="21"/>
                </a:lnTo>
                <a:lnTo>
                  <a:pt x="30" y="23"/>
                </a:lnTo>
                <a:lnTo>
                  <a:pt x="30" y="24"/>
                </a:lnTo>
                <a:lnTo>
                  <a:pt x="29" y="25"/>
                </a:lnTo>
                <a:lnTo>
                  <a:pt x="28" y="25"/>
                </a:lnTo>
                <a:lnTo>
                  <a:pt x="27" y="25"/>
                </a:lnTo>
                <a:lnTo>
                  <a:pt x="25" y="26"/>
                </a:lnTo>
                <a:lnTo>
                  <a:pt x="23" y="26"/>
                </a:lnTo>
                <a:lnTo>
                  <a:pt x="22" y="26"/>
                </a:lnTo>
                <a:lnTo>
                  <a:pt x="21" y="25"/>
                </a:lnTo>
                <a:lnTo>
                  <a:pt x="21" y="24"/>
                </a:lnTo>
                <a:lnTo>
                  <a:pt x="22" y="24"/>
                </a:lnTo>
                <a:lnTo>
                  <a:pt x="22" y="22"/>
                </a:lnTo>
                <a:lnTo>
                  <a:pt x="21" y="20"/>
                </a:lnTo>
                <a:lnTo>
                  <a:pt x="20" y="21"/>
                </a:lnTo>
                <a:lnTo>
                  <a:pt x="19" y="21"/>
                </a:lnTo>
                <a:lnTo>
                  <a:pt x="19" y="19"/>
                </a:lnTo>
                <a:lnTo>
                  <a:pt x="17" y="19"/>
                </a:lnTo>
                <a:lnTo>
                  <a:pt x="17" y="17"/>
                </a:lnTo>
                <a:lnTo>
                  <a:pt x="17" y="16"/>
                </a:lnTo>
                <a:lnTo>
                  <a:pt x="17" y="15"/>
                </a:lnTo>
                <a:lnTo>
                  <a:pt x="17" y="14"/>
                </a:lnTo>
                <a:lnTo>
                  <a:pt x="16" y="14"/>
                </a:lnTo>
                <a:lnTo>
                  <a:pt x="17" y="14"/>
                </a:lnTo>
                <a:lnTo>
                  <a:pt x="17" y="13"/>
                </a:lnTo>
                <a:lnTo>
                  <a:pt x="17" y="12"/>
                </a:lnTo>
                <a:lnTo>
                  <a:pt x="17" y="11"/>
                </a:lnTo>
                <a:lnTo>
                  <a:pt x="17" y="12"/>
                </a:lnTo>
                <a:lnTo>
                  <a:pt x="16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4"/>
                </a:lnTo>
                <a:lnTo>
                  <a:pt x="15" y="15"/>
                </a:lnTo>
                <a:lnTo>
                  <a:pt x="14" y="14"/>
                </a:lnTo>
                <a:lnTo>
                  <a:pt x="13" y="13"/>
                </a:lnTo>
                <a:lnTo>
                  <a:pt x="12" y="13"/>
                </a:lnTo>
                <a:lnTo>
                  <a:pt x="12" y="14"/>
                </a:lnTo>
                <a:lnTo>
                  <a:pt x="12" y="15"/>
                </a:lnTo>
                <a:lnTo>
                  <a:pt x="11" y="15"/>
                </a:lnTo>
                <a:lnTo>
                  <a:pt x="10" y="15"/>
                </a:lnTo>
                <a:lnTo>
                  <a:pt x="8" y="13"/>
                </a:lnTo>
                <a:lnTo>
                  <a:pt x="7" y="13"/>
                </a:lnTo>
                <a:lnTo>
                  <a:pt x="6" y="13"/>
                </a:lnTo>
                <a:lnTo>
                  <a:pt x="5" y="12"/>
                </a:lnTo>
                <a:lnTo>
                  <a:pt x="4" y="11"/>
                </a:lnTo>
                <a:lnTo>
                  <a:pt x="5" y="11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0" y="10"/>
                </a:lnTo>
                <a:lnTo>
                  <a:pt x="0" y="9"/>
                </a:lnTo>
                <a:lnTo>
                  <a:pt x="1" y="10"/>
                </a:lnTo>
                <a:lnTo>
                  <a:pt x="1" y="9"/>
                </a:lnTo>
                <a:lnTo>
                  <a:pt x="0" y="8"/>
                </a:lnTo>
                <a:lnTo>
                  <a:pt x="3" y="7"/>
                </a:lnTo>
                <a:lnTo>
                  <a:pt x="4" y="7"/>
                </a:lnTo>
                <a:lnTo>
                  <a:pt x="5" y="7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7" y="3"/>
                </a:lnTo>
                <a:lnTo>
                  <a:pt x="9" y="3"/>
                </a:lnTo>
                <a:lnTo>
                  <a:pt x="9" y="4"/>
                </a:lnTo>
                <a:lnTo>
                  <a:pt x="10" y="4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1"/>
                </a:lnTo>
                <a:lnTo>
                  <a:pt x="15" y="3"/>
                </a:lnTo>
                <a:lnTo>
                  <a:pt x="16" y="4"/>
                </a:lnTo>
                <a:lnTo>
                  <a:pt x="16" y="5"/>
                </a:lnTo>
                <a:lnTo>
                  <a:pt x="16" y="6"/>
                </a:lnTo>
                <a:lnTo>
                  <a:pt x="15" y="6"/>
                </a:lnTo>
                <a:lnTo>
                  <a:pt x="14" y="7"/>
                </a:lnTo>
                <a:lnTo>
                  <a:pt x="15" y="8"/>
                </a:lnTo>
                <a:lnTo>
                  <a:pt x="16" y="7"/>
                </a:lnTo>
                <a:lnTo>
                  <a:pt x="17" y="7"/>
                </a:lnTo>
                <a:lnTo>
                  <a:pt x="19" y="6"/>
                </a:lnTo>
                <a:lnTo>
                  <a:pt x="19" y="5"/>
                </a:lnTo>
                <a:lnTo>
                  <a:pt x="20" y="5"/>
                </a:lnTo>
                <a:lnTo>
                  <a:pt x="21" y="5"/>
                </a:lnTo>
                <a:lnTo>
                  <a:pt x="21" y="4"/>
                </a:lnTo>
                <a:lnTo>
                  <a:pt x="23" y="4"/>
                </a:lnTo>
                <a:lnTo>
                  <a:pt x="24" y="4"/>
                </a:lnTo>
                <a:lnTo>
                  <a:pt x="25" y="3"/>
                </a:lnTo>
                <a:lnTo>
                  <a:pt x="26" y="3"/>
                </a:lnTo>
                <a:lnTo>
                  <a:pt x="30" y="2"/>
                </a:lnTo>
                <a:lnTo>
                  <a:pt x="30" y="3"/>
                </a:lnTo>
                <a:lnTo>
                  <a:pt x="30" y="4"/>
                </a:lnTo>
                <a:lnTo>
                  <a:pt x="31" y="4"/>
                </a:lnTo>
                <a:lnTo>
                  <a:pt x="32" y="4"/>
                </a:lnTo>
                <a:lnTo>
                  <a:pt x="33" y="3"/>
                </a:lnTo>
                <a:lnTo>
                  <a:pt x="34" y="3"/>
                </a:lnTo>
                <a:lnTo>
                  <a:pt x="35" y="3"/>
                </a:lnTo>
                <a:lnTo>
                  <a:pt x="36" y="2"/>
                </a:lnTo>
                <a:lnTo>
                  <a:pt x="36" y="1"/>
                </a:lnTo>
                <a:lnTo>
                  <a:pt x="37" y="1"/>
                </a:lnTo>
                <a:lnTo>
                  <a:pt x="37" y="0"/>
                </a:lnTo>
                <a:lnTo>
                  <a:pt x="38" y="0"/>
                </a:lnTo>
                <a:lnTo>
                  <a:pt x="38" y="1"/>
                </a:lnTo>
                <a:lnTo>
                  <a:pt x="37" y="1"/>
                </a:lnTo>
                <a:lnTo>
                  <a:pt x="38" y="2"/>
                </a:lnTo>
                <a:lnTo>
                  <a:pt x="38" y="3"/>
                </a:lnTo>
                <a:lnTo>
                  <a:pt x="38" y="4"/>
                </a:lnTo>
                <a:lnTo>
                  <a:pt x="37" y="4"/>
                </a:lnTo>
                <a:lnTo>
                  <a:pt x="37" y="6"/>
                </a:lnTo>
                <a:lnTo>
                  <a:pt x="36" y="6"/>
                </a:lnTo>
                <a:lnTo>
                  <a:pt x="34" y="1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" name=""/>
          <p:cNvSpPr/>
          <p:nvPr/>
        </p:nvSpPr>
        <p:spPr>
          <a:xfrm>
            <a:off x="4645080" y="27075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" name=""/>
          <p:cNvSpPr/>
          <p:nvPr/>
        </p:nvSpPr>
        <p:spPr>
          <a:xfrm>
            <a:off x="4691160" y="2692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1" y="2"/>
                </a:lnTo>
                <a:lnTo>
                  <a:pt x="1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" name=""/>
          <p:cNvSpPr/>
          <p:nvPr/>
        </p:nvSpPr>
        <p:spPr>
          <a:xfrm>
            <a:off x="4545720" y="269244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4" y="0"/>
                </a:moveTo>
                <a:lnTo>
                  <a:pt x="5" y="0"/>
                </a:lnTo>
                <a:lnTo>
                  <a:pt x="6" y="0"/>
                </a:lnTo>
                <a:lnTo>
                  <a:pt x="5" y="0"/>
                </a:lnTo>
                <a:lnTo>
                  <a:pt x="4" y="2"/>
                </a:ln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" name=""/>
          <p:cNvSpPr/>
          <p:nvPr/>
        </p:nvSpPr>
        <p:spPr>
          <a:xfrm>
            <a:off x="4516920" y="26845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0" y="5"/>
                </a:moveTo>
                <a:lnTo>
                  <a:pt x="2" y="3"/>
                </a:lnTo>
                <a:lnTo>
                  <a:pt x="3" y="3"/>
                </a:lnTo>
                <a:lnTo>
                  <a:pt x="5" y="0"/>
                </a:lnTo>
                <a:lnTo>
                  <a:pt x="6" y="2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" name=""/>
          <p:cNvSpPr/>
          <p:nvPr/>
        </p:nvSpPr>
        <p:spPr>
          <a:xfrm>
            <a:off x="4492800" y="2680560"/>
            <a:ext cx="4680" cy="9360"/>
          </a:xfrm>
          <a:custGeom>
            <a:avLst/>
            <a:gdLst/>
            <a:ahLst/>
            <a:rect l="0" t="0" r="r" b="b"/>
            <a:pathLst>
              <a:path w="13" h="26">
                <a:moveTo>
                  <a:pt x="13" y="4"/>
                </a:moveTo>
                <a:lnTo>
                  <a:pt x="12" y="4"/>
                </a:lnTo>
                <a:lnTo>
                  <a:pt x="12" y="5"/>
                </a:lnTo>
                <a:lnTo>
                  <a:pt x="10" y="7"/>
                </a:lnTo>
                <a:lnTo>
                  <a:pt x="10" y="8"/>
                </a:lnTo>
                <a:lnTo>
                  <a:pt x="9" y="8"/>
                </a:lnTo>
                <a:lnTo>
                  <a:pt x="8" y="9"/>
                </a:lnTo>
                <a:lnTo>
                  <a:pt x="7" y="10"/>
                </a:lnTo>
                <a:lnTo>
                  <a:pt x="8" y="11"/>
                </a:lnTo>
                <a:lnTo>
                  <a:pt x="7" y="12"/>
                </a:lnTo>
                <a:lnTo>
                  <a:pt x="7" y="13"/>
                </a:lnTo>
                <a:lnTo>
                  <a:pt x="8" y="14"/>
                </a:lnTo>
                <a:lnTo>
                  <a:pt x="8" y="15"/>
                </a:lnTo>
                <a:lnTo>
                  <a:pt x="8" y="16"/>
                </a:lnTo>
                <a:lnTo>
                  <a:pt x="7" y="15"/>
                </a:lnTo>
                <a:lnTo>
                  <a:pt x="7" y="16"/>
                </a:lnTo>
                <a:lnTo>
                  <a:pt x="7" y="17"/>
                </a:lnTo>
                <a:lnTo>
                  <a:pt x="6" y="18"/>
                </a:lnTo>
                <a:lnTo>
                  <a:pt x="6" y="19"/>
                </a:lnTo>
                <a:lnTo>
                  <a:pt x="6" y="20"/>
                </a:lnTo>
                <a:lnTo>
                  <a:pt x="5" y="20"/>
                </a:lnTo>
                <a:lnTo>
                  <a:pt x="4" y="19"/>
                </a:lnTo>
                <a:lnTo>
                  <a:pt x="3" y="19"/>
                </a:lnTo>
                <a:lnTo>
                  <a:pt x="3" y="20"/>
                </a:lnTo>
                <a:lnTo>
                  <a:pt x="4" y="21"/>
                </a:lnTo>
                <a:lnTo>
                  <a:pt x="5" y="21"/>
                </a:lnTo>
                <a:lnTo>
                  <a:pt x="6" y="22"/>
                </a:lnTo>
                <a:lnTo>
                  <a:pt x="6" y="23"/>
                </a:lnTo>
                <a:lnTo>
                  <a:pt x="6" y="25"/>
                </a:lnTo>
                <a:lnTo>
                  <a:pt x="6" y="26"/>
                </a:lnTo>
                <a:lnTo>
                  <a:pt x="5" y="25"/>
                </a:lnTo>
                <a:lnTo>
                  <a:pt x="4" y="25"/>
                </a:lnTo>
                <a:lnTo>
                  <a:pt x="3" y="24"/>
                </a:lnTo>
                <a:lnTo>
                  <a:pt x="2" y="24"/>
                </a:lnTo>
                <a:lnTo>
                  <a:pt x="2" y="23"/>
                </a:lnTo>
                <a:lnTo>
                  <a:pt x="2" y="21"/>
                </a:lnTo>
                <a:lnTo>
                  <a:pt x="1" y="20"/>
                </a:lnTo>
                <a:lnTo>
                  <a:pt x="0" y="16"/>
                </a:lnTo>
                <a:lnTo>
                  <a:pt x="0" y="15"/>
                </a:lnTo>
                <a:lnTo>
                  <a:pt x="1" y="14"/>
                </a:lnTo>
                <a:lnTo>
                  <a:pt x="1" y="13"/>
                </a:lnTo>
                <a:lnTo>
                  <a:pt x="2" y="13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4" y="8"/>
                </a:lnTo>
                <a:lnTo>
                  <a:pt x="4" y="7"/>
                </a:lnTo>
                <a:lnTo>
                  <a:pt x="5" y="5"/>
                </a:lnTo>
                <a:lnTo>
                  <a:pt x="5" y="4"/>
                </a:lnTo>
                <a:lnTo>
                  <a:pt x="6" y="3"/>
                </a:lnTo>
                <a:lnTo>
                  <a:pt x="5" y="3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9" y="2"/>
                </a:lnTo>
                <a:lnTo>
                  <a:pt x="10" y="3"/>
                </a:lnTo>
                <a:lnTo>
                  <a:pt x="12" y="3"/>
                </a:lnTo>
                <a:lnTo>
                  <a:pt x="13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" name=""/>
          <p:cNvSpPr/>
          <p:nvPr/>
        </p:nvSpPr>
        <p:spPr>
          <a:xfrm>
            <a:off x="4680720" y="26845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" name=""/>
          <p:cNvSpPr/>
          <p:nvPr/>
        </p:nvSpPr>
        <p:spPr>
          <a:xfrm>
            <a:off x="4541760" y="26820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0" y="4"/>
                </a:moveTo>
                <a:lnTo>
                  <a:pt x="1" y="4"/>
                </a:lnTo>
                <a:lnTo>
                  <a:pt x="1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6" y="1"/>
                </a:lnTo>
                <a:lnTo>
                  <a:pt x="7" y="0"/>
                </a:lnTo>
                <a:lnTo>
                  <a:pt x="7" y="2"/>
                </a:lnTo>
                <a:lnTo>
                  <a:pt x="6" y="3"/>
                </a:lnTo>
                <a:lnTo>
                  <a:pt x="4" y="3"/>
                </a:lnTo>
                <a:lnTo>
                  <a:pt x="3" y="4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" name=""/>
          <p:cNvSpPr/>
          <p:nvPr/>
        </p:nvSpPr>
        <p:spPr>
          <a:xfrm>
            <a:off x="4493880" y="26809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" name=""/>
          <p:cNvSpPr/>
          <p:nvPr/>
        </p:nvSpPr>
        <p:spPr>
          <a:xfrm>
            <a:off x="4543920" y="26805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" name=""/>
          <p:cNvSpPr/>
          <p:nvPr/>
        </p:nvSpPr>
        <p:spPr>
          <a:xfrm>
            <a:off x="4493160" y="2678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" name=""/>
          <p:cNvSpPr/>
          <p:nvPr/>
        </p:nvSpPr>
        <p:spPr>
          <a:xfrm>
            <a:off x="4528800" y="2675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" name=""/>
          <p:cNvSpPr/>
          <p:nvPr/>
        </p:nvSpPr>
        <p:spPr>
          <a:xfrm>
            <a:off x="4509720" y="26755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2" y="4"/>
                </a:moveTo>
                <a:lnTo>
                  <a:pt x="1" y="4"/>
                </a:lnTo>
                <a:lnTo>
                  <a:pt x="1" y="3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5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" name=""/>
          <p:cNvSpPr/>
          <p:nvPr/>
        </p:nvSpPr>
        <p:spPr>
          <a:xfrm>
            <a:off x="4509360" y="26748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0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" name=""/>
          <p:cNvSpPr/>
          <p:nvPr/>
        </p:nvSpPr>
        <p:spPr>
          <a:xfrm>
            <a:off x="4509000" y="267336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5" y="4"/>
                </a:lnTo>
                <a:lnTo>
                  <a:pt x="4" y="4"/>
                </a:lnTo>
                <a:lnTo>
                  <a:pt x="4" y="6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" name=""/>
          <p:cNvSpPr/>
          <p:nvPr/>
        </p:nvSpPr>
        <p:spPr>
          <a:xfrm>
            <a:off x="4509000" y="26730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0"/>
                </a:moveTo>
                <a:lnTo>
                  <a:pt x="1" y="0"/>
                </a:lnTo>
                <a:lnTo>
                  <a:pt x="3" y="1"/>
                </a:lnTo>
                <a:lnTo>
                  <a:pt x="1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" name=""/>
          <p:cNvSpPr/>
          <p:nvPr/>
        </p:nvSpPr>
        <p:spPr>
          <a:xfrm>
            <a:off x="4734000" y="2668680"/>
            <a:ext cx="14760" cy="8640"/>
          </a:xfrm>
          <a:custGeom>
            <a:avLst/>
            <a:gdLst/>
            <a:ahLst/>
            <a:rect l="0" t="0" r="r" b="b"/>
            <a:pathLst>
              <a:path w="41" h="24">
                <a:moveTo>
                  <a:pt x="28" y="4"/>
                </a:moveTo>
                <a:lnTo>
                  <a:pt x="28" y="3"/>
                </a:lnTo>
                <a:lnTo>
                  <a:pt x="28" y="2"/>
                </a:lnTo>
                <a:lnTo>
                  <a:pt x="28" y="1"/>
                </a:lnTo>
                <a:lnTo>
                  <a:pt x="29" y="1"/>
                </a:lnTo>
                <a:lnTo>
                  <a:pt x="29" y="2"/>
                </a:lnTo>
                <a:lnTo>
                  <a:pt x="30" y="2"/>
                </a:lnTo>
                <a:lnTo>
                  <a:pt x="30" y="3"/>
                </a:lnTo>
                <a:lnTo>
                  <a:pt x="30" y="4"/>
                </a:lnTo>
                <a:lnTo>
                  <a:pt x="31" y="4"/>
                </a:lnTo>
                <a:lnTo>
                  <a:pt x="32" y="4"/>
                </a:lnTo>
                <a:lnTo>
                  <a:pt x="32" y="3"/>
                </a:lnTo>
                <a:lnTo>
                  <a:pt x="32" y="2"/>
                </a:lnTo>
                <a:lnTo>
                  <a:pt x="33" y="1"/>
                </a:lnTo>
                <a:lnTo>
                  <a:pt x="34" y="1"/>
                </a:lnTo>
                <a:lnTo>
                  <a:pt x="35" y="1"/>
                </a:lnTo>
                <a:lnTo>
                  <a:pt x="37" y="2"/>
                </a:lnTo>
                <a:lnTo>
                  <a:pt x="38" y="3"/>
                </a:lnTo>
                <a:lnTo>
                  <a:pt x="39" y="3"/>
                </a:lnTo>
                <a:lnTo>
                  <a:pt x="40" y="3"/>
                </a:lnTo>
                <a:lnTo>
                  <a:pt x="41" y="6"/>
                </a:lnTo>
                <a:lnTo>
                  <a:pt x="40" y="6"/>
                </a:lnTo>
                <a:lnTo>
                  <a:pt x="40" y="7"/>
                </a:lnTo>
                <a:lnTo>
                  <a:pt x="39" y="7"/>
                </a:lnTo>
                <a:lnTo>
                  <a:pt x="39" y="9"/>
                </a:lnTo>
                <a:lnTo>
                  <a:pt x="38" y="9"/>
                </a:lnTo>
                <a:lnTo>
                  <a:pt x="37" y="9"/>
                </a:lnTo>
                <a:lnTo>
                  <a:pt x="37" y="8"/>
                </a:lnTo>
                <a:lnTo>
                  <a:pt x="36" y="8"/>
                </a:lnTo>
                <a:lnTo>
                  <a:pt x="36" y="9"/>
                </a:lnTo>
                <a:lnTo>
                  <a:pt x="35" y="9"/>
                </a:lnTo>
                <a:lnTo>
                  <a:pt x="34" y="10"/>
                </a:lnTo>
                <a:lnTo>
                  <a:pt x="32" y="11"/>
                </a:lnTo>
                <a:lnTo>
                  <a:pt x="31" y="12"/>
                </a:lnTo>
                <a:lnTo>
                  <a:pt x="30" y="12"/>
                </a:lnTo>
                <a:lnTo>
                  <a:pt x="29" y="13"/>
                </a:lnTo>
                <a:lnTo>
                  <a:pt x="29" y="12"/>
                </a:lnTo>
                <a:lnTo>
                  <a:pt x="28" y="12"/>
                </a:lnTo>
                <a:lnTo>
                  <a:pt x="27" y="12"/>
                </a:lnTo>
                <a:lnTo>
                  <a:pt x="27" y="13"/>
                </a:lnTo>
                <a:lnTo>
                  <a:pt x="26" y="12"/>
                </a:lnTo>
                <a:lnTo>
                  <a:pt x="27" y="12"/>
                </a:lnTo>
                <a:lnTo>
                  <a:pt x="26" y="11"/>
                </a:lnTo>
                <a:lnTo>
                  <a:pt x="25" y="11"/>
                </a:lnTo>
                <a:lnTo>
                  <a:pt x="25" y="12"/>
                </a:lnTo>
                <a:lnTo>
                  <a:pt x="24" y="12"/>
                </a:lnTo>
                <a:lnTo>
                  <a:pt x="23" y="12"/>
                </a:lnTo>
                <a:lnTo>
                  <a:pt x="23" y="13"/>
                </a:lnTo>
                <a:lnTo>
                  <a:pt x="23" y="12"/>
                </a:lnTo>
                <a:lnTo>
                  <a:pt x="22" y="12"/>
                </a:lnTo>
                <a:lnTo>
                  <a:pt x="22" y="13"/>
                </a:lnTo>
                <a:lnTo>
                  <a:pt x="21" y="13"/>
                </a:lnTo>
                <a:lnTo>
                  <a:pt x="19" y="14"/>
                </a:lnTo>
                <a:lnTo>
                  <a:pt x="18" y="15"/>
                </a:lnTo>
                <a:lnTo>
                  <a:pt x="18" y="16"/>
                </a:lnTo>
                <a:lnTo>
                  <a:pt x="17" y="17"/>
                </a:lnTo>
                <a:lnTo>
                  <a:pt x="16" y="17"/>
                </a:lnTo>
                <a:lnTo>
                  <a:pt x="15" y="19"/>
                </a:lnTo>
                <a:lnTo>
                  <a:pt x="12" y="20"/>
                </a:lnTo>
                <a:lnTo>
                  <a:pt x="11" y="21"/>
                </a:lnTo>
                <a:lnTo>
                  <a:pt x="10" y="22"/>
                </a:lnTo>
                <a:lnTo>
                  <a:pt x="10" y="23"/>
                </a:lnTo>
                <a:lnTo>
                  <a:pt x="9" y="22"/>
                </a:lnTo>
                <a:lnTo>
                  <a:pt x="9" y="21"/>
                </a:lnTo>
                <a:lnTo>
                  <a:pt x="8" y="21"/>
                </a:lnTo>
                <a:lnTo>
                  <a:pt x="7" y="21"/>
                </a:lnTo>
                <a:lnTo>
                  <a:pt x="6" y="21"/>
                </a:lnTo>
                <a:lnTo>
                  <a:pt x="5" y="22"/>
                </a:lnTo>
                <a:lnTo>
                  <a:pt x="4" y="23"/>
                </a:lnTo>
                <a:lnTo>
                  <a:pt x="3" y="23"/>
                </a:lnTo>
                <a:lnTo>
                  <a:pt x="2" y="23"/>
                </a:lnTo>
                <a:lnTo>
                  <a:pt x="1" y="24"/>
                </a:lnTo>
                <a:lnTo>
                  <a:pt x="0" y="24"/>
                </a:lnTo>
                <a:lnTo>
                  <a:pt x="0" y="23"/>
                </a:lnTo>
                <a:lnTo>
                  <a:pt x="0" y="22"/>
                </a:lnTo>
                <a:lnTo>
                  <a:pt x="0" y="21"/>
                </a:lnTo>
                <a:lnTo>
                  <a:pt x="1" y="21"/>
                </a:lnTo>
                <a:lnTo>
                  <a:pt x="1" y="22"/>
                </a:lnTo>
                <a:lnTo>
                  <a:pt x="2" y="21"/>
                </a:lnTo>
                <a:lnTo>
                  <a:pt x="2" y="20"/>
                </a:lnTo>
                <a:lnTo>
                  <a:pt x="3" y="20"/>
                </a:lnTo>
                <a:lnTo>
                  <a:pt x="4" y="20"/>
                </a:lnTo>
                <a:lnTo>
                  <a:pt x="4" y="19"/>
                </a:lnTo>
                <a:lnTo>
                  <a:pt x="4" y="18"/>
                </a:lnTo>
                <a:lnTo>
                  <a:pt x="2" y="18"/>
                </a:lnTo>
                <a:lnTo>
                  <a:pt x="3" y="17"/>
                </a:lnTo>
                <a:lnTo>
                  <a:pt x="3" y="16"/>
                </a:lnTo>
                <a:lnTo>
                  <a:pt x="4" y="16"/>
                </a:lnTo>
                <a:lnTo>
                  <a:pt x="5" y="15"/>
                </a:lnTo>
                <a:lnTo>
                  <a:pt x="6" y="15"/>
                </a:lnTo>
                <a:lnTo>
                  <a:pt x="7" y="14"/>
                </a:lnTo>
                <a:lnTo>
                  <a:pt x="8" y="13"/>
                </a:lnTo>
                <a:lnTo>
                  <a:pt x="8" y="11"/>
                </a:lnTo>
                <a:lnTo>
                  <a:pt x="8" y="10"/>
                </a:lnTo>
                <a:lnTo>
                  <a:pt x="8" y="9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5" y="4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11" y="6"/>
                </a:lnTo>
                <a:lnTo>
                  <a:pt x="12" y="6"/>
                </a:lnTo>
                <a:lnTo>
                  <a:pt x="14" y="6"/>
                </a:lnTo>
                <a:lnTo>
                  <a:pt x="14" y="4"/>
                </a:lnTo>
                <a:lnTo>
                  <a:pt x="15" y="4"/>
                </a:lnTo>
                <a:lnTo>
                  <a:pt x="16" y="6"/>
                </a:lnTo>
                <a:lnTo>
                  <a:pt x="17" y="4"/>
                </a:lnTo>
                <a:lnTo>
                  <a:pt x="18" y="3"/>
                </a:lnTo>
                <a:lnTo>
                  <a:pt x="17" y="2"/>
                </a:lnTo>
                <a:lnTo>
                  <a:pt x="18" y="1"/>
                </a:lnTo>
                <a:lnTo>
                  <a:pt x="18" y="2"/>
                </a:lnTo>
                <a:lnTo>
                  <a:pt x="19" y="2"/>
                </a:lnTo>
                <a:lnTo>
                  <a:pt x="20" y="1"/>
                </a:lnTo>
                <a:lnTo>
                  <a:pt x="21" y="0"/>
                </a:lnTo>
                <a:lnTo>
                  <a:pt x="22" y="0"/>
                </a:lnTo>
                <a:lnTo>
                  <a:pt x="23" y="0"/>
                </a:lnTo>
                <a:lnTo>
                  <a:pt x="23" y="1"/>
                </a:lnTo>
                <a:lnTo>
                  <a:pt x="23" y="2"/>
                </a:lnTo>
                <a:lnTo>
                  <a:pt x="23" y="3"/>
                </a:lnTo>
                <a:lnTo>
                  <a:pt x="25" y="4"/>
                </a:lnTo>
                <a:lnTo>
                  <a:pt x="26" y="3"/>
                </a:lnTo>
                <a:lnTo>
                  <a:pt x="27" y="3"/>
                </a:lnTo>
                <a:lnTo>
                  <a:pt x="28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" name=""/>
          <p:cNvSpPr/>
          <p:nvPr/>
        </p:nvSpPr>
        <p:spPr>
          <a:xfrm>
            <a:off x="4756320" y="26712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0" y="3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2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" name=""/>
          <p:cNvSpPr/>
          <p:nvPr/>
        </p:nvSpPr>
        <p:spPr>
          <a:xfrm>
            <a:off x="4754520" y="26690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" name=""/>
          <p:cNvSpPr/>
          <p:nvPr/>
        </p:nvSpPr>
        <p:spPr>
          <a:xfrm>
            <a:off x="4731840" y="26665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4"/>
                </a:moveTo>
                <a:lnTo>
                  <a:pt x="4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3"/>
                </a:ln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" name=""/>
          <p:cNvSpPr/>
          <p:nvPr/>
        </p:nvSpPr>
        <p:spPr>
          <a:xfrm>
            <a:off x="4734000" y="26665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2"/>
                </a:moveTo>
                <a:lnTo>
                  <a:pt x="5" y="5"/>
                </a:lnTo>
                <a:lnTo>
                  <a:pt x="3" y="6"/>
                </a:lnTo>
                <a:lnTo>
                  <a:pt x="2" y="2"/>
                </a:lnTo>
                <a:lnTo>
                  <a:pt x="0" y="1"/>
                </a:lnTo>
                <a:lnTo>
                  <a:pt x="2" y="0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" name=""/>
          <p:cNvSpPr/>
          <p:nvPr/>
        </p:nvSpPr>
        <p:spPr>
          <a:xfrm>
            <a:off x="4509360" y="2664360"/>
            <a:ext cx="3960" cy="4320"/>
          </a:xfrm>
          <a:custGeom>
            <a:avLst/>
            <a:gdLst/>
            <a:ahLst/>
            <a:rect l="0" t="0" r="r" b="b"/>
            <a:pathLst>
              <a:path w="11" h="12">
                <a:moveTo>
                  <a:pt x="6" y="6"/>
                </a:move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3" y="9"/>
                </a:lnTo>
                <a:lnTo>
                  <a:pt x="3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2"/>
                </a:lnTo>
                <a:lnTo>
                  <a:pt x="1" y="11"/>
                </a:lnTo>
                <a:lnTo>
                  <a:pt x="2" y="9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1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2"/>
                </a:lnTo>
                <a:lnTo>
                  <a:pt x="10" y="2"/>
                </a:lnTo>
                <a:lnTo>
                  <a:pt x="10" y="3"/>
                </a:lnTo>
                <a:lnTo>
                  <a:pt x="9" y="3"/>
                </a:lnTo>
                <a:lnTo>
                  <a:pt x="8" y="5"/>
                </a:lnTo>
                <a:lnTo>
                  <a:pt x="8" y="6"/>
                </a:lnTo>
                <a:lnTo>
                  <a:pt x="6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" name=""/>
          <p:cNvSpPr/>
          <p:nvPr/>
        </p:nvSpPr>
        <p:spPr>
          <a:xfrm>
            <a:off x="4733280" y="26643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" name=""/>
          <p:cNvSpPr/>
          <p:nvPr/>
        </p:nvSpPr>
        <p:spPr>
          <a:xfrm>
            <a:off x="4733280" y="2663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800" rIns="21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" name=""/>
          <p:cNvSpPr/>
          <p:nvPr/>
        </p:nvSpPr>
        <p:spPr>
          <a:xfrm>
            <a:off x="2524680" y="253440"/>
            <a:ext cx="3198600" cy="2527920"/>
          </a:xfrm>
          <a:custGeom>
            <a:avLst/>
            <a:gdLst/>
            <a:ahLst/>
            <a:rect l="0" t="0" r="r" b="b"/>
            <a:pathLst>
              <a:path w="8885" h="7022">
                <a:moveTo>
                  <a:pt x="7170" y="0"/>
                </a:moveTo>
                <a:lnTo>
                  <a:pt x="7171" y="0"/>
                </a:lnTo>
                <a:lnTo>
                  <a:pt x="7172" y="0"/>
                </a:lnTo>
                <a:lnTo>
                  <a:pt x="7172" y="1"/>
                </a:lnTo>
                <a:lnTo>
                  <a:pt x="7173" y="1"/>
                </a:lnTo>
                <a:lnTo>
                  <a:pt x="7174" y="1"/>
                </a:lnTo>
                <a:lnTo>
                  <a:pt x="7175" y="1"/>
                </a:lnTo>
                <a:lnTo>
                  <a:pt x="7176" y="1"/>
                </a:lnTo>
                <a:lnTo>
                  <a:pt x="7176" y="2"/>
                </a:lnTo>
                <a:lnTo>
                  <a:pt x="7177" y="2"/>
                </a:lnTo>
                <a:lnTo>
                  <a:pt x="7177" y="3"/>
                </a:lnTo>
                <a:lnTo>
                  <a:pt x="7177" y="4"/>
                </a:lnTo>
                <a:lnTo>
                  <a:pt x="7178" y="4"/>
                </a:lnTo>
                <a:lnTo>
                  <a:pt x="7178" y="5"/>
                </a:lnTo>
                <a:lnTo>
                  <a:pt x="7179" y="6"/>
                </a:lnTo>
                <a:lnTo>
                  <a:pt x="7180" y="7"/>
                </a:lnTo>
                <a:lnTo>
                  <a:pt x="7181" y="8"/>
                </a:lnTo>
                <a:lnTo>
                  <a:pt x="7182" y="8"/>
                </a:lnTo>
                <a:lnTo>
                  <a:pt x="7182" y="9"/>
                </a:lnTo>
                <a:lnTo>
                  <a:pt x="7184" y="9"/>
                </a:lnTo>
                <a:lnTo>
                  <a:pt x="7184" y="8"/>
                </a:lnTo>
                <a:lnTo>
                  <a:pt x="7185" y="8"/>
                </a:lnTo>
                <a:lnTo>
                  <a:pt x="7186" y="8"/>
                </a:lnTo>
                <a:lnTo>
                  <a:pt x="7186" y="7"/>
                </a:lnTo>
                <a:lnTo>
                  <a:pt x="7187" y="7"/>
                </a:lnTo>
                <a:lnTo>
                  <a:pt x="7188" y="7"/>
                </a:lnTo>
                <a:lnTo>
                  <a:pt x="7188" y="6"/>
                </a:lnTo>
                <a:lnTo>
                  <a:pt x="7189" y="6"/>
                </a:lnTo>
                <a:lnTo>
                  <a:pt x="7189" y="7"/>
                </a:lnTo>
                <a:lnTo>
                  <a:pt x="7190" y="7"/>
                </a:lnTo>
                <a:lnTo>
                  <a:pt x="7191" y="7"/>
                </a:lnTo>
                <a:lnTo>
                  <a:pt x="7193" y="7"/>
                </a:lnTo>
                <a:lnTo>
                  <a:pt x="7194" y="7"/>
                </a:lnTo>
                <a:lnTo>
                  <a:pt x="7196" y="7"/>
                </a:lnTo>
                <a:lnTo>
                  <a:pt x="7197" y="7"/>
                </a:lnTo>
                <a:lnTo>
                  <a:pt x="7198" y="7"/>
                </a:lnTo>
                <a:lnTo>
                  <a:pt x="7199" y="7"/>
                </a:lnTo>
                <a:lnTo>
                  <a:pt x="7199" y="6"/>
                </a:lnTo>
                <a:lnTo>
                  <a:pt x="7200" y="6"/>
                </a:lnTo>
                <a:lnTo>
                  <a:pt x="7201" y="6"/>
                </a:lnTo>
                <a:lnTo>
                  <a:pt x="7202" y="6"/>
                </a:lnTo>
                <a:lnTo>
                  <a:pt x="7203" y="6"/>
                </a:lnTo>
                <a:lnTo>
                  <a:pt x="7206" y="7"/>
                </a:lnTo>
                <a:lnTo>
                  <a:pt x="7208" y="8"/>
                </a:lnTo>
                <a:lnTo>
                  <a:pt x="7210" y="9"/>
                </a:lnTo>
                <a:lnTo>
                  <a:pt x="7214" y="11"/>
                </a:lnTo>
                <a:lnTo>
                  <a:pt x="7218" y="13"/>
                </a:lnTo>
                <a:lnTo>
                  <a:pt x="7222" y="16"/>
                </a:lnTo>
                <a:lnTo>
                  <a:pt x="7223" y="16"/>
                </a:lnTo>
                <a:lnTo>
                  <a:pt x="7223" y="17"/>
                </a:lnTo>
                <a:lnTo>
                  <a:pt x="7223" y="18"/>
                </a:lnTo>
                <a:lnTo>
                  <a:pt x="7223" y="19"/>
                </a:lnTo>
                <a:lnTo>
                  <a:pt x="7224" y="19"/>
                </a:lnTo>
                <a:lnTo>
                  <a:pt x="7225" y="20"/>
                </a:lnTo>
                <a:lnTo>
                  <a:pt x="7226" y="20"/>
                </a:lnTo>
                <a:lnTo>
                  <a:pt x="7227" y="20"/>
                </a:lnTo>
                <a:lnTo>
                  <a:pt x="7227" y="19"/>
                </a:lnTo>
                <a:lnTo>
                  <a:pt x="7228" y="19"/>
                </a:lnTo>
                <a:lnTo>
                  <a:pt x="7228" y="18"/>
                </a:lnTo>
                <a:lnTo>
                  <a:pt x="7229" y="18"/>
                </a:lnTo>
                <a:lnTo>
                  <a:pt x="7230" y="18"/>
                </a:lnTo>
                <a:lnTo>
                  <a:pt x="7231" y="18"/>
                </a:lnTo>
                <a:lnTo>
                  <a:pt x="7232" y="18"/>
                </a:lnTo>
                <a:lnTo>
                  <a:pt x="7232" y="19"/>
                </a:lnTo>
                <a:lnTo>
                  <a:pt x="7233" y="19"/>
                </a:lnTo>
                <a:lnTo>
                  <a:pt x="7233" y="20"/>
                </a:lnTo>
                <a:lnTo>
                  <a:pt x="7233" y="21"/>
                </a:lnTo>
                <a:lnTo>
                  <a:pt x="7234" y="21"/>
                </a:lnTo>
                <a:lnTo>
                  <a:pt x="7234" y="22"/>
                </a:lnTo>
                <a:lnTo>
                  <a:pt x="7234" y="23"/>
                </a:lnTo>
                <a:lnTo>
                  <a:pt x="7235" y="23"/>
                </a:lnTo>
                <a:lnTo>
                  <a:pt x="7236" y="23"/>
                </a:lnTo>
                <a:lnTo>
                  <a:pt x="7236" y="24"/>
                </a:lnTo>
                <a:lnTo>
                  <a:pt x="7237" y="24"/>
                </a:lnTo>
                <a:lnTo>
                  <a:pt x="7237" y="25"/>
                </a:lnTo>
                <a:lnTo>
                  <a:pt x="7238" y="25"/>
                </a:lnTo>
                <a:lnTo>
                  <a:pt x="7238" y="26"/>
                </a:lnTo>
                <a:lnTo>
                  <a:pt x="7238" y="27"/>
                </a:lnTo>
                <a:lnTo>
                  <a:pt x="7239" y="27"/>
                </a:lnTo>
                <a:lnTo>
                  <a:pt x="7240" y="27"/>
                </a:lnTo>
                <a:lnTo>
                  <a:pt x="7241" y="27"/>
                </a:lnTo>
                <a:lnTo>
                  <a:pt x="7241" y="26"/>
                </a:lnTo>
                <a:lnTo>
                  <a:pt x="7242" y="26"/>
                </a:lnTo>
                <a:lnTo>
                  <a:pt x="7243" y="25"/>
                </a:lnTo>
                <a:lnTo>
                  <a:pt x="7243" y="24"/>
                </a:lnTo>
                <a:lnTo>
                  <a:pt x="7244" y="24"/>
                </a:lnTo>
                <a:lnTo>
                  <a:pt x="7244" y="23"/>
                </a:lnTo>
                <a:lnTo>
                  <a:pt x="7245" y="22"/>
                </a:lnTo>
                <a:lnTo>
                  <a:pt x="7246" y="21"/>
                </a:lnTo>
                <a:lnTo>
                  <a:pt x="7247" y="21"/>
                </a:lnTo>
                <a:lnTo>
                  <a:pt x="7248" y="21"/>
                </a:lnTo>
                <a:lnTo>
                  <a:pt x="7248" y="20"/>
                </a:lnTo>
                <a:lnTo>
                  <a:pt x="7250" y="19"/>
                </a:lnTo>
                <a:lnTo>
                  <a:pt x="7251" y="18"/>
                </a:lnTo>
                <a:lnTo>
                  <a:pt x="7253" y="18"/>
                </a:lnTo>
                <a:lnTo>
                  <a:pt x="7254" y="18"/>
                </a:lnTo>
                <a:lnTo>
                  <a:pt x="7255" y="18"/>
                </a:lnTo>
                <a:lnTo>
                  <a:pt x="7255" y="19"/>
                </a:lnTo>
                <a:lnTo>
                  <a:pt x="7256" y="19"/>
                </a:lnTo>
                <a:lnTo>
                  <a:pt x="7256" y="20"/>
                </a:lnTo>
                <a:lnTo>
                  <a:pt x="7257" y="20"/>
                </a:lnTo>
                <a:lnTo>
                  <a:pt x="7257" y="21"/>
                </a:lnTo>
                <a:lnTo>
                  <a:pt x="7258" y="21"/>
                </a:lnTo>
                <a:lnTo>
                  <a:pt x="7258" y="22"/>
                </a:lnTo>
                <a:lnTo>
                  <a:pt x="7259" y="22"/>
                </a:lnTo>
                <a:lnTo>
                  <a:pt x="7260" y="22"/>
                </a:lnTo>
                <a:lnTo>
                  <a:pt x="7260" y="23"/>
                </a:lnTo>
                <a:lnTo>
                  <a:pt x="7261" y="23"/>
                </a:lnTo>
                <a:lnTo>
                  <a:pt x="7261" y="24"/>
                </a:lnTo>
                <a:lnTo>
                  <a:pt x="7262" y="24"/>
                </a:lnTo>
                <a:lnTo>
                  <a:pt x="7263" y="24"/>
                </a:lnTo>
                <a:lnTo>
                  <a:pt x="7264" y="24"/>
                </a:lnTo>
                <a:lnTo>
                  <a:pt x="7265" y="25"/>
                </a:lnTo>
                <a:lnTo>
                  <a:pt x="7266" y="26"/>
                </a:lnTo>
                <a:lnTo>
                  <a:pt x="7267" y="28"/>
                </a:lnTo>
                <a:lnTo>
                  <a:pt x="7268" y="28"/>
                </a:lnTo>
                <a:lnTo>
                  <a:pt x="7268" y="29"/>
                </a:lnTo>
                <a:lnTo>
                  <a:pt x="7269" y="30"/>
                </a:lnTo>
                <a:lnTo>
                  <a:pt x="7269" y="31"/>
                </a:lnTo>
                <a:lnTo>
                  <a:pt x="7270" y="31"/>
                </a:lnTo>
                <a:lnTo>
                  <a:pt x="7270" y="32"/>
                </a:lnTo>
                <a:lnTo>
                  <a:pt x="7270" y="33"/>
                </a:lnTo>
                <a:lnTo>
                  <a:pt x="7271" y="33"/>
                </a:lnTo>
                <a:lnTo>
                  <a:pt x="7272" y="34"/>
                </a:lnTo>
                <a:lnTo>
                  <a:pt x="7272" y="35"/>
                </a:lnTo>
                <a:lnTo>
                  <a:pt x="7273" y="36"/>
                </a:lnTo>
                <a:lnTo>
                  <a:pt x="7274" y="37"/>
                </a:lnTo>
                <a:lnTo>
                  <a:pt x="7274" y="38"/>
                </a:lnTo>
                <a:lnTo>
                  <a:pt x="7275" y="39"/>
                </a:lnTo>
                <a:lnTo>
                  <a:pt x="7276" y="39"/>
                </a:lnTo>
                <a:lnTo>
                  <a:pt x="7277" y="39"/>
                </a:lnTo>
                <a:lnTo>
                  <a:pt x="7278" y="39"/>
                </a:lnTo>
                <a:lnTo>
                  <a:pt x="7279" y="39"/>
                </a:lnTo>
                <a:lnTo>
                  <a:pt x="7280" y="39"/>
                </a:lnTo>
                <a:lnTo>
                  <a:pt x="7280" y="40"/>
                </a:lnTo>
                <a:lnTo>
                  <a:pt x="7281" y="40"/>
                </a:lnTo>
                <a:lnTo>
                  <a:pt x="7282" y="41"/>
                </a:lnTo>
                <a:lnTo>
                  <a:pt x="7283" y="42"/>
                </a:lnTo>
                <a:lnTo>
                  <a:pt x="7283" y="43"/>
                </a:lnTo>
                <a:lnTo>
                  <a:pt x="7284" y="44"/>
                </a:lnTo>
                <a:lnTo>
                  <a:pt x="7285" y="44"/>
                </a:lnTo>
                <a:lnTo>
                  <a:pt x="7286" y="44"/>
                </a:lnTo>
                <a:lnTo>
                  <a:pt x="7287" y="44"/>
                </a:lnTo>
                <a:lnTo>
                  <a:pt x="7287" y="43"/>
                </a:lnTo>
                <a:lnTo>
                  <a:pt x="7289" y="44"/>
                </a:lnTo>
                <a:lnTo>
                  <a:pt x="7290" y="44"/>
                </a:lnTo>
                <a:lnTo>
                  <a:pt x="7292" y="45"/>
                </a:lnTo>
                <a:lnTo>
                  <a:pt x="7293" y="45"/>
                </a:lnTo>
                <a:lnTo>
                  <a:pt x="7294" y="45"/>
                </a:lnTo>
                <a:lnTo>
                  <a:pt x="7295" y="45"/>
                </a:lnTo>
                <a:lnTo>
                  <a:pt x="7296" y="45"/>
                </a:lnTo>
                <a:lnTo>
                  <a:pt x="7297" y="45"/>
                </a:lnTo>
                <a:lnTo>
                  <a:pt x="7298" y="45"/>
                </a:lnTo>
                <a:lnTo>
                  <a:pt x="7302" y="43"/>
                </a:lnTo>
                <a:lnTo>
                  <a:pt x="7304" y="42"/>
                </a:lnTo>
                <a:lnTo>
                  <a:pt x="7305" y="42"/>
                </a:lnTo>
                <a:lnTo>
                  <a:pt x="7306" y="42"/>
                </a:lnTo>
                <a:lnTo>
                  <a:pt x="7307" y="42"/>
                </a:lnTo>
                <a:lnTo>
                  <a:pt x="7308" y="42"/>
                </a:lnTo>
                <a:lnTo>
                  <a:pt x="7308" y="41"/>
                </a:lnTo>
                <a:lnTo>
                  <a:pt x="7309" y="41"/>
                </a:lnTo>
                <a:lnTo>
                  <a:pt x="7311" y="41"/>
                </a:lnTo>
                <a:lnTo>
                  <a:pt x="7312" y="41"/>
                </a:lnTo>
                <a:lnTo>
                  <a:pt x="7313" y="41"/>
                </a:lnTo>
                <a:lnTo>
                  <a:pt x="7315" y="41"/>
                </a:lnTo>
                <a:lnTo>
                  <a:pt x="7317" y="42"/>
                </a:lnTo>
                <a:lnTo>
                  <a:pt x="7319" y="42"/>
                </a:lnTo>
                <a:lnTo>
                  <a:pt x="7320" y="42"/>
                </a:lnTo>
                <a:lnTo>
                  <a:pt x="7321" y="42"/>
                </a:lnTo>
                <a:lnTo>
                  <a:pt x="7321" y="43"/>
                </a:lnTo>
                <a:lnTo>
                  <a:pt x="7322" y="44"/>
                </a:lnTo>
                <a:lnTo>
                  <a:pt x="7321" y="46"/>
                </a:lnTo>
                <a:lnTo>
                  <a:pt x="7321" y="47"/>
                </a:lnTo>
                <a:lnTo>
                  <a:pt x="7321" y="49"/>
                </a:lnTo>
                <a:lnTo>
                  <a:pt x="7322" y="50"/>
                </a:lnTo>
                <a:lnTo>
                  <a:pt x="7324" y="51"/>
                </a:lnTo>
                <a:lnTo>
                  <a:pt x="7325" y="51"/>
                </a:lnTo>
                <a:lnTo>
                  <a:pt x="7326" y="51"/>
                </a:lnTo>
                <a:lnTo>
                  <a:pt x="7327" y="51"/>
                </a:lnTo>
                <a:lnTo>
                  <a:pt x="7330" y="51"/>
                </a:lnTo>
                <a:lnTo>
                  <a:pt x="7332" y="50"/>
                </a:lnTo>
                <a:lnTo>
                  <a:pt x="7333" y="50"/>
                </a:lnTo>
                <a:lnTo>
                  <a:pt x="7333" y="49"/>
                </a:lnTo>
                <a:lnTo>
                  <a:pt x="7334" y="49"/>
                </a:lnTo>
                <a:lnTo>
                  <a:pt x="7335" y="49"/>
                </a:lnTo>
                <a:lnTo>
                  <a:pt x="7335" y="48"/>
                </a:lnTo>
                <a:lnTo>
                  <a:pt x="7336" y="48"/>
                </a:lnTo>
                <a:lnTo>
                  <a:pt x="7337" y="49"/>
                </a:lnTo>
                <a:lnTo>
                  <a:pt x="7339" y="51"/>
                </a:lnTo>
                <a:lnTo>
                  <a:pt x="7339" y="52"/>
                </a:lnTo>
                <a:lnTo>
                  <a:pt x="7340" y="54"/>
                </a:lnTo>
                <a:lnTo>
                  <a:pt x="7340" y="55"/>
                </a:lnTo>
                <a:lnTo>
                  <a:pt x="7341" y="55"/>
                </a:lnTo>
                <a:lnTo>
                  <a:pt x="7341" y="56"/>
                </a:lnTo>
                <a:lnTo>
                  <a:pt x="7342" y="56"/>
                </a:lnTo>
                <a:lnTo>
                  <a:pt x="7343" y="57"/>
                </a:lnTo>
                <a:lnTo>
                  <a:pt x="7344" y="56"/>
                </a:lnTo>
                <a:lnTo>
                  <a:pt x="7345" y="56"/>
                </a:lnTo>
                <a:lnTo>
                  <a:pt x="7346" y="56"/>
                </a:lnTo>
                <a:lnTo>
                  <a:pt x="7346" y="55"/>
                </a:lnTo>
                <a:lnTo>
                  <a:pt x="7346" y="54"/>
                </a:lnTo>
                <a:lnTo>
                  <a:pt x="7347" y="54"/>
                </a:lnTo>
                <a:lnTo>
                  <a:pt x="7347" y="53"/>
                </a:lnTo>
                <a:lnTo>
                  <a:pt x="7347" y="52"/>
                </a:lnTo>
                <a:lnTo>
                  <a:pt x="7346" y="51"/>
                </a:lnTo>
                <a:lnTo>
                  <a:pt x="7345" y="50"/>
                </a:lnTo>
                <a:lnTo>
                  <a:pt x="7345" y="49"/>
                </a:lnTo>
                <a:lnTo>
                  <a:pt x="7345" y="48"/>
                </a:lnTo>
                <a:lnTo>
                  <a:pt x="7344" y="48"/>
                </a:lnTo>
                <a:lnTo>
                  <a:pt x="7344" y="47"/>
                </a:lnTo>
                <a:lnTo>
                  <a:pt x="7343" y="47"/>
                </a:lnTo>
                <a:lnTo>
                  <a:pt x="7343" y="46"/>
                </a:lnTo>
                <a:lnTo>
                  <a:pt x="7342" y="45"/>
                </a:lnTo>
                <a:lnTo>
                  <a:pt x="7342" y="44"/>
                </a:lnTo>
                <a:lnTo>
                  <a:pt x="7342" y="43"/>
                </a:lnTo>
                <a:lnTo>
                  <a:pt x="7343" y="42"/>
                </a:lnTo>
                <a:lnTo>
                  <a:pt x="7346" y="40"/>
                </a:lnTo>
                <a:lnTo>
                  <a:pt x="7348" y="38"/>
                </a:lnTo>
                <a:lnTo>
                  <a:pt x="7349" y="38"/>
                </a:lnTo>
                <a:lnTo>
                  <a:pt x="7350" y="37"/>
                </a:lnTo>
                <a:lnTo>
                  <a:pt x="7351" y="36"/>
                </a:lnTo>
                <a:lnTo>
                  <a:pt x="7352" y="36"/>
                </a:lnTo>
                <a:lnTo>
                  <a:pt x="7352" y="35"/>
                </a:lnTo>
                <a:lnTo>
                  <a:pt x="7353" y="35"/>
                </a:lnTo>
                <a:lnTo>
                  <a:pt x="7355" y="34"/>
                </a:lnTo>
                <a:lnTo>
                  <a:pt x="7356" y="34"/>
                </a:lnTo>
                <a:lnTo>
                  <a:pt x="7357" y="34"/>
                </a:lnTo>
                <a:lnTo>
                  <a:pt x="7357" y="33"/>
                </a:lnTo>
                <a:lnTo>
                  <a:pt x="7358" y="33"/>
                </a:lnTo>
                <a:lnTo>
                  <a:pt x="7359" y="32"/>
                </a:lnTo>
                <a:lnTo>
                  <a:pt x="7360" y="32"/>
                </a:lnTo>
                <a:lnTo>
                  <a:pt x="7361" y="32"/>
                </a:lnTo>
                <a:lnTo>
                  <a:pt x="7362" y="32"/>
                </a:lnTo>
                <a:lnTo>
                  <a:pt x="7363" y="32"/>
                </a:lnTo>
                <a:lnTo>
                  <a:pt x="7364" y="31"/>
                </a:lnTo>
                <a:lnTo>
                  <a:pt x="7369" y="30"/>
                </a:lnTo>
                <a:lnTo>
                  <a:pt x="7371" y="30"/>
                </a:lnTo>
                <a:lnTo>
                  <a:pt x="7372" y="29"/>
                </a:lnTo>
                <a:lnTo>
                  <a:pt x="7373" y="29"/>
                </a:lnTo>
                <a:lnTo>
                  <a:pt x="7374" y="29"/>
                </a:lnTo>
                <a:lnTo>
                  <a:pt x="7375" y="29"/>
                </a:lnTo>
                <a:lnTo>
                  <a:pt x="7376" y="29"/>
                </a:lnTo>
                <a:lnTo>
                  <a:pt x="7376" y="30"/>
                </a:lnTo>
                <a:lnTo>
                  <a:pt x="7377" y="30"/>
                </a:lnTo>
                <a:lnTo>
                  <a:pt x="7377" y="29"/>
                </a:lnTo>
                <a:lnTo>
                  <a:pt x="7378" y="29"/>
                </a:lnTo>
                <a:lnTo>
                  <a:pt x="7379" y="29"/>
                </a:lnTo>
                <a:lnTo>
                  <a:pt x="7382" y="30"/>
                </a:lnTo>
                <a:lnTo>
                  <a:pt x="7383" y="31"/>
                </a:lnTo>
                <a:lnTo>
                  <a:pt x="7384" y="31"/>
                </a:lnTo>
                <a:lnTo>
                  <a:pt x="7386" y="31"/>
                </a:lnTo>
                <a:lnTo>
                  <a:pt x="7391" y="34"/>
                </a:lnTo>
                <a:lnTo>
                  <a:pt x="7392" y="34"/>
                </a:lnTo>
                <a:lnTo>
                  <a:pt x="7392" y="35"/>
                </a:lnTo>
                <a:lnTo>
                  <a:pt x="7393" y="35"/>
                </a:lnTo>
                <a:lnTo>
                  <a:pt x="7394" y="35"/>
                </a:lnTo>
                <a:lnTo>
                  <a:pt x="7394" y="36"/>
                </a:lnTo>
                <a:lnTo>
                  <a:pt x="7395" y="36"/>
                </a:lnTo>
                <a:lnTo>
                  <a:pt x="7397" y="36"/>
                </a:lnTo>
                <a:lnTo>
                  <a:pt x="7398" y="36"/>
                </a:lnTo>
                <a:lnTo>
                  <a:pt x="7400" y="36"/>
                </a:lnTo>
                <a:lnTo>
                  <a:pt x="7400" y="37"/>
                </a:lnTo>
                <a:lnTo>
                  <a:pt x="7402" y="37"/>
                </a:lnTo>
                <a:lnTo>
                  <a:pt x="7403" y="37"/>
                </a:lnTo>
                <a:lnTo>
                  <a:pt x="7405" y="37"/>
                </a:lnTo>
                <a:lnTo>
                  <a:pt x="7406" y="37"/>
                </a:lnTo>
                <a:lnTo>
                  <a:pt x="7407" y="37"/>
                </a:lnTo>
                <a:lnTo>
                  <a:pt x="7409" y="38"/>
                </a:lnTo>
                <a:lnTo>
                  <a:pt x="7410" y="38"/>
                </a:lnTo>
                <a:lnTo>
                  <a:pt x="7412" y="39"/>
                </a:lnTo>
                <a:lnTo>
                  <a:pt x="7413" y="39"/>
                </a:lnTo>
                <a:lnTo>
                  <a:pt x="7413" y="40"/>
                </a:lnTo>
                <a:lnTo>
                  <a:pt x="7415" y="40"/>
                </a:lnTo>
                <a:lnTo>
                  <a:pt x="7416" y="40"/>
                </a:lnTo>
                <a:lnTo>
                  <a:pt x="7417" y="40"/>
                </a:lnTo>
                <a:lnTo>
                  <a:pt x="7418" y="40"/>
                </a:lnTo>
                <a:lnTo>
                  <a:pt x="7419" y="40"/>
                </a:lnTo>
                <a:lnTo>
                  <a:pt x="7421" y="40"/>
                </a:lnTo>
                <a:lnTo>
                  <a:pt x="7421" y="41"/>
                </a:lnTo>
                <a:lnTo>
                  <a:pt x="7422" y="41"/>
                </a:lnTo>
                <a:lnTo>
                  <a:pt x="7422" y="42"/>
                </a:lnTo>
                <a:lnTo>
                  <a:pt x="7422" y="43"/>
                </a:lnTo>
                <a:lnTo>
                  <a:pt x="7422" y="44"/>
                </a:lnTo>
                <a:lnTo>
                  <a:pt x="7422" y="45"/>
                </a:lnTo>
                <a:lnTo>
                  <a:pt x="7422" y="46"/>
                </a:lnTo>
                <a:lnTo>
                  <a:pt x="7423" y="46"/>
                </a:lnTo>
                <a:lnTo>
                  <a:pt x="7423" y="47"/>
                </a:lnTo>
                <a:lnTo>
                  <a:pt x="7424" y="48"/>
                </a:lnTo>
                <a:lnTo>
                  <a:pt x="7425" y="49"/>
                </a:lnTo>
                <a:lnTo>
                  <a:pt x="7426" y="49"/>
                </a:lnTo>
                <a:lnTo>
                  <a:pt x="7427" y="49"/>
                </a:lnTo>
                <a:lnTo>
                  <a:pt x="7427" y="48"/>
                </a:lnTo>
                <a:lnTo>
                  <a:pt x="7428" y="47"/>
                </a:lnTo>
                <a:lnTo>
                  <a:pt x="7429" y="47"/>
                </a:lnTo>
                <a:lnTo>
                  <a:pt x="7429" y="46"/>
                </a:lnTo>
                <a:lnTo>
                  <a:pt x="7430" y="45"/>
                </a:lnTo>
                <a:lnTo>
                  <a:pt x="7430" y="44"/>
                </a:lnTo>
                <a:lnTo>
                  <a:pt x="7431" y="43"/>
                </a:lnTo>
                <a:lnTo>
                  <a:pt x="7433" y="41"/>
                </a:lnTo>
                <a:lnTo>
                  <a:pt x="7434" y="41"/>
                </a:lnTo>
                <a:lnTo>
                  <a:pt x="7435" y="40"/>
                </a:lnTo>
                <a:lnTo>
                  <a:pt x="7436" y="40"/>
                </a:lnTo>
                <a:lnTo>
                  <a:pt x="7437" y="41"/>
                </a:lnTo>
                <a:lnTo>
                  <a:pt x="7438" y="41"/>
                </a:lnTo>
                <a:lnTo>
                  <a:pt x="7438" y="42"/>
                </a:lnTo>
                <a:lnTo>
                  <a:pt x="7439" y="42"/>
                </a:lnTo>
                <a:lnTo>
                  <a:pt x="7439" y="43"/>
                </a:lnTo>
                <a:lnTo>
                  <a:pt x="7440" y="43"/>
                </a:lnTo>
                <a:lnTo>
                  <a:pt x="7440" y="44"/>
                </a:lnTo>
                <a:lnTo>
                  <a:pt x="7441" y="45"/>
                </a:lnTo>
                <a:lnTo>
                  <a:pt x="7441" y="47"/>
                </a:lnTo>
                <a:lnTo>
                  <a:pt x="7441" y="48"/>
                </a:lnTo>
                <a:lnTo>
                  <a:pt x="7442" y="49"/>
                </a:lnTo>
                <a:lnTo>
                  <a:pt x="7443" y="49"/>
                </a:lnTo>
                <a:lnTo>
                  <a:pt x="7444" y="50"/>
                </a:lnTo>
                <a:lnTo>
                  <a:pt x="7445" y="50"/>
                </a:lnTo>
                <a:lnTo>
                  <a:pt x="7446" y="51"/>
                </a:lnTo>
                <a:lnTo>
                  <a:pt x="7447" y="52"/>
                </a:lnTo>
                <a:lnTo>
                  <a:pt x="7448" y="53"/>
                </a:lnTo>
                <a:lnTo>
                  <a:pt x="7448" y="54"/>
                </a:lnTo>
                <a:lnTo>
                  <a:pt x="7449" y="54"/>
                </a:lnTo>
                <a:lnTo>
                  <a:pt x="7450" y="54"/>
                </a:lnTo>
                <a:lnTo>
                  <a:pt x="7451" y="54"/>
                </a:lnTo>
                <a:lnTo>
                  <a:pt x="7453" y="54"/>
                </a:lnTo>
                <a:lnTo>
                  <a:pt x="7455" y="54"/>
                </a:lnTo>
                <a:lnTo>
                  <a:pt x="7456" y="55"/>
                </a:lnTo>
                <a:lnTo>
                  <a:pt x="7457" y="55"/>
                </a:lnTo>
                <a:lnTo>
                  <a:pt x="7457" y="56"/>
                </a:lnTo>
                <a:lnTo>
                  <a:pt x="7457" y="57"/>
                </a:lnTo>
                <a:lnTo>
                  <a:pt x="7456" y="58"/>
                </a:lnTo>
                <a:lnTo>
                  <a:pt x="7455" y="58"/>
                </a:lnTo>
                <a:lnTo>
                  <a:pt x="7455" y="59"/>
                </a:lnTo>
                <a:lnTo>
                  <a:pt x="7455" y="60"/>
                </a:lnTo>
                <a:lnTo>
                  <a:pt x="7455" y="61"/>
                </a:lnTo>
                <a:lnTo>
                  <a:pt x="7456" y="62"/>
                </a:lnTo>
                <a:lnTo>
                  <a:pt x="7456" y="63"/>
                </a:lnTo>
                <a:lnTo>
                  <a:pt x="7457" y="63"/>
                </a:lnTo>
                <a:lnTo>
                  <a:pt x="7457" y="64"/>
                </a:lnTo>
                <a:lnTo>
                  <a:pt x="7457" y="65"/>
                </a:lnTo>
                <a:lnTo>
                  <a:pt x="7456" y="66"/>
                </a:lnTo>
                <a:lnTo>
                  <a:pt x="7455" y="66"/>
                </a:lnTo>
                <a:lnTo>
                  <a:pt x="7455" y="67"/>
                </a:lnTo>
                <a:lnTo>
                  <a:pt x="7453" y="68"/>
                </a:lnTo>
                <a:lnTo>
                  <a:pt x="7452" y="68"/>
                </a:lnTo>
                <a:lnTo>
                  <a:pt x="7451" y="68"/>
                </a:lnTo>
                <a:lnTo>
                  <a:pt x="7450" y="70"/>
                </a:lnTo>
                <a:lnTo>
                  <a:pt x="7449" y="70"/>
                </a:lnTo>
                <a:lnTo>
                  <a:pt x="7449" y="71"/>
                </a:lnTo>
                <a:lnTo>
                  <a:pt x="7449" y="72"/>
                </a:lnTo>
                <a:lnTo>
                  <a:pt x="7449" y="73"/>
                </a:lnTo>
                <a:lnTo>
                  <a:pt x="7450" y="75"/>
                </a:lnTo>
                <a:lnTo>
                  <a:pt x="7451" y="78"/>
                </a:lnTo>
                <a:lnTo>
                  <a:pt x="7451" y="80"/>
                </a:lnTo>
                <a:lnTo>
                  <a:pt x="7452" y="81"/>
                </a:lnTo>
                <a:lnTo>
                  <a:pt x="7453" y="82"/>
                </a:lnTo>
                <a:lnTo>
                  <a:pt x="7454" y="82"/>
                </a:lnTo>
                <a:lnTo>
                  <a:pt x="7454" y="81"/>
                </a:lnTo>
                <a:lnTo>
                  <a:pt x="7455" y="80"/>
                </a:lnTo>
                <a:lnTo>
                  <a:pt x="7456" y="80"/>
                </a:lnTo>
                <a:lnTo>
                  <a:pt x="7456" y="79"/>
                </a:lnTo>
                <a:lnTo>
                  <a:pt x="7457" y="79"/>
                </a:lnTo>
                <a:lnTo>
                  <a:pt x="7457" y="78"/>
                </a:lnTo>
                <a:lnTo>
                  <a:pt x="7457" y="77"/>
                </a:lnTo>
                <a:lnTo>
                  <a:pt x="7458" y="77"/>
                </a:lnTo>
                <a:lnTo>
                  <a:pt x="7459" y="76"/>
                </a:lnTo>
                <a:lnTo>
                  <a:pt x="7461" y="76"/>
                </a:lnTo>
                <a:lnTo>
                  <a:pt x="7462" y="75"/>
                </a:lnTo>
                <a:lnTo>
                  <a:pt x="7463" y="74"/>
                </a:lnTo>
                <a:lnTo>
                  <a:pt x="7463" y="73"/>
                </a:lnTo>
                <a:lnTo>
                  <a:pt x="7463" y="72"/>
                </a:lnTo>
                <a:lnTo>
                  <a:pt x="7464" y="72"/>
                </a:lnTo>
                <a:lnTo>
                  <a:pt x="7468" y="72"/>
                </a:lnTo>
                <a:lnTo>
                  <a:pt x="7469" y="71"/>
                </a:lnTo>
                <a:lnTo>
                  <a:pt x="7470" y="71"/>
                </a:lnTo>
                <a:lnTo>
                  <a:pt x="7472" y="71"/>
                </a:lnTo>
                <a:lnTo>
                  <a:pt x="7473" y="71"/>
                </a:lnTo>
                <a:lnTo>
                  <a:pt x="7474" y="71"/>
                </a:lnTo>
                <a:lnTo>
                  <a:pt x="7474" y="72"/>
                </a:lnTo>
                <a:lnTo>
                  <a:pt x="7474" y="73"/>
                </a:lnTo>
                <a:lnTo>
                  <a:pt x="7474" y="74"/>
                </a:lnTo>
                <a:lnTo>
                  <a:pt x="7474" y="75"/>
                </a:lnTo>
                <a:lnTo>
                  <a:pt x="7475" y="75"/>
                </a:lnTo>
                <a:lnTo>
                  <a:pt x="7475" y="76"/>
                </a:lnTo>
                <a:lnTo>
                  <a:pt x="7476" y="77"/>
                </a:lnTo>
                <a:lnTo>
                  <a:pt x="7477" y="78"/>
                </a:lnTo>
                <a:lnTo>
                  <a:pt x="7478" y="79"/>
                </a:lnTo>
                <a:lnTo>
                  <a:pt x="7479" y="79"/>
                </a:lnTo>
                <a:lnTo>
                  <a:pt x="7480" y="80"/>
                </a:lnTo>
                <a:lnTo>
                  <a:pt x="7481" y="80"/>
                </a:lnTo>
                <a:lnTo>
                  <a:pt x="7481" y="81"/>
                </a:lnTo>
                <a:lnTo>
                  <a:pt x="7482" y="81"/>
                </a:lnTo>
                <a:lnTo>
                  <a:pt x="7483" y="82"/>
                </a:lnTo>
                <a:lnTo>
                  <a:pt x="7484" y="83"/>
                </a:lnTo>
                <a:lnTo>
                  <a:pt x="7486" y="84"/>
                </a:lnTo>
                <a:lnTo>
                  <a:pt x="7486" y="85"/>
                </a:lnTo>
                <a:lnTo>
                  <a:pt x="7487" y="86"/>
                </a:lnTo>
                <a:lnTo>
                  <a:pt x="7487" y="87"/>
                </a:lnTo>
                <a:lnTo>
                  <a:pt x="7487" y="88"/>
                </a:lnTo>
                <a:lnTo>
                  <a:pt x="7488" y="88"/>
                </a:lnTo>
                <a:lnTo>
                  <a:pt x="7488" y="89"/>
                </a:lnTo>
                <a:lnTo>
                  <a:pt x="7489" y="89"/>
                </a:lnTo>
                <a:lnTo>
                  <a:pt x="7489" y="90"/>
                </a:lnTo>
                <a:lnTo>
                  <a:pt x="7490" y="90"/>
                </a:lnTo>
                <a:lnTo>
                  <a:pt x="7491" y="90"/>
                </a:lnTo>
                <a:lnTo>
                  <a:pt x="7491" y="91"/>
                </a:lnTo>
                <a:lnTo>
                  <a:pt x="7492" y="91"/>
                </a:lnTo>
                <a:lnTo>
                  <a:pt x="7492" y="92"/>
                </a:lnTo>
                <a:lnTo>
                  <a:pt x="7493" y="93"/>
                </a:lnTo>
                <a:lnTo>
                  <a:pt x="7494" y="93"/>
                </a:lnTo>
                <a:lnTo>
                  <a:pt x="7494" y="94"/>
                </a:lnTo>
                <a:lnTo>
                  <a:pt x="7495" y="94"/>
                </a:lnTo>
                <a:lnTo>
                  <a:pt x="7496" y="94"/>
                </a:lnTo>
                <a:lnTo>
                  <a:pt x="7496" y="93"/>
                </a:lnTo>
                <a:lnTo>
                  <a:pt x="7497" y="93"/>
                </a:lnTo>
                <a:lnTo>
                  <a:pt x="7497" y="92"/>
                </a:lnTo>
                <a:lnTo>
                  <a:pt x="7497" y="91"/>
                </a:lnTo>
                <a:lnTo>
                  <a:pt x="7497" y="90"/>
                </a:lnTo>
                <a:lnTo>
                  <a:pt x="7498" y="90"/>
                </a:lnTo>
                <a:lnTo>
                  <a:pt x="7498" y="89"/>
                </a:lnTo>
                <a:lnTo>
                  <a:pt x="7498" y="86"/>
                </a:lnTo>
                <a:lnTo>
                  <a:pt x="7499" y="85"/>
                </a:lnTo>
                <a:lnTo>
                  <a:pt x="7500" y="85"/>
                </a:lnTo>
                <a:lnTo>
                  <a:pt x="7500" y="84"/>
                </a:lnTo>
                <a:lnTo>
                  <a:pt x="7501" y="84"/>
                </a:lnTo>
                <a:lnTo>
                  <a:pt x="7503" y="84"/>
                </a:lnTo>
                <a:lnTo>
                  <a:pt x="7509" y="86"/>
                </a:lnTo>
                <a:lnTo>
                  <a:pt x="7509" y="87"/>
                </a:lnTo>
                <a:lnTo>
                  <a:pt x="7511" y="87"/>
                </a:lnTo>
                <a:lnTo>
                  <a:pt x="7512" y="88"/>
                </a:lnTo>
                <a:lnTo>
                  <a:pt x="7512" y="89"/>
                </a:lnTo>
                <a:lnTo>
                  <a:pt x="7512" y="90"/>
                </a:lnTo>
                <a:lnTo>
                  <a:pt x="7511" y="90"/>
                </a:lnTo>
                <a:lnTo>
                  <a:pt x="7511" y="91"/>
                </a:lnTo>
                <a:lnTo>
                  <a:pt x="7510" y="91"/>
                </a:lnTo>
                <a:lnTo>
                  <a:pt x="7509" y="91"/>
                </a:lnTo>
                <a:lnTo>
                  <a:pt x="7506" y="92"/>
                </a:lnTo>
                <a:lnTo>
                  <a:pt x="7505" y="93"/>
                </a:lnTo>
                <a:lnTo>
                  <a:pt x="7504" y="94"/>
                </a:lnTo>
                <a:lnTo>
                  <a:pt x="7504" y="96"/>
                </a:lnTo>
                <a:lnTo>
                  <a:pt x="7506" y="99"/>
                </a:lnTo>
                <a:lnTo>
                  <a:pt x="7507" y="100"/>
                </a:lnTo>
                <a:lnTo>
                  <a:pt x="7508" y="102"/>
                </a:lnTo>
                <a:lnTo>
                  <a:pt x="7509" y="102"/>
                </a:lnTo>
                <a:lnTo>
                  <a:pt x="7509" y="103"/>
                </a:lnTo>
                <a:lnTo>
                  <a:pt x="7509" y="104"/>
                </a:lnTo>
                <a:lnTo>
                  <a:pt x="7510" y="105"/>
                </a:lnTo>
                <a:lnTo>
                  <a:pt x="7509" y="106"/>
                </a:lnTo>
                <a:lnTo>
                  <a:pt x="7508" y="107"/>
                </a:lnTo>
                <a:lnTo>
                  <a:pt x="7504" y="109"/>
                </a:lnTo>
                <a:lnTo>
                  <a:pt x="7502" y="109"/>
                </a:lnTo>
                <a:lnTo>
                  <a:pt x="7501" y="109"/>
                </a:lnTo>
                <a:lnTo>
                  <a:pt x="7500" y="110"/>
                </a:lnTo>
                <a:lnTo>
                  <a:pt x="7499" y="110"/>
                </a:lnTo>
                <a:lnTo>
                  <a:pt x="7499" y="111"/>
                </a:lnTo>
                <a:lnTo>
                  <a:pt x="7498" y="113"/>
                </a:lnTo>
                <a:lnTo>
                  <a:pt x="7498" y="115"/>
                </a:lnTo>
                <a:lnTo>
                  <a:pt x="7498" y="116"/>
                </a:lnTo>
                <a:lnTo>
                  <a:pt x="7499" y="117"/>
                </a:lnTo>
                <a:lnTo>
                  <a:pt x="7499" y="118"/>
                </a:lnTo>
                <a:lnTo>
                  <a:pt x="7499" y="119"/>
                </a:lnTo>
                <a:lnTo>
                  <a:pt x="7500" y="121"/>
                </a:lnTo>
                <a:lnTo>
                  <a:pt x="7501" y="121"/>
                </a:lnTo>
                <a:lnTo>
                  <a:pt x="7501" y="122"/>
                </a:lnTo>
                <a:lnTo>
                  <a:pt x="7502" y="123"/>
                </a:lnTo>
                <a:lnTo>
                  <a:pt x="7503" y="123"/>
                </a:lnTo>
                <a:lnTo>
                  <a:pt x="7503" y="124"/>
                </a:lnTo>
                <a:lnTo>
                  <a:pt x="7504" y="124"/>
                </a:lnTo>
                <a:lnTo>
                  <a:pt x="7504" y="125"/>
                </a:lnTo>
                <a:lnTo>
                  <a:pt x="7505" y="125"/>
                </a:lnTo>
                <a:lnTo>
                  <a:pt x="7506" y="125"/>
                </a:lnTo>
                <a:lnTo>
                  <a:pt x="7507" y="127"/>
                </a:lnTo>
                <a:lnTo>
                  <a:pt x="7508" y="127"/>
                </a:lnTo>
                <a:lnTo>
                  <a:pt x="7509" y="128"/>
                </a:lnTo>
                <a:lnTo>
                  <a:pt x="7510" y="128"/>
                </a:lnTo>
                <a:lnTo>
                  <a:pt x="7510" y="127"/>
                </a:lnTo>
                <a:lnTo>
                  <a:pt x="7511" y="127"/>
                </a:lnTo>
                <a:lnTo>
                  <a:pt x="7512" y="126"/>
                </a:lnTo>
                <a:lnTo>
                  <a:pt x="7512" y="124"/>
                </a:lnTo>
                <a:lnTo>
                  <a:pt x="7512" y="123"/>
                </a:lnTo>
                <a:lnTo>
                  <a:pt x="7512" y="121"/>
                </a:lnTo>
                <a:lnTo>
                  <a:pt x="7513" y="121"/>
                </a:lnTo>
                <a:lnTo>
                  <a:pt x="7516" y="122"/>
                </a:lnTo>
                <a:lnTo>
                  <a:pt x="7518" y="123"/>
                </a:lnTo>
                <a:lnTo>
                  <a:pt x="7519" y="123"/>
                </a:lnTo>
                <a:lnTo>
                  <a:pt x="7520" y="124"/>
                </a:lnTo>
                <a:lnTo>
                  <a:pt x="7522" y="125"/>
                </a:lnTo>
                <a:lnTo>
                  <a:pt x="7528" y="127"/>
                </a:lnTo>
                <a:lnTo>
                  <a:pt x="7528" y="128"/>
                </a:lnTo>
                <a:lnTo>
                  <a:pt x="7530" y="129"/>
                </a:lnTo>
                <a:lnTo>
                  <a:pt x="7532" y="130"/>
                </a:lnTo>
                <a:lnTo>
                  <a:pt x="7533" y="131"/>
                </a:lnTo>
                <a:lnTo>
                  <a:pt x="7534" y="132"/>
                </a:lnTo>
                <a:lnTo>
                  <a:pt x="7534" y="133"/>
                </a:lnTo>
                <a:lnTo>
                  <a:pt x="7534" y="135"/>
                </a:lnTo>
                <a:lnTo>
                  <a:pt x="7533" y="136"/>
                </a:lnTo>
                <a:lnTo>
                  <a:pt x="7533" y="137"/>
                </a:lnTo>
                <a:lnTo>
                  <a:pt x="7533" y="138"/>
                </a:lnTo>
                <a:lnTo>
                  <a:pt x="7533" y="139"/>
                </a:lnTo>
                <a:lnTo>
                  <a:pt x="7533" y="140"/>
                </a:lnTo>
                <a:lnTo>
                  <a:pt x="7533" y="142"/>
                </a:lnTo>
                <a:lnTo>
                  <a:pt x="7533" y="143"/>
                </a:lnTo>
                <a:lnTo>
                  <a:pt x="7534" y="144"/>
                </a:lnTo>
                <a:lnTo>
                  <a:pt x="7535" y="144"/>
                </a:lnTo>
                <a:lnTo>
                  <a:pt x="7536" y="144"/>
                </a:lnTo>
                <a:lnTo>
                  <a:pt x="7537" y="144"/>
                </a:lnTo>
                <a:lnTo>
                  <a:pt x="7537" y="143"/>
                </a:lnTo>
                <a:lnTo>
                  <a:pt x="7538" y="143"/>
                </a:lnTo>
                <a:lnTo>
                  <a:pt x="7538" y="142"/>
                </a:lnTo>
                <a:lnTo>
                  <a:pt x="7539" y="142"/>
                </a:lnTo>
                <a:lnTo>
                  <a:pt x="7539" y="141"/>
                </a:lnTo>
                <a:lnTo>
                  <a:pt x="7540" y="141"/>
                </a:lnTo>
                <a:lnTo>
                  <a:pt x="7542" y="141"/>
                </a:lnTo>
                <a:lnTo>
                  <a:pt x="7543" y="141"/>
                </a:lnTo>
                <a:lnTo>
                  <a:pt x="7544" y="141"/>
                </a:lnTo>
                <a:lnTo>
                  <a:pt x="7544" y="142"/>
                </a:lnTo>
                <a:lnTo>
                  <a:pt x="7545" y="143"/>
                </a:lnTo>
                <a:lnTo>
                  <a:pt x="7547" y="144"/>
                </a:lnTo>
                <a:lnTo>
                  <a:pt x="7549" y="146"/>
                </a:lnTo>
                <a:lnTo>
                  <a:pt x="7549" y="147"/>
                </a:lnTo>
                <a:lnTo>
                  <a:pt x="7550" y="147"/>
                </a:lnTo>
                <a:lnTo>
                  <a:pt x="7551" y="148"/>
                </a:lnTo>
                <a:lnTo>
                  <a:pt x="7554" y="150"/>
                </a:lnTo>
                <a:lnTo>
                  <a:pt x="7554" y="151"/>
                </a:lnTo>
                <a:lnTo>
                  <a:pt x="7557" y="153"/>
                </a:lnTo>
                <a:lnTo>
                  <a:pt x="7558" y="156"/>
                </a:lnTo>
                <a:lnTo>
                  <a:pt x="7558" y="157"/>
                </a:lnTo>
                <a:lnTo>
                  <a:pt x="7558" y="160"/>
                </a:lnTo>
                <a:lnTo>
                  <a:pt x="7558" y="161"/>
                </a:lnTo>
                <a:lnTo>
                  <a:pt x="7558" y="162"/>
                </a:lnTo>
                <a:lnTo>
                  <a:pt x="7558" y="163"/>
                </a:lnTo>
                <a:lnTo>
                  <a:pt x="7557" y="163"/>
                </a:lnTo>
                <a:lnTo>
                  <a:pt x="7557" y="164"/>
                </a:lnTo>
                <a:lnTo>
                  <a:pt x="7556" y="164"/>
                </a:lnTo>
                <a:lnTo>
                  <a:pt x="7555" y="165"/>
                </a:lnTo>
                <a:lnTo>
                  <a:pt x="7555" y="166"/>
                </a:lnTo>
                <a:lnTo>
                  <a:pt x="7555" y="167"/>
                </a:lnTo>
                <a:lnTo>
                  <a:pt x="7556" y="167"/>
                </a:lnTo>
                <a:lnTo>
                  <a:pt x="7556" y="168"/>
                </a:lnTo>
                <a:lnTo>
                  <a:pt x="7556" y="169"/>
                </a:lnTo>
                <a:lnTo>
                  <a:pt x="7557" y="170"/>
                </a:lnTo>
                <a:lnTo>
                  <a:pt x="7558" y="171"/>
                </a:lnTo>
                <a:lnTo>
                  <a:pt x="7560" y="172"/>
                </a:lnTo>
                <a:lnTo>
                  <a:pt x="7561" y="172"/>
                </a:lnTo>
                <a:lnTo>
                  <a:pt x="7562" y="172"/>
                </a:lnTo>
                <a:lnTo>
                  <a:pt x="7563" y="171"/>
                </a:lnTo>
                <a:lnTo>
                  <a:pt x="7565" y="171"/>
                </a:lnTo>
                <a:lnTo>
                  <a:pt x="7566" y="170"/>
                </a:lnTo>
                <a:lnTo>
                  <a:pt x="7567" y="170"/>
                </a:lnTo>
                <a:lnTo>
                  <a:pt x="7570" y="170"/>
                </a:lnTo>
                <a:lnTo>
                  <a:pt x="7571" y="170"/>
                </a:lnTo>
                <a:lnTo>
                  <a:pt x="7572" y="170"/>
                </a:lnTo>
                <a:lnTo>
                  <a:pt x="7572" y="171"/>
                </a:lnTo>
                <a:lnTo>
                  <a:pt x="7573" y="172"/>
                </a:lnTo>
                <a:lnTo>
                  <a:pt x="7572" y="173"/>
                </a:lnTo>
                <a:lnTo>
                  <a:pt x="7572" y="174"/>
                </a:lnTo>
                <a:lnTo>
                  <a:pt x="7571" y="174"/>
                </a:lnTo>
                <a:lnTo>
                  <a:pt x="7570" y="174"/>
                </a:lnTo>
                <a:lnTo>
                  <a:pt x="7569" y="174"/>
                </a:lnTo>
                <a:lnTo>
                  <a:pt x="7568" y="175"/>
                </a:lnTo>
                <a:lnTo>
                  <a:pt x="7567" y="176"/>
                </a:lnTo>
                <a:lnTo>
                  <a:pt x="7566" y="177"/>
                </a:lnTo>
                <a:lnTo>
                  <a:pt x="7566" y="178"/>
                </a:lnTo>
                <a:lnTo>
                  <a:pt x="7565" y="178"/>
                </a:lnTo>
                <a:lnTo>
                  <a:pt x="7564" y="179"/>
                </a:lnTo>
                <a:lnTo>
                  <a:pt x="7563" y="179"/>
                </a:lnTo>
                <a:lnTo>
                  <a:pt x="7563" y="180"/>
                </a:lnTo>
                <a:lnTo>
                  <a:pt x="7562" y="180"/>
                </a:lnTo>
                <a:lnTo>
                  <a:pt x="7562" y="181"/>
                </a:lnTo>
                <a:lnTo>
                  <a:pt x="7561" y="181"/>
                </a:lnTo>
                <a:lnTo>
                  <a:pt x="7561" y="182"/>
                </a:lnTo>
                <a:lnTo>
                  <a:pt x="7561" y="183"/>
                </a:lnTo>
                <a:lnTo>
                  <a:pt x="7560" y="184"/>
                </a:lnTo>
                <a:lnTo>
                  <a:pt x="7559" y="185"/>
                </a:lnTo>
                <a:lnTo>
                  <a:pt x="7559" y="186"/>
                </a:lnTo>
                <a:lnTo>
                  <a:pt x="7559" y="187"/>
                </a:lnTo>
                <a:lnTo>
                  <a:pt x="7558" y="187"/>
                </a:lnTo>
                <a:lnTo>
                  <a:pt x="7558" y="188"/>
                </a:lnTo>
                <a:lnTo>
                  <a:pt x="7558" y="190"/>
                </a:lnTo>
                <a:lnTo>
                  <a:pt x="7559" y="191"/>
                </a:lnTo>
                <a:lnTo>
                  <a:pt x="7559" y="192"/>
                </a:lnTo>
                <a:lnTo>
                  <a:pt x="7560" y="192"/>
                </a:lnTo>
                <a:lnTo>
                  <a:pt x="7561" y="192"/>
                </a:lnTo>
                <a:lnTo>
                  <a:pt x="7562" y="193"/>
                </a:lnTo>
                <a:lnTo>
                  <a:pt x="7563" y="193"/>
                </a:lnTo>
                <a:lnTo>
                  <a:pt x="7564" y="193"/>
                </a:lnTo>
                <a:lnTo>
                  <a:pt x="7565" y="193"/>
                </a:lnTo>
                <a:lnTo>
                  <a:pt x="7565" y="194"/>
                </a:lnTo>
                <a:lnTo>
                  <a:pt x="7566" y="194"/>
                </a:lnTo>
                <a:lnTo>
                  <a:pt x="7568" y="194"/>
                </a:lnTo>
                <a:lnTo>
                  <a:pt x="7569" y="194"/>
                </a:lnTo>
                <a:lnTo>
                  <a:pt x="7571" y="193"/>
                </a:lnTo>
                <a:lnTo>
                  <a:pt x="7572" y="193"/>
                </a:lnTo>
                <a:lnTo>
                  <a:pt x="7573" y="193"/>
                </a:lnTo>
                <a:lnTo>
                  <a:pt x="7574" y="194"/>
                </a:lnTo>
                <a:lnTo>
                  <a:pt x="7575" y="194"/>
                </a:lnTo>
                <a:lnTo>
                  <a:pt x="7575" y="195"/>
                </a:lnTo>
                <a:lnTo>
                  <a:pt x="7576" y="195"/>
                </a:lnTo>
                <a:lnTo>
                  <a:pt x="7577" y="195"/>
                </a:lnTo>
                <a:lnTo>
                  <a:pt x="7578" y="195"/>
                </a:lnTo>
                <a:lnTo>
                  <a:pt x="7578" y="196"/>
                </a:lnTo>
                <a:lnTo>
                  <a:pt x="7579" y="196"/>
                </a:lnTo>
                <a:lnTo>
                  <a:pt x="7580" y="196"/>
                </a:lnTo>
                <a:lnTo>
                  <a:pt x="7581" y="196"/>
                </a:lnTo>
                <a:lnTo>
                  <a:pt x="7583" y="196"/>
                </a:lnTo>
                <a:lnTo>
                  <a:pt x="7584" y="195"/>
                </a:lnTo>
                <a:lnTo>
                  <a:pt x="7586" y="195"/>
                </a:lnTo>
                <a:lnTo>
                  <a:pt x="7586" y="196"/>
                </a:lnTo>
                <a:lnTo>
                  <a:pt x="7591" y="197"/>
                </a:lnTo>
                <a:lnTo>
                  <a:pt x="7592" y="198"/>
                </a:lnTo>
                <a:lnTo>
                  <a:pt x="7593" y="198"/>
                </a:lnTo>
                <a:lnTo>
                  <a:pt x="7594" y="198"/>
                </a:lnTo>
                <a:lnTo>
                  <a:pt x="7594" y="199"/>
                </a:lnTo>
                <a:lnTo>
                  <a:pt x="7595" y="199"/>
                </a:lnTo>
                <a:lnTo>
                  <a:pt x="7595" y="200"/>
                </a:lnTo>
                <a:lnTo>
                  <a:pt x="7596" y="200"/>
                </a:lnTo>
                <a:lnTo>
                  <a:pt x="7596" y="201"/>
                </a:lnTo>
                <a:lnTo>
                  <a:pt x="7595" y="204"/>
                </a:lnTo>
                <a:lnTo>
                  <a:pt x="7595" y="205"/>
                </a:lnTo>
                <a:lnTo>
                  <a:pt x="7594" y="205"/>
                </a:lnTo>
                <a:lnTo>
                  <a:pt x="7594" y="206"/>
                </a:lnTo>
                <a:lnTo>
                  <a:pt x="7594" y="207"/>
                </a:lnTo>
                <a:lnTo>
                  <a:pt x="7594" y="208"/>
                </a:lnTo>
                <a:lnTo>
                  <a:pt x="7594" y="209"/>
                </a:lnTo>
                <a:lnTo>
                  <a:pt x="7595" y="210"/>
                </a:lnTo>
                <a:lnTo>
                  <a:pt x="7595" y="211"/>
                </a:lnTo>
                <a:lnTo>
                  <a:pt x="7595" y="212"/>
                </a:lnTo>
                <a:lnTo>
                  <a:pt x="7594" y="212"/>
                </a:lnTo>
                <a:lnTo>
                  <a:pt x="7594" y="213"/>
                </a:lnTo>
                <a:lnTo>
                  <a:pt x="7593" y="213"/>
                </a:lnTo>
                <a:lnTo>
                  <a:pt x="7593" y="215"/>
                </a:lnTo>
                <a:lnTo>
                  <a:pt x="7593" y="216"/>
                </a:lnTo>
                <a:lnTo>
                  <a:pt x="7593" y="217"/>
                </a:lnTo>
                <a:lnTo>
                  <a:pt x="7594" y="218"/>
                </a:lnTo>
                <a:lnTo>
                  <a:pt x="7594" y="219"/>
                </a:lnTo>
                <a:lnTo>
                  <a:pt x="7593" y="219"/>
                </a:lnTo>
                <a:lnTo>
                  <a:pt x="7592" y="219"/>
                </a:lnTo>
                <a:lnTo>
                  <a:pt x="7591" y="219"/>
                </a:lnTo>
                <a:lnTo>
                  <a:pt x="7589" y="219"/>
                </a:lnTo>
                <a:lnTo>
                  <a:pt x="7588" y="219"/>
                </a:lnTo>
                <a:lnTo>
                  <a:pt x="7588" y="220"/>
                </a:lnTo>
                <a:lnTo>
                  <a:pt x="7587" y="220"/>
                </a:lnTo>
                <a:lnTo>
                  <a:pt x="7585" y="222"/>
                </a:lnTo>
                <a:lnTo>
                  <a:pt x="7585" y="223"/>
                </a:lnTo>
                <a:lnTo>
                  <a:pt x="7585" y="225"/>
                </a:lnTo>
                <a:lnTo>
                  <a:pt x="7585" y="226"/>
                </a:lnTo>
                <a:lnTo>
                  <a:pt x="7586" y="227"/>
                </a:lnTo>
                <a:lnTo>
                  <a:pt x="7586" y="228"/>
                </a:lnTo>
                <a:lnTo>
                  <a:pt x="7588" y="229"/>
                </a:lnTo>
                <a:lnTo>
                  <a:pt x="7589" y="229"/>
                </a:lnTo>
                <a:lnTo>
                  <a:pt x="7589" y="230"/>
                </a:lnTo>
                <a:lnTo>
                  <a:pt x="7590" y="231"/>
                </a:lnTo>
                <a:lnTo>
                  <a:pt x="7590" y="232"/>
                </a:lnTo>
                <a:lnTo>
                  <a:pt x="7589" y="233"/>
                </a:lnTo>
                <a:lnTo>
                  <a:pt x="7590" y="236"/>
                </a:lnTo>
                <a:lnTo>
                  <a:pt x="7590" y="237"/>
                </a:lnTo>
                <a:lnTo>
                  <a:pt x="7590" y="238"/>
                </a:lnTo>
                <a:lnTo>
                  <a:pt x="7591" y="239"/>
                </a:lnTo>
                <a:lnTo>
                  <a:pt x="7592" y="239"/>
                </a:lnTo>
                <a:lnTo>
                  <a:pt x="7593" y="240"/>
                </a:lnTo>
                <a:lnTo>
                  <a:pt x="7594" y="240"/>
                </a:lnTo>
                <a:lnTo>
                  <a:pt x="7595" y="240"/>
                </a:lnTo>
                <a:lnTo>
                  <a:pt x="7596" y="240"/>
                </a:lnTo>
                <a:lnTo>
                  <a:pt x="7597" y="241"/>
                </a:lnTo>
                <a:lnTo>
                  <a:pt x="7597" y="242"/>
                </a:lnTo>
                <a:lnTo>
                  <a:pt x="7599" y="245"/>
                </a:lnTo>
                <a:lnTo>
                  <a:pt x="7601" y="246"/>
                </a:lnTo>
                <a:lnTo>
                  <a:pt x="7602" y="247"/>
                </a:lnTo>
                <a:lnTo>
                  <a:pt x="7604" y="249"/>
                </a:lnTo>
                <a:lnTo>
                  <a:pt x="7607" y="252"/>
                </a:lnTo>
                <a:lnTo>
                  <a:pt x="7608" y="255"/>
                </a:lnTo>
                <a:lnTo>
                  <a:pt x="7609" y="256"/>
                </a:lnTo>
                <a:lnTo>
                  <a:pt x="7609" y="257"/>
                </a:lnTo>
                <a:lnTo>
                  <a:pt x="7611" y="258"/>
                </a:lnTo>
                <a:lnTo>
                  <a:pt x="7613" y="260"/>
                </a:lnTo>
                <a:lnTo>
                  <a:pt x="7614" y="262"/>
                </a:lnTo>
                <a:lnTo>
                  <a:pt x="7616" y="263"/>
                </a:lnTo>
                <a:lnTo>
                  <a:pt x="7618" y="266"/>
                </a:lnTo>
                <a:lnTo>
                  <a:pt x="7619" y="267"/>
                </a:lnTo>
                <a:lnTo>
                  <a:pt x="7620" y="267"/>
                </a:lnTo>
                <a:lnTo>
                  <a:pt x="7620" y="268"/>
                </a:lnTo>
                <a:lnTo>
                  <a:pt x="7621" y="268"/>
                </a:lnTo>
                <a:lnTo>
                  <a:pt x="7623" y="268"/>
                </a:lnTo>
                <a:lnTo>
                  <a:pt x="7624" y="268"/>
                </a:lnTo>
                <a:lnTo>
                  <a:pt x="7624" y="269"/>
                </a:lnTo>
                <a:lnTo>
                  <a:pt x="7624" y="270"/>
                </a:lnTo>
                <a:lnTo>
                  <a:pt x="7624" y="271"/>
                </a:lnTo>
                <a:lnTo>
                  <a:pt x="7624" y="272"/>
                </a:lnTo>
                <a:lnTo>
                  <a:pt x="7625" y="273"/>
                </a:lnTo>
                <a:lnTo>
                  <a:pt x="7625" y="274"/>
                </a:lnTo>
                <a:lnTo>
                  <a:pt x="7626" y="274"/>
                </a:lnTo>
                <a:lnTo>
                  <a:pt x="7628" y="274"/>
                </a:lnTo>
                <a:lnTo>
                  <a:pt x="7629" y="274"/>
                </a:lnTo>
                <a:lnTo>
                  <a:pt x="7630" y="273"/>
                </a:lnTo>
                <a:lnTo>
                  <a:pt x="7631" y="273"/>
                </a:lnTo>
                <a:lnTo>
                  <a:pt x="7632" y="273"/>
                </a:lnTo>
                <a:lnTo>
                  <a:pt x="7633" y="273"/>
                </a:lnTo>
                <a:lnTo>
                  <a:pt x="7634" y="275"/>
                </a:lnTo>
                <a:lnTo>
                  <a:pt x="7635" y="276"/>
                </a:lnTo>
                <a:lnTo>
                  <a:pt x="7635" y="278"/>
                </a:lnTo>
                <a:lnTo>
                  <a:pt x="7635" y="279"/>
                </a:lnTo>
                <a:lnTo>
                  <a:pt x="7634" y="280"/>
                </a:lnTo>
                <a:lnTo>
                  <a:pt x="7634" y="281"/>
                </a:lnTo>
                <a:lnTo>
                  <a:pt x="7635" y="282"/>
                </a:lnTo>
                <a:lnTo>
                  <a:pt x="7635" y="283"/>
                </a:lnTo>
                <a:lnTo>
                  <a:pt x="7635" y="284"/>
                </a:lnTo>
                <a:lnTo>
                  <a:pt x="7636" y="285"/>
                </a:lnTo>
                <a:lnTo>
                  <a:pt x="7638" y="287"/>
                </a:lnTo>
                <a:lnTo>
                  <a:pt x="7638" y="288"/>
                </a:lnTo>
                <a:lnTo>
                  <a:pt x="7639" y="290"/>
                </a:lnTo>
                <a:lnTo>
                  <a:pt x="7639" y="291"/>
                </a:lnTo>
                <a:lnTo>
                  <a:pt x="7638" y="293"/>
                </a:lnTo>
                <a:lnTo>
                  <a:pt x="7637" y="293"/>
                </a:lnTo>
                <a:lnTo>
                  <a:pt x="7636" y="294"/>
                </a:lnTo>
                <a:lnTo>
                  <a:pt x="7635" y="295"/>
                </a:lnTo>
                <a:lnTo>
                  <a:pt x="7634" y="296"/>
                </a:lnTo>
                <a:lnTo>
                  <a:pt x="7632" y="298"/>
                </a:lnTo>
                <a:lnTo>
                  <a:pt x="7632" y="299"/>
                </a:lnTo>
                <a:lnTo>
                  <a:pt x="7632" y="300"/>
                </a:lnTo>
                <a:lnTo>
                  <a:pt x="7633" y="300"/>
                </a:lnTo>
                <a:lnTo>
                  <a:pt x="7633" y="301"/>
                </a:lnTo>
                <a:lnTo>
                  <a:pt x="7635" y="303"/>
                </a:lnTo>
                <a:lnTo>
                  <a:pt x="7637" y="304"/>
                </a:lnTo>
                <a:lnTo>
                  <a:pt x="7638" y="304"/>
                </a:lnTo>
                <a:lnTo>
                  <a:pt x="7640" y="305"/>
                </a:lnTo>
                <a:lnTo>
                  <a:pt x="7642" y="305"/>
                </a:lnTo>
                <a:lnTo>
                  <a:pt x="7644" y="305"/>
                </a:lnTo>
                <a:lnTo>
                  <a:pt x="7647" y="305"/>
                </a:lnTo>
                <a:lnTo>
                  <a:pt x="7650" y="306"/>
                </a:lnTo>
                <a:lnTo>
                  <a:pt x="7651" y="306"/>
                </a:lnTo>
                <a:lnTo>
                  <a:pt x="7655" y="307"/>
                </a:lnTo>
                <a:lnTo>
                  <a:pt x="7656" y="308"/>
                </a:lnTo>
                <a:lnTo>
                  <a:pt x="7657" y="308"/>
                </a:lnTo>
                <a:lnTo>
                  <a:pt x="7657" y="309"/>
                </a:lnTo>
                <a:lnTo>
                  <a:pt x="7657" y="310"/>
                </a:lnTo>
                <a:lnTo>
                  <a:pt x="7657" y="311"/>
                </a:lnTo>
                <a:lnTo>
                  <a:pt x="7656" y="311"/>
                </a:lnTo>
                <a:lnTo>
                  <a:pt x="7656" y="312"/>
                </a:lnTo>
                <a:lnTo>
                  <a:pt x="7656" y="313"/>
                </a:lnTo>
                <a:lnTo>
                  <a:pt x="7656" y="314"/>
                </a:lnTo>
                <a:lnTo>
                  <a:pt x="7655" y="315"/>
                </a:lnTo>
                <a:lnTo>
                  <a:pt x="7655" y="316"/>
                </a:lnTo>
                <a:lnTo>
                  <a:pt x="7654" y="316"/>
                </a:lnTo>
                <a:lnTo>
                  <a:pt x="7654" y="317"/>
                </a:lnTo>
                <a:lnTo>
                  <a:pt x="7654" y="318"/>
                </a:lnTo>
                <a:lnTo>
                  <a:pt x="7654" y="319"/>
                </a:lnTo>
                <a:lnTo>
                  <a:pt x="7654" y="320"/>
                </a:lnTo>
                <a:lnTo>
                  <a:pt x="7654" y="321"/>
                </a:lnTo>
                <a:lnTo>
                  <a:pt x="7654" y="322"/>
                </a:lnTo>
                <a:lnTo>
                  <a:pt x="7654" y="323"/>
                </a:lnTo>
                <a:lnTo>
                  <a:pt x="7653" y="324"/>
                </a:lnTo>
                <a:lnTo>
                  <a:pt x="7653" y="325"/>
                </a:lnTo>
                <a:lnTo>
                  <a:pt x="7652" y="326"/>
                </a:lnTo>
                <a:lnTo>
                  <a:pt x="7652" y="327"/>
                </a:lnTo>
                <a:lnTo>
                  <a:pt x="7653" y="327"/>
                </a:lnTo>
                <a:lnTo>
                  <a:pt x="7653" y="328"/>
                </a:lnTo>
                <a:lnTo>
                  <a:pt x="7654" y="329"/>
                </a:lnTo>
                <a:lnTo>
                  <a:pt x="7655" y="329"/>
                </a:lnTo>
                <a:lnTo>
                  <a:pt x="7655" y="330"/>
                </a:lnTo>
                <a:lnTo>
                  <a:pt x="7657" y="331"/>
                </a:lnTo>
                <a:lnTo>
                  <a:pt x="7658" y="331"/>
                </a:lnTo>
                <a:lnTo>
                  <a:pt x="7660" y="331"/>
                </a:lnTo>
                <a:lnTo>
                  <a:pt x="7663" y="331"/>
                </a:lnTo>
                <a:lnTo>
                  <a:pt x="7667" y="331"/>
                </a:lnTo>
                <a:lnTo>
                  <a:pt x="7669" y="330"/>
                </a:lnTo>
                <a:lnTo>
                  <a:pt x="7670" y="330"/>
                </a:lnTo>
                <a:lnTo>
                  <a:pt x="7671" y="332"/>
                </a:lnTo>
                <a:lnTo>
                  <a:pt x="7672" y="333"/>
                </a:lnTo>
                <a:lnTo>
                  <a:pt x="7673" y="334"/>
                </a:lnTo>
                <a:lnTo>
                  <a:pt x="7674" y="337"/>
                </a:lnTo>
                <a:lnTo>
                  <a:pt x="7675" y="339"/>
                </a:lnTo>
                <a:lnTo>
                  <a:pt x="7675" y="340"/>
                </a:lnTo>
                <a:lnTo>
                  <a:pt x="7674" y="341"/>
                </a:lnTo>
                <a:lnTo>
                  <a:pt x="7674" y="343"/>
                </a:lnTo>
                <a:lnTo>
                  <a:pt x="7672" y="344"/>
                </a:lnTo>
                <a:lnTo>
                  <a:pt x="7670" y="344"/>
                </a:lnTo>
                <a:lnTo>
                  <a:pt x="7669" y="344"/>
                </a:lnTo>
                <a:lnTo>
                  <a:pt x="7666" y="344"/>
                </a:lnTo>
                <a:lnTo>
                  <a:pt x="7665" y="344"/>
                </a:lnTo>
                <a:lnTo>
                  <a:pt x="7664" y="345"/>
                </a:lnTo>
                <a:lnTo>
                  <a:pt x="7663" y="346"/>
                </a:lnTo>
                <a:lnTo>
                  <a:pt x="7663" y="347"/>
                </a:lnTo>
                <a:lnTo>
                  <a:pt x="7662" y="348"/>
                </a:lnTo>
                <a:lnTo>
                  <a:pt x="7662" y="350"/>
                </a:lnTo>
                <a:lnTo>
                  <a:pt x="7662" y="352"/>
                </a:lnTo>
                <a:lnTo>
                  <a:pt x="7663" y="355"/>
                </a:lnTo>
                <a:lnTo>
                  <a:pt x="7665" y="358"/>
                </a:lnTo>
                <a:lnTo>
                  <a:pt x="7666" y="359"/>
                </a:lnTo>
                <a:lnTo>
                  <a:pt x="7667" y="360"/>
                </a:lnTo>
                <a:lnTo>
                  <a:pt x="7667" y="361"/>
                </a:lnTo>
                <a:lnTo>
                  <a:pt x="7668" y="361"/>
                </a:lnTo>
                <a:lnTo>
                  <a:pt x="7669" y="362"/>
                </a:lnTo>
                <a:lnTo>
                  <a:pt x="7670" y="362"/>
                </a:lnTo>
                <a:lnTo>
                  <a:pt x="7672" y="363"/>
                </a:lnTo>
                <a:lnTo>
                  <a:pt x="7674" y="363"/>
                </a:lnTo>
                <a:lnTo>
                  <a:pt x="7675" y="363"/>
                </a:lnTo>
                <a:lnTo>
                  <a:pt x="7676" y="363"/>
                </a:lnTo>
                <a:lnTo>
                  <a:pt x="7677" y="362"/>
                </a:lnTo>
                <a:lnTo>
                  <a:pt x="7678" y="361"/>
                </a:lnTo>
                <a:lnTo>
                  <a:pt x="7678" y="359"/>
                </a:lnTo>
                <a:lnTo>
                  <a:pt x="7678" y="358"/>
                </a:lnTo>
                <a:lnTo>
                  <a:pt x="7678" y="357"/>
                </a:lnTo>
                <a:lnTo>
                  <a:pt x="7677" y="355"/>
                </a:lnTo>
                <a:lnTo>
                  <a:pt x="7676" y="355"/>
                </a:lnTo>
                <a:lnTo>
                  <a:pt x="7674" y="354"/>
                </a:lnTo>
                <a:lnTo>
                  <a:pt x="7672" y="353"/>
                </a:lnTo>
                <a:lnTo>
                  <a:pt x="7671" y="352"/>
                </a:lnTo>
                <a:lnTo>
                  <a:pt x="7670" y="351"/>
                </a:lnTo>
                <a:lnTo>
                  <a:pt x="7670" y="350"/>
                </a:lnTo>
                <a:lnTo>
                  <a:pt x="7670" y="349"/>
                </a:lnTo>
                <a:lnTo>
                  <a:pt x="7670" y="348"/>
                </a:lnTo>
                <a:lnTo>
                  <a:pt x="7671" y="348"/>
                </a:lnTo>
                <a:lnTo>
                  <a:pt x="7672" y="348"/>
                </a:lnTo>
                <a:lnTo>
                  <a:pt x="7672" y="347"/>
                </a:lnTo>
                <a:lnTo>
                  <a:pt x="7673" y="347"/>
                </a:lnTo>
                <a:lnTo>
                  <a:pt x="7675" y="346"/>
                </a:lnTo>
                <a:lnTo>
                  <a:pt x="7677" y="344"/>
                </a:lnTo>
                <a:lnTo>
                  <a:pt x="7680" y="343"/>
                </a:lnTo>
                <a:lnTo>
                  <a:pt x="7681" y="343"/>
                </a:lnTo>
                <a:lnTo>
                  <a:pt x="7683" y="343"/>
                </a:lnTo>
                <a:lnTo>
                  <a:pt x="7683" y="344"/>
                </a:lnTo>
                <a:lnTo>
                  <a:pt x="7684" y="345"/>
                </a:lnTo>
                <a:lnTo>
                  <a:pt x="7684" y="346"/>
                </a:lnTo>
                <a:lnTo>
                  <a:pt x="7684" y="347"/>
                </a:lnTo>
                <a:lnTo>
                  <a:pt x="7684" y="349"/>
                </a:lnTo>
                <a:lnTo>
                  <a:pt x="7684" y="351"/>
                </a:lnTo>
                <a:lnTo>
                  <a:pt x="7683" y="353"/>
                </a:lnTo>
                <a:lnTo>
                  <a:pt x="7683" y="354"/>
                </a:lnTo>
                <a:lnTo>
                  <a:pt x="7682" y="357"/>
                </a:lnTo>
                <a:lnTo>
                  <a:pt x="7681" y="359"/>
                </a:lnTo>
                <a:lnTo>
                  <a:pt x="7680" y="360"/>
                </a:lnTo>
                <a:lnTo>
                  <a:pt x="7680" y="362"/>
                </a:lnTo>
                <a:lnTo>
                  <a:pt x="7679" y="364"/>
                </a:lnTo>
                <a:lnTo>
                  <a:pt x="7679" y="365"/>
                </a:lnTo>
                <a:lnTo>
                  <a:pt x="7678" y="368"/>
                </a:lnTo>
                <a:lnTo>
                  <a:pt x="7678" y="370"/>
                </a:lnTo>
                <a:lnTo>
                  <a:pt x="7678" y="371"/>
                </a:lnTo>
                <a:lnTo>
                  <a:pt x="7679" y="372"/>
                </a:lnTo>
                <a:lnTo>
                  <a:pt x="7679" y="373"/>
                </a:lnTo>
                <a:lnTo>
                  <a:pt x="7680" y="375"/>
                </a:lnTo>
                <a:lnTo>
                  <a:pt x="7682" y="379"/>
                </a:lnTo>
                <a:lnTo>
                  <a:pt x="7683" y="381"/>
                </a:lnTo>
                <a:lnTo>
                  <a:pt x="7684" y="384"/>
                </a:lnTo>
                <a:lnTo>
                  <a:pt x="7685" y="388"/>
                </a:lnTo>
                <a:lnTo>
                  <a:pt x="7686" y="390"/>
                </a:lnTo>
                <a:lnTo>
                  <a:pt x="7686" y="392"/>
                </a:lnTo>
                <a:lnTo>
                  <a:pt x="7686" y="394"/>
                </a:lnTo>
                <a:lnTo>
                  <a:pt x="7687" y="397"/>
                </a:lnTo>
                <a:lnTo>
                  <a:pt x="7687" y="398"/>
                </a:lnTo>
                <a:lnTo>
                  <a:pt x="7688" y="398"/>
                </a:lnTo>
                <a:lnTo>
                  <a:pt x="7689" y="398"/>
                </a:lnTo>
                <a:lnTo>
                  <a:pt x="7690" y="399"/>
                </a:lnTo>
                <a:lnTo>
                  <a:pt x="7691" y="399"/>
                </a:lnTo>
                <a:lnTo>
                  <a:pt x="7692" y="400"/>
                </a:lnTo>
                <a:lnTo>
                  <a:pt x="7695" y="401"/>
                </a:lnTo>
                <a:lnTo>
                  <a:pt x="7698" y="404"/>
                </a:lnTo>
                <a:lnTo>
                  <a:pt x="7701" y="406"/>
                </a:lnTo>
                <a:lnTo>
                  <a:pt x="7702" y="407"/>
                </a:lnTo>
                <a:lnTo>
                  <a:pt x="7704" y="409"/>
                </a:lnTo>
                <a:lnTo>
                  <a:pt x="7705" y="411"/>
                </a:lnTo>
                <a:lnTo>
                  <a:pt x="7706" y="412"/>
                </a:lnTo>
                <a:lnTo>
                  <a:pt x="7707" y="412"/>
                </a:lnTo>
                <a:lnTo>
                  <a:pt x="7707" y="413"/>
                </a:lnTo>
                <a:lnTo>
                  <a:pt x="7708" y="413"/>
                </a:lnTo>
                <a:lnTo>
                  <a:pt x="7709" y="413"/>
                </a:lnTo>
                <a:lnTo>
                  <a:pt x="7711" y="414"/>
                </a:lnTo>
                <a:lnTo>
                  <a:pt x="7714" y="415"/>
                </a:lnTo>
                <a:lnTo>
                  <a:pt x="7717" y="416"/>
                </a:lnTo>
                <a:lnTo>
                  <a:pt x="7719" y="418"/>
                </a:lnTo>
                <a:lnTo>
                  <a:pt x="7721" y="419"/>
                </a:lnTo>
                <a:lnTo>
                  <a:pt x="7721" y="420"/>
                </a:lnTo>
                <a:lnTo>
                  <a:pt x="7722" y="420"/>
                </a:lnTo>
                <a:lnTo>
                  <a:pt x="7722" y="421"/>
                </a:lnTo>
                <a:lnTo>
                  <a:pt x="7723" y="421"/>
                </a:lnTo>
                <a:lnTo>
                  <a:pt x="7723" y="422"/>
                </a:lnTo>
                <a:lnTo>
                  <a:pt x="7724" y="423"/>
                </a:lnTo>
                <a:lnTo>
                  <a:pt x="7725" y="424"/>
                </a:lnTo>
                <a:lnTo>
                  <a:pt x="7728" y="427"/>
                </a:lnTo>
                <a:lnTo>
                  <a:pt x="7731" y="431"/>
                </a:lnTo>
                <a:lnTo>
                  <a:pt x="7733" y="435"/>
                </a:lnTo>
                <a:lnTo>
                  <a:pt x="7736" y="439"/>
                </a:lnTo>
                <a:lnTo>
                  <a:pt x="7739" y="442"/>
                </a:lnTo>
                <a:lnTo>
                  <a:pt x="7741" y="444"/>
                </a:lnTo>
                <a:lnTo>
                  <a:pt x="7742" y="445"/>
                </a:lnTo>
                <a:lnTo>
                  <a:pt x="7743" y="446"/>
                </a:lnTo>
                <a:lnTo>
                  <a:pt x="7744" y="446"/>
                </a:lnTo>
                <a:lnTo>
                  <a:pt x="7745" y="446"/>
                </a:lnTo>
                <a:lnTo>
                  <a:pt x="7746" y="446"/>
                </a:lnTo>
                <a:lnTo>
                  <a:pt x="7747" y="446"/>
                </a:lnTo>
                <a:lnTo>
                  <a:pt x="7748" y="446"/>
                </a:lnTo>
                <a:lnTo>
                  <a:pt x="7750" y="447"/>
                </a:lnTo>
                <a:lnTo>
                  <a:pt x="7750" y="448"/>
                </a:lnTo>
                <a:lnTo>
                  <a:pt x="7751" y="449"/>
                </a:lnTo>
                <a:lnTo>
                  <a:pt x="7751" y="450"/>
                </a:lnTo>
                <a:lnTo>
                  <a:pt x="7751" y="452"/>
                </a:lnTo>
                <a:lnTo>
                  <a:pt x="7750" y="454"/>
                </a:lnTo>
                <a:lnTo>
                  <a:pt x="7750" y="455"/>
                </a:lnTo>
                <a:lnTo>
                  <a:pt x="7750" y="457"/>
                </a:lnTo>
                <a:lnTo>
                  <a:pt x="7750" y="459"/>
                </a:lnTo>
                <a:lnTo>
                  <a:pt x="7751" y="461"/>
                </a:lnTo>
                <a:lnTo>
                  <a:pt x="7752" y="464"/>
                </a:lnTo>
                <a:lnTo>
                  <a:pt x="7753" y="465"/>
                </a:lnTo>
                <a:lnTo>
                  <a:pt x="7756" y="467"/>
                </a:lnTo>
                <a:lnTo>
                  <a:pt x="7757" y="469"/>
                </a:lnTo>
                <a:lnTo>
                  <a:pt x="7759" y="470"/>
                </a:lnTo>
                <a:lnTo>
                  <a:pt x="7760" y="471"/>
                </a:lnTo>
                <a:lnTo>
                  <a:pt x="7762" y="473"/>
                </a:lnTo>
                <a:lnTo>
                  <a:pt x="7763" y="475"/>
                </a:lnTo>
                <a:lnTo>
                  <a:pt x="7766" y="478"/>
                </a:lnTo>
                <a:lnTo>
                  <a:pt x="7766" y="479"/>
                </a:lnTo>
                <a:lnTo>
                  <a:pt x="7767" y="479"/>
                </a:lnTo>
                <a:lnTo>
                  <a:pt x="7766" y="481"/>
                </a:lnTo>
                <a:lnTo>
                  <a:pt x="7766" y="483"/>
                </a:lnTo>
                <a:lnTo>
                  <a:pt x="7767" y="485"/>
                </a:lnTo>
                <a:lnTo>
                  <a:pt x="7767" y="486"/>
                </a:lnTo>
                <a:lnTo>
                  <a:pt x="7766" y="487"/>
                </a:lnTo>
                <a:lnTo>
                  <a:pt x="7763" y="489"/>
                </a:lnTo>
                <a:lnTo>
                  <a:pt x="7762" y="491"/>
                </a:lnTo>
                <a:lnTo>
                  <a:pt x="7762" y="492"/>
                </a:lnTo>
                <a:lnTo>
                  <a:pt x="7762" y="496"/>
                </a:lnTo>
                <a:lnTo>
                  <a:pt x="7762" y="499"/>
                </a:lnTo>
                <a:lnTo>
                  <a:pt x="7761" y="500"/>
                </a:lnTo>
                <a:lnTo>
                  <a:pt x="7761" y="501"/>
                </a:lnTo>
                <a:lnTo>
                  <a:pt x="7761" y="502"/>
                </a:lnTo>
                <a:lnTo>
                  <a:pt x="7762" y="504"/>
                </a:lnTo>
                <a:lnTo>
                  <a:pt x="7764" y="505"/>
                </a:lnTo>
                <a:lnTo>
                  <a:pt x="7766" y="506"/>
                </a:lnTo>
                <a:lnTo>
                  <a:pt x="7767" y="506"/>
                </a:lnTo>
                <a:lnTo>
                  <a:pt x="7768" y="506"/>
                </a:lnTo>
                <a:lnTo>
                  <a:pt x="7768" y="505"/>
                </a:lnTo>
                <a:lnTo>
                  <a:pt x="7769" y="505"/>
                </a:lnTo>
                <a:lnTo>
                  <a:pt x="7770" y="505"/>
                </a:lnTo>
                <a:lnTo>
                  <a:pt x="7771" y="506"/>
                </a:lnTo>
                <a:lnTo>
                  <a:pt x="7772" y="507"/>
                </a:lnTo>
                <a:lnTo>
                  <a:pt x="7773" y="508"/>
                </a:lnTo>
                <a:lnTo>
                  <a:pt x="7773" y="509"/>
                </a:lnTo>
                <a:lnTo>
                  <a:pt x="7773" y="511"/>
                </a:lnTo>
                <a:lnTo>
                  <a:pt x="7774" y="512"/>
                </a:lnTo>
                <a:lnTo>
                  <a:pt x="7774" y="513"/>
                </a:lnTo>
                <a:lnTo>
                  <a:pt x="7774" y="515"/>
                </a:lnTo>
                <a:lnTo>
                  <a:pt x="7774" y="517"/>
                </a:lnTo>
                <a:lnTo>
                  <a:pt x="7773" y="517"/>
                </a:lnTo>
                <a:lnTo>
                  <a:pt x="7773" y="518"/>
                </a:lnTo>
                <a:lnTo>
                  <a:pt x="7773" y="519"/>
                </a:lnTo>
                <a:lnTo>
                  <a:pt x="7772" y="521"/>
                </a:lnTo>
                <a:lnTo>
                  <a:pt x="7772" y="522"/>
                </a:lnTo>
                <a:lnTo>
                  <a:pt x="7771" y="522"/>
                </a:lnTo>
                <a:lnTo>
                  <a:pt x="7771" y="524"/>
                </a:lnTo>
                <a:lnTo>
                  <a:pt x="7772" y="526"/>
                </a:lnTo>
                <a:lnTo>
                  <a:pt x="7772" y="527"/>
                </a:lnTo>
                <a:lnTo>
                  <a:pt x="7773" y="528"/>
                </a:lnTo>
                <a:lnTo>
                  <a:pt x="7774" y="530"/>
                </a:lnTo>
                <a:lnTo>
                  <a:pt x="7775" y="530"/>
                </a:lnTo>
                <a:lnTo>
                  <a:pt x="7776" y="531"/>
                </a:lnTo>
                <a:lnTo>
                  <a:pt x="7778" y="533"/>
                </a:lnTo>
                <a:lnTo>
                  <a:pt x="7780" y="535"/>
                </a:lnTo>
                <a:lnTo>
                  <a:pt x="7782" y="536"/>
                </a:lnTo>
                <a:lnTo>
                  <a:pt x="7784" y="536"/>
                </a:lnTo>
                <a:lnTo>
                  <a:pt x="7787" y="536"/>
                </a:lnTo>
                <a:lnTo>
                  <a:pt x="7789" y="536"/>
                </a:lnTo>
                <a:lnTo>
                  <a:pt x="7791" y="537"/>
                </a:lnTo>
                <a:lnTo>
                  <a:pt x="7792" y="537"/>
                </a:lnTo>
                <a:lnTo>
                  <a:pt x="7793" y="537"/>
                </a:lnTo>
                <a:lnTo>
                  <a:pt x="7794" y="537"/>
                </a:lnTo>
                <a:lnTo>
                  <a:pt x="7795" y="538"/>
                </a:lnTo>
                <a:lnTo>
                  <a:pt x="7796" y="538"/>
                </a:lnTo>
                <a:lnTo>
                  <a:pt x="7799" y="538"/>
                </a:lnTo>
                <a:lnTo>
                  <a:pt x="7801" y="538"/>
                </a:lnTo>
                <a:lnTo>
                  <a:pt x="7804" y="538"/>
                </a:lnTo>
                <a:lnTo>
                  <a:pt x="7807" y="538"/>
                </a:lnTo>
                <a:lnTo>
                  <a:pt x="7808" y="539"/>
                </a:lnTo>
                <a:lnTo>
                  <a:pt x="7811" y="538"/>
                </a:lnTo>
                <a:lnTo>
                  <a:pt x="7812" y="539"/>
                </a:lnTo>
                <a:lnTo>
                  <a:pt x="7813" y="540"/>
                </a:lnTo>
                <a:lnTo>
                  <a:pt x="7814" y="542"/>
                </a:lnTo>
                <a:lnTo>
                  <a:pt x="7814" y="543"/>
                </a:lnTo>
                <a:lnTo>
                  <a:pt x="7815" y="549"/>
                </a:lnTo>
                <a:lnTo>
                  <a:pt x="7815" y="551"/>
                </a:lnTo>
                <a:lnTo>
                  <a:pt x="7815" y="554"/>
                </a:lnTo>
                <a:lnTo>
                  <a:pt x="7815" y="556"/>
                </a:lnTo>
                <a:lnTo>
                  <a:pt x="7814" y="559"/>
                </a:lnTo>
                <a:lnTo>
                  <a:pt x="7813" y="562"/>
                </a:lnTo>
                <a:lnTo>
                  <a:pt x="7811" y="566"/>
                </a:lnTo>
                <a:lnTo>
                  <a:pt x="7810" y="567"/>
                </a:lnTo>
                <a:lnTo>
                  <a:pt x="7810" y="568"/>
                </a:lnTo>
                <a:lnTo>
                  <a:pt x="7808" y="572"/>
                </a:lnTo>
                <a:lnTo>
                  <a:pt x="7808" y="575"/>
                </a:lnTo>
                <a:lnTo>
                  <a:pt x="7808" y="577"/>
                </a:lnTo>
                <a:lnTo>
                  <a:pt x="7808" y="582"/>
                </a:lnTo>
                <a:lnTo>
                  <a:pt x="7808" y="586"/>
                </a:lnTo>
                <a:lnTo>
                  <a:pt x="7808" y="589"/>
                </a:lnTo>
                <a:lnTo>
                  <a:pt x="7809" y="591"/>
                </a:lnTo>
                <a:lnTo>
                  <a:pt x="7810" y="591"/>
                </a:lnTo>
                <a:lnTo>
                  <a:pt x="7811" y="593"/>
                </a:lnTo>
                <a:lnTo>
                  <a:pt x="7814" y="595"/>
                </a:lnTo>
                <a:lnTo>
                  <a:pt x="7816" y="598"/>
                </a:lnTo>
                <a:lnTo>
                  <a:pt x="7817" y="598"/>
                </a:lnTo>
                <a:lnTo>
                  <a:pt x="7818" y="599"/>
                </a:lnTo>
                <a:lnTo>
                  <a:pt x="7818" y="600"/>
                </a:lnTo>
                <a:lnTo>
                  <a:pt x="7819" y="602"/>
                </a:lnTo>
                <a:lnTo>
                  <a:pt x="7819" y="604"/>
                </a:lnTo>
                <a:lnTo>
                  <a:pt x="7819" y="608"/>
                </a:lnTo>
                <a:lnTo>
                  <a:pt x="7819" y="612"/>
                </a:lnTo>
                <a:lnTo>
                  <a:pt x="7819" y="616"/>
                </a:lnTo>
                <a:lnTo>
                  <a:pt x="7820" y="617"/>
                </a:lnTo>
                <a:lnTo>
                  <a:pt x="7820" y="619"/>
                </a:lnTo>
                <a:lnTo>
                  <a:pt x="7821" y="622"/>
                </a:lnTo>
                <a:lnTo>
                  <a:pt x="7822" y="623"/>
                </a:lnTo>
                <a:lnTo>
                  <a:pt x="7824" y="625"/>
                </a:lnTo>
                <a:lnTo>
                  <a:pt x="7826" y="627"/>
                </a:lnTo>
                <a:lnTo>
                  <a:pt x="7828" y="628"/>
                </a:lnTo>
                <a:lnTo>
                  <a:pt x="7830" y="628"/>
                </a:lnTo>
                <a:lnTo>
                  <a:pt x="7833" y="628"/>
                </a:lnTo>
                <a:lnTo>
                  <a:pt x="7836" y="628"/>
                </a:lnTo>
                <a:lnTo>
                  <a:pt x="7839" y="628"/>
                </a:lnTo>
                <a:lnTo>
                  <a:pt x="7840" y="628"/>
                </a:lnTo>
                <a:lnTo>
                  <a:pt x="7841" y="628"/>
                </a:lnTo>
                <a:lnTo>
                  <a:pt x="7842" y="629"/>
                </a:lnTo>
                <a:lnTo>
                  <a:pt x="7843" y="630"/>
                </a:lnTo>
                <a:lnTo>
                  <a:pt x="7843" y="632"/>
                </a:lnTo>
                <a:lnTo>
                  <a:pt x="7844" y="635"/>
                </a:lnTo>
                <a:lnTo>
                  <a:pt x="7845" y="637"/>
                </a:lnTo>
                <a:lnTo>
                  <a:pt x="7846" y="641"/>
                </a:lnTo>
                <a:lnTo>
                  <a:pt x="7847" y="643"/>
                </a:lnTo>
                <a:lnTo>
                  <a:pt x="7848" y="645"/>
                </a:lnTo>
                <a:lnTo>
                  <a:pt x="7848" y="646"/>
                </a:lnTo>
                <a:lnTo>
                  <a:pt x="7850" y="647"/>
                </a:lnTo>
                <a:lnTo>
                  <a:pt x="7852" y="649"/>
                </a:lnTo>
                <a:lnTo>
                  <a:pt x="7855" y="650"/>
                </a:lnTo>
                <a:lnTo>
                  <a:pt x="7855" y="651"/>
                </a:lnTo>
                <a:lnTo>
                  <a:pt x="7858" y="651"/>
                </a:lnTo>
                <a:lnTo>
                  <a:pt x="7861" y="652"/>
                </a:lnTo>
                <a:lnTo>
                  <a:pt x="7862" y="653"/>
                </a:lnTo>
                <a:lnTo>
                  <a:pt x="7863" y="653"/>
                </a:lnTo>
                <a:lnTo>
                  <a:pt x="7864" y="654"/>
                </a:lnTo>
                <a:lnTo>
                  <a:pt x="7865" y="655"/>
                </a:lnTo>
                <a:lnTo>
                  <a:pt x="7867" y="658"/>
                </a:lnTo>
                <a:lnTo>
                  <a:pt x="7868" y="659"/>
                </a:lnTo>
                <a:lnTo>
                  <a:pt x="7869" y="660"/>
                </a:lnTo>
                <a:lnTo>
                  <a:pt x="7870" y="660"/>
                </a:lnTo>
                <a:lnTo>
                  <a:pt x="7871" y="660"/>
                </a:lnTo>
                <a:lnTo>
                  <a:pt x="7872" y="659"/>
                </a:lnTo>
                <a:lnTo>
                  <a:pt x="7874" y="659"/>
                </a:lnTo>
                <a:lnTo>
                  <a:pt x="7875" y="659"/>
                </a:lnTo>
                <a:lnTo>
                  <a:pt x="7876" y="659"/>
                </a:lnTo>
                <a:lnTo>
                  <a:pt x="7877" y="659"/>
                </a:lnTo>
                <a:lnTo>
                  <a:pt x="7879" y="660"/>
                </a:lnTo>
                <a:lnTo>
                  <a:pt x="7881" y="660"/>
                </a:lnTo>
                <a:lnTo>
                  <a:pt x="7882" y="660"/>
                </a:lnTo>
                <a:lnTo>
                  <a:pt x="7883" y="659"/>
                </a:lnTo>
                <a:lnTo>
                  <a:pt x="7884" y="658"/>
                </a:lnTo>
                <a:lnTo>
                  <a:pt x="7884" y="657"/>
                </a:lnTo>
                <a:lnTo>
                  <a:pt x="7885" y="656"/>
                </a:lnTo>
                <a:lnTo>
                  <a:pt x="7887" y="655"/>
                </a:lnTo>
                <a:lnTo>
                  <a:pt x="7887" y="654"/>
                </a:lnTo>
                <a:lnTo>
                  <a:pt x="7888" y="654"/>
                </a:lnTo>
                <a:lnTo>
                  <a:pt x="7889" y="654"/>
                </a:lnTo>
                <a:lnTo>
                  <a:pt x="7891" y="655"/>
                </a:lnTo>
                <a:lnTo>
                  <a:pt x="7892" y="655"/>
                </a:lnTo>
                <a:lnTo>
                  <a:pt x="7893" y="655"/>
                </a:lnTo>
                <a:lnTo>
                  <a:pt x="7895" y="655"/>
                </a:lnTo>
                <a:lnTo>
                  <a:pt x="7896" y="656"/>
                </a:lnTo>
                <a:lnTo>
                  <a:pt x="7898" y="657"/>
                </a:lnTo>
                <a:lnTo>
                  <a:pt x="7900" y="658"/>
                </a:lnTo>
                <a:lnTo>
                  <a:pt x="7902" y="658"/>
                </a:lnTo>
                <a:lnTo>
                  <a:pt x="7904" y="659"/>
                </a:lnTo>
                <a:lnTo>
                  <a:pt x="7907" y="659"/>
                </a:lnTo>
                <a:lnTo>
                  <a:pt x="7908" y="659"/>
                </a:lnTo>
                <a:lnTo>
                  <a:pt x="7909" y="659"/>
                </a:lnTo>
                <a:lnTo>
                  <a:pt x="7911" y="658"/>
                </a:lnTo>
                <a:lnTo>
                  <a:pt x="7912" y="658"/>
                </a:lnTo>
                <a:lnTo>
                  <a:pt x="7917" y="659"/>
                </a:lnTo>
                <a:lnTo>
                  <a:pt x="7920" y="659"/>
                </a:lnTo>
                <a:lnTo>
                  <a:pt x="7922" y="658"/>
                </a:lnTo>
                <a:lnTo>
                  <a:pt x="7923" y="657"/>
                </a:lnTo>
                <a:lnTo>
                  <a:pt x="7924" y="656"/>
                </a:lnTo>
                <a:lnTo>
                  <a:pt x="7925" y="654"/>
                </a:lnTo>
                <a:lnTo>
                  <a:pt x="7926" y="652"/>
                </a:lnTo>
                <a:lnTo>
                  <a:pt x="7928" y="651"/>
                </a:lnTo>
                <a:lnTo>
                  <a:pt x="7930" y="650"/>
                </a:lnTo>
                <a:lnTo>
                  <a:pt x="7931" y="650"/>
                </a:lnTo>
                <a:lnTo>
                  <a:pt x="7933" y="650"/>
                </a:lnTo>
                <a:lnTo>
                  <a:pt x="7934" y="651"/>
                </a:lnTo>
                <a:lnTo>
                  <a:pt x="7936" y="652"/>
                </a:lnTo>
                <a:lnTo>
                  <a:pt x="7938" y="653"/>
                </a:lnTo>
                <a:lnTo>
                  <a:pt x="7939" y="653"/>
                </a:lnTo>
                <a:lnTo>
                  <a:pt x="7940" y="653"/>
                </a:lnTo>
                <a:lnTo>
                  <a:pt x="7940" y="652"/>
                </a:lnTo>
                <a:lnTo>
                  <a:pt x="7942" y="651"/>
                </a:lnTo>
                <a:lnTo>
                  <a:pt x="7943" y="649"/>
                </a:lnTo>
                <a:lnTo>
                  <a:pt x="7943" y="647"/>
                </a:lnTo>
                <a:lnTo>
                  <a:pt x="7943" y="646"/>
                </a:lnTo>
                <a:lnTo>
                  <a:pt x="7942" y="645"/>
                </a:lnTo>
                <a:lnTo>
                  <a:pt x="7942" y="644"/>
                </a:lnTo>
                <a:lnTo>
                  <a:pt x="7942" y="643"/>
                </a:lnTo>
                <a:lnTo>
                  <a:pt x="7943" y="643"/>
                </a:lnTo>
                <a:lnTo>
                  <a:pt x="7946" y="641"/>
                </a:lnTo>
                <a:lnTo>
                  <a:pt x="7949" y="641"/>
                </a:lnTo>
                <a:lnTo>
                  <a:pt x="7952" y="640"/>
                </a:lnTo>
                <a:lnTo>
                  <a:pt x="7955" y="640"/>
                </a:lnTo>
                <a:lnTo>
                  <a:pt x="7958" y="638"/>
                </a:lnTo>
                <a:lnTo>
                  <a:pt x="7961" y="636"/>
                </a:lnTo>
                <a:lnTo>
                  <a:pt x="7961" y="635"/>
                </a:lnTo>
                <a:lnTo>
                  <a:pt x="7962" y="635"/>
                </a:lnTo>
                <a:lnTo>
                  <a:pt x="7963" y="635"/>
                </a:lnTo>
                <a:lnTo>
                  <a:pt x="7964" y="634"/>
                </a:lnTo>
                <a:lnTo>
                  <a:pt x="7966" y="634"/>
                </a:lnTo>
                <a:lnTo>
                  <a:pt x="7969" y="634"/>
                </a:lnTo>
                <a:lnTo>
                  <a:pt x="7972" y="635"/>
                </a:lnTo>
                <a:lnTo>
                  <a:pt x="7974" y="635"/>
                </a:lnTo>
                <a:lnTo>
                  <a:pt x="7979" y="636"/>
                </a:lnTo>
                <a:lnTo>
                  <a:pt x="7982" y="636"/>
                </a:lnTo>
                <a:lnTo>
                  <a:pt x="7985" y="636"/>
                </a:lnTo>
                <a:lnTo>
                  <a:pt x="7987" y="636"/>
                </a:lnTo>
                <a:lnTo>
                  <a:pt x="7989" y="637"/>
                </a:lnTo>
                <a:lnTo>
                  <a:pt x="7990" y="636"/>
                </a:lnTo>
                <a:lnTo>
                  <a:pt x="7990" y="635"/>
                </a:lnTo>
                <a:lnTo>
                  <a:pt x="7990" y="634"/>
                </a:lnTo>
                <a:lnTo>
                  <a:pt x="7990" y="633"/>
                </a:lnTo>
                <a:lnTo>
                  <a:pt x="7990" y="632"/>
                </a:lnTo>
                <a:lnTo>
                  <a:pt x="7990" y="631"/>
                </a:lnTo>
                <a:lnTo>
                  <a:pt x="7990" y="630"/>
                </a:lnTo>
                <a:lnTo>
                  <a:pt x="7991" y="629"/>
                </a:lnTo>
                <a:lnTo>
                  <a:pt x="7992" y="629"/>
                </a:lnTo>
                <a:lnTo>
                  <a:pt x="7993" y="629"/>
                </a:lnTo>
                <a:lnTo>
                  <a:pt x="7994" y="630"/>
                </a:lnTo>
                <a:lnTo>
                  <a:pt x="7997" y="630"/>
                </a:lnTo>
                <a:lnTo>
                  <a:pt x="7999" y="631"/>
                </a:lnTo>
                <a:lnTo>
                  <a:pt x="8001" y="634"/>
                </a:lnTo>
                <a:lnTo>
                  <a:pt x="8001" y="637"/>
                </a:lnTo>
                <a:lnTo>
                  <a:pt x="8000" y="637"/>
                </a:lnTo>
                <a:lnTo>
                  <a:pt x="8000" y="638"/>
                </a:lnTo>
                <a:lnTo>
                  <a:pt x="7999" y="640"/>
                </a:lnTo>
                <a:lnTo>
                  <a:pt x="7998" y="641"/>
                </a:lnTo>
                <a:lnTo>
                  <a:pt x="7996" y="644"/>
                </a:lnTo>
                <a:lnTo>
                  <a:pt x="7996" y="645"/>
                </a:lnTo>
                <a:lnTo>
                  <a:pt x="7995" y="647"/>
                </a:lnTo>
                <a:lnTo>
                  <a:pt x="7996" y="647"/>
                </a:lnTo>
                <a:lnTo>
                  <a:pt x="7996" y="649"/>
                </a:lnTo>
                <a:lnTo>
                  <a:pt x="7996" y="650"/>
                </a:lnTo>
                <a:lnTo>
                  <a:pt x="7997" y="652"/>
                </a:lnTo>
                <a:lnTo>
                  <a:pt x="7998" y="652"/>
                </a:lnTo>
                <a:lnTo>
                  <a:pt x="7999" y="653"/>
                </a:lnTo>
                <a:lnTo>
                  <a:pt x="8001" y="653"/>
                </a:lnTo>
                <a:lnTo>
                  <a:pt x="8003" y="652"/>
                </a:lnTo>
                <a:lnTo>
                  <a:pt x="8004" y="652"/>
                </a:lnTo>
                <a:lnTo>
                  <a:pt x="8005" y="651"/>
                </a:lnTo>
                <a:lnTo>
                  <a:pt x="8005" y="650"/>
                </a:lnTo>
                <a:lnTo>
                  <a:pt x="8007" y="649"/>
                </a:lnTo>
                <a:lnTo>
                  <a:pt x="8009" y="647"/>
                </a:lnTo>
                <a:lnTo>
                  <a:pt x="8011" y="647"/>
                </a:lnTo>
                <a:lnTo>
                  <a:pt x="8011" y="646"/>
                </a:lnTo>
                <a:lnTo>
                  <a:pt x="8013" y="646"/>
                </a:lnTo>
                <a:lnTo>
                  <a:pt x="8015" y="646"/>
                </a:lnTo>
                <a:lnTo>
                  <a:pt x="8018" y="647"/>
                </a:lnTo>
                <a:lnTo>
                  <a:pt x="8020" y="649"/>
                </a:lnTo>
                <a:lnTo>
                  <a:pt x="8022" y="649"/>
                </a:lnTo>
                <a:lnTo>
                  <a:pt x="8024" y="650"/>
                </a:lnTo>
                <a:lnTo>
                  <a:pt x="8026" y="649"/>
                </a:lnTo>
                <a:lnTo>
                  <a:pt x="8027" y="649"/>
                </a:lnTo>
                <a:lnTo>
                  <a:pt x="8029" y="649"/>
                </a:lnTo>
                <a:lnTo>
                  <a:pt x="8031" y="648"/>
                </a:lnTo>
                <a:lnTo>
                  <a:pt x="8033" y="649"/>
                </a:lnTo>
                <a:lnTo>
                  <a:pt x="8035" y="651"/>
                </a:lnTo>
                <a:lnTo>
                  <a:pt x="8036" y="652"/>
                </a:lnTo>
                <a:lnTo>
                  <a:pt x="8038" y="655"/>
                </a:lnTo>
                <a:lnTo>
                  <a:pt x="8040" y="660"/>
                </a:lnTo>
                <a:lnTo>
                  <a:pt x="8041" y="661"/>
                </a:lnTo>
                <a:lnTo>
                  <a:pt x="8041" y="662"/>
                </a:lnTo>
                <a:lnTo>
                  <a:pt x="8042" y="663"/>
                </a:lnTo>
                <a:lnTo>
                  <a:pt x="8044" y="664"/>
                </a:lnTo>
                <a:lnTo>
                  <a:pt x="8046" y="665"/>
                </a:lnTo>
                <a:lnTo>
                  <a:pt x="8048" y="665"/>
                </a:lnTo>
                <a:lnTo>
                  <a:pt x="8050" y="666"/>
                </a:lnTo>
                <a:lnTo>
                  <a:pt x="8052" y="665"/>
                </a:lnTo>
                <a:lnTo>
                  <a:pt x="8053" y="665"/>
                </a:lnTo>
                <a:lnTo>
                  <a:pt x="8054" y="664"/>
                </a:lnTo>
                <a:lnTo>
                  <a:pt x="8054" y="663"/>
                </a:lnTo>
                <a:lnTo>
                  <a:pt x="8055" y="662"/>
                </a:lnTo>
                <a:lnTo>
                  <a:pt x="8056" y="660"/>
                </a:lnTo>
                <a:lnTo>
                  <a:pt x="8057" y="658"/>
                </a:lnTo>
                <a:lnTo>
                  <a:pt x="8057" y="657"/>
                </a:lnTo>
                <a:lnTo>
                  <a:pt x="8059" y="655"/>
                </a:lnTo>
                <a:lnTo>
                  <a:pt x="8061" y="653"/>
                </a:lnTo>
                <a:lnTo>
                  <a:pt x="8063" y="652"/>
                </a:lnTo>
                <a:lnTo>
                  <a:pt x="8066" y="652"/>
                </a:lnTo>
                <a:lnTo>
                  <a:pt x="8069" y="652"/>
                </a:lnTo>
                <a:lnTo>
                  <a:pt x="8071" y="654"/>
                </a:lnTo>
                <a:lnTo>
                  <a:pt x="8072" y="654"/>
                </a:lnTo>
                <a:lnTo>
                  <a:pt x="8072" y="655"/>
                </a:lnTo>
                <a:lnTo>
                  <a:pt x="8073" y="655"/>
                </a:lnTo>
                <a:lnTo>
                  <a:pt x="8074" y="656"/>
                </a:lnTo>
                <a:lnTo>
                  <a:pt x="8075" y="657"/>
                </a:lnTo>
                <a:lnTo>
                  <a:pt x="8076" y="658"/>
                </a:lnTo>
                <a:lnTo>
                  <a:pt x="8077" y="658"/>
                </a:lnTo>
                <a:lnTo>
                  <a:pt x="8079" y="658"/>
                </a:lnTo>
                <a:lnTo>
                  <a:pt x="8081" y="658"/>
                </a:lnTo>
                <a:lnTo>
                  <a:pt x="8083" y="657"/>
                </a:lnTo>
                <a:lnTo>
                  <a:pt x="8084" y="656"/>
                </a:lnTo>
                <a:lnTo>
                  <a:pt x="8085" y="654"/>
                </a:lnTo>
                <a:lnTo>
                  <a:pt x="8085" y="653"/>
                </a:lnTo>
                <a:lnTo>
                  <a:pt x="8084" y="653"/>
                </a:lnTo>
                <a:lnTo>
                  <a:pt x="8084" y="652"/>
                </a:lnTo>
                <a:lnTo>
                  <a:pt x="8084" y="651"/>
                </a:lnTo>
                <a:lnTo>
                  <a:pt x="8083" y="650"/>
                </a:lnTo>
                <a:lnTo>
                  <a:pt x="8082" y="649"/>
                </a:lnTo>
                <a:lnTo>
                  <a:pt x="8082" y="647"/>
                </a:lnTo>
                <a:lnTo>
                  <a:pt x="8082" y="645"/>
                </a:lnTo>
                <a:lnTo>
                  <a:pt x="8082" y="644"/>
                </a:lnTo>
                <a:lnTo>
                  <a:pt x="8082" y="643"/>
                </a:lnTo>
                <a:lnTo>
                  <a:pt x="8083" y="641"/>
                </a:lnTo>
                <a:lnTo>
                  <a:pt x="8085" y="639"/>
                </a:lnTo>
                <a:lnTo>
                  <a:pt x="8086" y="638"/>
                </a:lnTo>
                <a:lnTo>
                  <a:pt x="8088" y="637"/>
                </a:lnTo>
                <a:lnTo>
                  <a:pt x="8090" y="638"/>
                </a:lnTo>
                <a:lnTo>
                  <a:pt x="8092" y="638"/>
                </a:lnTo>
                <a:lnTo>
                  <a:pt x="8093" y="638"/>
                </a:lnTo>
                <a:lnTo>
                  <a:pt x="8095" y="638"/>
                </a:lnTo>
                <a:lnTo>
                  <a:pt x="8097" y="638"/>
                </a:lnTo>
                <a:lnTo>
                  <a:pt x="8100" y="639"/>
                </a:lnTo>
                <a:lnTo>
                  <a:pt x="8102" y="640"/>
                </a:lnTo>
                <a:lnTo>
                  <a:pt x="8104" y="642"/>
                </a:lnTo>
                <a:lnTo>
                  <a:pt x="8105" y="644"/>
                </a:lnTo>
                <a:lnTo>
                  <a:pt x="8105" y="645"/>
                </a:lnTo>
                <a:lnTo>
                  <a:pt x="8106" y="648"/>
                </a:lnTo>
                <a:lnTo>
                  <a:pt x="8108" y="653"/>
                </a:lnTo>
                <a:lnTo>
                  <a:pt x="8109" y="656"/>
                </a:lnTo>
                <a:lnTo>
                  <a:pt x="8110" y="658"/>
                </a:lnTo>
                <a:lnTo>
                  <a:pt x="8110" y="659"/>
                </a:lnTo>
                <a:lnTo>
                  <a:pt x="8110" y="660"/>
                </a:lnTo>
                <a:lnTo>
                  <a:pt x="8111" y="661"/>
                </a:lnTo>
                <a:lnTo>
                  <a:pt x="8112" y="662"/>
                </a:lnTo>
                <a:lnTo>
                  <a:pt x="8113" y="663"/>
                </a:lnTo>
                <a:lnTo>
                  <a:pt x="8114" y="663"/>
                </a:lnTo>
                <a:lnTo>
                  <a:pt x="8114" y="664"/>
                </a:lnTo>
                <a:lnTo>
                  <a:pt x="8115" y="664"/>
                </a:lnTo>
                <a:lnTo>
                  <a:pt x="8117" y="664"/>
                </a:lnTo>
                <a:lnTo>
                  <a:pt x="8117" y="665"/>
                </a:lnTo>
                <a:lnTo>
                  <a:pt x="8118" y="665"/>
                </a:lnTo>
                <a:lnTo>
                  <a:pt x="8118" y="664"/>
                </a:lnTo>
                <a:lnTo>
                  <a:pt x="8119" y="664"/>
                </a:lnTo>
                <a:lnTo>
                  <a:pt x="8120" y="663"/>
                </a:lnTo>
                <a:lnTo>
                  <a:pt x="8121" y="663"/>
                </a:lnTo>
                <a:lnTo>
                  <a:pt x="8123" y="661"/>
                </a:lnTo>
                <a:lnTo>
                  <a:pt x="8124" y="660"/>
                </a:lnTo>
                <a:lnTo>
                  <a:pt x="8124" y="659"/>
                </a:lnTo>
                <a:lnTo>
                  <a:pt x="8126" y="659"/>
                </a:lnTo>
                <a:lnTo>
                  <a:pt x="8126" y="658"/>
                </a:lnTo>
                <a:lnTo>
                  <a:pt x="8127" y="658"/>
                </a:lnTo>
                <a:lnTo>
                  <a:pt x="8128" y="658"/>
                </a:lnTo>
                <a:lnTo>
                  <a:pt x="8129" y="657"/>
                </a:lnTo>
                <a:lnTo>
                  <a:pt x="8130" y="657"/>
                </a:lnTo>
                <a:lnTo>
                  <a:pt x="8131" y="657"/>
                </a:lnTo>
                <a:lnTo>
                  <a:pt x="8132" y="657"/>
                </a:lnTo>
                <a:lnTo>
                  <a:pt x="8133" y="658"/>
                </a:lnTo>
                <a:lnTo>
                  <a:pt x="8135" y="659"/>
                </a:lnTo>
                <a:lnTo>
                  <a:pt x="8136" y="660"/>
                </a:lnTo>
                <a:lnTo>
                  <a:pt x="8137" y="660"/>
                </a:lnTo>
                <a:lnTo>
                  <a:pt x="8137" y="661"/>
                </a:lnTo>
                <a:lnTo>
                  <a:pt x="8138" y="661"/>
                </a:lnTo>
                <a:lnTo>
                  <a:pt x="8138" y="662"/>
                </a:lnTo>
                <a:lnTo>
                  <a:pt x="8139" y="663"/>
                </a:lnTo>
                <a:lnTo>
                  <a:pt x="8139" y="664"/>
                </a:lnTo>
                <a:lnTo>
                  <a:pt x="8139" y="665"/>
                </a:lnTo>
                <a:lnTo>
                  <a:pt x="8140" y="666"/>
                </a:lnTo>
                <a:lnTo>
                  <a:pt x="8140" y="667"/>
                </a:lnTo>
                <a:lnTo>
                  <a:pt x="8140" y="668"/>
                </a:lnTo>
                <a:lnTo>
                  <a:pt x="8141" y="670"/>
                </a:lnTo>
                <a:lnTo>
                  <a:pt x="8141" y="673"/>
                </a:lnTo>
                <a:lnTo>
                  <a:pt x="8142" y="674"/>
                </a:lnTo>
                <a:lnTo>
                  <a:pt x="8143" y="675"/>
                </a:lnTo>
                <a:lnTo>
                  <a:pt x="8145" y="676"/>
                </a:lnTo>
                <a:lnTo>
                  <a:pt x="8147" y="677"/>
                </a:lnTo>
                <a:lnTo>
                  <a:pt x="8149" y="677"/>
                </a:lnTo>
                <a:lnTo>
                  <a:pt x="8151" y="677"/>
                </a:lnTo>
                <a:lnTo>
                  <a:pt x="8153" y="676"/>
                </a:lnTo>
                <a:lnTo>
                  <a:pt x="8154" y="675"/>
                </a:lnTo>
                <a:lnTo>
                  <a:pt x="8155" y="675"/>
                </a:lnTo>
                <a:lnTo>
                  <a:pt x="8156" y="675"/>
                </a:lnTo>
                <a:lnTo>
                  <a:pt x="8156" y="676"/>
                </a:lnTo>
                <a:lnTo>
                  <a:pt x="8157" y="676"/>
                </a:lnTo>
                <a:lnTo>
                  <a:pt x="8158" y="677"/>
                </a:lnTo>
                <a:lnTo>
                  <a:pt x="8158" y="678"/>
                </a:lnTo>
                <a:lnTo>
                  <a:pt x="8158" y="679"/>
                </a:lnTo>
                <a:lnTo>
                  <a:pt x="8159" y="680"/>
                </a:lnTo>
                <a:lnTo>
                  <a:pt x="8159" y="681"/>
                </a:lnTo>
                <a:lnTo>
                  <a:pt x="8158" y="683"/>
                </a:lnTo>
                <a:lnTo>
                  <a:pt x="8158" y="684"/>
                </a:lnTo>
                <a:lnTo>
                  <a:pt x="8158" y="685"/>
                </a:lnTo>
                <a:lnTo>
                  <a:pt x="8158" y="686"/>
                </a:lnTo>
                <a:lnTo>
                  <a:pt x="8159" y="687"/>
                </a:lnTo>
                <a:lnTo>
                  <a:pt x="8160" y="688"/>
                </a:lnTo>
                <a:lnTo>
                  <a:pt x="8161" y="688"/>
                </a:lnTo>
                <a:lnTo>
                  <a:pt x="8163" y="688"/>
                </a:lnTo>
                <a:lnTo>
                  <a:pt x="8166" y="688"/>
                </a:lnTo>
                <a:lnTo>
                  <a:pt x="8168" y="688"/>
                </a:lnTo>
                <a:lnTo>
                  <a:pt x="8169" y="688"/>
                </a:lnTo>
                <a:lnTo>
                  <a:pt x="8170" y="689"/>
                </a:lnTo>
                <a:lnTo>
                  <a:pt x="8170" y="690"/>
                </a:lnTo>
                <a:lnTo>
                  <a:pt x="8171" y="691"/>
                </a:lnTo>
                <a:lnTo>
                  <a:pt x="8171" y="692"/>
                </a:lnTo>
                <a:lnTo>
                  <a:pt x="8171" y="693"/>
                </a:lnTo>
                <a:lnTo>
                  <a:pt x="8171" y="694"/>
                </a:lnTo>
                <a:lnTo>
                  <a:pt x="8170" y="696"/>
                </a:lnTo>
                <a:lnTo>
                  <a:pt x="8170" y="697"/>
                </a:lnTo>
                <a:lnTo>
                  <a:pt x="8171" y="698"/>
                </a:lnTo>
                <a:lnTo>
                  <a:pt x="8171" y="699"/>
                </a:lnTo>
                <a:lnTo>
                  <a:pt x="8173" y="700"/>
                </a:lnTo>
                <a:lnTo>
                  <a:pt x="8175" y="701"/>
                </a:lnTo>
                <a:lnTo>
                  <a:pt x="8177" y="701"/>
                </a:lnTo>
                <a:lnTo>
                  <a:pt x="8179" y="701"/>
                </a:lnTo>
                <a:lnTo>
                  <a:pt x="8181" y="701"/>
                </a:lnTo>
                <a:lnTo>
                  <a:pt x="8185" y="701"/>
                </a:lnTo>
                <a:lnTo>
                  <a:pt x="8186" y="702"/>
                </a:lnTo>
                <a:lnTo>
                  <a:pt x="8187" y="702"/>
                </a:lnTo>
                <a:lnTo>
                  <a:pt x="8188" y="703"/>
                </a:lnTo>
                <a:lnTo>
                  <a:pt x="8188" y="704"/>
                </a:lnTo>
                <a:lnTo>
                  <a:pt x="8189" y="704"/>
                </a:lnTo>
                <a:lnTo>
                  <a:pt x="8189" y="705"/>
                </a:lnTo>
                <a:lnTo>
                  <a:pt x="8190" y="706"/>
                </a:lnTo>
                <a:lnTo>
                  <a:pt x="8191" y="707"/>
                </a:lnTo>
                <a:lnTo>
                  <a:pt x="8192" y="708"/>
                </a:lnTo>
                <a:lnTo>
                  <a:pt x="8193" y="708"/>
                </a:lnTo>
                <a:lnTo>
                  <a:pt x="8193" y="709"/>
                </a:lnTo>
                <a:lnTo>
                  <a:pt x="8195" y="709"/>
                </a:lnTo>
                <a:lnTo>
                  <a:pt x="8197" y="710"/>
                </a:lnTo>
                <a:lnTo>
                  <a:pt x="8198" y="710"/>
                </a:lnTo>
                <a:lnTo>
                  <a:pt x="8200" y="710"/>
                </a:lnTo>
                <a:lnTo>
                  <a:pt x="8201" y="710"/>
                </a:lnTo>
                <a:lnTo>
                  <a:pt x="8201" y="711"/>
                </a:lnTo>
                <a:lnTo>
                  <a:pt x="8202" y="711"/>
                </a:lnTo>
                <a:lnTo>
                  <a:pt x="8204" y="712"/>
                </a:lnTo>
                <a:lnTo>
                  <a:pt x="8205" y="712"/>
                </a:lnTo>
                <a:lnTo>
                  <a:pt x="8205" y="713"/>
                </a:lnTo>
                <a:lnTo>
                  <a:pt x="8206" y="713"/>
                </a:lnTo>
                <a:lnTo>
                  <a:pt x="8207" y="713"/>
                </a:lnTo>
                <a:lnTo>
                  <a:pt x="8208" y="714"/>
                </a:lnTo>
                <a:lnTo>
                  <a:pt x="8209" y="714"/>
                </a:lnTo>
                <a:lnTo>
                  <a:pt x="8212" y="716"/>
                </a:lnTo>
                <a:lnTo>
                  <a:pt x="8214" y="717"/>
                </a:lnTo>
                <a:lnTo>
                  <a:pt x="8216" y="718"/>
                </a:lnTo>
                <a:lnTo>
                  <a:pt x="8218" y="719"/>
                </a:lnTo>
                <a:lnTo>
                  <a:pt x="8218" y="720"/>
                </a:lnTo>
                <a:lnTo>
                  <a:pt x="8220" y="722"/>
                </a:lnTo>
                <a:lnTo>
                  <a:pt x="8222" y="723"/>
                </a:lnTo>
                <a:lnTo>
                  <a:pt x="8222" y="724"/>
                </a:lnTo>
                <a:lnTo>
                  <a:pt x="8224" y="724"/>
                </a:lnTo>
                <a:lnTo>
                  <a:pt x="8227" y="723"/>
                </a:lnTo>
                <a:lnTo>
                  <a:pt x="8228" y="722"/>
                </a:lnTo>
                <a:lnTo>
                  <a:pt x="8229" y="722"/>
                </a:lnTo>
                <a:lnTo>
                  <a:pt x="8229" y="721"/>
                </a:lnTo>
                <a:lnTo>
                  <a:pt x="8230" y="721"/>
                </a:lnTo>
                <a:lnTo>
                  <a:pt x="8233" y="718"/>
                </a:lnTo>
                <a:lnTo>
                  <a:pt x="8236" y="716"/>
                </a:lnTo>
                <a:lnTo>
                  <a:pt x="8238" y="714"/>
                </a:lnTo>
                <a:lnTo>
                  <a:pt x="8241" y="712"/>
                </a:lnTo>
                <a:lnTo>
                  <a:pt x="8243" y="710"/>
                </a:lnTo>
                <a:lnTo>
                  <a:pt x="8244" y="710"/>
                </a:lnTo>
                <a:lnTo>
                  <a:pt x="8244" y="709"/>
                </a:lnTo>
                <a:lnTo>
                  <a:pt x="8245" y="709"/>
                </a:lnTo>
                <a:lnTo>
                  <a:pt x="8246" y="709"/>
                </a:lnTo>
                <a:lnTo>
                  <a:pt x="8247" y="709"/>
                </a:lnTo>
                <a:lnTo>
                  <a:pt x="8247" y="708"/>
                </a:lnTo>
                <a:lnTo>
                  <a:pt x="8248" y="708"/>
                </a:lnTo>
                <a:lnTo>
                  <a:pt x="8249" y="708"/>
                </a:lnTo>
                <a:lnTo>
                  <a:pt x="8250" y="708"/>
                </a:lnTo>
                <a:lnTo>
                  <a:pt x="8251" y="708"/>
                </a:lnTo>
                <a:lnTo>
                  <a:pt x="8251" y="709"/>
                </a:lnTo>
                <a:lnTo>
                  <a:pt x="8252" y="709"/>
                </a:lnTo>
                <a:lnTo>
                  <a:pt x="8252" y="710"/>
                </a:lnTo>
                <a:lnTo>
                  <a:pt x="8253" y="710"/>
                </a:lnTo>
                <a:lnTo>
                  <a:pt x="8254" y="711"/>
                </a:lnTo>
                <a:lnTo>
                  <a:pt x="8254" y="712"/>
                </a:lnTo>
                <a:lnTo>
                  <a:pt x="8255" y="712"/>
                </a:lnTo>
                <a:lnTo>
                  <a:pt x="8255" y="713"/>
                </a:lnTo>
                <a:lnTo>
                  <a:pt x="8255" y="714"/>
                </a:lnTo>
                <a:lnTo>
                  <a:pt x="8256" y="715"/>
                </a:lnTo>
                <a:lnTo>
                  <a:pt x="8257" y="715"/>
                </a:lnTo>
                <a:lnTo>
                  <a:pt x="8258" y="716"/>
                </a:lnTo>
                <a:lnTo>
                  <a:pt x="8259" y="716"/>
                </a:lnTo>
                <a:lnTo>
                  <a:pt x="8260" y="716"/>
                </a:lnTo>
                <a:lnTo>
                  <a:pt x="8262" y="716"/>
                </a:lnTo>
                <a:lnTo>
                  <a:pt x="8263" y="715"/>
                </a:lnTo>
                <a:lnTo>
                  <a:pt x="8264" y="715"/>
                </a:lnTo>
                <a:lnTo>
                  <a:pt x="8265" y="714"/>
                </a:lnTo>
                <a:lnTo>
                  <a:pt x="8266" y="714"/>
                </a:lnTo>
                <a:lnTo>
                  <a:pt x="8266" y="713"/>
                </a:lnTo>
                <a:lnTo>
                  <a:pt x="8267" y="713"/>
                </a:lnTo>
                <a:lnTo>
                  <a:pt x="8267" y="712"/>
                </a:lnTo>
                <a:lnTo>
                  <a:pt x="8267" y="711"/>
                </a:lnTo>
                <a:lnTo>
                  <a:pt x="8268" y="711"/>
                </a:lnTo>
                <a:lnTo>
                  <a:pt x="8268" y="710"/>
                </a:lnTo>
                <a:lnTo>
                  <a:pt x="8269" y="710"/>
                </a:lnTo>
                <a:lnTo>
                  <a:pt x="8270" y="708"/>
                </a:lnTo>
                <a:lnTo>
                  <a:pt x="8271" y="708"/>
                </a:lnTo>
                <a:lnTo>
                  <a:pt x="8271" y="707"/>
                </a:lnTo>
                <a:lnTo>
                  <a:pt x="8272" y="707"/>
                </a:lnTo>
                <a:lnTo>
                  <a:pt x="8273" y="707"/>
                </a:lnTo>
                <a:lnTo>
                  <a:pt x="8273" y="706"/>
                </a:lnTo>
                <a:lnTo>
                  <a:pt x="8275" y="706"/>
                </a:lnTo>
                <a:lnTo>
                  <a:pt x="8276" y="706"/>
                </a:lnTo>
                <a:lnTo>
                  <a:pt x="8277" y="706"/>
                </a:lnTo>
                <a:lnTo>
                  <a:pt x="8278" y="706"/>
                </a:lnTo>
                <a:lnTo>
                  <a:pt x="8279" y="706"/>
                </a:lnTo>
                <a:lnTo>
                  <a:pt x="8280" y="706"/>
                </a:lnTo>
                <a:lnTo>
                  <a:pt x="8281" y="706"/>
                </a:lnTo>
                <a:lnTo>
                  <a:pt x="8281" y="707"/>
                </a:lnTo>
                <a:lnTo>
                  <a:pt x="8282" y="707"/>
                </a:lnTo>
                <a:lnTo>
                  <a:pt x="8282" y="708"/>
                </a:lnTo>
                <a:lnTo>
                  <a:pt x="8282" y="709"/>
                </a:lnTo>
                <a:lnTo>
                  <a:pt x="8282" y="710"/>
                </a:lnTo>
                <a:lnTo>
                  <a:pt x="8282" y="712"/>
                </a:lnTo>
                <a:lnTo>
                  <a:pt x="8282" y="713"/>
                </a:lnTo>
                <a:lnTo>
                  <a:pt x="8281" y="714"/>
                </a:lnTo>
                <a:lnTo>
                  <a:pt x="8281" y="715"/>
                </a:lnTo>
                <a:lnTo>
                  <a:pt x="8280" y="717"/>
                </a:lnTo>
                <a:lnTo>
                  <a:pt x="8279" y="717"/>
                </a:lnTo>
                <a:lnTo>
                  <a:pt x="8279" y="718"/>
                </a:lnTo>
                <a:lnTo>
                  <a:pt x="8279" y="719"/>
                </a:lnTo>
                <a:lnTo>
                  <a:pt x="8278" y="719"/>
                </a:lnTo>
                <a:lnTo>
                  <a:pt x="8278" y="720"/>
                </a:lnTo>
                <a:lnTo>
                  <a:pt x="8278" y="721"/>
                </a:lnTo>
                <a:lnTo>
                  <a:pt x="8278" y="722"/>
                </a:lnTo>
                <a:lnTo>
                  <a:pt x="8277" y="723"/>
                </a:lnTo>
                <a:lnTo>
                  <a:pt x="8277" y="724"/>
                </a:lnTo>
                <a:lnTo>
                  <a:pt x="8277" y="725"/>
                </a:lnTo>
                <a:lnTo>
                  <a:pt x="8276" y="725"/>
                </a:lnTo>
                <a:lnTo>
                  <a:pt x="8276" y="727"/>
                </a:lnTo>
                <a:lnTo>
                  <a:pt x="8277" y="727"/>
                </a:lnTo>
                <a:lnTo>
                  <a:pt x="8277" y="729"/>
                </a:lnTo>
                <a:lnTo>
                  <a:pt x="8276" y="730"/>
                </a:lnTo>
                <a:lnTo>
                  <a:pt x="8276" y="731"/>
                </a:lnTo>
                <a:lnTo>
                  <a:pt x="8276" y="732"/>
                </a:lnTo>
                <a:lnTo>
                  <a:pt x="8276" y="734"/>
                </a:lnTo>
                <a:lnTo>
                  <a:pt x="8276" y="735"/>
                </a:lnTo>
                <a:lnTo>
                  <a:pt x="8276" y="736"/>
                </a:lnTo>
                <a:lnTo>
                  <a:pt x="8276" y="738"/>
                </a:lnTo>
                <a:lnTo>
                  <a:pt x="8276" y="739"/>
                </a:lnTo>
                <a:lnTo>
                  <a:pt x="8275" y="740"/>
                </a:lnTo>
                <a:lnTo>
                  <a:pt x="8275" y="741"/>
                </a:lnTo>
                <a:lnTo>
                  <a:pt x="8275" y="743"/>
                </a:lnTo>
                <a:lnTo>
                  <a:pt x="8275" y="744"/>
                </a:lnTo>
                <a:lnTo>
                  <a:pt x="8276" y="744"/>
                </a:lnTo>
                <a:lnTo>
                  <a:pt x="8275" y="747"/>
                </a:lnTo>
                <a:lnTo>
                  <a:pt x="8275" y="749"/>
                </a:lnTo>
                <a:lnTo>
                  <a:pt x="8275" y="750"/>
                </a:lnTo>
                <a:lnTo>
                  <a:pt x="8275" y="751"/>
                </a:lnTo>
                <a:lnTo>
                  <a:pt x="8274" y="752"/>
                </a:lnTo>
                <a:lnTo>
                  <a:pt x="8274" y="753"/>
                </a:lnTo>
                <a:lnTo>
                  <a:pt x="8274" y="754"/>
                </a:lnTo>
                <a:lnTo>
                  <a:pt x="8274" y="755"/>
                </a:lnTo>
                <a:lnTo>
                  <a:pt x="8274" y="756"/>
                </a:lnTo>
                <a:lnTo>
                  <a:pt x="8274" y="757"/>
                </a:lnTo>
                <a:lnTo>
                  <a:pt x="8273" y="758"/>
                </a:lnTo>
                <a:lnTo>
                  <a:pt x="8273" y="761"/>
                </a:lnTo>
                <a:lnTo>
                  <a:pt x="8273" y="762"/>
                </a:lnTo>
                <a:lnTo>
                  <a:pt x="8274" y="763"/>
                </a:lnTo>
                <a:lnTo>
                  <a:pt x="8274" y="764"/>
                </a:lnTo>
                <a:lnTo>
                  <a:pt x="8275" y="764"/>
                </a:lnTo>
                <a:lnTo>
                  <a:pt x="8276" y="764"/>
                </a:lnTo>
                <a:lnTo>
                  <a:pt x="8277" y="764"/>
                </a:lnTo>
                <a:lnTo>
                  <a:pt x="8278" y="764"/>
                </a:lnTo>
                <a:lnTo>
                  <a:pt x="8280" y="764"/>
                </a:lnTo>
                <a:lnTo>
                  <a:pt x="8283" y="764"/>
                </a:lnTo>
                <a:lnTo>
                  <a:pt x="8284" y="765"/>
                </a:lnTo>
                <a:lnTo>
                  <a:pt x="8285" y="765"/>
                </a:lnTo>
                <a:lnTo>
                  <a:pt x="8286" y="765"/>
                </a:lnTo>
                <a:lnTo>
                  <a:pt x="8286" y="766"/>
                </a:lnTo>
                <a:lnTo>
                  <a:pt x="8286" y="767"/>
                </a:lnTo>
                <a:lnTo>
                  <a:pt x="8287" y="767"/>
                </a:lnTo>
                <a:lnTo>
                  <a:pt x="8287" y="768"/>
                </a:lnTo>
                <a:lnTo>
                  <a:pt x="8287" y="769"/>
                </a:lnTo>
                <a:lnTo>
                  <a:pt x="8288" y="769"/>
                </a:lnTo>
                <a:lnTo>
                  <a:pt x="8288" y="771"/>
                </a:lnTo>
                <a:lnTo>
                  <a:pt x="8288" y="772"/>
                </a:lnTo>
                <a:lnTo>
                  <a:pt x="8288" y="773"/>
                </a:lnTo>
                <a:lnTo>
                  <a:pt x="8288" y="774"/>
                </a:lnTo>
                <a:lnTo>
                  <a:pt x="8289" y="774"/>
                </a:lnTo>
                <a:lnTo>
                  <a:pt x="8289" y="775"/>
                </a:lnTo>
                <a:lnTo>
                  <a:pt x="8289" y="776"/>
                </a:lnTo>
                <a:lnTo>
                  <a:pt x="8289" y="777"/>
                </a:lnTo>
                <a:lnTo>
                  <a:pt x="8290" y="779"/>
                </a:lnTo>
                <a:lnTo>
                  <a:pt x="8290" y="780"/>
                </a:lnTo>
                <a:lnTo>
                  <a:pt x="8291" y="781"/>
                </a:lnTo>
                <a:lnTo>
                  <a:pt x="8291" y="782"/>
                </a:lnTo>
                <a:lnTo>
                  <a:pt x="8292" y="783"/>
                </a:lnTo>
                <a:lnTo>
                  <a:pt x="8293" y="783"/>
                </a:lnTo>
                <a:lnTo>
                  <a:pt x="8293" y="784"/>
                </a:lnTo>
                <a:lnTo>
                  <a:pt x="8294" y="784"/>
                </a:lnTo>
                <a:lnTo>
                  <a:pt x="8295" y="784"/>
                </a:lnTo>
                <a:lnTo>
                  <a:pt x="8296" y="784"/>
                </a:lnTo>
                <a:lnTo>
                  <a:pt x="8297" y="783"/>
                </a:lnTo>
                <a:lnTo>
                  <a:pt x="8298" y="783"/>
                </a:lnTo>
                <a:lnTo>
                  <a:pt x="8298" y="782"/>
                </a:lnTo>
                <a:lnTo>
                  <a:pt x="8299" y="782"/>
                </a:lnTo>
                <a:lnTo>
                  <a:pt x="8300" y="781"/>
                </a:lnTo>
                <a:lnTo>
                  <a:pt x="8300" y="780"/>
                </a:lnTo>
                <a:lnTo>
                  <a:pt x="8301" y="780"/>
                </a:lnTo>
                <a:lnTo>
                  <a:pt x="8301" y="779"/>
                </a:lnTo>
                <a:lnTo>
                  <a:pt x="8302" y="779"/>
                </a:lnTo>
                <a:lnTo>
                  <a:pt x="8302" y="778"/>
                </a:lnTo>
                <a:lnTo>
                  <a:pt x="8303" y="778"/>
                </a:lnTo>
                <a:lnTo>
                  <a:pt x="8303" y="777"/>
                </a:lnTo>
                <a:lnTo>
                  <a:pt x="8304" y="776"/>
                </a:lnTo>
                <a:lnTo>
                  <a:pt x="8305" y="775"/>
                </a:lnTo>
                <a:lnTo>
                  <a:pt x="8306" y="775"/>
                </a:lnTo>
                <a:lnTo>
                  <a:pt x="8307" y="775"/>
                </a:lnTo>
                <a:lnTo>
                  <a:pt x="8308" y="775"/>
                </a:lnTo>
                <a:lnTo>
                  <a:pt x="8309" y="776"/>
                </a:lnTo>
                <a:lnTo>
                  <a:pt x="8310" y="776"/>
                </a:lnTo>
                <a:lnTo>
                  <a:pt x="8310" y="777"/>
                </a:lnTo>
                <a:lnTo>
                  <a:pt x="8311" y="778"/>
                </a:lnTo>
                <a:lnTo>
                  <a:pt x="8312" y="778"/>
                </a:lnTo>
                <a:lnTo>
                  <a:pt x="8312" y="779"/>
                </a:lnTo>
                <a:lnTo>
                  <a:pt x="8312" y="780"/>
                </a:lnTo>
                <a:lnTo>
                  <a:pt x="8312" y="782"/>
                </a:lnTo>
                <a:lnTo>
                  <a:pt x="8312" y="783"/>
                </a:lnTo>
                <a:lnTo>
                  <a:pt x="8312" y="784"/>
                </a:lnTo>
                <a:lnTo>
                  <a:pt x="8311" y="784"/>
                </a:lnTo>
                <a:lnTo>
                  <a:pt x="8311" y="785"/>
                </a:lnTo>
                <a:lnTo>
                  <a:pt x="8310" y="787"/>
                </a:lnTo>
                <a:lnTo>
                  <a:pt x="8310" y="788"/>
                </a:lnTo>
                <a:lnTo>
                  <a:pt x="8310" y="789"/>
                </a:lnTo>
                <a:lnTo>
                  <a:pt x="8310" y="790"/>
                </a:lnTo>
                <a:lnTo>
                  <a:pt x="8310" y="791"/>
                </a:lnTo>
                <a:lnTo>
                  <a:pt x="8311" y="792"/>
                </a:lnTo>
                <a:lnTo>
                  <a:pt x="8312" y="793"/>
                </a:lnTo>
                <a:lnTo>
                  <a:pt x="8313" y="794"/>
                </a:lnTo>
                <a:lnTo>
                  <a:pt x="8313" y="795"/>
                </a:lnTo>
                <a:lnTo>
                  <a:pt x="8314" y="795"/>
                </a:lnTo>
                <a:lnTo>
                  <a:pt x="8314" y="796"/>
                </a:lnTo>
                <a:lnTo>
                  <a:pt x="8315" y="797"/>
                </a:lnTo>
                <a:lnTo>
                  <a:pt x="8315" y="798"/>
                </a:lnTo>
                <a:lnTo>
                  <a:pt x="8316" y="798"/>
                </a:lnTo>
                <a:lnTo>
                  <a:pt x="8316" y="799"/>
                </a:lnTo>
                <a:lnTo>
                  <a:pt x="8317" y="799"/>
                </a:lnTo>
                <a:lnTo>
                  <a:pt x="8317" y="800"/>
                </a:lnTo>
                <a:lnTo>
                  <a:pt x="8318" y="801"/>
                </a:lnTo>
                <a:lnTo>
                  <a:pt x="8318" y="802"/>
                </a:lnTo>
                <a:lnTo>
                  <a:pt x="8318" y="803"/>
                </a:lnTo>
                <a:lnTo>
                  <a:pt x="8319" y="804"/>
                </a:lnTo>
                <a:lnTo>
                  <a:pt x="8320" y="805"/>
                </a:lnTo>
                <a:lnTo>
                  <a:pt x="8321" y="805"/>
                </a:lnTo>
                <a:lnTo>
                  <a:pt x="8321" y="806"/>
                </a:lnTo>
                <a:lnTo>
                  <a:pt x="8322" y="806"/>
                </a:lnTo>
                <a:lnTo>
                  <a:pt x="8322" y="805"/>
                </a:lnTo>
                <a:lnTo>
                  <a:pt x="8324" y="805"/>
                </a:lnTo>
                <a:lnTo>
                  <a:pt x="8325" y="806"/>
                </a:lnTo>
                <a:lnTo>
                  <a:pt x="8326" y="806"/>
                </a:lnTo>
                <a:lnTo>
                  <a:pt x="8327" y="807"/>
                </a:lnTo>
                <a:lnTo>
                  <a:pt x="8327" y="808"/>
                </a:lnTo>
                <a:lnTo>
                  <a:pt x="8328" y="808"/>
                </a:lnTo>
                <a:lnTo>
                  <a:pt x="8328" y="809"/>
                </a:lnTo>
                <a:lnTo>
                  <a:pt x="8328" y="810"/>
                </a:lnTo>
                <a:lnTo>
                  <a:pt x="8328" y="811"/>
                </a:lnTo>
                <a:lnTo>
                  <a:pt x="8329" y="811"/>
                </a:lnTo>
                <a:lnTo>
                  <a:pt x="8330" y="812"/>
                </a:lnTo>
                <a:lnTo>
                  <a:pt x="8331" y="812"/>
                </a:lnTo>
                <a:lnTo>
                  <a:pt x="8331" y="813"/>
                </a:lnTo>
                <a:lnTo>
                  <a:pt x="8331" y="814"/>
                </a:lnTo>
                <a:lnTo>
                  <a:pt x="8331" y="815"/>
                </a:lnTo>
                <a:lnTo>
                  <a:pt x="8330" y="816"/>
                </a:lnTo>
                <a:lnTo>
                  <a:pt x="8330" y="817"/>
                </a:lnTo>
                <a:lnTo>
                  <a:pt x="8329" y="818"/>
                </a:lnTo>
                <a:lnTo>
                  <a:pt x="8329" y="820"/>
                </a:lnTo>
                <a:lnTo>
                  <a:pt x="8329" y="821"/>
                </a:lnTo>
                <a:lnTo>
                  <a:pt x="8329" y="822"/>
                </a:lnTo>
                <a:lnTo>
                  <a:pt x="8328" y="822"/>
                </a:lnTo>
                <a:lnTo>
                  <a:pt x="8328" y="823"/>
                </a:lnTo>
                <a:lnTo>
                  <a:pt x="8327" y="823"/>
                </a:lnTo>
                <a:lnTo>
                  <a:pt x="8326" y="824"/>
                </a:lnTo>
                <a:lnTo>
                  <a:pt x="8325" y="824"/>
                </a:lnTo>
                <a:lnTo>
                  <a:pt x="8325" y="825"/>
                </a:lnTo>
                <a:lnTo>
                  <a:pt x="8325" y="826"/>
                </a:lnTo>
                <a:lnTo>
                  <a:pt x="8325" y="827"/>
                </a:lnTo>
                <a:lnTo>
                  <a:pt x="8325" y="829"/>
                </a:lnTo>
                <a:lnTo>
                  <a:pt x="8325" y="830"/>
                </a:lnTo>
                <a:lnTo>
                  <a:pt x="8324" y="831"/>
                </a:lnTo>
                <a:lnTo>
                  <a:pt x="8324" y="832"/>
                </a:lnTo>
                <a:lnTo>
                  <a:pt x="8325" y="833"/>
                </a:lnTo>
                <a:lnTo>
                  <a:pt x="8325" y="834"/>
                </a:lnTo>
                <a:lnTo>
                  <a:pt x="8325" y="835"/>
                </a:lnTo>
                <a:lnTo>
                  <a:pt x="8326" y="836"/>
                </a:lnTo>
                <a:lnTo>
                  <a:pt x="8326" y="837"/>
                </a:lnTo>
                <a:lnTo>
                  <a:pt x="8326" y="838"/>
                </a:lnTo>
                <a:lnTo>
                  <a:pt x="8326" y="839"/>
                </a:lnTo>
                <a:lnTo>
                  <a:pt x="8326" y="840"/>
                </a:lnTo>
                <a:lnTo>
                  <a:pt x="8325" y="840"/>
                </a:lnTo>
                <a:lnTo>
                  <a:pt x="8324" y="841"/>
                </a:lnTo>
                <a:lnTo>
                  <a:pt x="8324" y="842"/>
                </a:lnTo>
                <a:lnTo>
                  <a:pt x="8323" y="843"/>
                </a:lnTo>
                <a:lnTo>
                  <a:pt x="8322" y="844"/>
                </a:lnTo>
                <a:lnTo>
                  <a:pt x="8322" y="845"/>
                </a:lnTo>
                <a:lnTo>
                  <a:pt x="8321" y="847"/>
                </a:lnTo>
                <a:lnTo>
                  <a:pt x="8321" y="848"/>
                </a:lnTo>
                <a:lnTo>
                  <a:pt x="8320" y="849"/>
                </a:lnTo>
                <a:lnTo>
                  <a:pt x="8320" y="850"/>
                </a:lnTo>
                <a:lnTo>
                  <a:pt x="8319" y="850"/>
                </a:lnTo>
                <a:lnTo>
                  <a:pt x="8319" y="851"/>
                </a:lnTo>
                <a:lnTo>
                  <a:pt x="8318" y="852"/>
                </a:lnTo>
                <a:lnTo>
                  <a:pt x="8318" y="853"/>
                </a:lnTo>
                <a:lnTo>
                  <a:pt x="8318" y="854"/>
                </a:lnTo>
                <a:lnTo>
                  <a:pt x="8317" y="854"/>
                </a:lnTo>
                <a:lnTo>
                  <a:pt x="8317" y="855"/>
                </a:lnTo>
                <a:lnTo>
                  <a:pt x="8317" y="856"/>
                </a:lnTo>
                <a:lnTo>
                  <a:pt x="8317" y="857"/>
                </a:lnTo>
                <a:lnTo>
                  <a:pt x="8317" y="858"/>
                </a:lnTo>
                <a:lnTo>
                  <a:pt x="8317" y="859"/>
                </a:lnTo>
                <a:lnTo>
                  <a:pt x="8318" y="859"/>
                </a:lnTo>
                <a:lnTo>
                  <a:pt x="8318" y="860"/>
                </a:lnTo>
                <a:lnTo>
                  <a:pt x="8319" y="860"/>
                </a:lnTo>
                <a:lnTo>
                  <a:pt x="8319" y="861"/>
                </a:lnTo>
                <a:lnTo>
                  <a:pt x="8320" y="861"/>
                </a:lnTo>
                <a:lnTo>
                  <a:pt x="8321" y="861"/>
                </a:lnTo>
                <a:lnTo>
                  <a:pt x="8321" y="862"/>
                </a:lnTo>
                <a:lnTo>
                  <a:pt x="8322" y="862"/>
                </a:lnTo>
                <a:lnTo>
                  <a:pt x="8322" y="863"/>
                </a:lnTo>
                <a:lnTo>
                  <a:pt x="8322" y="864"/>
                </a:lnTo>
                <a:lnTo>
                  <a:pt x="8322" y="866"/>
                </a:lnTo>
                <a:lnTo>
                  <a:pt x="8322" y="867"/>
                </a:lnTo>
                <a:lnTo>
                  <a:pt x="8323" y="867"/>
                </a:lnTo>
                <a:lnTo>
                  <a:pt x="8323" y="868"/>
                </a:lnTo>
                <a:lnTo>
                  <a:pt x="8324" y="868"/>
                </a:lnTo>
                <a:lnTo>
                  <a:pt x="8324" y="869"/>
                </a:lnTo>
                <a:lnTo>
                  <a:pt x="8325" y="869"/>
                </a:lnTo>
                <a:lnTo>
                  <a:pt x="8326" y="869"/>
                </a:lnTo>
                <a:lnTo>
                  <a:pt x="8326" y="870"/>
                </a:lnTo>
                <a:lnTo>
                  <a:pt x="8327" y="870"/>
                </a:lnTo>
                <a:lnTo>
                  <a:pt x="8328" y="870"/>
                </a:lnTo>
                <a:lnTo>
                  <a:pt x="8329" y="870"/>
                </a:lnTo>
                <a:lnTo>
                  <a:pt x="8330" y="870"/>
                </a:lnTo>
                <a:lnTo>
                  <a:pt x="8331" y="870"/>
                </a:lnTo>
                <a:lnTo>
                  <a:pt x="8332" y="871"/>
                </a:lnTo>
                <a:lnTo>
                  <a:pt x="8332" y="872"/>
                </a:lnTo>
                <a:lnTo>
                  <a:pt x="8333" y="873"/>
                </a:lnTo>
                <a:lnTo>
                  <a:pt x="8333" y="874"/>
                </a:lnTo>
                <a:lnTo>
                  <a:pt x="8334" y="874"/>
                </a:lnTo>
                <a:lnTo>
                  <a:pt x="8335" y="875"/>
                </a:lnTo>
                <a:lnTo>
                  <a:pt x="8336" y="875"/>
                </a:lnTo>
                <a:lnTo>
                  <a:pt x="8338" y="877"/>
                </a:lnTo>
                <a:lnTo>
                  <a:pt x="8343" y="879"/>
                </a:lnTo>
                <a:lnTo>
                  <a:pt x="8349" y="882"/>
                </a:lnTo>
                <a:lnTo>
                  <a:pt x="8352" y="883"/>
                </a:lnTo>
                <a:lnTo>
                  <a:pt x="8354" y="884"/>
                </a:lnTo>
                <a:lnTo>
                  <a:pt x="8356" y="885"/>
                </a:lnTo>
                <a:lnTo>
                  <a:pt x="8357" y="887"/>
                </a:lnTo>
                <a:lnTo>
                  <a:pt x="8358" y="888"/>
                </a:lnTo>
                <a:lnTo>
                  <a:pt x="8359" y="888"/>
                </a:lnTo>
                <a:lnTo>
                  <a:pt x="8360" y="890"/>
                </a:lnTo>
                <a:lnTo>
                  <a:pt x="8362" y="891"/>
                </a:lnTo>
                <a:lnTo>
                  <a:pt x="8364" y="894"/>
                </a:lnTo>
                <a:lnTo>
                  <a:pt x="8366" y="897"/>
                </a:lnTo>
                <a:lnTo>
                  <a:pt x="8369" y="900"/>
                </a:lnTo>
                <a:lnTo>
                  <a:pt x="8370" y="901"/>
                </a:lnTo>
                <a:lnTo>
                  <a:pt x="8371" y="901"/>
                </a:lnTo>
                <a:lnTo>
                  <a:pt x="8371" y="902"/>
                </a:lnTo>
                <a:lnTo>
                  <a:pt x="8372" y="904"/>
                </a:lnTo>
                <a:lnTo>
                  <a:pt x="8372" y="905"/>
                </a:lnTo>
                <a:lnTo>
                  <a:pt x="8373" y="906"/>
                </a:lnTo>
                <a:lnTo>
                  <a:pt x="8374" y="910"/>
                </a:lnTo>
                <a:lnTo>
                  <a:pt x="8375" y="913"/>
                </a:lnTo>
                <a:lnTo>
                  <a:pt x="8376" y="917"/>
                </a:lnTo>
                <a:lnTo>
                  <a:pt x="8377" y="920"/>
                </a:lnTo>
                <a:lnTo>
                  <a:pt x="8378" y="921"/>
                </a:lnTo>
                <a:lnTo>
                  <a:pt x="8378" y="923"/>
                </a:lnTo>
                <a:lnTo>
                  <a:pt x="8379" y="924"/>
                </a:lnTo>
                <a:lnTo>
                  <a:pt x="8380" y="924"/>
                </a:lnTo>
                <a:lnTo>
                  <a:pt x="8380" y="925"/>
                </a:lnTo>
                <a:lnTo>
                  <a:pt x="8381" y="925"/>
                </a:lnTo>
                <a:lnTo>
                  <a:pt x="8382" y="925"/>
                </a:lnTo>
                <a:lnTo>
                  <a:pt x="8385" y="927"/>
                </a:lnTo>
                <a:lnTo>
                  <a:pt x="8388" y="927"/>
                </a:lnTo>
                <a:lnTo>
                  <a:pt x="8391" y="927"/>
                </a:lnTo>
                <a:lnTo>
                  <a:pt x="8397" y="925"/>
                </a:lnTo>
                <a:lnTo>
                  <a:pt x="8399" y="925"/>
                </a:lnTo>
                <a:lnTo>
                  <a:pt x="8400" y="925"/>
                </a:lnTo>
                <a:lnTo>
                  <a:pt x="8400" y="924"/>
                </a:lnTo>
                <a:lnTo>
                  <a:pt x="8401" y="924"/>
                </a:lnTo>
                <a:lnTo>
                  <a:pt x="8408" y="919"/>
                </a:lnTo>
                <a:lnTo>
                  <a:pt x="8410" y="917"/>
                </a:lnTo>
                <a:lnTo>
                  <a:pt x="8410" y="916"/>
                </a:lnTo>
                <a:lnTo>
                  <a:pt x="8411" y="916"/>
                </a:lnTo>
                <a:lnTo>
                  <a:pt x="8411" y="915"/>
                </a:lnTo>
                <a:lnTo>
                  <a:pt x="8411" y="914"/>
                </a:lnTo>
                <a:lnTo>
                  <a:pt x="8412" y="914"/>
                </a:lnTo>
                <a:lnTo>
                  <a:pt x="8412" y="913"/>
                </a:lnTo>
                <a:lnTo>
                  <a:pt x="8413" y="912"/>
                </a:lnTo>
                <a:lnTo>
                  <a:pt x="8414" y="912"/>
                </a:lnTo>
                <a:lnTo>
                  <a:pt x="8416" y="910"/>
                </a:lnTo>
                <a:lnTo>
                  <a:pt x="8418" y="909"/>
                </a:lnTo>
                <a:lnTo>
                  <a:pt x="8419" y="909"/>
                </a:lnTo>
                <a:lnTo>
                  <a:pt x="8420" y="908"/>
                </a:lnTo>
                <a:lnTo>
                  <a:pt x="8423" y="908"/>
                </a:lnTo>
                <a:lnTo>
                  <a:pt x="8427" y="908"/>
                </a:lnTo>
                <a:lnTo>
                  <a:pt x="8429" y="907"/>
                </a:lnTo>
                <a:lnTo>
                  <a:pt x="8432" y="907"/>
                </a:lnTo>
                <a:lnTo>
                  <a:pt x="8434" y="906"/>
                </a:lnTo>
                <a:lnTo>
                  <a:pt x="8436" y="904"/>
                </a:lnTo>
                <a:lnTo>
                  <a:pt x="8437" y="903"/>
                </a:lnTo>
                <a:lnTo>
                  <a:pt x="8439" y="902"/>
                </a:lnTo>
                <a:lnTo>
                  <a:pt x="8440" y="901"/>
                </a:lnTo>
                <a:lnTo>
                  <a:pt x="8441" y="901"/>
                </a:lnTo>
                <a:lnTo>
                  <a:pt x="8442" y="900"/>
                </a:lnTo>
                <a:lnTo>
                  <a:pt x="8443" y="900"/>
                </a:lnTo>
                <a:lnTo>
                  <a:pt x="8444" y="900"/>
                </a:lnTo>
                <a:lnTo>
                  <a:pt x="8446" y="900"/>
                </a:lnTo>
                <a:lnTo>
                  <a:pt x="8448" y="900"/>
                </a:lnTo>
                <a:lnTo>
                  <a:pt x="8450" y="900"/>
                </a:lnTo>
                <a:lnTo>
                  <a:pt x="8453" y="900"/>
                </a:lnTo>
                <a:lnTo>
                  <a:pt x="8454" y="900"/>
                </a:lnTo>
                <a:lnTo>
                  <a:pt x="8455" y="900"/>
                </a:lnTo>
                <a:lnTo>
                  <a:pt x="8457" y="901"/>
                </a:lnTo>
                <a:lnTo>
                  <a:pt x="8458" y="903"/>
                </a:lnTo>
                <a:lnTo>
                  <a:pt x="8459" y="904"/>
                </a:lnTo>
                <a:lnTo>
                  <a:pt x="8459" y="908"/>
                </a:lnTo>
                <a:lnTo>
                  <a:pt x="8459" y="909"/>
                </a:lnTo>
                <a:lnTo>
                  <a:pt x="8460" y="909"/>
                </a:lnTo>
                <a:lnTo>
                  <a:pt x="8460" y="910"/>
                </a:lnTo>
                <a:lnTo>
                  <a:pt x="8461" y="911"/>
                </a:lnTo>
                <a:lnTo>
                  <a:pt x="8465" y="912"/>
                </a:lnTo>
                <a:lnTo>
                  <a:pt x="8467" y="912"/>
                </a:lnTo>
                <a:lnTo>
                  <a:pt x="8468" y="912"/>
                </a:lnTo>
                <a:lnTo>
                  <a:pt x="8469" y="912"/>
                </a:lnTo>
                <a:lnTo>
                  <a:pt x="8470" y="911"/>
                </a:lnTo>
                <a:lnTo>
                  <a:pt x="8472" y="909"/>
                </a:lnTo>
                <a:lnTo>
                  <a:pt x="8473" y="907"/>
                </a:lnTo>
                <a:lnTo>
                  <a:pt x="8474" y="906"/>
                </a:lnTo>
                <a:lnTo>
                  <a:pt x="8474" y="905"/>
                </a:lnTo>
                <a:lnTo>
                  <a:pt x="8474" y="903"/>
                </a:lnTo>
                <a:lnTo>
                  <a:pt x="8475" y="901"/>
                </a:lnTo>
                <a:lnTo>
                  <a:pt x="8476" y="900"/>
                </a:lnTo>
                <a:lnTo>
                  <a:pt x="8477" y="899"/>
                </a:lnTo>
                <a:lnTo>
                  <a:pt x="8478" y="898"/>
                </a:lnTo>
                <a:lnTo>
                  <a:pt x="8481" y="898"/>
                </a:lnTo>
                <a:lnTo>
                  <a:pt x="8484" y="899"/>
                </a:lnTo>
                <a:lnTo>
                  <a:pt x="8486" y="900"/>
                </a:lnTo>
                <a:lnTo>
                  <a:pt x="8487" y="900"/>
                </a:lnTo>
                <a:lnTo>
                  <a:pt x="8488" y="901"/>
                </a:lnTo>
                <a:lnTo>
                  <a:pt x="8489" y="901"/>
                </a:lnTo>
                <a:lnTo>
                  <a:pt x="8490" y="901"/>
                </a:lnTo>
                <a:lnTo>
                  <a:pt x="8491" y="901"/>
                </a:lnTo>
                <a:lnTo>
                  <a:pt x="8495" y="901"/>
                </a:lnTo>
                <a:lnTo>
                  <a:pt x="8496" y="901"/>
                </a:lnTo>
                <a:lnTo>
                  <a:pt x="8498" y="901"/>
                </a:lnTo>
                <a:lnTo>
                  <a:pt x="8500" y="900"/>
                </a:lnTo>
                <a:lnTo>
                  <a:pt x="8501" y="899"/>
                </a:lnTo>
                <a:lnTo>
                  <a:pt x="8502" y="898"/>
                </a:lnTo>
                <a:lnTo>
                  <a:pt x="8505" y="896"/>
                </a:lnTo>
                <a:lnTo>
                  <a:pt x="8506" y="896"/>
                </a:lnTo>
                <a:lnTo>
                  <a:pt x="8507" y="897"/>
                </a:lnTo>
                <a:lnTo>
                  <a:pt x="8514" y="897"/>
                </a:lnTo>
                <a:lnTo>
                  <a:pt x="8515" y="897"/>
                </a:lnTo>
                <a:lnTo>
                  <a:pt x="8516" y="897"/>
                </a:lnTo>
                <a:lnTo>
                  <a:pt x="8516" y="896"/>
                </a:lnTo>
                <a:lnTo>
                  <a:pt x="8517" y="895"/>
                </a:lnTo>
                <a:lnTo>
                  <a:pt x="8517" y="894"/>
                </a:lnTo>
                <a:lnTo>
                  <a:pt x="8517" y="892"/>
                </a:lnTo>
                <a:lnTo>
                  <a:pt x="8517" y="890"/>
                </a:lnTo>
                <a:lnTo>
                  <a:pt x="8517" y="889"/>
                </a:lnTo>
                <a:lnTo>
                  <a:pt x="8517" y="888"/>
                </a:lnTo>
                <a:lnTo>
                  <a:pt x="8518" y="887"/>
                </a:lnTo>
                <a:lnTo>
                  <a:pt x="8519" y="886"/>
                </a:lnTo>
                <a:lnTo>
                  <a:pt x="8520" y="886"/>
                </a:lnTo>
                <a:lnTo>
                  <a:pt x="8521" y="886"/>
                </a:lnTo>
                <a:lnTo>
                  <a:pt x="8523" y="886"/>
                </a:lnTo>
                <a:lnTo>
                  <a:pt x="8524" y="886"/>
                </a:lnTo>
                <a:lnTo>
                  <a:pt x="8524" y="887"/>
                </a:lnTo>
                <a:lnTo>
                  <a:pt x="8525" y="887"/>
                </a:lnTo>
                <a:lnTo>
                  <a:pt x="8526" y="887"/>
                </a:lnTo>
                <a:lnTo>
                  <a:pt x="8527" y="887"/>
                </a:lnTo>
                <a:lnTo>
                  <a:pt x="8528" y="886"/>
                </a:lnTo>
                <a:lnTo>
                  <a:pt x="8531" y="885"/>
                </a:lnTo>
                <a:lnTo>
                  <a:pt x="8532" y="885"/>
                </a:lnTo>
                <a:lnTo>
                  <a:pt x="8533" y="885"/>
                </a:lnTo>
                <a:lnTo>
                  <a:pt x="8534" y="884"/>
                </a:lnTo>
                <a:lnTo>
                  <a:pt x="8535" y="884"/>
                </a:lnTo>
                <a:lnTo>
                  <a:pt x="8538" y="883"/>
                </a:lnTo>
                <a:lnTo>
                  <a:pt x="8539" y="883"/>
                </a:lnTo>
                <a:lnTo>
                  <a:pt x="8540" y="881"/>
                </a:lnTo>
                <a:lnTo>
                  <a:pt x="8542" y="880"/>
                </a:lnTo>
                <a:lnTo>
                  <a:pt x="8543" y="880"/>
                </a:lnTo>
                <a:lnTo>
                  <a:pt x="8544" y="879"/>
                </a:lnTo>
                <a:lnTo>
                  <a:pt x="8545" y="879"/>
                </a:lnTo>
                <a:lnTo>
                  <a:pt x="8545" y="878"/>
                </a:lnTo>
                <a:lnTo>
                  <a:pt x="8546" y="878"/>
                </a:lnTo>
                <a:lnTo>
                  <a:pt x="8548" y="878"/>
                </a:lnTo>
                <a:lnTo>
                  <a:pt x="8549" y="878"/>
                </a:lnTo>
                <a:lnTo>
                  <a:pt x="8550" y="879"/>
                </a:lnTo>
                <a:lnTo>
                  <a:pt x="8551" y="879"/>
                </a:lnTo>
                <a:lnTo>
                  <a:pt x="8551" y="878"/>
                </a:lnTo>
                <a:lnTo>
                  <a:pt x="8552" y="878"/>
                </a:lnTo>
                <a:lnTo>
                  <a:pt x="8552" y="877"/>
                </a:lnTo>
                <a:lnTo>
                  <a:pt x="8553" y="877"/>
                </a:lnTo>
                <a:lnTo>
                  <a:pt x="8553" y="876"/>
                </a:lnTo>
                <a:lnTo>
                  <a:pt x="8554" y="876"/>
                </a:lnTo>
                <a:lnTo>
                  <a:pt x="8554" y="875"/>
                </a:lnTo>
                <a:lnTo>
                  <a:pt x="8554" y="872"/>
                </a:lnTo>
                <a:lnTo>
                  <a:pt x="8554" y="871"/>
                </a:lnTo>
                <a:lnTo>
                  <a:pt x="8554" y="870"/>
                </a:lnTo>
                <a:lnTo>
                  <a:pt x="8554" y="869"/>
                </a:lnTo>
                <a:lnTo>
                  <a:pt x="8556" y="867"/>
                </a:lnTo>
                <a:lnTo>
                  <a:pt x="8557" y="866"/>
                </a:lnTo>
                <a:lnTo>
                  <a:pt x="8558" y="866"/>
                </a:lnTo>
                <a:lnTo>
                  <a:pt x="8559" y="866"/>
                </a:lnTo>
                <a:lnTo>
                  <a:pt x="8560" y="866"/>
                </a:lnTo>
                <a:lnTo>
                  <a:pt x="8560" y="865"/>
                </a:lnTo>
                <a:lnTo>
                  <a:pt x="8561" y="865"/>
                </a:lnTo>
                <a:lnTo>
                  <a:pt x="8562" y="865"/>
                </a:lnTo>
                <a:lnTo>
                  <a:pt x="8565" y="865"/>
                </a:lnTo>
                <a:lnTo>
                  <a:pt x="8567" y="865"/>
                </a:lnTo>
                <a:lnTo>
                  <a:pt x="8568" y="865"/>
                </a:lnTo>
                <a:lnTo>
                  <a:pt x="8569" y="865"/>
                </a:lnTo>
                <a:lnTo>
                  <a:pt x="8570" y="866"/>
                </a:lnTo>
                <a:lnTo>
                  <a:pt x="8571" y="866"/>
                </a:lnTo>
                <a:lnTo>
                  <a:pt x="8572" y="866"/>
                </a:lnTo>
                <a:lnTo>
                  <a:pt x="8573" y="866"/>
                </a:lnTo>
                <a:lnTo>
                  <a:pt x="8575" y="867"/>
                </a:lnTo>
                <a:lnTo>
                  <a:pt x="8576" y="866"/>
                </a:lnTo>
                <a:lnTo>
                  <a:pt x="8580" y="867"/>
                </a:lnTo>
                <a:lnTo>
                  <a:pt x="8581" y="867"/>
                </a:lnTo>
                <a:lnTo>
                  <a:pt x="8583" y="867"/>
                </a:lnTo>
                <a:lnTo>
                  <a:pt x="8584" y="867"/>
                </a:lnTo>
                <a:lnTo>
                  <a:pt x="8586" y="867"/>
                </a:lnTo>
                <a:lnTo>
                  <a:pt x="8589" y="866"/>
                </a:lnTo>
                <a:lnTo>
                  <a:pt x="8590" y="865"/>
                </a:lnTo>
                <a:lnTo>
                  <a:pt x="8591" y="865"/>
                </a:lnTo>
                <a:lnTo>
                  <a:pt x="8591" y="864"/>
                </a:lnTo>
                <a:lnTo>
                  <a:pt x="8592" y="864"/>
                </a:lnTo>
                <a:lnTo>
                  <a:pt x="8593" y="864"/>
                </a:lnTo>
                <a:lnTo>
                  <a:pt x="8593" y="863"/>
                </a:lnTo>
                <a:lnTo>
                  <a:pt x="8594" y="863"/>
                </a:lnTo>
                <a:lnTo>
                  <a:pt x="8594" y="862"/>
                </a:lnTo>
                <a:lnTo>
                  <a:pt x="8595" y="862"/>
                </a:lnTo>
                <a:lnTo>
                  <a:pt x="8595" y="861"/>
                </a:lnTo>
                <a:lnTo>
                  <a:pt x="8596" y="860"/>
                </a:lnTo>
                <a:lnTo>
                  <a:pt x="8596" y="859"/>
                </a:lnTo>
                <a:lnTo>
                  <a:pt x="8596" y="858"/>
                </a:lnTo>
                <a:lnTo>
                  <a:pt x="8596" y="857"/>
                </a:lnTo>
                <a:lnTo>
                  <a:pt x="8596" y="856"/>
                </a:lnTo>
                <a:lnTo>
                  <a:pt x="8595" y="855"/>
                </a:lnTo>
                <a:lnTo>
                  <a:pt x="8594" y="855"/>
                </a:lnTo>
                <a:lnTo>
                  <a:pt x="8594" y="854"/>
                </a:lnTo>
                <a:lnTo>
                  <a:pt x="8593" y="854"/>
                </a:lnTo>
                <a:lnTo>
                  <a:pt x="8593" y="853"/>
                </a:lnTo>
                <a:lnTo>
                  <a:pt x="8592" y="853"/>
                </a:lnTo>
                <a:lnTo>
                  <a:pt x="8592" y="852"/>
                </a:lnTo>
                <a:lnTo>
                  <a:pt x="8592" y="851"/>
                </a:lnTo>
                <a:lnTo>
                  <a:pt x="8592" y="850"/>
                </a:lnTo>
                <a:lnTo>
                  <a:pt x="8592" y="848"/>
                </a:lnTo>
                <a:lnTo>
                  <a:pt x="8592" y="846"/>
                </a:lnTo>
                <a:lnTo>
                  <a:pt x="8592" y="845"/>
                </a:lnTo>
                <a:lnTo>
                  <a:pt x="8592" y="844"/>
                </a:lnTo>
                <a:lnTo>
                  <a:pt x="8592" y="843"/>
                </a:lnTo>
                <a:lnTo>
                  <a:pt x="8593" y="842"/>
                </a:lnTo>
                <a:lnTo>
                  <a:pt x="8593" y="840"/>
                </a:lnTo>
                <a:lnTo>
                  <a:pt x="8592" y="840"/>
                </a:lnTo>
                <a:lnTo>
                  <a:pt x="8593" y="840"/>
                </a:lnTo>
                <a:lnTo>
                  <a:pt x="8593" y="839"/>
                </a:lnTo>
                <a:lnTo>
                  <a:pt x="8593" y="838"/>
                </a:lnTo>
                <a:lnTo>
                  <a:pt x="8594" y="838"/>
                </a:lnTo>
                <a:lnTo>
                  <a:pt x="8594" y="837"/>
                </a:lnTo>
                <a:lnTo>
                  <a:pt x="8595" y="837"/>
                </a:lnTo>
                <a:lnTo>
                  <a:pt x="8596" y="835"/>
                </a:lnTo>
                <a:lnTo>
                  <a:pt x="8596" y="834"/>
                </a:lnTo>
                <a:lnTo>
                  <a:pt x="8597" y="834"/>
                </a:lnTo>
                <a:lnTo>
                  <a:pt x="8597" y="833"/>
                </a:lnTo>
                <a:lnTo>
                  <a:pt x="8598" y="832"/>
                </a:lnTo>
                <a:lnTo>
                  <a:pt x="8599" y="832"/>
                </a:lnTo>
                <a:lnTo>
                  <a:pt x="8599" y="831"/>
                </a:lnTo>
                <a:lnTo>
                  <a:pt x="8599" y="830"/>
                </a:lnTo>
                <a:lnTo>
                  <a:pt x="8599" y="829"/>
                </a:lnTo>
                <a:lnTo>
                  <a:pt x="8599" y="828"/>
                </a:lnTo>
                <a:lnTo>
                  <a:pt x="8599" y="827"/>
                </a:lnTo>
                <a:lnTo>
                  <a:pt x="8598" y="826"/>
                </a:lnTo>
                <a:lnTo>
                  <a:pt x="8598" y="825"/>
                </a:lnTo>
                <a:lnTo>
                  <a:pt x="8597" y="824"/>
                </a:lnTo>
                <a:lnTo>
                  <a:pt x="8596" y="824"/>
                </a:lnTo>
                <a:lnTo>
                  <a:pt x="8596" y="823"/>
                </a:lnTo>
                <a:lnTo>
                  <a:pt x="8595" y="823"/>
                </a:lnTo>
                <a:lnTo>
                  <a:pt x="8595" y="822"/>
                </a:lnTo>
                <a:lnTo>
                  <a:pt x="8594" y="821"/>
                </a:lnTo>
                <a:lnTo>
                  <a:pt x="8593" y="821"/>
                </a:lnTo>
                <a:lnTo>
                  <a:pt x="8593" y="820"/>
                </a:lnTo>
                <a:lnTo>
                  <a:pt x="8592" y="820"/>
                </a:lnTo>
                <a:lnTo>
                  <a:pt x="8592" y="819"/>
                </a:lnTo>
                <a:lnTo>
                  <a:pt x="8592" y="818"/>
                </a:lnTo>
                <a:lnTo>
                  <a:pt x="8592" y="816"/>
                </a:lnTo>
                <a:lnTo>
                  <a:pt x="8592" y="815"/>
                </a:lnTo>
                <a:lnTo>
                  <a:pt x="8593" y="814"/>
                </a:lnTo>
                <a:lnTo>
                  <a:pt x="8593" y="813"/>
                </a:lnTo>
                <a:lnTo>
                  <a:pt x="8594" y="812"/>
                </a:lnTo>
                <a:lnTo>
                  <a:pt x="8595" y="812"/>
                </a:lnTo>
                <a:lnTo>
                  <a:pt x="8596" y="812"/>
                </a:lnTo>
                <a:lnTo>
                  <a:pt x="8596" y="811"/>
                </a:lnTo>
                <a:lnTo>
                  <a:pt x="8597" y="811"/>
                </a:lnTo>
                <a:lnTo>
                  <a:pt x="8598" y="811"/>
                </a:lnTo>
                <a:lnTo>
                  <a:pt x="8599" y="811"/>
                </a:lnTo>
                <a:lnTo>
                  <a:pt x="8600" y="811"/>
                </a:lnTo>
                <a:lnTo>
                  <a:pt x="8601" y="811"/>
                </a:lnTo>
                <a:lnTo>
                  <a:pt x="8602" y="812"/>
                </a:lnTo>
                <a:lnTo>
                  <a:pt x="8603" y="813"/>
                </a:lnTo>
                <a:lnTo>
                  <a:pt x="8603" y="814"/>
                </a:lnTo>
                <a:lnTo>
                  <a:pt x="8604" y="814"/>
                </a:lnTo>
                <a:lnTo>
                  <a:pt x="8606" y="815"/>
                </a:lnTo>
                <a:lnTo>
                  <a:pt x="8607" y="815"/>
                </a:lnTo>
                <a:lnTo>
                  <a:pt x="8609" y="815"/>
                </a:lnTo>
                <a:lnTo>
                  <a:pt x="8611" y="815"/>
                </a:lnTo>
                <a:lnTo>
                  <a:pt x="8612" y="814"/>
                </a:lnTo>
                <a:lnTo>
                  <a:pt x="8613" y="813"/>
                </a:lnTo>
                <a:lnTo>
                  <a:pt x="8614" y="811"/>
                </a:lnTo>
                <a:lnTo>
                  <a:pt x="8614" y="810"/>
                </a:lnTo>
                <a:lnTo>
                  <a:pt x="8615" y="809"/>
                </a:lnTo>
                <a:lnTo>
                  <a:pt x="8615" y="807"/>
                </a:lnTo>
                <a:lnTo>
                  <a:pt x="8615" y="805"/>
                </a:lnTo>
                <a:lnTo>
                  <a:pt x="8616" y="804"/>
                </a:lnTo>
                <a:lnTo>
                  <a:pt x="8616" y="802"/>
                </a:lnTo>
                <a:lnTo>
                  <a:pt x="8616" y="801"/>
                </a:lnTo>
                <a:lnTo>
                  <a:pt x="8616" y="799"/>
                </a:lnTo>
                <a:lnTo>
                  <a:pt x="8617" y="798"/>
                </a:lnTo>
                <a:lnTo>
                  <a:pt x="8621" y="794"/>
                </a:lnTo>
                <a:lnTo>
                  <a:pt x="8622" y="793"/>
                </a:lnTo>
                <a:lnTo>
                  <a:pt x="8624" y="791"/>
                </a:lnTo>
                <a:lnTo>
                  <a:pt x="8631" y="787"/>
                </a:lnTo>
                <a:lnTo>
                  <a:pt x="8632" y="786"/>
                </a:lnTo>
                <a:lnTo>
                  <a:pt x="8633" y="783"/>
                </a:lnTo>
                <a:lnTo>
                  <a:pt x="8633" y="778"/>
                </a:lnTo>
                <a:lnTo>
                  <a:pt x="8633" y="777"/>
                </a:lnTo>
                <a:lnTo>
                  <a:pt x="8633" y="776"/>
                </a:lnTo>
                <a:lnTo>
                  <a:pt x="8633" y="775"/>
                </a:lnTo>
                <a:lnTo>
                  <a:pt x="8633" y="773"/>
                </a:lnTo>
                <a:lnTo>
                  <a:pt x="8633" y="771"/>
                </a:lnTo>
                <a:lnTo>
                  <a:pt x="8634" y="770"/>
                </a:lnTo>
                <a:lnTo>
                  <a:pt x="8634" y="769"/>
                </a:lnTo>
                <a:lnTo>
                  <a:pt x="8636" y="768"/>
                </a:lnTo>
                <a:lnTo>
                  <a:pt x="8636" y="767"/>
                </a:lnTo>
                <a:lnTo>
                  <a:pt x="8637" y="767"/>
                </a:lnTo>
                <a:lnTo>
                  <a:pt x="8637" y="766"/>
                </a:lnTo>
                <a:lnTo>
                  <a:pt x="8638" y="766"/>
                </a:lnTo>
                <a:lnTo>
                  <a:pt x="8639" y="765"/>
                </a:lnTo>
                <a:lnTo>
                  <a:pt x="8640" y="764"/>
                </a:lnTo>
                <a:lnTo>
                  <a:pt x="8641" y="764"/>
                </a:lnTo>
                <a:lnTo>
                  <a:pt x="8641" y="763"/>
                </a:lnTo>
                <a:lnTo>
                  <a:pt x="8642" y="763"/>
                </a:lnTo>
                <a:lnTo>
                  <a:pt x="8643" y="763"/>
                </a:lnTo>
                <a:lnTo>
                  <a:pt x="8645" y="761"/>
                </a:lnTo>
                <a:lnTo>
                  <a:pt x="8646" y="761"/>
                </a:lnTo>
                <a:lnTo>
                  <a:pt x="8647" y="761"/>
                </a:lnTo>
                <a:lnTo>
                  <a:pt x="8647" y="760"/>
                </a:lnTo>
                <a:lnTo>
                  <a:pt x="8648" y="760"/>
                </a:lnTo>
                <a:lnTo>
                  <a:pt x="8649" y="760"/>
                </a:lnTo>
                <a:lnTo>
                  <a:pt x="8652" y="760"/>
                </a:lnTo>
                <a:lnTo>
                  <a:pt x="8653" y="760"/>
                </a:lnTo>
                <a:lnTo>
                  <a:pt x="8654" y="760"/>
                </a:lnTo>
                <a:lnTo>
                  <a:pt x="8655" y="760"/>
                </a:lnTo>
                <a:lnTo>
                  <a:pt x="8656" y="760"/>
                </a:lnTo>
                <a:lnTo>
                  <a:pt x="8657" y="759"/>
                </a:lnTo>
                <a:lnTo>
                  <a:pt x="8659" y="759"/>
                </a:lnTo>
                <a:lnTo>
                  <a:pt x="8660" y="760"/>
                </a:lnTo>
                <a:lnTo>
                  <a:pt x="8661" y="760"/>
                </a:lnTo>
                <a:lnTo>
                  <a:pt x="8663" y="760"/>
                </a:lnTo>
                <a:lnTo>
                  <a:pt x="8664" y="760"/>
                </a:lnTo>
                <a:lnTo>
                  <a:pt x="8667" y="761"/>
                </a:lnTo>
                <a:lnTo>
                  <a:pt x="8669" y="761"/>
                </a:lnTo>
                <a:lnTo>
                  <a:pt x="8669" y="762"/>
                </a:lnTo>
                <a:lnTo>
                  <a:pt x="8670" y="761"/>
                </a:lnTo>
                <a:lnTo>
                  <a:pt x="8671" y="760"/>
                </a:lnTo>
                <a:lnTo>
                  <a:pt x="8672" y="759"/>
                </a:lnTo>
                <a:lnTo>
                  <a:pt x="8672" y="758"/>
                </a:lnTo>
                <a:lnTo>
                  <a:pt x="8673" y="758"/>
                </a:lnTo>
                <a:lnTo>
                  <a:pt x="8674" y="757"/>
                </a:lnTo>
                <a:lnTo>
                  <a:pt x="8675" y="757"/>
                </a:lnTo>
                <a:lnTo>
                  <a:pt x="8675" y="756"/>
                </a:lnTo>
                <a:lnTo>
                  <a:pt x="8676" y="755"/>
                </a:lnTo>
                <a:lnTo>
                  <a:pt x="8677" y="755"/>
                </a:lnTo>
                <a:lnTo>
                  <a:pt x="8677" y="754"/>
                </a:lnTo>
                <a:lnTo>
                  <a:pt x="8678" y="754"/>
                </a:lnTo>
                <a:lnTo>
                  <a:pt x="8678" y="753"/>
                </a:lnTo>
                <a:lnTo>
                  <a:pt x="8679" y="753"/>
                </a:lnTo>
                <a:lnTo>
                  <a:pt x="8681" y="753"/>
                </a:lnTo>
                <a:lnTo>
                  <a:pt x="8683" y="753"/>
                </a:lnTo>
                <a:lnTo>
                  <a:pt x="8684" y="753"/>
                </a:lnTo>
                <a:lnTo>
                  <a:pt x="8684" y="754"/>
                </a:lnTo>
                <a:lnTo>
                  <a:pt x="8685" y="754"/>
                </a:lnTo>
                <a:lnTo>
                  <a:pt x="8687" y="753"/>
                </a:lnTo>
                <a:lnTo>
                  <a:pt x="8689" y="753"/>
                </a:lnTo>
                <a:lnTo>
                  <a:pt x="8691" y="752"/>
                </a:lnTo>
                <a:lnTo>
                  <a:pt x="8692" y="751"/>
                </a:lnTo>
                <a:lnTo>
                  <a:pt x="8694" y="750"/>
                </a:lnTo>
                <a:lnTo>
                  <a:pt x="8695" y="750"/>
                </a:lnTo>
                <a:lnTo>
                  <a:pt x="8696" y="750"/>
                </a:lnTo>
                <a:lnTo>
                  <a:pt x="8697" y="750"/>
                </a:lnTo>
                <a:lnTo>
                  <a:pt x="8699" y="749"/>
                </a:lnTo>
                <a:lnTo>
                  <a:pt x="8700" y="748"/>
                </a:lnTo>
                <a:lnTo>
                  <a:pt x="8700" y="746"/>
                </a:lnTo>
                <a:lnTo>
                  <a:pt x="8700" y="744"/>
                </a:lnTo>
                <a:lnTo>
                  <a:pt x="8700" y="739"/>
                </a:lnTo>
                <a:lnTo>
                  <a:pt x="8700" y="736"/>
                </a:lnTo>
                <a:lnTo>
                  <a:pt x="8700" y="734"/>
                </a:lnTo>
                <a:lnTo>
                  <a:pt x="8700" y="733"/>
                </a:lnTo>
                <a:lnTo>
                  <a:pt x="8701" y="732"/>
                </a:lnTo>
                <a:lnTo>
                  <a:pt x="8702" y="731"/>
                </a:lnTo>
                <a:lnTo>
                  <a:pt x="8704" y="731"/>
                </a:lnTo>
                <a:lnTo>
                  <a:pt x="8705" y="730"/>
                </a:lnTo>
                <a:lnTo>
                  <a:pt x="8706" y="731"/>
                </a:lnTo>
                <a:lnTo>
                  <a:pt x="8709" y="731"/>
                </a:lnTo>
                <a:lnTo>
                  <a:pt x="8711" y="731"/>
                </a:lnTo>
                <a:lnTo>
                  <a:pt x="8713" y="731"/>
                </a:lnTo>
                <a:lnTo>
                  <a:pt x="8715" y="730"/>
                </a:lnTo>
                <a:lnTo>
                  <a:pt x="8716" y="729"/>
                </a:lnTo>
                <a:lnTo>
                  <a:pt x="8717" y="728"/>
                </a:lnTo>
                <a:lnTo>
                  <a:pt x="8717" y="727"/>
                </a:lnTo>
                <a:lnTo>
                  <a:pt x="8717" y="725"/>
                </a:lnTo>
                <a:lnTo>
                  <a:pt x="8716" y="721"/>
                </a:lnTo>
                <a:lnTo>
                  <a:pt x="8716" y="718"/>
                </a:lnTo>
                <a:lnTo>
                  <a:pt x="8715" y="718"/>
                </a:lnTo>
                <a:lnTo>
                  <a:pt x="8715" y="717"/>
                </a:lnTo>
                <a:lnTo>
                  <a:pt x="8716" y="717"/>
                </a:lnTo>
                <a:lnTo>
                  <a:pt x="8716" y="716"/>
                </a:lnTo>
                <a:lnTo>
                  <a:pt x="8717" y="715"/>
                </a:lnTo>
                <a:lnTo>
                  <a:pt x="8717" y="714"/>
                </a:lnTo>
                <a:lnTo>
                  <a:pt x="8718" y="714"/>
                </a:lnTo>
                <a:lnTo>
                  <a:pt x="8718" y="713"/>
                </a:lnTo>
                <a:lnTo>
                  <a:pt x="8719" y="713"/>
                </a:lnTo>
                <a:lnTo>
                  <a:pt x="8720" y="713"/>
                </a:lnTo>
                <a:lnTo>
                  <a:pt x="8720" y="712"/>
                </a:lnTo>
                <a:lnTo>
                  <a:pt x="8721" y="712"/>
                </a:lnTo>
                <a:lnTo>
                  <a:pt x="8722" y="712"/>
                </a:lnTo>
                <a:lnTo>
                  <a:pt x="8722" y="711"/>
                </a:lnTo>
                <a:lnTo>
                  <a:pt x="8723" y="711"/>
                </a:lnTo>
                <a:lnTo>
                  <a:pt x="8724" y="711"/>
                </a:lnTo>
                <a:lnTo>
                  <a:pt x="8725" y="711"/>
                </a:lnTo>
                <a:lnTo>
                  <a:pt x="8725" y="710"/>
                </a:lnTo>
                <a:lnTo>
                  <a:pt x="8726" y="710"/>
                </a:lnTo>
                <a:lnTo>
                  <a:pt x="8726" y="709"/>
                </a:lnTo>
                <a:lnTo>
                  <a:pt x="8727" y="708"/>
                </a:lnTo>
                <a:lnTo>
                  <a:pt x="8727" y="707"/>
                </a:lnTo>
                <a:lnTo>
                  <a:pt x="8728" y="706"/>
                </a:lnTo>
                <a:lnTo>
                  <a:pt x="8731" y="705"/>
                </a:lnTo>
                <a:lnTo>
                  <a:pt x="8732" y="704"/>
                </a:lnTo>
                <a:lnTo>
                  <a:pt x="8733" y="704"/>
                </a:lnTo>
                <a:lnTo>
                  <a:pt x="8733" y="703"/>
                </a:lnTo>
                <a:lnTo>
                  <a:pt x="8734" y="702"/>
                </a:lnTo>
                <a:lnTo>
                  <a:pt x="8735" y="701"/>
                </a:lnTo>
                <a:lnTo>
                  <a:pt x="8737" y="701"/>
                </a:lnTo>
                <a:lnTo>
                  <a:pt x="8738" y="700"/>
                </a:lnTo>
                <a:lnTo>
                  <a:pt x="8739" y="698"/>
                </a:lnTo>
                <a:lnTo>
                  <a:pt x="8740" y="697"/>
                </a:lnTo>
                <a:lnTo>
                  <a:pt x="8741" y="697"/>
                </a:lnTo>
                <a:lnTo>
                  <a:pt x="8742" y="696"/>
                </a:lnTo>
                <a:lnTo>
                  <a:pt x="8744" y="696"/>
                </a:lnTo>
                <a:lnTo>
                  <a:pt x="8745" y="696"/>
                </a:lnTo>
                <a:lnTo>
                  <a:pt x="8746" y="696"/>
                </a:lnTo>
                <a:lnTo>
                  <a:pt x="8747" y="695"/>
                </a:lnTo>
                <a:lnTo>
                  <a:pt x="8748" y="695"/>
                </a:lnTo>
                <a:lnTo>
                  <a:pt x="8749" y="694"/>
                </a:lnTo>
                <a:lnTo>
                  <a:pt x="8749" y="693"/>
                </a:lnTo>
                <a:lnTo>
                  <a:pt x="8750" y="693"/>
                </a:lnTo>
                <a:lnTo>
                  <a:pt x="8750" y="692"/>
                </a:lnTo>
                <a:lnTo>
                  <a:pt x="8750" y="688"/>
                </a:lnTo>
                <a:lnTo>
                  <a:pt x="8751" y="686"/>
                </a:lnTo>
                <a:lnTo>
                  <a:pt x="8754" y="685"/>
                </a:lnTo>
                <a:lnTo>
                  <a:pt x="8756" y="685"/>
                </a:lnTo>
                <a:lnTo>
                  <a:pt x="8757" y="685"/>
                </a:lnTo>
                <a:lnTo>
                  <a:pt x="8758" y="685"/>
                </a:lnTo>
                <a:lnTo>
                  <a:pt x="8760" y="685"/>
                </a:lnTo>
                <a:lnTo>
                  <a:pt x="8761" y="685"/>
                </a:lnTo>
                <a:lnTo>
                  <a:pt x="8763" y="684"/>
                </a:lnTo>
                <a:lnTo>
                  <a:pt x="8764" y="683"/>
                </a:lnTo>
                <a:lnTo>
                  <a:pt x="8764" y="682"/>
                </a:lnTo>
                <a:lnTo>
                  <a:pt x="8765" y="682"/>
                </a:lnTo>
                <a:lnTo>
                  <a:pt x="8765" y="681"/>
                </a:lnTo>
                <a:lnTo>
                  <a:pt x="8765" y="680"/>
                </a:lnTo>
                <a:lnTo>
                  <a:pt x="8766" y="679"/>
                </a:lnTo>
                <a:lnTo>
                  <a:pt x="8766" y="678"/>
                </a:lnTo>
                <a:lnTo>
                  <a:pt x="8767" y="675"/>
                </a:lnTo>
                <a:lnTo>
                  <a:pt x="8768" y="674"/>
                </a:lnTo>
                <a:lnTo>
                  <a:pt x="8769" y="672"/>
                </a:lnTo>
                <a:lnTo>
                  <a:pt x="8770" y="671"/>
                </a:lnTo>
                <a:lnTo>
                  <a:pt x="8771" y="671"/>
                </a:lnTo>
                <a:lnTo>
                  <a:pt x="8771" y="670"/>
                </a:lnTo>
                <a:lnTo>
                  <a:pt x="8773" y="670"/>
                </a:lnTo>
                <a:lnTo>
                  <a:pt x="8774" y="670"/>
                </a:lnTo>
                <a:lnTo>
                  <a:pt x="8775" y="670"/>
                </a:lnTo>
                <a:lnTo>
                  <a:pt x="8777" y="670"/>
                </a:lnTo>
                <a:lnTo>
                  <a:pt x="8778" y="669"/>
                </a:lnTo>
                <a:lnTo>
                  <a:pt x="8779" y="669"/>
                </a:lnTo>
                <a:lnTo>
                  <a:pt x="8780" y="668"/>
                </a:lnTo>
                <a:lnTo>
                  <a:pt x="8781" y="668"/>
                </a:lnTo>
                <a:lnTo>
                  <a:pt x="8783" y="668"/>
                </a:lnTo>
                <a:lnTo>
                  <a:pt x="8785" y="668"/>
                </a:lnTo>
                <a:lnTo>
                  <a:pt x="8786" y="668"/>
                </a:lnTo>
                <a:lnTo>
                  <a:pt x="8786" y="667"/>
                </a:lnTo>
                <a:lnTo>
                  <a:pt x="8787" y="667"/>
                </a:lnTo>
                <a:lnTo>
                  <a:pt x="8788" y="667"/>
                </a:lnTo>
                <a:lnTo>
                  <a:pt x="8789" y="666"/>
                </a:lnTo>
                <a:lnTo>
                  <a:pt x="8791" y="665"/>
                </a:lnTo>
                <a:lnTo>
                  <a:pt x="8793" y="664"/>
                </a:lnTo>
                <a:lnTo>
                  <a:pt x="8793" y="663"/>
                </a:lnTo>
                <a:lnTo>
                  <a:pt x="8795" y="661"/>
                </a:lnTo>
                <a:lnTo>
                  <a:pt x="8795" y="660"/>
                </a:lnTo>
                <a:lnTo>
                  <a:pt x="8796" y="659"/>
                </a:lnTo>
                <a:lnTo>
                  <a:pt x="8797" y="659"/>
                </a:lnTo>
                <a:lnTo>
                  <a:pt x="8798" y="659"/>
                </a:lnTo>
                <a:lnTo>
                  <a:pt x="8799" y="658"/>
                </a:lnTo>
                <a:lnTo>
                  <a:pt x="8800" y="657"/>
                </a:lnTo>
                <a:lnTo>
                  <a:pt x="8801" y="657"/>
                </a:lnTo>
                <a:lnTo>
                  <a:pt x="8802" y="656"/>
                </a:lnTo>
                <a:lnTo>
                  <a:pt x="8804" y="654"/>
                </a:lnTo>
                <a:lnTo>
                  <a:pt x="8805" y="652"/>
                </a:lnTo>
                <a:lnTo>
                  <a:pt x="8806" y="652"/>
                </a:lnTo>
                <a:lnTo>
                  <a:pt x="8808" y="651"/>
                </a:lnTo>
                <a:lnTo>
                  <a:pt x="8809" y="651"/>
                </a:lnTo>
                <a:lnTo>
                  <a:pt x="8811" y="651"/>
                </a:lnTo>
                <a:lnTo>
                  <a:pt x="8814" y="652"/>
                </a:lnTo>
                <a:lnTo>
                  <a:pt x="8815" y="652"/>
                </a:lnTo>
                <a:lnTo>
                  <a:pt x="8816" y="652"/>
                </a:lnTo>
                <a:lnTo>
                  <a:pt x="8818" y="652"/>
                </a:lnTo>
                <a:lnTo>
                  <a:pt x="8819" y="652"/>
                </a:lnTo>
                <a:lnTo>
                  <a:pt x="8820" y="651"/>
                </a:lnTo>
                <a:lnTo>
                  <a:pt x="8822" y="650"/>
                </a:lnTo>
                <a:lnTo>
                  <a:pt x="8823" y="649"/>
                </a:lnTo>
                <a:lnTo>
                  <a:pt x="8825" y="649"/>
                </a:lnTo>
                <a:lnTo>
                  <a:pt x="8826" y="648"/>
                </a:lnTo>
                <a:lnTo>
                  <a:pt x="8827" y="648"/>
                </a:lnTo>
                <a:lnTo>
                  <a:pt x="8829" y="648"/>
                </a:lnTo>
                <a:lnTo>
                  <a:pt x="8830" y="647"/>
                </a:lnTo>
                <a:lnTo>
                  <a:pt x="8831" y="647"/>
                </a:lnTo>
                <a:lnTo>
                  <a:pt x="8831" y="646"/>
                </a:lnTo>
                <a:lnTo>
                  <a:pt x="8834" y="647"/>
                </a:lnTo>
                <a:lnTo>
                  <a:pt x="8835" y="647"/>
                </a:lnTo>
                <a:lnTo>
                  <a:pt x="8837" y="648"/>
                </a:lnTo>
                <a:lnTo>
                  <a:pt x="8840" y="649"/>
                </a:lnTo>
                <a:lnTo>
                  <a:pt x="8844" y="651"/>
                </a:lnTo>
                <a:lnTo>
                  <a:pt x="8845" y="651"/>
                </a:lnTo>
                <a:lnTo>
                  <a:pt x="8846" y="651"/>
                </a:lnTo>
                <a:lnTo>
                  <a:pt x="8847" y="650"/>
                </a:lnTo>
                <a:lnTo>
                  <a:pt x="8848" y="650"/>
                </a:lnTo>
                <a:lnTo>
                  <a:pt x="8849" y="649"/>
                </a:lnTo>
                <a:lnTo>
                  <a:pt x="8851" y="648"/>
                </a:lnTo>
                <a:lnTo>
                  <a:pt x="8852" y="646"/>
                </a:lnTo>
                <a:lnTo>
                  <a:pt x="8853" y="644"/>
                </a:lnTo>
                <a:lnTo>
                  <a:pt x="8853" y="643"/>
                </a:lnTo>
                <a:lnTo>
                  <a:pt x="8853" y="642"/>
                </a:lnTo>
                <a:lnTo>
                  <a:pt x="8854" y="639"/>
                </a:lnTo>
                <a:lnTo>
                  <a:pt x="8854" y="637"/>
                </a:lnTo>
                <a:lnTo>
                  <a:pt x="8855" y="633"/>
                </a:lnTo>
                <a:lnTo>
                  <a:pt x="8858" y="631"/>
                </a:lnTo>
                <a:lnTo>
                  <a:pt x="8861" y="629"/>
                </a:lnTo>
                <a:lnTo>
                  <a:pt x="8862" y="629"/>
                </a:lnTo>
                <a:lnTo>
                  <a:pt x="8863" y="629"/>
                </a:lnTo>
                <a:lnTo>
                  <a:pt x="8869" y="628"/>
                </a:lnTo>
                <a:lnTo>
                  <a:pt x="8872" y="628"/>
                </a:lnTo>
                <a:lnTo>
                  <a:pt x="8873" y="628"/>
                </a:lnTo>
                <a:lnTo>
                  <a:pt x="8874" y="628"/>
                </a:lnTo>
                <a:lnTo>
                  <a:pt x="8874" y="627"/>
                </a:lnTo>
                <a:lnTo>
                  <a:pt x="8875" y="627"/>
                </a:lnTo>
                <a:lnTo>
                  <a:pt x="8876" y="626"/>
                </a:lnTo>
                <a:lnTo>
                  <a:pt x="8877" y="624"/>
                </a:lnTo>
                <a:lnTo>
                  <a:pt x="8877" y="623"/>
                </a:lnTo>
                <a:lnTo>
                  <a:pt x="8877" y="622"/>
                </a:lnTo>
                <a:lnTo>
                  <a:pt x="8878" y="621"/>
                </a:lnTo>
                <a:lnTo>
                  <a:pt x="8880" y="622"/>
                </a:lnTo>
                <a:lnTo>
                  <a:pt x="8882" y="624"/>
                </a:lnTo>
                <a:lnTo>
                  <a:pt x="8883" y="624"/>
                </a:lnTo>
                <a:lnTo>
                  <a:pt x="8884" y="626"/>
                </a:lnTo>
                <a:lnTo>
                  <a:pt x="8884" y="629"/>
                </a:lnTo>
                <a:lnTo>
                  <a:pt x="8884" y="632"/>
                </a:lnTo>
                <a:lnTo>
                  <a:pt x="8884" y="634"/>
                </a:lnTo>
                <a:lnTo>
                  <a:pt x="8883" y="635"/>
                </a:lnTo>
                <a:lnTo>
                  <a:pt x="8882" y="636"/>
                </a:lnTo>
                <a:lnTo>
                  <a:pt x="8881" y="638"/>
                </a:lnTo>
                <a:lnTo>
                  <a:pt x="8880" y="638"/>
                </a:lnTo>
                <a:lnTo>
                  <a:pt x="8876" y="642"/>
                </a:lnTo>
                <a:lnTo>
                  <a:pt x="8875" y="644"/>
                </a:lnTo>
                <a:lnTo>
                  <a:pt x="8873" y="644"/>
                </a:lnTo>
                <a:lnTo>
                  <a:pt x="8871" y="646"/>
                </a:lnTo>
                <a:lnTo>
                  <a:pt x="8870" y="647"/>
                </a:lnTo>
                <a:lnTo>
                  <a:pt x="8869" y="648"/>
                </a:lnTo>
                <a:lnTo>
                  <a:pt x="8866" y="650"/>
                </a:lnTo>
                <a:lnTo>
                  <a:pt x="8865" y="650"/>
                </a:lnTo>
                <a:lnTo>
                  <a:pt x="8863" y="652"/>
                </a:lnTo>
                <a:lnTo>
                  <a:pt x="8862" y="653"/>
                </a:lnTo>
                <a:lnTo>
                  <a:pt x="8859" y="655"/>
                </a:lnTo>
                <a:lnTo>
                  <a:pt x="8857" y="657"/>
                </a:lnTo>
                <a:lnTo>
                  <a:pt x="8856" y="658"/>
                </a:lnTo>
                <a:lnTo>
                  <a:pt x="8855" y="659"/>
                </a:lnTo>
                <a:lnTo>
                  <a:pt x="8854" y="660"/>
                </a:lnTo>
                <a:lnTo>
                  <a:pt x="8854" y="662"/>
                </a:lnTo>
                <a:lnTo>
                  <a:pt x="8853" y="663"/>
                </a:lnTo>
                <a:lnTo>
                  <a:pt x="8853" y="665"/>
                </a:lnTo>
                <a:lnTo>
                  <a:pt x="8852" y="666"/>
                </a:lnTo>
                <a:lnTo>
                  <a:pt x="8851" y="667"/>
                </a:lnTo>
                <a:lnTo>
                  <a:pt x="8850" y="667"/>
                </a:lnTo>
                <a:lnTo>
                  <a:pt x="8849" y="668"/>
                </a:lnTo>
                <a:lnTo>
                  <a:pt x="8848" y="669"/>
                </a:lnTo>
                <a:lnTo>
                  <a:pt x="8847" y="670"/>
                </a:lnTo>
                <a:lnTo>
                  <a:pt x="8846" y="671"/>
                </a:lnTo>
                <a:lnTo>
                  <a:pt x="8845" y="671"/>
                </a:lnTo>
                <a:lnTo>
                  <a:pt x="8845" y="672"/>
                </a:lnTo>
                <a:lnTo>
                  <a:pt x="8844" y="673"/>
                </a:lnTo>
                <a:lnTo>
                  <a:pt x="8843" y="673"/>
                </a:lnTo>
                <a:lnTo>
                  <a:pt x="8842" y="674"/>
                </a:lnTo>
                <a:lnTo>
                  <a:pt x="8841" y="674"/>
                </a:lnTo>
                <a:lnTo>
                  <a:pt x="8841" y="676"/>
                </a:lnTo>
                <a:lnTo>
                  <a:pt x="8840" y="678"/>
                </a:lnTo>
                <a:lnTo>
                  <a:pt x="8840" y="680"/>
                </a:lnTo>
                <a:lnTo>
                  <a:pt x="8840" y="681"/>
                </a:lnTo>
                <a:lnTo>
                  <a:pt x="8840" y="682"/>
                </a:lnTo>
                <a:lnTo>
                  <a:pt x="8841" y="682"/>
                </a:lnTo>
                <a:lnTo>
                  <a:pt x="8841" y="684"/>
                </a:lnTo>
                <a:lnTo>
                  <a:pt x="8841" y="686"/>
                </a:lnTo>
                <a:lnTo>
                  <a:pt x="8842" y="687"/>
                </a:lnTo>
                <a:lnTo>
                  <a:pt x="8842" y="688"/>
                </a:lnTo>
                <a:lnTo>
                  <a:pt x="8842" y="689"/>
                </a:lnTo>
                <a:lnTo>
                  <a:pt x="8843" y="690"/>
                </a:lnTo>
                <a:lnTo>
                  <a:pt x="8843" y="691"/>
                </a:lnTo>
                <a:lnTo>
                  <a:pt x="8843" y="692"/>
                </a:lnTo>
                <a:lnTo>
                  <a:pt x="8844" y="693"/>
                </a:lnTo>
                <a:lnTo>
                  <a:pt x="8844" y="694"/>
                </a:lnTo>
                <a:lnTo>
                  <a:pt x="8845" y="696"/>
                </a:lnTo>
                <a:lnTo>
                  <a:pt x="8845" y="697"/>
                </a:lnTo>
                <a:lnTo>
                  <a:pt x="8845" y="698"/>
                </a:lnTo>
                <a:lnTo>
                  <a:pt x="8845" y="699"/>
                </a:lnTo>
                <a:lnTo>
                  <a:pt x="8845" y="700"/>
                </a:lnTo>
                <a:lnTo>
                  <a:pt x="8845" y="701"/>
                </a:lnTo>
                <a:lnTo>
                  <a:pt x="8844" y="702"/>
                </a:lnTo>
                <a:lnTo>
                  <a:pt x="8843" y="703"/>
                </a:lnTo>
                <a:lnTo>
                  <a:pt x="8843" y="704"/>
                </a:lnTo>
                <a:lnTo>
                  <a:pt x="8843" y="705"/>
                </a:lnTo>
                <a:lnTo>
                  <a:pt x="8843" y="708"/>
                </a:lnTo>
                <a:lnTo>
                  <a:pt x="8843" y="710"/>
                </a:lnTo>
                <a:lnTo>
                  <a:pt x="8842" y="711"/>
                </a:lnTo>
                <a:lnTo>
                  <a:pt x="8842" y="712"/>
                </a:lnTo>
                <a:lnTo>
                  <a:pt x="8841" y="715"/>
                </a:lnTo>
                <a:lnTo>
                  <a:pt x="8839" y="718"/>
                </a:lnTo>
                <a:lnTo>
                  <a:pt x="8839" y="719"/>
                </a:lnTo>
                <a:lnTo>
                  <a:pt x="8839" y="720"/>
                </a:lnTo>
                <a:lnTo>
                  <a:pt x="8838" y="720"/>
                </a:lnTo>
                <a:lnTo>
                  <a:pt x="8839" y="720"/>
                </a:lnTo>
                <a:lnTo>
                  <a:pt x="8839" y="721"/>
                </a:lnTo>
                <a:lnTo>
                  <a:pt x="8839" y="723"/>
                </a:lnTo>
                <a:lnTo>
                  <a:pt x="8838" y="723"/>
                </a:lnTo>
                <a:lnTo>
                  <a:pt x="8838" y="724"/>
                </a:lnTo>
                <a:lnTo>
                  <a:pt x="8837" y="724"/>
                </a:lnTo>
                <a:lnTo>
                  <a:pt x="8836" y="725"/>
                </a:lnTo>
                <a:lnTo>
                  <a:pt x="8836" y="726"/>
                </a:lnTo>
                <a:lnTo>
                  <a:pt x="8837" y="726"/>
                </a:lnTo>
                <a:lnTo>
                  <a:pt x="8837" y="727"/>
                </a:lnTo>
                <a:lnTo>
                  <a:pt x="8837" y="728"/>
                </a:lnTo>
                <a:lnTo>
                  <a:pt x="8838" y="729"/>
                </a:lnTo>
                <a:lnTo>
                  <a:pt x="8839" y="731"/>
                </a:lnTo>
                <a:lnTo>
                  <a:pt x="8839" y="732"/>
                </a:lnTo>
                <a:lnTo>
                  <a:pt x="8839" y="733"/>
                </a:lnTo>
                <a:lnTo>
                  <a:pt x="8839" y="734"/>
                </a:lnTo>
                <a:lnTo>
                  <a:pt x="8839" y="735"/>
                </a:lnTo>
                <a:lnTo>
                  <a:pt x="8840" y="735"/>
                </a:lnTo>
                <a:lnTo>
                  <a:pt x="8840" y="736"/>
                </a:lnTo>
                <a:lnTo>
                  <a:pt x="8841" y="736"/>
                </a:lnTo>
                <a:lnTo>
                  <a:pt x="8842" y="736"/>
                </a:lnTo>
                <a:lnTo>
                  <a:pt x="8844" y="738"/>
                </a:lnTo>
                <a:lnTo>
                  <a:pt x="8845" y="738"/>
                </a:lnTo>
                <a:lnTo>
                  <a:pt x="8845" y="739"/>
                </a:lnTo>
                <a:lnTo>
                  <a:pt x="8846" y="739"/>
                </a:lnTo>
                <a:lnTo>
                  <a:pt x="8847" y="739"/>
                </a:lnTo>
                <a:lnTo>
                  <a:pt x="8847" y="740"/>
                </a:lnTo>
                <a:lnTo>
                  <a:pt x="8848" y="740"/>
                </a:lnTo>
                <a:lnTo>
                  <a:pt x="8848" y="741"/>
                </a:lnTo>
                <a:lnTo>
                  <a:pt x="8849" y="741"/>
                </a:lnTo>
                <a:lnTo>
                  <a:pt x="8849" y="742"/>
                </a:lnTo>
                <a:lnTo>
                  <a:pt x="8850" y="743"/>
                </a:lnTo>
                <a:lnTo>
                  <a:pt x="8850" y="744"/>
                </a:lnTo>
                <a:lnTo>
                  <a:pt x="8851" y="744"/>
                </a:lnTo>
                <a:lnTo>
                  <a:pt x="8851" y="745"/>
                </a:lnTo>
                <a:lnTo>
                  <a:pt x="8851" y="747"/>
                </a:lnTo>
                <a:lnTo>
                  <a:pt x="8851" y="748"/>
                </a:lnTo>
                <a:lnTo>
                  <a:pt x="8853" y="748"/>
                </a:lnTo>
                <a:lnTo>
                  <a:pt x="8854" y="748"/>
                </a:lnTo>
                <a:lnTo>
                  <a:pt x="8855" y="748"/>
                </a:lnTo>
                <a:lnTo>
                  <a:pt x="8855" y="747"/>
                </a:lnTo>
                <a:lnTo>
                  <a:pt x="8856" y="747"/>
                </a:lnTo>
                <a:lnTo>
                  <a:pt x="8857" y="747"/>
                </a:lnTo>
                <a:lnTo>
                  <a:pt x="8858" y="747"/>
                </a:lnTo>
                <a:lnTo>
                  <a:pt x="8859" y="747"/>
                </a:lnTo>
                <a:lnTo>
                  <a:pt x="8859" y="748"/>
                </a:lnTo>
                <a:lnTo>
                  <a:pt x="8860" y="748"/>
                </a:lnTo>
                <a:lnTo>
                  <a:pt x="8860" y="749"/>
                </a:lnTo>
                <a:lnTo>
                  <a:pt x="8861" y="749"/>
                </a:lnTo>
                <a:lnTo>
                  <a:pt x="8862" y="750"/>
                </a:lnTo>
                <a:lnTo>
                  <a:pt x="8862" y="752"/>
                </a:lnTo>
                <a:lnTo>
                  <a:pt x="8862" y="753"/>
                </a:lnTo>
                <a:lnTo>
                  <a:pt x="8862" y="754"/>
                </a:lnTo>
                <a:lnTo>
                  <a:pt x="8862" y="755"/>
                </a:lnTo>
                <a:lnTo>
                  <a:pt x="8863" y="756"/>
                </a:lnTo>
                <a:lnTo>
                  <a:pt x="8863" y="757"/>
                </a:lnTo>
                <a:lnTo>
                  <a:pt x="8864" y="757"/>
                </a:lnTo>
                <a:lnTo>
                  <a:pt x="8864" y="758"/>
                </a:lnTo>
                <a:lnTo>
                  <a:pt x="8864" y="759"/>
                </a:lnTo>
                <a:lnTo>
                  <a:pt x="8864" y="760"/>
                </a:lnTo>
                <a:lnTo>
                  <a:pt x="8864" y="761"/>
                </a:lnTo>
                <a:lnTo>
                  <a:pt x="8865" y="761"/>
                </a:lnTo>
                <a:lnTo>
                  <a:pt x="8865" y="762"/>
                </a:lnTo>
                <a:lnTo>
                  <a:pt x="8866" y="762"/>
                </a:lnTo>
                <a:lnTo>
                  <a:pt x="8867" y="763"/>
                </a:lnTo>
                <a:lnTo>
                  <a:pt x="8868" y="763"/>
                </a:lnTo>
                <a:lnTo>
                  <a:pt x="8869" y="763"/>
                </a:lnTo>
                <a:lnTo>
                  <a:pt x="8870" y="763"/>
                </a:lnTo>
                <a:lnTo>
                  <a:pt x="8871" y="764"/>
                </a:lnTo>
                <a:lnTo>
                  <a:pt x="8872" y="764"/>
                </a:lnTo>
                <a:lnTo>
                  <a:pt x="8872" y="765"/>
                </a:lnTo>
                <a:lnTo>
                  <a:pt x="8873" y="765"/>
                </a:lnTo>
                <a:lnTo>
                  <a:pt x="8874" y="766"/>
                </a:lnTo>
                <a:lnTo>
                  <a:pt x="8875" y="766"/>
                </a:lnTo>
                <a:lnTo>
                  <a:pt x="8876" y="767"/>
                </a:lnTo>
                <a:lnTo>
                  <a:pt x="8876" y="768"/>
                </a:lnTo>
                <a:lnTo>
                  <a:pt x="8877" y="768"/>
                </a:lnTo>
                <a:lnTo>
                  <a:pt x="8878" y="768"/>
                </a:lnTo>
                <a:lnTo>
                  <a:pt x="8879" y="768"/>
                </a:lnTo>
                <a:lnTo>
                  <a:pt x="8880" y="768"/>
                </a:lnTo>
                <a:lnTo>
                  <a:pt x="8881" y="769"/>
                </a:lnTo>
                <a:lnTo>
                  <a:pt x="8882" y="770"/>
                </a:lnTo>
                <a:lnTo>
                  <a:pt x="8882" y="771"/>
                </a:lnTo>
                <a:lnTo>
                  <a:pt x="8883" y="772"/>
                </a:lnTo>
                <a:lnTo>
                  <a:pt x="8884" y="772"/>
                </a:lnTo>
                <a:lnTo>
                  <a:pt x="8884" y="773"/>
                </a:lnTo>
                <a:lnTo>
                  <a:pt x="8884" y="774"/>
                </a:lnTo>
                <a:lnTo>
                  <a:pt x="8885" y="774"/>
                </a:lnTo>
                <a:lnTo>
                  <a:pt x="8885" y="775"/>
                </a:lnTo>
                <a:lnTo>
                  <a:pt x="8885" y="776"/>
                </a:lnTo>
                <a:lnTo>
                  <a:pt x="8885" y="779"/>
                </a:lnTo>
                <a:lnTo>
                  <a:pt x="8884" y="781"/>
                </a:lnTo>
                <a:lnTo>
                  <a:pt x="8884" y="782"/>
                </a:lnTo>
                <a:lnTo>
                  <a:pt x="8884" y="784"/>
                </a:lnTo>
                <a:lnTo>
                  <a:pt x="8883" y="784"/>
                </a:lnTo>
                <a:lnTo>
                  <a:pt x="8883" y="785"/>
                </a:lnTo>
                <a:lnTo>
                  <a:pt x="8883" y="786"/>
                </a:lnTo>
                <a:lnTo>
                  <a:pt x="8882" y="787"/>
                </a:lnTo>
                <a:lnTo>
                  <a:pt x="8882" y="788"/>
                </a:lnTo>
                <a:lnTo>
                  <a:pt x="8882" y="789"/>
                </a:lnTo>
                <a:lnTo>
                  <a:pt x="8882" y="790"/>
                </a:lnTo>
                <a:lnTo>
                  <a:pt x="8881" y="790"/>
                </a:lnTo>
                <a:lnTo>
                  <a:pt x="8881" y="791"/>
                </a:lnTo>
                <a:lnTo>
                  <a:pt x="8881" y="792"/>
                </a:lnTo>
                <a:lnTo>
                  <a:pt x="8881" y="793"/>
                </a:lnTo>
                <a:lnTo>
                  <a:pt x="8880" y="793"/>
                </a:lnTo>
                <a:lnTo>
                  <a:pt x="8880" y="794"/>
                </a:lnTo>
                <a:lnTo>
                  <a:pt x="8879" y="795"/>
                </a:lnTo>
                <a:lnTo>
                  <a:pt x="8879" y="796"/>
                </a:lnTo>
                <a:lnTo>
                  <a:pt x="8878" y="796"/>
                </a:lnTo>
                <a:lnTo>
                  <a:pt x="8878" y="797"/>
                </a:lnTo>
                <a:lnTo>
                  <a:pt x="8878" y="798"/>
                </a:lnTo>
                <a:lnTo>
                  <a:pt x="8878" y="799"/>
                </a:lnTo>
                <a:lnTo>
                  <a:pt x="8878" y="800"/>
                </a:lnTo>
                <a:lnTo>
                  <a:pt x="8878" y="801"/>
                </a:lnTo>
                <a:lnTo>
                  <a:pt x="8879" y="801"/>
                </a:lnTo>
                <a:lnTo>
                  <a:pt x="8879" y="802"/>
                </a:lnTo>
                <a:lnTo>
                  <a:pt x="8879" y="803"/>
                </a:lnTo>
                <a:lnTo>
                  <a:pt x="8880" y="803"/>
                </a:lnTo>
                <a:lnTo>
                  <a:pt x="8880" y="804"/>
                </a:lnTo>
                <a:lnTo>
                  <a:pt x="8880" y="806"/>
                </a:lnTo>
                <a:lnTo>
                  <a:pt x="8880" y="807"/>
                </a:lnTo>
                <a:lnTo>
                  <a:pt x="8879" y="808"/>
                </a:lnTo>
                <a:lnTo>
                  <a:pt x="8879" y="809"/>
                </a:lnTo>
                <a:lnTo>
                  <a:pt x="8878" y="809"/>
                </a:lnTo>
                <a:lnTo>
                  <a:pt x="8878" y="810"/>
                </a:lnTo>
                <a:lnTo>
                  <a:pt x="8877" y="810"/>
                </a:lnTo>
                <a:lnTo>
                  <a:pt x="8877" y="811"/>
                </a:lnTo>
                <a:lnTo>
                  <a:pt x="8877" y="812"/>
                </a:lnTo>
                <a:lnTo>
                  <a:pt x="8877" y="813"/>
                </a:lnTo>
                <a:lnTo>
                  <a:pt x="8876" y="813"/>
                </a:lnTo>
                <a:lnTo>
                  <a:pt x="8876" y="814"/>
                </a:lnTo>
                <a:lnTo>
                  <a:pt x="8876" y="815"/>
                </a:lnTo>
                <a:lnTo>
                  <a:pt x="8876" y="816"/>
                </a:lnTo>
                <a:lnTo>
                  <a:pt x="8876" y="817"/>
                </a:lnTo>
                <a:lnTo>
                  <a:pt x="8876" y="818"/>
                </a:lnTo>
                <a:lnTo>
                  <a:pt x="8875" y="818"/>
                </a:lnTo>
                <a:lnTo>
                  <a:pt x="8875" y="819"/>
                </a:lnTo>
                <a:lnTo>
                  <a:pt x="8874" y="820"/>
                </a:lnTo>
                <a:lnTo>
                  <a:pt x="8874" y="821"/>
                </a:lnTo>
                <a:lnTo>
                  <a:pt x="8873" y="821"/>
                </a:lnTo>
                <a:lnTo>
                  <a:pt x="8872" y="822"/>
                </a:lnTo>
                <a:lnTo>
                  <a:pt x="8871" y="823"/>
                </a:lnTo>
                <a:lnTo>
                  <a:pt x="8871" y="824"/>
                </a:lnTo>
                <a:lnTo>
                  <a:pt x="8871" y="825"/>
                </a:lnTo>
                <a:lnTo>
                  <a:pt x="8871" y="826"/>
                </a:lnTo>
                <a:lnTo>
                  <a:pt x="8871" y="827"/>
                </a:lnTo>
                <a:lnTo>
                  <a:pt x="8872" y="827"/>
                </a:lnTo>
                <a:lnTo>
                  <a:pt x="8872" y="828"/>
                </a:lnTo>
                <a:lnTo>
                  <a:pt x="8872" y="829"/>
                </a:lnTo>
                <a:lnTo>
                  <a:pt x="8872" y="830"/>
                </a:lnTo>
                <a:lnTo>
                  <a:pt x="8872" y="831"/>
                </a:lnTo>
                <a:lnTo>
                  <a:pt x="8872" y="832"/>
                </a:lnTo>
                <a:lnTo>
                  <a:pt x="8872" y="833"/>
                </a:lnTo>
                <a:lnTo>
                  <a:pt x="8871" y="833"/>
                </a:lnTo>
                <a:lnTo>
                  <a:pt x="8871" y="834"/>
                </a:lnTo>
                <a:lnTo>
                  <a:pt x="8870" y="835"/>
                </a:lnTo>
                <a:lnTo>
                  <a:pt x="8869" y="835"/>
                </a:lnTo>
                <a:lnTo>
                  <a:pt x="8869" y="836"/>
                </a:lnTo>
                <a:lnTo>
                  <a:pt x="8868" y="836"/>
                </a:lnTo>
                <a:lnTo>
                  <a:pt x="8867" y="836"/>
                </a:lnTo>
                <a:lnTo>
                  <a:pt x="8867" y="837"/>
                </a:lnTo>
                <a:lnTo>
                  <a:pt x="8866" y="837"/>
                </a:lnTo>
                <a:lnTo>
                  <a:pt x="8866" y="838"/>
                </a:lnTo>
                <a:lnTo>
                  <a:pt x="8866" y="839"/>
                </a:lnTo>
                <a:lnTo>
                  <a:pt x="8865" y="839"/>
                </a:lnTo>
                <a:lnTo>
                  <a:pt x="8865" y="841"/>
                </a:lnTo>
                <a:lnTo>
                  <a:pt x="8865" y="842"/>
                </a:lnTo>
                <a:lnTo>
                  <a:pt x="8864" y="842"/>
                </a:lnTo>
                <a:lnTo>
                  <a:pt x="8864" y="843"/>
                </a:lnTo>
                <a:lnTo>
                  <a:pt x="8863" y="843"/>
                </a:lnTo>
                <a:lnTo>
                  <a:pt x="8862" y="843"/>
                </a:lnTo>
                <a:lnTo>
                  <a:pt x="8861" y="843"/>
                </a:lnTo>
                <a:lnTo>
                  <a:pt x="8860" y="843"/>
                </a:lnTo>
                <a:lnTo>
                  <a:pt x="8859" y="843"/>
                </a:lnTo>
                <a:lnTo>
                  <a:pt x="8859" y="844"/>
                </a:lnTo>
                <a:lnTo>
                  <a:pt x="8858" y="844"/>
                </a:lnTo>
                <a:lnTo>
                  <a:pt x="8857" y="845"/>
                </a:lnTo>
                <a:lnTo>
                  <a:pt x="8856" y="845"/>
                </a:lnTo>
                <a:lnTo>
                  <a:pt x="8856" y="846"/>
                </a:lnTo>
                <a:lnTo>
                  <a:pt x="8855" y="846"/>
                </a:lnTo>
                <a:lnTo>
                  <a:pt x="8854" y="847"/>
                </a:lnTo>
                <a:lnTo>
                  <a:pt x="8853" y="847"/>
                </a:lnTo>
                <a:lnTo>
                  <a:pt x="8853" y="848"/>
                </a:lnTo>
                <a:lnTo>
                  <a:pt x="8852" y="848"/>
                </a:lnTo>
                <a:lnTo>
                  <a:pt x="8851" y="848"/>
                </a:lnTo>
                <a:lnTo>
                  <a:pt x="8850" y="848"/>
                </a:lnTo>
                <a:lnTo>
                  <a:pt x="8848" y="848"/>
                </a:lnTo>
                <a:lnTo>
                  <a:pt x="8848" y="849"/>
                </a:lnTo>
                <a:lnTo>
                  <a:pt x="8847" y="849"/>
                </a:lnTo>
                <a:lnTo>
                  <a:pt x="8846" y="849"/>
                </a:lnTo>
                <a:lnTo>
                  <a:pt x="8846" y="848"/>
                </a:lnTo>
                <a:lnTo>
                  <a:pt x="8846" y="849"/>
                </a:lnTo>
                <a:lnTo>
                  <a:pt x="8845" y="849"/>
                </a:lnTo>
                <a:lnTo>
                  <a:pt x="8844" y="849"/>
                </a:lnTo>
                <a:lnTo>
                  <a:pt x="8843" y="850"/>
                </a:lnTo>
                <a:lnTo>
                  <a:pt x="8841" y="852"/>
                </a:lnTo>
                <a:lnTo>
                  <a:pt x="8841" y="853"/>
                </a:lnTo>
                <a:lnTo>
                  <a:pt x="8840" y="854"/>
                </a:lnTo>
                <a:lnTo>
                  <a:pt x="8839" y="855"/>
                </a:lnTo>
                <a:lnTo>
                  <a:pt x="8839" y="856"/>
                </a:lnTo>
                <a:lnTo>
                  <a:pt x="8839" y="857"/>
                </a:lnTo>
                <a:lnTo>
                  <a:pt x="8838" y="858"/>
                </a:lnTo>
                <a:lnTo>
                  <a:pt x="8838" y="859"/>
                </a:lnTo>
                <a:lnTo>
                  <a:pt x="8837" y="859"/>
                </a:lnTo>
                <a:lnTo>
                  <a:pt x="8837" y="860"/>
                </a:lnTo>
                <a:lnTo>
                  <a:pt x="8837" y="861"/>
                </a:lnTo>
                <a:lnTo>
                  <a:pt x="8837" y="862"/>
                </a:lnTo>
                <a:lnTo>
                  <a:pt x="8837" y="863"/>
                </a:lnTo>
                <a:lnTo>
                  <a:pt x="8837" y="864"/>
                </a:lnTo>
                <a:lnTo>
                  <a:pt x="8837" y="865"/>
                </a:lnTo>
                <a:lnTo>
                  <a:pt x="8837" y="866"/>
                </a:lnTo>
                <a:lnTo>
                  <a:pt x="8838" y="866"/>
                </a:lnTo>
                <a:lnTo>
                  <a:pt x="8838" y="867"/>
                </a:lnTo>
                <a:lnTo>
                  <a:pt x="8837" y="868"/>
                </a:lnTo>
                <a:lnTo>
                  <a:pt x="8837" y="869"/>
                </a:lnTo>
                <a:lnTo>
                  <a:pt x="8836" y="869"/>
                </a:lnTo>
                <a:lnTo>
                  <a:pt x="8836" y="870"/>
                </a:lnTo>
                <a:lnTo>
                  <a:pt x="8835" y="871"/>
                </a:lnTo>
                <a:lnTo>
                  <a:pt x="8834" y="872"/>
                </a:lnTo>
                <a:lnTo>
                  <a:pt x="8833" y="872"/>
                </a:lnTo>
                <a:lnTo>
                  <a:pt x="8832" y="872"/>
                </a:lnTo>
                <a:lnTo>
                  <a:pt x="8832" y="873"/>
                </a:lnTo>
                <a:lnTo>
                  <a:pt x="8831" y="873"/>
                </a:lnTo>
                <a:lnTo>
                  <a:pt x="8831" y="874"/>
                </a:lnTo>
                <a:lnTo>
                  <a:pt x="8831" y="875"/>
                </a:lnTo>
                <a:lnTo>
                  <a:pt x="8830" y="875"/>
                </a:lnTo>
                <a:lnTo>
                  <a:pt x="8830" y="876"/>
                </a:lnTo>
                <a:lnTo>
                  <a:pt x="8830" y="877"/>
                </a:lnTo>
                <a:lnTo>
                  <a:pt x="8829" y="877"/>
                </a:lnTo>
                <a:lnTo>
                  <a:pt x="8829" y="878"/>
                </a:lnTo>
                <a:lnTo>
                  <a:pt x="8829" y="879"/>
                </a:lnTo>
                <a:lnTo>
                  <a:pt x="8829" y="881"/>
                </a:lnTo>
                <a:lnTo>
                  <a:pt x="8829" y="882"/>
                </a:lnTo>
                <a:lnTo>
                  <a:pt x="8829" y="883"/>
                </a:lnTo>
                <a:lnTo>
                  <a:pt x="8830" y="883"/>
                </a:lnTo>
                <a:lnTo>
                  <a:pt x="8830" y="886"/>
                </a:lnTo>
                <a:lnTo>
                  <a:pt x="8830" y="887"/>
                </a:lnTo>
                <a:lnTo>
                  <a:pt x="8830" y="888"/>
                </a:lnTo>
                <a:lnTo>
                  <a:pt x="8830" y="889"/>
                </a:lnTo>
                <a:lnTo>
                  <a:pt x="8830" y="890"/>
                </a:lnTo>
                <a:lnTo>
                  <a:pt x="8830" y="891"/>
                </a:lnTo>
                <a:lnTo>
                  <a:pt x="8830" y="893"/>
                </a:lnTo>
                <a:lnTo>
                  <a:pt x="8831" y="894"/>
                </a:lnTo>
                <a:lnTo>
                  <a:pt x="8831" y="895"/>
                </a:lnTo>
                <a:lnTo>
                  <a:pt x="8832" y="895"/>
                </a:lnTo>
                <a:lnTo>
                  <a:pt x="8832" y="896"/>
                </a:lnTo>
                <a:lnTo>
                  <a:pt x="8833" y="896"/>
                </a:lnTo>
                <a:lnTo>
                  <a:pt x="8833" y="897"/>
                </a:lnTo>
                <a:lnTo>
                  <a:pt x="8834" y="897"/>
                </a:lnTo>
                <a:lnTo>
                  <a:pt x="8835" y="897"/>
                </a:lnTo>
                <a:lnTo>
                  <a:pt x="8836" y="897"/>
                </a:lnTo>
                <a:lnTo>
                  <a:pt x="8838" y="898"/>
                </a:lnTo>
                <a:lnTo>
                  <a:pt x="8839" y="899"/>
                </a:lnTo>
                <a:lnTo>
                  <a:pt x="8840" y="900"/>
                </a:lnTo>
                <a:lnTo>
                  <a:pt x="8842" y="901"/>
                </a:lnTo>
                <a:lnTo>
                  <a:pt x="8842" y="902"/>
                </a:lnTo>
                <a:lnTo>
                  <a:pt x="8843" y="903"/>
                </a:lnTo>
                <a:lnTo>
                  <a:pt x="8844" y="904"/>
                </a:lnTo>
                <a:lnTo>
                  <a:pt x="8844" y="905"/>
                </a:lnTo>
                <a:lnTo>
                  <a:pt x="8845" y="907"/>
                </a:lnTo>
                <a:lnTo>
                  <a:pt x="8845" y="908"/>
                </a:lnTo>
                <a:lnTo>
                  <a:pt x="8845" y="909"/>
                </a:lnTo>
                <a:lnTo>
                  <a:pt x="8846" y="911"/>
                </a:lnTo>
                <a:lnTo>
                  <a:pt x="8846" y="912"/>
                </a:lnTo>
                <a:lnTo>
                  <a:pt x="8847" y="912"/>
                </a:lnTo>
                <a:lnTo>
                  <a:pt x="8847" y="913"/>
                </a:lnTo>
                <a:lnTo>
                  <a:pt x="8847" y="914"/>
                </a:lnTo>
                <a:lnTo>
                  <a:pt x="8848" y="914"/>
                </a:lnTo>
                <a:lnTo>
                  <a:pt x="8848" y="915"/>
                </a:lnTo>
                <a:lnTo>
                  <a:pt x="8848" y="916"/>
                </a:lnTo>
                <a:lnTo>
                  <a:pt x="8848" y="918"/>
                </a:lnTo>
                <a:lnTo>
                  <a:pt x="8848" y="919"/>
                </a:lnTo>
                <a:lnTo>
                  <a:pt x="8848" y="920"/>
                </a:lnTo>
                <a:lnTo>
                  <a:pt x="8847" y="921"/>
                </a:lnTo>
                <a:lnTo>
                  <a:pt x="8846" y="922"/>
                </a:lnTo>
                <a:lnTo>
                  <a:pt x="8844" y="923"/>
                </a:lnTo>
                <a:lnTo>
                  <a:pt x="8843" y="923"/>
                </a:lnTo>
                <a:lnTo>
                  <a:pt x="8842" y="923"/>
                </a:lnTo>
                <a:lnTo>
                  <a:pt x="8841" y="923"/>
                </a:lnTo>
                <a:lnTo>
                  <a:pt x="8841" y="924"/>
                </a:lnTo>
                <a:lnTo>
                  <a:pt x="8840" y="924"/>
                </a:lnTo>
                <a:lnTo>
                  <a:pt x="8839" y="924"/>
                </a:lnTo>
                <a:lnTo>
                  <a:pt x="8838" y="925"/>
                </a:lnTo>
                <a:lnTo>
                  <a:pt x="8838" y="926"/>
                </a:lnTo>
                <a:lnTo>
                  <a:pt x="8838" y="927"/>
                </a:lnTo>
                <a:lnTo>
                  <a:pt x="8837" y="928"/>
                </a:lnTo>
                <a:lnTo>
                  <a:pt x="8837" y="930"/>
                </a:lnTo>
                <a:lnTo>
                  <a:pt x="8837" y="931"/>
                </a:lnTo>
                <a:lnTo>
                  <a:pt x="8836" y="932"/>
                </a:lnTo>
                <a:lnTo>
                  <a:pt x="8836" y="933"/>
                </a:lnTo>
                <a:lnTo>
                  <a:pt x="8837" y="933"/>
                </a:lnTo>
                <a:lnTo>
                  <a:pt x="8837" y="934"/>
                </a:lnTo>
                <a:lnTo>
                  <a:pt x="8837" y="935"/>
                </a:lnTo>
                <a:lnTo>
                  <a:pt x="8838" y="935"/>
                </a:lnTo>
                <a:lnTo>
                  <a:pt x="8838" y="936"/>
                </a:lnTo>
                <a:lnTo>
                  <a:pt x="8838" y="937"/>
                </a:lnTo>
                <a:lnTo>
                  <a:pt x="8838" y="938"/>
                </a:lnTo>
                <a:lnTo>
                  <a:pt x="8837" y="939"/>
                </a:lnTo>
                <a:lnTo>
                  <a:pt x="8837" y="940"/>
                </a:lnTo>
                <a:lnTo>
                  <a:pt x="8837" y="941"/>
                </a:lnTo>
                <a:lnTo>
                  <a:pt x="8837" y="942"/>
                </a:lnTo>
                <a:lnTo>
                  <a:pt x="8837" y="943"/>
                </a:lnTo>
                <a:lnTo>
                  <a:pt x="8838" y="943"/>
                </a:lnTo>
                <a:lnTo>
                  <a:pt x="8838" y="944"/>
                </a:lnTo>
                <a:lnTo>
                  <a:pt x="8837" y="945"/>
                </a:lnTo>
                <a:lnTo>
                  <a:pt x="8836" y="947"/>
                </a:lnTo>
                <a:lnTo>
                  <a:pt x="8835" y="948"/>
                </a:lnTo>
                <a:lnTo>
                  <a:pt x="8835" y="949"/>
                </a:lnTo>
                <a:lnTo>
                  <a:pt x="8834" y="949"/>
                </a:lnTo>
                <a:lnTo>
                  <a:pt x="8834" y="950"/>
                </a:lnTo>
                <a:lnTo>
                  <a:pt x="8834" y="951"/>
                </a:lnTo>
                <a:lnTo>
                  <a:pt x="8834" y="952"/>
                </a:lnTo>
                <a:lnTo>
                  <a:pt x="8834" y="953"/>
                </a:lnTo>
                <a:lnTo>
                  <a:pt x="8835" y="953"/>
                </a:lnTo>
                <a:lnTo>
                  <a:pt x="8835" y="954"/>
                </a:lnTo>
                <a:lnTo>
                  <a:pt x="8836" y="954"/>
                </a:lnTo>
                <a:lnTo>
                  <a:pt x="8837" y="954"/>
                </a:lnTo>
                <a:lnTo>
                  <a:pt x="8837" y="955"/>
                </a:lnTo>
                <a:lnTo>
                  <a:pt x="8837" y="956"/>
                </a:lnTo>
                <a:lnTo>
                  <a:pt x="8838" y="956"/>
                </a:lnTo>
                <a:lnTo>
                  <a:pt x="8838" y="957"/>
                </a:lnTo>
                <a:lnTo>
                  <a:pt x="8838" y="958"/>
                </a:lnTo>
                <a:lnTo>
                  <a:pt x="8838" y="959"/>
                </a:lnTo>
                <a:lnTo>
                  <a:pt x="8838" y="960"/>
                </a:lnTo>
                <a:lnTo>
                  <a:pt x="8838" y="961"/>
                </a:lnTo>
                <a:lnTo>
                  <a:pt x="8838" y="962"/>
                </a:lnTo>
                <a:lnTo>
                  <a:pt x="8837" y="963"/>
                </a:lnTo>
                <a:lnTo>
                  <a:pt x="8837" y="965"/>
                </a:lnTo>
                <a:lnTo>
                  <a:pt x="8837" y="967"/>
                </a:lnTo>
                <a:lnTo>
                  <a:pt x="8837" y="970"/>
                </a:lnTo>
                <a:lnTo>
                  <a:pt x="8837" y="971"/>
                </a:lnTo>
                <a:lnTo>
                  <a:pt x="8837" y="972"/>
                </a:lnTo>
                <a:lnTo>
                  <a:pt x="8838" y="972"/>
                </a:lnTo>
                <a:lnTo>
                  <a:pt x="8838" y="973"/>
                </a:lnTo>
                <a:lnTo>
                  <a:pt x="8838" y="974"/>
                </a:lnTo>
                <a:lnTo>
                  <a:pt x="8838" y="975"/>
                </a:lnTo>
                <a:lnTo>
                  <a:pt x="8838" y="976"/>
                </a:lnTo>
                <a:lnTo>
                  <a:pt x="8839" y="977"/>
                </a:lnTo>
                <a:lnTo>
                  <a:pt x="8839" y="978"/>
                </a:lnTo>
                <a:lnTo>
                  <a:pt x="8838" y="978"/>
                </a:lnTo>
                <a:lnTo>
                  <a:pt x="8838" y="979"/>
                </a:lnTo>
                <a:lnTo>
                  <a:pt x="8838" y="980"/>
                </a:lnTo>
                <a:lnTo>
                  <a:pt x="8837" y="980"/>
                </a:lnTo>
                <a:lnTo>
                  <a:pt x="8837" y="982"/>
                </a:lnTo>
                <a:lnTo>
                  <a:pt x="8838" y="982"/>
                </a:lnTo>
                <a:lnTo>
                  <a:pt x="8838" y="983"/>
                </a:lnTo>
                <a:lnTo>
                  <a:pt x="8838" y="984"/>
                </a:lnTo>
                <a:lnTo>
                  <a:pt x="8838" y="985"/>
                </a:lnTo>
                <a:lnTo>
                  <a:pt x="8839" y="986"/>
                </a:lnTo>
                <a:lnTo>
                  <a:pt x="8840" y="986"/>
                </a:lnTo>
                <a:lnTo>
                  <a:pt x="8841" y="987"/>
                </a:lnTo>
                <a:lnTo>
                  <a:pt x="8842" y="988"/>
                </a:lnTo>
                <a:lnTo>
                  <a:pt x="8843" y="989"/>
                </a:lnTo>
                <a:lnTo>
                  <a:pt x="8844" y="990"/>
                </a:lnTo>
                <a:lnTo>
                  <a:pt x="8844" y="991"/>
                </a:lnTo>
                <a:lnTo>
                  <a:pt x="8845" y="992"/>
                </a:lnTo>
                <a:lnTo>
                  <a:pt x="8844" y="992"/>
                </a:lnTo>
                <a:lnTo>
                  <a:pt x="8844" y="993"/>
                </a:lnTo>
                <a:lnTo>
                  <a:pt x="8843" y="995"/>
                </a:lnTo>
                <a:lnTo>
                  <a:pt x="8843" y="996"/>
                </a:lnTo>
                <a:lnTo>
                  <a:pt x="8843" y="997"/>
                </a:lnTo>
                <a:lnTo>
                  <a:pt x="8843" y="998"/>
                </a:lnTo>
                <a:lnTo>
                  <a:pt x="8843" y="999"/>
                </a:lnTo>
                <a:lnTo>
                  <a:pt x="8843" y="1000"/>
                </a:lnTo>
                <a:lnTo>
                  <a:pt x="8843" y="1001"/>
                </a:lnTo>
                <a:lnTo>
                  <a:pt x="8844" y="1001"/>
                </a:lnTo>
                <a:lnTo>
                  <a:pt x="8844" y="1002"/>
                </a:lnTo>
                <a:lnTo>
                  <a:pt x="8844" y="1003"/>
                </a:lnTo>
                <a:lnTo>
                  <a:pt x="8844" y="1004"/>
                </a:lnTo>
                <a:lnTo>
                  <a:pt x="8845" y="1004"/>
                </a:lnTo>
                <a:lnTo>
                  <a:pt x="8845" y="1005"/>
                </a:lnTo>
                <a:lnTo>
                  <a:pt x="8846" y="1005"/>
                </a:lnTo>
                <a:lnTo>
                  <a:pt x="8846" y="1006"/>
                </a:lnTo>
                <a:lnTo>
                  <a:pt x="8847" y="1006"/>
                </a:lnTo>
                <a:lnTo>
                  <a:pt x="8847" y="1007"/>
                </a:lnTo>
                <a:lnTo>
                  <a:pt x="8847" y="1008"/>
                </a:lnTo>
                <a:lnTo>
                  <a:pt x="8847" y="1009"/>
                </a:lnTo>
                <a:lnTo>
                  <a:pt x="8847" y="1010"/>
                </a:lnTo>
                <a:lnTo>
                  <a:pt x="8846" y="1010"/>
                </a:lnTo>
                <a:lnTo>
                  <a:pt x="8847" y="1011"/>
                </a:lnTo>
                <a:lnTo>
                  <a:pt x="8847" y="1012"/>
                </a:lnTo>
                <a:lnTo>
                  <a:pt x="8847" y="1015"/>
                </a:lnTo>
                <a:lnTo>
                  <a:pt x="8847" y="1017"/>
                </a:lnTo>
                <a:lnTo>
                  <a:pt x="8847" y="1018"/>
                </a:lnTo>
                <a:lnTo>
                  <a:pt x="8847" y="1021"/>
                </a:lnTo>
                <a:lnTo>
                  <a:pt x="8846" y="1022"/>
                </a:lnTo>
                <a:lnTo>
                  <a:pt x="8845" y="1023"/>
                </a:lnTo>
                <a:lnTo>
                  <a:pt x="8843" y="1025"/>
                </a:lnTo>
                <a:lnTo>
                  <a:pt x="8842" y="1026"/>
                </a:lnTo>
                <a:lnTo>
                  <a:pt x="8841" y="1027"/>
                </a:lnTo>
                <a:lnTo>
                  <a:pt x="8841" y="1028"/>
                </a:lnTo>
                <a:lnTo>
                  <a:pt x="8840" y="1028"/>
                </a:lnTo>
                <a:lnTo>
                  <a:pt x="8839" y="1029"/>
                </a:lnTo>
                <a:lnTo>
                  <a:pt x="8838" y="1030"/>
                </a:lnTo>
                <a:lnTo>
                  <a:pt x="8838" y="1031"/>
                </a:lnTo>
                <a:lnTo>
                  <a:pt x="8838" y="1032"/>
                </a:lnTo>
                <a:lnTo>
                  <a:pt x="8837" y="1032"/>
                </a:lnTo>
                <a:lnTo>
                  <a:pt x="8837" y="1033"/>
                </a:lnTo>
                <a:lnTo>
                  <a:pt x="8837" y="1035"/>
                </a:lnTo>
                <a:lnTo>
                  <a:pt x="8837" y="1036"/>
                </a:lnTo>
                <a:lnTo>
                  <a:pt x="8837" y="1037"/>
                </a:lnTo>
                <a:lnTo>
                  <a:pt x="8837" y="1038"/>
                </a:lnTo>
                <a:lnTo>
                  <a:pt x="8837" y="1039"/>
                </a:lnTo>
                <a:lnTo>
                  <a:pt x="8837" y="1041"/>
                </a:lnTo>
                <a:lnTo>
                  <a:pt x="8838" y="1041"/>
                </a:lnTo>
                <a:lnTo>
                  <a:pt x="8838" y="1042"/>
                </a:lnTo>
                <a:lnTo>
                  <a:pt x="8838" y="1043"/>
                </a:lnTo>
                <a:lnTo>
                  <a:pt x="8838" y="1045"/>
                </a:lnTo>
                <a:lnTo>
                  <a:pt x="8837" y="1047"/>
                </a:lnTo>
                <a:lnTo>
                  <a:pt x="8837" y="1048"/>
                </a:lnTo>
                <a:lnTo>
                  <a:pt x="8836" y="1049"/>
                </a:lnTo>
                <a:lnTo>
                  <a:pt x="8836" y="1050"/>
                </a:lnTo>
                <a:lnTo>
                  <a:pt x="8836" y="1051"/>
                </a:lnTo>
                <a:lnTo>
                  <a:pt x="8836" y="1052"/>
                </a:lnTo>
                <a:lnTo>
                  <a:pt x="8836" y="1053"/>
                </a:lnTo>
                <a:lnTo>
                  <a:pt x="8836" y="1054"/>
                </a:lnTo>
                <a:lnTo>
                  <a:pt x="8835" y="1056"/>
                </a:lnTo>
                <a:lnTo>
                  <a:pt x="8835" y="1057"/>
                </a:lnTo>
                <a:lnTo>
                  <a:pt x="8835" y="1058"/>
                </a:lnTo>
                <a:lnTo>
                  <a:pt x="8835" y="1059"/>
                </a:lnTo>
                <a:lnTo>
                  <a:pt x="8835" y="1060"/>
                </a:lnTo>
                <a:lnTo>
                  <a:pt x="8836" y="1062"/>
                </a:lnTo>
                <a:lnTo>
                  <a:pt x="8837" y="1063"/>
                </a:lnTo>
                <a:lnTo>
                  <a:pt x="8837" y="1064"/>
                </a:lnTo>
                <a:lnTo>
                  <a:pt x="8838" y="1064"/>
                </a:lnTo>
                <a:lnTo>
                  <a:pt x="8839" y="1064"/>
                </a:lnTo>
                <a:lnTo>
                  <a:pt x="8839" y="1063"/>
                </a:lnTo>
                <a:lnTo>
                  <a:pt x="8840" y="1063"/>
                </a:lnTo>
                <a:lnTo>
                  <a:pt x="8841" y="1062"/>
                </a:lnTo>
                <a:lnTo>
                  <a:pt x="8842" y="1062"/>
                </a:lnTo>
                <a:lnTo>
                  <a:pt x="8844" y="1062"/>
                </a:lnTo>
                <a:lnTo>
                  <a:pt x="8845" y="1062"/>
                </a:lnTo>
                <a:lnTo>
                  <a:pt x="8846" y="1063"/>
                </a:lnTo>
                <a:lnTo>
                  <a:pt x="8847" y="1064"/>
                </a:lnTo>
                <a:lnTo>
                  <a:pt x="8848" y="1064"/>
                </a:lnTo>
                <a:lnTo>
                  <a:pt x="8849" y="1065"/>
                </a:lnTo>
                <a:lnTo>
                  <a:pt x="8850" y="1066"/>
                </a:lnTo>
                <a:lnTo>
                  <a:pt x="8850" y="1067"/>
                </a:lnTo>
                <a:lnTo>
                  <a:pt x="8851" y="1067"/>
                </a:lnTo>
                <a:lnTo>
                  <a:pt x="8851" y="1068"/>
                </a:lnTo>
                <a:lnTo>
                  <a:pt x="8852" y="1068"/>
                </a:lnTo>
                <a:lnTo>
                  <a:pt x="8852" y="1069"/>
                </a:lnTo>
                <a:lnTo>
                  <a:pt x="8853" y="1069"/>
                </a:lnTo>
                <a:lnTo>
                  <a:pt x="8853" y="1070"/>
                </a:lnTo>
                <a:lnTo>
                  <a:pt x="8853" y="1071"/>
                </a:lnTo>
                <a:lnTo>
                  <a:pt x="8853" y="1072"/>
                </a:lnTo>
                <a:lnTo>
                  <a:pt x="8853" y="1073"/>
                </a:lnTo>
                <a:lnTo>
                  <a:pt x="8852" y="1074"/>
                </a:lnTo>
                <a:lnTo>
                  <a:pt x="8852" y="1075"/>
                </a:lnTo>
                <a:lnTo>
                  <a:pt x="8851" y="1075"/>
                </a:lnTo>
                <a:lnTo>
                  <a:pt x="8851" y="1076"/>
                </a:lnTo>
                <a:lnTo>
                  <a:pt x="8850" y="1076"/>
                </a:lnTo>
                <a:lnTo>
                  <a:pt x="8850" y="1077"/>
                </a:lnTo>
                <a:lnTo>
                  <a:pt x="8849" y="1077"/>
                </a:lnTo>
                <a:lnTo>
                  <a:pt x="8849" y="1078"/>
                </a:lnTo>
                <a:lnTo>
                  <a:pt x="8848" y="1078"/>
                </a:lnTo>
                <a:lnTo>
                  <a:pt x="8847" y="1078"/>
                </a:lnTo>
                <a:lnTo>
                  <a:pt x="8846" y="1079"/>
                </a:lnTo>
                <a:lnTo>
                  <a:pt x="8845" y="1080"/>
                </a:lnTo>
                <a:lnTo>
                  <a:pt x="8845" y="1081"/>
                </a:lnTo>
                <a:lnTo>
                  <a:pt x="8845" y="1082"/>
                </a:lnTo>
                <a:lnTo>
                  <a:pt x="8845" y="1083"/>
                </a:lnTo>
                <a:lnTo>
                  <a:pt x="8845" y="1084"/>
                </a:lnTo>
                <a:lnTo>
                  <a:pt x="8846" y="1085"/>
                </a:lnTo>
                <a:lnTo>
                  <a:pt x="8847" y="1085"/>
                </a:lnTo>
                <a:lnTo>
                  <a:pt x="8848" y="1085"/>
                </a:lnTo>
                <a:lnTo>
                  <a:pt x="8850" y="1085"/>
                </a:lnTo>
                <a:lnTo>
                  <a:pt x="8851" y="1085"/>
                </a:lnTo>
                <a:lnTo>
                  <a:pt x="8851" y="1084"/>
                </a:lnTo>
                <a:lnTo>
                  <a:pt x="8852" y="1084"/>
                </a:lnTo>
                <a:lnTo>
                  <a:pt x="8852" y="1083"/>
                </a:lnTo>
                <a:lnTo>
                  <a:pt x="8853" y="1083"/>
                </a:lnTo>
                <a:lnTo>
                  <a:pt x="8853" y="1085"/>
                </a:lnTo>
                <a:lnTo>
                  <a:pt x="8853" y="1088"/>
                </a:lnTo>
                <a:lnTo>
                  <a:pt x="8853" y="1089"/>
                </a:lnTo>
                <a:lnTo>
                  <a:pt x="8853" y="1090"/>
                </a:lnTo>
                <a:lnTo>
                  <a:pt x="8853" y="1091"/>
                </a:lnTo>
                <a:lnTo>
                  <a:pt x="8854" y="1092"/>
                </a:lnTo>
                <a:lnTo>
                  <a:pt x="8855" y="1093"/>
                </a:lnTo>
                <a:lnTo>
                  <a:pt x="8856" y="1093"/>
                </a:lnTo>
                <a:lnTo>
                  <a:pt x="8856" y="1094"/>
                </a:lnTo>
                <a:lnTo>
                  <a:pt x="8856" y="1095"/>
                </a:lnTo>
                <a:lnTo>
                  <a:pt x="8856" y="1096"/>
                </a:lnTo>
                <a:lnTo>
                  <a:pt x="8856" y="1097"/>
                </a:lnTo>
                <a:lnTo>
                  <a:pt x="8857" y="1097"/>
                </a:lnTo>
                <a:lnTo>
                  <a:pt x="8857" y="1098"/>
                </a:lnTo>
                <a:lnTo>
                  <a:pt x="8856" y="1098"/>
                </a:lnTo>
                <a:lnTo>
                  <a:pt x="8856" y="1099"/>
                </a:lnTo>
                <a:lnTo>
                  <a:pt x="8856" y="1100"/>
                </a:lnTo>
                <a:lnTo>
                  <a:pt x="8855" y="1100"/>
                </a:lnTo>
                <a:lnTo>
                  <a:pt x="8854" y="1101"/>
                </a:lnTo>
                <a:lnTo>
                  <a:pt x="8853" y="1101"/>
                </a:lnTo>
                <a:lnTo>
                  <a:pt x="8852" y="1101"/>
                </a:lnTo>
                <a:lnTo>
                  <a:pt x="8851" y="1101"/>
                </a:lnTo>
                <a:lnTo>
                  <a:pt x="8850" y="1101"/>
                </a:lnTo>
                <a:lnTo>
                  <a:pt x="8850" y="1102"/>
                </a:lnTo>
                <a:lnTo>
                  <a:pt x="8850" y="1103"/>
                </a:lnTo>
                <a:lnTo>
                  <a:pt x="8851" y="1103"/>
                </a:lnTo>
                <a:lnTo>
                  <a:pt x="8852" y="1103"/>
                </a:lnTo>
                <a:lnTo>
                  <a:pt x="8853" y="1103"/>
                </a:lnTo>
                <a:lnTo>
                  <a:pt x="8853" y="1104"/>
                </a:lnTo>
                <a:lnTo>
                  <a:pt x="8853" y="1105"/>
                </a:lnTo>
                <a:lnTo>
                  <a:pt x="8852" y="1106"/>
                </a:lnTo>
                <a:lnTo>
                  <a:pt x="8852" y="1107"/>
                </a:lnTo>
                <a:lnTo>
                  <a:pt x="8851" y="1107"/>
                </a:lnTo>
                <a:lnTo>
                  <a:pt x="8851" y="1108"/>
                </a:lnTo>
                <a:lnTo>
                  <a:pt x="8852" y="1108"/>
                </a:lnTo>
                <a:lnTo>
                  <a:pt x="8852" y="1110"/>
                </a:lnTo>
                <a:lnTo>
                  <a:pt x="8852" y="1111"/>
                </a:lnTo>
                <a:lnTo>
                  <a:pt x="8851" y="1111"/>
                </a:lnTo>
                <a:lnTo>
                  <a:pt x="8851" y="1112"/>
                </a:lnTo>
                <a:lnTo>
                  <a:pt x="8850" y="1112"/>
                </a:lnTo>
                <a:lnTo>
                  <a:pt x="8849" y="1112"/>
                </a:lnTo>
                <a:lnTo>
                  <a:pt x="8848" y="1111"/>
                </a:lnTo>
                <a:lnTo>
                  <a:pt x="8848" y="1110"/>
                </a:lnTo>
                <a:lnTo>
                  <a:pt x="8848" y="1109"/>
                </a:lnTo>
                <a:lnTo>
                  <a:pt x="8847" y="1108"/>
                </a:lnTo>
                <a:lnTo>
                  <a:pt x="8846" y="1108"/>
                </a:lnTo>
                <a:lnTo>
                  <a:pt x="8845" y="1108"/>
                </a:lnTo>
                <a:lnTo>
                  <a:pt x="8844" y="1108"/>
                </a:lnTo>
                <a:lnTo>
                  <a:pt x="8843" y="1109"/>
                </a:lnTo>
                <a:lnTo>
                  <a:pt x="8843" y="1110"/>
                </a:lnTo>
                <a:lnTo>
                  <a:pt x="8843" y="1111"/>
                </a:lnTo>
                <a:lnTo>
                  <a:pt x="8844" y="1111"/>
                </a:lnTo>
                <a:lnTo>
                  <a:pt x="8844" y="1112"/>
                </a:lnTo>
                <a:lnTo>
                  <a:pt x="8844" y="1113"/>
                </a:lnTo>
                <a:lnTo>
                  <a:pt x="8844" y="1114"/>
                </a:lnTo>
                <a:lnTo>
                  <a:pt x="8844" y="1116"/>
                </a:lnTo>
                <a:lnTo>
                  <a:pt x="8844" y="1117"/>
                </a:lnTo>
                <a:lnTo>
                  <a:pt x="8843" y="1117"/>
                </a:lnTo>
                <a:lnTo>
                  <a:pt x="8843" y="1118"/>
                </a:lnTo>
                <a:lnTo>
                  <a:pt x="8842" y="1119"/>
                </a:lnTo>
                <a:lnTo>
                  <a:pt x="8841" y="1120"/>
                </a:lnTo>
                <a:lnTo>
                  <a:pt x="8840" y="1121"/>
                </a:lnTo>
                <a:lnTo>
                  <a:pt x="8839" y="1122"/>
                </a:lnTo>
                <a:lnTo>
                  <a:pt x="8839" y="1123"/>
                </a:lnTo>
                <a:lnTo>
                  <a:pt x="8837" y="1123"/>
                </a:lnTo>
                <a:lnTo>
                  <a:pt x="8837" y="1124"/>
                </a:lnTo>
                <a:lnTo>
                  <a:pt x="8836" y="1124"/>
                </a:lnTo>
                <a:lnTo>
                  <a:pt x="8835" y="1124"/>
                </a:lnTo>
                <a:lnTo>
                  <a:pt x="8835" y="1125"/>
                </a:lnTo>
                <a:lnTo>
                  <a:pt x="8834" y="1125"/>
                </a:lnTo>
                <a:lnTo>
                  <a:pt x="8833" y="1126"/>
                </a:lnTo>
                <a:lnTo>
                  <a:pt x="8833" y="1127"/>
                </a:lnTo>
                <a:lnTo>
                  <a:pt x="8832" y="1128"/>
                </a:lnTo>
                <a:lnTo>
                  <a:pt x="8833" y="1129"/>
                </a:lnTo>
                <a:lnTo>
                  <a:pt x="8833" y="1130"/>
                </a:lnTo>
                <a:lnTo>
                  <a:pt x="8833" y="1131"/>
                </a:lnTo>
                <a:lnTo>
                  <a:pt x="8835" y="1133"/>
                </a:lnTo>
                <a:lnTo>
                  <a:pt x="8835" y="1134"/>
                </a:lnTo>
                <a:lnTo>
                  <a:pt x="8836" y="1136"/>
                </a:lnTo>
                <a:lnTo>
                  <a:pt x="8837" y="1136"/>
                </a:lnTo>
                <a:lnTo>
                  <a:pt x="8838" y="1137"/>
                </a:lnTo>
                <a:lnTo>
                  <a:pt x="8839" y="1137"/>
                </a:lnTo>
                <a:lnTo>
                  <a:pt x="8839" y="1138"/>
                </a:lnTo>
                <a:lnTo>
                  <a:pt x="8840" y="1138"/>
                </a:lnTo>
                <a:lnTo>
                  <a:pt x="8841" y="1138"/>
                </a:lnTo>
                <a:lnTo>
                  <a:pt x="8841" y="1139"/>
                </a:lnTo>
                <a:lnTo>
                  <a:pt x="8842" y="1139"/>
                </a:lnTo>
                <a:lnTo>
                  <a:pt x="8842" y="1140"/>
                </a:lnTo>
                <a:lnTo>
                  <a:pt x="8843" y="1140"/>
                </a:lnTo>
                <a:lnTo>
                  <a:pt x="8844" y="1140"/>
                </a:lnTo>
                <a:lnTo>
                  <a:pt x="8844" y="1141"/>
                </a:lnTo>
                <a:lnTo>
                  <a:pt x="8844" y="1142"/>
                </a:lnTo>
                <a:lnTo>
                  <a:pt x="8845" y="1143"/>
                </a:lnTo>
                <a:lnTo>
                  <a:pt x="8845" y="1144"/>
                </a:lnTo>
                <a:lnTo>
                  <a:pt x="8845" y="1146"/>
                </a:lnTo>
                <a:lnTo>
                  <a:pt x="8844" y="1148"/>
                </a:lnTo>
                <a:lnTo>
                  <a:pt x="8844" y="1150"/>
                </a:lnTo>
                <a:lnTo>
                  <a:pt x="8843" y="1152"/>
                </a:lnTo>
                <a:lnTo>
                  <a:pt x="8843" y="1153"/>
                </a:lnTo>
                <a:lnTo>
                  <a:pt x="8842" y="1154"/>
                </a:lnTo>
                <a:lnTo>
                  <a:pt x="8841" y="1156"/>
                </a:lnTo>
                <a:lnTo>
                  <a:pt x="8841" y="1157"/>
                </a:lnTo>
                <a:lnTo>
                  <a:pt x="8841" y="1159"/>
                </a:lnTo>
                <a:lnTo>
                  <a:pt x="8841" y="1160"/>
                </a:lnTo>
                <a:lnTo>
                  <a:pt x="8841" y="1162"/>
                </a:lnTo>
                <a:lnTo>
                  <a:pt x="8841" y="1163"/>
                </a:lnTo>
                <a:lnTo>
                  <a:pt x="8841" y="1164"/>
                </a:lnTo>
                <a:lnTo>
                  <a:pt x="8842" y="1164"/>
                </a:lnTo>
                <a:lnTo>
                  <a:pt x="8842" y="1165"/>
                </a:lnTo>
                <a:lnTo>
                  <a:pt x="8842" y="1166"/>
                </a:lnTo>
                <a:lnTo>
                  <a:pt x="8843" y="1166"/>
                </a:lnTo>
                <a:lnTo>
                  <a:pt x="8843" y="1167"/>
                </a:lnTo>
                <a:lnTo>
                  <a:pt x="8842" y="1167"/>
                </a:lnTo>
                <a:lnTo>
                  <a:pt x="8842" y="1168"/>
                </a:lnTo>
                <a:lnTo>
                  <a:pt x="8842" y="1169"/>
                </a:lnTo>
                <a:lnTo>
                  <a:pt x="8843" y="1169"/>
                </a:lnTo>
                <a:lnTo>
                  <a:pt x="8843" y="1170"/>
                </a:lnTo>
                <a:lnTo>
                  <a:pt x="8842" y="1170"/>
                </a:lnTo>
                <a:lnTo>
                  <a:pt x="8842" y="1171"/>
                </a:lnTo>
                <a:lnTo>
                  <a:pt x="8841" y="1171"/>
                </a:lnTo>
                <a:lnTo>
                  <a:pt x="8840" y="1170"/>
                </a:lnTo>
                <a:lnTo>
                  <a:pt x="8839" y="1170"/>
                </a:lnTo>
                <a:lnTo>
                  <a:pt x="8837" y="1171"/>
                </a:lnTo>
                <a:lnTo>
                  <a:pt x="8836" y="1171"/>
                </a:lnTo>
                <a:lnTo>
                  <a:pt x="8835" y="1171"/>
                </a:lnTo>
                <a:lnTo>
                  <a:pt x="8835" y="1172"/>
                </a:lnTo>
                <a:lnTo>
                  <a:pt x="8834" y="1173"/>
                </a:lnTo>
                <a:lnTo>
                  <a:pt x="8834" y="1174"/>
                </a:lnTo>
                <a:lnTo>
                  <a:pt x="8834" y="1176"/>
                </a:lnTo>
                <a:lnTo>
                  <a:pt x="8834" y="1177"/>
                </a:lnTo>
                <a:lnTo>
                  <a:pt x="8835" y="1177"/>
                </a:lnTo>
                <a:lnTo>
                  <a:pt x="8836" y="1178"/>
                </a:lnTo>
                <a:lnTo>
                  <a:pt x="8836" y="1179"/>
                </a:lnTo>
                <a:lnTo>
                  <a:pt x="8837" y="1180"/>
                </a:lnTo>
                <a:lnTo>
                  <a:pt x="8837" y="1181"/>
                </a:lnTo>
                <a:lnTo>
                  <a:pt x="8836" y="1181"/>
                </a:lnTo>
                <a:lnTo>
                  <a:pt x="8836" y="1182"/>
                </a:lnTo>
                <a:lnTo>
                  <a:pt x="8835" y="1182"/>
                </a:lnTo>
                <a:lnTo>
                  <a:pt x="8835" y="1183"/>
                </a:lnTo>
                <a:lnTo>
                  <a:pt x="8835" y="1184"/>
                </a:lnTo>
                <a:lnTo>
                  <a:pt x="8835" y="1185"/>
                </a:lnTo>
                <a:lnTo>
                  <a:pt x="8836" y="1186"/>
                </a:lnTo>
                <a:lnTo>
                  <a:pt x="8836" y="1187"/>
                </a:lnTo>
                <a:lnTo>
                  <a:pt x="8835" y="1188"/>
                </a:lnTo>
                <a:lnTo>
                  <a:pt x="8834" y="1188"/>
                </a:lnTo>
                <a:lnTo>
                  <a:pt x="8833" y="1188"/>
                </a:lnTo>
                <a:lnTo>
                  <a:pt x="8832" y="1187"/>
                </a:lnTo>
                <a:lnTo>
                  <a:pt x="8831" y="1187"/>
                </a:lnTo>
                <a:lnTo>
                  <a:pt x="8831" y="1186"/>
                </a:lnTo>
                <a:lnTo>
                  <a:pt x="8830" y="1186"/>
                </a:lnTo>
                <a:lnTo>
                  <a:pt x="8830" y="1185"/>
                </a:lnTo>
                <a:lnTo>
                  <a:pt x="8829" y="1185"/>
                </a:lnTo>
                <a:lnTo>
                  <a:pt x="8828" y="1184"/>
                </a:lnTo>
                <a:lnTo>
                  <a:pt x="8826" y="1184"/>
                </a:lnTo>
                <a:lnTo>
                  <a:pt x="8825" y="1185"/>
                </a:lnTo>
                <a:lnTo>
                  <a:pt x="8824" y="1186"/>
                </a:lnTo>
                <a:lnTo>
                  <a:pt x="8823" y="1187"/>
                </a:lnTo>
                <a:lnTo>
                  <a:pt x="8823" y="1189"/>
                </a:lnTo>
                <a:lnTo>
                  <a:pt x="8824" y="1189"/>
                </a:lnTo>
                <a:lnTo>
                  <a:pt x="8824" y="1190"/>
                </a:lnTo>
                <a:lnTo>
                  <a:pt x="8824" y="1191"/>
                </a:lnTo>
                <a:lnTo>
                  <a:pt x="8825" y="1191"/>
                </a:lnTo>
                <a:lnTo>
                  <a:pt x="8825" y="1192"/>
                </a:lnTo>
                <a:lnTo>
                  <a:pt x="8824" y="1192"/>
                </a:lnTo>
                <a:lnTo>
                  <a:pt x="8823" y="1192"/>
                </a:lnTo>
                <a:lnTo>
                  <a:pt x="8822" y="1192"/>
                </a:lnTo>
                <a:lnTo>
                  <a:pt x="8822" y="1193"/>
                </a:lnTo>
                <a:lnTo>
                  <a:pt x="8822" y="1194"/>
                </a:lnTo>
                <a:lnTo>
                  <a:pt x="8821" y="1194"/>
                </a:lnTo>
                <a:lnTo>
                  <a:pt x="8822" y="1195"/>
                </a:lnTo>
                <a:lnTo>
                  <a:pt x="8822" y="1196"/>
                </a:lnTo>
                <a:lnTo>
                  <a:pt x="8823" y="1196"/>
                </a:lnTo>
                <a:lnTo>
                  <a:pt x="8823" y="1197"/>
                </a:lnTo>
                <a:lnTo>
                  <a:pt x="8824" y="1197"/>
                </a:lnTo>
                <a:lnTo>
                  <a:pt x="8824" y="1198"/>
                </a:lnTo>
                <a:lnTo>
                  <a:pt x="8824" y="1199"/>
                </a:lnTo>
                <a:lnTo>
                  <a:pt x="8823" y="1199"/>
                </a:lnTo>
                <a:lnTo>
                  <a:pt x="8823" y="1198"/>
                </a:lnTo>
                <a:lnTo>
                  <a:pt x="8821" y="1198"/>
                </a:lnTo>
                <a:lnTo>
                  <a:pt x="8821" y="1199"/>
                </a:lnTo>
                <a:lnTo>
                  <a:pt x="8820" y="1199"/>
                </a:lnTo>
                <a:lnTo>
                  <a:pt x="8820" y="1200"/>
                </a:lnTo>
                <a:lnTo>
                  <a:pt x="8821" y="1200"/>
                </a:lnTo>
                <a:lnTo>
                  <a:pt x="8821" y="1201"/>
                </a:lnTo>
                <a:lnTo>
                  <a:pt x="8821" y="1202"/>
                </a:lnTo>
                <a:lnTo>
                  <a:pt x="8822" y="1202"/>
                </a:lnTo>
                <a:lnTo>
                  <a:pt x="8822" y="1203"/>
                </a:lnTo>
                <a:lnTo>
                  <a:pt x="8822" y="1204"/>
                </a:lnTo>
                <a:lnTo>
                  <a:pt x="8822" y="1205"/>
                </a:lnTo>
                <a:lnTo>
                  <a:pt x="8823" y="1206"/>
                </a:lnTo>
                <a:lnTo>
                  <a:pt x="8823" y="1207"/>
                </a:lnTo>
                <a:lnTo>
                  <a:pt x="8824" y="1207"/>
                </a:lnTo>
                <a:lnTo>
                  <a:pt x="8824" y="1208"/>
                </a:lnTo>
                <a:lnTo>
                  <a:pt x="8825" y="1207"/>
                </a:lnTo>
                <a:lnTo>
                  <a:pt x="8826" y="1207"/>
                </a:lnTo>
                <a:lnTo>
                  <a:pt x="8826" y="1206"/>
                </a:lnTo>
                <a:lnTo>
                  <a:pt x="8827" y="1206"/>
                </a:lnTo>
                <a:lnTo>
                  <a:pt x="8827" y="1207"/>
                </a:lnTo>
                <a:lnTo>
                  <a:pt x="8828" y="1207"/>
                </a:lnTo>
                <a:lnTo>
                  <a:pt x="8828" y="1208"/>
                </a:lnTo>
                <a:lnTo>
                  <a:pt x="8829" y="1208"/>
                </a:lnTo>
                <a:lnTo>
                  <a:pt x="8829" y="1209"/>
                </a:lnTo>
                <a:lnTo>
                  <a:pt x="8829" y="1210"/>
                </a:lnTo>
                <a:lnTo>
                  <a:pt x="8828" y="1210"/>
                </a:lnTo>
                <a:lnTo>
                  <a:pt x="8827" y="1210"/>
                </a:lnTo>
                <a:lnTo>
                  <a:pt x="8826" y="1209"/>
                </a:lnTo>
                <a:lnTo>
                  <a:pt x="8825" y="1209"/>
                </a:lnTo>
                <a:lnTo>
                  <a:pt x="8825" y="1210"/>
                </a:lnTo>
                <a:lnTo>
                  <a:pt x="8824" y="1210"/>
                </a:lnTo>
                <a:lnTo>
                  <a:pt x="8824" y="1211"/>
                </a:lnTo>
                <a:lnTo>
                  <a:pt x="8824" y="1212"/>
                </a:lnTo>
                <a:lnTo>
                  <a:pt x="8825" y="1212"/>
                </a:lnTo>
                <a:lnTo>
                  <a:pt x="8825" y="1213"/>
                </a:lnTo>
                <a:lnTo>
                  <a:pt x="8825" y="1214"/>
                </a:lnTo>
                <a:lnTo>
                  <a:pt x="8824" y="1214"/>
                </a:lnTo>
                <a:lnTo>
                  <a:pt x="8824" y="1215"/>
                </a:lnTo>
                <a:lnTo>
                  <a:pt x="8825" y="1215"/>
                </a:lnTo>
                <a:lnTo>
                  <a:pt x="8825" y="1216"/>
                </a:lnTo>
                <a:lnTo>
                  <a:pt x="8826" y="1216"/>
                </a:lnTo>
                <a:lnTo>
                  <a:pt x="8828" y="1216"/>
                </a:lnTo>
                <a:lnTo>
                  <a:pt x="8828" y="1217"/>
                </a:lnTo>
                <a:lnTo>
                  <a:pt x="8829" y="1217"/>
                </a:lnTo>
                <a:lnTo>
                  <a:pt x="8829" y="1218"/>
                </a:lnTo>
                <a:lnTo>
                  <a:pt x="8828" y="1218"/>
                </a:lnTo>
                <a:lnTo>
                  <a:pt x="8827" y="1218"/>
                </a:lnTo>
                <a:lnTo>
                  <a:pt x="8827" y="1219"/>
                </a:lnTo>
                <a:lnTo>
                  <a:pt x="8826" y="1219"/>
                </a:lnTo>
                <a:lnTo>
                  <a:pt x="8826" y="1220"/>
                </a:lnTo>
                <a:lnTo>
                  <a:pt x="8825" y="1220"/>
                </a:lnTo>
                <a:lnTo>
                  <a:pt x="8824" y="1221"/>
                </a:lnTo>
                <a:lnTo>
                  <a:pt x="8824" y="1222"/>
                </a:lnTo>
                <a:lnTo>
                  <a:pt x="8824" y="1223"/>
                </a:lnTo>
                <a:lnTo>
                  <a:pt x="8824" y="1224"/>
                </a:lnTo>
                <a:lnTo>
                  <a:pt x="8824" y="1225"/>
                </a:lnTo>
                <a:lnTo>
                  <a:pt x="8824" y="1226"/>
                </a:lnTo>
                <a:lnTo>
                  <a:pt x="8824" y="1227"/>
                </a:lnTo>
                <a:lnTo>
                  <a:pt x="8823" y="1227"/>
                </a:lnTo>
                <a:lnTo>
                  <a:pt x="8823" y="1228"/>
                </a:lnTo>
                <a:lnTo>
                  <a:pt x="8824" y="1229"/>
                </a:lnTo>
                <a:lnTo>
                  <a:pt x="8825" y="1228"/>
                </a:lnTo>
                <a:lnTo>
                  <a:pt x="8824" y="1228"/>
                </a:lnTo>
                <a:lnTo>
                  <a:pt x="8824" y="1226"/>
                </a:lnTo>
                <a:lnTo>
                  <a:pt x="8825" y="1226"/>
                </a:lnTo>
                <a:lnTo>
                  <a:pt x="8826" y="1226"/>
                </a:lnTo>
                <a:lnTo>
                  <a:pt x="8827" y="1226"/>
                </a:lnTo>
                <a:lnTo>
                  <a:pt x="8827" y="1227"/>
                </a:lnTo>
                <a:lnTo>
                  <a:pt x="8827" y="1228"/>
                </a:lnTo>
                <a:lnTo>
                  <a:pt x="8828" y="1228"/>
                </a:lnTo>
                <a:lnTo>
                  <a:pt x="8829" y="1228"/>
                </a:lnTo>
                <a:lnTo>
                  <a:pt x="8829" y="1227"/>
                </a:lnTo>
                <a:lnTo>
                  <a:pt x="8830" y="1227"/>
                </a:lnTo>
                <a:lnTo>
                  <a:pt x="8831" y="1227"/>
                </a:lnTo>
                <a:lnTo>
                  <a:pt x="8831" y="1228"/>
                </a:lnTo>
                <a:lnTo>
                  <a:pt x="8831" y="1229"/>
                </a:lnTo>
                <a:lnTo>
                  <a:pt x="8832" y="1230"/>
                </a:lnTo>
                <a:lnTo>
                  <a:pt x="8833" y="1230"/>
                </a:lnTo>
                <a:lnTo>
                  <a:pt x="8833" y="1231"/>
                </a:lnTo>
                <a:lnTo>
                  <a:pt x="8833" y="1232"/>
                </a:lnTo>
                <a:lnTo>
                  <a:pt x="8833" y="1233"/>
                </a:lnTo>
                <a:lnTo>
                  <a:pt x="8833" y="1234"/>
                </a:lnTo>
                <a:lnTo>
                  <a:pt x="8832" y="1234"/>
                </a:lnTo>
                <a:lnTo>
                  <a:pt x="8831" y="1234"/>
                </a:lnTo>
                <a:lnTo>
                  <a:pt x="8830" y="1234"/>
                </a:lnTo>
                <a:lnTo>
                  <a:pt x="8830" y="1235"/>
                </a:lnTo>
                <a:lnTo>
                  <a:pt x="8829" y="1235"/>
                </a:lnTo>
                <a:lnTo>
                  <a:pt x="8829" y="1236"/>
                </a:lnTo>
                <a:lnTo>
                  <a:pt x="8828" y="1236"/>
                </a:lnTo>
                <a:lnTo>
                  <a:pt x="8828" y="1237"/>
                </a:lnTo>
                <a:lnTo>
                  <a:pt x="8828" y="1238"/>
                </a:lnTo>
                <a:lnTo>
                  <a:pt x="8829" y="1238"/>
                </a:lnTo>
                <a:lnTo>
                  <a:pt x="8829" y="1239"/>
                </a:lnTo>
                <a:lnTo>
                  <a:pt x="8830" y="1239"/>
                </a:lnTo>
                <a:lnTo>
                  <a:pt x="8831" y="1239"/>
                </a:lnTo>
                <a:lnTo>
                  <a:pt x="8832" y="1239"/>
                </a:lnTo>
                <a:lnTo>
                  <a:pt x="8833" y="1239"/>
                </a:lnTo>
                <a:lnTo>
                  <a:pt x="8833" y="1240"/>
                </a:lnTo>
                <a:lnTo>
                  <a:pt x="8834" y="1240"/>
                </a:lnTo>
                <a:lnTo>
                  <a:pt x="8834" y="1241"/>
                </a:lnTo>
                <a:lnTo>
                  <a:pt x="8834" y="1242"/>
                </a:lnTo>
                <a:lnTo>
                  <a:pt x="8833" y="1242"/>
                </a:lnTo>
                <a:lnTo>
                  <a:pt x="8832" y="1242"/>
                </a:lnTo>
                <a:lnTo>
                  <a:pt x="8831" y="1242"/>
                </a:lnTo>
                <a:lnTo>
                  <a:pt x="8831" y="1241"/>
                </a:lnTo>
                <a:lnTo>
                  <a:pt x="8830" y="1241"/>
                </a:lnTo>
                <a:lnTo>
                  <a:pt x="8829" y="1241"/>
                </a:lnTo>
                <a:lnTo>
                  <a:pt x="8828" y="1241"/>
                </a:lnTo>
                <a:lnTo>
                  <a:pt x="8828" y="1242"/>
                </a:lnTo>
                <a:lnTo>
                  <a:pt x="8828" y="1243"/>
                </a:lnTo>
                <a:lnTo>
                  <a:pt x="8828" y="1244"/>
                </a:lnTo>
                <a:lnTo>
                  <a:pt x="8828" y="1245"/>
                </a:lnTo>
                <a:lnTo>
                  <a:pt x="8827" y="1245"/>
                </a:lnTo>
                <a:lnTo>
                  <a:pt x="8827" y="1244"/>
                </a:lnTo>
                <a:lnTo>
                  <a:pt x="8826" y="1244"/>
                </a:lnTo>
                <a:lnTo>
                  <a:pt x="8825" y="1244"/>
                </a:lnTo>
                <a:lnTo>
                  <a:pt x="8825" y="1245"/>
                </a:lnTo>
                <a:lnTo>
                  <a:pt x="8826" y="1245"/>
                </a:lnTo>
                <a:lnTo>
                  <a:pt x="8827" y="1245"/>
                </a:lnTo>
                <a:lnTo>
                  <a:pt x="8827" y="1246"/>
                </a:lnTo>
                <a:lnTo>
                  <a:pt x="8827" y="1247"/>
                </a:lnTo>
                <a:lnTo>
                  <a:pt x="8826" y="1247"/>
                </a:lnTo>
                <a:lnTo>
                  <a:pt x="8826" y="1248"/>
                </a:lnTo>
                <a:lnTo>
                  <a:pt x="8826" y="1249"/>
                </a:lnTo>
                <a:lnTo>
                  <a:pt x="8827" y="1249"/>
                </a:lnTo>
                <a:lnTo>
                  <a:pt x="8827" y="1250"/>
                </a:lnTo>
                <a:lnTo>
                  <a:pt x="8828" y="1250"/>
                </a:lnTo>
                <a:lnTo>
                  <a:pt x="8828" y="1251"/>
                </a:lnTo>
                <a:lnTo>
                  <a:pt x="8829" y="1251"/>
                </a:lnTo>
                <a:lnTo>
                  <a:pt x="8829" y="1252"/>
                </a:lnTo>
                <a:lnTo>
                  <a:pt x="8829" y="1253"/>
                </a:lnTo>
                <a:lnTo>
                  <a:pt x="8828" y="1253"/>
                </a:lnTo>
                <a:lnTo>
                  <a:pt x="8827" y="1253"/>
                </a:lnTo>
                <a:lnTo>
                  <a:pt x="8827" y="1254"/>
                </a:lnTo>
                <a:lnTo>
                  <a:pt x="8826" y="1254"/>
                </a:lnTo>
                <a:lnTo>
                  <a:pt x="8826" y="1253"/>
                </a:lnTo>
                <a:lnTo>
                  <a:pt x="8825" y="1253"/>
                </a:lnTo>
                <a:lnTo>
                  <a:pt x="8824" y="1253"/>
                </a:lnTo>
                <a:lnTo>
                  <a:pt x="8824" y="1254"/>
                </a:lnTo>
                <a:lnTo>
                  <a:pt x="8825" y="1254"/>
                </a:lnTo>
                <a:lnTo>
                  <a:pt x="8824" y="1254"/>
                </a:lnTo>
                <a:lnTo>
                  <a:pt x="8824" y="1255"/>
                </a:lnTo>
                <a:lnTo>
                  <a:pt x="8824" y="1254"/>
                </a:lnTo>
                <a:lnTo>
                  <a:pt x="8823" y="1254"/>
                </a:lnTo>
                <a:lnTo>
                  <a:pt x="8822" y="1254"/>
                </a:lnTo>
                <a:lnTo>
                  <a:pt x="8822" y="1255"/>
                </a:lnTo>
                <a:lnTo>
                  <a:pt x="8823" y="1255"/>
                </a:lnTo>
                <a:lnTo>
                  <a:pt x="8823" y="1256"/>
                </a:lnTo>
                <a:lnTo>
                  <a:pt x="8822" y="1256"/>
                </a:lnTo>
                <a:lnTo>
                  <a:pt x="8822" y="1257"/>
                </a:lnTo>
                <a:lnTo>
                  <a:pt x="8821" y="1257"/>
                </a:lnTo>
                <a:lnTo>
                  <a:pt x="8820" y="1257"/>
                </a:lnTo>
                <a:lnTo>
                  <a:pt x="8821" y="1257"/>
                </a:lnTo>
                <a:lnTo>
                  <a:pt x="8821" y="1258"/>
                </a:lnTo>
                <a:lnTo>
                  <a:pt x="8820" y="1258"/>
                </a:lnTo>
                <a:lnTo>
                  <a:pt x="8820" y="1259"/>
                </a:lnTo>
                <a:lnTo>
                  <a:pt x="8820" y="1260"/>
                </a:lnTo>
                <a:lnTo>
                  <a:pt x="8819" y="1260"/>
                </a:lnTo>
                <a:lnTo>
                  <a:pt x="8818" y="1259"/>
                </a:lnTo>
                <a:lnTo>
                  <a:pt x="8817" y="1260"/>
                </a:lnTo>
                <a:lnTo>
                  <a:pt x="8818" y="1260"/>
                </a:lnTo>
                <a:lnTo>
                  <a:pt x="8818" y="1261"/>
                </a:lnTo>
                <a:lnTo>
                  <a:pt x="8817" y="1261"/>
                </a:lnTo>
                <a:lnTo>
                  <a:pt x="8816" y="1262"/>
                </a:lnTo>
                <a:lnTo>
                  <a:pt x="8816" y="1261"/>
                </a:lnTo>
                <a:lnTo>
                  <a:pt x="8816" y="1262"/>
                </a:lnTo>
                <a:lnTo>
                  <a:pt x="8815" y="1262"/>
                </a:lnTo>
                <a:lnTo>
                  <a:pt x="8815" y="1263"/>
                </a:lnTo>
                <a:lnTo>
                  <a:pt x="8814" y="1263"/>
                </a:lnTo>
                <a:lnTo>
                  <a:pt x="8814" y="1264"/>
                </a:lnTo>
                <a:lnTo>
                  <a:pt x="8815" y="1264"/>
                </a:lnTo>
                <a:lnTo>
                  <a:pt x="8814" y="1264"/>
                </a:lnTo>
                <a:lnTo>
                  <a:pt x="8813" y="1264"/>
                </a:lnTo>
                <a:lnTo>
                  <a:pt x="8814" y="1264"/>
                </a:lnTo>
                <a:lnTo>
                  <a:pt x="8814" y="1265"/>
                </a:lnTo>
                <a:lnTo>
                  <a:pt x="8814" y="1266"/>
                </a:lnTo>
                <a:lnTo>
                  <a:pt x="8813" y="1266"/>
                </a:lnTo>
                <a:lnTo>
                  <a:pt x="8813" y="1265"/>
                </a:lnTo>
                <a:lnTo>
                  <a:pt x="8812" y="1265"/>
                </a:lnTo>
                <a:lnTo>
                  <a:pt x="8812" y="1266"/>
                </a:lnTo>
                <a:lnTo>
                  <a:pt x="8812" y="1267"/>
                </a:lnTo>
                <a:lnTo>
                  <a:pt x="8811" y="1267"/>
                </a:lnTo>
                <a:lnTo>
                  <a:pt x="8810" y="1268"/>
                </a:lnTo>
                <a:lnTo>
                  <a:pt x="8810" y="1269"/>
                </a:lnTo>
                <a:lnTo>
                  <a:pt x="8809" y="1269"/>
                </a:lnTo>
                <a:lnTo>
                  <a:pt x="8809" y="1270"/>
                </a:lnTo>
                <a:lnTo>
                  <a:pt x="8810" y="1270"/>
                </a:lnTo>
                <a:lnTo>
                  <a:pt x="8809" y="1270"/>
                </a:lnTo>
                <a:lnTo>
                  <a:pt x="8809" y="1271"/>
                </a:lnTo>
                <a:lnTo>
                  <a:pt x="8808" y="1271"/>
                </a:lnTo>
                <a:lnTo>
                  <a:pt x="8809" y="1270"/>
                </a:lnTo>
                <a:lnTo>
                  <a:pt x="8808" y="1270"/>
                </a:lnTo>
                <a:lnTo>
                  <a:pt x="8808" y="1271"/>
                </a:lnTo>
                <a:lnTo>
                  <a:pt x="8807" y="1270"/>
                </a:lnTo>
                <a:lnTo>
                  <a:pt x="8806" y="1270"/>
                </a:lnTo>
                <a:lnTo>
                  <a:pt x="8806" y="1271"/>
                </a:lnTo>
                <a:lnTo>
                  <a:pt x="8807" y="1272"/>
                </a:lnTo>
                <a:lnTo>
                  <a:pt x="8807" y="1273"/>
                </a:lnTo>
                <a:lnTo>
                  <a:pt x="8806" y="1273"/>
                </a:lnTo>
                <a:lnTo>
                  <a:pt x="8805" y="1273"/>
                </a:lnTo>
                <a:lnTo>
                  <a:pt x="8805" y="1272"/>
                </a:lnTo>
                <a:lnTo>
                  <a:pt x="8805" y="1273"/>
                </a:lnTo>
                <a:lnTo>
                  <a:pt x="8804" y="1273"/>
                </a:lnTo>
                <a:lnTo>
                  <a:pt x="8803" y="1273"/>
                </a:lnTo>
                <a:lnTo>
                  <a:pt x="8802" y="1273"/>
                </a:lnTo>
                <a:lnTo>
                  <a:pt x="8802" y="1274"/>
                </a:lnTo>
                <a:lnTo>
                  <a:pt x="8803" y="1274"/>
                </a:lnTo>
                <a:lnTo>
                  <a:pt x="8803" y="1275"/>
                </a:lnTo>
                <a:lnTo>
                  <a:pt x="8804" y="1275"/>
                </a:lnTo>
                <a:lnTo>
                  <a:pt x="8803" y="1276"/>
                </a:lnTo>
                <a:lnTo>
                  <a:pt x="8802" y="1276"/>
                </a:lnTo>
                <a:lnTo>
                  <a:pt x="8802" y="1277"/>
                </a:lnTo>
                <a:lnTo>
                  <a:pt x="8802" y="1278"/>
                </a:lnTo>
                <a:lnTo>
                  <a:pt x="8802" y="1277"/>
                </a:lnTo>
                <a:lnTo>
                  <a:pt x="8803" y="1277"/>
                </a:lnTo>
                <a:lnTo>
                  <a:pt x="8803" y="1278"/>
                </a:lnTo>
                <a:lnTo>
                  <a:pt x="8802" y="1278"/>
                </a:lnTo>
                <a:lnTo>
                  <a:pt x="8802" y="1279"/>
                </a:lnTo>
                <a:lnTo>
                  <a:pt x="8802" y="1280"/>
                </a:lnTo>
                <a:lnTo>
                  <a:pt x="8803" y="1280"/>
                </a:lnTo>
                <a:lnTo>
                  <a:pt x="8803" y="1281"/>
                </a:lnTo>
                <a:lnTo>
                  <a:pt x="8802" y="1281"/>
                </a:lnTo>
                <a:lnTo>
                  <a:pt x="8802" y="1282"/>
                </a:lnTo>
                <a:lnTo>
                  <a:pt x="8803" y="1282"/>
                </a:lnTo>
                <a:lnTo>
                  <a:pt x="8802" y="1282"/>
                </a:lnTo>
                <a:lnTo>
                  <a:pt x="8801" y="1282"/>
                </a:lnTo>
                <a:lnTo>
                  <a:pt x="8801" y="1283"/>
                </a:lnTo>
                <a:lnTo>
                  <a:pt x="8801" y="1284"/>
                </a:lnTo>
                <a:lnTo>
                  <a:pt x="8802" y="1284"/>
                </a:lnTo>
                <a:lnTo>
                  <a:pt x="8803" y="1284"/>
                </a:lnTo>
                <a:lnTo>
                  <a:pt x="8802" y="1285"/>
                </a:lnTo>
                <a:lnTo>
                  <a:pt x="8802" y="1286"/>
                </a:lnTo>
                <a:lnTo>
                  <a:pt x="8801" y="1286"/>
                </a:lnTo>
                <a:lnTo>
                  <a:pt x="8801" y="1287"/>
                </a:lnTo>
                <a:lnTo>
                  <a:pt x="8801" y="1288"/>
                </a:lnTo>
                <a:lnTo>
                  <a:pt x="8801" y="1289"/>
                </a:lnTo>
                <a:lnTo>
                  <a:pt x="8802" y="1289"/>
                </a:lnTo>
                <a:lnTo>
                  <a:pt x="8802" y="1288"/>
                </a:lnTo>
                <a:lnTo>
                  <a:pt x="8802" y="1289"/>
                </a:lnTo>
                <a:lnTo>
                  <a:pt x="8802" y="1290"/>
                </a:lnTo>
                <a:lnTo>
                  <a:pt x="8801" y="1290"/>
                </a:lnTo>
                <a:lnTo>
                  <a:pt x="8800" y="1290"/>
                </a:lnTo>
                <a:lnTo>
                  <a:pt x="8800" y="1291"/>
                </a:lnTo>
                <a:lnTo>
                  <a:pt x="8801" y="1291"/>
                </a:lnTo>
                <a:lnTo>
                  <a:pt x="8802" y="1292"/>
                </a:lnTo>
                <a:lnTo>
                  <a:pt x="8801" y="1292"/>
                </a:lnTo>
                <a:lnTo>
                  <a:pt x="8800" y="1292"/>
                </a:lnTo>
                <a:lnTo>
                  <a:pt x="8799" y="1292"/>
                </a:lnTo>
                <a:lnTo>
                  <a:pt x="8799" y="1293"/>
                </a:lnTo>
                <a:lnTo>
                  <a:pt x="8800" y="1293"/>
                </a:lnTo>
                <a:lnTo>
                  <a:pt x="8800" y="1294"/>
                </a:lnTo>
                <a:lnTo>
                  <a:pt x="8800" y="1295"/>
                </a:lnTo>
                <a:lnTo>
                  <a:pt x="8801" y="1296"/>
                </a:lnTo>
                <a:lnTo>
                  <a:pt x="8801" y="1297"/>
                </a:lnTo>
                <a:lnTo>
                  <a:pt x="8800" y="1297"/>
                </a:lnTo>
                <a:lnTo>
                  <a:pt x="8800" y="1298"/>
                </a:lnTo>
                <a:lnTo>
                  <a:pt x="8801" y="1298"/>
                </a:lnTo>
                <a:lnTo>
                  <a:pt x="8801" y="1297"/>
                </a:lnTo>
                <a:lnTo>
                  <a:pt x="8801" y="1298"/>
                </a:lnTo>
                <a:lnTo>
                  <a:pt x="8802" y="1298"/>
                </a:lnTo>
                <a:lnTo>
                  <a:pt x="8802" y="1299"/>
                </a:lnTo>
                <a:lnTo>
                  <a:pt x="8801" y="1299"/>
                </a:lnTo>
                <a:lnTo>
                  <a:pt x="8801" y="1302"/>
                </a:lnTo>
                <a:lnTo>
                  <a:pt x="8802" y="1302"/>
                </a:lnTo>
                <a:lnTo>
                  <a:pt x="8803" y="1302"/>
                </a:lnTo>
                <a:lnTo>
                  <a:pt x="8803" y="1303"/>
                </a:lnTo>
                <a:lnTo>
                  <a:pt x="8803" y="1304"/>
                </a:lnTo>
                <a:lnTo>
                  <a:pt x="8803" y="1305"/>
                </a:lnTo>
                <a:lnTo>
                  <a:pt x="8802" y="1304"/>
                </a:lnTo>
                <a:lnTo>
                  <a:pt x="8801" y="1304"/>
                </a:lnTo>
                <a:lnTo>
                  <a:pt x="8801" y="1305"/>
                </a:lnTo>
                <a:lnTo>
                  <a:pt x="8802" y="1305"/>
                </a:lnTo>
                <a:lnTo>
                  <a:pt x="8802" y="1306"/>
                </a:lnTo>
                <a:lnTo>
                  <a:pt x="8801" y="1306"/>
                </a:lnTo>
                <a:lnTo>
                  <a:pt x="8801" y="1307"/>
                </a:lnTo>
                <a:lnTo>
                  <a:pt x="8802" y="1307"/>
                </a:lnTo>
                <a:lnTo>
                  <a:pt x="8801" y="1307"/>
                </a:lnTo>
                <a:lnTo>
                  <a:pt x="8801" y="1308"/>
                </a:lnTo>
                <a:lnTo>
                  <a:pt x="8800" y="1309"/>
                </a:lnTo>
                <a:lnTo>
                  <a:pt x="8801" y="1309"/>
                </a:lnTo>
                <a:lnTo>
                  <a:pt x="8801" y="1310"/>
                </a:lnTo>
                <a:lnTo>
                  <a:pt x="8802" y="1310"/>
                </a:lnTo>
                <a:lnTo>
                  <a:pt x="8802" y="1311"/>
                </a:lnTo>
                <a:lnTo>
                  <a:pt x="8803" y="1311"/>
                </a:lnTo>
                <a:lnTo>
                  <a:pt x="8803" y="1312"/>
                </a:lnTo>
                <a:lnTo>
                  <a:pt x="8802" y="1312"/>
                </a:lnTo>
                <a:lnTo>
                  <a:pt x="8802" y="1313"/>
                </a:lnTo>
                <a:lnTo>
                  <a:pt x="8802" y="1314"/>
                </a:lnTo>
                <a:lnTo>
                  <a:pt x="8801" y="1314"/>
                </a:lnTo>
                <a:lnTo>
                  <a:pt x="8802" y="1314"/>
                </a:lnTo>
                <a:lnTo>
                  <a:pt x="8802" y="1315"/>
                </a:lnTo>
                <a:lnTo>
                  <a:pt x="8801" y="1315"/>
                </a:lnTo>
                <a:lnTo>
                  <a:pt x="8800" y="1315"/>
                </a:lnTo>
                <a:lnTo>
                  <a:pt x="8801" y="1315"/>
                </a:lnTo>
                <a:lnTo>
                  <a:pt x="8801" y="1317"/>
                </a:lnTo>
                <a:lnTo>
                  <a:pt x="8802" y="1317"/>
                </a:lnTo>
                <a:lnTo>
                  <a:pt x="8803" y="1317"/>
                </a:lnTo>
                <a:lnTo>
                  <a:pt x="8803" y="1318"/>
                </a:lnTo>
                <a:lnTo>
                  <a:pt x="8803" y="1317"/>
                </a:lnTo>
                <a:lnTo>
                  <a:pt x="8802" y="1317"/>
                </a:lnTo>
                <a:lnTo>
                  <a:pt x="8802" y="1318"/>
                </a:lnTo>
                <a:lnTo>
                  <a:pt x="8801" y="1318"/>
                </a:lnTo>
                <a:lnTo>
                  <a:pt x="8801" y="1319"/>
                </a:lnTo>
                <a:lnTo>
                  <a:pt x="8802" y="1319"/>
                </a:lnTo>
                <a:lnTo>
                  <a:pt x="8803" y="1319"/>
                </a:lnTo>
                <a:lnTo>
                  <a:pt x="8802" y="1319"/>
                </a:lnTo>
                <a:lnTo>
                  <a:pt x="8802" y="1320"/>
                </a:lnTo>
                <a:lnTo>
                  <a:pt x="8802" y="1321"/>
                </a:lnTo>
                <a:lnTo>
                  <a:pt x="8801" y="1321"/>
                </a:lnTo>
                <a:lnTo>
                  <a:pt x="8801" y="1322"/>
                </a:lnTo>
                <a:lnTo>
                  <a:pt x="8802" y="1321"/>
                </a:lnTo>
                <a:lnTo>
                  <a:pt x="8803" y="1322"/>
                </a:lnTo>
                <a:lnTo>
                  <a:pt x="8802" y="1322"/>
                </a:lnTo>
                <a:lnTo>
                  <a:pt x="8801" y="1323"/>
                </a:lnTo>
                <a:lnTo>
                  <a:pt x="8801" y="1324"/>
                </a:lnTo>
                <a:lnTo>
                  <a:pt x="8802" y="1324"/>
                </a:lnTo>
                <a:lnTo>
                  <a:pt x="8802" y="1323"/>
                </a:lnTo>
                <a:lnTo>
                  <a:pt x="8803" y="1323"/>
                </a:lnTo>
                <a:lnTo>
                  <a:pt x="8803" y="1324"/>
                </a:lnTo>
                <a:lnTo>
                  <a:pt x="8803" y="1325"/>
                </a:lnTo>
                <a:lnTo>
                  <a:pt x="8802" y="1325"/>
                </a:lnTo>
                <a:lnTo>
                  <a:pt x="8802" y="1326"/>
                </a:lnTo>
                <a:lnTo>
                  <a:pt x="8803" y="1326"/>
                </a:lnTo>
                <a:lnTo>
                  <a:pt x="8803" y="1325"/>
                </a:lnTo>
                <a:lnTo>
                  <a:pt x="8804" y="1325"/>
                </a:lnTo>
                <a:lnTo>
                  <a:pt x="8804" y="1324"/>
                </a:lnTo>
                <a:lnTo>
                  <a:pt x="8804" y="1325"/>
                </a:lnTo>
                <a:lnTo>
                  <a:pt x="8804" y="1326"/>
                </a:lnTo>
                <a:lnTo>
                  <a:pt x="8803" y="1326"/>
                </a:lnTo>
                <a:lnTo>
                  <a:pt x="8802" y="1327"/>
                </a:lnTo>
                <a:lnTo>
                  <a:pt x="8803" y="1327"/>
                </a:lnTo>
                <a:lnTo>
                  <a:pt x="8803" y="1328"/>
                </a:lnTo>
                <a:lnTo>
                  <a:pt x="8803" y="1329"/>
                </a:lnTo>
                <a:lnTo>
                  <a:pt x="8803" y="1330"/>
                </a:lnTo>
                <a:lnTo>
                  <a:pt x="8804" y="1330"/>
                </a:lnTo>
                <a:lnTo>
                  <a:pt x="8804" y="1329"/>
                </a:lnTo>
                <a:lnTo>
                  <a:pt x="8805" y="1329"/>
                </a:lnTo>
                <a:lnTo>
                  <a:pt x="8804" y="1329"/>
                </a:lnTo>
                <a:lnTo>
                  <a:pt x="8805" y="1330"/>
                </a:lnTo>
                <a:lnTo>
                  <a:pt x="8804" y="1330"/>
                </a:lnTo>
                <a:lnTo>
                  <a:pt x="8804" y="1331"/>
                </a:lnTo>
                <a:lnTo>
                  <a:pt x="8803" y="1331"/>
                </a:lnTo>
                <a:lnTo>
                  <a:pt x="8804" y="1331"/>
                </a:lnTo>
                <a:lnTo>
                  <a:pt x="8804" y="1332"/>
                </a:lnTo>
                <a:lnTo>
                  <a:pt x="8804" y="1331"/>
                </a:lnTo>
                <a:lnTo>
                  <a:pt x="8805" y="1331"/>
                </a:lnTo>
                <a:lnTo>
                  <a:pt x="8806" y="1331"/>
                </a:lnTo>
                <a:lnTo>
                  <a:pt x="8805" y="1331"/>
                </a:lnTo>
                <a:lnTo>
                  <a:pt x="8805" y="1332"/>
                </a:lnTo>
                <a:lnTo>
                  <a:pt x="8806" y="1333"/>
                </a:lnTo>
                <a:lnTo>
                  <a:pt x="8806" y="1332"/>
                </a:lnTo>
                <a:lnTo>
                  <a:pt x="8807" y="1332"/>
                </a:lnTo>
                <a:lnTo>
                  <a:pt x="8807" y="1333"/>
                </a:lnTo>
                <a:lnTo>
                  <a:pt x="8807" y="1334"/>
                </a:lnTo>
                <a:lnTo>
                  <a:pt x="8808" y="1334"/>
                </a:lnTo>
                <a:lnTo>
                  <a:pt x="8807" y="1334"/>
                </a:lnTo>
                <a:lnTo>
                  <a:pt x="8807" y="1333"/>
                </a:lnTo>
                <a:lnTo>
                  <a:pt x="8808" y="1333"/>
                </a:lnTo>
                <a:lnTo>
                  <a:pt x="8808" y="1334"/>
                </a:lnTo>
                <a:lnTo>
                  <a:pt x="8809" y="1334"/>
                </a:lnTo>
                <a:lnTo>
                  <a:pt x="8808" y="1335"/>
                </a:lnTo>
                <a:lnTo>
                  <a:pt x="8808" y="1336"/>
                </a:lnTo>
                <a:lnTo>
                  <a:pt x="8809" y="1336"/>
                </a:lnTo>
                <a:lnTo>
                  <a:pt x="8809" y="1335"/>
                </a:lnTo>
                <a:lnTo>
                  <a:pt x="8809" y="1336"/>
                </a:lnTo>
                <a:lnTo>
                  <a:pt x="8810" y="1337"/>
                </a:lnTo>
                <a:lnTo>
                  <a:pt x="8810" y="1338"/>
                </a:lnTo>
                <a:lnTo>
                  <a:pt x="8810" y="1339"/>
                </a:lnTo>
                <a:lnTo>
                  <a:pt x="8811" y="1339"/>
                </a:lnTo>
                <a:lnTo>
                  <a:pt x="8811" y="1338"/>
                </a:lnTo>
                <a:lnTo>
                  <a:pt x="8811" y="1339"/>
                </a:lnTo>
                <a:lnTo>
                  <a:pt x="8811" y="1340"/>
                </a:lnTo>
                <a:lnTo>
                  <a:pt x="8812" y="1340"/>
                </a:lnTo>
                <a:lnTo>
                  <a:pt x="8812" y="1341"/>
                </a:lnTo>
                <a:lnTo>
                  <a:pt x="8812" y="1342"/>
                </a:lnTo>
                <a:lnTo>
                  <a:pt x="8813" y="1342"/>
                </a:lnTo>
                <a:lnTo>
                  <a:pt x="8813" y="1343"/>
                </a:lnTo>
                <a:lnTo>
                  <a:pt x="8812" y="1344"/>
                </a:lnTo>
                <a:lnTo>
                  <a:pt x="8812" y="1345"/>
                </a:lnTo>
                <a:lnTo>
                  <a:pt x="8813" y="1345"/>
                </a:lnTo>
                <a:lnTo>
                  <a:pt x="8814" y="1345"/>
                </a:lnTo>
                <a:lnTo>
                  <a:pt x="8814" y="1346"/>
                </a:lnTo>
                <a:lnTo>
                  <a:pt x="8814" y="1347"/>
                </a:lnTo>
                <a:lnTo>
                  <a:pt x="8813" y="1347"/>
                </a:lnTo>
                <a:lnTo>
                  <a:pt x="8813" y="1348"/>
                </a:lnTo>
                <a:lnTo>
                  <a:pt x="8814" y="1347"/>
                </a:lnTo>
                <a:lnTo>
                  <a:pt x="8815" y="1347"/>
                </a:lnTo>
                <a:lnTo>
                  <a:pt x="8815" y="1348"/>
                </a:lnTo>
                <a:lnTo>
                  <a:pt x="8815" y="1347"/>
                </a:lnTo>
                <a:lnTo>
                  <a:pt x="8814" y="1348"/>
                </a:lnTo>
                <a:lnTo>
                  <a:pt x="8814" y="1350"/>
                </a:lnTo>
                <a:lnTo>
                  <a:pt x="8814" y="1351"/>
                </a:lnTo>
                <a:lnTo>
                  <a:pt x="8814" y="1350"/>
                </a:lnTo>
                <a:lnTo>
                  <a:pt x="8815" y="1350"/>
                </a:lnTo>
                <a:lnTo>
                  <a:pt x="8815" y="1349"/>
                </a:lnTo>
                <a:lnTo>
                  <a:pt x="8816" y="1349"/>
                </a:lnTo>
                <a:lnTo>
                  <a:pt x="8816" y="1350"/>
                </a:lnTo>
                <a:lnTo>
                  <a:pt x="8815" y="1350"/>
                </a:lnTo>
                <a:lnTo>
                  <a:pt x="8815" y="1351"/>
                </a:lnTo>
                <a:lnTo>
                  <a:pt x="8816" y="1351"/>
                </a:lnTo>
                <a:lnTo>
                  <a:pt x="8816" y="1352"/>
                </a:lnTo>
                <a:lnTo>
                  <a:pt x="8816" y="1353"/>
                </a:lnTo>
                <a:lnTo>
                  <a:pt x="8815" y="1353"/>
                </a:lnTo>
                <a:lnTo>
                  <a:pt x="8815" y="1352"/>
                </a:lnTo>
                <a:lnTo>
                  <a:pt x="8815" y="1353"/>
                </a:lnTo>
                <a:lnTo>
                  <a:pt x="8814" y="1353"/>
                </a:lnTo>
                <a:lnTo>
                  <a:pt x="8813" y="1353"/>
                </a:lnTo>
                <a:lnTo>
                  <a:pt x="8813" y="1354"/>
                </a:lnTo>
                <a:lnTo>
                  <a:pt x="8812" y="1354"/>
                </a:lnTo>
                <a:lnTo>
                  <a:pt x="8812" y="1356"/>
                </a:lnTo>
                <a:lnTo>
                  <a:pt x="8813" y="1356"/>
                </a:lnTo>
                <a:lnTo>
                  <a:pt x="8812" y="1356"/>
                </a:lnTo>
                <a:lnTo>
                  <a:pt x="8812" y="1357"/>
                </a:lnTo>
                <a:lnTo>
                  <a:pt x="8812" y="1358"/>
                </a:lnTo>
                <a:lnTo>
                  <a:pt x="8811" y="1358"/>
                </a:lnTo>
                <a:lnTo>
                  <a:pt x="8811" y="1359"/>
                </a:lnTo>
                <a:lnTo>
                  <a:pt x="8811" y="1360"/>
                </a:lnTo>
                <a:lnTo>
                  <a:pt x="8810" y="1360"/>
                </a:lnTo>
                <a:lnTo>
                  <a:pt x="8810" y="1361"/>
                </a:lnTo>
                <a:lnTo>
                  <a:pt x="8809" y="1361"/>
                </a:lnTo>
                <a:lnTo>
                  <a:pt x="8808" y="1361"/>
                </a:lnTo>
                <a:lnTo>
                  <a:pt x="8808" y="1363"/>
                </a:lnTo>
                <a:lnTo>
                  <a:pt x="8809" y="1363"/>
                </a:lnTo>
                <a:lnTo>
                  <a:pt x="8808" y="1364"/>
                </a:lnTo>
                <a:lnTo>
                  <a:pt x="8808" y="1365"/>
                </a:lnTo>
                <a:lnTo>
                  <a:pt x="8807" y="1365"/>
                </a:lnTo>
                <a:lnTo>
                  <a:pt x="8806" y="1365"/>
                </a:lnTo>
                <a:lnTo>
                  <a:pt x="8806" y="1367"/>
                </a:lnTo>
                <a:lnTo>
                  <a:pt x="8806" y="1368"/>
                </a:lnTo>
                <a:lnTo>
                  <a:pt x="8806" y="1367"/>
                </a:lnTo>
                <a:lnTo>
                  <a:pt x="8807" y="1367"/>
                </a:lnTo>
                <a:lnTo>
                  <a:pt x="8807" y="1368"/>
                </a:lnTo>
                <a:lnTo>
                  <a:pt x="8807" y="1369"/>
                </a:lnTo>
                <a:lnTo>
                  <a:pt x="8806" y="1369"/>
                </a:lnTo>
                <a:lnTo>
                  <a:pt x="8807" y="1369"/>
                </a:lnTo>
                <a:lnTo>
                  <a:pt x="8807" y="1370"/>
                </a:lnTo>
                <a:lnTo>
                  <a:pt x="8806" y="1370"/>
                </a:lnTo>
                <a:lnTo>
                  <a:pt x="8806" y="1371"/>
                </a:lnTo>
                <a:lnTo>
                  <a:pt x="8806" y="1370"/>
                </a:lnTo>
                <a:lnTo>
                  <a:pt x="8806" y="1371"/>
                </a:lnTo>
                <a:lnTo>
                  <a:pt x="8805" y="1371"/>
                </a:lnTo>
                <a:lnTo>
                  <a:pt x="8804" y="1372"/>
                </a:lnTo>
                <a:lnTo>
                  <a:pt x="8805" y="1372"/>
                </a:lnTo>
                <a:lnTo>
                  <a:pt x="8804" y="1372"/>
                </a:lnTo>
                <a:lnTo>
                  <a:pt x="8804" y="1373"/>
                </a:lnTo>
                <a:lnTo>
                  <a:pt x="8803" y="1373"/>
                </a:lnTo>
                <a:lnTo>
                  <a:pt x="8803" y="1374"/>
                </a:lnTo>
                <a:lnTo>
                  <a:pt x="8802" y="1375"/>
                </a:lnTo>
                <a:lnTo>
                  <a:pt x="8801" y="1375"/>
                </a:lnTo>
                <a:lnTo>
                  <a:pt x="8801" y="1374"/>
                </a:lnTo>
                <a:lnTo>
                  <a:pt x="8801" y="1375"/>
                </a:lnTo>
                <a:lnTo>
                  <a:pt x="8800" y="1375"/>
                </a:lnTo>
                <a:lnTo>
                  <a:pt x="8800" y="1376"/>
                </a:lnTo>
                <a:lnTo>
                  <a:pt x="8800" y="1377"/>
                </a:lnTo>
                <a:lnTo>
                  <a:pt x="8800" y="1379"/>
                </a:lnTo>
                <a:lnTo>
                  <a:pt x="8799" y="1380"/>
                </a:lnTo>
                <a:lnTo>
                  <a:pt x="8799" y="1379"/>
                </a:lnTo>
                <a:lnTo>
                  <a:pt x="8798" y="1379"/>
                </a:lnTo>
                <a:lnTo>
                  <a:pt x="8798" y="1378"/>
                </a:lnTo>
                <a:lnTo>
                  <a:pt x="8798" y="1379"/>
                </a:lnTo>
                <a:lnTo>
                  <a:pt x="8797" y="1379"/>
                </a:lnTo>
                <a:lnTo>
                  <a:pt x="8797" y="1380"/>
                </a:lnTo>
                <a:lnTo>
                  <a:pt x="8798" y="1380"/>
                </a:lnTo>
                <a:lnTo>
                  <a:pt x="8798" y="1381"/>
                </a:lnTo>
                <a:lnTo>
                  <a:pt x="8797" y="1381"/>
                </a:lnTo>
                <a:lnTo>
                  <a:pt x="8796" y="1381"/>
                </a:lnTo>
                <a:lnTo>
                  <a:pt x="8795" y="1381"/>
                </a:lnTo>
                <a:lnTo>
                  <a:pt x="8795" y="1380"/>
                </a:lnTo>
                <a:lnTo>
                  <a:pt x="8795" y="1379"/>
                </a:lnTo>
                <a:lnTo>
                  <a:pt x="8794" y="1379"/>
                </a:lnTo>
                <a:lnTo>
                  <a:pt x="8793" y="1379"/>
                </a:lnTo>
                <a:lnTo>
                  <a:pt x="8792" y="1379"/>
                </a:lnTo>
                <a:lnTo>
                  <a:pt x="8792" y="1380"/>
                </a:lnTo>
                <a:lnTo>
                  <a:pt x="8791" y="1380"/>
                </a:lnTo>
                <a:lnTo>
                  <a:pt x="8791" y="1379"/>
                </a:lnTo>
                <a:lnTo>
                  <a:pt x="8790" y="1379"/>
                </a:lnTo>
                <a:lnTo>
                  <a:pt x="8789" y="1379"/>
                </a:lnTo>
                <a:lnTo>
                  <a:pt x="8788" y="1379"/>
                </a:lnTo>
                <a:lnTo>
                  <a:pt x="8787" y="1379"/>
                </a:lnTo>
                <a:lnTo>
                  <a:pt x="8787" y="1378"/>
                </a:lnTo>
                <a:lnTo>
                  <a:pt x="8785" y="1378"/>
                </a:lnTo>
                <a:lnTo>
                  <a:pt x="8786" y="1378"/>
                </a:lnTo>
                <a:lnTo>
                  <a:pt x="8786" y="1377"/>
                </a:lnTo>
                <a:lnTo>
                  <a:pt x="8785" y="1377"/>
                </a:lnTo>
                <a:lnTo>
                  <a:pt x="8785" y="1378"/>
                </a:lnTo>
                <a:lnTo>
                  <a:pt x="8785" y="1377"/>
                </a:lnTo>
                <a:lnTo>
                  <a:pt x="8784" y="1377"/>
                </a:lnTo>
                <a:lnTo>
                  <a:pt x="8783" y="1377"/>
                </a:lnTo>
                <a:lnTo>
                  <a:pt x="8783" y="1376"/>
                </a:lnTo>
                <a:lnTo>
                  <a:pt x="8782" y="1376"/>
                </a:lnTo>
                <a:lnTo>
                  <a:pt x="8782" y="1377"/>
                </a:lnTo>
                <a:lnTo>
                  <a:pt x="8781" y="1377"/>
                </a:lnTo>
                <a:lnTo>
                  <a:pt x="8653" y="1372"/>
                </a:lnTo>
                <a:lnTo>
                  <a:pt x="8652" y="1371"/>
                </a:lnTo>
                <a:lnTo>
                  <a:pt x="8651" y="1370"/>
                </a:lnTo>
                <a:lnTo>
                  <a:pt x="8650" y="1369"/>
                </a:lnTo>
                <a:lnTo>
                  <a:pt x="8649" y="1368"/>
                </a:lnTo>
                <a:lnTo>
                  <a:pt x="8648" y="1368"/>
                </a:lnTo>
                <a:lnTo>
                  <a:pt x="8647" y="1368"/>
                </a:lnTo>
                <a:lnTo>
                  <a:pt x="8645" y="1368"/>
                </a:lnTo>
                <a:lnTo>
                  <a:pt x="8644" y="1368"/>
                </a:lnTo>
                <a:lnTo>
                  <a:pt x="8642" y="1369"/>
                </a:lnTo>
                <a:lnTo>
                  <a:pt x="8642" y="1368"/>
                </a:lnTo>
                <a:lnTo>
                  <a:pt x="8641" y="1368"/>
                </a:lnTo>
                <a:lnTo>
                  <a:pt x="8640" y="1366"/>
                </a:lnTo>
                <a:lnTo>
                  <a:pt x="8639" y="1364"/>
                </a:lnTo>
                <a:lnTo>
                  <a:pt x="8637" y="1360"/>
                </a:lnTo>
                <a:lnTo>
                  <a:pt x="8636" y="1358"/>
                </a:lnTo>
                <a:lnTo>
                  <a:pt x="8632" y="1359"/>
                </a:lnTo>
                <a:lnTo>
                  <a:pt x="8631" y="1359"/>
                </a:lnTo>
                <a:lnTo>
                  <a:pt x="8630" y="1359"/>
                </a:lnTo>
                <a:lnTo>
                  <a:pt x="8629" y="1359"/>
                </a:lnTo>
                <a:lnTo>
                  <a:pt x="8629" y="1360"/>
                </a:lnTo>
                <a:lnTo>
                  <a:pt x="8630" y="1362"/>
                </a:lnTo>
                <a:lnTo>
                  <a:pt x="8629" y="1362"/>
                </a:lnTo>
                <a:lnTo>
                  <a:pt x="8628" y="1365"/>
                </a:lnTo>
                <a:lnTo>
                  <a:pt x="8626" y="1366"/>
                </a:lnTo>
                <a:lnTo>
                  <a:pt x="8625" y="1366"/>
                </a:lnTo>
                <a:lnTo>
                  <a:pt x="8625" y="1367"/>
                </a:lnTo>
                <a:lnTo>
                  <a:pt x="8625" y="1368"/>
                </a:lnTo>
                <a:lnTo>
                  <a:pt x="8626" y="1369"/>
                </a:lnTo>
                <a:lnTo>
                  <a:pt x="8626" y="1370"/>
                </a:lnTo>
                <a:lnTo>
                  <a:pt x="8626" y="1371"/>
                </a:lnTo>
                <a:lnTo>
                  <a:pt x="8624" y="1376"/>
                </a:lnTo>
                <a:lnTo>
                  <a:pt x="8624" y="1377"/>
                </a:lnTo>
                <a:lnTo>
                  <a:pt x="8623" y="1379"/>
                </a:lnTo>
                <a:lnTo>
                  <a:pt x="8623" y="1380"/>
                </a:lnTo>
                <a:lnTo>
                  <a:pt x="8623" y="1382"/>
                </a:lnTo>
                <a:lnTo>
                  <a:pt x="8623" y="1383"/>
                </a:lnTo>
                <a:lnTo>
                  <a:pt x="8624" y="1385"/>
                </a:lnTo>
                <a:lnTo>
                  <a:pt x="8624" y="1386"/>
                </a:lnTo>
                <a:lnTo>
                  <a:pt x="8625" y="1387"/>
                </a:lnTo>
                <a:lnTo>
                  <a:pt x="8625" y="1388"/>
                </a:lnTo>
                <a:lnTo>
                  <a:pt x="8624" y="1388"/>
                </a:lnTo>
                <a:lnTo>
                  <a:pt x="8622" y="1388"/>
                </a:lnTo>
                <a:lnTo>
                  <a:pt x="8621" y="1388"/>
                </a:lnTo>
                <a:lnTo>
                  <a:pt x="8620" y="1388"/>
                </a:lnTo>
                <a:lnTo>
                  <a:pt x="8618" y="1388"/>
                </a:lnTo>
                <a:lnTo>
                  <a:pt x="8616" y="1387"/>
                </a:lnTo>
                <a:lnTo>
                  <a:pt x="8615" y="1388"/>
                </a:lnTo>
                <a:lnTo>
                  <a:pt x="8614" y="1388"/>
                </a:lnTo>
                <a:lnTo>
                  <a:pt x="8613" y="1390"/>
                </a:lnTo>
                <a:lnTo>
                  <a:pt x="8612" y="1391"/>
                </a:lnTo>
                <a:lnTo>
                  <a:pt x="8610" y="1391"/>
                </a:lnTo>
                <a:lnTo>
                  <a:pt x="8610" y="1392"/>
                </a:lnTo>
                <a:lnTo>
                  <a:pt x="8609" y="1392"/>
                </a:lnTo>
                <a:lnTo>
                  <a:pt x="8609" y="1396"/>
                </a:lnTo>
                <a:lnTo>
                  <a:pt x="8608" y="1400"/>
                </a:lnTo>
                <a:lnTo>
                  <a:pt x="8608" y="1403"/>
                </a:lnTo>
                <a:lnTo>
                  <a:pt x="8608" y="1404"/>
                </a:lnTo>
                <a:lnTo>
                  <a:pt x="8609" y="1404"/>
                </a:lnTo>
                <a:lnTo>
                  <a:pt x="8609" y="1405"/>
                </a:lnTo>
                <a:lnTo>
                  <a:pt x="8611" y="1405"/>
                </a:lnTo>
                <a:lnTo>
                  <a:pt x="8614" y="1404"/>
                </a:lnTo>
                <a:lnTo>
                  <a:pt x="8614" y="1405"/>
                </a:lnTo>
                <a:lnTo>
                  <a:pt x="8615" y="1407"/>
                </a:lnTo>
                <a:lnTo>
                  <a:pt x="8615" y="1409"/>
                </a:lnTo>
                <a:lnTo>
                  <a:pt x="8616" y="1409"/>
                </a:lnTo>
                <a:lnTo>
                  <a:pt x="8616" y="1410"/>
                </a:lnTo>
                <a:lnTo>
                  <a:pt x="8616" y="1411"/>
                </a:lnTo>
                <a:lnTo>
                  <a:pt x="8615" y="1413"/>
                </a:lnTo>
                <a:lnTo>
                  <a:pt x="8614" y="1414"/>
                </a:lnTo>
                <a:lnTo>
                  <a:pt x="8611" y="1419"/>
                </a:lnTo>
                <a:lnTo>
                  <a:pt x="8610" y="1422"/>
                </a:lnTo>
                <a:lnTo>
                  <a:pt x="8609" y="1424"/>
                </a:lnTo>
                <a:lnTo>
                  <a:pt x="8608" y="1426"/>
                </a:lnTo>
                <a:lnTo>
                  <a:pt x="8605" y="1429"/>
                </a:lnTo>
                <a:lnTo>
                  <a:pt x="8603" y="1430"/>
                </a:lnTo>
                <a:lnTo>
                  <a:pt x="8603" y="1433"/>
                </a:lnTo>
                <a:lnTo>
                  <a:pt x="8602" y="1434"/>
                </a:lnTo>
                <a:lnTo>
                  <a:pt x="8602" y="1435"/>
                </a:lnTo>
                <a:lnTo>
                  <a:pt x="8602" y="1436"/>
                </a:lnTo>
                <a:lnTo>
                  <a:pt x="8601" y="1436"/>
                </a:lnTo>
                <a:lnTo>
                  <a:pt x="8599" y="1437"/>
                </a:lnTo>
                <a:lnTo>
                  <a:pt x="8598" y="1438"/>
                </a:lnTo>
                <a:lnTo>
                  <a:pt x="8597" y="1439"/>
                </a:lnTo>
                <a:lnTo>
                  <a:pt x="8597" y="1440"/>
                </a:lnTo>
                <a:lnTo>
                  <a:pt x="8596" y="1441"/>
                </a:lnTo>
                <a:lnTo>
                  <a:pt x="8595" y="1441"/>
                </a:lnTo>
                <a:lnTo>
                  <a:pt x="8595" y="1442"/>
                </a:lnTo>
                <a:lnTo>
                  <a:pt x="8594" y="1442"/>
                </a:lnTo>
                <a:lnTo>
                  <a:pt x="8594" y="1443"/>
                </a:lnTo>
                <a:lnTo>
                  <a:pt x="8594" y="1444"/>
                </a:lnTo>
                <a:lnTo>
                  <a:pt x="8595" y="1445"/>
                </a:lnTo>
                <a:lnTo>
                  <a:pt x="8596" y="1445"/>
                </a:lnTo>
                <a:lnTo>
                  <a:pt x="8597" y="1446"/>
                </a:lnTo>
                <a:lnTo>
                  <a:pt x="8598" y="1446"/>
                </a:lnTo>
                <a:lnTo>
                  <a:pt x="8598" y="1447"/>
                </a:lnTo>
                <a:lnTo>
                  <a:pt x="8598" y="1448"/>
                </a:lnTo>
                <a:lnTo>
                  <a:pt x="8596" y="1449"/>
                </a:lnTo>
                <a:lnTo>
                  <a:pt x="8595" y="1450"/>
                </a:lnTo>
                <a:lnTo>
                  <a:pt x="8594" y="1450"/>
                </a:lnTo>
                <a:lnTo>
                  <a:pt x="8593" y="1450"/>
                </a:lnTo>
                <a:lnTo>
                  <a:pt x="8591" y="1450"/>
                </a:lnTo>
                <a:lnTo>
                  <a:pt x="8589" y="1450"/>
                </a:lnTo>
                <a:lnTo>
                  <a:pt x="8588" y="1450"/>
                </a:lnTo>
                <a:lnTo>
                  <a:pt x="8587" y="1449"/>
                </a:lnTo>
                <a:lnTo>
                  <a:pt x="8586" y="1448"/>
                </a:lnTo>
                <a:lnTo>
                  <a:pt x="8584" y="1448"/>
                </a:lnTo>
                <a:lnTo>
                  <a:pt x="8583" y="1448"/>
                </a:lnTo>
                <a:lnTo>
                  <a:pt x="8582" y="1449"/>
                </a:lnTo>
                <a:lnTo>
                  <a:pt x="8581" y="1450"/>
                </a:lnTo>
                <a:lnTo>
                  <a:pt x="8580" y="1450"/>
                </a:lnTo>
                <a:lnTo>
                  <a:pt x="8579" y="1450"/>
                </a:lnTo>
                <a:lnTo>
                  <a:pt x="8578" y="1449"/>
                </a:lnTo>
                <a:lnTo>
                  <a:pt x="8577" y="1449"/>
                </a:lnTo>
                <a:lnTo>
                  <a:pt x="8576" y="1450"/>
                </a:lnTo>
                <a:lnTo>
                  <a:pt x="8575" y="1453"/>
                </a:lnTo>
                <a:lnTo>
                  <a:pt x="8574" y="1455"/>
                </a:lnTo>
                <a:lnTo>
                  <a:pt x="8572" y="1456"/>
                </a:lnTo>
                <a:lnTo>
                  <a:pt x="8572" y="1457"/>
                </a:lnTo>
                <a:lnTo>
                  <a:pt x="8572" y="1459"/>
                </a:lnTo>
                <a:lnTo>
                  <a:pt x="8571" y="1461"/>
                </a:lnTo>
                <a:lnTo>
                  <a:pt x="8571" y="1463"/>
                </a:lnTo>
                <a:lnTo>
                  <a:pt x="8570" y="1465"/>
                </a:lnTo>
                <a:lnTo>
                  <a:pt x="8569" y="1465"/>
                </a:lnTo>
                <a:lnTo>
                  <a:pt x="8569" y="1466"/>
                </a:lnTo>
                <a:lnTo>
                  <a:pt x="8568" y="1466"/>
                </a:lnTo>
                <a:lnTo>
                  <a:pt x="8567" y="1465"/>
                </a:lnTo>
                <a:lnTo>
                  <a:pt x="8567" y="1464"/>
                </a:lnTo>
                <a:lnTo>
                  <a:pt x="8566" y="1464"/>
                </a:lnTo>
                <a:lnTo>
                  <a:pt x="8566" y="1465"/>
                </a:lnTo>
                <a:lnTo>
                  <a:pt x="8565" y="1467"/>
                </a:lnTo>
                <a:lnTo>
                  <a:pt x="8564" y="1467"/>
                </a:lnTo>
                <a:lnTo>
                  <a:pt x="8563" y="1468"/>
                </a:lnTo>
                <a:lnTo>
                  <a:pt x="8561" y="1469"/>
                </a:lnTo>
                <a:lnTo>
                  <a:pt x="8560" y="1469"/>
                </a:lnTo>
                <a:lnTo>
                  <a:pt x="8559" y="1467"/>
                </a:lnTo>
                <a:lnTo>
                  <a:pt x="8558" y="1467"/>
                </a:lnTo>
                <a:lnTo>
                  <a:pt x="8557" y="1466"/>
                </a:lnTo>
                <a:lnTo>
                  <a:pt x="8556" y="1466"/>
                </a:lnTo>
                <a:lnTo>
                  <a:pt x="8555" y="1467"/>
                </a:lnTo>
                <a:lnTo>
                  <a:pt x="8554" y="1467"/>
                </a:lnTo>
                <a:lnTo>
                  <a:pt x="8553" y="1467"/>
                </a:lnTo>
                <a:lnTo>
                  <a:pt x="8552" y="1466"/>
                </a:lnTo>
                <a:lnTo>
                  <a:pt x="8551" y="1466"/>
                </a:lnTo>
                <a:lnTo>
                  <a:pt x="8550" y="1466"/>
                </a:lnTo>
                <a:lnTo>
                  <a:pt x="8549" y="1466"/>
                </a:lnTo>
                <a:lnTo>
                  <a:pt x="8548" y="1468"/>
                </a:lnTo>
                <a:lnTo>
                  <a:pt x="8548" y="1469"/>
                </a:lnTo>
                <a:lnTo>
                  <a:pt x="8546" y="1469"/>
                </a:lnTo>
                <a:lnTo>
                  <a:pt x="8544" y="1470"/>
                </a:lnTo>
                <a:lnTo>
                  <a:pt x="8543" y="1470"/>
                </a:lnTo>
                <a:lnTo>
                  <a:pt x="8543" y="1471"/>
                </a:lnTo>
                <a:lnTo>
                  <a:pt x="8543" y="1472"/>
                </a:lnTo>
                <a:lnTo>
                  <a:pt x="8543" y="1473"/>
                </a:lnTo>
                <a:lnTo>
                  <a:pt x="8543" y="1474"/>
                </a:lnTo>
                <a:lnTo>
                  <a:pt x="8545" y="1475"/>
                </a:lnTo>
                <a:lnTo>
                  <a:pt x="8546" y="1477"/>
                </a:lnTo>
                <a:lnTo>
                  <a:pt x="8546" y="1478"/>
                </a:lnTo>
                <a:lnTo>
                  <a:pt x="8546" y="1479"/>
                </a:lnTo>
                <a:lnTo>
                  <a:pt x="8545" y="1479"/>
                </a:lnTo>
                <a:lnTo>
                  <a:pt x="8544" y="1479"/>
                </a:lnTo>
                <a:lnTo>
                  <a:pt x="8543" y="1479"/>
                </a:lnTo>
                <a:lnTo>
                  <a:pt x="8542" y="1482"/>
                </a:lnTo>
                <a:lnTo>
                  <a:pt x="8540" y="1484"/>
                </a:lnTo>
                <a:lnTo>
                  <a:pt x="8539" y="1484"/>
                </a:lnTo>
                <a:lnTo>
                  <a:pt x="8538" y="1484"/>
                </a:lnTo>
                <a:lnTo>
                  <a:pt x="8537" y="1484"/>
                </a:lnTo>
                <a:lnTo>
                  <a:pt x="8537" y="1485"/>
                </a:lnTo>
                <a:lnTo>
                  <a:pt x="8536" y="1486"/>
                </a:lnTo>
                <a:lnTo>
                  <a:pt x="8533" y="1487"/>
                </a:lnTo>
                <a:lnTo>
                  <a:pt x="8532" y="1487"/>
                </a:lnTo>
                <a:lnTo>
                  <a:pt x="8531" y="1488"/>
                </a:lnTo>
                <a:lnTo>
                  <a:pt x="8530" y="1490"/>
                </a:lnTo>
                <a:lnTo>
                  <a:pt x="8529" y="1492"/>
                </a:lnTo>
                <a:lnTo>
                  <a:pt x="8529" y="1493"/>
                </a:lnTo>
                <a:lnTo>
                  <a:pt x="8530" y="1495"/>
                </a:lnTo>
                <a:lnTo>
                  <a:pt x="8531" y="1497"/>
                </a:lnTo>
                <a:lnTo>
                  <a:pt x="8532" y="1498"/>
                </a:lnTo>
                <a:lnTo>
                  <a:pt x="8533" y="1497"/>
                </a:lnTo>
                <a:lnTo>
                  <a:pt x="8534" y="1497"/>
                </a:lnTo>
                <a:lnTo>
                  <a:pt x="8534" y="1496"/>
                </a:lnTo>
                <a:lnTo>
                  <a:pt x="8535" y="1497"/>
                </a:lnTo>
                <a:lnTo>
                  <a:pt x="8536" y="1497"/>
                </a:lnTo>
                <a:lnTo>
                  <a:pt x="8537" y="1497"/>
                </a:lnTo>
                <a:lnTo>
                  <a:pt x="8538" y="1498"/>
                </a:lnTo>
                <a:lnTo>
                  <a:pt x="8539" y="1498"/>
                </a:lnTo>
                <a:lnTo>
                  <a:pt x="8539" y="1499"/>
                </a:lnTo>
                <a:lnTo>
                  <a:pt x="8540" y="1500"/>
                </a:lnTo>
                <a:lnTo>
                  <a:pt x="8540" y="1502"/>
                </a:lnTo>
                <a:lnTo>
                  <a:pt x="8540" y="1503"/>
                </a:lnTo>
                <a:lnTo>
                  <a:pt x="8541" y="1503"/>
                </a:lnTo>
                <a:lnTo>
                  <a:pt x="8543" y="1503"/>
                </a:lnTo>
                <a:lnTo>
                  <a:pt x="8544" y="1503"/>
                </a:lnTo>
                <a:lnTo>
                  <a:pt x="8544" y="1502"/>
                </a:lnTo>
                <a:lnTo>
                  <a:pt x="8547" y="1501"/>
                </a:lnTo>
                <a:lnTo>
                  <a:pt x="8549" y="1505"/>
                </a:lnTo>
                <a:lnTo>
                  <a:pt x="8550" y="1507"/>
                </a:lnTo>
                <a:lnTo>
                  <a:pt x="8553" y="1508"/>
                </a:lnTo>
                <a:lnTo>
                  <a:pt x="8554" y="1513"/>
                </a:lnTo>
                <a:lnTo>
                  <a:pt x="8555" y="1514"/>
                </a:lnTo>
                <a:lnTo>
                  <a:pt x="8556" y="1514"/>
                </a:lnTo>
                <a:lnTo>
                  <a:pt x="8557" y="1514"/>
                </a:lnTo>
                <a:lnTo>
                  <a:pt x="8570" y="1538"/>
                </a:lnTo>
                <a:lnTo>
                  <a:pt x="8574" y="1547"/>
                </a:lnTo>
                <a:lnTo>
                  <a:pt x="8597" y="1591"/>
                </a:lnTo>
                <a:lnTo>
                  <a:pt x="8621" y="1638"/>
                </a:lnTo>
                <a:lnTo>
                  <a:pt x="8619" y="1639"/>
                </a:lnTo>
                <a:lnTo>
                  <a:pt x="8619" y="1641"/>
                </a:lnTo>
                <a:lnTo>
                  <a:pt x="8618" y="1642"/>
                </a:lnTo>
                <a:lnTo>
                  <a:pt x="8617" y="1642"/>
                </a:lnTo>
                <a:lnTo>
                  <a:pt x="8616" y="1643"/>
                </a:lnTo>
                <a:lnTo>
                  <a:pt x="8616" y="1649"/>
                </a:lnTo>
                <a:lnTo>
                  <a:pt x="8616" y="1650"/>
                </a:lnTo>
                <a:lnTo>
                  <a:pt x="8617" y="1650"/>
                </a:lnTo>
                <a:lnTo>
                  <a:pt x="8617" y="1651"/>
                </a:lnTo>
                <a:lnTo>
                  <a:pt x="8617" y="1652"/>
                </a:lnTo>
                <a:lnTo>
                  <a:pt x="8616" y="1652"/>
                </a:lnTo>
                <a:lnTo>
                  <a:pt x="8615" y="1652"/>
                </a:lnTo>
                <a:lnTo>
                  <a:pt x="8615" y="1653"/>
                </a:lnTo>
                <a:lnTo>
                  <a:pt x="8616" y="1653"/>
                </a:lnTo>
                <a:lnTo>
                  <a:pt x="8617" y="1654"/>
                </a:lnTo>
                <a:lnTo>
                  <a:pt x="8617" y="1655"/>
                </a:lnTo>
                <a:lnTo>
                  <a:pt x="8616" y="1656"/>
                </a:lnTo>
                <a:lnTo>
                  <a:pt x="8616" y="1657"/>
                </a:lnTo>
                <a:lnTo>
                  <a:pt x="8617" y="1657"/>
                </a:lnTo>
                <a:lnTo>
                  <a:pt x="8617" y="1658"/>
                </a:lnTo>
                <a:lnTo>
                  <a:pt x="8618" y="1659"/>
                </a:lnTo>
                <a:lnTo>
                  <a:pt x="8619" y="1659"/>
                </a:lnTo>
                <a:lnTo>
                  <a:pt x="8620" y="1660"/>
                </a:lnTo>
                <a:lnTo>
                  <a:pt x="8621" y="1660"/>
                </a:lnTo>
                <a:lnTo>
                  <a:pt x="8621" y="1661"/>
                </a:lnTo>
                <a:lnTo>
                  <a:pt x="8621" y="1662"/>
                </a:lnTo>
                <a:lnTo>
                  <a:pt x="8621" y="1664"/>
                </a:lnTo>
                <a:lnTo>
                  <a:pt x="8622" y="1669"/>
                </a:lnTo>
                <a:lnTo>
                  <a:pt x="8622" y="1671"/>
                </a:lnTo>
                <a:lnTo>
                  <a:pt x="8621" y="1672"/>
                </a:lnTo>
                <a:lnTo>
                  <a:pt x="8620" y="1673"/>
                </a:lnTo>
                <a:lnTo>
                  <a:pt x="8620" y="1674"/>
                </a:lnTo>
                <a:lnTo>
                  <a:pt x="8620" y="1676"/>
                </a:lnTo>
                <a:lnTo>
                  <a:pt x="8621" y="1676"/>
                </a:lnTo>
                <a:lnTo>
                  <a:pt x="8621" y="1678"/>
                </a:lnTo>
                <a:lnTo>
                  <a:pt x="8621" y="1679"/>
                </a:lnTo>
                <a:lnTo>
                  <a:pt x="8621" y="1680"/>
                </a:lnTo>
                <a:lnTo>
                  <a:pt x="8621" y="1681"/>
                </a:lnTo>
                <a:lnTo>
                  <a:pt x="8621" y="1682"/>
                </a:lnTo>
                <a:lnTo>
                  <a:pt x="8620" y="1684"/>
                </a:lnTo>
                <a:lnTo>
                  <a:pt x="8619" y="1685"/>
                </a:lnTo>
                <a:lnTo>
                  <a:pt x="8620" y="1686"/>
                </a:lnTo>
                <a:lnTo>
                  <a:pt x="8621" y="1687"/>
                </a:lnTo>
                <a:lnTo>
                  <a:pt x="8622" y="1688"/>
                </a:lnTo>
                <a:lnTo>
                  <a:pt x="8622" y="1689"/>
                </a:lnTo>
                <a:lnTo>
                  <a:pt x="8622" y="1690"/>
                </a:lnTo>
                <a:lnTo>
                  <a:pt x="8622" y="1691"/>
                </a:lnTo>
                <a:lnTo>
                  <a:pt x="8621" y="1691"/>
                </a:lnTo>
                <a:lnTo>
                  <a:pt x="8622" y="1692"/>
                </a:lnTo>
                <a:lnTo>
                  <a:pt x="8623" y="1692"/>
                </a:lnTo>
                <a:lnTo>
                  <a:pt x="8623" y="1693"/>
                </a:lnTo>
                <a:lnTo>
                  <a:pt x="8622" y="1693"/>
                </a:lnTo>
                <a:lnTo>
                  <a:pt x="8622" y="1694"/>
                </a:lnTo>
                <a:lnTo>
                  <a:pt x="8622" y="1695"/>
                </a:lnTo>
                <a:lnTo>
                  <a:pt x="8622" y="1696"/>
                </a:lnTo>
                <a:lnTo>
                  <a:pt x="8623" y="1696"/>
                </a:lnTo>
                <a:lnTo>
                  <a:pt x="8625" y="1697"/>
                </a:lnTo>
                <a:lnTo>
                  <a:pt x="8625" y="1698"/>
                </a:lnTo>
                <a:lnTo>
                  <a:pt x="8626" y="1698"/>
                </a:lnTo>
                <a:lnTo>
                  <a:pt x="8626" y="1700"/>
                </a:lnTo>
                <a:lnTo>
                  <a:pt x="8626" y="1701"/>
                </a:lnTo>
                <a:lnTo>
                  <a:pt x="8627" y="1701"/>
                </a:lnTo>
                <a:lnTo>
                  <a:pt x="8627" y="1702"/>
                </a:lnTo>
                <a:lnTo>
                  <a:pt x="8626" y="1704"/>
                </a:lnTo>
                <a:lnTo>
                  <a:pt x="8625" y="1704"/>
                </a:lnTo>
                <a:lnTo>
                  <a:pt x="8625" y="1705"/>
                </a:lnTo>
                <a:lnTo>
                  <a:pt x="8625" y="1706"/>
                </a:lnTo>
                <a:lnTo>
                  <a:pt x="8626" y="1706"/>
                </a:lnTo>
                <a:lnTo>
                  <a:pt x="8627" y="1706"/>
                </a:lnTo>
                <a:lnTo>
                  <a:pt x="8627" y="1707"/>
                </a:lnTo>
                <a:lnTo>
                  <a:pt x="8628" y="1707"/>
                </a:lnTo>
                <a:lnTo>
                  <a:pt x="8628" y="1709"/>
                </a:lnTo>
                <a:lnTo>
                  <a:pt x="8628" y="1710"/>
                </a:lnTo>
                <a:lnTo>
                  <a:pt x="8627" y="1710"/>
                </a:lnTo>
                <a:lnTo>
                  <a:pt x="8627" y="1711"/>
                </a:lnTo>
                <a:lnTo>
                  <a:pt x="8627" y="1712"/>
                </a:lnTo>
                <a:lnTo>
                  <a:pt x="8628" y="1713"/>
                </a:lnTo>
                <a:lnTo>
                  <a:pt x="8628" y="1714"/>
                </a:lnTo>
                <a:lnTo>
                  <a:pt x="8629" y="1714"/>
                </a:lnTo>
                <a:lnTo>
                  <a:pt x="8629" y="1715"/>
                </a:lnTo>
                <a:lnTo>
                  <a:pt x="8630" y="1715"/>
                </a:lnTo>
                <a:lnTo>
                  <a:pt x="8631" y="1715"/>
                </a:lnTo>
                <a:lnTo>
                  <a:pt x="8632" y="1716"/>
                </a:lnTo>
                <a:lnTo>
                  <a:pt x="8632" y="1717"/>
                </a:lnTo>
                <a:lnTo>
                  <a:pt x="8632" y="1718"/>
                </a:lnTo>
                <a:lnTo>
                  <a:pt x="8632" y="1719"/>
                </a:lnTo>
                <a:lnTo>
                  <a:pt x="8632" y="1721"/>
                </a:lnTo>
                <a:lnTo>
                  <a:pt x="8632" y="1722"/>
                </a:lnTo>
                <a:lnTo>
                  <a:pt x="8633" y="1723"/>
                </a:lnTo>
                <a:lnTo>
                  <a:pt x="8632" y="1723"/>
                </a:lnTo>
                <a:lnTo>
                  <a:pt x="8632" y="1724"/>
                </a:lnTo>
                <a:lnTo>
                  <a:pt x="8631" y="1724"/>
                </a:lnTo>
                <a:lnTo>
                  <a:pt x="8631" y="1725"/>
                </a:lnTo>
                <a:lnTo>
                  <a:pt x="8631" y="1726"/>
                </a:lnTo>
                <a:lnTo>
                  <a:pt x="8632" y="1726"/>
                </a:lnTo>
                <a:lnTo>
                  <a:pt x="8632" y="1727"/>
                </a:lnTo>
                <a:lnTo>
                  <a:pt x="8632" y="1728"/>
                </a:lnTo>
                <a:lnTo>
                  <a:pt x="8632" y="1729"/>
                </a:lnTo>
                <a:lnTo>
                  <a:pt x="8633" y="1729"/>
                </a:lnTo>
                <a:lnTo>
                  <a:pt x="8635" y="1729"/>
                </a:lnTo>
                <a:lnTo>
                  <a:pt x="8636" y="1729"/>
                </a:lnTo>
                <a:lnTo>
                  <a:pt x="8637" y="1729"/>
                </a:lnTo>
                <a:lnTo>
                  <a:pt x="8636" y="1730"/>
                </a:lnTo>
                <a:lnTo>
                  <a:pt x="8636" y="1733"/>
                </a:lnTo>
                <a:lnTo>
                  <a:pt x="8635" y="1733"/>
                </a:lnTo>
                <a:lnTo>
                  <a:pt x="8634" y="1732"/>
                </a:lnTo>
                <a:lnTo>
                  <a:pt x="8633" y="1732"/>
                </a:lnTo>
                <a:lnTo>
                  <a:pt x="8632" y="1734"/>
                </a:lnTo>
                <a:lnTo>
                  <a:pt x="8632" y="1735"/>
                </a:lnTo>
                <a:lnTo>
                  <a:pt x="8633" y="1735"/>
                </a:lnTo>
                <a:lnTo>
                  <a:pt x="8633" y="1736"/>
                </a:lnTo>
                <a:lnTo>
                  <a:pt x="8633" y="1738"/>
                </a:lnTo>
                <a:lnTo>
                  <a:pt x="8634" y="1738"/>
                </a:lnTo>
                <a:lnTo>
                  <a:pt x="8634" y="1739"/>
                </a:lnTo>
                <a:lnTo>
                  <a:pt x="8633" y="1739"/>
                </a:lnTo>
                <a:lnTo>
                  <a:pt x="8632" y="1739"/>
                </a:lnTo>
                <a:lnTo>
                  <a:pt x="8631" y="1739"/>
                </a:lnTo>
                <a:lnTo>
                  <a:pt x="8631" y="1740"/>
                </a:lnTo>
                <a:lnTo>
                  <a:pt x="8632" y="1740"/>
                </a:lnTo>
                <a:lnTo>
                  <a:pt x="8633" y="1740"/>
                </a:lnTo>
                <a:lnTo>
                  <a:pt x="8633" y="1741"/>
                </a:lnTo>
                <a:lnTo>
                  <a:pt x="8634" y="1741"/>
                </a:lnTo>
                <a:lnTo>
                  <a:pt x="8634" y="1742"/>
                </a:lnTo>
                <a:lnTo>
                  <a:pt x="8634" y="1744"/>
                </a:lnTo>
                <a:lnTo>
                  <a:pt x="8634" y="1745"/>
                </a:lnTo>
                <a:lnTo>
                  <a:pt x="8635" y="1745"/>
                </a:lnTo>
                <a:lnTo>
                  <a:pt x="8636" y="1745"/>
                </a:lnTo>
                <a:lnTo>
                  <a:pt x="8636" y="1746"/>
                </a:lnTo>
                <a:lnTo>
                  <a:pt x="8637" y="1746"/>
                </a:lnTo>
                <a:lnTo>
                  <a:pt x="8638" y="1747"/>
                </a:lnTo>
                <a:lnTo>
                  <a:pt x="8640" y="1747"/>
                </a:lnTo>
                <a:lnTo>
                  <a:pt x="8641" y="1747"/>
                </a:lnTo>
                <a:lnTo>
                  <a:pt x="8642" y="1747"/>
                </a:lnTo>
                <a:lnTo>
                  <a:pt x="8642" y="1748"/>
                </a:lnTo>
                <a:lnTo>
                  <a:pt x="8643" y="1748"/>
                </a:lnTo>
                <a:lnTo>
                  <a:pt x="8644" y="1749"/>
                </a:lnTo>
                <a:lnTo>
                  <a:pt x="8646" y="1749"/>
                </a:lnTo>
                <a:lnTo>
                  <a:pt x="8647" y="1749"/>
                </a:lnTo>
                <a:lnTo>
                  <a:pt x="8648" y="1749"/>
                </a:lnTo>
                <a:lnTo>
                  <a:pt x="8648" y="1748"/>
                </a:lnTo>
                <a:lnTo>
                  <a:pt x="8649" y="1747"/>
                </a:lnTo>
                <a:lnTo>
                  <a:pt x="8650" y="1747"/>
                </a:lnTo>
                <a:lnTo>
                  <a:pt x="8651" y="1747"/>
                </a:lnTo>
                <a:lnTo>
                  <a:pt x="8652" y="1748"/>
                </a:lnTo>
                <a:lnTo>
                  <a:pt x="8653" y="1749"/>
                </a:lnTo>
                <a:lnTo>
                  <a:pt x="8653" y="1750"/>
                </a:lnTo>
                <a:lnTo>
                  <a:pt x="8653" y="1751"/>
                </a:lnTo>
                <a:lnTo>
                  <a:pt x="8653" y="1753"/>
                </a:lnTo>
                <a:lnTo>
                  <a:pt x="8653" y="1754"/>
                </a:lnTo>
                <a:lnTo>
                  <a:pt x="8652" y="1757"/>
                </a:lnTo>
                <a:lnTo>
                  <a:pt x="8652" y="1759"/>
                </a:lnTo>
                <a:lnTo>
                  <a:pt x="8653" y="1760"/>
                </a:lnTo>
                <a:lnTo>
                  <a:pt x="8654" y="1762"/>
                </a:lnTo>
                <a:lnTo>
                  <a:pt x="8656" y="1765"/>
                </a:lnTo>
                <a:lnTo>
                  <a:pt x="8656" y="1766"/>
                </a:lnTo>
                <a:lnTo>
                  <a:pt x="8657" y="1768"/>
                </a:lnTo>
                <a:lnTo>
                  <a:pt x="8656" y="1769"/>
                </a:lnTo>
                <a:lnTo>
                  <a:pt x="8656" y="1770"/>
                </a:lnTo>
                <a:lnTo>
                  <a:pt x="8655" y="1771"/>
                </a:lnTo>
                <a:lnTo>
                  <a:pt x="8653" y="1772"/>
                </a:lnTo>
                <a:lnTo>
                  <a:pt x="8653" y="1773"/>
                </a:lnTo>
                <a:lnTo>
                  <a:pt x="8653" y="1775"/>
                </a:lnTo>
                <a:lnTo>
                  <a:pt x="8653" y="1780"/>
                </a:lnTo>
                <a:lnTo>
                  <a:pt x="8653" y="1781"/>
                </a:lnTo>
                <a:lnTo>
                  <a:pt x="8654" y="1783"/>
                </a:lnTo>
                <a:lnTo>
                  <a:pt x="8655" y="1785"/>
                </a:lnTo>
                <a:lnTo>
                  <a:pt x="8655" y="1788"/>
                </a:lnTo>
                <a:lnTo>
                  <a:pt x="8656" y="1789"/>
                </a:lnTo>
                <a:lnTo>
                  <a:pt x="8656" y="1791"/>
                </a:lnTo>
                <a:lnTo>
                  <a:pt x="8655" y="1792"/>
                </a:lnTo>
                <a:lnTo>
                  <a:pt x="8656" y="1794"/>
                </a:lnTo>
                <a:lnTo>
                  <a:pt x="8656" y="1796"/>
                </a:lnTo>
                <a:lnTo>
                  <a:pt x="8655" y="1797"/>
                </a:lnTo>
                <a:lnTo>
                  <a:pt x="8653" y="1800"/>
                </a:lnTo>
                <a:lnTo>
                  <a:pt x="8651" y="1803"/>
                </a:lnTo>
                <a:lnTo>
                  <a:pt x="8650" y="1805"/>
                </a:lnTo>
                <a:lnTo>
                  <a:pt x="8650" y="1808"/>
                </a:lnTo>
                <a:lnTo>
                  <a:pt x="8651" y="1808"/>
                </a:lnTo>
                <a:lnTo>
                  <a:pt x="8651" y="1810"/>
                </a:lnTo>
                <a:lnTo>
                  <a:pt x="8652" y="1810"/>
                </a:lnTo>
                <a:lnTo>
                  <a:pt x="8653" y="1811"/>
                </a:lnTo>
                <a:lnTo>
                  <a:pt x="8654" y="1812"/>
                </a:lnTo>
                <a:lnTo>
                  <a:pt x="8655" y="1812"/>
                </a:lnTo>
                <a:lnTo>
                  <a:pt x="8655" y="1813"/>
                </a:lnTo>
                <a:lnTo>
                  <a:pt x="8655" y="1814"/>
                </a:lnTo>
                <a:lnTo>
                  <a:pt x="8655" y="1817"/>
                </a:lnTo>
                <a:lnTo>
                  <a:pt x="8656" y="1817"/>
                </a:lnTo>
                <a:lnTo>
                  <a:pt x="8656" y="1818"/>
                </a:lnTo>
                <a:lnTo>
                  <a:pt x="8657" y="1820"/>
                </a:lnTo>
                <a:lnTo>
                  <a:pt x="8657" y="1823"/>
                </a:lnTo>
                <a:lnTo>
                  <a:pt x="8657" y="1824"/>
                </a:lnTo>
                <a:lnTo>
                  <a:pt x="8653" y="1830"/>
                </a:lnTo>
                <a:lnTo>
                  <a:pt x="8652" y="1832"/>
                </a:lnTo>
                <a:lnTo>
                  <a:pt x="8652" y="1833"/>
                </a:lnTo>
                <a:lnTo>
                  <a:pt x="8654" y="1837"/>
                </a:lnTo>
                <a:lnTo>
                  <a:pt x="8654" y="1838"/>
                </a:lnTo>
                <a:lnTo>
                  <a:pt x="8653" y="1838"/>
                </a:lnTo>
                <a:lnTo>
                  <a:pt x="8652" y="1838"/>
                </a:lnTo>
                <a:lnTo>
                  <a:pt x="8651" y="1839"/>
                </a:lnTo>
                <a:lnTo>
                  <a:pt x="8648" y="1840"/>
                </a:lnTo>
                <a:lnTo>
                  <a:pt x="8647" y="1841"/>
                </a:lnTo>
                <a:lnTo>
                  <a:pt x="8647" y="1842"/>
                </a:lnTo>
                <a:lnTo>
                  <a:pt x="8647" y="1843"/>
                </a:lnTo>
                <a:lnTo>
                  <a:pt x="8648" y="1844"/>
                </a:lnTo>
                <a:lnTo>
                  <a:pt x="8648" y="1846"/>
                </a:lnTo>
                <a:lnTo>
                  <a:pt x="8647" y="1846"/>
                </a:lnTo>
                <a:lnTo>
                  <a:pt x="8646" y="1848"/>
                </a:lnTo>
                <a:lnTo>
                  <a:pt x="8646" y="1850"/>
                </a:lnTo>
                <a:lnTo>
                  <a:pt x="8646" y="1851"/>
                </a:lnTo>
                <a:lnTo>
                  <a:pt x="8648" y="1852"/>
                </a:lnTo>
                <a:lnTo>
                  <a:pt x="8649" y="1853"/>
                </a:lnTo>
                <a:lnTo>
                  <a:pt x="8651" y="1856"/>
                </a:lnTo>
                <a:lnTo>
                  <a:pt x="8651" y="1858"/>
                </a:lnTo>
                <a:lnTo>
                  <a:pt x="8652" y="1860"/>
                </a:lnTo>
                <a:lnTo>
                  <a:pt x="8653" y="1860"/>
                </a:lnTo>
                <a:lnTo>
                  <a:pt x="8654" y="1861"/>
                </a:lnTo>
                <a:lnTo>
                  <a:pt x="8655" y="1860"/>
                </a:lnTo>
                <a:lnTo>
                  <a:pt x="8657" y="1860"/>
                </a:lnTo>
                <a:lnTo>
                  <a:pt x="8658" y="1860"/>
                </a:lnTo>
                <a:lnTo>
                  <a:pt x="8658" y="1861"/>
                </a:lnTo>
                <a:lnTo>
                  <a:pt x="8657" y="1862"/>
                </a:lnTo>
                <a:lnTo>
                  <a:pt x="8657" y="1863"/>
                </a:lnTo>
                <a:lnTo>
                  <a:pt x="8658" y="1865"/>
                </a:lnTo>
                <a:lnTo>
                  <a:pt x="8658" y="1866"/>
                </a:lnTo>
                <a:lnTo>
                  <a:pt x="8657" y="1867"/>
                </a:lnTo>
                <a:lnTo>
                  <a:pt x="8656" y="1868"/>
                </a:lnTo>
                <a:lnTo>
                  <a:pt x="8655" y="1870"/>
                </a:lnTo>
                <a:lnTo>
                  <a:pt x="8655" y="1871"/>
                </a:lnTo>
                <a:lnTo>
                  <a:pt x="8653" y="1872"/>
                </a:lnTo>
                <a:lnTo>
                  <a:pt x="8652" y="1872"/>
                </a:lnTo>
                <a:lnTo>
                  <a:pt x="8651" y="1872"/>
                </a:lnTo>
                <a:lnTo>
                  <a:pt x="8649" y="1871"/>
                </a:lnTo>
                <a:lnTo>
                  <a:pt x="8648" y="1871"/>
                </a:lnTo>
                <a:lnTo>
                  <a:pt x="8647" y="1872"/>
                </a:lnTo>
                <a:lnTo>
                  <a:pt x="8647" y="1873"/>
                </a:lnTo>
                <a:lnTo>
                  <a:pt x="8644" y="1872"/>
                </a:lnTo>
                <a:lnTo>
                  <a:pt x="8643" y="1872"/>
                </a:lnTo>
                <a:lnTo>
                  <a:pt x="8642" y="1872"/>
                </a:lnTo>
                <a:lnTo>
                  <a:pt x="8641" y="1874"/>
                </a:lnTo>
                <a:lnTo>
                  <a:pt x="8641" y="1876"/>
                </a:lnTo>
                <a:lnTo>
                  <a:pt x="8641" y="1877"/>
                </a:lnTo>
                <a:lnTo>
                  <a:pt x="8645" y="1881"/>
                </a:lnTo>
                <a:lnTo>
                  <a:pt x="8646" y="1883"/>
                </a:lnTo>
                <a:lnTo>
                  <a:pt x="8647" y="1884"/>
                </a:lnTo>
                <a:lnTo>
                  <a:pt x="8646" y="1885"/>
                </a:lnTo>
                <a:lnTo>
                  <a:pt x="8643" y="1886"/>
                </a:lnTo>
                <a:lnTo>
                  <a:pt x="8640" y="1887"/>
                </a:lnTo>
                <a:lnTo>
                  <a:pt x="8639" y="1888"/>
                </a:lnTo>
                <a:lnTo>
                  <a:pt x="8638" y="1888"/>
                </a:lnTo>
                <a:lnTo>
                  <a:pt x="8637" y="1887"/>
                </a:lnTo>
                <a:lnTo>
                  <a:pt x="8635" y="1886"/>
                </a:lnTo>
                <a:lnTo>
                  <a:pt x="8633" y="1886"/>
                </a:lnTo>
                <a:lnTo>
                  <a:pt x="8632" y="1886"/>
                </a:lnTo>
                <a:lnTo>
                  <a:pt x="8629" y="1887"/>
                </a:lnTo>
                <a:lnTo>
                  <a:pt x="8628" y="1889"/>
                </a:lnTo>
                <a:lnTo>
                  <a:pt x="8627" y="1892"/>
                </a:lnTo>
                <a:lnTo>
                  <a:pt x="8626" y="1892"/>
                </a:lnTo>
                <a:lnTo>
                  <a:pt x="8624" y="1891"/>
                </a:lnTo>
                <a:lnTo>
                  <a:pt x="8623" y="1891"/>
                </a:lnTo>
                <a:lnTo>
                  <a:pt x="8622" y="1891"/>
                </a:lnTo>
                <a:lnTo>
                  <a:pt x="8621" y="1891"/>
                </a:lnTo>
                <a:lnTo>
                  <a:pt x="8620" y="1890"/>
                </a:lnTo>
                <a:lnTo>
                  <a:pt x="8617" y="1889"/>
                </a:lnTo>
                <a:lnTo>
                  <a:pt x="8616" y="1889"/>
                </a:lnTo>
                <a:lnTo>
                  <a:pt x="8615" y="1889"/>
                </a:lnTo>
                <a:lnTo>
                  <a:pt x="8613" y="1890"/>
                </a:lnTo>
                <a:lnTo>
                  <a:pt x="8611" y="1892"/>
                </a:lnTo>
                <a:lnTo>
                  <a:pt x="8611" y="1893"/>
                </a:lnTo>
                <a:lnTo>
                  <a:pt x="8611" y="1896"/>
                </a:lnTo>
                <a:lnTo>
                  <a:pt x="8611" y="1899"/>
                </a:lnTo>
                <a:lnTo>
                  <a:pt x="8610" y="1900"/>
                </a:lnTo>
                <a:lnTo>
                  <a:pt x="8609" y="1900"/>
                </a:lnTo>
                <a:lnTo>
                  <a:pt x="8607" y="1900"/>
                </a:lnTo>
                <a:lnTo>
                  <a:pt x="8606" y="1900"/>
                </a:lnTo>
                <a:lnTo>
                  <a:pt x="8604" y="1902"/>
                </a:lnTo>
                <a:lnTo>
                  <a:pt x="8604" y="1903"/>
                </a:lnTo>
                <a:lnTo>
                  <a:pt x="8603" y="1903"/>
                </a:lnTo>
                <a:lnTo>
                  <a:pt x="8602" y="1902"/>
                </a:lnTo>
                <a:lnTo>
                  <a:pt x="8601" y="1901"/>
                </a:lnTo>
                <a:lnTo>
                  <a:pt x="8599" y="1901"/>
                </a:lnTo>
                <a:lnTo>
                  <a:pt x="8597" y="1901"/>
                </a:lnTo>
                <a:lnTo>
                  <a:pt x="8596" y="1901"/>
                </a:lnTo>
                <a:lnTo>
                  <a:pt x="8594" y="1903"/>
                </a:lnTo>
                <a:lnTo>
                  <a:pt x="8589" y="1908"/>
                </a:lnTo>
                <a:lnTo>
                  <a:pt x="8587" y="1911"/>
                </a:lnTo>
                <a:lnTo>
                  <a:pt x="8586" y="1912"/>
                </a:lnTo>
                <a:lnTo>
                  <a:pt x="8585" y="1912"/>
                </a:lnTo>
                <a:lnTo>
                  <a:pt x="8584" y="1912"/>
                </a:lnTo>
                <a:lnTo>
                  <a:pt x="8582" y="1912"/>
                </a:lnTo>
                <a:lnTo>
                  <a:pt x="8581" y="1912"/>
                </a:lnTo>
                <a:lnTo>
                  <a:pt x="8581" y="1913"/>
                </a:lnTo>
                <a:lnTo>
                  <a:pt x="8580" y="1916"/>
                </a:lnTo>
                <a:lnTo>
                  <a:pt x="8579" y="1918"/>
                </a:lnTo>
                <a:lnTo>
                  <a:pt x="8578" y="1919"/>
                </a:lnTo>
                <a:lnTo>
                  <a:pt x="8578" y="1920"/>
                </a:lnTo>
                <a:lnTo>
                  <a:pt x="8577" y="1921"/>
                </a:lnTo>
                <a:lnTo>
                  <a:pt x="8574" y="1923"/>
                </a:lnTo>
                <a:lnTo>
                  <a:pt x="8570" y="1925"/>
                </a:lnTo>
                <a:lnTo>
                  <a:pt x="8569" y="1926"/>
                </a:lnTo>
                <a:lnTo>
                  <a:pt x="8567" y="1929"/>
                </a:lnTo>
                <a:lnTo>
                  <a:pt x="8566" y="1932"/>
                </a:lnTo>
                <a:lnTo>
                  <a:pt x="8565" y="1934"/>
                </a:lnTo>
                <a:lnTo>
                  <a:pt x="8565" y="1935"/>
                </a:lnTo>
                <a:lnTo>
                  <a:pt x="8563" y="1935"/>
                </a:lnTo>
                <a:lnTo>
                  <a:pt x="8563" y="1936"/>
                </a:lnTo>
                <a:lnTo>
                  <a:pt x="8564" y="1937"/>
                </a:lnTo>
                <a:lnTo>
                  <a:pt x="8566" y="1939"/>
                </a:lnTo>
                <a:lnTo>
                  <a:pt x="8568" y="1939"/>
                </a:lnTo>
                <a:lnTo>
                  <a:pt x="8570" y="1939"/>
                </a:lnTo>
                <a:lnTo>
                  <a:pt x="8571" y="1940"/>
                </a:lnTo>
                <a:lnTo>
                  <a:pt x="8573" y="1942"/>
                </a:lnTo>
                <a:lnTo>
                  <a:pt x="8574" y="1942"/>
                </a:lnTo>
                <a:lnTo>
                  <a:pt x="8575" y="1941"/>
                </a:lnTo>
                <a:lnTo>
                  <a:pt x="8578" y="1940"/>
                </a:lnTo>
                <a:lnTo>
                  <a:pt x="8580" y="1937"/>
                </a:lnTo>
                <a:lnTo>
                  <a:pt x="8581" y="1937"/>
                </a:lnTo>
                <a:lnTo>
                  <a:pt x="8583" y="1937"/>
                </a:lnTo>
                <a:lnTo>
                  <a:pt x="8586" y="1937"/>
                </a:lnTo>
                <a:lnTo>
                  <a:pt x="8587" y="1937"/>
                </a:lnTo>
                <a:lnTo>
                  <a:pt x="8589" y="1938"/>
                </a:lnTo>
                <a:lnTo>
                  <a:pt x="8590" y="1938"/>
                </a:lnTo>
                <a:lnTo>
                  <a:pt x="8592" y="1940"/>
                </a:lnTo>
                <a:lnTo>
                  <a:pt x="8594" y="1941"/>
                </a:lnTo>
                <a:lnTo>
                  <a:pt x="8595" y="1942"/>
                </a:lnTo>
                <a:lnTo>
                  <a:pt x="8597" y="1945"/>
                </a:lnTo>
                <a:lnTo>
                  <a:pt x="8598" y="1947"/>
                </a:lnTo>
                <a:lnTo>
                  <a:pt x="8599" y="1948"/>
                </a:lnTo>
                <a:lnTo>
                  <a:pt x="8600" y="1949"/>
                </a:lnTo>
                <a:lnTo>
                  <a:pt x="8603" y="1954"/>
                </a:lnTo>
                <a:lnTo>
                  <a:pt x="8603" y="1955"/>
                </a:lnTo>
                <a:lnTo>
                  <a:pt x="8603" y="1956"/>
                </a:lnTo>
                <a:lnTo>
                  <a:pt x="8603" y="1963"/>
                </a:lnTo>
                <a:lnTo>
                  <a:pt x="8602" y="1963"/>
                </a:lnTo>
                <a:lnTo>
                  <a:pt x="8600" y="1962"/>
                </a:lnTo>
                <a:lnTo>
                  <a:pt x="8598" y="1962"/>
                </a:lnTo>
                <a:lnTo>
                  <a:pt x="8597" y="1963"/>
                </a:lnTo>
                <a:lnTo>
                  <a:pt x="8596" y="1964"/>
                </a:lnTo>
                <a:lnTo>
                  <a:pt x="8597" y="1966"/>
                </a:lnTo>
                <a:lnTo>
                  <a:pt x="8598" y="1968"/>
                </a:lnTo>
                <a:lnTo>
                  <a:pt x="8599" y="1975"/>
                </a:lnTo>
                <a:lnTo>
                  <a:pt x="8604" y="1976"/>
                </a:lnTo>
                <a:lnTo>
                  <a:pt x="8606" y="1984"/>
                </a:lnTo>
                <a:lnTo>
                  <a:pt x="8606" y="1985"/>
                </a:lnTo>
                <a:lnTo>
                  <a:pt x="8609" y="1985"/>
                </a:lnTo>
                <a:lnTo>
                  <a:pt x="8610" y="1986"/>
                </a:lnTo>
                <a:lnTo>
                  <a:pt x="8612" y="1987"/>
                </a:lnTo>
                <a:lnTo>
                  <a:pt x="8614" y="1987"/>
                </a:lnTo>
                <a:lnTo>
                  <a:pt x="8613" y="1988"/>
                </a:lnTo>
                <a:lnTo>
                  <a:pt x="8612" y="1988"/>
                </a:lnTo>
                <a:lnTo>
                  <a:pt x="8610" y="1987"/>
                </a:lnTo>
                <a:lnTo>
                  <a:pt x="8609" y="1987"/>
                </a:lnTo>
                <a:lnTo>
                  <a:pt x="8608" y="1987"/>
                </a:lnTo>
                <a:lnTo>
                  <a:pt x="8607" y="1987"/>
                </a:lnTo>
                <a:lnTo>
                  <a:pt x="8606" y="1988"/>
                </a:lnTo>
                <a:lnTo>
                  <a:pt x="8605" y="1988"/>
                </a:lnTo>
                <a:lnTo>
                  <a:pt x="8604" y="1988"/>
                </a:lnTo>
                <a:lnTo>
                  <a:pt x="8603" y="1988"/>
                </a:lnTo>
                <a:lnTo>
                  <a:pt x="8602" y="1987"/>
                </a:lnTo>
                <a:lnTo>
                  <a:pt x="8601" y="1986"/>
                </a:lnTo>
                <a:lnTo>
                  <a:pt x="8601" y="1985"/>
                </a:lnTo>
                <a:lnTo>
                  <a:pt x="8600" y="1984"/>
                </a:lnTo>
                <a:lnTo>
                  <a:pt x="8600" y="1983"/>
                </a:lnTo>
                <a:lnTo>
                  <a:pt x="8600" y="1982"/>
                </a:lnTo>
                <a:lnTo>
                  <a:pt x="8600" y="1981"/>
                </a:lnTo>
                <a:lnTo>
                  <a:pt x="8600" y="1980"/>
                </a:lnTo>
                <a:lnTo>
                  <a:pt x="8600" y="1978"/>
                </a:lnTo>
                <a:lnTo>
                  <a:pt x="8600" y="1977"/>
                </a:lnTo>
                <a:lnTo>
                  <a:pt x="8599" y="1977"/>
                </a:lnTo>
                <a:lnTo>
                  <a:pt x="8598" y="1978"/>
                </a:lnTo>
                <a:lnTo>
                  <a:pt x="8597" y="1977"/>
                </a:lnTo>
                <a:lnTo>
                  <a:pt x="8596" y="1976"/>
                </a:lnTo>
                <a:lnTo>
                  <a:pt x="8596" y="1975"/>
                </a:lnTo>
                <a:lnTo>
                  <a:pt x="8596" y="1974"/>
                </a:lnTo>
                <a:lnTo>
                  <a:pt x="8595" y="1973"/>
                </a:lnTo>
                <a:lnTo>
                  <a:pt x="8594" y="1972"/>
                </a:lnTo>
                <a:lnTo>
                  <a:pt x="8594" y="1971"/>
                </a:lnTo>
                <a:lnTo>
                  <a:pt x="8593" y="1969"/>
                </a:lnTo>
                <a:lnTo>
                  <a:pt x="8592" y="1968"/>
                </a:lnTo>
                <a:lnTo>
                  <a:pt x="8591" y="1968"/>
                </a:lnTo>
                <a:lnTo>
                  <a:pt x="8591" y="1967"/>
                </a:lnTo>
                <a:lnTo>
                  <a:pt x="8590" y="1967"/>
                </a:lnTo>
                <a:lnTo>
                  <a:pt x="8590" y="1966"/>
                </a:lnTo>
                <a:lnTo>
                  <a:pt x="8590" y="1965"/>
                </a:lnTo>
                <a:lnTo>
                  <a:pt x="8590" y="1963"/>
                </a:lnTo>
                <a:lnTo>
                  <a:pt x="8589" y="1963"/>
                </a:lnTo>
                <a:lnTo>
                  <a:pt x="8588" y="1962"/>
                </a:lnTo>
                <a:lnTo>
                  <a:pt x="8587" y="1961"/>
                </a:lnTo>
                <a:lnTo>
                  <a:pt x="8586" y="1960"/>
                </a:lnTo>
                <a:lnTo>
                  <a:pt x="8586" y="1959"/>
                </a:lnTo>
                <a:lnTo>
                  <a:pt x="8586" y="1958"/>
                </a:lnTo>
                <a:lnTo>
                  <a:pt x="8587" y="1957"/>
                </a:lnTo>
                <a:lnTo>
                  <a:pt x="8587" y="1956"/>
                </a:lnTo>
                <a:lnTo>
                  <a:pt x="8587" y="1955"/>
                </a:lnTo>
                <a:lnTo>
                  <a:pt x="8586" y="1955"/>
                </a:lnTo>
                <a:lnTo>
                  <a:pt x="8586" y="1954"/>
                </a:lnTo>
                <a:lnTo>
                  <a:pt x="8585" y="1954"/>
                </a:lnTo>
                <a:lnTo>
                  <a:pt x="8584" y="1954"/>
                </a:lnTo>
                <a:lnTo>
                  <a:pt x="8583" y="1954"/>
                </a:lnTo>
                <a:lnTo>
                  <a:pt x="8582" y="1954"/>
                </a:lnTo>
                <a:lnTo>
                  <a:pt x="8581" y="1954"/>
                </a:lnTo>
                <a:lnTo>
                  <a:pt x="8581" y="1955"/>
                </a:lnTo>
                <a:lnTo>
                  <a:pt x="8580" y="1955"/>
                </a:lnTo>
                <a:lnTo>
                  <a:pt x="8579" y="1957"/>
                </a:lnTo>
                <a:lnTo>
                  <a:pt x="8579" y="1958"/>
                </a:lnTo>
                <a:lnTo>
                  <a:pt x="8579" y="1959"/>
                </a:lnTo>
                <a:lnTo>
                  <a:pt x="8579" y="1960"/>
                </a:lnTo>
                <a:lnTo>
                  <a:pt x="8580" y="1960"/>
                </a:lnTo>
                <a:lnTo>
                  <a:pt x="8580" y="1961"/>
                </a:lnTo>
                <a:lnTo>
                  <a:pt x="8582" y="1962"/>
                </a:lnTo>
                <a:lnTo>
                  <a:pt x="8582" y="1963"/>
                </a:lnTo>
                <a:lnTo>
                  <a:pt x="8583" y="1963"/>
                </a:lnTo>
                <a:lnTo>
                  <a:pt x="8583" y="1964"/>
                </a:lnTo>
                <a:lnTo>
                  <a:pt x="8583" y="1965"/>
                </a:lnTo>
                <a:lnTo>
                  <a:pt x="8583" y="1966"/>
                </a:lnTo>
                <a:lnTo>
                  <a:pt x="8583" y="1967"/>
                </a:lnTo>
                <a:lnTo>
                  <a:pt x="8583" y="1968"/>
                </a:lnTo>
                <a:lnTo>
                  <a:pt x="8582" y="1968"/>
                </a:lnTo>
                <a:lnTo>
                  <a:pt x="8582" y="1969"/>
                </a:lnTo>
                <a:lnTo>
                  <a:pt x="8581" y="1969"/>
                </a:lnTo>
                <a:lnTo>
                  <a:pt x="8580" y="1970"/>
                </a:lnTo>
                <a:lnTo>
                  <a:pt x="8578" y="1970"/>
                </a:lnTo>
                <a:lnTo>
                  <a:pt x="8577" y="1970"/>
                </a:lnTo>
                <a:lnTo>
                  <a:pt x="8576" y="1969"/>
                </a:lnTo>
                <a:lnTo>
                  <a:pt x="8575" y="1968"/>
                </a:lnTo>
                <a:lnTo>
                  <a:pt x="8574" y="1968"/>
                </a:lnTo>
                <a:lnTo>
                  <a:pt x="8574" y="1967"/>
                </a:lnTo>
                <a:lnTo>
                  <a:pt x="8573" y="1967"/>
                </a:lnTo>
                <a:lnTo>
                  <a:pt x="8573" y="1966"/>
                </a:lnTo>
                <a:lnTo>
                  <a:pt x="8573" y="1965"/>
                </a:lnTo>
                <a:lnTo>
                  <a:pt x="8573" y="1964"/>
                </a:lnTo>
                <a:lnTo>
                  <a:pt x="8574" y="1964"/>
                </a:lnTo>
                <a:lnTo>
                  <a:pt x="8574" y="1963"/>
                </a:lnTo>
                <a:lnTo>
                  <a:pt x="8574" y="1962"/>
                </a:lnTo>
                <a:lnTo>
                  <a:pt x="8575" y="1961"/>
                </a:lnTo>
                <a:lnTo>
                  <a:pt x="8575" y="1960"/>
                </a:lnTo>
                <a:lnTo>
                  <a:pt x="8574" y="1959"/>
                </a:lnTo>
                <a:lnTo>
                  <a:pt x="8574" y="1958"/>
                </a:lnTo>
                <a:lnTo>
                  <a:pt x="8573" y="1958"/>
                </a:lnTo>
                <a:lnTo>
                  <a:pt x="8572" y="1958"/>
                </a:lnTo>
                <a:lnTo>
                  <a:pt x="8572" y="1957"/>
                </a:lnTo>
                <a:lnTo>
                  <a:pt x="8571" y="1957"/>
                </a:lnTo>
                <a:lnTo>
                  <a:pt x="8571" y="1958"/>
                </a:lnTo>
                <a:lnTo>
                  <a:pt x="8571" y="1959"/>
                </a:lnTo>
                <a:lnTo>
                  <a:pt x="8570" y="1959"/>
                </a:lnTo>
                <a:lnTo>
                  <a:pt x="8570" y="1960"/>
                </a:lnTo>
                <a:lnTo>
                  <a:pt x="8569" y="1961"/>
                </a:lnTo>
                <a:lnTo>
                  <a:pt x="8569" y="1962"/>
                </a:lnTo>
                <a:lnTo>
                  <a:pt x="8568" y="1962"/>
                </a:lnTo>
                <a:lnTo>
                  <a:pt x="8567" y="1962"/>
                </a:lnTo>
                <a:lnTo>
                  <a:pt x="8566" y="1962"/>
                </a:lnTo>
                <a:lnTo>
                  <a:pt x="8566" y="1961"/>
                </a:lnTo>
                <a:lnTo>
                  <a:pt x="8566" y="1960"/>
                </a:lnTo>
                <a:lnTo>
                  <a:pt x="8565" y="1960"/>
                </a:lnTo>
                <a:lnTo>
                  <a:pt x="8565" y="1959"/>
                </a:lnTo>
                <a:lnTo>
                  <a:pt x="8564" y="1959"/>
                </a:lnTo>
                <a:lnTo>
                  <a:pt x="8563" y="1958"/>
                </a:lnTo>
                <a:lnTo>
                  <a:pt x="8563" y="1957"/>
                </a:lnTo>
                <a:lnTo>
                  <a:pt x="8561" y="1956"/>
                </a:lnTo>
                <a:lnTo>
                  <a:pt x="8560" y="1956"/>
                </a:lnTo>
                <a:lnTo>
                  <a:pt x="8559" y="1955"/>
                </a:lnTo>
                <a:lnTo>
                  <a:pt x="8557" y="1954"/>
                </a:lnTo>
                <a:lnTo>
                  <a:pt x="8556" y="1954"/>
                </a:lnTo>
                <a:lnTo>
                  <a:pt x="8555" y="1954"/>
                </a:lnTo>
                <a:lnTo>
                  <a:pt x="8554" y="1953"/>
                </a:lnTo>
                <a:lnTo>
                  <a:pt x="8553" y="1952"/>
                </a:lnTo>
                <a:lnTo>
                  <a:pt x="8552" y="1951"/>
                </a:lnTo>
                <a:lnTo>
                  <a:pt x="8551" y="1950"/>
                </a:lnTo>
                <a:lnTo>
                  <a:pt x="8550" y="1948"/>
                </a:lnTo>
                <a:lnTo>
                  <a:pt x="8549" y="1946"/>
                </a:lnTo>
                <a:lnTo>
                  <a:pt x="8548" y="1946"/>
                </a:lnTo>
                <a:lnTo>
                  <a:pt x="8548" y="1945"/>
                </a:lnTo>
                <a:lnTo>
                  <a:pt x="8547" y="1945"/>
                </a:lnTo>
                <a:lnTo>
                  <a:pt x="8546" y="1945"/>
                </a:lnTo>
                <a:lnTo>
                  <a:pt x="8545" y="1945"/>
                </a:lnTo>
                <a:lnTo>
                  <a:pt x="8544" y="1945"/>
                </a:lnTo>
                <a:lnTo>
                  <a:pt x="8544" y="1946"/>
                </a:lnTo>
                <a:lnTo>
                  <a:pt x="8543" y="1945"/>
                </a:lnTo>
                <a:lnTo>
                  <a:pt x="8542" y="1945"/>
                </a:lnTo>
                <a:lnTo>
                  <a:pt x="8542" y="1944"/>
                </a:lnTo>
                <a:lnTo>
                  <a:pt x="8542" y="1943"/>
                </a:lnTo>
                <a:lnTo>
                  <a:pt x="8541" y="1943"/>
                </a:lnTo>
                <a:lnTo>
                  <a:pt x="8541" y="1942"/>
                </a:lnTo>
                <a:lnTo>
                  <a:pt x="8540" y="1942"/>
                </a:lnTo>
                <a:lnTo>
                  <a:pt x="8540" y="1941"/>
                </a:lnTo>
                <a:lnTo>
                  <a:pt x="8539" y="1941"/>
                </a:lnTo>
                <a:lnTo>
                  <a:pt x="8539" y="1940"/>
                </a:lnTo>
                <a:lnTo>
                  <a:pt x="8538" y="1940"/>
                </a:lnTo>
                <a:lnTo>
                  <a:pt x="8538" y="1939"/>
                </a:lnTo>
                <a:lnTo>
                  <a:pt x="8538" y="1938"/>
                </a:lnTo>
                <a:lnTo>
                  <a:pt x="8538" y="1937"/>
                </a:lnTo>
                <a:lnTo>
                  <a:pt x="8538" y="1936"/>
                </a:lnTo>
                <a:lnTo>
                  <a:pt x="8539" y="1935"/>
                </a:lnTo>
                <a:lnTo>
                  <a:pt x="8539" y="1934"/>
                </a:lnTo>
                <a:lnTo>
                  <a:pt x="8538" y="1933"/>
                </a:lnTo>
                <a:lnTo>
                  <a:pt x="8537" y="1932"/>
                </a:lnTo>
                <a:lnTo>
                  <a:pt x="8536" y="1932"/>
                </a:lnTo>
                <a:lnTo>
                  <a:pt x="8535" y="1931"/>
                </a:lnTo>
                <a:lnTo>
                  <a:pt x="8535" y="1929"/>
                </a:lnTo>
                <a:lnTo>
                  <a:pt x="8535" y="1928"/>
                </a:lnTo>
                <a:lnTo>
                  <a:pt x="8535" y="1927"/>
                </a:lnTo>
                <a:lnTo>
                  <a:pt x="8535" y="1926"/>
                </a:lnTo>
                <a:lnTo>
                  <a:pt x="8535" y="1925"/>
                </a:lnTo>
                <a:lnTo>
                  <a:pt x="8535" y="1924"/>
                </a:lnTo>
                <a:lnTo>
                  <a:pt x="8535" y="1922"/>
                </a:lnTo>
                <a:lnTo>
                  <a:pt x="8535" y="1920"/>
                </a:lnTo>
                <a:lnTo>
                  <a:pt x="8535" y="1919"/>
                </a:lnTo>
                <a:lnTo>
                  <a:pt x="8534" y="1918"/>
                </a:lnTo>
                <a:lnTo>
                  <a:pt x="8534" y="1917"/>
                </a:lnTo>
                <a:lnTo>
                  <a:pt x="8534" y="1916"/>
                </a:lnTo>
                <a:lnTo>
                  <a:pt x="8534" y="1915"/>
                </a:lnTo>
                <a:lnTo>
                  <a:pt x="8535" y="1914"/>
                </a:lnTo>
                <a:lnTo>
                  <a:pt x="8536" y="1913"/>
                </a:lnTo>
                <a:lnTo>
                  <a:pt x="8536" y="1912"/>
                </a:lnTo>
                <a:lnTo>
                  <a:pt x="8536" y="1911"/>
                </a:lnTo>
                <a:lnTo>
                  <a:pt x="8535" y="1910"/>
                </a:lnTo>
                <a:lnTo>
                  <a:pt x="8534" y="1909"/>
                </a:lnTo>
                <a:lnTo>
                  <a:pt x="8534" y="1908"/>
                </a:lnTo>
                <a:lnTo>
                  <a:pt x="8534" y="1907"/>
                </a:lnTo>
                <a:lnTo>
                  <a:pt x="8534" y="1905"/>
                </a:lnTo>
                <a:lnTo>
                  <a:pt x="8533" y="1905"/>
                </a:lnTo>
                <a:lnTo>
                  <a:pt x="8532" y="1905"/>
                </a:lnTo>
                <a:lnTo>
                  <a:pt x="8531" y="1906"/>
                </a:lnTo>
                <a:lnTo>
                  <a:pt x="8530" y="1906"/>
                </a:lnTo>
                <a:lnTo>
                  <a:pt x="8529" y="1907"/>
                </a:lnTo>
                <a:lnTo>
                  <a:pt x="8528" y="1907"/>
                </a:lnTo>
                <a:lnTo>
                  <a:pt x="8527" y="1907"/>
                </a:lnTo>
                <a:lnTo>
                  <a:pt x="8526" y="1907"/>
                </a:lnTo>
                <a:lnTo>
                  <a:pt x="8525" y="1907"/>
                </a:lnTo>
                <a:lnTo>
                  <a:pt x="8523" y="1907"/>
                </a:lnTo>
                <a:lnTo>
                  <a:pt x="8522" y="1907"/>
                </a:lnTo>
                <a:lnTo>
                  <a:pt x="8521" y="1907"/>
                </a:lnTo>
                <a:lnTo>
                  <a:pt x="8520" y="1907"/>
                </a:lnTo>
                <a:lnTo>
                  <a:pt x="8519" y="1907"/>
                </a:lnTo>
                <a:lnTo>
                  <a:pt x="8519" y="1908"/>
                </a:lnTo>
                <a:lnTo>
                  <a:pt x="8518" y="1908"/>
                </a:lnTo>
                <a:lnTo>
                  <a:pt x="8518" y="1909"/>
                </a:lnTo>
                <a:lnTo>
                  <a:pt x="8517" y="1909"/>
                </a:lnTo>
                <a:lnTo>
                  <a:pt x="8517" y="1910"/>
                </a:lnTo>
                <a:lnTo>
                  <a:pt x="8516" y="1910"/>
                </a:lnTo>
                <a:lnTo>
                  <a:pt x="8515" y="1910"/>
                </a:lnTo>
                <a:lnTo>
                  <a:pt x="8514" y="1909"/>
                </a:lnTo>
                <a:lnTo>
                  <a:pt x="8513" y="1909"/>
                </a:lnTo>
                <a:lnTo>
                  <a:pt x="8512" y="1909"/>
                </a:lnTo>
                <a:lnTo>
                  <a:pt x="8511" y="1909"/>
                </a:lnTo>
                <a:lnTo>
                  <a:pt x="8510" y="1908"/>
                </a:lnTo>
                <a:lnTo>
                  <a:pt x="8510" y="1907"/>
                </a:lnTo>
                <a:lnTo>
                  <a:pt x="8510" y="1906"/>
                </a:lnTo>
                <a:lnTo>
                  <a:pt x="8511" y="1906"/>
                </a:lnTo>
                <a:lnTo>
                  <a:pt x="8511" y="1905"/>
                </a:lnTo>
                <a:lnTo>
                  <a:pt x="8512" y="1905"/>
                </a:lnTo>
                <a:lnTo>
                  <a:pt x="8513" y="1905"/>
                </a:lnTo>
                <a:lnTo>
                  <a:pt x="8514" y="1905"/>
                </a:lnTo>
                <a:lnTo>
                  <a:pt x="8514" y="1904"/>
                </a:lnTo>
                <a:lnTo>
                  <a:pt x="8514" y="1903"/>
                </a:lnTo>
                <a:lnTo>
                  <a:pt x="8513" y="1903"/>
                </a:lnTo>
                <a:lnTo>
                  <a:pt x="8512" y="1903"/>
                </a:lnTo>
                <a:lnTo>
                  <a:pt x="8511" y="1902"/>
                </a:lnTo>
                <a:lnTo>
                  <a:pt x="8510" y="1901"/>
                </a:lnTo>
                <a:lnTo>
                  <a:pt x="8510" y="1900"/>
                </a:lnTo>
                <a:lnTo>
                  <a:pt x="8511" y="1900"/>
                </a:lnTo>
                <a:lnTo>
                  <a:pt x="8511" y="1899"/>
                </a:lnTo>
                <a:lnTo>
                  <a:pt x="8512" y="1899"/>
                </a:lnTo>
                <a:lnTo>
                  <a:pt x="8512" y="1898"/>
                </a:lnTo>
                <a:lnTo>
                  <a:pt x="8513" y="1898"/>
                </a:lnTo>
                <a:lnTo>
                  <a:pt x="8513" y="1897"/>
                </a:lnTo>
                <a:lnTo>
                  <a:pt x="8514" y="1896"/>
                </a:lnTo>
                <a:lnTo>
                  <a:pt x="8514" y="1895"/>
                </a:lnTo>
                <a:lnTo>
                  <a:pt x="8513" y="1895"/>
                </a:lnTo>
                <a:lnTo>
                  <a:pt x="8513" y="1894"/>
                </a:lnTo>
                <a:lnTo>
                  <a:pt x="8512" y="1894"/>
                </a:lnTo>
                <a:lnTo>
                  <a:pt x="8512" y="1895"/>
                </a:lnTo>
                <a:lnTo>
                  <a:pt x="8511" y="1895"/>
                </a:lnTo>
                <a:lnTo>
                  <a:pt x="8510" y="1895"/>
                </a:lnTo>
                <a:lnTo>
                  <a:pt x="8510" y="1894"/>
                </a:lnTo>
                <a:lnTo>
                  <a:pt x="8509" y="1894"/>
                </a:lnTo>
                <a:lnTo>
                  <a:pt x="8508" y="1894"/>
                </a:lnTo>
                <a:lnTo>
                  <a:pt x="8507" y="1894"/>
                </a:lnTo>
                <a:lnTo>
                  <a:pt x="8506" y="1895"/>
                </a:lnTo>
                <a:lnTo>
                  <a:pt x="8505" y="1896"/>
                </a:lnTo>
                <a:lnTo>
                  <a:pt x="8504" y="1897"/>
                </a:lnTo>
                <a:lnTo>
                  <a:pt x="8504" y="1898"/>
                </a:lnTo>
                <a:lnTo>
                  <a:pt x="8503" y="1898"/>
                </a:lnTo>
                <a:lnTo>
                  <a:pt x="8503" y="1899"/>
                </a:lnTo>
                <a:lnTo>
                  <a:pt x="8502" y="1900"/>
                </a:lnTo>
                <a:lnTo>
                  <a:pt x="8501" y="1900"/>
                </a:lnTo>
                <a:lnTo>
                  <a:pt x="8500" y="1900"/>
                </a:lnTo>
                <a:lnTo>
                  <a:pt x="8498" y="1901"/>
                </a:lnTo>
                <a:lnTo>
                  <a:pt x="8497" y="1901"/>
                </a:lnTo>
                <a:lnTo>
                  <a:pt x="8497" y="1902"/>
                </a:lnTo>
                <a:lnTo>
                  <a:pt x="8496" y="1902"/>
                </a:lnTo>
                <a:lnTo>
                  <a:pt x="8495" y="1902"/>
                </a:lnTo>
                <a:lnTo>
                  <a:pt x="8494" y="1901"/>
                </a:lnTo>
                <a:lnTo>
                  <a:pt x="8493" y="1900"/>
                </a:lnTo>
                <a:lnTo>
                  <a:pt x="8492" y="1900"/>
                </a:lnTo>
                <a:lnTo>
                  <a:pt x="8491" y="1901"/>
                </a:lnTo>
                <a:lnTo>
                  <a:pt x="8490" y="1901"/>
                </a:lnTo>
                <a:lnTo>
                  <a:pt x="8490" y="1902"/>
                </a:lnTo>
                <a:lnTo>
                  <a:pt x="8489" y="1902"/>
                </a:lnTo>
                <a:lnTo>
                  <a:pt x="8488" y="1902"/>
                </a:lnTo>
                <a:lnTo>
                  <a:pt x="8487" y="1902"/>
                </a:lnTo>
                <a:lnTo>
                  <a:pt x="8486" y="1902"/>
                </a:lnTo>
                <a:lnTo>
                  <a:pt x="8485" y="1901"/>
                </a:lnTo>
                <a:lnTo>
                  <a:pt x="8485" y="1900"/>
                </a:lnTo>
                <a:lnTo>
                  <a:pt x="8485" y="1898"/>
                </a:lnTo>
                <a:lnTo>
                  <a:pt x="8485" y="1897"/>
                </a:lnTo>
                <a:lnTo>
                  <a:pt x="8485" y="1896"/>
                </a:lnTo>
                <a:lnTo>
                  <a:pt x="8484" y="1896"/>
                </a:lnTo>
                <a:lnTo>
                  <a:pt x="8483" y="1896"/>
                </a:lnTo>
                <a:lnTo>
                  <a:pt x="8482" y="1896"/>
                </a:lnTo>
                <a:lnTo>
                  <a:pt x="8481" y="1897"/>
                </a:lnTo>
                <a:lnTo>
                  <a:pt x="8480" y="1897"/>
                </a:lnTo>
                <a:lnTo>
                  <a:pt x="8479" y="1897"/>
                </a:lnTo>
                <a:lnTo>
                  <a:pt x="8478" y="1898"/>
                </a:lnTo>
                <a:lnTo>
                  <a:pt x="8477" y="1898"/>
                </a:lnTo>
                <a:lnTo>
                  <a:pt x="8476" y="1899"/>
                </a:lnTo>
                <a:lnTo>
                  <a:pt x="8476" y="1900"/>
                </a:lnTo>
                <a:lnTo>
                  <a:pt x="8475" y="1901"/>
                </a:lnTo>
                <a:lnTo>
                  <a:pt x="8474" y="1901"/>
                </a:lnTo>
                <a:lnTo>
                  <a:pt x="8474" y="1902"/>
                </a:lnTo>
                <a:lnTo>
                  <a:pt x="8475" y="1903"/>
                </a:lnTo>
                <a:lnTo>
                  <a:pt x="8475" y="1904"/>
                </a:lnTo>
                <a:lnTo>
                  <a:pt x="8476" y="1904"/>
                </a:lnTo>
                <a:lnTo>
                  <a:pt x="8477" y="1904"/>
                </a:lnTo>
                <a:lnTo>
                  <a:pt x="8478" y="1903"/>
                </a:lnTo>
                <a:lnTo>
                  <a:pt x="8479" y="1903"/>
                </a:lnTo>
                <a:lnTo>
                  <a:pt x="8480" y="1903"/>
                </a:lnTo>
                <a:lnTo>
                  <a:pt x="8481" y="1903"/>
                </a:lnTo>
                <a:lnTo>
                  <a:pt x="8481" y="1904"/>
                </a:lnTo>
                <a:lnTo>
                  <a:pt x="8480" y="1905"/>
                </a:lnTo>
                <a:lnTo>
                  <a:pt x="8480" y="1906"/>
                </a:lnTo>
                <a:lnTo>
                  <a:pt x="8479" y="1906"/>
                </a:lnTo>
                <a:lnTo>
                  <a:pt x="8478" y="1905"/>
                </a:lnTo>
                <a:lnTo>
                  <a:pt x="8477" y="1905"/>
                </a:lnTo>
                <a:lnTo>
                  <a:pt x="8476" y="1905"/>
                </a:lnTo>
                <a:lnTo>
                  <a:pt x="8474" y="1906"/>
                </a:lnTo>
                <a:lnTo>
                  <a:pt x="8473" y="1907"/>
                </a:lnTo>
                <a:lnTo>
                  <a:pt x="8473" y="1908"/>
                </a:lnTo>
                <a:lnTo>
                  <a:pt x="8472" y="1908"/>
                </a:lnTo>
                <a:lnTo>
                  <a:pt x="8472" y="1909"/>
                </a:lnTo>
                <a:lnTo>
                  <a:pt x="8472" y="1910"/>
                </a:lnTo>
                <a:lnTo>
                  <a:pt x="8472" y="1911"/>
                </a:lnTo>
                <a:lnTo>
                  <a:pt x="8473" y="1912"/>
                </a:lnTo>
                <a:lnTo>
                  <a:pt x="8473" y="1913"/>
                </a:lnTo>
                <a:lnTo>
                  <a:pt x="8474" y="1913"/>
                </a:lnTo>
                <a:lnTo>
                  <a:pt x="8475" y="1914"/>
                </a:lnTo>
                <a:lnTo>
                  <a:pt x="8475" y="1915"/>
                </a:lnTo>
                <a:lnTo>
                  <a:pt x="8476" y="1916"/>
                </a:lnTo>
                <a:lnTo>
                  <a:pt x="8477" y="1916"/>
                </a:lnTo>
                <a:lnTo>
                  <a:pt x="8477" y="1917"/>
                </a:lnTo>
                <a:lnTo>
                  <a:pt x="8476" y="1918"/>
                </a:lnTo>
                <a:lnTo>
                  <a:pt x="8475" y="1917"/>
                </a:lnTo>
                <a:lnTo>
                  <a:pt x="8474" y="1917"/>
                </a:lnTo>
                <a:lnTo>
                  <a:pt x="8473" y="1917"/>
                </a:lnTo>
                <a:lnTo>
                  <a:pt x="8473" y="1918"/>
                </a:lnTo>
                <a:lnTo>
                  <a:pt x="8473" y="1920"/>
                </a:lnTo>
                <a:lnTo>
                  <a:pt x="8473" y="1921"/>
                </a:lnTo>
                <a:lnTo>
                  <a:pt x="8474" y="1922"/>
                </a:lnTo>
                <a:lnTo>
                  <a:pt x="8474" y="1923"/>
                </a:lnTo>
                <a:lnTo>
                  <a:pt x="8474" y="1926"/>
                </a:lnTo>
                <a:lnTo>
                  <a:pt x="8474" y="1927"/>
                </a:lnTo>
                <a:lnTo>
                  <a:pt x="8475" y="1928"/>
                </a:lnTo>
                <a:lnTo>
                  <a:pt x="8475" y="1929"/>
                </a:lnTo>
                <a:lnTo>
                  <a:pt x="8474" y="1930"/>
                </a:lnTo>
                <a:lnTo>
                  <a:pt x="8474" y="1931"/>
                </a:lnTo>
                <a:lnTo>
                  <a:pt x="8473" y="1931"/>
                </a:lnTo>
                <a:lnTo>
                  <a:pt x="8473" y="1932"/>
                </a:lnTo>
                <a:lnTo>
                  <a:pt x="8472" y="1933"/>
                </a:lnTo>
                <a:lnTo>
                  <a:pt x="8473" y="1933"/>
                </a:lnTo>
                <a:lnTo>
                  <a:pt x="8473" y="1934"/>
                </a:lnTo>
                <a:lnTo>
                  <a:pt x="8473" y="1936"/>
                </a:lnTo>
                <a:lnTo>
                  <a:pt x="8473" y="1937"/>
                </a:lnTo>
                <a:lnTo>
                  <a:pt x="8473" y="1938"/>
                </a:lnTo>
                <a:lnTo>
                  <a:pt x="8473" y="1939"/>
                </a:lnTo>
                <a:lnTo>
                  <a:pt x="8473" y="1940"/>
                </a:lnTo>
                <a:lnTo>
                  <a:pt x="8472" y="1940"/>
                </a:lnTo>
                <a:lnTo>
                  <a:pt x="8473" y="1940"/>
                </a:lnTo>
                <a:lnTo>
                  <a:pt x="8473" y="1941"/>
                </a:lnTo>
                <a:lnTo>
                  <a:pt x="8474" y="1942"/>
                </a:lnTo>
                <a:lnTo>
                  <a:pt x="8474" y="1943"/>
                </a:lnTo>
                <a:lnTo>
                  <a:pt x="8475" y="1944"/>
                </a:lnTo>
                <a:lnTo>
                  <a:pt x="8475" y="1945"/>
                </a:lnTo>
                <a:lnTo>
                  <a:pt x="8474" y="1945"/>
                </a:lnTo>
                <a:lnTo>
                  <a:pt x="8474" y="1946"/>
                </a:lnTo>
                <a:lnTo>
                  <a:pt x="8474" y="1947"/>
                </a:lnTo>
                <a:lnTo>
                  <a:pt x="8473" y="1947"/>
                </a:lnTo>
                <a:lnTo>
                  <a:pt x="8473" y="1948"/>
                </a:lnTo>
                <a:lnTo>
                  <a:pt x="8473" y="1949"/>
                </a:lnTo>
                <a:lnTo>
                  <a:pt x="8472" y="1949"/>
                </a:lnTo>
                <a:lnTo>
                  <a:pt x="8472" y="1950"/>
                </a:lnTo>
                <a:lnTo>
                  <a:pt x="8472" y="1951"/>
                </a:lnTo>
                <a:lnTo>
                  <a:pt x="8473" y="1952"/>
                </a:lnTo>
                <a:lnTo>
                  <a:pt x="8473" y="1953"/>
                </a:lnTo>
                <a:lnTo>
                  <a:pt x="8473" y="1954"/>
                </a:lnTo>
                <a:lnTo>
                  <a:pt x="8473" y="1955"/>
                </a:lnTo>
                <a:lnTo>
                  <a:pt x="8472" y="1956"/>
                </a:lnTo>
                <a:lnTo>
                  <a:pt x="8473" y="1957"/>
                </a:lnTo>
                <a:lnTo>
                  <a:pt x="8473" y="1958"/>
                </a:lnTo>
                <a:lnTo>
                  <a:pt x="8472" y="1958"/>
                </a:lnTo>
                <a:lnTo>
                  <a:pt x="8472" y="1959"/>
                </a:lnTo>
                <a:lnTo>
                  <a:pt x="8471" y="1959"/>
                </a:lnTo>
                <a:lnTo>
                  <a:pt x="8471" y="1960"/>
                </a:lnTo>
                <a:lnTo>
                  <a:pt x="8472" y="1961"/>
                </a:lnTo>
                <a:lnTo>
                  <a:pt x="8472" y="1962"/>
                </a:lnTo>
                <a:lnTo>
                  <a:pt x="8472" y="1963"/>
                </a:lnTo>
                <a:lnTo>
                  <a:pt x="8473" y="1963"/>
                </a:lnTo>
                <a:lnTo>
                  <a:pt x="8473" y="1964"/>
                </a:lnTo>
                <a:lnTo>
                  <a:pt x="8475" y="1966"/>
                </a:lnTo>
                <a:lnTo>
                  <a:pt x="8476" y="1966"/>
                </a:lnTo>
                <a:lnTo>
                  <a:pt x="8477" y="1966"/>
                </a:lnTo>
                <a:lnTo>
                  <a:pt x="8477" y="1967"/>
                </a:lnTo>
                <a:lnTo>
                  <a:pt x="8478" y="1967"/>
                </a:lnTo>
                <a:lnTo>
                  <a:pt x="8479" y="1967"/>
                </a:lnTo>
                <a:lnTo>
                  <a:pt x="8480" y="1967"/>
                </a:lnTo>
                <a:lnTo>
                  <a:pt x="8480" y="1968"/>
                </a:lnTo>
                <a:lnTo>
                  <a:pt x="8479" y="1968"/>
                </a:lnTo>
                <a:lnTo>
                  <a:pt x="8479" y="1969"/>
                </a:lnTo>
                <a:lnTo>
                  <a:pt x="8478" y="1969"/>
                </a:lnTo>
                <a:lnTo>
                  <a:pt x="8478" y="1968"/>
                </a:lnTo>
                <a:lnTo>
                  <a:pt x="8477" y="1968"/>
                </a:lnTo>
                <a:lnTo>
                  <a:pt x="8476" y="1968"/>
                </a:lnTo>
                <a:lnTo>
                  <a:pt x="8476" y="1969"/>
                </a:lnTo>
                <a:lnTo>
                  <a:pt x="8476" y="1970"/>
                </a:lnTo>
                <a:lnTo>
                  <a:pt x="8477" y="1971"/>
                </a:lnTo>
                <a:lnTo>
                  <a:pt x="8477" y="1972"/>
                </a:lnTo>
                <a:lnTo>
                  <a:pt x="8477" y="1973"/>
                </a:lnTo>
                <a:lnTo>
                  <a:pt x="8477" y="1974"/>
                </a:lnTo>
                <a:lnTo>
                  <a:pt x="8478" y="1974"/>
                </a:lnTo>
                <a:lnTo>
                  <a:pt x="8479" y="1974"/>
                </a:lnTo>
                <a:lnTo>
                  <a:pt x="8479" y="1975"/>
                </a:lnTo>
                <a:lnTo>
                  <a:pt x="8478" y="1976"/>
                </a:lnTo>
                <a:lnTo>
                  <a:pt x="8477" y="1976"/>
                </a:lnTo>
                <a:lnTo>
                  <a:pt x="8476" y="1974"/>
                </a:lnTo>
                <a:lnTo>
                  <a:pt x="8476" y="1973"/>
                </a:lnTo>
                <a:lnTo>
                  <a:pt x="8475" y="1973"/>
                </a:lnTo>
                <a:lnTo>
                  <a:pt x="8474" y="1974"/>
                </a:lnTo>
                <a:lnTo>
                  <a:pt x="8473" y="1975"/>
                </a:lnTo>
                <a:lnTo>
                  <a:pt x="8473" y="1976"/>
                </a:lnTo>
                <a:lnTo>
                  <a:pt x="8474" y="1977"/>
                </a:lnTo>
                <a:lnTo>
                  <a:pt x="8475" y="1977"/>
                </a:lnTo>
                <a:lnTo>
                  <a:pt x="8476" y="1977"/>
                </a:lnTo>
                <a:lnTo>
                  <a:pt x="8477" y="1978"/>
                </a:lnTo>
                <a:lnTo>
                  <a:pt x="8476" y="1978"/>
                </a:lnTo>
                <a:lnTo>
                  <a:pt x="8476" y="1979"/>
                </a:lnTo>
                <a:lnTo>
                  <a:pt x="8476" y="1980"/>
                </a:lnTo>
                <a:lnTo>
                  <a:pt x="8475" y="1980"/>
                </a:lnTo>
                <a:lnTo>
                  <a:pt x="8475" y="1981"/>
                </a:lnTo>
                <a:lnTo>
                  <a:pt x="8476" y="1981"/>
                </a:lnTo>
                <a:lnTo>
                  <a:pt x="8476" y="1982"/>
                </a:lnTo>
                <a:lnTo>
                  <a:pt x="8477" y="1982"/>
                </a:lnTo>
                <a:lnTo>
                  <a:pt x="8477" y="1981"/>
                </a:lnTo>
                <a:lnTo>
                  <a:pt x="8478" y="1981"/>
                </a:lnTo>
                <a:lnTo>
                  <a:pt x="8479" y="1981"/>
                </a:lnTo>
                <a:lnTo>
                  <a:pt x="8480" y="1981"/>
                </a:lnTo>
                <a:lnTo>
                  <a:pt x="8480" y="1982"/>
                </a:lnTo>
                <a:lnTo>
                  <a:pt x="8480" y="1983"/>
                </a:lnTo>
                <a:lnTo>
                  <a:pt x="8479" y="1983"/>
                </a:lnTo>
                <a:lnTo>
                  <a:pt x="8479" y="1984"/>
                </a:lnTo>
                <a:lnTo>
                  <a:pt x="8478" y="1984"/>
                </a:lnTo>
                <a:lnTo>
                  <a:pt x="8477" y="1984"/>
                </a:lnTo>
                <a:lnTo>
                  <a:pt x="8477" y="1985"/>
                </a:lnTo>
                <a:lnTo>
                  <a:pt x="8477" y="1987"/>
                </a:lnTo>
                <a:lnTo>
                  <a:pt x="8477" y="1988"/>
                </a:lnTo>
                <a:lnTo>
                  <a:pt x="8476" y="1989"/>
                </a:lnTo>
                <a:lnTo>
                  <a:pt x="8475" y="1990"/>
                </a:lnTo>
                <a:lnTo>
                  <a:pt x="8475" y="1991"/>
                </a:lnTo>
                <a:lnTo>
                  <a:pt x="8476" y="1992"/>
                </a:lnTo>
                <a:lnTo>
                  <a:pt x="8476" y="1993"/>
                </a:lnTo>
                <a:lnTo>
                  <a:pt x="8476" y="1994"/>
                </a:lnTo>
                <a:lnTo>
                  <a:pt x="8477" y="1995"/>
                </a:lnTo>
                <a:lnTo>
                  <a:pt x="8478" y="1996"/>
                </a:lnTo>
                <a:lnTo>
                  <a:pt x="8478" y="1997"/>
                </a:lnTo>
                <a:lnTo>
                  <a:pt x="8478" y="1998"/>
                </a:lnTo>
                <a:lnTo>
                  <a:pt x="8479" y="1999"/>
                </a:lnTo>
                <a:lnTo>
                  <a:pt x="8479" y="2000"/>
                </a:lnTo>
                <a:lnTo>
                  <a:pt x="8478" y="2000"/>
                </a:lnTo>
                <a:lnTo>
                  <a:pt x="8478" y="2001"/>
                </a:lnTo>
                <a:lnTo>
                  <a:pt x="8478" y="2002"/>
                </a:lnTo>
                <a:lnTo>
                  <a:pt x="8479" y="2003"/>
                </a:lnTo>
                <a:lnTo>
                  <a:pt x="8479" y="2004"/>
                </a:lnTo>
                <a:lnTo>
                  <a:pt x="8479" y="2005"/>
                </a:lnTo>
                <a:lnTo>
                  <a:pt x="8478" y="2005"/>
                </a:lnTo>
                <a:lnTo>
                  <a:pt x="8479" y="2007"/>
                </a:lnTo>
                <a:lnTo>
                  <a:pt x="8480" y="2007"/>
                </a:lnTo>
                <a:lnTo>
                  <a:pt x="8480" y="2008"/>
                </a:lnTo>
                <a:lnTo>
                  <a:pt x="8481" y="2009"/>
                </a:lnTo>
                <a:lnTo>
                  <a:pt x="8481" y="2010"/>
                </a:lnTo>
                <a:lnTo>
                  <a:pt x="8482" y="2011"/>
                </a:lnTo>
                <a:lnTo>
                  <a:pt x="8482" y="2012"/>
                </a:lnTo>
                <a:lnTo>
                  <a:pt x="8481" y="2012"/>
                </a:lnTo>
                <a:lnTo>
                  <a:pt x="8481" y="2013"/>
                </a:lnTo>
                <a:lnTo>
                  <a:pt x="8481" y="2014"/>
                </a:lnTo>
                <a:lnTo>
                  <a:pt x="8481" y="2015"/>
                </a:lnTo>
                <a:lnTo>
                  <a:pt x="8480" y="2016"/>
                </a:lnTo>
                <a:lnTo>
                  <a:pt x="8480" y="2017"/>
                </a:lnTo>
                <a:lnTo>
                  <a:pt x="8481" y="2017"/>
                </a:lnTo>
                <a:lnTo>
                  <a:pt x="8481" y="2018"/>
                </a:lnTo>
                <a:lnTo>
                  <a:pt x="8480" y="2018"/>
                </a:lnTo>
                <a:lnTo>
                  <a:pt x="8479" y="2019"/>
                </a:lnTo>
                <a:lnTo>
                  <a:pt x="8479" y="2020"/>
                </a:lnTo>
                <a:lnTo>
                  <a:pt x="8478" y="2021"/>
                </a:lnTo>
                <a:lnTo>
                  <a:pt x="8478" y="2022"/>
                </a:lnTo>
                <a:lnTo>
                  <a:pt x="8477" y="2022"/>
                </a:lnTo>
                <a:lnTo>
                  <a:pt x="8476" y="2022"/>
                </a:lnTo>
                <a:lnTo>
                  <a:pt x="8475" y="2022"/>
                </a:lnTo>
                <a:lnTo>
                  <a:pt x="8474" y="2022"/>
                </a:lnTo>
                <a:lnTo>
                  <a:pt x="8474" y="2021"/>
                </a:lnTo>
                <a:lnTo>
                  <a:pt x="8473" y="2021"/>
                </a:lnTo>
                <a:lnTo>
                  <a:pt x="8472" y="2021"/>
                </a:lnTo>
                <a:lnTo>
                  <a:pt x="8472" y="2022"/>
                </a:lnTo>
                <a:lnTo>
                  <a:pt x="8471" y="2022"/>
                </a:lnTo>
                <a:lnTo>
                  <a:pt x="8471" y="2023"/>
                </a:lnTo>
                <a:lnTo>
                  <a:pt x="8470" y="2024"/>
                </a:lnTo>
                <a:lnTo>
                  <a:pt x="8469" y="2024"/>
                </a:lnTo>
                <a:lnTo>
                  <a:pt x="8469" y="2023"/>
                </a:lnTo>
                <a:lnTo>
                  <a:pt x="8469" y="2022"/>
                </a:lnTo>
                <a:lnTo>
                  <a:pt x="8468" y="2022"/>
                </a:lnTo>
                <a:lnTo>
                  <a:pt x="8467" y="2022"/>
                </a:lnTo>
                <a:lnTo>
                  <a:pt x="8467" y="2021"/>
                </a:lnTo>
                <a:lnTo>
                  <a:pt x="8466" y="2020"/>
                </a:lnTo>
                <a:lnTo>
                  <a:pt x="8465" y="2019"/>
                </a:lnTo>
                <a:lnTo>
                  <a:pt x="8464" y="2018"/>
                </a:lnTo>
                <a:lnTo>
                  <a:pt x="8463" y="2018"/>
                </a:lnTo>
                <a:lnTo>
                  <a:pt x="8462" y="2019"/>
                </a:lnTo>
                <a:lnTo>
                  <a:pt x="8462" y="2020"/>
                </a:lnTo>
                <a:lnTo>
                  <a:pt x="8462" y="2021"/>
                </a:lnTo>
                <a:lnTo>
                  <a:pt x="8461" y="2021"/>
                </a:lnTo>
                <a:lnTo>
                  <a:pt x="8460" y="2021"/>
                </a:lnTo>
                <a:lnTo>
                  <a:pt x="8460" y="2022"/>
                </a:lnTo>
                <a:lnTo>
                  <a:pt x="8461" y="2022"/>
                </a:lnTo>
                <a:lnTo>
                  <a:pt x="8461" y="2023"/>
                </a:lnTo>
                <a:lnTo>
                  <a:pt x="8462" y="2023"/>
                </a:lnTo>
                <a:lnTo>
                  <a:pt x="8462" y="2022"/>
                </a:lnTo>
                <a:lnTo>
                  <a:pt x="8463" y="2022"/>
                </a:lnTo>
                <a:lnTo>
                  <a:pt x="8464" y="2022"/>
                </a:lnTo>
                <a:lnTo>
                  <a:pt x="8464" y="2023"/>
                </a:lnTo>
                <a:lnTo>
                  <a:pt x="8463" y="2024"/>
                </a:lnTo>
                <a:lnTo>
                  <a:pt x="8463" y="2025"/>
                </a:lnTo>
                <a:lnTo>
                  <a:pt x="8463" y="2026"/>
                </a:lnTo>
                <a:lnTo>
                  <a:pt x="8463" y="2027"/>
                </a:lnTo>
                <a:lnTo>
                  <a:pt x="8463" y="2028"/>
                </a:lnTo>
                <a:lnTo>
                  <a:pt x="8463" y="2029"/>
                </a:lnTo>
                <a:lnTo>
                  <a:pt x="8462" y="2029"/>
                </a:lnTo>
                <a:lnTo>
                  <a:pt x="8461" y="2029"/>
                </a:lnTo>
                <a:lnTo>
                  <a:pt x="8460" y="2029"/>
                </a:lnTo>
                <a:lnTo>
                  <a:pt x="8460" y="2030"/>
                </a:lnTo>
                <a:lnTo>
                  <a:pt x="8460" y="2031"/>
                </a:lnTo>
                <a:lnTo>
                  <a:pt x="8459" y="2032"/>
                </a:lnTo>
                <a:lnTo>
                  <a:pt x="8459" y="2033"/>
                </a:lnTo>
                <a:lnTo>
                  <a:pt x="8459" y="2034"/>
                </a:lnTo>
                <a:lnTo>
                  <a:pt x="8459" y="2035"/>
                </a:lnTo>
                <a:lnTo>
                  <a:pt x="8460" y="2035"/>
                </a:lnTo>
                <a:lnTo>
                  <a:pt x="8461" y="2035"/>
                </a:lnTo>
                <a:lnTo>
                  <a:pt x="8461" y="2036"/>
                </a:lnTo>
                <a:lnTo>
                  <a:pt x="8460" y="2037"/>
                </a:lnTo>
                <a:lnTo>
                  <a:pt x="8459" y="2037"/>
                </a:lnTo>
                <a:lnTo>
                  <a:pt x="8458" y="2037"/>
                </a:lnTo>
                <a:lnTo>
                  <a:pt x="8459" y="2038"/>
                </a:lnTo>
                <a:lnTo>
                  <a:pt x="8459" y="2040"/>
                </a:lnTo>
                <a:lnTo>
                  <a:pt x="8459" y="2041"/>
                </a:lnTo>
                <a:lnTo>
                  <a:pt x="8458" y="2041"/>
                </a:lnTo>
                <a:lnTo>
                  <a:pt x="8458" y="2040"/>
                </a:lnTo>
                <a:lnTo>
                  <a:pt x="8458" y="2039"/>
                </a:lnTo>
                <a:lnTo>
                  <a:pt x="8457" y="2039"/>
                </a:lnTo>
                <a:lnTo>
                  <a:pt x="8457" y="2040"/>
                </a:lnTo>
                <a:lnTo>
                  <a:pt x="8458" y="2040"/>
                </a:lnTo>
                <a:lnTo>
                  <a:pt x="8457" y="2040"/>
                </a:lnTo>
                <a:lnTo>
                  <a:pt x="8456" y="2039"/>
                </a:lnTo>
                <a:lnTo>
                  <a:pt x="8456" y="2038"/>
                </a:lnTo>
                <a:lnTo>
                  <a:pt x="8455" y="2037"/>
                </a:lnTo>
                <a:lnTo>
                  <a:pt x="8454" y="2036"/>
                </a:lnTo>
                <a:lnTo>
                  <a:pt x="8454" y="2035"/>
                </a:lnTo>
                <a:lnTo>
                  <a:pt x="8452" y="2035"/>
                </a:lnTo>
                <a:lnTo>
                  <a:pt x="8451" y="2035"/>
                </a:lnTo>
                <a:lnTo>
                  <a:pt x="8450" y="2035"/>
                </a:lnTo>
                <a:lnTo>
                  <a:pt x="8450" y="2034"/>
                </a:lnTo>
                <a:lnTo>
                  <a:pt x="8449" y="2034"/>
                </a:lnTo>
                <a:lnTo>
                  <a:pt x="8449" y="2032"/>
                </a:lnTo>
                <a:lnTo>
                  <a:pt x="8448" y="2032"/>
                </a:lnTo>
                <a:lnTo>
                  <a:pt x="8447" y="2032"/>
                </a:lnTo>
                <a:lnTo>
                  <a:pt x="8446" y="2031"/>
                </a:lnTo>
                <a:lnTo>
                  <a:pt x="8443" y="2031"/>
                </a:lnTo>
                <a:lnTo>
                  <a:pt x="8442" y="2031"/>
                </a:lnTo>
                <a:lnTo>
                  <a:pt x="8442" y="2030"/>
                </a:lnTo>
                <a:lnTo>
                  <a:pt x="8441" y="2029"/>
                </a:lnTo>
                <a:lnTo>
                  <a:pt x="8441" y="2028"/>
                </a:lnTo>
                <a:lnTo>
                  <a:pt x="8440" y="2028"/>
                </a:lnTo>
                <a:lnTo>
                  <a:pt x="8439" y="2028"/>
                </a:lnTo>
                <a:lnTo>
                  <a:pt x="8439" y="2029"/>
                </a:lnTo>
                <a:lnTo>
                  <a:pt x="8439" y="2030"/>
                </a:lnTo>
                <a:lnTo>
                  <a:pt x="8438" y="2030"/>
                </a:lnTo>
                <a:lnTo>
                  <a:pt x="8437" y="2030"/>
                </a:lnTo>
                <a:lnTo>
                  <a:pt x="8437" y="2031"/>
                </a:lnTo>
                <a:lnTo>
                  <a:pt x="8436" y="2031"/>
                </a:lnTo>
                <a:lnTo>
                  <a:pt x="8436" y="2030"/>
                </a:lnTo>
                <a:lnTo>
                  <a:pt x="8435" y="2030"/>
                </a:lnTo>
                <a:lnTo>
                  <a:pt x="8434" y="2029"/>
                </a:lnTo>
                <a:lnTo>
                  <a:pt x="8433" y="2028"/>
                </a:lnTo>
                <a:lnTo>
                  <a:pt x="8432" y="2028"/>
                </a:lnTo>
                <a:lnTo>
                  <a:pt x="8432" y="2029"/>
                </a:lnTo>
                <a:lnTo>
                  <a:pt x="8431" y="2030"/>
                </a:lnTo>
                <a:lnTo>
                  <a:pt x="8432" y="2030"/>
                </a:lnTo>
                <a:lnTo>
                  <a:pt x="8432" y="2031"/>
                </a:lnTo>
                <a:lnTo>
                  <a:pt x="8432" y="2032"/>
                </a:lnTo>
                <a:lnTo>
                  <a:pt x="8432" y="2033"/>
                </a:lnTo>
                <a:lnTo>
                  <a:pt x="8432" y="2034"/>
                </a:lnTo>
                <a:lnTo>
                  <a:pt x="8431" y="2034"/>
                </a:lnTo>
                <a:lnTo>
                  <a:pt x="8430" y="2034"/>
                </a:lnTo>
                <a:lnTo>
                  <a:pt x="8429" y="2034"/>
                </a:lnTo>
                <a:lnTo>
                  <a:pt x="8428" y="2034"/>
                </a:lnTo>
                <a:lnTo>
                  <a:pt x="8427" y="2034"/>
                </a:lnTo>
                <a:lnTo>
                  <a:pt x="8427" y="2033"/>
                </a:lnTo>
                <a:lnTo>
                  <a:pt x="8428" y="2032"/>
                </a:lnTo>
                <a:lnTo>
                  <a:pt x="8428" y="2031"/>
                </a:lnTo>
                <a:lnTo>
                  <a:pt x="8429" y="2030"/>
                </a:lnTo>
                <a:lnTo>
                  <a:pt x="8428" y="2029"/>
                </a:lnTo>
                <a:lnTo>
                  <a:pt x="8428" y="2028"/>
                </a:lnTo>
                <a:lnTo>
                  <a:pt x="8427" y="2028"/>
                </a:lnTo>
                <a:lnTo>
                  <a:pt x="8426" y="2029"/>
                </a:lnTo>
                <a:lnTo>
                  <a:pt x="8424" y="2030"/>
                </a:lnTo>
                <a:lnTo>
                  <a:pt x="8424" y="2031"/>
                </a:lnTo>
                <a:lnTo>
                  <a:pt x="8424" y="2032"/>
                </a:lnTo>
                <a:lnTo>
                  <a:pt x="8424" y="2033"/>
                </a:lnTo>
                <a:lnTo>
                  <a:pt x="8425" y="2033"/>
                </a:lnTo>
                <a:lnTo>
                  <a:pt x="8425" y="2034"/>
                </a:lnTo>
                <a:lnTo>
                  <a:pt x="8426" y="2034"/>
                </a:lnTo>
                <a:lnTo>
                  <a:pt x="8427" y="2034"/>
                </a:lnTo>
                <a:lnTo>
                  <a:pt x="8428" y="2035"/>
                </a:lnTo>
                <a:lnTo>
                  <a:pt x="8428" y="2036"/>
                </a:lnTo>
                <a:lnTo>
                  <a:pt x="8427" y="2037"/>
                </a:lnTo>
                <a:lnTo>
                  <a:pt x="8427" y="2036"/>
                </a:lnTo>
                <a:lnTo>
                  <a:pt x="8426" y="2036"/>
                </a:lnTo>
                <a:lnTo>
                  <a:pt x="8426" y="2037"/>
                </a:lnTo>
                <a:lnTo>
                  <a:pt x="8427" y="2037"/>
                </a:lnTo>
                <a:lnTo>
                  <a:pt x="8427" y="2038"/>
                </a:lnTo>
                <a:lnTo>
                  <a:pt x="8428" y="2038"/>
                </a:lnTo>
                <a:lnTo>
                  <a:pt x="8428" y="2039"/>
                </a:lnTo>
                <a:lnTo>
                  <a:pt x="8427" y="2039"/>
                </a:lnTo>
                <a:lnTo>
                  <a:pt x="8426" y="2038"/>
                </a:lnTo>
                <a:lnTo>
                  <a:pt x="8425" y="2038"/>
                </a:lnTo>
                <a:lnTo>
                  <a:pt x="8425" y="2037"/>
                </a:lnTo>
                <a:lnTo>
                  <a:pt x="8424" y="2037"/>
                </a:lnTo>
                <a:lnTo>
                  <a:pt x="8424" y="2036"/>
                </a:lnTo>
                <a:lnTo>
                  <a:pt x="8424" y="2035"/>
                </a:lnTo>
                <a:lnTo>
                  <a:pt x="8424" y="2034"/>
                </a:lnTo>
                <a:lnTo>
                  <a:pt x="8423" y="2035"/>
                </a:lnTo>
                <a:lnTo>
                  <a:pt x="8423" y="2036"/>
                </a:lnTo>
                <a:lnTo>
                  <a:pt x="8423" y="2037"/>
                </a:lnTo>
                <a:lnTo>
                  <a:pt x="8422" y="2037"/>
                </a:lnTo>
                <a:lnTo>
                  <a:pt x="8421" y="2036"/>
                </a:lnTo>
                <a:lnTo>
                  <a:pt x="8421" y="2037"/>
                </a:lnTo>
                <a:lnTo>
                  <a:pt x="8421" y="2038"/>
                </a:lnTo>
                <a:lnTo>
                  <a:pt x="8421" y="2039"/>
                </a:lnTo>
                <a:lnTo>
                  <a:pt x="8422" y="2039"/>
                </a:lnTo>
                <a:lnTo>
                  <a:pt x="8422" y="2040"/>
                </a:lnTo>
                <a:lnTo>
                  <a:pt x="8422" y="2041"/>
                </a:lnTo>
                <a:lnTo>
                  <a:pt x="8421" y="2041"/>
                </a:lnTo>
                <a:lnTo>
                  <a:pt x="8422" y="2041"/>
                </a:lnTo>
                <a:lnTo>
                  <a:pt x="8422" y="2042"/>
                </a:lnTo>
                <a:lnTo>
                  <a:pt x="8423" y="2042"/>
                </a:lnTo>
                <a:lnTo>
                  <a:pt x="8424" y="2043"/>
                </a:lnTo>
                <a:lnTo>
                  <a:pt x="8425" y="2043"/>
                </a:lnTo>
                <a:lnTo>
                  <a:pt x="8425" y="2044"/>
                </a:lnTo>
                <a:lnTo>
                  <a:pt x="8424" y="2044"/>
                </a:lnTo>
                <a:lnTo>
                  <a:pt x="8423" y="2044"/>
                </a:lnTo>
                <a:lnTo>
                  <a:pt x="8422" y="2044"/>
                </a:lnTo>
                <a:lnTo>
                  <a:pt x="8421" y="2044"/>
                </a:lnTo>
                <a:lnTo>
                  <a:pt x="8421" y="2045"/>
                </a:lnTo>
                <a:lnTo>
                  <a:pt x="8421" y="2046"/>
                </a:lnTo>
                <a:lnTo>
                  <a:pt x="8420" y="2046"/>
                </a:lnTo>
                <a:lnTo>
                  <a:pt x="8419" y="2046"/>
                </a:lnTo>
                <a:lnTo>
                  <a:pt x="8418" y="2045"/>
                </a:lnTo>
                <a:lnTo>
                  <a:pt x="8417" y="2045"/>
                </a:lnTo>
                <a:lnTo>
                  <a:pt x="8417" y="2046"/>
                </a:lnTo>
                <a:lnTo>
                  <a:pt x="8417" y="2047"/>
                </a:lnTo>
                <a:lnTo>
                  <a:pt x="8417" y="2048"/>
                </a:lnTo>
                <a:lnTo>
                  <a:pt x="8417" y="2049"/>
                </a:lnTo>
                <a:lnTo>
                  <a:pt x="8416" y="2049"/>
                </a:lnTo>
                <a:lnTo>
                  <a:pt x="8415" y="2049"/>
                </a:lnTo>
                <a:lnTo>
                  <a:pt x="8415" y="2048"/>
                </a:lnTo>
                <a:lnTo>
                  <a:pt x="8415" y="2047"/>
                </a:lnTo>
                <a:lnTo>
                  <a:pt x="8414" y="2048"/>
                </a:lnTo>
                <a:lnTo>
                  <a:pt x="8413" y="2048"/>
                </a:lnTo>
                <a:lnTo>
                  <a:pt x="8413" y="2049"/>
                </a:lnTo>
                <a:lnTo>
                  <a:pt x="8413" y="2050"/>
                </a:lnTo>
                <a:lnTo>
                  <a:pt x="8413" y="2051"/>
                </a:lnTo>
                <a:lnTo>
                  <a:pt x="8413" y="2052"/>
                </a:lnTo>
                <a:lnTo>
                  <a:pt x="8413" y="2053"/>
                </a:lnTo>
                <a:lnTo>
                  <a:pt x="8412" y="2053"/>
                </a:lnTo>
                <a:lnTo>
                  <a:pt x="8412" y="2054"/>
                </a:lnTo>
                <a:lnTo>
                  <a:pt x="8413" y="2054"/>
                </a:lnTo>
                <a:lnTo>
                  <a:pt x="8414" y="2055"/>
                </a:lnTo>
                <a:lnTo>
                  <a:pt x="8415" y="2055"/>
                </a:lnTo>
                <a:lnTo>
                  <a:pt x="8416" y="2056"/>
                </a:lnTo>
                <a:lnTo>
                  <a:pt x="8417" y="2056"/>
                </a:lnTo>
                <a:lnTo>
                  <a:pt x="8418" y="2057"/>
                </a:lnTo>
                <a:lnTo>
                  <a:pt x="8418" y="2058"/>
                </a:lnTo>
                <a:lnTo>
                  <a:pt x="8418" y="2059"/>
                </a:lnTo>
                <a:lnTo>
                  <a:pt x="8418" y="2060"/>
                </a:lnTo>
                <a:lnTo>
                  <a:pt x="8417" y="2060"/>
                </a:lnTo>
                <a:lnTo>
                  <a:pt x="8416" y="2061"/>
                </a:lnTo>
                <a:lnTo>
                  <a:pt x="8415" y="2061"/>
                </a:lnTo>
                <a:lnTo>
                  <a:pt x="8414" y="2062"/>
                </a:lnTo>
                <a:lnTo>
                  <a:pt x="8414" y="2061"/>
                </a:lnTo>
                <a:lnTo>
                  <a:pt x="8413" y="2061"/>
                </a:lnTo>
                <a:lnTo>
                  <a:pt x="8412" y="2061"/>
                </a:lnTo>
                <a:lnTo>
                  <a:pt x="8411" y="2061"/>
                </a:lnTo>
                <a:lnTo>
                  <a:pt x="8410" y="2062"/>
                </a:lnTo>
                <a:lnTo>
                  <a:pt x="8410" y="2063"/>
                </a:lnTo>
                <a:lnTo>
                  <a:pt x="8411" y="2063"/>
                </a:lnTo>
                <a:lnTo>
                  <a:pt x="8412" y="2063"/>
                </a:lnTo>
                <a:lnTo>
                  <a:pt x="8412" y="2064"/>
                </a:lnTo>
                <a:lnTo>
                  <a:pt x="8413" y="2064"/>
                </a:lnTo>
                <a:lnTo>
                  <a:pt x="8414" y="2064"/>
                </a:lnTo>
                <a:lnTo>
                  <a:pt x="8414" y="2063"/>
                </a:lnTo>
                <a:lnTo>
                  <a:pt x="8415" y="2062"/>
                </a:lnTo>
                <a:lnTo>
                  <a:pt x="8416" y="2062"/>
                </a:lnTo>
                <a:lnTo>
                  <a:pt x="8416" y="2063"/>
                </a:lnTo>
                <a:lnTo>
                  <a:pt x="8416" y="2064"/>
                </a:lnTo>
                <a:lnTo>
                  <a:pt x="8415" y="2065"/>
                </a:lnTo>
                <a:lnTo>
                  <a:pt x="8414" y="2066"/>
                </a:lnTo>
                <a:lnTo>
                  <a:pt x="8413" y="2066"/>
                </a:lnTo>
                <a:lnTo>
                  <a:pt x="8413" y="2067"/>
                </a:lnTo>
                <a:lnTo>
                  <a:pt x="8412" y="2068"/>
                </a:lnTo>
                <a:lnTo>
                  <a:pt x="8413" y="2068"/>
                </a:lnTo>
                <a:lnTo>
                  <a:pt x="8414" y="2068"/>
                </a:lnTo>
                <a:lnTo>
                  <a:pt x="8414" y="2069"/>
                </a:lnTo>
                <a:lnTo>
                  <a:pt x="8415" y="2068"/>
                </a:lnTo>
                <a:lnTo>
                  <a:pt x="8416" y="2068"/>
                </a:lnTo>
                <a:lnTo>
                  <a:pt x="8416" y="2069"/>
                </a:lnTo>
                <a:lnTo>
                  <a:pt x="8416" y="2070"/>
                </a:lnTo>
                <a:lnTo>
                  <a:pt x="8416" y="2071"/>
                </a:lnTo>
                <a:lnTo>
                  <a:pt x="8416" y="2072"/>
                </a:lnTo>
                <a:lnTo>
                  <a:pt x="8415" y="2072"/>
                </a:lnTo>
                <a:lnTo>
                  <a:pt x="8415" y="2073"/>
                </a:lnTo>
                <a:lnTo>
                  <a:pt x="8414" y="2073"/>
                </a:lnTo>
                <a:lnTo>
                  <a:pt x="8413" y="2073"/>
                </a:lnTo>
                <a:lnTo>
                  <a:pt x="8411" y="2073"/>
                </a:lnTo>
                <a:lnTo>
                  <a:pt x="8410" y="2073"/>
                </a:lnTo>
                <a:lnTo>
                  <a:pt x="8410" y="2074"/>
                </a:lnTo>
                <a:lnTo>
                  <a:pt x="8410" y="2075"/>
                </a:lnTo>
                <a:lnTo>
                  <a:pt x="8411" y="2075"/>
                </a:lnTo>
                <a:lnTo>
                  <a:pt x="8411" y="2076"/>
                </a:lnTo>
                <a:lnTo>
                  <a:pt x="8411" y="2077"/>
                </a:lnTo>
                <a:lnTo>
                  <a:pt x="8411" y="2078"/>
                </a:lnTo>
                <a:lnTo>
                  <a:pt x="8411" y="2079"/>
                </a:lnTo>
                <a:lnTo>
                  <a:pt x="8412" y="2079"/>
                </a:lnTo>
                <a:lnTo>
                  <a:pt x="8413" y="2078"/>
                </a:lnTo>
                <a:lnTo>
                  <a:pt x="8413" y="2077"/>
                </a:lnTo>
                <a:lnTo>
                  <a:pt x="8414" y="2077"/>
                </a:lnTo>
                <a:lnTo>
                  <a:pt x="8415" y="2077"/>
                </a:lnTo>
                <a:lnTo>
                  <a:pt x="8415" y="2078"/>
                </a:lnTo>
                <a:lnTo>
                  <a:pt x="8416" y="2078"/>
                </a:lnTo>
                <a:lnTo>
                  <a:pt x="8415" y="2078"/>
                </a:lnTo>
                <a:lnTo>
                  <a:pt x="8415" y="2079"/>
                </a:lnTo>
                <a:lnTo>
                  <a:pt x="8415" y="2080"/>
                </a:lnTo>
                <a:lnTo>
                  <a:pt x="8415" y="2081"/>
                </a:lnTo>
                <a:lnTo>
                  <a:pt x="8416" y="2082"/>
                </a:lnTo>
                <a:lnTo>
                  <a:pt x="8417" y="2082"/>
                </a:lnTo>
                <a:lnTo>
                  <a:pt x="8418" y="2082"/>
                </a:lnTo>
                <a:lnTo>
                  <a:pt x="8418" y="2081"/>
                </a:lnTo>
                <a:lnTo>
                  <a:pt x="8419" y="2081"/>
                </a:lnTo>
                <a:lnTo>
                  <a:pt x="8419" y="2082"/>
                </a:lnTo>
                <a:lnTo>
                  <a:pt x="8419" y="2083"/>
                </a:lnTo>
                <a:lnTo>
                  <a:pt x="8419" y="2084"/>
                </a:lnTo>
                <a:lnTo>
                  <a:pt x="8418" y="2084"/>
                </a:lnTo>
                <a:lnTo>
                  <a:pt x="8417" y="2084"/>
                </a:lnTo>
                <a:lnTo>
                  <a:pt x="8417" y="2085"/>
                </a:lnTo>
                <a:lnTo>
                  <a:pt x="8416" y="2085"/>
                </a:lnTo>
                <a:lnTo>
                  <a:pt x="8415" y="2085"/>
                </a:lnTo>
                <a:lnTo>
                  <a:pt x="8415" y="2086"/>
                </a:lnTo>
                <a:lnTo>
                  <a:pt x="8415" y="2087"/>
                </a:lnTo>
                <a:lnTo>
                  <a:pt x="8415" y="2088"/>
                </a:lnTo>
                <a:lnTo>
                  <a:pt x="8416" y="2088"/>
                </a:lnTo>
                <a:lnTo>
                  <a:pt x="8415" y="2088"/>
                </a:lnTo>
                <a:lnTo>
                  <a:pt x="8415" y="2089"/>
                </a:lnTo>
                <a:lnTo>
                  <a:pt x="8413" y="2089"/>
                </a:lnTo>
                <a:lnTo>
                  <a:pt x="8412" y="2089"/>
                </a:lnTo>
                <a:lnTo>
                  <a:pt x="8412" y="2090"/>
                </a:lnTo>
                <a:lnTo>
                  <a:pt x="8411" y="2090"/>
                </a:lnTo>
                <a:lnTo>
                  <a:pt x="8411" y="2091"/>
                </a:lnTo>
                <a:lnTo>
                  <a:pt x="8412" y="2091"/>
                </a:lnTo>
                <a:lnTo>
                  <a:pt x="8412" y="2092"/>
                </a:lnTo>
                <a:lnTo>
                  <a:pt x="8413" y="2093"/>
                </a:lnTo>
                <a:lnTo>
                  <a:pt x="8413" y="2094"/>
                </a:lnTo>
                <a:lnTo>
                  <a:pt x="8412" y="2094"/>
                </a:lnTo>
                <a:lnTo>
                  <a:pt x="8411" y="2095"/>
                </a:lnTo>
                <a:lnTo>
                  <a:pt x="8410" y="2095"/>
                </a:lnTo>
                <a:lnTo>
                  <a:pt x="8409" y="2096"/>
                </a:lnTo>
                <a:lnTo>
                  <a:pt x="8408" y="2096"/>
                </a:lnTo>
                <a:lnTo>
                  <a:pt x="8408" y="2097"/>
                </a:lnTo>
                <a:lnTo>
                  <a:pt x="8409" y="2097"/>
                </a:lnTo>
                <a:lnTo>
                  <a:pt x="8409" y="2098"/>
                </a:lnTo>
                <a:lnTo>
                  <a:pt x="8408" y="2098"/>
                </a:lnTo>
                <a:lnTo>
                  <a:pt x="8408" y="2099"/>
                </a:lnTo>
                <a:lnTo>
                  <a:pt x="8407" y="2099"/>
                </a:lnTo>
                <a:lnTo>
                  <a:pt x="8407" y="2100"/>
                </a:lnTo>
                <a:lnTo>
                  <a:pt x="8407" y="2101"/>
                </a:lnTo>
                <a:lnTo>
                  <a:pt x="8406" y="2101"/>
                </a:lnTo>
                <a:lnTo>
                  <a:pt x="8405" y="2101"/>
                </a:lnTo>
                <a:lnTo>
                  <a:pt x="8404" y="2101"/>
                </a:lnTo>
                <a:lnTo>
                  <a:pt x="8404" y="2102"/>
                </a:lnTo>
                <a:lnTo>
                  <a:pt x="8403" y="2102"/>
                </a:lnTo>
                <a:lnTo>
                  <a:pt x="8403" y="2101"/>
                </a:lnTo>
                <a:lnTo>
                  <a:pt x="8402" y="2101"/>
                </a:lnTo>
                <a:lnTo>
                  <a:pt x="8402" y="2100"/>
                </a:lnTo>
                <a:lnTo>
                  <a:pt x="8401" y="2100"/>
                </a:lnTo>
                <a:lnTo>
                  <a:pt x="8401" y="2099"/>
                </a:lnTo>
                <a:lnTo>
                  <a:pt x="8400" y="2099"/>
                </a:lnTo>
                <a:lnTo>
                  <a:pt x="8399" y="2099"/>
                </a:lnTo>
                <a:lnTo>
                  <a:pt x="8399" y="2100"/>
                </a:lnTo>
                <a:lnTo>
                  <a:pt x="8399" y="2101"/>
                </a:lnTo>
                <a:lnTo>
                  <a:pt x="8400" y="2101"/>
                </a:lnTo>
                <a:lnTo>
                  <a:pt x="8401" y="2102"/>
                </a:lnTo>
                <a:lnTo>
                  <a:pt x="8401" y="2103"/>
                </a:lnTo>
                <a:lnTo>
                  <a:pt x="8400" y="2103"/>
                </a:lnTo>
                <a:lnTo>
                  <a:pt x="8398" y="2103"/>
                </a:lnTo>
                <a:lnTo>
                  <a:pt x="8397" y="2104"/>
                </a:lnTo>
                <a:lnTo>
                  <a:pt x="8397" y="2105"/>
                </a:lnTo>
                <a:lnTo>
                  <a:pt x="8396" y="2105"/>
                </a:lnTo>
                <a:lnTo>
                  <a:pt x="8396" y="2106"/>
                </a:lnTo>
                <a:lnTo>
                  <a:pt x="8398" y="2108"/>
                </a:lnTo>
                <a:lnTo>
                  <a:pt x="8397" y="2108"/>
                </a:lnTo>
                <a:lnTo>
                  <a:pt x="8397" y="2109"/>
                </a:lnTo>
                <a:lnTo>
                  <a:pt x="8396" y="2109"/>
                </a:lnTo>
                <a:lnTo>
                  <a:pt x="8396" y="2110"/>
                </a:lnTo>
                <a:lnTo>
                  <a:pt x="8397" y="2110"/>
                </a:lnTo>
                <a:lnTo>
                  <a:pt x="8397" y="2111"/>
                </a:lnTo>
                <a:lnTo>
                  <a:pt x="8396" y="2112"/>
                </a:lnTo>
                <a:lnTo>
                  <a:pt x="8395" y="2112"/>
                </a:lnTo>
                <a:lnTo>
                  <a:pt x="8394" y="2112"/>
                </a:lnTo>
                <a:lnTo>
                  <a:pt x="8394" y="2113"/>
                </a:lnTo>
                <a:lnTo>
                  <a:pt x="8393" y="2114"/>
                </a:lnTo>
                <a:lnTo>
                  <a:pt x="8393" y="2115"/>
                </a:lnTo>
                <a:lnTo>
                  <a:pt x="8392" y="2115"/>
                </a:lnTo>
                <a:lnTo>
                  <a:pt x="8391" y="2115"/>
                </a:lnTo>
                <a:lnTo>
                  <a:pt x="8390" y="2115"/>
                </a:lnTo>
                <a:lnTo>
                  <a:pt x="8389" y="2116"/>
                </a:lnTo>
                <a:lnTo>
                  <a:pt x="8388" y="2115"/>
                </a:lnTo>
                <a:lnTo>
                  <a:pt x="8387" y="2115"/>
                </a:lnTo>
                <a:lnTo>
                  <a:pt x="8387" y="2116"/>
                </a:lnTo>
                <a:lnTo>
                  <a:pt x="8386" y="2117"/>
                </a:lnTo>
                <a:lnTo>
                  <a:pt x="8386" y="2118"/>
                </a:lnTo>
                <a:lnTo>
                  <a:pt x="8386" y="2119"/>
                </a:lnTo>
                <a:lnTo>
                  <a:pt x="8386" y="2120"/>
                </a:lnTo>
                <a:lnTo>
                  <a:pt x="8386" y="2121"/>
                </a:lnTo>
                <a:lnTo>
                  <a:pt x="8386" y="2122"/>
                </a:lnTo>
                <a:lnTo>
                  <a:pt x="8387" y="2122"/>
                </a:lnTo>
                <a:lnTo>
                  <a:pt x="8387" y="2123"/>
                </a:lnTo>
                <a:lnTo>
                  <a:pt x="8387" y="2122"/>
                </a:lnTo>
                <a:lnTo>
                  <a:pt x="8388" y="2123"/>
                </a:lnTo>
                <a:lnTo>
                  <a:pt x="8389" y="2123"/>
                </a:lnTo>
                <a:lnTo>
                  <a:pt x="8388" y="2123"/>
                </a:lnTo>
                <a:lnTo>
                  <a:pt x="8388" y="2124"/>
                </a:lnTo>
                <a:lnTo>
                  <a:pt x="8388" y="2125"/>
                </a:lnTo>
                <a:lnTo>
                  <a:pt x="8388" y="2126"/>
                </a:lnTo>
                <a:lnTo>
                  <a:pt x="8388" y="2127"/>
                </a:lnTo>
                <a:lnTo>
                  <a:pt x="8388" y="2128"/>
                </a:lnTo>
                <a:lnTo>
                  <a:pt x="8388" y="2129"/>
                </a:lnTo>
                <a:lnTo>
                  <a:pt x="8388" y="2130"/>
                </a:lnTo>
                <a:lnTo>
                  <a:pt x="8387" y="2130"/>
                </a:lnTo>
                <a:lnTo>
                  <a:pt x="8387" y="2129"/>
                </a:lnTo>
                <a:lnTo>
                  <a:pt x="8387" y="2130"/>
                </a:lnTo>
                <a:lnTo>
                  <a:pt x="8387" y="2131"/>
                </a:lnTo>
                <a:lnTo>
                  <a:pt x="8385" y="2133"/>
                </a:lnTo>
                <a:lnTo>
                  <a:pt x="8384" y="2134"/>
                </a:lnTo>
                <a:lnTo>
                  <a:pt x="8383" y="2134"/>
                </a:lnTo>
                <a:lnTo>
                  <a:pt x="8383" y="2133"/>
                </a:lnTo>
                <a:lnTo>
                  <a:pt x="8382" y="2133"/>
                </a:lnTo>
                <a:lnTo>
                  <a:pt x="8381" y="2133"/>
                </a:lnTo>
                <a:lnTo>
                  <a:pt x="8380" y="2133"/>
                </a:lnTo>
                <a:lnTo>
                  <a:pt x="8380" y="2132"/>
                </a:lnTo>
                <a:lnTo>
                  <a:pt x="8379" y="2132"/>
                </a:lnTo>
                <a:lnTo>
                  <a:pt x="8378" y="2133"/>
                </a:lnTo>
                <a:lnTo>
                  <a:pt x="8377" y="2133"/>
                </a:lnTo>
                <a:lnTo>
                  <a:pt x="8376" y="2133"/>
                </a:lnTo>
                <a:lnTo>
                  <a:pt x="8375" y="2133"/>
                </a:lnTo>
                <a:lnTo>
                  <a:pt x="8375" y="2132"/>
                </a:lnTo>
                <a:lnTo>
                  <a:pt x="8374" y="2132"/>
                </a:lnTo>
                <a:lnTo>
                  <a:pt x="8373" y="2133"/>
                </a:lnTo>
                <a:lnTo>
                  <a:pt x="8372" y="2134"/>
                </a:lnTo>
                <a:lnTo>
                  <a:pt x="8372" y="2133"/>
                </a:lnTo>
                <a:lnTo>
                  <a:pt x="8371" y="2132"/>
                </a:lnTo>
                <a:lnTo>
                  <a:pt x="8370" y="2132"/>
                </a:lnTo>
                <a:lnTo>
                  <a:pt x="8369" y="2132"/>
                </a:lnTo>
                <a:lnTo>
                  <a:pt x="8369" y="2131"/>
                </a:lnTo>
                <a:lnTo>
                  <a:pt x="8368" y="2131"/>
                </a:lnTo>
                <a:lnTo>
                  <a:pt x="8367" y="2131"/>
                </a:lnTo>
                <a:lnTo>
                  <a:pt x="8364" y="2132"/>
                </a:lnTo>
                <a:lnTo>
                  <a:pt x="8363" y="2132"/>
                </a:lnTo>
                <a:lnTo>
                  <a:pt x="8363" y="2133"/>
                </a:lnTo>
                <a:lnTo>
                  <a:pt x="8363" y="2134"/>
                </a:lnTo>
                <a:lnTo>
                  <a:pt x="8363" y="2135"/>
                </a:lnTo>
                <a:lnTo>
                  <a:pt x="8362" y="2135"/>
                </a:lnTo>
                <a:lnTo>
                  <a:pt x="8362" y="2134"/>
                </a:lnTo>
                <a:lnTo>
                  <a:pt x="8361" y="2134"/>
                </a:lnTo>
                <a:lnTo>
                  <a:pt x="8360" y="2134"/>
                </a:lnTo>
                <a:lnTo>
                  <a:pt x="8360" y="2133"/>
                </a:lnTo>
                <a:lnTo>
                  <a:pt x="8359" y="2133"/>
                </a:lnTo>
                <a:lnTo>
                  <a:pt x="8358" y="2132"/>
                </a:lnTo>
                <a:lnTo>
                  <a:pt x="8356" y="2132"/>
                </a:lnTo>
                <a:lnTo>
                  <a:pt x="8355" y="2132"/>
                </a:lnTo>
                <a:lnTo>
                  <a:pt x="8355" y="2133"/>
                </a:lnTo>
                <a:lnTo>
                  <a:pt x="8356" y="2133"/>
                </a:lnTo>
                <a:lnTo>
                  <a:pt x="8356" y="2134"/>
                </a:lnTo>
                <a:lnTo>
                  <a:pt x="8355" y="2135"/>
                </a:lnTo>
                <a:lnTo>
                  <a:pt x="8354" y="2135"/>
                </a:lnTo>
                <a:lnTo>
                  <a:pt x="8353" y="2137"/>
                </a:lnTo>
                <a:lnTo>
                  <a:pt x="8353" y="2138"/>
                </a:lnTo>
                <a:lnTo>
                  <a:pt x="8352" y="2139"/>
                </a:lnTo>
                <a:lnTo>
                  <a:pt x="8351" y="2141"/>
                </a:lnTo>
                <a:lnTo>
                  <a:pt x="8350" y="2142"/>
                </a:lnTo>
                <a:lnTo>
                  <a:pt x="8349" y="2142"/>
                </a:lnTo>
                <a:lnTo>
                  <a:pt x="8349" y="2141"/>
                </a:lnTo>
                <a:lnTo>
                  <a:pt x="8348" y="2141"/>
                </a:lnTo>
                <a:lnTo>
                  <a:pt x="8347" y="2141"/>
                </a:lnTo>
                <a:lnTo>
                  <a:pt x="8346" y="2141"/>
                </a:lnTo>
                <a:lnTo>
                  <a:pt x="8345" y="2140"/>
                </a:lnTo>
                <a:lnTo>
                  <a:pt x="8345" y="2139"/>
                </a:lnTo>
                <a:lnTo>
                  <a:pt x="8344" y="2139"/>
                </a:lnTo>
                <a:lnTo>
                  <a:pt x="8343" y="2139"/>
                </a:lnTo>
                <a:lnTo>
                  <a:pt x="8342" y="2138"/>
                </a:lnTo>
                <a:lnTo>
                  <a:pt x="8342" y="2139"/>
                </a:lnTo>
                <a:lnTo>
                  <a:pt x="8341" y="2139"/>
                </a:lnTo>
                <a:lnTo>
                  <a:pt x="8340" y="2140"/>
                </a:lnTo>
                <a:lnTo>
                  <a:pt x="8340" y="2141"/>
                </a:lnTo>
                <a:lnTo>
                  <a:pt x="8339" y="2141"/>
                </a:lnTo>
                <a:lnTo>
                  <a:pt x="8338" y="2141"/>
                </a:lnTo>
                <a:lnTo>
                  <a:pt x="8338" y="2140"/>
                </a:lnTo>
                <a:lnTo>
                  <a:pt x="8338" y="2141"/>
                </a:lnTo>
                <a:lnTo>
                  <a:pt x="8337" y="2142"/>
                </a:lnTo>
                <a:lnTo>
                  <a:pt x="8337" y="2143"/>
                </a:lnTo>
                <a:lnTo>
                  <a:pt x="8336" y="2143"/>
                </a:lnTo>
                <a:lnTo>
                  <a:pt x="8337" y="2143"/>
                </a:lnTo>
                <a:lnTo>
                  <a:pt x="8337" y="2144"/>
                </a:lnTo>
                <a:lnTo>
                  <a:pt x="8337" y="2145"/>
                </a:lnTo>
                <a:lnTo>
                  <a:pt x="8337" y="2146"/>
                </a:lnTo>
                <a:lnTo>
                  <a:pt x="8337" y="2147"/>
                </a:lnTo>
                <a:lnTo>
                  <a:pt x="8336" y="2148"/>
                </a:lnTo>
                <a:lnTo>
                  <a:pt x="8335" y="2148"/>
                </a:lnTo>
                <a:lnTo>
                  <a:pt x="8334" y="2149"/>
                </a:lnTo>
                <a:lnTo>
                  <a:pt x="8333" y="2149"/>
                </a:lnTo>
                <a:lnTo>
                  <a:pt x="8331" y="2149"/>
                </a:lnTo>
                <a:lnTo>
                  <a:pt x="8331" y="2148"/>
                </a:lnTo>
                <a:lnTo>
                  <a:pt x="8330" y="2149"/>
                </a:lnTo>
                <a:lnTo>
                  <a:pt x="8329" y="2149"/>
                </a:lnTo>
                <a:lnTo>
                  <a:pt x="8326" y="2150"/>
                </a:lnTo>
                <a:lnTo>
                  <a:pt x="8325" y="2151"/>
                </a:lnTo>
                <a:lnTo>
                  <a:pt x="8323" y="2151"/>
                </a:lnTo>
                <a:lnTo>
                  <a:pt x="8322" y="2151"/>
                </a:lnTo>
                <a:lnTo>
                  <a:pt x="8322" y="2150"/>
                </a:lnTo>
                <a:lnTo>
                  <a:pt x="8319" y="2150"/>
                </a:lnTo>
                <a:lnTo>
                  <a:pt x="8319" y="2149"/>
                </a:lnTo>
                <a:lnTo>
                  <a:pt x="8318" y="2149"/>
                </a:lnTo>
                <a:lnTo>
                  <a:pt x="8317" y="2148"/>
                </a:lnTo>
                <a:lnTo>
                  <a:pt x="8317" y="2149"/>
                </a:lnTo>
                <a:lnTo>
                  <a:pt x="8316" y="2149"/>
                </a:lnTo>
                <a:lnTo>
                  <a:pt x="8315" y="2150"/>
                </a:lnTo>
                <a:lnTo>
                  <a:pt x="8314" y="2150"/>
                </a:lnTo>
                <a:lnTo>
                  <a:pt x="8314" y="2149"/>
                </a:lnTo>
                <a:lnTo>
                  <a:pt x="8313" y="2150"/>
                </a:lnTo>
                <a:lnTo>
                  <a:pt x="8312" y="2150"/>
                </a:lnTo>
                <a:lnTo>
                  <a:pt x="8292" y="2153"/>
                </a:lnTo>
                <a:lnTo>
                  <a:pt x="8264" y="2161"/>
                </a:lnTo>
                <a:lnTo>
                  <a:pt x="8259" y="2164"/>
                </a:lnTo>
                <a:lnTo>
                  <a:pt x="8255" y="2167"/>
                </a:lnTo>
                <a:lnTo>
                  <a:pt x="8258" y="2170"/>
                </a:lnTo>
                <a:lnTo>
                  <a:pt x="8259" y="2170"/>
                </a:lnTo>
                <a:lnTo>
                  <a:pt x="8260" y="2171"/>
                </a:lnTo>
                <a:lnTo>
                  <a:pt x="8261" y="2171"/>
                </a:lnTo>
                <a:lnTo>
                  <a:pt x="8263" y="2172"/>
                </a:lnTo>
                <a:lnTo>
                  <a:pt x="8266" y="2174"/>
                </a:lnTo>
                <a:lnTo>
                  <a:pt x="8268" y="2175"/>
                </a:lnTo>
                <a:lnTo>
                  <a:pt x="8269" y="2176"/>
                </a:lnTo>
                <a:lnTo>
                  <a:pt x="8269" y="2177"/>
                </a:lnTo>
                <a:lnTo>
                  <a:pt x="8269" y="2179"/>
                </a:lnTo>
                <a:lnTo>
                  <a:pt x="8269" y="2180"/>
                </a:lnTo>
                <a:lnTo>
                  <a:pt x="8270" y="2181"/>
                </a:lnTo>
                <a:lnTo>
                  <a:pt x="8270" y="2183"/>
                </a:lnTo>
                <a:lnTo>
                  <a:pt x="8271" y="2184"/>
                </a:lnTo>
                <a:lnTo>
                  <a:pt x="8271" y="2185"/>
                </a:lnTo>
                <a:lnTo>
                  <a:pt x="8272" y="2185"/>
                </a:lnTo>
                <a:lnTo>
                  <a:pt x="8272" y="2186"/>
                </a:lnTo>
                <a:lnTo>
                  <a:pt x="8272" y="2189"/>
                </a:lnTo>
                <a:lnTo>
                  <a:pt x="8272" y="2190"/>
                </a:lnTo>
                <a:lnTo>
                  <a:pt x="8273" y="2191"/>
                </a:lnTo>
                <a:lnTo>
                  <a:pt x="8273" y="2193"/>
                </a:lnTo>
                <a:lnTo>
                  <a:pt x="8273" y="2195"/>
                </a:lnTo>
                <a:lnTo>
                  <a:pt x="8273" y="2196"/>
                </a:lnTo>
                <a:lnTo>
                  <a:pt x="8273" y="2197"/>
                </a:lnTo>
                <a:lnTo>
                  <a:pt x="8273" y="2198"/>
                </a:lnTo>
                <a:lnTo>
                  <a:pt x="8274" y="2198"/>
                </a:lnTo>
                <a:lnTo>
                  <a:pt x="8274" y="2199"/>
                </a:lnTo>
                <a:lnTo>
                  <a:pt x="8275" y="2202"/>
                </a:lnTo>
                <a:lnTo>
                  <a:pt x="8276" y="2202"/>
                </a:lnTo>
                <a:lnTo>
                  <a:pt x="8276" y="2203"/>
                </a:lnTo>
                <a:lnTo>
                  <a:pt x="8276" y="2204"/>
                </a:lnTo>
                <a:lnTo>
                  <a:pt x="8276" y="2206"/>
                </a:lnTo>
                <a:lnTo>
                  <a:pt x="8277" y="2206"/>
                </a:lnTo>
                <a:lnTo>
                  <a:pt x="8278" y="2207"/>
                </a:lnTo>
                <a:lnTo>
                  <a:pt x="8279" y="2207"/>
                </a:lnTo>
                <a:lnTo>
                  <a:pt x="8280" y="2208"/>
                </a:lnTo>
                <a:lnTo>
                  <a:pt x="8281" y="2208"/>
                </a:lnTo>
                <a:lnTo>
                  <a:pt x="8282" y="2208"/>
                </a:lnTo>
                <a:lnTo>
                  <a:pt x="8282" y="2209"/>
                </a:lnTo>
                <a:lnTo>
                  <a:pt x="8282" y="2210"/>
                </a:lnTo>
                <a:lnTo>
                  <a:pt x="8283" y="2211"/>
                </a:lnTo>
                <a:lnTo>
                  <a:pt x="8283" y="2212"/>
                </a:lnTo>
                <a:lnTo>
                  <a:pt x="8284" y="2213"/>
                </a:lnTo>
                <a:lnTo>
                  <a:pt x="8284" y="2214"/>
                </a:lnTo>
                <a:lnTo>
                  <a:pt x="8285" y="2215"/>
                </a:lnTo>
                <a:lnTo>
                  <a:pt x="8286" y="2217"/>
                </a:lnTo>
                <a:lnTo>
                  <a:pt x="8287" y="2218"/>
                </a:lnTo>
                <a:lnTo>
                  <a:pt x="8289" y="2220"/>
                </a:lnTo>
                <a:lnTo>
                  <a:pt x="8289" y="2221"/>
                </a:lnTo>
                <a:lnTo>
                  <a:pt x="8290" y="2221"/>
                </a:lnTo>
                <a:lnTo>
                  <a:pt x="8291" y="2220"/>
                </a:lnTo>
                <a:lnTo>
                  <a:pt x="8292" y="2220"/>
                </a:lnTo>
                <a:lnTo>
                  <a:pt x="8292" y="2221"/>
                </a:lnTo>
                <a:lnTo>
                  <a:pt x="8293" y="2221"/>
                </a:lnTo>
                <a:lnTo>
                  <a:pt x="8295" y="2223"/>
                </a:lnTo>
                <a:lnTo>
                  <a:pt x="8296" y="2224"/>
                </a:lnTo>
                <a:lnTo>
                  <a:pt x="8297" y="2224"/>
                </a:lnTo>
                <a:lnTo>
                  <a:pt x="8298" y="2224"/>
                </a:lnTo>
                <a:lnTo>
                  <a:pt x="8298" y="2225"/>
                </a:lnTo>
                <a:lnTo>
                  <a:pt x="8300" y="2225"/>
                </a:lnTo>
                <a:lnTo>
                  <a:pt x="8301" y="2224"/>
                </a:lnTo>
                <a:lnTo>
                  <a:pt x="8302" y="2224"/>
                </a:lnTo>
                <a:lnTo>
                  <a:pt x="8302" y="2225"/>
                </a:lnTo>
                <a:lnTo>
                  <a:pt x="8304" y="2225"/>
                </a:lnTo>
                <a:lnTo>
                  <a:pt x="8306" y="2226"/>
                </a:lnTo>
                <a:lnTo>
                  <a:pt x="8306" y="2227"/>
                </a:lnTo>
                <a:lnTo>
                  <a:pt x="8306" y="2228"/>
                </a:lnTo>
                <a:lnTo>
                  <a:pt x="8307" y="2228"/>
                </a:lnTo>
                <a:lnTo>
                  <a:pt x="8307" y="2229"/>
                </a:lnTo>
                <a:lnTo>
                  <a:pt x="8308" y="2230"/>
                </a:lnTo>
                <a:lnTo>
                  <a:pt x="8309" y="2230"/>
                </a:lnTo>
                <a:lnTo>
                  <a:pt x="8309" y="2231"/>
                </a:lnTo>
                <a:lnTo>
                  <a:pt x="8310" y="2232"/>
                </a:lnTo>
                <a:lnTo>
                  <a:pt x="8311" y="2233"/>
                </a:lnTo>
                <a:lnTo>
                  <a:pt x="8311" y="2234"/>
                </a:lnTo>
                <a:lnTo>
                  <a:pt x="8312" y="2233"/>
                </a:lnTo>
                <a:lnTo>
                  <a:pt x="8313" y="2233"/>
                </a:lnTo>
                <a:lnTo>
                  <a:pt x="8314" y="2234"/>
                </a:lnTo>
                <a:lnTo>
                  <a:pt x="8314" y="2235"/>
                </a:lnTo>
                <a:lnTo>
                  <a:pt x="8313" y="2235"/>
                </a:lnTo>
                <a:lnTo>
                  <a:pt x="8312" y="2235"/>
                </a:lnTo>
                <a:lnTo>
                  <a:pt x="8312" y="2236"/>
                </a:lnTo>
                <a:lnTo>
                  <a:pt x="8312" y="2237"/>
                </a:lnTo>
                <a:lnTo>
                  <a:pt x="8313" y="2237"/>
                </a:lnTo>
                <a:lnTo>
                  <a:pt x="8314" y="2238"/>
                </a:lnTo>
                <a:lnTo>
                  <a:pt x="8315" y="2238"/>
                </a:lnTo>
                <a:lnTo>
                  <a:pt x="8316" y="2237"/>
                </a:lnTo>
                <a:lnTo>
                  <a:pt x="8316" y="2238"/>
                </a:lnTo>
                <a:lnTo>
                  <a:pt x="8315" y="2239"/>
                </a:lnTo>
                <a:lnTo>
                  <a:pt x="8316" y="2239"/>
                </a:lnTo>
                <a:lnTo>
                  <a:pt x="8316" y="2240"/>
                </a:lnTo>
                <a:lnTo>
                  <a:pt x="8317" y="2240"/>
                </a:lnTo>
                <a:lnTo>
                  <a:pt x="8317" y="2242"/>
                </a:lnTo>
                <a:lnTo>
                  <a:pt x="8317" y="2243"/>
                </a:lnTo>
                <a:lnTo>
                  <a:pt x="8317" y="2244"/>
                </a:lnTo>
                <a:lnTo>
                  <a:pt x="8316" y="2245"/>
                </a:lnTo>
                <a:lnTo>
                  <a:pt x="8315" y="2246"/>
                </a:lnTo>
                <a:lnTo>
                  <a:pt x="8315" y="2247"/>
                </a:lnTo>
                <a:lnTo>
                  <a:pt x="8315" y="2248"/>
                </a:lnTo>
                <a:lnTo>
                  <a:pt x="8315" y="2250"/>
                </a:lnTo>
                <a:lnTo>
                  <a:pt x="8316" y="2250"/>
                </a:lnTo>
                <a:lnTo>
                  <a:pt x="8317" y="2251"/>
                </a:lnTo>
                <a:lnTo>
                  <a:pt x="8317" y="2252"/>
                </a:lnTo>
                <a:lnTo>
                  <a:pt x="8316" y="2252"/>
                </a:lnTo>
                <a:lnTo>
                  <a:pt x="8315" y="2252"/>
                </a:lnTo>
                <a:lnTo>
                  <a:pt x="8314" y="2253"/>
                </a:lnTo>
                <a:lnTo>
                  <a:pt x="8315" y="2254"/>
                </a:lnTo>
                <a:lnTo>
                  <a:pt x="8315" y="2255"/>
                </a:lnTo>
                <a:lnTo>
                  <a:pt x="8314" y="2256"/>
                </a:lnTo>
                <a:lnTo>
                  <a:pt x="8313" y="2257"/>
                </a:lnTo>
                <a:lnTo>
                  <a:pt x="8313" y="2258"/>
                </a:lnTo>
                <a:lnTo>
                  <a:pt x="8313" y="2259"/>
                </a:lnTo>
                <a:lnTo>
                  <a:pt x="8312" y="2259"/>
                </a:lnTo>
                <a:lnTo>
                  <a:pt x="8311" y="2260"/>
                </a:lnTo>
                <a:lnTo>
                  <a:pt x="8310" y="2261"/>
                </a:lnTo>
                <a:lnTo>
                  <a:pt x="8309" y="2262"/>
                </a:lnTo>
                <a:lnTo>
                  <a:pt x="8310" y="2263"/>
                </a:lnTo>
                <a:lnTo>
                  <a:pt x="8311" y="2263"/>
                </a:lnTo>
                <a:lnTo>
                  <a:pt x="8311" y="2264"/>
                </a:lnTo>
                <a:lnTo>
                  <a:pt x="8311" y="2265"/>
                </a:lnTo>
                <a:lnTo>
                  <a:pt x="8311" y="2266"/>
                </a:lnTo>
                <a:lnTo>
                  <a:pt x="8311" y="2267"/>
                </a:lnTo>
                <a:lnTo>
                  <a:pt x="8311" y="2268"/>
                </a:lnTo>
                <a:lnTo>
                  <a:pt x="8311" y="2269"/>
                </a:lnTo>
                <a:lnTo>
                  <a:pt x="8311" y="2270"/>
                </a:lnTo>
                <a:lnTo>
                  <a:pt x="8312" y="2270"/>
                </a:lnTo>
                <a:lnTo>
                  <a:pt x="8313" y="2270"/>
                </a:lnTo>
                <a:lnTo>
                  <a:pt x="8313" y="2271"/>
                </a:lnTo>
                <a:lnTo>
                  <a:pt x="8312" y="2272"/>
                </a:lnTo>
                <a:lnTo>
                  <a:pt x="8311" y="2272"/>
                </a:lnTo>
                <a:lnTo>
                  <a:pt x="8310" y="2272"/>
                </a:lnTo>
                <a:lnTo>
                  <a:pt x="8310" y="2274"/>
                </a:lnTo>
                <a:lnTo>
                  <a:pt x="8309" y="2274"/>
                </a:lnTo>
                <a:lnTo>
                  <a:pt x="8310" y="2275"/>
                </a:lnTo>
                <a:lnTo>
                  <a:pt x="8310" y="2276"/>
                </a:lnTo>
                <a:lnTo>
                  <a:pt x="8309" y="2276"/>
                </a:lnTo>
                <a:lnTo>
                  <a:pt x="8309" y="2277"/>
                </a:lnTo>
                <a:lnTo>
                  <a:pt x="8309" y="2278"/>
                </a:lnTo>
                <a:lnTo>
                  <a:pt x="8309" y="2279"/>
                </a:lnTo>
                <a:lnTo>
                  <a:pt x="8309" y="2280"/>
                </a:lnTo>
                <a:lnTo>
                  <a:pt x="8308" y="2280"/>
                </a:lnTo>
                <a:lnTo>
                  <a:pt x="8307" y="2280"/>
                </a:lnTo>
                <a:lnTo>
                  <a:pt x="8306" y="2280"/>
                </a:lnTo>
                <a:lnTo>
                  <a:pt x="8306" y="2281"/>
                </a:lnTo>
                <a:lnTo>
                  <a:pt x="8305" y="2282"/>
                </a:lnTo>
                <a:lnTo>
                  <a:pt x="8304" y="2283"/>
                </a:lnTo>
                <a:lnTo>
                  <a:pt x="8304" y="2284"/>
                </a:lnTo>
                <a:lnTo>
                  <a:pt x="8304" y="2285"/>
                </a:lnTo>
                <a:lnTo>
                  <a:pt x="8304" y="2286"/>
                </a:lnTo>
                <a:lnTo>
                  <a:pt x="8303" y="2286"/>
                </a:lnTo>
                <a:lnTo>
                  <a:pt x="8303" y="2287"/>
                </a:lnTo>
                <a:lnTo>
                  <a:pt x="8302" y="2288"/>
                </a:lnTo>
                <a:lnTo>
                  <a:pt x="8301" y="2288"/>
                </a:lnTo>
                <a:lnTo>
                  <a:pt x="8300" y="2288"/>
                </a:lnTo>
                <a:lnTo>
                  <a:pt x="8299" y="2289"/>
                </a:lnTo>
                <a:lnTo>
                  <a:pt x="8298" y="2290"/>
                </a:lnTo>
                <a:lnTo>
                  <a:pt x="8299" y="2290"/>
                </a:lnTo>
                <a:lnTo>
                  <a:pt x="8299" y="2291"/>
                </a:lnTo>
                <a:lnTo>
                  <a:pt x="8299" y="2292"/>
                </a:lnTo>
                <a:lnTo>
                  <a:pt x="8298" y="2292"/>
                </a:lnTo>
                <a:lnTo>
                  <a:pt x="8298" y="2293"/>
                </a:lnTo>
                <a:lnTo>
                  <a:pt x="8297" y="2293"/>
                </a:lnTo>
                <a:lnTo>
                  <a:pt x="8297" y="2292"/>
                </a:lnTo>
                <a:lnTo>
                  <a:pt x="8296" y="2292"/>
                </a:lnTo>
                <a:lnTo>
                  <a:pt x="8295" y="2292"/>
                </a:lnTo>
                <a:lnTo>
                  <a:pt x="8294" y="2292"/>
                </a:lnTo>
                <a:lnTo>
                  <a:pt x="8294" y="2290"/>
                </a:lnTo>
                <a:lnTo>
                  <a:pt x="8295" y="2289"/>
                </a:lnTo>
                <a:lnTo>
                  <a:pt x="8296" y="2289"/>
                </a:lnTo>
                <a:lnTo>
                  <a:pt x="8296" y="2288"/>
                </a:lnTo>
                <a:lnTo>
                  <a:pt x="8296" y="2287"/>
                </a:lnTo>
                <a:lnTo>
                  <a:pt x="8295" y="2287"/>
                </a:lnTo>
                <a:lnTo>
                  <a:pt x="8295" y="2286"/>
                </a:lnTo>
                <a:lnTo>
                  <a:pt x="8294" y="2286"/>
                </a:lnTo>
                <a:lnTo>
                  <a:pt x="8293" y="2287"/>
                </a:lnTo>
                <a:lnTo>
                  <a:pt x="8292" y="2288"/>
                </a:lnTo>
                <a:lnTo>
                  <a:pt x="8292" y="2289"/>
                </a:lnTo>
                <a:lnTo>
                  <a:pt x="8292" y="2290"/>
                </a:lnTo>
                <a:lnTo>
                  <a:pt x="8293" y="2290"/>
                </a:lnTo>
                <a:lnTo>
                  <a:pt x="8292" y="2291"/>
                </a:lnTo>
                <a:lnTo>
                  <a:pt x="8291" y="2291"/>
                </a:lnTo>
                <a:lnTo>
                  <a:pt x="8291" y="2290"/>
                </a:lnTo>
                <a:lnTo>
                  <a:pt x="8290" y="2290"/>
                </a:lnTo>
                <a:lnTo>
                  <a:pt x="8290" y="2289"/>
                </a:lnTo>
                <a:lnTo>
                  <a:pt x="8290" y="2288"/>
                </a:lnTo>
                <a:lnTo>
                  <a:pt x="8288" y="2288"/>
                </a:lnTo>
                <a:lnTo>
                  <a:pt x="8287" y="2288"/>
                </a:lnTo>
                <a:lnTo>
                  <a:pt x="8287" y="2289"/>
                </a:lnTo>
                <a:lnTo>
                  <a:pt x="8286" y="2290"/>
                </a:lnTo>
                <a:lnTo>
                  <a:pt x="8285" y="2290"/>
                </a:lnTo>
                <a:lnTo>
                  <a:pt x="8285" y="2289"/>
                </a:lnTo>
                <a:lnTo>
                  <a:pt x="8286" y="2288"/>
                </a:lnTo>
                <a:lnTo>
                  <a:pt x="8285" y="2287"/>
                </a:lnTo>
                <a:lnTo>
                  <a:pt x="8285" y="2286"/>
                </a:lnTo>
                <a:lnTo>
                  <a:pt x="8285" y="2285"/>
                </a:lnTo>
                <a:lnTo>
                  <a:pt x="8285" y="2284"/>
                </a:lnTo>
                <a:lnTo>
                  <a:pt x="8284" y="2284"/>
                </a:lnTo>
                <a:lnTo>
                  <a:pt x="8283" y="2284"/>
                </a:lnTo>
                <a:lnTo>
                  <a:pt x="8283" y="2285"/>
                </a:lnTo>
                <a:lnTo>
                  <a:pt x="8282" y="2286"/>
                </a:lnTo>
                <a:lnTo>
                  <a:pt x="8282" y="2287"/>
                </a:lnTo>
                <a:lnTo>
                  <a:pt x="8281" y="2286"/>
                </a:lnTo>
                <a:lnTo>
                  <a:pt x="8281" y="2285"/>
                </a:lnTo>
                <a:lnTo>
                  <a:pt x="8281" y="2284"/>
                </a:lnTo>
                <a:lnTo>
                  <a:pt x="8281" y="2283"/>
                </a:lnTo>
                <a:lnTo>
                  <a:pt x="8280" y="2283"/>
                </a:lnTo>
                <a:lnTo>
                  <a:pt x="8279" y="2284"/>
                </a:lnTo>
                <a:lnTo>
                  <a:pt x="8278" y="2284"/>
                </a:lnTo>
                <a:lnTo>
                  <a:pt x="8278" y="2283"/>
                </a:lnTo>
                <a:lnTo>
                  <a:pt x="8278" y="2282"/>
                </a:lnTo>
                <a:lnTo>
                  <a:pt x="8279" y="2282"/>
                </a:lnTo>
                <a:lnTo>
                  <a:pt x="8279" y="2281"/>
                </a:lnTo>
                <a:lnTo>
                  <a:pt x="8280" y="2280"/>
                </a:lnTo>
                <a:lnTo>
                  <a:pt x="8279" y="2280"/>
                </a:lnTo>
                <a:lnTo>
                  <a:pt x="8278" y="2280"/>
                </a:lnTo>
                <a:lnTo>
                  <a:pt x="8277" y="2280"/>
                </a:lnTo>
                <a:lnTo>
                  <a:pt x="8277" y="2281"/>
                </a:lnTo>
                <a:lnTo>
                  <a:pt x="8277" y="2282"/>
                </a:lnTo>
                <a:lnTo>
                  <a:pt x="8277" y="2283"/>
                </a:lnTo>
                <a:lnTo>
                  <a:pt x="8277" y="2284"/>
                </a:lnTo>
                <a:lnTo>
                  <a:pt x="8277" y="2285"/>
                </a:lnTo>
                <a:lnTo>
                  <a:pt x="8277" y="2286"/>
                </a:lnTo>
                <a:lnTo>
                  <a:pt x="8276" y="2286"/>
                </a:lnTo>
                <a:lnTo>
                  <a:pt x="8276" y="2287"/>
                </a:lnTo>
                <a:lnTo>
                  <a:pt x="8275" y="2286"/>
                </a:lnTo>
                <a:lnTo>
                  <a:pt x="8275" y="2285"/>
                </a:lnTo>
                <a:lnTo>
                  <a:pt x="8275" y="2284"/>
                </a:lnTo>
                <a:lnTo>
                  <a:pt x="8274" y="2283"/>
                </a:lnTo>
                <a:lnTo>
                  <a:pt x="8272" y="2283"/>
                </a:lnTo>
                <a:lnTo>
                  <a:pt x="8271" y="2283"/>
                </a:lnTo>
                <a:lnTo>
                  <a:pt x="8270" y="2283"/>
                </a:lnTo>
                <a:lnTo>
                  <a:pt x="8269" y="2283"/>
                </a:lnTo>
                <a:lnTo>
                  <a:pt x="8269" y="2282"/>
                </a:lnTo>
                <a:lnTo>
                  <a:pt x="8270" y="2282"/>
                </a:lnTo>
                <a:lnTo>
                  <a:pt x="8270" y="2281"/>
                </a:lnTo>
                <a:lnTo>
                  <a:pt x="8269" y="2281"/>
                </a:lnTo>
                <a:lnTo>
                  <a:pt x="8269" y="2282"/>
                </a:lnTo>
                <a:lnTo>
                  <a:pt x="8268" y="2282"/>
                </a:lnTo>
                <a:lnTo>
                  <a:pt x="8268" y="2281"/>
                </a:lnTo>
                <a:lnTo>
                  <a:pt x="8268" y="2280"/>
                </a:lnTo>
                <a:lnTo>
                  <a:pt x="8267" y="2280"/>
                </a:lnTo>
                <a:lnTo>
                  <a:pt x="8267" y="2281"/>
                </a:lnTo>
                <a:lnTo>
                  <a:pt x="8267" y="2282"/>
                </a:lnTo>
                <a:lnTo>
                  <a:pt x="8267" y="2283"/>
                </a:lnTo>
                <a:lnTo>
                  <a:pt x="8267" y="2284"/>
                </a:lnTo>
                <a:lnTo>
                  <a:pt x="8266" y="2284"/>
                </a:lnTo>
                <a:lnTo>
                  <a:pt x="8265" y="2285"/>
                </a:lnTo>
                <a:lnTo>
                  <a:pt x="8265" y="2286"/>
                </a:lnTo>
                <a:lnTo>
                  <a:pt x="8265" y="2287"/>
                </a:lnTo>
                <a:lnTo>
                  <a:pt x="8264" y="2287"/>
                </a:lnTo>
                <a:lnTo>
                  <a:pt x="8264" y="2286"/>
                </a:lnTo>
                <a:lnTo>
                  <a:pt x="8263" y="2286"/>
                </a:lnTo>
                <a:lnTo>
                  <a:pt x="8262" y="2286"/>
                </a:lnTo>
                <a:lnTo>
                  <a:pt x="8262" y="2287"/>
                </a:lnTo>
                <a:lnTo>
                  <a:pt x="8261" y="2286"/>
                </a:lnTo>
                <a:lnTo>
                  <a:pt x="8261" y="2284"/>
                </a:lnTo>
                <a:lnTo>
                  <a:pt x="8260" y="2284"/>
                </a:lnTo>
                <a:lnTo>
                  <a:pt x="8259" y="2284"/>
                </a:lnTo>
                <a:lnTo>
                  <a:pt x="8259" y="2285"/>
                </a:lnTo>
                <a:lnTo>
                  <a:pt x="8259" y="2287"/>
                </a:lnTo>
                <a:lnTo>
                  <a:pt x="8259" y="2288"/>
                </a:lnTo>
                <a:lnTo>
                  <a:pt x="8259" y="2289"/>
                </a:lnTo>
                <a:lnTo>
                  <a:pt x="8260" y="2289"/>
                </a:lnTo>
                <a:lnTo>
                  <a:pt x="8260" y="2290"/>
                </a:lnTo>
                <a:lnTo>
                  <a:pt x="8259" y="2291"/>
                </a:lnTo>
                <a:lnTo>
                  <a:pt x="8260" y="2291"/>
                </a:lnTo>
                <a:lnTo>
                  <a:pt x="8261" y="2292"/>
                </a:lnTo>
                <a:lnTo>
                  <a:pt x="8261" y="2293"/>
                </a:lnTo>
                <a:lnTo>
                  <a:pt x="8260" y="2293"/>
                </a:lnTo>
                <a:lnTo>
                  <a:pt x="8259" y="2293"/>
                </a:lnTo>
                <a:lnTo>
                  <a:pt x="8258" y="2293"/>
                </a:lnTo>
                <a:lnTo>
                  <a:pt x="8257" y="2292"/>
                </a:lnTo>
                <a:lnTo>
                  <a:pt x="8257" y="2291"/>
                </a:lnTo>
                <a:lnTo>
                  <a:pt x="8257" y="2290"/>
                </a:lnTo>
                <a:lnTo>
                  <a:pt x="8256" y="2290"/>
                </a:lnTo>
                <a:lnTo>
                  <a:pt x="8255" y="2290"/>
                </a:lnTo>
                <a:lnTo>
                  <a:pt x="8255" y="2291"/>
                </a:lnTo>
                <a:lnTo>
                  <a:pt x="8254" y="2291"/>
                </a:lnTo>
                <a:lnTo>
                  <a:pt x="8254" y="2292"/>
                </a:lnTo>
                <a:lnTo>
                  <a:pt x="8254" y="2293"/>
                </a:lnTo>
                <a:lnTo>
                  <a:pt x="8255" y="2293"/>
                </a:lnTo>
                <a:lnTo>
                  <a:pt x="8254" y="2294"/>
                </a:lnTo>
                <a:lnTo>
                  <a:pt x="8253" y="2294"/>
                </a:lnTo>
                <a:lnTo>
                  <a:pt x="8252" y="2293"/>
                </a:lnTo>
                <a:lnTo>
                  <a:pt x="8252" y="2292"/>
                </a:lnTo>
                <a:lnTo>
                  <a:pt x="8251" y="2292"/>
                </a:lnTo>
                <a:lnTo>
                  <a:pt x="8251" y="2291"/>
                </a:lnTo>
                <a:lnTo>
                  <a:pt x="8250" y="2291"/>
                </a:lnTo>
                <a:lnTo>
                  <a:pt x="8249" y="2291"/>
                </a:lnTo>
                <a:lnTo>
                  <a:pt x="8249" y="2292"/>
                </a:lnTo>
                <a:lnTo>
                  <a:pt x="8248" y="2292"/>
                </a:lnTo>
                <a:lnTo>
                  <a:pt x="8248" y="2293"/>
                </a:lnTo>
                <a:lnTo>
                  <a:pt x="8248" y="2294"/>
                </a:lnTo>
                <a:lnTo>
                  <a:pt x="8249" y="2295"/>
                </a:lnTo>
                <a:lnTo>
                  <a:pt x="8248" y="2295"/>
                </a:lnTo>
                <a:lnTo>
                  <a:pt x="8247" y="2295"/>
                </a:lnTo>
                <a:lnTo>
                  <a:pt x="8247" y="2294"/>
                </a:lnTo>
                <a:lnTo>
                  <a:pt x="8247" y="2293"/>
                </a:lnTo>
                <a:lnTo>
                  <a:pt x="8246" y="2292"/>
                </a:lnTo>
                <a:lnTo>
                  <a:pt x="8245" y="2292"/>
                </a:lnTo>
                <a:lnTo>
                  <a:pt x="8245" y="2293"/>
                </a:lnTo>
                <a:lnTo>
                  <a:pt x="8244" y="2293"/>
                </a:lnTo>
                <a:lnTo>
                  <a:pt x="8243" y="2293"/>
                </a:lnTo>
                <a:lnTo>
                  <a:pt x="8242" y="2292"/>
                </a:lnTo>
                <a:lnTo>
                  <a:pt x="8240" y="2293"/>
                </a:lnTo>
                <a:lnTo>
                  <a:pt x="8239" y="2293"/>
                </a:lnTo>
                <a:lnTo>
                  <a:pt x="8239" y="2294"/>
                </a:lnTo>
                <a:lnTo>
                  <a:pt x="8238" y="2295"/>
                </a:lnTo>
                <a:lnTo>
                  <a:pt x="8237" y="2295"/>
                </a:lnTo>
                <a:lnTo>
                  <a:pt x="8236" y="2295"/>
                </a:lnTo>
                <a:lnTo>
                  <a:pt x="8236" y="2296"/>
                </a:lnTo>
                <a:lnTo>
                  <a:pt x="8235" y="2296"/>
                </a:lnTo>
                <a:lnTo>
                  <a:pt x="8234" y="2295"/>
                </a:lnTo>
                <a:lnTo>
                  <a:pt x="8233" y="2295"/>
                </a:lnTo>
                <a:lnTo>
                  <a:pt x="8232" y="2295"/>
                </a:lnTo>
                <a:lnTo>
                  <a:pt x="8232" y="2296"/>
                </a:lnTo>
                <a:lnTo>
                  <a:pt x="8231" y="2296"/>
                </a:lnTo>
                <a:lnTo>
                  <a:pt x="8231" y="2297"/>
                </a:lnTo>
                <a:lnTo>
                  <a:pt x="8231" y="2298"/>
                </a:lnTo>
                <a:lnTo>
                  <a:pt x="8230" y="2298"/>
                </a:lnTo>
                <a:lnTo>
                  <a:pt x="8230" y="2297"/>
                </a:lnTo>
                <a:lnTo>
                  <a:pt x="8229" y="2296"/>
                </a:lnTo>
                <a:lnTo>
                  <a:pt x="8228" y="2295"/>
                </a:lnTo>
                <a:lnTo>
                  <a:pt x="8227" y="2295"/>
                </a:lnTo>
                <a:lnTo>
                  <a:pt x="8227" y="2296"/>
                </a:lnTo>
                <a:lnTo>
                  <a:pt x="8227" y="2297"/>
                </a:lnTo>
                <a:lnTo>
                  <a:pt x="8227" y="2298"/>
                </a:lnTo>
                <a:lnTo>
                  <a:pt x="8228" y="2298"/>
                </a:lnTo>
                <a:lnTo>
                  <a:pt x="8229" y="2298"/>
                </a:lnTo>
                <a:lnTo>
                  <a:pt x="8229" y="2299"/>
                </a:lnTo>
                <a:lnTo>
                  <a:pt x="8229" y="2300"/>
                </a:lnTo>
                <a:lnTo>
                  <a:pt x="8228" y="2300"/>
                </a:lnTo>
                <a:lnTo>
                  <a:pt x="8227" y="2300"/>
                </a:lnTo>
                <a:lnTo>
                  <a:pt x="8226" y="2300"/>
                </a:lnTo>
                <a:lnTo>
                  <a:pt x="8224" y="2299"/>
                </a:lnTo>
                <a:lnTo>
                  <a:pt x="8223" y="2298"/>
                </a:lnTo>
                <a:lnTo>
                  <a:pt x="8223" y="2297"/>
                </a:lnTo>
                <a:lnTo>
                  <a:pt x="8222" y="2297"/>
                </a:lnTo>
                <a:lnTo>
                  <a:pt x="8222" y="2296"/>
                </a:lnTo>
                <a:lnTo>
                  <a:pt x="8221" y="2296"/>
                </a:lnTo>
                <a:lnTo>
                  <a:pt x="8220" y="2297"/>
                </a:lnTo>
                <a:lnTo>
                  <a:pt x="8219" y="2297"/>
                </a:lnTo>
                <a:lnTo>
                  <a:pt x="8219" y="2298"/>
                </a:lnTo>
                <a:lnTo>
                  <a:pt x="8218" y="2298"/>
                </a:lnTo>
                <a:lnTo>
                  <a:pt x="8217" y="2298"/>
                </a:lnTo>
                <a:lnTo>
                  <a:pt x="8215" y="2298"/>
                </a:lnTo>
                <a:lnTo>
                  <a:pt x="8214" y="2298"/>
                </a:lnTo>
                <a:lnTo>
                  <a:pt x="8213" y="2298"/>
                </a:lnTo>
                <a:lnTo>
                  <a:pt x="8212" y="2297"/>
                </a:lnTo>
                <a:lnTo>
                  <a:pt x="8210" y="2295"/>
                </a:lnTo>
                <a:lnTo>
                  <a:pt x="8209" y="2294"/>
                </a:lnTo>
                <a:lnTo>
                  <a:pt x="8209" y="2293"/>
                </a:lnTo>
                <a:lnTo>
                  <a:pt x="8209" y="2292"/>
                </a:lnTo>
                <a:lnTo>
                  <a:pt x="8209" y="2291"/>
                </a:lnTo>
                <a:lnTo>
                  <a:pt x="8209" y="2290"/>
                </a:lnTo>
                <a:lnTo>
                  <a:pt x="8208" y="2290"/>
                </a:lnTo>
                <a:lnTo>
                  <a:pt x="8207" y="2291"/>
                </a:lnTo>
                <a:lnTo>
                  <a:pt x="8207" y="2292"/>
                </a:lnTo>
                <a:lnTo>
                  <a:pt x="8206" y="2292"/>
                </a:lnTo>
                <a:lnTo>
                  <a:pt x="8205" y="2292"/>
                </a:lnTo>
                <a:lnTo>
                  <a:pt x="8204" y="2292"/>
                </a:lnTo>
                <a:lnTo>
                  <a:pt x="8203" y="2292"/>
                </a:lnTo>
                <a:lnTo>
                  <a:pt x="8203" y="2291"/>
                </a:lnTo>
                <a:lnTo>
                  <a:pt x="8202" y="2291"/>
                </a:lnTo>
                <a:lnTo>
                  <a:pt x="8201" y="2292"/>
                </a:lnTo>
                <a:lnTo>
                  <a:pt x="8200" y="2293"/>
                </a:lnTo>
                <a:lnTo>
                  <a:pt x="8199" y="2293"/>
                </a:lnTo>
                <a:lnTo>
                  <a:pt x="8199" y="2292"/>
                </a:lnTo>
                <a:lnTo>
                  <a:pt x="8198" y="2291"/>
                </a:lnTo>
                <a:lnTo>
                  <a:pt x="8197" y="2291"/>
                </a:lnTo>
                <a:lnTo>
                  <a:pt x="8197" y="2292"/>
                </a:lnTo>
                <a:lnTo>
                  <a:pt x="8197" y="2293"/>
                </a:lnTo>
                <a:lnTo>
                  <a:pt x="8197" y="2294"/>
                </a:lnTo>
                <a:lnTo>
                  <a:pt x="8198" y="2295"/>
                </a:lnTo>
                <a:lnTo>
                  <a:pt x="8197" y="2296"/>
                </a:lnTo>
                <a:lnTo>
                  <a:pt x="8196" y="2296"/>
                </a:lnTo>
                <a:lnTo>
                  <a:pt x="8195" y="2296"/>
                </a:lnTo>
                <a:lnTo>
                  <a:pt x="8194" y="2296"/>
                </a:lnTo>
                <a:lnTo>
                  <a:pt x="8193" y="2296"/>
                </a:lnTo>
                <a:lnTo>
                  <a:pt x="8192" y="2296"/>
                </a:lnTo>
                <a:lnTo>
                  <a:pt x="8191" y="2297"/>
                </a:lnTo>
                <a:lnTo>
                  <a:pt x="8191" y="2298"/>
                </a:lnTo>
                <a:lnTo>
                  <a:pt x="8190" y="2298"/>
                </a:lnTo>
                <a:lnTo>
                  <a:pt x="8189" y="2298"/>
                </a:lnTo>
                <a:lnTo>
                  <a:pt x="8189" y="2297"/>
                </a:lnTo>
                <a:lnTo>
                  <a:pt x="8188" y="2297"/>
                </a:lnTo>
                <a:lnTo>
                  <a:pt x="8188" y="2296"/>
                </a:lnTo>
                <a:lnTo>
                  <a:pt x="8188" y="2295"/>
                </a:lnTo>
                <a:lnTo>
                  <a:pt x="8187" y="2294"/>
                </a:lnTo>
                <a:lnTo>
                  <a:pt x="8185" y="2294"/>
                </a:lnTo>
                <a:lnTo>
                  <a:pt x="8184" y="2295"/>
                </a:lnTo>
                <a:lnTo>
                  <a:pt x="8183" y="2295"/>
                </a:lnTo>
                <a:lnTo>
                  <a:pt x="8182" y="2295"/>
                </a:lnTo>
                <a:lnTo>
                  <a:pt x="8181" y="2295"/>
                </a:lnTo>
                <a:lnTo>
                  <a:pt x="8181" y="2296"/>
                </a:lnTo>
                <a:lnTo>
                  <a:pt x="8182" y="2298"/>
                </a:lnTo>
                <a:lnTo>
                  <a:pt x="8182" y="2299"/>
                </a:lnTo>
                <a:lnTo>
                  <a:pt x="8181" y="2299"/>
                </a:lnTo>
                <a:lnTo>
                  <a:pt x="8180" y="2299"/>
                </a:lnTo>
                <a:lnTo>
                  <a:pt x="8179" y="2299"/>
                </a:lnTo>
                <a:lnTo>
                  <a:pt x="8178" y="2298"/>
                </a:lnTo>
                <a:lnTo>
                  <a:pt x="8177" y="2298"/>
                </a:lnTo>
                <a:lnTo>
                  <a:pt x="8176" y="2298"/>
                </a:lnTo>
                <a:lnTo>
                  <a:pt x="8175" y="2298"/>
                </a:lnTo>
                <a:lnTo>
                  <a:pt x="8175" y="2297"/>
                </a:lnTo>
                <a:lnTo>
                  <a:pt x="8174" y="2297"/>
                </a:lnTo>
                <a:lnTo>
                  <a:pt x="8173" y="2297"/>
                </a:lnTo>
                <a:lnTo>
                  <a:pt x="8172" y="2297"/>
                </a:lnTo>
                <a:lnTo>
                  <a:pt x="8172" y="2296"/>
                </a:lnTo>
                <a:lnTo>
                  <a:pt x="8171" y="2296"/>
                </a:lnTo>
                <a:lnTo>
                  <a:pt x="8171" y="2297"/>
                </a:lnTo>
                <a:lnTo>
                  <a:pt x="8170" y="2297"/>
                </a:lnTo>
                <a:lnTo>
                  <a:pt x="8169" y="2298"/>
                </a:lnTo>
                <a:lnTo>
                  <a:pt x="8169" y="2299"/>
                </a:lnTo>
                <a:lnTo>
                  <a:pt x="8167" y="2299"/>
                </a:lnTo>
                <a:lnTo>
                  <a:pt x="8166" y="2299"/>
                </a:lnTo>
                <a:lnTo>
                  <a:pt x="8165" y="2298"/>
                </a:lnTo>
                <a:lnTo>
                  <a:pt x="8165" y="2297"/>
                </a:lnTo>
                <a:lnTo>
                  <a:pt x="8167" y="2296"/>
                </a:lnTo>
                <a:lnTo>
                  <a:pt x="8168" y="2296"/>
                </a:lnTo>
                <a:lnTo>
                  <a:pt x="8168" y="2295"/>
                </a:lnTo>
                <a:lnTo>
                  <a:pt x="8169" y="2295"/>
                </a:lnTo>
                <a:lnTo>
                  <a:pt x="8169" y="2294"/>
                </a:lnTo>
                <a:lnTo>
                  <a:pt x="8169" y="2293"/>
                </a:lnTo>
                <a:lnTo>
                  <a:pt x="8169" y="2292"/>
                </a:lnTo>
                <a:lnTo>
                  <a:pt x="8168" y="2291"/>
                </a:lnTo>
                <a:lnTo>
                  <a:pt x="8167" y="2291"/>
                </a:lnTo>
                <a:lnTo>
                  <a:pt x="8166" y="2292"/>
                </a:lnTo>
                <a:lnTo>
                  <a:pt x="8165" y="2292"/>
                </a:lnTo>
                <a:lnTo>
                  <a:pt x="8165" y="2293"/>
                </a:lnTo>
                <a:lnTo>
                  <a:pt x="8164" y="2295"/>
                </a:lnTo>
                <a:lnTo>
                  <a:pt x="8163" y="2295"/>
                </a:lnTo>
                <a:lnTo>
                  <a:pt x="8162" y="2295"/>
                </a:lnTo>
                <a:lnTo>
                  <a:pt x="8162" y="2294"/>
                </a:lnTo>
                <a:lnTo>
                  <a:pt x="8161" y="2294"/>
                </a:lnTo>
                <a:lnTo>
                  <a:pt x="8161" y="2293"/>
                </a:lnTo>
                <a:lnTo>
                  <a:pt x="8161" y="2292"/>
                </a:lnTo>
                <a:lnTo>
                  <a:pt x="8162" y="2292"/>
                </a:lnTo>
                <a:lnTo>
                  <a:pt x="8162" y="2291"/>
                </a:lnTo>
                <a:lnTo>
                  <a:pt x="8161" y="2291"/>
                </a:lnTo>
                <a:lnTo>
                  <a:pt x="8160" y="2291"/>
                </a:lnTo>
                <a:lnTo>
                  <a:pt x="8159" y="2292"/>
                </a:lnTo>
                <a:lnTo>
                  <a:pt x="8158" y="2292"/>
                </a:lnTo>
                <a:lnTo>
                  <a:pt x="8157" y="2292"/>
                </a:lnTo>
                <a:lnTo>
                  <a:pt x="8157" y="2291"/>
                </a:lnTo>
                <a:lnTo>
                  <a:pt x="8157" y="2290"/>
                </a:lnTo>
                <a:lnTo>
                  <a:pt x="8156" y="2290"/>
                </a:lnTo>
                <a:lnTo>
                  <a:pt x="8155" y="2290"/>
                </a:lnTo>
                <a:lnTo>
                  <a:pt x="8155" y="2291"/>
                </a:lnTo>
                <a:lnTo>
                  <a:pt x="8154" y="2292"/>
                </a:lnTo>
                <a:lnTo>
                  <a:pt x="8153" y="2292"/>
                </a:lnTo>
                <a:lnTo>
                  <a:pt x="8152" y="2292"/>
                </a:lnTo>
                <a:lnTo>
                  <a:pt x="8152" y="2291"/>
                </a:lnTo>
                <a:lnTo>
                  <a:pt x="8151" y="2291"/>
                </a:lnTo>
                <a:lnTo>
                  <a:pt x="8151" y="2290"/>
                </a:lnTo>
                <a:lnTo>
                  <a:pt x="8151" y="2289"/>
                </a:lnTo>
                <a:lnTo>
                  <a:pt x="8150" y="2289"/>
                </a:lnTo>
                <a:lnTo>
                  <a:pt x="8149" y="2289"/>
                </a:lnTo>
                <a:lnTo>
                  <a:pt x="8149" y="2290"/>
                </a:lnTo>
                <a:lnTo>
                  <a:pt x="8149" y="2291"/>
                </a:lnTo>
                <a:lnTo>
                  <a:pt x="8148" y="2292"/>
                </a:lnTo>
                <a:lnTo>
                  <a:pt x="8148" y="2293"/>
                </a:lnTo>
                <a:lnTo>
                  <a:pt x="8147" y="2293"/>
                </a:lnTo>
                <a:lnTo>
                  <a:pt x="8146" y="2293"/>
                </a:lnTo>
                <a:lnTo>
                  <a:pt x="8146" y="2292"/>
                </a:lnTo>
                <a:lnTo>
                  <a:pt x="8147" y="2292"/>
                </a:lnTo>
                <a:lnTo>
                  <a:pt x="8147" y="2291"/>
                </a:lnTo>
                <a:lnTo>
                  <a:pt x="8146" y="2291"/>
                </a:lnTo>
                <a:lnTo>
                  <a:pt x="8146" y="2290"/>
                </a:lnTo>
                <a:lnTo>
                  <a:pt x="8145" y="2290"/>
                </a:lnTo>
                <a:lnTo>
                  <a:pt x="8145" y="2291"/>
                </a:lnTo>
                <a:lnTo>
                  <a:pt x="8144" y="2291"/>
                </a:lnTo>
                <a:lnTo>
                  <a:pt x="8143" y="2291"/>
                </a:lnTo>
                <a:lnTo>
                  <a:pt x="8143" y="2292"/>
                </a:lnTo>
                <a:lnTo>
                  <a:pt x="8142" y="2292"/>
                </a:lnTo>
                <a:lnTo>
                  <a:pt x="8141" y="2292"/>
                </a:lnTo>
                <a:lnTo>
                  <a:pt x="8141" y="2291"/>
                </a:lnTo>
                <a:lnTo>
                  <a:pt x="8140" y="2291"/>
                </a:lnTo>
                <a:lnTo>
                  <a:pt x="8140" y="2290"/>
                </a:lnTo>
                <a:lnTo>
                  <a:pt x="8140" y="2289"/>
                </a:lnTo>
                <a:lnTo>
                  <a:pt x="8141" y="2289"/>
                </a:lnTo>
                <a:lnTo>
                  <a:pt x="8142" y="2289"/>
                </a:lnTo>
                <a:lnTo>
                  <a:pt x="8143" y="2289"/>
                </a:lnTo>
                <a:lnTo>
                  <a:pt x="8143" y="2288"/>
                </a:lnTo>
                <a:lnTo>
                  <a:pt x="8142" y="2288"/>
                </a:lnTo>
                <a:lnTo>
                  <a:pt x="8142" y="2287"/>
                </a:lnTo>
                <a:lnTo>
                  <a:pt x="8142" y="2286"/>
                </a:lnTo>
                <a:lnTo>
                  <a:pt x="8143" y="2285"/>
                </a:lnTo>
                <a:lnTo>
                  <a:pt x="8144" y="2285"/>
                </a:lnTo>
                <a:lnTo>
                  <a:pt x="8145" y="2285"/>
                </a:lnTo>
                <a:lnTo>
                  <a:pt x="8145" y="2284"/>
                </a:lnTo>
                <a:lnTo>
                  <a:pt x="8145" y="2283"/>
                </a:lnTo>
                <a:lnTo>
                  <a:pt x="8144" y="2282"/>
                </a:lnTo>
                <a:lnTo>
                  <a:pt x="8145" y="2282"/>
                </a:lnTo>
                <a:lnTo>
                  <a:pt x="8145" y="2281"/>
                </a:lnTo>
                <a:lnTo>
                  <a:pt x="8146" y="2280"/>
                </a:lnTo>
                <a:lnTo>
                  <a:pt x="8148" y="2280"/>
                </a:lnTo>
                <a:lnTo>
                  <a:pt x="8149" y="2280"/>
                </a:lnTo>
                <a:lnTo>
                  <a:pt x="8150" y="2280"/>
                </a:lnTo>
                <a:lnTo>
                  <a:pt x="8150" y="2279"/>
                </a:lnTo>
                <a:lnTo>
                  <a:pt x="8150" y="2278"/>
                </a:lnTo>
                <a:lnTo>
                  <a:pt x="8149" y="2278"/>
                </a:lnTo>
                <a:lnTo>
                  <a:pt x="8149" y="2277"/>
                </a:lnTo>
                <a:lnTo>
                  <a:pt x="8147" y="2278"/>
                </a:lnTo>
                <a:lnTo>
                  <a:pt x="8146" y="2278"/>
                </a:lnTo>
                <a:lnTo>
                  <a:pt x="8144" y="2279"/>
                </a:lnTo>
                <a:lnTo>
                  <a:pt x="8143" y="2279"/>
                </a:lnTo>
                <a:lnTo>
                  <a:pt x="8142" y="2279"/>
                </a:lnTo>
                <a:lnTo>
                  <a:pt x="8141" y="2279"/>
                </a:lnTo>
                <a:lnTo>
                  <a:pt x="8141" y="2278"/>
                </a:lnTo>
                <a:lnTo>
                  <a:pt x="8140" y="2278"/>
                </a:lnTo>
                <a:lnTo>
                  <a:pt x="8140" y="2277"/>
                </a:lnTo>
                <a:lnTo>
                  <a:pt x="8141" y="2277"/>
                </a:lnTo>
                <a:lnTo>
                  <a:pt x="8141" y="2276"/>
                </a:lnTo>
                <a:lnTo>
                  <a:pt x="8140" y="2275"/>
                </a:lnTo>
                <a:lnTo>
                  <a:pt x="8140" y="2274"/>
                </a:lnTo>
                <a:lnTo>
                  <a:pt x="8139" y="2274"/>
                </a:lnTo>
                <a:lnTo>
                  <a:pt x="8138" y="2275"/>
                </a:lnTo>
                <a:lnTo>
                  <a:pt x="8137" y="2276"/>
                </a:lnTo>
                <a:lnTo>
                  <a:pt x="8136" y="2275"/>
                </a:lnTo>
                <a:lnTo>
                  <a:pt x="8135" y="2275"/>
                </a:lnTo>
                <a:lnTo>
                  <a:pt x="8134" y="2274"/>
                </a:lnTo>
                <a:lnTo>
                  <a:pt x="8135" y="2274"/>
                </a:lnTo>
                <a:lnTo>
                  <a:pt x="8136" y="2273"/>
                </a:lnTo>
                <a:lnTo>
                  <a:pt x="8136" y="2274"/>
                </a:lnTo>
                <a:lnTo>
                  <a:pt x="8136" y="2273"/>
                </a:lnTo>
                <a:lnTo>
                  <a:pt x="8137" y="2273"/>
                </a:lnTo>
                <a:lnTo>
                  <a:pt x="8137" y="2272"/>
                </a:lnTo>
                <a:lnTo>
                  <a:pt x="8137" y="2271"/>
                </a:lnTo>
                <a:lnTo>
                  <a:pt x="8136" y="2271"/>
                </a:lnTo>
                <a:lnTo>
                  <a:pt x="8136" y="2270"/>
                </a:lnTo>
                <a:lnTo>
                  <a:pt x="8135" y="2270"/>
                </a:lnTo>
                <a:lnTo>
                  <a:pt x="8134" y="2271"/>
                </a:lnTo>
                <a:lnTo>
                  <a:pt x="8133" y="2271"/>
                </a:lnTo>
                <a:lnTo>
                  <a:pt x="8132" y="2271"/>
                </a:lnTo>
                <a:lnTo>
                  <a:pt x="8131" y="2271"/>
                </a:lnTo>
                <a:lnTo>
                  <a:pt x="8131" y="2270"/>
                </a:lnTo>
                <a:lnTo>
                  <a:pt x="8131" y="2269"/>
                </a:lnTo>
                <a:lnTo>
                  <a:pt x="8130" y="2269"/>
                </a:lnTo>
                <a:lnTo>
                  <a:pt x="8129" y="2268"/>
                </a:lnTo>
                <a:lnTo>
                  <a:pt x="8128" y="2268"/>
                </a:lnTo>
                <a:lnTo>
                  <a:pt x="8127" y="2268"/>
                </a:lnTo>
                <a:lnTo>
                  <a:pt x="8126" y="2268"/>
                </a:lnTo>
                <a:lnTo>
                  <a:pt x="8125" y="2267"/>
                </a:lnTo>
                <a:lnTo>
                  <a:pt x="8124" y="2267"/>
                </a:lnTo>
                <a:lnTo>
                  <a:pt x="8125" y="2266"/>
                </a:lnTo>
                <a:lnTo>
                  <a:pt x="8125" y="2265"/>
                </a:lnTo>
                <a:lnTo>
                  <a:pt x="8125" y="2264"/>
                </a:lnTo>
                <a:lnTo>
                  <a:pt x="8125" y="2263"/>
                </a:lnTo>
                <a:lnTo>
                  <a:pt x="8126" y="2262"/>
                </a:lnTo>
                <a:lnTo>
                  <a:pt x="8127" y="2263"/>
                </a:lnTo>
                <a:lnTo>
                  <a:pt x="8128" y="2263"/>
                </a:lnTo>
                <a:lnTo>
                  <a:pt x="8129" y="2263"/>
                </a:lnTo>
                <a:lnTo>
                  <a:pt x="8130" y="2262"/>
                </a:lnTo>
                <a:lnTo>
                  <a:pt x="8130" y="2261"/>
                </a:lnTo>
                <a:lnTo>
                  <a:pt x="8130" y="2260"/>
                </a:lnTo>
                <a:lnTo>
                  <a:pt x="8130" y="2259"/>
                </a:lnTo>
                <a:lnTo>
                  <a:pt x="8129" y="2259"/>
                </a:lnTo>
                <a:lnTo>
                  <a:pt x="8129" y="2260"/>
                </a:lnTo>
                <a:lnTo>
                  <a:pt x="8128" y="2260"/>
                </a:lnTo>
                <a:lnTo>
                  <a:pt x="8127" y="2260"/>
                </a:lnTo>
                <a:lnTo>
                  <a:pt x="8126" y="2260"/>
                </a:lnTo>
                <a:lnTo>
                  <a:pt x="8125" y="2259"/>
                </a:lnTo>
                <a:lnTo>
                  <a:pt x="8126" y="2258"/>
                </a:lnTo>
                <a:lnTo>
                  <a:pt x="8125" y="2257"/>
                </a:lnTo>
                <a:lnTo>
                  <a:pt x="8124" y="2257"/>
                </a:lnTo>
                <a:lnTo>
                  <a:pt x="8124" y="2256"/>
                </a:lnTo>
                <a:lnTo>
                  <a:pt x="8124" y="2255"/>
                </a:lnTo>
                <a:lnTo>
                  <a:pt x="8124" y="2254"/>
                </a:lnTo>
                <a:lnTo>
                  <a:pt x="8124" y="2253"/>
                </a:lnTo>
                <a:lnTo>
                  <a:pt x="8123" y="2252"/>
                </a:lnTo>
                <a:lnTo>
                  <a:pt x="8122" y="2253"/>
                </a:lnTo>
                <a:lnTo>
                  <a:pt x="8120" y="2254"/>
                </a:lnTo>
                <a:lnTo>
                  <a:pt x="8119" y="2254"/>
                </a:lnTo>
                <a:lnTo>
                  <a:pt x="8118" y="2254"/>
                </a:lnTo>
                <a:lnTo>
                  <a:pt x="8117" y="2253"/>
                </a:lnTo>
                <a:lnTo>
                  <a:pt x="8116" y="2253"/>
                </a:lnTo>
                <a:lnTo>
                  <a:pt x="8117" y="2252"/>
                </a:lnTo>
                <a:lnTo>
                  <a:pt x="8117" y="2251"/>
                </a:lnTo>
                <a:lnTo>
                  <a:pt x="8117" y="2250"/>
                </a:lnTo>
                <a:lnTo>
                  <a:pt x="8116" y="2250"/>
                </a:lnTo>
                <a:lnTo>
                  <a:pt x="8115" y="2250"/>
                </a:lnTo>
                <a:lnTo>
                  <a:pt x="8113" y="2250"/>
                </a:lnTo>
                <a:lnTo>
                  <a:pt x="8112" y="2250"/>
                </a:lnTo>
                <a:lnTo>
                  <a:pt x="8112" y="2249"/>
                </a:lnTo>
                <a:lnTo>
                  <a:pt x="8112" y="2248"/>
                </a:lnTo>
                <a:lnTo>
                  <a:pt x="8111" y="2248"/>
                </a:lnTo>
                <a:lnTo>
                  <a:pt x="8109" y="2249"/>
                </a:lnTo>
                <a:lnTo>
                  <a:pt x="8108" y="2249"/>
                </a:lnTo>
                <a:lnTo>
                  <a:pt x="8107" y="2249"/>
                </a:lnTo>
                <a:lnTo>
                  <a:pt x="8107" y="2250"/>
                </a:lnTo>
                <a:lnTo>
                  <a:pt x="8106" y="2250"/>
                </a:lnTo>
                <a:lnTo>
                  <a:pt x="8106" y="2251"/>
                </a:lnTo>
                <a:lnTo>
                  <a:pt x="8106" y="2250"/>
                </a:lnTo>
                <a:lnTo>
                  <a:pt x="8105" y="2250"/>
                </a:lnTo>
                <a:lnTo>
                  <a:pt x="8105" y="2249"/>
                </a:lnTo>
                <a:lnTo>
                  <a:pt x="8104" y="2248"/>
                </a:lnTo>
                <a:lnTo>
                  <a:pt x="8105" y="2248"/>
                </a:lnTo>
                <a:lnTo>
                  <a:pt x="8105" y="2247"/>
                </a:lnTo>
                <a:lnTo>
                  <a:pt x="8106" y="2247"/>
                </a:lnTo>
                <a:lnTo>
                  <a:pt x="8107" y="2247"/>
                </a:lnTo>
                <a:lnTo>
                  <a:pt x="8107" y="2246"/>
                </a:lnTo>
                <a:lnTo>
                  <a:pt x="8106" y="2244"/>
                </a:lnTo>
                <a:lnTo>
                  <a:pt x="8106" y="2243"/>
                </a:lnTo>
                <a:lnTo>
                  <a:pt x="8105" y="2243"/>
                </a:lnTo>
                <a:lnTo>
                  <a:pt x="8103" y="2242"/>
                </a:lnTo>
                <a:lnTo>
                  <a:pt x="8103" y="2243"/>
                </a:lnTo>
                <a:lnTo>
                  <a:pt x="8102" y="2243"/>
                </a:lnTo>
                <a:lnTo>
                  <a:pt x="8102" y="2244"/>
                </a:lnTo>
                <a:lnTo>
                  <a:pt x="8101" y="2245"/>
                </a:lnTo>
                <a:lnTo>
                  <a:pt x="8101" y="2246"/>
                </a:lnTo>
                <a:lnTo>
                  <a:pt x="8100" y="2246"/>
                </a:lnTo>
                <a:lnTo>
                  <a:pt x="8100" y="2247"/>
                </a:lnTo>
                <a:lnTo>
                  <a:pt x="8099" y="2247"/>
                </a:lnTo>
                <a:lnTo>
                  <a:pt x="8098" y="2248"/>
                </a:lnTo>
                <a:lnTo>
                  <a:pt x="8097" y="2248"/>
                </a:lnTo>
                <a:lnTo>
                  <a:pt x="8097" y="2249"/>
                </a:lnTo>
                <a:lnTo>
                  <a:pt x="8096" y="2250"/>
                </a:lnTo>
                <a:lnTo>
                  <a:pt x="8095" y="2252"/>
                </a:lnTo>
                <a:lnTo>
                  <a:pt x="8095" y="2255"/>
                </a:lnTo>
                <a:lnTo>
                  <a:pt x="8094" y="2255"/>
                </a:lnTo>
                <a:lnTo>
                  <a:pt x="8094" y="2256"/>
                </a:lnTo>
                <a:lnTo>
                  <a:pt x="8094" y="2258"/>
                </a:lnTo>
                <a:lnTo>
                  <a:pt x="8094" y="2259"/>
                </a:lnTo>
                <a:lnTo>
                  <a:pt x="8094" y="2260"/>
                </a:lnTo>
                <a:lnTo>
                  <a:pt x="8094" y="2261"/>
                </a:lnTo>
                <a:lnTo>
                  <a:pt x="8094" y="2263"/>
                </a:lnTo>
                <a:lnTo>
                  <a:pt x="8094" y="2264"/>
                </a:lnTo>
                <a:lnTo>
                  <a:pt x="8093" y="2264"/>
                </a:lnTo>
                <a:lnTo>
                  <a:pt x="8092" y="2264"/>
                </a:lnTo>
                <a:lnTo>
                  <a:pt x="8092" y="2263"/>
                </a:lnTo>
                <a:lnTo>
                  <a:pt x="8091" y="2263"/>
                </a:lnTo>
                <a:lnTo>
                  <a:pt x="8091" y="2262"/>
                </a:lnTo>
                <a:lnTo>
                  <a:pt x="8091" y="2261"/>
                </a:lnTo>
                <a:lnTo>
                  <a:pt x="8090" y="2260"/>
                </a:lnTo>
                <a:lnTo>
                  <a:pt x="8089" y="2260"/>
                </a:lnTo>
                <a:lnTo>
                  <a:pt x="8088" y="2259"/>
                </a:lnTo>
                <a:lnTo>
                  <a:pt x="8088" y="2260"/>
                </a:lnTo>
                <a:lnTo>
                  <a:pt x="8087" y="2261"/>
                </a:lnTo>
                <a:lnTo>
                  <a:pt x="8087" y="2262"/>
                </a:lnTo>
                <a:lnTo>
                  <a:pt x="8087" y="2263"/>
                </a:lnTo>
                <a:lnTo>
                  <a:pt x="8087" y="2264"/>
                </a:lnTo>
                <a:lnTo>
                  <a:pt x="8087" y="2265"/>
                </a:lnTo>
                <a:lnTo>
                  <a:pt x="8088" y="2265"/>
                </a:lnTo>
                <a:lnTo>
                  <a:pt x="8088" y="2267"/>
                </a:lnTo>
                <a:lnTo>
                  <a:pt x="8087" y="2267"/>
                </a:lnTo>
                <a:lnTo>
                  <a:pt x="8088" y="2268"/>
                </a:lnTo>
                <a:lnTo>
                  <a:pt x="8089" y="2269"/>
                </a:lnTo>
                <a:lnTo>
                  <a:pt x="8089" y="2270"/>
                </a:lnTo>
                <a:lnTo>
                  <a:pt x="8089" y="2271"/>
                </a:lnTo>
                <a:lnTo>
                  <a:pt x="8088" y="2271"/>
                </a:lnTo>
                <a:lnTo>
                  <a:pt x="8087" y="2271"/>
                </a:lnTo>
                <a:lnTo>
                  <a:pt x="8086" y="2271"/>
                </a:lnTo>
                <a:lnTo>
                  <a:pt x="8085" y="2271"/>
                </a:lnTo>
                <a:lnTo>
                  <a:pt x="8085" y="2270"/>
                </a:lnTo>
                <a:lnTo>
                  <a:pt x="8085" y="2269"/>
                </a:lnTo>
                <a:lnTo>
                  <a:pt x="8084" y="2268"/>
                </a:lnTo>
                <a:lnTo>
                  <a:pt x="8084" y="2267"/>
                </a:lnTo>
                <a:lnTo>
                  <a:pt x="8083" y="2267"/>
                </a:lnTo>
                <a:lnTo>
                  <a:pt x="8082" y="2266"/>
                </a:lnTo>
                <a:lnTo>
                  <a:pt x="8081" y="2265"/>
                </a:lnTo>
                <a:lnTo>
                  <a:pt x="8081" y="2266"/>
                </a:lnTo>
                <a:lnTo>
                  <a:pt x="8080" y="2265"/>
                </a:lnTo>
                <a:lnTo>
                  <a:pt x="8079" y="2265"/>
                </a:lnTo>
                <a:lnTo>
                  <a:pt x="8078" y="2264"/>
                </a:lnTo>
                <a:lnTo>
                  <a:pt x="8077" y="2264"/>
                </a:lnTo>
                <a:lnTo>
                  <a:pt x="8075" y="2263"/>
                </a:lnTo>
                <a:lnTo>
                  <a:pt x="8073" y="2263"/>
                </a:lnTo>
                <a:lnTo>
                  <a:pt x="8072" y="2263"/>
                </a:lnTo>
                <a:lnTo>
                  <a:pt x="8071" y="2265"/>
                </a:lnTo>
                <a:lnTo>
                  <a:pt x="8072" y="2265"/>
                </a:lnTo>
                <a:lnTo>
                  <a:pt x="8072" y="2266"/>
                </a:lnTo>
                <a:lnTo>
                  <a:pt x="8072" y="2265"/>
                </a:lnTo>
                <a:lnTo>
                  <a:pt x="8073" y="2265"/>
                </a:lnTo>
                <a:lnTo>
                  <a:pt x="8073" y="2266"/>
                </a:lnTo>
                <a:lnTo>
                  <a:pt x="8074" y="2266"/>
                </a:lnTo>
                <a:lnTo>
                  <a:pt x="8076" y="2266"/>
                </a:lnTo>
                <a:lnTo>
                  <a:pt x="8077" y="2266"/>
                </a:lnTo>
                <a:lnTo>
                  <a:pt x="8078" y="2267"/>
                </a:lnTo>
                <a:lnTo>
                  <a:pt x="8079" y="2267"/>
                </a:lnTo>
                <a:lnTo>
                  <a:pt x="8079" y="2268"/>
                </a:lnTo>
                <a:lnTo>
                  <a:pt x="8079" y="2269"/>
                </a:lnTo>
                <a:lnTo>
                  <a:pt x="8078" y="2270"/>
                </a:lnTo>
                <a:lnTo>
                  <a:pt x="8078" y="2271"/>
                </a:lnTo>
                <a:lnTo>
                  <a:pt x="8076" y="2274"/>
                </a:lnTo>
                <a:lnTo>
                  <a:pt x="8076" y="2275"/>
                </a:lnTo>
                <a:lnTo>
                  <a:pt x="8075" y="2276"/>
                </a:lnTo>
                <a:lnTo>
                  <a:pt x="8074" y="2276"/>
                </a:lnTo>
                <a:lnTo>
                  <a:pt x="8073" y="2277"/>
                </a:lnTo>
                <a:lnTo>
                  <a:pt x="8074" y="2277"/>
                </a:lnTo>
                <a:lnTo>
                  <a:pt x="8075" y="2277"/>
                </a:lnTo>
                <a:lnTo>
                  <a:pt x="8075" y="2278"/>
                </a:lnTo>
                <a:lnTo>
                  <a:pt x="8076" y="2279"/>
                </a:lnTo>
                <a:lnTo>
                  <a:pt x="8075" y="2280"/>
                </a:lnTo>
                <a:lnTo>
                  <a:pt x="8075" y="2281"/>
                </a:lnTo>
                <a:lnTo>
                  <a:pt x="8074" y="2281"/>
                </a:lnTo>
                <a:lnTo>
                  <a:pt x="8073" y="2281"/>
                </a:lnTo>
                <a:lnTo>
                  <a:pt x="8072" y="2281"/>
                </a:lnTo>
                <a:lnTo>
                  <a:pt x="8071" y="2281"/>
                </a:lnTo>
                <a:lnTo>
                  <a:pt x="8071" y="2282"/>
                </a:lnTo>
                <a:lnTo>
                  <a:pt x="8071" y="2283"/>
                </a:lnTo>
                <a:lnTo>
                  <a:pt x="8070" y="2284"/>
                </a:lnTo>
                <a:lnTo>
                  <a:pt x="8068" y="2284"/>
                </a:lnTo>
                <a:lnTo>
                  <a:pt x="8067" y="2284"/>
                </a:lnTo>
                <a:lnTo>
                  <a:pt x="8067" y="2283"/>
                </a:lnTo>
                <a:lnTo>
                  <a:pt x="8066" y="2283"/>
                </a:lnTo>
                <a:lnTo>
                  <a:pt x="8065" y="2282"/>
                </a:lnTo>
                <a:lnTo>
                  <a:pt x="8064" y="2282"/>
                </a:lnTo>
                <a:lnTo>
                  <a:pt x="8063" y="2282"/>
                </a:lnTo>
                <a:lnTo>
                  <a:pt x="8063" y="2283"/>
                </a:lnTo>
                <a:lnTo>
                  <a:pt x="8063" y="2284"/>
                </a:lnTo>
                <a:lnTo>
                  <a:pt x="8064" y="2285"/>
                </a:lnTo>
                <a:lnTo>
                  <a:pt x="8064" y="2286"/>
                </a:lnTo>
                <a:lnTo>
                  <a:pt x="8065" y="2286"/>
                </a:lnTo>
                <a:lnTo>
                  <a:pt x="8065" y="2287"/>
                </a:lnTo>
                <a:lnTo>
                  <a:pt x="8064" y="2288"/>
                </a:lnTo>
                <a:lnTo>
                  <a:pt x="8063" y="2290"/>
                </a:lnTo>
                <a:lnTo>
                  <a:pt x="8062" y="2291"/>
                </a:lnTo>
                <a:lnTo>
                  <a:pt x="8062" y="2292"/>
                </a:lnTo>
                <a:lnTo>
                  <a:pt x="8063" y="2292"/>
                </a:lnTo>
                <a:lnTo>
                  <a:pt x="8063" y="2293"/>
                </a:lnTo>
                <a:lnTo>
                  <a:pt x="8062" y="2294"/>
                </a:lnTo>
                <a:lnTo>
                  <a:pt x="8061" y="2294"/>
                </a:lnTo>
                <a:lnTo>
                  <a:pt x="8060" y="2294"/>
                </a:lnTo>
                <a:lnTo>
                  <a:pt x="8059" y="2294"/>
                </a:lnTo>
                <a:lnTo>
                  <a:pt x="8059" y="2295"/>
                </a:lnTo>
                <a:lnTo>
                  <a:pt x="8060" y="2297"/>
                </a:lnTo>
                <a:lnTo>
                  <a:pt x="8060" y="2298"/>
                </a:lnTo>
                <a:lnTo>
                  <a:pt x="8061" y="2299"/>
                </a:lnTo>
                <a:lnTo>
                  <a:pt x="8062" y="2300"/>
                </a:lnTo>
                <a:lnTo>
                  <a:pt x="8063" y="2300"/>
                </a:lnTo>
                <a:lnTo>
                  <a:pt x="8064" y="2302"/>
                </a:lnTo>
                <a:lnTo>
                  <a:pt x="8065" y="2303"/>
                </a:lnTo>
                <a:lnTo>
                  <a:pt x="8065" y="2304"/>
                </a:lnTo>
                <a:lnTo>
                  <a:pt x="8065" y="2305"/>
                </a:lnTo>
                <a:lnTo>
                  <a:pt x="8065" y="2306"/>
                </a:lnTo>
                <a:lnTo>
                  <a:pt x="8065" y="2307"/>
                </a:lnTo>
                <a:lnTo>
                  <a:pt x="8064" y="2307"/>
                </a:lnTo>
                <a:lnTo>
                  <a:pt x="8063" y="2308"/>
                </a:lnTo>
                <a:lnTo>
                  <a:pt x="8063" y="2309"/>
                </a:lnTo>
                <a:lnTo>
                  <a:pt x="8063" y="2310"/>
                </a:lnTo>
                <a:lnTo>
                  <a:pt x="8063" y="2311"/>
                </a:lnTo>
                <a:lnTo>
                  <a:pt x="8063" y="2312"/>
                </a:lnTo>
                <a:lnTo>
                  <a:pt x="8063" y="2313"/>
                </a:lnTo>
                <a:lnTo>
                  <a:pt x="8063" y="2314"/>
                </a:lnTo>
                <a:lnTo>
                  <a:pt x="8063" y="2315"/>
                </a:lnTo>
                <a:lnTo>
                  <a:pt x="8063" y="2316"/>
                </a:lnTo>
                <a:lnTo>
                  <a:pt x="8062" y="2317"/>
                </a:lnTo>
                <a:lnTo>
                  <a:pt x="8062" y="2318"/>
                </a:lnTo>
                <a:lnTo>
                  <a:pt x="8062" y="2319"/>
                </a:lnTo>
                <a:lnTo>
                  <a:pt x="8063" y="2319"/>
                </a:lnTo>
                <a:lnTo>
                  <a:pt x="8063" y="2320"/>
                </a:lnTo>
                <a:lnTo>
                  <a:pt x="8063" y="2321"/>
                </a:lnTo>
                <a:lnTo>
                  <a:pt x="8062" y="2322"/>
                </a:lnTo>
                <a:lnTo>
                  <a:pt x="8061" y="2323"/>
                </a:lnTo>
                <a:lnTo>
                  <a:pt x="8060" y="2324"/>
                </a:lnTo>
                <a:lnTo>
                  <a:pt x="8060" y="2326"/>
                </a:lnTo>
                <a:lnTo>
                  <a:pt x="8060" y="2327"/>
                </a:lnTo>
                <a:lnTo>
                  <a:pt x="8060" y="2328"/>
                </a:lnTo>
                <a:lnTo>
                  <a:pt x="8060" y="2329"/>
                </a:lnTo>
                <a:lnTo>
                  <a:pt x="8059" y="2330"/>
                </a:lnTo>
                <a:lnTo>
                  <a:pt x="8059" y="2331"/>
                </a:lnTo>
                <a:lnTo>
                  <a:pt x="8058" y="2331"/>
                </a:lnTo>
                <a:lnTo>
                  <a:pt x="8058" y="2332"/>
                </a:lnTo>
                <a:lnTo>
                  <a:pt x="8059" y="2332"/>
                </a:lnTo>
                <a:lnTo>
                  <a:pt x="8060" y="2332"/>
                </a:lnTo>
                <a:lnTo>
                  <a:pt x="8061" y="2332"/>
                </a:lnTo>
                <a:lnTo>
                  <a:pt x="8061" y="2333"/>
                </a:lnTo>
                <a:lnTo>
                  <a:pt x="8060" y="2334"/>
                </a:lnTo>
                <a:lnTo>
                  <a:pt x="8060" y="2335"/>
                </a:lnTo>
                <a:lnTo>
                  <a:pt x="8060" y="2336"/>
                </a:lnTo>
                <a:lnTo>
                  <a:pt x="8060" y="2337"/>
                </a:lnTo>
                <a:lnTo>
                  <a:pt x="8060" y="2338"/>
                </a:lnTo>
                <a:lnTo>
                  <a:pt x="8060" y="2339"/>
                </a:lnTo>
                <a:lnTo>
                  <a:pt x="8060" y="2340"/>
                </a:lnTo>
                <a:lnTo>
                  <a:pt x="8061" y="2340"/>
                </a:lnTo>
                <a:lnTo>
                  <a:pt x="8061" y="2339"/>
                </a:lnTo>
                <a:lnTo>
                  <a:pt x="8062" y="2338"/>
                </a:lnTo>
                <a:lnTo>
                  <a:pt x="8063" y="2339"/>
                </a:lnTo>
                <a:lnTo>
                  <a:pt x="8062" y="2340"/>
                </a:lnTo>
                <a:lnTo>
                  <a:pt x="8061" y="2341"/>
                </a:lnTo>
                <a:lnTo>
                  <a:pt x="8061" y="2342"/>
                </a:lnTo>
                <a:lnTo>
                  <a:pt x="8062" y="2342"/>
                </a:lnTo>
                <a:lnTo>
                  <a:pt x="8061" y="2343"/>
                </a:lnTo>
                <a:lnTo>
                  <a:pt x="8062" y="2343"/>
                </a:lnTo>
                <a:lnTo>
                  <a:pt x="8063" y="2344"/>
                </a:lnTo>
                <a:lnTo>
                  <a:pt x="8064" y="2344"/>
                </a:lnTo>
                <a:lnTo>
                  <a:pt x="8065" y="2344"/>
                </a:lnTo>
                <a:lnTo>
                  <a:pt x="8065" y="2345"/>
                </a:lnTo>
                <a:lnTo>
                  <a:pt x="8065" y="2346"/>
                </a:lnTo>
                <a:lnTo>
                  <a:pt x="8065" y="2347"/>
                </a:lnTo>
                <a:lnTo>
                  <a:pt x="8065" y="2348"/>
                </a:lnTo>
                <a:lnTo>
                  <a:pt x="8065" y="2349"/>
                </a:lnTo>
                <a:lnTo>
                  <a:pt x="8064" y="2349"/>
                </a:lnTo>
                <a:lnTo>
                  <a:pt x="8063" y="2350"/>
                </a:lnTo>
                <a:lnTo>
                  <a:pt x="8062" y="2350"/>
                </a:lnTo>
                <a:lnTo>
                  <a:pt x="8061" y="2350"/>
                </a:lnTo>
                <a:lnTo>
                  <a:pt x="8060" y="2350"/>
                </a:lnTo>
                <a:lnTo>
                  <a:pt x="8059" y="2351"/>
                </a:lnTo>
                <a:lnTo>
                  <a:pt x="8058" y="2351"/>
                </a:lnTo>
                <a:lnTo>
                  <a:pt x="8057" y="2351"/>
                </a:lnTo>
                <a:lnTo>
                  <a:pt x="8057" y="2350"/>
                </a:lnTo>
                <a:lnTo>
                  <a:pt x="8058" y="2349"/>
                </a:lnTo>
                <a:lnTo>
                  <a:pt x="8059" y="2349"/>
                </a:lnTo>
                <a:lnTo>
                  <a:pt x="8060" y="2349"/>
                </a:lnTo>
                <a:lnTo>
                  <a:pt x="8061" y="2348"/>
                </a:lnTo>
                <a:lnTo>
                  <a:pt x="8061" y="2347"/>
                </a:lnTo>
                <a:lnTo>
                  <a:pt x="8061" y="2346"/>
                </a:lnTo>
                <a:lnTo>
                  <a:pt x="8061" y="2345"/>
                </a:lnTo>
                <a:lnTo>
                  <a:pt x="8060" y="2345"/>
                </a:lnTo>
                <a:lnTo>
                  <a:pt x="8058" y="2345"/>
                </a:lnTo>
                <a:lnTo>
                  <a:pt x="8058" y="2346"/>
                </a:lnTo>
                <a:lnTo>
                  <a:pt x="8057" y="2346"/>
                </a:lnTo>
                <a:lnTo>
                  <a:pt x="8056" y="2347"/>
                </a:lnTo>
                <a:lnTo>
                  <a:pt x="8055" y="2348"/>
                </a:lnTo>
                <a:lnTo>
                  <a:pt x="8054" y="2349"/>
                </a:lnTo>
                <a:lnTo>
                  <a:pt x="8053" y="2350"/>
                </a:lnTo>
                <a:lnTo>
                  <a:pt x="8052" y="2350"/>
                </a:lnTo>
                <a:lnTo>
                  <a:pt x="8051" y="2351"/>
                </a:lnTo>
                <a:lnTo>
                  <a:pt x="8050" y="2352"/>
                </a:lnTo>
                <a:lnTo>
                  <a:pt x="8050" y="2353"/>
                </a:lnTo>
                <a:lnTo>
                  <a:pt x="8050" y="2354"/>
                </a:lnTo>
                <a:lnTo>
                  <a:pt x="8051" y="2354"/>
                </a:lnTo>
                <a:lnTo>
                  <a:pt x="8051" y="2355"/>
                </a:lnTo>
                <a:lnTo>
                  <a:pt x="8052" y="2355"/>
                </a:lnTo>
                <a:lnTo>
                  <a:pt x="8052" y="2356"/>
                </a:lnTo>
                <a:lnTo>
                  <a:pt x="8051" y="2356"/>
                </a:lnTo>
                <a:lnTo>
                  <a:pt x="8050" y="2356"/>
                </a:lnTo>
                <a:lnTo>
                  <a:pt x="8048" y="2356"/>
                </a:lnTo>
                <a:lnTo>
                  <a:pt x="8048" y="2357"/>
                </a:lnTo>
                <a:lnTo>
                  <a:pt x="8047" y="2358"/>
                </a:lnTo>
                <a:lnTo>
                  <a:pt x="8047" y="2362"/>
                </a:lnTo>
                <a:lnTo>
                  <a:pt x="8047" y="2363"/>
                </a:lnTo>
                <a:lnTo>
                  <a:pt x="8046" y="2365"/>
                </a:lnTo>
                <a:lnTo>
                  <a:pt x="8044" y="2367"/>
                </a:lnTo>
                <a:lnTo>
                  <a:pt x="8044" y="2368"/>
                </a:lnTo>
                <a:lnTo>
                  <a:pt x="8043" y="2368"/>
                </a:lnTo>
                <a:lnTo>
                  <a:pt x="8043" y="2369"/>
                </a:lnTo>
                <a:lnTo>
                  <a:pt x="8044" y="2369"/>
                </a:lnTo>
                <a:lnTo>
                  <a:pt x="8044" y="2370"/>
                </a:lnTo>
                <a:lnTo>
                  <a:pt x="8043" y="2370"/>
                </a:lnTo>
                <a:lnTo>
                  <a:pt x="8043" y="2371"/>
                </a:lnTo>
                <a:lnTo>
                  <a:pt x="8043" y="2372"/>
                </a:lnTo>
                <a:lnTo>
                  <a:pt x="8043" y="2373"/>
                </a:lnTo>
                <a:lnTo>
                  <a:pt x="8043" y="2374"/>
                </a:lnTo>
                <a:lnTo>
                  <a:pt x="8044" y="2374"/>
                </a:lnTo>
                <a:lnTo>
                  <a:pt x="8044" y="2375"/>
                </a:lnTo>
                <a:lnTo>
                  <a:pt x="8044" y="2376"/>
                </a:lnTo>
                <a:lnTo>
                  <a:pt x="8043" y="2376"/>
                </a:lnTo>
                <a:lnTo>
                  <a:pt x="8043" y="2377"/>
                </a:lnTo>
                <a:lnTo>
                  <a:pt x="8041" y="2378"/>
                </a:lnTo>
                <a:lnTo>
                  <a:pt x="8040" y="2378"/>
                </a:lnTo>
                <a:lnTo>
                  <a:pt x="8040" y="2379"/>
                </a:lnTo>
                <a:lnTo>
                  <a:pt x="8039" y="2379"/>
                </a:lnTo>
                <a:lnTo>
                  <a:pt x="8039" y="2380"/>
                </a:lnTo>
                <a:lnTo>
                  <a:pt x="8039" y="2381"/>
                </a:lnTo>
                <a:lnTo>
                  <a:pt x="8038" y="2382"/>
                </a:lnTo>
                <a:lnTo>
                  <a:pt x="8038" y="2383"/>
                </a:lnTo>
                <a:lnTo>
                  <a:pt x="8038" y="2384"/>
                </a:lnTo>
                <a:lnTo>
                  <a:pt x="8038" y="2385"/>
                </a:lnTo>
                <a:lnTo>
                  <a:pt x="8039" y="2385"/>
                </a:lnTo>
                <a:lnTo>
                  <a:pt x="8039" y="2386"/>
                </a:lnTo>
                <a:lnTo>
                  <a:pt x="8039" y="2387"/>
                </a:lnTo>
                <a:lnTo>
                  <a:pt x="8039" y="2389"/>
                </a:lnTo>
                <a:lnTo>
                  <a:pt x="8038" y="2389"/>
                </a:lnTo>
                <a:lnTo>
                  <a:pt x="8037" y="2389"/>
                </a:lnTo>
                <a:lnTo>
                  <a:pt x="8036" y="2389"/>
                </a:lnTo>
                <a:lnTo>
                  <a:pt x="8036" y="2390"/>
                </a:lnTo>
                <a:lnTo>
                  <a:pt x="8036" y="2391"/>
                </a:lnTo>
                <a:lnTo>
                  <a:pt x="8037" y="2391"/>
                </a:lnTo>
                <a:lnTo>
                  <a:pt x="8037" y="2392"/>
                </a:lnTo>
                <a:lnTo>
                  <a:pt x="8038" y="2393"/>
                </a:lnTo>
                <a:lnTo>
                  <a:pt x="8037" y="2395"/>
                </a:lnTo>
                <a:lnTo>
                  <a:pt x="8036" y="2396"/>
                </a:lnTo>
                <a:lnTo>
                  <a:pt x="8035" y="2397"/>
                </a:lnTo>
                <a:lnTo>
                  <a:pt x="8034" y="2398"/>
                </a:lnTo>
                <a:lnTo>
                  <a:pt x="8033" y="2398"/>
                </a:lnTo>
                <a:lnTo>
                  <a:pt x="8032" y="2398"/>
                </a:lnTo>
                <a:lnTo>
                  <a:pt x="8031" y="2399"/>
                </a:lnTo>
                <a:lnTo>
                  <a:pt x="8031" y="2400"/>
                </a:lnTo>
                <a:lnTo>
                  <a:pt x="8030" y="2400"/>
                </a:lnTo>
                <a:lnTo>
                  <a:pt x="8030" y="2402"/>
                </a:lnTo>
                <a:lnTo>
                  <a:pt x="8030" y="2403"/>
                </a:lnTo>
                <a:lnTo>
                  <a:pt x="8029" y="2403"/>
                </a:lnTo>
                <a:lnTo>
                  <a:pt x="8029" y="2404"/>
                </a:lnTo>
                <a:lnTo>
                  <a:pt x="8028" y="2404"/>
                </a:lnTo>
                <a:lnTo>
                  <a:pt x="8027" y="2405"/>
                </a:lnTo>
                <a:lnTo>
                  <a:pt x="8025" y="2406"/>
                </a:lnTo>
                <a:lnTo>
                  <a:pt x="8025" y="2407"/>
                </a:lnTo>
                <a:lnTo>
                  <a:pt x="8025" y="2408"/>
                </a:lnTo>
                <a:lnTo>
                  <a:pt x="8024" y="2409"/>
                </a:lnTo>
                <a:lnTo>
                  <a:pt x="8024" y="2410"/>
                </a:lnTo>
                <a:lnTo>
                  <a:pt x="8023" y="2411"/>
                </a:lnTo>
                <a:lnTo>
                  <a:pt x="8022" y="2413"/>
                </a:lnTo>
                <a:lnTo>
                  <a:pt x="8021" y="2414"/>
                </a:lnTo>
                <a:lnTo>
                  <a:pt x="8020" y="2414"/>
                </a:lnTo>
                <a:lnTo>
                  <a:pt x="8019" y="2414"/>
                </a:lnTo>
                <a:lnTo>
                  <a:pt x="8018" y="2415"/>
                </a:lnTo>
                <a:lnTo>
                  <a:pt x="8017" y="2415"/>
                </a:lnTo>
                <a:lnTo>
                  <a:pt x="8017" y="2414"/>
                </a:lnTo>
                <a:lnTo>
                  <a:pt x="8016" y="2414"/>
                </a:lnTo>
                <a:lnTo>
                  <a:pt x="8015" y="2415"/>
                </a:lnTo>
                <a:lnTo>
                  <a:pt x="8015" y="2417"/>
                </a:lnTo>
                <a:lnTo>
                  <a:pt x="8015" y="2418"/>
                </a:lnTo>
                <a:lnTo>
                  <a:pt x="8015" y="2419"/>
                </a:lnTo>
                <a:lnTo>
                  <a:pt x="8016" y="2419"/>
                </a:lnTo>
                <a:lnTo>
                  <a:pt x="8017" y="2420"/>
                </a:lnTo>
                <a:lnTo>
                  <a:pt x="8018" y="2420"/>
                </a:lnTo>
                <a:lnTo>
                  <a:pt x="8019" y="2420"/>
                </a:lnTo>
                <a:lnTo>
                  <a:pt x="8019" y="2421"/>
                </a:lnTo>
                <a:lnTo>
                  <a:pt x="8019" y="2422"/>
                </a:lnTo>
                <a:lnTo>
                  <a:pt x="8019" y="2425"/>
                </a:lnTo>
                <a:lnTo>
                  <a:pt x="8018" y="2426"/>
                </a:lnTo>
                <a:lnTo>
                  <a:pt x="8017" y="2426"/>
                </a:lnTo>
                <a:lnTo>
                  <a:pt x="8016" y="2426"/>
                </a:lnTo>
                <a:lnTo>
                  <a:pt x="8015" y="2426"/>
                </a:lnTo>
                <a:lnTo>
                  <a:pt x="8015" y="2427"/>
                </a:lnTo>
                <a:lnTo>
                  <a:pt x="8015" y="2428"/>
                </a:lnTo>
                <a:lnTo>
                  <a:pt x="8015" y="2429"/>
                </a:lnTo>
                <a:lnTo>
                  <a:pt x="8016" y="2430"/>
                </a:lnTo>
                <a:lnTo>
                  <a:pt x="8017" y="2431"/>
                </a:lnTo>
                <a:lnTo>
                  <a:pt x="8017" y="2432"/>
                </a:lnTo>
                <a:lnTo>
                  <a:pt x="8017" y="2433"/>
                </a:lnTo>
                <a:lnTo>
                  <a:pt x="8016" y="2433"/>
                </a:lnTo>
                <a:lnTo>
                  <a:pt x="8015" y="2433"/>
                </a:lnTo>
                <a:lnTo>
                  <a:pt x="8014" y="2433"/>
                </a:lnTo>
                <a:lnTo>
                  <a:pt x="8012" y="2434"/>
                </a:lnTo>
                <a:lnTo>
                  <a:pt x="8012" y="2435"/>
                </a:lnTo>
                <a:lnTo>
                  <a:pt x="8011" y="2436"/>
                </a:lnTo>
                <a:lnTo>
                  <a:pt x="8012" y="2436"/>
                </a:lnTo>
                <a:lnTo>
                  <a:pt x="8012" y="2437"/>
                </a:lnTo>
                <a:lnTo>
                  <a:pt x="8013" y="2437"/>
                </a:lnTo>
                <a:lnTo>
                  <a:pt x="8014" y="2438"/>
                </a:lnTo>
                <a:lnTo>
                  <a:pt x="8014" y="2439"/>
                </a:lnTo>
                <a:lnTo>
                  <a:pt x="8014" y="2440"/>
                </a:lnTo>
                <a:lnTo>
                  <a:pt x="8014" y="2441"/>
                </a:lnTo>
                <a:lnTo>
                  <a:pt x="8012" y="2441"/>
                </a:lnTo>
                <a:lnTo>
                  <a:pt x="8012" y="2442"/>
                </a:lnTo>
                <a:lnTo>
                  <a:pt x="8011" y="2442"/>
                </a:lnTo>
                <a:lnTo>
                  <a:pt x="8011" y="2443"/>
                </a:lnTo>
                <a:lnTo>
                  <a:pt x="8011" y="2444"/>
                </a:lnTo>
                <a:lnTo>
                  <a:pt x="8012" y="2445"/>
                </a:lnTo>
                <a:lnTo>
                  <a:pt x="8012" y="2446"/>
                </a:lnTo>
                <a:lnTo>
                  <a:pt x="8011" y="2447"/>
                </a:lnTo>
                <a:lnTo>
                  <a:pt x="8010" y="2447"/>
                </a:lnTo>
                <a:lnTo>
                  <a:pt x="8010" y="2448"/>
                </a:lnTo>
                <a:lnTo>
                  <a:pt x="8010" y="2449"/>
                </a:lnTo>
                <a:lnTo>
                  <a:pt x="8010" y="2450"/>
                </a:lnTo>
                <a:lnTo>
                  <a:pt x="8010" y="2451"/>
                </a:lnTo>
                <a:lnTo>
                  <a:pt x="8009" y="2451"/>
                </a:lnTo>
                <a:lnTo>
                  <a:pt x="8008" y="2451"/>
                </a:lnTo>
                <a:lnTo>
                  <a:pt x="8007" y="2450"/>
                </a:lnTo>
                <a:lnTo>
                  <a:pt x="8006" y="2450"/>
                </a:lnTo>
                <a:lnTo>
                  <a:pt x="8005" y="2450"/>
                </a:lnTo>
                <a:lnTo>
                  <a:pt x="8003" y="2453"/>
                </a:lnTo>
                <a:lnTo>
                  <a:pt x="8002" y="2453"/>
                </a:lnTo>
                <a:lnTo>
                  <a:pt x="8002" y="2454"/>
                </a:lnTo>
                <a:lnTo>
                  <a:pt x="8002" y="2455"/>
                </a:lnTo>
                <a:lnTo>
                  <a:pt x="8002" y="2456"/>
                </a:lnTo>
                <a:lnTo>
                  <a:pt x="8003" y="2456"/>
                </a:lnTo>
                <a:lnTo>
                  <a:pt x="8004" y="2455"/>
                </a:lnTo>
                <a:lnTo>
                  <a:pt x="8004" y="2454"/>
                </a:lnTo>
                <a:lnTo>
                  <a:pt x="8005" y="2454"/>
                </a:lnTo>
                <a:lnTo>
                  <a:pt x="8006" y="2454"/>
                </a:lnTo>
                <a:lnTo>
                  <a:pt x="8007" y="2454"/>
                </a:lnTo>
                <a:lnTo>
                  <a:pt x="8008" y="2454"/>
                </a:lnTo>
                <a:lnTo>
                  <a:pt x="8008" y="2455"/>
                </a:lnTo>
                <a:lnTo>
                  <a:pt x="8009" y="2455"/>
                </a:lnTo>
                <a:lnTo>
                  <a:pt x="8009" y="2456"/>
                </a:lnTo>
                <a:lnTo>
                  <a:pt x="8009" y="2457"/>
                </a:lnTo>
                <a:lnTo>
                  <a:pt x="8008" y="2458"/>
                </a:lnTo>
                <a:lnTo>
                  <a:pt x="8007" y="2459"/>
                </a:lnTo>
                <a:lnTo>
                  <a:pt x="8006" y="2459"/>
                </a:lnTo>
                <a:lnTo>
                  <a:pt x="8005" y="2459"/>
                </a:lnTo>
                <a:lnTo>
                  <a:pt x="8004" y="2459"/>
                </a:lnTo>
                <a:lnTo>
                  <a:pt x="8004" y="2458"/>
                </a:lnTo>
                <a:lnTo>
                  <a:pt x="8003" y="2458"/>
                </a:lnTo>
                <a:lnTo>
                  <a:pt x="8002" y="2458"/>
                </a:lnTo>
                <a:lnTo>
                  <a:pt x="8002" y="2457"/>
                </a:lnTo>
                <a:lnTo>
                  <a:pt x="8002" y="2458"/>
                </a:lnTo>
                <a:lnTo>
                  <a:pt x="8001" y="2458"/>
                </a:lnTo>
                <a:lnTo>
                  <a:pt x="8001" y="2460"/>
                </a:lnTo>
                <a:lnTo>
                  <a:pt x="8002" y="2460"/>
                </a:lnTo>
                <a:lnTo>
                  <a:pt x="8002" y="2461"/>
                </a:lnTo>
                <a:lnTo>
                  <a:pt x="8001" y="2461"/>
                </a:lnTo>
                <a:lnTo>
                  <a:pt x="8001" y="2462"/>
                </a:lnTo>
                <a:lnTo>
                  <a:pt x="8000" y="2463"/>
                </a:lnTo>
                <a:lnTo>
                  <a:pt x="7999" y="2463"/>
                </a:lnTo>
                <a:lnTo>
                  <a:pt x="7999" y="2464"/>
                </a:lnTo>
                <a:lnTo>
                  <a:pt x="7998" y="2464"/>
                </a:lnTo>
                <a:lnTo>
                  <a:pt x="7997" y="2464"/>
                </a:lnTo>
                <a:lnTo>
                  <a:pt x="7996" y="2464"/>
                </a:lnTo>
                <a:lnTo>
                  <a:pt x="7995" y="2464"/>
                </a:lnTo>
                <a:lnTo>
                  <a:pt x="7994" y="2464"/>
                </a:lnTo>
                <a:lnTo>
                  <a:pt x="7994" y="2463"/>
                </a:lnTo>
                <a:lnTo>
                  <a:pt x="7993" y="2463"/>
                </a:lnTo>
                <a:lnTo>
                  <a:pt x="7993" y="2462"/>
                </a:lnTo>
                <a:lnTo>
                  <a:pt x="7992" y="2462"/>
                </a:lnTo>
                <a:lnTo>
                  <a:pt x="7992" y="2461"/>
                </a:lnTo>
                <a:lnTo>
                  <a:pt x="7992" y="2460"/>
                </a:lnTo>
                <a:lnTo>
                  <a:pt x="7993" y="2460"/>
                </a:lnTo>
                <a:lnTo>
                  <a:pt x="7993" y="2459"/>
                </a:lnTo>
                <a:lnTo>
                  <a:pt x="7993" y="2458"/>
                </a:lnTo>
                <a:lnTo>
                  <a:pt x="7992" y="2458"/>
                </a:lnTo>
                <a:lnTo>
                  <a:pt x="7992" y="2459"/>
                </a:lnTo>
                <a:lnTo>
                  <a:pt x="7992" y="2460"/>
                </a:lnTo>
                <a:lnTo>
                  <a:pt x="7991" y="2461"/>
                </a:lnTo>
                <a:lnTo>
                  <a:pt x="7990" y="2461"/>
                </a:lnTo>
                <a:lnTo>
                  <a:pt x="7989" y="2461"/>
                </a:lnTo>
                <a:lnTo>
                  <a:pt x="7988" y="2461"/>
                </a:lnTo>
                <a:lnTo>
                  <a:pt x="7987" y="2460"/>
                </a:lnTo>
                <a:lnTo>
                  <a:pt x="7986" y="2460"/>
                </a:lnTo>
                <a:lnTo>
                  <a:pt x="7986" y="2461"/>
                </a:lnTo>
                <a:lnTo>
                  <a:pt x="7986" y="2464"/>
                </a:lnTo>
                <a:lnTo>
                  <a:pt x="7986" y="2465"/>
                </a:lnTo>
                <a:lnTo>
                  <a:pt x="7985" y="2465"/>
                </a:lnTo>
                <a:lnTo>
                  <a:pt x="7984" y="2466"/>
                </a:lnTo>
                <a:lnTo>
                  <a:pt x="7984" y="2467"/>
                </a:lnTo>
                <a:lnTo>
                  <a:pt x="7983" y="2467"/>
                </a:lnTo>
                <a:lnTo>
                  <a:pt x="7982" y="2467"/>
                </a:lnTo>
                <a:lnTo>
                  <a:pt x="7982" y="2468"/>
                </a:lnTo>
                <a:lnTo>
                  <a:pt x="7981" y="2468"/>
                </a:lnTo>
                <a:lnTo>
                  <a:pt x="7981" y="2469"/>
                </a:lnTo>
                <a:lnTo>
                  <a:pt x="7981" y="2470"/>
                </a:lnTo>
                <a:lnTo>
                  <a:pt x="7980" y="2470"/>
                </a:lnTo>
                <a:lnTo>
                  <a:pt x="7980" y="2471"/>
                </a:lnTo>
                <a:lnTo>
                  <a:pt x="7979" y="2471"/>
                </a:lnTo>
                <a:lnTo>
                  <a:pt x="7978" y="2471"/>
                </a:lnTo>
                <a:lnTo>
                  <a:pt x="7977" y="2471"/>
                </a:lnTo>
                <a:lnTo>
                  <a:pt x="7977" y="2470"/>
                </a:lnTo>
                <a:lnTo>
                  <a:pt x="7977" y="2469"/>
                </a:lnTo>
                <a:lnTo>
                  <a:pt x="7977" y="2468"/>
                </a:lnTo>
                <a:lnTo>
                  <a:pt x="7976" y="2467"/>
                </a:lnTo>
                <a:lnTo>
                  <a:pt x="7975" y="2467"/>
                </a:lnTo>
                <a:lnTo>
                  <a:pt x="7974" y="2466"/>
                </a:lnTo>
                <a:lnTo>
                  <a:pt x="7973" y="2466"/>
                </a:lnTo>
                <a:lnTo>
                  <a:pt x="7972" y="2466"/>
                </a:lnTo>
                <a:lnTo>
                  <a:pt x="7972" y="2467"/>
                </a:lnTo>
                <a:lnTo>
                  <a:pt x="7971" y="2467"/>
                </a:lnTo>
                <a:lnTo>
                  <a:pt x="7971" y="2468"/>
                </a:lnTo>
                <a:lnTo>
                  <a:pt x="7971" y="2469"/>
                </a:lnTo>
                <a:lnTo>
                  <a:pt x="7971" y="2470"/>
                </a:lnTo>
                <a:lnTo>
                  <a:pt x="7971" y="2471"/>
                </a:lnTo>
                <a:lnTo>
                  <a:pt x="7971" y="2470"/>
                </a:lnTo>
                <a:lnTo>
                  <a:pt x="7972" y="2470"/>
                </a:lnTo>
                <a:lnTo>
                  <a:pt x="7971" y="2469"/>
                </a:lnTo>
                <a:lnTo>
                  <a:pt x="7972" y="2469"/>
                </a:lnTo>
                <a:lnTo>
                  <a:pt x="7972" y="2470"/>
                </a:lnTo>
                <a:lnTo>
                  <a:pt x="7971" y="2471"/>
                </a:lnTo>
                <a:lnTo>
                  <a:pt x="7971" y="2472"/>
                </a:lnTo>
                <a:lnTo>
                  <a:pt x="7970" y="2472"/>
                </a:lnTo>
                <a:lnTo>
                  <a:pt x="7969" y="2472"/>
                </a:lnTo>
                <a:lnTo>
                  <a:pt x="7968" y="2472"/>
                </a:lnTo>
                <a:lnTo>
                  <a:pt x="7968" y="2473"/>
                </a:lnTo>
                <a:lnTo>
                  <a:pt x="7967" y="2473"/>
                </a:lnTo>
                <a:lnTo>
                  <a:pt x="7966" y="2474"/>
                </a:lnTo>
                <a:lnTo>
                  <a:pt x="7965" y="2474"/>
                </a:lnTo>
                <a:lnTo>
                  <a:pt x="7964" y="2474"/>
                </a:lnTo>
                <a:lnTo>
                  <a:pt x="7964" y="2475"/>
                </a:lnTo>
                <a:lnTo>
                  <a:pt x="7964" y="2476"/>
                </a:lnTo>
                <a:lnTo>
                  <a:pt x="7964" y="2477"/>
                </a:lnTo>
                <a:lnTo>
                  <a:pt x="7963" y="2477"/>
                </a:lnTo>
                <a:lnTo>
                  <a:pt x="7963" y="2478"/>
                </a:lnTo>
                <a:lnTo>
                  <a:pt x="7963" y="2479"/>
                </a:lnTo>
                <a:lnTo>
                  <a:pt x="7962" y="2480"/>
                </a:lnTo>
                <a:lnTo>
                  <a:pt x="7961" y="2481"/>
                </a:lnTo>
                <a:lnTo>
                  <a:pt x="7959" y="2482"/>
                </a:lnTo>
                <a:lnTo>
                  <a:pt x="7959" y="2483"/>
                </a:lnTo>
                <a:lnTo>
                  <a:pt x="7959" y="2484"/>
                </a:lnTo>
                <a:lnTo>
                  <a:pt x="7958" y="2485"/>
                </a:lnTo>
                <a:lnTo>
                  <a:pt x="7957" y="2485"/>
                </a:lnTo>
                <a:lnTo>
                  <a:pt x="7957" y="2486"/>
                </a:lnTo>
                <a:lnTo>
                  <a:pt x="7957" y="2487"/>
                </a:lnTo>
                <a:lnTo>
                  <a:pt x="7957" y="2488"/>
                </a:lnTo>
                <a:lnTo>
                  <a:pt x="7957" y="2489"/>
                </a:lnTo>
                <a:lnTo>
                  <a:pt x="7958" y="2489"/>
                </a:lnTo>
                <a:lnTo>
                  <a:pt x="7959" y="2489"/>
                </a:lnTo>
                <a:lnTo>
                  <a:pt x="7960" y="2489"/>
                </a:lnTo>
                <a:lnTo>
                  <a:pt x="7962" y="2489"/>
                </a:lnTo>
                <a:lnTo>
                  <a:pt x="7962" y="2490"/>
                </a:lnTo>
                <a:lnTo>
                  <a:pt x="7963" y="2490"/>
                </a:lnTo>
                <a:lnTo>
                  <a:pt x="7964" y="2490"/>
                </a:lnTo>
                <a:lnTo>
                  <a:pt x="7965" y="2491"/>
                </a:lnTo>
                <a:lnTo>
                  <a:pt x="7965" y="2492"/>
                </a:lnTo>
                <a:lnTo>
                  <a:pt x="7965" y="2493"/>
                </a:lnTo>
                <a:lnTo>
                  <a:pt x="7965" y="2494"/>
                </a:lnTo>
                <a:lnTo>
                  <a:pt x="7965" y="2495"/>
                </a:lnTo>
                <a:lnTo>
                  <a:pt x="7964" y="2495"/>
                </a:lnTo>
                <a:lnTo>
                  <a:pt x="7964" y="2496"/>
                </a:lnTo>
                <a:lnTo>
                  <a:pt x="7963" y="2496"/>
                </a:lnTo>
                <a:lnTo>
                  <a:pt x="7961" y="2496"/>
                </a:lnTo>
                <a:lnTo>
                  <a:pt x="7960" y="2496"/>
                </a:lnTo>
                <a:lnTo>
                  <a:pt x="7959" y="2496"/>
                </a:lnTo>
                <a:lnTo>
                  <a:pt x="7958" y="2497"/>
                </a:lnTo>
                <a:lnTo>
                  <a:pt x="7957" y="2497"/>
                </a:lnTo>
                <a:lnTo>
                  <a:pt x="7956" y="2498"/>
                </a:lnTo>
                <a:lnTo>
                  <a:pt x="7955" y="2498"/>
                </a:lnTo>
                <a:lnTo>
                  <a:pt x="7954" y="2499"/>
                </a:lnTo>
                <a:lnTo>
                  <a:pt x="7953" y="2499"/>
                </a:lnTo>
                <a:lnTo>
                  <a:pt x="7951" y="2499"/>
                </a:lnTo>
                <a:lnTo>
                  <a:pt x="7950" y="2499"/>
                </a:lnTo>
                <a:lnTo>
                  <a:pt x="7950" y="2498"/>
                </a:lnTo>
                <a:lnTo>
                  <a:pt x="7950" y="2497"/>
                </a:lnTo>
                <a:lnTo>
                  <a:pt x="7950" y="2498"/>
                </a:lnTo>
                <a:lnTo>
                  <a:pt x="7949" y="2498"/>
                </a:lnTo>
                <a:lnTo>
                  <a:pt x="7949" y="2497"/>
                </a:lnTo>
                <a:lnTo>
                  <a:pt x="7948" y="2498"/>
                </a:lnTo>
                <a:lnTo>
                  <a:pt x="7947" y="2498"/>
                </a:lnTo>
                <a:lnTo>
                  <a:pt x="7946" y="2498"/>
                </a:lnTo>
                <a:lnTo>
                  <a:pt x="7946" y="2499"/>
                </a:lnTo>
                <a:lnTo>
                  <a:pt x="7946" y="2500"/>
                </a:lnTo>
                <a:lnTo>
                  <a:pt x="7946" y="2501"/>
                </a:lnTo>
                <a:lnTo>
                  <a:pt x="7946" y="2502"/>
                </a:lnTo>
                <a:lnTo>
                  <a:pt x="7946" y="2503"/>
                </a:lnTo>
                <a:lnTo>
                  <a:pt x="7946" y="2504"/>
                </a:lnTo>
                <a:lnTo>
                  <a:pt x="7946" y="2505"/>
                </a:lnTo>
                <a:lnTo>
                  <a:pt x="7946" y="2506"/>
                </a:lnTo>
                <a:lnTo>
                  <a:pt x="7946" y="2507"/>
                </a:lnTo>
                <a:lnTo>
                  <a:pt x="7946" y="2508"/>
                </a:lnTo>
                <a:lnTo>
                  <a:pt x="7945" y="2508"/>
                </a:lnTo>
                <a:lnTo>
                  <a:pt x="7945" y="2509"/>
                </a:lnTo>
                <a:lnTo>
                  <a:pt x="7944" y="2509"/>
                </a:lnTo>
                <a:lnTo>
                  <a:pt x="7944" y="2510"/>
                </a:lnTo>
                <a:lnTo>
                  <a:pt x="7943" y="2510"/>
                </a:lnTo>
                <a:lnTo>
                  <a:pt x="7942" y="2510"/>
                </a:lnTo>
                <a:lnTo>
                  <a:pt x="7941" y="2510"/>
                </a:lnTo>
                <a:lnTo>
                  <a:pt x="7940" y="2510"/>
                </a:lnTo>
                <a:lnTo>
                  <a:pt x="7938" y="2510"/>
                </a:lnTo>
                <a:lnTo>
                  <a:pt x="7937" y="2510"/>
                </a:lnTo>
                <a:lnTo>
                  <a:pt x="7937" y="2511"/>
                </a:lnTo>
                <a:lnTo>
                  <a:pt x="7936" y="2511"/>
                </a:lnTo>
                <a:lnTo>
                  <a:pt x="7936" y="2512"/>
                </a:lnTo>
                <a:lnTo>
                  <a:pt x="7935" y="2512"/>
                </a:lnTo>
                <a:lnTo>
                  <a:pt x="7935" y="2513"/>
                </a:lnTo>
                <a:lnTo>
                  <a:pt x="7935" y="2514"/>
                </a:lnTo>
                <a:lnTo>
                  <a:pt x="7934" y="2514"/>
                </a:lnTo>
                <a:lnTo>
                  <a:pt x="7934" y="2515"/>
                </a:lnTo>
                <a:lnTo>
                  <a:pt x="7934" y="2516"/>
                </a:lnTo>
                <a:lnTo>
                  <a:pt x="7934" y="2517"/>
                </a:lnTo>
                <a:lnTo>
                  <a:pt x="7934" y="2516"/>
                </a:lnTo>
                <a:lnTo>
                  <a:pt x="7934" y="2517"/>
                </a:lnTo>
                <a:lnTo>
                  <a:pt x="7934" y="2518"/>
                </a:lnTo>
                <a:lnTo>
                  <a:pt x="7935" y="2518"/>
                </a:lnTo>
                <a:lnTo>
                  <a:pt x="7934" y="2518"/>
                </a:lnTo>
                <a:lnTo>
                  <a:pt x="7935" y="2518"/>
                </a:lnTo>
                <a:lnTo>
                  <a:pt x="7935" y="2519"/>
                </a:lnTo>
                <a:lnTo>
                  <a:pt x="7935" y="2520"/>
                </a:lnTo>
                <a:lnTo>
                  <a:pt x="7935" y="2521"/>
                </a:lnTo>
                <a:lnTo>
                  <a:pt x="7934" y="2521"/>
                </a:lnTo>
                <a:lnTo>
                  <a:pt x="7934" y="2522"/>
                </a:lnTo>
                <a:lnTo>
                  <a:pt x="7934" y="2523"/>
                </a:lnTo>
                <a:lnTo>
                  <a:pt x="7933" y="2523"/>
                </a:lnTo>
                <a:lnTo>
                  <a:pt x="7932" y="2523"/>
                </a:lnTo>
                <a:lnTo>
                  <a:pt x="7931" y="2523"/>
                </a:lnTo>
                <a:lnTo>
                  <a:pt x="7931" y="2522"/>
                </a:lnTo>
                <a:lnTo>
                  <a:pt x="7930" y="2522"/>
                </a:lnTo>
                <a:lnTo>
                  <a:pt x="7929" y="2522"/>
                </a:lnTo>
                <a:lnTo>
                  <a:pt x="7929" y="2523"/>
                </a:lnTo>
                <a:lnTo>
                  <a:pt x="7929" y="2524"/>
                </a:lnTo>
                <a:lnTo>
                  <a:pt x="7929" y="2525"/>
                </a:lnTo>
                <a:lnTo>
                  <a:pt x="7930" y="2525"/>
                </a:lnTo>
                <a:lnTo>
                  <a:pt x="7930" y="2526"/>
                </a:lnTo>
                <a:lnTo>
                  <a:pt x="7930" y="2527"/>
                </a:lnTo>
                <a:lnTo>
                  <a:pt x="7931" y="2527"/>
                </a:lnTo>
                <a:lnTo>
                  <a:pt x="7931" y="2528"/>
                </a:lnTo>
                <a:lnTo>
                  <a:pt x="7931" y="2529"/>
                </a:lnTo>
                <a:lnTo>
                  <a:pt x="7931" y="2531"/>
                </a:lnTo>
                <a:lnTo>
                  <a:pt x="7930" y="2532"/>
                </a:lnTo>
                <a:lnTo>
                  <a:pt x="7929" y="2533"/>
                </a:lnTo>
                <a:lnTo>
                  <a:pt x="7928" y="2533"/>
                </a:lnTo>
                <a:lnTo>
                  <a:pt x="7928" y="2532"/>
                </a:lnTo>
                <a:lnTo>
                  <a:pt x="7927" y="2532"/>
                </a:lnTo>
                <a:lnTo>
                  <a:pt x="7926" y="2531"/>
                </a:lnTo>
                <a:lnTo>
                  <a:pt x="7925" y="2531"/>
                </a:lnTo>
                <a:lnTo>
                  <a:pt x="7925" y="2530"/>
                </a:lnTo>
                <a:lnTo>
                  <a:pt x="7924" y="2530"/>
                </a:lnTo>
                <a:lnTo>
                  <a:pt x="7924" y="2529"/>
                </a:lnTo>
                <a:lnTo>
                  <a:pt x="7923" y="2529"/>
                </a:lnTo>
                <a:lnTo>
                  <a:pt x="7923" y="2528"/>
                </a:lnTo>
                <a:lnTo>
                  <a:pt x="7923" y="2529"/>
                </a:lnTo>
                <a:lnTo>
                  <a:pt x="7923" y="2528"/>
                </a:lnTo>
                <a:lnTo>
                  <a:pt x="7922" y="2528"/>
                </a:lnTo>
                <a:lnTo>
                  <a:pt x="7922" y="2529"/>
                </a:lnTo>
                <a:lnTo>
                  <a:pt x="7921" y="2529"/>
                </a:lnTo>
                <a:lnTo>
                  <a:pt x="7920" y="2529"/>
                </a:lnTo>
                <a:lnTo>
                  <a:pt x="7919" y="2530"/>
                </a:lnTo>
                <a:lnTo>
                  <a:pt x="7919" y="2531"/>
                </a:lnTo>
                <a:lnTo>
                  <a:pt x="7918" y="2532"/>
                </a:lnTo>
                <a:lnTo>
                  <a:pt x="7917" y="2532"/>
                </a:lnTo>
                <a:lnTo>
                  <a:pt x="7916" y="2532"/>
                </a:lnTo>
                <a:lnTo>
                  <a:pt x="7915" y="2532"/>
                </a:lnTo>
                <a:lnTo>
                  <a:pt x="7915" y="2531"/>
                </a:lnTo>
                <a:lnTo>
                  <a:pt x="7914" y="2531"/>
                </a:lnTo>
                <a:lnTo>
                  <a:pt x="7913" y="2531"/>
                </a:lnTo>
                <a:lnTo>
                  <a:pt x="7912" y="2530"/>
                </a:lnTo>
                <a:lnTo>
                  <a:pt x="7911" y="2530"/>
                </a:lnTo>
                <a:lnTo>
                  <a:pt x="7910" y="2530"/>
                </a:lnTo>
                <a:lnTo>
                  <a:pt x="7909" y="2530"/>
                </a:lnTo>
                <a:lnTo>
                  <a:pt x="7910" y="2530"/>
                </a:lnTo>
                <a:lnTo>
                  <a:pt x="7909" y="2530"/>
                </a:lnTo>
                <a:lnTo>
                  <a:pt x="7909" y="2531"/>
                </a:lnTo>
                <a:lnTo>
                  <a:pt x="7910" y="2531"/>
                </a:lnTo>
                <a:lnTo>
                  <a:pt x="7909" y="2531"/>
                </a:lnTo>
                <a:lnTo>
                  <a:pt x="7909" y="2532"/>
                </a:lnTo>
                <a:lnTo>
                  <a:pt x="7909" y="2531"/>
                </a:lnTo>
                <a:lnTo>
                  <a:pt x="7909" y="2532"/>
                </a:lnTo>
                <a:lnTo>
                  <a:pt x="7909" y="2531"/>
                </a:lnTo>
                <a:lnTo>
                  <a:pt x="7908" y="2531"/>
                </a:lnTo>
                <a:lnTo>
                  <a:pt x="7908" y="2532"/>
                </a:lnTo>
                <a:lnTo>
                  <a:pt x="7909" y="2532"/>
                </a:lnTo>
                <a:lnTo>
                  <a:pt x="7908" y="2532"/>
                </a:lnTo>
                <a:lnTo>
                  <a:pt x="7908" y="2533"/>
                </a:lnTo>
                <a:lnTo>
                  <a:pt x="7909" y="2534"/>
                </a:lnTo>
                <a:lnTo>
                  <a:pt x="7909" y="2536"/>
                </a:lnTo>
                <a:lnTo>
                  <a:pt x="7909" y="2537"/>
                </a:lnTo>
                <a:lnTo>
                  <a:pt x="7909" y="2538"/>
                </a:lnTo>
                <a:lnTo>
                  <a:pt x="7908" y="2538"/>
                </a:lnTo>
                <a:lnTo>
                  <a:pt x="7908" y="2539"/>
                </a:lnTo>
                <a:lnTo>
                  <a:pt x="7907" y="2539"/>
                </a:lnTo>
                <a:lnTo>
                  <a:pt x="7907" y="2540"/>
                </a:lnTo>
                <a:lnTo>
                  <a:pt x="7908" y="2540"/>
                </a:lnTo>
                <a:lnTo>
                  <a:pt x="7908" y="2541"/>
                </a:lnTo>
                <a:lnTo>
                  <a:pt x="7908" y="2542"/>
                </a:lnTo>
                <a:lnTo>
                  <a:pt x="7907" y="2542"/>
                </a:lnTo>
                <a:lnTo>
                  <a:pt x="7907" y="2541"/>
                </a:lnTo>
                <a:lnTo>
                  <a:pt x="7906" y="2540"/>
                </a:lnTo>
                <a:lnTo>
                  <a:pt x="7906" y="2541"/>
                </a:lnTo>
                <a:lnTo>
                  <a:pt x="7905" y="2541"/>
                </a:lnTo>
                <a:lnTo>
                  <a:pt x="7904" y="2541"/>
                </a:lnTo>
                <a:lnTo>
                  <a:pt x="7903" y="2541"/>
                </a:lnTo>
                <a:lnTo>
                  <a:pt x="7902" y="2542"/>
                </a:lnTo>
                <a:lnTo>
                  <a:pt x="7900" y="2542"/>
                </a:lnTo>
                <a:lnTo>
                  <a:pt x="7900" y="2543"/>
                </a:lnTo>
                <a:lnTo>
                  <a:pt x="7899" y="2543"/>
                </a:lnTo>
                <a:lnTo>
                  <a:pt x="7899" y="2544"/>
                </a:lnTo>
                <a:lnTo>
                  <a:pt x="7898" y="2544"/>
                </a:lnTo>
                <a:lnTo>
                  <a:pt x="7897" y="2544"/>
                </a:lnTo>
                <a:lnTo>
                  <a:pt x="7896" y="2545"/>
                </a:lnTo>
                <a:lnTo>
                  <a:pt x="7895" y="2546"/>
                </a:lnTo>
                <a:lnTo>
                  <a:pt x="7894" y="2546"/>
                </a:lnTo>
                <a:lnTo>
                  <a:pt x="7894" y="2547"/>
                </a:lnTo>
                <a:lnTo>
                  <a:pt x="7893" y="2547"/>
                </a:lnTo>
                <a:lnTo>
                  <a:pt x="7893" y="2548"/>
                </a:lnTo>
                <a:lnTo>
                  <a:pt x="7892" y="2549"/>
                </a:lnTo>
                <a:lnTo>
                  <a:pt x="7892" y="2550"/>
                </a:lnTo>
                <a:lnTo>
                  <a:pt x="7891" y="2550"/>
                </a:lnTo>
                <a:lnTo>
                  <a:pt x="7891" y="2551"/>
                </a:lnTo>
                <a:lnTo>
                  <a:pt x="7891" y="2552"/>
                </a:lnTo>
                <a:lnTo>
                  <a:pt x="7890" y="2552"/>
                </a:lnTo>
                <a:lnTo>
                  <a:pt x="7890" y="2553"/>
                </a:lnTo>
                <a:lnTo>
                  <a:pt x="7889" y="2553"/>
                </a:lnTo>
                <a:lnTo>
                  <a:pt x="7888" y="2553"/>
                </a:lnTo>
                <a:lnTo>
                  <a:pt x="7888" y="2554"/>
                </a:lnTo>
                <a:lnTo>
                  <a:pt x="7889" y="2554"/>
                </a:lnTo>
                <a:lnTo>
                  <a:pt x="7890" y="2555"/>
                </a:lnTo>
                <a:lnTo>
                  <a:pt x="7891" y="2555"/>
                </a:lnTo>
                <a:lnTo>
                  <a:pt x="7891" y="2556"/>
                </a:lnTo>
                <a:lnTo>
                  <a:pt x="7890" y="2555"/>
                </a:lnTo>
                <a:lnTo>
                  <a:pt x="7889" y="2555"/>
                </a:lnTo>
                <a:lnTo>
                  <a:pt x="7888" y="2555"/>
                </a:lnTo>
                <a:lnTo>
                  <a:pt x="7887" y="2555"/>
                </a:lnTo>
                <a:lnTo>
                  <a:pt x="7886" y="2556"/>
                </a:lnTo>
                <a:lnTo>
                  <a:pt x="7885" y="2556"/>
                </a:lnTo>
                <a:lnTo>
                  <a:pt x="7884" y="2557"/>
                </a:lnTo>
                <a:lnTo>
                  <a:pt x="7883" y="2557"/>
                </a:lnTo>
                <a:lnTo>
                  <a:pt x="7883" y="2558"/>
                </a:lnTo>
                <a:lnTo>
                  <a:pt x="7882" y="2558"/>
                </a:lnTo>
                <a:lnTo>
                  <a:pt x="7882" y="2559"/>
                </a:lnTo>
                <a:lnTo>
                  <a:pt x="7881" y="2559"/>
                </a:lnTo>
                <a:lnTo>
                  <a:pt x="7881" y="2560"/>
                </a:lnTo>
                <a:lnTo>
                  <a:pt x="7882" y="2560"/>
                </a:lnTo>
                <a:lnTo>
                  <a:pt x="7883" y="2560"/>
                </a:lnTo>
                <a:lnTo>
                  <a:pt x="7884" y="2560"/>
                </a:lnTo>
                <a:lnTo>
                  <a:pt x="7885" y="2561"/>
                </a:lnTo>
                <a:lnTo>
                  <a:pt x="7886" y="2561"/>
                </a:lnTo>
                <a:lnTo>
                  <a:pt x="7885" y="2562"/>
                </a:lnTo>
                <a:lnTo>
                  <a:pt x="7885" y="2561"/>
                </a:lnTo>
                <a:lnTo>
                  <a:pt x="7884" y="2561"/>
                </a:lnTo>
                <a:lnTo>
                  <a:pt x="7882" y="2561"/>
                </a:lnTo>
                <a:lnTo>
                  <a:pt x="7881" y="2561"/>
                </a:lnTo>
                <a:lnTo>
                  <a:pt x="7880" y="2560"/>
                </a:lnTo>
                <a:lnTo>
                  <a:pt x="7879" y="2561"/>
                </a:lnTo>
                <a:lnTo>
                  <a:pt x="7878" y="2561"/>
                </a:lnTo>
                <a:lnTo>
                  <a:pt x="7878" y="2562"/>
                </a:lnTo>
                <a:lnTo>
                  <a:pt x="7877" y="2562"/>
                </a:lnTo>
                <a:lnTo>
                  <a:pt x="7876" y="2562"/>
                </a:lnTo>
                <a:lnTo>
                  <a:pt x="7877" y="2562"/>
                </a:lnTo>
                <a:lnTo>
                  <a:pt x="7876" y="2563"/>
                </a:lnTo>
                <a:lnTo>
                  <a:pt x="7875" y="2563"/>
                </a:lnTo>
                <a:lnTo>
                  <a:pt x="7876" y="2563"/>
                </a:lnTo>
                <a:lnTo>
                  <a:pt x="7876" y="2564"/>
                </a:lnTo>
                <a:lnTo>
                  <a:pt x="7875" y="2564"/>
                </a:lnTo>
                <a:lnTo>
                  <a:pt x="7874" y="2565"/>
                </a:lnTo>
                <a:lnTo>
                  <a:pt x="7875" y="2565"/>
                </a:lnTo>
                <a:lnTo>
                  <a:pt x="7874" y="2566"/>
                </a:lnTo>
                <a:lnTo>
                  <a:pt x="7875" y="2567"/>
                </a:lnTo>
                <a:lnTo>
                  <a:pt x="7875" y="2568"/>
                </a:lnTo>
                <a:lnTo>
                  <a:pt x="7877" y="2569"/>
                </a:lnTo>
                <a:lnTo>
                  <a:pt x="7879" y="2569"/>
                </a:lnTo>
                <a:lnTo>
                  <a:pt x="7880" y="2569"/>
                </a:lnTo>
                <a:lnTo>
                  <a:pt x="7881" y="2569"/>
                </a:lnTo>
                <a:lnTo>
                  <a:pt x="7882" y="2569"/>
                </a:lnTo>
                <a:lnTo>
                  <a:pt x="7883" y="2569"/>
                </a:lnTo>
                <a:lnTo>
                  <a:pt x="7883" y="2570"/>
                </a:lnTo>
                <a:lnTo>
                  <a:pt x="7884" y="2571"/>
                </a:lnTo>
                <a:lnTo>
                  <a:pt x="7885" y="2571"/>
                </a:lnTo>
                <a:lnTo>
                  <a:pt x="7885" y="2572"/>
                </a:lnTo>
                <a:lnTo>
                  <a:pt x="7884" y="2572"/>
                </a:lnTo>
                <a:lnTo>
                  <a:pt x="7883" y="2572"/>
                </a:lnTo>
                <a:lnTo>
                  <a:pt x="7884" y="2572"/>
                </a:lnTo>
                <a:lnTo>
                  <a:pt x="7884" y="2573"/>
                </a:lnTo>
                <a:lnTo>
                  <a:pt x="7884" y="2574"/>
                </a:lnTo>
                <a:lnTo>
                  <a:pt x="7883" y="2574"/>
                </a:lnTo>
                <a:lnTo>
                  <a:pt x="7883" y="2575"/>
                </a:lnTo>
                <a:lnTo>
                  <a:pt x="7882" y="2577"/>
                </a:lnTo>
                <a:lnTo>
                  <a:pt x="7881" y="2578"/>
                </a:lnTo>
                <a:lnTo>
                  <a:pt x="7880" y="2578"/>
                </a:lnTo>
                <a:lnTo>
                  <a:pt x="7879" y="2579"/>
                </a:lnTo>
                <a:lnTo>
                  <a:pt x="7878" y="2579"/>
                </a:lnTo>
                <a:lnTo>
                  <a:pt x="7877" y="2578"/>
                </a:lnTo>
                <a:lnTo>
                  <a:pt x="7876" y="2578"/>
                </a:lnTo>
                <a:lnTo>
                  <a:pt x="7875" y="2578"/>
                </a:lnTo>
                <a:lnTo>
                  <a:pt x="7875" y="2577"/>
                </a:lnTo>
                <a:lnTo>
                  <a:pt x="7874" y="2577"/>
                </a:lnTo>
                <a:lnTo>
                  <a:pt x="7873" y="2577"/>
                </a:lnTo>
                <a:lnTo>
                  <a:pt x="7873" y="2576"/>
                </a:lnTo>
                <a:lnTo>
                  <a:pt x="7873" y="2577"/>
                </a:lnTo>
                <a:lnTo>
                  <a:pt x="7872" y="2577"/>
                </a:lnTo>
                <a:lnTo>
                  <a:pt x="7872" y="2578"/>
                </a:lnTo>
                <a:lnTo>
                  <a:pt x="7871" y="2578"/>
                </a:lnTo>
                <a:lnTo>
                  <a:pt x="7871" y="2579"/>
                </a:lnTo>
                <a:lnTo>
                  <a:pt x="7870" y="2579"/>
                </a:lnTo>
                <a:lnTo>
                  <a:pt x="7870" y="2578"/>
                </a:lnTo>
                <a:lnTo>
                  <a:pt x="7870" y="2579"/>
                </a:lnTo>
                <a:lnTo>
                  <a:pt x="7869" y="2579"/>
                </a:lnTo>
                <a:lnTo>
                  <a:pt x="7869" y="2580"/>
                </a:lnTo>
                <a:lnTo>
                  <a:pt x="7868" y="2580"/>
                </a:lnTo>
                <a:lnTo>
                  <a:pt x="7867" y="2580"/>
                </a:lnTo>
                <a:lnTo>
                  <a:pt x="7867" y="2581"/>
                </a:lnTo>
                <a:lnTo>
                  <a:pt x="7866" y="2581"/>
                </a:lnTo>
                <a:lnTo>
                  <a:pt x="7863" y="2581"/>
                </a:lnTo>
                <a:lnTo>
                  <a:pt x="7862" y="2581"/>
                </a:lnTo>
                <a:lnTo>
                  <a:pt x="7861" y="2581"/>
                </a:lnTo>
                <a:lnTo>
                  <a:pt x="7861" y="2580"/>
                </a:lnTo>
                <a:lnTo>
                  <a:pt x="7860" y="2580"/>
                </a:lnTo>
                <a:lnTo>
                  <a:pt x="7860" y="2579"/>
                </a:lnTo>
                <a:lnTo>
                  <a:pt x="7861" y="2578"/>
                </a:lnTo>
                <a:lnTo>
                  <a:pt x="7861" y="2577"/>
                </a:lnTo>
                <a:lnTo>
                  <a:pt x="7860" y="2577"/>
                </a:lnTo>
                <a:lnTo>
                  <a:pt x="7860" y="2576"/>
                </a:lnTo>
                <a:lnTo>
                  <a:pt x="7859" y="2577"/>
                </a:lnTo>
                <a:lnTo>
                  <a:pt x="7858" y="2578"/>
                </a:lnTo>
                <a:lnTo>
                  <a:pt x="7858" y="2579"/>
                </a:lnTo>
                <a:lnTo>
                  <a:pt x="7858" y="2580"/>
                </a:lnTo>
                <a:lnTo>
                  <a:pt x="7858" y="2581"/>
                </a:lnTo>
                <a:lnTo>
                  <a:pt x="7858" y="2582"/>
                </a:lnTo>
                <a:lnTo>
                  <a:pt x="7858" y="2583"/>
                </a:lnTo>
                <a:lnTo>
                  <a:pt x="7857" y="2583"/>
                </a:lnTo>
                <a:lnTo>
                  <a:pt x="7857" y="2584"/>
                </a:lnTo>
                <a:lnTo>
                  <a:pt x="7857" y="2585"/>
                </a:lnTo>
                <a:lnTo>
                  <a:pt x="7856" y="2585"/>
                </a:lnTo>
                <a:lnTo>
                  <a:pt x="7856" y="2586"/>
                </a:lnTo>
                <a:lnTo>
                  <a:pt x="7856" y="2587"/>
                </a:lnTo>
                <a:lnTo>
                  <a:pt x="7856" y="2588"/>
                </a:lnTo>
                <a:lnTo>
                  <a:pt x="7855" y="2588"/>
                </a:lnTo>
                <a:lnTo>
                  <a:pt x="7855" y="2589"/>
                </a:lnTo>
                <a:lnTo>
                  <a:pt x="7855" y="2590"/>
                </a:lnTo>
                <a:lnTo>
                  <a:pt x="7854" y="2590"/>
                </a:lnTo>
                <a:lnTo>
                  <a:pt x="7854" y="2591"/>
                </a:lnTo>
                <a:lnTo>
                  <a:pt x="7853" y="2591"/>
                </a:lnTo>
                <a:lnTo>
                  <a:pt x="7853" y="2592"/>
                </a:lnTo>
                <a:lnTo>
                  <a:pt x="7852" y="2593"/>
                </a:lnTo>
                <a:lnTo>
                  <a:pt x="7851" y="2593"/>
                </a:lnTo>
                <a:lnTo>
                  <a:pt x="7851" y="2594"/>
                </a:lnTo>
                <a:lnTo>
                  <a:pt x="7850" y="2595"/>
                </a:lnTo>
                <a:lnTo>
                  <a:pt x="7850" y="2596"/>
                </a:lnTo>
                <a:lnTo>
                  <a:pt x="7849" y="2596"/>
                </a:lnTo>
                <a:lnTo>
                  <a:pt x="7848" y="2597"/>
                </a:lnTo>
                <a:lnTo>
                  <a:pt x="7847" y="2598"/>
                </a:lnTo>
                <a:lnTo>
                  <a:pt x="7846" y="2598"/>
                </a:lnTo>
                <a:lnTo>
                  <a:pt x="7846" y="2599"/>
                </a:lnTo>
                <a:lnTo>
                  <a:pt x="7845" y="2599"/>
                </a:lnTo>
                <a:lnTo>
                  <a:pt x="7844" y="2599"/>
                </a:lnTo>
                <a:lnTo>
                  <a:pt x="7844" y="2600"/>
                </a:lnTo>
                <a:lnTo>
                  <a:pt x="7843" y="2600"/>
                </a:lnTo>
                <a:lnTo>
                  <a:pt x="7843" y="2601"/>
                </a:lnTo>
                <a:lnTo>
                  <a:pt x="7842" y="2601"/>
                </a:lnTo>
                <a:lnTo>
                  <a:pt x="7842" y="2602"/>
                </a:lnTo>
                <a:lnTo>
                  <a:pt x="7842" y="2603"/>
                </a:lnTo>
                <a:lnTo>
                  <a:pt x="7841" y="2603"/>
                </a:lnTo>
                <a:lnTo>
                  <a:pt x="7841" y="2604"/>
                </a:lnTo>
                <a:lnTo>
                  <a:pt x="7841" y="2605"/>
                </a:lnTo>
                <a:lnTo>
                  <a:pt x="7841" y="2606"/>
                </a:lnTo>
                <a:lnTo>
                  <a:pt x="7840" y="2606"/>
                </a:lnTo>
                <a:lnTo>
                  <a:pt x="7841" y="2606"/>
                </a:lnTo>
                <a:lnTo>
                  <a:pt x="7841" y="2607"/>
                </a:lnTo>
                <a:lnTo>
                  <a:pt x="7840" y="2607"/>
                </a:lnTo>
                <a:lnTo>
                  <a:pt x="7840" y="2608"/>
                </a:lnTo>
                <a:lnTo>
                  <a:pt x="7840" y="2610"/>
                </a:lnTo>
                <a:lnTo>
                  <a:pt x="7840" y="2611"/>
                </a:lnTo>
                <a:lnTo>
                  <a:pt x="7840" y="2613"/>
                </a:lnTo>
                <a:lnTo>
                  <a:pt x="7840" y="2614"/>
                </a:lnTo>
                <a:lnTo>
                  <a:pt x="7840" y="2615"/>
                </a:lnTo>
                <a:lnTo>
                  <a:pt x="7839" y="2615"/>
                </a:lnTo>
                <a:lnTo>
                  <a:pt x="7839" y="2616"/>
                </a:lnTo>
                <a:lnTo>
                  <a:pt x="7839" y="2615"/>
                </a:lnTo>
                <a:lnTo>
                  <a:pt x="7838" y="2615"/>
                </a:lnTo>
                <a:lnTo>
                  <a:pt x="7838" y="2616"/>
                </a:lnTo>
                <a:lnTo>
                  <a:pt x="7837" y="2616"/>
                </a:lnTo>
                <a:lnTo>
                  <a:pt x="7837" y="2617"/>
                </a:lnTo>
                <a:lnTo>
                  <a:pt x="7836" y="2617"/>
                </a:lnTo>
                <a:lnTo>
                  <a:pt x="7836" y="2618"/>
                </a:lnTo>
                <a:lnTo>
                  <a:pt x="7835" y="2618"/>
                </a:lnTo>
                <a:lnTo>
                  <a:pt x="7835" y="2619"/>
                </a:lnTo>
                <a:lnTo>
                  <a:pt x="7834" y="2619"/>
                </a:lnTo>
                <a:lnTo>
                  <a:pt x="7834" y="2620"/>
                </a:lnTo>
                <a:lnTo>
                  <a:pt x="7833" y="2620"/>
                </a:lnTo>
                <a:lnTo>
                  <a:pt x="7832" y="2620"/>
                </a:lnTo>
                <a:lnTo>
                  <a:pt x="7832" y="2621"/>
                </a:lnTo>
                <a:lnTo>
                  <a:pt x="7831" y="2621"/>
                </a:lnTo>
                <a:lnTo>
                  <a:pt x="7830" y="2621"/>
                </a:lnTo>
                <a:lnTo>
                  <a:pt x="7830" y="2622"/>
                </a:lnTo>
                <a:lnTo>
                  <a:pt x="7829" y="2623"/>
                </a:lnTo>
                <a:lnTo>
                  <a:pt x="7828" y="2623"/>
                </a:lnTo>
                <a:lnTo>
                  <a:pt x="7827" y="2623"/>
                </a:lnTo>
                <a:lnTo>
                  <a:pt x="7827" y="2624"/>
                </a:lnTo>
                <a:lnTo>
                  <a:pt x="7826" y="2624"/>
                </a:lnTo>
                <a:lnTo>
                  <a:pt x="7825" y="2624"/>
                </a:lnTo>
                <a:lnTo>
                  <a:pt x="7825" y="2625"/>
                </a:lnTo>
                <a:lnTo>
                  <a:pt x="7824" y="2625"/>
                </a:lnTo>
                <a:lnTo>
                  <a:pt x="7825" y="2625"/>
                </a:lnTo>
                <a:lnTo>
                  <a:pt x="7824" y="2626"/>
                </a:lnTo>
                <a:lnTo>
                  <a:pt x="7823" y="2627"/>
                </a:lnTo>
                <a:lnTo>
                  <a:pt x="7823" y="2628"/>
                </a:lnTo>
                <a:lnTo>
                  <a:pt x="7823" y="2627"/>
                </a:lnTo>
                <a:lnTo>
                  <a:pt x="7822" y="2627"/>
                </a:lnTo>
                <a:lnTo>
                  <a:pt x="7822" y="2628"/>
                </a:lnTo>
                <a:lnTo>
                  <a:pt x="7823" y="2628"/>
                </a:lnTo>
                <a:lnTo>
                  <a:pt x="7822" y="2628"/>
                </a:lnTo>
                <a:lnTo>
                  <a:pt x="7822" y="2629"/>
                </a:lnTo>
                <a:lnTo>
                  <a:pt x="7822" y="2630"/>
                </a:lnTo>
                <a:lnTo>
                  <a:pt x="7821" y="2631"/>
                </a:lnTo>
                <a:lnTo>
                  <a:pt x="7821" y="2632"/>
                </a:lnTo>
                <a:lnTo>
                  <a:pt x="7821" y="2634"/>
                </a:lnTo>
                <a:lnTo>
                  <a:pt x="7822" y="2634"/>
                </a:lnTo>
                <a:lnTo>
                  <a:pt x="7822" y="2635"/>
                </a:lnTo>
                <a:lnTo>
                  <a:pt x="7822" y="2636"/>
                </a:lnTo>
                <a:lnTo>
                  <a:pt x="7821" y="2636"/>
                </a:lnTo>
                <a:lnTo>
                  <a:pt x="7821" y="2637"/>
                </a:lnTo>
                <a:lnTo>
                  <a:pt x="7821" y="2638"/>
                </a:lnTo>
                <a:lnTo>
                  <a:pt x="7821" y="2637"/>
                </a:lnTo>
                <a:lnTo>
                  <a:pt x="7820" y="2637"/>
                </a:lnTo>
                <a:lnTo>
                  <a:pt x="7820" y="2638"/>
                </a:lnTo>
                <a:lnTo>
                  <a:pt x="7819" y="2639"/>
                </a:lnTo>
                <a:lnTo>
                  <a:pt x="7818" y="2639"/>
                </a:lnTo>
                <a:lnTo>
                  <a:pt x="7818" y="2640"/>
                </a:lnTo>
                <a:lnTo>
                  <a:pt x="7817" y="2640"/>
                </a:lnTo>
                <a:lnTo>
                  <a:pt x="7816" y="2641"/>
                </a:lnTo>
                <a:lnTo>
                  <a:pt x="7816" y="2642"/>
                </a:lnTo>
                <a:lnTo>
                  <a:pt x="7816" y="2641"/>
                </a:lnTo>
                <a:lnTo>
                  <a:pt x="7816" y="2642"/>
                </a:lnTo>
                <a:lnTo>
                  <a:pt x="7814" y="2642"/>
                </a:lnTo>
                <a:lnTo>
                  <a:pt x="7814" y="2643"/>
                </a:lnTo>
                <a:lnTo>
                  <a:pt x="7813" y="2643"/>
                </a:lnTo>
                <a:lnTo>
                  <a:pt x="7814" y="2643"/>
                </a:lnTo>
                <a:lnTo>
                  <a:pt x="7813" y="2643"/>
                </a:lnTo>
                <a:lnTo>
                  <a:pt x="7812" y="2644"/>
                </a:lnTo>
                <a:lnTo>
                  <a:pt x="7813" y="2644"/>
                </a:lnTo>
                <a:lnTo>
                  <a:pt x="7813" y="2645"/>
                </a:lnTo>
                <a:lnTo>
                  <a:pt x="7813" y="2646"/>
                </a:lnTo>
                <a:lnTo>
                  <a:pt x="7814" y="2646"/>
                </a:lnTo>
                <a:lnTo>
                  <a:pt x="7814" y="2647"/>
                </a:lnTo>
                <a:lnTo>
                  <a:pt x="7814" y="2648"/>
                </a:lnTo>
                <a:lnTo>
                  <a:pt x="7814" y="2649"/>
                </a:lnTo>
                <a:lnTo>
                  <a:pt x="7814" y="2648"/>
                </a:lnTo>
                <a:lnTo>
                  <a:pt x="7814" y="2649"/>
                </a:lnTo>
                <a:lnTo>
                  <a:pt x="7815" y="2649"/>
                </a:lnTo>
                <a:lnTo>
                  <a:pt x="7815" y="2650"/>
                </a:lnTo>
                <a:lnTo>
                  <a:pt x="7815" y="2651"/>
                </a:lnTo>
                <a:lnTo>
                  <a:pt x="7815" y="2652"/>
                </a:lnTo>
                <a:lnTo>
                  <a:pt x="7814" y="2652"/>
                </a:lnTo>
                <a:lnTo>
                  <a:pt x="7814" y="2653"/>
                </a:lnTo>
                <a:lnTo>
                  <a:pt x="7813" y="2653"/>
                </a:lnTo>
                <a:lnTo>
                  <a:pt x="7812" y="2653"/>
                </a:lnTo>
                <a:lnTo>
                  <a:pt x="7811" y="2653"/>
                </a:lnTo>
                <a:lnTo>
                  <a:pt x="7811" y="2654"/>
                </a:lnTo>
                <a:lnTo>
                  <a:pt x="7811" y="2653"/>
                </a:lnTo>
                <a:lnTo>
                  <a:pt x="7812" y="2653"/>
                </a:lnTo>
                <a:lnTo>
                  <a:pt x="7812" y="2652"/>
                </a:lnTo>
                <a:lnTo>
                  <a:pt x="7812" y="2653"/>
                </a:lnTo>
                <a:lnTo>
                  <a:pt x="7812" y="2652"/>
                </a:lnTo>
                <a:lnTo>
                  <a:pt x="7812" y="2653"/>
                </a:lnTo>
                <a:lnTo>
                  <a:pt x="7813" y="2653"/>
                </a:lnTo>
                <a:lnTo>
                  <a:pt x="7813" y="2652"/>
                </a:lnTo>
                <a:lnTo>
                  <a:pt x="7814" y="2652"/>
                </a:lnTo>
                <a:lnTo>
                  <a:pt x="7815" y="2652"/>
                </a:lnTo>
                <a:lnTo>
                  <a:pt x="7815" y="2651"/>
                </a:lnTo>
                <a:lnTo>
                  <a:pt x="7815" y="2650"/>
                </a:lnTo>
                <a:lnTo>
                  <a:pt x="7815" y="2649"/>
                </a:lnTo>
                <a:lnTo>
                  <a:pt x="7814" y="2649"/>
                </a:lnTo>
                <a:lnTo>
                  <a:pt x="7814" y="2648"/>
                </a:lnTo>
                <a:lnTo>
                  <a:pt x="7814" y="2647"/>
                </a:lnTo>
                <a:lnTo>
                  <a:pt x="7813" y="2646"/>
                </a:lnTo>
                <a:lnTo>
                  <a:pt x="7813" y="2645"/>
                </a:lnTo>
                <a:lnTo>
                  <a:pt x="7812" y="2645"/>
                </a:lnTo>
                <a:lnTo>
                  <a:pt x="7812" y="2644"/>
                </a:lnTo>
                <a:lnTo>
                  <a:pt x="7812" y="2645"/>
                </a:lnTo>
                <a:lnTo>
                  <a:pt x="7811" y="2645"/>
                </a:lnTo>
                <a:lnTo>
                  <a:pt x="7811" y="2646"/>
                </a:lnTo>
                <a:lnTo>
                  <a:pt x="7811" y="2647"/>
                </a:lnTo>
                <a:lnTo>
                  <a:pt x="7810" y="2647"/>
                </a:lnTo>
                <a:lnTo>
                  <a:pt x="7810" y="2648"/>
                </a:lnTo>
                <a:lnTo>
                  <a:pt x="7810" y="2649"/>
                </a:lnTo>
                <a:lnTo>
                  <a:pt x="7810" y="2650"/>
                </a:lnTo>
                <a:lnTo>
                  <a:pt x="7810" y="2651"/>
                </a:lnTo>
                <a:lnTo>
                  <a:pt x="7809" y="2651"/>
                </a:lnTo>
                <a:lnTo>
                  <a:pt x="7809" y="2652"/>
                </a:lnTo>
                <a:lnTo>
                  <a:pt x="7808" y="2652"/>
                </a:lnTo>
                <a:lnTo>
                  <a:pt x="7807" y="2652"/>
                </a:lnTo>
                <a:lnTo>
                  <a:pt x="7806" y="2652"/>
                </a:lnTo>
                <a:lnTo>
                  <a:pt x="7806" y="2653"/>
                </a:lnTo>
                <a:lnTo>
                  <a:pt x="7806" y="2654"/>
                </a:lnTo>
                <a:lnTo>
                  <a:pt x="7805" y="2654"/>
                </a:lnTo>
                <a:lnTo>
                  <a:pt x="7805" y="2655"/>
                </a:lnTo>
                <a:lnTo>
                  <a:pt x="7805" y="2656"/>
                </a:lnTo>
                <a:lnTo>
                  <a:pt x="7804" y="2656"/>
                </a:lnTo>
                <a:lnTo>
                  <a:pt x="7804" y="2657"/>
                </a:lnTo>
                <a:lnTo>
                  <a:pt x="7804" y="2658"/>
                </a:lnTo>
                <a:lnTo>
                  <a:pt x="7804" y="2659"/>
                </a:lnTo>
                <a:lnTo>
                  <a:pt x="7803" y="2659"/>
                </a:lnTo>
                <a:lnTo>
                  <a:pt x="7803" y="2660"/>
                </a:lnTo>
                <a:lnTo>
                  <a:pt x="7802" y="2660"/>
                </a:lnTo>
                <a:lnTo>
                  <a:pt x="7802" y="2661"/>
                </a:lnTo>
                <a:lnTo>
                  <a:pt x="7801" y="2661"/>
                </a:lnTo>
                <a:lnTo>
                  <a:pt x="7800" y="2661"/>
                </a:lnTo>
                <a:lnTo>
                  <a:pt x="7799" y="2662"/>
                </a:lnTo>
                <a:lnTo>
                  <a:pt x="7799" y="2663"/>
                </a:lnTo>
                <a:lnTo>
                  <a:pt x="7799" y="2664"/>
                </a:lnTo>
                <a:lnTo>
                  <a:pt x="7799" y="2665"/>
                </a:lnTo>
                <a:lnTo>
                  <a:pt x="7799" y="2664"/>
                </a:lnTo>
                <a:lnTo>
                  <a:pt x="7800" y="2664"/>
                </a:lnTo>
                <a:lnTo>
                  <a:pt x="7801" y="2664"/>
                </a:lnTo>
                <a:lnTo>
                  <a:pt x="7802" y="2664"/>
                </a:lnTo>
                <a:lnTo>
                  <a:pt x="7803" y="2664"/>
                </a:lnTo>
                <a:lnTo>
                  <a:pt x="7803" y="2663"/>
                </a:lnTo>
                <a:lnTo>
                  <a:pt x="7803" y="2662"/>
                </a:lnTo>
                <a:lnTo>
                  <a:pt x="7804" y="2662"/>
                </a:lnTo>
                <a:lnTo>
                  <a:pt x="7805" y="2662"/>
                </a:lnTo>
                <a:lnTo>
                  <a:pt x="7806" y="2662"/>
                </a:lnTo>
                <a:lnTo>
                  <a:pt x="7806" y="2661"/>
                </a:lnTo>
                <a:lnTo>
                  <a:pt x="7807" y="2661"/>
                </a:lnTo>
                <a:lnTo>
                  <a:pt x="7807" y="2660"/>
                </a:lnTo>
                <a:lnTo>
                  <a:pt x="7808" y="2660"/>
                </a:lnTo>
                <a:lnTo>
                  <a:pt x="7808" y="2659"/>
                </a:lnTo>
                <a:lnTo>
                  <a:pt x="7808" y="2658"/>
                </a:lnTo>
                <a:lnTo>
                  <a:pt x="7808" y="2657"/>
                </a:lnTo>
                <a:lnTo>
                  <a:pt x="7808" y="2656"/>
                </a:lnTo>
                <a:lnTo>
                  <a:pt x="7808" y="2655"/>
                </a:lnTo>
                <a:lnTo>
                  <a:pt x="7807" y="2655"/>
                </a:lnTo>
                <a:lnTo>
                  <a:pt x="7808" y="2655"/>
                </a:lnTo>
                <a:lnTo>
                  <a:pt x="7808" y="2654"/>
                </a:lnTo>
                <a:lnTo>
                  <a:pt x="7807" y="2654"/>
                </a:lnTo>
                <a:lnTo>
                  <a:pt x="7808" y="2654"/>
                </a:lnTo>
                <a:lnTo>
                  <a:pt x="7808" y="2655"/>
                </a:lnTo>
                <a:lnTo>
                  <a:pt x="7807" y="2655"/>
                </a:lnTo>
                <a:lnTo>
                  <a:pt x="7808" y="2655"/>
                </a:lnTo>
                <a:lnTo>
                  <a:pt x="7808" y="2656"/>
                </a:lnTo>
                <a:lnTo>
                  <a:pt x="7808" y="2657"/>
                </a:lnTo>
                <a:lnTo>
                  <a:pt x="7808" y="2658"/>
                </a:lnTo>
                <a:lnTo>
                  <a:pt x="7808" y="2659"/>
                </a:lnTo>
                <a:lnTo>
                  <a:pt x="7808" y="2660"/>
                </a:lnTo>
                <a:lnTo>
                  <a:pt x="7807" y="2661"/>
                </a:lnTo>
                <a:lnTo>
                  <a:pt x="7807" y="2662"/>
                </a:lnTo>
                <a:lnTo>
                  <a:pt x="7806" y="2662"/>
                </a:lnTo>
                <a:lnTo>
                  <a:pt x="7805" y="2662"/>
                </a:lnTo>
                <a:lnTo>
                  <a:pt x="7805" y="2663"/>
                </a:lnTo>
                <a:lnTo>
                  <a:pt x="7804" y="2663"/>
                </a:lnTo>
                <a:lnTo>
                  <a:pt x="7803" y="2664"/>
                </a:lnTo>
                <a:lnTo>
                  <a:pt x="7803" y="2665"/>
                </a:lnTo>
                <a:lnTo>
                  <a:pt x="7804" y="2665"/>
                </a:lnTo>
                <a:lnTo>
                  <a:pt x="7803" y="2665"/>
                </a:lnTo>
                <a:lnTo>
                  <a:pt x="7802" y="2665"/>
                </a:lnTo>
                <a:lnTo>
                  <a:pt x="7801" y="2665"/>
                </a:lnTo>
                <a:lnTo>
                  <a:pt x="7800" y="2665"/>
                </a:lnTo>
                <a:lnTo>
                  <a:pt x="7799" y="2665"/>
                </a:lnTo>
                <a:lnTo>
                  <a:pt x="7799" y="2666"/>
                </a:lnTo>
                <a:lnTo>
                  <a:pt x="7798" y="2666"/>
                </a:lnTo>
                <a:lnTo>
                  <a:pt x="7798" y="2667"/>
                </a:lnTo>
                <a:lnTo>
                  <a:pt x="7798" y="2668"/>
                </a:lnTo>
                <a:lnTo>
                  <a:pt x="7797" y="2668"/>
                </a:lnTo>
                <a:lnTo>
                  <a:pt x="7797" y="2669"/>
                </a:lnTo>
                <a:lnTo>
                  <a:pt x="7796" y="2669"/>
                </a:lnTo>
                <a:lnTo>
                  <a:pt x="7796" y="2670"/>
                </a:lnTo>
                <a:lnTo>
                  <a:pt x="7795" y="2671"/>
                </a:lnTo>
                <a:lnTo>
                  <a:pt x="7795" y="2672"/>
                </a:lnTo>
                <a:lnTo>
                  <a:pt x="7795" y="2673"/>
                </a:lnTo>
                <a:lnTo>
                  <a:pt x="7795" y="2674"/>
                </a:lnTo>
                <a:lnTo>
                  <a:pt x="7796" y="2674"/>
                </a:lnTo>
                <a:lnTo>
                  <a:pt x="7796" y="2675"/>
                </a:lnTo>
                <a:lnTo>
                  <a:pt x="7797" y="2675"/>
                </a:lnTo>
                <a:lnTo>
                  <a:pt x="7797" y="2676"/>
                </a:lnTo>
                <a:lnTo>
                  <a:pt x="7797" y="2677"/>
                </a:lnTo>
                <a:lnTo>
                  <a:pt x="7798" y="2677"/>
                </a:lnTo>
                <a:lnTo>
                  <a:pt x="7798" y="2678"/>
                </a:lnTo>
                <a:lnTo>
                  <a:pt x="7798" y="2679"/>
                </a:lnTo>
                <a:lnTo>
                  <a:pt x="7798" y="2680"/>
                </a:lnTo>
                <a:lnTo>
                  <a:pt x="7797" y="2680"/>
                </a:lnTo>
                <a:lnTo>
                  <a:pt x="7798" y="2680"/>
                </a:lnTo>
                <a:lnTo>
                  <a:pt x="7798" y="2681"/>
                </a:lnTo>
                <a:lnTo>
                  <a:pt x="7798" y="2682"/>
                </a:lnTo>
                <a:lnTo>
                  <a:pt x="7798" y="2683"/>
                </a:lnTo>
                <a:lnTo>
                  <a:pt x="7799" y="2683"/>
                </a:lnTo>
                <a:lnTo>
                  <a:pt x="7799" y="2684"/>
                </a:lnTo>
                <a:lnTo>
                  <a:pt x="7799" y="2685"/>
                </a:lnTo>
                <a:lnTo>
                  <a:pt x="7799" y="2686"/>
                </a:lnTo>
                <a:lnTo>
                  <a:pt x="7799" y="2688"/>
                </a:lnTo>
                <a:lnTo>
                  <a:pt x="7799" y="2689"/>
                </a:lnTo>
                <a:lnTo>
                  <a:pt x="7799" y="2690"/>
                </a:lnTo>
                <a:lnTo>
                  <a:pt x="7799" y="2691"/>
                </a:lnTo>
                <a:lnTo>
                  <a:pt x="7799" y="2692"/>
                </a:lnTo>
                <a:lnTo>
                  <a:pt x="7799" y="2694"/>
                </a:lnTo>
                <a:lnTo>
                  <a:pt x="7799" y="2695"/>
                </a:lnTo>
                <a:lnTo>
                  <a:pt x="7799" y="2696"/>
                </a:lnTo>
                <a:lnTo>
                  <a:pt x="7799" y="2697"/>
                </a:lnTo>
                <a:lnTo>
                  <a:pt x="7799" y="2698"/>
                </a:lnTo>
                <a:lnTo>
                  <a:pt x="7800" y="2698"/>
                </a:lnTo>
                <a:lnTo>
                  <a:pt x="7799" y="2698"/>
                </a:lnTo>
                <a:lnTo>
                  <a:pt x="7800" y="2698"/>
                </a:lnTo>
                <a:lnTo>
                  <a:pt x="7800" y="2699"/>
                </a:lnTo>
                <a:lnTo>
                  <a:pt x="7800" y="2700"/>
                </a:lnTo>
                <a:lnTo>
                  <a:pt x="7800" y="2701"/>
                </a:lnTo>
                <a:lnTo>
                  <a:pt x="7800" y="2700"/>
                </a:lnTo>
                <a:lnTo>
                  <a:pt x="7800" y="2699"/>
                </a:lnTo>
                <a:lnTo>
                  <a:pt x="7799" y="2699"/>
                </a:lnTo>
                <a:lnTo>
                  <a:pt x="7799" y="2700"/>
                </a:lnTo>
                <a:lnTo>
                  <a:pt x="7798" y="2700"/>
                </a:lnTo>
                <a:lnTo>
                  <a:pt x="7798" y="2701"/>
                </a:lnTo>
                <a:lnTo>
                  <a:pt x="7798" y="2702"/>
                </a:lnTo>
                <a:lnTo>
                  <a:pt x="7797" y="2702"/>
                </a:lnTo>
                <a:lnTo>
                  <a:pt x="7797" y="2703"/>
                </a:lnTo>
                <a:lnTo>
                  <a:pt x="7797" y="2704"/>
                </a:lnTo>
                <a:lnTo>
                  <a:pt x="7796" y="2704"/>
                </a:lnTo>
                <a:lnTo>
                  <a:pt x="7796" y="2705"/>
                </a:lnTo>
                <a:lnTo>
                  <a:pt x="7797" y="2705"/>
                </a:lnTo>
                <a:lnTo>
                  <a:pt x="7798" y="2704"/>
                </a:lnTo>
                <a:lnTo>
                  <a:pt x="7799" y="2704"/>
                </a:lnTo>
                <a:lnTo>
                  <a:pt x="7799" y="2703"/>
                </a:lnTo>
                <a:lnTo>
                  <a:pt x="7799" y="2702"/>
                </a:lnTo>
                <a:lnTo>
                  <a:pt x="7799" y="2703"/>
                </a:lnTo>
                <a:lnTo>
                  <a:pt x="7799" y="2704"/>
                </a:lnTo>
                <a:lnTo>
                  <a:pt x="7798" y="2704"/>
                </a:lnTo>
                <a:lnTo>
                  <a:pt x="7798" y="2705"/>
                </a:lnTo>
                <a:lnTo>
                  <a:pt x="7797" y="2705"/>
                </a:lnTo>
                <a:lnTo>
                  <a:pt x="7796" y="2705"/>
                </a:lnTo>
                <a:lnTo>
                  <a:pt x="7795" y="2705"/>
                </a:lnTo>
                <a:lnTo>
                  <a:pt x="7795" y="2706"/>
                </a:lnTo>
                <a:lnTo>
                  <a:pt x="7795" y="2707"/>
                </a:lnTo>
                <a:lnTo>
                  <a:pt x="7794" y="2707"/>
                </a:lnTo>
                <a:lnTo>
                  <a:pt x="7794" y="2708"/>
                </a:lnTo>
                <a:lnTo>
                  <a:pt x="7794" y="2709"/>
                </a:lnTo>
                <a:lnTo>
                  <a:pt x="7793" y="2709"/>
                </a:lnTo>
                <a:lnTo>
                  <a:pt x="7794" y="2709"/>
                </a:lnTo>
                <a:lnTo>
                  <a:pt x="7794" y="2710"/>
                </a:lnTo>
                <a:lnTo>
                  <a:pt x="7794" y="2711"/>
                </a:lnTo>
                <a:lnTo>
                  <a:pt x="7794" y="2712"/>
                </a:lnTo>
                <a:lnTo>
                  <a:pt x="7794" y="2711"/>
                </a:lnTo>
                <a:lnTo>
                  <a:pt x="7794" y="2712"/>
                </a:lnTo>
                <a:lnTo>
                  <a:pt x="7795" y="2712"/>
                </a:lnTo>
                <a:lnTo>
                  <a:pt x="7795" y="2713"/>
                </a:lnTo>
                <a:lnTo>
                  <a:pt x="7796" y="2713"/>
                </a:lnTo>
                <a:lnTo>
                  <a:pt x="7797" y="2714"/>
                </a:lnTo>
                <a:lnTo>
                  <a:pt x="7797" y="2715"/>
                </a:lnTo>
                <a:lnTo>
                  <a:pt x="7798" y="2715"/>
                </a:lnTo>
                <a:lnTo>
                  <a:pt x="7799" y="2715"/>
                </a:lnTo>
                <a:lnTo>
                  <a:pt x="7799" y="2716"/>
                </a:lnTo>
                <a:lnTo>
                  <a:pt x="7800" y="2716"/>
                </a:lnTo>
                <a:lnTo>
                  <a:pt x="7800" y="2717"/>
                </a:lnTo>
                <a:lnTo>
                  <a:pt x="7801" y="2717"/>
                </a:lnTo>
                <a:lnTo>
                  <a:pt x="7801" y="2718"/>
                </a:lnTo>
                <a:lnTo>
                  <a:pt x="7801" y="2719"/>
                </a:lnTo>
                <a:lnTo>
                  <a:pt x="7801" y="2720"/>
                </a:lnTo>
                <a:lnTo>
                  <a:pt x="7802" y="2720"/>
                </a:lnTo>
                <a:lnTo>
                  <a:pt x="7802" y="2721"/>
                </a:lnTo>
                <a:lnTo>
                  <a:pt x="7803" y="2722"/>
                </a:lnTo>
                <a:lnTo>
                  <a:pt x="7804" y="2722"/>
                </a:lnTo>
                <a:lnTo>
                  <a:pt x="7805" y="2723"/>
                </a:lnTo>
                <a:lnTo>
                  <a:pt x="7806" y="2723"/>
                </a:lnTo>
                <a:lnTo>
                  <a:pt x="7805" y="2722"/>
                </a:lnTo>
                <a:lnTo>
                  <a:pt x="7805" y="2721"/>
                </a:lnTo>
                <a:lnTo>
                  <a:pt x="7804" y="2721"/>
                </a:lnTo>
                <a:lnTo>
                  <a:pt x="7804" y="2720"/>
                </a:lnTo>
                <a:lnTo>
                  <a:pt x="7803" y="2720"/>
                </a:lnTo>
                <a:lnTo>
                  <a:pt x="7803" y="2719"/>
                </a:lnTo>
                <a:lnTo>
                  <a:pt x="7804" y="2719"/>
                </a:lnTo>
                <a:lnTo>
                  <a:pt x="7804" y="2718"/>
                </a:lnTo>
                <a:lnTo>
                  <a:pt x="7803" y="2718"/>
                </a:lnTo>
                <a:lnTo>
                  <a:pt x="7803" y="2717"/>
                </a:lnTo>
                <a:lnTo>
                  <a:pt x="7803" y="2716"/>
                </a:lnTo>
                <a:lnTo>
                  <a:pt x="7803" y="2715"/>
                </a:lnTo>
                <a:lnTo>
                  <a:pt x="7802" y="2715"/>
                </a:lnTo>
                <a:lnTo>
                  <a:pt x="7802" y="2714"/>
                </a:lnTo>
                <a:lnTo>
                  <a:pt x="7800" y="2714"/>
                </a:lnTo>
                <a:lnTo>
                  <a:pt x="7799" y="2714"/>
                </a:lnTo>
                <a:lnTo>
                  <a:pt x="7799" y="2713"/>
                </a:lnTo>
                <a:lnTo>
                  <a:pt x="7799" y="2712"/>
                </a:lnTo>
                <a:lnTo>
                  <a:pt x="7799" y="2713"/>
                </a:lnTo>
                <a:lnTo>
                  <a:pt x="7800" y="2714"/>
                </a:lnTo>
                <a:lnTo>
                  <a:pt x="7801" y="2714"/>
                </a:lnTo>
                <a:lnTo>
                  <a:pt x="7802" y="2714"/>
                </a:lnTo>
                <a:lnTo>
                  <a:pt x="7802" y="2715"/>
                </a:lnTo>
                <a:lnTo>
                  <a:pt x="7803" y="2715"/>
                </a:lnTo>
                <a:lnTo>
                  <a:pt x="7803" y="2716"/>
                </a:lnTo>
                <a:lnTo>
                  <a:pt x="7803" y="2717"/>
                </a:lnTo>
                <a:lnTo>
                  <a:pt x="7803" y="2718"/>
                </a:lnTo>
                <a:lnTo>
                  <a:pt x="7804" y="2718"/>
                </a:lnTo>
                <a:lnTo>
                  <a:pt x="7804" y="2719"/>
                </a:lnTo>
                <a:lnTo>
                  <a:pt x="7803" y="2719"/>
                </a:lnTo>
                <a:lnTo>
                  <a:pt x="7803" y="2720"/>
                </a:lnTo>
                <a:lnTo>
                  <a:pt x="7804" y="2720"/>
                </a:lnTo>
                <a:lnTo>
                  <a:pt x="7805" y="2721"/>
                </a:lnTo>
                <a:lnTo>
                  <a:pt x="7806" y="2722"/>
                </a:lnTo>
                <a:lnTo>
                  <a:pt x="7807" y="2722"/>
                </a:lnTo>
                <a:lnTo>
                  <a:pt x="7807" y="2721"/>
                </a:lnTo>
                <a:lnTo>
                  <a:pt x="7807" y="2720"/>
                </a:lnTo>
                <a:lnTo>
                  <a:pt x="7807" y="2719"/>
                </a:lnTo>
                <a:lnTo>
                  <a:pt x="7807" y="2718"/>
                </a:lnTo>
                <a:lnTo>
                  <a:pt x="7807" y="2717"/>
                </a:lnTo>
                <a:lnTo>
                  <a:pt x="7807" y="2716"/>
                </a:lnTo>
                <a:lnTo>
                  <a:pt x="7807" y="2715"/>
                </a:lnTo>
                <a:lnTo>
                  <a:pt x="7806" y="2715"/>
                </a:lnTo>
                <a:lnTo>
                  <a:pt x="7806" y="2714"/>
                </a:lnTo>
                <a:lnTo>
                  <a:pt x="7805" y="2714"/>
                </a:lnTo>
                <a:lnTo>
                  <a:pt x="7806" y="2714"/>
                </a:lnTo>
                <a:lnTo>
                  <a:pt x="7806" y="2715"/>
                </a:lnTo>
                <a:lnTo>
                  <a:pt x="7807" y="2715"/>
                </a:lnTo>
                <a:lnTo>
                  <a:pt x="7807" y="2716"/>
                </a:lnTo>
                <a:lnTo>
                  <a:pt x="7807" y="2718"/>
                </a:lnTo>
                <a:lnTo>
                  <a:pt x="7807" y="2720"/>
                </a:lnTo>
                <a:lnTo>
                  <a:pt x="7808" y="2720"/>
                </a:lnTo>
                <a:lnTo>
                  <a:pt x="7809" y="2720"/>
                </a:lnTo>
                <a:lnTo>
                  <a:pt x="7810" y="2722"/>
                </a:lnTo>
                <a:lnTo>
                  <a:pt x="7811" y="2723"/>
                </a:lnTo>
                <a:lnTo>
                  <a:pt x="7812" y="2723"/>
                </a:lnTo>
                <a:lnTo>
                  <a:pt x="7813" y="2723"/>
                </a:lnTo>
                <a:lnTo>
                  <a:pt x="7813" y="2724"/>
                </a:lnTo>
                <a:lnTo>
                  <a:pt x="7813" y="2725"/>
                </a:lnTo>
                <a:lnTo>
                  <a:pt x="7813" y="2726"/>
                </a:lnTo>
                <a:lnTo>
                  <a:pt x="7813" y="2727"/>
                </a:lnTo>
                <a:lnTo>
                  <a:pt x="7813" y="2728"/>
                </a:lnTo>
                <a:lnTo>
                  <a:pt x="7810" y="2729"/>
                </a:lnTo>
                <a:lnTo>
                  <a:pt x="7808" y="2729"/>
                </a:lnTo>
                <a:lnTo>
                  <a:pt x="7807" y="2729"/>
                </a:lnTo>
                <a:lnTo>
                  <a:pt x="7806" y="2729"/>
                </a:lnTo>
                <a:lnTo>
                  <a:pt x="7804" y="2729"/>
                </a:lnTo>
                <a:lnTo>
                  <a:pt x="7803" y="2729"/>
                </a:lnTo>
                <a:lnTo>
                  <a:pt x="7801" y="2729"/>
                </a:lnTo>
                <a:lnTo>
                  <a:pt x="7800" y="2729"/>
                </a:lnTo>
                <a:lnTo>
                  <a:pt x="7799" y="2729"/>
                </a:lnTo>
                <a:lnTo>
                  <a:pt x="7795" y="2730"/>
                </a:lnTo>
                <a:lnTo>
                  <a:pt x="7793" y="2730"/>
                </a:lnTo>
                <a:lnTo>
                  <a:pt x="7791" y="2730"/>
                </a:lnTo>
                <a:lnTo>
                  <a:pt x="7791" y="2729"/>
                </a:lnTo>
                <a:lnTo>
                  <a:pt x="7791" y="2728"/>
                </a:lnTo>
                <a:lnTo>
                  <a:pt x="7791" y="2727"/>
                </a:lnTo>
                <a:lnTo>
                  <a:pt x="7791" y="2726"/>
                </a:lnTo>
                <a:lnTo>
                  <a:pt x="7790" y="2726"/>
                </a:lnTo>
                <a:lnTo>
                  <a:pt x="7790" y="2725"/>
                </a:lnTo>
                <a:lnTo>
                  <a:pt x="7790" y="2724"/>
                </a:lnTo>
                <a:lnTo>
                  <a:pt x="7790" y="2723"/>
                </a:lnTo>
                <a:lnTo>
                  <a:pt x="7789" y="2723"/>
                </a:lnTo>
                <a:lnTo>
                  <a:pt x="7789" y="2722"/>
                </a:lnTo>
                <a:lnTo>
                  <a:pt x="7789" y="2721"/>
                </a:lnTo>
                <a:lnTo>
                  <a:pt x="7789" y="2720"/>
                </a:lnTo>
                <a:lnTo>
                  <a:pt x="7789" y="2719"/>
                </a:lnTo>
                <a:lnTo>
                  <a:pt x="7788" y="2719"/>
                </a:lnTo>
                <a:lnTo>
                  <a:pt x="7789" y="2719"/>
                </a:lnTo>
                <a:lnTo>
                  <a:pt x="7789" y="2715"/>
                </a:lnTo>
                <a:lnTo>
                  <a:pt x="7789" y="2714"/>
                </a:lnTo>
                <a:lnTo>
                  <a:pt x="7789" y="2713"/>
                </a:lnTo>
                <a:lnTo>
                  <a:pt x="7788" y="2712"/>
                </a:lnTo>
                <a:lnTo>
                  <a:pt x="7788" y="2710"/>
                </a:lnTo>
                <a:lnTo>
                  <a:pt x="7789" y="2710"/>
                </a:lnTo>
                <a:lnTo>
                  <a:pt x="7789" y="2709"/>
                </a:lnTo>
                <a:lnTo>
                  <a:pt x="7789" y="2708"/>
                </a:lnTo>
                <a:lnTo>
                  <a:pt x="7788" y="2707"/>
                </a:lnTo>
                <a:lnTo>
                  <a:pt x="7788" y="2708"/>
                </a:lnTo>
                <a:lnTo>
                  <a:pt x="7787" y="2707"/>
                </a:lnTo>
                <a:lnTo>
                  <a:pt x="7786" y="2707"/>
                </a:lnTo>
                <a:lnTo>
                  <a:pt x="7785" y="2707"/>
                </a:lnTo>
                <a:lnTo>
                  <a:pt x="7785" y="2708"/>
                </a:lnTo>
                <a:lnTo>
                  <a:pt x="7784" y="2708"/>
                </a:lnTo>
                <a:lnTo>
                  <a:pt x="7783" y="2708"/>
                </a:lnTo>
                <a:lnTo>
                  <a:pt x="7782" y="2709"/>
                </a:lnTo>
                <a:lnTo>
                  <a:pt x="7781" y="2710"/>
                </a:lnTo>
                <a:lnTo>
                  <a:pt x="7781" y="2711"/>
                </a:lnTo>
                <a:lnTo>
                  <a:pt x="7780" y="2711"/>
                </a:lnTo>
                <a:lnTo>
                  <a:pt x="7780" y="2712"/>
                </a:lnTo>
                <a:lnTo>
                  <a:pt x="7780" y="2713"/>
                </a:lnTo>
                <a:lnTo>
                  <a:pt x="7780" y="2714"/>
                </a:lnTo>
                <a:lnTo>
                  <a:pt x="7780" y="2715"/>
                </a:lnTo>
                <a:lnTo>
                  <a:pt x="7780" y="2716"/>
                </a:lnTo>
                <a:lnTo>
                  <a:pt x="7780" y="2717"/>
                </a:lnTo>
                <a:lnTo>
                  <a:pt x="7780" y="2718"/>
                </a:lnTo>
                <a:lnTo>
                  <a:pt x="7781" y="2719"/>
                </a:lnTo>
                <a:lnTo>
                  <a:pt x="7781" y="2720"/>
                </a:lnTo>
                <a:lnTo>
                  <a:pt x="7781" y="2721"/>
                </a:lnTo>
                <a:lnTo>
                  <a:pt x="7781" y="2722"/>
                </a:lnTo>
                <a:lnTo>
                  <a:pt x="7782" y="2722"/>
                </a:lnTo>
                <a:lnTo>
                  <a:pt x="7782" y="2723"/>
                </a:lnTo>
                <a:lnTo>
                  <a:pt x="7782" y="2724"/>
                </a:lnTo>
                <a:lnTo>
                  <a:pt x="7782" y="2725"/>
                </a:lnTo>
                <a:lnTo>
                  <a:pt x="7782" y="2726"/>
                </a:lnTo>
                <a:lnTo>
                  <a:pt x="7781" y="2726"/>
                </a:lnTo>
                <a:lnTo>
                  <a:pt x="7782" y="2726"/>
                </a:lnTo>
                <a:lnTo>
                  <a:pt x="7782" y="2727"/>
                </a:lnTo>
                <a:lnTo>
                  <a:pt x="7781" y="2727"/>
                </a:lnTo>
                <a:lnTo>
                  <a:pt x="7781" y="2728"/>
                </a:lnTo>
                <a:lnTo>
                  <a:pt x="7780" y="2728"/>
                </a:lnTo>
                <a:lnTo>
                  <a:pt x="7780" y="2729"/>
                </a:lnTo>
                <a:lnTo>
                  <a:pt x="7779" y="2730"/>
                </a:lnTo>
                <a:lnTo>
                  <a:pt x="7778" y="2730"/>
                </a:lnTo>
                <a:lnTo>
                  <a:pt x="7778" y="2731"/>
                </a:lnTo>
                <a:lnTo>
                  <a:pt x="7775" y="2731"/>
                </a:lnTo>
                <a:lnTo>
                  <a:pt x="7774" y="2731"/>
                </a:lnTo>
                <a:lnTo>
                  <a:pt x="7774" y="2734"/>
                </a:lnTo>
                <a:lnTo>
                  <a:pt x="7771" y="2731"/>
                </a:lnTo>
                <a:lnTo>
                  <a:pt x="7770" y="2730"/>
                </a:lnTo>
                <a:lnTo>
                  <a:pt x="7769" y="2730"/>
                </a:lnTo>
                <a:lnTo>
                  <a:pt x="7770" y="2731"/>
                </a:lnTo>
                <a:lnTo>
                  <a:pt x="7769" y="2732"/>
                </a:lnTo>
                <a:lnTo>
                  <a:pt x="7768" y="2732"/>
                </a:lnTo>
                <a:lnTo>
                  <a:pt x="7768" y="2733"/>
                </a:lnTo>
                <a:lnTo>
                  <a:pt x="7766" y="2733"/>
                </a:lnTo>
                <a:lnTo>
                  <a:pt x="7764" y="2734"/>
                </a:lnTo>
                <a:lnTo>
                  <a:pt x="7764" y="2733"/>
                </a:lnTo>
                <a:lnTo>
                  <a:pt x="7759" y="2737"/>
                </a:lnTo>
                <a:lnTo>
                  <a:pt x="7758" y="2737"/>
                </a:lnTo>
                <a:lnTo>
                  <a:pt x="7757" y="2738"/>
                </a:lnTo>
                <a:lnTo>
                  <a:pt x="7757" y="2739"/>
                </a:lnTo>
                <a:lnTo>
                  <a:pt x="7756" y="2739"/>
                </a:lnTo>
                <a:lnTo>
                  <a:pt x="7755" y="2739"/>
                </a:lnTo>
                <a:lnTo>
                  <a:pt x="7755" y="2740"/>
                </a:lnTo>
                <a:lnTo>
                  <a:pt x="7751" y="2742"/>
                </a:lnTo>
                <a:lnTo>
                  <a:pt x="7749" y="2742"/>
                </a:lnTo>
                <a:lnTo>
                  <a:pt x="7745" y="2741"/>
                </a:lnTo>
                <a:lnTo>
                  <a:pt x="7742" y="2740"/>
                </a:lnTo>
                <a:lnTo>
                  <a:pt x="7742" y="2739"/>
                </a:lnTo>
                <a:lnTo>
                  <a:pt x="7741" y="2740"/>
                </a:lnTo>
                <a:lnTo>
                  <a:pt x="7740" y="2740"/>
                </a:lnTo>
                <a:lnTo>
                  <a:pt x="7737" y="2740"/>
                </a:lnTo>
                <a:lnTo>
                  <a:pt x="7736" y="2741"/>
                </a:lnTo>
                <a:lnTo>
                  <a:pt x="7735" y="2740"/>
                </a:lnTo>
                <a:lnTo>
                  <a:pt x="7734" y="2740"/>
                </a:lnTo>
                <a:lnTo>
                  <a:pt x="7733" y="2740"/>
                </a:lnTo>
                <a:lnTo>
                  <a:pt x="7732" y="2740"/>
                </a:lnTo>
                <a:lnTo>
                  <a:pt x="7732" y="2741"/>
                </a:lnTo>
                <a:lnTo>
                  <a:pt x="7731" y="2741"/>
                </a:lnTo>
                <a:lnTo>
                  <a:pt x="7729" y="2741"/>
                </a:lnTo>
                <a:lnTo>
                  <a:pt x="7727" y="2741"/>
                </a:lnTo>
                <a:lnTo>
                  <a:pt x="7726" y="2741"/>
                </a:lnTo>
                <a:lnTo>
                  <a:pt x="7725" y="2741"/>
                </a:lnTo>
                <a:lnTo>
                  <a:pt x="7724" y="2741"/>
                </a:lnTo>
                <a:lnTo>
                  <a:pt x="7724" y="2740"/>
                </a:lnTo>
                <a:lnTo>
                  <a:pt x="7725" y="2740"/>
                </a:lnTo>
                <a:lnTo>
                  <a:pt x="7725" y="2739"/>
                </a:lnTo>
                <a:lnTo>
                  <a:pt x="7725" y="2738"/>
                </a:lnTo>
                <a:lnTo>
                  <a:pt x="7724" y="2739"/>
                </a:lnTo>
                <a:lnTo>
                  <a:pt x="7723" y="2740"/>
                </a:lnTo>
                <a:lnTo>
                  <a:pt x="7722" y="2740"/>
                </a:lnTo>
                <a:lnTo>
                  <a:pt x="7720" y="2741"/>
                </a:lnTo>
                <a:lnTo>
                  <a:pt x="7719" y="2742"/>
                </a:lnTo>
                <a:lnTo>
                  <a:pt x="7717" y="2743"/>
                </a:lnTo>
                <a:lnTo>
                  <a:pt x="7716" y="2744"/>
                </a:lnTo>
                <a:lnTo>
                  <a:pt x="7715" y="2744"/>
                </a:lnTo>
                <a:lnTo>
                  <a:pt x="7714" y="2744"/>
                </a:lnTo>
                <a:lnTo>
                  <a:pt x="7712" y="2745"/>
                </a:lnTo>
                <a:lnTo>
                  <a:pt x="7711" y="2745"/>
                </a:lnTo>
                <a:lnTo>
                  <a:pt x="7710" y="2745"/>
                </a:lnTo>
                <a:lnTo>
                  <a:pt x="7709" y="2745"/>
                </a:lnTo>
                <a:lnTo>
                  <a:pt x="7703" y="2748"/>
                </a:lnTo>
                <a:lnTo>
                  <a:pt x="7701" y="2746"/>
                </a:lnTo>
                <a:lnTo>
                  <a:pt x="7700" y="2746"/>
                </a:lnTo>
                <a:lnTo>
                  <a:pt x="7699" y="2745"/>
                </a:lnTo>
                <a:lnTo>
                  <a:pt x="7697" y="2744"/>
                </a:lnTo>
                <a:lnTo>
                  <a:pt x="7696" y="2744"/>
                </a:lnTo>
                <a:lnTo>
                  <a:pt x="7696" y="2743"/>
                </a:lnTo>
                <a:lnTo>
                  <a:pt x="7696" y="2742"/>
                </a:lnTo>
                <a:lnTo>
                  <a:pt x="7695" y="2741"/>
                </a:lnTo>
                <a:lnTo>
                  <a:pt x="7694" y="2741"/>
                </a:lnTo>
                <a:lnTo>
                  <a:pt x="7693" y="2741"/>
                </a:lnTo>
                <a:lnTo>
                  <a:pt x="7695" y="2744"/>
                </a:lnTo>
                <a:lnTo>
                  <a:pt x="7695" y="2745"/>
                </a:lnTo>
                <a:lnTo>
                  <a:pt x="7695" y="2746"/>
                </a:lnTo>
                <a:lnTo>
                  <a:pt x="7693" y="2746"/>
                </a:lnTo>
                <a:lnTo>
                  <a:pt x="7694" y="2748"/>
                </a:lnTo>
                <a:lnTo>
                  <a:pt x="7694" y="2749"/>
                </a:lnTo>
                <a:lnTo>
                  <a:pt x="7695" y="2750"/>
                </a:lnTo>
                <a:lnTo>
                  <a:pt x="7695" y="2752"/>
                </a:lnTo>
                <a:lnTo>
                  <a:pt x="7695" y="2753"/>
                </a:lnTo>
                <a:lnTo>
                  <a:pt x="7694" y="2753"/>
                </a:lnTo>
                <a:lnTo>
                  <a:pt x="7694" y="2754"/>
                </a:lnTo>
                <a:lnTo>
                  <a:pt x="7693" y="2755"/>
                </a:lnTo>
                <a:lnTo>
                  <a:pt x="7693" y="2757"/>
                </a:lnTo>
                <a:lnTo>
                  <a:pt x="7692" y="2758"/>
                </a:lnTo>
                <a:lnTo>
                  <a:pt x="7690" y="2759"/>
                </a:lnTo>
                <a:lnTo>
                  <a:pt x="7688" y="2760"/>
                </a:lnTo>
                <a:lnTo>
                  <a:pt x="7687" y="2758"/>
                </a:lnTo>
                <a:lnTo>
                  <a:pt x="7686" y="2758"/>
                </a:lnTo>
                <a:lnTo>
                  <a:pt x="7685" y="2758"/>
                </a:lnTo>
                <a:lnTo>
                  <a:pt x="7685" y="2760"/>
                </a:lnTo>
                <a:lnTo>
                  <a:pt x="7685" y="2761"/>
                </a:lnTo>
                <a:lnTo>
                  <a:pt x="7685" y="2762"/>
                </a:lnTo>
                <a:lnTo>
                  <a:pt x="7685" y="2763"/>
                </a:lnTo>
                <a:lnTo>
                  <a:pt x="7684" y="2763"/>
                </a:lnTo>
                <a:lnTo>
                  <a:pt x="7684" y="2764"/>
                </a:lnTo>
                <a:lnTo>
                  <a:pt x="7683" y="2764"/>
                </a:lnTo>
                <a:lnTo>
                  <a:pt x="7683" y="2763"/>
                </a:lnTo>
                <a:lnTo>
                  <a:pt x="7683" y="2761"/>
                </a:lnTo>
                <a:lnTo>
                  <a:pt x="7682" y="2759"/>
                </a:lnTo>
                <a:lnTo>
                  <a:pt x="7681" y="2758"/>
                </a:lnTo>
                <a:lnTo>
                  <a:pt x="7680" y="2758"/>
                </a:lnTo>
                <a:lnTo>
                  <a:pt x="7678" y="2759"/>
                </a:lnTo>
                <a:lnTo>
                  <a:pt x="7678" y="2761"/>
                </a:lnTo>
                <a:lnTo>
                  <a:pt x="7678" y="2762"/>
                </a:lnTo>
                <a:lnTo>
                  <a:pt x="7675" y="2763"/>
                </a:lnTo>
                <a:lnTo>
                  <a:pt x="7675" y="2764"/>
                </a:lnTo>
                <a:lnTo>
                  <a:pt x="7675" y="2765"/>
                </a:lnTo>
                <a:lnTo>
                  <a:pt x="7674" y="2765"/>
                </a:lnTo>
                <a:lnTo>
                  <a:pt x="7673" y="2764"/>
                </a:lnTo>
                <a:lnTo>
                  <a:pt x="7672" y="2766"/>
                </a:lnTo>
                <a:lnTo>
                  <a:pt x="7671" y="2766"/>
                </a:lnTo>
                <a:lnTo>
                  <a:pt x="7670" y="2766"/>
                </a:lnTo>
                <a:lnTo>
                  <a:pt x="7670" y="2767"/>
                </a:lnTo>
                <a:lnTo>
                  <a:pt x="7671" y="2767"/>
                </a:lnTo>
                <a:lnTo>
                  <a:pt x="7672" y="2767"/>
                </a:lnTo>
                <a:lnTo>
                  <a:pt x="7672" y="2768"/>
                </a:lnTo>
                <a:lnTo>
                  <a:pt x="7671" y="2768"/>
                </a:lnTo>
                <a:lnTo>
                  <a:pt x="7670" y="2768"/>
                </a:lnTo>
                <a:lnTo>
                  <a:pt x="7669" y="2768"/>
                </a:lnTo>
                <a:lnTo>
                  <a:pt x="7669" y="2769"/>
                </a:lnTo>
                <a:lnTo>
                  <a:pt x="7668" y="2770"/>
                </a:lnTo>
                <a:lnTo>
                  <a:pt x="7668" y="2771"/>
                </a:lnTo>
                <a:lnTo>
                  <a:pt x="7667" y="2771"/>
                </a:lnTo>
                <a:lnTo>
                  <a:pt x="7667" y="2772"/>
                </a:lnTo>
                <a:lnTo>
                  <a:pt x="7666" y="2772"/>
                </a:lnTo>
                <a:lnTo>
                  <a:pt x="7665" y="2773"/>
                </a:lnTo>
                <a:lnTo>
                  <a:pt x="7664" y="2773"/>
                </a:lnTo>
                <a:lnTo>
                  <a:pt x="7664" y="2772"/>
                </a:lnTo>
                <a:lnTo>
                  <a:pt x="7663" y="2772"/>
                </a:lnTo>
                <a:lnTo>
                  <a:pt x="7662" y="2773"/>
                </a:lnTo>
                <a:lnTo>
                  <a:pt x="7662" y="2774"/>
                </a:lnTo>
                <a:lnTo>
                  <a:pt x="7661" y="2774"/>
                </a:lnTo>
                <a:lnTo>
                  <a:pt x="7660" y="2775"/>
                </a:lnTo>
                <a:lnTo>
                  <a:pt x="7660" y="2774"/>
                </a:lnTo>
                <a:lnTo>
                  <a:pt x="7660" y="2773"/>
                </a:lnTo>
                <a:lnTo>
                  <a:pt x="7660" y="2772"/>
                </a:lnTo>
                <a:lnTo>
                  <a:pt x="7660" y="2769"/>
                </a:lnTo>
                <a:lnTo>
                  <a:pt x="7661" y="2769"/>
                </a:lnTo>
                <a:lnTo>
                  <a:pt x="7662" y="2770"/>
                </a:lnTo>
                <a:lnTo>
                  <a:pt x="7663" y="2770"/>
                </a:lnTo>
                <a:lnTo>
                  <a:pt x="7663" y="2769"/>
                </a:lnTo>
                <a:lnTo>
                  <a:pt x="7663" y="2768"/>
                </a:lnTo>
                <a:lnTo>
                  <a:pt x="7664" y="2768"/>
                </a:lnTo>
                <a:lnTo>
                  <a:pt x="7663" y="2767"/>
                </a:lnTo>
                <a:lnTo>
                  <a:pt x="7662" y="2767"/>
                </a:lnTo>
                <a:lnTo>
                  <a:pt x="7662" y="2768"/>
                </a:lnTo>
                <a:lnTo>
                  <a:pt x="7661" y="2769"/>
                </a:lnTo>
                <a:lnTo>
                  <a:pt x="7660" y="2769"/>
                </a:lnTo>
                <a:lnTo>
                  <a:pt x="7660" y="2767"/>
                </a:lnTo>
                <a:lnTo>
                  <a:pt x="7660" y="2766"/>
                </a:lnTo>
                <a:lnTo>
                  <a:pt x="7660" y="2763"/>
                </a:lnTo>
                <a:lnTo>
                  <a:pt x="7661" y="2762"/>
                </a:lnTo>
                <a:lnTo>
                  <a:pt x="7661" y="2761"/>
                </a:lnTo>
                <a:lnTo>
                  <a:pt x="7660" y="2761"/>
                </a:lnTo>
                <a:lnTo>
                  <a:pt x="7660" y="2760"/>
                </a:lnTo>
                <a:lnTo>
                  <a:pt x="7661" y="2759"/>
                </a:lnTo>
                <a:lnTo>
                  <a:pt x="7660" y="2759"/>
                </a:lnTo>
                <a:lnTo>
                  <a:pt x="7660" y="2760"/>
                </a:lnTo>
                <a:lnTo>
                  <a:pt x="7660" y="2761"/>
                </a:lnTo>
                <a:lnTo>
                  <a:pt x="7659" y="2763"/>
                </a:lnTo>
                <a:lnTo>
                  <a:pt x="7658" y="2763"/>
                </a:lnTo>
                <a:lnTo>
                  <a:pt x="7659" y="2767"/>
                </a:lnTo>
                <a:lnTo>
                  <a:pt x="7659" y="2768"/>
                </a:lnTo>
                <a:lnTo>
                  <a:pt x="7659" y="2770"/>
                </a:lnTo>
                <a:lnTo>
                  <a:pt x="7658" y="2771"/>
                </a:lnTo>
                <a:lnTo>
                  <a:pt x="7657" y="2771"/>
                </a:lnTo>
                <a:lnTo>
                  <a:pt x="7656" y="2771"/>
                </a:lnTo>
                <a:lnTo>
                  <a:pt x="7656" y="2770"/>
                </a:lnTo>
                <a:lnTo>
                  <a:pt x="7652" y="2771"/>
                </a:lnTo>
                <a:lnTo>
                  <a:pt x="7652" y="2770"/>
                </a:lnTo>
                <a:lnTo>
                  <a:pt x="7651" y="2771"/>
                </a:lnTo>
                <a:lnTo>
                  <a:pt x="7650" y="2771"/>
                </a:lnTo>
                <a:lnTo>
                  <a:pt x="7649" y="2771"/>
                </a:lnTo>
                <a:lnTo>
                  <a:pt x="7647" y="2772"/>
                </a:lnTo>
                <a:lnTo>
                  <a:pt x="7646" y="2770"/>
                </a:lnTo>
                <a:lnTo>
                  <a:pt x="7645" y="2770"/>
                </a:lnTo>
                <a:lnTo>
                  <a:pt x="7645" y="2769"/>
                </a:lnTo>
                <a:lnTo>
                  <a:pt x="7643" y="2767"/>
                </a:lnTo>
                <a:lnTo>
                  <a:pt x="7643" y="2766"/>
                </a:lnTo>
                <a:lnTo>
                  <a:pt x="7642" y="2764"/>
                </a:lnTo>
                <a:lnTo>
                  <a:pt x="7641" y="2765"/>
                </a:lnTo>
                <a:lnTo>
                  <a:pt x="7640" y="2765"/>
                </a:lnTo>
                <a:lnTo>
                  <a:pt x="7640" y="2766"/>
                </a:lnTo>
                <a:lnTo>
                  <a:pt x="7641" y="2766"/>
                </a:lnTo>
                <a:lnTo>
                  <a:pt x="7641" y="2767"/>
                </a:lnTo>
                <a:lnTo>
                  <a:pt x="7644" y="2770"/>
                </a:lnTo>
                <a:lnTo>
                  <a:pt x="7644" y="2771"/>
                </a:lnTo>
                <a:lnTo>
                  <a:pt x="7641" y="2772"/>
                </a:lnTo>
                <a:lnTo>
                  <a:pt x="7643" y="2775"/>
                </a:lnTo>
                <a:lnTo>
                  <a:pt x="7642" y="2776"/>
                </a:lnTo>
                <a:lnTo>
                  <a:pt x="7640" y="2775"/>
                </a:lnTo>
                <a:lnTo>
                  <a:pt x="7639" y="2774"/>
                </a:lnTo>
                <a:lnTo>
                  <a:pt x="7637" y="2774"/>
                </a:lnTo>
                <a:lnTo>
                  <a:pt x="7637" y="2775"/>
                </a:lnTo>
                <a:lnTo>
                  <a:pt x="7637" y="2776"/>
                </a:lnTo>
                <a:lnTo>
                  <a:pt x="7637" y="2777"/>
                </a:lnTo>
                <a:lnTo>
                  <a:pt x="7638" y="2777"/>
                </a:lnTo>
                <a:lnTo>
                  <a:pt x="7638" y="2776"/>
                </a:lnTo>
                <a:lnTo>
                  <a:pt x="7639" y="2776"/>
                </a:lnTo>
                <a:lnTo>
                  <a:pt x="7640" y="2776"/>
                </a:lnTo>
                <a:lnTo>
                  <a:pt x="7643" y="2778"/>
                </a:lnTo>
                <a:lnTo>
                  <a:pt x="7642" y="2780"/>
                </a:lnTo>
                <a:lnTo>
                  <a:pt x="7642" y="2781"/>
                </a:lnTo>
                <a:lnTo>
                  <a:pt x="7642" y="2782"/>
                </a:lnTo>
                <a:lnTo>
                  <a:pt x="7643" y="2782"/>
                </a:lnTo>
                <a:lnTo>
                  <a:pt x="7644" y="2783"/>
                </a:lnTo>
                <a:lnTo>
                  <a:pt x="7645" y="2783"/>
                </a:lnTo>
                <a:lnTo>
                  <a:pt x="7645" y="2784"/>
                </a:lnTo>
                <a:lnTo>
                  <a:pt x="7645" y="2785"/>
                </a:lnTo>
                <a:lnTo>
                  <a:pt x="7644" y="2785"/>
                </a:lnTo>
                <a:lnTo>
                  <a:pt x="7644" y="2784"/>
                </a:lnTo>
                <a:lnTo>
                  <a:pt x="7642" y="2784"/>
                </a:lnTo>
                <a:lnTo>
                  <a:pt x="7641" y="2785"/>
                </a:lnTo>
                <a:lnTo>
                  <a:pt x="7639" y="2785"/>
                </a:lnTo>
                <a:lnTo>
                  <a:pt x="7638" y="2785"/>
                </a:lnTo>
                <a:lnTo>
                  <a:pt x="7636" y="2785"/>
                </a:lnTo>
                <a:lnTo>
                  <a:pt x="7635" y="2785"/>
                </a:lnTo>
                <a:lnTo>
                  <a:pt x="7635" y="2786"/>
                </a:lnTo>
                <a:lnTo>
                  <a:pt x="7634" y="2786"/>
                </a:lnTo>
                <a:lnTo>
                  <a:pt x="7634" y="2787"/>
                </a:lnTo>
                <a:lnTo>
                  <a:pt x="7634" y="2788"/>
                </a:lnTo>
                <a:lnTo>
                  <a:pt x="7635" y="2788"/>
                </a:lnTo>
                <a:lnTo>
                  <a:pt x="7636" y="2788"/>
                </a:lnTo>
                <a:lnTo>
                  <a:pt x="7636" y="2789"/>
                </a:lnTo>
                <a:lnTo>
                  <a:pt x="7636" y="2790"/>
                </a:lnTo>
                <a:lnTo>
                  <a:pt x="7635" y="2791"/>
                </a:lnTo>
                <a:lnTo>
                  <a:pt x="7634" y="2791"/>
                </a:lnTo>
                <a:lnTo>
                  <a:pt x="7635" y="2791"/>
                </a:lnTo>
                <a:lnTo>
                  <a:pt x="7634" y="2792"/>
                </a:lnTo>
                <a:lnTo>
                  <a:pt x="7631" y="2792"/>
                </a:lnTo>
                <a:lnTo>
                  <a:pt x="7631" y="2791"/>
                </a:lnTo>
                <a:lnTo>
                  <a:pt x="7630" y="2792"/>
                </a:lnTo>
                <a:lnTo>
                  <a:pt x="7629" y="2791"/>
                </a:lnTo>
                <a:lnTo>
                  <a:pt x="7628" y="2792"/>
                </a:lnTo>
                <a:lnTo>
                  <a:pt x="7627" y="2792"/>
                </a:lnTo>
                <a:lnTo>
                  <a:pt x="7627" y="2793"/>
                </a:lnTo>
                <a:lnTo>
                  <a:pt x="7628" y="2793"/>
                </a:lnTo>
                <a:lnTo>
                  <a:pt x="7628" y="2794"/>
                </a:lnTo>
                <a:lnTo>
                  <a:pt x="7627" y="2794"/>
                </a:lnTo>
                <a:lnTo>
                  <a:pt x="7627" y="2795"/>
                </a:lnTo>
                <a:lnTo>
                  <a:pt x="7626" y="2795"/>
                </a:lnTo>
                <a:lnTo>
                  <a:pt x="7625" y="2796"/>
                </a:lnTo>
                <a:lnTo>
                  <a:pt x="7625" y="2797"/>
                </a:lnTo>
                <a:lnTo>
                  <a:pt x="7625" y="2798"/>
                </a:lnTo>
                <a:lnTo>
                  <a:pt x="7624" y="2798"/>
                </a:lnTo>
                <a:lnTo>
                  <a:pt x="7622" y="2797"/>
                </a:lnTo>
                <a:lnTo>
                  <a:pt x="7622" y="2796"/>
                </a:lnTo>
                <a:lnTo>
                  <a:pt x="7623" y="2795"/>
                </a:lnTo>
                <a:lnTo>
                  <a:pt x="7622" y="2795"/>
                </a:lnTo>
                <a:lnTo>
                  <a:pt x="7619" y="2793"/>
                </a:lnTo>
                <a:lnTo>
                  <a:pt x="7618" y="2792"/>
                </a:lnTo>
                <a:lnTo>
                  <a:pt x="7618" y="2793"/>
                </a:lnTo>
                <a:lnTo>
                  <a:pt x="7617" y="2793"/>
                </a:lnTo>
                <a:lnTo>
                  <a:pt x="7618" y="2796"/>
                </a:lnTo>
                <a:lnTo>
                  <a:pt x="7616" y="2797"/>
                </a:lnTo>
                <a:lnTo>
                  <a:pt x="7614" y="2796"/>
                </a:lnTo>
                <a:lnTo>
                  <a:pt x="7613" y="2796"/>
                </a:lnTo>
                <a:lnTo>
                  <a:pt x="7612" y="2797"/>
                </a:lnTo>
                <a:lnTo>
                  <a:pt x="7611" y="2798"/>
                </a:lnTo>
                <a:lnTo>
                  <a:pt x="7610" y="2797"/>
                </a:lnTo>
                <a:lnTo>
                  <a:pt x="7609" y="2797"/>
                </a:lnTo>
                <a:lnTo>
                  <a:pt x="7608" y="2797"/>
                </a:lnTo>
                <a:lnTo>
                  <a:pt x="7608" y="2798"/>
                </a:lnTo>
                <a:lnTo>
                  <a:pt x="7607" y="2798"/>
                </a:lnTo>
                <a:lnTo>
                  <a:pt x="7606" y="2799"/>
                </a:lnTo>
                <a:lnTo>
                  <a:pt x="7605" y="2799"/>
                </a:lnTo>
                <a:lnTo>
                  <a:pt x="7605" y="2798"/>
                </a:lnTo>
                <a:lnTo>
                  <a:pt x="7605" y="2796"/>
                </a:lnTo>
                <a:lnTo>
                  <a:pt x="7604" y="2796"/>
                </a:lnTo>
                <a:lnTo>
                  <a:pt x="7604" y="2795"/>
                </a:lnTo>
                <a:lnTo>
                  <a:pt x="7604" y="2797"/>
                </a:lnTo>
                <a:lnTo>
                  <a:pt x="7603" y="2798"/>
                </a:lnTo>
                <a:lnTo>
                  <a:pt x="7603" y="2799"/>
                </a:lnTo>
                <a:lnTo>
                  <a:pt x="7602" y="2800"/>
                </a:lnTo>
                <a:lnTo>
                  <a:pt x="7601" y="2800"/>
                </a:lnTo>
                <a:lnTo>
                  <a:pt x="7600" y="2799"/>
                </a:lnTo>
                <a:lnTo>
                  <a:pt x="7600" y="2800"/>
                </a:lnTo>
                <a:lnTo>
                  <a:pt x="7601" y="2800"/>
                </a:lnTo>
                <a:lnTo>
                  <a:pt x="7602" y="2800"/>
                </a:lnTo>
                <a:lnTo>
                  <a:pt x="7603" y="2800"/>
                </a:lnTo>
                <a:lnTo>
                  <a:pt x="7603" y="2801"/>
                </a:lnTo>
                <a:lnTo>
                  <a:pt x="7604" y="2801"/>
                </a:lnTo>
                <a:lnTo>
                  <a:pt x="7603" y="2802"/>
                </a:lnTo>
                <a:lnTo>
                  <a:pt x="7602" y="2803"/>
                </a:lnTo>
                <a:lnTo>
                  <a:pt x="7602" y="2804"/>
                </a:lnTo>
                <a:lnTo>
                  <a:pt x="7601" y="2804"/>
                </a:lnTo>
                <a:lnTo>
                  <a:pt x="7600" y="2806"/>
                </a:lnTo>
                <a:lnTo>
                  <a:pt x="7600" y="2808"/>
                </a:lnTo>
                <a:lnTo>
                  <a:pt x="7599" y="2808"/>
                </a:lnTo>
                <a:lnTo>
                  <a:pt x="7600" y="2809"/>
                </a:lnTo>
                <a:lnTo>
                  <a:pt x="7600" y="2810"/>
                </a:lnTo>
                <a:lnTo>
                  <a:pt x="7601" y="2810"/>
                </a:lnTo>
                <a:lnTo>
                  <a:pt x="7600" y="2810"/>
                </a:lnTo>
                <a:lnTo>
                  <a:pt x="7601" y="2813"/>
                </a:lnTo>
                <a:lnTo>
                  <a:pt x="7597" y="2814"/>
                </a:lnTo>
                <a:lnTo>
                  <a:pt x="7596" y="2812"/>
                </a:lnTo>
                <a:lnTo>
                  <a:pt x="7596" y="2811"/>
                </a:lnTo>
                <a:lnTo>
                  <a:pt x="7591" y="2814"/>
                </a:lnTo>
                <a:lnTo>
                  <a:pt x="7590" y="2813"/>
                </a:lnTo>
                <a:lnTo>
                  <a:pt x="7586" y="2815"/>
                </a:lnTo>
                <a:lnTo>
                  <a:pt x="7585" y="2815"/>
                </a:lnTo>
                <a:lnTo>
                  <a:pt x="7581" y="2816"/>
                </a:lnTo>
                <a:lnTo>
                  <a:pt x="7582" y="2817"/>
                </a:lnTo>
                <a:lnTo>
                  <a:pt x="7581" y="2818"/>
                </a:lnTo>
                <a:lnTo>
                  <a:pt x="7582" y="2822"/>
                </a:lnTo>
                <a:lnTo>
                  <a:pt x="7580" y="2824"/>
                </a:lnTo>
                <a:lnTo>
                  <a:pt x="7579" y="2824"/>
                </a:lnTo>
                <a:lnTo>
                  <a:pt x="7577" y="2821"/>
                </a:lnTo>
                <a:lnTo>
                  <a:pt x="7576" y="2821"/>
                </a:lnTo>
                <a:lnTo>
                  <a:pt x="7575" y="2823"/>
                </a:lnTo>
                <a:lnTo>
                  <a:pt x="7574" y="2823"/>
                </a:lnTo>
                <a:lnTo>
                  <a:pt x="7577" y="2825"/>
                </a:lnTo>
                <a:lnTo>
                  <a:pt x="7565" y="2834"/>
                </a:lnTo>
                <a:lnTo>
                  <a:pt x="7562" y="2832"/>
                </a:lnTo>
                <a:lnTo>
                  <a:pt x="7562" y="2833"/>
                </a:lnTo>
                <a:lnTo>
                  <a:pt x="7561" y="2835"/>
                </a:lnTo>
                <a:lnTo>
                  <a:pt x="7561" y="2837"/>
                </a:lnTo>
                <a:lnTo>
                  <a:pt x="7560" y="2838"/>
                </a:lnTo>
                <a:lnTo>
                  <a:pt x="7561" y="2838"/>
                </a:lnTo>
                <a:lnTo>
                  <a:pt x="7561" y="2839"/>
                </a:lnTo>
                <a:lnTo>
                  <a:pt x="7560" y="2839"/>
                </a:lnTo>
                <a:lnTo>
                  <a:pt x="7559" y="2839"/>
                </a:lnTo>
                <a:lnTo>
                  <a:pt x="7558" y="2838"/>
                </a:lnTo>
                <a:lnTo>
                  <a:pt x="7558" y="2837"/>
                </a:lnTo>
                <a:lnTo>
                  <a:pt x="7557" y="2837"/>
                </a:lnTo>
                <a:lnTo>
                  <a:pt x="7555" y="2834"/>
                </a:lnTo>
                <a:lnTo>
                  <a:pt x="7555" y="2835"/>
                </a:lnTo>
                <a:lnTo>
                  <a:pt x="7554" y="2835"/>
                </a:lnTo>
                <a:lnTo>
                  <a:pt x="7553" y="2836"/>
                </a:lnTo>
                <a:lnTo>
                  <a:pt x="7554" y="2837"/>
                </a:lnTo>
                <a:lnTo>
                  <a:pt x="7555" y="2837"/>
                </a:lnTo>
                <a:lnTo>
                  <a:pt x="7555" y="2838"/>
                </a:lnTo>
                <a:lnTo>
                  <a:pt x="7554" y="2839"/>
                </a:lnTo>
                <a:lnTo>
                  <a:pt x="7554" y="2841"/>
                </a:lnTo>
                <a:lnTo>
                  <a:pt x="7555" y="2841"/>
                </a:lnTo>
                <a:lnTo>
                  <a:pt x="7554" y="2842"/>
                </a:lnTo>
                <a:lnTo>
                  <a:pt x="7554" y="2844"/>
                </a:lnTo>
                <a:lnTo>
                  <a:pt x="7553" y="2844"/>
                </a:lnTo>
                <a:lnTo>
                  <a:pt x="7553" y="2843"/>
                </a:lnTo>
                <a:lnTo>
                  <a:pt x="7552" y="2843"/>
                </a:lnTo>
                <a:lnTo>
                  <a:pt x="7552" y="2844"/>
                </a:lnTo>
                <a:lnTo>
                  <a:pt x="7551" y="2845"/>
                </a:lnTo>
                <a:lnTo>
                  <a:pt x="7552" y="2846"/>
                </a:lnTo>
                <a:lnTo>
                  <a:pt x="7553" y="2846"/>
                </a:lnTo>
                <a:lnTo>
                  <a:pt x="7553" y="2847"/>
                </a:lnTo>
                <a:lnTo>
                  <a:pt x="7552" y="2847"/>
                </a:lnTo>
                <a:lnTo>
                  <a:pt x="7552" y="2846"/>
                </a:lnTo>
                <a:lnTo>
                  <a:pt x="7551" y="2846"/>
                </a:lnTo>
                <a:lnTo>
                  <a:pt x="7550" y="2846"/>
                </a:lnTo>
                <a:lnTo>
                  <a:pt x="7549" y="2846"/>
                </a:lnTo>
                <a:lnTo>
                  <a:pt x="7550" y="2847"/>
                </a:lnTo>
                <a:lnTo>
                  <a:pt x="7550" y="2848"/>
                </a:lnTo>
                <a:lnTo>
                  <a:pt x="7549" y="2848"/>
                </a:lnTo>
                <a:lnTo>
                  <a:pt x="7548" y="2849"/>
                </a:lnTo>
                <a:lnTo>
                  <a:pt x="7548" y="2850"/>
                </a:lnTo>
                <a:lnTo>
                  <a:pt x="7547" y="2850"/>
                </a:lnTo>
                <a:lnTo>
                  <a:pt x="7547" y="2851"/>
                </a:lnTo>
                <a:lnTo>
                  <a:pt x="7546" y="2851"/>
                </a:lnTo>
                <a:lnTo>
                  <a:pt x="7546" y="2852"/>
                </a:lnTo>
                <a:lnTo>
                  <a:pt x="7545" y="2852"/>
                </a:lnTo>
                <a:lnTo>
                  <a:pt x="7545" y="2851"/>
                </a:lnTo>
                <a:lnTo>
                  <a:pt x="7546" y="2851"/>
                </a:lnTo>
                <a:lnTo>
                  <a:pt x="7546" y="2850"/>
                </a:lnTo>
                <a:lnTo>
                  <a:pt x="7547" y="2849"/>
                </a:lnTo>
                <a:lnTo>
                  <a:pt x="7546" y="2849"/>
                </a:lnTo>
                <a:lnTo>
                  <a:pt x="7546" y="2848"/>
                </a:lnTo>
                <a:lnTo>
                  <a:pt x="7546" y="2847"/>
                </a:lnTo>
                <a:lnTo>
                  <a:pt x="7545" y="2847"/>
                </a:lnTo>
                <a:lnTo>
                  <a:pt x="7545" y="2848"/>
                </a:lnTo>
                <a:lnTo>
                  <a:pt x="7544" y="2848"/>
                </a:lnTo>
                <a:lnTo>
                  <a:pt x="7544" y="2849"/>
                </a:lnTo>
                <a:lnTo>
                  <a:pt x="7545" y="2850"/>
                </a:lnTo>
                <a:lnTo>
                  <a:pt x="7545" y="2853"/>
                </a:lnTo>
                <a:lnTo>
                  <a:pt x="7545" y="2855"/>
                </a:lnTo>
                <a:lnTo>
                  <a:pt x="7545" y="2856"/>
                </a:lnTo>
                <a:lnTo>
                  <a:pt x="7546" y="2857"/>
                </a:lnTo>
                <a:lnTo>
                  <a:pt x="7546" y="2859"/>
                </a:lnTo>
                <a:lnTo>
                  <a:pt x="7545" y="2860"/>
                </a:lnTo>
                <a:lnTo>
                  <a:pt x="7544" y="2857"/>
                </a:lnTo>
                <a:lnTo>
                  <a:pt x="7540" y="2862"/>
                </a:lnTo>
                <a:lnTo>
                  <a:pt x="7539" y="2863"/>
                </a:lnTo>
                <a:lnTo>
                  <a:pt x="7538" y="2864"/>
                </a:lnTo>
                <a:lnTo>
                  <a:pt x="7537" y="2863"/>
                </a:lnTo>
                <a:lnTo>
                  <a:pt x="7536" y="2863"/>
                </a:lnTo>
                <a:lnTo>
                  <a:pt x="7537" y="2865"/>
                </a:lnTo>
                <a:lnTo>
                  <a:pt x="7537" y="2866"/>
                </a:lnTo>
                <a:lnTo>
                  <a:pt x="7536" y="2867"/>
                </a:lnTo>
                <a:lnTo>
                  <a:pt x="7535" y="2867"/>
                </a:lnTo>
                <a:lnTo>
                  <a:pt x="7534" y="2867"/>
                </a:lnTo>
                <a:lnTo>
                  <a:pt x="7532" y="2867"/>
                </a:lnTo>
                <a:lnTo>
                  <a:pt x="7530" y="2868"/>
                </a:lnTo>
                <a:lnTo>
                  <a:pt x="7529" y="2865"/>
                </a:lnTo>
                <a:lnTo>
                  <a:pt x="7527" y="2865"/>
                </a:lnTo>
                <a:lnTo>
                  <a:pt x="7522" y="2866"/>
                </a:lnTo>
                <a:lnTo>
                  <a:pt x="7520" y="2867"/>
                </a:lnTo>
                <a:lnTo>
                  <a:pt x="7519" y="2867"/>
                </a:lnTo>
                <a:lnTo>
                  <a:pt x="7519" y="2869"/>
                </a:lnTo>
                <a:lnTo>
                  <a:pt x="7519" y="2870"/>
                </a:lnTo>
                <a:lnTo>
                  <a:pt x="7515" y="2874"/>
                </a:lnTo>
                <a:lnTo>
                  <a:pt x="7513" y="2875"/>
                </a:lnTo>
                <a:lnTo>
                  <a:pt x="7512" y="2875"/>
                </a:lnTo>
                <a:lnTo>
                  <a:pt x="7512" y="2876"/>
                </a:lnTo>
                <a:lnTo>
                  <a:pt x="7513" y="2877"/>
                </a:lnTo>
                <a:lnTo>
                  <a:pt x="7514" y="2878"/>
                </a:lnTo>
                <a:lnTo>
                  <a:pt x="7509" y="2882"/>
                </a:lnTo>
                <a:lnTo>
                  <a:pt x="7508" y="2881"/>
                </a:lnTo>
                <a:lnTo>
                  <a:pt x="7508" y="2882"/>
                </a:lnTo>
                <a:lnTo>
                  <a:pt x="7511" y="2884"/>
                </a:lnTo>
                <a:lnTo>
                  <a:pt x="7511" y="2886"/>
                </a:lnTo>
                <a:lnTo>
                  <a:pt x="7510" y="2886"/>
                </a:lnTo>
                <a:lnTo>
                  <a:pt x="7509" y="2886"/>
                </a:lnTo>
                <a:lnTo>
                  <a:pt x="7507" y="2884"/>
                </a:lnTo>
                <a:lnTo>
                  <a:pt x="7506" y="2885"/>
                </a:lnTo>
                <a:lnTo>
                  <a:pt x="7504" y="2890"/>
                </a:lnTo>
                <a:lnTo>
                  <a:pt x="7502" y="2890"/>
                </a:lnTo>
                <a:lnTo>
                  <a:pt x="7500" y="2889"/>
                </a:lnTo>
                <a:lnTo>
                  <a:pt x="7499" y="2889"/>
                </a:lnTo>
                <a:lnTo>
                  <a:pt x="7500" y="2890"/>
                </a:lnTo>
                <a:lnTo>
                  <a:pt x="7501" y="2891"/>
                </a:lnTo>
                <a:lnTo>
                  <a:pt x="7503" y="2891"/>
                </a:lnTo>
                <a:lnTo>
                  <a:pt x="7503" y="2892"/>
                </a:lnTo>
                <a:lnTo>
                  <a:pt x="7504" y="2892"/>
                </a:lnTo>
                <a:lnTo>
                  <a:pt x="7504" y="2893"/>
                </a:lnTo>
                <a:lnTo>
                  <a:pt x="7503" y="2894"/>
                </a:lnTo>
                <a:lnTo>
                  <a:pt x="7502" y="2896"/>
                </a:lnTo>
                <a:lnTo>
                  <a:pt x="7502" y="2897"/>
                </a:lnTo>
                <a:lnTo>
                  <a:pt x="7501" y="2897"/>
                </a:lnTo>
                <a:lnTo>
                  <a:pt x="7501" y="2899"/>
                </a:lnTo>
                <a:lnTo>
                  <a:pt x="7502" y="2900"/>
                </a:lnTo>
                <a:lnTo>
                  <a:pt x="7501" y="2901"/>
                </a:lnTo>
                <a:lnTo>
                  <a:pt x="7500" y="2900"/>
                </a:lnTo>
                <a:lnTo>
                  <a:pt x="7499" y="2900"/>
                </a:lnTo>
                <a:lnTo>
                  <a:pt x="7499" y="2901"/>
                </a:lnTo>
                <a:lnTo>
                  <a:pt x="7498" y="2901"/>
                </a:lnTo>
                <a:lnTo>
                  <a:pt x="7498" y="2902"/>
                </a:lnTo>
                <a:lnTo>
                  <a:pt x="7497" y="2902"/>
                </a:lnTo>
                <a:lnTo>
                  <a:pt x="7497" y="2903"/>
                </a:lnTo>
                <a:lnTo>
                  <a:pt x="7497" y="2904"/>
                </a:lnTo>
                <a:lnTo>
                  <a:pt x="7496" y="2905"/>
                </a:lnTo>
                <a:lnTo>
                  <a:pt x="7496" y="2904"/>
                </a:lnTo>
                <a:lnTo>
                  <a:pt x="7495" y="2904"/>
                </a:lnTo>
                <a:lnTo>
                  <a:pt x="7494" y="2904"/>
                </a:lnTo>
                <a:lnTo>
                  <a:pt x="7493" y="2904"/>
                </a:lnTo>
                <a:lnTo>
                  <a:pt x="7493" y="2905"/>
                </a:lnTo>
                <a:lnTo>
                  <a:pt x="7492" y="2906"/>
                </a:lnTo>
                <a:lnTo>
                  <a:pt x="7491" y="2907"/>
                </a:lnTo>
                <a:lnTo>
                  <a:pt x="7490" y="2908"/>
                </a:lnTo>
                <a:lnTo>
                  <a:pt x="7489" y="2908"/>
                </a:lnTo>
                <a:lnTo>
                  <a:pt x="7489" y="2909"/>
                </a:lnTo>
                <a:lnTo>
                  <a:pt x="7488" y="2910"/>
                </a:lnTo>
                <a:lnTo>
                  <a:pt x="7488" y="2911"/>
                </a:lnTo>
                <a:lnTo>
                  <a:pt x="7488" y="2912"/>
                </a:lnTo>
                <a:lnTo>
                  <a:pt x="7487" y="2912"/>
                </a:lnTo>
                <a:lnTo>
                  <a:pt x="7487" y="2913"/>
                </a:lnTo>
                <a:lnTo>
                  <a:pt x="7486" y="2913"/>
                </a:lnTo>
                <a:lnTo>
                  <a:pt x="7485" y="2913"/>
                </a:lnTo>
                <a:lnTo>
                  <a:pt x="7485" y="2914"/>
                </a:lnTo>
                <a:lnTo>
                  <a:pt x="7484" y="2915"/>
                </a:lnTo>
                <a:lnTo>
                  <a:pt x="7484" y="2916"/>
                </a:lnTo>
                <a:lnTo>
                  <a:pt x="7484" y="2917"/>
                </a:lnTo>
                <a:lnTo>
                  <a:pt x="7484" y="2918"/>
                </a:lnTo>
                <a:lnTo>
                  <a:pt x="7485" y="2918"/>
                </a:lnTo>
                <a:lnTo>
                  <a:pt x="7486" y="2918"/>
                </a:lnTo>
                <a:lnTo>
                  <a:pt x="7486" y="2919"/>
                </a:lnTo>
                <a:lnTo>
                  <a:pt x="7485" y="2920"/>
                </a:lnTo>
                <a:lnTo>
                  <a:pt x="7485" y="2921"/>
                </a:lnTo>
                <a:lnTo>
                  <a:pt x="7485" y="2922"/>
                </a:lnTo>
                <a:lnTo>
                  <a:pt x="7485" y="2923"/>
                </a:lnTo>
                <a:lnTo>
                  <a:pt x="7482" y="2923"/>
                </a:lnTo>
                <a:lnTo>
                  <a:pt x="7481" y="2923"/>
                </a:lnTo>
                <a:lnTo>
                  <a:pt x="7482" y="2924"/>
                </a:lnTo>
                <a:lnTo>
                  <a:pt x="7483" y="2923"/>
                </a:lnTo>
                <a:lnTo>
                  <a:pt x="7484" y="2923"/>
                </a:lnTo>
                <a:lnTo>
                  <a:pt x="7484" y="2924"/>
                </a:lnTo>
                <a:lnTo>
                  <a:pt x="7486" y="2924"/>
                </a:lnTo>
                <a:lnTo>
                  <a:pt x="7486" y="2926"/>
                </a:lnTo>
                <a:lnTo>
                  <a:pt x="7487" y="2926"/>
                </a:lnTo>
                <a:lnTo>
                  <a:pt x="7488" y="2926"/>
                </a:lnTo>
                <a:lnTo>
                  <a:pt x="7489" y="2926"/>
                </a:lnTo>
                <a:lnTo>
                  <a:pt x="7490" y="2926"/>
                </a:lnTo>
                <a:lnTo>
                  <a:pt x="7490" y="2927"/>
                </a:lnTo>
                <a:lnTo>
                  <a:pt x="7492" y="2926"/>
                </a:lnTo>
                <a:lnTo>
                  <a:pt x="7493" y="2927"/>
                </a:lnTo>
                <a:lnTo>
                  <a:pt x="7494" y="2927"/>
                </a:lnTo>
                <a:lnTo>
                  <a:pt x="7493" y="2928"/>
                </a:lnTo>
                <a:lnTo>
                  <a:pt x="7493" y="2927"/>
                </a:lnTo>
                <a:lnTo>
                  <a:pt x="7492" y="2927"/>
                </a:lnTo>
                <a:lnTo>
                  <a:pt x="7491" y="2927"/>
                </a:lnTo>
                <a:lnTo>
                  <a:pt x="7490" y="2927"/>
                </a:lnTo>
                <a:lnTo>
                  <a:pt x="7489" y="2928"/>
                </a:lnTo>
                <a:lnTo>
                  <a:pt x="7488" y="2929"/>
                </a:lnTo>
                <a:lnTo>
                  <a:pt x="7487" y="2929"/>
                </a:lnTo>
                <a:lnTo>
                  <a:pt x="7487" y="2931"/>
                </a:lnTo>
                <a:lnTo>
                  <a:pt x="7487" y="2932"/>
                </a:lnTo>
                <a:lnTo>
                  <a:pt x="7486" y="2932"/>
                </a:lnTo>
                <a:lnTo>
                  <a:pt x="7485" y="2932"/>
                </a:lnTo>
                <a:lnTo>
                  <a:pt x="7484" y="2933"/>
                </a:lnTo>
                <a:lnTo>
                  <a:pt x="7484" y="2934"/>
                </a:lnTo>
                <a:lnTo>
                  <a:pt x="7484" y="2935"/>
                </a:lnTo>
                <a:lnTo>
                  <a:pt x="7483" y="2935"/>
                </a:lnTo>
                <a:lnTo>
                  <a:pt x="7482" y="2935"/>
                </a:lnTo>
                <a:lnTo>
                  <a:pt x="7482" y="2936"/>
                </a:lnTo>
                <a:lnTo>
                  <a:pt x="7483" y="2936"/>
                </a:lnTo>
                <a:lnTo>
                  <a:pt x="7483" y="2937"/>
                </a:lnTo>
                <a:lnTo>
                  <a:pt x="7482" y="2937"/>
                </a:lnTo>
                <a:lnTo>
                  <a:pt x="7481" y="2937"/>
                </a:lnTo>
                <a:lnTo>
                  <a:pt x="7480" y="2937"/>
                </a:lnTo>
                <a:lnTo>
                  <a:pt x="7480" y="2938"/>
                </a:lnTo>
                <a:lnTo>
                  <a:pt x="7479" y="2938"/>
                </a:lnTo>
                <a:lnTo>
                  <a:pt x="7478" y="2938"/>
                </a:lnTo>
                <a:lnTo>
                  <a:pt x="7477" y="2938"/>
                </a:lnTo>
                <a:lnTo>
                  <a:pt x="7477" y="2937"/>
                </a:lnTo>
                <a:lnTo>
                  <a:pt x="7476" y="2936"/>
                </a:lnTo>
                <a:lnTo>
                  <a:pt x="7475" y="2936"/>
                </a:lnTo>
                <a:lnTo>
                  <a:pt x="7475" y="2937"/>
                </a:lnTo>
                <a:lnTo>
                  <a:pt x="7476" y="2940"/>
                </a:lnTo>
                <a:lnTo>
                  <a:pt x="7477" y="2941"/>
                </a:lnTo>
                <a:lnTo>
                  <a:pt x="7477" y="2942"/>
                </a:lnTo>
                <a:lnTo>
                  <a:pt x="7478" y="2944"/>
                </a:lnTo>
                <a:lnTo>
                  <a:pt x="7479" y="2944"/>
                </a:lnTo>
                <a:lnTo>
                  <a:pt x="7480" y="2944"/>
                </a:lnTo>
                <a:lnTo>
                  <a:pt x="7480" y="2945"/>
                </a:lnTo>
                <a:lnTo>
                  <a:pt x="7481" y="2945"/>
                </a:lnTo>
                <a:lnTo>
                  <a:pt x="7482" y="2947"/>
                </a:lnTo>
                <a:lnTo>
                  <a:pt x="7482" y="2948"/>
                </a:lnTo>
                <a:lnTo>
                  <a:pt x="7481" y="2948"/>
                </a:lnTo>
                <a:lnTo>
                  <a:pt x="7480" y="2948"/>
                </a:lnTo>
                <a:lnTo>
                  <a:pt x="7480" y="2947"/>
                </a:lnTo>
                <a:lnTo>
                  <a:pt x="7479" y="2947"/>
                </a:lnTo>
                <a:lnTo>
                  <a:pt x="7478" y="2947"/>
                </a:lnTo>
                <a:lnTo>
                  <a:pt x="7477" y="2947"/>
                </a:lnTo>
                <a:lnTo>
                  <a:pt x="7476" y="2946"/>
                </a:lnTo>
                <a:lnTo>
                  <a:pt x="7475" y="2946"/>
                </a:lnTo>
                <a:lnTo>
                  <a:pt x="7474" y="2946"/>
                </a:lnTo>
                <a:lnTo>
                  <a:pt x="7472" y="2947"/>
                </a:lnTo>
                <a:lnTo>
                  <a:pt x="7470" y="2948"/>
                </a:lnTo>
                <a:lnTo>
                  <a:pt x="7469" y="2949"/>
                </a:lnTo>
                <a:lnTo>
                  <a:pt x="7469" y="2950"/>
                </a:lnTo>
                <a:lnTo>
                  <a:pt x="7468" y="2953"/>
                </a:lnTo>
                <a:lnTo>
                  <a:pt x="7468" y="2954"/>
                </a:lnTo>
                <a:lnTo>
                  <a:pt x="7468" y="2955"/>
                </a:lnTo>
                <a:lnTo>
                  <a:pt x="7468" y="2957"/>
                </a:lnTo>
                <a:lnTo>
                  <a:pt x="7467" y="2957"/>
                </a:lnTo>
                <a:lnTo>
                  <a:pt x="7466" y="2956"/>
                </a:lnTo>
                <a:lnTo>
                  <a:pt x="7465" y="2956"/>
                </a:lnTo>
                <a:lnTo>
                  <a:pt x="7463" y="2955"/>
                </a:lnTo>
                <a:lnTo>
                  <a:pt x="7462" y="2954"/>
                </a:lnTo>
                <a:lnTo>
                  <a:pt x="7460" y="2953"/>
                </a:lnTo>
                <a:lnTo>
                  <a:pt x="7459" y="2953"/>
                </a:lnTo>
                <a:lnTo>
                  <a:pt x="7458" y="2953"/>
                </a:lnTo>
                <a:lnTo>
                  <a:pt x="7457" y="2954"/>
                </a:lnTo>
                <a:lnTo>
                  <a:pt x="7457" y="2956"/>
                </a:lnTo>
                <a:lnTo>
                  <a:pt x="7458" y="2956"/>
                </a:lnTo>
                <a:lnTo>
                  <a:pt x="7458" y="2957"/>
                </a:lnTo>
                <a:lnTo>
                  <a:pt x="7459" y="2957"/>
                </a:lnTo>
                <a:lnTo>
                  <a:pt x="7460" y="2956"/>
                </a:lnTo>
                <a:lnTo>
                  <a:pt x="7460" y="2958"/>
                </a:lnTo>
                <a:lnTo>
                  <a:pt x="7461" y="2959"/>
                </a:lnTo>
                <a:lnTo>
                  <a:pt x="7461" y="2960"/>
                </a:lnTo>
                <a:lnTo>
                  <a:pt x="7462" y="2960"/>
                </a:lnTo>
                <a:lnTo>
                  <a:pt x="7461" y="2961"/>
                </a:lnTo>
                <a:lnTo>
                  <a:pt x="7460" y="2961"/>
                </a:lnTo>
                <a:lnTo>
                  <a:pt x="7460" y="2959"/>
                </a:lnTo>
                <a:lnTo>
                  <a:pt x="7459" y="2959"/>
                </a:lnTo>
                <a:lnTo>
                  <a:pt x="7458" y="2959"/>
                </a:lnTo>
                <a:lnTo>
                  <a:pt x="7457" y="2959"/>
                </a:lnTo>
                <a:lnTo>
                  <a:pt x="7457" y="2960"/>
                </a:lnTo>
                <a:lnTo>
                  <a:pt x="7455" y="2960"/>
                </a:lnTo>
                <a:lnTo>
                  <a:pt x="7453" y="2959"/>
                </a:lnTo>
                <a:lnTo>
                  <a:pt x="7451" y="2958"/>
                </a:lnTo>
                <a:lnTo>
                  <a:pt x="7449" y="2958"/>
                </a:lnTo>
                <a:lnTo>
                  <a:pt x="7448" y="2958"/>
                </a:lnTo>
                <a:lnTo>
                  <a:pt x="7449" y="2960"/>
                </a:lnTo>
                <a:lnTo>
                  <a:pt x="7450" y="2961"/>
                </a:lnTo>
                <a:lnTo>
                  <a:pt x="7451" y="2962"/>
                </a:lnTo>
                <a:lnTo>
                  <a:pt x="7452" y="2963"/>
                </a:lnTo>
                <a:lnTo>
                  <a:pt x="7453" y="2963"/>
                </a:lnTo>
                <a:lnTo>
                  <a:pt x="7455" y="2964"/>
                </a:lnTo>
                <a:lnTo>
                  <a:pt x="7458" y="2966"/>
                </a:lnTo>
                <a:lnTo>
                  <a:pt x="7458" y="2968"/>
                </a:lnTo>
                <a:lnTo>
                  <a:pt x="7459" y="2971"/>
                </a:lnTo>
                <a:lnTo>
                  <a:pt x="7460" y="2972"/>
                </a:lnTo>
                <a:lnTo>
                  <a:pt x="7459" y="2973"/>
                </a:lnTo>
                <a:lnTo>
                  <a:pt x="7459" y="2974"/>
                </a:lnTo>
                <a:lnTo>
                  <a:pt x="7458" y="2974"/>
                </a:lnTo>
                <a:lnTo>
                  <a:pt x="7457" y="2976"/>
                </a:lnTo>
                <a:lnTo>
                  <a:pt x="7455" y="2978"/>
                </a:lnTo>
                <a:lnTo>
                  <a:pt x="7453" y="2977"/>
                </a:lnTo>
                <a:lnTo>
                  <a:pt x="7452" y="2977"/>
                </a:lnTo>
                <a:lnTo>
                  <a:pt x="7451" y="2977"/>
                </a:lnTo>
                <a:lnTo>
                  <a:pt x="7450" y="2977"/>
                </a:lnTo>
                <a:lnTo>
                  <a:pt x="7450" y="2976"/>
                </a:lnTo>
                <a:lnTo>
                  <a:pt x="7449" y="2976"/>
                </a:lnTo>
                <a:lnTo>
                  <a:pt x="7449" y="2975"/>
                </a:lnTo>
                <a:lnTo>
                  <a:pt x="7450" y="2975"/>
                </a:lnTo>
                <a:lnTo>
                  <a:pt x="7451" y="2975"/>
                </a:lnTo>
                <a:lnTo>
                  <a:pt x="7451" y="2974"/>
                </a:lnTo>
                <a:lnTo>
                  <a:pt x="7450" y="2973"/>
                </a:lnTo>
                <a:lnTo>
                  <a:pt x="7449" y="2973"/>
                </a:lnTo>
                <a:lnTo>
                  <a:pt x="7448" y="2973"/>
                </a:lnTo>
                <a:lnTo>
                  <a:pt x="7447" y="2974"/>
                </a:lnTo>
                <a:lnTo>
                  <a:pt x="7446" y="2974"/>
                </a:lnTo>
                <a:lnTo>
                  <a:pt x="7446" y="2973"/>
                </a:lnTo>
                <a:lnTo>
                  <a:pt x="7446" y="2972"/>
                </a:lnTo>
                <a:lnTo>
                  <a:pt x="7445" y="2971"/>
                </a:lnTo>
                <a:lnTo>
                  <a:pt x="7444" y="2969"/>
                </a:lnTo>
                <a:lnTo>
                  <a:pt x="7444" y="2968"/>
                </a:lnTo>
                <a:lnTo>
                  <a:pt x="7444" y="2967"/>
                </a:lnTo>
                <a:lnTo>
                  <a:pt x="7443" y="2967"/>
                </a:lnTo>
                <a:lnTo>
                  <a:pt x="7442" y="2965"/>
                </a:lnTo>
                <a:lnTo>
                  <a:pt x="7442" y="2964"/>
                </a:lnTo>
                <a:lnTo>
                  <a:pt x="7441" y="2964"/>
                </a:lnTo>
                <a:lnTo>
                  <a:pt x="7440" y="2963"/>
                </a:lnTo>
                <a:lnTo>
                  <a:pt x="7438" y="2963"/>
                </a:lnTo>
                <a:lnTo>
                  <a:pt x="7438" y="2962"/>
                </a:lnTo>
                <a:lnTo>
                  <a:pt x="7437" y="2962"/>
                </a:lnTo>
                <a:lnTo>
                  <a:pt x="7436" y="2963"/>
                </a:lnTo>
                <a:lnTo>
                  <a:pt x="7434" y="2963"/>
                </a:lnTo>
                <a:lnTo>
                  <a:pt x="7433" y="2962"/>
                </a:lnTo>
                <a:lnTo>
                  <a:pt x="7432" y="2962"/>
                </a:lnTo>
                <a:lnTo>
                  <a:pt x="7431" y="2962"/>
                </a:lnTo>
                <a:lnTo>
                  <a:pt x="7430" y="2962"/>
                </a:lnTo>
                <a:lnTo>
                  <a:pt x="7430" y="2963"/>
                </a:lnTo>
                <a:lnTo>
                  <a:pt x="7430" y="2964"/>
                </a:lnTo>
                <a:lnTo>
                  <a:pt x="7431" y="2964"/>
                </a:lnTo>
                <a:lnTo>
                  <a:pt x="7432" y="2963"/>
                </a:lnTo>
                <a:lnTo>
                  <a:pt x="7434" y="2964"/>
                </a:lnTo>
                <a:lnTo>
                  <a:pt x="7435" y="2966"/>
                </a:lnTo>
                <a:lnTo>
                  <a:pt x="7434" y="2968"/>
                </a:lnTo>
                <a:lnTo>
                  <a:pt x="7433" y="2969"/>
                </a:lnTo>
                <a:lnTo>
                  <a:pt x="7432" y="2969"/>
                </a:lnTo>
                <a:lnTo>
                  <a:pt x="7431" y="2970"/>
                </a:lnTo>
                <a:lnTo>
                  <a:pt x="7429" y="2970"/>
                </a:lnTo>
                <a:lnTo>
                  <a:pt x="7429" y="2969"/>
                </a:lnTo>
                <a:lnTo>
                  <a:pt x="7430" y="2968"/>
                </a:lnTo>
                <a:lnTo>
                  <a:pt x="7430" y="2967"/>
                </a:lnTo>
                <a:lnTo>
                  <a:pt x="7429" y="2967"/>
                </a:lnTo>
                <a:lnTo>
                  <a:pt x="7427" y="2967"/>
                </a:lnTo>
                <a:lnTo>
                  <a:pt x="7425" y="2967"/>
                </a:lnTo>
                <a:lnTo>
                  <a:pt x="7425" y="2969"/>
                </a:lnTo>
                <a:lnTo>
                  <a:pt x="7424" y="2969"/>
                </a:lnTo>
                <a:lnTo>
                  <a:pt x="7424" y="2968"/>
                </a:lnTo>
                <a:lnTo>
                  <a:pt x="7423" y="2968"/>
                </a:lnTo>
                <a:lnTo>
                  <a:pt x="7422" y="2968"/>
                </a:lnTo>
                <a:lnTo>
                  <a:pt x="7421" y="2968"/>
                </a:lnTo>
                <a:lnTo>
                  <a:pt x="7418" y="2971"/>
                </a:lnTo>
                <a:lnTo>
                  <a:pt x="7418" y="2972"/>
                </a:lnTo>
                <a:lnTo>
                  <a:pt x="7421" y="2972"/>
                </a:lnTo>
                <a:lnTo>
                  <a:pt x="7422" y="2972"/>
                </a:lnTo>
                <a:lnTo>
                  <a:pt x="7423" y="2972"/>
                </a:lnTo>
                <a:lnTo>
                  <a:pt x="7423" y="2973"/>
                </a:lnTo>
                <a:lnTo>
                  <a:pt x="7423" y="2974"/>
                </a:lnTo>
                <a:lnTo>
                  <a:pt x="7424" y="2975"/>
                </a:lnTo>
                <a:lnTo>
                  <a:pt x="7423" y="2977"/>
                </a:lnTo>
                <a:lnTo>
                  <a:pt x="7422" y="2979"/>
                </a:lnTo>
                <a:lnTo>
                  <a:pt x="7421" y="2980"/>
                </a:lnTo>
                <a:lnTo>
                  <a:pt x="7421" y="2979"/>
                </a:lnTo>
                <a:lnTo>
                  <a:pt x="7420" y="2979"/>
                </a:lnTo>
                <a:lnTo>
                  <a:pt x="7419" y="2980"/>
                </a:lnTo>
                <a:lnTo>
                  <a:pt x="7418" y="2982"/>
                </a:lnTo>
                <a:lnTo>
                  <a:pt x="7416" y="2983"/>
                </a:lnTo>
                <a:lnTo>
                  <a:pt x="7417" y="2984"/>
                </a:lnTo>
                <a:lnTo>
                  <a:pt x="7417" y="2985"/>
                </a:lnTo>
                <a:lnTo>
                  <a:pt x="7418" y="2986"/>
                </a:lnTo>
                <a:lnTo>
                  <a:pt x="7416" y="2987"/>
                </a:lnTo>
                <a:lnTo>
                  <a:pt x="7417" y="2987"/>
                </a:lnTo>
                <a:lnTo>
                  <a:pt x="7417" y="2988"/>
                </a:lnTo>
                <a:lnTo>
                  <a:pt x="7418" y="2987"/>
                </a:lnTo>
                <a:lnTo>
                  <a:pt x="7419" y="2987"/>
                </a:lnTo>
                <a:lnTo>
                  <a:pt x="7419" y="2986"/>
                </a:lnTo>
                <a:lnTo>
                  <a:pt x="7420" y="2985"/>
                </a:lnTo>
                <a:lnTo>
                  <a:pt x="7421" y="2984"/>
                </a:lnTo>
                <a:lnTo>
                  <a:pt x="7422" y="2984"/>
                </a:lnTo>
                <a:lnTo>
                  <a:pt x="7422" y="2985"/>
                </a:lnTo>
                <a:lnTo>
                  <a:pt x="7422" y="2986"/>
                </a:lnTo>
                <a:lnTo>
                  <a:pt x="7424" y="2986"/>
                </a:lnTo>
                <a:lnTo>
                  <a:pt x="7425" y="2985"/>
                </a:lnTo>
                <a:lnTo>
                  <a:pt x="7426" y="2985"/>
                </a:lnTo>
                <a:lnTo>
                  <a:pt x="7427" y="2986"/>
                </a:lnTo>
                <a:lnTo>
                  <a:pt x="7428" y="2986"/>
                </a:lnTo>
                <a:lnTo>
                  <a:pt x="7429" y="2986"/>
                </a:lnTo>
                <a:lnTo>
                  <a:pt x="7430" y="2986"/>
                </a:lnTo>
                <a:lnTo>
                  <a:pt x="7431" y="2986"/>
                </a:lnTo>
                <a:lnTo>
                  <a:pt x="7433" y="2987"/>
                </a:lnTo>
                <a:lnTo>
                  <a:pt x="7434" y="2987"/>
                </a:lnTo>
                <a:lnTo>
                  <a:pt x="7434" y="2988"/>
                </a:lnTo>
                <a:lnTo>
                  <a:pt x="7434" y="2990"/>
                </a:lnTo>
                <a:lnTo>
                  <a:pt x="7434" y="2991"/>
                </a:lnTo>
                <a:lnTo>
                  <a:pt x="7433" y="2992"/>
                </a:lnTo>
                <a:lnTo>
                  <a:pt x="7433" y="2993"/>
                </a:lnTo>
                <a:lnTo>
                  <a:pt x="7433" y="2994"/>
                </a:lnTo>
                <a:lnTo>
                  <a:pt x="7434" y="2994"/>
                </a:lnTo>
                <a:lnTo>
                  <a:pt x="7434" y="2995"/>
                </a:lnTo>
                <a:lnTo>
                  <a:pt x="7433" y="2996"/>
                </a:lnTo>
                <a:lnTo>
                  <a:pt x="7432" y="2998"/>
                </a:lnTo>
                <a:lnTo>
                  <a:pt x="7432" y="2999"/>
                </a:lnTo>
                <a:lnTo>
                  <a:pt x="7431" y="2999"/>
                </a:lnTo>
                <a:lnTo>
                  <a:pt x="7432" y="2999"/>
                </a:lnTo>
                <a:lnTo>
                  <a:pt x="7432" y="2998"/>
                </a:lnTo>
                <a:lnTo>
                  <a:pt x="7431" y="2998"/>
                </a:lnTo>
                <a:lnTo>
                  <a:pt x="7430" y="2997"/>
                </a:lnTo>
                <a:lnTo>
                  <a:pt x="7430" y="2996"/>
                </a:lnTo>
                <a:lnTo>
                  <a:pt x="7429" y="2996"/>
                </a:lnTo>
                <a:lnTo>
                  <a:pt x="7428" y="2997"/>
                </a:lnTo>
                <a:lnTo>
                  <a:pt x="7429" y="2997"/>
                </a:lnTo>
                <a:lnTo>
                  <a:pt x="7429" y="2998"/>
                </a:lnTo>
                <a:lnTo>
                  <a:pt x="7429" y="2999"/>
                </a:lnTo>
                <a:lnTo>
                  <a:pt x="7428" y="2999"/>
                </a:lnTo>
                <a:lnTo>
                  <a:pt x="7427" y="2999"/>
                </a:lnTo>
                <a:lnTo>
                  <a:pt x="7427" y="3000"/>
                </a:lnTo>
                <a:lnTo>
                  <a:pt x="7426" y="3000"/>
                </a:lnTo>
                <a:lnTo>
                  <a:pt x="7425" y="3000"/>
                </a:lnTo>
                <a:lnTo>
                  <a:pt x="7422" y="3000"/>
                </a:lnTo>
                <a:lnTo>
                  <a:pt x="7421" y="3000"/>
                </a:lnTo>
                <a:lnTo>
                  <a:pt x="7421" y="3001"/>
                </a:lnTo>
                <a:lnTo>
                  <a:pt x="7420" y="3001"/>
                </a:lnTo>
                <a:lnTo>
                  <a:pt x="7419" y="3001"/>
                </a:lnTo>
                <a:lnTo>
                  <a:pt x="7419" y="3000"/>
                </a:lnTo>
                <a:lnTo>
                  <a:pt x="7418" y="3000"/>
                </a:lnTo>
                <a:lnTo>
                  <a:pt x="7418" y="2999"/>
                </a:lnTo>
                <a:lnTo>
                  <a:pt x="7417" y="2999"/>
                </a:lnTo>
                <a:lnTo>
                  <a:pt x="7416" y="2999"/>
                </a:lnTo>
                <a:lnTo>
                  <a:pt x="7415" y="2999"/>
                </a:lnTo>
                <a:lnTo>
                  <a:pt x="7414" y="2999"/>
                </a:lnTo>
                <a:lnTo>
                  <a:pt x="7412" y="2999"/>
                </a:lnTo>
                <a:lnTo>
                  <a:pt x="7411" y="2999"/>
                </a:lnTo>
                <a:lnTo>
                  <a:pt x="7411" y="3000"/>
                </a:lnTo>
                <a:lnTo>
                  <a:pt x="7411" y="3001"/>
                </a:lnTo>
                <a:lnTo>
                  <a:pt x="7410" y="3002"/>
                </a:lnTo>
                <a:lnTo>
                  <a:pt x="7410" y="3003"/>
                </a:lnTo>
                <a:lnTo>
                  <a:pt x="7409" y="3004"/>
                </a:lnTo>
                <a:lnTo>
                  <a:pt x="7409" y="3005"/>
                </a:lnTo>
                <a:lnTo>
                  <a:pt x="7408" y="3005"/>
                </a:lnTo>
                <a:lnTo>
                  <a:pt x="7407" y="3005"/>
                </a:lnTo>
                <a:lnTo>
                  <a:pt x="7406" y="3006"/>
                </a:lnTo>
                <a:lnTo>
                  <a:pt x="7406" y="3007"/>
                </a:lnTo>
                <a:lnTo>
                  <a:pt x="7406" y="3008"/>
                </a:lnTo>
                <a:lnTo>
                  <a:pt x="7406" y="3009"/>
                </a:lnTo>
                <a:lnTo>
                  <a:pt x="7406" y="3011"/>
                </a:lnTo>
                <a:lnTo>
                  <a:pt x="7405" y="3011"/>
                </a:lnTo>
                <a:lnTo>
                  <a:pt x="7404" y="3011"/>
                </a:lnTo>
                <a:lnTo>
                  <a:pt x="7403" y="3012"/>
                </a:lnTo>
                <a:lnTo>
                  <a:pt x="7402" y="3012"/>
                </a:lnTo>
                <a:lnTo>
                  <a:pt x="7401" y="3012"/>
                </a:lnTo>
                <a:lnTo>
                  <a:pt x="7400" y="3013"/>
                </a:lnTo>
                <a:lnTo>
                  <a:pt x="7399" y="3014"/>
                </a:lnTo>
                <a:lnTo>
                  <a:pt x="7396" y="3015"/>
                </a:lnTo>
                <a:lnTo>
                  <a:pt x="7395" y="3014"/>
                </a:lnTo>
                <a:lnTo>
                  <a:pt x="7392" y="3015"/>
                </a:lnTo>
                <a:lnTo>
                  <a:pt x="7391" y="3016"/>
                </a:lnTo>
                <a:lnTo>
                  <a:pt x="7388" y="3016"/>
                </a:lnTo>
                <a:lnTo>
                  <a:pt x="7387" y="3016"/>
                </a:lnTo>
                <a:lnTo>
                  <a:pt x="7386" y="3016"/>
                </a:lnTo>
                <a:lnTo>
                  <a:pt x="7385" y="3016"/>
                </a:lnTo>
                <a:lnTo>
                  <a:pt x="7384" y="3016"/>
                </a:lnTo>
                <a:lnTo>
                  <a:pt x="7382" y="3015"/>
                </a:lnTo>
                <a:lnTo>
                  <a:pt x="7380" y="3015"/>
                </a:lnTo>
                <a:lnTo>
                  <a:pt x="7380" y="3016"/>
                </a:lnTo>
                <a:lnTo>
                  <a:pt x="7378" y="3016"/>
                </a:lnTo>
                <a:lnTo>
                  <a:pt x="7377" y="3017"/>
                </a:lnTo>
                <a:lnTo>
                  <a:pt x="7376" y="3017"/>
                </a:lnTo>
                <a:lnTo>
                  <a:pt x="7376" y="3018"/>
                </a:lnTo>
                <a:lnTo>
                  <a:pt x="7376" y="3019"/>
                </a:lnTo>
                <a:lnTo>
                  <a:pt x="7376" y="3020"/>
                </a:lnTo>
                <a:lnTo>
                  <a:pt x="7377" y="3020"/>
                </a:lnTo>
                <a:lnTo>
                  <a:pt x="7376" y="3021"/>
                </a:lnTo>
                <a:lnTo>
                  <a:pt x="7375" y="3022"/>
                </a:lnTo>
                <a:lnTo>
                  <a:pt x="7375" y="3023"/>
                </a:lnTo>
                <a:lnTo>
                  <a:pt x="7374" y="3023"/>
                </a:lnTo>
                <a:lnTo>
                  <a:pt x="7373" y="3023"/>
                </a:lnTo>
                <a:lnTo>
                  <a:pt x="7372" y="3023"/>
                </a:lnTo>
                <a:lnTo>
                  <a:pt x="7371" y="3023"/>
                </a:lnTo>
                <a:lnTo>
                  <a:pt x="7368" y="3025"/>
                </a:lnTo>
                <a:lnTo>
                  <a:pt x="7367" y="3024"/>
                </a:lnTo>
                <a:lnTo>
                  <a:pt x="7367" y="3023"/>
                </a:lnTo>
                <a:lnTo>
                  <a:pt x="7366" y="3022"/>
                </a:lnTo>
                <a:lnTo>
                  <a:pt x="7365" y="3022"/>
                </a:lnTo>
                <a:lnTo>
                  <a:pt x="7364" y="3022"/>
                </a:lnTo>
                <a:lnTo>
                  <a:pt x="7363" y="3022"/>
                </a:lnTo>
                <a:lnTo>
                  <a:pt x="7362" y="3023"/>
                </a:lnTo>
                <a:lnTo>
                  <a:pt x="7362" y="3024"/>
                </a:lnTo>
                <a:lnTo>
                  <a:pt x="7362" y="3025"/>
                </a:lnTo>
                <a:lnTo>
                  <a:pt x="7361" y="3025"/>
                </a:lnTo>
                <a:lnTo>
                  <a:pt x="7361" y="3026"/>
                </a:lnTo>
                <a:lnTo>
                  <a:pt x="7361" y="3027"/>
                </a:lnTo>
                <a:lnTo>
                  <a:pt x="7361" y="3028"/>
                </a:lnTo>
                <a:lnTo>
                  <a:pt x="7362" y="3029"/>
                </a:lnTo>
                <a:lnTo>
                  <a:pt x="7362" y="3028"/>
                </a:lnTo>
                <a:lnTo>
                  <a:pt x="7362" y="3027"/>
                </a:lnTo>
                <a:lnTo>
                  <a:pt x="7363" y="3027"/>
                </a:lnTo>
                <a:lnTo>
                  <a:pt x="7364" y="3025"/>
                </a:lnTo>
                <a:lnTo>
                  <a:pt x="7365" y="3025"/>
                </a:lnTo>
                <a:lnTo>
                  <a:pt x="7366" y="3025"/>
                </a:lnTo>
                <a:lnTo>
                  <a:pt x="7366" y="3026"/>
                </a:lnTo>
                <a:lnTo>
                  <a:pt x="7366" y="3027"/>
                </a:lnTo>
                <a:lnTo>
                  <a:pt x="7365" y="3027"/>
                </a:lnTo>
                <a:lnTo>
                  <a:pt x="7365" y="3028"/>
                </a:lnTo>
                <a:lnTo>
                  <a:pt x="7365" y="3029"/>
                </a:lnTo>
                <a:lnTo>
                  <a:pt x="7365" y="3030"/>
                </a:lnTo>
                <a:lnTo>
                  <a:pt x="7364" y="3031"/>
                </a:lnTo>
                <a:lnTo>
                  <a:pt x="7363" y="3031"/>
                </a:lnTo>
                <a:lnTo>
                  <a:pt x="7362" y="3032"/>
                </a:lnTo>
                <a:lnTo>
                  <a:pt x="7362" y="3033"/>
                </a:lnTo>
                <a:lnTo>
                  <a:pt x="7362" y="3035"/>
                </a:lnTo>
                <a:lnTo>
                  <a:pt x="7362" y="3036"/>
                </a:lnTo>
                <a:lnTo>
                  <a:pt x="7362" y="3037"/>
                </a:lnTo>
                <a:lnTo>
                  <a:pt x="7361" y="3037"/>
                </a:lnTo>
                <a:lnTo>
                  <a:pt x="7361" y="3038"/>
                </a:lnTo>
                <a:lnTo>
                  <a:pt x="7360" y="3040"/>
                </a:lnTo>
                <a:lnTo>
                  <a:pt x="7359" y="3040"/>
                </a:lnTo>
                <a:lnTo>
                  <a:pt x="7358" y="3041"/>
                </a:lnTo>
                <a:lnTo>
                  <a:pt x="7357" y="3041"/>
                </a:lnTo>
                <a:lnTo>
                  <a:pt x="7355" y="3041"/>
                </a:lnTo>
                <a:lnTo>
                  <a:pt x="7354" y="3041"/>
                </a:lnTo>
                <a:lnTo>
                  <a:pt x="7353" y="3041"/>
                </a:lnTo>
                <a:lnTo>
                  <a:pt x="7352" y="3041"/>
                </a:lnTo>
                <a:lnTo>
                  <a:pt x="7351" y="3041"/>
                </a:lnTo>
                <a:lnTo>
                  <a:pt x="7350" y="3041"/>
                </a:lnTo>
                <a:lnTo>
                  <a:pt x="7350" y="3040"/>
                </a:lnTo>
                <a:lnTo>
                  <a:pt x="7350" y="3038"/>
                </a:lnTo>
                <a:lnTo>
                  <a:pt x="7349" y="3037"/>
                </a:lnTo>
                <a:lnTo>
                  <a:pt x="7349" y="3035"/>
                </a:lnTo>
                <a:lnTo>
                  <a:pt x="7348" y="3034"/>
                </a:lnTo>
                <a:lnTo>
                  <a:pt x="7347" y="3033"/>
                </a:lnTo>
                <a:lnTo>
                  <a:pt x="7346" y="3033"/>
                </a:lnTo>
                <a:lnTo>
                  <a:pt x="7346" y="3032"/>
                </a:lnTo>
                <a:lnTo>
                  <a:pt x="7345" y="3032"/>
                </a:lnTo>
                <a:lnTo>
                  <a:pt x="7345" y="3031"/>
                </a:lnTo>
                <a:lnTo>
                  <a:pt x="7346" y="3030"/>
                </a:lnTo>
                <a:lnTo>
                  <a:pt x="7347" y="3030"/>
                </a:lnTo>
                <a:lnTo>
                  <a:pt x="7348" y="3030"/>
                </a:lnTo>
                <a:lnTo>
                  <a:pt x="7349" y="3030"/>
                </a:lnTo>
                <a:lnTo>
                  <a:pt x="7349" y="3029"/>
                </a:lnTo>
                <a:lnTo>
                  <a:pt x="7350" y="3028"/>
                </a:lnTo>
                <a:lnTo>
                  <a:pt x="7350" y="3027"/>
                </a:lnTo>
                <a:lnTo>
                  <a:pt x="7349" y="3027"/>
                </a:lnTo>
                <a:lnTo>
                  <a:pt x="7348" y="3027"/>
                </a:lnTo>
                <a:lnTo>
                  <a:pt x="7347" y="3028"/>
                </a:lnTo>
                <a:lnTo>
                  <a:pt x="7347" y="3027"/>
                </a:lnTo>
                <a:lnTo>
                  <a:pt x="7347" y="3026"/>
                </a:lnTo>
                <a:lnTo>
                  <a:pt x="7347" y="3025"/>
                </a:lnTo>
                <a:lnTo>
                  <a:pt x="7347" y="3024"/>
                </a:lnTo>
                <a:lnTo>
                  <a:pt x="7348" y="3024"/>
                </a:lnTo>
                <a:lnTo>
                  <a:pt x="7348" y="3023"/>
                </a:lnTo>
                <a:lnTo>
                  <a:pt x="7347" y="3022"/>
                </a:lnTo>
                <a:lnTo>
                  <a:pt x="7347" y="3023"/>
                </a:lnTo>
                <a:lnTo>
                  <a:pt x="7346" y="3024"/>
                </a:lnTo>
                <a:lnTo>
                  <a:pt x="7345" y="3024"/>
                </a:lnTo>
                <a:lnTo>
                  <a:pt x="7344" y="3023"/>
                </a:lnTo>
                <a:lnTo>
                  <a:pt x="7344" y="3022"/>
                </a:lnTo>
                <a:lnTo>
                  <a:pt x="7344" y="3021"/>
                </a:lnTo>
                <a:lnTo>
                  <a:pt x="7343" y="3020"/>
                </a:lnTo>
                <a:lnTo>
                  <a:pt x="7343" y="3019"/>
                </a:lnTo>
                <a:lnTo>
                  <a:pt x="7343" y="3018"/>
                </a:lnTo>
                <a:lnTo>
                  <a:pt x="7342" y="3017"/>
                </a:lnTo>
                <a:lnTo>
                  <a:pt x="7342" y="3016"/>
                </a:lnTo>
                <a:lnTo>
                  <a:pt x="7342" y="3015"/>
                </a:lnTo>
                <a:lnTo>
                  <a:pt x="7342" y="3014"/>
                </a:lnTo>
                <a:lnTo>
                  <a:pt x="7342" y="3013"/>
                </a:lnTo>
                <a:lnTo>
                  <a:pt x="7343" y="3013"/>
                </a:lnTo>
                <a:lnTo>
                  <a:pt x="7343" y="3012"/>
                </a:lnTo>
                <a:lnTo>
                  <a:pt x="7344" y="3012"/>
                </a:lnTo>
                <a:lnTo>
                  <a:pt x="7344" y="3011"/>
                </a:lnTo>
                <a:lnTo>
                  <a:pt x="7343" y="3011"/>
                </a:lnTo>
                <a:lnTo>
                  <a:pt x="7343" y="3010"/>
                </a:lnTo>
                <a:lnTo>
                  <a:pt x="7343" y="3009"/>
                </a:lnTo>
                <a:lnTo>
                  <a:pt x="7343" y="3008"/>
                </a:lnTo>
                <a:lnTo>
                  <a:pt x="7342" y="3008"/>
                </a:lnTo>
                <a:lnTo>
                  <a:pt x="7341" y="3007"/>
                </a:lnTo>
                <a:lnTo>
                  <a:pt x="7340" y="3007"/>
                </a:lnTo>
                <a:lnTo>
                  <a:pt x="7340" y="3008"/>
                </a:lnTo>
                <a:lnTo>
                  <a:pt x="7339" y="3008"/>
                </a:lnTo>
                <a:lnTo>
                  <a:pt x="7337" y="3008"/>
                </a:lnTo>
                <a:lnTo>
                  <a:pt x="7337" y="3007"/>
                </a:lnTo>
                <a:lnTo>
                  <a:pt x="7337" y="3005"/>
                </a:lnTo>
                <a:lnTo>
                  <a:pt x="7337" y="3004"/>
                </a:lnTo>
                <a:lnTo>
                  <a:pt x="7337" y="3003"/>
                </a:lnTo>
                <a:lnTo>
                  <a:pt x="7337" y="3002"/>
                </a:lnTo>
                <a:lnTo>
                  <a:pt x="7337" y="3001"/>
                </a:lnTo>
                <a:lnTo>
                  <a:pt x="7338" y="3000"/>
                </a:lnTo>
                <a:lnTo>
                  <a:pt x="7339" y="2999"/>
                </a:lnTo>
                <a:lnTo>
                  <a:pt x="7340" y="2999"/>
                </a:lnTo>
                <a:lnTo>
                  <a:pt x="7341" y="2999"/>
                </a:lnTo>
                <a:lnTo>
                  <a:pt x="7341" y="2998"/>
                </a:lnTo>
                <a:lnTo>
                  <a:pt x="7341" y="2996"/>
                </a:lnTo>
                <a:lnTo>
                  <a:pt x="7343" y="2995"/>
                </a:lnTo>
                <a:lnTo>
                  <a:pt x="7344" y="2994"/>
                </a:lnTo>
                <a:lnTo>
                  <a:pt x="7345" y="2994"/>
                </a:lnTo>
                <a:lnTo>
                  <a:pt x="7345" y="2995"/>
                </a:lnTo>
                <a:lnTo>
                  <a:pt x="7347" y="2995"/>
                </a:lnTo>
                <a:lnTo>
                  <a:pt x="7348" y="2994"/>
                </a:lnTo>
                <a:lnTo>
                  <a:pt x="7349" y="2994"/>
                </a:lnTo>
                <a:lnTo>
                  <a:pt x="7350" y="2994"/>
                </a:lnTo>
                <a:lnTo>
                  <a:pt x="7351" y="2995"/>
                </a:lnTo>
                <a:lnTo>
                  <a:pt x="7352" y="2995"/>
                </a:lnTo>
                <a:lnTo>
                  <a:pt x="7353" y="2996"/>
                </a:lnTo>
                <a:lnTo>
                  <a:pt x="7353" y="2997"/>
                </a:lnTo>
                <a:lnTo>
                  <a:pt x="7354" y="2997"/>
                </a:lnTo>
                <a:lnTo>
                  <a:pt x="7356" y="2997"/>
                </a:lnTo>
                <a:lnTo>
                  <a:pt x="7357" y="2997"/>
                </a:lnTo>
                <a:lnTo>
                  <a:pt x="7357" y="2996"/>
                </a:lnTo>
                <a:lnTo>
                  <a:pt x="7358" y="2995"/>
                </a:lnTo>
                <a:lnTo>
                  <a:pt x="7358" y="2994"/>
                </a:lnTo>
                <a:lnTo>
                  <a:pt x="7357" y="2994"/>
                </a:lnTo>
                <a:lnTo>
                  <a:pt x="7357" y="2993"/>
                </a:lnTo>
                <a:lnTo>
                  <a:pt x="7358" y="2993"/>
                </a:lnTo>
                <a:lnTo>
                  <a:pt x="7358" y="2992"/>
                </a:lnTo>
                <a:lnTo>
                  <a:pt x="7359" y="2992"/>
                </a:lnTo>
                <a:lnTo>
                  <a:pt x="7360" y="2992"/>
                </a:lnTo>
                <a:lnTo>
                  <a:pt x="7362" y="2991"/>
                </a:lnTo>
                <a:lnTo>
                  <a:pt x="7363" y="2990"/>
                </a:lnTo>
                <a:lnTo>
                  <a:pt x="7363" y="2989"/>
                </a:lnTo>
                <a:lnTo>
                  <a:pt x="7364" y="2989"/>
                </a:lnTo>
                <a:lnTo>
                  <a:pt x="7364" y="2988"/>
                </a:lnTo>
                <a:lnTo>
                  <a:pt x="7367" y="2987"/>
                </a:lnTo>
                <a:lnTo>
                  <a:pt x="7368" y="2987"/>
                </a:lnTo>
                <a:lnTo>
                  <a:pt x="7368" y="2988"/>
                </a:lnTo>
                <a:lnTo>
                  <a:pt x="7369" y="2988"/>
                </a:lnTo>
                <a:lnTo>
                  <a:pt x="7370" y="2988"/>
                </a:lnTo>
                <a:lnTo>
                  <a:pt x="7371" y="2987"/>
                </a:lnTo>
                <a:lnTo>
                  <a:pt x="7372" y="2986"/>
                </a:lnTo>
                <a:lnTo>
                  <a:pt x="7373" y="2985"/>
                </a:lnTo>
                <a:lnTo>
                  <a:pt x="7374" y="2985"/>
                </a:lnTo>
                <a:lnTo>
                  <a:pt x="7374" y="2984"/>
                </a:lnTo>
                <a:lnTo>
                  <a:pt x="7374" y="2983"/>
                </a:lnTo>
                <a:lnTo>
                  <a:pt x="7373" y="2983"/>
                </a:lnTo>
                <a:lnTo>
                  <a:pt x="7373" y="2982"/>
                </a:lnTo>
                <a:lnTo>
                  <a:pt x="7373" y="2981"/>
                </a:lnTo>
                <a:lnTo>
                  <a:pt x="7372" y="2981"/>
                </a:lnTo>
                <a:lnTo>
                  <a:pt x="7372" y="2979"/>
                </a:lnTo>
                <a:lnTo>
                  <a:pt x="7372" y="2980"/>
                </a:lnTo>
                <a:lnTo>
                  <a:pt x="7370" y="2980"/>
                </a:lnTo>
                <a:lnTo>
                  <a:pt x="7369" y="2980"/>
                </a:lnTo>
                <a:lnTo>
                  <a:pt x="7369" y="2979"/>
                </a:lnTo>
                <a:lnTo>
                  <a:pt x="7369" y="2978"/>
                </a:lnTo>
                <a:lnTo>
                  <a:pt x="7370" y="2978"/>
                </a:lnTo>
                <a:lnTo>
                  <a:pt x="7371" y="2976"/>
                </a:lnTo>
                <a:lnTo>
                  <a:pt x="7371" y="2975"/>
                </a:lnTo>
                <a:lnTo>
                  <a:pt x="7372" y="2974"/>
                </a:lnTo>
                <a:lnTo>
                  <a:pt x="7372" y="2973"/>
                </a:lnTo>
                <a:lnTo>
                  <a:pt x="7372" y="2972"/>
                </a:lnTo>
                <a:lnTo>
                  <a:pt x="7371" y="2972"/>
                </a:lnTo>
                <a:lnTo>
                  <a:pt x="7372" y="2971"/>
                </a:lnTo>
                <a:lnTo>
                  <a:pt x="7374" y="2971"/>
                </a:lnTo>
                <a:lnTo>
                  <a:pt x="7375" y="2970"/>
                </a:lnTo>
                <a:lnTo>
                  <a:pt x="7375" y="2969"/>
                </a:lnTo>
                <a:lnTo>
                  <a:pt x="7375" y="2968"/>
                </a:lnTo>
                <a:lnTo>
                  <a:pt x="7375" y="2967"/>
                </a:lnTo>
                <a:lnTo>
                  <a:pt x="7376" y="2967"/>
                </a:lnTo>
                <a:lnTo>
                  <a:pt x="7376" y="2966"/>
                </a:lnTo>
                <a:lnTo>
                  <a:pt x="7377" y="2967"/>
                </a:lnTo>
                <a:lnTo>
                  <a:pt x="7377" y="2968"/>
                </a:lnTo>
                <a:lnTo>
                  <a:pt x="7379" y="2969"/>
                </a:lnTo>
                <a:lnTo>
                  <a:pt x="7379" y="2970"/>
                </a:lnTo>
                <a:lnTo>
                  <a:pt x="7380" y="2970"/>
                </a:lnTo>
                <a:lnTo>
                  <a:pt x="7381" y="2970"/>
                </a:lnTo>
                <a:lnTo>
                  <a:pt x="7381" y="2971"/>
                </a:lnTo>
                <a:lnTo>
                  <a:pt x="7382" y="2971"/>
                </a:lnTo>
                <a:lnTo>
                  <a:pt x="7382" y="2972"/>
                </a:lnTo>
                <a:lnTo>
                  <a:pt x="7382" y="2973"/>
                </a:lnTo>
                <a:lnTo>
                  <a:pt x="7385" y="2973"/>
                </a:lnTo>
                <a:lnTo>
                  <a:pt x="7386" y="2973"/>
                </a:lnTo>
                <a:lnTo>
                  <a:pt x="7387" y="2972"/>
                </a:lnTo>
                <a:lnTo>
                  <a:pt x="7388" y="2972"/>
                </a:lnTo>
                <a:lnTo>
                  <a:pt x="7389" y="2971"/>
                </a:lnTo>
                <a:lnTo>
                  <a:pt x="7390" y="2971"/>
                </a:lnTo>
                <a:lnTo>
                  <a:pt x="7390" y="2973"/>
                </a:lnTo>
                <a:lnTo>
                  <a:pt x="7391" y="2973"/>
                </a:lnTo>
                <a:lnTo>
                  <a:pt x="7393" y="2972"/>
                </a:lnTo>
                <a:lnTo>
                  <a:pt x="7394" y="2971"/>
                </a:lnTo>
                <a:lnTo>
                  <a:pt x="7395" y="2971"/>
                </a:lnTo>
                <a:lnTo>
                  <a:pt x="7396" y="2970"/>
                </a:lnTo>
                <a:lnTo>
                  <a:pt x="7397" y="2970"/>
                </a:lnTo>
                <a:lnTo>
                  <a:pt x="7397" y="2969"/>
                </a:lnTo>
                <a:lnTo>
                  <a:pt x="7398" y="2968"/>
                </a:lnTo>
                <a:lnTo>
                  <a:pt x="7398" y="2967"/>
                </a:lnTo>
                <a:lnTo>
                  <a:pt x="7399" y="2967"/>
                </a:lnTo>
                <a:lnTo>
                  <a:pt x="7400" y="2966"/>
                </a:lnTo>
                <a:lnTo>
                  <a:pt x="7400" y="2965"/>
                </a:lnTo>
                <a:lnTo>
                  <a:pt x="7401" y="2965"/>
                </a:lnTo>
                <a:lnTo>
                  <a:pt x="7401" y="2964"/>
                </a:lnTo>
                <a:lnTo>
                  <a:pt x="7402" y="2963"/>
                </a:lnTo>
                <a:lnTo>
                  <a:pt x="7403" y="2963"/>
                </a:lnTo>
                <a:lnTo>
                  <a:pt x="7404" y="2962"/>
                </a:lnTo>
                <a:lnTo>
                  <a:pt x="7405" y="2962"/>
                </a:lnTo>
                <a:lnTo>
                  <a:pt x="7406" y="2961"/>
                </a:lnTo>
                <a:lnTo>
                  <a:pt x="7407" y="2961"/>
                </a:lnTo>
                <a:lnTo>
                  <a:pt x="7408" y="2961"/>
                </a:lnTo>
                <a:lnTo>
                  <a:pt x="7409" y="2960"/>
                </a:lnTo>
                <a:lnTo>
                  <a:pt x="7411" y="2958"/>
                </a:lnTo>
                <a:lnTo>
                  <a:pt x="7412" y="2958"/>
                </a:lnTo>
                <a:lnTo>
                  <a:pt x="7413" y="2957"/>
                </a:lnTo>
                <a:lnTo>
                  <a:pt x="7414" y="2957"/>
                </a:lnTo>
                <a:lnTo>
                  <a:pt x="7414" y="2958"/>
                </a:lnTo>
                <a:lnTo>
                  <a:pt x="7414" y="2957"/>
                </a:lnTo>
                <a:lnTo>
                  <a:pt x="7416" y="2956"/>
                </a:lnTo>
                <a:lnTo>
                  <a:pt x="7415" y="2955"/>
                </a:lnTo>
                <a:lnTo>
                  <a:pt x="7416" y="2954"/>
                </a:lnTo>
                <a:lnTo>
                  <a:pt x="7417" y="2953"/>
                </a:lnTo>
                <a:lnTo>
                  <a:pt x="7418" y="2952"/>
                </a:lnTo>
                <a:lnTo>
                  <a:pt x="7419" y="2954"/>
                </a:lnTo>
                <a:lnTo>
                  <a:pt x="7420" y="2953"/>
                </a:lnTo>
                <a:lnTo>
                  <a:pt x="7421" y="2952"/>
                </a:lnTo>
                <a:lnTo>
                  <a:pt x="7421" y="2951"/>
                </a:lnTo>
                <a:lnTo>
                  <a:pt x="7421" y="2950"/>
                </a:lnTo>
                <a:lnTo>
                  <a:pt x="7422" y="2949"/>
                </a:lnTo>
                <a:lnTo>
                  <a:pt x="7422" y="2948"/>
                </a:lnTo>
                <a:lnTo>
                  <a:pt x="7423" y="2948"/>
                </a:lnTo>
                <a:lnTo>
                  <a:pt x="7422" y="2946"/>
                </a:lnTo>
                <a:lnTo>
                  <a:pt x="7421" y="2945"/>
                </a:lnTo>
                <a:lnTo>
                  <a:pt x="7421" y="2944"/>
                </a:lnTo>
                <a:lnTo>
                  <a:pt x="7421" y="2943"/>
                </a:lnTo>
                <a:lnTo>
                  <a:pt x="7420" y="2943"/>
                </a:lnTo>
                <a:lnTo>
                  <a:pt x="7420" y="2942"/>
                </a:lnTo>
                <a:lnTo>
                  <a:pt x="7419" y="2942"/>
                </a:lnTo>
                <a:lnTo>
                  <a:pt x="7418" y="2942"/>
                </a:lnTo>
                <a:lnTo>
                  <a:pt x="7417" y="2941"/>
                </a:lnTo>
                <a:lnTo>
                  <a:pt x="7416" y="2941"/>
                </a:lnTo>
                <a:lnTo>
                  <a:pt x="7415" y="2940"/>
                </a:lnTo>
                <a:lnTo>
                  <a:pt x="7414" y="2939"/>
                </a:lnTo>
                <a:lnTo>
                  <a:pt x="7413" y="2938"/>
                </a:lnTo>
                <a:lnTo>
                  <a:pt x="7412" y="2938"/>
                </a:lnTo>
                <a:lnTo>
                  <a:pt x="7410" y="2938"/>
                </a:lnTo>
                <a:lnTo>
                  <a:pt x="7407" y="2939"/>
                </a:lnTo>
                <a:lnTo>
                  <a:pt x="7406" y="2937"/>
                </a:lnTo>
                <a:lnTo>
                  <a:pt x="7406" y="2936"/>
                </a:lnTo>
                <a:lnTo>
                  <a:pt x="7406" y="2935"/>
                </a:lnTo>
                <a:lnTo>
                  <a:pt x="7406" y="2934"/>
                </a:lnTo>
                <a:lnTo>
                  <a:pt x="7405" y="2934"/>
                </a:lnTo>
                <a:lnTo>
                  <a:pt x="7405" y="2935"/>
                </a:lnTo>
                <a:lnTo>
                  <a:pt x="7404" y="2934"/>
                </a:lnTo>
                <a:lnTo>
                  <a:pt x="7404" y="2933"/>
                </a:lnTo>
                <a:lnTo>
                  <a:pt x="7404" y="2932"/>
                </a:lnTo>
                <a:lnTo>
                  <a:pt x="7405" y="2931"/>
                </a:lnTo>
                <a:lnTo>
                  <a:pt x="7406" y="2931"/>
                </a:lnTo>
                <a:lnTo>
                  <a:pt x="7407" y="2931"/>
                </a:lnTo>
                <a:lnTo>
                  <a:pt x="7407" y="2930"/>
                </a:lnTo>
                <a:lnTo>
                  <a:pt x="7407" y="2929"/>
                </a:lnTo>
                <a:lnTo>
                  <a:pt x="7406" y="2929"/>
                </a:lnTo>
                <a:lnTo>
                  <a:pt x="7405" y="2929"/>
                </a:lnTo>
                <a:lnTo>
                  <a:pt x="7404" y="2930"/>
                </a:lnTo>
                <a:lnTo>
                  <a:pt x="7404" y="2929"/>
                </a:lnTo>
                <a:lnTo>
                  <a:pt x="7403" y="2928"/>
                </a:lnTo>
                <a:lnTo>
                  <a:pt x="7403" y="2927"/>
                </a:lnTo>
                <a:lnTo>
                  <a:pt x="7405" y="2927"/>
                </a:lnTo>
                <a:lnTo>
                  <a:pt x="7406" y="2927"/>
                </a:lnTo>
                <a:lnTo>
                  <a:pt x="7406" y="2926"/>
                </a:lnTo>
                <a:lnTo>
                  <a:pt x="7409" y="2926"/>
                </a:lnTo>
                <a:lnTo>
                  <a:pt x="7409" y="2927"/>
                </a:lnTo>
                <a:lnTo>
                  <a:pt x="7410" y="2927"/>
                </a:lnTo>
                <a:lnTo>
                  <a:pt x="7410" y="2926"/>
                </a:lnTo>
                <a:lnTo>
                  <a:pt x="7410" y="2924"/>
                </a:lnTo>
                <a:lnTo>
                  <a:pt x="7411" y="2923"/>
                </a:lnTo>
                <a:lnTo>
                  <a:pt x="7410" y="2923"/>
                </a:lnTo>
                <a:lnTo>
                  <a:pt x="7407" y="2922"/>
                </a:lnTo>
                <a:lnTo>
                  <a:pt x="7406" y="2921"/>
                </a:lnTo>
                <a:lnTo>
                  <a:pt x="7405" y="2920"/>
                </a:lnTo>
                <a:lnTo>
                  <a:pt x="7404" y="2920"/>
                </a:lnTo>
                <a:lnTo>
                  <a:pt x="7403" y="2921"/>
                </a:lnTo>
                <a:lnTo>
                  <a:pt x="7402" y="2919"/>
                </a:lnTo>
                <a:lnTo>
                  <a:pt x="7402" y="2918"/>
                </a:lnTo>
                <a:lnTo>
                  <a:pt x="7402" y="2917"/>
                </a:lnTo>
                <a:lnTo>
                  <a:pt x="7403" y="2917"/>
                </a:lnTo>
                <a:lnTo>
                  <a:pt x="7404" y="2917"/>
                </a:lnTo>
                <a:lnTo>
                  <a:pt x="7405" y="2917"/>
                </a:lnTo>
                <a:lnTo>
                  <a:pt x="7406" y="2916"/>
                </a:lnTo>
                <a:lnTo>
                  <a:pt x="7407" y="2916"/>
                </a:lnTo>
                <a:lnTo>
                  <a:pt x="7406" y="2916"/>
                </a:lnTo>
                <a:lnTo>
                  <a:pt x="7406" y="2915"/>
                </a:lnTo>
                <a:lnTo>
                  <a:pt x="7407" y="2915"/>
                </a:lnTo>
                <a:lnTo>
                  <a:pt x="7408" y="2915"/>
                </a:lnTo>
                <a:lnTo>
                  <a:pt x="7409" y="2915"/>
                </a:lnTo>
                <a:lnTo>
                  <a:pt x="7409" y="2916"/>
                </a:lnTo>
                <a:lnTo>
                  <a:pt x="7410" y="2916"/>
                </a:lnTo>
                <a:lnTo>
                  <a:pt x="7411" y="2916"/>
                </a:lnTo>
                <a:lnTo>
                  <a:pt x="7413" y="2916"/>
                </a:lnTo>
                <a:lnTo>
                  <a:pt x="7415" y="2915"/>
                </a:lnTo>
                <a:lnTo>
                  <a:pt x="7416" y="2914"/>
                </a:lnTo>
                <a:lnTo>
                  <a:pt x="7417" y="2913"/>
                </a:lnTo>
                <a:lnTo>
                  <a:pt x="7417" y="2912"/>
                </a:lnTo>
                <a:lnTo>
                  <a:pt x="7416" y="2912"/>
                </a:lnTo>
                <a:lnTo>
                  <a:pt x="7416" y="2911"/>
                </a:lnTo>
                <a:lnTo>
                  <a:pt x="7415" y="2911"/>
                </a:lnTo>
                <a:lnTo>
                  <a:pt x="7414" y="2909"/>
                </a:lnTo>
                <a:lnTo>
                  <a:pt x="7413" y="2908"/>
                </a:lnTo>
                <a:lnTo>
                  <a:pt x="7413" y="2907"/>
                </a:lnTo>
                <a:lnTo>
                  <a:pt x="7414" y="2908"/>
                </a:lnTo>
                <a:lnTo>
                  <a:pt x="7416" y="2907"/>
                </a:lnTo>
                <a:lnTo>
                  <a:pt x="7417" y="2906"/>
                </a:lnTo>
                <a:lnTo>
                  <a:pt x="7417" y="2907"/>
                </a:lnTo>
                <a:lnTo>
                  <a:pt x="7418" y="2907"/>
                </a:lnTo>
                <a:lnTo>
                  <a:pt x="7419" y="2907"/>
                </a:lnTo>
                <a:lnTo>
                  <a:pt x="7420" y="2907"/>
                </a:lnTo>
                <a:lnTo>
                  <a:pt x="7421" y="2908"/>
                </a:lnTo>
                <a:lnTo>
                  <a:pt x="7422" y="2908"/>
                </a:lnTo>
                <a:lnTo>
                  <a:pt x="7422" y="2907"/>
                </a:lnTo>
                <a:lnTo>
                  <a:pt x="7422" y="2906"/>
                </a:lnTo>
                <a:lnTo>
                  <a:pt x="7422" y="2905"/>
                </a:lnTo>
                <a:lnTo>
                  <a:pt x="7421" y="2905"/>
                </a:lnTo>
                <a:lnTo>
                  <a:pt x="7420" y="2905"/>
                </a:lnTo>
                <a:lnTo>
                  <a:pt x="7420" y="2904"/>
                </a:lnTo>
                <a:lnTo>
                  <a:pt x="7421" y="2904"/>
                </a:lnTo>
                <a:lnTo>
                  <a:pt x="7420" y="2902"/>
                </a:lnTo>
                <a:lnTo>
                  <a:pt x="7419" y="2902"/>
                </a:lnTo>
                <a:lnTo>
                  <a:pt x="7418" y="2901"/>
                </a:lnTo>
                <a:lnTo>
                  <a:pt x="7418" y="2900"/>
                </a:lnTo>
                <a:lnTo>
                  <a:pt x="7418" y="2899"/>
                </a:lnTo>
                <a:lnTo>
                  <a:pt x="7419" y="2898"/>
                </a:lnTo>
                <a:lnTo>
                  <a:pt x="7420" y="2898"/>
                </a:lnTo>
                <a:lnTo>
                  <a:pt x="7421" y="2897"/>
                </a:lnTo>
                <a:lnTo>
                  <a:pt x="7420" y="2897"/>
                </a:lnTo>
                <a:lnTo>
                  <a:pt x="7419" y="2897"/>
                </a:lnTo>
                <a:lnTo>
                  <a:pt x="7419" y="2896"/>
                </a:lnTo>
                <a:lnTo>
                  <a:pt x="7419" y="2894"/>
                </a:lnTo>
                <a:lnTo>
                  <a:pt x="7420" y="2893"/>
                </a:lnTo>
                <a:lnTo>
                  <a:pt x="7421" y="2892"/>
                </a:lnTo>
                <a:lnTo>
                  <a:pt x="7421" y="2891"/>
                </a:lnTo>
                <a:lnTo>
                  <a:pt x="7422" y="2891"/>
                </a:lnTo>
                <a:lnTo>
                  <a:pt x="7424" y="2892"/>
                </a:lnTo>
                <a:lnTo>
                  <a:pt x="7426" y="2893"/>
                </a:lnTo>
                <a:lnTo>
                  <a:pt x="7427" y="2893"/>
                </a:lnTo>
                <a:lnTo>
                  <a:pt x="7432" y="2893"/>
                </a:lnTo>
                <a:lnTo>
                  <a:pt x="7433" y="2892"/>
                </a:lnTo>
                <a:lnTo>
                  <a:pt x="7434" y="2892"/>
                </a:lnTo>
                <a:lnTo>
                  <a:pt x="7437" y="2890"/>
                </a:lnTo>
                <a:lnTo>
                  <a:pt x="7437" y="2891"/>
                </a:lnTo>
                <a:lnTo>
                  <a:pt x="7438" y="2891"/>
                </a:lnTo>
                <a:lnTo>
                  <a:pt x="7439" y="2891"/>
                </a:lnTo>
                <a:lnTo>
                  <a:pt x="7440" y="2890"/>
                </a:lnTo>
                <a:lnTo>
                  <a:pt x="7440" y="2889"/>
                </a:lnTo>
                <a:lnTo>
                  <a:pt x="7441" y="2888"/>
                </a:lnTo>
                <a:lnTo>
                  <a:pt x="7442" y="2886"/>
                </a:lnTo>
                <a:lnTo>
                  <a:pt x="7443" y="2886"/>
                </a:lnTo>
                <a:lnTo>
                  <a:pt x="7444" y="2886"/>
                </a:lnTo>
                <a:lnTo>
                  <a:pt x="7444" y="2885"/>
                </a:lnTo>
                <a:lnTo>
                  <a:pt x="7444" y="2884"/>
                </a:lnTo>
                <a:lnTo>
                  <a:pt x="7445" y="2884"/>
                </a:lnTo>
                <a:lnTo>
                  <a:pt x="7445" y="2885"/>
                </a:lnTo>
                <a:lnTo>
                  <a:pt x="7446" y="2885"/>
                </a:lnTo>
                <a:lnTo>
                  <a:pt x="7446" y="2884"/>
                </a:lnTo>
                <a:lnTo>
                  <a:pt x="7447" y="2884"/>
                </a:lnTo>
                <a:lnTo>
                  <a:pt x="7448" y="2883"/>
                </a:lnTo>
                <a:lnTo>
                  <a:pt x="7449" y="2883"/>
                </a:lnTo>
                <a:lnTo>
                  <a:pt x="7449" y="2882"/>
                </a:lnTo>
                <a:lnTo>
                  <a:pt x="7447" y="2882"/>
                </a:lnTo>
                <a:lnTo>
                  <a:pt x="7446" y="2883"/>
                </a:lnTo>
                <a:lnTo>
                  <a:pt x="7445" y="2883"/>
                </a:lnTo>
                <a:lnTo>
                  <a:pt x="7444" y="2883"/>
                </a:lnTo>
                <a:lnTo>
                  <a:pt x="7443" y="2883"/>
                </a:lnTo>
                <a:lnTo>
                  <a:pt x="7442" y="2883"/>
                </a:lnTo>
                <a:lnTo>
                  <a:pt x="7441" y="2884"/>
                </a:lnTo>
                <a:lnTo>
                  <a:pt x="7439" y="2885"/>
                </a:lnTo>
                <a:lnTo>
                  <a:pt x="7438" y="2886"/>
                </a:lnTo>
                <a:lnTo>
                  <a:pt x="7436" y="2888"/>
                </a:lnTo>
                <a:lnTo>
                  <a:pt x="7435" y="2888"/>
                </a:lnTo>
                <a:lnTo>
                  <a:pt x="7434" y="2889"/>
                </a:lnTo>
                <a:lnTo>
                  <a:pt x="7433" y="2889"/>
                </a:lnTo>
                <a:lnTo>
                  <a:pt x="7431" y="2889"/>
                </a:lnTo>
                <a:lnTo>
                  <a:pt x="7430" y="2889"/>
                </a:lnTo>
                <a:lnTo>
                  <a:pt x="7428" y="2889"/>
                </a:lnTo>
                <a:lnTo>
                  <a:pt x="7428" y="2890"/>
                </a:lnTo>
                <a:lnTo>
                  <a:pt x="7427" y="2890"/>
                </a:lnTo>
                <a:lnTo>
                  <a:pt x="7426" y="2890"/>
                </a:lnTo>
                <a:lnTo>
                  <a:pt x="7424" y="2891"/>
                </a:lnTo>
                <a:lnTo>
                  <a:pt x="7424" y="2890"/>
                </a:lnTo>
                <a:lnTo>
                  <a:pt x="7423" y="2890"/>
                </a:lnTo>
                <a:lnTo>
                  <a:pt x="7421" y="2889"/>
                </a:lnTo>
                <a:lnTo>
                  <a:pt x="7420" y="2889"/>
                </a:lnTo>
                <a:lnTo>
                  <a:pt x="7419" y="2889"/>
                </a:lnTo>
                <a:lnTo>
                  <a:pt x="7418" y="2888"/>
                </a:lnTo>
                <a:lnTo>
                  <a:pt x="7417" y="2888"/>
                </a:lnTo>
                <a:lnTo>
                  <a:pt x="7416" y="2888"/>
                </a:lnTo>
                <a:lnTo>
                  <a:pt x="7415" y="2886"/>
                </a:lnTo>
                <a:lnTo>
                  <a:pt x="7415" y="2887"/>
                </a:lnTo>
                <a:lnTo>
                  <a:pt x="7415" y="2888"/>
                </a:lnTo>
                <a:lnTo>
                  <a:pt x="7415" y="2890"/>
                </a:lnTo>
                <a:lnTo>
                  <a:pt x="7416" y="2891"/>
                </a:lnTo>
                <a:lnTo>
                  <a:pt x="7416" y="2892"/>
                </a:lnTo>
                <a:lnTo>
                  <a:pt x="7417" y="2893"/>
                </a:lnTo>
                <a:lnTo>
                  <a:pt x="7417" y="2894"/>
                </a:lnTo>
                <a:lnTo>
                  <a:pt x="7417" y="2896"/>
                </a:lnTo>
                <a:lnTo>
                  <a:pt x="7416" y="2896"/>
                </a:lnTo>
                <a:lnTo>
                  <a:pt x="7416" y="2897"/>
                </a:lnTo>
                <a:lnTo>
                  <a:pt x="7414" y="2898"/>
                </a:lnTo>
                <a:lnTo>
                  <a:pt x="7413" y="2898"/>
                </a:lnTo>
                <a:lnTo>
                  <a:pt x="7414" y="2900"/>
                </a:lnTo>
                <a:lnTo>
                  <a:pt x="7413" y="2900"/>
                </a:lnTo>
                <a:lnTo>
                  <a:pt x="7412" y="2898"/>
                </a:lnTo>
                <a:lnTo>
                  <a:pt x="7411" y="2899"/>
                </a:lnTo>
                <a:lnTo>
                  <a:pt x="7410" y="2899"/>
                </a:lnTo>
                <a:lnTo>
                  <a:pt x="7410" y="2900"/>
                </a:lnTo>
                <a:lnTo>
                  <a:pt x="7408" y="2901"/>
                </a:lnTo>
                <a:lnTo>
                  <a:pt x="7407" y="2902"/>
                </a:lnTo>
                <a:lnTo>
                  <a:pt x="7406" y="2902"/>
                </a:lnTo>
                <a:lnTo>
                  <a:pt x="7405" y="2904"/>
                </a:lnTo>
                <a:lnTo>
                  <a:pt x="7405" y="2905"/>
                </a:lnTo>
                <a:lnTo>
                  <a:pt x="7397" y="2907"/>
                </a:lnTo>
                <a:lnTo>
                  <a:pt x="7397" y="2908"/>
                </a:lnTo>
                <a:lnTo>
                  <a:pt x="7396" y="2907"/>
                </a:lnTo>
                <a:lnTo>
                  <a:pt x="7395" y="2908"/>
                </a:lnTo>
                <a:lnTo>
                  <a:pt x="7394" y="2909"/>
                </a:lnTo>
                <a:lnTo>
                  <a:pt x="7394" y="2910"/>
                </a:lnTo>
                <a:lnTo>
                  <a:pt x="7393" y="2910"/>
                </a:lnTo>
                <a:lnTo>
                  <a:pt x="7393" y="2909"/>
                </a:lnTo>
                <a:lnTo>
                  <a:pt x="7393" y="2908"/>
                </a:lnTo>
                <a:lnTo>
                  <a:pt x="7393" y="2907"/>
                </a:lnTo>
                <a:lnTo>
                  <a:pt x="7393" y="2906"/>
                </a:lnTo>
                <a:lnTo>
                  <a:pt x="7392" y="2907"/>
                </a:lnTo>
                <a:lnTo>
                  <a:pt x="7391" y="2907"/>
                </a:lnTo>
                <a:lnTo>
                  <a:pt x="7390" y="2907"/>
                </a:lnTo>
                <a:lnTo>
                  <a:pt x="7389" y="2907"/>
                </a:lnTo>
                <a:lnTo>
                  <a:pt x="7390" y="2909"/>
                </a:lnTo>
                <a:lnTo>
                  <a:pt x="7390" y="2910"/>
                </a:lnTo>
                <a:lnTo>
                  <a:pt x="7390" y="2912"/>
                </a:lnTo>
                <a:lnTo>
                  <a:pt x="7390" y="2914"/>
                </a:lnTo>
                <a:lnTo>
                  <a:pt x="7388" y="2915"/>
                </a:lnTo>
                <a:lnTo>
                  <a:pt x="7388" y="2917"/>
                </a:lnTo>
                <a:lnTo>
                  <a:pt x="7387" y="2917"/>
                </a:lnTo>
                <a:lnTo>
                  <a:pt x="7386" y="2915"/>
                </a:lnTo>
                <a:lnTo>
                  <a:pt x="7382" y="2915"/>
                </a:lnTo>
                <a:lnTo>
                  <a:pt x="7382" y="2912"/>
                </a:lnTo>
                <a:lnTo>
                  <a:pt x="7382" y="2906"/>
                </a:lnTo>
                <a:lnTo>
                  <a:pt x="7378" y="2906"/>
                </a:lnTo>
                <a:lnTo>
                  <a:pt x="7378" y="2907"/>
                </a:lnTo>
                <a:lnTo>
                  <a:pt x="7376" y="2907"/>
                </a:lnTo>
                <a:lnTo>
                  <a:pt x="7377" y="2905"/>
                </a:lnTo>
                <a:lnTo>
                  <a:pt x="7377" y="2903"/>
                </a:lnTo>
                <a:lnTo>
                  <a:pt x="7378" y="2903"/>
                </a:lnTo>
                <a:lnTo>
                  <a:pt x="7379" y="2901"/>
                </a:lnTo>
                <a:lnTo>
                  <a:pt x="7379" y="2898"/>
                </a:lnTo>
                <a:lnTo>
                  <a:pt x="7379" y="2897"/>
                </a:lnTo>
                <a:lnTo>
                  <a:pt x="7379" y="2895"/>
                </a:lnTo>
                <a:lnTo>
                  <a:pt x="7379" y="2894"/>
                </a:lnTo>
                <a:lnTo>
                  <a:pt x="7379" y="2893"/>
                </a:lnTo>
                <a:lnTo>
                  <a:pt x="7378" y="2893"/>
                </a:lnTo>
                <a:lnTo>
                  <a:pt x="7378" y="2894"/>
                </a:lnTo>
                <a:lnTo>
                  <a:pt x="7377" y="2893"/>
                </a:lnTo>
                <a:lnTo>
                  <a:pt x="7377" y="2892"/>
                </a:lnTo>
                <a:lnTo>
                  <a:pt x="7376" y="2892"/>
                </a:lnTo>
                <a:lnTo>
                  <a:pt x="7375" y="2891"/>
                </a:lnTo>
                <a:lnTo>
                  <a:pt x="7374" y="2891"/>
                </a:lnTo>
                <a:lnTo>
                  <a:pt x="7374" y="2889"/>
                </a:lnTo>
                <a:lnTo>
                  <a:pt x="7373" y="2889"/>
                </a:lnTo>
                <a:lnTo>
                  <a:pt x="7373" y="2890"/>
                </a:lnTo>
                <a:lnTo>
                  <a:pt x="7374" y="2891"/>
                </a:lnTo>
                <a:lnTo>
                  <a:pt x="7374" y="2892"/>
                </a:lnTo>
                <a:lnTo>
                  <a:pt x="7375" y="2893"/>
                </a:lnTo>
                <a:lnTo>
                  <a:pt x="7375" y="2894"/>
                </a:lnTo>
                <a:lnTo>
                  <a:pt x="7375" y="2895"/>
                </a:lnTo>
                <a:lnTo>
                  <a:pt x="7375" y="2896"/>
                </a:lnTo>
                <a:lnTo>
                  <a:pt x="7374" y="2897"/>
                </a:lnTo>
                <a:lnTo>
                  <a:pt x="7374" y="2898"/>
                </a:lnTo>
                <a:lnTo>
                  <a:pt x="7374" y="2899"/>
                </a:lnTo>
                <a:lnTo>
                  <a:pt x="7373" y="2899"/>
                </a:lnTo>
                <a:lnTo>
                  <a:pt x="7372" y="2900"/>
                </a:lnTo>
                <a:lnTo>
                  <a:pt x="7372" y="2901"/>
                </a:lnTo>
                <a:lnTo>
                  <a:pt x="7373" y="2902"/>
                </a:lnTo>
                <a:lnTo>
                  <a:pt x="7372" y="2902"/>
                </a:lnTo>
                <a:lnTo>
                  <a:pt x="7371" y="2902"/>
                </a:lnTo>
                <a:lnTo>
                  <a:pt x="7371" y="2903"/>
                </a:lnTo>
                <a:lnTo>
                  <a:pt x="7370" y="2903"/>
                </a:lnTo>
                <a:lnTo>
                  <a:pt x="7370" y="2904"/>
                </a:lnTo>
                <a:lnTo>
                  <a:pt x="7368" y="2904"/>
                </a:lnTo>
                <a:lnTo>
                  <a:pt x="7368" y="2903"/>
                </a:lnTo>
                <a:lnTo>
                  <a:pt x="7367" y="2903"/>
                </a:lnTo>
                <a:lnTo>
                  <a:pt x="7366" y="2903"/>
                </a:lnTo>
                <a:lnTo>
                  <a:pt x="7366" y="2902"/>
                </a:lnTo>
                <a:lnTo>
                  <a:pt x="7365" y="2903"/>
                </a:lnTo>
                <a:lnTo>
                  <a:pt x="7364" y="2902"/>
                </a:lnTo>
                <a:lnTo>
                  <a:pt x="7363" y="2902"/>
                </a:lnTo>
                <a:lnTo>
                  <a:pt x="7362" y="2901"/>
                </a:lnTo>
                <a:lnTo>
                  <a:pt x="7361" y="2901"/>
                </a:lnTo>
                <a:lnTo>
                  <a:pt x="7361" y="2902"/>
                </a:lnTo>
                <a:lnTo>
                  <a:pt x="7360" y="2902"/>
                </a:lnTo>
                <a:lnTo>
                  <a:pt x="7360" y="2903"/>
                </a:lnTo>
                <a:lnTo>
                  <a:pt x="7359" y="2903"/>
                </a:lnTo>
                <a:lnTo>
                  <a:pt x="7358" y="2903"/>
                </a:lnTo>
                <a:lnTo>
                  <a:pt x="7356" y="2903"/>
                </a:lnTo>
                <a:lnTo>
                  <a:pt x="7356" y="2902"/>
                </a:lnTo>
                <a:lnTo>
                  <a:pt x="7356" y="2901"/>
                </a:lnTo>
                <a:lnTo>
                  <a:pt x="7356" y="2900"/>
                </a:lnTo>
                <a:lnTo>
                  <a:pt x="7357" y="2900"/>
                </a:lnTo>
                <a:lnTo>
                  <a:pt x="7358" y="2896"/>
                </a:lnTo>
                <a:lnTo>
                  <a:pt x="7358" y="2895"/>
                </a:lnTo>
                <a:lnTo>
                  <a:pt x="7359" y="2894"/>
                </a:lnTo>
                <a:lnTo>
                  <a:pt x="7360" y="2895"/>
                </a:lnTo>
                <a:lnTo>
                  <a:pt x="7360" y="2894"/>
                </a:lnTo>
                <a:lnTo>
                  <a:pt x="7361" y="2893"/>
                </a:lnTo>
                <a:lnTo>
                  <a:pt x="7362" y="2892"/>
                </a:lnTo>
                <a:lnTo>
                  <a:pt x="7361" y="2891"/>
                </a:lnTo>
                <a:lnTo>
                  <a:pt x="7361" y="2888"/>
                </a:lnTo>
                <a:lnTo>
                  <a:pt x="7359" y="2888"/>
                </a:lnTo>
                <a:lnTo>
                  <a:pt x="7359" y="2889"/>
                </a:lnTo>
                <a:lnTo>
                  <a:pt x="7358" y="2890"/>
                </a:lnTo>
                <a:lnTo>
                  <a:pt x="7356" y="2892"/>
                </a:lnTo>
                <a:lnTo>
                  <a:pt x="7356" y="2893"/>
                </a:lnTo>
                <a:lnTo>
                  <a:pt x="7358" y="2894"/>
                </a:lnTo>
                <a:lnTo>
                  <a:pt x="7357" y="2895"/>
                </a:lnTo>
                <a:lnTo>
                  <a:pt x="7357" y="2896"/>
                </a:lnTo>
                <a:lnTo>
                  <a:pt x="7356" y="2896"/>
                </a:lnTo>
                <a:lnTo>
                  <a:pt x="7355" y="2897"/>
                </a:lnTo>
                <a:lnTo>
                  <a:pt x="7355" y="2898"/>
                </a:lnTo>
                <a:lnTo>
                  <a:pt x="7354" y="2900"/>
                </a:lnTo>
                <a:lnTo>
                  <a:pt x="7353" y="2899"/>
                </a:lnTo>
                <a:lnTo>
                  <a:pt x="7352" y="2898"/>
                </a:lnTo>
                <a:lnTo>
                  <a:pt x="7351" y="2898"/>
                </a:lnTo>
                <a:lnTo>
                  <a:pt x="7351" y="2899"/>
                </a:lnTo>
                <a:lnTo>
                  <a:pt x="7352" y="2901"/>
                </a:lnTo>
                <a:lnTo>
                  <a:pt x="7351" y="2901"/>
                </a:lnTo>
                <a:lnTo>
                  <a:pt x="7350" y="2904"/>
                </a:lnTo>
                <a:lnTo>
                  <a:pt x="7349" y="2904"/>
                </a:lnTo>
                <a:lnTo>
                  <a:pt x="7348" y="2905"/>
                </a:lnTo>
                <a:lnTo>
                  <a:pt x="7348" y="2904"/>
                </a:lnTo>
                <a:lnTo>
                  <a:pt x="7347" y="2904"/>
                </a:lnTo>
                <a:lnTo>
                  <a:pt x="7347" y="2903"/>
                </a:lnTo>
                <a:lnTo>
                  <a:pt x="7345" y="2903"/>
                </a:lnTo>
                <a:lnTo>
                  <a:pt x="7345" y="2902"/>
                </a:lnTo>
                <a:lnTo>
                  <a:pt x="7345" y="2901"/>
                </a:lnTo>
                <a:lnTo>
                  <a:pt x="7346" y="2900"/>
                </a:lnTo>
                <a:lnTo>
                  <a:pt x="7347" y="2900"/>
                </a:lnTo>
                <a:lnTo>
                  <a:pt x="7347" y="2899"/>
                </a:lnTo>
                <a:lnTo>
                  <a:pt x="7347" y="2898"/>
                </a:lnTo>
                <a:lnTo>
                  <a:pt x="7346" y="2897"/>
                </a:lnTo>
                <a:lnTo>
                  <a:pt x="7346" y="2896"/>
                </a:lnTo>
                <a:lnTo>
                  <a:pt x="7347" y="2896"/>
                </a:lnTo>
                <a:lnTo>
                  <a:pt x="7347" y="2895"/>
                </a:lnTo>
                <a:lnTo>
                  <a:pt x="7348" y="2894"/>
                </a:lnTo>
                <a:lnTo>
                  <a:pt x="7347" y="2894"/>
                </a:lnTo>
                <a:lnTo>
                  <a:pt x="7347" y="2893"/>
                </a:lnTo>
                <a:lnTo>
                  <a:pt x="7347" y="2892"/>
                </a:lnTo>
                <a:lnTo>
                  <a:pt x="7347" y="2891"/>
                </a:lnTo>
                <a:lnTo>
                  <a:pt x="7347" y="2890"/>
                </a:lnTo>
                <a:lnTo>
                  <a:pt x="7348" y="2890"/>
                </a:lnTo>
                <a:lnTo>
                  <a:pt x="7348" y="2889"/>
                </a:lnTo>
                <a:lnTo>
                  <a:pt x="7348" y="2888"/>
                </a:lnTo>
                <a:lnTo>
                  <a:pt x="7347" y="2888"/>
                </a:lnTo>
                <a:lnTo>
                  <a:pt x="7347" y="2887"/>
                </a:lnTo>
                <a:lnTo>
                  <a:pt x="7347" y="2886"/>
                </a:lnTo>
                <a:lnTo>
                  <a:pt x="7348" y="2886"/>
                </a:lnTo>
                <a:lnTo>
                  <a:pt x="7349" y="2885"/>
                </a:lnTo>
                <a:lnTo>
                  <a:pt x="7351" y="2884"/>
                </a:lnTo>
                <a:lnTo>
                  <a:pt x="7352" y="2883"/>
                </a:lnTo>
                <a:lnTo>
                  <a:pt x="7352" y="2882"/>
                </a:lnTo>
                <a:lnTo>
                  <a:pt x="7353" y="2881"/>
                </a:lnTo>
                <a:lnTo>
                  <a:pt x="7354" y="2880"/>
                </a:lnTo>
                <a:lnTo>
                  <a:pt x="7355" y="2879"/>
                </a:lnTo>
                <a:lnTo>
                  <a:pt x="7356" y="2879"/>
                </a:lnTo>
                <a:lnTo>
                  <a:pt x="7356" y="2878"/>
                </a:lnTo>
                <a:lnTo>
                  <a:pt x="7357" y="2878"/>
                </a:lnTo>
                <a:lnTo>
                  <a:pt x="7358" y="2876"/>
                </a:lnTo>
                <a:lnTo>
                  <a:pt x="7359" y="2875"/>
                </a:lnTo>
                <a:lnTo>
                  <a:pt x="7361" y="2875"/>
                </a:lnTo>
                <a:lnTo>
                  <a:pt x="7362" y="2876"/>
                </a:lnTo>
                <a:lnTo>
                  <a:pt x="7363" y="2876"/>
                </a:lnTo>
                <a:lnTo>
                  <a:pt x="7363" y="2878"/>
                </a:lnTo>
                <a:lnTo>
                  <a:pt x="7363" y="2879"/>
                </a:lnTo>
                <a:lnTo>
                  <a:pt x="7364" y="2879"/>
                </a:lnTo>
                <a:lnTo>
                  <a:pt x="7366" y="2879"/>
                </a:lnTo>
                <a:lnTo>
                  <a:pt x="7366" y="2877"/>
                </a:lnTo>
                <a:lnTo>
                  <a:pt x="7368" y="2876"/>
                </a:lnTo>
                <a:lnTo>
                  <a:pt x="7368" y="2875"/>
                </a:lnTo>
                <a:lnTo>
                  <a:pt x="7369" y="2874"/>
                </a:lnTo>
                <a:lnTo>
                  <a:pt x="7370" y="2874"/>
                </a:lnTo>
                <a:lnTo>
                  <a:pt x="7371" y="2873"/>
                </a:lnTo>
                <a:lnTo>
                  <a:pt x="7371" y="2872"/>
                </a:lnTo>
                <a:lnTo>
                  <a:pt x="7372" y="2871"/>
                </a:lnTo>
                <a:lnTo>
                  <a:pt x="7372" y="2870"/>
                </a:lnTo>
                <a:lnTo>
                  <a:pt x="7374" y="2870"/>
                </a:lnTo>
                <a:lnTo>
                  <a:pt x="7376" y="2869"/>
                </a:lnTo>
                <a:lnTo>
                  <a:pt x="7376" y="2868"/>
                </a:lnTo>
                <a:lnTo>
                  <a:pt x="7375" y="2868"/>
                </a:lnTo>
                <a:lnTo>
                  <a:pt x="7374" y="2868"/>
                </a:lnTo>
                <a:lnTo>
                  <a:pt x="7374" y="2869"/>
                </a:lnTo>
                <a:lnTo>
                  <a:pt x="7373" y="2869"/>
                </a:lnTo>
                <a:lnTo>
                  <a:pt x="7372" y="2870"/>
                </a:lnTo>
                <a:lnTo>
                  <a:pt x="7371" y="2870"/>
                </a:lnTo>
                <a:lnTo>
                  <a:pt x="7370" y="2872"/>
                </a:lnTo>
                <a:lnTo>
                  <a:pt x="7370" y="2873"/>
                </a:lnTo>
                <a:lnTo>
                  <a:pt x="7367" y="2874"/>
                </a:lnTo>
                <a:lnTo>
                  <a:pt x="7366" y="2875"/>
                </a:lnTo>
                <a:lnTo>
                  <a:pt x="7365" y="2875"/>
                </a:lnTo>
                <a:lnTo>
                  <a:pt x="7365" y="2874"/>
                </a:lnTo>
                <a:lnTo>
                  <a:pt x="7364" y="2874"/>
                </a:lnTo>
                <a:lnTo>
                  <a:pt x="7363" y="2873"/>
                </a:lnTo>
                <a:lnTo>
                  <a:pt x="7362" y="2873"/>
                </a:lnTo>
                <a:lnTo>
                  <a:pt x="7361" y="2872"/>
                </a:lnTo>
                <a:lnTo>
                  <a:pt x="7359" y="2872"/>
                </a:lnTo>
                <a:lnTo>
                  <a:pt x="7358" y="2872"/>
                </a:lnTo>
                <a:lnTo>
                  <a:pt x="7357" y="2873"/>
                </a:lnTo>
                <a:lnTo>
                  <a:pt x="7355" y="2875"/>
                </a:lnTo>
                <a:lnTo>
                  <a:pt x="7354" y="2875"/>
                </a:lnTo>
                <a:lnTo>
                  <a:pt x="7352" y="2876"/>
                </a:lnTo>
                <a:lnTo>
                  <a:pt x="7353" y="2877"/>
                </a:lnTo>
                <a:lnTo>
                  <a:pt x="7353" y="2878"/>
                </a:lnTo>
                <a:lnTo>
                  <a:pt x="7351" y="2879"/>
                </a:lnTo>
                <a:lnTo>
                  <a:pt x="7351" y="2880"/>
                </a:lnTo>
                <a:lnTo>
                  <a:pt x="7350" y="2880"/>
                </a:lnTo>
                <a:lnTo>
                  <a:pt x="7350" y="2881"/>
                </a:lnTo>
                <a:lnTo>
                  <a:pt x="7349" y="2881"/>
                </a:lnTo>
                <a:lnTo>
                  <a:pt x="7349" y="2880"/>
                </a:lnTo>
                <a:lnTo>
                  <a:pt x="7349" y="2879"/>
                </a:lnTo>
                <a:lnTo>
                  <a:pt x="7349" y="2878"/>
                </a:lnTo>
                <a:lnTo>
                  <a:pt x="7349" y="2877"/>
                </a:lnTo>
                <a:lnTo>
                  <a:pt x="7348" y="2876"/>
                </a:lnTo>
                <a:lnTo>
                  <a:pt x="7347" y="2876"/>
                </a:lnTo>
                <a:lnTo>
                  <a:pt x="7346" y="2876"/>
                </a:lnTo>
                <a:lnTo>
                  <a:pt x="7345" y="2876"/>
                </a:lnTo>
                <a:lnTo>
                  <a:pt x="7345" y="2877"/>
                </a:lnTo>
                <a:lnTo>
                  <a:pt x="7345" y="2878"/>
                </a:lnTo>
                <a:lnTo>
                  <a:pt x="7345" y="2879"/>
                </a:lnTo>
                <a:lnTo>
                  <a:pt x="7344" y="2879"/>
                </a:lnTo>
                <a:lnTo>
                  <a:pt x="7345" y="2882"/>
                </a:lnTo>
                <a:lnTo>
                  <a:pt x="7339" y="2883"/>
                </a:lnTo>
                <a:lnTo>
                  <a:pt x="7337" y="2877"/>
                </a:lnTo>
                <a:lnTo>
                  <a:pt x="7337" y="2875"/>
                </a:lnTo>
                <a:lnTo>
                  <a:pt x="7337" y="2874"/>
                </a:lnTo>
                <a:lnTo>
                  <a:pt x="7337" y="2873"/>
                </a:lnTo>
                <a:lnTo>
                  <a:pt x="7337" y="2872"/>
                </a:lnTo>
                <a:lnTo>
                  <a:pt x="7337" y="2871"/>
                </a:lnTo>
                <a:lnTo>
                  <a:pt x="7337" y="2869"/>
                </a:lnTo>
                <a:lnTo>
                  <a:pt x="7339" y="2865"/>
                </a:lnTo>
                <a:lnTo>
                  <a:pt x="7340" y="2865"/>
                </a:lnTo>
                <a:lnTo>
                  <a:pt x="7340" y="2864"/>
                </a:lnTo>
                <a:lnTo>
                  <a:pt x="7343" y="2864"/>
                </a:lnTo>
                <a:lnTo>
                  <a:pt x="7344" y="2863"/>
                </a:lnTo>
                <a:lnTo>
                  <a:pt x="7345" y="2862"/>
                </a:lnTo>
                <a:lnTo>
                  <a:pt x="7345" y="2861"/>
                </a:lnTo>
                <a:lnTo>
                  <a:pt x="7345" y="2860"/>
                </a:lnTo>
                <a:lnTo>
                  <a:pt x="7345" y="2859"/>
                </a:lnTo>
                <a:lnTo>
                  <a:pt x="7346" y="2858"/>
                </a:lnTo>
                <a:lnTo>
                  <a:pt x="7346" y="2857"/>
                </a:lnTo>
                <a:lnTo>
                  <a:pt x="7348" y="2858"/>
                </a:lnTo>
                <a:lnTo>
                  <a:pt x="7348" y="2859"/>
                </a:lnTo>
                <a:lnTo>
                  <a:pt x="7349" y="2859"/>
                </a:lnTo>
                <a:lnTo>
                  <a:pt x="7350" y="2858"/>
                </a:lnTo>
                <a:lnTo>
                  <a:pt x="7352" y="2857"/>
                </a:lnTo>
                <a:lnTo>
                  <a:pt x="7353" y="2857"/>
                </a:lnTo>
                <a:lnTo>
                  <a:pt x="7353" y="2856"/>
                </a:lnTo>
                <a:lnTo>
                  <a:pt x="7354" y="2856"/>
                </a:lnTo>
                <a:lnTo>
                  <a:pt x="7355" y="2856"/>
                </a:lnTo>
                <a:lnTo>
                  <a:pt x="7356" y="2856"/>
                </a:lnTo>
                <a:lnTo>
                  <a:pt x="7357" y="2856"/>
                </a:lnTo>
                <a:lnTo>
                  <a:pt x="7359" y="2856"/>
                </a:lnTo>
                <a:lnTo>
                  <a:pt x="7360" y="2855"/>
                </a:lnTo>
                <a:lnTo>
                  <a:pt x="7362" y="2854"/>
                </a:lnTo>
                <a:lnTo>
                  <a:pt x="7363" y="2853"/>
                </a:lnTo>
                <a:lnTo>
                  <a:pt x="7363" y="2852"/>
                </a:lnTo>
                <a:lnTo>
                  <a:pt x="7363" y="2851"/>
                </a:lnTo>
                <a:lnTo>
                  <a:pt x="7364" y="2851"/>
                </a:lnTo>
                <a:lnTo>
                  <a:pt x="7365" y="2851"/>
                </a:lnTo>
                <a:lnTo>
                  <a:pt x="7365" y="2852"/>
                </a:lnTo>
                <a:lnTo>
                  <a:pt x="7366" y="2852"/>
                </a:lnTo>
                <a:lnTo>
                  <a:pt x="7367" y="2851"/>
                </a:lnTo>
                <a:lnTo>
                  <a:pt x="7368" y="2851"/>
                </a:lnTo>
                <a:lnTo>
                  <a:pt x="7368" y="2850"/>
                </a:lnTo>
                <a:lnTo>
                  <a:pt x="7369" y="2850"/>
                </a:lnTo>
                <a:lnTo>
                  <a:pt x="7369" y="2849"/>
                </a:lnTo>
                <a:lnTo>
                  <a:pt x="7369" y="2848"/>
                </a:lnTo>
                <a:lnTo>
                  <a:pt x="7370" y="2847"/>
                </a:lnTo>
                <a:lnTo>
                  <a:pt x="7369" y="2846"/>
                </a:lnTo>
                <a:lnTo>
                  <a:pt x="7369" y="2845"/>
                </a:lnTo>
                <a:lnTo>
                  <a:pt x="7368" y="2845"/>
                </a:lnTo>
                <a:lnTo>
                  <a:pt x="7367" y="2845"/>
                </a:lnTo>
                <a:lnTo>
                  <a:pt x="7367" y="2844"/>
                </a:lnTo>
                <a:lnTo>
                  <a:pt x="7368" y="2843"/>
                </a:lnTo>
                <a:lnTo>
                  <a:pt x="7369" y="2843"/>
                </a:lnTo>
                <a:lnTo>
                  <a:pt x="7370" y="2843"/>
                </a:lnTo>
                <a:lnTo>
                  <a:pt x="7370" y="2842"/>
                </a:lnTo>
                <a:lnTo>
                  <a:pt x="7372" y="2842"/>
                </a:lnTo>
                <a:lnTo>
                  <a:pt x="7373" y="2841"/>
                </a:lnTo>
                <a:lnTo>
                  <a:pt x="7374" y="2841"/>
                </a:lnTo>
                <a:lnTo>
                  <a:pt x="7375" y="2841"/>
                </a:lnTo>
                <a:lnTo>
                  <a:pt x="7376" y="2842"/>
                </a:lnTo>
                <a:lnTo>
                  <a:pt x="7378" y="2843"/>
                </a:lnTo>
                <a:lnTo>
                  <a:pt x="7378" y="2844"/>
                </a:lnTo>
                <a:lnTo>
                  <a:pt x="7379" y="2844"/>
                </a:lnTo>
                <a:lnTo>
                  <a:pt x="7379" y="2845"/>
                </a:lnTo>
                <a:lnTo>
                  <a:pt x="7379" y="2846"/>
                </a:lnTo>
                <a:lnTo>
                  <a:pt x="7380" y="2848"/>
                </a:lnTo>
                <a:lnTo>
                  <a:pt x="7380" y="2849"/>
                </a:lnTo>
                <a:lnTo>
                  <a:pt x="7381" y="2849"/>
                </a:lnTo>
                <a:lnTo>
                  <a:pt x="7381" y="2850"/>
                </a:lnTo>
                <a:lnTo>
                  <a:pt x="7382" y="2851"/>
                </a:lnTo>
                <a:lnTo>
                  <a:pt x="7382" y="2852"/>
                </a:lnTo>
                <a:lnTo>
                  <a:pt x="7382" y="2853"/>
                </a:lnTo>
                <a:lnTo>
                  <a:pt x="7382" y="2854"/>
                </a:lnTo>
                <a:lnTo>
                  <a:pt x="7383" y="2854"/>
                </a:lnTo>
                <a:lnTo>
                  <a:pt x="7383" y="2853"/>
                </a:lnTo>
                <a:lnTo>
                  <a:pt x="7384" y="2852"/>
                </a:lnTo>
                <a:lnTo>
                  <a:pt x="7385" y="2852"/>
                </a:lnTo>
                <a:lnTo>
                  <a:pt x="7386" y="2851"/>
                </a:lnTo>
                <a:lnTo>
                  <a:pt x="7386" y="2850"/>
                </a:lnTo>
                <a:lnTo>
                  <a:pt x="7385" y="2851"/>
                </a:lnTo>
                <a:lnTo>
                  <a:pt x="7384" y="2851"/>
                </a:lnTo>
                <a:lnTo>
                  <a:pt x="7382" y="2851"/>
                </a:lnTo>
                <a:lnTo>
                  <a:pt x="7382" y="2850"/>
                </a:lnTo>
                <a:lnTo>
                  <a:pt x="7382" y="2849"/>
                </a:lnTo>
                <a:lnTo>
                  <a:pt x="7381" y="2849"/>
                </a:lnTo>
                <a:lnTo>
                  <a:pt x="7381" y="2848"/>
                </a:lnTo>
                <a:lnTo>
                  <a:pt x="7380" y="2847"/>
                </a:lnTo>
                <a:lnTo>
                  <a:pt x="7380" y="2846"/>
                </a:lnTo>
                <a:lnTo>
                  <a:pt x="7378" y="2843"/>
                </a:lnTo>
                <a:lnTo>
                  <a:pt x="7377" y="2841"/>
                </a:lnTo>
                <a:lnTo>
                  <a:pt x="7376" y="2841"/>
                </a:lnTo>
                <a:lnTo>
                  <a:pt x="7375" y="2840"/>
                </a:lnTo>
                <a:lnTo>
                  <a:pt x="7374" y="2840"/>
                </a:lnTo>
                <a:lnTo>
                  <a:pt x="7374" y="2838"/>
                </a:lnTo>
                <a:lnTo>
                  <a:pt x="7375" y="2838"/>
                </a:lnTo>
                <a:lnTo>
                  <a:pt x="7376" y="2838"/>
                </a:lnTo>
                <a:lnTo>
                  <a:pt x="7375" y="2838"/>
                </a:lnTo>
                <a:lnTo>
                  <a:pt x="7374" y="2836"/>
                </a:lnTo>
                <a:lnTo>
                  <a:pt x="7374" y="2835"/>
                </a:lnTo>
                <a:lnTo>
                  <a:pt x="7374" y="2834"/>
                </a:lnTo>
                <a:lnTo>
                  <a:pt x="7374" y="2833"/>
                </a:lnTo>
                <a:lnTo>
                  <a:pt x="7374" y="2832"/>
                </a:lnTo>
                <a:lnTo>
                  <a:pt x="7373" y="2830"/>
                </a:lnTo>
                <a:lnTo>
                  <a:pt x="7372" y="2829"/>
                </a:lnTo>
                <a:lnTo>
                  <a:pt x="7371" y="2829"/>
                </a:lnTo>
                <a:lnTo>
                  <a:pt x="7370" y="2828"/>
                </a:lnTo>
                <a:lnTo>
                  <a:pt x="7369" y="2827"/>
                </a:lnTo>
                <a:lnTo>
                  <a:pt x="7368" y="2826"/>
                </a:lnTo>
                <a:lnTo>
                  <a:pt x="7367" y="2826"/>
                </a:lnTo>
                <a:lnTo>
                  <a:pt x="7366" y="2825"/>
                </a:lnTo>
                <a:lnTo>
                  <a:pt x="7365" y="2825"/>
                </a:lnTo>
                <a:lnTo>
                  <a:pt x="7365" y="2824"/>
                </a:lnTo>
                <a:lnTo>
                  <a:pt x="7366" y="2824"/>
                </a:lnTo>
                <a:lnTo>
                  <a:pt x="7366" y="2823"/>
                </a:lnTo>
                <a:lnTo>
                  <a:pt x="7367" y="2823"/>
                </a:lnTo>
                <a:lnTo>
                  <a:pt x="7369" y="2821"/>
                </a:lnTo>
                <a:lnTo>
                  <a:pt x="7369" y="2820"/>
                </a:lnTo>
                <a:lnTo>
                  <a:pt x="7370" y="2819"/>
                </a:lnTo>
                <a:lnTo>
                  <a:pt x="7370" y="2817"/>
                </a:lnTo>
                <a:lnTo>
                  <a:pt x="7369" y="2817"/>
                </a:lnTo>
                <a:lnTo>
                  <a:pt x="7369" y="2816"/>
                </a:lnTo>
                <a:lnTo>
                  <a:pt x="7368" y="2816"/>
                </a:lnTo>
                <a:lnTo>
                  <a:pt x="7368" y="2815"/>
                </a:lnTo>
                <a:lnTo>
                  <a:pt x="7367" y="2815"/>
                </a:lnTo>
                <a:lnTo>
                  <a:pt x="7366" y="2814"/>
                </a:lnTo>
                <a:lnTo>
                  <a:pt x="7365" y="2812"/>
                </a:lnTo>
                <a:lnTo>
                  <a:pt x="7365" y="2811"/>
                </a:lnTo>
                <a:lnTo>
                  <a:pt x="7366" y="2810"/>
                </a:lnTo>
                <a:lnTo>
                  <a:pt x="7367" y="2810"/>
                </a:lnTo>
                <a:lnTo>
                  <a:pt x="7368" y="2810"/>
                </a:lnTo>
                <a:lnTo>
                  <a:pt x="7369" y="2809"/>
                </a:lnTo>
                <a:lnTo>
                  <a:pt x="7370" y="2806"/>
                </a:lnTo>
                <a:lnTo>
                  <a:pt x="7370" y="2805"/>
                </a:lnTo>
                <a:lnTo>
                  <a:pt x="7371" y="2805"/>
                </a:lnTo>
                <a:lnTo>
                  <a:pt x="7371" y="2804"/>
                </a:lnTo>
                <a:lnTo>
                  <a:pt x="7371" y="2803"/>
                </a:lnTo>
                <a:lnTo>
                  <a:pt x="7372" y="2802"/>
                </a:lnTo>
                <a:lnTo>
                  <a:pt x="7372" y="2801"/>
                </a:lnTo>
                <a:lnTo>
                  <a:pt x="7373" y="2801"/>
                </a:lnTo>
                <a:lnTo>
                  <a:pt x="7373" y="2800"/>
                </a:lnTo>
                <a:lnTo>
                  <a:pt x="7374" y="2798"/>
                </a:lnTo>
                <a:lnTo>
                  <a:pt x="7373" y="2798"/>
                </a:lnTo>
                <a:lnTo>
                  <a:pt x="7373" y="2797"/>
                </a:lnTo>
                <a:lnTo>
                  <a:pt x="7373" y="2796"/>
                </a:lnTo>
                <a:lnTo>
                  <a:pt x="7374" y="2797"/>
                </a:lnTo>
                <a:lnTo>
                  <a:pt x="7375" y="2797"/>
                </a:lnTo>
                <a:lnTo>
                  <a:pt x="7376" y="2797"/>
                </a:lnTo>
                <a:lnTo>
                  <a:pt x="7377" y="2798"/>
                </a:lnTo>
                <a:lnTo>
                  <a:pt x="7378" y="2797"/>
                </a:lnTo>
                <a:lnTo>
                  <a:pt x="7380" y="2797"/>
                </a:lnTo>
                <a:lnTo>
                  <a:pt x="7381" y="2797"/>
                </a:lnTo>
                <a:lnTo>
                  <a:pt x="7381" y="2796"/>
                </a:lnTo>
                <a:lnTo>
                  <a:pt x="7382" y="2796"/>
                </a:lnTo>
                <a:lnTo>
                  <a:pt x="7382" y="2795"/>
                </a:lnTo>
                <a:lnTo>
                  <a:pt x="7383" y="2795"/>
                </a:lnTo>
                <a:lnTo>
                  <a:pt x="7384" y="2795"/>
                </a:lnTo>
                <a:lnTo>
                  <a:pt x="7384" y="2794"/>
                </a:lnTo>
                <a:lnTo>
                  <a:pt x="7386" y="2793"/>
                </a:lnTo>
                <a:lnTo>
                  <a:pt x="7386" y="2792"/>
                </a:lnTo>
                <a:lnTo>
                  <a:pt x="7387" y="2791"/>
                </a:lnTo>
                <a:lnTo>
                  <a:pt x="7387" y="2790"/>
                </a:lnTo>
                <a:lnTo>
                  <a:pt x="7387" y="2788"/>
                </a:lnTo>
                <a:lnTo>
                  <a:pt x="7387" y="2787"/>
                </a:lnTo>
                <a:lnTo>
                  <a:pt x="7388" y="2787"/>
                </a:lnTo>
                <a:lnTo>
                  <a:pt x="7390" y="2787"/>
                </a:lnTo>
                <a:lnTo>
                  <a:pt x="7390" y="2786"/>
                </a:lnTo>
                <a:lnTo>
                  <a:pt x="7391" y="2786"/>
                </a:lnTo>
                <a:lnTo>
                  <a:pt x="7391" y="2785"/>
                </a:lnTo>
                <a:lnTo>
                  <a:pt x="7392" y="2784"/>
                </a:lnTo>
                <a:lnTo>
                  <a:pt x="7392" y="2783"/>
                </a:lnTo>
                <a:lnTo>
                  <a:pt x="7392" y="2782"/>
                </a:lnTo>
                <a:lnTo>
                  <a:pt x="7393" y="2782"/>
                </a:lnTo>
                <a:lnTo>
                  <a:pt x="7393" y="2783"/>
                </a:lnTo>
                <a:lnTo>
                  <a:pt x="7394" y="2782"/>
                </a:lnTo>
                <a:lnTo>
                  <a:pt x="7395" y="2781"/>
                </a:lnTo>
                <a:lnTo>
                  <a:pt x="7395" y="2780"/>
                </a:lnTo>
                <a:lnTo>
                  <a:pt x="7396" y="2779"/>
                </a:lnTo>
                <a:lnTo>
                  <a:pt x="7395" y="2779"/>
                </a:lnTo>
                <a:lnTo>
                  <a:pt x="7395" y="2778"/>
                </a:lnTo>
                <a:lnTo>
                  <a:pt x="7396" y="2778"/>
                </a:lnTo>
                <a:lnTo>
                  <a:pt x="7397" y="2778"/>
                </a:lnTo>
                <a:lnTo>
                  <a:pt x="7398" y="2779"/>
                </a:lnTo>
                <a:lnTo>
                  <a:pt x="7398" y="2780"/>
                </a:lnTo>
                <a:lnTo>
                  <a:pt x="7400" y="2780"/>
                </a:lnTo>
                <a:lnTo>
                  <a:pt x="7402" y="2781"/>
                </a:lnTo>
                <a:lnTo>
                  <a:pt x="7402" y="2782"/>
                </a:lnTo>
                <a:lnTo>
                  <a:pt x="7403" y="2782"/>
                </a:lnTo>
                <a:lnTo>
                  <a:pt x="7403" y="2781"/>
                </a:lnTo>
                <a:lnTo>
                  <a:pt x="7402" y="2780"/>
                </a:lnTo>
                <a:lnTo>
                  <a:pt x="7404" y="2779"/>
                </a:lnTo>
                <a:lnTo>
                  <a:pt x="7404" y="2778"/>
                </a:lnTo>
                <a:lnTo>
                  <a:pt x="7405" y="2778"/>
                </a:lnTo>
                <a:lnTo>
                  <a:pt x="7405" y="2777"/>
                </a:lnTo>
                <a:lnTo>
                  <a:pt x="7406" y="2777"/>
                </a:lnTo>
                <a:lnTo>
                  <a:pt x="7407" y="2777"/>
                </a:lnTo>
                <a:lnTo>
                  <a:pt x="7408" y="2776"/>
                </a:lnTo>
                <a:lnTo>
                  <a:pt x="7408" y="2774"/>
                </a:lnTo>
                <a:lnTo>
                  <a:pt x="7408" y="2773"/>
                </a:lnTo>
                <a:lnTo>
                  <a:pt x="7409" y="2772"/>
                </a:lnTo>
                <a:lnTo>
                  <a:pt x="7410" y="2770"/>
                </a:lnTo>
                <a:lnTo>
                  <a:pt x="7412" y="2768"/>
                </a:lnTo>
                <a:lnTo>
                  <a:pt x="7412" y="2767"/>
                </a:lnTo>
                <a:lnTo>
                  <a:pt x="7413" y="2767"/>
                </a:lnTo>
                <a:lnTo>
                  <a:pt x="7414" y="2767"/>
                </a:lnTo>
                <a:lnTo>
                  <a:pt x="7415" y="2767"/>
                </a:lnTo>
                <a:lnTo>
                  <a:pt x="7415" y="2766"/>
                </a:lnTo>
                <a:lnTo>
                  <a:pt x="7412" y="2765"/>
                </a:lnTo>
                <a:lnTo>
                  <a:pt x="7413" y="2764"/>
                </a:lnTo>
                <a:lnTo>
                  <a:pt x="7411" y="2763"/>
                </a:lnTo>
                <a:lnTo>
                  <a:pt x="7412" y="2762"/>
                </a:lnTo>
                <a:lnTo>
                  <a:pt x="7412" y="2761"/>
                </a:lnTo>
                <a:lnTo>
                  <a:pt x="7411" y="2760"/>
                </a:lnTo>
                <a:lnTo>
                  <a:pt x="7409" y="2762"/>
                </a:lnTo>
                <a:lnTo>
                  <a:pt x="7408" y="2763"/>
                </a:lnTo>
                <a:lnTo>
                  <a:pt x="7408" y="2764"/>
                </a:lnTo>
                <a:lnTo>
                  <a:pt x="7404" y="2766"/>
                </a:lnTo>
                <a:lnTo>
                  <a:pt x="7403" y="2765"/>
                </a:lnTo>
                <a:lnTo>
                  <a:pt x="7404" y="2764"/>
                </a:lnTo>
                <a:lnTo>
                  <a:pt x="7406" y="2763"/>
                </a:lnTo>
                <a:lnTo>
                  <a:pt x="7407" y="2763"/>
                </a:lnTo>
                <a:lnTo>
                  <a:pt x="7407" y="2762"/>
                </a:lnTo>
                <a:lnTo>
                  <a:pt x="7409" y="2760"/>
                </a:lnTo>
                <a:lnTo>
                  <a:pt x="7410" y="2759"/>
                </a:lnTo>
                <a:lnTo>
                  <a:pt x="7410" y="2758"/>
                </a:lnTo>
                <a:lnTo>
                  <a:pt x="7411" y="2758"/>
                </a:lnTo>
                <a:lnTo>
                  <a:pt x="7412" y="2757"/>
                </a:lnTo>
                <a:lnTo>
                  <a:pt x="7412" y="2756"/>
                </a:lnTo>
                <a:lnTo>
                  <a:pt x="7413" y="2756"/>
                </a:lnTo>
                <a:lnTo>
                  <a:pt x="7411" y="2755"/>
                </a:lnTo>
                <a:lnTo>
                  <a:pt x="7414" y="2754"/>
                </a:lnTo>
                <a:lnTo>
                  <a:pt x="7415" y="2754"/>
                </a:lnTo>
                <a:lnTo>
                  <a:pt x="7417" y="2753"/>
                </a:lnTo>
                <a:lnTo>
                  <a:pt x="7418" y="2752"/>
                </a:lnTo>
                <a:lnTo>
                  <a:pt x="7418" y="2753"/>
                </a:lnTo>
                <a:lnTo>
                  <a:pt x="7420" y="2753"/>
                </a:lnTo>
                <a:lnTo>
                  <a:pt x="7420" y="2752"/>
                </a:lnTo>
                <a:lnTo>
                  <a:pt x="7420" y="2751"/>
                </a:lnTo>
                <a:lnTo>
                  <a:pt x="7421" y="2749"/>
                </a:lnTo>
                <a:lnTo>
                  <a:pt x="7422" y="2747"/>
                </a:lnTo>
                <a:lnTo>
                  <a:pt x="7423" y="2748"/>
                </a:lnTo>
                <a:lnTo>
                  <a:pt x="7423" y="2747"/>
                </a:lnTo>
                <a:lnTo>
                  <a:pt x="7425" y="2745"/>
                </a:lnTo>
                <a:lnTo>
                  <a:pt x="7425" y="2744"/>
                </a:lnTo>
                <a:lnTo>
                  <a:pt x="7426" y="2743"/>
                </a:lnTo>
                <a:lnTo>
                  <a:pt x="7426" y="2741"/>
                </a:lnTo>
                <a:lnTo>
                  <a:pt x="7425" y="2741"/>
                </a:lnTo>
                <a:lnTo>
                  <a:pt x="7425" y="2739"/>
                </a:lnTo>
                <a:lnTo>
                  <a:pt x="7426" y="2739"/>
                </a:lnTo>
                <a:lnTo>
                  <a:pt x="7427" y="2738"/>
                </a:lnTo>
                <a:lnTo>
                  <a:pt x="7427" y="2737"/>
                </a:lnTo>
                <a:lnTo>
                  <a:pt x="7427" y="2736"/>
                </a:lnTo>
                <a:lnTo>
                  <a:pt x="7428" y="2735"/>
                </a:lnTo>
                <a:lnTo>
                  <a:pt x="7429" y="2734"/>
                </a:lnTo>
                <a:lnTo>
                  <a:pt x="7431" y="2734"/>
                </a:lnTo>
                <a:lnTo>
                  <a:pt x="7431" y="2733"/>
                </a:lnTo>
                <a:lnTo>
                  <a:pt x="7433" y="2733"/>
                </a:lnTo>
                <a:lnTo>
                  <a:pt x="7434" y="2731"/>
                </a:lnTo>
                <a:lnTo>
                  <a:pt x="7435" y="2730"/>
                </a:lnTo>
                <a:lnTo>
                  <a:pt x="7435" y="2729"/>
                </a:lnTo>
                <a:lnTo>
                  <a:pt x="7435" y="2728"/>
                </a:lnTo>
                <a:lnTo>
                  <a:pt x="7435" y="2726"/>
                </a:lnTo>
                <a:lnTo>
                  <a:pt x="7435" y="2725"/>
                </a:lnTo>
                <a:lnTo>
                  <a:pt x="7435" y="2724"/>
                </a:lnTo>
                <a:lnTo>
                  <a:pt x="7435" y="2722"/>
                </a:lnTo>
                <a:lnTo>
                  <a:pt x="7434" y="2722"/>
                </a:lnTo>
                <a:lnTo>
                  <a:pt x="7434" y="2721"/>
                </a:lnTo>
                <a:lnTo>
                  <a:pt x="7433" y="2720"/>
                </a:lnTo>
                <a:lnTo>
                  <a:pt x="7432" y="2720"/>
                </a:lnTo>
                <a:lnTo>
                  <a:pt x="7431" y="2721"/>
                </a:lnTo>
                <a:lnTo>
                  <a:pt x="7431" y="2720"/>
                </a:lnTo>
                <a:lnTo>
                  <a:pt x="7431" y="2719"/>
                </a:lnTo>
                <a:lnTo>
                  <a:pt x="7432" y="2719"/>
                </a:lnTo>
                <a:lnTo>
                  <a:pt x="7426" y="2718"/>
                </a:lnTo>
                <a:lnTo>
                  <a:pt x="7425" y="2717"/>
                </a:lnTo>
                <a:lnTo>
                  <a:pt x="7426" y="2717"/>
                </a:lnTo>
                <a:lnTo>
                  <a:pt x="7427" y="2717"/>
                </a:lnTo>
                <a:lnTo>
                  <a:pt x="7435" y="2715"/>
                </a:lnTo>
                <a:lnTo>
                  <a:pt x="7436" y="2718"/>
                </a:lnTo>
                <a:lnTo>
                  <a:pt x="7436" y="2717"/>
                </a:lnTo>
                <a:lnTo>
                  <a:pt x="7437" y="2717"/>
                </a:lnTo>
                <a:lnTo>
                  <a:pt x="7438" y="2716"/>
                </a:lnTo>
                <a:lnTo>
                  <a:pt x="7439" y="2716"/>
                </a:lnTo>
                <a:lnTo>
                  <a:pt x="7440" y="2715"/>
                </a:lnTo>
                <a:lnTo>
                  <a:pt x="7440" y="2714"/>
                </a:lnTo>
                <a:lnTo>
                  <a:pt x="7440" y="2713"/>
                </a:lnTo>
                <a:lnTo>
                  <a:pt x="7441" y="2712"/>
                </a:lnTo>
                <a:lnTo>
                  <a:pt x="7442" y="2712"/>
                </a:lnTo>
                <a:lnTo>
                  <a:pt x="7443" y="2711"/>
                </a:lnTo>
                <a:lnTo>
                  <a:pt x="7444" y="2709"/>
                </a:lnTo>
                <a:lnTo>
                  <a:pt x="7445" y="2708"/>
                </a:lnTo>
                <a:lnTo>
                  <a:pt x="7446" y="2706"/>
                </a:lnTo>
                <a:lnTo>
                  <a:pt x="7445" y="2706"/>
                </a:lnTo>
                <a:lnTo>
                  <a:pt x="7443" y="2706"/>
                </a:lnTo>
                <a:lnTo>
                  <a:pt x="7442" y="2704"/>
                </a:lnTo>
                <a:lnTo>
                  <a:pt x="7443" y="2704"/>
                </a:lnTo>
                <a:lnTo>
                  <a:pt x="7444" y="2704"/>
                </a:lnTo>
                <a:lnTo>
                  <a:pt x="7445" y="2704"/>
                </a:lnTo>
                <a:lnTo>
                  <a:pt x="7444" y="2697"/>
                </a:lnTo>
                <a:lnTo>
                  <a:pt x="7445" y="2697"/>
                </a:lnTo>
                <a:lnTo>
                  <a:pt x="7445" y="2696"/>
                </a:lnTo>
                <a:lnTo>
                  <a:pt x="7443" y="2694"/>
                </a:lnTo>
                <a:lnTo>
                  <a:pt x="7442" y="2694"/>
                </a:lnTo>
                <a:lnTo>
                  <a:pt x="7442" y="2693"/>
                </a:lnTo>
                <a:lnTo>
                  <a:pt x="7441" y="2693"/>
                </a:lnTo>
                <a:lnTo>
                  <a:pt x="7439" y="2690"/>
                </a:lnTo>
                <a:lnTo>
                  <a:pt x="7434" y="2694"/>
                </a:lnTo>
                <a:lnTo>
                  <a:pt x="7434" y="2692"/>
                </a:lnTo>
                <a:lnTo>
                  <a:pt x="7434" y="2691"/>
                </a:lnTo>
                <a:lnTo>
                  <a:pt x="7439" y="2688"/>
                </a:lnTo>
                <a:lnTo>
                  <a:pt x="7439" y="2687"/>
                </a:lnTo>
                <a:lnTo>
                  <a:pt x="7440" y="2688"/>
                </a:lnTo>
                <a:lnTo>
                  <a:pt x="7442" y="2691"/>
                </a:lnTo>
                <a:lnTo>
                  <a:pt x="7443" y="2692"/>
                </a:lnTo>
                <a:lnTo>
                  <a:pt x="7444" y="2691"/>
                </a:lnTo>
                <a:lnTo>
                  <a:pt x="7445" y="2690"/>
                </a:lnTo>
                <a:lnTo>
                  <a:pt x="7445" y="2689"/>
                </a:lnTo>
                <a:lnTo>
                  <a:pt x="7448" y="2686"/>
                </a:lnTo>
                <a:lnTo>
                  <a:pt x="7447" y="2686"/>
                </a:lnTo>
                <a:lnTo>
                  <a:pt x="7448" y="2686"/>
                </a:lnTo>
                <a:lnTo>
                  <a:pt x="7448" y="2685"/>
                </a:lnTo>
                <a:lnTo>
                  <a:pt x="7450" y="2687"/>
                </a:lnTo>
                <a:lnTo>
                  <a:pt x="7450" y="2686"/>
                </a:lnTo>
                <a:lnTo>
                  <a:pt x="7450" y="2685"/>
                </a:lnTo>
                <a:lnTo>
                  <a:pt x="7450" y="2684"/>
                </a:lnTo>
                <a:lnTo>
                  <a:pt x="7451" y="2685"/>
                </a:lnTo>
                <a:lnTo>
                  <a:pt x="7452" y="2684"/>
                </a:lnTo>
                <a:lnTo>
                  <a:pt x="7452" y="2683"/>
                </a:lnTo>
                <a:lnTo>
                  <a:pt x="7450" y="2682"/>
                </a:lnTo>
                <a:lnTo>
                  <a:pt x="7450" y="2681"/>
                </a:lnTo>
                <a:lnTo>
                  <a:pt x="7451" y="2681"/>
                </a:lnTo>
                <a:lnTo>
                  <a:pt x="7452" y="2680"/>
                </a:lnTo>
                <a:lnTo>
                  <a:pt x="7453" y="2680"/>
                </a:lnTo>
                <a:lnTo>
                  <a:pt x="7453" y="2681"/>
                </a:lnTo>
                <a:lnTo>
                  <a:pt x="7453" y="2680"/>
                </a:lnTo>
                <a:lnTo>
                  <a:pt x="7454" y="2680"/>
                </a:lnTo>
                <a:lnTo>
                  <a:pt x="7454" y="2679"/>
                </a:lnTo>
                <a:lnTo>
                  <a:pt x="7454" y="2678"/>
                </a:lnTo>
                <a:lnTo>
                  <a:pt x="7455" y="2679"/>
                </a:lnTo>
                <a:lnTo>
                  <a:pt x="7456" y="2679"/>
                </a:lnTo>
                <a:lnTo>
                  <a:pt x="7456" y="2678"/>
                </a:lnTo>
                <a:lnTo>
                  <a:pt x="7456" y="2677"/>
                </a:lnTo>
                <a:lnTo>
                  <a:pt x="7455" y="2676"/>
                </a:lnTo>
                <a:lnTo>
                  <a:pt x="7454" y="2675"/>
                </a:lnTo>
                <a:lnTo>
                  <a:pt x="7455" y="2675"/>
                </a:lnTo>
                <a:lnTo>
                  <a:pt x="7456" y="2675"/>
                </a:lnTo>
                <a:lnTo>
                  <a:pt x="7457" y="2675"/>
                </a:lnTo>
                <a:lnTo>
                  <a:pt x="7457" y="2674"/>
                </a:lnTo>
                <a:lnTo>
                  <a:pt x="7457" y="2672"/>
                </a:lnTo>
                <a:lnTo>
                  <a:pt x="7457" y="2671"/>
                </a:lnTo>
                <a:lnTo>
                  <a:pt x="7456" y="2670"/>
                </a:lnTo>
                <a:lnTo>
                  <a:pt x="7456" y="2669"/>
                </a:lnTo>
                <a:lnTo>
                  <a:pt x="7456" y="2668"/>
                </a:lnTo>
                <a:lnTo>
                  <a:pt x="7455" y="2667"/>
                </a:lnTo>
                <a:lnTo>
                  <a:pt x="7455" y="2666"/>
                </a:lnTo>
                <a:lnTo>
                  <a:pt x="7455" y="2665"/>
                </a:lnTo>
                <a:lnTo>
                  <a:pt x="7456" y="2665"/>
                </a:lnTo>
                <a:lnTo>
                  <a:pt x="7456" y="2666"/>
                </a:lnTo>
                <a:lnTo>
                  <a:pt x="7457" y="2666"/>
                </a:lnTo>
                <a:lnTo>
                  <a:pt x="7457" y="2665"/>
                </a:lnTo>
                <a:lnTo>
                  <a:pt x="7459" y="2665"/>
                </a:lnTo>
                <a:lnTo>
                  <a:pt x="7459" y="2664"/>
                </a:lnTo>
                <a:lnTo>
                  <a:pt x="7460" y="2663"/>
                </a:lnTo>
                <a:lnTo>
                  <a:pt x="7461" y="2661"/>
                </a:lnTo>
                <a:lnTo>
                  <a:pt x="7461" y="2660"/>
                </a:lnTo>
                <a:lnTo>
                  <a:pt x="7462" y="2659"/>
                </a:lnTo>
                <a:lnTo>
                  <a:pt x="7461" y="2659"/>
                </a:lnTo>
                <a:lnTo>
                  <a:pt x="7460" y="2658"/>
                </a:lnTo>
                <a:lnTo>
                  <a:pt x="7461" y="2657"/>
                </a:lnTo>
                <a:lnTo>
                  <a:pt x="7462" y="2654"/>
                </a:lnTo>
                <a:lnTo>
                  <a:pt x="7463" y="2654"/>
                </a:lnTo>
                <a:lnTo>
                  <a:pt x="7463" y="2653"/>
                </a:lnTo>
                <a:lnTo>
                  <a:pt x="7464" y="2653"/>
                </a:lnTo>
                <a:lnTo>
                  <a:pt x="7464" y="2652"/>
                </a:lnTo>
                <a:lnTo>
                  <a:pt x="7464" y="2650"/>
                </a:lnTo>
                <a:lnTo>
                  <a:pt x="7462" y="2651"/>
                </a:lnTo>
                <a:lnTo>
                  <a:pt x="7460" y="2651"/>
                </a:lnTo>
                <a:lnTo>
                  <a:pt x="7460" y="2650"/>
                </a:lnTo>
                <a:lnTo>
                  <a:pt x="7461" y="2650"/>
                </a:lnTo>
                <a:lnTo>
                  <a:pt x="7462" y="2649"/>
                </a:lnTo>
                <a:lnTo>
                  <a:pt x="7459" y="2646"/>
                </a:lnTo>
                <a:lnTo>
                  <a:pt x="7458" y="2645"/>
                </a:lnTo>
                <a:lnTo>
                  <a:pt x="7457" y="2644"/>
                </a:lnTo>
                <a:lnTo>
                  <a:pt x="7453" y="2642"/>
                </a:lnTo>
                <a:lnTo>
                  <a:pt x="7454" y="2641"/>
                </a:lnTo>
                <a:lnTo>
                  <a:pt x="7455" y="2641"/>
                </a:lnTo>
                <a:lnTo>
                  <a:pt x="7455" y="2640"/>
                </a:lnTo>
                <a:lnTo>
                  <a:pt x="7453" y="2639"/>
                </a:lnTo>
                <a:lnTo>
                  <a:pt x="7452" y="2638"/>
                </a:lnTo>
                <a:lnTo>
                  <a:pt x="7451" y="2637"/>
                </a:lnTo>
                <a:lnTo>
                  <a:pt x="7450" y="2637"/>
                </a:lnTo>
                <a:lnTo>
                  <a:pt x="7449" y="2637"/>
                </a:lnTo>
                <a:lnTo>
                  <a:pt x="7448" y="2637"/>
                </a:lnTo>
                <a:lnTo>
                  <a:pt x="7449" y="2636"/>
                </a:lnTo>
                <a:lnTo>
                  <a:pt x="7449" y="2635"/>
                </a:lnTo>
                <a:lnTo>
                  <a:pt x="7447" y="2634"/>
                </a:lnTo>
                <a:lnTo>
                  <a:pt x="7446" y="2633"/>
                </a:lnTo>
                <a:lnTo>
                  <a:pt x="7445" y="2632"/>
                </a:lnTo>
                <a:lnTo>
                  <a:pt x="7442" y="2631"/>
                </a:lnTo>
                <a:lnTo>
                  <a:pt x="7440" y="2630"/>
                </a:lnTo>
                <a:lnTo>
                  <a:pt x="7437" y="2628"/>
                </a:lnTo>
                <a:lnTo>
                  <a:pt x="7437" y="2627"/>
                </a:lnTo>
                <a:lnTo>
                  <a:pt x="7437" y="2626"/>
                </a:lnTo>
                <a:lnTo>
                  <a:pt x="7437" y="2625"/>
                </a:lnTo>
                <a:lnTo>
                  <a:pt x="7438" y="2625"/>
                </a:lnTo>
                <a:lnTo>
                  <a:pt x="7439" y="2624"/>
                </a:lnTo>
                <a:lnTo>
                  <a:pt x="7439" y="2623"/>
                </a:lnTo>
                <a:lnTo>
                  <a:pt x="7440" y="2622"/>
                </a:lnTo>
                <a:lnTo>
                  <a:pt x="7440" y="2621"/>
                </a:lnTo>
                <a:lnTo>
                  <a:pt x="7440" y="2620"/>
                </a:lnTo>
                <a:lnTo>
                  <a:pt x="7440" y="2619"/>
                </a:lnTo>
                <a:lnTo>
                  <a:pt x="7440" y="2618"/>
                </a:lnTo>
                <a:lnTo>
                  <a:pt x="7440" y="2617"/>
                </a:lnTo>
                <a:lnTo>
                  <a:pt x="7441" y="2617"/>
                </a:lnTo>
                <a:lnTo>
                  <a:pt x="7440" y="2617"/>
                </a:lnTo>
                <a:lnTo>
                  <a:pt x="7440" y="2616"/>
                </a:lnTo>
                <a:lnTo>
                  <a:pt x="7440" y="2615"/>
                </a:lnTo>
                <a:lnTo>
                  <a:pt x="7439" y="2614"/>
                </a:lnTo>
                <a:lnTo>
                  <a:pt x="7437" y="2614"/>
                </a:lnTo>
                <a:lnTo>
                  <a:pt x="7437" y="2616"/>
                </a:lnTo>
                <a:lnTo>
                  <a:pt x="7436" y="2616"/>
                </a:lnTo>
                <a:lnTo>
                  <a:pt x="7436" y="2617"/>
                </a:lnTo>
                <a:lnTo>
                  <a:pt x="7433" y="2618"/>
                </a:lnTo>
                <a:lnTo>
                  <a:pt x="7432" y="2618"/>
                </a:lnTo>
                <a:lnTo>
                  <a:pt x="7430" y="2618"/>
                </a:lnTo>
                <a:lnTo>
                  <a:pt x="7427" y="2619"/>
                </a:lnTo>
                <a:lnTo>
                  <a:pt x="7426" y="2619"/>
                </a:lnTo>
                <a:lnTo>
                  <a:pt x="7425" y="2620"/>
                </a:lnTo>
                <a:lnTo>
                  <a:pt x="7425" y="2621"/>
                </a:lnTo>
                <a:lnTo>
                  <a:pt x="7424" y="2621"/>
                </a:lnTo>
                <a:lnTo>
                  <a:pt x="7423" y="2619"/>
                </a:lnTo>
                <a:lnTo>
                  <a:pt x="7423" y="2617"/>
                </a:lnTo>
                <a:lnTo>
                  <a:pt x="7424" y="2617"/>
                </a:lnTo>
                <a:lnTo>
                  <a:pt x="7424" y="2616"/>
                </a:lnTo>
                <a:lnTo>
                  <a:pt x="7425" y="2616"/>
                </a:lnTo>
                <a:lnTo>
                  <a:pt x="7425" y="2615"/>
                </a:lnTo>
                <a:lnTo>
                  <a:pt x="7424" y="2615"/>
                </a:lnTo>
                <a:lnTo>
                  <a:pt x="7423" y="2615"/>
                </a:lnTo>
                <a:lnTo>
                  <a:pt x="7423" y="2616"/>
                </a:lnTo>
                <a:lnTo>
                  <a:pt x="7422" y="2616"/>
                </a:lnTo>
                <a:lnTo>
                  <a:pt x="7424" y="2611"/>
                </a:lnTo>
                <a:lnTo>
                  <a:pt x="7423" y="2610"/>
                </a:lnTo>
                <a:lnTo>
                  <a:pt x="7420" y="2616"/>
                </a:lnTo>
                <a:lnTo>
                  <a:pt x="7422" y="2616"/>
                </a:lnTo>
                <a:lnTo>
                  <a:pt x="7421" y="2618"/>
                </a:lnTo>
                <a:lnTo>
                  <a:pt x="7415" y="2616"/>
                </a:lnTo>
                <a:lnTo>
                  <a:pt x="7414" y="2615"/>
                </a:lnTo>
                <a:lnTo>
                  <a:pt x="7413" y="2615"/>
                </a:lnTo>
                <a:lnTo>
                  <a:pt x="7411" y="2614"/>
                </a:lnTo>
                <a:lnTo>
                  <a:pt x="7414" y="2607"/>
                </a:lnTo>
                <a:lnTo>
                  <a:pt x="7411" y="2606"/>
                </a:lnTo>
                <a:lnTo>
                  <a:pt x="7410" y="2609"/>
                </a:lnTo>
                <a:lnTo>
                  <a:pt x="7409" y="2609"/>
                </a:lnTo>
                <a:lnTo>
                  <a:pt x="7410" y="2605"/>
                </a:lnTo>
                <a:lnTo>
                  <a:pt x="7409" y="2605"/>
                </a:lnTo>
                <a:lnTo>
                  <a:pt x="7408" y="2605"/>
                </a:lnTo>
                <a:lnTo>
                  <a:pt x="7407" y="2603"/>
                </a:lnTo>
                <a:lnTo>
                  <a:pt x="7407" y="2602"/>
                </a:lnTo>
                <a:lnTo>
                  <a:pt x="7407" y="2601"/>
                </a:lnTo>
                <a:lnTo>
                  <a:pt x="7405" y="2600"/>
                </a:lnTo>
                <a:lnTo>
                  <a:pt x="7404" y="2600"/>
                </a:lnTo>
                <a:lnTo>
                  <a:pt x="7404" y="2599"/>
                </a:lnTo>
                <a:lnTo>
                  <a:pt x="7404" y="2598"/>
                </a:lnTo>
                <a:lnTo>
                  <a:pt x="7404" y="2597"/>
                </a:lnTo>
                <a:lnTo>
                  <a:pt x="7404" y="2595"/>
                </a:lnTo>
                <a:lnTo>
                  <a:pt x="7404" y="2594"/>
                </a:lnTo>
                <a:lnTo>
                  <a:pt x="7403" y="2594"/>
                </a:lnTo>
                <a:lnTo>
                  <a:pt x="7402" y="2594"/>
                </a:lnTo>
                <a:lnTo>
                  <a:pt x="7402" y="2593"/>
                </a:lnTo>
                <a:lnTo>
                  <a:pt x="7401" y="2592"/>
                </a:lnTo>
                <a:lnTo>
                  <a:pt x="7400" y="2592"/>
                </a:lnTo>
                <a:lnTo>
                  <a:pt x="7400" y="2591"/>
                </a:lnTo>
                <a:lnTo>
                  <a:pt x="7401" y="2591"/>
                </a:lnTo>
                <a:lnTo>
                  <a:pt x="7402" y="2591"/>
                </a:lnTo>
                <a:lnTo>
                  <a:pt x="7402" y="2590"/>
                </a:lnTo>
                <a:lnTo>
                  <a:pt x="7402" y="2591"/>
                </a:lnTo>
                <a:lnTo>
                  <a:pt x="7403" y="2590"/>
                </a:lnTo>
                <a:lnTo>
                  <a:pt x="7402" y="2588"/>
                </a:lnTo>
                <a:lnTo>
                  <a:pt x="7400" y="2588"/>
                </a:lnTo>
                <a:lnTo>
                  <a:pt x="7399" y="2588"/>
                </a:lnTo>
                <a:lnTo>
                  <a:pt x="7398" y="2588"/>
                </a:lnTo>
                <a:lnTo>
                  <a:pt x="7396" y="2589"/>
                </a:lnTo>
                <a:lnTo>
                  <a:pt x="7396" y="2591"/>
                </a:lnTo>
                <a:lnTo>
                  <a:pt x="7396" y="2592"/>
                </a:lnTo>
                <a:lnTo>
                  <a:pt x="7396" y="2593"/>
                </a:lnTo>
                <a:lnTo>
                  <a:pt x="7397" y="2593"/>
                </a:lnTo>
                <a:lnTo>
                  <a:pt x="7398" y="2593"/>
                </a:lnTo>
                <a:lnTo>
                  <a:pt x="7400" y="2593"/>
                </a:lnTo>
                <a:lnTo>
                  <a:pt x="7400" y="2594"/>
                </a:lnTo>
                <a:lnTo>
                  <a:pt x="7395" y="2595"/>
                </a:lnTo>
                <a:lnTo>
                  <a:pt x="7394" y="2594"/>
                </a:lnTo>
                <a:lnTo>
                  <a:pt x="7393" y="2594"/>
                </a:lnTo>
                <a:lnTo>
                  <a:pt x="7392" y="2594"/>
                </a:lnTo>
                <a:lnTo>
                  <a:pt x="7391" y="2594"/>
                </a:lnTo>
                <a:lnTo>
                  <a:pt x="7391" y="2593"/>
                </a:lnTo>
                <a:lnTo>
                  <a:pt x="7390" y="2592"/>
                </a:lnTo>
                <a:lnTo>
                  <a:pt x="7389" y="2593"/>
                </a:lnTo>
                <a:lnTo>
                  <a:pt x="7388" y="2592"/>
                </a:lnTo>
                <a:lnTo>
                  <a:pt x="7388" y="2591"/>
                </a:lnTo>
                <a:lnTo>
                  <a:pt x="7387" y="2591"/>
                </a:lnTo>
                <a:lnTo>
                  <a:pt x="7387" y="2590"/>
                </a:lnTo>
                <a:lnTo>
                  <a:pt x="7388" y="2590"/>
                </a:lnTo>
                <a:lnTo>
                  <a:pt x="7388" y="2589"/>
                </a:lnTo>
                <a:lnTo>
                  <a:pt x="7386" y="2586"/>
                </a:lnTo>
                <a:lnTo>
                  <a:pt x="7385" y="2585"/>
                </a:lnTo>
                <a:lnTo>
                  <a:pt x="7384" y="2583"/>
                </a:lnTo>
                <a:lnTo>
                  <a:pt x="7383" y="2579"/>
                </a:lnTo>
                <a:lnTo>
                  <a:pt x="7383" y="2578"/>
                </a:lnTo>
                <a:lnTo>
                  <a:pt x="7382" y="2578"/>
                </a:lnTo>
                <a:lnTo>
                  <a:pt x="7382" y="2577"/>
                </a:lnTo>
                <a:lnTo>
                  <a:pt x="7381" y="2577"/>
                </a:lnTo>
                <a:lnTo>
                  <a:pt x="7381" y="2576"/>
                </a:lnTo>
                <a:lnTo>
                  <a:pt x="7382" y="2575"/>
                </a:lnTo>
                <a:lnTo>
                  <a:pt x="7382" y="2574"/>
                </a:lnTo>
                <a:lnTo>
                  <a:pt x="7382" y="2573"/>
                </a:lnTo>
                <a:lnTo>
                  <a:pt x="7381" y="2572"/>
                </a:lnTo>
                <a:lnTo>
                  <a:pt x="7380" y="2572"/>
                </a:lnTo>
                <a:lnTo>
                  <a:pt x="7380" y="2571"/>
                </a:lnTo>
                <a:lnTo>
                  <a:pt x="7379" y="2568"/>
                </a:lnTo>
                <a:lnTo>
                  <a:pt x="7379" y="2566"/>
                </a:lnTo>
                <a:lnTo>
                  <a:pt x="7380" y="2566"/>
                </a:lnTo>
                <a:lnTo>
                  <a:pt x="7380" y="2565"/>
                </a:lnTo>
                <a:lnTo>
                  <a:pt x="7381" y="2563"/>
                </a:lnTo>
                <a:lnTo>
                  <a:pt x="7381" y="2562"/>
                </a:lnTo>
                <a:lnTo>
                  <a:pt x="7382" y="2561"/>
                </a:lnTo>
                <a:lnTo>
                  <a:pt x="7382" y="2560"/>
                </a:lnTo>
                <a:lnTo>
                  <a:pt x="7381" y="2560"/>
                </a:lnTo>
                <a:lnTo>
                  <a:pt x="7380" y="2560"/>
                </a:lnTo>
                <a:lnTo>
                  <a:pt x="7379" y="2561"/>
                </a:lnTo>
                <a:lnTo>
                  <a:pt x="7379" y="2562"/>
                </a:lnTo>
                <a:lnTo>
                  <a:pt x="7379" y="2563"/>
                </a:lnTo>
                <a:lnTo>
                  <a:pt x="7378" y="2563"/>
                </a:lnTo>
                <a:lnTo>
                  <a:pt x="7377" y="2563"/>
                </a:lnTo>
                <a:lnTo>
                  <a:pt x="7377" y="2564"/>
                </a:lnTo>
                <a:lnTo>
                  <a:pt x="7375" y="2565"/>
                </a:lnTo>
                <a:lnTo>
                  <a:pt x="7375" y="2566"/>
                </a:lnTo>
                <a:lnTo>
                  <a:pt x="7375" y="2567"/>
                </a:lnTo>
                <a:lnTo>
                  <a:pt x="7376" y="2567"/>
                </a:lnTo>
                <a:lnTo>
                  <a:pt x="7376" y="2569"/>
                </a:lnTo>
                <a:lnTo>
                  <a:pt x="7375" y="2570"/>
                </a:lnTo>
                <a:lnTo>
                  <a:pt x="7374" y="2570"/>
                </a:lnTo>
                <a:lnTo>
                  <a:pt x="7373" y="2571"/>
                </a:lnTo>
                <a:lnTo>
                  <a:pt x="7373" y="2572"/>
                </a:lnTo>
                <a:lnTo>
                  <a:pt x="7373" y="2574"/>
                </a:lnTo>
                <a:lnTo>
                  <a:pt x="7374" y="2575"/>
                </a:lnTo>
                <a:lnTo>
                  <a:pt x="7374" y="2576"/>
                </a:lnTo>
                <a:lnTo>
                  <a:pt x="7375" y="2577"/>
                </a:lnTo>
                <a:lnTo>
                  <a:pt x="7374" y="2577"/>
                </a:lnTo>
                <a:lnTo>
                  <a:pt x="7373" y="2579"/>
                </a:lnTo>
                <a:lnTo>
                  <a:pt x="7373" y="2580"/>
                </a:lnTo>
                <a:lnTo>
                  <a:pt x="7374" y="2580"/>
                </a:lnTo>
                <a:lnTo>
                  <a:pt x="7373" y="2582"/>
                </a:lnTo>
                <a:lnTo>
                  <a:pt x="7372" y="2582"/>
                </a:lnTo>
                <a:lnTo>
                  <a:pt x="7371" y="2581"/>
                </a:lnTo>
                <a:lnTo>
                  <a:pt x="7370" y="2581"/>
                </a:lnTo>
                <a:lnTo>
                  <a:pt x="7370" y="2583"/>
                </a:lnTo>
                <a:lnTo>
                  <a:pt x="7368" y="2583"/>
                </a:lnTo>
                <a:lnTo>
                  <a:pt x="7368" y="2582"/>
                </a:lnTo>
                <a:lnTo>
                  <a:pt x="7368" y="2581"/>
                </a:lnTo>
                <a:lnTo>
                  <a:pt x="7368" y="2580"/>
                </a:lnTo>
                <a:lnTo>
                  <a:pt x="7369" y="2580"/>
                </a:lnTo>
                <a:lnTo>
                  <a:pt x="7368" y="2580"/>
                </a:lnTo>
                <a:lnTo>
                  <a:pt x="7367" y="2580"/>
                </a:lnTo>
                <a:lnTo>
                  <a:pt x="7366" y="2580"/>
                </a:lnTo>
                <a:lnTo>
                  <a:pt x="7366" y="2581"/>
                </a:lnTo>
                <a:lnTo>
                  <a:pt x="7365" y="2582"/>
                </a:lnTo>
                <a:lnTo>
                  <a:pt x="7364" y="2583"/>
                </a:lnTo>
                <a:lnTo>
                  <a:pt x="7364" y="2584"/>
                </a:lnTo>
                <a:lnTo>
                  <a:pt x="7366" y="2585"/>
                </a:lnTo>
                <a:lnTo>
                  <a:pt x="7367" y="2585"/>
                </a:lnTo>
                <a:lnTo>
                  <a:pt x="7367" y="2583"/>
                </a:lnTo>
                <a:lnTo>
                  <a:pt x="7367" y="2582"/>
                </a:lnTo>
                <a:lnTo>
                  <a:pt x="7368" y="2582"/>
                </a:lnTo>
                <a:lnTo>
                  <a:pt x="7368" y="2583"/>
                </a:lnTo>
                <a:lnTo>
                  <a:pt x="7369" y="2583"/>
                </a:lnTo>
                <a:lnTo>
                  <a:pt x="7370" y="2583"/>
                </a:lnTo>
                <a:lnTo>
                  <a:pt x="7371" y="2584"/>
                </a:lnTo>
                <a:lnTo>
                  <a:pt x="7370" y="2586"/>
                </a:lnTo>
                <a:lnTo>
                  <a:pt x="7369" y="2586"/>
                </a:lnTo>
                <a:lnTo>
                  <a:pt x="7369" y="2587"/>
                </a:lnTo>
                <a:lnTo>
                  <a:pt x="7368" y="2588"/>
                </a:lnTo>
                <a:lnTo>
                  <a:pt x="7368" y="2591"/>
                </a:lnTo>
                <a:lnTo>
                  <a:pt x="7367" y="2591"/>
                </a:lnTo>
                <a:lnTo>
                  <a:pt x="7366" y="2592"/>
                </a:lnTo>
                <a:lnTo>
                  <a:pt x="7365" y="2592"/>
                </a:lnTo>
                <a:lnTo>
                  <a:pt x="7365" y="2591"/>
                </a:lnTo>
                <a:lnTo>
                  <a:pt x="7365" y="2590"/>
                </a:lnTo>
                <a:lnTo>
                  <a:pt x="7365" y="2591"/>
                </a:lnTo>
                <a:lnTo>
                  <a:pt x="7363" y="2591"/>
                </a:lnTo>
                <a:lnTo>
                  <a:pt x="7363" y="2592"/>
                </a:lnTo>
                <a:lnTo>
                  <a:pt x="7362" y="2592"/>
                </a:lnTo>
                <a:lnTo>
                  <a:pt x="7362" y="2591"/>
                </a:lnTo>
                <a:lnTo>
                  <a:pt x="7362" y="2590"/>
                </a:lnTo>
                <a:lnTo>
                  <a:pt x="7362" y="2589"/>
                </a:lnTo>
                <a:lnTo>
                  <a:pt x="7361" y="2588"/>
                </a:lnTo>
                <a:lnTo>
                  <a:pt x="7361" y="2587"/>
                </a:lnTo>
                <a:lnTo>
                  <a:pt x="7361" y="2588"/>
                </a:lnTo>
                <a:lnTo>
                  <a:pt x="7361" y="2589"/>
                </a:lnTo>
                <a:lnTo>
                  <a:pt x="7362" y="2592"/>
                </a:lnTo>
                <a:lnTo>
                  <a:pt x="7362" y="2594"/>
                </a:lnTo>
                <a:lnTo>
                  <a:pt x="7363" y="2595"/>
                </a:lnTo>
                <a:lnTo>
                  <a:pt x="7361" y="2595"/>
                </a:lnTo>
                <a:lnTo>
                  <a:pt x="7361" y="2594"/>
                </a:lnTo>
                <a:lnTo>
                  <a:pt x="7360" y="2594"/>
                </a:lnTo>
                <a:lnTo>
                  <a:pt x="7360" y="2592"/>
                </a:lnTo>
                <a:lnTo>
                  <a:pt x="7359" y="2592"/>
                </a:lnTo>
                <a:lnTo>
                  <a:pt x="7359" y="2593"/>
                </a:lnTo>
                <a:lnTo>
                  <a:pt x="7360" y="2594"/>
                </a:lnTo>
                <a:lnTo>
                  <a:pt x="7360" y="2595"/>
                </a:lnTo>
                <a:lnTo>
                  <a:pt x="7356" y="2596"/>
                </a:lnTo>
                <a:lnTo>
                  <a:pt x="7356" y="2595"/>
                </a:lnTo>
                <a:lnTo>
                  <a:pt x="7356" y="2593"/>
                </a:lnTo>
                <a:lnTo>
                  <a:pt x="7356" y="2592"/>
                </a:lnTo>
                <a:lnTo>
                  <a:pt x="7355" y="2592"/>
                </a:lnTo>
                <a:lnTo>
                  <a:pt x="7355" y="2593"/>
                </a:lnTo>
                <a:lnTo>
                  <a:pt x="7355" y="2596"/>
                </a:lnTo>
                <a:lnTo>
                  <a:pt x="7354" y="2596"/>
                </a:lnTo>
                <a:lnTo>
                  <a:pt x="7354" y="2593"/>
                </a:lnTo>
                <a:lnTo>
                  <a:pt x="7352" y="2593"/>
                </a:lnTo>
                <a:lnTo>
                  <a:pt x="7351" y="2592"/>
                </a:lnTo>
                <a:lnTo>
                  <a:pt x="7351" y="2591"/>
                </a:lnTo>
                <a:lnTo>
                  <a:pt x="7350" y="2591"/>
                </a:lnTo>
                <a:lnTo>
                  <a:pt x="7349" y="2591"/>
                </a:lnTo>
                <a:lnTo>
                  <a:pt x="7348" y="2593"/>
                </a:lnTo>
                <a:lnTo>
                  <a:pt x="7347" y="2595"/>
                </a:lnTo>
                <a:lnTo>
                  <a:pt x="7344" y="2596"/>
                </a:lnTo>
                <a:lnTo>
                  <a:pt x="7343" y="2596"/>
                </a:lnTo>
                <a:lnTo>
                  <a:pt x="7343" y="2595"/>
                </a:lnTo>
                <a:lnTo>
                  <a:pt x="7342" y="2595"/>
                </a:lnTo>
                <a:lnTo>
                  <a:pt x="7342" y="2592"/>
                </a:lnTo>
                <a:lnTo>
                  <a:pt x="7342" y="2590"/>
                </a:lnTo>
                <a:lnTo>
                  <a:pt x="7341" y="2590"/>
                </a:lnTo>
                <a:lnTo>
                  <a:pt x="7341" y="2591"/>
                </a:lnTo>
                <a:lnTo>
                  <a:pt x="7341" y="2592"/>
                </a:lnTo>
                <a:lnTo>
                  <a:pt x="7341" y="2594"/>
                </a:lnTo>
                <a:lnTo>
                  <a:pt x="7341" y="2595"/>
                </a:lnTo>
                <a:lnTo>
                  <a:pt x="7340" y="2595"/>
                </a:lnTo>
                <a:lnTo>
                  <a:pt x="7339" y="2595"/>
                </a:lnTo>
                <a:lnTo>
                  <a:pt x="7336" y="2594"/>
                </a:lnTo>
                <a:lnTo>
                  <a:pt x="7337" y="2593"/>
                </a:lnTo>
                <a:lnTo>
                  <a:pt x="7337" y="2592"/>
                </a:lnTo>
                <a:lnTo>
                  <a:pt x="7336" y="2592"/>
                </a:lnTo>
                <a:lnTo>
                  <a:pt x="7336" y="2591"/>
                </a:lnTo>
                <a:lnTo>
                  <a:pt x="7333" y="2591"/>
                </a:lnTo>
                <a:lnTo>
                  <a:pt x="7333" y="2590"/>
                </a:lnTo>
                <a:lnTo>
                  <a:pt x="7333" y="2589"/>
                </a:lnTo>
                <a:lnTo>
                  <a:pt x="7333" y="2588"/>
                </a:lnTo>
                <a:lnTo>
                  <a:pt x="7332" y="2589"/>
                </a:lnTo>
                <a:lnTo>
                  <a:pt x="7331" y="2590"/>
                </a:lnTo>
                <a:lnTo>
                  <a:pt x="7329" y="2589"/>
                </a:lnTo>
                <a:lnTo>
                  <a:pt x="7327" y="2590"/>
                </a:lnTo>
                <a:lnTo>
                  <a:pt x="7326" y="2590"/>
                </a:lnTo>
                <a:lnTo>
                  <a:pt x="7323" y="2591"/>
                </a:lnTo>
                <a:lnTo>
                  <a:pt x="7322" y="2590"/>
                </a:lnTo>
                <a:lnTo>
                  <a:pt x="7322" y="2589"/>
                </a:lnTo>
                <a:lnTo>
                  <a:pt x="7321" y="2587"/>
                </a:lnTo>
                <a:lnTo>
                  <a:pt x="7321" y="2588"/>
                </a:lnTo>
                <a:lnTo>
                  <a:pt x="7321" y="2589"/>
                </a:lnTo>
                <a:lnTo>
                  <a:pt x="7321" y="2590"/>
                </a:lnTo>
                <a:lnTo>
                  <a:pt x="7321" y="2591"/>
                </a:lnTo>
                <a:lnTo>
                  <a:pt x="7315" y="2591"/>
                </a:lnTo>
                <a:lnTo>
                  <a:pt x="7316" y="2591"/>
                </a:lnTo>
                <a:lnTo>
                  <a:pt x="7317" y="2591"/>
                </a:lnTo>
                <a:lnTo>
                  <a:pt x="7321" y="2591"/>
                </a:lnTo>
                <a:lnTo>
                  <a:pt x="7322" y="2591"/>
                </a:lnTo>
                <a:lnTo>
                  <a:pt x="7322" y="2594"/>
                </a:lnTo>
                <a:lnTo>
                  <a:pt x="7323" y="2598"/>
                </a:lnTo>
                <a:lnTo>
                  <a:pt x="7324" y="2599"/>
                </a:lnTo>
                <a:lnTo>
                  <a:pt x="7324" y="2601"/>
                </a:lnTo>
                <a:lnTo>
                  <a:pt x="7317" y="2600"/>
                </a:lnTo>
                <a:lnTo>
                  <a:pt x="7315" y="2600"/>
                </a:lnTo>
                <a:lnTo>
                  <a:pt x="7312" y="2600"/>
                </a:lnTo>
                <a:lnTo>
                  <a:pt x="7308" y="2600"/>
                </a:lnTo>
                <a:lnTo>
                  <a:pt x="7308" y="2598"/>
                </a:lnTo>
                <a:lnTo>
                  <a:pt x="7308" y="2597"/>
                </a:lnTo>
                <a:lnTo>
                  <a:pt x="7307" y="2597"/>
                </a:lnTo>
                <a:lnTo>
                  <a:pt x="7307" y="2595"/>
                </a:lnTo>
                <a:lnTo>
                  <a:pt x="7306" y="2595"/>
                </a:lnTo>
                <a:lnTo>
                  <a:pt x="7301" y="2598"/>
                </a:lnTo>
                <a:lnTo>
                  <a:pt x="7301" y="2597"/>
                </a:lnTo>
                <a:lnTo>
                  <a:pt x="7300" y="2595"/>
                </a:lnTo>
                <a:lnTo>
                  <a:pt x="7299" y="2594"/>
                </a:lnTo>
                <a:lnTo>
                  <a:pt x="7298" y="2592"/>
                </a:lnTo>
                <a:lnTo>
                  <a:pt x="7298" y="2591"/>
                </a:lnTo>
                <a:lnTo>
                  <a:pt x="7299" y="2591"/>
                </a:lnTo>
                <a:lnTo>
                  <a:pt x="7300" y="2590"/>
                </a:lnTo>
                <a:lnTo>
                  <a:pt x="7301" y="2590"/>
                </a:lnTo>
                <a:lnTo>
                  <a:pt x="7302" y="2589"/>
                </a:lnTo>
                <a:lnTo>
                  <a:pt x="7302" y="2588"/>
                </a:lnTo>
                <a:lnTo>
                  <a:pt x="7301" y="2589"/>
                </a:lnTo>
                <a:lnTo>
                  <a:pt x="7296" y="2589"/>
                </a:lnTo>
                <a:lnTo>
                  <a:pt x="7295" y="2589"/>
                </a:lnTo>
                <a:lnTo>
                  <a:pt x="7294" y="2589"/>
                </a:lnTo>
                <a:lnTo>
                  <a:pt x="7294" y="2590"/>
                </a:lnTo>
                <a:lnTo>
                  <a:pt x="7294" y="2591"/>
                </a:lnTo>
                <a:lnTo>
                  <a:pt x="7293" y="2591"/>
                </a:lnTo>
                <a:lnTo>
                  <a:pt x="7294" y="2592"/>
                </a:lnTo>
                <a:lnTo>
                  <a:pt x="7295" y="2594"/>
                </a:lnTo>
                <a:lnTo>
                  <a:pt x="7293" y="2595"/>
                </a:lnTo>
                <a:lnTo>
                  <a:pt x="7293" y="2597"/>
                </a:lnTo>
                <a:lnTo>
                  <a:pt x="7293" y="2598"/>
                </a:lnTo>
                <a:lnTo>
                  <a:pt x="7293" y="2600"/>
                </a:lnTo>
                <a:lnTo>
                  <a:pt x="7294" y="2601"/>
                </a:lnTo>
                <a:lnTo>
                  <a:pt x="7294" y="2602"/>
                </a:lnTo>
                <a:lnTo>
                  <a:pt x="7292" y="2603"/>
                </a:lnTo>
                <a:lnTo>
                  <a:pt x="7292" y="2601"/>
                </a:lnTo>
                <a:lnTo>
                  <a:pt x="7288" y="2602"/>
                </a:lnTo>
                <a:lnTo>
                  <a:pt x="7289" y="2599"/>
                </a:lnTo>
                <a:lnTo>
                  <a:pt x="7289" y="2598"/>
                </a:lnTo>
                <a:lnTo>
                  <a:pt x="7291" y="2597"/>
                </a:lnTo>
                <a:lnTo>
                  <a:pt x="7291" y="2595"/>
                </a:lnTo>
                <a:lnTo>
                  <a:pt x="7289" y="2595"/>
                </a:lnTo>
                <a:lnTo>
                  <a:pt x="7287" y="2596"/>
                </a:lnTo>
                <a:lnTo>
                  <a:pt x="7285" y="2596"/>
                </a:lnTo>
                <a:lnTo>
                  <a:pt x="7285" y="2593"/>
                </a:lnTo>
                <a:lnTo>
                  <a:pt x="7284" y="2593"/>
                </a:lnTo>
                <a:lnTo>
                  <a:pt x="7283" y="2593"/>
                </a:lnTo>
                <a:lnTo>
                  <a:pt x="7282" y="2594"/>
                </a:lnTo>
                <a:lnTo>
                  <a:pt x="7281" y="2594"/>
                </a:lnTo>
                <a:lnTo>
                  <a:pt x="7281" y="2595"/>
                </a:lnTo>
                <a:lnTo>
                  <a:pt x="7283" y="2595"/>
                </a:lnTo>
                <a:lnTo>
                  <a:pt x="7284" y="2595"/>
                </a:lnTo>
                <a:lnTo>
                  <a:pt x="7284" y="2596"/>
                </a:lnTo>
                <a:lnTo>
                  <a:pt x="7284" y="2597"/>
                </a:lnTo>
                <a:lnTo>
                  <a:pt x="7283" y="2598"/>
                </a:lnTo>
                <a:lnTo>
                  <a:pt x="7283" y="2599"/>
                </a:lnTo>
                <a:lnTo>
                  <a:pt x="7282" y="2599"/>
                </a:lnTo>
                <a:lnTo>
                  <a:pt x="7281" y="2599"/>
                </a:lnTo>
                <a:lnTo>
                  <a:pt x="7279" y="2599"/>
                </a:lnTo>
                <a:lnTo>
                  <a:pt x="7279" y="2598"/>
                </a:lnTo>
                <a:lnTo>
                  <a:pt x="7277" y="2599"/>
                </a:lnTo>
                <a:lnTo>
                  <a:pt x="7276" y="2599"/>
                </a:lnTo>
                <a:lnTo>
                  <a:pt x="7274" y="2600"/>
                </a:lnTo>
                <a:lnTo>
                  <a:pt x="7273" y="2601"/>
                </a:lnTo>
                <a:lnTo>
                  <a:pt x="7272" y="2601"/>
                </a:lnTo>
                <a:lnTo>
                  <a:pt x="7271" y="2602"/>
                </a:lnTo>
                <a:lnTo>
                  <a:pt x="7270" y="2603"/>
                </a:lnTo>
                <a:lnTo>
                  <a:pt x="7270" y="2606"/>
                </a:lnTo>
                <a:lnTo>
                  <a:pt x="7271" y="2606"/>
                </a:lnTo>
                <a:lnTo>
                  <a:pt x="7272" y="2606"/>
                </a:lnTo>
                <a:lnTo>
                  <a:pt x="7272" y="2608"/>
                </a:lnTo>
                <a:lnTo>
                  <a:pt x="7272" y="2609"/>
                </a:lnTo>
                <a:lnTo>
                  <a:pt x="7271" y="2609"/>
                </a:lnTo>
                <a:lnTo>
                  <a:pt x="7270" y="2611"/>
                </a:lnTo>
                <a:lnTo>
                  <a:pt x="7269" y="2612"/>
                </a:lnTo>
                <a:lnTo>
                  <a:pt x="7269" y="2613"/>
                </a:lnTo>
                <a:lnTo>
                  <a:pt x="7270" y="2614"/>
                </a:lnTo>
                <a:lnTo>
                  <a:pt x="7271" y="2615"/>
                </a:lnTo>
                <a:lnTo>
                  <a:pt x="7270" y="2616"/>
                </a:lnTo>
                <a:lnTo>
                  <a:pt x="7269" y="2615"/>
                </a:lnTo>
                <a:lnTo>
                  <a:pt x="7268" y="2615"/>
                </a:lnTo>
                <a:lnTo>
                  <a:pt x="7269" y="2616"/>
                </a:lnTo>
                <a:lnTo>
                  <a:pt x="7269" y="2617"/>
                </a:lnTo>
                <a:lnTo>
                  <a:pt x="7269" y="2618"/>
                </a:lnTo>
                <a:lnTo>
                  <a:pt x="7268" y="2618"/>
                </a:lnTo>
                <a:lnTo>
                  <a:pt x="7267" y="2617"/>
                </a:lnTo>
                <a:lnTo>
                  <a:pt x="7266" y="2616"/>
                </a:lnTo>
                <a:lnTo>
                  <a:pt x="7265" y="2616"/>
                </a:lnTo>
                <a:lnTo>
                  <a:pt x="7264" y="2614"/>
                </a:lnTo>
                <a:lnTo>
                  <a:pt x="7263" y="2613"/>
                </a:lnTo>
                <a:lnTo>
                  <a:pt x="7262" y="2613"/>
                </a:lnTo>
                <a:lnTo>
                  <a:pt x="7262" y="2614"/>
                </a:lnTo>
                <a:lnTo>
                  <a:pt x="7261" y="2614"/>
                </a:lnTo>
                <a:lnTo>
                  <a:pt x="7259" y="2614"/>
                </a:lnTo>
                <a:lnTo>
                  <a:pt x="7259" y="2613"/>
                </a:lnTo>
                <a:lnTo>
                  <a:pt x="7257" y="2614"/>
                </a:lnTo>
                <a:lnTo>
                  <a:pt x="7256" y="2615"/>
                </a:lnTo>
                <a:lnTo>
                  <a:pt x="7255" y="2615"/>
                </a:lnTo>
                <a:lnTo>
                  <a:pt x="7255" y="2616"/>
                </a:lnTo>
                <a:lnTo>
                  <a:pt x="7254" y="2617"/>
                </a:lnTo>
                <a:lnTo>
                  <a:pt x="7254" y="2619"/>
                </a:lnTo>
                <a:lnTo>
                  <a:pt x="7255" y="2620"/>
                </a:lnTo>
                <a:lnTo>
                  <a:pt x="7256" y="2621"/>
                </a:lnTo>
                <a:lnTo>
                  <a:pt x="7257" y="2621"/>
                </a:lnTo>
                <a:lnTo>
                  <a:pt x="7257" y="2622"/>
                </a:lnTo>
                <a:lnTo>
                  <a:pt x="7257" y="2623"/>
                </a:lnTo>
                <a:lnTo>
                  <a:pt x="7255" y="2625"/>
                </a:lnTo>
                <a:lnTo>
                  <a:pt x="7254" y="2625"/>
                </a:lnTo>
                <a:lnTo>
                  <a:pt x="7254" y="2626"/>
                </a:lnTo>
                <a:lnTo>
                  <a:pt x="7256" y="2625"/>
                </a:lnTo>
                <a:lnTo>
                  <a:pt x="7257" y="2625"/>
                </a:lnTo>
                <a:lnTo>
                  <a:pt x="7257" y="2626"/>
                </a:lnTo>
                <a:lnTo>
                  <a:pt x="7258" y="2630"/>
                </a:lnTo>
                <a:lnTo>
                  <a:pt x="7258" y="2631"/>
                </a:lnTo>
                <a:lnTo>
                  <a:pt x="7258" y="2632"/>
                </a:lnTo>
                <a:lnTo>
                  <a:pt x="7259" y="2632"/>
                </a:lnTo>
                <a:lnTo>
                  <a:pt x="7260" y="2631"/>
                </a:lnTo>
                <a:lnTo>
                  <a:pt x="7260" y="2630"/>
                </a:lnTo>
                <a:lnTo>
                  <a:pt x="7265" y="2630"/>
                </a:lnTo>
                <a:lnTo>
                  <a:pt x="7266" y="2630"/>
                </a:lnTo>
                <a:lnTo>
                  <a:pt x="7266" y="2634"/>
                </a:lnTo>
                <a:lnTo>
                  <a:pt x="7267" y="2634"/>
                </a:lnTo>
                <a:lnTo>
                  <a:pt x="7267" y="2635"/>
                </a:lnTo>
                <a:lnTo>
                  <a:pt x="7267" y="2636"/>
                </a:lnTo>
                <a:lnTo>
                  <a:pt x="7266" y="2636"/>
                </a:lnTo>
                <a:lnTo>
                  <a:pt x="7266" y="2637"/>
                </a:lnTo>
                <a:lnTo>
                  <a:pt x="7265" y="2636"/>
                </a:lnTo>
                <a:lnTo>
                  <a:pt x="7264" y="2636"/>
                </a:lnTo>
                <a:lnTo>
                  <a:pt x="7262" y="2636"/>
                </a:lnTo>
                <a:lnTo>
                  <a:pt x="7259" y="2637"/>
                </a:lnTo>
                <a:lnTo>
                  <a:pt x="7257" y="2640"/>
                </a:lnTo>
                <a:lnTo>
                  <a:pt x="7256" y="2641"/>
                </a:lnTo>
                <a:lnTo>
                  <a:pt x="7256" y="2642"/>
                </a:lnTo>
                <a:lnTo>
                  <a:pt x="7255" y="2642"/>
                </a:lnTo>
                <a:lnTo>
                  <a:pt x="7254" y="2642"/>
                </a:lnTo>
                <a:lnTo>
                  <a:pt x="7253" y="2643"/>
                </a:lnTo>
                <a:lnTo>
                  <a:pt x="7251" y="2643"/>
                </a:lnTo>
                <a:lnTo>
                  <a:pt x="7250" y="2643"/>
                </a:lnTo>
                <a:lnTo>
                  <a:pt x="7249" y="2643"/>
                </a:lnTo>
                <a:lnTo>
                  <a:pt x="7249" y="2644"/>
                </a:lnTo>
                <a:lnTo>
                  <a:pt x="7247" y="2645"/>
                </a:lnTo>
                <a:lnTo>
                  <a:pt x="7246" y="2645"/>
                </a:lnTo>
                <a:lnTo>
                  <a:pt x="7245" y="2646"/>
                </a:lnTo>
                <a:lnTo>
                  <a:pt x="7243" y="2646"/>
                </a:lnTo>
                <a:lnTo>
                  <a:pt x="7242" y="2646"/>
                </a:lnTo>
                <a:lnTo>
                  <a:pt x="7241" y="2646"/>
                </a:lnTo>
                <a:lnTo>
                  <a:pt x="7240" y="2647"/>
                </a:lnTo>
                <a:lnTo>
                  <a:pt x="7239" y="2647"/>
                </a:lnTo>
                <a:lnTo>
                  <a:pt x="7239" y="2648"/>
                </a:lnTo>
                <a:lnTo>
                  <a:pt x="7238" y="2648"/>
                </a:lnTo>
                <a:lnTo>
                  <a:pt x="7238" y="2649"/>
                </a:lnTo>
                <a:lnTo>
                  <a:pt x="7238" y="2650"/>
                </a:lnTo>
                <a:lnTo>
                  <a:pt x="7238" y="2652"/>
                </a:lnTo>
                <a:lnTo>
                  <a:pt x="7238" y="2653"/>
                </a:lnTo>
                <a:lnTo>
                  <a:pt x="7239" y="2653"/>
                </a:lnTo>
                <a:lnTo>
                  <a:pt x="7239" y="2654"/>
                </a:lnTo>
                <a:lnTo>
                  <a:pt x="7239" y="2655"/>
                </a:lnTo>
                <a:lnTo>
                  <a:pt x="7238" y="2656"/>
                </a:lnTo>
                <a:lnTo>
                  <a:pt x="7237" y="2657"/>
                </a:lnTo>
                <a:lnTo>
                  <a:pt x="7237" y="2658"/>
                </a:lnTo>
                <a:lnTo>
                  <a:pt x="7236" y="2660"/>
                </a:lnTo>
                <a:lnTo>
                  <a:pt x="7236" y="2661"/>
                </a:lnTo>
                <a:lnTo>
                  <a:pt x="7236" y="2662"/>
                </a:lnTo>
                <a:lnTo>
                  <a:pt x="7236" y="2664"/>
                </a:lnTo>
                <a:lnTo>
                  <a:pt x="7236" y="2665"/>
                </a:lnTo>
                <a:lnTo>
                  <a:pt x="7235" y="2665"/>
                </a:lnTo>
                <a:lnTo>
                  <a:pt x="7234" y="2667"/>
                </a:lnTo>
                <a:lnTo>
                  <a:pt x="7234" y="2668"/>
                </a:lnTo>
                <a:lnTo>
                  <a:pt x="7232" y="2672"/>
                </a:lnTo>
                <a:lnTo>
                  <a:pt x="7230" y="2672"/>
                </a:lnTo>
                <a:lnTo>
                  <a:pt x="7229" y="2673"/>
                </a:lnTo>
                <a:lnTo>
                  <a:pt x="7227" y="2675"/>
                </a:lnTo>
                <a:lnTo>
                  <a:pt x="7227" y="2676"/>
                </a:lnTo>
                <a:lnTo>
                  <a:pt x="7226" y="2678"/>
                </a:lnTo>
                <a:lnTo>
                  <a:pt x="7224" y="2678"/>
                </a:lnTo>
                <a:lnTo>
                  <a:pt x="7224" y="2679"/>
                </a:lnTo>
                <a:lnTo>
                  <a:pt x="7223" y="2679"/>
                </a:lnTo>
                <a:lnTo>
                  <a:pt x="7224" y="2680"/>
                </a:lnTo>
                <a:lnTo>
                  <a:pt x="7223" y="2681"/>
                </a:lnTo>
                <a:lnTo>
                  <a:pt x="7223" y="2682"/>
                </a:lnTo>
                <a:lnTo>
                  <a:pt x="7224" y="2681"/>
                </a:lnTo>
                <a:lnTo>
                  <a:pt x="7225" y="2681"/>
                </a:lnTo>
                <a:lnTo>
                  <a:pt x="7227" y="2683"/>
                </a:lnTo>
                <a:lnTo>
                  <a:pt x="7226" y="2683"/>
                </a:lnTo>
                <a:lnTo>
                  <a:pt x="7226" y="2684"/>
                </a:lnTo>
                <a:lnTo>
                  <a:pt x="7226" y="2685"/>
                </a:lnTo>
                <a:lnTo>
                  <a:pt x="7225" y="2686"/>
                </a:lnTo>
                <a:lnTo>
                  <a:pt x="7224" y="2686"/>
                </a:lnTo>
                <a:lnTo>
                  <a:pt x="7223" y="2687"/>
                </a:lnTo>
                <a:lnTo>
                  <a:pt x="7222" y="2686"/>
                </a:lnTo>
                <a:lnTo>
                  <a:pt x="7221" y="2685"/>
                </a:lnTo>
                <a:lnTo>
                  <a:pt x="7220" y="2685"/>
                </a:lnTo>
                <a:lnTo>
                  <a:pt x="7219" y="2687"/>
                </a:lnTo>
                <a:lnTo>
                  <a:pt x="7219" y="2689"/>
                </a:lnTo>
                <a:lnTo>
                  <a:pt x="7219" y="2690"/>
                </a:lnTo>
                <a:lnTo>
                  <a:pt x="7219" y="2691"/>
                </a:lnTo>
                <a:lnTo>
                  <a:pt x="7219" y="2692"/>
                </a:lnTo>
                <a:lnTo>
                  <a:pt x="7218" y="2693"/>
                </a:lnTo>
                <a:lnTo>
                  <a:pt x="7217" y="2693"/>
                </a:lnTo>
                <a:lnTo>
                  <a:pt x="7216" y="2693"/>
                </a:lnTo>
                <a:lnTo>
                  <a:pt x="7215" y="2692"/>
                </a:lnTo>
                <a:lnTo>
                  <a:pt x="7214" y="2692"/>
                </a:lnTo>
                <a:lnTo>
                  <a:pt x="7213" y="2693"/>
                </a:lnTo>
                <a:lnTo>
                  <a:pt x="7213" y="2694"/>
                </a:lnTo>
                <a:lnTo>
                  <a:pt x="7212" y="2694"/>
                </a:lnTo>
                <a:lnTo>
                  <a:pt x="7211" y="2695"/>
                </a:lnTo>
                <a:lnTo>
                  <a:pt x="7211" y="2696"/>
                </a:lnTo>
                <a:lnTo>
                  <a:pt x="7210" y="2696"/>
                </a:lnTo>
                <a:lnTo>
                  <a:pt x="7211" y="2697"/>
                </a:lnTo>
                <a:lnTo>
                  <a:pt x="7212" y="2698"/>
                </a:lnTo>
                <a:lnTo>
                  <a:pt x="7213" y="2699"/>
                </a:lnTo>
                <a:lnTo>
                  <a:pt x="7214" y="2699"/>
                </a:lnTo>
                <a:lnTo>
                  <a:pt x="7213" y="2700"/>
                </a:lnTo>
                <a:lnTo>
                  <a:pt x="7212" y="2699"/>
                </a:lnTo>
                <a:lnTo>
                  <a:pt x="7211" y="2699"/>
                </a:lnTo>
                <a:lnTo>
                  <a:pt x="7211" y="2701"/>
                </a:lnTo>
                <a:lnTo>
                  <a:pt x="7212" y="2701"/>
                </a:lnTo>
                <a:lnTo>
                  <a:pt x="7212" y="2702"/>
                </a:lnTo>
                <a:lnTo>
                  <a:pt x="7212" y="2703"/>
                </a:lnTo>
                <a:lnTo>
                  <a:pt x="7212" y="2704"/>
                </a:lnTo>
                <a:lnTo>
                  <a:pt x="7213" y="2705"/>
                </a:lnTo>
                <a:lnTo>
                  <a:pt x="7214" y="2706"/>
                </a:lnTo>
                <a:lnTo>
                  <a:pt x="7214" y="2707"/>
                </a:lnTo>
                <a:lnTo>
                  <a:pt x="7214" y="2708"/>
                </a:lnTo>
                <a:lnTo>
                  <a:pt x="7213" y="2709"/>
                </a:lnTo>
                <a:lnTo>
                  <a:pt x="7213" y="2710"/>
                </a:lnTo>
                <a:lnTo>
                  <a:pt x="7209" y="2708"/>
                </a:lnTo>
                <a:lnTo>
                  <a:pt x="7210" y="2710"/>
                </a:lnTo>
                <a:lnTo>
                  <a:pt x="7209" y="2711"/>
                </a:lnTo>
                <a:lnTo>
                  <a:pt x="7209" y="2712"/>
                </a:lnTo>
                <a:lnTo>
                  <a:pt x="7209" y="2713"/>
                </a:lnTo>
                <a:lnTo>
                  <a:pt x="7210" y="2715"/>
                </a:lnTo>
                <a:lnTo>
                  <a:pt x="7211" y="2715"/>
                </a:lnTo>
                <a:lnTo>
                  <a:pt x="7212" y="2714"/>
                </a:lnTo>
                <a:lnTo>
                  <a:pt x="7213" y="2715"/>
                </a:lnTo>
                <a:lnTo>
                  <a:pt x="7212" y="2716"/>
                </a:lnTo>
                <a:lnTo>
                  <a:pt x="7212" y="2717"/>
                </a:lnTo>
                <a:lnTo>
                  <a:pt x="7212" y="2718"/>
                </a:lnTo>
                <a:lnTo>
                  <a:pt x="7211" y="2718"/>
                </a:lnTo>
                <a:lnTo>
                  <a:pt x="7211" y="2719"/>
                </a:lnTo>
                <a:lnTo>
                  <a:pt x="7210" y="2719"/>
                </a:lnTo>
                <a:lnTo>
                  <a:pt x="7209" y="2720"/>
                </a:lnTo>
                <a:lnTo>
                  <a:pt x="7208" y="2720"/>
                </a:lnTo>
                <a:lnTo>
                  <a:pt x="7206" y="2722"/>
                </a:lnTo>
                <a:lnTo>
                  <a:pt x="7206" y="2723"/>
                </a:lnTo>
                <a:lnTo>
                  <a:pt x="7204" y="2724"/>
                </a:lnTo>
                <a:lnTo>
                  <a:pt x="7203" y="2725"/>
                </a:lnTo>
                <a:lnTo>
                  <a:pt x="7201" y="2727"/>
                </a:lnTo>
                <a:lnTo>
                  <a:pt x="7200" y="2727"/>
                </a:lnTo>
                <a:lnTo>
                  <a:pt x="7200" y="2728"/>
                </a:lnTo>
                <a:lnTo>
                  <a:pt x="7200" y="2729"/>
                </a:lnTo>
                <a:lnTo>
                  <a:pt x="7200" y="2730"/>
                </a:lnTo>
                <a:lnTo>
                  <a:pt x="7201" y="2732"/>
                </a:lnTo>
                <a:lnTo>
                  <a:pt x="7202" y="2734"/>
                </a:lnTo>
                <a:lnTo>
                  <a:pt x="7203" y="2735"/>
                </a:lnTo>
                <a:lnTo>
                  <a:pt x="7203" y="2736"/>
                </a:lnTo>
                <a:lnTo>
                  <a:pt x="7204" y="2736"/>
                </a:lnTo>
                <a:lnTo>
                  <a:pt x="7204" y="2738"/>
                </a:lnTo>
                <a:lnTo>
                  <a:pt x="7205" y="2740"/>
                </a:lnTo>
                <a:lnTo>
                  <a:pt x="7203" y="2741"/>
                </a:lnTo>
                <a:lnTo>
                  <a:pt x="7204" y="2742"/>
                </a:lnTo>
                <a:lnTo>
                  <a:pt x="7204" y="2743"/>
                </a:lnTo>
                <a:lnTo>
                  <a:pt x="7203" y="2743"/>
                </a:lnTo>
                <a:lnTo>
                  <a:pt x="7203" y="2744"/>
                </a:lnTo>
                <a:lnTo>
                  <a:pt x="7203" y="2745"/>
                </a:lnTo>
                <a:lnTo>
                  <a:pt x="7203" y="2746"/>
                </a:lnTo>
                <a:lnTo>
                  <a:pt x="7203" y="2747"/>
                </a:lnTo>
                <a:lnTo>
                  <a:pt x="7202" y="2748"/>
                </a:lnTo>
                <a:lnTo>
                  <a:pt x="7202" y="2747"/>
                </a:lnTo>
                <a:lnTo>
                  <a:pt x="7201" y="2747"/>
                </a:lnTo>
                <a:lnTo>
                  <a:pt x="7200" y="2748"/>
                </a:lnTo>
                <a:lnTo>
                  <a:pt x="7201" y="2748"/>
                </a:lnTo>
                <a:lnTo>
                  <a:pt x="7200" y="2749"/>
                </a:lnTo>
                <a:lnTo>
                  <a:pt x="7199" y="2750"/>
                </a:lnTo>
                <a:lnTo>
                  <a:pt x="7199" y="2751"/>
                </a:lnTo>
                <a:lnTo>
                  <a:pt x="7198" y="2752"/>
                </a:lnTo>
                <a:lnTo>
                  <a:pt x="7197" y="2753"/>
                </a:lnTo>
                <a:lnTo>
                  <a:pt x="7197" y="2754"/>
                </a:lnTo>
                <a:lnTo>
                  <a:pt x="7196" y="2755"/>
                </a:lnTo>
                <a:lnTo>
                  <a:pt x="7196" y="2756"/>
                </a:lnTo>
                <a:lnTo>
                  <a:pt x="7195" y="2756"/>
                </a:lnTo>
                <a:lnTo>
                  <a:pt x="7192" y="2757"/>
                </a:lnTo>
                <a:lnTo>
                  <a:pt x="7191" y="2757"/>
                </a:lnTo>
                <a:lnTo>
                  <a:pt x="7191" y="2756"/>
                </a:lnTo>
                <a:lnTo>
                  <a:pt x="7189" y="2757"/>
                </a:lnTo>
                <a:lnTo>
                  <a:pt x="7187" y="2757"/>
                </a:lnTo>
                <a:lnTo>
                  <a:pt x="7186" y="2757"/>
                </a:lnTo>
                <a:lnTo>
                  <a:pt x="7185" y="2757"/>
                </a:lnTo>
                <a:lnTo>
                  <a:pt x="7185" y="2758"/>
                </a:lnTo>
                <a:lnTo>
                  <a:pt x="7184" y="2758"/>
                </a:lnTo>
                <a:lnTo>
                  <a:pt x="7183" y="2759"/>
                </a:lnTo>
                <a:lnTo>
                  <a:pt x="7181" y="2760"/>
                </a:lnTo>
                <a:lnTo>
                  <a:pt x="7180" y="2760"/>
                </a:lnTo>
                <a:lnTo>
                  <a:pt x="7179" y="2760"/>
                </a:lnTo>
                <a:lnTo>
                  <a:pt x="7177" y="2761"/>
                </a:lnTo>
                <a:lnTo>
                  <a:pt x="7176" y="2761"/>
                </a:lnTo>
                <a:lnTo>
                  <a:pt x="7174" y="2762"/>
                </a:lnTo>
                <a:lnTo>
                  <a:pt x="7174" y="2763"/>
                </a:lnTo>
                <a:lnTo>
                  <a:pt x="7175" y="2763"/>
                </a:lnTo>
                <a:lnTo>
                  <a:pt x="7174" y="2765"/>
                </a:lnTo>
                <a:lnTo>
                  <a:pt x="7173" y="2766"/>
                </a:lnTo>
                <a:lnTo>
                  <a:pt x="7173" y="2767"/>
                </a:lnTo>
                <a:lnTo>
                  <a:pt x="7172" y="2768"/>
                </a:lnTo>
                <a:lnTo>
                  <a:pt x="7171" y="2769"/>
                </a:lnTo>
                <a:lnTo>
                  <a:pt x="7170" y="2769"/>
                </a:lnTo>
                <a:lnTo>
                  <a:pt x="7169" y="2770"/>
                </a:lnTo>
                <a:lnTo>
                  <a:pt x="7168" y="2770"/>
                </a:lnTo>
                <a:lnTo>
                  <a:pt x="7167" y="2771"/>
                </a:lnTo>
                <a:lnTo>
                  <a:pt x="7166" y="2772"/>
                </a:lnTo>
                <a:lnTo>
                  <a:pt x="7165" y="2773"/>
                </a:lnTo>
                <a:lnTo>
                  <a:pt x="7164" y="2772"/>
                </a:lnTo>
                <a:lnTo>
                  <a:pt x="7164" y="2773"/>
                </a:lnTo>
                <a:lnTo>
                  <a:pt x="7164" y="2774"/>
                </a:lnTo>
                <a:lnTo>
                  <a:pt x="7163" y="2775"/>
                </a:lnTo>
                <a:lnTo>
                  <a:pt x="7162" y="2775"/>
                </a:lnTo>
                <a:lnTo>
                  <a:pt x="7161" y="2775"/>
                </a:lnTo>
                <a:lnTo>
                  <a:pt x="7161" y="2776"/>
                </a:lnTo>
                <a:lnTo>
                  <a:pt x="7160" y="2776"/>
                </a:lnTo>
                <a:lnTo>
                  <a:pt x="7160" y="2777"/>
                </a:lnTo>
                <a:lnTo>
                  <a:pt x="7159" y="2777"/>
                </a:lnTo>
                <a:lnTo>
                  <a:pt x="7158" y="2778"/>
                </a:lnTo>
                <a:lnTo>
                  <a:pt x="7157" y="2778"/>
                </a:lnTo>
                <a:lnTo>
                  <a:pt x="7156" y="2778"/>
                </a:lnTo>
                <a:lnTo>
                  <a:pt x="7156" y="2779"/>
                </a:lnTo>
                <a:lnTo>
                  <a:pt x="7155" y="2779"/>
                </a:lnTo>
                <a:lnTo>
                  <a:pt x="7155" y="2780"/>
                </a:lnTo>
                <a:lnTo>
                  <a:pt x="7154" y="2780"/>
                </a:lnTo>
                <a:lnTo>
                  <a:pt x="7153" y="2781"/>
                </a:lnTo>
                <a:lnTo>
                  <a:pt x="7150" y="2782"/>
                </a:lnTo>
                <a:lnTo>
                  <a:pt x="7149" y="2783"/>
                </a:lnTo>
                <a:lnTo>
                  <a:pt x="7145" y="2785"/>
                </a:lnTo>
                <a:lnTo>
                  <a:pt x="7142" y="2787"/>
                </a:lnTo>
                <a:lnTo>
                  <a:pt x="7141" y="2787"/>
                </a:lnTo>
                <a:lnTo>
                  <a:pt x="7139" y="2788"/>
                </a:lnTo>
                <a:lnTo>
                  <a:pt x="7138" y="2788"/>
                </a:lnTo>
                <a:lnTo>
                  <a:pt x="7138" y="2789"/>
                </a:lnTo>
                <a:lnTo>
                  <a:pt x="7137" y="2789"/>
                </a:lnTo>
                <a:lnTo>
                  <a:pt x="7136" y="2789"/>
                </a:lnTo>
                <a:lnTo>
                  <a:pt x="7136" y="2790"/>
                </a:lnTo>
                <a:lnTo>
                  <a:pt x="7137" y="2791"/>
                </a:lnTo>
                <a:lnTo>
                  <a:pt x="7136" y="2791"/>
                </a:lnTo>
                <a:lnTo>
                  <a:pt x="7136" y="2792"/>
                </a:lnTo>
                <a:lnTo>
                  <a:pt x="7135" y="2791"/>
                </a:lnTo>
                <a:lnTo>
                  <a:pt x="7134" y="2791"/>
                </a:lnTo>
                <a:lnTo>
                  <a:pt x="7133" y="2791"/>
                </a:lnTo>
                <a:lnTo>
                  <a:pt x="7132" y="2792"/>
                </a:lnTo>
                <a:lnTo>
                  <a:pt x="7129" y="2794"/>
                </a:lnTo>
                <a:lnTo>
                  <a:pt x="7126" y="2795"/>
                </a:lnTo>
                <a:lnTo>
                  <a:pt x="7125" y="2796"/>
                </a:lnTo>
                <a:lnTo>
                  <a:pt x="7124" y="2796"/>
                </a:lnTo>
                <a:lnTo>
                  <a:pt x="7124" y="2797"/>
                </a:lnTo>
                <a:lnTo>
                  <a:pt x="7122" y="2799"/>
                </a:lnTo>
                <a:lnTo>
                  <a:pt x="7121" y="2800"/>
                </a:lnTo>
                <a:lnTo>
                  <a:pt x="7121" y="2801"/>
                </a:lnTo>
                <a:lnTo>
                  <a:pt x="7119" y="2805"/>
                </a:lnTo>
                <a:lnTo>
                  <a:pt x="7120" y="2806"/>
                </a:lnTo>
                <a:lnTo>
                  <a:pt x="7121" y="2809"/>
                </a:lnTo>
                <a:lnTo>
                  <a:pt x="7121" y="2810"/>
                </a:lnTo>
                <a:lnTo>
                  <a:pt x="7119" y="2810"/>
                </a:lnTo>
                <a:lnTo>
                  <a:pt x="7118" y="2810"/>
                </a:lnTo>
                <a:lnTo>
                  <a:pt x="7117" y="2811"/>
                </a:lnTo>
                <a:lnTo>
                  <a:pt x="7116" y="2812"/>
                </a:lnTo>
                <a:lnTo>
                  <a:pt x="7114" y="2812"/>
                </a:lnTo>
                <a:lnTo>
                  <a:pt x="7112" y="2813"/>
                </a:lnTo>
                <a:lnTo>
                  <a:pt x="7111" y="2813"/>
                </a:lnTo>
                <a:lnTo>
                  <a:pt x="7111" y="2814"/>
                </a:lnTo>
                <a:lnTo>
                  <a:pt x="7110" y="2815"/>
                </a:lnTo>
                <a:lnTo>
                  <a:pt x="7108" y="2815"/>
                </a:lnTo>
                <a:lnTo>
                  <a:pt x="7107" y="2815"/>
                </a:lnTo>
                <a:lnTo>
                  <a:pt x="7106" y="2816"/>
                </a:lnTo>
                <a:lnTo>
                  <a:pt x="7105" y="2816"/>
                </a:lnTo>
                <a:lnTo>
                  <a:pt x="7105" y="2817"/>
                </a:lnTo>
                <a:lnTo>
                  <a:pt x="7104" y="2818"/>
                </a:lnTo>
                <a:lnTo>
                  <a:pt x="7104" y="2819"/>
                </a:lnTo>
                <a:lnTo>
                  <a:pt x="7103" y="2821"/>
                </a:lnTo>
                <a:lnTo>
                  <a:pt x="7103" y="2822"/>
                </a:lnTo>
                <a:lnTo>
                  <a:pt x="7102" y="2822"/>
                </a:lnTo>
                <a:lnTo>
                  <a:pt x="7101" y="2822"/>
                </a:lnTo>
                <a:lnTo>
                  <a:pt x="7099" y="2823"/>
                </a:lnTo>
                <a:lnTo>
                  <a:pt x="7098" y="2823"/>
                </a:lnTo>
                <a:lnTo>
                  <a:pt x="7096" y="2824"/>
                </a:lnTo>
                <a:lnTo>
                  <a:pt x="7095" y="2825"/>
                </a:lnTo>
                <a:lnTo>
                  <a:pt x="7092" y="2826"/>
                </a:lnTo>
                <a:lnTo>
                  <a:pt x="7092" y="2827"/>
                </a:lnTo>
                <a:lnTo>
                  <a:pt x="7091" y="2828"/>
                </a:lnTo>
                <a:lnTo>
                  <a:pt x="7090" y="2827"/>
                </a:lnTo>
                <a:lnTo>
                  <a:pt x="7089" y="2828"/>
                </a:lnTo>
                <a:lnTo>
                  <a:pt x="7090" y="2830"/>
                </a:lnTo>
                <a:lnTo>
                  <a:pt x="7088" y="2830"/>
                </a:lnTo>
                <a:lnTo>
                  <a:pt x="7087" y="2829"/>
                </a:lnTo>
                <a:lnTo>
                  <a:pt x="7087" y="2828"/>
                </a:lnTo>
                <a:lnTo>
                  <a:pt x="7086" y="2828"/>
                </a:lnTo>
                <a:lnTo>
                  <a:pt x="7085" y="2829"/>
                </a:lnTo>
                <a:lnTo>
                  <a:pt x="7084" y="2830"/>
                </a:lnTo>
                <a:lnTo>
                  <a:pt x="7083" y="2830"/>
                </a:lnTo>
                <a:lnTo>
                  <a:pt x="7082" y="2831"/>
                </a:lnTo>
                <a:lnTo>
                  <a:pt x="7081" y="2831"/>
                </a:lnTo>
                <a:lnTo>
                  <a:pt x="7080" y="2831"/>
                </a:lnTo>
                <a:lnTo>
                  <a:pt x="7080" y="2832"/>
                </a:lnTo>
                <a:lnTo>
                  <a:pt x="7080" y="2833"/>
                </a:lnTo>
                <a:lnTo>
                  <a:pt x="7079" y="2834"/>
                </a:lnTo>
                <a:lnTo>
                  <a:pt x="7079" y="2835"/>
                </a:lnTo>
                <a:lnTo>
                  <a:pt x="7078" y="2835"/>
                </a:lnTo>
                <a:lnTo>
                  <a:pt x="7076" y="2836"/>
                </a:lnTo>
                <a:lnTo>
                  <a:pt x="7076" y="2835"/>
                </a:lnTo>
                <a:lnTo>
                  <a:pt x="7075" y="2835"/>
                </a:lnTo>
                <a:lnTo>
                  <a:pt x="7074" y="2835"/>
                </a:lnTo>
                <a:lnTo>
                  <a:pt x="7073" y="2836"/>
                </a:lnTo>
                <a:lnTo>
                  <a:pt x="7074" y="2838"/>
                </a:lnTo>
                <a:lnTo>
                  <a:pt x="7073" y="2838"/>
                </a:lnTo>
                <a:lnTo>
                  <a:pt x="7072" y="2837"/>
                </a:lnTo>
                <a:lnTo>
                  <a:pt x="7071" y="2837"/>
                </a:lnTo>
                <a:lnTo>
                  <a:pt x="7070" y="2837"/>
                </a:lnTo>
                <a:lnTo>
                  <a:pt x="7067" y="2840"/>
                </a:lnTo>
                <a:lnTo>
                  <a:pt x="7067" y="2841"/>
                </a:lnTo>
                <a:lnTo>
                  <a:pt x="7067" y="2842"/>
                </a:lnTo>
                <a:lnTo>
                  <a:pt x="7066" y="2842"/>
                </a:lnTo>
                <a:lnTo>
                  <a:pt x="7066" y="2843"/>
                </a:lnTo>
                <a:lnTo>
                  <a:pt x="7066" y="2844"/>
                </a:lnTo>
                <a:lnTo>
                  <a:pt x="7066" y="2846"/>
                </a:lnTo>
                <a:lnTo>
                  <a:pt x="7066" y="2850"/>
                </a:lnTo>
                <a:lnTo>
                  <a:pt x="7065" y="2850"/>
                </a:lnTo>
                <a:lnTo>
                  <a:pt x="7065" y="2851"/>
                </a:lnTo>
                <a:lnTo>
                  <a:pt x="7065" y="2852"/>
                </a:lnTo>
                <a:lnTo>
                  <a:pt x="7065" y="2853"/>
                </a:lnTo>
                <a:lnTo>
                  <a:pt x="7066" y="2853"/>
                </a:lnTo>
                <a:lnTo>
                  <a:pt x="7066" y="2852"/>
                </a:lnTo>
                <a:lnTo>
                  <a:pt x="7067" y="2852"/>
                </a:lnTo>
                <a:lnTo>
                  <a:pt x="7067" y="2853"/>
                </a:lnTo>
                <a:lnTo>
                  <a:pt x="7068" y="2853"/>
                </a:lnTo>
                <a:lnTo>
                  <a:pt x="7068" y="2854"/>
                </a:lnTo>
                <a:lnTo>
                  <a:pt x="7068" y="2855"/>
                </a:lnTo>
                <a:lnTo>
                  <a:pt x="7068" y="2856"/>
                </a:lnTo>
                <a:lnTo>
                  <a:pt x="7069" y="2857"/>
                </a:lnTo>
                <a:lnTo>
                  <a:pt x="7068" y="2858"/>
                </a:lnTo>
                <a:lnTo>
                  <a:pt x="7068" y="2857"/>
                </a:lnTo>
                <a:lnTo>
                  <a:pt x="7067" y="2857"/>
                </a:lnTo>
                <a:lnTo>
                  <a:pt x="7067" y="2856"/>
                </a:lnTo>
                <a:lnTo>
                  <a:pt x="7065" y="2857"/>
                </a:lnTo>
                <a:lnTo>
                  <a:pt x="7064" y="2857"/>
                </a:lnTo>
                <a:lnTo>
                  <a:pt x="7062" y="2858"/>
                </a:lnTo>
                <a:lnTo>
                  <a:pt x="7061" y="2858"/>
                </a:lnTo>
                <a:lnTo>
                  <a:pt x="7060" y="2858"/>
                </a:lnTo>
                <a:lnTo>
                  <a:pt x="7058" y="2859"/>
                </a:lnTo>
                <a:lnTo>
                  <a:pt x="7057" y="2859"/>
                </a:lnTo>
                <a:lnTo>
                  <a:pt x="7056" y="2860"/>
                </a:lnTo>
                <a:lnTo>
                  <a:pt x="7056" y="2861"/>
                </a:lnTo>
                <a:lnTo>
                  <a:pt x="7055" y="2861"/>
                </a:lnTo>
                <a:lnTo>
                  <a:pt x="7055" y="2862"/>
                </a:lnTo>
                <a:lnTo>
                  <a:pt x="7054" y="2862"/>
                </a:lnTo>
                <a:lnTo>
                  <a:pt x="7053" y="2863"/>
                </a:lnTo>
                <a:lnTo>
                  <a:pt x="7052" y="2865"/>
                </a:lnTo>
                <a:lnTo>
                  <a:pt x="7052" y="2866"/>
                </a:lnTo>
                <a:lnTo>
                  <a:pt x="7052" y="2867"/>
                </a:lnTo>
                <a:lnTo>
                  <a:pt x="7051" y="2867"/>
                </a:lnTo>
                <a:lnTo>
                  <a:pt x="7050" y="2868"/>
                </a:lnTo>
                <a:lnTo>
                  <a:pt x="7049" y="2870"/>
                </a:lnTo>
                <a:lnTo>
                  <a:pt x="7048" y="2870"/>
                </a:lnTo>
                <a:lnTo>
                  <a:pt x="7047" y="2871"/>
                </a:lnTo>
                <a:lnTo>
                  <a:pt x="7045" y="2874"/>
                </a:lnTo>
                <a:lnTo>
                  <a:pt x="7045" y="2875"/>
                </a:lnTo>
                <a:lnTo>
                  <a:pt x="7044" y="2875"/>
                </a:lnTo>
                <a:lnTo>
                  <a:pt x="7044" y="2876"/>
                </a:lnTo>
                <a:lnTo>
                  <a:pt x="7044" y="2877"/>
                </a:lnTo>
                <a:lnTo>
                  <a:pt x="7044" y="2878"/>
                </a:lnTo>
                <a:lnTo>
                  <a:pt x="7043" y="2879"/>
                </a:lnTo>
                <a:lnTo>
                  <a:pt x="7043" y="2880"/>
                </a:lnTo>
                <a:lnTo>
                  <a:pt x="7043" y="2881"/>
                </a:lnTo>
                <a:lnTo>
                  <a:pt x="7042" y="2884"/>
                </a:lnTo>
                <a:lnTo>
                  <a:pt x="7042" y="2887"/>
                </a:lnTo>
                <a:lnTo>
                  <a:pt x="7042" y="2888"/>
                </a:lnTo>
                <a:lnTo>
                  <a:pt x="7042" y="2889"/>
                </a:lnTo>
                <a:lnTo>
                  <a:pt x="7041" y="2891"/>
                </a:lnTo>
                <a:lnTo>
                  <a:pt x="7041" y="2893"/>
                </a:lnTo>
                <a:lnTo>
                  <a:pt x="7040" y="2895"/>
                </a:lnTo>
                <a:lnTo>
                  <a:pt x="7040" y="2898"/>
                </a:lnTo>
                <a:lnTo>
                  <a:pt x="7040" y="2899"/>
                </a:lnTo>
                <a:lnTo>
                  <a:pt x="7040" y="2900"/>
                </a:lnTo>
                <a:lnTo>
                  <a:pt x="7039" y="2905"/>
                </a:lnTo>
                <a:lnTo>
                  <a:pt x="7039" y="2906"/>
                </a:lnTo>
                <a:lnTo>
                  <a:pt x="7038" y="2908"/>
                </a:lnTo>
                <a:lnTo>
                  <a:pt x="7038" y="2911"/>
                </a:lnTo>
                <a:lnTo>
                  <a:pt x="7038" y="2912"/>
                </a:lnTo>
                <a:lnTo>
                  <a:pt x="7037" y="2914"/>
                </a:lnTo>
                <a:lnTo>
                  <a:pt x="7036" y="2916"/>
                </a:lnTo>
                <a:lnTo>
                  <a:pt x="7036" y="2917"/>
                </a:lnTo>
                <a:lnTo>
                  <a:pt x="7036" y="2918"/>
                </a:lnTo>
                <a:lnTo>
                  <a:pt x="7036" y="2919"/>
                </a:lnTo>
                <a:lnTo>
                  <a:pt x="7036" y="2921"/>
                </a:lnTo>
                <a:lnTo>
                  <a:pt x="7036" y="2925"/>
                </a:lnTo>
                <a:lnTo>
                  <a:pt x="7036" y="2926"/>
                </a:lnTo>
                <a:lnTo>
                  <a:pt x="7036" y="2928"/>
                </a:lnTo>
                <a:lnTo>
                  <a:pt x="7036" y="2929"/>
                </a:lnTo>
                <a:lnTo>
                  <a:pt x="7037" y="2930"/>
                </a:lnTo>
                <a:lnTo>
                  <a:pt x="7038" y="2929"/>
                </a:lnTo>
                <a:lnTo>
                  <a:pt x="7039" y="2930"/>
                </a:lnTo>
                <a:lnTo>
                  <a:pt x="7043" y="2934"/>
                </a:lnTo>
                <a:lnTo>
                  <a:pt x="7044" y="2935"/>
                </a:lnTo>
                <a:lnTo>
                  <a:pt x="7045" y="2938"/>
                </a:lnTo>
                <a:lnTo>
                  <a:pt x="7045" y="2939"/>
                </a:lnTo>
                <a:lnTo>
                  <a:pt x="7045" y="2940"/>
                </a:lnTo>
                <a:lnTo>
                  <a:pt x="7043" y="2941"/>
                </a:lnTo>
                <a:lnTo>
                  <a:pt x="7043" y="2942"/>
                </a:lnTo>
                <a:lnTo>
                  <a:pt x="7044" y="2942"/>
                </a:lnTo>
                <a:lnTo>
                  <a:pt x="7045" y="2941"/>
                </a:lnTo>
                <a:lnTo>
                  <a:pt x="7045" y="2942"/>
                </a:lnTo>
                <a:lnTo>
                  <a:pt x="7045" y="2944"/>
                </a:lnTo>
                <a:lnTo>
                  <a:pt x="7044" y="2944"/>
                </a:lnTo>
                <a:lnTo>
                  <a:pt x="7043" y="2944"/>
                </a:lnTo>
                <a:lnTo>
                  <a:pt x="7043" y="2945"/>
                </a:lnTo>
                <a:lnTo>
                  <a:pt x="7043" y="2947"/>
                </a:lnTo>
                <a:lnTo>
                  <a:pt x="7044" y="2947"/>
                </a:lnTo>
                <a:lnTo>
                  <a:pt x="7043" y="2949"/>
                </a:lnTo>
                <a:lnTo>
                  <a:pt x="7043" y="2950"/>
                </a:lnTo>
                <a:lnTo>
                  <a:pt x="7042" y="2951"/>
                </a:lnTo>
                <a:lnTo>
                  <a:pt x="7042" y="2950"/>
                </a:lnTo>
                <a:lnTo>
                  <a:pt x="7040" y="2951"/>
                </a:lnTo>
                <a:lnTo>
                  <a:pt x="7041" y="2952"/>
                </a:lnTo>
                <a:lnTo>
                  <a:pt x="7041" y="2951"/>
                </a:lnTo>
                <a:lnTo>
                  <a:pt x="7042" y="2951"/>
                </a:lnTo>
                <a:lnTo>
                  <a:pt x="7042" y="2952"/>
                </a:lnTo>
                <a:lnTo>
                  <a:pt x="7041" y="2953"/>
                </a:lnTo>
                <a:lnTo>
                  <a:pt x="7040" y="2955"/>
                </a:lnTo>
                <a:lnTo>
                  <a:pt x="7039" y="2956"/>
                </a:lnTo>
                <a:lnTo>
                  <a:pt x="7037" y="2956"/>
                </a:lnTo>
                <a:lnTo>
                  <a:pt x="7036" y="2956"/>
                </a:lnTo>
                <a:lnTo>
                  <a:pt x="7035" y="2957"/>
                </a:lnTo>
                <a:lnTo>
                  <a:pt x="7034" y="2958"/>
                </a:lnTo>
                <a:lnTo>
                  <a:pt x="7033" y="2958"/>
                </a:lnTo>
                <a:lnTo>
                  <a:pt x="7032" y="2959"/>
                </a:lnTo>
                <a:lnTo>
                  <a:pt x="7032" y="2957"/>
                </a:lnTo>
                <a:lnTo>
                  <a:pt x="7031" y="2956"/>
                </a:lnTo>
                <a:lnTo>
                  <a:pt x="7030" y="2957"/>
                </a:lnTo>
                <a:lnTo>
                  <a:pt x="7029" y="2956"/>
                </a:lnTo>
                <a:lnTo>
                  <a:pt x="7029" y="2957"/>
                </a:lnTo>
                <a:lnTo>
                  <a:pt x="7028" y="2958"/>
                </a:lnTo>
                <a:lnTo>
                  <a:pt x="7027" y="2959"/>
                </a:lnTo>
                <a:lnTo>
                  <a:pt x="7027" y="2960"/>
                </a:lnTo>
                <a:lnTo>
                  <a:pt x="7028" y="2961"/>
                </a:lnTo>
                <a:lnTo>
                  <a:pt x="7027" y="2962"/>
                </a:lnTo>
                <a:lnTo>
                  <a:pt x="7026" y="2962"/>
                </a:lnTo>
                <a:lnTo>
                  <a:pt x="7026" y="2963"/>
                </a:lnTo>
                <a:lnTo>
                  <a:pt x="7025" y="2965"/>
                </a:lnTo>
                <a:lnTo>
                  <a:pt x="7024" y="2968"/>
                </a:lnTo>
                <a:lnTo>
                  <a:pt x="7023" y="2969"/>
                </a:lnTo>
                <a:lnTo>
                  <a:pt x="7023" y="2971"/>
                </a:lnTo>
                <a:lnTo>
                  <a:pt x="7022" y="2973"/>
                </a:lnTo>
                <a:lnTo>
                  <a:pt x="7022" y="2974"/>
                </a:lnTo>
                <a:lnTo>
                  <a:pt x="7022" y="2975"/>
                </a:lnTo>
                <a:lnTo>
                  <a:pt x="7021" y="2974"/>
                </a:lnTo>
                <a:lnTo>
                  <a:pt x="7020" y="2976"/>
                </a:lnTo>
                <a:lnTo>
                  <a:pt x="7019" y="2977"/>
                </a:lnTo>
                <a:lnTo>
                  <a:pt x="7019" y="2978"/>
                </a:lnTo>
                <a:lnTo>
                  <a:pt x="7018" y="2979"/>
                </a:lnTo>
                <a:lnTo>
                  <a:pt x="7018" y="2980"/>
                </a:lnTo>
                <a:lnTo>
                  <a:pt x="7017" y="2980"/>
                </a:lnTo>
                <a:lnTo>
                  <a:pt x="7016" y="2982"/>
                </a:lnTo>
                <a:lnTo>
                  <a:pt x="7017" y="2983"/>
                </a:lnTo>
                <a:lnTo>
                  <a:pt x="7019" y="2984"/>
                </a:lnTo>
                <a:lnTo>
                  <a:pt x="7019" y="2985"/>
                </a:lnTo>
                <a:lnTo>
                  <a:pt x="7017" y="2987"/>
                </a:lnTo>
                <a:lnTo>
                  <a:pt x="7015" y="2989"/>
                </a:lnTo>
                <a:lnTo>
                  <a:pt x="7013" y="2991"/>
                </a:lnTo>
                <a:lnTo>
                  <a:pt x="7010" y="2994"/>
                </a:lnTo>
                <a:lnTo>
                  <a:pt x="7011" y="2996"/>
                </a:lnTo>
                <a:lnTo>
                  <a:pt x="7012" y="2997"/>
                </a:lnTo>
                <a:lnTo>
                  <a:pt x="7011" y="2998"/>
                </a:lnTo>
                <a:lnTo>
                  <a:pt x="7010" y="2998"/>
                </a:lnTo>
                <a:lnTo>
                  <a:pt x="7009" y="2998"/>
                </a:lnTo>
                <a:lnTo>
                  <a:pt x="7009" y="2997"/>
                </a:lnTo>
                <a:lnTo>
                  <a:pt x="7005" y="3000"/>
                </a:lnTo>
                <a:lnTo>
                  <a:pt x="7004" y="2998"/>
                </a:lnTo>
                <a:lnTo>
                  <a:pt x="7003" y="2999"/>
                </a:lnTo>
                <a:lnTo>
                  <a:pt x="7003" y="3000"/>
                </a:lnTo>
                <a:lnTo>
                  <a:pt x="7002" y="3001"/>
                </a:lnTo>
                <a:lnTo>
                  <a:pt x="7002" y="3002"/>
                </a:lnTo>
                <a:lnTo>
                  <a:pt x="7001" y="3004"/>
                </a:lnTo>
                <a:lnTo>
                  <a:pt x="7000" y="3004"/>
                </a:lnTo>
                <a:lnTo>
                  <a:pt x="7000" y="3005"/>
                </a:lnTo>
                <a:lnTo>
                  <a:pt x="6998" y="3007"/>
                </a:lnTo>
                <a:lnTo>
                  <a:pt x="6997" y="3009"/>
                </a:lnTo>
                <a:lnTo>
                  <a:pt x="6996" y="3010"/>
                </a:lnTo>
                <a:lnTo>
                  <a:pt x="6995" y="3011"/>
                </a:lnTo>
                <a:lnTo>
                  <a:pt x="6994" y="3012"/>
                </a:lnTo>
                <a:lnTo>
                  <a:pt x="6991" y="3013"/>
                </a:lnTo>
                <a:lnTo>
                  <a:pt x="6990" y="3013"/>
                </a:lnTo>
                <a:lnTo>
                  <a:pt x="6989" y="3012"/>
                </a:lnTo>
                <a:lnTo>
                  <a:pt x="6990" y="3011"/>
                </a:lnTo>
                <a:lnTo>
                  <a:pt x="6991" y="3009"/>
                </a:lnTo>
                <a:lnTo>
                  <a:pt x="6993" y="3006"/>
                </a:lnTo>
                <a:lnTo>
                  <a:pt x="6994" y="3004"/>
                </a:lnTo>
                <a:lnTo>
                  <a:pt x="6996" y="3002"/>
                </a:lnTo>
                <a:lnTo>
                  <a:pt x="6999" y="3000"/>
                </a:lnTo>
                <a:lnTo>
                  <a:pt x="7001" y="2999"/>
                </a:lnTo>
                <a:lnTo>
                  <a:pt x="7002" y="2998"/>
                </a:lnTo>
                <a:lnTo>
                  <a:pt x="7003" y="2998"/>
                </a:lnTo>
                <a:lnTo>
                  <a:pt x="7003" y="2997"/>
                </a:lnTo>
                <a:lnTo>
                  <a:pt x="7000" y="2998"/>
                </a:lnTo>
                <a:lnTo>
                  <a:pt x="7000" y="2999"/>
                </a:lnTo>
                <a:lnTo>
                  <a:pt x="6998" y="3000"/>
                </a:lnTo>
                <a:lnTo>
                  <a:pt x="6997" y="3000"/>
                </a:lnTo>
                <a:lnTo>
                  <a:pt x="6996" y="2999"/>
                </a:lnTo>
                <a:lnTo>
                  <a:pt x="6996" y="3001"/>
                </a:lnTo>
                <a:lnTo>
                  <a:pt x="6995" y="3001"/>
                </a:lnTo>
                <a:lnTo>
                  <a:pt x="6995" y="3000"/>
                </a:lnTo>
                <a:lnTo>
                  <a:pt x="6994" y="3001"/>
                </a:lnTo>
                <a:lnTo>
                  <a:pt x="6992" y="3002"/>
                </a:lnTo>
                <a:lnTo>
                  <a:pt x="6992" y="3003"/>
                </a:lnTo>
                <a:lnTo>
                  <a:pt x="6991" y="3004"/>
                </a:lnTo>
                <a:lnTo>
                  <a:pt x="6991" y="3003"/>
                </a:lnTo>
                <a:lnTo>
                  <a:pt x="6991" y="3004"/>
                </a:lnTo>
                <a:lnTo>
                  <a:pt x="6990" y="3005"/>
                </a:lnTo>
                <a:lnTo>
                  <a:pt x="6989" y="3005"/>
                </a:lnTo>
                <a:lnTo>
                  <a:pt x="6988" y="3006"/>
                </a:lnTo>
                <a:lnTo>
                  <a:pt x="6987" y="3006"/>
                </a:lnTo>
                <a:lnTo>
                  <a:pt x="6986" y="3006"/>
                </a:lnTo>
                <a:lnTo>
                  <a:pt x="6986" y="3005"/>
                </a:lnTo>
                <a:lnTo>
                  <a:pt x="6985" y="3005"/>
                </a:lnTo>
                <a:lnTo>
                  <a:pt x="6984" y="3004"/>
                </a:lnTo>
                <a:lnTo>
                  <a:pt x="6984" y="3003"/>
                </a:lnTo>
                <a:lnTo>
                  <a:pt x="6985" y="3002"/>
                </a:lnTo>
                <a:lnTo>
                  <a:pt x="6986" y="3001"/>
                </a:lnTo>
                <a:lnTo>
                  <a:pt x="6985" y="3000"/>
                </a:lnTo>
                <a:lnTo>
                  <a:pt x="6985" y="3001"/>
                </a:lnTo>
                <a:lnTo>
                  <a:pt x="6984" y="3001"/>
                </a:lnTo>
                <a:lnTo>
                  <a:pt x="6984" y="3000"/>
                </a:lnTo>
                <a:lnTo>
                  <a:pt x="6983" y="2999"/>
                </a:lnTo>
                <a:lnTo>
                  <a:pt x="6984" y="2999"/>
                </a:lnTo>
                <a:lnTo>
                  <a:pt x="6983" y="2998"/>
                </a:lnTo>
                <a:lnTo>
                  <a:pt x="6983" y="2997"/>
                </a:lnTo>
                <a:lnTo>
                  <a:pt x="6982" y="2996"/>
                </a:lnTo>
                <a:lnTo>
                  <a:pt x="6982" y="2995"/>
                </a:lnTo>
                <a:lnTo>
                  <a:pt x="6983" y="2994"/>
                </a:lnTo>
                <a:lnTo>
                  <a:pt x="6982" y="2994"/>
                </a:lnTo>
                <a:lnTo>
                  <a:pt x="6982" y="2995"/>
                </a:lnTo>
                <a:lnTo>
                  <a:pt x="6982" y="2996"/>
                </a:lnTo>
                <a:lnTo>
                  <a:pt x="6983" y="3000"/>
                </a:lnTo>
                <a:lnTo>
                  <a:pt x="6984" y="3000"/>
                </a:lnTo>
                <a:lnTo>
                  <a:pt x="6984" y="3001"/>
                </a:lnTo>
                <a:lnTo>
                  <a:pt x="6985" y="3001"/>
                </a:lnTo>
                <a:lnTo>
                  <a:pt x="6985" y="3002"/>
                </a:lnTo>
                <a:lnTo>
                  <a:pt x="6984" y="3002"/>
                </a:lnTo>
                <a:lnTo>
                  <a:pt x="6983" y="3003"/>
                </a:lnTo>
                <a:lnTo>
                  <a:pt x="6984" y="3005"/>
                </a:lnTo>
                <a:lnTo>
                  <a:pt x="6983" y="3005"/>
                </a:lnTo>
                <a:lnTo>
                  <a:pt x="6982" y="3005"/>
                </a:lnTo>
                <a:lnTo>
                  <a:pt x="6983" y="3006"/>
                </a:lnTo>
                <a:lnTo>
                  <a:pt x="6982" y="3006"/>
                </a:lnTo>
                <a:lnTo>
                  <a:pt x="6981" y="3007"/>
                </a:lnTo>
                <a:lnTo>
                  <a:pt x="6980" y="3007"/>
                </a:lnTo>
                <a:lnTo>
                  <a:pt x="6979" y="3008"/>
                </a:lnTo>
                <a:lnTo>
                  <a:pt x="6977" y="3010"/>
                </a:lnTo>
                <a:lnTo>
                  <a:pt x="6977" y="3011"/>
                </a:lnTo>
                <a:lnTo>
                  <a:pt x="6976" y="3011"/>
                </a:lnTo>
                <a:lnTo>
                  <a:pt x="6976" y="3012"/>
                </a:lnTo>
                <a:lnTo>
                  <a:pt x="6975" y="3012"/>
                </a:lnTo>
                <a:lnTo>
                  <a:pt x="6972" y="3012"/>
                </a:lnTo>
                <a:lnTo>
                  <a:pt x="6969" y="3013"/>
                </a:lnTo>
                <a:lnTo>
                  <a:pt x="6969" y="3012"/>
                </a:lnTo>
                <a:lnTo>
                  <a:pt x="6967" y="3013"/>
                </a:lnTo>
                <a:lnTo>
                  <a:pt x="6965" y="3013"/>
                </a:lnTo>
                <a:lnTo>
                  <a:pt x="6963" y="3013"/>
                </a:lnTo>
                <a:lnTo>
                  <a:pt x="6961" y="3013"/>
                </a:lnTo>
                <a:lnTo>
                  <a:pt x="6960" y="3013"/>
                </a:lnTo>
                <a:lnTo>
                  <a:pt x="6959" y="3013"/>
                </a:lnTo>
                <a:lnTo>
                  <a:pt x="6959" y="3012"/>
                </a:lnTo>
                <a:lnTo>
                  <a:pt x="6958" y="3013"/>
                </a:lnTo>
                <a:lnTo>
                  <a:pt x="6957" y="3011"/>
                </a:lnTo>
                <a:lnTo>
                  <a:pt x="6956" y="3011"/>
                </a:lnTo>
                <a:lnTo>
                  <a:pt x="6955" y="3012"/>
                </a:lnTo>
                <a:lnTo>
                  <a:pt x="6953" y="3011"/>
                </a:lnTo>
                <a:lnTo>
                  <a:pt x="6950" y="3011"/>
                </a:lnTo>
                <a:lnTo>
                  <a:pt x="6949" y="3011"/>
                </a:lnTo>
                <a:lnTo>
                  <a:pt x="6948" y="3011"/>
                </a:lnTo>
                <a:lnTo>
                  <a:pt x="6947" y="3012"/>
                </a:lnTo>
                <a:lnTo>
                  <a:pt x="6948" y="3011"/>
                </a:lnTo>
                <a:lnTo>
                  <a:pt x="6949" y="3012"/>
                </a:lnTo>
                <a:lnTo>
                  <a:pt x="6947" y="3012"/>
                </a:lnTo>
                <a:lnTo>
                  <a:pt x="6946" y="3012"/>
                </a:lnTo>
                <a:lnTo>
                  <a:pt x="6945" y="3013"/>
                </a:lnTo>
                <a:lnTo>
                  <a:pt x="6944" y="3014"/>
                </a:lnTo>
                <a:lnTo>
                  <a:pt x="6943" y="3014"/>
                </a:lnTo>
                <a:lnTo>
                  <a:pt x="6940" y="3015"/>
                </a:lnTo>
                <a:lnTo>
                  <a:pt x="6939" y="3015"/>
                </a:lnTo>
                <a:lnTo>
                  <a:pt x="6938" y="3015"/>
                </a:lnTo>
                <a:lnTo>
                  <a:pt x="6937" y="3015"/>
                </a:lnTo>
                <a:lnTo>
                  <a:pt x="6937" y="3014"/>
                </a:lnTo>
                <a:lnTo>
                  <a:pt x="6936" y="3014"/>
                </a:lnTo>
                <a:lnTo>
                  <a:pt x="6936" y="3015"/>
                </a:lnTo>
                <a:lnTo>
                  <a:pt x="6935" y="3015"/>
                </a:lnTo>
                <a:lnTo>
                  <a:pt x="6935" y="3014"/>
                </a:lnTo>
                <a:lnTo>
                  <a:pt x="6934" y="3015"/>
                </a:lnTo>
                <a:lnTo>
                  <a:pt x="6935" y="3016"/>
                </a:lnTo>
                <a:lnTo>
                  <a:pt x="6937" y="3017"/>
                </a:lnTo>
                <a:lnTo>
                  <a:pt x="6938" y="3018"/>
                </a:lnTo>
                <a:lnTo>
                  <a:pt x="6942" y="3022"/>
                </a:lnTo>
                <a:lnTo>
                  <a:pt x="6942" y="3024"/>
                </a:lnTo>
                <a:lnTo>
                  <a:pt x="6940" y="3023"/>
                </a:lnTo>
                <a:lnTo>
                  <a:pt x="6936" y="3022"/>
                </a:lnTo>
                <a:lnTo>
                  <a:pt x="6935" y="3023"/>
                </a:lnTo>
                <a:lnTo>
                  <a:pt x="6938" y="3024"/>
                </a:lnTo>
                <a:lnTo>
                  <a:pt x="6938" y="3025"/>
                </a:lnTo>
                <a:lnTo>
                  <a:pt x="6938" y="3026"/>
                </a:lnTo>
                <a:lnTo>
                  <a:pt x="6937" y="3026"/>
                </a:lnTo>
                <a:lnTo>
                  <a:pt x="6937" y="3027"/>
                </a:lnTo>
                <a:lnTo>
                  <a:pt x="6931" y="3025"/>
                </a:lnTo>
                <a:lnTo>
                  <a:pt x="6931" y="3026"/>
                </a:lnTo>
                <a:lnTo>
                  <a:pt x="6931" y="3027"/>
                </a:lnTo>
                <a:lnTo>
                  <a:pt x="6933" y="3028"/>
                </a:lnTo>
                <a:lnTo>
                  <a:pt x="6932" y="3030"/>
                </a:lnTo>
                <a:lnTo>
                  <a:pt x="6931" y="3030"/>
                </a:lnTo>
                <a:lnTo>
                  <a:pt x="6930" y="3030"/>
                </a:lnTo>
                <a:lnTo>
                  <a:pt x="6929" y="3029"/>
                </a:lnTo>
                <a:lnTo>
                  <a:pt x="6928" y="3029"/>
                </a:lnTo>
                <a:lnTo>
                  <a:pt x="6927" y="3029"/>
                </a:lnTo>
                <a:lnTo>
                  <a:pt x="6927" y="3030"/>
                </a:lnTo>
                <a:lnTo>
                  <a:pt x="6926" y="3030"/>
                </a:lnTo>
                <a:lnTo>
                  <a:pt x="6927" y="3030"/>
                </a:lnTo>
                <a:lnTo>
                  <a:pt x="6928" y="3031"/>
                </a:lnTo>
                <a:lnTo>
                  <a:pt x="6927" y="3032"/>
                </a:lnTo>
                <a:lnTo>
                  <a:pt x="6929" y="3035"/>
                </a:lnTo>
                <a:lnTo>
                  <a:pt x="6928" y="3035"/>
                </a:lnTo>
                <a:lnTo>
                  <a:pt x="6929" y="3036"/>
                </a:lnTo>
                <a:lnTo>
                  <a:pt x="6930" y="3037"/>
                </a:lnTo>
                <a:lnTo>
                  <a:pt x="6930" y="3036"/>
                </a:lnTo>
                <a:lnTo>
                  <a:pt x="6931" y="3036"/>
                </a:lnTo>
                <a:lnTo>
                  <a:pt x="6936" y="3037"/>
                </a:lnTo>
                <a:lnTo>
                  <a:pt x="6937" y="3038"/>
                </a:lnTo>
                <a:lnTo>
                  <a:pt x="6938" y="3039"/>
                </a:lnTo>
                <a:lnTo>
                  <a:pt x="6940" y="3041"/>
                </a:lnTo>
                <a:lnTo>
                  <a:pt x="6942" y="3043"/>
                </a:lnTo>
                <a:lnTo>
                  <a:pt x="6943" y="3045"/>
                </a:lnTo>
                <a:lnTo>
                  <a:pt x="6944" y="3047"/>
                </a:lnTo>
                <a:lnTo>
                  <a:pt x="6945" y="3045"/>
                </a:lnTo>
                <a:lnTo>
                  <a:pt x="6946" y="3042"/>
                </a:lnTo>
                <a:lnTo>
                  <a:pt x="6950" y="3037"/>
                </a:lnTo>
                <a:lnTo>
                  <a:pt x="6951" y="3036"/>
                </a:lnTo>
                <a:lnTo>
                  <a:pt x="6951" y="3035"/>
                </a:lnTo>
                <a:lnTo>
                  <a:pt x="6952" y="3034"/>
                </a:lnTo>
                <a:lnTo>
                  <a:pt x="6951" y="3032"/>
                </a:lnTo>
                <a:lnTo>
                  <a:pt x="6950" y="3030"/>
                </a:lnTo>
                <a:lnTo>
                  <a:pt x="6952" y="3028"/>
                </a:lnTo>
                <a:lnTo>
                  <a:pt x="6954" y="3031"/>
                </a:lnTo>
                <a:lnTo>
                  <a:pt x="6955" y="3032"/>
                </a:lnTo>
                <a:lnTo>
                  <a:pt x="6955" y="3033"/>
                </a:lnTo>
                <a:lnTo>
                  <a:pt x="6955" y="3034"/>
                </a:lnTo>
                <a:lnTo>
                  <a:pt x="6953" y="3040"/>
                </a:lnTo>
                <a:lnTo>
                  <a:pt x="6951" y="3044"/>
                </a:lnTo>
                <a:lnTo>
                  <a:pt x="6949" y="3050"/>
                </a:lnTo>
                <a:lnTo>
                  <a:pt x="6948" y="3051"/>
                </a:lnTo>
                <a:lnTo>
                  <a:pt x="6945" y="3055"/>
                </a:lnTo>
                <a:lnTo>
                  <a:pt x="6943" y="3057"/>
                </a:lnTo>
                <a:lnTo>
                  <a:pt x="6938" y="3063"/>
                </a:lnTo>
                <a:lnTo>
                  <a:pt x="6937" y="3063"/>
                </a:lnTo>
                <a:lnTo>
                  <a:pt x="6936" y="3063"/>
                </a:lnTo>
                <a:lnTo>
                  <a:pt x="6932" y="3060"/>
                </a:lnTo>
                <a:lnTo>
                  <a:pt x="6933" y="3059"/>
                </a:lnTo>
                <a:lnTo>
                  <a:pt x="6934" y="3058"/>
                </a:lnTo>
                <a:lnTo>
                  <a:pt x="6933" y="3057"/>
                </a:lnTo>
                <a:lnTo>
                  <a:pt x="6932" y="3056"/>
                </a:lnTo>
                <a:lnTo>
                  <a:pt x="6931" y="3055"/>
                </a:lnTo>
                <a:lnTo>
                  <a:pt x="6930" y="3053"/>
                </a:lnTo>
                <a:lnTo>
                  <a:pt x="6929" y="3052"/>
                </a:lnTo>
                <a:lnTo>
                  <a:pt x="6929" y="3051"/>
                </a:lnTo>
                <a:lnTo>
                  <a:pt x="6929" y="3050"/>
                </a:lnTo>
                <a:lnTo>
                  <a:pt x="6929" y="3049"/>
                </a:lnTo>
                <a:lnTo>
                  <a:pt x="6929" y="3048"/>
                </a:lnTo>
                <a:lnTo>
                  <a:pt x="6929" y="3047"/>
                </a:lnTo>
                <a:lnTo>
                  <a:pt x="6929" y="3046"/>
                </a:lnTo>
                <a:lnTo>
                  <a:pt x="6928" y="3045"/>
                </a:lnTo>
                <a:lnTo>
                  <a:pt x="6927" y="3043"/>
                </a:lnTo>
                <a:lnTo>
                  <a:pt x="6926" y="3043"/>
                </a:lnTo>
                <a:lnTo>
                  <a:pt x="6925" y="3044"/>
                </a:lnTo>
                <a:lnTo>
                  <a:pt x="6926" y="3046"/>
                </a:lnTo>
                <a:lnTo>
                  <a:pt x="6926" y="3047"/>
                </a:lnTo>
                <a:lnTo>
                  <a:pt x="6927" y="3048"/>
                </a:lnTo>
                <a:lnTo>
                  <a:pt x="6927" y="3049"/>
                </a:lnTo>
                <a:lnTo>
                  <a:pt x="6927" y="3052"/>
                </a:lnTo>
                <a:lnTo>
                  <a:pt x="6927" y="3054"/>
                </a:lnTo>
                <a:lnTo>
                  <a:pt x="6928" y="3056"/>
                </a:lnTo>
                <a:lnTo>
                  <a:pt x="6928" y="3057"/>
                </a:lnTo>
                <a:lnTo>
                  <a:pt x="6928" y="3058"/>
                </a:lnTo>
                <a:lnTo>
                  <a:pt x="6927" y="3057"/>
                </a:lnTo>
                <a:lnTo>
                  <a:pt x="6925" y="3057"/>
                </a:lnTo>
                <a:lnTo>
                  <a:pt x="6923" y="3056"/>
                </a:lnTo>
                <a:lnTo>
                  <a:pt x="6922" y="3056"/>
                </a:lnTo>
                <a:lnTo>
                  <a:pt x="6921" y="3049"/>
                </a:lnTo>
                <a:lnTo>
                  <a:pt x="6921" y="3047"/>
                </a:lnTo>
                <a:lnTo>
                  <a:pt x="6921" y="3046"/>
                </a:lnTo>
                <a:lnTo>
                  <a:pt x="6922" y="3044"/>
                </a:lnTo>
                <a:lnTo>
                  <a:pt x="6923" y="3043"/>
                </a:lnTo>
                <a:lnTo>
                  <a:pt x="6923" y="3042"/>
                </a:lnTo>
                <a:lnTo>
                  <a:pt x="6925" y="3041"/>
                </a:lnTo>
                <a:lnTo>
                  <a:pt x="6925" y="3040"/>
                </a:lnTo>
                <a:lnTo>
                  <a:pt x="6926" y="3040"/>
                </a:lnTo>
                <a:lnTo>
                  <a:pt x="6926" y="3039"/>
                </a:lnTo>
                <a:lnTo>
                  <a:pt x="6927" y="3039"/>
                </a:lnTo>
                <a:lnTo>
                  <a:pt x="6928" y="3038"/>
                </a:lnTo>
                <a:lnTo>
                  <a:pt x="6929" y="3037"/>
                </a:lnTo>
                <a:lnTo>
                  <a:pt x="6929" y="3036"/>
                </a:lnTo>
                <a:lnTo>
                  <a:pt x="6928" y="3036"/>
                </a:lnTo>
                <a:lnTo>
                  <a:pt x="6927" y="3036"/>
                </a:lnTo>
                <a:lnTo>
                  <a:pt x="6927" y="3037"/>
                </a:lnTo>
                <a:lnTo>
                  <a:pt x="6926" y="3037"/>
                </a:lnTo>
                <a:lnTo>
                  <a:pt x="6922" y="3040"/>
                </a:lnTo>
                <a:lnTo>
                  <a:pt x="6920" y="3042"/>
                </a:lnTo>
                <a:lnTo>
                  <a:pt x="6920" y="3043"/>
                </a:lnTo>
                <a:lnTo>
                  <a:pt x="6920" y="3044"/>
                </a:lnTo>
                <a:lnTo>
                  <a:pt x="6918" y="3047"/>
                </a:lnTo>
                <a:lnTo>
                  <a:pt x="6919" y="3049"/>
                </a:lnTo>
                <a:lnTo>
                  <a:pt x="6919" y="3050"/>
                </a:lnTo>
                <a:lnTo>
                  <a:pt x="6920" y="3055"/>
                </a:lnTo>
                <a:lnTo>
                  <a:pt x="6915" y="3053"/>
                </a:lnTo>
                <a:lnTo>
                  <a:pt x="6914" y="3053"/>
                </a:lnTo>
                <a:lnTo>
                  <a:pt x="6914" y="3052"/>
                </a:lnTo>
                <a:lnTo>
                  <a:pt x="6914" y="3051"/>
                </a:lnTo>
                <a:lnTo>
                  <a:pt x="6914" y="3049"/>
                </a:lnTo>
                <a:lnTo>
                  <a:pt x="6913" y="3047"/>
                </a:lnTo>
                <a:lnTo>
                  <a:pt x="6913" y="3046"/>
                </a:lnTo>
                <a:lnTo>
                  <a:pt x="6913" y="3045"/>
                </a:lnTo>
                <a:lnTo>
                  <a:pt x="6913" y="3044"/>
                </a:lnTo>
                <a:lnTo>
                  <a:pt x="6912" y="3041"/>
                </a:lnTo>
                <a:lnTo>
                  <a:pt x="6911" y="3041"/>
                </a:lnTo>
                <a:lnTo>
                  <a:pt x="6911" y="3042"/>
                </a:lnTo>
                <a:lnTo>
                  <a:pt x="6911" y="3043"/>
                </a:lnTo>
                <a:lnTo>
                  <a:pt x="6911" y="3044"/>
                </a:lnTo>
                <a:lnTo>
                  <a:pt x="6910" y="3044"/>
                </a:lnTo>
                <a:lnTo>
                  <a:pt x="6910" y="3045"/>
                </a:lnTo>
                <a:lnTo>
                  <a:pt x="6909" y="3045"/>
                </a:lnTo>
                <a:lnTo>
                  <a:pt x="6908" y="3044"/>
                </a:lnTo>
                <a:lnTo>
                  <a:pt x="6907" y="3045"/>
                </a:lnTo>
                <a:lnTo>
                  <a:pt x="6905" y="3044"/>
                </a:lnTo>
                <a:lnTo>
                  <a:pt x="6904" y="3044"/>
                </a:lnTo>
                <a:lnTo>
                  <a:pt x="6903" y="3043"/>
                </a:lnTo>
                <a:lnTo>
                  <a:pt x="6902" y="3042"/>
                </a:lnTo>
                <a:lnTo>
                  <a:pt x="6901" y="3042"/>
                </a:lnTo>
                <a:lnTo>
                  <a:pt x="6899" y="3042"/>
                </a:lnTo>
                <a:lnTo>
                  <a:pt x="6898" y="3042"/>
                </a:lnTo>
                <a:lnTo>
                  <a:pt x="6897" y="3042"/>
                </a:lnTo>
                <a:lnTo>
                  <a:pt x="6897" y="3043"/>
                </a:lnTo>
                <a:lnTo>
                  <a:pt x="6895" y="3043"/>
                </a:lnTo>
                <a:lnTo>
                  <a:pt x="6892" y="3042"/>
                </a:lnTo>
                <a:lnTo>
                  <a:pt x="6891" y="3041"/>
                </a:lnTo>
                <a:lnTo>
                  <a:pt x="6887" y="3038"/>
                </a:lnTo>
                <a:lnTo>
                  <a:pt x="6885" y="3036"/>
                </a:lnTo>
                <a:lnTo>
                  <a:pt x="6883" y="3033"/>
                </a:lnTo>
                <a:lnTo>
                  <a:pt x="6882" y="3033"/>
                </a:lnTo>
                <a:lnTo>
                  <a:pt x="6882" y="3032"/>
                </a:lnTo>
                <a:lnTo>
                  <a:pt x="6882" y="3031"/>
                </a:lnTo>
                <a:lnTo>
                  <a:pt x="6881" y="3031"/>
                </a:lnTo>
                <a:lnTo>
                  <a:pt x="6880" y="3028"/>
                </a:lnTo>
                <a:lnTo>
                  <a:pt x="6880" y="3027"/>
                </a:lnTo>
                <a:lnTo>
                  <a:pt x="6879" y="3027"/>
                </a:lnTo>
                <a:lnTo>
                  <a:pt x="6878" y="3026"/>
                </a:lnTo>
                <a:lnTo>
                  <a:pt x="6878" y="3025"/>
                </a:lnTo>
                <a:lnTo>
                  <a:pt x="6877" y="3024"/>
                </a:lnTo>
                <a:lnTo>
                  <a:pt x="6877" y="3023"/>
                </a:lnTo>
                <a:lnTo>
                  <a:pt x="6876" y="3022"/>
                </a:lnTo>
                <a:lnTo>
                  <a:pt x="6875" y="3021"/>
                </a:lnTo>
                <a:lnTo>
                  <a:pt x="6873" y="3020"/>
                </a:lnTo>
                <a:lnTo>
                  <a:pt x="6874" y="3019"/>
                </a:lnTo>
                <a:lnTo>
                  <a:pt x="6873" y="3018"/>
                </a:lnTo>
                <a:lnTo>
                  <a:pt x="6872" y="3019"/>
                </a:lnTo>
                <a:lnTo>
                  <a:pt x="6871" y="3018"/>
                </a:lnTo>
                <a:lnTo>
                  <a:pt x="6871" y="3017"/>
                </a:lnTo>
                <a:lnTo>
                  <a:pt x="6871" y="3016"/>
                </a:lnTo>
                <a:lnTo>
                  <a:pt x="6871" y="3015"/>
                </a:lnTo>
                <a:lnTo>
                  <a:pt x="6869" y="3015"/>
                </a:lnTo>
                <a:lnTo>
                  <a:pt x="6867" y="3014"/>
                </a:lnTo>
                <a:lnTo>
                  <a:pt x="6866" y="3014"/>
                </a:lnTo>
                <a:lnTo>
                  <a:pt x="6866" y="3013"/>
                </a:lnTo>
                <a:lnTo>
                  <a:pt x="6865" y="3012"/>
                </a:lnTo>
                <a:lnTo>
                  <a:pt x="6863" y="3012"/>
                </a:lnTo>
                <a:lnTo>
                  <a:pt x="6862" y="3012"/>
                </a:lnTo>
                <a:lnTo>
                  <a:pt x="6860" y="3011"/>
                </a:lnTo>
                <a:lnTo>
                  <a:pt x="6860" y="3010"/>
                </a:lnTo>
                <a:lnTo>
                  <a:pt x="6860" y="3011"/>
                </a:lnTo>
                <a:lnTo>
                  <a:pt x="6858" y="3012"/>
                </a:lnTo>
                <a:lnTo>
                  <a:pt x="6857" y="3012"/>
                </a:lnTo>
                <a:lnTo>
                  <a:pt x="6856" y="3011"/>
                </a:lnTo>
                <a:lnTo>
                  <a:pt x="6855" y="3011"/>
                </a:lnTo>
                <a:lnTo>
                  <a:pt x="6855" y="3010"/>
                </a:lnTo>
                <a:lnTo>
                  <a:pt x="6854" y="3010"/>
                </a:lnTo>
                <a:lnTo>
                  <a:pt x="6853" y="3011"/>
                </a:lnTo>
                <a:lnTo>
                  <a:pt x="6851" y="3011"/>
                </a:lnTo>
                <a:lnTo>
                  <a:pt x="6847" y="3012"/>
                </a:lnTo>
                <a:lnTo>
                  <a:pt x="6846" y="3012"/>
                </a:lnTo>
                <a:lnTo>
                  <a:pt x="6845" y="3013"/>
                </a:lnTo>
                <a:lnTo>
                  <a:pt x="6844" y="3013"/>
                </a:lnTo>
                <a:lnTo>
                  <a:pt x="6843" y="3013"/>
                </a:lnTo>
                <a:lnTo>
                  <a:pt x="6841" y="3014"/>
                </a:lnTo>
                <a:lnTo>
                  <a:pt x="6842" y="3015"/>
                </a:lnTo>
                <a:lnTo>
                  <a:pt x="6843" y="3017"/>
                </a:lnTo>
                <a:lnTo>
                  <a:pt x="6844" y="3020"/>
                </a:lnTo>
                <a:lnTo>
                  <a:pt x="6843" y="3021"/>
                </a:lnTo>
                <a:lnTo>
                  <a:pt x="6841" y="3022"/>
                </a:lnTo>
                <a:lnTo>
                  <a:pt x="6838" y="3015"/>
                </a:lnTo>
                <a:lnTo>
                  <a:pt x="6837" y="3016"/>
                </a:lnTo>
                <a:lnTo>
                  <a:pt x="6830" y="3020"/>
                </a:lnTo>
                <a:lnTo>
                  <a:pt x="6833" y="3023"/>
                </a:lnTo>
                <a:lnTo>
                  <a:pt x="6833" y="3024"/>
                </a:lnTo>
                <a:lnTo>
                  <a:pt x="6832" y="3025"/>
                </a:lnTo>
                <a:lnTo>
                  <a:pt x="6832" y="3023"/>
                </a:lnTo>
                <a:lnTo>
                  <a:pt x="6831" y="3022"/>
                </a:lnTo>
                <a:lnTo>
                  <a:pt x="6830" y="3022"/>
                </a:lnTo>
                <a:lnTo>
                  <a:pt x="6830" y="3023"/>
                </a:lnTo>
                <a:lnTo>
                  <a:pt x="6831" y="3023"/>
                </a:lnTo>
                <a:lnTo>
                  <a:pt x="6831" y="3024"/>
                </a:lnTo>
                <a:lnTo>
                  <a:pt x="6832" y="3024"/>
                </a:lnTo>
                <a:lnTo>
                  <a:pt x="6832" y="3025"/>
                </a:lnTo>
                <a:lnTo>
                  <a:pt x="6831" y="3025"/>
                </a:lnTo>
                <a:lnTo>
                  <a:pt x="6831" y="3024"/>
                </a:lnTo>
                <a:lnTo>
                  <a:pt x="6829" y="3022"/>
                </a:lnTo>
                <a:lnTo>
                  <a:pt x="6828" y="3022"/>
                </a:lnTo>
                <a:lnTo>
                  <a:pt x="6829" y="3024"/>
                </a:lnTo>
                <a:lnTo>
                  <a:pt x="6831" y="3026"/>
                </a:lnTo>
                <a:lnTo>
                  <a:pt x="6830" y="3026"/>
                </a:lnTo>
                <a:lnTo>
                  <a:pt x="6829" y="3025"/>
                </a:lnTo>
                <a:lnTo>
                  <a:pt x="6827" y="3023"/>
                </a:lnTo>
                <a:lnTo>
                  <a:pt x="6826" y="3024"/>
                </a:lnTo>
                <a:lnTo>
                  <a:pt x="6825" y="3024"/>
                </a:lnTo>
                <a:lnTo>
                  <a:pt x="6825" y="3025"/>
                </a:lnTo>
                <a:lnTo>
                  <a:pt x="6824" y="3025"/>
                </a:lnTo>
                <a:lnTo>
                  <a:pt x="6825" y="3025"/>
                </a:lnTo>
                <a:lnTo>
                  <a:pt x="6825" y="3026"/>
                </a:lnTo>
                <a:lnTo>
                  <a:pt x="6826" y="3026"/>
                </a:lnTo>
                <a:lnTo>
                  <a:pt x="6825" y="3026"/>
                </a:lnTo>
                <a:lnTo>
                  <a:pt x="6825" y="3027"/>
                </a:lnTo>
                <a:lnTo>
                  <a:pt x="6824" y="3027"/>
                </a:lnTo>
                <a:lnTo>
                  <a:pt x="6823" y="3027"/>
                </a:lnTo>
                <a:lnTo>
                  <a:pt x="6824" y="3028"/>
                </a:lnTo>
                <a:lnTo>
                  <a:pt x="6824" y="3029"/>
                </a:lnTo>
                <a:lnTo>
                  <a:pt x="6823" y="3030"/>
                </a:lnTo>
                <a:lnTo>
                  <a:pt x="6822" y="3030"/>
                </a:lnTo>
                <a:lnTo>
                  <a:pt x="6821" y="3030"/>
                </a:lnTo>
                <a:lnTo>
                  <a:pt x="6820" y="3031"/>
                </a:lnTo>
                <a:lnTo>
                  <a:pt x="6819" y="3033"/>
                </a:lnTo>
                <a:lnTo>
                  <a:pt x="6822" y="3035"/>
                </a:lnTo>
                <a:lnTo>
                  <a:pt x="6829" y="3039"/>
                </a:lnTo>
                <a:lnTo>
                  <a:pt x="6828" y="3040"/>
                </a:lnTo>
                <a:lnTo>
                  <a:pt x="6826" y="3045"/>
                </a:lnTo>
                <a:lnTo>
                  <a:pt x="6825" y="3045"/>
                </a:lnTo>
                <a:lnTo>
                  <a:pt x="6823" y="3045"/>
                </a:lnTo>
                <a:lnTo>
                  <a:pt x="6821" y="3044"/>
                </a:lnTo>
                <a:lnTo>
                  <a:pt x="6816" y="3043"/>
                </a:lnTo>
                <a:lnTo>
                  <a:pt x="6815" y="3042"/>
                </a:lnTo>
                <a:lnTo>
                  <a:pt x="6814" y="3042"/>
                </a:lnTo>
                <a:lnTo>
                  <a:pt x="6811" y="3043"/>
                </a:lnTo>
                <a:lnTo>
                  <a:pt x="6811" y="3044"/>
                </a:lnTo>
                <a:lnTo>
                  <a:pt x="6812" y="3044"/>
                </a:lnTo>
                <a:lnTo>
                  <a:pt x="6813" y="3045"/>
                </a:lnTo>
                <a:lnTo>
                  <a:pt x="6815" y="3046"/>
                </a:lnTo>
                <a:lnTo>
                  <a:pt x="6819" y="3047"/>
                </a:lnTo>
                <a:lnTo>
                  <a:pt x="6821" y="3048"/>
                </a:lnTo>
                <a:lnTo>
                  <a:pt x="6824" y="3049"/>
                </a:lnTo>
                <a:lnTo>
                  <a:pt x="6827" y="3057"/>
                </a:lnTo>
                <a:lnTo>
                  <a:pt x="6827" y="3058"/>
                </a:lnTo>
                <a:lnTo>
                  <a:pt x="6828" y="3058"/>
                </a:lnTo>
                <a:lnTo>
                  <a:pt x="6829" y="3058"/>
                </a:lnTo>
                <a:lnTo>
                  <a:pt x="6830" y="3058"/>
                </a:lnTo>
                <a:lnTo>
                  <a:pt x="6830" y="3059"/>
                </a:lnTo>
                <a:lnTo>
                  <a:pt x="6830" y="3060"/>
                </a:lnTo>
                <a:lnTo>
                  <a:pt x="6830" y="3061"/>
                </a:lnTo>
                <a:lnTo>
                  <a:pt x="6830" y="3062"/>
                </a:lnTo>
                <a:lnTo>
                  <a:pt x="6829" y="3062"/>
                </a:lnTo>
                <a:lnTo>
                  <a:pt x="6830" y="3064"/>
                </a:lnTo>
                <a:lnTo>
                  <a:pt x="6830" y="3066"/>
                </a:lnTo>
                <a:lnTo>
                  <a:pt x="6829" y="3065"/>
                </a:lnTo>
                <a:lnTo>
                  <a:pt x="6827" y="3065"/>
                </a:lnTo>
                <a:lnTo>
                  <a:pt x="6827" y="3066"/>
                </a:lnTo>
                <a:lnTo>
                  <a:pt x="6824" y="3064"/>
                </a:lnTo>
                <a:lnTo>
                  <a:pt x="6824" y="3063"/>
                </a:lnTo>
                <a:lnTo>
                  <a:pt x="6823" y="3062"/>
                </a:lnTo>
                <a:lnTo>
                  <a:pt x="6823" y="3061"/>
                </a:lnTo>
                <a:lnTo>
                  <a:pt x="6823" y="3060"/>
                </a:lnTo>
                <a:lnTo>
                  <a:pt x="6822" y="3059"/>
                </a:lnTo>
                <a:lnTo>
                  <a:pt x="6820" y="3052"/>
                </a:lnTo>
                <a:lnTo>
                  <a:pt x="6818" y="3051"/>
                </a:lnTo>
                <a:lnTo>
                  <a:pt x="6817" y="3052"/>
                </a:lnTo>
                <a:lnTo>
                  <a:pt x="6818" y="3052"/>
                </a:lnTo>
                <a:lnTo>
                  <a:pt x="6818" y="3054"/>
                </a:lnTo>
                <a:lnTo>
                  <a:pt x="6819" y="3056"/>
                </a:lnTo>
                <a:lnTo>
                  <a:pt x="6820" y="3057"/>
                </a:lnTo>
                <a:lnTo>
                  <a:pt x="6820" y="3058"/>
                </a:lnTo>
                <a:lnTo>
                  <a:pt x="6820" y="3059"/>
                </a:lnTo>
                <a:lnTo>
                  <a:pt x="6821" y="3061"/>
                </a:lnTo>
                <a:lnTo>
                  <a:pt x="6821" y="3062"/>
                </a:lnTo>
                <a:lnTo>
                  <a:pt x="6822" y="3062"/>
                </a:lnTo>
                <a:lnTo>
                  <a:pt x="6822" y="3063"/>
                </a:lnTo>
                <a:lnTo>
                  <a:pt x="6822" y="3064"/>
                </a:lnTo>
                <a:lnTo>
                  <a:pt x="6824" y="3066"/>
                </a:lnTo>
                <a:lnTo>
                  <a:pt x="6822" y="3066"/>
                </a:lnTo>
                <a:lnTo>
                  <a:pt x="6820" y="3066"/>
                </a:lnTo>
                <a:lnTo>
                  <a:pt x="6820" y="3065"/>
                </a:lnTo>
                <a:lnTo>
                  <a:pt x="6819" y="3065"/>
                </a:lnTo>
                <a:lnTo>
                  <a:pt x="6818" y="3065"/>
                </a:lnTo>
                <a:lnTo>
                  <a:pt x="6817" y="3065"/>
                </a:lnTo>
                <a:lnTo>
                  <a:pt x="6817" y="3064"/>
                </a:lnTo>
                <a:lnTo>
                  <a:pt x="6816" y="3065"/>
                </a:lnTo>
                <a:lnTo>
                  <a:pt x="6814" y="3064"/>
                </a:lnTo>
                <a:lnTo>
                  <a:pt x="6813" y="3064"/>
                </a:lnTo>
                <a:lnTo>
                  <a:pt x="6812" y="3064"/>
                </a:lnTo>
                <a:lnTo>
                  <a:pt x="6812" y="3065"/>
                </a:lnTo>
                <a:lnTo>
                  <a:pt x="6813" y="3066"/>
                </a:lnTo>
                <a:lnTo>
                  <a:pt x="6814" y="3066"/>
                </a:lnTo>
                <a:lnTo>
                  <a:pt x="6816" y="3067"/>
                </a:lnTo>
                <a:lnTo>
                  <a:pt x="6818" y="3067"/>
                </a:lnTo>
                <a:lnTo>
                  <a:pt x="6819" y="3067"/>
                </a:lnTo>
                <a:lnTo>
                  <a:pt x="6819" y="3068"/>
                </a:lnTo>
                <a:lnTo>
                  <a:pt x="6821" y="3068"/>
                </a:lnTo>
                <a:lnTo>
                  <a:pt x="6822" y="3068"/>
                </a:lnTo>
                <a:lnTo>
                  <a:pt x="6825" y="3068"/>
                </a:lnTo>
                <a:lnTo>
                  <a:pt x="6826" y="3068"/>
                </a:lnTo>
                <a:lnTo>
                  <a:pt x="6827" y="3068"/>
                </a:lnTo>
                <a:lnTo>
                  <a:pt x="6827" y="3069"/>
                </a:lnTo>
                <a:lnTo>
                  <a:pt x="6828" y="3069"/>
                </a:lnTo>
                <a:lnTo>
                  <a:pt x="6832" y="3069"/>
                </a:lnTo>
                <a:lnTo>
                  <a:pt x="6833" y="3069"/>
                </a:lnTo>
                <a:lnTo>
                  <a:pt x="6833" y="3070"/>
                </a:lnTo>
                <a:lnTo>
                  <a:pt x="6839" y="3070"/>
                </a:lnTo>
                <a:lnTo>
                  <a:pt x="6839" y="3071"/>
                </a:lnTo>
                <a:lnTo>
                  <a:pt x="6838" y="3072"/>
                </a:lnTo>
                <a:lnTo>
                  <a:pt x="6838" y="3074"/>
                </a:lnTo>
                <a:lnTo>
                  <a:pt x="6829" y="3072"/>
                </a:lnTo>
                <a:lnTo>
                  <a:pt x="6818" y="3070"/>
                </a:lnTo>
                <a:lnTo>
                  <a:pt x="6817" y="3070"/>
                </a:lnTo>
                <a:lnTo>
                  <a:pt x="6816" y="3069"/>
                </a:lnTo>
                <a:lnTo>
                  <a:pt x="6814" y="3069"/>
                </a:lnTo>
                <a:lnTo>
                  <a:pt x="6814" y="3068"/>
                </a:lnTo>
                <a:lnTo>
                  <a:pt x="6812" y="3067"/>
                </a:lnTo>
                <a:lnTo>
                  <a:pt x="6812" y="3066"/>
                </a:lnTo>
                <a:lnTo>
                  <a:pt x="6812" y="3065"/>
                </a:lnTo>
                <a:lnTo>
                  <a:pt x="6811" y="3065"/>
                </a:lnTo>
                <a:lnTo>
                  <a:pt x="6811" y="3066"/>
                </a:lnTo>
                <a:lnTo>
                  <a:pt x="6811" y="3067"/>
                </a:lnTo>
                <a:lnTo>
                  <a:pt x="6812" y="3067"/>
                </a:lnTo>
                <a:lnTo>
                  <a:pt x="6812" y="3068"/>
                </a:lnTo>
                <a:lnTo>
                  <a:pt x="6813" y="3068"/>
                </a:lnTo>
                <a:lnTo>
                  <a:pt x="6813" y="3069"/>
                </a:lnTo>
                <a:lnTo>
                  <a:pt x="6814" y="3070"/>
                </a:lnTo>
                <a:lnTo>
                  <a:pt x="6815" y="3071"/>
                </a:lnTo>
                <a:lnTo>
                  <a:pt x="6816" y="3071"/>
                </a:lnTo>
                <a:lnTo>
                  <a:pt x="6816" y="3072"/>
                </a:lnTo>
                <a:lnTo>
                  <a:pt x="6820" y="3072"/>
                </a:lnTo>
                <a:lnTo>
                  <a:pt x="6821" y="3073"/>
                </a:lnTo>
                <a:lnTo>
                  <a:pt x="6822" y="3073"/>
                </a:lnTo>
                <a:lnTo>
                  <a:pt x="6821" y="3076"/>
                </a:lnTo>
                <a:lnTo>
                  <a:pt x="6824" y="3077"/>
                </a:lnTo>
                <a:lnTo>
                  <a:pt x="6824" y="3074"/>
                </a:lnTo>
                <a:lnTo>
                  <a:pt x="6830" y="3075"/>
                </a:lnTo>
                <a:lnTo>
                  <a:pt x="6829" y="3078"/>
                </a:lnTo>
                <a:lnTo>
                  <a:pt x="6831" y="3078"/>
                </a:lnTo>
                <a:lnTo>
                  <a:pt x="6832" y="3075"/>
                </a:lnTo>
                <a:lnTo>
                  <a:pt x="6836" y="3076"/>
                </a:lnTo>
                <a:lnTo>
                  <a:pt x="6834" y="3082"/>
                </a:lnTo>
                <a:lnTo>
                  <a:pt x="6833" y="3085"/>
                </a:lnTo>
                <a:lnTo>
                  <a:pt x="6834" y="3086"/>
                </a:lnTo>
                <a:lnTo>
                  <a:pt x="6835" y="3086"/>
                </a:lnTo>
                <a:lnTo>
                  <a:pt x="6835" y="3088"/>
                </a:lnTo>
                <a:lnTo>
                  <a:pt x="6834" y="3088"/>
                </a:lnTo>
                <a:lnTo>
                  <a:pt x="6830" y="3087"/>
                </a:lnTo>
                <a:lnTo>
                  <a:pt x="6829" y="3086"/>
                </a:lnTo>
                <a:lnTo>
                  <a:pt x="6828" y="3086"/>
                </a:lnTo>
                <a:lnTo>
                  <a:pt x="6824" y="3085"/>
                </a:lnTo>
                <a:lnTo>
                  <a:pt x="6818" y="3083"/>
                </a:lnTo>
                <a:lnTo>
                  <a:pt x="6817" y="3085"/>
                </a:lnTo>
                <a:lnTo>
                  <a:pt x="6816" y="3085"/>
                </a:lnTo>
                <a:lnTo>
                  <a:pt x="6814" y="3084"/>
                </a:lnTo>
                <a:lnTo>
                  <a:pt x="6814" y="3085"/>
                </a:lnTo>
                <a:lnTo>
                  <a:pt x="6813" y="3085"/>
                </a:lnTo>
                <a:lnTo>
                  <a:pt x="6810" y="3084"/>
                </a:lnTo>
                <a:lnTo>
                  <a:pt x="6809" y="3086"/>
                </a:lnTo>
                <a:lnTo>
                  <a:pt x="6810" y="3086"/>
                </a:lnTo>
                <a:lnTo>
                  <a:pt x="6811" y="3086"/>
                </a:lnTo>
                <a:lnTo>
                  <a:pt x="6812" y="3086"/>
                </a:lnTo>
                <a:lnTo>
                  <a:pt x="6814" y="3087"/>
                </a:lnTo>
                <a:lnTo>
                  <a:pt x="6817" y="3087"/>
                </a:lnTo>
                <a:lnTo>
                  <a:pt x="6818" y="3087"/>
                </a:lnTo>
                <a:lnTo>
                  <a:pt x="6821" y="3088"/>
                </a:lnTo>
                <a:lnTo>
                  <a:pt x="6821" y="3089"/>
                </a:lnTo>
                <a:lnTo>
                  <a:pt x="6821" y="3091"/>
                </a:lnTo>
                <a:lnTo>
                  <a:pt x="6818" y="3091"/>
                </a:lnTo>
                <a:lnTo>
                  <a:pt x="6811" y="3090"/>
                </a:lnTo>
                <a:lnTo>
                  <a:pt x="6811" y="3092"/>
                </a:lnTo>
                <a:lnTo>
                  <a:pt x="6820" y="3094"/>
                </a:lnTo>
                <a:lnTo>
                  <a:pt x="6819" y="3098"/>
                </a:lnTo>
                <a:lnTo>
                  <a:pt x="6818" y="3098"/>
                </a:lnTo>
                <a:lnTo>
                  <a:pt x="6814" y="3097"/>
                </a:lnTo>
                <a:lnTo>
                  <a:pt x="6809" y="3096"/>
                </a:lnTo>
                <a:lnTo>
                  <a:pt x="6807" y="3095"/>
                </a:lnTo>
                <a:lnTo>
                  <a:pt x="6805" y="3095"/>
                </a:lnTo>
                <a:lnTo>
                  <a:pt x="6805" y="3094"/>
                </a:lnTo>
                <a:lnTo>
                  <a:pt x="6804" y="3094"/>
                </a:lnTo>
                <a:lnTo>
                  <a:pt x="6803" y="3095"/>
                </a:lnTo>
                <a:lnTo>
                  <a:pt x="6803" y="3096"/>
                </a:lnTo>
                <a:lnTo>
                  <a:pt x="6802" y="3096"/>
                </a:lnTo>
                <a:lnTo>
                  <a:pt x="6801" y="3097"/>
                </a:lnTo>
                <a:lnTo>
                  <a:pt x="6800" y="3102"/>
                </a:lnTo>
                <a:lnTo>
                  <a:pt x="6799" y="3103"/>
                </a:lnTo>
                <a:lnTo>
                  <a:pt x="6798" y="3103"/>
                </a:lnTo>
                <a:lnTo>
                  <a:pt x="6798" y="3104"/>
                </a:lnTo>
                <a:lnTo>
                  <a:pt x="6798" y="3105"/>
                </a:lnTo>
                <a:lnTo>
                  <a:pt x="6798" y="3106"/>
                </a:lnTo>
                <a:lnTo>
                  <a:pt x="6798" y="3107"/>
                </a:lnTo>
                <a:lnTo>
                  <a:pt x="6797" y="3109"/>
                </a:lnTo>
                <a:lnTo>
                  <a:pt x="6797" y="3110"/>
                </a:lnTo>
                <a:lnTo>
                  <a:pt x="6797" y="3111"/>
                </a:lnTo>
                <a:lnTo>
                  <a:pt x="6798" y="3111"/>
                </a:lnTo>
                <a:lnTo>
                  <a:pt x="6799" y="3112"/>
                </a:lnTo>
                <a:lnTo>
                  <a:pt x="6800" y="3112"/>
                </a:lnTo>
                <a:lnTo>
                  <a:pt x="6799" y="3113"/>
                </a:lnTo>
                <a:lnTo>
                  <a:pt x="6798" y="3113"/>
                </a:lnTo>
                <a:lnTo>
                  <a:pt x="6798" y="3114"/>
                </a:lnTo>
                <a:lnTo>
                  <a:pt x="6800" y="3115"/>
                </a:lnTo>
                <a:lnTo>
                  <a:pt x="6801" y="3115"/>
                </a:lnTo>
                <a:lnTo>
                  <a:pt x="6802" y="3115"/>
                </a:lnTo>
                <a:lnTo>
                  <a:pt x="6802" y="3117"/>
                </a:lnTo>
                <a:lnTo>
                  <a:pt x="6802" y="3119"/>
                </a:lnTo>
                <a:lnTo>
                  <a:pt x="6803" y="3123"/>
                </a:lnTo>
                <a:lnTo>
                  <a:pt x="6805" y="3123"/>
                </a:lnTo>
                <a:lnTo>
                  <a:pt x="6805" y="3119"/>
                </a:lnTo>
                <a:lnTo>
                  <a:pt x="6805" y="3117"/>
                </a:lnTo>
                <a:lnTo>
                  <a:pt x="6807" y="3114"/>
                </a:lnTo>
                <a:lnTo>
                  <a:pt x="6814" y="3113"/>
                </a:lnTo>
                <a:lnTo>
                  <a:pt x="6814" y="3114"/>
                </a:lnTo>
                <a:lnTo>
                  <a:pt x="6815" y="3120"/>
                </a:lnTo>
                <a:lnTo>
                  <a:pt x="6817" y="3120"/>
                </a:lnTo>
                <a:lnTo>
                  <a:pt x="6818" y="3120"/>
                </a:lnTo>
                <a:lnTo>
                  <a:pt x="6817" y="3114"/>
                </a:lnTo>
                <a:lnTo>
                  <a:pt x="6818" y="3114"/>
                </a:lnTo>
                <a:lnTo>
                  <a:pt x="6819" y="3113"/>
                </a:lnTo>
                <a:lnTo>
                  <a:pt x="6821" y="3130"/>
                </a:lnTo>
                <a:lnTo>
                  <a:pt x="6821" y="3131"/>
                </a:lnTo>
                <a:lnTo>
                  <a:pt x="6804" y="3134"/>
                </a:lnTo>
                <a:lnTo>
                  <a:pt x="6804" y="3132"/>
                </a:lnTo>
                <a:lnTo>
                  <a:pt x="6799" y="3132"/>
                </a:lnTo>
                <a:lnTo>
                  <a:pt x="6799" y="3134"/>
                </a:lnTo>
                <a:lnTo>
                  <a:pt x="6800" y="3134"/>
                </a:lnTo>
                <a:lnTo>
                  <a:pt x="6800" y="3135"/>
                </a:lnTo>
                <a:lnTo>
                  <a:pt x="6800" y="3136"/>
                </a:lnTo>
                <a:lnTo>
                  <a:pt x="6801" y="3136"/>
                </a:lnTo>
                <a:lnTo>
                  <a:pt x="6802" y="3140"/>
                </a:lnTo>
                <a:lnTo>
                  <a:pt x="6803" y="3139"/>
                </a:lnTo>
                <a:lnTo>
                  <a:pt x="6804" y="3140"/>
                </a:lnTo>
                <a:lnTo>
                  <a:pt x="6804" y="3141"/>
                </a:lnTo>
                <a:lnTo>
                  <a:pt x="6804" y="3143"/>
                </a:lnTo>
                <a:lnTo>
                  <a:pt x="6804" y="3144"/>
                </a:lnTo>
                <a:lnTo>
                  <a:pt x="6803" y="3144"/>
                </a:lnTo>
                <a:lnTo>
                  <a:pt x="6801" y="3145"/>
                </a:lnTo>
                <a:lnTo>
                  <a:pt x="6800" y="3145"/>
                </a:lnTo>
                <a:lnTo>
                  <a:pt x="6801" y="3145"/>
                </a:lnTo>
                <a:lnTo>
                  <a:pt x="6802" y="3145"/>
                </a:lnTo>
                <a:lnTo>
                  <a:pt x="6803" y="3148"/>
                </a:lnTo>
                <a:lnTo>
                  <a:pt x="6804" y="3150"/>
                </a:lnTo>
                <a:lnTo>
                  <a:pt x="6803" y="3150"/>
                </a:lnTo>
                <a:lnTo>
                  <a:pt x="6804" y="3150"/>
                </a:lnTo>
                <a:lnTo>
                  <a:pt x="6804" y="3151"/>
                </a:lnTo>
                <a:lnTo>
                  <a:pt x="6805" y="3152"/>
                </a:lnTo>
                <a:lnTo>
                  <a:pt x="6804" y="3152"/>
                </a:lnTo>
                <a:lnTo>
                  <a:pt x="6805" y="3153"/>
                </a:lnTo>
                <a:lnTo>
                  <a:pt x="6805" y="3154"/>
                </a:lnTo>
                <a:lnTo>
                  <a:pt x="6806" y="3155"/>
                </a:lnTo>
                <a:lnTo>
                  <a:pt x="6807" y="3158"/>
                </a:lnTo>
                <a:lnTo>
                  <a:pt x="6808" y="3158"/>
                </a:lnTo>
                <a:lnTo>
                  <a:pt x="6808" y="3159"/>
                </a:lnTo>
                <a:lnTo>
                  <a:pt x="6808" y="3160"/>
                </a:lnTo>
                <a:lnTo>
                  <a:pt x="6810" y="3163"/>
                </a:lnTo>
                <a:lnTo>
                  <a:pt x="6811" y="3164"/>
                </a:lnTo>
                <a:lnTo>
                  <a:pt x="6812" y="3168"/>
                </a:lnTo>
                <a:lnTo>
                  <a:pt x="6812" y="3169"/>
                </a:lnTo>
                <a:lnTo>
                  <a:pt x="6812" y="3170"/>
                </a:lnTo>
                <a:lnTo>
                  <a:pt x="6812" y="3169"/>
                </a:lnTo>
                <a:lnTo>
                  <a:pt x="6813" y="3169"/>
                </a:lnTo>
                <a:lnTo>
                  <a:pt x="6813" y="3170"/>
                </a:lnTo>
                <a:lnTo>
                  <a:pt x="6814" y="3171"/>
                </a:lnTo>
                <a:lnTo>
                  <a:pt x="6816" y="3173"/>
                </a:lnTo>
                <a:lnTo>
                  <a:pt x="6817" y="3173"/>
                </a:lnTo>
                <a:lnTo>
                  <a:pt x="6817" y="3175"/>
                </a:lnTo>
                <a:lnTo>
                  <a:pt x="6818" y="3175"/>
                </a:lnTo>
                <a:lnTo>
                  <a:pt x="6818" y="3176"/>
                </a:lnTo>
                <a:lnTo>
                  <a:pt x="6819" y="3176"/>
                </a:lnTo>
                <a:lnTo>
                  <a:pt x="6819" y="3177"/>
                </a:lnTo>
                <a:lnTo>
                  <a:pt x="6820" y="3179"/>
                </a:lnTo>
                <a:lnTo>
                  <a:pt x="6821" y="3181"/>
                </a:lnTo>
                <a:lnTo>
                  <a:pt x="6822" y="3181"/>
                </a:lnTo>
                <a:lnTo>
                  <a:pt x="6822" y="3182"/>
                </a:lnTo>
                <a:lnTo>
                  <a:pt x="6823" y="3183"/>
                </a:lnTo>
                <a:lnTo>
                  <a:pt x="6824" y="3185"/>
                </a:lnTo>
                <a:lnTo>
                  <a:pt x="6826" y="3188"/>
                </a:lnTo>
                <a:lnTo>
                  <a:pt x="6826" y="3189"/>
                </a:lnTo>
                <a:lnTo>
                  <a:pt x="6828" y="3191"/>
                </a:lnTo>
                <a:lnTo>
                  <a:pt x="6830" y="3193"/>
                </a:lnTo>
                <a:lnTo>
                  <a:pt x="6832" y="3195"/>
                </a:lnTo>
                <a:lnTo>
                  <a:pt x="6832" y="3196"/>
                </a:lnTo>
                <a:lnTo>
                  <a:pt x="6833" y="3197"/>
                </a:lnTo>
                <a:lnTo>
                  <a:pt x="6834" y="3197"/>
                </a:lnTo>
                <a:lnTo>
                  <a:pt x="6835" y="3198"/>
                </a:lnTo>
                <a:lnTo>
                  <a:pt x="6836" y="3199"/>
                </a:lnTo>
                <a:lnTo>
                  <a:pt x="6837" y="3200"/>
                </a:lnTo>
                <a:lnTo>
                  <a:pt x="6838" y="3199"/>
                </a:lnTo>
                <a:lnTo>
                  <a:pt x="6837" y="3198"/>
                </a:lnTo>
                <a:lnTo>
                  <a:pt x="6838" y="3197"/>
                </a:lnTo>
                <a:lnTo>
                  <a:pt x="6839" y="3195"/>
                </a:lnTo>
                <a:lnTo>
                  <a:pt x="6841" y="3196"/>
                </a:lnTo>
                <a:lnTo>
                  <a:pt x="6843" y="3194"/>
                </a:lnTo>
                <a:lnTo>
                  <a:pt x="6844" y="3195"/>
                </a:lnTo>
                <a:lnTo>
                  <a:pt x="6847" y="3192"/>
                </a:lnTo>
                <a:lnTo>
                  <a:pt x="6850" y="3192"/>
                </a:lnTo>
                <a:lnTo>
                  <a:pt x="6851" y="3193"/>
                </a:lnTo>
                <a:lnTo>
                  <a:pt x="6847" y="3198"/>
                </a:lnTo>
                <a:lnTo>
                  <a:pt x="6848" y="3199"/>
                </a:lnTo>
                <a:lnTo>
                  <a:pt x="6854" y="3193"/>
                </a:lnTo>
                <a:lnTo>
                  <a:pt x="6859" y="3189"/>
                </a:lnTo>
                <a:lnTo>
                  <a:pt x="6862" y="3186"/>
                </a:lnTo>
                <a:lnTo>
                  <a:pt x="6864" y="3189"/>
                </a:lnTo>
                <a:lnTo>
                  <a:pt x="6861" y="3191"/>
                </a:lnTo>
                <a:lnTo>
                  <a:pt x="6861" y="3192"/>
                </a:lnTo>
                <a:lnTo>
                  <a:pt x="6861" y="3193"/>
                </a:lnTo>
                <a:lnTo>
                  <a:pt x="6859" y="3195"/>
                </a:lnTo>
                <a:lnTo>
                  <a:pt x="6857" y="3196"/>
                </a:lnTo>
                <a:lnTo>
                  <a:pt x="6855" y="3196"/>
                </a:lnTo>
                <a:lnTo>
                  <a:pt x="6854" y="3196"/>
                </a:lnTo>
                <a:lnTo>
                  <a:pt x="6854" y="3197"/>
                </a:lnTo>
                <a:lnTo>
                  <a:pt x="6853" y="3197"/>
                </a:lnTo>
                <a:lnTo>
                  <a:pt x="6853" y="3198"/>
                </a:lnTo>
                <a:lnTo>
                  <a:pt x="6856" y="3200"/>
                </a:lnTo>
                <a:lnTo>
                  <a:pt x="6857" y="3199"/>
                </a:lnTo>
                <a:lnTo>
                  <a:pt x="6859" y="3198"/>
                </a:lnTo>
                <a:lnTo>
                  <a:pt x="6859" y="3199"/>
                </a:lnTo>
                <a:lnTo>
                  <a:pt x="6858" y="3199"/>
                </a:lnTo>
                <a:lnTo>
                  <a:pt x="6856" y="3202"/>
                </a:lnTo>
                <a:lnTo>
                  <a:pt x="6851" y="3208"/>
                </a:lnTo>
                <a:lnTo>
                  <a:pt x="6851" y="3209"/>
                </a:lnTo>
                <a:lnTo>
                  <a:pt x="6852" y="3209"/>
                </a:lnTo>
                <a:lnTo>
                  <a:pt x="6852" y="3210"/>
                </a:lnTo>
                <a:lnTo>
                  <a:pt x="6852" y="3211"/>
                </a:lnTo>
                <a:lnTo>
                  <a:pt x="6852" y="3212"/>
                </a:lnTo>
                <a:lnTo>
                  <a:pt x="6853" y="3211"/>
                </a:lnTo>
                <a:lnTo>
                  <a:pt x="6854" y="3211"/>
                </a:lnTo>
                <a:lnTo>
                  <a:pt x="6855" y="3211"/>
                </a:lnTo>
                <a:lnTo>
                  <a:pt x="6856" y="3212"/>
                </a:lnTo>
                <a:lnTo>
                  <a:pt x="6856" y="3213"/>
                </a:lnTo>
                <a:lnTo>
                  <a:pt x="6856" y="3214"/>
                </a:lnTo>
                <a:lnTo>
                  <a:pt x="6857" y="3214"/>
                </a:lnTo>
                <a:lnTo>
                  <a:pt x="6859" y="3214"/>
                </a:lnTo>
                <a:lnTo>
                  <a:pt x="6859" y="3213"/>
                </a:lnTo>
                <a:lnTo>
                  <a:pt x="6861" y="3214"/>
                </a:lnTo>
                <a:lnTo>
                  <a:pt x="6862" y="3214"/>
                </a:lnTo>
                <a:lnTo>
                  <a:pt x="6864" y="3214"/>
                </a:lnTo>
                <a:lnTo>
                  <a:pt x="6865" y="3215"/>
                </a:lnTo>
                <a:lnTo>
                  <a:pt x="6867" y="3216"/>
                </a:lnTo>
                <a:lnTo>
                  <a:pt x="6868" y="3216"/>
                </a:lnTo>
                <a:lnTo>
                  <a:pt x="6868" y="3217"/>
                </a:lnTo>
                <a:lnTo>
                  <a:pt x="6870" y="3218"/>
                </a:lnTo>
                <a:lnTo>
                  <a:pt x="6870" y="3220"/>
                </a:lnTo>
                <a:lnTo>
                  <a:pt x="6871" y="3220"/>
                </a:lnTo>
                <a:lnTo>
                  <a:pt x="6872" y="3221"/>
                </a:lnTo>
                <a:lnTo>
                  <a:pt x="6873" y="3221"/>
                </a:lnTo>
                <a:lnTo>
                  <a:pt x="6872" y="3223"/>
                </a:lnTo>
                <a:lnTo>
                  <a:pt x="6875" y="3224"/>
                </a:lnTo>
                <a:lnTo>
                  <a:pt x="6876" y="3223"/>
                </a:lnTo>
                <a:lnTo>
                  <a:pt x="6876" y="3222"/>
                </a:lnTo>
                <a:lnTo>
                  <a:pt x="6877" y="3221"/>
                </a:lnTo>
                <a:lnTo>
                  <a:pt x="6878" y="3222"/>
                </a:lnTo>
                <a:lnTo>
                  <a:pt x="6880" y="3222"/>
                </a:lnTo>
                <a:lnTo>
                  <a:pt x="6884" y="3224"/>
                </a:lnTo>
                <a:lnTo>
                  <a:pt x="6884" y="3225"/>
                </a:lnTo>
                <a:lnTo>
                  <a:pt x="6885" y="3225"/>
                </a:lnTo>
                <a:lnTo>
                  <a:pt x="6886" y="3225"/>
                </a:lnTo>
                <a:lnTo>
                  <a:pt x="6887" y="3226"/>
                </a:lnTo>
                <a:lnTo>
                  <a:pt x="6887" y="3227"/>
                </a:lnTo>
                <a:lnTo>
                  <a:pt x="6888" y="3227"/>
                </a:lnTo>
                <a:lnTo>
                  <a:pt x="6890" y="3228"/>
                </a:lnTo>
                <a:lnTo>
                  <a:pt x="6891" y="3228"/>
                </a:lnTo>
                <a:lnTo>
                  <a:pt x="6890" y="3229"/>
                </a:lnTo>
                <a:lnTo>
                  <a:pt x="6890" y="3230"/>
                </a:lnTo>
                <a:lnTo>
                  <a:pt x="6889" y="3233"/>
                </a:lnTo>
                <a:lnTo>
                  <a:pt x="6890" y="3233"/>
                </a:lnTo>
                <a:lnTo>
                  <a:pt x="6894" y="3231"/>
                </a:lnTo>
                <a:lnTo>
                  <a:pt x="6895" y="3231"/>
                </a:lnTo>
                <a:lnTo>
                  <a:pt x="6898" y="3230"/>
                </a:lnTo>
                <a:lnTo>
                  <a:pt x="6899" y="3230"/>
                </a:lnTo>
                <a:lnTo>
                  <a:pt x="6900" y="3230"/>
                </a:lnTo>
                <a:lnTo>
                  <a:pt x="6902" y="3231"/>
                </a:lnTo>
                <a:lnTo>
                  <a:pt x="6903" y="3231"/>
                </a:lnTo>
                <a:lnTo>
                  <a:pt x="6904" y="3231"/>
                </a:lnTo>
                <a:lnTo>
                  <a:pt x="6905" y="3231"/>
                </a:lnTo>
                <a:lnTo>
                  <a:pt x="6906" y="3231"/>
                </a:lnTo>
                <a:lnTo>
                  <a:pt x="6906" y="3230"/>
                </a:lnTo>
                <a:lnTo>
                  <a:pt x="6909" y="3230"/>
                </a:lnTo>
                <a:lnTo>
                  <a:pt x="6910" y="3231"/>
                </a:lnTo>
                <a:lnTo>
                  <a:pt x="6911" y="3231"/>
                </a:lnTo>
                <a:lnTo>
                  <a:pt x="6913" y="3231"/>
                </a:lnTo>
                <a:lnTo>
                  <a:pt x="6914" y="3230"/>
                </a:lnTo>
                <a:lnTo>
                  <a:pt x="6915" y="3231"/>
                </a:lnTo>
                <a:lnTo>
                  <a:pt x="6916" y="3231"/>
                </a:lnTo>
                <a:lnTo>
                  <a:pt x="6916" y="3232"/>
                </a:lnTo>
                <a:lnTo>
                  <a:pt x="6917" y="3232"/>
                </a:lnTo>
                <a:lnTo>
                  <a:pt x="6917" y="3231"/>
                </a:lnTo>
                <a:lnTo>
                  <a:pt x="6918" y="3231"/>
                </a:lnTo>
                <a:lnTo>
                  <a:pt x="6919" y="3231"/>
                </a:lnTo>
                <a:lnTo>
                  <a:pt x="6919" y="3233"/>
                </a:lnTo>
                <a:lnTo>
                  <a:pt x="6920" y="3233"/>
                </a:lnTo>
                <a:lnTo>
                  <a:pt x="6922" y="3232"/>
                </a:lnTo>
                <a:lnTo>
                  <a:pt x="6922" y="3231"/>
                </a:lnTo>
                <a:lnTo>
                  <a:pt x="6923" y="3231"/>
                </a:lnTo>
                <a:lnTo>
                  <a:pt x="6924" y="3231"/>
                </a:lnTo>
                <a:lnTo>
                  <a:pt x="6925" y="3232"/>
                </a:lnTo>
                <a:lnTo>
                  <a:pt x="6926" y="3231"/>
                </a:lnTo>
                <a:lnTo>
                  <a:pt x="6926" y="3232"/>
                </a:lnTo>
                <a:lnTo>
                  <a:pt x="6926" y="3233"/>
                </a:lnTo>
                <a:lnTo>
                  <a:pt x="6927" y="3233"/>
                </a:lnTo>
                <a:lnTo>
                  <a:pt x="6927" y="3234"/>
                </a:lnTo>
                <a:lnTo>
                  <a:pt x="6928" y="3233"/>
                </a:lnTo>
                <a:lnTo>
                  <a:pt x="6927" y="3232"/>
                </a:lnTo>
                <a:lnTo>
                  <a:pt x="6927" y="3231"/>
                </a:lnTo>
                <a:lnTo>
                  <a:pt x="6928" y="3231"/>
                </a:lnTo>
                <a:lnTo>
                  <a:pt x="6929" y="3231"/>
                </a:lnTo>
                <a:lnTo>
                  <a:pt x="6930" y="3232"/>
                </a:lnTo>
                <a:lnTo>
                  <a:pt x="6931" y="3232"/>
                </a:lnTo>
                <a:lnTo>
                  <a:pt x="6931" y="3233"/>
                </a:lnTo>
                <a:lnTo>
                  <a:pt x="6930" y="3233"/>
                </a:lnTo>
                <a:lnTo>
                  <a:pt x="6929" y="3233"/>
                </a:lnTo>
                <a:lnTo>
                  <a:pt x="6929" y="3234"/>
                </a:lnTo>
                <a:lnTo>
                  <a:pt x="6930" y="3234"/>
                </a:lnTo>
                <a:lnTo>
                  <a:pt x="6932" y="3234"/>
                </a:lnTo>
                <a:lnTo>
                  <a:pt x="6933" y="3233"/>
                </a:lnTo>
                <a:lnTo>
                  <a:pt x="6933" y="3234"/>
                </a:lnTo>
                <a:lnTo>
                  <a:pt x="6934" y="3235"/>
                </a:lnTo>
                <a:lnTo>
                  <a:pt x="6934" y="3238"/>
                </a:lnTo>
                <a:lnTo>
                  <a:pt x="6935" y="3239"/>
                </a:lnTo>
                <a:lnTo>
                  <a:pt x="6935" y="3237"/>
                </a:lnTo>
                <a:lnTo>
                  <a:pt x="6934" y="3236"/>
                </a:lnTo>
                <a:lnTo>
                  <a:pt x="6934" y="3234"/>
                </a:lnTo>
                <a:lnTo>
                  <a:pt x="6936" y="3233"/>
                </a:lnTo>
                <a:lnTo>
                  <a:pt x="6941" y="3233"/>
                </a:lnTo>
                <a:lnTo>
                  <a:pt x="6945" y="3232"/>
                </a:lnTo>
                <a:lnTo>
                  <a:pt x="6946" y="3232"/>
                </a:lnTo>
                <a:lnTo>
                  <a:pt x="6946" y="3233"/>
                </a:lnTo>
                <a:lnTo>
                  <a:pt x="6945" y="3233"/>
                </a:lnTo>
                <a:lnTo>
                  <a:pt x="6945" y="3235"/>
                </a:lnTo>
                <a:lnTo>
                  <a:pt x="6944" y="3237"/>
                </a:lnTo>
                <a:lnTo>
                  <a:pt x="6944" y="3238"/>
                </a:lnTo>
                <a:lnTo>
                  <a:pt x="6944" y="3239"/>
                </a:lnTo>
                <a:lnTo>
                  <a:pt x="6945" y="3239"/>
                </a:lnTo>
                <a:lnTo>
                  <a:pt x="6945" y="3237"/>
                </a:lnTo>
                <a:lnTo>
                  <a:pt x="6946" y="3237"/>
                </a:lnTo>
                <a:lnTo>
                  <a:pt x="6946" y="3236"/>
                </a:lnTo>
                <a:lnTo>
                  <a:pt x="6946" y="3235"/>
                </a:lnTo>
                <a:lnTo>
                  <a:pt x="6946" y="3233"/>
                </a:lnTo>
                <a:lnTo>
                  <a:pt x="6949" y="3233"/>
                </a:lnTo>
                <a:lnTo>
                  <a:pt x="6950" y="3233"/>
                </a:lnTo>
                <a:lnTo>
                  <a:pt x="6951" y="3233"/>
                </a:lnTo>
                <a:lnTo>
                  <a:pt x="6952" y="3233"/>
                </a:lnTo>
                <a:lnTo>
                  <a:pt x="6953" y="3233"/>
                </a:lnTo>
                <a:lnTo>
                  <a:pt x="6954" y="3233"/>
                </a:lnTo>
                <a:lnTo>
                  <a:pt x="6957" y="3233"/>
                </a:lnTo>
                <a:lnTo>
                  <a:pt x="6959" y="3233"/>
                </a:lnTo>
                <a:lnTo>
                  <a:pt x="6959" y="3234"/>
                </a:lnTo>
                <a:lnTo>
                  <a:pt x="6960" y="3234"/>
                </a:lnTo>
                <a:lnTo>
                  <a:pt x="6960" y="3237"/>
                </a:lnTo>
                <a:lnTo>
                  <a:pt x="6961" y="3237"/>
                </a:lnTo>
                <a:lnTo>
                  <a:pt x="6961" y="3238"/>
                </a:lnTo>
                <a:lnTo>
                  <a:pt x="6961" y="3240"/>
                </a:lnTo>
                <a:lnTo>
                  <a:pt x="6961" y="3242"/>
                </a:lnTo>
                <a:lnTo>
                  <a:pt x="6963" y="3242"/>
                </a:lnTo>
                <a:lnTo>
                  <a:pt x="6964" y="3242"/>
                </a:lnTo>
                <a:lnTo>
                  <a:pt x="6965" y="3244"/>
                </a:lnTo>
                <a:lnTo>
                  <a:pt x="6966" y="3244"/>
                </a:lnTo>
                <a:lnTo>
                  <a:pt x="6966" y="3243"/>
                </a:lnTo>
                <a:lnTo>
                  <a:pt x="6966" y="3242"/>
                </a:lnTo>
                <a:lnTo>
                  <a:pt x="6967" y="3242"/>
                </a:lnTo>
                <a:lnTo>
                  <a:pt x="6969" y="3241"/>
                </a:lnTo>
                <a:lnTo>
                  <a:pt x="6970" y="3241"/>
                </a:lnTo>
                <a:lnTo>
                  <a:pt x="6970" y="3242"/>
                </a:lnTo>
                <a:lnTo>
                  <a:pt x="6971" y="3242"/>
                </a:lnTo>
                <a:lnTo>
                  <a:pt x="6973" y="3241"/>
                </a:lnTo>
                <a:lnTo>
                  <a:pt x="6976" y="3241"/>
                </a:lnTo>
                <a:lnTo>
                  <a:pt x="6977" y="3242"/>
                </a:lnTo>
                <a:lnTo>
                  <a:pt x="6978" y="3241"/>
                </a:lnTo>
                <a:lnTo>
                  <a:pt x="6978" y="3240"/>
                </a:lnTo>
                <a:lnTo>
                  <a:pt x="6977" y="3240"/>
                </a:lnTo>
                <a:lnTo>
                  <a:pt x="6976" y="3240"/>
                </a:lnTo>
                <a:lnTo>
                  <a:pt x="6975" y="3238"/>
                </a:lnTo>
                <a:lnTo>
                  <a:pt x="6975" y="3236"/>
                </a:lnTo>
                <a:lnTo>
                  <a:pt x="6975" y="3234"/>
                </a:lnTo>
                <a:lnTo>
                  <a:pt x="6977" y="3232"/>
                </a:lnTo>
                <a:lnTo>
                  <a:pt x="6978" y="3233"/>
                </a:lnTo>
                <a:lnTo>
                  <a:pt x="6980" y="3233"/>
                </a:lnTo>
                <a:lnTo>
                  <a:pt x="6980" y="3232"/>
                </a:lnTo>
                <a:lnTo>
                  <a:pt x="6980" y="3231"/>
                </a:lnTo>
                <a:lnTo>
                  <a:pt x="6981" y="3231"/>
                </a:lnTo>
                <a:lnTo>
                  <a:pt x="6982" y="3231"/>
                </a:lnTo>
                <a:lnTo>
                  <a:pt x="6982" y="3230"/>
                </a:lnTo>
                <a:lnTo>
                  <a:pt x="6982" y="3229"/>
                </a:lnTo>
                <a:lnTo>
                  <a:pt x="6981" y="3228"/>
                </a:lnTo>
                <a:lnTo>
                  <a:pt x="6980" y="3228"/>
                </a:lnTo>
                <a:lnTo>
                  <a:pt x="6980" y="3227"/>
                </a:lnTo>
                <a:lnTo>
                  <a:pt x="6979" y="3227"/>
                </a:lnTo>
                <a:lnTo>
                  <a:pt x="6979" y="3226"/>
                </a:lnTo>
                <a:lnTo>
                  <a:pt x="6980" y="3226"/>
                </a:lnTo>
                <a:lnTo>
                  <a:pt x="6982" y="3225"/>
                </a:lnTo>
                <a:lnTo>
                  <a:pt x="6983" y="3225"/>
                </a:lnTo>
                <a:lnTo>
                  <a:pt x="6984" y="3225"/>
                </a:lnTo>
                <a:lnTo>
                  <a:pt x="6985" y="3224"/>
                </a:lnTo>
                <a:lnTo>
                  <a:pt x="6985" y="3225"/>
                </a:lnTo>
                <a:lnTo>
                  <a:pt x="6985" y="3226"/>
                </a:lnTo>
                <a:lnTo>
                  <a:pt x="6985" y="3227"/>
                </a:lnTo>
                <a:lnTo>
                  <a:pt x="6985" y="3228"/>
                </a:lnTo>
                <a:lnTo>
                  <a:pt x="6986" y="3228"/>
                </a:lnTo>
                <a:lnTo>
                  <a:pt x="6986" y="3227"/>
                </a:lnTo>
                <a:lnTo>
                  <a:pt x="6987" y="3227"/>
                </a:lnTo>
                <a:lnTo>
                  <a:pt x="6988" y="3227"/>
                </a:lnTo>
                <a:lnTo>
                  <a:pt x="6988" y="3226"/>
                </a:lnTo>
                <a:lnTo>
                  <a:pt x="6989" y="3226"/>
                </a:lnTo>
                <a:lnTo>
                  <a:pt x="6990" y="3226"/>
                </a:lnTo>
                <a:lnTo>
                  <a:pt x="6989" y="3227"/>
                </a:lnTo>
                <a:lnTo>
                  <a:pt x="6989" y="3228"/>
                </a:lnTo>
                <a:lnTo>
                  <a:pt x="6990" y="3228"/>
                </a:lnTo>
                <a:lnTo>
                  <a:pt x="6991" y="3228"/>
                </a:lnTo>
                <a:lnTo>
                  <a:pt x="6991" y="3227"/>
                </a:lnTo>
                <a:lnTo>
                  <a:pt x="6992" y="3228"/>
                </a:lnTo>
                <a:lnTo>
                  <a:pt x="6992" y="3229"/>
                </a:lnTo>
                <a:lnTo>
                  <a:pt x="6993" y="3229"/>
                </a:lnTo>
                <a:lnTo>
                  <a:pt x="6994" y="3229"/>
                </a:lnTo>
                <a:lnTo>
                  <a:pt x="6995" y="3230"/>
                </a:lnTo>
                <a:lnTo>
                  <a:pt x="6995" y="3231"/>
                </a:lnTo>
                <a:lnTo>
                  <a:pt x="6995" y="3232"/>
                </a:lnTo>
                <a:lnTo>
                  <a:pt x="6996" y="3232"/>
                </a:lnTo>
                <a:lnTo>
                  <a:pt x="6996" y="3231"/>
                </a:lnTo>
                <a:lnTo>
                  <a:pt x="6997" y="3231"/>
                </a:lnTo>
                <a:lnTo>
                  <a:pt x="6998" y="3231"/>
                </a:lnTo>
                <a:lnTo>
                  <a:pt x="6999" y="3231"/>
                </a:lnTo>
                <a:lnTo>
                  <a:pt x="7000" y="3230"/>
                </a:lnTo>
                <a:lnTo>
                  <a:pt x="7001" y="3230"/>
                </a:lnTo>
                <a:lnTo>
                  <a:pt x="7002" y="3230"/>
                </a:lnTo>
                <a:lnTo>
                  <a:pt x="7005" y="3230"/>
                </a:lnTo>
                <a:lnTo>
                  <a:pt x="7007" y="3229"/>
                </a:lnTo>
                <a:lnTo>
                  <a:pt x="7007" y="3227"/>
                </a:lnTo>
                <a:lnTo>
                  <a:pt x="7007" y="3224"/>
                </a:lnTo>
                <a:lnTo>
                  <a:pt x="7007" y="3223"/>
                </a:lnTo>
                <a:lnTo>
                  <a:pt x="7006" y="3223"/>
                </a:lnTo>
                <a:lnTo>
                  <a:pt x="7005" y="3223"/>
                </a:lnTo>
                <a:lnTo>
                  <a:pt x="7005" y="3222"/>
                </a:lnTo>
                <a:lnTo>
                  <a:pt x="7005" y="3221"/>
                </a:lnTo>
                <a:lnTo>
                  <a:pt x="7006" y="3221"/>
                </a:lnTo>
                <a:lnTo>
                  <a:pt x="7006" y="3220"/>
                </a:lnTo>
                <a:lnTo>
                  <a:pt x="7005" y="3216"/>
                </a:lnTo>
                <a:lnTo>
                  <a:pt x="7005" y="3215"/>
                </a:lnTo>
                <a:lnTo>
                  <a:pt x="7008" y="3215"/>
                </a:lnTo>
                <a:lnTo>
                  <a:pt x="7012" y="3215"/>
                </a:lnTo>
                <a:lnTo>
                  <a:pt x="7012" y="3216"/>
                </a:lnTo>
                <a:lnTo>
                  <a:pt x="7012" y="3220"/>
                </a:lnTo>
                <a:lnTo>
                  <a:pt x="7014" y="3220"/>
                </a:lnTo>
                <a:lnTo>
                  <a:pt x="7017" y="3219"/>
                </a:lnTo>
                <a:lnTo>
                  <a:pt x="7018" y="3218"/>
                </a:lnTo>
                <a:lnTo>
                  <a:pt x="7019" y="3216"/>
                </a:lnTo>
                <a:lnTo>
                  <a:pt x="7019" y="3217"/>
                </a:lnTo>
                <a:lnTo>
                  <a:pt x="7029" y="3222"/>
                </a:lnTo>
                <a:lnTo>
                  <a:pt x="7030" y="3224"/>
                </a:lnTo>
                <a:lnTo>
                  <a:pt x="7027" y="3226"/>
                </a:lnTo>
                <a:lnTo>
                  <a:pt x="7027" y="3227"/>
                </a:lnTo>
                <a:lnTo>
                  <a:pt x="7029" y="3226"/>
                </a:lnTo>
                <a:lnTo>
                  <a:pt x="7030" y="3226"/>
                </a:lnTo>
                <a:lnTo>
                  <a:pt x="7032" y="3225"/>
                </a:lnTo>
                <a:lnTo>
                  <a:pt x="7032" y="3226"/>
                </a:lnTo>
                <a:lnTo>
                  <a:pt x="7032" y="3227"/>
                </a:lnTo>
                <a:lnTo>
                  <a:pt x="7032" y="3228"/>
                </a:lnTo>
                <a:lnTo>
                  <a:pt x="7032" y="3229"/>
                </a:lnTo>
                <a:lnTo>
                  <a:pt x="7033" y="3229"/>
                </a:lnTo>
                <a:lnTo>
                  <a:pt x="7033" y="3230"/>
                </a:lnTo>
                <a:lnTo>
                  <a:pt x="7033" y="3231"/>
                </a:lnTo>
                <a:lnTo>
                  <a:pt x="7034" y="3231"/>
                </a:lnTo>
                <a:lnTo>
                  <a:pt x="7034" y="3232"/>
                </a:lnTo>
                <a:lnTo>
                  <a:pt x="7034" y="3233"/>
                </a:lnTo>
                <a:lnTo>
                  <a:pt x="7035" y="3233"/>
                </a:lnTo>
                <a:lnTo>
                  <a:pt x="7035" y="3234"/>
                </a:lnTo>
                <a:lnTo>
                  <a:pt x="7036" y="3235"/>
                </a:lnTo>
                <a:lnTo>
                  <a:pt x="7036" y="3236"/>
                </a:lnTo>
                <a:lnTo>
                  <a:pt x="7036" y="3237"/>
                </a:lnTo>
                <a:lnTo>
                  <a:pt x="7035" y="3237"/>
                </a:lnTo>
                <a:lnTo>
                  <a:pt x="7035" y="3238"/>
                </a:lnTo>
                <a:lnTo>
                  <a:pt x="7035" y="3239"/>
                </a:lnTo>
                <a:lnTo>
                  <a:pt x="7035" y="3240"/>
                </a:lnTo>
                <a:lnTo>
                  <a:pt x="7035" y="3241"/>
                </a:lnTo>
                <a:lnTo>
                  <a:pt x="7036" y="3242"/>
                </a:lnTo>
                <a:lnTo>
                  <a:pt x="7037" y="3243"/>
                </a:lnTo>
                <a:lnTo>
                  <a:pt x="7039" y="3245"/>
                </a:lnTo>
                <a:lnTo>
                  <a:pt x="7039" y="3246"/>
                </a:lnTo>
                <a:lnTo>
                  <a:pt x="7042" y="3251"/>
                </a:lnTo>
                <a:lnTo>
                  <a:pt x="7043" y="3251"/>
                </a:lnTo>
                <a:lnTo>
                  <a:pt x="7047" y="3251"/>
                </a:lnTo>
                <a:lnTo>
                  <a:pt x="7049" y="3252"/>
                </a:lnTo>
                <a:lnTo>
                  <a:pt x="7052" y="3254"/>
                </a:lnTo>
                <a:lnTo>
                  <a:pt x="7053" y="3255"/>
                </a:lnTo>
                <a:lnTo>
                  <a:pt x="7054" y="3255"/>
                </a:lnTo>
                <a:lnTo>
                  <a:pt x="7055" y="3256"/>
                </a:lnTo>
                <a:lnTo>
                  <a:pt x="7057" y="3257"/>
                </a:lnTo>
                <a:lnTo>
                  <a:pt x="7057" y="3258"/>
                </a:lnTo>
                <a:lnTo>
                  <a:pt x="7058" y="3263"/>
                </a:lnTo>
                <a:lnTo>
                  <a:pt x="7060" y="3269"/>
                </a:lnTo>
                <a:lnTo>
                  <a:pt x="7060" y="3270"/>
                </a:lnTo>
                <a:lnTo>
                  <a:pt x="7059" y="3270"/>
                </a:lnTo>
                <a:lnTo>
                  <a:pt x="7059" y="3271"/>
                </a:lnTo>
                <a:lnTo>
                  <a:pt x="7058" y="3273"/>
                </a:lnTo>
                <a:lnTo>
                  <a:pt x="7057" y="3273"/>
                </a:lnTo>
                <a:lnTo>
                  <a:pt x="7056" y="3273"/>
                </a:lnTo>
                <a:lnTo>
                  <a:pt x="7056" y="3274"/>
                </a:lnTo>
                <a:lnTo>
                  <a:pt x="7056" y="3275"/>
                </a:lnTo>
                <a:lnTo>
                  <a:pt x="7056" y="3277"/>
                </a:lnTo>
                <a:lnTo>
                  <a:pt x="7057" y="3278"/>
                </a:lnTo>
                <a:lnTo>
                  <a:pt x="7058" y="3278"/>
                </a:lnTo>
                <a:lnTo>
                  <a:pt x="7059" y="3277"/>
                </a:lnTo>
                <a:lnTo>
                  <a:pt x="7060" y="3278"/>
                </a:lnTo>
                <a:lnTo>
                  <a:pt x="7061" y="3279"/>
                </a:lnTo>
                <a:lnTo>
                  <a:pt x="7061" y="3280"/>
                </a:lnTo>
                <a:lnTo>
                  <a:pt x="7060" y="3282"/>
                </a:lnTo>
                <a:lnTo>
                  <a:pt x="7059" y="3283"/>
                </a:lnTo>
                <a:lnTo>
                  <a:pt x="7059" y="3285"/>
                </a:lnTo>
                <a:lnTo>
                  <a:pt x="7060" y="3285"/>
                </a:lnTo>
                <a:lnTo>
                  <a:pt x="7061" y="3284"/>
                </a:lnTo>
                <a:lnTo>
                  <a:pt x="7061" y="3283"/>
                </a:lnTo>
                <a:lnTo>
                  <a:pt x="7066" y="3284"/>
                </a:lnTo>
                <a:lnTo>
                  <a:pt x="7066" y="3283"/>
                </a:lnTo>
                <a:lnTo>
                  <a:pt x="7067" y="3282"/>
                </a:lnTo>
                <a:lnTo>
                  <a:pt x="7071" y="3282"/>
                </a:lnTo>
                <a:lnTo>
                  <a:pt x="7071" y="3284"/>
                </a:lnTo>
                <a:lnTo>
                  <a:pt x="7072" y="3285"/>
                </a:lnTo>
                <a:lnTo>
                  <a:pt x="7073" y="3285"/>
                </a:lnTo>
                <a:lnTo>
                  <a:pt x="7074" y="3284"/>
                </a:lnTo>
                <a:lnTo>
                  <a:pt x="7074" y="3283"/>
                </a:lnTo>
                <a:lnTo>
                  <a:pt x="7075" y="3282"/>
                </a:lnTo>
                <a:lnTo>
                  <a:pt x="7075" y="3281"/>
                </a:lnTo>
                <a:lnTo>
                  <a:pt x="7076" y="3280"/>
                </a:lnTo>
                <a:lnTo>
                  <a:pt x="7076" y="3279"/>
                </a:lnTo>
                <a:lnTo>
                  <a:pt x="7077" y="3279"/>
                </a:lnTo>
                <a:lnTo>
                  <a:pt x="7077" y="3278"/>
                </a:lnTo>
                <a:lnTo>
                  <a:pt x="7078" y="3278"/>
                </a:lnTo>
                <a:lnTo>
                  <a:pt x="7079" y="3278"/>
                </a:lnTo>
                <a:lnTo>
                  <a:pt x="7079" y="3279"/>
                </a:lnTo>
                <a:lnTo>
                  <a:pt x="7080" y="3280"/>
                </a:lnTo>
                <a:lnTo>
                  <a:pt x="7080" y="3281"/>
                </a:lnTo>
                <a:lnTo>
                  <a:pt x="7081" y="3281"/>
                </a:lnTo>
                <a:lnTo>
                  <a:pt x="7081" y="3282"/>
                </a:lnTo>
                <a:lnTo>
                  <a:pt x="7082" y="3282"/>
                </a:lnTo>
                <a:lnTo>
                  <a:pt x="7084" y="3281"/>
                </a:lnTo>
                <a:lnTo>
                  <a:pt x="7084" y="3280"/>
                </a:lnTo>
                <a:lnTo>
                  <a:pt x="7085" y="3279"/>
                </a:lnTo>
                <a:lnTo>
                  <a:pt x="7085" y="3278"/>
                </a:lnTo>
                <a:lnTo>
                  <a:pt x="7084" y="3278"/>
                </a:lnTo>
                <a:lnTo>
                  <a:pt x="7085" y="3278"/>
                </a:lnTo>
                <a:lnTo>
                  <a:pt x="7087" y="3277"/>
                </a:lnTo>
                <a:lnTo>
                  <a:pt x="7088" y="3278"/>
                </a:lnTo>
                <a:lnTo>
                  <a:pt x="7089" y="3277"/>
                </a:lnTo>
                <a:lnTo>
                  <a:pt x="7090" y="3277"/>
                </a:lnTo>
                <a:lnTo>
                  <a:pt x="7089" y="3275"/>
                </a:lnTo>
                <a:lnTo>
                  <a:pt x="7090" y="3275"/>
                </a:lnTo>
                <a:lnTo>
                  <a:pt x="7091" y="3275"/>
                </a:lnTo>
                <a:lnTo>
                  <a:pt x="7091" y="3276"/>
                </a:lnTo>
                <a:lnTo>
                  <a:pt x="7093" y="3277"/>
                </a:lnTo>
                <a:lnTo>
                  <a:pt x="7092" y="3278"/>
                </a:lnTo>
                <a:lnTo>
                  <a:pt x="7093" y="3279"/>
                </a:lnTo>
                <a:lnTo>
                  <a:pt x="7094" y="3279"/>
                </a:lnTo>
                <a:lnTo>
                  <a:pt x="7094" y="3280"/>
                </a:lnTo>
                <a:lnTo>
                  <a:pt x="7094" y="3281"/>
                </a:lnTo>
                <a:lnTo>
                  <a:pt x="7093" y="3281"/>
                </a:lnTo>
                <a:lnTo>
                  <a:pt x="7091" y="3282"/>
                </a:lnTo>
                <a:lnTo>
                  <a:pt x="7090" y="3282"/>
                </a:lnTo>
                <a:lnTo>
                  <a:pt x="7088" y="3283"/>
                </a:lnTo>
                <a:lnTo>
                  <a:pt x="7088" y="3284"/>
                </a:lnTo>
                <a:lnTo>
                  <a:pt x="7087" y="3285"/>
                </a:lnTo>
                <a:lnTo>
                  <a:pt x="7086" y="3286"/>
                </a:lnTo>
                <a:lnTo>
                  <a:pt x="7085" y="3287"/>
                </a:lnTo>
                <a:lnTo>
                  <a:pt x="7084" y="3287"/>
                </a:lnTo>
                <a:lnTo>
                  <a:pt x="7083" y="3286"/>
                </a:lnTo>
                <a:lnTo>
                  <a:pt x="7082" y="3286"/>
                </a:lnTo>
                <a:lnTo>
                  <a:pt x="7080" y="3286"/>
                </a:lnTo>
                <a:lnTo>
                  <a:pt x="7079" y="3286"/>
                </a:lnTo>
                <a:lnTo>
                  <a:pt x="7078" y="3286"/>
                </a:lnTo>
                <a:lnTo>
                  <a:pt x="7077" y="3286"/>
                </a:lnTo>
                <a:lnTo>
                  <a:pt x="7077" y="3287"/>
                </a:lnTo>
                <a:lnTo>
                  <a:pt x="7076" y="3288"/>
                </a:lnTo>
                <a:lnTo>
                  <a:pt x="7076" y="3289"/>
                </a:lnTo>
                <a:lnTo>
                  <a:pt x="7078" y="3290"/>
                </a:lnTo>
                <a:lnTo>
                  <a:pt x="7080" y="3291"/>
                </a:lnTo>
                <a:lnTo>
                  <a:pt x="7080" y="3292"/>
                </a:lnTo>
                <a:lnTo>
                  <a:pt x="7082" y="3293"/>
                </a:lnTo>
                <a:lnTo>
                  <a:pt x="7082" y="3294"/>
                </a:lnTo>
                <a:lnTo>
                  <a:pt x="7084" y="3294"/>
                </a:lnTo>
                <a:lnTo>
                  <a:pt x="7084" y="3295"/>
                </a:lnTo>
                <a:lnTo>
                  <a:pt x="7087" y="3296"/>
                </a:lnTo>
                <a:lnTo>
                  <a:pt x="7090" y="3299"/>
                </a:lnTo>
                <a:lnTo>
                  <a:pt x="7092" y="3300"/>
                </a:lnTo>
                <a:lnTo>
                  <a:pt x="7093" y="3301"/>
                </a:lnTo>
                <a:lnTo>
                  <a:pt x="7093" y="3302"/>
                </a:lnTo>
                <a:lnTo>
                  <a:pt x="7092" y="3302"/>
                </a:lnTo>
                <a:lnTo>
                  <a:pt x="7084" y="3296"/>
                </a:lnTo>
                <a:lnTo>
                  <a:pt x="7079" y="3293"/>
                </a:lnTo>
                <a:lnTo>
                  <a:pt x="7083" y="3296"/>
                </a:lnTo>
                <a:lnTo>
                  <a:pt x="7088" y="3301"/>
                </a:lnTo>
                <a:lnTo>
                  <a:pt x="7091" y="3306"/>
                </a:lnTo>
                <a:lnTo>
                  <a:pt x="7090" y="3306"/>
                </a:lnTo>
                <a:lnTo>
                  <a:pt x="7089" y="3305"/>
                </a:lnTo>
                <a:lnTo>
                  <a:pt x="7087" y="3301"/>
                </a:lnTo>
                <a:lnTo>
                  <a:pt x="7086" y="3300"/>
                </a:lnTo>
                <a:lnTo>
                  <a:pt x="7084" y="3299"/>
                </a:lnTo>
                <a:lnTo>
                  <a:pt x="7080" y="3297"/>
                </a:lnTo>
                <a:lnTo>
                  <a:pt x="7077" y="3296"/>
                </a:lnTo>
                <a:lnTo>
                  <a:pt x="7077" y="3295"/>
                </a:lnTo>
                <a:lnTo>
                  <a:pt x="7076" y="3295"/>
                </a:lnTo>
                <a:lnTo>
                  <a:pt x="7074" y="3296"/>
                </a:lnTo>
                <a:lnTo>
                  <a:pt x="7073" y="3296"/>
                </a:lnTo>
                <a:lnTo>
                  <a:pt x="7072" y="3296"/>
                </a:lnTo>
                <a:lnTo>
                  <a:pt x="7070" y="3297"/>
                </a:lnTo>
                <a:lnTo>
                  <a:pt x="7068" y="3297"/>
                </a:lnTo>
                <a:lnTo>
                  <a:pt x="7068" y="3296"/>
                </a:lnTo>
                <a:lnTo>
                  <a:pt x="7067" y="3296"/>
                </a:lnTo>
                <a:lnTo>
                  <a:pt x="7066" y="3297"/>
                </a:lnTo>
                <a:lnTo>
                  <a:pt x="7065" y="3298"/>
                </a:lnTo>
                <a:lnTo>
                  <a:pt x="7065" y="3299"/>
                </a:lnTo>
                <a:lnTo>
                  <a:pt x="7063" y="3299"/>
                </a:lnTo>
                <a:lnTo>
                  <a:pt x="7061" y="3298"/>
                </a:lnTo>
                <a:lnTo>
                  <a:pt x="7058" y="3296"/>
                </a:lnTo>
                <a:lnTo>
                  <a:pt x="7057" y="3296"/>
                </a:lnTo>
                <a:lnTo>
                  <a:pt x="7056" y="3296"/>
                </a:lnTo>
                <a:lnTo>
                  <a:pt x="7055" y="3297"/>
                </a:lnTo>
                <a:lnTo>
                  <a:pt x="7053" y="3297"/>
                </a:lnTo>
                <a:lnTo>
                  <a:pt x="7052" y="3298"/>
                </a:lnTo>
                <a:lnTo>
                  <a:pt x="7053" y="3298"/>
                </a:lnTo>
                <a:lnTo>
                  <a:pt x="7053" y="3300"/>
                </a:lnTo>
                <a:lnTo>
                  <a:pt x="7054" y="3301"/>
                </a:lnTo>
                <a:lnTo>
                  <a:pt x="7054" y="3302"/>
                </a:lnTo>
                <a:lnTo>
                  <a:pt x="7055" y="3303"/>
                </a:lnTo>
                <a:lnTo>
                  <a:pt x="7054" y="3303"/>
                </a:lnTo>
                <a:lnTo>
                  <a:pt x="7054" y="3304"/>
                </a:lnTo>
                <a:lnTo>
                  <a:pt x="7055" y="3305"/>
                </a:lnTo>
                <a:lnTo>
                  <a:pt x="7054" y="3308"/>
                </a:lnTo>
                <a:lnTo>
                  <a:pt x="7053" y="3308"/>
                </a:lnTo>
                <a:lnTo>
                  <a:pt x="7053" y="3309"/>
                </a:lnTo>
                <a:lnTo>
                  <a:pt x="7053" y="3310"/>
                </a:lnTo>
                <a:lnTo>
                  <a:pt x="7052" y="3312"/>
                </a:lnTo>
                <a:lnTo>
                  <a:pt x="7051" y="3312"/>
                </a:lnTo>
                <a:lnTo>
                  <a:pt x="7051" y="3313"/>
                </a:lnTo>
                <a:lnTo>
                  <a:pt x="7050" y="3313"/>
                </a:lnTo>
                <a:lnTo>
                  <a:pt x="7050" y="3314"/>
                </a:lnTo>
                <a:lnTo>
                  <a:pt x="7048" y="3317"/>
                </a:lnTo>
                <a:lnTo>
                  <a:pt x="7047" y="3318"/>
                </a:lnTo>
                <a:lnTo>
                  <a:pt x="7046" y="3320"/>
                </a:lnTo>
                <a:lnTo>
                  <a:pt x="7046" y="3321"/>
                </a:lnTo>
                <a:lnTo>
                  <a:pt x="7045" y="3321"/>
                </a:lnTo>
                <a:lnTo>
                  <a:pt x="7045" y="3325"/>
                </a:lnTo>
                <a:lnTo>
                  <a:pt x="7044" y="3325"/>
                </a:lnTo>
                <a:lnTo>
                  <a:pt x="7045" y="3325"/>
                </a:lnTo>
                <a:lnTo>
                  <a:pt x="7045" y="3326"/>
                </a:lnTo>
                <a:lnTo>
                  <a:pt x="7044" y="3326"/>
                </a:lnTo>
                <a:lnTo>
                  <a:pt x="7044" y="3328"/>
                </a:lnTo>
                <a:lnTo>
                  <a:pt x="7044" y="3329"/>
                </a:lnTo>
                <a:lnTo>
                  <a:pt x="7043" y="3334"/>
                </a:lnTo>
                <a:lnTo>
                  <a:pt x="7042" y="3334"/>
                </a:lnTo>
                <a:lnTo>
                  <a:pt x="7042" y="3335"/>
                </a:lnTo>
                <a:lnTo>
                  <a:pt x="7042" y="3337"/>
                </a:lnTo>
                <a:lnTo>
                  <a:pt x="7041" y="3338"/>
                </a:lnTo>
                <a:lnTo>
                  <a:pt x="7041" y="3339"/>
                </a:lnTo>
                <a:lnTo>
                  <a:pt x="7040" y="3340"/>
                </a:lnTo>
                <a:lnTo>
                  <a:pt x="7039" y="3340"/>
                </a:lnTo>
                <a:lnTo>
                  <a:pt x="7039" y="3341"/>
                </a:lnTo>
                <a:lnTo>
                  <a:pt x="7038" y="3341"/>
                </a:lnTo>
                <a:lnTo>
                  <a:pt x="7036" y="3341"/>
                </a:lnTo>
                <a:lnTo>
                  <a:pt x="7037" y="3342"/>
                </a:lnTo>
                <a:lnTo>
                  <a:pt x="7038" y="3341"/>
                </a:lnTo>
                <a:lnTo>
                  <a:pt x="7039" y="3341"/>
                </a:lnTo>
                <a:lnTo>
                  <a:pt x="7039" y="3342"/>
                </a:lnTo>
                <a:lnTo>
                  <a:pt x="7040" y="3343"/>
                </a:lnTo>
                <a:lnTo>
                  <a:pt x="7040" y="3344"/>
                </a:lnTo>
                <a:lnTo>
                  <a:pt x="7042" y="3347"/>
                </a:lnTo>
                <a:lnTo>
                  <a:pt x="7043" y="3349"/>
                </a:lnTo>
                <a:lnTo>
                  <a:pt x="7044" y="3349"/>
                </a:lnTo>
                <a:lnTo>
                  <a:pt x="7044" y="3350"/>
                </a:lnTo>
                <a:lnTo>
                  <a:pt x="7044" y="3355"/>
                </a:lnTo>
                <a:lnTo>
                  <a:pt x="7044" y="3356"/>
                </a:lnTo>
                <a:lnTo>
                  <a:pt x="7044" y="3358"/>
                </a:lnTo>
                <a:lnTo>
                  <a:pt x="7043" y="3359"/>
                </a:lnTo>
                <a:lnTo>
                  <a:pt x="7043" y="3360"/>
                </a:lnTo>
                <a:lnTo>
                  <a:pt x="7043" y="3362"/>
                </a:lnTo>
                <a:lnTo>
                  <a:pt x="7044" y="3364"/>
                </a:lnTo>
                <a:lnTo>
                  <a:pt x="7046" y="3368"/>
                </a:lnTo>
                <a:lnTo>
                  <a:pt x="7045" y="3370"/>
                </a:lnTo>
                <a:lnTo>
                  <a:pt x="7047" y="3371"/>
                </a:lnTo>
                <a:lnTo>
                  <a:pt x="7048" y="3371"/>
                </a:lnTo>
                <a:lnTo>
                  <a:pt x="7049" y="3375"/>
                </a:lnTo>
                <a:lnTo>
                  <a:pt x="7048" y="3375"/>
                </a:lnTo>
                <a:lnTo>
                  <a:pt x="7047" y="3375"/>
                </a:lnTo>
                <a:lnTo>
                  <a:pt x="7045" y="3376"/>
                </a:lnTo>
                <a:lnTo>
                  <a:pt x="7044" y="3375"/>
                </a:lnTo>
                <a:lnTo>
                  <a:pt x="7042" y="3374"/>
                </a:lnTo>
                <a:lnTo>
                  <a:pt x="7041" y="3373"/>
                </a:lnTo>
                <a:lnTo>
                  <a:pt x="7040" y="3373"/>
                </a:lnTo>
                <a:lnTo>
                  <a:pt x="7040" y="3374"/>
                </a:lnTo>
                <a:lnTo>
                  <a:pt x="7040" y="3376"/>
                </a:lnTo>
                <a:lnTo>
                  <a:pt x="7040" y="3375"/>
                </a:lnTo>
                <a:lnTo>
                  <a:pt x="7041" y="3375"/>
                </a:lnTo>
                <a:lnTo>
                  <a:pt x="7042" y="3375"/>
                </a:lnTo>
                <a:lnTo>
                  <a:pt x="7042" y="3378"/>
                </a:lnTo>
                <a:lnTo>
                  <a:pt x="7040" y="3379"/>
                </a:lnTo>
                <a:lnTo>
                  <a:pt x="7039" y="3379"/>
                </a:lnTo>
                <a:lnTo>
                  <a:pt x="7040" y="3380"/>
                </a:lnTo>
                <a:lnTo>
                  <a:pt x="7040" y="3382"/>
                </a:lnTo>
                <a:lnTo>
                  <a:pt x="7039" y="3382"/>
                </a:lnTo>
                <a:lnTo>
                  <a:pt x="7040" y="3383"/>
                </a:lnTo>
                <a:lnTo>
                  <a:pt x="7040" y="3382"/>
                </a:lnTo>
                <a:lnTo>
                  <a:pt x="7041" y="3382"/>
                </a:lnTo>
                <a:lnTo>
                  <a:pt x="7041" y="3381"/>
                </a:lnTo>
                <a:lnTo>
                  <a:pt x="7042" y="3380"/>
                </a:lnTo>
                <a:lnTo>
                  <a:pt x="7043" y="3379"/>
                </a:lnTo>
                <a:lnTo>
                  <a:pt x="7045" y="3378"/>
                </a:lnTo>
                <a:lnTo>
                  <a:pt x="7046" y="3378"/>
                </a:lnTo>
                <a:lnTo>
                  <a:pt x="7047" y="3379"/>
                </a:lnTo>
                <a:lnTo>
                  <a:pt x="7048" y="3378"/>
                </a:lnTo>
                <a:lnTo>
                  <a:pt x="7050" y="3378"/>
                </a:lnTo>
                <a:lnTo>
                  <a:pt x="7051" y="3379"/>
                </a:lnTo>
                <a:lnTo>
                  <a:pt x="7052" y="3381"/>
                </a:lnTo>
                <a:lnTo>
                  <a:pt x="7052" y="3382"/>
                </a:lnTo>
                <a:lnTo>
                  <a:pt x="7053" y="3384"/>
                </a:lnTo>
                <a:lnTo>
                  <a:pt x="7054" y="3385"/>
                </a:lnTo>
                <a:lnTo>
                  <a:pt x="7055" y="3385"/>
                </a:lnTo>
                <a:lnTo>
                  <a:pt x="7055" y="3386"/>
                </a:lnTo>
                <a:lnTo>
                  <a:pt x="7056" y="3387"/>
                </a:lnTo>
                <a:lnTo>
                  <a:pt x="7056" y="3390"/>
                </a:lnTo>
                <a:lnTo>
                  <a:pt x="7055" y="3390"/>
                </a:lnTo>
                <a:lnTo>
                  <a:pt x="7055" y="3391"/>
                </a:lnTo>
                <a:lnTo>
                  <a:pt x="7056" y="3391"/>
                </a:lnTo>
                <a:lnTo>
                  <a:pt x="7057" y="3391"/>
                </a:lnTo>
                <a:lnTo>
                  <a:pt x="7058" y="3391"/>
                </a:lnTo>
                <a:lnTo>
                  <a:pt x="7059" y="3390"/>
                </a:lnTo>
                <a:lnTo>
                  <a:pt x="7060" y="3391"/>
                </a:lnTo>
                <a:lnTo>
                  <a:pt x="7061" y="3392"/>
                </a:lnTo>
                <a:lnTo>
                  <a:pt x="7066" y="3391"/>
                </a:lnTo>
                <a:lnTo>
                  <a:pt x="7068" y="3392"/>
                </a:lnTo>
                <a:lnTo>
                  <a:pt x="7068" y="3393"/>
                </a:lnTo>
                <a:lnTo>
                  <a:pt x="7068" y="3395"/>
                </a:lnTo>
                <a:lnTo>
                  <a:pt x="7069" y="3395"/>
                </a:lnTo>
                <a:lnTo>
                  <a:pt x="7070" y="3395"/>
                </a:lnTo>
                <a:lnTo>
                  <a:pt x="7071" y="3396"/>
                </a:lnTo>
                <a:lnTo>
                  <a:pt x="7071" y="3397"/>
                </a:lnTo>
                <a:lnTo>
                  <a:pt x="7072" y="3397"/>
                </a:lnTo>
                <a:lnTo>
                  <a:pt x="7073" y="3397"/>
                </a:lnTo>
                <a:lnTo>
                  <a:pt x="7073" y="3398"/>
                </a:lnTo>
                <a:lnTo>
                  <a:pt x="7075" y="3398"/>
                </a:lnTo>
                <a:lnTo>
                  <a:pt x="7078" y="3401"/>
                </a:lnTo>
                <a:lnTo>
                  <a:pt x="7079" y="3401"/>
                </a:lnTo>
                <a:lnTo>
                  <a:pt x="7079" y="3402"/>
                </a:lnTo>
                <a:lnTo>
                  <a:pt x="7080" y="3401"/>
                </a:lnTo>
                <a:lnTo>
                  <a:pt x="7082" y="3399"/>
                </a:lnTo>
                <a:lnTo>
                  <a:pt x="7082" y="3400"/>
                </a:lnTo>
                <a:lnTo>
                  <a:pt x="7083" y="3401"/>
                </a:lnTo>
                <a:lnTo>
                  <a:pt x="7084" y="3402"/>
                </a:lnTo>
                <a:lnTo>
                  <a:pt x="7084" y="3398"/>
                </a:lnTo>
                <a:lnTo>
                  <a:pt x="7084" y="3397"/>
                </a:lnTo>
                <a:lnTo>
                  <a:pt x="7084" y="3396"/>
                </a:lnTo>
                <a:lnTo>
                  <a:pt x="7086" y="3397"/>
                </a:lnTo>
                <a:lnTo>
                  <a:pt x="7087" y="3397"/>
                </a:lnTo>
                <a:lnTo>
                  <a:pt x="7088" y="3397"/>
                </a:lnTo>
                <a:lnTo>
                  <a:pt x="7092" y="3397"/>
                </a:lnTo>
                <a:lnTo>
                  <a:pt x="7093" y="3404"/>
                </a:lnTo>
                <a:lnTo>
                  <a:pt x="7096" y="3403"/>
                </a:lnTo>
                <a:lnTo>
                  <a:pt x="7096" y="3402"/>
                </a:lnTo>
                <a:lnTo>
                  <a:pt x="7095" y="3400"/>
                </a:lnTo>
                <a:lnTo>
                  <a:pt x="7095" y="3398"/>
                </a:lnTo>
                <a:lnTo>
                  <a:pt x="7096" y="3397"/>
                </a:lnTo>
                <a:lnTo>
                  <a:pt x="7099" y="3397"/>
                </a:lnTo>
                <a:lnTo>
                  <a:pt x="7102" y="3400"/>
                </a:lnTo>
                <a:lnTo>
                  <a:pt x="7104" y="3400"/>
                </a:lnTo>
                <a:lnTo>
                  <a:pt x="7107" y="3398"/>
                </a:lnTo>
                <a:lnTo>
                  <a:pt x="7108" y="3399"/>
                </a:lnTo>
                <a:lnTo>
                  <a:pt x="7109" y="3401"/>
                </a:lnTo>
                <a:lnTo>
                  <a:pt x="7109" y="3403"/>
                </a:lnTo>
                <a:lnTo>
                  <a:pt x="7109" y="3407"/>
                </a:lnTo>
                <a:lnTo>
                  <a:pt x="7111" y="3408"/>
                </a:lnTo>
                <a:lnTo>
                  <a:pt x="7111" y="3410"/>
                </a:lnTo>
                <a:lnTo>
                  <a:pt x="7107" y="3423"/>
                </a:lnTo>
                <a:lnTo>
                  <a:pt x="7108" y="3423"/>
                </a:lnTo>
                <a:lnTo>
                  <a:pt x="7108" y="3422"/>
                </a:lnTo>
                <a:lnTo>
                  <a:pt x="7109" y="3422"/>
                </a:lnTo>
                <a:lnTo>
                  <a:pt x="7110" y="3421"/>
                </a:lnTo>
                <a:lnTo>
                  <a:pt x="7111" y="3421"/>
                </a:lnTo>
                <a:lnTo>
                  <a:pt x="7112" y="3422"/>
                </a:lnTo>
                <a:lnTo>
                  <a:pt x="7112" y="3421"/>
                </a:lnTo>
                <a:lnTo>
                  <a:pt x="7113" y="3421"/>
                </a:lnTo>
                <a:lnTo>
                  <a:pt x="7113" y="3420"/>
                </a:lnTo>
                <a:lnTo>
                  <a:pt x="7114" y="3419"/>
                </a:lnTo>
                <a:lnTo>
                  <a:pt x="7115" y="3419"/>
                </a:lnTo>
                <a:lnTo>
                  <a:pt x="7116" y="3419"/>
                </a:lnTo>
                <a:lnTo>
                  <a:pt x="7117" y="3420"/>
                </a:lnTo>
                <a:lnTo>
                  <a:pt x="7117" y="3421"/>
                </a:lnTo>
                <a:lnTo>
                  <a:pt x="7118" y="3423"/>
                </a:lnTo>
                <a:lnTo>
                  <a:pt x="7119" y="3426"/>
                </a:lnTo>
                <a:lnTo>
                  <a:pt x="7120" y="3426"/>
                </a:lnTo>
                <a:lnTo>
                  <a:pt x="7120" y="3425"/>
                </a:lnTo>
                <a:lnTo>
                  <a:pt x="7120" y="3424"/>
                </a:lnTo>
                <a:lnTo>
                  <a:pt x="7121" y="3424"/>
                </a:lnTo>
                <a:lnTo>
                  <a:pt x="7121" y="3423"/>
                </a:lnTo>
                <a:lnTo>
                  <a:pt x="7121" y="3422"/>
                </a:lnTo>
                <a:lnTo>
                  <a:pt x="7120" y="3422"/>
                </a:lnTo>
                <a:lnTo>
                  <a:pt x="7120" y="3420"/>
                </a:lnTo>
                <a:lnTo>
                  <a:pt x="7121" y="3419"/>
                </a:lnTo>
                <a:lnTo>
                  <a:pt x="7122" y="3419"/>
                </a:lnTo>
                <a:lnTo>
                  <a:pt x="7123" y="3418"/>
                </a:lnTo>
                <a:lnTo>
                  <a:pt x="7124" y="3418"/>
                </a:lnTo>
                <a:lnTo>
                  <a:pt x="7124" y="3417"/>
                </a:lnTo>
                <a:lnTo>
                  <a:pt x="7124" y="3416"/>
                </a:lnTo>
                <a:lnTo>
                  <a:pt x="7125" y="3415"/>
                </a:lnTo>
                <a:lnTo>
                  <a:pt x="7126" y="3415"/>
                </a:lnTo>
                <a:lnTo>
                  <a:pt x="7126" y="3414"/>
                </a:lnTo>
                <a:lnTo>
                  <a:pt x="7127" y="3414"/>
                </a:lnTo>
                <a:lnTo>
                  <a:pt x="7129" y="3413"/>
                </a:lnTo>
                <a:lnTo>
                  <a:pt x="7134" y="3413"/>
                </a:lnTo>
                <a:lnTo>
                  <a:pt x="7139" y="3413"/>
                </a:lnTo>
                <a:lnTo>
                  <a:pt x="7140" y="3413"/>
                </a:lnTo>
                <a:lnTo>
                  <a:pt x="7140" y="3415"/>
                </a:lnTo>
                <a:lnTo>
                  <a:pt x="7140" y="3416"/>
                </a:lnTo>
                <a:lnTo>
                  <a:pt x="7141" y="3416"/>
                </a:lnTo>
                <a:lnTo>
                  <a:pt x="7141" y="3417"/>
                </a:lnTo>
                <a:lnTo>
                  <a:pt x="7142" y="3418"/>
                </a:lnTo>
                <a:lnTo>
                  <a:pt x="7143" y="3418"/>
                </a:lnTo>
                <a:lnTo>
                  <a:pt x="7143" y="3417"/>
                </a:lnTo>
                <a:lnTo>
                  <a:pt x="7143" y="3416"/>
                </a:lnTo>
                <a:lnTo>
                  <a:pt x="7144" y="3416"/>
                </a:lnTo>
                <a:lnTo>
                  <a:pt x="7144" y="3415"/>
                </a:lnTo>
                <a:lnTo>
                  <a:pt x="7144" y="3412"/>
                </a:lnTo>
                <a:lnTo>
                  <a:pt x="7145" y="3412"/>
                </a:lnTo>
                <a:lnTo>
                  <a:pt x="7145" y="3410"/>
                </a:lnTo>
                <a:lnTo>
                  <a:pt x="7153" y="3409"/>
                </a:lnTo>
                <a:lnTo>
                  <a:pt x="7154" y="3412"/>
                </a:lnTo>
                <a:lnTo>
                  <a:pt x="7154" y="3413"/>
                </a:lnTo>
                <a:lnTo>
                  <a:pt x="7154" y="3415"/>
                </a:lnTo>
                <a:lnTo>
                  <a:pt x="7154" y="3417"/>
                </a:lnTo>
                <a:lnTo>
                  <a:pt x="7154" y="3418"/>
                </a:lnTo>
                <a:lnTo>
                  <a:pt x="7154" y="3419"/>
                </a:lnTo>
                <a:lnTo>
                  <a:pt x="7154" y="3420"/>
                </a:lnTo>
                <a:lnTo>
                  <a:pt x="7154" y="3421"/>
                </a:lnTo>
                <a:lnTo>
                  <a:pt x="7154" y="3422"/>
                </a:lnTo>
                <a:lnTo>
                  <a:pt x="7154" y="3423"/>
                </a:lnTo>
                <a:lnTo>
                  <a:pt x="7155" y="3424"/>
                </a:lnTo>
                <a:lnTo>
                  <a:pt x="7156" y="3424"/>
                </a:lnTo>
                <a:lnTo>
                  <a:pt x="7157" y="3424"/>
                </a:lnTo>
                <a:lnTo>
                  <a:pt x="7157" y="3423"/>
                </a:lnTo>
                <a:lnTo>
                  <a:pt x="7157" y="3422"/>
                </a:lnTo>
                <a:lnTo>
                  <a:pt x="7156" y="3422"/>
                </a:lnTo>
                <a:lnTo>
                  <a:pt x="7156" y="3421"/>
                </a:lnTo>
                <a:lnTo>
                  <a:pt x="7156" y="3420"/>
                </a:lnTo>
                <a:lnTo>
                  <a:pt x="7156" y="3419"/>
                </a:lnTo>
                <a:lnTo>
                  <a:pt x="7156" y="3418"/>
                </a:lnTo>
                <a:lnTo>
                  <a:pt x="7156" y="3417"/>
                </a:lnTo>
                <a:lnTo>
                  <a:pt x="7157" y="3417"/>
                </a:lnTo>
                <a:lnTo>
                  <a:pt x="7157" y="3416"/>
                </a:lnTo>
                <a:lnTo>
                  <a:pt x="7158" y="3415"/>
                </a:lnTo>
                <a:lnTo>
                  <a:pt x="7158" y="3414"/>
                </a:lnTo>
                <a:lnTo>
                  <a:pt x="7159" y="3414"/>
                </a:lnTo>
                <a:lnTo>
                  <a:pt x="7158" y="3413"/>
                </a:lnTo>
                <a:lnTo>
                  <a:pt x="7158" y="3412"/>
                </a:lnTo>
                <a:lnTo>
                  <a:pt x="7159" y="3412"/>
                </a:lnTo>
                <a:lnTo>
                  <a:pt x="7159" y="3411"/>
                </a:lnTo>
                <a:lnTo>
                  <a:pt x="7160" y="3411"/>
                </a:lnTo>
                <a:lnTo>
                  <a:pt x="7160" y="3410"/>
                </a:lnTo>
                <a:lnTo>
                  <a:pt x="7161" y="3410"/>
                </a:lnTo>
                <a:lnTo>
                  <a:pt x="7160" y="3410"/>
                </a:lnTo>
                <a:lnTo>
                  <a:pt x="7159" y="3408"/>
                </a:lnTo>
                <a:lnTo>
                  <a:pt x="7162" y="3406"/>
                </a:lnTo>
                <a:lnTo>
                  <a:pt x="7164" y="3405"/>
                </a:lnTo>
                <a:lnTo>
                  <a:pt x="7164" y="3404"/>
                </a:lnTo>
                <a:lnTo>
                  <a:pt x="7165" y="3406"/>
                </a:lnTo>
                <a:lnTo>
                  <a:pt x="7172" y="3403"/>
                </a:lnTo>
                <a:lnTo>
                  <a:pt x="7172" y="3405"/>
                </a:lnTo>
                <a:lnTo>
                  <a:pt x="7173" y="3407"/>
                </a:lnTo>
                <a:lnTo>
                  <a:pt x="7173" y="3408"/>
                </a:lnTo>
                <a:lnTo>
                  <a:pt x="7178" y="3406"/>
                </a:lnTo>
                <a:lnTo>
                  <a:pt x="7177" y="3404"/>
                </a:lnTo>
                <a:lnTo>
                  <a:pt x="7177" y="3403"/>
                </a:lnTo>
                <a:lnTo>
                  <a:pt x="7180" y="3402"/>
                </a:lnTo>
                <a:lnTo>
                  <a:pt x="7180" y="3404"/>
                </a:lnTo>
                <a:lnTo>
                  <a:pt x="7181" y="3406"/>
                </a:lnTo>
                <a:lnTo>
                  <a:pt x="7182" y="3405"/>
                </a:lnTo>
                <a:lnTo>
                  <a:pt x="7183" y="3405"/>
                </a:lnTo>
                <a:lnTo>
                  <a:pt x="7185" y="3404"/>
                </a:lnTo>
                <a:lnTo>
                  <a:pt x="7184" y="3401"/>
                </a:lnTo>
                <a:lnTo>
                  <a:pt x="7185" y="3400"/>
                </a:lnTo>
                <a:lnTo>
                  <a:pt x="7185" y="3399"/>
                </a:lnTo>
                <a:lnTo>
                  <a:pt x="7188" y="3397"/>
                </a:lnTo>
                <a:lnTo>
                  <a:pt x="7188" y="3396"/>
                </a:lnTo>
                <a:lnTo>
                  <a:pt x="7188" y="3395"/>
                </a:lnTo>
                <a:lnTo>
                  <a:pt x="7188" y="3394"/>
                </a:lnTo>
                <a:lnTo>
                  <a:pt x="7189" y="3392"/>
                </a:lnTo>
                <a:lnTo>
                  <a:pt x="7192" y="3390"/>
                </a:lnTo>
                <a:lnTo>
                  <a:pt x="7193" y="3390"/>
                </a:lnTo>
                <a:lnTo>
                  <a:pt x="7193" y="3389"/>
                </a:lnTo>
                <a:lnTo>
                  <a:pt x="7194" y="3389"/>
                </a:lnTo>
                <a:lnTo>
                  <a:pt x="7196" y="3386"/>
                </a:lnTo>
                <a:lnTo>
                  <a:pt x="7197" y="3386"/>
                </a:lnTo>
                <a:lnTo>
                  <a:pt x="7197" y="3385"/>
                </a:lnTo>
                <a:lnTo>
                  <a:pt x="7195" y="3384"/>
                </a:lnTo>
                <a:lnTo>
                  <a:pt x="7194" y="3384"/>
                </a:lnTo>
                <a:lnTo>
                  <a:pt x="7195" y="3384"/>
                </a:lnTo>
                <a:lnTo>
                  <a:pt x="7197" y="3384"/>
                </a:lnTo>
                <a:lnTo>
                  <a:pt x="7198" y="3382"/>
                </a:lnTo>
                <a:lnTo>
                  <a:pt x="7199" y="3382"/>
                </a:lnTo>
                <a:lnTo>
                  <a:pt x="7199" y="3381"/>
                </a:lnTo>
                <a:lnTo>
                  <a:pt x="7201" y="3380"/>
                </a:lnTo>
                <a:lnTo>
                  <a:pt x="7201" y="3379"/>
                </a:lnTo>
                <a:lnTo>
                  <a:pt x="7201" y="3378"/>
                </a:lnTo>
                <a:lnTo>
                  <a:pt x="7202" y="3378"/>
                </a:lnTo>
                <a:lnTo>
                  <a:pt x="7203" y="3376"/>
                </a:lnTo>
                <a:lnTo>
                  <a:pt x="7203" y="3374"/>
                </a:lnTo>
                <a:lnTo>
                  <a:pt x="7201" y="3374"/>
                </a:lnTo>
                <a:lnTo>
                  <a:pt x="7201" y="3373"/>
                </a:lnTo>
                <a:lnTo>
                  <a:pt x="7204" y="3373"/>
                </a:lnTo>
                <a:lnTo>
                  <a:pt x="7204" y="3372"/>
                </a:lnTo>
                <a:lnTo>
                  <a:pt x="7204" y="3371"/>
                </a:lnTo>
                <a:lnTo>
                  <a:pt x="7204" y="3369"/>
                </a:lnTo>
                <a:lnTo>
                  <a:pt x="7202" y="3369"/>
                </a:lnTo>
                <a:lnTo>
                  <a:pt x="7201" y="3368"/>
                </a:lnTo>
                <a:lnTo>
                  <a:pt x="7201" y="3367"/>
                </a:lnTo>
                <a:lnTo>
                  <a:pt x="7201" y="3366"/>
                </a:lnTo>
                <a:lnTo>
                  <a:pt x="7201" y="3365"/>
                </a:lnTo>
                <a:lnTo>
                  <a:pt x="7202" y="3365"/>
                </a:lnTo>
                <a:lnTo>
                  <a:pt x="7202" y="3366"/>
                </a:lnTo>
                <a:lnTo>
                  <a:pt x="7203" y="3366"/>
                </a:lnTo>
                <a:lnTo>
                  <a:pt x="7204" y="3366"/>
                </a:lnTo>
                <a:lnTo>
                  <a:pt x="7204" y="3365"/>
                </a:lnTo>
                <a:lnTo>
                  <a:pt x="7203" y="3365"/>
                </a:lnTo>
                <a:lnTo>
                  <a:pt x="7204" y="3365"/>
                </a:lnTo>
                <a:lnTo>
                  <a:pt x="7204" y="3364"/>
                </a:lnTo>
                <a:lnTo>
                  <a:pt x="7203" y="3363"/>
                </a:lnTo>
                <a:lnTo>
                  <a:pt x="7202" y="3363"/>
                </a:lnTo>
                <a:lnTo>
                  <a:pt x="7201" y="3363"/>
                </a:lnTo>
                <a:lnTo>
                  <a:pt x="7200" y="3362"/>
                </a:lnTo>
                <a:lnTo>
                  <a:pt x="7199" y="3360"/>
                </a:lnTo>
                <a:lnTo>
                  <a:pt x="7199" y="3359"/>
                </a:lnTo>
                <a:lnTo>
                  <a:pt x="7199" y="3358"/>
                </a:lnTo>
                <a:lnTo>
                  <a:pt x="7198" y="3358"/>
                </a:lnTo>
                <a:lnTo>
                  <a:pt x="7197" y="3359"/>
                </a:lnTo>
                <a:lnTo>
                  <a:pt x="7197" y="3361"/>
                </a:lnTo>
                <a:lnTo>
                  <a:pt x="7196" y="3361"/>
                </a:lnTo>
                <a:lnTo>
                  <a:pt x="7195" y="3360"/>
                </a:lnTo>
                <a:lnTo>
                  <a:pt x="7194" y="3359"/>
                </a:lnTo>
                <a:lnTo>
                  <a:pt x="7194" y="3358"/>
                </a:lnTo>
                <a:lnTo>
                  <a:pt x="7192" y="3357"/>
                </a:lnTo>
                <a:lnTo>
                  <a:pt x="7191" y="3357"/>
                </a:lnTo>
                <a:lnTo>
                  <a:pt x="7192" y="3356"/>
                </a:lnTo>
                <a:lnTo>
                  <a:pt x="7192" y="3355"/>
                </a:lnTo>
                <a:lnTo>
                  <a:pt x="7192" y="3352"/>
                </a:lnTo>
                <a:lnTo>
                  <a:pt x="7191" y="3352"/>
                </a:lnTo>
                <a:lnTo>
                  <a:pt x="7191" y="3351"/>
                </a:lnTo>
                <a:lnTo>
                  <a:pt x="7192" y="3351"/>
                </a:lnTo>
                <a:lnTo>
                  <a:pt x="7193" y="3350"/>
                </a:lnTo>
                <a:lnTo>
                  <a:pt x="7195" y="3349"/>
                </a:lnTo>
                <a:lnTo>
                  <a:pt x="7196" y="3349"/>
                </a:lnTo>
                <a:lnTo>
                  <a:pt x="7202" y="3348"/>
                </a:lnTo>
                <a:lnTo>
                  <a:pt x="7204" y="3347"/>
                </a:lnTo>
                <a:lnTo>
                  <a:pt x="7205" y="3346"/>
                </a:lnTo>
                <a:lnTo>
                  <a:pt x="7206" y="3346"/>
                </a:lnTo>
                <a:lnTo>
                  <a:pt x="7207" y="3345"/>
                </a:lnTo>
                <a:lnTo>
                  <a:pt x="7207" y="3344"/>
                </a:lnTo>
                <a:lnTo>
                  <a:pt x="7207" y="3343"/>
                </a:lnTo>
                <a:lnTo>
                  <a:pt x="7206" y="3343"/>
                </a:lnTo>
                <a:lnTo>
                  <a:pt x="7206" y="3341"/>
                </a:lnTo>
                <a:lnTo>
                  <a:pt x="7206" y="3340"/>
                </a:lnTo>
                <a:lnTo>
                  <a:pt x="7208" y="3340"/>
                </a:lnTo>
                <a:lnTo>
                  <a:pt x="7208" y="3339"/>
                </a:lnTo>
                <a:lnTo>
                  <a:pt x="7207" y="3339"/>
                </a:lnTo>
                <a:lnTo>
                  <a:pt x="7208" y="3338"/>
                </a:lnTo>
                <a:lnTo>
                  <a:pt x="7209" y="3338"/>
                </a:lnTo>
                <a:lnTo>
                  <a:pt x="7211" y="3338"/>
                </a:lnTo>
                <a:lnTo>
                  <a:pt x="7211" y="3339"/>
                </a:lnTo>
                <a:lnTo>
                  <a:pt x="7214" y="3338"/>
                </a:lnTo>
                <a:lnTo>
                  <a:pt x="7215" y="3337"/>
                </a:lnTo>
                <a:lnTo>
                  <a:pt x="7216" y="3337"/>
                </a:lnTo>
                <a:lnTo>
                  <a:pt x="7217" y="3336"/>
                </a:lnTo>
                <a:lnTo>
                  <a:pt x="7217" y="3335"/>
                </a:lnTo>
                <a:lnTo>
                  <a:pt x="7217" y="3334"/>
                </a:lnTo>
                <a:lnTo>
                  <a:pt x="7216" y="3334"/>
                </a:lnTo>
                <a:lnTo>
                  <a:pt x="7217" y="3334"/>
                </a:lnTo>
                <a:lnTo>
                  <a:pt x="7218" y="3334"/>
                </a:lnTo>
                <a:lnTo>
                  <a:pt x="7221" y="3333"/>
                </a:lnTo>
                <a:lnTo>
                  <a:pt x="7223" y="3332"/>
                </a:lnTo>
                <a:lnTo>
                  <a:pt x="7224" y="3332"/>
                </a:lnTo>
                <a:lnTo>
                  <a:pt x="7225" y="3332"/>
                </a:lnTo>
                <a:lnTo>
                  <a:pt x="7227" y="3331"/>
                </a:lnTo>
                <a:lnTo>
                  <a:pt x="7228" y="3330"/>
                </a:lnTo>
                <a:lnTo>
                  <a:pt x="7228" y="3329"/>
                </a:lnTo>
                <a:lnTo>
                  <a:pt x="7228" y="3328"/>
                </a:lnTo>
                <a:lnTo>
                  <a:pt x="7228" y="3327"/>
                </a:lnTo>
                <a:lnTo>
                  <a:pt x="7229" y="3327"/>
                </a:lnTo>
                <a:lnTo>
                  <a:pt x="7230" y="3327"/>
                </a:lnTo>
                <a:lnTo>
                  <a:pt x="7231" y="3326"/>
                </a:lnTo>
                <a:lnTo>
                  <a:pt x="7233" y="3325"/>
                </a:lnTo>
                <a:lnTo>
                  <a:pt x="7234" y="3324"/>
                </a:lnTo>
                <a:lnTo>
                  <a:pt x="7235" y="3323"/>
                </a:lnTo>
                <a:lnTo>
                  <a:pt x="7236" y="3323"/>
                </a:lnTo>
                <a:lnTo>
                  <a:pt x="7237" y="3322"/>
                </a:lnTo>
                <a:lnTo>
                  <a:pt x="7238" y="3321"/>
                </a:lnTo>
                <a:lnTo>
                  <a:pt x="7239" y="3321"/>
                </a:lnTo>
                <a:lnTo>
                  <a:pt x="7240" y="3319"/>
                </a:lnTo>
                <a:lnTo>
                  <a:pt x="7243" y="3315"/>
                </a:lnTo>
                <a:lnTo>
                  <a:pt x="7246" y="3311"/>
                </a:lnTo>
                <a:lnTo>
                  <a:pt x="7247" y="3310"/>
                </a:lnTo>
                <a:lnTo>
                  <a:pt x="7247" y="3309"/>
                </a:lnTo>
                <a:lnTo>
                  <a:pt x="7247" y="3308"/>
                </a:lnTo>
                <a:lnTo>
                  <a:pt x="7248" y="3307"/>
                </a:lnTo>
                <a:lnTo>
                  <a:pt x="7248" y="3306"/>
                </a:lnTo>
                <a:lnTo>
                  <a:pt x="7249" y="3305"/>
                </a:lnTo>
                <a:lnTo>
                  <a:pt x="7250" y="3304"/>
                </a:lnTo>
                <a:lnTo>
                  <a:pt x="7249" y="3303"/>
                </a:lnTo>
                <a:lnTo>
                  <a:pt x="7248" y="3302"/>
                </a:lnTo>
                <a:lnTo>
                  <a:pt x="7243" y="3297"/>
                </a:lnTo>
                <a:lnTo>
                  <a:pt x="7244" y="3295"/>
                </a:lnTo>
                <a:lnTo>
                  <a:pt x="7246" y="3293"/>
                </a:lnTo>
                <a:lnTo>
                  <a:pt x="7247" y="3291"/>
                </a:lnTo>
                <a:lnTo>
                  <a:pt x="7248" y="3290"/>
                </a:lnTo>
                <a:lnTo>
                  <a:pt x="7257" y="3289"/>
                </a:lnTo>
                <a:lnTo>
                  <a:pt x="7258" y="3288"/>
                </a:lnTo>
                <a:lnTo>
                  <a:pt x="7258" y="3286"/>
                </a:lnTo>
                <a:lnTo>
                  <a:pt x="7258" y="3285"/>
                </a:lnTo>
                <a:lnTo>
                  <a:pt x="7258" y="3284"/>
                </a:lnTo>
                <a:lnTo>
                  <a:pt x="7259" y="3283"/>
                </a:lnTo>
                <a:lnTo>
                  <a:pt x="7259" y="3282"/>
                </a:lnTo>
                <a:lnTo>
                  <a:pt x="7258" y="3281"/>
                </a:lnTo>
                <a:lnTo>
                  <a:pt x="7257" y="3280"/>
                </a:lnTo>
                <a:lnTo>
                  <a:pt x="7256" y="3280"/>
                </a:lnTo>
                <a:lnTo>
                  <a:pt x="7255" y="3281"/>
                </a:lnTo>
                <a:lnTo>
                  <a:pt x="7256" y="3284"/>
                </a:lnTo>
                <a:lnTo>
                  <a:pt x="7254" y="3284"/>
                </a:lnTo>
                <a:lnTo>
                  <a:pt x="7252" y="3283"/>
                </a:lnTo>
                <a:lnTo>
                  <a:pt x="7253" y="3282"/>
                </a:lnTo>
                <a:lnTo>
                  <a:pt x="7253" y="3281"/>
                </a:lnTo>
                <a:lnTo>
                  <a:pt x="7254" y="3280"/>
                </a:lnTo>
                <a:lnTo>
                  <a:pt x="7255" y="3279"/>
                </a:lnTo>
                <a:lnTo>
                  <a:pt x="7255" y="3278"/>
                </a:lnTo>
                <a:lnTo>
                  <a:pt x="7253" y="3278"/>
                </a:lnTo>
                <a:lnTo>
                  <a:pt x="7252" y="3279"/>
                </a:lnTo>
                <a:lnTo>
                  <a:pt x="7252" y="3280"/>
                </a:lnTo>
                <a:lnTo>
                  <a:pt x="7250" y="3280"/>
                </a:lnTo>
                <a:lnTo>
                  <a:pt x="7250" y="3279"/>
                </a:lnTo>
                <a:lnTo>
                  <a:pt x="7249" y="3279"/>
                </a:lnTo>
                <a:lnTo>
                  <a:pt x="7248" y="3279"/>
                </a:lnTo>
                <a:lnTo>
                  <a:pt x="7247" y="3279"/>
                </a:lnTo>
                <a:lnTo>
                  <a:pt x="7247" y="3280"/>
                </a:lnTo>
                <a:lnTo>
                  <a:pt x="7246" y="3281"/>
                </a:lnTo>
                <a:lnTo>
                  <a:pt x="7243" y="3280"/>
                </a:lnTo>
                <a:lnTo>
                  <a:pt x="7242" y="3280"/>
                </a:lnTo>
                <a:lnTo>
                  <a:pt x="7241" y="3279"/>
                </a:lnTo>
                <a:lnTo>
                  <a:pt x="7241" y="3278"/>
                </a:lnTo>
                <a:lnTo>
                  <a:pt x="7242" y="3277"/>
                </a:lnTo>
                <a:lnTo>
                  <a:pt x="7243" y="3277"/>
                </a:lnTo>
                <a:lnTo>
                  <a:pt x="7244" y="3277"/>
                </a:lnTo>
                <a:lnTo>
                  <a:pt x="7246" y="3277"/>
                </a:lnTo>
                <a:lnTo>
                  <a:pt x="7246" y="3276"/>
                </a:lnTo>
                <a:lnTo>
                  <a:pt x="7248" y="3276"/>
                </a:lnTo>
                <a:lnTo>
                  <a:pt x="7252" y="3276"/>
                </a:lnTo>
                <a:lnTo>
                  <a:pt x="7253" y="3275"/>
                </a:lnTo>
                <a:lnTo>
                  <a:pt x="7254" y="3275"/>
                </a:lnTo>
                <a:lnTo>
                  <a:pt x="7255" y="3275"/>
                </a:lnTo>
                <a:lnTo>
                  <a:pt x="7257" y="3275"/>
                </a:lnTo>
                <a:lnTo>
                  <a:pt x="7257" y="3274"/>
                </a:lnTo>
                <a:lnTo>
                  <a:pt x="7260" y="3274"/>
                </a:lnTo>
                <a:lnTo>
                  <a:pt x="7261" y="3273"/>
                </a:lnTo>
                <a:lnTo>
                  <a:pt x="7262" y="3273"/>
                </a:lnTo>
                <a:lnTo>
                  <a:pt x="7263" y="3273"/>
                </a:lnTo>
                <a:lnTo>
                  <a:pt x="7264" y="3272"/>
                </a:lnTo>
                <a:lnTo>
                  <a:pt x="7264" y="3271"/>
                </a:lnTo>
                <a:lnTo>
                  <a:pt x="7265" y="3271"/>
                </a:lnTo>
                <a:lnTo>
                  <a:pt x="7266" y="3270"/>
                </a:lnTo>
                <a:lnTo>
                  <a:pt x="7268" y="3269"/>
                </a:lnTo>
                <a:lnTo>
                  <a:pt x="7268" y="3268"/>
                </a:lnTo>
                <a:lnTo>
                  <a:pt x="7269" y="3267"/>
                </a:lnTo>
                <a:lnTo>
                  <a:pt x="7270" y="3267"/>
                </a:lnTo>
                <a:lnTo>
                  <a:pt x="7271" y="3266"/>
                </a:lnTo>
                <a:lnTo>
                  <a:pt x="7272" y="3265"/>
                </a:lnTo>
                <a:lnTo>
                  <a:pt x="7272" y="3264"/>
                </a:lnTo>
                <a:lnTo>
                  <a:pt x="7273" y="3263"/>
                </a:lnTo>
                <a:lnTo>
                  <a:pt x="7273" y="3262"/>
                </a:lnTo>
                <a:lnTo>
                  <a:pt x="7275" y="3260"/>
                </a:lnTo>
                <a:lnTo>
                  <a:pt x="7275" y="3259"/>
                </a:lnTo>
                <a:lnTo>
                  <a:pt x="7277" y="3259"/>
                </a:lnTo>
                <a:lnTo>
                  <a:pt x="7278" y="3258"/>
                </a:lnTo>
                <a:lnTo>
                  <a:pt x="7279" y="3258"/>
                </a:lnTo>
                <a:lnTo>
                  <a:pt x="7280" y="3259"/>
                </a:lnTo>
                <a:lnTo>
                  <a:pt x="7281" y="3259"/>
                </a:lnTo>
                <a:lnTo>
                  <a:pt x="7282" y="3258"/>
                </a:lnTo>
                <a:lnTo>
                  <a:pt x="7283" y="3258"/>
                </a:lnTo>
                <a:lnTo>
                  <a:pt x="7286" y="3257"/>
                </a:lnTo>
                <a:lnTo>
                  <a:pt x="7287" y="3257"/>
                </a:lnTo>
                <a:lnTo>
                  <a:pt x="7288" y="3257"/>
                </a:lnTo>
                <a:lnTo>
                  <a:pt x="7289" y="3256"/>
                </a:lnTo>
                <a:lnTo>
                  <a:pt x="7290" y="3256"/>
                </a:lnTo>
                <a:lnTo>
                  <a:pt x="7291" y="3256"/>
                </a:lnTo>
                <a:lnTo>
                  <a:pt x="7292" y="3255"/>
                </a:lnTo>
                <a:lnTo>
                  <a:pt x="7294" y="3255"/>
                </a:lnTo>
                <a:lnTo>
                  <a:pt x="7295" y="3254"/>
                </a:lnTo>
                <a:lnTo>
                  <a:pt x="7296" y="3253"/>
                </a:lnTo>
                <a:lnTo>
                  <a:pt x="7297" y="3253"/>
                </a:lnTo>
                <a:lnTo>
                  <a:pt x="7298" y="3252"/>
                </a:lnTo>
                <a:lnTo>
                  <a:pt x="7299" y="3251"/>
                </a:lnTo>
                <a:lnTo>
                  <a:pt x="7299" y="3250"/>
                </a:lnTo>
                <a:lnTo>
                  <a:pt x="7300" y="3249"/>
                </a:lnTo>
                <a:lnTo>
                  <a:pt x="7301" y="3248"/>
                </a:lnTo>
                <a:lnTo>
                  <a:pt x="7302" y="3248"/>
                </a:lnTo>
                <a:lnTo>
                  <a:pt x="7303" y="3249"/>
                </a:lnTo>
                <a:lnTo>
                  <a:pt x="7305" y="3248"/>
                </a:lnTo>
                <a:lnTo>
                  <a:pt x="7306" y="3247"/>
                </a:lnTo>
                <a:lnTo>
                  <a:pt x="7306" y="3246"/>
                </a:lnTo>
                <a:lnTo>
                  <a:pt x="7307" y="3245"/>
                </a:lnTo>
                <a:lnTo>
                  <a:pt x="7308" y="3246"/>
                </a:lnTo>
                <a:lnTo>
                  <a:pt x="7309" y="3245"/>
                </a:lnTo>
                <a:lnTo>
                  <a:pt x="7310" y="3244"/>
                </a:lnTo>
                <a:lnTo>
                  <a:pt x="7310" y="3243"/>
                </a:lnTo>
                <a:lnTo>
                  <a:pt x="7311" y="3242"/>
                </a:lnTo>
                <a:lnTo>
                  <a:pt x="7312" y="3242"/>
                </a:lnTo>
                <a:lnTo>
                  <a:pt x="7314" y="3239"/>
                </a:lnTo>
                <a:lnTo>
                  <a:pt x="7315" y="3237"/>
                </a:lnTo>
                <a:lnTo>
                  <a:pt x="7317" y="3236"/>
                </a:lnTo>
                <a:lnTo>
                  <a:pt x="7318" y="3236"/>
                </a:lnTo>
                <a:lnTo>
                  <a:pt x="7319" y="3235"/>
                </a:lnTo>
                <a:lnTo>
                  <a:pt x="7320" y="3235"/>
                </a:lnTo>
                <a:lnTo>
                  <a:pt x="7320" y="3236"/>
                </a:lnTo>
                <a:lnTo>
                  <a:pt x="7321" y="3236"/>
                </a:lnTo>
                <a:lnTo>
                  <a:pt x="7322" y="3236"/>
                </a:lnTo>
                <a:lnTo>
                  <a:pt x="7323" y="3236"/>
                </a:lnTo>
                <a:lnTo>
                  <a:pt x="7324" y="3235"/>
                </a:lnTo>
                <a:lnTo>
                  <a:pt x="7325" y="3235"/>
                </a:lnTo>
                <a:lnTo>
                  <a:pt x="7326" y="3235"/>
                </a:lnTo>
                <a:lnTo>
                  <a:pt x="7327" y="3236"/>
                </a:lnTo>
                <a:lnTo>
                  <a:pt x="7329" y="3236"/>
                </a:lnTo>
                <a:lnTo>
                  <a:pt x="7330" y="3237"/>
                </a:lnTo>
                <a:lnTo>
                  <a:pt x="7332" y="3237"/>
                </a:lnTo>
                <a:lnTo>
                  <a:pt x="7333" y="3236"/>
                </a:lnTo>
                <a:lnTo>
                  <a:pt x="7334" y="3236"/>
                </a:lnTo>
                <a:lnTo>
                  <a:pt x="7335" y="3235"/>
                </a:lnTo>
                <a:lnTo>
                  <a:pt x="7336" y="3234"/>
                </a:lnTo>
                <a:lnTo>
                  <a:pt x="7336" y="3233"/>
                </a:lnTo>
                <a:lnTo>
                  <a:pt x="7338" y="3232"/>
                </a:lnTo>
                <a:lnTo>
                  <a:pt x="7340" y="3232"/>
                </a:lnTo>
                <a:lnTo>
                  <a:pt x="7341" y="3232"/>
                </a:lnTo>
                <a:lnTo>
                  <a:pt x="7342" y="3232"/>
                </a:lnTo>
                <a:lnTo>
                  <a:pt x="7344" y="3232"/>
                </a:lnTo>
                <a:lnTo>
                  <a:pt x="7345" y="3232"/>
                </a:lnTo>
                <a:lnTo>
                  <a:pt x="7346" y="3232"/>
                </a:lnTo>
                <a:lnTo>
                  <a:pt x="7346" y="3233"/>
                </a:lnTo>
                <a:lnTo>
                  <a:pt x="7347" y="3233"/>
                </a:lnTo>
                <a:lnTo>
                  <a:pt x="7348" y="3233"/>
                </a:lnTo>
                <a:lnTo>
                  <a:pt x="7349" y="3233"/>
                </a:lnTo>
                <a:lnTo>
                  <a:pt x="7350" y="3233"/>
                </a:lnTo>
                <a:lnTo>
                  <a:pt x="7351" y="3234"/>
                </a:lnTo>
                <a:lnTo>
                  <a:pt x="7351" y="3235"/>
                </a:lnTo>
                <a:lnTo>
                  <a:pt x="7351" y="3236"/>
                </a:lnTo>
                <a:lnTo>
                  <a:pt x="7350" y="3236"/>
                </a:lnTo>
                <a:lnTo>
                  <a:pt x="7350" y="3237"/>
                </a:lnTo>
                <a:lnTo>
                  <a:pt x="7349" y="3238"/>
                </a:lnTo>
                <a:lnTo>
                  <a:pt x="7350" y="3239"/>
                </a:lnTo>
                <a:lnTo>
                  <a:pt x="7350" y="3240"/>
                </a:lnTo>
                <a:lnTo>
                  <a:pt x="7350" y="3241"/>
                </a:lnTo>
                <a:lnTo>
                  <a:pt x="7351" y="3241"/>
                </a:lnTo>
                <a:lnTo>
                  <a:pt x="7352" y="3242"/>
                </a:lnTo>
                <a:lnTo>
                  <a:pt x="7353" y="3242"/>
                </a:lnTo>
                <a:lnTo>
                  <a:pt x="7355" y="3243"/>
                </a:lnTo>
                <a:lnTo>
                  <a:pt x="7356" y="3244"/>
                </a:lnTo>
                <a:lnTo>
                  <a:pt x="7357" y="3244"/>
                </a:lnTo>
                <a:lnTo>
                  <a:pt x="7358" y="3245"/>
                </a:lnTo>
                <a:lnTo>
                  <a:pt x="7360" y="3245"/>
                </a:lnTo>
                <a:lnTo>
                  <a:pt x="7361" y="3245"/>
                </a:lnTo>
                <a:lnTo>
                  <a:pt x="7362" y="3245"/>
                </a:lnTo>
                <a:lnTo>
                  <a:pt x="7362" y="3246"/>
                </a:lnTo>
                <a:lnTo>
                  <a:pt x="7362" y="3247"/>
                </a:lnTo>
                <a:lnTo>
                  <a:pt x="7363" y="3247"/>
                </a:lnTo>
                <a:lnTo>
                  <a:pt x="7364" y="3249"/>
                </a:lnTo>
                <a:lnTo>
                  <a:pt x="7364" y="3250"/>
                </a:lnTo>
                <a:lnTo>
                  <a:pt x="7365" y="3251"/>
                </a:lnTo>
                <a:lnTo>
                  <a:pt x="7366" y="3251"/>
                </a:lnTo>
                <a:lnTo>
                  <a:pt x="7367" y="3252"/>
                </a:lnTo>
                <a:lnTo>
                  <a:pt x="7368" y="3252"/>
                </a:lnTo>
                <a:lnTo>
                  <a:pt x="7370" y="3252"/>
                </a:lnTo>
                <a:lnTo>
                  <a:pt x="7372" y="3252"/>
                </a:lnTo>
                <a:lnTo>
                  <a:pt x="7372" y="3253"/>
                </a:lnTo>
                <a:lnTo>
                  <a:pt x="7373" y="3252"/>
                </a:lnTo>
                <a:lnTo>
                  <a:pt x="7373" y="3251"/>
                </a:lnTo>
                <a:lnTo>
                  <a:pt x="7375" y="3250"/>
                </a:lnTo>
                <a:lnTo>
                  <a:pt x="7376" y="3251"/>
                </a:lnTo>
                <a:lnTo>
                  <a:pt x="7377" y="3251"/>
                </a:lnTo>
                <a:lnTo>
                  <a:pt x="7379" y="3250"/>
                </a:lnTo>
                <a:lnTo>
                  <a:pt x="7380" y="3250"/>
                </a:lnTo>
                <a:lnTo>
                  <a:pt x="7381" y="3250"/>
                </a:lnTo>
                <a:lnTo>
                  <a:pt x="7382" y="3249"/>
                </a:lnTo>
                <a:lnTo>
                  <a:pt x="7383" y="3249"/>
                </a:lnTo>
                <a:lnTo>
                  <a:pt x="7384" y="3249"/>
                </a:lnTo>
                <a:lnTo>
                  <a:pt x="7385" y="3249"/>
                </a:lnTo>
                <a:lnTo>
                  <a:pt x="7385" y="3250"/>
                </a:lnTo>
                <a:lnTo>
                  <a:pt x="7386" y="3250"/>
                </a:lnTo>
                <a:lnTo>
                  <a:pt x="7386" y="3251"/>
                </a:lnTo>
                <a:lnTo>
                  <a:pt x="7387" y="3251"/>
                </a:lnTo>
                <a:lnTo>
                  <a:pt x="7387" y="3252"/>
                </a:lnTo>
                <a:lnTo>
                  <a:pt x="7386" y="3252"/>
                </a:lnTo>
                <a:lnTo>
                  <a:pt x="7386" y="3253"/>
                </a:lnTo>
                <a:lnTo>
                  <a:pt x="7386" y="3254"/>
                </a:lnTo>
                <a:lnTo>
                  <a:pt x="7386" y="3255"/>
                </a:lnTo>
                <a:lnTo>
                  <a:pt x="7386" y="3256"/>
                </a:lnTo>
                <a:lnTo>
                  <a:pt x="7385" y="3256"/>
                </a:lnTo>
                <a:lnTo>
                  <a:pt x="7385" y="3257"/>
                </a:lnTo>
                <a:lnTo>
                  <a:pt x="7384" y="3258"/>
                </a:lnTo>
                <a:lnTo>
                  <a:pt x="7384" y="3259"/>
                </a:lnTo>
                <a:lnTo>
                  <a:pt x="7385" y="3260"/>
                </a:lnTo>
                <a:lnTo>
                  <a:pt x="7386" y="3261"/>
                </a:lnTo>
                <a:lnTo>
                  <a:pt x="7387" y="3261"/>
                </a:lnTo>
                <a:lnTo>
                  <a:pt x="7387" y="3260"/>
                </a:lnTo>
                <a:lnTo>
                  <a:pt x="7388" y="3260"/>
                </a:lnTo>
                <a:lnTo>
                  <a:pt x="7388" y="3261"/>
                </a:lnTo>
                <a:lnTo>
                  <a:pt x="7389" y="3261"/>
                </a:lnTo>
                <a:lnTo>
                  <a:pt x="7390" y="3262"/>
                </a:lnTo>
                <a:lnTo>
                  <a:pt x="7389" y="3263"/>
                </a:lnTo>
                <a:lnTo>
                  <a:pt x="7389" y="3264"/>
                </a:lnTo>
                <a:lnTo>
                  <a:pt x="7388" y="3264"/>
                </a:lnTo>
                <a:lnTo>
                  <a:pt x="7388" y="3265"/>
                </a:lnTo>
                <a:lnTo>
                  <a:pt x="7388" y="3266"/>
                </a:lnTo>
                <a:lnTo>
                  <a:pt x="7388" y="3267"/>
                </a:lnTo>
                <a:lnTo>
                  <a:pt x="7388" y="3268"/>
                </a:lnTo>
                <a:lnTo>
                  <a:pt x="7389" y="3268"/>
                </a:lnTo>
                <a:lnTo>
                  <a:pt x="7388" y="3268"/>
                </a:lnTo>
                <a:lnTo>
                  <a:pt x="7387" y="3269"/>
                </a:lnTo>
                <a:lnTo>
                  <a:pt x="7387" y="3270"/>
                </a:lnTo>
                <a:lnTo>
                  <a:pt x="7388" y="3270"/>
                </a:lnTo>
                <a:lnTo>
                  <a:pt x="7388" y="3271"/>
                </a:lnTo>
                <a:lnTo>
                  <a:pt x="7390" y="3272"/>
                </a:lnTo>
                <a:lnTo>
                  <a:pt x="7391" y="3273"/>
                </a:lnTo>
                <a:lnTo>
                  <a:pt x="7393" y="3274"/>
                </a:lnTo>
                <a:lnTo>
                  <a:pt x="7394" y="3274"/>
                </a:lnTo>
                <a:lnTo>
                  <a:pt x="7395" y="3274"/>
                </a:lnTo>
                <a:lnTo>
                  <a:pt x="7396" y="3274"/>
                </a:lnTo>
                <a:lnTo>
                  <a:pt x="7397" y="3275"/>
                </a:lnTo>
                <a:lnTo>
                  <a:pt x="7399" y="3275"/>
                </a:lnTo>
                <a:lnTo>
                  <a:pt x="7402" y="3275"/>
                </a:lnTo>
                <a:lnTo>
                  <a:pt x="7405" y="3275"/>
                </a:lnTo>
                <a:lnTo>
                  <a:pt x="7406" y="3275"/>
                </a:lnTo>
                <a:lnTo>
                  <a:pt x="7407" y="3275"/>
                </a:lnTo>
                <a:lnTo>
                  <a:pt x="7409" y="3274"/>
                </a:lnTo>
                <a:lnTo>
                  <a:pt x="7411" y="3274"/>
                </a:lnTo>
                <a:lnTo>
                  <a:pt x="7411" y="3273"/>
                </a:lnTo>
                <a:lnTo>
                  <a:pt x="7412" y="3273"/>
                </a:lnTo>
                <a:lnTo>
                  <a:pt x="7414" y="3273"/>
                </a:lnTo>
                <a:lnTo>
                  <a:pt x="7415" y="3273"/>
                </a:lnTo>
                <a:lnTo>
                  <a:pt x="7417" y="3272"/>
                </a:lnTo>
                <a:lnTo>
                  <a:pt x="7418" y="3271"/>
                </a:lnTo>
                <a:lnTo>
                  <a:pt x="7419" y="3271"/>
                </a:lnTo>
                <a:lnTo>
                  <a:pt x="7420" y="3270"/>
                </a:lnTo>
                <a:lnTo>
                  <a:pt x="7421" y="3270"/>
                </a:lnTo>
                <a:lnTo>
                  <a:pt x="7422" y="3269"/>
                </a:lnTo>
                <a:lnTo>
                  <a:pt x="7423" y="3267"/>
                </a:lnTo>
                <a:lnTo>
                  <a:pt x="7424" y="3266"/>
                </a:lnTo>
                <a:lnTo>
                  <a:pt x="7424" y="3265"/>
                </a:lnTo>
                <a:lnTo>
                  <a:pt x="7424" y="3264"/>
                </a:lnTo>
                <a:lnTo>
                  <a:pt x="7423" y="3263"/>
                </a:lnTo>
                <a:lnTo>
                  <a:pt x="7423" y="3262"/>
                </a:lnTo>
                <a:lnTo>
                  <a:pt x="7421" y="3262"/>
                </a:lnTo>
                <a:lnTo>
                  <a:pt x="7420" y="3261"/>
                </a:lnTo>
                <a:lnTo>
                  <a:pt x="7420" y="3260"/>
                </a:lnTo>
                <a:lnTo>
                  <a:pt x="7421" y="3261"/>
                </a:lnTo>
                <a:lnTo>
                  <a:pt x="7425" y="3262"/>
                </a:lnTo>
                <a:lnTo>
                  <a:pt x="7426" y="3261"/>
                </a:lnTo>
                <a:lnTo>
                  <a:pt x="7427" y="3262"/>
                </a:lnTo>
                <a:lnTo>
                  <a:pt x="7428" y="3262"/>
                </a:lnTo>
                <a:lnTo>
                  <a:pt x="7427" y="3262"/>
                </a:lnTo>
                <a:lnTo>
                  <a:pt x="7428" y="3262"/>
                </a:lnTo>
                <a:lnTo>
                  <a:pt x="7428" y="3263"/>
                </a:lnTo>
                <a:lnTo>
                  <a:pt x="7429" y="3264"/>
                </a:lnTo>
                <a:lnTo>
                  <a:pt x="7430" y="3264"/>
                </a:lnTo>
                <a:lnTo>
                  <a:pt x="7431" y="3264"/>
                </a:lnTo>
                <a:lnTo>
                  <a:pt x="7432" y="3264"/>
                </a:lnTo>
                <a:lnTo>
                  <a:pt x="7433" y="3265"/>
                </a:lnTo>
                <a:lnTo>
                  <a:pt x="7434" y="3265"/>
                </a:lnTo>
                <a:lnTo>
                  <a:pt x="7435" y="3265"/>
                </a:lnTo>
                <a:lnTo>
                  <a:pt x="7435" y="3266"/>
                </a:lnTo>
                <a:lnTo>
                  <a:pt x="7434" y="3266"/>
                </a:lnTo>
                <a:lnTo>
                  <a:pt x="7433" y="3266"/>
                </a:lnTo>
                <a:lnTo>
                  <a:pt x="7432" y="3266"/>
                </a:lnTo>
                <a:lnTo>
                  <a:pt x="7431" y="3266"/>
                </a:lnTo>
                <a:lnTo>
                  <a:pt x="7428" y="3266"/>
                </a:lnTo>
                <a:lnTo>
                  <a:pt x="7426" y="3266"/>
                </a:lnTo>
                <a:lnTo>
                  <a:pt x="7426" y="3267"/>
                </a:lnTo>
                <a:lnTo>
                  <a:pt x="7426" y="3268"/>
                </a:lnTo>
                <a:lnTo>
                  <a:pt x="7427" y="3269"/>
                </a:lnTo>
                <a:lnTo>
                  <a:pt x="7427" y="3270"/>
                </a:lnTo>
                <a:lnTo>
                  <a:pt x="7429" y="3270"/>
                </a:lnTo>
                <a:lnTo>
                  <a:pt x="7430" y="3271"/>
                </a:lnTo>
                <a:lnTo>
                  <a:pt x="7427" y="3272"/>
                </a:lnTo>
                <a:lnTo>
                  <a:pt x="7427" y="3275"/>
                </a:lnTo>
                <a:lnTo>
                  <a:pt x="7428" y="3275"/>
                </a:lnTo>
                <a:lnTo>
                  <a:pt x="7429" y="3275"/>
                </a:lnTo>
                <a:lnTo>
                  <a:pt x="7429" y="3277"/>
                </a:lnTo>
                <a:lnTo>
                  <a:pt x="7431" y="3277"/>
                </a:lnTo>
                <a:lnTo>
                  <a:pt x="7432" y="3277"/>
                </a:lnTo>
                <a:lnTo>
                  <a:pt x="7433" y="3277"/>
                </a:lnTo>
                <a:lnTo>
                  <a:pt x="7433" y="3278"/>
                </a:lnTo>
                <a:lnTo>
                  <a:pt x="7435" y="3278"/>
                </a:lnTo>
                <a:lnTo>
                  <a:pt x="7436" y="3278"/>
                </a:lnTo>
                <a:lnTo>
                  <a:pt x="7437" y="3278"/>
                </a:lnTo>
                <a:lnTo>
                  <a:pt x="7438" y="3279"/>
                </a:lnTo>
                <a:lnTo>
                  <a:pt x="7438" y="3280"/>
                </a:lnTo>
                <a:lnTo>
                  <a:pt x="7439" y="3280"/>
                </a:lnTo>
                <a:lnTo>
                  <a:pt x="7440" y="3280"/>
                </a:lnTo>
                <a:lnTo>
                  <a:pt x="7440" y="3281"/>
                </a:lnTo>
                <a:lnTo>
                  <a:pt x="7440" y="3283"/>
                </a:lnTo>
                <a:lnTo>
                  <a:pt x="7440" y="3285"/>
                </a:lnTo>
                <a:lnTo>
                  <a:pt x="7442" y="3287"/>
                </a:lnTo>
                <a:lnTo>
                  <a:pt x="7443" y="3288"/>
                </a:lnTo>
                <a:lnTo>
                  <a:pt x="7443" y="3289"/>
                </a:lnTo>
                <a:lnTo>
                  <a:pt x="7444" y="3289"/>
                </a:lnTo>
                <a:lnTo>
                  <a:pt x="7445" y="3290"/>
                </a:lnTo>
                <a:lnTo>
                  <a:pt x="7446" y="3291"/>
                </a:lnTo>
                <a:lnTo>
                  <a:pt x="7447" y="3291"/>
                </a:lnTo>
                <a:lnTo>
                  <a:pt x="7448" y="3291"/>
                </a:lnTo>
                <a:lnTo>
                  <a:pt x="7449" y="3292"/>
                </a:lnTo>
                <a:lnTo>
                  <a:pt x="7450" y="3292"/>
                </a:lnTo>
                <a:lnTo>
                  <a:pt x="7451" y="3292"/>
                </a:lnTo>
                <a:lnTo>
                  <a:pt x="7452" y="3293"/>
                </a:lnTo>
                <a:lnTo>
                  <a:pt x="7452" y="3292"/>
                </a:lnTo>
                <a:lnTo>
                  <a:pt x="7453" y="3292"/>
                </a:lnTo>
                <a:lnTo>
                  <a:pt x="7454" y="3292"/>
                </a:lnTo>
                <a:lnTo>
                  <a:pt x="7455" y="3291"/>
                </a:lnTo>
                <a:lnTo>
                  <a:pt x="7455" y="3292"/>
                </a:lnTo>
                <a:lnTo>
                  <a:pt x="7455" y="3293"/>
                </a:lnTo>
                <a:lnTo>
                  <a:pt x="7456" y="3293"/>
                </a:lnTo>
                <a:lnTo>
                  <a:pt x="7457" y="3293"/>
                </a:lnTo>
                <a:lnTo>
                  <a:pt x="7458" y="3293"/>
                </a:lnTo>
                <a:lnTo>
                  <a:pt x="7459" y="3294"/>
                </a:lnTo>
                <a:lnTo>
                  <a:pt x="7460" y="3294"/>
                </a:lnTo>
                <a:lnTo>
                  <a:pt x="7461" y="3294"/>
                </a:lnTo>
                <a:lnTo>
                  <a:pt x="7462" y="3294"/>
                </a:lnTo>
                <a:lnTo>
                  <a:pt x="7463" y="3293"/>
                </a:lnTo>
                <a:lnTo>
                  <a:pt x="7466" y="3292"/>
                </a:lnTo>
                <a:lnTo>
                  <a:pt x="7467" y="3293"/>
                </a:lnTo>
                <a:lnTo>
                  <a:pt x="7467" y="3294"/>
                </a:lnTo>
                <a:lnTo>
                  <a:pt x="7468" y="3294"/>
                </a:lnTo>
                <a:lnTo>
                  <a:pt x="7469" y="3293"/>
                </a:lnTo>
                <a:lnTo>
                  <a:pt x="7469" y="3292"/>
                </a:lnTo>
                <a:lnTo>
                  <a:pt x="7468" y="3292"/>
                </a:lnTo>
                <a:lnTo>
                  <a:pt x="7468" y="3291"/>
                </a:lnTo>
                <a:lnTo>
                  <a:pt x="7472" y="3288"/>
                </a:lnTo>
                <a:lnTo>
                  <a:pt x="7472" y="3290"/>
                </a:lnTo>
                <a:lnTo>
                  <a:pt x="7473" y="3290"/>
                </a:lnTo>
                <a:lnTo>
                  <a:pt x="7474" y="3290"/>
                </a:lnTo>
                <a:lnTo>
                  <a:pt x="7475" y="3290"/>
                </a:lnTo>
                <a:lnTo>
                  <a:pt x="7474" y="3288"/>
                </a:lnTo>
                <a:lnTo>
                  <a:pt x="7473" y="3286"/>
                </a:lnTo>
                <a:lnTo>
                  <a:pt x="7474" y="3286"/>
                </a:lnTo>
                <a:lnTo>
                  <a:pt x="7475" y="3286"/>
                </a:lnTo>
                <a:lnTo>
                  <a:pt x="7475" y="3287"/>
                </a:lnTo>
                <a:lnTo>
                  <a:pt x="7476" y="3287"/>
                </a:lnTo>
                <a:lnTo>
                  <a:pt x="7480" y="3287"/>
                </a:lnTo>
                <a:lnTo>
                  <a:pt x="7481" y="3287"/>
                </a:lnTo>
                <a:lnTo>
                  <a:pt x="7483" y="3287"/>
                </a:lnTo>
                <a:lnTo>
                  <a:pt x="7485" y="3286"/>
                </a:lnTo>
                <a:lnTo>
                  <a:pt x="7486" y="3286"/>
                </a:lnTo>
                <a:lnTo>
                  <a:pt x="7487" y="3286"/>
                </a:lnTo>
                <a:lnTo>
                  <a:pt x="7488" y="3286"/>
                </a:lnTo>
                <a:lnTo>
                  <a:pt x="7489" y="3286"/>
                </a:lnTo>
                <a:lnTo>
                  <a:pt x="7490" y="3286"/>
                </a:lnTo>
                <a:lnTo>
                  <a:pt x="7490" y="3287"/>
                </a:lnTo>
                <a:lnTo>
                  <a:pt x="7491" y="3288"/>
                </a:lnTo>
                <a:lnTo>
                  <a:pt x="7491" y="3289"/>
                </a:lnTo>
                <a:lnTo>
                  <a:pt x="7492" y="3289"/>
                </a:lnTo>
                <a:lnTo>
                  <a:pt x="7493" y="3291"/>
                </a:lnTo>
                <a:lnTo>
                  <a:pt x="7494" y="3292"/>
                </a:lnTo>
                <a:lnTo>
                  <a:pt x="7494" y="3291"/>
                </a:lnTo>
                <a:lnTo>
                  <a:pt x="7493" y="3290"/>
                </a:lnTo>
                <a:lnTo>
                  <a:pt x="7493" y="3289"/>
                </a:lnTo>
                <a:lnTo>
                  <a:pt x="7492" y="3289"/>
                </a:lnTo>
                <a:lnTo>
                  <a:pt x="7491" y="3288"/>
                </a:lnTo>
                <a:lnTo>
                  <a:pt x="7491" y="3287"/>
                </a:lnTo>
                <a:lnTo>
                  <a:pt x="7491" y="3286"/>
                </a:lnTo>
                <a:lnTo>
                  <a:pt x="7492" y="3285"/>
                </a:lnTo>
                <a:lnTo>
                  <a:pt x="7493" y="3285"/>
                </a:lnTo>
                <a:lnTo>
                  <a:pt x="7498" y="3284"/>
                </a:lnTo>
                <a:lnTo>
                  <a:pt x="7501" y="3283"/>
                </a:lnTo>
                <a:lnTo>
                  <a:pt x="7503" y="3282"/>
                </a:lnTo>
                <a:lnTo>
                  <a:pt x="7506" y="3282"/>
                </a:lnTo>
                <a:lnTo>
                  <a:pt x="7509" y="3281"/>
                </a:lnTo>
                <a:lnTo>
                  <a:pt x="7510" y="3280"/>
                </a:lnTo>
                <a:lnTo>
                  <a:pt x="7513" y="3279"/>
                </a:lnTo>
                <a:lnTo>
                  <a:pt x="7514" y="3279"/>
                </a:lnTo>
                <a:lnTo>
                  <a:pt x="7515" y="3279"/>
                </a:lnTo>
                <a:lnTo>
                  <a:pt x="7516" y="3278"/>
                </a:lnTo>
                <a:lnTo>
                  <a:pt x="7517" y="3278"/>
                </a:lnTo>
                <a:lnTo>
                  <a:pt x="7518" y="3277"/>
                </a:lnTo>
                <a:lnTo>
                  <a:pt x="7519" y="3277"/>
                </a:lnTo>
                <a:lnTo>
                  <a:pt x="7521" y="3276"/>
                </a:lnTo>
                <a:lnTo>
                  <a:pt x="7522" y="3275"/>
                </a:lnTo>
                <a:lnTo>
                  <a:pt x="7522" y="3276"/>
                </a:lnTo>
                <a:lnTo>
                  <a:pt x="7522" y="3277"/>
                </a:lnTo>
                <a:lnTo>
                  <a:pt x="7522" y="3278"/>
                </a:lnTo>
                <a:lnTo>
                  <a:pt x="7522" y="3279"/>
                </a:lnTo>
                <a:lnTo>
                  <a:pt x="7523" y="3280"/>
                </a:lnTo>
                <a:lnTo>
                  <a:pt x="7524" y="3281"/>
                </a:lnTo>
                <a:lnTo>
                  <a:pt x="7523" y="3282"/>
                </a:lnTo>
                <a:lnTo>
                  <a:pt x="7524" y="3282"/>
                </a:lnTo>
                <a:lnTo>
                  <a:pt x="7526" y="3282"/>
                </a:lnTo>
                <a:lnTo>
                  <a:pt x="7525" y="3281"/>
                </a:lnTo>
                <a:lnTo>
                  <a:pt x="7523" y="3280"/>
                </a:lnTo>
                <a:lnTo>
                  <a:pt x="7523" y="3279"/>
                </a:lnTo>
                <a:lnTo>
                  <a:pt x="7523" y="3278"/>
                </a:lnTo>
                <a:lnTo>
                  <a:pt x="7524" y="3278"/>
                </a:lnTo>
                <a:lnTo>
                  <a:pt x="7523" y="3276"/>
                </a:lnTo>
                <a:lnTo>
                  <a:pt x="7523" y="3275"/>
                </a:lnTo>
                <a:lnTo>
                  <a:pt x="7523" y="3274"/>
                </a:lnTo>
                <a:lnTo>
                  <a:pt x="7525" y="3273"/>
                </a:lnTo>
                <a:lnTo>
                  <a:pt x="7527" y="3272"/>
                </a:lnTo>
                <a:lnTo>
                  <a:pt x="7527" y="3271"/>
                </a:lnTo>
                <a:lnTo>
                  <a:pt x="7528" y="3270"/>
                </a:lnTo>
                <a:lnTo>
                  <a:pt x="7528" y="3269"/>
                </a:lnTo>
                <a:lnTo>
                  <a:pt x="7529" y="3269"/>
                </a:lnTo>
                <a:lnTo>
                  <a:pt x="7529" y="3268"/>
                </a:lnTo>
                <a:lnTo>
                  <a:pt x="7530" y="3267"/>
                </a:lnTo>
                <a:lnTo>
                  <a:pt x="7530" y="3266"/>
                </a:lnTo>
                <a:lnTo>
                  <a:pt x="7530" y="3265"/>
                </a:lnTo>
                <a:lnTo>
                  <a:pt x="7530" y="3264"/>
                </a:lnTo>
                <a:lnTo>
                  <a:pt x="7529" y="3264"/>
                </a:lnTo>
                <a:lnTo>
                  <a:pt x="7528" y="3264"/>
                </a:lnTo>
                <a:lnTo>
                  <a:pt x="7529" y="3264"/>
                </a:lnTo>
                <a:lnTo>
                  <a:pt x="7530" y="3264"/>
                </a:lnTo>
                <a:lnTo>
                  <a:pt x="7531" y="3264"/>
                </a:lnTo>
                <a:lnTo>
                  <a:pt x="7532" y="3263"/>
                </a:lnTo>
                <a:lnTo>
                  <a:pt x="7533" y="3263"/>
                </a:lnTo>
                <a:lnTo>
                  <a:pt x="7534" y="3262"/>
                </a:lnTo>
                <a:lnTo>
                  <a:pt x="7534" y="3261"/>
                </a:lnTo>
                <a:lnTo>
                  <a:pt x="7533" y="3261"/>
                </a:lnTo>
                <a:lnTo>
                  <a:pt x="7534" y="3261"/>
                </a:lnTo>
                <a:lnTo>
                  <a:pt x="7534" y="3260"/>
                </a:lnTo>
                <a:lnTo>
                  <a:pt x="7535" y="3260"/>
                </a:lnTo>
                <a:lnTo>
                  <a:pt x="7536" y="3260"/>
                </a:lnTo>
                <a:lnTo>
                  <a:pt x="7536" y="3261"/>
                </a:lnTo>
                <a:lnTo>
                  <a:pt x="7537" y="3261"/>
                </a:lnTo>
                <a:lnTo>
                  <a:pt x="7538" y="3260"/>
                </a:lnTo>
                <a:lnTo>
                  <a:pt x="7538" y="3259"/>
                </a:lnTo>
                <a:lnTo>
                  <a:pt x="7537" y="3258"/>
                </a:lnTo>
                <a:lnTo>
                  <a:pt x="7537" y="3256"/>
                </a:lnTo>
                <a:lnTo>
                  <a:pt x="7536" y="3255"/>
                </a:lnTo>
                <a:lnTo>
                  <a:pt x="7538" y="3256"/>
                </a:lnTo>
                <a:lnTo>
                  <a:pt x="7538" y="3257"/>
                </a:lnTo>
                <a:lnTo>
                  <a:pt x="7539" y="3258"/>
                </a:lnTo>
                <a:lnTo>
                  <a:pt x="7540" y="3259"/>
                </a:lnTo>
                <a:lnTo>
                  <a:pt x="7541" y="3259"/>
                </a:lnTo>
                <a:lnTo>
                  <a:pt x="7542" y="3259"/>
                </a:lnTo>
                <a:lnTo>
                  <a:pt x="7542" y="3258"/>
                </a:lnTo>
                <a:lnTo>
                  <a:pt x="7543" y="3258"/>
                </a:lnTo>
                <a:lnTo>
                  <a:pt x="7545" y="3257"/>
                </a:lnTo>
                <a:lnTo>
                  <a:pt x="7545" y="3256"/>
                </a:lnTo>
                <a:lnTo>
                  <a:pt x="7545" y="3255"/>
                </a:lnTo>
                <a:lnTo>
                  <a:pt x="7544" y="3255"/>
                </a:lnTo>
                <a:lnTo>
                  <a:pt x="7544" y="3254"/>
                </a:lnTo>
                <a:lnTo>
                  <a:pt x="7544" y="3253"/>
                </a:lnTo>
                <a:lnTo>
                  <a:pt x="7545" y="3254"/>
                </a:lnTo>
                <a:lnTo>
                  <a:pt x="7546" y="3254"/>
                </a:lnTo>
                <a:lnTo>
                  <a:pt x="7546" y="3255"/>
                </a:lnTo>
                <a:lnTo>
                  <a:pt x="7547" y="3255"/>
                </a:lnTo>
                <a:lnTo>
                  <a:pt x="7548" y="3254"/>
                </a:lnTo>
                <a:lnTo>
                  <a:pt x="7549" y="3254"/>
                </a:lnTo>
                <a:lnTo>
                  <a:pt x="7548" y="3255"/>
                </a:lnTo>
                <a:lnTo>
                  <a:pt x="7548" y="3256"/>
                </a:lnTo>
                <a:lnTo>
                  <a:pt x="7547" y="3256"/>
                </a:lnTo>
                <a:lnTo>
                  <a:pt x="7548" y="3257"/>
                </a:lnTo>
                <a:lnTo>
                  <a:pt x="7549" y="3257"/>
                </a:lnTo>
                <a:lnTo>
                  <a:pt x="7550" y="3257"/>
                </a:lnTo>
                <a:lnTo>
                  <a:pt x="7551" y="3258"/>
                </a:lnTo>
                <a:lnTo>
                  <a:pt x="7551" y="3259"/>
                </a:lnTo>
                <a:lnTo>
                  <a:pt x="7550" y="3259"/>
                </a:lnTo>
                <a:lnTo>
                  <a:pt x="7551" y="3260"/>
                </a:lnTo>
                <a:lnTo>
                  <a:pt x="7552" y="3260"/>
                </a:lnTo>
                <a:lnTo>
                  <a:pt x="7552" y="3261"/>
                </a:lnTo>
                <a:lnTo>
                  <a:pt x="7551" y="3262"/>
                </a:lnTo>
                <a:lnTo>
                  <a:pt x="7550" y="3262"/>
                </a:lnTo>
                <a:lnTo>
                  <a:pt x="7549" y="3263"/>
                </a:lnTo>
                <a:lnTo>
                  <a:pt x="7548" y="3263"/>
                </a:lnTo>
                <a:lnTo>
                  <a:pt x="7546" y="3264"/>
                </a:lnTo>
                <a:lnTo>
                  <a:pt x="7546" y="3265"/>
                </a:lnTo>
                <a:lnTo>
                  <a:pt x="7547" y="3266"/>
                </a:lnTo>
                <a:lnTo>
                  <a:pt x="7548" y="3267"/>
                </a:lnTo>
                <a:lnTo>
                  <a:pt x="7548" y="3268"/>
                </a:lnTo>
                <a:lnTo>
                  <a:pt x="7550" y="3268"/>
                </a:lnTo>
                <a:lnTo>
                  <a:pt x="7550" y="3270"/>
                </a:lnTo>
                <a:lnTo>
                  <a:pt x="7550" y="3271"/>
                </a:lnTo>
                <a:lnTo>
                  <a:pt x="7551" y="3273"/>
                </a:lnTo>
                <a:lnTo>
                  <a:pt x="7551" y="3274"/>
                </a:lnTo>
                <a:lnTo>
                  <a:pt x="7553" y="3275"/>
                </a:lnTo>
                <a:lnTo>
                  <a:pt x="7554" y="3275"/>
                </a:lnTo>
                <a:lnTo>
                  <a:pt x="7554" y="3276"/>
                </a:lnTo>
                <a:lnTo>
                  <a:pt x="7555" y="3277"/>
                </a:lnTo>
                <a:lnTo>
                  <a:pt x="7555" y="3278"/>
                </a:lnTo>
                <a:lnTo>
                  <a:pt x="7554" y="3278"/>
                </a:lnTo>
                <a:lnTo>
                  <a:pt x="7555" y="3278"/>
                </a:lnTo>
                <a:lnTo>
                  <a:pt x="7555" y="3279"/>
                </a:lnTo>
                <a:lnTo>
                  <a:pt x="7557" y="3280"/>
                </a:lnTo>
                <a:lnTo>
                  <a:pt x="7559" y="3280"/>
                </a:lnTo>
                <a:lnTo>
                  <a:pt x="7559" y="3279"/>
                </a:lnTo>
                <a:lnTo>
                  <a:pt x="7560" y="3279"/>
                </a:lnTo>
                <a:lnTo>
                  <a:pt x="7560" y="3278"/>
                </a:lnTo>
                <a:lnTo>
                  <a:pt x="7560" y="3277"/>
                </a:lnTo>
                <a:lnTo>
                  <a:pt x="7560" y="3276"/>
                </a:lnTo>
                <a:lnTo>
                  <a:pt x="7559" y="3274"/>
                </a:lnTo>
                <a:lnTo>
                  <a:pt x="7561" y="3275"/>
                </a:lnTo>
                <a:lnTo>
                  <a:pt x="7564" y="3273"/>
                </a:lnTo>
                <a:lnTo>
                  <a:pt x="7565" y="3272"/>
                </a:lnTo>
                <a:lnTo>
                  <a:pt x="7566" y="3271"/>
                </a:lnTo>
                <a:lnTo>
                  <a:pt x="7568" y="3271"/>
                </a:lnTo>
                <a:lnTo>
                  <a:pt x="7569" y="3271"/>
                </a:lnTo>
                <a:lnTo>
                  <a:pt x="7570" y="3272"/>
                </a:lnTo>
                <a:lnTo>
                  <a:pt x="7571" y="3272"/>
                </a:lnTo>
                <a:lnTo>
                  <a:pt x="7571" y="3271"/>
                </a:lnTo>
                <a:lnTo>
                  <a:pt x="7572" y="3271"/>
                </a:lnTo>
                <a:lnTo>
                  <a:pt x="7572" y="3272"/>
                </a:lnTo>
                <a:lnTo>
                  <a:pt x="7573" y="3273"/>
                </a:lnTo>
                <a:lnTo>
                  <a:pt x="7574" y="3273"/>
                </a:lnTo>
                <a:lnTo>
                  <a:pt x="7573" y="3274"/>
                </a:lnTo>
                <a:lnTo>
                  <a:pt x="7572" y="3274"/>
                </a:lnTo>
                <a:lnTo>
                  <a:pt x="7573" y="3277"/>
                </a:lnTo>
                <a:lnTo>
                  <a:pt x="7574" y="3278"/>
                </a:lnTo>
                <a:lnTo>
                  <a:pt x="7575" y="3278"/>
                </a:lnTo>
                <a:lnTo>
                  <a:pt x="7578" y="3279"/>
                </a:lnTo>
                <a:lnTo>
                  <a:pt x="7579" y="3279"/>
                </a:lnTo>
                <a:lnTo>
                  <a:pt x="7580" y="3279"/>
                </a:lnTo>
                <a:lnTo>
                  <a:pt x="7581" y="3279"/>
                </a:lnTo>
                <a:lnTo>
                  <a:pt x="7582" y="3279"/>
                </a:lnTo>
                <a:lnTo>
                  <a:pt x="7583" y="3279"/>
                </a:lnTo>
                <a:lnTo>
                  <a:pt x="7584" y="3279"/>
                </a:lnTo>
                <a:lnTo>
                  <a:pt x="7586" y="3278"/>
                </a:lnTo>
                <a:lnTo>
                  <a:pt x="7587" y="3278"/>
                </a:lnTo>
                <a:lnTo>
                  <a:pt x="7588" y="3278"/>
                </a:lnTo>
                <a:lnTo>
                  <a:pt x="7589" y="3277"/>
                </a:lnTo>
                <a:lnTo>
                  <a:pt x="7590" y="3277"/>
                </a:lnTo>
                <a:lnTo>
                  <a:pt x="7591" y="3277"/>
                </a:lnTo>
                <a:lnTo>
                  <a:pt x="7592" y="3278"/>
                </a:lnTo>
                <a:lnTo>
                  <a:pt x="7593" y="3278"/>
                </a:lnTo>
                <a:lnTo>
                  <a:pt x="7594" y="3277"/>
                </a:lnTo>
                <a:lnTo>
                  <a:pt x="7595" y="3277"/>
                </a:lnTo>
                <a:lnTo>
                  <a:pt x="7596" y="3277"/>
                </a:lnTo>
                <a:lnTo>
                  <a:pt x="7597" y="3277"/>
                </a:lnTo>
                <a:lnTo>
                  <a:pt x="7598" y="3276"/>
                </a:lnTo>
                <a:lnTo>
                  <a:pt x="7601" y="3275"/>
                </a:lnTo>
                <a:lnTo>
                  <a:pt x="7602" y="3275"/>
                </a:lnTo>
                <a:lnTo>
                  <a:pt x="7602" y="3274"/>
                </a:lnTo>
                <a:lnTo>
                  <a:pt x="7604" y="3273"/>
                </a:lnTo>
                <a:lnTo>
                  <a:pt x="7605" y="3271"/>
                </a:lnTo>
                <a:lnTo>
                  <a:pt x="7606" y="3271"/>
                </a:lnTo>
                <a:lnTo>
                  <a:pt x="7606" y="3272"/>
                </a:lnTo>
                <a:lnTo>
                  <a:pt x="7606" y="3273"/>
                </a:lnTo>
                <a:lnTo>
                  <a:pt x="7607" y="3274"/>
                </a:lnTo>
                <a:lnTo>
                  <a:pt x="7608" y="3275"/>
                </a:lnTo>
                <a:lnTo>
                  <a:pt x="7607" y="3275"/>
                </a:lnTo>
                <a:lnTo>
                  <a:pt x="7606" y="3276"/>
                </a:lnTo>
                <a:lnTo>
                  <a:pt x="7606" y="3278"/>
                </a:lnTo>
                <a:lnTo>
                  <a:pt x="7607" y="3277"/>
                </a:lnTo>
                <a:lnTo>
                  <a:pt x="7608" y="3279"/>
                </a:lnTo>
                <a:lnTo>
                  <a:pt x="7607" y="3280"/>
                </a:lnTo>
                <a:lnTo>
                  <a:pt x="7608" y="3280"/>
                </a:lnTo>
                <a:lnTo>
                  <a:pt x="7610" y="3281"/>
                </a:lnTo>
                <a:lnTo>
                  <a:pt x="7610" y="3277"/>
                </a:lnTo>
                <a:lnTo>
                  <a:pt x="7609" y="3277"/>
                </a:lnTo>
                <a:lnTo>
                  <a:pt x="7608" y="3276"/>
                </a:lnTo>
                <a:lnTo>
                  <a:pt x="7609" y="3276"/>
                </a:lnTo>
                <a:lnTo>
                  <a:pt x="7610" y="3276"/>
                </a:lnTo>
                <a:lnTo>
                  <a:pt x="7610" y="3275"/>
                </a:lnTo>
                <a:lnTo>
                  <a:pt x="7611" y="3275"/>
                </a:lnTo>
                <a:lnTo>
                  <a:pt x="7612" y="3275"/>
                </a:lnTo>
                <a:lnTo>
                  <a:pt x="7617" y="3275"/>
                </a:lnTo>
                <a:lnTo>
                  <a:pt x="7618" y="3275"/>
                </a:lnTo>
                <a:lnTo>
                  <a:pt x="7619" y="3275"/>
                </a:lnTo>
                <a:lnTo>
                  <a:pt x="7620" y="3275"/>
                </a:lnTo>
                <a:lnTo>
                  <a:pt x="7623" y="3274"/>
                </a:lnTo>
                <a:lnTo>
                  <a:pt x="7623" y="3273"/>
                </a:lnTo>
                <a:lnTo>
                  <a:pt x="7623" y="3272"/>
                </a:lnTo>
                <a:lnTo>
                  <a:pt x="7624" y="3271"/>
                </a:lnTo>
                <a:lnTo>
                  <a:pt x="7625" y="3270"/>
                </a:lnTo>
                <a:lnTo>
                  <a:pt x="7626" y="3270"/>
                </a:lnTo>
                <a:lnTo>
                  <a:pt x="7626" y="3269"/>
                </a:lnTo>
                <a:lnTo>
                  <a:pt x="7627" y="3269"/>
                </a:lnTo>
                <a:lnTo>
                  <a:pt x="7629" y="3269"/>
                </a:lnTo>
                <a:lnTo>
                  <a:pt x="7629" y="3268"/>
                </a:lnTo>
                <a:lnTo>
                  <a:pt x="7630" y="3267"/>
                </a:lnTo>
                <a:lnTo>
                  <a:pt x="7630" y="3268"/>
                </a:lnTo>
                <a:lnTo>
                  <a:pt x="7631" y="3268"/>
                </a:lnTo>
                <a:lnTo>
                  <a:pt x="7631" y="3269"/>
                </a:lnTo>
                <a:lnTo>
                  <a:pt x="7631" y="3270"/>
                </a:lnTo>
                <a:lnTo>
                  <a:pt x="7632" y="3270"/>
                </a:lnTo>
                <a:lnTo>
                  <a:pt x="7632" y="3269"/>
                </a:lnTo>
                <a:lnTo>
                  <a:pt x="7633" y="3269"/>
                </a:lnTo>
                <a:lnTo>
                  <a:pt x="7632" y="3268"/>
                </a:lnTo>
                <a:lnTo>
                  <a:pt x="7632" y="3267"/>
                </a:lnTo>
                <a:lnTo>
                  <a:pt x="7633" y="3267"/>
                </a:lnTo>
                <a:lnTo>
                  <a:pt x="7633" y="3268"/>
                </a:lnTo>
                <a:lnTo>
                  <a:pt x="7634" y="3268"/>
                </a:lnTo>
                <a:lnTo>
                  <a:pt x="7634" y="3269"/>
                </a:lnTo>
                <a:lnTo>
                  <a:pt x="7634" y="3270"/>
                </a:lnTo>
                <a:lnTo>
                  <a:pt x="7635" y="3270"/>
                </a:lnTo>
                <a:lnTo>
                  <a:pt x="7636" y="3270"/>
                </a:lnTo>
                <a:lnTo>
                  <a:pt x="7636" y="3269"/>
                </a:lnTo>
                <a:lnTo>
                  <a:pt x="7637" y="3268"/>
                </a:lnTo>
                <a:lnTo>
                  <a:pt x="7636" y="3267"/>
                </a:lnTo>
                <a:lnTo>
                  <a:pt x="7635" y="3267"/>
                </a:lnTo>
                <a:lnTo>
                  <a:pt x="7636" y="3267"/>
                </a:lnTo>
                <a:lnTo>
                  <a:pt x="7637" y="3267"/>
                </a:lnTo>
                <a:lnTo>
                  <a:pt x="7638" y="3268"/>
                </a:lnTo>
                <a:lnTo>
                  <a:pt x="7639" y="3268"/>
                </a:lnTo>
                <a:lnTo>
                  <a:pt x="7641" y="3269"/>
                </a:lnTo>
                <a:lnTo>
                  <a:pt x="7640" y="3269"/>
                </a:lnTo>
                <a:lnTo>
                  <a:pt x="7640" y="3270"/>
                </a:lnTo>
                <a:lnTo>
                  <a:pt x="7641" y="3270"/>
                </a:lnTo>
                <a:lnTo>
                  <a:pt x="7641" y="3271"/>
                </a:lnTo>
                <a:lnTo>
                  <a:pt x="7642" y="3271"/>
                </a:lnTo>
                <a:lnTo>
                  <a:pt x="7643" y="3271"/>
                </a:lnTo>
                <a:lnTo>
                  <a:pt x="7642" y="3271"/>
                </a:lnTo>
                <a:lnTo>
                  <a:pt x="7642" y="3272"/>
                </a:lnTo>
                <a:lnTo>
                  <a:pt x="7641" y="3273"/>
                </a:lnTo>
                <a:lnTo>
                  <a:pt x="7640" y="3273"/>
                </a:lnTo>
                <a:lnTo>
                  <a:pt x="7640" y="3274"/>
                </a:lnTo>
                <a:lnTo>
                  <a:pt x="7640" y="3275"/>
                </a:lnTo>
                <a:lnTo>
                  <a:pt x="7640" y="3276"/>
                </a:lnTo>
                <a:lnTo>
                  <a:pt x="7639" y="3276"/>
                </a:lnTo>
                <a:lnTo>
                  <a:pt x="7639" y="3275"/>
                </a:lnTo>
                <a:lnTo>
                  <a:pt x="7638" y="3274"/>
                </a:lnTo>
                <a:lnTo>
                  <a:pt x="7637" y="3274"/>
                </a:lnTo>
                <a:lnTo>
                  <a:pt x="7636" y="3274"/>
                </a:lnTo>
                <a:lnTo>
                  <a:pt x="7635" y="3273"/>
                </a:lnTo>
                <a:lnTo>
                  <a:pt x="7634" y="3273"/>
                </a:lnTo>
                <a:lnTo>
                  <a:pt x="7634" y="3274"/>
                </a:lnTo>
                <a:lnTo>
                  <a:pt x="7633" y="3274"/>
                </a:lnTo>
                <a:lnTo>
                  <a:pt x="7631" y="3275"/>
                </a:lnTo>
                <a:lnTo>
                  <a:pt x="7630" y="3277"/>
                </a:lnTo>
                <a:lnTo>
                  <a:pt x="7628" y="3278"/>
                </a:lnTo>
                <a:lnTo>
                  <a:pt x="7627" y="3279"/>
                </a:lnTo>
                <a:lnTo>
                  <a:pt x="7626" y="3281"/>
                </a:lnTo>
                <a:lnTo>
                  <a:pt x="7625" y="3282"/>
                </a:lnTo>
                <a:lnTo>
                  <a:pt x="7625" y="3284"/>
                </a:lnTo>
                <a:lnTo>
                  <a:pt x="7625" y="3285"/>
                </a:lnTo>
                <a:lnTo>
                  <a:pt x="7625" y="3286"/>
                </a:lnTo>
                <a:lnTo>
                  <a:pt x="7625" y="3287"/>
                </a:lnTo>
                <a:lnTo>
                  <a:pt x="7626" y="3287"/>
                </a:lnTo>
                <a:lnTo>
                  <a:pt x="7626" y="3288"/>
                </a:lnTo>
                <a:lnTo>
                  <a:pt x="7627" y="3288"/>
                </a:lnTo>
                <a:lnTo>
                  <a:pt x="7626" y="3290"/>
                </a:lnTo>
                <a:lnTo>
                  <a:pt x="7626" y="3291"/>
                </a:lnTo>
                <a:lnTo>
                  <a:pt x="7626" y="3292"/>
                </a:lnTo>
                <a:lnTo>
                  <a:pt x="7625" y="3293"/>
                </a:lnTo>
                <a:lnTo>
                  <a:pt x="7624" y="3293"/>
                </a:lnTo>
                <a:lnTo>
                  <a:pt x="7624" y="3292"/>
                </a:lnTo>
                <a:lnTo>
                  <a:pt x="7623" y="3291"/>
                </a:lnTo>
                <a:lnTo>
                  <a:pt x="7622" y="3291"/>
                </a:lnTo>
                <a:lnTo>
                  <a:pt x="7622" y="3292"/>
                </a:lnTo>
                <a:lnTo>
                  <a:pt x="7622" y="3293"/>
                </a:lnTo>
                <a:lnTo>
                  <a:pt x="7623" y="3293"/>
                </a:lnTo>
                <a:lnTo>
                  <a:pt x="7624" y="3294"/>
                </a:lnTo>
                <a:lnTo>
                  <a:pt x="7624" y="3295"/>
                </a:lnTo>
                <a:lnTo>
                  <a:pt x="7624" y="3296"/>
                </a:lnTo>
                <a:lnTo>
                  <a:pt x="7623" y="3297"/>
                </a:lnTo>
                <a:lnTo>
                  <a:pt x="7624" y="3298"/>
                </a:lnTo>
                <a:lnTo>
                  <a:pt x="7625" y="3298"/>
                </a:lnTo>
                <a:lnTo>
                  <a:pt x="7625" y="3299"/>
                </a:lnTo>
                <a:lnTo>
                  <a:pt x="7624" y="3298"/>
                </a:lnTo>
                <a:lnTo>
                  <a:pt x="7623" y="3298"/>
                </a:lnTo>
                <a:lnTo>
                  <a:pt x="7622" y="3298"/>
                </a:lnTo>
                <a:lnTo>
                  <a:pt x="7622" y="3299"/>
                </a:lnTo>
                <a:lnTo>
                  <a:pt x="7622" y="3300"/>
                </a:lnTo>
                <a:lnTo>
                  <a:pt x="7623" y="3300"/>
                </a:lnTo>
                <a:lnTo>
                  <a:pt x="7624" y="3300"/>
                </a:lnTo>
                <a:lnTo>
                  <a:pt x="7625" y="3300"/>
                </a:lnTo>
                <a:lnTo>
                  <a:pt x="7625" y="3301"/>
                </a:lnTo>
                <a:lnTo>
                  <a:pt x="7625" y="3302"/>
                </a:lnTo>
                <a:lnTo>
                  <a:pt x="7624" y="3303"/>
                </a:lnTo>
                <a:lnTo>
                  <a:pt x="7624" y="3304"/>
                </a:lnTo>
                <a:lnTo>
                  <a:pt x="7625" y="3304"/>
                </a:lnTo>
                <a:lnTo>
                  <a:pt x="7626" y="3304"/>
                </a:lnTo>
                <a:lnTo>
                  <a:pt x="7627" y="3303"/>
                </a:lnTo>
                <a:lnTo>
                  <a:pt x="7628" y="3304"/>
                </a:lnTo>
                <a:lnTo>
                  <a:pt x="7629" y="3305"/>
                </a:lnTo>
                <a:lnTo>
                  <a:pt x="7630" y="3306"/>
                </a:lnTo>
                <a:lnTo>
                  <a:pt x="7630" y="3308"/>
                </a:lnTo>
                <a:lnTo>
                  <a:pt x="7630" y="3309"/>
                </a:lnTo>
                <a:lnTo>
                  <a:pt x="7630" y="3310"/>
                </a:lnTo>
                <a:lnTo>
                  <a:pt x="7631" y="3310"/>
                </a:lnTo>
                <a:lnTo>
                  <a:pt x="7632" y="3311"/>
                </a:lnTo>
                <a:lnTo>
                  <a:pt x="7633" y="3312"/>
                </a:lnTo>
                <a:lnTo>
                  <a:pt x="7634" y="3312"/>
                </a:lnTo>
                <a:lnTo>
                  <a:pt x="7635" y="3312"/>
                </a:lnTo>
                <a:lnTo>
                  <a:pt x="7636" y="3313"/>
                </a:lnTo>
                <a:lnTo>
                  <a:pt x="7636" y="3314"/>
                </a:lnTo>
                <a:lnTo>
                  <a:pt x="7635" y="3314"/>
                </a:lnTo>
                <a:lnTo>
                  <a:pt x="7634" y="3315"/>
                </a:lnTo>
                <a:lnTo>
                  <a:pt x="7633" y="3316"/>
                </a:lnTo>
                <a:lnTo>
                  <a:pt x="7632" y="3316"/>
                </a:lnTo>
                <a:lnTo>
                  <a:pt x="7631" y="3317"/>
                </a:lnTo>
                <a:lnTo>
                  <a:pt x="7630" y="3317"/>
                </a:lnTo>
                <a:lnTo>
                  <a:pt x="7627" y="3319"/>
                </a:lnTo>
                <a:lnTo>
                  <a:pt x="7627" y="3320"/>
                </a:lnTo>
                <a:lnTo>
                  <a:pt x="7627" y="3321"/>
                </a:lnTo>
                <a:lnTo>
                  <a:pt x="7628" y="3322"/>
                </a:lnTo>
                <a:lnTo>
                  <a:pt x="7629" y="3322"/>
                </a:lnTo>
                <a:lnTo>
                  <a:pt x="7630" y="3322"/>
                </a:lnTo>
                <a:lnTo>
                  <a:pt x="7631" y="3323"/>
                </a:lnTo>
                <a:lnTo>
                  <a:pt x="7631" y="3324"/>
                </a:lnTo>
                <a:lnTo>
                  <a:pt x="7631" y="3325"/>
                </a:lnTo>
                <a:lnTo>
                  <a:pt x="7631" y="3326"/>
                </a:lnTo>
                <a:lnTo>
                  <a:pt x="7629" y="3326"/>
                </a:lnTo>
                <a:lnTo>
                  <a:pt x="7627" y="3326"/>
                </a:lnTo>
                <a:lnTo>
                  <a:pt x="7627" y="3325"/>
                </a:lnTo>
                <a:lnTo>
                  <a:pt x="7626" y="3325"/>
                </a:lnTo>
                <a:lnTo>
                  <a:pt x="7624" y="3325"/>
                </a:lnTo>
                <a:lnTo>
                  <a:pt x="7623" y="3325"/>
                </a:lnTo>
                <a:lnTo>
                  <a:pt x="7622" y="3325"/>
                </a:lnTo>
                <a:lnTo>
                  <a:pt x="7621" y="3326"/>
                </a:lnTo>
                <a:lnTo>
                  <a:pt x="7620" y="3326"/>
                </a:lnTo>
                <a:lnTo>
                  <a:pt x="7619" y="3326"/>
                </a:lnTo>
                <a:lnTo>
                  <a:pt x="7618" y="3326"/>
                </a:lnTo>
                <a:lnTo>
                  <a:pt x="7617" y="3327"/>
                </a:lnTo>
                <a:lnTo>
                  <a:pt x="7617" y="3328"/>
                </a:lnTo>
                <a:lnTo>
                  <a:pt x="7616" y="3328"/>
                </a:lnTo>
                <a:lnTo>
                  <a:pt x="7616" y="3329"/>
                </a:lnTo>
                <a:lnTo>
                  <a:pt x="7616" y="3331"/>
                </a:lnTo>
                <a:lnTo>
                  <a:pt x="7615" y="3333"/>
                </a:lnTo>
                <a:lnTo>
                  <a:pt x="7615" y="3336"/>
                </a:lnTo>
                <a:lnTo>
                  <a:pt x="7614" y="3336"/>
                </a:lnTo>
                <a:lnTo>
                  <a:pt x="7613" y="3335"/>
                </a:lnTo>
                <a:lnTo>
                  <a:pt x="7612" y="3336"/>
                </a:lnTo>
                <a:lnTo>
                  <a:pt x="7612" y="3337"/>
                </a:lnTo>
                <a:lnTo>
                  <a:pt x="7613" y="3338"/>
                </a:lnTo>
                <a:lnTo>
                  <a:pt x="7614" y="3338"/>
                </a:lnTo>
                <a:lnTo>
                  <a:pt x="7614" y="3339"/>
                </a:lnTo>
                <a:lnTo>
                  <a:pt x="7615" y="3339"/>
                </a:lnTo>
                <a:lnTo>
                  <a:pt x="7615" y="3340"/>
                </a:lnTo>
                <a:lnTo>
                  <a:pt x="7615" y="3341"/>
                </a:lnTo>
                <a:lnTo>
                  <a:pt x="7616" y="3343"/>
                </a:lnTo>
                <a:lnTo>
                  <a:pt x="7616" y="3344"/>
                </a:lnTo>
                <a:lnTo>
                  <a:pt x="7617" y="3347"/>
                </a:lnTo>
                <a:lnTo>
                  <a:pt x="7616" y="3347"/>
                </a:lnTo>
                <a:lnTo>
                  <a:pt x="7615" y="3347"/>
                </a:lnTo>
                <a:lnTo>
                  <a:pt x="7613" y="3348"/>
                </a:lnTo>
                <a:lnTo>
                  <a:pt x="7612" y="3349"/>
                </a:lnTo>
                <a:lnTo>
                  <a:pt x="7611" y="3352"/>
                </a:lnTo>
                <a:lnTo>
                  <a:pt x="7613" y="3354"/>
                </a:lnTo>
                <a:lnTo>
                  <a:pt x="7614" y="3356"/>
                </a:lnTo>
                <a:lnTo>
                  <a:pt x="7614" y="3355"/>
                </a:lnTo>
                <a:lnTo>
                  <a:pt x="7615" y="3355"/>
                </a:lnTo>
                <a:lnTo>
                  <a:pt x="7615" y="3354"/>
                </a:lnTo>
                <a:lnTo>
                  <a:pt x="7615" y="3353"/>
                </a:lnTo>
                <a:lnTo>
                  <a:pt x="7616" y="3353"/>
                </a:lnTo>
                <a:lnTo>
                  <a:pt x="7618" y="3352"/>
                </a:lnTo>
                <a:lnTo>
                  <a:pt x="7619" y="3352"/>
                </a:lnTo>
                <a:lnTo>
                  <a:pt x="7620" y="3353"/>
                </a:lnTo>
                <a:lnTo>
                  <a:pt x="7621" y="3354"/>
                </a:lnTo>
                <a:lnTo>
                  <a:pt x="7622" y="3354"/>
                </a:lnTo>
                <a:lnTo>
                  <a:pt x="7623" y="3354"/>
                </a:lnTo>
                <a:lnTo>
                  <a:pt x="7623" y="3353"/>
                </a:lnTo>
                <a:lnTo>
                  <a:pt x="7625" y="3352"/>
                </a:lnTo>
                <a:lnTo>
                  <a:pt x="7626" y="3352"/>
                </a:lnTo>
                <a:lnTo>
                  <a:pt x="7628" y="3351"/>
                </a:lnTo>
                <a:lnTo>
                  <a:pt x="7632" y="3348"/>
                </a:lnTo>
                <a:lnTo>
                  <a:pt x="7633" y="3348"/>
                </a:lnTo>
                <a:lnTo>
                  <a:pt x="7634" y="3347"/>
                </a:lnTo>
                <a:lnTo>
                  <a:pt x="7635" y="3348"/>
                </a:lnTo>
                <a:lnTo>
                  <a:pt x="7634" y="3348"/>
                </a:lnTo>
                <a:lnTo>
                  <a:pt x="7634" y="3349"/>
                </a:lnTo>
                <a:lnTo>
                  <a:pt x="7633" y="3349"/>
                </a:lnTo>
                <a:lnTo>
                  <a:pt x="7631" y="3349"/>
                </a:lnTo>
                <a:lnTo>
                  <a:pt x="7631" y="3350"/>
                </a:lnTo>
                <a:lnTo>
                  <a:pt x="7630" y="3350"/>
                </a:lnTo>
                <a:lnTo>
                  <a:pt x="7630" y="3352"/>
                </a:lnTo>
                <a:lnTo>
                  <a:pt x="7629" y="3353"/>
                </a:lnTo>
                <a:lnTo>
                  <a:pt x="7629" y="3356"/>
                </a:lnTo>
                <a:lnTo>
                  <a:pt x="7630" y="3358"/>
                </a:lnTo>
                <a:lnTo>
                  <a:pt x="7630" y="3359"/>
                </a:lnTo>
                <a:lnTo>
                  <a:pt x="7631" y="3360"/>
                </a:lnTo>
                <a:lnTo>
                  <a:pt x="7632" y="3361"/>
                </a:lnTo>
                <a:lnTo>
                  <a:pt x="7631" y="3362"/>
                </a:lnTo>
                <a:lnTo>
                  <a:pt x="7631" y="3363"/>
                </a:lnTo>
                <a:lnTo>
                  <a:pt x="7631" y="3364"/>
                </a:lnTo>
                <a:lnTo>
                  <a:pt x="7630" y="3364"/>
                </a:lnTo>
                <a:lnTo>
                  <a:pt x="7630" y="3365"/>
                </a:lnTo>
                <a:lnTo>
                  <a:pt x="7630" y="3366"/>
                </a:lnTo>
                <a:lnTo>
                  <a:pt x="7630" y="3368"/>
                </a:lnTo>
                <a:lnTo>
                  <a:pt x="7630" y="3369"/>
                </a:lnTo>
                <a:lnTo>
                  <a:pt x="7630" y="3370"/>
                </a:lnTo>
                <a:lnTo>
                  <a:pt x="7631" y="3371"/>
                </a:lnTo>
                <a:lnTo>
                  <a:pt x="7631" y="3372"/>
                </a:lnTo>
                <a:lnTo>
                  <a:pt x="7632" y="3374"/>
                </a:lnTo>
                <a:lnTo>
                  <a:pt x="7632" y="3375"/>
                </a:lnTo>
                <a:lnTo>
                  <a:pt x="7631" y="3376"/>
                </a:lnTo>
                <a:lnTo>
                  <a:pt x="7631" y="3377"/>
                </a:lnTo>
                <a:lnTo>
                  <a:pt x="7630" y="3378"/>
                </a:lnTo>
                <a:lnTo>
                  <a:pt x="7629" y="3378"/>
                </a:lnTo>
                <a:lnTo>
                  <a:pt x="7628" y="3379"/>
                </a:lnTo>
                <a:lnTo>
                  <a:pt x="7627" y="3380"/>
                </a:lnTo>
                <a:lnTo>
                  <a:pt x="7626" y="3379"/>
                </a:lnTo>
                <a:lnTo>
                  <a:pt x="7627" y="3379"/>
                </a:lnTo>
                <a:lnTo>
                  <a:pt x="7627" y="3378"/>
                </a:lnTo>
                <a:lnTo>
                  <a:pt x="7628" y="3377"/>
                </a:lnTo>
                <a:lnTo>
                  <a:pt x="7628" y="3376"/>
                </a:lnTo>
                <a:lnTo>
                  <a:pt x="7628" y="3375"/>
                </a:lnTo>
                <a:lnTo>
                  <a:pt x="7628" y="3374"/>
                </a:lnTo>
                <a:lnTo>
                  <a:pt x="7628" y="3373"/>
                </a:lnTo>
                <a:lnTo>
                  <a:pt x="7628" y="3372"/>
                </a:lnTo>
                <a:lnTo>
                  <a:pt x="7627" y="3372"/>
                </a:lnTo>
                <a:lnTo>
                  <a:pt x="7626" y="3372"/>
                </a:lnTo>
                <a:lnTo>
                  <a:pt x="7626" y="3373"/>
                </a:lnTo>
                <a:lnTo>
                  <a:pt x="7626" y="3372"/>
                </a:lnTo>
                <a:lnTo>
                  <a:pt x="7625" y="3372"/>
                </a:lnTo>
                <a:lnTo>
                  <a:pt x="7624" y="3372"/>
                </a:lnTo>
                <a:lnTo>
                  <a:pt x="7623" y="3374"/>
                </a:lnTo>
                <a:lnTo>
                  <a:pt x="7623" y="3375"/>
                </a:lnTo>
                <a:lnTo>
                  <a:pt x="7622" y="3374"/>
                </a:lnTo>
                <a:lnTo>
                  <a:pt x="7621" y="3374"/>
                </a:lnTo>
                <a:lnTo>
                  <a:pt x="7620" y="3374"/>
                </a:lnTo>
                <a:lnTo>
                  <a:pt x="7620" y="3375"/>
                </a:lnTo>
                <a:lnTo>
                  <a:pt x="7619" y="3375"/>
                </a:lnTo>
                <a:lnTo>
                  <a:pt x="7617" y="3375"/>
                </a:lnTo>
                <a:lnTo>
                  <a:pt x="7616" y="3375"/>
                </a:lnTo>
                <a:lnTo>
                  <a:pt x="7615" y="3376"/>
                </a:lnTo>
                <a:lnTo>
                  <a:pt x="7614" y="3377"/>
                </a:lnTo>
                <a:lnTo>
                  <a:pt x="7614" y="3378"/>
                </a:lnTo>
                <a:lnTo>
                  <a:pt x="7614" y="3380"/>
                </a:lnTo>
                <a:lnTo>
                  <a:pt x="7615" y="3381"/>
                </a:lnTo>
                <a:lnTo>
                  <a:pt x="7616" y="3382"/>
                </a:lnTo>
                <a:lnTo>
                  <a:pt x="7617" y="3383"/>
                </a:lnTo>
                <a:lnTo>
                  <a:pt x="7617" y="3384"/>
                </a:lnTo>
                <a:lnTo>
                  <a:pt x="7618" y="3383"/>
                </a:lnTo>
                <a:lnTo>
                  <a:pt x="7618" y="3381"/>
                </a:lnTo>
                <a:lnTo>
                  <a:pt x="7619" y="3381"/>
                </a:lnTo>
                <a:lnTo>
                  <a:pt x="7619" y="3384"/>
                </a:lnTo>
                <a:lnTo>
                  <a:pt x="7620" y="3385"/>
                </a:lnTo>
                <a:lnTo>
                  <a:pt x="7619" y="3385"/>
                </a:lnTo>
                <a:lnTo>
                  <a:pt x="7618" y="3385"/>
                </a:lnTo>
                <a:lnTo>
                  <a:pt x="7618" y="3386"/>
                </a:lnTo>
                <a:lnTo>
                  <a:pt x="7617" y="3387"/>
                </a:lnTo>
                <a:lnTo>
                  <a:pt x="7617" y="3388"/>
                </a:lnTo>
                <a:lnTo>
                  <a:pt x="7616" y="3388"/>
                </a:lnTo>
                <a:lnTo>
                  <a:pt x="7615" y="3388"/>
                </a:lnTo>
                <a:lnTo>
                  <a:pt x="7614" y="3389"/>
                </a:lnTo>
                <a:lnTo>
                  <a:pt x="7613" y="3388"/>
                </a:lnTo>
                <a:lnTo>
                  <a:pt x="7612" y="3388"/>
                </a:lnTo>
                <a:lnTo>
                  <a:pt x="7610" y="3389"/>
                </a:lnTo>
                <a:lnTo>
                  <a:pt x="7609" y="3389"/>
                </a:lnTo>
                <a:lnTo>
                  <a:pt x="7609" y="3390"/>
                </a:lnTo>
                <a:lnTo>
                  <a:pt x="7609" y="3391"/>
                </a:lnTo>
                <a:lnTo>
                  <a:pt x="7609" y="3392"/>
                </a:lnTo>
                <a:lnTo>
                  <a:pt x="7610" y="3392"/>
                </a:lnTo>
                <a:lnTo>
                  <a:pt x="7610" y="3393"/>
                </a:lnTo>
                <a:lnTo>
                  <a:pt x="7609" y="3393"/>
                </a:lnTo>
                <a:lnTo>
                  <a:pt x="7609" y="3394"/>
                </a:lnTo>
                <a:lnTo>
                  <a:pt x="7608" y="3395"/>
                </a:lnTo>
                <a:lnTo>
                  <a:pt x="7607" y="3395"/>
                </a:lnTo>
                <a:lnTo>
                  <a:pt x="7606" y="3395"/>
                </a:lnTo>
                <a:lnTo>
                  <a:pt x="7606" y="3396"/>
                </a:lnTo>
                <a:lnTo>
                  <a:pt x="7606" y="3397"/>
                </a:lnTo>
                <a:lnTo>
                  <a:pt x="7605" y="3397"/>
                </a:lnTo>
                <a:lnTo>
                  <a:pt x="7604" y="3397"/>
                </a:lnTo>
                <a:lnTo>
                  <a:pt x="7605" y="3396"/>
                </a:lnTo>
                <a:lnTo>
                  <a:pt x="7604" y="3396"/>
                </a:lnTo>
                <a:lnTo>
                  <a:pt x="7603" y="3396"/>
                </a:lnTo>
                <a:lnTo>
                  <a:pt x="7602" y="3396"/>
                </a:lnTo>
                <a:lnTo>
                  <a:pt x="7602" y="3397"/>
                </a:lnTo>
                <a:lnTo>
                  <a:pt x="7601" y="3397"/>
                </a:lnTo>
                <a:lnTo>
                  <a:pt x="7600" y="3397"/>
                </a:lnTo>
                <a:lnTo>
                  <a:pt x="7599" y="3397"/>
                </a:lnTo>
                <a:lnTo>
                  <a:pt x="7598" y="3397"/>
                </a:lnTo>
                <a:lnTo>
                  <a:pt x="7597" y="3397"/>
                </a:lnTo>
                <a:lnTo>
                  <a:pt x="7596" y="3397"/>
                </a:lnTo>
                <a:lnTo>
                  <a:pt x="7594" y="3397"/>
                </a:lnTo>
                <a:lnTo>
                  <a:pt x="7593" y="3396"/>
                </a:lnTo>
                <a:lnTo>
                  <a:pt x="7593" y="3397"/>
                </a:lnTo>
                <a:lnTo>
                  <a:pt x="7592" y="3397"/>
                </a:lnTo>
                <a:lnTo>
                  <a:pt x="7591" y="3397"/>
                </a:lnTo>
                <a:lnTo>
                  <a:pt x="7588" y="3397"/>
                </a:lnTo>
                <a:lnTo>
                  <a:pt x="7587" y="3396"/>
                </a:lnTo>
                <a:lnTo>
                  <a:pt x="7586" y="3396"/>
                </a:lnTo>
                <a:lnTo>
                  <a:pt x="7585" y="3396"/>
                </a:lnTo>
                <a:lnTo>
                  <a:pt x="7584" y="3397"/>
                </a:lnTo>
                <a:lnTo>
                  <a:pt x="7583" y="3397"/>
                </a:lnTo>
                <a:lnTo>
                  <a:pt x="7583" y="3398"/>
                </a:lnTo>
                <a:lnTo>
                  <a:pt x="7582" y="3398"/>
                </a:lnTo>
                <a:lnTo>
                  <a:pt x="7581" y="3398"/>
                </a:lnTo>
                <a:lnTo>
                  <a:pt x="7580" y="3398"/>
                </a:lnTo>
                <a:lnTo>
                  <a:pt x="7579" y="3398"/>
                </a:lnTo>
                <a:lnTo>
                  <a:pt x="7580" y="3398"/>
                </a:lnTo>
                <a:lnTo>
                  <a:pt x="7580" y="3396"/>
                </a:lnTo>
                <a:lnTo>
                  <a:pt x="7580" y="3395"/>
                </a:lnTo>
                <a:lnTo>
                  <a:pt x="7581" y="3395"/>
                </a:lnTo>
                <a:lnTo>
                  <a:pt x="7580" y="3393"/>
                </a:lnTo>
                <a:lnTo>
                  <a:pt x="7579" y="3392"/>
                </a:lnTo>
                <a:lnTo>
                  <a:pt x="7578" y="3391"/>
                </a:lnTo>
                <a:lnTo>
                  <a:pt x="7578" y="3390"/>
                </a:lnTo>
                <a:lnTo>
                  <a:pt x="7579" y="3389"/>
                </a:lnTo>
                <a:lnTo>
                  <a:pt x="7579" y="3388"/>
                </a:lnTo>
                <a:lnTo>
                  <a:pt x="7580" y="3387"/>
                </a:lnTo>
                <a:lnTo>
                  <a:pt x="7579" y="3386"/>
                </a:lnTo>
                <a:lnTo>
                  <a:pt x="7580" y="3386"/>
                </a:lnTo>
                <a:lnTo>
                  <a:pt x="7580" y="3385"/>
                </a:lnTo>
                <a:lnTo>
                  <a:pt x="7583" y="3385"/>
                </a:lnTo>
                <a:lnTo>
                  <a:pt x="7584" y="3385"/>
                </a:lnTo>
                <a:lnTo>
                  <a:pt x="7585" y="3385"/>
                </a:lnTo>
                <a:lnTo>
                  <a:pt x="7586" y="3385"/>
                </a:lnTo>
                <a:lnTo>
                  <a:pt x="7587" y="3385"/>
                </a:lnTo>
                <a:lnTo>
                  <a:pt x="7588" y="3385"/>
                </a:lnTo>
                <a:lnTo>
                  <a:pt x="7589" y="3384"/>
                </a:lnTo>
                <a:lnTo>
                  <a:pt x="7588" y="3384"/>
                </a:lnTo>
                <a:lnTo>
                  <a:pt x="7587" y="3384"/>
                </a:lnTo>
                <a:lnTo>
                  <a:pt x="7584" y="3384"/>
                </a:lnTo>
                <a:lnTo>
                  <a:pt x="7582" y="3385"/>
                </a:lnTo>
                <a:lnTo>
                  <a:pt x="7581" y="3385"/>
                </a:lnTo>
                <a:lnTo>
                  <a:pt x="7580" y="3385"/>
                </a:lnTo>
                <a:lnTo>
                  <a:pt x="7578" y="3383"/>
                </a:lnTo>
                <a:lnTo>
                  <a:pt x="7578" y="3384"/>
                </a:lnTo>
                <a:lnTo>
                  <a:pt x="7578" y="3385"/>
                </a:lnTo>
                <a:lnTo>
                  <a:pt x="7577" y="3386"/>
                </a:lnTo>
                <a:lnTo>
                  <a:pt x="7576" y="3385"/>
                </a:lnTo>
                <a:lnTo>
                  <a:pt x="7575" y="3385"/>
                </a:lnTo>
                <a:lnTo>
                  <a:pt x="7573" y="3384"/>
                </a:lnTo>
                <a:lnTo>
                  <a:pt x="7573" y="3383"/>
                </a:lnTo>
                <a:lnTo>
                  <a:pt x="7573" y="3381"/>
                </a:lnTo>
                <a:lnTo>
                  <a:pt x="7573" y="3380"/>
                </a:lnTo>
                <a:lnTo>
                  <a:pt x="7572" y="3380"/>
                </a:lnTo>
                <a:lnTo>
                  <a:pt x="7572" y="3381"/>
                </a:lnTo>
                <a:lnTo>
                  <a:pt x="7571" y="3381"/>
                </a:lnTo>
                <a:lnTo>
                  <a:pt x="7570" y="3381"/>
                </a:lnTo>
                <a:lnTo>
                  <a:pt x="7571" y="3379"/>
                </a:lnTo>
                <a:lnTo>
                  <a:pt x="7571" y="3378"/>
                </a:lnTo>
                <a:lnTo>
                  <a:pt x="7571" y="3377"/>
                </a:lnTo>
                <a:lnTo>
                  <a:pt x="7572" y="3377"/>
                </a:lnTo>
                <a:lnTo>
                  <a:pt x="7572" y="3375"/>
                </a:lnTo>
                <a:lnTo>
                  <a:pt x="7573" y="3375"/>
                </a:lnTo>
                <a:lnTo>
                  <a:pt x="7573" y="3374"/>
                </a:lnTo>
                <a:lnTo>
                  <a:pt x="7573" y="3373"/>
                </a:lnTo>
                <a:lnTo>
                  <a:pt x="7573" y="3371"/>
                </a:lnTo>
                <a:lnTo>
                  <a:pt x="7573" y="3369"/>
                </a:lnTo>
                <a:lnTo>
                  <a:pt x="7573" y="3368"/>
                </a:lnTo>
                <a:lnTo>
                  <a:pt x="7573" y="3366"/>
                </a:lnTo>
                <a:lnTo>
                  <a:pt x="7574" y="3366"/>
                </a:lnTo>
                <a:lnTo>
                  <a:pt x="7575" y="3366"/>
                </a:lnTo>
                <a:lnTo>
                  <a:pt x="7576" y="3366"/>
                </a:lnTo>
                <a:lnTo>
                  <a:pt x="7577" y="3365"/>
                </a:lnTo>
                <a:lnTo>
                  <a:pt x="7577" y="3363"/>
                </a:lnTo>
                <a:lnTo>
                  <a:pt x="7577" y="3362"/>
                </a:lnTo>
                <a:lnTo>
                  <a:pt x="7578" y="3361"/>
                </a:lnTo>
                <a:lnTo>
                  <a:pt x="7578" y="3360"/>
                </a:lnTo>
                <a:lnTo>
                  <a:pt x="7579" y="3359"/>
                </a:lnTo>
                <a:lnTo>
                  <a:pt x="7580" y="3359"/>
                </a:lnTo>
                <a:lnTo>
                  <a:pt x="7580" y="3358"/>
                </a:lnTo>
                <a:lnTo>
                  <a:pt x="7579" y="3359"/>
                </a:lnTo>
                <a:lnTo>
                  <a:pt x="7578" y="3359"/>
                </a:lnTo>
                <a:lnTo>
                  <a:pt x="7578" y="3360"/>
                </a:lnTo>
                <a:lnTo>
                  <a:pt x="7577" y="3361"/>
                </a:lnTo>
                <a:lnTo>
                  <a:pt x="7577" y="3360"/>
                </a:lnTo>
                <a:lnTo>
                  <a:pt x="7576" y="3359"/>
                </a:lnTo>
                <a:lnTo>
                  <a:pt x="7576" y="3358"/>
                </a:lnTo>
                <a:lnTo>
                  <a:pt x="7575" y="3357"/>
                </a:lnTo>
                <a:lnTo>
                  <a:pt x="7574" y="3357"/>
                </a:lnTo>
                <a:lnTo>
                  <a:pt x="7574" y="3356"/>
                </a:lnTo>
                <a:lnTo>
                  <a:pt x="7574" y="3357"/>
                </a:lnTo>
                <a:lnTo>
                  <a:pt x="7573" y="3357"/>
                </a:lnTo>
                <a:lnTo>
                  <a:pt x="7574" y="3357"/>
                </a:lnTo>
                <a:lnTo>
                  <a:pt x="7575" y="3358"/>
                </a:lnTo>
                <a:lnTo>
                  <a:pt x="7576" y="3360"/>
                </a:lnTo>
                <a:lnTo>
                  <a:pt x="7576" y="3361"/>
                </a:lnTo>
                <a:lnTo>
                  <a:pt x="7575" y="3362"/>
                </a:lnTo>
                <a:lnTo>
                  <a:pt x="7575" y="3363"/>
                </a:lnTo>
                <a:lnTo>
                  <a:pt x="7575" y="3364"/>
                </a:lnTo>
                <a:lnTo>
                  <a:pt x="7574" y="3364"/>
                </a:lnTo>
                <a:lnTo>
                  <a:pt x="7573" y="3364"/>
                </a:lnTo>
                <a:lnTo>
                  <a:pt x="7573" y="3365"/>
                </a:lnTo>
                <a:lnTo>
                  <a:pt x="7571" y="3366"/>
                </a:lnTo>
                <a:lnTo>
                  <a:pt x="7570" y="3367"/>
                </a:lnTo>
                <a:lnTo>
                  <a:pt x="7569" y="3367"/>
                </a:lnTo>
                <a:lnTo>
                  <a:pt x="7569" y="3368"/>
                </a:lnTo>
                <a:lnTo>
                  <a:pt x="7570" y="3368"/>
                </a:lnTo>
                <a:lnTo>
                  <a:pt x="7570" y="3370"/>
                </a:lnTo>
                <a:lnTo>
                  <a:pt x="7570" y="3371"/>
                </a:lnTo>
                <a:lnTo>
                  <a:pt x="7570" y="3372"/>
                </a:lnTo>
                <a:lnTo>
                  <a:pt x="7570" y="3374"/>
                </a:lnTo>
                <a:lnTo>
                  <a:pt x="7570" y="3378"/>
                </a:lnTo>
                <a:lnTo>
                  <a:pt x="7570" y="3379"/>
                </a:lnTo>
                <a:lnTo>
                  <a:pt x="7569" y="3379"/>
                </a:lnTo>
                <a:lnTo>
                  <a:pt x="7568" y="3379"/>
                </a:lnTo>
                <a:lnTo>
                  <a:pt x="7568" y="3378"/>
                </a:lnTo>
                <a:lnTo>
                  <a:pt x="7567" y="3378"/>
                </a:lnTo>
                <a:lnTo>
                  <a:pt x="7566" y="3378"/>
                </a:lnTo>
                <a:lnTo>
                  <a:pt x="7565" y="3378"/>
                </a:lnTo>
                <a:lnTo>
                  <a:pt x="7564" y="3378"/>
                </a:lnTo>
                <a:lnTo>
                  <a:pt x="7563" y="3379"/>
                </a:lnTo>
                <a:lnTo>
                  <a:pt x="7562" y="3379"/>
                </a:lnTo>
                <a:lnTo>
                  <a:pt x="7561" y="3383"/>
                </a:lnTo>
                <a:lnTo>
                  <a:pt x="7561" y="3384"/>
                </a:lnTo>
                <a:lnTo>
                  <a:pt x="7562" y="3384"/>
                </a:lnTo>
                <a:lnTo>
                  <a:pt x="7562" y="3385"/>
                </a:lnTo>
                <a:lnTo>
                  <a:pt x="7562" y="3386"/>
                </a:lnTo>
                <a:lnTo>
                  <a:pt x="7561" y="3386"/>
                </a:lnTo>
                <a:lnTo>
                  <a:pt x="7559" y="3387"/>
                </a:lnTo>
                <a:lnTo>
                  <a:pt x="7557" y="3388"/>
                </a:lnTo>
                <a:lnTo>
                  <a:pt x="7557" y="3389"/>
                </a:lnTo>
                <a:lnTo>
                  <a:pt x="7556" y="3389"/>
                </a:lnTo>
                <a:lnTo>
                  <a:pt x="7555" y="3390"/>
                </a:lnTo>
                <a:lnTo>
                  <a:pt x="7555" y="3391"/>
                </a:lnTo>
                <a:lnTo>
                  <a:pt x="7554" y="3391"/>
                </a:lnTo>
                <a:lnTo>
                  <a:pt x="7553" y="3390"/>
                </a:lnTo>
                <a:lnTo>
                  <a:pt x="7553" y="3388"/>
                </a:lnTo>
                <a:lnTo>
                  <a:pt x="7553" y="3387"/>
                </a:lnTo>
                <a:lnTo>
                  <a:pt x="7553" y="3388"/>
                </a:lnTo>
                <a:lnTo>
                  <a:pt x="7553" y="3387"/>
                </a:lnTo>
                <a:lnTo>
                  <a:pt x="7552" y="3384"/>
                </a:lnTo>
                <a:lnTo>
                  <a:pt x="7551" y="3382"/>
                </a:lnTo>
                <a:lnTo>
                  <a:pt x="7550" y="3382"/>
                </a:lnTo>
                <a:lnTo>
                  <a:pt x="7549" y="3381"/>
                </a:lnTo>
                <a:lnTo>
                  <a:pt x="7550" y="3381"/>
                </a:lnTo>
                <a:lnTo>
                  <a:pt x="7550" y="3380"/>
                </a:lnTo>
                <a:lnTo>
                  <a:pt x="7549" y="3378"/>
                </a:lnTo>
                <a:lnTo>
                  <a:pt x="7548" y="3378"/>
                </a:lnTo>
                <a:lnTo>
                  <a:pt x="7547" y="3378"/>
                </a:lnTo>
                <a:lnTo>
                  <a:pt x="7546" y="3377"/>
                </a:lnTo>
                <a:lnTo>
                  <a:pt x="7546" y="3376"/>
                </a:lnTo>
                <a:lnTo>
                  <a:pt x="7546" y="3375"/>
                </a:lnTo>
                <a:lnTo>
                  <a:pt x="7546" y="3374"/>
                </a:lnTo>
                <a:lnTo>
                  <a:pt x="7546" y="3375"/>
                </a:lnTo>
                <a:lnTo>
                  <a:pt x="7545" y="3376"/>
                </a:lnTo>
                <a:lnTo>
                  <a:pt x="7545" y="3377"/>
                </a:lnTo>
                <a:lnTo>
                  <a:pt x="7546" y="3378"/>
                </a:lnTo>
                <a:lnTo>
                  <a:pt x="7547" y="3379"/>
                </a:lnTo>
                <a:lnTo>
                  <a:pt x="7543" y="3380"/>
                </a:lnTo>
                <a:lnTo>
                  <a:pt x="7542" y="3379"/>
                </a:lnTo>
                <a:lnTo>
                  <a:pt x="7541" y="3378"/>
                </a:lnTo>
                <a:lnTo>
                  <a:pt x="7540" y="3378"/>
                </a:lnTo>
                <a:lnTo>
                  <a:pt x="7539" y="3378"/>
                </a:lnTo>
                <a:lnTo>
                  <a:pt x="7538" y="3378"/>
                </a:lnTo>
                <a:lnTo>
                  <a:pt x="7538" y="3377"/>
                </a:lnTo>
                <a:lnTo>
                  <a:pt x="7537" y="3376"/>
                </a:lnTo>
                <a:lnTo>
                  <a:pt x="7537" y="3377"/>
                </a:lnTo>
                <a:lnTo>
                  <a:pt x="7538" y="3378"/>
                </a:lnTo>
                <a:lnTo>
                  <a:pt x="7539" y="3378"/>
                </a:lnTo>
                <a:lnTo>
                  <a:pt x="7541" y="3379"/>
                </a:lnTo>
                <a:lnTo>
                  <a:pt x="7542" y="3380"/>
                </a:lnTo>
                <a:lnTo>
                  <a:pt x="7542" y="3381"/>
                </a:lnTo>
                <a:lnTo>
                  <a:pt x="7541" y="3381"/>
                </a:lnTo>
                <a:lnTo>
                  <a:pt x="7540" y="3381"/>
                </a:lnTo>
                <a:lnTo>
                  <a:pt x="7541" y="3381"/>
                </a:lnTo>
                <a:lnTo>
                  <a:pt x="7542" y="3382"/>
                </a:lnTo>
                <a:lnTo>
                  <a:pt x="7542" y="3383"/>
                </a:lnTo>
                <a:lnTo>
                  <a:pt x="7542" y="3384"/>
                </a:lnTo>
                <a:lnTo>
                  <a:pt x="7541" y="3384"/>
                </a:lnTo>
                <a:lnTo>
                  <a:pt x="7540" y="3385"/>
                </a:lnTo>
                <a:lnTo>
                  <a:pt x="7538" y="3386"/>
                </a:lnTo>
                <a:lnTo>
                  <a:pt x="7536" y="3387"/>
                </a:lnTo>
                <a:lnTo>
                  <a:pt x="7535" y="3388"/>
                </a:lnTo>
                <a:lnTo>
                  <a:pt x="7534" y="3388"/>
                </a:lnTo>
                <a:lnTo>
                  <a:pt x="7533" y="3389"/>
                </a:lnTo>
                <a:lnTo>
                  <a:pt x="7532" y="3390"/>
                </a:lnTo>
                <a:lnTo>
                  <a:pt x="7531" y="3390"/>
                </a:lnTo>
                <a:lnTo>
                  <a:pt x="7530" y="3391"/>
                </a:lnTo>
                <a:lnTo>
                  <a:pt x="7529" y="3391"/>
                </a:lnTo>
                <a:lnTo>
                  <a:pt x="7528" y="3392"/>
                </a:lnTo>
                <a:lnTo>
                  <a:pt x="7527" y="3392"/>
                </a:lnTo>
                <a:lnTo>
                  <a:pt x="7526" y="3393"/>
                </a:lnTo>
                <a:lnTo>
                  <a:pt x="7525" y="3395"/>
                </a:lnTo>
                <a:lnTo>
                  <a:pt x="7524" y="3395"/>
                </a:lnTo>
                <a:lnTo>
                  <a:pt x="7523" y="3395"/>
                </a:lnTo>
                <a:lnTo>
                  <a:pt x="7522" y="3396"/>
                </a:lnTo>
                <a:lnTo>
                  <a:pt x="7521" y="3397"/>
                </a:lnTo>
                <a:lnTo>
                  <a:pt x="7520" y="3397"/>
                </a:lnTo>
                <a:lnTo>
                  <a:pt x="7519" y="3398"/>
                </a:lnTo>
                <a:lnTo>
                  <a:pt x="7518" y="3398"/>
                </a:lnTo>
                <a:lnTo>
                  <a:pt x="7518" y="3399"/>
                </a:lnTo>
                <a:lnTo>
                  <a:pt x="7517" y="3399"/>
                </a:lnTo>
                <a:lnTo>
                  <a:pt x="7516" y="3400"/>
                </a:lnTo>
                <a:lnTo>
                  <a:pt x="7514" y="3401"/>
                </a:lnTo>
                <a:lnTo>
                  <a:pt x="7512" y="3402"/>
                </a:lnTo>
                <a:lnTo>
                  <a:pt x="7512" y="3403"/>
                </a:lnTo>
                <a:lnTo>
                  <a:pt x="7511" y="3403"/>
                </a:lnTo>
                <a:lnTo>
                  <a:pt x="7511" y="3406"/>
                </a:lnTo>
                <a:lnTo>
                  <a:pt x="7511" y="3407"/>
                </a:lnTo>
                <a:lnTo>
                  <a:pt x="7510" y="3407"/>
                </a:lnTo>
                <a:lnTo>
                  <a:pt x="7510" y="3408"/>
                </a:lnTo>
                <a:lnTo>
                  <a:pt x="7511" y="3409"/>
                </a:lnTo>
                <a:lnTo>
                  <a:pt x="7511" y="3410"/>
                </a:lnTo>
                <a:lnTo>
                  <a:pt x="7511" y="3411"/>
                </a:lnTo>
                <a:lnTo>
                  <a:pt x="7509" y="3412"/>
                </a:lnTo>
                <a:lnTo>
                  <a:pt x="7508" y="3413"/>
                </a:lnTo>
                <a:lnTo>
                  <a:pt x="7508" y="3414"/>
                </a:lnTo>
                <a:lnTo>
                  <a:pt x="7507" y="3415"/>
                </a:lnTo>
                <a:lnTo>
                  <a:pt x="7507" y="3414"/>
                </a:lnTo>
                <a:lnTo>
                  <a:pt x="7506" y="3414"/>
                </a:lnTo>
                <a:lnTo>
                  <a:pt x="7505" y="3414"/>
                </a:lnTo>
                <a:lnTo>
                  <a:pt x="7505" y="3415"/>
                </a:lnTo>
                <a:lnTo>
                  <a:pt x="7504" y="3416"/>
                </a:lnTo>
                <a:lnTo>
                  <a:pt x="7503" y="3416"/>
                </a:lnTo>
                <a:lnTo>
                  <a:pt x="7501" y="3416"/>
                </a:lnTo>
                <a:lnTo>
                  <a:pt x="7500" y="3417"/>
                </a:lnTo>
                <a:lnTo>
                  <a:pt x="7499" y="3417"/>
                </a:lnTo>
                <a:lnTo>
                  <a:pt x="7498" y="3418"/>
                </a:lnTo>
                <a:lnTo>
                  <a:pt x="7497" y="3418"/>
                </a:lnTo>
                <a:lnTo>
                  <a:pt x="7495" y="3420"/>
                </a:lnTo>
                <a:lnTo>
                  <a:pt x="7494" y="3421"/>
                </a:lnTo>
                <a:lnTo>
                  <a:pt x="7494" y="3422"/>
                </a:lnTo>
                <a:lnTo>
                  <a:pt x="7493" y="3422"/>
                </a:lnTo>
                <a:lnTo>
                  <a:pt x="7493" y="3421"/>
                </a:lnTo>
                <a:lnTo>
                  <a:pt x="7492" y="3419"/>
                </a:lnTo>
                <a:lnTo>
                  <a:pt x="7493" y="3419"/>
                </a:lnTo>
                <a:lnTo>
                  <a:pt x="7493" y="3418"/>
                </a:lnTo>
                <a:lnTo>
                  <a:pt x="7494" y="3418"/>
                </a:lnTo>
                <a:lnTo>
                  <a:pt x="7495" y="3418"/>
                </a:lnTo>
                <a:lnTo>
                  <a:pt x="7496" y="3417"/>
                </a:lnTo>
                <a:lnTo>
                  <a:pt x="7496" y="3416"/>
                </a:lnTo>
                <a:lnTo>
                  <a:pt x="7495" y="3417"/>
                </a:lnTo>
                <a:lnTo>
                  <a:pt x="7494" y="3417"/>
                </a:lnTo>
                <a:lnTo>
                  <a:pt x="7492" y="3418"/>
                </a:lnTo>
                <a:lnTo>
                  <a:pt x="7492" y="3420"/>
                </a:lnTo>
                <a:lnTo>
                  <a:pt x="7492" y="3421"/>
                </a:lnTo>
                <a:lnTo>
                  <a:pt x="7492" y="3423"/>
                </a:lnTo>
                <a:lnTo>
                  <a:pt x="7493" y="3423"/>
                </a:lnTo>
                <a:lnTo>
                  <a:pt x="7493" y="3424"/>
                </a:lnTo>
                <a:lnTo>
                  <a:pt x="7493" y="3425"/>
                </a:lnTo>
                <a:lnTo>
                  <a:pt x="7493" y="3426"/>
                </a:lnTo>
                <a:lnTo>
                  <a:pt x="7493" y="3427"/>
                </a:lnTo>
                <a:lnTo>
                  <a:pt x="7494" y="3427"/>
                </a:lnTo>
                <a:lnTo>
                  <a:pt x="7494" y="3428"/>
                </a:lnTo>
                <a:lnTo>
                  <a:pt x="7494" y="3429"/>
                </a:lnTo>
                <a:lnTo>
                  <a:pt x="7494" y="3430"/>
                </a:lnTo>
                <a:lnTo>
                  <a:pt x="7494" y="3431"/>
                </a:lnTo>
                <a:lnTo>
                  <a:pt x="7495" y="3431"/>
                </a:lnTo>
                <a:lnTo>
                  <a:pt x="7496" y="3431"/>
                </a:lnTo>
                <a:lnTo>
                  <a:pt x="7496" y="3432"/>
                </a:lnTo>
                <a:lnTo>
                  <a:pt x="7496" y="3433"/>
                </a:lnTo>
                <a:lnTo>
                  <a:pt x="7497" y="3434"/>
                </a:lnTo>
                <a:lnTo>
                  <a:pt x="7497" y="3435"/>
                </a:lnTo>
                <a:lnTo>
                  <a:pt x="7498" y="3435"/>
                </a:lnTo>
                <a:lnTo>
                  <a:pt x="7498" y="3436"/>
                </a:lnTo>
                <a:lnTo>
                  <a:pt x="7496" y="3436"/>
                </a:lnTo>
                <a:lnTo>
                  <a:pt x="7495" y="3437"/>
                </a:lnTo>
                <a:lnTo>
                  <a:pt x="7495" y="3436"/>
                </a:lnTo>
                <a:lnTo>
                  <a:pt x="7493" y="3436"/>
                </a:lnTo>
                <a:lnTo>
                  <a:pt x="7491" y="3435"/>
                </a:lnTo>
                <a:lnTo>
                  <a:pt x="7490" y="3432"/>
                </a:lnTo>
                <a:lnTo>
                  <a:pt x="7490" y="3431"/>
                </a:lnTo>
                <a:lnTo>
                  <a:pt x="7489" y="3431"/>
                </a:lnTo>
                <a:lnTo>
                  <a:pt x="7488" y="3431"/>
                </a:lnTo>
                <a:lnTo>
                  <a:pt x="7488" y="3432"/>
                </a:lnTo>
                <a:lnTo>
                  <a:pt x="7488" y="3433"/>
                </a:lnTo>
                <a:lnTo>
                  <a:pt x="7487" y="3433"/>
                </a:lnTo>
                <a:lnTo>
                  <a:pt x="7487" y="3432"/>
                </a:lnTo>
                <a:lnTo>
                  <a:pt x="7486" y="3431"/>
                </a:lnTo>
                <a:lnTo>
                  <a:pt x="7484" y="3432"/>
                </a:lnTo>
                <a:lnTo>
                  <a:pt x="7483" y="3432"/>
                </a:lnTo>
                <a:lnTo>
                  <a:pt x="7482" y="3432"/>
                </a:lnTo>
                <a:lnTo>
                  <a:pt x="7482" y="3433"/>
                </a:lnTo>
                <a:lnTo>
                  <a:pt x="7483" y="3433"/>
                </a:lnTo>
                <a:lnTo>
                  <a:pt x="7484" y="3434"/>
                </a:lnTo>
                <a:lnTo>
                  <a:pt x="7485" y="3434"/>
                </a:lnTo>
                <a:lnTo>
                  <a:pt x="7486" y="3436"/>
                </a:lnTo>
                <a:lnTo>
                  <a:pt x="7486" y="3437"/>
                </a:lnTo>
                <a:lnTo>
                  <a:pt x="7486" y="3438"/>
                </a:lnTo>
                <a:lnTo>
                  <a:pt x="7484" y="3439"/>
                </a:lnTo>
                <a:lnTo>
                  <a:pt x="7483" y="3439"/>
                </a:lnTo>
                <a:lnTo>
                  <a:pt x="7482" y="3439"/>
                </a:lnTo>
                <a:lnTo>
                  <a:pt x="7482" y="3438"/>
                </a:lnTo>
                <a:lnTo>
                  <a:pt x="7482" y="3435"/>
                </a:lnTo>
                <a:lnTo>
                  <a:pt x="7481" y="3435"/>
                </a:lnTo>
                <a:lnTo>
                  <a:pt x="7480" y="3435"/>
                </a:lnTo>
                <a:lnTo>
                  <a:pt x="7479" y="3435"/>
                </a:lnTo>
                <a:lnTo>
                  <a:pt x="7478" y="3435"/>
                </a:lnTo>
                <a:lnTo>
                  <a:pt x="7478" y="3434"/>
                </a:lnTo>
                <a:lnTo>
                  <a:pt x="7477" y="3434"/>
                </a:lnTo>
                <a:lnTo>
                  <a:pt x="7476" y="3434"/>
                </a:lnTo>
                <a:lnTo>
                  <a:pt x="7475" y="3434"/>
                </a:lnTo>
                <a:lnTo>
                  <a:pt x="7475" y="3433"/>
                </a:lnTo>
                <a:lnTo>
                  <a:pt x="7475" y="3432"/>
                </a:lnTo>
                <a:lnTo>
                  <a:pt x="7474" y="3432"/>
                </a:lnTo>
                <a:lnTo>
                  <a:pt x="7473" y="3432"/>
                </a:lnTo>
                <a:lnTo>
                  <a:pt x="7472" y="3433"/>
                </a:lnTo>
                <a:lnTo>
                  <a:pt x="7471" y="3432"/>
                </a:lnTo>
                <a:lnTo>
                  <a:pt x="7471" y="3431"/>
                </a:lnTo>
                <a:lnTo>
                  <a:pt x="7472" y="3429"/>
                </a:lnTo>
                <a:lnTo>
                  <a:pt x="7473" y="3429"/>
                </a:lnTo>
                <a:lnTo>
                  <a:pt x="7474" y="3428"/>
                </a:lnTo>
                <a:lnTo>
                  <a:pt x="7475" y="3428"/>
                </a:lnTo>
                <a:lnTo>
                  <a:pt x="7475" y="3427"/>
                </a:lnTo>
                <a:lnTo>
                  <a:pt x="7476" y="3426"/>
                </a:lnTo>
                <a:lnTo>
                  <a:pt x="7477" y="3426"/>
                </a:lnTo>
                <a:lnTo>
                  <a:pt x="7477" y="3425"/>
                </a:lnTo>
                <a:lnTo>
                  <a:pt x="7478" y="3425"/>
                </a:lnTo>
                <a:lnTo>
                  <a:pt x="7479" y="3425"/>
                </a:lnTo>
                <a:lnTo>
                  <a:pt x="7481" y="3425"/>
                </a:lnTo>
                <a:lnTo>
                  <a:pt x="7481" y="3424"/>
                </a:lnTo>
                <a:lnTo>
                  <a:pt x="7480" y="3423"/>
                </a:lnTo>
                <a:lnTo>
                  <a:pt x="7481" y="3422"/>
                </a:lnTo>
                <a:lnTo>
                  <a:pt x="7482" y="3421"/>
                </a:lnTo>
                <a:lnTo>
                  <a:pt x="7483" y="3421"/>
                </a:lnTo>
                <a:lnTo>
                  <a:pt x="7483" y="3420"/>
                </a:lnTo>
                <a:lnTo>
                  <a:pt x="7484" y="3419"/>
                </a:lnTo>
                <a:lnTo>
                  <a:pt x="7484" y="3417"/>
                </a:lnTo>
                <a:lnTo>
                  <a:pt x="7483" y="3416"/>
                </a:lnTo>
                <a:lnTo>
                  <a:pt x="7485" y="3414"/>
                </a:lnTo>
                <a:lnTo>
                  <a:pt x="7486" y="3414"/>
                </a:lnTo>
                <a:lnTo>
                  <a:pt x="7487" y="3413"/>
                </a:lnTo>
                <a:lnTo>
                  <a:pt x="7487" y="3414"/>
                </a:lnTo>
                <a:lnTo>
                  <a:pt x="7488" y="3415"/>
                </a:lnTo>
                <a:lnTo>
                  <a:pt x="7489" y="3414"/>
                </a:lnTo>
                <a:lnTo>
                  <a:pt x="7490" y="3413"/>
                </a:lnTo>
                <a:lnTo>
                  <a:pt x="7489" y="3414"/>
                </a:lnTo>
                <a:lnTo>
                  <a:pt x="7488" y="3414"/>
                </a:lnTo>
                <a:lnTo>
                  <a:pt x="7487" y="3413"/>
                </a:lnTo>
                <a:lnTo>
                  <a:pt x="7486" y="3413"/>
                </a:lnTo>
                <a:lnTo>
                  <a:pt x="7485" y="3414"/>
                </a:lnTo>
                <a:lnTo>
                  <a:pt x="7483" y="3415"/>
                </a:lnTo>
                <a:lnTo>
                  <a:pt x="7481" y="3417"/>
                </a:lnTo>
                <a:lnTo>
                  <a:pt x="7481" y="3418"/>
                </a:lnTo>
                <a:lnTo>
                  <a:pt x="7480" y="3419"/>
                </a:lnTo>
                <a:lnTo>
                  <a:pt x="7479" y="3419"/>
                </a:lnTo>
                <a:lnTo>
                  <a:pt x="7478" y="3420"/>
                </a:lnTo>
                <a:lnTo>
                  <a:pt x="7477" y="3420"/>
                </a:lnTo>
                <a:lnTo>
                  <a:pt x="7477" y="3421"/>
                </a:lnTo>
                <a:lnTo>
                  <a:pt x="7476" y="3422"/>
                </a:lnTo>
                <a:lnTo>
                  <a:pt x="7475" y="3424"/>
                </a:lnTo>
                <a:lnTo>
                  <a:pt x="7474" y="3425"/>
                </a:lnTo>
                <a:lnTo>
                  <a:pt x="7473" y="3425"/>
                </a:lnTo>
                <a:lnTo>
                  <a:pt x="7472" y="3427"/>
                </a:lnTo>
                <a:lnTo>
                  <a:pt x="7471" y="3428"/>
                </a:lnTo>
                <a:lnTo>
                  <a:pt x="7471" y="3427"/>
                </a:lnTo>
                <a:lnTo>
                  <a:pt x="7471" y="3426"/>
                </a:lnTo>
                <a:lnTo>
                  <a:pt x="7471" y="3425"/>
                </a:lnTo>
                <a:lnTo>
                  <a:pt x="7470" y="3423"/>
                </a:lnTo>
                <a:lnTo>
                  <a:pt x="7470" y="3422"/>
                </a:lnTo>
                <a:lnTo>
                  <a:pt x="7469" y="3422"/>
                </a:lnTo>
                <a:lnTo>
                  <a:pt x="7468" y="3422"/>
                </a:lnTo>
                <a:lnTo>
                  <a:pt x="7468" y="3423"/>
                </a:lnTo>
                <a:lnTo>
                  <a:pt x="7467" y="3423"/>
                </a:lnTo>
                <a:lnTo>
                  <a:pt x="7468" y="3424"/>
                </a:lnTo>
                <a:lnTo>
                  <a:pt x="7469" y="3426"/>
                </a:lnTo>
                <a:lnTo>
                  <a:pt x="7469" y="3427"/>
                </a:lnTo>
                <a:lnTo>
                  <a:pt x="7469" y="3428"/>
                </a:lnTo>
                <a:lnTo>
                  <a:pt x="7468" y="3430"/>
                </a:lnTo>
                <a:lnTo>
                  <a:pt x="7469" y="3431"/>
                </a:lnTo>
                <a:lnTo>
                  <a:pt x="7469" y="3432"/>
                </a:lnTo>
                <a:lnTo>
                  <a:pt x="7470" y="3433"/>
                </a:lnTo>
                <a:lnTo>
                  <a:pt x="7469" y="3433"/>
                </a:lnTo>
                <a:lnTo>
                  <a:pt x="7468" y="3434"/>
                </a:lnTo>
                <a:lnTo>
                  <a:pt x="7467" y="3435"/>
                </a:lnTo>
                <a:lnTo>
                  <a:pt x="7467" y="3436"/>
                </a:lnTo>
                <a:lnTo>
                  <a:pt x="7467" y="3437"/>
                </a:lnTo>
                <a:lnTo>
                  <a:pt x="7466" y="3437"/>
                </a:lnTo>
                <a:lnTo>
                  <a:pt x="7465" y="3437"/>
                </a:lnTo>
                <a:lnTo>
                  <a:pt x="7464" y="3437"/>
                </a:lnTo>
                <a:lnTo>
                  <a:pt x="7464" y="3438"/>
                </a:lnTo>
                <a:lnTo>
                  <a:pt x="7463" y="3438"/>
                </a:lnTo>
                <a:lnTo>
                  <a:pt x="7462" y="3437"/>
                </a:lnTo>
                <a:lnTo>
                  <a:pt x="7461" y="3437"/>
                </a:lnTo>
                <a:lnTo>
                  <a:pt x="7460" y="3437"/>
                </a:lnTo>
                <a:lnTo>
                  <a:pt x="7459" y="3437"/>
                </a:lnTo>
                <a:lnTo>
                  <a:pt x="7459" y="3438"/>
                </a:lnTo>
                <a:lnTo>
                  <a:pt x="7458" y="3438"/>
                </a:lnTo>
                <a:lnTo>
                  <a:pt x="7457" y="3440"/>
                </a:lnTo>
                <a:lnTo>
                  <a:pt x="7456" y="3442"/>
                </a:lnTo>
                <a:lnTo>
                  <a:pt x="7456" y="3443"/>
                </a:lnTo>
                <a:lnTo>
                  <a:pt x="7456" y="3444"/>
                </a:lnTo>
                <a:lnTo>
                  <a:pt x="7456" y="3445"/>
                </a:lnTo>
                <a:lnTo>
                  <a:pt x="7456" y="3446"/>
                </a:lnTo>
                <a:lnTo>
                  <a:pt x="7457" y="3446"/>
                </a:lnTo>
                <a:lnTo>
                  <a:pt x="7458" y="3446"/>
                </a:lnTo>
                <a:lnTo>
                  <a:pt x="7460" y="3447"/>
                </a:lnTo>
                <a:lnTo>
                  <a:pt x="7460" y="3448"/>
                </a:lnTo>
                <a:lnTo>
                  <a:pt x="7459" y="3448"/>
                </a:lnTo>
                <a:lnTo>
                  <a:pt x="7459" y="3449"/>
                </a:lnTo>
                <a:lnTo>
                  <a:pt x="7457" y="3450"/>
                </a:lnTo>
                <a:lnTo>
                  <a:pt x="7456" y="3450"/>
                </a:lnTo>
                <a:lnTo>
                  <a:pt x="7456" y="3449"/>
                </a:lnTo>
                <a:lnTo>
                  <a:pt x="7455" y="3448"/>
                </a:lnTo>
                <a:lnTo>
                  <a:pt x="7456" y="3448"/>
                </a:lnTo>
                <a:lnTo>
                  <a:pt x="7455" y="3447"/>
                </a:lnTo>
                <a:lnTo>
                  <a:pt x="7454" y="3447"/>
                </a:lnTo>
                <a:lnTo>
                  <a:pt x="7452" y="3447"/>
                </a:lnTo>
                <a:lnTo>
                  <a:pt x="7450" y="3447"/>
                </a:lnTo>
                <a:lnTo>
                  <a:pt x="7449" y="3448"/>
                </a:lnTo>
                <a:lnTo>
                  <a:pt x="7448" y="3448"/>
                </a:lnTo>
                <a:lnTo>
                  <a:pt x="7446" y="3450"/>
                </a:lnTo>
                <a:lnTo>
                  <a:pt x="7445" y="3449"/>
                </a:lnTo>
                <a:lnTo>
                  <a:pt x="7444" y="3450"/>
                </a:lnTo>
                <a:lnTo>
                  <a:pt x="7441" y="3451"/>
                </a:lnTo>
                <a:lnTo>
                  <a:pt x="7440" y="3452"/>
                </a:lnTo>
                <a:lnTo>
                  <a:pt x="7439" y="3453"/>
                </a:lnTo>
                <a:lnTo>
                  <a:pt x="7437" y="3455"/>
                </a:lnTo>
                <a:lnTo>
                  <a:pt x="7436" y="3455"/>
                </a:lnTo>
                <a:lnTo>
                  <a:pt x="7437" y="3460"/>
                </a:lnTo>
                <a:lnTo>
                  <a:pt x="7436" y="3460"/>
                </a:lnTo>
                <a:lnTo>
                  <a:pt x="7435" y="3459"/>
                </a:lnTo>
                <a:lnTo>
                  <a:pt x="7435" y="3458"/>
                </a:lnTo>
                <a:lnTo>
                  <a:pt x="7435" y="3457"/>
                </a:lnTo>
                <a:lnTo>
                  <a:pt x="7435" y="3456"/>
                </a:lnTo>
                <a:lnTo>
                  <a:pt x="7435" y="3455"/>
                </a:lnTo>
                <a:lnTo>
                  <a:pt x="7434" y="3455"/>
                </a:lnTo>
                <a:lnTo>
                  <a:pt x="7433" y="3455"/>
                </a:lnTo>
                <a:lnTo>
                  <a:pt x="7432" y="3456"/>
                </a:lnTo>
                <a:lnTo>
                  <a:pt x="7430" y="3456"/>
                </a:lnTo>
                <a:lnTo>
                  <a:pt x="7429" y="3457"/>
                </a:lnTo>
                <a:lnTo>
                  <a:pt x="7428" y="3458"/>
                </a:lnTo>
                <a:lnTo>
                  <a:pt x="7427" y="3459"/>
                </a:lnTo>
                <a:lnTo>
                  <a:pt x="7426" y="3460"/>
                </a:lnTo>
                <a:lnTo>
                  <a:pt x="7425" y="3461"/>
                </a:lnTo>
                <a:lnTo>
                  <a:pt x="7424" y="3461"/>
                </a:lnTo>
                <a:lnTo>
                  <a:pt x="7423" y="3462"/>
                </a:lnTo>
                <a:lnTo>
                  <a:pt x="7422" y="3463"/>
                </a:lnTo>
                <a:lnTo>
                  <a:pt x="7421" y="3464"/>
                </a:lnTo>
                <a:lnTo>
                  <a:pt x="7419" y="3466"/>
                </a:lnTo>
                <a:lnTo>
                  <a:pt x="7417" y="3468"/>
                </a:lnTo>
                <a:lnTo>
                  <a:pt x="7416" y="3469"/>
                </a:lnTo>
                <a:lnTo>
                  <a:pt x="7416" y="3470"/>
                </a:lnTo>
                <a:lnTo>
                  <a:pt x="7416" y="3471"/>
                </a:lnTo>
                <a:lnTo>
                  <a:pt x="7415" y="3472"/>
                </a:lnTo>
                <a:lnTo>
                  <a:pt x="7414" y="3472"/>
                </a:lnTo>
                <a:lnTo>
                  <a:pt x="7414" y="3473"/>
                </a:lnTo>
                <a:lnTo>
                  <a:pt x="7413" y="3473"/>
                </a:lnTo>
                <a:lnTo>
                  <a:pt x="7413" y="3474"/>
                </a:lnTo>
                <a:lnTo>
                  <a:pt x="7412" y="3474"/>
                </a:lnTo>
                <a:lnTo>
                  <a:pt x="7411" y="3475"/>
                </a:lnTo>
                <a:lnTo>
                  <a:pt x="7410" y="3476"/>
                </a:lnTo>
                <a:lnTo>
                  <a:pt x="7409" y="3476"/>
                </a:lnTo>
                <a:lnTo>
                  <a:pt x="7408" y="3476"/>
                </a:lnTo>
                <a:lnTo>
                  <a:pt x="7408" y="3473"/>
                </a:lnTo>
                <a:lnTo>
                  <a:pt x="7408" y="3472"/>
                </a:lnTo>
                <a:lnTo>
                  <a:pt x="7407" y="3472"/>
                </a:lnTo>
                <a:lnTo>
                  <a:pt x="7407" y="3474"/>
                </a:lnTo>
                <a:lnTo>
                  <a:pt x="7406" y="3476"/>
                </a:lnTo>
                <a:lnTo>
                  <a:pt x="7406" y="3477"/>
                </a:lnTo>
                <a:lnTo>
                  <a:pt x="7407" y="3479"/>
                </a:lnTo>
                <a:lnTo>
                  <a:pt x="7407" y="3480"/>
                </a:lnTo>
                <a:lnTo>
                  <a:pt x="7407" y="3481"/>
                </a:lnTo>
                <a:lnTo>
                  <a:pt x="7407" y="3482"/>
                </a:lnTo>
                <a:lnTo>
                  <a:pt x="7406" y="3482"/>
                </a:lnTo>
                <a:lnTo>
                  <a:pt x="7405" y="3482"/>
                </a:lnTo>
                <a:lnTo>
                  <a:pt x="7404" y="3484"/>
                </a:lnTo>
                <a:lnTo>
                  <a:pt x="7403" y="3485"/>
                </a:lnTo>
                <a:lnTo>
                  <a:pt x="7403" y="3484"/>
                </a:lnTo>
                <a:lnTo>
                  <a:pt x="7402" y="3484"/>
                </a:lnTo>
                <a:lnTo>
                  <a:pt x="7400" y="3484"/>
                </a:lnTo>
                <a:lnTo>
                  <a:pt x="7400" y="3485"/>
                </a:lnTo>
                <a:lnTo>
                  <a:pt x="7398" y="3486"/>
                </a:lnTo>
                <a:lnTo>
                  <a:pt x="7397" y="3486"/>
                </a:lnTo>
                <a:lnTo>
                  <a:pt x="7396" y="3486"/>
                </a:lnTo>
                <a:lnTo>
                  <a:pt x="7395" y="3486"/>
                </a:lnTo>
                <a:lnTo>
                  <a:pt x="7394" y="3484"/>
                </a:lnTo>
                <a:lnTo>
                  <a:pt x="7394" y="3485"/>
                </a:lnTo>
                <a:lnTo>
                  <a:pt x="7393" y="3487"/>
                </a:lnTo>
                <a:lnTo>
                  <a:pt x="7393" y="3486"/>
                </a:lnTo>
                <a:lnTo>
                  <a:pt x="7392" y="3485"/>
                </a:lnTo>
                <a:lnTo>
                  <a:pt x="7391" y="3485"/>
                </a:lnTo>
                <a:lnTo>
                  <a:pt x="7389" y="3484"/>
                </a:lnTo>
                <a:lnTo>
                  <a:pt x="7389" y="3483"/>
                </a:lnTo>
                <a:lnTo>
                  <a:pt x="7389" y="3482"/>
                </a:lnTo>
                <a:lnTo>
                  <a:pt x="7389" y="3480"/>
                </a:lnTo>
                <a:lnTo>
                  <a:pt x="7389" y="3479"/>
                </a:lnTo>
                <a:lnTo>
                  <a:pt x="7390" y="3477"/>
                </a:lnTo>
                <a:lnTo>
                  <a:pt x="7391" y="3476"/>
                </a:lnTo>
                <a:lnTo>
                  <a:pt x="7390" y="3476"/>
                </a:lnTo>
                <a:lnTo>
                  <a:pt x="7389" y="3478"/>
                </a:lnTo>
                <a:lnTo>
                  <a:pt x="7388" y="3478"/>
                </a:lnTo>
                <a:lnTo>
                  <a:pt x="7388" y="3479"/>
                </a:lnTo>
                <a:lnTo>
                  <a:pt x="7387" y="3479"/>
                </a:lnTo>
                <a:lnTo>
                  <a:pt x="7386" y="3477"/>
                </a:lnTo>
                <a:lnTo>
                  <a:pt x="7385" y="3478"/>
                </a:lnTo>
                <a:lnTo>
                  <a:pt x="7383" y="3478"/>
                </a:lnTo>
                <a:lnTo>
                  <a:pt x="7383" y="3477"/>
                </a:lnTo>
                <a:lnTo>
                  <a:pt x="7383" y="3476"/>
                </a:lnTo>
                <a:lnTo>
                  <a:pt x="7383" y="3475"/>
                </a:lnTo>
                <a:lnTo>
                  <a:pt x="7383" y="3474"/>
                </a:lnTo>
                <a:lnTo>
                  <a:pt x="7382" y="3473"/>
                </a:lnTo>
                <a:lnTo>
                  <a:pt x="7382" y="3471"/>
                </a:lnTo>
                <a:lnTo>
                  <a:pt x="7381" y="3472"/>
                </a:lnTo>
                <a:lnTo>
                  <a:pt x="7382" y="3473"/>
                </a:lnTo>
                <a:lnTo>
                  <a:pt x="7382" y="3474"/>
                </a:lnTo>
                <a:lnTo>
                  <a:pt x="7382" y="3475"/>
                </a:lnTo>
                <a:lnTo>
                  <a:pt x="7382" y="3476"/>
                </a:lnTo>
                <a:lnTo>
                  <a:pt x="7382" y="3477"/>
                </a:lnTo>
                <a:lnTo>
                  <a:pt x="7382" y="3479"/>
                </a:lnTo>
                <a:lnTo>
                  <a:pt x="7381" y="3478"/>
                </a:lnTo>
                <a:lnTo>
                  <a:pt x="7380" y="3477"/>
                </a:lnTo>
                <a:lnTo>
                  <a:pt x="7379" y="3476"/>
                </a:lnTo>
                <a:lnTo>
                  <a:pt x="7379" y="3475"/>
                </a:lnTo>
                <a:lnTo>
                  <a:pt x="7378" y="3473"/>
                </a:lnTo>
                <a:lnTo>
                  <a:pt x="7376" y="3474"/>
                </a:lnTo>
                <a:lnTo>
                  <a:pt x="7378" y="3477"/>
                </a:lnTo>
                <a:lnTo>
                  <a:pt x="7379" y="3478"/>
                </a:lnTo>
                <a:lnTo>
                  <a:pt x="7378" y="3478"/>
                </a:lnTo>
                <a:lnTo>
                  <a:pt x="7377" y="3479"/>
                </a:lnTo>
                <a:lnTo>
                  <a:pt x="7376" y="3479"/>
                </a:lnTo>
                <a:lnTo>
                  <a:pt x="7375" y="3480"/>
                </a:lnTo>
                <a:lnTo>
                  <a:pt x="7374" y="3481"/>
                </a:lnTo>
                <a:lnTo>
                  <a:pt x="7375" y="3481"/>
                </a:lnTo>
                <a:lnTo>
                  <a:pt x="7374" y="3482"/>
                </a:lnTo>
                <a:lnTo>
                  <a:pt x="7373" y="3483"/>
                </a:lnTo>
                <a:lnTo>
                  <a:pt x="7372" y="3483"/>
                </a:lnTo>
                <a:lnTo>
                  <a:pt x="7371" y="3484"/>
                </a:lnTo>
                <a:lnTo>
                  <a:pt x="7370" y="3484"/>
                </a:lnTo>
                <a:lnTo>
                  <a:pt x="7369" y="3484"/>
                </a:lnTo>
                <a:lnTo>
                  <a:pt x="7368" y="3484"/>
                </a:lnTo>
                <a:lnTo>
                  <a:pt x="7368" y="3483"/>
                </a:lnTo>
                <a:lnTo>
                  <a:pt x="7367" y="3482"/>
                </a:lnTo>
                <a:lnTo>
                  <a:pt x="7367" y="3481"/>
                </a:lnTo>
                <a:lnTo>
                  <a:pt x="7366" y="3481"/>
                </a:lnTo>
                <a:lnTo>
                  <a:pt x="7365" y="3480"/>
                </a:lnTo>
                <a:lnTo>
                  <a:pt x="7364" y="3481"/>
                </a:lnTo>
                <a:lnTo>
                  <a:pt x="7365" y="3481"/>
                </a:lnTo>
                <a:lnTo>
                  <a:pt x="7366" y="3481"/>
                </a:lnTo>
                <a:lnTo>
                  <a:pt x="7367" y="3482"/>
                </a:lnTo>
                <a:lnTo>
                  <a:pt x="7367" y="3483"/>
                </a:lnTo>
                <a:lnTo>
                  <a:pt x="7367" y="3484"/>
                </a:lnTo>
                <a:lnTo>
                  <a:pt x="7369" y="3485"/>
                </a:lnTo>
                <a:lnTo>
                  <a:pt x="7370" y="3485"/>
                </a:lnTo>
                <a:lnTo>
                  <a:pt x="7370" y="3486"/>
                </a:lnTo>
                <a:lnTo>
                  <a:pt x="7370" y="3487"/>
                </a:lnTo>
                <a:lnTo>
                  <a:pt x="7369" y="3487"/>
                </a:lnTo>
                <a:lnTo>
                  <a:pt x="7369" y="3488"/>
                </a:lnTo>
                <a:lnTo>
                  <a:pt x="7367" y="3488"/>
                </a:lnTo>
                <a:lnTo>
                  <a:pt x="7367" y="3489"/>
                </a:lnTo>
                <a:lnTo>
                  <a:pt x="7366" y="3489"/>
                </a:lnTo>
                <a:lnTo>
                  <a:pt x="7364" y="3489"/>
                </a:lnTo>
                <a:lnTo>
                  <a:pt x="7365" y="3489"/>
                </a:lnTo>
                <a:lnTo>
                  <a:pt x="7366" y="3489"/>
                </a:lnTo>
                <a:lnTo>
                  <a:pt x="7369" y="3489"/>
                </a:lnTo>
                <a:lnTo>
                  <a:pt x="7371" y="3487"/>
                </a:lnTo>
                <a:lnTo>
                  <a:pt x="7371" y="3486"/>
                </a:lnTo>
                <a:lnTo>
                  <a:pt x="7372" y="3486"/>
                </a:lnTo>
                <a:lnTo>
                  <a:pt x="7374" y="3484"/>
                </a:lnTo>
                <a:lnTo>
                  <a:pt x="7375" y="3482"/>
                </a:lnTo>
                <a:lnTo>
                  <a:pt x="7376" y="3482"/>
                </a:lnTo>
                <a:lnTo>
                  <a:pt x="7377" y="3482"/>
                </a:lnTo>
                <a:lnTo>
                  <a:pt x="7378" y="3483"/>
                </a:lnTo>
                <a:lnTo>
                  <a:pt x="7378" y="3484"/>
                </a:lnTo>
                <a:lnTo>
                  <a:pt x="7379" y="3484"/>
                </a:lnTo>
                <a:lnTo>
                  <a:pt x="7380" y="3484"/>
                </a:lnTo>
                <a:lnTo>
                  <a:pt x="7381" y="3484"/>
                </a:lnTo>
                <a:lnTo>
                  <a:pt x="7381" y="3485"/>
                </a:lnTo>
                <a:lnTo>
                  <a:pt x="7382" y="3485"/>
                </a:lnTo>
                <a:lnTo>
                  <a:pt x="7382" y="3486"/>
                </a:lnTo>
                <a:lnTo>
                  <a:pt x="7384" y="3490"/>
                </a:lnTo>
                <a:lnTo>
                  <a:pt x="7385" y="3489"/>
                </a:lnTo>
                <a:lnTo>
                  <a:pt x="7385" y="3490"/>
                </a:lnTo>
                <a:lnTo>
                  <a:pt x="7386" y="3491"/>
                </a:lnTo>
                <a:lnTo>
                  <a:pt x="7388" y="3489"/>
                </a:lnTo>
                <a:lnTo>
                  <a:pt x="7389" y="3489"/>
                </a:lnTo>
                <a:lnTo>
                  <a:pt x="7389" y="3490"/>
                </a:lnTo>
                <a:lnTo>
                  <a:pt x="7394" y="3490"/>
                </a:lnTo>
                <a:lnTo>
                  <a:pt x="7395" y="3490"/>
                </a:lnTo>
                <a:lnTo>
                  <a:pt x="7397" y="3491"/>
                </a:lnTo>
                <a:lnTo>
                  <a:pt x="7398" y="3492"/>
                </a:lnTo>
                <a:lnTo>
                  <a:pt x="7398" y="3493"/>
                </a:lnTo>
                <a:lnTo>
                  <a:pt x="7398" y="3494"/>
                </a:lnTo>
                <a:lnTo>
                  <a:pt x="7398" y="3495"/>
                </a:lnTo>
                <a:lnTo>
                  <a:pt x="7397" y="3496"/>
                </a:lnTo>
                <a:lnTo>
                  <a:pt x="7397" y="3497"/>
                </a:lnTo>
                <a:lnTo>
                  <a:pt x="7396" y="3498"/>
                </a:lnTo>
                <a:lnTo>
                  <a:pt x="7396" y="3500"/>
                </a:lnTo>
                <a:lnTo>
                  <a:pt x="7395" y="3500"/>
                </a:lnTo>
                <a:lnTo>
                  <a:pt x="7396" y="3501"/>
                </a:lnTo>
                <a:lnTo>
                  <a:pt x="7396" y="3502"/>
                </a:lnTo>
                <a:lnTo>
                  <a:pt x="7396" y="3503"/>
                </a:lnTo>
                <a:lnTo>
                  <a:pt x="7395" y="3503"/>
                </a:lnTo>
                <a:lnTo>
                  <a:pt x="7395" y="3504"/>
                </a:lnTo>
                <a:lnTo>
                  <a:pt x="7395" y="3505"/>
                </a:lnTo>
                <a:lnTo>
                  <a:pt x="7396" y="3506"/>
                </a:lnTo>
                <a:lnTo>
                  <a:pt x="7397" y="3507"/>
                </a:lnTo>
                <a:lnTo>
                  <a:pt x="7397" y="3506"/>
                </a:lnTo>
                <a:lnTo>
                  <a:pt x="7398" y="3507"/>
                </a:lnTo>
                <a:lnTo>
                  <a:pt x="7398" y="3508"/>
                </a:lnTo>
                <a:lnTo>
                  <a:pt x="7398" y="3509"/>
                </a:lnTo>
                <a:lnTo>
                  <a:pt x="7398" y="3508"/>
                </a:lnTo>
                <a:lnTo>
                  <a:pt x="7397" y="3509"/>
                </a:lnTo>
                <a:lnTo>
                  <a:pt x="7396" y="3510"/>
                </a:lnTo>
                <a:lnTo>
                  <a:pt x="7396" y="3511"/>
                </a:lnTo>
                <a:lnTo>
                  <a:pt x="7396" y="3512"/>
                </a:lnTo>
                <a:lnTo>
                  <a:pt x="7396" y="3513"/>
                </a:lnTo>
                <a:lnTo>
                  <a:pt x="7395" y="3513"/>
                </a:lnTo>
                <a:lnTo>
                  <a:pt x="7394" y="3512"/>
                </a:lnTo>
                <a:lnTo>
                  <a:pt x="7393" y="3512"/>
                </a:lnTo>
                <a:lnTo>
                  <a:pt x="7391" y="3512"/>
                </a:lnTo>
                <a:lnTo>
                  <a:pt x="7390" y="3512"/>
                </a:lnTo>
                <a:lnTo>
                  <a:pt x="7390" y="3513"/>
                </a:lnTo>
                <a:lnTo>
                  <a:pt x="7390" y="3516"/>
                </a:lnTo>
                <a:lnTo>
                  <a:pt x="7391" y="3516"/>
                </a:lnTo>
                <a:lnTo>
                  <a:pt x="7391" y="3517"/>
                </a:lnTo>
                <a:lnTo>
                  <a:pt x="7392" y="3518"/>
                </a:lnTo>
                <a:lnTo>
                  <a:pt x="7392" y="3519"/>
                </a:lnTo>
                <a:lnTo>
                  <a:pt x="7392" y="3521"/>
                </a:lnTo>
                <a:lnTo>
                  <a:pt x="7391" y="3521"/>
                </a:lnTo>
                <a:lnTo>
                  <a:pt x="7390" y="3522"/>
                </a:lnTo>
                <a:lnTo>
                  <a:pt x="7390" y="3523"/>
                </a:lnTo>
                <a:lnTo>
                  <a:pt x="7389" y="3524"/>
                </a:lnTo>
                <a:lnTo>
                  <a:pt x="7389" y="3525"/>
                </a:lnTo>
                <a:lnTo>
                  <a:pt x="7388" y="3527"/>
                </a:lnTo>
                <a:lnTo>
                  <a:pt x="7389" y="3528"/>
                </a:lnTo>
                <a:lnTo>
                  <a:pt x="7390" y="3528"/>
                </a:lnTo>
                <a:lnTo>
                  <a:pt x="7390" y="3530"/>
                </a:lnTo>
                <a:lnTo>
                  <a:pt x="7389" y="3530"/>
                </a:lnTo>
                <a:lnTo>
                  <a:pt x="7388" y="3530"/>
                </a:lnTo>
                <a:lnTo>
                  <a:pt x="7388" y="3531"/>
                </a:lnTo>
                <a:lnTo>
                  <a:pt x="7388" y="3530"/>
                </a:lnTo>
                <a:lnTo>
                  <a:pt x="7387" y="3529"/>
                </a:lnTo>
                <a:lnTo>
                  <a:pt x="7386" y="3529"/>
                </a:lnTo>
                <a:lnTo>
                  <a:pt x="7386" y="3530"/>
                </a:lnTo>
                <a:lnTo>
                  <a:pt x="7385" y="3530"/>
                </a:lnTo>
                <a:lnTo>
                  <a:pt x="7384" y="3529"/>
                </a:lnTo>
                <a:lnTo>
                  <a:pt x="7384" y="3528"/>
                </a:lnTo>
                <a:lnTo>
                  <a:pt x="7384" y="3526"/>
                </a:lnTo>
                <a:lnTo>
                  <a:pt x="7383" y="3526"/>
                </a:lnTo>
                <a:lnTo>
                  <a:pt x="7383" y="3525"/>
                </a:lnTo>
                <a:lnTo>
                  <a:pt x="7384" y="3524"/>
                </a:lnTo>
                <a:lnTo>
                  <a:pt x="7384" y="3523"/>
                </a:lnTo>
                <a:lnTo>
                  <a:pt x="7384" y="3522"/>
                </a:lnTo>
                <a:lnTo>
                  <a:pt x="7384" y="3521"/>
                </a:lnTo>
                <a:lnTo>
                  <a:pt x="7383" y="3520"/>
                </a:lnTo>
                <a:lnTo>
                  <a:pt x="7382" y="3519"/>
                </a:lnTo>
                <a:lnTo>
                  <a:pt x="7381" y="3519"/>
                </a:lnTo>
                <a:lnTo>
                  <a:pt x="7380" y="3519"/>
                </a:lnTo>
                <a:lnTo>
                  <a:pt x="7380" y="3518"/>
                </a:lnTo>
                <a:lnTo>
                  <a:pt x="7380" y="3516"/>
                </a:lnTo>
                <a:lnTo>
                  <a:pt x="7380" y="3515"/>
                </a:lnTo>
                <a:lnTo>
                  <a:pt x="7379" y="3513"/>
                </a:lnTo>
                <a:lnTo>
                  <a:pt x="7379" y="3512"/>
                </a:lnTo>
                <a:lnTo>
                  <a:pt x="7378" y="3512"/>
                </a:lnTo>
                <a:lnTo>
                  <a:pt x="7377" y="3512"/>
                </a:lnTo>
                <a:lnTo>
                  <a:pt x="7376" y="3512"/>
                </a:lnTo>
                <a:lnTo>
                  <a:pt x="7375" y="3512"/>
                </a:lnTo>
                <a:lnTo>
                  <a:pt x="7375" y="3513"/>
                </a:lnTo>
                <a:lnTo>
                  <a:pt x="7372" y="3514"/>
                </a:lnTo>
                <a:lnTo>
                  <a:pt x="7366" y="3515"/>
                </a:lnTo>
                <a:lnTo>
                  <a:pt x="7364" y="3516"/>
                </a:lnTo>
                <a:lnTo>
                  <a:pt x="7364" y="3517"/>
                </a:lnTo>
                <a:lnTo>
                  <a:pt x="7365" y="3517"/>
                </a:lnTo>
                <a:lnTo>
                  <a:pt x="7366" y="3517"/>
                </a:lnTo>
                <a:lnTo>
                  <a:pt x="7365" y="3518"/>
                </a:lnTo>
                <a:lnTo>
                  <a:pt x="7366" y="3519"/>
                </a:lnTo>
                <a:lnTo>
                  <a:pt x="7366" y="3520"/>
                </a:lnTo>
                <a:lnTo>
                  <a:pt x="7366" y="3521"/>
                </a:lnTo>
                <a:lnTo>
                  <a:pt x="7365" y="3521"/>
                </a:lnTo>
                <a:lnTo>
                  <a:pt x="7363" y="3521"/>
                </a:lnTo>
                <a:lnTo>
                  <a:pt x="7362" y="3521"/>
                </a:lnTo>
                <a:lnTo>
                  <a:pt x="7362" y="3522"/>
                </a:lnTo>
                <a:lnTo>
                  <a:pt x="7361" y="3522"/>
                </a:lnTo>
                <a:lnTo>
                  <a:pt x="7360" y="3524"/>
                </a:lnTo>
                <a:lnTo>
                  <a:pt x="7361" y="3524"/>
                </a:lnTo>
                <a:lnTo>
                  <a:pt x="7362" y="3525"/>
                </a:lnTo>
                <a:lnTo>
                  <a:pt x="7362" y="3526"/>
                </a:lnTo>
                <a:lnTo>
                  <a:pt x="7361" y="3526"/>
                </a:lnTo>
                <a:lnTo>
                  <a:pt x="7360" y="3526"/>
                </a:lnTo>
                <a:lnTo>
                  <a:pt x="7360" y="3525"/>
                </a:lnTo>
                <a:lnTo>
                  <a:pt x="7359" y="3526"/>
                </a:lnTo>
                <a:lnTo>
                  <a:pt x="7359" y="3528"/>
                </a:lnTo>
                <a:lnTo>
                  <a:pt x="7359" y="3529"/>
                </a:lnTo>
                <a:lnTo>
                  <a:pt x="7358" y="3531"/>
                </a:lnTo>
                <a:lnTo>
                  <a:pt x="7358" y="3533"/>
                </a:lnTo>
                <a:lnTo>
                  <a:pt x="7358" y="3534"/>
                </a:lnTo>
                <a:lnTo>
                  <a:pt x="7358" y="3535"/>
                </a:lnTo>
                <a:lnTo>
                  <a:pt x="7358" y="3536"/>
                </a:lnTo>
                <a:lnTo>
                  <a:pt x="7359" y="3536"/>
                </a:lnTo>
                <a:lnTo>
                  <a:pt x="7360" y="3537"/>
                </a:lnTo>
                <a:lnTo>
                  <a:pt x="7361" y="3537"/>
                </a:lnTo>
                <a:lnTo>
                  <a:pt x="7362" y="3537"/>
                </a:lnTo>
                <a:lnTo>
                  <a:pt x="7363" y="3537"/>
                </a:lnTo>
                <a:lnTo>
                  <a:pt x="7364" y="3538"/>
                </a:lnTo>
                <a:lnTo>
                  <a:pt x="7365" y="3540"/>
                </a:lnTo>
                <a:lnTo>
                  <a:pt x="7366" y="3540"/>
                </a:lnTo>
                <a:lnTo>
                  <a:pt x="7366" y="3541"/>
                </a:lnTo>
                <a:lnTo>
                  <a:pt x="7366" y="3542"/>
                </a:lnTo>
                <a:lnTo>
                  <a:pt x="7367" y="3542"/>
                </a:lnTo>
                <a:lnTo>
                  <a:pt x="7366" y="3542"/>
                </a:lnTo>
                <a:lnTo>
                  <a:pt x="7366" y="3543"/>
                </a:lnTo>
                <a:lnTo>
                  <a:pt x="7365" y="3543"/>
                </a:lnTo>
                <a:lnTo>
                  <a:pt x="7364" y="3543"/>
                </a:lnTo>
                <a:lnTo>
                  <a:pt x="7363" y="3543"/>
                </a:lnTo>
                <a:lnTo>
                  <a:pt x="7362" y="3543"/>
                </a:lnTo>
                <a:lnTo>
                  <a:pt x="7361" y="3543"/>
                </a:lnTo>
                <a:lnTo>
                  <a:pt x="7360" y="3544"/>
                </a:lnTo>
                <a:lnTo>
                  <a:pt x="7359" y="3544"/>
                </a:lnTo>
                <a:lnTo>
                  <a:pt x="7358" y="3543"/>
                </a:lnTo>
                <a:lnTo>
                  <a:pt x="7357" y="3543"/>
                </a:lnTo>
                <a:lnTo>
                  <a:pt x="7356" y="3543"/>
                </a:lnTo>
                <a:lnTo>
                  <a:pt x="7355" y="3543"/>
                </a:lnTo>
                <a:lnTo>
                  <a:pt x="7355" y="3542"/>
                </a:lnTo>
                <a:lnTo>
                  <a:pt x="7355" y="3543"/>
                </a:lnTo>
                <a:lnTo>
                  <a:pt x="7354" y="3544"/>
                </a:lnTo>
                <a:lnTo>
                  <a:pt x="7353" y="3544"/>
                </a:lnTo>
                <a:lnTo>
                  <a:pt x="7354" y="3544"/>
                </a:lnTo>
                <a:lnTo>
                  <a:pt x="7354" y="3546"/>
                </a:lnTo>
                <a:lnTo>
                  <a:pt x="7353" y="3546"/>
                </a:lnTo>
                <a:lnTo>
                  <a:pt x="7353" y="3547"/>
                </a:lnTo>
                <a:lnTo>
                  <a:pt x="7354" y="3547"/>
                </a:lnTo>
                <a:lnTo>
                  <a:pt x="7355" y="3547"/>
                </a:lnTo>
                <a:lnTo>
                  <a:pt x="7355" y="3548"/>
                </a:lnTo>
                <a:lnTo>
                  <a:pt x="7355" y="3549"/>
                </a:lnTo>
                <a:lnTo>
                  <a:pt x="7356" y="3549"/>
                </a:lnTo>
                <a:lnTo>
                  <a:pt x="7356" y="3550"/>
                </a:lnTo>
                <a:lnTo>
                  <a:pt x="7356" y="3551"/>
                </a:lnTo>
                <a:lnTo>
                  <a:pt x="7355" y="3552"/>
                </a:lnTo>
                <a:lnTo>
                  <a:pt x="7354" y="3553"/>
                </a:lnTo>
                <a:lnTo>
                  <a:pt x="7354" y="3555"/>
                </a:lnTo>
                <a:lnTo>
                  <a:pt x="7355" y="3557"/>
                </a:lnTo>
                <a:lnTo>
                  <a:pt x="7356" y="3557"/>
                </a:lnTo>
                <a:lnTo>
                  <a:pt x="7358" y="3556"/>
                </a:lnTo>
                <a:lnTo>
                  <a:pt x="7358" y="3555"/>
                </a:lnTo>
                <a:lnTo>
                  <a:pt x="7359" y="3554"/>
                </a:lnTo>
                <a:lnTo>
                  <a:pt x="7360" y="3555"/>
                </a:lnTo>
                <a:lnTo>
                  <a:pt x="7360" y="3558"/>
                </a:lnTo>
                <a:lnTo>
                  <a:pt x="7359" y="3559"/>
                </a:lnTo>
                <a:lnTo>
                  <a:pt x="7360" y="3560"/>
                </a:lnTo>
                <a:lnTo>
                  <a:pt x="7361" y="3560"/>
                </a:lnTo>
                <a:lnTo>
                  <a:pt x="7361" y="3561"/>
                </a:lnTo>
                <a:lnTo>
                  <a:pt x="7360" y="3561"/>
                </a:lnTo>
                <a:lnTo>
                  <a:pt x="7360" y="3562"/>
                </a:lnTo>
                <a:lnTo>
                  <a:pt x="7359" y="3562"/>
                </a:lnTo>
                <a:lnTo>
                  <a:pt x="7359" y="3563"/>
                </a:lnTo>
                <a:lnTo>
                  <a:pt x="7359" y="3564"/>
                </a:lnTo>
                <a:lnTo>
                  <a:pt x="7360" y="3564"/>
                </a:lnTo>
                <a:lnTo>
                  <a:pt x="7361" y="3565"/>
                </a:lnTo>
                <a:lnTo>
                  <a:pt x="7362" y="3566"/>
                </a:lnTo>
                <a:lnTo>
                  <a:pt x="7362" y="3567"/>
                </a:lnTo>
                <a:lnTo>
                  <a:pt x="7362" y="3568"/>
                </a:lnTo>
                <a:lnTo>
                  <a:pt x="7363" y="3568"/>
                </a:lnTo>
                <a:lnTo>
                  <a:pt x="7363" y="3569"/>
                </a:lnTo>
                <a:lnTo>
                  <a:pt x="7363" y="3570"/>
                </a:lnTo>
                <a:lnTo>
                  <a:pt x="7364" y="3571"/>
                </a:lnTo>
                <a:lnTo>
                  <a:pt x="7363" y="3571"/>
                </a:lnTo>
                <a:lnTo>
                  <a:pt x="7363" y="3573"/>
                </a:lnTo>
                <a:lnTo>
                  <a:pt x="7363" y="3574"/>
                </a:lnTo>
                <a:lnTo>
                  <a:pt x="7364" y="3574"/>
                </a:lnTo>
                <a:lnTo>
                  <a:pt x="7364" y="3575"/>
                </a:lnTo>
                <a:lnTo>
                  <a:pt x="7364" y="3576"/>
                </a:lnTo>
                <a:lnTo>
                  <a:pt x="7365" y="3579"/>
                </a:lnTo>
                <a:lnTo>
                  <a:pt x="7365" y="3580"/>
                </a:lnTo>
                <a:lnTo>
                  <a:pt x="7366" y="3580"/>
                </a:lnTo>
                <a:lnTo>
                  <a:pt x="7367" y="3580"/>
                </a:lnTo>
                <a:lnTo>
                  <a:pt x="7367" y="3581"/>
                </a:lnTo>
                <a:lnTo>
                  <a:pt x="7367" y="3582"/>
                </a:lnTo>
                <a:lnTo>
                  <a:pt x="7367" y="3583"/>
                </a:lnTo>
                <a:lnTo>
                  <a:pt x="7368" y="3583"/>
                </a:lnTo>
                <a:lnTo>
                  <a:pt x="7369" y="3583"/>
                </a:lnTo>
                <a:lnTo>
                  <a:pt x="7370" y="3583"/>
                </a:lnTo>
                <a:lnTo>
                  <a:pt x="7370" y="3584"/>
                </a:lnTo>
                <a:lnTo>
                  <a:pt x="7369" y="3584"/>
                </a:lnTo>
                <a:lnTo>
                  <a:pt x="7368" y="3585"/>
                </a:lnTo>
                <a:lnTo>
                  <a:pt x="7367" y="3585"/>
                </a:lnTo>
                <a:lnTo>
                  <a:pt x="7366" y="3585"/>
                </a:lnTo>
                <a:lnTo>
                  <a:pt x="7365" y="3585"/>
                </a:lnTo>
                <a:lnTo>
                  <a:pt x="7364" y="3585"/>
                </a:lnTo>
                <a:lnTo>
                  <a:pt x="7363" y="3584"/>
                </a:lnTo>
                <a:lnTo>
                  <a:pt x="7362" y="3584"/>
                </a:lnTo>
                <a:lnTo>
                  <a:pt x="7361" y="3585"/>
                </a:lnTo>
                <a:lnTo>
                  <a:pt x="7361" y="3586"/>
                </a:lnTo>
                <a:lnTo>
                  <a:pt x="7360" y="3586"/>
                </a:lnTo>
                <a:lnTo>
                  <a:pt x="7360" y="3587"/>
                </a:lnTo>
                <a:lnTo>
                  <a:pt x="7359" y="3588"/>
                </a:lnTo>
                <a:lnTo>
                  <a:pt x="7358" y="3588"/>
                </a:lnTo>
                <a:lnTo>
                  <a:pt x="7357" y="3588"/>
                </a:lnTo>
                <a:lnTo>
                  <a:pt x="7356" y="3588"/>
                </a:lnTo>
                <a:lnTo>
                  <a:pt x="7355" y="3588"/>
                </a:lnTo>
                <a:lnTo>
                  <a:pt x="7354" y="3588"/>
                </a:lnTo>
                <a:lnTo>
                  <a:pt x="7353" y="3589"/>
                </a:lnTo>
                <a:lnTo>
                  <a:pt x="7352" y="3590"/>
                </a:lnTo>
                <a:lnTo>
                  <a:pt x="7352" y="3591"/>
                </a:lnTo>
                <a:lnTo>
                  <a:pt x="7353" y="3591"/>
                </a:lnTo>
                <a:lnTo>
                  <a:pt x="7353" y="3592"/>
                </a:lnTo>
                <a:lnTo>
                  <a:pt x="7352" y="3592"/>
                </a:lnTo>
                <a:lnTo>
                  <a:pt x="7352" y="3593"/>
                </a:lnTo>
                <a:lnTo>
                  <a:pt x="7351" y="3593"/>
                </a:lnTo>
                <a:lnTo>
                  <a:pt x="7350" y="3594"/>
                </a:lnTo>
                <a:lnTo>
                  <a:pt x="7350" y="3593"/>
                </a:lnTo>
                <a:lnTo>
                  <a:pt x="7350" y="3592"/>
                </a:lnTo>
                <a:lnTo>
                  <a:pt x="7350" y="3591"/>
                </a:lnTo>
                <a:lnTo>
                  <a:pt x="7349" y="3590"/>
                </a:lnTo>
                <a:lnTo>
                  <a:pt x="7347" y="3591"/>
                </a:lnTo>
                <a:lnTo>
                  <a:pt x="7347" y="3592"/>
                </a:lnTo>
                <a:lnTo>
                  <a:pt x="7346" y="3592"/>
                </a:lnTo>
                <a:lnTo>
                  <a:pt x="7346" y="3593"/>
                </a:lnTo>
                <a:lnTo>
                  <a:pt x="7345" y="3592"/>
                </a:lnTo>
                <a:lnTo>
                  <a:pt x="7344" y="3592"/>
                </a:lnTo>
                <a:lnTo>
                  <a:pt x="7343" y="3592"/>
                </a:lnTo>
                <a:lnTo>
                  <a:pt x="7342" y="3593"/>
                </a:lnTo>
                <a:lnTo>
                  <a:pt x="7342" y="3594"/>
                </a:lnTo>
                <a:lnTo>
                  <a:pt x="7343" y="3594"/>
                </a:lnTo>
                <a:lnTo>
                  <a:pt x="7344" y="3595"/>
                </a:lnTo>
                <a:lnTo>
                  <a:pt x="7344" y="3596"/>
                </a:lnTo>
                <a:lnTo>
                  <a:pt x="7342" y="3596"/>
                </a:lnTo>
                <a:lnTo>
                  <a:pt x="7341" y="3596"/>
                </a:lnTo>
                <a:lnTo>
                  <a:pt x="7340" y="3596"/>
                </a:lnTo>
                <a:lnTo>
                  <a:pt x="7339" y="3596"/>
                </a:lnTo>
                <a:lnTo>
                  <a:pt x="7339" y="3597"/>
                </a:lnTo>
                <a:lnTo>
                  <a:pt x="7336" y="3598"/>
                </a:lnTo>
                <a:lnTo>
                  <a:pt x="7335" y="3598"/>
                </a:lnTo>
                <a:lnTo>
                  <a:pt x="7334" y="3598"/>
                </a:lnTo>
                <a:lnTo>
                  <a:pt x="7333" y="3597"/>
                </a:lnTo>
                <a:lnTo>
                  <a:pt x="7332" y="3598"/>
                </a:lnTo>
                <a:lnTo>
                  <a:pt x="7331" y="3599"/>
                </a:lnTo>
                <a:lnTo>
                  <a:pt x="7330" y="3599"/>
                </a:lnTo>
                <a:lnTo>
                  <a:pt x="7330" y="3601"/>
                </a:lnTo>
                <a:lnTo>
                  <a:pt x="7329" y="3601"/>
                </a:lnTo>
                <a:lnTo>
                  <a:pt x="7329" y="3602"/>
                </a:lnTo>
                <a:lnTo>
                  <a:pt x="7328" y="3605"/>
                </a:lnTo>
                <a:lnTo>
                  <a:pt x="7327" y="3605"/>
                </a:lnTo>
                <a:lnTo>
                  <a:pt x="7326" y="3606"/>
                </a:lnTo>
                <a:lnTo>
                  <a:pt x="7326" y="3607"/>
                </a:lnTo>
                <a:lnTo>
                  <a:pt x="7325" y="3607"/>
                </a:lnTo>
                <a:lnTo>
                  <a:pt x="7324" y="3607"/>
                </a:lnTo>
                <a:lnTo>
                  <a:pt x="7323" y="3608"/>
                </a:lnTo>
                <a:lnTo>
                  <a:pt x="7322" y="3608"/>
                </a:lnTo>
                <a:lnTo>
                  <a:pt x="7321" y="3609"/>
                </a:lnTo>
                <a:lnTo>
                  <a:pt x="7320" y="3609"/>
                </a:lnTo>
                <a:lnTo>
                  <a:pt x="7321" y="3608"/>
                </a:lnTo>
                <a:lnTo>
                  <a:pt x="7320" y="3608"/>
                </a:lnTo>
                <a:lnTo>
                  <a:pt x="7320" y="3607"/>
                </a:lnTo>
                <a:lnTo>
                  <a:pt x="7319" y="3607"/>
                </a:lnTo>
                <a:lnTo>
                  <a:pt x="7316" y="3609"/>
                </a:lnTo>
                <a:lnTo>
                  <a:pt x="7315" y="3610"/>
                </a:lnTo>
                <a:lnTo>
                  <a:pt x="7314" y="3610"/>
                </a:lnTo>
                <a:lnTo>
                  <a:pt x="7313" y="3610"/>
                </a:lnTo>
                <a:lnTo>
                  <a:pt x="7312" y="3609"/>
                </a:lnTo>
                <a:lnTo>
                  <a:pt x="7311" y="3609"/>
                </a:lnTo>
                <a:lnTo>
                  <a:pt x="7310" y="3610"/>
                </a:lnTo>
                <a:lnTo>
                  <a:pt x="7310" y="3609"/>
                </a:lnTo>
                <a:lnTo>
                  <a:pt x="7309" y="3609"/>
                </a:lnTo>
                <a:lnTo>
                  <a:pt x="7308" y="3608"/>
                </a:lnTo>
                <a:lnTo>
                  <a:pt x="7308" y="3609"/>
                </a:lnTo>
                <a:lnTo>
                  <a:pt x="7307" y="3609"/>
                </a:lnTo>
                <a:lnTo>
                  <a:pt x="7307" y="3610"/>
                </a:lnTo>
                <a:lnTo>
                  <a:pt x="7307" y="3611"/>
                </a:lnTo>
                <a:lnTo>
                  <a:pt x="7304" y="3611"/>
                </a:lnTo>
                <a:lnTo>
                  <a:pt x="7304" y="3610"/>
                </a:lnTo>
                <a:lnTo>
                  <a:pt x="7304" y="3609"/>
                </a:lnTo>
                <a:lnTo>
                  <a:pt x="7305" y="3607"/>
                </a:lnTo>
                <a:lnTo>
                  <a:pt x="7306" y="3607"/>
                </a:lnTo>
                <a:lnTo>
                  <a:pt x="7306" y="3606"/>
                </a:lnTo>
                <a:lnTo>
                  <a:pt x="7307" y="3605"/>
                </a:lnTo>
                <a:lnTo>
                  <a:pt x="7307" y="3604"/>
                </a:lnTo>
                <a:lnTo>
                  <a:pt x="7306" y="3604"/>
                </a:lnTo>
                <a:lnTo>
                  <a:pt x="7307" y="3603"/>
                </a:lnTo>
                <a:lnTo>
                  <a:pt x="7308" y="3603"/>
                </a:lnTo>
                <a:lnTo>
                  <a:pt x="7309" y="3603"/>
                </a:lnTo>
                <a:lnTo>
                  <a:pt x="7309" y="3602"/>
                </a:lnTo>
                <a:lnTo>
                  <a:pt x="7309" y="3601"/>
                </a:lnTo>
                <a:lnTo>
                  <a:pt x="7308" y="3600"/>
                </a:lnTo>
                <a:lnTo>
                  <a:pt x="7308" y="3601"/>
                </a:lnTo>
                <a:lnTo>
                  <a:pt x="7307" y="3601"/>
                </a:lnTo>
                <a:lnTo>
                  <a:pt x="7307" y="3602"/>
                </a:lnTo>
                <a:lnTo>
                  <a:pt x="7306" y="3603"/>
                </a:lnTo>
                <a:lnTo>
                  <a:pt x="7306" y="3601"/>
                </a:lnTo>
                <a:lnTo>
                  <a:pt x="7307" y="3601"/>
                </a:lnTo>
                <a:lnTo>
                  <a:pt x="7307" y="3600"/>
                </a:lnTo>
                <a:lnTo>
                  <a:pt x="7306" y="3599"/>
                </a:lnTo>
                <a:lnTo>
                  <a:pt x="7307" y="3598"/>
                </a:lnTo>
                <a:lnTo>
                  <a:pt x="7308" y="3598"/>
                </a:lnTo>
                <a:lnTo>
                  <a:pt x="7308" y="3597"/>
                </a:lnTo>
                <a:lnTo>
                  <a:pt x="7308" y="3595"/>
                </a:lnTo>
                <a:lnTo>
                  <a:pt x="7309" y="3595"/>
                </a:lnTo>
                <a:lnTo>
                  <a:pt x="7309" y="3594"/>
                </a:lnTo>
                <a:lnTo>
                  <a:pt x="7309" y="3593"/>
                </a:lnTo>
                <a:lnTo>
                  <a:pt x="7309" y="3592"/>
                </a:lnTo>
                <a:lnTo>
                  <a:pt x="7309" y="3590"/>
                </a:lnTo>
                <a:lnTo>
                  <a:pt x="7310" y="3588"/>
                </a:lnTo>
                <a:lnTo>
                  <a:pt x="7311" y="3588"/>
                </a:lnTo>
                <a:lnTo>
                  <a:pt x="7314" y="3589"/>
                </a:lnTo>
                <a:lnTo>
                  <a:pt x="7313" y="3588"/>
                </a:lnTo>
                <a:lnTo>
                  <a:pt x="7312" y="3588"/>
                </a:lnTo>
                <a:lnTo>
                  <a:pt x="7312" y="3587"/>
                </a:lnTo>
                <a:lnTo>
                  <a:pt x="7312" y="3586"/>
                </a:lnTo>
                <a:lnTo>
                  <a:pt x="7311" y="3586"/>
                </a:lnTo>
                <a:lnTo>
                  <a:pt x="7311" y="3584"/>
                </a:lnTo>
                <a:lnTo>
                  <a:pt x="7313" y="3584"/>
                </a:lnTo>
                <a:lnTo>
                  <a:pt x="7313" y="3583"/>
                </a:lnTo>
                <a:lnTo>
                  <a:pt x="7312" y="3580"/>
                </a:lnTo>
                <a:lnTo>
                  <a:pt x="7310" y="3579"/>
                </a:lnTo>
                <a:lnTo>
                  <a:pt x="7309" y="3578"/>
                </a:lnTo>
                <a:lnTo>
                  <a:pt x="7307" y="3577"/>
                </a:lnTo>
                <a:lnTo>
                  <a:pt x="7307" y="3576"/>
                </a:lnTo>
                <a:lnTo>
                  <a:pt x="7306" y="3576"/>
                </a:lnTo>
                <a:lnTo>
                  <a:pt x="7306" y="3575"/>
                </a:lnTo>
                <a:lnTo>
                  <a:pt x="7307" y="3575"/>
                </a:lnTo>
                <a:lnTo>
                  <a:pt x="7305" y="3575"/>
                </a:lnTo>
                <a:lnTo>
                  <a:pt x="7305" y="3574"/>
                </a:lnTo>
                <a:lnTo>
                  <a:pt x="7304" y="3574"/>
                </a:lnTo>
                <a:lnTo>
                  <a:pt x="7303" y="3572"/>
                </a:lnTo>
                <a:lnTo>
                  <a:pt x="7303" y="3571"/>
                </a:lnTo>
                <a:lnTo>
                  <a:pt x="7302" y="3571"/>
                </a:lnTo>
                <a:lnTo>
                  <a:pt x="7302" y="3570"/>
                </a:lnTo>
                <a:lnTo>
                  <a:pt x="7303" y="3569"/>
                </a:lnTo>
                <a:lnTo>
                  <a:pt x="7302" y="3568"/>
                </a:lnTo>
                <a:lnTo>
                  <a:pt x="7301" y="3568"/>
                </a:lnTo>
                <a:lnTo>
                  <a:pt x="7301" y="3569"/>
                </a:lnTo>
                <a:lnTo>
                  <a:pt x="7300" y="3569"/>
                </a:lnTo>
                <a:lnTo>
                  <a:pt x="7299" y="3570"/>
                </a:lnTo>
                <a:lnTo>
                  <a:pt x="7299" y="3571"/>
                </a:lnTo>
                <a:lnTo>
                  <a:pt x="7299" y="3572"/>
                </a:lnTo>
                <a:lnTo>
                  <a:pt x="7300" y="3572"/>
                </a:lnTo>
                <a:lnTo>
                  <a:pt x="7300" y="3573"/>
                </a:lnTo>
                <a:lnTo>
                  <a:pt x="7299" y="3574"/>
                </a:lnTo>
                <a:lnTo>
                  <a:pt x="7299" y="3575"/>
                </a:lnTo>
                <a:lnTo>
                  <a:pt x="7299" y="3576"/>
                </a:lnTo>
                <a:lnTo>
                  <a:pt x="7298" y="3576"/>
                </a:lnTo>
                <a:lnTo>
                  <a:pt x="7298" y="3577"/>
                </a:lnTo>
                <a:lnTo>
                  <a:pt x="7299" y="3579"/>
                </a:lnTo>
                <a:lnTo>
                  <a:pt x="7300" y="3581"/>
                </a:lnTo>
                <a:lnTo>
                  <a:pt x="7300" y="3580"/>
                </a:lnTo>
                <a:lnTo>
                  <a:pt x="7301" y="3580"/>
                </a:lnTo>
                <a:lnTo>
                  <a:pt x="7302" y="3581"/>
                </a:lnTo>
                <a:lnTo>
                  <a:pt x="7303" y="3581"/>
                </a:lnTo>
                <a:lnTo>
                  <a:pt x="7303" y="3582"/>
                </a:lnTo>
                <a:lnTo>
                  <a:pt x="7302" y="3583"/>
                </a:lnTo>
                <a:lnTo>
                  <a:pt x="7301" y="3583"/>
                </a:lnTo>
                <a:lnTo>
                  <a:pt x="7299" y="3584"/>
                </a:lnTo>
                <a:lnTo>
                  <a:pt x="7298" y="3584"/>
                </a:lnTo>
                <a:lnTo>
                  <a:pt x="7297" y="3584"/>
                </a:lnTo>
                <a:lnTo>
                  <a:pt x="7297" y="3585"/>
                </a:lnTo>
                <a:lnTo>
                  <a:pt x="7296" y="3585"/>
                </a:lnTo>
                <a:lnTo>
                  <a:pt x="7295" y="3585"/>
                </a:lnTo>
                <a:lnTo>
                  <a:pt x="7295" y="3584"/>
                </a:lnTo>
                <a:lnTo>
                  <a:pt x="7295" y="3583"/>
                </a:lnTo>
                <a:lnTo>
                  <a:pt x="7296" y="3583"/>
                </a:lnTo>
                <a:lnTo>
                  <a:pt x="7296" y="3582"/>
                </a:lnTo>
                <a:lnTo>
                  <a:pt x="7295" y="3582"/>
                </a:lnTo>
                <a:lnTo>
                  <a:pt x="7294" y="3581"/>
                </a:lnTo>
                <a:lnTo>
                  <a:pt x="7292" y="3581"/>
                </a:lnTo>
                <a:lnTo>
                  <a:pt x="7291" y="3582"/>
                </a:lnTo>
                <a:lnTo>
                  <a:pt x="7291" y="3583"/>
                </a:lnTo>
                <a:lnTo>
                  <a:pt x="7290" y="3584"/>
                </a:lnTo>
                <a:lnTo>
                  <a:pt x="7289" y="3584"/>
                </a:lnTo>
                <a:lnTo>
                  <a:pt x="7289" y="3583"/>
                </a:lnTo>
                <a:lnTo>
                  <a:pt x="7289" y="3582"/>
                </a:lnTo>
                <a:lnTo>
                  <a:pt x="7288" y="3580"/>
                </a:lnTo>
                <a:lnTo>
                  <a:pt x="7288" y="3579"/>
                </a:lnTo>
                <a:lnTo>
                  <a:pt x="7288" y="3578"/>
                </a:lnTo>
                <a:lnTo>
                  <a:pt x="7286" y="3579"/>
                </a:lnTo>
                <a:lnTo>
                  <a:pt x="7285" y="3580"/>
                </a:lnTo>
                <a:lnTo>
                  <a:pt x="7283" y="3581"/>
                </a:lnTo>
                <a:lnTo>
                  <a:pt x="7283" y="3582"/>
                </a:lnTo>
                <a:lnTo>
                  <a:pt x="7281" y="3583"/>
                </a:lnTo>
                <a:lnTo>
                  <a:pt x="7280" y="3584"/>
                </a:lnTo>
                <a:lnTo>
                  <a:pt x="7280" y="3585"/>
                </a:lnTo>
                <a:lnTo>
                  <a:pt x="7279" y="3586"/>
                </a:lnTo>
                <a:lnTo>
                  <a:pt x="7278" y="3587"/>
                </a:lnTo>
                <a:lnTo>
                  <a:pt x="7276" y="3588"/>
                </a:lnTo>
                <a:lnTo>
                  <a:pt x="7276" y="3589"/>
                </a:lnTo>
                <a:lnTo>
                  <a:pt x="7275" y="3588"/>
                </a:lnTo>
                <a:lnTo>
                  <a:pt x="7273" y="3588"/>
                </a:lnTo>
                <a:lnTo>
                  <a:pt x="7272" y="3588"/>
                </a:lnTo>
                <a:lnTo>
                  <a:pt x="7272" y="3587"/>
                </a:lnTo>
                <a:lnTo>
                  <a:pt x="7273" y="3586"/>
                </a:lnTo>
                <a:lnTo>
                  <a:pt x="7274" y="3586"/>
                </a:lnTo>
                <a:lnTo>
                  <a:pt x="7273" y="3586"/>
                </a:lnTo>
                <a:lnTo>
                  <a:pt x="7272" y="3586"/>
                </a:lnTo>
                <a:lnTo>
                  <a:pt x="7272" y="3587"/>
                </a:lnTo>
                <a:lnTo>
                  <a:pt x="7272" y="3588"/>
                </a:lnTo>
                <a:lnTo>
                  <a:pt x="7274" y="3589"/>
                </a:lnTo>
                <a:lnTo>
                  <a:pt x="7275" y="3589"/>
                </a:lnTo>
                <a:lnTo>
                  <a:pt x="7275" y="3590"/>
                </a:lnTo>
                <a:lnTo>
                  <a:pt x="7274" y="3591"/>
                </a:lnTo>
                <a:lnTo>
                  <a:pt x="7274" y="3592"/>
                </a:lnTo>
                <a:lnTo>
                  <a:pt x="7275" y="3593"/>
                </a:lnTo>
                <a:lnTo>
                  <a:pt x="7275" y="3594"/>
                </a:lnTo>
                <a:lnTo>
                  <a:pt x="7276" y="3594"/>
                </a:lnTo>
                <a:lnTo>
                  <a:pt x="7276" y="3595"/>
                </a:lnTo>
                <a:lnTo>
                  <a:pt x="7276" y="3596"/>
                </a:lnTo>
                <a:lnTo>
                  <a:pt x="7276" y="3597"/>
                </a:lnTo>
                <a:lnTo>
                  <a:pt x="7274" y="3598"/>
                </a:lnTo>
                <a:lnTo>
                  <a:pt x="7273" y="3599"/>
                </a:lnTo>
                <a:lnTo>
                  <a:pt x="7272" y="3600"/>
                </a:lnTo>
                <a:lnTo>
                  <a:pt x="7270" y="3600"/>
                </a:lnTo>
                <a:lnTo>
                  <a:pt x="7269" y="3600"/>
                </a:lnTo>
                <a:lnTo>
                  <a:pt x="7269" y="3599"/>
                </a:lnTo>
                <a:lnTo>
                  <a:pt x="7268" y="3600"/>
                </a:lnTo>
                <a:lnTo>
                  <a:pt x="7269" y="3601"/>
                </a:lnTo>
                <a:lnTo>
                  <a:pt x="7270" y="3601"/>
                </a:lnTo>
                <a:lnTo>
                  <a:pt x="7272" y="3601"/>
                </a:lnTo>
                <a:lnTo>
                  <a:pt x="7273" y="3601"/>
                </a:lnTo>
                <a:lnTo>
                  <a:pt x="7273" y="3602"/>
                </a:lnTo>
                <a:lnTo>
                  <a:pt x="7274" y="3603"/>
                </a:lnTo>
                <a:lnTo>
                  <a:pt x="7274" y="3604"/>
                </a:lnTo>
                <a:lnTo>
                  <a:pt x="7274" y="3605"/>
                </a:lnTo>
                <a:lnTo>
                  <a:pt x="7273" y="3606"/>
                </a:lnTo>
                <a:lnTo>
                  <a:pt x="7274" y="3606"/>
                </a:lnTo>
                <a:lnTo>
                  <a:pt x="7275" y="3606"/>
                </a:lnTo>
                <a:lnTo>
                  <a:pt x="7276" y="3606"/>
                </a:lnTo>
                <a:lnTo>
                  <a:pt x="7277" y="3606"/>
                </a:lnTo>
                <a:lnTo>
                  <a:pt x="7278" y="3607"/>
                </a:lnTo>
                <a:lnTo>
                  <a:pt x="7279" y="3607"/>
                </a:lnTo>
                <a:lnTo>
                  <a:pt x="7280" y="3607"/>
                </a:lnTo>
                <a:lnTo>
                  <a:pt x="7281" y="3607"/>
                </a:lnTo>
                <a:lnTo>
                  <a:pt x="7281" y="3608"/>
                </a:lnTo>
                <a:lnTo>
                  <a:pt x="7282" y="3609"/>
                </a:lnTo>
                <a:lnTo>
                  <a:pt x="7283" y="3608"/>
                </a:lnTo>
                <a:lnTo>
                  <a:pt x="7284" y="3609"/>
                </a:lnTo>
                <a:lnTo>
                  <a:pt x="7284" y="3611"/>
                </a:lnTo>
                <a:lnTo>
                  <a:pt x="7285" y="3611"/>
                </a:lnTo>
                <a:lnTo>
                  <a:pt x="7286" y="3612"/>
                </a:lnTo>
                <a:lnTo>
                  <a:pt x="7287" y="3612"/>
                </a:lnTo>
                <a:lnTo>
                  <a:pt x="7288" y="3612"/>
                </a:lnTo>
                <a:lnTo>
                  <a:pt x="7289" y="3612"/>
                </a:lnTo>
                <a:lnTo>
                  <a:pt x="7291" y="3611"/>
                </a:lnTo>
                <a:lnTo>
                  <a:pt x="7292" y="3611"/>
                </a:lnTo>
                <a:lnTo>
                  <a:pt x="7294" y="3611"/>
                </a:lnTo>
                <a:lnTo>
                  <a:pt x="7296" y="3611"/>
                </a:lnTo>
                <a:lnTo>
                  <a:pt x="7296" y="3612"/>
                </a:lnTo>
                <a:lnTo>
                  <a:pt x="7296" y="3613"/>
                </a:lnTo>
                <a:lnTo>
                  <a:pt x="7295" y="3614"/>
                </a:lnTo>
                <a:lnTo>
                  <a:pt x="7294" y="3614"/>
                </a:lnTo>
                <a:lnTo>
                  <a:pt x="7294" y="3615"/>
                </a:lnTo>
                <a:lnTo>
                  <a:pt x="7294" y="3616"/>
                </a:lnTo>
                <a:lnTo>
                  <a:pt x="7295" y="3616"/>
                </a:lnTo>
                <a:lnTo>
                  <a:pt x="7295" y="3617"/>
                </a:lnTo>
                <a:lnTo>
                  <a:pt x="7293" y="3620"/>
                </a:lnTo>
                <a:lnTo>
                  <a:pt x="7293" y="3621"/>
                </a:lnTo>
                <a:lnTo>
                  <a:pt x="7291" y="3624"/>
                </a:lnTo>
                <a:lnTo>
                  <a:pt x="7290" y="3623"/>
                </a:lnTo>
                <a:lnTo>
                  <a:pt x="7290" y="3624"/>
                </a:lnTo>
                <a:lnTo>
                  <a:pt x="7290" y="3625"/>
                </a:lnTo>
                <a:lnTo>
                  <a:pt x="7291" y="3625"/>
                </a:lnTo>
                <a:lnTo>
                  <a:pt x="7292" y="3625"/>
                </a:lnTo>
                <a:lnTo>
                  <a:pt x="7293" y="3625"/>
                </a:lnTo>
                <a:lnTo>
                  <a:pt x="7294" y="3624"/>
                </a:lnTo>
                <a:lnTo>
                  <a:pt x="7297" y="3620"/>
                </a:lnTo>
                <a:lnTo>
                  <a:pt x="7298" y="3621"/>
                </a:lnTo>
                <a:lnTo>
                  <a:pt x="7299" y="3621"/>
                </a:lnTo>
                <a:lnTo>
                  <a:pt x="7299" y="3620"/>
                </a:lnTo>
                <a:lnTo>
                  <a:pt x="7300" y="3621"/>
                </a:lnTo>
                <a:lnTo>
                  <a:pt x="7299" y="3622"/>
                </a:lnTo>
                <a:lnTo>
                  <a:pt x="7299" y="3623"/>
                </a:lnTo>
                <a:lnTo>
                  <a:pt x="7298" y="3623"/>
                </a:lnTo>
                <a:lnTo>
                  <a:pt x="7299" y="3623"/>
                </a:lnTo>
                <a:lnTo>
                  <a:pt x="7299" y="3626"/>
                </a:lnTo>
                <a:lnTo>
                  <a:pt x="7299" y="3627"/>
                </a:lnTo>
                <a:lnTo>
                  <a:pt x="7299" y="3628"/>
                </a:lnTo>
                <a:lnTo>
                  <a:pt x="7299" y="3629"/>
                </a:lnTo>
                <a:lnTo>
                  <a:pt x="7300" y="3629"/>
                </a:lnTo>
                <a:lnTo>
                  <a:pt x="7300" y="3628"/>
                </a:lnTo>
                <a:lnTo>
                  <a:pt x="7301" y="3627"/>
                </a:lnTo>
                <a:lnTo>
                  <a:pt x="7302" y="3625"/>
                </a:lnTo>
                <a:lnTo>
                  <a:pt x="7301" y="3624"/>
                </a:lnTo>
                <a:lnTo>
                  <a:pt x="7301" y="3623"/>
                </a:lnTo>
                <a:lnTo>
                  <a:pt x="7302" y="3623"/>
                </a:lnTo>
                <a:lnTo>
                  <a:pt x="7302" y="3624"/>
                </a:lnTo>
                <a:lnTo>
                  <a:pt x="7303" y="3623"/>
                </a:lnTo>
                <a:lnTo>
                  <a:pt x="7304" y="3624"/>
                </a:lnTo>
                <a:lnTo>
                  <a:pt x="7304" y="3625"/>
                </a:lnTo>
                <a:lnTo>
                  <a:pt x="7304" y="3624"/>
                </a:lnTo>
                <a:lnTo>
                  <a:pt x="7305" y="3624"/>
                </a:lnTo>
                <a:lnTo>
                  <a:pt x="7304" y="3623"/>
                </a:lnTo>
                <a:lnTo>
                  <a:pt x="7304" y="3622"/>
                </a:lnTo>
                <a:lnTo>
                  <a:pt x="7303" y="3621"/>
                </a:lnTo>
                <a:lnTo>
                  <a:pt x="7304" y="3621"/>
                </a:lnTo>
                <a:lnTo>
                  <a:pt x="7304" y="3620"/>
                </a:lnTo>
                <a:lnTo>
                  <a:pt x="7304" y="3619"/>
                </a:lnTo>
                <a:lnTo>
                  <a:pt x="7305" y="3619"/>
                </a:lnTo>
                <a:lnTo>
                  <a:pt x="7306" y="3619"/>
                </a:lnTo>
                <a:lnTo>
                  <a:pt x="7308" y="3619"/>
                </a:lnTo>
                <a:lnTo>
                  <a:pt x="7309" y="3620"/>
                </a:lnTo>
                <a:lnTo>
                  <a:pt x="7309" y="3621"/>
                </a:lnTo>
                <a:lnTo>
                  <a:pt x="7308" y="3621"/>
                </a:lnTo>
                <a:lnTo>
                  <a:pt x="7308" y="3622"/>
                </a:lnTo>
                <a:lnTo>
                  <a:pt x="7308" y="3624"/>
                </a:lnTo>
                <a:lnTo>
                  <a:pt x="7308" y="3625"/>
                </a:lnTo>
                <a:lnTo>
                  <a:pt x="7308" y="3626"/>
                </a:lnTo>
                <a:lnTo>
                  <a:pt x="7308" y="3627"/>
                </a:lnTo>
                <a:lnTo>
                  <a:pt x="7307" y="3628"/>
                </a:lnTo>
                <a:lnTo>
                  <a:pt x="7305" y="3629"/>
                </a:lnTo>
                <a:lnTo>
                  <a:pt x="7304" y="3629"/>
                </a:lnTo>
                <a:lnTo>
                  <a:pt x="7303" y="3629"/>
                </a:lnTo>
                <a:lnTo>
                  <a:pt x="7302" y="3629"/>
                </a:lnTo>
                <a:lnTo>
                  <a:pt x="7301" y="3629"/>
                </a:lnTo>
                <a:lnTo>
                  <a:pt x="7301" y="3630"/>
                </a:lnTo>
                <a:lnTo>
                  <a:pt x="7300" y="3631"/>
                </a:lnTo>
                <a:lnTo>
                  <a:pt x="7299" y="3634"/>
                </a:lnTo>
                <a:lnTo>
                  <a:pt x="7298" y="3634"/>
                </a:lnTo>
                <a:lnTo>
                  <a:pt x="7298" y="3635"/>
                </a:lnTo>
                <a:lnTo>
                  <a:pt x="7297" y="3637"/>
                </a:lnTo>
                <a:lnTo>
                  <a:pt x="7296" y="3637"/>
                </a:lnTo>
                <a:lnTo>
                  <a:pt x="7295" y="3640"/>
                </a:lnTo>
                <a:lnTo>
                  <a:pt x="7294" y="3641"/>
                </a:lnTo>
                <a:lnTo>
                  <a:pt x="7294" y="3642"/>
                </a:lnTo>
                <a:lnTo>
                  <a:pt x="7293" y="3643"/>
                </a:lnTo>
                <a:lnTo>
                  <a:pt x="7293" y="3645"/>
                </a:lnTo>
                <a:lnTo>
                  <a:pt x="7292" y="3646"/>
                </a:lnTo>
                <a:lnTo>
                  <a:pt x="7291" y="3647"/>
                </a:lnTo>
                <a:lnTo>
                  <a:pt x="7290" y="3647"/>
                </a:lnTo>
                <a:lnTo>
                  <a:pt x="7290" y="3645"/>
                </a:lnTo>
                <a:lnTo>
                  <a:pt x="7290" y="3643"/>
                </a:lnTo>
                <a:lnTo>
                  <a:pt x="7291" y="3643"/>
                </a:lnTo>
                <a:lnTo>
                  <a:pt x="7291" y="3642"/>
                </a:lnTo>
                <a:lnTo>
                  <a:pt x="7292" y="3641"/>
                </a:lnTo>
                <a:lnTo>
                  <a:pt x="7292" y="3639"/>
                </a:lnTo>
                <a:lnTo>
                  <a:pt x="7293" y="3638"/>
                </a:lnTo>
                <a:lnTo>
                  <a:pt x="7295" y="3637"/>
                </a:lnTo>
                <a:lnTo>
                  <a:pt x="7295" y="3636"/>
                </a:lnTo>
                <a:lnTo>
                  <a:pt x="7295" y="3635"/>
                </a:lnTo>
                <a:lnTo>
                  <a:pt x="7294" y="3635"/>
                </a:lnTo>
                <a:lnTo>
                  <a:pt x="7292" y="3635"/>
                </a:lnTo>
                <a:lnTo>
                  <a:pt x="7291" y="3636"/>
                </a:lnTo>
                <a:lnTo>
                  <a:pt x="7289" y="3638"/>
                </a:lnTo>
                <a:lnTo>
                  <a:pt x="7289" y="3639"/>
                </a:lnTo>
                <a:lnTo>
                  <a:pt x="7289" y="3640"/>
                </a:lnTo>
                <a:lnTo>
                  <a:pt x="7288" y="3640"/>
                </a:lnTo>
                <a:lnTo>
                  <a:pt x="7288" y="3641"/>
                </a:lnTo>
                <a:lnTo>
                  <a:pt x="7288" y="3642"/>
                </a:lnTo>
                <a:lnTo>
                  <a:pt x="7287" y="3643"/>
                </a:lnTo>
                <a:lnTo>
                  <a:pt x="7287" y="3644"/>
                </a:lnTo>
                <a:lnTo>
                  <a:pt x="7286" y="3644"/>
                </a:lnTo>
                <a:lnTo>
                  <a:pt x="7285" y="3644"/>
                </a:lnTo>
                <a:lnTo>
                  <a:pt x="7285" y="3643"/>
                </a:lnTo>
                <a:lnTo>
                  <a:pt x="7284" y="3642"/>
                </a:lnTo>
                <a:lnTo>
                  <a:pt x="7283" y="3642"/>
                </a:lnTo>
                <a:lnTo>
                  <a:pt x="7284" y="3644"/>
                </a:lnTo>
                <a:lnTo>
                  <a:pt x="7283" y="3644"/>
                </a:lnTo>
                <a:lnTo>
                  <a:pt x="7282" y="3644"/>
                </a:lnTo>
                <a:lnTo>
                  <a:pt x="7281" y="3644"/>
                </a:lnTo>
                <a:lnTo>
                  <a:pt x="7280" y="3645"/>
                </a:lnTo>
                <a:lnTo>
                  <a:pt x="7279" y="3646"/>
                </a:lnTo>
                <a:lnTo>
                  <a:pt x="7278" y="3647"/>
                </a:lnTo>
                <a:lnTo>
                  <a:pt x="7278" y="3648"/>
                </a:lnTo>
                <a:lnTo>
                  <a:pt x="7277" y="3650"/>
                </a:lnTo>
                <a:lnTo>
                  <a:pt x="7276" y="3650"/>
                </a:lnTo>
                <a:lnTo>
                  <a:pt x="7275" y="3650"/>
                </a:lnTo>
                <a:lnTo>
                  <a:pt x="7274" y="3650"/>
                </a:lnTo>
                <a:lnTo>
                  <a:pt x="7274" y="3651"/>
                </a:lnTo>
                <a:lnTo>
                  <a:pt x="7273" y="3652"/>
                </a:lnTo>
                <a:lnTo>
                  <a:pt x="7273" y="3653"/>
                </a:lnTo>
                <a:lnTo>
                  <a:pt x="7273" y="3654"/>
                </a:lnTo>
                <a:lnTo>
                  <a:pt x="7272" y="3655"/>
                </a:lnTo>
                <a:lnTo>
                  <a:pt x="7272" y="3656"/>
                </a:lnTo>
                <a:lnTo>
                  <a:pt x="7272" y="3657"/>
                </a:lnTo>
                <a:lnTo>
                  <a:pt x="7271" y="3658"/>
                </a:lnTo>
                <a:lnTo>
                  <a:pt x="7271" y="3659"/>
                </a:lnTo>
                <a:lnTo>
                  <a:pt x="7270" y="3662"/>
                </a:lnTo>
                <a:lnTo>
                  <a:pt x="7270" y="3664"/>
                </a:lnTo>
                <a:lnTo>
                  <a:pt x="7270" y="3665"/>
                </a:lnTo>
                <a:lnTo>
                  <a:pt x="7269" y="3666"/>
                </a:lnTo>
                <a:lnTo>
                  <a:pt x="7269" y="3667"/>
                </a:lnTo>
                <a:lnTo>
                  <a:pt x="7270" y="3668"/>
                </a:lnTo>
                <a:lnTo>
                  <a:pt x="7271" y="3669"/>
                </a:lnTo>
                <a:lnTo>
                  <a:pt x="7271" y="3670"/>
                </a:lnTo>
                <a:lnTo>
                  <a:pt x="7272" y="3671"/>
                </a:lnTo>
                <a:lnTo>
                  <a:pt x="7273" y="3673"/>
                </a:lnTo>
                <a:lnTo>
                  <a:pt x="7272" y="3673"/>
                </a:lnTo>
                <a:lnTo>
                  <a:pt x="7272" y="3674"/>
                </a:lnTo>
                <a:lnTo>
                  <a:pt x="7272" y="3675"/>
                </a:lnTo>
                <a:lnTo>
                  <a:pt x="7272" y="3676"/>
                </a:lnTo>
                <a:lnTo>
                  <a:pt x="7271" y="3679"/>
                </a:lnTo>
                <a:lnTo>
                  <a:pt x="7270" y="3680"/>
                </a:lnTo>
                <a:lnTo>
                  <a:pt x="7270" y="3682"/>
                </a:lnTo>
                <a:lnTo>
                  <a:pt x="7271" y="3683"/>
                </a:lnTo>
                <a:lnTo>
                  <a:pt x="7270" y="3683"/>
                </a:lnTo>
                <a:lnTo>
                  <a:pt x="7269" y="3683"/>
                </a:lnTo>
                <a:lnTo>
                  <a:pt x="7269" y="3684"/>
                </a:lnTo>
                <a:lnTo>
                  <a:pt x="7270" y="3684"/>
                </a:lnTo>
                <a:lnTo>
                  <a:pt x="7270" y="3686"/>
                </a:lnTo>
                <a:lnTo>
                  <a:pt x="7269" y="3686"/>
                </a:lnTo>
                <a:lnTo>
                  <a:pt x="7268" y="3686"/>
                </a:lnTo>
                <a:lnTo>
                  <a:pt x="7267" y="3686"/>
                </a:lnTo>
                <a:lnTo>
                  <a:pt x="7266" y="3686"/>
                </a:lnTo>
                <a:lnTo>
                  <a:pt x="7266" y="3685"/>
                </a:lnTo>
                <a:lnTo>
                  <a:pt x="7265" y="3684"/>
                </a:lnTo>
                <a:lnTo>
                  <a:pt x="7264" y="3683"/>
                </a:lnTo>
                <a:lnTo>
                  <a:pt x="7263" y="3683"/>
                </a:lnTo>
                <a:lnTo>
                  <a:pt x="7262" y="3683"/>
                </a:lnTo>
                <a:lnTo>
                  <a:pt x="7262" y="3682"/>
                </a:lnTo>
                <a:lnTo>
                  <a:pt x="7262" y="3680"/>
                </a:lnTo>
                <a:lnTo>
                  <a:pt x="7260" y="3679"/>
                </a:lnTo>
                <a:lnTo>
                  <a:pt x="7258" y="3679"/>
                </a:lnTo>
                <a:lnTo>
                  <a:pt x="7257" y="3678"/>
                </a:lnTo>
                <a:lnTo>
                  <a:pt x="7256" y="3678"/>
                </a:lnTo>
                <a:lnTo>
                  <a:pt x="7255" y="3679"/>
                </a:lnTo>
                <a:lnTo>
                  <a:pt x="7254" y="3679"/>
                </a:lnTo>
                <a:lnTo>
                  <a:pt x="7254" y="3680"/>
                </a:lnTo>
                <a:lnTo>
                  <a:pt x="7253" y="3681"/>
                </a:lnTo>
                <a:lnTo>
                  <a:pt x="7253" y="3682"/>
                </a:lnTo>
                <a:lnTo>
                  <a:pt x="7253" y="3683"/>
                </a:lnTo>
                <a:lnTo>
                  <a:pt x="7253" y="3684"/>
                </a:lnTo>
                <a:lnTo>
                  <a:pt x="7253" y="3685"/>
                </a:lnTo>
                <a:lnTo>
                  <a:pt x="7255" y="3686"/>
                </a:lnTo>
                <a:lnTo>
                  <a:pt x="7256" y="3687"/>
                </a:lnTo>
                <a:lnTo>
                  <a:pt x="7257" y="3687"/>
                </a:lnTo>
                <a:lnTo>
                  <a:pt x="7259" y="3687"/>
                </a:lnTo>
                <a:lnTo>
                  <a:pt x="7260" y="3687"/>
                </a:lnTo>
                <a:lnTo>
                  <a:pt x="7260" y="3689"/>
                </a:lnTo>
                <a:lnTo>
                  <a:pt x="7259" y="3689"/>
                </a:lnTo>
                <a:lnTo>
                  <a:pt x="7259" y="3691"/>
                </a:lnTo>
                <a:lnTo>
                  <a:pt x="7258" y="3691"/>
                </a:lnTo>
                <a:lnTo>
                  <a:pt x="7257" y="3691"/>
                </a:lnTo>
                <a:lnTo>
                  <a:pt x="7256" y="3692"/>
                </a:lnTo>
                <a:lnTo>
                  <a:pt x="7256" y="3693"/>
                </a:lnTo>
                <a:lnTo>
                  <a:pt x="7255" y="3693"/>
                </a:lnTo>
                <a:lnTo>
                  <a:pt x="7255" y="3694"/>
                </a:lnTo>
                <a:lnTo>
                  <a:pt x="7255" y="3695"/>
                </a:lnTo>
                <a:lnTo>
                  <a:pt x="7254" y="3696"/>
                </a:lnTo>
                <a:lnTo>
                  <a:pt x="7254" y="3698"/>
                </a:lnTo>
                <a:lnTo>
                  <a:pt x="7254" y="3699"/>
                </a:lnTo>
                <a:lnTo>
                  <a:pt x="7254" y="3700"/>
                </a:lnTo>
                <a:lnTo>
                  <a:pt x="7254" y="3701"/>
                </a:lnTo>
                <a:lnTo>
                  <a:pt x="7255" y="3701"/>
                </a:lnTo>
                <a:lnTo>
                  <a:pt x="7255" y="3702"/>
                </a:lnTo>
                <a:lnTo>
                  <a:pt x="7256" y="3702"/>
                </a:lnTo>
                <a:lnTo>
                  <a:pt x="7258" y="3703"/>
                </a:lnTo>
                <a:lnTo>
                  <a:pt x="7257" y="3706"/>
                </a:lnTo>
                <a:lnTo>
                  <a:pt x="7256" y="3706"/>
                </a:lnTo>
                <a:lnTo>
                  <a:pt x="7255" y="3706"/>
                </a:lnTo>
                <a:lnTo>
                  <a:pt x="7254" y="3706"/>
                </a:lnTo>
                <a:lnTo>
                  <a:pt x="7253" y="3707"/>
                </a:lnTo>
                <a:lnTo>
                  <a:pt x="7253" y="3708"/>
                </a:lnTo>
                <a:lnTo>
                  <a:pt x="7253" y="3709"/>
                </a:lnTo>
                <a:lnTo>
                  <a:pt x="7252" y="3709"/>
                </a:lnTo>
                <a:lnTo>
                  <a:pt x="7251" y="3710"/>
                </a:lnTo>
                <a:lnTo>
                  <a:pt x="7251" y="3711"/>
                </a:lnTo>
                <a:lnTo>
                  <a:pt x="7251" y="3712"/>
                </a:lnTo>
                <a:lnTo>
                  <a:pt x="7250" y="3712"/>
                </a:lnTo>
                <a:lnTo>
                  <a:pt x="7249" y="3711"/>
                </a:lnTo>
                <a:lnTo>
                  <a:pt x="7249" y="3710"/>
                </a:lnTo>
                <a:lnTo>
                  <a:pt x="7248" y="3710"/>
                </a:lnTo>
                <a:lnTo>
                  <a:pt x="7247" y="3710"/>
                </a:lnTo>
                <a:lnTo>
                  <a:pt x="7248" y="3709"/>
                </a:lnTo>
                <a:lnTo>
                  <a:pt x="7248" y="3708"/>
                </a:lnTo>
                <a:lnTo>
                  <a:pt x="7246" y="3708"/>
                </a:lnTo>
                <a:lnTo>
                  <a:pt x="7245" y="3709"/>
                </a:lnTo>
                <a:lnTo>
                  <a:pt x="7244" y="3710"/>
                </a:lnTo>
                <a:lnTo>
                  <a:pt x="7244" y="3711"/>
                </a:lnTo>
                <a:lnTo>
                  <a:pt x="7244" y="3710"/>
                </a:lnTo>
                <a:lnTo>
                  <a:pt x="7244" y="3709"/>
                </a:lnTo>
                <a:lnTo>
                  <a:pt x="7244" y="3708"/>
                </a:lnTo>
                <a:lnTo>
                  <a:pt x="7243" y="3708"/>
                </a:lnTo>
                <a:lnTo>
                  <a:pt x="7243" y="3707"/>
                </a:lnTo>
                <a:lnTo>
                  <a:pt x="7243" y="3706"/>
                </a:lnTo>
                <a:lnTo>
                  <a:pt x="7241" y="3705"/>
                </a:lnTo>
                <a:lnTo>
                  <a:pt x="7240" y="3706"/>
                </a:lnTo>
                <a:lnTo>
                  <a:pt x="7240" y="3707"/>
                </a:lnTo>
                <a:lnTo>
                  <a:pt x="7241" y="3707"/>
                </a:lnTo>
                <a:lnTo>
                  <a:pt x="7240" y="3707"/>
                </a:lnTo>
                <a:lnTo>
                  <a:pt x="7239" y="3707"/>
                </a:lnTo>
                <a:lnTo>
                  <a:pt x="7238" y="3709"/>
                </a:lnTo>
                <a:lnTo>
                  <a:pt x="7238" y="3710"/>
                </a:lnTo>
                <a:lnTo>
                  <a:pt x="7237" y="3710"/>
                </a:lnTo>
                <a:lnTo>
                  <a:pt x="7237" y="3711"/>
                </a:lnTo>
                <a:lnTo>
                  <a:pt x="7238" y="3711"/>
                </a:lnTo>
                <a:lnTo>
                  <a:pt x="7238" y="3712"/>
                </a:lnTo>
                <a:lnTo>
                  <a:pt x="7237" y="3712"/>
                </a:lnTo>
                <a:lnTo>
                  <a:pt x="7236" y="3712"/>
                </a:lnTo>
                <a:lnTo>
                  <a:pt x="7236" y="3713"/>
                </a:lnTo>
                <a:lnTo>
                  <a:pt x="7236" y="3714"/>
                </a:lnTo>
                <a:lnTo>
                  <a:pt x="7237" y="3714"/>
                </a:lnTo>
                <a:lnTo>
                  <a:pt x="7239" y="3713"/>
                </a:lnTo>
                <a:lnTo>
                  <a:pt x="7239" y="3714"/>
                </a:lnTo>
                <a:lnTo>
                  <a:pt x="7237" y="3716"/>
                </a:lnTo>
                <a:lnTo>
                  <a:pt x="7238" y="3717"/>
                </a:lnTo>
                <a:lnTo>
                  <a:pt x="7238" y="3718"/>
                </a:lnTo>
                <a:lnTo>
                  <a:pt x="7239" y="3720"/>
                </a:lnTo>
                <a:lnTo>
                  <a:pt x="7238" y="3721"/>
                </a:lnTo>
                <a:lnTo>
                  <a:pt x="7237" y="3719"/>
                </a:lnTo>
                <a:lnTo>
                  <a:pt x="7235" y="3721"/>
                </a:lnTo>
                <a:lnTo>
                  <a:pt x="7235" y="3720"/>
                </a:lnTo>
                <a:lnTo>
                  <a:pt x="7235" y="3721"/>
                </a:lnTo>
                <a:lnTo>
                  <a:pt x="7233" y="3721"/>
                </a:lnTo>
                <a:lnTo>
                  <a:pt x="7233" y="3720"/>
                </a:lnTo>
                <a:lnTo>
                  <a:pt x="7233" y="3719"/>
                </a:lnTo>
                <a:lnTo>
                  <a:pt x="7232" y="3720"/>
                </a:lnTo>
                <a:lnTo>
                  <a:pt x="7231" y="3713"/>
                </a:lnTo>
                <a:lnTo>
                  <a:pt x="7230" y="3712"/>
                </a:lnTo>
                <a:lnTo>
                  <a:pt x="7229" y="3710"/>
                </a:lnTo>
                <a:lnTo>
                  <a:pt x="7228" y="3709"/>
                </a:lnTo>
                <a:lnTo>
                  <a:pt x="7228" y="3711"/>
                </a:lnTo>
                <a:lnTo>
                  <a:pt x="7229" y="3712"/>
                </a:lnTo>
                <a:lnTo>
                  <a:pt x="7229" y="3713"/>
                </a:lnTo>
                <a:lnTo>
                  <a:pt x="7228" y="3713"/>
                </a:lnTo>
                <a:lnTo>
                  <a:pt x="7227" y="3713"/>
                </a:lnTo>
                <a:lnTo>
                  <a:pt x="7225" y="3715"/>
                </a:lnTo>
                <a:lnTo>
                  <a:pt x="7224" y="3716"/>
                </a:lnTo>
                <a:lnTo>
                  <a:pt x="7222" y="3717"/>
                </a:lnTo>
                <a:lnTo>
                  <a:pt x="7221" y="3718"/>
                </a:lnTo>
                <a:lnTo>
                  <a:pt x="7221" y="3719"/>
                </a:lnTo>
                <a:lnTo>
                  <a:pt x="7220" y="3720"/>
                </a:lnTo>
                <a:lnTo>
                  <a:pt x="7219" y="3721"/>
                </a:lnTo>
                <a:lnTo>
                  <a:pt x="7218" y="3721"/>
                </a:lnTo>
                <a:lnTo>
                  <a:pt x="7218" y="3720"/>
                </a:lnTo>
                <a:lnTo>
                  <a:pt x="7217" y="3720"/>
                </a:lnTo>
                <a:lnTo>
                  <a:pt x="7216" y="3720"/>
                </a:lnTo>
                <a:lnTo>
                  <a:pt x="7215" y="3719"/>
                </a:lnTo>
                <a:lnTo>
                  <a:pt x="7214" y="3717"/>
                </a:lnTo>
                <a:lnTo>
                  <a:pt x="7214" y="3718"/>
                </a:lnTo>
                <a:lnTo>
                  <a:pt x="7214" y="3719"/>
                </a:lnTo>
                <a:lnTo>
                  <a:pt x="7215" y="3719"/>
                </a:lnTo>
                <a:lnTo>
                  <a:pt x="7216" y="3721"/>
                </a:lnTo>
                <a:lnTo>
                  <a:pt x="7217" y="3722"/>
                </a:lnTo>
                <a:lnTo>
                  <a:pt x="7216" y="3722"/>
                </a:lnTo>
                <a:lnTo>
                  <a:pt x="7216" y="3721"/>
                </a:lnTo>
                <a:lnTo>
                  <a:pt x="7215" y="3721"/>
                </a:lnTo>
                <a:lnTo>
                  <a:pt x="7214" y="3721"/>
                </a:lnTo>
                <a:lnTo>
                  <a:pt x="7214" y="3722"/>
                </a:lnTo>
                <a:lnTo>
                  <a:pt x="7216" y="3722"/>
                </a:lnTo>
                <a:lnTo>
                  <a:pt x="7217" y="3723"/>
                </a:lnTo>
                <a:lnTo>
                  <a:pt x="7218" y="3724"/>
                </a:lnTo>
                <a:lnTo>
                  <a:pt x="7218" y="3725"/>
                </a:lnTo>
                <a:lnTo>
                  <a:pt x="7217" y="3726"/>
                </a:lnTo>
                <a:lnTo>
                  <a:pt x="7216" y="3726"/>
                </a:lnTo>
                <a:lnTo>
                  <a:pt x="7215" y="3726"/>
                </a:lnTo>
                <a:lnTo>
                  <a:pt x="7215" y="3727"/>
                </a:lnTo>
                <a:lnTo>
                  <a:pt x="7213" y="3727"/>
                </a:lnTo>
                <a:lnTo>
                  <a:pt x="7214" y="3727"/>
                </a:lnTo>
                <a:lnTo>
                  <a:pt x="7213" y="3727"/>
                </a:lnTo>
                <a:lnTo>
                  <a:pt x="7213" y="3728"/>
                </a:lnTo>
                <a:lnTo>
                  <a:pt x="7213" y="3729"/>
                </a:lnTo>
                <a:lnTo>
                  <a:pt x="7216" y="3728"/>
                </a:lnTo>
                <a:lnTo>
                  <a:pt x="7216" y="3729"/>
                </a:lnTo>
                <a:lnTo>
                  <a:pt x="7215" y="3729"/>
                </a:lnTo>
                <a:lnTo>
                  <a:pt x="7215" y="3730"/>
                </a:lnTo>
                <a:lnTo>
                  <a:pt x="7214" y="3733"/>
                </a:lnTo>
                <a:lnTo>
                  <a:pt x="7214" y="3734"/>
                </a:lnTo>
                <a:lnTo>
                  <a:pt x="7213" y="3736"/>
                </a:lnTo>
                <a:lnTo>
                  <a:pt x="7213" y="3737"/>
                </a:lnTo>
                <a:lnTo>
                  <a:pt x="7213" y="3738"/>
                </a:lnTo>
                <a:lnTo>
                  <a:pt x="7214" y="3738"/>
                </a:lnTo>
                <a:lnTo>
                  <a:pt x="7214" y="3739"/>
                </a:lnTo>
                <a:lnTo>
                  <a:pt x="7214" y="3740"/>
                </a:lnTo>
                <a:lnTo>
                  <a:pt x="7213" y="3740"/>
                </a:lnTo>
                <a:lnTo>
                  <a:pt x="7212" y="3742"/>
                </a:lnTo>
                <a:lnTo>
                  <a:pt x="7212" y="3744"/>
                </a:lnTo>
                <a:lnTo>
                  <a:pt x="7212" y="3746"/>
                </a:lnTo>
                <a:lnTo>
                  <a:pt x="7212" y="3747"/>
                </a:lnTo>
                <a:lnTo>
                  <a:pt x="7211" y="3748"/>
                </a:lnTo>
                <a:lnTo>
                  <a:pt x="7211" y="3749"/>
                </a:lnTo>
                <a:lnTo>
                  <a:pt x="7210" y="3750"/>
                </a:lnTo>
                <a:lnTo>
                  <a:pt x="7209" y="3751"/>
                </a:lnTo>
                <a:lnTo>
                  <a:pt x="7208" y="3751"/>
                </a:lnTo>
                <a:lnTo>
                  <a:pt x="7208" y="3753"/>
                </a:lnTo>
                <a:lnTo>
                  <a:pt x="7208" y="3754"/>
                </a:lnTo>
                <a:lnTo>
                  <a:pt x="7208" y="3755"/>
                </a:lnTo>
                <a:lnTo>
                  <a:pt x="7208" y="3757"/>
                </a:lnTo>
                <a:lnTo>
                  <a:pt x="7207" y="3758"/>
                </a:lnTo>
                <a:lnTo>
                  <a:pt x="7207" y="3759"/>
                </a:lnTo>
                <a:lnTo>
                  <a:pt x="7207" y="3760"/>
                </a:lnTo>
                <a:lnTo>
                  <a:pt x="7207" y="3761"/>
                </a:lnTo>
                <a:lnTo>
                  <a:pt x="7207" y="3762"/>
                </a:lnTo>
                <a:lnTo>
                  <a:pt x="7206" y="3762"/>
                </a:lnTo>
                <a:lnTo>
                  <a:pt x="7206" y="3763"/>
                </a:lnTo>
                <a:lnTo>
                  <a:pt x="7207" y="3763"/>
                </a:lnTo>
                <a:lnTo>
                  <a:pt x="7207" y="3765"/>
                </a:lnTo>
                <a:lnTo>
                  <a:pt x="7208" y="3768"/>
                </a:lnTo>
                <a:lnTo>
                  <a:pt x="7207" y="3770"/>
                </a:lnTo>
                <a:lnTo>
                  <a:pt x="7207" y="3771"/>
                </a:lnTo>
                <a:lnTo>
                  <a:pt x="7207" y="3773"/>
                </a:lnTo>
                <a:lnTo>
                  <a:pt x="7206" y="3773"/>
                </a:lnTo>
                <a:lnTo>
                  <a:pt x="7206" y="3771"/>
                </a:lnTo>
                <a:lnTo>
                  <a:pt x="7206" y="3769"/>
                </a:lnTo>
                <a:lnTo>
                  <a:pt x="7207" y="3768"/>
                </a:lnTo>
                <a:lnTo>
                  <a:pt x="7206" y="3768"/>
                </a:lnTo>
                <a:lnTo>
                  <a:pt x="7204" y="3768"/>
                </a:lnTo>
                <a:lnTo>
                  <a:pt x="7204" y="3769"/>
                </a:lnTo>
                <a:lnTo>
                  <a:pt x="7204" y="3770"/>
                </a:lnTo>
                <a:lnTo>
                  <a:pt x="7204" y="3774"/>
                </a:lnTo>
                <a:lnTo>
                  <a:pt x="7204" y="3775"/>
                </a:lnTo>
                <a:lnTo>
                  <a:pt x="7205" y="3777"/>
                </a:lnTo>
                <a:lnTo>
                  <a:pt x="7204" y="3777"/>
                </a:lnTo>
                <a:lnTo>
                  <a:pt x="7205" y="3783"/>
                </a:lnTo>
                <a:lnTo>
                  <a:pt x="7203" y="3783"/>
                </a:lnTo>
                <a:lnTo>
                  <a:pt x="7202" y="3777"/>
                </a:lnTo>
                <a:lnTo>
                  <a:pt x="7199" y="3777"/>
                </a:lnTo>
                <a:lnTo>
                  <a:pt x="7198" y="3777"/>
                </a:lnTo>
                <a:lnTo>
                  <a:pt x="7197" y="3778"/>
                </a:lnTo>
                <a:lnTo>
                  <a:pt x="7195" y="3780"/>
                </a:lnTo>
                <a:lnTo>
                  <a:pt x="7195" y="3779"/>
                </a:lnTo>
                <a:lnTo>
                  <a:pt x="7194" y="3780"/>
                </a:lnTo>
                <a:lnTo>
                  <a:pt x="7196" y="3781"/>
                </a:lnTo>
                <a:lnTo>
                  <a:pt x="7196" y="3783"/>
                </a:lnTo>
                <a:lnTo>
                  <a:pt x="7195" y="3783"/>
                </a:lnTo>
                <a:lnTo>
                  <a:pt x="7193" y="3782"/>
                </a:lnTo>
                <a:lnTo>
                  <a:pt x="7193" y="3783"/>
                </a:lnTo>
                <a:lnTo>
                  <a:pt x="7192" y="3785"/>
                </a:lnTo>
                <a:lnTo>
                  <a:pt x="7192" y="3786"/>
                </a:lnTo>
                <a:lnTo>
                  <a:pt x="7192" y="3787"/>
                </a:lnTo>
                <a:lnTo>
                  <a:pt x="7191" y="3786"/>
                </a:lnTo>
                <a:lnTo>
                  <a:pt x="7191" y="3785"/>
                </a:lnTo>
                <a:lnTo>
                  <a:pt x="7190" y="3785"/>
                </a:lnTo>
                <a:lnTo>
                  <a:pt x="7190" y="3786"/>
                </a:lnTo>
                <a:lnTo>
                  <a:pt x="7191" y="3786"/>
                </a:lnTo>
                <a:lnTo>
                  <a:pt x="7191" y="3787"/>
                </a:lnTo>
                <a:lnTo>
                  <a:pt x="7191" y="3788"/>
                </a:lnTo>
                <a:lnTo>
                  <a:pt x="7190" y="3790"/>
                </a:lnTo>
                <a:lnTo>
                  <a:pt x="7189" y="3789"/>
                </a:lnTo>
                <a:lnTo>
                  <a:pt x="7188" y="3790"/>
                </a:lnTo>
                <a:lnTo>
                  <a:pt x="7187" y="3792"/>
                </a:lnTo>
                <a:lnTo>
                  <a:pt x="7187" y="3793"/>
                </a:lnTo>
                <a:lnTo>
                  <a:pt x="7186" y="3793"/>
                </a:lnTo>
                <a:lnTo>
                  <a:pt x="7186" y="3794"/>
                </a:lnTo>
                <a:lnTo>
                  <a:pt x="7186" y="3795"/>
                </a:lnTo>
                <a:lnTo>
                  <a:pt x="7187" y="3795"/>
                </a:lnTo>
                <a:lnTo>
                  <a:pt x="7187" y="3796"/>
                </a:lnTo>
                <a:lnTo>
                  <a:pt x="7186" y="3797"/>
                </a:lnTo>
                <a:lnTo>
                  <a:pt x="7186" y="3798"/>
                </a:lnTo>
                <a:lnTo>
                  <a:pt x="7186" y="3800"/>
                </a:lnTo>
                <a:lnTo>
                  <a:pt x="7186" y="3803"/>
                </a:lnTo>
                <a:lnTo>
                  <a:pt x="7186" y="3804"/>
                </a:lnTo>
                <a:lnTo>
                  <a:pt x="7186" y="3805"/>
                </a:lnTo>
                <a:lnTo>
                  <a:pt x="7185" y="3807"/>
                </a:lnTo>
                <a:lnTo>
                  <a:pt x="7185" y="3808"/>
                </a:lnTo>
                <a:lnTo>
                  <a:pt x="7185" y="3811"/>
                </a:lnTo>
                <a:lnTo>
                  <a:pt x="7185" y="3812"/>
                </a:lnTo>
                <a:lnTo>
                  <a:pt x="7185" y="3816"/>
                </a:lnTo>
                <a:lnTo>
                  <a:pt x="7185" y="3817"/>
                </a:lnTo>
                <a:lnTo>
                  <a:pt x="7185" y="3818"/>
                </a:lnTo>
                <a:lnTo>
                  <a:pt x="7185" y="3819"/>
                </a:lnTo>
                <a:lnTo>
                  <a:pt x="7185" y="3821"/>
                </a:lnTo>
                <a:lnTo>
                  <a:pt x="7185" y="3822"/>
                </a:lnTo>
                <a:lnTo>
                  <a:pt x="7185" y="3823"/>
                </a:lnTo>
                <a:lnTo>
                  <a:pt x="7187" y="3823"/>
                </a:lnTo>
                <a:lnTo>
                  <a:pt x="7188" y="3823"/>
                </a:lnTo>
                <a:lnTo>
                  <a:pt x="7188" y="3824"/>
                </a:lnTo>
                <a:lnTo>
                  <a:pt x="7188" y="3826"/>
                </a:lnTo>
                <a:lnTo>
                  <a:pt x="7187" y="3827"/>
                </a:lnTo>
                <a:lnTo>
                  <a:pt x="7186" y="3827"/>
                </a:lnTo>
                <a:lnTo>
                  <a:pt x="7186" y="3826"/>
                </a:lnTo>
                <a:lnTo>
                  <a:pt x="7186" y="3827"/>
                </a:lnTo>
                <a:lnTo>
                  <a:pt x="7185" y="3827"/>
                </a:lnTo>
                <a:lnTo>
                  <a:pt x="7185" y="3828"/>
                </a:lnTo>
                <a:lnTo>
                  <a:pt x="7186" y="3828"/>
                </a:lnTo>
                <a:lnTo>
                  <a:pt x="7187" y="3828"/>
                </a:lnTo>
                <a:lnTo>
                  <a:pt x="7187" y="3829"/>
                </a:lnTo>
                <a:lnTo>
                  <a:pt x="7188" y="3829"/>
                </a:lnTo>
                <a:lnTo>
                  <a:pt x="7189" y="3830"/>
                </a:lnTo>
                <a:lnTo>
                  <a:pt x="7187" y="3830"/>
                </a:lnTo>
                <a:lnTo>
                  <a:pt x="7187" y="3831"/>
                </a:lnTo>
                <a:lnTo>
                  <a:pt x="7186" y="3831"/>
                </a:lnTo>
                <a:lnTo>
                  <a:pt x="7186" y="3830"/>
                </a:lnTo>
                <a:lnTo>
                  <a:pt x="7185" y="3830"/>
                </a:lnTo>
                <a:lnTo>
                  <a:pt x="7184" y="3831"/>
                </a:lnTo>
                <a:lnTo>
                  <a:pt x="7184" y="3832"/>
                </a:lnTo>
                <a:lnTo>
                  <a:pt x="7185" y="3833"/>
                </a:lnTo>
                <a:lnTo>
                  <a:pt x="7183" y="3834"/>
                </a:lnTo>
                <a:lnTo>
                  <a:pt x="7182" y="3832"/>
                </a:lnTo>
                <a:lnTo>
                  <a:pt x="7184" y="3831"/>
                </a:lnTo>
                <a:lnTo>
                  <a:pt x="7184" y="3830"/>
                </a:lnTo>
                <a:lnTo>
                  <a:pt x="7183" y="3830"/>
                </a:lnTo>
                <a:lnTo>
                  <a:pt x="7183" y="3831"/>
                </a:lnTo>
                <a:lnTo>
                  <a:pt x="7182" y="3832"/>
                </a:lnTo>
                <a:lnTo>
                  <a:pt x="7181" y="3832"/>
                </a:lnTo>
                <a:lnTo>
                  <a:pt x="7180" y="3832"/>
                </a:lnTo>
                <a:lnTo>
                  <a:pt x="7179" y="3832"/>
                </a:lnTo>
                <a:lnTo>
                  <a:pt x="7179" y="3833"/>
                </a:lnTo>
                <a:lnTo>
                  <a:pt x="7178" y="3833"/>
                </a:lnTo>
                <a:lnTo>
                  <a:pt x="7177" y="3833"/>
                </a:lnTo>
                <a:lnTo>
                  <a:pt x="7175" y="3835"/>
                </a:lnTo>
                <a:lnTo>
                  <a:pt x="7174" y="3835"/>
                </a:lnTo>
                <a:lnTo>
                  <a:pt x="7174" y="3834"/>
                </a:lnTo>
                <a:lnTo>
                  <a:pt x="7174" y="3833"/>
                </a:lnTo>
                <a:lnTo>
                  <a:pt x="7173" y="3833"/>
                </a:lnTo>
                <a:lnTo>
                  <a:pt x="7174" y="3834"/>
                </a:lnTo>
                <a:lnTo>
                  <a:pt x="7173" y="3835"/>
                </a:lnTo>
                <a:lnTo>
                  <a:pt x="7171" y="3836"/>
                </a:lnTo>
                <a:lnTo>
                  <a:pt x="7170" y="3837"/>
                </a:lnTo>
                <a:lnTo>
                  <a:pt x="7168" y="3838"/>
                </a:lnTo>
                <a:lnTo>
                  <a:pt x="7168" y="3839"/>
                </a:lnTo>
                <a:lnTo>
                  <a:pt x="7166" y="3841"/>
                </a:lnTo>
                <a:lnTo>
                  <a:pt x="7165" y="3840"/>
                </a:lnTo>
                <a:lnTo>
                  <a:pt x="7165" y="3841"/>
                </a:lnTo>
                <a:lnTo>
                  <a:pt x="7164" y="3841"/>
                </a:lnTo>
                <a:lnTo>
                  <a:pt x="7164" y="3842"/>
                </a:lnTo>
                <a:lnTo>
                  <a:pt x="7163" y="3843"/>
                </a:lnTo>
                <a:lnTo>
                  <a:pt x="7163" y="3845"/>
                </a:lnTo>
                <a:lnTo>
                  <a:pt x="7162" y="3845"/>
                </a:lnTo>
                <a:lnTo>
                  <a:pt x="7161" y="3848"/>
                </a:lnTo>
                <a:lnTo>
                  <a:pt x="7161" y="3849"/>
                </a:lnTo>
                <a:lnTo>
                  <a:pt x="7161" y="3851"/>
                </a:lnTo>
                <a:lnTo>
                  <a:pt x="7161" y="3852"/>
                </a:lnTo>
                <a:lnTo>
                  <a:pt x="7161" y="3853"/>
                </a:lnTo>
                <a:lnTo>
                  <a:pt x="7161" y="3854"/>
                </a:lnTo>
                <a:lnTo>
                  <a:pt x="7161" y="3857"/>
                </a:lnTo>
                <a:lnTo>
                  <a:pt x="7161" y="3859"/>
                </a:lnTo>
                <a:lnTo>
                  <a:pt x="7161" y="3863"/>
                </a:lnTo>
                <a:lnTo>
                  <a:pt x="7161" y="3864"/>
                </a:lnTo>
                <a:lnTo>
                  <a:pt x="7162" y="3866"/>
                </a:lnTo>
                <a:lnTo>
                  <a:pt x="7162" y="3868"/>
                </a:lnTo>
                <a:lnTo>
                  <a:pt x="7163" y="3870"/>
                </a:lnTo>
                <a:lnTo>
                  <a:pt x="7162" y="3870"/>
                </a:lnTo>
                <a:lnTo>
                  <a:pt x="7162" y="3871"/>
                </a:lnTo>
                <a:lnTo>
                  <a:pt x="7163" y="3871"/>
                </a:lnTo>
                <a:lnTo>
                  <a:pt x="7163" y="3872"/>
                </a:lnTo>
                <a:lnTo>
                  <a:pt x="7163" y="3874"/>
                </a:lnTo>
                <a:lnTo>
                  <a:pt x="7163" y="3875"/>
                </a:lnTo>
                <a:lnTo>
                  <a:pt x="7162" y="3876"/>
                </a:lnTo>
                <a:lnTo>
                  <a:pt x="7163" y="3876"/>
                </a:lnTo>
                <a:lnTo>
                  <a:pt x="7163" y="3877"/>
                </a:lnTo>
                <a:lnTo>
                  <a:pt x="7162" y="3877"/>
                </a:lnTo>
                <a:lnTo>
                  <a:pt x="7161" y="3877"/>
                </a:lnTo>
                <a:lnTo>
                  <a:pt x="7162" y="3877"/>
                </a:lnTo>
                <a:lnTo>
                  <a:pt x="7162" y="3878"/>
                </a:lnTo>
                <a:lnTo>
                  <a:pt x="7164" y="3878"/>
                </a:lnTo>
                <a:lnTo>
                  <a:pt x="7164" y="3884"/>
                </a:lnTo>
                <a:lnTo>
                  <a:pt x="7162" y="3884"/>
                </a:lnTo>
                <a:lnTo>
                  <a:pt x="7162" y="3885"/>
                </a:lnTo>
                <a:lnTo>
                  <a:pt x="7163" y="3884"/>
                </a:lnTo>
                <a:lnTo>
                  <a:pt x="7163" y="3885"/>
                </a:lnTo>
                <a:lnTo>
                  <a:pt x="7164" y="3884"/>
                </a:lnTo>
                <a:lnTo>
                  <a:pt x="7166" y="3884"/>
                </a:lnTo>
                <a:lnTo>
                  <a:pt x="7167" y="3885"/>
                </a:lnTo>
                <a:lnTo>
                  <a:pt x="7167" y="3886"/>
                </a:lnTo>
                <a:lnTo>
                  <a:pt x="7166" y="3886"/>
                </a:lnTo>
                <a:lnTo>
                  <a:pt x="7164" y="3888"/>
                </a:lnTo>
                <a:lnTo>
                  <a:pt x="7164" y="3889"/>
                </a:lnTo>
                <a:lnTo>
                  <a:pt x="7165" y="3890"/>
                </a:lnTo>
                <a:lnTo>
                  <a:pt x="7167" y="3889"/>
                </a:lnTo>
                <a:lnTo>
                  <a:pt x="7167" y="3890"/>
                </a:lnTo>
                <a:lnTo>
                  <a:pt x="7167" y="3891"/>
                </a:lnTo>
                <a:lnTo>
                  <a:pt x="7167" y="3892"/>
                </a:lnTo>
                <a:lnTo>
                  <a:pt x="7168" y="3893"/>
                </a:lnTo>
                <a:lnTo>
                  <a:pt x="7169" y="3893"/>
                </a:lnTo>
                <a:lnTo>
                  <a:pt x="7171" y="3895"/>
                </a:lnTo>
                <a:lnTo>
                  <a:pt x="7170" y="3896"/>
                </a:lnTo>
                <a:lnTo>
                  <a:pt x="7171" y="3897"/>
                </a:lnTo>
                <a:lnTo>
                  <a:pt x="7173" y="3897"/>
                </a:lnTo>
                <a:lnTo>
                  <a:pt x="7174" y="3897"/>
                </a:lnTo>
                <a:lnTo>
                  <a:pt x="7176" y="3894"/>
                </a:lnTo>
                <a:lnTo>
                  <a:pt x="7177" y="3894"/>
                </a:lnTo>
                <a:lnTo>
                  <a:pt x="7178" y="3895"/>
                </a:lnTo>
                <a:lnTo>
                  <a:pt x="7179" y="3895"/>
                </a:lnTo>
                <a:lnTo>
                  <a:pt x="7180" y="3896"/>
                </a:lnTo>
                <a:lnTo>
                  <a:pt x="7181" y="3897"/>
                </a:lnTo>
                <a:lnTo>
                  <a:pt x="7183" y="3897"/>
                </a:lnTo>
                <a:lnTo>
                  <a:pt x="7184" y="3898"/>
                </a:lnTo>
                <a:lnTo>
                  <a:pt x="7186" y="3898"/>
                </a:lnTo>
                <a:lnTo>
                  <a:pt x="7187" y="3898"/>
                </a:lnTo>
                <a:lnTo>
                  <a:pt x="7188" y="3899"/>
                </a:lnTo>
                <a:lnTo>
                  <a:pt x="7189" y="3899"/>
                </a:lnTo>
                <a:lnTo>
                  <a:pt x="7190" y="3899"/>
                </a:lnTo>
                <a:lnTo>
                  <a:pt x="7191" y="3899"/>
                </a:lnTo>
                <a:lnTo>
                  <a:pt x="7191" y="3898"/>
                </a:lnTo>
                <a:lnTo>
                  <a:pt x="7192" y="3898"/>
                </a:lnTo>
                <a:lnTo>
                  <a:pt x="7194" y="3898"/>
                </a:lnTo>
                <a:lnTo>
                  <a:pt x="7195" y="3898"/>
                </a:lnTo>
                <a:lnTo>
                  <a:pt x="7196" y="3900"/>
                </a:lnTo>
                <a:lnTo>
                  <a:pt x="7196" y="3901"/>
                </a:lnTo>
                <a:lnTo>
                  <a:pt x="7197" y="3901"/>
                </a:lnTo>
                <a:lnTo>
                  <a:pt x="7198" y="3901"/>
                </a:lnTo>
                <a:lnTo>
                  <a:pt x="7200" y="3901"/>
                </a:lnTo>
                <a:lnTo>
                  <a:pt x="7202" y="3901"/>
                </a:lnTo>
                <a:lnTo>
                  <a:pt x="7203" y="3901"/>
                </a:lnTo>
                <a:lnTo>
                  <a:pt x="7204" y="3900"/>
                </a:lnTo>
                <a:lnTo>
                  <a:pt x="7205" y="3901"/>
                </a:lnTo>
                <a:lnTo>
                  <a:pt x="7206" y="3901"/>
                </a:lnTo>
                <a:lnTo>
                  <a:pt x="7207" y="3901"/>
                </a:lnTo>
                <a:lnTo>
                  <a:pt x="7208" y="3900"/>
                </a:lnTo>
                <a:lnTo>
                  <a:pt x="7208" y="3901"/>
                </a:lnTo>
                <a:lnTo>
                  <a:pt x="7209" y="3901"/>
                </a:lnTo>
                <a:lnTo>
                  <a:pt x="7210" y="3902"/>
                </a:lnTo>
                <a:lnTo>
                  <a:pt x="7211" y="3903"/>
                </a:lnTo>
                <a:lnTo>
                  <a:pt x="7212" y="3903"/>
                </a:lnTo>
                <a:lnTo>
                  <a:pt x="7212" y="3902"/>
                </a:lnTo>
                <a:lnTo>
                  <a:pt x="7213" y="3901"/>
                </a:lnTo>
                <a:lnTo>
                  <a:pt x="7217" y="3902"/>
                </a:lnTo>
                <a:lnTo>
                  <a:pt x="7218" y="3902"/>
                </a:lnTo>
                <a:lnTo>
                  <a:pt x="7219" y="3902"/>
                </a:lnTo>
                <a:lnTo>
                  <a:pt x="7221" y="3901"/>
                </a:lnTo>
                <a:lnTo>
                  <a:pt x="7220" y="3903"/>
                </a:lnTo>
                <a:lnTo>
                  <a:pt x="7219" y="3903"/>
                </a:lnTo>
                <a:lnTo>
                  <a:pt x="7218" y="3904"/>
                </a:lnTo>
                <a:lnTo>
                  <a:pt x="7218" y="3905"/>
                </a:lnTo>
                <a:lnTo>
                  <a:pt x="7214" y="3905"/>
                </a:lnTo>
                <a:lnTo>
                  <a:pt x="7215" y="3906"/>
                </a:lnTo>
                <a:lnTo>
                  <a:pt x="7215" y="3907"/>
                </a:lnTo>
                <a:lnTo>
                  <a:pt x="7215" y="3909"/>
                </a:lnTo>
                <a:lnTo>
                  <a:pt x="7214" y="3909"/>
                </a:lnTo>
                <a:lnTo>
                  <a:pt x="7213" y="3909"/>
                </a:lnTo>
                <a:lnTo>
                  <a:pt x="7213" y="3910"/>
                </a:lnTo>
                <a:lnTo>
                  <a:pt x="7213" y="3911"/>
                </a:lnTo>
                <a:lnTo>
                  <a:pt x="7213" y="3912"/>
                </a:lnTo>
                <a:lnTo>
                  <a:pt x="7212" y="3913"/>
                </a:lnTo>
                <a:lnTo>
                  <a:pt x="7211" y="3913"/>
                </a:lnTo>
                <a:lnTo>
                  <a:pt x="7211" y="3914"/>
                </a:lnTo>
                <a:lnTo>
                  <a:pt x="7213" y="3915"/>
                </a:lnTo>
                <a:lnTo>
                  <a:pt x="7213" y="3916"/>
                </a:lnTo>
                <a:lnTo>
                  <a:pt x="7216" y="3917"/>
                </a:lnTo>
                <a:lnTo>
                  <a:pt x="7217" y="3918"/>
                </a:lnTo>
                <a:lnTo>
                  <a:pt x="7218" y="3919"/>
                </a:lnTo>
                <a:lnTo>
                  <a:pt x="7220" y="3921"/>
                </a:lnTo>
                <a:lnTo>
                  <a:pt x="7224" y="3923"/>
                </a:lnTo>
                <a:lnTo>
                  <a:pt x="7225" y="3924"/>
                </a:lnTo>
                <a:lnTo>
                  <a:pt x="7227" y="3921"/>
                </a:lnTo>
                <a:lnTo>
                  <a:pt x="7230" y="3921"/>
                </a:lnTo>
                <a:lnTo>
                  <a:pt x="7230" y="3925"/>
                </a:lnTo>
                <a:lnTo>
                  <a:pt x="7232" y="3926"/>
                </a:lnTo>
                <a:lnTo>
                  <a:pt x="7231" y="3928"/>
                </a:lnTo>
                <a:lnTo>
                  <a:pt x="7234" y="3929"/>
                </a:lnTo>
                <a:lnTo>
                  <a:pt x="7235" y="3929"/>
                </a:lnTo>
                <a:lnTo>
                  <a:pt x="7235" y="3930"/>
                </a:lnTo>
                <a:lnTo>
                  <a:pt x="7236" y="3930"/>
                </a:lnTo>
                <a:lnTo>
                  <a:pt x="7238" y="3931"/>
                </a:lnTo>
                <a:lnTo>
                  <a:pt x="7240" y="3931"/>
                </a:lnTo>
                <a:lnTo>
                  <a:pt x="7241" y="3932"/>
                </a:lnTo>
                <a:lnTo>
                  <a:pt x="7243" y="3932"/>
                </a:lnTo>
                <a:lnTo>
                  <a:pt x="7245" y="3933"/>
                </a:lnTo>
                <a:lnTo>
                  <a:pt x="7246" y="3933"/>
                </a:lnTo>
                <a:lnTo>
                  <a:pt x="7246" y="3934"/>
                </a:lnTo>
                <a:lnTo>
                  <a:pt x="7247" y="3934"/>
                </a:lnTo>
                <a:lnTo>
                  <a:pt x="7247" y="3935"/>
                </a:lnTo>
                <a:lnTo>
                  <a:pt x="7247" y="3936"/>
                </a:lnTo>
                <a:lnTo>
                  <a:pt x="7247" y="3938"/>
                </a:lnTo>
                <a:lnTo>
                  <a:pt x="7247" y="3939"/>
                </a:lnTo>
                <a:lnTo>
                  <a:pt x="7248" y="3939"/>
                </a:lnTo>
                <a:lnTo>
                  <a:pt x="7248" y="3941"/>
                </a:lnTo>
                <a:lnTo>
                  <a:pt x="7247" y="3941"/>
                </a:lnTo>
                <a:lnTo>
                  <a:pt x="7247" y="3942"/>
                </a:lnTo>
                <a:lnTo>
                  <a:pt x="7247" y="3943"/>
                </a:lnTo>
                <a:lnTo>
                  <a:pt x="7249" y="3942"/>
                </a:lnTo>
                <a:lnTo>
                  <a:pt x="7252" y="3941"/>
                </a:lnTo>
                <a:lnTo>
                  <a:pt x="7253" y="3941"/>
                </a:lnTo>
                <a:lnTo>
                  <a:pt x="7253" y="3940"/>
                </a:lnTo>
                <a:lnTo>
                  <a:pt x="7254" y="3940"/>
                </a:lnTo>
                <a:lnTo>
                  <a:pt x="7255" y="3940"/>
                </a:lnTo>
                <a:lnTo>
                  <a:pt x="7256" y="3940"/>
                </a:lnTo>
                <a:lnTo>
                  <a:pt x="7256" y="3939"/>
                </a:lnTo>
                <a:lnTo>
                  <a:pt x="7257" y="3939"/>
                </a:lnTo>
                <a:lnTo>
                  <a:pt x="7259" y="3939"/>
                </a:lnTo>
                <a:lnTo>
                  <a:pt x="7260" y="3939"/>
                </a:lnTo>
                <a:lnTo>
                  <a:pt x="7261" y="3939"/>
                </a:lnTo>
                <a:lnTo>
                  <a:pt x="7262" y="3940"/>
                </a:lnTo>
                <a:lnTo>
                  <a:pt x="7265" y="3941"/>
                </a:lnTo>
                <a:lnTo>
                  <a:pt x="7268" y="3942"/>
                </a:lnTo>
                <a:lnTo>
                  <a:pt x="7269" y="3942"/>
                </a:lnTo>
                <a:lnTo>
                  <a:pt x="7269" y="3943"/>
                </a:lnTo>
                <a:lnTo>
                  <a:pt x="7270" y="3943"/>
                </a:lnTo>
                <a:lnTo>
                  <a:pt x="7271" y="3943"/>
                </a:lnTo>
                <a:lnTo>
                  <a:pt x="7272" y="3944"/>
                </a:lnTo>
                <a:lnTo>
                  <a:pt x="7272" y="3945"/>
                </a:lnTo>
                <a:lnTo>
                  <a:pt x="7271" y="3946"/>
                </a:lnTo>
                <a:lnTo>
                  <a:pt x="7272" y="3946"/>
                </a:lnTo>
                <a:lnTo>
                  <a:pt x="7272" y="3947"/>
                </a:lnTo>
                <a:lnTo>
                  <a:pt x="7272" y="3948"/>
                </a:lnTo>
                <a:lnTo>
                  <a:pt x="7273" y="3949"/>
                </a:lnTo>
                <a:lnTo>
                  <a:pt x="7275" y="3949"/>
                </a:lnTo>
                <a:lnTo>
                  <a:pt x="7276" y="3948"/>
                </a:lnTo>
                <a:lnTo>
                  <a:pt x="7277" y="3948"/>
                </a:lnTo>
                <a:lnTo>
                  <a:pt x="7278" y="3948"/>
                </a:lnTo>
                <a:lnTo>
                  <a:pt x="7279" y="3948"/>
                </a:lnTo>
                <a:lnTo>
                  <a:pt x="7281" y="3949"/>
                </a:lnTo>
                <a:lnTo>
                  <a:pt x="7282" y="3949"/>
                </a:lnTo>
                <a:lnTo>
                  <a:pt x="7285" y="3949"/>
                </a:lnTo>
                <a:lnTo>
                  <a:pt x="7287" y="3949"/>
                </a:lnTo>
                <a:lnTo>
                  <a:pt x="7289" y="3949"/>
                </a:lnTo>
                <a:lnTo>
                  <a:pt x="7290" y="3949"/>
                </a:lnTo>
                <a:lnTo>
                  <a:pt x="7291" y="3949"/>
                </a:lnTo>
                <a:lnTo>
                  <a:pt x="7292" y="3949"/>
                </a:lnTo>
                <a:lnTo>
                  <a:pt x="7295" y="3950"/>
                </a:lnTo>
                <a:lnTo>
                  <a:pt x="7296" y="3950"/>
                </a:lnTo>
                <a:lnTo>
                  <a:pt x="7296" y="3949"/>
                </a:lnTo>
                <a:lnTo>
                  <a:pt x="7297" y="3950"/>
                </a:lnTo>
                <a:lnTo>
                  <a:pt x="7299" y="3950"/>
                </a:lnTo>
                <a:lnTo>
                  <a:pt x="7300" y="3950"/>
                </a:lnTo>
                <a:lnTo>
                  <a:pt x="7302" y="3951"/>
                </a:lnTo>
                <a:lnTo>
                  <a:pt x="7304" y="3952"/>
                </a:lnTo>
                <a:lnTo>
                  <a:pt x="7306" y="3952"/>
                </a:lnTo>
                <a:lnTo>
                  <a:pt x="7307" y="3952"/>
                </a:lnTo>
                <a:lnTo>
                  <a:pt x="7308" y="3952"/>
                </a:lnTo>
                <a:lnTo>
                  <a:pt x="7309" y="3952"/>
                </a:lnTo>
                <a:lnTo>
                  <a:pt x="7309" y="3953"/>
                </a:lnTo>
                <a:lnTo>
                  <a:pt x="7310" y="3952"/>
                </a:lnTo>
                <a:lnTo>
                  <a:pt x="7314" y="3954"/>
                </a:lnTo>
                <a:lnTo>
                  <a:pt x="7318" y="3955"/>
                </a:lnTo>
                <a:lnTo>
                  <a:pt x="7319" y="3956"/>
                </a:lnTo>
                <a:lnTo>
                  <a:pt x="7320" y="3956"/>
                </a:lnTo>
                <a:lnTo>
                  <a:pt x="7321" y="3957"/>
                </a:lnTo>
                <a:lnTo>
                  <a:pt x="7323" y="3959"/>
                </a:lnTo>
                <a:lnTo>
                  <a:pt x="7325" y="3960"/>
                </a:lnTo>
                <a:lnTo>
                  <a:pt x="7325" y="3961"/>
                </a:lnTo>
                <a:lnTo>
                  <a:pt x="7325" y="3962"/>
                </a:lnTo>
                <a:lnTo>
                  <a:pt x="7326" y="3961"/>
                </a:lnTo>
                <a:lnTo>
                  <a:pt x="7327" y="3961"/>
                </a:lnTo>
                <a:lnTo>
                  <a:pt x="7328" y="3961"/>
                </a:lnTo>
                <a:lnTo>
                  <a:pt x="7329" y="3961"/>
                </a:lnTo>
                <a:lnTo>
                  <a:pt x="7331" y="3962"/>
                </a:lnTo>
                <a:lnTo>
                  <a:pt x="7335" y="3963"/>
                </a:lnTo>
                <a:lnTo>
                  <a:pt x="7336" y="3963"/>
                </a:lnTo>
                <a:lnTo>
                  <a:pt x="7336" y="3964"/>
                </a:lnTo>
                <a:lnTo>
                  <a:pt x="7337" y="3964"/>
                </a:lnTo>
                <a:lnTo>
                  <a:pt x="7339" y="3964"/>
                </a:lnTo>
                <a:lnTo>
                  <a:pt x="7339" y="3965"/>
                </a:lnTo>
                <a:lnTo>
                  <a:pt x="7340" y="3965"/>
                </a:lnTo>
                <a:lnTo>
                  <a:pt x="7341" y="3965"/>
                </a:lnTo>
                <a:lnTo>
                  <a:pt x="7342" y="3965"/>
                </a:lnTo>
                <a:lnTo>
                  <a:pt x="7343" y="3965"/>
                </a:lnTo>
                <a:lnTo>
                  <a:pt x="7344" y="3966"/>
                </a:lnTo>
                <a:lnTo>
                  <a:pt x="7345" y="3966"/>
                </a:lnTo>
                <a:lnTo>
                  <a:pt x="7347" y="3967"/>
                </a:lnTo>
                <a:lnTo>
                  <a:pt x="7351" y="3968"/>
                </a:lnTo>
                <a:lnTo>
                  <a:pt x="7355" y="3969"/>
                </a:lnTo>
                <a:lnTo>
                  <a:pt x="7356" y="3970"/>
                </a:lnTo>
                <a:lnTo>
                  <a:pt x="7357" y="3971"/>
                </a:lnTo>
                <a:lnTo>
                  <a:pt x="7358" y="3971"/>
                </a:lnTo>
                <a:lnTo>
                  <a:pt x="7359" y="3972"/>
                </a:lnTo>
                <a:lnTo>
                  <a:pt x="7359" y="3973"/>
                </a:lnTo>
                <a:lnTo>
                  <a:pt x="7358" y="3973"/>
                </a:lnTo>
                <a:lnTo>
                  <a:pt x="7358" y="3974"/>
                </a:lnTo>
                <a:lnTo>
                  <a:pt x="7358" y="3975"/>
                </a:lnTo>
                <a:lnTo>
                  <a:pt x="7360" y="3977"/>
                </a:lnTo>
                <a:lnTo>
                  <a:pt x="7360" y="3978"/>
                </a:lnTo>
                <a:lnTo>
                  <a:pt x="7359" y="3980"/>
                </a:lnTo>
                <a:lnTo>
                  <a:pt x="7360" y="3981"/>
                </a:lnTo>
                <a:lnTo>
                  <a:pt x="7361" y="3982"/>
                </a:lnTo>
                <a:lnTo>
                  <a:pt x="7362" y="3983"/>
                </a:lnTo>
                <a:lnTo>
                  <a:pt x="7362" y="3985"/>
                </a:lnTo>
                <a:lnTo>
                  <a:pt x="7363" y="3987"/>
                </a:lnTo>
                <a:lnTo>
                  <a:pt x="7364" y="3988"/>
                </a:lnTo>
                <a:lnTo>
                  <a:pt x="7364" y="3989"/>
                </a:lnTo>
                <a:lnTo>
                  <a:pt x="7365" y="3990"/>
                </a:lnTo>
                <a:lnTo>
                  <a:pt x="7365" y="3991"/>
                </a:lnTo>
                <a:lnTo>
                  <a:pt x="7365" y="3992"/>
                </a:lnTo>
                <a:lnTo>
                  <a:pt x="7365" y="3993"/>
                </a:lnTo>
                <a:lnTo>
                  <a:pt x="7365" y="3994"/>
                </a:lnTo>
                <a:lnTo>
                  <a:pt x="7366" y="3996"/>
                </a:lnTo>
                <a:lnTo>
                  <a:pt x="7368" y="4000"/>
                </a:lnTo>
                <a:lnTo>
                  <a:pt x="7369" y="4001"/>
                </a:lnTo>
                <a:lnTo>
                  <a:pt x="7370" y="4002"/>
                </a:lnTo>
                <a:lnTo>
                  <a:pt x="7370" y="4003"/>
                </a:lnTo>
                <a:lnTo>
                  <a:pt x="7371" y="4004"/>
                </a:lnTo>
                <a:lnTo>
                  <a:pt x="7372" y="4005"/>
                </a:lnTo>
                <a:lnTo>
                  <a:pt x="7372" y="4006"/>
                </a:lnTo>
                <a:lnTo>
                  <a:pt x="7372" y="4007"/>
                </a:lnTo>
                <a:lnTo>
                  <a:pt x="7372" y="4009"/>
                </a:lnTo>
                <a:lnTo>
                  <a:pt x="7372" y="4010"/>
                </a:lnTo>
                <a:lnTo>
                  <a:pt x="7373" y="4011"/>
                </a:lnTo>
                <a:lnTo>
                  <a:pt x="7375" y="4012"/>
                </a:lnTo>
                <a:lnTo>
                  <a:pt x="7376" y="4014"/>
                </a:lnTo>
                <a:lnTo>
                  <a:pt x="7377" y="4014"/>
                </a:lnTo>
                <a:lnTo>
                  <a:pt x="7378" y="4017"/>
                </a:lnTo>
                <a:lnTo>
                  <a:pt x="7378" y="4018"/>
                </a:lnTo>
                <a:lnTo>
                  <a:pt x="7379" y="4018"/>
                </a:lnTo>
                <a:lnTo>
                  <a:pt x="7380" y="4019"/>
                </a:lnTo>
                <a:lnTo>
                  <a:pt x="7381" y="4020"/>
                </a:lnTo>
                <a:lnTo>
                  <a:pt x="7381" y="4021"/>
                </a:lnTo>
                <a:lnTo>
                  <a:pt x="7382" y="4022"/>
                </a:lnTo>
                <a:lnTo>
                  <a:pt x="7382" y="4023"/>
                </a:lnTo>
                <a:lnTo>
                  <a:pt x="7385" y="4027"/>
                </a:lnTo>
                <a:lnTo>
                  <a:pt x="7386" y="4028"/>
                </a:lnTo>
                <a:lnTo>
                  <a:pt x="7386" y="4029"/>
                </a:lnTo>
                <a:lnTo>
                  <a:pt x="7387" y="4031"/>
                </a:lnTo>
                <a:lnTo>
                  <a:pt x="7387" y="4032"/>
                </a:lnTo>
                <a:lnTo>
                  <a:pt x="7388" y="4032"/>
                </a:lnTo>
                <a:lnTo>
                  <a:pt x="7389" y="4034"/>
                </a:lnTo>
                <a:lnTo>
                  <a:pt x="7389" y="4035"/>
                </a:lnTo>
                <a:lnTo>
                  <a:pt x="7390" y="4035"/>
                </a:lnTo>
                <a:lnTo>
                  <a:pt x="7390" y="4036"/>
                </a:lnTo>
                <a:lnTo>
                  <a:pt x="7391" y="4037"/>
                </a:lnTo>
                <a:lnTo>
                  <a:pt x="7392" y="4039"/>
                </a:lnTo>
                <a:lnTo>
                  <a:pt x="7393" y="4039"/>
                </a:lnTo>
                <a:lnTo>
                  <a:pt x="7393" y="4040"/>
                </a:lnTo>
                <a:lnTo>
                  <a:pt x="7393" y="4041"/>
                </a:lnTo>
                <a:lnTo>
                  <a:pt x="7394" y="4042"/>
                </a:lnTo>
                <a:lnTo>
                  <a:pt x="7393" y="4042"/>
                </a:lnTo>
                <a:lnTo>
                  <a:pt x="7393" y="4043"/>
                </a:lnTo>
                <a:lnTo>
                  <a:pt x="7394" y="4042"/>
                </a:lnTo>
                <a:lnTo>
                  <a:pt x="7394" y="4043"/>
                </a:lnTo>
                <a:lnTo>
                  <a:pt x="7395" y="4045"/>
                </a:lnTo>
                <a:lnTo>
                  <a:pt x="7396" y="4046"/>
                </a:lnTo>
                <a:lnTo>
                  <a:pt x="7397" y="4047"/>
                </a:lnTo>
                <a:lnTo>
                  <a:pt x="7399" y="4049"/>
                </a:lnTo>
                <a:lnTo>
                  <a:pt x="7401" y="4052"/>
                </a:lnTo>
                <a:lnTo>
                  <a:pt x="7402" y="4054"/>
                </a:lnTo>
                <a:lnTo>
                  <a:pt x="7404" y="4057"/>
                </a:lnTo>
                <a:lnTo>
                  <a:pt x="7404" y="4058"/>
                </a:lnTo>
                <a:lnTo>
                  <a:pt x="7405" y="4058"/>
                </a:lnTo>
                <a:lnTo>
                  <a:pt x="7406" y="4059"/>
                </a:lnTo>
                <a:lnTo>
                  <a:pt x="7406" y="4061"/>
                </a:lnTo>
                <a:lnTo>
                  <a:pt x="7407" y="4061"/>
                </a:lnTo>
                <a:lnTo>
                  <a:pt x="7407" y="4062"/>
                </a:lnTo>
                <a:lnTo>
                  <a:pt x="7407" y="4063"/>
                </a:lnTo>
                <a:lnTo>
                  <a:pt x="7407" y="4064"/>
                </a:lnTo>
                <a:lnTo>
                  <a:pt x="7407" y="4065"/>
                </a:lnTo>
                <a:lnTo>
                  <a:pt x="7406" y="4066"/>
                </a:lnTo>
                <a:lnTo>
                  <a:pt x="7406" y="4067"/>
                </a:lnTo>
                <a:lnTo>
                  <a:pt x="7406" y="4068"/>
                </a:lnTo>
                <a:lnTo>
                  <a:pt x="7406" y="4069"/>
                </a:lnTo>
                <a:lnTo>
                  <a:pt x="7408" y="4067"/>
                </a:lnTo>
                <a:lnTo>
                  <a:pt x="7408" y="4066"/>
                </a:lnTo>
                <a:lnTo>
                  <a:pt x="7409" y="4066"/>
                </a:lnTo>
                <a:lnTo>
                  <a:pt x="7411" y="4067"/>
                </a:lnTo>
                <a:lnTo>
                  <a:pt x="7413" y="4068"/>
                </a:lnTo>
                <a:lnTo>
                  <a:pt x="7413" y="4069"/>
                </a:lnTo>
                <a:lnTo>
                  <a:pt x="7414" y="4069"/>
                </a:lnTo>
                <a:lnTo>
                  <a:pt x="7414" y="4070"/>
                </a:lnTo>
                <a:lnTo>
                  <a:pt x="7416" y="4071"/>
                </a:lnTo>
                <a:lnTo>
                  <a:pt x="7416" y="4072"/>
                </a:lnTo>
                <a:lnTo>
                  <a:pt x="7416" y="4073"/>
                </a:lnTo>
                <a:lnTo>
                  <a:pt x="7418" y="4075"/>
                </a:lnTo>
                <a:lnTo>
                  <a:pt x="7419" y="4078"/>
                </a:lnTo>
                <a:lnTo>
                  <a:pt x="7420" y="4079"/>
                </a:lnTo>
                <a:lnTo>
                  <a:pt x="7421" y="4081"/>
                </a:lnTo>
                <a:lnTo>
                  <a:pt x="7421" y="4082"/>
                </a:lnTo>
                <a:lnTo>
                  <a:pt x="7422" y="4083"/>
                </a:lnTo>
                <a:lnTo>
                  <a:pt x="7424" y="4086"/>
                </a:lnTo>
                <a:lnTo>
                  <a:pt x="7425" y="4087"/>
                </a:lnTo>
                <a:lnTo>
                  <a:pt x="7425" y="4088"/>
                </a:lnTo>
                <a:lnTo>
                  <a:pt x="7425" y="4089"/>
                </a:lnTo>
                <a:lnTo>
                  <a:pt x="7427" y="4092"/>
                </a:lnTo>
                <a:lnTo>
                  <a:pt x="7428" y="4094"/>
                </a:lnTo>
                <a:lnTo>
                  <a:pt x="7429" y="4095"/>
                </a:lnTo>
                <a:lnTo>
                  <a:pt x="7429" y="4097"/>
                </a:lnTo>
                <a:lnTo>
                  <a:pt x="7429" y="4099"/>
                </a:lnTo>
                <a:lnTo>
                  <a:pt x="7428" y="4099"/>
                </a:lnTo>
                <a:lnTo>
                  <a:pt x="7428" y="4100"/>
                </a:lnTo>
                <a:lnTo>
                  <a:pt x="7427" y="4100"/>
                </a:lnTo>
                <a:lnTo>
                  <a:pt x="7427" y="4101"/>
                </a:lnTo>
                <a:lnTo>
                  <a:pt x="7428" y="4101"/>
                </a:lnTo>
                <a:lnTo>
                  <a:pt x="7429" y="4101"/>
                </a:lnTo>
                <a:lnTo>
                  <a:pt x="7430" y="4101"/>
                </a:lnTo>
                <a:lnTo>
                  <a:pt x="7430" y="4102"/>
                </a:lnTo>
                <a:lnTo>
                  <a:pt x="7430" y="4105"/>
                </a:lnTo>
                <a:lnTo>
                  <a:pt x="7431" y="4108"/>
                </a:lnTo>
                <a:lnTo>
                  <a:pt x="7428" y="4111"/>
                </a:lnTo>
                <a:lnTo>
                  <a:pt x="7427" y="4111"/>
                </a:lnTo>
                <a:lnTo>
                  <a:pt x="7427" y="4112"/>
                </a:lnTo>
                <a:lnTo>
                  <a:pt x="7429" y="4114"/>
                </a:lnTo>
                <a:lnTo>
                  <a:pt x="7427" y="4116"/>
                </a:lnTo>
                <a:lnTo>
                  <a:pt x="7426" y="4117"/>
                </a:lnTo>
                <a:lnTo>
                  <a:pt x="7427" y="4118"/>
                </a:lnTo>
                <a:lnTo>
                  <a:pt x="7428" y="4119"/>
                </a:lnTo>
                <a:lnTo>
                  <a:pt x="7431" y="4121"/>
                </a:lnTo>
                <a:lnTo>
                  <a:pt x="7436" y="4124"/>
                </a:lnTo>
                <a:lnTo>
                  <a:pt x="7437" y="4125"/>
                </a:lnTo>
                <a:lnTo>
                  <a:pt x="7437" y="4124"/>
                </a:lnTo>
                <a:lnTo>
                  <a:pt x="7438" y="4124"/>
                </a:lnTo>
                <a:lnTo>
                  <a:pt x="7438" y="4125"/>
                </a:lnTo>
                <a:lnTo>
                  <a:pt x="7439" y="4125"/>
                </a:lnTo>
                <a:lnTo>
                  <a:pt x="7439" y="4124"/>
                </a:lnTo>
                <a:lnTo>
                  <a:pt x="7441" y="4124"/>
                </a:lnTo>
                <a:lnTo>
                  <a:pt x="7442" y="4125"/>
                </a:lnTo>
                <a:lnTo>
                  <a:pt x="7444" y="4125"/>
                </a:lnTo>
                <a:lnTo>
                  <a:pt x="7444" y="4126"/>
                </a:lnTo>
                <a:lnTo>
                  <a:pt x="7443" y="4126"/>
                </a:lnTo>
                <a:lnTo>
                  <a:pt x="7442" y="4126"/>
                </a:lnTo>
                <a:lnTo>
                  <a:pt x="7442" y="4127"/>
                </a:lnTo>
                <a:lnTo>
                  <a:pt x="7441" y="4127"/>
                </a:lnTo>
                <a:lnTo>
                  <a:pt x="7442" y="4127"/>
                </a:lnTo>
                <a:lnTo>
                  <a:pt x="7443" y="4127"/>
                </a:lnTo>
                <a:lnTo>
                  <a:pt x="7445" y="4125"/>
                </a:lnTo>
                <a:lnTo>
                  <a:pt x="7446" y="4125"/>
                </a:lnTo>
                <a:lnTo>
                  <a:pt x="7446" y="4126"/>
                </a:lnTo>
                <a:lnTo>
                  <a:pt x="7446" y="4127"/>
                </a:lnTo>
                <a:lnTo>
                  <a:pt x="7446" y="4128"/>
                </a:lnTo>
                <a:lnTo>
                  <a:pt x="7447" y="4129"/>
                </a:lnTo>
                <a:lnTo>
                  <a:pt x="7447" y="4130"/>
                </a:lnTo>
                <a:lnTo>
                  <a:pt x="7447" y="4131"/>
                </a:lnTo>
                <a:lnTo>
                  <a:pt x="7448" y="4131"/>
                </a:lnTo>
                <a:lnTo>
                  <a:pt x="7448" y="4130"/>
                </a:lnTo>
                <a:lnTo>
                  <a:pt x="7449" y="4130"/>
                </a:lnTo>
                <a:lnTo>
                  <a:pt x="7450" y="4129"/>
                </a:lnTo>
                <a:lnTo>
                  <a:pt x="7450" y="4130"/>
                </a:lnTo>
                <a:lnTo>
                  <a:pt x="7451" y="4131"/>
                </a:lnTo>
                <a:lnTo>
                  <a:pt x="7453" y="4134"/>
                </a:lnTo>
                <a:lnTo>
                  <a:pt x="7453" y="4136"/>
                </a:lnTo>
                <a:lnTo>
                  <a:pt x="7455" y="4139"/>
                </a:lnTo>
                <a:lnTo>
                  <a:pt x="7455" y="4140"/>
                </a:lnTo>
                <a:lnTo>
                  <a:pt x="7456" y="4139"/>
                </a:lnTo>
                <a:lnTo>
                  <a:pt x="7457" y="4139"/>
                </a:lnTo>
                <a:lnTo>
                  <a:pt x="7459" y="4142"/>
                </a:lnTo>
                <a:lnTo>
                  <a:pt x="7459" y="4144"/>
                </a:lnTo>
                <a:lnTo>
                  <a:pt x="7459" y="4145"/>
                </a:lnTo>
                <a:lnTo>
                  <a:pt x="7460" y="4145"/>
                </a:lnTo>
                <a:lnTo>
                  <a:pt x="7461" y="4147"/>
                </a:lnTo>
                <a:lnTo>
                  <a:pt x="7460" y="4149"/>
                </a:lnTo>
                <a:lnTo>
                  <a:pt x="7459" y="4149"/>
                </a:lnTo>
                <a:lnTo>
                  <a:pt x="7458" y="4150"/>
                </a:lnTo>
                <a:lnTo>
                  <a:pt x="7459" y="4151"/>
                </a:lnTo>
                <a:lnTo>
                  <a:pt x="7460" y="4150"/>
                </a:lnTo>
                <a:lnTo>
                  <a:pt x="7461" y="4149"/>
                </a:lnTo>
                <a:lnTo>
                  <a:pt x="7462" y="4153"/>
                </a:lnTo>
                <a:lnTo>
                  <a:pt x="7462" y="4155"/>
                </a:lnTo>
                <a:lnTo>
                  <a:pt x="7461" y="4156"/>
                </a:lnTo>
                <a:lnTo>
                  <a:pt x="7461" y="4155"/>
                </a:lnTo>
                <a:lnTo>
                  <a:pt x="7460" y="4155"/>
                </a:lnTo>
                <a:lnTo>
                  <a:pt x="7460" y="4156"/>
                </a:lnTo>
                <a:lnTo>
                  <a:pt x="7458" y="4157"/>
                </a:lnTo>
                <a:lnTo>
                  <a:pt x="7458" y="4158"/>
                </a:lnTo>
                <a:lnTo>
                  <a:pt x="7457" y="4158"/>
                </a:lnTo>
                <a:lnTo>
                  <a:pt x="7457" y="4159"/>
                </a:lnTo>
                <a:lnTo>
                  <a:pt x="7456" y="4159"/>
                </a:lnTo>
                <a:lnTo>
                  <a:pt x="7455" y="4159"/>
                </a:lnTo>
                <a:lnTo>
                  <a:pt x="7455" y="4160"/>
                </a:lnTo>
                <a:lnTo>
                  <a:pt x="7455" y="4159"/>
                </a:lnTo>
                <a:lnTo>
                  <a:pt x="7457" y="4159"/>
                </a:lnTo>
                <a:lnTo>
                  <a:pt x="7458" y="4159"/>
                </a:lnTo>
                <a:lnTo>
                  <a:pt x="7459" y="4158"/>
                </a:lnTo>
                <a:lnTo>
                  <a:pt x="7459" y="4157"/>
                </a:lnTo>
                <a:lnTo>
                  <a:pt x="7460" y="4156"/>
                </a:lnTo>
                <a:lnTo>
                  <a:pt x="7461" y="4156"/>
                </a:lnTo>
                <a:lnTo>
                  <a:pt x="7462" y="4156"/>
                </a:lnTo>
                <a:lnTo>
                  <a:pt x="7463" y="4154"/>
                </a:lnTo>
                <a:lnTo>
                  <a:pt x="7464" y="4156"/>
                </a:lnTo>
                <a:lnTo>
                  <a:pt x="7465" y="4157"/>
                </a:lnTo>
                <a:lnTo>
                  <a:pt x="7466" y="4158"/>
                </a:lnTo>
                <a:lnTo>
                  <a:pt x="7466" y="4157"/>
                </a:lnTo>
                <a:lnTo>
                  <a:pt x="7467" y="4158"/>
                </a:lnTo>
                <a:lnTo>
                  <a:pt x="7467" y="4159"/>
                </a:lnTo>
                <a:lnTo>
                  <a:pt x="7468" y="4159"/>
                </a:lnTo>
                <a:lnTo>
                  <a:pt x="7468" y="4160"/>
                </a:lnTo>
                <a:lnTo>
                  <a:pt x="7470" y="4163"/>
                </a:lnTo>
                <a:lnTo>
                  <a:pt x="7470" y="4164"/>
                </a:lnTo>
                <a:lnTo>
                  <a:pt x="7472" y="4166"/>
                </a:lnTo>
                <a:lnTo>
                  <a:pt x="7473" y="4168"/>
                </a:lnTo>
                <a:lnTo>
                  <a:pt x="7474" y="4168"/>
                </a:lnTo>
                <a:lnTo>
                  <a:pt x="7474" y="4169"/>
                </a:lnTo>
                <a:lnTo>
                  <a:pt x="7475" y="4172"/>
                </a:lnTo>
                <a:lnTo>
                  <a:pt x="7476" y="4172"/>
                </a:lnTo>
                <a:lnTo>
                  <a:pt x="7478" y="4177"/>
                </a:lnTo>
                <a:lnTo>
                  <a:pt x="7479" y="4178"/>
                </a:lnTo>
                <a:lnTo>
                  <a:pt x="7482" y="4177"/>
                </a:lnTo>
                <a:lnTo>
                  <a:pt x="7484" y="4176"/>
                </a:lnTo>
                <a:lnTo>
                  <a:pt x="7486" y="4179"/>
                </a:lnTo>
                <a:lnTo>
                  <a:pt x="7484" y="4180"/>
                </a:lnTo>
                <a:lnTo>
                  <a:pt x="7486" y="4182"/>
                </a:lnTo>
                <a:lnTo>
                  <a:pt x="7486" y="4183"/>
                </a:lnTo>
                <a:lnTo>
                  <a:pt x="7487" y="4184"/>
                </a:lnTo>
                <a:lnTo>
                  <a:pt x="7487" y="4185"/>
                </a:lnTo>
                <a:lnTo>
                  <a:pt x="7485" y="4187"/>
                </a:lnTo>
                <a:lnTo>
                  <a:pt x="7486" y="4187"/>
                </a:lnTo>
                <a:lnTo>
                  <a:pt x="7486" y="4188"/>
                </a:lnTo>
                <a:lnTo>
                  <a:pt x="7487" y="4189"/>
                </a:lnTo>
                <a:lnTo>
                  <a:pt x="7488" y="4191"/>
                </a:lnTo>
                <a:lnTo>
                  <a:pt x="7488" y="4192"/>
                </a:lnTo>
                <a:lnTo>
                  <a:pt x="7489" y="4192"/>
                </a:lnTo>
                <a:lnTo>
                  <a:pt x="7489" y="4193"/>
                </a:lnTo>
                <a:lnTo>
                  <a:pt x="7490" y="4193"/>
                </a:lnTo>
                <a:lnTo>
                  <a:pt x="7489" y="4194"/>
                </a:lnTo>
                <a:lnTo>
                  <a:pt x="7490" y="4194"/>
                </a:lnTo>
                <a:lnTo>
                  <a:pt x="7491" y="4196"/>
                </a:lnTo>
                <a:lnTo>
                  <a:pt x="7491" y="4197"/>
                </a:lnTo>
                <a:lnTo>
                  <a:pt x="7491" y="4198"/>
                </a:lnTo>
                <a:lnTo>
                  <a:pt x="7492" y="4198"/>
                </a:lnTo>
                <a:lnTo>
                  <a:pt x="7492" y="4200"/>
                </a:lnTo>
                <a:lnTo>
                  <a:pt x="7493" y="4200"/>
                </a:lnTo>
                <a:lnTo>
                  <a:pt x="7494" y="4203"/>
                </a:lnTo>
                <a:lnTo>
                  <a:pt x="7494" y="4204"/>
                </a:lnTo>
                <a:lnTo>
                  <a:pt x="7495" y="4207"/>
                </a:lnTo>
                <a:lnTo>
                  <a:pt x="7495" y="4208"/>
                </a:lnTo>
                <a:lnTo>
                  <a:pt x="7495" y="4209"/>
                </a:lnTo>
                <a:lnTo>
                  <a:pt x="7495" y="4210"/>
                </a:lnTo>
                <a:lnTo>
                  <a:pt x="7495" y="4211"/>
                </a:lnTo>
                <a:lnTo>
                  <a:pt x="7494" y="4211"/>
                </a:lnTo>
                <a:lnTo>
                  <a:pt x="7493" y="4211"/>
                </a:lnTo>
                <a:lnTo>
                  <a:pt x="7492" y="4211"/>
                </a:lnTo>
                <a:lnTo>
                  <a:pt x="7489" y="4212"/>
                </a:lnTo>
                <a:lnTo>
                  <a:pt x="7487" y="4214"/>
                </a:lnTo>
                <a:lnTo>
                  <a:pt x="7488" y="4214"/>
                </a:lnTo>
                <a:lnTo>
                  <a:pt x="7488" y="4215"/>
                </a:lnTo>
                <a:lnTo>
                  <a:pt x="7489" y="4215"/>
                </a:lnTo>
                <a:lnTo>
                  <a:pt x="7490" y="4214"/>
                </a:lnTo>
                <a:lnTo>
                  <a:pt x="7495" y="4216"/>
                </a:lnTo>
                <a:lnTo>
                  <a:pt x="7497" y="4216"/>
                </a:lnTo>
                <a:lnTo>
                  <a:pt x="7500" y="4217"/>
                </a:lnTo>
                <a:lnTo>
                  <a:pt x="7500" y="4218"/>
                </a:lnTo>
                <a:lnTo>
                  <a:pt x="7500" y="4219"/>
                </a:lnTo>
                <a:lnTo>
                  <a:pt x="7502" y="4218"/>
                </a:lnTo>
                <a:lnTo>
                  <a:pt x="7503" y="4220"/>
                </a:lnTo>
                <a:lnTo>
                  <a:pt x="7503" y="4221"/>
                </a:lnTo>
                <a:lnTo>
                  <a:pt x="7505" y="4227"/>
                </a:lnTo>
                <a:lnTo>
                  <a:pt x="7505" y="4228"/>
                </a:lnTo>
                <a:lnTo>
                  <a:pt x="7505" y="4230"/>
                </a:lnTo>
                <a:lnTo>
                  <a:pt x="7504" y="4230"/>
                </a:lnTo>
                <a:lnTo>
                  <a:pt x="7504" y="4231"/>
                </a:lnTo>
                <a:lnTo>
                  <a:pt x="7506" y="4231"/>
                </a:lnTo>
                <a:lnTo>
                  <a:pt x="7507" y="4232"/>
                </a:lnTo>
                <a:lnTo>
                  <a:pt x="7508" y="4236"/>
                </a:lnTo>
                <a:lnTo>
                  <a:pt x="7509" y="4237"/>
                </a:lnTo>
                <a:lnTo>
                  <a:pt x="7510" y="4238"/>
                </a:lnTo>
                <a:lnTo>
                  <a:pt x="7510" y="4239"/>
                </a:lnTo>
                <a:lnTo>
                  <a:pt x="7510" y="4240"/>
                </a:lnTo>
                <a:lnTo>
                  <a:pt x="7511" y="4241"/>
                </a:lnTo>
                <a:lnTo>
                  <a:pt x="7511" y="4242"/>
                </a:lnTo>
                <a:lnTo>
                  <a:pt x="7511" y="4243"/>
                </a:lnTo>
                <a:lnTo>
                  <a:pt x="7510" y="4244"/>
                </a:lnTo>
                <a:lnTo>
                  <a:pt x="7509" y="4245"/>
                </a:lnTo>
                <a:lnTo>
                  <a:pt x="7509" y="4246"/>
                </a:lnTo>
                <a:lnTo>
                  <a:pt x="7509" y="4247"/>
                </a:lnTo>
                <a:lnTo>
                  <a:pt x="7511" y="4246"/>
                </a:lnTo>
                <a:lnTo>
                  <a:pt x="7512" y="4245"/>
                </a:lnTo>
                <a:lnTo>
                  <a:pt x="7515" y="4244"/>
                </a:lnTo>
                <a:lnTo>
                  <a:pt x="7519" y="4243"/>
                </a:lnTo>
                <a:lnTo>
                  <a:pt x="7519" y="4244"/>
                </a:lnTo>
                <a:lnTo>
                  <a:pt x="7521" y="4268"/>
                </a:lnTo>
                <a:lnTo>
                  <a:pt x="7520" y="4269"/>
                </a:lnTo>
                <a:lnTo>
                  <a:pt x="7520" y="4276"/>
                </a:lnTo>
                <a:lnTo>
                  <a:pt x="7514" y="4278"/>
                </a:lnTo>
                <a:lnTo>
                  <a:pt x="7514" y="4280"/>
                </a:lnTo>
                <a:lnTo>
                  <a:pt x="7513" y="4281"/>
                </a:lnTo>
                <a:lnTo>
                  <a:pt x="7513" y="4282"/>
                </a:lnTo>
                <a:lnTo>
                  <a:pt x="7512" y="4283"/>
                </a:lnTo>
                <a:lnTo>
                  <a:pt x="7513" y="4284"/>
                </a:lnTo>
                <a:lnTo>
                  <a:pt x="7513" y="4285"/>
                </a:lnTo>
                <a:lnTo>
                  <a:pt x="7514" y="4285"/>
                </a:lnTo>
                <a:lnTo>
                  <a:pt x="7519" y="4284"/>
                </a:lnTo>
                <a:lnTo>
                  <a:pt x="7520" y="4284"/>
                </a:lnTo>
                <a:lnTo>
                  <a:pt x="7521" y="4283"/>
                </a:lnTo>
                <a:lnTo>
                  <a:pt x="7522" y="4284"/>
                </a:lnTo>
                <a:lnTo>
                  <a:pt x="7521" y="4284"/>
                </a:lnTo>
                <a:lnTo>
                  <a:pt x="7523" y="4286"/>
                </a:lnTo>
                <a:lnTo>
                  <a:pt x="7523" y="4287"/>
                </a:lnTo>
                <a:lnTo>
                  <a:pt x="7524" y="4287"/>
                </a:lnTo>
                <a:lnTo>
                  <a:pt x="7524" y="4288"/>
                </a:lnTo>
                <a:lnTo>
                  <a:pt x="7525" y="4289"/>
                </a:lnTo>
                <a:lnTo>
                  <a:pt x="7526" y="4291"/>
                </a:lnTo>
                <a:lnTo>
                  <a:pt x="7527" y="4293"/>
                </a:lnTo>
                <a:lnTo>
                  <a:pt x="7528" y="4293"/>
                </a:lnTo>
                <a:lnTo>
                  <a:pt x="7528" y="4294"/>
                </a:lnTo>
                <a:lnTo>
                  <a:pt x="7527" y="4294"/>
                </a:lnTo>
                <a:lnTo>
                  <a:pt x="7525" y="4299"/>
                </a:lnTo>
                <a:lnTo>
                  <a:pt x="7524" y="4301"/>
                </a:lnTo>
                <a:lnTo>
                  <a:pt x="7524" y="4302"/>
                </a:lnTo>
                <a:lnTo>
                  <a:pt x="7525" y="4302"/>
                </a:lnTo>
                <a:lnTo>
                  <a:pt x="7525" y="4300"/>
                </a:lnTo>
                <a:lnTo>
                  <a:pt x="7528" y="4299"/>
                </a:lnTo>
                <a:lnTo>
                  <a:pt x="7529" y="4299"/>
                </a:lnTo>
                <a:lnTo>
                  <a:pt x="7530" y="4300"/>
                </a:lnTo>
                <a:lnTo>
                  <a:pt x="7531" y="4300"/>
                </a:lnTo>
                <a:lnTo>
                  <a:pt x="7532" y="4300"/>
                </a:lnTo>
                <a:lnTo>
                  <a:pt x="7535" y="4300"/>
                </a:lnTo>
                <a:lnTo>
                  <a:pt x="7536" y="4299"/>
                </a:lnTo>
                <a:lnTo>
                  <a:pt x="7541" y="4301"/>
                </a:lnTo>
                <a:lnTo>
                  <a:pt x="7540" y="4303"/>
                </a:lnTo>
                <a:lnTo>
                  <a:pt x="7539" y="4306"/>
                </a:lnTo>
                <a:lnTo>
                  <a:pt x="7540" y="4307"/>
                </a:lnTo>
                <a:lnTo>
                  <a:pt x="7541" y="4307"/>
                </a:lnTo>
                <a:lnTo>
                  <a:pt x="7542" y="4307"/>
                </a:lnTo>
                <a:lnTo>
                  <a:pt x="7544" y="4308"/>
                </a:lnTo>
                <a:lnTo>
                  <a:pt x="7545" y="4308"/>
                </a:lnTo>
                <a:lnTo>
                  <a:pt x="7546" y="4308"/>
                </a:lnTo>
                <a:lnTo>
                  <a:pt x="7547" y="4308"/>
                </a:lnTo>
                <a:lnTo>
                  <a:pt x="7548" y="4308"/>
                </a:lnTo>
                <a:lnTo>
                  <a:pt x="7550" y="4309"/>
                </a:lnTo>
                <a:lnTo>
                  <a:pt x="7553" y="4309"/>
                </a:lnTo>
                <a:lnTo>
                  <a:pt x="7554" y="4309"/>
                </a:lnTo>
                <a:lnTo>
                  <a:pt x="7556" y="4310"/>
                </a:lnTo>
                <a:lnTo>
                  <a:pt x="7570" y="4315"/>
                </a:lnTo>
                <a:lnTo>
                  <a:pt x="7570" y="4316"/>
                </a:lnTo>
                <a:lnTo>
                  <a:pt x="7569" y="4322"/>
                </a:lnTo>
                <a:lnTo>
                  <a:pt x="7570" y="4321"/>
                </a:lnTo>
                <a:lnTo>
                  <a:pt x="7571" y="4321"/>
                </a:lnTo>
                <a:lnTo>
                  <a:pt x="7573" y="4322"/>
                </a:lnTo>
                <a:lnTo>
                  <a:pt x="7575" y="4318"/>
                </a:lnTo>
                <a:lnTo>
                  <a:pt x="7582" y="4319"/>
                </a:lnTo>
                <a:lnTo>
                  <a:pt x="7582" y="4321"/>
                </a:lnTo>
                <a:lnTo>
                  <a:pt x="7586" y="4323"/>
                </a:lnTo>
                <a:lnTo>
                  <a:pt x="7587" y="4321"/>
                </a:lnTo>
                <a:lnTo>
                  <a:pt x="7588" y="4321"/>
                </a:lnTo>
                <a:lnTo>
                  <a:pt x="7594" y="4322"/>
                </a:lnTo>
                <a:lnTo>
                  <a:pt x="7602" y="4326"/>
                </a:lnTo>
                <a:lnTo>
                  <a:pt x="7608" y="4328"/>
                </a:lnTo>
                <a:lnTo>
                  <a:pt x="7609" y="4329"/>
                </a:lnTo>
                <a:lnTo>
                  <a:pt x="7610" y="4329"/>
                </a:lnTo>
                <a:lnTo>
                  <a:pt x="7610" y="4330"/>
                </a:lnTo>
                <a:lnTo>
                  <a:pt x="7610" y="4331"/>
                </a:lnTo>
                <a:lnTo>
                  <a:pt x="7610" y="4334"/>
                </a:lnTo>
                <a:lnTo>
                  <a:pt x="7611" y="4335"/>
                </a:lnTo>
                <a:lnTo>
                  <a:pt x="7611" y="4336"/>
                </a:lnTo>
                <a:lnTo>
                  <a:pt x="7611" y="4337"/>
                </a:lnTo>
                <a:lnTo>
                  <a:pt x="7611" y="4338"/>
                </a:lnTo>
                <a:lnTo>
                  <a:pt x="7612" y="4339"/>
                </a:lnTo>
                <a:lnTo>
                  <a:pt x="7612" y="4342"/>
                </a:lnTo>
                <a:lnTo>
                  <a:pt x="7612" y="4343"/>
                </a:lnTo>
                <a:lnTo>
                  <a:pt x="7613" y="4346"/>
                </a:lnTo>
                <a:lnTo>
                  <a:pt x="7613" y="4347"/>
                </a:lnTo>
                <a:lnTo>
                  <a:pt x="7615" y="4347"/>
                </a:lnTo>
                <a:lnTo>
                  <a:pt x="7616" y="4347"/>
                </a:lnTo>
                <a:lnTo>
                  <a:pt x="7617" y="4348"/>
                </a:lnTo>
                <a:lnTo>
                  <a:pt x="7617" y="4350"/>
                </a:lnTo>
                <a:lnTo>
                  <a:pt x="7617" y="4351"/>
                </a:lnTo>
                <a:lnTo>
                  <a:pt x="7617" y="4352"/>
                </a:lnTo>
                <a:lnTo>
                  <a:pt x="7618" y="4353"/>
                </a:lnTo>
                <a:lnTo>
                  <a:pt x="7618" y="4354"/>
                </a:lnTo>
                <a:lnTo>
                  <a:pt x="7620" y="4355"/>
                </a:lnTo>
                <a:lnTo>
                  <a:pt x="7620" y="4356"/>
                </a:lnTo>
                <a:lnTo>
                  <a:pt x="7620" y="4357"/>
                </a:lnTo>
                <a:lnTo>
                  <a:pt x="7621" y="4358"/>
                </a:lnTo>
                <a:lnTo>
                  <a:pt x="7622" y="4360"/>
                </a:lnTo>
                <a:lnTo>
                  <a:pt x="7624" y="4361"/>
                </a:lnTo>
                <a:lnTo>
                  <a:pt x="7626" y="4361"/>
                </a:lnTo>
                <a:lnTo>
                  <a:pt x="7627" y="4363"/>
                </a:lnTo>
                <a:lnTo>
                  <a:pt x="7627" y="4365"/>
                </a:lnTo>
                <a:lnTo>
                  <a:pt x="7625" y="4367"/>
                </a:lnTo>
                <a:lnTo>
                  <a:pt x="7623" y="4368"/>
                </a:lnTo>
                <a:lnTo>
                  <a:pt x="7621" y="4369"/>
                </a:lnTo>
                <a:lnTo>
                  <a:pt x="7619" y="4369"/>
                </a:lnTo>
                <a:lnTo>
                  <a:pt x="7618" y="4368"/>
                </a:lnTo>
                <a:lnTo>
                  <a:pt x="7614" y="4367"/>
                </a:lnTo>
                <a:lnTo>
                  <a:pt x="7613" y="4367"/>
                </a:lnTo>
                <a:lnTo>
                  <a:pt x="7613" y="4368"/>
                </a:lnTo>
                <a:lnTo>
                  <a:pt x="7612" y="4368"/>
                </a:lnTo>
                <a:lnTo>
                  <a:pt x="7610" y="4369"/>
                </a:lnTo>
                <a:lnTo>
                  <a:pt x="7611" y="4369"/>
                </a:lnTo>
                <a:lnTo>
                  <a:pt x="7611" y="4370"/>
                </a:lnTo>
                <a:lnTo>
                  <a:pt x="7610" y="4370"/>
                </a:lnTo>
                <a:lnTo>
                  <a:pt x="7609" y="4370"/>
                </a:lnTo>
                <a:lnTo>
                  <a:pt x="7607" y="4370"/>
                </a:lnTo>
                <a:lnTo>
                  <a:pt x="7607" y="4371"/>
                </a:lnTo>
                <a:lnTo>
                  <a:pt x="7608" y="4371"/>
                </a:lnTo>
                <a:lnTo>
                  <a:pt x="7609" y="4371"/>
                </a:lnTo>
                <a:lnTo>
                  <a:pt x="7609" y="4370"/>
                </a:lnTo>
                <a:lnTo>
                  <a:pt x="7610" y="4370"/>
                </a:lnTo>
                <a:lnTo>
                  <a:pt x="7611" y="4370"/>
                </a:lnTo>
                <a:lnTo>
                  <a:pt x="7611" y="4371"/>
                </a:lnTo>
                <a:lnTo>
                  <a:pt x="7612" y="4371"/>
                </a:lnTo>
                <a:lnTo>
                  <a:pt x="7615" y="4370"/>
                </a:lnTo>
                <a:lnTo>
                  <a:pt x="7616" y="4370"/>
                </a:lnTo>
                <a:lnTo>
                  <a:pt x="7616" y="4371"/>
                </a:lnTo>
                <a:lnTo>
                  <a:pt x="7617" y="4371"/>
                </a:lnTo>
                <a:lnTo>
                  <a:pt x="7617" y="4372"/>
                </a:lnTo>
                <a:lnTo>
                  <a:pt x="7616" y="4372"/>
                </a:lnTo>
                <a:lnTo>
                  <a:pt x="7617" y="4375"/>
                </a:lnTo>
                <a:lnTo>
                  <a:pt x="7618" y="4375"/>
                </a:lnTo>
                <a:lnTo>
                  <a:pt x="7620" y="4376"/>
                </a:lnTo>
                <a:lnTo>
                  <a:pt x="7620" y="4378"/>
                </a:lnTo>
                <a:lnTo>
                  <a:pt x="7623" y="4377"/>
                </a:lnTo>
                <a:lnTo>
                  <a:pt x="7625" y="4379"/>
                </a:lnTo>
                <a:lnTo>
                  <a:pt x="7628" y="4377"/>
                </a:lnTo>
                <a:lnTo>
                  <a:pt x="7631" y="4375"/>
                </a:lnTo>
                <a:lnTo>
                  <a:pt x="7632" y="4375"/>
                </a:lnTo>
                <a:lnTo>
                  <a:pt x="7633" y="4375"/>
                </a:lnTo>
                <a:lnTo>
                  <a:pt x="7635" y="4376"/>
                </a:lnTo>
                <a:lnTo>
                  <a:pt x="7636" y="4378"/>
                </a:lnTo>
                <a:lnTo>
                  <a:pt x="7637" y="4381"/>
                </a:lnTo>
                <a:lnTo>
                  <a:pt x="7636" y="4385"/>
                </a:lnTo>
                <a:lnTo>
                  <a:pt x="7637" y="4385"/>
                </a:lnTo>
                <a:lnTo>
                  <a:pt x="7638" y="4385"/>
                </a:lnTo>
                <a:lnTo>
                  <a:pt x="7639" y="4386"/>
                </a:lnTo>
                <a:lnTo>
                  <a:pt x="7640" y="4386"/>
                </a:lnTo>
                <a:lnTo>
                  <a:pt x="7641" y="4386"/>
                </a:lnTo>
                <a:lnTo>
                  <a:pt x="7641" y="4387"/>
                </a:lnTo>
                <a:lnTo>
                  <a:pt x="7642" y="4387"/>
                </a:lnTo>
                <a:lnTo>
                  <a:pt x="7643" y="4387"/>
                </a:lnTo>
                <a:lnTo>
                  <a:pt x="7645" y="4387"/>
                </a:lnTo>
                <a:lnTo>
                  <a:pt x="7646" y="4387"/>
                </a:lnTo>
                <a:lnTo>
                  <a:pt x="7646" y="4384"/>
                </a:lnTo>
                <a:lnTo>
                  <a:pt x="7651" y="4385"/>
                </a:lnTo>
                <a:lnTo>
                  <a:pt x="7668" y="4387"/>
                </a:lnTo>
                <a:lnTo>
                  <a:pt x="7675" y="4390"/>
                </a:lnTo>
                <a:lnTo>
                  <a:pt x="7679" y="4393"/>
                </a:lnTo>
                <a:lnTo>
                  <a:pt x="7677" y="4398"/>
                </a:lnTo>
                <a:lnTo>
                  <a:pt x="7678" y="4398"/>
                </a:lnTo>
                <a:lnTo>
                  <a:pt x="7679" y="4399"/>
                </a:lnTo>
                <a:lnTo>
                  <a:pt x="7679" y="4400"/>
                </a:lnTo>
                <a:lnTo>
                  <a:pt x="7680" y="4400"/>
                </a:lnTo>
                <a:lnTo>
                  <a:pt x="7681" y="4400"/>
                </a:lnTo>
                <a:lnTo>
                  <a:pt x="7682" y="4400"/>
                </a:lnTo>
                <a:lnTo>
                  <a:pt x="7683" y="4401"/>
                </a:lnTo>
                <a:lnTo>
                  <a:pt x="7686" y="4404"/>
                </a:lnTo>
                <a:lnTo>
                  <a:pt x="7689" y="4406"/>
                </a:lnTo>
                <a:lnTo>
                  <a:pt x="7690" y="4407"/>
                </a:lnTo>
                <a:lnTo>
                  <a:pt x="7691" y="4406"/>
                </a:lnTo>
                <a:lnTo>
                  <a:pt x="7694" y="4408"/>
                </a:lnTo>
                <a:lnTo>
                  <a:pt x="7705" y="4425"/>
                </a:lnTo>
                <a:lnTo>
                  <a:pt x="7705" y="4426"/>
                </a:lnTo>
                <a:lnTo>
                  <a:pt x="7705" y="4427"/>
                </a:lnTo>
                <a:lnTo>
                  <a:pt x="7705" y="4428"/>
                </a:lnTo>
                <a:lnTo>
                  <a:pt x="7706" y="4429"/>
                </a:lnTo>
                <a:lnTo>
                  <a:pt x="7706" y="4430"/>
                </a:lnTo>
                <a:lnTo>
                  <a:pt x="7707" y="4430"/>
                </a:lnTo>
                <a:lnTo>
                  <a:pt x="7707" y="4431"/>
                </a:lnTo>
                <a:lnTo>
                  <a:pt x="7708" y="4432"/>
                </a:lnTo>
                <a:lnTo>
                  <a:pt x="7708" y="4433"/>
                </a:lnTo>
                <a:lnTo>
                  <a:pt x="7709" y="4434"/>
                </a:lnTo>
                <a:lnTo>
                  <a:pt x="7709" y="4435"/>
                </a:lnTo>
                <a:lnTo>
                  <a:pt x="7710" y="4435"/>
                </a:lnTo>
                <a:lnTo>
                  <a:pt x="7710" y="4436"/>
                </a:lnTo>
                <a:lnTo>
                  <a:pt x="7711" y="4436"/>
                </a:lnTo>
                <a:lnTo>
                  <a:pt x="7711" y="4437"/>
                </a:lnTo>
                <a:lnTo>
                  <a:pt x="7712" y="4438"/>
                </a:lnTo>
                <a:lnTo>
                  <a:pt x="7713" y="4439"/>
                </a:lnTo>
                <a:lnTo>
                  <a:pt x="7713" y="4440"/>
                </a:lnTo>
                <a:lnTo>
                  <a:pt x="7714" y="4440"/>
                </a:lnTo>
                <a:lnTo>
                  <a:pt x="7713" y="4440"/>
                </a:lnTo>
                <a:lnTo>
                  <a:pt x="7713" y="4441"/>
                </a:lnTo>
                <a:lnTo>
                  <a:pt x="7714" y="4443"/>
                </a:lnTo>
                <a:lnTo>
                  <a:pt x="7715" y="4443"/>
                </a:lnTo>
                <a:lnTo>
                  <a:pt x="7716" y="4444"/>
                </a:lnTo>
                <a:lnTo>
                  <a:pt x="7717" y="4445"/>
                </a:lnTo>
                <a:lnTo>
                  <a:pt x="7718" y="4448"/>
                </a:lnTo>
                <a:lnTo>
                  <a:pt x="7719" y="4450"/>
                </a:lnTo>
                <a:lnTo>
                  <a:pt x="7720" y="4452"/>
                </a:lnTo>
                <a:lnTo>
                  <a:pt x="7720" y="4453"/>
                </a:lnTo>
                <a:lnTo>
                  <a:pt x="7718" y="4456"/>
                </a:lnTo>
                <a:lnTo>
                  <a:pt x="7718" y="4457"/>
                </a:lnTo>
                <a:lnTo>
                  <a:pt x="7717" y="4458"/>
                </a:lnTo>
                <a:lnTo>
                  <a:pt x="7716" y="4458"/>
                </a:lnTo>
                <a:lnTo>
                  <a:pt x="7715" y="4459"/>
                </a:lnTo>
                <a:lnTo>
                  <a:pt x="7713" y="4460"/>
                </a:lnTo>
                <a:lnTo>
                  <a:pt x="7713" y="4461"/>
                </a:lnTo>
                <a:lnTo>
                  <a:pt x="7714" y="4466"/>
                </a:lnTo>
                <a:lnTo>
                  <a:pt x="7714" y="4472"/>
                </a:lnTo>
                <a:lnTo>
                  <a:pt x="7715" y="4477"/>
                </a:lnTo>
                <a:lnTo>
                  <a:pt x="7716" y="4482"/>
                </a:lnTo>
                <a:lnTo>
                  <a:pt x="7717" y="4482"/>
                </a:lnTo>
                <a:lnTo>
                  <a:pt x="7718" y="4482"/>
                </a:lnTo>
                <a:lnTo>
                  <a:pt x="7721" y="4483"/>
                </a:lnTo>
                <a:lnTo>
                  <a:pt x="7722" y="4483"/>
                </a:lnTo>
                <a:lnTo>
                  <a:pt x="7722" y="4482"/>
                </a:lnTo>
                <a:lnTo>
                  <a:pt x="7723" y="4482"/>
                </a:lnTo>
                <a:lnTo>
                  <a:pt x="7731" y="4487"/>
                </a:lnTo>
                <a:lnTo>
                  <a:pt x="7734" y="4489"/>
                </a:lnTo>
                <a:lnTo>
                  <a:pt x="7735" y="4491"/>
                </a:lnTo>
                <a:lnTo>
                  <a:pt x="7737" y="4494"/>
                </a:lnTo>
                <a:lnTo>
                  <a:pt x="7738" y="4497"/>
                </a:lnTo>
                <a:lnTo>
                  <a:pt x="7738" y="4500"/>
                </a:lnTo>
                <a:lnTo>
                  <a:pt x="7738" y="4501"/>
                </a:lnTo>
                <a:lnTo>
                  <a:pt x="7737" y="4503"/>
                </a:lnTo>
                <a:lnTo>
                  <a:pt x="7736" y="4503"/>
                </a:lnTo>
                <a:lnTo>
                  <a:pt x="7734" y="4504"/>
                </a:lnTo>
                <a:lnTo>
                  <a:pt x="7728" y="4508"/>
                </a:lnTo>
                <a:lnTo>
                  <a:pt x="7722" y="4512"/>
                </a:lnTo>
                <a:lnTo>
                  <a:pt x="7722" y="4513"/>
                </a:lnTo>
                <a:lnTo>
                  <a:pt x="7723" y="4528"/>
                </a:lnTo>
                <a:lnTo>
                  <a:pt x="7730" y="4530"/>
                </a:lnTo>
                <a:lnTo>
                  <a:pt x="7730" y="4535"/>
                </a:lnTo>
                <a:lnTo>
                  <a:pt x="7743" y="4535"/>
                </a:lnTo>
                <a:lnTo>
                  <a:pt x="7756" y="4535"/>
                </a:lnTo>
                <a:lnTo>
                  <a:pt x="7756" y="4540"/>
                </a:lnTo>
                <a:lnTo>
                  <a:pt x="7750" y="4539"/>
                </a:lnTo>
                <a:lnTo>
                  <a:pt x="7744" y="4539"/>
                </a:lnTo>
                <a:lnTo>
                  <a:pt x="7741" y="4539"/>
                </a:lnTo>
                <a:lnTo>
                  <a:pt x="7738" y="4539"/>
                </a:lnTo>
                <a:lnTo>
                  <a:pt x="7729" y="4541"/>
                </a:lnTo>
                <a:lnTo>
                  <a:pt x="7728" y="4541"/>
                </a:lnTo>
                <a:lnTo>
                  <a:pt x="7722" y="4542"/>
                </a:lnTo>
                <a:lnTo>
                  <a:pt x="7722" y="4545"/>
                </a:lnTo>
                <a:lnTo>
                  <a:pt x="7722" y="4546"/>
                </a:lnTo>
                <a:lnTo>
                  <a:pt x="7723" y="4549"/>
                </a:lnTo>
                <a:lnTo>
                  <a:pt x="7723" y="4550"/>
                </a:lnTo>
                <a:lnTo>
                  <a:pt x="7723" y="4553"/>
                </a:lnTo>
                <a:lnTo>
                  <a:pt x="7721" y="4555"/>
                </a:lnTo>
                <a:lnTo>
                  <a:pt x="7721" y="4556"/>
                </a:lnTo>
                <a:lnTo>
                  <a:pt x="7721" y="4557"/>
                </a:lnTo>
                <a:lnTo>
                  <a:pt x="7720" y="4557"/>
                </a:lnTo>
                <a:lnTo>
                  <a:pt x="7719" y="4556"/>
                </a:lnTo>
                <a:lnTo>
                  <a:pt x="7718" y="4556"/>
                </a:lnTo>
                <a:lnTo>
                  <a:pt x="7717" y="4556"/>
                </a:lnTo>
                <a:lnTo>
                  <a:pt x="7715" y="4557"/>
                </a:lnTo>
                <a:lnTo>
                  <a:pt x="7713" y="4558"/>
                </a:lnTo>
                <a:lnTo>
                  <a:pt x="7711" y="4561"/>
                </a:lnTo>
                <a:lnTo>
                  <a:pt x="7712" y="4561"/>
                </a:lnTo>
                <a:lnTo>
                  <a:pt x="7714" y="4564"/>
                </a:lnTo>
                <a:lnTo>
                  <a:pt x="7715" y="4564"/>
                </a:lnTo>
                <a:lnTo>
                  <a:pt x="7716" y="4564"/>
                </a:lnTo>
                <a:lnTo>
                  <a:pt x="7720" y="4568"/>
                </a:lnTo>
                <a:lnTo>
                  <a:pt x="7721" y="4569"/>
                </a:lnTo>
                <a:lnTo>
                  <a:pt x="7724" y="4570"/>
                </a:lnTo>
                <a:lnTo>
                  <a:pt x="7732" y="4575"/>
                </a:lnTo>
                <a:lnTo>
                  <a:pt x="7729" y="4579"/>
                </a:lnTo>
                <a:lnTo>
                  <a:pt x="7730" y="4579"/>
                </a:lnTo>
                <a:lnTo>
                  <a:pt x="7736" y="4586"/>
                </a:lnTo>
                <a:lnTo>
                  <a:pt x="7737" y="4586"/>
                </a:lnTo>
                <a:lnTo>
                  <a:pt x="7746" y="4598"/>
                </a:lnTo>
                <a:lnTo>
                  <a:pt x="7746" y="4599"/>
                </a:lnTo>
                <a:lnTo>
                  <a:pt x="7747" y="4599"/>
                </a:lnTo>
                <a:lnTo>
                  <a:pt x="7747" y="4600"/>
                </a:lnTo>
                <a:lnTo>
                  <a:pt x="7756" y="4615"/>
                </a:lnTo>
                <a:lnTo>
                  <a:pt x="7757" y="4622"/>
                </a:lnTo>
                <a:lnTo>
                  <a:pt x="7756" y="4624"/>
                </a:lnTo>
                <a:lnTo>
                  <a:pt x="7755" y="4624"/>
                </a:lnTo>
                <a:lnTo>
                  <a:pt x="7753" y="4626"/>
                </a:lnTo>
                <a:lnTo>
                  <a:pt x="7748" y="4629"/>
                </a:lnTo>
                <a:lnTo>
                  <a:pt x="7748" y="4630"/>
                </a:lnTo>
                <a:lnTo>
                  <a:pt x="7744" y="4632"/>
                </a:lnTo>
                <a:lnTo>
                  <a:pt x="7743" y="4632"/>
                </a:lnTo>
                <a:lnTo>
                  <a:pt x="7743" y="4633"/>
                </a:lnTo>
                <a:lnTo>
                  <a:pt x="7742" y="4632"/>
                </a:lnTo>
                <a:lnTo>
                  <a:pt x="7742" y="4633"/>
                </a:lnTo>
                <a:lnTo>
                  <a:pt x="7741" y="4633"/>
                </a:lnTo>
                <a:lnTo>
                  <a:pt x="7737" y="4633"/>
                </a:lnTo>
                <a:lnTo>
                  <a:pt x="7735" y="4634"/>
                </a:lnTo>
                <a:lnTo>
                  <a:pt x="7733" y="4635"/>
                </a:lnTo>
                <a:lnTo>
                  <a:pt x="7732" y="4635"/>
                </a:lnTo>
                <a:lnTo>
                  <a:pt x="7729" y="4635"/>
                </a:lnTo>
                <a:lnTo>
                  <a:pt x="7726" y="4635"/>
                </a:lnTo>
                <a:lnTo>
                  <a:pt x="7723" y="4636"/>
                </a:lnTo>
                <a:lnTo>
                  <a:pt x="7722" y="4635"/>
                </a:lnTo>
                <a:lnTo>
                  <a:pt x="7718" y="4636"/>
                </a:lnTo>
                <a:lnTo>
                  <a:pt x="7715" y="4637"/>
                </a:lnTo>
                <a:lnTo>
                  <a:pt x="7714" y="4637"/>
                </a:lnTo>
                <a:lnTo>
                  <a:pt x="7712" y="4638"/>
                </a:lnTo>
                <a:lnTo>
                  <a:pt x="7711" y="4638"/>
                </a:lnTo>
                <a:lnTo>
                  <a:pt x="7709" y="4638"/>
                </a:lnTo>
                <a:lnTo>
                  <a:pt x="7706" y="4639"/>
                </a:lnTo>
                <a:lnTo>
                  <a:pt x="7705" y="4639"/>
                </a:lnTo>
                <a:lnTo>
                  <a:pt x="7705" y="4640"/>
                </a:lnTo>
                <a:lnTo>
                  <a:pt x="7704" y="4640"/>
                </a:lnTo>
                <a:lnTo>
                  <a:pt x="7701" y="4641"/>
                </a:lnTo>
                <a:lnTo>
                  <a:pt x="7699" y="4642"/>
                </a:lnTo>
                <a:lnTo>
                  <a:pt x="7697" y="4643"/>
                </a:lnTo>
                <a:lnTo>
                  <a:pt x="7698" y="4643"/>
                </a:lnTo>
                <a:lnTo>
                  <a:pt x="7694" y="4645"/>
                </a:lnTo>
                <a:lnTo>
                  <a:pt x="7690" y="4647"/>
                </a:lnTo>
                <a:lnTo>
                  <a:pt x="7684" y="4650"/>
                </a:lnTo>
                <a:lnTo>
                  <a:pt x="7683" y="4649"/>
                </a:lnTo>
                <a:lnTo>
                  <a:pt x="7680" y="4650"/>
                </a:lnTo>
                <a:lnTo>
                  <a:pt x="7680" y="4652"/>
                </a:lnTo>
                <a:lnTo>
                  <a:pt x="7681" y="4652"/>
                </a:lnTo>
                <a:lnTo>
                  <a:pt x="7678" y="4654"/>
                </a:lnTo>
                <a:lnTo>
                  <a:pt x="7677" y="4654"/>
                </a:lnTo>
                <a:lnTo>
                  <a:pt x="7677" y="4655"/>
                </a:lnTo>
                <a:lnTo>
                  <a:pt x="7675" y="4657"/>
                </a:lnTo>
                <a:lnTo>
                  <a:pt x="7672" y="4658"/>
                </a:lnTo>
                <a:lnTo>
                  <a:pt x="7668" y="4662"/>
                </a:lnTo>
                <a:lnTo>
                  <a:pt x="7665" y="4664"/>
                </a:lnTo>
                <a:lnTo>
                  <a:pt x="7664" y="4665"/>
                </a:lnTo>
                <a:lnTo>
                  <a:pt x="7662" y="4669"/>
                </a:lnTo>
                <a:lnTo>
                  <a:pt x="7661" y="4669"/>
                </a:lnTo>
                <a:lnTo>
                  <a:pt x="7657" y="4674"/>
                </a:lnTo>
                <a:lnTo>
                  <a:pt x="7658" y="4674"/>
                </a:lnTo>
                <a:lnTo>
                  <a:pt x="7657" y="4675"/>
                </a:lnTo>
                <a:lnTo>
                  <a:pt x="7656" y="4677"/>
                </a:lnTo>
                <a:lnTo>
                  <a:pt x="7655" y="4677"/>
                </a:lnTo>
                <a:lnTo>
                  <a:pt x="7654" y="4677"/>
                </a:lnTo>
                <a:lnTo>
                  <a:pt x="7654" y="4678"/>
                </a:lnTo>
                <a:lnTo>
                  <a:pt x="7653" y="4679"/>
                </a:lnTo>
                <a:lnTo>
                  <a:pt x="7652" y="4680"/>
                </a:lnTo>
                <a:lnTo>
                  <a:pt x="7651" y="4680"/>
                </a:lnTo>
                <a:lnTo>
                  <a:pt x="7650" y="4680"/>
                </a:lnTo>
                <a:lnTo>
                  <a:pt x="7649" y="4680"/>
                </a:lnTo>
                <a:lnTo>
                  <a:pt x="7647" y="4680"/>
                </a:lnTo>
                <a:lnTo>
                  <a:pt x="7644" y="4681"/>
                </a:lnTo>
                <a:lnTo>
                  <a:pt x="7643" y="4682"/>
                </a:lnTo>
                <a:lnTo>
                  <a:pt x="7641" y="4684"/>
                </a:lnTo>
                <a:lnTo>
                  <a:pt x="7642" y="4688"/>
                </a:lnTo>
                <a:lnTo>
                  <a:pt x="7644" y="4722"/>
                </a:lnTo>
                <a:lnTo>
                  <a:pt x="7645" y="4723"/>
                </a:lnTo>
                <a:lnTo>
                  <a:pt x="7645" y="4732"/>
                </a:lnTo>
                <a:lnTo>
                  <a:pt x="7646" y="4735"/>
                </a:lnTo>
                <a:lnTo>
                  <a:pt x="7647" y="4749"/>
                </a:lnTo>
                <a:lnTo>
                  <a:pt x="7653" y="4748"/>
                </a:lnTo>
                <a:lnTo>
                  <a:pt x="7653" y="4741"/>
                </a:lnTo>
                <a:lnTo>
                  <a:pt x="7659" y="4741"/>
                </a:lnTo>
                <a:lnTo>
                  <a:pt x="7665" y="4743"/>
                </a:lnTo>
                <a:lnTo>
                  <a:pt x="7672" y="4747"/>
                </a:lnTo>
                <a:lnTo>
                  <a:pt x="7671" y="4751"/>
                </a:lnTo>
                <a:lnTo>
                  <a:pt x="7678" y="4754"/>
                </a:lnTo>
                <a:lnTo>
                  <a:pt x="7681" y="4755"/>
                </a:lnTo>
                <a:lnTo>
                  <a:pt x="7686" y="4758"/>
                </a:lnTo>
                <a:lnTo>
                  <a:pt x="7691" y="4761"/>
                </a:lnTo>
                <a:lnTo>
                  <a:pt x="7691" y="4762"/>
                </a:lnTo>
                <a:lnTo>
                  <a:pt x="7695" y="4766"/>
                </a:lnTo>
                <a:lnTo>
                  <a:pt x="7695" y="4767"/>
                </a:lnTo>
                <a:lnTo>
                  <a:pt x="7702" y="4771"/>
                </a:lnTo>
                <a:lnTo>
                  <a:pt x="7705" y="4775"/>
                </a:lnTo>
                <a:lnTo>
                  <a:pt x="7709" y="4780"/>
                </a:lnTo>
                <a:lnTo>
                  <a:pt x="7713" y="4784"/>
                </a:lnTo>
                <a:lnTo>
                  <a:pt x="7718" y="4792"/>
                </a:lnTo>
                <a:lnTo>
                  <a:pt x="7719" y="4792"/>
                </a:lnTo>
                <a:lnTo>
                  <a:pt x="7719" y="4793"/>
                </a:lnTo>
                <a:lnTo>
                  <a:pt x="7724" y="4799"/>
                </a:lnTo>
                <a:lnTo>
                  <a:pt x="7726" y="4801"/>
                </a:lnTo>
                <a:lnTo>
                  <a:pt x="7727" y="4801"/>
                </a:lnTo>
                <a:lnTo>
                  <a:pt x="7730" y="4798"/>
                </a:lnTo>
                <a:lnTo>
                  <a:pt x="7737" y="4808"/>
                </a:lnTo>
                <a:lnTo>
                  <a:pt x="7735" y="4810"/>
                </a:lnTo>
                <a:lnTo>
                  <a:pt x="7736" y="4810"/>
                </a:lnTo>
                <a:lnTo>
                  <a:pt x="7737" y="4811"/>
                </a:lnTo>
                <a:lnTo>
                  <a:pt x="7738" y="4812"/>
                </a:lnTo>
                <a:lnTo>
                  <a:pt x="7740" y="4812"/>
                </a:lnTo>
                <a:lnTo>
                  <a:pt x="7742" y="4813"/>
                </a:lnTo>
                <a:lnTo>
                  <a:pt x="7743" y="4814"/>
                </a:lnTo>
                <a:lnTo>
                  <a:pt x="7745" y="4814"/>
                </a:lnTo>
                <a:lnTo>
                  <a:pt x="7746" y="4814"/>
                </a:lnTo>
                <a:lnTo>
                  <a:pt x="7747" y="4814"/>
                </a:lnTo>
                <a:lnTo>
                  <a:pt x="7749" y="4813"/>
                </a:lnTo>
                <a:lnTo>
                  <a:pt x="7751" y="4813"/>
                </a:lnTo>
                <a:lnTo>
                  <a:pt x="7751" y="4814"/>
                </a:lnTo>
                <a:lnTo>
                  <a:pt x="7752" y="4814"/>
                </a:lnTo>
                <a:lnTo>
                  <a:pt x="7753" y="4814"/>
                </a:lnTo>
                <a:lnTo>
                  <a:pt x="7754" y="4814"/>
                </a:lnTo>
                <a:lnTo>
                  <a:pt x="7755" y="4814"/>
                </a:lnTo>
                <a:lnTo>
                  <a:pt x="7759" y="4815"/>
                </a:lnTo>
                <a:lnTo>
                  <a:pt x="7760" y="4816"/>
                </a:lnTo>
                <a:lnTo>
                  <a:pt x="7761" y="4816"/>
                </a:lnTo>
                <a:lnTo>
                  <a:pt x="7762" y="4817"/>
                </a:lnTo>
                <a:lnTo>
                  <a:pt x="7762" y="4818"/>
                </a:lnTo>
                <a:lnTo>
                  <a:pt x="7763" y="4818"/>
                </a:lnTo>
                <a:lnTo>
                  <a:pt x="7763" y="4817"/>
                </a:lnTo>
                <a:lnTo>
                  <a:pt x="7764" y="4817"/>
                </a:lnTo>
                <a:lnTo>
                  <a:pt x="7765" y="4818"/>
                </a:lnTo>
                <a:lnTo>
                  <a:pt x="7766" y="4818"/>
                </a:lnTo>
                <a:lnTo>
                  <a:pt x="7768" y="4819"/>
                </a:lnTo>
                <a:lnTo>
                  <a:pt x="7769" y="4819"/>
                </a:lnTo>
                <a:lnTo>
                  <a:pt x="7774" y="4820"/>
                </a:lnTo>
                <a:lnTo>
                  <a:pt x="7776" y="4820"/>
                </a:lnTo>
                <a:lnTo>
                  <a:pt x="7779" y="4820"/>
                </a:lnTo>
                <a:lnTo>
                  <a:pt x="7780" y="4820"/>
                </a:lnTo>
                <a:lnTo>
                  <a:pt x="7785" y="4824"/>
                </a:lnTo>
                <a:lnTo>
                  <a:pt x="7785" y="4825"/>
                </a:lnTo>
                <a:lnTo>
                  <a:pt x="7784" y="4825"/>
                </a:lnTo>
                <a:lnTo>
                  <a:pt x="7784" y="4826"/>
                </a:lnTo>
                <a:lnTo>
                  <a:pt x="7785" y="4826"/>
                </a:lnTo>
                <a:lnTo>
                  <a:pt x="7787" y="4826"/>
                </a:lnTo>
                <a:lnTo>
                  <a:pt x="7789" y="4826"/>
                </a:lnTo>
                <a:lnTo>
                  <a:pt x="7790" y="4825"/>
                </a:lnTo>
                <a:lnTo>
                  <a:pt x="7792" y="4825"/>
                </a:lnTo>
                <a:lnTo>
                  <a:pt x="7794" y="4825"/>
                </a:lnTo>
                <a:lnTo>
                  <a:pt x="7795" y="4824"/>
                </a:lnTo>
                <a:lnTo>
                  <a:pt x="7796" y="4824"/>
                </a:lnTo>
                <a:lnTo>
                  <a:pt x="7797" y="4824"/>
                </a:lnTo>
                <a:lnTo>
                  <a:pt x="7797" y="4823"/>
                </a:lnTo>
                <a:lnTo>
                  <a:pt x="7798" y="4823"/>
                </a:lnTo>
                <a:lnTo>
                  <a:pt x="7798" y="4824"/>
                </a:lnTo>
                <a:lnTo>
                  <a:pt x="7799" y="4826"/>
                </a:lnTo>
                <a:lnTo>
                  <a:pt x="7800" y="4826"/>
                </a:lnTo>
                <a:lnTo>
                  <a:pt x="7800" y="4825"/>
                </a:lnTo>
                <a:lnTo>
                  <a:pt x="7800" y="4824"/>
                </a:lnTo>
                <a:lnTo>
                  <a:pt x="7801" y="4824"/>
                </a:lnTo>
                <a:lnTo>
                  <a:pt x="7801" y="4823"/>
                </a:lnTo>
                <a:lnTo>
                  <a:pt x="7801" y="4822"/>
                </a:lnTo>
                <a:lnTo>
                  <a:pt x="7803" y="4823"/>
                </a:lnTo>
                <a:lnTo>
                  <a:pt x="7804" y="4823"/>
                </a:lnTo>
                <a:lnTo>
                  <a:pt x="7807" y="4823"/>
                </a:lnTo>
                <a:lnTo>
                  <a:pt x="7808" y="4822"/>
                </a:lnTo>
                <a:lnTo>
                  <a:pt x="7810" y="4821"/>
                </a:lnTo>
                <a:lnTo>
                  <a:pt x="7811" y="4821"/>
                </a:lnTo>
                <a:lnTo>
                  <a:pt x="7812" y="4820"/>
                </a:lnTo>
                <a:lnTo>
                  <a:pt x="7813" y="4819"/>
                </a:lnTo>
                <a:lnTo>
                  <a:pt x="7814" y="4818"/>
                </a:lnTo>
                <a:lnTo>
                  <a:pt x="7815" y="4818"/>
                </a:lnTo>
                <a:lnTo>
                  <a:pt x="7815" y="4817"/>
                </a:lnTo>
                <a:lnTo>
                  <a:pt x="7816" y="4817"/>
                </a:lnTo>
                <a:lnTo>
                  <a:pt x="7818" y="4817"/>
                </a:lnTo>
                <a:lnTo>
                  <a:pt x="7819" y="4818"/>
                </a:lnTo>
                <a:lnTo>
                  <a:pt x="7820" y="4820"/>
                </a:lnTo>
                <a:lnTo>
                  <a:pt x="7821" y="4822"/>
                </a:lnTo>
                <a:lnTo>
                  <a:pt x="7820" y="4822"/>
                </a:lnTo>
                <a:lnTo>
                  <a:pt x="7818" y="4824"/>
                </a:lnTo>
                <a:lnTo>
                  <a:pt x="7817" y="4824"/>
                </a:lnTo>
                <a:lnTo>
                  <a:pt x="7816" y="4824"/>
                </a:lnTo>
                <a:lnTo>
                  <a:pt x="7815" y="4825"/>
                </a:lnTo>
                <a:lnTo>
                  <a:pt x="7815" y="4826"/>
                </a:lnTo>
                <a:lnTo>
                  <a:pt x="7813" y="4827"/>
                </a:lnTo>
                <a:lnTo>
                  <a:pt x="7811" y="4829"/>
                </a:lnTo>
                <a:lnTo>
                  <a:pt x="7810" y="4830"/>
                </a:lnTo>
                <a:lnTo>
                  <a:pt x="7808" y="4830"/>
                </a:lnTo>
                <a:lnTo>
                  <a:pt x="7807" y="4831"/>
                </a:lnTo>
                <a:lnTo>
                  <a:pt x="7807" y="4832"/>
                </a:lnTo>
                <a:lnTo>
                  <a:pt x="7806" y="4833"/>
                </a:lnTo>
                <a:lnTo>
                  <a:pt x="7806" y="4834"/>
                </a:lnTo>
                <a:lnTo>
                  <a:pt x="7805" y="4834"/>
                </a:lnTo>
                <a:lnTo>
                  <a:pt x="7804" y="4835"/>
                </a:lnTo>
                <a:lnTo>
                  <a:pt x="7803" y="4835"/>
                </a:lnTo>
                <a:lnTo>
                  <a:pt x="7802" y="4836"/>
                </a:lnTo>
                <a:lnTo>
                  <a:pt x="7799" y="4837"/>
                </a:lnTo>
                <a:lnTo>
                  <a:pt x="7799" y="4838"/>
                </a:lnTo>
                <a:lnTo>
                  <a:pt x="7798" y="4838"/>
                </a:lnTo>
                <a:lnTo>
                  <a:pt x="7796" y="4839"/>
                </a:lnTo>
                <a:lnTo>
                  <a:pt x="7796" y="4840"/>
                </a:lnTo>
                <a:lnTo>
                  <a:pt x="7794" y="4842"/>
                </a:lnTo>
                <a:lnTo>
                  <a:pt x="7794" y="4843"/>
                </a:lnTo>
                <a:lnTo>
                  <a:pt x="7793" y="4843"/>
                </a:lnTo>
                <a:lnTo>
                  <a:pt x="7791" y="4845"/>
                </a:lnTo>
                <a:lnTo>
                  <a:pt x="7791" y="4846"/>
                </a:lnTo>
                <a:lnTo>
                  <a:pt x="7790" y="4846"/>
                </a:lnTo>
                <a:lnTo>
                  <a:pt x="7789" y="4846"/>
                </a:lnTo>
                <a:lnTo>
                  <a:pt x="7789" y="4847"/>
                </a:lnTo>
                <a:lnTo>
                  <a:pt x="7788" y="4847"/>
                </a:lnTo>
                <a:lnTo>
                  <a:pt x="7789" y="4848"/>
                </a:lnTo>
                <a:lnTo>
                  <a:pt x="7788" y="4850"/>
                </a:lnTo>
                <a:lnTo>
                  <a:pt x="7786" y="4853"/>
                </a:lnTo>
                <a:lnTo>
                  <a:pt x="7785" y="4854"/>
                </a:lnTo>
                <a:lnTo>
                  <a:pt x="7785" y="4855"/>
                </a:lnTo>
                <a:lnTo>
                  <a:pt x="7784" y="4856"/>
                </a:lnTo>
                <a:lnTo>
                  <a:pt x="7783" y="4857"/>
                </a:lnTo>
                <a:lnTo>
                  <a:pt x="7783" y="4859"/>
                </a:lnTo>
                <a:lnTo>
                  <a:pt x="7783" y="4863"/>
                </a:lnTo>
                <a:lnTo>
                  <a:pt x="7780" y="4867"/>
                </a:lnTo>
                <a:lnTo>
                  <a:pt x="7778" y="4868"/>
                </a:lnTo>
                <a:lnTo>
                  <a:pt x="7778" y="4869"/>
                </a:lnTo>
                <a:lnTo>
                  <a:pt x="7777" y="4870"/>
                </a:lnTo>
                <a:lnTo>
                  <a:pt x="7777" y="4869"/>
                </a:lnTo>
                <a:lnTo>
                  <a:pt x="7776" y="4870"/>
                </a:lnTo>
                <a:lnTo>
                  <a:pt x="7775" y="4870"/>
                </a:lnTo>
                <a:lnTo>
                  <a:pt x="7774" y="4871"/>
                </a:lnTo>
                <a:lnTo>
                  <a:pt x="7773" y="4872"/>
                </a:lnTo>
                <a:lnTo>
                  <a:pt x="7772" y="4873"/>
                </a:lnTo>
                <a:lnTo>
                  <a:pt x="7770" y="4875"/>
                </a:lnTo>
                <a:lnTo>
                  <a:pt x="7769" y="4875"/>
                </a:lnTo>
                <a:lnTo>
                  <a:pt x="7768" y="4877"/>
                </a:lnTo>
                <a:lnTo>
                  <a:pt x="7767" y="4878"/>
                </a:lnTo>
                <a:lnTo>
                  <a:pt x="7766" y="4879"/>
                </a:lnTo>
                <a:lnTo>
                  <a:pt x="7766" y="4880"/>
                </a:lnTo>
                <a:lnTo>
                  <a:pt x="7765" y="4881"/>
                </a:lnTo>
                <a:lnTo>
                  <a:pt x="7766" y="4882"/>
                </a:lnTo>
                <a:lnTo>
                  <a:pt x="7765" y="4882"/>
                </a:lnTo>
                <a:lnTo>
                  <a:pt x="7764" y="4883"/>
                </a:lnTo>
                <a:lnTo>
                  <a:pt x="7764" y="4884"/>
                </a:lnTo>
                <a:lnTo>
                  <a:pt x="7763" y="4887"/>
                </a:lnTo>
                <a:lnTo>
                  <a:pt x="7762" y="4888"/>
                </a:lnTo>
                <a:lnTo>
                  <a:pt x="7762" y="4889"/>
                </a:lnTo>
                <a:lnTo>
                  <a:pt x="7761" y="4891"/>
                </a:lnTo>
                <a:lnTo>
                  <a:pt x="7760" y="4892"/>
                </a:lnTo>
                <a:lnTo>
                  <a:pt x="7759" y="4892"/>
                </a:lnTo>
                <a:lnTo>
                  <a:pt x="7758" y="4893"/>
                </a:lnTo>
                <a:lnTo>
                  <a:pt x="7758" y="4894"/>
                </a:lnTo>
                <a:lnTo>
                  <a:pt x="7757" y="4897"/>
                </a:lnTo>
                <a:lnTo>
                  <a:pt x="7757" y="4898"/>
                </a:lnTo>
                <a:lnTo>
                  <a:pt x="7756" y="4900"/>
                </a:lnTo>
                <a:lnTo>
                  <a:pt x="7754" y="4900"/>
                </a:lnTo>
                <a:lnTo>
                  <a:pt x="7754" y="4899"/>
                </a:lnTo>
                <a:lnTo>
                  <a:pt x="7753" y="4900"/>
                </a:lnTo>
                <a:lnTo>
                  <a:pt x="7751" y="4902"/>
                </a:lnTo>
                <a:lnTo>
                  <a:pt x="7748" y="4903"/>
                </a:lnTo>
                <a:lnTo>
                  <a:pt x="7747" y="4903"/>
                </a:lnTo>
                <a:lnTo>
                  <a:pt x="7746" y="4904"/>
                </a:lnTo>
                <a:lnTo>
                  <a:pt x="7745" y="4904"/>
                </a:lnTo>
                <a:lnTo>
                  <a:pt x="7744" y="4905"/>
                </a:lnTo>
                <a:lnTo>
                  <a:pt x="7743" y="4905"/>
                </a:lnTo>
                <a:lnTo>
                  <a:pt x="7743" y="4904"/>
                </a:lnTo>
                <a:lnTo>
                  <a:pt x="7742" y="4904"/>
                </a:lnTo>
                <a:lnTo>
                  <a:pt x="7742" y="4905"/>
                </a:lnTo>
                <a:lnTo>
                  <a:pt x="7741" y="4905"/>
                </a:lnTo>
                <a:lnTo>
                  <a:pt x="7741" y="4906"/>
                </a:lnTo>
                <a:lnTo>
                  <a:pt x="7740" y="4907"/>
                </a:lnTo>
                <a:lnTo>
                  <a:pt x="7738" y="4907"/>
                </a:lnTo>
                <a:lnTo>
                  <a:pt x="7737" y="4907"/>
                </a:lnTo>
                <a:lnTo>
                  <a:pt x="7736" y="4906"/>
                </a:lnTo>
                <a:lnTo>
                  <a:pt x="7734" y="4906"/>
                </a:lnTo>
                <a:lnTo>
                  <a:pt x="7733" y="4906"/>
                </a:lnTo>
                <a:lnTo>
                  <a:pt x="7733" y="4907"/>
                </a:lnTo>
                <a:lnTo>
                  <a:pt x="7733" y="4908"/>
                </a:lnTo>
                <a:lnTo>
                  <a:pt x="7733" y="4909"/>
                </a:lnTo>
                <a:lnTo>
                  <a:pt x="7732" y="4909"/>
                </a:lnTo>
                <a:lnTo>
                  <a:pt x="7732" y="4910"/>
                </a:lnTo>
                <a:lnTo>
                  <a:pt x="7731" y="4910"/>
                </a:lnTo>
                <a:lnTo>
                  <a:pt x="7731" y="4911"/>
                </a:lnTo>
                <a:lnTo>
                  <a:pt x="7730" y="4912"/>
                </a:lnTo>
                <a:lnTo>
                  <a:pt x="7729" y="4912"/>
                </a:lnTo>
                <a:lnTo>
                  <a:pt x="7729" y="4913"/>
                </a:lnTo>
                <a:lnTo>
                  <a:pt x="7729" y="4914"/>
                </a:lnTo>
                <a:lnTo>
                  <a:pt x="7728" y="4915"/>
                </a:lnTo>
                <a:lnTo>
                  <a:pt x="7728" y="4916"/>
                </a:lnTo>
                <a:lnTo>
                  <a:pt x="7726" y="4916"/>
                </a:lnTo>
                <a:lnTo>
                  <a:pt x="7727" y="4914"/>
                </a:lnTo>
                <a:lnTo>
                  <a:pt x="7725" y="4912"/>
                </a:lnTo>
                <a:lnTo>
                  <a:pt x="7718" y="4915"/>
                </a:lnTo>
                <a:lnTo>
                  <a:pt x="7717" y="4916"/>
                </a:lnTo>
                <a:lnTo>
                  <a:pt x="7716" y="4916"/>
                </a:lnTo>
                <a:lnTo>
                  <a:pt x="7715" y="4916"/>
                </a:lnTo>
                <a:lnTo>
                  <a:pt x="7715" y="4917"/>
                </a:lnTo>
                <a:lnTo>
                  <a:pt x="7715" y="4918"/>
                </a:lnTo>
                <a:lnTo>
                  <a:pt x="7714" y="4918"/>
                </a:lnTo>
                <a:lnTo>
                  <a:pt x="7715" y="4919"/>
                </a:lnTo>
                <a:lnTo>
                  <a:pt x="7716" y="4919"/>
                </a:lnTo>
                <a:lnTo>
                  <a:pt x="7717" y="4919"/>
                </a:lnTo>
                <a:lnTo>
                  <a:pt x="7716" y="4921"/>
                </a:lnTo>
                <a:lnTo>
                  <a:pt x="7714" y="4924"/>
                </a:lnTo>
                <a:lnTo>
                  <a:pt x="7714" y="4925"/>
                </a:lnTo>
                <a:lnTo>
                  <a:pt x="7713" y="4925"/>
                </a:lnTo>
                <a:lnTo>
                  <a:pt x="7712" y="4925"/>
                </a:lnTo>
                <a:lnTo>
                  <a:pt x="7712" y="4927"/>
                </a:lnTo>
                <a:lnTo>
                  <a:pt x="7712" y="4928"/>
                </a:lnTo>
                <a:lnTo>
                  <a:pt x="7713" y="4929"/>
                </a:lnTo>
                <a:lnTo>
                  <a:pt x="7714" y="4929"/>
                </a:lnTo>
                <a:lnTo>
                  <a:pt x="7714" y="4928"/>
                </a:lnTo>
                <a:lnTo>
                  <a:pt x="7715" y="4929"/>
                </a:lnTo>
                <a:lnTo>
                  <a:pt x="7715" y="4930"/>
                </a:lnTo>
                <a:lnTo>
                  <a:pt x="7716" y="4932"/>
                </a:lnTo>
                <a:lnTo>
                  <a:pt x="7716" y="4933"/>
                </a:lnTo>
                <a:lnTo>
                  <a:pt x="7715" y="4934"/>
                </a:lnTo>
                <a:lnTo>
                  <a:pt x="7715" y="4935"/>
                </a:lnTo>
                <a:lnTo>
                  <a:pt x="7715" y="4936"/>
                </a:lnTo>
                <a:lnTo>
                  <a:pt x="7716" y="4936"/>
                </a:lnTo>
                <a:lnTo>
                  <a:pt x="7716" y="4937"/>
                </a:lnTo>
                <a:lnTo>
                  <a:pt x="7715" y="4937"/>
                </a:lnTo>
                <a:lnTo>
                  <a:pt x="7715" y="4938"/>
                </a:lnTo>
                <a:lnTo>
                  <a:pt x="7716" y="4938"/>
                </a:lnTo>
                <a:lnTo>
                  <a:pt x="7718" y="4937"/>
                </a:lnTo>
                <a:lnTo>
                  <a:pt x="7720" y="4935"/>
                </a:lnTo>
                <a:lnTo>
                  <a:pt x="7721" y="4935"/>
                </a:lnTo>
                <a:lnTo>
                  <a:pt x="7720" y="4934"/>
                </a:lnTo>
                <a:lnTo>
                  <a:pt x="7720" y="4932"/>
                </a:lnTo>
                <a:lnTo>
                  <a:pt x="7720" y="4931"/>
                </a:lnTo>
                <a:lnTo>
                  <a:pt x="7720" y="4929"/>
                </a:lnTo>
                <a:lnTo>
                  <a:pt x="7721" y="4926"/>
                </a:lnTo>
                <a:lnTo>
                  <a:pt x="7720" y="4925"/>
                </a:lnTo>
                <a:lnTo>
                  <a:pt x="7721" y="4925"/>
                </a:lnTo>
                <a:lnTo>
                  <a:pt x="7721" y="4924"/>
                </a:lnTo>
                <a:lnTo>
                  <a:pt x="7722" y="4923"/>
                </a:lnTo>
                <a:lnTo>
                  <a:pt x="7723" y="4923"/>
                </a:lnTo>
                <a:lnTo>
                  <a:pt x="7724" y="4922"/>
                </a:lnTo>
                <a:lnTo>
                  <a:pt x="7724" y="4920"/>
                </a:lnTo>
                <a:lnTo>
                  <a:pt x="7725" y="4919"/>
                </a:lnTo>
                <a:lnTo>
                  <a:pt x="7728" y="4922"/>
                </a:lnTo>
                <a:lnTo>
                  <a:pt x="7728" y="4923"/>
                </a:lnTo>
                <a:lnTo>
                  <a:pt x="7729" y="4923"/>
                </a:lnTo>
                <a:lnTo>
                  <a:pt x="7730" y="4924"/>
                </a:lnTo>
                <a:lnTo>
                  <a:pt x="7730" y="4925"/>
                </a:lnTo>
                <a:lnTo>
                  <a:pt x="7729" y="4925"/>
                </a:lnTo>
                <a:lnTo>
                  <a:pt x="7729" y="4926"/>
                </a:lnTo>
                <a:lnTo>
                  <a:pt x="7728" y="4927"/>
                </a:lnTo>
                <a:lnTo>
                  <a:pt x="7729" y="4927"/>
                </a:lnTo>
                <a:lnTo>
                  <a:pt x="7729" y="4929"/>
                </a:lnTo>
                <a:lnTo>
                  <a:pt x="7728" y="4929"/>
                </a:lnTo>
                <a:lnTo>
                  <a:pt x="7728" y="4928"/>
                </a:lnTo>
                <a:lnTo>
                  <a:pt x="7727" y="4929"/>
                </a:lnTo>
                <a:lnTo>
                  <a:pt x="7728" y="4929"/>
                </a:lnTo>
                <a:lnTo>
                  <a:pt x="7728" y="4930"/>
                </a:lnTo>
                <a:lnTo>
                  <a:pt x="7728" y="4931"/>
                </a:lnTo>
                <a:lnTo>
                  <a:pt x="7728" y="4932"/>
                </a:lnTo>
                <a:lnTo>
                  <a:pt x="7728" y="4933"/>
                </a:lnTo>
                <a:lnTo>
                  <a:pt x="7728" y="4934"/>
                </a:lnTo>
                <a:lnTo>
                  <a:pt x="7727" y="4934"/>
                </a:lnTo>
                <a:lnTo>
                  <a:pt x="7726" y="4934"/>
                </a:lnTo>
                <a:lnTo>
                  <a:pt x="7724" y="4936"/>
                </a:lnTo>
                <a:lnTo>
                  <a:pt x="7724" y="4937"/>
                </a:lnTo>
                <a:lnTo>
                  <a:pt x="7724" y="4938"/>
                </a:lnTo>
                <a:lnTo>
                  <a:pt x="7724" y="4939"/>
                </a:lnTo>
                <a:lnTo>
                  <a:pt x="7725" y="4941"/>
                </a:lnTo>
                <a:lnTo>
                  <a:pt x="7725" y="4940"/>
                </a:lnTo>
                <a:lnTo>
                  <a:pt x="7726" y="4939"/>
                </a:lnTo>
                <a:lnTo>
                  <a:pt x="7727" y="4939"/>
                </a:lnTo>
                <a:lnTo>
                  <a:pt x="7727" y="4938"/>
                </a:lnTo>
                <a:lnTo>
                  <a:pt x="7728" y="4938"/>
                </a:lnTo>
                <a:lnTo>
                  <a:pt x="7729" y="4938"/>
                </a:lnTo>
                <a:lnTo>
                  <a:pt x="7730" y="4936"/>
                </a:lnTo>
                <a:lnTo>
                  <a:pt x="7730" y="4935"/>
                </a:lnTo>
                <a:lnTo>
                  <a:pt x="7731" y="4934"/>
                </a:lnTo>
                <a:lnTo>
                  <a:pt x="7731" y="4933"/>
                </a:lnTo>
                <a:lnTo>
                  <a:pt x="7732" y="4930"/>
                </a:lnTo>
                <a:lnTo>
                  <a:pt x="7733" y="4930"/>
                </a:lnTo>
                <a:lnTo>
                  <a:pt x="7733" y="4929"/>
                </a:lnTo>
                <a:lnTo>
                  <a:pt x="7733" y="4928"/>
                </a:lnTo>
                <a:lnTo>
                  <a:pt x="7732" y="4926"/>
                </a:lnTo>
                <a:lnTo>
                  <a:pt x="7733" y="4926"/>
                </a:lnTo>
                <a:lnTo>
                  <a:pt x="7734" y="4926"/>
                </a:lnTo>
                <a:lnTo>
                  <a:pt x="7734" y="4925"/>
                </a:lnTo>
                <a:lnTo>
                  <a:pt x="7735" y="4924"/>
                </a:lnTo>
                <a:lnTo>
                  <a:pt x="7735" y="4922"/>
                </a:lnTo>
                <a:lnTo>
                  <a:pt x="7736" y="4921"/>
                </a:lnTo>
                <a:lnTo>
                  <a:pt x="7738" y="4920"/>
                </a:lnTo>
                <a:lnTo>
                  <a:pt x="7739" y="4919"/>
                </a:lnTo>
                <a:lnTo>
                  <a:pt x="7746" y="4916"/>
                </a:lnTo>
                <a:lnTo>
                  <a:pt x="7747" y="4915"/>
                </a:lnTo>
                <a:lnTo>
                  <a:pt x="7748" y="4914"/>
                </a:lnTo>
                <a:lnTo>
                  <a:pt x="7749" y="4914"/>
                </a:lnTo>
                <a:lnTo>
                  <a:pt x="7750" y="4912"/>
                </a:lnTo>
                <a:lnTo>
                  <a:pt x="7752" y="4910"/>
                </a:lnTo>
                <a:lnTo>
                  <a:pt x="7753" y="4909"/>
                </a:lnTo>
                <a:lnTo>
                  <a:pt x="7754" y="4908"/>
                </a:lnTo>
                <a:lnTo>
                  <a:pt x="7755" y="4908"/>
                </a:lnTo>
                <a:lnTo>
                  <a:pt x="7755" y="4906"/>
                </a:lnTo>
                <a:lnTo>
                  <a:pt x="7756" y="4906"/>
                </a:lnTo>
                <a:lnTo>
                  <a:pt x="7757" y="4906"/>
                </a:lnTo>
                <a:lnTo>
                  <a:pt x="7759" y="4905"/>
                </a:lnTo>
                <a:lnTo>
                  <a:pt x="7760" y="4904"/>
                </a:lnTo>
                <a:lnTo>
                  <a:pt x="7760" y="4903"/>
                </a:lnTo>
                <a:lnTo>
                  <a:pt x="7761" y="4903"/>
                </a:lnTo>
                <a:lnTo>
                  <a:pt x="7762" y="4903"/>
                </a:lnTo>
                <a:lnTo>
                  <a:pt x="7763" y="4903"/>
                </a:lnTo>
                <a:lnTo>
                  <a:pt x="7763" y="4904"/>
                </a:lnTo>
                <a:lnTo>
                  <a:pt x="7764" y="4904"/>
                </a:lnTo>
                <a:lnTo>
                  <a:pt x="7765" y="4905"/>
                </a:lnTo>
                <a:lnTo>
                  <a:pt x="7766" y="4905"/>
                </a:lnTo>
                <a:lnTo>
                  <a:pt x="7767" y="4905"/>
                </a:lnTo>
                <a:lnTo>
                  <a:pt x="7768" y="4904"/>
                </a:lnTo>
                <a:lnTo>
                  <a:pt x="7768" y="4903"/>
                </a:lnTo>
                <a:lnTo>
                  <a:pt x="7770" y="4902"/>
                </a:lnTo>
                <a:lnTo>
                  <a:pt x="7771" y="4902"/>
                </a:lnTo>
                <a:lnTo>
                  <a:pt x="7771" y="4903"/>
                </a:lnTo>
                <a:lnTo>
                  <a:pt x="7770" y="4903"/>
                </a:lnTo>
                <a:lnTo>
                  <a:pt x="7770" y="4904"/>
                </a:lnTo>
                <a:lnTo>
                  <a:pt x="7770" y="4905"/>
                </a:lnTo>
                <a:lnTo>
                  <a:pt x="7769" y="4906"/>
                </a:lnTo>
                <a:lnTo>
                  <a:pt x="7768" y="4908"/>
                </a:lnTo>
                <a:lnTo>
                  <a:pt x="7768" y="4911"/>
                </a:lnTo>
                <a:lnTo>
                  <a:pt x="7769" y="4912"/>
                </a:lnTo>
                <a:lnTo>
                  <a:pt x="7769" y="4914"/>
                </a:lnTo>
                <a:lnTo>
                  <a:pt x="7770" y="4914"/>
                </a:lnTo>
                <a:lnTo>
                  <a:pt x="7770" y="4915"/>
                </a:lnTo>
                <a:lnTo>
                  <a:pt x="7771" y="4916"/>
                </a:lnTo>
                <a:lnTo>
                  <a:pt x="7772" y="4916"/>
                </a:lnTo>
                <a:lnTo>
                  <a:pt x="7774" y="4915"/>
                </a:lnTo>
                <a:lnTo>
                  <a:pt x="7774" y="4914"/>
                </a:lnTo>
                <a:lnTo>
                  <a:pt x="7776" y="4914"/>
                </a:lnTo>
                <a:lnTo>
                  <a:pt x="7777" y="4914"/>
                </a:lnTo>
                <a:lnTo>
                  <a:pt x="7777" y="4913"/>
                </a:lnTo>
                <a:lnTo>
                  <a:pt x="7777" y="4912"/>
                </a:lnTo>
                <a:lnTo>
                  <a:pt x="7778" y="4912"/>
                </a:lnTo>
                <a:lnTo>
                  <a:pt x="7778" y="4911"/>
                </a:lnTo>
                <a:lnTo>
                  <a:pt x="7779" y="4910"/>
                </a:lnTo>
                <a:lnTo>
                  <a:pt x="7779" y="4909"/>
                </a:lnTo>
                <a:lnTo>
                  <a:pt x="7778" y="4908"/>
                </a:lnTo>
                <a:lnTo>
                  <a:pt x="7778" y="4906"/>
                </a:lnTo>
                <a:lnTo>
                  <a:pt x="7779" y="4906"/>
                </a:lnTo>
                <a:lnTo>
                  <a:pt x="7779" y="4905"/>
                </a:lnTo>
                <a:lnTo>
                  <a:pt x="7779" y="4904"/>
                </a:lnTo>
                <a:lnTo>
                  <a:pt x="7780" y="4902"/>
                </a:lnTo>
                <a:lnTo>
                  <a:pt x="7781" y="4902"/>
                </a:lnTo>
                <a:lnTo>
                  <a:pt x="7782" y="4901"/>
                </a:lnTo>
                <a:lnTo>
                  <a:pt x="7781" y="4900"/>
                </a:lnTo>
                <a:lnTo>
                  <a:pt x="7780" y="4900"/>
                </a:lnTo>
                <a:lnTo>
                  <a:pt x="7779" y="4899"/>
                </a:lnTo>
                <a:lnTo>
                  <a:pt x="7777" y="4899"/>
                </a:lnTo>
                <a:lnTo>
                  <a:pt x="7773" y="4899"/>
                </a:lnTo>
                <a:lnTo>
                  <a:pt x="7773" y="4900"/>
                </a:lnTo>
                <a:lnTo>
                  <a:pt x="7772" y="4900"/>
                </a:lnTo>
                <a:lnTo>
                  <a:pt x="7770" y="4900"/>
                </a:lnTo>
                <a:lnTo>
                  <a:pt x="7769" y="4900"/>
                </a:lnTo>
                <a:lnTo>
                  <a:pt x="7768" y="4901"/>
                </a:lnTo>
                <a:lnTo>
                  <a:pt x="7767" y="4901"/>
                </a:lnTo>
                <a:lnTo>
                  <a:pt x="7766" y="4901"/>
                </a:lnTo>
                <a:lnTo>
                  <a:pt x="7765" y="4902"/>
                </a:lnTo>
                <a:lnTo>
                  <a:pt x="7764" y="4902"/>
                </a:lnTo>
                <a:lnTo>
                  <a:pt x="7764" y="4901"/>
                </a:lnTo>
                <a:lnTo>
                  <a:pt x="7764" y="4899"/>
                </a:lnTo>
                <a:lnTo>
                  <a:pt x="7765" y="4898"/>
                </a:lnTo>
                <a:lnTo>
                  <a:pt x="7766" y="4896"/>
                </a:lnTo>
                <a:lnTo>
                  <a:pt x="7767" y="4896"/>
                </a:lnTo>
                <a:lnTo>
                  <a:pt x="7769" y="4895"/>
                </a:lnTo>
                <a:lnTo>
                  <a:pt x="7769" y="4893"/>
                </a:lnTo>
                <a:lnTo>
                  <a:pt x="7769" y="4892"/>
                </a:lnTo>
                <a:lnTo>
                  <a:pt x="7770" y="4892"/>
                </a:lnTo>
                <a:lnTo>
                  <a:pt x="7770" y="4891"/>
                </a:lnTo>
                <a:lnTo>
                  <a:pt x="7770" y="4890"/>
                </a:lnTo>
                <a:lnTo>
                  <a:pt x="7771" y="4890"/>
                </a:lnTo>
                <a:lnTo>
                  <a:pt x="7770" y="4889"/>
                </a:lnTo>
                <a:lnTo>
                  <a:pt x="7771" y="4888"/>
                </a:lnTo>
                <a:lnTo>
                  <a:pt x="7772" y="4888"/>
                </a:lnTo>
                <a:lnTo>
                  <a:pt x="7773" y="4888"/>
                </a:lnTo>
                <a:lnTo>
                  <a:pt x="7775" y="4887"/>
                </a:lnTo>
                <a:lnTo>
                  <a:pt x="7775" y="4886"/>
                </a:lnTo>
                <a:lnTo>
                  <a:pt x="7778" y="4885"/>
                </a:lnTo>
                <a:lnTo>
                  <a:pt x="7780" y="4884"/>
                </a:lnTo>
                <a:lnTo>
                  <a:pt x="7781" y="4884"/>
                </a:lnTo>
                <a:lnTo>
                  <a:pt x="7782" y="4883"/>
                </a:lnTo>
                <a:lnTo>
                  <a:pt x="7782" y="4882"/>
                </a:lnTo>
                <a:lnTo>
                  <a:pt x="7783" y="4882"/>
                </a:lnTo>
                <a:lnTo>
                  <a:pt x="7785" y="4883"/>
                </a:lnTo>
                <a:lnTo>
                  <a:pt x="7786" y="4882"/>
                </a:lnTo>
                <a:lnTo>
                  <a:pt x="7787" y="4881"/>
                </a:lnTo>
                <a:lnTo>
                  <a:pt x="7787" y="4882"/>
                </a:lnTo>
                <a:lnTo>
                  <a:pt x="7789" y="4881"/>
                </a:lnTo>
                <a:lnTo>
                  <a:pt x="7790" y="4879"/>
                </a:lnTo>
                <a:lnTo>
                  <a:pt x="7790" y="4878"/>
                </a:lnTo>
                <a:lnTo>
                  <a:pt x="7790" y="4877"/>
                </a:lnTo>
                <a:lnTo>
                  <a:pt x="7792" y="4876"/>
                </a:lnTo>
                <a:lnTo>
                  <a:pt x="7793" y="4877"/>
                </a:lnTo>
                <a:lnTo>
                  <a:pt x="7794" y="4878"/>
                </a:lnTo>
                <a:lnTo>
                  <a:pt x="7795" y="4878"/>
                </a:lnTo>
                <a:lnTo>
                  <a:pt x="7795" y="4877"/>
                </a:lnTo>
                <a:lnTo>
                  <a:pt x="7797" y="4877"/>
                </a:lnTo>
                <a:lnTo>
                  <a:pt x="7798" y="4878"/>
                </a:lnTo>
                <a:lnTo>
                  <a:pt x="7798" y="4880"/>
                </a:lnTo>
                <a:lnTo>
                  <a:pt x="7801" y="4880"/>
                </a:lnTo>
                <a:lnTo>
                  <a:pt x="7802" y="4881"/>
                </a:lnTo>
                <a:lnTo>
                  <a:pt x="7802" y="4882"/>
                </a:lnTo>
                <a:lnTo>
                  <a:pt x="7802" y="4884"/>
                </a:lnTo>
                <a:lnTo>
                  <a:pt x="7803" y="4884"/>
                </a:lnTo>
                <a:lnTo>
                  <a:pt x="7804" y="4883"/>
                </a:lnTo>
                <a:lnTo>
                  <a:pt x="7805" y="4883"/>
                </a:lnTo>
                <a:lnTo>
                  <a:pt x="7805" y="4884"/>
                </a:lnTo>
                <a:lnTo>
                  <a:pt x="7806" y="4886"/>
                </a:lnTo>
                <a:lnTo>
                  <a:pt x="7805" y="4887"/>
                </a:lnTo>
                <a:lnTo>
                  <a:pt x="7803" y="4888"/>
                </a:lnTo>
                <a:lnTo>
                  <a:pt x="7804" y="4888"/>
                </a:lnTo>
                <a:lnTo>
                  <a:pt x="7804" y="4890"/>
                </a:lnTo>
                <a:lnTo>
                  <a:pt x="7805" y="4891"/>
                </a:lnTo>
                <a:lnTo>
                  <a:pt x="7805" y="4892"/>
                </a:lnTo>
                <a:lnTo>
                  <a:pt x="7805" y="4893"/>
                </a:lnTo>
                <a:lnTo>
                  <a:pt x="7806" y="4893"/>
                </a:lnTo>
                <a:lnTo>
                  <a:pt x="7807" y="4893"/>
                </a:lnTo>
                <a:lnTo>
                  <a:pt x="7807" y="4894"/>
                </a:lnTo>
                <a:lnTo>
                  <a:pt x="7806" y="4894"/>
                </a:lnTo>
                <a:lnTo>
                  <a:pt x="7805" y="4895"/>
                </a:lnTo>
                <a:lnTo>
                  <a:pt x="7802" y="4902"/>
                </a:lnTo>
                <a:lnTo>
                  <a:pt x="7802" y="4903"/>
                </a:lnTo>
                <a:lnTo>
                  <a:pt x="7802" y="4904"/>
                </a:lnTo>
                <a:lnTo>
                  <a:pt x="7803" y="4909"/>
                </a:lnTo>
                <a:lnTo>
                  <a:pt x="7805" y="4910"/>
                </a:lnTo>
                <a:lnTo>
                  <a:pt x="7806" y="4910"/>
                </a:lnTo>
                <a:lnTo>
                  <a:pt x="7807" y="4910"/>
                </a:lnTo>
                <a:lnTo>
                  <a:pt x="7808" y="4911"/>
                </a:lnTo>
                <a:lnTo>
                  <a:pt x="7809" y="4912"/>
                </a:lnTo>
                <a:lnTo>
                  <a:pt x="7809" y="4913"/>
                </a:lnTo>
                <a:lnTo>
                  <a:pt x="7809" y="4914"/>
                </a:lnTo>
                <a:lnTo>
                  <a:pt x="7808" y="4914"/>
                </a:lnTo>
                <a:lnTo>
                  <a:pt x="7807" y="4915"/>
                </a:lnTo>
                <a:lnTo>
                  <a:pt x="7808" y="4916"/>
                </a:lnTo>
                <a:lnTo>
                  <a:pt x="7807" y="4916"/>
                </a:lnTo>
                <a:lnTo>
                  <a:pt x="7806" y="4916"/>
                </a:lnTo>
                <a:lnTo>
                  <a:pt x="7806" y="4917"/>
                </a:lnTo>
                <a:lnTo>
                  <a:pt x="7806" y="4918"/>
                </a:lnTo>
                <a:lnTo>
                  <a:pt x="7807" y="4918"/>
                </a:lnTo>
                <a:lnTo>
                  <a:pt x="7806" y="4919"/>
                </a:lnTo>
                <a:lnTo>
                  <a:pt x="7806" y="4920"/>
                </a:lnTo>
                <a:lnTo>
                  <a:pt x="7807" y="4920"/>
                </a:lnTo>
                <a:lnTo>
                  <a:pt x="7807" y="4921"/>
                </a:lnTo>
                <a:lnTo>
                  <a:pt x="7807" y="4920"/>
                </a:lnTo>
                <a:lnTo>
                  <a:pt x="7803" y="4925"/>
                </a:lnTo>
                <a:lnTo>
                  <a:pt x="7803" y="4926"/>
                </a:lnTo>
                <a:lnTo>
                  <a:pt x="7802" y="4928"/>
                </a:lnTo>
                <a:lnTo>
                  <a:pt x="7801" y="4928"/>
                </a:lnTo>
                <a:lnTo>
                  <a:pt x="7801" y="4929"/>
                </a:lnTo>
                <a:lnTo>
                  <a:pt x="7802" y="4931"/>
                </a:lnTo>
                <a:lnTo>
                  <a:pt x="7802" y="4932"/>
                </a:lnTo>
                <a:lnTo>
                  <a:pt x="7802" y="4933"/>
                </a:lnTo>
                <a:lnTo>
                  <a:pt x="7801" y="4933"/>
                </a:lnTo>
                <a:lnTo>
                  <a:pt x="7801" y="4934"/>
                </a:lnTo>
                <a:lnTo>
                  <a:pt x="7802" y="4935"/>
                </a:lnTo>
                <a:lnTo>
                  <a:pt x="7804" y="4937"/>
                </a:lnTo>
                <a:lnTo>
                  <a:pt x="7805" y="4938"/>
                </a:lnTo>
                <a:lnTo>
                  <a:pt x="7806" y="4938"/>
                </a:lnTo>
                <a:lnTo>
                  <a:pt x="7806" y="4940"/>
                </a:lnTo>
                <a:lnTo>
                  <a:pt x="7805" y="4941"/>
                </a:lnTo>
                <a:lnTo>
                  <a:pt x="7804" y="4941"/>
                </a:lnTo>
                <a:lnTo>
                  <a:pt x="7803" y="4943"/>
                </a:lnTo>
                <a:lnTo>
                  <a:pt x="7803" y="4944"/>
                </a:lnTo>
                <a:lnTo>
                  <a:pt x="7805" y="4944"/>
                </a:lnTo>
                <a:lnTo>
                  <a:pt x="7805" y="4947"/>
                </a:lnTo>
                <a:lnTo>
                  <a:pt x="7805" y="4948"/>
                </a:lnTo>
                <a:lnTo>
                  <a:pt x="7804" y="4949"/>
                </a:lnTo>
                <a:lnTo>
                  <a:pt x="7805" y="4949"/>
                </a:lnTo>
                <a:lnTo>
                  <a:pt x="7809" y="4948"/>
                </a:lnTo>
                <a:lnTo>
                  <a:pt x="7810" y="4948"/>
                </a:lnTo>
                <a:lnTo>
                  <a:pt x="7812" y="4949"/>
                </a:lnTo>
                <a:lnTo>
                  <a:pt x="7812" y="4950"/>
                </a:lnTo>
                <a:lnTo>
                  <a:pt x="7813" y="4950"/>
                </a:lnTo>
                <a:lnTo>
                  <a:pt x="7814" y="4949"/>
                </a:lnTo>
                <a:lnTo>
                  <a:pt x="7814" y="4948"/>
                </a:lnTo>
                <a:lnTo>
                  <a:pt x="7814" y="4947"/>
                </a:lnTo>
                <a:lnTo>
                  <a:pt x="7815" y="4947"/>
                </a:lnTo>
                <a:lnTo>
                  <a:pt x="7816" y="4948"/>
                </a:lnTo>
                <a:lnTo>
                  <a:pt x="7816" y="4949"/>
                </a:lnTo>
                <a:lnTo>
                  <a:pt x="7816" y="4950"/>
                </a:lnTo>
                <a:lnTo>
                  <a:pt x="7815" y="4951"/>
                </a:lnTo>
                <a:lnTo>
                  <a:pt x="7813" y="4952"/>
                </a:lnTo>
                <a:lnTo>
                  <a:pt x="7812" y="4953"/>
                </a:lnTo>
                <a:lnTo>
                  <a:pt x="7812" y="4954"/>
                </a:lnTo>
                <a:lnTo>
                  <a:pt x="7812" y="4955"/>
                </a:lnTo>
                <a:lnTo>
                  <a:pt x="7812" y="4956"/>
                </a:lnTo>
                <a:lnTo>
                  <a:pt x="7812" y="4957"/>
                </a:lnTo>
                <a:lnTo>
                  <a:pt x="7813" y="4957"/>
                </a:lnTo>
                <a:lnTo>
                  <a:pt x="7814" y="4957"/>
                </a:lnTo>
                <a:lnTo>
                  <a:pt x="7814" y="4958"/>
                </a:lnTo>
                <a:lnTo>
                  <a:pt x="7815" y="4960"/>
                </a:lnTo>
                <a:lnTo>
                  <a:pt x="7814" y="4962"/>
                </a:lnTo>
                <a:lnTo>
                  <a:pt x="7813" y="4962"/>
                </a:lnTo>
                <a:lnTo>
                  <a:pt x="7813" y="4961"/>
                </a:lnTo>
                <a:lnTo>
                  <a:pt x="7813" y="4960"/>
                </a:lnTo>
                <a:lnTo>
                  <a:pt x="7812" y="4960"/>
                </a:lnTo>
                <a:lnTo>
                  <a:pt x="7811" y="4960"/>
                </a:lnTo>
                <a:lnTo>
                  <a:pt x="7811" y="4961"/>
                </a:lnTo>
                <a:lnTo>
                  <a:pt x="7811" y="4963"/>
                </a:lnTo>
                <a:lnTo>
                  <a:pt x="7811" y="4964"/>
                </a:lnTo>
                <a:lnTo>
                  <a:pt x="7811" y="4965"/>
                </a:lnTo>
                <a:lnTo>
                  <a:pt x="7810" y="4966"/>
                </a:lnTo>
                <a:lnTo>
                  <a:pt x="7810" y="4967"/>
                </a:lnTo>
                <a:lnTo>
                  <a:pt x="7809" y="4967"/>
                </a:lnTo>
                <a:lnTo>
                  <a:pt x="7808" y="4968"/>
                </a:lnTo>
                <a:lnTo>
                  <a:pt x="7807" y="4968"/>
                </a:lnTo>
                <a:lnTo>
                  <a:pt x="7806" y="4968"/>
                </a:lnTo>
                <a:lnTo>
                  <a:pt x="7804" y="4970"/>
                </a:lnTo>
                <a:lnTo>
                  <a:pt x="7802" y="4972"/>
                </a:lnTo>
                <a:lnTo>
                  <a:pt x="7801" y="4973"/>
                </a:lnTo>
                <a:lnTo>
                  <a:pt x="7801" y="4974"/>
                </a:lnTo>
                <a:lnTo>
                  <a:pt x="7800" y="4974"/>
                </a:lnTo>
                <a:lnTo>
                  <a:pt x="7799" y="4974"/>
                </a:lnTo>
                <a:lnTo>
                  <a:pt x="7798" y="4974"/>
                </a:lnTo>
                <a:lnTo>
                  <a:pt x="7797" y="4974"/>
                </a:lnTo>
                <a:lnTo>
                  <a:pt x="7797" y="4975"/>
                </a:lnTo>
                <a:lnTo>
                  <a:pt x="7796" y="4975"/>
                </a:lnTo>
                <a:lnTo>
                  <a:pt x="7796" y="4976"/>
                </a:lnTo>
                <a:lnTo>
                  <a:pt x="7795" y="4977"/>
                </a:lnTo>
                <a:lnTo>
                  <a:pt x="7794" y="4977"/>
                </a:lnTo>
                <a:lnTo>
                  <a:pt x="7791" y="4978"/>
                </a:lnTo>
                <a:lnTo>
                  <a:pt x="7790" y="4978"/>
                </a:lnTo>
                <a:lnTo>
                  <a:pt x="7789" y="4978"/>
                </a:lnTo>
                <a:lnTo>
                  <a:pt x="7788" y="4978"/>
                </a:lnTo>
                <a:lnTo>
                  <a:pt x="7787" y="4977"/>
                </a:lnTo>
                <a:lnTo>
                  <a:pt x="7786" y="4977"/>
                </a:lnTo>
                <a:lnTo>
                  <a:pt x="7785" y="4977"/>
                </a:lnTo>
                <a:lnTo>
                  <a:pt x="7784" y="4976"/>
                </a:lnTo>
                <a:lnTo>
                  <a:pt x="7784" y="4975"/>
                </a:lnTo>
                <a:lnTo>
                  <a:pt x="7783" y="4974"/>
                </a:lnTo>
                <a:lnTo>
                  <a:pt x="7783" y="4971"/>
                </a:lnTo>
                <a:lnTo>
                  <a:pt x="7784" y="4970"/>
                </a:lnTo>
                <a:lnTo>
                  <a:pt x="7784" y="4965"/>
                </a:lnTo>
                <a:lnTo>
                  <a:pt x="7784" y="4964"/>
                </a:lnTo>
                <a:lnTo>
                  <a:pt x="7783" y="4963"/>
                </a:lnTo>
                <a:lnTo>
                  <a:pt x="7784" y="4961"/>
                </a:lnTo>
                <a:lnTo>
                  <a:pt x="7784" y="4960"/>
                </a:lnTo>
                <a:lnTo>
                  <a:pt x="7783" y="4959"/>
                </a:lnTo>
                <a:lnTo>
                  <a:pt x="7783" y="4957"/>
                </a:lnTo>
                <a:lnTo>
                  <a:pt x="7782" y="4956"/>
                </a:lnTo>
                <a:lnTo>
                  <a:pt x="7783" y="4956"/>
                </a:lnTo>
                <a:lnTo>
                  <a:pt x="7783" y="4953"/>
                </a:lnTo>
                <a:lnTo>
                  <a:pt x="7784" y="4952"/>
                </a:lnTo>
                <a:lnTo>
                  <a:pt x="7783" y="4950"/>
                </a:lnTo>
                <a:lnTo>
                  <a:pt x="7783" y="4949"/>
                </a:lnTo>
                <a:lnTo>
                  <a:pt x="7784" y="4947"/>
                </a:lnTo>
                <a:lnTo>
                  <a:pt x="7785" y="4947"/>
                </a:lnTo>
                <a:lnTo>
                  <a:pt x="7786" y="4946"/>
                </a:lnTo>
                <a:lnTo>
                  <a:pt x="7786" y="4945"/>
                </a:lnTo>
                <a:lnTo>
                  <a:pt x="7787" y="4944"/>
                </a:lnTo>
                <a:lnTo>
                  <a:pt x="7788" y="4944"/>
                </a:lnTo>
                <a:lnTo>
                  <a:pt x="7788" y="4943"/>
                </a:lnTo>
                <a:lnTo>
                  <a:pt x="7788" y="4942"/>
                </a:lnTo>
                <a:lnTo>
                  <a:pt x="7786" y="4942"/>
                </a:lnTo>
                <a:lnTo>
                  <a:pt x="7784" y="4942"/>
                </a:lnTo>
                <a:lnTo>
                  <a:pt x="7783" y="4942"/>
                </a:lnTo>
                <a:lnTo>
                  <a:pt x="7782" y="4942"/>
                </a:lnTo>
                <a:lnTo>
                  <a:pt x="7782" y="4943"/>
                </a:lnTo>
                <a:lnTo>
                  <a:pt x="7782" y="4945"/>
                </a:lnTo>
                <a:lnTo>
                  <a:pt x="7783" y="4945"/>
                </a:lnTo>
                <a:lnTo>
                  <a:pt x="7782" y="4945"/>
                </a:lnTo>
                <a:lnTo>
                  <a:pt x="7782" y="4946"/>
                </a:lnTo>
                <a:lnTo>
                  <a:pt x="7780" y="4946"/>
                </a:lnTo>
                <a:lnTo>
                  <a:pt x="7780" y="4945"/>
                </a:lnTo>
                <a:lnTo>
                  <a:pt x="7780" y="4944"/>
                </a:lnTo>
                <a:lnTo>
                  <a:pt x="7780" y="4943"/>
                </a:lnTo>
                <a:lnTo>
                  <a:pt x="7781" y="4943"/>
                </a:lnTo>
                <a:lnTo>
                  <a:pt x="7781" y="4942"/>
                </a:lnTo>
                <a:lnTo>
                  <a:pt x="7780" y="4942"/>
                </a:lnTo>
                <a:lnTo>
                  <a:pt x="7780" y="4941"/>
                </a:lnTo>
                <a:lnTo>
                  <a:pt x="7781" y="4941"/>
                </a:lnTo>
                <a:lnTo>
                  <a:pt x="7781" y="4940"/>
                </a:lnTo>
                <a:lnTo>
                  <a:pt x="7781" y="4939"/>
                </a:lnTo>
                <a:lnTo>
                  <a:pt x="7781" y="4938"/>
                </a:lnTo>
                <a:lnTo>
                  <a:pt x="7781" y="4937"/>
                </a:lnTo>
                <a:lnTo>
                  <a:pt x="7780" y="4937"/>
                </a:lnTo>
                <a:lnTo>
                  <a:pt x="7780" y="4938"/>
                </a:lnTo>
                <a:lnTo>
                  <a:pt x="7779" y="4938"/>
                </a:lnTo>
                <a:lnTo>
                  <a:pt x="7779" y="4937"/>
                </a:lnTo>
                <a:lnTo>
                  <a:pt x="7778" y="4937"/>
                </a:lnTo>
                <a:lnTo>
                  <a:pt x="7780" y="4936"/>
                </a:lnTo>
                <a:lnTo>
                  <a:pt x="7781" y="4935"/>
                </a:lnTo>
                <a:lnTo>
                  <a:pt x="7781" y="4934"/>
                </a:lnTo>
                <a:lnTo>
                  <a:pt x="7780" y="4934"/>
                </a:lnTo>
                <a:lnTo>
                  <a:pt x="7779" y="4934"/>
                </a:lnTo>
                <a:lnTo>
                  <a:pt x="7779" y="4935"/>
                </a:lnTo>
                <a:lnTo>
                  <a:pt x="7778" y="4936"/>
                </a:lnTo>
                <a:lnTo>
                  <a:pt x="7777" y="4936"/>
                </a:lnTo>
                <a:lnTo>
                  <a:pt x="7777" y="4937"/>
                </a:lnTo>
                <a:lnTo>
                  <a:pt x="7776" y="4937"/>
                </a:lnTo>
                <a:lnTo>
                  <a:pt x="7776" y="4938"/>
                </a:lnTo>
                <a:lnTo>
                  <a:pt x="7775" y="4939"/>
                </a:lnTo>
                <a:lnTo>
                  <a:pt x="7775" y="4940"/>
                </a:lnTo>
                <a:lnTo>
                  <a:pt x="7777" y="4940"/>
                </a:lnTo>
                <a:lnTo>
                  <a:pt x="7778" y="4940"/>
                </a:lnTo>
                <a:lnTo>
                  <a:pt x="7779" y="4940"/>
                </a:lnTo>
                <a:lnTo>
                  <a:pt x="7779" y="4941"/>
                </a:lnTo>
                <a:lnTo>
                  <a:pt x="7779" y="4942"/>
                </a:lnTo>
                <a:lnTo>
                  <a:pt x="7778" y="4943"/>
                </a:lnTo>
                <a:lnTo>
                  <a:pt x="7778" y="4942"/>
                </a:lnTo>
                <a:lnTo>
                  <a:pt x="7777" y="4943"/>
                </a:lnTo>
                <a:lnTo>
                  <a:pt x="7777" y="4944"/>
                </a:lnTo>
                <a:lnTo>
                  <a:pt x="7778" y="4945"/>
                </a:lnTo>
                <a:lnTo>
                  <a:pt x="7779" y="4945"/>
                </a:lnTo>
                <a:lnTo>
                  <a:pt x="7779" y="4946"/>
                </a:lnTo>
                <a:lnTo>
                  <a:pt x="7779" y="4947"/>
                </a:lnTo>
                <a:lnTo>
                  <a:pt x="7779" y="4948"/>
                </a:lnTo>
                <a:lnTo>
                  <a:pt x="7779" y="4949"/>
                </a:lnTo>
                <a:lnTo>
                  <a:pt x="7779" y="4951"/>
                </a:lnTo>
                <a:lnTo>
                  <a:pt x="7780" y="4953"/>
                </a:lnTo>
                <a:lnTo>
                  <a:pt x="7780" y="4954"/>
                </a:lnTo>
                <a:lnTo>
                  <a:pt x="7780" y="4955"/>
                </a:lnTo>
                <a:lnTo>
                  <a:pt x="7781" y="4957"/>
                </a:lnTo>
                <a:lnTo>
                  <a:pt x="7780" y="4961"/>
                </a:lnTo>
                <a:lnTo>
                  <a:pt x="7780" y="4963"/>
                </a:lnTo>
                <a:lnTo>
                  <a:pt x="7780" y="4966"/>
                </a:lnTo>
                <a:lnTo>
                  <a:pt x="7779" y="4967"/>
                </a:lnTo>
                <a:lnTo>
                  <a:pt x="7779" y="4968"/>
                </a:lnTo>
                <a:lnTo>
                  <a:pt x="7779" y="4970"/>
                </a:lnTo>
                <a:lnTo>
                  <a:pt x="7779" y="4971"/>
                </a:lnTo>
                <a:lnTo>
                  <a:pt x="7779" y="4972"/>
                </a:lnTo>
                <a:lnTo>
                  <a:pt x="7779" y="4973"/>
                </a:lnTo>
                <a:lnTo>
                  <a:pt x="7779" y="4974"/>
                </a:lnTo>
                <a:lnTo>
                  <a:pt x="7779" y="4976"/>
                </a:lnTo>
                <a:lnTo>
                  <a:pt x="7779" y="4977"/>
                </a:lnTo>
                <a:lnTo>
                  <a:pt x="7780" y="4977"/>
                </a:lnTo>
                <a:lnTo>
                  <a:pt x="7780" y="4979"/>
                </a:lnTo>
                <a:lnTo>
                  <a:pt x="7779" y="4981"/>
                </a:lnTo>
                <a:lnTo>
                  <a:pt x="7779" y="4982"/>
                </a:lnTo>
                <a:lnTo>
                  <a:pt x="7778" y="4982"/>
                </a:lnTo>
                <a:lnTo>
                  <a:pt x="7777" y="4982"/>
                </a:lnTo>
                <a:lnTo>
                  <a:pt x="7776" y="4984"/>
                </a:lnTo>
                <a:lnTo>
                  <a:pt x="7774" y="4985"/>
                </a:lnTo>
                <a:lnTo>
                  <a:pt x="7772" y="4986"/>
                </a:lnTo>
                <a:lnTo>
                  <a:pt x="7772" y="4987"/>
                </a:lnTo>
                <a:lnTo>
                  <a:pt x="7771" y="4987"/>
                </a:lnTo>
                <a:lnTo>
                  <a:pt x="7771" y="4986"/>
                </a:lnTo>
                <a:lnTo>
                  <a:pt x="7770" y="4986"/>
                </a:lnTo>
                <a:lnTo>
                  <a:pt x="7769" y="4986"/>
                </a:lnTo>
                <a:lnTo>
                  <a:pt x="7768" y="4986"/>
                </a:lnTo>
                <a:lnTo>
                  <a:pt x="7768" y="4985"/>
                </a:lnTo>
                <a:lnTo>
                  <a:pt x="7767" y="4985"/>
                </a:lnTo>
                <a:lnTo>
                  <a:pt x="7766" y="4984"/>
                </a:lnTo>
                <a:lnTo>
                  <a:pt x="7765" y="4984"/>
                </a:lnTo>
                <a:lnTo>
                  <a:pt x="7765" y="4983"/>
                </a:lnTo>
                <a:lnTo>
                  <a:pt x="7764" y="4983"/>
                </a:lnTo>
                <a:lnTo>
                  <a:pt x="7764" y="4982"/>
                </a:lnTo>
                <a:lnTo>
                  <a:pt x="7763" y="4982"/>
                </a:lnTo>
                <a:lnTo>
                  <a:pt x="7763" y="4981"/>
                </a:lnTo>
                <a:lnTo>
                  <a:pt x="7759" y="4979"/>
                </a:lnTo>
                <a:lnTo>
                  <a:pt x="7758" y="4978"/>
                </a:lnTo>
                <a:lnTo>
                  <a:pt x="7756" y="4978"/>
                </a:lnTo>
                <a:lnTo>
                  <a:pt x="7756" y="4977"/>
                </a:lnTo>
                <a:lnTo>
                  <a:pt x="7754" y="4974"/>
                </a:lnTo>
                <a:lnTo>
                  <a:pt x="7753" y="4973"/>
                </a:lnTo>
                <a:lnTo>
                  <a:pt x="7753" y="4972"/>
                </a:lnTo>
                <a:lnTo>
                  <a:pt x="7752" y="4970"/>
                </a:lnTo>
                <a:lnTo>
                  <a:pt x="7751" y="4970"/>
                </a:lnTo>
                <a:lnTo>
                  <a:pt x="7750" y="4968"/>
                </a:lnTo>
                <a:lnTo>
                  <a:pt x="7750" y="4967"/>
                </a:lnTo>
                <a:lnTo>
                  <a:pt x="7749" y="4965"/>
                </a:lnTo>
                <a:lnTo>
                  <a:pt x="7749" y="4962"/>
                </a:lnTo>
                <a:lnTo>
                  <a:pt x="7748" y="4962"/>
                </a:lnTo>
                <a:lnTo>
                  <a:pt x="7747" y="4963"/>
                </a:lnTo>
                <a:lnTo>
                  <a:pt x="7747" y="4964"/>
                </a:lnTo>
                <a:lnTo>
                  <a:pt x="7746" y="4964"/>
                </a:lnTo>
                <a:lnTo>
                  <a:pt x="7746" y="4965"/>
                </a:lnTo>
                <a:lnTo>
                  <a:pt x="7745" y="4965"/>
                </a:lnTo>
                <a:lnTo>
                  <a:pt x="7745" y="4964"/>
                </a:lnTo>
                <a:lnTo>
                  <a:pt x="7743" y="4964"/>
                </a:lnTo>
                <a:lnTo>
                  <a:pt x="7742" y="4964"/>
                </a:lnTo>
                <a:lnTo>
                  <a:pt x="7742" y="4963"/>
                </a:lnTo>
                <a:lnTo>
                  <a:pt x="7741" y="4963"/>
                </a:lnTo>
                <a:lnTo>
                  <a:pt x="7739" y="4962"/>
                </a:lnTo>
                <a:lnTo>
                  <a:pt x="7738" y="4962"/>
                </a:lnTo>
                <a:lnTo>
                  <a:pt x="7737" y="4962"/>
                </a:lnTo>
                <a:lnTo>
                  <a:pt x="7736" y="4962"/>
                </a:lnTo>
                <a:lnTo>
                  <a:pt x="7736" y="4963"/>
                </a:lnTo>
                <a:lnTo>
                  <a:pt x="7736" y="4964"/>
                </a:lnTo>
                <a:lnTo>
                  <a:pt x="7734" y="4964"/>
                </a:lnTo>
                <a:lnTo>
                  <a:pt x="7735" y="4964"/>
                </a:lnTo>
                <a:lnTo>
                  <a:pt x="7736" y="4965"/>
                </a:lnTo>
                <a:lnTo>
                  <a:pt x="7736" y="4964"/>
                </a:lnTo>
                <a:lnTo>
                  <a:pt x="7736" y="4963"/>
                </a:lnTo>
                <a:lnTo>
                  <a:pt x="7737" y="4963"/>
                </a:lnTo>
                <a:lnTo>
                  <a:pt x="7738" y="4963"/>
                </a:lnTo>
                <a:lnTo>
                  <a:pt x="7739" y="4964"/>
                </a:lnTo>
                <a:lnTo>
                  <a:pt x="7740" y="4964"/>
                </a:lnTo>
                <a:lnTo>
                  <a:pt x="7740" y="4965"/>
                </a:lnTo>
                <a:lnTo>
                  <a:pt x="7742" y="4965"/>
                </a:lnTo>
                <a:lnTo>
                  <a:pt x="7744" y="4966"/>
                </a:lnTo>
                <a:lnTo>
                  <a:pt x="7744" y="4967"/>
                </a:lnTo>
                <a:lnTo>
                  <a:pt x="7745" y="4967"/>
                </a:lnTo>
                <a:lnTo>
                  <a:pt x="7746" y="4968"/>
                </a:lnTo>
                <a:lnTo>
                  <a:pt x="7745" y="4969"/>
                </a:lnTo>
                <a:lnTo>
                  <a:pt x="7746" y="4970"/>
                </a:lnTo>
                <a:lnTo>
                  <a:pt x="7747" y="4970"/>
                </a:lnTo>
                <a:lnTo>
                  <a:pt x="7747" y="4971"/>
                </a:lnTo>
                <a:lnTo>
                  <a:pt x="7746" y="4972"/>
                </a:lnTo>
                <a:lnTo>
                  <a:pt x="7745" y="4972"/>
                </a:lnTo>
                <a:lnTo>
                  <a:pt x="7744" y="4972"/>
                </a:lnTo>
                <a:lnTo>
                  <a:pt x="7744" y="4971"/>
                </a:lnTo>
                <a:lnTo>
                  <a:pt x="7743" y="4972"/>
                </a:lnTo>
                <a:lnTo>
                  <a:pt x="7741" y="4973"/>
                </a:lnTo>
                <a:lnTo>
                  <a:pt x="7739" y="4973"/>
                </a:lnTo>
                <a:lnTo>
                  <a:pt x="7739" y="4974"/>
                </a:lnTo>
                <a:lnTo>
                  <a:pt x="7738" y="4974"/>
                </a:lnTo>
                <a:lnTo>
                  <a:pt x="7739" y="4974"/>
                </a:lnTo>
                <a:lnTo>
                  <a:pt x="7739" y="4976"/>
                </a:lnTo>
                <a:lnTo>
                  <a:pt x="7739" y="4977"/>
                </a:lnTo>
                <a:lnTo>
                  <a:pt x="7738" y="4977"/>
                </a:lnTo>
                <a:lnTo>
                  <a:pt x="7738" y="4978"/>
                </a:lnTo>
                <a:lnTo>
                  <a:pt x="7737" y="4978"/>
                </a:lnTo>
                <a:lnTo>
                  <a:pt x="7738" y="4980"/>
                </a:lnTo>
                <a:lnTo>
                  <a:pt x="7739" y="4980"/>
                </a:lnTo>
                <a:lnTo>
                  <a:pt x="7740" y="4980"/>
                </a:lnTo>
                <a:lnTo>
                  <a:pt x="7740" y="4981"/>
                </a:lnTo>
                <a:lnTo>
                  <a:pt x="7740" y="4982"/>
                </a:lnTo>
                <a:lnTo>
                  <a:pt x="7743" y="4984"/>
                </a:lnTo>
                <a:lnTo>
                  <a:pt x="7744" y="4984"/>
                </a:lnTo>
                <a:lnTo>
                  <a:pt x="7744" y="4983"/>
                </a:lnTo>
                <a:lnTo>
                  <a:pt x="7745" y="4983"/>
                </a:lnTo>
                <a:lnTo>
                  <a:pt x="7747" y="4983"/>
                </a:lnTo>
                <a:lnTo>
                  <a:pt x="7747" y="4985"/>
                </a:lnTo>
                <a:lnTo>
                  <a:pt x="7749" y="4985"/>
                </a:lnTo>
                <a:lnTo>
                  <a:pt x="7750" y="4985"/>
                </a:lnTo>
                <a:lnTo>
                  <a:pt x="7751" y="4985"/>
                </a:lnTo>
                <a:lnTo>
                  <a:pt x="7752" y="4985"/>
                </a:lnTo>
                <a:lnTo>
                  <a:pt x="7752" y="4986"/>
                </a:lnTo>
                <a:lnTo>
                  <a:pt x="7753" y="4987"/>
                </a:lnTo>
                <a:lnTo>
                  <a:pt x="7752" y="4988"/>
                </a:lnTo>
                <a:lnTo>
                  <a:pt x="7748" y="4990"/>
                </a:lnTo>
                <a:lnTo>
                  <a:pt x="7747" y="4990"/>
                </a:lnTo>
                <a:lnTo>
                  <a:pt x="7745" y="4990"/>
                </a:lnTo>
                <a:lnTo>
                  <a:pt x="7744" y="4990"/>
                </a:lnTo>
                <a:lnTo>
                  <a:pt x="7743" y="4989"/>
                </a:lnTo>
                <a:lnTo>
                  <a:pt x="7742" y="4989"/>
                </a:lnTo>
                <a:lnTo>
                  <a:pt x="7741" y="4989"/>
                </a:lnTo>
                <a:lnTo>
                  <a:pt x="7737" y="4989"/>
                </a:lnTo>
                <a:lnTo>
                  <a:pt x="7736" y="4989"/>
                </a:lnTo>
                <a:lnTo>
                  <a:pt x="7735" y="4988"/>
                </a:lnTo>
                <a:lnTo>
                  <a:pt x="7734" y="4988"/>
                </a:lnTo>
                <a:lnTo>
                  <a:pt x="7734" y="4987"/>
                </a:lnTo>
                <a:lnTo>
                  <a:pt x="7733" y="4986"/>
                </a:lnTo>
                <a:lnTo>
                  <a:pt x="7734" y="4985"/>
                </a:lnTo>
                <a:lnTo>
                  <a:pt x="7733" y="4985"/>
                </a:lnTo>
                <a:lnTo>
                  <a:pt x="7733" y="4986"/>
                </a:lnTo>
                <a:lnTo>
                  <a:pt x="7732" y="4986"/>
                </a:lnTo>
                <a:lnTo>
                  <a:pt x="7732" y="4987"/>
                </a:lnTo>
                <a:lnTo>
                  <a:pt x="7731" y="4987"/>
                </a:lnTo>
                <a:lnTo>
                  <a:pt x="7731" y="4988"/>
                </a:lnTo>
                <a:lnTo>
                  <a:pt x="7731" y="4989"/>
                </a:lnTo>
                <a:lnTo>
                  <a:pt x="7730" y="4988"/>
                </a:lnTo>
                <a:lnTo>
                  <a:pt x="7729" y="4988"/>
                </a:lnTo>
                <a:lnTo>
                  <a:pt x="7729" y="4989"/>
                </a:lnTo>
                <a:lnTo>
                  <a:pt x="7728" y="4989"/>
                </a:lnTo>
                <a:lnTo>
                  <a:pt x="7728" y="4988"/>
                </a:lnTo>
                <a:lnTo>
                  <a:pt x="7727" y="4987"/>
                </a:lnTo>
                <a:lnTo>
                  <a:pt x="7726" y="4987"/>
                </a:lnTo>
                <a:lnTo>
                  <a:pt x="7724" y="4987"/>
                </a:lnTo>
                <a:lnTo>
                  <a:pt x="7724" y="4988"/>
                </a:lnTo>
                <a:lnTo>
                  <a:pt x="7724" y="4989"/>
                </a:lnTo>
                <a:lnTo>
                  <a:pt x="7725" y="4989"/>
                </a:lnTo>
                <a:lnTo>
                  <a:pt x="7726" y="4989"/>
                </a:lnTo>
                <a:lnTo>
                  <a:pt x="7728" y="4990"/>
                </a:lnTo>
                <a:lnTo>
                  <a:pt x="7728" y="4991"/>
                </a:lnTo>
                <a:lnTo>
                  <a:pt x="7729" y="4992"/>
                </a:lnTo>
                <a:lnTo>
                  <a:pt x="7730" y="4992"/>
                </a:lnTo>
                <a:lnTo>
                  <a:pt x="7730" y="4991"/>
                </a:lnTo>
                <a:lnTo>
                  <a:pt x="7733" y="4992"/>
                </a:lnTo>
                <a:lnTo>
                  <a:pt x="7734" y="4992"/>
                </a:lnTo>
                <a:lnTo>
                  <a:pt x="7735" y="4992"/>
                </a:lnTo>
                <a:lnTo>
                  <a:pt x="7736" y="4992"/>
                </a:lnTo>
                <a:lnTo>
                  <a:pt x="7736" y="4994"/>
                </a:lnTo>
                <a:lnTo>
                  <a:pt x="7738" y="4995"/>
                </a:lnTo>
                <a:lnTo>
                  <a:pt x="7739" y="4994"/>
                </a:lnTo>
                <a:lnTo>
                  <a:pt x="7740" y="4994"/>
                </a:lnTo>
                <a:lnTo>
                  <a:pt x="7742" y="4993"/>
                </a:lnTo>
                <a:lnTo>
                  <a:pt x="7745" y="4994"/>
                </a:lnTo>
                <a:lnTo>
                  <a:pt x="7745" y="4995"/>
                </a:lnTo>
                <a:lnTo>
                  <a:pt x="7746" y="4995"/>
                </a:lnTo>
                <a:lnTo>
                  <a:pt x="7747" y="4994"/>
                </a:lnTo>
                <a:lnTo>
                  <a:pt x="7748" y="4994"/>
                </a:lnTo>
                <a:lnTo>
                  <a:pt x="7749" y="4993"/>
                </a:lnTo>
                <a:lnTo>
                  <a:pt x="7750" y="4993"/>
                </a:lnTo>
                <a:lnTo>
                  <a:pt x="7751" y="4994"/>
                </a:lnTo>
                <a:lnTo>
                  <a:pt x="7753" y="4994"/>
                </a:lnTo>
                <a:lnTo>
                  <a:pt x="7754" y="4994"/>
                </a:lnTo>
                <a:lnTo>
                  <a:pt x="7755" y="4995"/>
                </a:lnTo>
                <a:lnTo>
                  <a:pt x="7756" y="4995"/>
                </a:lnTo>
                <a:lnTo>
                  <a:pt x="7757" y="4995"/>
                </a:lnTo>
                <a:lnTo>
                  <a:pt x="7758" y="4995"/>
                </a:lnTo>
                <a:lnTo>
                  <a:pt x="7758" y="4994"/>
                </a:lnTo>
                <a:lnTo>
                  <a:pt x="7761" y="4994"/>
                </a:lnTo>
                <a:lnTo>
                  <a:pt x="7762" y="4994"/>
                </a:lnTo>
                <a:lnTo>
                  <a:pt x="7763" y="4994"/>
                </a:lnTo>
                <a:lnTo>
                  <a:pt x="7762" y="4995"/>
                </a:lnTo>
                <a:lnTo>
                  <a:pt x="7760" y="4997"/>
                </a:lnTo>
                <a:lnTo>
                  <a:pt x="7760" y="5000"/>
                </a:lnTo>
                <a:lnTo>
                  <a:pt x="7761" y="5001"/>
                </a:lnTo>
                <a:lnTo>
                  <a:pt x="7761" y="5002"/>
                </a:lnTo>
                <a:lnTo>
                  <a:pt x="7761" y="5003"/>
                </a:lnTo>
                <a:lnTo>
                  <a:pt x="7762" y="5004"/>
                </a:lnTo>
                <a:lnTo>
                  <a:pt x="7763" y="5004"/>
                </a:lnTo>
                <a:lnTo>
                  <a:pt x="7762" y="5006"/>
                </a:lnTo>
                <a:lnTo>
                  <a:pt x="7762" y="5007"/>
                </a:lnTo>
                <a:lnTo>
                  <a:pt x="7761" y="5007"/>
                </a:lnTo>
                <a:lnTo>
                  <a:pt x="7759" y="5008"/>
                </a:lnTo>
                <a:lnTo>
                  <a:pt x="7758" y="5007"/>
                </a:lnTo>
                <a:lnTo>
                  <a:pt x="7757" y="5008"/>
                </a:lnTo>
                <a:lnTo>
                  <a:pt x="7755" y="5008"/>
                </a:lnTo>
                <a:lnTo>
                  <a:pt x="7754" y="5008"/>
                </a:lnTo>
                <a:lnTo>
                  <a:pt x="7752" y="5006"/>
                </a:lnTo>
                <a:lnTo>
                  <a:pt x="7749" y="5007"/>
                </a:lnTo>
                <a:lnTo>
                  <a:pt x="7747" y="5007"/>
                </a:lnTo>
                <a:lnTo>
                  <a:pt x="7746" y="5008"/>
                </a:lnTo>
                <a:lnTo>
                  <a:pt x="7746" y="5009"/>
                </a:lnTo>
                <a:lnTo>
                  <a:pt x="7746" y="5010"/>
                </a:lnTo>
                <a:lnTo>
                  <a:pt x="7746" y="5011"/>
                </a:lnTo>
                <a:lnTo>
                  <a:pt x="7747" y="5010"/>
                </a:lnTo>
                <a:lnTo>
                  <a:pt x="7747" y="5011"/>
                </a:lnTo>
                <a:lnTo>
                  <a:pt x="7746" y="5014"/>
                </a:lnTo>
                <a:lnTo>
                  <a:pt x="7745" y="5014"/>
                </a:lnTo>
                <a:lnTo>
                  <a:pt x="7745" y="5016"/>
                </a:lnTo>
                <a:lnTo>
                  <a:pt x="7745" y="5018"/>
                </a:lnTo>
                <a:lnTo>
                  <a:pt x="7746" y="5018"/>
                </a:lnTo>
                <a:lnTo>
                  <a:pt x="7750" y="5016"/>
                </a:lnTo>
                <a:lnTo>
                  <a:pt x="7750" y="5015"/>
                </a:lnTo>
                <a:lnTo>
                  <a:pt x="7749" y="5014"/>
                </a:lnTo>
                <a:lnTo>
                  <a:pt x="7748" y="5013"/>
                </a:lnTo>
                <a:lnTo>
                  <a:pt x="7748" y="5012"/>
                </a:lnTo>
                <a:lnTo>
                  <a:pt x="7748" y="5011"/>
                </a:lnTo>
                <a:lnTo>
                  <a:pt x="7747" y="5010"/>
                </a:lnTo>
                <a:lnTo>
                  <a:pt x="7748" y="5009"/>
                </a:lnTo>
                <a:lnTo>
                  <a:pt x="7748" y="5008"/>
                </a:lnTo>
                <a:lnTo>
                  <a:pt x="7749" y="5008"/>
                </a:lnTo>
                <a:lnTo>
                  <a:pt x="7751" y="5007"/>
                </a:lnTo>
                <a:lnTo>
                  <a:pt x="7752" y="5008"/>
                </a:lnTo>
                <a:lnTo>
                  <a:pt x="7753" y="5008"/>
                </a:lnTo>
                <a:lnTo>
                  <a:pt x="7753" y="5009"/>
                </a:lnTo>
                <a:lnTo>
                  <a:pt x="7754" y="5009"/>
                </a:lnTo>
                <a:lnTo>
                  <a:pt x="7755" y="5010"/>
                </a:lnTo>
                <a:lnTo>
                  <a:pt x="7756" y="5010"/>
                </a:lnTo>
                <a:lnTo>
                  <a:pt x="7756" y="5009"/>
                </a:lnTo>
                <a:lnTo>
                  <a:pt x="7757" y="5009"/>
                </a:lnTo>
                <a:lnTo>
                  <a:pt x="7758" y="5008"/>
                </a:lnTo>
                <a:lnTo>
                  <a:pt x="7760" y="5008"/>
                </a:lnTo>
                <a:lnTo>
                  <a:pt x="7761" y="5008"/>
                </a:lnTo>
                <a:lnTo>
                  <a:pt x="7762" y="5008"/>
                </a:lnTo>
                <a:lnTo>
                  <a:pt x="7763" y="5007"/>
                </a:lnTo>
                <a:lnTo>
                  <a:pt x="7764" y="5005"/>
                </a:lnTo>
                <a:lnTo>
                  <a:pt x="7765" y="5004"/>
                </a:lnTo>
                <a:lnTo>
                  <a:pt x="7766" y="5004"/>
                </a:lnTo>
                <a:lnTo>
                  <a:pt x="7767" y="5004"/>
                </a:lnTo>
                <a:lnTo>
                  <a:pt x="7767" y="5005"/>
                </a:lnTo>
                <a:lnTo>
                  <a:pt x="7768" y="5005"/>
                </a:lnTo>
                <a:lnTo>
                  <a:pt x="7769" y="5005"/>
                </a:lnTo>
                <a:lnTo>
                  <a:pt x="7769" y="5006"/>
                </a:lnTo>
                <a:lnTo>
                  <a:pt x="7770" y="5006"/>
                </a:lnTo>
                <a:lnTo>
                  <a:pt x="7770" y="5007"/>
                </a:lnTo>
                <a:lnTo>
                  <a:pt x="7771" y="5008"/>
                </a:lnTo>
                <a:lnTo>
                  <a:pt x="7772" y="5008"/>
                </a:lnTo>
                <a:lnTo>
                  <a:pt x="7771" y="5008"/>
                </a:lnTo>
                <a:lnTo>
                  <a:pt x="7771" y="5009"/>
                </a:lnTo>
                <a:lnTo>
                  <a:pt x="7771" y="5010"/>
                </a:lnTo>
                <a:lnTo>
                  <a:pt x="7773" y="5010"/>
                </a:lnTo>
                <a:lnTo>
                  <a:pt x="7773" y="5009"/>
                </a:lnTo>
                <a:lnTo>
                  <a:pt x="7774" y="5009"/>
                </a:lnTo>
                <a:lnTo>
                  <a:pt x="7774" y="5010"/>
                </a:lnTo>
                <a:lnTo>
                  <a:pt x="7775" y="5010"/>
                </a:lnTo>
                <a:lnTo>
                  <a:pt x="7775" y="5011"/>
                </a:lnTo>
                <a:lnTo>
                  <a:pt x="7774" y="5011"/>
                </a:lnTo>
                <a:lnTo>
                  <a:pt x="7773" y="5011"/>
                </a:lnTo>
                <a:lnTo>
                  <a:pt x="7772" y="5011"/>
                </a:lnTo>
                <a:lnTo>
                  <a:pt x="7771" y="5011"/>
                </a:lnTo>
                <a:lnTo>
                  <a:pt x="7771" y="5012"/>
                </a:lnTo>
                <a:lnTo>
                  <a:pt x="7771" y="5013"/>
                </a:lnTo>
                <a:lnTo>
                  <a:pt x="7773" y="5016"/>
                </a:lnTo>
                <a:lnTo>
                  <a:pt x="7772" y="5016"/>
                </a:lnTo>
                <a:lnTo>
                  <a:pt x="7771" y="5018"/>
                </a:lnTo>
                <a:lnTo>
                  <a:pt x="7770" y="5019"/>
                </a:lnTo>
                <a:lnTo>
                  <a:pt x="7773" y="5021"/>
                </a:lnTo>
                <a:lnTo>
                  <a:pt x="7774" y="5022"/>
                </a:lnTo>
                <a:lnTo>
                  <a:pt x="7775" y="5021"/>
                </a:lnTo>
                <a:lnTo>
                  <a:pt x="7775" y="5020"/>
                </a:lnTo>
                <a:lnTo>
                  <a:pt x="7776" y="5021"/>
                </a:lnTo>
                <a:lnTo>
                  <a:pt x="7777" y="5022"/>
                </a:lnTo>
                <a:lnTo>
                  <a:pt x="7778" y="5022"/>
                </a:lnTo>
                <a:lnTo>
                  <a:pt x="7778" y="5021"/>
                </a:lnTo>
                <a:lnTo>
                  <a:pt x="7779" y="5021"/>
                </a:lnTo>
                <a:lnTo>
                  <a:pt x="7779" y="5022"/>
                </a:lnTo>
                <a:lnTo>
                  <a:pt x="7778" y="5023"/>
                </a:lnTo>
                <a:lnTo>
                  <a:pt x="7778" y="5024"/>
                </a:lnTo>
                <a:lnTo>
                  <a:pt x="7778" y="5025"/>
                </a:lnTo>
                <a:lnTo>
                  <a:pt x="7781" y="5024"/>
                </a:lnTo>
                <a:lnTo>
                  <a:pt x="7782" y="5024"/>
                </a:lnTo>
                <a:lnTo>
                  <a:pt x="7781" y="5026"/>
                </a:lnTo>
                <a:lnTo>
                  <a:pt x="7780" y="5026"/>
                </a:lnTo>
                <a:lnTo>
                  <a:pt x="7779" y="5027"/>
                </a:lnTo>
                <a:lnTo>
                  <a:pt x="7779" y="5028"/>
                </a:lnTo>
                <a:lnTo>
                  <a:pt x="7778" y="5030"/>
                </a:lnTo>
                <a:lnTo>
                  <a:pt x="7778" y="5031"/>
                </a:lnTo>
                <a:lnTo>
                  <a:pt x="7777" y="5031"/>
                </a:lnTo>
                <a:lnTo>
                  <a:pt x="7777" y="5030"/>
                </a:lnTo>
                <a:lnTo>
                  <a:pt x="7776" y="5031"/>
                </a:lnTo>
                <a:lnTo>
                  <a:pt x="7775" y="5031"/>
                </a:lnTo>
                <a:lnTo>
                  <a:pt x="7775" y="5032"/>
                </a:lnTo>
                <a:lnTo>
                  <a:pt x="7774" y="5033"/>
                </a:lnTo>
                <a:lnTo>
                  <a:pt x="7773" y="5034"/>
                </a:lnTo>
                <a:lnTo>
                  <a:pt x="7771" y="5035"/>
                </a:lnTo>
                <a:lnTo>
                  <a:pt x="7771" y="5034"/>
                </a:lnTo>
                <a:lnTo>
                  <a:pt x="7770" y="5033"/>
                </a:lnTo>
                <a:lnTo>
                  <a:pt x="7769" y="5033"/>
                </a:lnTo>
                <a:lnTo>
                  <a:pt x="7768" y="5034"/>
                </a:lnTo>
                <a:lnTo>
                  <a:pt x="7764" y="5033"/>
                </a:lnTo>
                <a:lnTo>
                  <a:pt x="7762" y="5033"/>
                </a:lnTo>
                <a:lnTo>
                  <a:pt x="7761" y="5032"/>
                </a:lnTo>
                <a:lnTo>
                  <a:pt x="7760" y="5032"/>
                </a:lnTo>
                <a:lnTo>
                  <a:pt x="7758" y="5032"/>
                </a:lnTo>
                <a:lnTo>
                  <a:pt x="7757" y="5032"/>
                </a:lnTo>
                <a:lnTo>
                  <a:pt x="7754" y="5031"/>
                </a:lnTo>
                <a:lnTo>
                  <a:pt x="7753" y="5031"/>
                </a:lnTo>
                <a:lnTo>
                  <a:pt x="7753" y="5030"/>
                </a:lnTo>
                <a:lnTo>
                  <a:pt x="7752" y="5029"/>
                </a:lnTo>
                <a:lnTo>
                  <a:pt x="7750" y="5027"/>
                </a:lnTo>
                <a:lnTo>
                  <a:pt x="7748" y="5027"/>
                </a:lnTo>
                <a:lnTo>
                  <a:pt x="7748" y="5028"/>
                </a:lnTo>
                <a:lnTo>
                  <a:pt x="7746" y="5030"/>
                </a:lnTo>
                <a:lnTo>
                  <a:pt x="7745" y="5031"/>
                </a:lnTo>
                <a:lnTo>
                  <a:pt x="7745" y="5032"/>
                </a:lnTo>
                <a:lnTo>
                  <a:pt x="7746" y="5032"/>
                </a:lnTo>
                <a:lnTo>
                  <a:pt x="7746" y="5031"/>
                </a:lnTo>
                <a:lnTo>
                  <a:pt x="7747" y="5031"/>
                </a:lnTo>
                <a:lnTo>
                  <a:pt x="7748" y="5032"/>
                </a:lnTo>
                <a:lnTo>
                  <a:pt x="7750" y="5032"/>
                </a:lnTo>
                <a:lnTo>
                  <a:pt x="7751" y="5032"/>
                </a:lnTo>
                <a:lnTo>
                  <a:pt x="7754" y="5033"/>
                </a:lnTo>
                <a:lnTo>
                  <a:pt x="7753" y="5033"/>
                </a:lnTo>
                <a:lnTo>
                  <a:pt x="7752" y="5033"/>
                </a:lnTo>
                <a:lnTo>
                  <a:pt x="7752" y="5034"/>
                </a:lnTo>
                <a:lnTo>
                  <a:pt x="7752" y="5035"/>
                </a:lnTo>
                <a:lnTo>
                  <a:pt x="7752" y="5036"/>
                </a:lnTo>
                <a:lnTo>
                  <a:pt x="7752" y="5037"/>
                </a:lnTo>
                <a:lnTo>
                  <a:pt x="7753" y="5037"/>
                </a:lnTo>
                <a:lnTo>
                  <a:pt x="7754" y="5037"/>
                </a:lnTo>
                <a:lnTo>
                  <a:pt x="7755" y="5037"/>
                </a:lnTo>
                <a:lnTo>
                  <a:pt x="7756" y="5036"/>
                </a:lnTo>
                <a:lnTo>
                  <a:pt x="7757" y="5036"/>
                </a:lnTo>
                <a:lnTo>
                  <a:pt x="7758" y="5035"/>
                </a:lnTo>
                <a:lnTo>
                  <a:pt x="7760" y="5037"/>
                </a:lnTo>
                <a:lnTo>
                  <a:pt x="7762" y="5037"/>
                </a:lnTo>
                <a:lnTo>
                  <a:pt x="7762" y="5036"/>
                </a:lnTo>
                <a:lnTo>
                  <a:pt x="7763" y="5036"/>
                </a:lnTo>
                <a:lnTo>
                  <a:pt x="7764" y="5036"/>
                </a:lnTo>
                <a:lnTo>
                  <a:pt x="7765" y="5036"/>
                </a:lnTo>
                <a:lnTo>
                  <a:pt x="7767" y="5037"/>
                </a:lnTo>
                <a:lnTo>
                  <a:pt x="7768" y="5038"/>
                </a:lnTo>
                <a:lnTo>
                  <a:pt x="7769" y="5038"/>
                </a:lnTo>
                <a:lnTo>
                  <a:pt x="7769" y="5039"/>
                </a:lnTo>
                <a:lnTo>
                  <a:pt x="7770" y="5039"/>
                </a:lnTo>
                <a:lnTo>
                  <a:pt x="7770" y="5040"/>
                </a:lnTo>
                <a:lnTo>
                  <a:pt x="7770" y="5042"/>
                </a:lnTo>
                <a:lnTo>
                  <a:pt x="7771" y="5043"/>
                </a:lnTo>
                <a:lnTo>
                  <a:pt x="7770" y="5043"/>
                </a:lnTo>
                <a:lnTo>
                  <a:pt x="7770" y="5044"/>
                </a:lnTo>
                <a:lnTo>
                  <a:pt x="7773" y="5043"/>
                </a:lnTo>
                <a:lnTo>
                  <a:pt x="7774" y="5043"/>
                </a:lnTo>
                <a:lnTo>
                  <a:pt x="7776" y="5042"/>
                </a:lnTo>
                <a:lnTo>
                  <a:pt x="7776" y="5043"/>
                </a:lnTo>
                <a:lnTo>
                  <a:pt x="7776" y="5045"/>
                </a:lnTo>
                <a:lnTo>
                  <a:pt x="7775" y="5046"/>
                </a:lnTo>
                <a:lnTo>
                  <a:pt x="7775" y="5047"/>
                </a:lnTo>
                <a:lnTo>
                  <a:pt x="7774" y="5047"/>
                </a:lnTo>
                <a:lnTo>
                  <a:pt x="7775" y="5048"/>
                </a:lnTo>
                <a:lnTo>
                  <a:pt x="7776" y="5048"/>
                </a:lnTo>
                <a:lnTo>
                  <a:pt x="7777" y="5048"/>
                </a:lnTo>
                <a:lnTo>
                  <a:pt x="7778" y="5048"/>
                </a:lnTo>
                <a:lnTo>
                  <a:pt x="7778" y="5049"/>
                </a:lnTo>
                <a:lnTo>
                  <a:pt x="7777" y="5049"/>
                </a:lnTo>
                <a:lnTo>
                  <a:pt x="7777" y="5050"/>
                </a:lnTo>
                <a:lnTo>
                  <a:pt x="7778" y="5050"/>
                </a:lnTo>
                <a:lnTo>
                  <a:pt x="7779" y="5050"/>
                </a:lnTo>
                <a:lnTo>
                  <a:pt x="7780" y="5053"/>
                </a:lnTo>
                <a:lnTo>
                  <a:pt x="7778" y="5054"/>
                </a:lnTo>
                <a:lnTo>
                  <a:pt x="7779" y="5054"/>
                </a:lnTo>
                <a:lnTo>
                  <a:pt x="7779" y="5055"/>
                </a:lnTo>
                <a:lnTo>
                  <a:pt x="7778" y="5055"/>
                </a:lnTo>
                <a:lnTo>
                  <a:pt x="7778" y="5056"/>
                </a:lnTo>
                <a:lnTo>
                  <a:pt x="7779" y="5056"/>
                </a:lnTo>
                <a:lnTo>
                  <a:pt x="7779" y="5057"/>
                </a:lnTo>
                <a:lnTo>
                  <a:pt x="7779" y="5058"/>
                </a:lnTo>
                <a:lnTo>
                  <a:pt x="7779" y="5069"/>
                </a:lnTo>
                <a:lnTo>
                  <a:pt x="7778" y="5071"/>
                </a:lnTo>
                <a:lnTo>
                  <a:pt x="7778" y="5072"/>
                </a:lnTo>
                <a:lnTo>
                  <a:pt x="7777" y="5072"/>
                </a:lnTo>
                <a:lnTo>
                  <a:pt x="7777" y="5073"/>
                </a:lnTo>
                <a:lnTo>
                  <a:pt x="7776" y="5073"/>
                </a:lnTo>
                <a:lnTo>
                  <a:pt x="7777" y="5073"/>
                </a:lnTo>
                <a:lnTo>
                  <a:pt x="7777" y="5074"/>
                </a:lnTo>
                <a:lnTo>
                  <a:pt x="7776" y="5074"/>
                </a:lnTo>
                <a:lnTo>
                  <a:pt x="7776" y="5073"/>
                </a:lnTo>
                <a:lnTo>
                  <a:pt x="7775" y="5073"/>
                </a:lnTo>
                <a:lnTo>
                  <a:pt x="7775" y="5074"/>
                </a:lnTo>
                <a:lnTo>
                  <a:pt x="7774" y="5074"/>
                </a:lnTo>
                <a:lnTo>
                  <a:pt x="7774" y="5073"/>
                </a:lnTo>
                <a:lnTo>
                  <a:pt x="7773" y="5072"/>
                </a:lnTo>
                <a:lnTo>
                  <a:pt x="7772" y="5072"/>
                </a:lnTo>
                <a:lnTo>
                  <a:pt x="7771" y="5073"/>
                </a:lnTo>
                <a:lnTo>
                  <a:pt x="7771" y="5074"/>
                </a:lnTo>
                <a:lnTo>
                  <a:pt x="7771" y="5075"/>
                </a:lnTo>
                <a:lnTo>
                  <a:pt x="7771" y="5076"/>
                </a:lnTo>
                <a:lnTo>
                  <a:pt x="7771" y="5075"/>
                </a:lnTo>
                <a:lnTo>
                  <a:pt x="7771" y="5076"/>
                </a:lnTo>
                <a:lnTo>
                  <a:pt x="7770" y="5077"/>
                </a:lnTo>
                <a:lnTo>
                  <a:pt x="7767" y="5078"/>
                </a:lnTo>
                <a:lnTo>
                  <a:pt x="7766" y="5079"/>
                </a:lnTo>
                <a:lnTo>
                  <a:pt x="7764" y="5079"/>
                </a:lnTo>
                <a:lnTo>
                  <a:pt x="7763" y="5080"/>
                </a:lnTo>
                <a:lnTo>
                  <a:pt x="7762" y="5080"/>
                </a:lnTo>
                <a:lnTo>
                  <a:pt x="7759" y="5081"/>
                </a:lnTo>
                <a:lnTo>
                  <a:pt x="7758" y="5081"/>
                </a:lnTo>
                <a:lnTo>
                  <a:pt x="7757" y="5081"/>
                </a:lnTo>
                <a:lnTo>
                  <a:pt x="7756" y="5081"/>
                </a:lnTo>
                <a:lnTo>
                  <a:pt x="7753" y="5081"/>
                </a:lnTo>
                <a:lnTo>
                  <a:pt x="7751" y="5081"/>
                </a:lnTo>
                <a:lnTo>
                  <a:pt x="7750" y="5081"/>
                </a:lnTo>
                <a:lnTo>
                  <a:pt x="7749" y="5081"/>
                </a:lnTo>
                <a:lnTo>
                  <a:pt x="7749" y="5082"/>
                </a:lnTo>
                <a:lnTo>
                  <a:pt x="7749" y="5084"/>
                </a:lnTo>
                <a:lnTo>
                  <a:pt x="7748" y="5086"/>
                </a:lnTo>
                <a:lnTo>
                  <a:pt x="7751" y="5087"/>
                </a:lnTo>
                <a:lnTo>
                  <a:pt x="7752" y="5087"/>
                </a:lnTo>
                <a:lnTo>
                  <a:pt x="7753" y="5087"/>
                </a:lnTo>
                <a:lnTo>
                  <a:pt x="7755" y="5087"/>
                </a:lnTo>
                <a:lnTo>
                  <a:pt x="7757" y="5087"/>
                </a:lnTo>
                <a:lnTo>
                  <a:pt x="7760" y="5088"/>
                </a:lnTo>
                <a:lnTo>
                  <a:pt x="7762" y="5091"/>
                </a:lnTo>
                <a:lnTo>
                  <a:pt x="7765" y="5096"/>
                </a:lnTo>
                <a:lnTo>
                  <a:pt x="7767" y="5098"/>
                </a:lnTo>
                <a:lnTo>
                  <a:pt x="7768" y="5100"/>
                </a:lnTo>
                <a:lnTo>
                  <a:pt x="7771" y="5103"/>
                </a:lnTo>
                <a:lnTo>
                  <a:pt x="7771" y="5104"/>
                </a:lnTo>
                <a:lnTo>
                  <a:pt x="7772" y="5106"/>
                </a:lnTo>
                <a:lnTo>
                  <a:pt x="7773" y="5107"/>
                </a:lnTo>
                <a:lnTo>
                  <a:pt x="7773" y="5108"/>
                </a:lnTo>
                <a:lnTo>
                  <a:pt x="7773" y="5110"/>
                </a:lnTo>
                <a:lnTo>
                  <a:pt x="7774" y="5111"/>
                </a:lnTo>
                <a:lnTo>
                  <a:pt x="7774" y="5110"/>
                </a:lnTo>
                <a:lnTo>
                  <a:pt x="7776" y="5109"/>
                </a:lnTo>
                <a:lnTo>
                  <a:pt x="7777" y="5111"/>
                </a:lnTo>
                <a:lnTo>
                  <a:pt x="7778" y="5111"/>
                </a:lnTo>
                <a:lnTo>
                  <a:pt x="7778" y="5112"/>
                </a:lnTo>
                <a:lnTo>
                  <a:pt x="7777" y="5113"/>
                </a:lnTo>
                <a:lnTo>
                  <a:pt x="7778" y="5113"/>
                </a:lnTo>
                <a:lnTo>
                  <a:pt x="7779" y="5113"/>
                </a:lnTo>
                <a:lnTo>
                  <a:pt x="7780" y="5113"/>
                </a:lnTo>
                <a:lnTo>
                  <a:pt x="7779" y="5114"/>
                </a:lnTo>
                <a:lnTo>
                  <a:pt x="7777" y="5115"/>
                </a:lnTo>
                <a:lnTo>
                  <a:pt x="7778" y="5116"/>
                </a:lnTo>
                <a:lnTo>
                  <a:pt x="7778" y="5117"/>
                </a:lnTo>
                <a:lnTo>
                  <a:pt x="7777" y="5117"/>
                </a:lnTo>
                <a:lnTo>
                  <a:pt x="7777" y="5118"/>
                </a:lnTo>
                <a:lnTo>
                  <a:pt x="7777" y="5119"/>
                </a:lnTo>
                <a:lnTo>
                  <a:pt x="7776" y="5119"/>
                </a:lnTo>
                <a:lnTo>
                  <a:pt x="7775" y="5119"/>
                </a:lnTo>
                <a:lnTo>
                  <a:pt x="7775" y="5120"/>
                </a:lnTo>
                <a:lnTo>
                  <a:pt x="7772" y="5120"/>
                </a:lnTo>
                <a:lnTo>
                  <a:pt x="7772" y="5119"/>
                </a:lnTo>
                <a:lnTo>
                  <a:pt x="7771" y="5120"/>
                </a:lnTo>
                <a:lnTo>
                  <a:pt x="7773" y="5122"/>
                </a:lnTo>
                <a:lnTo>
                  <a:pt x="7775" y="5122"/>
                </a:lnTo>
                <a:lnTo>
                  <a:pt x="7777" y="5121"/>
                </a:lnTo>
                <a:lnTo>
                  <a:pt x="7777" y="5122"/>
                </a:lnTo>
                <a:lnTo>
                  <a:pt x="7778" y="5123"/>
                </a:lnTo>
                <a:lnTo>
                  <a:pt x="7778" y="5124"/>
                </a:lnTo>
                <a:lnTo>
                  <a:pt x="7777" y="5124"/>
                </a:lnTo>
                <a:lnTo>
                  <a:pt x="7776" y="5125"/>
                </a:lnTo>
                <a:lnTo>
                  <a:pt x="7776" y="5127"/>
                </a:lnTo>
                <a:lnTo>
                  <a:pt x="7777" y="5132"/>
                </a:lnTo>
                <a:lnTo>
                  <a:pt x="7777" y="5133"/>
                </a:lnTo>
                <a:lnTo>
                  <a:pt x="7779" y="5133"/>
                </a:lnTo>
                <a:lnTo>
                  <a:pt x="7780" y="5133"/>
                </a:lnTo>
                <a:lnTo>
                  <a:pt x="7785" y="5134"/>
                </a:lnTo>
                <a:lnTo>
                  <a:pt x="7786" y="5134"/>
                </a:lnTo>
                <a:lnTo>
                  <a:pt x="7787" y="5135"/>
                </a:lnTo>
                <a:lnTo>
                  <a:pt x="7789" y="5136"/>
                </a:lnTo>
                <a:lnTo>
                  <a:pt x="7788" y="5136"/>
                </a:lnTo>
                <a:lnTo>
                  <a:pt x="7787" y="5137"/>
                </a:lnTo>
                <a:lnTo>
                  <a:pt x="7786" y="5138"/>
                </a:lnTo>
                <a:lnTo>
                  <a:pt x="7786" y="5140"/>
                </a:lnTo>
                <a:lnTo>
                  <a:pt x="7787" y="5141"/>
                </a:lnTo>
                <a:lnTo>
                  <a:pt x="7788" y="5141"/>
                </a:lnTo>
                <a:lnTo>
                  <a:pt x="7788" y="5142"/>
                </a:lnTo>
                <a:lnTo>
                  <a:pt x="7787" y="5143"/>
                </a:lnTo>
                <a:lnTo>
                  <a:pt x="7786" y="5144"/>
                </a:lnTo>
                <a:lnTo>
                  <a:pt x="7785" y="5145"/>
                </a:lnTo>
                <a:lnTo>
                  <a:pt x="7784" y="5145"/>
                </a:lnTo>
                <a:lnTo>
                  <a:pt x="7783" y="5145"/>
                </a:lnTo>
                <a:lnTo>
                  <a:pt x="7783" y="5146"/>
                </a:lnTo>
                <a:lnTo>
                  <a:pt x="7784" y="5146"/>
                </a:lnTo>
                <a:lnTo>
                  <a:pt x="7784" y="5147"/>
                </a:lnTo>
                <a:lnTo>
                  <a:pt x="7784" y="5148"/>
                </a:lnTo>
                <a:lnTo>
                  <a:pt x="7783" y="5148"/>
                </a:lnTo>
                <a:lnTo>
                  <a:pt x="7785" y="5149"/>
                </a:lnTo>
                <a:lnTo>
                  <a:pt x="7786" y="5149"/>
                </a:lnTo>
                <a:lnTo>
                  <a:pt x="7787" y="5147"/>
                </a:lnTo>
                <a:lnTo>
                  <a:pt x="7788" y="5146"/>
                </a:lnTo>
                <a:lnTo>
                  <a:pt x="7790" y="5146"/>
                </a:lnTo>
                <a:lnTo>
                  <a:pt x="7789" y="5147"/>
                </a:lnTo>
                <a:lnTo>
                  <a:pt x="7789" y="5148"/>
                </a:lnTo>
                <a:lnTo>
                  <a:pt x="7790" y="5148"/>
                </a:lnTo>
                <a:lnTo>
                  <a:pt x="7790" y="5147"/>
                </a:lnTo>
                <a:lnTo>
                  <a:pt x="7791" y="5147"/>
                </a:lnTo>
                <a:lnTo>
                  <a:pt x="7792" y="5147"/>
                </a:lnTo>
                <a:lnTo>
                  <a:pt x="7791" y="5148"/>
                </a:lnTo>
                <a:lnTo>
                  <a:pt x="7790" y="5150"/>
                </a:lnTo>
                <a:lnTo>
                  <a:pt x="7789" y="5151"/>
                </a:lnTo>
                <a:lnTo>
                  <a:pt x="7789" y="5152"/>
                </a:lnTo>
                <a:lnTo>
                  <a:pt x="7790" y="5152"/>
                </a:lnTo>
                <a:lnTo>
                  <a:pt x="7790" y="5153"/>
                </a:lnTo>
                <a:lnTo>
                  <a:pt x="7789" y="5153"/>
                </a:lnTo>
                <a:lnTo>
                  <a:pt x="7788" y="5154"/>
                </a:lnTo>
                <a:lnTo>
                  <a:pt x="7788" y="5155"/>
                </a:lnTo>
                <a:lnTo>
                  <a:pt x="7789" y="5155"/>
                </a:lnTo>
                <a:lnTo>
                  <a:pt x="7789" y="5156"/>
                </a:lnTo>
                <a:lnTo>
                  <a:pt x="7789" y="5157"/>
                </a:lnTo>
                <a:lnTo>
                  <a:pt x="7789" y="5158"/>
                </a:lnTo>
                <a:lnTo>
                  <a:pt x="7788" y="5158"/>
                </a:lnTo>
                <a:lnTo>
                  <a:pt x="7788" y="5159"/>
                </a:lnTo>
                <a:lnTo>
                  <a:pt x="7789" y="5159"/>
                </a:lnTo>
                <a:lnTo>
                  <a:pt x="7789" y="5160"/>
                </a:lnTo>
                <a:lnTo>
                  <a:pt x="7788" y="5160"/>
                </a:lnTo>
                <a:lnTo>
                  <a:pt x="7787" y="5160"/>
                </a:lnTo>
                <a:lnTo>
                  <a:pt x="7787" y="5161"/>
                </a:lnTo>
                <a:lnTo>
                  <a:pt x="7787" y="5162"/>
                </a:lnTo>
                <a:lnTo>
                  <a:pt x="7786" y="5162"/>
                </a:lnTo>
                <a:lnTo>
                  <a:pt x="7785" y="5162"/>
                </a:lnTo>
                <a:lnTo>
                  <a:pt x="7785" y="5163"/>
                </a:lnTo>
                <a:lnTo>
                  <a:pt x="7786" y="5163"/>
                </a:lnTo>
                <a:lnTo>
                  <a:pt x="7786" y="5164"/>
                </a:lnTo>
                <a:lnTo>
                  <a:pt x="7785" y="5164"/>
                </a:lnTo>
                <a:lnTo>
                  <a:pt x="7785" y="5165"/>
                </a:lnTo>
                <a:lnTo>
                  <a:pt x="7786" y="5165"/>
                </a:lnTo>
                <a:lnTo>
                  <a:pt x="7787" y="5164"/>
                </a:lnTo>
                <a:lnTo>
                  <a:pt x="7787" y="5165"/>
                </a:lnTo>
                <a:lnTo>
                  <a:pt x="7786" y="5166"/>
                </a:lnTo>
                <a:lnTo>
                  <a:pt x="7786" y="5167"/>
                </a:lnTo>
                <a:lnTo>
                  <a:pt x="7785" y="5167"/>
                </a:lnTo>
                <a:lnTo>
                  <a:pt x="7785" y="5168"/>
                </a:lnTo>
                <a:lnTo>
                  <a:pt x="7785" y="5167"/>
                </a:lnTo>
                <a:lnTo>
                  <a:pt x="7784" y="5167"/>
                </a:lnTo>
                <a:lnTo>
                  <a:pt x="7784" y="5168"/>
                </a:lnTo>
                <a:lnTo>
                  <a:pt x="7783" y="5168"/>
                </a:lnTo>
                <a:lnTo>
                  <a:pt x="7783" y="5167"/>
                </a:lnTo>
                <a:lnTo>
                  <a:pt x="7783" y="5168"/>
                </a:lnTo>
                <a:lnTo>
                  <a:pt x="7782" y="5168"/>
                </a:lnTo>
                <a:lnTo>
                  <a:pt x="7782" y="5169"/>
                </a:lnTo>
                <a:lnTo>
                  <a:pt x="7781" y="5169"/>
                </a:lnTo>
                <a:lnTo>
                  <a:pt x="7780" y="5169"/>
                </a:lnTo>
                <a:lnTo>
                  <a:pt x="7780" y="5167"/>
                </a:lnTo>
                <a:lnTo>
                  <a:pt x="7781" y="5166"/>
                </a:lnTo>
                <a:lnTo>
                  <a:pt x="7782" y="5165"/>
                </a:lnTo>
                <a:lnTo>
                  <a:pt x="7781" y="5164"/>
                </a:lnTo>
                <a:lnTo>
                  <a:pt x="7780" y="5164"/>
                </a:lnTo>
                <a:lnTo>
                  <a:pt x="7780" y="5165"/>
                </a:lnTo>
                <a:lnTo>
                  <a:pt x="7780" y="5166"/>
                </a:lnTo>
                <a:lnTo>
                  <a:pt x="7779" y="5166"/>
                </a:lnTo>
                <a:lnTo>
                  <a:pt x="7778" y="5165"/>
                </a:lnTo>
                <a:lnTo>
                  <a:pt x="7778" y="5164"/>
                </a:lnTo>
                <a:lnTo>
                  <a:pt x="7778" y="5163"/>
                </a:lnTo>
                <a:lnTo>
                  <a:pt x="7779" y="5163"/>
                </a:lnTo>
                <a:lnTo>
                  <a:pt x="7779" y="5161"/>
                </a:lnTo>
                <a:lnTo>
                  <a:pt x="7778" y="5159"/>
                </a:lnTo>
                <a:lnTo>
                  <a:pt x="7775" y="5158"/>
                </a:lnTo>
                <a:lnTo>
                  <a:pt x="7772" y="5158"/>
                </a:lnTo>
                <a:lnTo>
                  <a:pt x="7772" y="5157"/>
                </a:lnTo>
                <a:lnTo>
                  <a:pt x="7772" y="5156"/>
                </a:lnTo>
                <a:lnTo>
                  <a:pt x="7766" y="5155"/>
                </a:lnTo>
                <a:lnTo>
                  <a:pt x="7765" y="5155"/>
                </a:lnTo>
                <a:lnTo>
                  <a:pt x="7763" y="5155"/>
                </a:lnTo>
                <a:lnTo>
                  <a:pt x="7762" y="5155"/>
                </a:lnTo>
                <a:lnTo>
                  <a:pt x="7760" y="5156"/>
                </a:lnTo>
                <a:lnTo>
                  <a:pt x="7759" y="5156"/>
                </a:lnTo>
                <a:lnTo>
                  <a:pt x="7758" y="5156"/>
                </a:lnTo>
                <a:lnTo>
                  <a:pt x="7757" y="5156"/>
                </a:lnTo>
                <a:lnTo>
                  <a:pt x="7757" y="5157"/>
                </a:lnTo>
                <a:lnTo>
                  <a:pt x="7756" y="5157"/>
                </a:lnTo>
                <a:lnTo>
                  <a:pt x="7757" y="5159"/>
                </a:lnTo>
                <a:lnTo>
                  <a:pt x="7757" y="5161"/>
                </a:lnTo>
                <a:lnTo>
                  <a:pt x="7757" y="5162"/>
                </a:lnTo>
                <a:lnTo>
                  <a:pt x="7756" y="5161"/>
                </a:lnTo>
                <a:lnTo>
                  <a:pt x="7755" y="5162"/>
                </a:lnTo>
                <a:lnTo>
                  <a:pt x="7755" y="5163"/>
                </a:lnTo>
                <a:lnTo>
                  <a:pt x="7755" y="5164"/>
                </a:lnTo>
                <a:lnTo>
                  <a:pt x="7754" y="5164"/>
                </a:lnTo>
                <a:lnTo>
                  <a:pt x="7754" y="5166"/>
                </a:lnTo>
                <a:lnTo>
                  <a:pt x="7754" y="5167"/>
                </a:lnTo>
                <a:lnTo>
                  <a:pt x="7754" y="5168"/>
                </a:lnTo>
                <a:lnTo>
                  <a:pt x="7755" y="5170"/>
                </a:lnTo>
                <a:lnTo>
                  <a:pt x="7754" y="5171"/>
                </a:lnTo>
                <a:lnTo>
                  <a:pt x="7753" y="5171"/>
                </a:lnTo>
                <a:lnTo>
                  <a:pt x="7752" y="5172"/>
                </a:lnTo>
                <a:lnTo>
                  <a:pt x="7752" y="5173"/>
                </a:lnTo>
                <a:lnTo>
                  <a:pt x="7753" y="5174"/>
                </a:lnTo>
                <a:lnTo>
                  <a:pt x="7752" y="5176"/>
                </a:lnTo>
                <a:lnTo>
                  <a:pt x="7751" y="5177"/>
                </a:lnTo>
                <a:lnTo>
                  <a:pt x="7750" y="5178"/>
                </a:lnTo>
                <a:lnTo>
                  <a:pt x="7750" y="5179"/>
                </a:lnTo>
                <a:lnTo>
                  <a:pt x="7750" y="5181"/>
                </a:lnTo>
                <a:lnTo>
                  <a:pt x="7750" y="5182"/>
                </a:lnTo>
                <a:lnTo>
                  <a:pt x="7748" y="5183"/>
                </a:lnTo>
                <a:lnTo>
                  <a:pt x="7747" y="5183"/>
                </a:lnTo>
                <a:lnTo>
                  <a:pt x="7747" y="5182"/>
                </a:lnTo>
                <a:lnTo>
                  <a:pt x="7747" y="5181"/>
                </a:lnTo>
                <a:lnTo>
                  <a:pt x="7745" y="5181"/>
                </a:lnTo>
                <a:lnTo>
                  <a:pt x="7743" y="5181"/>
                </a:lnTo>
                <a:lnTo>
                  <a:pt x="7743" y="5182"/>
                </a:lnTo>
                <a:lnTo>
                  <a:pt x="7743" y="5183"/>
                </a:lnTo>
                <a:lnTo>
                  <a:pt x="7744" y="5184"/>
                </a:lnTo>
                <a:lnTo>
                  <a:pt x="7745" y="5184"/>
                </a:lnTo>
                <a:lnTo>
                  <a:pt x="7747" y="5185"/>
                </a:lnTo>
                <a:lnTo>
                  <a:pt x="7746" y="5186"/>
                </a:lnTo>
                <a:lnTo>
                  <a:pt x="7745" y="5187"/>
                </a:lnTo>
                <a:lnTo>
                  <a:pt x="7747" y="5188"/>
                </a:lnTo>
                <a:lnTo>
                  <a:pt x="7748" y="5188"/>
                </a:lnTo>
                <a:lnTo>
                  <a:pt x="7748" y="5187"/>
                </a:lnTo>
                <a:lnTo>
                  <a:pt x="7748" y="5186"/>
                </a:lnTo>
                <a:lnTo>
                  <a:pt x="7749" y="5187"/>
                </a:lnTo>
                <a:lnTo>
                  <a:pt x="7749" y="5188"/>
                </a:lnTo>
                <a:lnTo>
                  <a:pt x="7748" y="5189"/>
                </a:lnTo>
                <a:lnTo>
                  <a:pt x="7748" y="5190"/>
                </a:lnTo>
                <a:lnTo>
                  <a:pt x="7748" y="5191"/>
                </a:lnTo>
                <a:lnTo>
                  <a:pt x="7748" y="5192"/>
                </a:lnTo>
                <a:lnTo>
                  <a:pt x="7748" y="5193"/>
                </a:lnTo>
                <a:lnTo>
                  <a:pt x="7747" y="5193"/>
                </a:lnTo>
                <a:lnTo>
                  <a:pt x="7746" y="5193"/>
                </a:lnTo>
                <a:lnTo>
                  <a:pt x="7745" y="5196"/>
                </a:lnTo>
                <a:lnTo>
                  <a:pt x="7745" y="5198"/>
                </a:lnTo>
                <a:lnTo>
                  <a:pt x="7744" y="5198"/>
                </a:lnTo>
                <a:lnTo>
                  <a:pt x="7744" y="5197"/>
                </a:lnTo>
                <a:lnTo>
                  <a:pt x="7743" y="5197"/>
                </a:lnTo>
                <a:lnTo>
                  <a:pt x="7743" y="5198"/>
                </a:lnTo>
                <a:lnTo>
                  <a:pt x="7742" y="5198"/>
                </a:lnTo>
                <a:lnTo>
                  <a:pt x="7741" y="5198"/>
                </a:lnTo>
                <a:lnTo>
                  <a:pt x="7741" y="5197"/>
                </a:lnTo>
                <a:lnTo>
                  <a:pt x="7740" y="5197"/>
                </a:lnTo>
                <a:lnTo>
                  <a:pt x="7740" y="5196"/>
                </a:lnTo>
                <a:lnTo>
                  <a:pt x="7739" y="5196"/>
                </a:lnTo>
                <a:lnTo>
                  <a:pt x="7738" y="5197"/>
                </a:lnTo>
                <a:lnTo>
                  <a:pt x="7738" y="5196"/>
                </a:lnTo>
                <a:lnTo>
                  <a:pt x="7737" y="5196"/>
                </a:lnTo>
                <a:lnTo>
                  <a:pt x="7734" y="5195"/>
                </a:lnTo>
                <a:lnTo>
                  <a:pt x="7733" y="5195"/>
                </a:lnTo>
                <a:lnTo>
                  <a:pt x="7732" y="5196"/>
                </a:lnTo>
                <a:lnTo>
                  <a:pt x="7731" y="5196"/>
                </a:lnTo>
                <a:lnTo>
                  <a:pt x="7731" y="5197"/>
                </a:lnTo>
                <a:lnTo>
                  <a:pt x="7731" y="5198"/>
                </a:lnTo>
                <a:lnTo>
                  <a:pt x="7730" y="5198"/>
                </a:lnTo>
                <a:lnTo>
                  <a:pt x="7730" y="5199"/>
                </a:lnTo>
                <a:lnTo>
                  <a:pt x="7730" y="5200"/>
                </a:lnTo>
                <a:lnTo>
                  <a:pt x="7730" y="5201"/>
                </a:lnTo>
                <a:lnTo>
                  <a:pt x="7730" y="5202"/>
                </a:lnTo>
                <a:lnTo>
                  <a:pt x="7730" y="5203"/>
                </a:lnTo>
                <a:lnTo>
                  <a:pt x="7730" y="5204"/>
                </a:lnTo>
                <a:lnTo>
                  <a:pt x="7729" y="5204"/>
                </a:lnTo>
                <a:lnTo>
                  <a:pt x="7730" y="5206"/>
                </a:lnTo>
                <a:lnTo>
                  <a:pt x="7731" y="5207"/>
                </a:lnTo>
                <a:lnTo>
                  <a:pt x="7732" y="5207"/>
                </a:lnTo>
                <a:lnTo>
                  <a:pt x="7733" y="5207"/>
                </a:lnTo>
                <a:lnTo>
                  <a:pt x="7733" y="5208"/>
                </a:lnTo>
                <a:lnTo>
                  <a:pt x="7733" y="5207"/>
                </a:lnTo>
                <a:lnTo>
                  <a:pt x="7734" y="5206"/>
                </a:lnTo>
                <a:lnTo>
                  <a:pt x="7734" y="5207"/>
                </a:lnTo>
                <a:lnTo>
                  <a:pt x="7734" y="5208"/>
                </a:lnTo>
                <a:lnTo>
                  <a:pt x="7733" y="5209"/>
                </a:lnTo>
                <a:lnTo>
                  <a:pt x="7733" y="5210"/>
                </a:lnTo>
                <a:lnTo>
                  <a:pt x="7733" y="5211"/>
                </a:lnTo>
                <a:lnTo>
                  <a:pt x="7732" y="5211"/>
                </a:lnTo>
                <a:lnTo>
                  <a:pt x="7732" y="5212"/>
                </a:lnTo>
                <a:lnTo>
                  <a:pt x="7733" y="5212"/>
                </a:lnTo>
                <a:lnTo>
                  <a:pt x="7734" y="5213"/>
                </a:lnTo>
                <a:lnTo>
                  <a:pt x="7735" y="5214"/>
                </a:lnTo>
                <a:lnTo>
                  <a:pt x="7734" y="5214"/>
                </a:lnTo>
                <a:lnTo>
                  <a:pt x="7734" y="5213"/>
                </a:lnTo>
                <a:lnTo>
                  <a:pt x="7734" y="5214"/>
                </a:lnTo>
                <a:lnTo>
                  <a:pt x="7733" y="5214"/>
                </a:lnTo>
                <a:lnTo>
                  <a:pt x="7733" y="5213"/>
                </a:lnTo>
                <a:lnTo>
                  <a:pt x="7732" y="5214"/>
                </a:lnTo>
                <a:lnTo>
                  <a:pt x="7731" y="5214"/>
                </a:lnTo>
                <a:lnTo>
                  <a:pt x="7731" y="5213"/>
                </a:lnTo>
                <a:lnTo>
                  <a:pt x="7730" y="5213"/>
                </a:lnTo>
                <a:lnTo>
                  <a:pt x="7730" y="5212"/>
                </a:lnTo>
                <a:lnTo>
                  <a:pt x="7729" y="5213"/>
                </a:lnTo>
                <a:lnTo>
                  <a:pt x="7728" y="5213"/>
                </a:lnTo>
                <a:lnTo>
                  <a:pt x="7728" y="5212"/>
                </a:lnTo>
                <a:lnTo>
                  <a:pt x="7726" y="5212"/>
                </a:lnTo>
                <a:lnTo>
                  <a:pt x="7726" y="5213"/>
                </a:lnTo>
                <a:lnTo>
                  <a:pt x="7725" y="5213"/>
                </a:lnTo>
                <a:lnTo>
                  <a:pt x="7725" y="5214"/>
                </a:lnTo>
                <a:lnTo>
                  <a:pt x="7724" y="5214"/>
                </a:lnTo>
                <a:lnTo>
                  <a:pt x="7724" y="5215"/>
                </a:lnTo>
                <a:lnTo>
                  <a:pt x="7725" y="5215"/>
                </a:lnTo>
                <a:lnTo>
                  <a:pt x="7726" y="5215"/>
                </a:lnTo>
                <a:lnTo>
                  <a:pt x="7727" y="5215"/>
                </a:lnTo>
                <a:lnTo>
                  <a:pt x="7727" y="5216"/>
                </a:lnTo>
                <a:lnTo>
                  <a:pt x="7728" y="5216"/>
                </a:lnTo>
                <a:lnTo>
                  <a:pt x="7727" y="5216"/>
                </a:lnTo>
                <a:lnTo>
                  <a:pt x="7727" y="5217"/>
                </a:lnTo>
                <a:lnTo>
                  <a:pt x="7728" y="5217"/>
                </a:lnTo>
                <a:lnTo>
                  <a:pt x="7727" y="5217"/>
                </a:lnTo>
                <a:lnTo>
                  <a:pt x="7727" y="5218"/>
                </a:lnTo>
                <a:lnTo>
                  <a:pt x="7728" y="5218"/>
                </a:lnTo>
                <a:lnTo>
                  <a:pt x="7728" y="5219"/>
                </a:lnTo>
                <a:lnTo>
                  <a:pt x="7727" y="5219"/>
                </a:lnTo>
                <a:lnTo>
                  <a:pt x="7727" y="5218"/>
                </a:lnTo>
                <a:lnTo>
                  <a:pt x="7726" y="5218"/>
                </a:lnTo>
                <a:lnTo>
                  <a:pt x="7726" y="5217"/>
                </a:lnTo>
                <a:lnTo>
                  <a:pt x="7726" y="5216"/>
                </a:lnTo>
                <a:lnTo>
                  <a:pt x="7725" y="5217"/>
                </a:lnTo>
                <a:lnTo>
                  <a:pt x="7724" y="5217"/>
                </a:lnTo>
                <a:lnTo>
                  <a:pt x="7724" y="5216"/>
                </a:lnTo>
                <a:lnTo>
                  <a:pt x="7722" y="5216"/>
                </a:lnTo>
                <a:lnTo>
                  <a:pt x="7722" y="5217"/>
                </a:lnTo>
                <a:lnTo>
                  <a:pt x="7723" y="5217"/>
                </a:lnTo>
                <a:lnTo>
                  <a:pt x="7723" y="5218"/>
                </a:lnTo>
                <a:lnTo>
                  <a:pt x="7722" y="5218"/>
                </a:lnTo>
                <a:lnTo>
                  <a:pt x="7721" y="5218"/>
                </a:lnTo>
                <a:lnTo>
                  <a:pt x="7721" y="5219"/>
                </a:lnTo>
                <a:lnTo>
                  <a:pt x="7721" y="5218"/>
                </a:lnTo>
                <a:lnTo>
                  <a:pt x="7722" y="5218"/>
                </a:lnTo>
                <a:lnTo>
                  <a:pt x="7723" y="5218"/>
                </a:lnTo>
                <a:lnTo>
                  <a:pt x="7724" y="5219"/>
                </a:lnTo>
                <a:lnTo>
                  <a:pt x="7720" y="5221"/>
                </a:lnTo>
                <a:lnTo>
                  <a:pt x="7719" y="5221"/>
                </a:lnTo>
                <a:lnTo>
                  <a:pt x="7718" y="5222"/>
                </a:lnTo>
                <a:lnTo>
                  <a:pt x="7717" y="5222"/>
                </a:lnTo>
                <a:lnTo>
                  <a:pt x="7716" y="5223"/>
                </a:lnTo>
                <a:lnTo>
                  <a:pt x="7715" y="5222"/>
                </a:lnTo>
                <a:lnTo>
                  <a:pt x="7712" y="5224"/>
                </a:lnTo>
                <a:lnTo>
                  <a:pt x="7711" y="5224"/>
                </a:lnTo>
                <a:lnTo>
                  <a:pt x="7712" y="5223"/>
                </a:lnTo>
                <a:lnTo>
                  <a:pt x="7712" y="5222"/>
                </a:lnTo>
                <a:lnTo>
                  <a:pt x="7712" y="5221"/>
                </a:lnTo>
                <a:lnTo>
                  <a:pt x="7711" y="5221"/>
                </a:lnTo>
                <a:lnTo>
                  <a:pt x="7711" y="5222"/>
                </a:lnTo>
                <a:lnTo>
                  <a:pt x="7710" y="5222"/>
                </a:lnTo>
                <a:lnTo>
                  <a:pt x="7710" y="5221"/>
                </a:lnTo>
                <a:lnTo>
                  <a:pt x="7709" y="5221"/>
                </a:lnTo>
                <a:lnTo>
                  <a:pt x="7710" y="5221"/>
                </a:lnTo>
                <a:lnTo>
                  <a:pt x="7711" y="5221"/>
                </a:lnTo>
                <a:lnTo>
                  <a:pt x="7711" y="5219"/>
                </a:lnTo>
                <a:lnTo>
                  <a:pt x="7711" y="5217"/>
                </a:lnTo>
                <a:lnTo>
                  <a:pt x="7709" y="5216"/>
                </a:lnTo>
                <a:lnTo>
                  <a:pt x="7708" y="5215"/>
                </a:lnTo>
                <a:lnTo>
                  <a:pt x="7708" y="5214"/>
                </a:lnTo>
                <a:lnTo>
                  <a:pt x="7707" y="5214"/>
                </a:lnTo>
                <a:lnTo>
                  <a:pt x="7706" y="5213"/>
                </a:lnTo>
                <a:lnTo>
                  <a:pt x="7706" y="5211"/>
                </a:lnTo>
                <a:lnTo>
                  <a:pt x="7706" y="5209"/>
                </a:lnTo>
                <a:lnTo>
                  <a:pt x="7705" y="5208"/>
                </a:lnTo>
                <a:lnTo>
                  <a:pt x="7705" y="5207"/>
                </a:lnTo>
                <a:lnTo>
                  <a:pt x="7704" y="5206"/>
                </a:lnTo>
                <a:lnTo>
                  <a:pt x="7704" y="5205"/>
                </a:lnTo>
                <a:lnTo>
                  <a:pt x="7705" y="5205"/>
                </a:lnTo>
                <a:lnTo>
                  <a:pt x="7707" y="5203"/>
                </a:lnTo>
                <a:lnTo>
                  <a:pt x="7708" y="5204"/>
                </a:lnTo>
                <a:lnTo>
                  <a:pt x="7709" y="5205"/>
                </a:lnTo>
                <a:lnTo>
                  <a:pt x="7709" y="5204"/>
                </a:lnTo>
                <a:lnTo>
                  <a:pt x="7709" y="5203"/>
                </a:lnTo>
                <a:lnTo>
                  <a:pt x="7710" y="5202"/>
                </a:lnTo>
                <a:lnTo>
                  <a:pt x="7711" y="5202"/>
                </a:lnTo>
                <a:lnTo>
                  <a:pt x="7712" y="5201"/>
                </a:lnTo>
                <a:lnTo>
                  <a:pt x="7713" y="5200"/>
                </a:lnTo>
                <a:lnTo>
                  <a:pt x="7714" y="5198"/>
                </a:lnTo>
                <a:lnTo>
                  <a:pt x="7715" y="5197"/>
                </a:lnTo>
                <a:lnTo>
                  <a:pt x="7716" y="5196"/>
                </a:lnTo>
                <a:lnTo>
                  <a:pt x="7716" y="5197"/>
                </a:lnTo>
                <a:lnTo>
                  <a:pt x="7716" y="5196"/>
                </a:lnTo>
                <a:lnTo>
                  <a:pt x="7716" y="5195"/>
                </a:lnTo>
                <a:lnTo>
                  <a:pt x="7715" y="5194"/>
                </a:lnTo>
                <a:lnTo>
                  <a:pt x="7716" y="5192"/>
                </a:lnTo>
                <a:lnTo>
                  <a:pt x="7716" y="5191"/>
                </a:lnTo>
                <a:lnTo>
                  <a:pt x="7715" y="5190"/>
                </a:lnTo>
                <a:lnTo>
                  <a:pt x="7714" y="5189"/>
                </a:lnTo>
                <a:lnTo>
                  <a:pt x="7714" y="5188"/>
                </a:lnTo>
                <a:lnTo>
                  <a:pt x="7713" y="5187"/>
                </a:lnTo>
                <a:lnTo>
                  <a:pt x="7715" y="5178"/>
                </a:lnTo>
                <a:lnTo>
                  <a:pt x="7716" y="5177"/>
                </a:lnTo>
                <a:lnTo>
                  <a:pt x="7717" y="5177"/>
                </a:lnTo>
                <a:lnTo>
                  <a:pt x="7718" y="5176"/>
                </a:lnTo>
                <a:lnTo>
                  <a:pt x="7719" y="5175"/>
                </a:lnTo>
                <a:lnTo>
                  <a:pt x="7719" y="5174"/>
                </a:lnTo>
                <a:lnTo>
                  <a:pt x="7719" y="5173"/>
                </a:lnTo>
                <a:lnTo>
                  <a:pt x="7718" y="5172"/>
                </a:lnTo>
                <a:lnTo>
                  <a:pt x="7719" y="5171"/>
                </a:lnTo>
                <a:lnTo>
                  <a:pt x="7717" y="5170"/>
                </a:lnTo>
                <a:lnTo>
                  <a:pt x="7717" y="5169"/>
                </a:lnTo>
                <a:lnTo>
                  <a:pt x="7717" y="5168"/>
                </a:lnTo>
                <a:lnTo>
                  <a:pt x="7716" y="5167"/>
                </a:lnTo>
                <a:lnTo>
                  <a:pt x="7715" y="5167"/>
                </a:lnTo>
                <a:lnTo>
                  <a:pt x="7713" y="5166"/>
                </a:lnTo>
                <a:lnTo>
                  <a:pt x="7713" y="5165"/>
                </a:lnTo>
                <a:lnTo>
                  <a:pt x="7713" y="5164"/>
                </a:lnTo>
                <a:lnTo>
                  <a:pt x="7713" y="5163"/>
                </a:lnTo>
                <a:lnTo>
                  <a:pt x="7713" y="5162"/>
                </a:lnTo>
                <a:lnTo>
                  <a:pt x="7714" y="5161"/>
                </a:lnTo>
                <a:lnTo>
                  <a:pt x="7716" y="5161"/>
                </a:lnTo>
                <a:lnTo>
                  <a:pt x="7717" y="5161"/>
                </a:lnTo>
                <a:lnTo>
                  <a:pt x="7717" y="5160"/>
                </a:lnTo>
                <a:lnTo>
                  <a:pt x="7716" y="5159"/>
                </a:lnTo>
                <a:lnTo>
                  <a:pt x="7716" y="5160"/>
                </a:lnTo>
                <a:lnTo>
                  <a:pt x="7715" y="5160"/>
                </a:lnTo>
                <a:lnTo>
                  <a:pt x="7713" y="5160"/>
                </a:lnTo>
                <a:lnTo>
                  <a:pt x="7712" y="5160"/>
                </a:lnTo>
                <a:lnTo>
                  <a:pt x="7712" y="5158"/>
                </a:lnTo>
                <a:lnTo>
                  <a:pt x="7711" y="5157"/>
                </a:lnTo>
                <a:lnTo>
                  <a:pt x="7710" y="5156"/>
                </a:lnTo>
                <a:lnTo>
                  <a:pt x="7709" y="5155"/>
                </a:lnTo>
                <a:lnTo>
                  <a:pt x="7709" y="5154"/>
                </a:lnTo>
                <a:lnTo>
                  <a:pt x="7709" y="5153"/>
                </a:lnTo>
                <a:lnTo>
                  <a:pt x="7709" y="5152"/>
                </a:lnTo>
                <a:lnTo>
                  <a:pt x="7708" y="5152"/>
                </a:lnTo>
                <a:lnTo>
                  <a:pt x="7707" y="5152"/>
                </a:lnTo>
                <a:lnTo>
                  <a:pt x="7705" y="5153"/>
                </a:lnTo>
                <a:lnTo>
                  <a:pt x="7705" y="5155"/>
                </a:lnTo>
                <a:lnTo>
                  <a:pt x="7704" y="5155"/>
                </a:lnTo>
                <a:lnTo>
                  <a:pt x="7704" y="5154"/>
                </a:lnTo>
                <a:lnTo>
                  <a:pt x="7703" y="5153"/>
                </a:lnTo>
                <a:lnTo>
                  <a:pt x="7704" y="5156"/>
                </a:lnTo>
                <a:lnTo>
                  <a:pt x="7705" y="5156"/>
                </a:lnTo>
                <a:lnTo>
                  <a:pt x="7706" y="5157"/>
                </a:lnTo>
                <a:lnTo>
                  <a:pt x="7707" y="5158"/>
                </a:lnTo>
                <a:lnTo>
                  <a:pt x="7706" y="5159"/>
                </a:lnTo>
                <a:lnTo>
                  <a:pt x="7706" y="5160"/>
                </a:lnTo>
                <a:lnTo>
                  <a:pt x="7705" y="5160"/>
                </a:lnTo>
                <a:lnTo>
                  <a:pt x="7704" y="5160"/>
                </a:lnTo>
                <a:lnTo>
                  <a:pt x="7703" y="5160"/>
                </a:lnTo>
                <a:lnTo>
                  <a:pt x="7703" y="5161"/>
                </a:lnTo>
                <a:lnTo>
                  <a:pt x="7703" y="5162"/>
                </a:lnTo>
                <a:lnTo>
                  <a:pt x="7702" y="5161"/>
                </a:lnTo>
                <a:lnTo>
                  <a:pt x="7702" y="5162"/>
                </a:lnTo>
                <a:lnTo>
                  <a:pt x="7702" y="5163"/>
                </a:lnTo>
                <a:lnTo>
                  <a:pt x="7701" y="5163"/>
                </a:lnTo>
                <a:lnTo>
                  <a:pt x="7701" y="5165"/>
                </a:lnTo>
                <a:lnTo>
                  <a:pt x="7701" y="5166"/>
                </a:lnTo>
                <a:lnTo>
                  <a:pt x="7701" y="5167"/>
                </a:lnTo>
                <a:lnTo>
                  <a:pt x="7701" y="5168"/>
                </a:lnTo>
                <a:lnTo>
                  <a:pt x="7699" y="5169"/>
                </a:lnTo>
                <a:lnTo>
                  <a:pt x="7699" y="5170"/>
                </a:lnTo>
                <a:lnTo>
                  <a:pt x="7698" y="5171"/>
                </a:lnTo>
                <a:lnTo>
                  <a:pt x="7699" y="5171"/>
                </a:lnTo>
                <a:lnTo>
                  <a:pt x="7700" y="5172"/>
                </a:lnTo>
                <a:lnTo>
                  <a:pt x="7700" y="5173"/>
                </a:lnTo>
                <a:lnTo>
                  <a:pt x="7698" y="5173"/>
                </a:lnTo>
                <a:lnTo>
                  <a:pt x="7698" y="5174"/>
                </a:lnTo>
                <a:lnTo>
                  <a:pt x="7698" y="5175"/>
                </a:lnTo>
                <a:lnTo>
                  <a:pt x="7698" y="5176"/>
                </a:lnTo>
                <a:lnTo>
                  <a:pt x="7697" y="5176"/>
                </a:lnTo>
                <a:lnTo>
                  <a:pt x="7695" y="5176"/>
                </a:lnTo>
                <a:lnTo>
                  <a:pt x="7694" y="5176"/>
                </a:lnTo>
                <a:lnTo>
                  <a:pt x="7693" y="5177"/>
                </a:lnTo>
                <a:lnTo>
                  <a:pt x="7692" y="5177"/>
                </a:lnTo>
                <a:lnTo>
                  <a:pt x="7691" y="5177"/>
                </a:lnTo>
                <a:lnTo>
                  <a:pt x="7690" y="5176"/>
                </a:lnTo>
                <a:lnTo>
                  <a:pt x="7690" y="5175"/>
                </a:lnTo>
                <a:lnTo>
                  <a:pt x="7689" y="5175"/>
                </a:lnTo>
                <a:lnTo>
                  <a:pt x="7689" y="5176"/>
                </a:lnTo>
                <a:lnTo>
                  <a:pt x="7689" y="5177"/>
                </a:lnTo>
                <a:lnTo>
                  <a:pt x="7688" y="5177"/>
                </a:lnTo>
                <a:lnTo>
                  <a:pt x="7689" y="5177"/>
                </a:lnTo>
                <a:lnTo>
                  <a:pt x="7691" y="5178"/>
                </a:lnTo>
                <a:lnTo>
                  <a:pt x="7693" y="5178"/>
                </a:lnTo>
                <a:lnTo>
                  <a:pt x="7694" y="5178"/>
                </a:lnTo>
                <a:lnTo>
                  <a:pt x="7696" y="5177"/>
                </a:lnTo>
                <a:lnTo>
                  <a:pt x="7697" y="5177"/>
                </a:lnTo>
                <a:lnTo>
                  <a:pt x="7698" y="5179"/>
                </a:lnTo>
                <a:lnTo>
                  <a:pt x="7698" y="5180"/>
                </a:lnTo>
                <a:lnTo>
                  <a:pt x="7699" y="5181"/>
                </a:lnTo>
                <a:lnTo>
                  <a:pt x="7701" y="5183"/>
                </a:lnTo>
                <a:lnTo>
                  <a:pt x="7701" y="5184"/>
                </a:lnTo>
                <a:lnTo>
                  <a:pt x="7700" y="5190"/>
                </a:lnTo>
                <a:lnTo>
                  <a:pt x="7700" y="5191"/>
                </a:lnTo>
                <a:lnTo>
                  <a:pt x="7698" y="5192"/>
                </a:lnTo>
                <a:lnTo>
                  <a:pt x="7698" y="5193"/>
                </a:lnTo>
                <a:lnTo>
                  <a:pt x="7697" y="5194"/>
                </a:lnTo>
                <a:lnTo>
                  <a:pt x="7697" y="5195"/>
                </a:lnTo>
                <a:lnTo>
                  <a:pt x="7697" y="5196"/>
                </a:lnTo>
                <a:lnTo>
                  <a:pt x="7698" y="5196"/>
                </a:lnTo>
                <a:lnTo>
                  <a:pt x="7698" y="5197"/>
                </a:lnTo>
                <a:lnTo>
                  <a:pt x="7697" y="5198"/>
                </a:lnTo>
                <a:lnTo>
                  <a:pt x="7697" y="5199"/>
                </a:lnTo>
                <a:lnTo>
                  <a:pt x="7697" y="5201"/>
                </a:lnTo>
                <a:lnTo>
                  <a:pt x="7698" y="5201"/>
                </a:lnTo>
                <a:lnTo>
                  <a:pt x="7697" y="5205"/>
                </a:lnTo>
                <a:lnTo>
                  <a:pt x="7696" y="5205"/>
                </a:lnTo>
                <a:lnTo>
                  <a:pt x="7694" y="5203"/>
                </a:lnTo>
                <a:lnTo>
                  <a:pt x="7693" y="5203"/>
                </a:lnTo>
                <a:lnTo>
                  <a:pt x="7692" y="5203"/>
                </a:lnTo>
                <a:lnTo>
                  <a:pt x="7694" y="5204"/>
                </a:lnTo>
                <a:lnTo>
                  <a:pt x="7693" y="5207"/>
                </a:lnTo>
                <a:lnTo>
                  <a:pt x="7686" y="5214"/>
                </a:lnTo>
                <a:lnTo>
                  <a:pt x="7685" y="5213"/>
                </a:lnTo>
                <a:lnTo>
                  <a:pt x="7685" y="5214"/>
                </a:lnTo>
                <a:lnTo>
                  <a:pt x="7685" y="5215"/>
                </a:lnTo>
                <a:lnTo>
                  <a:pt x="7684" y="5218"/>
                </a:lnTo>
                <a:lnTo>
                  <a:pt x="7683" y="5218"/>
                </a:lnTo>
                <a:lnTo>
                  <a:pt x="7683" y="5219"/>
                </a:lnTo>
                <a:lnTo>
                  <a:pt x="7685" y="5220"/>
                </a:lnTo>
                <a:lnTo>
                  <a:pt x="7686" y="5220"/>
                </a:lnTo>
                <a:lnTo>
                  <a:pt x="7685" y="5222"/>
                </a:lnTo>
                <a:lnTo>
                  <a:pt x="7687" y="5229"/>
                </a:lnTo>
                <a:lnTo>
                  <a:pt x="7686" y="5229"/>
                </a:lnTo>
                <a:lnTo>
                  <a:pt x="7685" y="5230"/>
                </a:lnTo>
                <a:lnTo>
                  <a:pt x="7686" y="5231"/>
                </a:lnTo>
                <a:lnTo>
                  <a:pt x="7685" y="5232"/>
                </a:lnTo>
                <a:lnTo>
                  <a:pt x="7684" y="5232"/>
                </a:lnTo>
                <a:lnTo>
                  <a:pt x="7686" y="5233"/>
                </a:lnTo>
                <a:lnTo>
                  <a:pt x="7685" y="5234"/>
                </a:lnTo>
                <a:lnTo>
                  <a:pt x="7686" y="5234"/>
                </a:lnTo>
                <a:lnTo>
                  <a:pt x="7686" y="5235"/>
                </a:lnTo>
                <a:lnTo>
                  <a:pt x="7685" y="5236"/>
                </a:lnTo>
                <a:lnTo>
                  <a:pt x="7684" y="5237"/>
                </a:lnTo>
                <a:lnTo>
                  <a:pt x="7684" y="5238"/>
                </a:lnTo>
                <a:lnTo>
                  <a:pt x="7682" y="5239"/>
                </a:lnTo>
                <a:lnTo>
                  <a:pt x="7681" y="5240"/>
                </a:lnTo>
                <a:lnTo>
                  <a:pt x="7680" y="5241"/>
                </a:lnTo>
                <a:lnTo>
                  <a:pt x="7679" y="5242"/>
                </a:lnTo>
                <a:lnTo>
                  <a:pt x="7679" y="5247"/>
                </a:lnTo>
                <a:lnTo>
                  <a:pt x="7679" y="5248"/>
                </a:lnTo>
                <a:lnTo>
                  <a:pt x="7683" y="5250"/>
                </a:lnTo>
                <a:lnTo>
                  <a:pt x="7682" y="5250"/>
                </a:lnTo>
                <a:lnTo>
                  <a:pt x="7682" y="5251"/>
                </a:lnTo>
                <a:lnTo>
                  <a:pt x="7682" y="5252"/>
                </a:lnTo>
                <a:lnTo>
                  <a:pt x="7681" y="5252"/>
                </a:lnTo>
                <a:lnTo>
                  <a:pt x="7681" y="5253"/>
                </a:lnTo>
                <a:lnTo>
                  <a:pt x="7680" y="5255"/>
                </a:lnTo>
                <a:lnTo>
                  <a:pt x="7680" y="5256"/>
                </a:lnTo>
                <a:lnTo>
                  <a:pt x="7679" y="5256"/>
                </a:lnTo>
                <a:lnTo>
                  <a:pt x="7679" y="5257"/>
                </a:lnTo>
                <a:lnTo>
                  <a:pt x="7679" y="5258"/>
                </a:lnTo>
                <a:lnTo>
                  <a:pt x="7678" y="5258"/>
                </a:lnTo>
                <a:lnTo>
                  <a:pt x="7677" y="5257"/>
                </a:lnTo>
                <a:lnTo>
                  <a:pt x="7676" y="5256"/>
                </a:lnTo>
                <a:lnTo>
                  <a:pt x="7675" y="5256"/>
                </a:lnTo>
                <a:lnTo>
                  <a:pt x="7675" y="5255"/>
                </a:lnTo>
                <a:lnTo>
                  <a:pt x="7674" y="5255"/>
                </a:lnTo>
                <a:lnTo>
                  <a:pt x="7674" y="5254"/>
                </a:lnTo>
                <a:lnTo>
                  <a:pt x="7674" y="5255"/>
                </a:lnTo>
                <a:lnTo>
                  <a:pt x="7673" y="5255"/>
                </a:lnTo>
                <a:lnTo>
                  <a:pt x="7670" y="5257"/>
                </a:lnTo>
                <a:lnTo>
                  <a:pt x="7668" y="5257"/>
                </a:lnTo>
                <a:lnTo>
                  <a:pt x="7668" y="5262"/>
                </a:lnTo>
                <a:lnTo>
                  <a:pt x="7667" y="5262"/>
                </a:lnTo>
                <a:lnTo>
                  <a:pt x="7667" y="5266"/>
                </a:lnTo>
                <a:lnTo>
                  <a:pt x="7666" y="5268"/>
                </a:lnTo>
                <a:lnTo>
                  <a:pt x="7665" y="5270"/>
                </a:lnTo>
                <a:lnTo>
                  <a:pt x="7664" y="5271"/>
                </a:lnTo>
                <a:lnTo>
                  <a:pt x="7663" y="5272"/>
                </a:lnTo>
                <a:lnTo>
                  <a:pt x="7662" y="5273"/>
                </a:lnTo>
                <a:lnTo>
                  <a:pt x="7658" y="5278"/>
                </a:lnTo>
                <a:lnTo>
                  <a:pt x="7658" y="5279"/>
                </a:lnTo>
                <a:lnTo>
                  <a:pt x="7657" y="5280"/>
                </a:lnTo>
                <a:lnTo>
                  <a:pt x="7657" y="5281"/>
                </a:lnTo>
                <a:lnTo>
                  <a:pt x="7656" y="5283"/>
                </a:lnTo>
                <a:lnTo>
                  <a:pt x="7655" y="5284"/>
                </a:lnTo>
                <a:lnTo>
                  <a:pt x="7655" y="5285"/>
                </a:lnTo>
                <a:lnTo>
                  <a:pt x="7654" y="5285"/>
                </a:lnTo>
                <a:lnTo>
                  <a:pt x="7654" y="5284"/>
                </a:lnTo>
                <a:lnTo>
                  <a:pt x="7653" y="5284"/>
                </a:lnTo>
                <a:lnTo>
                  <a:pt x="7652" y="5284"/>
                </a:lnTo>
                <a:lnTo>
                  <a:pt x="7652" y="5285"/>
                </a:lnTo>
                <a:lnTo>
                  <a:pt x="7651" y="5285"/>
                </a:lnTo>
                <a:lnTo>
                  <a:pt x="7651" y="5286"/>
                </a:lnTo>
                <a:lnTo>
                  <a:pt x="7651" y="5287"/>
                </a:lnTo>
                <a:lnTo>
                  <a:pt x="7650" y="5288"/>
                </a:lnTo>
                <a:lnTo>
                  <a:pt x="7650" y="5289"/>
                </a:lnTo>
                <a:lnTo>
                  <a:pt x="7650" y="5290"/>
                </a:lnTo>
                <a:lnTo>
                  <a:pt x="7649" y="5291"/>
                </a:lnTo>
                <a:lnTo>
                  <a:pt x="7649" y="5292"/>
                </a:lnTo>
                <a:lnTo>
                  <a:pt x="7649" y="5293"/>
                </a:lnTo>
                <a:lnTo>
                  <a:pt x="7649" y="5294"/>
                </a:lnTo>
                <a:lnTo>
                  <a:pt x="7649" y="5295"/>
                </a:lnTo>
                <a:lnTo>
                  <a:pt x="7648" y="5295"/>
                </a:lnTo>
                <a:lnTo>
                  <a:pt x="7648" y="5296"/>
                </a:lnTo>
                <a:lnTo>
                  <a:pt x="7648" y="5297"/>
                </a:lnTo>
                <a:lnTo>
                  <a:pt x="7651" y="5299"/>
                </a:lnTo>
                <a:lnTo>
                  <a:pt x="7650" y="5300"/>
                </a:lnTo>
                <a:lnTo>
                  <a:pt x="7649" y="5302"/>
                </a:lnTo>
                <a:lnTo>
                  <a:pt x="7646" y="5304"/>
                </a:lnTo>
                <a:lnTo>
                  <a:pt x="7643" y="5304"/>
                </a:lnTo>
                <a:lnTo>
                  <a:pt x="7643" y="5303"/>
                </a:lnTo>
                <a:lnTo>
                  <a:pt x="7641" y="5303"/>
                </a:lnTo>
                <a:lnTo>
                  <a:pt x="7640" y="5303"/>
                </a:lnTo>
                <a:lnTo>
                  <a:pt x="7639" y="5306"/>
                </a:lnTo>
                <a:lnTo>
                  <a:pt x="7638" y="5306"/>
                </a:lnTo>
                <a:lnTo>
                  <a:pt x="7639" y="5307"/>
                </a:lnTo>
                <a:lnTo>
                  <a:pt x="7641" y="5309"/>
                </a:lnTo>
                <a:lnTo>
                  <a:pt x="7641" y="5311"/>
                </a:lnTo>
                <a:lnTo>
                  <a:pt x="7640" y="5317"/>
                </a:lnTo>
                <a:lnTo>
                  <a:pt x="7639" y="5318"/>
                </a:lnTo>
                <a:lnTo>
                  <a:pt x="7640" y="5318"/>
                </a:lnTo>
                <a:lnTo>
                  <a:pt x="7640" y="5319"/>
                </a:lnTo>
                <a:lnTo>
                  <a:pt x="7640" y="5320"/>
                </a:lnTo>
                <a:lnTo>
                  <a:pt x="7639" y="5320"/>
                </a:lnTo>
                <a:lnTo>
                  <a:pt x="7638" y="5320"/>
                </a:lnTo>
                <a:lnTo>
                  <a:pt x="7638" y="5321"/>
                </a:lnTo>
                <a:lnTo>
                  <a:pt x="7638" y="5322"/>
                </a:lnTo>
                <a:lnTo>
                  <a:pt x="7638" y="5324"/>
                </a:lnTo>
                <a:lnTo>
                  <a:pt x="7637" y="5325"/>
                </a:lnTo>
                <a:lnTo>
                  <a:pt x="7636" y="5325"/>
                </a:lnTo>
                <a:lnTo>
                  <a:pt x="7635" y="5325"/>
                </a:lnTo>
                <a:lnTo>
                  <a:pt x="7635" y="5327"/>
                </a:lnTo>
                <a:lnTo>
                  <a:pt x="7634" y="5327"/>
                </a:lnTo>
                <a:lnTo>
                  <a:pt x="7634" y="5328"/>
                </a:lnTo>
                <a:lnTo>
                  <a:pt x="7635" y="5328"/>
                </a:lnTo>
                <a:lnTo>
                  <a:pt x="7637" y="5329"/>
                </a:lnTo>
                <a:lnTo>
                  <a:pt x="7637" y="5330"/>
                </a:lnTo>
                <a:lnTo>
                  <a:pt x="7636" y="5330"/>
                </a:lnTo>
                <a:lnTo>
                  <a:pt x="7633" y="5332"/>
                </a:lnTo>
                <a:lnTo>
                  <a:pt x="7629" y="5331"/>
                </a:lnTo>
                <a:lnTo>
                  <a:pt x="7629" y="5330"/>
                </a:lnTo>
                <a:lnTo>
                  <a:pt x="7627" y="5331"/>
                </a:lnTo>
                <a:lnTo>
                  <a:pt x="7627" y="5332"/>
                </a:lnTo>
                <a:lnTo>
                  <a:pt x="7628" y="5332"/>
                </a:lnTo>
                <a:lnTo>
                  <a:pt x="7629" y="5333"/>
                </a:lnTo>
                <a:lnTo>
                  <a:pt x="7629" y="5334"/>
                </a:lnTo>
                <a:lnTo>
                  <a:pt x="7635" y="5336"/>
                </a:lnTo>
                <a:lnTo>
                  <a:pt x="7636" y="5337"/>
                </a:lnTo>
                <a:lnTo>
                  <a:pt x="7640" y="5344"/>
                </a:lnTo>
                <a:lnTo>
                  <a:pt x="7641" y="5345"/>
                </a:lnTo>
                <a:lnTo>
                  <a:pt x="7642" y="5346"/>
                </a:lnTo>
                <a:lnTo>
                  <a:pt x="7643" y="5346"/>
                </a:lnTo>
                <a:lnTo>
                  <a:pt x="7643" y="5345"/>
                </a:lnTo>
                <a:lnTo>
                  <a:pt x="7644" y="5345"/>
                </a:lnTo>
                <a:lnTo>
                  <a:pt x="7643" y="5346"/>
                </a:lnTo>
                <a:lnTo>
                  <a:pt x="7642" y="5347"/>
                </a:lnTo>
                <a:lnTo>
                  <a:pt x="7641" y="5347"/>
                </a:lnTo>
                <a:lnTo>
                  <a:pt x="7641" y="5346"/>
                </a:lnTo>
                <a:lnTo>
                  <a:pt x="7638" y="5347"/>
                </a:lnTo>
                <a:lnTo>
                  <a:pt x="7638" y="5348"/>
                </a:lnTo>
                <a:lnTo>
                  <a:pt x="7637" y="5349"/>
                </a:lnTo>
                <a:lnTo>
                  <a:pt x="7637" y="5350"/>
                </a:lnTo>
                <a:lnTo>
                  <a:pt x="7638" y="5349"/>
                </a:lnTo>
                <a:lnTo>
                  <a:pt x="7639" y="5349"/>
                </a:lnTo>
                <a:lnTo>
                  <a:pt x="7640" y="5348"/>
                </a:lnTo>
                <a:lnTo>
                  <a:pt x="7641" y="5348"/>
                </a:lnTo>
                <a:lnTo>
                  <a:pt x="7642" y="5348"/>
                </a:lnTo>
                <a:lnTo>
                  <a:pt x="7643" y="5348"/>
                </a:lnTo>
                <a:lnTo>
                  <a:pt x="7643" y="5349"/>
                </a:lnTo>
                <a:lnTo>
                  <a:pt x="7643" y="5351"/>
                </a:lnTo>
                <a:lnTo>
                  <a:pt x="7644" y="5351"/>
                </a:lnTo>
                <a:lnTo>
                  <a:pt x="7645" y="5351"/>
                </a:lnTo>
                <a:lnTo>
                  <a:pt x="7646" y="5352"/>
                </a:lnTo>
                <a:lnTo>
                  <a:pt x="7647" y="5351"/>
                </a:lnTo>
                <a:lnTo>
                  <a:pt x="7647" y="5352"/>
                </a:lnTo>
                <a:lnTo>
                  <a:pt x="7647" y="5353"/>
                </a:lnTo>
                <a:lnTo>
                  <a:pt x="7646" y="5354"/>
                </a:lnTo>
                <a:lnTo>
                  <a:pt x="7645" y="5356"/>
                </a:lnTo>
                <a:lnTo>
                  <a:pt x="7644" y="5357"/>
                </a:lnTo>
                <a:lnTo>
                  <a:pt x="7644" y="5358"/>
                </a:lnTo>
                <a:lnTo>
                  <a:pt x="7644" y="5359"/>
                </a:lnTo>
                <a:lnTo>
                  <a:pt x="7643" y="5359"/>
                </a:lnTo>
                <a:lnTo>
                  <a:pt x="7643" y="5358"/>
                </a:lnTo>
                <a:lnTo>
                  <a:pt x="7642" y="5358"/>
                </a:lnTo>
                <a:lnTo>
                  <a:pt x="7641" y="5359"/>
                </a:lnTo>
                <a:lnTo>
                  <a:pt x="7641" y="5360"/>
                </a:lnTo>
                <a:lnTo>
                  <a:pt x="7642" y="5360"/>
                </a:lnTo>
                <a:lnTo>
                  <a:pt x="7641" y="5363"/>
                </a:lnTo>
                <a:lnTo>
                  <a:pt x="7641" y="5364"/>
                </a:lnTo>
                <a:lnTo>
                  <a:pt x="7641" y="5365"/>
                </a:lnTo>
                <a:lnTo>
                  <a:pt x="7641" y="5366"/>
                </a:lnTo>
                <a:lnTo>
                  <a:pt x="7640" y="5367"/>
                </a:lnTo>
                <a:lnTo>
                  <a:pt x="7641" y="5367"/>
                </a:lnTo>
                <a:lnTo>
                  <a:pt x="7641" y="5368"/>
                </a:lnTo>
                <a:lnTo>
                  <a:pt x="7642" y="5368"/>
                </a:lnTo>
                <a:lnTo>
                  <a:pt x="7642" y="5367"/>
                </a:lnTo>
                <a:lnTo>
                  <a:pt x="7643" y="5367"/>
                </a:lnTo>
                <a:lnTo>
                  <a:pt x="7643" y="5368"/>
                </a:lnTo>
                <a:lnTo>
                  <a:pt x="7643" y="5369"/>
                </a:lnTo>
                <a:lnTo>
                  <a:pt x="7643" y="5370"/>
                </a:lnTo>
                <a:lnTo>
                  <a:pt x="7644" y="5371"/>
                </a:lnTo>
                <a:lnTo>
                  <a:pt x="7644" y="5372"/>
                </a:lnTo>
                <a:lnTo>
                  <a:pt x="7643" y="5372"/>
                </a:lnTo>
                <a:lnTo>
                  <a:pt x="7644" y="5373"/>
                </a:lnTo>
                <a:lnTo>
                  <a:pt x="7644" y="5375"/>
                </a:lnTo>
                <a:lnTo>
                  <a:pt x="7643" y="5376"/>
                </a:lnTo>
                <a:lnTo>
                  <a:pt x="7642" y="5375"/>
                </a:lnTo>
                <a:lnTo>
                  <a:pt x="7641" y="5376"/>
                </a:lnTo>
                <a:lnTo>
                  <a:pt x="7640" y="5376"/>
                </a:lnTo>
                <a:lnTo>
                  <a:pt x="7639" y="5377"/>
                </a:lnTo>
                <a:lnTo>
                  <a:pt x="7639" y="5376"/>
                </a:lnTo>
                <a:lnTo>
                  <a:pt x="7638" y="5376"/>
                </a:lnTo>
                <a:lnTo>
                  <a:pt x="7638" y="5375"/>
                </a:lnTo>
                <a:lnTo>
                  <a:pt x="7639" y="5375"/>
                </a:lnTo>
                <a:lnTo>
                  <a:pt x="7639" y="5374"/>
                </a:lnTo>
                <a:lnTo>
                  <a:pt x="7639" y="5373"/>
                </a:lnTo>
                <a:lnTo>
                  <a:pt x="7638" y="5373"/>
                </a:lnTo>
                <a:lnTo>
                  <a:pt x="7637" y="5373"/>
                </a:lnTo>
                <a:lnTo>
                  <a:pt x="7636" y="5373"/>
                </a:lnTo>
                <a:lnTo>
                  <a:pt x="7636" y="5372"/>
                </a:lnTo>
                <a:lnTo>
                  <a:pt x="7637" y="5372"/>
                </a:lnTo>
                <a:lnTo>
                  <a:pt x="7637" y="5371"/>
                </a:lnTo>
                <a:lnTo>
                  <a:pt x="7635" y="5372"/>
                </a:lnTo>
                <a:lnTo>
                  <a:pt x="7634" y="5372"/>
                </a:lnTo>
                <a:lnTo>
                  <a:pt x="7635" y="5372"/>
                </a:lnTo>
                <a:lnTo>
                  <a:pt x="7635" y="5373"/>
                </a:lnTo>
                <a:lnTo>
                  <a:pt x="7634" y="5374"/>
                </a:lnTo>
                <a:lnTo>
                  <a:pt x="7633" y="5374"/>
                </a:lnTo>
                <a:lnTo>
                  <a:pt x="7631" y="5373"/>
                </a:lnTo>
                <a:lnTo>
                  <a:pt x="7630" y="5372"/>
                </a:lnTo>
                <a:lnTo>
                  <a:pt x="7630" y="5371"/>
                </a:lnTo>
                <a:lnTo>
                  <a:pt x="7629" y="5371"/>
                </a:lnTo>
                <a:lnTo>
                  <a:pt x="7628" y="5370"/>
                </a:lnTo>
                <a:lnTo>
                  <a:pt x="7627" y="5370"/>
                </a:lnTo>
                <a:lnTo>
                  <a:pt x="7625" y="5370"/>
                </a:lnTo>
                <a:lnTo>
                  <a:pt x="7624" y="5370"/>
                </a:lnTo>
                <a:lnTo>
                  <a:pt x="7624" y="5371"/>
                </a:lnTo>
                <a:lnTo>
                  <a:pt x="7624" y="5372"/>
                </a:lnTo>
                <a:lnTo>
                  <a:pt x="7625" y="5372"/>
                </a:lnTo>
                <a:lnTo>
                  <a:pt x="7626" y="5373"/>
                </a:lnTo>
                <a:lnTo>
                  <a:pt x="7625" y="5373"/>
                </a:lnTo>
                <a:lnTo>
                  <a:pt x="7624" y="5373"/>
                </a:lnTo>
                <a:lnTo>
                  <a:pt x="7623" y="5374"/>
                </a:lnTo>
                <a:lnTo>
                  <a:pt x="7623" y="5375"/>
                </a:lnTo>
                <a:lnTo>
                  <a:pt x="7624" y="5375"/>
                </a:lnTo>
                <a:lnTo>
                  <a:pt x="7625" y="5376"/>
                </a:lnTo>
                <a:lnTo>
                  <a:pt x="7625" y="5375"/>
                </a:lnTo>
                <a:lnTo>
                  <a:pt x="7626" y="5375"/>
                </a:lnTo>
                <a:lnTo>
                  <a:pt x="7626" y="5374"/>
                </a:lnTo>
                <a:lnTo>
                  <a:pt x="7628" y="5375"/>
                </a:lnTo>
                <a:lnTo>
                  <a:pt x="7627" y="5377"/>
                </a:lnTo>
                <a:lnTo>
                  <a:pt x="7627" y="5378"/>
                </a:lnTo>
                <a:lnTo>
                  <a:pt x="7625" y="5379"/>
                </a:lnTo>
                <a:lnTo>
                  <a:pt x="7624" y="5380"/>
                </a:lnTo>
                <a:lnTo>
                  <a:pt x="7623" y="5381"/>
                </a:lnTo>
                <a:lnTo>
                  <a:pt x="7623" y="5382"/>
                </a:lnTo>
                <a:lnTo>
                  <a:pt x="7624" y="5382"/>
                </a:lnTo>
                <a:lnTo>
                  <a:pt x="7624" y="5383"/>
                </a:lnTo>
                <a:lnTo>
                  <a:pt x="7625" y="5383"/>
                </a:lnTo>
                <a:lnTo>
                  <a:pt x="7625" y="5384"/>
                </a:lnTo>
                <a:lnTo>
                  <a:pt x="7624" y="5384"/>
                </a:lnTo>
                <a:lnTo>
                  <a:pt x="7623" y="5384"/>
                </a:lnTo>
                <a:lnTo>
                  <a:pt x="7622" y="5385"/>
                </a:lnTo>
                <a:lnTo>
                  <a:pt x="7621" y="5385"/>
                </a:lnTo>
                <a:lnTo>
                  <a:pt x="7621" y="5384"/>
                </a:lnTo>
                <a:lnTo>
                  <a:pt x="7620" y="5384"/>
                </a:lnTo>
                <a:lnTo>
                  <a:pt x="7620" y="5385"/>
                </a:lnTo>
                <a:lnTo>
                  <a:pt x="7621" y="5386"/>
                </a:lnTo>
                <a:lnTo>
                  <a:pt x="7623" y="5387"/>
                </a:lnTo>
                <a:lnTo>
                  <a:pt x="7624" y="5387"/>
                </a:lnTo>
                <a:lnTo>
                  <a:pt x="7626" y="5386"/>
                </a:lnTo>
                <a:lnTo>
                  <a:pt x="7626" y="5387"/>
                </a:lnTo>
                <a:lnTo>
                  <a:pt x="7626" y="5388"/>
                </a:lnTo>
                <a:lnTo>
                  <a:pt x="7627" y="5388"/>
                </a:lnTo>
                <a:lnTo>
                  <a:pt x="7628" y="5387"/>
                </a:lnTo>
                <a:lnTo>
                  <a:pt x="7629" y="5387"/>
                </a:lnTo>
                <a:lnTo>
                  <a:pt x="7629" y="5388"/>
                </a:lnTo>
                <a:lnTo>
                  <a:pt x="7628" y="5390"/>
                </a:lnTo>
                <a:lnTo>
                  <a:pt x="7627" y="5391"/>
                </a:lnTo>
                <a:lnTo>
                  <a:pt x="7627" y="5392"/>
                </a:lnTo>
                <a:lnTo>
                  <a:pt x="7628" y="5391"/>
                </a:lnTo>
                <a:lnTo>
                  <a:pt x="7629" y="5391"/>
                </a:lnTo>
                <a:lnTo>
                  <a:pt x="7630" y="5391"/>
                </a:lnTo>
                <a:lnTo>
                  <a:pt x="7631" y="5392"/>
                </a:lnTo>
                <a:lnTo>
                  <a:pt x="7630" y="5392"/>
                </a:lnTo>
                <a:lnTo>
                  <a:pt x="7629" y="5392"/>
                </a:lnTo>
                <a:lnTo>
                  <a:pt x="7628" y="5393"/>
                </a:lnTo>
                <a:lnTo>
                  <a:pt x="7628" y="5394"/>
                </a:lnTo>
                <a:lnTo>
                  <a:pt x="7629" y="5394"/>
                </a:lnTo>
                <a:lnTo>
                  <a:pt x="7629" y="5395"/>
                </a:lnTo>
                <a:lnTo>
                  <a:pt x="7628" y="5396"/>
                </a:lnTo>
                <a:lnTo>
                  <a:pt x="7627" y="5396"/>
                </a:lnTo>
                <a:lnTo>
                  <a:pt x="7627" y="5397"/>
                </a:lnTo>
                <a:lnTo>
                  <a:pt x="7625" y="5397"/>
                </a:lnTo>
                <a:lnTo>
                  <a:pt x="7624" y="5397"/>
                </a:lnTo>
                <a:lnTo>
                  <a:pt x="7624" y="5398"/>
                </a:lnTo>
                <a:lnTo>
                  <a:pt x="7624" y="5399"/>
                </a:lnTo>
                <a:lnTo>
                  <a:pt x="7625" y="5399"/>
                </a:lnTo>
                <a:lnTo>
                  <a:pt x="7625" y="5400"/>
                </a:lnTo>
                <a:lnTo>
                  <a:pt x="7624" y="5400"/>
                </a:lnTo>
                <a:lnTo>
                  <a:pt x="7624" y="5401"/>
                </a:lnTo>
                <a:lnTo>
                  <a:pt x="7624" y="5402"/>
                </a:lnTo>
                <a:lnTo>
                  <a:pt x="7624" y="5403"/>
                </a:lnTo>
                <a:lnTo>
                  <a:pt x="7625" y="5403"/>
                </a:lnTo>
                <a:lnTo>
                  <a:pt x="7627" y="5403"/>
                </a:lnTo>
                <a:lnTo>
                  <a:pt x="7628" y="5403"/>
                </a:lnTo>
                <a:lnTo>
                  <a:pt x="7628" y="5405"/>
                </a:lnTo>
                <a:lnTo>
                  <a:pt x="7627" y="5405"/>
                </a:lnTo>
                <a:lnTo>
                  <a:pt x="7626" y="5406"/>
                </a:lnTo>
                <a:lnTo>
                  <a:pt x="7627" y="5406"/>
                </a:lnTo>
                <a:lnTo>
                  <a:pt x="7627" y="5407"/>
                </a:lnTo>
                <a:lnTo>
                  <a:pt x="7628" y="5407"/>
                </a:lnTo>
                <a:lnTo>
                  <a:pt x="7627" y="5408"/>
                </a:lnTo>
                <a:lnTo>
                  <a:pt x="7627" y="5407"/>
                </a:lnTo>
                <a:lnTo>
                  <a:pt x="7625" y="5407"/>
                </a:lnTo>
                <a:lnTo>
                  <a:pt x="7625" y="5408"/>
                </a:lnTo>
                <a:lnTo>
                  <a:pt x="7625" y="5409"/>
                </a:lnTo>
                <a:lnTo>
                  <a:pt x="7624" y="5410"/>
                </a:lnTo>
                <a:lnTo>
                  <a:pt x="7624" y="5411"/>
                </a:lnTo>
                <a:lnTo>
                  <a:pt x="7624" y="5412"/>
                </a:lnTo>
                <a:lnTo>
                  <a:pt x="7626" y="5412"/>
                </a:lnTo>
                <a:lnTo>
                  <a:pt x="7626" y="5413"/>
                </a:lnTo>
                <a:lnTo>
                  <a:pt x="7626" y="5414"/>
                </a:lnTo>
                <a:lnTo>
                  <a:pt x="7625" y="5414"/>
                </a:lnTo>
                <a:lnTo>
                  <a:pt x="7625" y="5415"/>
                </a:lnTo>
                <a:lnTo>
                  <a:pt x="7624" y="5415"/>
                </a:lnTo>
                <a:lnTo>
                  <a:pt x="7623" y="5415"/>
                </a:lnTo>
                <a:lnTo>
                  <a:pt x="7622" y="5415"/>
                </a:lnTo>
                <a:lnTo>
                  <a:pt x="7622" y="5416"/>
                </a:lnTo>
                <a:lnTo>
                  <a:pt x="7622" y="5417"/>
                </a:lnTo>
                <a:lnTo>
                  <a:pt x="7621" y="5417"/>
                </a:lnTo>
                <a:lnTo>
                  <a:pt x="7621" y="5419"/>
                </a:lnTo>
                <a:lnTo>
                  <a:pt x="7621" y="5420"/>
                </a:lnTo>
                <a:lnTo>
                  <a:pt x="7620" y="5420"/>
                </a:lnTo>
                <a:lnTo>
                  <a:pt x="7620" y="5421"/>
                </a:lnTo>
                <a:lnTo>
                  <a:pt x="7619" y="5420"/>
                </a:lnTo>
                <a:lnTo>
                  <a:pt x="7618" y="5420"/>
                </a:lnTo>
                <a:lnTo>
                  <a:pt x="7617" y="5420"/>
                </a:lnTo>
                <a:lnTo>
                  <a:pt x="7617" y="5419"/>
                </a:lnTo>
                <a:lnTo>
                  <a:pt x="7616" y="5416"/>
                </a:lnTo>
                <a:lnTo>
                  <a:pt x="7617" y="5416"/>
                </a:lnTo>
                <a:lnTo>
                  <a:pt x="7617" y="5415"/>
                </a:lnTo>
                <a:lnTo>
                  <a:pt x="7617" y="5414"/>
                </a:lnTo>
                <a:lnTo>
                  <a:pt x="7616" y="5414"/>
                </a:lnTo>
                <a:lnTo>
                  <a:pt x="7615" y="5412"/>
                </a:lnTo>
                <a:lnTo>
                  <a:pt x="7616" y="5411"/>
                </a:lnTo>
                <a:lnTo>
                  <a:pt x="7615" y="5411"/>
                </a:lnTo>
                <a:lnTo>
                  <a:pt x="7615" y="5410"/>
                </a:lnTo>
                <a:lnTo>
                  <a:pt x="7614" y="5410"/>
                </a:lnTo>
                <a:lnTo>
                  <a:pt x="7613" y="5410"/>
                </a:lnTo>
                <a:lnTo>
                  <a:pt x="7613" y="5411"/>
                </a:lnTo>
                <a:lnTo>
                  <a:pt x="7613" y="5412"/>
                </a:lnTo>
                <a:lnTo>
                  <a:pt x="7613" y="5413"/>
                </a:lnTo>
                <a:lnTo>
                  <a:pt x="7612" y="5413"/>
                </a:lnTo>
                <a:lnTo>
                  <a:pt x="7612" y="5412"/>
                </a:lnTo>
                <a:lnTo>
                  <a:pt x="7611" y="5412"/>
                </a:lnTo>
                <a:lnTo>
                  <a:pt x="7610" y="5412"/>
                </a:lnTo>
                <a:lnTo>
                  <a:pt x="7610" y="5413"/>
                </a:lnTo>
                <a:lnTo>
                  <a:pt x="7610" y="5414"/>
                </a:lnTo>
                <a:lnTo>
                  <a:pt x="7610" y="5415"/>
                </a:lnTo>
                <a:lnTo>
                  <a:pt x="7610" y="5416"/>
                </a:lnTo>
                <a:lnTo>
                  <a:pt x="7609" y="5417"/>
                </a:lnTo>
                <a:lnTo>
                  <a:pt x="7609" y="5418"/>
                </a:lnTo>
                <a:lnTo>
                  <a:pt x="7610" y="5418"/>
                </a:lnTo>
                <a:lnTo>
                  <a:pt x="7611" y="5418"/>
                </a:lnTo>
                <a:lnTo>
                  <a:pt x="7612" y="5419"/>
                </a:lnTo>
                <a:lnTo>
                  <a:pt x="7612" y="5420"/>
                </a:lnTo>
                <a:lnTo>
                  <a:pt x="7612" y="5421"/>
                </a:lnTo>
                <a:lnTo>
                  <a:pt x="7612" y="5422"/>
                </a:lnTo>
                <a:lnTo>
                  <a:pt x="7611" y="5421"/>
                </a:lnTo>
                <a:lnTo>
                  <a:pt x="7610" y="5421"/>
                </a:lnTo>
                <a:lnTo>
                  <a:pt x="7610" y="5422"/>
                </a:lnTo>
                <a:lnTo>
                  <a:pt x="7610" y="5423"/>
                </a:lnTo>
                <a:lnTo>
                  <a:pt x="7609" y="5423"/>
                </a:lnTo>
                <a:lnTo>
                  <a:pt x="7609" y="5422"/>
                </a:lnTo>
                <a:lnTo>
                  <a:pt x="7609" y="5421"/>
                </a:lnTo>
                <a:lnTo>
                  <a:pt x="7608" y="5420"/>
                </a:lnTo>
                <a:lnTo>
                  <a:pt x="7607" y="5419"/>
                </a:lnTo>
                <a:lnTo>
                  <a:pt x="7607" y="5418"/>
                </a:lnTo>
                <a:lnTo>
                  <a:pt x="7606" y="5418"/>
                </a:lnTo>
                <a:lnTo>
                  <a:pt x="7605" y="5418"/>
                </a:lnTo>
                <a:lnTo>
                  <a:pt x="7605" y="5417"/>
                </a:lnTo>
                <a:lnTo>
                  <a:pt x="7604" y="5416"/>
                </a:lnTo>
                <a:lnTo>
                  <a:pt x="7603" y="5416"/>
                </a:lnTo>
                <a:lnTo>
                  <a:pt x="7602" y="5415"/>
                </a:lnTo>
                <a:lnTo>
                  <a:pt x="7602" y="5414"/>
                </a:lnTo>
                <a:lnTo>
                  <a:pt x="7602" y="5413"/>
                </a:lnTo>
                <a:lnTo>
                  <a:pt x="7603" y="5413"/>
                </a:lnTo>
                <a:lnTo>
                  <a:pt x="7604" y="5413"/>
                </a:lnTo>
                <a:lnTo>
                  <a:pt x="7605" y="5413"/>
                </a:lnTo>
                <a:lnTo>
                  <a:pt x="7605" y="5412"/>
                </a:lnTo>
                <a:lnTo>
                  <a:pt x="7604" y="5412"/>
                </a:lnTo>
                <a:lnTo>
                  <a:pt x="7604" y="5413"/>
                </a:lnTo>
                <a:lnTo>
                  <a:pt x="7604" y="5412"/>
                </a:lnTo>
                <a:lnTo>
                  <a:pt x="7604" y="5411"/>
                </a:lnTo>
                <a:lnTo>
                  <a:pt x="7604" y="5410"/>
                </a:lnTo>
                <a:lnTo>
                  <a:pt x="7603" y="5409"/>
                </a:lnTo>
                <a:lnTo>
                  <a:pt x="7602" y="5409"/>
                </a:lnTo>
                <a:lnTo>
                  <a:pt x="7601" y="5409"/>
                </a:lnTo>
                <a:lnTo>
                  <a:pt x="7600" y="5410"/>
                </a:lnTo>
                <a:lnTo>
                  <a:pt x="7600" y="5409"/>
                </a:lnTo>
                <a:lnTo>
                  <a:pt x="7601" y="5408"/>
                </a:lnTo>
                <a:lnTo>
                  <a:pt x="7600" y="5408"/>
                </a:lnTo>
                <a:lnTo>
                  <a:pt x="7599" y="5408"/>
                </a:lnTo>
                <a:lnTo>
                  <a:pt x="7598" y="5408"/>
                </a:lnTo>
                <a:lnTo>
                  <a:pt x="7598" y="5407"/>
                </a:lnTo>
                <a:lnTo>
                  <a:pt x="7597" y="5407"/>
                </a:lnTo>
                <a:lnTo>
                  <a:pt x="7595" y="5408"/>
                </a:lnTo>
                <a:lnTo>
                  <a:pt x="7594" y="5409"/>
                </a:lnTo>
                <a:lnTo>
                  <a:pt x="7594" y="5410"/>
                </a:lnTo>
                <a:lnTo>
                  <a:pt x="7593" y="5411"/>
                </a:lnTo>
                <a:lnTo>
                  <a:pt x="7592" y="5411"/>
                </a:lnTo>
                <a:lnTo>
                  <a:pt x="7592" y="5410"/>
                </a:lnTo>
                <a:lnTo>
                  <a:pt x="7591" y="5410"/>
                </a:lnTo>
                <a:lnTo>
                  <a:pt x="7591" y="5409"/>
                </a:lnTo>
                <a:lnTo>
                  <a:pt x="7590" y="5409"/>
                </a:lnTo>
                <a:lnTo>
                  <a:pt x="7590" y="5410"/>
                </a:lnTo>
                <a:lnTo>
                  <a:pt x="7589" y="5411"/>
                </a:lnTo>
                <a:lnTo>
                  <a:pt x="7588" y="5413"/>
                </a:lnTo>
                <a:lnTo>
                  <a:pt x="7587" y="5413"/>
                </a:lnTo>
                <a:lnTo>
                  <a:pt x="7585" y="5410"/>
                </a:lnTo>
                <a:lnTo>
                  <a:pt x="7585" y="5409"/>
                </a:lnTo>
                <a:lnTo>
                  <a:pt x="7584" y="5408"/>
                </a:lnTo>
                <a:lnTo>
                  <a:pt x="7584" y="5407"/>
                </a:lnTo>
                <a:lnTo>
                  <a:pt x="7585" y="5405"/>
                </a:lnTo>
                <a:lnTo>
                  <a:pt x="7586" y="5404"/>
                </a:lnTo>
                <a:lnTo>
                  <a:pt x="7586" y="5403"/>
                </a:lnTo>
                <a:lnTo>
                  <a:pt x="7587" y="5403"/>
                </a:lnTo>
                <a:lnTo>
                  <a:pt x="7587" y="5402"/>
                </a:lnTo>
                <a:lnTo>
                  <a:pt x="7588" y="5402"/>
                </a:lnTo>
                <a:lnTo>
                  <a:pt x="7588" y="5401"/>
                </a:lnTo>
                <a:lnTo>
                  <a:pt x="7589" y="5400"/>
                </a:lnTo>
                <a:lnTo>
                  <a:pt x="7589" y="5399"/>
                </a:lnTo>
                <a:lnTo>
                  <a:pt x="7589" y="5400"/>
                </a:lnTo>
                <a:lnTo>
                  <a:pt x="7588" y="5400"/>
                </a:lnTo>
                <a:lnTo>
                  <a:pt x="7588" y="5401"/>
                </a:lnTo>
                <a:lnTo>
                  <a:pt x="7587" y="5402"/>
                </a:lnTo>
                <a:lnTo>
                  <a:pt x="7586" y="5402"/>
                </a:lnTo>
                <a:lnTo>
                  <a:pt x="7584" y="5404"/>
                </a:lnTo>
                <a:lnTo>
                  <a:pt x="7583" y="5404"/>
                </a:lnTo>
                <a:lnTo>
                  <a:pt x="7583" y="5403"/>
                </a:lnTo>
                <a:lnTo>
                  <a:pt x="7584" y="5403"/>
                </a:lnTo>
                <a:lnTo>
                  <a:pt x="7584" y="5402"/>
                </a:lnTo>
                <a:lnTo>
                  <a:pt x="7584" y="5401"/>
                </a:lnTo>
                <a:lnTo>
                  <a:pt x="7583" y="5401"/>
                </a:lnTo>
                <a:lnTo>
                  <a:pt x="7582" y="5400"/>
                </a:lnTo>
                <a:lnTo>
                  <a:pt x="7581" y="5401"/>
                </a:lnTo>
                <a:lnTo>
                  <a:pt x="7581" y="5402"/>
                </a:lnTo>
                <a:lnTo>
                  <a:pt x="7581" y="5403"/>
                </a:lnTo>
                <a:lnTo>
                  <a:pt x="7581" y="5404"/>
                </a:lnTo>
                <a:lnTo>
                  <a:pt x="7581" y="5405"/>
                </a:lnTo>
                <a:lnTo>
                  <a:pt x="7581" y="5404"/>
                </a:lnTo>
                <a:lnTo>
                  <a:pt x="7582" y="5404"/>
                </a:lnTo>
                <a:lnTo>
                  <a:pt x="7583" y="5405"/>
                </a:lnTo>
                <a:lnTo>
                  <a:pt x="7583" y="5406"/>
                </a:lnTo>
                <a:lnTo>
                  <a:pt x="7582" y="5406"/>
                </a:lnTo>
                <a:lnTo>
                  <a:pt x="7582" y="5407"/>
                </a:lnTo>
                <a:lnTo>
                  <a:pt x="7581" y="5407"/>
                </a:lnTo>
                <a:lnTo>
                  <a:pt x="7581" y="5408"/>
                </a:lnTo>
                <a:lnTo>
                  <a:pt x="7580" y="5408"/>
                </a:lnTo>
                <a:lnTo>
                  <a:pt x="7580" y="5407"/>
                </a:lnTo>
                <a:lnTo>
                  <a:pt x="7579" y="5407"/>
                </a:lnTo>
                <a:lnTo>
                  <a:pt x="7579" y="5406"/>
                </a:lnTo>
                <a:lnTo>
                  <a:pt x="7578" y="5406"/>
                </a:lnTo>
                <a:lnTo>
                  <a:pt x="7578" y="5405"/>
                </a:lnTo>
                <a:lnTo>
                  <a:pt x="7578" y="5404"/>
                </a:lnTo>
                <a:lnTo>
                  <a:pt x="7579" y="5404"/>
                </a:lnTo>
                <a:lnTo>
                  <a:pt x="7579" y="5403"/>
                </a:lnTo>
                <a:lnTo>
                  <a:pt x="7578" y="5403"/>
                </a:lnTo>
                <a:lnTo>
                  <a:pt x="7577" y="5402"/>
                </a:lnTo>
                <a:lnTo>
                  <a:pt x="7576" y="5400"/>
                </a:lnTo>
                <a:lnTo>
                  <a:pt x="7575" y="5400"/>
                </a:lnTo>
                <a:lnTo>
                  <a:pt x="7574" y="5399"/>
                </a:lnTo>
                <a:lnTo>
                  <a:pt x="7574" y="5398"/>
                </a:lnTo>
                <a:lnTo>
                  <a:pt x="7573" y="5398"/>
                </a:lnTo>
                <a:lnTo>
                  <a:pt x="7572" y="5398"/>
                </a:lnTo>
                <a:lnTo>
                  <a:pt x="7571" y="5398"/>
                </a:lnTo>
                <a:lnTo>
                  <a:pt x="7572" y="5398"/>
                </a:lnTo>
                <a:lnTo>
                  <a:pt x="7572" y="5399"/>
                </a:lnTo>
                <a:lnTo>
                  <a:pt x="7572" y="5400"/>
                </a:lnTo>
                <a:lnTo>
                  <a:pt x="7573" y="5400"/>
                </a:lnTo>
                <a:lnTo>
                  <a:pt x="7573" y="5399"/>
                </a:lnTo>
                <a:lnTo>
                  <a:pt x="7574" y="5400"/>
                </a:lnTo>
                <a:lnTo>
                  <a:pt x="7574" y="5401"/>
                </a:lnTo>
                <a:lnTo>
                  <a:pt x="7574" y="5402"/>
                </a:lnTo>
                <a:lnTo>
                  <a:pt x="7575" y="5402"/>
                </a:lnTo>
                <a:lnTo>
                  <a:pt x="7576" y="5402"/>
                </a:lnTo>
                <a:lnTo>
                  <a:pt x="7576" y="5403"/>
                </a:lnTo>
                <a:lnTo>
                  <a:pt x="7577" y="5403"/>
                </a:lnTo>
                <a:lnTo>
                  <a:pt x="7576" y="5404"/>
                </a:lnTo>
                <a:lnTo>
                  <a:pt x="7577" y="5406"/>
                </a:lnTo>
                <a:lnTo>
                  <a:pt x="7577" y="5407"/>
                </a:lnTo>
                <a:lnTo>
                  <a:pt x="7576" y="5407"/>
                </a:lnTo>
                <a:lnTo>
                  <a:pt x="7575" y="5407"/>
                </a:lnTo>
                <a:lnTo>
                  <a:pt x="7575" y="5409"/>
                </a:lnTo>
                <a:lnTo>
                  <a:pt x="7574" y="5409"/>
                </a:lnTo>
                <a:lnTo>
                  <a:pt x="7573" y="5410"/>
                </a:lnTo>
                <a:lnTo>
                  <a:pt x="7572" y="5410"/>
                </a:lnTo>
                <a:lnTo>
                  <a:pt x="7572" y="5409"/>
                </a:lnTo>
                <a:lnTo>
                  <a:pt x="7572" y="5408"/>
                </a:lnTo>
                <a:lnTo>
                  <a:pt x="7573" y="5408"/>
                </a:lnTo>
                <a:lnTo>
                  <a:pt x="7572" y="5408"/>
                </a:lnTo>
                <a:lnTo>
                  <a:pt x="7572" y="5407"/>
                </a:lnTo>
                <a:lnTo>
                  <a:pt x="7571" y="5408"/>
                </a:lnTo>
                <a:lnTo>
                  <a:pt x="7570" y="5407"/>
                </a:lnTo>
                <a:lnTo>
                  <a:pt x="7569" y="5406"/>
                </a:lnTo>
                <a:lnTo>
                  <a:pt x="7569" y="5405"/>
                </a:lnTo>
                <a:lnTo>
                  <a:pt x="7569" y="5404"/>
                </a:lnTo>
                <a:lnTo>
                  <a:pt x="7568" y="5403"/>
                </a:lnTo>
                <a:lnTo>
                  <a:pt x="7567" y="5402"/>
                </a:lnTo>
                <a:lnTo>
                  <a:pt x="7567" y="5403"/>
                </a:lnTo>
                <a:lnTo>
                  <a:pt x="7568" y="5403"/>
                </a:lnTo>
                <a:lnTo>
                  <a:pt x="7568" y="5404"/>
                </a:lnTo>
                <a:lnTo>
                  <a:pt x="7568" y="5405"/>
                </a:lnTo>
                <a:lnTo>
                  <a:pt x="7567" y="5405"/>
                </a:lnTo>
                <a:lnTo>
                  <a:pt x="7565" y="5406"/>
                </a:lnTo>
                <a:lnTo>
                  <a:pt x="7564" y="5407"/>
                </a:lnTo>
                <a:lnTo>
                  <a:pt x="7565" y="5408"/>
                </a:lnTo>
                <a:lnTo>
                  <a:pt x="7566" y="5409"/>
                </a:lnTo>
                <a:lnTo>
                  <a:pt x="7567" y="5409"/>
                </a:lnTo>
                <a:lnTo>
                  <a:pt x="7568" y="5411"/>
                </a:lnTo>
                <a:lnTo>
                  <a:pt x="7567" y="5412"/>
                </a:lnTo>
                <a:lnTo>
                  <a:pt x="7566" y="5412"/>
                </a:lnTo>
                <a:lnTo>
                  <a:pt x="7566" y="5413"/>
                </a:lnTo>
                <a:lnTo>
                  <a:pt x="7566" y="5414"/>
                </a:lnTo>
                <a:lnTo>
                  <a:pt x="7566" y="5416"/>
                </a:lnTo>
                <a:lnTo>
                  <a:pt x="7566" y="5417"/>
                </a:lnTo>
                <a:lnTo>
                  <a:pt x="7565" y="5417"/>
                </a:lnTo>
                <a:lnTo>
                  <a:pt x="7566" y="5418"/>
                </a:lnTo>
                <a:lnTo>
                  <a:pt x="7566" y="5419"/>
                </a:lnTo>
                <a:lnTo>
                  <a:pt x="7565" y="5419"/>
                </a:lnTo>
                <a:lnTo>
                  <a:pt x="7565" y="5420"/>
                </a:lnTo>
                <a:lnTo>
                  <a:pt x="7566" y="5420"/>
                </a:lnTo>
                <a:lnTo>
                  <a:pt x="7567" y="5420"/>
                </a:lnTo>
                <a:lnTo>
                  <a:pt x="7567" y="5419"/>
                </a:lnTo>
                <a:lnTo>
                  <a:pt x="7568" y="5420"/>
                </a:lnTo>
                <a:lnTo>
                  <a:pt x="7568" y="5421"/>
                </a:lnTo>
                <a:lnTo>
                  <a:pt x="7568" y="5422"/>
                </a:lnTo>
                <a:lnTo>
                  <a:pt x="7569" y="5421"/>
                </a:lnTo>
                <a:lnTo>
                  <a:pt x="7569" y="5420"/>
                </a:lnTo>
                <a:lnTo>
                  <a:pt x="7569" y="5416"/>
                </a:lnTo>
                <a:lnTo>
                  <a:pt x="7569" y="5415"/>
                </a:lnTo>
                <a:lnTo>
                  <a:pt x="7569" y="5413"/>
                </a:lnTo>
                <a:lnTo>
                  <a:pt x="7570" y="5412"/>
                </a:lnTo>
                <a:lnTo>
                  <a:pt x="7572" y="5411"/>
                </a:lnTo>
                <a:lnTo>
                  <a:pt x="7572" y="5410"/>
                </a:lnTo>
                <a:lnTo>
                  <a:pt x="7572" y="5411"/>
                </a:lnTo>
                <a:lnTo>
                  <a:pt x="7573" y="5412"/>
                </a:lnTo>
                <a:lnTo>
                  <a:pt x="7575" y="5411"/>
                </a:lnTo>
                <a:lnTo>
                  <a:pt x="7577" y="5410"/>
                </a:lnTo>
                <a:lnTo>
                  <a:pt x="7577" y="5409"/>
                </a:lnTo>
                <a:lnTo>
                  <a:pt x="7579" y="5409"/>
                </a:lnTo>
                <a:lnTo>
                  <a:pt x="7580" y="5409"/>
                </a:lnTo>
                <a:lnTo>
                  <a:pt x="7581" y="5410"/>
                </a:lnTo>
                <a:lnTo>
                  <a:pt x="7581" y="5411"/>
                </a:lnTo>
                <a:lnTo>
                  <a:pt x="7582" y="5412"/>
                </a:lnTo>
                <a:lnTo>
                  <a:pt x="7583" y="5413"/>
                </a:lnTo>
                <a:lnTo>
                  <a:pt x="7584" y="5413"/>
                </a:lnTo>
                <a:lnTo>
                  <a:pt x="7585" y="5413"/>
                </a:lnTo>
                <a:lnTo>
                  <a:pt x="7586" y="5413"/>
                </a:lnTo>
                <a:lnTo>
                  <a:pt x="7586" y="5414"/>
                </a:lnTo>
                <a:lnTo>
                  <a:pt x="7585" y="5414"/>
                </a:lnTo>
                <a:lnTo>
                  <a:pt x="7587" y="5416"/>
                </a:lnTo>
                <a:lnTo>
                  <a:pt x="7589" y="5417"/>
                </a:lnTo>
                <a:lnTo>
                  <a:pt x="7590" y="5416"/>
                </a:lnTo>
                <a:lnTo>
                  <a:pt x="7590" y="5415"/>
                </a:lnTo>
                <a:lnTo>
                  <a:pt x="7590" y="5414"/>
                </a:lnTo>
                <a:lnTo>
                  <a:pt x="7590" y="5413"/>
                </a:lnTo>
                <a:lnTo>
                  <a:pt x="7591" y="5413"/>
                </a:lnTo>
                <a:lnTo>
                  <a:pt x="7592" y="5412"/>
                </a:lnTo>
                <a:lnTo>
                  <a:pt x="7593" y="5412"/>
                </a:lnTo>
                <a:lnTo>
                  <a:pt x="7594" y="5412"/>
                </a:lnTo>
                <a:lnTo>
                  <a:pt x="7595" y="5412"/>
                </a:lnTo>
                <a:lnTo>
                  <a:pt x="7595" y="5411"/>
                </a:lnTo>
                <a:lnTo>
                  <a:pt x="7595" y="5410"/>
                </a:lnTo>
                <a:lnTo>
                  <a:pt x="7596" y="5409"/>
                </a:lnTo>
                <a:lnTo>
                  <a:pt x="7597" y="5409"/>
                </a:lnTo>
                <a:lnTo>
                  <a:pt x="7597" y="5410"/>
                </a:lnTo>
                <a:lnTo>
                  <a:pt x="7598" y="5410"/>
                </a:lnTo>
                <a:lnTo>
                  <a:pt x="7598" y="5411"/>
                </a:lnTo>
                <a:lnTo>
                  <a:pt x="7599" y="5412"/>
                </a:lnTo>
                <a:lnTo>
                  <a:pt x="7600" y="5412"/>
                </a:lnTo>
                <a:lnTo>
                  <a:pt x="7600" y="5415"/>
                </a:lnTo>
                <a:lnTo>
                  <a:pt x="7601" y="5416"/>
                </a:lnTo>
                <a:lnTo>
                  <a:pt x="7601" y="5418"/>
                </a:lnTo>
                <a:lnTo>
                  <a:pt x="7602" y="5420"/>
                </a:lnTo>
                <a:lnTo>
                  <a:pt x="7603" y="5420"/>
                </a:lnTo>
                <a:lnTo>
                  <a:pt x="7604" y="5420"/>
                </a:lnTo>
                <a:lnTo>
                  <a:pt x="7603" y="5421"/>
                </a:lnTo>
                <a:lnTo>
                  <a:pt x="7603" y="5422"/>
                </a:lnTo>
                <a:lnTo>
                  <a:pt x="7604" y="5422"/>
                </a:lnTo>
                <a:lnTo>
                  <a:pt x="7605" y="5422"/>
                </a:lnTo>
                <a:lnTo>
                  <a:pt x="7605" y="5423"/>
                </a:lnTo>
                <a:lnTo>
                  <a:pt x="7606" y="5423"/>
                </a:lnTo>
                <a:lnTo>
                  <a:pt x="7608" y="5425"/>
                </a:lnTo>
                <a:lnTo>
                  <a:pt x="7608" y="5426"/>
                </a:lnTo>
                <a:lnTo>
                  <a:pt x="7611" y="5426"/>
                </a:lnTo>
                <a:lnTo>
                  <a:pt x="7612" y="5426"/>
                </a:lnTo>
                <a:lnTo>
                  <a:pt x="7612" y="5425"/>
                </a:lnTo>
                <a:lnTo>
                  <a:pt x="7613" y="5424"/>
                </a:lnTo>
                <a:lnTo>
                  <a:pt x="7614" y="5425"/>
                </a:lnTo>
                <a:lnTo>
                  <a:pt x="7613" y="5426"/>
                </a:lnTo>
                <a:lnTo>
                  <a:pt x="7612" y="5428"/>
                </a:lnTo>
                <a:lnTo>
                  <a:pt x="7611" y="5428"/>
                </a:lnTo>
                <a:lnTo>
                  <a:pt x="7610" y="5427"/>
                </a:lnTo>
                <a:lnTo>
                  <a:pt x="7609" y="5427"/>
                </a:lnTo>
                <a:lnTo>
                  <a:pt x="7609" y="5428"/>
                </a:lnTo>
                <a:lnTo>
                  <a:pt x="7608" y="5428"/>
                </a:lnTo>
                <a:lnTo>
                  <a:pt x="7607" y="5429"/>
                </a:lnTo>
                <a:lnTo>
                  <a:pt x="7605" y="5429"/>
                </a:lnTo>
                <a:lnTo>
                  <a:pt x="7604" y="5428"/>
                </a:lnTo>
                <a:lnTo>
                  <a:pt x="7603" y="5428"/>
                </a:lnTo>
                <a:lnTo>
                  <a:pt x="7603" y="5429"/>
                </a:lnTo>
                <a:lnTo>
                  <a:pt x="7605" y="5430"/>
                </a:lnTo>
                <a:lnTo>
                  <a:pt x="7606" y="5430"/>
                </a:lnTo>
                <a:lnTo>
                  <a:pt x="7607" y="5430"/>
                </a:lnTo>
                <a:lnTo>
                  <a:pt x="7609" y="5431"/>
                </a:lnTo>
                <a:lnTo>
                  <a:pt x="7610" y="5431"/>
                </a:lnTo>
                <a:lnTo>
                  <a:pt x="7610" y="5432"/>
                </a:lnTo>
                <a:lnTo>
                  <a:pt x="7609" y="5432"/>
                </a:lnTo>
                <a:lnTo>
                  <a:pt x="7608" y="5432"/>
                </a:lnTo>
                <a:lnTo>
                  <a:pt x="7606" y="5433"/>
                </a:lnTo>
                <a:lnTo>
                  <a:pt x="7605" y="5433"/>
                </a:lnTo>
                <a:lnTo>
                  <a:pt x="7604" y="5433"/>
                </a:lnTo>
                <a:lnTo>
                  <a:pt x="7603" y="5432"/>
                </a:lnTo>
                <a:lnTo>
                  <a:pt x="7603" y="5433"/>
                </a:lnTo>
                <a:lnTo>
                  <a:pt x="7602" y="5434"/>
                </a:lnTo>
                <a:lnTo>
                  <a:pt x="7602" y="5435"/>
                </a:lnTo>
                <a:lnTo>
                  <a:pt x="7604" y="5435"/>
                </a:lnTo>
                <a:lnTo>
                  <a:pt x="7603" y="5436"/>
                </a:lnTo>
                <a:lnTo>
                  <a:pt x="7603" y="5437"/>
                </a:lnTo>
                <a:lnTo>
                  <a:pt x="7603" y="5438"/>
                </a:lnTo>
                <a:lnTo>
                  <a:pt x="7604" y="5439"/>
                </a:lnTo>
                <a:lnTo>
                  <a:pt x="7605" y="5438"/>
                </a:lnTo>
                <a:lnTo>
                  <a:pt x="7606" y="5438"/>
                </a:lnTo>
                <a:lnTo>
                  <a:pt x="7607" y="5438"/>
                </a:lnTo>
                <a:lnTo>
                  <a:pt x="7607" y="5437"/>
                </a:lnTo>
                <a:lnTo>
                  <a:pt x="7608" y="5437"/>
                </a:lnTo>
                <a:lnTo>
                  <a:pt x="7606" y="5439"/>
                </a:lnTo>
                <a:lnTo>
                  <a:pt x="7606" y="5440"/>
                </a:lnTo>
                <a:lnTo>
                  <a:pt x="7605" y="5440"/>
                </a:lnTo>
                <a:lnTo>
                  <a:pt x="7605" y="5439"/>
                </a:lnTo>
                <a:lnTo>
                  <a:pt x="7604" y="5439"/>
                </a:lnTo>
                <a:lnTo>
                  <a:pt x="7602" y="5439"/>
                </a:lnTo>
                <a:lnTo>
                  <a:pt x="7601" y="5439"/>
                </a:lnTo>
                <a:lnTo>
                  <a:pt x="7600" y="5439"/>
                </a:lnTo>
                <a:lnTo>
                  <a:pt x="7599" y="5439"/>
                </a:lnTo>
                <a:lnTo>
                  <a:pt x="7595" y="5439"/>
                </a:lnTo>
                <a:lnTo>
                  <a:pt x="7594" y="5438"/>
                </a:lnTo>
                <a:lnTo>
                  <a:pt x="7593" y="5438"/>
                </a:lnTo>
                <a:lnTo>
                  <a:pt x="7592" y="5438"/>
                </a:lnTo>
                <a:lnTo>
                  <a:pt x="7591" y="5440"/>
                </a:lnTo>
                <a:lnTo>
                  <a:pt x="7590" y="5440"/>
                </a:lnTo>
                <a:lnTo>
                  <a:pt x="7589" y="5440"/>
                </a:lnTo>
                <a:lnTo>
                  <a:pt x="7589" y="5439"/>
                </a:lnTo>
                <a:lnTo>
                  <a:pt x="7587" y="5438"/>
                </a:lnTo>
                <a:lnTo>
                  <a:pt x="7587" y="5439"/>
                </a:lnTo>
                <a:lnTo>
                  <a:pt x="7586" y="5439"/>
                </a:lnTo>
                <a:lnTo>
                  <a:pt x="7585" y="5439"/>
                </a:lnTo>
                <a:lnTo>
                  <a:pt x="7584" y="5438"/>
                </a:lnTo>
                <a:lnTo>
                  <a:pt x="7585" y="5438"/>
                </a:lnTo>
                <a:lnTo>
                  <a:pt x="7585" y="5437"/>
                </a:lnTo>
                <a:lnTo>
                  <a:pt x="7583" y="5437"/>
                </a:lnTo>
                <a:lnTo>
                  <a:pt x="7582" y="5438"/>
                </a:lnTo>
                <a:lnTo>
                  <a:pt x="7582" y="5439"/>
                </a:lnTo>
                <a:lnTo>
                  <a:pt x="7582" y="5440"/>
                </a:lnTo>
                <a:lnTo>
                  <a:pt x="7583" y="5441"/>
                </a:lnTo>
                <a:lnTo>
                  <a:pt x="7583" y="5442"/>
                </a:lnTo>
                <a:lnTo>
                  <a:pt x="7584" y="5442"/>
                </a:lnTo>
                <a:lnTo>
                  <a:pt x="7584" y="5441"/>
                </a:lnTo>
                <a:lnTo>
                  <a:pt x="7585" y="5441"/>
                </a:lnTo>
                <a:lnTo>
                  <a:pt x="7586" y="5441"/>
                </a:lnTo>
                <a:lnTo>
                  <a:pt x="7587" y="5442"/>
                </a:lnTo>
                <a:lnTo>
                  <a:pt x="7588" y="5443"/>
                </a:lnTo>
                <a:lnTo>
                  <a:pt x="7588" y="5445"/>
                </a:lnTo>
                <a:lnTo>
                  <a:pt x="7587" y="5445"/>
                </a:lnTo>
                <a:lnTo>
                  <a:pt x="7587" y="5446"/>
                </a:lnTo>
                <a:lnTo>
                  <a:pt x="7588" y="5447"/>
                </a:lnTo>
                <a:lnTo>
                  <a:pt x="7588" y="5448"/>
                </a:lnTo>
                <a:lnTo>
                  <a:pt x="7588" y="5449"/>
                </a:lnTo>
                <a:lnTo>
                  <a:pt x="7589" y="5449"/>
                </a:lnTo>
                <a:lnTo>
                  <a:pt x="7590" y="5449"/>
                </a:lnTo>
                <a:lnTo>
                  <a:pt x="7590" y="5450"/>
                </a:lnTo>
                <a:lnTo>
                  <a:pt x="7591" y="5450"/>
                </a:lnTo>
                <a:lnTo>
                  <a:pt x="7591" y="5451"/>
                </a:lnTo>
                <a:lnTo>
                  <a:pt x="7590" y="5451"/>
                </a:lnTo>
                <a:lnTo>
                  <a:pt x="7589" y="5452"/>
                </a:lnTo>
                <a:lnTo>
                  <a:pt x="7588" y="5452"/>
                </a:lnTo>
                <a:lnTo>
                  <a:pt x="7587" y="5451"/>
                </a:lnTo>
                <a:lnTo>
                  <a:pt x="7587" y="5450"/>
                </a:lnTo>
                <a:lnTo>
                  <a:pt x="7586" y="5449"/>
                </a:lnTo>
                <a:lnTo>
                  <a:pt x="7584" y="5447"/>
                </a:lnTo>
                <a:lnTo>
                  <a:pt x="7584" y="5449"/>
                </a:lnTo>
                <a:lnTo>
                  <a:pt x="7584" y="5450"/>
                </a:lnTo>
                <a:lnTo>
                  <a:pt x="7584" y="5449"/>
                </a:lnTo>
                <a:lnTo>
                  <a:pt x="7584" y="5450"/>
                </a:lnTo>
                <a:lnTo>
                  <a:pt x="7583" y="5450"/>
                </a:lnTo>
                <a:lnTo>
                  <a:pt x="7583" y="5451"/>
                </a:lnTo>
                <a:lnTo>
                  <a:pt x="7584" y="5452"/>
                </a:lnTo>
                <a:lnTo>
                  <a:pt x="7585" y="5452"/>
                </a:lnTo>
                <a:lnTo>
                  <a:pt x="7584" y="5452"/>
                </a:lnTo>
                <a:lnTo>
                  <a:pt x="7583" y="5452"/>
                </a:lnTo>
                <a:lnTo>
                  <a:pt x="7582" y="5452"/>
                </a:lnTo>
                <a:lnTo>
                  <a:pt x="7583" y="5453"/>
                </a:lnTo>
                <a:lnTo>
                  <a:pt x="7582" y="5454"/>
                </a:lnTo>
                <a:lnTo>
                  <a:pt x="7582" y="5455"/>
                </a:lnTo>
                <a:lnTo>
                  <a:pt x="7583" y="5455"/>
                </a:lnTo>
                <a:lnTo>
                  <a:pt x="7584" y="5454"/>
                </a:lnTo>
                <a:lnTo>
                  <a:pt x="7584" y="5455"/>
                </a:lnTo>
                <a:lnTo>
                  <a:pt x="7585" y="5455"/>
                </a:lnTo>
                <a:lnTo>
                  <a:pt x="7585" y="5454"/>
                </a:lnTo>
                <a:lnTo>
                  <a:pt x="7586" y="5454"/>
                </a:lnTo>
                <a:lnTo>
                  <a:pt x="7586" y="5455"/>
                </a:lnTo>
                <a:lnTo>
                  <a:pt x="7587" y="5457"/>
                </a:lnTo>
                <a:lnTo>
                  <a:pt x="7587" y="5458"/>
                </a:lnTo>
                <a:lnTo>
                  <a:pt x="7587" y="5459"/>
                </a:lnTo>
                <a:lnTo>
                  <a:pt x="7587" y="5460"/>
                </a:lnTo>
                <a:lnTo>
                  <a:pt x="7588" y="5460"/>
                </a:lnTo>
                <a:lnTo>
                  <a:pt x="7588" y="5461"/>
                </a:lnTo>
                <a:lnTo>
                  <a:pt x="7587" y="5462"/>
                </a:lnTo>
                <a:lnTo>
                  <a:pt x="7586" y="5462"/>
                </a:lnTo>
                <a:lnTo>
                  <a:pt x="7586" y="5463"/>
                </a:lnTo>
                <a:lnTo>
                  <a:pt x="7585" y="5463"/>
                </a:lnTo>
                <a:lnTo>
                  <a:pt x="7584" y="5463"/>
                </a:lnTo>
                <a:lnTo>
                  <a:pt x="7585" y="5464"/>
                </a:lnTo>
                <a:lnTo>
                  <a:pt x="7584" y="5464"/>
                </a:lnTo>
                <a:lnTo>
                  <a:pt x="7583" y="5465"/>
                </a:lnTo>
                <a:lnTo>
                  <a:pt x="7582" y="5465"/>
                </a:lnTo>
                <a:lnTo>
                  <a:pt x="7581" y="5465"/>
                </a:lnTo>
                <a:lnTo>
                  <a:pt x="7581" y="5466"/>
                </a:lnTo>
                <a:lnTo>
                  <a:pt x="7580" y="5466"/>
                </a:lnTo>
                <a:lnTo>
                  <a:pt x="7579" y="5466"/>
                </a:lnTo>
                <a:lnTo>
                  <a:pt x="7579" y="5467"/>
                </a:lnTo>
                <a:lnTo>
                  <a:pt x="7578" y="5466"/>
                </a:lnTo>
                <a:lnTo>
                  <a:pt x="7577" y="5466"/>
                </a:lnTo>
                <a:lnTo>
                  <a:pt x="7576" y="5466"/>
                </a:lnTo>
                <a:lnTo>
                  <a:pt x="7576" y="5467"/>
                </a:lnTo>
                <a:lnTo>
                  <a:pt x="7575" y="5467"/>
                </a:lnTo>
                <a:lnTo>
                  <a:pt x="7574" y="5467"/>
                </a:lnTo>
                <a:lnTo>
                  <a:pt x="7573" y="5467"/>
                </a:lnTo>
                <a:lnTo>
                  <a:pt x="7574" y="5467"/>
                </a:lnTo>
                <a:lnTo>
                  <a:pt x="7574" y="5468"/>
                </a:lnTo>
                <a:lnTo>
                  <a:pt x="7575" y="5468"/>
                </a:lnTo>
                <a:lnTo>
                  <a:pt x="7575" y="5467"/>
                </a:lnTo>
                <a:lnTo>
                  <a:pt x="7576" y="5467"/>
                </a:lnTo>
                <a:lnTo>
                  <a:pt x="7576" y="5468"/>
                </a:lnTo>
                <a:lnTo>
                  <a:pt x="7575" y="5468"/>
                </a:lnTo>
                <a:lnTo>
                  <a:pt x="7574" y="5469"/>
                </a:lnTo>
                <a:lnTo>
                  <a:pt x="7575" y="5470"/>
                </a:lnTo>
                <a:lnTo>
                  <a:pt x="7574" y="5471"/>
                </a:lnTo>
                <a:lnTo>
                  <a:pt x="7576" y="5471"/>
                </a:lnTo>
                <a:lnTo>
                  <a:pt x="7578" y="5470"/>
                </a:lnTo>
                <a:lnTo>
                  <a:pt x="7579" y="5469"/>
                </a:lnTo>
                <a:lnTo>
                  <a:pt x="7580" y="5468"/>
                </a:lnTo>
                <a:lnTo>
                  <a:pt x="7582" y="5467"/>
                </a:lnTo>
                <a:lnTo>
                  <a:pt x="7583" y="5468"/>
                </a:lnTo>
                <a:lnTo>
                  <a:pt x="7584" y="5468"/>
                </a:lnTo>
                <a:lnTo>
                  <a:pt x="7584" y="5469"/>
                </a:lnTo>
                <a:lnTo>
                  <a:pt x="7583" y="5470"/>
                </a:lnTo>
                <a:lnTo>
                  <a:pt x="7583" y="5471"/>
                </a:lnTo>
                <a:lnTo>
                  <a:pt x="7584" y="5472"/>
                </a:lnTo>
                <a:lnTo>
                  <a:pt x="7584" y="5473"/>
                </a:lnTo>
                <a:lnTo>
                  <a:pt x="7585" y="5473"/>
                </a:lnTo>
                <a:lnTo>
                  <a:pt x="7584" y="5476"/>
                </a:lnTo>
                <a:lnTo>
                  <a:pt x="7583" y="5477"/>
                </a:lnTo>
                <a:lnTo>
                  <a:pt x="7583" y="5478"/>
                </a:lnTo>
                <a:lnTo>
                  <a:pt x="7583" y="5479"/>
                </a:lnTo>
                <a:lnTo>
                  <a:pt x="7582" y="5479"/>
                </a:lnTo>
                <a:lnTo>
                  <a:pt x="7582" y="5478"/>
                </a:lnTo>
                <a:lnTo>
                  <a:pt x="7581" y="5478"/>
                </a:lnTo>
                <a:lnTo>
                  <a:pt x="7581" y="5477"/>
                </a:lnTo>
                <a:lnTo>
                  <a:pt x="7580" y="5478"/>
                </a:lnTo>
                <a:lnTo>
                  <a:pt x="7579" y="5478"/>
                </a:lnTo>
                <a:lnTo>
                  <a:pt x="7578" y="5478"/>
                </a:lnTo>
                <a:lnTo>
                  <a:pt x="7577" y="5478"/>
                </a:lnTo>
                <a:lnTo>
                  <a:pt x="7576" y="5479"/>
                </a:lnTo>
                <a:lnTo>
                  <a:pt x="7575" y="5478"/>
                </a:lnTo>
                <a:lnTo>
                  <a:pt x="7574" y="5477"/>
                </a:lnTo>
                <a:lnTo>
                  <a:pt x="7573" y="5477"/>
                </a:lnTo>
                <a:lnTo>
                  <a:pt x="7572" y="5477"/>
                </a:lnTo>
                <a:lnTo>
                  <a:pt x="7571" y="5477"/>
                </a:lnTo>
                <a:lnTo>
                  <a:pt x="7569" y="5479"/>
                </a:lnTo>
                <a:lnTo>
                  <a:pt x="7568" y="5479"/>
                </a:lnTo>
                <a:lnTo>
                  <a:pt x="7566" y="5479"/>
                </a:lnTo>
                <a:lnTo>
                  <a:pt x="7565" y="5480"/>
                </a:lnTo>
                <a:lnTo>
                  <a:pt x="7565" y="5481"/>
                </a:lnTo>
                <a:lnTo>
                  <a:pt x="7565" y="5480"/>
                </a:lnTo>
                <a:lnTo>
                  <a:pt x="7565" y="5479"/>
                </a:lnTo>
                <a:lnTo>
                  <a:pt x="7564" y="5479"/>
                </a:lnTo>
                <a:lnTo>
                  <a:pt x="7563" y="5479"/>
                </a:lnTo>
                <a:lnTo>
                  <a:pt x="7562" y="5478"/>
                </a:lnTo>
                <a:lnTo>
                  <a:pt x="7561" y="5479"/>
                </a:lnTo>
                <a:lnTo>
                  <a:pt x="7561" y="5480"/>
                </a:lnTo>
                <a:lnTo>
                  <a:pt x="7562" y="5481"/>
                </a:lnTo>
                <a:lnTo>
                  <a:pt x="7561" y="5482"/>
                </a:lnTo>
                <a:lnTo>
                  <a:pt x="7562" y="5483"/>
                </a:lnTo>
                <a:lnTo>
                  <a:pt x="7563" y="5484"/>
                </a:lnTo>
                <a:lnTo>
                  <a:pt x="7563" y="5485"/>
                </a:lnTo>
                <a:lnTo>
                  <a:pt x="7563" y="5486"/>
                </a:lnTo>
                <a:lnTo>
                  <a:pt x="7563" y="5487"/>
                </a:lnTo>
                <a:lnTo>
                  <a:pt x="7562" y="5489"/>
                </a:lnTo>
                <a:lnTo>
                  <a:pt x="7561" y="5490"/>
                </a:lnTo>
                <a:lnTo>
                  <a:pt x="7560" y="5490"/>
                </a:lnTo>
                <a:lnTo>
                  <a:pt x="7559" y="5490"/>
                </a:lnTo>
                <a:lnTo>
                  <a:pt x="7559" y="5489"/>
                </a:lnTo>
                <a:lnTo>
                  <a:pt x="7558" y="5489"/>
                </a:lnTo>
                <a:lnTo>
                  <a:pt x="7558" y="5490"/>
                </a:lnTo>
                <a:lnTo>
                  <a:pt x="7557" y="5490"/>
                </a:lnTo>
                <a:lnTo>
                  <a:pt x="7557" y="5488"/>
                </a:lnTo>
                <a:lnTo>
                  <a:pt x="7557" y="5487"/>
                </a:lnTo>
                <a:lnTo>
                  <a:pt x="7556" y="5487"/>
                </a:lnTo>
                <a:lnTo>
                  <a:pt x="7554" y="5488"/>
                </a:lnTo>
                <a:lnTo>
                  <a:pt x="7552" y="5487"/>
                </a:lnTo>
                <a:lnTo>
                  <a:pt x="7552" y="5488"/>
                </a:lnTo>
                <a:lnTo>
                  <a:pt x="7551" y="5489"/>
                </a:lnTo>
                <a:lnTo>
                  <a:pt x="7552" y="5490"/>
                </a:lnTo>
                <a:lnTo>
                  <a:pt x="7553" y="5490"/>
                </a:lnTo>
                <a:lnTo>
                  <a:pt x="7554" y="5490"/>
                </a:lnTo>
                <a:lnTo>
                  <a:pt x="7555" y="5490"/>
                </a:lnTo>
                <a:lnTo>
                  <a:pt x="7555" y="5491"/>
                </a:lnTo>
                <a:lnTo>
                  <a:pt x="7555" y="5492"/>
                </a:lnTo>
                <a:lnTo>
                  <a:pt x="7554" y="5492"/>
                </a:lnTo>
                <a:lnTo>
                  <a:pt x="7557" y="5502"/>
                </a:lnTo>
                <a:lnTo>
                  <a:pt x="7558" y="5502"/>
                </a:lnTo>
                <a:lnTo>
                  <a:pt x="7559" y="5502"/>
                </a:lnTo>
                <a:lnTo>
                  <a:pt x="7561" y="5502"/>
                </a:lnTo>
                <a:lnTo>
                  <a:pt x="7561" y="5503"/>
                </a:lnTo>
                <a:lnTo>
                  <a:pt x="7560" y="5503"/>
                </a:lnTo>
                <a:lnTo>
                  <a:pt x="7561" y="5503"/>
                </a:lnTo>
                <a:lnTo>
                  <a:pt x="7561" y="5504"/>
                </a:lnTo>
                <a:lnTo>
                  <a:pt x="7561" y="5505"/>
                </a:lnTo>
                <a:lnTo>
                  <a:pt x="7562" y="5506"/>
                </a:lnTo>
                <a:lnTo>
                  <a:pt x="7563" y="5507"/>
                </a:lnTo>
                <a:lnTo>
                  <a:pt x="7564" y="5507"/>
                </a:lnTo>
                <a:lnTo>
                  <a:pt x="7564" y="5506"/>
                </a:lnTo>
                <a:lnTo>
                  <a:pt x="7565" y="5506"/>
                </a:lnTo>
                <a:lnTo>
                  <a:pt x="7566" y="5505"/>
                </a:lnTo>
                <a:lnTo>
                  <a:pt x="7567" y="5505"/>
                </a:lnTo>
                <a:lnTo>
                  <a:pt x="7566" y="5506"/>
                </a:lnTo>
                <a:lnTo>
                  <a:pt x="7567" y="5507"/>
                </a:lnTo>
                <a:lnTo>
                  <a:pt x="7567" y="5506"/>
                </a:lnTo>
                <a:lnTo>
                  <a:pt x="7568" y="5506"/>
                </a:lnTo>
                <a:lnTo>
                  <a:pt x="7569" y="5505"/>
                </a:lnTo>
                <a:lnTo>
                  <a:pt x="7570" y="5505"/>
                </a:lnTo>
                <a:lnTo>
                  <a:pt x="7570" y="5506"/>
                </a:lnTo>
                <a:lnTo>
                  <a:pt x="7569" y="5506"/>
                </a:lnTo>
                <a:lnTo>
                  <a:pt x="7568" y="5508"/>
                </a:lnTo>
                <a:lnTo>
                  <a:pt x="7567" y="5508"/>
                </a:lnTo>
                <a:lnTo>
                  <a:pt x="7566" y="5509"/>
                </a:lnTo>
                <a:lnTo>
                  <a:pt x="7566" y="5510"/>
                </a:lnTo>
                <a:lnTo>
                  <a:pt x="7566" y="5512"/>
                </a:lnTo>
                <a:lnTo>
                  <a:pt x="7565" y="5512"/>
                </a:lnTo>
                <a:lnTo>
                  <a:pt x="7565" y="5513"/>
                </a:lnTo>
                <a:lnTo>
                  <a:pt x="7564" y="5513"/>
                </a:lnTo>
                <a:lnTo>
                  <a:pt x="7564" y="5514"/>
                </a:lnTo>
                <a:lnTo>
                  <a:pt x="7564" y="5515"/>
                </a:lnTo>
                <a:lnTo>
                  <a:pt x="7564" y="5516"/>
                </a:lnTo>
                <a:lnTo>
                  <a:pt x="7565" y="5516"/>
                </a:lnTo>
                <a:lnTo>
                  <a:pt x="7566" y="5516"/>
                </a:lnTo>
                <a:lnTo>
                  <a:pt x="7566" y="5517"/>
                </a:lnTo>
                <a:lnTo>
                  <a:pt x="7566" y="5518"/>
                </a:lnTo>
                <a:lnTo>
                  <a:pt x="7567" y="5518"/>
                </a:lnTo>
                <a:lnTo>
                  <a:pt x="7567" y="5519"/>
                </a:lnTo>
                <a:lnTo>
                  <a:pt x="7568" y="5519"/>
                </a:lnTo>
                <a:lnTo>
                  <a:pt x="7568" y="5518"/>
                </a:lnTo>
                <a:lnTo>
                  <a:pt x="7570" y="5517"/>
                </a:lnTo>
                <a:lnTo>
                  <a:pt x="7571" y="5517"/>
                </a:lnTo>
                <a:lnTo>
                  <a:pt x="7573" y="5516"/>
                </a:lnTo>
                <a:lnTo>
                  <a:pt x="7573" y="5517"/>
                </a:lnTo>
                <a:lnTo>
                  <a:pt x="7572" y="5518"/>
                </a:lnTo>
                <a:lnTo>
                  <a:pt x="7571" y="5518"/>
                </a:lnTo>
                <a:lnTo>
                  <a:pt x="7571" y="5519"/>
                </a:lnTo>
                <a:lnTo>
                  <a:pt x="7572" y="5519"/>
                </a:lnTo>
                <a:lnTo>
                  <a:pt x="7573" y="5519"/>
                </a:lnTo>
                <a:lnTo>
                  <a:pt x="7574" y="5518"/>
                </a:lnTo>
                <a:lnTo>
                  <a:pt x="7575" y="5518"/>
                </a:lnTo>
                <a:lnTo>
                  <a:pt x="7576" y="5519"/>
                </a:lnTo>
                <a:lnTo>
                  <a:pt x="7575" y="5520"/>
                </a:lnTo>
                <a:lnTo>
                  <a:pt x="7573" y="5522"/>
                </a:lnTo>
                <a:lnTo>
                  <a:pt x="7572" y="5522"/>
                </a:lnTo>
                <a:lnTo>
                  <a:pt x="7571" y="5522"/>
                </a:lnTo>
                <a:lnTo>
                  <a:pt x="7571" y="5523"/>
                </a:lnTo>
                <a:lnTo>
                  <a:pt x="7570" y="5523"/>
                </a:lnTo>
                <a:lnTo>
                  <a:pt x="7569" y="5523"/>
                </a:lnTo>
                <a:lnTo>
                  <a:pt x="7569" y="5524"/>
                </a:lnTo>
                <a:lnTo>
                  <a:pt x="7568" y="5526"/>
                </a:lnTo>
                <a:lnTo>
                  <a:pt x="7567" y="5526"/>
                </a:lnTo>
                <a:lnTo>
                  <a:pt x="7567" y="5527"/>
                </a:lnTo>
                <a:lnTo>
                  <a:pt x="7567" y="5528"/>
                </a:lnTo>
                <a:lnTo>
                  <a:pt x="7568" y="5528"/>
                </a:lnTo>
                <a:lnTo>
                  <a:pt x="7568" y="5529"/>
                </a:lnTo>
                <a:lnTo>
                  <a:pt x="7569" y="5530"/>
                </a:lnTo>
                <a:lnTo>
                  <a:pt x="7568" y="5530"/>
                </a:lnTo>
                <a:lnTo>
                  <a:pt x="7568" y="5531"/>
                </a:lnTo>
                <a:lnTo>
                  <a:pt x="7569" y="5532"/>
                </a:lnTo>
                <a:lnTo>
                  <a:pt x="7569" y="5533"/>
                </a:lnTo>
                <a:lnTo>
                  <a:pt x="7570" y="5534"/>
                </a:lnTo>
                <a:lnTo>
                  <a:pt x="7570" y="5535"/>
                </a:lnTo>
                <a:lnTo>
                  <a:pt x="7569" y="5536"/>
                </a:lnTo>
                <a:lnTo>
                  <a:pt x="7569" y="5537"/>
                </a:lnTo>
                <a:lnTo>
                  <a:pt x="7570" y="5537"/>
                </a:lnTo>
                <a:lnTo>
                  <a:pt x="7571" y="5537"/>
                </a:lnTo>
                <a:lnTo>
                  <a:pt x="7572" y="5536"/>
                </a:lnTo>
                <a:lnTo>
                  <a:pt x="7573" y="5535"/>
                </a:lnTo>
                <a:lnTo>
                  <a:pt x="7574" y="5535"/>
                </a:lnTo>
                <a:lnTo>
                  <a:pt x="7573" y="5536"/>
                </a:lnTo>
                <a:lnTo>
                  <a:pt x="7572" y="5537"/>
                </a:lnTo>
                <a:lnTo>
                  <a:pt x="7572" y="5538"/>
                </a:lnTo>
                <a:lnTo>
                  <a:pt x="7570" y="5540"/>
                </a:lnTo>
                <a:lnTo>
                  <a:pt x="7569" y="5540"/>
                </a:lnTo>
                <a:lnTo>
                  <a:pt x="7569" y="5541"/>
                </a:lnTo>
                <a:lnTo>
                  <a:pt x="7568" y="5542"/>
                </a:lnTo>
                <a:lnTo>
                  <a:pt x="7567" y="5542"/>
                </a:lnTo>
                <a:lnTo>
                  <a:pt x="7565" y="5541"/>
                </a:lnTo>
                <a:lnTo>
                  <a:pt x="7565" y="5540"/>
                </a:lnTo>
                <a:lnTo>
                  <a:pt x="7566" y="5540"/>
                </a:lnTo>
                <a:lnTo>
                  <a:pt x="7566" y="5538"/>
                </a:lnTo>
                <a:lnTo>
                  <a:pt x="7566" y="5537"/>
                </a:lnTo>
                <a:lnTo>
                  <a:pt x="7565" y="5536"/>
                </a:lnTo>
                <a:lnTo>
                  <a:pt x="7565" y="5537"/>
                </a:lnTo>
                <a:lnTo>
                  <a:pt x="7564" y="5537"/>
                </a:lnTo>
                <a:lnTo>
                  <a:pt x="7562" y="5538"/>
                </a:lnTo>
                <a:lnTo>
                  <a:pt x="7562" y="5539"/>
                </a:lnTo>
                <a:lnTo>
                  <a:pt x="7561" y="5540"/>
                </a:lnTo>
                <a:lnTo>
                  <a:pt x="7561" y="5541"/>
                </a:lnTo>
                <a:lnTo>
                  <a:pt x="7559" y="5542"/>
                </a:lnTo>
                <a:lnTo>
                  <a:pt x="7558" y="5543"/>
                </a:lnTo>
                <a:lnTo>
                  <a:pt x="7557" y="5543"/>
                </a:lnTo>
                <a:lnTo>
                  <a:pt x="7554" y="5545"/>
                </a:lnTo>
                <a:lnTo>
                  <a:pt x="7554" y="5546"/>
                </a:lnTo>
                <a:lnTo>
                  <a:pt x="7554" y="5547"/>
                </a:lnTo>
                <a:lnTo>
                  <a:pt x="7553" y="5547"/>
                </a:lnTo>
                <a:lnTo>
                  <a:pt x="7552" y="5547"/>
                </a:lnTo>
                <a:lnTo>
                  <a:pt x="7551" y="5548"/>
                </a:lnTo>
                <a:lnTo>
                  <a:pt x="7550" y="5548"/>
                </a:lnTo>
                <a:lnTo>
                  <a:pt x="7549" y="5548"/>
                </a:lnTo>
                <a:lnTo>
                  <a:pt x="7547" y="5548"/>
                </a:lnTo>
                <a:lnTo>
                  <a:pt x="7546" y="5548"/>
                </a:lnTo>
                <a:lnTo>
                  <a:pt x="7545" y="5547"/>
                </a:lnTo>
                <a:lnTo>
                  <a:pt x="7544" y="5547"/>
                </a:lnTo>
                <a:lnTo>
                  <a:pt x="7544" y="5548"/>
                </a:lnTo>
                <a:lnTo>
                  <a:pt x="7543" y="5549"/>
                </a:lnTo>
                <a:lnTo>
                  <a:pt x="7542" y="5550"/>
                </a:lnTo>
                <a:lnTo>
                  <a:pt x="7541" y="5551"/>
                </a:lnTo>
                <a:lnTo>
                  <a:pt x="7541" y="5552"/>
                </a:lnTo>
                <a:lnTo>
                  <a:pt x="7541" y="5553"/>
                </a:lnTo>
                <a:lnTo>
                  <a:pt x="7540" y="5554"/>
                </a:lnTo>
                <a:lnTo>
                  <a:pt x="7540" y="5555"/>
                </a:lnTo>
                <a:lnTo>
                  <a:pt x="7541" y="5556"/>
                </a:lnTo>
                <a:lnTo>
                  <a:pt x="7542" y="5557"/>
                </a:lnTo>
                <a:lnTo>
                  <a:pt x="7543" y="5557"/>
                </a:lnTo>
                <a:lnTo>
                  <a:pt x="7542" y="5558"/>
                </a:lnTo>
                <a:lnTo>
                  <a:pt x="7541" y="5558"/>
                </a:lnTo>
                <a:lnTo>
                  <a:pt x="7541" y="5559"/>
                </a:lnTo>
                <a:lnTo>
                  <a:pt x="7541" y="5560"/>
                </a:lnTo>
                <a:lnTo>
                  <a:pt x="7539" y="5561"/>
                </a:lnTo>
                <a:lnTo>
                  <a:pt x="7538" y="5560"/>
                </a:lnTo>
                <a:lnTo>
                  <a:pt x="7537" y="5562"/>
                </a:lnTo>
                <a:lnTo>
                  <a:pt x="7535" y="5563"/>
                </a:lnTo>
                <a:lnTo>
                  <a:pt x="7535" y="5564"/>
                </a:lnTo>
                <a:lnTo>
                  <a:pt x="7535" y="5565"/>
                </a:lnTo>
                <a:lnTo>
                  <a:pt x="7535" y="5566"/>
                </a:lnTo>
                <a:lnTo>
                  <a:pt x="7534" y="5567"/>
                </a:lnTo>
                <a:lnTo>
                  <a:pt x="7533" y="5568"/>
                </a:lnTo>
                <a:lnTo>
                  <a:pt x="7532" y="5569"/>
                </a:lnTo>
                <a:lnTo>
                  <a:pt x="7532" y="5568"/>
                </a:lnTo>
                <a:lnTo>
                  <a:pt x="7531" y="5568"/>
                </a:lnTo>
                <a:lnTo>
                  <a:pt x="7531" y="5569"/>
                </a:lnTo>
                <a:lnTo>
                  <a:pt x="7530" y="5569"/>
                </a:lnTo>
                <a:lnTo>
                  <a:pt x="7529" y="5568"/>
                </a:lnTo>
                <a:lnTo>
                  <a:pt x="7528" y="5568"/>
                </a:lnTo>
                <a:lnTo>
                  <a:pt x="7528" y="5569"/>
                </a:lnTo>
                <a:lnTo>
                  <a:pt x="7527" y="5569"/>
                </a:lnTo>
                <a:lnTo>
                  <a:pt x="7527" y="5568"/>
                </a:lnTo>
                <a:lnTo>
                  <a:pt x="7526" y="5568"/>
                </a:lnTo>
                <a:lnTo>
                  <a:pt x="7526" y="5569"/>
                </a:lnTo>
                <a:lnTo>
                  <a:pt x="7525" y="5568"/>
                </a:lnTo>
                <a:lnTo>
                  <a:pt x="7524" y="5569"/>
                </a:lnTo>
                <a:lnTo>
                  <a:pt x="7524" y="5568"/>
                </a:lnTo>
                <a:lnTo>
                  <a:pt x="7525" y="5568"/>
                </a:lnTo>
                <a:lnTo>
                  <a:pt x="7525" y="5567"/>
                </a:lnTo>
                <a:lnTo>
                  <a:pt x="7525" y="5566"/>
                </a:lnTo>
                <a:lnTo>
                  <a:pt x="7523" y="5567"/>
                </a:lnTo>
                <a:lnTo>
                  <a:pt x="7524" y="5566"/>
                </a:lnTo>
                <a:lnTo>
                  <a:pt x="7523" y="5565"/>
                </a:lnTo>
                <a:lnTo>
                  <a:pt x="7524" y="5565"/>
                </a:lnTo>
                <a:lnTo>
                  <a:pt x="7524" y="5564"/>
                </a:lnTo>
                <a:lnTo>
                  <a:pt x="7523" y="5564"/>
                </a:lnTo>
                <a:lnTo>
                  <a:pt x="7523" y="5563"/>
                </a:lnTo>
                <a:lnTo>
                  <a:pt x="7524" y="5563"/>
                </a:lnTo>
                <a:lnTo>
                  <a:pt x="7525" y="5562"/>
                </a:lnTo>
                <a:lnTo>
                  <a:pt x="7525" y="5561"/>
                </a:lnTo>
                <a:lnTo>
                  <a:pt x="7524" y="5561"/>
                </a:lnTo>
                <a:lnTo>
                  <a:pt x="7523" y="5561"/>
                </a:lnTo>
                <a:lnTo>
                  <a:pt x="7523" y="5560"/>
                </a:lnTo>
                <a:lnTo>
                  <a:pt x="7524" y="5560"/>
                </a:lnTo>
                <a:lnTo>
                  <a:pt x="7524" y="5559"/>
                </a:lnTo>
                <a:lnTo>
                  <a:pt x="7525" y="5559"/>
                </a:lnTo>
                <a:lnTo>
                  <a:pt x="7526" y="5559"/>
                </a:lnTo>
                <a:lnTo>
                  <a:pt x="7525" y="5559"/>
                </a:lnTo>
                <a:lnTo>
                  <a:pt x="7525" y="5558"/>
                </a:lnTo>
                <a:lnTo>
                  <a:pt x="7525" y="5557"/>
                </a:lnTo>
                <a:lnTo>
                  <a:pt x="7526" y="5557"/>
                </a:lnTo>
                <a:lnTo>
                  <a:pt x="7526" y="5556"/>
                </a:lnTo>
                <a:lnTo>
                  <a:pt x="7525" y="5556"/>
                </a:lnTo>
                <a:lnTo>
                  <a:pt x="7524" y="5556"/>
                </a:lnTo>
                <a:lnTo>
                  <a:pt x="7524" y="5555"/>
                </a:lnTo>
                <a:lnTo>
                  <a:pt x="7525" y="5554"/>
                </a:lnTo>
                <a:lnTo>
                  <a:pt x="7526" y="5553"/>
                </a:lnTo>
                <a:lnTo>
                  <a:pt x="7527" y="5552"/>
                </a:lnTo>
                <a:lnTo>
                  <a:pt x="7528" y="5552"/>
                </a:lnTo>
                <a:lnTo>
                  <a:pt x="7529" y="5551"/>
                </a:lnTo>
                <a:lnTo>
                  <a:pt x="7530" y="5549"/>
                </a:lnTo>
                <a:lnTo>
                  <a:pt x="7533" y="5546"/>
                </a:lnTo>
                <a:lnTo>
                  <a:pt x="7534" y="5547"/>
                </a:lnTo>
                <a:lnTo>
                  <a:pt x="7535" y="5547"/>
                </a:lnTo>
                <a:lnTo>
                  <a:pt x="7536" y="5547"/>
                </a:lnTo>
                <a:lnTo>
                  <a:pt x="7536" y="5546"/>
                </a:lnTo>
                <a:lnTo>
                  <a:pt x="7537" y="5546"/>
                </a:lnTo>
                <a:lnTo>
                  <a:pt x="7538" y="5546"/>
                </a:lnTo>
                <a:lnTo>
                  <a:pt x="7538" y="5547"/>
                </a:lnTo>
                <a:lnTo>
                  <a:pt x="7539" y="5547"/>
                </a:lnTo>
                <a:lnTo>
                  <a:pt x="7540" y="5547"/>
                </a:lnTo>
                <a:lnTo>
                  <a:pt x="7539" y="5547"/>
                </a:lnTo>
                <a:lnTo>
                  <a:pt x="7539" y="5546"/>
                </a:lnTo>
                <a:lnTo>
                  <a:pt x="7538" y="5545"/>
                </a:lnTo>
                <a:lnTo>
                  <a:pt x="7540" y="5545"/>
                </a:lnTo>
                <a:lnTo>
                  <a:pt x="7540" y="5546"/>
                </a:lnTo>
                <a:lnTo>
                  <a:pt x="7540" y="5547"/>
                </a:lnTo>
                <a:lnTo>
                  <a:pt x="7540" y="5548"/>
                </a:lnTo>
                <a:lnTo>
                  <a:pt x="7542" y="5547"/>
                </a:lnTo>
                <a:lnTo>
                  <a:pt x="7542" y="5546"/>
                </a:lnTo>
                <a:lnTo>
                  <a:pt x="7542" y="5545"/>
                </a:lnTo>
                <a:lnTo>
                  <a:pt x="7541" y="5545"/>
                </a:lnTo>
                <a:lnTo>
                  <a:pt x="7541" y="5544"/>
                </a:lnTo>
                <a:lnTo>
                  <a:pt x="7542" y="5544"/>
                </a:lnTo>
                <a:lnTo>
                  <a:pt x="7543" y="5543"/>
                </a:lnTo>
                <a:lnTo>
                  <a:pt x="7544" y="5542"/>
                </a:lnTo>
                <a:lnTo>
                  <a:pt x="7544" y="5541"/>
                </a:lnTo>
                <a:lnTo>
                  <a:pt x="7545" y="5540"/>
                </a:lnTo>
                <a:lnTo>
                  <a:pt x="7544" y="5540"/>
                </a:lnTo>
                <a:lnTo>
                  <a:pt x="7543" y="5540"/>
                </a:lnTo>
                <a:lnTo>
                  <a:pt x="7542" y="5540"/>
                </a:lnTo>
                <a:lnTo>
                  <a:pt x="7542" y="5538"/>
                </a:lnTo>
                <a:lnTo>
                  <a:pt x="7543" y="5538"/>
                </a:lnTo>
                <a:lnTo>
                  <a:pt x="7543" y="5539"/>
                </a:lnTo>
                <a:lnTo>
                  <a:pt x="7544" y="5539"/>
                </a:lnTo>
                <a:lnTo>
                  <a:pt x="7545" y="5537"/>
                </a:lnTo>
                <a:lnTo>
                  <a:pt x="7546" y="5536"/>
                </a:lnTo>
                <a:lnTo>
                  <a:pt x="7545" y="5536"/>
                </a:lnTo>
                <a:lnTo>
                  <a:pt x="7545" y="5535"/>
                </a:lnTo>
                <a:lnTo>
                  <a:pt x="7546" y="5534"/>
                </a:lnTo>
                <a:lnTo>
                  <a:pt x="7547" y="5534"/>
                </a:lnTo>
                <a:lnTo>
                  <a:pt x="7547" y="5533"/>
                </a:lnTo>
                <a:lnTo>
                  <a:pt x="7548" y="5532"/>
                </a:lnTo>
                <a:lnTo>
                  <a:pt x="7547" y="5532"/>
                </a:lnTo>
                <a:lnTo>
                  <a:pt x="7546" y="5532"/>
                </a:lnTo>
                <a:lnTo>
                  <a:pt x="7545" y="5532"/>
                </a:lnTo>
                <a:lnTo>
                  <a:pt x="7544" y="5531"/>
                </a:lnTo>
                <a:lnTo>
                  <a:pt x="7545" y="5529"/>
                </a:lnTo>
                <a:lnTo>
                  <a:pt x="7546" y="5528"/>
                </a:lnTo>
                <a:lnTo>
                  <a:pt x="7548" y="5527"/>
                </a:lnTo>
                <a:lnTo>
                  <a:pt x="7549" y="5527"/>
                </a:lnTo>
                <a:lnTo>
                  <a:pt x="7549" y="5526"/>
                </a:lnTo>
                <a:lnTo>
                  <a:pt x="7550" y="5526"/>
                </a:lnTo>
                <a:lnTo>
                  <a:pt x="7549" y="5526"/>
                </a:lnTo>
                <a:lnTo>
                  <a:pt x="7549" y="5525"/>
                </a:lnTo>
                <a:lnTo>
                  <a:pt x="7548" y="5525"/>
                </a:lnTo>
                <a:lnTo>
                  <a:pt x="7547" y="5525"/>
                </a:lnTo>
                <a:lnTo>
                  <a:pt x="7546" y="5525"/>
                </a:lnTo>
                <a:lnTo>
                  <a:pt x="7546" y="5524"/>
                </a:lnTo>
                <a:lnTo>
                  <a:pt x="7547" y="5524"/>
                </a:lnTo>
                <a:lnTo>
                  <a:pt x="7548" y="5524"/>
                </a:lnTo>
                <a:lnTo>
                  <a:pt x="7548" y="5523"/>
                </a:lnTo>
                <a:lnTo>
                  <a:pt x="7550" y="5523"/>
                </a:lnTo>
                <a:lnTo>
                  <a:pt x="7551" y="5523"/>
                </a:lnTo>
                <a:lnTo>
                  <a:pt x="7552" y="5522"/>
                </a:lnTo>
                <a:lnTo>
                  <a:pt x="7552" y="5521"/>
                </a:lnTo>
                <a:lnTo>
                  <a:pt x="7551" y="5521"/>
                </a:lnTo>
                <a:lnTo>
                  <a:pt x="7551" y="5520"/>
                </a:lnTo>
                <a:lnTo>
                  <a:pt x="7552" y="5519"/>
                </a:lnTo>
                <a:lnTo>
                  <a:pt x="7553" y="5519"/>
                </a:lnTo>
                <a:lnTo>
                  <a:pt x="7554" y="5519"/>
                </a:lnTo>
                <a:lnTo>
                  <a:pt x="7555" y="5518"/>
                </a:lnTo>
                <a:lnTo>
                  <a:pt x="7556" y="5518"/>
                </a:lnTo>
                <a:lnTo>
                  <a:pt x="7556" y="5517"/>
                </a:lnTo>
                <a:lnTo>
                  <a:pt x="7556" y="5516"/>
                </a:lnTo>
                <a:lnTo>
                  <a:pt x="7555" y="5516"/>
                </a:lnTo>
                <a:lnTo>
                  <a:pt x="7556" y="5515"/>
                </a:lnTo>
                <a:lnTo>
                  <a:pt x="7557" y="5514"/>
                </a:lnTo>
                <a:lnTo>
                  <a:pt x="7558" y="5513"/>
                </a:lnTo>
                <a:lnTo>
                  <a:pt x="7559" y="5512"/>
                </a:lnTo>
                <a:lnTo>
                  <a:pt x="7559" y="5511"/>
                </a:lnTo>
                <a:lnTo>
                  <a:pt x="7560" y="5511"/>
                </a:lnTo>
                <a:lnTo>
                  <a:pt x="7560" y="5510"/>
                </a:lnTo>
                <a:lnTo>
                  <a:pt x="7560" y="5508"/>
                </a:lnTo>
                <a:lnTo>
                  <a:pt x="7559" y="5506"/>
                </a:lnTo>
                <a:lnTo>
                  <a:pt x="7558" y="5506"/>
                </a:lnTo>
                <a:lnTo>
                  <a:pt x="7558" y="5507"/>
                </a:lnTo>
                <a:lnTo>
                  <a:pt x="7555" y="5508"/>
                </a:lnTo>
                <a:lnTo>
                  <a:pt x="7554" y="5509"/>
                </a:lnTo>
                <a:lnTo>
                  <a:pt x="7553" y="5509"/>
                </a:lnTo>
                <a:lnTo>
                  <a:pt x="7552" y="5509"/>
                </a:lnTo>
                <a:lnTo>
                  <a:pt x="7551" y="5509"/>
                </a:lnTo>
                <a:lnTo>
                  <a:pt x="7550" y="5510"/>
                </a:lnTo>
                <a:lnTo>
                  <a:pt x="7549" y="5510"/>
                </a:lnTo>
                <a:lnTo>
                  <a:pt x="7548" y="5510"/>
                </a:lnTo>
                <a:lnTo>
                  <a:pt x="7547" y="5510"/>
                </a:lnTo>
                <a:lnTo>
                  <a:pt x="7546" y="5510"/>
                </a:lnTo>
                <a:lnTo>
                  <a:pt x="7546" y="5511"/>
                </a:lnTo>
                <a:lnTo>
                  <a:pt x="7545" y="5511"/>
                </a:lnTo>
                <a:lnTo>
                  <a:pt x="7544" y="5511"/>
                </a:lnTo>
                <a:lnTo>
                  <a:pt x="7542" y="5512"/>
                </a:lnTo>
                <a:lnTo>
                  <a:pt x="7541" y="5513"/>
                </a:lnTo>
                <a:lnTo>
                  <a:pt x="7540" y="5513"/>
                </a:lnTo>
                <a:lnTo>
                  <a:pt x="7540" y="5512"/>
                </a:lnTo>
                <a:lnTo>
                  <a:pt x="7541" y="5512"/>
                </a:lnTo>
                <a:lnTo>
                  <a:pt x="7541" y="5511"/>
                </a:lnTo>
                <a:lnTo>
                  <a:pt x="7541" y="5510"/>
                </a:lnTo>
                <a:lnTo>
                  <a:pt x="7540" y="5510"/>
                </a:lnTo>
                <a:lnTo>
                  <a:pt x="7538" y="5511"/>
                </a:lnTo>
                <a:lnTo>
                  <a:pt x="7537" y="5512"/>
                </a:lnTo>
                <a:lnTo>
                  <a:pt x="7536" y="5511"/>
                </a:lnTo>
                <a:lnTo>
                  <a:pt x="7536" y="5510"/>
                </a:lnTo>
                <a:lnTo>
                  <a:pt x="7535" y="5510"/>
                </a:lnTo>
                <a:lnTo>
                  <a:pt x="7535" y="5511"/>
                </a:lnTo>
                <a:lnTo>
                  <a:pt x="7534" y="5512"/>
                </a:lnTo>
                <a:lnTo>
                  <a:pt x="7533" y="5513"/>
                </a:lnTo>
                <a:lnTo>
                  <a:pt x="7532" y="5514"/>
                </a:lnTo>
                <a:lnTo>
                  <a:pt x="7532" y="5515"/>
                </a:lnTo>
                <a:lnTo>
                  <a:pt x="7532" y="5516"/>
                </a:lnTo>
                <a:lnTo>
                  <a:pt x="7533" y="5518"/>
                </a:lnTo>
                <a:lnTo>
                  <a:pt x="7534" y="5518"/>
                </a:lnTo>
                <a:lnTo>
                  <a:pt x="7534" y="5519"/>
                </a:lnTo>
                <a:lnTo>
                  <a:pt x="7535" y="5520"/>
                </a:lnTo>
                <a:lnTo>
                  <a:pt x="7534" y="5522"/>
                </a:lnTo>
                <a:lnTo>
                  <a:pt x="7534" y="5523"/>
                </a:lnTo>
                <a:lnTo>
                  <a:pt x="7533" y="5524"/>
                </a:lnTo>
                <a:lnTo>
                  <a:pt x="7531" y="5526"/>
                </a:lnTo>
                <a:lnTo>
                  <a:pt x="7531" y="5527"/>
                </a:lnTo>
                <a:lnTo>
                  <a:pt x="7530" y="5530"/>
                </a:lnTo>
                <a:lnTo>
                  <a:pt x="7530" y="5531"/>
                </a:lnTo>
                <a:lnTo>
                  <a:pt x="7530" y="5533"/>
                </a:lnTo>
                <a:lnTo>
                  <a:pt x="7531" y="5534"/>
                </a:lnTo>
                <a:lnTo>
                  <a:pt x="7530" y="5535"/>
                </a:lnTo>
                <a:lnTo>
                  <a:pt x="7529" y="5536"/>
                </a:lnTo>
                <a:lnTo>
                  <a:pt x="7529" y="5537"/>
                </a:lnTo>
                <a:lnTo>
                  <a:pt x="7530" y="5537"/>
                </a:lnTo>
                <a:lnTo>
                  <a:pt x="7531" y="5537"/>
                </a:lnTo>
                <a:lnTo>
                  <a:pt x="7532" y="5537"/>
                </a:lnTo>
                <a:lnTo>
                  <a:pt x="7531" y="5539"/>
                </a:lnTo>
                <a:lnTo>
                  <a:pt x="7530" y="5539"/>
                </a:lnTo>
                <a:lnTo>
                  <a:pt x="7529" y="5540"/>
                </a:lnTo>
                <a:lnTo>
                  <a:pt x="7529" y="5541"/>
                </a:lnTo>
                <a:lnTo>
                  <a:pt x="7528" y="5542"/>
                </a:lnTo>
                <a:lnTo>
                  <a:pt x="7526" y="5542"/>
                </a:lnTo>
                <a:lnTo>
                  <a:pt x="7525" y="5542"/>
                </a:lnTo>
                <a:lnTo>
                  <a:pt x="7525" y="5540"/>
                </a:lnTo>
                <a:lnTo>
                  <a:pt x="7525" y="5539"/>
                </a:lnTo>
                <a:lnTo>
                  <a:pt x="7526" y="5538"/>
                </a:lnTo>
                <a:lnTo>
                  <a:pt x="7526" y="5537"/>
                </a:lnTo>
                <a:lnTo>
                  <a:pt x="7526" y="5536"/>
                </a:lnTo>
                <a:lnTo>
                  <a:pt x="7525" y="5535"/>
                </a:lnTo>
                <a:lnTo>
                  <a:pt x="7524" y="5535"/>
                </a:lnTo>
                <a:lnTo>
                  <a:pt x="7522" y="5534"/>
                </a:lnTo>
                <a:lnTo>
                  <a:pt x="7520" y="5534"/>
                </a:lnTo>
                <a:lnTo>
                  <a:pt x="7520" y="5533"/>
                </a:lnTo>
                <a:lnTo>
                  <a:pt x="7519" y="5532"/>
                </a:lnTo>
                <a:lnTo>
                  <a:pt x="7520" y="5532"/>
                </a:lnTo>
                <a:lnTo>
                  <a:pt x="7520" y="5531"/>
                </a:lnTo>
                <a:lnTo>
                  <a:pt x="7520" y="5530"/>
                </a:lnTo>
                <a:lnTo>
                  <a:pt x="7519" y="5530"/>
                </a:lnTo>
                <a:lnTo>
                  <a:pt x="7518" y="5531"/>
                </a:lnTo>
                <a:lnTo>
                  <a:pt x="7517" y="5531"/>
                </a:lnTo>
                <a:lnTo>
                  <a:pt x="7516" y="5532"/>
                </a:lnTo>
                <a:lnTo>
                  <a:pt x="7517" y="5533"/>
                </a:lnTo>
                <a:lnTo>
                  <a:pt x="7516" y="5534"/>
                </a:lnTo>
                <a:lnTo>
                  <a:pt x="7515" y="5534"/>
                </a:lnTo>
                <a:lnTo>
                  <a:pt x="7514" y="5535"/>
                </a:lnTo>
                <a:lnTo>
                  <a:pt x="7513" y="5535"/>
                </a:lnTo>
                <a:lnTo>
                  <a:pt x="7511" y="5534"/>
                </a:lnTo>
                <a:lnTo>
                  <a:pt x="7510" y="5532"/>
                </a:lnTo>
                <a:lnTo>
                  <a:pt x="7511" y="5530"/>
                </a:lnTo>
                <a:lnTo>
                  <a:pt x="7513" y="5529"/>
                </a:lnTo>
                <a:lnTo>
                  <a:pt x="7513" y="5528"/>
                </a:lnTo>
                <a:lnTo>
                  <a:pt x="7512" y="5527"/>
                </a:lnTo>
                <a:lnTo>
                  <a:pt x="7512" y="5526"/>
                </a:lnTo>
                <a:lnTo>
                  <a:pt x="7512" y="5524"/>
                </a:lnTo>
                <a:lnTo>
                  <a:pt x="7511" y="5524"/>
                </a:lnTo>
                <a:lnTo>
                  <a:pt x="7510" y="5524"/>
                </a:lnTo>
                <a:lnTo>
                  <a:pt x="7510" y="5523"/>
                </a:lnTo>
                <a:lnTo>
                  <a:pt x="7511" y="5521"/>
                </a:lnTo>
                <a:lnTo>
                  <a:pt x="7512" y="5521"/>
                </a:lnTo>
                <a:lnTo>
                  <a:pt x="7511" y="5519"/>
                </a:lnTo>
                <a:lnTo>
                  <a:pt x="7511" y="5518"/>
                </a:lnTo>
                <a:lnTo>
                  <a:pt x="7513" y="5517"/>
                </a:lnTo>
                <a:lnTo>
                  <a:pt x="7514" y="5516"/>
                </a:lnTo>
                <a:lnTo>
                  <a:pt x="7516" y="5517"/>
                </a:lnTo>
                <a:lnTo>
                  <a:pt x="7517" y="5517"/>
                </a:lnTo>
                <a:lnTo>
                  <a:pt x="7518" y="5517"/>
                </a:lnTo>
                <a:lnTo>
                  <a:pt x="7520" y="5516"/>
                </a:lnTo>
                <a:lnTo>
                  <a:pt x="7520" y="5515"/>
                </a:lnTo>
                <a:lnTo>
                  <a:pt x="7519" y="5514"/>
                </a:lnTo>
                <a:lnTo>
                  <a:pt x="7518" y="5514"/>
                </a:lnTo>
                <a:lnTo>
                  <a:pt x="7518" y="5512"/>
                </a:lnTo>
                <a:lnTo>
                  <a:pt x="7519" y="5511"/>
                </a:lnTo>
                <a:lnTo>
                  <a:pt x="7518" y="5509"/>
                </a:lnTo>
                <a:lnTo>
                  <a:pt x="7517" y="5509"/>
                </a:lnTo>
                <a:lnTo>
                  <a:pt x="7516" y="5510"/>
                </a:lnTo>
                <a:lnTo>
                  <a:pt x="7516" y="5511"/>
                </a:lnTo>
                <a:lnTo>
                  <a:pt x="7516" y="5512"/>
                </a:lnTo>
                <a:lnTo>
                  <a:pt x="7515" y="5513"/>
                </a:lnTo>
                <a:lnTo>
                  <a:pt x="7514" y="5514"/>
                </a:lnTo>
                <a:lnTo>
                  <a:pt x="7512" y="5514"/>
                </a:lnTo>
                <a:lnTo>
                  <a:pt x="7509" y="5515"/>
                </a:lnTo>
                <a:lnTo>
                  <a:pt x="7508" y="5515"/>
                </a:lnTo>
                <a:lnTo>
                  <a:pt x="7508" y="5516"/>
                </a:lnTo>
                <a:lnTo>
                  <a:pt x="7506" y="5514"/>
                </a:lnTo>
                <a:lnTo>
                  <a:pt x="7507" y="5511"/>
                </a:lnTo>
                <a:lnTo>
                  <a:pt x="7507" y="5510"/>
                </a:lnTo>
                <a:lnTo>
                  <a:pt x="7509" y="5508"/>
                </a:lnTo>
                <a:lnTo>
                  <a:pt x="7512" y="5507"/>
                </a:lnTo>
                <a:lnTo>
                  <a:pt x="7513" y="5507"/>
                </a:lnTo>
                <a:lnTo>
                  <a:pt x="7515" y="5505"/>
                </a:lnTo>
                <a:lnTo>
                  <a:pt x="7515" y="5504"/>
                </a:lnTo>
                <a:lnTo>
                  <a:pt x="7516" y="5503"/>
                </a:lnTo>
                <a:lnTo>
                  <a:pt x="7518" y="5502"/>
                </a:lnTo>
                <a:lnTo>
                  <a:pt x="7517" y="5501"/>
                </a:lnTo>
                <a:lnTo>
                  <a:pt x="7516" y="5501"/>
                </a:lnTo>
                <a:lnTo>
                  <a:pt x="7516" y="5500"/>
                </a:lnTo>
                <a:lnTo>
                  <a:pt x="7515" y="5500"/>
                </a:lnTo>
                <a:lnTo>
                  <a:pt x="7515" y="5501"/>
                </a:lnTo>
                <a:lnTo>
                  <a:pt x="7516" y="5501"/>
                </a:lnTo>
                <a:lnTo>
                  <a:pt x="7516" y="5502"/>
                </a:lnTo>
                <a:lnTo>
                  <a:pt x="7515" y="5502"/>
                </a:lnTo>
                <a:lnTo>
                  <a:pt x="7515" y="5503"/>
                </a:lnTo>
                <a:lnTo>
                  <a:pt x="7512" y="5505"/>
                </a:lnTo>
                <a:lnTo>
                  <a:pt x="7511" y="5506"/>
                </a:lnTo>
                <a:lnTo>
                  <a:pt x="7509" y="5506"/>
                </a:lnTo>
                <a:lnTo>
                  <a:pt x="7508" y="5503"/>
                </a:lnTo>
                <a:lnTo>
                  <a:pt x="7509" y="5502"/>
                </a:lnTo>
                <a:lnTo>
                  <a:pt x="7508" y="5502"/>
                </a:lnTo>
                <a:lnTo>
                  <a:pt x="7507" y="5503"/>
                </a:lnTo>
                <a:lnTo>
                  <a:pt x="7507" y="5504"/>
                </a:lnTo>
                <a:lnTo>
                  <a:pt x="7508" y="5504"/>
                </a:lnTo>
                <a:lnTo>
                  <a:pt x="7507" y="5505"/>
                </a:lnTo>
                <a:lnTo>
                  <a:pt x="7506" y="5506"/>
                </a:lnTo>
                <a:lnTo>
                  <a:pt x="7507" y="5508"/>
                </a:lnTo>
                <a:lnTo>
                  <a:pt x="7506" y="5509"/>
                </a:lnTo>
                <a:lnTo>
                  <a:pt x="7505" y="5510"/>
                </a:lnTo>
                <a:lnTo>
                  <a:pt x="7505" y="5511"/>
                </a:lnTo>
                <a:lnTo>
                  <a:pt x="7504" y="5512"/>
                </a:lnTo>
                <a:lnTo>
                  <a:pt x="7503" y="5513"/>
                </a:lnTo>
                <a:lnTo>
                  <a:pt x="7502" y="5514"/>
                </a:lnTo>
                <a:lnTo>
                  <a:pt x="7502" y="5516"/>
                </a:lnTo>
                <a:lnTo>
                  <a:pt x="7503" y="5517"/>
                </a:lnTo>
                <a:lnTo>
                  <a:pt x="7504" y="5519"/>
                </a:lnTo>
                <a:lnTo>
                  <a:pt x="7505" y="5519"/>
                </a:lnTo>
                <a:lnTo>
                  <a:pt x="7506" y="5521"/>
                </a:lnTo>
                <a:lnTo>
                  <a:pt x="7505" y="5522"/>
                </a:lnTo>
                <a:lnTo>
                  <a:pt x="7504" y="5522"/>
                </a:lnTo>
                <a:lnTo>
                  <a:pt x="7504" y="5523"/>
                </a:lnTo>
                <a:lnTo>
                  <a:pt x="7505" y="5523"/>
                </a:lnTo>
                <a:lnTo>
                  <a:pt x="7505" y="5524"/>
                </a:lnTo>
                <a:lnTo>
                  <a:pt x="7503" y="5527"/>
                </a:lnTo>
                <a:lnTo>
                  <a:pt x="7502" y="5528"/>
                </a:lnTo>
                <a:lnTo>
                  <a:pt x="7501" y="5528"/>
                </a:lnTo>
                <a:lnTo>
                  <a:pt x="7499" y="5527"/>
                </a:lnTo>
                <a:lnTo>
                  <a:pt x="7498" y="5527"/>
                </a:lnTo>
                <a:lnTo>
                  <a:pt x="7499" y="5526"/>
                </a:lnTo>
                <a:lnTo>
                  <a:pt x="7498" y="5525"/>
                </a:lnTo>
                <a:lnTo>
                  <a:pt x="7498" y="5523"/>
                </a:lnTo>
                <a:lnTo>
                  <a:pt x="7497" y="5522"/>
                </a:lnTo>
                <a:lnTo>
                  <a:pt x="7495" y="5518"/>
                </a:lnTo>
                <a:lnTo>
                  <a:pt x="7494" y="5517"/>
                </a:lnTo>
                <a:lnTo>
                  <a:pt x="7493" y="5515"/>
                </a:lnTo>
                <a:lnTo>
                  <a:pt x="7492" y="5514"/>
                </a:lnTo>
                <a:lnTo>
                  <a:pt x="7491" y="5513"/>
                </a:lnTo>
                <a:lnTo>
                  <a:pt x="7491" y="5512"/>
                </a:lnTo>
                <a:lnTo>
                  <a:pt x="7489" y="5512"/>
                </a:lnTo>
                <a:lnTo>
                  <a:pt x="7488" y="5513"/>
                </a:lnTo>
                <a:lnTo>
                  <a:pt x="7489" y="5514"/>
                </a:lnTo>
                <a:lnTo>
                  <a:pt x="7490" y="5515"/>
                </a:lnTo>
                <a:lnTo>
                  <a:pt x="7490" y="5516"/>
                </a:lnTo>
                <a:lnTo>
                  <a:pt x="7490" y="5517"/>
                </a:lnTo>
                <a:lnTo>
                  <a:pt x="7490" y="5520"/>
                </a:lnTo>
                <a:lnTo>
                  <a:pt x="7491" y="5521"/>
                </a:lnTo>
                <a:lnTo>
                  <a:pt x="7489" y="5521"/>
                </a:lnTo>
                <a:lnTo>
                  <a:pt x="7489" y="5522"/>
                </a:lnTo>
                <a:lnTo>
                  <a:pt x="7489" y="5523"/>
                </a:lnTo>
                <a:lnTo>
                  <a:pt x="7490" y="5523"/>
                </a:lnTo>
                <a:lnTo>
                  <a:pt x="7490" y="5524"/>
                </a:lnTo>
                <a:lnTo>
                  <a:pt x="7489" y="5524"/>
                </a:lnTo>
                <a:lnTo>
                  <a:pt x="7490" y="5524"/>
                </a:lnTo>
                <a:lnTo>
                  <a:pt x="7490" y="5525"/>
                </a:lnTo>
                <a:lnTo>
                  <a:pt x="7490" y="5526"/>
                </a:lnTo>
                <a:lnTo>
                  <a:pt x="7490" y="5525"/>
                </a:lnTo>
                <a:lnTo>
                  <a:pt x="7491" y="5525"/>
                </a:lnTo>
                <a:lnTo>
                  <a:pt x="7491" y="5526"/>
                </a:lnTo>
                <a:lnTo>
                  <a:pt x="7491" y="5527"/>
                </a:lnTo>
                <a:lnTo>
                  <a:pt x="7492" y="5527"/>
                </a:lnTo>
                <a:lnTo>
                  <a:pt x="7493" y="5527"/>
                </a:lnTo>
                <a:lnTo>
                  <a:pt x="7493" y="5528"/>
                </a:lnTo>
                <a:lnTo>
                  <a:pt x="7494" y="5528"/>
                </a:lnTo>
                <a:lnTo>
                  <a:pt x="7494" y="5527"/>
                </a:lnTo>
                <a:lnTo>
                  <a:pt x="7495" y="5527"/>
                </a:lnTo>
                <a:lnTo>
                  <a:pt x="7495" y="5528"/>
                </a:lnTo>
                <a:lnTo>
                  <a:pt x="7494" y="5528"/>
                </a:lnTo>
                <a:lnTo>
                  <a:pt x="7495" y="5528"/>
                </a:lnTo>
                <a:lnTo>
                  <a:pt x="7496" y="5528"/>
                </a:lnTo>
                <a:lnTo>
                  <a:pt x="7496" y="5529"/>
                </a:lnTo>
                <a:lnTo>
                  <a:pt x="7496" y="5528"/>
                </a:lnTo>
                <a:lnTo>
                  <a:pt x="7497" y="5528"/>
                </a:lnTo>
                <a:lnTo>
                  <a:pt x="7498" y="5528"/>
                </a:lnTo>
                <a:lnTo>
                  <a:pt x="7498" y="5529"/>
                </a:lnTo>
                <a:lnTo>
                  <a:pt x="7500" y="5530"/>
                </a:lnTo>
                <a:lnTo>
                  <a:pt x="7500" y="5531"/>
                </a:lnTo>
                <a:lnTo>
                  <a:pt x="7499" y="5533"/>
                </a:lnTo>
                <a:lnTo>
                  <a:pt x="7500" y="5533"/>
                </a:lnTo>
                <a:lnTo>
                  <a:pt x="7499" y="5535"/>
                </a:lnTo>
                <a:lnTo>
                  <a:pt x="7498" y="5535"/>
                </a:lnTo>
                <a:lnTo>
                  <a:pt x="7497" y="5534"/>
                </a:lnTo>
                <a:lnTo>
                  <a:pt x="7496" y="5534"/>
                </a:lnTo>
                <a:lnTo>
                  <a:pt x="7495" y="5535"/>
                </a:lnTo>
                <a:lnTo>
                  <a:pt x="7494" y="5535"/>
                </a:lnTo>
                <a:lnTo>
                  <a:pt x="7492" y="5533"/>
                </a:lnTo>
                <a:lnTo>
                  <a:pt x="7491" y="5532"/>
                </a:lnTo>
                <a:lnTo>
                  <a:pt x="7490" y="5532"/>
                </a:lnTo>
                <a:lnTo>
                  <a:pt x="7489" y="5531"/>
                </a:lnTo>
                <a:lnTo>
                  <a:pt x="7488" y="5531"/>
                </a:lnTo>
                <a:lnTo>
                  <a:pt x="7487" y="5531"/>
                </a:lnTo>
                <a:lnTo>
                  <a:pt x="7487" y="5530"/>
                </a:lnTo>
                <a:lnTo>
                  <a:pt x="7487" y="5529"/>
                </a:lnTo>
                <a:lnTo>
                  <a:pt x="7486" y="5528"/>
                </a:lnTo>
                <a:lnTo>
                  <a:pt x="7485" y="5527"/>
                </a:lnTo>
                <a:lnTo>
                  <a:pt x="7484" y="5525"/>
                </a:lnTo>
                <a:lnTo>
                  <a:pt x="7483" y="5526"/>
                </a:lnTo>
                <a:lnTo>
                  <a:pt x="7482" y="5526"/>
                </a:lnTo>
                <a:lnTo>
                  <a:pt x="7479" y="5527"/>
                </a:lnTo>
                <a:lnTo>
                  <a:pt x="7478" y="5527"/>
                </a:lnTo>
                <a:lnTo>
                  <a:pt x="7477" y="5527"/>
                </a:lnTo>
                <a:lnTo>
                  <a:pt x="7477" y="5526"/>
                </a:lnTo>
                <a:lnTo>
                  <a:pt x="7477" y="5525"/>
                </a:lnTo>
                <a:lnTo>
                  <a:pt x="7478" y="5525"/>
                </a:lnTo>
                <a:lnTo>
                  <a:pt x="7478" y="5524"/>
                </a:lnTo>
                <a:lnTo>
                  <a:pt x="7479" y="5522"/>
                </a:lnTo>
                <a:lnTo>
                  <a:pt x="7478" y="5519"/>
                </a:lnTo>
                <a:lnTo>
                  <a:pt x="7478" y="5518"/>
                </a:lnTo>
                <a:lnTo>
                  <a:pt x="7477" y="5518"/>
                </a:lnTo>
                <a:lnTo>
                  <a:pt x="7476" y="5519"/>
                </a:lnTo>
                <a:lnTo>
                  <a:pt x="7475" y="5521"/>
                </a:lnTo>
                <a:lnTo>
                  <a:pt x="7473" y="5522"/>
                </a:lnTo>
                <a:lnTo>
                  <a:pt x="7472" y="5522"/>
                </a:lnTo>
                <a:lnTo>
                  <a:pt x="7471" y="5522"/>
                </a:lnTo>
                <a:lnTo>
                  <a:pt x="7470" y="5521"/>
                </a:lnTo>
                <a:lnTo>
                  <a:pt x="7469" y="5520"/>
                </a:lnTo>
                <a:lnTo>
                  <a:pt x="7468" y="5520"/>
                </a:lnTo>
                <a:lnTo>
                  <a:pt x="7468" y="5521"/>
                </a:lnTo>
                <a:lnTo>
                  <a:pt x="7469" y="5521"/>
                </a:lnTo>
                <a:lnTo>
                  <a:pt x="7470" y="5521"/>
                </a:lnTo>
                <a:lnTo>
                  <a:pt x="7470" y="5522"/>
                </a:lnTo>
                <a:lnTo>
                  <a:pt x="7470" y="5523"/>
                </a:lnTo>
                <a:lnTo>
                  <a:pt x="7470" y="5525"/>
                </a:lnTo>
                <a:lnTo>
                  <a:pt x="7468" y="5527"/>
                </a:lnTo>
                <a:lnTo>
                  <a:pt x="7467" y="5529"/>
                </a:lnTo>
                <a:lnTo>
                  <a:pt x="7467" y="5528"/>
                </a:lnTo>
                <a:lnTo>
                  <a:pt x="7466" y="5528"/>
                </a:lnTo>
                <a:lnTo>
                  <a:pt x="7467" y="5530"/>
                </a:lnTo>
                <a:lnTo>
                  <a:pt x="7468" y="5530"/>
                </a:lnTo>
                <a:lnTo>
                  <a:pt x="7468" y="5531"/>
                </a:lnTo>
                <a:lnTo>
                  <a:pt x="7468" y="5532"/>
                </a:lnTo>
                <a:lnTo>
                  <a:pt x="7468" y="5533"/>
                </a:lnTo>
                <a:lnTo>
                  <a:pt x="7468" y="5532"/>
                </a:lnTo>
                <a:lnTo>
                  <a:pt x="7469" y="5532"/>
                </a:lnTo>
                <a:lnTo>
                  <a:pt x="7470" y="5531"/>
                </a:lnTo>
                <a:lnTo>
                  <a:pt x="7473" y="5529"/>
                </a:lnTo>
                <a:lnTo>
                  <a:pt x="7474" y="5529"/>
                </a:lnTo>
                <a:lnTo>
                  <a:pt x="7475" y="5530"/>
                </a:lnTo>
                <a:lnTo>
                  <a:pt x="7475" y="5529"/>
                </a:lnTo>
                <a:lnTo>
                  <a:pt x="7476" y="5529"/>
                </a:lnTo>
                <a:lnTo>
                  <a:pt x="7477" y="5530"/>
                </a:lnTo>
                <a:lnTo>
                  <a:pt x="7479" y="5528"/>
                </a:lnTo>
                <a:lnTo>
                  <a:pt x="7480" y="5528"/>
                </a:lnTo>
                <a:lnTo>
                  <a:pt x="7481" y="5529"/>
                </a:lnTo>
                <a:lnTo>
                  <a:pt x="7482" y="5529"/>
                </a:lnTo>
                <a:lnTo>
                  <a:pt x="7482" y="5530"/>
                </a:lnTo>
                <a:lnTo>
                  <a:pt x="7482" y="5531"/>
                </a:lnTo>
                <a:lnTo>
                  <a:pt x="7483" y="5531"/>
                </a:lnTo>
                <a:lnTo>
                  <a:pt x="7482" y="5532"/>
                </a:lnTo>
                <a:lnTo>
                  <a:pt x="7482" y="5533"/>
                </a:lnTo>
                <a:lnTo>
                  <a:pt x="7481" y="5533"/>
                </a:lnTo>
                <a:lnTo>
                  <a:pt x="7481" y="5534"/>
                </a:lnTo>
                <a:lnTo>
                  <a:pt x="7481" y="5535"/>
                </a:lnTo>
                <a:lnTo>
                  <a:pt x="7480" y="5534"/>
                </a:lnTo>
                <a:lnTo>
                  <a:pt x="7480" y="5533"/>
                </a:lnTo>
                <a:lnTo>
                  <a:pt x="7480" y="5532"/>
                </a:lnTo>
                <a:lnTo>
                  <a:pt x="7480" y="5533"/>
                </a:lnTo>
                <a:lnTo>
                  <a:pt x="7480" y="5534"/>
                </a:lnTo>
                <a:lnTo>
                  <a:pt x="7480" y="5535"/>
                </a:lnTo>
                <a:lnTo>
                  <a:pt x="7481" y="5537"/>
                </a:lnTo>
                <a:lnTo>
                  <a:pt x="7480" y="5537"/>
                </a:lnTo>
                <a:lnTo>
                  <a:pt x="7479" y="5536"/>
                </a:lnTo>
                <a:lnTo>
                  <a:pt x="7478" y="5535"/>
                </a:lnTo>
                <a:lnTo>
                  <a:pt x="7478" y="5536"/>
                </a:lnTo>
                <a:lnTo>
                  <a:pt x="7477" y="5536"/>
                </a:lnTo>
                <a:lnTo>
                  <a:pt x="7477" y="5535"/>
                </a:lnTo>
                <a:lnTo>
                  <a:pt x="7476" y="5535"/>
                </a:lnTo>
                <a:lnTo>
                  <a:pt x="7475" y="5535"/>
                </a:lnTo>
                <a:lnTo>
                  <a:pt x="7475" y="5536"/>
                </a:lnTo>
                <a:lnTo>
                  <a:pt x="7476" y="5535"/>
                </a:lnTo>
                <a:lnTo>
                  <a:pt x="7477" y="5536"/>
                </a:lnTo>
                <a:lnTo>
                  <a:pt x="7478" y="5536"/>
                </a:lnTo>
                <a:lnTo>
                  <a:pt x="7479" y="5537"/>
                </a:lnTo>
                <a:lnTo>
                  <a:pt x="7480" y="5538"/>
                </a:lnTo>
                <a:lnTo>
                  <a:pt x="7481" y="5538"/>
                </a:lnTo>
                <a:lnTo>
                  <a:pt x="7482" y="5539"/>
                </a:lnTo>
                <a:lnTo>
                  <a:pt x="7483" y="5540"/>
                </a:lnTo>
                <a:lnTo>
                  <a:pt x="7483" y="5542"/>
                </a:lnTo>
                <a:lnTo>
                  <a:pt x="7482" y="5542"/>
                </a:lnTo>
                <a:lnTo>
                  <a:pt x="7482" y="5541"/>
                </a:lnTo>
                <a:lnTo>
                  <a:pt x="7481" y="5541"/>
                </a:lnTo>
                <a:lnTo>
                  <a:pt x="7480" y="5541"/>
                </a:lnTo>
                <a:lnTo>
                  <a:pt x="7480" y="5540"/>
                </a:lnTo>
                <a:lnTo>
                  <a:pt x="7479" y="5541"/>
                </a:lnTo>
                <a:lnTo>
                  <a:pt x="7480" y="5541"/>
                </a:lnTo>
                <a:lnTo>
                  <a:pt x="7480" y="5542"/>
                </a:lnTo>
                <a:lnTo>
                  <a:pt x="7479" y="5541"/>
                </a:lnTo>
                <a:lnTo>
                  <a:pt x="7478" y="5541"/>
                </a:lnTo>
                <a:lnTo>
                  <a:pt x="7478" y="5542"/>
                </a:lnTo>
                <a:lnTo>
                  <a:pt x="7479" y="5542"/>
                </a:lnTo>
                <a:lnTo>
                  <a:pt x="7479" y="5543"/>
                </a:lnTo>
                <a:lnTo>
                  <a:pt x="7478" y="5543"/>
                </a:lnTo>
                <a:lnTo>
                  <a:pt x="7478" y="5544"/>
                </a:lnTo>
                <a:lnTo>
                  <a:pt x="7479" y="5544"/>
                </a:lnTo>
                <a:lnTo>
                  <a:pt x="7481" y="5544"/>
                </a:lnTo>
                <a:lnTo>
                  <a:pt x="7481" y="5547"/>
                </a:lnTo>
                <a:lnTo>
                  <a:pt x="7481" y="5548"/>
                </a:lnTo>
                <a:lnTo>
                  <a:pt x="7480" y="5549"/>
                </a:lnTo>
                <a:lnTo>
                  <a:pt x="7479" y="5549"/>
                </a:lnTo>
                <a:lnTo>
                  <a:pt x="7478" y="5549"/>
                </a:lnTo>
                <a:lnTo>
                  <a:pt x="7477" y="5549"/>
                </a:lnTo>
                <a:lnTo>
                  <a:pt x="7475" y="5548"/>
                </a:lnTo>
                <a:lnTo>
                  <a:pt x="7474" y="5550"/>
                </a:lnTo>
                <a:lnTo>
                  <a:pt x="7474" y="5551"/>
                </a:lnTo>
                <a:lnTo>
                  <a:pt x="7473" y="5552"/>
                </a:lnTo>
                <a:lnTo>
                  <a:pt x="7472" y="5552"/>
                </a:lnTo>
                <a:lnTo>
                  <a:pt x="7472" y="5553"/>
                </a:lnTo>
                <a:lnTo>
                  <a:pt x="7471" y="5553"/>
                </a:lnTo>
                <a:lnTo>
                  <a:pt x="7472" y="5557"/>
                </a:lnTo>
                <a:lnTo>
                  <a:pt x="7474" y="5557"/>
                </a:lnTo>
                <a:lnTo>
                  <a:pt x="7475" y="5558"/>
                </a:lnTo>
                <a:lnTo>
                  <a:pt x="7477" y="5558"/>
                </a:lnTo>
                <a:lnTo>
                  <a:pt x="7479" y="5560"/>
                </a:lnTo>
                <a:lnTo>
                  <a:pt x="7479" y="5561"/>
                </a:lnTo>
                <a:lnTo>
                  <a:pt x="7480" y="5563"/>
                </a:lnTo>
                <a:lnTo>
                  <a:pt x="7481" y="5563"/>
                </a:lnTo>
                <a:lnTo>
                  <a:pt x="7481" y="5564"/>
                </a:lnTo>
                <a:lnTo>
                  <a:pt x="7480" y="5565"/>
                </a:lnTo>
                <a:lnTo>
                  <a:pt x="7480" y="5566"/>
                </a:lnTo>
                <a:lnTo>
                  <a:pt x="7481" y="5567"/>
                </a:lnTo>
                <a:lnTo>
                  <a:pt x="7480" y="5566"/>
                </a:lnTo>
                <a:lnTo>
                  <a:pt x="7481" y="5565"/>
                </a:lnTo>
                <a:lnTo>
                  <a:pt x="7481" y="5564"/>
                </a:lnTo>
                <a:lnTo>
                  <a:pt x="7481" y="5563"/>
                </a:lnTo>
                <a:lnTo>
                  <a:pt x="7481" y="5562"/>
                </a:lnTo>
                <a:lnTo>
                  <a:pt x="7482" y="5561"/>
                </a:lnTo>
                <a:lnTo>
                  <a:pt x="7483" y="5560"/>
                </a:lnTo>
                <a:lnTo>
                  <a:pt x="7484" y="5560"/>
                </a:lnTo>
                <a:lnTo>
                  <a:pt x="7484" y="5559"/>
                </a:lnTo>
                <a:lnTo>
                  <a:pt x="7484" y="5558"/>
                </a:lnTo>
                <a:lnTo>
                  <a:pt x="7485" y="5558"/>
                </a:lnTo>
                <a:lnTo>
                  <a:pt x="7485" y="5559"/>
                </a:lnTo>
                <a:lnTo>
                  <a:pt x="7485" y="5558"/>
                </a:lnTo>
                <a:lnTo>
                  <a:pt x="7486" y="5558"/>
                </a:lnTo>
                <a:lnTo>
                  <a:pt x="7487" y="5557"/>
                </a:lnTo>
                <a:lnTo>
                  <a:pt x="7488" y="5556"/>
                </a:lnTo>
                <a:lnTo>
                  <a:pt x="7489" y="5556"/>
                </a:lnTo>
                <a:lnTo>
                  <a:pt x="7490" y="5556"/>
                </a:lnTo>
                <a:lnTo>
                  <a:pt x="7491" y="5554"/>
                </a:lnTo>
                <a:lnTo>
                  <a:pt x="7491" y="5553"/>
                </a:lnTo>
                <a:lnTo>
                  <a:pt x="7492" y="5553"/>
                </a:lnTo>
                <a:lnTo>
                  <a:pt x="7494" y="5554"/>
                </a:lnTo>
                <a:lnTo>
                  <a:pt x="7497" y="5554"/>
                </a:lnTo>
                <a:lnTo>
                  <a:pt x="7499" y="5554"/>
                </a:lnTo>
                <a:lnTo>
                  <a:pt x="7501" y="5553"/>
                </a:lnTo>
                <a:lnTo>
                  <a:pt x="7503" y="5553"/>
                </a:lnTo>
                <a:lnTo>
                  <a:pt x="7505" y="5554"/>
                </a:lnTo>
                <a:lnTo>
                  <a:pt x="7505" y="5555"/>
                </a:lnTo>
                <a:lnTo>
                  <a:pt x="7506" y="5556"/>
                </a:lnTo>
                <a:lnTo>
                  <a:pt x="7507" y="5556"/>
                </a:lnTo>
                <a:lnTo>
                  <a:pt x="7508" y="5556"/>
                </a:lnTo>
                <a:lnTo>
                  <a:pt x="7510" y="5556"/>
                </a:lnTo>
                <a:lnTo>
                  <a:pt x="7510" y="5557"/>
                </a:lnTo>
                <a:lnTo>
                  <a:pt x="7512" y="5558"/>
                </a:lnTo>
                <a:lnTo>
                  <a:pt x="7513" y="5558"/>
                </a:lnTo>
                <a:lnTo>
                  <a:pt x="7514" y="5559"/>
                </a:lnTo>
                <a:lnTo>
                  <a:pt x="7513" y="5560"/>
                </a:lnTo>
                <a:lnTo>
                  <a:pt x="7513" y="5561"/>
                </a:lnTo>
                <a:lnTo>
                  <a:pt x="7514" y="5561"/>
                </a:lnTo>
                <a:lnTo>
                  <a:pt x="7516" y="5562"/>
                </a:lnTo>
                <a:lnTo>
                  <a:pt x="7517" y="5564"/>
                </a:lnTo>
                <a:lnTo>
                  <a:pt x="7516" y="5564"/>
                </a:lnTo>
                <a:lnTo>
                  <a:pt x="7515" y="5563"/>
                </a:lnTo>
                <a:lnTo>
                  <a:pt x="7512" y="5562"/>
                </a:lnTo>
                <a:lnTo>
                  <a:pt x="7512" y="5561"/>
                </a:lnTo>
                <a:lnTo>
                  <a:pt x="7511" y="5563"/>
                </a:lnTo>
                <a:lnTo>
                  <a:pt x="7511" y="5564"/>
                </a:lnTo>
                <a:lnTo>
                  <a:pt x="7510" y="5565"/>
                </a:lnTo>
                <a:lnTo>
                  <a:pt x="7510" y="5566"/>
                </a:lnTo>
                <a:lnTo>
                  <a:pt x="7511" y="5566"/>
                </a:lnTo>
                <a:lnTo>
                  <a:pt x="7511" y="5565"/>
                </a:lnTo>
                <a:lnTo>
                  <a:pt x="7512" y="5565"/>
                </a:lnTo>
                <a:lnTo>
                  <a:pt x="7514" y="5566"/>
                </a:lnTo>
                <a:lnTo>
                  <a:pt x="7514" y="5567"/>
                </a:lnTo>
                <a:lnTo>
                  <a:pt x="7514" y="5568"/>
                </a:lnTo>
                <a:lnTo>
                  <a:pt x="7514" y="5569"/>
                </a:lnTo>
                <a:lnTo>
                  <a:pt x="7514" y="5570"/>
                </a:lnTo>
                <a:lnTo>
                  <a:pt x="7515" y="5570"/>
                </a:lnTo>
                <a:lnTo>
                  <a:pt x="7514" y="5570"/>
                </a:lnTo>
                <a:lnTo>
                  <a:pt x="7513" y="5571"/>
                </a:lnTo>
                <a:lnTo>
                  <a:pt x="7514" y="5571"/>
                </a:lnTo>
                <a:lnTo>
                  <a:pt x="7515" y="5571"/>
                </a:lnTo>
                <a:lnTo>
                  <a:pt x="7516" y="5570"/>
                </a:lnTo>
                <a:lnTo>
                  <a:pt x="7516" y="5572"/>
                </a:lnTo>
                <a:lnTo>
                  <a:pt x="7517" y="5572"/>
                </a:lnTo>
                <a:lnTo>
                  <a:pt x="7518" y="5571"/>
                </a:lnTo>
                <a:lnTo>
                  <a:pt x="7519" y="5572"/>
                </a:lnTo>
                <a:lnTo>
                  <a:pt x="7518" y="5573"/>
                </a:lnTo>
                <a:lnTo>
                  <a:pt x="7517" y="5573"/>
                </a:lnTo>
                <a:lnTo>
                  <a:pt x="7515" y="5574"/>
                </a:lnTo>
                <a:lnTo>
                  <a:pt x="7514" y="5575"/>
                </a:lnTo>
                <a:lnTo>
                  <a:pt x="7515" y="5575"/>
                </a:lnTo>
                <a:lnTo>
                  <a:pt x="7518" y="5576"/>
                </a:lnTo>
                <a:lnTo>
                  <a:pt x="7519" y="5576"/>
                </a:lnTo>
                <a:lnTo>
                  <a:pt x="7519" y="5575"/>
                </a:lnTo>
                <a:lnTo>
                  <a:pt x="7520" y="5575"/>
                </a:lnTo>
                <a:lnTo>
                  <a:pt x="7519" y="5576"/>
                </a:lnTo>
                <a:lnTo>
                  <a:pt x="7519" y="5577"/>
                </a:lnTo>
                <a:lnTo>
                  <a:pt x="7520" y="5577"/>
                </a:lnTo>
                <a:lnTo>
                  <a:pt x="7521" y="5577"/>
                </a:lnTo>
                <a:lnTo>
                  <a:pt x="7519" y="5579"/>
                </a:lnTo>
                <a:lnTo>
                  <a:pt x="7521" y="5579"/>
                </a:lnTo>
                <a:lnTo>
                  <a:pt x="7522" y="5578"/>
                </a:lnTo>
                <a:lnTo>
                  <a:pt x="7522" y="5579"/>
                </a:lnTo>
                <a:lnTo>
                  <a:pt x="7523" y="5579"/>
                </a:lnTo>
                <a:lnTo>
                  <a:pt x="7523" y="5580"/>
                </a:lnTo>
                <a:lnTo>
                  <a:pt x="7521" y="5581"/>
                </a:lnTo>
                <a:lnTo>
                  <a:pt x="7521" y="5582"/>
                </a:lnTo>
                <a:lnTo>
                  <a:pt x="7522" y="5582"/>
                </a:lnTo>
                <a:lnTo>
                  <a:pt x="7523" y="5582"/>
                </a:lnTo>
                <a:lnTo>
                  <a:pt x="7524" y="5583"/>
                </a:lnTo>
                <a:lnTo>
                  <a:pt x="7523" y="5583"/>
                </a:lnTo>
                <a:lnTo>
                  <a:pt x="7523" y="5584"/>
                </a:lnTo>
                <a:lnTo>
                  <a:pt x="7524" y="5584"/>
                </a:lnTo>
                <a:lnTo>
                  <a:pt x="7524" y="5583"/>
                </a:lnTo>
                <a:lnTo>
                  <a:pt x="7525" y="5583"/>
                </a:lnTo>
                <a:lnTo>
                  <a:pt x="7526" y="5583"/>
                </a:lnTo>
                <a:lnTo>
                  <a:pt x="7526" y="5584"/>
                </a:lnTo>
                <a:lnTo>
                  <a:pt x="7525" y="5584"/>
                </a:lnTo>
                <a:lnTo>
                  <a:pt x="7525" y="5585"/>
                </a:lnTo>
                <a:lnTo>
                  <a:pt x="7523" y="5586"/>
                </a:lnTo>
                <a:lnTo>
                  <a:pt x="7522" y="5586"/>
                </a:lnTo>
                <a:lnTo>
                  <a:pt x="7521" y="5586"/>
                </a:lnTo>
                <a:lnTo>
                  <a:pt x="7520" y="5587"/>
                </a:lnTo>
                <a:lnTo>
                  <a:pt x="7521" y="5588"/>
                </a:lnTo>
                <a:lnTo>
                  <a:pt x="7520" y="5589"/>
                </a:lnTo>
                <a:lnTo>
                  <a:pt x="7520" y="5590"/>
                </a:lnTo>
                <a:lnTo>
                  <a:pt x="7519" y="5590"/>
                </a:lnTo>
                <a:lnTo>
                  <a:pt x="7519" y="5591"/>
                </a:lnTo>
                <a:lnTo>
                  <a:pt x="7520" y="5590"/>
                </a:lnTo>
                <a:lnTo>
                  <a:pt x="7520" y="5591"/>
                </a:lnTo>
                <a:lnTo>
                  <a:pt x="7519" y="5591"/>
                </a:lnTo>
                <a:lnTo>
                  <a:pt x="7518" y="5592"/>
                </a:lnTo>
                <a:lnTo>
                  <a:pt x="7517" y="5592"/>
                </a:lnTo>
                <a:lnTo>
                  <a:pt x="7516" y="5593"/>
                </a:lnTo>
                <a:lnTo>
                  <a:pt x="7515" y="5594"/>
                </a:lnTo>
                <a:lnTo>
                  <a:pt x="7515" y="5593"/>
                </a:lnTo>
                <a:lnTo>
                  <a:pt x="7514" y="5593"/>
                </a:lnTo>
                <a:lnTo>
                  <a:pt x="7514" y="5592"/>
                </a:lnTo>
                <a:lnTo>
                  <a:pt x="7515" y="5591"/>
                </a:lnTo>
                <a:lnTo>
                  <a:pt x="7516" y="5590"/>
                </a:lnTo>
                <a:lnTo>
                  <a:pt x="7516" y="5588"/>
                </a:lnTo>
                <a:lnTo>
                  <a:pt x="7515" y="5587"/>
                </a:lnTo>
                <a:lnTo>
                  <a:pt x="7513" y="5586"/>
                </a:lnTo>
                <a:lnTo>
                  <a:pt x="7511" y="5585"/>
                </a:lnTo>
                <a:lnTo>
                  <a:pt x="7510" y="5585"/>
                </a:lnTo>
                <a:lnTo>
                  <a:pt x="7509" y="5585"/>
                </a:lnTo>
                <a:lnTo>
                  <a:pt x="7510" y="5585"/>
                </a:lnTo>
                <a:lnTo>
                  <a:pt x="7510" y="5586"/>
                </a:lnTo>
                <a:lnTo>
                  <a:pt x="7510" y="5587"/>
                </a:lnTo>
                <a:lnTo>
                  <a:pt x="7507" y="5587"/>
                </a:lnTo>
                <a:lnTo>
                  <a:pt x="7505" y="5587"/>
                </a:lnTo>
                <a:lnTo>
                  <a:pt x="7502" y="5585"/>
                </a:lnTo>
                <a:lnTo>
                  <a:pt x="7499" y="5584"/>
                </a:lnTo>
                <a:lnTo>
                  <a:pt x="7498" y="5583"/>
                </a:lnTo>
                <a:lnTo>
                  <a:pt x="7496" y="5582"/>
                </a:lnTo>
                <a:lnTo>
                  <a:pt x="7492" y="5582"/>
                </a:lnTo>
                <a:lnTo>
                  <a:pt x="7490" y="5582"/>
                </a:lnTo>
                <a:lnTo>
                  <a:pt x="7489" y="5583"/>
                </a:lnTo>
                <a:lnTo>
                  <a:pt x="7487" y="5584"/>
                </a:lnTo>
                <a:lnTo>
                  <a:pt x="7486" y="5587"/>
                </a:lnTo>
                <a:lnTo>
                  <a:pt x="7488" y="5589"/>
                </a:lnTo>
                <a:lnTo>
                  <a:pt x="7489" y="5591"/>
                </a:lnTo>
                <a:lnTo>
                  <a:pt x="7491" y="5591"/>
                </a:lnTo>
                <a:lnTo>
                  <a:pt x="7491" y="5590"/>
                </a:lnTo>
                <a:lnTo>
                  <a:pt x="7492" y="5589"/>
                </a:lnTo>
                <a:lnTo>
                  <a:pt x="7494" y="5590"/>
                </a:lnTo>
                <a:lnTo>
                  <a:pt x="7496" y="5592"/>
                </a:lnTo>
                <a:lnTo>
                  <a:pt x="7496" y="5593"/>
                </a:lnTo>
                <a:lnTo>
                  <a:pt x="7496" y="5594"/>
                </a:lnTo>
                <a:lnTo>
                  <a:pt x="7496" y="5595"/>
                </a:lnTo>
                <a:lnTo>
                  <a:pt x="7497" y="5595"/>
                </a:lnTo>
                <a:lnTo>
                  <a:pt x="7496" y="5595"/>
                </a:lnTo>
                <a:lnTo>
                  <a:pt x="7496" y="5596"/>
                </a:lnTo>
                <a:lnTo>
                  <a:pt x="7496" y="5597"/>
                </a:lnTo>
                <a:lnTo>
                  <a:pt x="7496" y="5598"/>
                </a:lnTo>
                <a:lnTo>
                  <a:pt x="7496" y="5599"/>
                </a:lnTo>
                <a:lnTo>
                  <a:pt x="7496" y="5600"/>
                </a:lnTo>
                <a:lnTo>
                  <a:pt x="7496" y="5601"/>
                </a:lnTo>
                <a:lnTo>
                  <a:pt x="7497" y="5602"/>
                </a:lnTo>
                <a:lnTo>
                  <a:pt x="7498" y="5602"/>
                </a:lnTo>
                <a:lnTo>
                  <a:pt x="7499" y="5602"/>
                </a:lnTo>
                <a:lnTo>
                  <a:pt x="7497" y="5605"/>
                </a:lnTo>
                <a:lnTo>
                  <a:pt x="7498" y="5605"/>
                </a:lnTo>
                <a:lnTo>
                  <a:pt x="7499" y="5606"/>
                </a:lnTo>
                <a:lnTo>
                  <a:pt x="7501" y="5609"/>
                </a:lnTo>
                <a:lnTo>
                  <a:pt x="7503" y="5609"/>
                </a:lnTo>
                <a:lnTo>
                  <a:pt x="7504" y="5608"/>
                </a:lnTo>
                <a:lnTo>
                  <a:pt x="7505" y="5607"/>
                </a:lnTo>
                <a:lnTo>
                  <a:pt x="7506" y="5606"/>
                </a:lnTo>
                <a:lnTo>
                  <a:pt x="7507" y="5605"/>
                </a:lnTo>
                <a:lnTo>
                  <a:pt x="7508" y="5605"/>
                </a:lnTo>
                <a:lnTo>
                  <a:pt x="7509" y="5605"/>
                </a:lnTo>
                <a:lnTo>
                  <a:pt x="7510" y="5605"/>
                </a:lnTo>
                <a:lnTo>
                  <a:pt x="7510" y="5604"/>
                </a:lnTo>
                <a:lnTo>
                  <a:pt x="7511" y="5604"/>
                </a:lnTo>
                <a:lnTo>
                  <a:pt x="7511" y="5603"/>
                </a:lnTo>
                <a:lnTo>
                  <a:pt x="7512" y="5603"/>
                </a:lnTo>
                <a:lnTo>
                  <a:pt x="7512" y="5604"/>
                </a:lnTo>
                <a:lnTo>
                  <a:pt x="7512" y="5605"/>
                </a:lnTo>
                <a:lnTo>
                  <a:pt x="7511" y="5605"/>
                </a:lnTo>
                <a:lnTo>
                  <a:pt x="7511" y="5606"/>
                </a:lnTo>
                <a:lnTo>
                  <a:pt x="7512" y="5606"/>
                </a:lnTo>
                <a:lnTo>
                  <a:pt x="7513" y="5605"/>
                </a:lnTo>
                <a:lnTo>
                  <a:pt x="7513" y="5604"/>
                </a:lnTo>
                <a:lnTo>
                  <a:pt x="7514" y="5601"/>
                </a:lnTo>
                <a:lnTo>
                  <a:pt x="7515" y="5600"/>
                </a:lnTo>
                <a:lnTo>
                  <a:pt x="7517" y="5599"/>
                </a:lnTo>
                <a:lnTo>
                  <a:pt x="7517" y="5600"/>
                </a:lnTo>
                <a:lnTo>
                  <a:pt x="7518" y="5600"/>
                </a:lnTo>
                <a:lnTo>
                  <a:pt x="7519" y="5599"/>
                </a:lnTo>
                <a:lnTo>
                  <a:pt x="7519" y="5598"/>
                </a:lnTo>
                <a:lnTo>
                  <a:pt x="7518" y="5597"/>
                </a:lnTo>
                <a:lnTo>
                  <a:pt x="7519" y="5596"/>
                </a:lnTo>
                <a:lnTo>
                  <a:pt x="7519" y="5597"/>
                </a:lnTo>
                <a:lnTo>
                  <a:pt x="7520" y="5597"/>
                </a:lnTo>
                <a:lnTo>
                  <a:pt x="7520" y="5596"/>
                </a:lnTo>
                <a:lnTo>
                  <a:pt x="7519" y="5596"/>
                </a:lnTo>
                <a:lnTo>
                  <a:pt x="7519" y="5595"/>
                </a:lnTo>
                <a:lnTo>
                  <a:pt x="7520" y="5595"/>
                </a:lnTo>
                <a:lnTo>
                  <a:pt x="7521" y="5595"/>
                </a:lnTo>
                <a:lnTo>
                  <a:pt x="7521" y="5594"/>
                </a:lnTo>
                <a:lnTo>
                  <a:pt x="7522" y="5593"/>
                </a:lnTo>
                <a:lnTo>
                  <a:pt x="7523" y="5593"/>
                </a:lnTo>
                <a:lnTo>
                  <a:pt x="7523" y="5592"/>
                </a:lnTo>
                <a:lnTo>
                  <a:pt x="7524" y="5590"/>
                </a:lnTo>
                <a:lnTo>
                  <a:pt x="7525" y="5589"/>
                </a:lnTo>
                <a:lnTo>
                  <a:pt x="7526" y="5588"/>
                </a:lnTo>
                <a:lnTo>
                  <a:pt x="7527" y="5588"/>
                </a:lnTo>
                <a:lnTo>
                  <a:pt x="7527" y="5589"/>
                </a:lnTo>
                <a:lnTo>
                  <a:pt x="7527" y="5591"/>
                </a:lnTo>
                <a:lnTo>
                  <a:pt x="7528" y="5591"/>
                </a:lnTo>
                <a:lnTo>
                  <a:pt x="7530" y="5591"/>
                </a:lnTo>
                <a:lnTo>
                  <a:pt x="7530" y="5592"/>
                </a:lnTo>
                <a:lnTo>
                  <a:pt x="7532" y="5592"/>
                </a:lnTo>
                <a:lnTo>
                  <a:pt x="7532" y="5593"/>
                </a:lnTo>
                <a:lnTo>
                  <a:pt x="7531" y="5594"/>
                </a:lnTo>
                <a:lnTo>
                  <a:pt x="7530" y="5595"/>
                </a:lnTo>
                <a:lnTo>
                  <a:pt x="7530" y="5596"/>
                </a:lnTo>
                <a:lnTo>
                  <a:pt x="7532" y="5596"/>
                </a:lnTo>
                <a:lnTo>
                  <a:pt x="7533" y="5595"/>
                </a:lnTo>
                <a:lnTo>
                  <a:pt x="7534" y="5596"/>
                </a:lnTo>
                <a:lnTo>
                  <a:pt x="7535" y="5598"/>
                </a:lnTo>
                <a:lnTo>
                  <a:pt x="7535" y="5597"/>
                </a:lnTo>
                <a:lnTo>
                  <a:pt x="7536" y="5597"/>
                </a:lnTo>
                <a:lnTo>
                  <a:pt x="7536" y="5598"/>
                </a:lnTo>
                <a:lnTo>
                  <a:pt x="7535" y="5600"/>
                </a:lnTo>
                <a:lnTo>
                  <a:pt x="7534" y="5600"/>
                </a:lnTo>
                <a:lnTo>
                  <a:pt x="7533" y="5601"/>
                </a:lnTo>
                <a:lnTo>
                  <a:pt x="7533" y="5602"/>
                </a:lnTo>
                <a:lnTo>
                  <a:pt x="7534" y="5603"/>
                </a:lnTo>
                <a:lnTo>
                  <a:pt x="7536" y="5603"/>
                </a:lnTo>
                <a:lnTo>
                  <a:pt x="7537" y="5602"/>
                </a:lnTo>
                <a:lnTo>
                  <a:pt x="7539" y="5601"/>
                </a:lnTo>
                <a:lnTo>
                  <a:pt x="7540" y="5601"/>
                </a:lnTo>
                <a:lnTo>
                  <a:pt x="7541" y="5602"/>
                </a:lnTo>
                <a:lnTo>
                  <a:pt x="7540" y="5602"/>
                </a:lnTo>
                <a:lnTo>
                  <a:pt x="7540" y="5603"/>
                </a:lnTo>
                <a:lnTo>
                  <a:pt x="7541" y="5603"/>
                </a:lnTo>
                <a:lnTo>
                  <a:pt x="7542" y="5603"/>
                </a:lnTo>
                <a:lnTo>
                  <a:pt x="7542" y="5602"/>
                </a:lnTo>
                <a:lnTo>
                  <a:pt x="7542" y="5601"/>
                </a:lnTo>
                <a:lnTo>
                  <a:pt x="7544" y="5600"/>
                </a:lnTo>
                <a:lnTo>
                  <a:pt x="7545" y="5600"/>
                </a:lnTo>
                <a:lnTo>
                  <a:pt x="7546" y="5599"/>
                </a:lnTo>
                <a:lnTo>
                  <a:pt x="7546" y="5598"/>
                </a:lnTo>
                <a:lnTo>
                  <a:pt x="7549" y="5596"/>
                </a:lnTo>
                <a:lnTo>
                  <a:pt x="7550" y="5595"/>
                </a:lnTo>
                <a:lnTo>
                  <a:pt x="7551" y="5595"/>
                </a:lnTo>
                <a:lnTo>
                  <a:pt x="7550" y="5596"/>
                </a:lnTo>
                <a:lnTo>
                  <a:pt x="7549" y="5597"/>
                </a:lnTo>
                <a:lnTo>
                  <a:pt x="7549" y="5598"/>
                </a:lnTo>
                <a:lnTo>
                  <a:pt x="7549" y="5599"/>
                </a:lnTo>
                <a:lnTo>
                  <a:pt x="7548" y="5600"/>
                </a:lnTo>
                <a:lnTo>
                  <a:pt x="7547" y="5600"/>
                </a:lnTo>
                <a:lnTo>
                  <a:pt x="7546" y="5602"/>
                </a:lnTo>
                <a:lnTo>
                  <a:pt x="7546" y="5603"/>
                </a:lnTo>
                <a:lnTo>
                  <a:pt x="7544" y="5604"/>
                </a:lnTo>
                <a:lnTo>
                  <a:pt x="7544" y="5605"/>
                </a:lnTo>
                <a:lnTo>
                  <a:pt x="7543" y="5605"/>
                </a:lnTo>
                <a:lnTo>
                  <a:pt x="7542" y="5607"/>
                </a:lnTo>
                <a:lnTo>
                  <a:pt x="7543" y="5607"/>
                </a:lnTo>
                <a:lnTo>
                  <a:pt x="7543" y="5608"/>
                </a:lnTo>
                <a:lnTo>
                  <a:pt x="7542" y="5609"/>
                </a:lnTo>
                <a:lnTo>
                  <a:pt x="7540" y="5609"/>
                </a:lnTo>
                <a:lnTo>
                  <a:pt x="7539" y="5609"/>
                </a:lnTo>
                <a:lnTo>
                  <a:pt x="7539" y="5608"/>
                </a:lnTo>
                <a:lnTo>
                  <a:pt x="7538" y="5608"/>
                </a:lnTo>
                <a:lnTo>
                  <a:pt x="7536" y="5610"/>
                </a:lnTo>
                <a:lnTo>
                  <a:pt x="7536" y="5611"/>
                </a:lnTo>
                <a:lnTo>
                  <a:pt x="7536" y="5610"/>
                </a:lnTo>
                <a:lnTo>
                  <a:pt x="7535" y="5610"/>
                </a:lnTo>
                <a:lnTo>
                  <a:pt x="7536" y="5609"/>
                </a:lnTo>
                <a:lnTo>
                  <a:pt x="7536" y="5608"/>
                </a:lnTo>
                <a:lnTo>
                  <a:pt x="7535" y="5608"/>
                </a:lnTo>
                <a:lnTo>
                  <a:pt x="7535" y="5607"/>
                </a:lnTo>
                <a:lnTo>
                  <a:pt x="7534" y="5608"/>
                </a:lnTo>
                <a:lnTo>
                  <a:pt x="7532" y="5607"/>
                </a:lnTo>
                <a:lnTo>
                  <a:pt x="7532" y="5606"/>
                </a:lnTo>
                <a:lnTo>
                  <a:pt x="7531" y="5607"/>
                </a:lnTo>
                <a:lnTo>
                  <a:pt x="7530" y="5608"/>
                </a:lnTo>
                <a:lnTo>
                  <a:pt x="7529" y="5609"/>
                </a:lnTo>
                <a:lnTo>
                  <a:pt x="7526" y="5609"/>
                </a:lnTo>
                <a:lnTo>
                  <a:pt x="7523" y="5612"/>
                </a:lnTo>
                <a:lnTo>
                  <a:pt x="7523" y="5613"/>
                </a:lnTo>
                <a:lnTo>
                  <a:pt x="7523" y="5614"/>
                </a:lnTo>
                <a:lnTo>
                  <a:pt x="7523" y="5615"/>
                </a:lnTo>
                <a:lnTo>
                  <a:pt x="7524" y="5616"/>
                </a:lnTo>
                <a:lnTo>
                  <a:pt x="7526" y="5615"/>
                </a:lnTo>
                <a:lnTo>
                  <a:pt x="7527" y="5615"/>
                </a:lnTo>
                <a:lnTo>
                  <a:pt x="7527" y="5617"/>
                </a:lnTo>
                <a:lnTo>
                  <a:pt x="7525" y="5619"/>
                </a:lnTo>
                <a:lnTo>
                  <a:pt x="7524" y="5619"/>
                </a:lnTo>
                <a:lnTo>
                  <a:pt x="7523" y="5619"/>
                </a:lnTo>
                <a:lnTo>
                  <a:pt x="7523" y="5618"/>
                </a:lnTo>
                <a:lnTo>
                  <a:pt x="7523" y="5617"/>
                </a:lnTo>
                <a:lnTo>
                  <a:pt x="7522" y="5616"/>
                </a:lnTo>
                <a:lnTo>
                  <a:pt x="7522" y="5615"/>
                </a:lnTo>
                <a:lnTo>
                  <a:pt x="7519" y="5615"/>
                </a:lnTo>
                <a:lnTo>
                  <a:pt x="7518" y="5615"/>
                </a:lnTo>
                <a:lnTo>
                  <a:pt x="7516" y="5616"/>
                </a:lnTo>
                <a:lnTo>
                  <a:pt x="7516" y="5617"/>
                </a:lnTo>
                <a:lnTo>
                  <a:pt x="7517" y="5618"/>
                </a:lnTo>
                <a:lnTo>
                  <a:pt x="7517" y="5617"/>
                </a:lnTo>
                <a:lnTo>
                  <a:pt x="7518" y="5618"/>
                </a:lnTo>
                <a:lnTo>
                  <a:pt x="7516" y="5619"/>
                </a:lnTo>
                <a:lnTo>
                  <a:pt x="7515" y="5619"/>
                </a:lnTo>
                <a:lnTo>
                  <a:pt x="7516" y="5619"/>
                </a:lnTo>
                <a:lnTo>
                  <a:pt x="7516" y="5618"/>
                </a:lnTo>
                <a:lnTo>
                  <a:pt x="7515" y="5618"/>
                </a:lnTo>
                <a:lnTo>
                  <a:pt x="7513" y="5620"/>
                </a:lnTo>
                <a:lnTo>
                  <a:pt x="7512" y="5620"/>
                </a:lnTo>
                <a:lnTo>
                  <a:pt x="7512" y="5621"/>
                </a:lnTo>
                <a:lnTo>
                  <a:pt x="7511" y="5621"/>
                </a:lnTo>
                <a:lnTo>
                  <a:pt x="7510" y="5621"/>
                </a:lnTo>
                <a:lnTo>
                  <a:pt x="7509" y="5621"/>
                </a:lnTo>
                <a:lnTo>
                  <a:pt x="7506" y="5622"/>
                </a:lnTo>
                <a:lnTo>
                  <a:pt x="7505" y="5623"/>
                </a:lnTo>
                <a:lnTo>
                  <a:pt x="7502" y="5624"/>
                </a:lnTo>
                <a:lnTo>
                  <a:pt x="7500" y="5624"/>
                </a:lnTo>
                <a:lnTo>
                  <a:pt x="7498" y="5624"/>
                </a:lnTo>
                <a:lnTo>
                  <a:pt x="7496" y="5626"/>
                </a:lnTo>
                <a:lnTo>
                  <a:pt x="7495" y="5627"/>
                </a:lnTo>
                <a:lnTo>
                  <a:pt x="7495" y="5628"/>
                </a:lnTo>
                <a:lnTo>
                  <a:pt x="7496" y="5628"/>
                </a:lnTo>
                <a:lnTo>
                  <a:pt x="7497" y="5628"/>
                </a:lnTo>
                <a:lnTo>
                  <a:pt x="7498" y="5627"/>
                </a:lnTo>
                <a:lnTo>
                  <a:pt x="7499" y="5627"/>
                </a:lnTo>
                <a:lnTo>
                  <a:pt x="7500" y="5628"/>
                </a:lnTo>
                <a:lnTo>
                  <a:pt x="7500" y="5629"/>
                </a:lnTo>
                <a:lnTo>
                  <a:pt x="7501" y="5629"/>
                </a:lnTo>
                <a:lnTo>
                  <a:pt x="7503" y="5631"/>
                </a:lnTo>
                <a:lnTo>
                  <a:pt x="7504" y="5631"/>
                </a:lnTo>
                <a:lnTo>
                  <a:pt x="7504" y="5632"/>
                </a:lnTo>
                <a:lnTo>
                  <a:pt x="7503" y="5632"/>
                </a:lnTo>
                <a:lnTo>
                  <a:pt x="7502" y="5632"/>
                </a:lnTo>
                <a:lnTo>
                  <a:pt x="7501" y="5633"/>
                </a:lnTo>
                <a:lnTo>
                  <a:pt x="7501" y="5634"/>
                </a:lnTo>
                <a:lnTo>
                  <a:pt x="7501" y="5635"/>
                </a:lnTo>
                <a:lnTo>
                  <a:pt x="7502" y="5635"/>
                </a:lnTo>
                <a:lnTo>
                  <a:pt x="7502" y="5636"/>
                </a:lnTo>
                <a:lnTo>
                  <a:pt x="7502" y="5637"/>
                </a:lnTo>
                <a:lnTo>
                  <a:pt x="7501" y="5638"/>
                </a:lnTo>
                <a:lnTo>
                  <a:pt x="7500" y="5638"/>
                </a:lnTo>
                <a:lnTo>
                  <a:pt x="7497" y="5639"/>
                </a:lnTo>
                <a:lnTo>
                  <a:pt x="7497" y="5640"/>
                </a:lnTo>
                <a:lnTo>
                  <a:pt x="7496" y="5642"/>
                </a:lnTo>
                <a:lnTo>
                  <a:pt x="7496" y="5643"/>
                </a:lnTo>
                <a:lnTo>
                  <a:pt x="7495" y="5643"/>
                </a:lnTo>
                <a:lnTo>
                  <a:pt x="7493" y="5644"/>
                </a:lnTo>
                <a:lnTo>
                  <a:pt x="7492" y="5645"/>
                </a:lnTo>
                <a:lnTo>
                  <a:pt x="7492" y="5647"/>
                </a:lnTo>
                <a:lnTo>
                  <a:pt x="7492" y="5649"/>
                </a:lnTo>
                <a:lnTo>
                  <a:pt x="7493" y="5649"/>
                </a:lnTo>
                <a:lnTo>
                  <a:pt x="7493" y="5650"/>
                </a:lnTo>
                <a:lnTo>
                  <a:pt x="7494" y="5651"/>
                </a:lnTo>
                <a:lnTo>
                  <a:pt x="7495" y="5651"/>
                </a:lnTo>
                <a:lnTo>
                  <a:pt x="7495" y="5652"/>
                </a:lnTo>
                <a:lnTo>
                  <a:pt x="7494" y="5652"/>
                </a:lnTo>
                <a:lnTo>
                  <a:pt x="7492" y="5653"/>
                </a:lnTo>
                <a:lnTo>
                  <a:pt x="7491" y="5654"/>
                </a:lnTo>
                <a:lnTo>
                  <a:pt x="7490" y="5654"/>
                </a:lnTo>
                <a:lnTo>
                  <a:pt x="7487" y="5655"/>
                </a:lnTo>
                <a:lnTo>
                  <a:pt x="7486" y="5655"/>
                </a:lnTo>
                <a:lnTo>
                  <a:pt x="7485" y="5656"/>
                </a:lnTo>
                <a:lnTo>
                  <a:pt x="7485" y="5657"/>
                </a:lnTo>
                <a:lnTo>
                  <a:pt x="7484" y="5658"/>
                </a:lnTo>
                <a:lnTo>
                  <a:pt x="7484" y="5659"/>
                </a:lnTo>
                <a:lnTo>
                  <a:pt x="7481" y="5665"/>
                </a:lnTo>
                <a:lnTo>
                  <a:pt x="7480" y="5666"/>
                </a:lnTo>
                <a:lnTo>
                  <a:pt x="7479" y="5669"/>
                </a:lnTo>
                <a:lnTo>
                  <a:pt x="7479" y="5670"/>
                </a:lnTo>
                <a:lnTo>
                  <a:pt x="7480" y="5671"/>
                </a:lnTo>
                <a:lnTo>
                  <a:pt x="7479" y="5673"/>
                </a:lnTo>
                <a:lnTo>
                  <a:pt x="7479" y="5676"/>
                </a:lnTo>
                <a:lnTo>
                  <a:pt x="7479" y="5677"/>
                </a:lnTo>
                <a:lnTo>
                  <a:pt x="7478" y="5678"/>
                </a:lnTo>
                <a:lnTo>
                  <a:pt x="7476" y="5680"/>
                </a:lnTo>
                <a:lnTo>
                  <a:pt x="7476" y="5681"/>
                </a:lnTo>
                <a:lnTo>
                  <a:pt x="7477" y="5680"/>
                </a:lnTo>
                <a:lnTo>
                  <a:pt x="7478" y="5680"/>
                </a:lnTo>
                <a:lnTo>
                  <a:pt x="7479" y="5679"/>
                </a:lnTo>
                <a:lnTo>
                  <a:pt x="7479" y="5678"/>
                </a:lnTo>
                <a:lnTo>
                  <a:pt x="7480" y="5678"/>
                </a:lnTo>
                <a:lnTo>
                  <a:pt x="7480" y="5677"/>
                </a:lnTo>
                <a:lnTo>
                  <a:pt x="7480" y="5676"/>
                </a:lnTo>
                <a:lnTo>
                  <a:pt x="7480" y="5675"/>
                </a:lnTo>
                <a:lnTo>
                  <a:pt x="7480" y="5674"/>
                </a:lnTo>
                <a:lnTo>
                  <a:pt x="7480" y="5673"/>
                </a:lnTo>
                <a:lnTo>
                  <a:pt x="7480" y="5671"/>
                </a:lnTo>
                <a:lnTo>
                  <a:pt x="7481" y="5670"/>
                </a:lnTo>
                <a:lnTo>
                  <a:pt x="7482" y="5670"/>
                </a:lnTo>
                <a:lnTo>
                  <a:pt x="7482" y="5669"/>
                </a:lnTo>
                <a:lnTo>
                  <a:pt x="7483" y="5668"/>
                </a:lnTo>
                <a:lnTo>
                  <a:pt x="7484" y="5667"/>
                </a:lnTo>
                <a:lnTo>
                  <a:pt x="7485" y="5667"/>
                </a:lnTo>
                <a:lnTo>
                  <a:pt x="7486" y="5668"/>
                </a:lnTo>
                <a:lnTo>
                  <a:pt x="7487" y="5670"/>
                </a:lnTo>
                <a:lnTo>
                  <a:pt x="7488" y="5671"/>
                </a:lnTo>
                <a:lnTo>
                  <a:pt x="7492" y="5672"/>
                </a:lnTo>
                <a:lnTo>
                  <a:pt x="7493" y="5671"/>
                </a:lnTo>
                <a:lnTo>
                  <a:pt x="7494" y="5671"/>
                </a:lnTo>
                <a:lnTo>
                  <a:pt x="7495" y="5671"/>
                </a:lnTo>
                <a:lnTo>
                  <a:pt x="7496" y="5671"/>
                </a:lnTo>
                <a:lnTo>
                  <a:pt x="7498" y="5671"/>
                </a:lnTo>
                <a:lnTo>
                  <a:pt x="7498" y="5673"/>
                </a:lnTo>
                <a:lnTo>
                  <a:pt x="7499" y="5674"/>
                </a:lnTo>
                <a:lnTo>
                  <a:pt x="7501" y="5674"/>
                </a:lnTo>
                <a:lnTo>
                  <a:pt x="7502" y="5674"/>
                </a:lnTo>
                <a:lnTo>
                  <a:pt x="7509" y="5676"/>
                </a:lnTo>
                <a:lnTo>
                  <a:pt x="7510" y="5675"/>
                </a:lnTo>
                <a:lnTo>
                  <a:pt x="7511" y="5674"/>
                </a:lnTo>
                <a:lnTo>
                  <a:pt x="7512" y="5674"/>
                </a:lnTo>
                <a:lnTo>
                  <a:pt x="7514" y="5673"/>
                </a:lnTo>
                <a:lnTo>
                  <a:pt x="7516" y="5673"/>
                </a:lnTo>
                <a:lnTo>
                  <a:pt x="7518" y="5674"/>
                </a:lnTo>
                <a:lnTo>
                  <a:pt x="7518" y="5675"/>
                </a:lnTo>
                <a:lnTo>
                  <a:pt x="7518" y="5676"/>
                </a:lnTo>
                <a:lnTo>
                  <a:pt x="7518" y="5677"/>
                </a:lnTo>
                <a:lnTo>
                  <a:pt x="7518" y="5682"/>
                </a:lnTo>
                <a:lnTo>
                  <a:pt x="7518" y="5685"/>
                </a:lnTo>
                <a:lnTo>
                  <a:pt x="7516" y="5687"/>
                </a:lnTo>
                <a:lnTo>
                  <a:pt x="7515" y="5688"/>
                </a:lnTo>
                <a:lnTo>
                  <a:pt x="7515" y="5689"/>
                </a:lnTo>
                <a:lnTo>
                  <a:pt x="7515" y="5692"/>
                </a:lnTo>
                <a:lnTo>
                  <a:pt x="7515" y="5695"/>
                </a:lnTo>
                <a:lnTo>
                  <a:pt x="7515" y="5696"/>
                </a:lnTo>
                <a:lnTo>
                  <a:pt x="7514" y="5697"/>
                </a:lnTo>
                <a:lnTo>
                  <a:pt x="7512" y="5697"/>
                </a:lnTo>
                <a:lnTo>
                  <a:pt x="7510" y="5697"/>
                </a:lnTo>
                <a:lnTo>
                  <a:pt x="7509" y="5698"/>
                </a:lnTo>
                <a:lnTo>
                  <a:pt x="7507" y="5698"/>
                </a:lnTo>
                <a:lnTo>
                  <a:pt x="7506" y="5700"/>
                </a:lnTo>
                <a:lnTo>
                  <a:pt x="7505" y="5702"/>
                </a:lnTo>
                <a:lnTo>
                  <a:pt x="7504" y="5705"/>
                </a:lnTo>
                <a:lnTo>
                  <a:pt x="7504" y="5708"/>
                </a:lnTo>
                <a:lnTo>
                  <a:pt x="7504" y="5710"/>
                </a:lnTo>
                <a:lnTo>
                  <a:pt x="7505" y="5711"/>
                </a:lnTo>
                <a:lnTo>
                  <a:pt x="7506" y="5712"/>
                </a:lnTo>
                <a:lnTo>
                  <a:pt x="7504" y="5716"/>
                </a:lnTo>
                <a:lnTo>
                  <a:pt x="7505" y="5718"/>
                </a:lnTo>
                <a:lnTo>
                  <a:pt x="7506" y="5721"/>
                </a:lnTo>
                <a:lnTo>
                  <a:pt x="7507" y="5723"/>
                </a:lnTo>
                <a:lnTo>
                  <a:pt x="7507" y="5724"/>
                </a:lnTo>
                <a:lnTo>
                  <a:pt x="7507" y="5725"/>
                </a:lnTo>
                <a:lnTo>
                  <a:pt x="7507" y="5726"/>
                </a:lnTo>
                <a:lnTo>
                  <a:pt x="7508" y="5727"/>
                </a:lnTo>
                <a:lnTo>
                  <a:pt x="7509" y="5728"/>
                </a:lnTo>
                <a:lnTo>
                  <a:pt x="7510" y="5728"/>
                </a:lnTo>
                <a:lnTo>
                  <a:pt x="7511" y="5728"/>
                </a:lnTo>
                <a:lnTo>
                  <a:pt x="7511" y="5729"/>
                </a:lnTo>
                <a:lnTo>
                  <a:pt x="7510" y="5731"/>
                </a:lnTo>
                <a:lnTo>
                  <a:pt x="7509" y="5731"/>
                </a:lnTo>
                <a:lnTo>
                  <a:pt x="7508" y="5733"/>
                </a:lnTo>
                <a:lnTo>
                  <a:pt x="7507" y="5734"/>
                </a:lnTo>
                <a:lnTo>
                  <a:pt x="7506" y="5734"/>
                </a:lnTo>
                <a:lnTo>
                  <a:pt x="7506" y="5735"/>
                </a:lnTo>
                <a:lnTo>
                  <a:pt x="7506" y="5736"/>
                </a:lnTo>
                <a:lnTo>
                  <a:pt x="7506" y="5737"/>
                </a:lnTo>
                <a:lnTo>
                  <a:pt x="7506" y="5739"/>
                </a:lnTo>
                <a:lnTo>
                  <a:pt x="7507" y="5740"/>
                </a:lnTo>
                <a:lnTo>
                  <a:pt x="7506" y="5743"/>
                </a:lnTo>
                <a:lnTo>
                  <a:pt x="7505" y="5744"/>
                </a:lnTo>
                <a:lnTo>
                  <a:pt x="7504" y="5744"/>
                </a:lnTo>
                <a:lnTo>
                  <a:pt x="7503" y="5744"/>
                </a:lnTo>
                <a:lnTo>
                  <a:pt x="7502" y="5744"/>
                </a:lnTo>
                <a:lnTo>
                  <a:pt x="7499" y="5744"/>
                </a:lnTo>
                <a:lnTo>
                  <a:pt x="7497" y="5744"/>
                </a:lnTo>
                <a:lnTo>
                  <a:pt x="7492" y="5746"/>
                </a:lnTo>
                <a:lnTo>
                  <a:pt x="7491" y="5747"/>
                </a:lnTo>
                <a:lnTo>
                  <a:pt x="7489" y="5748"/>
                </a:lnTo>
                <a:lnTo>
                  <a:pt x="7487" y="5748"/>
                </a:lnTo>
                <a:lnTo>
                  <a:pt x="7487" y="5747"/>
                </a:lnTo>
                <a:lnTo>
                  <a:pt x="7486" y="5748"/>
                </a:lnTo>
                <a:lnTo>
                  <a:pt x="7485" y="5748"/>
                </a:lnTo>
                <a:lnTo>
                  <a:pt x="7485" y="5749"/>
                </a:lnTo>
                <a:lnTo>
                  <a:pt x="7486" y="5749"/>
                </a:lnTo>
                <a:lnTo>
                  <a:pt x="7485" y="5751"/>
                </a:lnTo>
                <a:lnTo>
                  <a:pt x="7484" y="5750"/>
                </a:lnTo>
                <a:lnTo>
                  <a:pt x="7483" y="5750"/>
                </a:lnTo>
                <a:lnTo>
                  <a:pt x="7483" y="5751"/>
                </a:lnTo>
                <a:lnTo>
                  <a:pt x="7483" y="5752"/>
                </a:lnTo>
                <a:lnTo>
                  <a:pt x="7482" y="5752"/>
                </a:lnTo>
                <a:lnTo>
                  <a:pt x="7483" y="5755"/>
                </a:lnTo>
                <a:lnTo>
                  <a:pt x="7483" y="5756"/>
                </a:lnTo>
                <a:lnTo>
                  <a:pt x="7484" y="5756"/>
                </a:lnTo>
                <a:lnTo>
                  <a:pt x="7484" y="5755"/>
                </a:lnTo>
                <a:lnTo>
                  <a:pt x="7485" y="5756"/>
                </a:lnTo>
                <a:lnTo>
                  <a:pt x="7485" y="5757"/>
                </a:lnTo>
                <a:lnTo>
                  <a:pt x="7484" y="5757"/>
                </a:lnTo>
                <a:lnTo>
                  <a:pt x="7486" y="5759"/>
                </a:lnTo>
                <a:lnTo>
                  <a:pt x="7488" y="5758"/>
                </a:lnTo>
                <a:lnTo>
                  <a:pt x="7489" y="5759"/>
                </a:lnTo>
                <a:lnTo>
                  <a:pt x="7490" y="5760"/>
                </a:lnTo>
                <a:lnTo>
                  <a:pt x="7492" y="5758"/>
                </a:lnTo>
                <a:lnTo>
                  <a:pt x="7495" y="5758"/>
                </a:lnTo>
                <a:lnTo>
                  <a:pt x="7496" y="5759"/>
                </a:lnTo>
                <a:lnTo>
                  <a:pt x="7496" y="5758"/>
                </a:lnTo>
                <a:lnTo>
                  <a:pt x="7496" y="5757"/>
                </a:lnTo>
                <a:lnTo>
                  <a:pt x="7497" y="5757"/>
                </a:lnTo>
                <a:lnTo>
                  <a:pt x="7497" y="5758"/>
                </a:lnTo>
                <a:lnTo>
                  <a:pt x="7497" y="5759"/>
                </a:lnTo>
                <a:lnTo>
                  <a:pt x="7498" y="5761"/>
                </a:lnTo>
                <a:lnTo>
                  <a:pt x="7498" y="5762"/>
                </a:lnTo>
                <a:lnTo>
                  <a:pt x="7497" y="5764"/>
                </a:lnTo>
                <a:lnTo>
                  <a:pt x="7498" y="5766"/>
                </a:lnTo>
                <a:lnTo>
                  <a:pt x="7499" y="5766"/>
                </a:lnTo>
                <a:lnTo>
                  <a:pt x="7500" y="5767"/>
                </a:lnTo>
                <a:lnTo>
                  <a:pt x="7502" y="5766"/>
                </a:lnTo>
                <a:lnTo>
                  <a:pt x="7503" y="5766"/>
                </a:lnTo>
                <a:lnTo>
                  <a:pt x="7505" y="5767"/>
                </a:lnTo>
                <a:lnTo>
                  <a:pt x="7505" y="5766"/>
                </a:lnTo>
                <a:lnTo>
                  <a:pt x="7506" y="5766"/>
                </a:lnTo>
                <a:lnTo>
                  <a:pt x="7507" y="5765"/>
                </a:lnTo>
                <a:lnTo>
                  <a:pt x="7507" y="5764"/>
                </a:lnTo>
                <a:lnTo>
                  <a:pt x="7507" y="5763"/>
                </a:lnTo>
                <a:lnTo>
                  <a:pt x="7508" y="5764"/>
                </a:lnTo>
                <a:lnTo>
                  <a:pt x="7508" y="5765"/>
                </a:lnTo>
                <a:lnTo>
                  <a:pt x="7508" y="5768"/>
                </a:lnTo>
                <a:lnTo>
                  <a:pt x="7510" y="5768"/>
                </a:lnTo>
                <a:lnTo>
                  <a:pt x="7510" y="5767"/>
                </a:lnTo>
                <a:lnTo>
                  <a:pt x="7511" y="5767"/>
                </a:lnTo>
                <a:lnTo>
                  <a:pt x="7512" y="5768"/>
                </a:lnTo>
                <a:lnTo>
                  <a:pt x="7512" y="5769"/>
                </a:lnTo>
                <a:lnTo>
                  <a:pt x="7512" y="5770"/>
                </a:lnTo>
                <a:lnTo>
                  <a:pt x="7512" y="5771"/>
                </a:lnTo>
                <a:lnTo>
                  <a:pt x="7513" y="5772"/>
                </a:lnTo>
                <a:lnTo>
                  <a:pt x="7513" y="5773"/>
                </a:lnTo>
                <a:lnTo>
                  <a:pt x="7514" y="5774"/>
                </a:lnTo>
                <a:lnTo>
                  <a:pt x="7513" y="5775"/>
                </a:lnTo>
                <a:lnTo>
                  <a:pt x="7512" y="5775"/>
                </a:lnTo>
                <a:lnTo>
                  <a:pt x="7511" y="5777"/>
                </a:lnTo>
                <a:lnTo>
                  <a:pt x="7511" y="5778"/>
                </a:lnTo>
                <a:lnTo>
                  <a:pt x="7512" y="5779"/>
                </a:lnTo>
                <a:lnTo>
                  <a:pt x="7513" y="5779"/>
                </a:lnTo>
                <a:lnTo>
                  <a:pt x="7514" y="5779"/>
                </a:lnTo>
                <a:lnTo>
                  <a:pt x="7513" y="5781"/>
                </a:lnTo>
                <a:lnTo>
                  <a:pt x="7512" y="5782"/>
                </a:lnTo>
                <a:lnTo>
                  <a:pt x="7513" y="5783"/>
                </a:lnTo>
                <a:lnTo>
                  <a:pt x="7515" y="5783"/>
                </a:lnTo>
                <a:lnTo>
                  <a:pt x="7516" y="5782"/>
                </a:lnTo>
                <a:lnTo>
                  <a:pt x="7516" y="5783"/>
                </a:lnTo>
                <a:lnTo>
                  <a:pt x="7515" y="5784"/>
                </a:lnTo>
                <a:lnTo>
                  <a:pt x="7514" y="5784"/>
                </a:lnTo>
                <a:lnTo>
                  <a:pt x="7513" y="5785"/>
                </a:lnTo>
                <a:lnTo>
                  <a:pt x="7514" y="5788"/>
                </a:lnTo>
                <a:lnTo>
                  <a:pt x="7516" y="5789"/>
                </a:lnTo>
                <a:lnTo>
                  <a:pt x="7518" y="5788"/>
                </a:lnTo>
                <a:lnTo>
                  <a:pt x="7519" y="5787"/>
                </a:lnTo>
                <a:lnTo>
                  <a:pt x="7520" y="5788"/>
                </a:lnTo>
                <a:lnTo>
                  <a:pt x="7521" y="5787"/>
                </a:lnTo>
                <a:lnTo>
                  <a:pt x="7520" y="5786"/>
                </a:lnTo>
                <a:lnTo>
                  <a:pt x="7521" y="5786"/>
                </a:lnTo>
                <a:lnTo>
                  <a:pt x="7521" y="5787"/>
                </a:lnTo>
                <a:lnTo>
                  <a:pt x="7521" y="5788"/>
                </a:lnTo>
                <a:lnTo>
                  <a:pt x="7521" y="5790"/>
                </a:lnTo>
                <a:lnTo>
                  <a:pt x="7521" y="5791"/>
                </a:lnTo>
                <a:lnTo>
                  <a:pt x="7519" y="5792"/>
                </a:lnTo>
                <a:lnTo>
                  <a:pt x="7518" y="5792"/>
                </a:lnTo>
                <a:lnTo>
                  <a:pt x="7516" y="5793"/>
                </a:lnTo>
                <a:lnTo>
                  <a:pt x="7516" y="5794"/>
                </a:lnTo>
                <a:lnTo>
                  <a:pt x="7516" y="5795"/>
                </a:lnTo>
                <a:lnTo>
                  <a:pt x="7517" y="5795"/>
                </a:lnTo>
                <a:lnTo>
                  <a:pt x="7517" y="5794"/>
                </a:lnTo>
                <a:lnTo>
                  <a:pt x="7518" y="5794"/>
                </a:lnTo>
                <a:lnTo>
                  <a:pt x="7519" y="5795"/>
                </a:lnTo>
                <a:lnTo>
                  <a:pt x="7521" y="5795"/>
                </a:lnTo>
                <a:lnTo>
                  <a:pt x="7522" y="5794"/>
                </a:lnTo>
                <a:lnTo>
                  <a:pt x="7523" y="5794"/>
                </a:lnTo>
                <a:lnTo>
                  <a:pt x="7524" y="5795"/>
                </a:lnTo>
                <a:lnTo>
                  <a:pt x="7525" y="5797"/>
                </a:lnTo>
                <a:lnTo>
                  <a:pt x="7525" y="5798"/>
                </a:lnTo>
                <a:lnTo>
                  <a:pt x="7525" y="5799"/>
                </a:lnTo>
                <a:lnTo>
                  <a:pt x="7525" y="5800"/>
                </a:lnTo>
                <a:lnTo>
                  <a:pt x="7525" y="5801"/>
                </a:lnTo>
                <a:lnTo>
                  <a:pt x="7526" y="5802"/>
                </a:lnTo>
                <a:lnTo>
                  <a:pt x="7526" y="5804"/>
                </a:lnTo>
                <a:lnTo>
                  <a:pt x="7526" y="5805"/>
                </a:lnTo>
                <a:lnTo>
                  <a:pt x="7526" y="5804"/>
                </a:lnTo>
                <a:lnTo>
                  <a:pt x="7527" y="5804"/>
                </a:lnTo>
                <a:lnTo>
                  <a:pt x="7526" y="5804"/>
                </a:lnTo>
                <a:lnTo>
                  <a:pt x="7526" y="5805"/>
                </a:lnTo>
                <a:lnTo>
                  <a:pt x="7527" y="5805"/>
                </a:lnTo>
                <a:lnTo>
                  <a:pt x="7527" y="5806"/>
                </a:lnTo>
                <a:lnTo>
                  <a:pt x="7526" y="5806"/>
                </a:lnTo>
                <a:lnTo>
                  <a:pt x="7525" y="5806"/>
                </a:lnTo>
                <a:lnTo>
                  <a:pt x="7524" y="5807"/>
                </a:lnTo>
                <a:lnTo>
                  <a:pt x="7522" y="5808"/>
                </a:lnTo>
                <a:lnTo>
                  <a:pt x="7521" y="5809"/>
                </a:lnTo>
                <a:lnTo>
                  <a:pt x="7520" y="5810"/>
                </a:lnTo>
                <a:lnTo>
                  <a:pt x="7522" y="5810"/>
                </a:lnTo>
                <a:lnTo>
                  <a:pt x="7524" y="5809"/>
                </a:lnTo>
                <a:lnTo>
                  <a:pt x="7526" y="5808"/>
                </a:lnTo>
                <a:lnTo>
                  <a:pt x="7526" y="5807"/>
                </a:lnTo>
                <a:lnTo>
                  <a:pt x="7527" y="5807"/>
                </a:lnTo>
                <a:lnTo>
                  <a:pt x="7527" y="5809"/>
                </a:lnTo>
                <a:lnTo>
                  <a:pt x="7526" y="5810"/>
                </a:lnTo>
                <a:lnTo>
                  <a:pt x="7526" y="5811"/>
                </a:lnTo>
                <a:lnTo>
                  <a:pt x="7523" y="5812"/>
                </a:lnTo>
                <a:lnTo>
                  <a:pt x="7523" y="5813"/>
                </a:lnTo>
                <a:lnTo>
                  <a:pt x="7521" y="5813"/>
                </a:lnTo>
                <a:lnTo>
                  <a:pt x="7519" y="5812"/>
                </a:lnTo>
                <a:lnTo>
                  <a:pt x="7518" y="5812"/>
                </a:lnTo>
                <a:lnTo>
                  <a:pt x="7518" y="5813"/>
                </a:lnTo>
                <a:lnTo>
                  <a:pt x="7517" y="5814"/>
                </a:lnTo>
                <a:lnTo>
                  <a:pt x="7516" y="5813"/>
                </a:lnTo>
                <a:lnTo>
                  <a:pt x="7516" y="5812"/>
                </a:lnTo>
                <a:lnTo>
                  <a:pt x="7517" y="5812"/>
                </a:lnTo>
                <a:lnTo>
                  <a:pt x="7517" y="5811"/>
                </a:lnTo>
                <a:lnTo>
                  <a:pt x="7516" y="5810"/>
                </a:lnTo>
                <a:lnTo>
                  <a:pt x="7516" y="5809"/>
                </a:lnTo>
                <a:lnTo>
                  <a:pt x="7515" y="5808"/>
                </a:lnTo>
                <a:lnTo>
                  <a:pt x="7513" y="5807"/>
                </a:lnTo>
                <a:lnTo>
                  <a:pt x="7513" y="5806"/>
                </a:lnTo>
                <a:lnTo>
                  <a:pt x="7513" y="5805"/>
                </a:lnTo>
                <a:lnTo>
                  <a:pt x="7513" y="5806"/>
                </a:lnTo>
                <a:lnTo>
                  <a:pt x="7514" y="5806"/>
                </a:lnTo>
                <a:lnTo>
                  <a:pt x="7515" y="5805"/>
                </a:lnTo>
                <a:lnTo>
                  <a:pt x="7515" y="5804"/>
                </a:lnTo>
                <a:lnTo>
                  <a:pt x="7514" y="5804"/>
                </a:lnTo>
                <a:lnTo>
                  <a:pt x="7513" y="5804"/>
                </a:lnTo>
                <a:lnTo>
                  <a:pt x="7513" y="5802"/>
                </a:lnTo>
                <a:lnTo>
                  <a:pt x="7512" y="5800"/>
                </a:lnTo>
                <a:lnTo>
                  <a:pt x="7511" y="5798"/>
                </a:lnTo>
                <a:lnTo>
                  <a:pt x="7511" y="5797"/>
                </a:lnTo>
                <a:lnTo>
                  <a:pt x="7511" y="5795"/>
                </a:lnTo>
                <a:lnTo>
                  <a:pt x="7511" y="5793"/>
                </a:lnTo>
                <a:lnTo>
                  <a:pt x="7511" y="5792"/>
                </a:lnTo>
                <a:lnTo>
                  <a:pt x="7510" y="5790"/>
                </a:lnTo>
                <a:lnTo>
                  <a:pt x="7507" y="5790"/>
                </a:lnTo>
                <a:lnTo>
                  <a:pt x="7506" y="5791"/>
                </a:lnTo>
                <a:lnTo>
                  <a:pt x="7506" y="5792"/>
                </a:lnTo>
                <a:lnTo>
                  <a:pt x="7506" y="5795"/>
                </a:lnTo>
                <a:lnTo>
                  <a:pt x="7506" y="5796"/>
                </a:lnTo>
                <a:lnTo>
                  <a:pt x="7505" y="5796"/>
                </a:lnTo>
                <a:lnTo>
                  <a:pt x="7505" y="5795"/>
                </a:lnTo>
                <a:lnTo>
                  <a:pt x="7503" y="5794"/>
                </a:lnTo>
                <a:lnTo>
                  <a:pt x="7503" y="5795"/>
                </a:lnTo>
                <a:lnTo>
                  <a:pt x="7503" y="5796"/>
                </a:lnTo>
                <a:lnTo>
                  <a:pt x="7502" y="5796"/>
                </a:lnTo>
                <a:lnTo>
                  <a:pt x="7501" y="5797"/>
                </a:lnTo>
                <a:lnTo>
                  <a:pt x="7502" y="5797"/>
                </a:lnTo>
                <a:lnTo>
                  <a:pt x="7502" y="5798"/>
                </a:lnTo>
                <a:lnTo>
                  <a:pt x="7503" y="5798"/>
                </a:lnTo>
                <a:lnTo>
                  <a:pt x="7504" y="5798"/>
                </a:lnTo>
                <a:lnTo>
                  <a:pt x="7505" y="5799"/>
                </a:lnTo>
                <a:lnTo>
                  <a:pt x="7505" y="5800"/>
                </a:lnTo>
                <a:lnTo>
                  <a:pt x="7506" y="5799"/>
                </a:lnTo>
                <a:lnTo>
                  <a:pt x="7506" y="5798"/>
                </a:lnTo>
                <a:lnTo>
                  <a:pt x="7507" y="5798"/>
                </a:lnTo>
                <a:lnTo>
                  <a:pt x="7508" y="5798"/>
                </a:lnTo>
                <a:lnTo>
                  <a:pt x="7508" y="5799"/>
                </a:lnTo>
                <a:lnTo>
                  <a:pt x="7507" y="5799"/>
                </a:lnTo>
                <a:lnTo>
                  <a:pt x="7508" y="5800"/>
                </a:lnTo>
                <a:lnTo>
                  <a:pt x="7509" y="5800"/>
                </a:lnTo>
                <a:lnTo>
                  <a:pt x="7509" y="5799"/>
                </a:lnTo>
                <a:lnTo>
                  <a:pt x="7510" y="5801"/>
                </a:lnTo>
                <a:lnTo>
                  <a:pt x="7510" y="5802"/>
                </a:lnTo>
                <a:lnTo>
                  <a:pt x="7509" y="5802"/>
                </a:lnTo>
                <a:lnTo>
                  <a:pt x="7509" y="5803"/>
                </a:lnTo>
                <a:lnTo>
                  <a:pt x="7509" y="5805"/>
                </a:lnTo>
                <a:lnTo>
                  <a:pt x="7507" y="5806"/>
                </a:lnTo>
                <a:lnTo>
                  <a:pt x="7506" y="5806"/>
                </a:lnTo>
                <a:lnTo>
                  <a:pt x="7506" y="5808"/>
                </a:lnTo>
                <a:lnTo>
                  <a:pt x="7506" y="5809"/>
                </a:lnTo>
                <a:lnTo>
                  <a:pt x="7506" y="5810"/>
                </a:lnTo>
                <a:lnTo>
                  <a:pt x="7505" y="5810"/>
                </a:lnTo>
                <a:lnTo>
                  <a:pt x="7504" y="5811"/>
                </a:lnTo>
                <a:lnTo>
                  <a:pt x="7503" y="5811"/>
                </a:lnTo>
                <a:lnTo>
                  <a:pt x="7503" y="5810"/>
                </a:lnTo>
                <a:lnTo>
                  <a:pt x="7504" y="5810"/>
                </a:lnTo>
                <a:lnTo>
                  <a:pt x="7505" y="5809"/>
                </a:lnTo>
                <a:lnTo>
                  <a:pt x="7504" y="5808"/>
                </a:lnTo>
                <a:lnTo>
                  <a:pt x="7502" y="5807"/>
                </a:lnTo>
                <a:lnTo>
                  <a:pt x="7501" y="5807"/>
                </a:lnTo>
                <a:lnTo>
                  <a:pt x="7499" y="5808"/>
                </a:lnTo>
                <a:lnTo>
                  <a:pt x="7498" y="5810"/>
                </a:lnTo>
                <a:lnTo>
                  <a:pt x="7497" y="5811"/>
                </a:lnTo>
                <a:lnTo>
                  <a:pt x="7497" y="5812"/>
                </a:lnTo>
                <a:lnTo>
                  <a:pt x="7496" y="5812"/>
                </a:lnTo>
                <a:lnTo>
                  <a:pt x="7495" y="5811"/>
                </a:lnTo>
                <a:lnTo>
                  <a:pt x="7496" y="5810"/>
                </a:lnTo>
                <a:lnTo>
                  <a:pt x="7497" y="5809"/>
                </a:lnTo>
                <a:lnTo>
                  <a:pt x="7498" y="5808"/>
                </a:lnTo>
                <a:lnTo>
                  <a:pt x="7499" y="5807"/>
                </a:lnTo>
                <a:lnTo>
                  <a:pt x="7500" y="5806"/>
                </a:lnTo>
                <a:lnTo>
                  <a:pt x="7500" y="5805"/>
                </a:lnTo>
                <a:lnTo>
                  <a:pt x="7499" y="5803"/>
                </a:lnTo>
                <a:lnTo>
                  <a:pt x="7497" y="5801"/>
                </a:lnTo>
                <a:lnTo>
                  <a:pt x="7494" y="5799"/>
                </a:lnTo>
                <a:lnTo>
                  <a:pt x="7493" y="5799"/>
                </a:lnTo>
                <a:lnTo>
                  <a:pt x="7494" y="5796"/>
                </a:lnTo>
                <a:lnTo>
                  <a:pt x="7495" y="5794"/>
                </a:lnTo>
                <a:lnTo>
                  <a:pt x="7495" y="5792"/>
                </a:lnTo>
                <a:lnTo>
                  <a:pt x="7494" y="5792"/>
                </a:lnTo>
                <a:lnTo>
                  <a:pt x="7494" y="5793"/>
                </a:lnTo>
                <a:lnTo>
                  <a:pt x="7493" y="5794"/>
                </a:lnTo>
                <a:lnTo>
                  <a:pt x="7491" y="5794"/>
                </a:lnTo>
                <a:lnTo>
                  <a:pt x="7491" y="5793"/>
                </a:lnTo>
                <a:lnTo>
                  <a:pt x="7490" y="5794"/>
                </a:lnTo>
                <a:lnTo>
                  <a:pt x="7489" y="5793"/>
                </a:lnTo>
                <a:lnTo>
                  <a:pt x="7488" y="5794"/>
                </a:lnTo>
                <a:lnTo>
                  <a:pt x="7488" y="5795"/>
                </a:lnTo>
                <a:lnTo>
                  <a:pt x="7488" y="5796"/>
                </a:lnTo>
                <a:lnTo>
                  <a:pt x="7487" y="5797"/>
                </a:lnTo>
                <a:lnTo>
                  <a:pt x="7485" y="5799"/>
                </a:lnTo>
                <a:lnTo>
                  <a:pt x="7485" y="5800"/>
                </a:lnTo>
                <a:lnTo>
                  <a:pt x="7484" y="5799"/>
                </a:lnTo>
                <a:lnTo>
                  <a:pt x="7485" y="5798"/>
                </a:lnTo>
                <a:lnTo>
                  <a:pt x="7485" y="5797"/>
                </a:lnTo>
                <a:lnTo>
                  <a:pt x="7486" y="5797"/>
                </a:lnTo>
                <a:lnTo>
                  <a:pt x="7486" y="5795"/>
                </a:lnTo>
                <a:lnTo>
                  <a:pt x="7486" y="5793"/>
                </a:lnTo>
                <a:lnTo>
                  <a:pt x="7485" y="5792"/>
                </a:lnTo>
                <a:lnTo>
                  <a:pt x="7485" y="5791"/>
                </a:lnTo>
                <a:lnTo>
                  <a:pt x="7485" y="5790"/>
                </a:lnTo>
                <a:lnTo>
                  <a:pt x="7486" y="5790"/>
                </a:lnTo>
                <a:lnTo>
                  <a:pt x="7487" y="5787"/>
                </a:lnTo>
                <a:lnTo>
                  <a:pt x="7486" y="5786"/>
                </a:lnTo>
                <a:lnTo>
                  <a:pt x="7486" y="5785"/>
                </a:lnTo>
                <a:lnTo>
                  <a:pt x="7486" y="5784"/>
                </a:lnTo>
                <a:lnTo>
                  <a:pt x="7485" y="5784"/>
                </a:lnTo>
                <a:lnTo>
                  <a:pt x="7485" y="5785"/>
                </a:lnTo>
                <a:lnTo>
                  <a:pt x="7483" y="5785"/>
                </a:lnTo>
                <a:lnTo>
                  <a:pt x="7482" y="5785"/>
                </a:lnTo>
                <a:lnTo>
                  <a:pt x="7481" y="5784"/>
                </a:lnTo>
                <a:lnTo>
                  <a:pt x="7480" y="5788"/>
                </a:lnTo>
                <a:lnTo>
                  <a:pt x="7476" y="5787"/>
                </a:lnTo>
                <a:lnTo>
                  <a:pt x="7477" y="5784"/>
                </a:lnTo>
                <a:lnTo>
                  <a:pt x="7476" y="5784"/>
                </a:lnTo>
                <a:lnTo>
                  <a:pt x="7472" y="5783"/>
                </a:lnTo>
                <a:lnTo>
                  <a:pt x="7472" y="5782"/>
                </a:lnTo>
                <a:lnTo>
                  <a:pt x="7471" y="5782"/>
                </a:lnTo>
                <a:lnTo>
                  <a:pt x="7470" y="5783"/>
                </a:lnTo>
                <a:lnTo>
                  <a:pt x="7469" y="5782"/>
                </a:lnTo>
                <a:lnTo>
                  <a:pt x="7468" y="5782"/>
                </a:lnTo>
                <a:lnTo>
                  <a:pt x="7467" y="5782"/>
                </a:lnTo>
                <a:lnTo>
                  <a:pt x="7467" y="5781"/>
                </a:lnTo>
                <a:lnTo>
                  <a:pt x="7467" y="5780"/>
                </a:lnTo>
                <a:lnTo>
                  <a:pt x="7467" y="5779"/>
                </a:lnTo>
                <a:lnTo>
                  <a:pt x="7467" y="5777"/>
                </a:lnTo>
                <a:lnTo>
                  <a:pt x="7468" y="5777"/>
                </a:lnTo>
                <a:lnTo>
                  <a:pt x="7467" y="5776"/>
                </a:lnTo>
                <a:lnTo>
                  <a:pt x="7467" y="5777"/>
                </a:lnTo>
                <a:lnTo>
                  <a:pt x="7466" y="5777"/>
                </a:lnTo>
                <a:lnTo>
                  <a:pt x="7466" y="5776"/>
                </a:lnTo>
                <a:lnTo>
                  <a:pt x="7466" y="5777"/>
                </a:lnTo>
                <a:lnTo>
                  <a:pt x="7466" y="5779"/>
                </a:lnTo>
                <a:lnTo>
                  <a:pt x="7465" y="5780"/>
                </a:lnTo>
                <a:lnTo>
                  <a:pt x="7465" y="5781"/>
                </a:lnTo>
                <a:lnTo>
                  <a:pt x="7465" y="5783"/>
                </a:lnTo>
                <a:lnTo>
                  <a:pt x="7465" y="5785"/>
                </a:lnTo>
                <a:lnTo>
                  <a:pt x="7465" y="5786"/>
                </a:lnTo>
                <a:lnTo>
                  <a:pt x="7465" y="5788"/>
                </a:lnTo>
                <a:lnTo>
                  <a:pt x="7464" y="5789"/>
                </a:lnTo>
                <a:lnTo>
                  <a:pt x="7463" y="5792"/>
                </a:lnTo>
                <a:lnTo>
                  <a:pt x="7464" y="5793"/>
                </a:lnTo>
                <a:lnTo>
                  <a:pt x="7464" y="5794"/>
                </a:lnTo>
                <a:lnTo>
                  <a:pt x="7465" y="5795"/>
                </a:lnTo>
                <a:lnTo>
                  <a:pt x="7464" y="5795"/>
                </a:lnTo>
                <a:lnTo>
                  <a:pt x="7464" y="5796"/>
                </a:lnTo>
                <a:lnTo>
                  <a:pt x="7464" y="5797"/>
                </a:lnTo>
                <a:lnTo>
                  <a:pt x="7465" y="5798"/>
                </a:lnTo>
                <a:lnTo>
                  <a:pt x="7466" y="5799"/>
                </a:lnTo>
                <a:lnTo>
                  <a:pt x="7466" y="5800"/>
                </a:lnTo>
                <a:lnTo>
                  <a:pt x="7467" y="5800"/>
                </a:lnTo>
                <a:lnTo>
                  <a:pt x="7468" y="5801"/>
                </a:lnTo>
                <a:lnTo>
                  <a:pt x="7468" y="5802"/>
                </a:lnTo>
                <a:lnTo>
                  <a:pt x="7467" y="5802"/>
                </a:lnTo>
                <a:lnTo>
                  <a:pt x="7464" y="5801"/>
                </a:lnTo>
                <a:lnTo>
                  <a:pt x="7463" y="5807"/>
                </a:lnTo>
                <a:lnTo>
                  <a:pt x="7461" y="5806"/>
                </a:lnTo>
                <a:lnTo>
                  <a:pt x="7459" y="5807"/>
                </a:lnTo>
                <a:lnTo>
                  <a:pt x="7456" y="5806"/>
                </a:lnTo>
                <a:lnTo>
                  <a:pt x="7457" y="5804"/>
                </a:lnTo>
                <a:lnTo>
                  <a:pt x="7456" y="5803"/>
                </a:lnTo>
                <a:lnTo>
                  <a:pt x="7454" y="5803"/>
                </a:lnTo>
                <a:lnTo>
                  <a:pt x="7453" y="5802"/>
                </a:lnTo>
                <a:lnTo>
                  <a:pt x="7452" y="5802"/>
                </a:lnTo>
                <a:lnTo>
                  <a:pt x="7452" y="5801"/>
                </a:lnTo>
                <a:lnTo>
                  <a:pt x="7452" y="5800"/>
                </a:lnTo>
                <a:lnTo>
                  <a:pt x="7452" y="5799"/>
                </a:lnTo>
                <a:lnTo>
                  <a:pt x="7452" y="5798"/>
                </a:lnTo>
                <a:lnTo>
                  <a:pt x="7453" y="5798"/>
                </a:lnTo>
                <a:lnTo>
                  <a:pt x="7453" y="5797"/>
                </a:lnTo>
                <a:lnTo>
                  <a:pt x="7453" y="5796"/>
                </a:lnTo>
                <a:lnTo>
                  <a:pt x="7453" y="5795"/>
                </a:lnTo>
                <a:lnTo>
                  <a:pt x="7454" y="5795"/>
                </a:lnTo>
                <a:lnTo>
                  <a:pt x="7454" y="5794"/>
                </a:lnTo>
                <a:lnTo>
                  <a:pt x="7453" y="5793"/>
                </a:lnTo>
                <a:lnTo>
                  <a:pt x="7452" y="5794"/>
                </a:lnTo>
                <a:lnTo>
                  <a:pt x="7451" y="5794"/>
                </a:lnTo>
                <a:lnTo>
                  <a:pt x="7451" y="5791"/>
                </a:lnTo>
                <a:lnTo>
                  <a:pt x="7451" y="5790"/>
                </a:lnTo>
                <a:lnTo>
                  <a:pt x="7450" y="5790"/>
                </a:lnTo>
                <a:lnTo>
                  <a:pt x="7450" y="5791"/>
                </a:lnTo>
                <a:lnTo>
                  <a:pt x="7449" y="5792"/>
                </a:lnTo>
                <a:lnTo>
                  <a:pt x="7447" y="5794"/>
                </a:lnTo>
                <a:lnTo>
                  <a:pt x="7445" y="5795"/>
                </a:lnTo>
                <a:lnTo>
                  <a:pt x="7445" y="5796"/>
                </a:lnTo>
                <a:lnTo>
                  <a:pt x="7445" y="5797"/>
                </a:lnTo>
                <a:lnTo>
                  <a:pt x="7444" y="5797"/>
                </a:lnTo>
                <a:lnTo>
                  <a:pt x="7443" y="5797"/>
                </a:lnTo>
                <a:lnTo>
                  <a:pt x="7442" y="5797"/>
                </a:lnTo>
                <a:lnTo>
                  <a:pt x="7442" y="5798"/>
                </a:lnTo>
                <a:lnTo>
                  <a:pt x="7438" y="5800"/>
                </a:lnTo>
                <a:lnTo>
                  <a:pt x="7438" y="5801"/>
                </a:lnTo>
                <a:lnTo>
                  <a:pt x="7437" y="5802"/>
                </a:lnTo>
                <a:lnTo>
                  <a:pt x="7436" y="5802"/>
                </a:lnTo>
                <a:lnTo>
                  <a:pt x="7435" y="5802"/>
                </a:lnTo>
                <a:lnTo>
                  <a:pt x="7433" y="5804"/>
                </a:lnTo>
                <a:lnTo>
                  <a:pt x="7432" y="5805"/>
                </a:lnTo>
                <a:lnTo>
                  <a:pt x="7431" y="5806"/>
                </a:lnTo>
                <a:lnTo>
                  <a:pt x="7431" y="5807"/>
                </a:lnTo>
                <a:lnTo>
                  <a:pt x="7431" y="5808"/>
                </a:lnTo>
                <a:lnTo>
                  <a:pt x="7430" y="5810"/>
                </a:lnTo>
                <a:lnTo>
                  <a:pt x="7431" y="5810"/>
                </a:lnTo>
                <a:lnTo>
                  <a:pt x="7430" y="5812"/>
                </a:lnTo>
                <a:lnTo>
                  <a:pt x="7429" y="5813"/>
                </a:lnTo>
                <a:lnTo>
                  <a:pt x="7428" y="5812"/>
                </a:lnTo>
                <a:lnTo>
                  <a:pt x="7428" y="5813"/>
                </a:lnTo>
                <a:lnTo>
                  <a:pt x="7427" y="5813"/>
                </a:lnTo>
                <a:lnTo>
                  <a:pt x="7428" y="5814"/>
                </a:lnTo>
                <a:lnTo>
                  <a:pt x="7429" y="5815"/>
                </a:lnTo>
                <a:lnTo>
                  <a:pt x="7430" y="5816"/>
                </a:lnTo>
                <a:lnTo>
                  <a:pt x="7430" y="5817"/>
                </a:lnTo>
                <a:lnTo>
                  <a:pt x="7431" y="5817"/>
                </a:lnTo>
                <a:lnTo>
                  <a:pt x="7432" y="5817"/>
                </a:lnTo>
                <a:lnTo>
                  <a:pt x="7433" y="5818"/>
                </a:lnTo>
                <a:lnTo>
                  <a:pt x="7436" y="5817"/>
                </a:lnTo>
                <a:lnTo>
                  <a:pt x="7436" y="5818"/>
                </a:lnTo>
                <a:lnTo>
                  <a:pt x="7439" y="5818"/>
                </a:lnTo>
                <a:lnTo>
                  <a:pt x="7443" y="5819"/>
                </a:lnTo>
                <a:lnTo>
                  <a:pt x="7444" y="5821"/>
                </a:lnTo>
                <a:lnTo>
                  <a:pt x="7444" y="5820"/>
                </a:lnTo>
                <a:lnTo>
                  <a:pt x="7444" y="5819"/>
                </a:lnTo>
                <a:lnTo>
                  <a:pt x="7445" y="5819"/>
                </a:lnTo>
                <a:lnTo>
                  <a:pt x="7446" y="5820"/>
                </a:lnTo>
                <a:lnTo>
                  <a:pt x="7447" y="5821"/>
                </a:lnTo>
                <a:lnTo>
                  <a:pt x="7446" y="5822"/>
                </a:lnTo>
                <a:lnTo>
                  <a:pt x="7447" y="5823"/>
                </a:lnTo>
                <a:lnTo>
                  <a:pt x="7447" y="5824"/>
                </a:lnTo>
                <a:lnTo>
                  <a:pt x="7448" y="5824"/>
                </a:lnTo>
                <a:lnTo>
                  <a:pt x="7448" y="5825"/>
                </a:lnTo>
                <a:lnTo>
                  <a:pt x="7448" y="5826"/>
                </a:lnTo>
                <a:lnTo>
                  <a:pt x="7449" y="5827"/>
                </a:lnTo>
                <a:lnTo>
                  <a:pt x="7450" y="5827"/>
                </a:lnTo>
                <a:lnTo>
                  <a:pt x="7451" y="5827"/>
                </a:lnTo>
                <a:lnTo>
                  <a:pt x="7451" y="5828"/>
                </a:lnTo>
                <a:lnTo>
                  <a:pt x="7451" y="5830"/>
                </a:lnTo>
                <a:lnTo>
                  <a:pt x="7453" y="5831"/>
                </a:lnTo>
                <a:lnTo>
                  <a:pt x="7454" y="5831"/>
                </a:lnTo>
                <a:lnTo>
                  <a:pt x="7455" y="5831"/>
                </a:lnTo>
                <a:lnTo>
                  <a:pt x="7455" y="5830"/>
                </a:lnTo>
                <a:lnTo>
                  <a:pt x="7455" y="5827"/>
                </a:lnTo>
                <a:lnTo>
                  <a:pt x="7454" y="5826"/>
                </a:lnTo>
                <a:lnTo>
                  <a:pt x="7454" y="5825"/>
                </a:lnTo>
                <a:lnTo>
                  <a:pt x="7455" y="5826"/>
                </a:lnTo>
                <a:lnTo>
                  <a:pt x="7456" y="5827"/>
                </a:lnTo>
                <a:lnTo>
                  <a:pt x="7457" y="5828"/>
                </a:lnTo>
                <a:lnTo>
                  <a:pt x="7459" y="5828"/>
                </a:lnTo>
                <a:lnTo>
                  <a:pt x="7461" y="5827"/>
                </a:lnTo>
                <a:lnTo>
                  <a:pt x="7461" y="5826"/>
                </a:lnTo>
                <a:lnTo>
                  <a:pt x="7460" y="5825"/>
                </a:lnTo>
                <a:lnTo>
                  <a:pt x="7461" y="5825"/>
                </a:lnTo>
                <a:lnTo>
                  <a:pt x="7462" y="5825"/>
                </a:lnTo>
                <a:lnTo>
                  <a:pt x="7464" y="5827"/>
                </a:lnTo>
                <a:lnTo>
                  <a:pt x="7464" y="5828"/>
                </a:lnTo>
                <a:lnTo>
                  <a:pt x="7464" y="5829"/>
                </a:lnTo>
                <a:lnTo>
                  <a:pt x="7466" y="5830"/>
                </a:lnTo>
                <a:lnTo>
                  <a:pt x="7468" y="5831"/>
                </a:lnTo>
                <a:lnTo>
                  <a:pt x="7469" y="5831"/>
                </a:lnTo>
                <a:lnTo>
                  <a:pt x="7470" y="5832"/>
                </a:lnTo>
                <a:lnTo>
                  <a:pt x="7470" y="5833"/>
                </a:lnTo>
                <a:lnTo>
                  <a:pt x="7472" y="5834"/>
                </a:lnTo>
                <a:lnTo>
                  <a:pt x="7473" y="5834"/>
                </a:lnTo>
                <a:lnTo>
                  <a:pt x="7474" y="5834"/>
                </a:lnTo>
                <a:lnTo>
                  <a:pt x="7475" y="5834"/>
                </a:lnTo>
                <a:lnTo>
                  <a:pt x="7476" y="5835"/>
                </a:lnTo>
                <a:lnTo>
                  <a:pt x="7477" y="5834"/>
                </a:lnTo>
                <a:lnTo>
                  <a:pt x="7478" y="5834"/>
                </a:lnTo>
                <a:lnTo>
                  <a:pt x="7477" y="5836"/>
                </a:lnTo>
                <a:lnTo>
                  <a:pt x="7477" y="5837"/>
                </a:lnTo>
                <a:lnTo>
                  <a:pt x="7477" y="5838"/>
                </a:lnTo>
                <a:lnTo>
                  <a:pt x="7476" y="5838"/>
                </a:lnTo>
                <a:lnTo>
                  <a:pt x="7475" y="5838"/>
                </a:lnTo>
                <a:lnTo>
                  <a:pt x="7471" y="5840"/>
                </a:lnTo>
                <a:lnTo>
                  <a:pt x="7471" y="5841"/>
                </a:lnTo>
                <a:lnTo>
                  <a:pt x="7471" y="5842"/>
                </a:lnTo>
                <a:lnTo>
                  <a:pt x="7470" y="5842"/>
                </a:lnTo>
                <a:lnTo>
                  <a:pt x="7469" y="5841"/>
                </a:lnTo>
                <a:lnTo>
                  <a:pt x="7468" y="5841"/>
                </a:lnTo>
                <a:lnTo>
                  <a:pt x="7467" y="5842"/>
                </a:lnTo>
                <a:lnTo>
                  <a:pt x="7466" y="5842"/>
                </a:lnTo>
                <a:lnTo>
                  <a:pt x="7465" y="5842"/>
                </a:lnTo>
                <a:lnTo>
                  <a:pt x="7464" y="5841"/>
                </a:lnTo>
                <a:lnTo>
                  <a:pt x="7464" y="5842"/>
                </a:lnTo>
                <a:lnTo>
                  <a:pt x="7463" y="5843"/>
                </a:lnTo>
                <a:lnTo>
                  <a:pt x="7464" y="5844"/>
                </a:lnTo>
                <a:lnTo>
                  <a:pt x="7465" y="5847"/>
                </a:lnTo>
                <a:lnTo>
                  <a:pt x="7465" y="5848"/>
                </a:lnTo>
                <a:lnTo>
                  <a:pt x="7465" y="5850"/>
                </a:lnTo>
                <a:lnTo>
                  <a:pt x="7467" y="5850"/>
                </a:lnTo>
                <a:lnTo>
                  <a:pt x="7467" y="5851"/>
                </a:lnTo>
                <a:lnTo>
                  <a:pt x="7467" y="5852"/>
                </a:lnTo>
                <a:lnTo>
                  <a:pt x="7466" y="5852"/>
                </a:lnTo>
                <a:lnTo>
                  <a:pt x="7465" y="5853"/>
                </a:lnTo>
                <a:lnTo>
                  <a:pt x="7464" y="5853"/>
                </a:lnTo>
                <a:lnTo>
                  <a:pt x="7463" y="5855"/>
                </a:lnTo>
                <a:lnTo>
                  <a:pt x="7463" y="5856"/>
                </a:lnTo>
                <a:lnTo>
                  <a:pt x="7462" y="5857"/>
                </a:lnTo>
                <a:lnTo>
                  <a:pt x="7462" y="5855"/>
                </a:lnTo>
                <a:lnTo>
                  <a:pt x="7461" y="5855"/>
                </a:lnTo>
                <a:lnTo>
                  <a:pt x="7460" y="5854"/>
                </a:lnTo>
                <a:lnTo>
                  <a:pt x="7459" y="5854"/>
                </a:lnTo>
                <a:lnTo>
                  <a:pt x="7457" y="5855"/>
                </a:lnTo>
                <a:lnTo>
                  <a:pt x="7457" y="5854"/>
                </a:lnTo>
                <a:lnTo>
                  <a:pt x="7456" y="5853"/>
                </a:lnTo>
                <a:lnTo>
                  <a:pt x="7455" y="5853"/>
                </a:lnTo>
                <a:lnTo>
                  <a:pt x="7452" y="5854"/>
                </a:lnTo>
                <a:lnTo>
                  <a:pt x="7451" y="5854"/>
                </a:lnTo>
                <a:lnTo>
                  <a:pt x="7450" y="5855"/>
                </a:lnTo>
                <a:lnTo>
                  <a:pt x="7448" y="5857"/>
                </a:lnTo>
                <a:lnTo>
                  <a:pt x="7447" y="5857"/>
                </a:lnTo>
                <a:lnTo>
                  <a:pt x="7445" y="5857"/>
                </a:lnTo>
                <a:lnTo>
                  <a:pt x="7443" y="5856"/>
                </a:lnTo>
                <a:lnTo>
                  <a:pt x="7443" y="5855"/>
                </a:lnTo>
                <a:lnTo>
                  <a:pt x="7441" y="5854"/>
                </a:lnTo>
                <a:lnTo>
                  <a:pt x="7440" y="5853"/>
                </a:lnTo>
                <a:lnTo>
                  <a:pt x="7439" y="5853"/>
                </a:lnTo>
                <a:lnTo>
                  <a:pt x="7438" y="5852"/>
                </a:lnTo>
                <a:lnTo>
                  <a:pt x="7437" y="5849"/>
                </a:lnTo>
                <a:lnTo>
                  <a:pt x="7438" y="5848"/>
                </a:lnTo>
                <a:lnTo>
                  <a:pt x="7437" y="5847"/>
                </a:lnTo>
                <a:lnTo>
                  <a:pt x="7436" y="5847"/>
                </a:lnTo>
                <a:lnTo>
                  <a:pt x="7435" y="5847"/>
                </a:lnTo>
                <a:lnTo>
                  <a:pt x="7434" y="5847"/>
                </a:lnTo>
                <a:lnTo>
                  <a:pt x="7433" y="5847"/>
                </a:lnTo>
                <a:lnTo>
                  <a:pt x="7434" y="5849"/>
                </a:lnTo>
                <a:lnTo>
                  <a:pt x="7433" y="5851"/>
                </a:lnTo>
                <a:lnTo>
                  <a:pt x="7432" y="5851"/>
                </a:lnTo>
                <a:lnTo>
                  <a:pt x="7431" y="5852"/>
                </a:lnTo>
                <a:lnTo>
                  <a:pt x="7431" y="5853"/>
                </a:lnTo>
                <a:lnTo>
                  <a:pt x="7431" y="5854"/>
                </a:lnTo>
                <a:lnTo>
                  <a:pt x="7430" y="5855"/>
                </a:lnTo>
                <a:lnTo>
                  <a:pt x="7432" y="5859"/>
                </a:lnTo>
                <a:lnTo>
                  <a:pt x="7433" y="5860"/>
                </a:lnTo>
                <a:lnTo>
                  <a:pt x="7434" y="5860"/>
                </a:lnTo>
                <a:lnTo>
                  <a:pt x="7435" y="5860"/>
                </a:lnTo>
                <a:lnTo>
                  <a:pt x="7436" y="5861"/>
                </a:lnTo>
                <a:lnTo>
                  <a:pt x="7437" y="5861"/>
                </a:lnTo>
                <a:lnTo>
                  <a:pt x="7437" y="5860"/>
                </a:lnTo>
                <a:lnTo>
                  <a:pt x="7438" y="5860"/>
                </a:lnTo>
                <a:lnTo>
                  <a:pt x="7438" y="5861"/>
                </a:lnTo>
                <a:lnTo>
                  <a:pt x="7438" y="5862"/>
                </a:lnTo>
                <a:lnTo>
                  <a:pt x="7437" y="5863"/>
                </a:lnTo>
                <a:lnTo>
                  <a:pt x="7437" y="5864"/>
                </a:lnTo>
                <a:lnTo>
                  <a:pt x="7438" y="5865"/>
                </a:lnTo>
                <a:lnTo>
                  <a:pt x="7439" y="5865"/>
                </a:lnTo>
                <a:lnTo>
                  <a:pt x="7440" y="5865"/>
                </a:lnTo>
                <a:lnTo>
                  <a:pt x="7440" y="5864"/>
                </a:lnTo>
                <a:lnTo>
                  <a:pt x="7441" y="5863"/>
                </a:lnTo>
                <a:lnTo>
                  <a:pt x="7442" y="5864"/>
                </a:lnTo>
                <a:lnTo>
                  <a:pt x="7443" y="5865"/>
                </a:lnTo>
                <a:lnTo>
                  <a:pt x="7442" y="5866"/>
                </a:lnTo>
                <a:lnTo>
                  <a:pt x="7442" y="5868"/>
                </a:lnTo>
                <a:lnTo>
                  <a:pt x="7443" y="5868"/>
                </a:lnTo>
                <a:lnTo>
                  <a:pt x="7442" y="5869"/>
                </a:lnTo>
                <a:lnTo>
                  <a:pt x="7441" y="5869"/>
                </a:lnTo>
                <a:lnTo>
                  <a:pt x="7441" y="5868"/>
                </a:lnTo>
                <a:lnTo>
                  <a:pt x="7434" y="5872"/>
                </a:lnTo>
                <a:lnTo>
                  <a:pt x="7434" y="5873"/>
                </a:lnTo>
                <a:lnTo>
                  <a:pt x="7433" y="5873"/>
                </a:lnTo>
                <a:lnTo>
                  <a:pt x="7432" y="5873"/>
                </a:lnTo>
                <a:lnTo>
                  <a:pt x="7429" y="5873"/>
                </a:lnTo>
                <a:lnTo>
                  <a:pt x="7428" y="5874"/>
                </a:lnTo>
                <a:lnTo>
                  <a:pt x="7427" y="5876"/>
                </a:lnTo>
                <a:lnTo>
                  <a:pt x="7426" y="5875"/>
                </a:lnTo>
                <a:lnTo>
                  <a:pt x="7427" y="5874"/>
                </a:lnTo>
                <a:lnTo>
                  <a:pt x="7427" y="5873"/>
                </a:lnTo>
                <a:lnTo>
                  <a:pt x="7425" y="5873"/>
                </a:lnTo>
                <a:lnTo>
                  <a:pt x="7425" y="5874"/>
                </a:lnTo>
                <a:lnTo>
                  <a:pt x="7424" y="5874"/>
                </a:lnTo>
                <a:lnTo>
                  <a:pt x="7423" y="5874"/>
                </a:lnTo>
                <a:lnTo>
                  <a:pt x="7423" y="5873"/>
                </a:lnTo>
                <a:lnTo>
                  <a:pt x="7421" y="5872"/>
                </a:lnTo>
                <a:lnTo>
                  <a:pt x="7420" y="5872"/>
                </a:lnTo>
                <a:lnTo>
                  <a:pt x="7420" y="5871"/>
                </a:lnTo>
                <a:lnTo>
                  <a:pt x="7419" y="5870"/>
                </a:lnTo>
                <a:lnTo>
                  <a:pt x="7418" y="5869"/>
                </a:lnTo>
                <a:lnTo>
                  <a:pt x="7418" y="5866"/>
                </a:lnTo>
                <a:lnTo>
                  <a:pt x="7418" y="5864"/>
                </a:lnTo>
                <a:lnTo>
                  <a:pt x="7419" y="5863"/>
                </a:lnTo>
                <a:lnTo>
                  <a:pt x="7420" y="5863"/>
                </a:lnTo>
                <a:lnTo>
                  <a:pt x="7421" y="5864"/>
                </a:lnTo>
                <a:lnTo>
                  <a:pt x="7422" y="5864"/>
                </a:lnTo>
                <a:lnTo>
                  <a:pt x="7423" y="5862"/>
                </a:lnTo>
                <a:lnTo>
                  <a:pt x="7424" y="5859"/>
                </a:lnTo>
                <a:lnTo>
                  <a:pt x="7425" y="5859"/>
                </a:lnTo>
                <a:lnTo>
                  <a:pt x="7425" y="5858"/>
                </a:lnTo>
                <a:lnTo>
                  <a:pt x="7425" y="5857"/>
                </a:lnTo>
                <a:lnTo>
                  <a:pt x="7425" y="5856"/>
                </a:lnTo>
                <a:lnTo>
                  <a:pt x="7424" y="5856"/>
                </a:lnTo>
                <a:lnTo>
                  <a:pt x="7424" y="5854"/>
                </a:lnTo>
                <a:lnTo>
                  <a:pt x="7425" y="5854"/>
                </a:lnTo>
                <a:lnTo>
                  <a:pt x="7425" y="5852"/>
                </a:lnTo>
                <a:lnTo>
                  <a:pt x="7425" y="5851"/>
                </a:lnTo>
                <a:lnTo>
                  <a:pt x="7425" y="5852"/>
                </a:lnTo>
                <a:lnTo>
                  <a:pt x="7422" y="5854"/>
                </a:lnTo>
                <a:lnTo>
                  <a:pt x="7422" y="5852"/>
                </a:lnTo>
                <a:lnTo>
                  <a:pt x="7423" y="5851"/>
                </a:lnTo>
                <a:lnTo>
                  <a:pt x="7423" y="5850"/>
                </a:lnTo>
                <a:lnTo>
                  <a:pt x="7421" y="5851"/>
                </a:lnTo>
                <a:lnTo>
                  <a:pt x="7417" y="5853"/>
                </a:lnTo>
                <a:lnTo>
                  <a:pt x="7414" y="5854"/>
                </a:lnTo>
                <a:lnTo>
                  <a:pt x="7413" y="5853"/>
                </a:lnTo>
                <a:lnTo>
                  <a:pt x="7414" y="5852"/>
                </a:lnTo>
                <a:lnTo>
                  <a:pt x="7417" y="5851"/>
                </a:lnTo>
                <a:lnTo>
                  <a:pt x="7421" y="5849"/>
                </a:lnTo>
                <a:lnTo>
                  <a:pt x="7420" y="5849"/>
                </a:lnTo>
                <a:lnTo>
                  <a:pt x="7418" y="5849"/>
                </a:lnTo>
                <a:lnTo>
                  <a:pt x="7417" y="5849"/>
                </a:lnTo>
                <a:lnTo>
                  <a:pt x="7417" y="5850"/>
                </a:lnTo>
                <a:lnTo>
                  <a:pt x="7416" y="5851"/>
                </a:lnTo>
                <a:lnTo>
                  <a:pt x="7413" y="5852"/>
                </a:lnTo>
                <a:lnTo>
                  <a:pt x="7412" y="5853"/>
                </a:lnTo>
                <a:lnTo>
                  <a:pt x="7412" y="5854"/>
                </a:lnTo>
                <a:lnTo>
                  <a:pt x="7412" y="5856"/>
                </a:lnTo>
                <a:lnTo>
                  <a:pt x="7410" y="5856"/>
                </a:lnTo>
                <a:lnTo>
                  <a:pt x="7409" y="5856"/>
                </a:lnTo>
                <a:lnTo>
                  <a:pt x="7408" y="5855"/>
                </a:lnTo>
                <a:lnTo>
                  <a:pt x="7407" y="5853"/>
                </a:lnTo>
                <a:lnTo>
                  <a:pt x="7406" y="5853"/>
                </a:lnTo>
                <a:lnTo>
                  <a:pt x="7407" y="5852"/>
                </a:lnTo>
                <a:lnTo>
                  <a:pt x="7407" y="5851"/>
                </a:lnTo>
                <a:lnTo>
                  <a:pt x="7408" y="5851"/>
                </a:lnTo>
                <a:lnTo>
                  <a:pt x="7408" y="5848"/>
                </a:lnTo>
                <a:lnTo>
                  <a:pt x="7407" y="5847"/>
                </a:lnTo>
                <a:lnTo>
                  <a:pt x="7408" y="5847"/>
                </a:lnTo>
                <a:lnTo>
                  <a:pt x="7408" y="5846"/>
                </a:lnTo>
                <a:lnTo>
                  <a:pt x="7408" y="5845"/>
                </a:lnTo>
                <a:lnTo>
                  <a:pt x="7409" y="5845"/>
                </a:lnTo>
                <a:lnTo>
                  <a:pt x="7410" y="5846"/>
                </a:lnTo>
                <a:lnTo>
                  <a:pt x="7410" y="5847"/>
                </a:lnTo>
                <a:lnTo>
                  <a:pt x="7411" y="5846"/>
                </a:lnTo>
                <a:lnTo>
                  <a:pt x="7413" y="5846"/>
                </a:lnTo>
                <a:lnTo>
                  <a:pt x="7414" y="5845"/>
                </a:lnTo>
                <a:lnTo>
                  <a:pt x="7415" y="5843"/>
                </a:lnTo>
                <a:lnTo>
                  <a:pt x="7415" y="5841"/>
                </a:lnTo>
                <a:lnTo>
                  <a:pt x="7412" y="5840"/>
                </a:lnTo>
                <a:lnTo>
                  <a:pt x="7411" y="5840"/>
                </a:lnTo>
                <a:lnTo>
                  <a:pt x="7411" y="5841"/>
                </a:lnTo>
                <a:lnTo>
                  <a:pt x="7409" y="5841"/>
                </a:lnTo>
                <a:lnTo>
                  <a:pt x="7408" y="5841"/>
                </a:lnTo>
                <a:lnTo>
                  <a:pt x="7408" y="5840"/>
                </a:lnTo>
                <a:lnTo>
                  <a:pt x="7407" y="5840"/>
                </a:lnTo>
                <a:lnTo>
                  <a:pt x="7406" y="5841"/>
                </a:lnTo>
                <a:lnTo>
                  <a:pt x="7406" y="5842"/>
                </a:lnTo>
                <a:lnTo>
                  <a:pt x="7405" y="5843"/>
                </a:lnTo>
                <a:lnTo>
                  <a:pt x="7404" y="5843"/>
                </a:lnTo>
                <a:lnTo>
                  <a:pt x="7404" y="5842"/>
                </a:lnTo>
                <a:lnTo>
                  <a:pt x="7403" y="5843"/>
                </a:lnTo>
                <a:lnTo>
                  <a:pt x="7401" y="5843"/>
                </a:lnTo>
                <a:lnTo>
                  <a:pt x="7401" y="5844"/>
                </a:lnTo>
                <a:lnTo>
                  <a:pt x="7399" y="5845"/>
                </a:lnTo>
                <a:lnTo>
                  <a:pt x="7395" y="5848"/>
                </a:lnTo>
                <a:lnTo>
                  <a:pt x="7394" y="5848"/>
                </a:lnTo>
                <a:lnTo>
                  <a:pt x="7393" y="5848"/>
                </a:lnTo>
                <a:lnTo>
                  <a:pt x="7393" y="5849"/>
                </a:lnTo>
                <a:lnTo>
                  <a:pt x="7394" y="5850"/>
                </a:lnTo>
                <a:lnTo>
                  <a:pt x="7392" y="5851"/>
                </a:lnTo>
                <a:lnTo>
                  <a:pt x="7391" y="5851"/>
                </a:lnTo>
                <a:lnTo>
                  <a:pt x="7389" y="5852"/>
                </a:lnTo>
                <a:lnTo>
                  <a:pt x="7388" y="5852"/>
                </a:lnTo>
                <a:lnTo>
                  <a:pt x="7387" y="5852"/>
                </a:lnTo>
                <a:lnTo>
                  <a:pt x="7386" y="5852"/>
                </a:lnTo>
                <a:lnTo>
                  <a:pt x="7389" y="5853"/>
                </a:lnTo>
                <a:lnTo>
                  <a:pt x="7391" y="5852"/>
                </a:lnTo>
                <a:lnTo>
                  <a:pt x="7392" y="5853"/>
                </a:lnTo>
                <a:lnTo>
                  <a:pt x="7393" y="5852"/>
                </a:lnTo>
                <a:lnTo>
                  <a:pt x="7395" y="5852"/>
                </a:lnTo>
                <a:lnTo>
                  <a:pt x="7395" y="5853"/>
                </a:lnTo>
                <a:lnTo>
                  <a:pt x="7397" y="5853"/>
                </a:lnTo>
                <a:lnTo>
                  <a:pt x="7397" y="5855"/>
                </a:lnTo>
                <a:lnTo>
                  <a:pt x="7398" y="5855"/>
                </a:lnTo>
                <a:lnTo>
                  <a:pt x="7399" y="5854"/>
                </a:lnTo>
                <a:lnTo>
                  <a:pt x="7399" y="5855"/>
                </a:lnTo>
                <a:lnTo>
                  <a:pt x="7400" y="5857"/>
                </a:lnTo>
                <a:lnTo>
                  <a:pt x="7399" y="5857"/>
                </a:lnTo>
                <a:lnTo>
                  <a:pt x="7400" y="5858"/>
                </a:lnTo>
                <a:lnTo>
                  <a:pt x="7402" y="5858"/>
                </a:lnTo>
                <a:lnTo>
                  <a:pt x="7402" y="5859"/>
                </a:lnTo>
                <a:lnTo>
                  <a:pt x="7403" y="5858"/>
                </a:lnTo>
                <a:lnTo>
                  <a:pt x="7404" y="5857"/>
                </a:lnTo>
                <a:lnTo>
                  <a:pt x="7405" y="5857"/>
                </a:lnTo>
                <a:lnTo>
                  <a:pt x="7405" y="5858"/>
                </a:lnTo>
                <a:lnTo>
                  <a:pt x="7406" y="5858"/>
                </a:lnTo>
                <a:lnTo>
                  <a:pt x="7408" y="5858"/>
                </a:lnTo>
                <a:lnTo>
                  <a:pt x="7408" y="5859"/>
                </a:lnTo>
                <a:lnTo>
                  <a:pt x="7407" y="5862"/>
                </a:lnTo>
                <a:lnTo>
                  <a:pt x="7408" y="5862"/>
                </a:lnTo>
                <a:lnTo>
                  <a:pt x="7408" y="5864"/>
                </a:lnTo>
                <a:lnTo>
                  <a:pt x="7408" y="5865"/>
                </a:lnTo>
                <a:lnTo>
                  <a:pt x="7408" y="5866"/>
                </a:lnTo>
                <a:lnTo>
                  <a:pt x="7407" y="5865"/>
                </a:lnTo>
                <a:lnTo>
                  <a:pt x="7406" y="5865"/>
                </a:lnTo>
                <a:lnTo>
                  <a:pt x="7406" y="5866"/>
                </a:lnTo>
                <a:lnTo>
                  <a:pt x="7406" y="5867"/>
                </a:lnTo>
                <a:lnTo>
                  <a:pt x="7405" y="5868"/>
                </a:lnTo>
                <a:lnTo>
                  <a:pt x="7404" y="5868"/>
                </a:lnTo>
                <a:lnTo>
                  <a:pt x="7403" y="5868"/>
                </a:lnTo>
                <a:lnTo>
                  <a:pt x="7402" y="5871"/>
                </a:lnTo>
                <a:lnTo>
                  <a:pt x="7402" y="5872"/>
                </a:lnTo>
                <a:lnTo>
                  <a:pt x="7403" y="5873"/>
                </a:lnTo>
                <a:lnTo>
                  <a:pt x="7404" y="5874"/>
                </a:lnTo>
                <a:lnTo>
                  <a:pt x="7405" y="5875"/>
                </a:lnTo>
                <a:lnTo>
                  <a:pt x="7406" y="5875"/>
                </a:lnTo>
                <a:lnTo>
                  <a:pt x="7408" y="5875"/>
                </a:lnTo>
                <a:lnTo>
                  <a:pt x="7408" y="5876"/>
                </a:lnTo>
                <a:lnTo>
                  <a:pt x="7407" y="5876"/>
                </a:lnTo>
                <a:lnTo>
                  <a:pt x="7405" y="5877"/>
                </a:lnTo>
                <a:lnTo>
                  <a:pt x="7404" y="5878"/>
                </a:lnTo>
                <a:lnTo>
                  <a:pt x="7403" y="5878"/>
                </a:lnTo>
                <a:lnTo>
                  <a:pt x="7401" y="5879"/>
                </a:lnTo>
                <a:lnTo>
                  <a:pt x="7401" y="5878"/>
                </a:lnTo>
                <a:lnTo>
                  <a:pt x="7398" y="5879"/>
                </a:lnTo>
                <a:lnTo>
                  <a:pt x="7398" y="5880"/>
                </a:lnTo>
                <a:lnTo>
                  <a:pt x="7398" y="5881"/>
                </a:lnTo>
                <a:lnTo>
                  <a:pt x="7395" y="5882"/>
                </a:lnTo>
                <a:lnTo>
                  <a:pt x="7395" y="5880"/>
                </a:lnTo>
                <a:lnTo>
                  <a:pt x="7395" y="5881"/>
                </a:lnTo>
                <a:lnTo>
                  <a:pt x="7393" y="5881"/>
                </a:lnTo>
                <a:lnTo>
                  <a:pt x="7391" y="5883"/>
                </a:lnTo>
                <a:lnTo>
                  <a:pt x="7390" y="5884"/>
                </a:lnTo>
                <a:lnTo>
                  <a:pt x="7389" y="5884"/>
                </a:lnTo>
                <a:lnTo>
                  <a:pt x="7389" y="5885"/>
                </a:lnTo>
                <a:lnTo>
                  <a:pt x="7390" y="5885"/>
                </a:lnTo>
                <a:lnTo>
                  <a:pt x="7391" y="5885"/>
                </a:lnTo>
                <a:lnTo>
                  <a:pt x="7393" y="5885"/>
                </a:lnTo>
                <a:lnTo>
                  <a:pt x="7393" y="5884"/>
                </a:lnTo>
                <a:lnTo>
                  <a:pt x="7394" y="5884"/>
                </a:lnTo>
                <a:lnTo>
                  <a:pt x="7394" y="5885"/>
                </a:lnTo>
                <a:lnTo>
                  <a:pt x="7396" y="5886"/>
                </a:lnTo>
                <a:lnTo>
                  <a:pt x="7397" y="5887"/>
                </a:lnTo>
                <a:lnTo>
                  <a:pt x="7402" y="5890"/>
                </a:lnTo>
                <a:lnTo>
                  <a:pt x="7404" y="5891"/>
                </a:lnTo>
                <a:lnTo>
                  <a:pt x="7405" y="5891"/>
                </a:lnTo>
                <a:lnTo>
                  <a:pt x="7405" y="5892"/>
                </a:lnTo>
                <a:lnTo>
                  <a:pt x="7406" y="5892"/>
                </a:lnTo>
                <a:lnTo>
                  <a:pt x="7407" y="5892"/>
                </a:lnTo>
                <a:lnTo>
                  <a:pt x="7409" y="5893"/>
                </a:lnTo>
                <a:lnTo>
                  <a:pt x="7410" y="5894"/>
                </a:lnTo>
                <a:lnTo>
                  <a:pt x="7411" y="5894"/>
                </a:lnTo>
                <a:lnTo>
                  <a:pt x="7411" y="5895"/>
                </a:lnTo>
                <a:lnTo>
                  <a:pt x="7412" y="5895"/>
                </a:lnTo>
                <a:lnTo>
                  <a:pt x="7413" y="5895"/>
                </a:lnTo>
                <a:lnTo>
                  <a:pt x="7414" y="5894"/>
                </a:lnTo>
                <a:lnTo>
                  <a:pt x="7415" y="5893"/>
                </a:lnTo>
                <a:lnTo>
                  <a:pt x="7415" y="5892"/>
                </a:lnTo>
                <a:lnTo>
                  <a:pt x="7414" y="5891"/>
                </a:lnTo>
                <a:lnTo>
                  <a:pt x="7413" y="5890"/>
                </a:lnTo>
                <a:lnTo>
                  <a:pt x="7415" y="5890"/>
                </a:lnTo>
                <a:lnTo>
                  <a:pt x="7414" y="5889"/>
                </a:lnTo>
                <a:lnTo>
                  <a:pt x="7415" y="5887"/>
                </a:lnTo>
                <a:lnTo>
                  <a:pt x="7417" y="5886"/>
                </a:lnTo>
                <a:lnTo>
                  <a:pt x="7419" y="5887"/>
                </a:lnTo>
                <a:lnTo>
                  <a:pt x="7419" y="5888"/>
                </a:lnTo>
                <a:lnTo>
                  <a:pt x="7418" y="5890"/>
                </a:lnTo>
                <a:lnTo>
                  <a:pt x="7417" y="5890"/>
                </a:lnTo>
                <a:lnTo>
                  <a:pt x="7417" y="5891"/>
                </a:lnTo>
                <a:lnTo>
                  <a:pt x="7417" y="5892"/>
                </a:lnTo>
                <a:lnTo>
                  <a:pt x="7417" y="5897"/>
                </a:lnTo>
                <a:lnTo>
                  <a:pt x="7416" y="5898"/>
                </a:lnTo>
                <a:lnTo>
                  <a:pt x="7415" y="5897"/>
                </a:lnTo>
                <a:lnTo>
                  <a:pt x="7414" y="5898"/>
                </a:lnTo>
                <a:lnTo>
                  <a:pt x="7414" y="5899"/>
                </a:lnTo>
                <a:lnTo>
                  <a:pt x="7414" y="5900"/>
                </a:lnTo>
                <a:lnTo>
                  <a:pt x="7414" y="5901"/>
                </a:lnTo>
                <a:lnTo>
                  <a:pt x="7415" y="5903"/>
                </a:lnTo>
                <a:lnTo>
                  <a:pt x="7415" y="5904"/>
                </a:lnTo>
                <a:lnTo>
                  <a:pt x="7416" y="5905"/>
                </a:lnTo>
                <a:lnTo>
                  <a:pt x="7417" y="5906"/>
                </a:lnTo>
                <a:lnTo>
                  <a:pt x="7418" y="5906"/>
                </a:lnTo>
                <a:lnTo>
                  <a:pt x="7417" y="5905"/>
                </a:lnTo>
                <a:lnTo>
                  <a:pt x="7418" y="5904"/>
                </a:lnTo>
                <a:lnTo>
                  <a:pt x="7419" y="5904"/>
                </a:lnTo>
                <a:lnTo>
                  <a:pt x="7418" y="5905"/>
                </a:lnTo>
                <a:lnTo>
                  <a:pt x="7418" y="5906"/>
                </a:lnTo>
                <a:lnTo>
                  <a:pt x="7419" y="5907"/>
                </a:lnTo>
                <a:lnTo>
                  <a:pt x="7420" y="5907"/>
                </a:lnTo>
                <a:lnTo>
                  <a:pt x="7422" y="5905"/>
                </a:lnTo>
                <a:lnTo>
                  <a:pt x="7423" y="5905"/>
                </a:lnTo>
                <a:lnTo>
                  <a:pt x="7424" y="5905"/>
                </a:lnTo>
                <a:lnTo>
                  <a:pt x="7424" y="5906"/>
                </a:lnTo>
                <a:lnTo>
                  <a:pt x="7423" y="5906"/>
                </a:lnTo>
                <a:lnTo>
                  <a:pt x="7422" y="5906"/>
                </a:lnTo>
                <a:lnTo>
                  <a:pt x="7422" y="5907"/>
                </a:lnTo>
                <a:lnTo>
                  <a:pt x="7421" y="5907"/>
                </a:lnTo>
                <a:lnTo>
                  <a:pt x="7421" y="5908"/>
                </a:lnTo>
                <a:lnTo>
                  <a:pt x="7420" y="5909"/>
                </a:lnTo>
                <a:lnTo>
                  <a:pt x="7417" y="5910"/>
                </a:lnTo>
                <a:lnTo>
                  <a:pt x="7416" y="5909"/>
                </a:lnTo>
                <a:lnTo>
                  <a:pt x="7415" y="5909"/>
                </a:lnTo>
                <a:lnTo>
                  <a:pt x="7415" y="5907"/>
                </a:lnTo>
                <a:lnTo>
                  <a:pt x="7414" y="5906"/>
                </a:lnTo>
                <a:lnTo>
                  <a:pt x="7412" y="5906"/>
                </a:lnTo>
                <a:lnTo>
                  <a:pt x="7411" y="5906"/>
                </a:lnTo>
                <a:lnTo>
                  <a:pt x="7410" y="5907"/>
                </a:lnTo>
                <a:lnTo>
                  <a:pt x="7409" y="5907"/>
                </a:lnTo>
                <a:lnTo>
                  <a:pt x="7408" y="5908"/>
                </a:lnTo>
                <a:lnTo>
                  <a:pt x="7407" y="5908"/>
                </a:lnTo>
                <a:lnTo>
                  <a:pt x="7406" y="5908"/>
                </a:lnTo>
                <a:lnTo>
                  <a:pt x="7405" y="5907"/>
                </a:lnTo>
                <a:lnTo>
                  <a:pt x="7403" y="5908"/>
                </a:lnTo>
                <a:lnTo>
                  <a:pt x="7401" y="5912"/>
                </a:lnTo>
                <a:lnTo>
                  <a:pt x="7401" y="5913"/>
                </a:lnTo>
                <a:lnTo>
                  <a:pt x="7402" y="5913"/>
                </a:lnTo>
                <a:lnTo>
                  <a:pt x="7403" y="5914"/>
                </a:lnTo>
                <a:lnTo>
                  <a:pt x="7403" y="5915"/>
                </a:lnTo>
                <a:lnTo>
                  <a:pt x="7402" y="5915"/>
                </a:lnTo>
                <a:lnTo>
                  <a:pt x="7403" y="5917"/>
                </a:lnTo>
                <a:lnTo>
                  <a:pt x="7403" y="5918"/>
                </a:lnTo>
                <a:lnTo>
                  <a:pt x="7404" y="5918"/>
                </a:lnTo>
                <a:lnTo>
                  <a:pt x="7405" y="5919"/>
                </a:lnTo>
                <a:lnTo>
                  <a:pt x="7406" y="5920"/>
                </a:lnTo>
                <a:lnTo>
                  <a:pt x="7407" y="5920"/>
                </a:lnTo>
                <a:lnTo>
                  <a:pt x="7409" y="5921"/>
                </a:lnTo>
                <a:lnTo>
                  <a:pt x="7414" y="5920"/>
                </a:lnTo>
                <a:lnTo>
                  <a:pt x="7415" y="5919"/>
                </a:lnTo>
                <a:lnTo>
                  <a:pt x="7416" y="5919"/>
                </a:lnTo>
                <a:lnTo>
                  <a:pt x="7417" y="5920"/>
                </a:lnTo>
                <a:lnTo>
                  <a:pt x="7418" y="5921"/>
                </a:lnTo>
                <a:lnTo>
                  <a:pt x="7418" y="5922"/>
                </a:lnTo>
                <a:lnTo>
                  <a:pt x="7417" y="5923"/>
                </a:lnTo>
                <a:lnTo>
                  <a:pt x="7416" y="5923"/>
                </a:lnTo>
                <a:lnTo>
                  <a:pt x="7415" y="5923"/>
                </a:lnTo>
                <a:lnTo>
                  <a:pt x="7414" y="5923"/>
                </a:lnTo>
                <a:lnTo>
                  <a:pt x="7412" y="5924"/>
                </a:lnTo>
                <a:lnTo>
                  <a:pt x="7410" y="5924"/>
                </a:lnTo>
                <a:lnTo>
                  <a:pt x="7409" y="5925"/>
                </a:lnTo>
                <a:lnTo>
                  <a:pt x="7408" y="5925"/>
                </a:lnTo>
                <a:lnTo>
                  <a:pt x="7407" y="5926"/>
                </a:lnTo>
                <a:lnTo>
                  <a:pt x="7404" y="5925"/>
                </a:lnTo>
                <a:lnTo>
                  <a:pt x="7402" y="5925"/>
                </a:lnTo>
                <a:lnTo>
                  <a:pt x="7402" y="5924"/>
                </a:lnTo>
                <a:lnTo>
                  <a:pt x="7402" y="5923"/>
                </a:lnTo>
                <a:lnTo>
                  <a:pt x="7401" y="5923"/>
                </a:lnTo>
                <a:lnTo>
                  <a:pt x="7400" y="5922"/>
                </a:lnTo>
                <a:lnTo>
                  <a:pt x="7397" y="5923"/>
                </a:lnTo>
                <a:lnTo>
                  <a:pt x="7395" y="5923"/>
                </a:lnTo>
                <a:lnTo>
                  <a:pt x="7394" y="5924"/>
                </a:lnTo>
                <a:lnTo>
                  <a:pt x="7393" y="5925"/>
                </a:lnTo>
                <a:lnTo>
                  <a:pt x="7393" y="5926"/>
                </a:lnTo>
                <a:lnTo>
                  <a:pt x="7392" y="5927"/>
                </a:lnTo>
                <a:lnTo>
                  <a:pt x="7390" y="5926"/>
                </a:lnTo>
                <a:lnTo>
                  <a:pt x="7389" y="5928"/>
                </a:lnTo>
                <a:lnTo>
                  <a:pt x="7389" y="5929"/>
                </a:lnTo>
                <a:lnTo>
                  <a:pt x="7387" y="5928"/>
                </a:lnTo>
                <a:lnTo>
                  <a:pt x="7386" y="5928"/>
                </a:lnTo>
                <a:lnTo>
                  <a:pt x="7385" y="5929"/>
                </a:lnTo>
                <a:lnTo>
                  <a:pt x="7383" y="5930"/>
                </a:lnTo>
                <a:lnTo>
                  <a:pt x="7382" y="5931"/>
                </a:lnTo>
                <a:lnTo>
                  <a:pt x="7382" y="5932"/>
                </a:lnTo>
                <a:lnTo>
                  <a:pt x="7381" y="5933"/>
                </a:lnTo>
                <a:lnTo>
                  <a:pt x="7380" y="5933"/>
                </a:lnTo>
                <a:lnTo>
                  <a:pt x="7379" y="5933"/>
                </a:lnTo>
                <a:lnTo>
                  <a:pt x="7377" y="5933"/>
                </a:lnTo>
                <a:lnTo>
                  <a:pt x="7375" y="5933"/>
                </a:lnTo>
                <a:lnTo>
                  <a:pt x="7375" y="5934"/>
                </a:lnTo>
                <a:lnTo>
                  <a:pt x="7374" y="5935"/>
                </a:lnTo>
                <a:lnTo>
                  <a:pt x="7373" y="5935"/>
                </a:lnTo>
                <a:lnTo>
                  <a:pt x="7372" y="5935"/>
                </a:lnTo>
                <a:lnTo>
                  <a:pt x="7370" y="5936"/>
                </a:lnTo>
                <a:lnTo>
                  <a:pt x="7368" y="5936"/>
                </a:lnTo>
                <a:lnTo>
                  <a:pt x="7367" y="5936"/>
                </a:lnTo>
                <a:lnTo>
                  <a:pt x="7366" y="5936"/>
                </a:lnTo>
                <a:lnTo>
                  <a:pt x="7366" y="5935"/>
                </a:lnTo>
                <a:lnTo>
                  <a:pt x="7366" y="5934"/>
                </a:lnTo>
                <a:lnTo>
                  <a:pt x="7367" y="5932"/>
                </a:lnTo>
                <a:lnTo>
                  <a:pt x="7366" y="5932"/>
                </a:lnTo>
                <a:lnTo>
                  <a:pt x="7366" y="5931"/>
                </a:lnTo>
                <a:lnTo>
                  <a:pt x="7365" y="5930"/>
                </a:lnTo>
                <a:lnTo>
                  <a:pt x="7365" y="5929"/>
                </a:lnTo>
                <a:lnTo>
                  <a:pt x="7363" y="5927"/>
                </a:lnTo>
                <a:lnTo>
                  <a:pt x="7362" y="5927"/>
                </a:lnTo>
                <a:lnTo>
                  <a:pt x="7362" y="5926"/>
                </a:lnTo>
                <a:lnTo>
                  <a:pt x="7362" y="5925"/>
                </a:lnTo>
                <a:lnTo>
                  <a:pt x="7362" y="5923"/>
                </a:lnTo>
                <a:lnTo>
                  <a:pt x="7363" y="5923"/>
                </a:lnTo>
                <a:lnTo>
                  <a:pt x="7363" y="5922"/>
                </a:lnTo>
                <a:lnTo>
                  <a:pt x="7363" y="5921"/>
                </a:lnTo>
                <a:lnTo>
                  <a:pt x="7364" y="5921"/>
                </a:lnTo>
                <a:lnTo>
                  <a:pt x="7364" y="5920"/>
                </a:lnTo>
                <a:lnTo>
                  <a:pt x="7364" y="5919"/>
                </a:lnTo>
                <a:lnTo>
                  <a:pt x="7363" y="5918"/>
                </a:lnTo>
                <a:lnTo>
                  <a:pt x="7363" y="5917"/>
                </a:lnTo>
                <a:lnTo>
                  <a:pt x="7362" y="5916"/>
                </a:lnTo>
                <a:lnTo>
                  <a:pt x="7362" y="5915"/>
                </a:lnTo>
                <a:lnTo>
                  <a:pt x="7361" y="5915"/>
                </a:lnTo>
                <a:lnTo>
                  <a:pt x="7360" y="5915"/>
                </a:lnTo>
                <a:lnTo>
                  <a:pt x="7359" y="5915"/>
                </a:lnTo>
                <a:lnTo>
                  <a:pt x="7358" y="5915"/>
                </a:lnTo>
                <a:lnTo>
                  <a:pt x="7359" y="5916"/>
                </a:lnTo>
                <a:lnTo>
                  <a:pt x="7359" y="5917"/>
                </a:lnTo>
                <a:lnTo>
                  <a:pt x="7359" y="5918"/>
                </a:lnTo>
                <a:lnTo>
                  <a:pt x="7359" y="5920"/>
                </a:lnTo>
                <a:lnTo>
                  <a:pt x="7360" y="5920"/>
                </a:lnTo>
                <a:lnTo>
                  <a:pt x="7360" y="5921"/>
                </a:lnTo>
                <a:lnTo>
                  <a:pt x="7360" y="5922"/>
                </a:lnTo>
                <a:lnTo>
                  <a:pt x="7361" y="5922"/>
                </a:lnTo>
                <a:lnTo>
                  <a:pt x="7359" y="5922"/>
                </a:lnTo>
                <a:lnTo>
                  <a:pt x="7358" y="5923"/>
                </a:lnTo>
                <a:lnTo>
                  <a:pt x="7357" y="5924"/>
                </a:lnTo>
                <a:lnTo>
                  <a:pt x="7356" y="5925"/>
                </a:lnTo>
                <a:lnTo>
                  <a:pt x="7356" y="5926"/>
                </a:lnTo>
                <a:lnTo>
                  <a:pt x="7357" y="5927"/>
                </a:lnTo>
                <a:lnTo>
                  <a:pt x="7358" y="5927"/>
                </a:lnTo>
                <a:lnTo>
                  <a:pt x="7359" y="5927"/>
                </a:lnTo>
                <a:lnTo>
                  <a:pt x="7360" y="5927"/>
                </a:lnTo>
                <a:lnTo>
                  <a:pt x="7362" y="5929"/>
                </a:lnTo>
                <a:lnTo>
                  <a:pt x="7362" y="5931"/>
                </a:lnTo>
                <a:lnTo>
                  <a:pt x="7363" y="5933"/>
                </a:lnTo>
                <a:lnTo>
                  <a:pt x="7363" y="5934"/>
                </a:lnTo>
                <a:lnTo>
                  <a:pt x="7362" y="5935"/>
                </a:lnTo>
                <a:lnTo>
                  <a:pt x="7360" y="5936"/>
                </a:lnTo>
                <a:lnTo>
                  <a:pt x="7358" y="5937"/>
                </a:lnTo>
                <a:lnTo>
                  <a:pt x="7357" y="5937"/>
                </a:lnTo>
                <a:lnTo>
                  <a:pt x="7356" y="5937"/>
                </a:lnTo>
                <a:lnTo>
                  <a:pt x="7355" y="5937"/>
                </a:lnTo>
                <a:lnTo>
                  <a:pt x="7356" y="5939"/>
                </a:lnTo>
                <a:lnTo>
                  <a:pt x="7356" y="5940"/>
                </a:lnTo>
                <a:lnTo>
                  <a:pt x="7355" y="5942"/>
                </a:lnTo>
                <a:lnTo>
                  <a:pt x="7357" y="5945"/>
                </a:lnTo>
                <a:lnTo>
                  <a:pt x="7358" y="5947"/>
                </a:lnTo>
                <a:lnTo>
                  <a:pt x="7359" y="5946"/>
                </a:lnTo>
                <a:lnTo>
                  <a:pt x="7360" y="5947"/>
                </a:lnTo>
                <a:lnTo>
                  <a:pt x="7360" y="5948"/>
                </a:lnTo>
                <a:lnTo>
                  <a:pt x="7359" y="5948"/>
                </a:lnTo>
                <a:lnTo>
                  <a:pt x="7359" y="5949"/>
                </a:lnTo>
                <a:lnTo>
                  <a:pt x="7359" y="5950"/>
                </a:lnTo>
                <a:lnTo>
                  <a:pt x="7360" y="5950"/>
                </a:lnTo>
                <a:lnTo>
                  <a:pt x="7365" y="5947"/>
                </a:lnTo>
                <a:lnTo>
                  <a:pt x="7366" y="5947"/>
                </a:lnTo>
                <a:lnTo>
                  <a:pt x="7367" y="5947"/>
                </a:lnTo>
                <a:lnTo>
                  <a:pt x="7369" y="5947"/>
                </a:lnTo>
                <a:lnTo>
                  <a:pt x="7370" y="5947"/>
                </a:lnTo>
                <a:lnTo>
                  <a:pt x="7370" y="5946"/>
                </a:lnTo>
                <a:lnTo>
                  <a:pt x="7369" y="5944"/>
                </a:lnTo>
                <a:lnTo>
                  <a:pt x="7370" y="5942"/>
                </a:lnTo>
                <a:lnTo>
                  <a:pt x="7373" y="5942"/>
                </a:lnTo>
                <a:lnTo>
                  <a:pt x="7373" y="5944"/>
                </a:lnTo>
                <a:lnTo>
                  <a:pt x="7372" y="5945"/>
                </a:lnTo>
                <a:lnTo>
                  <a:pt x="7371" y="5945"/>
                </a:lnTo>
                <a:lnTo>
                  <a:pt x="7371" y="5946"/>
                </a:lnTo>
                <a:lnTo>
                  <a:pt x="7371" y="5947"/>
                </a:lnTo>
                <a:lnTo>
                  <a:pt x="7372" y="5948"/>
                </a:lnTo>
                <a:lnTo>
                  <a:pt x="7373" y="5950"/>
                </a:lnTo>
                <a:lnTo>
                  <a:pt x="7374" y="5951"/>
                </a:lnTo>
                <a:lnTo>
                  <a:pt x="7375" y="5951"/>
                </a:lnTo>
                <a:lnTo>
                  <a:pt x="7376" y="5951"/>
                </a:lnTo>
                <a:lnTo>
                  <a:pt x="7377" y="5951"/>
                </a:lnTo>
                <a:lnTo>
                  <a:pt x="7377" y="5950"/>
                </a:lnTo>
                <a:lnTo>
                  <a:pt x="7378" y="5949"/>
                </a:lnTo>
                <a:lnTo>
                  <a:pt x="7379" y="5950"/>
                </a:lnTo>
                <a:lnTo>
                  <a:pt x="7380" y="5950"/>
                </a:lnTo>
                <a:lnTo>
                  <a:pt x="7381" y="5950"/>
                </a:lnTo>
                <a:lnTo>
                  <a:pt x="7382" y="5950"/>
                </a:lnTo>
                <a:lnTo>
                  <a:pt x="7381" y="5950"/>
                </a:lnTo>
                <a:lnTo>
                  <a:pt x="7381" y="5949"/>
                </a:lnTo>
                <a:lnTo>
                  <a:pt x="7382" y="5949"/>
                </a:lnTo>
                <a:lnTo>
                  <a:pt x="7383" y="5949"/>
                </a:lnTo>
                <a:lnTo>
                  <a:pt x="7384" y="5950"/>
                </a:lnTo>
                <a:lnTo>
                  <a:pt x="7383" y="5951"/>
                </a:lnTo>
                <a:lnTo>
                  <a:pt x="7383" y="5952"/>
                </a:lnTo>
                <a:lnTo>
                  <a:pt x="7383" y="5954"/>
                </a:lnTo>
                <a:lnTo>
                  <a:pt x="7383" y="5955"/>
                </a:lnTo>
                <a:lnTo>
                  <a:pt x="7382" y="5955"/>
                </a:lnTo>
                <a:lnTo>
                  <a:pt x="7381" y="5956"/>
                </a:lnTo>
                <a:lnTo>
                  <a:pt x="7380" y="5957"/>
                </a:lnTo>
                <a:lnTo>
                  <a:pt x="7380" y="5958"/>
                </a:lnTo>
                <a:lnTo>
                  <a:pt x="7381" y="5958"/>
                </a:lnTo>
                <a:lnTo>
                  <a:pt x="7381" y="5959"/>
                </a:lnTo>
                <a:lnTo>
                  <a:pt x="7380" y="5960"/>
                </a:lnTo>
                <a:lnTo>
                  <a:pt x="7379" y="5961"/>
                </a:lnTo>
                <a:lnTo>
                  <a:pt x="7378" y="5960"/>
                </a:lnTo>
                <a:lnTo>
                  <a:pt x="7378" y="5959"/>
                </a:lnTo>
                <a:lnTo>
                  <a:pt x="7378" y="5960"/>
                </a:lnTo>
                <a:lnTo>
                  <a:pt x="7377" y="5960"/>
                </a:lnTo>
                <a:lnTo>
                  <a:pt x="7376" y="5961"/>
                </a:lnTo>
                <a:lnTo>
                  <a:pt x="7376" y="5962"/>
                </a:lnTo>
                <a:lnTo>
                  <a:pt x="7376" y="5964"/>
                </a:lnTo>
                <a:lnTo>
                  <a:pt x="7376" y="5965"/>
                </a:lnTo>
                <a:lnTo>
                  <a:pt x="7377" y="5966"/>
                </a:lnTo>
                <a:lnTo>
                  <a:pt x="7376" y="5966"/>
                </a:lnTo>
                <a:lnTo>
                  <a:pt x="7375" y="5967"/>
                </a:lnTo>
                <a:lnTo>
                  <a:pt x="7374" y="5967"/>
                </a:lnTo>
                <a:lnTo>
                  <a:pt x="7374" y="5969"/>
                </a:lnTo>
                <a:lnTo>
                  <a:pt x="7374" y="5970"/>
                </a:lnTo>
                <a:lnTo>
                  <a:pt x="7371" y="5973"/>
                </a:lnTo>
                <a:lnTo>
                  <a:pt x="7368" y="5974"/>
                </a:lnTo>
                <a:lnTo>
                  <a:pt x="7367" y="5972"/>
                </a:lnTo>
                <a:lnTo>
                  <a:pt x="7367" y="5971"/>
                </a:lnTo>
                <a:lnTo>
                  <a:pt x="7366" y="5970"/>
                </a:lnTo>
                <a:lnTo>
                  <a:pt x="7365" y="5970"/>
                </a:lnTo>
                <a:lnTo>
                  <a:pt x="7363" y="5970"/>
                </a:lnTo>
                <a:lnTo>
                  <a:pt x="7362" y="5971"/>
                </a:lnTo>
                <a:lnTo>
                  <a:pt x="7362" y="5972"/>
                </a:lnTo>
                <a:lnTo>
                  <a:pt x="7362" y="5977"/>
                </a:lnTo>
                <a:lnTo>
                  <a:pt x="7362" y="5978"/>
                </a:lnTo>
                <a:lnTo>
                  <a:pt x="7362" y="5979"/>
                </a:lnTo>
                <a:lnTo>
                  <a:pt x="7362" y="5981"/>
                </a:lnTo>
                <a:lnTo>
                  <a:pt x="7364" y="5982"/>
                </a:lnTo>
                <a:lnTo>
                  <a:pt x="7365" y="5984"/>
                </a:lnTo>
                <a:lnTo>
                  <a:pt x="7366" y="5984"/>
                </a:lnTo>
                <a:lnTo>
                  <a:pt x="7367" y="5983"/>
                </a:lnTo>
                <a:lnTo>
                  <a:pt x="7367" y="5982"/>
                </a:lnTo>
                <a:lnTo>
                  <a:pt x="7368" y="5981"/>
                </a:lnTo>
                <a:lnTo>
                  <a:pt x="7369" y="5981"/>
                </a:lnTo>
                <a:lnTo>
                  <a:pt x="7369" y="5982"/>
                </a:lnTo>
                <a:lnTo>
                  <a:pt x="7369" y="5983"/>
                </a:lnTo>
                <a:lnTo>
                  <a:pt x="7370" y="5985"/>
                </a:lnTo>
                <a:lnTo>
                  <a:pt x="7370" y="5986"/>
                </a:lnTo>
                <a:lnTo>
                  <a:pt x="7369" y="5986"/>
                </a:lnTo>
                <a:lnTo>
                  <a:pt x="7369" y="5987"/>
                </a:lnTo>
                <a:lnTo>
                  <a:pt x="7368" y="5987"/>
                </a:lnTo>
                <a:lnTo>
                  <a:pt x="7368" y="5988"/>
                </a:lnTo>
                <a:lnTo>
                  <a:pt x="7369" y="5990"/>
                </a:lnTo>
                <a:lnTo>
                  <a:pt x="7368" y="5990"/>
                </a:lnTo>
                <a:lnTo>
                  <a:pt x="7368" y="5992"/>
                </a:lnTo>
                <a:lnTo>
                  <a:pt x="7367" y="5992"/>
                </a:lnTo>
                <a:lnTo>
                  <a:pt x="7366" y="5992"/>
                </a:lnTo>
                <a:lnTo>
                  <a:pt x="7365" y="5995"/>
                </a:lnTo>
                <a:lnTo>
                  <a:pt x="7365" y="5996"/>
                </a:lnTo>
                <a:lnTo>
                  <a:pt x="7366" y="5996"/>
                </a:lnTo>
                <a:lnTo>
                  <a:pt x="7365" y="5997"/>
                </a:lnTo>
                <a:lnTo>
                  <a:pt x="7365" y="5996"/>
                </a:lnTo>
                <a:lnTo>
                  <a:pt x="7364" y="5996"/>
                </a:lnTo>
                <a:lnTo>
                  <a:pt x="7363" y="5997"/>
                </a:lnTo>
                <a:lnTo>
                  <a:pt x="7362" y="5998"/>
                </a:lnTo>
                <a:lnTo>
                  <a:pt x="7362" y="5999"/>
                </a:lnTo>
                <a:lnTo>
                  <a:pt x="7361" y="5999"/>
                </a:lnTo>
                <a:lnTo>
                  <a:pt x="7360" y="6000"/>
                </a:lnTo>
                <a:lnTo>
                  <a:pt x="7360" y="6001"/>
                </a:lnTo>
                <a:lnTo>
                  <a:pt x="7359" y="6002"/>
                </a:lnTo>
                <a:lnTo>
                  <a:pt x="7358" y="6003"/>
                </a:lnTo>
                <a:lnTo>
                  <a:pt x="7359" y="6003"/>
                </a:lnTo>
                <a:lnTo>
                  <a:pt x="7358" y="6004"/>
                </a:lnTo>
                <a:lnTo>
                  <a:pt x="7357" y="6004"/>
                </a:lnTo>
                <a:lnTo>
                  <a:pt x="7356" y="6004"/>
                </a:lnTo>
                <a:lnTo>
                  <a:pt x="7355" y="6004"/>
                </a:lnTo>
                <a:lnTo>
                  <a:pt x="7354" y="6004"/>
                </a:lnTo>
                <a:lnTo>
                  <a:pt x="7353" y="6005"/>
                </a:lnTo>
                <a:lnTo>
                  <a:pt x="7353" y="6006"/>
                </a:lnTo>
                <a:lnTo>
                  <a:pt x="7352" y="6006"/>
                </a:lnTo>
                <a:lnTo>
                  <a:pt x="7353" y="6007"/>
                </a:lnTo>
                <a:lnTo>
                  <a:pt x="7352" y="6008"/>
                </a:lnTo>
                <a:lnTo>
                  <a:pt x="7351" y="6005"/>
                </a:lnTo>
                <a:lnTo>
                  <a:pt x="7351" y="6004"/>
                </a:lnTo>
                <a:lnTo>
                  <a:pt x="7352" y="6002"/>
                </a:lnTo>
                <a:lnTo>
                  <a:pt x="7351" y="6001"/>
                </a:lnTo>
                <a:lnTo>
                  <a:pt x="7352" y="6000"/>
                </a:lnTo>
                <a:lnTo>
                  <a:pt x="7352" y="5999"/>
                </a:lnTo>
                <a:lnTo>
                  <a:pt x="7350" y="5995"/>
                </a:lnTo>
                <a:lnTo>
                  <a:pt x="7350" y="5993"/>
                </a:lnTo>
                <a:lnTo>
                  <a:pt x="7345" y="5992"/>
                </a:lnTo>
                <a:lnTo>
                  <a:pt x="7343" y="5990"/>
                </a:lnTo>
                <a:lnTo>
                  <a:pt x="7342" y="5989"/>
                </a:lnTo>
                <a:lnTo>
                  <a:pt x="7339" y="5988"/>
                </a:lnTo>
                <a:lnTo>
                  <a:pt x="7338" y="5989"/>
                </a:lnTo>
                <a:lnTo>
                  <a:pt x="7337" y="5988"/>
                </a:lnTo>
                <a:lnTo>
                  <a:pt x="7336" y="5987"/>
                </a:lnTo>
                <a:lnTo>
                  <a:pt x="7335" y="5986"/>
                </a:lnTo>
                <a:lnTo>
                  <a:pt x="7333" y="5986"/>
                </a:lnTo>
                <a:lnTo>
                  <a:pt x="7331" y="5986"/>
                </a:lnTo>
                <a:lnTo>
                  <a:pt x="7329" y="5986"/>
                </a:lnTo>
                <a:lnTo>
                  <a:pt x="7326" y="5988"/>
                </a:lnTo>
                <a:lnTo>
                  <a:pt x="7325" y="5988"/>
                </a:lnTo>
                <a:lnTo>
                  <a:pt x="7325" y="5987"/>
                </a:lnTo>
                <a:lnTo>
                  <a:pt x="7326" y="5987"/>
                </a:lnTo>
                <a:lnTo>
                  <a:pt x="7325" y="5985"/>
                </a:lnTo>
                <a:lnTo>
                  <a:pt x="7325" y="5984"/>
                </a:lnTo>
                <a:lnTo>
                  <a:pt x="7324" y="5983"/>
                </a:lnTo>
                <a:lnTo>
                  <a:pt x="7325" y="5980"/>
                </a:lnTo>
                <a:lnTo>
                  <a:pt x="7325" y="5979"/>
                </a:lnTo>
                <a:lnTo>
                  <a:pt x="7325" y="5978"/>
                </a:lnTo>
                <a:lnTo>
                  <a:pt x="7326" y="5978"/>
                </a:lnTo>
                <a:lnTo>
                  <a:pt x="7325" y="5978"/>
                </a:lnTo>
                <a:lnTo>
                  <a:pt x="7325" y="5977"/>
                </a:lnTo>
                <a:lnTo>
                  <a:pt x="7324" y="5977"/>
                </a:lnTo>
                <a:lnTo>
                  <a:pt x="7324" y="5976"/>
                </a:lnTo>
                <a:lnTo>
                  <a:pt x="7323" y="5976"/>
                </a:lnTo>
                <a:lnTo>
                  <a:pt x="7323" y="5975"/>
                </a:lnTo>
                <a:lnTo>
                  <a:pt x="7323" y="5974"/>
                </a:lnTo>
                <a:lnTo>
                  <a:pt x="7322" y="5973"/>
                </a:lnTo>
                <a:lnTo>
                  <a:pt x="7322" y="5974"/>
                </a:lnTo>
                <a:lnTo>
                  <a:pt x="7322" y="5975"/>
                </a:lnTo>
                <a:lnTo>
                  <a:pt x="7323" y="5975"/>
                </a:lnTo>
                <a:lnTo>
                  <a:pt x="7322" y="5975"/>
                </a:lnTo>
                <a:lnTo>
                  <a:pt x="7322" y="5978"/>
                </a:lnTo>
                <a:lnTo>
                  <a:pt x="7323" y="5978"/>
                </a:lnTo>
                <a:lnTo>
                  <a:pt x="7323" y="5979"/>
                </a:lnTo>
                <a:lnTo>
                  <a:pt x="7322" y="5979"/>
                </a:lnTo>
                <a:lnTo>
                  <a:pt x="7322" y="5980"/>
                </a:lnTo>
                <a:lnTo>
                  <a:pt x="7322" y="5981"/>
                </a:lnTo>
                <a:lnTo>
                  <a:pt x="7322" y="5982"/>
                </a:lnTo>
                <a:lnTo>
                  <a:pt x="7321" y="5984"/>
                </a:lnTo>
                <a:lnTo>
                  <a:pt x="7322" y="5984"/>
                </a:lnTo>
                <a:lnTo>
                  <a:pt x="7322" y="5986"/>
                </a:lnTo>
                <a:lnTo>
                  <a:pt x="7324" y="5988"/>
                </a:lnTo>
                <a:lnTo>
                  <a:pt x="7323" y="5990"/>
                </a:lnTo>
                <a:lnTo>
                  <a:pt x="7322" y="5992"/>
                </a:lnTo>
                <a:lnTo>
                  <a:pt x="7321" y="5993"/>
                </a:lnTo>
                <a:lnTo>
                  <a:pt x="7320" y="5993"/>
                </a:lnTo>
                <a:lnTo>
                  <a:pt x="7318" y="5994"/>
                </a:lnTo>
                <a:lnTo>
                  <a:pt x="7316" y="5995"/>
                </a:lnTo>
                <a:lnTo>
                  <a:pt x="7316" y="5996"/>
                </a:lnTo>
                <a:lnTo>
                  <a:pt x="7314" y="5998"/>
                </a:lnTo>
                <a:lnTo>
                  <a:pt x="7313" y="5999"/>
                </a:lnTo>
                <a:lnTo>
                  <a:pt x="7312" y="5999"/>
                </a:lnTo>
                <a:lnTo>
                  <a:pt x="7311" y="6000"/>
                </a:lnTo>
                <a:lnTo>
                  <a:pt x="7310" y="5999"/>
                </a:lnTo>
                <a:lnTo>
                  <a:pt x="7309" y="5999"/>
                </a:lnTo>
                <a:lnTo>
                  <a:pt x="7307" y="6000"/>
                </a:lnTo>
                <a:lnTo>
                  <a:pt x="7306" y="6000"/>
                </a:lnTo>
                <a:lnTo>
                  <a:pt x="7304" y="6000"/>
                </a:lnTo>
                <a:lnTo>
                  <a:pt x="7303" y="6000"/>
                </a:lnTo>
                <a:lnTo>
                  <a:pt x="7301" y="6001"/>
                </a:lnTo>
                <a:lnTo>
                  <a:pt x="7300" y="6000"/>
                </a:lnTo>
                <a:lnTo>
                  <a:pt x="7299" y="6000"/>
                </a:lnTo>
                <a:lnTo>
                  <a:pt x="7298" y="6000"/>
                </a:lnTo>
                <a:lnTo>
                  <a:pt x="7298" y="6001"/>
                </a:lnTo>
                <a:lnTo>
                  <a:pt x="7299" y="6001"/>
                </a:lnTo>
                <a:lnTo>
                  <a:pt x="7299" y="6002"/>
                </a:lnTo>
                <a:lnTo>
                  <a:pt x="7298" y="6003"/>
                </a:lnTo>
                <a:lnTo>
                  <a:pt x="7295" y="6006"/>
                </a:lnTo>
                <a:lnTo>
                  <a:pt x="7294" y="6006"/>
                </a:lnTo>
                <a:lnTo>
                  <a:pt x="7292" y="6007"/>
                </a:lnTo>
                <a:lnTo>
                  <a:pt x="7292" y="6009"/>
                </a:lnTo>
                <a:lnTo>
                  <a:pt x="7291" y="6011"/>
                </a:lnTo>
                <a:lnTo>
                  <a:pt x="7290" y="6011"/>
                </a:lnTo>
                <a:lnTo>
                  <a:pt x="7288" y="6011"/>
                </a:lnTo>
                <a:lnTo>
                  <a:pt x="7287" y="6010"/>
                </a:lnTo>
                <a:lnTo>
                  <a:pt x="7285" y="6009"/>
                </a:lnTo>
                <a:lnTo>
                  <a:pt x="7282" y="6007"/>
                </a:lnTo>
                <a:lnTo>
                  <a:pt x="7280" y="6006"/>
                </a:lnTo>
                <a:lnTo>
                  <a:pt x="7280" y="6004"/>
                </a:lnTo>
                <a:lnTo>
                  <a:pt x="7280" y="6001"/>
                </a:lnTo>
                <a:lnTo>
                  <a:pt x="7279" y="6001"/>
                </a:lnTo>
                <a:lnTo>
                  <a:pt x="7279" y="6000"/>
                </a:lnTo>
                <a:lnTo>
                  <a:pt x="7279" y="5999"/>
                </a:lnTo>
                <a:lnTo>
                  <a:pt x="7279" y="5998"/>
                </a:lnTo>
                <a:lnTo>
                  <a:pt x="7279" y="5995"/>
                </a:lnTo>
                <a:lnTo>
                  <a:pt x="7278" y="5995"/>
                </a:lnTo>
                <a:lnTo>
                  <a:pt x="7277" y="5995"/>
                </a:lnTo>
                <a:lnTo>
                  <a:pt x="7276" y="5995"/>
                </a:lnTo>
                <a:lnTo>
                  <a:pt x="7276" y="5994"/>
                </a:lnTo>
                <a:lnTo>
                  <a:pt x="7277" y="5993"/>
                </a:lnTo>
                <a:lnTo>
                  <a:pt x="7278" y="5992"/>
                </a:lnTo>
                <a:lnTo>
                  <a:pt x="7279" y="5991"/>
                </a:lnTo>
                <a:lnTo>
                  <a:pt x="7280" y="5990"/>
                </a:lnTo>
                <a:lnTo>
                  <a:pt x="7280" y="5989"/>
                </a:lnTo>
                <a:lnTo>
                  <a:pt x="7279" y="5989"/>
                </a:lnTo>
                <a:lnTo>
                  <a:pt x="7278" y="5988"/>
                </a:lnTo>
                <a:lnTo>
                  <a:pt x="7277" y="5988"/>
                </a:lnTo>
                <a:lnTo>
                  <a:pt x="7277" y="5987"/>
                </a:lnTo>
                <a:lnTo>
                  <a:pt x="7276" y="5987"/>
                </a:lnTo>
                <a:lnTo>
                  <a:pt x="7275" y="5988"/>
                </a:lnTo>
                <a:lnTo>
                  <a:pt x="7276" y="5988"/>
                </a:lnTo>
                <a:lnTo>
                  <a:pt x="7276" y="5989"/>
                </a:lnTo>
                <a:lnTo>
                  <a:pt x="7276" y="5990"/>
                </a:lnTo>
                <a:lnTo>
                  <a:pt x="7276" y="5991"/>
                </a:lnTo>
                <a:lnTo>
                  <a:pt x="7274" y="5993"/>
                </a:lnTo>
                <a:lnTo>
                  <a:pt x="7273" y="5993"/>
                </a:lnTo>
                <a:lnTo>
                  <a:pt x="7273" y="5992"/>
                </a:lnTo>
                <a:lnTo>
                  <a:pt x="7271" y="5992"/>
                </a:lnTo>
                <a:lnTo>
                  <a:pt x="7270" y="5992"/>
                </a:lnTo>
                <a:lnTo>
                  <a:pt x="7271" y="5992"/>
                </a:lnTo>
                <a:lnTo>
                  <a:pt x="7270" y="5994"/>
                </a:lnTo>
                <a:lnTo>
                  <a:pt x="7270" y="5996"/>
                </a:lnTo>
                <a:lnTo>
                  <a:pt x="7270" y="5997"/>
                </a:lnTo>
                <a:lnTo>
                  <a:pt x="7269" y="5998"/>
                </a:lnTo>
                <a:lnTo>
                  <a:pt x="7269" y="6000"/>
                </a:lnTo>
                <a:lnTo>
                  <a:pt x="7267" y="6001"/>
                </a:lnTo>
                <a:lnTo>
                  <a:pt x="7267" y="6002"/>
                </a:lnTo>
                <a:lnTo>
                  <a:pt x="7265" y="6004"/>
                </a:lnTo>
                <a:lnTo>
                  <a:pt x="7265" y="6005"/>
                </a:lnTo>
                <a:lnTo>
                  <a:pt x="7264" y="6007"/>
                </a:lnTo>
                <a:lnTo>
                  <a:pt x="7264" y="6008"/>
                </a:lnTo>
                <a:lnTo>
                  <a:pt x="7263" y="6009"/>
                </a:lnTo>
                <a:lnTo>
                  <a:pt x="7261" y="6009"/>
                </a:lnTo>
                <a:lnTo>
                  <a:pt x="7257" y="6009"/>
                </a:lnTo>
                <a:lnTo>
                  <a:pt x="7257" y="6010"/>
                </a:lnTo>
                <a:lnTo>
                  <a:pt x="7256" y="6012"/>
                </a:lnTo>
                <a:lnTo>
                  <a:pt x="7254" y="6012"/>
                </a:lnTo>
                <a:lnTo>
                  <a:pt x="7251" y="6013"/>
                </a:lnTo>
                <a:lnTo>
                  <a:pt x="7251" y="6014"/>
                </a:lnTo>
                <a:lnTo>
                  <a:pt x="7251" y="6015"/>
                </a:lnTo>
                <a:lnTo>
                  <a:pt x="7251" y="6016"/>
                </a:lnTo>
                <a:lnTo>
                  <a:pt x="7252" y="6017"/>
                </a:lnTo>
                <a:lnTo>
                  <a:pt x="7253" y="6017"/>
                </a:lnTo>
                <a:lnTo>
                  <a:pt x="7254" y="6017"/>
                </a:lnTo>
                <a:lnTo>
                  <a:pt x="7254" y="6016"/>
                </a:lnTo>
                <a:lnTo>
                  <a:pt x="7255" y="6016"/>
                </a:lnTo>
                <a:lnTo>
                  <a:pt x="7259" y="6021"/>
                </a:lnTo>
                <a:lnTo>
                  <a:pt x="7259" y="6022"/>
                </a:lnTo>
                <a:lnTo>
                  <a:pt x="7257" y="6024"/>
                </a:lnTo>
                <a:lnTo>
                  <a:pt x="7255" y="6026"/>
                </a:lnTo>
                <a:lnTo>
                  <a:pt x="7254" y="6028"/>
                </a:lnTo>
                <a:lnTo>
                  <a:pt x="7254" y="6029"/>
                </a:lnTo>
                <a:lnTo>
                  <a:pt x="7254" y="6030"/>
                </a:lnTo>
                <a:lnTo>
                  <a:pt x="7254" y="6031"/>
                </a:lnTo>
                <a:lnTo>
                  <a:pt x="7255" y="6032"/>
                </a:lnTo>
                <a:lnTo>
                  <a:pt x="7256" y="6034"/>
                </a:lnTo>
                <a:lnTo>
                  <a:pt x="7256" y="6035"/>
                </a:lnTo>
                <a:lnTo>
                  <a:pt x="7253" y="6036"/>
                </a:lnTo>
                <a:lnTo>
                  <a:pt x="7252" y="6035"/>
                </a:lnTo>
                <a:lnTo>
                  <a:pt x="7243" y="6034"/>
                </a:lnTo>
                <a:lnTo>
                  <a:pt x="7241" y="6034"/>
                </a:lnTo>
                <a:lnTo>
                  <a:pt x="7239" y="6034"/>
                </a:lnTo>
                <a:lnTo>
                  <a:pt x="7239" y="6032"/>
                </a:lnTo>
                <a:lnTo>
                  <a:pt x="7238" y="6032"/>
                </a:lnTo>
                <a:lnTo>
                  <a:pt x="7234" y="6031"/>
                </a:lnTo>
                <a:lnTo>
                  <a:pt x="7233" y="6031"/>
                </a:lnTo>
                <a:lnTo>
                  <a:pt x="7232" y="6031"/>
                </a:lnTo>
                <a:lnTo>
                  <a:pt x="7231" y="6031"/>
                </a:lnTo>
                <a:lnTo>
                  <a:pt x="7230" y="6031"/>
                </a:lnTo>
                <a:lnTo>
                  <a:pt x="7230" y="6032"/>
                </a:lnTo>
                <a:lnTo>
                  <a:pt x="7229" y="6032"/>
                </a:lnTo>
                <a:lnTo>
                  <a:pt x="7230" y="6033"/>
                </a:lnTo>
                <a:lnTo>
                  <a:pt x="7232" y="6034"/>
                </a:lnTo>
                <a:lnTo>
                  <a:pt x="7232" y="6035"/>
                </a:lnTo>
                <a:lnTo>
                  <a:pt x="7231" y="6037"/>
                </a:lnTo>
                <a:lnTo>
                  <a:pt x="7231" y="6039"/>
                </a:lnTo>
                <a:lnTo>
                  <a:pt x="7230" y="6040"/>
                </a:lnTo>
                <a:lnTo>
                  <a:pt x="7229" y="6040"/>
                </a:lnTo>
                <a:lnTo>
                  <a:pt x="7227" y="6040"/>
                </a:lnTo>
                <a:lnTo>
                  <a:pt x="7227" y="6041"/>
                </a:lnTo>
                <a:lnTo>
                  <a:pt x="7226" y="6041"/>
                </a:lnTo>
                <a:lnTo>
                  <a:pt x="7226" y="6042"/>
                </a:lnTo>
                <a:lnTo>
                  <a:pt x="7227" y="6042"/>
                </a:lnTo>
                <a:lnTo>
                  <a:pt x="7229" y="6042"/>
                </a:lnTo>
                <a:lnTo>
                  <a:pt x="7232" y="6044"/>
                </a:lnTo>
                <a:lnTo>
                  <a:pt x="7232" y="6045"/>
                </a:lnTo>
                <a:lnTo>
                  <a:pt x="7231" y="6045"/>
                </a:lnTo>
                <a:lnTo>
                  <a:pt x="7230" y="6045"/>
                </a:lnTo>
                <a:lnTo>
                  <a:pt x="7228" y="6045"/>
                </a:lnTo>
                <a:lnTo>
                  <a:pt x="7230" y="6046"/>
                </a:lnTo>
                <a:lnTo>
                  <a:pt x="7231" y="6047"/>
                </a:lnTo>
                <a:lnTo>
                  <a:pt x="7232" y="6048"/>
                </a:lnTo>
                <a:lnTo>
                  <a:pt x="7235" y="6048"/>
                </a:lnTo>
                <a:lnTo>
                  <a:pt x="7237" y="6047"/>
                </a:lnTo>
                <a:lnTo>
                  <a:pt x="7239" y="6047"/>
                </a:lnTo>
                <a:lnTo>
                  <a:pt x="7240" y="6047"/>
                </a:lnTo>
                <a:lnTo>
                  <a:pt x="7241" y="6046"/>
                </a:lnTo>
                <a:lnTo>
                  <a:pt x="7242" y="6046"/>
                </a:lnTo>
                <a:lnTo>
                  <a:pt x="7246" y="6045"/>
                </a:lnTo>
                <a:lnTo>
                  <a:pt x="7247" y="6044"/>
                </a:lnTo>
                <a:lnTo>
                  <a:pt x="7248" y="6043"/>
                </a:lnTo>
                <a:lnTo>
                  <a:pt x="7252" y="6041"/>
                </a:lnTo>
                <a:lnTo>
                  <a:pt x="7256" y="6041"/>
                </a:lnTo>
                <a:lnTo>
                  <a:pt x="7258" y="6041"/>
                </a:lnTo>
                <a:lnTo>
                  <a:pt x="7261" y="6041"/>
                </a:lnTo>
                <a:lnTo>
                  <a:pt x="7262" y="6042"/>
                </a:lnTo>
                <a:lnTo>
                  <a:pt x="7262" y="6044"/>
                </a:lnTo>
                <a:lnTo>
                  <a:pt x="7262" y="6045"/>
                </a:lnTo>
                <a:lnTo>
                  <a:pt x="7261" y="6045"/>
                </a:lnTo>
                <a:lnTo>
                  <a:pt x="7260" y="6046"/>
                </a:lnTo>
                <a:lnTo>
                  <a:pt x="7259" y="6046"/>
                </a:lnTo>
                <a:lnTo>
                  <a:pt x="7259" y="6047"/>
                </a:lnTo>
                <a:lnTo>
                  <a:pt x="7260" y="6049"/>
                </a:lnTo>
                <a:lnTo>
                  <a:pt x="7260" y="6050"/>
                </a:lnTo>
                <a:lnTo>
                  <a:pt x="7261" y="6050"/>
                </a:lnTo>
                <a:lnTo>
                  <a:pt x="7261" y="6051"/>
                </a:lnTo>
                <a:lnTo>
                  <a:pt x="7260" y="6051"/>
                </a:lnTo>
                <a:lnTo>
                  <a:pt x="7260" y="6052"/>
                </a:lnTo>
                <a:lnTo>
                  <a:pt x="7259" y="6052"/>
                </a:lnTo>
                <a:lnTo>
                  <a:pt x="7259" y="6053"/>
                </a:lnTo>
                <a:lnTo>
                  <a:pt x="7258" y="6053"/>
                </a:lnTo>
                <a:lnTo>
                  <a:pt x="7258" y="6054"/>
                </a:lnTo>
                <a:lnTo>
                  <a:pt x="7258" y="6055"/>
                </a:lnTo>
                <a:lnTo>
                  <a:pt x="7259" y="6054"/>
                </a:lnTo>
                <a:lnTo>
                  <a:pt x="7260" y="6054"/>
                </a:lnTo>
                <a:lnTo>
                  <a:pt x="7260" y="6053"/>
                </a:lnTo>
                <a:lnTo>
                  <a:pt x="7261" y="6052"/>
                </a:lnTo>
                <a:lnTo>
                  <a:pt x="7265" y="6051"/>
                </a:lnTo>
                <a:lnTo>
                  <a:pt x="7266" y="6051"/>
                </a:lnTo>
                <a:lnTo>
                  <a:pt x="7267" y="6050"/>
                </a:lnTo>
                <a:lnTo>
                  <a:pt x="7268" y="6050"/>
                </a:lnTo>
                <a:lnTo>
                  <a:pt x="7269" y="6051"/>
                </a:lnTo>
                <a:lnTo>
                  <a:pt x="7270" y="6052"/>
                </a:lnTo>
                <a:lnTo>
                  <a:pt x="7271" y="6053"/>
                </a:lnTo>
                <a:lnTo>
                  <a:pt x="7272" y="6055"/>
                </a:lnTo>
                <a:lnTo>
                  <a:pt x="7273" y="6056"/>
                </a:lnTo>
                <a:lnTo>
                  <a:pt x="7273" y="6057"/>
                </a:lnTo>
                <a:lnTo>
                  <a:pt x="7273" y="6059"/>
                </a:lnTo>
                <a:lnTo>
                  <a:pt x="7275" y="6059"/>
                </a:lnTo>
                <a:lnTo>
                  <a:pt x="7277" y="6060"/>
                </a:lnTo>
                <a:lnTo>
                  <a:pt x="7275" y="6062"/>
                </a:lnTo>
                <a:lnTo>
                  <a:pt x="7276" y="6063"/>
                </a:lnTo>
                <a:lnTo>
                  <a:pt x="7276" y="6064"/>
                </a:lnTo>
                <a:lnTo>
                  <a:pt x="7277" y="6065"/>
                </a:lnTo>
                <a:lnTo>
                  <a:pt x="7278" y="6066"/>
                </a:lnTo>
                <a:lnTo>
                  <a:pt x="7279" y="6067"/>
                </a:lnTo>
                <a:lnTo>
                  <a:pt x="7278" y="6069"/>
                </a:lnTo>
                <a:lnTo>
                  <a:pt x="7277" y="6068"/>
                </a:lnTo>
                <a:lnTo>
                  <a:pt x="7276" y="6068"/>
                </a:lnTo>
                <a:lnTo>
                  <a:pt x="7275" y="6068"/>
                </a:lnTo>
                <a:lnTo>
                  <a:pt x="7273" y="6069"/>
                </a:lnTo>
                <a:lnTo>
                  <a:pt x="7272" y="6070"/>
                </a:lnTo>
                <a:lnTo>
                  <a:pt x="7272" y="6071"/>
                </a:lnTo>
                <a:lnTo>
                  <a:pt x="7271" y="6072"/>
                </a:lnTo>
                <a:lnTo>
                  <a:pt x="7270" y="6072"/>
                </a:lnTo>
                <a:lnTo>
                  <a:pt x="7269" y="6071"/>
                </a:lnTo>
                <a:lnTo>
                  <a:pt x="7268" y="6072"/>
                </a:lnTo>
                <a:lnTo>
                  <a:pt x="7267" y="6072"/>
                </a:lnTo>
                <a:lnTo>
                  <a:pt x="7266" y="6073"/>
                </a:lnTo>
                <a:lnTo>
                  <a:pt x="7265" y="6073"/>
                </a:lnTo>
                <a:lnTo>
                  <a:pt x="7265" y="6075"/>
                </a:lnTo>
                <a:lnTo>
                  <a:pt x="7265" y="6076"/>
                </a:lnTo>
                <a:lnTo>
                  <a:pt x="7264" y="6076"/>
                </a:lnTo>
                <a:lnTo>
                  <a:pt x="7263" y="6076"/>
                </a:lnTo>
                <a:lnTo>
                  <a:pt x="7262" y="6077"/>
                </a:lnTo>
                <a:lnTo>
                  <a:pt x="7262" y="6079"/>
                </a:lnTo>
                <a:lnTo>
                  <a:pt x="7261" y="6081"/>
                </a:lnTo>
                <a:lnTo>
                  <a:pt x="7261" y="6080"/>
                </a:lnTo>
                <a:lnTo>
                  <a:pt x="7260" y="6080"/>
                </a:lnTo>
                <a:lnTo>
                  <a:pt x="7259" y="6081"/>
                </a:lnTo>
                <a:lnTo>
                  <a:pt x="7259" y="6082"/>
                </a:lnTo>
                <a:lnTo>
                  <a:pt x="7259" y="6083"/>
                </a:lnTo>
                <a:lnTo>
                  <a:pt x="7257" y="6083"/>
                </a:lnTo>
                <a:lnTo>
                  <a:pt x="7256" y="6084"/>
                </a:lnTo>
                <a:lnTo>
                  <a:pt x="7255" y="6085"/>
                </a:lnTo>
                <a:lnTo>
                  <a:pt x="7254" y="6086"/>
                </a:lnTo>
                <a:lnTo>
                  <a:pt x="7255" y="6087"/>
                </a:lnTo>
                <a:lnTo>
                  <a:pt x="7253" y="6088"/>
                </a:lnTo>
                <a:lnTo>
                  <a:pt x="7252" y="6089"/>
                </a:lnTo>
                <a:lnTo>
                  <a:pt x="7252" y="6090"/>
                </a:lnTo>
                <a:lnTo>
                  <a:pt x="7252" y="6091"/>
                </a:lnTo>
                <a:lnTo>
                  <a:pt x="7252" y="6093"/>
                </a:lnTo>
                <a:lnTo>
                  <a:pt x="7250" y="6095"/>
                </a:lnTo>
                <a:lnTo>
                  <a:pt x="7249" y="6094"/>
                </a:lnTo>
                <a:lnTo>
                  <a:pt x="7249" y="6093"/>
                </a:lnTo>
                <a:lnTo>
                  <a:pt x="7250" y="6093"/>
                </a:lnTo>
                <a:lnTo>
                  <a:pt x="7250" y="6092"/>
                </a:lnTo>
                <a:lnTo>
                  <a:pt x="7249" y="6090"/>
                </a:lnTo>
                <a:lnTo>
                  <a:pt x="7250" y="6089"/>
                </a:lnTo>
                <a:lnTo>
                  <a:pt x="7251" y="6087"/>
                </a:lnTo>
                <a:lnTo>
                  <a:pt x="7249" y="6088"/>
                </a:lnTo>
                <a:lnTo>
                  <a:pt x="7249" y="6089"/>
                </a:lnTo>
                <a:lnTo>
                  <a:pt x="7248" y="6089"/>
                </a:lnTo>
                <a:lnTo>
                  <a:pt x="7248" y="6088"/>
                </a:lnTo>
                <a:lnTo>
                  <a:pt x="7248" y="6087"/>
                </a:lnTo>
                <a:lnTo>
                  <a:pt x="7247" y="6087"/>
                </a:lnTo>
                <a:lnTo>
                  <a:pt x="7246" y="6086"/>
                </a:lnTo>
                <a:lnTo>
                  <a:pt x="7247" y="6085"/>
                </a:lnTo>
                <a:lnTo>
                  <a:pt x="7246" y="6085"/>
                </a:lnTo>
                <a:lnTo>
                  <a:pt x="7245" y="6085"/>
                </a:lnTo>
                <a:lnTo>
                  <a:pt x="7245" y="6088"/>
                </a:lnTo>
                <a:lnTo>
                  <a:pt x="7246" y="6089"/>
                </a:lnTo>
                <a:lnTo>
                  <a:pt x="7248" y="6090"/>
                </a:lnTo>
                <a:lnTo>
                  <a:pt x="7248" y="6091"/>
                </a:lnTo>
                <a:lnTo>
                  <a:pt x="7248" y="6092"/>
                </a:lnTo>
                <a:lnTo>
                  <a:pt x="7246" y="6091"/>
                </a:lnTo>
                <a:lnTo>
                  <a:pt x="7246" y="6090"/>
                </a:lnTo>
                <a:lnTo>
                  <a:pt x="7245" y="6089"/>
                </a:lnTo>
                <a:lnTo>
                  <a:pt x="7244" y="6089"/>
                </a:lnTo>
                <a:lnTo>
                  <a:pt x="7245" y="6090"/>
                </a:lnTo>
                <a:lnTo>
                  <a:pt x="7245" y="6091"/>
                </a:lnTo>
                <a:lnTo>
                  <a:pt x="7244" y="6091"/>
                </a:lnTo>
                <a:lnTo>
                  <a:pt x="7243" y="6090"/>
                </a:lnTo>
                <a:lnTo>
                  <a:pt x="7243" y="6091"/>
                </a:lnTo>
                <a:lnTo>
                  <a:pt x="7245" y="6093"/>
                </a:lnTo>
                <a:lnTo>
                  <a:pt x="7247" y="6093"/>
                </a:lnTo>
                <a:lnTo>
                  <a:pt x="7248" y="6093"/>
                </a:lnTo>
                <a:lnTo>
                  <a:pt x="7247" y="6094"/>
                </a:lnTo>
                <a:lnTo>
                  <a:pt x="7246" y="6094"/>
                </a:lnTo>
                <a:lnTo>
                  <a:pt x="7246" y="6095"/>
                </a:lnTo>
                <a:lnTo>
                  <a:pt x="7246" y="6096"/>
                </a:lnTo>
                <a:lnTo>
                  <a:pt x="7246" y="6097"/>
                </a:lnTo>
                <a:lnTo>
                  <a:pt x="7244" y="6099"/>
                </a:lnTo>
                <a:lnTo>
                  <a:pt x="7244" y="6100"/>
                </a:lnTo>
                <a:lnTo>
                  <a:pt x="7243" y="6103"/>
                </a:lnTo>
                <a:lnTo>
                  <a:pt x="7242" y="6102"/>
                </a:lnTo>
                <a:lnTo>
                  <a:pt x="7241" y="6103"/>
                </a:lnTo>
                <a:lnTo>
                  <a:pt x="7240" y="6104"/>
                </a:lnTo>
                <a:lnTo>
                  <a:pt x="7239" y="6107"/>
                </a:lnTo>
                <a:lnTo>
                  <a:pt x="7239" y="6109"/>
                </a:lnTo>
                <a:lnTo>
                  <a:pt x="7239" y="6110"/>
                </a:lnTo>
                <a:lnTo>
                  <a:pt x="7239" y="6113"/>
                </a:lnTo>
                <a:lnTo>
                  <a:pt x="7239" y="6117"/>
                </a:lnTo>
                <a:lnTo>
                  <a:pt x="7240" y="6118"/>
                </a:lnTo>
                <a:lnTo>
                  <a:pt x="7240" y="6119"/>
                </a:lnTo>
                <a:lnTo>
                  <a:pt x="7241" y="6120"/>
                </a:lnTo>
                <a:lnTo>
                  <a:pt x="7240" y="6122"/>
                </a:lnTo>
                <a:lnTo>
                  <a:pt x="7239" y="6122"/>
                </a:lnTo>
                <a:lnTo>
                  <a:pt x="7238" y="6122"/>
                </a:lnTo>
                <a:lnTo>
                  <a:pt x="7237" y="6122"/>
                </a:lnTo>
                <a:lnTo>
                  <a:pt x="7236" y="6122"/>
                </a:lnTo>
                <a:lnTo>
                  <a:pt x="7236" y="6121"/>
                </a:lnTo>
                <a:lnTo>
                  <a:pt x="7233" y="6122"/>
                </a:lnTo>
                <a:lnTo>
                  <a:pt x="7231" y="6122"/>
                </a:lnTo>
                <a:lnTo>
                  <a:pt x="7230" y="6123"/>
                </a:lnTo>
                <a:lnTo>
                  <a:pt x="7229" y="6125"/>
                </a:lnTo>
                <a:lnTo>
                  <a:pt x="7228" y="6126"/>
                </a:lnTo>
                <a:lnTo>
                  <a:pt x="7227" y="6128"/>
                </a:lnTo>
                <a:lnTo>
                  <a:pt x="7227" y="6129"/>
                </a:lnTo>
                <a:lnTo>
                  <a:pt x="7227" y="6130"/>
                </a:lnTo>
                <a:lnTo>
                  <a:pt x="7227" y="6129"/>
                </a:lnTo>
                <a:lnTo>
                  <a:pt x="7226" y="6129"/>
                </a:lnTo>
                <a:lnTo>
                  <a:pt x="7225" y="6129"/>
                </a:lnTo>
                <a:lnTo>
                  <a:pt x="7224" y="6130"/>
                </a:lnTo>
                <a:lnTo>
                  <a:pt x="7224" y="6131"/>
                </a:lnTo>
                <a:lnTo>
                  <a:pt x="7223" y="6132"/>
                </a:lnTo>
                <a:lnTo>
                  <a:pt x="7223" y="6133"/>
                </a:lnTo>
                <a:lnTo>
                  <a:pt x="7223" y="6134"/>
                </a:lnTo>
                <a:lnTo>
                  <a:pt x="7223" y="6136"/>
                </a:lnTo>
                <a:lnTo>
                  <a:pt x="7223" y="6137"/>
                </a:lnTo>
                <a:lnTo>
                  <a:pt x="7224" y="6137"/>
                </a:lnTo>
                <a:lnTo>
                  <a:pt x="7224" y="6138"/>
                </a:lnTo>
                <a:lnTo>
                  <a:pt x="7223" y="6138"/>
                </a:lnTo>
                <a:lnTo>
                  <a:pt x="7222" y="6138"/>
                </a:lnTo>
                <a:lnTo>
                  <a:pt x="7222" y="6137"/>
                </a:lnTo>
                <a:lnTo>
                  <a:pt x="7221" y="6137"/>
                </a:lnTo>
                <a:lnTo>
                  <a:pt x="7220" y="6138"/>
                </a:lnTo>
                <a:lnTo>
                  <a:pt x="7220" y="6139"/>
                </a:lnTo>
                <a:lnTo>
                  <a:pt x="7219" y="6139"/>
                </a:lnTo>
                <a:lnTo>
                  <a:pt x="7219" y="6141"/>
                </a:lnTo>
                <a:lnTo>
                  <a:pt x="7219" y="6142"/>
                </a:lnTo>
                <a:lnTo>
                  <a:pt x="7219" y="6144"/>
                </a:lnTo>
                <a:lnTo>
                  <a:pt x="7218" y="6145"/>
                </a:lnTo>
                <a:lnTo>
                  <a:pt x="7219" y="6146"/>
                </a:lnTo>
                <a:lnTo>
                  <a:pt x="7219" y="6147"/>
                </a:lnTo>
                <a:lnTo>
                  <a:pt x="7218" y="6148"/>
                </a:lnTo>
                <a:lnTo>
                  <a:pt x="7217" y="6148"/>
                </a:lnTo>
                <a:lnTo>
                  <a:pt x="7216" y="6149"/>
                </a:lnTo>
                <a:lnTo>
                  <a:pt x="7216" y="6150"/>
                </a:lnTo>
                <a:lnTo>
                  <a:pt x="7215" y="6150"/>
                </a:lnTo>
                <a:lnTo>
                  <a:pt x="7214" y="6150"/>
                </a:lnTo>
                <a:lnTo>
                  <a:pt x="7213" y="6149"/>
                </a:lnTo>
                <a:lnTo>
                  <a:pt x="7214" y="6149"/>
                </a:lnTo>
                <a:lnTo>
                  <a:pt x="7214" y="6148"/>
                </a:lnTo>
                <a:lnTo>
                  <a:pt x="7212" y="6145"/>
                </a:lnTo>
                <a:lnTo>
                  <a:pt x="7212" y="6144"/>
                </a:lnTo>
                <a:lnTo>
                  <a:pt x="7213" y="6143"/>
                </a:lnTo>
                <a:lnTo>
                  <a:pt x="7214" y="6142"/>
                </a:lnTo>
                <a:lnTo>
                  <a:pt x="7216" y="6140"/>
                </a:lnTo>
                <a:lnTo>
                  <a:pt x="7216" y="6139"/>
                </a:lnTo>
                <a:lnTo>
                  <a:pt x="7217" y="6138"/>
                </a:lnTo>
                <a:lnTo>
                  <a:pt x="7217" y="6137"/>
                </a:lnTo>
                <a:lnTo>
                  <a:pt x="7218" y="6136"/>
                </a:lnTo>
                <a:lnTo>
                  <a:pt x="7217" y="6136"/>
                </a:lnTo>
                <a:lnTo>
                  <a:pt x="7217" y="6135"/>
                </a:lnTo>
                <a:lnTo>
                  <a:pt x="7217" y="6134"/>
                </a:lnTo>
                <a:lnTo>
                  <a:pt x="7218" y="6133"/>
                </a:lnTo>
                <a:lnTo>
                  <a:pt x="7219" y="6133"/>
                </a:lnTo>
                <a:lnTo>
                  <a:pt x="7219" y="6132"/>
                </a:lnTo>
                <a:lnTo>
                  <a:pt x="7220" y="6133"/>
                </a:lnTo>
                <a:lnTo>
                  <a:pt x="7220" y="6132"/>
                </a:lnTo>
                <a:lnTo>
                  <a:pt x="7221" y="6132"/>
                </a:lnTo>
                <a:lnTo>
                  <a:pt x="7221" y="6130"/>
                </a:lnTo>
                <a:lnTo>
                  <a:pt x="7221" y="6129"/>
                </a:lnTo>
                <a:lnTo>
                  <a:pt x="7220" y="6129"/>
                </a:lnTo>
                <a:lnTo>
                  <a:pt x="7220" y="6130"/>
                </a:lnTo>
                <a:lnTo>
                  <a:pt x="7220" y="6131"/>
                </a:lnTo>
                <a:lnTo>
                  <a:pt x="7219" y="6132"/>
                </a:lnTo>
                <a:lnTo>
                  <a:pt x="7218" y="6132"/>
                </a:lnTo>
                <a:lnTo>
                  <a:pt x="7219" y="6131"/>
                </a:lnTo>
                <a:lnTo>
                  <a:pt x="7219" y="6130"/>
                </a:lnTo>
                <a:lnTo>
                  <a:pt x="7218" y="6130"/>
                </a:lnTo>
                <a:lnTo>
                  <a:pt x="7218" y="6131"/>
                </a:lnTo>
                <a:lnTo>
                  <a:pt x="7217" y="6132"/>
                </a:lnTo>
                <a:lnTo>
                  <a:pt x="7217" y="6131"/>
                </a:lnTo>
                <a:lnTo>
                  <a:pt x="7217" y="6130"/>
                </a:lnTo>
                <a:lnTo>
                  <a:pt x="7217" y="6129"/>
                </a:lnTo>
                <a:lnTo>
                  <a:pt x="7216" y="6129"/>
                </a:lnTo>
                <a:lnTo>
                  <a:pt x="7214" y="6127"/>
                </a:lnTo>
                <a:lnTo>
                  <a:pt x="7214" y="6126"/>
                </a:lnTo>
                <a:lnTo>
                  <a:pt x="7215" y="6124"/>
                </a:lnTo>
                <a:lnTo>
                  <a:pt x="7216" y="6123"/>
                </a:lnTo>
                <a:lnTo>
                  <a:pt x="7215" y="6124"/>
                </a:lnTo>
                <a:lnTo>
                  <a:pt x="7214" y="6125"/>
                </a:lnTo>
                <a:lnTo>
                  <a:pt x="7214" y="6126"/>
                </a:lnTo>
                <a:lnTo>
                  <a:pt x="7214" y="6128"/>
                </a:lnTo>
                <a:lnTo>
                  <a:pt x="7212" y="6129"/>
                </a:lnTo>
                <a:lnTo>
                  <a:pt x="7211" y="6128"/>
                </a:lnTo>
                <a:lnTo>
                  <a:pt x="7209" y="6127"/>
                </a:lnTo>
                <a:lnTo>
                  <a:pt x="7207" y="6126"/>
                </a:lnTo>
                <a:lnTo>
                  <a:pt x="7206" y="6126"/>
                </a:lnTo>
                <a:lnTo>
                  <a:pt x="7206" y="6125"/>
                </a:lnTo>
                <a:lnTo>
                  <a:pt x="7205" y="6124"/>
                </a:lnTo>
                <a:lnTo>
                  <a:pt x="7205" y="6123"/>
                </a:lnTo>
                <a:lnTo>
                  <a:pt x="7204" y="6123"/>
                </a:lnTo>
                <a:lnTo>
                  <a:pt x="7203" y="6124"/>
                </a:lnTo>
                <a:lnTo>
                  <a:pt x="7204" y="6123"/>
                </a:lnTo>
                <a:lnTo>
                  <a:pt x="7204" y="6124"/>
                </a:lnTo>
                <a:lnTo>
                  <a:pt x="7205" y="6125"/>
                </a:lnTo>
                <a:lnTo>
                  <a:pt x="7205" y="6126"/>
                </a:lnTo>
                <a:lnTo>
                  <a:pt x="7206" y="6126"/>
                </a:lnTo>
                <a:lnTo>
                  <a:pt x="7206" y="6127"/>
                </a:lnTo>
                <a:lnTo>
                  <a:pt x="7205" y="6129"/>
                </a:lnTo>
                <a:lnTo>
                  <a:pt x="7204" y="6132"/>
                </a:lnTo>
                <a:lnTo>
                  <a:pt x="7203" y="6133"/>
                </a:lnTo>
                <a:lnTo>
                  <a:pt x="7203" y="6134"/>
                </a:lnTo>
                <a:lnTo>
                  <a:pt x="7203" y="6135"/>
                </a:lnTo>
                <a:lnTo>
                  <a:pt x="7203" y="6136"/>
                </a:lnTo>
                <a:lnTo>
                  <a:pt x="7203" y="6137"/>
                </a:lnTo>
                <a:lnTo>
                  <a:pt x="7204" y="6138"/>
                </a:lnTo>
                <a:lnTo>
                  <a:pt x="7205" y="6139"/>
                </a:lnTo>
                <a:lnTo>
                  <a:pt x="7206" y="6140"/>
                </a:lnTo>
                <a:lnTo>
                  <a:pt x="7206" y="6141"/>
                </a:lnTo>
                <a:lnTo>
                  <a:pt x="7207" y="6141"/>
                </a:lnTo>
                <a:lnTo>
                  <a:pt x="7207" y="6142"/>
                </a:lnTo>
                <a:lnTo>
                  <a:pt x="7206" y="6142"/>
                </a:lnTo>
                <a:lnTo>
                  <a:pt x="7204" y="6144"/>
                </a:lnTo>
                <a:lnTo>
                  <a:pt x="7203" y="6144"/>
                </a:lnTo>
                <a:lnTo>
                  <a:pt x="7203" y="6145"/>
                </a:lnTo>
                <a:lnTo>
                  <a:pt x="7202" y="6145"/>
                </a:lnTo>
                <a:lnTo>
                  <a:pt x="7201" y="6146"/>
                </a:lnTo>
                <a:lnTo>
                  <a:pt x="7200" y="6147"/>
                </a:lnTo>
                <a:lnTo>
                  <a:pt x="7199" y="6149"/>
                </a:lnTo>
                <a:lnTo>
                  <a:pt x="7198" y="6149"/>
                </a:lnTo>
                <a:lnTo>
                  <a:pt x="7198" y="6150"/>
                </a:lnTo>
                <a:lnTo>
                  <a:pt x="7197" y="6151"/>
                </a:lnTo>
                <a:lnTo>
                  <a:pt x="7196" y="6153"/>
                </a:lnTo>
                <a:lnTo>
                  <a:pt x="7195" y="6155"/>
                </a:lnTo>
                <a:lnTo>
                  <a:pt x="7195" y="6157"/>
                </a:lnTo>
                <a:lnTo>
                  <a:pt x="7194" y="6159"/>
                </a:lnTo>
                <a:lnTo>
                  <a:pt x="7194" y="6161"/>
                </a:lnTo>
                <a:lnTo>
                  <a:pt x="7194" y="6163"/>
                </a:lnTo>
                <a:lnTo>
                  <a:pt x="7194" y="6166"/>
                </a:lnTo>
                <a:lnTo>
                  <a:pt x="7194" y="6167"/>
                </a:lnTo>
                <a:lnTo>
                  <a:pt x="7194" y="6169"/>
                </a:lnTo>
                <a:lnTo>
                  <a:pt x="7195" y="6170"/>
                </a:lnTo>
                <a:lnTo>
                  <a:pt x="7195" y="6171"/>
                </a:lnTo>
                <a:lnTo>
                  <a:pt x="7196" y="6172"/>
                </a:lnTo>
                <a:lnTo>
                  <a:pt x="7196" y="6173"/>
                </a:lnTo>
                <a:lnTo>
                  <a:pt x="7197" y="6174"/>
                </a:lnTo>
                <a:lnTo>
                  <a:pt x="7198" y="6175"/>
                </a:lnTo>
                <a:lnTo>
                  <a:pt x="7199" y="6175"/>
                </a:lnTo>
                <a:lnTo>
                  <a:pt x="7198" y="6176"/>
                </a:lnTo>
                <a:lnTo>
                  <a:pt x="7197" y="6177"/>
                </a:lnTo>
                <a:lnTo>
                  <a:pt x="7197" y="6178"/>
                </a:lnTo>
                <a:lnTo>
                  <a:pt x="7196" y="6179"/>
                </a:lnTo>
                <a:lnTo>
                  <a:pt x="7196" y="6180"/>
                </a:lnTo>
                <a:lnTo>
                  <a:pt x="7196" y="6181"/>
                </a:lnTo>
                <a:lnTo>
                  <a:pt x="7196" y="6182"/>
                </a:lnTo>
                <a:lnTo>
                  <a:pt x="7195" y="6182"/>
                </a:lnTo>
                <a:lnTo>
                  <a:pt x="7195" y="6181"/>
                </a:lnTo>
                <a:lnTo>
                  <a:pt x="7194" y="6182"/>
                </a:lnTo>
                <a:lnTo>
                  <a:pt x="7194" y="6183"/>
                </a:lnTo>
                <a:lnTo>
                  <a:pt x="7194" y="6184"/>
                </a:lnTo>
                <a:lnTo>
                  <a:pt x="7193" y="6186"/>
                </a:lnTo>
                <a:lnTo>
                  <a:pt x="7192" y="6186"/>
                </a:lnTo>
                <a:lnTo>
                  <a:pt x="7191" y="6187"/>
                </a:lnTo>
                <a:lnTo>
                  <a:pt x="7191" y="6188"/>
                </a:lnTo>
                <a:lnTo>
                  <a:pt x="7191" y="6190"/>
                </a:lnTo>
                <a:lnTo>
                  <a:pt x="7191" y="6191"/>
                </a:lnTo>
                <a:lnTo>
                  <a:pt x="7191" y="6192"/>
                </a:lnTo>
                <a:lnTo>
                  <a:pt x="7190" y="6192"/>
                </a:lnTo>
                <a:lnTo>
                  <a:pt x="7190" y="6191"/>
                </a:lnTo>
                <a:lnTo>
                  <a:pt x="7189" y="6190"/>
                </a:lnTo>
                <a:lnTo>
                  <a:pt x="7189" y="6189"/>
                </a:lnTo>
                <a:lnTo>
                  <a:pt x="7190" y="6188"/>
                </a:lnTo>
                <a:lnTo>
                  <a:pt x="7189" y="6187"/>
                </a:lnTo>
                <a:lnTo>
                  <a:pt x="7191" y="6187"/>
                </a:lnTo>
                <a:lnTo>
                  <a:pt x="7191" y="6186"/>
                </a:lnTo>
                <a:lnTo>
                  <a:pt x="7191" y="6184"/>
                </a:lnTo>
                <a:lnTo>
                  <a:pt x="7189" y="6182"/>
                </a:lnTo>
                <a:lnTo>
                  <a:pt x="7189" y="6181"/>
                </a:lnTo>
                <a:lnTo>
                  <a:pt x="7190" y="6180"/>
                </a:lnTo>
                <a:lnTo>
                  <a:pt x="7190" y="6179"/>
                </a:lnTo>
                <a:lnTo>
                  <a:pt x="7190" y="6178"/>
                </a:lnTo>
                <a:lnTo>
                  <a:pt x="7191" y="6177"/>
                </a:lnTo>
                <a:lnTo>
                  <a:pt x="7191" y="6176"/>
                </a:lnTo>
                <a:lnTo>
                  <a:pt x="7192" y="6176"/>
                </a:lnTo>
                <a:lnTo>
                  <a:pt x="7193" y="6175"/>
                </a:lnTo>
                <a:lnTo>
                  <a:pt x="7193" y="6172"/>
                </a:lnTo>
                <a:lnTo>
                  <a:pt x="7193" y="6170"/>
                </a:lnTo>
                <a:lnTo>
                  <a:pt x="7192" y="6168"/>
                </a:lnTo>
                <a:lnTo>
                  <a:pt x="7191" y="6168"/>
                </a:lnTo>
                <a:lnTo>
                  <a:pt x="7191" y="6167"/>
                </a:lnTo>
                <a:lnTo>
                  <a:pt x="7191" y="6166"/>
                </a:lnTo>
                <a:lnTo>
                  <a:pt x="7191" y="6165"/>
                </a:lnTo>
                <a:lnTo>
                  <a:pt x="7190" y="6165"/>
                </a:lnTo>
                <a:lnTo>
                  <a:pt x="7189" y="6164"/>
                </a:lnTo>
                <a:lnTo>
                  <a:pt x="7189" y="6163"/>
                </a:lnTo>
                <a:lnTo>
                  <a:pt x="7190" y="6163"/>
                </a:lnTo>
                <a:lnTo>
                  <a:pt x="7190" y="6162"/>
                </a:lnTo>
                <a:lnTo>
                  <a:pt x="7189" y="6162"/>
                </a:lnTo>
                <a:lnTo>
                  <a:pt x="7189" y="6161"/>
                </a:lnTo>
                <a:lnTo>
                  <a:pt x="7188" y="6160"/>
                </a:lnTo>
                <a:lnTo>
                  <a:pt x="7187" y="6159"/>
                </a:lnTo>
                <a:lnTo>
                  <a:pt x="7186" y="6159"/>
                </a:lnTo>
                <a:lnTo>
                  <a:pt x="7185" y="6159"/>
                </a:lnTo>
                <a:lnTo>
                  <a:pt x="7183" y="6159"/>
                </a:lnTo>
                <a:lnTo>
                  <a:pt x="7182" y="6159"/>
                </a:lnTo>
                <a:lnTo>
                  <a:pt x="7182" y="6158"/>
                </a:lnTo>
                <a:lnTo>
                  <a:pt x="7183" y="6158"/>
                </a:lnTo>
                <a:lnTo>
                  <a:pt x="7183" y="6157"/>
                </a:lnTo>
                <a:lnTo>
                  <a:pt x="7183" y="6156"/>
                </a:lnTo>
                <a:lnTo>
                  <a:pt x="7182" y="6155"/>
                </a:lnTo>
                <a:lnTo>
                  <a:pt x="7182" y="6156"/>
                </a:lnTo>
                <a:lnTo>
                  <a:pt x="7182" y="6157"/>
                </a:lnTo>
                <a:lnTo>
                  <a:pt x="7181" y="6157"/>
                </a:lnTo>
                <a:lnTo>
                  <a:pt x="7179" y="6156"/>
                </a:lnTo>
                <a:lnTo>
                  <a:pt x="7178" y="6156"/>
                </a:lnTo>
                <a:lnTo>
                  <a:pt x="7178" y="6155"/>
                </a:lnTo>
                <a:lnTo>
                  <a:pt x="7177" y="6155"/>
                </a:lnTo>
                <a:lnTo>
                  <a:pt x="7175" y="6155"/>
                </a:lnTo>
                <a:lnTo>
                  <a:pt x="7173" y="6154"/>
                </a:lnTo>
                <a:lnTo>
                  <a:pt x="7172" y="6153"/>
                </a:lnTo>
                <a:lnTo>
                  <a:pt x="7171" y="6153"/>
                </a:lnTo>
                <a:lnTo>
                  <a:pt x="7170" y="6153"/>
                </a:lnTo>
                <a:lnTo>
                  <a:pt x="7168" y="6153"/>
                </a:lnTo>
                <a:lnTo>
                  <a:pt x="7168" y="6154"/>
                </a:lnTo>
                <a:lnTo>
                  <a:pt x="7167" y="6153"/>
                </a:lnTo>
                <a:lnTo>
                  <a:pt x="7166" y="6154"/>
                </a:lnTo>
                <a:lnTo>
                  <a:pt x="7164" y="6154"/>
                </a:lnTo>
                <a:lnTo>
                  <a:pt x="7163" y="6154"/>
                </a:lnTo>
                <a:lnTo>
                  <a:pt x="7162" y="6154"/>
                </a:lnTo>
                <a:lnTo>
                  <a:pt x="7162" y="6153"/>
                </a:lnTo>
                <a:lnTo>
                  <a:pt x="7161" y="6153"/>
                </a:lnTo>
                <a:lnTo>
                  <a:pt x="7160" y="6153"/>
                </a:lnTo>
                <a:lnTo>
                  <a:pt x="7160" y="6152"/>
                </a:lnTo>
                <a:lnTo>
                  <a:pt x="7159" y="6152"/>
                </a:lnTo>
                <a:lnTo>
                  <a:pt x="7159" y="6151"/>
                </a:lnTo>
                <a:lnTo>
                  <a:pt x="7158" y="6151"/>
                </a:lnTo>
                <a:lnTo>
                  <a:pt x="7157" y="6150"/>
                </a:lnTo>
                <a:lnTo>
                  <a:pt x="7156" y="6150"/>
                </a:lnTo>
                <a:lnTo>
                  <a:pt x="7155" y="6150"/>
                </a:lnTo>
                <a:lnTo>
                  <a:pt x="7154" y="6150"/>
                </a:lnTo>
                <a:lnTo>
                  <a:pt x="7154" y="6151"/>
                </a:lnTo>
                <a:lnTo>
                  <a:pt x="7153" y="6151"/>
                </a:lnTo>
                <a:lnTo>
                  <a:pt x="7152" y="6151"/>
                </a:lnTo>
                <a:lnTo>
                  <a:pt x="7151" y="6151"/>
                </a:lnTo>
                <a:lnTo>
                  <a:pt x="7150" y="6152"/>
                </a:lnTo>
                <a:lnTo>
                  <a:pt x="7150" y="6153"/>
                </a:lnTo>
                <a:lnTo>
                  <a:pt x="7151" y="6153"/>
                </a:lnTo>
                <a:lnTo>
                  <a:pt x="7152" y="6152"/>
                </a:lnTo>
                <a:lnTo>
                  <a:pt x="7152" y="6153"/>
                </a:lnTo>
                <a:lnTo>
                  <a:pt x="7153" y="6153"/>
                </a:lnTo>
                <a:lnTo>
                  <a:pt x="7153" y="6154"/>
                </a:lnTo>
                <a:lnTo>
                  <a:pt x="7153" y="6155"/>
                </a:lnTo>
                <a:lnTo>
                  <a:pt x="7154" y="6155"/>
                </a:lnTo>
                <a:lnTo>
                  <a:pt x="7155" y="6156"/>
                </a:lnTo>
                <a:lnTo>
                  <a:pt x="7156" y="6156"/>
                </a:lnTo>
                <a:lnTo>
                  <a:pt x="7157" y="6156"/>
                </a:lnTo>
                <a:lnTo>
                  <a:pt x="7158" y="6156"/>
                </a:lnTo>
                <a:lnTo>
                  <a:pt x="7160" y="6156"/>
                </a:lnTo>
                <a:lnTo>
                  <a:pt x="7161" y="6156"/>
                </a:lnTo>
                <a:lnTo>
                  <a:pt x="7162" y="6156"/>
                </a:lnTo>
                <a:lnTo>
                  <a:pt x="7163" y="6155"/>
                </a:lnTo>
                <a:lnTo>
                  <a:pt x="7164" y="6155"/>
                </a:lnTo>
                <a:lnTo>
                  <a:pt x="7165" y="6156"/>
                </a:lnTo>
                <a:lnTo>
                  <a:pt x="7166" y="6156"/>
                </a:lnTo>
                <a:lnTo>
                  <a:pt x="7167" y="6157"/>
                </a:lnTo>
                <a:lnTo>
                  <a:pt x="7168" y="6158"/>
                </a:lnTo>
                <a:lnTo>
                  <a:pt x="7168" y="6159"/>
                </a:lnTo>
                <a:lnTo>
                  <a:pt x="7168" y="6160"/>
                </a:lnTo>
                <a:lnTo>
                  <a:pt x="7168" y="6161"/>
                </a:lnTo>
                <a:lnTo>
                  <a:pt x="7169" y="6162"/>
                </a:lnTo>
                <a:lnTo>
                  <a:pt x="7170" y="6163"/>
                </a:lnTo>
                <a:lnTo>
                  <a:pt x="7171" y="6164"/>
                </a:lnTo>
                <a:lnTo>
                  <a:pt x="7171" y="6165"/>
                </a:lnTo>
                <a:lnTo>
                  <a:pt x="7170" y="6167"/>
                </a:lnTo>
                <a:lnTo>
                  <a:pt x="7169" y="6168"/>
                </a:lnTo>
                <a:lnTo>
                  <a:pt x="7169" y="6169"/>
                </a:lnTo>
                <a:lnTo>
                  <a:pt x="7169" y="6170"/>
                </a:lnTo>
                <a:lnTo>
                  <a:pt x="7169" y="6171"/>
                </a:lnTo>
                <a:lnTo>
                  <a:pt x="7170" y="6171"/>
                </a:lnTo>
                <a:lnTo>
                  <a:pt x="7171" y="6171"/>
                </a:lnTo>
                <a:lnTo>
                  <a:pt x="7171" y="6172"/>
                </a:lnTo>
                <a:lnTo>
                  <a:pt x="7170" y="6172"/>
                </a:lnTo>
                <a:lnTo>
                  <a:pt x="7169" y="6172"/>
                </a:lnTo>
                <a:lnTo>
                  <a:pt x="7168" y="6172"/>
                </a:lnTo>
                <a:lnTo>
                  <a:pt x="7168" y="6173"/>
                </a:lnTo>
                <a:lnTo>
                  <a:pt x="7167" y="6174"/>
                </a:lnTo>
                <a:lnTo>
                  <a:pt x="7166" y="6174"/>
                </a:lnTo>
                <a:lnTo>
                  <a:pt x="7166" y="6175"/>
                </a:lnTo>
                <a:lnTo>
                  <a:pt x="7166" y="6176"/>
                </a:lnTo>
                <a:lnTo>
                  <a:pt x="7167" y="6177"/>
                </a:lnTo>
                <a:lnTo>
                  <a:pt x="7167" y="6178"/>
                </a:lnTo>
                <a:lnTo>
                  <a:pt x="7167" y="6179"/>
                </a:lnTo>
                <a:lnTo>
                  <a:pt x="7166" y="6180"/>
                </a:lnTo>
                <a:lnTo>
                  <a:pt x="7165" y="6180"/>
                </a:lnTo>
                <a:lnTo>
                  <a:pt x="7164" y="6181"/>
                </a:lnTo>
                <a:lnTo>
                  <a:pt x="7163" y="6183"/>
                </a:lnTo>
                <a:lnTo>
                  <a:pt x="7162" y="6186"/>
                </a:lnTo>
                <a:lnTo>
                  <a:pt x="7162" y="6187"/>
                </a:lnTo>
                <a:lnTo>
                  <a:pt x="7161" y="6187"/>
                </a:lnTo>
                <a:lnTo>
                  <a:pt x="7160" y="6187"/>
                </a:lnTo>
                <a:lnTo>
                  <a:pt x="7159" y="6186"/>
                </a:lnTo>
                <a:lnTo>
                  <a:pt x="7157" y="6184"/>
                </a:lnTo>
                <a:lnTo>
                  <a:pt x="7156" y="6184"/>
                </a:lnTo>
                <a:lnTo>
                  <a:pt x="7155" y="6184"/>
                </a:lnTo>
                <a:lnTo>
                  <a:pt x="7155" y="6185"/>
                </a:lnTo>
                <a:lnTo>
                  <a:pt x="7156" y="6185"/>
                </a:lnTo>
                <a:lnTo>
                  <a:pt x="7157" y="6186"/>
                </a:lnTo>
                <a:lnTo>
                  <a:pt x="7158" y="6186"/>
                </a:lnTo>
                <a:lnTo>
                  <a:pt x="7159" y="6186"/>
                </a:lnTo>
                <a:lnTo>
                  <a:pt x="7159" y="6187"/>
                </a:lnTo>
                <a:lnTo>
                  <a:pt x="7160" y="6188"/>
                </a:lnTo>
                <a:lnTo>
                  <a:pt x="7160" y="6189"/>
                </a:lnTo>
                <a:lnTo>
                  <a:pt x="7161" y="6190"/>
                </a:lnTo>
                <a:lnTo>
                  <a:pt x="7162" y="6191"/>
                </a:lnTo>
                <a:lnTo>
                  <a:pt x="7163" y="6191"/>
                </a:lnTo>
                <a:lnTo>
                  <a:pt x="7163" y="6190"/>
                </a:lnTo>
                <a:lnTo>
                  <a:pt x="7164" y="6190"/>
                </a:lnTo>
                <a:lnTo>
                  <a:pt x="7165" y="6189"/>
                </a:lnTo>
                <a:lnTo>
                  <a:pt x="7165" y="6190"/>
                </a:lnTo>
                <a:lnTo>
                  <a:pt x="7166" y="6190"/>
                </a:lnTo>
                <a:lnTo>
                  <a:pt x="7168" y="6189"/>
                </a:lnTo>
                <a:lnTo>
                  <a:pt x="7168" y="6188"/>
                </a:lnTo>
                <a:lnTo>
                  <a:pt x="7167" y="6188"/>
                </a:lnTo>
                <a:lnTo>
                  <a:pt x="7168" y="6187"/>
                </a:lnTo>
                <a:lnTo>
                  <a:pt x="7169" y="6188"/>
                </a:lnTo>
                <a:lnTo>
                  <a:pt x="7170" y="6188"/>
                </a:lnTo>
                <a:lnTo>
                  <a:pt x="7170" y="6187"/>
                </a:lnTo>
                <a:lnTo>
                  <a:pt x="7170" y="6186"/>
                </a:lnTo>
                <a:lnTo>
                  <a:pt x="7171" y="6185"/>
                </a:lnTo>
                <a:lnTo>
                  <a:pt x="7173" y="6185"/>
                </a:lnTo>
                <a:lnTo>
                  <a:pt x="7173" y="6186"/>
                </a:lnTo>
                <a:lnTo>
                  <a:pt x="7173" y="6187"/>
                </a:lnTo>
                <a:lnTo>
                  <a:pt x="7174" y="6187"/>
                </a:lnTo>
                <a:lnTo>
                  <a:pt x="7175" y="6187"/>
                </a:lnTo>
                <a:lnTo>
                  <a:pt x="7176" y="6187"/>
                </a:lnTo>
                <a:lnTo>
                  <a:pt x="7177" y="6188"/>
                </a:lnTo>
                <a:lnTo>
                  <a:pt x="7178" y="6188"/>
                </a:lnTo>
                <a:lnTo>
                  <a:pt x="7179" y="6188"/>
                </a:lnTo>
                <a:lnTo>
                  <a:pt x="7180" y="6189"/>
                </a:lnTo>
                <a:lnTo>
                  <a:pt x="7180" y="6190"/>
                </a:lnTo>
                <a:lnTo>
                  <a:pt x="7179" y="6190"/>
                </a:lnTo>
                <a:lnTo>
                  <a:pt x="7178" y="6190"/>
                </a:lnTo>
                <a:lnTo>
                  <a:pt x="7178" y="6191"/>
                </a:lnTo>
                <a:lnTo>
                  <a:pt x="7178" y="6192"/>
                </a:lnTo>
                <a:lnTo>
                  <a:pt x="7177" y="6193"/>
                </a:lnTo>
                <a:lnTo>
                  <a:pt x="7177" y="6194"/>
                </a:lnTo>
                <a:lnTo>
                  <a:pt x="7176" y="6194"/>
                </a:lnTo>
                <a:lnTo>
                  <a:pt x="7175" y="6193"/>
                </a:lnTo>
                <a:lnTo>
                  <a:pt x="7174" y="6192"/>
                </a:lnTo>
                <a:lnTo>
                  <a:pt x="7173" y="6192"/>
                </a:lnTo>
                <a:lnTo>
                  <a:pt x="7172" y="6193"/>
                </a:lnTo>
                <a:lnTo>
                  <a:pt x="7171" y="6194"/>
                </a:lnTo>
                <a:lnTo>
                  <a:pt x="7171" y="6195"/>
                </a:lnTo>
                <a:lnTo>
                  <a:pt x="7171" y="6196"/>
                </a:lnTo>
                <a:lnTo>
                  <a:pt x="7171" y="6197"/>
                </a:lnTo>
                <a:lnTo>
                  <a:pt x="7170" y="6197"/>
                </a:lnTo>
                <a:lnTo>
                  <a:pt x="7170" y="6198"/>
                </a:lnTo>
                <a:lnTo>
                  <a:pt x="7170" y="6199"/>
                </a:lnTo>
                <a:lnTo>
                  <a:pt x="7170" y="6200"/>
                </a:lnTo>
                <a:lnTo>
                  <a:pt x="7170" y="6201"/>
                </a:lnTo>
                <a:lnTo>
                  <a:pt x="7170" y="6202"/>
                </a:lnTo>
                <a:lnTo>
                  <a:pt x="7170" y="6203"/>
                </a:lnTo>
                <a:lnTo>
                  <a:pt x="7170" y="6204"/>
                </a:lnTo>
                <a:lnTo>
                  <a:pt x="7171" y="6204"/>
                </a:lnTo>
                <a:lnTo>
                  <a:pt x="7172" y="6204"/>
                </a:lnTo>
                <a:lnTo>
                  <a:pt x="7174" y="6205"/>
                </a:lnTo>
                <a:lnTo>
                  <a:pt x="7174" y="6206"/>
                </a:lnTo>
                <a:lnTo>
                  <a:pt x="7173" y="6207"/>
                </a:lnTo>
                <a:lnTo>
                  <a:pt x="7172" y="6207"/>
                </a:lnTo>
                <a:lnTo>
                  <a:pt x="7171" y="6207"/>
                </a:lnTo>
                <a:lnTo>
                  <a:pt x="7170" y="6207"/>
                </a:lnTo>
                <a:lnTo>
                  <a:pt x="7169" y="6208"/>
                </a:lnTo>
                <a:lnTo>
                  <a:pt x="7168" y="6208"/>
                </a:lnTo>
                <a:lnTo>
                  <a:pt x="7168" y="6207"/>
                </a:lnTo>
                <a:lnTo>
                  <a:pt x="7167" y="6206"/>
                </a:lnTo>
                <a:lnTo>
                  <a:pt x="7166" y="6207"/>
                </a:lnTo>
                <a:lnTo>
                  <a:pt x="7165" y="6206"/>
                </a:lnTo>
                <a:lnTo>
                  <a:pt x="7164" y="6206"/>
                </a:lnTo>
                <a:lnTo>
                  <a:pt x="7162" y="6208"/>
                </a:lnTo>
                <a:lnTo>
                  <a:pt x="7162" y="6209"/>
                </a:lnTo>
                <a:lnTo>
                  <a:pt x="7161" y="6210"/>
                </a:lnTo>
                <a:lnTo>
                  <a:pt x="7161" y="6211"/>
                </a:lnTo>
                <a:lnTo>
                  <a:pt x="7161" y="6212"/>
                </a:lnTo>
                <a:lnTo>
                  <a:pt x="7161" y="6214"/>
                </a:lnTo>
                <a:lnTo>
                  <a:pt x="7161" y="6216"/>
                </a:lnTo>
                <a:lnTo>
                  <a:pt x="7161" y="6217"/>
                </a:lnTo>
                <a:lnTo>
                  <a:pt x="7161" y="6218"/>
                </a:lnTo>
                <a:lnTo>
                  <a:pt x="7162" y="6220"/>
                </a:lnTo>
                <a:lnTo>
                  <a:pt x="7163" y="6220"/>
                </a:lnTo>
                <a:lnTo>
                  <a:pt x="7163" y="6221"/>
                </a:lnTo>
                <a:lnTo>
                  <a:pt x="7164" y="6221"/>
                </a:lnTo>
                <a:lnTo>
                  <a:pt x="7164" y="6220"/>
                </a:lnTo>
                <a:lnTo>
                  <a:pt x="7165" y="6220"/>
                </a:lnTo>
                <a:lnTo>
                  <a:pt x="7166" y="6221"/>
                </a:lnTo>
                <a:lnTo>
                  <a:pt x="7166" y="6220"/>
                </a:lnTo>
                <a:lnTo>
                  <a:pt x="7167" y="6220"/>
                </a:lnTo>
                <a:lnTo>
                  <a:pt x="7167" y="6221"/>
                </a:lnTo>
                <a:lnTo>
                  <a:pt x="7167" y="6222"/>
                </a:lnTo>
                <a:lnTo>
                  <a:pt x="7166" y="6222"/>
                </a:lnTo>
                <a:lnTo>
                  <a:pt x="7166" y="6223"/>
                </a:lnTo>
                <a:lnTo>
                  <a:pt x="7165" y="6223"/>
                </a:lnTo>
                <a:lnTo>
                  <a:pt x="7164" y="6223"/>
                </a:lnTo>
                <a:lnTo>
                  <a:pt x="7164" y="6222"/>
                </a:lnTo>
                <a:lnTo>
                  <a:pt x="7164" y="6221"/>
                </a:lnTo>
                <a:lnTo>
                  <a:pt x="7163" y="6222"/>
                </a:lnTo>
                <a:lnTo>
                  <a:pt x="7161" y="6223"/>
                </a:lnTo>
                <a:lnTo>
                  <a:pt x="7160" y="6223"/>
                </a:lnTo>
                <a:lnTo>
                  <a:pt x="7159" y="6223"/>
                </a:lnTo>
                <a:lnTo>
                  <a:pt x="7158" y="6224"/>
                </a:lnTo>
                <a:lnTo>
                  <a:pt x="7157" y="6224"/>
                </a:lnTo>
                <a:lnTo>
                  <a:pt x="7156" y="6225"/>
                </a:lnTo>
                <a:lnTo>
                  <a:pt x="7154" y="6227"/>
                </a:lnTo>
                <a:lnTo>
                  <a:pt x="7153" y="6227"/>
                </a:lnTo>
                <a:lnTo>
                  <a:pt x="7154" y="6227"/>
                </a:lnTo>
                <a:lnTo>
                  <a:pt x="7154" y="6226"/>
                </a:lnTo>
                <a:lnTo>
                  <a:pt x="7153" y="6225"/>
                </a:lnTo>
                <a:lnTo>
                  <a:pt x="7152" y="6225"/>
                </a:lnTo>
                <a:lnTo>
                  <a:pt x="7152" y="6224"/>
                </a:lnTo>
                <a:lnTo>
                  <a:pt x="7151" y="6224"/>
                </a:lnTo>
                <a:lnTo>
                  <a:pt x="7150" y="6225"/>
                </a:lnTo>
                <a:lnTo>
                  <a:pt x="7149" y="6225"/>
                </a:lnTo>
                <a:lnTo>
                  <a:pt x="7147" y="6226"/>
                </a:lnTo>
                <a:lnTo>
                  <a:pt x="7146" y="6227"/>
                </a:lnTo>
                <a:lnTo>
                  <a:pt x="7145" y="6227"/>
                </a:lnTo>
                <a:lnTo>
                  <a:pt x="7144" y="6227"/>
                </a:lnTo>
                <a:lnTo>
                  <a:pt x="7143" y="6226"/>
                </a:lnTo>
                <a:lnTo>
                  <a:pt x="7144" y="6225"/>
                </a:lnTo>
                <a:lnTo>
                  <a:pt x="7145" y="6225"/>
                </a:lnTo>
                <a:lnTo>
                  <a:pt x="7145" y="6224"/>
                </a:lnTo>
                <a:lnTo>
                  <a:pt x="7146" y="6223"/>
                </a:lnTo>
                <a:lnTo>
                  <a:pt x="7147" y="6222"/>
                </a:lnTo>
                <a:lnTo>
                  <a:pt x="7147" y="6221"/>
                </a:lnTo>
                <a:lnTo>
                  <a:pt x="7148" y="6220"/>
                </a:lnTo>
                <a:lnTo>
                  <a:pt x="7149" y="6219"/>
                </a:lnTo>
                <a:lnTo>
                  <a:pt x="7150" y="6219"/>
                </a:lnTo>
                <a:lnTo>
                  <a:pt x="7151" y="6217"/>
                </a:lnTo>
                <a:lnTo>
                  <a:pt x="7153" y="6214"/>
                </a:lnTo>
                <a:lnTo>
                  <a:pt x="7153" y="6213"/>
                </a:lnTo>
                <a:lnTo>
                  <a:pt x="7152" y="6212"/>
                </a:lnTo>
                <a:lnTo>
                  <a:pt x="7150" y="6206"/>
                </a:lnTo>
                <a:lnTo>
                  <a:pt x="7149" y="6206"/>
                </a:lnTo>
                <a:lnTo>
                  <a:pt x="7148" y="6206"/>
                </a:lnTo>
                <a:lnTo>
                  <a:pt x="7147" y="6206"/>
                </a:lnTo>
                <a:lnTo>
                  <a:pt x="7146" y="6205"/>
                </a:lnTo>
                <a:lnTo>
                  <a:pt x="7146" y="6204"/>
                </a:lnTo>
                <a:lnTo>
                  <a:pt x="7145" y="6204"/>
                </a:lnTo>
                <a:lnTo>
                  <a:pt x="7145" y="6203"/>
                </a:lnTo>
                <a:lnTo>
                  <a:pt x="7145" y="6202"/>
                </a:lnTo>
                <a:lnTo>
                  <a:pt x="7146" y="6201"/>
                </a:lnTo>
                <a:lnTo>
                  <a:pt x="7147" y="6201"/>
                </a:lnTo>
                <a:lnTo>
                  <a:pt x="7147" y="6200"/>
                </a:lnTo>
                <a:lnTo>
                  <a:pt x="7148" y="6199"/>
                </a:lnTo>
                <a:lnTo>
                  <a:pt x="7148" y="6198"/>
                </a:lnTo>
                <a:lnTo>
                  <a:pt x="7148" y="6197"/>
                </a:lnTo>
                <a:lnTo>
                  <a:pt x="7148" y="6196"/>
                </a:lnTo>
                <a:lnTo>
                  <a:pt x="7147" y="6195"/>
                </a:lnTo>
                <a:lnTo>
                  <a:pt x="7146" y="6194"/>
                </a:lnTo>
                <a:lnTo>
                  <a:pt x="7145" y="6192"/>
                </a:lnTo>
                <a:lnTo>
                  <a:pt x="7145" y="6191"/>
                </a:lnTo>
                <a:lnTo>
                  <a:pt x="7146" y="6190"/>
                </a:lnTo>
                <a:lnTo>
                  <a:pt x="7148" y="6188"/>
                </a:lnTo>
                <a:lnTo>
                  <a:pt x="7149" y="6187"/>
                </a:lnTo>
                <a:lnTo>
                  <a:pt x="7148" y="6187"/>
                </a:lnTo>
                <a:lnTo>
                  <a:pt x="7149" y="6186"/>
                </a:lnTo>
                <a:lnTo>
                  <a:pt x="7149" y="6185"/>
                </a:lnTo>
                <a:lnTo>
                  <a:pt x="7150" y="6184"/>
                </a:lnTo>
                <a:lnTo>
                  <a:pt x="7151" y="6183"/>
                </a:lnTo>
                <a:lnTo>
                  <a:pt x="7152" y="6183"/>
                </a:lnTo>
                <a:lnTo>
                  <a:pt x="7153" y="6183"/>
                </a:lnTo>
                <a:lnTo>
                  <a:pt x="7153" y="6184"/>
                </a:lnTo>
                <a:lnTo>
                  <a:pt x="7154" y="6185"/>
                </a:lnTo>
                <a:lnTo>
                  <a:pt x="7155" y="6185"/>
                </a:lnTo>
                <a:lnTo>
                  <a:pt x="7155" y="6184"/>
                </a:lnTo>
                <a:lnTo>
                  <a:pt x="7154" y="6183"/>
                </a:lnTo>
                <a:lnTo>
                  <a:pt x="7153" y="6182"/>
                </a:lnTo>
                <a:lnTo>
                  <a:pt x="7151" y="6182"/>
                </a:lnTo>
                <a:lnTo>
                  <a:pt x="7151" y="6183"/>
                </a:lnTo>
                <a:lnTo>
                  <a:pt x="7150" y="6183"/>
                </a:lnTo>
                <a:lnTo>
                  <a:pt x="7150" y="6184"/>
                </a:lnTo>
                <a:lnTo>
                  <a:pt x="7148" y="6185"/>
                </a:lnTo>
                <a:lnTo>
                  <a:pt x="7147" y="6186"/>
                </a:lnTo>
                <a:lnTo>
                  <a:pt x="7147" y="6187"/>
                </a:lnTo>
                <a:lnTo>
                  <a:pt x="7145" y="6189"/>
                </a:lnTo>
                <a:lnTo>
                  <a:pt x="7145" y="6190"/>
                </a:lnTo>
                <a:lnTo>
                  <a:pt x="7144" y="6190"/>
                </a:lnTo>
                <a:lnTo>
                  <a:pt x="7143" y="6190"/>
                </a:lnTo>
                <a:lnTo>
                  <a:pt x="7142" y="6191"/>
                </a:lnTo>
                <a:lnTo>
                  <a:pt x="7141" y="6191"/>
                </a:lnTo>
                <a:lnTo>
                  <a:pt x="7140" y="6191"/>
                </a:lnTo>
                <a:lnTo>
                  <a:pt x="7139" y="6190"/>
                </a:lnTo>
                <a:lnTo>
                  <a:pt x="7138" y="6190"/>
                </a:lnTo>
                <a:lnTo>
                  <a:pt x="7138" y="6191"/>
                </a:lnTo>
                <a:lnTo>
                  <a:pt x="7139" y="6192"/>
                </a:lnTo>
                <a:lnTo>
                  <a:pt x="7138" y="6193"/>
                </a:lnTo>
                <a:lnTo>
                  <a:pt x="7137" y="6193"/>
                </a:lnTo>
                <a:lnTo>
                  <a:pt x="7134" y="6194"/>
                </a:lnTo>
                <a:lnTo>
                  <a:pt x="7132" y="6195"/>
                </a:lnTo>
                <a:lnTo>
                  <a:pt x="7132" y="6196"/>
                </a:lnTo>
                <a:lnTo>
                  <a:pt x="7132" y="6197"/>
                </a:lnTo>
                <a:lnTo>
                  <a:pt x="7132" y="6198"/>
                </a:lnTo>
                <a:lnTo>
                  <a:pt x="7131" y="6200"/>
                </a:lnTo>
                <a:lnTo>
                  <a:pt x="7132" y="6201"/>
                </a:lnTo>
                <a:lnTo>
                  <a:pt x="7133" y="6203"/>
                </a:lnTo>
                <a:lnTo>
                  <a:pt x="7133" y="6204"/>
                </a:lnTo>
                <a:lnTo>
                  <a:pt x="7133" y="6205"/>
                </a:lnTo>
                <a:lnTo>
                  <a:pt x="7133" y="6206"/>
                </a:lnTo>
                <a:lnTo>
                  <a:pt x="7134" y="6206"/>
                </a:lnTo>
                <a:lnTo>
                  <a:pt x="7133" y="6207"/>
                </a:lnTo>
                <a:lnTo>
                  <a:pt x="7132" y="6207"/>
                </a:lnTo>
                <a:lnTo>
                  <a:pt x="7132" y="6208"/>
                </a:lnTo>
                <a:lnTo>
                  <a:pt x="7132" y="6209"/>
                </a:lnTo>
                <a:lnTo>
                  <a:pt x="7132" y="6210"/>
                </a:lnTo>
                <a:lnTo>
                  <a:pt x="7132" y="6212"/>
                </a:lnTo>
                <a:lnTo>
                  <a:pt x="7133" y="6212"/>
                </a:lnTo>
                <a:lnTo>
                  <a:pt x="7133" y="6213"/>
                </a:lnTo>
                <a:lnTo>
                  <a:pt x="7133" y="6214"/>
                </a:lnTo>
                <a:lnTo>
                  <a:pt x="7134" y="6214"/>
                </a:lnTo>
                <a:lnTo>
                  <a:pt x="7134" y="6215"/>
                </a:lnTo>
                <a:lnTo>
                  <a:pt x="7135" y="6215"/>
                </a:lnTo>
                <a:lnTo>
                  <a:pt x="7135" y="6217"/>
                </a:lnTo>
                <a:lnTo>
                  <a:pt x="7134" y="6218"/>
                </a:lnTo>
                <a:lnTo>
                  <a:pt x="7133" y="6218"/>
                </a:lnTo>
                <a:lnTo>
                  <a:pt x="7132" y="6218"/>
                </a:lnTo>
                <a:lnTo>
                  <a:pt x="7131" y="6218"/>
                </a:lnTo>
                <a:lnTo>
                  <a:pt x="7130" y="6220"/>
                </a:lnTo>
                <a:lnTo>
                  <a:pt x="7131" y="6220"/>
                </a:lnTo>
                <a:lnTo>
                  <a:pt x="7131" y="6221"/>
                </a:lnTo>
                <a:lnTo>
                  <a:pt x="7130" y="6222"/>
                </a:lnTo>
                <a:lnTo>
                  <a:pt x="7129" y="6222"/>
                </a:lnTo>
                <a:lnTo>
                  <a:pt x="7127" y="6223"/>
                </a:lnTo>
                <a:lnTo>
                  <a:pt x="7126" y="6223"/>
                </a:lnTo>
                <a:lnTo>
                  <a:pt x="7126" y="6222"/>
                </a:lnTo>
                <a:lnTo>
                  <a:pt x="7127" y="6222"/>
                </a:lnTo>
                <a:lnTo>
                  <a:pt x="7127" y="6221"/>
                </a:lnTo>
                <a:lnTo>
                  <a:pt x="7127" y="6220"/>
                </a:lnTo>
                <a:lnTo>
                  <a:pt x="7126" y="6220"/>
                </a:lnTo>
                <a:lnTo>
                  <a:pt x="7126" y="6218"/>
                </a:lnTo>
                <a:lnTo>
                  <a:pt x="7126" y="6217"/>
                </a:lnTo>
                <a:lnTo>
                  <a:pt x="7127" y="6216"/>
                </a:lnTo>
                <a:lnTo>
                  <a:pt x="7127" y="6215"/>
                </a:lnTo>
                <a:lnTo>
                  <a:pt x="7127" y="6213"/>
                </a:lnTo>
                <a:lnTo>
                  <a:pt x="7127" y="6212"/>
                </a:lnTo>
                <a:lnTo>
                  <a:pt x="7128" y="6211"/>
                </a:lnTo>
                <a:lnTo>
                  <a:pt x="7128" y="6209"/>
                </a:lnTo>
                <a:lnTo>
                  <a:pt x="7127" y="6207"/>
                </a:lnTo>
                <a:lnTo>
                  <a:pt x="7126" y="6207"/>
                </a:lnTo>
                <a:lnTo>
                  <a:pt x="7125" y="6206"/>
                </a:lnTo>
                <a:lnTo>
                  <a:pt x="7124" y="6206"/>
                </a:lnTo>
                <a:lnTo>
                  <a:pt x="7125" y="6206"/>
                </a:lnTo>
                <a:lnTo>
                  <a:pt x="7126" y="6207"/>
                </a:lnTo>
                <a:lnTo>
                  <a:pt x="7127" y="6208"/>
                </a:lnTo>
                <a:lnTo>
                  <a:pt x="7127" y="6209"/>
                </a:lnTo>
                <a:lnTo>
                  <a:pt x="7126" y="6209"/>
                </a:lnTo>
                <a:lnTo>
                  <a:pt x="7126" y="6208"/>
                </a:lnTo>
                <a:lnTo>
                  <a:pt x="7125" y="6208"/>
                </a:lnTo>
                <a:lnTo>
                  <a:pt x="7125" y="6209"/>
                </a:lnTo>
                <a:lnTo>
                  <a:pt x="7125" y="6211"/>
                </a:lnTo>
                <a:lnTo>
                  <a:pt x="7126" y="6211"/>
                </a:lnTo>
                <a:lnTo>
                  <a:pt x="7125" y="6212"/>
                </a:lnTo>
                <a:lnTo>
                  <a:pt x="7124" y="6211"/>
                </a:lnTo>
                <a:lnTo>
                  <a:pt x="7124" y="6210"/>
                </a:lnTo>
                <a:lnTo>
                  <a:pt x="7124" y="6209"/>
                </a:lnTo>
                <a:lnTo>
                  <a:pt x="7123" y="6209"/>
                </a:lnTo>
                <a:lnTo>
                  <a:pt x="7121" y="6208"/>
                </a:lnTo>
                <a:lnTo>
                  <a:pt x="7121" y="6209"/>
                </a:lnTo>
                <a:lnTo>
                  <a:pt x="7122" y="6210"/>
                </a:lnTo>
                <a:lnTo>
                  <a:pt x="7123" y="6210"/>
                </a:lnTo>
                <a:lnTo>
                  <a:pt x="7123" y="6211"/>
                </a:lnTo>
                <a:lnTo>
                  <a:pt x="7123" y="6212"/>
                </a:lnTo>
                <a:lnTo>
                  <a:pt x="7122" y="6212"/>
                </a:lnTo>
                <a:lnTo>
                  <a:pt x="7122" y="6213"/>
                </a:lnTo>
                <a:lnTo>
                  <a:pt x="7123" y="6213"/>
                </a:lnTo>
                <a:lnTo>
                  <a:pt x="7124" y="6214"/>
                </a:lnTo>
                <a:lnTo>
                  <a:pt x="7125" y="6216"/>
                </a:lnTo>
                <a:lnTo>
                  <a:pt x="7125" y="6217"/>
                </a:lnTo>
                <a:lnTo>
                  <a:pt x="7125" y="6219"/>
                </a:lnTo>
                <a:lnTo>
                  <a:pt x="7124" y="6219"/>
                </a:lnTo>
                <a:lnTo>
                  <a:pt x="7123" y="6219"/>
                </a:lnTo>
                <a:lnTo>
                  <a:pt x="7122" y="6220"/>
                </a:lnTo>
                <a:lnTo>
                  <a:pt x="7120" y="6220"/>
                </a:lnTo>
                <a:lnTo>
                  <a:pt x="7119" y="6221"/>
                </a:lnTo>
                <a:lnTo>
                  <a:pt x="7118" y="6221"/>
                </a:lnTo>
                <a:lnTo>
                  <a:pt x="7117" y="6222"/>
                </a:lnTo>
                <a:lnTo>
                  <a:pt x="7115" y="6223"/>
                </a:lnTo>
                <a:lnTo>
                  <a:pt x="7114" y="6224"/>
                </a:lnTo>
                <a:lnTo>
                  <a:pt x="7112" y="6225"/>
                </a:lnTo>
                <a:lnTo>
                  <a:pt x="7111" y="6226"/>
                </a:lnTo>
                <a:lnTo>
                  <a:pt x="7110" y="6228"/>
                </a:lnTo>
                <a:lnTo>
                  <a:pt x="7109" y="6230"/>
                </a:lnTo>
                <a:lnTo>
                  <a:pt x="7108" y="6231"/>
                </a:lnTo>
                <a:lnTo>
                  <a:pt x="7108" y="6232"/>
                </a:lnTo>
                <a:lnTo>
                  <a:pt x="7108" y="6233"/>
                </a:lnTo>
                <a:lnTo>
                  <a:pt x="7107" y="6234"/>
                </a:lnTo>
                <a:lnTo>
                  <a:pt x="7105" y="6234"/>
                </a:lnTo>
                <a:lnTo>
                  <a:pt x="7104" y="6234"/>
                </a:lnTo>
                <a:lnTo>
                  <a:pt x="7104" y="6235"/>
                </a:lnTo>
                <a:lnTo>
                  <a:pt x="7103" y="6235"/>
                </a:lnTo>
                <a:lnTo>
                  <a:pt x="7102" y="6235"/>
                </a:lnTo>
                <a:lnTo>
                  <a:pt x="7102" y="6236"/>
                </a:lnTo>
                <a:lnTo>
                  <a:pt x="7101" y="6237"/>
                </a:lnTo>
                <a:lnTo>
                  <a:pt x="7102" y="6237"/>
                </a:lnTo>
                <a:lnTo>
                  <a:pt x="7102" y="6238"/>
                </a:lnTo>
                <a:lnTo>
                  <a:pt x="7100" y="6238"/>
                </a:lnTo>
                <a:lnTo>
                  <a:pt x="7101" y="6238"/>
                </a:lnTo>
                <a:lnTo>
                  <a:pt x="7100" y="6237"/>
                </a:lnTo>
                <a:lnTo>
                  <a:pt x="7099" y="6237"/>
                </a:lnTo>
                <a:lnTo>
                  <a:pt x="7099" y="6236"/>
                </a:lnTo>
                <a:lnTo>
                  <a:pt x="7100" y="6235"/>
                </a:lnTo>
                <a:lnTo>
                  <a:pt x="7101" y="6235"/>
                </a:lnTo>
                <a:lnTo>
                  <a:pt x="7099" y="6233"/>
                </a:lnTo>
                <a:lnTo>
                  <a:pt x="7099" y="6232"/>
                </a:lnTo>
                <a:lnTo>
                  <a:pt x="7100" y="6231"/>
                </a:lnTo>
                <a:lnTo>
                  <a:pt x="7100" y="6230"/>
                </a:lnTo>
                <a:lnTo>
                  <a:pt x="7100" y="6229"/>
                </a:lnTo>
                <a:lnTo>
                  <a:pt x="7099" y="6229"/>
                </a:lnTo>
                <a:lnTo>
                  <a:pt x="7098" y="6228"/>
                </a:lnTo>
                <a:lnTo>
                  <a:pt x="7098" y="6227"/>
                </a:lnTo>
                <a:lnTo>
                  <a:pt x="7097" y="6226"/>
                </a:lnTo>
                <a:lnTo>
                  <a:pt x="7097" y="6224"/>
                </a:lnTo>
                <a:lnTo>
                  <a:pt x="7097" y="6223"/>
                </a:lnTo>
                <a:lnTo>
                  <a:pt x="7096" y="6223"/>
                </a:lnTo>
                <a:lnTo>
                  <a:pt x="7093" y="6224"/>
                </a:lnTo>
                <a:lnTo>
                  <a:pt x="7092" y="6224"/>
                </a:lnTo>
                <a:lnTo>
                  <a:pt x="7090" y="6224"/>
                </a:lnTo>
                <a:lnTo>
                  <a:pt x="7089" y="6224"/>
                </a:lnTo>
                <a:lnTo>
                  <a:pt x="7089" y="6223"/>
                </a:lnTo>
                <a:lnTo>
                  <a:pt x="7088" y="6224"/>
                </a:lnTo>
                <a:lnTo>
                  <a:pt x="7087" y="6224"/>
                </a:lnTo>
                <a:lnTo>
                  <a:pt x="7087" y="6225"/>
                </a:lnTo>
                <a:lnTo>
                  <a:pt x="7086" y="6225"/>
                </a:lnTo>
                <a:lnTo>
                  <a:pt x="7085" y="6225"/>
                </a:lnTo>
                <a:lnTo>
                  <a:pt x="7082" y="6224"/>
                </a:lnTo>
                <a:lnTo>
                  <a:pt x="7081" y="6223"/>
                </a:lnTo>
                <a:lnTo>
                  <a:pt x="7081" y="6224"/>
                </a:lnTo>
                <a:lnTo>
                  <a:pt x="7080" y="6225"/>
                </a:lnTo>
                <a:lnTo>
                  <a:pt x="7079" y="6226"/>
                </a:lnTo>
                <a:lnTo>
                  <a:pt x="7079" y="6227"/>
                </a:lnTo>
                <a:lnTo>
                  <a:pt x="7077" y="6227"/>
                </a:lnTo>
                <a:lnTo>
                  <a:pt x="7076" y="6228"/>
                </a:lnTo>
                <a:lnTo>
                  <a:pt x="7077" y="6230"/>
                </a:lnTo>
                <a:lnTo>
                  <a:pt x="7078" y="6230"/>
                </a:lnTo>
                <a:lnTo>
                  <a:pt x="7079" y="6230"/>
                </a:lnTo>
                <a:lnTo>
                  <a:pt x="7079" y="6231"/>
                </a:lnTo>
                <a:lnTo>
                  <a:pt x="7079" y="6233"/>
                </a:lnTo>
                <a:lnTo>
                  <a:pt x="7078" y="6234"/>
                </a:lnTo>
                <a:lnTo>
                  <a:pt x="7077" y="6234"/>
                </a:lnTo>
                <a:lnTo>
                  <a:pt x="7077" y="6235"/>
                </a:lnTo>
                <a:lnTo>
                  <a:pt x="7077" y="6237"/>
                </a:lnTo>
                <a:lnTo>
                  <a:pt x="7078" y="6238"/>
                </a:lnTo>
                <a:lnTo>
                  <a:pt x="7078" y="6239"/>
                </a:lnTo>
                <a:lnTo>
                  <a:pt x="7078" y="6240"/>
                </a:lnTo>
                <a:lnTo>
                  <a:pt x="7079" y="6240"/>
                </a:lnTo>
                <a:lnTo>
                  <a:pt x="7079" y="6239"/>
                </a:lnTo>
                <a:lnTo>
                  <a:pt x="7079" y="6238"/>
                </a:lnTo>
                <a:lnTo>
                  <a:pt x="7080" y="6237"/>
                </a:lnTo>
                <a:lnTo>
                  <a:pt x="7081" y="6238"/>
                </a:lnTo>
                <a:lnTo>
                  <a:pt x="7082" y="6238"/>
                </a:lnTo>
                <a:lnTo>
                  <a:pt x="7083" y="6237"/>
                </a:lnTo>
                <a:lnTo>
                  <a:pt x="7084" y="6236"/>
                </a:lnTo>
                <a:lnTo>
                  <a:pt x="7086" y="6236"/>
                </a:lnTo>
                <a:lnTo>
                  <a:pt x="7087" y="6236"/>
                </a:lnTo>
                <a:lnTo>
                  <a:pt x="7088" y="6236"/>
                </a:lnTo>
                <a:lnTo>
                  <a:pt x="7088" y="6237"/>
                </a:lnTo>
                <a:lnTo>
                  <a:pt x="7088" y="6238"/>
                </a:lnTo>
                <a:lnTo>
                  <a:pt x="7087" y="6239"/>
                </a:lnTo>
                <a:lnTo>
                  <a:pt x="7085" y="6240"/>
                </a:lnTo>
                <a:lnTo>
                  <a:pt x="7084" y="6241"/>
                </a:lnTo>
                <a:lnTo>
                  <a:pt x="7084" y="6247"/>
                </a:lnTo>
                <a:lnTo>
                  <a:pt x="7085" y="6247"/>
                </a:lnTo>
                <a:lnTo>
                  <a:pt x="7084" y="6248"/>
                </a:lnTo>
                <a:lnTo>
                  <a:pt x="7083" y="6248"/>
                </a:lnTo>
                <a:lnTo>
                  <a:pt x="7082" y="6248"/>
                </a:lnTo>
                <a:lnTo>
                  <a:pt x="7082" y="6247"/>
                </a:lnTo>
                <a:lnTo>
                  <a:pt x="7081" y="6247"/>
                </a:lnTo>
                <a:lnTo>
                  <a:pt x="7080" y="6247"/>
                </a:lnTo>
                <a:lnTo>
                  <a:pt x="7079" y="6247"/>
                </a:lnTo>
                <a:lnTo>
                  <a:pt x="7078" y="6247"/>
                </a:lnTo>
                <a:lnTo>
                  <a:pt x="7077" y="6247"/>
                </a:lnTo>
                <a:lnTo>
                  <a:pt x="7075" y="6247"/>
                </a:lnTo>
                <a:lnTo>
                  <a:pt x="7074" y="6247"/>
                </a:lnTo>
                <a:lnTo>
                  <a:pt x="7074" y="6246"/>
                </a:lnTo>
                <a:lnTo>
                  <a:pt x="7073" y="6245"/>
                </a:lnTo>
                <a:lnTo>
                  <a:pt x="7072" y="6245"/>
                </a:lnTo>
                <a:lnTo>
                  <a:pt x="7073" y="6244"/>
                </a:lnTo>
                <a:lnTo>
                  <a:pt x="7074" y="6243"/>
                </a:lnTo>
                <a:lnTo>
                  <a:pt x="7076" y="6242"/>
                </a:lnTo>
                <a:lnTo>
                  <a:pt x="7077" y="6242"/>
                </a:lnTo>
                <a:lnTo>
                  <a:pt x="7078" y="6242"/>
                </a:lnTo>
                <a:lnTo>
                  <a:pt x="7078" y="6241"/>
                </a:lnTo>
                <a:lnTo>
                  <a:pt x="7078" y="6242"/>
                </a:lnTo>
                <a:lnTo>
                  <a:pt x="7077" y="6242"/>
                </a:lnTo>
                <a:lnTo>
                  <a:pt x="7076" y="6242"/>
                </a:lnTo>
                <a:lnTo>
                  <a:pt x="7075" y="6242"/>
                </a:lnTo>
                <a:lnTo>
                  <a:pt x="7074" y="6242"/>
                </a:lnTo>
                <a:lnTo>
                  <a:pt x="7074" y="6241"/>
                </a:lnTo>
                <a:lnTo>
                  <a:pt x="7073" y="6243"/>
                </a:lnTo>
                <a:lnTo>
                  <a:pt x="7071" y="6243"/>
                </a:lnTo>
                <a:lnTo>
                  <a:pt x="7070" y="6243"/>
                </a:lnTo>
                <a:lnTo>
                  <a:pt x="7070" y="6241"/>
                </a:lnTo>
                <a:lnTo>
                  <a:pt x="7070" y="6240"/>
                </a:lnTo>
                <a:lnTo>
                  <a:pt x="7069" y="6240"/>
                </a:lnTo>
                <a:lnTo>
                  <a:pt x="7069" y="6241"/>
                </a:lnTo>
                <a:lnTo>
                  <a:pt x="7068" y="6241"/>
                </a:lnTo>
                <a:lnTo>
                  <a:pt x="7064" y="6241"/>
                </a:lnTo>
                <a:lnTo>
                  <a:pt x="7063" y="6241"/>
                </a:lnTo>
                <a:lnTo>
                  <a:pt x="7062" y="6241"/>
                </a:lnTo>
                <a:lnTo>
                  <a:pt x="7063" y="6242"/>
                </a:lnTo>
                <a:lnTo>
                  <a:pt x="7066" y="6243"/>
                </a:lnTo>
                <a:lnTo>
                  <a:pt x="7064" y="6247"/>
                </a:lnTo>
                <a:lnTo>
                  <a:pt x="7062" y="6251"/>
                </a:lnTo>
                <a:lnTo>
                  <a:pt x="7062" y="6253"/>
                </a:lnTo>
                <a:lnTo>
                  <a:pt x="7061" y="6252"/>
                </a:lnTo>
                <a:lnTo>
                  <a:pt x="7060" y="6251"/>
                </a:lnTo>
                <a:lnTo>
                  <a:pt x="7060" y="6252"/>
                </a:lnTo>
                <a:lnTo>
                  <a:pt x="7060" y="6254"/>
                </a:lnTo>
                <a:lnTo>
                  <a:pt x="7061" y="6254"/>
                </a:lnTo>
                <a:lnTo>
                  <a:pt x="7061" y="6255"/>
                </a:lnTo>
                <a:lnTo>
                  <a:pt x="7060" y="6257"/>
                </a:lnTo>
                <a:lnTo>
                  <a:pt x="7061" y="6257"/>
                </a:lnTo>
                <a:lnTo>
                  <a:pt x="7062" y="6258"/>
                </a:lnTo>
                <a:lnTo>
                  <a:pt x="7062" y="6257"/>
                </a:lnTo>
                <a:lnTo>
                  <a:pt x="7063" y="6257"/>
                </a:lnTo>
                <a:lnTo>
                  <a:pt x="7063" y="6258"/>
                </a:lnTo>
                <a:lnTo>
                  <a:pt x="7063" y="6260"/>
                </a:lnTo>
                <a:lnTo>
                  <a:pt x="7062" y="6260"/>
                </a:lnTo>
                <a:lnTo>
                  <a:pt x="7061" y="6260"/>
                </a:lnTo>
                <a:lnTo>
                  <a:pt x="7060" y="6260"/>
                </a:lnTo>
                <a:lnTo>
                  <a:pt x="7059" y="6260"/>
                </a:lnTo>
                <a:lnTo>
                  <a:pt x="7059" y="6261"/>
                </a:lnTo>
                <a:lnTo>
                  <a:pt x="7058" y="6261"/>
                </a:lnTo>
                <a:lnTo>
                  <a:pt x="7056" y="6262"/>
                </a:lnTo>
                <a:lnTo>
                  <a:pt x="7055" y="6262"/>
                </a:lnTo>
                <a:lnTo>
                  <a:pt x="7054" y="6262"/>
                </a:lnTo>
                <a:lnTo>
                  <a:pt x="7054" y="6263"/>
                </a:lnTo>
                <a:lnTo>
                  <a:pt x="7055" y="6263"/>
                </a:lnTo>
                <a:lnTo>
                  <a:pt x="7057" y="6262"/>
                </a:lnTo>
                <a:lnTo>
                  <a:pt x="7059" y="6262"/>
                </a:lnTo>
                <a:lnTo>
                  <a:pt x="7060" y="6262"/>
                </a:lnTo>
                <a:lnTo>
                  <a:pt x="7062" y="6263"/>
                </a:lnTo>
                <a:lnTo>
                  <a:pt x="7062" y="6264"/>
                </a:lnTo>
                <a:lnTo>
                  <a:pt x="7061" y="6265"/>
                </a:lnTo>
                <a:lnTo>
                  <a:pt x="7061" y="6266"/>
                </a:lnTo>
                <a:lnTo>
                  <a:pt x="7061" y="6267"/>
                </a:lnTo>
                <a:lnTo>
                  <a:pt x="7061" y="6268"/>
                </a:lnTo>
                <a:lnTo>
                  <a:pt x="7062" y="6269"/>
                </a:lnTo>
                <a:lnTo>
                  <a:pt x="7063" y="6269"/>
                </a:lnTo>
                <a:lnTo>
                  <a:pt x="7063" y="6270"/>
                </a:lnTo>
                <a:lnTo>
                  <a:pt x="7062" y="6270"/>
                </a:lnTo>
                <a:lnTo>
                  <a:pt x="7062" y="6269"/>
                </a:lnTo>
                <a:lnTo>
                  <a:pt x="7061" y="6269"/>
                </a:lnTo>
                <a:lnTo>
                  <a:pt x="7060" y="6269"/>
                </a:lnTo>
                <a:lnTo>
                  <a:pt x="7059" y="6270"/>
                </a:lnTo>
                <a:lnTo>
                  <a:pt x="7059" y="6271"/>
                </a:lnTo>
                <a:lnTo>
                  <a:pt x="7058" y="6272"/>
                </a:lnTo>
                <a:lnTo>
                  <a:pt x="7058" y="6273"/>
                </a:lnTo>
                <a:lnTo>
                  <a:pt x="7057" y="6274"/>
                </a:lnTo>
                <a:lnTo>
                  <a:pt x="7057" y="6275"/>
                </a:lnTo>
                <a:lnTo>
                  <a:pt x="7057" y="6276"/>
                </a:lnTo>
                <a:lnTo>
                  <a:pt x="7056" y="6276"/>
                </a:lnTo>
                <a:lnTo>
                  <a:pt x="7055" y="6275"/>
                </a:lnTo>
                <a:lnTo>
                  <a:pt x="7054" y="6275"/>
                </a:lnTo>
                <a:lnTo>
                  <a:pt x="7054" y="6274"/>
                </a:lnTo>
                <a:lnTo>
                  <a:pt x="7053" y="6273"/>
                </a:lnTo>
                <a:lnTo>
                  <a:pt x="7052" y="6273"/>
                </a:lnTo>
                <a:lnTo>
                  <a:pt x="7052" y="6275"/>
                </a:lnTo>
                <a:lnTo>
                  <a:pt x="7053" y="6275"/>
                </a:lnTo>
                <a:lnTo>
                  <a:pt x="7053" y="6276"/>
                </a:lnTo>
                <a:lnTo>
                  <a:pt x="7053" y="6277"/>
                </a:lnTo>
                <a:lnTo>
                  <a:pt x="7055" y="6278"/>
                </a:lnTo>
                <a:lnTo>
                  <a:pt x="7055" y="6279"/>
                </a:lnTo>
                <a:lnTo>
                  <a:pt x="7053" y="6280"/>
                </a:lnTo>
                <a:lnTo>
                  <a:pt x="7053" y="6281"/>
                </a:lnTo>
                <a:lnTo>
                  <a:pt x="7052" y="6282"/>
                </a:lnTo>
                <a:lnTo>
                  <a:pt x="7052" y="6283"/>
                </a:lnTo>
                <a:lnTo>
                  <a:pt x="7051" y="6284"/>
                </a:lnTo>
                <a:lnTo>
                  <a:pt x="7051" y="6286"/>
                </a:lnTo>
                <a:lnTo>
                  <a:pt x="7050" y="6287"/>
                </a:lnTo>
                <a:lnTo>
                  <a:pt x="7050" y="6288"/>
                </a:lnTo>
                <a:lnTo>
                  <a:pt x="7049" y="6289"/>
                </a:lnTo>
                <a:lnTo>
                  <a:pt x="7048" y="6290"/>
                </a:lnTo>
                <a:lnTo>
                  <a:pt x="7047" y="6289"/>
                </a:lnTo>
                <a:lnTo>
                  <a:pt x="7047" y="6288"/>
                </a:lnTo>
                <a:lnTo>
                  <a:pt x="7046" y="6288"/>
                </a:lnTo>
                <a:lnTo>
                  <a:pt x="7046" y="6289"/>
                </a:lnTo>
                <a:lnTo>
                  <a:pt x="7046" y="6290"/>
                </a:lnTo>
                <a:lnTo>
                  <a:pt x="7045" y="6291"/>
                </a:lnTo>
                <a:lnTo>
                  <a:pt x="7045" y="6292"/>
                </a:lnTo>
                <a:lnTo>
                  <a:pt x="7045" y="6294"/>
                </a:lnTo>
                <a:lnTo>
                  <a:pt x="7046" y="6294"/>
                </a:lnTo>
                <a:lnTo>
                  <a:pt x="7047" y="6296"/>
                </a:lnTo>
                <a:lnTo>
                  <a:pt x="7048" y="6296"/>
                </a:lnTo>
                <a:lnTo>
                  <a:pt x="7048" y="6297"/>
                </a:lnTo>
                <a:lnTo>
                  <a:pt x="7049" y="6298"/>
                </a:lnTo>
                <a:lnTo>
                  <a:pt x="7049" y="6301"/>
                </a:lnTo>
                <a:lnTo>
                  <a:pt x="7049" y="6303"/>
                </a:lnTo>
                <a:lnTo>
                  <a:pt x="7050" y="6304"/>
                </a:lnTo>
                <a:lnTo>
                  <a:pt x="7050" y="6305"/>
                </a:lnTo>
                <a:lnTo>
                  <a:pt x="7051" y="6306"/>
                </a:lnTo>
                <a:lnTo>
                  <a:pt x="7052" y="6307"/>
                </a:lnTo>
                <a:lnTo>
                  <a:pt x="7053" y="6307"/>
                </a:lnTo>
                <a:lnTo>
                  <a:pt x="7054" y="6306"/>
                </a:lnTo>
                <a:lnTo>
                  <a:pt x="7055" y="6306"/>
                </a:lnTo>
                <a:lnTo>
                  <a:pt x="7056" y="6306"/>
                </a:lnTo>
                <a:lnTo>
                  <a:pt x="7057" y="6306"/>
                </a:lnTo>
                <a:lnTo>
                  <a:pt x="7056" y="6306"/>
                </a:lnTo>
                <a:lnTo>
                  <a:pt x="7056" y="6307"/>
                </a:lnTo>
                <a:lnTo>
                  <a:pt x="7055" y="6307"/>
                </a:lnTo>
                <a:lnTo>
                  <a:pt x="7055" y="6309"/>
                </a:lnTo>
                <a:lnTo>
                  <a:pt x="7054" y="6309"/>
                </a:lnTo>
                <a:lnTo>
                  <a:pt x="7054" y="6310"/>
                </a:lnTo>
                <a:lnTo>
                  <a:pt x="7055" y="6310"/>
                </a:lnTo>
                <a:lnTo>
                  <a:pt x="7055" y="6311"/>
                </a:lnTo>
                <a:lnTo>
                  <a:pt x="7054" y="6312"/>
                </a:lnTo>
                <a:lnTo>
                  <a:pt x="7053" y="6312"/>
                </a:lnTo>
                <a:lnTo>
                  <a:pt x="7051" y="6311"/>
                </a:lnTo>
                <a:lnTo>
                  <a:pt x="7051" y="6309"/>
                </a:lnTo>
                <a:lnTo>
                  <a:pt x="7050" y="6309"/>
                </a:lnTo>
                <a:lnTo>
                  <a:pt x="7049" y="6309"/>
                </a:lnTo>
                <a:lnTo>
                  <a:pt x="7048" y="6309"/>
                </a:lnTo>
                <a:lnTo>
                  <a:pt x="7047" y="6309"/>
                </a:lnTo>
                <a:lnTo>
                  <a:pt x="7047" y="6308"/>
                </a:lnTo>
                <a:lnTo>
                  <a:pt x="7046" y="6308"/>
                </a:lnTo>
                <a:lnTo>
                  <a:pt x="7045" y="6307"/>
                </a:lnTo>
                <a:lnTo>
                  <a:pt x="7045" y="6306"/>
                </a:lnTo>
                <a:lnTo>
                  <a:pt x="7045" y="6305"/>
                </a:lnTo>
                <a:lnTo>
                  <a:pt x="7045" y="6304"/>
                </a:lnTo>
                <a:lnTo>
                  <a:pt x="7044" y="6304"/>
                </a:lnTo>
                <a:lnTo>
                  <a:pt x="7043" y="6303"/>
                </a:lnTo>
                <a:lnTo>
                  <a:pt x="7042" y="6303"/>
                </a:lnTo>
                <a:lnTo>
                  <a:pt x="7041" y="6303"/>
                </a:lnTo>
                <a:lnTo>
                  <a:pt x="7040" y="6303"/>
                </a:lnTo>
                <a:lnTo>
                  <a:pt x="7039" y="6304"/>
                </a:lnTo>
                <a:lnTo>
                  <a:pt x="7040" y="6305"/>
                </a:lnTo>
                <a:lnTo>
                  <a:pt x="7041" y="6305"/>
                </a:lnTo>
                <a:lnTo>
                  <a:pt x="7042" y="6304"/>
                </a:lnTo>
                <a:lnTo>
                  <a:pt x="7044" y="6305"/>
                </a:lnTo>
                <a:lnTo>
                  <a:pt x="7044" y="6306"/>
                </a:lnTo>
                <a:lnTo>
                  <a:pt x="7043" y="6306"/>
                </a:lnTo>
                <a:lnTo>
                  <a:pt x="7042" y="6306"/>
                </a:lnTo>
                <a:lnTo>
                  <a:pt x="7040" y="6307"/>
                </a:lnTo>
                <a:lnTo>
                  <a:pt x="7039" y="6307"/>
                </a:lnTo>
                <a:lnTo>
                  <a:pt x="7038" y="6308"/>
                </a:lnTo>
                <a:lnTo>
                  <a:pt x="7037" y="6309"/>
                </a:lnTo>
                <a:lnTo>
                  <a:pt x="7034" y="6311"/>
                </a:lnTo>
                <a:lnTo>
                  <a:pt x="7033" y="6312"/>
                </a:lnTo>
                <a:lnTo>
                  <a:pt x="7033" y="6313"/>
                </a:lnTo>
                <a:lnTo>
                  <a:pt x="7032" y="6313"/>
                </a:lnTo>
                <a:lnTo>
                  <a:pt x="7030" y="6316"/>
                </a:lnTo>
                <a:lnTo>
                  <a:pt x="7030" y="6317"/>
                </a:lnTo>
                <a:lnTo>
                  <a:pt x="7030" y="6318"/>
                </a:lnTo>
                <a:lnTo>
                  <a:pt x="7030" y="6319"/>
                </a:lnTo>
                <a:lnTo>
                  <a:pt x="7030" y="6320"/>
                </a:lnTo>
                <a:lnTo>
                  <a:pt x="7030" y="6321"/>
                </a:lnTo>
                <a:lnTo>
                  <a:pt x="7028" y="6324"/>
                </a:lnTo>
                <a:lnTo>
                  <a:pt x="7027" y="6325"/>
                </a:lnTo>
                <a:lnTo>
                  <a:pt x="7026" y="6325"/>
                </a:lnTo>
                <a:lnTo>
                  <a:pt x="7024" y="6323"/>
                </a:lnTo>
                <a:lnTo>
                  <a:pt x="7025" y="6323"/>
                </a:lnTo>
                <a:lnTo>
                  <a:pt x="7025" y="6322"/>
                </a:lnTo>
                <a:lnTo>
                  <a:pt x="7024" y="6322"/>
                </a:lnTo>
                <a:lnTo>
                  <a:pt x="7024" y="6321"/>
                </a:lnTo>
                <a:lnTo>
                  <a:pt x="7022" y="6322"/>
                </a:lnTo>
                <a:lnTo>
                  <a:pt x="7021" y="6322"/>
                </a:lnTo>
                <a:lnTo>
                  <a:pt x="7020" y="6322"/>
                </a:lnTo>
                <a:lnTo>
                  <a:pt x="7020" y="6321"/>
                </a:lnTo>
                <a:lnTo>
                  <a:pt x="7020" y="6319"/>
                </a:lnTo>
                <a:lnTo>
                  <a:pt x="7021" y="6318"/>
                </a:lnTo>
                <a:lnTo>
                  <a:pt x="7022" y="6318"/>
                </a:lnTo>
                <a:lnTo>
                  <a:pt x="7022" y="6315"/>
                </a:lnTo>
                <a:lnTo>
                  <a:pt x="7021" y="6314"/>
                </a:lnTo>
                <a:lnTo>
                  <a:pt x="7021" y="6315"/>
                </a:lnTo>
                <a:lnTo>
                  <a:pt x="7020" y="6315"/>
                </a:lnTo>
                <a:lnTo>
                  <a:pt x="7021" y="6316"/>
                </a:lnTo>
                <a:lnTo>
                  <a:pt x="7021" y="6317"/>
                </a:lnTo>
                <a:lnTo>
                  <a:pt x="7019" y="6317"/>
                </a:lnTo>
                <a:lnTo>
                  <a:pt x="7019" y="6318"/>
                </a:lnTo>
                <a:lnTo>
                  <a:pt x="7019" y="6319"/>
                </a:lnTo>
                <a:lnTo>
                  <a:pt x="7018" y="6320"/>
                </a:lnTo>
                <a:lnTo>
                  <a:pt x="7017" y="6321"/>
                </a:lnTo>
                <a:lnTo>
                  <a:pt x="7016" y="6321"/>
                </a:lnTo>
                <a:lnTo>
                  <a:pt x="7016" y="6322"/>
                </a:lnTo>
                <a:lnTo>
                  <a:pt x="7015" y="6322"/>
                </a:lnTo>
                <a:lnTo>
                  <a:pt x="7014" y="6323"/>
                </a:lnTo>
                <a:lnTo>
                  <a:pt x="7013" y="6324"/>
                </a:lnTo>
                <a:lnTo>
                  <a:pt x="7012" y="6326"/>
                </a:lnTo>
                <a:lnTo>
                  <a:pt x="7011" y="6326"/>
                </a:lnTo>
                <a:lnTo>
                  <a:pt x="7011" y="6327"/>
                </a:lnTo>
                <a:lnTo>
                  <a:pt x="7010" y="6328"/>
                </a:lnTo>
                <a:lnTo>
                  <a:pt x="7010" y="6329"/>
                </a:lnTo>
                <a:lnTo>
                  <a:pt x="7009" y="6330"/>
                </a:lnTo>
                <a:lnTo>
                  <a:pt x="7009" y="6331"/>
                </a:lnTo>
                <a:lnTo>
                  <a:pt x="7009" y="6332"/>
                </a:lnTo>
                <a:lnTo>
                  <a:pt x="7008" y="6334"/>
                </a:lnTo>
                <a:lnTo>
                  <a:pt x="7008" y="6335"/>
                </a:lnTo>
                <a:lnTo>
                  <a:pt x="7008" y="6336"/>
                </a:lnTo>
                <a:lnTo>
                  <a:pt x="7008" y="6337"/>
                </a:lnTo>
                <a:lnTo>
                  <a:pt x="7008" y="6338"/>
                </a:lnTo>
                <a:lnTo>
                  <a:pt x="7008" y="6339"/>
                </a:lnTo>
                <a:lnTo>
                  <a:pt x="7009" y="6340"/>
                </a:lnTo>
                <a:lnTo>
                  <a:pt x="7010" y="6341"/>
                </a:lnTo>
                <a:lnTo>
                  <a:pt x="7011" y="6341"/>
                </a:lnTo>
                <a:lnTo>
                  <a:pt x="7012" y="6341"/>
                </a:lnTo>
                <a:lnTo>
                  <a:pt x="7013" y="6342"/>
                </a:lnTo>
                <a:lnTo>
                  <a:pt x="7012" y="6342"/>
                </a:lnTo>
                <a:lnTo>
                  <a:pt x="7012" y="6343"/>
                </a:lnTo>
                <a:lnTo>
                  <a:pt x="7012" y="6344"/>
                </a:lnTo>
                <a:lnTo>
                  <a:pt x="7012" y="6345"/>
                </a:lnTo>
                <a:lnTo>
                  <a:pt x="7012" y="6348"/>
                </a:lnTo>
                <a:lnTo>
                  <a:pt x="7012" y="6349"/>
                </a:lnTo>
                <a:lnTo>
                  <a:pt x="7012" y="6350"/>
                </a:lnTo>
                <a:lnTo>
                  <a:pt x="7013" y="6350"/>
                </a:lnTo>
                <a:lnTo>
                  <a:pt x="7013" y="6351"/>
                </a:lnTo>
                <a:lnTo>
                  <a:pt x="7014" y="6351"/>
                </a:lnTo>
                <a:lnTo>
                  <a:pt x="7014" y="6353"/>
                </a:lnTo>
                <a:lnTo>
                  <a:pt x="7015" y="6355"/>
                </a:lnTo>
                <a:lnTo>
                  <a:pt x="7016" y="6356"/>
                </a:lnTo>
                <a:lnTo>
                  <a:pt x="7015" y="6356"/>
                </a:lnTo>
                <a:lnTo>
                  <a:pt x="7014" y="6357"/>
                </a:lnTo>
                <a:lnTo>
                  <a:pt x="7015" y="6359"/>
                </a:lnTo>
                <a:lnTo>
                  <a:pt x="7014" y="6359"/>
                </a:lnTo>
                <a:lnTo>
                  <a:pt x="7013" y="6360"/>
                </a:lnTo>
                <a:lnTo>
                  <a:pt x="7012" y="6360"/>
                </a:lnTo>
                <a:lnTo>
                  <a:pt x="7012" y="6359"/>
                </a:lnTo>
                <a:lnTo>
                  <a:pt x="7011" y="6359"/>
                </a:lnTo>
                <a:lnTo>
                  <a:pt x="7010" y="6359"/>
                </a:lnTo>
                <a:lnTo>
                  <a:pt x="7009" y="6360"/>
                </a:lnTo>
                <a:lnTo>
                  <a:pt x="7008" y="6361"/>
                </a:lnTo>
                <a:lnTo>
                  <a:pt x="7008" y="6362"/>
                </a:lnTo>
                <a:lnTo>
                  <a:pt x="7007" y="6364"/>
                </a:lnTo>
                <a:lnTo>
                  <a:pt x="7007" y="6366"/>
                </a:lnTo>
                <a:lnTo>
                  <a:pt x="7008" y="6366"/>
                </a:lnTo>
                <a:lnTo>
                  <a:pt x="7008" y="6367"/>
                </a:lnTo>
                <a:lnTo>
                  <a:pt x="7007" y="6367"/>
                </a:lnTo>
                <a:lnTo>
                  <a:pt x="7007" y="6368"/>
                </a:lnTo>
                <a:lnTo>
                  <a:pt x="7006" y="6370"/>
                </a:lnTo>
                <a:lnTo>
                  <a:pt x="7006" y="6371"/>
                </a:lnTo>
                <a:lnTo>
                  <a:pt x="7006" y="6372"/>
                </a:lnTo>
                <a:lnTo>
                  <a:pt x="7005" y="6373"/>
                </a:lnTo>
                <a:lnTo>
                  <a:pt x="7003" y="6374"/>
                </a:lnTo>
                <a:lnTo>
                  <a:pt x="7002" y="6374"/>
                </a:lnTo>
                <a:lnTo>
                  <a:pt x="7002" y="6373"/>
                </a:lnTo>
                <a:lnTo>
                  <a:pt x="7001" y="6372"/>
                </a:lnTo>
                <a:lnTo>
                  <a:pt x="7000" y="6372"/>
                </a:lnTo>
                <a:lnTo>
                  <a:pt x="6999" y="6372"/>
                </a:lnTo>
                <a:lnTo>
                  <a:pt x="6999" y="6373"/>
                </a:lnTo>
                <a:lnTo>
                  <a:pt x="6998" y="6372"/>
                </a:lnTo>
                <a:lnTo>
                  <a:pt x="6997" y="6372"/>
                </a:lnTo>
                <a:lnTo>
                  <a:pt x="6996" y="6372"/>
                </a:lnTo>
                <a:lnTo>
                  <a:pt x="6996" y="6373"/>
                </a:lnTo>
                <a:lnTo>
                  <a:pt x="6995" y="6373"/>
                </a:lnTo>
                <a:lnTo>
                  <a:pt x="6995" y="6374"/>
                </a:lnTo>
                <a:lnTo>
                  <a:pt x="6994" y="6374"/>
                </a:lnTo>
                <a:lnTo>
                  <a:pt x="6993" y="6374"/>
                </a:lnTo>
                <a:lnTo>
                  <a:pt x="6992" y="6375"/>
                </a:lnTo>
                <a:lnTo>
                  <a:pt x="6991" y="6375"/>
                </a:lnTo>
                <a:lnTo>
                  <a:pt x="6991" y="6376"/>
                </a:lnTo>
                <a:lnTo>
                  <a:pt x="6990" y="6376"/>
                </a:lnTo>
                <a:lnTo>
                  <a:pt x="6990" y="6375"/>
                </a:lnTo>
                <a:lnTo>
                  <a:pt x="6989" y="6375"/>
                </a:lnTo>
                <a:lnTo>
                  <a:pt x="6988" y="6375"/>
                </a:lnTo>
                <a:lnTo>
                  <a:pt x="6988" y="6376"/>
                </a:lnTo>
                <a:lnTo>
                  <a:pt x="6987" y="6376"/>
                </a:lnTo>
                <a:lnTo>
                  <a:pt x="6986" y="6377"/>
                </a:lnTo>
                <a:lnTo>
                  <a:pt x="6985" y="6377"/>
                </a:lnTo>
                <a:lnTo>
                  <a:pt x="6984" y="6377"/>
                </a:lnTo>
                <a:lnTo>
                  <a:pt x="6984" y="6378"/>
                </a:lnTo>
                <a:lnTo>
                  <a:pt x="6983" y="6378"/>
                </a:lnTo>
                <a:lnTo>
                  <a:pt x="6982" y="6378"/>
                </a:lnTo>
                <a:lnTo>
                  <a:pt x="6981" y="6377"/>
                </a:lnTo>
                <a:lnTo>
                  <a:pt x="6980" y="6377"/>
                </a:lnTo>
                <a:lnTo>
                  <a:pt x="6978" y="6377"/>
                </a:lnTo>
                <a:lnTo>
                  <a:pt x="6977" y="6376"/>
                </a:lnTo>
                <a:lnTo>
                  <a:pt x="6975" y="6376"/>
                </a:lnTo>
                <a:lnTo>
                  <a:pt x="6975" y="6375"/>
                </a:lnTo>
                <a:lnTo>
                  <a:pt x="6975" y="6376"/>
                </a:lnTo>
                <a:lnTo>
                  <a:pt x="6974" y="6376"/>
                </a:lnTo>
                <a:lnTo>
                  <a:pt x="6973" y="6375"/>
                </a:lnTo>
                <a:lnTo>
                  <a:pt x="6973" y="6374"/>
                </a:lnTo>
                <a:lnTo>
                  <a:pt x="6972" y="6373"/>
                </a:lnTo>
                <a:lnTo>
                  <a:pt x="6971" y="6373"/>
                </a:lnTo>
                <a:lnTo>
                  <a:pt x="6970" y="6373"/>
                </a:lnTo>
                <a:lnTo>
                  <a:pt x="6966" y="6374"/>
                </a:lnTo>
                <a:lnTo>
                  <a:pt x="6965" y="6374"/>
                </a:lnTo>
                <a:lnTo>
                  <a:pt x="6964" y="6375"/>
                </a:lnTo>
                <a:lnTo>
                  <a:pt x="6962" y="6375"/>
                </a:lnTo>
                <a:lnTo>
                  <a:pt x="6961" y="6377"/>
                </a:lnTo>
                <a:lnTo>
                  <a:pt x="6960" y="6377"/>
                </a:lnTo>
                <a:lnTo>
                  <a:pt x="6959" y="6378"/>
                </a:lnTo>
                <a:lnTo>
                  <a:pt x="6957" y="6380"/>
                </a:lnTo>
                <a:lnTo>
                  <a:pt x="6955" y="6382"/>
                </a:lnTo>
                <a:lnTo>
                  <a:pt x="6954" y="6383"/>
                </a:lnTo>
                <a:lnTo>
                  <a:pt x="6953" y="6383"/>
                </a:lnTo>
                <a:lnTo>
                  <a:pt x="6952" y="6385"/>
                </a:lnTo>
                <a:lnTo>
                  <a:pt x="6951" y="6386"/>
                </a:lnTo>
                <a:lnTo>
                  <a:pt x="6950" y="6387"/>
                </a:lnTo>
                <a:lnTo>
                  <a:pt x="6950" y="6388"/>
                </a:lnTo>
                <a:lnTo>
                  <a:pt x="6949" y="6388"/>
                </a:lnTo>
                <a:lnTo>
                  <a:pt x="6947" y="6392"/>
                </a:lnTo>
                <a:lnTo>
                  <a:pt x="6946" y="6393"/>
                </a:lnTo>
                <a:lnTo>
                  <a:pt x="6945" y="6395"/>
                </a:lnTo>
                <a:lnTo>
                  <a:pt x="6941" y="6399"/>
                </a:lnTo>
                <a:lnTo>
                  <a:pt x="6940" y="6399"/>
                </a:lnTo>
                <a:lnTo>
                  <a:pt x="6940" y="6400"/>
                </a:lnTo>
                <a:lnTo>
                  <a:pt x="6939" y="6401"/>
                </a:lnTo>
                <a:lnTo>
                  <a:pt x="6938" y="6402"/>
                </a:lnTo>
                <a:lnTo>
                  <a:pt x="6937" y="6402"/>
                </a:lnTo>
                <a:lnTo>
                  <a:pt x="6936" y="6402"/>
                </a:lnTo>
                <a:lnTo>
                  <a:pt x="6934" y="6403"/>
                </a:lnTo>
                <a:lnTo>
                  <a:pt x="6934" y="6404"/>
                </a:lnTo>
                <a:lnTo>
                  <a:pt x="6933" y="6405"/>
                </a:lnTo>
                <a:lnTo>
                  <a:pt x="6932" y="6406"/>
                </a:lnTo>
                <a:lnTo>
                  <a:pt x="6930" y="6405"/>
                </a:lnTo>
                <a:lnTo>
                  <a:pt x="6930" y="6403"/>
                </a:lnTo>
                <a:lnTo>
                  <a:pt x="6929" y="6402"/>
                </a:lnTo>
                <a:lnTo>
                  <a:pt x="6928" y="6401"/>
                </a:lnTo>
                <a:lnTo>
                  <a:pt x="6926" y="6401"/>
                </a:lnTo>
                <a:lnTo>
                  <a:pt x="6924" y="6401"/>
                </a:lnTo>
                <a:lnTo>
                  <a:pt x="6923" y="6401"/>
                </a:lnTo>
                <a:lnTo>
                  <a:pt x="6922" y="6401"/>
                </a:lnTo>
                <a:lnTo>
                  <a:pt x="6921" y="6401"/>
                </a:lnTo>
                <a:lnTo>
                  <a:pt x="6918" y="6403"/>
                </a:lnTo>
                <a:lnTo>
                  <a:pt x="6917" y="6403"/>
                </a:lnTo>
                <a:lnTo>
                  <a:pt x="6916" y="6404"/>
                </a:lnTo>
                <a:lnTo>
                  <a:pt x="6915" y="6405"/>
                </a:lnTo>
                <a:lnTo>
                  <a:pt x="6914" y="6405"/>
                </a:lnTo>
                <a:lnTo>
                  <a:pt x="6913" y="6405"/>
                </a:lnTo>
                <a:lnTo>
                  <a:pt x="6912" y="6405"/>
                </a:lnTo>
                <a:lnTo>
                  <a:pt x="6911" y="6406"/>
                </a:lnTo>
                <a:lnTo>
                  <a:pt x="6909" y="6408"/>
                </a:lnTo>
                <a:lnTo>
                  <a:pt x="6907" y="6410"/>
                </a:lnTo>
                <a:lnTo>
                  <a:pt x="6907" y="6411"/>
                </a:lnTo>
                <a:lnTo>
                  <a:pt x="6907" y="6412"/>
                </a:lnTo>
                <a:lnTo>
                  <a:pt x="6906" y="6412"/>
                </a:lnTo>
                <a:lnTo>
                  <a:pt x="6905" y="6412"/>
                </a:lnTo>
                <a:lnTo>
                  <a:pt x="6904" y="6412"/>
                </a:lnTo>
                <a:lnTo>
                  <a:pt x="6905" y="6411"/>
                </a:lnTo>
                <a:lnTo>
                  <a:pt x="6906" y="6410"/>
                </a:lnTo>
                <a:lnTo>
                  <a:pt x="6904" y="6410"/>
                </a:lnTo>
                <a:lnTo>
                  <a:pt x="6904" y="6411"/>
                </a:lnTo>
                <a:lnTo>
                  <a:pt x="6903" y="6411"/>
                </a:lnTo>
                <a:lnTo>
                  <a:pt x="6902" y="6411"/>
                </a:lnTo>
                <a:lnTo>
                  <a:pt x="6901" y="6412"/>
                </a:lnTo>
                <a:lnTo>
                  <a:pt x="6900" y="6412"/>
                </a:lnTo>
                <a:lnTo>
                  <a:pt x="6899" y="6413"/>
                </a:lnTo>
                <a:lnTo>
                  <a:pt x="6898" y="6414"/>
                </a:lnTo>
                <a:lnTo>
                  <a:pt x="6897" y="6414"/>
                </a:lnTo>
                <a:lnTo>
                  <a:pt x="6897" y="6415"/>
                </a:lnTo>
                <a:lnTo>
                  <a:pt x="6896" y="6416"/>
                </a:lnTo>
                <a:lnTo>
                  <a:pt x="6895" y="6415"/>
                </a:lnTo>
                <a:lnTo>
                  <a:pt x="6894" y="6414"/>
                </a:lnTo>
                <a:lnTo>
                  <a:pt x="6893" y="6414"/>
                </a:lnTo>
                <a:lnTo>
                  <a:pt x="6892" y="6415"/>
                </a:lnTo>
                <a:lnTo>
                  <a:pt x="6891" y="6415"/>
                </a:lnTo>
                <a:lnTo>
                  <a:pt x="6890" y="6417"/>
                </a:lnTo>
                <a:lnTo>
                  <a:pt x="6888" y="6418"/>
                </a:lnTo>
                <a:lnTo>
                  <a:pt x="6887" y="6419"/>
                </a:lnTo>
                <a:lnTo>
                  <a:pt x="6886" y="6420"/>
                </a:lnTo>
                <a:lnTo>
                  <a:pt x="6884" y="6423"/>
                </a:lnTo>
                <a:lnTo>
                  <a:pt x="6883" y="6424"/>
                </a:lnTo>
                <a:lnTo>
                  <a:pt x="6882" y="6427"/>
                </a:lnTo>
                <a:lnTo>
                  <a:pt x="6881" y="6427"/>
                </a:lnTo>
                <a:lnTo>
                  <a:pt x="6881" y="6428"/>
                </a:lnTo>
                <a:lnTo>
                  <a:pt x="6880" y="6427"/>
                </a:lnTo>
                <a:lnTo>
                  <a:pt x="6879" y="6427"/>
                </a:lnTo>
                <a:lnTo>
                  <a:pt x="6878" y="6426"/>
                </a:lnTo>
                <a:lnTo>
                  <a:pt x="6877" y="6424"/>
                </a:lnTo>
                <a:lnTo>
                  <a:pt x="6876" y="6424"/>
                </a:lnTo>
                <a:lnTo>
                  <a:pt x="6877" y="6424"/>
                </a:lnTo>
                <a:lnTo>
                  <a:pt x="6878" y="6423"/>
                </a:lnTo>
                <a:lnTo>
                  <a:pt x="6878" y="6422"/>
                </a:lnTo>
                <a:lnTo>
                  <a:pt x="6877" y="6420"/>
                </a:lnTo>
                <a:lnTo>
                  <a:pt x="6877" y="6419"/>
                </a:lnTo>
                <a:lnTo>
                  <a:pt x="6877" y="6418"/>
                </a:lnTo>
                <a:lnTo>
                  <a:pt x="6877" y="6417"/>
                </a:lnTo>
                <a:lnTo>
                  <a:pt x="6876" y="6416"/>
                </a:lnTo>
                <a:lnTo>
                  <a:pt x="6876" y="6415"/>
                </a:lnTo>
                <a:lnTo>
                  <a:pt x="6875" y="6414"/>
                </a:lnTo>
                <a:lnTo>
                  <a:pt x="6876" y="6414"/>
                </a:lnTo>
                <a:lnTo>
                  <a:pt x="6876" y="6413"/>
                </a:lnTo>
                <a:lnTo>
                  <a:pt x="6875" y="6413"/>
                </a:lnTo>
                <a:lnTo>
                  <a:pt x="6875" y="6412"/>
                </a:lnTo>
                <a:lnTo>
                  <a:pt x="6876" y="6412"/>
                </a:lnTo>
                <a:lnTo>
                  <a:pt x="6876" y="6413"/>
                </a:lnTo>
                <a:lnTo>
                  <a:pt x="6877" y="6413"/>
                </a:lnTo>
                <a:lnTo>
                  <a:pt x="6878" y="6413"/>
                </a:lnTo>
                <a:lnTo>
                  <a:pt x="6878" y="6414"/>
                </a:lnTo>
                <a:lnTo>
                  <a:pt x="6879" y="6415"/>
                </a:lnTo>
                <a:lnTo>
                  <a:pt x="6880" y="6414"/>
                </a:lnTo>
                <a:lnTo>
                  <a:pt x="6878" y="6412"/>
                </a:lnTo>
                <a:lnTo>
                  <a:pt x="6877" y="6412"/>
                </a:lnTo>
                <a:lnTo>
                  <a:pt x="6876" y="6412"/>
                </a:lnTo>
                <a:lnTo>
                  <a:pt x="6876" y="6411"/>
                </a:lnTo>
                <a:lnTo>
                  <a:pt x="6875" y="6411"/>
                </a:lnTo>
                <a:lnTo>
                  <a:pt x="6874" y="6411"/>
                </a:lnTo>
                <a:lnTo>
                  <a:pt x="6874" y="6412"/>
                </a:lnTo>
                <a:lnTo>
                  <a:pt x="6872" y="6411"/>
                </a:lnTo>
                <a:lnTo>
                  <a:pt x="6871" y="6410"/>
                </a:lnTo>
                <a:lnTo>
                  <a:pt x="6871" y="6409"/>
                </a:lnTo>
                <a:lnTo>
                  <a:pt x="6870" y="6409"/>
                </a:lnTo>
                <a:lnTo>
                  <a:pt x="6868" y="6408"/>
                </a:lnTo>
                <a:lnTo>
                  <a:pt x="6866" y="6408"/>
                </a:lnTo>
                <a:lnTo>
                  <a:pt x="6865" y="6407"/>
                </a:lnTo>
                <a:lnTo>
                  <a:pt x="6861" y="6407"/>
                </a:lnTo>
                <a:lnTo>
                  <a:pt x="6860" y="6407"/>
                </a:lnTo>
                <a:lnTo>
                  <a:pt x="6858" y="6408"/>
                </a:lnTo>
                <a:lnTo>
                  <a:pt x="6856" y="6408"/>
                </a:lnTo>
                <a:lnTo>
                  <a:pt x="6856" y="6407"/>
                </a:lnTo>
                <a:lnTo>
                  <a:pt x="6856" y="6406"/>
                </a:lnTo>
                <a:lnTo>
                  <a:pt x="6856" y="6405"/>
                </a:lnTo>
                <a:lnTo>
                  <a:pt x="6856" y="6404"/>
                </a:lnTo>
                <a:lnTo>
                  <a:pt x="6855" y="6403"/>
                </a:lnTo>
                <a:lnTo>
                  <a:pt x="6854" y="6403"/>
                </a:lnTo>
                <a:lnTo>
                  <a:pt x="6853" y="6403"/>
                </a:lnTo>
                <a:lnTo>
                  <a:pt x="6852" y="6403"/>
                </a:lnTo>
                <a:lnTo>
                  <a:pt x="6851" y="6403"/>
                </a:lnTo>
                <a:lnTo>
                  <a:pt x="6849" y="6404"/>
                </a:lnTo>
                <a:lnTo>
                  <a:pt x="6848" y="6404"/>
                </a:lnTo>
                <a:lnTo>
                  <a:pt x="6846" y="6404"/>
                </a:lnTo>
                <a:lnTo>
                  <a:pt x="6844" y="6406"/>
                </a:lnTo>
                <a:lnTo>
                  <a:pt x="6843" y="6406"/>
                </a:lnTo>
                <a:lnTo>
                  <a:pt x="6842" y="6407"/>
                </a:lnTo>
                <a:lnTo>
                  <a:pt x="6841" y="6407"/>
                </a:lnTo>
                <a:lnTo>
                  <a:pt x="6840" y="6407"/>
                </a:lnTo>
                <a:lnTo>
                  <a:pt x="6839" y="6407"/>
                </a:lnTo>
                <a:lnTo>
                  <a:pt x="6838" y="6408"/>
                </a:lnTo>
                <a:lnTo>
                  <a:pt x="6838" y="6409"/>
                </a:lnTo>
                <a:lnTo>
                  <a:pt x="6838" y="6410"/>
                </a:lnTo>
                <a:lnTo>
                  <a:pt x="6837" y="6410"/>
                </a:lnTo>
                <a:lnTo>
                  <a:pt x="6836" y="6411"/>
                </a:lnTo>
                <a:lnTo>
                  <a:pt x="6834" y="6413"/>
                </a:lnTo>
                <a:lnTo>
                  <a:pt x="6833" y="6414"/>
                </a:lnTo>
                <a:lnTo>
                  <a:pt x="6831" y="6416"/>
                </a:lnTo>
                <a:lnTo>
                  <a:pt x="6831" y="6417"/>
                </a:lnTo>
                <a:lnTo>
                  <a:pt x="6831" y="6418"/>
                </a:lnTo>
                <a:lnTo>
                  <a:pt x="6831" y="6419"/>
                </a:lnTo>
                <a:lnTo>
                  <a:pt x="6830" y="6421"/>
                </a:lnTo>
                <a:lnTo>
                  <a:pt x="6829" y="6422"/>
                </a:lnTo>
                <a:lnTo>
                  <a:pt x="6828" y="6424"/>
                </a:lnTo>
                <a:lnTo>
                  <a:pt x="6828" y="6425"/>
                </a:lnTo>
                <a:lnTo>
                  <a:pt x="6828" y="6426"/>
                </a:lnTo>
                <a:lnTo>
                  <a:pt x="6827" y="6426"/>
                </a:lnTo>
                <a:lnTo>
                  <a:pt x="6825" y="6427"/>
                </a:lnTo>
                <a:lnTo>
                  <a:pt x="6825" y="6428"/>
                </a:lnTo>
                <a:lnTo>
                  <a:pt x="6826" y="6428"/>
                </a:lnTo>
                <a:lnTo>
                  <a:pt x="6827" y="6428"/>
                </a:lnTo>
                <a:lnTo>
                  <a:pt x="6826" y="6429"/>
                </a:lnTo>
                <a:lnTo>
                  <a:pt x="6825" y="6431"/>
                </a:lnTo>
                <a:lnTo>
                  <a:pt x="6826" y="6433"/>
                </a:lnTo>
                <a:lnTo>
                  <a:pt x="6827" y="6434"/>
                </a:lnTo>
                <a:lnTo>
                  <a:pt x="6828" y="6436"/>
                </a:lnTo>
                <a:lnTo>
                  <a:pt x="6829" y="6437"/>
                </a:lnTo>
                <a:lnTo>
                  <a:pt x="6829" y="6438"/>
                </a:lnTo>
                <a:lnTo>
                  <a:pt x="6830" y="6438"/>
                </a:lnTo>
                <a:lnTo>
                  <a:pt x="6830" y="6439"/>
                </a:lnTo>
                <a:lnTo>
                  <a:pt x="6831" y="6438"/>
                </a:lnTo>
                <a:lnTo>
                  <a:pt x="6832" y="6436"/>
                </a:lnTo>
                <a:lnTo>
                  <a:pt x="6832" y="6435"/>
                </a:lnTo>
                <a:lnTo>
                  <a:pt x="6833" y="6433"/>
                </a:lnTo>
                <a:lnTo>
                  <a:pt x="6833" y="6432"/>
                </a:lnTo>
                <a:lnTo>
                  <a:pt x="6832" y="6432"/>
                </a:lnTo>
                <a:lnTo>
                  <a:pt x="6831" y="6432"/>
                </a:lnTo>
                <a:lnTo>
                  <a:pt x="6832" y="6431"/>
                </a:lnTo>
                <a:lnTo>
                  <a:pt x="6832" y="6430"/>
                </a:lnTo>
                <a:lnTo>
                  <a:pt x="6833" y="6430"/>
                </a:lnTo>
                <a:lnTo>
                  <a:pt x="6833" y="6431"/>
                </a:lnTo>
                <a:lnTo>
                  <a:pt x="6835" y="6432"/>
                </a:lnTo>
                <a:lnTo>
                  <a:pt x="6836" y="6432"/>
                </a:lnTo>
                <a:lnTo>
                  <a:pt x="6837" y="6432"/>
                </a:lnTo>
                <a:lnTo>
                  <a:pt x="6838" y="6431"/>
                </a:lnTo>
                <a:lnTo>
                  <a:pt x="6839" y="6430"/>
                </a:lnTo>
                <a:lnTo>
                  <a:pt x="6839" y="6429"/>
                </a:lnTo>
                <a:lnTo>
                  <a:pt x="6840" y="6429"/>
                </a:lnTo>
                <a:lnTo>
                  <a:pt x="6840" y="6430"/>
                </a:lnTo>
                <a:lnTo>
                  <a:pt x="6840" y="6431"/>
                </a:lnTo>
                <a:lnTo>
                  <a:pt x="6840" y="6432"/>
                </a:lnTo>
                <a:lnTo>
                  <a:pt x="6840" y="6433"/>
                </a:lnTo>
                <a:lnTo>
                  <a:pt x="6838" y="6434"/>
                </a:lnTo>
                <a:lnTo>
                  <a:pt x="6837" y="6434"/>
                </a:lnTo>
                <a:lnTo>
                  <a:pt x="6836" y="6435"/>
                </a:lnTo>
                <a:lnTo>
                  <a:pt x="6835" y="6437"/>
                </a:lnTo>
                <a:lnTo>
                  <a:pt x="6835" y="6438"/>
                </a:lnTo>
                <a:lnTo>
                  <a:pt x="6834" y="6439"/>
                </a:lnTo>
                <a:lnTo>
                  <a:pt x="6833" y="6440"/>
                </a:lnTo>
                <a:lnTo>
                  <a:pt x="6833" y="6441"/>
                </a:lnTo>
                <a:lnTo>
                  <a:pt x="6833" y="6442"/>
                </a:lnTo>
                <a:lnTo>
                  <a:pt x="6833" y="6444"/>
                </a:lnTo>
                <a:lnTo>
                  <a:pt x="6834" y="6444"/>
                </a:lnTo>
                <a:lnTo>
                  <a:pt x="6835" y="6445"/>
                </a:lnTo>
                <a:lnTo>
                  <a:pt x="6836" y="6445"/>
                </a:lnTo>
                <a:lnTo>
                  <a:pt x="6836" y="6446"/>
                </a:lnTo>
                <a:lnTo>
                  <a:pt x="6837" y="6446"/>
                </a:lnTo>
                <a:lnTo>
                  <a:pt x="6837" y="6447"/>
                </a:lnTo>
                <a:lnTo>
                  <a:pt x="6836" y="6447"/>
                </a:lnTo>
                <a:lnTo>
                  <a:pt x="6836" y="6448"/>
                </a:lnTo>
                <a:lnTo>
                  <a:pt x="6836" y="6449"/>
                </a:lnTo>
                <a:lnTo>
                  <a:pt x="6836" y="6450"/>
                </a:lnTo>
                <a:lnTo>
                  <a:pt x="6835" y="6449"/>
                </a:lnTo>
                <a:lnTo>
                  <a:pt x="6834" y="6449"/>
                </a:lnTo>
                <a:lnTo>
                  <a:pt x="6834" y="6448"/>
                </a:lnTo>
                <a:lnTo>
                  <a:pt x="6834" y="6447"/>
                </a:lnTo>
                <a:lnTo>
                  <a:pt x="6833" y="6447"/>
                </a:lnTo>
                <a:lnTo>
                  <a:pt x="6831" y="6447"/>
                </a:lnTo>
                <a:lnTo>
                  <a:pt x="6830" y="6448"/>
                </a:lnTo>
                <a:lnTo>
                  <a:pt x="6829" y="6447"/>
                </a:lnTo>
                <a:lnTo>
                  <a:pt x="6828" y="6447"/>
                </a:lnTo>
                <a:lnTo>
                  <a:pt x="6827" y="6447"/>
                </a:lnTo>
                <a:lnTo>
                  <a:pt x="6826" y="6446"/>
                </a:lnTo>
                <a:lnTo>
                  <a:pt x="6825" y="6445"/>
                </a:lnTo>
                <a:lnTo>
                  <a:pt x="6824" y="6445"/>
                </a:lnTo>
                <a:lnTo>
                  <a:pt x="6823" y="6445"/>
                </a:lnTo>
                <a:lnTo>
                  <a:pt x="6822" y="6445"/>
                </a:lnTo>
                <a:lnTo>
                  <a:pt x="6821" y="6445"/>
                </a:lnTo>
                <a:lnTo>
                  <a:pt x="6820" y="6444"/>
                </a:lnTo>
                <a:lnTo>
                  <a:pt x="6818" y="6443"/>
                </a:lnTo>
                <a:lnTo>
                  <a:pt x="6817" y="6443"/>
                </a:lnTo>
                <a:lnTo>
                  <a:pt x="6816" y="6442"/>
                </a:lnTo>
                <a:lnTo>
                  <a:pt x="6815" y="6442"/>
                </a:lnTo>
                <a:lnTo>
                  <a:pt x="6814" y="6442"/>
                </a:lnTo>
                <a:lnTo>
                  <a:pt x="6813" y="6443"/>
                </a:lnTo>
                <a:lnTo>
                  <a:pt x="6812" y="6443"/>
                </a:lnTo>
                <a:lnTo>
                  <a:pt x="6811" y="6443"/>
                </a:lnTo>
                <a:lnTo>
                  <a:pt x="6810" y="6443"/>
                </a:lnTo>
                <a:lnTo>
                  <a:pt x="6810" y="6444"/>
                </a:lnTo>
                <a:lnTo>
                  <a:pt x="6809" y="6444"/>
                </a:lnTo>
                <a:lnTo>
                  <a:pt x="6808" y="6445"/>
                </a:lnTo>
                <a:lnTo>
                  <a:pt x="6808" y="6446"/>
                </a:lnTo>
                <a:lnTo>
                  <a:pt x="6806" y="6446"/>
                </a:lnTo>
                <a:lnTo>
                  <a:pt x="6805" y="6446"/>
                </a:lnTo>
                <a:lnTo>
                  <a:pt x="6804" y="6446"/>
                </a:lnTo>
                <a:lnTo>
                  <a:pt x="6801" y="6446"/>
                </a:lnTo>
                <a:lnTo>
                  <a:pt x="6800" y="6447"/>
                </a:lnTo>
                <a:lnTo>
                  <a:pt x="6800" y="6446"/>
                </a:lnTo>
                <a:lnTo>
                  <a:pt x="6799" y="6445"/>
                </a:lnTo>
                <a:lnTo>
                  <a:pt x="6797" y="6444"/>
                </a:lnTo>
                <a:lnTo>
                  <a:pt x="6796" y="6445"/>
                </a:lnTo>
                <a:lnTo>
                  <a:pt x="6796" y="6444"/>
                </a:lnTo>
                <a:lnTo>
                  <a:pt x="6795" y="6444"/>
                </a:lnTo>
                <a:lnTo>
                  <a:pt x="6795" y="6443"/>
                </a:lnTo>
                <a:lnTo>
                  <a:pt x="6794" y="6443"/>
                </a:lnTo>
                <a:lnTo>
                  <a:pt x="6793" y="6442"/>
                </a:lnTo>
                <a:lnTo>
                  <a:pt x="6792" y="6440"/>
                </a:lnTo>
                <a:lnTo>
                  <a:pt x="6791" y="6439"/>
                </a:lnTo>
                <a:lnTo>
                  <a:pt x="6791" y="6438"/>
                </a:lnTo>
                <a:lnTo>
                  <a:pt x="6792" y="6438"/>
                </a:lnTo>
                <a:lnTo>
                  <a:pt x="6793" y="6437"/>
                </a:lnTo>
                <a:lnTo>
                  <a:pt x="6793" y="6435"/>
                </a:lnTo>
                <a:lnTo>
                  <a:pt x="6792" y="6434"/>
                </a:lnTo>
                <a:lnTo>
                  <a:pt x="6793" y="6434"/>
                </a:lnTo>
                <a:lnTo>
                  <a:pt x="6793" y="6433"/>
                </a:lnTo>
                <a:lnTo>
                  <a:pt x="6794" y="6434"/>
                </a:lnTo>
                <a:lnTo>
                  <a:pt x="6795" y="6434"/>
                </a:lnTo>
                <a:lnTo>
                  <a:pt x="6796" y="6434"/>
                </a:lnTo>
                <a:lnTo>
                  <a:pt x="6799" y="6434"/>
                </a:lnTo>
                <a:lnTo>
                  <a:pt x="6799" y="6435"/>
                </a:lnTo>
                <a:lnTo>
                  <a:pt x="6800" y="6435"/>
                </a:lnTo>
                <a:lnTo>
                  <a:pt x="6802" y="6435"/>
                </a:lnTo>
                <a:lnTo>
                  <a:pt x="6803" y="6434"/>
                </a:lnTo>
                <a:lnTo>
                  <a:pt x="6804" y="6434"/>
                </a:lnTo>
                <a:lnTo>
                  <a:pt x="6804" y="6433"/>
                </a:lnTo>
                <a:lnTo>
                  <a:pt x="6805" y="6432"/>
                </a:lnTo>
                <a:lnTo>
                  <a:pt x="6806" y="6432"/>
                </a:lnTo>
                <a:lnTo>
                  <a:pt x="6807" y="6431"/>
                </a:lnTo>
                <a:lnTo>
                  <a:pt x="6808" y="6431"/>
                </a:lnTo>
                <a:lnTo>
                  <a:pt x="6807" y="6431"/>
                </a:lnTo>
                <a:lnTo>
                  <a:pt x="6807" y="6430"/>
                </a:lnTo>
                <a:lnTo>
                  <a:pt x="6806" y="6430"/>
                </a:lnTo>
                <a:lnTo>
                  <a:pt x="6806" y="6429"/>
                </a:lnTo>
                <a:lnTo>
                  <a:pt x="6805" y="6429"/>
                </a:lnTo>
                <a:lnTo>
                  <a:pt x="6805" y="6427"/>
                </a:lnTo>
                <a:lnTo>
                  <a:pt x="6804" y="6427"/>
                </a:lnTo>
                <a:lnTo>
                  <a:pt x="6804" y="6426"/>
                </a:lnTo>
                <a:lnTo>
                  <a:pt x="6803" y="6426"/>
                </a:lnTo>
                <a:lnTo>
                  <a:pt x="6801" y="6426"/>
                </a:lnTo>
                <a:lnTo>
                  <a:pt x="6800" y="6426"/>
                </a:lnTo>
                <a:lnTo>
                  <a:pt x="6799" y="6428"/>
                </a:lnTo>
                <a:lnTo>
                  <a:pt x="6799" y="6429"/>
                </a:lnTo>
                <a:lnTo>
                  <a:pt x="6798" y="6429"/>
                </a:lnTo>
                <a:lnTo>
                  <a:pt x="6797" y="6429"/>
                </a:lnTo>
                <a:lnTo>
                  <a:pt x="6796" y="6429"/>
                </a:lnTo>
                <a:lnTo>
                  <a:pt x="6796" y="6430"/>
                </a:lnTo>
                <a:lnTo>
                  <a:pt x="6796" y="6431"/>
                </a:lnTo>
                <a:lnTo>
                  <a:pt x="6796" y="6432"/>
                </a:lnTo>
                <a:lnTo>
                  <a:pt x="6795" y="6433"/>
                </a:lnTo>
                <a:lnTo>
                  <a:pt x="6794" y="6432"/>
                </a:lnTo>
                <a:lnTo>
                  <a:pt x="6792" y="6431"/>
                </a:lnTo>
                <a:lnTo>
                  <a:pt x="6792" y="6430"/>
                </a:lnTo>
                <a:lnTo>
                  <a:pt x="6791" y="6429"/>
                </a:lnTo>
                <a:lnTo>
                  <a:pt x="6790" y="6429"/>
                </a:lnTo>
                <a:lnTo>
                  <a:pt x="6790" y="6428"/>
                </a:lnTo>
                <a:lnTo>
                  <a:pt x="6787" y="6427"/>
                </a:lnTo>
                <a:lnTo>
                  <a:pt x="6786" y="6427"/>
                </a:lnTo>
                <a:lnTo>
                  <a:pt x="6785" y="6427"/>
                </a:lnTo>
                <a:lnTo>
                  <a:pt x="6784" y="6427"/>
                </a:lnTo>
                <a:lnTo>
                  <a:pt x="6782" y="6427"/>
                </a:lnTo>
                <a:lnTo>
                  <a:pt x="6779" y="6428"/>
                </a:lnTo>
                <a:lnTo>
                  <a:pt x="6777" y="6428"/>
                </a:lnTo>
                <a:lnTo>
                  <a:pt x="6776" y="6429"/>
                </a:lnTo>
                <a:lnTo>
                  <a:pt x="6774" y="6429"/>
                </a:lnTo>
                <a:lnTo>
                  <a:pt x="6773" y="6430"/>
                </a:lnTo>
                <a:lnTo>
                  <a:pt x="6772" y="6430"/>
                </a:lnTo>
                <a:lnTo>
                  <a:pt x="6770" y="6430"/>
                </a:lnTo>
                <a:lnTo>
                  <a:pt x="6770" y="6431"/>
                </a:lnTo>
                <a:lnTo>
                  <a:pt x="6769" y="6431"/>
                </a:lnTo>
                <a:lnTo>
                  <a:pt x="6769" y="6430"/>
                </a:lnTo>
                <a:lnTo>
                  <a:pt x="6770" y="6430"/>
                </a:lnTo>
                <a:lnTo>
                  <a:pt x="6770" y="6429"/>
                </a:lnTo>
                <a:lnTo>
                  <a:pt x="6770" y="6428"/>
                </a:lnTo>
                <a:lnTo>
                  <a:pt x="6769" y="6428"/>
                </a:lnTo>
                <a:lnTo>
                  <a:pt x="6769" y="6427"/>
                </a:lnTo>
                <a:lnTo>
                  <a:pt x="6770" y="6427"/>
                </a:lnTo>
                <a:lnTo>
                  <a:pt x="6771" y="6426"/>
                </a:lnTo>
                <a:lnTo>
                  <a:pt x="6772" y="6424"/>
                </a:lnTo>
                <a:lnTo>
                  <a:pt x="6775" y="6423"/>
                </a:lnTo>
                <a:lnTo>
                  <a:pt x="6775" y="6422"/>
                </a:lnTo>
                <a:lnTo>
                  <a:pt x="6776" y="6422"/>
                </a:lnTo>
                <a:lnTo>
                  <a:pt x="6775" y="6422"/>
                </a:lnTo>
                <a:lnTo>
                  <a:pt x="6775" y="6421"/>
                </a:lnTo>
                <a:lnTo>
                  <a:pt x="6776" y="6421"/>
                </a:lnTo>
                <a:lnTo>
                  <a:pt x="6778" y="6420"/>
                </a:lnTo>
                <a:lnTo>
                  <a:pt x="6779" y="6420"/>
                </a:lnTo>
                <a:lnTo>
                  <a:pt x="6779" y="6419"/>
                </a:lnTo>
                <a:lnTo>
                  <a:pt x="6778" y="6416"/>
                </a:lnTo>
                <a:lnTo>
                  <a:pt x="6779" y="6416"/>
                </a:lnTo>
                <a:lnTo>
                  <a:pt x="6780" y="6416"/>
                </a:lnTo>
                <a:lnTo>
                  <a:pt x="6781" y="6415"/>
                </a:lnTo>
                <a:lnTo>
                  <a:pt x="6782" y="6415"/>
                </a:lnTo>
                <a:lnTo>
                  <a:pt x="6782" y="6414"/>
                </a:lnTo>
                <a:lnTo>
                  <a:pt x="6783" y="6414"/>
                </a:lnTo>
                <a:lnTo>
                  <a:pt x="6784" y="6412"/>
                </a:lnTo>
                <a:lnTo>
                  <a:pt x="6784" y="6409"/>
                </a:lnTo>
                <a:lnTo>
                  <a:pt x="6784" y="6408"/>
                </a:lnTo>
                <a:lnTo>
                  <a:pt x="6783" y="6407"/>
                </a:lnTo>
                <a:lnTo>
                  <a:pt x="6783" y="6406"/>
                </a:lnTo>
                <a:lnTo>
                  <a:pt x="6783" y="6405"/>
                </a:lnTo>
                <a:lnTo>
                  <a:pt x="6784" y="6405"/>
                </a:lnTo>
                <a:lnTo>
                  <a:pt x="6785" y="6404"/>
                </a:lnTo>
                <a:lnTo>
                  <a:pt x="6785" y="6403"/>
                </a:lnTo>
                <a:lnTo>
                  <a:pt x="6785" y="6402"/>
                </a:lnTo>
                <a:lnTo>
                  <a:pt x="6784" y="6402"/>
                </a:lnTo>
                <a:lnTo>
                  <a:pt x="6784" y="6403"/>
                </a:lnTo>
                <a:lnTo>
                  <a:pt x="6784" y="6404"/>
                </a:lnTo>
                <a:lnTo>
                  <a:pt x="6784" y="6405"/>
                </a:lnTo>
                <a:lnTo>
                  <a:pt x="6783" y="6405"/>
                </a:lnTo>
                <a:lnTo>
                  <a:pt x="6782" y="6405"/>
                </a:lnTo>
                <a:lnTo>
                  <a:pt x="6782" y="6404"/>
                </a:lnTo>
                <a:lnTo>
                  <a:pt x="6781" y="6404"/>
                </a:lnTo>
                <a:lnTo>
                  <a:pt x="6781" y="6405"/>
                </a:lnTo>
                <a:lnTo>
                  <a:pt x="6781" y="6406"/>
                </a:lnTo>
                <a:lnTo>
                  <a:pt x="6782" y="6406"/>
                </a:lnTo>
                <a:lnTo>
                  <a:pt x="6783" y="6408"/>
                </a:lnTo>
                <a:lnTo>
                  <a:pt x="6783" y="6410"/>
                </a:lnTo>
                <a:lnTo>
                  <a:pt x="6783" y="6411"/>
                </a:lnTo>
                <a:lnTo>
                  <a:pt x="6782" y="6411"/>
                </a:lnTo>
                <a:lnTo>
                  <a:pt x="6782" y="6412"/>
                </a:lnTo>
                <a:lnTo>
                  <a:pt x="6781" y="6412"/>
                </a:lnTo>
                <a:lnTo>
                  <a:pt x="6781" y="6413"/>
                </a:lnTo>
                <a:lnTo>
                  <a:pt x="6780" y="6413"/>
                </a:lnTo>
                <a:lnTo>
                  <a:pt x="6779" y="6413"/>
                </a:lnTo>
                <a:lnTo>
                  <a:pt x="6779" y="6414"/>
                </a:lnTo>
                <a:lnTo>
                  <a:pt x="6778" y="6414"/>
                </a:lnTo>
                <a:lnTo>
                  <a:pt x="6778" y="6415"/>
                </a:lnTo>
                <a:lnTo>
                  <a:pt x="6777" y="6417"/>
                </a:lnTo>
                <a:lnTo>
                  <a:pt x="6777" y="6418"/>
                </a:lnTo>
                <a:lnTo>
                  <a:pt x="6776" y="6419"/>
                </a:lnTo>
                <a:lnTo>
                  <a:pt x="6775" y="6419"/>
                </a:lnTo>
                <a:lnTo>
                  <a:pt x="6775" y="6420"/>
                </a:lnTo>
                <a:lnTo>
                  <a:pt x="6775" y="6421"/>
                </a:lnTo>
                <a:lnTo>
                  <a:pt x="6774" y="6421"/>
                </a:lnTo>
                <a:lnTo>
                  <a:pt x="6774" y="6422"/>
                </a:lnTo>
                <a:lnTo>
                  <a:pt x="6773" y="6422"/>
                </a:lnTo>
                <a:lnTo>
                  <a:pt x="6772" y="6422"/>
                </a:lnTo>
                <a:lnTo>
                  <a:pt x="6770" y="6421"/>
                </a:lnTo>
                <a:lnTo>
                  <a:pt x="6768" y="6421"/>
                </a:lnTo>
                <a:lnTo>
                  <a:pt x="6767" y="6421"/>
                </a:lnTo>
                <a:lnTo>
                  <a:pt x="6766" y="6421"/>
                </a:lnTo>
                <a:lnTo>
                  <a:pt x="6765" y="6421"/>
                </a:lnTo>
                <a:lnTo>
                  <a:pt x="6764" y="6421"/>
                </a:lnTo>
                <a:lnTo>
                  <a:pt x="6763" y="6421"/>
                </a:lnTo>
                <a:lnTo>
                  <a:pt x="6762" y="6422"/>
                </a:lnTo>
                <a:lnTo>
                  <a:pt x="6761" y="6422"/>
                </a:lnTo>
                <a:lnTo>
                  <a:pt x="6760" y="6422"/>
                </a:lnTo>
                <a:lnTo>
                  <a:pt x="6760" y="6423"/>
                </a:lnTo>
                <a:lnTo>
                  <a:pt x="6758" y="6424"/>
                </a:lnTo>
                <a:lnTo>
                  <a:pt x="6758" y="6425"/>
                </a:lnTo>
                <a:lnTo>
                  <a:pt x="6758" y="6426"/>
                </a:lnTo>
                <a:lnTo>
                  <a:pt x="6757" y="6426"/>
                </a:lnTo>
                <a:lnTo>
                  <a:pt x="6757" y="6427"/>
                </a:lnTo>
                <a:lnTo>
                  <a:pt x="6756" y="6428"/>
                </a:lnTo>
                <a:lnTo>
                  <a:pt x="6758" y="6429"/>
                </a:lnTo>
                <a:lnTo>
                  <a:pt x="6759" y="6430"/>
                </a:lnTo>
                <a:lnTo>
                  <a:pt x="6760" y="6429"/>
                </a:lnTo>
                <a:lnTo>
                  <a:pt x="6761" y="6430"/>
                </a:lnTo>
                <a:lnTo>
                  <a:pt x="6762" y="6431"/>
                </a:lnTo>
                <a:lnTo>
                  <a:pt x="6762" y="6432"/>
                </a:lnTo>
                <a:lnTo>
                  <a:pt x="6761" y="6433"/>
                </a:lnTo>
                <a:lnTo>
                  <a:pt x="6760" y="6433"/>
                </a:lnTo>
                <a:lnTo>
                  <a:pt x="6758" y="6433"/>
                </a:lnTo>
                <a:lnTo>
                  <a:pt x="6759" y="6432"/>
                </a:lnTo>
                <a:lnTo>
                  <a:pt x="6758" y="6431"/>
                </a:lnTo>
                <a:lnTo>
                  <a:pt x="6757" y="6431"/>
                </a:lnTo>
                <a:lnTo>
                  <a:pt x="6756" y="6431"/>
                </a:lnTo>
                <a:lnTo>
                  <a:pt x="6755" y="6430"/>
                </a:lnTo>
                <a:lnTo>
                  <a:pt x="6754" y="6429"/>
                </a:lnTo>
                <a:lnTo>
                  <a:pt x="6754" y="6428"/>
                </a:lnTo>
                <a:lnTo>
                  <a:pt x="6755" y="6428"/>
                </a:lnTo>
                <a:lnTo>
                  <a:pt x="6756" y="6427"/>
                </a:lnTo>
                <a:lnTo>
                  <a:pt x="6754" y="6427"/>
                </a:lnTo>
                <a:lnTo>
                  <a:pt x="6753" y="6426"/>
                </a:lnTo>
                <a:lnTo>
                  <a:pt x="6752" y="6426"/>
                </a:lnTo>
                <a:lnTo>
                  <a:pt x="6752" y="6427"/>
                </a:lnTo>
                <a:lnTo>
                  <a:pt x="6751" y="6427"/>
                </a:lnTo>
                <a:lnTo>
                  <a:pt x="6749" y="6427"/>
                </a:lnTo>
                <a:lnTo>
                  <a:pt x="6749" y="6428"/>
                </a:lnTo>
                <a:lnTo>
                  <a:pt x="6747" y="6428"/>
                </a:lnTo>
                <a:lnTo>
                  <a:pt x="6746" y="6429"/>
                </a:lnTo>
                <a:lnTo>
                  <a:pt x="6745" y="6430"/>
                </a:lnTo>
                <a:lnTo>
                  <a:pt x="6744" y="6430"/>
                </a:lnTo>
                <a:lnTo>
                  <a:pt x="6742" y="6430"/>
                </a:lnTo>
                <a:lnTo>
                  <a:pt x="6742" y="6431"/>
                </a:lnTo>
                <a:lnTo>
                  <a:pt x="6741" y="6431"/>
                </a:lnTo>
                <a:lnTo>
                  <a:pt x="6740" y="6431"/>
                </a:lnTo>
                <a:lnTo>
                  <a:pt x="6739" y="6431"/>
                </a:lnTo>
                <a:lnTo>
                  <a:pt x="6737" y="6432"/>
                </a:lnTo>
                <a:lnTo>
                  <a:pt x="6736" y="6433"/>
                </a:lnTo>
                <a:lnTo>
                  <a:pt x="6735" y="6432"/>
                </a:lnTo>
                <a:lnTo>
                  <a:pt x="6735" y="6431"/>
                </a:lnTo>
                <a:lnTo>
                  <a:pt x="6735" y="6432"/>
                </a:lnTo>
                <a:lnTo>
                  <a:pt x="6735" y="6433"/>
                </a:lnTo>
                <a:lnTo>
                  <a:pt x="6734" y="6433"/>
                </a:lnTo>
                <a:lnTo>
                  <a:pt x="6734" y="6434"/>
                </a:lnTo>
                <a:lnTo>
                  <a:pt x="6734" y="6436"/>
                </a:lnTo>
                <a:lnTo>
                  <a:pt x="6734" y="6438"/>
                </a:lnTo>
                <a:lnTo>
                  <a:pt x="6734" y="6439"/>
                </a:lnTo>
                <a:lnTo>
                  <a:pt x="6735" y="6440"/>
                </a:lnTo>
                <a:lnTo>
                  <a:pt x="6735" y="6441"/>
                </a:lnTo>
                <a:lnTo>
                  <a:pt x="6734" y="6441"/>
                </a:lnTo>
                <a:lnTo>
                  <a:pt x="6732" y="6442"/>
                </a:lnTo>
                <a:lnTo>
                  <a:pt x="6731" y="6442"/>
                </a:lnTo>
                <a:lnTo>
                  <a:pt x="6730" y="6443"/>
                </a:lnTo>
                <a:lnTo>
                  <a:pt x="6730" y="6444"/>
                </a:lnTo>
                <a:lnTo>
                  <a:pt x="6730" y="6445"/>
                </a:lnTo>
                <a:lnTo>
                  <a:pt x="6730" y="6446"/>
                </a:lnTo>
                <a:lnTo>
                  <a:pt x="6731" y="6447"/>
                </a:lnTo>
                <a:lnTo>
                  <a:pt x="6732" y="6447"/>
                </a:lnTo>
                <a:lnTo>
                  <a:pt x="6733" y="6447"/>
                </a:lnTo>
                <a:lnTo>
                  <a:pt x="6733" y="6448"/>
                </a:lnTo>
                <a:lnTo>
                  <a:pt x="6733" y="6449"/>
                </a:lnTo>
                <a:lnTo>
                  <a:pt x="6732" y="6449"/>
                </a:lnTo>
                <a:lnTo>
                  <a:pt x="6732" y="6450"/>
                </a:lnTo>
                <a:lnTo>
                  <a:pt x="6731" y="6450"/>
                </a:lnTo>
                <a:lnTo>
                  <a:pt x="6730" y="6451"/>
                </a:lnTo>
                <a:lnTo>
                  <a:pt x="6728" y="6451"/>
                </a:lnTo>
                <a:lnTo>
                  <a:pt x="6727" y="6452"/>
                </a:lnTo>
                <a:lnTo>
                  <a:pt x="6725" y="6454"/>
                </a:lnTo>
                <a:lnTo>
                  <a:pt x="6724" y="6455"/>
                </a:lnTo>
                <a:lnTo>
                  <a:pt x="6723" y="6455"/>
                </a:lnTo>
                <a:lnTo>
                  <a:pt x="6723" y="6454"/>
                </a:lnTo>
                <a:lnTo>
                  <a:pt x="6723" y="6453"/>
                </a:lnTo>
                <a:lnTo>
                  <a:pt x="6721" y="6453"/>
                </a:lnTo>
                <a:lnTo>
                  <a:pt x="6720" y="6453"/>
                </a:lnTo>
                <a:lnTo>
                  <a:pt x="6718" y="6452"/>
                </a:lnTo>
                <a:lnTo>
                  <a:pt x="6718" y="6451"/>
                </a:lnTo>
                <a:lnTo>
                  <a:pt x="6718" y="6449"/>
                </a:lnTo>
                <a:lnTo>
                  <a:pt x="6718" y="6448"/>
                </a:lnTo>
                <a:lnTo>
                  <a:pt x="6718" y="6447"/>
                </a:lnTo>
                <a:lnTo>
                  <a:pt x="6718" y="6446"/>
                </a:lnTo>
                <a:lnTo>
                  <a:pt x="6718" y="6445"/>
                </a:lnTo>
                <a:lnTo>
                  <a:pt x="6717" y="6445"/>
                </a:lnTo>
                <a:lnTo>
                  <a:pt x="6715" y="6443"/>
                </a:lnTo>
                <a:lnTo>
                  <a:pt x="6714" y="6443"/>
                </a:lnTo>
                <a:lnTo>
                  <a:pt x="6712" y="6443"/>
                </a:lnTo>
                <a:lnTo>
                  <a:pt x="6711" y="6443"/>
                </a:lnTo>
                <a:lnTo>
                  <a:pt x="6711" y="6444"/>
                </a:lnTo>
                <a:lnTo>
                  <a:pt x="6709" y="6444"/>
                </a:lnTo>
                <a:lnTo>
                  <a:pt x="6708" y="6444"/>
                </a:lnTo>
                <a:lnTo>
                  <a:pt x="6706" y="6443"/>
                </a:lnTo>
                <a:lnTo>
                  <a:pt x="6705" y="6442"/>
                </a:lnTo>
                <a:lnTo>
                  <a:pt x="6705" y="6441"/>
                </a:lnTo>
                <a:lnTo>
                  <a:pt x="6704" y="6441"/>
                </a:lnTo>
                <a:lnTo>
                  <a:pt x="6703" y="6441"/>
                </a:lnTo>
                <a:lnTo>
                  <a:pt x="6703" y="6442"/>
                </a:lnTo>
                <a:lnTo>
                  <a:pt x="6702" y="6443"/>
                </a:lnTo>
                <a:lnTo>
                  <a:pt x="6701" y="6443"/>
                </a:lnTo>
                <a:lnTo>
                  <a:pt x="6703" y="6444"/>
                </a:lnTo>
                <a:lnTo>
                  <a:pt x="6705" y="6445"/>
                </a:lnTo>
                <a:lnTo>
                  <a:pt x="6705" y="6446"/>
                </a:lnTo>
                <a:lnTo>
                  <a:pt x="6705" y="6447"/>
                </a:lnTo>
                <a:lnTo>
                  <a:pt x="6704" y="6448"/>
                </a:lnTo>
                <a:lnTo>
                  <a:pt x="6704" y="6449"/>
                </a:lnTo>
                <a:lnTo>
                  <a:pt x="6705" y="6448"/>
                </a:lnTo>
                <a:lnTo>
                  <a:pt x="6706" y="6449"/>
                </a:lnTo>
                <a:lnTo>
                  <a:pt x="6707" y="6449"/>
                </a:lnTo>
                <a:lnTo>
                  <a:pt x="6707" y="6450"/>
                </a:lnTo>
                <a:lnTo>
                  <a:pt x="6709" y="6450"/>
                </a:lnTo>
                <a:lnTo>
                  <a:pt x="6710" y="6449"/>
                </a:lnTo>
                <a:lnTo>
                  <a:pt x="6711" y="6449"/>
                </a:lnTo>
                <a:lnTo>
                  <a:pt x="6712" y="6449"/>
                </a:lnTo>
                <a:lnTo>
                  <a:pt x="6712" y="6450"/>
                </a:lnTo>
                <a:lnTo>
                  <a:pt x="6713" y="6450"/>
                </a:lnTo>
                <a:lnTo>
                  <a:pt x="6714" y="6451"/>
                </a:lnTo>
                <a:lnTo>
                  <a:pt x="6715" y="6451"/>
                </a:lnTo>
                <a:lnTo>
                  <a:pt x="6716" y="6452"/>
                </a:lnTo>
                <a:lnTo>
                  <a:pt x="6718" y="6453"/>
                </a:lnTo>
                <a:lnTo>
                  <a:pt x="6719" y="6454"/>
                </a:lnTo>
                <a:lnTo>
                  <a:pt x="6720" y="6454"/>
                </a:lnTo>
                <a:lnTo>
                  <a:pt x="6721" y="6454"/>
                </a:lnTo>
                <a:lnTo>
                  <a:pt x="6721" y="6455"/>
                </a:lnTo>
                <a:lnTo>
                  <a:pt x="6722" y="6456"/>
                </a:lnTo>
                <a:lnTo>
                  <a:pt x="6722" y="6457"/>
                </a:lnTo>
                <a:lnTo>
                  <a:pt x="6721" y="6458"/>
                </a:lnTo>
                <a:lnTo>
                  <a:pt x="6720" y="6459"/>
                </a:lnTo>
                <a:lnTo>
                  <a:pt x="6717" y="6462"/>
                </a:lnTo>
                <a:lnTo>
                  <a:pt x="6716" y="6463"/>
                </a:lnTo>
                <a:lnTo>
                  <a:pt x="6715" y="6465"/>
                </a:lnTo>
                <a:lnTo>
                  <a:pt x="6714" y="6466"/>
                </a:lnTo>
                <a:lnTo>
                  <a:pt x="6714" y="6467"/>
                </a:lnTo>
                <a:lnTo>
                  <a:pt x="6713" y="6468"/>
                </a:lnTo>
                <a:lnTo>
                  <a:pt x="6713" y="6469"/>
                </a:lnTo>
                <a:lnTo>
                  <a:pt x="6712" y="6469"/>
                </a:lnTo>
                <a:lnTo>
                  <a:pt x="6712" y="6471"/>
                </a:lnTo>
                <a:lnTo>
                  <a:pt x="6711" y="6472"/>
                </a:lnTo>
                <a:lnTo>
                  <a:pt x="6711" y="6473"/>
                </a:lnTo>
                <a:lnTo>
                  <a:pt x="6711" y="6474"/>
                </a:lnTo>
                <a:lnTo>
                  <a:pt x="6711" y="6475"/>
                </a:lnTo>
                <a:lnTo>
                  <a:pt x="6711" y="6476"/>
                </a:lnTo>
                <a:lnTo>
                  <a:pt x="6711" y="6477"/>
                </a:lnTo>
                <a:lnTo>
                  <a:pt x="6711" y="6479"/>
                </a:lnTo>
                <a:lnTo>
                  <a:pt x="6712" y="6479"/>
                </a:lnTo>
                <a:lnTo>
                  <a:pt x="6713" y="6480"/>
                </a:lnTo>
                <a:lnTo>
                  <a:pt x="6714" y="6480"/>
                </a:lnTo>
                <a:lnTo>
                  <a:pt x="6714" y="6481"/>
                </a:lnTo>
                <a:lnTo>
                  <a:pt x="6715" y="6481"/>
                </a:lnTo>
                <a:lnTo>
                  <a:pt x="6714" y="6483"/>
                </a:lnTo>
                <a:lnTo>
                  <a:pt x="6713" y="6484"/>
                </a:lnTo>
                <a:lnTo>
                  <a:pt x="6712" y="6484"/>
                </a:lnTo>
                <a:lnTo>
                  <a:pt x="6711" y="6484"/>
                </a:lnTo>
                <a:lnTo>
                  <a:pt x="6710" y="6483"/>
                </a:lnTo>
                <a:lnTo>
                  <a:pt x="6709" y="6484"/>
                </a:lnTo>
                <a:lnTo>
                  <a:pt x="6709" y="6485"/>
                </a:lnTo>
                <a:lnTo>
                  <a:pt x="6709" y="6486"/>
                </a:lnTo>
                <a:lnTo>
                  <a:pt x="6708" y="6486"/>
                </a:lnTo>
                <a:lnTo>
                  <a:pt x="6708" y="6485"/>
                </a:lnTo>
                <a:lnTo>
                  <a:pt x="6708" y="6484"/>
                </a:lnTo>
                <a:lnTo>
                  <a:pt x="6708" y="6483"/>
                </a:lnTo>
                <a:lnTo>
                  <a:pt x="6709" y="6483"/>
                </a:lnTo>
                <a:lnTo>
                  <a:pt x="6709" y="6482"/>
                </a:lnTo>
                <a:lnTo>
                  <a:pt x="6709" y="6481"/>
                </a:lnTo>
                <a:lnTo>
                  <a:pt x="6708" y="6481"/>
                </a:lnTo>
                <a:lnTo>
                  <a:pt x="6709" y="6480"/>
                </a:lnTo>
                <a:lnTo>
                  <a:pt x="6709" y="6479"/>
                </a:lnTo>
                <a:lnTo>
                  <a:pt x="6709" y="6477"/>
                </a:lnTo>
                <a:lnTo>
                  <a:pt x="6708" y="6476"/>
                </a:lnTo>
                <a:lnTo>
                  <a:pt x="6707" y="6476"/>
                </a:lnTo>
                <a:lnTo>
                  <a:pt x="6706" y="6475"/>
                </a:lnTo>
                <a:lnTo>
                  <a:pt x="6705" y="6475"/>
                </a:lnTo>
                <a:lnTo>
                  <a:pt x="6703" y="6475"/>
                </a:lnTo>
                <a:lnTo>
                  <a:pt x="6703" y="6474"/>
                </a:lnTo>
                <a:lnTo>
                  <a:pt x="6701" y="6474"/>
                </a:lnTo>
                <a:lnTo>
                  <a:pt x="6700" y="6475"/>
                </a:lnTo>
                <a:lnTo>
                  <a:pt x="6699" y="6475"/>
                </a:lnTo>
                <a:lnTo>
                  <a:pt x="6697" y="6475"/>
                </a:lnTo>
                <a:lnTo>
                  <a:pt x="6696" y="6475"/>
                </a:lnTo>
                <a:lnTo>
                  <a:pt x="6696" y="6476"/>
                </a:lnTo>
                <a:lnTo>
                  <a:pt x="6695" y="6476"/>
                </a:lnTo>
                <a:lnTo>
                  <a:pt x="6694" y="6477"/>
                </a:lnTo>
                <a:lnTo>
                  <a:pt x="6692" y="6478"/>
                </a:lnTo>
                <a:lnTo>
                  <a:pt x="6692" y="6477"/>
                </a:lnTo>
                <a:lnTo>
                  <a:pt x="6692" y="6476"/>
                </a:lnTo>
                <a:lnTo>
                  <a:pt x="6691" y="6476"/>
                </a:lnTo>
                <a:lnTo>
                  <a:pt x="6689" y="6476"/>
                </a:lnTo>
                <a:lnTo>
                  <a:pt x="6688" y="6477"/>
                </a:lnTo>
                <a:lnTo>
                  <a:pt x="6687" y="6477"/>
                </a:lnTo>
                <a:lnTo>
                  <a:pt x="6686" y="6477"/>
                </a:lnTo>
                <a:lnTo>
                  <a:pt x="6685" y="6477"/>
                </a:lnTo>
                <a:lnTo>
                  <a:pt x="6685" y="6478"/>
                </a:lnTo>
                <a:lnTo>
                  <a:pt x="6684" y="6479"/>
                </a:lnTo>
                <a:lnTo>
                  <a:pt x="6683" y="6479"/>
                </a:lnTo>
                <a:lnTo>
                  <a:pt x="6683" y="6478"/>
                </a:lnTo>
                <a:lnTo>
                  <a:pt x="6682" y="6477"/>
                </a:lnTo>
                <a:lnTo>
                  <a:pt x="6681" y="6477"/>
                </a:lnTo>
                <a:lnTo>
                  <a:pt x="6680" y="6476"/>
                </a:lnTo>
                <a:lnTo>
                  <a:pt x="6679" y="6476"/>
                </a:lnTo>
                <a:lnTo>
                  <a:pt x="6679" y="6475"/>
                </a:lnTo>
                <a:lnTo>
                  <a:pt x="6680" y="6474"/>
                </a:lnTo>
                <a:lnTo>
                  <a:pt x="6680" y="6473"/>
                </a:lnTo>
                <a:lnTo>
                  <a:pt x="6680" y="6472"/>
                </a:lnTo>
                <a:lnTo>
                  <a:pt x="6680" y="6471"/>
                </a:lnTo>
                <a:lnTo>
                  <a:pt x="6680" y="6470"/>
                </a:lnTo>
                <a:lnTo>
                  <a:pt x="6681" y="6470"/>
                </a:lnTo>
                <a:lnTo>
                  <a:pt x="6681" y="6469"/>
                </a:lnTo>
                <a:lnTo>
                  <a:pt x="6680" y="6468"/>
                </a:lnTo>
                <a:lnTo>
                  <a:pt x="6678" y="6467"/>
                </a:lnTo>
                <a:lnTo>
                  <a:pt x="6678" y="6466"/>
                </a:lnTo>
                <a:lnTo>
                  <a:pt x="6678" y="6465"/>
                </a:lnTo>
                <a:lnTo>
                  <a:pt x="6678" y="6464"/>
                </a:lnTo>
                <a:lnTo>
                  <a:pt x="6679" y="6462"/>
                </a:lnTo>
                <a:lnTo>
                  <a:pt x="6680" y="6461"/>
                </a:lnTo>
                <a:lnTo>
                  <a:pt x="6680" y="6460"/>
                </a:lnTo>
                <a:lnTo>
                  <a:pt x="6680" y="6458"/>
                </a:lnTo>
                <a:lnTo>
                  <a:pt x="6679" y="6457"/>
                </a:lnTo>
                <a:lnTo>
                  <a:pt x="6678" y="6456"/>
                </a:lnTo>
                <a:lnTo>
                  <a:pt x="6678" y="6455"/>
                </a:lnTo>
                <a:lnTo>
                  <a:pt x="6677" y="6454"/>
                </a:lnTo>
                <a:lnTo>
                  <a:pt x="6678" y="6454"/>
                </a:lnTo>
                <a:lnTo>
                  <a:pt x="6678" y="6453"/>
                </a:lnTo>
                <a:lnTo>
                  <a:pt x="6678" y="6452"/>
                </a:lnTo>
                <a:lnTo>
                  <a:pt x="6677" y="6451"/>
                </a:lnTo>
                <a:lnTo>
                  <a:pt x="6677" y="6450"/>
                </a:lnTo>
                <a:lnTo>
                  <a:pt x="6678" y="6448"/>
                </a:lnTo>
                <a:lnTo>
                  <a:pt x="6679" y="6447"/>
                </a:lnTo>
                <a:lnTo>
                  <a:pt x="6680" y="6446"/>
                </a:lnTo>
                <a:lnTo>
                  <a:pt x="6680" y="6445"/>
                </a:lnTo>
                <a:lnTo>
                  <a:pt x="6681" y="6445"/>
                </a:lnTo>
                <a:lnTo>
                  <a:pt x="6683" y="6444"/>
                </a:lnTo>
                <a:lnTo>
                  <a:pt x="6684" y="6444"/>
                </a:lnTo>
                <a:lnTo>
                  <a:pt x="6686" y="6441"/>
                </a:lnTo>
                <a:lnTo>
                  <a:pt x="6687" y="6441"/>
                </a:lnTo>
                <a:lnTo>
                  <a:pt x="6687" y="6440"/>
                </a:lnTo>
                <a:lnTo>
                  <a:pt x="6688" y="6441"/>
                </a:lnTo>
                <a:lnTo>
                  <a:pt x="6689" y="6440"/>
                </a:lnTo>
                <a:lnTo>
                  <a:pt x="6691" y="6439"/>
                </a:lnTo>
                <a:lnTo>
                  <a:pt x="6692" y="6438"/>
                </a:lnTo>
                <a:lnTo>
                  <a:pt x="6692" y="6437"/>
                </a:lnTo>
                <a:lnTo>
                  <a:pt x="6692" y="6436"/>
                </a:lnTo>
                <a:lnTo>
                  <a:pt x="6691" y="6436"/>
                </a:lnTo>
                <a:lnTo>
                  <a:pt x="6690" y="6435"/>
                </a:lnTo>
                <a:lnTo>
                  <a:pt x="6689" y="6434"/>
                </a:lnTo>
                <a:lnTo>
                  <a:pt x="6688" y="6434"/>
                </a:lnTo>
                <a:lnTo>
                  <a:pt x="6688" y="6432"/>
                </a:lnTo>
                <a:lnTo>
                  <a:pt x="6687" y="6432"/>
                </a:lnTo>
                <a:lnTo>
                  <a:pt x="6686" y="6431"/>
                </a:lnTo>
                <a:lnTo>
                  <a:pt x="6686" y="6430"/>
                </a:lnTo>
                <a:lnTo>
                  <a:pt x="6685" y="6431"/>
                </a:lnTo>
                <a:lnTo>
                  <a:pt x="6685" y="6430"/>
                </a:lnTo>
                <a:lnTo>
                  <a:pt x="6683" y="6429"/>
                </a:lnTo>
                <a:lnTo>
                  <a:pt x="6683" y="6428"/>
                </a:lnTo>
                <a:lnTo>
                  <a:pt x="6683" y="6429"/>
                </a:lnTo>
                <a:lnTo>
                  <a:pt x="6684" y="6429"/>
                </a:lnTo>
                <a:lnTo>
                  <a:pt x="6685" y="6431"/>
                </a:lnTo>
                <a:lnTo>
                  <a:pt x="6685" y="6432"/>
                </a:lnTo>
                <a:lnTo>
                  <a:pt x="6685" y="6433"/>
                </a:lnTo>
                <a:lnTo>
                  <a:pt x="6684" y="6433"/>
                </a:lnTo>
                <a:lnTo>
                  <a:pt x="6684" y="6432"/>
                </a:lnTo>
                <a:lnTo>
                  <a:pt x="6683" y="6431"/>
                </a:lnTo>
                <a:lnTo>
                  <a:pt x="6683" y="6430"/>
                </a:lnTo>
                <a:lnTo>
                  <a:pt x="6682" y="6430"/>
                </a:lnTo>
                <a:lnTo>
                  <a:pt x="6681" y="6430"/>
                </a:lnTo>
                <a:lnTo>
                  <a:pt x="6681" y="6431"/>
                </a:lnTo>
                <a:lnTo>
                  <a:pt x="6682" y="6431"/>
                </a:lnTo>
                <a:lnTo>
                  <a:pt x="6683" y="6432"/>
                </a:lnTo>
                <a:lnTo>
                  <a:pt x="6683" y="6433"/>
                </a:lnTo>
                <a:lnTo>
                  <a:pt x="6683" y="6434"/>
                </a:lnTo>
                <a:lnTo>
                  <a:pt x="6683" y="6435"/>
                </a:lnTo>
                <a:lnTo>
                  <a:pt x="6683" y="6437"/>
                </a:lnTo>
                <a:lnTo>
                  <a:pt x="6682" y="6437"/>
                </a:lnTo>
                <a:lnTo>
                  <a:pt x="6682" y="6439"/>
                </a:lnTo>
                <a:lnTo>
                  <a:pt x="6681" y="6439"/>
                </a:lnTo>
                <a:lnTo>
                  <a:pt x="6680" y="6439"/>
                </a:lnTo>
                <a:lnTo>
                  <a:pt x="6679" y="6440"/>
                </a:lnTo>
                <a:lnTo>
                  <a:pt x="6678" y="6441"/>
                </a:lnTo>
                <a:lnTo>
                  <a:pt x="6676" y="6441"/>
                </a:lnTo>
                <a:lnTo>
                  <a:pt x="6675" y="6441"/>
                </a:lnTo>
                <a:lnTo>
                  <a:pt x="6674" y="6440"/>
                </a:lnTo>
                <a:lnTo>
                  <a:pt x="6673" y="6440"/>
                </a:lnTo>
                <a:lnTo>
                  <a:pt x="6673" y="6439"/>
                </a:lnTo>
                <a:lnTo>
                  <a:pt x="6673" y="6438"/>
                </a:lnTo>
                <a:lnTo>
                  <a:pt x="6672" y="6438"/>
                </a:lnTo>
                <a:lnTo>
                  <a:pt x="6671" y="6437"/>
                </a:lnTo>
                <a:lnTo>
                  <a:pt x="6671" y="6438"/>
                </a:lnTo>
                <a:lnTo>
                  <a:pt x="6671" y="6439"/>
                </a:lnTo>
                <a:lnTo>
                  <a:pt x="6670" y="6439"/>
                </a:lnTo>
                <a:lnTo>
                  <a:pt x="6669" y="6439"/>
                </a:lnTo>
                <a:lnTo>
                  <a:pt x="6667" y="6439"/>
                </a:lnTo>
                <a:lnTo>
                  <a:pt x="6666" y="6440"/>
                </a:lnTo>
                <a:lnTo>
                  <a:pt x="6666" y="6441"/>
                </a:lnTo>
                <a:lnTo>
                  <a:pt x="6667" y="6442"/>
                </a:lnTo>
                <a:lnTo>
                  <a:pt x="6666" y="6442"/>
                </a:lnTo>
                <a:lnTo>
                  <a:pt x="6666" y="6443"/>
                </a:lnTo>
                <a:lnTo>
                  <a:pt x="6665" y="6443"/>
                </a:lnTo>
                <a:lnTo>
                  <a:pt x="6665" y="6442"/>
                </a:lnTo>
                <a:lnTo>
                  <a:pt x="6664" y="6443"/>
                </a:lnTo>
                <a:lnTo>
                  <a:pt x="6662" y="6443"/>
                </a:lnTo>
                <a:lnTo>
                  <a:pt x="6661" y="6444"/>
                </a:lnTo>
                <a:lnTo>
                  <a:pt x="6660" y="6444"/>
                </a:lnTo>
                <a:lnTo>
                  <a:pt x="6660" y="6445"/>
                </a:lnTo>
                <a:lnTo>
                  <a:pt x="6659" y="6445"/>
                </a:lnTo>
                <a:lnTo>
                  <a:pt x="6658" y="6445"/>
                </a:lnTo>
                <a:lnTo>
                  <a:pt x="6658" y="6446"/>
                </a:lnTo>
                <a:lnTo>
                  <a:pt x="6658" y="6448"/>
                </a:lnTo>
                <a:lnTo>
                  <a:pt x="6657" y="6448"/>
                </a:lnTo>
                <a:lnTo>
                  <a:pt x="6657" y="6449"/>
                </a:lnTo>
                <a:lnTo>
                  <a:pt x="6652" y="6451"/>
                </a:lnTo>
                <a:lnTo>
                  <a:pt x="6649" y="6453"/>
                </a:lnTo>
                <a:lnTo>
                  <a:pt x="6646" y="6454"/>
                </a:lnTo>
                <a:lnTo>
                  <a:pt x="6645" y="6455"/>
                </a:lnTo>
                <a:lnTo>
                  <a:pt x="6644" y="6455"/>
                </a:lnTo>
                <a:lnTo>
                  <a:pt x="6644" y="6456"/>
                </a:lnTo>
                <a:lnTo>
                  <a:pt x="6645" y="6457"/>
                </a:lnTo>
                <a:lnTo>
                  <a:pt x="6646" y="6457"/>
                </a:lnTo>
                <a:lnTo>
                  <a:pt x="6646" y="6458"/>
                </a:lnTo>
                <a:lnTo>
                  <a:pt x="6646" y="6459"/>
                </a:lnTo>
                <a:lnTo>
                  <a:pt x="6646" y="6460"/>
                </a:lnTo>
                <a:lnTo>
                  <a:pt x="6647" y="6460"/>
                </a:lnTo>
                <a:lnTo>
                  <a:pt x="6647" y="6461"/>
                </a:lnTo>
                <a:lnTo>
                  <a:pt x="6647" y="6462"/>
                </a:lnTo>
                <a:lnTo>
                  <a:pt x="6646" y="6462"/>
                </a:lnTo>
                <a:lnTo>
                  <a:pt x="6644" y="6461"/>
                </a:lnTo>
                <a:lnTo>
                  <a:pt x="6643" y="6461"/>
                </a:lnTo>
                <a:lnTo>
                  <a:pt x="6643" y="6460"/>
                </a:lnTo>
                <a:lnTo>
                  <a:pt x="6642" y="6459"/>
                </a:lnTo>
                <a:lnTo>
                  <a:pt x="6642" y="6460"/>
                </a:lnTo>
                <a:lnTo>
                  <a:pt x="6641" y="6459"/>
                </a:lnTo>
                <a:lnTo>
                  <a:pt x="6640" y="6459"/>
                </a:lnTo>
                <a:lnTo>
                  <a:pt x="6640" y="6458"/>
                </a:lnTo>
                <a:lnTo>
                  <a:pt x="6639" y="6458"/>
                </a:lnTo>
                <a:lnTo>
                  <a:pt x="6638" y="6458"/>
                </a:lnTo>
                <a:lnTo>
                  <a:pt x="6638" y="6459"/>
                </a:lnTo>
                <a:lnTo>
                  <a:pt x="6639" y="6460"/>
                </a:lnTo>
                <a:lnTo>
                  <a:pt x="6639" y="6461"/>
                </a:lnTo>
                <a:lnTo>
                  <a:pt x="6640" y="6461"/>
                </a:lnTo>
                <a:lnTo>
                  <a:pt x="6641" y="6462"/>
                </a:lnTo>
                <a:lnTo>
                  <a:pt x="6641" y="6463"/>
                </a:lnTo>
                <a:lnTo>
                  <a:pt x="6640" y="6464"/>
                </a:lnTo>
                <a:lnTo>
                  <a:pt x="6639" y="6464"/>
                </a:lnTo>
                <a:lnTo>
                  <a:pt x="6637" y="6464"/>
                </a:lnTo>
                <a:lnTo>
                  <a:pt x="6636" y="6464"/>
                </a:lnTo>
                <a:lnTo>
                  <a:pt x="6635" y="6464"/>
                </a:lnTo>
                <a:lnTo>
                  <a:pt x="6635" y="6465"/>
                </a:lnTo>
                <a:lnTo>
                  <a:pt x="6636" y="6465"/>
                </a:lnTo>
                <a:lnTo>
                  <a:pt x="6636" y="6466"/>
                </a:lnTo>
                <a:lnTo>
                  <a:pt x="6636" y="6467"/>
                </a:lnTo>
                <a:lnTo>
                  <a:pt x="6635" y="6468"/>
                </a:lnTo>
                <a:lnTo>
                  <a:pt x="6634" y="6469"/>
                </a:lnTo>
                <a:lnTo>
                  <a:pt x="6634" y="6470"/>
                </a:lnTo>
                <a:lnTo>
                  <a:pt x="6633" y="6470"/>
                </a:lnTo>
                <a:lnTo>
                  <a:pt x="6633" y="6471"/>
                </a:lnTo>
                <a:lnTo>
                  <a:pt x="6634" y="6472"/>
                </a:lnTo>
                <a:lnTo>
                  <a:pt x="6635" y="6472"/>
                </a:lnTo>
                <a:lnTo>
                  <a:pt x="6636" y="6472"/>
                </a:lnTo>
                <a:lnTo>
                  <a:pt x="6637" y="6471"/>
                </a:lnTo>
                <a:lnTo>
                  <a:pt x="6638" y="6470"/>
                </a:lnTo>
                <a:lnTo>
                  <a:pt x="6639" y="6470"/>
                </a:lnTo>
                <a:lnTo>
                  <a:pt x="6639" y="6471"/>
                </a:lnTo>
                <a:lnTo>
                  <a:pt x="6641" y="6471"/>
                </a:lnTo>
                <a:lnTo>
                  <a:pt x="6643" y="6470"/>
                </a:lnTo>
                <a:lnTo>
                  <a:pt x="6644" y="6470"/>
                </a:lnTo>
                <a:lnTo>
                  <a:pt x="6646" y="6470"/>
                </a:lnTo>
                <a:lnTo>
                  <a:pt x="6647" y="6470"/>
                </a:lnTo>
                <a:lnTo>
                  <a:pt x="6647" y="6469"/>
                </a:lnTo>
                <a:lnTo>
                  <a:pt x="6648" y="6468"/>
                </a:lnTo>
                <a:lnTo>
                  <a:pt x="6649" y="6468"/>
                </a:lnTo>
                <a:lnTo>
                  <a:pt x="6650" y="6468"/>
                </a:lnTo>
                <a:lnTo>
                  <a:pt x="6651" y="6468"/>
                </a:lnTo>
                <a:lnTo>
                  <a:pt x="6652" y="6469"/>
                </a:lnTo>
                <a:lnTo>
                  <a:pt x="6652" y="6470"/>
                </a:lnTo>
                <a:lnTo>
                  <a:pt x="6651" y="6469"/>
                </a:lnTo>
                <a:lnTo>
                  <a:pt x="6651" y="6470"/>
                </a:lnTo>
                <a:lnTo>
                  <a:pt x="6651" y="6471"/>
                </a:lnTo>
                <a:lnTo>
                  <a:pt x="6651" y="6472"/>
                </a:lnTo>
                <a:lnTo>
                  <a:pt x="6650" y="6472"/>
                </a:lnTo>
                <a:lnTo>
                  <a:pt x="6649" y="6473"/>
                </a:lnTo>
                <a:lnTo>
                  <a:pt x="6649" y="6474"/>
                </a:lnTo>
                <a:lnTo>
                  <a:pt x="6649" y="6475"/>
                </a:lnTo>
                <a:lnTo>
                  <a:pt x="6649" y="6476"/>
                </a:lnTo>
                <a:lnTo>
                  <a:pt x="6649" y="6477"/>
                </a:lnTo>
                <a:lnTo>
                  <a:pt x="6648" y="6477"/>
                </a:lnTo>
                <a:lnTo>
                  <a:pt x="6647" y="6478"/>
                </a:lnTo>
                <a:lnTo>
                  <a:pt x="6646" y="6479"/>
                </a:lnTo>
                <a:lnTo>
                  <a:pt x="6644" y="6480"/>
                </a:lnTo>
                <a:lnTo>
                  <a:pt x="6642" y="6482"/>
                </a:lnTo>
                <a:lnTo>
                  <a:pt x="6641" y="6482"/>
                </a:lnTo>
                <a:lnTo>
                  <a:pt x="6640" y="6483"/>
                </a:lnTo>
                <a:lnTo>
                  <a:pt x="6639" y="6483"/>
                </a:lnTo>
                <a:lnTo>
                  <a:pt x="6638" y="6483"/>
                </a:lnTo>
                <a:lnTo>
                  <a:pt x="6637" y="6482"/>
                </a:lnTo>
                <a:lnTo>
                  <a:pt x="6637" y="6483"/>
                </a:lnTo>
                <a:lnTo>
                  <a:pt x="6636" y="6483"/>
                </a:lnTo>
                <a:lnTo>
                  <a:pt x="6636" y="6484"/>
                </a:lnTo>
                <a:lnTo>
                  <a:pt x="6635" y="6484"/>
                </a:lnTo>
                <a:lnTo>
                  <a:pt x="6635" y="6485"/>
                </a:lnTo>
                <a:lnTo>
                  <a:pt x="6635" y="6486"/>
                </a:lnTo>
                <a:lnTo>
                  <a:pt x="6635" y="6487"/>
                </a:lnTo>
                <a:lnTo>
                  <a:pt x="6636" y="6488"/>
                </a:lnTo>
                <a:lnTo>
                  <a:pt x="6635" y="6488"/>
                </a:lnTo>
                <a:lnTo>
                  <a:pt x="6635" y="6490"/>
                </a:lnTo>
                <a:lnTo>
                  <a:pt x="6635" y="6491"/>
                </a:lnTo>
                <a:lnTo>
                  <a:pt x="6636" y="6490"/>
                </a:lnTo>
                <a:lnTo>
                  <a:pt x="6639" y="6491"/>
                </a:lnTo>
                <a:lnTo>
                  <a:pt x="6640" y="6489"/>
                </a:lnTo>
                <a:lnTo>
                  <a:pt x="6640" y="6488"/>
                </a:lnTo>
                <a:lnTo>
                  <a:pt x="6641" y="6487"/>
                </a:lnTo>
                <a:lnTo>
                  <a:pt x="6642" y="6487"/>
                </a:lnTo>
                <a:lnTo>
                  <a:pt x="6644" y="6487"/>
                </a:lnTo>
                <a:lnTo>
                  <a:pt x="6645" y="6487"/>
                </a:lnTo>
                <a:lnTo>
                  <a:pt x="6646" y="6489"/>
                </a:lnTo>
                <a:lnTo>
                  <a:pt x="6647" y="6490"/>
                </a:lnTo>
                <a:lnTo>
                  <a:pt x="6648" y="6490"/>
                </a:lnTo>
                <a:lnTo>
                  <a:pt x="6648" y="6491"/>
                </a:lnTo>
                <a:lnTo>
                  <a:pt x="6651" y="6491"/>
                </a:lnTo>
                <a:lnTo>
                  <a:pt x="6653" y="6491"/>
                </a:lnTo>
                <a:lnTo>
                  <a:pt x="6653" y="6492"/>
                </a:lnTo>
                <a:lnTo>
                  <a:pt x="6654" y="6491"/>
                </a:lnTo>
                <a:lnTo>
                  <a:pt x="6655" y="6491"/>
                </a:lnTo>
                <a:lnTo>
                  <a:pt x="6656" y="6491"/>
                </a:lnTo>
                <a:lnTo>
                  <a:pt x="6656" y="6492"/>
                </a:lnTo>
                <a:lnTo>
                  <a:pt x="6656" y="6493"/>
                </a:lnTo>
                <a:lnTo>
                  <a:pt x="6656" y="6494"/>
                </a:lnTo>
                <a:lnTo>
                  <a:pt x="6657" y="6494"/>
                </a:lnTo>
                <a:lnTo>
                  <a:pt x="6658" y="6494"/>
                </a:lnTo>
                <a:lnTo>
                  <a:pt x="6658" y="6495"/>
                </a:lnTo>
                <a:lnTo>
                  <a:pt x="6659" y="6496"/>
                </a:lnTo>
                <a:lnTo>
                  <a:pt x="6660" y="6496"/>
                </a:lnTo>
                <a:lnTo>
                  <a:pt x="6660" y="6497"/>
                </a:lnTo>
                <a:lnTo>
                  <a:pt x="6659" y="6497"/>
                </a:lnTo>
                <a:lnTo>
                  <a:pt x="6659" y="6499"/>
                </a:lnTo>
                <a:lnTo>
                  <a:pt x="6658" y="6500"/>
                </a:lnTo>
                <a:lnTo>
                  <a:pt x="6657" y="6500"/>
                </a:lnTo>
                <a:lnTo>
                  <a:pt x="6655" y="6500"/>
                </a:lnTo>
                <a:lnTo>
                  <a:pt x="6654" y="6501"/>
                </a:lnTo>
                <a:lnTo>
                  <a:pt x="6654" y="6502"/>
                </a:lnTo>
                <a:lnTo>
                  <a:pt x="6654" y="6501"/>
                </a:lnTo>
                <a:lnTo>
                  <a:pt x="6653" y="6501"/>
                </a:lnTo>
                <a:lnTo>
                  <a:pt x="6652" y="6501"/>
                </a:lnTo>
                <a:lnTo>
                  <a:pt x="6652" y="6502"/>
                </a:lnTo>
                <a:lnTo>
                  <a:pt x="6652" y="6503"/>
                </a:lnTo>
                <a:lnTo>
                  <a:pt x="6651" y="6503"/>
                </a:lnTo>
                <a:lnTo>
                  <a:pt x="6649" y="6504"/>
                </a:lnTo>
                <a:lnTo>
                  <a:pt x="6648" y="6505"/>
                </a:lnTo>
                <a:lnTo>
                  <a:pt x="6647" y="6505"/>
                </a:lnTo>
                <a:lnTo>
                  <a:pt x="6647" y="6504"/>
                </a:lnTo>
                <a:lnTo>
                  <a:pt x="6646" y="6504"/>
                </a:lnTo>
                <a:lnTo>
                  <a:pt x="6645" y="6504"/>
                </a:lnTo>
                <a:lnTo>
                  <a:pt x="6644" y="6505"/>
                </a:lnTo>
                <a:lnTo>
                  <a:pt x="6643" y="6505"/>
                </a:lnTo>
                <a:lnTo>
                  <a:pt x="6642" y="6507"/>
                </a:lnTo>
                <a:lnTo>
                  <a:pt x="6642" y="6508"/>
                </a:lnTo>
                <a:lnTo>
                  <a:pt x="6643" y="6508"/>
                </a:lnTo>
                <a:lnTo>
                  <a:pt x="6642" y="6509"/>
                </a:lnTo>
                <a:lnTo>
                  <a:pt x="6641" y="6510"/>
                </a:lnTo>
                <a:lnTo>
                  <a:pt x="6641" y="6511"/>
                </a:lnTo>
                <a:lnTo>
                  <a:pt x="6638" y="6512"/>
                </a:lnTo>
                <a:lnTo>
                  <a:pt x="6637" y="6511"/>
                </a:lnTo>
                <a:lnTo>
                  <a:pt x="6637" y="6509"/>
                </a:lnTo>
                <a:lnTo>
                  <a:pt x="6636" y="6508"/>
                </a:lnTo>
                <a:lnTo>
                  <a:pt x="6634" y="6508"/>
                </a:lnTo>
                <a:lnTo>
                  <a:pt x="6634" y="6506"/>
                </a:lnTo>
                <a:lnTo>
                  <a:pt x="6634" y="6505"/>
                </a:lnTo>
                <a:lnTo>
                  <a:pt x="6634" y="6504"/>
                </a:lnTo>
                <a:lnTo>
                  <a:pt x="6633" y="6503"/>
                </a:lnTo>
                <a:lnTo>
                  <a:pt x="6633" y="6502"/>
                </a:lnTo>
                <a:lnTo>
                  <a:pt x="6633" y="6501"/>
                </a:lnTo>
                <a:lnTo>
                  <a:pt x="6632" y="6501"/>
                </a:lnTo>
                <a:lnTo>
                  <a:pt x="6632" y="6500"/>
                </a:lnTo>
                <a:lnTo>
                  <a:pt x="6632" y="6499"/>
                </a:lnTo>
                <a:lnTo>
                  <a:pt x="6633" y="6499"/>
                </a:lnTo>
                <a:lnTo>
                  <a:pt x="6633" y="6497"/>
                </a:lnTo>
                <a:lnTo>
                  <a:pt x="6634" y="6497"/>
                </a:lnTo>
                <a:lnTo>
                  <a:pt x="6634" y="6496"/>
                </a:lnTo>
                <a:lnTo>
                  <a:pt x="6633" y="6495"/>
                </a:lnTo>
                <a:lnTo>
                  <a:pt x="6633" y="6494"/>
                </a:lnTo>
                <a:lnTo>
                  <a:pt x="6632" y="6493"/>
                </a:lnTo>
                <a:lnTo>
                  <a:pt x="6631" y="6492"/>
                </a:lnTo>
                <a:lnTo>
                  <a:pt x="6630" y="6492"/>
                </a:lnTo>
                <a:lnTo>
                  <a:pt x="6629" y="6492"/>
                </a:lnTo>
                <a:lnTo>
                  <a:pt x="6629" y="6491"/>
                </a:lnTo>
                <a:lnTo>
                  <a:pt x="6628" y="6490"/>
                </a:lnTo>
                <a:lnTo>
                  <a:pt x="6628" y="6488"/>
                </a:lnTo>
                <a:lnTo>
                  <a:pt x="6627" y="6488"/>
                </a:lnTo>
                <a:lnTo>
                  <a:pt x="6624" y="6488"/>
                </a:lnTo>
                <a:lnTo>
                  <a:pt x="6623" y="6488"/>
                </a:lnTo>
                <a:lnTo>
                  <a:pt x="6622" y="6487"/>
                </a:lnTo>
                <a:lnTo>
                  <a:pt x="6623" y="6486"/>
                </a:lnTo>
                <a:lnTo>
                  <a:pt x="6622" y="6485"/>
                </a:lnTo>
                <a:lnTo>
                  <a:pt x="6622" y="6484"/>
                </a:lnTo>
                <a:lnTo>
                  <a:pt x="6621" y="6484"/>
                </a:lnTo>
                <a:lnTo>
                  <a:pt x="6621" y="6483"/>
                </a:lnTo>
                <a:lnTo>
                  <a:pt x="6621" y="6482"/>
                </a:lnTo>
                <a:lnTo>
                  <a:pt x="6619" y="6482"/>
                </a:lnTo>
                <a:lnTo>
                  <a:pt x="6618" y="6482"/>
                </a:lnTo>
                <a:lnTo>
                  <a:pt x="6618" y="6481"/>
                </a:lnTo>
                <a:lnTo>
                  <a:pt x="6617" y="6481"/>
                </a:lnTo>
                <a:lnTo>
                  <a:pt x="6616" y="6481"/>
                </a:lnTo>
                <a:lnTo>
                  <a:pt x="6615" y="6481"/>
                </a:lnTo>
                <a:lnTo>
                  <a:pt x="6613" y="6481"/>
                </a:lnTo>
                <a:lnTo>
                  <a:pt x="6612" y="6481"/>
                </a:lnTo>
                <a:lnTo>
                  <a:pt x="6611" y="6481"/>
                </a:lnTo>
                <a:lnTo>
                  <a:pt x="6610" y="6482"/>
                </a:lnTo>
                <a:lnTo>
                  <a:pt x="6609" y="6482"/>
                </a:lnTo>
                <a:lnTo>
                  <a:pt x="6608" y="6483"/>
                </a:lnTo>
                <a:lnTo>
                  <a:pt x="6607" y="6484"/>
                </a:lnTo>
                <a:lnTo>
                  <a:pt x="6606" y="6484"/>
                </a:lnTo>
                <a:lnTo>
                  <a:pt x="6605" y="6484"/>
                </a:lnTo>
                <a:lnTo>
                  <a:pt x="6605" y="6485"/>
                </a:lnTo>
                <a:lnTo>
                  <a:pt x="6604" y="6485"/>
                </a:lnTo>
                <a:lnTo>
                  <a:pt x="6603" y="6484"/>
                </a:lnTo>
                <a:lnTo>
                  <a:pt x="6602" y="6484"/>
                </a:lnTo>
                <a:lnTo>
                  <a:pt x="6601" y="6484"/>
                </a:lnTo>
                <a:lnTo>
                  <a:pt x="6599" y="6485"/>
                </a:lnTo>
                <a:lnTo>
                  <a:pt x="6598" y="6485"/>
                </a:lnTo>
                <a:lnTo>
                  <a:pt x="6597" y="6486"/>
                </a:lnTo>
                <a:lnTo>
                  <a:pt x="6597" y="6487"/>
                </a:lnTo>
                <a:lnTo>
                  <a:pt x="6597" y="6488"/>
                </a:lnTo>
                <a:lnTo>
                  <a:pt x="6598" y="6488"/>
                </a:lnTo>
                <a:lnTo>
                  <a:pt x="6597" y="6491"/>
                </a:lnTo>
                <a:lnTo>
                  <a:pt x="6595" y="6489"/>
                </a:lnTo>
                <a:lnTo>
                  <a:pt x="6594" y="6488"/>
                </a:lnTo>
                <a:lnTo>
                  <a:pt x="6593" y="6488"/>
                </a:lnTo>
                <a:lnTo>
                  <a:pt x="6592" y="6488"/>
                </a:lnTo>
                <a:lnTo>
                  <a:pt x="6591" y="6489"/>
                </a:lnTo>
                <a:lnTo>
                  <a:pt x="6587" y="6494"/>
                </a:lnTo>
                <a:lnTo>
                  <a:pt x="6585" y="6496"/>
                </a:lnTo>
                <a:lnTo>
                  <a:pt x="6585" y="6497"/>
                </a:lnTo>
                <a:lnTo>
                  <a:pt x="6584" y="6498"/>
                </a:lnTo>
                <a:lnTo>
                  <a:pt x="6583" y="6498"/>
                </a:lnTo>
                <a:lnTo>
                  <a:pt x="6582" y="6498"/>
                </a:lnTo>
                <a:lnTo>
                  <a:pt x="6581" y="6500"/>
                </a:lnTo>
                <a:lnTo>
                  <a:pt x="6581" y="6501"/>
                </a:lnTo>
                <a:lnTo>
                  <a:pt x="6581" y="6502"/>
                </a:lnTo>
                <a:lnTo>
                  <a:pt x="6582" y="6502"/>
                </a:lnTo>
                <a:lnTo>
                  <a:pt x="6585" y="6500"/>
                </a:lnTo>
                <a:lnTo>
                  <a:pt x="6586" y="6500"/>
                </a:lnTo>
                <a:lnTo>
                  <a:pt x="6586" y="6499"/>
                </a:lnTo>
                <a:lnTo>
                  <a:pt x="6586" y="6498"/>
                </a:lnTo>
                <a:lnTo>
                  <a:pt x="6587" y="6497"/>
                </a:lnTo>
                <a:lnTo>
                  <a:pt x="6587" y="6496"/>
                </a:lnTo>
                <a:lnTo>
                  <a:pt x="6589" y="6496"/>
                </a:lnTo>
                <a:lnTo>
                  <a:pt x="6590" y="6496"/>
                </a:lnTo>
                <a:lnTo>
                  <a:pt x="6591" y="6498"/>
                </a:lnTo>
                <a:lnTo>
                  <a:pt x="6592" y="6499"/>
                </a:lnTo>
                <a:lnTo>
                  <a:pt x="6591" y="6499"/>
                </a:lnTo>
                <a:lnTo>
                  <a:pt x="6591" y="6500"/>
                </a:lnTo>
                <a:lnTo>
                  <a:pt x="6591" y="6501"/>
                </a:lnTo>
                <a:lnTo>
                  <a:pt x="6592" y="6501"/>
                </a:lnTo>
                <a:lnTo>
                  <a:pt x="6593" y="6500"/>
                </a:lnTo>
                <a:lnTo>
                  <a:pt x="6594" y="6500"/>
                </a:lnTo>
                <a:lnTo>
                  <a:pt x="6595" y="6500"/>
                </a:lnTo>
                <a:lnTo>
                  <a:pt x="6595" y="6501"/>
                </a:lnTo>
                <a:lnTo>
                  <a:pt x="6594" y="6502"/>
                </a:lnTo>
                <a:lnTo>
                  <a:pt x="6593" y="6503"/>
                </a:lnTo>
                <a:lnTo>
                  <a:pt x="6594" y="6504"/>
                </a:lnTo>
                <a:lnTo>
                  <a:pt x="6595" y="6504"/>
                </a:lnTo>
                <a:lnTo>
                  <a:pt x="6595" y="6503"/>
                </a:lnTo>
                <a:lnTo>
                  <a:pt x="6596" y="6503"/>
                </a:lnTo>
                <a:lnTo>
                  <a:pt x="6597" y="6504"/>
                </a:lnTo>
                <a:lnTo>
                  <a:pt x="6598" y="6504"/>
                </a:lnTo>
                <a:lnTo>
                  <a:pt x="6599" y="6505"/>
                </a:lnTo>
                <a:lnTo>
                  <a:pt x="6600" y="6505"/>
                </a:lnTo>
                <a:lnTo>
                  <a:pt x="6601" y="6504"/>
                </a:lnTo>
                <a:lnTo>
                  <a:pt x="6602" y="6504"/>
                </a:lnTo>
                <a:lnTo>
                  <a:pt x="6603" y="6504"/>
                </a:lnTo>
                <a:lnTo>
                  <a:pt x="6604" y="6503"/>
                </a:lnTo>
                <a:lnTo>
                  <a:pt x="6605" y="6503"/>
                </a:lnTo>
                <a:lnTo>
                  <a:pt x="6605" y="6502"/>
                </a:lnTo>
                <a:lnTo>
                  <a:pt x="6605" y="6503"/>
                </a:lnTo>
                <a:lnTo>
                  <a:pt x="6605" y="6504"/>
                </a:lnTo>
                <a:lnTo>
                  <a:pt x="6604" y="6504"/>
                </a:lnTo>
                <a:lnTo>
                  <a:pt x="6604" y="6505"/>
                </a:lnTo>
                <a:lnTo>
                  <a:pt x="6603" y="6505"/>
                </a:lnTo>
                <a:lnTo>
                  <a:pt x="6603" y="6506"/>
                </a:lnTo>
                <a:lnTo>
                  <a:pt x="6602" y="6507"/>
                </a:lnTo>
                <a:lnTo>
                  <a:pt x="6601" y="6507"/>
                </a:lnTo>
                <a:lnTo>
                  <a:pt x="6600" y="6508"/>
                </a:lnTo>
                <a:lnTo>
                  <a:pt x="6600" y="6509"/>
                </a:lnTo>
                <a:lnTo>
                  <a:pt x="6598" y="6510"/>
                </a:lnTo>
                <a:lnTo>
                  <a:pt x="6594" y="6513"/>
                </a:lnTo>
                <a:lnTo>
                  <a:pt x="6593" y="6513"/>
                </a:lnTo>
                <a:lnTo>
                  <a:pt x="6592" y="6514"/>
                </a:lnTo>
                <a:lnTo>
                  <a:pt x="6592" y="6515"/>
                </a:lnTo>
                <a:lnTo>
                  <a:pt x="6591" y="6515"/>
                </a:lnTo>
                <a:lnTo>
                  <a:pt x="6590" y="6515"/>
                </a:lnTo>
                <a:lnTo>
                  <a:pt x="6589" y="6515"/>
                </a:lnTo>
                <a:lnTo>
                  <a:pt x="6587" y="6513"/>
                </a:lnTo>
                <a:lnTo>
                  <a:pt x="6586" y="6512"/>
                </a:lnTo>
                <a:lnTo>
                  <a:pt x="6583" y="6512"/>
                </a:lnTo>
                <a:lnTo>
                  <a:pt x="6582" y="6513"/>
                </a:lnTo>
                <a:lnTo>
                  <a:pt x="6582" y="6514"/>
                </a:lnTo>
                <a:lnTo>
                  <a:pt x="6581" y="6515"/>
                </a:lnTo>
                <a:lnTo>
                  <a:pt x="6580" y="6516"/>
                </a:lnTo>
                <a:lnTo>
                  <a:pt x="6580" y="6517"/>
                </a:lnTo>
                <a:lnTo>
                  <a:pt x="6579" y="6517"/>
                </a:lnTo>
                <a:lnTo>
                  <a:pt x="6578" y="6517"/>
                </a:lnTo>
                <a:lnTo>
                  <a:pt x="6577" y="6517"/>
                </a:lnTo>
                <a:lnTo>
                  <a:pt x="6576" y="6518"/>
                </a:lnTo>
                <a:lnTo>
                  <a:pt x="6577" y="6518"/>
                </a:lnTo>
                <a:lnTo>
                  <a:pt x="6577" y="6519"/>
                </a:lnTo>
                <a:lnTo>
                  <a:pt x="6578" y="6519"/>
                </a:lnTo>
                <a:lnTo>
                  <a:pt x="6579" y="6519"/>
                </a:lnTo>
                <a:lnTo>
                  <a:pt x="6580" y="6519"/>
                </a:lnTo>
                <a:lnTo>
                  <a:pt x="6581" y="6520"/>
                </a:lnTo>
                <a:lnTo>
                  <a:pt x="6583" y="6521"/>
                </a:lnTo>
                <a:lnTo>
                  <a:pt x="6584" y="6521"/>
                </a:lnTo>
                <a:lnTo>
                  <a:pt x="6584" y="6522"/>
                </a:lnTo>
                <a:lnTo>
                  <a:pt x="6584" y="6523"/>
                </a:lnTo>
                <a:lnTo>
                  <a:pt x="6584" y="6524"/>
                </a:lnTo>
                <a:lnTo>
                  <a:pt x="6584" y="6525"/>
                </a:lnTo>
                <a:lnTo>
                  <a:pt x="6585" y="6525"/>
                </a:lnTo>
                <a:lnTo>
                  <a:pt x="6585" y="6524"/>
                </a:lnTo>
                <a:lnTo>
                  <a:pt x="6586" y="6523"/>
                </a:lnTo>
                <a:lnTo>
                  <a:pt x="6586" y="6522"/>
                </a:lnTo>
                <a:lnTo>
                  <a:pt x="6586" y="6521"/>
                </a:lnTo>
                <a:lnTo>
                  <a:pt x="6588" y="6519"/>
                </a:lnTo>
                <a:lnTo>
                  <a:pt x="6589" y="6519"/>
                </a:lnTo>
                <a:lnTo>
                  <a:pt x="6590" y="6519"/>
                </a:lnTo>
                <a:lnTo>
                  <a:pt x="6594" y="6519"/>
                </a:lnTo>
                <a:lnTo>
                  <a:pt x="6594" y="6520"/>
                </a:lnTo>
                <a:lnTo>
                  <a:pt x="6595" y="6520"/>
                </a:lnTo>
                <a:lnTo>
                  <a:pt x="6595" y="6521"/>
                </a:lnTo>
                <a:lnTo>
                  <a:pt x="6595" y="6522"/>
                </a:lnTo>
                <a:lnTo>
                  <a:pt x="6596" y="6522"/>
                </a:lnTo>
                <a:lnTo>
                  <a:pt x="6596" y="6521"/>
                </a:lnTo>
                <a:lnTo>
                  <a:pt x="6597" y="6521"/>
                </a:lnTo>
                <a:lnTo>
                  <a:pt x="6597" y="6520"/>
                </a:lnTo>
                <a:lnTo>
                  <a:pt x="6597" y="6519"/>
                </a:lnTo>
                <a:lnTo>
                  <a:pt x="6596" y="6518"/>
                </a:lnTo>
                <a:lnTo>
                  <a:pt x="6596" y="6517"/>
                </a:lnTo>
                <a:lnTo>
                  <a:pt x="6596" y="6516"/>
                </a:lnTo>
                <a:lnTo>
                  <a:pt x="6596" y="6515"/>
                </a:lnTo>
                <a:lnTo>
                  <a:pt x="6597" y="6515"/>
                </a:lnTo>
                <a:lnTo>
                  <a:pt x="6598" y="6514"/>
                </a:lnTo>
                <a:lnTo>
                  <a:pt x="6599" y="6514"/>
                </a:lnTo>
                <a:lnTo>
                  <a:pt x="6600" y="6515"/>
                </a:lnTo>
                <a:lnTo>
                  <a:pt x="6600" y="6514"/>
                </a:lnTo>
                <a:lnTo>
                  <a:pt x="6600" y="6513"/>
                </a:lnTo>
                <a:lnTo>
                  <a:pt x="6600" y="6512"/>
                </a:lnTo>
                <a:lnTo>
                  <a:pt x="6601" y="6511"/>
                </a:lnTo>
                <a:lnTo>
                  <a:pt x="6602" y="6510"/>
                </a:lnTo>
                <a:lnTo>
                  <a:pt x="6603" y="6509"/>
                </a:lnTo>
                <a:lnTo>
                  <a:pt x="6604" y="6510"/>
                </a:lnTo>
                <a:lnTo>
                  <a:pt x="6603" y="6510"/>
                </a:lnTo>
                <a:lnTo>
                  <a:pt x="6604" y="6510"/>
                </a:lnTo>
                <a:lnTo>
                  <a:pt x="6604" y="6511"/>
                </a:lnTo>
                <a:lnTo>
                  <a:pt x="6605" y="6511"/>
                </a:lnTo>
                <a:lnTo>
                  <a:pt x="6604" y="6512"/>
                </a:lnTo>
                <a:lnTo>
                  <a:pt x="6604" y="6513"/>
                </a:lnTo>
                <a:lnTo>
                  <a:pt x="6605" y="6513"/>
                </a:lnTo>
                <a:lnTo>
                  <a:pt x="6606" y="6512"/>
                </a:lnTo>
                <a:lnTo>
                  <a:pt x="6607" y="6511"/>
                </a:lnTo>
                <a:lnTo>
                  <a:pt x="6607" y="6510"/>
                </a:lnTo>
                <a:lnTo>
                  <a:pt x="6606" y="6510"/>
                </a:lnTo>
                <a:lnTo>
                  <a:pt x="6607" y="6509"/>
                </a:lnTo>
                <a:lnTo>
                  <a:pt x="6608" y="6510"/>
                </a:lnTo>
                <a:lnTo>
                  <a:pt x="6607" y="6510"/>
                </a:lnTo>
                <a:lnTo>
                  <a:pt x="6608" y="6511"/>
                </a:lnTo>
                <a:lnTo>
                  <a:pt x="6608" y="6512"/>
                </a:lnTo>
                <a:lnTo>
                  <a:pt x="6607" y="6512"/>
                </a:lnTo>
                <a:lnTo>
                  <a:pt x="6607" y="6513"/>
                </a:lnTo>
                <a:lnTo>
                  <a:pt x="6607" y="6514"/>
                </a:lnTo>
                <a:lnTo>
                  <a:pt x="6607" y="6515"/>
                </a:lnTo>
                <a:lnTo>
                  <a:pt x="6608" y="6515"/>
                </a:lnTo>
                <a:lnTo>
                  <a:pt x="6608" y="6516"/>
                </a:lnTo>
                <a:lnTo>
                  <a:pt x="6607" y="6516"/>
                </a:lnTo>
                <a:lnTo>
                  <a:pt x="6607" y="6517"/>
                </a:lnTo>
                <a:lnTo>
                  <a:pt x="6607" y="6516"/>
                </a:lnTo>
                <a:lnTo>
                  <a:pt x="6606" y="6516"/>
                </a:lnTo>
                <a:lnTo>
                  <a:pt x="6606" y="6517"/>
                </a:lnTo>
                <a:lnTo>
                  <a:pt x="6607" y="6517"/>
                </a:lnTo>
                <a:lnTo>
                  <a:pt x="6607" y="6518"/>
                </a:lnTo>
                <a:lnTo>
                  <a:pt x="6607" y="6519"/>
                </a:lnTo>
                <a:lnTo>
                  <a:pt x="6606" y="6519"/>
                </a:lnTo>
                <a:lnTo>
                  <a:pt x="6607" y="6519"/>
                </a:lnTo>
                <a:lnTo>
                  <a:pt x="6608" y="6518"/>
                </a:lnTo>
                <a:lnTo>
                  <a:pt x="6608" y="6517"/>
                </a:lnTo>
                <a:lnTo>
                  <a:pt x="6609" y="6517"/>
                </a:lnTo>
                <a:lnTo>
                  <a:pt x="6610" y="6519"/>
                </a:lnTo>
                <a:lnTo>
                  <a:pt x="6609" y="6519"/>
                </a:lnTo>
                <a:lnTo>
                  <a:pt x="6609" y="6520"/>
                </a:lnTo>
                <a:lnTo>
                  <a:pt x="6610" y="6520"/>
                </a:lnTo>
                <a:lnTo>
                  <a:pt x="6611" y="6520"/>
                </a:lnTo>
                <a:lnTo>
                  <a:pt x="6611" y="6519"/>
                </a:lnTo>
                <a:lnTo>
                  <a:pt x="6610" y="6519"/>
                </a:lnTo>
                <a:lnTo>
                  <a:pt x="6610" y="6518"/>
                </a:lnTo>
                <a:lnTo>
                  <a:pt x="6610" y="6515"/>
                </a:lnTo>
                <a:lnTo>
                  <a:pt x="6610" y="6514"/>
                </a:lnTo>
                <a:lnTo>
                  <a:pt x="6611" y="6514"/>
                </a:lnTo>
                <a:lnTo>
                  <a:pt x="6611" y="6513"/>
                </a:lnTo>
                <a:lnTo>
                  <a:pt x="6611" y="6512"/>
                </a:lnTo>
                <a:lnTo>
                  <a:pt x="6612" y="6512"/>
                </a:lnTo>
                <a:lnTo>
                  <a:pt x="6613" y="6513"/>
                </a:lnTo>
                <a:lnTo>
                  <a:pt x="6613" y="6514"/>
                </a:lnTo>
                <a:lnTo>
                  <a:pt x="6612" y="6515"/>
                </a:lnTo>
                <a:lnTo>
                  <a:pt x="6613" y="6516"/>
                </a:lnTo>
                <a:lnTo>
                  <a:pt x="6614" y="6517"/>
                </a:lnTo>
                <a:lnTo>
                  <a:pt x="6615" y="6517"/>
                </a:lnTo>
                <a:lnTo>
                  <a:pt x="6616" y="6516"/>
                </a:lnTo>
                <a:lnTo>
                  <a:pt x="6617" y="6516"/>
                </a:lnTo>
                <a:lnTo>
                  <a:pt x="6618" y="6516"/>
                </a:lnTo>
                <a:lnTo>
                  <a:pt x="6619" y="6516"/>
                </a:lnTo>
                <a:lnTo>
                  <a:pt x="6619" y="6517"/>
                </a:lnTo>
                <a:lnTo>
                  <a:pt x="6618" y="6518"/>
                </a:lnTo>
                <a:lnTo>
                  <a:pt x="6619" y="6519"/>
                </a:lnTo>
                <a:lnTo>
                  <a:pt x="6620" y="6520"/>
                </a:lnTo>
                <a:lnTo>
                  <a:pt x="6620" y="6521"/>
                </a:lnTo>
                <a:lnTo>
                  <a:pt x="6619" y="6521"/>
                </a:lnTo>
                <a:lnTo>
                  <a:pt x="6618" y="6521"/>
                </a:lnTo>
                <a:lnTo>
                  <a:pt x="6618" y="6520"/>
                </a:lnTo>
                <a:lnTo>
                  <a:pt x="6616" y="6520"/>
                </a:lnTo>
                <a:lnTo>
                  <a:pt x="6615" y="6522"/>
                </a:lnTo>
                <a:lnTo>
                  <a:pt x="6615" y="6523"/>
                </a:lnTo>
                <a:lnTo>
                  <a:pt x="6615" y="6524"/>
                </a:lnTo>
                <a:lnTo>
                  <a:pt x="6616" y="6525"/>
                </a:lnTo>
                <a:lnTo>
                  <a:pt x="6617" y="6526"/>
                </a:lnTo>
                <a:lnTo>
                  <a:pt x="6618" y="6526"/>
                </a:lnTo>
                <a:lnTo>
                  <a:pt x="6618" y="6527"/>
                </a:lnTo>
                <a:lnTo>
                  <a:pt x="6618" y="6528"/>
                </a:lnTo>
                <a:lnTo>
                  <a:pt x="6618" y="6530"/>
                </a:lnTo>
                <a:lnTo>
                  <a:pt x="6619" y="6530"/>
                </a:lnTo>
                <a:lnTo>
                  <a:pt x="6618" y="6531"/>
                </a:lnTo>
                <a:lnTo>
                  <a:pt x="6617" y="6530"/>
                </a:lnTo>
                <a:lnTo>
                  <a:pt x="6617" y="6529"/>
                </a:lnTo>
                <a:lnTo>
                  <a:pt x="6616" y="6529"/>
                </a:lnTo>
                <a:lnTo>
                  <a:pt x="6615" y="6530"/>
                </a:lnTo>
                <a:lnTo>
                  <a:pt x="6616" y="6530"/>
                </a:lnTo>
                <a:lnTo>
                  <a:pt x="6617" y="6531"/>
                </a:lnTo>
                <a:lnTo>
                  <a:pt x="6616" y="6531"/>
                </a:lnTo>
                <a:lnTo>
                  <a:pt x="6615" y="6533"/>
                </a:lnTo>
                <a:lnTo>
                  <a:pt x="6614" y="6533"/>
                </a:lnTo>
                <a:lnTo>
                  <a:pt x="6613" y="6534"/>
                </a:lnTo>
                <a:lnTo>
                  <a:pt x="6613" y="6536"/>
                </a:lnTo>
                <a:lnTo>
                  <a:pt x="6613" y="6537"/>
                </a:lnTo>
                <a:lnTo>
                  <a:pt x="6612" y="6537"/>
                </a:lnTo>
                <a:lnTo>
                  <a:pt x="6611" y="6534"/>
                </a:lnTo>
                <a:lnTo>
                  <a:pt x="6610" y="6535"/>
                </a:lnTo>
                <a:lnTo>
                  <a:pt x="6609" y="6535"/>
                </a:lnTo>
                <a:lnTo>
                  <a:pt x="6609" y="6534"/>
                </a:lnTo>
                <a:lnTo>
                  <a:pt x="6608" y="6533"/>
                </a:lnTo>
                <a:lnTo>
                  <a:pt x="6607" y="6532"/>
                </a:lnTo>
                <a:lnTo>
                  <a:pt x="6607" y="6531"/>
                </a:lnTo>
                <a:lnTo>
                  <a:pt x="6608" y="6531"/>
                </a:lnTo>
                <a:lnTo>
                  <a:pt x="6608" y="6530"/>
                </a:lnTo>
                <a:lnTo>
                  <a:pt x="6607" y="6530"/>
                </a:lnTo>
                <a:lnTo>
                  <a:pt x="6607" y="6529"/>
                </a:lnTo>
                <a:lnTo>
                  <a:pt x="6604" y="6529"/>
                </a:lnTo>
                <a:lnTo>
                  <a:pt x="6603" y="6528"/>
                </a:lnTo>
                <a:lnTo>
                  <a:pt x="6600" y="6527"/>
                </a:lnTo>
                <a:lnTo>
                  <a:pt x="6598" y="6527"/>
                </a:lnTo>
                <a:lnTo>
                  <a:pt x="6597" y="6527"/>
                </a:lnTo>
                <a:lnTo>
                  <a:pt x="6596" y="6527"/>
                </a:lnTo>
                <a:lnTo>
                  <a:pt x="6596" y="6528"/>
                </a:lnTo>
                <a:lnTo>
                  <a:pt x="6596" y="6531"/>
                </a:lnTo>
                <a:lnTo>
                  <a:pt x="6596" y="6532"/>
                </a:lnTo>
                <a:lnTo>
                  <a:pt x="6596" y="6533"/>
                </a:lnTo>
                <a:lnTo>
                  <a:pt x="6597" y="6534"/>
                </a:lnTo>
                <a:lnTo>
                  <a:pt x="6597" y="6535"/>
                </a:lnTo>
                <a:lnTo>
                  <a:pt x="6597" y="6536"/>
                </a:lnTo>
                <a:lnTo>
                  <a:pt x="6596" y="6535"/>
                </a:lnTo>
                <a:lnTo>
                  <a:pt x="6595" y="6535"/>
                </a:lnTo>
                <a:lnTo>
                  <a:pt x="6595" y="6534"/>
                </a:lnTo>
                <a:lnTo>
                  <a:pt x="6595" y="6533"/>
                </a:lnTo>
                <a:lnTo>
                  <a:pt x="6596" y="6533"/>
                </a:lnTo>
                <a:lnTo>
                  <a:pt x="6595" y="6533"/>
                </a:lnTo>
                <a:lnTo>
                  <a:pt x="6595" y="6532"/>
                </a:lnTo>
                <a:lnTo>
                  <a:pt x="6594" y="6532"/>
                </a:lnTo>
                <a:lnTo>
                  <a:pt x="6594" y="6533"/>
                </a:lnTo>
                <a:lnTo>
                  <a:pt x="6593" y="6535"/>
                </a:lnTo>
                <a:lnTo>
                  <a:pt x="6592" y="6535"/>
                </a:lnTo>
                <a:lnTo>
                  <a:pt x="6592" y="6536"/>
                </a:lnTo>
                <a:lnTo>
                  <a:pt x="6593" y="6535"/>
                </a:lnTo>
                <a:lnTo>
                  <a:pt x="6594" y="6535"/>
                </a:lnTo>
                <a:lnTo>
                  <a:pt x="6595" y="6536"/>
                </a:lnTo>
                <a:lnTo>
                  <a:pt x="6596" y="6536"/>
                </a:lnTo>
                <a:lnTo>
                  <a:pt x="6595" y="6536"/>
                </a:lnTo>
                <a:lnTo>
                  <a:pt x="6595" y="6537"/>
                </a:lnTo>
                <a:lnTo>
                  <a:pt x="6595" y="6538"/>
                </a:lnTo>
                <a:lnTo>
                  <a:pt x="6597" y="6541"/>
                </a:lnTo>
                <a:lnTo>
                  <a:pt x="6598" y="6542"/>
                </a:lnTo>
                <a:lnTo>
                  <a:pt x="6601" y="6543"/>
                </a:lnTo>
                <a:lnTo>
                  <a:pt x="6602" y="6543"/>
                </a:lnTo>
                <a:lnTo>
                  <a:pt x="6603" y="6543"/>
                </a:lnTo>
                <a:lnTo>
                  <a:pt x="6604" y="6545"/>
                </a:lnTo>
                <a:lnTo>
                  <a:pt x="6605" y="6545"/>
                </a:lnTo>
                <a:lnTo>
                  <a:pt x="6605" y="6546"/>
                </a:lnTo>
                <a:lnTo>
                  <a:pt x="6605" y="6547"/>
                </a:lnTo>
                <a:lnTo>
                  <a:pt x="6604" y="6547"/>
                </a:lnTo>
                <a:lnTo>
                  <a:pt x="6603" y="6548"/>
                </a:lnTo>
                <a:lnTo>
                  <a:pt x="6602" y="6548"/>
                </a:lnTo>
                <a:lnTo>
                  <a:pt x="6602" y="6547"/>
                </a:lnTo>
                <a:lnTo>
                  <a:pt x="6601" y="6547"/>
                </a:lnTo>
                <a:lnTo>
                  <a:pt x="6600" y="6548"/>
                </a:lnTo>
                <a:lnTo>
                  <a:pt x="6600" y="6549"/>
                </a:lnTo>
                <a:lnTo>
                  <a:pt x="6601" y="6550"/>
                </a:lnTo>
                <a:lnTo>
                  <a:pt x="6602" y="6550"/>
                </a:lnTo>
                <a:lnTo>
                  <a:pt x="6603" y="6550"/>
                </a:lnTo>
                <a:lnTo>
                  <a:pt x="6603" y="6552"/>
                </a:lnTo>
                <a:lnTo>
                  <a:pt x="6604" y="6552"/>
                </a:lnTo>
                <a:lnTo>
                  <a:pt x="6604" y="6551"/>
                </a:lnTo>
                <a:lnTo>
                  <a:pt x="6604" y="6552"/>
                </a:lnTo>
                <a:lnTo>
                  <a:pt x="6604" y="6553"/>
                </a:lnTo>
                <a:lnTo>
                  <a:pt x="6603" y="6553"/>
                </a:lnTo>
                <a:lnTo>
                  <a:pt x="6602" y="6552"/>
                </a:lnTo>
                <a:lnTo>
                  <a:pt x="6601" y="6552"/>
                </a:lnTo>
                <a:lnTo>
                  <a:pt x="6600" y="6551"/>
                </a:lnTo>
                <a:lnTo>
                  <a:pt x="6600" y="6552"/>
                </a:lnTo>
                <a:lnTo>
                  <a:pt x="6599" y="6553"/>
                </a:lnTo>
                <a:lnTo>
                  <a:pt x="6598" y="6554"/>
                </a:lnTo>
                <a:lnTo>
                  <a:pt x="6597" y="6552"/>
                </a:lnTo>
                <a:lnTo>
                  <a:pt x="6596" y="6551"/>
                </a:lnTo>
                <a:lnTo>
                  <a:pt x="6596" y="6550"/>
                </a:lnTo>
                <a:lnTo>
                  <a:pt x="6597" y="6549"/>
                </a:lnTo>
                <a:lnTo>
                  <a:pt x="6597" y="6548"/>
                </a:lnTo>
                <a:lnTo>
                  <a:pt x="6596" y="6548"/>
                </a:lnTo>
                <a:lnTo>
                  <a:pt x="6596" y="6547"/>
                </a:lnTo>
                <a:lnTo>
                  <a:pt x="6595" y="6546"/>
                </a:lnTo>
                <a:lnTo>
                  <a:pt x="6594" y="6546"/>
                </a:lnTo>
                <a:lnTo>
                  <a:pt x="6593" y="6548"/>
                </a:lnTo>
                <a:lnTo>
                  <a:pt x="6592" y="6549"/>
                </a:lnTo>
                <a:lnTo>
                  <a:pt x="6591" y="6549"/>
                </a:lnTo>
                <a:lnTo>
                  <a:pt x="6589" y="6547"/>
                </a:lnTo>
                <a:lnTo>
                  <a:pt x="6588" y="6546"/>
                </a:lnTo>
                <a:lnTo>
                  <a:pt x="6587" y="6546"/>
                </a:lnTo>
                <a:lnTo>
                  <a:pt x="6586" y="6546"/>
                </a:lnTo>
                <a:lnTo>
                  <a:pt x="6582" y="6543"/>
                </a:lnTo>
                <a:lnTo>
                  <a:pt x="6582" y="6544"/>
                </a:lnTo>
                <a:lnTo>
                  <a:pt x="6582" y="6545"/>
                </a:lnTo>
                <a:lnTo>
                  <a:pt x="6582" y="6546"/>
                </a:lnTo>
                <a:lnTo>
                  <a:pt x="6582" y="6547"/>
                </a:lnTo>
                <a:lnTo>
                  <a:pt x="6580" y="6548"/>
                </a:lnTo>
                <a:lnTo>
                  <a:pt x="6580" y="6549"/>
                </a:lnTo>
                <a:lnTo>
                  <a:pt x="6579" y="6549"/>
                </a:lnTo>
                <a:lnTo>
                  <a:pt x="6578" y="6549"/>
                </a:lnTo>
                <a:lnTo>
                  <a:pt x="6577" y="6549"/>
                </a:lnTo>
                <a:lnTo>
                  <a:pt x="6576" y="6549"/>
                </a:lnTo>
                <a:lnTo>
                  <a:pt x="6575" y="6548"/>
                </a:lnTo>
                <a:lnTo>
                  <a:pt x="6575" y="6547"/>
                </a:lnTo>
                <a:lnTo>
                  <a:pt x="6576" y="6547"/>
                </a:lnTo>
                <a:lnTo>
                  <a:pt x="6576" y="6545"/>
                </a:lnTo>
                <a:lnTo>
                  <a:pt x="6575" y="6545"/>
                </a:lnTo>
                <a:lnTo>
                  <a:pt x="6573" y="6545"/>
                </a:lnTo>
                <a:lnTo>
                  <a:pt x="6571" y="6545"/>
                </a:lnTo>
                <a:lnTo>
                  <a:pt x="6570" y="6545"/>
                </a:lnTo>
                <a:lnTo>
                  <a:pt x="6568" y="6544"/>
                </a:lnTo>
                <a:lnTo>
                  <a:pt x="6569" y="6543"/>
                </a:lnTo>
                <a:lnTo>
                  <a:pt x="6568" y="6541"/>
                </a:lnTo>
                <a:lnTo>
                  <a:pt x="6567" y="6539"/>
                </a:lnTo>
                <a:lnTo>
                  <a:pt x="6567" y="6538"/>
                </a:lnTo>
                <a:lnTo>
                  <a:pt x="6566" y="6537"/>
                </a:lnTo>
                <a:lnTo>
                  <a:pt x="6566" y="6536"/>
                </a:lnTo>
                <a:lnTo>
                  <a:pt x="6565" y="6535"/>
                </a:lnTo>
                <a:lnTo>
                  <a:pt x="6564" y="6535"/>
                </a:lnTo>
                <a:lnTo>
                  <a:pt x="6563" y="6535"/>
                </a:lnTo>
                <a:lnTo>
                  <a:pt x="6561" y="6536"/>
                </a:lnTo>
                <a:lnTo>
                  <a:pt x="6560" y="6536"/>
                </a:lnTo>
                <a:lnTo>
                  <a:pt x="6560" y="6535"/>
                </a:lnTo>
                <a:lnTo>
                  <a:pt x="6559" y="6535"/>
                </a:lnTo>
                <a:lnTo>
                  <a:pt x="6558" y="6536"/>
                </a:lnTo>
                <a:lnTo>
                  <a:pt x="6558" y="6537"/>
                </a:lnTo>
                <a:lnTo>
                  <a:pt x="6557" y="6537"/>
                </a:lnTo>
                <a:lnTo>
                  <a:pt x="6556" y="6537"/>
                </a:lnTo>
                <a:lnTo>
                  <a:pt x="6556" y="6536"/>
                </a:lnTo>
                <a:lnTo>
                  <a:pt x="6555" y="6537"/>
                </a:lnTo>
                <a:lnTo>
                  <a:pt x="6554" y="6537"/>
                </a:lnTo>
                <a:lnTo>
                  <a:pt x="6553" y="6538"/>
                </a:lnTo>
                <a:lnTo>
                  <a:pt x="6552" y="6538"/>
                </a:lnTo>
                <a:lnTo>
                  <a:pt x="6550" y="6539"/>
                </a:lnTo>
                <a:lnTo>
                  <a:pt x="6549" y="6539"/>
                </a:lnTo>
                <a:lnTo>
                  <a:pt x="6548" y="6539"/>
                </a:lnTo>
                <a:lnTo>
                  <a:pt x="6548" y="6538"/>
                </a:lnTo>
                <a:lnTo>
                  <a:pt x="6547" y="6538"/>
                </a:lnTo>
                <a:lnTo>
                  <a:pt x="6546" y="6538"/>
                </a:lnTo>
                <a:lnTo>
                  <a:pt x="6546" y="6537"/>
                </a:lnTo>
                <a:lnTo>
                  <a:pt x="6546" y="6538"/>
                </a:lnTo>
                <a:lnTo>
                  <a:pt x="6544" y="6538"/>
                </a:lnTo>
                <a:lnTo>
                  <a:pt x="6541" y="6536"/>
                </a:lnTo>
                <a:lnTo>
                  <a:pt x="6540" y="6536"/>
                </a:lnTo>
                <a:lnTo>
                  <a:pt x="6539" y="6535"/>
                </a:lnTo>
                <a:lnTo>
                  <a:pt x="6538" y="6535"/>
                </a:lnTo>
                <a:lnTo>
                  <a:pt x="6538" y="6536"/>
                </a:lnTo>
                <a:lnTo>
                  <a:pt x="6539" y="6537"/>
                </a:lnTo>
                <a:lnTo>
                  <a:pt x="6537" y="6537"/>
                </a:lnTo>
                <a:lnTo>
                  <a:pt x="6536" y="6537"/>
                </a:lnTo>
                <a:lnTo>
                  <a:pt x="6535" y="6537"/>
                </a:lnTo>
                <a:lnTo>
                  <a:pt x="6534" y="6540"/>
                </a:lnTo>
                <a:lnTo>
                  <a:pt x="6533" y="6540"/>
                </a:lnTo>
                <a:lnTo>
                  <a:pt x="6532" y="6540"/>
                </a:lnTo>
                <a:lnTo>
                  <a:pt x="6531" y="6539"/>
                </a:lnTo>
                <a:lnTo>
                  <a:pt x="6529" y="6538"/>
                </a:lnTo>
                <a:lnTo>
                  <a:pt x="6528" y="6537"/>
                </a:lnTo>
                <a:lnTo>
                  <a:pt x="6528" y="6536"/>
                </a:lnTo>
                <a:lnTo>
                  <a:pt x="6529" y="6536"/>
                </a:lnTo>
                <a:lnTo>
                  <a:pt x="6529" y="6535"/>
                </a:lnTo>
                <a:lnTo>
                  <a:pt x="6529" y="6534"/>
                </a:lnTo>
                <a:lnTo>
                  <a:pt x="6528" y="6534"/>
                </a:lnTo>
                <a:lnTo>
                  <a:pt x="6527" y="6532"/>
                </a:lnTo>
                <a:lnTo>
                  <a:pt x="6527" y="6531"/>
                </a:lnTo>
                <a:lnTo>
                  <a:pt x="6526" y="6531"/>
                </a:lnTo>
                <a:lnTo>
                  <a:pt x="6525" y="6531"/>
                </a:lnTo>
                <a:lnTo>
                  <a:pt x="6525" y="6530"/>
                </a:lnTo>
                <a:lnTo>
                  <a:pt x="6527" y="6528"/>
                </a:lnTo>
                <a:lnTo>
                  <a:pt x="6528" y="6527"/>
                </a:lnTo>
                <a:lnTo>
                  <a:pt x="6529" y="6527"/>
                </a:lnTo>
                <a:lnTo>
                  <a:pt x="6530" y="6527"/>
                </a:lnTo>
                <a:lnTo>
                  <a:pt x="6531" y="6526"/>
                </a:lnTo>
                <a:lnTo>
                  <a:pt x="6533" y="6525"/>
                </a:lnTo>
                <a:lnTo>
                  <a:pt x="6533" y="6524"/>
                </a:lnTo>
                <a:lnTo>
                  <a:pt x="6534" y="6522"/>
                </a:lnTo>
                <a:lnTo>
                  <a:pt x="6535" y="6521"/>
                </a:lnTo>
                <a:lnTo>
                  <a:pt x="6536" y="6521"/>
                </a:lnTo>
                <a:lnTo>
                  <a:pt x="6537" y="6520"/>
                </a:lnTo>
                <a:lnTo>
                  <a:pt x="6538" y="6520"/>
                </a:lnTo>
                <a:lnTo>
                  <a:pt x="6538" y="6519"/>
                </a:lnTo>
                <a:lnTo>
                  <a:pt x="6539" y="6518"/>
                </a:lnTo>
                <a:lnTo>
                  <a:pt x="6539" y="6516"/>
                </a:lnTo>
                <a:lnTo>
                  <a:pt x="6540" y="6516"/>
                </a:lnTo>
                <a:lnTo>
                  <a:pt x="6541" y="6515"/>
                </a:lnTo>
                <a:lnTo>
                  <a:pt x="6541" y="6514"/>
                </a:lnTo>
                <a:lnTo>
                  <a:pt x="6541" y="6513"/>
                </a:lnTo>
                <a:lnTo>
                  <a:pt x="6542" y="6513"/>
                </a:lnTo>
                <a:lnTo>
                  <a:pt x="6543" y="6513"/>
                </a:lnTo>
                <a:lnTo>
                  <a:pt x="6544" y="6513"/>
                </a:lnTo>
                <a:lnTo>
                  <a:pt x="6544" y="6515"/>
                </a:lnTo>
                <a:lnTo>
                  <a:pt x="6545" y="6515"/>
                </a:lnTo>
                <a:lnTo>
                  <a:pt x="6545" y="6516"/>
                </a:lnTo>
                <a:lnTo>
                  <a:pt x="6545" y="6515"/>
                </a:lnTo>
                <a:lnTo>
                  <a:pt x="6546" y="6514"/>
                </a:lnTo>
                <a:lnTo>
                  <a:pt x="6547" y="6514"/>
                </a:lnTo>
                <a:lnTo>
                  <a:pt x="6547" y="6515"/>
                </a:lnTo>
                <a:lnTo>
                  <a:pt x="6547" y="6514"/>
                </a:lnTo>
                <a:lnTo>
                  <a:pt x="6548" y="6514"/>
                </a:lnTo>
                <a:lnTo>
                  <a:pt x="6548" y="6512"/>
                </a:lnTo>
                <a:lnTo>
                  <a:pt x="6548" y="6511"/>
                </a:lnTo>
                <a:lnTo>
                  <a:pt x="6548" y="6510"/>
                </a:lnTo>
                <a:lnTo>
                  <a:pt x="6549" y="6509"/>
                </a:lnTo>
                <a:lnTo>
                  <a:pt x="6550" y="6509"/>
                </a:lnTo>
                <a:lnTo>
                  <a:pt x="6549" y="6509"/>
                </a:lnTo>
                <a:lnTo>
                  <a:pt x="6548" y="6508"/>
                </a:lnTo>
                <a:lnTo>
                  <a:pt x="6548" y="6507"/>
                </a:lnTo>
                <a:lnTo>
                  <a:pt x="6547" y="6507"/>
                </a:lnTo>
                <a:lnTo>
                  <a:pt x="6547" y="6506"/>
                </a:lnTo>
                <a:lnTo>
                  <a:pt x="6546" y="6506"/>
                </a:lnTo>
                <a:lnTo>
                  <a:pt x="6544" y="6506"/>
                </a:lnTo>
                <a:lnTo>
                  <a:pt x="6543" y="6505"/>
                </a:lnTo>
                <a:lnTo>
                  <a:pt x="6542" y="6505"/>
                </a:lnTo>
                <a:lnTo>
                  <a:pt x="6541" y="6504"/>
                </a:lnTo>
                <a:lnTo>
                  <a:pt x="6541" y="6505"/>
                </a:lnTo>
                <a:lnTo>
                  <a:pt x="6540" y="6506"/>
                </a:lnTo>
                <a:lnTo>
                  <a:pt x="6533" y="6507"/>
                </a:lnTo>
                <a:lnTo>
                  <a:pt x="6532" y="6507"/>
                </a:lnTo>
                <a:lnTo>
                  <a:pt x="6532" y="6513"/>
                </a:lnTo>
                <a:lnTo>
                  <a:pt x="6530" y="6515"/>
                </a:lnTo>
                <a:lnTo>
                  <a:pt x="6529" y="6515"/>
                </a:lnTo>
                <a:lnTo>
                  <a:pt x="6529" y="6516"/>
                </a:lnTo>
                <a:lnTo>
                  <a:pt x="6527" y="6515"/>
                </a:lnTo>
                <a:lnTo>
                  <a:pt x="6526" y="6515"/>
                </a:lnTo>
                <a:lnTo>
                  <a:pt x="6525" y="6516"/>
                </a:lnTo>
                <a:lnTo>
                  <a:pt x="6524" y="6517"/>
                </a:lnTo>
                <a:lnTo>
                  <a:pt x="6523" y="6518"/>
                </a:lnTo>
                <a:lnTo>
                  <a:pt x="6522" y="6519"/>
                </a:lnTo>
                <a:lnTo>
                  <a:pt x="6523" y="6521"/>
                </a:lnTo>
                <a:lnTo>
                  <a:pt x="6521" y="6523"/>
                </a:lnTo>
                <a:lnTo>
                  <a:pt x="6519" y="6521"/>
                </a:lnTo>
                <a:lnTo>
                  <a:pt x="6518" y="6518"/>
                </a:lnTo>
                <a:lnTo>
                  <a:pt x="6518" y="6517"/>
                </a:lnTo>
                <a:lnTo>
                  <a:pt x="6517" y="6515"/>
                </a:lnTo>
                <a:lnTo>
                  <a:pt x="6516" y="6513"/>
                </a:lnTo>
                <a:lnTo>
                  <a:pt x="6516" y="6512"/>
                </a:lnTo>
                <a:lnTo>
                  <a:pt x="6515" y="6510"/>
                </a:lnTo>
                <a:lnTo>
                  <a:pt x="6517" y="6509"/>
                </a:lnTo>
                <a:lnTo>
                  <a:pt x="6519" y="6507"/>
                </a:lnTo>
                <a:lnTo>
                  <a:pt x="6519" y="6506"/>
                </a:lnTo>
                <a:lnTo>
                  <a:pt x="6519" y="6505"/>
                </a:lnTo>
                <a:lnTo>
                  <a:pt x="6520" y="6504"/>
                </a:lnTo>
                <a:lnTo>
                  <a:pt x="6518" y="6503"/>
                </a:lnTo>
                <a:lnTo>
                  <a:pt x="6517" y="6504"/>
                </a:lnTo>
                <a:lnTo>
                  <a:pt x="6517" y="6503"/>
                </a:lnTo>
                <a:lnTo>
                  <a:pt x="6515" y="6501"/>
                </a:lnTo>
                <a:lnTo>
                  <a:pt x="6514" y="6502"/>
                </a:lnTo>
                <a:lnTo>
                  <a:pt x="6516" y="6507"/>
                </a:lnTo>
                <a:lnTo>
                  <a:pt x="6515" y="6507"/>
                </a:lnTo>
                <a:lnTo>
                  <a:pt x="6514" y="6508"/>
                </a:lnTo>
                <a:lnTo>
                  <a:pt x="6512" y="6502"/>
                </a:lnTo>
                <a:lnTo>
                  <a:pt x="6512" y="6501"/>
                </a:lnTo>
                <a:lnTo>
                  <a:pt x="6511" y="6501"/>
                </a:lnTo>
                <a:lnTo>
                  <a:pt x="6509" y="6499"/>
                </a:lnTo>
                <a:lnTo>
                  <a:pt x="6510" y="6498"/>
                </a:lnTo>
                <a:lnTo>
                  <a:pt x="6508" y="6497"/>
                </a:lnTo>
                <a:lnTo>
                  <a:pt x="6508" y="6496"/>
                </a:lnTo>
                <a:lnTo>
                  <a:pt x="6506" y="6491"/>
                </a:lnTo>
                <a:lnTo>
                  <a:pt x="6503" y="6492"/>
                </a:lnTo>
                <a:lnTo>
                  <a:pt x="6501" y="6489"/>
                </a:lnTo>
                <a:lnTo>
                  <a:pt x="6498" y="6484"/>
                </a:lnTo>
                <a:lnTo>
                  <a:pt x="6495" y="6479"/>
                </a:lnTo>
                <a:lnTo>
                  <a:pt x="6494" y="6478"/>
                </a:lnTo>
                <a:lnTo>
                  <a:pt x="6493" y="6478"/>
                </a:lnTo>
                <a:lnTo>
                  <a:pt x="6492" y="6476"/>
                </a:lnTo>
                <a:lnTo>
                  <a:pt x="6491" y="6475"/>
                </a:lnTo>
                <a:lnTo>
                  <a:pt x="6491" y="6473"/>
                </a:lnTo>
                <a:lnTo>
                  <a:pt x="6491" y="6472"/>
                </a:lnTo>
                <a:lnTo>
                  <a:pt x="6491" y="6471"/>
                </a:lnTo>
                <a:lnTo>
                  <a:pt x="6491" y="6470"/>
                </a:lnTo>
                <a:lnTo>
                  <a:pt x="6491" y="6469"/>
                </a:lnTo>
                <a:lnTo>
                  <a:pt x="6491" y="6468"/>
                </a:lnTo>
                <a:lnTo>
                  <a:pt x="6491" y="6467"/>
                </a:lnTo>
                <a:lnTo>
                  <a:pt x="6493" y="6466"/>
                </a:lnTo>
                <a:lnTo>
                  <a:pt x="6493" y="6465"/>
                </a:lnTo>
                <a:lnTo>
                  <a:pt x="6492" y="6465"/>
                </a:lnTo>
                <a:lnTo>
                  <a:pt x="6492" y="6466"/>
                </a:lnTo>
                <a:lnTo>
                  <a:pt x="6491" y="6466"/>
                </a:lnTo>
                <a:lnTo>
                  <a:pt x="6490" y="6468"/>
                </a:lnTo>
                <a:lnTo>
                  <a:pt x="6489" y="6467"/>
                </a:lnTo>
                <a:lnTo>
                  <a:pt x="6486" y="6465"/>
                </a:lnTo>
                <a:lnTo>
                  <a:pt x="6485" y="6464"/>
                </a:lnTo>
                <a:lnTo>
                  <a:pt x="6484" y="6465"/>
                </a:lnTo>
                <a:lnTo>
                  <a:pt x="6482" y="6464"/>
                </a:lnTo>
                <a:lnTo>
                  <a:pt x="6483" y="6463"/>
                </a:lnTo>
                <a:lnTo>
                  <a:pt x="6482" y="6464"/>
                </a:lnTo>
                <a:lnTo>
                  <a:pt x="6483" y="6465"/>
                </a:lnTo>
                <a:lnTo>
                  <a:pt x="6483" y="6466"/>
                </a:lnTo>
                <a:lnTo>
                  <a:pt x="6482" y="6466"/>
                </a:lnTo>
                <a:lnTo>
                  <a:pt x="6482" y="6467"/>
                </a:lnTo>
                <a:lnTo>
                  <a:pt x="6476" y="6467"/>
                </a:lnTo>
                <a:lnTo>
                  <a:pt x="6474" y="6467"/>
                </a:lnTo>
                <a:lnTo>
                  <a:pt x="6473" y="6466"/>
                </a:lnTo>
                <a:lnTo>
                  <a:pt x="6473" y="6465"/>
                </a:lnTo>
                <a:lnTo>
                  <a:pt x="6472" y="6465"/>
                </a:lnTo>
                <a:lnTo>
                  <a:pt x="6472" y="6464"/>
                </a:lnTo>
                <a:lnTo>
                  <a:pt x="6470" y="6464"/>
                </a:lnTo>
                <a:lnTo>
                  <a:pt x="6465" y="6465"/>
                </a:lnTo>
                <a:lnTo>
                  <a:pt x="6465" y="6466"/>
                </a:lnTo>
                <a:lnTo>
                  <a:pt x="6463" y="6468"/>
                </a:lnTo>
                <a:lnTo>
                  <a:pt x="6461" y="6468"/>
                </a:lnTo>
                <a:lnTo>
                  <a:pt x="6458" y="6469"/>
                </a:lnTo>
                <a:lnTo>
                  <a:pt x="6456" y="6469"/>
                </a:lnTo>
                <a:lnTo>
                  <a:pt x="6455" y="6469"/>
                </a:lnTo>
                <a:lnTo>
                  <a:pt x="6453" y="6468"/>
                </a:lnTo>
                <a:lnTo>
                  <a:pt x="6452" y="6469"/>
                </a:lnTo>
                <a:lnTo>
                  <a:pt x="6453" y="6471"/>
                </a:lnTo>
                <a:lnTo>
                  <a:pt x="6454" y="6471"/>
                </a:lnTo>
                <a:lnTo>
                  <a:pt x="6455" y="6471"/>
                </a:lnTo>
                <a:lnTo>
                  <a:pt x="6456" y="6472"/>
                </a:lnTo>
                <a:lnTo>
                  <a:pt x="6456" y="6473"/>
                </a:lnTo>
                <a:lnTo>
                  <a:pt x="6457" y="6474"/>
                </a:lnTo>
                <a:lnTo>
                  <a:pt x="6459" y="6477"/>
                </a:lnTo>
                <a:lnTo>
                  <a:pt x="6459" y="6478"/>
                </a:lnTo>
                <a:lnTo>
                  <a:pt x="6460" y="6478"/>
                </a:lnTo>
                <a:lnTo>
                  <a:pt x="6461" y="6479"/>
                </a:lnTo>
                <a:lnTo>
                  <a:pt x="6462" y="6479"/>
                </a:lnTo>
                <a:lnTo>
                  <a:pt x="6463" y="6479"/>
                </a:lnTo>
                <a:lnTo>
                  <a:pt x="6463" y="6480"/>
                </a:lnTo>
                <a:lnTo>
                  <a:pt x="6465" y="6481"/>
                </a:lnTo>
                <a:lnTo>
                  <a:pt x="6466" y="6483"/>
                </a:lnTo>
                <a:lnTo>
                  <a:pt x="6467" y="6483"/>
                </a:lnTo>
                <a:lnTo>
                  <a:pt x="6467" y="6484"/>
                </a:lnTo>
                <a:lnTo>
                  <a:pt x="6469" y="6485"/>
                </a:lnTo>
                <a:lnTo>
                  <a:pt x="6472" y="6488"/>
                </a:lnTo>
                <a:lnTo>
                  <a:pt x="6472" y="6491"/>
                </a:lnTo>
                <a:lnTo>
                  <a:pt x="6473" y="6492"/>
                </a:lnTo>
                <a:lnTo>
                  <a:pt x="6473" y="6493"/>
                </a:lnTo>
                <a:lnTo>
                  <a:pt x="6474" y="6494"/>
                </a:lnTo>
                <a:lnTo>
                  <a:pt x="6475" y="6496"/>
                </a:lnTo>
                <a:lnTo>
                  <a:pt x="6473" y="6498"/>
                </a:lnTo>
                <a:lnTo>
                  <a:pt x="6470" y="6502"/>
                </a:lnTo>
                <a:lnTo>
                  <a:pt x="6468" y="6500"/>
                </a:lnTo>
                <a:lnTo>
                  <a:pt x="6467" y="6498"/>
                </a:lnTo>
                <a:lnTo>
                  <a:pt x="6466" y="6498"/>
                </a:lnTo>
                <a:lnTo>
                  <a:pt x="6465" y="6497"/>
                </a:lnTo>
                <a:lnTo>
                  <a:pt x="6463" y="6495"/>
                </a:lnTo>
                <a:lnTo>
                  <a:pt x="6463" y="6496"/>
                </a:lnTo>
                <a:lnTo>
                  <a:pt x="6462" y="6496"/>
                </a:lnTo>
                <a:lnTo>
                  <a:pt x="6462" y="6497"/>
                </a:lnTo>
                <a:lnTo>
                  <a:pt x="6461" y="6497"/>
                </a:lnTo>
                <a:lnTo>
                  <a:pt x="6460" y="6498"/>
                </a:lnTo>
                <a:lnTo>
                  <a:pt x="6459" y="6498"/>
                </a:lnTo>
                <a:lnTo>
                  <a:pt x="6459" y="6499"/>
                </a:lnTo>
                <a:lnTo>
                  <a:pt x="6460" y="6499"/>
                </a:lnTo>
                <a:lnTo>
                  <a:pt x="6458" y="6500"/>
                </a:lnTo>
                <a:lnTo>
                  <a:pt x="6456" y="6501"/>
                </a:lnTo>
                <a:lnTo>
                  <a:pt x="6456" y="6502"/>
                </a:lnTo>
                <a:lnTo>
                  <a:pt x="6457" y="6502"/>
                </a:lnTo>
                <a:lnTo>
                  <a:pt x="6458" y="6501"/>
                </a:lnTo>
                <a:lnTo>
                  <a:pt x="6462" y="6501"/>
                </a:lnTo>
                <a:lnTo>
                  <a:pt x="6463" y="6500"/>
                </a:lnTo>
                <a:lnTo>
                  <a:pt x="6464" y="6501"/>
                </a:lnTo>
                <a:lnTo>
                  <a:pt x="6465" y="6502"/>
                </a:lnTo>
                <a:lnTo>
                  <a:pt x="6467" y="6503"/>
                </a:lnTo>
                <a:lnTo>
                  <a:pt x="6468" y="6504"/>
                </a:lnTo>
                <a:lnTo>
                  <a:pt x="6468" y="6505"/>
                </a:lnTo>
                <a:lnTo>
                  <a:pt x="6469" y="6506"/>
                </a:lnTo>
                <a:lnTo>
                  <a:pt x="6469" y="6507"/>
                </a:lnTo>
                <a:lnTo>
                  <a:pt x="6469" y="6508"/>
                </a:lnTo>
                <a:lnTo>
                  <a:pt x="6469" y="6509"/>
                </a:lnTo>
                <a:lnTo>
                  <a:pt x="6470" y="6511"/>
                </a:lnTo>
                <a:lnTo>
                  <a:pt x="6470" y="6512"/>
                </a:lnTo>
                <a:lnTo>
                  <a:pt x="6470" y="6513"/>
                </a:lnTo>
                <a:lnTo>
                  <a:pt x="6470" y="6514"/>
                </a:lnTo>
                <a:lnTo>
                  <a:pt x="6470" y="6516"/>
                </a:lnTo>
                <a:lnTo>
                  <a:pt x="6468" y="6516"/>
                </a:lnTo>
                <a:lnTo>
                  <a:pt x="6467" y="6516"/>
                </a:lnTo>
                <a:lnTo>
                  <a:pt x="6467" y="6517"/>
                </a:lnTo>
                <a:lnTo>
                  <a:pt x="6466" y="6517"/>
                </a:lnTo>
                <a:lnTo>
                  <a:pt x="6465" y="6517"/>
                </a:lnTo>
                <a:lnTo>
                  <a:pt x="6464" y="6517"/>
                </a:lnTo>
                <a:lnTo>
                  <a:pt x="6464" y="6516"/>
                </a:lnTo>
                <a:lnTo>
                  <a:pt x="6464" y="6515"/>
                </a:lnTo>
                <a:lnTo>
                  <a:pt x="6463" y="6513"/>
                </a:lnTo>
                <a:lnTo>
                  <a:pt x="6463" y="6512"/>
                </a:lnTo>
                <a:lnTo>
                  <a:pt x="6462" y="6510"/>
                </a:lnTo>
                <a:lnTo>
                  <a:pt x="6462" y="6508"/>
                </a:lnTo>
                <a:lnTo>
                  <a:pt x="6462" y="6507"/>
                </a:lnTo>
                <a:lnTo>
                  <a:pt x="6459" y="6505"/>
                </a:lnTo>
                <a:lnTo>
                  <a:pt x="6459" y="6506"/>
                </a:lnTo>
                <a:lnTo>
                  <a:pt x="6460" y="6507"/>
                </a:lnTo>
                <a:lnTo>
                  <a:pt x="6461" y="6509"/>
                </a:lnTo>
                <a:lnTo>
                  <a:pt x="6461" y="6512"/>
                </a:lnTo>
                <a:lnTo>
                  <a:pt x="6463" y="6516"/>
                </a:lnTo>
                <a:lnTo>
                  <a:pt x="6463" y="6518"/>
                </a:lnTo>
                <a:lnTo>
                  <a:pt x="6463" y="6519"/>
                </a:lnTo>
                <a:lnTo>
                  <a:pt x="6463" y="6520"/>
                </a:lnTo>
                <a:lnTo>
                  <a:pt x="6462" y="6520"/>
                </a:lnTo>
                <a:lnTo>
                  <a:pt x="6462" y="6521"/>
                </a:lnTo>
                <a:lnTo>
                  <a:pt x="6461" y="6524"/>
                </a:lnTo>
                <a:lnTo>
                  <a:pt x="6463" y="6524"/>
                </a:lnTo>
                <a:lnTo>
                  <a:pt x="6463" y="6527"/>
                </a:lnTo>
                <a:lnTo>
                  <a:pt x="6463" y="6528"/>
                </a:lnTo>
                <a:lnTo>
                  <a:pt x="6463" y="6531"/>
                </a:lnTo>
                <a:lnTo>
                  <a:pt x="6463" y="6532"/>
                </a:lnTo>
                <a:lnTo>
                  <a:pt x="6461" y="6535"/>
                </a:lnTo>
                <a:lnTo>
                  <a:pt x="6460" y="6535"/>
                </a:lnTo>
                <a:lnTo>
                  <a:pt x="6460" y="6537"/>
                </a:lnTo>
                <a:lnTo>
                  <a:pt x="6461" y="6538"/>
                </a:lnTo>
                <a:lnTo>
                  <a:pt x="6461" y="6540"/>
                </a:lnTo>
                <a:lnTo>
                  <a:pt x="6461" y="6541"/>
                </a:lnTo>
                <a:lnTo>
                  <a:pt x="6462" y="6541"/>
                </a:lnTo>
                <a:lnTo>
                  <a:pt x="6462" y="6539"/>
                </a:lnTo>
                <a:lnTo>
                  <a:pt x="6465" y="6540"/>
                </a:lnTo>
                <a:lnTo>
                  <a:pt x="6467" y="6541"/>
                </a:lnTo>
                <a:lnTo>
                  <a:pt x="6469" y="6541"/>
                </a:lnTo>
                <a:lnTo>
                  <a:pt x="6470" y="6542"/>
                </a:lnTo>
                <a:lnTo>
                  <a:pt x="6470" y="6543"/>
                </a:lnTo>
                <a:lnTo>
                  <a:pt x="6471" y="6542"/>
                </a:lnTo>
                <a:lnTo>
                  <a:pt x="6471" y="6541"/>
                </a:lnTo>
                <a:lnTo>
                  <a:pt x="6472" y="6541"/>
                </a:lnTo>
                <a:lnTo>
                  <a:pt x="6472" y="6542"/>
                </a:lnTo>
                <a:lnTo>
                  <a:pt x="6473" y="6542"/>
                </a:lnTo>
                <a:lnTo>
                  <a:pt x="6472" y="6543"/>
                </a:lnTo>
                <a:lnTo>
                  <a:pt x="6472" y="6544"/>
                </a:lnTo>
                <a:lnTo>
                  <a:pt x="6473" y="6544"/>
                </a:lnTo>
                <a:lnTo>
                  <a:pt x="6473" y="6545"/>
                </a:lnTo>
                <a:lnTo>
                  <a:pt x="6472" y="6546"/>
                </a:lnTo>
                <a:lnTo>
                  <a:pt x="6472" y="6547"/>
                </a:lnTo>
                <a:lnTo>
                  <a:pt x="6471" y="6547"/>
                </a:lnTo>
                <a:lnTo>
                  <a:pt x="6471" y="6548"/>
                </a:lnTo>
                <a:lnTo>
                  <a:pt x="6470" y="6548"/>
                </a:lnTo>
                <a:lnTo>
                  <a:pt x="6468" y="6547"/>
                </a:lnTo>
                <a:lnTo>
                  <a:pt x="6467" y="6548"/>
                </a:lnTo>
                <a:lnTo>
                  <a:pt x="6467" y="6549"/>
                </a:lnTo>
                <a:lnTo>
                  <a:pt x="6467" y="6550"/>
                </a:lnTo>
                <a:lnTo>
                  <a:pt x="6468" y="6552"/>
                </a:lnTo>
                <a:lnTo>
                  <a:pt x="6469" y="6552"/>
                </a:lnTo>
                <a:lnTo>
                  <a:pt x="6469" y="6553"/>
                </a:lnTo>
                <a:lnTo>
                  <a:pt x="6469" y="6554"/>
                </a:lnTo>
                <a:lnTo>
                  <a:pt x="6470" y="6554"/>
                </a:lnTo>
                <a:lnTo>
                  <a:pt x="6470" y="6553"/>
                </a:lnTo>
                <a:lnTo>
                  <a:pt x="6470" y="6554"/>
                </a:lnTo>
                <a:lnTo>
                  <a:pt x="6469" y="6555"/>
                </a:lnTo>
                <a:lnTo>
                  <a:pt x="6468" y="6554"/>
                </a:lnTo>
                <a:lnTo>
                  <a:pt x="6467" y="6554"/>
                </a:lnTo>
                <a:lnTo>
                  <a:pt x="6465" y="6555"/>
                </a:lnTo>
                <a:lnTo>
                  <a:pt x="6465" y="6556"/>
                </a:lnTo>
                <a:lnTo>
                  <a:pt x="6464" y="6557"/>
                </a:lnTo>
                <a:lnTo>
                  <a:pt x="6464" y="6559"/>
                </a:lnTo>
                <a:lnTo>
                  <a:pt x="6464" y="6560"/>
                </a:lnTo>
                <a:lnTo>
                  <a:pt x="6465" y="6561"/>
                </a:lnTo>
                <a:lnTo>
                  <a:pt x="6465" y="6562"/>
                </a:lnTo>
                <a:lnTo>
                  <a:pt x="6465" y="6564"/>
                </a:lnTo>
                <a:lnTo>
                  <a:pt x="6466" y="6565"/>
                </a:lnTo>
                <a:lnTo>
                  <a:pt x="6467" y="6566"/>
                </a:lnTo>
                <a:lnTo>
                  <a:pt x="6468" y="6567"/>
                </a:lnTo>
                <a:lnTo>
                  <a:pt x="6468" y="6568"/>
                </a:lnTo>
                <a:lnTo>
                  <a:pt x="6468" y="6570"/>
                </a:lnTo>
                <a:lnTo>
                  <a:pt x="6467" y="6571"/>
                </a:lnTo>
                <a:lnTo>
                  <a:pt x="6466" y="6571"/>
                </a:lnTo>
                <a:lnTo>
                  <a:pt x="6465" y="6571"/>
                </a:lnTo>
                <a:lnTo>
                  <a:pt x="6463" y="6571"/>
                </a:lnTo>
                <a:lnTo>
                  <a:pt x="6463" y="6572"/>
                </a:lnTo>
                <a:lnTo>
                  <a:pt x="6463" y="6573"/>
                </a:lnTo>
                <a:lnTo>
                  <a:pt x="6461" y="6575"/>
                </a:lnTo>
                <a:lnTo>
                  <a:pt x="6463" y="6576"/>
                </a:lnTo>
                <a:lnTo>
                  <a:pt x="6464" y="6578"/>
                </a:lnTo>
                <a:lnTo>
                  <a:pt x="6463" y="6579"/>
                </a:lnTo>
                <a:lnTo>
                  <a:pt x="6463" y="6581"/>
                </a:lnTo>
                <a:lnTo>
                  <a:pt x="6462" y="6581"/>
                </a:lnTo>
                <a:lnTo>
                  <a:pt x="6462" y="6582"/>
                </a:lnTo>
                <a:lnTo>
                  <a:pt x="6461" y="6582"/>
                </a:lnTo>
                <a:lnTo>
                  <a:pt x="6460" y="6583"/>
                </a:lnTo>
                <a:lnTo>
                  <a:pt x="6458" y="6583"/>
                </a:lnTo>
                <a:lnTo>
                  <a:pt x="6458" y="6582"/>
                </a:lnTo>
                <a:lnTo>
                  <a:pt x="6458" y="6581"/>
                </a:lnTo>
                <a:lnTo>
                  <a:pt x="6459" y="6577"/>
                </a:lnTo>
                <a:lnTo>
                  <a:pt x="6458" y="6576"/>
                </a:lnTo>
                <a:lnTo>
                  <a:pt x="6458" y="6577"/>
                </a:lnTo>
                <a:lnTo>
                  <a:pt x="6458" y="6578"/>
                </a:lnTo>
                <a:lnTo>
                  <a:pt x="6458" y="6580"/>
                </a:lnTo>
                <a:lnTo>
                  <a:pt x="6457" y="6581"/>
                </a:lnTo>
                <a:lnTo>
                  <a:pt x="6457" y="6584"/>
                </a:lnTo>
                <a:lnTo>
                  <a:pt x="6457" y="6585"/>
                </a:lnTo>
                <a:lnTo>
                  <a:pt x="6458" y="6585"/>
                </a:lnTo>
                <a:lnTo>
                  <a:pt x="6459" y="6585"/>
                </a:lnTo>
                <a:lnTo>
                  <a:pt x="6459" y="6587"/>
                </a:lnTo>
                <a:lnTo>
                  <a:pt x="6462" y="6589"/>
                </a:lnTo>
                <a:lnTo>
                  <a:pt x="6462" y="6590"/>
                </a:lnTo>
                <a:lnTo>
                  <a:pt x="6462" y="6592"/>
                </a:lnTo>
                <a:lnTo>
                  <a:pt x="6462" y="6597"/>
                </a:lnTo>
                <a:lnTo>
                  <a:pt x="6462" y="6598"/>
                </a:lnTo>
                <a:lnTo>
                  <a:pt x="6462" y="6599"/>
                </a:lnTo>
                <a:lnTo>
                  <a:pt x="6463" y="6599"/>
                </a:lnTo>
                <a:lnTo>
                  <a:pt x="6463" y="6600"/>
                </a:lnTo>
                <a:lnTo>
                  <a:pt x="6464" y="6600"/>
                </a:lnTo>
                <a:lnTo>
                  <a:pt x="6464" y="6601"/>
                </a:lnTo>
                <a:lnTo>
                  <a:pt x="6463" y="6601"/>
                </a:lnTo>
                <a:lnTo>
                  <a:pt x="6464" y="6602"/>
                </a:lnTo>
                <a:lnTo>
                  <a:pt x="6464" y="6603"/>
                </a:lnTo>
                <a:lnTo>
                  <a:pt x="6463" y="6603"/>
                </a:lnTo>
                <a:lnTo>
                  <a:pt x="6462" y="6603"/>
                </a:lnTo>
                <a:lnTo>
                  <a:pt x="6462" y="6602"/>
                </a:lnTo>
                <a:lnTo>
                  <a:pt x="6461" y="6602"/>
                </a:lnTo>
                <a:lnTo>
                  <a:pt x="6460" y="6602"/>
                </a:lnTo>
                <a:lnTo>
                  <a:pt x="6459" y="6602"/>
                </a:lnTo>
                <a:lnTo>
                  <a:pt x="6458" y="6603"/>
                </a:lnTo>
                <a:lnTo>
                  <a:pt x="6455" y="6605"/>
                </a:lnTo>
                <a:lnTo>
                  <a:pt x="6454" y="6604"/>
                </a:lnTo>
                <a:lnTo>
                  <a:pt x="6453" y="6604"/>
                </a:lnTo>
                <a:lnTo>
                  <a:pt x="6452" y="6604"/>
                </a:lnTo>
                <a:lnTo>
                  <a:pt x="6450" y="6603"/>
                </a:lnTo>
                <a:lnTo>
                  <a:pt x="6450" y="6602"/>
                </a:lnTo>
                <a:lnTo>
                  <a:pt x="6449" y="6602"/>
                </a:lnTo>
                <a:lnTo>
                  <a:pt x="6448" y="6601"/>
                </a:lnTo>
                <a:lnTo>
                  <a:pt x="6447" y="6601"/>
                </a:lnTo>
                <a:lnTo>
                  <a:pt x="6446" y="6598"/>
                </a:lnTo>
                <a:lnTo>
                  <a:pt x="6446" y="6597"/>
                </a:lnTo>
                <a:lnTo>
                  <a:pt x="6445" y="6597"/>
                </a:lnTo>
                <a:lnTo>
                  <a:pt x="6445" y="6596"/>
                </a:lnTo>
                <a:lnTo>
                  <a:pt x="6443" y="6592"/>
                </a:lnTo>
                <a:lnTo>
                  <a:pt x="6440" y="6587"/>
                </a:lnTo>
                <a:lnTo>
                  <a:pt x="6439" y="6586"/>
                </a:lnTo>
                <a:lnTo>
                  <a:pt x="6438" y="6587"/>
                </a:lnTo>
                <a:lnTo>
                  <a:pt x="6437" y="6587"/>
                </a:lnTo>
                <a:lnTo>
                  <a:pt x="6435" y="6587"/>
                </a:lnTo>
                <a:lnTo>
                  <a:pt x="6436" y="6589"/>
                </a:lnTo>
                <a:lnTo>
                  <a:pt x="6434" y="6591"/>
                </a:lnTo>
                <a:lnTo>
                  <a:pt x="6433" y="6592"/>
                </a:lnTo>
                <a:lnTo>
                  <a:pt x="6430" y="6595"/>
                </a:lnTo>
                <a:lnTo>
                  <a:pt x="6428" y="6593"/>
                </a:lnTo>
                <a:lnTo>
                  <a:pt x="6427" y="6591"/>
                </a:lnTo>
                <a:lnTo>
                  <a:pt x="6426" y="6591"/>
                </a:lnTo>
                <a:lnTo>
                  <a:pt x="6427" y="6592"/>
                </a:lnTo>
                <a:lnTo>
                  <a:pt x="6427" y="6593"/>
                </a:lnTo>
                <a:lnTo>
                  <a:pt x="6428" y="6597"/>
                </a:lnTo>
                <a:lnTo>
                  <a:pt x="6429" y="6598"/>
                </a:lnTo>
                <a:lnTo>
                  <a:pt x="6430" y="6601"/>
                </a:lnTo>
                <a:lnTo>
                  <a:pt x="6430" y="6602"/>
                </a:lnTo>
                <a:lnTo>
                  <a:pt x="6430" y="6603"/>
                </a:lnTo>
                <a:lnTo>
                  <a:pt x="6431" y="6603"/>
                </a:lnTo>
                <a:lnTo>
                  <a:pt x="6431" y="6604"/>
                </a:lnTo>
                <a:lnTo>
                  <a:pt x="6432" y="6605"/>
                </a:lnTo>
                <a:lnTo>
                  <a:pt x="6434" y="6606"/>
                </a:lnTo>
                <a:lnTo>
                  <a:pt x="6435" y="6606"/>
                </a:lnTo>
                <a:lnTo>
                  <a:pt x="6436" y="6605"/>
                </a:lnTo>
                <a:lnTo>
                  <a:pt x="6437" y="6605"/>
                </a:lnTo>
                <a:lnTo>
                  <a:pt x="6437" y="6606"/>
                </a:lnTo>
                <a:lnTo>
                  <a:pt x="6438" y="6607"/>
                </a:lnTo>
                <a:lnTo>
                  <a:pt x="6438" y="6608"/>
                </a:lnTo>
                <a:lnTo>
                  <a:pt x="6437" y="6608"/>
                </a:lnTo>
                <a:lnTo>
                  <a:pt x="6436" y="6610"/>
                </a:lnTo>
                <a:lnTo>
                  <a:pt x="6435" y="6612"/>
                </a:lnTo>
                <a:lnTo>
                  <a:pt x="6435" y="6613"/>
                </a:lnTo>
                <a:lnTo>
                  <a:pt x="6436" y="6613"/>
                </a:lnTo>
                <a:lnTo>
                  <a:pt x="6435" y="6614"/>
                </a:lnTo>
                <a:lnTo>
                  <a:pt x="6434" y="6614"/>
                </a:lnTo>
                <a:lnTo>
                  <a:pt x="6434" y="6615"/>
                </a:lnTo>
                <a:lnTo>
                  <a:pt x="6434" y="6618"/>
                </a:lnTo>
                <a:lnTo>
                  <a:pt x="6435" y="6618"/>
                </a:lnTo>
                <a:lnTo>
                  <a:pt x="6436" y="6618"/>
                </a:lnTo>
                <a:lnTo>
                  <a:pt x="6437" y="6618"/>
                </a:lnTo>
                <a:lnTo>
                  <a:pt x="6437" y="6619"/>
                </a:lnTo>
                <a:lnTo>
                  <a:pt x="6437" y="6620"/>
                </a:lnTo>
                <a:lnTo>
                  <a:pt x="6436" y="6620"/>
                </a:lnTo>
                <a:lnTo>
                  <a:pt x="6436" y="6619"/>
                </a:lnTo>
                <a:lnTo>
                  <a:pt x="6435" y="6619"/>
                </a:lnTo>
                <a:lnTo>
                  <a:pt x="6434" y="6620"/>
                </a:lnTo>
                <a:lnTo>
                  <a:pt x="6433" y="6620"/>
                </a:lnTo>
                <a:lnTo>
                  <a:pt x="6432" y="6621"/>
                </a:lnTo>
                <a:lnTo>
                  <a:pt x="6431" y="6622"/>
                </a:lnTo>
                <a:lnTo>
                  <a:pt x="6431" y="6623"/>
                </a:lnTo>
                <a:lnTo>
                  <a:pt x="6429" y="6624"/>
                </a:lnTo>
                <a:lnTo>
                  <a:pt x="6428" y="6623"/>
                </a:lnTo>
                <a:lnTo>
                  <a:pt x="6428" y="6622"/>
                </a:lnTo>
                <a:lnTo>
                  <a:pt x="6427" y="6622"/>
                </a:lnTo>
                <a:lnTo>
                  <a:pt x="6427" y="6621"/>
                </a:lnTo>
                <a:lnTo>
                  <a:pt x="6426" y="6620"/>
                </a:lnTo>
                <a:lnTo>
                  <a:pt x="6422" y="6620"/>
                </a:lnTo>
                <a:lnTo>
                  <a:pt x="6422" y="6621"/>
                </a:lnTo>
                <a:lnTo>
                  <a:pt x="6421" y="6621"/>
                </a:lnTo>
                <a:lnTo>
                  <a:pt x="6420" y="6621"/>
                </a:lnTo>
                <a:lnTo>
                  <a:pt x="6420" y="6622"/>
                </a:lnTo>
                <a:lnTo>
                  <a:pt x="6419" y="6622"/>
                </a:lnTo>
                <a:lnTo>
                  <a:pt x="6418" y="6622"/>
                </a:lnTo>
                <a:lnTo>
                  <a:pt x="6417" y="6622"/>
                </a:lnTo>
                <a:lnTo>
                  <a:pt x="6416" y="6621"/>
                </a:lnTo>
                <a:lnTo>
                  <a:pt x="6416" y="6619"/>
                </a:lnTo>
                <a:lnTo>
                  <a:pt x="6416" y="6618"/>
                </a:lnTo>
                <a:lnTo>
                  <a:pt x="6415" y="6617"/>
                </a:lnTo>
                <a:lnTo>
                  <a:pt x="6414" y="6617"/>
                </a:lnTo>
                <a:lnTo>
                  <a:pt x="6413" y="6616"/>
                </a:lnTo>
                <a:lnTo>
                  <a:pt x="6412" y="6614"/>
                </a:lnTo>
                <a:lnTo>
                  <a:pt x="6412" y="6612"/>
                </a:lnTo>
                <a:lnTo>
                  <a:pt x="6412" y="6609"/>
                </a:lnTo>
                <a:lnTo>
                  <a:pt x="6411" y="6608"/>
                </a:lnTo>
                <a:lnTo>
                  <a:pt x="6409" y="6606"/>
                </a:lnTo>
                <a:lnTo>
                  <a:pt x="6408" y="6607"/>
                </a:lnTo>
                <a:lnTo>
                  <a:pt x="6409" y="6607"/>
                </a:lnTo>
                <a:lnTo>
                  <a:pt x="6410" y="6608"/>
                </a:lnTo>
                <a:lnTo>
                  <a:pt x="6410" y="6610"/>
                </a:lnTo>
                <a:lnTo>
                  <a:pt x="6411" y="6611"/>
                </a:lnTo>
                <a:lnTo>
                  <a:pt x="6411" y="6612"/>
                </a:lnTo>
                <a:lnTo>
                  <a:pt x="6411" y="6613"/>
                </a:lnTo>
                <a:lnTo>
                  <a:pt x="6411" y="6615"/>
                </a:lnTo>
                <a:lnTo>
                  <a:pt x="6410" y="6615"/>
                </a:lnTo>
                <a:lnTo>
                  <a:pt x="6409" y="6615"/>
                </a:lnTo>
                <a:lnTo>
                  <a:pt x="6408" y="6615"/>
                </a:lnTo>
                <a:lnTo>
                  <a:pt x="6408" y="6616"/>
                </a:lnTo>
                <a:lnTo>
                  <a:pt x="6408" y="6617"/>
                </a:lnTo>
                <a:lnTo>
                  <a:pt x="6407" y="6617"/>
                </a:lnTo>
                <a:lnTo>
                  <a:pt x="6406" y="6618"/>
                </a:lnTo>
                <a:lnTo>
                  <a:pt x="6405" y="6619"/>
                </a:lnTo>
                <a:lnTo>
                  <a:pt x="6405" y="6620"/>
                </a:lnTo>
                <a:lnTo>
                  <a:pt x="6406" y="6620"/>
                </a:lnTo>
                <a:lnTo>
                  <a:pt x="6407" y="6620"/>
                </a:lnTo>
                <a:lnTo>
                  <a:pt x="6408" y="6622"/>
                </a:lnTo>
                <a:lnTo>
                  <a:pt x="6407" y="6623"/>
                </a:lnTo>
                <a:lnTo>
                  <a:pt x="6408" y="6623"/>
                </a:lnTo>
                <a:lnTo>
                  <a:pt x="6408" y="6625"/>
                </a:lnTo>
                <a:lnTo>
                  <a:pt x="6411" y="6632"/>
                </a:lnTo>
                <a:lnTo>
                  <a:pt x="6412" y="6633"/>
                </a:lnTo>
                <a:lnTo>
                  <a:pt x="6413" y="6635"/>
                </a:lnTo>
                <a:lnTo>
                  <a:pt x="6413" y="6636"/>
                </a:lnTo>
                <a:lnTo>
                  <a:pt x="6414" y="6636"/>
                </a:lnTo>
                <a:lnTo>
                  <a:pt x="6414" y="6637"/>
                </a:lnTo>
                <a:lnTo>
                  <a:pt x="6415" y="6637"/>
                </a:lnTo>
                <a:lnTo>
                  <a:pt x="6415" y="6638"/>
                </a:lnTo>
                <a:lnTo>
                  <a:pt x="6416" y="6638"/>
                </a:lnTo>
                <a:lnTo>
                  <a:pt x="6417" y="6638"/>
                </a:lnTo>
                <a:lnTo>
                  <a:pt x="6418" y="6639"/>
                </a:lnTo>
                <a:lnTo>
                  <a:pt x="6417" y="6639"/>
                </a:lnTo>
                <a:lnTo>
                  <a:pt x="6417" y="6640"/>
                </a:lnTo>
                <a:lnTo>
                  <a:pt x="6416" y="6639"/>
                </a:lnTo>
                <a:lnTo>
                  <a:pt x="6415" y="6640"/>
                </a:lnTo>
                <a:lnTo>
                  <a:pt x="6414" y="6641"/>
                </a:lnTo>
                <a:lnTo>
                  <a:pt x="6414" y="6642"/>
                </a:lnTo>
                <a:lnTo>
                  <a:pt x="6416" y="6642"/>
                </a:lnTo>
                <a:lnTo>
                  <a:pt x="6416" y="6643"/>
                </a:lnTo>
                <a:lnTo>
                  <a:pt x="6415" y="6644"/>
                </a:lnTo>
                <a:lnTo>
                  <a:pt x="6414" y="6644"/>
                </a:lnTo>
                <a:lnTo>
                  <a:pt x="6414" y="6645"/>
                </a:lnTo>
                <a:lnTo>
                  <a:pt x="6413" y="6646"/>
                </a:lnTo>
                <a:lnTo>
                  <a:pt x="6412" y="6648"/>
                </a:lnTo>
                <a:lnTo>
                  <a:pt x="6411" y="6648"/>
                </a:lnTo>
                <a:lnTo>
                  <a:pt x="6410" y="6647"/>
                </a:lnTo>
                <a:lnTo>
                  <a:pt x="6408" y="6646"/>
                </a:lnTo>
                <a:lnTo>
                  <a:pt x="6407" y="6646"/>
                </a:lnTo>
                <a:lnTo>
                  <a:pt x="6407" y="6645"/>
                </a:lnTo>
                <a:lnTo>
                  <a:pt x="6406" y="6645"/>
                </a:lnTo>
                <a:lnTo>
                  <a:pt x="6405" y="6643"/>
                </a:lnTo>
                <a:lnTo>
                  <a:pt x="6403" y="6644"/>
                </a:lnTo>
                <a:lnTo>
                  <a:pt x="6403" y="6643"/>
                </a:lnTo>
                <a:lnTo>
                  <a:pt x="6403" y="6642"/>
                </a:lnTo>
                <a:lnTo>
                  <a:pt x="6402" y="6639"/>
                </a:lnTo>
                <a:lnTo>
                  <a:pt x="6403" y="6638"/>
                </a:lnTo>
                <a:lnTo>
                  <a:pt x="6404" y="6637"/>
                </a:lnTo>
                <a:lnTo>
                  <a:pt x="6404" y="6636"/>
                </a:lnTo>
                <a:lnTo>
                  <a:pt x="6405" y="6635"/>
                </a:lnTo>
                <a:lnTo>
                  <a:pt x="6404" y="6634"/>
                </a:lnTo>
                <a:lnTo>
                  <a:pt x="6403" y="6634"/>
                </a:lnTo>
                <a:lnTo>
                  <a:pt x="6403" y="6635"/>
                </a:lnTo>
                <a:lnTo>
                  <a:pt x="6402" y="6636"/>
                </a:lnTo>
                <a:lnTo>
                  <a:pt x="6401" y="6637"/>
                </a:lnTo>
                <a:lnTo>
                  <a:pt x="6401" y="6638"/>
                </a:lnTo>
                <a:lnTo>
                  <a:pt x="6400" y="6637"/>
                </a:lnTo>
                <a:lnTo>
                  <a:pt x="6400" y="6636"/>
                </a:lnTo>
                <a:lnTo>
                  <a:pt x="6400" y="6634"/>
                </a:lnTo>
                <a:lnTo>
                  <a:pt x="6401" y="6634"/>
                </a:lnTo>
                <a:lnTo>
                  <a:pt x="6401" y="6633"/>
                </a:lnTo>
                <a:lnTo>
                  <a:pt x="6402" y="6632"/>
                </a:lnTo>
                <a:lnTo>
                  <a:pt x="6401" y="6632"/>
                </a:lnTo>
                <a:lnTo>
                  <a:pt x="6402" y="6631"/>
                </a:lnTo>
                <a:lnTo>
                  <a:pt x="6401" y="6631"/>
                </a:lnTo>
                <a:lnTo>
                  <a:pt x="6401" y="6632"/>
                </a:lnTo>
                <a:lnTo>
                  <a:pt x="6400" y="6632"/>
                </a:lnTo>
                <a:lnTo>
                  <a:pt x="6400" y="6633"/>
                </a:lnTo>
                <a:lnTo>
                  <a:pt x="6399" y="6633"/>
                </a:lnTo>
                <a:lnTo>
                  <a:pt x="6399" y="6634"/>
                </a:lnTo>
                <a:lnTo>
                  <a:pt x="6398" y="6634"/>
                </a:lnTo>
                <a:lnTo>
                  <a:pt x="6398" y="6633"/>
                </a:lnTo>
                <a:lnTo>
                  <a:pt x="6397" y="6633"/>
                </a:lnTo>
                <a:lnTo>
                  <a:pt x="6396" y="6632"/>
                </a:lnTo>
                <a:lnTo>
                  <a:pt x="6395" y="6632"/>
                </a:lnTo>
                <a:lnTo>
                  <a:pt x="6394" y="6632"/>
                </a:lnTo>
                <a:lnTo>
                  <a:pt x="6394" y="6631"/>
                </a:lnTo>
                <a:lnTo>
                  <a:pt x="6393" y="6631"/>
                </a:lnTo>
                <a:lnTo>
                  <a:pt x="6393" y="6630"/>
                </a:lnTo>
                <a:lnTo>
                  <a:pt x="6391" y="6628"/>
                </a:lnTo>
                <a:lnTo>
                  <a:pt x="6389" y="6627"/>
                </a:lnTo>
                <a:lnTo>
                  <a:pt x="6390" y="6626"/>
                </a:lnTo>
                <a:lnTo>
                  <a:pt x="6389" y="6625"/>
                </a:lnTo>
                <a:lnTo>
                  <a:pt x="6387" y="6623"/>
                </a:lnTo>
                <a:lnTo>
                  <a:pt x="6386" y="6622"/>
                </a:lnTo>
                <a:lnTo>
                  <a:pt x="6384" y="6619"/>
                </a:lnTo>
                <a:lnTo>
                  <a:pt x="6383" y="6618"/>
                </a:lnTo>
                <a:lnTo>
                  <a:pt x="6381" y="6615"/>
                </a:lnTo>
                <a:lnTo>
                  <a:pt x="6380" y="6614"/>
                </a:lnTo>
                <a:lnTo>
                  <a:pt x="6379" y="6612"/>
                </a:lnTo>
                <a:lnTo>
                  <a:pt x="6379" y="6611"/>
                </a:lnTo>
                <a:lnTo>
                  <a:pt x="6379" y="6609"/>
                </a:lnTo>
                <a:lnTo>
                  <a:pt x="6378" y="6608"/>
                </a:lnTo>
                <a:lnTo>
                  <a:pt x="6378" y="6607"/>
                </a:lnTo>
                <a:lnTo>
                  <a:pt x="6378" y="6605"/>
                </a:lnTo>
                <a:lnTo>
                  <a:pt x="6379" y="6604"/>
                </a:lnTo>
                <a:lnTo>
                  <a:pt x="6379" y="6603"/>
                </a:lnTo>
                <a:lnTo>
                  <a:pt x="6380" y="6600"/>
                </a:lnTo>
                <a:lnTo>
                  <a:pt x="6380" y="6596"/>
                </a:lnTo>
                <a:lnTo>
                  <a:pt x="6379" y="6594"/>
                </a:lnTo>
                <a:lnTo>
                  <a:pt x="6378" y="6591"/>
                </a:lnTo>
                <a:lnTo>
                  <a:pt x="6377" y="6589"/>
                </a:lnTo>
                <a:lnTo>
                  <a:pt x="6376" y="6587"/>
                </a:lnTo>
                <a:lnTo>
                  <a:pt x="6377" y="6585"/>
                </a:lnTo>
                <a:lnTo>
                  <a:pt x="6377" y="6584"/>
                </a:lnTo>
                <a:lnTo>
                  <a:pt x="6378" y="6584"/>
                </a:lnTo>
                <a:lnTo>
                  <a:pt x="6379" y="6583"/>
                </a:lnTo>
                <a:lnTo>
                  <a:pt x="6379" y="6582"/>
                </a:lnTo>
                <a:lnTo>
                  <a:pt x="6380" y="6581"/>
                </a:lnTo>
                <a:lnTo>
                  <a:pt x="6379" y="6581"/>
                </a:lnTo>
                <a:lnTo>
                  <a:pt x="6378" y="6582"/>
                </a:lnTo>
                <a:lnTo>
                  <a:pt x="6377" y="6583"/>
                </a:lnTo>
                <a:lnTo>
                  <a:pt x="6376" y="6585"/>
                </a:lnTo>
                <a:lnTo>
                  <a:pt x="6375" y="6584"/>
                </a:lnTo>
                <a:lnTo>
                  <a:pt x="6375" y="6583"/>
                </a:lnTo>
                <a:lnTo>
                  <a:pt x="6373" y="6582"/>
                </a:lnTo>
                <a:lnTo>
                  <a:pt x="6373" y="6581"/>
                </a:lnTo>
                <a:lnTo>
                  <a:pt x="6371" y="6581"/>
                </a:lnTo>
                <a:lnTo>
                  <a:pt x="6372" y="6581"/>
                </a:lnTo>
                <a:lnTo>
                  <a:pt x="6372" y="6582"/>
                </a:lnTo>
                <a:lnTo>
                  <a:pt x="6373" y="6583"/>
                </a:lnTo>
                <a:lnTo>
                  <a:pt x="6373" y="6584"/>
                </a:lnTo>
                <a:lnTo>
                  <a:pt x="6373" y="6585"/>
                </a:lnTo>
                <a:lnTo>
                  <a:pt x="6373" y="6586"/>
                </a:lnTo>
                <a:lnTo>
                  <a:pt x="6373" y="6588"/>
                </a:lnTo>
                <a:lnTo>
                  <a:pt x="6373" y="6589"/>
                </a:lnTo>
                <a:lnTo>
                  <a:pt x="6373" y="6592"/>
                </a:lnTo>
                <a:lnTo>
                  <a:pt x="6373" y="6593"/>
                </a:lnTo>
                <a:lnTo>
                  <a:pt x="6371" y="6595"/>
                </a:lnTo>
                <a:lnTo>
                  <a:pt x="6373" y="6597"/>
                </a:lnTo>
                <a:lnTo>
                  <a:pt x="6371" y="6600"/>
                </a:lnTo>
                <a:lnTo>
                  <a:pt x="6370" y="6602"/>
                </a:lnTo>
                <a:lnTo>
                  <a:pt x="6369" y="6603"/>
                </a:lnTo>
                <a:lnTo>
                  <a:pt x="6364" y="6599"/>
                </a:lnTo>
                <a:lnTo>
                  <a:pt x="6363" y="6599"/>
                </a:lnTo>
                <a:lnTo>
                  <a:pt x="6361" y="6603"/>
                </a:lnTo>
                <a:lnTo>
                  <a:pt x="6361" y="6604"/>
                </a:lnTo>
                <a:lnTo>
                  <a:pt x="6362" y="6605"/>
                </a:lnTo>
                <a:lnTo>
                  <a:pt x="6363" y="6606"/>
                </a:lnTo>
                <a:lnTo>
                  <a:pt x="6363" y="6607"/>
                </a:lnTo>
                <a:lnTo>
                  <a:pt x="6362" y="6607"/>
                </a:lnTo>
                <a:lnTo>
                  <a:pt x="6362" y="6608"/>
                </a:lnTo>
                <a:lnTo>
                  <a:pt x="6362" y="6609"/>
                </a:lnTo>
                <a:lnTo>
                  <a:pt x="6362" y="6610"/>
                </a:lnTo>
                <a:lnTo>
                  <a:pt x="6362" y="6611"/>
                </a:lnTo>
                <a:lnTo>
                  <a:pt x="6361" y="6611"/>
                </a:lnTo>
                <a:lnTo>
                  <a:pt x="6361" y="6613"/>
                </a:lnTo>
                <a:lnTo>
                  <a:pt x="6362" y="6612"/>
                </a:lnTo>
                <a:lnTo>
                  <a:pt x="6362" y="6621"/>
                </a:lnTo>
                <a:lnTo>
                  <a:pt x="6363" y="6622"/>
                </a:lnTo>
                <a:lnTo>
                  <a:pt x="6363" y="6623"/>
                </a:lnTo>
                <a:lnTo>
                  <a:pt x="6365" y="6626"/>
                </a:lnTo>
                <a:lnTo>
                  <a:pt x="6365" y="6627"/>
                </a:lnTo>
                <a:lnTo>
                  <a:pt x="6365" y="6628"/>
                </a:lnTo>
                <a:lnTo>
                  <a:pt x="6365" y="6629"/>
                </a:lnTo>
                <a:lnTo>
                  <a:pt x="6365" y="6630"/>
                </a:lnTo>
                <a:lnTo>
                  <a:pt x="6365" y="6631"/>
                </a:lnTo>
                <a:lnTo>
                  <a:pt x="6364" y="6631"/>
                </a:lnTo>
                <a:lnTo>
                  <a:pt x="6364" y="6632"/>
                </a:lnTo>
                <a:lnTo>
                  <a:pt x="6364" y="6633"/>
                </a:lnTo>
                <a:lnTo>
                  <a:pt x="6365" y="6633"/>
                </a:lnTo>
                <a:lnTo>
                  <a:pt x="6366" y="6634"/>
                </a:lnTo>
                <a:lnTo>
                  <a:pt x="6366" y="6635"/>
                </a:lnTo>
                <a:lnTo>
                  <a:pt x="6366" y="6636"/>
                </a:lnTo>
                <a:lnTo>
                  <a:pt x="6366" y="6637"/>
                </a:lnTo>
                <a:lnTo>
                  <a:pt x="6365" y="6638"/>
                </a:lnTo>
                <a:lnTo>
                  <a:pt x="6364" y="6639"/>
                </a:lnTo>
                <a:lnTo>
                  <a:pt x="6364" y="6640"/>
                </a:lnTo>
                <a:lnTo>
                  <a:pt x="6363" y="6640"/>
                </a:lnTo>
                <a:lnTo>
                  <a:pt x="6362" y="6640"/>
                </a:lnTo>
                <a:lnTo>
                  <a:pt x="6360" y="6642"/>
                </a:lnTo>
                <a:lnTo>
                  <a:pt x="6359" y="6644"/>
                </a:lnTo>
                <a:lnTo>
                  <a:pt x="6359" y="6646"/>
                </a:lnTo>
                <a:lnTo>
                  <a:pt x="6359" y="6647"/>
                </a:lnTo>
                <a:lnTo>
                  <a:pt x="6358" y="6648"/>
                </a:lnTo>
                <a:lnTo>
                  <a:pt x="6358" y="6649"/>
                </a:lnTo>
                <a:lnTo>
                  <a:pt x="6358" y="6650"/>
                </a:lnTo>
                <a:lnTo>
                  <a:pt x="6356" y="6650"/>
                </a:lnTo>
                <a:lnTo>
                  <a:pt x="6355" y="6651"/>
                </a:lnTo>
                <a:lnTo>
                  <a:pt x="6354" y="6651"/>
                </a:lnTo>
                <a:lnTo>
                  <a:pt x="6354" y="6652"/>
                </a:lnTo>
                <a:lnTo>
                  <a:pt x="6354" y="6653"/>
                </a:lnTo>
                <a:lnTo>
                  <a:pt x="6354" y="6654"/>
                </a:lnTo>
                <a:lnTo>
                  <a:pt x="6352" y="6654"/>
                </a:lnTo>
                <a:lnTo>
                  <a:pt x="6351" y="6654"/>
                </a:lnTo>
                <a:lnTo>
                  <a:pt x="6350" y="6654"/>
                </a:lnTo>
                <a:lnTo>
                  <a:pt x="6349" y="6655"/>
                </a:lnTo>
                <a:lnTo>
                  <a:pt x="6348" y="6655"/>
                </a:lnTo>
                <a:lnTo>
                  <a:pt x="6348" y="6658"/>
                </a:lnTo>
                <a:lnTo>
                  <a:pt x="6347" y="6658"/>
                </a:lnTo>
                <a:lnTo>
                  <a:pt x="6346" y="6658"/>
                </a:lnTo>
                <a:lnTo>
                  <a:pt x="6345" y="6658"/>
                </a:lnTo>
                <a:lnTo>
                  <a:pt x="6342" y="6658"/>
                </a:lnTo>
                <a:lnTo>
                  <a:pt x="6341" y="6656"/>
                </a:lnTo>
                <a:lnTo>
                  <a:pt x="6341" y="6655"/>
                </a:lnTo>
                <a:lnTo>
                  <a:pt x="6341" y="6654"/>
                </a:lnTo>
                <a:lnTo>
                  <a:pt x="6341" y="6653"/>
                </a:lnTo>
                <a:lnTo>
                  <a:pt x="6341" y="6652"/>
                </a:lnTo>
                <a:lnTo>
                  <a:pt x="6340" y="6652"/>
                </a:lnTo>
                <a:lnTo>
                  <a:pt x="6338" y="6651"/>
                </a:lnTo>
                <a:lnTo>
                  <a:pt x="6337" y="6652"/>
                </a:lnTo>
                <a:lnTo>
                  <a:pt x="6336" y="6651"/>
                </a:lnTo>
                <a:lnTo>
                  <a:pt x="6335" y="6647"/>
                </a:lnTo>
                <a:lnTo>
                  <a:pt x="6334" y="6645"/>
                </a:lnTo>
                <a:lnTo>
                  <a:pt x="6333" y="6645"/>
                </a:lnTo>
                <a:lnTo>
                  <a:pt x="6333" y="6644"/>
                </a:lnTo>
                <a:lnTo>
                  <a:pt x="6333" y="6643"/>
                </a:lnTo>
                <a:lnTo>
                  <a:pt x="6334" y="6643"/>
                </a:lnTo>
                <a:lnTo>
                  <a:pt x="6333" y="6642"/>
                </a:lnTo>
                <a:lnTo>
                  <a:pt x="6332" y="6642"/>
                </a:lnTo>
                <a:lnTo>
                  <a:pt x="6331" y="6641"/>
                </a:lnTo>
                <a:lnTo>
                  <a:pt x="6329" y="6639"/>
                </a:lnTo>
                <a:lnTo>
                  <a:pt x="6328" y="6639"/>
                </a:lnTo>
                <a:lnTo>
                  <a:pt x="6327" y="6638"/>
                </a:lnTo>
                <a:lnTo>
                  <a:pt x="6326" y="6637"/>
                </a:lnTo>
                <a:lnTo>
                  <a:pt x="6326" y="6638"/>
                </a:lnTo>
                <a:lnTo>
                  <a:pt x="6327" y="6638"/>
                </a:lnTo>
                <a:lnTo>
                  <a:pt x="6327" y="6639"/>
                </a:lnTo>
                <a:lnTo>
                  <a:pt x="6328" y="6639"/>
                </a:lnTo>
                <a:lnTo>
                  <a:pt x="6328" y="6641"/>
                </a:lnTo>
                <a:lnTo>
                  <a:pt x="6327" y="6641"/>
                </a:lnTo>
                <a:lnTo>
                  <a:pt x="6325" y="6641"/>
                </a:lnTo>
                <a:lnTo>
                  <a:pt x="6324" y="6641"/>
                </a:lnTo>
                <a:lnTo>
                  <a:pt x="6323" y="6642"/>
                </a:lnTo>
                <a:lnTo>
                  <a:pt x="6322" y="6642"/>
                </a:lnTo>
                <a:lnTo>
                  <a:pt x="6321" y="6642"/>
                </a:lnTo>
                <a:lnTo>
                  <a:pt x="6320" y="6642"/>
                </a:lnTo>
                <a:lnTo>
                  <a:pt x="6319" y="6642"/>
                </a:lnTo>
                <a:lnTo>
                  <a:pt x="6318" y="6643"/>
                </a:lnTo>
                <a:lnTo>
                  <a:pt x="6316" y="6644"/>
                </a:lnTo>
                <a:lnTo>
                  <a:pt x="6315" y="6645"/>
                </a:lnTo>
                <a:lnTo>
                  <a:pt x="6314" y="6647"/>
                </a:lnTo>
                <a:lnTo>
                  <a:pt x="6313" y="6647"/>
                </a:lnTo>
                <a:lnTo>
                  <a:pt x="6313" y="6648"/>
                </a:lnTo>
                <a:lnTo>
                  <a:pt x="6311" y="6648"/>
                </a:lnTo>
                <a:lnTo>
                  <a:pt x="6311" y="6649"/>
                </a:lnTo>
                <a:lnTo>
                  <a:pt x="6311" y="6650"/>
                </a:lnTo>
                <a:lnTo>
                  <a:pt x="6313" y="6651"/>
                </a:lnTo>
                <a:lnTo>
                  <a:pt x="6313" y="6652"/>
                </a:lnTo>
                <a:lnTo>
                  <a:pt x="6314" y="6652"/>
                </a:lnTo>
                <a:lnTo>
                  <a:pt x="6311" y="6654"/>
                </a:lnTo>
                <a:lnTo>
                  <a:pt x="6310" y="6654"/>
                </a:lnTo>
                <a:lnTo>
                  <a:pt x="6309" y="6653"/>
                </a:lnTo>
                <a:lnTo>
                  <a:pt x="6307" y="6654"/>
                </a:lnTo>
                <a:lnTo>
                  <a:pt x="6306" y="6655"/>
                </a:lnTo>
                <a:lnTo>
                  <a:pt x="6305" y="6653"/>
                </a:lnTo>
                <a:lnTo>
                  <a:pt x="6305" y="6654"/>
                </a:lnTo>
                <a:lnTo>
                  <a:pt x="6304" y="6655"/>
                </a:lnTo>
                <a:lnTo>
                  <a:pt x="6304" y="6656"/>
                </a:lnTo>
                <a:lnTo>
                  <a:pt x="6303" y="6657"/>
                </a:lnTo>
                <a:lnTo>
                  <a:pt x="6302" y="6659"/>
                </a:lnTo>
                <a:lnTo>
                  <a:pt x="6302" y="6660"/>
                </a:lnTo>
                <a:lnTo>
                  <a:pt x="6302" y="6662"/>
                </a:lnTo>
                <a:lnTo>
                  <a:pt x="6300" y="6662"/>
                </a:lnTo>
                <a:lnTo>
                  <a:pt x="6299" y="6662"/>
                </a:lnTo>
                <a:lnTo>
                  <a:pt x="6299" y="6663"/>
                </a:lnTo>
                <a:lnTo>
                  <a:pt x="6298" y="6663"/>
                </a:lnTo>
                <a:lnTo>
                  <a:pt x="6297" y="6665"/>
                </a:lnTo>
                <a:lnTo>
                  <a:pt x="6296" y="6665"/>
                </a:lnTo>
                <a:lnTo>
                  <a:pt x="6296" y="6667"/>
                </a:lnTo>
                <a:lnTo>
                  <a:pt x="6295" y="6668"/>
                </a:lnTo>
                <a:lnTo>
                  <a:pt x="6294" y="6669"/>
                </a:lnTo>
                <a:lnTo>
                  <a:pt x="6294" y="6670"/>
                </a:lnTo>
                <a:lnTo>
                  <a:pt x="6294" y="6673"/>
                </a:lnTo>
                <a:lnTo>
                  <a:pt x="6294" y="6674"/>
                </a:lnTo>
                <a:lnTo>
                  <a:pt x="6294" y="6676"/>
                </a:lnTo>
                <a:lnTo>
                  <a:pt x="6292" y="6675"/>
                </a:lnTo>
                <a:lnTo>
                  <a:pt x="6291" y="6675"/>
                </a:lnTo>
                <a:lnTo>
                  <a:pt x="6290" y="6675"/>
                </a:lnTo>
                <a:lnTo>
                  <a:pt x="6290" y="6676"/>
                </a:lnTo>
                <a:lnTo>
                  <a:pt x="6290" y="6677"/>
                </a:lnTo>
                <a:lnTo>
                  <a:pt x="6291" y="6677"/>
                </a:lnTo>
                <a:lnTo>
                  <a:pt x="6291" y="6678"/>
                </a:lnTo>
                <a:lnTo>
                  <a:pt x="6291" y="6679"/>
                </a:lnTo>
                <a:lnTo>
                  <a:pt x="6290" y="6679"/>
                </a:lnTo>
                <a:lnTo>
                  <a:pt x="6289" y="6678"/>
                </a:lnTo>
                <a:lnTo>
                  <a:pt x="6290" y="6678"/>
                </a:lnTo>
                <a:lnTo>
                  <a:pt x="6289" y="6678"/>
                </a:lnTo>
                <a:lnTo>
                  <a:pt x="6288" y="6679"/>
                </a:lnTo>
                <a:lnTo>
                  <a:pt x="6288" y="6680"/>
                </a:lnTo>
                <a:lnTo>
                  <a:pt x="6286" y="6680"/>
                </a:lnTo>
                <a:lnTo>
                  <a:pt x="6286" y="6681"/>
                </a:lnTo>
                <a:lnTo>
                  <a:pt x="6285" y="6681"/>
                </a:lnTo>
                <a:lnTo>
                  <a:pt x="6284" y="6682"/>
                </a:lnTo>
                <a:lnTo>
                  <a:pt x="6281" y="6682"/>
                </a:lnTo>
                <a:lnTo>
                  <a:pt x="6280" y="6682"/>
                </a:lnTo>
                <a:lnTo>
                  <a:pt x="6280" y="6683"/>
                </a:lnTo>
                <a:lnTo>
                  <a:pt x="6279" y="6683"/>
                </a:lnTo>
                <a:lnTo>
                  <a:pt x="6278" y="6682"/>
                </a:lnTo>
                <a:lnTo>
                  <a:pt x="6277" y="6682"/>
                </a:lnTo>
                <a:lnTo>
                  <a:pt x="6275" y="6681"/>
                </a:lnTo>
                <a:lnTo>
                  <a:pt x="6275" y="6680"/>
                </a:lnTo>
                <a:lnTo>
                  <a:pt x="6275" y="6679"/>
                </a:lnTo>
                <a:lnTo>
                  <a:pt x="6274" y="6679"/>
                </a:lnTo>
                <a:lnTo>
                  <a:pt x="6273" y="6679"/>
                </a:lnTo>
                <a:lnTo>
                  <a:pt x="6272" y="6680"/>
                </a:lnTo>
                <a:lnTo>
                  <a:pt x="6270" y="6679"/>
                </a:lnTo>
                <a:lnTo>
                  <a:pt x="6269" y="6679"/>
                </a:lnTo>
                <a:lnTo>
                  <a:pt x="6268" y="6679"/>
                </a:lnTo>
                <a:lnTo>
                  <a:pt x="6267" y="6678"/>
                </a:lnTo>
                <a:lnTo>
                  <a:pt x="6266" y="6677"/>
                </a:lnTo>
                <a:lnTo>
                  <a:pt x="6265" y="6677"/>
                </a:lnTo>
                <a:lnTo>
                  <a:pt x="6264" y="6677"/>
                </a:lnTo>
                <a:lnTo>
                  <a:pt x="6263" y="6676"/>
                </a:lnTo>
                <a:lnTo>
                  <a:pt x="6262" y="6675"/>
                </a:lnTo>
                <a:lnTo>
                  <a:pt x="6260" y="6675"/>
                </a:lnTo>
                <a:lnTo>
                  <a:pt x="6260" y="6674"/>
                </a:lnTo>
                <a:lnTo>
                  <a:pt x="6259" y="6674"/>
                </a:lnTo>
                <a:lnTo>
                  <a:pt x="6258" y="6674"/>
                </a:lnTo>
                <a:lnTo>
                  <a:pt x="6257" y="6674"/>
                </a:lnTo>
                <a:lnTo>
                  <a:pt x="6256" y="6674"/>
                </a:lnTo>
                <a:lnTo>
                  <a:pt x="6255" y="6674"/>
                </a:lnTo>
                <a:lnTo>
                  <a:pt x="6254" y="6673"/>
                </a:lnTo>
                <a:lnTo>
                  <a:pt x="6253" y="6673"/>
                </a:lnTo>
                <a:lnTo>
                  <a:pt x="6252" y="6672"/>
                </a:lnTo>
                <a:lnTo>
                  <a:pt x="6252" y="6671"/>
                </a:lnTo>
                <a:lnTo>
                  <a:pt x="6251" y="6669"/>
                </a:lnTo>
                <a:lnTo>
                  <a:pt x="6251" y="6668"/>
                </a:lnTo>
                <a:lnTo>
                  <a:pt x="6250" y="6668"/>
                </a:lnTo>
                <a:lnTo>
                  <a:pt x="6250" y="6667"/>
                </a:lnTo>
                <a:lnTo>
                  <a:pt x="6250" y="6666"/>
                </a:lnTo>
                <a:lnTo>
                  <a:pt x="6250" y="6665"/>
                </a:lnTo>
                <a:lnTo>
                  <a:pt x="6250" y="6664"/>
                </a:lnTo>
                <a:lnTo>
                  <a:pt x="6250" y="6662"/>
                </a:lnTo>
                <a:lnTo>
                  <a:pt x="6249" y="6659"/>
                </a:lnTo>
                <a:lnTo>
                  <a:pt x="6249" y="6658"/>
                </a:lnTo>
                <a:lnTo>
                  <a:pt x="6249" y="6656"/>
                </a:lnTo>
                <a:lnTo>
                  <a:pt x="6249" y="6654"/>
                </a:lnTo>
                <a:lnTo>
                  <a:pt x="6249" y="6653"/>
                </a:lnTo>
                <a:lnTo>
                  <a:pt x="6250" y="6653"/>
                </a:lnTo>
                <a:lnTo>
                  <a:pt x="6250" y="6652"/>
                </a:lnTo>
                <a:lnTo>
                  <a:pt x="6251" y="6651"/>
                </a:lnTo>
                <a:lnTo>
                  <a:pt x="6253" y="6650"/>
                </a:lnTo>
                <a:lnTo>
                  <a:pt x="6254" y="6650"/>
                </a:lnTo>
                <a:lnTo>
                  <a:pt x="6255" y="6649"/>
                </a:lnTo>
                <a:lnTo>
                  <a:pt x="6256" y="6649"/>
                </a:lnTo>
                <a:lnTo>
                  <a:pt x="6257" y="6649"/>
                </a:lnTo>
                <a:lnTo>
                  <a:pt x="6259" y="6648"/>
                </a:lnTo>
                <a:lnTo>
                  <a:pt x="6260" y="6648"/>
                </a:lnTo>
                <a:lnTo>
                  <a:pt x="6260" y="6647"/>
                </a:lnTo>
                <a:lnTo>
                  <a:pt x="6262" y="6647"/>
                </a:lnTo>
                <a:lnTo>
                  <a:pt x="6263" y="6647"/>
                </a:lnTo>
                <a:lnTo>
                  <a:pt x="6264" y="6647"/>
                </a:lnTo>
                <a:lnTo>
                  <a:pt x="6265" y="6647"/>
                </a:lnTo>
                <a:lnTo>
                  <a:pt x="6265" y="6646"/>
                </a:lnTo>
                <a:lnTo>
                  <a:pt x="6266" y="6645"/>
                </a:lnTo>
                <a:lnTo>
                  <a:pt x="6265" y="6645"/>
                </a:lnTo>
                <a:lnTo>
                  <a:pt x="6265" y="6644"/>
                </a:lnTo>
                <a:lnTo>
                  <a:pt x="6265" y="6645"/>
                </a:lnTo>
                <a:lnTo>
                  <a:pt x="6265" y="6646"/>
                </a:lnTo>
                <a:lnTo>
                  <a:pt x="6264" y="6646"/>
                </a:lnTo>
                <a:lnTo>
                  <a:pt x="6263" y="6646"/>
                </a:lnTo>
                <a:lnTo>
                  <a:pt x="6262" y="6646"/>
                </a:lnTo>
                <a:lnTo>
                  <a:pt x="6261" y="6645"/>
                </a:lnTo>
                <a:lnTo>
                  <a:pt x="6260" y="6645"/>
                </a:lnTo>
                <a:lnTo>
                  <a:pt x="6259" y="6645"/>
                </a:lnTo>
                <a:lnTo>
                  <a:pt x="6257" y="6645"/>
                </a:lnTo>
                <a:lnTo>
                  <a:pt x="6256" y="6645"/>
                </a:lnTo>
                <a:lnTo>
                  <a:pt x="6256" y="6646"/>
                </a:lnTo>
                <a:lnTo>
                  <a:pt x="6256" y="6647"/>
                </a:lnTo>
                <a:lnTo>
                  <a:pt x="6255" y="6648"/>
                </a:lnTo>
                <a:lnTo>
                  <a:pt x="6254" y="6649"/>
                </a:lnTo>
                <a:lnTo>
                  <a:pt x="6253" y="6649"/>
                </a:lnTo>
                <a:lnTo>
                  <a:pt x="6252" y="6650"/>
                </a:lnTo>
                <a:lnTo>
                  <a:pt x="6251" y="6650"/>
                </a:lnTo>
                <a:lnTo>
                  <a:pt x="6250" y="6651"/>
                </a:lnTo>
                <a:lnTo>
                  <a:pt x="6249" y="6652"/>
                </a:lnTo>
                <a:lnTo>
                  <a:pt x="6248" y="6652"/>
                </a:lnTo>
                <a:lnTo>
                  <a:pt x="6248" y="6654"/>
                </a:lnTo>
                <a:lnTo>
                  <a:pt x="6248" y="6655"/>
                </a:lnTo>
                <a:lnTo>
                  <a:pt x="6248" y="6654"/>
                </a:lnTo>
                <a:lnTo>
                  <a:pt x="6247" y="6654"/>
                </a:lnTo>
                <a:lnTo>
                  <a:pt x="6247" y="6655"/>
                </a:lnTo>
                <a:lnTo>
                  <a:pt x="6247" y="6654"/>
                </a:lnTo>
                <a:lnTo>
                  <a:pt x="6247" y="6653"/>
                </a:lnTo>
                <a:lnTo>
                  <a:pt x="6246" y="6653"/>
                </a:lnTo>
                <a:lnTo>
                  <a:pt x="6246" y="6652"/>
                </a:lnTo>
                <a:lnTo>
                  <a:pt x="6246" y="6651"/>
                </a:lnTo>
                <a:lnTo>
                  <a:pt x="6245" y="6650"/>
                </a:lnTo>
                <a:lnTo>
                  <a:pt x="6245" y="6649"/>
                </a:lnTo>
                <a:lnTo>
                  <a:pt x="6244" y="6648"/>
                </a:lnTo>
                <a:lnTo>
                  <a:pt x="6244" y="6647"/>
                </a:lnTo>
                <a:lnTo>
                  <a:pt x="6243" y="6646"/>
                </a:lnTo>
                <a:lnTo>
                  <a:pt x="6243" y="6645"/>
                </a:lnTo>
                <a:lnTo>
                  <a:pt x="6242" y="6644"/>
                </a:lnTo>
                <a:lnTo>
                  <a:pt x="6241" y="6643"/>
                </a:lnTo>
                <a:lnTo>
                  <a:pt x="6241" y="6642"/>
                </a:lnTo>
                <a:lnTo>
                  <a:pt x="6242" y="6642"/>
                </a:lnTo>
                <a:lnTo>
                  <a:pt x="6241" y="6641"/>
                </a:lnTo>
                <a:lnTo>
                  <a:pt x="6241" y="6640"/>
                </a:lnTo>
                <a:lnTo>
                  <a:pt x="6240" y="6639"/>
                </a:lnTo>
                <a:lnTo>
                  <a:pt x="6239" y="6639"/>
                </a:lnTo>
                <a:lnTo>
                  <a:pt x="6239" y="6638"/>
                </a:lnTo>
                <a:lnTo>
                  <a:pt x="6239" y="6637"/>
                </a:lnTo>
                <a:lnTo>
                  <a:pt x="6239" y="6636"/>
                </a:lnTo>
                <a:lnTo>
                  <a:pt x="6240" y="6636"/>
                </a:lnTo>
                <a:lnTo>
                  <a:pt x="6240" y="6635"/>
                </a:lnTo>
                <a:lnTo>
                  <a:pt x="6241" y="6634"/>
                </a:lnTo>
                <a:lnTo>
                  <a:pt x="6241" y="6633"/>
                </a:lnTo>
                <a:lnTo>
                  <a:pt x="6240" y="6633"/>
                </a:lnTo>
                <a:lnTo>
                  <a:pt x="6240" y="6632"/>
                </a:lnTo>
                <a:lnTo>
                  <a:pt x="6241" y="6632"/>
                </a:lnTo>
                <a:lnTo>
                  <a:pt x="6243" y="6631"/>
                </a:lnTo>
                <a:lnTo>
                  <a:pt x="6243" y="6630"/>
                </a:lnTo>
                <a:lnTo>
                  <a:pt x="6243" y="6629"/>
                </a:lnTo>
                <a:lnTo>
                  <a:pt x="6243" y="6628"/>
                </a:lnTo>
                <a:lnTo>
                  <a:pt x="6244" y="6628"/>
                </a:lnTo>
                <a:lnTo>
                  <a:pt x="6244" y="6626"/>
                </a:lnTo>
                <a:lnTo>
                  <a:pt x="6243" y="6625"/>
                </a:lnTo>
                <a:lnTo>
                  <a:pt x="6243" y="6624"/>
                </a:lnTo>
                <a:lnTo>
                  <a:pt x="6243" y="6623"/>
                </a:lnTo>
                <a:lnTo>
                  <a:pt x="6243" y="6624"/>
                </a:lnTo>
                <a:lnTo>
                  <a:pt x="6242" y="6624"/>
                </a:lnTo>
                <a:lnTo>
                  <a:pt x="6242" y="6625"/>
                </a:lnTo>
                <a:lnTo>
                  <a:pt x="6243" y="6625"/>
                </a:lnTo>
                <a:lnTo>
                  <a:pt x="6243" y="6626"/>
                </a:lnTo>
                <a:lnTo>
                  <a:pt x="6242" y="6626"/>
                </a:lnTo>
                <a:lnTo>
                  <a:pt x="6242" y="6627"/>
                </a:lnTo>
                <a:lnTo>
                  <a:pt x="6243" y="6627"/>
                </a:lnTo>
                <a:lnTo>
                  <a:pt x="6243" y="6628"/>
                </a:lnTo>
                <a:lnTo>
                  <a:pt x="6242" y="6629"/>
                </a:lnTo>
                <a:lnTo>
                  <a:pt x="6241" y="6629"/>
                </a:lnTo>
                <a:lnTo>
                  <a:pt x="6241" y="6630"/>
                </a:lnTo>
                <a:lnTo>
                  <a:pt x="6240" y="6630"/>
                </a:lnTo>
                <a:lnTo>
                  <a:pt x="6239" y="6631"/>
                </a:lnTo>
                <a:lnTo>
                  <a:pt x="6239" y="6632"/>
                </a:lnTo>
                <a:lnTo>
                  <a:pt x="6239" y="6633"/>
                </a:lnTo>
                <a:lnTo>
                  <a:pt x="6239" y="6634"/>
                </a:lnTo>
                <a:lnTo>
                  <a:pt x="6238" y="6634"/>
                </a:lnTo>
                <a:lnTo>
                  <a:pt x="6238" y="6635"/>
                </a:lnTo>
                <a:lnTo>
                  <a:pt x="6238" y="6636"/>
                </a:lnTo>
                <a:lnTo>
                  <a:pt x="6238" y="6637"/>
                </a:lnTo>
                <a:lnTo>
                  <a:pt x="6238" y="6639"/>
                </a:lnTo>
                <a:lnTo>
                  <a:pt x="6239" y="6639"/>
                </a:lnTo>
                <a:lnTo>
                  <a:pt x="6239" y="6640"/>
                </a:lnTo>
                <a:lnTo>
                  <a:pt x="6240" y="6641"/>
                </a:lnTo>
                <a:lnTo>
                  <a:pt x="6240" y="6642"/>
                </a:lnTo>
                <a:lnTo>
                  <a:pt x="6240" y="6644"/>
                </a:lnTo>
                <a:lnTo>
                  <a:pt x="6241" y="6644"/>
                </a:lnTo>
                <a:lnTo>
                  <a:pt x="6241" y="6645"/>
                </a:lnTo>
                <a:lnTo>
                  <a:pt x="6241" y="6646"/>
                </a:lnTo>
                <a:lnTo>
                  <a:pt x="6242" y="6646"/>
                </a:lnTo>
                <a:lnTo>
                  <a:pt x="6242" y="6647"/>
                </a:lnTo>
                <a:lnTo>
                  <a:pt x="6242" y="6648"/>
                </a:lnTo>
                <a:lnTo>
                  <a:pt x="6242" y="6649"/>
                </a:lnTo>
                <a:lnTo>
                  <a:pt x="6243" y="6650"/>
                </a:lnTo>
                <a:lnTo>
                  <a:pt x="6243" y="6651"/>
                </a:lnTo>
                <a:lnTo>
                  <a:pt x="6244" y="6652"/>
                </a:lnTo>
                <a:lnTo>
                  <a:pt x="6244" y="6653"/>
                </a:lnTo>
                <a:lnTo>
                  <a:pt x="6245" y="6654"/>
                </a:lnTo>
                <a:lnTo>
                  <a:pt x="6245" y="6655"/>
                </a:lnTo>
                <a:lnTo>
                  <a:pt x="6244" y="6655"/>
                </a:lnTo>
                <a:lnTo>
                  <a:pt x="6245" y="6655"/>
                </a:lnTo>
                <a:lnTo>
                  <a:pt x="6245" y="6656"/>
                </a:lnTo>
                <a:lnTo>
                  <a:pt x="6245" y="6657"/>
                </a:lnTo>
                <a:lnTo>
                  <a:pt x="6246" y="6657"/>
                </a:lnTo>
                <a:lnTo>
                  <a:pt x="6246" y="6658"/>
                </a:lnTo>
                <a:lnTo>
                  <a:pt x="6246" y="6659"/>
                </a:lnTo>
                <a:lnTo>
                  <a:pt x="6246" y="6660"/>
                </a:lnTo>
                <a:lnTo>
                  <a:pt x="6247" y="6661"/>
                </a:lnTo>
                <a:lnTo>
                  <a:pt x="6247" y="6664"/>
                </a:lnTo>
                <a:lnTo>
                  <a:pt x="6247" y="6666"/>
                </a:lnTo>
                <a:lnTo>
                  <a:pt x="6247" y="6667"/>
                </a:lnTo>
                <a:lnTo>
                  <a:pt x="6247" y="6668"/>
                </a:lnTo>
                <a:lnTo>
                  <a:pt x="6248" y="6668"/>
                </a:lnTo>
                <a:lnTo>
                  <a:pt x="6248" y="6669"/>
                </a:lnTo>
                <a:lnTo>
                  <a:pt x="6248" y="6670"/>
                </a:lnTo>
                <a:lnTo>
                  <a:pt x="6249" y="6670"/>
                </a:lnTo>
                <a:lnTo>
                  <a:pt x="6249" y="6672"/>
                </a:lnTo>
                <a:lnTo>
                  <a:pt x="6249" y="6673"/>
                </a:lnTo>
                <a:lnTo>
                  <a:pt x="6249" y="6676"/>
                </a:lnTo>
                <a:lnTo>
                  <a:pt x="6249" y="6677"/>
                </a:lnTo>
                <a:lnTo>
                  <a:pt x="6250" y="6677"/>
                </a:lnTo>
                <a:lnTo>
                  <a:pt x="6250" y="6678"/>
                </a:lnTo>
                <a:lnTo>
                  <a:pt x="6249" y="6679"/>
                </a:lnTo>
                <a:lnTo>
                  <a:pt x="6250" y="6679"/>
                </a:lnTo>
                <a:lnTo>
                  <a:pt x="6250" y="6680"/>
                </a:lnTo>
                <a:lnTo>
                  <a:pt x="6251" y="6681"/>
                </a:lnTo>
                <a:lnTo>
                  <a:pt x="6250" y="6682"/>
                </a:lnTo>
                <a:lnTo>
                  <a:pt x="6249" y="6683"/>
                </a:lnTo>
                <a:lnTo>
                  <a:pt x="6249" y="6684"/>
                </a:lnTo>
                <a:lnTo>
                  <a:pt x="6250" y="6685"/>
                </a:lnTo>
                <a:lnTo>
                  <a:pt x="6249" y="6685"/>
                </a:lnTo>
                <a:lnTo>
                  <a:pt x="6249" y="6686"/>
                </a:lnTo>
                <a:lnTo>
                  <a:pt x="6249" y="6687"/>
                </a:lnTo>
                <a:lnTo>
                  <a:pt x="6250" y="6688"/>
                </a:lnTo>
                <a:lnTo>
                  <a:pt x="6249" y="6689"/>
                </a:lnTo>
                <a:lnTo>
                  <a:pt x="6248" y="6689"/>
                </a:lnTo>
                <a:lnTo>
                  <a:pt x="6247" y="6690"/>
                </a:lnTo>
                <a:lnTo>
                  <a:pt x="6246" y="6690"/>
                </a:lnTo>
                <a:lnTo>
                  <a:pt x="6246" y="6691"/>
                </a:lnTo>
                <a:lnTo>
                  <a:pt x="6245" y="6691"/>
                </a:lnTo>
                <a:lnTo>
                  <a:pt x="6244" y="6691"/>
                </a:lnTo>
                <a:lnTo>
                  <a:pt x="6243" y="6691"/>
                </a:lnTo>
                <a:lnTo>
                  <a:pt x="6241" y="6691"/>
                </a:lnTo>
                <a:lnTo>
                  <a:pt x="6240" y="6692"/>
                </a:lnTo>
                <a:lnTo>
                  <a:pt x="6239" y="6692"/>
                </a:lnTo>
                <a:lnTo>
                  <a:pt x="6239" y="6693"/>
                </a:lnTo>
                <a:lnTo>
                  <a:pt x="6238" y="6693"/>
                </a:lnTo>
                <a:lnTo>
                  <a:pt x="6238" y="6694"/>
                </a:lnTo>
                <a:lnTo>
                  <a:pt x="6239" y="6694"/>
                </a:lnTo>
                <a:lnTo>
                  <a:pt x="6238" y="6695"/>
                </a:lnTo>
                <a:lnTo>
                  <a:pt x="6237" y="6694"/>
                </a:lnTo>
                <a:lnTo>
                  <a:pt x="6238" y="6694"/>
                </a:lnTo>
                <a:lnTo>
                  <a:pt x="6237" y="6694"/>
                </a:lnTo>
                <a:lnTo>
                  <a:pt x="6236" y="6694"/>
                </a:lnTo>
                <a:lnTo>
                  <a:pt x="6235" y="6694"/>
                </a:lnTo>
                <a:lnTo>
                  <a:pt x="6234" y="6694"/>
                </a:lnTo>
                <a:lnTo>
                  <a:pt x="6234" y="6695"/>
                </a:lnTo>
                <a:lnTo>
                  <a:pt x="6233" y="6695"/>
                </a:lnTo>
                <a:lnTo>
                  <a:pt x="6232" y="6695"/>
                </a:lnTo>
                <a:lnTo>
                  <a:pt x="6232" y="6696"/>
                </a:lnTo>
                <a:lnTo>
                  <a:pt x="6232" y="6697"/>
                </a:lnTo>
                <a:lnTo>
                  <a:pt x="6231" y="6697"/>
                </a:lnTo>
                <a:lnTo>
                  <a:pt x="6231" y="6696"/>
                </a:lnTo>
                <a:lnTo>
                  <a:pt x="6230" y="6696"/>
                </a:lnTo>
                <a:lnTo>
                  <a:pt x="6229" y="6697"/>
                </a:lnTo>
                <a:lnTo>
                  <a:pt x="6228" y="6697"/>
                </a:lnTo>
                <a:lnTo>
                  <a:pt x="6227" y="6697"/>
                </a:lnTo>
                <a:lnTo>
                  <a:pt x="6226" y="6697"/>
                </a:lnTo>
                <a:lnTo>
                  <a:pt x="6223" y="6698"/>
                </a:lnTo>
                <a:lnTo>
                  <a:pt x="6222" y="6698"/>
                </a:lnTo>
                <a:lnTo>
                  <a:pt x="6220" y="6698"/>
                </a:lnTo>
                <a:lnTo>
                  <a:pt x="6219" y="6697"/>
                </a:lnTo>
                <a:lnTo>
                  <a:pt x="6218" y="6697"/>
                </a:lnTo>
                <a:lnTo>
                  <a:pt x="6219" y="6696"/>
                </a:lnTo>
                <a:lnTo>
                  <a:pt x="6218" y="6695"/>
                </a:lnTo>
                <a:lnTo>
                  <a:pt x="6218" y="6694"/>
                </a:lnTo>
                <a:lnTo>
                  <a:pt x="6218" y="6693"/>
                </a:lnTo>
                <a:lnTo>
                  <a:pt x="6217" y="6693"/>
                </a:lnTo>
                <a:lnTo>
                  <a:pt x="6217" y="6692"/>
                </a:lnTo>
                <a:lnTo>
                  <a:pt x="6216" y="6691"/>
                </a:lnTo>
                <a:lnTo>
                  <a:pt x="6215" y="6691"/>
                </a:lnTo>
                <a:lnTo>
                  <a:pt x="6214" y="6691"/>
                </a:lnTo>
                <a:lnTo>
                  <a:pt x="6214" y="6692"/>
                </a:lnTo>
                <a:lnTo>
                  <a:pt x="6213" y="6693"/>
                </a:lnTo>
                <a:lnTo>
                  <a:pt x="6212" y="6693"/>
                </a:lnTo>
                <a:lnTo>
                  <a:pt x="6212" y="6692"/>
                </a:lnTo>
                <a:lnTo>
                  <a:pt x="6212" y="6691"/>
                </a:lnTo>
                <a:lnTo>
                  <a:pt x="6211" y="6690"/>
                </a:lnTo>
                <a:lnTo>
                  <a:pt x="6210" y="6690"/>
                </a:lnTo>
                <a:lnTo>
                  <a:pt x="6209" y="6690"/>
                </a:lnTo>
                <a:lnTo>
                  <a:pt x="6209" y="6689"/>
                </a:lnTo>
                <a:lnTo>
                  <a:pt x="6208" y="6689"/>
                </a:lnTo>
                <a:lnTo>
                  <a:pt x="6208" y="6688"/>
                </a:lnTo>
                <a:lnTo>
                  <a:pt x="6208" y="6687"/>
                </a:lnTo>
                <a:lnTo>
                  <a:pt x="6209" y="6687"/>
                </a:lnTo>
                <a:lnTo>
                  <a:pt x="6209" y="6686"/>
                </a:lnTo>
                <a:lnTo>
                  <a:pt x="6209" y="6685"/>
                </a:lnTo>
                <a:lnTo>
                  <a:pt x="6209" y="6684"/>
                </a:lnTo>
                <a:lnTo>
                  <a:pt x="6209" y="6683"/>
                </a:lnTo>
                <a:lnTo>
                  <a:pt x="6209" y="6682"/>
                </a:lnTo>
                <a:lnTo>
                  <a:pt x="6209" y="6681"/>
                </a:lnTo>
                <a:lnTo>
                  <a:pt x="6208" y="6681"/>
                </a:lnTo>
                <a:lnTo>
                  <a:pt x="6207" y="6680"/>
                </a:lnTo>
                <a:lnTo>
                  <a:pt x="6207" y="6679"/>
                </a:lnTo>
                <a:lnTo>
                  <a:pt x="6206" y="6679"/>
                </a:lnTo>
                <a:lnTo>
                  <a:pt x="6205" y="6679"/>
                </a:lnTo>
                <a:lnTo>
                  <a:pt x="6204" y="6678"/>
                </a:lnTo>
                <a:lnTo>
                  <a:pt x="6202" y="6678"/>
                </a:lnTo>
                <a:lnTo>
                  <a:pt x="6200" y="6679"/>
                </a:lnTo>
                <a:lnTo>
                  <a:pt x="6198" y="6679"/>
                </a:lnTo>
                <a:lnTo>
                  <a:pt x="6196" y="6679"/>
                </a:lnTo>
                <a:lnTo>
                  <a:pt x="6193" y="6680"/>
                </a:lnTo>
                <a:lnTo>
                  <a:pt x="6192" y="6681"/>
                </a:lnTo>
                <a:lnTo>
                  <a:pt x="6190" y="6682"/>
                </a:lnTo>
                <a:lnTo>
                  <a:pt x="6189" y="6682"/>
                </a:lnTo>
                <a:lnTo>
                  <a:pt x="6189" y="6683"/>
                </a:lnTo>
                <a:lnTo>
                  <a:pt x="6187" y="6684"/>
                </a:lnTo>
                <a:lnTo>
                  <a:pt x="6185" y="6684"/>
                </a:lnTo>
                <a:lnTo>
                  <a:pt x="6184" y="6684"/>
                </a:lnTo>
                <a:lnTo>
                  <a:pt x="6183" y="6684"/>
                </a:lnTo>
                <a:lnTo>
                  <a:pt x="6179" y="6684"/>
                </a:lnTo>
                <a:lnTo>
                  <a:pt x="6178" y="6684"/>
                </a:lnTo>
                <a:lnTo>
                  <a:pt x="6177" y="6684"/>
                </a:lnTo>
                <a:lnTo>
                  <a:pt x="6177" y="6683"/>
                </a:lnTo>
                <a:lnTo>
                  <a:pt x="6176" y="6683"/>
                </a:lnTo>
                <a:lnTo>
                  <a:pt x="6175" y="6683"/>
                </a:lnTo>
                <a:lnTo>
                  <a:pt x="6175" y="6684"/>
                </a:lnTo>
                <a:lnTo>
                  <a:pt x="6174" y="6684"/>
                </a:lnTo>
                <a:lnTo>
                  <a:pt x="6175" y="6684"/>
                </a:lnTo>
                <a:lnTo>
                  <a:pt x="6177" y="6685"/>
                </a:lnTo>
                <a:lnTo>
                  <a:pt x="6178" y="6685"/>
                </a:lnTo>
                <a:lnTo>
                  <a:pt x="6179" y="6686"/>
                </a:lnTo>
                <a:lnTo>
                  <a:pt x="6181" y="6686"/>
                </a:lnTo>
                <a:lnTo>
                  <a:pt x="6180" y="6687"/>
                </a:lnTo>
                <a:lnTo>
                  <a:pt x="6179" y="6687"/>
                </a:lnTo>
                <a:lnTo>
                  <a:pt x="6178" y="6687"/>
                </a:lnTo>
                <a:lnTo>
                  <a:pt x="6178" y="6688"/>
                </a:lnTo>
                <a:lnTo>
                  <a:pt x="6177" y="6688"/>
                </a:lnTo>
                <a:lnTo>
                  <a:pt x="6176" y="6688"/>
                </a:lnTo>
                <a:lnTo>
                  <a:pt x="6175" y="6689"/>
                </a:lnTo>
                <a:lnTo>
                  <a:pt x="6174" y="6689"/>
                </a:lnTo>
                <a:lnTo>
                  <a:pt x="6173" y="6690"/>
                </a:lnTo>
                <a:lnTo>
                  <a:pt x="6172" y="6690"/>
                </a:lnTo>
                <a:lnTo>
                  <a:pt x="6171" y="6691"/>
                </a:lnTo>
                <a:lnTo>
                  <a:pt x="6170" y="6691"/>
                </a:lnTo>
                <a:lnTo>
                  <a:pt x="6169" y="6692"/>
                </a:lnTo>
                <a:lnTo>
                  <a:pt x="6168" y="6693"/>
                </a:lnTo>
                <a:lnTo>
                  <a:pt x="6167" y="6694"/>
                </a:lnTo>
                <a:lnTo>
                  <a:pt x="6165" y="6695"/>
                </a:lnTo>
                <a:lnTo>
                  <a:pt x="6164" y="6697"/>
                </a:lnTo>
                <a:lnTo>
                  <a:pt x="6163" y="6697"/>
                </a:lnTo>
                <a:lnTo>
                  <a:pt x="6163" y="6696"/>
                </a:lnTo>
                <a:lnTo>
                  <a:pt x="6164" y="6695"/>
                </a:lnTo>
                <a:lnTo>
                  <a:pt x="6164" y="6694"/>
                </a:lnTo>
                <a:lnTo>
                  <a:pt x="6166" y="6693"/>
                </a:lnTo>
                <a:lnTo>
                  <a:pt x="6165" y="6693"/>
                </a:lnTo>
                <a:lnTo>
                  <a:pt x="6165" y="6694"/>
                </a:lnTo>
                <a:lnTo>
                  <a:pt x="6164" y="6694"/>
                </a:lnTo>
                <a:lnTo>
                  <a:pt x="6163" y="6695"/>
                </a:lnTo>
                <a:lnTo>
                  <a:pt x="6163" y="6696"/>
                </a:lnTo>
                <a:lnTo>
                  <a:pt x="6162" y="6696"/>
                </a:lnTo>
                <a:lnTo>
                  <a:pt x="6162" y="6697"/>
                </a:lnTo>
                <a:lnTo>
                  <a:pt x="6161" y="6698"/>
                </a:lnTo>
                <a:lnTo>
                  <a:pt x="6161" y="6699"/>
                </a:lnTo>
                <a:lnTo>
                  <a:pt x="6160" y="6699"/>
                </a:lnTo>
                <a:lnTo>
                  <a:pt x="6160" y="6698"/>
                </a:lnTo>
                <a:lnTo>
                  <a:pt x="6161" y="6698"/>
                </a:lnTo>
                <a:lnTo>
                  <a:pt x="6160" y="6698"/>
                </a:lnTo>
                <a:lnTo>
                  <a:pt x="6159" y="6698"/>
                </a:lnTo>
                <a:lnTo>
                  <a:pt x="6158" y="6699"/>
                </a:lnTo>
                <a:lnTo>
                  <a:pt x="6158" y="6700"/>
                </a:lnTo>
                <a:lnTo>
                  <a:pt x="6157" y="6701"/>
                </a:lnTo>
                <a:lnTo>
                  <a:pt x="6157" y="6702"/>
                </a:lnTo>
                <a:lnTo>
                  <a:pt x="6156" y="6702"/>
                </a:lnTo>
                <a:lnTo>
                  <a:pt x="6155" y="6702"/>
                </a:lnTo>
                <a:lnTo>
                  <a:pt x="6154" y="6703"/>
                </a:lnTo>
                <a:lnTo>
                  <a:pt x="6153" y="6703"/>
                </a:lnTo>
                <a:lnTo>
                  <a:pt x="6153" y="6704"/>
                </a:lnTo>
                <a:lnTo>
                  <a:pt x="6152" y="6705"/>
                </a:lnTo>
                <a:lnTo>
                  <a:pt x="6151" y="6705"/>
                </a:lnTo>
                <a:lnTo>
                  <a:pt x="6150" y="6706"/>
                </a:lnTo>
                <a:lnTo>
                  <a:pt x="6149" y="6706"/>
                </a:lnTo>
                <a:lnTo>
                  <a:pt x="6148" y="6707"/>
                </a:lnTo>
                <a:lnTo>
                  <a:pt x="6147" y="6707"/>
                </a:lnTo>
                <a:lnTo>
                  <a:pt x="6146" y="6707"/>
                </a:lnTo>
                <a:lnTo>
                  <a:pt x="6145" y="6708"/>
                </a:lnTo>
                <a:lnTo>
                  <a:pt x="6143" y="6707"/>
                </a:lnTo>
                <a:lnTo>
                  <a:pt x="6142" y="6707"/>
                </a:lnTo>
                <a:lnTo>
                  <a:pt x="6141" y="6707"/>
                </a:lnTo>
                <a:lnTo>
                  <a:pt x="6140" y="6707"/>
                </a:lnTo>
                <a:lnTo>
                  <a:pt x="6140" y="6706"/>
                </a:lnTo>
                <a:lnTo>
                  <a:pt x="6139" y="6705"/>
                </a:lnTo>
                <a:lnTo>
                  <a:pt x="6139" y="6704"/>
                </a:lnTo>
                <a:lnTo>
                  <a:pt x="6140" y="6704"/>
                </a:lnTo>
                <a:lnTo>
                  <a:pt x="6140" y="6703"/>
                </a:lnTo>
                <a:lnTo>
                  <a:pt x="6141" y="6702"/>
                </a:lnTo>
                <a:lnTo>
                  <a:pt x="6140" y="6702"/>
                </a:lnTo>
                <a:lnTo>
                  <a:pt x="6140" y="6701"/>
                </a:lnTo>
                <a:lnTo>
                  <a:pt x="6140" y="6700"/>
                </a:lnTo>
                <a:lnTo>
                  <a:pt x="6140" y="6701"/>
                </a:lnTo>
                <a:lnTo>
                  <a:pt x="6139" y="6701"/>
                </a:lnTo>
                <a:lnTo>
                  <a:pt x="6139" y="6702"/>
                </a:lnTo>
                <a:lnTo>
                  <a:pt x="6139" y="6703"/>
                </a:lnTo>
                <a:lnTo>
                  <a:pt x="6138" y="6703"/>
                </a:lnTo>
                <a:lnTo>
                  <a:pt x="6137" y="6703"/>
                </a:lnTo>
                <a:lnTo>
                  <a:pt x="6138" y="6703"/>
                </a:lnTo>
                <a:lnTo>
                  <a:pt x="6138" y="6704"/>
                </a:lnTo>
                <a:lnTo>
                  <a:pt x="6137" y="6704"/>
                </a:lnTo>
                <a:lnTo>
                  <a:pt x="6136" y="6703"/>
                </a:lnTo>
                <a:lnTo>
                  <a:pt x="6135" y="6702"/>
                </a:lnTo>
                <a:lnTo>
                  <a:pt x="6136" y="6702"/>
                </a:lnTo>
                <a:lnTo>
                  <a:pt x="6136" y="6701"/>
                </a:lnTo>
                <a:lnTo>
                  <a:pt x="6137" y="6700"/>
                </a:lnTo>
                <a:lnTo>
                  <a:pt x="6138" y="6699"/>
                </a:lnTo>
                <a:lnTo>
                  <a:pt x="6139" y="6699"/>
                </a:lnTo>
                <a:lnTo>
                  <a:pt x="6140" y="6698"/>
                </a:lnTo>
                <a:lnTo>
                  <a:pt x="6140" y="6697"/>
                </a:lnTo>
                <a:lnTo>
                  <a:pt x="6139" y="6696"/>
                </a:lnTo>
                <a:lnTo>
                  <a:pt x="6138" y="6697"/>
                </a:lnTo>
                <a:lnTo>
                  <a:pt x="6137" y="6697"/>
                </a:lnTo>
                <a:lnTo>
                  <a:pt x="6137" y="6696"/>
                </a:lnTo>
                <a:lnTo>
                  <a:pt x="6138" y="6695"/>
                </a:lnTo>
                <a:lnTo>
                  <a:pt x="6139" y="6695"/>
                </a:lnTo>
                <a:lnTo>
                  <a:pt x="6140" y="6695"/>
                </a:lnTo>
                <a:lnTo>
                  <a:pt x="6141" y="6694"/>
                </a:lnTo>
                <a:lnTo>
                  <a:pt x="6140" y="6694"/>
                </a:lnTo>
                <a:lnTo>
                  <a:pt x="6139" y="6694"/>
                </a:lnTo>
                <a:lnTo>
                  <a:pt x="6138" y="6694"/>
                </a:lnTo>
                <a:lnTo>
                  <a:pt x="6138" y="6695"/>
                </a:lnTo>
                <a:lnTo>
                  <a:pt x="6137" y="6694"/>
                </a:lnTo>
                <a:lnTo>
                  <a:pt x="6137" y="6695"/>
                </a:lnTo>
                <a:lnTo>
                  <a:pt x="6136" y="6695"/>
                </a:lnTo>
                <a:lnTo>
                  <a:pt x="6136" y="6696"/>
                </a:lnTo>
                <a:lnTo>
                  <a:pt x="6135" y="6696"/>
                </a:lnTo>
                <a:lnTo>
                  <a:pt x="6135" y="6697"/>
                </a:lnTo>
                <a:lnTo>
                  <a:pt x="6134" y="6698"/>
                </a:lnTo>
                <a:lnTo>
                  <a:pt x="6133" y="6698"/>
                </a:lnTo>
                <a:lnTo>
                  <a:pt x="6133" y="6697"/>
                </a:lnTo>
                <a:lnTo>
                  <a:pt x="6133" y="6696"/>
                </a:lnTo>
                <a:lnTo>
                  <a:pt x="6133" y="6695"/>
                </a:lnTo>
                <a:lnTo>
                  <a:pt x="6133" y="6694"/>
                </a:lnTo>
                <a:lnTo>
                  <a:pt x="6133" y="6693"/>
                </a:lnTo>
                <a:lnTo>
                  <a:pt x="6133" y="6692"/>
                </a:lnTo>
                <a:lnTo>
                  <a:pt x="6134" y="6692"/>
                </a:lnTo>
                <a:lnTo>
                  <a:pt x="6133" y="6692"/>
                </a:lnTo>
                <a:lnTo>
                  <a:pt x="6132" y="6693"/>
                </a:lnTo>
                <a:lnTo>
                  <a:pt x="6132" y="6694"/>
                </a:lnTo>
                <a:lnTo>
                  <a:pt x="6131" y="6694"/>
                </a:lnTo>
                <a:lnTo>
                  <a:pt x="6131" y="6693"/>
                </a:lnTo>
                <a:lnTo>
                  <a:pt x="6131" y="6692"/>
                </a:lnTo>
                <a:lnTo>
                  <a:pt x="6131" y="6691"/>
                </a:lnTo>
                <a:lnTo>
                  <a:pt x="6131" y="6690"/>
                </a:lnTo>
                <a:lnTo>
                  <a:pt x="6132" y="6689"/>
                </a:lnTo>
                <a:lnTo>
                  <a:pt x="6132" y="6688"/>
                </a:lnTo>
                <a:lnTo>
                  <a:pt x="6131" y="6688"/>
                </a:lnTo>
                <a:lnTo>
                  <a:pt x="6131" y="6689"/>
                </a:lnTo>
                <a:lnTo>
                  <a:pt x="6131" y="6690"/>
                </a:lnTo>
                <a:lnTo>
                  <a:pt x="6129" y="6691"/>
                </a:lnTo>
                <a:lnTo>
                  <a:pt x="6128" y="6692"/>
                </a:lnTo>
                <a:lnTo>
                  <a:pt x="6128" y="6693"/>
                </a:lnTo>
                <a:lnTo>
                  <a:pt x="6127" y="6693"/>
                </a:lnTo>
                <a:lnTo>
                  <a:pt x="6127" y="6692"/>
                </a:lnTo>
                <a:lnTo>
                  <a:pt x="6126" y="6692"/>
                </a:lnTo>
                <a:lnTo>
                  <a:pt x="6125" y="6691"/>
                </a:lnTo>
                <a:lnTo>
                  <a:pt x="6125" y="6690"/>
                </a:lnTo>
                <a:lnTo>
                  <a:pt x="6124" y="6691"/>
                </a:lnTo>
                <a:lnTo>
                  <a:pt x="6123" y="6691"/>
                </a:lnTo>
                <a:lnTo>
                  <a:pt x="6123" y="6692"/>
                </a:lnTo>
                <a:lnTo>
                  <a:pt x="6122" y="6693"/>
                </a:lnTo>
                <a:lnTo>
                  <a:pt x="6121" y="6693"/>
                </a:lnTo>
                <a:lnTo>
                  <a:pt x="6120" y="6693"/>
                </a:lnTo>
                <a:lnTo>
                  <a:pt x="6118" y="6694"/>
                </a:lnTo>
                <a:lnTo>
                  <a:pt x="6116" y="6693"/>
                </a:lnTo>
                <a:lnTo>
                  <a:pt x="6114" y="6691"/>
                </a:lnTo>
                <a:lnTo>
                  <a:pt x="6115" y="6691"/>
                </a:lnTo>
                <a:lnTo>
                  <a:pt x="6115" y="6690"/>
                </a:lnTo>
                <a:lnTo>
                  <a:pt x="6114" y="6690"/>
                </a:lnTo>
                <a:lnTo>
                  <a:pt x="6114" y="6691"/>
                </a:lnTo>
                <a:lnTo>
                  <a:pt x="6115" y="6692"/>
                </a:lnTo>
                <a:lnTo>
                  <a:pt x="6114" y="6692"/>
                </a:lnTo>
                <a:lnTo>
                  <a:pt x="6114" y="6693"/>
                </a:lnTo>
                <a:lnTo>
                  <a:pt x="6113" y="6693"/>
                </a:lnTo>
                <a:lnTo>
                  <a:pt x="6112" y="6692"/>
                </a:lnTo>
                <a:lnTo>
                  <a:pt x="6111" y="6692"/>
                </a:lnTo>
                <a:lnTo>
                  <a:pt x="6111" y="6691"/>
                </a:lnTo>
                <a:lnTo>
                  <a:pt x="6111" y="6692"/>
                </a:lnTo>
                <a:lnTo>
                  <a:pt x="6111" y="6693"/>
                </a:lnTo>
                <a:lnTo>
                  <a:pt x="6112" y="6693"/>
                </a:lnTo>
                <a:lnTo>
                  <a:pt x="6112" y="6694"/>
                </a:lnTo>
                <a:lnTo>
                  <a:pt x="6113" y="6694"/>
                </a:lnTo>
                <a:lnTo>
                  <a:pt x="6114" y="6694"/>
                </a:lnTo>
                <a:lnTo>
                  <a:pt x="6115" y="6694"/>
                </a:lnTo>
                <a:lnTo>
                  <a:pt x="6116" y="6695"/>
                </a:lnTo>
                <a:lnTo>
                  <a:pt x="6116" y="6696"/>
                </a:lnTo>
                <a:lnTo>
                  <a:pt x="6114" y="6696"/>
                </a:lnTo>
                <a:lnTo>
                  <a:pt x="6115" y="6697"/>
                </a:lnTo>
                <a:lnTo>
                  <a:pt x="6116" y="6696"/>
                </a:lnTo>
                <a:lnTo>
                  <a:pt x="6117" y="6696"/>
                </a:lnTo>
                <a:lnTo>
                  <a:pt x="6117" y="6697"/>
                </a:lnTo>
                <a:lnTo>
                  <a:pt x="6118" y="6698"/>
                </a:lnTo>
                <a:lnTo>
                  <a:pt x="6119" y="6698"/>
                </a:lnTo>
                <a:lnTo>
                  <a:pt x="6118" y="6699"/>
                </a:lnTo>
                <a:lnTo>
                  <a:pt x="6118" y="6698"/>
                </a:lnTo>
                <a:lnTo>
                  <a:pt x="6117" y="6698"/>
                </a:lnTo>
                <a:lnTo>
                  <a:pt x="6117" y="6699"/>
                </a:lnTo>
                <a:lnTo>
                  <a:pt x="6118" y="6699"/>
                </a:lnTo>
                <a:lnTo>
                  <a:pt x="6119" y="6699"/>
                </a:lnTo>
                <a:lnTo>
                  <a:pt x="6120" y="6699"/>
                </a:lnTo>
                <a:lnTo>
                  <a:pt x="6121" y="6699"/>
                </a:lnTo>
                <a:lnTo>
                  <a:pt x="6121" y="6700"/>
                </a:lnTo>
                <a:lnTo>
                  <a:pt x="6121" y="6701"/>
                </a:lnTo>
                <a:lnTo>
                  <a:pt x="6121" y="6702"/>
                </a:lnTo>
                <a:lnTo>
                  <a:pt x="6121" y="6701"/>
                </a:lnTo>
                <a:lnTo>
                  <a:pt x="6121" y="6700"/>
                </a:lnTo>
                <a:lnTo>
                  <a:pt x="6122" y="6700"/>
                </a:lnTo>
                <a:lnTo>
                  <a:pt x="6122" y="6699"/>
                </a:lnTo>
                <a:lnTo>
                  <a:pt x="6124" y="6700"/>
                </a:lnTo>
                <a:lnTo>
                  <a:pt x="6126" y="6701"/>
                </a:lnTo>
                <a:lnTo>
                  <a:pt x="6127" y="6701"/>
                </a:lnTo>
                <a:lnTo>
                  <a:pt x="6129" y="6702"/>
                </a:lnTo>
                <a:lnTo>
                  <a:pt x="6130" y="6702"/>
                </a:lnTo>
                <a:lnTo>
                  <a:pt x="6131" y="6702"/>
                </a:lnTo>
                <a:lnTo>
                  <a:pt x="6131" y="6703"/>
                </a:lnTo>
                <a:lnTo>
                  <a:pt x="6131" y="6705"/>
                </a:lnTo>
                <a:lnTo>
                  <a:pt x="6131" y="6706"/>
                </a:lnTo>
                <a:lnTo>
                  <a:pt x="6131" y="6707"/>
                </a:lnTo>
                <a:lnTo>
                  <a:pt x="6131" y="6708"/>
                </a:lnTo>
                <a:lnTo>
                  <a:pt x="6131" y="6709"/>
                </a:lnTo>
                <a:lnTo>
                  <a:pt x="6130" y="6709"/>
                </a:lnTo>
                <a:lnTo>
                  <a:pt x="6130" y="6710"/>
                </a:lnTo>
                <a:lnTo>
                  <a:pt x="6131" y="6710"/>
                </a:lnTo>
                <a:lnTo>
                  <a:pt x="6131" y="6711"/>
                </a:lnTo>
                <a:lnTo>
                  <a:pt x="6131" y="6713"/>
                </a:lnTo>
                <a:lnTo>
                  <a:pt x="6130" y="6714"/>
                </a:lnTo>
                <a:lnTo>
                  <a:pt x="6130" y="6715"/>
                </a:lnTo>
                <a:lnTo>
                  <a:pt x="6129" y="6716"/>
                </a:lnTo>
                <a:lnTo>
                  <a:pt x="6130" y="6716"/>
                </a:lnTo>
                <a:lnTo>
                  <a:pt x="6129" y="6717"/>
                </a:lnTo>
                <a:lnTo>
                  <a:pt x="6129" y="6716"/>
                </a:lnTo>
                <a:lnTo>
                  <a:pt x="6128" y="6716"/>
                </a:lnTo>
                <a:lnTo>
                  <a:pt x="6127" y="6716"/>
                </a:lnTo>
                <a:lnTo>
                  <a:pt x="6126" y="6717"/>
                </a:lnTo>
                <a:lnTo>
                  <a:pt x="6127" y="6717"/>
                </a:lnTo>
                <a:lnTo>
                  <a:pt x="6127" y="6718"/>
                </a:lnTo>
                <a:lnTo>
                  <a:pt x="6128" y="6719"/>
                </a:lnTo>
                <a:lnTo>
                  <a:pt x="6128" y="6720"/>
                </a:lnTo>
                <a:lnTo>
                  <a:pt x="6130" y="6720"/>
                </a:lnTo>
                <a:lnTo>
                  <a:pt x="6131" y="6721"/>
                </a:lnTo>
                <a:lnTo>
                  <a:pt x="6132" y="6721"/>
                </a:lnTo>
                <a:lnTo>
                  <a:pt x="6131" y="6721"/>
                </a:lnTo>
                <a:lnTo>
                  <a:pt x="6129" y="6721"/>
                </a:lnTo>
                <a:lnTo>
                  <a:pt x="6128" y="6722"/>
                </a:lnTo>
                <a:lnTo>
                  <a:pt x="6125" y="6722"/>
                </a:lnTo>
                <a:lnTo>
                  <a:pt x="6123" y="6722"/>
                </a:lnTo>
                <a:lnTo>
                  <a:pt x="6122" y="6722"/>
                </a:lnTo>
                <a:lnTo>
                  <a:pt x="6121" y="6723"/>
                </a:lnTo>
                <a:lnTo>
                  <a:pt x="6119" y="6724"/>
                </a:lnTo>
                <a:lnTo>
                  <a:pt x="6118" y="6724"/>
                </a:lnTo>
                <a:lnTo>
                  <a:pt x="6117" y="6725"/>
                </a:lnTo>
                <a:lnTo>
                  <a:pt x="6115" y="6726"/>
                </a:lnTo>
                <a:lnTo>
                  <a:pt x="6113" y="6729"/>
                </a:lnTo>
                <a:lnTo>
                  <a:pt x="6112" y="6730"/>
                </a:lnTo>
                <a:lnTo>
                  <a:pt x="6111" y="6730"/>
                </a:lnTo>
                <a:lnTo>
                  <a:pt x="6111" y="6731"/>
                </a:lnTo>
                <a:lnTo>
                  <a:pt x="6110" y="6733"/>
                </a:lnTo>
                <a:lnTo>
                  <a:pt x="6110" y="6734"/>
                </a:lnTo>
                <a:lnTo>
                  <a:pt x="6111" y="6735"/>
                </a:lnTo>
                <a:lnTo>
                  <a:pt x="6111" y="6736"/>
                </a:lnTo>
                <a:lnTo>
                  <a:pt x="6111" y="6737"/>
                </a:lnTo>
                <a:lnTo>
                  <a:pt x="6111" y="6738"/>
                </a:lnTo>
                <a:lnTo>
                  <a:pt x="6111" y="6739"/>
                </a:lnTo>
                <a:lnTo>
                  <a:pt x="6111" y="6740"/>
                </a:lnTo>
                <a:lnTo>
                  <a:pt x="6110" y="6740"/>
                </a:lnTo>
                <a:lnTo>
                  <a:pt x="6109" y="6741"/>
                </a:lnTo>
                <a:lnTo>
                  <a:pt x="6108" y="6741"/>
                </a:lnTo>
                <a:lnTo>
                  <a:pt x="6107" y="6742"/>
                </a:lnTo>
                <a:lnTo>
                  <a:pt x="6106" y="6743"/>
                </a:lnTo>
                <a:lnTo>
                  <a:pt x="6106" y="6744"/>
                </a:lnTo>
                <a:lnTo>
                  <a:pt x="6105" y="6744"/>
                </a:lnTo>
                <a:lnTo>
                  <a:pt x="6105" y="6743"/>
                </a:lnTo>
                <a:lnTo>
                  <a:pt x="6105" y="6742"/>
                </a:lnTo>
                <a:lnTo>
                  <a:pt x="6104" y="6741"/>
                </a:lnTo>
                <a:lnTo>
                  <a:pt x="6104" y="6740"/>
                </a:lnTo>
                <a:lnTo>
                  <a:pt x="6103" y="6739"/>
                </a:lnTo>
                <a:lnTo>
                  <a:pt x="6101" y="6739"/>
                </a:lnTo>
                <a:lnTo>
                  <a:pt x="6100" y="6738"/>
                </a:lnTo>
                <a:lnTo>
                  <a:pt x="6099" y="6738"/>
                </a:lnTo>
                <a:lnTo>
                  <a:pt x="6099" y="6739"/>
                </a:lnTo>
                <a:lnTo>
                  <a:pt x="6100" y="6739"/>
                </a:lnTo>
                <a:lnTo>
                  <a:pt x="6100" y="6740"/>
                </a:lnTo>
                <a:lnTo>
                  <a:pt x="6101" y="6740"/>
                </a:lnTo>
                <a:lnTo>
                  <a:pt x="6102" y="6740"/>
                </a:lnTo>
                <a:lnTo>
                  <a:pt x="6104" y="6741"/>
                </a:lnTo>
                <a:lnTo>
                  <a:pt x="6104" y="6742"/>
                </a:lnTo>
                <a:lnTo>
                  <a:pt x="6103" y="6742"/>
                </a:lnTo>
                <a:lnTo>
                  <a:pt x="6103" y="6741"/>
                </a:lnTo>
                <a:lnTo>
                  <a:pt x="6102" y="6741"/>
                </a:lnTo>
                <a:lnTo>
                  <a:pt x="6101" y="6741"/>
                </a:lnTo>
                <a:lnTo>
                  <a:pt x="6101" y="6740"/>
                </a:lnTo>
                <a:lnTo>
                  <a:pt x="6100" y="6740"/>
                </a:lnTo>
                <a:lnTo>
                  <a:pt x="6099" y="6741"/>
                </a:lnTo>
                <a:lnTo>
                  <a:pt x="6098" y="6741"/>
                </a:lnTo>
                <a:lnTo>
                  <a:pt x="6096" y="6741"/>
                </a:lnTo>
                <a:lnTo>
                  <a:pt x="6095" y="6741"/>
                </a:lnTo>
                <a:lnTo>
                  <a:pt x="6094" y="6742"/>
                </a:lnTo>
                <a:lnTo>
                  <a:pt x="6093" y="6743"/>
                </a:lnTo>
                <a:lnTo>
                  <a:pt x="6092" y="6743"/>
                </a:lnTo>
                <a:lnTo>
                  <a:pt x="6091" y="6744"/>
                </a:lnTo>
                <a:lnTo>
                  <a:pt x="6090" y="6745"/>
                </a:lnTo>
                <a:lnTo>
                  <a:pt x="6089" y="6745"/>
                </a:lnTo>
                <a:lnTo>
                  <a:pt x="6089" y="6746"/>
                </a:lnTo>
                <a:lnTo>
                  <a:pt x="6088" y="6746"/>
                </a:lnTo>
                <a:lnTo>
                  <a:pt x="6087" y="6747"/>
                </a:lnTo>
                <a:lnTo>
                  <a:pt x="6086" y="6746"/>
                </a:lnTo>
                <a:lnTo>
                  <a:pt x="6086" y="6745"/>
                </a:lnTo>
                <a:lnTo>
                  <a:pt x="6087" y="6745"/>
                </a:lnTo>
                <a:lnTo>
                  <a:pt x="6087" y="6744"/>
                </a:lnTo>
                <a:lnTo>
                  <a:pt x="6088" y="6744"/>
                </a:lnTo>
                <a:lnTo>
                  <a:pt x="6088" y="6743"/>
                </a:lnTo>
                <a:lnTo>
                  <a:pt x="6087" y="6743"/>
                </a:lnTo>
                <a:lnTo>
                  <a:pt x="6086" y="6743"/>
                </a:lnTo>
                <a:lnTo>
                  <a:pt x="6085" y="6743"/>
                </a:lnTo>
                <a:lnTo>
                  <a:pt x="6083" y="6743"/>
                </a:lnTo>
                <a:lnTo>
                  <a:pt x="6083" y="6744"/>
                </a:lnTo>
                <a:lnTo>
                  <a:pt x="6081" y="6744"/>
                </a:lnTo>
                <a:lnTo>
                  <a:pt x="6080" y="6745"/>
                </a:lnTo>
                <a:lnTo>
                  <a:pt x="6079" y="6745"/>
                </a:lnTo>
                <a:lnTo>
                  <a:pt x="6077" y="6747"/>
                </a:lnTo>
                <a:lnTo>
                  <a:pt x="6076" y="6747"/>
                </a:lnTo>
                <a:lnTo>
                  <a:pt x="6075" y="6748"/>
                </a:lnTo>
                <a:lnTo>
                  <a:pt x="6074" y="6749"/>
                </a:lnTo>
                <a:lnTo>
                  <a:pt x="6073" y="6748"/>
                </a:lnTo>
                <a:lnTo>
                  <a:pt x="6073" y="6747"/>
                </a:lnTo>
                <a:lnTo>
                  <a:pt x="6072" y="6746"/>
                </a:lnTo>
                <a:lnTo>
                  <a:pt x="6071" y="6746"/>
                </a:lnTo>
                <a:lnTo>
                  <a:pt x="6070" y="6745"/>
                </a:lnTo>
                <a:lnTo>
                  <a:pt x="6071" y="6744"/>
                </a:lnTo>
                <a:lnTo>
                  <a:pt x="6072" y="6744"/>
                </a:lnTo>
                <a:lnTo>
                  <a:pt x="6073" y="6745"/>
                </a:lnTo>
                <a:lnTo>
                  <a:pt x="6074" y="6745"/>
                </a:lnTo>
                <a:lnTo>
                  <a:pt x="6076" y="6744"/>
                </a:lnTo>
                <a:lnTo>
                  <a:pt x="6075" y="6744"/>
                </a:lnTo>
                <a:lnTo>
                  <a:pt x="6074" y="6743"/>
                </a:lnTo>
                <a:lnTo>
                  <a:pt x="6073" y="6743"/>
                </a:lnTo>
                <a:lnTo>
                  <a:pt x="6072" y="6744"/>
                </a:lnTo>
                <a:lnTo>
                  <a:pt x="6072" y="6743"/>
                </a:lnTo>
                <a:lnTo>
                  <a:pt x="6072" y="6742"/>
                </a:lnTo>
                <a:lnTo>
                  <a:pt x="6071" y="6742"/>
                </a:lnTo>
                <a:lnTo>
                  <a:pt x="6070" y="6740"/>
                </a:lnTo>
                <a:lnTo>
                  <a:pt x="6069" y="6740"/>
                </a:lnTo>
                <a:lnTo>
                  <a:pt x="6069" y="6739"/>
                </a:lnTo>
                <a:lnTo>
                  <a:pt x="6068" y="6737"/>
                </a:lnTo>
                <a:lnTo>
                  <a:pt x="6068" y="6736"/>
                </a:lnTo>
                <a:lnTo>
                  <a:pt x="6068" y="6735"/>
                </a:lnTo>
                <a:lnTo>
                  <a:pt x="6067" y="6735"/>
                </a:lnTo>
                <a:lnTo>
                  <a:pt x="6067" y="6736"/>
                </a:lnTo>
                <a:lnTo>
                  <a:pt x="6068" y="6736"/>
                </a:lnTo>
                <a:lnTo>
                  <a:pt x="6068" y="6737"/>
                </a:lnTo>
                <a:lnTo>
                  <a:pt x="6067" y="6737"/>
                </a:lnTo>
                <a:lnTo>
                  <a:pt x="6067" y="6736"/>
                </a:lnTo>
                <a:lnTo>
                  <a:pt x="6066" y="6736"/>
                </a:lnTo>
                <a:lnTo>
                  <a:pt x="6066" y="6735"/>
                </a:lnTo>
                <a:lnTo>
                  <a:pt x="6066" y="6734"/>
                </a:lnTo>
                <a:lnTo>
                  <a:pt x="6066" y="6733"/>
                </a:lnTo>
                <a:lnTo>
                  <a:pt x="6065" y="6733"/>
                </a:lnTo>
                <a:lnTo>
                  <a:pt x="6065" y="6734"/>
                </a:lnTo>
                <a:lnTo>
                  <a:pt x="6065" y="6735"/>
                </a:lnTo>
                <a:lnTo>
                  <a:pt x="6065" y="6736"/>
                </a:lnTo>
                <a:lnTo>
                  <a:pt x="6066" y="6737"/>
                </a:lnTo>
                <a:lnTo>
                  <a:pt x="6067" y="6738"/>
                </a:lnTo>
                <a:lnTo>
                  <a:pt x="6067" y="6739"/>
                </a:lnTo>
                <a:lnTo>
                  <a:pt x="6067" y="6740"/>
                </a:lnTo>
                <a:lnTo>
                  <a:pt x="6067" y="6739"/>
                </a:lnTo>
                <a:lnTo>
                  <a:pt x="6066" y="6739"/>
                </a:lnTo>
                <a:lnTo>
                  <a:pt x="6066" y="6740"/>
                </a:lnTo>
                <a:lnTo>
                  <a:pt x="6066" y="6741"/>
                </a:lnTo>
                <a:lnTo>
                  <a:pt x="6065" y="6741"/>
                </a:lnTo>
                <a:lnTo>
                  <a:pt x="6066" y="6741"/>
                </a:lnTo>
                <a:lnTo>
                  <a:pt x="6066" y="6742"/>
                </a:lnTo>
                <a:lnTo>
                  <a:pt x="6067" y="6742"/>
                </a:lnTo>
                <a:lnTo>
                  <a:pt x="6068" y="6743"/>
                </a:lnTo>
                <a:lnTo>
                  <a:pt x="6069" y="6743"/>
                </a:lnTo>
                <a:lnTo>
                  <a:pt x="6068" y="6743"/>
                </a:lnTo>
                <a:lnTo>
                  <a:pt x="6067" y="6744"/>
                </a:lnTo>
                <a:lnTo>
                  <a:pt x="6066" y="6744"/>
                </a:lnTo>
                <a:lnTo>
                  <a:pt x="6065" y="6744"/>
                </a:lnTo>
                <a:lnTo>
                  <a:pt x="6065" y="6745"/>
                </a:lnTo>
                <a:lnTo>
                  <a:pt x="6064" y="6745"/>
                </a:lnTo>
                <a:lnTo>
                  <a:pt x="6063" y="6746"/>
                </a:lnTo>
                <a:lnTo>
                  <a:pt x="6063" y="6745"/>
                </a:lnTo>
                <a:lnTo>
                  <a:pt x="6063" y="6744"/>
                </a:lnTo>
                <a:lnTo>
                  <a:pt x="6062" y="6744"/>
                </a:lnTo>
                <a:lnTo>
                  <a:pt x="6061" y="6743"/>
                </a:lnTo>
                <a:lnTo>
                  <a:pt x="6060" y="6744"/>
                </a:lnTo>
                <a:lnTo>
                  <a:pt x="6059" y="6743"/>
                </a:lnTo>
                <a:lnTo>
                  <a:pt x="6058" y="6743"/>
                </a:lnTo>
                <a:lnTo>
                  <a:pt x="6057" y="6743"/>
                </a:lnTo>
                <a:lnTo>
                  <a:pt x="6056" y="6743"/>
                </a:lnTo>
                <a:lnTo>
                  <a:pt x="6055" y="6743"/>
                </a:lnTo>
                <a:lnTo>
                  <a:pt x="6054" y="6743"/>
                </a:lnTo>
                <a:lnTo>
                  <a:pt x="6054" y="6744"/>
                </a:lnTo>
                <a:lnTo>
                  <a:pt x="6055" y="6744"/>
                </a:lnTo>
                <a:lnTo>
                  <a:pt x="6056" y="6744"/>
                </a:lnTo>
                <a:lnTo>
                  <a:pt x="6056" y="6743"/>
                </a:lnTo>
                <a:lnTo>
                  <a:pt x="6057" y="6743"/>
                </a:lnTo>
                <a:lnTo>
                  <a:pt x="6058" y="6743"/>
                </a:lnTo>
                <a:lnTo>
                  <a:pt x="6058" y="6744"/>
                </a:lnTo>
                <a:lnTo>
                  <a:pt x="6058" y="6745"/>
                </a:lnTo>
                <a:lnTo>
                  <a:pt x="6059" y="6745"/>
                </a:lnTo>
                <a:lnTo>
                  <a:pt x="6060" y="6745"/>
                </a:lnTo>
                <a:lnTo>
                  <a:pt x="6060" y="6746"/>
                </a:lnTo>
                <a:lnTo>
                  <a:pt x="6061" y="6745"/>
                </a:lnTo>
                <a:lnTo>
                  <a:pt x="6062" y="6745"/>
                </a:lnTo>
                <a:lnTo>
                  <a:pt x="6063" y="6745"/>
                </a:lnTo>
                <a:lnTo>
                  <a:pt x="6062" y="6745"/>
                </a:lnTo>
                <a:lnTo>
                  <a:pt x="6062" y="6746"/>
                </a:lnTo>
                <a:lnTo>
                  <a:pt x="6061" y="6746"/>
                </a:lnTo>
                <a:lnTo>
                  <a:pt x="6058" y="6747"/>
                </a:lnTo>
                <a:lnTo>
                  <a:pt x="6057" y="6748"/>
                </a:lnTo>
                <a:lnTo>
                  <a:pt x="6056" y="6749"/>
                </a:lnTo>
                <a:lnTo>
                  <a:pt x="6054" y="6749"/>
                </a:lnTo>
                <a:lnTo>
                  <a:pt x="6053" y="6750"/>
                </a:lnTo>
                <a:lnTo>
                  <a:pt x="6053" y="6751"/>
                </a:lnTo>
                <a:lnTo>
                  <a:pt x="6051" y="6753"/>
                </a:lnTo>
                <a:lnTo>
                  <a:pt x="6050" y="6754"/>
                </a:lnTo>
                <a:lnTo>
                  <a:pt x="6049" y="6756"/>
                </a:lnTo>
                <a:lnTo>
                  <a:pt x="6047" y="6758"/>
                </a:lnTo>
                <a:lnTo>
                  <a:pt x="6046" y="6758"/>
                </a:lnTo>
                <a:lnTo>
                  <a:pt x="6044" y="6760"/>
                </a:lnTo>
                <a:lnTo>
                  <a:pt x="6043" y="6761"/>
                </a:lnTo>
                <a:lnTo>
                  <a:pt x="6042" y="6761"/>
                </a:lnTo>
                <a:lnTo>
                  <a:pt x="6042" y="6762"/>
                </a:lnTo>
                <a:lnTo>
                  <a:pt x="6042" y="6763"/>
                </a:lnTo>
                <a:lnTo>
                  <a:pt x="6041" y="6763"/>
                </a:lnTo>
                <a:lnTo>
                  <a:pt x="6040" y="6763"/>
                </a:lnTo>
                <a:lnTo>
                  <a:pt x="6039" y="6763"/>
                </a:lnTo>
                <a:lnTo>
                  <a:pt x="6039" y="6764"/>
                </a:lnTo>
                <a:lnTo>
                  <a:pt x="6037" y="6766"/>
                </a:lnTo>
                <a:lnTo>
                  <a:pt x="6037" y="6767"/>
                </a:lnTo>
                <a:lnTo>
                  <a:pt x="6036" y="6768"/>
                </a:lnTo>
                <a:lnTo>
                  <a:pt x="6035" y="6767"/>
                </a:lnTo>
                <a:lnTo>
                  <a:pt x="6034" y="6768"/>
                </a:lnTo>
                <a:lnTo>
                  <a:pt x="6033" y="6768"/>
                </a:lnTo>
                <a:lnTo>
                  <a:pt x="6033" y="6769"/>
                </a:lnTo>
                <a:lnTo>
                  <a:pt x="6032" y="6768"/>
                </a:lnTo>
                <a:lnTo>
                  <a:pt x="6033" y="6768"/>
                </a:lnTo>
                <a:lnTo>
                  <a:pt x="6033" y="6767"/>
                </a:lnTo>
                <a:lnTo>
                  <a:pt x="6033" y="6766"/>
                </a:lnTo>
                <a:lnTo>
                  <a:pt x="6033" y="6765"/>
                </a:lnTo>
                <a:lnTo>
                  <a:pt x="6033" y="6764"/>
                </a:lnTo>
                <a:lnTo>
                  <a:pt x="6032" y="6763"/>
                </a:lnTo>
                <a:lnTo>
                  <a:pt x="6032" y="6762"/>
                </a:lnTo>
                <a:lnTo>
                  <a:pt x="6032" y="6763"/>
                </a:lnTo>
                <a:lnTo>
                  <a:pt x="6033" y="6763"/>
                </a:lnTo>
                <a:lnTo>
                  <a:pt x="6034" y="6764"/>
                </a:lnTo>
                <a:lnTo>
                  <a:pt x="6035" y="6764"/>
                </a:lnTo>
                <a:lnTo>
                  <a:pt x="6036" y="6764"/>
                </a:lnTo>
                <a:lnTo>
                  <a:pt x="6037" y="6764"/>
                </a:lnTo>
                <a:lnTo>
                  <a:pt x="6038" y="6764"/>
                </a:lnTo>
                <a:lnTo>
                  <a:pt x="6038" y="6763"/>
                </a:lnTo>
                <a:lnTo>
                  <a:pt x="6038" y="6762"/>
                </a:lnTo>
                <a:lnTo>
                  <a:pt x="6038" y="6761"/>
                </a:lnTo>
                <a:lnTo>
                  <a:pt x="6037" y="6761"/>
                </a:lnTo>
                <a:lnTo>
                  <a:pt x="6037" y="6760"/>
                </a:lnTo>
                <a:lnTo>
                  <a:pt x="6037" y="6759"/>
                </a:lnTo>
                <a:lnTo>
                  <a:pt x="6037" y="6758"/>
                </a:lnTo>
                <a:lnTo>
                  <a:pt x="6038" y="6757"/>
                </a:lnTo>
                <a:lnTo>
                  <a:pt x="6038" y="6756"/>
                </a:lnTo>
                <a:lnTo>
                  <a:pt x="6039" y="6756"/>
                </a:lnTo>
                <a:lnTo>
                  <a:pt x="6040" y="6755"/>
                </a:lnTo>
                <a:lnTo>
                  <a:pt x="6041" y="6755"/>
                </a:lnTo>
                <a:lnTo>
                  <a:pt x="6040" y="6755"/>
                </a:lnTo>
                <a:lnTo>
                  <a:pt x="6039" y="6755"/>
                </a:lnTo>
                <a:lnTo>
                  <a:pt x="6038" y="6754"/>
                </a:lnTo>
                <a:lnTo>
                  <a:pt x="6038" y="6753"/>
                </a:lnTo>
                <a:lnTo>
                  <a:pt x="6037" y="6753"/>
                </a:lnTo>
                <a:lnTo>
                  <a:pt x="6036" y="6753"/>
                </a:lnTo>
                <a:lnTo>
                  <a:pt x="6036" y="6752"/>
                </a:lnTo>
                <a:lnTo>
                  <a:pt x="6035" y="6752"/>
                </a:lnTo>
                <a:lnTo>
                  <a:pt x="6034" y="6752"/>
                </a:lnTo>
                <a:lnTo>
                  <a:pt x="6033" y="6752"/>
                </a:lnTo>
                <a:lnTo>
                  <a:pt x="6033" y="6753"/>
                </a:lnTo>
                <a:lnTo>
                  <a:pt x="6033" y="6754"/>
                </a:lnTo>
                <a:lnTo>
                  <a:pt x="6032" y="6753"/>
                </a:lnTo>
                <a:lnTo>
                  <a:pt x="6031" y="6753"/>
                </a:lnTo>
                <a:lnTo>
                  <a:pt x="6030" y="6754"/>
                </a:lnTo>
                <a:lnTo>
                  <a:pt x="6030" y="6753"/>
                </a:lnTo>
                <a:lnTo>
                  <a:pt x="6029" y="6753"/>
                </a:lnTo>
                <a:lnTo>
                  <a:pt x="6028" y="6753"/>
                </a:lnTo>
                <a:lnTo>
                  <a:pt x="6028" y="6752"/>
                </a:lnTo>
                <a:lnTo>
                  <a:pt x="6027" y="6752"/>
                </a:lnTo>
                <a:lnTo>
                  <a:pt x="6026" y="6751"/>
                </a:lnTo>
                <a:lnTo>
                  <a:pt x="6026" y="6750"/>
                </a:lnTo>
                <a:lnTo>
                  <a:pt x="6025" y="6750"/>
                </a:lnTo>
                <a:lnTo>
                  <a:pt x="6024" y="6750"/>
                </a:lnTo>
                <a:lnTo>
                  <a:pt x="6023" y="6750"/>
                </a:lnTo>
                <a:lnTo>
                  <a:pt x="6022" y="6750"/>
                </a:lnTo>
                <a:lnTo>
                  <a:pt x="6022" y="6751"/>
                </a:lnTo>
                <a:lnTo>
                  <a:pt x="6021" y="6751"/>
                </a:lnTo>
                <a:lnTo>
                  <a:pt x="6020" y="6751"/>
                </a:lnTo>
                <a:lnTo>
                  <a:pt x="6019" y="6750"/>
                </a:lnTo>
                <a:lnTo>
                  <a:pt x="6018" y="6750"/>
                </a:lnTo>
                <a:lnTo>
                  <a:pt x="6018" y="6751"/>
                </a:lnTo>
                <a:lnTo>
                  <a:pt x="6019" y="6751"/>
                </a:lnTo>
                <a:lnTo>
                  <a:pt x="6020" y="6751"/>
                </a:lnTo>
                <a:lnTo>
                  <a:pt x="6020" y="6752"/>
                </a:lnTo>
                <a:lnTo>
                  <a:pt x="6019" y="6752"/>
                </a:lnTo>
                <a:lnTo>
                  <a:pt x="6018" y="6753"/>
                </a:lnTo>
                <a:lnTo>
                  <a:pt x="6019" y="6753"/>
                </a:lnTo>
                <a:lnTo>
                  <a:pt x="6020" y="6753"/>
                </a:lnTo>
                <a:lnTo>
                  <a:pt x="6021" y="6752"/>
                </a:lnTo>
                <a:lnTo>
                  <a:pt x="6022" y="6752"/>
                </a:lnTo>
                <a:lnTo>
                  <a:pt x="6024" y="6752"/>
                </a:lnTo>
                <a:lnTo>
                  <a:pt x="6025" y="6752"/>
                </a:lnTo>
                <a:lnTo>
                  <a:pt x="6026" y="6753"/>
                </a:lnTo>
                <a:lnTo>
                  <a:pt x="6027" y="6754"/>
                </a:lnTo>
                <a:lnTo>
                  <a:pt x="6028" y="6754"/>
                </a:lnTo>
                <a:lnTo>
                  <a:pt x="6028" y="6755"/>
                </a:lnTo>
                <a:lnTo>
                  <a:pt x="6028" y="6756"/>
                </a:lnTo>
                <a:lnTo>
                  <a:pt x="6027" y="6756"/>
                </a:lnTo>
                <a:lnTo>
                  <a:pt x="6026" y="6756"/>
                </a:lnTo>
                <a:lnTo>
                  <a:pt x="6025" y="6756"/>
                </a:lnTo>
                <a:lnTo>
                  <a:pt x="6024" y="6756"/>
                </a:lnTo>
                <a:lnTo>
                  <a:pt x="6023" y="6756"/>
                </a:lnTo>
                <a:lnTo>
                  <a:pt x="6022" y="6756"/>
                </a:lnTo>
                <a:lnTo>
                  <a:pt x="6020" y="6757"/>
                </a:lnTo>
                <a:lnTo>
                  <a:pt x="6018" y="6757"/>
                </a:lnTo>
                <a:lnTo>
                  <a:pt x="6018" y="6758"/>
                </a:lnTo>
                <a:lnTo>
                  <a:pt x="6017" y="6758"/>
                </a:lnTo>
                <a:lnTo>
                  <a:pt x="6016" y="6759"/>
                </a:lnTo>
                <a:lnTo>
                  <a:pt x="6014" y="6759"/>
                </a:lnTo>
                <a:lnTo>
                  <a:pt x="6012" y="6760"/>
                </a:lnTo>
                <a:lnTo>
                  <a:pt x="6010" y="6760"/>
                </a:lnTo>
                <a:lnTo>
                  <a:pt x="6009" y="6761"/>
                </a:lnTo>
                <a:lnTo>
                  <a:pt x="6009" y="6760"/>
                </a:lnTo>
                <a:lnTo>
                  <a:pt x="6008" y="6760"/>
                </a:lnTo>
                <a:lnTo>
                  <a:pt x="6007" y="6760"/>
                </a:lnTo>
                <a:lnTo>
                  <a:pt x="6006" y="6760"/>
                </a:lnTo>
                <a:lnTo>
                  <a:pt x="6005" y="6760"/>
                </a:lnTo>
                <a:lnTo>
                  <a:pt x="6004" y="6761"/>
                </a:lnTo>
                <a:lnTo>
                  <a:pt x="6003" y="6761"/>
                </a:lnTo>
                <a:lnTo>
                  <a:pt x="6002" y="6762"/>
                </a:lnTo>
                <a:lnTo>
                  <a:pt x="6002" y="6761"/>
                </a:lnTo>
                <a:lnTo>
                  <a:pt x="6001" y="6760"/>
                </a:lnTo>
                <a:lnTo>
                  <a:pt x="6000" y="6759"/>
                </a:lnTo>
                <a:lnTo>
                  <a:pt x="5999" y="6758"/>
                </a:lnTo>
                <a:lnTo>
                  <a:pt x="6000" y="6758"/>
                </a:lnTo>
                <a:lnTo>
                  <a:pt x="6001" y="6758"/>
                </a:lnTo>
                <a:lnTo>
                  <a:pt x="6001" y="6757"/>
                </a:lnTo>
                <a:lnTo>
                  <a:pt x="6000" y="6757"/>
                </a:lnTo>
                <a:lnTo>
                  <a:pt x="5999" y="6757"/>
                </a:lnTo>
                <a:lnTo>
                  <a:pt x="5999" y="6758"/>
                </a:lnTo>
                <a:lnTo>
                  <a:pt x="5998" y="6757"/>
                </a:lnTo>
                <a:lnTo>
                  <a:pt x="5997" y="6757"/>
                </a:lnTo>
                <a:lnTo>
                  <a:pt x="5997" y="6756"/>
                </a:lnTo>
                <a:lnTo>
                  <a:pt x="5997" y="6755"/>
                </a:lnTo>
                <a:lnTo>
                  <a:pt x="5997" y="6753"/>
                </a:lnTo>
                <a:lnTo>
                  <a:pt x="5998" y="6753"/>
                </a:lnTo>
                <a:lnTo>
                  <a:pt x="5998" y="6752"/>
                </a:lnTo>
                <a:lnTo>
                  <a:pt x="5997" y="6751"/>
                </a:lnTo>
                <a:lnTo>
                  <a:pt x="5996" y="6751"/>
                </a:lnTo>
                <a:lnTo>
                  <a:pt x="5994" y="6751"/>
                </a:lnTo>
                <a:lnTo>
                  <a:pt x="5992" y="6751"/>
                </a:lnTo>
                <a:lnTo>
                  <a:pt x="5991" y="6751"/>
                </a:lnTo>
                <a:lnTo>
                  <a:pt x="5990" y="6750"/>
                </a:lnTo>
                <a:lnTo>
                  <a:pt x="5990" y="6751"/>
                </a:lnTo>
                <a:lnTo>
                  <a:pt x="5989" y="6751"/>
                </a:lnTo>
                <a:lnTo>
                  <a:pt x="5988" y="6751"/>
                </a:lnTo>
                <a:lnTo>
                  <a:pt x="5988" y="6750"/>
                </a:lnTo>
                <a:lnTo>
                  <a:pt x="5989" y="6750"/>
                </a:lnTo>
                <a:lnTo>
                  <a:pt x="5989" y="6749"/>
                </a:lnTo>
                <a:lnTo>
                  <a:pt x="5988" y="6748"/>
                </a:lnTo>
                <a:lnTo>
                  <a:pt x="5988" y="6747"/>
                </a:lnTo>
                <a:lnTo>
                  <a:pt x="5989" y="6747"/>
                </a:lnTo>
                <a:lnTo>
                  <a:pt x="5988" y="6747"/>
                </a:lnTo>
                <a:lnTo>
                  <a:pt x="5988" y="6749"/>
                </a:lnTo>
                <a:lnTo>
                  <a:pt x="5987" y="6750"/>
                </a:lnTo>
                <a:lnTo>
                  <a:pt x="5986" y="6752"/>
                </a:lnTo>
                <a:lnTo>
                  <a:pt x="5985" y="6751"/>
                </a:lnTo>
                <a:lnTo>
                  <a:pt x="5985" y="6752"/>
                </a:lnTo>
                <a:lnTo>
                  <a:pt x="5986" y="6752"/>
                </a:lnTo>
                <a:lnTo>
                  <a:pt x="5984" y="6754"/>
                </a:lnTo>
                <a:lnTo>
                  <a:pt x="5983" y="6755"/>
                </a:lnTo>
                <a:lnTo>
                  <a:pt x="5983" y="6754"/>
                </a:lnTo>
                <a:lnTo>
                  <a:pt x="5982" y="6754"/>
                </a:lnTo>
                <a:lnTo>
                  <a:pt x="5982" y="6755"/>
                </a:lnTo>
                <a:lnTo>
                  <a:pt x="5983" y="6755"/>
                </a:lnTo>
                <a:lnTo>
                  <a:pt x="5983" y="6756"/>
                </a:lnTo>
                <a:lnTo>
                  <a:pt x="5982" y="6757"/>
                </a:lnTo>
                <a:lnTo>
                  <a:pt x="5983" y="6757"/>
                </a:lnTo>
                <a:lnTo>
                  <a:pt x="5984" y="6758"/>
                </a:lnTo>
                <a:lnTo>
                  <a:pt x="5984" y="6757"/>
                </a:lnTo>
                <a:lnTo>
                  <a:pt x="5985" y="6757"/>
                </a:lnTo>
                <a:lnTo>
                  <a:pt x="5986" y="6758"/>
                </a:lnTo>
                <a:lnTo>
                  <a:pt x="5985" y="6759"/>
                </a:lnTo>
                <a:lnTo>
                  <a:pt x="5985" y="6760"/>
                </a:lnTo>
                <a:lnTo>
                  <a:pt x="5986" y="6760"/>
                </a:lnTo>
                <a:lnTo>
                  <a:pt x="5987" y="6760"/>
                </a:lnTo>
                <a:lnTo>
                  <a:pt x="5987" y="6759"/>
                </a:lnTo>
                <a:lnTo>
                  <a:pt x="5987" y="6758"/>
                </a:lnTo>
                <a:lnTo>
                  <a:pt x="5988" y="6758"/>
                </a:lnTo>
                <a:lnTo>
                  <a:pt x="5989" y="6758"/>
                </a:lnTo>
                <a:lnTo>
                  <a:pt x="5990" y="6758"/>
                </a:lnTo>
                <a:lnTo>
                  <a:pt x="5990" y="6759"/>
                </a:lnTo>
                <a:lnTo>
                  <a:pt x="5991" y="6759"/>
                </a:lnTo>
                <a:lnTo>
                  <a:pt x="5991" y="6758"/>
                </a:lnTo>
                <a:lnTo>
                  <a:pt x="5992" y="6757"/>
                </a:lnTo>
                <a:lnTo>
                  <a:pt x="5993" y="6757"/>
                </a:lnTo>
                <a:lnTo>
                  <a:pt x="5995" y="6757"/>
                </a:lnTo>
                <a:lnTo>
                  <a:pt x="5996" y="6758"/>
                </a:lnTo>
                <a:lnTo>
                  <a:pt x="5997" y="6759"/>
                </a:lnTo>
                <a:lnTo>
                  <a:pt x="5999" y="6760"/>
                </a:lnTo>
                <a:lnTo>
                  <a:pt x="5999" y="6761"/>
                </a:lnTo>
                <a:lnTo>
                  <a:pt x="5998" y="6761"/>
                </a:lnTo>
                <a:lnTo>
                  <a:pt x="5996" y="6762"/>
                </a:lnTo>
                <a:lnTo>
                  <a:pt x="5995" y="6762"/>
                </a:lnTo>
                <a:lnTo>
                  <a:pt x="5991" y="6763"/>
                </a:lnTo>
                <a:lnTo>
                  <a:pt x="5990" y="6764"/>
                </a:lnTo>
                <a:lnTo>
                  <a:pt x="5989" y="6764"/>
                </a:lnTo>
                <a:lnTo>
                  <a:pt x="5987" y="6766"/>
                </a:lnTo>
                <a:lnTo>
                  <a:pt x="5984" y="6768"/>
                </a:lnTo>
                <a:lnTo>
                  <a:pt x="5983" y="6769"/>
                </a:lnTo>
                <a:lnTo>
                  <a:pt x="5982" y="6770"/>
                </a:lnTo>
                <a:lnTo>
                  <a:pt x="5982" y="6769"/>
                </a:lnTo>
                <a:lnTo>
                  <a:pt x="5981" y="6769"/>
                </a:lnTo>
                <a:lnTo>
                  <a:pt x="5980" y="6769"/>
                </a:lnTo>
                <a:lnTo>
                  <a:pt x="5978" y="6770"/>
                </a:lnTo>
                <a:lnTo>
                  <a:pt x="5977" y="6771"/>
                </a:lnTo>
                <a:lnTo>
                  <a:pt x="5976" y="6771"/>
                </a:lnTo>
                <a:lnTo>
                  <a:pt x="5975" y="6772"/>
                </a:lnTo>
                <a:lnTo>
                  <a:pt x="5974" y="6772"/>
                </a:lnTo>
                <a:lnTo>
                  <a:pt x="5973" y="6772"/>
                </a:lnTo>
                <a:lnTo>
                  <a:pt x="5973" y="6771"/>
                </a:lnTo>
                <a:lnTo>
                  <a:pt x="5972" y="6771"/>
                </a:lnTo>
                <a:lnTo>
                  <a:pt x="5973" y="6771"/>
                </a:lnTo>
                <a:lnTo>
                  <a:pt x="5973" y="6772"/>
                </a:lnTo>
                <a:lnTo>
                  <a:pt x="5972" y="6772"/>
                </a:lnTo>
                <a:lnTo>
                  <a:pt x="5971" y="6772"/>
                </a:lnTo>
                <a:lnTo>
                  <a:pt x="5970" y="6772"/>
                </a:lnTo>
                <a:lnTo>
                  <a:pt x="5969" y="6772"/>
                </a:lnTo>
                <a:lnTo>
                  <a:pt x="5969" y="6773"/>
                </a:lnTo>
                <a:lnTo>
                  <a:pt x="5968" y="6773"/>
                </a:lnTo>
                <a:lnTo>
                  <a:pt x="5967" y="6774"/>
                </a:lnTo>
                <a:lnTo>
                  <a:pt x="5966" y="6775"/>
                </a:lnTo>
                <a:lnTo>
                  <a:pt x="5965" y="6776"/>
                </a:lnTo>
                <a:lnTo>
                  <a:pt x="5964" y="6777"/>
                </a:lnTo>
                <a:lnTo>
                  <a:pt x="5964" y="6778"/>
                </a:lnTo>
                <a:lnTo>
                  <a:pt x="5963" y="6778"/>
                </a:lnTo>
                <a:lnTo>
                  <a:pt x="5963" y="6779"/>
                </a:lnTo>
                <a:lnTo>
                  <a:pt x="5961" y="6779"/>
                </a:lnTo>
                <a:lnTo>
                  <a:pt x="5960" y="6779"/>
                </a:lnTo>
                <a:lnTo>
                  <a:pt x="5959" y="6779"/>
                </a:lnTo>
                <a:lnTo>
                  <a:pt x="5958" y="6779"/>
                </a:lnTo>
                <a:lnTo>
                  <a:pt x="5957" y="6779"/>
                </a:lnTo>
                <a:lnTo>
                  <a:pt x="5956" y="6779"/>
                </a:lnTo>
                <a:lnTo>
                  <a:pt x="5956" y="6778"/>
                </a:lnTo>
                <a:lnTo>
                  <a:pt x="5955" y="6778"/>
                </a:lnTo>
                <a:lnTo>
                  <a:pt x="5954" y="6778"/>
                </a:lnTo>
                <a:lnTo>
                  <a:pt x="5953" y="6778"/>
                </a:lnTo>
                <a:lnTo>
                  <a:pt x="5952" y="6779"/>
                </a:lnTo>
                <a:lnTo>
                  <a:pt x="5951" y="6779"/>
                </a:lnTo>
                <a:lnTo>
                  <a:pt x="5950" y="6778"/>
                </a:lnTo>
                <a:lnTo>
                  <a:pt x="5949" y="6777"/>
                </a:lnTo>
                <a:lnTo>
                  <a:pt x="5948" y="6777"/>
                </a:lnTo>
                <a:lnTo>
                  <a:pt x="5947" y="6777"/>
                </a:lnTo>
                <a:lnTo>
                  <a:pt x="5946" y="6778"/>
                </a:lnTo>
                <a:lnTo>
                  <a:pt x="5945" y="6778"/>
                </a:lnTo>
                <a:lnTo>
                  <a:pt x="5945" y="6777"/>
                </a:lnTo>
                <a:lnTo>
                  <a:pt x="5944" y="6777"/>
                </a:lnTo>
                <a:lnTo>
                  <a:pt x="5943" y="6777"/>
                </a:lnTo>
                <a:lnTo>
                  <a:pt x="5942" y="6778"/>
                </a:lnTo>
                <a:lnTo>
                  <a:pt x="5940" y="6778"/>
                </a:lnTo>
                <a:lnTo>
                  <a:pt x="5938" y="6780"/>
                </a:lnTo>
                <a:lnTo>
                  <a:pt x="5936" y="6781"/>
                </a:lnTo>
                <a:lnTo>
                  <a:pt x="5935" y="6781"/>
                </a:lnTo>
                <a:lnTo>
                  <a:pt x="5934" y="6782"/>
                </a:lnTo>
                <a:lnTo>
                  <a:pt x="5934" y="6783"/>
                </a:lnTo>
                <a:lnTo>
                  <a:pt x="5933" y="6783"/>
                </a:lnTo>
                <a:lnTo>
                  <a:pt x="5932" y="6784"/>
                </a:lnTo>
                <a:lnTo>
                  <a:pt x="5931" y="6785"/>
                </a:lnTo>
                <a:lnTo>
                  <a:pt x="5931" y="6786"/>
                </a:lnTo>
                <a:lnTo>
                  <a:pt x="5930" y="6787"/>
                </a:lnTo>
                <a:lnTo>
                  <a:pt x="5929" y="6788"/>
                </a:lnTo>
                <a:lnTo>
                  <a:pt x="5928" y="6789"/>
                </a:lnTo>
                <a:lnTo>
                  <a:pt x="5927" y="6790"/>
                </a:lnTo>
                <a:lnTo>
                  <a:pt x="5927" y="6791"/>
                </a:lnTo>
                <a:lnTo>
                  <a:pt x="5926" y="6793"/>
                </a:lnTo>
                <a:lnTo>
                  <a:pt x="5925" y="6794"/>
                </a:lnTo>
                <a:lnTo>
                  <a:pt x="5924" y="6795"/>
                </a:lnTo>
                <a:lnTo>
                  <a:pt x="5923" y="6797"/>
                </a:lnTo>
                <a:lnTo>
                  <a:pt x="5922" y="6799"/>
                </a:lnTo>
                <a:lnTo>
                  <a:pt x="5921" y="6800"/>
                </a:lnTo>
                <a:lnTo>
                  <a:pt x="5921" y="6802"/>
                </a:lnTo>
                <a:lnTo>
                  <a:pt x="5920" y="6803"/>
                </a:lnTo>
                <a:lnTo>
                  <a:pt x="5920" y="6804"/>
                </a:lnTo>
                <a:lnTo>
                  <a:pt x="5920" y="6806"/>
                </a:lnTo>
                <a:lnTo>
                  <a:pt x="5919" y="6808"/>
                </a:lnTo>
                <a:lnTo>
                  <a:pt x="5918" y="6810"/>
                </a:lnTo>
                <a:lnTo>
                  <a:pt x="5917" y="6810"/>
                </a:lnTo>
                <a:lnTo>
                  <a:pt x="5916" y="6811"/>
                </a:lnTo>
                <a:lnTo>
                  <a:pt x="5916" y="6812"/>
                </a:lnTo>
                <a:lnTo>
                  <a:pt x="5915" y="6813"/>
                </a:lnTo>
                <a:lnTo>
                  <a:pt x="5914" y="6814"/>
                </a:lnTo>
                <a:lnTo>
                  <a:pt x="5913" y="6815"/>
                </a:lnTo>
                <a:lnTo>
                  <a:pt x="5912" y="6815"/>
                </a:lnTo>
                <a:lnTo>
                  <a:pt x="5911" y="6815"/>
                </a:lnTo>
                <a:lnTo>
                  <a:pt x="5910" y="6815"/>
                </a:lnTo>
                <a:lnTo>
                  <a:pt x="5910" y="6814"/>
                </a:lnTo>
                <a:lnTo>
                  <a:pt x="5910" y="6813"/>
                </a:lnTo>
                <a:lnTo>
                  <a:pt x="5909" y="6813"/>
                </a:lnTo>
                <a:lnTo>
                  <a:pt x="5909" y="6814"/>
                </a:lnTo>
                <a:lnTo>
                  <a:pt x="5910" y="6815"/>
                </a:lnTo>
                <a:lnTo>
                  <a:pt x="5909" y="6816"/>
                </a:lnTo>
                <a:lnTo>
                  <a:pt x="5906" y="6816"/>
                </a:lnTo>
                <a:lnTo>
                  <a:pt x="5905" y="6816"/>
                </a:lnTo>
                <a:lnTo>
                  <a:pt x="5903" y="6816"/>
                </a:lnTo>
                <a:lnTo>
                  <a:pt x="5902" y="6816"/>
                </a:lnTo>
                <a:lnTo>
                  <a:pt x="5901" y="6815"/>
                </a:lnTo>
                <a:lnTo>
                  <a:pt x="5901" y="6816"/>
                </a:lnTo>
                <a:lnTo>
                  <a:pt x="5899" y="6816"/>
                </a:lnTo>
                <a:lnTo>
                  <a:pt x="5898" y="6817"/>
                </a:lnTo>
                <a:lnTo>
                  <a:pt x="5897" y="6818"/>
                </a:lnTo>
                <a:lnTo>
                  <a:pt x="5896" y="6819"/>
                </a:lnTo>
                <a:lnTo>
                  <a:pt x="5895" y="6819"/>
                </a:lnTo>
                <a:lnTo>
                  <a:pt x="5894" y="6819"/>
                </a:lnTo>
                <a:lnTo>
                  <a:pt x="5894" y="6818"/>
                </a:lnTo>
                <a:lnTo>
                  <a:pt x="5893" y="6818"/>
                </a:lnTo>
                <a:lnTo>
                  <a:pt x="5892" y="6817"/>
                </a:lnTo>
                <a:lnTo>
                  <a:pt x="5891" y="6817"/>
                </a:lnTo>
                <a:lnTo>
                  <a:pt x="5890" y="6817"/>
                </a:lnTo>
                <a:lnTo>
                  <a:pt x="5889" y="6817"/>
                </a:lnTo>
                <a:lnTo>
                  <a:pt x="5887" y="6817"/>
                </a:lnTo>
                <a:lnTo>
                  <a:pt x="5886" y="6817"/>
                </a:lnTo>
                <a:lnTo>
                  <a:pt x="5886" y="6818"/>
                </a:lnTo>
                <a:lnTo>
                  <a:pt x="5885" y="6819"/>
                </a:lnTo>
                <a:lnTo>
                  <a:pt x="5884" y="6819"/>
                </a:lnTo>
                <a:lnTo>
                  <a:pt x="5883" y="6819"/>
                </a:lnTo>
                <a:lnTo>
                  <a:pt x="5882" y="6819"/>
                </a:lnTo>
                <a:lnTo>
                  <a:pt x="5881" y="6820"/>
                </a:lnTo>
                <a:lnTo>
                  <a:pt x="5881" y="6821"/>
                </a:lnTo>
                <a:lnTo>
                  <a:pt x="5881" y="6822"/>
                </a:lnTo>
                <a:lnTo>
                  <a:pt x="5881" y="6823"/>
                </a:lnTo>
                <a:lnTo>
                  <a:pt x="5880" y="6823"/>
                </a:lnTo>
                <a:lnTo>
                  <a:pt x="5879" y="6823"/>
                </a:lnTo>
                <a:lnTo>
                  <a:pt x="5878" y="6823"/>
                </a:lnTo>
                <a:lnTo>
                  <a:pt x="5877" y="6823"/>
                </a:lnTo>
                <a:lnTo>
                  <a:pt x="5876" y="6823"/>
                </a:lnTo>
                <a:lnTo>
                  <a:pt x="5876" y="6822"/>
                </a:lnTo>
                <a:lnTo>
                  <a:pt x="5876" y="6821"/>
                </a:lnTo>
                <a:lnTo>
                  <a:pt x="5877" y="6820"/>
                </a:lnTo>
                <a:lnTo>
                  <a:pt x="5878" y="6818"/>
                </a:lnTo>
                <a:lnTo>
                  <a:pt x="5878" y="6817"/>
                </a:lnTo>
                <a:lnTo>
                  <a:pt x="5878" y="6816"/>
                </a:lnTo>
                <a:lnTo>
                  <a:pt x="5879" y="6815"/>
                </a:lnTo>
                <a:lnTo>
                  <a:pt x="5879" y="6814"/>
                </a:lnTo>
                <a:lnTo>
                  <a:pt x="5879" y="6813"/>
                </a:lnTo>
                <a:lnTo>
                  <a:pt x="5879" y="6812"/>
                </a:lnTo>
                <a:lnTo>
                  <a:pt x="5878" y="6812"/>
                </a:lnTo>
                <a:lnTo>
                  <a:pt x="5877" y="6813"/>
                </a:lnTo>
                <a:lnTo>
                  <a:pt x="5876" y="6812"/>
                </a:lnTo>
                <a:lnTo>
                  <a:pt x="5876" y="6811"/>
                </a:lnTo>
                <a:lnTo>
                  <a:pt x="5875" y="6810"/>
                </a:lnTo>
                <a:lnTo>
                  <a:pt x="5875" y="6808"/>
                </a:lnTo>
                <a:lnTo>
                  <a:pt x="5874" y="6808"/>
                </a:lnTo>
                <a:lnTo>
                  <a:pt x="5875" y="6807"/>
                </a:lnTo>
                <a:lnTo>
                  <a:pt x="5875" y="6805"/>
                </a:lnTo>
                <a:lnTo>
                  <a:pt x="5875" y="6804"/>
                </a:lnTo>
                <a:lnTo>
                  <a:pt x="5876" y="6804"/>
                </a:lnTo>
                <a:lnTo>
                  <a:pt x="5878" y="6802"/>
                </a:lnTo>
                <a:lnTo>
                  <a:pt x="5879" y="6801"/>
                </a:lnTo>
                <a:lnTo>
                  <a:pt x="5879" y="6800"/>
                </a:lnTo>
                <a:lnTo>
                  <a:pt x="5878" y="6799"/>
                </a:lnTo>
                <a:lnTo>
                  <a:pt x="5877" y="6800"/>
                </a:lnTo>
                <a:lnTo>
                  <a:pt x="5876" y="6800"/>
                </a:lnTo>
                <a:lnTo>
                  <a:pt x="5876" y="6801"/>
                </a:lnTo>
                <a:lnTo>
                  <a:pt x="5875" y="6800"/>
                </a:lnTo>
                <a:lnTo>
                  <a:pt x="5874" y="6799"/>
                </a:lnTo>
                <a:lnTo>
                  <a:pt x="5873" y="6798"/>
                </a:lnTo>
                <a:lnTo>
                  <a:pt x="5873" y="6796"/>
                </a:lnTo>
                <a:lnTo>
                  <a:pt x="5874" y="6795"/>
                </a:lnTo>
                <a:lnTo>
                  <a:pt x="5874" y="6794"/>
                </a:lnTo>
                <a:lnTo>
                  <a:pt x="5874" y="6792"/>
                </a:lnTo>
                <a:lnTo>
                  <a:pt x="5873" y="6790"/>
                </a:lnTo>
                <a:lnTo>
                  <a:pt x="5874" y="6790"/>
                </a:lnTo>
                <a:lnTo>
                  <a:pt x="5874" y="6789"/>
                </a:lnTo>
                <a:lnTo>
                  <a:pt x="5875" y="6788"/>
                </a:lnTo>
                <a:lnTo>
                  <a:pt x="5875" y="6785"/>
                </a:lnTo>
                <a:lnTo>
                  <a:pt x="5875" y="6784"/>
                </a:lnTo>
                <a:lnTo>
                  <a:pt x="5874" y="6784"/>
                </a:lnTo>
                <a:lnTo>
                  <a:pt x="5874" y="6786"/>
                </a:lnTo>
                <a:lnTo>
                  <a:pt x="5873" y="6788"/>
                </a:lnTo>
                <a:lnTo>
                  <a:pt x="5872" y="6788"/>
                </a:lnTo>
                <a:lnTo>
                  <a:pt x="5872" y="6787"/>
                </a:lnTo>
                <a:lnTo>
                  <a:pt x="5871" y="6787"/>
                </a:lnTo>
                <a:lnTo>
                  <a:pt x="5870" y="6786"/>
                </a:lnTo>
                <a:lnTo>
                  <a:pt x="5868" y="6785"/>
                </a:lnTo>
                <a:lnTo>
                  <a:pt x="5868" y="6784"/>
                </a:lnTo>
                <a:lnTo>
                  <a:pt x="5867" y="6784"/>
                </a:lnTo>
                <a:lnTo>
                  <a:pt x="5866" y="6784"/>
                </a:lnTo>
                <a:lnTo>
                  <a:pt x="5866" y="6783"/>
                </a:lnTo>
                <a:lnTo>
                  <a:pt x="5866" y="6782"/>
                </a:lnTo>
                <a:lnTo>
                  <a:pt x="5865" y="6781"/>
                </a:lnTo>
                <a:lnTo>
                  <a:pt x="5865" y="6780"/>
                </a:lnTo>
                <a:lnTo>
                  <a:pt x="5864" y="6779"/>
                </a:lnTo>
                <a:lnTo>
                  <a:pt x="5864" y="6780"/>
                </a:lnTo>
                <a:lnTo>
                  <a:pt x="5863" y="6779"/>
                </a:lnTo>
                <a:lnTo>
                  <a:pt x="5862" y="6780"/>
                </a:lnTo>
                <a:lnTo>
                  <a:pt x="5863" y="6781"/>
                </a:lnTo>
                <a:lnTo>
                  <a:pt x="5865" y="6781"/>
                </a:lnTo>
                <a:lnTo>
                  <a:pt x="5865" y="6782"/>
                </a:lnTo>
                <a:lnTo>
                  <a:pt x="5865" y="6783"/>
                </a:lnTo>
                <a:lnTo>
                  <a:pt x="5865" y="6784"/>
                </a:lnTo>
                <a:lnTo>
                  <a:pt x="5866" y="6785"/>
                </a:lnTo>
                <a:lnTo>
                  <a:pt x="5866" y="6786"/>
                </a:lnTo>
                <a:lnTo>
                  <a:pt x="5867" y="6787"/>
                </a:lnTo>
                <a:lnTo>
                  <a:pt x="5868" y="6787"/>
                </a:lnTo>
                <a:lnTo>
                  <a:pt x="5868" y="6788"/>
                </a:lnTo>
                <a:lnTo>
                  <a:pt x="5868" y="6789"/>
                </a:lnTo>
                <a:lnTo>
                  <a:pt x="5869" y="6791"/>
                </a:lnTo>
                <a:lnTo>
                  <a:pt x="5869" y="6792"/>
                </a:lnTo>
                <a:lnTo>
                  <a:pt x="5870" y="6792"/>
                </a:lnTo>
                <a:lnTo>
                  <a:pt x="5870" y="6793"/>
                </a:lnTo>
                <a:lnTo>
                  <a:pt x="5871" y="6795"/>
                </a:lnTo>
                <a:lnTo>
                  <a:pt x="5871" y="6796"/>
                </a:lnTo>
                <a:lnTo>
                  <a:pt x="5870" y="6796"/>
                </a:lnTo>
                <a:lnTo>
                  <a:pt x="5869" y="6796"/>
                </a:lnTo>
                <a:lnTo>
                  <a:pt x="5868" y="6796"/>
                </a:lnTo>
                <a:lnTo>
                  <a:pt x="5867" y="6796"/>
                </a:lnTo>
                <a:lnTo>
                  <a:pt x="5867" y="6797"/>
                </a:lnTo>
                <a:lnTo>
                  <a:pt x="5867" y="6798"/>
                </a:lnTo>
                <a:lnTo>
                  <a:pt x="5868" y="6799"/>
                </a:lnTo>
                <a:lnTo>
                  <a:pt x="5869" y="6800"/>
                </a:lnTo>
                <a:lnTo>
                  <a:pt x="5869" y="6799"/>
                </a:lnTo>
                <a:lnTo>
                  <a:pt x="5869" y="6797"/>
                </a:lnTo>
                <a:lnTo>
                  <a:pt x="5870" y="6797"/>
                </a:lnTo>
                <a:lnTo>
                  <a:pt x="5870" y="6796"/>
                </a:lnTo>
                <a:lnTo>
                  <a:pt x="5871" y="6796"/>
                </a:lnTo>
                <a:lnTo>
                  <a:pt x="5871" y="6799"/>
                </a:lnTo>
                <a:lnTo>
                  <a:pt x="5872" y="6800"/>
                </a:lnTo>
                <a:lnTo>
                  <a:pt x="5872" y="6801"/>
                </a:lnTo>
                <a:lnTo>
                  <a:pt x="5872" y="6803"/>
                </a:lnTo>
                <a:lnTo>
                  <a:pt x="5871" y="6803"/>
                </a:lnTo>
                <a:lnTo>
                  <a:pt x="5871" y="6804"/>
                </a:lnTo>
                <a:lnTo>
                  <a:pt x="5870" y="6806"/>
                </a:lnTo>
                <a:lnTo>
                  <a:pt x="5870" y="6807"/>
                </a:lnTo>
                <a:lnTo>
                  <a:pt x="5869" y="6807"/>
                </a:lnTo>
                <a:lnTo>
                  <a:pt x="5868" y="6806"/>
                </a:lnTo>
                <a:lnTo>
                  <a:pt x="5868" y="6807"/>
                </a:lnTo>
                <a:lnTo>
                  <a:pt x="5868" y="6808"/>
                </a:lnTo>
                <a:lnTo>
                  <a:pt x="5868" y="6809"/>
                </a:lnTo>
                <a:lnTo>
                  <a:pt x="5869" y="6810"/>
                </a:lnTo>
                <a:lnTo>
                  <a:pt x="5869" y="6811"/>
                </a:lnTo>
                <a:lnTo>
                  <a:pt x="5870" y="6810"/>
                </a:lnTo>
                <a:lnTo>
                  <a:pt x="5869" y="6810"/>
                </a:lnTo>
                <a:lnTo>
                  <a:pt x="5869" y="6809"/>
                </a:lnTo>
                <a:lnTo>
                  <a:pt x="5870" y="6810"/>
                </a:lnTo>
                <a:lnTo>
                  <a:pt x="5871" y="6810"/>
                </a:lnTo>
                <a:lnTo>
                  <a:pt x="5871" y="6811"/>
                </a:lnTo>
                <a:lnTo>
                  <a:pt x="5872" y="6811"/>
                </a:lnTo>
                <a:lnTo>
                  <a:pt x="5871" y="6812"/>
                </a:lnTo>
                <a:lnTo>
                  <a:pt x="5872" y="6813"/>
                </a:lnTo>
                <a:lnTo>
                  <a:pt x="5873" y="6813"/>
                </a:lnTo>
                <a:lnTo>
                  <a:pt x="5874" y="6814"/>
                </a:lnTo>
                <a:lnTo>
                  <a:pt x="5875" y="6816"/>
                </a:lnTo>
                <a:lnTo>
                  <a:pt x="5874" y="6817"/>
                </a:lnTo>
                <a:lnTo>
                  <a:pt x="5874" y="6818"/>
                </a:lnTo>
                <a:lnTo>
                  <a:pt x="5874" y="6819"/>
                </a:lnTo>
                <a:lnTo>
                  <a:pt x="5873" y="6819"/>
                </a:lnTo>
                <a:lnTo>
                  <a:pt x="5873" y="6820"/>
                </a:lnTo>
                <a:lnTo>
                  <a:pt x="5873" y="6821"/>
                </a:lnTo>
                <a:lnTo>
                  <a:pt x="5873" y="6822"/>
                </a:lnTo>
                <a:lnTo>
                  <a:pt x="5873" y="6824"/>
                </a:lnTo>
                <a:lnTo>
                  <a:pt x="5873" y="6825"/>
                </a:lnTo>
                <a:lnTo>
                  <a:pt x="5872" y="6825"/>
                </a:lnTo>
                <a:lnTo>
                  <a:pt x="5872" y="6826"/>
                </a:lnTo>
                <a:lnTo>
                  <a:pt x="5872" y="6827"/>
                </a:lnTo>
                <a:lnTo>
                  <a:pt x="5871" y="6828"/>
                </a:lnTo>
                <a:lnTo>
                  <a:pt x="5871" y="6829"/>
                </a:lnTo>
                <a:lnTo>
                  <a:pt x="5871" y="6831"/>
                </a:lnTo>
                <a:lnTo>
                  <a:pt x="5871" y="6832"/>
                </a:lnTo>
                <a:lnTo>
                  <a:pt x="5872" y="6833"/>
                </a:lnTo>
                <a:lnTo>
                  <a:pt x="5871" y="6833"/>
                </a:lnTo>
                <a:lnTo>
                  <a:pt x="5870" y="6834"/>
                </a:lnTo>
                <a:lnTo>
                  <a:pt x="5870" y="6835"/>
                </a:lnTo>
                <a:lnTo>
                  <a:pt x="5869" y="6836"/>
                </a:lnTo>
                <a:lnTo>
                  <a:pt x="5868" y="6835"/>
                </a:lnTo>
                <a:lnTo>
                  <a:pt x="5867" y="6834"/>
                </a:lnTo>
                <a:lnTo>
                  <a:pt x="5866" y="6833"/>
                </a:lnTo>
                <a:lnTo>
                  <a:pt x="5865" y="6834"/>
                </a:lnTo>
                <a:lnTo>
                  <a:pt x="5864" y="6835"/>
                </a:lnTo>
                <a:lnTo>
                  <a:pt x="5864" y="6836"/>
                </a:lnTo>
                <a:lnTo>
                  <a:pt x="5863" y="6835"/>
                </a:lnTo>
                <a:lnTo>
                  <a:pt x="5863" y="6836"/>
                </a:lnTo>
                <a:lnTo>
                  <a:pt x="5863" y="6837"/>
                </a:lnTo>
                <a:lnTo>
                  <a:pt x="5863" y="6838"/>
                </a:lnTo>
                <a:lnTo>
                  <a:pt x="5862" y="6839"/>
                </a:lnTo>
                <a:lnTo>
                  <a:pt x="5862" y="6840"/>
                </a:lnTo>
                <a:lnTo>
                  <a:pt x="5861" y="6840"/>
                </a:lnTo>
                <a:lnTo>
                  <a:pt x="5860" y="6840"/>
                </a:lnTo>
                <a:lnTo>
                  <a:pt x="5860" y="6841"/>
                </a:lnTo>
                <a:lnTo>
                  <a:pt x="5859" y="6841"/>
                </a:lnTo>
                <a:lnTo>
                  <a:pt x="5858" y="6841"/>
                </a:lnTo>
                <a:lnTo>
                  <a:pt x="5857" y="6841"/>
                </a:lnTo>
                <a:lnTo>
                  <a:pt x="5857" y="6840"/>
                </a:lnTo>
                <a:lnTo>
                  <a:pt x="5857" y="6839"/>
                </a:lnTo>
                <a:lnTo>
                  <a:pt x="5856" y="6839"/>
                </a:lnTo>
                <a:lnTo>
                  <a:pt x="5856" y="6840"/>
                </a:lnTo>
                <a:lnTo>
                  <a:pt x="5855" y="6840"/>
                </a:lnTo>
                <a:lnTo>
                  <a:pt x="5854" y="6841"/>
                </a:lnTo>
                <a:lnTo>
                  <a:pt x="5853" y="6841"/>
                </a:lnTo>
                <a:lnTo>
                  <a:pt x="5854" y="6841"/>
                </a:lnTo>
                <a:lnTo>
                  <a:pt x="5854" y="6842"/>
                </a:lnTo>
                <a:lnTo>
                  <a:pt x="5853" y="6842"/>
                </a:lnTo>
                <a:lnTo>
                  <a:pt x="5852" y="6843"/>
                </a:lnTo>
                <a:lnTo>
                  <a:pt x="5851" y="6843"/>
                </a:lnTo>
                <a:lnTo>
                  <a:pt x="5851" y="6842"/>
                </a:lnTo>
                <a:lnTo>
                  <a:pt x="5850" y="6843"/>
                </a:lnTo>
                <a:lnTo>
                  <a:pt x="5849" y="6843"/>
                </a:lnTo>
                <a:lnTo>
                  <a:pt x="5848" y="6844"/>
                </a:lnTo>
                <a:lnTo>
                  <a:pt x="5847" y="6844"/>
                </a:lnTo>
                <a:lnTo>
                  <a:pt x="5847" y="6845"/>
                </a:lnTo>
                <a:lnTo>
                  <a:pt x="5846" y="6845"/>
                </a:lnTo>
                <a:lnTo>
                  <a:pt x="5844" y="6846"/>
                </a:lnTo>
                <a:lnTo>
                  <a:pt x="5844" y="6845"/>
                </a:lnTo>
                <a:lnTo>
                  <a:pt x="5843" y="6844"/>
                </a:lnTo>
                <a:lnTo>
                  <a:pt x="5842" y="6844"/>
                </a:lnTo>
                <a:lnTo>
                  <a:pt x="5841" y="6844"/>
                </a:lnTo>
                <a:lnTo>
                  <a:pt x="5840" y="6844"/>
                </a:lnTo>
                <a:lnTo>
                  <a:pt x="5841" y="6844"/>
                </a:lnTo>
                <a:lnTo>
                  <a:pt x="5841" y="6845"/>
                </a:lnTo>
                <a:lnTo>
                  <a:pt x="5842" y="6846"/>
                </a:lnTo>
                <a:lnTo>
                  <a:pt x="5842" y="6847"/>
                </a:lnTo>
                <a:lnTo>
                  <a:pt x="5842" y="6848"/>
                </a:lnTo>
                <a:lnTo>
                  <a:pt x="5841" y="6849"/>
                </a:lnTo>
                <a:lnTo>
                  <a:pt x="5841" y="6850"/>
                </a:lnTo>
                <a:lnTo>
                  <a:pt x="5840" y="6850"/>
                </a:lnTo>
                <a:lnTo>
                  <a:pt x="5840" y="6851"/>
                </a:lnTo>
                <a:lnTo>
                  <a:pt x="5841" y="6851"/>
                </a:lnTo>
                <a:lnTo>
                  <a:pt x="5841" y="6852"/>
                </a:lnTo>
                <a:lnTo>
                  <a:pt x="5840" y="6853"/>
                </a:lnTo>
                <a:lnTo>
                  <a:pt x="5840" y="6854"/>
                </a:lnTo>
                <a:lnTo>
                  <a:pt x="5839" y="6854"/>
                </a:lnTo>
                <a:lnTo>
                  <a:pt x="5839" y="6855"/>
                </a:lnTo>
                <a:lnTo>
                  <a:pt x="5839" y="6856"/>
                </a:lnTo>
                <a:lnTo>
                  <a:pt x="5838" y="6857"/>
                </a:lnTo>
                <a:lnTo>
                  <a:pt x="5837" y="6856"/>
                </a:lnTo>
                <a:lnTo>
                  <a:pt x="5837" y="6855"/>
                </a:lnTo>
                <a:lnTo>
                  <a:pt x="5837" y="6854"/>
                </a:lnTo>
                <a:lnTo>
                  <a:pt x="5837" y="6853"/>
                </a:lnTo>
                <a:lnTo>
                  <a:pt x="5836" y="6852"/>
                </a:lnTo>
                <a:lnTo>
                  <a:pt x="5836" y="6851"/>
                </a:lnTo>
                <a:lnTo>
                  <a:pt x="5836" y="6850"/>
                </a:lnTo>
                <a:lnTo>
                  <a:pt x="5836" y="6849"/>
                </a:lnTo>
                <a:lnTo>
                  <a:pt x="5836" y="6848"/>
                </a:lnTo>
                <a:lnTo>
                  <a:pt x="5836" y="6847"/>
                </a:lnTo>
                <a:lnTo>
                  <a:pt x="5836" y="6844"/>
                </a:lnTo>
                <a:lnTo>
                  <a:pt x="5837" y="6844"/>
                </a:lnTo>
                <a:lnTo>
                  <a:pt x="5837" y="6843"/>
                </a:lnTo>
                <a:lnTo>
                  <a:pt x="5838" y="6843"/>
                </a:lnTo>
                <a:lnTo>
                  <a:pt x="5836" y="6842"/>
                </a:lnTo>
                <a:lnTo>
                  <a:pt x="5835" y="6842"/>
                </a:lnTo>
                <a:lnTo>
                  <a:pt x="5835" y="6841"/>
                </a:lnTo>
                <a:lnTo>
                  <a:pt x="5834" y="6841"/>
                </a:lnTo>
                <a:lnTo>
                  <a:pt x="5834" y="6842"/>
                </a:lnTo>
                <a:lnTo>
                  <a:pt x="5833" y="6842"/>
                </a:lnTo>
                <a:lnTo>
                  <a:pt x="5833" y="6843"/>
                </a:lnTo>
                <a:lnTo>
                  <a:pt x="5834" y="6844"/>
                </a:lnTo>
                <a:lnTo>
                  <a:pt x="5834" y="6847"/>
                </a:lnTo>
                <a:lnTo>
                  <a:pt x="5834" y="6848"/>
                </a:lnTo>
                <a:lnTo>
                  <a:pt x="5835" y="6848"/>
                </a:lnTo>
                <a:lnTo>
                  <a:pt x="5835" y="6849"/>
                </a:lnTo>
                <a:lnTo>
                  <a:pt x="5835" y="6850"/>
                </a:lnTo>
                <a:lnTo>
                  <a:pt x="5834" y="6850"/>
                </a:lnTo>
                <a:lnTo>
                  <a:pt x="5834" y="6851"/>
                </a:lnTo>
                <a:lnTo>
                  <a:pt x="5832" y="6851"/>
                </a:lnTo>
                <a:lnTo>
                  <a:pt x="5831" y="6851"/>
                </a:lnTo>
                <a:lnTo>
                  <a:pt x="5830" y="6851"/>
                </a:lnTo>
                <a:lnTo>
                  <a:pt x="5830" y="6852"/>
                </a:lnTo>
                <a:lnTo>
                  <a:pt x="5831" y="6851"/>
                </a:lnTo>
                <a:lnTo>
                  <a:pt x="5831" y="6852"/>
                </a:lnTo>
                <a:lnTo>
                  <a:pt x="5832" y="6852"/>
                </a:lnTo>
                <a:lnTo>
                  <a:pt x="5833" y="6852"/>
                </a:lnTo>
                <a:lnTo>
                  <a:pt x="5834" y="6852"/>
                </a:lnTo>
                <a:lnTo>
                  <a:pt x="5834" y="6853"/>
                </a:lnTo>
                <a:lnTo>
                  <a:pt x="5833" y="6854"/>
                </a:lnTo>
                <a:lnTo>
                  <a:pt x="5833" y="6855"/>
                </a:lnTo>
                <a:lnTo>
                  <a:pt x="5833" y="6856"/>
                </a:lnTo>
                <a:lnTo>
                  <a:pt x="5832" y="6855"/>
                </a:lnTo>
                <a:lnTo>
                  <a:pt x="5832" y="6856"/>
                </a:lnTo>
                <a:lnTo>
                  <a:pt x="5831" y="6856"/>
                </a:lnTo>
                <a:lnTo>
                  <a:pt x="5831" y="6858"/>
                </a:lnTo>
                <a:lnTo>
                  <a:pt x="5831" y="6859"/>
                </a:lnTo>
                <a:lnTo>
                  <a:pt x="5829" y="6862"/>
                </a:lnTo>
                <a:lnTo>
                  <a:pt x="5829" y="6863"/>
                </a:lnTo>
                <a:lnTo>
                  <a:pt x="5829" y="6864"/>
                </a:lnTo>
                <a:lnTo>
                  <a:pt x="5830" y="6864"/>
                </a:lnTo>
                <a:lnTo>
                  <a:pt x="5830" y="6865"/>
                </a:lnTo>
                <a:lnTo>
                  <a:pt x="5831" y="6865"/>
                </a:lnTo>
                <a:lnTo>
                  <a:pt x="5830" y="6865"/>
                </a:lnTo>
                <a:lnTo>
                  <a:pt x="5829" y="6865"/>
                </a:lnTo>
                <a:lnTo>
                  <a:pt x="5828" y="6866"/>
                </a:lnTo>
                <a:lnTo>
                  <a:pt x="5828" y="6867"/>
                </a:lnTo>
                <a:lnTo>
                  <a:pt x="5828" y="6868"/>
                </a:lnTo>
                <a:lnTo>
                  <a:pt x="5827" y="6868"/>
                </a:lnTo>
                <a:lnTo>
                  <a:pt x="5827" y="6867"/>
                </a:lnTo>
                <a:lnTo>
                  <a:pt x="5826" y="6867"/>
                </a:lnTo>
                <a:lnTo>
                  <a:pt x="5826" y="6868"/>
                </a:lnTo>
                <a:lnTo>
                  <a:pt x="5825" y="6868"/>
                </a:lnTo>
                <a:lnTo>
                  <a:pt x="5826" y="6868"/>
                </a:lnTo>
                <a:lnTo>
                  <a:pt x="5826" y="6869"/>
                </a:lnTo>
                <a:lnTo>
                  <a:pt x="5827" y="6869"/>
                </a:lnTo>
                <a:lnTo>
                  <a:pt x="5828" y="6869"/>
                </a:lnTo>
                <a:lnTo>
                  <a:pt x="5828" y="6870"/>
                </a:lnTo>
                <a:lnTo>
                  <a:pt x="5828" y="6871"/>
                </a:lnTo>
                <a:lnTo>
                  <a:pt x="5828" y="6872"/>
                </a:lnTo>
                <a:lnTo>
                  <a:pt x="5828" y="6873"/>
                </a:lnTo>
                <a:lnTo>
                  <a:pt x="5828" y="6874"/>
                </a:lnTo>
                <a:lnTo>
                  <a:pt x="5827" y="6875"/>
                </a:lnTo>
                <a:lnTo>
                  <a:pt x="5827" y="6876"/>
                </a:lnTo>
                <a:lnTo>
                  <a:pt x="5827" y="6877"/>
                </a:lnTo>
                <a:lnTo>
                  <a:pt x="5827" y="6878"/>
                </a:lnTo>
                <a:lnTo>
                  <a:pt x="5827" y="6879"/>
                </a:lnTo>
                <a:lnTo>
                  <a:pt x="5827" y="6880"/>
                </a:lnTo>
                <a:lnTo>
                  <a:pt x="5828" y="6880"/>
                </a:lnTo>
                <a:lnTo>
                  <a:pt x="5828" y="6882"/>
                </a:lnTo>
                <a:lnTo>
                  <a:pt x="5828" y="6883"/>
                </a:lnTo>
                <a:lnTo>
                  <a:pt x="5829" y="6884"/>
                </a:lnTo>
                <a:lnTo>
                  <a:pt x="5829" y="6885"/>
                </a:lnTo>
                <a:lnTo>
                  <a:pt x="5830" y="6885"/>
                </a:lnTo>
                <a:lnTo>
                  <a:pt x="5831" y="6887"/>
                </a:lnTo>
                <a:lnTo>
                  <a:pt x="5831" y="6888"/>
                </a:lnTo>
                <a:lnTo>
                  <a:pt x="5831" y="6889"/>
                </a:lnTo>
                <a:lnTo>
                  <a:pt x="5832" y="6889"/>
                </a:lnTo>
                <a:lnTo>
                  <a:pt x="5832" y="6890"/>
                </a:lnTo>
                <a:lnTo>
                  <a:pt x="5833" y="6890"/>
                </a:lnTo>
                <a:lnTo>
                  <a:pt x="5833" y="6891"/>
                </a:lnTo>
                <a:lnTo>
                  <a:pt x="5833" y="6892"/>
                </a:lnTo>
                <a:lnTo>
                  <a:pt x="5834" y="6892"/>
                </a:lnTo>
                <a:lnTo>
                  <a:pt x="5834" y="6893"/>
                </a:lnTo>
                <a:lnTo>
                  <a:pt x="5833" y="6894"/>
                </a:lnTo>
                <a:lnTo>
                  <a:pt x="5832" y="6894"/>
                </a:lnTo>
                <a:lnTo>
                  <a:pt x="5831" y="6896"/>
                </a:lnTo>
                <a:lnTo>
                  <a:pt x="5831" y="6897"/>
                </a:lnTo>
                <a:lnTo>
                  <a:pt x="5832" y="6896"/>
                </a:lnTo>
                <a:lnTo>
                  <a:pt x="5833" y="6896"/>
                </a:lnTo>
                <a:lnTo>
                  <a:pt x="5834" y="6895"/>
                </a:lnTo>
                <a:lnTo>
                  <a:pt x="5835" y="6895"/>
                </a:lnTo>
                <a:lnTo>
                  <a:pt x="5836" y="6895"/>
                </a:lnTo>
                <a:lnTo>
                  <a:pt x="5837" y="6894"/>
                </a:lnTo>
                <a:lnTo>
                  <a:pt x="5838" y="6894"/>
                </a:lnTo>
                <a:lnTo>
                  <a:pt x="5840" y="6893"/>
                </a:lnTo>
                <a:lnTo>
                  <a:pt x="5841" y="6893"/>
                </a:lnTo>
                <a:lnTo>
                  <a:pt x="5842" y="6893"/>
                </a:lnTo>
                <a:lnTo>
                  <a:pt x="5843" y="6893"/>
                </a:lnTo>
                <a:lnTo>
                  <a:pt x="5843" y="6894"/>
                </a:lnTo>
                <a:lnTo>
                  <a:pt x="5844" y="6894"/>
                </a:lnTo>
                <a:lnTo>
                  <a:pt x="5844" y="6895"/>
                </a:lnTo>
                <a:lnTo>
                  <a:pt x="5845" y="6895"/>
                </a:lnTo>
                <a:lnTo>
                  <a:pt x="5846" y="6895"/>
                </a:lnTo>
                <a:lnTo>
                  <a:pt x="5847" y="6895"/>
                </a:lnTo>
                <a:lnTo>
                  <a:pt x="5847" y="6896"/>
                </a:lnTo>
                <a:lnTo>
                  <a:pt x="5848" y="6896"/>
                </a:lnTo>
                <a:lnTo>
                  <a:pt x="5848" y="6895"/>
                </a:lnTo>
                <a:lnTo>
                  <a:pt x="5849" y="6895"/>
                </a:lnTo>
                <a:lnTo>
                  <a:pt x="5850" y="6895"/>
                </a:lnTo>
                <a:lnTo>
                  <a:pt x="5851" y="6895"/>
                </a:lnTo>
                <a:lnTo>
                  <a:pt x="5852" y="6894"/>
                </a:lnTo>
                <a:lnTo>
                  <a:pt x="5853" y="6894"/>
                </a:lnTo>
                <a:lnTo>
                  <a:pt x="5857" y="6893"/>
                </a:lnTo>
                <a:lnTo>
                  <a:pt x="5858" y="6893"/>
                </a:lnTo>
                <a:lnTo>
                  <a:pt x="5859" y="6893"/>
                </a:lnTo>
                <a:lnTo>
                  <a:pt x="5860" y="6894"/>
                </a:lnTo>
                <a:lnTo>
                  <a:pt x="5860" y="6895"/>
                </a:lnTo>
                <a:lnTo>
                  <a:pt x="5861" y="6895"/>
                </a:lnTo>
                <a:lnTo>
                  <a:pt x="5862" y="6895"/>
                </a:lnTo>
                <a:lnTo>
                  <a:pt x="5862" y="6896"/>
                </a:lnTo>
                <a:lnTo>
                  <a:pt x="5863" y="6897"/>
                </a:lnTo>
                <a:lnTo>
                  <a:pt x="5864" y="6897"/>
                </a:lnTo>
                <a:lnTo>
                  <a:pt x="5865" y="6897"/>
                </a:lnTo>
                <a:lnTo>
                  <a:pt x="5866" y="6897"/>
                </a:lnTo>
                <a:lnTo>
                  <a:pt x="5867" y="6898"/>
                </a:lnTo>
                <a:lnTo>
                  <a:pt x="5868" y="6898"/>
                </a:lnTo>
                <a:lnTo>
                  <a:pt x="5869" y="6898"/>
                </a:lnTo>
                <a:lnTo>
                  <a:pt x="5870" y="6899"/>
                </a:lnTo>
                <a:lnTo>
                  <a:pt x="5871" y="6899"/>
                </a:lnTo>
                <a:lnTo>
                  <a:pt x="5870" y="6899"/>
                </a:lnTo>
                <a:lnTo>
                  <a:pt x="5870" y="6898"/>
                </a:lnTo>
                <a:lnTo>
                  <a:pt x="5869" y="6898"/>
                </a:lnTo>
                <a:lnTo>
                  <a:pt x="5869" y="6897"/>
                </a:lnTo>
                <a:lnTo>
                  <a:pt x="5870" y="6897"/>
                </a:lnTo>
                <a:lnTo>
                  <a:pt x="5870" y="6898"/>
                </a:lnTo>
                <a:lnTo>
                  <a:pt x="5871" y="6898"/>
                </a:lnTo>
                <a:lnTo>
                  <a:pt x="5872" y="6898"/>
                </a:lnTo>
                <a:lnTo>
                  <a:pt x="5872" y="6900"/>
                </a:lnTo>
                <a:lnTo>
                  <a:pt x="5872" y="6901"/>
                </a:lnTo>
                <a:lnTo>
                  <a:pt x="5872" y="6902"/>
                </a:lnTo>
                <a:lnTo>
                  <a:pt x="5872" y="6903"/>
                </a:lnTo>
                <a:lnTo>
                  <a:pt x="5871" y="6903"/>
                </a:lnTo>
                <a:lnTo>
                  <a:pt x="5871" y="6904"/>
                </a:lnTo>
                <a:lnTo>
                  <a:pt x="5872" y="6904"/>
                </a:lnTo>
                <a:lnTo>
                  <a:pt x="5873" y="6904"/>
                </a:lnTo>
                <a:lnTo>
                  <a:pt x="5873" y="6905"/>
                </a:lnTo>
                <a:lnTo>
                  <a:pt x="5873" y="6906"/>
                </a:lnTo>
                <a:lnTo>
                  <a:pt x="5873" y="6907"/>
                </a:lnTo>
                <a:lnTo>
                  <a:pt x="5873" y="6908"/>
                </a:lnTo>
                <a:lnTo>
                  <a:pt x="5874" y="6909"/>
                </a:lnTo>
                <a:lnTo>
                  <a:pt x="5874" y="6912"/>
                </a:lnTo>
                <a:lnTo>
                  <a:pt x="5874" y="6913"/>
                </a:lnTo>
                <a:lnTo>
                  <a:pt x="5873" y="6913"/>
                </a:lnTo>
                <a:lnTo>
                  <a:pt x="5873" y="6914"/>
                </a:lnTo>
                <a:lnTo>
                  <a:pt x="5873" y="6915"/>
                </a:lnTo>
                <a:lnTo>
                  <a:pt x="5873" y="6917"/>
                </a:lnTo>
                <a:lnTo>
                  <a:pt x="5873" y="6918"/>
                </a:lnTo>
                <a:lnTo>
                  <a:pt x="5873" y="6919"/>
                </a:lnTo>
                <a:lnTo>
                  <a:pt x="5872" y="6919"/>
                </a:lnTo>
                <a:lnTo>
                  <a:pt x="5872" y="6920"/>
                </a:lnTo>
                <a:lnTo>
                  <a:pt x="5871" y="6920"/>
                </a:lnTo>
                <a:lnTo>
                  <a:pt x="5871" y="6921"/>
                </a:lnTo>
                <a:lnTo>
                  <a:pt x="5870" y="6921"/>
                </a:lnTo>
                <a:lnTo>
                  <a:pt x="5869" y="6920"/>
                </a:lnTo>
                <a:lnTo>
                  <a:pt x="5868" y="6920"/>
                </a:lnTo>
                <a:lnTo>
                  <a:pt x="5867" y="6920"/>
                </a:lnTo>
                <a:lnTo>
                  <a:pt x="5867" y="6919"/>
                </a:lnTo>
                <a:lnTo>
                  <a:pt x="5867" y="6918"/>
                </a:lnTo>
                <a:lnTo>
                  <a:pt x="5866" y="6918"/>
                </a:lnTo>
                <a:lnTo>
                  <a:pt x="5865" y="6917"/>
                </a:lnTo>
                <a:lnTo>
                  <a:pt x="5865" y="6916"/>
                </a:lnTo>
                <a:lnTo>
                  <a:pt x="5864" y="6916"/>
                </a:lnTo>
                <a:lnTo>
                  <a:pt x="5864" y="6915"/>
                </a:lnTo>
                <a:lnTo>
                  <a:pt x="5864" y="6914"/>
                </a:lnTo>
                <a:lnTo>
                  <a:pt x="5863" y="6914"/>
                </a:lnTo>
                <a:lnTo>
                  <a:pt x="5863" y="6913"/>
                </a:lnTo>
                <a:lnTo>
                  <a:pt x="5863" y="6912"/>
                </a:lnTo>
                <a:lnTo>
                  <a:pt x="5863" y="6911"/>
                </a:lnTo>
                <a:lnTo>
                  <a:pt x="5862" y="6911"/>
                </a:lnTo>
                <a:lnTo>
                  <a:pt x="5862" y="6910"/>
                </a:lnTo>
                <a:lnTo>
                  <a:pt x="5862" y="6909"/>
                </a:lnTo>
                <a:lnTo>
                  <a:pt x="5861" y="6909"/>
                </a:lnTo>
                <a:lnTo>
                  <a:pt x="5861" y="6908"/>
                </a:lnTo>
                <a:lnTo>
                  <a:pt x="5861" y="6907"/>
                </a:lnTo>
                <a:lnTo>
                  <a:pt x="5860" y="6907"/>
                </a:lnTo>
                <a:lnTo>
                  <a:pt x="5861" y="6907"/>
                </a:lnTo>
                <a:lnTo>
                  <a:pt x="5861" y="6908"/>
                </a:lnTo>
                <a:lnTo>
                  <a:pt x="5861" y="6909"/>
                </a:lnTo>
                <a:lnTo>
                  <a:pt x="5861" y="6910"/>
                </a:lnTo>
                <a:lnTo>
                  <a:pt x="5862" y="6910"/>
                </a:lnTo>
                <a:lnTo>
                  <a:pt x="5862" y="6912"/>
                </a:lnTo>
                <a:lnTo>
                  <a:pt x="5862" y="6913"/>
                </a:lnTo>
                <a:lnTo>
                  <a:pt x="5862" y="6914"/>
                </a:lnTo>
                <a:lnTo>
                  <a:pt x="5861" y="6914"/>
                </a:lnTo>
                <a:lnTo>
                  <a:pt x="5860" y="6914"/>
                </a:lnTo>
                <a:lnTo>
                  <a:pt x="5859" y="6914"/>
                </a:lnTo>
                <a:lnTo>
                  <a:pt x="5859" y="6915"/>
                </a:lnTo>
                <a:lnTo>
                  <a:pt x="5858" y="6915"/>
                </a:lnTo>
                <a:lnTo>
                  <a:pt x="5859" y="6915"/>
                </a:lnTo>
                <a:lnTo>
                  <a:pt x="5858" y="6914"/>
                </a:lnTo>
                <a:lnTo>
                  <a:pt x="5858" y="6915"/>
                </a:lnTo>
                <a:lnTo>
                  <a:pt x="5859" y="6915"/>
                </a:lnTo>
                <a:lnTo>
                  <a:pt x="5859" y="6916"/>
                </a:lnTo>
                <a:lnTo>
                  <a:pt x="5858" y="6916"/>
                </a:lnTo>
                <a:lnTo>
                  <a:pt x="5858" y="6917"/>
                </a:lnTo>
                <a:lnTo>
                  <a:pt x="5858" y="6916"/>
                </a:lnTo>
                <a:lnTo>
                  <a:pt x="5857" y="6916"/>
                </a:lnTo>
                <a:lnTo>
                  <a:pt x="5857" y="6917"/>
                </a:lnTo>
                <a:lnTo>
                  <a:pt x="5858" y="6917"/>
                </a:lnTo>
                <a:lnTo>
                  <a:pt x="5859" y="6917"/>
                </a:lnTo>
                <a:lnTo>
                  <a:pt x="5859" y="6916"/>
                </a:lnTo>
                <a:lnTo>
                  <a:pt x="5859" y="6915"/>
                </a:lnTo>
                <a:lnTo>
                  <a:pt x="5860" y="6915"/>
                </a:lnTo>
                <a:lnTo>
                  <a:pt x="5861" y="6915"/>
                </a:lnTo>
                <a:lnTo>
                  <a:pt x="5861" y="6914"/>
                </a:lnTo>
                <a:lnTo>
                  <a:pt x="5861" y="6915"/>
                </a:lnTo>
                <a:lnTo>
                  <a:pt x="5862" y="6915"/>
                </a:lnTo>
                <a:lnTo>
                  <a:pt x="5862" y="6916"/>
                </a:lnTo>
                <a:lnTo>
                  <a:pt x="5862" y="6917"/>
                </a:lnTo>
                <a:lnTo>
                  <a:pt x="5861" y="6917"/>
                </a:lnTo>
                <a:lnTo>
                  <a:pt x="5862" y="6917"/>
                </a:lnTo>
                <a:lnTo>
                  <a:pt x="5862" y="6918"/>
                </a:lnTo>
                <a:lnTo>
                  <a:pt x="5861" y="6918"/>
                </a:lnTo>
                <a:lnTo>
                  <a:pt x="5861" y="6917"/>
                </a:lnTo>
                <a:lnTo>
                  <a:pt x="5861" y="6918"/>
                </a:lnTo>
                <a:lnTo>
                  <a:pt x="5861" y="6919"/>
                </a:lnTo>
                <a:lnTo>
                  <a:pt x="5862" y="6919"/>
                </a:lnTo>
                <a:lnTo>
                  <a:pt x="5863" y="6921"/>
                </a:lnTo>
                <a:lnTo>
                  <a:pt x="5863" y="6922"/>
                </a:lnTo>
                <a:lnTo>
                  <a:pt x="5863" y="6923"/>
                </a:lnTo>
                <a:lnTo>
                  <a:pt x="5862" y="6923"/>
                </a:lnTo>
                <a:lnTo>
                  <a:pt x="5862" y="6924"/>
                </a:lnTo>
                <a:lnTo>
                  <a:pt x="5861" y="6924"/>
                </a:lnTo>
                <a:lnTo>
                  <a:pt x="5860" y="6924"/>
                </a:lnTo>
                <a:lnTo>
                  <a:pt x="5860" y="6925"/>
                </a:lnTo>
                <a:lnTo>
                  <a:pt x="5859" y="6925"/>
                </a:lnTo>
                <a:lnTo>
                  <a:pt x="5858" y="6925"/>
                </a:lnTo>
                <a:lnTo>
                  <a:pt x="5858" y="6926"/>
                </a:lnTo>
                <a:lnTo>
                  <a:pt x="5857" y="6926"/>
                </a:lnTo>
                <a:lnTo>
                  <a:pt x="5857" y="6927"/>
                </a:lnTo>
                <a:lnTo>
                  <a:pt x="5857" y="6926"/>
                </a:lnTo>
                <a:lnTo>
                  <a:pt x="5856" y="6926"/>
                </a:lnTo>
                <a:lnTo>
                  <a:pt x="5856" y="6927"/>
                </a:lnTo>
                <a:lnTo>
                  <a:pt x="5857" y="6928"/>
                </a:lnTo>
                <a:lnTo>
                  <a:pt x="5857" y="6929"/>
                </a:lnTo>
                <a:lnTo>
                  <a:pt x="5857" y="6930"/>
                </a:lnTo>
                <a:lnTo>
                  <a:pt x="5857" y="6931"/>
                </a:lnTo>
                <a:lnTo>
                  <a:pt x="5856" y="6931"/>
                </a:lnTo>
                <a:lnTo>
                  <a:pt x="5855" y="6931"/>
                </a:lnTo>
                <a:lnTo>
                  <a:pt x="5854" y="6931"/>
                </a:lnTo>
                <a:lnTo>
                  <a:pt x="5854" y="6932"/>
                </a:lnTo>
                <a:lnTo>
                  <a:pt x="5855" y="6932"/>
                </a:lnTo>
                <a:lnTo>
                  <a:pt x="5857" y="6932"/>
                </a:lnTo>
                <a:lnTo>
                  <a:pt x="5858" y="6931"/>
                </a:lnTo>
                <a:lnTo>
                  <a:pt x="5858" y="6930"/>
                </a:lnTo>
                <a:lnTo>
                  <a:pt x="5858" y="6929"/>
                </a:lnTo>
                <a:lnTo>
                  <a:pt x="5858" y="6930"/>
                </a:lnTo>
                <a:lnTo>
                  <a:pt x="5859" y="6930"/>
                </a:lnTo>
                <a:lnTo>
                  <a:pt x="5859" y="6929"/>
                </a:lnTo>
                <a:lnTo>
                  <a:pt x="5860" y="6929"/>
                </a:lnTo>
                <a:lnTo>
                  <a:pt x="5860" y="6928"/>
                </a:lnTo>
                <a:lnTo>
                  <a:pt x="5861" y="6928"/>
                </a:lnTo>
                <a:lnTo>
                  <a:pt x="5861" y="6927"/>
                </a:lnTo>
                <a:lnTo>
                  <a:pt x="5862" y="6927"/>
                </a:lnTo>
                <a:lnTo>
                  <a:pt x="5862" y="6928"/>
                </a:lnTo>
                <a:lnTo>
                  <a:pt x="5863" y="6928"/>
                </a:lnTo>
                <a:lnTo>
                  <a:pt x="5863" y="6929"/>
                </a:lnTo>
                <a:lnTo>
                  <a:pt x="5864" y="6929"/>
                </a:lnTo>
                <a:lnTo>
                  <a:pt x="5864" y="6930"/>
                </a:lnTo>
                <a:lnTo>
                  <a:pt x="5864" y="6931"/>
                </a:lnTo>
                <a:lnTo>
                  <a:pt x="5863" y="6931"/>
                </a:lnTo>
                <a:lnTo>
                  <a:pt x="5863" y="6932"/>
                </a:lnTo>
                <a:lnTo>
                  <a:pt x="5863" y="6933"/>
                </a:lnTo>
                <a:lnTo>
                  <a:pt x="5863" y="6934"/>
                </a:lnTo>
                <a:lnTo>
                  <a:pt x="5863" y="6935"/>
                </a:lnTo>
                <a:lnTo>
                  <a:pt x="5863" y="6936"/>
                </a:lnTo>
                <a:lnTo>
                  <a:pt x="5863" y="6935"/>
                </a:lnTo>
                <a:lnTo>
                  <a:pt x="5864" y="6935"/>
                </a:lnTo>
                <a:lnTo>
                  <a:pt x="5864" y="6934"/>
                </a:lnTo>
                <a:lnTo>
                  <a:pt x="5863" y="6933"/>
                </a:lnTo>
                <a:lnTo>
                  <a:pt x="5863" y="6932"/>
                </a:lnTo>
                <a:lnTo>
                  <a:pt x="5864" y="6932"/>
                </a:lnTo>
                <a:lnTo>
                  <a:pt x="5864" y="6931"/>
                </a:lnTo>
                <a:lnTo>
                  <a:pt x="5865" y="6930"/>
                </a:lnTo>
                <a:lnTo>
                  <a:pt x="5865" y="6929"/>
                </a:lnTo>
                <a:lnTo>
                  <a:pt x="5865" y="6930"/>
                </a:lnTo>
                <a:lnTo>
                  <a:pt x="5865" y="6931"/>
                </a:lnTo>
                <a:lnTo>
                  <a:pt x="5866" y="6931"/>
                </a:lnTo>
                <a:lnTo>
                  <a:pt x="5867" y="6931"/>
                </a:lnTo>
                <a:lnTo>
                  <a:pt x="5866" y="6932"/>
                </a:lnTo>
                <a:lnTo>
                  <a:pt x="5867" y="6932"/>
                </a:lnTo>
                <a:lnTo>
                  <a:pt x="5868" y="6932"/>
                </a:lnTo>
                <a:lnTo>
                  <a:pt x="5868" y="6933"/>
                </a:lnTo>
                <a:lnTo>
                  <a:pt x="5869" y="6933"/>
                </a:lnTo>
                <a:lnTo>
                  <a:pt x="5869" y="6932"/>
                </a:lnTo>
                <a:lnTo>
                  <a:pt x="5870" y="6932"/>
                </a:lnTo>
                <a:lnTo>
                  <a:pt x="5870" y="6934"/>
                </a:lnTo>
                <a:lnTo>
                  <a:pt x="5870" y="6935"/>
                </a:lnTo>
                <a:lnTo>
                  <a:pt x="5871" y="6935"/>
                </a:lnTo>
                <a:lnTo>
                  <a:pt x="5871" y="6934"/>
                </a:lnTo>
                <a:lnTo>
                  <a:pt x="5871" y="6933"/>
                </a:lnTo>
                <a:lnTo>
                  <a:pt x="5871" y="6932"/>
                </a:lnTo>
                <a:lnTo>
                  <a:pt x="5870" y="6932"/>
                </a:lnTo>
                <a:lnTo>
                  <a:pt x="5871" y="6931"/>
                </a:lnTo>
                <a:lnTo>
                  <a:pt x="5871" y="6930"/>
                </a:lnTo>
                <a:lnTo>
                  <a:pt x="5872" y="6930"/>
                </a:lnTo>
                <a:lnTo>
                  <a:pt x="5872" y="6931"/>
                </a:lnTo>
                <a:lnTo>
                  <a:pt x="5872" y="6930"/>
                </a:lnTo>
                <a:lnTo>
                  <a:pt x="5873" y="6930"/>
                </a:lnTo>
                <a:lnTo>
                  <a:pt x="5873" y="6931"/>
                </a:lnTo>
                <a:lnTo>
                  <a:pt x="5874" y="6932"/>
                </a:lnTo>
                <a:lnTo>
                  <a:pt x="5873" y="6932"/>
                </a:lnTo>
                <a:lnTo>
                  <a:pt x="5874" y="6933"/>
                </a:lnTo>
                <a:lnTo>
                  <a:pt x="5873" y="6934"/>
                </a:lnTo>
                <a:lnTo>
                  <a:pt x="5874" y="6934"/>
                </a:lnTo>
                <a:lnTo>
                  <a:pt x="5876" y="6933"/>
                </a:lnTo>
                <a:lnTo>
                  <a:pt x="5877" y="6932"/>
                </a:lnTo>
                <a:lnTo>
                  <a:pt x="5878" y="6931"/>
                </a:lnTo>
                <a:lnTo>
                  <a:pt x="5878" y="6930"/>
                </a:lnTo>
                <a:lnTo>
                  <a:pt x="5879" y="6930"/>
                </a:lnTo>
                <a:lnTo>
                  <a:pt x="5880" y="6930"/>
                </a:lnTo>
                <a:lnTo>
                  <a:pt x="5880" y="6929"/>
                </a:lnTo>
                <a:lnTo>
                  <a:pt x="5881" y="6929"/>
                </a:lnTo>
                <a:lnTo>
                  <a:pt x="5881" y="6930"/>
                </a:lnTo>
                <a:lnTo>
                  <a:pt x="5882" y="6930"/>
                </a:lnTo>
                <a:lnTo>
                  <a:pt x="5882" y="6929"/>
                </a:lnTo>
                <a:lnTo>
                  <a:pt x="5882" y="6928"/>
                </a:lnTo>
                <a:lnTo>
                  <a:pt x="5883" y="6928"/>
                </a:lnTo>
                <a:lnTo>
                  <a:pt x="5884" y="6928"/>
                </a:lnTo>
                <a:lnTo>
                  <a:pt x="5885" y="6929"/>
                </a:lnTo>
                <a:lnTo>
                  <a:pt x="5885" y="6930"/>
                </a:lnTo>
                <a:lnTo>
                  <a:pt x="5885" y="6931"/>
                </a:lnTo>
                <a:lnTo>
                  <a:pt x="5886" y="6931"/>
                </a:lnTo>
                <a:lnTo>
                  <a:pt x="5886" y="6932"/>
                </a:lnTo>
                <a:lnTo>
                  <a:pt x="5887" y="6932"/>
                </a:lnTo>
                <a:lnTo>
                  <a:pt x="5888" y="6932"/>
                </a:lnTo>
                <a:lnTo>
                  <a:pt x="5887" y="6932"/>
                </a:lnTo>
                <a:lnTo>
                  <a:pt x="5887" y="6931"/>
                </a:lnTo>
                <a:lnTo>
                  <a:pt x="5886" y="6931"/>
                </a:lnTo>
                <a:lnTo>
                  <a:pt x="5886" y="6930"/>
                </a:lnTo>
                <a:lnTo>
                  <a:pt x="5887" y="6930"/>
                </a:lnTo>
                <a:lnTo>
                  <a:pt x="5887" y="6929"/>
                </a:lnTo>
                <a:lnTo>
                  <a:pt x="5887" y="6928"/>
                </a:lnTo>
                <a:lnTo>
                  <a:pt x="5886" y="6928"/>
                </a:lnTo>
                <a:lnTo>
                  <a:pt x="5887" y="6928"/>
                </a:lnTo>
                <a:lnTo>
                  <a:pt x="5887" y="6927"/>
                </a:lnTo>
                <a:lnTo>
                  <a:pt x="5887" y="6926"/>
                </a:lnTo>
                <a:lnTo>
                  <a:pt x="5888" y="6926"/>
                </a:lnTo>
                <a:lnTo>
                  <a:pt x="5888" y="6927"/>
                </a:lnTo>
                <a:lnTo>
                  <a:pt x="5888" y="6926"/>
                </a:lnTo>
                <a:lnTo>
                  <a:pt x="5888" y="6927"/>
                </a:lnTo>
                <a:lnTo>
                  <a:pt x="5889" y="6927"/>
                </a:lnTo>
                <a:lnTo>
                  <a:pt x="5889" y="6928"/>
                </a:lnTo>
                <a:lnTo>
                  <a:pt x="5889" y="6929"/>
                </a:lnTo>
                <a:lnTo>
                  <a:pt x="5890" y="6929"/>
                </a:lnTo>
                <a:lnTo>
                  <a:pt x="5890" y="6930"/>
                </a:lnTo>
                <a:lnTo>
                  <a:pt x="5890" y="6931"/>
                </a:lnTo>
                <a:lnTo>
                  <a:pt x="5891" y="6932"/>
                </a:lnTo>
                <a:lnTo>
                  <a:pt x="5891" y="6933"/>
                </a:lnTo>
                <a:lnTo>
                  <a:pt x="5892" y="6933"/>
                </a:lnTo>
                <a:lnTo>
                  <a:pt x="5892" y="6934"/>
                </a:lnTo>
                <a:lnTo>
                  <a:pt x="5892" y="6935"/>
                </a:lnTo>
                <a:lnTo>
                  <a:pt x="5893" y="6936"/>
                </a:lnTo>
                <a:lnTo>
                  <a:pt x="5893" y="6937"/>
                </a:lnTo>
                <a:lnTo>
                  <a:pt x="5893" y="6938"/>
                </a:lnTo>
                <a:lnTo>
                  <a:pt x="5893" y="6939"/>
                </a:lnTo>
                <a:lnTo>
                  <a:pt x="5894" y="6941"/>
                </a:lnTo>
                <a:lnTo>
                  <a:pt x="5894" y="6942"/>
                </a:lnTo>
                <a:lnTo>
                  <a:pt x="5894" y="6943"/>
                </a:lnTo>
                <a:lnTo>
                  <a:pt x="5894" y="6944"/>
                </a:lnTo>
                <a:lnTo>
                  <a:pt x="5893" y="6945"/>
                </a:lnTo>
                <a:lnTo>
                  <a:pt x="5892" y="6944"/>
                </a:lnTo>
                <a:lnTo>
                  <a:pt x="5891" y="6944"/>
                </a:lnTo>
                <a:lnTo>
                  <a:pt x="5890" y="6944"/>
                </a:lnTo>
                <a:lnTo>
                  <a:pt x="5889" y="6944"/>
                </a:lnTo>
                <a:lnTo>
                  <a:pt x="5890" y="6944"/>
                </a:lnTo>
                <a:lnTo>
                  <a:pt x="5889" y="6944"/>
                </a:lnTo>
                <a:lnTo>
                  <a:pt x="5889" y="6945"/>
                </a:lnTo>
                <a:lnTo>
                  <a:pt x="5888" y="6945"/>
                </a:lnTo>
                <a:lnTo>
                  <a:pt x="5887" y="6945"/>
                </a:lnTo>
                <a:lnTo>
                  <a:pt x="5886" y="6945"/>
                </a:lnTo>
                <a:lnTo>
                  <a:pt x="5886" y="6944"/>
                </a:lnTo>
                <a:lnTo>
                  <a:pt x="5886" y="6943"/>
                </a:lnTo>
                <a:lnTo>
                  <a:pt x="5885" y="6943"/>
                </a:lnTo>
                <a:lnTo>
                  <a:pt x="5886" y="6943"/>
                </a:lnTo>
                <a:lnTo>
                  <a:pt x="5886" y="6942"/>
                </a:lnTo>
                <a:lnTo>
                  <a:pt x="5885" y="6942"/>
                </a:lnTo>
                <a:lnTo>
                  <a:pt x="5886" y="6942"/>
                </a:lnTo>
                <a:lnTo>
                  <a:pt x="5885" y="6943"/>
                </a:lnTo>
                <a:lnTo>
                  <a:pt x="5885" y="6942"/>
                </a:lnTo>
                <a:lnTo>
                  <a:pt x="5885" y="6941"/>
                </a:lnTo>
                <a:lnTo>
                  <a:pt x="5884" y="6941"/>
                </a:lnTo>
                <a:lnTo>
                  <a:pt x="5884" y="6940"/>
                </a:lnTo>
                <a:lnTo>
                  <a:pt x="5884" y="6939"/>
                </a:lnTo>
                <a:lnTo>
                  <a:pt x="5885" y="6939"/>
                </a:lnTo>
                <a:lnTo>
                  <a:pt x="5885" y="6938"/>
                </a:lnTo>
                <a:lnTo>
                  <a:pt x="5884" y="6938"/>
                </a:lnTo>
                <a:lnTo>
                  <a:pt x="5884" y="6937"/>
                </a:lnTo>
                <a:lnTo>
                  <a:pt x="5884" y="6936"/>
                </a:lnTo>
                <a:lnTo>
                  <a:pt x="5883" y="6936"/>
                </a:lnTo>
                <a:lnTo>
                  <a:pt x="5883" y="6935"/>
                </a:lnTo>
                <a:lnTo>
                  <a:pt x="5883" y="6936"/>
                </a:lnTo>
                <a:lnTo>
                  <a:pt x="5882" y="6936"/>
                </a:lnTo>
                <a:lnTo>
                  <a:pt x="5882" y="6935"/>
                </a:lnTo>
                <a:lnTo>
                  <a:pt x="5881" y="6934"/>
                </a:lnTo>
                <a:lnTo>
                  <a:pt x="5880" y="6935"/>
                </a:lnTo>
                <a:lnTo>
                  <a:pt x="5879" y="6935"/>
                </a:lnTo>
                <a:lnTo>
                  <a:pt x="5879" y="6936"/>
                </a:lnTo>
                <a:lnTo>
                  <a:pt x="5878" y="6936"/>
                </a:lnTo>
                <a:lnTo>
                  <a:pt x="5878" y="6937"/>
                </a:lnTo>
                <a:lnTo>
                  <a:pt x="5877" y="6937"/>
                </a:lnTo>
                <a:lnTo>
                  <a:pt x="5877" y="6938"/>
                </a:lnTo>
                <a:lnTo>
                  <a:pt x="5877" y="6939"/>
                </a:lnTo>
                <a:lnTo>
                  <a:pt x="5876" y="6939"/>
                </a:lnTo>
                <a:lnTo>
                  <a:pt x="5876" y="6940"/>
                </a:lnTo>
                <a:lnTo>
                  <a:pt x="5876" y="6941"/>
                </a:lnTo>
                <a:lnTo>
                  <a:pt x="5877" y="6941"/>
                </a:lnTo>
                <a:lnTo>
                  <a:pt x="5877" y="6942"/>
                </a:lnTo>
                <a:lnTo>
                  <a:pt x="5877" y="6943"/>
                </a:lnTo>
                <a:lnTo>
                  <a:pt x="5878" y="6943"/>
                </a:lnTo>
                <a:lnTo>
                  <a:pt x="5878" y="6944"/>
                </a:lnTo>
                <a:lnTo>
                  <a:pt x="5879" y="6944"/>
                </a:lnTo>
                <a:lnTo>
                  <a:pt x="5879" y="6943"/>
                </a:lnTo>
                <a:lnTo>
                  <a:pt x="5879" y="6944"/>
                </a:lnTo>
                <a:lnTo>
                  <a:pt x="5880" y="6945"/>
                </a:lnTo>
                <a:lnTo>
                  <a:pt x="5879" y="6945"/>
                </a:lnTo>
                <a:lnTo>
                  <a:pt x="5878" y="6945"/>
                </a:lnTo>
                <a:lnTo>
                  <a:pt x="5878" y="6946"/>
                </a:lnTo>
                <a:lnTo>
                  <a:pt x="5879" y="6946"/>
                </a:lnTo>
                <a:lnTo>
                  <a:pt x="5879" y="6945"/>
                </a:lnTo>
                <a:lnTo>
                  <a:pt x="5880" y="6945"/>
                </a:lnTo>
                <a:lnTo>
                  <a:pt x="5881" y="6945"/>
                </a:lnTo>
                <a:lnTo>
                  <a:pt x="5884" y="6947"/>
                </a:lnTo>
                <a:lnTo>
                  <a:pt x="5885" y="6948"/>
                </a:lnTo>
                <a:lnTo>
                  <a:pt x="5886" y="6948"/>
                </a:lnTo>
                <a:lnTo>
                  <a:pt x="5887" y="6949"/>
                </a:lnTo>
                <a:lnTo>
                  <a:pt x="5888" y="6948"/>
                </a:lnTo>
                <a:lnTo>
                  <a:pt x="5889" y="6947"/>
                </a:lnTo>
                <a:lnTo>
                  <a:pt x="5889" y="6946"/>
                </a:lnTo>
                <a:lnTo>
                  <a:pt x="5890" y="6945"/>
                </a:lnTo>
                <a:lnTo>
                  <a:pt x="5891" y="6946"/>
                </a:lnTo>
                <a:lnTo>
                  <a:pt x="5893" y="6948"/>
                </a:lnTo>
                <a:lnTo>
                  <a:pt x="5894" y="6948"/>
                </a:lnTo>
                <a:lnTo>
                  <a:pt x="5894" y="6949"/>
                </a:lnTo>
                <a:lnTo>
                  <a:pt x="5895" y="6949"/>
                </a:lnTo>
                <a:lnTo>
                  <a:pt x="5895" y="6950"/>
                </a:lnTo>
                <a:lnTo>
                  <a:pt x="5895" y="6951"/>
                </a:lnTo>
                <a:lnTo>
                  <a:pt x="5896" y="6951"/>
                </a:lnTo>
                <a:lnTo>
                  <a:pt x="5896" y="6952"/>
                </a:lnTo>
                <a:lnTo>
                  <a:pt x="5897" y="6952"/>
                </a:lnTo>
                <a:lnTo>
                  <a:pt x="5897" y="6954"/>
                </a:lnTo>
                <a:lnTo>
                  <a:pt x="5897" y="6955"/>
                </a:lnTo>
                <a:lnTo>
                  <a:pt x="5897" y="6954"/>
                </a:lnTo>
                <a:lnTo>
                  <a:pt x="5896" y="6954"/>
                </a:lnTo>
                <a:lnTo>
                  <a:pt x="5897" y="6955"/>
                </a:lnTo>
                <a:lnTo>
                  <a:pt x="5898" y="6955"/>
                </a:lnTo>
                <a:lnTo>
                  <a:pt x="5899" y="6955"/>
                </a:lnTo>
                <a:lnTo>
                  <a:pt x="5899" y="6956"/>
                </a:lnTo>
                <a:lnTo>
                  <a:pt x="5900" y="6957"/>
                </a:lnTo>
                <a:lnTo>
                  <a:pt x="5900" y="6958"/>
                </a:lnTo>
                <a:lnTo>
                  <a:pt x="5900" y="6959"/>
                </a:lnTo>
                <a:lnTo>
                  <a:pt x="5901" y="6959"/>
                </a:lnTo>
                <a:lnTo>
                  <a:pt x="5901" y="6960"/>
                </a:lnTo>
                <a:lnTo>
                  <a:pt x="5901" y="6961"/>
                </a:lnTo>
                <a:lnTo>
                  <a:pt x="5902" y="6962"/>
                </a:lnTo>
                <a:lnTo>
                  <a:pt x="5903" y="6963"/>
                </a:lnTo>
                <a:lnTo>
                  <a:pt x="5903" y="6964"/>
                </a:lnTo>
                <a:lnTo>
                  <a:pt x="5904" y="6964"/>
                </a:lnTo>
                <a:lnTo>
                  <a:pt x="5904" y="6965"/>
                </a:lnTo>
                <a:lnTo>
                  <a:pt x="5904" y="6966"/>
                </a:lnTo>
                <a:lnTo>
                  <a:pt x="5903" y="6967"/>
                </a:lnTo>
                <a:lnTo>
                  <a:pt x="5903" y="6968"/>
                </a:lnTo>
                <a:lnTo>
                  <a:pt x="5902" y="6970"/>
                </a:lnTo>
                <a:lnTo>
                  <a:pt x="5902" y="6971"/>
                </a:lnTo>
                <a:lnTo>
                  <a:pt x="5902" y="6972"/>
                </a:lnTo>
                <a:lnTo>
                  <a:pt x="5902" y="6973"/>
                </a:lnTo>
                <a:lnTo>
                  <a:pt x="5902" y="6975"/>
                </a:lnTo>
                <a:lnTo>
                  <a:pt x="5901" y="6975"/>
                </a:lnTo>
                <a:lnTo>
                  <a:pt x="5900" y="6975"/>
                </a:lnTo>
                <a:lnTo>
                  <a:pt x="5900" y="6976"/>
                </a:lnTo>
                <a:lnTo>
                  <a:pt x="5899" y="6976"/>
                </a:lnTo>
                <a:lnTo>
                  <a:pt x="5899" y="6977"/>
                </a:lnTo>
                <a:lnTo>
                  <a:pt x="5898" y="6978"/>
                </a:lnTo>
                <a:lnTo>
                  <a:pt x="5898" y="6979"/>
                </a:lnTo>
                <a:lnTo>
                  <a:pt x="5897" y="6979"/>
                </a:lnTo>
                <a:lnTo>
                  <a:pt x="5896" y="6979"/>
                </a:lnTo>
                <a:lnTo>
                  <a:pt x="5896" y="6980"/>
                </a:lnTo>
                <a:lnTo>
                  <a:pt x="5895" y="6981"/>
                </a:lnTo>
                <a:lnTo>
                  <a:pt x="5894" y="6983"/>
                </a:lnTo>
                <a:lnTo>
                  <a:pt x="5893" y="6983"/>
                </a:lnTo>
                <a:lnTo>
                  <a:pt x="5893" y="6984"/>
                </a:lnTo>
                <a:lnTo>
                  <a:pt x="5893" y="6985"/>
                </a:lnTo>
                <a:lnTo>
                  <a:pt x="5893" y="6986"/>
                </a:lnTo>
                <a:lnTo>
                  <a:pt x="5893" y="6987"/>
                </a:lnTo>
                <a:lnTo>
                  <a:pt x="5893" y="6988"/>
                </a:lnTo>
                <a:lnTo>
                  <a:pt x="5893" y="6989"/>
                </a:lnTo>
                <a:lnTo>
                  <a:pt x="5892" y="6989"/>
                </a:lnTo>
                <a:lnTo>
                  <a:pt x="5892" y="6988"/>
                </a:lnTo>
                <a:lnTo>
                  <a:pt x="5892" y="6989"/>
                </a:lnTo>
                <a:lnTo>
                  <a:pt x="5891" y="6989"/>
                </a:lnTo>
                <a:lnTo>
                  <a:pt x="5890" y="6990"/>
                </a:lnTo>
                <a:lnTo>
                  <a:pt x="5890" y="6991"/>
                </a:lnTo>
                <a:lnTo>
                  <a:pt x="5889" y="6992"/>
                </a:lnTo>
                <a:lnTo>
                  <a:pt x="5889" y="6993"/>
                </a:lnTo>
                <a:lnTo>
                  <a:pt x="5888" y="6993"/>
                </a:lnTo>
                <a:lnTo>
                  <a:pt x="5888" y="6994"/>
                </a:lnTo>
                <a:lnTo>
                  <a:pt x="5888" y="6995"/>
                </a:lnTo>
                <a:lnTo>
                  <a:pt x="5887" y="6995"/>
                </a:lnTo>
                <a:lnTo>
                  <a:pt x="5887" y="6996"/>
                </a:lnTo>
                <a:lnTo>
                  <a:pt x="5886" y="6997"/>
                </a:lnTo>
                <a:lnTo>
                  <a:pt x="5885" y="6997"/>
                </a:lnTo>
                <a:lnTo>
                  <a:pt x="5885" y="6998"/>
                </a:lnTo>
                <a:lnTo>
                  <a:pt x="5884" y="6998"/>
                </a:lnTo>
                <a:lnTo>
                  <a:pt x="5883" y="6998"/>
                </a:lnTo>
                <a:lnTo>
                  <a:pt x="5883" y="6999"/>
                </a:lnTo>
                <a:lnTo>
                  <a:pt x="5882" y="6999"/>
                </a:lnTo>
                <a:lnTo>
                  <a:pt x="5882" y="7000"/>
                </a:lnTo>
                <a:lnTo>
                  <a:pt x="5881" y="7001"/>
                </a:lnTo>
                <a:lnTo>
                  <a:pt x="5880" y="7001"/>
                </a:lnTo>
                <a:lnTo>
                  <a:pt x="5878" y="7001"/>
                </a:lnTo>
                <a:lnTo>
                  <a:pt x="5877" y="7000"/>
                </a:lnTo>
                <a:lnTo>
                  <a:pt x="5876" y="7000"/>
                </a:lnTo>
                <a:lnTo>
                  <a:pt x="5875" y="7000"/>
                </a:lnTo>
                <a:lnTo>
                  <a:pt x="5875" y="7001"/>
                </a:lnTo>
                <a:lnTo>
                  <a:pt x="5874" y="7001"/>
                </a:lnTo>
                <a:lnTo>
                  <a:pt x="5874" y="7002"/>
                </a:lnTo>
                <a:lnTo>
                  <a:pt x="5873" y="7003"/>
                </a:lnTo>
                <a:lnTo>
                  <a:pt x="5873" y="7002"/>
                </a:lnTo>
                <a:lnTo>
                  <a:pt x="5872" y="7003"/>
                </a:lnTo>
                <a:lnTo>
                  <a:pt x="5871" y="7004"/>
                </a:lnTo>
                <a:lnTo>
                  <a:pt x="5871" y="7005"/>
                </a:lnTo>
                <a:lnTo>
                  <a:pt x="5870" y="7006"/>
                </a:lnTo>
                <a:lnTo>
                  <a:pt x="5869" y="7006"/>
                </a:lnTo>
                <a:lnTo>
                  <a:pt x="5867" y="7009"/>
                </a:lnTo>
                <a:lnTo>
                  <a:pt x="5866" y="7009"/>
                </a:lnTo>
                <a:lnTo>
                  <a:pt x="5864" y="7010"/>
                </a:lnTo>
                <a:lnTo>
                  <a:pt x="5863" y="7011"/>
                </a:lnTo>
                <a:lnTo>
                  <a:pt x="5861" y="7011"/>
                </a:lnTo>
                <a:lnTo>
                  <a:pt x="5861" y="7010"/>
                </a:lnTo>
                <a:lnTo>
                  <a:pt x="5860" y="7010"/>
                </a:lnTo>
                <a:lnTo>
                  <a:pt x="5859" y="7010"/>
                </a:lnTo>
                <a:lnTo>
                  <a:pt x="5859" y="7011"/>
                </a:lnTo>
                <a:lnTo>
                  <a:pt x="5858" y="7012"/>
                </a:lnTo>
                <a:lnTo>
                  <a:pt x="5858" y="7013"/>
                </a:lnTo>
                <a:lnTo>
                  <a:pt x="5858" y="7014"/>
                </a:lnTo>
                <a:lnTo>
                  <a:pt x="5858" y="7015"/>
                </a:lnTo>
                <a:lnTo>
                  <a:pt x="5858" y="7014"/>
                </a:lnTo>
                <a:lnTo>
                  <a:pt x="5857" y="7014"/>
                </a:lnTo>
                <a:lnTo>
                  <a:pt x="5857" y="7013"/>
                </a:lnTo>
                <a:lnTo>
                  <a:pt x="5857" y="7012"/>
                </a:lnTo>
                <a:lnTo>
                  <a:pt x="5856" y="7012"/>
                </a:lnTo>
                <a:lnTo>
                  <a:pt x="5856" y="7011"/>
                </a:lnTo>
                <a:lnTo>
                  <a:pt x="5856" y="7010"/>
                </a:lnTo>
                <a:lnTo>
                  <a:pt x="5855" y="7010"/>
                </a:lnTo>
                <a:lnTo>
                  <a:pt x="5854" y="7010"/>
                </a:lnTo>
                <a:lnTo>
                  <a:pt x="5853" y="7010"/>
                </a:lnTo>
                <a:lnTo>
                  <a:pt x="5852" y="7010"/>
                </a:lnTo>
                <a:lnTo>
                  <a:pt x="5852" y="7011"/>
                </a:lnTo>
                <a:lnTo>
                  <a:pt x="5851" y="7011"/>
                </a:lnTo>
                <a:lnTo>
                  <a:pt x="5851" y="7010"/>
                </a:lnTo>
                <a:lnTo>
                  <a:pt x="5851" y="7009"/>
                </a:lnTo>
                <a:lnTo>
                  <a:pt x="5851" y="7008"/>
                </a:lnTo>
                <a:lnTo>
                  <a:pt x="5849" y="7008"/>
                </a:lnTo>
                <a:lnTo>
                  <a:pt x="5845" y="7008"/>
                </a:lnTo>
                <a:lnTo>
                  <a:pt x="5846" y="7009"/>
                </a:lnTo>
                <a:lnTo>
                  <a:pt x="5847" y="7009"/>
                </a:lnTo>
                <a:lnTo>
                  <a:pt x="5847" y="7010"/>
                </a:lnTo>
                <a:lnTo>
                  <a:pt x="5848" y="7010"/>
                </a:lnTo>
                <a:lnTo>
                  <a:pt x="5847" y="7010"/>
                </a:lnTo>
                <a:lnTo>
                  <a:pt x="5846" y="7010"/>
                </a:lnTo>
                <a:lnTo>
                  <a:pt x="5845" y="7010"/>
                </a:lnTo>
                <a:lnTo>
                  <a:pt x="5844" y="7010"/>
                </a:lnTo>
                <a:lnTo>
                  <a:pt x="5843" y="7010"/>
                </a:lnTo>
                <a:lnTo>
                  <a:pt x="5843" y="7009"/>
                </a:lnTo>
                <a:lnTo>
                  <a:pt x="5842" y="7009"/>
                </a:lnTo>
                <a:lnTo>
                  <a:pt x="5841" y="7009"/>
                </a:lnTo>
                <a:lnTo>
                  <a:pt x="5840" y="7009"/>
                </a:lnTo>
                <a:lnTo>
                  <a:pt x="5840" y="7010"/>
                </a:lnTo>
                <a:lnTo>
                  <a:pt x="5840" y="7011"/>
                </a:lnTo>
                <a:lnTo>
                  <a:pt x="5840" y="7012"/>
                </a:lnTo>
                <a:lnTo>
                  <a:pt x="5840" y="7013"/>
                </a:lnTo>
                <a:lnTo>
                  <a:pt x="5840" y="7014"/>
                </a:lnTo>
                <a:lnTo>
                  <a:pt x="5840" y="7015"/>
                </a:lnTo>
                <a:lnTo>
                  <a:pt x="5839" y="7015"/>
                </a:lnTo>
                <a:lnTo>
                  <a:pt x="5838" y="7016"/>
                </a:lnTo>
                <a:lnTo>
                  <a:pt x="5832" y="7016"/>
                </a:lnTo>
                <a:lnTo>
                  <a:pt x="5831" y="7017"/>
                </a:lnTo>
                <a:lnTo>
                  <a:pt x="5827" y="7017"/>
                </a:lnTo>
                <a:lnTo>
                  <a:pt x="5827" y="7018"/>
                </a:lnTo>
                <a:lnTo>
                  <a:pt x="5827" y="7017"/>
                </a:lnTo>
                <a:lnTo>
                  <a:pt x="5826" y="7016"/>
                </a:lnTo>
                <a:lnTo>
                  <a:pt x="5827" y="7016"/>
                </a:lnTo>
                <a:lnTo>
                  <a:pt x="5827" y="7015"/>
                </a:lnTo>
                <a:lnTo>
                  <a:pt x="5826" y="7015"/>
                </a:lnTo>
                <a:lnTo>
                  <a:pt x="5826" y="7014"/>
                </a:lnTo>
                <a:lnTo>
                  <a:pt x="5825" y="7013"/>
                </a:lnTo>
                <a:lnTo>
                  <a:pt x="5825" y="7012"/>
                </a:lnTo>
                <a:lnTo>
                  <a:pt x="5822" y="7012"/>
                </a:lnTo>
                <a:lnTo>
                  <a:pt x="5820" y="7012"/>
                </a:lnTo>
                <a:lnTo>
                  <a:pt x="5818" y="7012"/>
                </a:lnTo>
                <a:lnTo>
                  <a:pt x="5816" y="7011"/>
                </a:lnTo>
                <a:lnTo>
                  <a:pt x="5815" y="7009"/>
                </a:lnTo>
                <a:lnTo>
                  <a:pt x="5815" y="7008"/>
                </a:lnTo>
                <a:lnTo>
                  <a:pt x="5814" y="7007"/>
                </a:lnTo>
                <a:lnTo>
                  <a:pt x="5812" y="7007"/>
                </a:lnTo>
                <a:lnTo>
                  <a:pt x="5811" y="7007"/>
                </a:lnTo>
                <a:lnTo>
                  <a:pt x="5810" y="7007"/>
                </a:lnTo>
                <a:lnTo>
                  <a:pt x="5811" y="7008"/>
                </a:lnTo>
                <a:lnTo>
                  <a:pt x="5811" y="7009"/>
                </a:lnTo>
                <a:lnTo>
                  <a:pt x="5810" y="7009"/>
                </a:lnTo>
                <a:lnTo>
                  <a:pt x="5810" y="7010"/>
                </a:lnTo>
                <a:lnTo>
                  <a:pt x="5809" y="7010"/>
                </a:lnTo>
                <a:lnTo>
                  <a:pt x="5808" y="7010"/>
                </a:lnTo>
                <a:lnTo>
                  <a:pt x="5807" y="7010"/>
                </a:lnTo>
                <a:lnTo>
                  <a:pt x="5806" y="7010"/>
                </a:lnTo>
                <a:lnTo>
                  <a:pt x="5805" y="7009"/>
                </a:lnTo>
                <a:lnTo>
                  <a:pt x="5805" y="7008"/>
                </a:lnTo>
                <a:lnTo>
                  <a:pt x="5805" y="7009"/>
                </a:lnTo>
                <a:lnTo>
                  <a:pt x="5804" y="7010"/>
                </a:lnTo>
                <a:lnTo>
                  <a:pt x="5805" y="7010"/>
                </a:lnTo>
                <a:lnTo>
                  <a:pt x="5805" y="7011"/>
                </a:lnTo>
                <a:lnTo>
                  <a:pt x="5805" y="7012"/>
                </a:lnTo>
                <a:lnTo>
                  <a:pt x="5803" y="7012"/>
                </a:lnTo>
                <a:lnTo>
                  <a:pt x="5803" y="7011"/>
                </a:lnTo>
                <a:lnTo>
                  <a:pt x="5802" y="7010"/>
                </a:lnTo>
                <a:lnTo>
                  <a:pt x="5800" y="7008"/>
                </a:lnTo>
                <a:lnTo>
                  <a:pt x="5799" y="7008"/>
                </a:lnTo>
                <a:lnTo>
                  <a:pt x="5798" y="7008"/>
                </a:lnTo>
                <a:lnTo>
                  <a:pt x="5798" y="7009"/>
                </a:lnTo>
                <a:lnTo>
                  <a:pt x="5798" y="7010"/>
                </a:lnTo>
                <a:lnTo>
                  <a:pt x="5797" y="7011"/>
                </a:lnTo>
                <a:lnTo>
                  <a:pt x="5796" y="7012"/>
                </a:lnTo>
                <a:lnTo>
                  <a:pt x="5795" y="7013"/>
                </a:lnTo>
                <a:lnTo>
                  <a:pt x="5792" y="7017"/>
                </a:lnTo>
                <a:lnTo>
                  <a:pt x="5792" y="7018"/>
                </a:lnTo>
                <a:lnTo>
                  <a:pt x="5791" y="7018"/>
                </a:lnTo>
                <a:lnTo>
                  <a:pt x="5791" y="7019"/>
                </a:lnTo>
                <a:lnTo>
                  <a:pt x="5790" y="7020"/>
                </a:lnTo>
                <a:lnTo>
                  <a:pt x="5790" y="7021"/>
                </a:lnTo>
                <a:lnTo>
                  <a:pt x="5789" y="7022"/>
                </a:lnTo>
                <a:lnTo>
                  <a:pt x="5788" y="7022"/>
                </a:lnTo>
                <a:lnTo>
                  <a:pt x="5787" y="7022"/>
                </a:lnTo>
                <a:lnTo>
                  <a:pt x="5787" y="7021"/>
                </a:lnTo>
                <a:lnTo>
                  <a:pt x="5787" y="7019"/>
                </a:lnTo>
                <a:lnTo>
                  <a:pt x="5787" y="7018"/>
                </a:lnTo>
                <a:lnTo>
                  <a:pt x="5787" y="7017"/>
                </a:lnTo>
                <a:lnTo>
                  <a:pt x="5787" y="7016"/>
                </a:lnTo>
                <a:lnTo>
                  <a:pt x="5787" y="7014"/>
                </a:lnTo>
                <a:lnTo>
                  <a:pt x="5787" y="7013"/>
                </a:lnTo>
                <a:lnTo>
                  <a:pt x="5788" y="7013"/>
                </a:lnTo>
                <a:lnTo>
                  <a:pt x="5789" y="7010"/>
                </a:lnTo>
                <a:lnTo>
                  <a:pt x="5790" y="7010"/>
                </a:lnTo>
                <a:lnTo>
                  <a:pt x="5790" y="7008"/>
                </a:lnTo>
                <a:lnTo>
                  <a:pt x="5789" y="7008"/>
                </a:lnTo>
                <a:lnTo>
                  <a:pt x="5789" y="7007"/>
                </a:lnTo>
                <a:lnTo>
                  <a:pt x="5788" y="7004"/>
                </a:lnTo>
                <a:lnTo>
                  <a:pt x="5788" y="7002"/>
                </a:lnTo>
                <a:lnTo>
                  <a:pt x="5788" y="7001"/>
                </a:lnTo>
                <a:lnTo>
                  <a:pt x="5787" y="7000"/>
                </a:lnTo>
                <a:lnTo>
                  <a:pt x="5787" y="6999"/>
                </a:lnTo>
                <a:lnTo>
                  <a:pt x="5787" y="6998"/>
                </a:lnTo>
                <a:lnTo>
                  <a:pt x="5785" y="6997"/>
                </a:lnTo>
                <a:lnTo>
                  <a:pt x="5784" y="6996"/>
                </a:lnTo>
                <a:lnTo>
                  <a:pt x="5783" y="6996"/>
                </a:lnTo>
                <a:lnTo>
                  <a:pt x="5783" y="6995"/>
                </a:lnTo>
                <a:lnTo>
                  <a:pt x="5782" y="6995"/>
                </a:lnTo>
                <a:lnTo>
                  <a:pt x="5781" y="6995"/>
                </a:lnTo>
                <a:lnTo>
                  <a:pt x="5780" y="6996"/>
                </a:lnTo>
                <a:lnTo>
                  <a:pt x="5779" y="6995"/>
                </a:lnTo>
                <a:lnTo>
                  <a:pt x="5778" y="6993"/>
                </a:lnTo>
                <a:lnTo>
                  <a:pt x="5777" y="6991"/>
                </a:lnTo>
                <a:lnTo>
                  <a:pt x="5777" y="6988"/>
                </a:lnTo>
                <a:lnTo>
                  <a:pt x="5777" y="6987"/>
                </a:lnTo>
                <a:lnTo>
                  <a:pt x="5778" y="6987"/>
                </a:lnTo>
                <a:lnTo>
                  <a:pt x="5779" y="6987"/>
                </a:lnTo>
                <a:lnTo>
                  <a:pt x="5780" y="6987"/>
                </a:lnTo>
                <a:lnTo>
                  <a:pt x="5780" y="6986"/>
                </a:lnTo>
                <a:lnTo>
                  <a:pt x="5781" y="6986"/>
                </a:lnTo>
                <a:lnTo>
                  <a:pt x="5781" y="6985"/>
                </a:lnTo>
                <a:lnTo>
                  <a:pt x="5781" y="6983"/>
                </a:lnTo>
                <a:lnTo>
                  <a:pt x="5781" y="6982"/>
                </a:lnTo>
                <a:lnTo>
                  <a:pt x="5782" y="6982"/>
                </a:lnTo>
                <a:lnTo>
                  <a:pt x="5783" y="6981"/>
                </a:lnTo>
                <a:lnTo>
                  <a:pt x="5784" y="6981"/>
                </a:lnTo>
                <a:lnTo>
                  <a:pt x="5785" y="6982"/>
                </a:lnTo>
                <a:lnTo>
                  <a:pt x="5786" y="6982"/>
                </a:lnTo>
                <a:lnTo>
                  <a:pt x="5786" y="6983"/>
                </a:lnTo>
                <a:lnTo>
                  <a:pt x="5787" y="6983"/>
                </a:lnTo>
                <a:lnTo>
                  <a:pt x="5788" y="6983"/>
                </a:lnTo>
                <a:lnTo>
                  <a:pt x="5788" y="6984"/>
                </a:lnTo>
                <a:lnTo>
                  <a:pt x="5789" y="6984"/>
                </a:lnTo>
                <a:lnTo>
                  <a:pt x="5789" y="6985"/>
                </a:lnTo>
                <a:lnTo>
                  <a:pt x="5790" y="6985"/>
                </a:lnTo>
                <a:lnTo>
                  <a:pt x="5790" y="6986"/>
                </a:lnTo>
                <a:lnTo>
                  <a:pt x="5791" y="6986"/>
                </a:lnTo>
                <a:lnTo>
                  <a:pt x="5792" y="6986"/>
                </a:lnTo>
                <a:lnTo>
                  <a:pt x="5793" y="6986"/>
                </a:lnTo>
                <a:lnTo>
                  <a:pt x="5794" y="6986"/>
                </a:lnTo>
                <a:lnTo>
                  <a:pt x="5795" y="6986"/>
                </a:lnTo>
                <a:lnTo>
                  <a:pt x="5796" y="6986"/>
                </a:lnTo>
                <a:lnTo>
                  <a:pt x="5796" y="6987"/>
                </a:lnTo>
                <a:lnTo>
                  <a:pt x="5796" y="6988"/>
                </a:lnTo>
                <a:lnTo>
                  <a:pt x="5795" y="6988"/>
                </a:lnTo>
                <a:lnTo>
                  <a:pt x="5794" y="6989"/>
                </a:lnTo>
                <a:lnTo>
                  <a:pt x="5795" y="6991"/>
                </a:lnTo>
                <a:lnTo>
                  <a:pt x="5796" y="6991"/>
                </a:lnTo>
                <a:lnTo>
                  <a:pt x="5796" y="6992"/>
                </a:lnTo>
                <a:lnTo>
                  <a:pt x="5796" y="6993"/>
                </a:lnTo>
                <a:lnTo>
                  <a:pt x="5797" y="6993"/>
                </a:lnTo>
                <a:lnTo>
                  <a:pt x="5797" y="6994"/>
                </a:lnTo>
                <a:lnTo>
                  <a:pt x="5798" y="6994"/>
                </a:lnTo>
                <a:lnTo>
                  <a:pt x="5798" y="6995"/>
                </a:lnTo>
                <a:lnTo>
                  <a:pt x="5798" y="6996"/>
                </a:lnTo>
                <a:lnTo>
                  <a:pt x="5797" y="6996"/>
                </a:lnTo>
                <a:lnTo>
                  <a:pt x="5798" y="6996"/>
                </a:lnTo>
                <a:lnTo>
                  <a:pt x="5798" y="6997"/>
                </a:lnTo>
                <a:lnTo>
                  <a:pt x="5798" y="6998"/>
                </a:lnTo>
                <a:lnTo>
                  <a:pt x="5799" y="6998"/>
                </a:lnTo>
                <a:lnTo>
                  <a:pt x="5799" y="6997"/>
                </a:lnTo>
                <a:lnTo>
                  <a:pt x="5799" y="6996"/>
                </a:lnTo>
                <a:lnTo>
                  <a:pt x="5800" y="6996"/>
                </a:lnTo>
                <a:lnTo>
                  <a:pt x="5801" y="6996"/>
                </a:lnTo>
                <a:lnTo>
                  <a:pt x="5800" y="6996"/>
                </a:lnTo>
                <a:lnTo>
                  <a:pt x="5800" y="6995"/>
                </a:lnTo>
                <a:lnTo>
                  <a:pt x="5799" y="6995"/>
                </a:lnTo>
                <a:lnTo>
                  <a:pt x="5799" y="6994"/>
                </a:lnTo>
                <a:lnTo>
                  <a:pt x="5799" y="6993"/>
                </a:lnTo>
                <a:lnTo>
                  <a:pt x="5799" y="6992"/>
                </a:lnTo>
                <a:lnTo>
                  <a:pt x="5799" y="6991"/>
                </a:lnTo>
                <a:lnTo>
                  <a:pt x="5798" y="6990"/>
                </a:lnTo>
                <a:lnTo>
                  <a:pt x="5797" y="6990"/>
                </a:lnTo>
                <a:lnTo>
                  <a:pt x="5798" y="6990"/>
                </a:lnTo>
                <a:lnTo>
                  <a:pt x="5798" y="6989"/>
                </a:lnTo>
                <a:lnTo>
                  <a:pt x="5799" y="6989"/>
                </a:lnTo>
                <a:lnTo>
                  <a:pt x="5800" y="6989"/>
                </a:lnTo>
                <a:lnTo>
                  <a:pt x="5800" y="6988"/>
                </a:lnTo>
                <a:lnTo>
                  <a:pt x="5800" y="6987"/>
                </a:lnTo>
                <a:lnTo>
                  <a:pt x="5801" y="6987"/>
                </a:lnTo>
                <a:lnTo>
                  <a:pt x="5802" y="6986"/>
                </a:lnTo>
                <a:lnTo>
                  <a:pt x="5803" y="6986"/>
                </a:lnTo>
                <a:lnTo>
                  <a:pt x="5803" y="6985"/>
                </a:lnTo>
                <a:lnTo>
                  <a:pt x="5803" y="6984"/>
                </a:lnTo>
                <a:lnTo>
                  <a:pt x="5803" y="6983"/>
                </a:lnTo>
                <a:lnTo>
                  <a:pt x="5804" y="6983"/>
                </a:lnTo>
                <a:lnTo>
                  <a:pt x="5803" y="6983"/>
                </a:lnTo>
                <a:lnTo>
                  <a:pt x="5803" y="6982"/>
                </a:lnTo>
                <a:lnTo>
                  <a:pt x="5803" y="6981"/>
                </a:lnTo>
                <a:lnTo>
                  <a:pt x="5802" y="6981"/>
                </a:lnTo>
                <a:lnTo>
                  <a:pt x="5802" y="6980"/>
                </a:lnTo>
                <a:lnTo>
                  <a:pt x="5801" y="6979"/>
                </a:lnTo>
                <a:lnTo>
                  <a:pt x="5800" y="6978"/>
                </a:lnTo>
                <a:lnTo>
                  <a:pt x="5799" y="6977"/>
                </a:lnTo>
                <a:lnTo>
                  <a:pt x="5798" y="6977"/>
                </a:lnTo>
                <a:lnTo>
                  <a:pt x="5798" y="6978"/>
                </a:lnTo>
                <a:lnTo>
                  <a:pt x="5797" y="6979"/>
                </a:lnTo>
                <a:lnTo>
                  <a:pt x="5797" y="6978"/>
                </a:lnTo>
                <a:lnTo>
                  <a:pt x="5797" y="6977"/>
                </a:lnTo>
                <a:lnTo>
                  <a:pt x="5796" y="6977"/>
                </a:lnTo>
                <a:lnTo>
                  <a:pt x="5796" y="6976"/>
                </a:lnTo>
                <a:lnTo>
                  <a:pt x="5796" y="6975"/>
                </a:lnTo>
                <a:lnTo>
                  <a:pt x="5795" y="6975"/>
                </a:lnTo>
                <a:lnTo>
                  <a:pt x="5795" y="6974"/>
                </a:lnTo>
                <a:lnTo>
                  <a:pt x="5794" y="6974"/>
                </a:lnTo>
                <a:lnTo>
                  <a:pt x="5794" y="6973"/>
                </a:lnTo>
                <a:lnTo>
                  <a:pt x="5795" y="6973"/>
                </a:lnTo>
                <a:lnTo>
                  <a:pt x="5795" y="6972"/>
                </a:lnTo>
                <a:lnTo>
                  <a:pt x="5794" y="6972"/>
                </a:lnTo>
                <a:lnTo>
                  <a:pt x="5793" y="6973"/>
                </a:lnTo>
                <a:lnTo>
                  <a:pt x="5793" y="6975"/>
                </a:lnTo>
                <a:lnTo>
                  <a:pt x="5792" y="6976"/>
                </a:lnTo>
                <a:lnTo>
                  <a:pt x="5792" y="6977"/>
                </a:lnTo>
                <a:lnTo>
                  <a:pt x="5792" y="6978"/>
                </a:lnTo>
                <a:lnTo>
                  <a:pt x="5791" y="6978"/>
                </a:lnTo>
                <a:lnTo>
                  <a:pt x="5791" y="6979"/>
                </a:lnTo>
                <a:lnTo>
                  <a:pt x="5790" y="6979"/>
                </a:lnTo>
                <a:lnTo>
                  <a:pt x="5789" y="6977"/>
                </a:lnTo>
                <a:lnTo>
                  <a:pt x="5790" y="6975"/>
                </a:lnTo>
                <a:lnTo>
                  <a:pt x="5790" y="6974"/>
                </a:lnTo>
                <a:lnTo>
                  <a:pt x="5789" y="6974"/>
                </a:lnTo>
                <a:lnTo>
                  <a:pt x="5789" y="6973"/>
                </a:lnTo>
                <a:lnTo>
                  <a:pt x="5788" y="6973"/>
                </a:lnTo>
                <a:lnTo>
                  <a:pt x="5788" y="6972"/>
                </a:lnTo>
                <a:lnTo>
                  <a:pt x="5788" y="6971"/>
                </a:lnTo>
                <a:lnTo>
                  <a:pt x="5788" y="6970"/>
                </a:lnTo>
                <a:lnTo>
                  <a:pt x="5789" y="6970"/>
                </a:lnTo>
                <a:lnTo>
                  <a:pt x="5789" y="6969"/>
                </a:lnTo>
                <a:lnTo>
                  <a:pt x="5788" y="6969"/>
                </a:lnTo>
                <a:lnTo>
                  <a:pt x="5789" y="6969"/>
                </a:lnTo>
                <a:lnTo>
                  <a:pt x="5788" y="6969"/>
                </a:lnTo>
                <a:lnTo>
                  <a:pt x="5788" y="6968"/>
                </a:lnTo>
                <a:lnTo>
                  <a:pt x="5788" y="6967"/>
                </a:lnTo>
                <a:lnTo>
                  <a:pt x="5787" y="6967"/>
                </a:lnTo>
                <a:lnTo>
                  <a:pt x="5787" y="6968"/>
                </a:lnTo>
                <a:lnTo>
                  <a:pt x="5788" y="6968"/>
                </a:lnTo>
                <a:lnTo>
                  <a:pt x="5788" y="6969"/>
                </a:lnTo>
                <a:lnTo>
                  <a:pt x="5787" y="6969"/>
                </a:lnTo>
                <a:lnTo>
                  <a:pt x="5787" y="6970"/>
                </a:lnTo>
                <a:lnTo>
                  <a:pt x="5786" y="6970"/>
                </a:lnTo>
                <a:lnTo>
                  <a:pt x="5786" y="6971"/>
                </a:lnTo>
                <a:lnTo>
                  <a:pt x="5786" y="6972"/>
                </a:lnTo>
                <a:lnTo>
                  <a:pt x="5786" y="6973"/>
                </a:lnTo>
                <a:lnTo>
                  <a:pt x="5786" y="6974"/>
                </a:lnTo>
                <a:lnTo>
                  <a:pt x="5787" y="6974"/>
                </a:lnTo>
                <a:lnTo>
                  <a:pt x="5787" y="6975"/>
                </a:lnTo>
                <a:lnTo>
                  <a:pt x="5788" y="6975"/>
                </a:lnTo>
                <a:lnTo>
                  <a:pt x="5788" y="6976"/>
                </a:lnTo>
                <a:lnTo>
                  <a:pt x="5787" y="6977"/>
                </a:lnTo>
                <a:lnTo>
                  <a:pt x="5786" y="6979"/>
                </a:lnTo>
                <a:lnTo>
                  <a:pt x="5785" y="6980"/>
                </a:lnTo>
                <a:lnTo>
                  <a:pt x="5784" y="6979"/>
                </a:lnTo>
                <a:lnTo>
                  <a:pt x="5785" y="6978"/>
                </a:lnTo>
                <a:lnTo>
                  <a:pt x="5785" y="6977"/>
                </a:lnTo>
                <a:lnTo>
                  <a:pt x="5785" y="6976"/>
                </a:lnTo>
                <a:lnTo>
                  <a:pt x="5785" y="6975"/>
                </a:lnTo>
                <a:lnTo>
                  <a:pt x="5784" y="6974"/>
                </a:lnTo>
                <a:lnTo>
                  <a:pt x="5784" y="6973"/>
                </a:lnTo>
                <a:lnTo>
                  <a:pt x="5783" y="6973"/>
                </a:lnTo>
                <a:lnTo>
                  <a:pt x="5783" y="6972"/>
                </a:lnTo>
                <a:lnTo>
                  <a:pt x="5784" y="6972"/>
                </a:lnTo>
                <a:lnTo>
                  <a:pt x="5783" y="6972"/>
                </a:lnTo>
                <a:lnTo>
                  <a:pt x="5783" y="6971"/>
                </a:lnTo>
                <a:lnTo>
                  <a:pt x="5782" y="6971"/>
                </a:lnTo>
                <a:lnTo>
                  <a:pt x="5782" y="6970"/>
                </a:lnTo>
                <a:lnTo>
                  <a:pt x="5781" y="6969"/>
                </a:lnTo>
                <a:lnTo>
                  <a:pt x="5780" y="6968"/>
                </a:lnTo>
                <a:lnTo>
                  <a:pt x="5779" y="6968"/>
                </a:lnTo>
                <a:lnTo>
                  <a:pt x="5779" y="6969"/>
                </a:lnTo>
                <a:lnTo>
                  <a:pt x="5778" y="6969"/>
                </a:lnTo>
                <a:lnTo>
                  <a:pt x="5777" y="6969"/>
                </a:lnTo>
                <a:lnTo>
                  <a:pt x="5776" y="6969"/>
                </a:lnTo>
                <a:lnTo>
                  <a:pt x="5775" y="6969"/>
                </a:lnTo>
                <a:lnTo>
                  <a:pt x="5775" y="6968"/>
                </a:lnTo>
                <a:lnTo>
                  <a:pt x="5776" y="6968"/>
                </a:lnTo>
                <a:lnTo>
                  <a:pt x="5776" y="6967"/>
                </a:lnTo>
                <a:lnTo>
                  <a:pt x="5774" y="6967"/>
                </a:lnTo>
                <a:lnTo>
                  <a:pt x="5774" y="6966"/>
                </a:lnTo>
                <a:lnTo>
                  <a:pt x="5773" y="6967"/>
                </a:lnTo>
                <a:lnTo>
                  <a:pt x="5772" y="6967"/>
                </a:lnTo>
                <a:lnTo>
                  <a:pt x="5771" y="6967"/>
                </a:lnTo>
                <a:lnTo>
                  <a:pt x="5770" y="6967"/>
                </a:lnTo>
                <a:lnTo>
                  <a:pt x="5769" y="6968"/>
                </a:lnTo>
                <a:lnTo>
                  <a:pt x="5768" y="6967"/>
                </a:lnTo>
                <a:lnTo>
                  <a:pt x="5769" y="6967"/>
                </a:lnTo>
                <a:lnTo>
                  <a:pt x="5768" y="6967"/>
                </a:lnTo>
                <a:lnTo>
                  <a:pt x="5768" y="6966"/>
                </a:lnTo>
                <a:lnTo>
                  <a:pt x="5767" y="6966"/>
                </a:lnTo>
                <a:lnTo>
                  <a:pt x="5767" y="6967"/>
                </a:lnTo>
                <a:lnTo>
                  <a:pt x="5767" y="6966"/>
                </a:lnTo>
                <a:lnTo>
                  <a:pt x="5766" y="6966"/>
                </a:lnTo>
                <a:lnTo>
                  <a:pt x="5765" y="6965"/>
                </a:lnTo>
                <a:lnTo>
                  <a:pt x="5766" y="6964"/>
                </a:lnTo>
                <a:lnTo>
                  <a:pt x="5765" y="6963"/>
                </a:lnTo>
                <a:lnTo>
                  <a:pt x="5765" y="6962"/>
                </a:lnTo>
                <a:lnTo>
                  <a:pt x="5765" y="6961"/>
                </a:lnTo>
                <a:lnTo>
                  <a:pt x="5764" y="6961"/>
                </a:lnTo>
                <a:lnTo>
                  <a:pt x="5764" y="6960"/>
                </a:lnTo>
                <a:lnTo>
                  <a:pt x="5763" y="6960"/>
                </a:lnTo>
                <a:lnTo>
                  <a:pt x="5763" y="6959"/>
                </a:lnTo>
                <a:lnTo>
                  <a:pt x="5764" y="6959"/>
                </a:lnTo>
                <a:lnTo>
                  <a:pt x="5765" y="6960"/>
                </a:lnTo>
                <a:lnTo>
                  <a:pt x="5766" y="6959"/>
                </a:lnTo>
                <a:lnTo>
                  <a:pt x="5767" y="6959"/>
                </a:lnTo>
                <a:lnTo>
                  <a:pt x="5768" y="6957"/>
                </a:lnTo>
                <a:lnTo>
                  <a:pt x="5769" y="6957"/>
                </a:lnTo>
                <a:lnTo>
                  <a:pt x="5768" y="6957"/>
                </a:lnTo>
                <a:lnTo>
                  <a:pt x="5768" y="6955"/>
                </a:lnTo>
                <a:lnTo>
                  <a:pt x="5767" y="6955"/>
                </a:lnTo>
                <a:lnTo>
                  <a:pt x="5767" y="6957"/>
                </a:lnTo>
                <a:lnTo>
                  <a:pt x="5767" y="6958"/>
                </a:lnTo>
                <a:lnTo>
                  <a:pt x="5766" y="6958"/>
                </a:lnTo>
                <a:lnTo>
                  <a:pt x="5766" y="6957"/>
                </a:lnTo>
                <a:lnTo>
                  <a:pt x="5767" y="6956"/>
                </a:lnTo>
                <a:lnTo>
                  <a:pt x="5767" y="6955"/>
                </a:lnTo>
                <a:lnTo>
                  <a:pt x="5767" y="6954"/>
                </a:lnTo>
                <a:lnTo>
                  <a:pt x="5766" y="6953"/>
                </a:lnTo>
                <a:lnTo>
                  <a:pt x="5766" y="6952"/>
                </a:lnTo>
                <a:lnTo>
                  <a:pt x="5766" y="6951"/>
                </a:lnTo>
                <a:lnTo>
                  <a:pt x="5765" y="6951"/>
                </a:lnTo>
                <a:lnTo>
                  <a:pt x="5764" y="6949"/>
                </a:lnTo>
                <a:lnTo>
                  <a:pt x="5764" y="6948"/>
                </a:lnTo>
                <a:lnTo>
                  <a:pt x="5763" y="6948"/>
                </a:lnTo>
                <a:lnTo>
                  <a:pt x="5763" y="6947"/>
                </a:lnTo>
                <a:lnTo>
                  <a:pt x="5762" y="6947"/>
                </a:lnTo>
                <a:lnTo>
                  <a:pt x="5762" y="6946"/>
                </a:lnTo>
                <a:lnTo>
                  <a:pt x="5762" y="6945"/>
                </a:lnTo>
                <a:lnTo>
                  <a:pt x="5761" y="6944"/>
                </a:lnTo>
                <a:lnTo>
                  <a:pt x="5760" y="6943"/>
                </a:lnTo>
                <a:lnTo>
                  <a:pt x="5759" y="6942"/>
                </a:lnTo>
                <a:lnTo>
                  <a:pt x="5758" y="6942"/>
                </a:lnTo>
                <a:lnTo>
                  <a:pt x="5758" y="6941"/>
                </a:lnTo>
                <a:lnTo>
                  <a:pt x="5757" y="6941"/>
                </a:lnTo>
                <a:lnTo>
                  <a:pt x="5756" y="6941"/>
                </a:lnTo>
                <a:lnTo>
                  <a:pt x="5756" y="6940"/>
                </a:lnTo>
                <a:lnTo>
                  <a:pt x="5755" y="6940"/>
                </a:lnTo>
                <a:lnTo>
                  <a:pt x="5754" y="6940"/>
                </a:lnTo>
                <a:lnTo>
                  <a:pt x="5754" y="6941"/>
                </a:lnTo>
                <a:lnTo>
                  <a:pt x="5753" y="6941"/>
                </a:lnTo>
                <a:lnTo>
                  <a:pt x="5753" y="6942"/>
                </a:lnTo>
                <a:lnTo>
                  <a:pt x="5753" y="6943"/>
                </a:lnTo>
                <a:lnTo>
                  <a:pt x="5753" y="6942"/>
                </a:lnTo>
                <a:lnTo>
                  <a:pt x="5752" y="6942"/>
                </a:lnTo>
                <a:lnTo>
                  <a:pt x="5751" y="6942"/>
                </a:lnTo>
                <a:lnTo>
                  <a:pt x="5750" y="6942"/>
                </a:lnTo>
                <a:lnTo>
                  <a:pt x="5749" y="6942"/>
                </a:lnTo>
                <a:lnTo>
                  <a:pt x="5749" y="6941"/>
                </a:lnTo>
                <a:lnTo>
                  <a:pt x="5750" y="6941"/>
                </a:lnTo>
                <a:lnTo>
                  <a:pt x="5750" y="6940"/>
                </a:lnTo>
                <a:lnTo>
                  <a:pt x="5750" y="6939"/>
                </a:lnTo>
                <a:lnTo>
                  <a:pt x="5749" y="6939"/>
                </a:lnTo>
                <a:lnTo>
                  <a:pt x="5749" y="6937"/>
                </a:lnTo>
                <a:lnTo>
                  <a:pt x="5748" y="6935"/>
                </a:lnTo>
                <a:lnTo>
                  <a:pt x="5748" y="6934"/>
                </a:lnTo>
                <a:lnTo>
                  <a:pt x="5749" y="6933"/>
                </a:lnTo>
                <a:lnTo>
                  <a:pt x="5751" y="6933"/>
                </a:lnTo>
                <a:lnTo>
                  <a:pt x="5752" y="6932"/>
                </a:lnTo>
                <a:lnTo>
                  <a:pt x="5752" y="6931"/>
                </a:lnTo>
                <a:lnTo>
                  <a:pt x="5753" y="6930"/>
                </a:lnTo>
                <a:lnTo>
                  <a:pt x="5753" y="6929"/>
                </a:lnTo>
                <a:lnTo>
                  <a:pt x="5754" y="6929"/>
                </a:lnTo>
                <a:lnTo>
                  <a:pt x="5755" y="6929"/>
                </a:lnTo>
                <a:lnTo>
                  <a:pt x="5756" y="6929"/>
                </a:lnTo>
                <a:lnTo>
                  <a:pt x="5756" y="6930"/>
                </a:lnTo>
                <a:lnTo>
                  <a:pt x="5757" y="6930"/>
                </a:lnTo>
                <a:lnTo>
                  <a:pt x="5758" y="6931"/>
                </a:lnTo>
                <a:lnTo>
                  <a:pt x="5758" y="6932"/>
                </a:lnTo>
                <a:lnTo>
                  <a:pt x="5760" y="6931"/>
                </a:lnTo>
                <a:lnTo>
                  <a:pt x="5761" y="6930"/>
                </a:lnTo>
                <a:lnTo>
                  <a:pt x="5761" y="6929"/>
                </a:lnTo>
                <a:lnTo>
                  <a:pt x="5762" y="6929"/>
                </a:lnTo>
                <a:lnTo>
                  <a:pt x="5762" y="6930"/>
                </a:lnTo>
                <a:lnTo>
                  <a:pt x="5763" y="6929"/>
                </a:lnTo>
                <a:lnTo>
                  <a:pt x="5763" y="6928"/>
                </a:lnTo>
                <a:lnTo>
                  <a:pt x="5764" y="6927"/>
                </a:lnTo>
                <a:lnTo>
                  <a:pt x="5763" y="6927"/>
                </a:lnTo>
                <a:lnTo>
                  <a:pt x="5762" y="6928"/>
                </a:lnTo>
                <a:lnTo>
                  <a:pt x="5761" y="6928"/>
                </a:lnTo>
                <a:lnTo>
                  <a:pt x="5761" y="6927"/>
                </a:lnTo>
                <a:lnTo>
                  <a:pt x="5762" y="6926"/>
                </a:lnTo>
                <a:lnTo>
                  <a:pt x="5763" y="6926"/>
                </a:lnTo>
                <a:lnTo>
                  <a:pt x="5764" y="6926"/>
                </a:lnTo>
                <a:lnTo>
                  <a:pt x="5764" y="6925"/>
                </a:lnTo>
                <a:lnTo>
                  <a:pt x="5763" y="6925"/>
                </a:lnTo>
                <a:lnTo>
                  <a:pt x="5762" y="6925"/>
                </a:lnTo>
                <a:lnTo>
                  <a:pt x="5760" y="6925"/>
                </a:lnTo>
                <a:lnTo>
                  <a:pt x="5759" y="6925"/>
                </a:lnTo>
                <a:lnTo>
                  <a:pt x="5758" y="6926"/>
                </a:lnTo>
                <a:lnTo>
                  <a:pt x="5758" y="6928"/>
                </a:lnTo>
                <a:lnTo>
                  <a:pt x="5758" y="6929"/>
                </a:lnTo>
                <a:lnTo>
                  <a:pt x="5759" y="6930"/>
                </a:lnTo>
                <a:lnTo>
                  <a:pt x="5759" y="6931"/>
                </a:lnTo>
                <a:lnTo>
                  <a:pt x="5758" y="6931"/>
                </a:lnTo>
                <a:lnTo>
                  <a:pt x="5757" y="6929"/>
                </a:lnTo>
                <a:lnTo>
                  <a:pt x="5757" y="6928"/>
                </a:lnTo>
                <a:lnTo>
                  <a:pt x="5757" y="6929"/>
                </a:lnTo>
                <a:lnTo>
                  <a:pt x="5756" y="6929"/>
                </a:lnTo>
                <a:lnTo>
                  <a:pt x="5756" y="6928"/>
                </a:lnTo>
                <a:lnTo>
                  <a:pt x="5755" y="6928"/>
                </a:lnTo>
                <a:lnTo>
                  <a:pt x="5754" y="6927"/>
                </a:lnTo>
                <a:lnTo>
                  <a:pt x="5753" y="6926"/>
                </a:lnTo>
                <a:lnTo>
                  <a:pt x="5752" y="6925"/>
                </a:lnTo>
                <a:lnTo>
                  <a:pt x="5752" y="6924"/>
                </a:lnTo>
                <a:lnTo>
                  <a:pt x="5751" y="6923"/>
                </a:lnTo>
                <a:lnTo>
                  <a:pt x="5750" y="6922"/>
                </a:lnTo>
                <a:lnTo>
                  <a:pt x="5749" y="6921"/>
                </a:lnTo>
                <a:lnTo>
                  <a:pt x="5749" y="6920"/>
                </a:lnTo>
                <a:lnTo>
                  <a:pt x="5749" y="6919"/>
                </a:lnTo>
                <a:lnTo>
                  <a:pt x="5749" y="6918"/>
                </a:lnTo>
                <a:lnTo>
                  <a:pt x="5750" y="6918"/>
                </a:lnTo>
                <a:lnTo>
                  <a:pt x="5750" y="6917"/>
                </a:lnTo>
                <a:lnTo>
                  <a:pt x="5750" y="6916"/>
                </a:lnTo>
                <a:lnTo>
                  <a:pt x="5750" y="6915"/>
                </a:lnTo>
                <a:lnTo>
                  <a:pt x="5751" y="6914"/>
                </a:lnTo>
                <a:lnTo>
                  <a:pt x="5751" y="6912"/>
                </a:lnTo>
                <a:lnTo>
                  <a:pt x="5751" y="6911"/>
                </a:lnTo>
                <a:lnTo>
                  <a:pt x="5752" y="6911"/>
                </a:lnTo>
                <a:lnTo>
                  <a:pt x="5751" y="6910"/>
                </a:lnTo>
                <a:lnTo>
                  <a:pt x="5751" y="6908"/>
                </a:lnTo>
                <a:lnTo>
                  <a:pt x="5750" y="6907"/>
                </a:lnTo>
                <a:lnTo>
                  <a:pt x="5750" y="6906"/>
                </a:lnTo>
                <a:lnTo>
                  <a:pt x="5749" y="6906"/>
                </a:lnTo>
                <a:lnTo>
                  <a:pt x="5746" y="6907"/>
                </a:lnTo>
                <a:lnTo>
                  <a:pt x="5747" y="6908"/>
                </a:lnTo>
                <a:lnTo>
                  <a:pt x="5746" y="6908"/>
                </a:lnTo>
                <a:lnTo>
                  <a:pt x="5745" y="6908"/>
                </a:lnTo>
                <a:lnTo>
                  <a:pt x="5745" y="6907"/>
                </a:lnTo>
                <a:lnTo>
                  <a:pt x="5744" y="6907"/>
                </a:lnTo>
                <a:lnTo>
                  <a:pt x="5744" y="6908"/>
                </a:lnTo>
                <a:lnTo>
                  <a:pt x="5744" y="6909"/>
                </a:lnTo>
                <a:lnTo>
                  <a:pt x="5745" y="6910"/>
                </a:lnTo>
                <a:lnTo>
                  <a:pt x="5744" y="6910"/>
                </a:lnTo>
                <a:lnTo>
                  <a:pt x="5744" y="6909"/>
                </a:lnTo>
                <a:lnTo>
                  <a:pt x="5743" y="6908"/>
                </a:lnTo>
                <a:lnTo>
                  <a:pt x="5742" y="6907"/>
                </a:lnTo>
                <a:lnTo>
                  <a:pt x="5742" y="6906"/>
                </a:lnTo>
                <a:lnTo>
                  <a:pt x="5741" y="6905"/>
                </a:lnTo>
                <a:lnTo>
                  <a:pt x="5740" y="6904"/>
                </a:lnTo>
                <a:lnTo>
                  <a:pt x="5739" y="6903"/>
                </a:lnTo>
                <a:lnTo>
                  <a:pt x="5738" y="6902"/>
                </a:lnTo>
                <a:lnTo>
                  <a:pt x="5738" y="6901"/>
                </a:lnTo>
                <a:lnTo>
                  <a:pt x="5737" y="6901"/>
                </a:lnTo>
                <a:lnTo>
                  <a:pt x="5737" y="6900"/>
                </a:lnTo>
                <a:lnTo>
                  <a:pt x="5735" y="6899"/>
                </a:lnTo>
                <a:lnTo>
                  <a:pt x="5735" y="6898"/>
                </a:lnTo>
                <a:lnTo>
                  <a:pt x="5734" y="6897"/>
                </a:lnTo>
                <a:lnTo>
                  <a:pt x="5734" y="6896"/>
                </a:lnTo>
                <a:lnTo>
                  <a:pt x="5733" y="6895"/>
                </a:lnTo>
                <a:lnTo>
                  <a:pt x="5733" y="6894"/>
                </a:lnTo>
                <a:lnTo>
                  <a:pt x="5733" y="6893"/>
                </a:lnTo>
                <a:lnTo>
                  <a:pt x="5732" y="6892"/>
                </a:lnTo>
                <a:lnTo>
                  <a:pt x="5732" y="6891"/>
                </a:lnTo>
                <a:lnTo>
                  <a:pt x="5732" y="6889"/>
                </a:lnTo>
                <a:lnTo>
                  <a:pt x="5731" y="6889"/>
                </a:lnTo>
                <a:lnTo>
                  <a:pt x="5731" y="6888"/>
                </a:lnTo>
                <a:lnTo>
                  <a:pt x="5731" y="6887"/>
                </a:lnTo>
                <a:lnTo>
                  <a:pt x="5731" y="6884"/>
                </a:lnTo>
                <a:lnTo>
                  <a:pt x="5731" y="6882"/>
                </a:lnTo>
                <a:lnTo>
                  <a:pt x="5731" y="6881"/>
                </a:lnTo>
                <a:lnTo>
                  <a:pt x="5731" y="6880"/>
                </a:lnTo>
                <a:lnTo>
                  <a:pt x="5731" y="6879"/>
                </a:lnTo>
                <a:lnTo>
                  <a:pt x="5731" y="6878"/>
                </a:lnTo>
                <a:lnTo>
                  <a:pt x="5732" y="6878"/>
                </a:lnTo>
                <a:lnTo>
                  <a:pt x="5733" y="6878"/>
                </a:lnTo>
                <a:lnTo>
                  <a:pt x="5734" y="6878"/>
                </a:lnTo>
                <a:lnTo>
                  <a:pt x="5734" y="6877"/>
                </a:lnTo>
                <a:lnTo>
                  <a:pt x="5733" y="6877"/>
                </a:lnTo>
                <a:lnTo>
                  <a:pt x="5733" y="6878"/>
                </a:lnTo>
                <a:lnTo>
                  <a:pt x="5732" y="6877"/>
                </a:lnTo>
                <a:lnTo>
                  <a:pt x="5733" y="6876"/>
                </a:lnTo>
                <a:lnTo>
                  <a:pt x="5733" y="6875"/>
                </a:lnTo>
                <a:lnTo>
                  <a:pt x="5733" y="6874"/>
                </a:lnTo>
                <a:lnTo>
                  <a:pt x="5733" y="6872"/>
                </a:lnTo>
                <a:lnTo>
                  <a:pt x="5734" y="6872"/>
                </a:lnTo>
                <a:lnTo>
                  <a:pt x="5734" y="6871"/>
                </a:lnTo>
                <a:lnTo>
                  <a:pt x="5734" y="6870"/>
                </a:lnTo>
                <a:lnTo>
                  <a:pt x="5734" y="6869"/>
                </a:lnTo>
                <a:lnTo>
                  <a:pt x="5734" y="6868"/>
                </a:lnTo>
                <a:lnTo>
                  <a:pt x="5735" y="6868"/>
                </a:lnTo>
                <a:lnTo>
                  <a:pt x="5735" y="6867"/>
                </a:lnTo>
                <a:lnTo>
                  <a:pt x="5735" y="6866"/>
                </a:lnTo>
                <a:lnTo>
                  <a:pt x="5736" y="6866"/>
                </a:lnTo>
                <a:lnTo>
                  <a:pt x="5737" y="6866"/>
                </a:lnTo>
                <a:lnTo>
                  <a:pt x="5737" y="6865"/>
                </a:lnTo>
                <a:lnTo>
                  <a:pt x="5737" y="6864"/>
                </a:lnTo>
                <a:lnTo>
                  <a:pt x="5737" y="6863"/>
                </a:lnTo>
                <a:lnTo>
                  <a:pt x="5738" y="6862"/>
                </a:lnTo>
                <a:lnTo>
                  <a:pt x="5738" y="6861"/>
                </a:lnTo>
                <a:lnTo>
                  <a:pt x="5738" y="6860"/>
                </a:lnTo>
                <a:lnTo>
                  <a:pt x="5738" y="6859"/>
                </a:lnTo>
                <a:lnTo>
                  <a:pt x="5739" y="6857"/>
                </a:lnTo>
                <a:lnTo>
                  <a:pt x="5738" y="6856"/>
                </a:lnTo>
                <a:lnTo>
                  <a:pt x="5738" y="6855"/>
                </a:lnTo>
                <a:lnTo>
                  <a:pt x="5737" y="6854"/>
                </a:lnTo>
                <a:lnTo>
                  <a:pt x="5736" y="6851"/>
                </a:lnTo>
                <a:lnTo>
                  <a:pt x="5735" y="6850"/>
                </a:lnTo>
                <a:lnTo>
                  <a:pt x="5734" y="6850"/>
                </a:lnTo>
                <a:lnTo>
                  <a:pt x="5732" y="6847"/>
                </a:lnTo>
                <a:lnTo>
                  <a:pt x="5731" y="6846"/>
                </a:lnTo>
                <a:lnTo>
                  <a:pt x="5731" y="6845"/>
                </a:lnTo>
                <a:lnTo>
                  <a:pt x="5731" y="6844"/>
                </a:lnTo>
                <a:lnTo>
                  <a:pt x="5732" y="6842"/>
                </a:lnTo>
                <a:lnTo>
                  <a:pt x="5734" y="6839"/>
                </a:lnTo>
                <a:lnTo>
                  <a:pt x="5737" y="6835"/>
                </a:lnTo>
                <a:lnTo>
                  <a:pt x="5739" y="6833"/>
                </a:lnTo>
                <a:lnTo>
                  <a:pt x="5740" y="6832"/>
                </a:lnTo>
                <a:lnTo>
                  <a:pt x="5741" y="6832"/>
                </a:lnTo>
                <a:lnTo>
                  <a:pt x="5741" y="6831"/>
                </a:lnTo>
                <a:lnTo>
                  <a:pt x="5741" y="6830"/>
                </a:lnTo>
                <a:lnTo>
                  <a:pt x="5742" y="6830"/>
                </a:lnTo>
                <a:lnTo>
                  <a:pt x="5743" y="6830"/>
                </a:lnTo>
                <a:lnTo>
                  <a:pt x="5743" y="6831"/>
                </a:lnTo>
                <a:lnTo>
                  <a:pt x="5743" y="6833"/>
                </a:lnTo>
                <a:lnTo>
                  <a:pt x="5743" y="6834"/>
                </a:lnTo>
                <a:lnTo>
                  <a:pt x="5744" y="6835"/>
                </a:lnTo>
                <a:lnTo>
                  <a:pt x="5744" y="6836"/>
                </a:lnTo>
                <a:lnTo>
                  <a:pt x="5745" y="6836"/>
                </a:lnTo>
                <a:lnTo>
                  <a:pt x="5746" y="6836"/>
                </a:lnTo>
                <a:lnTo>
                  <a:pt x="5747" y="6837"/>
                </a:lnTo>
                <a:lnTo>
                  <a:pt x="5748" y="6837"/>
                </a:lnTo>
                <a:lnTo>
                  <a:pt x="5749" y="6837"/>
                </a:lnTo>
                <a:lnTo>
                  <a:pt x="5749" y="6836"/>
                </a:lnTo>
                <a:lnTo>
                  <a:pt x="5748" y="6836"/>
                </a:lnTo>
                <a:lnTo>
                  <a:pt x="5747" y="6836"/>
                </a:lnTo>
                <a:lnTo>
                  <a:pt x="5746" y="6836"/>
                </a:lnTo>
                <a:lnTo>
                  <a:pt x="5745" y="6835"/>
                </a:lnTo>
                <a:lnTo>
                  <a:pt x="5745" y="6834"/>
                </a:lnTo>
                <a:lnTo>
                  <a:pt x="5744" y="6833"/>
                </a:lnTo>
                <a:lnTo>
                  <a:pt x="5744" y="6832"/>
                </a:lnTo>
                <a:lnTo>
                  <a:pt x="5743" y="6832"/>
                </a:lnTo>
                <a:lnTo>
                  <a:pt x="5744" y="6831"/>
                </a:lnTo>
                <a:lnTo>
                  <a:pt x="5745" y="6830"/>
                </a:lnTo>
                <a:lnTo>
                  <a:pt x="5746" y="6830"/>
                </a:lnTo>
                <a:lnTo>
                  <a:pt x="5746" y="6829"/>
                </a:lnTo>
                <a:lnTo>
                  <a:pt x="5747" y="6828"/>
                </a:lnTo>
                <a:lnTo>
                  <a:pt x="5748" y="6827"/>
                </a:lnTo>
                <a:lnTo>
                  <a:pt x="5748" y="6826"/>
                </a:lnTo>
                <a:lnTo>
                  <a:pt x="5749" y="6824"/>
                </a:lnTo>
                <a:lnTo>
                  <a:pt x="5749" y="6822"/>
                </a:lnTo>
                <a:lnTo>
                  <a:pt x="5749" y="6819"/>
                </a:lnTo>
                <a:lnTo>
                  <a:pt x="5749" y="6818"/>
                </a:lnTo>
                <a:lnTo>
                  <a:pt x="5749" y="6817"/>
                </a:lnTo>
                <a:lnTo>
                  <a:pt x="5749" y="6816"/>
                </a:lnTo>
                <a:lnTo>
                  <a:pt x="5749" y="6815"/>
                </a:lnTo>
                <a:lnTo>
                  <a:pt x="5748" y="6815"/>
                </a:lnTo>
                <a:lnTo>
                  <a:pt x="5748" y="6814"/>
                </a:lnTo>
                <a:lnTo>
                  <a:pt x="5747" y="6814"/>
                </a:lnTo>
                <a:lnTo>
                  <a:pt x="5747" y="6813"/>
                </a:lnTo>
                <a:lnTo>
                  <a:pt x="5748" y="6813"/>
                </a:lnTo>
                <a:lnTo>
                  <a:pt x="5748" y="6812"/>
                </a:lnTo>
                <a:lnTo>
                  <a:pt x="5748" y="6811"/>
                </a:lnTo>
                <a:lnTo>
                  <a:pt x="5749" y="6811"/>
                </a:lnTo>
                <a:lnTo>
                  <a:pt x="5749" y="6810"/>
                </a:lnTo>
                <a:lnTo>
                  <a:pt x="5749" y="6808"/>
                </a:lnTo>
                <a:lnTo>
                  <a:pt x="5749" y="6807"/>
                </a:lnTo>
                <a:lnTo>
                  <a:pt x="5748" y="6805"/>
                </a:lnTo>
                <a:lnTo>
                  <a:pt x="5748" y="6804"/>
                </a:lnTo>
                <a:lnTo>
                  <a:pt x="5748" y="6803"/>
                </a:lnTo>
                <a:lnTo>
                  <a:pt x="5748" y="6802"/>
                </a:lnTo>
                <a:lnTo>
                  <a:pt x="5747" y="6801"/>
                </a:lnTo>
                <a:lnTo>
                  <a:pt x="5746" y="6800"/>
                </a:lnTo>
                <a:lnTo>
                  <a:pt x="5746" y="6799"/>
                </a:lnTo>
                <a:lnTo>
                  <a:pt x="5745" y="6799"/>
                </a:lnTo>
                <a:lnTo>
                  <a:pt x="5745" y="6798"/>
                </a:lnTo>
                <a:lnTo>
                  <a:pt x="5746" y="6798"/>
                </a:lnTo>
                <a:lnTo>
                  <a:pt x="5747" y="6797"/>
                </a:lnTo>
                <a:lnTo>
                  <a:pt x="5748" y="6797"/>
                </a:lnTo>
                <a:lnTo>
                  <a:pt x="5749" y="6798"/>
                </a:lnTo>
                <a:lnTo>
                  <a:pt x="5749" y="6799"/>
                </a:lnTo>
                <a:lnTo>
                  <a:pt x="5749" y="6800"/>
                </a:lnTo>
                <a:lnTo>
                  <a:pt x="5750" y="6800"/>
                </a:lnTo>
                <a:lnTo>
                  <a:pt x="5751" y="6800"/>
                </a:lnTo>
                <a:lnTo>
                  <a:pt x="5752" y="6800"/>
                </a:lnTo>
                <a:lnTo>
                  <a:pt x="5752" y="6801"/>
                </a:lnTo>
                <a:lnTo>
                  <a:pt x="5751" y="6801"/>
                </a:lnTo>
                <a:lnTo>
                  <a:pt x="5752" y="6801"/>
                </a:lnTo>
                <a:lnTo>
                  <a:pt x="5752" y="6800"/>
                </a:lnTo>
                <a:lnTo>
                  <a:pt x="5751" y="6800"/>
                </a:lnTo>
                <a:lnTo>
                  <a:pt x="5752" y="6799"/>
                </a:lnTo>
                <a:lnTo>
                  <a:pt x="5752" y="6798"/>
                </a:lnTo>
                <a:lnTo>
                  <a:pt x="5753" y="6797"/>
                </a:lnTo>
                <a:lnTo>
                  <a:pt x="5754" y="6797"/>
                </a:lnTo>
                <a:lnTo>
                  <a:pt x="5755" y="6797"/>
                </a:lnTo>
                <a:lnTo>
                  <a:pt x="5757" y="6797"/>
                </a:lnTo>
                <a:lnTo>
                  <a:pt x="5758" y="6797"/>
                </a:lnTo>
                <a:lnTo>
                  <a:pt x="5759" y="6798"/>
                </a:lnTo>
                <a:lnTo>
                  <a:pt x="5759" y="6797"/>
                </a:lnTo>
                <a:lnTo>
                  <a:pt x="5760" y="6797"/>
                </a:lnTo>
                <a:lnTo>
                  <a:pt x="5765" y="6795"/>
                </a:lnTo>
                <a:lnTo>
                  <a:pt x="5766" y="6795"/>
                </a:lnTo>
                <a:lnTo>
                  <a:pt x="5768" y="6795"/>
                </a:lnTo>
                <a:lnTo>
                  <a:pt x="5771" y="6795"/>
                </a:lnTo>
                <a:lnTo>
                  <a:pt x="5772" y="6795"/>
                </a:lnTo>
                <a:lnTo>
                  <a:pt x="5773" y="6795"/>
                </a:lnTo>
                <a:lnTo>
                  <a:pt x="5775" y="6795"/>
                </a:lnTo>
                <a:lnTo>
                  <a:pt x="5776" y="6795"/>
                </a:lnTo>
                <a:lnTo>
                  <a:pt x="5776" y="6794"/>
                </a:lnTo>
                <a:lnTo>
                  <a:pt x="5775" y="6794"/>
                </a:lnTo>
                <a:lnTo>
                  <a:pt x="5774" y="6793"/>
                </a:lnTo>
                <a:lnTo>
                  <a:pt x="5773" y="6792"/>
                </a:lnTo>
                <a:lnTo>
                  <a:pt x="5772" y="6792"/>
                </a:lnTo>
                <a:lnTo>
                  <a:pt x="5772" y="6791"/>
                </a:lnTo>
                <a:lnTo>
                  <a:pt x="5772" y="6790"/>
                </a:lnTo>
                <a:lnTo>
                  <a:pt x="5772" y="6789"/>
                </a:lnTo>
                <a:lnTo>
                  <a:pt x="5773" y="6788"/>
                </a:lnTo>
                <a:lnTo>
                  <a:pt x="5774" y="6785"/>
                </a:lnTo>
                <a:lnTo>
                  <a:pt x="5773" y="6784"/>
                </a:lnTo>
                <a:lnTo>
                  <a:pt x="5773" y="6783"/>
                </a:lnTo>
                <a:lnTo>
                  <a:pt x="5774" y="6783"/>
                </a:lnTo>
                <a:lnTo>
                  <a:pt x="5775" y="6783"/>
                </a:lnTo>
                <a:lnTo>
                  <a:pt x="5776" y="6783"/>
                </a:lnTo>
                <a:lnTo>
                  <a:pt x="5777" y="6781"/>
                </a:lnTo>
                <a:lnTo>
                  <a:pt x="5778" y="6780"/>
                </a:lnTo>
                <a:lnTo>
                  <a:pt x="5777" y="6779"/>
                </a:lnTo>
                <a:lnTo>
                  <a:pt x="5777" y="6780"/>
                </a:lnTo>
                <a:lnTo>
                  <a:pt x="5776" y="6780"/>
                </a:lnTo>
                <a:lnTo>
                  <a:pt x="5775" y="6780"/>
                </a:lnTo>
                <a:lnTo>
                  <a:pt x="5775" y="6779"/>
                </a:lnTo>
                <a:lnTo>
                  <a:pt x="5775" y="6778"/>
                </a:lnTo>
                <a:lnTo>
                  <a:pt x="5775" y="6777"/>
                </a:lnTo>
                <a:lnTo>
                  <a:pt x="5775" y="6778"/>
                </a:lnTo>
                <a:lnTo>
                  <a:pt x="5774" y="6778"/>
                </a:lnTo>
                <a:lnTo>
                  <a:pt x="5774" y="6777"/>
                </a:lnTo>
                <a:lnTo>
                  <a:pt x="5774" y="6776"/>
                </a:lnTo>
                <a:lnTo>
                  <a:pt x="5773" y="6776"/>
                </a:lnTo>
                <a:lnTo>
                  <a:pt x="5773" y="6775"/>
                </a:lnTo>
                <a:lnTo>
                  <a:pt x="5773" y="6774"/>
                </a:lnTo>
                <a:lnTo>
                  <a:pt x="5774" y="6774"/>
                </a:lnTo>
                <a:lnTo>
                  <a:pt x="5775" y="6773"/>
                </a:lnTo>
                <a:lnTo>
                  <a:pt x="5775" y="6772"/>
                </a:lnTo>
                <a:lnTo>
                  <a:pt x="5774" y="6772"/>
                </a:lnTo>
                <a:lnTo>
                  <a:pt x="5773" y="6773"/>
                </a:lnTo>
                <a:lnTo>
                  <a:pt x="5771" y="6774"/>
                </a:lnTo>
                <a:lnTo>
                  <a:pt x="5771" y="6775"/>
                </a:lnTo>
                <a:lnTo>
                  <a:pt x="5769" y="6775"/>
                </a:lnTo>
                <a:lnTo>
                  <a:pt x="5768" y="6776"/>
                </a:lnTo>
                <a:lnTo>
                  <a:pt x="5767" y="6776"/>
                </a:lnTo>
                <a:lnTo>
                  <a:pt x="5766" y="6776"/>
                </a:lnTo>
                <a:lnTo>
                  <a:pt x="5765" y="6776"/>
                </a:lnTo>
                <a:lnTo>
                  <a:pt x="5764" y="6776"/>
                </a:lnTo>
                <a:lnTo>
                  <a:pt x="5763" y="6776"/>
                </a:lnTo>
                <a:lnTo>
                  <a:pt x="5762" y="6777"/>
                </a:lnTo>
                <a:lnTo>
                  <a:pt x="5759" y="6777"/>
                </a:lnTo>
                <a:lnTo>
                  <a:pt x="5758" y="6777"/>
                </a:lnTo>
                <a:lnTo>
                  <a:pt x="5757" y="6776"/>
                </a:lnTo>
                <a:lnTo>
                  <a:pt x="5756" y="6776"/>
                </a:lnTo>
                <a:lnTo>
                  <a:pt x="5755" y="6776"/>
                </a:lnTo>
                <a:lnTo>
                  <a:pt x="5754" y="6776"/>
                </a:lnTo>
                <a:lnTo>
                  <a:pt x="5754" y="6775"/>
                </a:lnTo>
                <a:lnTo>
                  <a:pt x="5753" y="6775"/>
                </a:lnTo>
                <a:lnTo>
                  <a:pt x="5752" y="6775"/>
                </a:lnTo>
                <a:lnTo>
                  <a:pt x="5752" y="6774"/>
                </a:lnTo>
                <a:lnTo>
                  <a:pt x="5751" y="6774"/>
                </a:lnTo>
                <a:lnTo>
                  <a:pt x="5750" y="6773"/>
                </a:lnTo>
                <a:lnTo>
                  <a:pt x="5751" y="6773"/>
                </a:lnTo>
                <a:lnTo>
                  <a:pt x="5751" y="6772"/>
                </a:lnTo>
                <a:lnTo>
                  <a:pt x="5751" y="6770"/>
                </a:lnTo>
                <a:lnTo>
                  <a:pt x="5751" y="6769"/>
                </a:lnTo>
                <a:lnTo>
                  <a:pt x="5751" y="6768"/>
                </a:lnTo>
                <a:lnTo>
                  <a:pt x="5751" y="6767"/>
                </a:lnTo>
                <a:lnTo>
                  <a:pt x="5750" y="6766"/>
                </a:lnTo>
                <a:lnTo>
                  <a:pt x="5749" y="6765"/>
                </a:lnTo>
                <a:lnTo>
                  <a:pt x="5749" y="6764"/>
                </a:lnTo>
                <a:lnTo>
                  <a:pt x="5749" y="6763"/>
                </a:lnTo>
                <a:lnTo>
                  <a:pt x="5750" y="6763"/>
                </a:lnTo>
                <a:lnTo>
                  <a:pt x="5749" y="6763"/>
                </a:lnTo>
                <a:lnTo>
                  <a:pt x="5749" y="6762"/>
                </a:lnTo>
                <a:lnTo>
                  <a:pt x="5750" y="6762"/>
                </a:lnTo>
                <a:lnTo>
                  <a:pt x="5750" y="6761"/>
                </a:lnTo>
                <a:lnTo>
                  <a:pt x="5749" y="6761"/>
                </a:lnTo>
                <a:lnTo>
                  <a:pt x="5748" y="6761"/>
                </a:lnTo>
                <a:lnTo>
                  <a:pt x="5747" y="6761"/>
                </a:lnTo>
                <a:lnTo>
                  <a:pt x="5747" y="6760"/>
                </a:lnTo>
                <a:lnTo>
                  <a:pt x="5746" y="6760"/>
                </a:lnTo>
                <a:lnTo>
                  <a:pt x="5745" y="6759"/>
                </a:lnTo>
                <a:lnTo>
                  <a:pt x="5745" y="6758"/>
                </a:lnTo>
                <a:lnTo>
                  <a:pt x="5745" y="6757"/>
                </a:lnTo>
                <a:lnTo>
                  <a:pt x="5744" y="6756"/>
                </a:lnTo>
                <a:lnTo>
                  <a:pt x="5744" y="6755"/>
                </a:lnTo>
                <a:lnTo>
                  <a:pt x="5744" y="6754"/>
                </a:lnTo>
                <a:lnTo>
                  <a:pt x="5745" y="6754"/>
                </a:lnTo>
                <a:lnTo>
                  <a:pt x="5746" y="6754"/>
                </a:lnTo>
                <a:lnTo>
                  <a:pt x="5746" y="6753"/>
                </a:lnTo>
                <a:lnTo>
                  <a:pt x="5746" y="6752"/>
                </a:lnTo>
                <a:lnTo>
                  <a:pt x="5746" y="6753"/>
                </a:lnTo>
                <a:lnTo>
                  <a:pt x="5745" y="6753"/>
                </a:lnTo>
                <a:lnTo>
                  <a:pt x="5744" y="6753"/>
                </a:lnTo>
                <a:lnTo>
                  <a:pt x="5744" y="6754"/>
                </a:lnTo>
                <a:lnTo>
                  <a:pt x="5743" y="6754"/>
                </a:lnTo>
                <a:lnTo>
                  <a:pt x="5742" y="6754"/>
                </a:lnTo>
                <a:lnTo>
                  <a:pt x="5742" y="6753"/>
                </a:lnTo>
                <a:lnTo>
                  <a:pt x="5742" y="6752"/>
                </a:lnTo>
                <a:lnTo>
                  <a:pt x="5741" y="6752"/>
                </a:lnTo>
                <a:lnTo>
                  <a:pt x="5741" y="6753"/>
                </a:lnTo>
                <a:lnTo>
                  <a:pt x="5741" y="6754"/>
                </a:lnTo>
                <a:lnTo>
                  <a:pt x="5741" y="6755"/>
                </a:lnTo>
                <a:lnTo>
                  <a:pt x="5740" y="6755"/>
                </a:lnTo>
                <a:lnTo>
                  <a:pt x="5741" y="6756"/>
                </a:lnTo>
                <a:lnTo>
                  <a:pt x="5741" y="6757"/>
                </a:lnTo>
                <a:lnTo>
                  <a:pt x="5742" y="6758"/>
                </a:lnTo>
                <a:lnTo>
                  <a:pt x="5742" y="6759"/>
                </a:lnTo>
                <a:lnTo>
                  <a:pt x="5742" y="6760"/>
                </a:lnTo>
                <a:lnTo>
                  <a:pt x="5743" y="6760"/>
                </a:lnTo>
                <a:lnTo>
                  <a:pt x="5743" y="6761"/>
                </a:lnTo>
                <a:lnTo>
                  <a:pt x="5743" y="6762"/>
                </a:lnTo>
                <a:lnTo>
                  <a:pt x="5743" y="6763"/>
                </a:lnTo>
                <a:lnTo>
                  <a:pt x="5743" y="6764"/>
                </a:lnTo>
                <a:lnTo>
                  <a:pt x="5744" y="6764"/>
                </a:lnTo>
                <a:lnTo>
                  <a:pt x="5744" y="6765"/>
                </a:lnTo>
                <a:lnTo>
                  <a:pt x="5744" y="6766"/>
                </a:lnTo>
                <a:lnTo>
                  <a:pt x="5744" y="6767"/>
                </a:lnTo>
                <a:lnTo>
                  <a:pt x="5745" y="6768"/>
                </a:lnTo>
                <a:lnTo>
                  <a:pt x="5745" y="6769"/>
                </a:lnTo>
                <a:lnTo>
                  <a:pt x="5746" y="6769"/>
                </a:lnTo>
                <a:lnTo>
                  <a:pt x="5746" y="6770"/>
                </a:lnTo>
                <a:lnTo>
                  <a:pt x="5746" y="6771"/>
                </a:lnTo>
                <a:lnTo>
                  <a:pt x="5746" y="6770"/>
                </a:lnTo>
                <a:lnTo>
                  <a:pt x="5745" y="6770"/>
                </a:lnTo>
                <a:lnTo>
                  <a:pt x="5745" y="6769"/>
                </a:lnTo>
                <a:lnTo>
                  <a:pt x="5744" y="6768"/>
                </a:lnTo>
                <a:lnTo>
                  <a:pt x="5743" y="6769"/>
                </a:lnTo>
                <a:lnTo>
                  <a:pt x="5743" y="6770"/>
                </a:lnTo>
                <a:lnTo>
                  <a:pt x="5743" y="6771"/>
                </a:lnTo>
                <a:lnTo>
                  <a:pt x="5743" y="6772"/>
                </a:lnTo>
                <a:lnTo>
                  <a:pt x="5744" y="6772"/>
                </a:lnTo>
                <a:lnTo>
                  <a:pt x="5744" y="6773"/>
                </a:lnTo>
                <a:lnTo>
                  <a:pt x="5744" y="6774"/>
                </a:lnTo>
                <a:lnTo>
                  <a:pt x="5744" y="6775"/>
                </a:lnTo>
                <a:lnTo>
                  <a:pt x="5743" y="6776"/>
                </a:lnTo>
                <a:lnTo>
                  <a:pt x="5742" y="6776"/>
                </a:lnTo>
                <a:lnTo>
                  <a:pt x="5741" y="6776"/>
                </a:lnTo>
                <a:lnTo>
                  <a:pt x="5741" y="6775"/>
                </a:lnTo>
                <a:lnTo>
                  <a:pt x="5740" y="6775"/>
                </a:lnTo>
                <a:lnTo>
                  <a:pt x="5739" y="6774"/>
                </a:lnTo>
                <a:lnTo>
                  <a:pt x="5738" y="6774"/>
                </a:lnTo>
                <a:lnTo>
                  <a:pt x="5738" y="6775"/>
                </a:lnTo>
                <a:lnTo>
                  <a:pt x="5737" y="6774"/>
                </a:lnTo>
                <a:lnTo>
                  <a:pt x="5736" y="6774"/>
                </a:lnTo>
                <a:lnTo>
                  <a:pt x="5736" y="6773"/>
                </a:lnTo>
                <a:lnTo>
                  <a:pt x="5735" y="6773"/>
                </a:lnTo>
                <a:lnTo>
                  <a:pt x="5735" y="6772"/>
                </a:lnTo>
                <a:lnTo>
                  <a:pt x="5734" y="6772"/>
                </a:lnTo>
                <a:lnTo>
                  <a:pt x="5733" y="6772"/>
                </a:lnTo>
                <a:lnTo>
                  <a:pt x="5733" y="6771"/>
                </a:lnTo>
                <a:lnTo>
                  <a:pt x="5732" y="6771"/>
                </a:lnTo>
                <a:lnTo>
                  <a:pt x="5731" y="6770"/>
                </a:lnTo>
                <a:lnTo>
                  <a:pt x="5730" y="6770"/>
                </a:lnTo>
                <a:lnTo>
                  <a:pt x="5730" y="6769"/>
                </a:lnTo>
                <a:lnTo>
                  <a:pt x="5729" y="6769"/>
                </a:lnTo>
                <a:lnTo>
                  <a:pt x="5728" y="6769"/>
                </a:lnTo>
                <a:lnTo>
                  <a:pt x="5727" y="6769"/>
                </a:lnTo>
                <a:lnTo>
                  <a:pt x="5728" y="6769"/>
                </a:lnTo>
                <a:lnTo>
                  <a:pt x="5727" y="6769"/>
                </a:lnTo>
                <a:lnTo>
                  <a:pt x="5727" y="6768"/>
                </a:lnTo>
                <a:lnTo>
                  <a:pt x="5726" y="6767"/>
                </a:lnTo>
                <a:lnTo>
                  <a:pt x="5725" y="6766"/>
                </a:lnTo>
                <a:lnTo>
                  <a:pt x="5724" y="6766"/>
                </a:lnTo>
                <a:lnTo>
                  <a:pt x="5724" y="6765"/>
                </a:lnTo>
                <a:lnTo>
                  <a:pt x="5723" y="6765"/>
                </a:lnTo>
                <a:lnTo>
                  <a:pt x="5723" y="6764"/>
                </a:lnTo>
                <a:lnTo>
                  <a:pt x="5724" y="6764"/>
                </a:lnTo>
                <a:lnTo>
                  <a:pt x="5725" y="6764"/>
                </a:lnTo>
                <a:lnTo>
                  <a:pt x="5725" y="6763"/>
                </a:lnTo>
                <a:lnTo>
                  <a:pt x="5726" y="6763"/>
                </a:lnTo>
                <a:lnTo>
                  <a:pt x="5726" y="6762"/>
                </a:lnTo>
                <a:lnTo>
                  <a:pt x="5726" y="6758"/>
                </a:lnTo>
                <a:lnTo>
                  <a:pt x="5726" y="6755"/>
                </a:lnTo>
                <a:lnTo>
                  <a:pt x="5727" y="6755"/>
                </a:lnTo>
                <a:lnTo>
                  <a:pt x="5727" y="6754"/>
                </a:lnTo>
                <a:lnTo>
                  <a:pt x="5727" y="6753"/>
                </a:lnTo>
                <a:lnTo>
                  <a:pt x="5726" y="6753"/>
                </a:lnTo>
                <a:lnTo>
                  <a:pt x="5726" y="6752"/>
                </a:lnTo>
                <a:lnTo>
                  <a:pt x="5726" y="6751"/>
                </a:lnTo>
                <a:lnTo>
                  <a:pt x="5726" y="6750"/>
                </a:lnTo>
                <a:lnTo>
                  <a:pt x="5725" y="6750"/>
                </a:lnTo>
                <a:lnTo>
                  <a:pt x="5725" y="6749"/>
                </a:lnTo>
                <a:lnTo>
                  <a:pt x="5726" y="6749"/>
                </a:lnTo>
                <a:lnTo>
                  <a:pt x="5726" y="6748"/>
                </a:lnTo>
                <a:lnTo>
                  <a:pt x="5727" y="6748"/>
                </a:lnTo>
                <a:lnTo>
                  <a:pt x="5726" y="6748"/>
                </a:lnTo>
                <a:lnTo>
                  <a:pt x="5727" y="6748"/>
                </a:lnTo>
                <a:lnTo>
                  <a:pt x="5728" y="6748"/>
                </a:lnTo>
                <a:lnTo>
                  <a:pt x="5727" y="6748"/>
                </a:lnTo>
                <a:lnTo>
                  <a:pt x="5727" y="6747"/>
                </a:lnTo>
                <a:lnTo>
                  <a:pt x="5726" y="6747"/>
                </a:lnTo>
                <a:lnTo>
                  <a:pt x="5726" y="6746"/>
                </a:lnTo>
                <a:lnTo>
                  <a:pt x="5727" y="6746"/>
                </a:lnTo>
                <a:lnTo>
                  <a:pt x="5728" y="6746"/>
                </a:lnTo>
                <a:lnTo>
                  <a:pt x="5727" y="6746"/>
                </a:lnTo>
                <a:lnTo>
                  <a:pt x="5726" y="6746"/>
                </a:lnTo>
                <a:lnTo>
                  <a:pt x="5725" y="6746"/>
                </a:lnTo>
                <a:lnTo>
                  <a:pt x="5725" y="6747"/>
                </a:lnTo>
                <a:lnTo>
                  <a:pt x="5724" y="6748"/>
                </a:lnTo>
                <a:lnTo>
                  <a:pt x="5723" y="6748"/>
                </a:lnTo>
                <a:lnTo>
                  <a:pt x="5722" y="6749"/>
                </a:lnTo>
                <a:lnTo>
                  <a:pt x="5721" y="6749"/>
                </a:lnTo>
                <a:lnTo>
                  <a:pt x="5720" y="6749"/>
                </a:lnTo>
                <a:lnTo>
                  <a:pt x="5720" y="6750"/>
                </a:lnTo>
                <a:lnTo>
                  <a:pt x="5720" y="6751"/>
                </a:lnTo>
                <a:lnTo>
                  <a:pt x="5719" y="6751"/>
                </a:lnTo>
                <a:lnTo>
                  <a:pt x="5719" y="6752"/>
                </a:lnTo>
                <a:lnTo>
                  <a:pt x="5719" y="6753"/>
                </a:lnTo>
                <a:lnTo>
                  <a:pt x="5719" y="6754"/>
                </a:lnTo>
                <a:lnTo>
                  <a:pt x="5719" y="6755"/>
                </a:lnTo>
                <a:lnTo>
                  <a:pt x="5719" y="6756"/>
                </a:lnTo>
                <a:lnTo>
                  <a:pt x="5720" y="6756"/>
                </a:lnTo>
                <a:lnTo>
                  <a:pt x="5720" y="6757"/>
                </a:lnTo>
                <a:lnTo>
                  <a:pt x="5719" y="6757"/>
                </a:lnTo>
                <a:lnTo>
                  <a:pt x="5719" y="6756"/>
                </a:lnTo>
                <a:lnTo>
                  <a:pt x="5718" y="6756"/>
                </a:lnTo>
                <a:lnTo>
                  <a:pt x="5717" y="6756"/>
                </a:lnTo>
                <a:lnTo>
                  <a:pt x="5716" y="6755"/>
                </a:lnTo>
                <a:lnTo>
                  <a:pt x="5715" y="6755"/>
                </a:lnTo>
                <a:lnTo>
                  <a:pt x="5715" y="6754"/>
                </a:lnTo>
                <a:lnTo>
                  <a:pt x="5714" y="6753"/>
                </a:lnTo>
                <a:lnTo>
                  <a:pt x="5714" y="6752"/>
                </a:lnTo>
                <a:lnTo>
                  <a:pt x="5715" y="6752"/>
                </a:lnTo>
                <a:lnTo>
                  <a:pt x="5715" y="6751"/>
                </a:lnTo>
                <a:lnTo>
                  <a:pt x="5715" y="6750"/>
                </a:lnTo>
                <a:lnTo>
                  <a:pt x="5716" y="6750"/>
                </a:lnTo>
                <a:lnTo>
                  <a:pt x="5715" y="6750"/>
                </a:lnTo>
                <a:lnTo>
                  <a:pt x="5715" y="6749"/>
                </a:lnTo>
                <a:lnTo>
                  <a:pt x="5714" y="6749"/>
                </a:lnTo>
                <a:lnTo>
                  <a:pt x="5713" y="6749"/>
                </a:lnTo>
                <a:lnTo>
                  <a:pt x="5713" y="6748"/>
                </a:lnTo>
                <a:lnTo>
                  <a:pt x="5713" y="6747"/>
                </a:lnTo>
                <a:lnTo>
                  <a:pt x="5713" y="6746"/>
                </a:lnTo>
                <a:lnTo>
                  <a:pt x="5713" y="6745"/>
                </a:lnTo>
                <a:lnTo>
                  <a:pt x="5712" y="6745"/>
                </a:lnTo>
                <a:lnTo>
                  <a:pt x="5713" y="6745"/>
                </a:lnTo>
                <a:lnTo>
                  <a:pt x="5713" y="6744"/>
                </a:lnTo>
                <a:lnTo>
                  <a:pt x="5713" y="6742"/>
                </a:lnTo>
                <a:lnTo>
                  <a:pt x="5713" y="6741"/>
                </a:lnTo>
                <a:lnTo>
                  <a:pt x="5714" y="6741"/>
                </a:lnTo>
                <a:lnTo>
                  <a:pt x="5714" y="6740"/>
                </a:lnTo>
                <a:lnTo>
                  <a:pt x="5715" y="6740"/>
                </a:lnTo>
                <a:lnTo>
                  <a:pt x="5714" y="6740"/>
                </a:lnTo>
                <a:lnTo>
                  <a:pt x="5713" y="6740"/>
                </a:lnTo>
                <a:lnTo>
                  <a:pt x="5714" y="6740"/>
                </a:lnTo>
                <a:lnTo>
                  <a:pt x="5714" y="6741"/>
                </a:lnTo>
                <a:lnTo>
                  <a:pt x="5713" y="6741"/>
                </a:lnTo>
                <a:lnTo>
                  <a:pt x="5712" y="6741"/>
                </a:lnTo>
                <a:lnTo>
                  <a:pt x="5712" y="6742"/>
                </a:lnTo>
                <a:lnTo>
                  <a:pt x="5711" y="6742"/>
                </a:lnTo>
                <a:lnTo>
                  <a:pt x="5711" y="6743"/>
                </a:lnTo>
                <a:lnTo>
                  <a:pt x="5710" y="6743"/>
                </a:lnTo>
                <a:lnTo>
                  <a:pt x="5710" y="6744"/>
                </a:lnTo>
                <a:lnTo>
                  <a:pt x="5709" y="6744"/>
                </a:lnTo>
                <a:lnTo>
                  <a:pt x="5708" y="6744"/>
                </a:lnTo>
                <a:lnTo>
                  <a:pt x="5708" y="6743"/>
                </a:lnTo>
                <a:lnTo>
                  <a:pt x="5708" y="6742"/>
                </a:lnTo>
                <a:lnTo>
                  <a:pt x="5708" y="6741"/>
                </a:lnTo>
                <a:lnTo>
                  <a:pt x="5708" y="6739"/>
                </a:lnTo>
                <a:lnTo>
                  <a:pt x="5708" y="6738"/>
                </a:lnTo>
                <a:lnTo>
                  <a:pt x="5707" y="6738"/>
                </a:lnTo>
                <a:lnTo>
                  <a:pt x="5707" y="6739"/>
                </a:lnTo>
                <a:lnTo>
                  <a:pt x="5706" y="6739"/>
                </a:lnTo>
                <a:lnTo>
                  <a:pt x="5706" y="6738"/>
                </a:lnTo>
                <a:lnTo>
                  <a:pt x="5707" y="6738"/>
                </a:lnTo>
                <a:lnTo>
                  <a:pt x="5707" y="6737"/>
                </a:lnTo>
                <a:lnTo>
                  <a:pt x="5707" y="6736"/>
                </a:lnTo>
                <a:lnTo>
                  <a:pt x="5706" y="6736"/>
                </a:lnTo>
                <a:lnTo>
                  <a:pt x="5705" y="6736"/>
                </a:lnTo>
                <a:lnTo>
                  <a:pt x="5704" y="6736"/>
                </a:lnTo>
                <a:lnTo>
                  <a:pt x="5704" y="6735"/>
                </a:lnTo>
                <a:lnTo>
                  <a:pt x="5705" y="6735"/>
                </a:lnTo>
                <a:lnTo>
                  <a:pt x="5706" y="6735"/>
                </a:lnTo>
                <a:lnTo>
                  <a:pt x="5706" y="6734"/>
                </a:lnTo>
                <a:lnTo>
                  <a:pt x="5705" y="6733"/>
                </a:lnTo>
                <a:lnTo>
                  <a:pt x="5704" y="6733"/>
                </a:lnTo>
                <a:lnTo>
                  <a:pt x="5704" y="6734"/>
                </a:lnTo>
                <a:lnTo>
                  <a:pt x="5704" y="6733"/>
                </a:lnTo>
                <a:lnTo>
                  <a:pt x="5704" y="6732"/>
                </a:lnTo>
                <a:lnTo>
                  <a:pt x="5705" y="6732"/>
                </a:lnTo>
                <a:lnTo>
                  <a:pt x="5705" y="6731"/>
                </a:lnTo>
                <a:lnTo>
                  <a:pt x="5706" y="6731"/>
                </a:lnTo>
                <a:lnTo>
                  <a:pt x="5705" y="6731"/>
                </a:lnTo>
                <a:lnTo>
                  <a:pt x="5705" y="6732"/>
                </a:lnTo>
                <a:lnTo>
                  <a:pt x="5704" y="6732"/>
                </a:lnTo>
                <a:lnTo>
                  <a:pt x="5704" y="6731"/>
                </a:lnTo>
                <a:lnTo>
                  <a:pt x="5703" y="6731"/>
                </a:lnTo>
                <a:lnTo>
                  <a:pt x="5703" y="6730"/>
                </a:lnTo>
                <a:lnTo>
                  <a:pt x="5702" y="6730"/>
                </a:lnTo>
                <a:lnTo>
                  <a:pt x="5703" y="6729"/>
                </a:lnTo>
                <a:lnTo>
                  <a:pt x="5703" y="6728"/>
                </a:lnTo>
                <a:lnTo>
                  <a:pt x="5703" y="6727"/>
                </a:lnTo>
                <a:lnTo>
                  <a:pt x="5703" y="6726"/>
                </a:lnTo>
                <a:lnTo>
                  <a:pt x="5704" y="6726"/>
                </a:lnTo>
                <a:lnTo>
                  <a:pt x="5704" y="6725"/>
                </a:lnTo>
                <a:lnTo>
                  <a:pt x="5705" y="6725"/>
                </a:lnTo>
                <a:lnTo>
                  <a:pt x="5705" y="6724"/>
                </a:lnTo>
                <a:lnTo>
                  <a:pt x="5706" y="6724"/>
                </a:lnTo>
                <a:lnTo>
                  <a:pt x="5706" y="6725"/>
                </a:lnTo>
                <a:lnTo>
                  <a:pt x="5706" y="6724"/>
                </a:lnTo>
                <a:lnTo>
                  <a:pt x="5707" y="6724"/>
                </a:lnTo>
                <a:lnTo>
                  <a:pt x="5708" y="6724"/>
                </a:lnTo>
                <a:lnTo>
                  <a:pt x="5709" y="6724"/>
                </a:lnTo>
                <a:lnTo>
                  <a:pt x="5709" y="6723"/>
                </a:lnTo>
                <a:lnTo>
                  <a:pt x="5709" y="6722"/>
                </a:lnTo>
                <a:lnTo>
                  <a:pt x="5710" y="6722"/>
                </a:lnTo>
                <a:lnTo>
                  <a:pt x="5710" y="6721"/>
                </a:lnTo>
                <a:lnTo>
                  <a:pt x="5711" y="6721"/>
                </a:lnTo>
                <a:lnTo>
                  <a:pt x="5711" y="6722"/>
                </a:lnTo>
                <a:lnTo>
                  <a:pt x="5711" y="6721"/>
                </a:lnTo>
                <a:lnTo>
                  <a:pt x="5711" y="6720"/>
                </a:lnTo>
                <a:lnTo>
                  <a:pt x="5711" y="6719"/>
                </a:lnTo>
                <a:lnTo>
                  <a:pt x="5711" y="6720"/>
                </a:lnTo>
                <a:lnTo>
                  <a:pt x="5710" y="6720"/>
                </a:lnTo>
                <a:lnTo>
                  <a:pt x="5710" y="6721"/>
                </a:lnTo>
                <a:lnTo>
                  <a:pt x="5709" y="6721"/>
                </a:lnTo>
                <a:lnTo>
                  <a:pt x="5709" y="6722"/>
                </a:lnTo>
                <a:lnTo>
                  <a:pt x="5709" y="6721"/>
                </a:lnTo>
                <a:lnTo>
                  <a:pt x="5708" y="6721"/>
                </a:lnTo>
                <a:lnTo>
                  <a:pt x="5708" y="6722"/>
                </a:lnTo>
                <a:lnTo>
                  <a:pt x="5707" y="6722"/>
                </a:lnTo>
                <a:lnTo>
                  <a:pt x="5707" y="6721"/>
                </a:lnTo>
                <a:lnTo>
                  <a:pt x="5708" y="6721"/>
                </a:lnTo>
                <a:lnTo>
                  <a:pt x="5708" y="6720"/>
                </a:lnTo>
                <a:lnTo>
                  <a:pt x="5707" y="6720"/>
                </a:lnTo>
                <a:lnTo>
                  <a:pt x="5707" y="6721"/>
                </a:lnTo>
                <a:lnTo>
                  <a:pt x="5706" y="6722"/>
                </a:lnTo>
                <a:lnTo>
                  <a:pt x="5706" y="6723"/>
                </a:lnTo>
                <a:lnTo>
                  <a:pt x="5705" y="6723"/>
                </a:lnTo>
                <a:lnTo>
                  <a:pt x="5705" y="6722"/>
                </a:lnTo>
                <a:lnTo>
                  <a:pt x="5704" y="6722"/>
                </a:lnTo>
                <a:lnTo>
                  <a:pt x="5703" y="6722"/>
                </a:lnTo>
                <a:lnTo>
                  <a:pt x="5702" y="6722"/>
                </a:lnTo>
                <a:lnTo>
                  <a:pt x="5702" y="6723"/>
                </a:lnTo>
                <a:lnTo>
                  <a:pt x="5702" y="6722"/>
                </a:lnTo>
                <a:lnTo>
                  <a:pt x="5701" y="6722"/>
                </a:lnTo>
                <a:lnTo>
                  <a:pt x="5701" y="6723"/>
                </a:lnTo>
                <a:lnTo>
                  <a:pt x="5700" y="6723"/>
                </a:lnTo>
                <a:lnTo>
                  <a:pt x="5700" y="6724"/>
                </a:lnTo>
                <a:lnTo>
                  <a:pt x="5698" y="6724"/>
                </a:lnTo>
                <a:lnTo>
                  <a:pt x="5698" y="6725"/>
                </a:lnTo>
                <a:lnTo>
                  <a:pt x="5697" y="6725"/>
                </a:lnTo>
                <a:lnTo>
                  <a:pt x="5697" y="6726"/>
                </a:lnTo>
                <a:lnTo>
                  <a:pt x="5698" y="6726"/>
                </a:lnTo>
                <a:lnTo>
                  <a:pt x="5698" y="6727"/>
                </a:lnTo>
                <a:lnTo>
                  <a:pt x="5697" y="6727"/>
                </a:lnTo>
                <a:lnTo>
                  <a:pt x="5697" y="6728"/>
                </a:lnTo>
                <a:lnTo>
                  <a:pt x="5697" y="6729"/>
                </a:lnTo>
                <a:lnTo>
                  <a:pt x="5696" y="6728"/>
                </a:lnTo>
                <a:lnTo>
                  <a:pt x="5695" y="6728"/>
                </a:lnTo>
                <a:lnTo>
                  <a:pt x="5695" y="6729"/>
                </a:lnTo>
                <a:lnTo>
                  <a:pt x="5694" y="6729"/>
                </a:lnTo>
                <a:lnTo>
                  <a:pt x="5693" y="6729"/>
                </a:lnTo>
                <a:lnTo>
                  <a:pt x="5692" y="6729"/>
                </a:lnTo>
                <a:lnTo>
                  <a:pt x="5693" y="6729"/>
                </a:lnTo>
                <a:lnTo>
                  <a:pt x="5693" y="6730"/>
                </a:lnTo>
                <a:lnTo>
                  <a:pt x="5694" y="6730"/>
                </a:lnTo>
                <a:lnTo>
                  <a:pt x="5693" y="6730"/>
                </a:lnTo>
                <a:lnTo>
                  <a:pt x="5694" y="6731"/>
                </a:lnTo>
                <a:lnTo>
                  <a:pt x="5695" y="6731"/>
                </a:lnTo>
                <a:lnTo>
                  <a:pt x="5694" y="6731"/>
                </a:lnTo>
                <a:lnTo>
                  <a:pt x="5694" y="6732"/>
                </a:lnTo>
                <a:lnTo>
                  <a:pt x="5693" y="6732"/>
                </a:lnTo>
                <a:lnTo>
                  <a:pt x="5693" y="6733"/>
                </a:lnTo>
                <a:lnTo>
                  <a:pt x="5694" y="6732"/>
                </a:lnTo>
                <a:lnTo>
                  <a:pt x="5695" y="6732"/>
                </a:lnTo>
                <a:lnTo>
                  <a:pt x="5696" y="6731"/>
                </a:lnTo>
                <a:lnTo>
                  <a:pt x="5697" y="6731"/>
                </a:lnTo>
                <a:lnTo>
                  <a:pt x="5697" y="6732"/>
                </a:lnTo>
                <a:lnTo>
                  <a:pt x="5696" y="6732"/>
                </a:lnTo>
                <a:lnTo>
                  <a:pt x="5697" y="6733"/>
                </a:lnTo>
                <a:lnTo>
                  <a:pt x="5697" y="6732"/>
                </a:lnTo>
                <a:lnTo>
                  <a:pt x="5698" y="6732"/>
                </a:lnTo>
                <a:lnTo>
                  <a:pt x="5699" y="6733"/>
                </a:lnTo>
                <a:lnTo>
                  <a:pt x="5698" y="6733"/>
                </a:lnTo>
                <a:lnTo>
                  <a:pt x="5698" y="6734"/>
                </a:lnTo>
                <a:lnTo>
                  <a:pt x="5698" y="6735"/>
                </a:lnTo>
                <a:lnTo>
                  <a:pt x="5698" y="6736"/>
                </a:lnTo>
                <a:lnTo>
                  <a:pt x="5699" y="6736"/>
                </a:lnTo>
                <a:lnTo>
                  <a:pt x="5699" y="6737"/>
                </a:lnTo>
                <a:lnTo>
                  <a:pt x="5699" y="6738"/>
                </a:lnTo>
                <a:lnTo>
                  <a:pt x="5699" y="6739"/>
                </a:lnTo>
                <a:lnTo>
                  <a:pt x="5698" y="6739"/>
                </a:lnTo>
                <a:lnTo>
                  <a:pt x="5697" y="6739"/>
                </a:lnTo>
                <a:lnTo>
                  <a:pt x="5696" y="6739"/>
                </a:lnTo>
                <a:lnTo>
                  <a:pt x="5695" y="6739"/>
                </a:lnTo>
                <a:lnTo>
                  <a:pt x="5694" y="6739"/>
                </a:lnTo>
                <a:lnTo>
                  <a:pt x="5693" y="6739"/>
                </a:lnTo>
                <a:lnTo>
                  <a:pt x="5692" y="6738"/>
                </a:lnTo>
                <a:lnTo>
                  <a:pt x="5691" y="6738"/>
                </a:lnTo>
                <a:lnTo>
                  <a:pt x="5690" y="6738"/>
                </a:lnTo>
                <a:lnTo>
                  <a:pt x="5689" y="6738"/>
                </a:lnTo>
                <a:lnTo>
                  <a:pt x="5690" y="6738"/>
                </a:lnTo>
                <a:lnTo>
                  <a:pt x="5691" y="6738"/>
                </a:lnTo>
                <a:lnTo>
                  <a:pt x="5691" y="6739"/>
                </a:lnTo>
                <a:lnTo>
                  <a:pt x="5692" y="6739"/>
                </a:lnTo>
                <a:lnTo>
                  <a:pt x="5692" y="6740"/>
                </a:lnTo>
                <a:lnTo>
                  <a:pt x="5693" y="6740"/>
                </a:lnTo>
                <a:lnTo>
                  <a:pt x="5694" y="6740"/>
                </a:lnTo>
                <a:lnTo>
                  <a:pt x="5695" y="6740"/>
                </a:lnTo>
                <a:lnTo>
                  <a:pt x="5696" y="6740"/>
                </a:lnTo>
                <a:lnTo>
                  <a:pt x="5698" y="6740"/>
                </a:lnTo>
                <a:lnTo>
                  <a:pt x="5699" y="6741"/>
                </a:lnTo>
                <a:lnTo>
                  <a:pt x="5700" y="6741"/>
                </a:lnTo>
                <a:lnTo>
                  <a:pt x="5700" y="6742"/>
                </a:lnTo>
                <a:lnTo>
                  <a:pt x="5701" y="6743"/>
                </a:lnTo>
                <a:lnTo>
                  <a:pt x="5701" y="6744"/>
                </a:lnTo>
                <a:lnTo>
                  <a:pt x="5702" y="6744"/>
                </a:lnTo>
                <a:lnTo>
                  <a:pt x="5702" y="6745"/>
                </a:lnTo>
                <a:lnTo>
                  <a:pt x="5703" y="6745"/>
                </a:lnTo>
                <a:lnTo>
                  <a:pt x="5703" y="6746"/>
                </a:lnTo>
                <a:lnTo>
                  <a:pt x="5704" y="6746"/>
                </a:lnTo>
                <a:lnTo>
                  <a:pt x="5704" y="6747"/>
                </a:lnTo>
                <a:lnTo>
                  <a:pt x="5705" y="6747"/>
                </a:lnTo>
                <a:lnTo>
                  <a:pt x="5706" y="6747"/>
                </a:lnTo>
                <a:lnTo>
                  <a:pt x="5706" y="6748"/>
                </a:lnTo>
                <a:lnTo>
                  <a:pt x="5706" y="6749"/>
                </a:lnTo>
                <a:lnTo>
                  <a:pt x="5707" y="6748"/>
                </a:lnTo>
                <a:lnTo>
                  <a:pt x="5707" y="6749"/>
                </a:lnTo>
                <a:lnTo>
                  <a:pt x="5706" y="6750"/>
                </a:lnTo>
                <a:lnTo>
                  <a:pt x="5707" y="6750"/>
                </a:lnTo>
                <a:lnTo>
                  <a:pt x="5707" y="6751"/>
                </a:lnTo>
                <a:lnTo>
                  <a:pt x="5708" y="6751"/>
                </a:lnTo>
                <a:lnTo>
                  <a:pt x="5709" y="6751"/>
                </a:lnTo>
                <a:lnTo>
                  <a:pt x="5709" y="6752"/>
                </a:lnTo>
                <a:lnTo>
                  <a:pt x="5710" y="6753"/>
                </a:lnTo>
                <a:lnTo>
                  <a:pt x="5709" y="6754"/>
                </a:lnTo>
                <a:lnTo>
                  <a:pt x="5710" y="6755"/>
                </a:lnTo>
                <a:lnTo>
                  <a:pt x="5709" y="6755"/>
                </a:lnTo>
                <a:lnTo>
                  <a:pt x="5708" y="6754"/>
                </a:lnTo>
                <a:lnTo>
                  <a:pt x="5707" y="6754"/>
                </a:lnTo>
                <a:lnTo>
                  <a:pt x="5707" y="6755"/>
                </a:lnTo>
                <a:lnTo>
                  <a:pt x="5708" y="6755"/>
                </a:lnTo>
                <a:lnTo>
                  <a:pt x="5708" y="6756"/>
                </a:lnTo>
                <a:lnTo>
                  <a:pt x="5709" y="6756"/>
                </a:lnTo>
                <a:lnTo>
                  <a:pt x="5709" y="6757"/>
                </a:lnTo>
                <a:lnTo>
                  <a:pt x="5708" y="6758"/>
                </a:lnTo>
                <a:lnTo>
                  <a:pt x="5707" y="6758"/>
                </a:lnTo>
                <a:lnTo>
                  <a:pt x="5706" y="6758"/>
                </a:lnTo>
                <a:lnTo>
                  <a:pt x="5706" y="6760"/>
                </a:lnTo>
                <a:lnTo>
                  <a:pt x="5705" y="6760"/>
                </a:lnTo>
                <a:lnTo>
                  <a:pt x="5706" y="6760"/>
                </a:lnTo>
                <a:lnTo>
                  <a:pt x="5706" y="6761"/>
                </a:lnTo>
                <a:lnTo>
                  <a:pt x="5705" y="6762"/>
                </a:lnTo>
                <a:lnTo>
                  <a:pt x="5706" y="6762"/>
                </a:lnTo>
                <a:lnTo>
                  <a:pt x="5706" y="6763"/>
                </a:lnTo>
                <a:lnTo>
                  <a:pt x="5705" y="6764"/>
                </a:lnTo>
                <a:lnTo>
                  <a:pt x="5705" y="6765"/>
                </a:lnTo>
                <a:lnTo>
                  <a:pt x="5704" y="6765"/>
                </a:lnTo>
                <a:lnTo>
                  <a:pt x="5704" y="6766"/>
                </a:lnTo>
                <a:lnTo>
                  <a:pt x="5703" y="6767"/>
                </a:lnTo>
                <a:lnTo>
                  <a:pt x="5703" y="6768"/>
                </a:lnTo>
                <a:lnTo>
                  <a:pt x="5702" y="6768"/>
                </a:lnTo>
                <a:lnTo>
                  <a:pt x="5702" y="6769"/>
                </a:lnTo>
                <a:lnTo>
                  <a:pt x="5704" y="6769"/>
                </a:lnTo>
                <a:lnTo>
                  <a:pt x="5703" y="6772"/>
                </a:lnTo>
                <a:lnTo>
                  <a:pt x="5704" y="6773"/>
                </a:lnTo>
                <a:lnTo>
                  <a:pt x="5704" y="6774"/>
                </a:lnTo>
                <a:lnTo>
                  <a:pt x="5698" y="6772"/>
                </a:lnTo>
                <a:lnTo>
                  <a:pt x="5697" y="6772"/>
                </a:lnTo>
                <a:lnTo>
                  <a:pt x="5695" y="6773"/>
                </a:lnTo>
                <a:lnTo>
                  <a:pt x="5694" y="6774"/>
                </a:lnTo>
                <a:lnTo>
                  <a:pt x="5692" y="6775"/>
                </a:lnTo>
                <a:lnTo>
                  <a:pt x="5690" y="6776"/>
                </a:lnTo>
                <a:lnTo>
                  <a:pt x="5689" y="6777"/>
                </a:lnTo>
                <a:lnTo>
                  <a:pt x="5688" y="6777"/>
                </a:lnTo>
                <a:lnTo>
                  <a:pt x="5687" y="6777"/>
                </a:lnTo>
                <a:lnTo>
                  <a:pt x="5686" y="6776"/>
                </a:lnTo>
                <a:lnTo>
                  <a:pt x="5685" y="6778"/>
                </a:lnTo>
                <a:lnTo>
                  <a:pt x="5685" y="6779"/>
                </a:lnTo>
                <a:lnTo>
                  <a:pt x="5684" y="6779"/>
                </a:lnTo>
                <a:lnTo>
                  <a:pt x="5683" y="6779"/>
                </a:lnTo>
                <a:lnTo>
                  <a:pt x="5681" y="6780"/>
                </a:lnTo>
                <a:lnTo>
                  <a:pt x="5680" y="6780"/>
                </a:lnTo>
                <a:lnTo>
                  <a:pt x="5679" y="6780"/>
                </a:lnTo>
                <a:lnTo>
                  <a:pt x="5678" y="6780"/>
                </a:lnTo>
                <a:lnTo>
                  <a:pt x="5677" y="6780"/>
                </a:lnTo>
                <a:lnTo>
                  <a:pt x="5676" y="6780"/>
                </a:lnTo>
                <a:lnTo>
                  <a:pt x="5675" y="6779"/>
                </a:lnTo>
                <a:lnTo>
                  <a:pt x="5674" y="6779"/>
                </a:lnTo>
                <a:lnTo>
                  <a:pt x="5673" y="6779"/>
                </a:lnTo>
                <a:lnTo>
                  <a:pt x="5672" y="6779"/>
                </a:lnTo>
                <a:lnTo>
                  <a:pt x="5672" y="6780"/>
                </a:lnTo>
                <a:lnTo>
                  <a:pt x="5671" y="6780"/>
                </a:lnTo>
                <a:lnTo>
                  <a:pt x="5668" y="6780"/>
                </a:lnTo>
                <a:lnTo>
                  <a:pt x="5667" y="6780"/>
                </a:lnTo>
                <a:lnTo>
                  <a:pt x="5667" y="6781"/>
                </a:lnTo>
                <a:lnTo>
                  <a:pt x="5666" y="6781"/>
                </a:lnTo>
                <a:lnTo>
                  <a:pt x="5665" y="6781"/>
                </a:lnTo>
                <a:lnTo>
                  <a:pt x="5664" y="6781"/>
                </a:lnTo>
                <a:lnTo>
                  <a:pt x="5663" y="6781"/>
                </a:lnTo>
                <a:lnTo>
                  <a:pt x="5662" y="6781"/>
                </a:lnTo>
                <a:lnTo>
                  <a:pt x="5662" y="6780"/>
                </a:lnTo>
                <a:lnTo>
                  <a:pt x="5663" y="6780"/>
                </a:lnTo>
                <a:lnTo>
                  <a:pt x="5663" y="6778"/>
                </a:lnTo>
                <a:lnTo>
                  <a:pt x="5662" y="6778"/>
                </a:lnTo>
                <a:lnTo>
                  <a:pt x="5661" y="6776"/>
                </a:lnTo>
                <a:lnTo>
                  <a:pt x="5661" y="6777"/>
                </a:lnTo>
                <a:lnTo>
                  <a:pt x="5661" y="6778"/>
                </a:lnTo>
                <a:lnTo>
                  <a:pt x="5661" y="6779"/>
                </a:lnTo>
                <a:lnTo>
                  <a:pt x="5660" y="6780"/>
                </a:lnTo>
                <a:lnTo>
                  <a:pt x="5660" y="6781"/>
                </a:lnTo>
                <a:lnTo>
                  <a:pt x="5659" y="6781"/>
                </a:lnTo>
                <a:lnTo>
                  <a:pt x="5657" y="6783"/>
                </a:lnTo>
                <a:lnTo>
                  <a:pt x="5656" y="6783"/>
                </a:lnTo>
                <a:lnTo>
                  <a:pt x="5656" y="6784"/>
                </a:lnTo>
                <a:lnTo>
                  <a:pt x="5655" y="6784"/>
                </a:lnTo>
                <a:lnTo>
                  <a:pt x="5653" y="6785"/>
                </a:lnTo>
                <a:lnTo>
                  <a:pt x="5652" y="6785"/>
                </a:lnTo>
                <a:lnTo>
                  <a:pt x="5651" y="6785"/>
                </a:lnTo>
                <a:lnTo>
                  <a:pt x="5650" y="6786"/>
                </a:lnTo>
                <a:lnTo>
                  <a:pt x="5648" y="6786"/>
                </a:lnTo>
                <a:lnTo>
                  <a:pt x="5647" y="6786"/>
                </a:lnTo>
                <a:lnTo>
                  <a:pt x="5646" y="6786"/>
                </a:lnTo>
                <a:lnTo>
                  <a:pt x="5645" y="6785"/>
                </a:lnTo>
                <a:lnTo>
                  <a:pt x="5644" y="6784"/>
                </a:lnTo>
                <a:lnTo>
                  <a:pt x="5644" y="6783"/>
                </a:lnTo>
                <a:lnTo>
                  <a:pt x="5644" y="6782"/>
                </a:lnTo>
                <a:lnTo>
                  <a:pt x="5644" y="6781"/>
                </a:lnTo>
                <a:lnTo>
                  <a:pt x="5644" y="6780"/>
                </a:lnTo>
                <a:lnTo>
                  <a:pt x="5645" y="6779"/>
                </a:lnTo>
                <a:lnTo>
                  <a:pt x="5645" y="6778"/>
                </a:lnTo>
                <a:lnTo>
                  <a:pt x="5645" y="6777"/>
                </a:lnTo>
                <a:lnTo>
                  <a:pt x="5645" y="6776"/>
                </a:lnTo>
                <a:lnTo>
                  <a:pt x="5644" y="6776"/>
                </a:lnTo>
                <a:lnTo>
                  <a:pt x="5644" y="6777"/>
                </a:lnTo>
                <a:lnTo>
                  <a:pt x="5644" y="6778"/>
                </a:lnTo>
                <a:lnTo>
                  <a:pt x="5644" y="6779"/>
                </a:lnTo>
                <a:lnTo>
                  <a:pt x="5643" y="6781"/>
                </a:lnTo>
                <a:lnTo>
                  <a:pt x="5642" y="6781"/>
                </a:lnTo>
                <a:lnTo>
                  <a:pt x="5642" y="6780"/>
                </a:lnTo>
                <a:lnTo>
                  <a:pt x="5641" y="6781"/>
                </a:lnTo>
                <a:lnTo>
                  <a:pt x="5642" y="6782"/>
                </a:lnTo>
                <a:lnTo>
                  <a:pt x="5642" y="6783"/>
                </a:lnTo>
                <a:lnTo>
                  <a:pt x="5642" y="6784"/>
                </a:lnTo>
                <a:lnTo>
                  <a:pt x="5642" y="6785"/>
                </a:lnTo>
                <a:lnTo>
                  <a:pt x="5642" y="6786"/>
                </a:lnTo>
                <a:lnTo>
                  <a:pt x="5642" y="6787"/>
                </a:lnTo>
                <a:lnTo>
                  <a:pt x="5641" y="6788"/>
                </a:lnTo>
                <a:lnTo>
                  <a:pt x="5640" y="6789"/>
                </a:lnTo>
                <a:lnTo>
                  <a:pt x="5638" y="6789"/>
                </a:lnTo>
                <a:lnTo>
                  <a:pt x="5638" y="6788"/>
                </a:lnTo>
                <a:lnTo>
                  <a:pt x="5637" y="6788"/>
                </a:lnTo>
                <a:lnTo>
                  <a:pt x="5636" y="6789"/>
                </a:lnTo>
                <a:lnTo>
                  <a:pt x="5635" y="6789"/>
                </a:lnTo>
                <a:lnTo>
                  <a:pt x="5634" y="6789"/>
                </a:lnTo>
                <a:lnTo>
                  <a:pt x="5634" y="6790"/>
                </a:lnTo>
                <a:lnTo>
                  <a:pt x="5633" y="6791"/>
                </a:lnTo>
                <a:lnTo>
                  <a:pt x="5632" y="6790"/>
                </a:lnTo>
                <a:lnTo>
                  <a:pt x="5630" y="6790"/>
                </a:lnTo>
                <a:lnTo>
                  <a:pt x="5630" y="6791"/>
                </a:lnTo>
                <a:lnTo>
                  <a:pt x="5629" y="6790"/>
                </a:lnTo>
                <a:lnTo>
                  <a:pt x="5628" y="6791"/>
                </a:lnTo>
                <a:lnTo>
                  <a:pt x="5629" y="6791"/>
                </a:lnTo>
                <a:lnTo>
                  <a:pt x="5630" y="6791"/>
                </a:lnTo>
                <a:lnTo>
                  <a:pt x="5630" y="6792"/>
                </a:lnTo>
                <a:lnTo>
                  <a:pt x="5629" y="6792"/>
                </a:lnTo>
                <a:lnTo>
                  <a:pt x="5629" y="6793"/>
                </a:lnTo>
                <a:lnTo>
                  <a:pt x="5628" y="6793"/>
                </a:lnTo>
                <a:lnTo>
                  <a:pt x="5628" y="6792"/>
                </a:lnTo>
                <a:lnTo>
                  <a:pt x="5627" y="6792"/>
                </a:lnTo>
                <a:lnTo>
                  <a:pt x="5628" y="6792"/>
                </a:lnTo>
                <a:lnTo>
                  <a:pt x="5627" y="6792"/>
                </a:lnTo>
                <a:lnTo>
                  <a:pt x="5626" y="6792"/>
                </a:lnTo>
                <a:lnTo>
                  <a:pt x="5625" y="6791"/>
                </a:lnTo>
                <a:lnTo>
                  <a:pt x="5624" y="6791"/>
                </a:lnTo>
                <a:lnTo>
                  <a:pt x="5623" y="6791"/>
                </a:lnTo>
                <a:lnTo>
                  <a:pt x="5623" y="6790"/>
                </a:lnTo>
                <a:lnTo>
                  <a:pt x="5622" y="6790"/>
                </a:lnTo>
                <a:lnTo>
                  <a:pt x="5621" y="6789"/>
                </a:lnTo>
                <a:lnTo>
                  <a:pt x="5621" y="6790"/>
                </a:lnTo>
                <a:lnTo>
                  <a:pt x="5620" y="6790"/>
                </a:lnTo>
                <a:lnTo>
                  <a:pt x="5619" y="6789"/>
                </a:lnTo>
                <a:lnTo>
                  <a:pt x="5618" y="6789"/>
                </a:lnTo>
                <a:lnTo>
                  <a:pt x="5617" y="6789"/>
                </a:lnTo>
                <a:lnTo>
                  <a:pt x="5617" y="6788"/>
                </a:lnTo>
                <a:lnTo>
                  <a:pt x="5616" y="6788"/>
                </a:lnTo>
                <a:lnTo>
                  <a:pt x="5615" y="6787"/>
                </a:lnTo>
                <a:lnTo>
                  <a:pt x="5614" y="6786"/>
                </a:lnTo>
                <a:lnTo>
                  <a:pt x="5613" y="6787"/>
                </a:lnTo>
                <a:lnTo>
                  <a:pt x="5612" y="6787"/>
                </a:lnTo>
                <a:lnTo>
                  <a:pt x="5611" y="6786"/>
                </a:lnTo>
                <a:lnTo>
                  <a:pt x="5611" y="6785"/>
                </a:lnTo>
                <a:lnTo>
                  <a:pt x="5610" y="6785"/>
                </a:lnTo>
                <a:lnTo>
                  <a:pt x="5609" y="6785"/>
                </a:lnTo>
                <a:lnTo>
                  <a:pt x="5608" y="6785"/>
                </a:lnTo>
                <a:lnTo>
                  <a:pt x="5608" y="6786"/>
                </a:lnTo>
                <a:lnTo>
                  <a:pt x="5607" y="6786"/>
                </a:lnTo>
                <a:lnTo>
                  <a:pt x="5607" y="6785"/>
                </a:lnTo>
                <a:lnTo>
                  <a:pt x="5606" y="6784"/>
                </a:lnTo>
                <a:lnTo>
                  <a:pt x="5607" y="6783"/>
                </a:lnTo>
                <a:lnTo>
                  <a:pt x="5607" y="6782"/>
                </a:lnTo>
                <a:lnTo>
                  <a:pt x="5608" y="6782"/>
                </a:lnTo>
                <a:lnTo>
                  <a:pt x="5608" y="6781"/>
                </a:lnTo>
                <a:lnTo>
                  <a:pt x="5609" y="6780"/>
                </a:lnTo>
                <a:lnTo>
                  <a:pt x="5610" y="6779"/>
                </a:lnTo>
                <a:lnTo>
                  <a:pt x="5612" y="6776"/>
                </a:lnTo>
                <a:lnTo>
                  <a:pt x="5613" y="6777"/>
                </a:lnTo>
                <a:lnTo>
                  <a:pt x="5614" y="6777"/>
                </a:lnTo>
                <a:lnTo>
                  <a:pt x="5615" y="6777"/>
                </a:lnTo>
                <a:lnTo>
                  <a:pt x="5617" y="6777"/>
                </a:lnTo>
                <a:lnTo>
                  <a:pt x="5619" y="6776"/>
                </a:lnTo>
                <a:lnTo>
                  <a:pt x="5621" y="6775"/>
                </a:lnTo>
                <a:lnTo>
                  <a:pt x="5623" y="6774"/>
                </a:lnTo>
                <a:lnTo>
                  <a:pt x="5624" y="6774"/>
                </a:lnTo>
                <a:lnTo>
                  <a:pt x="5625" y="6773"/>
                </a:lnTo>
                <a:lnTo>
                  <a:pt x="5626" y="6772"/>
                </a:lnTo>
                <a:lnTo>
                  <a:pt x="5627" y="6771"/>
                </a:lnTo>
                <a:lnTo>
                  <a:pt x="5628" y="6769"/>
                </a:lnTo>
                <a:lnTo>
                  <a:pt x="5629" y="6768"/>
                </a:lnTo>
                <a:lnTo>
                  <a:pt x="5629" y="6767"/>
                </a:lnTo>
                <a:lnTo>
                  <a:pt x="5630" y="6767"/>
                </a:lnTo>
                <a:lnTo>
                  <a:pt x="5630" y="6766"/>
                </a:lnTo>
                <a:lnTo>
                  <a:pt x="5630" y="6765"/>
                </a:lnTo>
                <a:lnTo>
                  <a:pt x="5629" y="6765"/>
                </a:lnTo>
                <a:lnTo>
                  <a:pt x="5629" y="6764"/>
                </a:lnTo>
                <a:lnTo>
                  <a:pt x="5628" y="6764"/>
                </a:lnTo>
                <a:lnTo>
                  <a:pt x="5628" y="6763"/>
                </a:lnTo>
                <a:lnTo>
                  <a:pt x="5628" y="6764"/>
                </a:lnTo>
                <a:lnTo>
                  <a:pt x="5627" y="6763"/>
                </a:lnTo>
                <a:lnTo>
                  <a:pt x="5627" y="6762"/>
                </a:lnTo>
                <a:lnTo>
                  <a:pt x="5628" y="6762"/>
                </a:lnTo>
                <a:lnTo>
                  <a:pt x="5628" y="6761"/>
                </a:lnTo>
                <a:lnTo>
                  <a:pt x="5627" y="6761"/>
                </a:lnTo>
                <a:lnTo>
                  <a:pt x="5626" y="6760"/>
                </a:lnTo>
                <a:lnTo>
                  <a:pt x="5626" y="6761"/>
                </a:lnTo>
                <a:lnTo>
                  <a:pt x="5625" y="6761"/>
                </a:lnTo>
                <a:lnTo>
                  <a:pt x="5626" y="6760"/>
                </a:lnTo>
                <a:lnTo>
                  <a:pt x="5626" y="6759"/>
                </a:lnTo>
                <a:lnTo>
                  <a:pt x="5626" y="6758"/>
                </a:lnTo>
                <a:lnTo>
                  <a:pt x="5626" y="6757"/>
                </a:lnTo>
                <a:lnTo>
                  <a:pt x="5625" y="6757"/>
                </a:lnTo>
                <a:lnTo>
                  <a:pt x="5625" y="6756"/>
                </a:lnTo>
                <a:lnTo>
                  <a:pt x="5624" y="6756"/>
                </a:lnTo>
                <a:lnTo>
                  <a:pt x="5624" y="6757"/>
                </a:lnTo>
                <a:lnTo>
                  <a:pt x="5623" y="6757"/>
                </a:lnTo>
                <a:lnTo>
                  <a:pt x="5622" y="6757"/>
                </a:lnTo>
                <a:lnTo>
                  <a:pt x="5622" y="6756"/>
                </a:lnTo>
                <a:lnTo>
                  <a:pt x="5621" y="6756"/>
                </a:lnTo>
                <a:lnTo>
                  <a:pt x="5620" y="6756"/>
                </a:lnTo>
                <a:lnTo>
                  <a:pt x="5619" y="6756"/>
                </a:lnTo>
                <a:lnTo>
                  <a:pt x="5619" y="6757"/>
                </a:lnTo>
                <a:lnTo>
                  <a:pt x="5618" y="6757"/>
                </a:lnTo>
                <a:lnTo>
                  <a:pt x="5617" y="6757"/>
                </a:lnTo>
                <a:lnTo>
                  <a:pt x="5617" y="6756"/>
                </a:lnTo>
                <a:lnTo>
                  <a:pt x="5616" y="6756"/>
                </a:lnTo>
                <a:lnTo>
                  <a:pt x="5616" y="6757"/>
                </a:lnTo>
                <a:lnTo>
                  <a:pt x="5615" y="6757"/>
                </a:lnTo>
                <a:lnTo>
                  <a:pt x="5614" y="6756"/>
                </a:lnTo>
                <a:lnTo>
                  <a:pt x="5613" y="6755"/>
                </a:lnTo>
                <a:lnTo>
                  <a:pt x="5612" y="6754"/>
                </a:lnTo>
                <a:lnTo>
                  <a:pt x="5611" y="6754"/>
                </a:lnTo>
                <a:lnTo>
                  <a:pt x="5611" y="6753"/>
                </a:lnTo>
                <a:lnTo>
                  <a:pt x="5611" y="6752"/>
                </a:lnTo>
                <a:lnTo>
                  <a:pt x="5611" y="6751"/>
                </a:lnTo>
                <a:lnTo>
                  <a:pt x="5611" y="6750"/>
                </a:lnTo>
                <a:lnTo>
                  <a:pt x="5611" y="6749"/>
                </a:lnTo>
                <a:lnTo>
                  <a:pt x="5611" y="6748"/>
                </a:lnTo>
                <a:lnTo>
                  <a:pt x="5611" y="6747"/>
                </a:lnTo>
                <a:lnTo>
                  <a:pt x="5612" y="6747"/>
                </a:lnTo>
                <a:lnTo>
                  <a:pt x="5614" y="6747"/>
                </a:lnTo>
                <a:lnTo>
                  <a:pt x="5614" y="6746"/>
                </a:lnTo>
                <a:lnTo>
                  <a:pt x="5615" y="6746"/>
                </a:lnTo>
                <a:lnTo>
                  <a:pt x="5615" y="6745"/>
                </a:lnTo>
                <a:lnTo>
                  <a:pt x="5615" y="6744"/>
                </a:lnTo>
                <a:lnTo>
                  <a:pt x="5615" y="6743"/>
                </a:lnTo>
                <a:lnTo>
                  <a:pt x="5616" y="6743"/>
                </a:lnTo>
                <a:lnTo>
                  <a:pt x="5617" y="6743"/>
                </a:lnTo>
                <a:lnTo>
                  <a:pt x="5618" y="6743"/>
                </a:lnTo>
                <a:lnTo>
                  <a:pt x="5618" y="6742"/>
                </a:lnTo>
                <a:lnTo>
                  <a:pt x="5619" y="6741"/>
                </a:lnTo>
                <a:lnTo>
                  <a:pt x="5620" y="6740"/>
                </a:lnTo>
                <a:lnTo>
                  <a:pt x="5619" y="6741"/>
                </a:lnTo>
                <a:lnTo>
                  <a:pt x="5618" y="6741"/>
                </a:lnTo>
                <a:lnTo>
                  <a:pt x="5618" y="6742"/>
                </a:lnTo>
                <a:lnTo>
                  <a:pt x="5617" y="6742"/>
                </a:lnTo>
                <a:lnTo>
                  <a:pt x="5616" y="6743"/>
                </a:lnTo>
                <a:lnTo>
                  <a:pt x="5615" y="6743"/>
                </a:lnTo>
                <a:lnTo>
                  <a:pt x="5614" y="6744"/>
                </a:lnTo>
                <a:lnTo>
                  <a:pt x="5614" y="6745"/>
                </a:lnTo>
                <a:lnTo>
                  <a:pt x="5614" y="6746"/>
                </a:lnTo>
                <a:lnTo>
                  <a:pt x="5613" y="6746"/>
                </a:lnTo>
                <a:lnTo>
                  <a:pt x="5612" y="6746"/>
                </a:lnTo>
                <a:lnTo>
                  <a:pt x="5611" y="6746"/>
                </a:lnTo>
                <a:lnTo>
                  <a:pt x="5611" y="6747"/>
                </a:lnTo>
                <a:lnTo>
                  <a:pt x="5610" y="6747"/>
                </a:lnTo>
                <a:lnTo>
                  <a:pt x="5610" y="6748"/>
                </a:lnTo>
                <a:lnTo>
                  <a:pt x="5610" y="6749"/>
                </a:lnTo>
                <a:lnTo>
                  <a:pt x="5610" y="6750"/>
                </a:lnTo>
                <a:lnTo>
                  <a:pt x="5610" y="6752"/>
                </a:lnTo>
                <a:lnTo>
                  <a:pt x="5610" y="6753"/>
                </a:lnTo>
                <a:lnTo>
                  <a:pt x="5611" y="6753"/>
                </a:lnTo>
                <a:lnTo>
                  <a:pt x="5610" y="6754"/>
                </a:lnTo>
                <a:lnTo>
                  <a:pt x="5610" y="6755"/>
                </a:lnTo>
                <a:lnTo>
                  <a:pt x="5609" y="6755"/>
                </a:lnTo>
                <a:lnTo>
                  <a:pt x="5608" y="6755"/>
                </a:lnTo>
                <a:lnTo>
                  <a:pt x="5608" y="6754"/>
                </a:lnTo>
                <a:lnTo>
                  <a:pt x="5607" y="6754"/>
                </a:lnTo>
                <a:lnTo>
                  <a:pt x="5607" y="6753"/>
                </a:lnTo>
                <a:lnTo>
                  <a:pt x="5606" y="6753"/>
                </a:lnTo>
                <a:lnTo>
                  <a:pt x="5606" y="6752"/>
                </a:lnTo>
                <a:lnTo>
                  <a:pt x="5607" y="6752"/>
                </a:lnTo>
                <a:lnTo>
                  <a:pt x="5607" y="6751"/>
                </a:lnTo>
                <a:lnTo>
                  <a:pt x="5608" y="6750"/>
                </a:lnTo>
                <a:lnTo>
                  <a:pt x="5609" y="6750"/>
                </a:lnTo>
                <a:lnTo>
                  <a:pt x="5609" y="6749"/>
                </a:lnTo>
                <a:lnTo>
                  <a:pt x="5609" y="6748"/>
                </a:lnTo>
                <a:lnTo>
                  <a:pt x="5610" y="6748"/>
                </a:lnTo>
                <a:lnTo>
                  <a:pt x="5610" y="6747"/>
                </a:lnTo>
                <a:lnTo>
                  <a:pt x="5610" y="6746"/>
                </a:lnTo>
                <a:lnTo>
                  <a:pt x="5610" y="6745"/>
                </a:lnTo>
                <a:lnTo>
                  <a:pt x="5610" y="6744"/>
                </a:lnTo>
                <a:lnTo>
                  <a:pt x="5610" y="6743"/>
                </a:lnTo>
                <a:lnTo>
                  <a:pt x="5611" y="6742"/>
                </a:lnTo>
                <a:lnTo>
                  <a:pt x="5612" y="6741"/>
                </a:lnTo>
                <a:lnTo>
                  <a:pt x="5613" y="6741"/>
                </a:lnTo>
                <a:lnTo>
                  <a:pt x="5613" y="6740"/>
                </a:lnTo>
                <a:lnTo>
                  <a:pt x="5612" y="6740"/>
                </a:lnTo>
                <a:lnTo>
                  <a:pt x="5612" y="6741"/>
                </a:lnTo>
                <a:lnTo>
                  <a:pt x="5611" y="6741"/>
                </a:lnTo>
                <a:lnTo>
                  <a:pt x="5610" y="6742"/>
                </a:lnTo>
                <a:lnTo>
                  <a:pt x="5609" y="6742"/>
                </a:lnTo>
                <a:lnTo>
                  <a:pt x="5609" y="6743"/>
                </a:lnTo>
                <a:lnTo>
                  <a:pt x="5609" y="6744"/>
                </a:lnTo>
                <a:lnTo>
                  <a:pt x="5609" y="6745"/>
                </a:lnTo>
                <a:lnTo>
                  <a:pt x="5609" y="6746"/>
                </a:lnTo>
                <a:lnTo>
                  <a:pt x="5608" y="6746"/>
                </a:lnTo>
                <a:lnTo>
                  <a:pt x="5608" y="6747"/>
                </a:lnTo>
                <a:lnTo>
                  <a:pt x="5606" y="6748"/>
                </a:lnTo>
                <a:lnTo>
                  <a:pt x="5606" y="6749"/>
                </a:lnTo>
                <a:lnTo>
                  <a:pt x="5605" y="6749"/>
                </a:lnTo>
                <a:lnTo>
                  <a:pt x="5604" y="6749"/>
                </a:lnTo>
                <a:lnTo>
                  <a:pt x="5603" y="6749"/>
                </a:lnTo>
                <a:lnTo>
                  <a:pt x="5602" y="6750"/>
                </a:lnTo>
                <a:lnTo>
                  <a:pt x="5601" y="6750"/>
                </a:lnTo>
                <a:lnTo>
                  <a:pt x="5600" y="6750"/>
                </a:lnTo>
                <a:lnTo>
                  <a:pt x="5600" y="6751"/>
                </a:lnTo>
                <a:lnTo>
                  <a:pt x="5599" y="6751"/>
                </a:lnTo>
                <a:lnTo>
                  <a:pt x="5599" y="6752"/>
                </a:lnTo>
                <a:lnTo>
                  <a:pt x="5598" y="6753"/>
                </a:lnTo>
                <a:lnTo>
                  <a:pt x="5597" y="6753"/>
                </a:lnTo>
                <a:lnTo>
                  <a:pt x="5597" y="6754"/>
                </a:lnTo>
                <a:lnTo>
                  <a:pt x="5595" y="6754"/>
                </a:lnTo>
                <a:lnTo>
                  <a:pt x="5594" y="6754"/>
                </a:lnTo>
                <a:lnTo>
                  <a:pt x="5593" y="6754"/>
                </a:lnTo>
                <a:lnTo>
                  <a:pt x="5592" y="6754"/>
                </a:lnTo>
                <a:lnTo>
                  <a:pt x="5591" y="6754"/>
                </a:lnTo>
                <a:lnTo>
                  <a:pt x="5591" y="6755"/>
                </a:lnTo>
                <a:lnTo>
                  <a:pt x="5590" y="6755"/>
                </a:lnTo>
                <a:lnTo>
                  <a:pt x="5589" y="6755"/>
                </a:lnTo>
                <a:lnTo>
                  <a:pt x="5589" y="6754"/>
                </a:lnTo>
                <a:lnTo>
                  <a:pt x="5588" y="6754"/>
                </a:lnTo>
                <a:lnTo>
                  <a:pt x="5587" y="6754"/>
                </a:lnTo>
                <a:lnTo>
                  <a:pt x="5586" y="6753"/>
                </a:lnTo>
                <a:lnTo>
                  <a:pt x="5585" y="6753"/>
                </a:lnTo>
                <a:lnTo>
                  <a:pt x="5584" y="6753"/>
                </a:lnTo>
                <a:lnTo>
                  <a:pt x="5583" y="6753"/>
                </a:lnTo>
                <a:lnTo>
                  <a:pt x="5582" y="6752"/>
                </a:lnTo>
                <a:lnTo>
                  <a:pt x="5581" y="6752"/>
                </a:lnTo>
                <a:lnTo>
                  <a:pt x="5580" y="6752"/>
                </a:lnTo>
                <a:lnTo>
                  <a:pt x="5579" y="6752"/>
                </a:lnTo>
                <a:lnTo>
                  <a:pt x="5579" y="6751"/>
                </a:lnTo>
                <a:lnTo>
                  <a:pt x="5579" y="6750"/>
                </a:lnTo>
                <a:lnTo>
                  <a:pt x="5579" y="6749"/>
                </a:lnTo>
                <a:lnTo>
                  <a:pt x="5579" y="6748"/>
                </a:lnTo>
                <a:lnTo>
                  <a:pt x="5578" y="6748"/>
                </a:lnTo>
                <a:lnTo>
                  <a:pt x="5578" y="6747"/>
                </a:lnTo>
                <a:lnTo>
                  <a:pt x="5577" y="6746"/>
                </a:lnTo>
                <a:lnTo>
                  <a:pt x="5576" y="6746"/>
                </a:lnTo>
                <a:lnTo>
                  <a:pt x="5576" y="6745"/>
                </a:lnTo>
                <a:lnTo>
                  <a:pt x="5575" y="6745"/>
                </a:lnTo>
                <a:lnTo>
                  <a:pt x="5575" y="6744"/>
                </a:lnTo>
                <a:lnTo>
                  <a:pt x="5576" y="6744"/>
                </a:lnTo>
                <a:lnTo>
                  <a:pt x="5576" y="6743"/>
                </a:lnTo>
                <a:lnTo>
                  <a:pt x="5575" y="6743"/>
                </a:lnTo>
                <a:lnTo>
                  <a:pt x="5574" y="6743"/>
                </a:lnTo>
                <a:lnTo>
                  <a:pt x="5573" y="6743"/>
                </a:lnTo>
                <a:lnTo>
                  <a:pt x="5572" y="6742"/>
                </a:lnTo>
                <a:lnTo>
                  <a:pt x="5571" y="6742"/>
                </a:lnTo>
                <a:lnTo>
                  <a:pt x="5571" y="6741"/>
                </a:lnTo>
                <a:lnTo>
                  <a:pt x="5570" y="6741"/>
                </a:lnTo>
                <a:lnTo>
                  <a:pt x="5570" y="6740"/>
                </a:lnTo>
                <a:lnTo>
                  <a:pt x="5568" y="6739"/>
                </a:lnTo>
                <a:lnTo>
                  <a:pt x="5567" y="6738"/>
                </a:lnTo>
                <a:lnTo>
                  <a:pt x="5567" y="6737"/>
                </a:lnTo>
                <a:lnTo>
                  <a:pt x="5567" y="6736"/>
                </a:lnTo>
                <a:lnTo>
                  <a:pt x="5568" y="6735"/>
                </a:lnTo>
                <a:lnTo>
                  <a:pt x="5570" y="6734"/>
                </a:lnTo>
                <a:lnTo>
                  <a:pt x="5571" y="6733"/>
                </a:lnTo>
                <a:lnTo>
                  <a:pt x="5570" y="6732"/>
                </a:lnTo>
                <a:lnTo>
                  <a:pt x="5570" y="6731"/>
                </a:lnTo>
                <a:lnTo>
                  <a:pt x="5570" y="6730"/>
                </a:lnTo>
                <a:lnTo>
                  <a:pt x="5570" y="6729"/>
                </a:lnTo>
                <a:lnTo>
                  <a:pt x="5569" y="6729"/>
                </a:lnTo>
                <a:lnTo>
                  <a:pt x="5569" y="6727"/>
                </a:lnTo>
                <a:lnTo>
                  <a:pt x="5569" y="6726"/>
                </a:lnTo>
                <a:lnTo>
                  <a:pt x="5570" y="6726"/>
                </a:lnTo>
                <a:lnTo>
                  <a:pt x="5571" y="6726"/>
                </a:lnTo>
                <a:lnTo>
                  <a:pt x="5572" y="6726"/>
                </a:lnTo>
                <a:lnTo>
                  <a:pt x="5573" y="6727"/>
                </a:lnTo>
                <a:lnTo>
                  <a:pt x="5574" y="6727"/>
                </a:lnTo>
                <a:lnTo>
                  <a:pt x="5575" y="6727"/>
                </a:lnTo>
                <a:lnTo>
                  <a:pt x="5575" y="6726"/>
                </a:lnTo>
                <a:lnTo>
                  <a:pt x="5576" y="6726"/>
                </a:lnTo>
                <a:lnTo>
                  <a:pt x="5576" y="6725"/>
                </a:lnTo>
                <a:lnTo>
                  <a:pt x="5577" y="6724"/>
                </a:lnTo>
                <a:lnTo>
                  <a:pt x="5578" y="6724"/>
                </a:lnTo>
                <a:lnTo>
                  <a:pt x="5578" y="6723"/>
                </a:lnTo>
                <a:lnTo>
                  <a:pt x="5577" y="6723"/>
                </a:lnTo>
                <a:lnTo>
                  <a:pt x="5577" y="6724"/>
                </a:lnTo>
                <a:lnTo>
                  <a:pt x="5576" y="6724"/>
                </a:lnTo>
                <a:lnTo>
                  <a:pt x="5575" y="6725"/>
                </a:lnTo>
                <a:lnTo>
                  <a:pt x="5573" y="6725"/>
                </a:lnTo>
                <a:lnTo>
                  <a:pt x="5574" y="6725"/>
                </a:lnTo>
                <a:lnTo>
                  <a:pt x="5574" y="6723"/>
                </a:lnTo>
                <a:lnTo>
                  <a:pt x="5575" y="6722"/>
                </a:lnTo>
                <a:lnTo>
                  <a:pt x="5575" y="6721"/>
                </a:lnTo>
                <a:lnTo>
                  <a:pt x="5574" y="6721"/>
                </a:lnTo>
                <a:lnTo>
                  <a:pt x="5574" y="6722"/>
                </a:lnTo>
                <a:lnTo>
                  <a:pt x="5574" y="6723"/>
                </a:lnTo>
                <a:lnTo>
                  <a:pt x="5573" y="6724"/>
                </a:lnTo>
                <a:lnTo>
                  <a:pt x="5572" y="6725"/>
                </a:lnTo>
                <a:lnTo>
                  <a:pt x="5570" y="6725"/>
                </a:lnTo>
                <a:lnTo>
                  <a:pt x="5570" y="6724"/>
                </a:lnTo>
                <a:lnTo>
                  <a:pt x="5570" y="6723"/>
                </a:lnTo>
                <a:lnTo>
                  <a:pt x="5569" y="6722"/>
                </a:lnTo>
                <a:lnTo>
                  <a:pt x="5569" y="6721"/>
                </a:lnTo>
                <a:lnTo>
                  <a:pt x="5570" y="6720"/>
                </a:lnTo>
                <a:lnTo>
                  <a:pt x="5570" y="6719"/>
                </a:lnTo>
                <a:lnTo>
                  <a:pt x="5569" y="6719"/>
                </a:lnTo>
                <a:lnTo>
                  <a:pt x="5568" y="6719"/>
                </a:lnTo>
                <a:lnTo>
                  <a:pt x="5568" y="6720"/>
                </a:lnTo>
                <a:lnTo>
                  <a:pt x="5568" y="6719"/>
                </a:lnTo>
                <a:lnTo>
                  <a:pt x="5567" y="6718"/>
                </a:lnTo>
                <a:lnTo>
                  <a:pt x="5566" y="6718"/>
                </a:lnTo>
                <a:lnTo>
                  <a:pt x="5566" y="6717"/>
                </a:lnTo>
                <a:lnTo>
                  <a:pt x="5566" y="6716"/>
                </a:lnTo>
                <a:lnTo>
                  <a:pt x="5566" y="6715"/>
                </a:lnTo>
                <a:lnTo>
                  <a:pt x="5565" y="6714"/>
                </a:lnTo>
                <a:lnTo>
                  <a:pt x="5565" y="6715"/>
                </a:lnTo>
                <a:lnTo>
                  <a:pt x="5564" y="6715"/>
                </a:lnTo>
                <a:lnTo>
                  <a:pt x="5564" y="6714"/>
                </a:lnTo>
                <a:lnTo>
                  <a:pt x="5563" y="6714"/>
                </a:lnTo>
                <a:lnTo>
                  <a:pt x="5563" y="6713"/>
                </a:lnTo>
                <a:lnTo>
                  <a:pt x="5562" y="6713"/>
                </a:lnTo>
                <a:lnTo>
                  <a:pt x="5562" y="6714"/>
                </a:lnTo>
                <a:lnTo>
                  <a:pt x="5563" y="6714"/>
                </a:lnTo>
                <a:lnTo>
                  <a:pt x="5563" y="6715"/>
                </a:lnTo>
                <a:lnTo>
                  <a:pt x="5564" y="6716"/>
                </a:lnTo>
                <a:lnTo>
                  <a:pt x="5565" y="6716"/>
                </a:lnTo>
                <a:lnTo>
                  <a:pt x="5566" y="6716"/>
                </a:lnTo>
                <a:lnTo>
                  <a:pt x="5566" y="6718"/>
                </a:lnTo>
                <a:lnTo>
                  <a:pt x="5566" y="6719"/>
                </a:lnTo>
                <a:lnTo>
                  <a:pt x="5565" y="6719"/>
                </a:lnTo>
                <a:lnTo>
                  <a:pt x="5565" y="6720"/>
                </a:lnTo>
                <a:lnTo>
                  <a:pt x="5564" y="6719"/>
                </a:lnTo>
                <a:lnTo>
                  <a:pt x="5564" y="6718"/>
                </a:lnTo>
                <a:lnTo>
                  <a:pt x="5563" y="6717"/>
                </a:lnTo>
                <a:lnTo>
                  <a:pt x="5562" y="6717"/>
                </a:lnTo>
                <a:lnTo>
                  <a:pt x="5561" y="6717"/>
                </a:lnTo>
                <a:lnTo>
                  <a:pt x="5562" y="6717"/>
                </a:lnTo>
                <a:lnTo>
                  <a:pt x="5563" y="6717"/>
                </a:lnTo>
                <a:lnTo>
                  <a:pt x="5563" y="6718"/>
                </a:lnTo>
                <a:lnTo>
                  <a:pt x="5564" y="6718"/>
                </a:lnTo>
                <a:lnTo>
                  <a:pt x="5564" y="6719"/>
                </a:lnTo>
                <a:lnTo>
                  <a:pt x="5564" y="6720"/>
                </a:lnTo>
                <a:lnTo>
                  <a:pt x="5564" y="6721"/>
                </a:lnTo>
                <a:lnTo>
                  <a:pt x="5565" y="6721"/>
                </a:lnTo>
                <a:lnTo>
                  <a:pt x="5566" y="6720"/>
                </a:lnTo>
                <a:lnTo>
                  <a:pt x="5567" y="6720"/>
                </a:lnTo>
                <a:lnTo>
                  <a:pt x="5567" y="6721"/>
                </a:lnTo>
                <a:lnTo>
                  <a:pt x="5568" y="6721"/>
                </a:lnTo>
                <a:lnTo>
                  <a:pt x="5568" y="6722"/>
                </a:lnTo>
                <a:lnTo>
                  <a:pt x="5568" y="6723"/>
                </a:lnTo>
                <a:lnTo>
                  <a:pt x="5567" y="6724"/>
                </a:lnTo>
                <a:lnTo>
                  <a:pt x="5568" y="6727"/>
                </a:lnTo>
                <a:lnTo>
                  <a:pt x="5567" y="6727"/>
                </a:lnTo>
                <a:lnTo>
                  <a:pt x="5567" y="6728"/>
                </a:lnTo>
                <a:lnTo>
                  <a:pt x="5566" y="6730"/>
                </a:lnTo>
                <a:lnTo>
                  <a:pt x="5565" y="6730"/>
                </a:lnTo>
                <a:lnTo>
                  <a:pt x="5565" y="6731"/>
                </a:lnTo>
                <a:lnTo>
                  <a:pt x="5564" y="6731"/>
                </a:lnTo>
                <a:lnTo>
                  <a:pt x="5565" y="6731"/>
                </a:lnTo>
                <a:lnTo>
                  <a:pt x="5566" y="6732"/>
                </a:lnTo>
                <a:lnTo>
                  <a:pt x="5566" y="6733"/>
                </a:lnTo>
                <a:lnTo>
                  <a:pt x="5566" y="6734"/>
                </a:lnTo>
                <a:lnTo>
                  <a:pt x="5565" y="6734"/>
                </a:lnTo>
                <a:lnTo>
                  <a:pt x="5565" y="6735"/>
                </a:lnTo>
                <a:lnTo>
                  <a:pt x="5564" y="6735"/>
                </a:lnTo>
                <a:lnTo>
                  <a:pt x="5564" y="6734"/>
                </a:lnTo>
                <a:lnTo>
                  <a:pt x="5562" y="6733"/>
                </a:lnTo>
                <a:lnTo>
                  <a:pt x="5561" y="6734"/>
                </a:lnTo>
                <a:lnTo>
                  <a:pt x="5562" y="6734"/>
                </a:lnTo>
                <a:lnTo>
                  <a:pt x="5563" y="6735"/>
                </a:lnTo>
                <a:lnTo>
                  <a:pt x="5564" y="6735"/>
                </a:lnTo>
                <a:lnTo>
                  <a:pt x="5564" y="6736"/>
                </a:lnTo>
                <a:lnTo>
                  <a:pt x="5563" y="6736"/>
                </a:lnTo>
                <a:lnTo>
                  <a:pt x="5563" y="6737"/>
                </a:lnTo>
                <a:lnTo>
                  <a:pt x="5564" y="6738"/>
                </a:lnTo>
                <a:lnTo>
                  <a:pt x="5565" y="6738"/>
                </a:lnTo>
                <a:lnTo>
                  <a:pt x="5565" y="6739"/>
                </a:lnTo>
                <a:lnTo>
                  <a:pt x="5565" y="6740"/>
                </a:lnTo>
                <a:lnTo>
                  <a:pt x="5566" y="6740"/>
                </a:lnTo>
                <a:lnTo>
                  <a:pt x="5566" y="6741"/>
                </a:lnTo>
                <a:lnTo>
                  <a:pt x="5566" y="6742"/>
                </a:lnTo>
                <a:lnTo>
                  <a:pt x="5566" y="6743"/>
                </a:lnTo>
                <a:lnTo>
                  <a:pt x="5567" y="6743"/>
                </a:lnTo>
                <a:lnTo>
                  <a:pt x="5566" y="6744"/>
                </a:lnTo>
                <a:lnTo>
                  <a:pt x="5566" y="6745"/>
                </a:lnTo>
                <a:lnTo>
                  <a:pt x="5567" y="6746"/>
                </a:lnTo>
                <a:lnTo>
                  <a:pt x="5568" y="6746"/>
                </a:lnTo>
                <a:lnTo>
                  <a:pt x="5569" y="6746"/>
                </a:lnTo>
                <a:lnTo>
                  <a:pt x="5570" y="6747"/>
                </a:lnTo>
                <a:lnTo>
                  <a:pt x="5571" y="6747"/>
                </a:lnTo>
                <a:lnTo>
                  <a:pt x="5571" y="6748"/>
                </a:lnTo>
                <a:lnTo>
                  <a:pt x="5570" y="6748"/>
                </a:lnTo>
                <a:lnTo>
                  <a:pt x="5570" y="6749"/>
                </a:lnTo>
                <a:lnTo>
                  <a:pt x="5571" y="6749"/>
                </a:lnTo>
                <a:lnTo>
                  <a:pt x="5571" y="6750"/>
                </a:lnTo>
                <a:lnTo>
                  <a:pt x="5570" y="6750"/>
                </a:lnTo>
                <a:lnTo>
                  <a:pt x="5569" y="6750"/>
                </a:lnTo>
                <a:lnTo>
                  <a:pt x="5568" y="6749"/>
                </a:lnTo>
                <a:lnTo>
                  <a:pt x="5568" y="6750"/>
                </a:lnTo>
                <a:lnTo>
                  <a:pt x="5568" y="6751"/>
                </a:lnTo>
                <a:lnTo>
                  <a:pt x="5567" y="6751"/>
                </a:lnTo>
                <a:lnTo>
                  <a:pt x="5564" y="6751"/>
                </a:lnTo>
                <a:lnTo>
                  <a:pt x="5563" y="6751"/>
                </a:lnTo>
                <a:lnTo>
                  <a:pt x="5562" y="6750"/>
                </a:lnTo>
                <a:lnTo>
                  <a:pt x="5561" y="6749"/>
                </a:lnTo>
                <a:lnTo>
                  <a:pt x="5560" y="6748"/>
                </a:lnTo>
                <a:lnTo>
                  <a:pt x="5560" y="6749"/>
                </a:lnTo>
                <a:lnTo>
                  <a:pt x="5559" y="6749"/>
                </a:lnTo>
                <a:lnTo>
                  <a:pt x="5558" y="6749"/>
                </a:lnTo>
                <a:lnTo>
                  <a:pt x="5557" y="6749"/>
                </a:lnTo>
                <a:lnTo>
                  <a:pt x="5556" y="6749"/>
                </a:lnTo>
                <a:lnTo>
                  <a:pt x="5555" y="6749"/>
                </a:lnTo>
                <a:lnTo>
                  <a:pt x="5554" y="6750"/>
                </a:lnTo>
                <a:lnTo>
                  <a:pt x="5553" y="6751"/>
                </a:lnTo>
                <a:lnTo>
                  <a:pt x="5552" y="6751"/>
                </a:lnTo>
                <a:lnTo>
                  <a:pt x="5552" y="6752"/>
                </a:lnTo>
                <a:lnTo>
                  <a:pt x="5551" y="6752"/>
                </a:lnTo>
                <a:lnTo>
                  <a:pt x="5550" y="6752"/>
                </a:lnTo>
                <a:lnTo>
                  <a:pt x="5549" y="6753"/>
                </a:lnTo>
                <a:lnTo>
                  <a:pt x="5548" y="6754"/>
                </a:lnTo>
                <a:lnTo>
                  <a:pt x="5547" y="6754"/>
                </a:lnTo>
                <a:lnTo>
                  <a:pt x="5547" y="6755"/>
                </a:lnTo>
                <a:lnTo>
                  <a:pt x="5547" y="6754"/>
                </a:lnTo>
                <a:lnTo>
                  <a:pt x="5546" y="6754"/>
                </a:lnTo>
                <a:lnTo>
                  <a:pt x="5546" y="6753"/>
                </a:lnTo>
                <a:lnTo>
                  <a:pt x="5545" y="6753"/>
                </a:lnTo>
                <a:lnTo>
                  <a:pt x="5545" y="6751"/>
                </a:lnTo>
                <a:lnTo>
                  <a:pt x="5545" y="6750"/>
                </a:lnTo>
                <a:lnTo>
                  <a:pt x="5546" y="6749"/>
                </a:lnTo>
                <a:lnTo>
                  <a:pt x="5545" y="6748"/>
                </a:lnTo>
                <a:lnTo>
                  <a:pt x="5544" y="6747"/>
                </a:lnTo>
                <a:lnTo>
                  <a:pt x="5543" y="6747"/>
                </a:lnTo>
                <a:lnTo>
                  <a:pt x="5543" y="6746"/>
                </a:lnTo>
                <a:lnTo>
                  <a:pt x="5542" y="6746"/>
                </a:lnTo>
                <a:lnTo>
                  <a:pt x="5540" y="6746"/>
                </a:lnTo>
                <a:lnTo>
                  <a:pt x="5540" y="6745"/>
                </a:lnTo>
                <a:lnTo>
                  <a:pt x="5540" y="6744"/>
                </a:lnTo>
                <a:lnTo>
                  <a:pt x="5540" y="6743"/>
                </a:lnTo>
                <a:lnTo>
                  <a:pt x="5541" y="6743"/>
                </a:lnTo>
                <a:lnTo>
                  <a:pt x="5541" y="6744"/>
                </a:lnTo>
                <a:lnTo>
                  <a:pt x="5543" y="6744"/>
                </a:lnTo>
                <a:lnTo>
                  <a:pt x="5544" y="6744"/>
                </a:lnTo>
                <a:lnTo>
                  <a:pt x="5543" y="6743"/>
                </a:lnTo>
                <a:lnTo>
                  <a:pt x="5542" y="6741"/>
                </a:lnTo>
                <a:lnTo>
                  <a:pt x="5541" y="6740"/>
                </a:lnTo>
                <a:lnTo>
                  <a:pt x="5540" y="6740"/>
                </a:lnTo>
                <a:lnTo>
                  <a:pt x="5540" y="6739"/>
                </a:lnTo>
                <a:lnTo>
                  <a:pt x="5540" y="6738"/>
                </a:lnTo>
                <a:lnTo>
                  <a:pt x="5539" y="6738"/>
                </a:lnTo>
                <a:lnTo>
                  <a:pt x="5539" y="6737"/>
                </a:lnTo>
                <a:lnTo>
                  <a:pt x="5540" y="6736"/>
                </a:lnTo>
                <a:lnTo>
                  <a:pt x="5541" y="6735"/>
                </a:lnTo>
                <a:lnTo>
                  <a:pt x="5541" y="6734"/>
                </a:lnTo>
                <a:lnTo>
                  <a:pt x="5541" y="6733"/>
                </a:lnTo>
                <a:lnTo>
                  <a:pt x="5541" y="6732"/>
                </a:lnTo>
                <a:lnTo>
                  <a:pt x="5541" y="6731"/>
                </a:lnTo>
                <a:lnTo>
                  <a:pt x="5541" y="6730"/>
                </a:lnTo>
                <a:lnTo>
                  <a:pt x="5541" y="6729"/>
                </a:lnTo>
                <a:lnTo>
                  <a:pt x="5540" y="6729"/>
                </a:lnTo>
                <a:lnTo>
                  <a:pt x="5540" y="6730"/>
                </a:lnTo>
                <a:lnTo>
                  <a:pt x="5540" y="6732"/>
                </a:lnTo>
                <a:lnTo>
                  <a:pt x="5539" y="6732"/>
                </a:lnTo>
                <a:lnTo>
                  <a:pt x="5539" y="6733"/>
                </a:lnTo>
                <a:lnTo>
                  <a:pt x="5538" y="6734"/>
                </a:lnTo>
                <a:lnTo>
                  <a:pt x="5537" y="6734"/>
                </a:lnTo>
                <a:lnTo>
                  <a:pt x="5537" y="6735"/>
                </a:lnTo>
                <a:lnTo>
                  <a:pt x="5538" y="6735"/>
                </a:lnTo>
                <a:lnTo>
                  <a:pt x="5537" y="6737"/>
                </a:lnTo>
                <a:lnTo>
                  <a:pt x="5537" y="6736"/>
                </a:lnTo>
                <a:lnTo>
                  <a:pt x="5536" y="6736"/>
                </a:lnTo>
                <a:lnTo>
                  <a:pt x="5535" y="6736"/>
                </a:lnTo>
                <a:lnTo>
                  <a:pt x="5535" y="6735"/>
                </a:lnTo>
                <a:lnTo>
                  <a:pt x="5535" y="6734"/>
                </a:lnTo>
                <a:lnTo>
                  <a:pt x="5534" y="6734"/>
                </a:lnTo>
                <a:lnTo>
                  <a:pt x="5533" y="6733"/>
                </a:lnTo>
                <a:lnTo>
                  <a:pt x="5532" y="6734"/>
                </a:lnTo>
                <a:lnTo>
                  <a:pt x="5531" y="6734"/>
                </a:lnTo>
                <a:lnTo>
                  <a:pt x="5531" y="6733"/>
                </a:lnTo>
                <a:lnTo>
                  <a:pt x="5530" y="6733"/>
                </a:lnTo>
                <a:lnTo>
                  <a:pt x="5530" y="6734"/>
                </a:lnTo>
                <a:lnTo>
                  <a:pt x="5533" y="6735"/>
                </a:lnTo>
                <a:lnTo>
                  <a:pt x="5533" y="6736"/>
                </a:lnTo>
                <a:lnTo>
                  <a:pt x="5533" y="6738"/>
                </a:lnTo>
                <a:lnTo>
                  <a:pt x="5532" y="6738"/>
                </a:lnTo>
                <a:lnTo>
                  <a:pt x="5532" y="6739"/>
                </a:lnTo>
                <a:lnTo>
                  <a:pt x="5534" y="6742"/>
                </a:lnTo>
                <a:lnTo>
                  <a:pt x="5530" y="6745"/>
                </a:lnTo>
                <a:lnTo>
                  <a:pt x="5529" y="6743"/>
                </a:lnTo>
                <a:lnTo>
                  <a:pt x="5526" y="6740"/>
                </a:lnTo>
                <a:lnTo>
                  <a:pt x="5526" y="6738"/>
                </a:lnTo>
                <a:lnTo>
                  <a:pt x="5527" y="6738"/>
                </a:lnTo>
                <a:lnTo>
                  <a:pt x="5527" y="6735"/>
                </a:lnTo>
                <a:lnTo>
                  <a:pt x="5526" y="6734"/>
                </a:lnTo>
                <a:lnTo>
                  <a:pt x="5526" y="6730"/>
                </a:lnTo>
                <a:lnTo>
                  <a:pt x="5527" y="6730"/>
                </a:lnTo>
                <a:lnTo>
                  <a:pt x="5526" y="6729"/>
                </a:lnTo>
                <a:lnTo>
                  <a:pt x="5527" y="6728"/>
                </a:lnTo>
                <a:lnTo>
                  <a:pt x="5527" y="6727"/>
                </a:lnTo>
                <a:lnTo>
                  <a:pt x="5527" y="6726"/>
                </a:lnTo>
                <a:lnTo>
                  <a:pt x="5528" y="6726"/>
                </a:lnTo>
                <a:lnTo>
                  <a:pt x="5528" y="6725"/>
                </a:lnTo>
                <a:lnTo>
                  <a:pt x="5527" y="6725"/>
                </a:lnTo>
                <a:lnTo>
                  <a:pt x="5527" y="6724"/>
                </a:lnTo>
                <a:lnTo>
                  <a:pt x="5528" y="6723"/>
                </a:lnTo>
                <a:lnTo>
                  <a:pt x="5529" y="6722"/>
                </a:lnTo>
                <a:lnTo>
                  <a:pt x="5529" y="6721"/>
                </a:lnTo>
                <a:lnTo>
                  <a:pt x="5531" y="6720"/>
                </a:lnTo>
                <a:lnTo>
                  <a:pt x="5531" y="6719"/>
                </a:lnTo>
                <a:lnTo>
                  <a:pt x="5532" y="6719"/>
                </a:lnTo>
                <a:lnTo>
                  <a:pt x="5532" y="6718"/>
                </a:lnTo>
                <a:lnTo>
                  <a:pt x="5532" y="6717"/>
                </a:lnTo>
                <a:lnTo>
                  <a:pt x="5533" y="6717"/>
                </a:lnTo>
                <a:lnTo>
                  <a:pt x="5532" y="6717"/>
                </a:lnTo>
                <a:lnTo>
                  <a:pt x="5531" y="6719"/>
                </a:lnTo>
                <a:lnTo>
                  <a:pt x="5530" y="6719"/>
                </a:lnTo>
                <a:lnTo>
                  <a:pt x="5530" y="6720"/>
                </a:lnTo>
                <a:lnTo>
                  <a:pt x="5529" y="6720"/>
                </a:lnTo>
                <a:lnTo>
                  <a:pt x="5529" y="6719"/>
                </a:lnTo>
                <a:lnTo>
                  <a:pt x="5528" y="6718"/>
                </a:lnTo>
                <a:lnTo>
                  <a:pt x="5528" y="6717"/>
                </a:lnTo>
                <a:lnTo>
                  <a:pt x="5528" y="6716"/>
                </a:lnTo>
                <a:lnTo>
                  <a:pt x="5528" y="6717"/>
                </a:lnTo>
                <a:lnTo>
                  <a:pt x="5527" y="6717"/>
                </a:lnTo>
                <a:lnTo>
                  <a:pt x="5528" y="6717"/>
                </a:lnTo>
                <a:lnTo>
                  <a:pt x="5528" y="6718"/>
                </a:lnTo>
                <a:lnTo>
                  <a:pt x="5528" y="6719"/>
                </a:lnTo>
                <a:lnTo>
                  <a:pt x="5528" y="6720"/>
                </a:lnTo>
                <a:lnTo>
                  <a:pt x="5528" y="6721"/>
                </a:lnTo>
                <a:lnTo>
                  <a:pt x="5528" y="6722"/>
                </a:lnTo>
                <a:lnTo>
                  <a:pt x="5527" y="6723"/>
                </a:lnTo>
                <a:lnTo>
                  <a:pt x="5526" y="6724"/>
                </a:lnTo>
                <a:lnTo>
                  <a:pt x="5526" y="6725"/>
                </a:lnTo>
                <a:lnTo>
                  <a:pt x="5526" y="6724"/>
                </a:lnTo>
                <a:lnTo>
                  <a:pt x="5525" y="6724"/>
                </a:lnTo>
                <a:lnTo>
                  <a:pt x="5524" y="6723"/>
                </a:lnTo>
                <a:lnTo>
                  <a:pt x="5524" y="6722"/>
                </a:lnTo>
                <a:lnTo>
                  <a:pt x="5523" y="6722"/>
                </a:lnTo>
                <a:lnTo>
                  <a:pt x="5524" y="6723"/>
                </a:lnTo>
                <a:lnTo>
                  <a:pt x="5524" y="6724"/>
                </a:lnTo>
                <a:lnTo>
                  <a:pt x="5525" y="6724"/>
                </a:lnTo>
                <a:lnTo>
                  <a:pt x="5525" y="6725"/>
                </a:lnTo>
                <a:lnTo>
                  <a:pt x="5526" y="6726"/>
                </a:lnTo>
                <a:lnTo>
                  <a:pt x="5526" y="6727"/>
                </a:lnTo>
                <a:lnTo>
                  <a:pt x="5525" y="6727"/>
                </a:lnTo>
                <a:lnTo>
                  <a:pt x="5525" y="6730"/>
                </a:lnTo>
                <a:lnTo>
                  <a:pt x="5524" y="6730"/>
                </a:lnTo>
                <a:lnTo>
                  <a:pt x="5524" y="6731"/>
                </a:lnTo>
                <a:lnTo>
                  <a:pt x="5524" y="6735"/>
                </a:lnTo>
                <a:lnTo>
                  <a:pt x="5523" y="6736"/>
                </a:lnTo>
                <a:lnTo>
                  <a:pt x="5522" y="6736"/>
                </a:lnTo>
                <a:lnTo>
                  <a:pt x="5522" y="6737"/>
                </a:lnTo>
                <a:lnTo>
                  <a:pt x="5523" y="6737"/>
                </a:lnTo>
                <a:lnTo>
                  <a:pt x="5522" y="6737"/>
                </a:lnTo>
                <a:lnTo>
                  <a:pt x="5522" y="6738"/>
                </a:lnTo>
                <a:lnTo>
                  <a:pt x="5521" y="6737"/>
                </a:lnTo>
                <a:lnTo>
                  <a:pt x="5520" y="6737"/>
                </a:lnTo>
                <a:lnTo>
                  <a:pt x="5520" y="6736"/>
                </a:lnTo>
                <a:lnTo>
                  <a:pt x="5519" y="6736"/>
                </a:lnTo>
                <a:lnTo>
                  <a:pt x="5518" y="6734"/>
                </a:lnTo>
                <a:lnTo>
                  <a:pt x="5518" y="6733"/>
                </a:lnTo>
                <a:lnTo>
                  <a:pt x="5518" y="6732"/>
                </a:lnTo>
                <a:lnTo>
                  <a:pt x="5518" y="6731"/>
                </a:lnTo>
                <a:lnTo>
                  <a:pt x="5518" y="6730"/>
                </a:lnTo>
                <a:lnTo>
                  <a:pt x="5518" y="6729"/>
                </a:lnTo>
                <a:lnTo>
                  <a:pt x="5518" y="6728"/>
                </a:lnTo>
                <a:lnTo>
                  <a:pt x="5518" y="6727"/>
                </a:lnTo>
                <a:lnTo>
                  <a:pt x="5517" y="6727"/>
                </a:lnTo>
                <a:lnTo>
                  <a:pt x="5517" y="6726"/>
                </a:lnTo>
                <a:lnTo>
                  <a:pt x="5517" y="6725"/>
                </a:lnTo>
                <a:lnTo>
                  <a:pt x="5517" y="6724"/>
                </a:lnTo>
                <a:lnTo>
                  <a:pt x="5516" y="6724"/>
                </a:lnTo>
                <a:lnTo>
                  <a:pt x="5516" y="6723"/>
                </a:lnTo>
                <a:lnTo>
                  <a:pt x="5515" y="6723"/>
                </a:lnTo>
                <a:lnTo>
                  <a:pt x="5514" y="6723"/>
                </a:lnTo>
                <a:lnTo>
                  <a:pt x="5514" y="6722"/>
                </a:lnTo>
                <a:lnTo>
                  <a:pt x="5513" y="6722"/>
                </a:lnTo>
                <a:lnTo>
                  <a:pt x="5512" y="6722"/>
                </a:lnTo>
                <a:lnTo>
                  <a:pt x="5512" y="6721"/>
                </a:lnTo>
                <a:lnTo>
                  <a:pt x="5512" y="6720"/>
                </a:lnTo>
                <a:lnTo>
                  <a:pt x="5511" y="6719"/>
                </a:lnTo>
                <a:lnTo>
                  <a:pt x="5511" y="6717"/>
                </a:lnTo>
                <a:lnTo>
                  <a:pt x="5512" y="6717"/>
                </a:lnTo>
                <a:lnTo>
                  <a:pt x="5513" y="6717"/>
                </a:lnTo>
                <a:lnTo>
                  <a:pt x="5514" y="6717"/>
                </a:lnTo>
                <a:lnTo>
                  <a:pt x="5515" y="6717"/>
                </a:lnTo>
                <a:lnTo>
                  <a:pt x="5515" y="6716"/>
                </a:lnTo>
                <a:lnTo>
                  <a:pt x="5514" y="6716"/>
                </a:lnTo>
                <a:lnTo>
                  <a:pt x="5514" y="6715"/>
                </a:lnTo>
                <a:lnTo>
                  <a:pt x="5515" y="6715"/>
                </a:lnTo>
                <a:lnTo>
                  <a:pt x="5515" y="6714"/>
                </a:lnTo>
                <a:lnTo>
                  <a:pt x="5515" y="6713"/>
                </a:lnTo>
                <a:lnTo>
                  <a:pt x="5516" y="6713"/>
                </a:lnTo>
                <a:lnTo>
                  <a:pt x="5517" y="6713"/>
                </a:lnTo>
                <a:lnTo>
                  <a:pt x="5517" y="6712"/>
                </a:lnTo>
                <a:lnTo>
                  <a:pt x="5518" y="6712"/>
                </a:lnTo>
                <a:lnTo>
                  <a:pt x="5518" y="6711"/>
                </a:lnTo>
                <a:lnTo>
                  <a:pt x="5519" y="6711"/>
                </a:lnTo>
                <a:lnTo>
                  <a:pt x="5519" y="6710"/>
                </a:lnTo>
                <a:lnTo>
                  <a:pt x="5518" y="6711"/>
                </a:lnTo>
                <a:lnTo>
                  <a:pt x="5518" y="6710"/>
                </a:lnTo>
                <a:lnTo>
                  <a:pt x="5519" y="6709"/>
                </a:lnTo>
                <a:lnTo>
                  <a:pt x="5520" y="6709"/>
                </a:lnTo>
                <a:lnTo>
                  <a:pt x="5520" y="6708"/>
                </a:lnTo>
                <a:lnTo>
                  <a:pt x="5520" y="6707"/>
                </a:lnTo>
                <a:lnTo>
                  <a:pt x="5519" y="6706"/>
                </a:lnTo>
                <a:lnTo>
                  <a:pt x="5519" y="6705"/>
                </a:lnTo>
                <a:lnTo>
                  <a:pt x="5518" y="6705"/>
                </a:lnTo>
                <a:lnTo>
                  <a:pt x="5518" y="6704"/>
                </a:lnTo>
                <a:lnTo>
                  <a:pt x="5519" y="6704"/>
                </a:lnTo>
                <a:lnTo>
                  <a:pt x="5520" y="6703"/>
                </a:lnTo>
                <a:lnTo>
                  <a:pt x="5521" y="6702"/>
                </a:lnTo>
                <a:lnTo>
                  <a:pt x="5523" y="6701"/>
                </a:lnTo>
                <a:lnTo>
                  <a:pt x="5523" y="6700"/>
                </a:lnTo>
                <a:lnTo>
                  <a:pt x="5524" y="6700"/>
                </a:lnTo>
                <a:lnTo>
                  <a:pt x="5523" y="6699"/>
                </a:lnTo>
                <a:lnTo>
                  <a:pt x="5523" y="6698"/>
                </a:lnTo>
                <a:lnTo>
                  <a:pt x="5522" y="6698"/>
                </a:lnTo>
                <a:lnTo>
                  <a:pt x="5521" y="6698"/>
                </a:lnTo>
                <a:lnTo>
                  <a:pt x="5520" y="6698"/>
                </a:lnTo>
                <a:lnTo>
                  <a:pt x="5519" y="6698"/>
                </a:lnTo>
                <a:lnTo>
                  <a:pt x="5519" y="6697"/>
                </a:lnTo>
                <a:lnTo>
                  <a:pt x="5519" y="6696"/>
                </a:lnTo>
                <a:lnTo>
                  <a:pt x="5518" y="6696"/>
                </a:lnTo>
                <a:lnTo>
                  <a:pt x="5518" y="6697"/>
                </a:lnTo>
                <a:lnTo>
                  <a:pt x="5518" y="6698"/>
                </a:lnTo>
                <a:lnTo>
                  <a:pt x="5517" y="6698"/>
                </a:lnTo>
                <a:lnTo>
                  <a:pt x="5517" y="6699"/>
                </a:lnTo>
                <a:lnTo>
                  <a:pt x="5516" y="6699"/>
                </a:lnTo>
                <a:lnTo>
                  <a:pt x="5515" y="6699"/>
                </a:lnTo>
                <a:lnTo>
                  <a:pt x="5514" y="6699"/>
                </a:lnTo>
                <a:lnTo>
                  <a:pt x="5512" y="6699"/>
                </a:lnTo>
                <a:lnTo>
                  <a:pt x="5511" y="6699"/>
                </a:lnTo>
                <a:lnTo>
                  <a:pt x="5510" y="6699"/>
                </a:lnTo>
                <a:lnTo>
                  <a:pt x="5510" y="6698"/>
                </a:lnTo>
                <a:lnTo>
                  <a:pt x="5509" y="6698"/>
                </a:lnTo>
                <a:lnTo>
                  <a:pt x="5509" y="6699"/>
                </a:lnTo>
                <a:lnTo>
                  <a:pt x="5508" y="6699"/>
                </a:lnTo>
                <a:lnTo>
                  <a:pt x="5508" y="6698"/>
                </a:lnTo>
                <a:lnTo>
                  <a:pt x="5507" y="6698"/>
                </a:lnTo>
                <a:lnTo>
                  <a:pt x="5507" y="6696"/>
                </a:lnTo>
                <a:lnTo>
                  <a:pt x="5508" y="6695"/>
                </a:lnTo>
                <a:lnTo>
                  <a:pt x="5509" y="6694"/>
                </a:lnTo>
                <a:lnTo>
                  <a:pt x="5508" y="6694"/>
                </a:lnTo>
                <a:lnTo>
                  <a:pt x="5507" y="6695"/>
                </a:lnTo>
                <a:lnTo>
                  <a:pt x="5506" y="6696"/>
                </a:lnTo>
                <a:lnTo>
                  <a:pt x="5506" y="6697"/>
                </a:lnTo>
                <a:lnTo>
                  <a:pt x="5505" y="6697"/>
                </a:lnTo>
                <a:lnTo>
                  <a:pt x="5505" y="6698"/>
                </a:lnTo>
                <a:lnTo>
                  <a:pt x="5505" y="6697"/>
                </a:lnTo>
                <a:lnTo>
                  <a:pt x="5505" y="6698"/>
                </a:lnTo>
                <a:lnTo>
                  <a:pt x="5504" y="6698"/>
                </a:lnTo>
                <a:lnTo>
                  <a:pt x="5504" y="6699"/>
                </a:lnTo>
                <a:lnTo>
                  <a:pt x="5503" y="6699"/>
                </a:lnTo>
                <a:lnTo>
                  <a:pt x="5503" y="6700"/>
                </a:lnTo>
                <a:lnTo>
                  <a:pt x="5502" y="6701"/>
                </a:lnTo>
                <a:lnTo>
                  <a:pt x="5501" y="6701"/>
                </a:lnTo>
                <a:lnTo>
                  <a:pt x="5501" y="6700"/>
                </a:lnTo>
                <a:lnTo>
                  <a:pt x="5500" y="6700"/>
                </a:lnTo>
                <a:lnTo>
                  <a:pt x="5499" y="6701"/>
                </a:lnTo>
                <a:lnTo>
                  <a:pt x="5498" y="6701"/>
                </a:lnTo>
                <a:lnTo>
                  <a:pt x="5499" y="6702"/>
                </a:lnTo>
                <a:lnTo>
                  <a:pt x="5499" y="6703"/>
                </a:lnTo>
                <a:lnTo>
                  <a:pt x="5499" y="6704"/>
                </a:lnTo>
                <a:lnTo>
                  <a:pt x="5498" y="6704"/>
                </a:lnTo>
                <a:lnTo>
                  <a:pt x="5497" y="6704"/>
                </a:lnTo>
                <a:lnTo>
                  <a:pt x="5496" y="6704"/>
                </a:lnTo>
                <a:lnTo>
                  <a:pt x="5495" y="6704"/>
                </a:lnTo>
                <a:lnTo>
                  <a:pt x="5496" y="6704"/>
                </a:lnTo>
                <a:lnTo>
                  <a:pt x="5496" y="6705"/>
                </a:lnTo>
                <a:lnTo>
                  <a:pt x="5497" y="6705"/>
                </a:lnTo>
                <a:lnTo>
                  <a:pt x="5497" y="6706"/>
                </a:lnTo>
                <a:lnTo>
                  <a:pt x="5497" y="6707"/>
                </a:lnTo>
                <a:lnTo>
                  <a:pt x="5498" y="6707"/>
                </a:lnTo>
                <a:lnTo>
                  <a:pt x="5497" y="6708"/>
                </a:lnTo>
                <a:lnTo>
                  <a:pt x="5496" y="6708"/>
                </a:lnTo>
                <a:lnTo>
                  <a:pt x="5496" y="6709"/>
                </a:lnTo>
                <a:lnTo>
                  <a:pt x="5495" y="6709"/>
                </a:lnTo>
                <a:lnTo>
                  <a:pt x="5494" y="6709"/>
                </a:lnTo>
                <a:lnTo>
                  <a:pt x="5493" y="6708"/>
                </a:lnTo>
                <a:lnTo>
                  <a:pt x="5493" y="6707"/>
                </a:lnTo>
                <a:lnTo>
                  <a:pt x="5492" y="6707"/>
                </a:lnTo>
                <a:lnTo>
                  <a:pt x="5491" y="6706"/>
                </a:lnTo>
                <a:lnTo>
                  <a:pt x="5491" y="6705"/>
                </a:lnTo>
                <a:lnTo>
                  <a:pt x="5491" y="6704"/>
                </a:lnTo>
                <a:lnTo>
                  <a:pt x="5491" y="6703"/>
                </a:lnTo>
                <a:lnTo>
                  <a:pt x="5490" y="6703"/>
                </a:lnTo>
                <a:lnTo>
                  <a:pt x="5490" y="6704"/>
                </a:lnTo>
                <a:lnTo>
                  <a:pt x="5490" y="6705"/>
                </a:lnTo>
                <a:lnTo>
                  <a:pt x="5491" y="6706"/>
                </a:lnTo>
                <a:lnTo>
                  <a:pt x="5491" y="6707"/>
                </a:lnTo>
                <a:lnTo>
                  <a:pt x="5492" y="6708"/>
                </a:lnTo>
                <a:lnTo>
                  <a:pt x="5493" y="6708"/>
                </a:lnTo>
                <a:lnTo>
                  <a:pt x="5493" y="6709"/>
                </a:lnTo>
                <a:lnTo>
                  <a:pt x="5493" y="6710"/>
                </a:lnTo>
                <a:lnTo>
                  <a:pt x="5494" y="6711"/>
                </a:lnTo>
                <a:lnTo>
                  <a:pt x="5495" y="6712"/>
                </a:lnTo>
                <a:lnTo>
                  <a:pt x="5495" y="6711"/>
                </a:lnTo>
                <a:lnTo>
                  <a:pt x="5496" y="6711"/>
                </a:lnTo>
                <a:lnTo>
                  <a:pt x="5497" y="6712"/>
                </a:lnTo>
                <a:lnTo>
                  <a:pt x="5498" y="6713"/>
                </a:lnTo>
                <a:lnTo>
                  <a:pt x="5498" y="6714"/>
                </a:lnTo>
                <a:lnTo>
                  <a:pt x="5499" y="6714"/>
                </a:lnTo>
                <a:lnTo>
                  <a:pt x="5500" y="6715"/>
                </a:lnTo>
                <a:lnTo>
                  <a:pt x="5500" y="6716"/>
                </a:lnTo>
                <a:lnTo>
                  <a:pt x="5499" y="6716"/>
                </a:lnTo>
                <a:lnTo>
                  <a:pt x="5499" y="6717"/>
                </a:lnTo>
                <a:lnTo>
                  <a:pt x="5500" y="6717"/>
                </a:lnTo>
                <a:lnTo>
                  <a:pt x="5500" y="6718"/>
                </a:lnTo>
                <a:lnTo>
                  <a:pt x="5501" y="6718"/>
                </a:lnTo>
                <a:lnTo>
                  <a:pt x="5500" y="6718"/>
                </a:lnTo>
                <a:lnTo>
                  <a:pt x="5500" y="6719"/>
                </a:lnTo>
                <a:lnTo>
                  <a:pt x="5501" y="6720"/>
                </a:lnTo>
                <a:lnTo>
                  <a:pt x="5501" y="6721"/>
                </a:lnTo>
                <a:lnTo>
                  <a:pt x="5501" y="6722"/>
                </a:lnTo>
                <a:lnTo>
                  <a:pt x="5502" y="6721"/>
                </a:lnTo>
                <a:lnTo>
                  <a:pt x="5502" y="6722"/>
                </a:lnTo>
                <a:lnTo>
                  <a:pt x="5501" y="6722"/>
                </a:lnTo>
                <a:lnTo>
                  <a:pt x="5501" y="6723"/>
                </a:lnTo>
                <a:lnTo>
                  <a:pt x="5501" y="6724"/>
                </a:lnTo>
                <a:lnTo>
                  <a:pt x="5502" y="6724"/>
                </a:lnTo>
                <a:lnTo>
                  <a:pt x="5502" y="6723"/>
                </a:lnTo>
                <a:lnTo>
                  <a:pt x="5503" y="6723"/>
                </a:lnTo>
                <a:lnTo>
                  <a:pt x="5504" y="6724"/>
                </a:lnTo>
                <a:lnTo>
                  <a:pt x="5505" y="6725"/>
                </a:lnTo>
                <a:lnTo>
                  <a:pt x="5504" y="6725"/>
                </a:lnTo>
                <a:lnTo>
                  <a:pt x="5504" y="6726"/>
                </a:lnTo>
                <a:lnTo>
                  <a:pt x="5505" y="6726"/>
                </a:lnTo>
                <a:lnTo>
                  <a:pt x="5505" y="6727"/>
                </a:lnTo>
                <a:lnTo>
                  <a:pt x="5506" y="6727"/>
                </a:lnTo>
                <a:lnTo>
                  <a:pt x="5507" y="6727"/>
                </a:lnTo>
                <a:lnTo>
                  <a:pt x="5508" y="6727"/>
                </a:lnTo>
                <a:lnTo>
                  <a:pt x="5509" y="6727"/>
                </a:lnTo>
                <a:lnTo>
                  <a:pt x="5509" y="6728"/>
                </a:lnTo>
                <a:lnTo>
                  <a:pt x="5508" y="6728"/>
                </a:lnTo>
                <a:lnTo>
                  <a:pt x="5508" y="6729"/>
                </a:lnTo>
                <a:lnTo>
                  <a:pt x="5507" y="6729"/>
                </a:lnTo>
                <a:lnTo>
                  <a:pt x="5507" y="6730"/>
                </a:lnTo>
                <a:lnTo>
                  <a:pt x="5506" y="6731"/>
                </a:lnTo>
                <a:lnTo>
                  <a:pt x="5505" y="6731"/>
                </a:lnTo>
                <a:lnTo>
                  <a:pt x="5505" y="6732"/>
                </a:lnTo>
                <a:lnTo>
                  <a:pt x="5504" y="6733"/>
                </a:lnTo>
                <a:lnTo>
                  <a:pt x="5503" y="6733"/>
                </a:lnTo>
                <a:lnTo>
                  <a:pt x="5502" y="6733"/>
                </a:lnTo>
                <a:lnTo>
                  <a:pt x="5502" y="6732"/>
                </a:lnTo>
                <a:lnTo>
                  <a:pt x="5502" y="6731"/>
                </a:lnTo>
                <a:lnTo>
                  <a:pt x="5501" y="6731"/>
                </a:lnTo>
                <a:lnTo>
                  <a:pt x="5501" y="6732"/>
                </a:lnTo>
                <a:lnTo>
                  <a:pt x="5501" y="6733"/>
                </a:lnTo>
                <a:lnTo>
                  <a:pt x="5501" y="6732"/>
                </a:lnTo>
                <a:lnTo>
                  <a:pt x="5500" y="6732"/>
                </a:lnTo>
                <a:lnTo>
                  <a:pt x="5500" y="6731"/>
                </a:lnTo>
                <a:lnTo>
                  <a:pt x="5500" y="6730"/>
                </a:lnTo>
                <a:lnTo>
                  <a:pt x="5501" y="6730"/>
                </a:lnTo>
                <a:lnTo>
                  <a:pt x="5501" y="6728"/>
                </a:lnTo>
                <a:lnTo>
                  <a:pt x="5500" y="6728"/>
                </a:lnTo>
                <a:lnTo>
                  <a:pt x="5500" y="6727"/>
                </a:lnTo>
                <a:lnTo>
                  <a:pt x="5500" y="6729"/>
                </a:lnTo>
                <a:lnTo>
                  <a:pt x="5500" y="6730"/>
                </a:lnTo>
                <a:lnTo>
                  <a:pt x="5500" y="6731"/>
                </a:lnTo>
                <a:lnTo>
                  <a:pt x="5500" y="6732"/>
                </a:lnTo>
                <a:lnTo>
                  <a:pt x="5500" y="6733"/>
                </a:lnTo>
                <a:lnTo>
                  <a:pt x="5501" y="6733"/>
                </a:lnTo>
                <a:lnTo>
                  <a:pt x="5502" y="6735"/>
                </a:lnTo>
                <a:lnTo>
                  <a:pt x="5501" y="6735"/>
                </a:lnTo>
                <a:lnTo>
                  <a:pt x="5501" y="6736"/>
                </a:lnTo>
                <a:lnTo>
                  <a:pt x="5500" y="6736"/>
                </a:lnTo>
                <a:lnTo>
                  <a:pt x="5500" y="6737"/>
                </a:lnTo>
                <a:lnTo>
                  <a:pt x="5501" y="6737"/>
                </a:lnTo>
                <a:lnTo>
                  <a:pt x="5502" y="6737"/>
                </a:lnTo>
                <a:lnTo>
                  <a:pt x="5501" y="6736"/>
                </a:lnTo>
                <a:lnTo>
                  <a:pt x="5502" y="6735"/>
                </a:lnTo>
                <a:lnTo>
                  <a:pt x="5502" y="6734"/>
                </a:lnTo>
                <a:lnTo>
                  <a:pt x="5502" y="6735"/>
                </a:lnTo>
                <a:lnTo>
                  <a:pt x="5503" y="6735"/>
                </a:lnTo>
                <a:lnTo>
                  <a:pt x="5503" y="6736"/>
                </a:lnTo>
                <a:lnTo>
                  <a:pt x="5504" y="6736"/>
                </a:lnTo>
                <a:lnTo>
                  <a:pt x="5504" y="6735"/>
                </a:lnTo>
                <a:lnTo>
                  <a:pt x="5504" y="6734"/>
                </a:lnTo>
                <a:lnTo>
                  <a:pt x="5505" y="6734"/>
                </a:lnTo>
                <a:lnTo>
                  <a:pt x="5506" y="6733"/>
                </a:lnTo>
                <a:lnTo>
                  <a:pt x="5507" y="6733"/>
                </a:lnTo>
                <a:lnTo>
                  <a:pt x="5507" y="6732"/>
                </a:lnTo>
                <a:lnTo>
                  <a:pt x="5508" y="6732"/>
                </a:lnTo>
                <a:lnTo>
                  <a:pt x="5509" y="6733"/>
                </a:lnTo>
                <a:lnTo>
                  <a:pt x="5509" y="6734"/>
                </a:lnTo>
                <a:lnTo>
                  <a:pt x="5508" y="6735"/>
                </a:lnTo>
                <a:lnTo>
                  <a:pt x="5508" y="6736"/>
                </a:lnTo>
                <a:lnTo>
                  <a:pt x="5507" y="6736"/>
                </a:lnTo>
                <a:lnTo>
                  <a:pt x="5507" y="6737"/>
                </a:lnTo>
                <a:lnTo>
                  <a:pt x="5508" y="6737"/>
                </a:lnTo>
                <a:lnTo>
                  <a:pt x="5508" y="6738"/>
                </a:lnTo>
                <a:lnTo>
                  <a:pt x="5507" y="6739"/>
                </a:lnTo>
                <a:lnTo>
                  <a:pt x="5506" y="6739"/>
                </a:lnTo>
                <a:lnTo>
                  <a:pt x="5505" y="6739"/>
                </a:lnTo>
                <a:lnTo>
                  <a:pt x="5505" y="6740"/>
                </a:lnTo>
                <a:lnTo>
                  <a:pt x="5506" y="6740"/>
                </a:lnTo>
                <a:lnTo>
                  <a:pt x="5507" y="6740"/>
                </a:lnTo>
                <a:lnTo>
                  <a:pt x="5507" y="6739"/>
                </a:lnTo>
                <a:lnTo>
                  <a:pt x="5508" y="6739"/>
                </a:lnTo>
                <a:lnTo>
                  <a:pt x="5508" y="6738"/>
                </a:lnTo>
                <a:lnTo>
                  <a:pt x="5509" y="6738"/>
                </a:lnTo>
                <a:lnTo>
                  <a:pt x="5509" y="6739"/>
                </a:lnTo>
                <a:lnTo>
                  <a:pt x="5510" y="6738"/>
                </a:lnTo>
                <a:lnTo>
                  <a:pt x="5511" y="6738"/>
                </a:lnTo>
                <a:lnTo>
                  <a:pt x="5511" y="6737"/>
                </a:lnTo>
                <a:lnTo>
                  <a:pt x="5510" y="6737"/>
                </a:lnTo>
                <a:lnTo>
                  <a:pt x="5511" y="6736"/>
                </a:lnTo>
                <a:lnTo>
                  <a:pt x="5512" y="6736"/>
                </a:lnTo>
                <a:lnTo>
                  <a:pt x="5513" y="6737"/>
                </a:lnTo>
                <a:lnTo>
                  <a:pt x="5513" y="6738"/>
                </a:lnTo>
                <a:lnTo>
                  <a:pt x="5514" y="6738"/>
                </a:lnTo>
                <a:lnTo>
                  <a:pt x="5513" y="6739"/>
                </a:lnTo>
                <a:lnTo>
                  <a:pt x="5513" y="6740"/>
                </a:lnTo>
                <a:lnTo>
                  <a:pt x="5514" y="6740"/>
                </a:lnTo>
                <a:lnTo>
                  <a:pt x="5513" y="6741"/>
                </a:lnTo>
                <a:lnTo>
                  <a:pt x="5513" y="6742"/>
                </a:lnTo>
                <a:lnTo>
                  <a:pt x="5513" y="6743"/>
                </a:lnTo>
                <a:lnTo>
                  <a:pt x="5513" y="6744"/>
                </a:lnTo>
                <a:lnTo>
                  <a:pt x="5513" y="6745"/>
                </a:lnTo>
                <a:lnTo>
                  <a:pt x="5512" y="6745"/>
                </a:lnTo>
                <a:lnTo>
                  <a:pt x="5512" y="6744"/>
                </a:lnTo>
                <a:lnTo>
                  <a:pt x="5510" y="6744"/>
                </a:lnTo>
                <a:lnTo>
                  <a:pt x="5510" y="6745"/>
                </a:lnTo>
                <a:lnTo>
                  <a:pt x="5509" y="6745"/>
                </a:lnTo>
                <a:lnTo>
                  <a:pt x="5509" y="6746"/>
                </a:lnTo>
                <a:lnTo>
                  <a:pt x="5508" y="6747"/>
                </a:lnTo>
                <a:lnTo>
                  <a:pt x="5509" y="6747"/>
                </a:lnTo>
                <a:lnTo>
                  <a:pt x="5510" y="6746"/>
                </a:lnTo>
                <a:lnTo>
                  <a:pt x="5510" y="6745"/>
                </a:lnTo>
                <a:lnTo>
                  <a:pt x="5511" y="6745"/>
                </a:lnTo>
                <a:lnTo>
                  <a:pt x="5511" y="6746"/>
                </a:lnTo>
                <a:lnTo>
                  <a:pt x="5510" y="6747"/>
                </a:lnTo>
                <a:lnTo>
                  <a:pt x="5510" y="6748"/>
                </a:lnTo>
                <a:lnTo>
                  <a:pt x="5510" y="6749"/>
                </a:lnTo>
                <a:lnTo>
                  <a:pt x="5509" y="6750"/>
                </a:lnTo>
                <a:lnTo>
                  <a:pt x="5508" y="6751"/>
                </a:lnTo>
                <a:lnTo>
                  <a:pt x="5507" y="6751"/>
                </a:lnTo>
                <a:lnTo>
                  <a:pt x="5506" y="6751"/>
                </a:lnTo>
                <a:lnTo>
                  <a:pt x="5507" y="6750"/>
                </a:lnTo>
                <a:lnTo>
                  <a:pt x="5506" y="6750"/>
                </a:lnTo>
                <a:lnTo>
                  <a:pt x="5505" y="6749"/>
                </a:lnTo>
                <a:lnTo>
                  <a:pt x="5505" y="6750"/>
                </a:lnTo>
                <a:lnTo>
                  <a:pt x="5505" y="6751"/>
                </a:lnTo>
                <a:lnTo>
                  <a:pt x="5506" y="6751"/>
                </a:lnTo>
                <a:lnTo>
                  <a:pt x="5507" y="6751"/>
                </a:lnTo>
                <a:lnTo>
                  <a:pt x="5507" y="6752"/>
                </a:lnTo>
                <a:lnTo>
                  <a:pt x="5506" y="6753"/>
                </a:lnTo>
                <a:lnTo>
                  <a:pt x="5506" y="6754"/>
                </a:lnTo>
                <a:lnTo>
                  <a:pt x="5507" y="6754"/>
                </a:lnTo>
                <a:lnTo>
                  <a:pt x="5506" y="6754"/>
                </a:lnTo>
                <a:lnTo>
                  <a:pt x="5506" y="6755"/>
                </a:lnTo>
                <a:lnTo>
                  <a:pt x="5505" y="6756"/>
                </a:lnTo>
                <a:lnTo>
                  <a:pt x="5504" y="6756"/>
                </a:lnTo>
                <a:lnTo>
                  <a:pt x="5504" y="6757"/>
                </a:lnTo>
                <a:lnTo>
                  <a:pt x="5505" y="6757"/>
                </a:lnTo>
                <a:lnTo>
                  <a:pt x="5504" y="6758"/>
                </a:lnTo>
                <a:lnTo>
                  <a:pt x="5504" y="6759"/>
                </a:lnTo>
                <a:lnTo>
                  <a:pt x="5503" y="6759"/>
                </a:lnTo>
                <a:lnTo>
                  <a:pt x="5499" y="6761"/>
                </a:lnTo>
                <a:lnTo>
                  <a:pt x="5498" y="6761"/>
                </a:lnTo>
                <a:lnTo>
                  <a:pt x="5497" y="6762"/>
                </a:lnTo>
                <a:lnTo>
                  <a:pt x="5496" y="6761"/>
                </a:lnTo>
                <a:lnTo>
                  <a:pt x="5496" y="6760"/>
                </a:lnTo>
                <a:lnTo>
                  <a:pt x="5496" y="6759"/>
                </a:lnTo>
                <a:lnTo>
                  <a:pt x="5497" y="6759"/>
                </a:lnTo>
                <a:lnTo>
                  <a:pt x="5497" y="6758"/>
                </a:lnTo>
                <a:lnTo>
                  <a:pt x="5498" y="6757"/>
                </a:lnTo>
                <a:lnTo>
                  <a:pt x="5499" y="6756"/>
                </a:lnTo>
                <a:lnTo>
                  <a:pt x="5499" y="6755"/>
                </a:lnTo>
                <a:lnTo>
                  <a:pt x="5498" y="6755"/>
                </a:lnTo>
                <a:lnTo>
                  <a:pt x="5498" y="6756"/>
                </a:lnTo>
                <a:lnTo>
                  <a:pt x="5497" y="6757"/>
                </a:lnTo>
                <a:lnTo>
                  <a:pt x="5496" y="6757"/>
                </a:lnTo>
                <a:lnTo>
                  <a:pt x="5496" y="6758"/>
                </a:lnTo>
                <a:lnTo>
                  <a:pt x="5496" y="6759"/>
                </a:lnTo>
                <a:lnTo>
                  <a:pt x="5495" y="6760"/>
                </a:lnTo>
                <a:lnTo>
                  <a:pt x="5496" y="6761"/>
                </a:lnTo>
                <a:lnTo>
                  <a:pt x="5496" y="6762"/>
                </a:lnTo>
                <a:lnTo>
                  <a:pt x="5496" y="6763"/>
                </a:lnTo>
                <a:lnTo>
                  <a:pt x="5497" y="6764"/>
                </a:lnTo>
                <a:lnTo>
                  <a:pt x="5496" y="6764"/>
                </a:lnTo>
                <a:lnTo>
                  <a:pt x="5495" y="6764"/>
                </a:lnTo>
                <a:lnTo>
                  <a:pt x="5494" y="6764"/>
                </a:lnTo>
                <a:lnTo>
                  <a:pt x="5494" y="6765"/>
                </a:lnTo>
                <a:lnTo>
                  <a:pt x="5495" y="6765"/>
                </a:lnTo>
                <a:lnTo>
                  <a:pt x="5496" y="6765"/>
                </a:lnTo>
                <a:lnTo>
                  <a:pt x="5496" y="6766"/>
                </a:lnTo>
                <a:lnTo>
                  <a:pt x="5494" y="6766"/>
                </a:lnTo>
                <a:lnTo>
                  <a:pt x="5493" y="6766"/>
                </a:lnTo>
                <a:lnTo>
                  <a:pt x="5492" y="6767"/>
                </a:lnTo>
                <a:lnTo>
                  <a:pt x="5491" y="6767"/>
                </a:lnTo>
                <a:lnTo>
                  <a:pt x="5490" y="6768"/>
                </a:lnTo>
                <a:lnTo>
                  <a:pt x="5489" y="6767"/>
                </a:lnTo>
                <a:lnTo>
                  <a:pt x="5486" y="6767"/>
                </a:lnTo>
                <a:lnTo>
                  <a:pt x="5486" y="6768"/>
                </a:lnTo>
                <a:lnTo>
                  <a:pt x="5485" y="6768"/>
                </a:lnTo>
                <a:lnTo>
                  <a:pt x="5484" y="6768"/>
                </a:lnTo>
                <a:lnTo>
                  <a:pt x="5483" y="6768"/>
                </a:lnTo>
                <a:lnTo>
                  <a:pt x="5482" y="6769"/>
                </a:lnTo>
                <a:lnTo>
                  <a:pt x="5482" y="6770"/>
                </a:lnTo>
                <a:lnTo>
                  <a:pt x="5482" y="6771"/>
                </a:lnTo>
                <a:lnTo>
                  <a:pt x="5477" y="6771"/>
                </a:lnTo>
                <a:lnTo>
                  <a:pt x="5476" y="6769"/>
                </a:lnTo>
                <a:lnTo>
                  <a:pt x="5476" y="6768"/>
                </a:lnTo>
                <a:lnTo>
                  <a:pt x="5478" y="6764"/>
                </a:lnTo>
                <a:lnTo>
                  <a:pt x="5481" y="6764"/>
                </a:lnTo>
                <a:lnTo>
                  <a:pt x="5481" y="6763"/>
                </a:lnTo>
                <a:lnTo>
                  <a:pt x="5481" y="6762"/>
                </a:lnTo>
                <a:lnTo>
                  <a:pt x="5480" y="6761"/>
                </a:lnTo>
                <a:lnTo>
                  <a:pt x="5479" y="6760"/>
                </a:lnTo>
                <a:lnTo>
                  <a:pt x="5480" y="6759"/>
                </a:lnTo>
                <a:lnTo>
                  <a:pt x="5481" y="6759"/>
                </a:lnTo>
                <a:lnTo>
                  <a:pt x="5482" y="6759"/>
                </a:lnTo>
                <a:lnTo>
                  <a:pt x="5483" y="6759"/>
                </a:lnTo>
                <a:lnTo>
                  <a:pt x="5483" y="6758"/>
                </a:lnTo>
                <a:lnTo>
                  <a:pt x="5484" y="6758"/>
                </a:lnTo>
                <a:lnTo>
                  <a:pt x="5485" y="6758"/>
                </a:lnTo>
                <a:lnTo>
                  <a:pt x="5486" y="6759"/>
                </a:lnTo>
                <a:lnTo>
                  <a:pt x="5487" y="6759"/>
                </a:lnTo>
                <a:lnTo>
                  <a:pt x="5488" y="6758"/>
                </a:lnTo>
                <a:lnTo>
                  <a:pt x="5487" y="6758"/>
                </a:lnTo>
                <a:lnTo>
                  <a:pt x="5487" y="6757"/>
                </a:lnTo>
                <a:lnTo>
                  <a:pt x="5488" y="6757"/>
                </a:lnTo>
                <a:lnTo>
                  <a:pt x="5489" y="6757"/>
                </a:lnTo>
                <a:lnTo>
                  <a:pt x="5489" y="6756"/>
                </a:lnTo>
                <a:lnTo>
                  <a:pt x="5490" y="6755"/>
                </a:lnTo>
                <a:lnTo>
                  <a:pt x="5489" y="6755"/>
                </a:lnTo>
                <a:lnTo>
                  <a:pt x="5488" y="6756"/>
                </a:lnTo>
                <a:lnTo>
                  <a:pt x="5487" y="6756"/>
                </a:lnTo>
                <a:lnTo>
                  <a:pt x="5486" y="6757"/>
                </a:lnTo>
                <a:lnTo>
                  <a:pt x="5485" y="6757"/>
                </a:lnTo>
                <a:lnTo>
                  <a:pt x="5485" y="6756"/>
                </a:lnTo>
                <a:lnTo>
                  <a:pt x="5484" y="6755"/>
                </a:lnTo>
                <a:lnTo>
                  <a:pt x="5484" y="6754"/>
                </a:lnTo>
                <a:lnTo>
                  <a:pt x="5485" y="6754"/>
                </a:lnTo>
                <a:lnTo>
                  <a:pt x="5485" y="6753"/>
                </a:lnTo>
                <a:lnTo>
                  <a:pt x="5485" y="6752"/>
                </a:lnTo>
                <a:lnTo>
                  <a:pt x="5484" y="6752"/>
                </a:lnTo>
                <a:lnTo>
                  <a:pt x="5484" y="6751"/>
                </a:lnTo>
                <a:lnTo>
                  <a:pt x="5485" y="6751"/>
                </a:lnTo>
                <a:lnTo>
                  <a:pt x="5486" y="6752"/>
                </a:lnTo>
                <a:lnTo>
                  <a:pt x="5486" y="6751"/>
                </a:lnTo>
                <a:lnTo>
                  <a:pt x="5487" y="6750"/>
                </a:lnTo>
                <a:lnTo>
                  <a:pt x="5487" y="6749"/>
                </a:lnTo>
                <a:lnTo>
                  <a:pt x="5488" y="6749"/>
                </a:lnTo>
                <a:lnTo>
                  <a:pt x="5489" y="6748"/>
                </a:lnTo>
                <a:lnTo>
                  <a:pt x="5489" y="6747"/>
                </a:lnTo>
                <a:lnTo>
                  <a:pt x="5490" y="6747"/>
                </a:lnTo>
                <a:lnTo>
                  <a:pt x="5491" y="6747"/>
                </a:lnTo>
                <a:lnTo>
                  <a:pt x="5492" y="6747"/>
                </a:lnTo>
                <a:lnTo>
                  <a:pt x="5492" y="6746"/>
                </a:lnTo>
                <a:lnTo>
                  <a:pt x="5492" y="6745"/>
                </a:lnTo>
                <a:lnTo>
                  <a:pt x="5493" y="6745"/>
                </a:lnTo>
                <a:lnTo>
                  <a:pt x="5494" y="6745"/>
                </a:lnTo>
                <a:lnTo>
                  <a:pt x="5495" y="6745"/>
                </a:lnTo>
                <a:lnTo>
                  <a:pt x="5494" y="6745"/>
                </a:lnTo>
                <a:lnTo>
                  <a:pt x="5494" y="6744"/>
                </a:lnTo>
                <a:lnTo>
                  <a:pt x="5492" y="6744"/>
                </a:lnTo>
                <a:lnTo>
                  <a:pt x="5491" y="6744"/>
                </a:lnTo>
                <a:lnTo>
                  <a:pt x="5490" y="6745"/>
                </a:lnTo>
                <a:lnTo>
                  <a:pt x="5489" y="6745"/>
                </a:lnTo>
                <a:lnTo>
                  <a:pt x="5488" y="6746"/>
                </a:lnTo>
                <a:lnTo>
                  <a:pt x="5487" y="6746"/>
                </a:lnTo>
                <a:lnTo>
                  <a:pt x="5487" y="6747"/>
                </a:lnTo>
                <a:lnTo>
                  <a:pt x="5486" y="6747"/>
                </a:lnTo>
                <a:lnTo>
                  <a:pt x="5486" y="6746"/>
                </a:lnTo>
                <a:lnTo>
                  <a:pt x="5485" y="6747"/>
                </a:lnTo>
                <a:lnTo>
                  <a:pt x="5485" y="6748"/>
                </a:lnTo>
                <a:lnTo>
                  <a:pt x="5484" y="6748"/>
                </a:lnTo>
                <a:lnTo>
                  <a:pt x="5483" y="6749"/>
                </a:lnTo>
                <a:lnTo>
                  <a:pt x="5483" y="6748"/>
                </a:lnTo>
                <a:lnTo>
                  <a:pt x="5484" y="6747"/>
                </a:lnTo>
                <a:lnTo>
                  <a:pt x="5484" y="6746"/>
                </a:lnTo>
                <a:lnTo>
                  <a:pt x="5485" y="6745"/>
                </a:lnTo>
                <a:lnTo>
                  <a:pt x="5485" y="6744"/>
                </a:lnTo>
                <a:lnTo>
                  <a:pt x="5486" y="6743"/>
                </a:lnTo>
                <a:lnTo>
                  <a:pt x="5486" y="6744"/>
                </a:lnTo>
                <a:lnTo>
                  <a:pt x="5487" y="6744"/>
                </a:lnTo>
                <a:lnTo>
                  <a:pt x="5487" y="6743"/>
                </a:lnTo>
                <a:lnTo>
                  <a:pt x="5487" y="6742"/>
                </a:lnTo>
                <a:lnTo>
                  <a:pt x="5486" y="6742"/>
                </a:lnTo>
                <a:lnTo>
                  <a:pt x="5487" y="6741"/>
                </a:lnTo>
                <a:lnTo>
                  <a:pt x="5488" y="6740"/>
                </a:lnTo>
                <a:lnTo>
                  <a:pt x="5487" y="6740"/>
                </a:lnTo>
                <a:lnTo>
                  <a:pt x="5487" y="6741"/>
                </a:lnTo>
                <a:lnTo>
                  <a:pt x="5487" y="6740"/>
                </a:lnTo>
                <a:lnTo>
                  <a:pt x="5486" y="6740"/>
                </a:lnTo>
                <a:lnTo>
                  <a:pt x="5485" y="6740"/>
                </a:lnTo>
                <a:lnTo>
                  <a:pt x="5484" y="6741"/>
                </a:lnTo>
                <a:lnTo>
                  <a:pt x="5485" y="6741"/>
                </a:lnTo>
                <a:lnTo>
                  <a:pt x="5484" y="6741"/>
                </a:lnTo>
                <a:lnTo>
                  <a:pt x="5484" y="6742"/>
                </a:lnTo>
                <a:lnTo>
                  <a:pt x="5484" y="6743"/>
                </a:lnTo>
                <a:lnTo>
                  <a:pt x="5484" y="6744"/>
                </a:lnTo>
                <a:lnTo>
                  <a:pt x="5483" y="6744"/>
                </a:lnTo>
                <a:lnTo>
                  <a:pt x="5482" y="6745"/>
                </a:lnTo>
                <a:lnTo>
                  <a:pt x="5481" y="6745"/>
                </a:lnTo>
                <a:lnTo>
                  <a:pt x="5480" y="6746"/>
                </a:lnTo>
                <a:lnTo>
                  <a:pt x="5479" y="6746"/>
                </a:lnTo>
                <a:lnTo>
                  <a:pt x="5479" y="6745"/>
                </a:lnTo>
                <a:lnTo>
                  <a:pt x="5479" y="6744"/>
                </a:lnTo>
                <a:lnTo>
                  <a:pt x="5478" y="6744"/>
                </a:lnTo>
                <a:lnTo>
                  <a:pt x="5478" y="6745"/>
                </a:lnTo>
                <a:lnTo>
                  <a:pt x="5477" y="6744"/>
                </a:lnTo>
                <a:lnTo>
                  <a:pt x="5476" y="6744"/>
                </a:lnTo>
                <a:lnTo>
                  <a:pt x="5475" y="6743"/>
                </a:lnTo>
                <a:lnTo>
                  <a:pt x="5475" y="6742"/>
                </a:lnTo>
                <a:lnTo>
                  <a:pt x="5475" y="6741"/>
                </a:lnTo>
                <a:lnTo>
                  <a:pt x="5474" y="6742"/>
                </a:lnTo>
                <a:lnTo>
                  <a:pt x="5473" y="6743"/>
                </a:lnTo>
                <a:lnTo>
                  <a:pt x="5472" y="6743"/>
                </a:lnTo>
                <a:lnTo>
                  <a:pt x="5472" y="6742"/>
                </a:lnTo>
                <a:lnTo>
                  <a:pt x="5471" y="6742"/>
                </a:lnTo>
                <a:lnTo>
                  <a:pt x="5470" y="6742"/>
                </a:lnTo>
                <a:lnTo>
                  <a:pt x="5469" y="6741"/>
                </a:lnTo>
                <a:lnTo>
                  <a:pt x="5468" y="6741"/>
                </a:lnTo>
                <a:lnTo>
                  <a:pt x="5468" y="6740"/>
                </a:lnTo>
                <a:lnTo>
                  <a:pt x="5469" y="6740"/>
                </a:lnTo>
                <a:lnTo>
                  <a:pt x="5469" y="6739"/>
                </a:lnTo>
                <a:lnTo>
                  <a:pt x="5470" y="6739"/>
                </a:lnTo>
                <a:lnTo>
                  <a:pt x="5469" y="6738"/>
                </a:lnTo>
                <a:lnTo>
                  <a:pt x="5469" y="6737"/>
                </a:lnTo>
                <a:lnTo>
                  <a:pt x="5469" y="6736"/>
                </a:lnTo>
                <a:lnTo>
                  <a:pt x="5468" y="6736"/>
                </a:lnTo>
                <a:lnTo>
                  <a:pt x="5468" y="6737"/>
                </a:lnTo>
                <a:lnTo>
                  <a:pt x="5467" y="6737"/>
                </a:lnTo>
                <a:lnTo>
                  <a:pt x="5467" y="6738"/>
                </a:lnTo>
                <a:lnTo>
                  <a:pt x="5467" y="6739"/>
                </a:lnTo>
                <a:lnTo>
                  <a:pt x="5467" y="6740"/>
                </a:lnTo>
                <a:lnTo>
                  <a:pt x="5468" y="6741"/>
                </a:lnTo>
                <a:lnTo>
                  <a:pt x="5468" y="6742"/>
                </a:lnTo>
                <a:lnTo>
                  <a:pt x="5469" y="6742"/>
                </a:lnTo>
                <a:lnTo>
                  <a:pt x="5468" y="6742"/>
                </a:lnTo>
                <a:lnTo>
                  <a:pt x="5468" y="6743"/>
                </a:lnTo>
                <a:lnTo>
                  <a:pt x="5468" y="6745"/>
                </a:lnTo>
                <a:lnTo>
                  <a:pt x="5468" y="6746"/>
                </a:lnTo>
                <a:lnTo>
                  <a:pt x="5468" y="6747"/>
                </a:lnTo>
                <a:lnTo>
                  <a:pt x="5467" y="6747"/>
                </a:lnTo>
                <a:lnTo>
                  <a:pt x="5467" y="6746"/>
                </a:lnTo>
                <a:lnTo>
                  <a:pt x="5467" y="6745"/>
                </a:lnTo>
                <a:lnTo>
                  <a:pt x="5467" y="6744"/>
                </a:lnTo>
                <a:lnTo>
                  <a:pt x="5466" y="6744"/>
                </a:lnTo>
                <a:lnTo>
                  <a:pt x="5466" y="6743"/>
                </a:lnTo>
                <a:lnTo>
                  <a:pt x="5467" y="6743"/>
                </a:lnTo>
                <a:lnTo>
                  <a:pt x="5467" y="6742"/>
                </a:lnTo>
                <a:lnTo>
                  <a:pt x="5467" y="6741"/>
                </a:lnTo>
                <a:lnTo>
                  <a:pt x="5467" y="6742"/>
                </a:lnTo>
                <a:lnTo>
                  <a:pt x="5466" y="6743"/>
                </a:lnTo>
                <a:lnTo>
                  <a:pt x="5465" y="6744"/>
                </a:lnTo>
                <a:lnTo>
                  <a:pt x="5465" y="6745"/>
                </a:lnTo>
                <a:lnTo>
                  <a:pt x="5464" y="6745"/>
                </a:lnTo>
                <a:lnTo>
                  <a:pt x="5464" y="6746"/>
                </a:lnTo>
                <a:lnTo>
                  <a:pt x="5465" y="6747"/>
                </a:lnTo>
                <a:lnTo>
                  <a:pt x="5464" y="6748"/>
                </a:lnTo>
                <a:lnTo>
                  <a:pt x="5465" y="6749"/>
                </a:lnTo>
                <a:lnTo>
                  <a:pt x="5466" y="6749"/>
                </a:lnTo>
                <a:lnTo>
                  <a:pt x="5467" y="6751"/>
                </a:lnTo>
                <a:lnTo>
                  <a:pt x="5467" y="6752"/>
                </a:lnTo>
                <a:lnTo>
                  <a:pt x="5466" y="6752"/>
                </a:lnTo>
                <a:lnTo>
                  <a:pt x="5466" y="6753"/>
                </a:lnTo>
                <a:lnTo>
                  <a:pt x="5465" y="6753"/>
                </a:lnTo>
                <a:lnTo>
                  <a:pt x="5465" y="6754"/>
                </a:lnTo>
                <a:lnTo>
                  <a:pt x="5465" y="6755"/>
                </a:lnTo>
                <a:lnTo>
                  <a:pt x="5466" y="6755"/>
                </a:lnTo>
                <a:lnTo>
                  <a:pt x="5466" y="6756"/>
                </a:lnTo>
                <a:lnTo>
                  <a:pt x="5465" y="6756"/>
                </a:lnTo>
                <a:lnTo>
                  <a:pt x="5464" y="6756"/>
                </a:lnTo>
                <a:lnTo>
                  <a:pt x="5464" y="6757"/>
                </a:lnTo>
                <a:lnTo>
                  <a:pt x="5463" y="6757"/>
                </a:lnTo>
                <a:lnTo>
                  <a:pt x="5463" y="6758"/>
                </a:lnTo>
                <a:lnTo>
                  <a:pt x="5463" y="6759"/>
                </a:lnTo>
                <a:lnTo>
                  <a:pt x="5462" y="6759"/>
                </a:lnTo>
                <a:lnTo>
                  <a:pt x="5462" y="6760"/>
                </a:lnTo>
                <a:lnTo>
                  <a:pt x="5463" y="6760"/>
                </a:lnTo>
                <a:lnTo>
                  <a:pt x="5463" y="6761"/>
                </a:lnTo>
                <a:lnTo>
                  <a:pt x="5464" y="6760"/>
                </a:lnTo>
                <a:lnTo>
                  <a:pt x="5465" y="6760"/>
                </a:lnTo>
                <a:lnTo>
                  <a:pt x="5466" y="6759"/>
                </a:lnTo>
                <a:lnTo>
                  <a:pt x="5467" y="6759"/>
                </a:lnTo>
                <a:lnTo>
                  <a:pt x="5467" y="6760"/>
                </a:lnTo>
                <a:lnTo>
                  <a:pt x="5467" y="6761"/>
                </a:lnTo>
                <a:lnTo>
                  <a:pt x="5466" y="6762"/>
                </a:lnTo>
                <a:lnTo>
                  <a:pt x="5465" y="6763"/>
                </a:lnTo>
                <a:lnTo>
                  <a:pt x="5465" y="6764"/>
                </a:lnTo>
                <a:lnTo>
                  <a:pt x="5464" y="6764"/>
                </a:lnTo>
                <a:lnTo>
                  <a:pt x="5464" y="6765"/>
                </a:lnTo>
                <a:lnTo>
                  <a:pt x="5462" y="6767"/>
                </a:lnTo>
                <a:lnTo>
                  <a:pt x="5461" y="6768"/>
                </a:lnTo>
                <a:lnTo>
                  <a:pt x="5461" y="6769"/>
                </a:lnTo>
                <a:lnTo>
                  <a:pt x="5461" y="6770"/>
                </a:lnTo>
                <a:lnTo>
                  <a:pt x="5461" y="6771"/>
                </a:lnTo>
                <a:lnTo>
                  <a:pt x="5459" y="6771"/>
                </a:lnTo>
                <a:lnTo>
                  <a:pt x="5458" y="6772"/>
                </a:lnTo>
                <a:lnTo>
                  <a:pt x="5456" y="6772"/>
                </a:lnTo>
                <a:lnTo>
                  <a:pt x="5455" y="6773"/>
                </a:lnTo>
                <a:lnTo>
                  <a:pt x="5455" y="6774"/>
                </a:lnTo>
                <a:lnTo>
                  <a:pt x="5455" y="6775"/>
                </a:lnTo>
                <a:lnTo>
                  <a:pt x="5454" y="6775"/>
                </a:lnTo>
                <a:lnTo>
                  <a:pt x="5453" y="6775"/>
                </a:lnTo>
                <a:lnTo>
                  <a:pt x="5453" y="6776"/>
                </a:lnTo>
                <a:lnTo>
                  <a:pt x="5451" y="6777"/>
                </a:lnTo>
                <a:lnTo>
                  <a:pt x="5449" y="6778"/>
                </a:lnTo>
                <a:lnTo>
                  <a:pt x="5448" y="6779"/>
                </a:lnTo>
                <a:lnTo>
                  <a:pt x="5447" y="6780"/>
                </a:lnTo>
                <a:lnTo>
                  <a:pt x="5446" y="6779"/>
                </a:lnTo>
                <a:lnTo>
                  <a:pt x="5445" y="6779"/>
                </a:lnTo>
                <a:lnTo>
                  <a:pt x="5445" y="6778"/>
                </a:lnTo>
                <a:lnTo>
                  <a:pt x="5447" y="6777"/>
                </a:lnTo>
                <a:lnTo>
                  <a:pt x="5447" y="6776"/>
                </a:lnTo>
                <a:lnTo>
                  <a:pt x="5448" y="6776"/>
                </a:lnTo>
                <a:lnTo>
                  <a:pt x="5448" y="6774"/>
                </a:lnTo>
                <a:lnTo>
                  <a:pt x="5449" y="6773"/>
                </a:lnTo>
                <a:lnTo>
                  <a:pt x="5450" y="6773"/>
                </a:lnTo>
                <a:lnTo>
                  <a:pt x="5451" y="6772"/>
                </a:lnTo>
                <a:lnTo>
                  <a:pt x="5452" y="6771"/>
                </a:lnTo>
                <a:lnTo>
                  <a:pt x="5454" y="6764"/>
                </a:lnTo>
                <a:lnTo>
                  <a:pt x="5455" y="6763"/>
                </a:lnTo>
                <a:lnTo>
                  <a:pt x="5455" y="6762"/>
                </a:lnTo>
                <a:lnTo>
                  <a:pt x="5456" y="6761"/>
                </a:lnTo>
                <a:lnTo>
                  <a:pt x="5456" y="6760"/>
                </a:lnTo>
                <a:lnTo>
                  <a:pt x="5455" y="6760"/>
                </a:lnTo>
                <a:lnTo>
                  <a:pt x="5455" y="6761"/>
                </a:lnTo>
                <a:lnTo>
                  <a:pt x="5454" y="6761"/>
                </a:lnTo>
                <a:lnTo>
                  <a:pt x="5454" y="6762"/>
                </a:lnTo>
                <a:lnTo>
                  <a:pt x="5453" y="6762"/>
                </a:lnTo>
                <a:lnTo>
                  <a:pt x="5452" y="6760"/>
                </a:lnTo>
                <a:lnTo>
                  <a:pt x="5452" y="6759"/>
                </a:lnTo>
                <a:lnTo>
                  <a:pt x="5452" y="6758"/>
                </a:lnTo>
                <a:lnTo>
                  <a:pt x="5452" y="6757"/>
                </a:lnTo>
                <a:lnTo>
                  <a:pt x="5452" y="6756"/>
                </a:lnTo>
                <a:lnTo>
                  <a:pt x="5451" y="6756"/>
                </a:lnTo>
                <a:lnTo>
                  <a:pt x="5450" y="6756"/>
                </a:lnTo>
                <a:lnTo>
                  <a:pt x="5449" y="6756"/>
                </a:lnTo>
                <a:lnTo>
                  <a:pt x="5448" y="6756"/>
                </a:lnTo>
                <a:lnTo>
                  <a:pt x="5447" y="6756"/>
                </a:lnTo>
                <a:lnTo>
                  <a:pt x="5448" y="6755"/>
                </a:lnTo>
                <a:lnTo>
                  <a:pt x="5448" y="6754"/>
                </a:lnTo>
                <a:lnTo>
                  <a:pt x="5447" y="6755"/>
                </a:lnTo>
                <a:lnTo>
                  <a:pt x="5446" y="6755"/>
                </a:lnTo>
                <a:lnTo>
                  <a:pt x="5446" y="6754"/>
                </a:lnTo>
                <a:lnTo>
                  <a:pt x="5446" y="6755"/>
                </a:lnTo>
                <a:lnTo>
                  <a:pt x="5445" y="6755"/>
                </a:lnTo>
                <a:lnTo>
                  <a:pt x="5446" y="6755"/>
                </a:lnTo>
                <a:lnTo>
                  <a:pt x="5446" y="6756"/>
                </a:lnTo>
                <a:lnTo>
                  <a:pt x="5445" y="6757"/>
                </a:lnTo>
                <a:lnTo>
                  <a:pt x="5445" y="6758"/>
                </a:lnTo>
                <a:lnTo>
                  <a:pt x="5444" y="6759"/>
                </a:lnTo>
                <a:lnTo>
                  <a:pt x="5443" y="6758"/>
                </a:lnTo>
                <a:lnTo>
                  <a:pt x="5442" y="6758"/>
                </a:lnTo>
                <a:lnTo>
                  <a:pt x="5441" y="6758"/>
                </a:lnTo>
                <a:lnTo>
                  <a:pt x="5442" y="6759"/>
                </a:lnTo>
                <a:lnTo>
                  <a:pt x="5441" y="6759"/>
                </a:lnTo>
                <a:lnTo>
                  <a:pt x="5440" y="6759"/>
                </a:lnTo>
                <a:lnTo>
                  <a:pt x="5439" y="6759"/>
                </a:lnTo>
                <a:lnTo>
                  <a:pt x="5439" y="6760"/>
                </a:lnTo>
                <a:lnTo>
                  <a:pt x="5438" y="6760"/>
                </a:lnTo>
                <a:lnTo>
                  <a:pt x="5437" y="6759"/>
                </a:lnTo>
                <a:lnTo>
                  <a:pt x="5436" y="6759"/>
                </a:lnTo>
                <a:lnTo>
                  <a:pt x="5436" y="6760"/>
                </a:lnTo>
                <a:lnTo>
                  <a:pt x="5437" y="6761"/>
                </a:lnTo>
                <a:lnTo>
                  <a:pt x="5438" y="6761"/>
                </a:lnTo>
                <a:lnTo>
                  <a:pt x="5439" y="6762"/>
                </a:lnTo>
                <a:lnTo>
                  <a:pt x="5438" y="6762"/>
                </a:lnTo>
                <a:lnTo>
                  <a:pt x="5438" y="6763"/>
                </a:lnTo>
                <a:lnTo>
                  <a:pt x="5437" y="6764"/>
                </a:lnTo>
                <a:lnTo>
                  <a:pt x="5436" y="6764"/>
                </a:lnTo>
                <a:lnTo>
                  <a:pt x="5435" y="6764"/>
                </a:lnTo>
                <a:lnTo>
                  <a:pt x="5434" y="6764"/>
                </a:lnTo>
                <a:lnTo>
                  <a:pt x="5433" y="6765"/>
                </a:lnTo>
                <a:lnTo>
                  <a:pt x="5434" y="6765"/>
                </a:lnTo>
                <a:lnTo>
                  <a:pt x="5434" y="6766"/>
                </a:lnTo>
                <a:lnTo>
                  <a:pt x="5433" y="6766"/>
                </a:lnTo>
                <a:lnTo>
                  <a:pt x="5432" y="6765"/>
                </a:lnTo>
                <a:lnTo>
                  <a:pt x="5431" y="6765"/>
                </a:lnTo>
                <a:lnTo>
                  <a:pt x="5431" y="6766"/>
                </a:lnTo>
                <a:lnTo>
                  <a:pt x="5431" y="6767"/>
                </a:lnTo>
                <a:lnTo>
                  <a:pt x="5432" y="6768"/>
                </a:lnTo>
                <a:lnTo>
                  <a:pt x="5433" y="6770"/>
                </a:lnTo>
                <a:lnTo>
                  <a:pt x="5434" y="6770"/>
                </a:lnTo>
                <a:lnTo>
                  <a:pt x="5435" y="6770"/>
                </a:lnTo>
                <a:lnTo>
                  <a:pt x="5436" y="6771"/>
                </a:lnTo>
                <a:lnTo>
                  <a:pt x="5437" y="6771"/>
                </a:lnTo>
                <a:lnTo>
                  <a:pt x="5438" y="6771"/>
                </a:lnTo>
                <a:lnTo>
                  <a:pt x="5439" y="6772"/>
                </a:lnTo>
                <a:lnTo>
                  <a:pt x="5440" y="6772"/>
                </a:lnTo>
                <a:lnTo>
                  <a:pt x="5441" y="6773"/>
                </a:lnTo>
                <a:lnTo>
                  <a:pt x="5441" y="6774"/>
                </a:lnTo>
                <a:lnTo>
                  <a:pt x="5440" y="6774"/>
                </a:lnTo>
                <a:lnTo>
                  <a:pt x="5438" y="6774"/>
                </a:lnTo>
                <a:lnTo>
                  <a:pt x="5435" y="6775"/>
                </a:lnTo>
                <a:lnTo>
                  <a:pt x="5434" y="6775"/>
                </a:lnTo>
                <a:lnTo>
                  <a:pt x="5432" y="6776"/>
                </a:lnTo>
                <a:lnTo>
                  <a:pt x="5431" y="6776"/>
                </a:lnTo>
                <a:lnTo>
                  <a:pt x="5428" y="6777"/>
                </a:lnTo>
                <a:lnTo>
                  <a:pt x="5427" y="6777"/>
                </a:lnTo>
                <a:lnTo>
                  <a:pt x="5427" y="6776"/>
                </a:lnTo>
                <a:lnTo>
                  <a:pt x="5429" y="6776"/>
                </a:lnTo>
                <a:lnTo>
                  <a:pt x="5430" y="6776"/>
                </a:lnTo>
                <a:lnTo>
                  <a:pt x="5430" y="6775"/>
                </a:lnTo>
                <a:lnTo>
                  <a:pt x="5430" y="6774"/>
                </a:lnTo>
                <a:lnTo>
                  <a:pt x="5430" y="6773"/>
                </a:lnTo>
                <a:lnTo>
                  <a:pt x="5429" y="6774"/>
                </a:lnTo>
                <a:lnTo>
                  <a:pt x="5426" y="6774"/>
                </a:lnTo>
                <a:lnTo>
                  <a:pt x="5425" y="6774"/>
                </a:lnTo>
                <a:lnTo>
                  <a:pt x="5424" y="6774"/>
                </a:lnTo>
                <a:lnTo>
                  <a:pt x="5424" y="6773"/>
                </a:lnTo>
                <a:lnTo>
                  <a:pt x="5424" y="6772"/>
                </a:lnTo>
                <a:lnTo>
                  <a:pt x="5425" y="6773"/>
                </a:lnTo>
                <a:lnTo>
                  <a:pt x="5421" y="6770"/>
                </a:lnTo>
                <a:lnTo>
                  <a:pt x="5420" y="6770"/>
                </a:lnTo>
                <a:lnTo>
                  <a:pt x="5420" y="6771"/>
                </a:lnTo>
                <a:lnTo>
                  <a:pt x="5421" y="6771"/>
                </a:lnTo>
                <a:lnTo>
                  <a:pt x="5421" y="6772"/>
                </a:lnTo>
                <a:lnTo>
                  <a:pt x="5420" y="6772"/>
                </a:lnTo>
                <a:lnTo>
                  <a:pt x="5420" y="6773"/>
                </a:lnTo>
                <a:lnTo>
                  <a:pt x="5419" y="6774"/>
                </a:lnTo>
                <a:lnTo>
                  <a:pt x="5417" y="6774"/>
                </a:lnTo>
                <a:lnTo>
                  <a:pt x="5416" y="6774"/>
                </a:lnTo>
                <a:lnTo>
                  <a:pt x="5416" y="6773"/>
                </a:lnTo>
                <a:lnTo>
                  <a:pt x="5415" y="6773"/>
                </a:lnTo>
                <a:lnTo>
                  <a:pt x="5415" y="6772"/>
                </a:lnTo>
                <a:lnTo>
                  <a:pt x="5414" y="6772"/>
                </a:lnTo>
                <a:lnTo>
                  <a:pt x="5413" y="6772"/>
                </a:lnTo>
                <a:lnTo>
                  <a:pt x="5412" y="6771"/>
                </a:lnTo>
                <a:lnTo>
                  <a:pt x="5411" y="6771"/>
                </a:lnTo>
                <a:lnTo>
                  <a:pt x="5409" y="6771"/>
                </a:lnTo>
                <a:lnTo>
                  <a:pt x="5408" y="6771"/>
                </a:lnTo>
                <a:lnTo>
                  <a:pt x="5407" y="6772"/>
                </a:lnTo>
                <a:lnTo>
                  <a:pt x="5406" y="6772"/>
                </a:lnTo>
                <a:lnTo>
                  <a:pt x="5406" y="6771"/>
                </a:lnTo>
                <a:lnTo>
                  <a:pt x="5405" y="6771"/>
                </a:lnTo>
                <a:lnTo>
                  <a:pt x="5405" y="6772"/>
                </a:lnTo>
                <a:lnTo>
                  <a:pt x="5404" y="6772"/>
                </a:lnTo>
                <a:lnTo>
                  <a:pt x="5403" y="6772"/>
                </a:lnTo>
                <a:lnTo>
                  <a:pt x="5402" y="6772"/>
                </a:lnTo>
                <a:lnTo>
                  <a:pt x="5401" y="6772"/>
                </a:lnTo>
                <a:lnTo>
                  <a:pt x="5400" y="6772"/>
                </a:lnTo>
                <a:lnTo>
                  <a:pt x="5400" y="6773"/>
                </a:lnTo>
                <a:lnTo>
                  <a:pt x="5399" y="6773"/>
                </a:lnTo>
                <a:lnTo>
                  <a:pt x="5399" y="6774"/>
                </a:lnTo>
                <a:lnTo>
                  <a:pt x="5398" y="6774"/>
                </a:lnTo>
                <a:lnTo>
                  <a:pt x="5397" y="6774"/>
                </a:lnTo>
                <a:lnTo>
                  <a:pt x="5396" y="6774"/>
                </a:lnTo>
                <a:lnTo>
                  <a:pt x="5396" y="6773"/>
                </a:lnTo>
                <a:lnTo>
                  <a:pt x="5395" y="6773"/>
                </a:lnTo>
                <a:lnTo>
                  <a:pt x="5395" y="6772"/>
                </a:lnTo>
                <a:lnTo>
                  <a:pt x="5395" y="6771"/>
                </a:lnTo>
                <a:lnTo>
                  <a:pt x="5394" y="6771"/>
                </a:lnTo>
                <a:lnTo>
                  <a:pt x="5394" y="6770"/>
                </a:lnTo>
                <a:lnTo>
                  <a:pt x="5394" y="6769"/>
                </a:lnTo>
                <a:lnTo>
                  <a:pt x="5393" y="6768"/>
                </a:lnTo>
                <a:lnTo>
                  <a:pt x="5394" y="6768"/>
                </a:lnTo>
                <a:lnTo>
                  <a:pt x="5394" y="6767"/>
                </a:lnTo>
                <a:lnTo>
                  <a:pt x="5393" y="6767"/>
                </a:lnTo>
                <a:lnTo>
                  <a:pt x="5392" y="6767"/>
                </a:lnTo>
                <a:lnTo>
                  <a:pt x="5392" y="6766"/>
                </a:lnTo>
                <a:lnTo>
                  <a:pt x="5391" y="6766"/>
                </a:lnTo>
                <a:lnTo>
                  <a:pt x="5390" y="6765"/>
                </a:lnTo>
                <a:lnTo>
                  <a:pt x="5390" y="6764"/>
                </a:lnTo>
                <a:lnTo>
                  <a:pt x="5389" y="6764"/>
                </a:lnTo>
                <a:lnTo>
                  <a:pt x="5388" y="6764"/>
                </a:lnTo>
                <a:lnTo>
                  <a:pt x="5387" y="6764"/>
                </a:lnTo>
                <a:lnTo>
                  <a:pt x="5386" y="6763"/>
                </a:lnTo>
                <a:lnTo>
                  <a:pt x="5386" y="6764"/>
                </a:lnTo>
                <a:lnTo>
                  <a:pt x="5385" y="6764"/>
                </a:lnTo>
                <a:lnTo>
                  <a:pt x="5385" y="6763"/>
                </a:lnTo>
                <a:lnTo>
                  <a:pt x="5384" y="6762"/>
                </a:lnTo>
                <a:lnTo>
                  <a:pt x="5383" y="6762"/>
                </a:lnTo>
                <a:lnTo>
                  <a:pt x="5383" y="6761"/>
                </a:lnTo>
                <a:lnTo>
                  <a:pt x="5384" y="6761"/>
                </a:lnTo>
                <a:lnTo>
                  <a:pt x="5384" y="6760"/>
                </a:lnTo>
                <a:lnTo>
                  <a:pt x="5383" y="6760"/>
                </a:lnTo>
                <a:lnTo>
                  <a:pt x="5382" y="6760"/>
                </a:lnTo>
                <a:lnTo>
                  <a:pt x="5382" y="6759"/>
                </a:lnTo>
                <a:lnTo>
                  <a:pt x="5383" y="6759"/>
                </a:lnTo>
                <a:lnTo>
                  <a:pt x="5383" y="6758"/>
                </a:lnTo>
                <a:lnTo>
                  <a:pt x="5382" y="6758"/>
                </a:lnTo>
                <a:lnTo>
                  <a:pt x="5382" y="6757"/>
                </a:lnTo>
                <a:lnTo>
                  <a:pt x="5383" y="6757"/>
                </a:lnTo>
                <a:lnTo>
                  <a:pt x="5383" y="6756"/>
                </a:lnTo>
                <a:lnTo>
                  <a:pt x="5382" y="6756"/>
                </a:lnTo>
                <a:lnTo>
                  <a:pt x="5381" y="6756"/>
                </a:lnTo>
                <a:lnTo>
                  <a:pt x="5381" y="6755"/>
                </a:lnTo>
                <a:lnTo>
                  <a:pt x="5381" y="6754"/>
                </a:lnTo>
                <a:lnTo>
                  <a:pt x="5381" y="6753"/>
                </a:lnTo>
                <a:lnTo>
                  <a:pt x="5380" y="6753"/>
                </a:lnTo>
                <a:lnTo>
                  <a:pt x="5379" y="6753"/>
                </a:lnTo>
                <a:lnTo>
                  <a:pt x="5379" y="6752"/>
                </a:lnTo>
                <a:lnTo>
                  <a:pt x="5377" y="6752"/>
                </a:lnTo>
                <a:lnTo>
                  <a:pt x="5377" y="6751"/>
                </a:lnTo>
                <a:lnTo>
                  <a:pt x="5376" y="6751"/>
                </a:lnTo>
                <a:lnTo>
                  <a:pt x="5376" y="6752"/>
                </a:lnTo>
                <a:lnTo>
                  <a:pt x="5375" y="6752"/>
                </a:lnTo>
                <a:lnTo>
                  <a:pt x="5374" y="6752"/>
                </a:lnTo>
                <a:lnTo>
                  <a:pt x="5374" y="6753"/>
                </a:lnTo>
                <a:lnTo>
                  <a:pt x="5373" y="6753"/>
                </a:lnTo>
                <a:lnTo>
                  <a:pt x="5372" y="6753"/>
                </a:lnTo>
                <a:lnTo>
                  <a:pt x="5372" y="6752"/>
                </a:lnTo>
                <a:lnTo>
                  <a:pt x="5371" y="6752"/>
                </a:lnTo>
                <a:lnTo>
                  <a:pt x="5371" y="6751"/>
                </a:lnTo>
                <a:lnTo>
                  <a:pt x="5370" y="6751"/>
                </a:lnTo>
                <a:lnTo>
                  <a:pt x="5369" y="6751"/>
                </a:lnTo>
                <a:lnTo>
                  <a:pt x="5369" y="6750"/>
                </a:lnTo>
                <a:lnTo>
                  <a:pt x="5368" y="6750"/>
                </a:lnTo>
                <a:lnTo>
                  <a:pt x="5367" y="6750"/>
                </a:lnTo>
                <a:lnTo>
                  <a:pt x="5366" y="6750"/>
                </a:lnTo>
                <a:lnTo>
                  <a:pt x="5366" y="6751"/>
                </a:lnTo>
                <a:lnTo>
                  <a:pt x="5365" y="6751"/>
                </a:lnTo>
                <a:lnTo>
                  <a:pt x="5364" y="6751"/>
                </a:lnTo>
                <a:lnTo>
                  <a:pt x="5363" y="6751"/>
                </a:lnTo>
                <a:lnTo>
                  <a:pt x="5362" y="6751"/>
                </a:lnTo>
                <a:lnTo>
                  <a:pt x="5362" y="6752"/>
                </a:lnTo>
                <a:lnTo>
                  <a:pt x="5362" y="6753"/>
                </a:lnTo>
                <a:lnTo>
                  <a:pt x="5360" y="6753"/>
                </a:lnTo>
                <a:lnTo>
                  <a:pt x="5359" y="6753"/>
                </a:lnTo>
                <a:lnTo>
                  <a:pt x="5359" y="6754"/>
                </a:lnTo>
                <a:lnTo>
                  <a:pt x="5358" y="6754"/>
                </a:lnTo>
                <a:lnTo>
                  <a:pt x="5357" y="6754"/>
                </a:lnTo>
                <a:lnTo>
                  <a:pt x="5356" y="6754"/>
                </a:lnTo>
                <a:lnTo>
                  <a:pt x="5355" y="6754"/>
                </a:lnTo>
                <a:lnTo>
                  <a:pt x="5354" y="6754"/>
                </a:lnTo>
                <a:lnTo>
                  <a:pt x="5354" y="6755"/>
                </a:lnTo>
                <a:lnTo>
                  <a:pt x="5353" y="6756"/>
                </a:lnTo>
                <a:lnTo>
                  <a:pt x="5352" y="6756"/>
                </a:lnTo>
                <a:lnTo>
                  <a:pt x="5352" y="6757"/>
                </a:lnTo>
                <a:lnTo>
                  <a:pt x="5351" y="6757"/>
                </a:lnTo>
                <a:lnTo>
                  <a:pt x="5350" y="6757"/>
                </a:lnTo>
                <a:lnTo>
                  <a:pt x="5350" y="6758"/>
                </a:lnTo>
                <a:lnTo>
                  <a:pt x="5349" y="6758"/>
                </a:lnTo>
                <a:lnTo>
                  <a:pt x="5348" y="6759"/>
                </a:lnTo>
                <a:lnTo>
                  <a:pt x="5347" y="6759"/>
                </a:lnTo>
                <a:lnTo>
                  <a:pt x="5346" y="6760"/>
                </a:lnTo>
                <a:lnTo>
                  <a:pt x="5346" y="6759"/>
                </a:lnTo>
                <a:lnTo>
                  <a:pt x="5345" y="6759"/>
                </a:lnTo>
                <a:lnTo>
                  <a:pt x="5345" y="6760"/>
                </a:lnTo>
                <a:lnTo>
                  <a:pt x="5344" y="6760"/>
                </a:lnTo>
                <a:lnTo>
                  <a:pt x="5344" y="6761"/>
                </a:lnTo>
                <a:lnTo>
                  <a:pt x="5343" y="6760"/>
                </a:lnTo>
                <a:lnTo>
                  <a:pt x="5343" y="6761"/>
                </a:lnTo>
                <a:lnTo>
                  <a:pt x="5342" y="6761"/>
                </a:lnTo>
                <a:lnTo>
                  <a:pt x="5341" y="6761"/>
                </a:lnTo>
                <a:lnTo>
                  <a:pt x="5341" y="6760"/>
                </a:lnTo>
                <a:lnTo>
                  <a:pt x="5340" y="6760"/>
                </a:lnTo>
                <a:lnTo>
                  <a:pt x="5339" y="6760"/>
                </a:lnTo>
                <a:lnTo>
                  <a:pt x="5339" y="6761"/>
                </a:lnTo>
                <a:lnTo>
                  <a:pt x="5338" y="6761"/>
                </a:lnTo>
                <a:lnTo>
                  <a:pt x="5337" y="6761"/>
                </a:lnTo>
                <a:lnTo>
                  <a:pt x="5335" y="6761"/>
                </a:lnTo>
                <a:lnTo>
                  <a:pt x="5333" y="6762"/>
                </a:lnTo>
                <a:lnTo>
                  <a:pt x="5332" y="6761"/>
                </a:lnTo>
                <a:lnTo>
                  <a:pt x="5331" y="6761"/>
                </a:lnTo>
                <a:lnTo>
                  <a:pt x="5330" y="6761"/>
                </a:lnTo>
                <a:lnTo>
                  <a:pt x="5328" y="6762"/>
                </a:lnTo>
                <a:lnTo>
                  <a:pt x="5326" y="6762"/>
                </a:lnTo>
                <a:lnTo>
                  <a:pt x="5325" y="6762"/>
                </a:lnTo>
                <a:lnTo>
                  <a:pt x="5325" y="6761"/>
                </a:lnTo>
                <a:lnTo>
                  <a:pt x="5324" y="6761"/>
                </a:lnTo>
                <a:lnTo>
                  <a:pt x="5324" y="6760"/>
                </a:lnTo>
                <a:lnTo>
                  <a:pt x="5323" y="6760"/>
                </a:lnTo>
                <a:lnTo>
                  <a:pt x="5322" y="6760"/>
                </a:lnTo>
                <a:lnTo>
                  <a:pt x="5322" y="6761"/>
                </a:lnTo>
                <a:lnTo>
                  <a:pt x="5321" y="6761"/>
                </a:lnTo>
                <a:lnTo>
                  <a:pt x="5320" y="6761"/>
                </a:lnTo>
                <a:lnTo>
                  <a:pt x="5319" y="6761"/>
                </a:lnTo>
                <a:lnTo>
                  <a:pt x="5319" y="6762"/>
                </a:lnTo>
                <a:lnTo>
                  <a:pt x="5318" y="6762"/>
                </a:lnTo>
                <a:lnTo>
                  <a:pt x="5318" y="6763"/>
                </a:lnTo>
                <a:lnTo>
                  <a:pt x="5317" y="6764"/>
                </a:lnTo>
                <a:lnTo>
                  <a:pt x="5317" y="6765"/>
                </a:lnTo>
                <a:lnTo>
                  <a:pt x="5317" y="6766"/>
                </a:lnTo>
                <a:lnTo>
                  <a:pt x="5316" y="6766"/>
                </a:lnTo>
                <a:lnTo>
                  <a:pt x="5316" y="6765"/>
                </a:lnTo>
                <a:lnTo>
                  <a:pt x="5315" y="6765"/>
                </a:lnTo>
                <a:lnTo>
                  <a:pt x="5314" y="6765"/>
                </a:lnTo>
                <a:lnTo>
                  <a:pt x="5313" y="6765"/>
                </a:lnTo>
                <a:lnTo>
                  <a:pt x="5312" y="6765"/>
                </a:lnTo>
                <a:lnTo>
                  <a:pt x="5311" y="6765"/>
                </a:lnTo>
                <a:lnTo>
                  <a:pt x="5310" y="6764"/>
                </a:lnTo>
                <a:lnTo>
                  <a:pt x="5309" y="6764"/>
                </a:lnTo>
                <a:lnTo>
                  <a:pt x="5308" y="6764"/>
                </a:lnTo>
                <a:lnTo>
                  <a:pt x="5308" y="6765"/>
                </a:lnTo>
                <a:lnTo>
                  <a:pt x="5308" y="6764"/>
                </a:lnTo>
                <a:lnTo>
                  <a:pt x="5307" y="6764"/>
                </a:lnTo>
                <a:lnTo>
                  <a:pt x="5306" y="6764"/>
                </a:lnTo>
                <a:lnTo>
                  <a:pt x="5305" y="6764"/>
                </a:lnTo>
                <a:lnTo>
                  <a:pt x="5306" y="6764"/>
                </a:lnTo>
                <a:lnTo>
                  <a:pt x="5306" y="6763"/>
                </a:lnTo>
                <a:lnTo>
                  <a:pt x="5307" y="6763"/>
                </a:lnTo>
                <a:lnTo>
                  <a:pt x="5307" y="6762"/>
                </a:lnTo>
                <a:lnTo>
                  <a:pt x="5307" y="6761"/>
                </a:lnTo>
                <a:lnTo>
                  <a:pt x="5308" y="6761"/>
                </a:lnTo>
                <a:lnTo>
                  <a:pt x="5308" y="6760"/>
                </a:lnTo>
                <a:lnTo>
                  <a:pt x="5307" y="6760"/>
                </a:lnTo>
                <a:lnTo>
                  <a:pt x="5307" y="6759"/>
                </a:lnTo>
                <a:lnTo>
                  <a:pt x="5306" y="6759"/>
                </a:lnTo>
                <a:lnTo>
                  <a:pt x="5306" y="6758"/>
                </a:lnTo>
                <a:lnTo>
                  <a:pt x="5305" y="6758"/>
                </a:lnTo>
                <a:lnTo>
                  <a:pt x="5305" y="6757"/>
                </a:lnTo>
                <a:lnTo>
                  <a:pt x="5305" y="6756"/>
                </a:lnTo>
                <a:lnTo>
                  <a:pt x="5305" y="6755"/>
                </a:lnTo>
                <a:lnTo>
                  <a:pt x="5305" y="6754"/>
                </a:lnTo>
                <a:lnTo>
                  <a:pt x="5304" y="6754"/>
                </a:lnTo>
                <a:lnTo>
                  <a:pt x="5304" y="6753"/>
                </a:lnTo>
                <a:lnTo>
                  <a:pt x="5304" y="6752"/>
                </a:lnTo>
                <a:lnTo>
                  <a:pt x="5303" y="6752"/>
                </a:lnTo>
                <a:lnTo>
                  <a:pt x="5303" y="6751"/>
                </a:lnTo>
                <a:lnTo>
                  <a:pt x="5302" y="6751"/>
                </a:lnTo>
                <a:lnTo>
                  <a:pt x="5301" y="6751"/>
                </a:lnTo>
                <a:lnTo>
                  <a:pt x="5300" y="6751"/>
                </a:lnTo>
                <a:lnTo>
                  <a:pt x="5300" y="6752"/>
                </a:lnTo>
                <a:lnTo>
                  <a:pt x="5299" y="6752"/>
                </a:lnTo>
                <a:lnTo>
                  <a:pt x="5298" y="6752"/>
                </a:lnTo>
                <a:lnTo>
                  <a:pt x="5298" y="6753"/>
                </a:lnTo>
                <a:lnTo>
                  <a:pt x="5297" y="6753"/>
                </a:lnTo>
                <a:lnTo>
                  <a:pt x="5296" y="6753"/>
                </a:lnTo>
                <a:lnTo>
                  <a:pt x="5296" y="6754"/>
                </a:lnTo>
                <a:lnTo>
                  <a:pt x="5295" y="6754"/>
                </a:lnTo>
                <a:lnTo>
                  <a:pt x="5294" y="6754"/>
                </a:lnTo>
                <a:lnTo>
                  <a:pt x="5294" y="6755"/>
                </a:lnTo>
                <a:lnTo>
                  <a:pt x="5293" y="6755"/>
                </a:lnTo>
                <a:lnTo>
                  <a:pt x="5293" y="6756"/>
                </a:lnTo>
                <a:lnTo>
                  <a:pt x="5292" y="6756"/>
                </a:lnTo>
                <a:lnTo>
                  <a:pt x="5292" y="6757"/>
                </a:lnTo>
                <a:lnTo>
                  <a:pt x="5292" y="6758"/>
                </a:lnTo>
                <a:lnTo>
                  <a:pt x="5291" y="6758"/>
                </a:lnTo>
                <a:lnTo>
                  <a:pt x="5291" y="6759"/>
                </a:lnTo>
                <a:lnTo>
                  <a:pt x="5290" y="6759"/>
                </a:lnTo>
                <a:lnTo>
                  <a:pt x="5290" y="6760"/>
                </a:lnTo>
                <a:lnTo>
                  <a:pt x="5289" y="6760"/>
                </a:lnTo>
                <a:lnTo>
                  <a:pt x="5288" y="6760"/>
                </a:lnTo>
                <a:lnTo>
                  <a:pt x="5288" y="6761"/>
                </a:lnTo>
                <a:lnTo>
                  <a:pt x="5288" y="6762"/>
                </a:lnTo>
                <a:lnTo>
                  <a:pt x="5288" y="6763"/>
                </a:lnTo>
                <a:lnTo>
                  <a:pt x="5287" y="6763"/>
                </a:lnTo>
                <a:lnTo>
                  <a:pt x="5287" y="6764"/>
                </a:lnTo>
                <a:lnTo>
                  <a:pt x="5286" y="6764"/>
                </a:lnTo>
                <a:lnTo>
                  <a:pt x="5286" y="6765"/>
                </a:lnTo>
                <a:lnTo>
                  <a:pt x="5285" y="6765"/>
                </a:lnTo>
                <a:lnTo>
                  <a:pt x="5285" y="6764"/>
                </a:lnTo>
                <a:lnTo>
                  <a:pt x="5284" y="6764"/>
                </a:lnTo>
                <a:lnTo>
                  <a:pt x="5283" y="6764"/>
                </a:lnTo>
                <a:lnTo>
                  <a:pt x="5282" y="6764"/>
                </a:lnTo>
                <a:lnTo>
                  <a:pt x="5281" y="6764"/>
                </a:lnTo>
                <a:lnTo>
                  <a:pt x="5281" y="6763"/>
                </a:lnTo>
                <a:lnTo>
                  <a:pt x="5281" y="6762"/>
                </a:lnTo>
                <a:lnTo>
                  <a:pt x="5281" y="6761"/>
                </a:lnTo>
                <a:lnTo>
                  <a:pt x="5281" y="6760"/>
                </a:lnTo>
                <a:lnTo>
                  <a:pt x="5280" y="6760"/>
                </a:lnTo>
                <a:lnTo>
                  <a:pt x="5280" y="6759"/>
                </a:lnTo>
                <a:lnTo>
                  <a:pt x="5280" y="6758"/>
                </a:lnTo>
                <a:lnTo>
                  <a:pt x="5281" y="6758"/>
                </a:lnTo>
                <a:lnTo>
                  <a:pt x="5281" y="6757"/>
                </a:lnTo>
                <a:lnTo>
                  <a:pt x="5282" y="6757"/>
                </a:lnTo>
                <a:lnTo>
                  <a:pt x="5282" y="6756"/>
                </a:lnTo>
                <a:lnTo>
                  <a:pt x="5281" y="6756"/>
                </a:lnTo>
                <a:lnTo>
                  <a:pt x="5281" y="6755"/>
                </a:lnTo>
                <a:lnTo>
                  <a:pt x="5281" y="6754"/>
                </a:lnTo>
                <a:lnTo>
                  <a:pt x="5281" y="6753"/>
                </a:lnTo>
                <a:lnTo>
                  <a:pt x="5281" y="6752"/>
                </a:lnTo>
                <a:lnTo>
                  <a:pt x="5281" y="6751"/>
                </a:lnTo>
                <a:lnTo>
                  <a:pt x="5280" y="6751"/>
                </a:lnTo>
                <a:lnTo>
                  <a:pt x="5280" y="6750"/>
                </a:lnTo>
                <a:lnTo>
                  <a:pt x="5279" y="6749"/>
                </a:lnTo>
                <a:lnTo>
                  <a:pt x="5278" y="6749"/>
                </a:lnTo>
                <a:lnTo>
                  <a:pt x="5278" y="6748"/>
                </a:lnTo>
                <a:lnTo>
                  <a:pt x="5279" y="6748"/>
                </a:lnTo>
                <a:lnTo>
                  <a:pt x="5278" y="6748"/>
                </a:lnTo>
                <a:lnTo>
                  <a:pt x="5278" y="6747"/>
                </a:lnTo>
                <a:lnTo>
                  <a:pt x="5277" y="6747"/>
                </a:lnTo>
                <a:lnTo>
                  <a:pt x="5276" y="6747"/>
                </a:lnTo>
                <a:lnTo>
                  <a:pt x="5276" y="6746"/>
                </a:lnTo>
                <a:lnTo>
                  <a:pt x="5276" y="6745"/>
                </a:lnTo>
                <a:lnTo>
                  <a:pt x="5276" y="6744"/>
                </a:lnTo>
                <a:lnTo>
                  <a:pt x="5275" y="6744"/>
                </a:lnTo>
                <a:lnTo>
                  <a:pt x="5274" y="6744"/>
                </a:lnTo>
                <a:lnTo>
                  <a:pt x="5274" y="6743"/>
                </a:lnTo>
                <a:lnTo>
                  <a:pt x="5274" y="6742"/>
                </a:lnTo>
                <a:lnTo>
                  <a:pt x="5273" y="6742"/>
                </a:lnTo>
                <a:lnTo>
                  <a:pt x="5273" y="6741"/>
                </a:lnTo>
                <a:lnTo>
                  <a:pt x="5273" y="6740"/>
                </a:lnTo>
                <a:lnTo>
                  <a:pt x="5273" y="6739"/>
                </a:lnTo>
                <a:lnTo>
                  <a:pt x="5272" y="6739"/>
                </a:lnTo>
                <a:lnTo>
                  <a:pt x="5272" y="6738"/>
                </a:lnTo>
                <a:lnTo>
                  <a:pt x="5271" y="6738"/>
                </a:lnTo>
                <a:lnTo>
                  <a:pt x="5270" y="6738"/>
                </a:lnTo>
                <a:lnTo>
                  <a:pt x="5270" y="6737"/>
                </a:lnTo>
                <a:lnTo>
                  <a:pt x="5270" y="6736"/>
                </a:lnTo>
                <a:lnTo>
                  <a:pt x="5269" y="6736"/>
                </a:lnTo>
                <a:lnTo>
                  <a:pt x="5268" y="6736"/>
                </a:lnTo>
                <a:lnTo>
                  <a:pt x="5268" y="6737"/>
                </a:lnTo>
                <a:lnTo>
                  <a:pt x="5267" y="6737"/>
                </a:lnTo>
                <a:lnTo>
                  <a:pt x="5266" y="6737"/>
                </a:lnTo>
                <a:lnTo>
                  <a:pt x="5267" y="6737"/>
                </a:lnTo>
                <a:lnTo>
                  <a:pt x="5267" y="6738"/>
                </a:lnTo>
                <a:lnTo>
                  <a:pt x="5266" y="6738"/>
                </a:lnTo>
                <a:lnTo>
                  <a:pt x="5265" y="6738"/>
                </a:lnTo>
                <a:lnTo>
                  <a:pt x="5264" y="6738"/>
                </a:lnTo>
                <a:lnTo>
                  <a:pt x="5263" y="6738"/>
                </a:lnTo>
                <a:lnTo>
                  <a:pt x="5263" y="6739"/>
                </a:lnTo>
                <a:lnTo>
                  <a:pt x="5262" y="6739"/>
                </a:lnTo>
                <a:lnTo>
                  <a:pt x="5262" y="6740"/>
                </a:lnTo>
                <a:lnTo>
                  <a:pt x="5261" y="6740"/>
                </a:lnTo>
                <a:lnTo>
                  <a:pt x="5261" y="6739"/>
                </a:lnTo>
                <a:lnTo>
                  <a:pt x="5261" y="6740"/>
                </a:lnTo>
                <a:lnTo>
                  <a:pt x="5260" y="6740"/>
                </a:lnTo>
                <a:lnTo>
                  <a:pt x="5260" y="6741"/>
                </a:lnTo>
                <a:lnTo>
                  <a:pt x="5259" y="6741"/>
                </a:lnTo>
                <a:lnTo>
                  <a:pt x="5259" y="6742"/>
                </a:lnTo>
                <a:lnTo>
                  <a:pt x="5259" y="6743"/>
                </a:lnTo>
                <a:lnTo>
                  <a:pt x="5259" y="6744"/>
                </a:lnTo>
                <a:lnTo>
                  <a:pt x="5258" y="6744"/>
                </a:lnTo>
                <a:lnTo>
                  <a:pt x="5257" y="6744"/>
                </a:lnTo>
                <a:lnTo>
                  <a:pt x="5257" y="6743"/>
                </a:lnTo>
                <a:lnTo>
                  <a:pt x="5256" y="6743"/>
                </a:lnTo>
                <a:lnTo>
                  <a:pt x="5255" y="6743"/>
                </a:lnTo>
                <a:lnTo>
                  <a:pt x="5254" y="6743"/>
                </a:lnTo>
                <a:lnTo>
                  <a:pt x="5253" y="6743"/>
                </a:lnTo>
                <a:lnTo>
                  <a:pt x="5253" y="6742"/>
                </a:lnTo>
                <a:lnTo>
                  <a:pt x="5252" y="6742"/>
                </a:lnTo>
                <a:lnTo>
                  <a:pt x="5251" y="6742"/>
                </a:lnTo>
                <a:lnTo>
                  <a:pt x="5251" y="6741"/>
                </a:lnTo>
                <a:lnTo>
                  <a:pt x="5250" y="6741"/>
                </a:lnTo>
                <a:lnTo>
                  <a:pt x="5249" y="6741"/>
                </a:lnTo>
                <a:lnTo>
                  <a:pt x="5249" y="6740"/>
                </a:lnTo>
                <a:lnTo>
                  <a:pt x="5250" y="6740"/>
                </a:lnTo>
                <a:lnTo>
                  <a:pt x="5250" y="6739"/>
                </a:lnTo>
                <a:lnTo>
                  <a:pt x="5249" y="6739"/>
                </a:lnTo>
                <a:lnTo>
                  <a:pt x="5249" y="6738"/>
                </a:lnTo>
                <a:lnTo>
                  <a:pt x="5248" y="6738"/>
                </a:lnTo>
                <a:lnTo>
                  <a:pt x="5248" y="6737"/>
                </a:lnTo>
                <a:lnTo>
                  <a:pt x="5248" y="6736"/>
                </a:lnTo>
                <a:lnTo>
                  <a:pt x="5247" y="6736"/>
                </a:lnTo>
                <a:lnTo>
                  <a:pt x="5247" y="6735"/>
                </a:lnTo>
                <a:lnTo>
                  <a:pt x="5246" y="6735"/>
                </a:lnTo>
                <a:lnTo>
                  <a:pt x="5245" y="6735"/>
                </a:lnTo>
                <a:lnTo>
                  <a:pt x="5244" y="6735"/>
                </a:lnTo>
                <a:lnTo>
                  <a:pt x="5244" y="6734"/>
                </a:lnTo>
                <a:lnTo>
                  <a:pt x="5244" y="6735"/>
                </a:lnTo>
                <a:lnTo>
                  <a:pt x="5243" y="6735"/>
                </a:lnTo>
                <a:lnTo>
                  <a:pt x="5242" y="6735"/>
                </a:lnTo>
                <a:lnTo>
                  <a:pt x="5242" y="6734"/>
                </a:lnTo>
                <a:lnTo>
                  <a:pt x="5242" y="6733"/>
                </a:lnTo>
                <a:lnTo>
                  <a:pt x="5241" y="6733"/>
                </a:lnTo>
                <a:lnTo>
                  <a:pt x="5240" y="6733"/>
                </a:lnTo>
                <a:lnTo>
                  <a:pt x="5239" y="6733"/>
                </a:lnTo>
                <a:lnTo>
                  <a:pt x="5239" y="6732"/>
                </a:lnTo>
                <a:lnTo>
                  <a:pt x="5239" y="6733"/>
                </a:lnTo>
                <a:lnTo>
                  <a:pt x="5238" y="6733"/>
                </a:lnTo>
                <a:lnTo>
                  <a:pt x="5238" y="6732"/>
                </a:lnTo>
                <a:lnTo>
                  <a:pt x="5238" y="6731"/>
                </a:lnTo>
                <a:lnTo>
                  <a:pt x="5238" y="6732"/>
                </a:lnTo>
                <a:lnTo>
                  <a:pt x="5237" y="6732"/>
                </a:lnTo>
                <a:lnTo>
                  <a:pt x="5237" y="6731"/>
                </a:lnTo>
                <a:lnTo>
                  <a:pt x="5237" y="6730"/>
                </a:lnTo>
                <a:lnTo>
                  <a:pt x="5236" y="6730"/>
                </a:lnTo>
                <a:lnTo>
                  <a:pt x="5235" y="6730"/>
                </a:lnTo>
                <a:lnTo>
                  <a:pt x="5235" y="6729"/>
                </a:lnTo>
                <a:lnTo>
                  <a:pt x="5234" y="6729"/>
                </a:lnTo>
                <a:lnTo>
                  <a:pt x="5234" y="6728"/>
                </a:lnTo>
                <a:lnTo>
                  <a:pt x="5233" y="6727"/>
                </a:lnTo>
                <a:lnTo>
                  <a:pt x="5233" y="6726"/>
                </a:lnTo>
                <a:lnTo>
                  <a:pt x="5232" y="6726"/>
                </a:lnTo>
                <a:lnTo>
                  <a:pt x="5231" y="6726"/>
                </a:lnTo>
                <a:lnTo>
                  <a:pt x="5230" y="6726"/>
                </a:lnTo>
                <a:lnTo>
                  <a:pt x="5230" y="6725"/>
                </a:lnTo>
                <a:lnTo>
                  <a:pt x="5230" y="6726"/>
                </a:lnTo>
                <a:lnTo>
                  <a:pt x="5229" y="6726"/>
                </a:lnTo>
                <a:lnTo>
                  <a:pt x="5229" y="6725"/>
                </a:lnTo>
                <a:lnTo>
                  <a:pt x="5228" y="6725"/>
                </a:lnTo>
                <a:lnTo>
                  <a:pt x="5228" y="6724"/>
                </a:lnTo>
                <a:lnTo>
                  <a:pt x="5227" y="6724"/>
                </a:lnTo>
                <a:lnTo>
                  <a:pt x="5227" y="6723"/>
                </a:lnTo>
                <a:lnTo>
                  <a:pt x="5226" y="6723"/>
                </a:lnTo>
                <a:lnTo>
                  <a:pt x="5226" y="6724"/>
                </a:lnTo>
                <a:lnTo>
                  <a:pt x="5225" y="6723"/>
                </a:lnTo>
                <a:lnTo>
                  <a:pt x="5223" y="6723"/>
                </a:lnTo>
                <a:lnTo>
                  <a:pt x="5222" y="6723"/>
                </a:lnTo>
                <a:lnTo>
                  <a:pt x="5221" y="6723"/>
                </a:lnTo>
                <a:lnTo>
                  <a:pt x="5220" y="6723"/>
                </a:lnTo>
                <a:lnTo>
                  <a:pt x="5219" y="6723"/>
                </a:lnTo>
                <a:lnTo>
                  <a:pt x="5219" y="6722"/>
                </a:lnTo>
                <a:lnTo>
                  <a:pt x="5218" y="6722"/>
                </a:lnTo>
                <a:lnTo>
                  <a:pt x="5217" y="6722"/>
                </a:lnTo>
                <a:lnTo>
                  <a:pt x="5216" y="6722"/>
                </a:lnTo>
                <a:lnTo>
                  <a:pt x="5216" y="6721"/>
                </a:lnTo>
                <a:lnTo>
                  <a:pt x="5215" y="6721"/>
                </a:lnTo>
                <a:lnTo>
                  <a:pt x="5215" y="6720"/>
                </a:lnTo>
                <a:lnTo>
                  <a:pt x="5214" y="6720"/>
                </a:lnTo>
                <a:lnTo>
                  <a:pt x="5213" y="6720"/>
                </a:lnTo>
                <a:lnTo>
                  <a:pt x="5212" y="6720"/>
                </a:lnTo>
                <a:lnTo>
                  <a:pt x="5212" y="6719"/>
                </a:lnTo>
                <a:lnTo>
                  <a:pt x="5212" y="6718"/>
                </a:lnTo>
                <a:lnTo>
                  <a:pt x="5212" y="6717"/>
                </a:lnTo>
                <a:lnTo>
                  <a:pt x="5212" y="6716"/>
                </a:lnTo>
                <a:lnTo>
                  <a:pt x="5212" y="6715"/>
                </a:lnTo>
                <a:lnTo>
                  <a:pt x="5213" y="6715"/>
                </a:lnTo>
                <a:lnTo>
                  <a:pt x="5213" y="6714"/>
                </a:lnTo>
                <a:lnTo>
                  <a:pt x="5214" y="6714"/>
                </a:lnTo>
                <a:lnTo>
                  <a:pt x="5214" y="6713"/>
                </a:lnTo>
                <a:lnTo>
                  <a:pt x="5215" y="6713"/>
                </a:lnTo>
                <a:lnTo>
                  <a:pt x="5215" y="6712"/>
                </a:lnTo>
                <a:lnTo>
                  <a:pt x="5216" y="6712"/>
                </a:lnTo>
                <a:lnTo>
                  <a:pt x="5217" y="6712"/>
                </a:lnTo>
                <a:lnTo>
                  <a:pt x="5217" y="6711"/>
                </a:lnTo>
                <a:lnTo>
                  <a:pt x="5218" y="6711"/>
                </a:lnTo>
                <a:lnTo>
                  <a:pt x="5218" y="6710"/>
                </a:lnTo>
                <a:lnTo>
                  <a:pt x="5219" y="6710"/>
                </a:lnTo>
                <a:lnTo>
                  <a:pt x="5219" y="6709"/>
                </a:lnTo>
                <a:lnTo>
                  <a:pt x="5220" y="6709"/>
                </a:lnTo>
                <a:lnTo>
                  <a:pt x="5221" y="6709"/>
                </a:lnTo>
                <a:lnTo>
                  <a:pt x="5221" y="6708"/>
                </a:lnTo>
                <a:lnTo>
                  <a:pt x="5222" y="6707"/>
                </a:lnTo>
                <a:lnTo>
                  <a:pt x="5223" y="6707"/>
                </a:lnTo>
                <a:lnTo>
                  <a:pt x="5223" y="6706"/>
                </a:lnTo>
                <a:lnTo>
                  <a:pt x="5223" y="6705"/>
                </a:lnTo>
                <a:lnTo>
                  <a:pt x="5222" y="6705"/>
                </a:lnTo>
                <a:lnTo>
                  <a:pt x="5223" y="6705"/>
                </a:lnTo>
                <a:lnTo>
                  <a:pt x="5222" y="6705"/>
                </a:lnTo>
                <a:lnTo>
                  <a:pt x="5222" y="6704"/>
                </a:lnTo>
                <a:lnTo>
                  <a:pt x="5222" y="6703"/>
                </a:lnTo>
                <a:lnTo>
                  <a:pt x="5221" y="6703"/>
                </a:lnTo>
                <a:lnTo>
                  <a:pt x="5222" y="6703"/>
                </a:lnTo>
                <a:lnTo>
                  <a:pt x="5222" y="6702"/>
                </a:lnTo>
                <a:lnTo>
                  <a:pt x="5221" y="6702"/>
                </a:lnTo>
                <a:lnTo>
                  <a:pt x="5221" y="6701"/>
                </a:lnTo>
                <a:lnTo>
                  <a:pt x="5221" y="6700"/>
                </a:lnTo>
                <a:lnTo>
                  <a:pt x="5220" y="6700"/>
                </a:lnTo>
                <a:lnTo>
                  <a:pt x="5220" y="6699"/>
                </a:lnTo>
                <a:lnTo>
                  <a:pt x="5219" y="6699"/>
                </a:lnTo>
                <a:lnTo>
                  <a:pt x="5218" y="6699"/>
                </a:lnTo>
                <a:lnTo>
                  <a:pt x="5218" y="6698"/>
                </a:lnTo>
                <a:lnTo>
                  <a:pt x="5217" y="6698"/>
                </a:lnTo>
                <a:lnTo>
                  <a:pt x="5216" y="6698"/>
                </a:lnTo>
                <a:lnTo>
                  <a:pt x="5215" y="6698"/>
                </a:lnTo>
                <a:lnTo>
                  <a:pt x="5215" y="6697"/>
                </a:lnTo>
                <a:lnTo>
                  <a:pt x="5215" y="6696"/>
                </a:lnTo>
                <a:lnTo>
                  <a:pt x="5214" y="6696"/>
                </a:lnTo>
                <a:lnTo>
                  <a:pt x="5213" y="6696"/>
                </a:lnTo>
                <a:lnTo>
                  <a:pt x="5212" y="6696"/>
                </a:lnTo>
                <a:lnTo>
                  <a:pt x="5211" y="6696"/>
                </a:lnTo>
                <a:lnTo>
                  <a:pt x="5211" y="6697"/>
                </a:lnTo>
                <a:lnTo>
                  <a:pt x="5211" y="6696"/>
                </a:lnTo>
                <a:lnTo>
                  <a:pt x="5210" y="6696"/>
                </a:lnTo>
                <a:lnTo>
                  <a:pt x="5209" y="6696"/>
                </a:lnTo>
                <a:lnTo>
                  <a:pt x="5209" y="6695"/>
                </a:lnTo>
                <a:lnTo>
                  <a:pt x="5208" y="6695"/>
                </a:lnTo>
                <a:lnTo>
                  <a:pt x="5208" y="6696"/>
                </a:lnTo>
                <a:lnTo>
                  <a:pt x="5208" y="6697"/>
                </a:lnTo>
                <a:lnTo>
                  <a:pt x="5208" y="6698"/>
                </a:lnTo>
                <a:lnTo>
                  <a:pt x="5207" y="6698"/>
                </a:lnTo>
                <a:lnTo>
                  <a:pt x="5208" y="6698"/>
                </a:lnTo>
                <a:lnTo>
                  <a:pt x="5207" y="6698"/>
                </a:lnTo>
                <a:lnTo>
                  <a:pt x="5207" y="6699"/>
                </a:lnTo>
                <a:lnTo>
                  <a:pt x="5207" y="6700"/>
                </a:lnTo>
                <a:lnTo>
                  <a:pt x="5206" y="6700"/>
                </a:lnTo>
                <a:lnTo>
                  <a:pt x="5206" y="6701"/>
                </a:lnTo>
                <a:lnTo>
                  <a:pt x="5205" y="6701"/>
                </a:lnTo>
                <a:lnTo>
                  <a:pt x="5204" y="6701"/>
                </a:lnTo>
                <a:lnTo>
                  <a:pt x="5204" y="6702"/>
                </a:lnTo>
                <a:lnTo>
                  <a:pt x="5203" y="6702"/>
                </a:lnTo>
                <a:lnTo>
                  <a:pt x="5203" y="6701"/>
                </a:lnTo>
                <a:lnTo>
                  <a:pt x="5202" y="6701"/>
                </a:lnTo>
                <a:lnTo>
                  <a:pt x="5202" y="6700"/>
                </a:lnTo>
                <a:lnTo>
                  <a:pt x="5202" y="6699"/>
                </a:lnTo>
                <a:lnTo>
                  <a:pt x="5201" y="6699"/>
                </a:lnTo>
                <a:lnTo>
                  <a:pt x="5200" y="6699"/>
                </a:lnTo>
                <a:lnTo>
                  <a:pt x="5199" y="6699"/>
                </a:lnTo>
                <a:lnTo>
                  <a:pt x="5198" y="6699"/>
                </a:lnTo>
                <a:lnTo>
                  <a:pt x="5198" y="6700"/>
                </a:lnTo>
                <a:lnTo>
                  <a:pt x="5197" y="6700"/>
                </a:lnTo>
                <a:lnTo>
                  <a:pt x="5197" y="6699"/>
                </a:lnTo>
                <a:lnTo>
                  <a:pt x="5197" y="6698"/>
                </a:lnTo>
                <a:lnTo>
                  <a:pt x="5197" y="6697"/>
                </a:lnTo>
                <a:lnTo>
                  <a:pt x="5196" y="6697"/>
                </a:lnTo>
                <a:lnTo>
                  <a:pt x="5196" y="6696"/>
                </a:lnTo>
                <a:lnTo>
                  <a:pt x="5196" y="6695"/>
                </a:lnTo>
                <a:lnTo>
                  <a:pt x="5195" y="6695"/>
                </a:lnTo>
                <a:lnTo>
                  <a:pt x="5195" y="6694"/>
                </a:lnTo>
                <a:lnTo>
                  <a:pt x="5196" y="6694"/>
                </a:lnTo>
                <a:lnTo>
                  <a:pt x="5196" y="6693"/>
                </a:lnTo>
                <a:lnTo>
                  <a:pt x="5196" y="6692"/>
                </a:lnTo>
                <a:lnTo>
                  <a:pt x="5195" y="6692"/>
                </a:lnTo>
                <a:lnTo>
                  <a:pt x="5195" y="6691"/>
                </a:lnTo>
                <a:lnTo>
                  <a:pt x="5194" y="6691"/>
                </a:lnTo>
                <a:lnTo>
                  <a:pt x="5193" y="6691"/>
                </a:lnTo>
                <a:lnTo>
                  <a:pt x="5192" y="6691"/>
                </a:lnTo>
                <a:lnTo>
                  <a:pt x="5191" y="6691"/>
                </a:lnTo>
                <a:lnTo>
                  <a:pt x="5190" y="6691"/>
                </a:lnTo>
                <a:lnTo>
                  <a:pt x="5190" y="6690"/>
                </a:lnTo>
                <a:lnTo>
                  <a:pt x="5189" y="6691"/>
                </a:lnTo>
                <a:lnTo>
                  <a:pt x="5189" y="6690"/>
                </a:lnTo>
                <a:lnTo>
                  <a:pt x="5188" y="6690"/>
                </a:lnTo>
                <a:lnTo>
                  <a:pt x="5187" y="6690"/>
                </a:lnTo>
                <a:lnTo>
                  <a:pt x="5187" y="6689"/>
                </a:lnTo>
                <a:lnTo>
                  <a:pt x="5187" y="6690"/>
                </a:lnTo>
                <a:lnTo>
                  <a:pt x="5186" y="6690"/>
                </a:lnTo>
                <a:lnTo>
                  <a:pt x="5185" y="6690"/>
                </a:lnTo>
                <a:lnTo>
                  <a:pt x="5185" y="6689"/>
                </a:lnTo>
                <a:lnTo>
                  <a:pt x="5184" y="6690"/>
                </a:lnTo>
                <a:lnTo>
                  <a:pt x="5184" y="6689"/>
                </a:lnTo>
                <a:lnTo>
                  <a:pt x="5183" y="6689"/>
                </a:lnTo>
                <a:lnTo>
                  <a:pt x="5183" y="6690"/>
                </a:lnTo>
                <a:lnTo>
                  <a:pt x="5183" y="6689"/>
                </a:lnTo>
                <a:lnTo>
                  <a:pt x="5182" y="6689"/>
                </a:lnTo>
                <a:lnTo>
                  <a:pt x="5182" y="6690"/>
                </a:lnTo>
                <a:lnTo>
                  <a:pt x="5181" y="6690"/>
                </a:lnTo>
                <a:lnTo>
                  <a:pt x="5180" y="6690"/>
                </a:lnTo>
                <a:lnTo>
                  <a:pt x="5180" y="6689"/>
                </a:lnTo>
                <a:lnTo>
                  <a:pt x="5179" y="6689"/>
                </a:lnTo>
                <a:lnTo>
                  <a:pt x="5178" y="6689"/>
                </a:lnTo>
                <a:lnTo>
                  <a:pt x="5178" y="6690"/>
                </a:lnTo>
                <a:lnTo>
                  <a:pt x="5178" y="6691"/>
                </a:lnTo>
                <a:lnTo>
                  <a:pt x="5177" y="6691"/>
                </a:lnTo>
                <a:lnTo>
                  <a:pt x="5176" y="6691"/>
                </a:lnTo>
                <a:lnTo>
                  <a:pt x="5175" y="6691"/>
                </a:lnTo>
                <a:lnTo>
                  <a:pt x="5174" y="6691"/>
                </a:lnTo>
                <a:lnTo>
                  <a:pt x="5173" y="6691"/>
                </a:lnTo>
                <a:lnTo>
                  <a:pt x="5173" y="6690"/>
                </a:lnTo>
                <a:lnTo>
                  <a:pt x="5173" y="6689"/>
                </a:lnTo>
                <a:lnTo>
                  <a:pt x="5173" y="6690"/>
                </a:lnTo>
                <a:lnTo>
                  <a:pt x="5172" y="6690"/>
                </a:lnTo>
                <a:lnTo>
                  <a:pt x="5171" y="6689"/>
                </a:lnTo>
                <a:lnTo>
                  <a:pt x="5171" y="6688"/>
                </a:lnTo>
                <a:lnTo>
                  <a:pt x="5172" y="6688"/>
                </a:lnTo>
                <a:lnTo>
                  <a:pt x="5171" y="6688"/>
                </a:lnTo>
                <a:lnTo>
                  <a:pt x="5171" y="6687"/>
                </a:lnTo>
                <a:lnTo>
                  <a:pt x="5170" y="6688"/>
                </a:lnTo>
                <a:lnTo>
                  <a:pt x="5170" y="6687"/>
                </a:lnTo>
                <a:lnTo>
                  <a:pt x="5170" y="6686"/>
                </a:lnTo>
                <a:lnTo>
                  <a:pt x="5169" y="6686"/>
                </a:lnTo>
                <a:lnTo>
                  <a:pt x="5169" y="6685"/>
                </a:lnTo>
                <a:lnTo>
                  <a:pt x="5168" y="6685"/>
                </a:lnTo>
                <a:lnTo>
                  <a:pt x="5167" y="6685"/>
                </a:lnTo>
                <a:lnTo>
                  <a:pt x="5167" y="6684"/>
                </a:lnTo>
                <a:lnTo>
                  <a:pt x="5166" y="6684"/>
                </a:lnTo>
                <a:lnTo>
                  <a:pt x="5165" y="6684"/>
                </a:lnTo>
                <a:lnTo>
                  <a:pt x="5165" y="6683"/>
                </a:lnTo>
                <a:lnTo>
                  <a:pt x="5165" y="6684"/>
                </a:lnTo>
                <a:lnTo>
                  <a:pt x="5164" y="6684"/>
                </a:lnTo>
                <a:lnTo>
                  <a:pt x="5163" y="6684"/>
                </a:lnTo>
                <a:lnTo>
                  <a:pt x="5162" y="6684"/>
                </a:lnTo>
                <a:lnTo>
                  <a:pt x="5161" y="6684"/>
                </a:lnTo>
                <a:lnTo>
                  <a:pt x="5161" y="6685"/>
                </a:lnTo>
                <a:lnTo>
                  <a:pt x="5160" y="6685"/>
                </a:lnTo>
                <a:lnTo>
                  <a:pt x="5160" y="6686"/>
                </a:lnTo>
                <a:lnTo>
                  <a:pt x="5159" y="6686"/>
                </a:lnTo>
                <a:lnTo>
                  <a:pt x="5159" y="6687"/>
                </a:lnTo>
                <a:lnTo>
                  <a:pt x="5158" y="6687"/>
                </a:lnTo>
                <a:lnTo>
                  <a:pt x="5158" y="6688"/>
                </a:lnTo>
                <a:lnTo>
                  <a:pt x="5158" y="6689"/>
                </a:lnTo>
                <a:lnTo>
                  <a:pt x="5158" y="6690"/>
                </a:lnTo>
                <a:lnTo>
                  <a:pt x="5157" y="6691"/>
                </a:lnTo>
                <a:lnTo>
                  <a:pt x="5156" y="6691"/>
                </a:lnTo>
                <a:lnTo>
                  <a:pt x="5156" y="6692"/>
                </a:lnTo>
                <a:lnTo>
                  <a:pt x="5155" y="6692"/>
                </a:lnTo>
                <a:lnTo>
                  <a:pt x="5155" y="6691"/>
                </a:lnTo>
                <a:lnTo>
                  <a:pt x="5154" y="6691"/>
                </a:lnTo>
                <a:lnTo>
                  <a:pt x="5154" y="6692"/>
                </a:lnTo>
                <a:lnTo>
                  <a:pt x="5154" y="6693"/>
                </a:lnTo>
                <a:lnTo>
                  <a:pt x="5153" y="6693"/>
                </a:lnTo>
                <a:lnTo>
                  <a:pt x="5153" y="6694"/>
                </a:lnTo>
                <a:lnTo>
                  <a:pt x="5152" y="6694"/>
                </a:lnTo>
                <a:lnTo>
                  <a:pt x="5151" y="6694"/>
                </a:lnTo>
                <a:lnTo>
                  <a:pt x="5151" y="6693"/>
                </a:lnTo>
                <a:lnTo>
                  <a:pt x="5152" y="6693"/>
                </a:lnTo>
                <a:lnTo>
                  <a:pt x="5152" y="6692"/>
                </a:lnTo>
                <a:lnTo>
                  <a:pt x="5151" y="6692"/>
                </a:lnTo>
                <a:lnTo>
                  <a:pt x="5151" y="6691"/>
                </a:lnTo>
                <a:lnTo>
                  <a:pt x="5150" y="6691"/>
                </a:lnTo>
                <a:lnTo>
                  <a:pt x="5150" y="6690"/>
                </a:lnTo>
                <a:lnTo>
                  <a:pt x="5150" y="6689"/>
                </a:lnTo>
                <a:lnTo>
                  <a:pt x="5150" y="6687"/>
                </a:lnTo>
                <a:lnTo>
                  <a:pt x="5149" y="6687"/>
                </a:lnTo>
                <a:lnTo>
                  <a:pt x="5150" y="6687"/>
                </a:lnTo>
                <a:lnTo>
                  <a:pt x="5150" y="6686"/>
                </a:lnTo>
                <a:lnTo>
                  <a:pt x="5149" y="6686"/>
                </a:lnTo>
                <a:lnTo>
                  <a:pt x="5150" y="6686"/>
                </a:lnTo>
                <a:lnTo>
                  <a:pt x="5150" y="6685"/>
                </a:lnTo>
                <a:lnTo>
                  <a:pt x="5151" y="6685"/>
                </a:lnTo>
                <a:lnTo>
                  <a:pt x="5151" y="6684"/>
                </a:lnTo>
                <a:lnTo>
                  <a:pt x="5152" y="6684"/>
                </a:lnTo>
                <a:lnTo>
                  <a:pt x="5152" y="6683"/>
                </a:lnTo>
                <a:lnTo>
                  <a:pt x="5153" y="6683"/>
                </a:lnTo>
                <a:lnTo>
                  <a:pt x="5153" y="6682"/>
                </a:lnTo>
                <a:lnTo>
                  <a:pt x="5154" y="6682"/>
                </a:lnTo>
                <a:lnTo>
                  <a:pt x="5154" y="6681"/>
                </a:lnTo>
                <a:lnTo>
                  <a:pt x="5154" y="6682"/>
                </a:lnTo>
                <a:lnTo>
                  <a:pt x="5154" y="6681"/>
                </a:lnTo>
                <a:lnTo>
                  <a:pt x="5154" y="6680"/>
                </a:lnTo>
                <a:lnTo>
                  <a:pt x="5154" y="6679"/>
                </a:lnTo>
                <a:lnTo>
                  <a:pt x="5154" y="6678"/>
                </a:lnTo>
                <a:lnTo>
                  <a:pt x="5153" y="6678"/>
                </a:lnTo>
                <a:lnTo>
                  <a:pt x="5152" y="6678"/>
                </a:lnTo>
                <a:lnTo>
                  <a:pt x="5152" y="6677"/>
                </a:lnTo>
                <a:lnTo>
                  <a:pt x="5152" y="6676"/>
                </a:lnTo>
                <a:lnTo>
                  <a:pt x="5153" y="6676"/>
                </a:lnTo>
                <a:lnTo>
                  <a:pt x="5152" y="6676"/>
                </a:lnTo>
                <a:lnTo>
                  <a:pt x="5152" y="6675"/>
                </a:lnTo>
                <a:lnTo>
                  <a:pt x="5153" y="6675"/>
                </a:lnTo>
                <a:lnTo>
                  <a:pt x="5153" y="6673"/>
                </a:lnTo>
                <a:lnTo>
                  <a:pt x="5154" y="6673"/>
                </a:lnTo>
                <a:lnTo>
                  <a:pt x="5154" y="6672"/>
                </a:lnTo>
                <a:lnTo>
                  <a:pt x="5153" y="6670"/>
                </a:lnTo>
                <a:lnTo>
                  <a:pt x="5153" y="6669"/>
                </a:lnTo>
                <a:lnTo>
                  <a:pt x="5154" y="6669"/>
                </a:lnTo>
                <a:lnTo>
                  <a:pt x="5154" y="6668"/>
                </a:lnTo>
                <a:lnTo>
                  <a:pt x="5155" y="6668"/>
                </a:lnTo>
                <a:lnTo>
                  <a:pt x="5155" y="6667"/>
                </a:lnTo>
                <a:lnTo>
                  <a:pt x="5155" y="6666"/>
                </a:lnTo>
                <a:lnTo>
                  <a:pt x="5154" y="6666"/>
                </a:lnTo>
                <a:lnTo>
                  <a:pt x="5153" y="6665"/>
                </a:lnTo>
                <a:lnTo>
                  <a:pt x="5152" y="6665"/>
                </a:lnTo>
                <a:lnTo>
                  <a:pt x="5152" y="6664"/>
                </a:lnTo>
                <a:lnTo>
                  <a:pt x="5151" y="6664"/>
                </a:lnTo>
                <a:lnTo>
                  <a:pt x="5152" y="6664"/>
                </a:lnTo>
                <a:lnTo>
                  <a:pt x="5152" y="6663"/>
                </a:lnTo>
                <a:lnTo>
                  <a:pt x="5151" y="6663"/>
                </a:lnTo>
                <a:lnTo>
                  <a:pt x="5152" y="6663"/>
                </a:lnTo>
                <a:lnTo>
                  <a:pt x="5151" y="6663"/>
                </a:lnTo>
                <a:lnTo>
                  <a:pt x="5151" y="6662"/>
                </a:lnTo>
                <a:lnTo>
                  <a:pt x="5151" y="6661"/>
                </a:lnTo>
                <a:lnTo>
                  <a:pt x="5151" y="6660"/>
                </a:lnTo>
                <a:lnTo>
                  <a:pt x="5151" y="6659"/>
                </a:lnTo>
                <a:lnTo>
                  <a:pt x="5150" y="6659"/>
                </a:lnTo>
                <a:lnTo>
                  <a:pt x="5150" y="6658"/>
                </a:lnTo>
                <a:lnTo>
                  <a:pt x="5151" y="6658"/>
                </a:lnTo>
                <a:lnTo>
                  <a:pt x="5151" y="6657"/>
                </a:lnTo>
                <a:lnTo>
                  <a:pt x="5152" y="6657"/>
                </a:lnTo>
                <a:lnTo>
                  <a:pt x="5152" y="6656"/>
                </a:lnTo>
                <a:lnTo>
                  <a:pt x="5152" y="6655"/>
                </a:lnTo>
                <a:lnTo>
                  <a:pt x="5153" y="6655"/>
                </a:lnTo>
                <a:lnTo>
                  <a:pt x="5153" y="6654"/>
                </a:lnTo>
                <a:lnTo>
                  <a:pt x="5153" y="6653"/>
                </a:lnTo>
                <a:lnTo>
                  <a:pt x="5152" y="6653"/>
                </a:lnTo>
                <a:lnTo>
                  <a:pt x="5152" y="6654"/>
                </a:lnTo>
                <a:lnTo>
                  <a:pt x="5151" y="6654"/>
                </a:lnTo>
                <a:lnTo>
                  <a:pt x="5151" y="6653"/>
                </a:lnTo>
                <a:lnTo>
                  <a:pt x="5150" y="6653"/>
                </a:lnTo>
                <a:lnTo>
                  <a:pt x="5149" y="6653"/>
                </a:lnTo>
                <a:lnTo>
                  <a:pt x="5149" y="6652"/>
                </a:lnTo>
                <a:lnTo>
                  <a:pt x="5148" y="6652"/>
                </a:lnTo>
                <a:lnTo>
                  <a:pt x="5148" y="6651"/>
                </a:lnTo>
                <a:lnTo>
                  <a:pt x="5148" y="6650"/>
                </a:lnTo>
                <a:lnTo>
                  <a:pt x="5147" y="6650"/>
                </a:lnTo>
                <a:lnTo>
                  <a:pt x="5147" y="6649"/>
                </a:lnTo>
                <a:lnTo>
                  <a:pt x="5146" y="6649"/>
                </a:lnTo>
                <a:lnTo>
                  <a:pt x="5147" y="6649"/>
                </a:lnTo>
                <a:lnTo>
                  <a:pt x="5147" y="6648"/>
                </a:lnTo>
                <a:lnTo>
                  <a:pt x="5148" y="6648"/>
                </a:lnTo>
                <a:lnTo>
                  <a:pt x="5148" y="6647"/>
                </a:lnTo>
                <a:lnTo>
                  <a:pt x="5148" y="6646"/>
                </a:lnTo>
                <a:lnTo>
                  <a:pt x="5148" y="6645"/>
                </a:lnTo>
                <a:lnTo>
                  <a:pt x="5149" y="6645"/>
                </a:lnTo>
                <a:lnTo>
                  <a:pt x="5150" y="6645"/>
                </a:lnTo>
                <a:lnTo>
                  <a:pt x="5151" y="6645"/>
                </a:lnTo>
                <a:lnTo>
                  <a:pt x="5152" y="6644"/>
                </a:lnTo>
                <a:lnTo>
                  <a:pt x="5152" y="6643"/>
                </a:lnTo>
                <a:lnTo>
                  <a:pt x="5152" y="6642"/>
                </a:lnTo>
                <a:lnTo>
                  <a:pt x="5152" y="6641"/>
                </a:lnTo>
                <a:lnTo>
                  <a:pt x="5152" y="6640"/>
                </a:lnTo>
                <a:lnTo>
                  <a:pt x="5151" y="6640"/>
                </a:lnTo>
                <a:lnTo>
                  <a:pt x="5151" y="6639"/>
                </a:lnTo>
                <a:lnTo>
                  <a:pt x="5151" y="6638"/>
                </a:lnTo>
                <a:lnTo>
                  <a:pt x="5150" y="6638"/>
                </a:lnTo>
                <a:lnTo>
                  <a:pt x="5150" y="6637"/>
                </a:lnTo>
                <a:lnTo>
                  <a:pt x="5151" y="6637"/>
                </a:lnTo>
                <a:lnTo>
                  <a:pt x="5150" y="6637"/>
                </a:lnTo>
                <a:lnTo>
                  <a:pt x="5150" y="6636"/>
                </a:lnTo>
                <a:lnTo>
                  <a:pt x="5150" y="6635"/>
                </a:lnTo>
                <a:lnTo>
                  <a:pt x="5150" y="6634"/>
                </a:lnTo>
                <a:lnTo>
                  <a:pt x="5149" y="6634"/>
                </a:lnTo>
                <a:lnTo>
                  <a:pt x="5149" y="6633"/>
                </a:lnTo>
                <a:lnTo>
                  <a:pt x="5149" y="6632"/>
                </a:lnTo>
                <a:lnTo>
                  <a:pt x="5150" y="6632"/>
                </a:lnTo>
                <a:lnTo>
                  <a:pt x="5150" y="6631"/>
                </a:lnTo>
                <a:lnTo>
                  <a:pt x="5150" y="6630"/>
                </a:lnTo>
                <a:lnTo>
                  <a:pt x="5149" y="6630"/>
                </a:lnTo>
                <a:lnTo>
                  <a:pt x="5148" y="6630"/>
                </a:lnTo>
                <a:lnTo>
                  <a:pt x="5148" y="6629"/>
                </a:lnTo>
                <a:lnTo>
                  <a:pt x="5147" y="6629"/>
                </a:lnTo>
                <a:lnTo>
                  <a:pt x="5146" y="6629"/>
                </a:lnTo>
                <a:lnTo>
                  <a:pt x="5145" y="6629"/>
                </a:lnTo>
                <a:lnTo>
                  <a:pt x="5145" y="6628"/>
                </a:lnTo>
                <a:lnTo>
                  <a:pt x="5146" y="6627"/>
                </a:lnTo>
                <a:lnTo>
                  <a:pt x="5145" y="6626"/>
                </a:lnTo>
                <a:lnTo>
                  <a:pt x="5145" y="6625"/>
                </a:lnTo>
                <a:lnTo>
                  <a:pt x="5146" y="6624"/>
                </a:lnTo>
                <a:lnTo>
                  <a:pt x="5145" y="6624"/>
                </a:lnTo>
                <a:lnTo>
                  <a:pt x="5145" y="6623"/>
                </a:lnTo>
                <a:lnTo>
                  <a:pt x="5144" y="6623"/>
                </a:lnTo>
                <a:lnTo>
                  <a:pt x="5144" y="6622"/>
                </a:lnTo>
                <a:lnTo>
                  <a:pt x="5144" y="6621"/>
                </a:lnTo>
                <a:lnTo>
                  <a:pt x="5143" y="6621"/>
                </a:lnTo>
                <a:lnTo>
                  <a:pt x="5144" y="6621"/>
                </a:lnTo>
                <a:lnTo>
                  <a:pt x="5144" y="6620"/>
                </a:lnTo>
                <a:lnTo>
                  <a:pt x="5143" y="6620"/>
                </a:lnTo>
                <a:lnTo>
                  <a:pt x="5144" y="6620"/>
                </a:lnTo>
                <a:lnTo>
                  <a:pt x="5144" y="6619"/>
                </a:lnTo>
                <a:lnTo>
                  <a:pt x="5143" y="6619"/>
                </a:lnTo>
                <a:lnTo>
                  <a:pt x="5142" y="6619"/>
                </a:lnTo>
                <a:lnTo>
                  <a:pt x="5142" y="6618"/>
                </a:lnTo>
                <a:lnTo>
                  <a:pt x="5141" y="6618"/>
                </a:lnTo>
                <a:lnTo>
                  <a:pt x="5140" y="6618"/>
                </a:lnTo>
                <a:lnTo>
                  <a:pt x="5139" y="6618"/>
                </a:lnTo>
                <a:lnTo>
                  <a:pt x="5139" y="6619"/>
                </a:lnTo>
                <a:lnTo>
                  <a:pt x="5138" y="6618"/>
                </a:lnTo>
                <a:lnTo>
                  <a:pt x="5138" y="6619"/>
                </a:lnTo>
                <a:lnTo>
                  <a:pt x="5137" y="6619"/>
                </a:lnTo>
                <a:lnTo>
                  <a:pt x="5136" y="6619"/>
                </a:lnTo>
                <a:lnTo>
                  <a:pt x="5135" y="6618"/>
                </a:lnTo>
                <a:lnTo>
                  <a:pt x="5134" y="6618"/>
                </a:lnTo>
                <a:lnTo>
                  <a:pt x="5133" y="6618"/>
                </a:lnTo>
                <a:lnTo>
                  <a:pt x="5133" y="6619"/>
                </a:lnTo>
                <a:lnTo>
                  <a:pt x="5133" y="6618"/>
                </a:lnTo>
                <a:lnTo>
                  <a:pt x="5132" y="6618"/>
                </a:lnTo>
                <a:lnTo>
                  <a:pt x="5131" y="6618"/>
                </a:lnTo>
                <a:lnTo>
                  <a:pt x="5131" y="6617"/>
                </a:lnTo>
                <a:lnTo>
                  <a:pt x="5130" y="6617"/>
                </a:lnTo>
                <a:lnTo>
                  <a:pt x="5130" y="6618"/>
                </a:lnTo>
                <a:lnTo>
                  <a:pt x="5129" y="6618"/>
                </a:lnTo>
                <a:lnTo>
                  <a:pt x="5128" y="6618"/>
                </a:lnTo>
                <a:lnTo>
                  <a:pt x="5128" y="6617"/>
                </a:lnTo>
                <a:lnTo>
                  <a:pt x="5127" y="6617"/>
                </a:lnTo>
                <a:lnTo>
                  <a:pt x="5127" y="6618"/>
                </a:lnTo>
                <a:lnTo>
                  <a:pt x="5126" y="6617"/>
                </a:lnTo>
                <a:lnTo>
                  <a:pt x="5125" y="6616"/>
                </a:lnTo>
                <a:lnTo>
                  <a:pt x="5125" y="6615"/>
                </a:lnTo>
                <a:lnTo>
                  <a:pt x="5125" y="6614"/>
                </a:lnTo>
                <a:lnTo>
                  <a:pt x="5125" y="6613"/>
                </a:lnTo>
                <a:lnTo>
                  <a:pt x="5126" y="6613"/>
                </a:lnTo>
                <a:lnTo>
                  <a:pt x="5127" y="6613"/>
                </a:lnTo>
                <a:lnTo>
                  <a:pt x="5127" y="6612"/>
                </a:lnTo>
                <a:lnTo>
                  <a:pt x="5128" y="6612"/>
                </a:lnTo>
                <a:lnTo>
                  <a:pt x="5129" y="6612"/>
                </a:lnTo>
                <a:lnTo>
                  <a:pt x="5129" y="6611"/>
                </a:lnTo>
                <a:lnTo>
                  <a:pt x="5130" y="6611"/>
                </a:lnTo>
                <a:lnTo>
                  <a:pt x="5130" y="6610"/>
                </a:lnTo>
                <a:lnTo>
                  <a:pt x="5129" y="6610"/>
                </a:lnTo>
                <a:lnTo>
                  <a:pt x="5130" y="6610"/>
                </a:lnTo>
                <a:lnTo>
                  <a:pt x="5129" y="6610"/>
                </a:lnTo>
                <a:lnTo>
                  <a:pt x="5129" y="6609"/>
                </a:lnTo>
                <a:lnTo>
                  <a:pt x="5130" y="6609"/>
                </a:lnTo>
                <a:lnTo>
                  <a:pt x="5130" y="6608"/>
                </a:lnTo>
                <a:lnTo>
                  <a:pt x="5129" y="6608"/>
                </a:lnTo>
                <a:lnTo>
                  <a:pt x="5130" y="6608"/>
                </a:lnTo>
                <a:lnTo>
                  <a:pt x="5130" y="6607"/>
                </a:lnTo>
                <a:lnTo>
                  <a:pt x="5129" y="6607"/>
                </a:lnTo>
                <a:lnTo>
                  <a:pt x="5128" y="6607"/>
                </a:lnTo>
                <a:lnTo>
                  <a:pt x="5128" y="6606"/>
                </a:lnTo>
                <a:lnTo>
                  <a:pt x="5127" y="6606"/>
                </a:lnTo>
                <a:lnTo>
                  <a:pt x="5127" y="6605"/>
                </a:lnTo>
                <a:lnTo>
                  <a:pt x="5126" y="6605"/>
                </a:lnTo>
                <a:lnTo>
                  <a:pt x="5126" y="6604"/>
                </a:lnTo>
                <a:lnTo>
                  <a:pt x="5126" y="6603"/>
                </a:lnTo>
                <a:lnTo>
                  <a:pt x="5126" y="6602"/>
                </a:lnTo>
                <a:lnTo>
                  <a:pt x="5125" y="6602"/>
                </a:lnTo>
                <a:lnTo>
                  <a:pt x="5125" y="6601"/>
                </a:lnTo>
                <a:lnTo>
                  <a:pt x="5126" y="6601"/>
                </a:lnTo>
                <a:lnTo>
                  <a:pt x="5126" y="6600"/>
                </a:lnTo>
                <a:lnTo>
                  <a:pt x="5126" y="6599"/>
                </a:lnTo>
                <a:lnTo>
                  <a:pt x="5125" y="6599"/>
                </a:lnTo>
                <a:lnTo>
                  <a:pt x="5126" y="6598"/>
                </a:lnTo>
                <a:lnTo>
                  <a:pt x="5126" y="6597"/>
                </a:lnTo>
                <a:lnTo>
                  <a:pt x="5125" y="6597"/>
                </a:lnTo>
                <a:lnTo>
                  <a:pt x="5124" y="6597"/>
                </a:lnTo>
                <a:lnTo>
                  <a:pt x="5124" y="6596"/>
                </a:lnTo>
                <a:lnTo>
                  <a:pt x="5125" y="6596"/>
                </a:lnTo>
                <a:lnTo>
                  <a:pt x="5125" y="6595"/>
                </a:lnTo>
                <a:lnTo>
                  <a:pt x="5124" y="6595"/>
                </a:lnTo>
                <a:lnTo>
                  <a:pt x="5124" y="6594"/>
                </a:lnTo>
                <a:lnTo>
                  <a:pt x="5125" y="6594"/>
                </a:lnTo>
                <a:lnTo>
                  <a:pt x="5124" y="6594"/>
                </a:lnTo>
                <a:lnTo>
                  <a:pt x="5124" y="6593"/>
                </a:lnTo>
                <a:lnTo>
                  <a:pt x="5125" y="6593"/>
                </a:lnTo>
                <a:lnTo>
                  <a:pt x="5126" y="6593"/>
                </a:lnTo>
                <a:lnTo>
                  <a:pt x="5126" y="6592"/>
                </a:lnTo>
                <a:lnTo>
                  <a:pt x="5126" y="6591"/>
                </a:lnTo>
                <a:lnTo>
                  <a:pt x="5127" y="6591"/>
                </a:lnTo>
                <a:lnTo>
                  <a:pt x="5127" y="6592"/>
                </a:lnTo>
                <a:lnTo>
                  <a:pt x="5128" y="6592"/>
                </a:lnTo>
                <a:lnTo>
                  <a:pt x="5128" y="6591"/>
                </a:lnTo>
                <a:lnTo>
                  <a:pt x="5129" y="6591"/>
                </a:lnTo>
                <a:lnTo>
                  <a:pt x="5129" y="6590"/>
                </a:lnTo>
                <a:lnTo>
                  <a:pt x="5129" y="6589"/>
                </a:lnTo>
                <a:lnTo>
                  <a:pt x="5129" y="6588"/>
                </a:lnTo>
                <a:lnTo>
                  <a:pt x="5129" y="6587"/>
                </a:lnTo>
                <a:lnTo>
                  <a:pt x="5129" y="6586"/>
                </a:lnTo>
                <a:lnTo>
                  <a:pt x="5128" y="6586"/>
                </a:lnTo>
                <a:lnTo>
                  <a:pt x="5128" y="6584"/>
                </a:lnTo>
                <a:lnTo>
                  <a:pt x="5129" y="6584"/>
                </a:lnTo>
                <a:lnTo>
                  <a:pt x="5129" y="6582"/>
                </a:lnTo>
                <a:lnTo>
                  <a:pt x="5128" y="6582"/>
                </a:lnTo>
                <a:lnTo>
                  <a:pt x="5129" y="6582"/>
                </a:lnTo>
                <a:lnTo>
                  <a:pt x="5129" y="6581"/>
                </a:lnTo>
                <a:lnTo>
                  <a:pt x="5129" y="6580"/>
                </a:lnTo>
                <a:lnTo>
                  <a:pt x="5130" y="6580"/>
                </a:lnTo>
                <a:lnTo>
                  <a:pt x="5130" y="6579"/>
                </a:lnTo>
                <a:lnTo>
                  <a:pt x="5130" y="6578"/>
                </a:lnTo>
                <a:lnTo>
                  <a:pt x="5130" y="6577"/>
                </a:lnTo>
                <a:lnTo>
                  <a:pt x="5130" y="6576"/>
                </a:lnTo>
                <a:lnTo>
                  <a:pt x="5131" y="6576"/>
                </a:lnTo>
                <a:lnTo>
                  <a:pt x="5131" y="6575"/>
                </a:lnTo>
                <a:lnTo>
                  <a:pt x="5131" y="6576"/>
                </a:lnTo>
                <a:lnTo>
                  <a:pt x="5132" y="6575"/>
                </a:lnTo>
                <a:lnTo>
                  <a:pt x="5132" y="6574"/>
                </a:lnTo>
                <a:lnTo>
                  <a:pt x="5132" y="6573"/>
                </a:lnTo>
                <a:lnTo>
                  <a:pt x="5133" y="6573"/>
                </a:lnTo>
                <a:lnTo>
                  <a:pt x="5132" y="6573"/>
                </a:lnTo>
                <a:lnTo>
                  <a:pt x="5132" y="6572"/>
                </a:lnTo>
                <a:lnTo>
                  <a:pt x="5132" y="6571"/>
                </a:lnTo>
                <a:lnTo>
                  <a:pt x="5132" y="6570"/>
                </a:lnTo>
                <a:lnTo>
                  <a:pt x="5133" y="6570"/>
                </a:lnTo>
                <a:lnTo>
                  <a:pt x="5133" y="6569"/>
                </a:lnTo>
                <a:lnTo>
                  <a:pt x="5133" y="6568"/>
                </a:lnTo>
                <a:lnTo>
                  <a:pt x="5133" y="6567"/>
                </a:lnTo>
                <a:lnTo>
                  <a:pt x="5133" y="6566"/>
                </a:lnTo>
                <a:lnTo>
                  <a:pt x="5133" y="6565"/>
                </a:lnTo>
                <a:lnTo>
                  <a:pt x="5134" y="6565"/>
                </a:lnTo>
                <a:lnTo>
                  <a:pt x="5135" y="6565"/>
                </a:lnTo>
                <a:lnTo>
                  <a:pt x="5136" y="6565"/>
                </a:lnTo>
                <a:lnTo>
                  <a:pt x="5136" y="6564"/>
                </a:lnTo>
                <a:lnTo>
                  <a:pt x="5136" y="6565"/>
                </a:lnTo>
                <a:lnTo>
                  <a:pt x="5137" y="6565"/>
                </a:lnTo>
                <a:lnTo>
                  <a:pt x="5137" y="6564"/>
                </a:lnTo>
                <a:lnTo>
                  <a:pt x="5138" y="6564"/>
                </a:lnTo>
                <a:lnTo>
                  <a:pt x="5138" y="6565"/>
                </a:lnTo>
                <a:lnTo>
                  <a:pt x="5138" y="6566"/>
                </a:lnTo>
                <a:lnTo>
                  <a:pt x="5138" y="6567"/>
                </a:lnTo>
                <a:lnTo>
                  <a:pt x="5139" y="6567"/>
                </a:lnTo>
                <a:lnTo>
                  <a:pt x="5139" y="6568"/>
                </a:lnTo>
                <a:lnTo>
                  <a:pt x="5140" y="6568"/>
                </a:lnTo>
                <a:lnTo>
                  <a:pt x="5140" y="6569"/>
                </a:lnTo>
                <a:lnTo>
                  <a:pt x="5141" y="6569"/>
                </a:lnTo>
                <a:lnTo>
                  <a:pt x="5141" y="6570"/>
                </a:lnTo>
                <a:lnTo>
                  <a:pt x="5142" y="6570"/>
                </a:lnTo>
                <a:lnTo>
                  <a:pt x="5143" y="6570"/>
                </a:lnTo>
                <a:lnTo>
                  <a:pt x="5144" y="6570"/>
                </a:lnTo>
                <a:lnTo>
                  <a:pt x="5145" y="6570"/>
                </a:lnTo>
                <a:lnTo>
                  <a:pt x="5146" y="6570"/>
                </a:lnTo>
                <a:lnTo>
                  <a:pt x="5146" y="6569"/>
                </a:lnTo>
                <a:lnTo>
                  <a:pt x="5147" y="6569"/>
                </a:lnTo>
                <a:lnTo>
                  <a:pt x="5148" y="6570"/>
                </a:lnTo>
                <a:lnTo>
                  <a:pt x="5148" y="6569"/>
                </a:lnTo>
                <a:lnTo>
                  <a:pt x="5149" y="6569"/>
                </a:lnTo>
                <a:lnTo>
                  <a:pt x="5149" y="6568"/>
                </a:lnTo>
                <a:lnTo>
                  <a:pt x="5150" y="6568"/>
                </a:lnTo>
                <a:lnTo>
                  <a:pt x="5150" y="6569"/>
                </a:lnTo>
                <a:lnTo>
                  <a:pt x="5151" y="6569"/>
                </a:lnTo>
                <a:lnTo>
                  <a:pt x="5152" y="6570"/>
                </a:lnTo>
                <a:lnTo>
                  <a:pt x="5153" y="6570"/>
                </a:lnTo>
                <a:lnTo>
                  <a:pt x="5153" y="6569"/>
                </a:lnTo>
                <a:lnTo>
                  <a:pt x="5154" y="6569"/>
                </a:lnTo>
                <a:lnTo>
                  <a:pt x="5154" y="6568"/>
                </a:lnTo>
                <a:lnTo>
                  <a:pt x="5155" y="6568"/>
                </a:lnTo>
                <a:lnTo>
                  <a:pt x="5155" y="6567"/>
                </a:lnTo>
                <a:lnTo>
                  <a:pt x="5156" y="6566"/>
                </a:lnTo>
                <a:lnTo>
                  <a:pt x="5156" y="6565"/>
                </a:lnTo>
                <a:lnTo>
                  <a:pt x="5157" y="6565"/>
                </a:lnTo>
                <a:lnTo>
                  <a:pt x="5156" y="6565"/>
                </a:lnTo>
                <a:lnTo>
                  <a:pt x="5156" y="6564"/>
                </a:lnTo>
                <a:lnTo>
                  <a:pt x="5155" y="6564"/>
                </a:lnTo>
                <a:lnTo>
                  <a:pt x="5155" y="6563"/>
                </a:lnTo>
                <a:lnTo>
                  <a:pt x="5155" y="6564"/>
                </a:lnTo>
                <a:lnTo>
                  <a:pt x="5154" y="6564"/>
                </a:lnTo>
                <a:lnTo>
                  <a:pt x="5154" y="6563"/>
                </a:lnTo>
                <a:lnTo>
                  <a:pt x="5153" y="6563"/>
                </a:lnTo>
                <a:lnTo>
                  <a:pt x="5153" y="6562"/>
                </a:lnTo>
                <a:lnTo>
                  <a:pt x="5154" y="6562"/>
                </a:lnTo>
                <a:lnTo>
                  <a:pt x="5155" y="6562"/>
                </a:lnTo>
                <a:lnTo>
                  <a:pt x="5155" y="6561"/>
                </a:lnTo>
                <a:lnTo>
                  <a:pt x="5155" y="6560"/>
                </a:lnTo>
                <a:lnTo>
                  <a:pt x="5156" y="6560"/>
                </a:lnTo>
                <a:lnTo>
                  <a:pt x="5156" y="6559"/>
                </a:lnTo>
                <a:lnTo>
                  <a:pt x="5156" y="6558"/>
                </a:lnTo>
                <a:lnTo>
                  <a:pt x="5155" y="6558"/>
                </a:lnTo>
                <a:lnTo>
                  <a:pt x="5155" y="6557"/>
                </a:lnTo>
                <a:lnTo>
                  <a:pt x="5155" y="6556"/>
                </a:lnTo>
                <a:lnTo>
                  <a:pt x="5156" y="6556"/>
                </a:lnTo>
                <a:lnTo>
                  <a:pt x="5157" y="6556"/>
                </a:lnTo>
                <a:lnTo>
                  <a:pt x="5157" y="6555"/>
                </a:lnTo>
                <a:lnTo>
                  <a:pt x="5156" y="6554"/>
                </a:lnTo>
                <a:lnTo>
                  <a:pt x="5157" y="6554"/>
                </a:lnTo>
                <a:lnTo>
                  <a:pt x="5157" y="6553"/>
                </a:lnTo>
                <a:lnTo>
                  <a:pt x="5158" y="6553"/>
                </a:lnTo>
                <a:lnTo>
                  <a:pt x="5158" y="6552"/>
                </a:lnTo>
                <a:lnTo>
                  <a:pt x="5157" y="6552"/>
                </a:lnTo>
                <a:lnTo>
                  <a:pt x="5158" y="6552"/>
                </a:lnTo>
                <a:lnTo>
                  <a:pt x="5158" y="6551"/>
                </a:lnTo>
                <a:lnTo>
                  <a:pt x="5159" y="6551"/>
                </a:lnTo>
                <a:lnTo>
                  <a:pt x="5160" y="6551"/>
                </a:lnTo>
                <a:lnTo>
                  <a:pt x="5160" y="6550"/>
                </a:lnTo>
                <a:lnTo>
                  <a:pt x="5161" y="6550"/>
                </a:lnTo>
                <a:lnTo>
                  <a:pt x="5161" y="6549"/>
                </a:lnTo>
                <a:lnTo>
                  <a:pt x="5162" y="6549"/>
                </a:lnTo>
                <a:lnTo>
                  <a:pt x="5162" y="6548"/>
                </a:lnTo>
                <a:lnTo>
                  <a:pt x="5161" y="6548"/>
                </a:lnTo>
                <a:lnTo>
                  <a:pt x="5161" y="6547"/>
                </a:lnTo>
                <a:lnTo>
                  <a:pt x="5160" y="6547"/>
                </a:lnTo>
                <a:lnTo>
                  <a:pt x="5160" y="6546"/>
                </a:lnTo>
                <a:lnTo>
                  <a:pt x="5161" y="6546"/>
                </a:lnTo>
                <a:lnTo>
                  <a:pt x="5161" y="6545"/>
                </a:lnTo>
                <a:lnTo>
                  <a:pt x="5162" y="6545"/>
                </a:lnTo>
                <a:lnTo>
                  <a:pt x="5163" y="6545"/>
                </a:lnTo>
                <a:lnTo>
                  <a:pt x="5163" y="6544"/>
                </a:lnTo>
                <a:lnTo>
                  <a:pt x="5164" y="6544"/>
                </a:lnTo>
                <a:lnTo>
                  <a:pt x="5164" y="6543"/>
                </a:lnTo>
                <a:lnTo>
                  <a:pt x="5165" y="6543"/>
                </a:lnTo>
                <a:lnTo>
                  <a:pt x="5165" y="6542"/>
                </a:lnTo>
                <a:lnTo>
                  <a:pt x="5164" y="6542"/>
                </a:lnTo>
                <a:lnTo>
                  <a:pt x="5164" y="6541"/>
                </a:lnTo>
                <a:lnTo>
                  <a:pt x="5163" y="6541"/>
                </a:lnTo>
                <a:lnTo>
                  <a:pt x="5163" y="6540"/>
                </a:lnTo>
                <a:lnTo>
                  <a:pt x="5163" y="6539"/>
                </a:lnTo>
                <a:lnTo>
                  <a:pt x="5162" y="6539"/>
                </a:lnTo>
                <a:lnTo>
                  <a:pt x="5162" y="6538"/>
                </a:lnTo>
                <a:lnTo>
                  <a:pt x="5163" y="6538"/>
                </a:lnTo>
                <a:lnTo>
                  <a:pt x="5163" y="6537"/>
                </a:lnTo>
                <a:lnTo>
                  <a:pt x="5162" y="6537"/>
                </a:lnTo>
                <a:lnTo>
                  <a:pt x="5163" y="6536"/>
                </a:lnTo>
                <a:lnTo>
                  <a:pt x="5164" y="6536"/>
                </a:lnTo>
                <a:lnTo>
                  <a:pt x="5165" y="6535"/>
                </a:lnTo>
                <a:lnTo>
                  <a:pt x="5165" y="6534"/>
                </a:lnTo>
                <a:lnTo>
                  <a:pt x="5166" y="6534"/>
                </a:lnTo>
                <a:lnTo>
                  <a:pt x="5167" y="6534"/>
                </a:lnTo>
                <a:lnTo>
                  <a:pt x="5167" y="6533"/>
                </a:lnTo>
                <a:lnTo>
                  <a:pt x="5167" y="6532"/>
                </a:lnTo>
                <a:lnTo>
                  <a:pt x="5166" y="6532"/>
                </a:lnTo>
                <a:lnTo>
                  <a:pt x="5166" y="6531"/>
                </a:lnTo>
                <a:lnTo>
                  <a:pt x="5167" y="6531"/>
                </a:lnTo>
                <a:lnTo>
                  <a:pt x="5168" y="6531"/>
                </a:lnTo>
                <a:lnTo>
                  <a:pt x="5168" y="6532"/>
                </a:lnTo>
                <a:lnTo>
                  <a:pt x="5168" y="6531"/>
                </a:lnTo>
                <a:lnTo>
                  <a:pt x="5169" y="6531"/>
                </a:lnTo>
                <a:lnTo>
                  <a:pt x="5170" y="6531"/>
                </a:lnTo>
                <a:lnTo>
                  <a:pt x="5171" y="6531"/>
                </a:lnTo>
                <a:lnTo>
                  <a:pt x="5171" y="6530"/>
                </a:lnTo>
                <a:lnTo>
                  <a:pt x="5172" y="6530"/>
                </a:lnTo>
                <a:lnTo>
                  <a:pt x="5173" y="6530"/>
                </a:lnTo>
                <a:lnTo>
                  <a:pt x="5173" y="6529"/>
                </a:lnTo>
                <a:lnTo>
                  <a:pt x="5174" y="6529"/>
                </a:lnTo>
                <a:lnTo>
                  <a:pt x="5173" y="6529"/>
                </a:lnTo>
                <a:lnTo>
                  <a:pt x="5173" y="6528"/>
                </a:lnTo>
                <a:lnTo>
                  <a:pt x="5173" y="6527"/>
                </a:lnTo>
                <a:lnTo>
                  <a:pt x="5174" y="6527"/>
                </a:lnTo>
                <a:lnTo>
                  <a:pt x="5174" y="6526"/>
                </a:lnTo>
                <a:lnTo>
                  <a:pt x="5175" y="6526"/>
                </a:lnTo>
                <a:lnTo>
                  <a:pt x="5175" y="6525"/>
                </a:lnTo>
                <a:lnTo>
                  <a:pt x="5175" y="6524"/>
                </a:lnTo>
                <a:lnTo>
                  <a:pt x="5176" y="6524"/>
                </a:lnTo>
                <a:lnTo>
                  <a:pt x="5176" y="6523"/>
                </a:lnTo>
                <a:lnTo>
                  <a:pt x="5175" y="6523"/>
                </a:lnTo>
                <a:lnTo>
                  <a:pt x="5174" y="6523"/>
                </a:lnTo>
                <a:lnTo>
                  <a:pt x="5174" y="6522"/>
                </a:lnTo>
                <a:lnTo>
                  <a:pt x="5173" y="6522"/>
                </a:lnTo>
                <a:lnTo>
                  <a:pt x="5173" y="6521"/>
                </a:lnTo>
                <a:lnTo>
                  <a:pt x="5173" y="6520"/>
                </a:lnTo>
                <a:lnTo>
                  <a:pt x="5171" y="6520"/>
                </a:lnTo>
                <a:lnTo>
                  <a:pt x="5170" y="6520"/>
                </a:lnTo>
                <a:lnTo>
                  <a:pt x="5170" y="6521"/>
                </a:lnTo>
                <a:lnTo>
                  <a:pt x="5169" y="6521"/>
                </a:lnTo>
                <a:lnTo>
                  <a:pt x="5168" y="6521"/>
                </a:lnTo>
                <a:lnTo>
                  <a:pt x="5168" y="6522"/>
                </a:lnTo>
                <a:lnTo>
                  <a:pt x="5167" y="6522"/>
                </a:lnTo>
                <a:lnTo>
                  <a:pt x="5167" y="6521"/>
                </a:lnTo>
                <a:lnTo>
                  <a:pt x="5167" y="6522"/>
                </a:lnTo>
                <a:lnTo>
                  <a:pt x="5166" y="6522"/>
                </a:lnTo>
                <a:lnTo>
                  <a:pt x="5165" y="6522"/>
                </a:lnTo>
                <a:lnTo>
                  <a:pt x="5165" y="6521"/>
                </a:lnTo>
                <a:lnTo>
                  <a:pt x="5164" y="6521"/>
                </a:lnTo>
                <a:lnTo>
                  <a:pt x="5163" y="6521"/>
                </a:lnTo>
                <a:lnTo>
                  <a:pt x="5163" y="6522"/>
                </a:lnTo>
                <a:lnTo>
                  <a:pt x="5162" y="6522"/>
                </a:lnTo>
                <a:lnTo>
                  <a:pt x="5162" y="6521"/>
                </a:lnTo>
                <a:lnTo>
                  <a:pt x="5163" y="6521"/>
                </a:lnTo>
                <a:lnTo>
                  <a:pt x="5163" y="6520"/>
                </a:lnTo>
                <a:lnTo>
                  <a:pt x="5163" y="6519"/>
                </a:lnTo>
                <a:lnTo>
                  <a:pt x="5162" y="6519"/>
                </a:lnTo>
                <a:lnTo>
                  <a:pt x="5161" y="6519"/>
                </a:lnTo>
                <a:lnTo>
                  <a:pt x="5161" y="6518"/>
                </a:lnTo>
                <a:lnTo>
                  <a:pt x="5160" y="6518"/>
                </a:lnTo>
                <a:lnTo>
                  <a:pt x="5160" y="6517"/>
                </a:lnTo>
                <a:lnTo>
                  <a:pt x="5159" y="6517"/>
                </a:lnTo>
                <a:lnTo>
                  <a:pt x="5158" y="6517"/>
                </a:lnTo>
                <a:lnTo>
                  <a:pt x="5158" y="6516"/>
                </a:lnTo>
                <a:lnTo>
                  <a:pt x="5157" y="6516"/>
                </a:lnTo>
                <a:lnTo>
                  <a:pt x="5157" y="6515"/>
                </a:lnTo>
                <a:lnTo>
                  <a:pt x="5156" y="6515"/>
                </a:lnTo>
                <a:lnTo>
                  <a:pt x="5155" y="6515"/>
                </a:lnTo>
                <a:lnTo>
                  <a:pt x="5155" y="6514"/>
                </a:lnTo>
                <a:lnTo>
                  <a:pt x="5154" y="6514"/>
                </a:lnTo>
                <a:lnTo>
                  <a:pt x="5154" y="6513"/>
                </a:lnTo>
                <a:lnTo>
                  <a:pt x="5153" y="6513"/>
                </a:lnTo>
                <a:lnTo>
                  <a:pt x="5153" y="6512"/>
                </a:lnTo>
                <a:lnTo>
                  <a:pt x="5152" y="6512"/>
                </a:lnTo>
                <a:lnTo>
                  <a:pt x="5151" y="6512"/>
                </a:lnTo>
                <a:lnTo>
                  <a:pt x="5151" y="6511"/>
                </a:lnTo>
                <a:lnTo>
                  <a:pt x="5152" y="6511"/>
                </a:lnTo>
                <a:lnTo>
                  <a:pt x="5153" y="6511"/>
                </a:lnTo>
                <a:lnTo>
                  <a:pt x="5153" y="6510"/>
                </a:lnTo>
                <a:lnTo>
                  <a:pt x="5153" y="6509"/>
                </a:lnTo>
                <a:lnTo>
                  <a:pt x="5152" y="6509"/>
                </a:lnTo>
                <a:lnTo>
                  <a:pt x="5152" y="6508"/>
                </a:lnTo>
                <a:lnTo>
                  <a:pt x="5151" y="6508"/>
                </a:lnTo>
                <a:lnTo>
                  <a:pt x="5151" y="6507"/>
                </a:lnTo>
                <a:lnTo>
                  <a:pt x="5150" y="6507"/>
                </a:lnTo>
                <a:lnTo>
                  <a:pt x="5149" y="6507"/>
                </a:lnTo>
                <a:lnTo>
                  <a:pt x="5148" y="6506"/>
                </a:lnTo>
                <a:lnTo>
                  <a:pt x="5148" y="6507"/>
                </a:lnTo>
                <a:lnTo>
                  <a:pt x="5147" y="6507"/>
                </a:lnTo>
                <a:lnTo>
                  <a:pt x="5146" y="6507"/>
                </a:lnTo>
                <a:lnTo>
                  <a:pt x="5145" y="6507"/>
                </a:lnTo>
                <a:lnTo>
                  <a:pt x="5145" y="6506"/>
                </a:lnTo>
                <a:lnTo>
                  <a:pt x="5145" y="6507"/>
                </a:lnTo>
                <a:lnTo>
                  <a:pt x="5145" y="6506"/>
                </a:lnTo>
                <a:lnTo>
                  <a:pt x="5145" y="6507"/>
                </a:lnTo>
                <a:lnTo>
                  <a:pt x="5144" y="6506"/>
                </a:lnTo>
                <a:lnTo>
                  <a:pt x="5143" y="6507"/>
                </a:lnTo>
                <a:lnTo>
                  <a:pt x="5143" y="6509"/>
                </a:lnTo>
                <a:lnTo>
                  <a:pt x="5143" y="6510"/>
                </a:lnTo>
                <a:lnTo>
                  <a:pt x="5142" y="6510"/>
                </a:lnTo>
                <a:lnTo>
                  <a:pt x="5142" y="6511"/>
                </a:lnTo>
                <a:lnTo>
                  <a:pt x="5141" y="6511"/>
                </a:lnTo>
                <a:lnTo>
                  <a:pt x="5141" y="6512"/>
                </a:lnTo>
                <a:lnTo>
                  <a:pt x="5140" y="6512"/>
                </a:lnTo>
                <a:lnTo>
                  <a:pt x="5140" y="6511"/>
                </a:lnTo>
                <a:lnTo>
                  <a:pt x="5139" y="6511"/>
                </a:lnTo>
                <a:lnTo>
                  <a:pt x="5140" y="6511"/>
                </a:lnTo>
                <a:lnTo>
                  <a:pt x="5139" y="6511"/>
                </a:lnTo>
                <a:lnTo>
                  <a:pt x="5139" y="6510"/>
                </a:lnTo>
                <a:lnTo>
                  <a:pt x="5138" y="6510"/>
                </a:lnTo>
                <a:lnTo>
                  <a:pt x="5138" y="6509"/>
                </a:lnTo>
                <a:lnTo>
                  <a:pt x="5138" y="6508"/>
                </a:lnTo>
                <a:lnTo>
                  <a:pt x="5138" y="6507"/>
                </a:lnTo>
                <a:lnTo>
                  <a:pt x="5137" y="6507"/>
                </a:lnTo>
                <a:lnTo>
                  <a:pt x="5137" y="6508"/>
                </a:lnTo>
                <a:lnTo>
                  <a:pt x="5137" y="6507"/>
                </a:lnTo>
                <a:lnTo>
                  <a:pt x="5137" y="6508"/>
                </a:lnTo>
                <a:lnTo>
                  <a:pt x="5136" y="6508"/>
                </a:lnTo>
                <a:lnTo>
                  <a:pt x="5136" y="6507"/>
                </a:lnTo>
                <a:lnTo>
                  <a:pt x="5137" y="6507"/>
                </a:lnTo>
                <a:lnTo>
                  <a:pt x="5136" y="6506"/>
                </a:lnTo>
                <a:lnTo>
                  <a:pt x="5135" y="6506"/>
                </a:lnTo>
                <a:lnTo>
                  <a:pt x="5134" y="6506"/>
                </a:lnTo>
                <a:lnTo>
                  <a:pt x="5134" y="6505"/>
                </a:lnTo>
                <a:lnTo>
                  <a:pt x="5133" y="6505"/>
                </a:lnTo>
                <a:lnTo>
                  <a:pt x="5133" y="6504"/>
                </a:lnTo>
                <a:lnTo>
                  <a:pt x="5133" y="6503"/>
                </a:lnTo>
                <a:lnTo>
                  <a:pt x="5132" y="6503"/>
                </a:lnTo>
                <a:lnTo>
                  <a:pt x="5132" y="6502"/>
                </a:lnTo>
                <a:lnTo>
                  <a:pt x="5133" y="6502"/>
                </a:lnTo>
                <a:lnTo>
                  <a:pt x="5132" y="6502"/>
                </a:lnTo>
                <a:lnTo>
                  <a:pt x="5132" y="6501"/>
                </a:lnTo>
                <a:lnTo>
                  <a:pt x="5131" y="6501"/>
                </a:lnTo>
                <a:lnTo>
                  <a:pt x="5131" y="6500"/>
                </a:lnTo>
                <a:lnTo>
                  <a:pt x="5132" y="6500"/>
                </a:lnTo>
                <a:lnTo>
                  <a:pt x="5131" y="6499"/>
                </a:lnTo>
                <a:lnTo>
                  <a:pt x="5131" y="6500"/>
                </a:lnTo>
                <a:lnTo>
                  <a:pt x="5131" y="6499"/>
                </a:lnTo>
                <a:lnTo>
                  <a:pt x="5130" y="6499"/>
                </a:lnTo>
                <a:lnTo>
                  <a:pt x="5129" y="6499"/>
                </a:lnTo>
                <a:lnTo>
                  <a:pt x="5129" y="6498"/>
                </a:lnTo>
                <a:lnTo>
                  <a:pt x="5128" y="6498"/>
                </a:lnTo>
                <a:lnTo>
                  <a:pt x="5128" y="6499"/>
                </a:lnTo>
                <a:lnTo>
                  <a:pt x="5127" y="6499"/>
                </a:lnTo>
                <a:lnTo>
                  <a:pt x="5127" y="6500"/>
                </a:lnTo>
                <a:lnTo>
                  <a:pt x="5126" y="6500"/>
                </a:lnTo>
                <a:lnTo>
                  <a:pt x="5125" y="6500"/>
                </a:lnTo>
                <a:lnTo>
                  <a:pt x="5125" y="6501"/>
                </a:lnTo>
                <a:lnTo>
                  <a:pt x="5124" y="6501"/>
                </a:lnTo>
                <a:lnTo>
                  <a:pt x="5123" y="6501"/>
                </a:lnTo>
                <a:lnTo>
                  <a:pt x="5123" y="6500"/>
                </a:lnTo>
                <a:lnTo>
                  <a:pt x="5123" y="6501"/>
                </a:lnTo>
                <a:lnTo>
                  <a:pt x="5123" y="6500"/>
                </a:lnTo>
                <a:lnTo>
                  <a:pt x="5122" y="6500"/>
                </a:lnTo>
                <a:lnTo>
                  <a:pt x="5121" y="6500"/>
                </a:lnTo>
                <a:lnTo>
                  <a:pt x="5121" y="6499"/>
                </a:lnTo>
                <a:lnTo>
                  <a:pt x="5120" y="6499"/>
                </a:lnTo>
                <a:lnTo>
                  <a:pt x="5120" y="6500"/>
                </a:lnTo>
                <a:lnTo>
                  <a:pt x="5120" y="6499"/>
                </a:lnTo>
                <a:lnTo>
                  <a:pt x="5120" y="6498"/>
                </a:lnTo>
                <a:lnTo>
                  <a:pt x="5119" y="6498"/>
                </a:lnTo>
                <a:lnTo>
                  <a:pt x="5119" y="6497"/>
                </a:lnTo>
                <a:lnTo>
                  <a:pt x="5120" y="6497"/>
                </a:lnTo>
                <a:lnTo>
                  <a:pt x="5119" y="6497"/>
                </a:lnTo>
                <a:lnTo>
                  <a:pt x="5118" y="6497"/>
                </a:lnTo>
                <a:lnTo>
                  <a:pt x="5117" y="6497"/>
                </a:lnTo>
                <a:lnTo>
                  <a:pt x="5117" y="6496"/>
                </a:lnTo>
                <a:lnTo>
                  <a:pt x="5117" y="6495"/>
                </a:lnTo>
                <a:lnTo>
                  <a:pt x="5116" y="6495"/>
                </a:lnTo>
                <a:lnTo>
                  <a:pt x="5115" y="6496"/>
                </a:lnTo>
                <a:lnTo>
                  <a:pt x="5114" y="6496"/>
                </a:lnTo>
                <a:lnTo>
                  <a:pt x="5114" y="6497"/>
                </a:lnTo>
                <a:lnTo>
                  <a:pt x="5113" y="6497"/>
                </a:lnTo>
                <a:lnTo>
                  <a:pt x="5113" y="6498"/>
                </a:lnTo>
                <a:lnTo>
                  <a:pt x="5113" y="6499"/>
                </a:lnTo>
                <a:lnTo>
                  <a:pt x="5112" y="6499"/>
                </a:lnTo>
                <a:lnTo>
                  <a:pt x="5112" y="6500"/>
                </a:lnTo>
                <a:lnTo>
                  <a:pt x="5112" y="6501"/>
                </a:lnTo>
                <a:lnTo>
                  <a:pt x="5111" y="6501"/>
                </a:lnTo>
                <a:lnTo>
                  <a:pt x="5111" y="6502"/>
                </a:lnTo>
                <a:lnTo>
                  <a:pt x="5112" y="6502"/>
                </a:lnTo>
                <a:lnTo>
                  <a:pt x="5112" y="6503"/>
                </a:lnTo>
                <a:lnTo>
                  <a:pt x="5112" y="6504"/>
                </a:lnTo>
                <a:lnTo>
                  <a:pt x="5111" y="6504"/>
                </a:lnTo>
                <a:lnTo>
                  <a:pt x="5110" y="6504"/>
                </a:lnTo>
                <a:lnTo>
                  <a:pt x="5110" y="6505"/>
                </a:lnTo>
                <a:lnTo>
                  <a:pt x="5109" y="6505"/>
                </a:lnTo>
                <a:lnTo>
                  <a:pt x="5109" y="6504"/>
                </a:lnTo>
                <a:lnTo>
                  <a:pt x="5108" y="6504"/>
                </a:lnTo>
                <a:lnTo>
                  <a:pt x="5108" y="6505"/>
                </a:lnTo>
                <a:lnTo>
                  <a:pt x="5108" y="6504"/>
                </a:lnTo>
                <a:lnTo>
                  <a:pt x="5107" y="6504"/>
                </a:lnTo>
                <a:lnTo>
                  <a:pt x="5107" y="6503"/>
                </a:lnTo>
                <a:lnTo>
                  <a:pt x="5107" y="6504"/>
                </a:lnTo>
                <a:lnTo>
                  <a:pt x="5106" y="6504"/>
                </a:lnTo>
                <a:lnTo>
                  <a:pt x="5106" y="6505"/>
                </a:lnTo>
                <a:lnTo>
                  <a:pt x="5105" y="6505"/>
                </a:lnTo>
                <a:lnTo>
                  <a:pt x="5105" y="6506"/>
                </a:lnTo>
                <a:lnTo>
                  <a:pt x="5104" y="6506"/>
                </a:lnTo>
                <a:lnTo>
                  <a:pt x="5104" y="6505"/>
                </a:lnTo>
                <a:lnTo>
                  <a:pt x="5103" y="6505"/>
                </a:lnTo>
                <a:lnTo>
                  <a:pt x="5102" y="6505"/>
                </a:lnTo>
                <a:lnTo>
                  <a:pt x="5101" y="6505"/>
                </a:lnTo>
                <a:lnTo>
                  <a:pt x="5101" y="6506"/>
                </a:lnTo>
                <a:lnTo>
                  <a:pt x="5101" y="6507"/>
                </a:lnTo>
                <a:lnTo>
                  <a:pt x="5100" y="6507"/>
                </a:lnTo>
                <a:lnTo>
                  <a:pt x="5100" y="6508"/>
                </a:lnTo>
                <a:lnTo>
                  <a:pt x="5099" y="6508"/>
                </a:lnTo>
                <a:lnTo>
                  <a:pt x="5099" y="6509"/>
                </a:lnTo>
                <a:lnTo>
                  <a:pt x="5098" y="6509"/>
                </a:lnTo>
                <a:lnTo>
                  <a:pt x="5098" y="6508"/>
                </a:lnTo>
                <a:lnTo>
                  <a:pt x="5098" y="6507"/>
                </a:lnTo>
                <a:lnTo>
                  <a:pt x="5097" y="6507"/>
                </a:lnTo>
                <a:lnTo>
                  <a:pt x="5096" y="6507"/>
                </a:lnTo>
                <a:lnTo>
                  <a:pt x="5095" y="6507"/>
                </a:lnTo>
                <a:lnTo>
                  <a:pt x="5095" y="6508"/>
                </a:lnTo>
                <a:lnTo>
                  <a:pt x="5095" y="6509"/>
                </a:lnTo>
                <a:lnTo>
                  <a:pt x="5096" y="6509"/>
                </a:lnTo>
                <a:lnTo>
                  <a:pt x="5096" y="6510"/>
                </a:lnTo>
                <a:lnTo>
                  <a:pt x="5095" y="6510"/>
                </a:lnTo>
                <a:lnTo>
                  <a:pt x="5096" y="6510"/>
                </a:lnTo>
                <a:lnTo>
                  <a:pt x="5095" y="6510"/>
                </a:lnTo>
                <a:lnTo>
                  <a:pt x="5094" y="6510"/>
                </a:lnTo>
                <a:lnTo>
                  <a:pt x="5094" y="6511"/>
                </a:lnTo>
                <a:lnTo>
                  <a:pt x="5094" y="6510"/>
                </a:lnTo>
                <a:lnTo>
                  <a:pt x="5094" y="6509"/>
                </a:lnTo>
                <a:lnTo>
                  <a:pt x="5093" y="6509"/>
                </a:lnTo>
                <a:lnTo>
                  <a:pt x="5092" y="6509"/>
                </a:lnTo>
                <a:lnTo>
                  <a:pt x="5092" y="6510"/>
                </a:lnTo>
                <a:lnTo>
                  <a:pt x="5092" y="6509"/>
                </a:lnTo>
                <a:lnTo>
                  <a:pt x="5092" y="6510"/>
                </a:lnTo>
                <a:lnTo>
                  <a:pt x="5091" y="6509"/>
                </a:lnTo>
                <a:lnTo>
                  <a:pt x="5090" y="6509"/>
                </a:lnTo>
                <a:lnTo>
                  <a:pt x="5089" y="6509"/>
                </a:lnTo>
                <a:lnTo>
                  <a:pt x="5088" y="6509"/>
                </a:lnTo>
                <a:lnTo>
                  <a:pt x="5087" y="6509"/>
                </a:lnTo>
                <a:lnTo>
                  <a:pt x="5086" y="6509"/>
                </a:lnTo>
                <a:lnTo>
                  <a:pt x="5086" y="6510"/>
                </a:lnTo>
                <a:lnTo>
                  <a:pt x="5086" y="6511"/>
                </a:lnTo>
                <a:lnTo>
                  <a:pt x="5086" y="6512"/>
                </a:lnTo>
                <a:lnTo>
                  <a:pt x="5086" y="6513"/>
                </a:lnTo>
                <a:lnTo>
                  <a:pt x="5085" y="6513"/>
                </a:lnTo>
                <a:lnTo>
                  <a:pt x="5085" y="6514"/>
                </a:lnTo>
                <a:lnTo>
                  <a:pt x="5084" y="6514"/>
                </a:lnTo>
                <a:lnTo>
                  <a:pt x="5084" y="6515"/>
                </a:lnTo>
                <a:lnTo>
                  <a:pt x="5083" y="6515"/>
                </a:lnTo>
                <a:lnTo>
                  <a:pt x="5082" y="6515"/>
                </a:lnTo>
                <a:lnTo>
                  <a:pt x="5082" y="6514"/>
                </a:lnTo>
                <a:lnTo>
                  <a:pt x="5082" y="6513"/>
                </a:lnTo>
                <a:lnTo>
                  <a:pt x="5082" y="6514"/>
                </a:lnTo>
                <a:lnTo>
                  <a:pt x="5081" y="6514"/>
                </a:lnTo>
                <a:lnTo>
                  <a:pt x="5081" y="6513"/>
                </a:lnTo>
                <a:lnTo>
                  <a:pt x="5080" y="6513"/>
                </a:lnTo>
                <a:lnTo>
                  <a:pt x="5080" y="6512"/>
                </a:lnTo>
                <a:lnTo>
                  <a:pt x="5079" y="6512"/>
                </a:lnTo>
                <a:lnTo>
                  <a:pt x="5079" y="6511"/>
                </a:lnTo>
                <a:lnTo>
                  <a:pt x="5078" y="6511"/>
                </a:lnTo>
                <a:lnTo>
                  <a:pt x="5078" y="6512"/>
                </a:lnTo>
                <a:lnTo>
                  <a:pt x="5077" y="6512"/>
                </a:lnTo>
                <a:lnTo>
                  <a:pt x="5077" y="6513"/>
                </a:lnTo>
                <a:lnTo>
                  <a:pt x="5077" y="6512"/>
                </a:lnTo>
                <a:lnTo>
                  <a:pt x="5076" y="6512"/>
                </a:lnTo>
                <a:lnTo>
                  <a:pt x="5076" y="6513"/>
                </a:lnTo>
                <a:lnTo>
                  <a:pt x="5075" y="6513"/>
                </a:lnTo>
                <a:lnTo>
                  <a:pt x="5075" y="6512"/>
                </a:lnTo>
                <a:lnTo>
                  <a:pt x="5074" y="6512"/>
                </a:lnTo>
                <a:lnTo>
                  <a:pt x="5074" y="6511"/>
                </a:lnTo>
                <a:lnTo>
                  <a:pt x="5073" y="6511"/>
                </a:lnTo>
                <a:lnTo>
                  <a:pt x="5072" y="6511"/>
                </a:lnTo>
                <a:lnTo>
                  <a:pt x="5072" y="6512"/>
                </a:lnTo>
                <a:lnTo>
                  <a:pt x="5071" y="6512"/>
                </a:lnTo>
                <a:lnTo>
                  <a:pt x="5070" y="6512"/>
                </a:lnTo>
                <a:lnTo>
                  <a:pt x="5069" y="6512"/>
                </a:lnTo>
                <a:lnTo>
                  <a:pt x="5069" y="6511"/>
                </a:lnTo>
                <a:lnTo>
                  <a:pt x="5068" y="6511"/>
                </a:lnTo>
                <a:lnTo>
                  <a:pt x="5067" y="6511"/>
                </a:lnTo>
                <a:lnTo>
                  <a:pt x="5066" y="6511"/>
                </a:lnTo>
                <a:lnTo>
                  <a:pt x="5066" y="6510"/>
                </a:lnTo>
                <a:lnTo>
                  <a:pt x="5065" y="6510"/>
                </a:lnTo>
                <a:lnTo>
                  <a:pt x="5066" y="6510"/>
                </a:lnTo>
                <a:lnTo>
                  <a:pt x="5067" y="6510"/>
                </a:lnTo>
                <a:lnTo>
                  <a:pt x="5067" y="6509"/>
                </a:lnTo>
                <a:lnTo>
                  <a:pt x="5066" y="6509"/>
                </a:lnTo>
                <a:lnTo>
                  <a:pt x="5065" y="6509"/>
                </a:lnTo>
                <a:lnTo>
                  <a:pt x="5065" y="6508"/>
                </a:lnTo>
                <a:lnTo>
                  <a:pt x="5064" y="6508"/>
                </a:lnTo>
                <a:lnTo>
                  <a:pt x="5064" y="6507"/>
                </a:lnTo>
                <a:lnTo>
                  <a:pt x="5065" y="6507"/>
                </a:lnTo>
                <a:lnTo>
                  <a:pt x="5065" y="6506"/>
                </a:lnTo>
                <a:lnTo>
                  <a:pt x="5065" y="6507"/>
                </a:lnTo>
                <a:lnTo>
                  <a:pt x="5066" y="6507"/>
                </a:lnTo>
                <a:lnTo>
                  <a:pt x="5066" y="6506"/>
                </a:lnTo>
                <a:lnTo>
                  <a:pt x="5067" y="6505"/>
                </a:lnTo>
                <a:lnTo>
                  <a:pt x="5066" y="6505"/>
                </a:lnTo>
                <a:lnTo>
                  <a:pt x="5067" y="6505"/>
                </a:lnTo>
                <a:lnTo>
                  <a:pt x="5067" y="6504"/>
                </a:lnTo>
                <a:lnTo>
                  <a:pt x="5067" y="6505"/>
                </a:lnTo>
                <a:lnTo>
                  <a:pt x="5067" y="6504"/>
                </a:lnTo>
                <a:lnTo>
                  <a:pt x="5067" y="6503"/>
                </a:lnTo>
                <a:lnTo>
                  <a:pt x="5066" y="6502"/>
                </a:lnTo>
                <a:lnTo>
                  <a:pt x="5065" y="6501"/>
                </a:lnTo>
                <a:lnTo>
                  <a:pt x="5064" y="6501"/>
                </a:lnTo>
                <a:lnTo>
                  <a:pt x="5064" y="6500"/>
                </a:lnTo>
                <a:lnTo>
                  <a:pt x="5063" y="6499"/>
                </a:lnTo>
                <a:lnTo>
                  <a:pt x="5064" y="6499"/>
                </a:lnTo>
                <a:lnTo>
                  <a:pt x="5063" y="6499"/>
                </a:lnTo>
                <a:lnTo>
                  <a:pt x="5062" y="6499"/>
                </a:lnTo>
                <a:lnTo>
                  <a:pt x="5062" y="6498"/>
                </a:lnTo>
                <a:lnTo>
                  <a:pt x="5063" y="6498"/>
                </a:lnTo>
                <a:lnTo>
                  <a:pt x="5062" y="6498"/>
                </a:lnTo>
                <a:lnTo>
                  <a:pt x="5062" y="6497"/>
                </a:lnTo>
                <a:lnTo>
                  <a:pt x="5061" y="6497"/>
                </a:lnTo>
                <a:lnTo>
                  <a:pt x="5061" y="6496"/>
                </a:lnTo>
                <a:lnTo>
                  <a:pt x="5062" y="6496"/>
                </a:lnTo>
                <a:lnTo>
                  <a:pt x="5061" y="6496"/>
                </a:lnTo>
                <a:lnTo>
                  <a:pt x="5062" y="6496"/>
                </a:lnTo>
                <a:lnTo>
                  <a:pt x="5062" y="6495"/>
                </a:lnTo>
                <a:lnTo>
                  <a:pt x="5061" y="6495"/>
                </a:lnTo>
                <a:lnTo>
                  <a:pt x="5060" y="6495"/>
                </a:lnTo>
                <a:lnTo>
                  <a:pt x="5060" y="6494"/>
                </a:lnTo>
                <a:lnTo>
                  <a:pt x="5059" y="6494"/>
                </a:lnTo>
                <a:lnTo>
                  <a:pt x="5059" y="6493"/>
                </a:lnTo>
                <a:lnTo>
                  <a:pt x="5058" y="6493"/>
                </a:lnTo>
                <a:lnTo>
                  <a:pt x="5058" y="6492"/>
                </a:lnTo>
                <a:lnTo>
                  <a:pt x="5057" y="6492"/>
                </a:lnTo>
                <a:lnTo>
                  <a:pt x="5057" y="6491"/>
                </a:lnTo>
                <a:lnTo>
                  <a:pt x="5056" y="6491"/>
                </a:lnTo>
                <a:lnTo>
                  <a:pt x="5056" y="6490"/>
                </a:lnTo>
                <a:lnTo>
                  <a:pt x="5055" y="6490"/>
                </a:lnTo>
                <a:lnTo>
                  <a:pt x="5055" y="6489"/>
                </a:lnTo>
                <a:lnTo>
                  <a:pt x="5055" y="6488"/>
                </a:lnTo>
                <a:lnTo>
                  <a:pt x="5054" y="6489"/>
                </a:lnTo>
                <a:lnTo>
                  <a:pt x="5053" y="6489"/>
                </a:lnTo>
                <a:lnTo>
                  <a:pt x="5053" y="6488"/>
                </a:lnTo>
                <a:lnTo>
                  <a:pt x="5052" y="6488"/>
                </a:lnTo>
                <a:lnTo>
                  <a:pt x="5051" y="6488"/>
                </a:lnTo>
                <a:lnTo>
                  <a:pt x="5051" y="6489"/>
                </a:lnTo>
                <a:lnTo>
                  <a:pt x="5050" y="6489"/>
                </a:lnTo>
                <a:lnTo>
                  <a:pt x="5049" y="6489"/>
                </a:lnTo>
                <a:lnTo>
                  <a:pt x="5048" y="6489"/>
                </a:lnTo>
                <a:lnTo>
                  <a:pt x="5048" y="6488"/>
                </a:lnTo>
                <a:lnTo>
                  <a:pt x="5047" y="6488"/>
                </a:lnTo>
                <a:lnTo>
                  <a:pt x="5046" y="6488"/>
                </a:lnTo>
                <a:lnTo>
                  <a:pt x="5046" y="6487"/>
                </a:lnTo>
                <a:lnTo>
                  <a:pt x="5045" y="6487"/>
                </a:lnTo>
                <a:lnTo>
                  <a:pt x="5044" y="6487"/>
                </a:lnTo>
                <a:lnTo>
                  <a:pt x="5043" y="6487"/>
                </a:lnTo>
                <a:lnTo>
                  <a:pt x="5042" y="6487"/>
                </a:lnTo>
                <a:lnTo>
                  <a:pt x="5041" y="6487"/>
                </a:lnTo>
                <a:lnTo>
                  <a:pt x="5041" y="6488"/>
                </a:lnTo>
                <a:lnTo>
                  <a:pt x="5042" y="6488"/>
                </a:lnTo>
                <a:lnTo>
                  <a:pt x="5041" y="6488"/>
                </a:lnTo>
                <a:lnTo>
                  <a:pt x="5040" y="6488"/>
                </a:lnTo>
                <a:lnTo>
                  <a:pt x="5039" y="6488"/>
                </a:lnTo>
                <a:lnTo>
                  <a:pt x="5039" y="6489"/>
                </a:lnTo>
                <a:lnTo>
                  <a:pt x="5038" y="6489"/>
                </a:lnTo>
                <a:lnTo>
                  <a:pt x="5038" y="6488"/>
                </a:lnTo>
                <a:lnTo>
                  <a:pt x="5037" y="6488"/>
                </a:lnTo>
                <a:lnTo>
                  <a:pt x="5036" y="6488"/>
                </a:lnTo>
                <a:lnTo>
                  <a:pt x="5036" y="6489"/>
                </a:lnTo>
                <a:lnTo>
                  <a:pt x="5035" y="6488"/>
                </a:lnTo>
                <a:lnTo>
                  <a:pt x="5036" y="6488"/>
                </a:lnTo>
                <a:lnTo>
                  <a:pt x="5035" y="6488"/>
                </a:lnTo>
                <a:lnTo>
                  <a:pt x="5035" y="6487"/>
                </a:lnTo>
                <a:lnTo>
                  <a:pt x="5034" y="6487"/>
                </a:lnTo>
                <a:lnTo>
                  <a:pt x="5034" y="6488"/>
                </a:lnTo>
                <a:lnTo>
                  <a:pt x="5033" y="6488"/>
                </a:lnTo>
                <a:lnTo>
                  <a:pt x="5033" y="6487"/>
                </a:lnTo>
                <a:lnTo>
                  <a:pt x="5033" y="6486"/>
                </a:lnTo>
                <a:lnTo>
                  <a:pt x="5032" y="6486"/>
                </a:lnTo>
                <a:lnTo>
                  <a:pt x="5031" y="6486"/>
                </a:lnTo>
                <a:lnTo>
                  <a:pt x="5031" y="6487"/>
                </a:lnTo>
                <a:lnTo>
                  <a:pt x="5030" y="6487"/>
                </a:lnTo>
                <a:lnTo>
                  <a:pt x="5029" y="6487"/>
                </a:lnTo>
                <a:lnTo>
                  <a:pt x="5029" y="6488"/>
                </a:lnTo>
                <a:lnTo>
                  <a:pt x="5028" y="6488"/>
                </a:lnTo>
                <a:lnTo>
                  <a:pt x="5027" y="6488"/>
                </a:lnTo>
                <a:lnTo>
                  <a:pt x="5027" y="6487"/>
                </a:lnTo>
                <a:lnTo>
                  <a:pt x="5026" y="6487"/>
                </a:lnTo>
                <a:lnTo>
                  <a:pt x="5026" y="6488"/>
                </a:lnTo>
                <a:lnTo>
                  <a:pt x="5025" y="6488"/>
                </a:lnTo>
                <a:lnTo>
                  <a:pt x="5024" y="6488"/>
                </a:lnTo>
                <a:lnTo>
                  <a:pt x="5024" y="6487"/>
                </a:lnTo>
                <a:lnTo>
                  <a:pt x="5023" y="6487"/>
                </a:lnTo>
                <a:lnTo>
                  <a:pt x="5023" y="6488"/>
                </a:lnTo>
                <a:lnTo>
                  <a:pt x="5022" y="6488"/>
                </a:lnTo>
                <a:lnTo>
                  <a:pt x="5022" y="6487"/>
                </a:lnTo>
                <a:lnTo>
                  <a:pt x="5022" y="6488"/>
                </a:lnTo>
                <a:lnTo>
                  <a:pt x="5021" y="6488"/>
                </a:lnTo>
                <a:lnTo>
                  <a:pt x="5020" y="6488"/>
                </a:lnTo>
                <a:lnTo>
                  <a:pt x="5019" y="6488"/>
                </a:lnTo>
                <a:lnTo>
                  <a:pt x="5018" y="6488"/>
                </a:lnTo>
                <a:lnTo>
                  <a:pt x="5017" y="6488"/>
                </a:lnTo>
                <a:lnTo>
                  <a:pt x="5017" y="6489"/>
                </a:lnTo>
                <a:lnTo>
                  <a:pt x="5017" y="6490"/>
                </a:lnTo>
                <a:lnTo>
                  <a:pt x="5018" y="6491"/>
                </a:lnTo>
                <a:lnTo>
                  <a:pt x="5018" y="6492"/>
                </a:lnTo>
                <a:lnTo>
                  <a:pt x="5018" y="6493"/>
                </a:lnTo>
                <a:lnTo>
                  <a:pt x="5018" y="6494"/>
                </a:lnTo>
                <a:lnTo>
                  <a:pt x="5018" y="6495"/>
                </a:lnTo>
                <a:lnTo>
                  <a:pt x="5017" y="6496"/>
                </a:lnTo>
                <a:lnTo>
                  <a:pt x="5017" y="6497"/>
                </a:lnTo>
                <a:lnTo>
                  <a:pt x="5017" y="6498"/>
                </a:lnTo>
                <a:lnTo>
                  <a:pt x="5016" y="6498"/>
                </a:lnTo>
                <a:lnTo>
                  <a:pt x="5015" y="6498"/>
                </a:lnTo>
                <a:lnTo>
                  <a:pt x="5014" y="6498"/>
                </a:lnTo>
                <a:lnTo>
                  <a:pt x="5013" y="6498"/>
                </a:lnTo>
                <a:lnTo>
                  <a:pt x="5013" y="6497"/>
                </a:lnTo>
                <a:lnTo>
                  <a:pt x="5012" y="6497"/>
                </a:lnTo>
                <a:lnTo>
                  <a:pt x="5011" y="6497"/>
                </a:lnTo>
                <a:lnTo>
                  <a:pt x="5011" y="6496"/>
                </a:lnTo>
                <a:lnTo>
                  <a:pt x="5010" y="6496"/>
                </a:lnTo>
                <a:lnTo>
                  <a:pt x="5009" y="6496"/>
                </a:lnTo>
                <a:lnTo>
                  <a:pt x="5008" y="6496"/>
                </a:lnTo>
                <a:lnTo>
                  <a:pt x="5008" y="6497"/>
                </a:lnTo>
                <a:lnTo>
                  <a:pt x="5008" y="6498"/>
                </a:lnTo>
                <a:lnTo>
                  <a:pt x="5007" y="6499"/>
                </a:lnTo>
                <a:lnTo>
                  <a:pt x="5006" y="6499"/>
                </a:lnTo>
                <a:lnTo>
                  <a:pt x="5005" y="6499"/>
                </a:lnTo>
                <a:lnTo>
                  <a:pt x="5005" y="6498"/>
                </a:lnTo>
                <a:lnTo>
                  <a:pt x="5004" y="6498"/>
                </a:lnTo>
                <a:lnTo>
                  <a:pt x="5004" y="6499"/>
                </a:lnTo>
                <a:lnTo>
                  <a:pt x="5004" y="6498"/>
                </a:lnTo>
                <a:lnTo>
                  <a:pt x="5003" y="6498"/>
                </a:lnTo>
                <a:lnTo>
                  <a:pt x="5003" y="6497"/>
                </a:lnTo>
                <a:lnTo>
                  <a:pt x="5002" y="6497"/>
                </a:lnTo>
                <a:lnTo>
                  <a:pt x="5001" y="6497"/>
                </a:lnTo>
                <a:lnTo>
                  <a:pt x="5001" y="6498"/>
                </a:lnTo>
                <a:lnTo>
                  <a:pt x="5000" y="6498"/>
                </a:lnTo>
                <a:lnTo>
                  <a:pt x="5000" y="6499"/>
                </a:lnTo>
                <a:lnTo>
                  <a:pt x="4999" y="6499"/>
                </a:lnTo>
                <a:lnTo>
                  <a:pt x="4998" y="6499"/>
                </a:lnTo>
                <a:lnTo>
                  <a:pt x="4998" y="6498"/>
                </a:lnTo>
                <a:lnTo>
                  <a:pt x="4998" y="6499"/>
                </a:lnTo>
                <a:lnTo>
                  <a:pt x="4997" y="6499"/>
                </a:lnTo>
                <a:lnTo>
                  <a:pt x="4996" y="6499"/>
                </a:lnTo>
                <a:lnTo>
                  <a:pt x="4995" y="6499"/>
                </a:lnTo>
                <a:lnTo>
                  <a:pt x="4995" y="6500"/>
                </a:lnTo>
                <a:lnTo>
                  <a:pt x="4995" y="6501"/>
                </a:lnTo>
                <a:lnTo>
                  <a:pt x="4994" y="6501"/>
                </a:lnTo>
                <a:lnTo>
                  <a:pt x="4995" y="6501"/>
                </a:lnTo>
                <a:lnTo>
                  <a:pt x="4995" y="6502"/>
                </a:lnTo>
                <a:lnTo>
                  <a:pt x="4995" y="6503"/>
                </a:lnTo>
                <a:lnTo>
                  <a:pt x="4994" y="6503"/>
                </a:lnTo>
                <a:lnTo>
                  <a:pt x="4993" y="6503"/>
                </a:lnTo>
                <a:lnTo>
                  <a:pt x="4992" y="6502"/>
                </a:lnTo>
                <a:lnTo>
                  <a:pt x="4992" y="6501"/>
                </a:lnTo>
                <a:lnTo>
                  <a:pt x="4992" y="6500"/>
                </a:lnTo>
                <a:lnTo>
                  <a:pt x="4991" y="6499"/>
                </a:lnTo>
                <a:lnTo>
                  <a:pt x="4990" y="6499"/>
                </a:lnTo>
                <a:lnTo>
                  <a:pt x="4990" y="6498"/>
                </a:lnTo>
                <a:lnTo>
                  <a:pt x="4989" y="6498"/>
                </a:lnTo>
                <a:lnTo>
                  <a:pt x="4989" y="6497"/>
                </a:lnTo>
                <a:lnTo>
                  <a:pt x="4989" y="6496"/>
                </a:lnTo>
                <a:lnTo>
                  <a:pt x="4988" y="6495"/>
                </a:lnTo>
                <a:lnTo>
                  <a:pt x="4987" y="6495"/>
                </a:lnTo>
                <a:lnTo>
                  <a:pt x="4987" y="6494"/>
                </a:lnTo>
                <a:lnTo>
                  <a:pt x="4988" y="6494"/>
                </a:lnTo>
                <a:lnTo>
                  <a:pt x="4988" y="6495"/>
                </a:lnTo>
                <a:lnTo>
                  <a:pt x="4988" y="6494"/>
                </a:lnTo>
                <a:lnTo>
                  <a:pt x="4989" y="6494"/>
                </a:lnTo>
                <a:lnTo>
                  <a:pt x="4989" y="6493"/>
                </a:lnTo>
                <a:lnTo>
                  <a:pt x="4989" y="6492"/>
                </a:lnTo>
                <a:lnTo>
                  <a:pt x="4988" y="6492"/>
                </a:lnTo>
                <a:lnTo>
                  <a:pt x="4987" y="6492"/>
                </a:lnTo>
                <a:lnTo>
                  <a:pt x="4987" y="6493"/>
                </a:lnTo>
                <a:lnTo>
                  <a:pt x="4987" y="6492"/>
                </a:lnTo>
                <a:lnTo>
                  <a:pt x="4987" y="6493"/>
                </a:lnTo>
                <a:lnTo>
                  <a:pt x="4986" y="6493"/>
                </a:lnTo>
                <a:lnTo>
                  <a:pt x="4986" y="6492"/>
                </a:lnTo>
                <a:lnTo>
                  <a:pt x="4987" y="6492"/>
                </a:lnTo>
                <a:lnTo>
                  <a:pt x="4987" y="6491"/>
                </a:lnTo>
                <a:lnTo>
                  <a:pt x="4986" y="6491"/>
                </a:lnTo>
                <a:lnTo>
                  <a:pt x="4986" y="6490"/>
                </a:lnTo>
                <a:lnTo>
                  <a:pt x="4986" y="6489"/>
                </a:lnTo>
                <a:lnTo>
                  <a:pt x="4985" y="6489"/>
                </a:lnTo>
                <a:lnTo>
                  <a:pt x="4985" y="6488"/>
                </a:lnTo>
                <a:lnTo>
                  <a:pt x="4984" y="6488"/>
                </a:lnTo>
                <a:lnTo>
                  <a:pt x="4984" y="6487"/>
                </a:lnTo>
                <a:lnTo>
                  <a:pt x="4984" y="6488"/>
                </a:lnTo>
                <a:lnTo>
                  <a:pt x="4983" y="6487"/>
                </a:lnTo>
                <a:lnTo>
                  <a:pt x="4982" y="6487"/>
                </a:lnTo>
                <a:lnTo>
                  <a:pt x="4982" y="6488"/>
                </a:lnTo>
                <a:lnTo>
                  <a:pt x="4982" y="6489"/>
                </a:lnTo>
                <a:lnTo>
                  <a:pt x="4981" y="6489"/>
                </a:lnTo>
                <a:lnTo>
                  <a:pt x="4981" y="6488"/>
                </a:lnTo>
                <a:lnTo>
                  <a:pt x="4980" y="6488"/>
                </a:lnTo>
                <a:lnTo>
                  <a:pt x="4979" y="6488"/>
                </a:lnTo>
                <a:lnTo>
                  <a:pt x="4979" y="6487"/>
                </a:lnTo>
                <a:lnTo>
                  <a:pt x="4978" y="6487"/>
                </a:lnTo>
                <a:lnTo>
                  <a:pt x="4978" y="6486"/>
                </a:lnTo>
                <a:lnTo>
                  <a:pt x="4977" y="6486"/>
                </a:lnTo>
                <a:lnTo>
                  <a:pt x="4977" y="6485"/>
                </a:lnTo>
                <a:lnTo>
                  <a:pt x="4976" y="6484"/>
                </a:lnTo>
                <a:lnTo>
                  <a:pt x="4976" y="6483"/>
                </a:lnTo>
                <a:lnTo>
                  <a:pt x="4975" y="6483"/>
                </a:lnTo>
                <a:lnTo>
                  <a:pt x="4975" y="6482"/>
                </a:lnTo>
                <a:lnTo>
                  <a:pt x="4974" y="6482"/>
                </a:lnTo>
                <a:lnTo>
                  <a:pt x="4974" y="6481"/>
                </a:lnTo>
                <a:lnTo>
                  <a:pt x="4973" y="6481"/>
                </a:lnTo>
                <a:lnTo>
                  <a:pt x="4972" y="6481"/>
                </a:lnTo>
                <a:lnTo>
                  <a:pt x="4971" y="6481"/>
                </a:lnTo>
                <a:lnTo>
                  <a:pt x="4971" y="6480"/>
                </a:lnTo>
                <a:lnTo>
                  <a:pt x="4970" y="6480"/>
                </a:lnTo>
                <a:lnTo>
                  <a:pt x="4969" y="6480"/>
                </a:lnTo>
                <a:lnTo>
                  <a:pt x="4968" y="6480"/>
                </a:lnTo>
                <a:lnTo>
                  <a:pt x="4967" y="6480"/>
                </a:lnTo>
                <a:lnTo>
                  <a:pt x="4967" y="6479"/>
                </a:lnTo>
                <a:lnTo>
                  <a:pt x="4966" y="6479"/>
                </a:lnTo>
                <a:lnTo>
                  <a:pt x="4965" y="6479"/>
                </a:lnTo>
                <a:lnTo>
                  <a:pt x="4965" y="6478"/>
                </a:lnTo>
                <a:lnTo>
                  <a:pt x="4965" y="6476"/>
                </a:lnTo>
                <a:lnTo>
                  <a:pt x="4964" y="6476"/>
                </a:lnTo>
                <a:lnTo>
                  <a:pt x="4964" y="6475"/>
                </a:lnTo>
                <a:lnTo>
                  <a:pt x="4964" y="6474"/>
                </a:lnTo>
                <a:lnTo>
                  <a:pt x="4963" y="6474"/>
                </a:lnTo>
                <a:lnTo>
                  <a:pt x="4962" y="6474"/>
                </a:lnTo>
                <a:lnTo>
                  <a:pt x="4962" y="6473"/>
                </a:lnTo>
                <a:lnTo>
                  <a:pt x="4962" y="6472"/>
                </a:lnTo>
                <a:lnTo>
                  <a:pt x="4961" y="6472"/>
                </a:lnTo>
                <a:lnTo>
                  <a:pt x="4961" y="6473"/>
                </a:lnTo>
                <a:lnTo>
                  <a:pt x="4962" y="6474"/>
                </a:lnTo>
                <a:lnTo>
                  <a:pt x="4961" y="6474"/>
                </a:lnTo>
                <a:lnTo>
                  <a:pt x="4960" y="6474"/>
                </a:lnTo>
                <a:lnTo>
                  <a:pt x="4959" y="6474"/>
                </a:lnTo>
                <a:lnTo>
                  <a:pt x="4958" y="6474"/>
                </a:lnTo>
                <a:lnTo>
                  <a:pt x="4957" y="6474"/>
                </a:lnTo>
                <a:lnTo>
                  <a:pt x="4956" y="6474"/>
                </a:lnTo>
                <a:lnTo>
                  <a:pt x="4955" y="6474"/>
                </a:lnTo>
                <a:lnTo>
                  <a:pt x="4955" y="6473"/>
                </a:lnTo>
                <a:lnTo>
                  <a:pt x="4954" y="6473"/>
                </a:lnTo>
                <a:lnTo>
                  <a:pt x="4953" y="6473"/>
                </a:lnTo>
                <a:lnTo>
                  <a:pt x="4953" y="6472"/>
                </a:lnTo>
                <a:lnTo>
                  <a:pt x="4952" y="6472"/>
                </a:lnTo>
                <a:lnTo>
                  <a:pt x="4951" y="6472"/>
                </a:lnTo>
                <a:lnTo>
                  <a:pt x="4950" y="6472"/>
                </a:lnTo>
                <a:lnTo>
                  <a:pt x="4950" y="6471"/>
                </a:lnTo>
                <a:lnTo>
                  <a:pt x="4950" y="6470"/>
                </a:lnTo>
                <a:lnTo>
                  <a:pt x="4949" y="6470"/>
                </a:lnTo>
                <a:lnTo>
                  <a:pt x="4948" y="6470"/>
                </a:lnTo>
                <a:lnTo>
                  <a:pt x="4947" y="6470"/>
                </a:lnTo>
                <a:lnTo>
                  <a:pt x="4947" y="6471"/>
                </a:lnTo>
                <a:lnTo>
                  <a:pt x="4947" y="6470"/>
                </a:lnTo>
                <a:lnTo>
                  <a:pt x="4947" y="6471"/>
                </a:lnTo>
                <a:lnTo>
                  <a:pt x="4946" y="6471"/>
                </a:lnTo>
                <a:lnTo>
                  <a:pt x="4946" y="6472"/>
                </a:lnTo>
                <a:lnTo>
                  <a:pt x="4945" y="6472"/>
                </a:lnTo>
                <a:lnTo>
                  <a:pt x="4945" y="6473"/>
                </a:lnTo>
                <a:lnTo>
                  <a:pt x="4944" y="6473"/>
                </a:lnTo>
                <a:lnTo>
                  <a:pt x="4943" y="6472"/>
                </a:lnTo>
                <a:lnTo>
                  <a:pt x="4942" y="6472"/>
                </a:lnTo>
                <a:lnTo>
                  <a:pt x="4942" y="6471"/>
                </a:lnTo>
                <a:lnTo>
                  <a:pt x="4941" y="6471"/>
                </a:lnTo>
                <a:lnTo>
                  <a:pt x="4940" y="6471"/>
                </a:lnTo>
                <a:lnTo>
                  <a:pt x="4939" y="6471"/>
                </a:lnTo>
                <a:lnTo>
                  <a:pt x="4939" y="6472"/>
                </a:lnTo>
                <a:lnTo>
                  <a:pt x="4939" y="6473"/>
                </a:lnTo>
                <a:lnTo>
                  <a:pt x="4938" y="6473"/>
                </a:lnTo>
                <a:lnTo>
                  <a:pt x="4937" y="6473"/>
                </a:lnTo>
                <a:lnTo>
                  <a:pt x="4936" y="6473"/>
                </a:lnTo>
                <a:lnTo>
                  <a:pt x="4936" y="6472"/>
                </a:lnTo>
                <a:lnTo>
                  <a:pt x="4935" y="6472"/>
                </a:lnTo>
                <a:lnTo>
                  <a:pt x="4935" y="6471"/>
                </a:lnTo>
                <a:lnTo>
                  <a:pt x="4934" y="6471"/>
                </a:lnTo>
                <a:lnTo>
                  <a:pt x="4934" y="6470"/>
                </a:lnTo>
                <a:lnTo>
                  <a:pt x="4934" y="6469"/>
                </a:lnTo>
                <a:lnTo>
                  <a:pt x="4933" y="6469"/>
                </a:lnTo>
                <a:lnTo>
                  <a:pt x="4933" y="6468"/>
                </a:lnTo>
                <a:lnTo>
                  <a:pt x="4934" y="6468"/>
                </a:lnTo>
                <a:lnTo>
                  <a:pt x="4934" y="6467"/>
                </a:lnTo>
                <a:lnTo>
                  <a:pt x="4934" y="6466"/>
                </a:lnTo>
                <a:lnTo>
                  <a:pt x="4934" y="6465"/>
                </a:lnTo>
                <a:lnTo>
                  <a:pt x="4934" y="6464"/>
                </a:lnTo>
                <a:lnTo>
                  <a:pt x="4933" y="6464"/>
                </a:lnTo>
                <a:lnTo>
                  <a:pt x="4933" y="6463"/>
                </a:lnTo>
                <a:lnTo>
                  <a:pt x="4934" y="6463"/>
                </a:lnTo>
                <a:lnTo>
                  <a:pt x="4934" y="6462"/>
                </a:lnTo>
                <a:lnTo>
                  <a:pt x="4933" y="6462"/>
                </a:lnTo>
                <a:lnTo>
                  <a:pt x="4933" y="6461"/>
                </a:lnTo>
                <a:lnTo>
                  <a:pt x="4933" y="6460"/>
                </a:lnTo>
                <a:lnTo>
                  <a:pt x="4934" y="6460"/>
                </a:lnTo>
                <a:lnTo>
                  <a:pt x="4934" y="6459"/>
                </a:lnTo>
                <a:lnTo>
                  <a:pt x="4934" y="6458"/>
                </a:lnTo>
                <a:lnTo>
                  <a:pt x="4934" y="6457"/>
                </a:lnTo>
                <a:lnTo>
                  <a:pt x="4935" y="6457"/>
                </a:lnTo>
                <a:lnTo>
                  <a:pt x="4935" y="6456"/>
                </a:lnTo>
                <a:lnTo>
                  <a:pt x="4935" y="6455"/>
                </a:lnTo>
                <a:lnTo>
                  <a:pt x="4936" y="6455"/>
                </a:lnTo>
                <a:lnTo>
                  <a:pt x="4936" y="6454"/>
                </a:lnTo>
                <a:lnTo>
                  <a:pt x="4935" y="6454"/>
                </a:lnTo>
                <a:lnTo>
                  <a:pt x="4934" y="6454"/>
                </a:lnTo>
                <a:lnTo>
                  <a:pt x="4934" y="6453"/>
                </a:lnTo>
                <a:lnTo>
                  <a:pt x="4933" y="6453"/>
                </a:lnTo>
                <a:lnTo>
                  <a:pt x="4933" y="6452"/>
                </a:lnTo>
                <a:lnTo>
                  <a:pt x="4932" y="6452"/>
                </a:lnTo>
                <a:lnTo>
                  <a:pt x="4932" y="6451"/>
                </a:lnTo>
                <a:lnTo>
                  <a:pt x="4933" y="6451"/>
                </a:lnTo>
                <a:lnTo>
                  <a:pt x="4932" y="6451"/>
                </a:lnTo>
                <a:lnTo>
                  <a:pt x="4932" y="6450"/>
                </a:lnTo>
                <a:lnTo>
                  <a:pt x="4932" y="6449"/>
                </a:lnTo>
                <a:lnTo>
                  <a:pt x="4931" y="6449"/>
                </a:lnTo>
                <a:lnTo>
                  <a:pt x="4930" y="6449"/>
                </a:lnTo>
                <a:lnTo>
                  <a:pt x="4930" y="6448"/>
                </a:lnTo>
                <a:lnTo>
                  <a:pt x="4929" y="6448"/>
                </a:lnTo>
                <a:lnTo>
                  <a:pt x="4928" y="6448"/>
                </a:lnTo>
                <a:lnTo>
                  <a:pt x="4927" y="6449"/>
                </a:lnTo>
                <a:lnTo>
                  <a:pt x="4926" y="6449"/>
                </a:lnTo>
                <a:lnTo>
                  <a:pt x="4926" y="6448"/>
                </a:lnTo>
                <a:lnTo>
                  <a:pt x="4925" y="6448"/>
                </a:lnTo>
                <a:lnTo>
                  <a:pt x="4925" y="6447"/>
                </a:lnTo>
                <a:lnTo>
                  <a:pt x="4924" y="6447"/>
                </a:lnTo>
                <a:lnTo>
                  <a:pt x="4923" y="6447"/>
                </a:lnTo>
                <a:lnTo>
                  <a:pt x="4923" y="6446"/>
                </a:lnTo>
                <a:lnTo>
                  <a:pt x="4922" y="6446"/>
                </a:lnTo>
                <a:lnTo>
                  <a:pt x="4921" y="6446"/>
                </a:lnTo>
                <a:lnTo>
                  <a:pt x="4921" y="6445"/>
                </a:lnTo>
                <a:lnTo>
                  <a:pt x="4921" y="6444"/>
                </a:lnTo>
                <a:lnTo>
                  <a:pt x="4921" y="6443"/>
                </a:lnTo>
                <a:lnTo>
                  <a:pt x="4920" y="6443"/>
                </a:lnTo>
                <a:lnTo>
                  <a:pt x="4920" y="6442"/>
                </a:lnTo>
                <a:lnTo>
                  <a:pt x="4920" y="6441"/>
                </a:lnTo>
                <a:lnTo>
                  <a:pt x="4920" y="6440"/>
                </a:lnTo>
                <a:lnTo>
                  <a:pt x="4919" y="6440"/>
                </a:lnTo>
                <a:lnTo>
                  <a:pt x="4919" y="6439"/>
                </a:lnTo>
                <a:lnTo>
                  <a:pt x="4919" y="6438"/>
                </a:lnTo>
                <a:lnTo>
                  <a:pt x="4918" y="6438"/>
                </a:lnTo>
                <a:lnTo>
                  <a:pt x="4918" y="6437"/>
                </a:lnTo>
                <a:lnTo>
                  <a:pt x="4917" y="6437"/>
                </a:lnTo>
                <a:lnTo>
                  <a:pt x="4916" y="6436"/>
                </a:lnTo>
                <a:lnTo>
                  <a:pt x="4916" y="6435"/>
                </a:lnTo>
                <a:lnTo>
                  <a:pt x="4915" y="6434"/>
                </a:lnTo>
                <a:lnTo>
                  <a:pt x="4915" y="6433"/>
                </a:lnTo>
                <a:lnTo>
                  <a:pt x="4914" y="6433"/>
                </a:lnTo>
                <a:lnTo>
                  <a:pt x="4914" y="6432"/>
                </a:lnTo>
                <a:lnTo>
                  <a:pt x="4913" y="6432"/>
                </a:lnTo>
                <a:lnTo>
                  <a:pt x="4913" y="6431"/>
                </a:lnTo>
                <a:lnTo>
                  <a:pt x="4912" y="6431"/>
                </a:lnTo>
                <a:lnTo>
                  <a:pt x="4912" y="6430"/>
                </a:lnTo>
                <a:lnTo>
                  <a:pt x="4912" y="6429"/>
                </a:lnTo>
                <a:lnTo>
                  <a:pt x="4911" y="6429"/>
                </a:lnTo>
                <a:lnTo>
                  <a:pt x="4911" y="6428"/>
                </a:lnTo>
                <a:lnTo>
                  <a:pt x="4911" y="6427"/>
                </a:lnTo>
                <a:lnTo>
                  <a:pt x="4910" y="6427"/>
                </a:lnTo>
                <a:lnTo>
                  <a:pt x="4910" y="6426"/>
                </a:lnTo>
                <a:lnTo>
                  <a:pt x="4909" y="6426"/>
                </a:lnTo>
                <a:lnTo>
                  <a:pt x="4908" y="6426"/>
                </a:lnTo>
                <a:lnTo>
                  <a:pt x="4908" y="6427"/>
                </a:lnTo>
                <a:lnTo>
                  <a:pt x="4907" y="6427"/>
                </a:lnTo>
                <a:lnTo>
                  <a:pt x="4908" y="6427"/>
                </a:lnTo>
                <a:lnTo>
                  <a:pt x="4908" y="6428"/>
                </a:lnTo>
                <a:lnTo>
                  <a:pt x="4907" y="6428"/>
                </a:lnTo>
                <a:lnTo>
                  <a:pt x="4907" y="6429"/>
                </a:lnTo>
                <a:lnTo>
                  <a:pt x="4906" y="6429"/>
                </a:lnTo>
                <a:lnTo>
                  <a:pt x="4905" y="6429"/>
                </a:lnTo>
                <a:lnTo>
                  <a:pt x="4904" y="6429"/>
                </a:lnTo>
                <a:lnTo>
                  <a:pt x="4904" y="6428"/>
                </a:lnTo>
                <a:lnTo>
                  <a:pt x="4903" y="6428"/>
                </a:lnTo>
                <a:lnTo>
                  <a:pt x="4903" y="6427"/>
                </a:lnTo>
                <a:lnTo>
                  <a:pt x="4902" y="6426"/>
                </a:lnTo>
                <a:lnTo>
                  <a:pt x="4901" y="6425"/>
                </a:lnTo>
                <a:lnTo>
                  <a:pt x="4900" y="6424"/>
                </a:lnTo>
                <a:lnTo>
                  <a:pt x="4900" y="6423"/>
                </a:lnTo>
                <a:lnTo>
                  <a:pt x="4900" y="6424"/>
                </a:lnTo>
                <a:lnTo>
                  <a:pt x="4899" y="6424"/>
                </a:lnTo>
                <a:lnTo>
                  <a:pt x="4898" y="6424"/>
                </a:lnTo>
                <a:lnTo>
                  <a:pt x="4898" y="6423"/>
                </a:lnTo>
                <a:lnTo>
                  <a:pt x="4897" y="6422"/>
                </a:lnTo>
                <a:lnTo>
                  <a:pt x="4897" y="6421"/>
                </a:lnTo>
                <a:lnTo>
                  <a:pt x="4896" y="6421"/>
                </a:lnTo>
                <a:lnTo>
                  <a:pt x="4896" y="6420"/>
                </a:lnTo>
                <a:lnTo>
                  <a:pt x="4895" y="6420"/>
                </a:lnTo>
                <a:lnTo>
                  <a:pt x="4895" y="6419"/>
                </a:lnTo>
                <a:lnTo>
                  <a:pt x="4894" y="6419"/>
                </a:lnTo>
                <a:lnTo>
                  <a:pt x="4894" y="6418"/>
                </a:lnTo>
                <a:lnTo>
                  <a:pt x="4893" y="6418"/>
                </a:lnTo>
                <a:lnTo>
                  <a:pt x="4893" y="6417"/>
                </a:lnTo>
                <a:lnTo>
                  <a:pt x="4893" y="6416"/>
                </a:lnTo>
                <a:lnTo>
                  <a:pt x="4893" y="6415"/>
                </a:lnTo>
                <a:lnTo>
                  <a:pt x="4893" y="6414"/>
                </a:lnTo>
                <a:lnTo>
                  <a:pt x="4893" y="6413"/>
                </a:lnTo>
                <a:lnTo>
                  <a:pt x="4893" y="6412"/>
                </a:lnTo>
                <a:lnTo>
                  <a:pt x="4892" y="6412"/>
                </a:lnTo>
                <a:lnTo>
                  <a:pt x="4891" y="6411"/>
                </a:lnTo>
                <a:lnTo>
                  <a:pt x="4890" y="6411"/>
                </a:lnTo>
                <a:lnTo>
                  <a:pt x="4890" y="6410"/>
                </a:lnTo>
                <a:lnTo>
                  <a:pt x="4889" y="6410"/>
                </a:lnTo>
                <a:lnTo>
                  <a:pt x="4889" y="6409"/>
                </a:lnTo>
                <a:lnTo>
                  <a:pt x="4889" y="6408"/>
                </a:lnTo>
                <a:lnTo>
                  <a:pt x="4888" y="6408"/>
                </a:lnTo>
                <a:lnTo>
                  <a:pt x="4887" y="6408"/>
                </a:lnTo>
                <a:lnTo>
                  <a:pt x="4887" y="6409"/>
                </a:lnTo>
                <a:lnTo>
                  <a:pt x="4886" y="6409"/>
                </a:lnTo>
                <a:lnTo>
                  <a:pt x="4886" y="6410"/>
                </a:lnTo>
                <a:lnTo>
                  <a:pt x="4885" y="6410"/>
                </a:lnTo>
                <a:lnTo>
                  <a:pt x="4884" y="6411"/>
                </a:lnTo>
                <a:lnTo>
                  <a:pt x="4884" y="6412"/>
                </a:lnTo>
                <a:lnTo>
                  <a:pt x="4883" y="6412"/>
                </a:lnTo>
                <a:lnTo>
                  <a:pt x="4883" y="6413"/>
                </a:lnTo>
                <a:lnTo>
                  <a:pt x="4883" y="6414"/>
                </a:lnTo>
                <a:lnTo>
                  <a:pt x="4882" y="6414"/>
                </a:lnTo>
                <a:lnTo>
                  <a:pt x="4881" y="6414"/>
                </a:lnTo>
                <a:lnTo>
                  <a:pt x="4881" y="6416"/>
                </a:lnTo>
                <a:lnTo>
                  <a:pt x="4881" y="6417"/>
                </a:lnTo>
                <a:lnTo>
                  <a:pt x="4880" y="6417"/>
                </a:lnTo>
                <a:lnTo>
                  <a:pt x="4881" y="6417"/>
                </a:lnTo>
                <a:lnTo>
                  <a:pt x="4881" y="6418"/>
                </a:lnTo>
                <a:lnTo>
                  <a:pt x="4880" y="6418"/>
                </a:lnTo>
                <a:lnTo>
                  <a:pt x="4879" y="6418"/>
                </a:lnTo>
                <a:lnTo>
                  <a:pt x="4878" y="6418"/>
                </a:lnTo>
                <a:lnTo>
                  <a:pt x="4877" y="6418"/>
                </a:lnTo>
                <a:lnTo>
                  <a:pt x="4876" y="6418"/>
                </a:lnTo>
                <a:lnTo>
                  <a:pt x="4875" y="6418"/>
                </a:lnTo>
                <a:lnTo>
                  <a:pt x="4875" y="6419"/>
                </a:lnTo>
                <a:lnTo>
                  <a:pt x="4874" y="6419"/>
                </a:lnTo>
                <a:lnTo>
                  <a:pt x="4874" y="6420"/>
                </a:lnTo>
                <a:lnTo>
                  <a:pt x="4875" y="6420"/>
                </a:lnTo>
                <a:lnTo>
                  <a:pt x="4875" y="6421"/>
                </a:lnTo>
                <a:lnTo>
                  <a:pt x="4875" y="6422"/>
                </a:lnTo>
                <a:lnTo>
                  <a:pt x="4876" y="6422"/>
                </a:lnTo>
                <a:lnTo>
                  <a:pt x="4876" y="6423"/>
                </a:lnTo>
                <a:lnTo>
                  <a:pt x="4876" y="6424"/>
                </a:lnTo>
                <a:lnTo>
                  <a:pt x="4875" y="6424"/>
                </a:lnTo>
                <a:lnTo>
                  <a:pt x="4874" y="6424"/>
                </a:lnTo>
                <a:lnTo>
                  <a:pt x="4874" y="6425"/>
                </a:lnTo>
                <a:lnTo>
                  <a:pt x="4874" y="6426"/>
                </a:lnTo>
                <a:lnTo>
                  <a:pt x="4874" y="6427"/>
                </a:lnTo>
                <a:lnTo>
                  <a:pt x="4874" y="6428"/>
                </a:lnTo>
                <a:lnTo>
                  <a:pt x="4873" y="6428"/>
                </a:lnTo>
                <a:lnTo>
                  <a:pt x="4872" y="6428"/>
                </a:lnTo>
                <a:lnTo>
                  <a:pt x="4872" y="6429"/>
                </a:lnTo>
                <a:lnTo>
                  <a:pt x="4871" y="6429"/>
                </a:lnTo>
                <a:lnTo>
                  <a:pt x="4871" y="6430"/>
                </a:lnTo>
                <a:lnTo>
                  <a:pt x="4872" y="6430"/>
                </a:lnTo>
                <a:lnTo>
                  <a:pt x="4872" y="6431"/>
                </a:lnTo>
                <a:lnTo>
                  <a:pt x="4873" y="6431"/>
                </a:lnTo>
                <a:lnTo>
                  <a:pt x="4872" y="6431"/>
                </a:lnTo>
                <a:lnTo>
                  <a:pt x="4872" y="6432"/>
                </a:lnTo>
                <a:lnTo>
                  <a:pt x="4872" y="6433"/>
                </a:lnTo>
                <a:lnTo>
                  <a:pt x="4872" y="6434"/>
                </a:lnTo>
                <a:lnTo>
                  <a:pt x="4871" y="6434"/>
                </a:lnTo>
                <a:lnTo>
                  <a:pt x="4870" y="6434"/>
                </a:lnTo>
                <a:lnTo>
                  <a:pt x="4869" y="6434"/>
                </a:lnTo>
                <a:lnTo>
                  <a:pt x="4870" y="6434"/>
                </a:lnTo>
                <a:lnTo>
                  <a:pt x="4870" y="6433"/>
                </a:lnTo>
                <a:lnTo>
                  <a:pt x="4869" y="6433"/>
                </a:lnTo>
                <a:lnTo>
                  <a:pt x="4869" y="6432"/>
                </a:lnTo>
                <a:lnTo>
                  <a:pt x="4868" y="6432"/>
                </a:lnTo>
                <a:lnTo>
                  <a:pt x="4868" y="6433"/>
                </a:lnTo>
                <a:lnTo>
                  <a:pt x="4867" y="6433"/>
                </a:lnTo>
                <a:lnTo>
                  <a:pt x="4867" y="6432"/>
                </a:lnTo>
                <a:lnTo>
                  <a:pt x="4866" y="6432"/>
                </a:lnTo>
                <a:lnTo>
                  <a:pt x="4865" y="6432"/>
                </a:lnTo>
                <a:lnTo>
                  <a:pt x="4864" y="6432"/>
                </a:lnTo>
                <a:lnTo>
                  <a:pt x="4864" y="6431"/>
                </a:lnTo>
                <a:lnTo>
                  <a:pt x="4864" y="6430"/>
                </a:lnTo>
                <a:lnTo>
                  <a:pt x="4863" y="6430"/>
                </a:lnTo>
                <a:lnTo>
                  <a:pt x="4863" y="6431"/>
                </a:lnTo>
                <a:lnTo>
                  <a:pt x="4863" y="6430"/>
                </a:lnTo>
                <a:lnTo>
                  <a:pt x="4863" y="6431"/>
                </a:lnTo>
                <a:lnTo>
                  <a:pt x="4862" y="6431"/>
                </a:lnTo>
                <a:lnTo>
                  <a:pt x="4861" y="6431"/>
                </a:lnTo>
                <a:lnTo>
                  <a:pt x="4861" y="6430"/>
                </a:lnTo>
                <a:lnTo>
                  <a:pt x="4861" y="6429"/>
                </a:lnTo>
                <a:lnTo>
                  <a:pt x="4860" y="6429"/>
                </a:lnTo>
                <a:lnTo>
                  <a:pt x="4859" y="6429"/>
                </a:lnTo>
                <a:lnTo>
                  <a:pt x="4859" y="6430"/>
                </a:lnTo>
                <a:lnTo>
                  <a:pt x="4859" y="6431"/>
                </a:lnTo>
                <a:lnTo>
                  <a:pt x="4858" y="6431"/>
                </a:lnTo>
                <a:lnTo>
                  <a:pt x="4858" y="6432"/>
                </a:lnTo>
                <a:lnTo>
                  <a:pt x="4857" y="6432"/>
                </a:lnTo>
                <a:lnTo>
                  <a:pt x="4856" y="6433"/>
                </a:lnTo>
                <a:lnTo>
                  <a:pt x="4856" y="6434"/>
                </a:lnTo>
                <a:lnTo>
                  <a:pt x="4855" y="6434"/>
                </a:lnTo>
                <a:lnTo>
                  <a:pt x="4854" y="6434"/>
                </a:lnTo>
                <a:lnTo>
                  <a:pt x="4853" y="6434"/>
                </a:lnTo>
                <a:lnTo>
                  <a:pt x="4853" y="6435"/>
                </a:lnTo>
                <a:lnTo>
                  <a:pt x="4852" y="6435"/>
                </a:lnTo>
                <a:lnTo>
                  <a:pt x="4851" y="6435"/>
                </a:lnTo>
                <a:lnTo>
                  <a:pt x="4850" y="6435"/>
                </a:lnTo>
                <a:lnTo>
                  <a:pt x="4851" y="6435"/>
                </a:lnTo>
                <a:lnTo>
                  <a:pt x="4851" y="6436"/>
                </a:lnTo>
                <a:lnTo>
                  <a:pt x="4850" y="6436"/>
                </a:lnTo>
                <a:lnTo>
                  <a:pt x="4849" y="6437"/>
                </a:lnTo>
                <a:lnTo>
                  <a:pt x="4848" y="6437"/>
                </a:lnTo>
                <a:lnTo>
                  <a:pt x="4847" y="6437"/>
                </a:lnTo>
                <a:lnTo>
                  <a:pt x="4846" y="6437"/>
                </a:lnTo>
                <a:lnTo>
                  <a:pt x="4845" y="6437"/>
                </a:lnTo>
                <a:lnTo>
                  <a:pt x="4846" y="6437"/>
                </a:lnTo>
                <a:lnTo>
                  <a:pt x="4846" y="6436"/>
                </a:lnTo>
                <a:lnTo>
                  <a:pt x="4846" y="6435"/>
                </a:lnTo>
                <a:lnTo>
                  <a:pt x="4845" y="6435"/>
                </a:lnTo>
                <a:lnTo>
                  <a:pt x="4845" y="6434"/>
                </a:lnTo>
                <a:lnTo>
                  <a:pt x="4844" y="6434"/>
                </a:lnTo>
                <a:lnTo>
                  <a:pt x="4843" y="6434"/>
                </a:lnTo>
                <a:lnTo>
                  <a:pt x="4843" y="6433"/>
                </a:lnTo>
                <a:lnTo>
                  <a:pt x="4842" y="6433"/>
                </a:lnTo>
                <a:lnTo>
                  <a:pt x="4842" y="6434"/>
                </a:lnTo>
                <a:lnTo>
                  <a:pt x="4841" y="6434"/>
                </a:lnTo>
                <a:lnTo>
                  <a:pt x="4840" y="6434"/>
                </a:lnTo>
                <a:lnTo>
                  <a:pt x="4840" y="6435"/>
                </a:lnTo>
                <a:lnTo>
                  <a:pt x="4839" y="6435"/>
                </a:lnTo>
                <a:lnTo>
                  <a:pt x="4839" y="6436"/>
                </a:lnTo>
                <a:lnTo>
                  <a:pt x="4839" y="6435"/>
                </a:lnTo>
                <a:lnTo>
                  <a:pt x="4838" y="6436"/>
                </a:lnTo>
                <a:lnTo>
                  <a:pt x="4838" y="6437"/>
                </a:lnTo>
                <a:lnTo>
                  <a:pt x="4837" y="6437"/>
                </a:lnTo>
                <a:lnTo>
                  <a:pt x="4836" y="6437"/>
                </a:lnTo>
                <a:lnTo>
                  <a:pt x="4836" y="6438"/>
                </a:lnTo>
                <a:lnTo>
                  <a:pt x="4836" y="6439"/>
                </a:lnTo>
                <a:lnTo>
                  <a:pt x="4835" y="6439"/>
                </a:lnTo>
                <a:lnTo>
                  <a:pt x="4835" y="6440"/>
                </a:lnTo>
                <a:lnTo>
                  <a:pt x="4834" y="6440"/>
                </a:lnTo>
                <a:lnTo>
                  <a:pt x="4833" y="6440"/>
                </a:lnTo>
                <a:lnTo>
                  <a:pt x="4833" y="6441"/>
                </a:lnTo>
                <a:lnTo>
                  <a:pt x="4832" y="6441"/>
                </a:lnTo>
                <a:lnTo>
                  <a:pt x="4832" y="6442"/>
                </a:lnTo>
                <a:lnTo>
                  <a:pt x="4832" y="6443"/>
                </a:lnTo>
                <a:lnTo>
                  <a:pt x="4831" y="6443"/>
                </a:lnTo>
                <a:lnTo>
                  <a:pt x="4830" y="6443"/>
                </a:lnTo>
                <a:lnTo>
                  <a:pt x="4828" y="6443"/>
                </a:lnTo>
                <a:lnTo>
                  <a:pt x="4827" y="6443"/>
                </a:lnTo>
                <a:lnTo>
                  <a:pt x="4827" y="6444"/>
                </a:lnTo>
                <a:lnTo>
                  <a:pt x="4827" y="6445"/>
                </a:lnTo>
                <a:lnTo>
                  <a:pt x="4826" y="6445"/>
                </a:lnTo>
                <a:lnTo>
                  <a:pt x="4826" y="6446"/>
                </a:lnTo>
                <a:lnTo>
                  <a:pt x="4825" y="6446"/>
                </a:lnTo>
                <a:lnTo>
                  <a:pt x="4825" y="6447"/>
                </a:lnTo>
                <a:lnTo>
                  <a:pt x="4824" y="6447"/>
                </a:lnTo>
                <a:lnTo>
                  <a:pt x="4824" y="6446"/>
                </a:lnTo>
                <a:lnTo>
                  <a:pt x="4823" y="6446"/>
                </a:lnTo>
                <a:lnTo>
                  <a:pt x="4822" y="6446"/>
                </a:lnTo>
                <a:lnTo>
                  <a:pt x="4821" y="6446"/>
                </a:lnTo>
                <a:lnTo>
                  <a:pt x="4821" y="6447"/>
                </a:lnTo>
                <a:lnTo>
                  <a:pt x="4820" y="6447"/>
                </a:lnTo>
                <a:lnTo>
                  <a:pt x="4819" y="6448"/>
                </a:lnTo>
                <a:lnTo>
                  <a:pt x="4819" y="6449"/>
                </a:lnTo>
                <a:lnTo>
                  <a:pt x="4819" y="6450"/>
                </a:lnTo>
                <a:lnTo>
                  <a:pt x="4819" y="6451"/>
                </a:lnTo>
                <a:lnTo>
                  <a:pt x="4818" y="6451"/>
                </a:lnTo>
                <a:lnTo>
                  <a:pt x="4818" y="6452"/>
                </a:lnTo>
                <a:lnTo>
                  <a:pt x="4817" y="6453"/>
                </a:lnTo>
                <a:lnTo>
                  <a:pt x="4817" y="6454"/>
                </a:lnTo>
                <a:lnTo>
                  <a:pt x="4818" y="6454"/>
                </a:lnTo>
                <a:lnTo>
                  <a:pt x="4818" y="6455"/>
                </a:lnTo>
                <a:lnTo>
                  <a:pt x="4817" y="6455"/>
                </a:lnTo>
                <a:lnTo>
                  <a:pt x="4818" y="6456"/>
                </a:lnTo>
                <a:lnTo>
                  <a:pt x="4817" y="6456"/>
                </a:lnTo>
                <a:lnTo>
                  <a:pt x="4817" y="6457"/>
                </a:lnTo>
                <a:lnTo>
                  <a:pt x="4816" y="6457"/>
                </a:lnTo>
                <a:lnTo>
                  <a:pt x="4816" y="6456"/>
                </a:lnTo>
                <a:lnTo>
                  <a:pt x="4815" y="6456"/>
                </a:lnTo>
                <a:lnTo>
                  <a:pt x="4814" y="6456"/>
                </a:lnTo>
                <a:lnTo>
                  <a:pt x="4814" y="6455"/>
                </a:lnTo>
                <a:lnTo>
                  <a:pt x="4814" y="6456"/>
                </a:lnTo>
                <a:lnTo>
                  <a:pt x="4813" y="6456"/>
                </a:lnTo>
                <a:lnTo>
                  <a:pt x="4813" y="6455"/>
                </a:lnTo>
                <a:lnTo>
                  <a:pt x="4813" y="6454"/>
                </a:lnTo>
                <a:lnTo>
                  <a:pt x="4812" y="6454"/>
                </a:lnTo>
                <a:lnTo>
                  <a:pt x="4812" y="6453"/>
                </a:lnTo>
                <a:lnTo>
                  <a:pt x="4811" y="6453"/>
                </a:lnTo>
                <a:lnTo>
                  <a:pt x="4811" y="6452"/>
                </a:lnTo>
                <a:lnTo>
                  <a:pt x="4811" y="6451"/>
                </a:lnTo>
                <a:lnTo>
                  <a:pt x="4810" y="6451"/>
                </a:lnTo>
                <a:lnTo>
                  <a:pt x="4809" y="6451"/>
                </a:lnTo>
                <a:lnTo>
                  <a:pt x="4808" y="6451"/>
                </a:lnTo>
                <a:lnTo>
                  <a:pt x="4807" y="6451"/>
                </a:lnTo>
                <a:lnTo>
                  <a:pt x="4806" y="6451"/>
                </a:lnTo>
                <a:lnTo>
                  <a:pt x="4806" y="6452"/>
                </a:lnTo>
                <a:lnTo>
                  <a:pt x="4806" y="6453"/>
                </a:lnTo>
                <a:lnTo>
                  <a:pt x="4805" y="6453"/>
                </a:lnTo>
                <a:lnTo>
                  <a:pt x="4804" y="6454"/>
                </a:lnTo>
                <a:lnTo>
                  <a:pt x="4805" y="6454"/>
                </a:lnTo>
                <a:lnTo>
                  <a:pt x="4804" y="6455"/>
                </a:lnTo>
                <a:lnTo>
                  <a:pt x="4805" y="6455"/>
                </a:lnTo>
                <a:lnTo>
                  <a:pt x="4805" y="6456"/>
                </a:lnTo>
                <a:lnTo>
                  <a:pt x="4804" y="6456"/>
                </a:lnTo>
                <a:lnTo>
                  <a:pt x="4804" y="6457"/>
                </a:lnTo>
                <a:lnTo>
                  <a:pt x="4804" y="6458"/>
                </a:lnTo>
                <a:lnTo>
                  <a:pt x="4805" y="6458"/>
                </a:lnTo>
                <a:lnTo>
                  <a:pt x="4804" y="6458"/>
                </a:lnTo>
                <a:lnTo>
                  <a:pt x="4804" y="6459"/>
                </a:lnTo>
                <a:lnTo>
                  <a:pt x="4804" y="6460"/>
                </a:lnTo>
                <a:lnTo>
                  <a:pt x="4804" y="6461"/>
                </a:lnTo>
                <a:lnTo>
                  <a:pt x="4803" y="6461"/>
                </a:lnTo>
                <a:lnTo>
                  <a:pt x="4803" y="6462"/>
                </a:lnTo>
                <a:lnTo>
                  <a:pt x="4802" y="6462"/>
                </a:lnTo>
                <a:lnTo>
                  <a:pt x="4801" y="6462"/>
                </a:lnTo>
                <a:lnTo>
                  <a:pt x="4800" y="6462"/>
                </a:lnTo>
                <a:lnTo>
                  <a:pt x="4800" y="6461"/>
                </a:lnTo>
                <a:lnTo>
                  <a:pt x="4800" y="6462"/>
                </a:lnTo>
                <a:lnTo>
                  <a:pt x="4799" y="6462"/>
                </a:lnTo>
                <a:lnTo>
                  <a:pt x="4799" y="6463"/>
                </a:lnTo>
                <a:lnTo>
                  <a:pt x="4798" y="6463"/>
                </a:lnTo>
                <a:lnTo>
                  <a:pt x="4797" y="6463"/>
                </a:lnTo>
                <a:lnTo>
                  <a:pt x="4796" y="6463"/>
                </a:lnTo>
                <a:lnTo>
                  <a:pt x="4797" y="6464"/>
                </a:lnTo>
                <a:lnTo>
                  <a:pt x="4797" y="6465"/>
                </a:lnTo>
                <a:lnTo>
                  <a:pt x="4796" y="6465"/>
                </a:lnTo>
                <a:lnTo>
                  <a:pt x="4796" y="6464"/>
                </a:lnTo>
                <a:lnTo>
                  <a:pt x="4795" y="6464"/>
                </a:lnTo>
                <a:lnTo>
                  <a:pt x="4795" y="6465"/>
                </a:lnTo>
                <a:lnTo>
                  <a:pt x="4794" y="6465"/>
                </a:lnTo>
                <a:lnTo>
                  <a:pt x="4793" y="6465"/>
                </a:lnTo>
                <a:lnTo>
                  <a:pt x="4793" y="6464"/>
                </a:lnTo>
                <a:lnTo>
                  <a:pt x="4793" y="6463"/>
                </a:lnTo>
                <a:lnTo>
                  <a:pt x="4791" y="6463"/>
                </a:lnTo>
                <a:lnTo>
                  <a:pt x="4791" y="6464"/>
                </a:lnTo>
                <a:lnTo>
                  <a:pt x="4790" y="6464"/>
                </a:lnTo>
                <a:lnTo>
                  <a:pt x="4790" y="6463"/>
                </a:lnTo>
                <a:lnTo>
                  <a:pt x="4790" y="6464"/>
                </a:lnTo>
                <a:lnTo>
                  <a:pt x="4789" y="6464"/>
                </a:lnTo>
                <a:lnTo>
                  <a:pt x="4789" y="6465"/>
                </a:lnTo>
                <a:lnTo>
                  <a:pt x="4789" y="6466"/>
                </a:lnTo>
                <a:lnTo>
                  <a:pt x="4790" y="6466"/>
                </a:lnTo>
                <a:lnTo>
                  <a:pt x="4790" y="6467"/>
                </a:lnTo>
                <a:lnTo>
                  <a:pt x="4790" y="6468"/>
                </a:lnTo>
                <a:lnTo>
                  <a:pt x="4790" y="6469"/>
                </a:lnTo>
                <a:lnTo>
                  <a:pt x="4790" y="6470"/>
                </a:lnTo>
                <a:lnTo>
                  <a:pt x="4791" y="6471"/>
                </a:lnTo>
                <a:lnTo>
                  <a:pt x="4792" y="6471"/>
                </a:lnTo>
                <a:lnTo>
                  <a:pt x="4792" y="6472"/>
                </a:lnTo>
                <a:lnTo>
                  <a:pt x="4791" y="6472"/>
                </a:lnTo>
                <a:lnTo>
                  <a:pt x="4791" y="6473"/>
                </a:lnTo>
                <a:lnTo>
                  <a:pt x="4792" y="6473"/>
                </a:lnTo>
                <a:lnTo>
                  <a:pt x="4792" y="6474"/>
                </a:lnTo>
                <a:lnTo>
                  <a:pt x="4792" y="6475"/>
                </a:lnTo>
                <a:lnTo>
                  <a:pt x="4792" y="6476"/>
                </a:lnTo>
                <a:lnTo>
                  <a:pt x="4793" y="6476"/>
                </a:lnTo>
                <a:lnTo>
                  <a:pt x="4793" y="6477"/>
                </a:lnTo>
                <a:lnTo>
                  <a:pt x="4793" y="6478"/>
                </a:lnTo>
                <a:lnTo>
                  <a:pt x="4793" y="6479"/>
                </a:lnTo>
                <a:lnTo>
                  <a:pt x="4793" y="6480"/>
                </a:lnTo>
                <a:lnTo>
                  <a:pt x="4793" y="6481"/>
                </a:lnTo>
                <a:lnTo>
                  <a:pt x="4794" y="6481"/>
                </a:lnTo>
                <a:lnTo>
                  <a:pt x="4794" y="6482"/>
                </a:lnTo>
                <a:lnTo>
                  <a:pt x="4794" y="6483"/>
                </a:lnTo>
                <a:lnTo>
                  <a:pt x="4795" y="6483"/>
                </a:lnTo>
                <a:lnTo>
                  <a:pt x="4795" y="6484"/>
                </a:lnTo>
                <a:lnTo>
                  <a:pt x="4795" y="6486"/>
                </a:lnTo>
                <a:lnTo>
                  <a:pt x="4795" y="6487"/>
                </a:lnTo>
                <a:lnTo>
                  <a:pt x="4795" y="6488"/>
                </a:lnTo>
                <a:lnTo>
                  <a:pt x="4795" y="6487"/>
                </a:lnTo>
                <a:lnTo>
                  <a:pt x="4795" y="6488"/>
                </a:lnTo>
                <a:lnTo>
                  <a:pt x="4796" y="6488"/>
                </a:lnTo>
                <a:lnTo>
                  <a:pt x="4796" y="6489"/>
                </a:lnTo>
                <a:lnTo>
                  <a:pt x="4796" y="6490"/>
                </a:lnTo>
                <a:lnTo>
                  <a:pt x="4797" y="6490"/>
                </a:lnTo>
                <a:lnTo>
                  <a:pt x="4798" y="6491"/>
                </a:lnTo>
                <a:lnTo>
                  <a:pt x="4798" y="6492"/>
                </a:lnTo>
                <a:lnTo>
                  <a:pt x="4799" y="6492"/>
                </a:lnTo>
                <a:lnTo>
                  <a:pt x="4799" y="6491"/>
                </a:lnTo>
                <a:lnTo>
                  <a:pt x="4799" y="6492"/>
                </a:lnTo>
                <a:lnTo>
                  <a:pt x="4799" y="6491"/>
                </a:lnTo>
                <a:lnTo>
                  <a:pt x="4800" y="6491"/>
                </a:lnTo>
                <a:lnTo>
                  <a:pt x="4800" y="6492"/>
                </a:lnTo>
                <a:lnTo>
                  <a:pt x="4800" y="6491"/>
                </a:lnTo>
                <a:lnTo>
                  <a:pt x="4800" y="6492"/>
                </a:lnTo>
                <a:lnTo>
                  <a:pt x="4800" y="6491"/>
                </a:lnTo>
                <a:lnTo>
                  <a:pt x="4800" y="6492"/>
                </a:lnTo>
                <a:lnTo>
                  <a:pt x="4801" y="6492"/>
                </a:lnTo>
                <a:lnTo>
                  <a:pt x="4800" y="6492"/>
                </a:lnTo>
                <a:lnTo>
                  <a:pt x="4801" y="6492"/>
                </a:lnTo>
                <a:lnTo>
                  <a:pt x="4801" y="6493"/>
                </a:lnTo>
                <a:lnTo>
                  <a:pt x="4800" y="6493"/>
                </a:lnTo>
                <a:lnTo>
                  <a:pt x="4800" y="6494"/>
                </a:lnTo>
                <a:lnTo>
                  <a:pt x="4801" y="6494"/>
                </a:lnTo>
                <a:lnTo>
                  <a:pt x="4801" y="6495"/>
                </a:lnTo>
                <a:lnTo>
                  <a:pt x="4801" y="6496"/>
                </a:lnTo>
                <a:lnTo>
                  <a:pt x="4801" y="6497"/>
                </a:lnTo>
                <a:lnTo>
                  <a:pt x="4801" y="6498"/>
                </a:lnTo>
                <a:lnTo>
                  <a:pt x="4801" y="6499"/>
                </a:lnTo>
                <a:lnTo>
                  <a:pt x="4800" y="6499"/>
                </a:lnTo>
                <a:lnTo>
                  <a:pt x="4799" y="6499"/>
                </a:lnTo>
                <a:lnTo>
                  <a:pt x="4798" y="6500"/>
                </a:lnTo>
                <a:lnTo>
                  <a:pt x="4798" y="6501"/>
                </a:lnTo>
                <a:lnTo>
                  <a:pt x="4797" y="6501"/>
                </a:lnTo>
                <a:lnTo>
                  <a:pt x="4797" y="6502"/>
                </a:lnTo>
                <a:lnTo>
                  <a:pt x="4797" y="6503"/>
                </a:lnTo>
                <a:lnTo>
                  <a:pt x="4796" y="6503"/>
                </a:lnTo>
                <a:lnTo>
                  <a:pt x="4795" y="6503"/>
                </a:lnTo>
                <a:lnTo>
                  <a:pt x="4795" y="6502"/>
                </a:lnTo>
                <a:lnTo>
                  <a:pt x="4794" y="6502"/>
                </a:lnTo>
                <a:lnTo>
                  <a:pt x="4794" y="6503"/>
                </a:lnTo>
                <a:lnTo>
                  <a:pt x="4793" y="6503"/>
                </a:lnTo>
                <a:lnTo>
                  <a:pt x="4792" y="6503"/>
                </a:lnTo>
                <a:lnTo>
                  <a:pt x="4791" y="6503"/>
                </a:lnTo>
                <a:lnTo>
                  <a:pt x="4791" y="6504"/>
                </a:lnTo>
                <a:lnTo>
                  <a:pt x="4790" y="6504"/>
                </a:lnTo>
                <a:lnTo>
                  <a:pt x="4790" y="6505"/>
                </a:lnTo>
                <a:lnTo>
                  <a:pt x="4789" y="6505"/>
                </a:lnTo>
                <a:lnTo>
                  <a:pt x="4788" y="6505"/>
                </a:lnTo>
                <a:lnTo>
                  <a:pt x="4788" y="6506"/>
                </a:lnTo>
                <a:lnTo>
                  <a:pt x="4787" y="6506"/>
                </a:lnTo>
                <a:lnTo>
                  <a:pt x="4787" y="6507"/>
                </a:lnTo>
                <a:lnTo>
                  <a:pt x="4786" y="6507"/>
                </a:lnTo>
                <a:lnTo>
                  <a:pt x="4786" y="6506"/>
                </a:lnTo>
                <a:lnTo>
                  <a:pt x="4785" y="6506"/>
                </a:lnTo>
                <a:lnTo>
                  <a:pt x="4785" y="6507"/>
                </a:lnTo>
                <a:lnTo>
                  <a:pt x="4784" y="6507"/>
                </a:lnTo>
                <a:lnTo>
                  <a:pt x="4784" y="6508"/>
                </a:lnTo>
                <a:lnTo>
                  <a:pt x="4783" y="6508"/>
                </a:lnTo>
                <a:lnTo>
                  <a:pt x="4783" y="6509"/>
                </a:lnTo>
                <a:lnTo>
                  <a:pt x="4783" y="6510"/>
                </a:lnTo>
                <a:lnTo>
                  <a:pt x="4782" y="6510"/>
                </a:lnTo>
                <a:lnTo>
                  <a:pt x="4782" y="6511"/>
                </a:lnTo>
                <a:lnTo>
                  <a:pt x="4782" y="6512"/>
                </a:lnTo>
                <a:lnTo>
                  <a:pt x="4782" y="6513"/>
                </a:lnTo>
                <a:lnTo>
                  <a:pt x="4782" y="6514"/>
                </a:lnTo>
                <a:lnTo>
                  <a:pt x="4781" y="6514"/>
                </a:lnTo>
                <a:lnTo>
                  <a:pt x="4781" y="6515"/>
                </a:lnTo>
                <a:lnTo>
                  <a:pt x="4781" y="6516"/>
                </a:lnTo>
                <a:lnTo>
                  <a:pt x="4780" y="6516"/>
                </a:lnTo>
                <a:lnTo>
                  <a:pt x="4778" y="6516"/>
                </a:lnTo>
                <a:lnTo>
                  <a:pt x="4777" y="6516"/>
                </a:lnTo>
                <a:lnTo>
                  <a:pt x="4776" y="6516"/>
                </a:lnTo>
                <a:lnTo>
                  <a:pt x="4776" y="6517"/>
                </a:lnTo>
                <a:lnTo>
                  <a:pt x="4775" y="6517"/>
                </a:lnTo>
                <a:lnTo>
                  <a:pt x="4774" y="6517"/>
                </a:lnTo>
                <a:lnTo>
                  <a:pt x="4774" y="6518"/>
                </a:lnTo>
                <a:lnTo>
                  <a:pt x="4775" y="6518"/>
                </a:lnTo>
                <a:lnTo>
                  <a:pt x="4776" y="6518"/>
                </a:lnTo>
                <a:lnTo>
                  <a:pt x="4776" y="6519"/>
                </a:lnTo>
                <a:lnTo>
                  <a:pt x="4776" y="6520"/>
                </a:lnTo>
                <a:lnTo>
                  <a:pt x="4776" y="6521"/>
                </a:lnTo>
                <a:lnTo>
                  <a:pt x="4777" y="6521"/>
                </a:lnTo>
                <a:lnTo>
                  <a:pt x="4777" y="6522"/>
                </a:lnTo>
                <a:lnTo>
                  <a:pt x="4776" y="6522"/>
                </a:lnTo>
                <a:lnTo>
                  <a:pt x="4776" y="6523"/>
                </a:lnTo>
                <a:lnTo>
                  <a:pt x="4775" y="6523"/>
                </a:lnTo>
                <a:lnTo>
                  <a:pt x="4774" y="6523"/>
                </a:lnTo>
                <a:lnTo>
                  <a:pt x="4773" y="6523"/>
                </a:lnTo>
                <a:lnTo>
                  <a:pt x="4772" y="6523"/>
                </a:lnTo>
                <a:lnTo>
                  <a:pt x="4771" y="6523"/>
                </a:lnTo>
                <a:lnTo>
                  <a:pt x="4771" y="6522"/>
                </a:lnTo>
                <a:lnTo>
                  <a:pt x="4770" y="6522"/>
                </a:lnTo>
                <a:lnTo>
                  <a:pt x="4770" y="6523"/>
                </a:lnTo>
                <a:lnTo>
                  <a:pt x="4769" y="6523"/>
                </a:lnTo>
                <a:lnTo>
                  <a:pt x="4768" y="6523"/>
                </a:lnTo>
                <a:lnTo>
                  <a:pt x="4767" y="6523"/>
                </a:lnTo>
                <a:lnTo>
                  <a:pt x="4767" y="6524"/>
                </a:lnTo>
                <a:lnTo>
                  <a:pt x="4766" y="6524"/>
                </a:lnTo>
                <a:lnTo>
                  <a:pt x="4766" y="6523"/>
                </a:lnTo>
                <a:lnTo>
                  <a:pt x="4765" y="6523"/>
                </a:lnTo>
                <a:lnTo>
                  <a:pt x="4765" y="6524"/>
                </a:lnTo>
                <a:lnTo>
                  <a:pt x="4764" y="6524"/>
                </a:lnTo>
                <a:lnTo>
                  <a:pt x="4764" y="6523"/>
                </a:lnTo>
                <a:lnTo>
                  <a:pt x="4763" y="6523"/>
                </a:lnTo>
                <a:lnTo>
                  <a:pt x="4763" y="6522"/>
                </a:lnTo>
                <a:lnTo>
                  <a:pt x="4762" y="6522"/>
                </a:lnTo>
                <a:lnTo>
                  <a:pt x="4762" y="6521"/>
                </a:lnTo>
                <a:lnTo>
                  <a:pt x="4761" y="6521"/>
                </a:lnTo>
                <a:lnTo>
                  <a:pt x="4761" y="6520"/>
                </a:lnTo>
                <a:lnTo>
                  <a:pt x="4760" y="6520"/>
                </a:lnTo>
                <a:lnTo>
                  <a:pt x="4759" y="6520"/>
                </a:lnTo>
                <a:lnTo>
                  <a:pt x="4758" y="6521"/>
                </a:lnTo>
                <a:lnTo>
                  <a:pt x="4758" y="6520"/>
                </a:lnTo>
                <a:lnTo>
                  <a:pt x="4757" y="6520"/>
                </a:lnTo>
                <a:lnTo>
                  <a:pt x="4756" y="6520"/>
                </a:lnTo>
                <a:lnTo>
                  <a:pt x="4756" y="6519"/>
                </a:lnTo>
                <a:lnTo>
                  <a:pt x="4756" y="6518"/>
                </a:lnTo>
                <a:lnTo>
                  <a:pt x="4755" y="6518"/>
                </a:lnTo>
                <a:lnTo>
                  <a:pt x="4755" y="6519"/>
                </a:lnTo>
                <a:lnTo>
                  <a:pt x="4754" y="6520"/>
                </a:lnTo>
                <a:lnTo>
                  <a:pt x="4755" y="6520"/>
                </a:lnTo>
                <a:lnTo>
                  <a:pt x="4754" y="6520"/>
                </a:lnTo>
                <a:lnTo>
                  <a:pt x="4754" y="6521"/>
                </a:lnTo>
                <a:lnTo>
                  <a:pt x="4755" y="6521"/>
                </a:lnTo>
                <a:lnTo>
                  <a:pt x="4755" y="6522"/>
                </a:lnTo>
                <a:lnTo>
                  <a:pt x="4755" y="6523"/>
                </a:lnTo>
                <a:lnTo>
                  <a:pt x="4754" y="6523"/>
                </a:lnTo>
                <a:lnTo>
                  <a:pt x="4754" y="6522"/>
                </a:lnTo>
                <a:lnTo>
                  <a:pt x="4754" y="6523"/>
                </a:lnTo>
                <a:lnTo>
                  <a:pt x="4754" y="6524"/>
                </a:lnTo>
                <a:lnTo>
                  <a:pt x="4753" y="6524"/>
                </a:lnTo>
                <a:lnTo>
                  <a:pt x="4753" y="6523"/>
                </a:lnTo>
                <a:lnTo>
                  <a:pt x="4753" y="6524"/>
                </a:lnTo>
                <a:lnTo>
                  <a:pt x="4752" y="6524"/>
                </a:lnTo>
                <a:lnTo>
                  <a:pt x="4751" y="6524"/>
                </a:lnTo>
                <a:lnTo>
                  <a:pt x="4750" y="6524"/>
                </a:lnTo>
                <a:lnTo>
                  <a:pt x="4751" y="6524"/>
                </a:lnTo>
                <a:lnTo>
                  <a:pt x="4751" y="6523"/>
                </a:lnTo>
                <a:lnTo>
                  <a:pt x="4751" y="6522"/>
                </a:lnTo>
                <a:lnTo>
                  <a:pt x="4752" y="6522"/>
                </a:lnTo>
                <a:lnTo>
                  <a:pt x="4752" y="6521"/>
                </a:lnTo>
                <a:lnTo>
                  <a:pt x="4751" y="6521"/>
                </a:lnTo>
                <a:lnTo>
                  <a:pt x="4751" y="6520"/>
                </a:lnTo>
                <a:lnTo>
                  <a:pt x="4751" y="6519"/>
                </a:lnTo>
                <a:lnTo>
                  <a:pt x="4751" y="6518"/>
                </a:lnTo>
                <a:lnTo>
                  <a:pt x="4750" y="6518"/>
                </a:lnTo>
                <a:lnTo>
                  <a:pt x="4750" y="6517"/>
                </a:lnTo>
                <a:lnTo>
                  <a:pt x="4749" y="6517"/>
                </a:lnTo>
                <a:lnTo>
                  <a:pt x="4748" y="6517"/>
                </a:lnTo>
                <a:lnTo>
                  <a:pt x="4747" y="6517"/>
                </a:lnTo>
                <a:lnTo>
                  <a:pt x="4746" y="6517"/>
                </a:lnTo>
                <a:lnTo>
                  <a:pt x="4746" y="6518"/>
                </a:lnTo>
                <a:lnTo>
                  <a:pt x="4745" y="6518"/>
                </a:lnTo>
                <a:lnTo>
                  <a:pt x="4745" y="6519"/>
                </a:lnTo>
                <a:lnTo>
                  <a:pt x="4745" y="6518"/>
                </a:lnTo>
                <a:lnTo>
                  <a:pt x="4745" y="6519"/>
                </a:lnTo>
                <a:lnTo>
                  <a:pt x="4744" y="6519"/>
                </a:lnTo>
                <a:lnTo>
                  <a:pt x="4743" y="6519"/>
                </a:lnTo>
                <a:lnTo>
                  <a:pt x="4742" y="6519"/>
                </a:lnTo>
                <a:lnTo>
                  <a:pt x="4741" y="6519"/>
                </a:lnTo>
                <a:lnTo>
                  <a:pt x="4740" y="6520"/>
                </a:lnTo>
                <a:lnTo>
                  <a:pt x="4741" y="6520"/>
                </a:lnTo>
                <a:lnTo>
                  <a:pt x="4742" y="6520"/>
                </a:lnTo>
                <a:lnTo>
                  <a:pt x="4742" y="6521"/>
                </a:lnTo>
                <a:lnTo>
                  <a:pt x="4741" y="6521"/>
                </a:lnTo>
                <a:lnTo>
                  <a:pt x="4740" y="6522"/>
                </a:lnTo>
                <a:lnTo>
                  <a:pt x="4739" y="6522"/>
                </a:lnTo>
                <a:lnTo>
                  <a:pt x="4739" y="6523"/>
                </a:lnTo>
                <a:lnTo>
                  <a:pt x="4738" y="6523"/>
                </a:lnTo>
                <a:lnTo>
                  <a:pt x="4737" y="6523"/>
                </a:lnTo>
                <a:lnTo>
                  <a:pt x="4737" y="6524"/>
                </a:lnTo>
                <a:lnTo>
                  <a:pt x="4737" y="6525"/>
                </a:lnTo>
                <a:lnTo>
                  <a:pt x="4736" y="6525"/>
                </a:lnTo>
                <a:lnTo>
                  <a:pt x="4736" y="6526"/>
                </a:lnTo>
                <a:lnTo>
                  <a:pt x="4736" y="6527"/>
                </a:lnTo>
                <a:lnTo>
                  <a:pt x="4736" y="6528"/>
                </a:lnTo>
                <a:lnTo>
                  <a:pt x="4735" y="6528"/>
                </a:lnTo>
                <a:lnTo>
                  <a:pt x="4736" y="6528"/>
                </a:lnTo>
                <a:lnTo>
                  <a:pt x="4735" y="6528"/>
                </a:lnTo>
                <a:lnTo>
                  <a:pt x="4735" y="6529"/>
                </a:lnTo>
                <a:lnTo>
                  <a:pt x="4734" y="6529"/>
                </a:lnTo>
                <a:lnTo>
                  <a:pt x="4734" y="6530"/>
                </a:lnTo>
                <a:lnTo>
                  <a:pt x="4733" y="6530"/>
                </a:lnTo>
                <a:lnTo>
                  <a:pt x="4732" y="6530"/>
                </a:lnTo>
                <a:lnTo>
                  <a:pt x="4732" y="6531"/>
                </a:lnTo>
                <a:lnTo>
                  <a:pt x="4731" y="6531"/>
                </a:lnTo>
                <a:lnTo>
                  <a:pt x="4731" y="6532"/>
                </a:lnTo>
                <a:lnTo>
                  <a:pt x="4730" y="6532"/>
                </a:lnTo>
                <a:lnTo>
                  <a:pt x="4730" y="6533"/>
                </a:lnTo>
                <a:lnTo>
                  <a:pt x="4729" y="6533"/>
                </a:lnTo>
                <a:lnTo>
                  <a:pt x="4729" y="6534"/>
                </a:lnTo>
                <a:lnTo>
                  <a:pt x="4728" y="6534"/>
                </a:lnTo>
                <a:lnTo>
                  <a:pt x="4728" y="6535"/>
                </a:lnTo>
                <a:lnTo>
                  <a:pt x="4727" y="6535"/>
                </a:lnTo>
                <a:lnTo>
                  <a:pt x="4726" y="6535"/>
                </a:lnTo>
                <a:lnTo>
                  <a:pt x="4726" y="6536"/>
                </a:lnTo>
                <a:lnTo>
                  <a:pt x="4725" y="6536"/>
                </a:lnTo>
                <a:lnTo>
                  <a:pt x="4725" y="6537"/>
                </a:lnTo>
                <a:lnTo>
                  <a:pt x="4724" y="6537"/>
                </a:lnTo>
                <a:lnTo>
                  <a:pt x="4723" y="6537"/>
                </a:lnTo>
                <a:lnTo>
                  <a:pt x="4723" y="6538"/>
                </a:lnTo>
                <a:lnTo>
                  <a:pt x="4722" y="6538"/>
                </a:lnTo>
                <a:lnTo>
                  <a:pt x="4721" y="6538"/>
                </a:lnTo>
                <a:lnTo>
                  <a:pt x="4720" y="6538"/>
                </a:lnTo>
                <a:lnTo>
                  <a:pt x="4720" y="6539"/>
                </a:lnTo>
                <a:lnTo>
                  <a:pt x="4719" y="6539"/>
                </a:lnTo>
                <a:lnTo>
                  <a:pt x="4718" y="6539"/>
                </a:lnTo>
                <a:lnTo>
                  <a:pt x="4718" y="6540"/>
                </a:lnTo>
                <a:lnTo>
                  <a:pt x="4717" y="6540"/>
                </a:lnTo>
                <a:lnTo>
                  <a:pt x="4717" y="6541"/>
                </a:lnTo>
                <a:lnTo>
                  <a:pt x="4716" y="6541"/>
                </a:lnTo>
                <a:lnTo>
                  <a:pt x="4716" y="6542"/>
                </a:lnTo>
                <a:lnTo>
                  <a:pt x="4715" y="6542"/>
                </a:lnTo>
                <a:lnTo>
                  <a:pt x="4714" y="6542"/>
                </a:lnTo>
                <a:lnTo>
                  <a:pt x="4714" y="6543"/>
                </a:lnTo>
                <a:lnTo>
                  <a:pt x="4714" y="6544"/>
                </a:lnTo>
                <a:lnTo>
                  <a:pt x="4713" y="6544"/>
                </a:lnTo>
                <a:lnTo>
                  <a:pt x="4713" y="6545"/>
                </a:lnTo>
                <a:lnTo>
                  <a:pt x="4714" y="6545"/>
                </a:lnTo>
                <a:lnTo>
                  <a:pt x="4713" y="6545"/>
                </a:lnTo>
                <a:lnTo>
                  <a:pt x="4713" y="6546"/>
                </a:lnTo>
                <a:lnTo>
                  <a:pt x="4713" y="6547"/>
                </a:lnTo>
                <a:lnTo>
                  <a:pt x="4712" y="6547"/>
                </a:lnTo>
                <a:lnTo>
                  <a:pt x="4711" y="6547"/>
                </a:lnTo>
                <a:lnTo>
                  <a:pt x="4710" y="6547"/>
                </a:lnTo>
                <a:lnTo>
                  <a:pt x="4709" y="6547"/>
                </a:lnTo>
                <a:lnTo>
                  <a:pt x="4709" y="6548"/>
                </a:lnTo>
                <a:lnTo>
                  <a:pt x="4709" y="6549"/>
                </a:lnTo>
                <a:lnTo>
                  <a:pt x="4708" y="6549"/>
                </a:lnTo>
                <a:lnTo>
                  <a:pt x="4708" y="6550"/>
                </a:lnTo>
                <a:lnTo>
                  <a:pt x="4707" y="6550"/>
                </a:lnTo>
                <a:lnTo>
                  <a:pt x="4706" y="6550"/>
                </a:lnTo>
                <a:lnTo>
                  <a:pt x="4706" y="6549"/>
                </a:lnTo>
                <a:lnTo>
                  <a:pt x="4705" y="6549"/>
                </a:lnTo>
                <a:lnTo>
                  <a:pt x="4704" y="6549"/>
                </a:lnTo>
                <a:lnTo>
                  <a:pt x="4703" y="6549"/>
                </a:lnTo>
                <a:lnTo>
                  <a:pt x="4703" y="6548"/>
                </a:lnTo>
                <a:lnTo>
                  <a:pt x="4703" y="6547"/>
                </a:lnTo>
                <a:lnTo>
                  <a:pt x="4702" y="6547"/>
                </a:lnTo>
                <a:lnTo>
                  <a:pt x="4702" y="6546"/>
                </a:lnTo>
                <a:lnTo>
                  <a:pt x="4702" y="6545"/>
                </a:lnTo>
                <a:lnTo>
                  <a:pt x="4702" y="6544"/>
                </a:lnTo>
                <a:lnTo>
                  <a:pt x="4701" y="6544"/>
                </a:lnTo>
                <a:lnTo>
                  <a:pt x="4701" y="6543"/>
                </a:lnTo>
                <a:lnTo>
                  <a:pt x="4700" y="6543"/>
                </a:lnTo>
                <a:lnTo>
                  <a:pt x="4700" y="6542"/>
                </a:lnTo>
                <a:lnTo>
                  <a:pt x="4699" y="6542"/>
                </a:lnTo>
                <a:lnTo>
                  <a:pt x="4698" y="6541"/>
                </a:lnTo>
                <a:lnTo>
                  <a:pt x="4696" y="6541"/>
                </a:lnTo>
                <a:lnTo>
                  <a:pt x="4695" y="6541"/>
                </a:lnTo>
                <a:lnTo>
                  <a:pt x="4694" y="6541"/>
                </a:lnTo>
                <a:lnTo>
                  <a:pt x="4693" y="6541"/>
                </a:lnTo>
                <a:lnTo>
                  <a:pt x="4693" y="6540"/>
                </a:lnTo>
                <a:lnTo>
                  <a:pt x="4692" y="6540"/>
                </a:lnTo>
                <a:lnTo>
                  <a:pt x="4691" y="6540"/>
                </a:lnTo>
                <a:lnTo>
                  <a:pt x="4691" y="6539"/>
                </a:lnTo>
                <a:lnTo>
                  <a:pt x="4690" y="6539"/>
                </a:lnTo>
                <a:lnTo>
                  <a:pt x="4689" y="6539"/>
                </a:lnTo>
                <a:lnTo>
                  <a:pt x="4688" y="6539"/>
                </a:lnTo>
                <a:lnTo>
                  <a:pt x="4688" y="6538"/>
                </a:lnTo>
                <a:lnTo>
                  <a:pt x="4688" y="6537"/>
                </a:lnTo>
                <a:lnTo>
                  <a:pt x="4688" y="6536"/>
                </a:lnTo>
                <a:lnTo>
                  <a:pt x="4687" y="6536"/>
                </a:lnTo>
                <a:lnTo>
                  <a:pt x="4687" y="6535"/>
                </a:lnTo>
                <a:lnTo>
                  <a:pt x="4686" y="6535"/>
                </a:lnTo>
                <a:lnTo>
                  <a:pt x="4686" y="6534"/>
                </a:lnTo>
                <a:lnTo>
                  <a:pt x="4686" y="6533"/>
                </a:lnTo>
                <a:lnTo>
                  <a:pt x="4686" y="6532"/>
                </a:lnTo>
                <a:lnTo>
                  <a:pt x="4685" y="6532"/>
                </a:lnTo>
                <a:lnTo>
                  <a:pt x="4685" y="6531"/>
                </a:lnTo>
                <a:lnTo>
                  <a:pt x="4686" y="6531"/>
                </a:lnTo>
                <a:lnTo>
                  <a:pt x="4685" y="6531"/>
                </a:lnTo>
                <a:lnTo>
                  <a:pt x="4686" y="6531"/>
                </a:lnTo>
                <a:lnTo>
                  <a:pt x="4686" y="6530"/>
                </a:lnTo>
                <a:lnTo>
                  <a:pt x="4686" y="6529"/>
                </a:lnTo>
                <a:lnTo>
                  <a:pt x="4686" y="6528"/>
                </a:lnTo>
                <a:lnTo>
                  <a:pt x="4687" y="6528"/>
                </a:lnTo>
                <a:lnTo>
                  <a:pt x="4687" y="6527"/>
                </a:lnTo>
                <a:lnTo>
                  <a:pt x="4687" y="6526"/>
                </a:lnTo>
                <a:lnTo>
                  <a:pt x="4687" y="6525"/>
                </a:lnTo>
                <a:lnTo>
                  <a:pt x="4688" y="6525"/>
                </a:lnTo>
                <a:lnTo>
                  <a:pt x="4687" y="6525"/>
                </a:lnTo>
                <a:lnTo>
                  <a:pt x="4688" y="6525"/>
                </a:lnTo>
                <a:lnTo>
                  <a:pt x="4688" y="6524"/>
                </a:lnTo>
                <a:lnTo>
                  <a:pt x="4687" y="6523"/>
                </a:lnTo>
                <a:lnTo>
                  <a:pt x="4688" y="6523"/>
                </a:lnTo>
                <a:lnTo>
                  <a:pt x="4688" y="6522"/>
                </a:lnTo>
                <a:lnTo>
                  <a:pt x="4688" y="6521"/>
                </a:lnTo>
                <a:lnTo>
                  <a:pt x="4688" y="6520"/>
                </a:lnTo>
                <a:lnTo>
                  <a:pt x="4688" y="6519"/>
                </a:lnTo>
                <a:lnTo>
                  <a:pt x="4687" y="6519"/>
                </a:lnTo>
                <a:lnTo>
                  <a:pt x="4686" y="6519"/>
                </a:lnTo>
                <a:lnTo>
                  <a:pt x="4686" y="6518"/>
                </a:lnTo>
                <a:lnTo>
                  <a:pt x="4685" y="6518"/>
                </a:lnTo>
                <a:lnTo>
                  <a:pt x="4685" y="6519"/>
                </a:lnTo>
                <a:lnTo>
                  <a:pt x="4684" y="6519"/>
                </a:lnTo>
                <a:lnTo>
                  <a:pt x="4683" y="6519"/>
                </a:lnTo>
                <a:lnTo>
                  <a:pt x="4683" y="6518"/>
                </a:lnTo>
                <a:lnTo>
                  <a:pt x="4683" y="6519"/>
                </a:lnTo>
                <a:lnTo>
                  <a:pt x="4682" y="6519"/>
                </a:lnTo>
                <a:lnTo>
                  <a:pt x="4681" y="6519"/>
                </a:lnTo>
                <a:lnTo>
                  <a:pt x="4681" y="6520"/>
                </a:lnTo>
                <a:lnTo>
                  <a:pt x="4680" y="6520"/>
                </a:lnTo>
                <a:lnTo>
                  <a:pt x="4679" y="6521"/>
                </a:lnTo>
                <a:lnTo>
                  <a:pt x="4678" y="6521"/>
                </a:lnTo>
                <a:lnTo>
                  <a:pt x="4677" y="6521"/>
                </a:lnTo>
                <a:lnTo>
                  <a:pt x="4676" y="6521"/>
                </a:lnTo>
                <a:lnTo>
                  <a:pt x="4675" y="6521"/>
                </a:lnTo>
                <a:lnTo>
                  <a:pt x="4675" y="6522"/>
                </a:lnTo>
                <a:lnTo>
                  <a:pt x="4674" y="6522"/>
                </a:lnTo>
                <a:lnTo>
                  <a:pt x="4673" y="6522"/>
                </a:lnTo>
                <a:lnTo>
                  <a:pt x="4673" y="6523"/>
                </a:lnTo>
                <a:lnTo>
                  <a:pt x="4673" y="6522"/>
                </a:lnTo>
                <a:lnTo>
                  <a:pt x="4672" y="6522"/>
                </a:lnTo>
                <a:lnTo>
                  <a:pt x="4671" y="6522"/>
                </a:lnTo>
                <a:lnTo>
                  <a:pt x="4670" y="6522"/>
                </a:lnTo>
                <a:lnTo>
                  <a:pt x="4670" y="6523"/>
                </a:lnTo>
                <a:lnTo>
                  <a:pt x="4669" y="6523"/>
                </a:lnTo>
                <a:lnTo>
                  <a:pt x="4668" y="6523"/>
                </a:lnTo>
                <a:lnTo>
                  <a:pt x="4668" y="6524"/>
                </a:lnTo>
                <a:lnTo>
                  <a:pt x="4666" y="6524"/>
                </a:lnTo>
                <a:lnTo>
                  <a:pt x="4666" y="6525"/>
                </a:lnTo>
                <a:lnTo>
                  <a:pt x="4665" y="6525"/>
                </a:lnTo>
                <a:lnTo>
                  <a:pt x="4664" y="6525"/>
                </a:lnTo>
                <a:lnTo>
                  <a:pt x="4664" y="6526"/>
                </a:lnTo>
                <a:lnTo>
                  <a:pt x="4663" y="6526"/>
                </a:lnTo>
                <a:lnTo>
                  <a:pt x="4662" y="6526"/>
                </a:lnTo>
                <a:lnTo>
                  <a:pt x="4662" y="6525"/>
                </a:lnTo>
                <a:lnTo>
                  <a:pt x="4662" y="6524"/>
                </a:lnTo>
                <a:lnTo>
                  <a:pt x="4661" y="6524"/>
                </a:lnTo>
                <a:lnTo>
                  <a:pt x="4660" y="6524"/>
                </a:lnTo>
                <a:lnTo>
                  <a:pt x="4660" y="6525"/>
                </a:lnTo>
                <a:lnTo>
                  <a:pt x="4659" y="6525"/>
                </a:lnTo>
                <a:lnTo>
                  <a:pt x="4658" y="6525"/>
                </a:lnTo>
                <a:lnTo>
                  <a:pt x="4658" y="6526"/>
                </a:lnTo>
                <a:lnTo>
                  <a:pt x="4657" y="6526"/>
                </a:lnTo>
                <a:lnTo>
                  <a:pt x="4657" y="6527"/>
                </a:lnTo>
                <a:lnTo>
                  <a:pt x="4657" y="6526"/>
                </a:lnTo>
                <a:lnTo>
                  <a:pt x="4657" y="6527"/>
                </a:lnTo>
                <a:lnTo>
                  <a:pt x="4656" y="6527"/>
                </a:lnTo>
                <a:lnTo>
                  <a:pt x="4656" y="6528"/>
                </a:lnTo>
                <a:lnTo>
                  <a:pt x="4655" y="6528"/>
                </a:lnTo>
                <a:lnTo>
                  <a:pt x="4655" y="6529"/>
                </a:lnTo>
                <a:lnTo>
                  <a:pt x="4655" y="6530"/>
                </a:lnTo>
                <a:lnTo>
                  <a:pt x="4654" y="6530"/>
                </a:lnTo>
                <a:lnTo>
                  <a:pt x="4654" y="6531"/>
                </a:lnTo>
                <a:lnTo>
                  <a:pt x="4654" y="6532"/>
                </a:lnTo>
                <a:lnTo>
                  <a:pt x="4654" y="6533"/>
                </a:lnTo>
                <a:lnTo>
                  <a:pt x="4653" y="6533"/>
                </a:lnTo>
                <a:lnTo>
                  <a:pt x="4653" y="6534"/>
                </a:lnTo>
                <a:lnTo>
                  <a:pt x="4652" y="6534"/>
                </a:lnTo>
                <a:lnTo>
                  <a:pt x="4652" y="6535"/>
                </a:lnTo>
                <a:lnTo>
                  <a:pt x="4651" y="6534"/>
                </a:lnTo>
                <a:lnTo>
                  <a:pt x="4651" y="6535"/>
                </a:lnTo>
                <a:lnTo>
                  <a:pt x="4650" y="6535"/>
                </a:lnTo>
                <a:lnTo>
                  <a:pt x="4649" y="6535"/>
                </a:lnTo>
                <a:lnTo>
                  <a:pt x="4649" y="6536"/>
                </a:lnTo>
                <a:lnTo>
                  <a:pt x="4649" y="6537"/>
                </a:lnTo>
                <a:lnTo>
                  <a:pt x="4648" y="6537"/>
                </a:lnTo>
                <a:lnTo>
                  <a:pt x="4648" y="6538"/>
                </a:lnTo>
                <a:lnTo>
                  <a:pt x="4647" y="6538"/>
                </a:lnTo>
                <a:lnTo>
                  <a:pt x="4647" y="6539"/>
                </a:lnTo>
                <a:lnTo>
                  <a:pt x="4646" y="6539"/>
                </a:lnTo>
                <a:lnTo>
                  <a:pt x="4646" y="6540"/>
                </a:lnTo>
                <a:lnTo>
                  <a:pt x="4645" y="6540"/>
                </a:lnTo>
                <a:lnTo>
                  <a:pt x="4645" y="6541"/>
                </a:lnTo>
                <a:lnTo>
                  <a:pt x="4645" y="6542"/>
                </a:lnTo>
                <a:lnTo>
                  <a:pt x="4644" y="6542"/>
                </a:lnTo>
                <a:lnTo>
                  <a:pt x="4644" y="6543"/>
                </a:lnTo>
                <a:lnTo>
                  <a:pt x="4644" y="6544"/>
                </a:lnTo>
                <a:lnTo>
                  <a:pt x="4644" y="6545"/>
                </a:lnTo>
                <a:lnTo>
                  <a:pt x="4643" y="6545"/>
                </a:lnTo>
                <a:lnTo>
                  <a:pt x="4643" y="6546"/>
                </a:lnTo>
                <a:lnTo>
                  <a:pt x="4643" y="6547"/>
                </a:lnTo>
                <a:lnTo>
                  <a:pt x="4643" y="6548"/>
                </a:lnTo>
                <a:lnTo>
                  <a:pt x="4642" y="6548"/>
                </a:lnTo>
                <a:lnTo>
                  <a:pt x="4642" y="6549"/>
                </a:lnTo>
                <a:lnTo>
                  <a:pt x="4642" y="6550"/>
                </a:lnTo>
                <a:lnTo>
                  <a:pt x="4643" y="6550"/>
                </a:lnTo>
                <a:lnTo>
                  <a:pt x="4643" y="6551"/>
                </a:lnTo>
                <a:lnTo>
                  <a:pt x="4643" y="6550"/>
                </a:lnTo>
                <a:lnTo>
                  <a:pt x="4644" y="6550"/>
                </a:lnTo>
                <a:lnTo>
                  <a:pt x="4644" y="6551"/>
                </a:lnTo>
                <a:lnTo>
                  <a:pt x="4644" y="6552"/>
                </a:lnTo>
                <a:lnTo>
                  <a:pt x="4643" y="6553"/>
                </a:lnTo>
                <a:lnTo>
                  <a:pt x="4643" y="6554"/>
                </a:lnTo>
                <a:lnTo>
                  <a:pt x="4643" y="6555"/>
                </a:lnTo>
                <a:lnTo>
                  <a:pt x="4643" y="6556"/>
                </a:lnTo>
                <a:lnTo>
                  <a:pt x="4642" y="6556"/>
                </a:lnTo>
                <a:lnTo>
                  <a:pt x="4643" y="6556"/>
                </a:lnTo>
                <a:lnTo>
                  <a:pt x="4642" y="6556"/>
                </a:lnTo>
                <a:lnTo>
                  <a:pt x="4642" y="6557"/>
                </a:lnTo>
                <a:lnTo>
                  <a:pt x="4642" y="6558"/>
                </a:lnTo>
                <a:lnTo>
                  <a:pt x="4642" y="6559"/>
                </a:lnTo>
                <a:lnTo>
                  <a:pt x="4642" y="6560"/>
                </a:lnTo>
                <a:lnTo>
                  <a:pt x="4642" y="6561"/>
                </a:lnTo>
                <a:lnTo>
                  <a:pt x="4642" y="6562"/>
                </a:lnTo>
                <a:lnTo>
                  <a:pt x="4641" y="6562"/>
                </a:lnTo>
                <a:lnTo>
                  <a:pt x="4641" y="6563"/>
                </a:lnTo>
                <a:lnTo>
                  <a:pt x="4641" y="6564"/>
                </a:lnTo>
                <a:lnTo>
                  <a:pt x="4642" y="6564"/>
                </a:lnTo>
                <a:lnTo>
                  <a:pt x="4641" y="6564"/>
                </a:lnTo>
                <a:lnTo>
                  <a:pt x="4641" y="6565"/>
                </a:lnTo>
                <a:lnTo>
                  <a:pt x="4641" y="6566"/>
                </a:lnTo>
                <a:lnTo>
                  <a:pt x="4640" y="6566"/>
                </a:lnTo>
                <a:lnTo>
                  <a:pt x="4640" y="6567"/>
                </a:lnTo>
                <a:lnTo>
                  <a:pt x="4640" y="6568"/>
                </a:lnTo>
                <a:lnTo>
                  <a:pt x="4639" y="6568"/>
                </a:lnTo>
                <a:lnTo>
                  <a:pt x="4639" y="6569"/>
                </a:lnTo>
                <a:lnTo>
                  <a:pt x="4639" y="6570"/>
                </a:lnTo>
                <a:lnTo>
                  <a:pt x="4639" y="6571"/>
                </a:lnTo>
                <a:lnTo>
                  <a:pt x="4639" y="6572"/>
                </a:lnTo>
                <a:lnTo>
                  <a:pt x="4639" y="6571"/>
                </a:lnTo>
                <a:lnTo>
                  <a:pt x="4638" y="6571"/>
                </a:lnTo>
                <a:lnTo>
                  <a:pt x="4638" y="6572"/>
                </a:lnTo>
                <a:lnTo>
                  <a:pt x="4637" y="6572"/>
                </a:lnTo>
                <a:lnTo>
                  <a:pt x="4638" y="6572"/>
                </a:lnTo>
                <a:lnTo>
                  <a:pt x="4638" y="6573"/>
                </a:lnTo>
                <a:lnTo>
                  <a:pt x="4639" y="6573"/>
                </a:lnTo>
                <a:lnTo>
                  <a:pt x="4639" y="6574"/>
                </a:lnTo>
                <a:lnTo>
                  <a:pt x="4639" y="6575"/>
                </a:lnTo>
                <a:lnTo>
                  <a:pt x="4638" y="6574"/>
                </a:lnTo>
                <a:lnTo>
                  <a:pt x="4638" y="6575"/>
                </a:lnTo>
                <a:lnTo>
                  <a:pt x="4639" y="6575"/>
                </a:lnTo>
                <a:lnTo>
                  <a:pt x="4639" y="6576"/>
                </a:lnTo>
                <a:lnTo>
                  <a:pt x="4638" y="6576"/>
                </a:lnTo>
                <a:lnTo>
                  <a:pt x="4639" y="6576"/>
                </a:lnTo>
                <a:lnTo>
                  <a:pt x="4639" y="6577"/>
                </a:lnTo>
                <a:lnTo>
                  <a:pt x="4639" y="6578"/>
                </a:lnTo>
                <a:lnTo>
                  <a:pt x="4639" y="6579"/>
                </a:lnTo>
                <a:lnTo>
                  <a:pt x="4639" y="6578"/>
                </a:lnTo>
                <a:lnTo>
                  <a:pt x="4638" y="6578"/>
                </a:lnTo>
                <a:lnTo>
                  <a:pt x="4638" y="6579"/>
                </a:lnTo>
                <a:lnTo>
                  <a:pt x="4637" y="6579"/>
                </a:lnTo>
                <a:lnTo>
                  <a:pt x="4637" y="6580"/>
                </a:lnTo>
                <a:lnTo>
                  <a:pt x="4638" y="6580"/>
                </a:lnTo>
                <a:lnTo>
                  <a:pt x="4638" y="6582"/>
                </a:lnTo>
                <a:lnTo>
                  <a:pt x="4639" y="6582"/>
                </a:lnTo>
                <a:lnTo>
                  <a:pt x="4639" y="6583"/>
                </a:lnTo>
                <a:lnTo>
                  <a:pt x="4638" y="6583"/>
                </a:lnTo>
                <a:lnTo>
                  <a:pt x="4637" y="6583"/>
                </a:lnTo>
                <a:lnTo>
                  <a:pt x="4637" y="6584"/>
                </a:lnTo>
                <a:lnTo>
                  <a:pt x="4636" y="6583"/>
                </a:lnTo>
                <a:lnTo>
                  <a:pt x="4635" y="6583"/>
                </a:lnTo>
                <a:lnTo>
                  <a:pt x="4634" y="6583"/>
                </a:lnTo>
                <a:lnTo>
                  <a:pt x="4634" y="6584"/>
                </a:lnTo>
                <a:lnTo>
                  <a:pt x="4633" y="6584"/>
                </a:lnTo>
                <a:lnTo>
                  <a:pt x="4633" y="6585"/>
                </a:lnTo>
                <a:lnTo>
                  <a:pt x="4632" y="6585"/>
                </a:lnTo>
                <a:lnTo>
                  <a:pt x="4632" y="6586"/>
                </a:lnTo>
                <a:lnTo>
                  <a:pt x="4631" y="6586"/>
                </a:lnTo>
                <a:lnTo>
                  <a:pt x="4631" y="6585"/>
                </a:lnTo>
                <a:lnTo>
                  <a:pt x="4630" y="6585"/>
                </a:lnTo>
                <a:lnTo>
                  <a:pt x="4629" y="6585"/>
                </a:lnTo>
                <a:lnTo>
                  <a:pt x="4629" y="6586"/>
                </a:lnTo>
                <a:lnTo>
                  <a:pt x="4628" y="6586"/>
                </a:lnTo>
                <a:lnTo>
                  <a:pt x="4628" y="6585"/>
                </a:lnTo>
                <a:lnTo>
                  <a:pt x="4627" y="6585"/>
                </a:lnTo>
                <a:lnTo>
                  <a:pt x="4627" y="6584"/>
                </a:lnTo>
                <a:lnTo>
                  <a:pt x="4627" y="6583"/>
                </a:lnTo>
                <a:lnTo>
                  <a:pt x="4626" y="6583"/>
                </a:lnTo>
                <a:lnTo>
                  <a:pt x="4626" y="6582"/>
                </a:lnTo>
                <a:lnTo>
                  <a:pt x="4625" y="6582"/>
                </a:lnTo>
                <a:lnTo>
                  <a:pt x="4624" y="6582"/>
                </a:lnTo>
                <a:lnTo>
                  <a:pt x="4623" y="6582"/>
                </a:lnTo>
                <a:lnTo>
                  <a:pt x="4623" y="6581"/>
                </a:lnTo>
                <a:lnTo>
                  <a:pt x="4623" y="6580"/>
                </a:lnTo>
                <a:lnTo>
                  <a:pt x="4623" y="6579"/>
                </a:lnTo>
                <a:lnTo>
                  <a:pt x="4622" y="6579"/>
                </a:lnTo>
                <a:lnTo>
                  <a:pt x="4621" y="6580"/>
                </a:lnTo>
                <a:lnTo>
                  <a:pt x="4620" y="6580"/>
                </a:lnTo>
                <a:lnTo>
                  <a:pt x="4620" y="6579"/>
                </a:lnTo>
                <a:lnTo>
                  <a:pt x="4620" y="6578"/>
                </a:lnTo>
                <a:lnTo>
                  <a:pt x="4619" y="6577"/>
                </a:lnTo>
                <a:lnTo>
                  <a:pt x="4618" y="6576"/>
                </a:lnTo>
                <a:lnTo>
                  <a:pt x="4617" y="6575"/>
                </a:lnTo>
                <a:lnTo>
                  <a:pt x="4616" y="6574"/>
                </a:lnTo>
                <a:lnTo>
                  <a:pt x="4615" y="6573"/>
                </a:lnTo>
                <a:lnTo>
                  <a:pt x="4614" y="6573"/>
                </a:lnTo>
                <a:lnTo>
                  <a:pt x="4614" y="6574"/>
                </a:lnTo>
                <a:lnTo>
                  <a:pt x="4613" y="6574"/>
                </a:lnTo>
                <a:lnTo>
                  <a:pt x="4612" y="6573"/>
                </a:lnTo>
                <a:lnTo>
                  <a:pt x="4612" y="6572"/>
                </a:lnTo>
                <a:lnTo>
                  <a:pt x="4611" y="6572"/>
                </a:lnTo>
                <a:lnTo>
                  <a:pt x="4611" y="6571"/>
                </a:lnTo>
                <a:lnTo>
                  <a:pt x="4611" y="6570"/>
                </a:lnTo>
                <a:lnTo>
                  <a:pt x="4610" y="6570"/>
                </a:lnTo>
                <a:lnTo>
                  <a:pt x="4610" y="6569"/>
                </a:lnTo>
                <a:lnTo>
                  <a:pt x="4609" y="6569"/>
                </a:lnTo>
                <a:lnTo>
                  <a:pt x="4608" y="6569"/>
                </a:lnTo>
                <a:lnTo>
                  <a:pt x="4608" y="6568"/>
                </a:lnTo>
                <a:lnTo>
                  <a:pt x="4607" y="6568"/>
                </a:lnTo>
                <a:lnTo>
                  <a:pt x="4607" y="6567"/>
                </a:lnTo>
                <a:lnTo>
                  <a:pt x="4606" y="6566"/>
                </a:lnTo>
                <a:lnTo>
                  <a:pt x="4605" y="6565"/>
                </a:lnTo>
                <a:lnTo>
                  <a:pt x="4605" y="6564"/>
                </a:lnTo>
                <a:lnTo>
                  <a:pt x="4604" y="6564"/>
                </a:lnTo>
                <a:lnTo>
                  <a:pt x="4603" y="6564"/>
                </a:lnTo>
                <a:lnTo>
                  <a:pt x="4603" y="6563"/>
                </a:lnTo>
                <a:lnTo>
                  <a:pt x="4602" y="6563"/>
                </a:lnTo>
                <a:lnTo>
                  <a:pt x="4602" y="6562"/>
                </a:lnTo>
                <a:lnTo>
                  <a:pt x="4602" y="6561"/>
                </a:lnTo>
                <a:lnTo>
                  <a:pt x="4602" y="6560"/>
                </a:lnTo>
                <a:lnTo>
                  <a:pt x="4601" y="6560"/>
                </a:lnTo>
                <a:lnTo>
                  <a:pt x="4601" y="6559"/>
                </a:lnTo>
                <a:lnTo>
                  <a:pt x="4601" y="6558"/>
                </a:lnTo>
                <a:lnTo>
                  <a:pt x="4600" y="6558"/>
                </a:lnTo>
                <a:lnTo>
                  <a:pt x="4599" y="6557"/>
                </a:lnTo>
                <a:lnTo>
                  <a:pt x="4599" y="6556"/>
                </a:lnTo>
                <a:lnTo>
                  <a:pt x="4598" y="6556"/>
                </a:lnTo>
                <a:lnTo>
                  <a:pt x="4598" y="6555"/>
                </a:lnTo>
                <a:lnTo>
                  <a:pt x="4598" y="6554"/>
                </a:lnTo>
                <a:lnTo>
                  <a:pt x="4597" y="6554"/>
                </a:lnTo>
                <a:lnTo>
                  <a:pt x="4596" y="6554"/>
                </a:lnTo>
                <a:lnTo>
                  <a:pt x="4596" y="6553"/>
                </a:lnTo>
                <a:lnTo>
                  <a:pt x="4595" y="6552"/>
                </a:lnTo>
                <a:lnTo>
                  <a:pt x="4595" y="6551"/>
                </a:lnTo>
                <a:lnTo>
                  <a:pt x="4594" y="6551"/>
                </a:lnTo>
                <a:lnTo>
                  <a:pt x="4594" y="6550"/>
                </a:lnTo>
                <a:lnTo>
                  <a:pt x="4593" y="6550"/>
                </a:lnTo>
                <a:lnTo>
                  <a:pt x="4593" y="6549"/>
                </a:lnTo>
                <a:lnTo>
                  <a:pt x="4592" y="6549"/>
                </a:lnTo>
                <a:lnTo>
                  <a:pt x="4592" y="6548"/>
                </a:lnTo>
                <a:lnTo>
                  <a:pt x="4591" y="6548"/>
                </a:lnTo>
                <a:lnTo>
                  <a:pt x="4591" y="6549"/>
                </a:lnTo>
                <a:lnTo>
                  <a:pt x="4590" y="6549"/>
                </a:lnTo>
                <a:lnTo>
                  <a:pt x="4589" y="6549"/>
                </a:lnTo>
                <a:lnTo>
                  <a:pt x="4589" y="6548"/>
                </a:lnTo>
                <a:lnTo>
                  <a:pt x="4589" y="6547"/>
                </a:lnTo>
                <a:lnTo>
                  <a:pt x="4588" y="6547"/>
                </a:lnTo>
                <a:lnTo>
                  <a:pt x="4588" y="6546"/>
                </a:lnTo>
                <a:lnTo>
                  <a:pt x="4587" y="6546"/>
                </a:lnTo>
                <a:lnTo>
                  <a:pt x="4587" y="6545"/>
                </a:lnTo>
                <a:lnTo>
                  <a:pt x="4587" y="6544"/>
                </a:lnTo>
                <a:lnTo>
                  <a:pt x="4586" y="6544"/>
                </a:lnTo>
                <a:lnTo>
                  <a:pt x="4586" y="6543"/>
                </a:lnTo>
                <a:lnTo>
                  <a:pt x="4585" y="6543"/>
                </a:lnTo>
                <a:lnTo>
                  <a:pt x="4585" y="6542"/>
                </a:lnTo>
                <a:lnTo>
                  <a:pt x="4585" y="6541"/>
                </a:lnTo>
                <a:lnTo>
                  <a:pt x="4584" y="6541"/>
                </a:lnTo>
                <a:lnTo>
                  <a:pt x="4584" y="6540"/>
                </a:lnTo>
                <a:lnTo>
                  <a:pt x="4583" y="6540"/>
                </a:lnTo>
                <a:lnTo>
                  <a:pt x="4583" y="6539"/>
                </a:lnTo>
                <a:lnTo>
                  <a:pt x="4582" y="6539"/>
                </a:lnTo>
                <a:lnTo>
                  <a:pt x="4581" y="6538"/>
                </a:lnTo>
                <a:lnTo>
                  <a:pt x="4580" y="6537"/>
                </a:lnTo>
                <a:lnTo>
                  <a:pt x="4579" y="6537"/>
                </a:lnTo>
                <a:lnTo>
                  <a:pt x="4578" y="6536"/>
                </a:lnTo>
                <a:lnTo>
                  <a:pt x="4577" y="6536"/>
                </a:lnTo>
                <a:lnTo>
                  <a:pt x="4577" y="6535"/>
                </a:lnTo>
                <a:lnTo>
                  <a:pt x="4576" y="6535"/>
                </a:lnTo>
                <a:lnTo>
                  <a:pt x="4576" y="6534"/>
                </a:lnTo>
                <a:lnTo>
                  <a:pt x="4576" y="6533"/>
                </a:lnTo>
                <a:lnTo>
                  <a:pt x="4575" y="6533"/>
                </a:lnTo>
                <a:lnTo>
                  <a:pt x="4574" y="6533"/>
                </a:lnTo>
                <a:lnTo>
                  <a:pt x="4574" y="6532"/>
                </a:lnTo>
                <a:lnTo>
                  <a:pt x="4573" y="6532"/>
                </a:lnTo>
                <a:lnTo>
                  <a:pt x="4573" y="6531"/>
                </a:lnTo>
                <a:lnTo>
                  <a:pt x="4573" y="6530"/>
                </a:lnTo>
                <a:lnTo>
                  <a:pt x="4573" y="6529"/>
                </a:lnTo>
                <a:lnTo>
                  <a:pt x="4572" y="6528"/>
                </a:lnTo>
                <a:lnTo>
                  <a:pt x="4571" y="6528"/>
                </a:lnTo>
                <a:lnTo>
                  <a:pt x="4570" y="6528"/>
                </a:lnTo>
                <a:lnTo>
                  <a:pt x="4570" y="6527"/>
                </a:lnTo>
                <a:lnTo>
                  <a:pt x="4569" y="6527"/>
                </a:lnTo>
                <a:lnTo>
                  <a:pt x="4569" y="6526"/>
                </a:lnTo>
                <a:lnTo>
                  <a:pt x="4568" y="6526"/>
                </a:lnTo>
                <a:lnTo>
                  <a:pt x="4568" y="6527"/>
                </a:lnTo>
                <a:lnTo>
                  <a:pt x="4568" y="6528"/>
                </a:lnTo>
                <a:lnTo>
                  <a:pt x="4567" y="6528"/>
                </a:lnTo>
                <a:lnTo>
                  <a:pt x="4568" y="6528"/>
                </a:lnTo>
                <a:lnTo>
                  <a:pt x="4568" y="6529"/>
                </a:lnTo>
                <a:lnTo>
                  <a:pt x="4567" y="6528"/>
                </a:lnTo>
                <a:lnTo>
                  <a:pt x="4566" y="6528"/>
                </a:lnTo>
                <a:lnTo>
                  <a:pt x="4565" y="6529"/>
                </a:lnTo>
                <a:lnTo>
                  <a:pt x="4564" y="6529"/>
                </a:lnTo>
                <a:lnTo>
                  <a:pt x="4564" y="6530"/>
                </a:lnTo>
                <a:lnTo>
                  <a:pt x="4564" y="6531"/>
                </a:lnTo>
                <a:lnTo>
                  <a:pt x="4565" y="6531"/>
                </a:lnTo>
                <a:lnTo>
                  <a:pt x="4564" y="6531"/>
                </a:lnTo>
                <a:lnTo>
                  <a:pt x="4564" y="6532"/>
                </a:lnTo>
                <a:lnTo>
                  <a:pt x="4563" y="6532"/>
                </a:lnTo>
                <a:lnTo>
                  <a:pt x="4563" y="6533"/>
                </a:lnTo>
                <a:lnTo>
                  <a:pt x="4562" y="6533"/>
                </a:lnTo>
                <a:lnTo>
                  <a:pt x="4562" y="6534"/>
                </a:lnTo>
                <a:lnTo>
                  <a:pt x="4563" y="6534"/>
                </a:lnTo>
                <a:lnTo>
                  <a:pt x="4563" y="6535"/>
                </a:lnTo>
                <a:lnTo>
                  <a:pt x="4562" y="6535"/>
                </a:lnTo>
                <a:lnTo>
                  <a:pt x="4562" y="6536"/>
                </a:lnTo>
                <a:lnTo>
                  <a:pt x="4561" y="6536"/>
                </a:lnTo>
                <a:lnTo>
                  <a:pt x="4560" y="6536"/>
                </a:lnTo>
                <a:lnTo>
                  <a:pt x="4560" y="6537"/>
                </a:lnTo>
                <a:lnTo>
                  <a:pt x="4560" y="6538"/>
                </a:lnTo>
                <a:lnTo>
                  <a:pt x="4559" y="6538"/>
                </a:lnTo>
                <a:lnTo>
                  <a:pt x="4559" y="6539"/>
                </a:lnTo>
                <a:lnTo>
                  <a:pt x="4558" y="6539"/>
                </a:lnTo>
                <a:lnTo>
                  <a:pt x="4557" y="6539"/>
                </a:lnTo>
                <a:lnTo>
                  <a:pt x="4557" y="6540"/>
                </a:lnTo>
                <a:lnTo>
                  <a:pt x="4557" y="6541"/>
                </a:lnTo>
                <a:lnTo>
                  <a:pt x="4556" y="6541"/>
                </a:lnTo>
                <a:lnTo>
                  <a:pt x="4556" y="6542"/>
                </a:lnTo>
                <a:lnTo>
                  <a:pt x="4555" y="6543"/>
                </a:lnTo>
                <a:lnTo>
                  <a:pt x="4555" y="6544"/>
                </a:lnTo>
                <a:lnTo>
                  <a:pt x="4554" y="6544"/>
                </a:lnTo>
                <a:lnTo>
                  <a:pt x="4554" y="6545"/>
                </a:lnTo>
                <a:lnTo>
                  <a:pt x="4554" y="6546"/>
                </a:lnTo>
                <a:lnTo>
                  <a:pt x="4553" y="6546"/>
                </a:lnTo>
                <a:lnTo>
                  <a:pt x="4553" y="6547"/>
                </a:lnTo>
                <a:lnTo>
                  <a:pt x="4554" y="6547"/>
                </a:lnTo>
                <a:lnTo>
                  <a:pt x="4554" y="6548"/>
                </a:lnTo>
                <a:lnTo>
                  <a:pt x="4554" y="6549"/>
                </a:lnTo>
                <a:lnTo>
                  <a:pt x="4554" y="6550"/>
                </a:lnTo>
                <a:lnTo>
                  <a:pt x="4555" y="6550"/>
                </a:lnTo>
                <a:lnTo>
                  <a:pt x="4555" y="6551"/>
                </a:lnTo>
                <a:lnTo>
                  <a:pt x="4556" y="6551"/>
                </a:lnTo>
                <a:lnTo>
                  <a:pt x="4556" y="6552"/>
                </a:lnTo>
                <a:lnTo>
                  <a:pt x="4556" y="6553"/>
                </a:lnTo>
                <a:lnTo>
                  <a:pt x="4557" y="6553"/>
                </a:lnTo>
                <a:lnTo>
                  <a:pt x="4556" y="6554"/>
                </a:lnTo>
                <a:lnTo>
                  <a:pt x="4556" y="6555"/>
                </a:lnTo>
                <a:lnTo>
                  <a:pt x="4556" y="6556"/>
                </a:lnTo>
                <a:lnTo>
                  <a:pt x="4555" y="6556"/>
                </a:lnTo>
                <a:lnTo>
                  <a:pt x="4555" y="6557"/>
                </a:lnTo>
                <a:lnTo>
                  <a:pt x="4555" y="6558"/>
                </a:lnTo>
                <a:lnTo>
                  <a:pt x="4554" y="6558"/>
                </a:lnTo>
                <a:lnTo>
                  <a:pt x="4553" y="6558"/>
                </a:lnTo>
                <a:lnTo>
                  <a:pt x="4552" y="6558"/>
                </a:lnTo>
                <a:lnTo>
                  <a:pt x="4552" y="6559"/>
                </a:lnTo>
                <a:lnTo>
                  <a:pt x="4551" y="6559"/>
                </a:lnTo>
                <a:lnTo>
                  <a:pt x="4551" y="6560"/>
                </a:lnTo>
                <a:lnTo>
                  <a:pt x="4551" y="6561"/>
                </a:lnTo>
                <a:lnTo>
                  <a:pt x="4550" y="6562"/>
                </a:lnTo>
                <a:lnTo>
                  <a:pt x="4550" y="6563"/>
                </a:lnTo>
                <a:lnTo>
                  <a:pt x="4550" y="6564"/>
                </a:lnTo>
                <a:lnTo>
                  <a:pt x="4549" y="6564"/>
                </a:lnTo>
                <a:lnTo>
                  <a:pt x="4549" y="6565"/>
                </a:lnTo>
                <a:lnTo>
                  <a:pt x="4548" y="6565"/>
                </a:lnTo>
                <a:lnTo>
                  <a:pt x="4548" y="6566"/>
                </a:lnTo>
                <a:lnTo>
                  <a:pt x="4547" y="6566"/>
                </a:lnTo>
                <a:lnTo>
                  <a:pt x="4547" y="6567"/>
                </a:lnTo>
                <a:lnTo>
                  <a:pt x="4546" y="6567"/>
                </a:lnTo>
                <a:lnTo>
                  <a:pt x="4545" y="6566"/>
                </a:lnTo>
                <a:lnTo>
                  <a:pt x="4544" y="6566"/>
                </a:lnTo>
                <a:lnTo>
                  <a:pt x="4543" y="6566"/>
                </a:lnTo>
                <a:lnTo>
                  <a:pt x="4543" y="6565"/>
                </a:lnTo>
                <a:lnTo>
                  <a:pt x="4542" y="6565"/>
                </a:lnTo>
                <a:lnTo>
                  <a:pt x="4542" y="6564"/>
                </a:lnTo>
                <a:lnTo>
                  <a:pt x="4543" y="6564"/>
                </a:lnTo>
                <a:lnTo>
                  <a:pt x="4542" y="6563"/>
                </a:lnTo>
                <a:lnTo>
                  <a:pt x="4541" y="6563"/>
                </a:lnTo>
                <a:lnTo>
                  <a:pt x="4541" y="6562"/>
                </a:lnTo>
                <a:lnTo>
                  <a:pt x="4540" y="6562"/>
                </a:lnTo>
                <a:lnTo>
                  <a:pt x="4539" y="6562"/>
                </a:lnTo>
                <a:lnTo>
                  <a:pt x="4539" y="6561"/>
                </a:lnTo>
                <a:lnTo>
                  <a:pt x="4538" y="6561"/>
                </a:lnTo>
                <a:lnTo>
                  <a:pt x="4539" y="6561"/>
                </a:lnTo>
                <a:lnTo>
                  <a:pt x="4539" y="6560"/>
                </a:lnTo>
                <a:lnTo>
                  <a:pt x="4538" y="6560"/>
                </a:lnTo>
                <a:lnTo>
                  <a:pt x="4537" y="6560"/>
                </a:lnTo>
                <a:lnTo>
                  <a:pt x="4537" y="6559"/>
                </a:lnTo>
                <a:lnTo>
                  <a:pt x="4537" y="6558"/>
                </a:lnTo>
                <a:lnTo>
                  <a:pt x="4537" y="6557"/>
                </a:lnTo>
                <a:lnTo>
                  <a:pt x="4536" y="6557"/>
                </a:lnTo>
                <a:lnTo>
                  <a:pt x="4535" y="6557"/>
                </a:lnTo>
                <a:lnTo>
                  <a:pt x="4535" y="6556"/>
                </a:lnTo>
                <a:lnTo>
                  <a:pt x="4534" y="6556"/>
                </a:lnTo>
                <a:lnTo>
                  <a:pt x="4535" y="6556"/>
                </a:lnTo>
                <a:lnTo>
                  <a:pt x="4535" y="6555"/>
                </a:lnTo>
                <a:lnTo>
                  <a:pt x="4534" y="6555"/>
                </a:lnTo>
                <a:lnTo>
                  <a:pt x="4534" y="6554"/>
                </a:lnTo>
                <a:lnTo>
                  <a:pt x="4533" y="6554"/>
                </a:lnTo>
                <a:lnTo>
                  <a:pt x="4533" y="6553"/>
                </a:lnTo>
                <a:lnTo>
                  <a:pt x="4533" y="6552"/>
                </a:lnTo>
                <a:lnTo>
                  <a:pt x="4533" y="6551"/>
                </a:lnTo>
                <a:lnTo>
                  <a:pt x="4534" y="6550"/>
                </a:lnTo>
                <a:lnTo>
                  <a:pt x="4533" y="6550"/>
                </a:lnTo>
                <a:lnTo>
                  <a:pt x="4533" y="6549"/>
                </a:lnTo>
                <a:lnTo>
                  <a:pt x="4532" y="6549"/>
                </a:lnTo>
                <a:lnTo>
                  <a:pt x="4532" y="6548"/>
                </a:lnTo>
                <a:lnTo>
                  <a:pt x="4532" y="6547"/>
                </a:lnTo>
                <a:lnTo>
                  <a:pt x="4531" y="6547"/>
                </a:lnTo>
                <a:lnTo>
                  <a:pt x="4530" y="6547"/>
                </a:lnTo>
                <a:lnTo>
                  <a:pt x="4530" y="6546"/>
                </a:lnTo>
                <a:lnTo>
                  <a:pt x="4529" y="6546"/>
                </a:lnTo>
                <a:lnTo>
                  <a:pt x="4529" y="6545"/>
                </a:lnTo>
                <a:lnTo>
                  <a:pt x="4529" y="6544"/>
                </a:lnTo>
                <a:lnTo>
                  <a:pt x="4529" y="6543"/>
                </a:lnTo>
                <a:lnTo>
                  <a:pt x="4528" y="6543"/>
                </a:lnTo>
                <a:lnTo>
                  <a:pt x="4528" y="6542"/>
                </a:lnTo>
                <a:lnTo>
                  <a:pt x="4528" y="6541"/>
                </a:lnTo>
                <a:lnTo>
                  <a:pt x="4528" y="6540"/>
                </a:lnTo>
                <a:lnTo>
                  <a:pt x="4528" y="6539"/>
                </a:lnTo>
                <a:lnTo>
                  <a:pt x="4528" y="6538"/>
                </a:lnTo>
                <a:lnTo>
                  <a:pt x="4529" y="6538"/>
                </a:lnTo>
                <a:lnTo>
                  <a:pt x="4530" y="6537"/>
                </a:lnTo>
                <a:lnTo>
                  <a:pt x="4531" y="6537"/>
                </a:lnTo>
                <a:lnTo>
                  <a:pt x="4531" y="6536"/>
                </a:lnTo>
                <a:lnTo>
                  <a:pt x="4530" y="6536"/>
                </a:lnTo>
                <a:lnTo>
                  <a:pt x="4530" y="6535"/>
                </a:lnTo>
                <a:lnTo>
                  <a:pt x="4529" y="6535"/>
                </a:lnTo>
                <a:lnTo>
                  <a:pt x="4529" y="6534"/>
                </a:lnTo>
                <a:lnTo>
                  <a:pt x="4529" y="6533"/>
                </a:lnTo>
                <a:lnTo>
                  <a:pt x="4528" y="6533"/>
                </a:lnTo>
                <a:lnTo>
                  <a:pt x="4527" y="6533"/>
                </a:lnTo>
                <a:lnTo>
                  <a:pt x="4526" y="6533"/>
                </a:lnTo>
                <a:lnTo>
                  <a:pt x="4526" y="6532"/>
                </a:lnTo>
                <a:lnTo>
                  <a:pt x="4526" y="6531"/>
                </a:lnTo>
                <a:lnTo>
                  <a:pt x="4525" y="6531"/>
                </a:lnTo>
                <a:lnTo>
                  <a:pt x="4525" y="6530"/>
                </a:lnTo>
                <a:lnTo>
                  <a:pt x="4524" y="6530"/>
                </a:lnTo>
                <a:lnTo>
                  <a:pt x="4523" y="6530"/>
                </a:lnTo>
                <a:lnTo>
                  <a:pt x="4523" y="6529"/>
                </a:lnTo>
                <a:lnTo>
                  <a:pt x="4522" y="6529"/>
                </a:lnTo>
                <a:lnTo>
                  <a:pt x="4521" y="6529"/>
                </a:lnTo>
                <a:lnTo>
                  <a:pt x="4521" y="6528"/>
                </a:lnTo>
                <a:lnTo>
                  <a:pt x="4520" y="6528"/>
                </a:lnTo>
                <a:lnTo>
                  <a:pt x="4520" y="6527"/>
                </a:lnTo>
                <a:lnTo>
                  <a:pt x="4519" y="6527"/>
                </a:lnTo>
                <a:lnTo>
                  <a:pt x="4519" y="6526"/>
                </a:lnTo>
                <a:lnTo>
                  <a:pt x="4518" y="6526"/>
                </a:lnTo>
                <a:lnTo>
                  <a:pt x="4518" y="6525"/>
                </a:lnTo>
                <a:lnTo>
                  <a:pt x="4517" y="6525"/>
                </a:lnTo>
                <a:lnTo>
                  <a:pt x="4515" y="6525"/>
                </a:lnTo>
                <a:lnTo>
                  <a:pt x="4515" y="6524"/>
                </a:lnTo>
                <a:lnTo>
                  <a:pt x="4514" y="6524"/>
                </a:lnTo>
                <a:lnTo>
                  <a:pt x="4513" y="6524"/>
                </a:lnTo>
                <a:lnTo>
                  <a:pt x="4512" y="6524"/>
                </a:lnTo>
                <a:lnTo>
                  <a:pt x="4511" y="6524"/>
                </a:lnTo>
                <a:lnTo>
                  <a:pt x="4510" y="6524"/>
                </a:lnTo>
                <a:lnTo>
                  <a:pt x="4510" y="6523"/>
                </a:lnTo>
                <a:lnTo>
                  <a:pt x="4509" y="6523"/>
                </a:lnTo>
                <a:lnTo>
                  <a:pt x="4508" y="6523"/>
                </a:lnTo>
                <a:lnTo>
                  <a:pt x="4508" y="6524"/>
                </a:lnTo>
                <a:lnTo>
                  <a:pt x="4507" y="6524"/>
                </a:lnTo>
                <a:lnTo>
                  <a:pt x="4507" y="6525"/>
                </a:lnTo>
                <a:lnTo>
                  <a:pt x="4507" y="6526"/>
                </a:lnTo>
                <a:lnTo>
                  <a:pt x="4507" y="6527"/>
                </a:lnTo>
                <a:lnTo>
                  <a:pt x="4507" y="6528"/>
                </a:lnTo>
                <a:lnTo>
                  <a:pt x="4508" y="6528"/>
                </a:lnTo>
                <a:lnTo>
                  <a:pt x="4507" y="6528"/>
                </a:lnTo>
                <a:lnTo>
                  <a:pt x="4507" y="6529"/>
                </a:lnTo>
                <a:lnTo>
                  <a:pt x="4508" y="6529"/>
                </a:lnTo>
                <a:lnTo>
                  <a:pt x="4507" y="6529"/>
                </a:lnTo>
                <a:lnTo>
                  <a:pt x="4507" y="6530"/>
                </a:lnTo>
                <a:lnTo>
                  <a:pt x="4506" y="6530"/>
                </a:lnTo>
                <a:lnTo>
                  <a:pt x="4506" y="6529"/>
                </a:lnTo>
                <a:lnTo>
                  <a:pt x="4506" y="6530"/>
                </a:lnTo>
                <a:lnTo>
                  <a:pt x="4506" y="6531"/>
                </a:lnTo>
                <a:lnTo>
                  <a:pt x="4505" y="6531"/>
                </a:lnTo>
                <a:lnTo>
                  <a:pt x="4505" y="6532"/>
                </a:lnTo>
                <a:lnTo>
                  <a:pt x="4506" y="6532"/>
                </a:lnTo>
                <a:lnTo>
                  <a:pt x="4505" y="6532"/>
                </a:lnTo>
                <a:lnTo>
                  <a:pt x="4505" y="6533"/>
                </a:lnTo>
                <a:lnTo>
                  <a:pt x="4504" y="6533"/>
                </a:lnTo>
                <a:lnTo>
                  <a:pt x="4504" y="6534"/>
                </a:lnTo>
                <a:lnTo>
                  <a:pt x="4504" y="6535"/>
                </a:lnTo>
                <a:lnTo>
                  <a:pt x="4503" y="6535"/>
                </a:lnTo>
                <a:lnTo>
                  <a:pt x="4503" y="6536"/>
                </a:lnTo>
                <a:lnTo>
                  <a:pt x="4502" y="6536"/>
                </a:lnTo>
                <a:lnTo>
                  <a:pt x="4502" y="6537"/>
                </a:lnTo>
                <a:lnTo>
                  <a:pt x="4501" y="6537"/>
                </a:lnTo>
                <a:lnTo>
                  <a:pt x="4501" y="6538"/>
                </a:lnTo>
                <a:lnTo>
                  <a:pt x="4501" y="6539"/>
                </a:lnTo>
                <a:lnTo>
                  <a:pt x="4501" y="6540"/>
                </a:lnTo>
                <a:lnTo>
                  <a:pt x="4501" y="6541"/>
                </a:lnTo>
                <a:lnTo>
                  <a:pt x="4501" y="6542"/>
                </a:lnTo>
                <a:lnTo>
                  <a:pt x="4501" y="6543"/>
                </a:lnTo>
                <a:lnTo>
                  <a:pt x="4501" y="6544"/>
                </a:lnTo>
                <a:lnTo>
                  <a:pt x="4500" y="6544"/>
                </a:lnTo>
                <a:lnTo>
                  <a:pt x="4500" y="6545"/>
                </a:lnTo>
                <a:lnTo>
                  <a:pt x="4500" y="6546"/>
                </a:lnTo>
                <a:lnTo>
                  <a:pt x="4500" y="6547"/>
                </a:lnTo>
                <a:lnTo>
                  <a:pt x="4500" y="6548"/>
                </a:lnTo>
                <a:lnTo>
                  <a:pt x="4500" y="6549"/>
                </a:lnTo>
                <a:lnTo>
                  <a:pt x="4499" y="6549"/>
                </a:lnTo>
                <a:lnTo>
                  <a:pt x="4499" y="6550"/>
                </a:lnTo>
                <a:lnTo>
                  <a:pt x="4498" y="6550"/>
                </a:lnTo>
                <a:lnTo>
                  <a:pt x="4497" y="6550"/>
                </a:lnTo>
                <a:lnTo>
                  <a:pt x="4496" y="6550"/>
                </a:lnTo>
                <a:lnTo>
                  <a:pt x="4496" y="6551"/>
                </a:lnTo>
                <a:lnTo>
                  <a:pt x="4495" y="6551"/>
                </a:lnTo>
                <a:lnTo>
                  <a:pt x="4495" y="6550"/>
                </a:lnTo>
                <a:lnTo>
                  <a:pt x="4494" y="6550"/>
                </a:lnTo>
                <a:lnTo>
                  <a:pt x="4494" y="6551"/>
                </a:lnTo>
                <a:lnTo>
                  <a:pt x="4493" y="6551"/>
                </a:lnTo>
                <a:lnTo>
                  <a:pt x="4493" y="6552"/>
                </a:lnTo>
                <a:lnTo>
                  <a:pt x="4492" y="6552"/>
                </a:lnTo>
                <a:lnTo>
                  <a:pt x="4492" y="6553"/>
                </a:lnTo>
                <a:lnTo>
                  <a:pt x="4491" y="6553"/>
                </a:lnTo>
                <a:lnTo>
                  <a:pt x="4490" y="6553"/>
                </a:lnTo>
                <a:lnTo>
                  <a:pt x="4490" y="6554"/>
                </a:lnTo>
                <a:lnTo>
                  <a:pt x="4490" y="6555"/>
                </a:lnTo>
                <a:lnTo>
                  <a:pt x="4489" y="6555"/>
                </a:lnTo>
                <a:lnTo>
                  <a:pt x="4489" y="6556"/>
                </a:lnTo>
                <a:lnTo>
                  <a:pt x="4489" y="6555"/>
                </a:lnTo>
                <a:lnTo>
                  <a:pt x="4489" y="6556"/>
                </a:lnTo>
                <a:lnTo>
                  <a:pt x="4488" y="6556"/>
                </a:lnTo>
                <a:lnTo>
                  <a:pt x="4487" y="6556"/>
                </a:lnTo>
                <a:lnTo>
                  <a:pt x="4487" y="6555"/>
                </a:lnTo>
                <a:lnTo>
                  <a:pt x="4486" y="6556"/>
                </a:lnTo>
                <a:lnTo>
                  <a:pt x="4485" y="6556"/>
                </a:lnTo>
                <a:lnTo>
                  <a:pt x="4485" y="6555"/>
                </a:lnTo>
                <a:lnTo>
                  <a:pt x="4484" y="6555"/>
                </a:lnTo>
                <a:lnTo>
                  <a:pt x="4483" y="6555"/>
                </a:lnTo>
                <a:lnTo>
                  <a:pt x="4482" y="6555"/>
                </a:lnTo>
                <a:lnTo>
                  <a:pt x="4482" y="6556"/>
                </a:lnTo>
                <a:lnTo>
                  <a:pt x="4481" y="6556"/>
                </a:lnTo>
                <a:lnTo>
                  <a:pt x="4481" y="6557"/>
                </a:lnTo>
                <a:lnTo>
                  <a:pt x="4481" y="6558"/>
                </a:lnTo>
                <a:lnTo>
                  <a:pt x="4481" y="6559"/>
                </a:lnTo>
                <a:lnTo>
                  <a:pt x="4480" y="6559"/>
                </a:lnTo>
                <a:lnTo>
                  <a:pt x="4479" y="6559"/>
                </a:lnTo>
                <a:lnTo>
                  <a:pt x="4480" y="6559"/>
                </a:lnTo>
                <a:lnTo>
                  <a:pt x="4479" y="6559"/>
                </a:lnTo>
                <a:lnTo>
                  <a:pt x="4479" y="6560"/>
                </a:lnTo>
                <a:lnTo>
                  <a:pt x="4479" y="6561"/>
                </a:lnTo>
                <a:lnTo>
                  <a:pt x="4478" y="6561"/>
                </a:lnTo>
                <a:lnTo>
                  <a:pt x="4478" y="6562"/>
                </a:lnTo>
                <a:lnTo>
                  <a:pt x="4478" y="6563"/>
                </a:lnTo>
                <a:lnTo>
                  <a:pt x="4477" y="6563"/>
                </a:lnTo>
                <a:lnTo>
                  <a:pt x="4478" y="6563"/>
                </a:lnTo>
                <a:lnTo>
                  <a:pt x="4477" y="6563"/>
                </a:lnTo>
                <a:lnTo>
                  <a:pt x="4477" y="6564"/>
                </a:lnTo>
                <a:lnTo>
                  <a:pt x="4477" y="6565"/>
                </a:lnTo>
                <a:lnTo>
                  <a:pt x="4476" y="6565"/>
                </a:lnTo>
                <a:lnTo>
                  <a:pt x="4476" y="6566"/>
                </a:lnTo>
                <a:lnTo>
                  <a:pt x="4476" y="6567"/>
                </a:lnTo>
                <a:lnTo>
                  <a:pt x="4477" y="6567"/>
                </a:lnTo>
                <a:lnTo>
                  <a:pt x="4477" y="6568"/>
                </a:lnTo>
                <a:lnTo>
                  <a:pt x="4477" y="6569"/>
                </a:lnTo>
                <a:lnTo>
                  <a:pt x="4478" y="6569"/>
                </a:lnTo>
                <a:lnTo>
                  <a:pt x="4478" y="6570"/>
                </a:lnTo>
                <a:lnTo>
                  <a:pt x="4479" y="6570"/>
                </a:lnTo>
                <a:lnTo>
                  <a:pt x="4479" y="6571"/>
                </a:lnTo>
                <a:lnTo>
                  <a:pt x="4479" y="6572"/>
                </a:lnTo>
                <a:lnTo>
                  <a:pt x="4480" y="6572"/>
                </a:lnTo>
                <a:lnTo>
                  <a:pt x="4480" y="6573"/>
                </a:lnTo>
                <a:lnTo>
                  <a:pt x="4481" y="6573"/>
                </a:lnTo>
                <a:lnTo>
                  <a:pt x="4480" y="6573"/>
                </a:lnTo>
                <a:lnTo>
                  <a:pt x="4480" y="6574"/>
                </a:lnTo>
                <a:lnTo>
                  <a:pt x="4479" y="6574"/>
                </a:lnTo>
                <a:lnTo>
                  <a:pt x="4479" y="6575"/>
                </a:lnTo>
                <a:lnTo>
                  <a:pt x="4478" y="6575"/>
                </a:lnTo>
                <a:lnTo>
                  <a:pt x="4477" y="6575"/>
                </a:lnTo>
                <a:lnTo>
                  <a:pt x="4477" y="6576"/>
                </a:lnTo>
                <a:lnTo>
                  <a:pt x="4476" y="6576"/>
                </a:lnTo>
                <a:lnTo>
                  <a:pt x="4476" y="6577"/>
                </a:lnTo>
                <a:lnTo>
                  <a:pt x="4475" y="6577"/>
                </a:lnTo>
                <a:lnTo>
                  <a:pt x="4475" y="6576"/>
                </a:lnTo>
                <a:lnTo>
                  <a:pt x="4474" y="6576"/>
                </a:lnTo>
                <a:lnTo>
                  <a:pt x="4474" y="6577"/>
                </a:lnTo>
                <a:lnTo>
                  <a:pt x="4473" y="6577"/>
                </a:lnTo>
                <a:lnTo>
                  <a:pt x="4472" y="6577"/>
                </a:lnTo>
                <a:lnTo>
                  <a:pt x="4471" y="6578"/>
                </a:lnTo>
                <a:lnTo>
                  <a:pt x="4471" y="6579"/>
                </a:lnTo>
                <a:lnTo>
                  <a:pt x="4470" y="6579"/>
                </a:lnTo>
                <a:lnTo>
                  <a:pt x="4469" y="6579"/>
                </a:lnTo>
                <a:lnTo>
                  <a:pt x="4469" y="6580"/>
                </a:lnTo>
                <a:lnTo>
                  <a:pt x="4468" y="6581"/>
                </a:lnTo>
                <a:lnTo>
                  <a:pt x="4467" y="6581"/>
                </a:lnTo>
                <a:lnTo>
                  <a:pt x="4467" y="6582"/>
                </a:lnTo>
                <a:lnTo>
                  <a:pt x="4466" y="6582"/>
                </a:lnTo>
                <a:lnTo>
                  <a:pt x="4466" y="6581"/>
                </a:lnTo>
                <a:lnTo>
                  <a:pt x="4464" y="6581"/>
                </a:lnTo>
                <a:lnTo>
                  <a:pt x="4464" y="6582"/>
                </a:lnTo>
                <a:lnTo>
                  <a:pt x="4463" y="6582"/>
                </a:lnTo>
                <a:lnTo>
                  <a:pt x="4462" y="6582"/>
                </a:lnTo>
                <a:lnTo>
                  <a:pt x="4461" y="6582"/>
                </a:lnTo>
                <a:lnTo>
                  <a:pt x="4461" y="6583"/>
                </a:lnTo>
                <a:lnTo>
                  <a:pt x="4461" y="6584"/>
                </a:lnTo>
                <a:lnTo>
                  <a:pt x="4460" y="6584"/>
                </a:lnTo>
                <a:lnTo>
                  <a:pt x="4460" y="6585"/>
                </a:lnTo>
                <a:lnTo>
                  <a:pt x="4460" y="6586"/>
                </a:lnTo>
                <a:lnTo>
                  <a:pt x="4459" y="6586"/>
                </a:lnTo>
                <a:lnTo>
                  <a:pt x="4459" y="6587"/>
                </a:lnTo>
                <a:lnTo>
                  <a:pt x="4460" y="6587"/>
                </a:lnTo>
                <a:lnTo>
                  <a:pt x="4460" y="6588"/>
                </a:lnTo>
                <a:lnTo>
                  <a:pt x="4459" y="6588"/>
                </a:lnTo>
                <a:lnTo>
                  <a:pt x="4459" y="6589"/>
                </a:lnTo>
                <a:lnTo>
                  <a:pt x="4459" y="6590"/>
                </a:lnTo>
                <a:lnTo>
                  <a:pt x="4460" y="6590"/>
                </a:lnTo>
                <a:lnTo>
                  <a:pt x="4460" y="6591"/>
                </a:lnTo>
                <a:lnTo>
                  <a:pt x="4461" y="6591"/>
                </a:lnTo>
                <a:lnTo>
                  <a:pt x="4460" y="6591"/>
                </a:lnTo>
                <a:lnTo>
                  <a:pt x="4460" y="6592"/>
                </a:lnTo>
                <a:lnTo>
                  <a:pt x="4461" y="6592"/>
                </a:lnTo>
                <a:lnTo>
                  <a:pt x="4461" y="6593"/>
                </a:lnTo>
                <a:lnTo>
                  <a:pt x="4460" y="6593"/>
                </a:lnTo>
                <a:lnTo>
                  <a:pt x="4461" y="6593"/>
                </a:lnTo>
                <a:lnTo>
                  <a:pt x="4461" y="6594"/>
                </a:lnTo>
                <a:lnTo>
                  <a:pt x="4460" y="6594"/>
                </a:lnTo>
                <a:lnTo>
                  <a:pt x="4461" y="6594"/>
                </a:lnTo>
                <a:lnTo>
                  <a:pt x="4460" y="6594"/>
                </a:lnTo>
                <a:lnTo>
                  <a:pt x="4461" y="6594"/>
                </a:lnTo>
                <a:lnTo>
                  <a:pt x="4461" y="6595"/>
                </a:lnTo>
                <a:lnTo>
                  <a:pt x="4460" y="6595"/>
                </a:lnTo>
                <a:lnTo>
                  <a:pt x="4460" y="6594"/>
                </a:lnTo>
                <a:lnTo>
                  <a:pt x="4460" y="6595"/>
                </a:lnTo>
                <a:lnTo>
                  <a:pt x="4459" y="6595"/>
                </a:lnTo>
                <a:lnTo>
                  <a:pt x="4458" y="6595"/>
                </a:lnTo>
                <a:lnTo>
                  <a:pt x="4457" y="6595"/>
                </a:lnTo>
                <a:lnTo>
                  <a:pt x="4457" y="6594"/>
                </a:lnTo>
                <a:lnTo>
                  <a:pt x="4456" y="6594"/>
                </a:lnTo>
                <a:lnTo>
                  <a:pt x="4456" y="6595"/>
                </a:lnTo>
                <a:lnTo>
                  <a:pt x="4455" y="6595"/>
                </a:lnTo>
                <a:lnTo>
                  <a:pt x="4454" y="6595"/>
                </a:lnTo>
                <a:lnTo>
                  <a:pt x="4454" y="6596"/>
                </a:lnTo>
                <a:lnTo>
                  <a:pt x="4454" y="6595"/>
                </a:lnTo>
                <a:lnTo>
                  <a:pt x="4453" y="6595"/>
                </a:lnTo>
                <a:lnTo>
                  <a:pt x="4452" y="6595"/>
                </a:lnTo>
                <a:lnTo>
                  <a:pt x="4451" y="6596"/>
                </a:lnTo>
                <a:lnTo>
                  <a:pt x="4450" y="6596"/>
                </a:lnTo>
                <a:lnTo>
                  <a:pt x="4450" y="6595"/>
                </a:lnTo>
                <a:lnTo>
                  <a:pt x="4449" y="6595"/>
                </a:lnTo>
                <a:lnTo>
                  <a:pt x="4449" y="6594"/>
                </a:lnTo>
                <a:lnTo>
                  <a:pt x="4448" y="6594"/>
                </a:lnTo>
                <a:lnTo>
                  <a:pt x="4448" y="6593"/>
                </a:lnTo>
                <a:lnTo>
                  <a:pt x="4447" y="6592"/>
                </a:lnTo>
                <a:lnTo>
                  <a:pt x="4446" y="6592"/>
                </a:lnTo>
                <a:lnTo>
                  <a:pt x="4445" y="6592"/>
                </a:lnTo>
                <a:lnTo>
                  <a:pt x="4444" y="6592"/>
                </a:lnTo>
                <a:lnTo>
                  <a:pt x="4444" y="6591"/>
                </a:lnTo>
                <a:lnTo>
                  <a:pt x="4444" y="6590"/>
                </a:lnTo>
                <a:lnTo>
                  <a:pt x="4444" y="6589"/>
                </a:lnTo>
                <a:lnTo>
                  <a:pt x="4443" y="6589"/>
                </a:lnTo>
                <a:lnTo>
                  <a:pt x="4443" y="6588"/>
                </a:lnTo>
                <a:lnTo>
                  <a:pt x="4442" y="6588"/>
                </a:lnTo>
                <a:lnTo>
                  <a:pt x="4441" y="6588"/>
                </a:lnTo>
                <a:lnTo>
                  <a:pt x="4441" y="6589"/>
                </a:lnTo>
                <a:lnTo>
                  <a:pt x="4440" y="6589"/>
                </a:lnTo>
                <a:lnTo>
                  <a:pt x="4440" y="6588"/>
                </a:lnTo>
                <a:lnTo>
                  <a:pt x="4439" y="6588"/>
                </a:lnTo>
                <a:lnTo>
                  <a:pt x="4439" y="6589"/>
                </a:lnTo>
                <a:lnTo>
                  <a:pt x="4439" y="6588"/>
                </a:lnTo>
                <a:lnTo>
                  <a:pt x="4439" y="6589"/>
                </a:lnTo>
                <a:lnTo>
                  <a:pt x="4438" y="6588"/>
                </a:lnTo>
                <a:lnTo>
                  <a:pt x="4437" y="6587"/>
                </a:lnTo>
                <a:lnTo>
                  <a:pt x="4436" y="6587"/>
                </a:lnTo>
                <a:lnTo>
                  <a:pt x="4436" y="6588"/>
                </a:lnTo>
                <a:lnTo>
                  <a:pt x="4436" y="6587"/>
                </a:lnTo>
                <a:lnTo>
                  <a:pt x="4435" y="6587"/>
                </a:lnTo>
                <a:lnTo>
                  <a:pt x="4434" y="6587"/>
                </a:lnTo>
                <a:lnTo>
                  <a:pt x="4433" y="6587"/>
                </a:lnTo>
                <a:lnTo>
                  <a:pt x="4432" y="6587"/>
                </a:lnTo>
                <a:lnTo>
                  <a:pt x="4432" y="6586"/>
                </a:lnTo>
                <a:lnTo>
                  <a:pt x="4431" y="6586"/>
                </a:lnTo>
                <a:lnTo>
                  <a:pt x="4431" y="6585"/>
                </a:lnTo>
                <a:lnTo>
                  <a:pt x="4431" y="6584"/>
                </a:lnTo>
                <a:lnTo>
                  <a:pt x="4431" y="6583"/>
                </a:lnTo>
                <a:lnTo>
                  <a:pt x="4431" y="6582"/>
                </a:lnTo>
                <a:lnTo>
                  <a:pt x="4430" y="6582"/>
                </a:lnTo>
                <a:lnTo>
                  <a:pt x="4429" y="6582"/>
                </a:lnTo>
                <a:lnTo>
                  <a:pt x="4428" y="6582"/>
                </a:lnTo>
                <a:lnTo>
                  <a:pt x="4428" y="6581"/>
                </a:lnTo>
                <a:lnTo>
                  <a:pt x="4428" y="6580"/>
                </a:lnTo>
                <a:lnTo>
                  <a:pt x="4428" y="6579"/>
                </a:lnTo>
                <a:lnTo>
                  <a:pt x="4427" y="6579"/>
                </a:lnTo>
                <a:lnTo>
                  <a:pt x="4427" y="6578"/>
                </a:lnTo>
                <a:lnTo>
                  <a:pt x="4426" y="6578"/>
                </a:lnTo>
                <a:lnTo>
                  <a:pt x="4425" y="6578"/>
                </a:lnTo>
                <a:lnTo>
                  <a:pt x="4425" y="6577"/>
                </a:lnTo>
                <a:lnTo>
                  <a:pt x="4425" y="6576"/>
                </a:lnTo>
                <a:lnTo>
                  <a:pt x="4425" y="6575"/>
                </a:lnTo>
                <a:lnTo>
                  <a:pt x="4426" y="6575"/>
                </a:lnTo>
                <a:lnTo>
                  <a:pt x="4426" y="6574"/>
                </a:lnTo>
                <a:lnTo>
                  <a:pt x="4425" y="6574"/>
                </a:lnTo>
                <a:lnTo>
                  <a:pt x="4425" y="6573"/>
                </a:lnTo>
                <a:lnTo>
                  <a:pt x="4424" y="6573"/>
                </a:lnTo>
                <a:lnTo>
                  <a:pt x="4424" y="6574"/>
                </a:lnTo>
                <a:lnTo>
                  <a:pt x="4424" y="6573"/>
                </a:lnTo>
                <a:lnTo>
                  <a:pt x="4423" y="6573"/>
                </a:lnTo>
                <a:lnTo>
                  <a:pt x="4423" y="6572"/>
                </a:lnTo>
                <a:lnTo>
                  <a:pt x="4422" y="6572"/>
                </a:lnTo>
                <a:lnTo>
                  <a:pt x="4423" y="6572"/>
                </a:lnTo>
                <a:lnTo>
                  <a:pt x="4423" y="6571"/>
                </a:lnTo>
                <a:lnTo>
                  <a:pt x="4423" y="6570"/>
                </a:lnTo>
                <a:lnTo>
                  <a:pt x="4422" y="6570"/>
                </a:lnTo>
                <a:lnTo>
                  <a:pt x="4422" y="6569"/>
                </a:lnTo>
                <a:lnTo>
                  <a:pt x="4421" y="6569"/>
                </a:lnTo>
                <a:lnTo>
                  <a:pt x="4421" y="6568"/>
                </a:lnTo>
                <a:lnTo>
                  <a:pt x="4421" y="6567"/>
                </a:lnTo>
                <a:lnTo>
                  <a:pt x="4422" y="6567"/>
                </a:lnTo>
                <a:lnTo>
                  <a:pt x="4422" y="6566"/>
                </a:lnTo>
                <a:lnTo>
                  <a:pt x="4423" y="6566"/>
                </a:lnTo>
                <a:lnTo>
                  <a:pt x="4422" y="6566"/>
                </a:lnTo>
                <a:lnTo>
                  <a:pt x="4422" y="6565"/>
                </a:lnTo>
                <a:lnTo>
                  <a:pt x="4422" y="6564"/>
                </a:lnTo>
                <a:lnTo>
                  <a:pt x="4421" y="6564"/>
                </a:lnTo>
                <a:lnTo>
                  <a:pt x="4421" y="6565"/>
                </a:lnTo>
                <a:lnTo>
                  <a:pt x="4421" y="6564"/>
                </a:lnTo>
                <a:lnTo>
                  <a:pt x="4420" y="6564"/>
                </a:lnTo>
                <a:lnTo>
                  <a:pt x="4420" y="6563"/>
                </a:lnTo>
                <a:lnTo>
                  <a:pt x="4420" y="6562"/>
                </a:lnTo>
                <a:lnTo>
                  <a:pt x="4419" y="6562"/>
                </a:lnTo>
                <a:lnTo>
                  <a:pt x="4419" y="6561"/>
                </a:lnTo>
                <a:lnTo>
                  <a:pt x="4418" y="6561"/>
                </a:lnTo>
                <a:lnTo>
                  <a:pt x="4418" y="6562"/>
                </a:lnTo>
                <a:lnTo>
                  <a:pt x="4417" y="6562"/>
                </a:lnTo>
                <a:lnTo>
                  <a:pt x="4417" y="6561"/>
                </a:lnTo>
                <a:lnTo>
                  <a:pt x="4416" y="6561"/>
                </a:lnTo>
                <a:lnTo>
                  <a:pt x="4416" y="6560"/>
                </a:lnTo>
                <a:lnTo>
                  <a:pt x="4416" y="6559"/>
                </a:lnTo>
                <a:lnTo>
                  <a:pt x="4415" y="6559"/>
                </a:lnTo>
                <a:lnTo>
                  <a:pt x="4414" y="6559"/>
                </a:lnTo>
                <a:lnTo>
                  <a:pt x="4413" y="6559"/>
                </a:lnTo>
                <a:lnTo>
                  <a:pt x="4413" y="6558"/>
                </a:lnTo>
                <a:lnTo>
                  <a:pt x="4412" y="6558"/>
                </a:lnTo>
                <a:lnTo>
                  <a:pt x="4412" y="6559"/>
                </a:lnTo>
                <a:lnTo>
                  <a:pt x="4411" y="6559"/>
                </a:lnTo>
                <a:lnTo>
                  <a:pt x="4410" y="6559"/>
                </a:lnTo>
                <a:lnTo>
                  <a:pt x="4409" y="6559"/>
                </a:lnTo>
                <a:lnTo>
                  <a:pt x="4408" y="6559"/>
                </a:lnTo>
                <a:lnTo>
                  <a:pt x="4407" y="6559"/>
                </a:lnTo>
                <a:lnTo>
                  <a:pt x="4407" y="6558"/>
                </a:lnTo>
                <a:lnTo>
                  <a:pt x="4406" y="6558"/>
                </a:lnTo>
                <a:lnTo>
                  <a:pt x="4405" y="6558"/>
                </a:lnTo>
                <a:lnTo>
                  <a:pt x="4405" y="6557"/>
                </a:lnTo>
                <a:lnTo>
                  <a:pt x="4405" y="6556"/>
                </a:lnTo>
                <a:lnTo>
                  <a:pt x="4405" y="6555"/>
                </a:lnTo>
                <a:lnTo>
                  <a:pt x="4406" y="6555"/>
                </a:lnTo>
                <a:lnTo>
                  <a:pt x="4406" y="6554"/>
                </a:lnTo>
                <a:lnTo>
                  <a:pt x="4405" y="6554"/>
                </a:lnTo>
                <a:lnTo>
                  <a:pt x="4404" y="6554"/>
                </a:lnTo>
                <a:lnTo>
                  <a:pt x="4403" y="6554"/>
                </a:lnTo>
                <a:lnTo>
                  <a:pt x="4401" y="6554"/>
                </a:lnTo>
                <a:lnTo>
                  <a:pt x="4401" y="6553"/>
                </a:lnTo>
                <a:lnTo>
                  <a:pt x="4400" y="6553"/>
                </a:lnTo>
                <a:lnTo>
                  <a:pt x="4400" y="6552"/>
                </a:lnTo>
                <a:lnTo>
                  <a:pt x="4399" y="6552"/>
                </a:lnTo>
                <a:lnTo>
                  <a:pt x="4399" y="6551"/>
                </a:lnTo>
                <a:lnTo>
                  <a:pt x="4400" y="6550"/>
                </a:lnTo>
                <a:lnTo>
                  <a:pt x="4399" y="6550"/>
                </a:lnTo>
                <a:lnTo>
                  <a:pt x="4399" y="6549"/>
                </a:lnTo>
                <a:lnTo>
                  <a:pt x="4398" y="6549"/>
                </a:lnTo>
                <a:lnTo>
                  <a:pt x="4398" y="6550"/>
                </a:lnTo>
                <a:lnTo>
                  <a:pt x="4398" y="6549"/>
                </a:lnTo>
                <a:lnTo>
                  <a:pt x="4397" y="6549"/>
                </a:lnTo>
                <a:lnTo>
                  <a:pt x="4397" y="6550"/>
                </a:lnTo>
                <a:lnTo>
                  <a:pt x="4397" y="6549"/>
                </a:lnTo>
                <a:lnTo>
                  <a:pt x="4396" y="6550"/>
                </a:lnTo>
                <a:lnTo>
                  <a:pt x="4395" y="6550"/>
                </a:lnTo>
                <a:lnTo>
                  <a:pt x="4395" y="6549"/>
                </a:lnTo>
                <a:lnTo>
                  <a:pt x="4394" y="6549"/>
                </a:lnTo>
                <a:lnTo>
                  <a:pt x="4394" y="6548"/>
                </a:lnTo>
                <a:lnTo>
                  <a:pt x="4394" y="6547"/>
                </a:lnTo>
                <a:lnTo>
                  <a:pt x="4393" y="6547"/>
                </a:lnTo>
                <a:lnTo>
                  <a:pt x="4392" y="6547"/>
                </a:lnTo>
                <a:lnTo>
                  <a:pt x="4391" y="6547"/>
                </a:lnTo>
                <a:lnTo>
                  <a:pt x="4391" y="6546"/>
                </a:lnTo>
                <a:lnTo>
                  <a:pt x="4391" y="6545"/>
                </a:lnTo>
                <a:lnTo>
                  <a:pt x="4391" y="6544"/>
                </a:lnTo>
                <a:lnTo>
                  <a:pt x="4390" y="6544"/>
                </a:lnTo>
                <a:lnTo>
                  <a:pt x="4390" y="6543"/>
                </a:lnTo>
                <a:lnTo>
                  <a:pt x="4389" y="6543"/>
                </a:lnTo>
                <a:lnTo>
                  <a:pt x="4388" y="6543"/>
                </a:lnTo>
                <a:lnTo>
                  <a:pt x="4388" y="6542"/>
                </a:lnTo>
                <a:lnTo>
                  <a:pt x="4387" y="6542"/>
                </a:lnTo>
                <a:lnTo>
                  <a:pt x="4386" y="6542"/>
                </a:lnTo>
                <a:lnTo>
                  <a:pt x="4386" y="6543"/>
                </a:lnTo>
                <a:lnTo>
                  <a:pt x="4385" y="6543"/>
                </a:lnTo>
                <a:lnTo>
                  <a:pt x="4384" y="6543"/>
                </a:lnTo>
                <a:lnTo>
                  <a:pt x="4383" y="6543"/>
                </a:lnTo>
                <a:lnTo>
                  <a:pt x="4383" y="6544"/>
                </a:lnTo>
                <a:lnTo>
                  <a:pt x="4382" y="6544"/>
                </a:lnTo>
                <a:lnTo>
                  <a:pt x="4381" y="6544"/>
                </a:lnTo>
                <a:lnTo>
                  <a:pt x="4381" y="6545"/>
                </a:lnTo>
                <a:lnTo>
                  <a:pt x="4381" y="6544"/>
                </a:lnTo>
                <a:lnTo>
                  <a:pt x="4380" y="6544"/>
                </a:lnTo>
                <a:lnTo>
                  <a:pt x="4380" y="6543"/>
                </a:lnTo>
                <a:lnTo>
                  <a:pt x="4379" y="6543"/>
                </a:lnTo>
                <a:lnTo>
                  <a:pt x="4379" y="6542"/>
                </a:lnTo>
                <a:lnTo>
                  <a:pt x="4378" y="6542"/>
                </a:lnTo>
                <a:lnTo>
                  <a:pt x="4378" y="6541"/>
                </a:lnTo>
                <a:lnTo>
                  <a:pt x="4377" y="6541"/>
                </a:lnTo>
                <a:lnTo>
                  <a:pt x="4376" y="6540"/>
                </a:lnTo>
                <a:lnTo>
                  <a:pt x="4375" y="6540"/>
                </a:lnTo>
                <a:lnTo>
                  <a:pt x="4375" y="6539"/>
                </a:lnTo>
                <a:lnTo>
                  <a:pt x="4375" y="6538"/>
                </a:lnTo>
                <a:lnTo>
                  <a:pt x="4374" y="6538"/>
                </a:lnTo>
                <a:lnTo>
                  <a:pt x="4373" y="6538"/>
                </a:lnTo>
                <a:lnTo>
                  <a:pt x="4373" y="6537"/>
                </a:lnTo>
                <a:lnTo>
                  <a:pt x="4373" y="6536"/>
                </a:lnTo>
                <a:lnTo>
                  <a:pt x="4372" y="6536"/>
                </a:lnTo>
                <a:lnTo>
                  <a:pt x="4371" y="6536"/>
                </a:lnTo>
                <a:lnTo>
                  <a:pt x="4370" y="6536"/>
                </a:lnTo>
                <a:lnTo>
                  <a:pt x="4369" y="6536"/>
                </a:lnTo>
                <a:lnTo>
                  <a:pt x="4369" y="6537"/>
                </a:lnTo>
                <a:lnTo>
                  <a:pt x="4368" y="6537"/>
                </a:lnTo>
                <a:lnTo>
                  <a:pt x="4368" y="6538"/>
                </a:lnTo>
                <a:lnTo>
                  <a:pt x="4368" y="6540"/>
                </a:lnTo>
                <a:lnTo>
                  <a:pt x="4367" y="6540"/>
                </a:lnTo>
                <a:lnTo>
                  <a:pt x="4368" y="6540"/>
                </a:lnTo>
                <a:lnTo>
                  <a:pt x="4368" y="6541"/>
                </a:lnTo>
                <a:lnTo>
                  <a:pt x="4367" y="6541"/>
                </a:lnTo>
                <a:lnTo>
                  <a:pt x="4366" y="6541"/>
                </a:lnTo>
                <a:lnTo>
                  <a:pt x="4365" y="6541"/>
                </a:lnTo>
                <a:lnTo>
                  <a:pt x="4364" y="6541"/>
                </a:lnTo>
                <a:lnTo>
                  <a:pt x="4364" y="6540"/>
                </a:lnTo>
                <a:lnTo>
                  <a:pt x="4364" y="6539"/>
                </a:lnTo>
                <a:lnTo>
                  <a:pt x="4364" y="6538"/>
                </a:lnTo>
                <a:lnTo>
                  <a:pt x="4364" y="6537"/>
                </a:lnTo>
                <a:lnTo>
                  <a:pt x="4363" y="6537"/>
                </a:lnTo>
                <a:lnTo>
                  <a:pt x="4363" y="6536"/>
                </a:lnTo>
                <a:lnTo>
                  <a:pt x="4362" y="6536"/>
                </a:lnTo>
                <a:lnTo>
                  <a:pt x="4362" y="6535"/>
                </a:lnTo>
                <a:lnTo>
                  <a:pt x="4361" y="6535"/>
                </a:lnTo>
                <a:lnTo>
                  <a:pt x="4361" y="6534"/>
                </a:lnTo>
                <a:lnTo>
                  <a:pt x="4361" y="6533"/>
                </a:lnTo>
                <a:lnTo>
                  <a:pt x="4360" y="6533"/>
                </a:lnTo>
                <a:lnTo>
                  <a:pt x="4360" y="6532"/>
                </a:lnTo>
                <a:lnTo>
                  <a:pt x="4359" y="6532"/>
                </a:lnTo>
                <a:lnTo>
                  <a:pt x="4359" y="6531"/>
                </a:lnTo>
                <a:lnTo>
                  <a:pt x="4358" y="6531"/>
                </a:lnTo>
                <a:lnTo>
                  <a:pt x="4358" y="6530"/>
                </a:lnTo>
                <a:lnTo>
                  <a:pt x="4357" y="6530"/>
                </a:lnTo>
                <a:lnTo>
                  <a:pt x="4357" y="6529"/>
                </a:lnTo>
                <a:lnTo>
                  <a:pt x="4356" y="6529"/>
                </a:lnTo>
                <a:lnTo>
                  <a:pt x="4356" y="6528"/>
                </a:lnTo>
                <a:lnTo>
                  <a:pt x="4355" y="6528"/>
                </a:lnTo>
                <a:lnTo>
                  <a:pt x="4354" y="6527"/>
                </a:lnTo>
                <a:lnTo>
                  <a:pt x="4354" y="6526"/>
                </a:lnTo>
                <a:lnTo>
                  <a:pt x="4353" y="6526"/>
                </a:lnTo>
                <a:lnTo>
                  <a:pt x="4352" y="6526"/>
                </a:lnTo>
                <a:lnTo>
                  <a:pt x="4351" y="6526"/>
                </a:lnTo>
                <a:lnTo>
                  <a:pt x="4350" y="6526"/>
                </a:lnTo>
                <a:lnTo>
                  <a:pt x="4349" y="6526"/>
                </a:lnTo>
                <a:lnTo>
                  <a:pt x="4348" y="6526"/>
                </a:lnTo>
                <a:lnTo>
                  <a:pt x="4348" y="6527"/>
                </a:lnTo>
                <a:lnTo>
                  <a:pt x="4347" y="6527"/>
                </a:lnTo>
                <a:lnTo>
                  <a:pt x="4347" y="6528"/>
                </a:lnTo>
                <a:lnTo>
                  <a:pt x="4347" y="6527"/>
                </a:lnTo>
                <a:lnTo>
                  <a:pt x="4346" y="6527"/>
                </a:lnTo>
                <a:lnTo>
                  <a:pt x="4346" y="6528"/>
                </a:lnTo>
                <a:lnTo>
                  <a:pt x="4345" y="6528"/>
                </a:lnTo>
                <a:lnTo>
                  <a:pt x="4344" y="6528"/>
                </a:lnTo>
                <a:lnTo>
                  <a:pt x="4344" y="6529"/>
                </a:lnTo>
                <a:lnTo>
                  <a:pt x="4343" y="6529"/>
                </a:lnTo>
                <a:lnTo>
                  <a:pt x="4343" y="6530"/>
                </a:lnTo>
                <a:lnTo>
                  <a:pt x="4342" y="6530"/>
                </a:lnTo>
                <a:lnTo>
                  <a:pt x="4342" y="6531"/>
                </a:lnTo>
                <a:lnTo>
                  <a:pt x="4342" y="6532"/>
                </a:lnTo>
                <a:lnTo>
                  <a:pt x="4342" y="6533"/>
                </a:lnTo>
                <a:lnTo>
                  <a:pt x="4342" y="6534"/>
                </a:lnTo>
                <a:lnTo>
                  <a:pt x="4343" y="6534"/>
                </a:lnTo>
                <a:lnTo>
                  <a:pt x="4343" y="6535"/>
                </a:lnTo>
                <a:lnTo>
                  <a:pt x="4342" y="6535"/>
                </a:lnTo>
                <a:lnTo>
                  <a:pt x="4342" y="6536"/>
                </a:lnTo>
                <a:lnTo>
                  <a:pt x="4341" y="6536"/>
                </a:lnTo>
                <a:lnTo>
                  <a:pt x="4341" y="6537"/>
                </a:lnTo>
                <a:lnTo>
                  <a:pt x="4340" y="6537"/>
                </a:lnTo>
                <a:lnTo>
                  <a:pt x="4340" y="6538"/>
                </a:lnTo>
                <a:lnTo>
                  <a:pt x="4340" y="6539"/>
                </a:lnTo>
                <a:lnTo>
                  <a:pt x="4339" y="6539"/>
                </a:lnTo>
                <a:lnTo>
                  <a:pt x="4339" y="6540"/>
                </a:lnTo>
                <a:lnTo>
                  <a:pt x="4339" y="6541"/>
                </a:lnTo>
                <a:lnTo>
                  <a:pt x="4339" y="6542"/>
                </a:lnTo>
                <a:lnTo>
                  <a:pt x="4338" y="6542"/>
                </a:lnTo>
                <a:lnTo>
                  <a:pt x="4337" y="6543"/>
                </a:lnTo>
                <a:lnTo>
                  <a:pt x="4336" y="6543"/>
                </a:lnTo>
                <a:lnTo>
                  <a:pt x="4335" y="6543"/>
                </a:lnTo>
                <a:lnTo>
                  <a:pt x="4335" y="6544"/>
                </a:lnTo>
                <a:lnTo>
                  <a:pt x="4334" y="6544"/>
                </a:lnTo>
                <a:lnTo>
                  <a:pt x="4334" y="6545"/>
                </a:lnTo>
                <a:lnTo>
                  <a:pt x="4333" y="6545"/>
                </a:lnTo>
                <a:lnTo>
                  <a:pt x="4333" y="6544"/>
                </a:lnTo>
                <a:lnTo>
                  <a:pt x="4332" y="6544"/>
                </a:lnTo>
                <a:lnTo>
                  <a:pt x="4331" y="6543"/>
                </a:lnTo>
                <a:lnTo>
                  <a:pt x="4330" y="6543"/>
                </a:lnTo>
                <a:lnTo>
                  <a:pt x="4330" y="6544"/>
                </a:lnTo>
                <a:lnTo>
                  <a:pt x="4329" y="6544"/>
                </a:lnTo>
                <a:lnTo>
                  <a:pt x="4329" y="6545"/>
                </a:lnTo>
                <a:lnTo>
                  <a:pt x="4329" y="6546"/>
                </a:lnTo>
                <a:lnTo>
                  <a:pt x="4329" y="6547"/>
                </a:lnTo>
                <a:lnTo>
                  <a:pt x="4330" y="6547"/>
                </a:lnTo>
                <a:lnTo>
                  <a:pt x="4330" y="6548"/>
                </a:lnTo>
                <a:lnTo>
                  <a:pt x="4330" y="6549"/>
                </a:lnTo>
                <a:lnTo>
                  <a:pt x="4331" y="6550"/>
                </a:lnTo>
                <a:lnTo>
                  <a:pt x="4332" y="6550"/>
                </a:lnTo>
                <a:lnTo>
                  <a:pt x="4332" y="6551"/>
                </a:lnTo>
                <a:lnTo>
                  <a:pt x="4332" y="6552"/>
                </a:lnTo>
                <a:lnTo>
                  <a:pt x="4333" y="6553"/>
                </a:lnTo>
                <a:lnTo>
                  <a:pt x="4334" y="6553"/>
                </a:lnTo>
                <a:lnTo>
                  <a:pt x="4335" y="6553"/>
                </a:lnTo>
                <a:lnTo>
                  <a:pt x="4335" y="6554"/>
                </a:lnTo>
                <a:lnTo>
                  <a:pt x="4335" y="6555"/>
                </a:lnTo>
                <a:lnTo>
                  <a:pt x="4334" y="6555"/>
                </a:lnTo>
                <a:lnTo>
                  <a:pt x="4334" y="6554"/>
                </a:lnTo>
                <a:lnTo>
                  <a:pt x="4334" y="6555"/>
                </a:lnTo>
                <a:lnTo>
                  <a:pt x="4333" y="6555"/>
                </a:lnTo>
                <a:lnTo>
                  <a:pt x="4332" y="6555"/>
                </a:lnTo>
                <a:lnTo>
                  <a:pt x="4332" y="6556"/>
                </a:lnTo>
                <a:lnTo>
                  <a:pt x="4331" y="6557"/>
                </a:lnTo>
                <a:lnTo>
                  <a:pt x="4330" y="6557"/>
                </a:lnTo>
                <a:lnTo>
                  <a:pt x="4330" y="6558"/>
                </a:lnTo>
                <a:lnTo>
                  <a:pt x="4330" y="6559"/>
                </a:lnTo>
                <a:lnTo>
                  <a:pt x="4329" y="6559"/>
                </a:lnTo>
                <a:lnTo>
                  <a:pt x="4329" y="6560"/>
                </a:lnTo>
                <a:lnTo>
                  <a:pt x="4328" y="6561"/>
                </a:lnTo>
                <a:lnTo>
                  <a:pt x="4327" y="6561"/>
                </a:lnTo>
                <a:lnTo>
                  <a:pt x="4327" y="6562"/>
                </a:lnTo>
                <a:lnTo>
                  <a:pt x="4326" y="6563"/>
                </a:lnTo>
                <a:lnTo>
                  <a:pt x="4325" y="6563"/>
                </a:lnTo>
                <a:lnTo>
                  <a:pt x="4324" y="6563"/>
                </a:lnTo>
                <a:lnTo>
                  <a:pt x="4323" y="6563"/>
                </a:lnTo>
                <a:lnTo>
                  <a:pt x="4322" y="6563"/>
                </a:lnTo>
                <a:lnTo>
                  <a:pt x="4321" y="6564"/>
                </a:lnTo>
                <a:lnTo>
                  <a:pt x="4321" y="6565"/>
                </a:lnTo>
                <a:lnTo>
                  <a:pt x="4322" y="6565"/>
                </a:lnTo>
                <a:lnTo>
                  <a:pt x="4322" y="6566"/>
                </a:lnTo>
                <a:lnTo>
                  <a:pt x="4322" y="6567"/>
                </a:lnTo>
                <a:lnTo>
                  <a:pt x="4323" y="6567"/>
                </a:lnTo>
                <a:lnTo>
                  <a:pt x="4323" y="6568"/>
                </a:lnTo>
                <a:lnTo>
                  <a:pt x="4322" y="6568"/>
                </a:lnTo>
                <a:lnTo>
                  <a:pt x="4322" y="6569"/>
                </a:lnTo>
                <a:lnTo>
                  <a:pt x="4321" y="6569"/>
                </a:lnTo>
                <a:lnTo>
                  <a:pt x="4320" y="6569"/>
                </a:lnTo>
                <a:lnTo>
                  <a:pt x="4319" y="6569"/>
                </a:lnTo>
                <a:lnTo>
                  <a:pt x="4319" y="6570"/>
                </a:lnTo>
                <a:lnTo>
                  <a:pt x="4318" y="6570"/>
                </a:lnTo>
                <a:lnTo>
                  <a:pt x="4317" y="6570"/>
                </a:lnTo>
                <a:lnTo>
                  <a:pt x="4316" y="6570"/>
                </a:lnTo>
                <a:lnTo>
                  <a:pt x="4317" y="6570"/>
                </a:lnTo>
                <a:lnTo>
                  <a:pt x="4316" y="6570"/>
                </a:lnTo>
                <a:lnTo>
                  <a:pt x="4317" y="6570"/>
                </a:lnTo>
                <a:lnTo>
                  <a:pt x="4316" y="6571"/>
                </a:lnTo>
                <a:lnTo>
                  <a:pt x="4317" y="6571"/>
                </a:lnTo>
                <a:lnTo>
                  <a:pt x="4316" y="6571"/>
                </a:lnTo>
                <a:lnTo>
                  <a:pt x="4317" y="6571"/>
                </a:lnTo>
                <a:lnTo>
                  <a:pt x="4317" y="6572"/>
                </a:lnTo>
                <a:lnTo>
                  <a:pt x="4316" y="6572"/>
                </a:lnTo>
                <a:lnTo>
                  <a:pt x="4315" y="6572"/>
                </a:lnTo>
                <a:lnTo>
                  <a:pt x="4316" y="6572"/>
                </a:lnTo>
                <a:lnTo>
                  <a:pt x="4316" y="6573"/>
                </a:lnTo>
                <a:lnTo>
                  <a:pt x="4315" y="6573"/>
                </a:lnTo>
                <a:lnTo>
                  <a:pt x="4314" y="6573"/>
                </a:lnTo>
                <a:lnTo>
                  <a:pt x="4314" y="6574"/>
                </a:lnTo>
                <a:lnTo>
                  <a:pt x="4314" y="6573"/>
                </a:lnTo>
                <a:lnTo>
                  <a:pt x="4314" y="6574"/>
                </a:lnTo>
                <a:lnTo>
                  <a:pt x="4313" y="6574"/>
                </a:lnTo>
                <a:lnTo>
                  <a:pt x="4313" y="6575"/>
                </a:lnTo>
                <a:lnTo>
                  <a:pt x="4312" y="6575"/>
                </a:lnTo>
                <a:lnTo>
                  <a:pt x="4312" y="6576"/>
                </a:lnTo>
                <a:lnTo>
                  <a:pt x="4311" y="6577"/>
                </a:lnTo>
                <a:lnTo>
                  <a:pt x="4312" y="6577"/>
                </a:lnTo>
                <a:lnTo>
                  <a:pt x="4311" y="6577"/>
                </a:lnTo>
                <a:lnTo>
                  <a:pt x="4311" y="6578"/>
                </a:lnTo>
                <a:lnTo>
                  <a:pt x="4311" y="6579"/>
                </a:lnTo>
                <a:lnTo>
                  <a:pt x="4310" y="6579"/>
                </a:lnTo>
                <a:lnTo>
                  <a:pt x="4310" y="6580"/>
                </a:lnTo>
                <a:lnTo>
                  <a:pt x="4309" y="6580"/>
                </a:lnTo>
                <a:lnTo>
                  <a:pt x="4309" y="6581"/>
                </a:lnTo>
                <a:lnTo>
                  <a:pt x="4308" y="6581"/>
                </a:lnTo>
                <a:lnTo>
                  <a:pt x="4308" y="6582"/>
                </a:lnTo>
                <a:lnTo>
                  <a:pt x="4307" y="6582"/>
                </a:lnTo>
                <a:lnTo>
                  <a:pt x="4307" y="6583"/>
                </a:lnTo>
                <a:lnTo>
                  <a:pt x="4308" y="6583"/>
                </a:lnTo>
                <a:lnTo>
                  <a:pt x="4307" y="6583"/>
                </a:lnTo>
                <a:lnTo>
                  <a:pt x="4307" y="6584"/>
                </a:lnTo>
                <a:lnTo>
                  <a:pt x="4308" y="6584"/>
                </a:lnTo>
                <a:lnTo>
                  <a:pt x="4308" y="6585"/>
                </a:lnTo>
                <a:lnTo>
                  <a:pt x="4307" y="6585"/>
                </a:lnTo>
                <a:lnTo>
                  <a:pt x="4306" y="6585"/>
                </a:lnTo>
                <a:lnTo>
                  <a:pt x="4305" y="6585"/>
                </a:lnTo>
                <a:lnTo>
                  <a:pt x="4305" y="6586"/>
                </a:lnTo>
                <a:lnTo>
                  <a:pt x="4305" y="6587"/>
                </a:lnTo>
                <a:lnTo>
                  <a:pt x="4305" y="6588"/>
                </a:lnTo>
                <a:lnTo>
                  <a:pt x="4304" y="6588"/>
                </a:lnTo>
                <a:lnTo>
                  <a:pt x="4303" y="6588"/>
                </a:lnTo>
                <a:lnTo>
                  <a:pt x="4303" y="6589"/>
                </a:lnTo>
                <a:lnTo>
                  <a:pt x="4302" y="6589"/>
                </a:lnTo>
                <a:lnTo>
                  <a:pt x="4302" y="6590"/>
                </a:lnTo>
                <a:lnTo>
                  <a:pt x="4303" y="6590"/>
                </a:lnTo>
                <a:lnTo>
                  <a:pt x="4303" y="6591"/>
                </a:lnTo>
                <a:lnTo>
                  <a:pt x="4304" y="6591"/>
                </a:lnTo>
                <a:lnTo>
                  <a:pt x="4304" y="6592"/>
                </a:lnTo>
                <a:lnTo>
                  <a:pt x="4304" y="6593"/>
                </a:lnTo>
                <a:lnTo>
                  <a:pt x="4305" y="6593"/>
                </a:lnTo>
                <a:lnTo>
                  <a:pt x="4305" y="6594"/>
                </a:lnTo>
                <a:lnTo>
                  <a:pt x="4305" y="6595"/>
                </a:lnTo>
                <a:lnTo>
                  <a:pt x="4305" y="6596"/>
                </a:lnTo>
                <a:lnTo>
                  <a:pt x="4306" y="6596"/>
                </a:lnTo>
                <a:lnTo>
                  <a:pt x="4306" y="6597"/>
                </a:lnTo>
                <a:lnTo>
                  <a:pt x="4305" y="6597"/>
                </a:lnTo>
                <a:lnTo>
                  <a:pt x="4305" y="6598"/>
                </a:lnTo>
                <a:lnTo>
                  <a:pt x="4304" y="6598"/>
                </a:lnTo>
                <a:lnTo>
                  <a:pt x="4303" y="6598"/>
                </a:lnTo>
                <a:lnTo>
                  <a:pt x="4303" y="6597"/>
                </a:lnTo>
                <a:lnTo>
                  <a:pt x="4302" y="6597"/>
                </a:lnTo>
                <a:lnTo>
                  <a:pt x="4301" y="6597"/>
                </a:lnTo>
                <a:lnTo>
                  <a:pt x="4301" y="6596"/>
                </a:lnTo>
                <a:lnTo>
                  <a:pt x="4300" y="6596"/>
                </a:lnTo>
                <a:lnTo>
                  <a:pt x="4300" y="6595"/>
                </a:lnTo>
                <a:lnTo>
                  <a:pt x="4300" y="6596"/>
                </a:lnTo>
                <a:lnTo>
                  <a:pt x="4299" y="6596"/>
                </a:lnTo>
                <a:lnTo>
                  <a:pt x="4299" y="6595"/>
                </a:lnTo>
                <a:lnTo>
                  <a:pt x="4298" y="6595"/>
                </a:lnTo>
                <a:lnTo>
                  <a:pt x="4298" y="6596"/>
                </a:lnTo>
                <a:lnTo>
                  <a:pt x="4298" y="6595"/>
                </a:lnTo>
                <a:lnTo>
                  <a:pt x="4297" y="6595"/>
                </a:lnTo>
                <a:lnTo>
                  <a:pt x="4297" y="6596"/>
                </a:lnTo>
                <a:lnTo>
                  <a:pt x="4296" y="6596"/>
                </a:lnTo>
                <a:lnTo>
                  <a:pt x="4296" y="6595"/>
                </a:lnTo>
                <a:lnTo>
                  <a:pt x="4295" y="6595"/>
                </a:lnTo>
                <a:lnTo>
                  <a:pt x="4294" y="6595"/>
                </a:lnTo>
                <a:lnTo>
                  <a:pt x="4293" y="6595"/>
                </a:lnTo>
                <a:lnTo>
                  <a:pt x="4292" y="6595"/>
                </a:lnTo>
                <a:lnTo>
                  <a:pt x="4292" y="6594"/>
                </a:lnTo>
                <a:lnTo>
                  <a:pt x="4291" y="6594"/>
                </a:lnTo>
                <a:lnTo>
                  <a:pt x="4290" y="6594"/>
                </a:lnTo>
                <a:lnTo>
                  <a:pt x="4289" y="6594"/>
                </a:lnTo>
                <a:lnTo>
                  <a:pt x="4288" y="6594"/>
                </a:lnTo>
                <a:lnTo>
                  <a:pt x="4288" y="6595"/>
                </a:lnTo>
                <a:lnTo>
                  <a:pt x="4287" y="6595"/>
                </a:lnTo>
                <a:lnTo>
                  <a:pt x="4286" y="6595"/>
                </a:lnTo>
                <a:lnTo>
                  <a:pt x="4285" y="6595"/>
                </a:lnTo>
                <a:lnTo>
                  <a:pt x="4284" y="6596"/>
                </a:lnTo>
                <a:lnTo>
                  <a:pt x="4284" y="6597"/>
                </a:lnTo>
                <a:lnTo>
                  <a:pt x="4283" y="6598"/>
                </a:lnTo>
                <a:lnTo>
                  <a:pt x="4283" y="6599"/>
                </a:lnTo>
                <a:lnTo>
                  <a:pt x="4283" y="6598"/>
                </a:lnTo>
                <a:lnTo>
                  <a:pt x="4283" y="6599"/>
                </a:lnTo>
                <a:lnTo>
                  <a:pt x="4282" y="6599"/>
                </a:lnTo>
                <a:lnTo>
                  <a:pt x="4282" y="6600"/>
                </a:lnTo>
                <a:lnTo>
                  <a:pt x="4282" y="6601"/>
                </a:lnTo>
                <a:lnTo>
                  <a:pt x="4281" y="6600"/>
                </a:lnTo>
                <a:lnTo>
                  <a:pt x="4280" y="6599"/>
                </a:lnTo>
                <a:lnTo>
                  <a:pt x="4280" y="6598"/>
                </a:lnTo>
                <a:lnTo>
                  <a:pt x="4279" y="6598"/>
                </a:lnTo>
                <a:lnTo>
                  <a:pt x="4279" y="6597"/>
                </a:lnTo>
                <a:lnTo>
                  <a:pt x="4279" y="6596"/>
                </a:lnTo>
                <a:lnTo>
                  <a:pt x="4279" y="6595"/>
                </a:lnTo>
                <a:lnTo>
                  <a:pt x="4279" y="6594"/>
                </a:lnTo>
                <a:lnTo>
                  <a:pt x="4278" y="6594"/>
                </a:lnTo>
                <a:lnTo>
                  <a:pt x="4278" y="6593"/>
                </a:lnTo>
                <a:lnTo>
                  <a:pt x="4277" y="6593"/>
                </a:lnTo>
                <a:lnTo>
                  <a:pt x="4276" y="6593"/>
                </a:lnTo>
                <a:lnTo>
                  <a:pt x="4275" y="6592"/>
                </a:lnTo>
                <a:lnTo>
                  <a:pt x="4274" y="6592"/>
                </a:lnTo>
                <a:lnTo>
                  <a:pt x="4274" y="6591"/>
                </a:lnTo>
                <a:lnTo>
                  <a:pt x="4274" y="6592"/>
                </a:lnTo>
                <a:lnTo>
                  <a:pt x="4273" y="6592"/>
                </a:lnTo>
                <a:lnTo>
                  <a:pt x="4273" y="6591"/>
                </a:lnTo>
                <a:lnTo>
                  <a:pt x="4272" y="6591"/>
                </a:lnTo>
                <a:lnTo>
                  <a:pt x="4272" y="6592"/>
                </a:lnTo>
                <a:lnTo>
                  <a:pt x="4271" y="6592"/>
                </a:lnTo>
                <a:lnTo>
                  <a:pt x="4270" y="6592"/>
                </a:lnTo>
                <a:lnTo>
                  <a:pt x="4270" y="6591"/>
                </a:lnTo>
                <a:lnTo>
                  <a:pt x="4269" y="6591"/>
                </a:lnTo>
                <a:lnTo>
                  <a:pt x="4268" y="6591"/>
                </a:lnTo>
                <a:lnTo>
                  <a:pt x="4267" y="6591"/>
                </a:lnTo>
                <a:lnTo>
                  <a:pt x="4267" y="6590"/>
                </a:lnTo>
                <a:lnTo>
                  <a:pt x="4266" y="6590"/>
                </a:lnTo>
                <a:lnTo>
                  <a:pt x="4265" y="6590"/>
                </a:lnTo>
                <a:lnTo>
                  <a:pt x="4265" y="6589"/>
                </a:lnTo>
                <a:lnTo>
                  <a:pt x="4264" y="6589"/>
                </a:lnTo>
                <a:lnTo>
                  <a:pt x="4264" y="6588"/>
                </a:lnTo>
                <a:lnTo>
                  <a:pt x="4263" y="6588"/>
                </a:lnTo>
                <a:lnTo>
                  <a:pt x="4263" y="6589"/>
                </a:lnTo>
                <a:lnTo>
                  <a:pt x="4262" y="6589"/>
                </a:lnTo>
                <a:lnTo>
                  <a:pt x="4261" y="6589"/>
                </a:lnTo>
                <a:lnTo>
                  <a:pt x="4260" y="6589"/>
                </a:lnTo>
                <a:lnTo>
                  <a:pt x="4259" y="6589"/>
                </a:lnTo>
                <a:lnTo>
                  <a:pt x="4258" y="6589"/>
                </a:lnTo>
                <a:lnTo>
                  <a:pt x="4259" y="6589"/>
                </a:lnTo>
                <a:lnTo>
                  <a:pt x="4259" y="6590"/>
                </a:lnTo>
                <a:lnTo>
                  <a:pt x="4258" y="6590"/>
                </a:lnTo>
                <a:lnTo>
                  <a:pt x="4257" y="6590"/>
                </a:lnTo>
                <a:lnTo>
                  <a:pt x="4257" y="6591"/>
                </a:lnTo>
                <a:lnTo>
                  <a:pt x="4256" y="6591"/>
                </a:lnTo>
                <a:lnTo>
                  <a:pt x="4255" y="6591"/>
                </a:lnTo>
                <a:lnTo>
                  <a:pt x="4254" y="6591"/>
                </a:lnTo>
                <a:lnTo>
                  <a:pt x="4254" y="6592"/>
                </a:lnTo>
                <a:lnTo>
                  <a:pt x="4254" y="6593"/>
                </a:lnTo>
                <a:lnTo>
                  <a:pt x="4253" y="6593"/>
                </a:lnTo>
                <a:lnTo>
                  <a:pt x="4252" y="6593"/>
                </a:lnTo>
                <a:lnTo>
                  <a:pt x="4252" y="6594"/>
                </a:lnTo>
                <a:lnTo>
                  <a:pt x="4251" y="6594"/>
                </a:lnTo>
                <a:lnTo>
                  <a:pt x="4251" y="6593"/>
                </a:lnTo>
                <a:lnTo>
                  <a:pt x="4251" y="6594"/>
                </a:lnTo>
                <a:lnTo>
                  <a:pt x="4250" y="6594"/>
                </a:lnTo>
                <a:lnTo>
                  <a:pt x="4250" y="6593"/>
                </a:lnTo>
                <a:lnTo>
                  <a:pt x="4249" y="6593"/>
                </a:lnTo>
                <a:lnTo>
                  <a:pt x="4249" y="6594"/>
                </a:lnTo>
                <a:lnTo>
                  <a:pt x="4248" y="6594"/>
                </a:lnTo>
                <a:lnTo>
                  <a:pt x="4248" y="6593"/>
                </a:lnTo>
                <a:lnTo>
                  <a:pt x="4247" y="6593"/>
                </a:lnTo>
                <a:lnTo>
                  <a:pt x="4247" y="6592"/>
                </a:lnTo>
                <a:lnTo>
                  <a:pt x="4246" y="6592"/>
                </a:lnTo>
                <a:lnTo>
                  <a:pt x="4246" y="6591"/>
                </a:lnTo>
                <a:lnTo>
                  <a:pt x="4245" y="6591"/>
                </a:lnTo>
                <a:lnTo>
                  <a:pt x="4244" y="6591"/>
                </a:lnTo>
                <a:lnTo>
                  <a:pt x="4244" y="6592"/>
                </a:lnTo>
                <a:lnTo>
                  <a:pt x="4243" y="6592"/>
                </a:lnTo>
                <a:lnTo>
                  <a:pt x="4242" y="6592"/>
                </a:lnTo>
                <a:lnTo>
                  <a:pt x="4241" y="6592"/>
                </a:lnTo>
                <a:lnTo>
                  <a:pt x="4241" y="6591"/>
                </a:lnTo>
                <a:lnTo>
                  <a:pt x="4240" y="6591"/>
                </a:lnTo>
                <a:lnTo>
                  <a:pt x="4239" y="6591"/>
                </a:lnTo>
                <a:lnTo>
                  <a:pt x="4238" y="6591"/>
                </a:lnTo>
                <a:lnTo>
                  <a:pt x="4237" y="6591"/>
                </a:lnTo>
                <a:lnTo>
                  <a:pt x="4237" y="6592"/>
                </a:lnTo>
                <a:lnTo>
                  <a:pt x="4237" y="6593"/>
                </a:lnTo>
                <a:lnTo>
                  <a:pt x="4238" y="6593"/>
                </a:lnTo>
                <a:lnTo>
                  <a:pt x="4238" y="6594"/>
                </a:lnTo>
                <a:lnTo>
                  <a:pt x="4238" y="6595"/>
                </a:lnTo>
                <a:lnTo>
                  <a:pt x="4238" y="6596"/>
                </a:lnTo>
                <a:lnTo>
                  <a:pt x="4237" y="6596"/>
                </a:lnTo>
                <a:lnTo>
                  <a:pt x="4237" y="6597"/>
                </a:lnTo>
                <a:lnTo>
                  <a:pt x="4238" y="6597"/>
                </a:lnTo>
                <a:lnTo>
                  <a:pt x="4238" y="6598"/>
                </a:lnTo>
                <a:lnTo>
                  <a:pt x="4238" y="6599"/>
                </a:lnTo>
                <a:lnTo>
                  <a:pt x="4237" y="6599"/>
                </a:lnTo>
                <a:lnTo>
                  <a:pt x="4237" y="6600"/>
                </a:lnTo>
                <a:lnTo>
                  <a:pt x="4236" y="6600"/>
                </a:lnTo>
                <a:lnTo>
                  <a:pt x="4236" y="6601"/>
                </a:lnTo>
                <a:lnTo>
                  <a:pt x="4236" y="6602"/>
                </a:lnTo>
                <a:lnTo>
                  <a:pt x="4235" y="6602"/>
                </a:lnTo>
                <a:lnTo>
                  <a:pt x="4236" y="6602"/>
                </a:lnTo>
                <a:lnTo>
                  <a:pt x="4235" y="6602"/>
                </a:lnTo>
                <a:lnTo>
                  <a:pt x="4235" y="6603"/>
                </a:lnTo>
                <a:lnTo>
                  <a:pt x="4234" y="6603"/>
                </a:lnTo>
                <a:lnTo>
                  <a:pt x="4234" y="6602"/>
                </a:lnTo>
                <a:lnTo>
                  <a:pt x="4233" y="6602"/>
                </a:lnTo>
                <a:lnTo>
                  <a:pt x="4233" y="6601"/>
                </a:lnTo>
                <a:lnTo>
                  <a:pt x="4232" y="6601"/>
                </a:lnTo>
                <a:lnTo>
                  <a:pt x="4232" y="6602"/>
                </a:lnTo>
                <a:lnTo>
                  <a:pt x="4231" y="6602"/>
                </a:lnTo>
                <a:lnTo>
                  <a:pt x="4231" y="6601"/>
                </a:lnTo>
                <a:lnTo>
                  <a:pt x="4231" y="6602"/>
                </a:lnTo>
                <a:lnTo>
                  <a:pt x="4231" y="6601"/>
                </a:lnTo>
                <a:lnTo>
                  <a:pt x="4230" y="6601"/>
                </a:lnTo>
                <a:lnTo>
                  <a:pt x="4229" y="6601"/>
                </a:lnTo>
                <a:lnTo>
                  <a:pt x="4228" y="6601"/>
                </a:lnTo>
                <a:lnTo>
                  <a:pt x="4228" y="6600"/>
                </a:lnTo>
                <a:lnTo>
                  <a:pt x="4227" y="6600"/>
                </a:lnTo>
                <a:lnTo>
                  <a:pt x="4227" y="6599"/>
                </a:lnTo>
                <a:lnTo>
                  <a:pt x="4227" y="6598"/>
                </a:lnTo>
                <a:lnTo>
                  <a:pt x="4226" y="6598"/>
                </a:lnTo>
                <a:lnTo>
                  <a:pt x="4225" y="6598"/>
                </a:lnTo>
                <a:lnTo>
                  <a:pt x="4225" y="6597"/>
                </a:lnTo>
                <a:lnTo>
                  <a:pt x="4224" y="6597"/>
                </a:lnTo>
                <a:lnTo>
                  <a:pt x="4224" y="6596"/>
                </a:lnTo>
                <a:lnTo>
                  <a:pt x="4223" y="6596"/>
                </a:lnTo>
                <a:lnTo>
                  <a:pt x="4223" y="6595"/>
                </a:lnTo>
                <a:lnTo>
                  <a:pt x="4222" y="6595"/>
                </a:lnTo>
                <a:lnTo>
                  <a:pt x="4222" y="6594"/>
                </a:lnTo>
                <a:lnTo>
                  <a:pt x="4222" y="6593"/>
                </a:lnTo>
                <a:lnTo>
                  <a:pt x="4221" y="6593"/>
                </a:lnTo>
                <a:lnTo>
                  <a:pt x="4221" y="6592"/>
                </a:lnTo>
                <a:lnTo>
                  <a:pt x="4221" y="6591"/>
                </a:lnTo>
                <a:lnTo>
                  <a:pt x="4221" y="6590"/>
                </a:lnTo>
                <a:lnTo>
                  <a:pt x="4221" y="6589"/>
                </a:lnTo>
                <a:lnTo>
                  <a:pt x="4222" y="6589"/>
                </a:lnTo>
                <a:lnTo>
                  <a:pt x="4222" y="6588"/>
                </a:lnTo>
                <a:lnTo>
                  <a:pt x="4222" y="6587"/>
                </a:lnTo>
                <a:lnTo>
                  <a:pt x="4221" y="6587"/>
                </a:lnTo>
                <a:lnTo>
                  <a:pt x="4221" y="6586"/>
                </a:lnTo>
                <a:lnTo>
                  <a:pt x="4221" y="6585"/>
                </a:lnTo>
                <a:lnTo>
                  <a:pt x="4220" y="6585"/>
                </a:lnTo>
                <a:lnTo>
                  <a:pt x="4219" y="6585"/>
                </a:lnTo>
                <a:lnTo>
                  <a:pt x="4218" y="6585"/>
                </a:lnTo>
                <a:lnTo>
                  <a:pt x="4219" y="6585"/>
                </a:lnTo>
                <a:lnTo>
                  <a:pt x="4218" y="6584"/>
                </a:lnTo>
                <a:lnTo>
                  <a:pt x="4218" y="6583"/>
                </a:lnTo>
                <a:lnTo>
                  <a:pt x="4218" y="6582"/>
                </a:lnTo>
                <a:lnTo>
                  <a:pt x="4217" y="6582"/>
                </a:lnTo>
                <a:lnTo>
                  <a:pt x="4216" y="6582"/>
                </a:lnTo>
                <a:lnTo>
                  <a:pt x="4216" y="6581"/>
                </a:lnTo>
                <a:lnTo>
                  <a:pt x="4215" y="6581"/>
                </a:lnTo>
                <a:lnTo>
                  <a:pt x="4215" y="6580"/>
                </a:lnTo>
                <a:lnTo>
                  <a:pt x="4215" y="6579"/>
                </a:lnTo>
                <a:lnTo>
                  <a:pt x="4214" y="6579"/>
                </a:lnTo>
                <a:lnTo>
                  <a:pt x="4214" y="6578"/>
                </a:lnTo>
                <a:lnTo>
                  <a:pt x="4213" y="6578"/>
                </a:lnTo>
                <a:lnTo>
                  <a:pt x="4212" y="6578"/>
                </a:lnTo>
                <a:lnTo>
                  <a:pt x="4212" y="6577"/>
                </a:lnTo>
                <a:lnTo>
                  <a:pt x="4211" y="6577"/>
                </a:lnTo>
                <a:lnTo>
                  <a:pt x="4210" y="6577"/>
                </a:lnTo>
                <a:lnTo>
                  <a:pt x="4210" y="6576"/>
                </a:lnTo>
                <a:lnTo>
                  <a:pt x="4209" y="6576"/>
                </a:lnTo>
                <a:lnTo>
                  <a:pt x="4209" y="6577"/>
                </a:lnTo>
                <a:lnTo>
                  <a:pt x="4208" y="6577"/>
                </a:lnTo>
                <a:lnTo>
                  <a:pt x="4208" y="6578"/>
                </a:lnTo>
                <a:lnTo>
                  <a:pt x="4207" y="6578"/>
                </a:lnTo>
                <a:lnTo>
                  <a:pt x="4208" y="6578"/>
                </a:lnTo>
                <a:lnTo>
                  <a:pt x="4208" y="6579"/>
                </a:lnTo>
                <a:lnTo>
                  <a:pt x="4207" y="6579"/>
                </a:lnTo>
                <a:lnTo>
                  <a:pt x="4206" y="6579"/>
                </a:lnTo>
                <a:lnTo>
                  <a:pt x="4206" y="6578"/>
                </a:lnTo>
                <a:lnTo>
                  <a:pt x="4205" y="6578"/>
                </a:lnTo>
                <a:lnTo>
                  <a:pt x="4204" y="6578"/>
                </a:lnTo>
                <a:lnTo>
                  <a:pt x="4203" y="6578"/>
                </a:lnTo>
                <a:lnTo>
                  <a:pt x="4203" y="6579"/>
                </a:lnTo>
                <a:lnTo>
                  <a:pt x="4203" y="6580"/>
                </a:lnTo>
                <a:lnTo>
                  <a:pt x="4203" y="6581"/>
                </a:lnTo>
                <a:lnTo>
                  <a:pt x="4202" y="6581"/>
                </a:lnTo>
                <a:lnTo>
                  <a:pt x="4202" y="6582"/>
                </a:lnTo>
                <a:lnTo>
                  <a:pt x="4201" y="6582"/>
                </a:lnTo>
                <a:lnTo>
                  <a:pt x="4201" y="6581"/>
                </a:lnTo>
                <a:lnTo>
                  <a:pt x="4200" y="6581"/>
                </a:lnTo>
                <a:lnTo>
                  <a:pt x="4200" y="6582"/>
                </a:lnTo>
                <a:lnTo>
                  <a:pt x="4199" y="6582"/>
                </a:lnTo>
                <a:lnTo>
                  <a:pt x="4199" y="6583"/>
                </a:lnTo>
                <a:lnTo>
                  <a:pt x="4198" y="6583"/>
                </a:lnTo>
                <a:lnTo>
                  <a:pt x="4197" y="6583"/>
                </a:lnTo>
                <a:lnTo>
                  <a:pt x="4196" y="6583"/>
                </a:lnTo>
                <a:lnTo>
                  <a:pt x="4195" y="6583"/>
                </a:lnTo>
                <a:lnTo>
                  <a:pt x="4194" y="6582"/>
                </a:lnTo>
                <a:lnTo>
                  <a:pt x="4193" y="6582"/>
                </a:lnTo>
                <a:lnTo>
                  <a:pt x="4192" y="6582"/>
                </a:lnTo>
                <a:lnTo>
                  <a:pt x="4192" y="6583"/>
                </a:lnTo>
                <a:lnTo>
                  <a:pt x="4192" y="6584"/>
                </a:lnTo>
                <a:lnTo>
                  <a:pt x="4193" y="6584"/>
                </a:lnTo>
                <a:lnTo>
                  <a:pt x="4193" y="6585"/>
                </a:lnTo>
                <a:lnTo>
                  <a:pt x="4193" y="6586"/>
                </a:lnTo>
                <a:lnTo>
                  <a:pt x="4192" y="6586"/>
                </a:lnTo>
                <a:lnTo>
                  <a:pt x="4191" y="6586"/>
                </a:lnTo>
                <a:lnTo>
                  <a:pt x="4191" y="6587"/>
                </a:lnTo>
                <a:lnTo>
                  <a:pt x="4192" y="6588"/>
                </a:lnTo>
                <a:lnTo>
                  <a:pt x="4191" y="6588"/>
                </a:lnTo>
                <a:lnTo>
                  <a:pt x="4191" y="6589"/>
                </a:lnTo>
                <a:lnTo>
                  <a:pt x="4191" y="6590"/>
                </a:lnTo>
                <a:lnTo>
                  <a:pt x="4191" y="6591"/>
                </a:lnTo>
                <a:lnTo>
                  <a:pt x="4190" y="6591"/>
                </a:lnTo>
                <a:lnTo>
                  <a:pt x="4190" y="6592"/>
                </a:lnTo>
                <a:lnTo>
                  <a:pt x="4191" y="6592"/>
                </a:lnTo>
                <a:lnTo>
                  <a:pt x="4191" y="6593"/>
                </a:lnTo>
                <a:lnTo>
                  <a:pt x="4190" y="6594"/>
                </a:lnTo>
                <a:lnTo>
                  <a:pt x="4189" y="6594"/>
                </a:lnTo>
                <a:lnTo>
                  <a:pt x="4188" y="6594"/>
                </a:lnTo>
                <a:lnTo>
                  <a:pt x="4188" y="6595"/>
                </a:lnTo>
                <a:lnTo>
                  <a:pt x="4187" y="6595"/>
                </a:lnTo>
                <a:lnTo>
                  <a:pt x="4188" y="6595"/>
                </a:lnTo>
                <a:lnTo>
                  <a:pt x="4188" y="6596"/>
                </a:lnTo>
                <a:lnTo>
                  <a:pt x="4188" y="6597"/>
                </a:lnTo>
                <a:lnTo>
                  <a:pt x="4188" y="6598"/>
                </a:lnTo>
                <a:lnTo>
                  <a:pt x="4188" y="6599"/>
                </a:lnTo>
                <a:lnTo>
                  <a:pt x="4189" y="6599"/>
                </a:lnTo>
                <a:lnTo>
                  <a:pt x="4190" y="6600"/>
                </a:lnTo>
                <a:lnTo>
                  <a:pt x="4190" y="6601"/>
                </a:lnTo>
                <a:lnTo>
                  <a:pt x="4191" y="6601"/>
                </a:lnTo>
                <a:lnTo>
                  <a:pt x="4191" y="6603"/>
                </a:lnTo>
                <a:lnTo>
                  <a:pt x="4191" y="6604"/>
                </a:lnTo>
                <a:lnTo>
                  <a:pt x="4190" y="6604"/>
                </a:lnTo>
                <a:lnTo>
                  <a:pt x="4190" y="6605"/>
                </a:lnTo>
                <a:lnTo>
                  <a:pt x="4189" y="6605"/>
                </a:lnTo>
                <a:lnTo>
                  <a:pt x="4188" y="6605"/>
                </a:lnTo>
                <a:lnTo>
                  <a:pt x="4187" y="6605"/>
                </a:lnTo>
                <a:lnTo>
                  <a:pt x="4187" y="6606"/>
                </a:lnTo>
                <a:lnTo>
                  <a:pt x="4186" y="6606"/>
                </a:lnTo>
                <a:lnTo>
                  <a:pt x="4186" y="6607"/>
                </a:lnTo>
                <a:lnTo>
                  <a:pt x="4187" y="6607"/>
                </a:lnTo>
                <a:lnTo>
                  <a:pt x="4187" y="6608"/>
                </a:lnTo>
                <a:lnTo>
                  <a:pt x="4187" y="6609"/>
                </a:lnTo>
                <a:lnTo>
                  <a:pt x="4187" y="6610"/>
                </a:lnTo>
                <a:lnTo>
                  <a:pt x="4188" y="6610"/>
                </a:lnTo>
                <a:lnTo>
                  <a:pt x="4188" y="6611"/>
                </a:lnTo>
                <a:lnTo>
                  <a:pt x="4187" y="6611"/>
                </a:lnTo>
                <a:lnTo>
                  <a:pt x="4187" y="6612"/>
                </a:lnTo>
                <a:lnTo>
                  <a:pt x="4186" y="6613"/>
                </a:lnTo>
                <a:lnTo>
                  <a:pt x="4185" y="6613"/>
                </a:lnTo>
                <a:lnTo>
                  <a:pt x="4185" y="6614"/>
                </a:lnTo>
                <a:lnTo>
                  <a:pt x="4184" y="6614"/>
                </a:lnTo>
                <a:lnTo>
                  <a:pt x="4184" y="6616"/>
                </a:lnTo>
                <a:lnTo>
                  <a:pt x="4183" y="6616"/>
                </a:lnTo>
                <a:lnTo>
                  <a:pt x="4183" y="6617"/>
                </a:lnTo>
                <a:lnTo>
                  <a:pt x="4182" y="6617"/>
                </a:lnTo>
                <a:lnTo>
                  <a:pt x="4182" y="6618"/>
                </a:lnTo>
                <a:lnTo>
                  <a:pt x="4183" y="6618"/>
                </a:lnTo>
                <a:lnTo>
                  <a:pt x="4183" y="6619"/>
                </a:lnTo>
                <a:lnTo>
                  <a:pt x="4182" y="6619"/>
                </a:lnTo>
                <a:lnTo>
                  <a:pt x="4183" y="6619"/>
                </a:lnTo>
                <a:lnTo>
                  <a:pt x="4183" y="6620"/>
                </a:lnTo>
                <a:lnTo>
                  <a:pt x="4183" y="6621"/>
                </a:lnTo>
                <a:lnTo>
                  <a:pt x="4182" y="6622"/>
                </a:lnTo>
                <a:lnTo>
                  <a:pt x="4182" y="6623"/>
                </a:lnTo>
                <a:lnTo>
                  <a:pt x="4181" y="6623"/>
                </a:lnTo>
                <a:lnTo>
                  <a:pt x="4180" y="6623"/>
                </a:lnTo>
                <a:lnTo>
                  <a:pt x="4180" y="6622"/>
                </a:lnTo>
                <a:lnTo>
                  <a:pt x="4179" y="6622"/>
                </a:lnTo>
                <a:lnTo>
                  <a:pt x="4179" y="6623"/>
                </a:lnTo>
                <a:lnTo>
                  <a:pt x="4178" y="6623"/>
                </a:lnTo>
                <a:lnTo>
                  <a:pt x="4177" y="6623"/>
                </a:lnTo>
                <a:lnTo>
                  <a:pt x="4177" y="6624"/>
                </a:lnTo>
                <a:lnTo>
                  <a:pt x="4177" y="6623"/>
                </a:lnTo>
                <a:lnTo>
                  <a:pt x="4176" y="6624"/>
                </a:lnTo>
                <a:lnTo>
                  <a:pt x="4175" y="6624"/>
                </a:lnTo>
                <a:lnTo>
                  <a:pt x="4175" y="6623"/>
                </a:lnTo>
                <a:lnTo>
                  <a:pt x="4174" y="6623"/>
                </a:lnTo>
                <a:lnTo>
                  <a:pt x="4173" y="6623"/>
                </a:lnTo>
                <a:lnTo>
                  <a:pt x="4172" y="6623"/>
                </a:lnTo>
                <a:lnTo>
                  <a:pt x="4172" y="6622"/>
                </a:lnTo>
                <a:lnTo>
                  <a:pt x="4172" y="6623"/>
                </a:lnTo>
                <a:lnTo>
                  <a:pt x="4171" y="6623"/>
                </a:lnTo>
                <a:lnTo>
                  <a:pt x="4171" y="6622"/>
                </a:lnTo>
                <a:lnTo>
                  <a:pt x="4171" y="6623"/>
                </a:lnTo>
                <a:lnTo>
                  <a:pt x="4171" y="6624"/>
                </a:lnTo>
                <a:lnTo>
                  <a:pt x="4170" y="6624"/>
                </a:lnTo>
                <a:lnTo>
                  <a:pt x="4171" y="6624"/>
                </a:lnTo>
                <a:lnTo>
                  <a:pt x="4171" y="6625"/>
                </a:lnTo>
                <a:lnTo>
                  <a:pt x="4170" y="6625"/>
                </a:lnTo>
                <a:lnTo>
                  <a:pt x="4170" y="6626"/>
                </a:lnTo>
                <a:lnTo>
                  <a:pt x="4169" y="6626"/>
                </a:lnTo>
                <a:lnTo>
                  <a:pt x="4168" y="6626"/>
                </a:lnTo>
                <a:lnTo>
                  <a:pt x="4168" y="6627"/>
                </a:lnTo>
                <a:lnTo>
                  <a:pt x="4168" y="6628"/>
                </a:lnTo>
                <a:lnTo>
                  <a:pt x="4167" y="6628"/>
                </a:lnTo>
                <a:lnTo>
                  <a:pt x="4167" y="6629"/>
                </a:lnTo>
                <a:lnTo>
                  <a:pt x="4168" y="6629"/>
                </a:lnTo>
                <a:lnTo>
                  <a:pt x="4168" y="6630"/>
                </a:lnTo>
                <a:lnTo>
                  <a:pt x="4167" y="6630"/>
                </a:lnTo>
                <a:lnTo>
                  <a:pt x="4167" y="6631"/>
                </a:lnTo>
                <a:lnTo>
                  <a:pt x="4168" y="6631"/>
                </a:lnTo>
                <a:lnTo>
                  <a:pt x="4168" y="6632"/>
                </a:lnTo>
                <a:lnTo>
                  <a:pt x="4169" y="6632"/>
                </a:lnTo>
                <a:lnTo>
                  <a:pt x="4169" y="6633"/>
                </a:lnTo>
                <a:lnTo>
                  <a:pt x="4170" y="6633"/>
                </a:lnTo>
                <a:lnTo>
                  <a:pt x="4170" y="6634"/>
                </a:lnTo>
                <a:lnTo>
                  <a:pt x="4171" y="6634"/>
                </a:lnTo>
                <a:lnTo>
                  <a:pt x="4171" y="6635"/>
                </a:lnTo>
                <a:lnTo>
                  <a:pt x="4171" y="6636"/>
                </a:lnTo>
                <a:lnTo>
                  <a:pt x="4171" y="6637"/>
                </a:lnTo>
                <a:lnTo>
                  <a:pt x="4171" y="6638"/>
                </a:lnTo>
                <a:lnTo>
                  <a:pt x="4172" y="6639"/>
                </a:lnTo>
                <a:lnTo>
                  <a:pt x="4172" y="6640"/>
                </a:lnTo>
                <a:lnTo>
                  <a:pt x="4173" y="6640"/>
                </a:lnTo>
                <a:lnTo>
                  <a:pt x="4174" y="6640"/>
                </a:lnTo>
                <a:lnTo>
                  <a:pt x="4174" y="6641"/>
                </a:lnTo>
                <a:lnTo>
                  <a:pt x="4175" y="6641"/>
                </a:lnTo>
                <a:lnTo>
                  <a:pt x="4175" y="6642"/>
                </a:lnTo>
                <a:lnTo>
                  <a:pt x="4175" y="6643"/>
                </a:lnTo>
                <a:lnTo>
                  <a:pt x="4174" y="6643"/>
                </a:lnTo>
                <a:lnTo>
                  <a:pt x="4174" y="6644"/>
                </a:lnTo>
                <a:lnTo>
                  <a:pt x="4175" y="6644"/>
                </a:lnTo>
                <a:lnTo>
                  <a:pt x="4175" y="6645"/>
                </a:lnTo>
                <a:lnTo>
                  <a:pt x="4176" y="6645"/>
                </a:lnTo>
                <a:lnTo>
                  <a:pt x="4176" y="6646"/>
                </a:lnTo>
                <a:lnTo>
                  <a:pt x="4177" y="6646"/>
                </a:lnTo>
                <a:lnTo>
                  <a:pt x="4177" y="6647"/>
                </a:lnTo>
                <a:lnTo>
                  <a:pt x="4176" y="6647"/>
                </a:lnTo>
                <a:lnTo>
                  <a:pt x="4176" y="6648"/>
                </a:lnTo>
                <a:lnTo>
                  <a:pt x="4175" y="6648"/>
                </a:lnTo>
                <a:lnTo>
                  <a:pt x="4176" y="6648"/>
                </a:lnTo>
                <a:lnTo>
                  <a:pt x="4176" y="6649"/>
                </a:lnTo>
                <a:lnTo>
                  <a:pt x="4176" y="6650"/>
                </a:lnTo>
                <a:lnTo>
                  <a:pt x="4176" y="6651"/>
                </a:lnTo>
                <a:lnTo>
                  <a:pt x="4177" y="6651"/>
                </a:lnTo>
                <a:lnTo>
                  <a:pt x="4177" y="6652"/>
                </a:lnTo>
                <a:lnTo>
                  <a:pt x="4176" y="6652"/>
                </a:lnTo>
                <a:lnTo>
                  <a:pt x="4175" y="6652"/>
                </a:lnTo>
                <a:lnTo>
                  <a:pt x="4174" y="6652"/>
                </a:lnTo>
                <a:lnTo>
                  <a:pt x="4174" y="6651"/>
                </a:lnTo>
                <a:lnTo>
                  <a:pt x="4174" y="6652"/>
                </a:lnTo>
                <a:lnTo>
                  <a:pt x="4173" y="6652"/>
                </a:lnTo>
                <a:lnTo>
                  <a:pt x="4172" y="6652"/>
                </a:lnTo>
                <a:lnTo>
                  <a:pt x="4171" y="6652"/>
                </a:lnTo>
                <a:lnTo>
                  <a:pt x="4171" y="6653"/>
                </a:lnTo>
                <a:lnTo>
                  <a:pt x="4171" y="6654"/>
                </a:lnTo>
                <a:lnTo>
                  <a:pt x="4171" y="6655"/>
                </a:lnTo>
                <a:lnTo>
                  <a:pt x="4172" y="6655"/>
                </a:lnTo>
                <a:lnTo>
                  <a:pt x="4172" y="6656"/>
                </a:lnTo>
                <a:lnTo>
                  <a:pt x="4172" y="6657"/>
                </a:lnTo>
                <a:lnTo>
                  <a:pt x="4171" y="6657"/>
                </a:lnTo>
                <a:lnTo>
                  <a:pt x="4172" y="6657"/>
                </a:lnTo>
                <a:lnTo>
                  <a:pt x="4173" y="6657"/>
                </a:lnTo>
                <a:lnTo>
                  <a:pt x="4173" y="6658"/>
                </a:lnTo>
                <a:lnTo>
                  <a:pt x="4174" y="6658"/>
                </a:lnTo>
                <a:lnTo>
                  <a:pt x="4173" y="6658"/>
                </a:lnTo>
                <a:lnTo>
                  <a:pt x="4174" y="6658"/>
                </a:lnTo>
                <a:lnTo>
                  <a:pt x="4174" y="6659"/>
                </a:lnTo>
                <a:lnTo>
                  <a:pt x="4173" y="6659"/>
                </a:lnTo>
                <a:lnTo>
                  <a:pt x="4173" y="6660"/>
                </a:lnTo>
                <a:lnTo>
                  <a:pt x="4174" y="6660"/>
                </a:lnTo>
                <a:lnTo>
                  <a:pt x="4175" y="6660"/>
                </a:lnTo>
                <a:lnTo>
                  <a:pt x="4175" y="6661"/>
                </a:lnTo>
                <a:lnTo>
                  <a:pt x="4175" y="6662"/>
                </a:lnTo>
                <a:lnTo>
                  <a:pt x="4175" y="6664"/>
                </a:lnTo>
                <a:lnTo>
                  <a:pt x="4174" y="6664"/>
                </a:lnTo>
                <a:lnTo>
                  <a:pt x="4175" y="6664"/>
                </a:lnTo>
                <a:lnTo>
                  <a:pt x="4175" y="6665"/>
                </a:lnTo>
                <a:lnTo>
                  <a:pt x="4176" y="6665"/>
                </a:lnTo>
                <a:lnTo>
                  <a:pt x="4177" y="6665"/>
                </a:lnTo>
                <a:lnTo>
                  <a:pt x="4177" y="6666"/>
                </a:lnTo>
                <a:lnTo>
                  <a:pt x="4177" y="6667"/>
                </a:lnTo>
                <a:lnTo>
                  <a:pt x="4178" y="6667"/>
                </a:lnTo>
                <a:lnTo>
                  <a:pt x="4178" y="6668"/>
                </a:lnTo>
                <a:lnTo>
                  <a:pt x="4178" y="6669"/>
                </a:lnTo>
                <a:lnTo>
                  <a:pt x="4178" y="6670"/>
                </a:lnTo>
                <a:lnTo>
                  <a:pt x="4178" y="6671"/>
                </a:lnTo>
                <a:lnTo>
                  <a:pt x="4178" y="6672"/>
                </a:lnTo>
                <a:lnTo>
                  <a:pt x="4179" y="6672"/>
                </a:lnTo>
                <a:lnTo>
                  <a:pt x="4179" y="6673"/>
                </a:lnTo>
                <a:lnTo>
                  <a:pt x="4180" y="6674"/>
                </a:lnTo>
                <a:lnTo>
                  <a:pt x="4181" y="6675"/>
                </a:lnTo>
                <a:lnTo>
                  <a:pt x="4181" y="6676"/>
                </a:lnTo>
                <a:lnTo>
                  <a:pt x="4180" y="6676"/>
                </a:lnTo>
                <a:lnTo>
                  <a:pt x="4180" y="6677"/>
                </a:lnTo>
                <a:lnTo>
                  <a:pt x="4179" y="6677"/>
                </a:lnTo>
                <a:lnTo>
                  <a:pt x="4179" y="6678"/>
                </a:lnTo>
                <a:lnTo>
                  <a:pt x="4179" y="6679"/>
                </a:lnTo>
                <a:lnTo>
                  <a:pt x="4178" y="6680"/>
                </a:lnTo>
                <a:lnTo>
                  <a:pt x="4179" y="6680"/>
                </a:lnTo>
                <a:lnTo>
                  <a:pt x="4179" y="6681"/>
                </a:lnTo>
                <a:lnTo>
                  <a:pt x="4178" y="6681"/>
                </a:lnTo>
                <a:lnTo>
                  <a:pt x="4178" y="6682"/>
                </a:lnTo>
                <a:lnTo>
                  <a:pt x="4178" y="6683"/>
                </a:lnTo>
                <a:lnTo>
                  <a:pt x="4177" y="6683"/>
                </a:lnTo>
                <a:lnTo>
                  <a:pt x="4176" y="6683"/>
                </a:lnTo>
                <a:lnTo>
                  <a:pt x="4175" y="6684"/>
                </a:lnTo>
                <a:lnTo>
                  <a:pt x="4176" y="6684"/>
                </a:lnTo>
                <a:lnTo>
                  <a:pt x="4177" y="6684"/>
                </a:lnTo>
                <a:lnTo>
                  <a:pt x="4178" y="6684"/>
                </a:lnTo>
                <a:lnTo>
                  <a:pt x="4179" y="6684"/>
                </a:lnTo>
                <a:lnTo>
                  <a:pt x="4180" y="6684"/>
                </a:lnTo>
                <a:lnTo>
                  <a:pt x="4180" y="6685"/>
                </a:lnTo>
                <a:lnTo>
                  <a:pt x="4180" y="6686"/>
                </a:lnTo>
                <a:lnTo>
                  <a:pt x="4181" y="6686"/>
                </a:lnTo>
                <a:lnTo>
                  <a:pt x="4181" y="6687"/>
                </a:lnTo>
                <a:lnTo>
                  <a:pt x="4182" y="6687"/>
                </a:lnTo>
                <a:lnTo>
                  <a:pt x="4183" y="6687"/>
                </a:lnTo>
                <a:lnTo>
                  <a:pt x="4184" y="6687"/>
                </a:lnTo>
                <a:lnTo>
                  <a:pt x="4184" y="6688"/>
                </a:lnTo>
                <a:lnTo>
                  <a:pt x="4185" y="6688"/>
                </a:lnTo>
                <a:lnTo>
                  <a:pt x="4186" y="6688"/>
                </a:lnTo>
                <a:lnTo>
                  <a:pt x="4186" y="6689"/>
                </a:lnTo>
                <a:lnTo>
                  <a:pt x="4186" y="6690"/>
                </a:lnTo>
                <a:lnTo>
                  <a:pt x="4187" y="6691"/>
                </a:lnTo>
                <a:lnTo>
                  <a:pt x="4188" y="6691"/>
                </a:lnTo>
                <a:lnTo>
                  <a:pt x="4188" y="6692"/>
                </a:lnTo>
                <a:lnTo>
                  <a:pt x="4189" y="6692"/>
                </a:lnTo>
                <a:lnTo>
                  <a:pt x="4189" y="6691"/>
                </a:lnTo>
                <a:lnTo>
                  <a:pt x="4189" y="6692"/>
                </a:lnTo>
                <a:lnTo>
                  <a:pt x="4189" y="6691"/>
                </a:lnTo>
                <a:lnTo>
                  <a:pt x="4190" y="6691"/>
                </a:lnTo>
                <a:lnTo>
                  <a:pt x="4190" y="6690"/>
                </a:lnTo>
                <a:lnTo>
                  <a:pt x="4191" y="6690"/>
                </a:lnTo>
                <a:lnTo>
                  <a:pt x="4191" y="6689"/>
                </a:lnTo>
                <a:lnTo>
                  <a:pt x="4192" y="6689"/>
                </a:lnTo>
                <a:lnTo>
                  <a:pt x="4193" y="6689"/>
                </a:lnTo>
                <a:lnTo>
                  <a:pt x="4193" y="6690"/>
                </a:lnTo>
                <a:lnTo>
                  <a:pt x="4193" y="6689"/>
                </a:lnTo>
                <a:lnTo>
                  <a:pt x="4193" y="6690"/>
                </a:lnTo>
                <a:lnTo>
                  <a:pt x="4194" y="6690"/>
                </a:lnTo>
                <a:lnTo>
                  <a:pt x="4194" y="6691"/>
                </a:lnTo>
                <a:lnTo>
                  <a:pt x="4194" y="6692"/>
                </a:lnTo>
                <a:lnTo>
                  <a:pt x="4194" y="6693"/>
                </a:lnTo>
                <a:lnTo>
                  <a:pt x="4195" y="6693"/>
                </a:lnTo>
                <a:lnTo>
                  <a:pt x="4195" y="6694"/>
                </a:lnTo>
                <a:lnTo>
                  <a:pt x="4195" y="6695"/>
                </a:lnTo>
                <a:lnTo>
                  <a:pt x="4194" y="6695"/>
                </a:lnTo>
                <a:lnTo>
                  <a:pt x="4194" y="6696"/>
                </a:lnTo>
                <a:lnTo>
                  <a:pt x="4194" y="6697"/>
                </a:lnTo>
                <a:lnTo>
                  <a:pt x="4193" y="6697"/>
                </a:lnTo>
                <a:lnTo>
                  <a:pt x="4193" y="6698"/>
                </a:lnTo>
                <a:lnTo>
                  <a:pt x="4193" y="6699"/>
                </a:lnTo>
                <a:lnTo>
                  <a:pt x="4194" y="6699"/>
                </a:lnTo>
                <a:lnTo>
                  <a:pt x="4194" y="6700"/>
                </a:lnTo>
                <a:lnTo>
                  <a:pt x="4195" y="6700"/>
                </a:lnTo>
                <a:lnTo>
                  <a:pt x="4195" y="6701"/>
                </a:lnTo>
                <a:lnTo>
                  <a:pt x="4196" y="6702"/>
                </a:lnTo>
                <a:lnTo>
                  <a:pt x="4197" y="6702"/>
                </a:lnTo>
                <a:lnTo>
                  <a:pt x="4198" y="6702"/>
                </a:lnTo>
                <a:lnTo>
                  <a:pt x="4199" y="6702"/>
                </a:lnTo>
                <a:lnTo>
                  <a:pt x="4198" y="6702"/>
                </a:lnTo>
                <a:lnTo>
                  <a:pt x="4198" y="6703"/>
                </a:lnTo>
                <a:lnTo>
                  <a:pt x="4199" y="6703"/>
                </a:lnTo>
                <a:lnTo>
                  <a:pt x="4200" y="6703"/>
                </a:lnTo>
                <a:lnTo>
                  <a:pt x="4200" y="6704"/>
                </a:lnTo>
                <a:lnTo>
                  <a:pt x="4201" y="6704"/>
                </a:lnTo>
                <a:lnTo>
                  <a:pt x="4201" y="6705"/>
                </a:lnTo>
                <a:lnTo>
                  <a:pt x="4201" y="6706"/>
                </a:lnTo>
                <a:lnTo>
                  <a:pt x="4201" y="6707"/>
                </a:lnTo>
                <a:lnTo>
                  <a:pt x="4200" y="6707"/>
                </a:lnTo>
                <a:lnTo>
                  <a:pt x="4200" y="6708"/>
                </a:lnTo>
                <a:lnTo>
                  <a:pt x="4201" y="6708"/>
                </a:lnTo>
                <a:lnTo>
                  <a:pt x="4200" y="6708"/>
                </a:lnTo>
                <a:lnTo>
                  <a:pt x="4201" y="6708"/>
                </a:lnTo>
                <a:lnTo>
                  <a:pt x="4201" y="6709"/>
                </a:lnTo>
                <a:lnTo>
                  <a:pt x="4201" y="6710"/>
                </a:lnTo>
                <a:lnTo>
                  <a:pt x="4202" y="6710"/>
                </a:lnTo>
                <a:lnTo>
                  <a:pt x="4202" y="6711"/>
                </a:lnTo>
                <a:lnTo>
                  <a:pt x="4203" y="6711"/>
                </a:lnTo>
                <a:lnTo>
                  <a:pt x="4204" y="6712"/>
                </a:lnTo>
                <a:lnTo>
                  <a:pt x="4204" y="6711"/>
                </a:lnTo>
                <a:lnTo>
                  <a:pt x="4205" y="6712"/>
                </a:lnTo>
                <a:lnTo>
                  <a:pt x="4206" y="6712"/>
                </a:lnTo>
                <a:lnTo>
                  <a:pt x="4207" y="6712"/>
                </a:lnTo>
                <a:lnTo>
                  <a:pt x="4208" y="6712"/>
                </a:lnTo>
                <a:lnTo>
                  <a:pt x="4208" y="6713"/>
                </a:lnTo>
                <a:lnTo>
                  <a:pt x="4208" y="6714"/>
                </a:lnTo>
                <a:lnTo>
                  <a:pt x="4209" y="6714"/>
                </a:lnTo>
                <a:lnTo>
                  <a:pt x="4210" y="6714"/>
                </a:lnTo>
                <a:lnTo>
                  <a:pt x="4209" y="6715"/>
                </a:lnTo>
                <a:lnTo>
                  <a:pt x="4208" y="6715"/>
                </a:lnTo>
                <a:lnTo>
                  <a:pt x="4207" y="6715"/>
                </a:lnTo>
                <a:lnTo>
                  <a:pt x="4207" y="6716"/>
                </a:lnTo>
                <a:lnTo>
                  <a:pt x="4207" y="6717"/>
                </a:lnTo>
                <a:lnTo>
                  <a:pt x="4207" y="6718"/>
                </a:lnTo>
                <a:lnTo>
                  <a:pt x="4206" y="6718"/>
                </a:lnTo>
                <a:lnTo>
                  <a:pt x="4206" y="6719"/>
                </a:lnTo>
                <a:lnTo>
                  <a:pt x="4207" y="6719"/>
                </a:lnTo>
                <a:lnTo>
                  <a:pt x="4206" y="6719"/>
                </a:lnTo>
                <a:lnTo>
                  <a:pt x="4206" y="6720"/>
                </a:lnTo>
                <a:lnTo>
                  <a:pt x="4206" y="6721"/>
                </a:lnTo>
                <a:lnTo>
                  <a:pt x="4205" y="6721"/>
                </a:lnTo>
                <a:lnTo>
                  <a:pt x="4205" y="6722"/>
                </a:lnTo>
                <a:lnTo>
                  <a:pt x="4204" y="6722"/>
                </a:lnTo>
                <a:lnTo>
                  <a:pt x="4204" y="6723"/>
                </a:lnTo>
                <a:lnTo>
                  <a:pt x="4204" y="6725"/>
                </a:lnTo>
                <a:lnTo>
                  <a:pt x="4204" y="6727"/>
                </a:lnTo>
                <a:lnTo>
                  <a:pt x="4204" y="6728"/>
                </a:lnTo>
                <a:lnTo>
                  <a:pt x="4203" y="6728"/>
                </a:lnTo>
                <a:lnTo>
                  <a:pt x="4202" y="6728"/>
                </a:lnTo>
                <a:lnTo>
                  <a:pt x="4202" y="6729"/>
                </a:lnTo>
                <a:lnTo>
                  <a:pt x="4201" y="6729"/>
                </a:lnTo>
                <a:lnTo>
                  <a:pt x="4201" y="6730"/>
                </a:lnTo>
                <a:lnTo>
                  <a:pt x="4202" y="6730"/>
                </a:lnTo>
                <a:lnTo>
                  <a:pt x="4201" y="6730"/>
                </a:lnTo>
                <a:lnTo>
                  <a:pt x="4201" y="6731"/>
                </a:lnTo>
                <a:lnTo>
                  <a:pt x="4202" y="6731"/>
                </a:lnTo>
                <a:lnTo>
                  <a:pt x="4201" y="6731"/>
                </a:lnTo>
                <a:lnTo>
                  <a:pt x="4201" y="6732"/>
                </a:lnTo>
                <a:lnTo>
                  <a:pt x="4202" y="6732"/>
                </a:lnTo>
                <a:lnTo>
                  <a:pt x="4202" y="6733"/>
                </a:lnTo>
                <a:lnTo>
                  <a:pt x="4201" y="6733"/>
                </a:lnTo>
                <a:lnTo>
                  <a:pt x="4201" y="6734"/>
                </a:lnTo>
                <a:lnTo>
                  <a:pt x="4202" y="6734"/>
                </a:lnTo>
                <a:lnTo>
                  <a:pt x="4203" y="6734"/>
                </a:lnTo>
                <a:lnTo>
                  <a:pt x="4204" y="6734"/>
                </a:lnTo>
                <a:lnTo>
                  <a:pt x="4204" y="6735"/>
                </a:lnTo>
                <a:lnTo>
                  <a:pt x="4205" y="6735"/>
                </a:lnTo>
                <a:lnTo>
                  <a:pt x="4205" y="6736"/>
                </a:lnTo>
                <a:lnTo>
                  <a:pt x="4206" y="6736"/>
                </a:lnTo>
                <a:lnTo>
                  <a:pt x="4206" y="6737"/>
                </a:lnTo>
                <a:lnTo>
                  <a:pt x="4206" y="6738"/>
                </a:lnTo>
                <a:lnTo>
                  <a:pt x="4206" y="6739"/>
                </a:lnTo>
                <a:lnTo>
                  <a:pt x="4206" y="6740"/>
                </a:lnTo>
                <a:lnTo>
                  <a:pt x="4206" y="6741"/>
                </a:lnTo>
                <a:lnTo>
                  <a:pt x="4206" y="6742"/>
                </a:lnTo>
                <a:lnTo>
                  <a:pt x="4207" y="6742"/>
                </a:lnTo>
                <a:lnTo>
                  <a:pt x="4206" y="6742"/>
                </a:lnTo>
                <a:lnTo>
                  <a:pt x="4206" y="6743"/>
                </a:lnTo>
                <a:lnTo>
                  <a:pt x="4206" y="6744"/>
                </a:lnTo>
                <a:lnTo>
                  <a:pt x="4206" y="6745"/>
                </a:lnTo>
                <a:lnTo>
                  <a:pt x="4206" y="6746"/>
                </a:lnTo>
                <a:lnTo>
                  <a:pt x="4206" y="6747"/>
                </a:lnTo>
                <a:lnTo>
                  <a:pt x="4205" y="6747"/>
                </a:lnTo>
                <a:lnTo>
                  <a:pt x="4205" y="6748"/>
                </a:lnTo>
                <a:lnTo>
                  <a:pt x="4206" y="6748"/>
                </a:lnTo>
                <a:lnTo>
                  <a:pt x="4207" y="6748"/>
                </a:lnTo>
                <a:lnTo>
                  <a:pt x="4208" y="6748"/>
                </a:lnTo>
                <a:lnTo>
                  <a:pt x="4208" y="6749"/>
                </a:lnTo>
                <a:lnTo>
                  <a:pt x="4207" y="6749"/>
                </a:lnTo>
                <a:lnTo>
                  <a:pt x="4207" y="6750"/>
                </a:lnTo>
                <a:lnTo>
                  <a:pt x="4207" y="6751"/>
                </a:lnTo>
                <a:lnTo>
                  <a:pt x="4208" y="6751"/>
                </a:lnTo>
                <a:lnTo>
                  <a:pt x="4208" y="6752"/>
                </a:lnTo>
                <a:lnTo>
                  <a:pt x="4209" y="6752"/>
                </a:lnTo>
                <a:lnTo>
                  <a:pt x="4209" y="6751"/>
                </a:lnTo>
                <a:lnTo>
                  <a:pt x="4210" y="6751"/>
                </a:lnTo>
                <a:lnTo>
                  <a:pt x="4211" y="6751"/>
                </a:lnTo>
                <a:lnTo>
                  <a:pt x="4212" y="6751"/>
                </a:lnTo>
                <a:lnTo>
                  <a:pt x="4212" y="6750"/>
                </a:lnTo>
                <a:lnTo>
                  <a:pt x="4213" y="6750"/>
                </a:lnTo>
                <a:lnTo>
                  <a:pt x="4213" y="6751"/>
                </a:lnTo>
                <a:lnTo>
                  <a:pt x="4213" y="6752"/>
                </a:lnTo>
                <a:lnTo>
                  <a:pt x="4213" y="6753"/>
                </a:lnTo>
                <a:lnTo>
                  <a:pt x="4213" y="6754"/>
                </a:lnTo>
                <a:lnTo>
                  <a:pt x="4214" y="6755"/>
                </a:lnTo>
                <a:lnTo>
                  <a:pt x="4215" y="6754"/>
                </a:lnTo>
                <a:lnTo>
                  <a:pt x="4216" y="6754"/>
                </a:lnTo>
                <a:lnTo>
                  <a:pt x="4217" y="6754"/>
                </a:lnTo>
                <a:lnTo>
                  <a:pt x="4217" y="6755"/>
                </a:lnTo>
                <a:lnTo>
                  <a:pt x="4218" y="6755"/>
                </a:lnTo>
                <a:lnTo>
                  <a:pt x="4218" y="6756"/>
                </a:lnTo>
                <a:lnTo>
                  <a:pt x="4217" y="6756"/>
                </a:lnTo>
                <a:lnTo>
                  <a:pt x="4217" y="6757"/>
                </a:lnTo>
                <a:lnTo>
                  <a:pt x="4217" y="6758"/>
                </a:lnTo>
                <a:lnTo>
                  <a:pt x="4216" y="6758"/>
                </a:lnTo>
                <a:lnTo>
                  <a:pt x="4216" y="6759"/>
                </a:lnTo>
                <a:lnTo>
                  <a:pt x="4216" y="6760"/>
                </a:lnTo>
                <a:lnTo>
                  <a:pt x="4216" y="6761"/>
                </a:lnTo>
                <a:lnTo>
                  <a:pt x="4216" y="6762"/>
                </a:lnTo>
                <a:lnTo>
                  <a:pt x="4215" y="6762"/>
                </a:lnTo>
                <a:lnTo>
                  <a:pt x="4214" y="6762"/>
                </a:lnTo>
                <a:lnTo>
                  <a:pt x="4213" y="6762"/>
                </a:lnTo>
                <a:lnTo>
                  <a:pt x="4212" y="6762"/>
                </a:lnTo>
                <a:lnTo>
                  <a:pt x="4212" y="6763"/>
                </a:lnTo>
                <a:lnTo>
                  <a:pt x="4212" y="6764"/>
                </a:lnTo>
                <a:lnTo>
                  <a:pt x="4211" y="6764"/>
                </a:lnTo>
                <a:lnTo>
                  <a:pt x="4210" y="6764"/>
                </a:lnTo>
                <a:lnTo>
                  <a:pt x="4209" y="6764"/>
                </a:lnTo>
                <a:lnTo>
                  <a:pt x="4208" y="6764"/>
                </a:lnTo>
                <a:lnTo>
                  <a:pt x="4207" y="6764"/>
                </a:lnTo>
                <a:lnTo>
                  <a:pt x="4206" y="6764"/>
                </a:lnTo>
                <a:lnTo>
                  <a:pt x="4206" y="6763"/>
                </a:lnTo>
                <a:lnTo>
                  <a:pt x="4205" y="6763"/>
                </a:lnTo>
                <a:lnTo>
                  <a:pt x="4204" y="6763"/>
                </a:lnTo>
                <a:lnTo>
                  <a:pt x="4204" y="6762"/>
                </a:lnTo>
                <a:lnTo>
                  <a:pt x="4204" y="6763"/>
                </a:lnTo>
                <a:lnTo>
                  <a:pt x="4202" y="6763"/>
                </a:lnTo>
                <a:lnTo>
                  <a:pt x="4201" y="6763"/>
                </a:lnTo>
                <a:lnTo>
                  <a:pt x="4201" y="6764"/>
                </a:lnTo>
                <a:lnTo>
                  <a:pt x="4201" y="6765"/>
                </a:lnTo>
                <a:lnTo>
                  <a:pt x="4201" y="6766"/>
                </a:lnTo>
                <a:lnTo>
                  <a:pt x="4202" y="6767"/>
                </a:lnTo>
                <a:lnTo>
                  <a:pt x="4203" y="6767"/>
                </a:lnTo>
                <a:lnTo>
                  <a:pt x="4204" y="6767"/>
                </a:lnTo>
                <a:lnTo>
                  <a:pt x="4203" y="6767"/>
                </a:lnTo>
                <a:lnTo>
                  <a:pt x="4203" y="6768"/>
                </a:lnTo>
                <a:lnTo>
                  <a:pt x="4203" y="6769"/>
                </a:lnTo>
                <a:lnTo>
                  <a:pt x="4202" y="6769"/>
                </a:lnTo>
                <a:lnTo>
                  <a:pt x="4202" y="6770"/>
                </a:lnTo>
                <a:lnTo>
                  <a:pt x="4202" y="6771"/>
                </a:lnTo>
                <a:lnTo>
                  <a:pt x="4202" y="6772"/>
                </a:lnTo>
                <a:lnTo>
                  <a:pt x="4203" y="6773"/>
                </a:lnTo>
                <a:lnTo>
                  <a:pt x="4203" y="6774"/>
                </a:lnTo>
                <a:lnTo>
                  <a:pt x="4204" y="6774"/>
                </a:lnTo>
                <a:lnTo>
                  <a:pt x="4205" y="6774"/>
                </a:lnTo>
                <a:lnTo>
                  <a:pt x="4205" y="6775"/>
                </a:lnTo>
                <a:lnTo>
                  <a:pt x="4206" y="6775"/>
                </a:lnTo>
                <a:lnTo>
                  <a:pt x="4206" y="6776"/>
                </a:lnTo>
                <a:lnTo>
                  <a:pt x="4206" y="6777"/>
                </a:lnTo>
                <a:lnTo>
                  <a:pt x="4205" y="6777"/>
                </a:lnTo>
                <a:lnTo>
                  <a:pt x="4204" y="6777"/>
                </a:lnTo>
                <a:lnTo>
                  <a:pt x="4204" y="6778"/>
                </a:lnTo>
                <a:lnTo>
                  <a:pt x="4203" y="6778"/>
                </a:lnTo>
                <a:lnTo>
                  <a:pt x="4203" y="6779"/>
                </a:lnTo>
                <a:lnTo>
                  <a:pt x="4203" y="6780"/>
                </a:lnTo>
                <a:lnTo>
                  <a:pt x="4202" y="6780"/>
                </a:lnTo>
                <a:lnTo>
                  <a:pt x="4201" y="6780"/>
                </a:lnTo>
                <a:lnTo>
                  <a:pt x="4201" y="6781"/>
                </a:lnTo>
                <a:lnTo>
                  <a:pt x="4200" y="6781"/>
                </a:lnTo>
                <a:lnTo>
                  <a:pt x="4199" y="6781"/>
                </a:lnTo>
                <a:lnTo>
                  <a:pt x="4199" y="6782"/>
                </a:lnTo>
                <a:lnTo>
                  <a:pt x="4198" y="6782"/>
                </a:lnTo>
                <a:lnTo>
                  <a:pt x="4198" y="6783"/>
                </a:lnTo>
                <a:lnTo>
                  <a:pt x="4199" y="6784"/>
                </a:lnTo>
                <a:lnTo>
                  <a:pt x="4199" y="6785"/>
                </a:lnTo>
                <a:lnTo>
                  <a:pt x="4199" y="6786"/>
                </a:lnTo>
                <a:lnTo>
                  <a:pt x="4200" y="6786"/>
                </a:lnTo>
                <a:lnTo>
                  <a:pt x="4200" y="6787"/>
                </a:lnTo>
                <a:lnTo>
                  <a:pt x="4199" y="6787"/>
                </a:lnTo>
                <a:lnTo>
                  <a:pt x="4199" y="6788"/>
                </a:lnTo>
                <a:lnTo>
                  <a:pt x="4198" y="6788"/>
                </a:lnTo>
                <a:lnTo>
                  <a:pt x="4199" y="6788"/>
                </a:lnTo>
                <a:lnTo>
                  <a:pt x="4200" y="6788"/>
                </a:lnTo>
                <a:lnTo>
                  <a:pt x="4200" y="6789"/>
                </a:lnTo>
                <a:lnTo>
                  <a:pt x="4201" y="6789"/>
                </a:lnTo>
                <a:lnTo>
                  <a:pt x="4201" y="6790"/>
                </a:lnTo>
                <a:lnTo>
                  <a:pt x="4201" y="6791"/>
                </a:lnTo>
                <a:lnTo>
                  <a:pt x="4201" y="6792"/>
                </a:lnTo>
                <a:lnTo>
                  <a:pt x="4200" y="6792"/>
                </a:lnTo>
                <a:lnTo>
                  <a:pt x="4201" y="6792"/>
                </a:lnTo>
                <a:lnTo>
                  <a:pt x="4200" y="6792"/>
                </a:lnTo>
                <a:lnTo>
                  <a:pt x="4200" y="6793"/>
                </a:lnTo>
                <a:lnTo>
                  <a:pt x="4199" y="6793"/>
                </a:lnTo>
                <a:lnTo>
                  <a:pt x="4199" y="6794"/>
                </a:lnTo>
                <a:lnTo>
                  <a:pt x="4200" y="6794"/>
                </a:lnTo>
                <a:lnTo>
                  <a:pt x="4200" y="6795"/>
                </a:lnTo>
                <a:lnTo>
                  <a:pt x="4200" y="6796"/>
                </a:lnTo>
                <a:lnTo>
                  <a:pt x="4200" y="6797"/>
                </a:lnTo>
                <a:lnTo>
                  <a:pt x="4200" y="6798"/>
                </a:lnTo>
                <a:lnTo>
                  <a:pt x="4199" y="6798"/>
                </a:lnTo>
                <a:lnTo>
                  <a:pt x="4199" y="6797"/>
                </a:lnTo>
                <a:lnTo>
                  <a:pt x="4198" y="6797"/>
                </a:lnTo>
                <a:lnTo>
                  <a:pt x="4198" y="6798"/>
                </a:lnTo>
                <a:lnTo>
                  <a:pt x="4198" y="6799"/>
                </a:lnTo>
                <a:lnTo>
                  <a:pt x="4198" y="6800"/>
                </a:lnTo>
                <a:lnTo>
                  <a:pt x="4197" y="6800"/>
                </a:lnTo>
                <a:lnTo>
                  <a:pt x="4198" y="6800"/>
                </a:lnTo>
                <a:lnTo>
                  <a:pt x="4197" y="6800"/>
                </a:lnTo>
                <a:lnTo>
                  <a:pt x="4198" y="6800"/>
                </a:lnTo>
                <a:lnTo>
                  <a:pt x="4198" y="6801"/>
                </a:lnTo>
                <a:lnTo>
                  <a:pt x="4198" y="6802"/>
                </a:lnTo>
                <a:lnTo>
                  <a:pt x="4198" y="6803"/>
                </a:lnTo>
                <a:lnTo>
                  <a:pt x="4198" y="6804"/>
                </a:lnTo>
                <a:lnTo>
                  <a:pt x="4198" y="6805"/>
                </a:lnTo>
                <a:lnTo>
                  <a:pt x="4197" y="6805"/>
                </a:lnTo>
                <a:lnTo>
                  <a:pt x="4197" y="6806"/>
                </a:lnTo>
                <a:lnTo>
                  <a:pt x="4198" y="6806"/>
                </a:lnTo>
                <a:lnTo>
                  <a:pt x="4198" y="6807"/>
                </a:lnTo>
                <a:lnTo>
                  <a:pt x="4197" y="6807"/>
                </a:lnTo>
                <a:lnTo>
                  <a:pt x="4196" y="6807"/>
                </a:lnTo>
                <a:lnTo>
                  <a:pt x="4196" y="6808"/>
                </a:lnTo>
                <a:lnTo>
                  <a:pt x="4195" y="6808"/>
                </a:lnTo>
                <a:lnTo>
                  <a:pt x="4195" y="6809"/>
                </a:lnTo>
                <a:lnTo>
                  <a:pt x="4195" y="6810"/>
                </a:lnTo>
                <a:lnTo>
                  <a:pt x="4196" y="6811"/>
                </a:lnTo>
                <a:lnTo>
                  <a:pt x="4196" y="6812"/>
                </a:lnTo>
                <a:lnTo>
                  <a:pt x="4196" y="6813"/>
                </a:lnTo>
                <a:lnTo>
                  <a:pt x="4196" y="6814"/>
                </a:lnTo>
                <a:lnTo>
                  <a:pt x="4196" y="6815"/>
                </a:lnTo>
                <a:lnTo>
                  <a:pt x="4197" y="6815"/>
                </a:lnTo>
                <a:lnTo>
                  <a:pt x="4197" y="6816"/>
                </a:lnTo>
                <a:lnTo>
                  <a:pt x="4198" y="6817"/>
                </a:lnTo>
                <a:lnTo>
                  <a:pt x="4197" y="6817"/>
                </a:lnTo>
                <a:lnTo>
                  <a:pt x="4197" y="6818"/>
                </a:lnTo>
                <a:lnTo>
                  <a:pt x="4198" y="6818"/>
                </a:lnTo>
                <a:lnTo>
                  <a:pt x="4198" y="6819"/>
                </a:lnTo>
                <a:lnTo>
                  <a:pt x="4199" y="6819"/>
                </a:lnTo>
                <a:lnTo>
                  <a:pt x="4199" y="6820"/>
                </a:lnTo>
                <a:lnTo>
                  <a:pt x="4200" y="6820"/>
                </a:lnTo>
                <a:lnTo>
                  <a:pt x="4200" y="6821"/>
                </a:lnTo>
                <a:lnTo>
                  <a:pt x="4201" y="6821"/>
                </a:lnTo>
                <a:lnTo>
                  <a:pt x="4201" y="6822"/>
                </a:lnTo>
                <a:lnTo>
                  <a:pt x="4202" y="6822"/>
                </a:lnTo>
                <a:lnTo>
                  <a:pt x="4203" y="6822"/>
                </a:lnTo>
                <a:lnTo>
                  <a:pt x="4203" y="6821"/>
                </a:lnTo>
                <a:lnTo>
                  <a:pt x="4204" y="6821"/>
                </a:lnTo>
                <a:lnTo>
                  <a:pt x="4206" y="6821"/>
                </a:lnTo>
                <a:lnTo>
                  <a:pt x="4206" y="6822"/>
                </a:lnTo>
                <a:lnTo>
                  <a:pt x="4207" y="6822"/>
                </a:lnTo>
                <a:lnTo>
                  <a:pt x="4208" y="6822"/>
                </a:lnTo>
                <a:lnTo>
                  <a:pt x="4209" y="6822"/>
                </a:lnTo>
                <a:lnTo>
                  <a:pt x="4209" y="6823"/>
                </a:lnTo>
                <a:lnTo>
                  <a:pt x="4209" y="6824"/>
                </a:lnTo>
                <a:lnTo>
                  <a:pt x="4209" y="6825"/>
                </a:lnTo>
                <a:lnTo>
                  <a:pt x="4209" y="6826"/>
                </a:lnTo>
                <a:lnTo>
                  <a:pt x="4210" y="6826"/>
                </a:lnTo>
                <a:lnTo>
                  <a:pt x="4210" y="6827"/>
                </a:lnTo>
                <a:lnTo>
                  <a:pt x="4210" y="6828"/>
                </a:lnTo>
                <a:lnTo>
                  <a:pt x="4211" y="6828"/>
                </a:lnTo>
                <a:lnTo>
                  <a:pt x="4211" y="6829"/>
                </a:lnTo>
                <a:lnTo>
                  <a:pt x="4212" y="6828"/>
                </a:lnTo>
                <a:lnTo>
                  <a:pt x="4213" y="6828"/>
                </a:lnTo>
                <a:lnTo>
                  <a:pt x="4214" y="6828"/>
                </a:lnTo>
                <a:lnTo>
                  <a:pt x="4214" y="6829"/>
                </a:lnTo>
                <a:lnTo>
                  <a:pt x="4215" y="6829"/>
                </a:lnTo>
                <a:lnTo>
                  <a:pt x="4215" y="6828"/>
                </a:lnTo>
                <a:lnTo>
                  <a:pt x="4215" y="6829"/>
                </a:lnTo>
                <a:lnTo>
                  <a:pt x="4216" y="6829"/>
                </a:lnTo>
                <a:lnTo>
                  <a:pt x="4217" y="6829"/>
                </a:lnTo>
                <a:lnTo>
                  <a:pt x="4217" y="6830"/>
                </a:lnTo>
                <a:lnTo>
                  <a:pt x="4216" y="6830"/>
                </a:lnTo>
                <a:lnTo>
                  <a:pt x="4216" y="6831"/>
                </a:lnTo>
                <a:lnTo>
                  <a:pt x="4216" y="6832"/>
                </a:lnTo>
                <a:lnTo>
                  <a:pt x="4216" y="6833"/>
                </a:lnTo>
                <a:lnTo>
                  <a:pt x="4216" y="6834"/>
                </a:lnTo>
                <a:lnTo>
                  <a:pt x="4215" y="6834"/>
                </a:lnTo>
                <a:lnTo>
                  <a:pt x="4215" y="6836"/>
                </a:lnTo>
                <a:lnTo>
                  <a:pt x="4216" y="6836"/>
                </a:lnTo>
                <a:lnTo>
                  <a:pt x="4216" y="6837"/>
                </a:lnTo>
                <a:lnTo>
                  <a:pt x="4216" y="6838"/>
                </a:lnTo>
                <a:lnTo>
                  <a:pt x="4216" y="6839"/>
                </a:lnTo>
                <a:lnTo>
                  <a:pt x="4215" y="6839"/>
                </a:lnTo>
                <a:lnTo>
                  <a:pt x="4214" y="6839"/>
                </a:lnTo>
                <a:lnTo>
                  <a:pt x="4213" y="6839"/>
                </a:lnTo>
                <a:lnTo>
                  <a:pt x="4213" y="6838"/>
                </a:lnTo>
                <a:lnTo>
                  <a:pt x="4211" y="6838"/>
                </a:lnTo>
                <a:lnTo>
                  <a:pt x="4210" y="6838"/>
                </a:lnTo>
                <a:lnTo>
                  <a:pt x="4209" y="6838"/>
                </a:lnTo>
                <a:lnTo>
                  <a:pt x="4208" y="6839"/>
                </a:lnTo>
                <a:lnTo>
                  <a:pt x="4207" y="6839"/>
                </a:lnTo>
                <a:lnTo>
                  <a:pt x="4207" y="6840"/>
                </a:lnTo>
                <a:lnTo>
                  <a:pt x="4206" y="6840"/>
                </a:lnTo>
                <a:lnTo>
                  <a:pt x="4206" y="6841"/>
                </a:lnTo>
                <a:lnTo>
                  <a:pt x="4206" y="6842"/>
                </a:lnTo>
                <a:lnTo>
                  <a:pt x="4205" y="6842"/>
                </a:lnTo>
                <a:lnTo>
                  <a:pt x="4205" y="6843"/>
                </a:lnTo>
                <a:lnTo>
                  <a:pt x="4206" y="6843"/>
                </a:lnTo>
                <a:lnTo>
                  <a:pt x="4206" y="6844"/>
                </a:lnTo>
                <a:lnTo>
                  <a:pt x="4205" y="6844"/>
                </a:lnTo>
                <a:lnTo>
                  <a:pt x="4205" y="6845"/>
                </a:lnTo>
                <a:lnTo>
                  <a:pt x="4205" y="6846"/>
                </a:lnTo>
                <a:lnTo>
                  <a:pt x="4204" y="6846"/>
                </a:lnTo>
                <a:lnTo>
                  <a:pt x="4204" y="6847"/>
                </a:lnTo>
                <a:lnTo>
                  <a:pt x="4203" y="6847"/>
                </a:lnTo>
                <a:lnTo>
                  <a:pt x="4203" y="6848"/>
                </a:lnTo>
                <a:lnTo>
                  <a:pt x="4202" y="6848"/>
                </a:lnTo>
                <a:lnTo>
                  <a:pt x="4202" y="6849"/>
                </a:lnTo>
                <a:lnTo>
                  <a:pt x="4201" y="6849"/>
                </a:lnTo>
                <a:lnTo>
                  <a:pt x="4201" y="6850"/>
                </a:lnTo>
                <a:lnTo>
                  <a:pt x="4201" y="6851"/>
                </a:lnTo>
                <a:lnTo>
                  <a:pt x="4200" y="6851"/>
                </a:lnTo>
                <a:lnTo>
                  <a:pt x="4199" y="6851"/>
                </a:lnTo>
                <a:lnTo>
                  <a:pt x="4198" y="6851"/>
                </a:lnTo>
                <a:lnTo>
                  <a:pt x="4197" y="6851"/>
                </a:lnTo>
                <a:lnTo>
                  <a:pt x="4196" y="6851"/>
                </a:lnTo>
                <a:lnTo>
                  <a:pt x="4195" y="6851"/>
                </a:lnTo>
                <a:lnTo>
                  <a:pt x="4194" y="6851"/>
                </a:lnTo>
                <a:lnTo>
                  <a:pt x="4193" y="6851"/>
                </a:lnTo>
                <a:lnTo>
                  <a:pt x="4192" y="6851"/>
                </a:lnTo>
                <a:lnTo>
                  <a:pt x="4192" y="6850"/>
                </a:lnTo>
                <a:lnTo>
                  <a:pt x="4191" y="6850"/>
                </a:lnTo>
                <a:lnTo>
                  <a:pt x="4190" y="6850"/>
                </a:lnTo>
                <a:lnTo>
                  <a:pt x="4189" y="6850"/>
                </a:lnTo>
                <a:lnTo>
                  <a:pt x="4188" y="6850"/>
                </a:lnTo>
                <a:lnTo>
                  <a:pt x="4188" y="6849"/>
                </a:lnTo>
                <a:lnTo>
                  <a:pt x="4187" y="6849"/>
                </a:lnTo>
                <a:lnTo>
                  <a:pt x="4187" y="6848"/>
                </a:lnTo>
                <a:lnTo>
                  <a:pt x="4188" y="6848"/>
                </a:lnTo>
                <a:lnTo>
                  <a:pt x="4189" y="6848"/>
                </a:lnTo>
                <a:lnTo>
                  <a:pt x="4189" y="6847"/>
                </a:lnTo>
                <a:lnTo>
                  <a:pt x="4189" y="6846"/>
                </a:lnTo>
                <a:lnTo>
                  <a:pt x="4189" y="6845"/>
                </a:lnTo>
                <a:lnTo>
                  <a:pt x="4188" y="6845"/>
                </a:lnTo>
                <a:lnTo>
                  <a:pt x="4187" y="6845"/>
                </a:lnTo>
                <a:lnTo>
                  <a:pt x="4187" y="6844"/>
                </a:lnTo>
                <a:lnTo>
                  <a:pt x="4186" y="6844"/>
                </a:lnTo>
                <a:lnTo>
                  <a:pt x="4186" y="6843"/>
                </a:lnTo>
                <a:lnTo>
                  <a:pt x="4185" y="6843"/>
                </a:lnTo>
                <a:lnTo>
                  <a:pt x="4185" y="6842"/>
                </a:lnTo>
                <a:lnTo>
                  <a:pt x="4185" y="6841"/>
                </a:lnTo>
                <a:lnTo>
                  <a:pt x="4184" y="6841"/>
                </a:lnTo>
                <a:lnTo>
                  <a:pt x="4185" y="6840"/>
                </a:lnTo>
                <a:lnTo>
                  <a:pt x="4184" y="6840"/>
                </a:lnTo>
                <a:lnTo>
                  <a:pt x="4184" y="6839"/>
                </a:lnTo>
                <a:lnTo>
                  <a:pt x="4183" y="6839"/>
                </a:lnTo>
                <a:lnTo>
                  <a:pt x="4181" y="6839"/>
                </a:lnTo>
                <a:lnTo>
                  <a:pt x="4180" y="6839"/>
                </a:lnTo>
                <a:lnTo>
                  <a:pt x="4180" y="6840"/>
                </a:lnTo>
                <a:lnTo>
                  <a:pt x="4179" y="6840"/>
                </a:lnTo>
                <a:lnTo>
                  <a:pt x="4178" y="6840"/>
                </a:lnTo>
                <a:lnTo>
                  <a:pt x="4177" y="6840"/>
                </a:lnTo>
                <a:lnTo>
                  <a:pt x="4177" y="6839"/>
                </a:lnTo>
                <a:lnTo>
                  <a:pt x="4176" y="6839"/>
                </a:lnTo>
                <a:lnTo>
                  <a:pt x="4176" y="6840"/>
                </a:lnTo>
                <a:lnTo>
                  <a:pt x="4175" y="6840"/>
                </a:lnTo>
                <a:lnTo>
                  <a:pt x="4175" y="6841"/>
                </a:lnTo>
                <a:lnTo>
                  <a:pt x="4174" y="6841"/>
                </a:lnTo>
                <a:lnTo>
                  <a:pt x="4174" y="6842"/>
                </a:lnTo>
                <a:lnTo>
                  <a:pt x="4173" y="6842"/>
                </a:lnTo>
                <a:lnTo>
                  <a:pt x="4173" y="6843"/>
                </a:lnTo>
                <a:lnTo>
                  <a:pt x="4172" y="6843"/>
                </a:lnTo>
                <a:lnTo>
                  <a:pt x="4172" y="6844"/>
                </a:lnTo>
                <a:lnTo>
                  <a:pt x="4171" y="6844"/>
                </a:lnTo>
                <a:lnTo>
                  <a:pt x="4171" y="6843"/>
                </a:lnTo>
                <a:lnTo>
                  <a:pt x="4170" y="6843"/>
                </a:lnTo>
                <a:lnTo>
                  <a:pt x="4169" y="6843"/>
                </a:lnTo>
                <a:lnTo>
                  <a:pt x="4168" y="6843"/>
                </a:lnTo>
                <a:lnTo>
                  <a:pt x="4168" y="6842"/>
                </a:lnTo>
                <a:lnTo>
                  <a:pt x="4167" y="6841"/>
                </a:lnTo>
                <a:lnTo>
                  <a:pt x="4167" y="6840"/>
                </a:lnTo>
                <a:lnTo>
                  <a:pt x="4168" y="6840"/>
                </a:lnTo>
                <a:lnTo>
                  <a:pt x="4168" y="6839"/>
                </a:lnTo>
                <a:lnTo>
                  <a:pt x="4169" y="6839"/>
                </a:lnTo>
                <a:lnTo>
                  <a:pt x="4168" y="6839"/>
                </a:lnTo>
                <a:lnTo>
                  <a:pt x="4168" y="6838"/>
                </a:lnTo>
                <a:lnTo>
                  <a:pt x="4169" y="6838"/>
                </a:lnTo>
                <a:lnTo>
                  <a:pt x="4170" y="6838"/>
                </a:lnTo>
                <a:lnTo>
                  <a:pt x="4170" y="6837"/>
                </a:lnTo>
                <a:lnTo>
                  <a:pt x="4170" y="6836"/>
                </a:lnTo>
                <a:lnTo>
                  <a:pt x="4170" y="6835"/>
                </a:lnTo>
                <a:lnTo>
                  <a:pt x="4170" y="6834"/>
                </a:lnTo>
                <a:lnTo>
                  <a:pt x="4171" y="6834"/>
                </a:lnTo>
                <a:lnTo>
                  <a:pt x="4172" y="6834"/>
                </a:lnTo>
                <a:lnTo>
                  <a:pt x="4172" y="6833"/>
                </a:lnTo>
                <a:lnTo>
                  <a:pt x="4172" y="6832"/>
                </a:lnTo>
                <a:lnTo>
                  <a:pt x="4171" y="6832"/>
                </a:lnTo>
                <a:lnTo>
                  <a:pt x="4171" y="6831"/>
                </a:lnTo>
                <a:lnTo>
                  <a:pt x="4170" y="6831"/>
                </a:lnTo>
                <a:lnTo>
                  <a:pt x="4169" y="6831"/>
                </a:lnTo>
                <a:lnTo>
                  <a:pt x="4169" y="6832"/>
                </a:lnTo>
                <a:lnTo>
                  <a:pt x="4168" y="6832"/>
                </a:lnTo>
                <a:lnTo>
                  <a:pt x="4167" y="6832"/>
                </a:lnTo>
                <a:lnTo>
                  <a:pt x="4167" y="6831"/>
                </a:lnTo>
                <a:lnTo>
                  <a:pt x="4166" y="6831"/>
                </a:lnTo>
                <a:lnTo>
                  <a:pt x="4165" y="6831"/>
                </a:lnTo>
                <a:lnTo>
                  <a:pt x="4165" y="6830"/>
                </a:lnTo>
                <a:lnTo>
                  <a:pt x="4164" y="6830"/>
                </a:lnTo>
                <a:lnTo>
                  <a:pt x="4163" y="6830"/>
                </a:lnTo>
                <a:lnTo>
                  <a:pt x="4162" y="6829"/>
                </a:lnTo>
                <a:lnTo>
                  <a:pt x="4161" y="6829"/>
                </a:lnTo>
                <a:lnTo>
                  <a:pt x="4162" y="6829"/>
                </a:lnTo>
                <a:lnTo>
                  <a:pt x="4161" y="6829"/>
                </a:lnTo>
                <a:lnTo>
                  <a:pt x="4161" y="6828"/>
                </a:lnTo>
                <a:lnTo>
                  <a:pt x="4161" y="6829"/>
                </a:lnTo>
                <a:lnTo>
                  <a:pt x="4161" y="6828"/>
                </a:lnTo>
                <a:lnTo>
                  <a:pt x="4160" y="6828"/>
                </a:lnTo>
                <a:lnTo>
                  <a:pt x="4159" y="6828"/>
                </a:lnTo>
                <a:lnTo>
                  <a:pt x="4158" y="6828"/>
                </a:lnTo>
                <a:lnTo>
                  <a:pt x="4158" y="6827"/>
                </a:lnTo>
                <a:lnTo>
                  <a:pt x="4157" y="6827"/>
                </a:lnTo>
                <a:lnTo>
                  <a:pt x="4156" y="6827"/>
                </a:lnTo>
                <a:lnTo>
                  <a:pt x="4156" y="6828"/>
                </a:lnTo>
                <a:lnTo>
                  <a:pt x="4156" y="6829"/>
                </a:lnTo>
                <a:lnTo>
                  <a:pt x="4155" y="6829"/>
                </a:lnTo>
                <a:lnTo>
                  <a:pt x="4155" y="6828"/>
                </a:lnTo>
                <a:lnTo>
                  <a:pt x="4154" y="6828"/>
                </a:lnTo>
                <a:lnTo>
                  <a:pt x="4153" y="6828"/>
                </a:lnTo>
                <a:lnTo>
                  <a:pt x="4152" y="6828"/>
                </a:lnTo>
                <a:lnTo>
                  <a:pt x="4152" y="6829"/>
                </a:lnTo>
                <a:lnTo>
                  <a:pt x="4151" y="6829"/>
                </a:lnTo>
                <a:lnTo>
                  <a:pt x="4151" y="6828"/>
                </a:lnTo>
                <a:lnTo>
                  <a:pt x="4150" y="6828"/>
                </a:lnTo>
                <a:lnTo>
                  <a:pt x="4149" y="6828"/>
                </a:lnTo>
                <a:lnTo>
                  <a:pt x="4149" y="6829"/>
                </a:lnTo>
                <a:lnTo>
                  <a:pt x="4148" y="6829"/>
                </a:lnTo>
                <a:lnTo>
                  <a:pt x="4148" y="6828"/>
                </a:lnTo>
                <a:lnTo>
                  <a:pt x="4148" y="6829"/>
                </a:lnTo>
                <a:lnTo>
                  <a:pt x="4147" y="6829"/>
                </a:lnTo>
                <a:lnTo>
                  <a:pt x="4147" y="6828"/>
                </a:lnTo>
                <a:lnTo>
                  <a:pt x="4147" y="6829"/>
                </a:lnTo>
                <a:lnTo>
                  <a:pt x="4146" y="6830"/>
                </a:lnTo>
                <a:lnTo>
                  <a:pt x="4145" y="6830"/>
                </a:lnTo>
                <a:lnTo>
                  <a:pt x="4144" y="6830"/>
                </a:lnTo>
                <a:lnTo>
                  <a:pt x="4143" y="6830"/>
                </a:lnTo>
                <a:lnTo>
                  <a:pt x="4143" y="6831"/>
                </a:lnTo>
                <a:lnTo>
                  <a:pt x="4142" y="6831"/>
                </a:lnTo>
                <a:lnTo>
                  <a:pt x="4142" y="6832"/>
                </a:lnTo>
                <a:lnTo>
                  <a:pt x="4142" y="6833"/>
                </a:lnTo>
                <a:lnTo>
                  <a:pt x="4141" y="6833"/>
                </a:lnTo>
                <a:lnTo>
                  <a:pt x="4141" y="6832"/>
                </a:lnTo>
                <a:lnTo>
                  <a:pt x="4140" y="6832"/>
                </a:lnTo>
                <a:lnTo>
                  <a:pt x="4138" y="6832"/>
                </a:lnTo>
                <a:lnTo>
                  <a:pt x="4138" y="6831"/>
                </a:lnTo>
                <a:lnTo>
                  <a:pt x="4137" y="6831"/>
                </a:lnTo>
                <a:lnTo>
                  <a:pt x="4136" y="6831"/>
                </a:lnTo>
                <a:lnTo>
                  <a:pt x="4135" y="6831"/>
                </a:lnTo>
                <a:lnTo>
                  <a:pt x="4135" y="6832"/>
                </a:lnTo>
                <a:lnTo>
                  <a:pt x="4134" y="6832"/>
                </a:lnTo>
                <a:lnTo>
                  <a:pt x="4133" y="6832"/>
                </a:lnTo>
                <a:lnTo>
                  <a:pt x="4132" y="6832"/>
                </a:lnTo>
                <a:lnTo>
                  <a:pt x="4131" y="6831"/>
                </a:lnTo>
                <a:lnTo>
                  <a:pt x="4130" y="6831"/>
                </a:lnTo>
                <a:lnTo>
                  <a:pt x="4130" y="6832"/>
                </a:lnTo>
                <a:lnTo>
                  <a:pt x="4129" y="6832"/>
                </a:lnTo>
                <a:lnTo>
                  <a:pt x="4128" y="6832"/>
                </a:lnTo>
                <a:lnTo>
                  <a:pt x="4128" y="6833"/>
                </a:lnTo>
                <a:lnTo>
                  <a:pt x="4127" y="6833"/>
                </a:lnTo>
                <a:lnTo>
                  <a:pt x="4126" y="6833"/>
                </a:lnTo>
                <a:lnTo>
                  <a:pt x="4126" y="6834"/>
                </a:lnTo>
                <a:lnTo>
                  <a:pt x="4126" y="6833"/>
                </a:lnTo>
                <a:lnTo>
                  <a:pt x="4125" y="6834"/>
                </a:lnTo>
                <a:lnTo>
                  <a:pt x="4125" y="6833"/>
                </a:lnTo>
                <a:lnTo>
                  <a:pt x="4124" y="6833"/>
                </a:lnTo>
                <a:lnTo>
                  <a:pt x="4124" y="6834"/>
                </a:lnTo>
                <a:lnTo>
                  <a:pt x="4124" y="6835"/>
                </a:lnTo>
                <a:lnTo>
                  <a:pt x="4123" y="6835"/>
                </a:lnTo>
                <a:lnTo>
                  <a:pt x="4123" y="6836"/>
                </a:lnTo>
                <a:lnTo>
                  <a:pt x="4123" y="6835"/>
                </a:lnTo>
                <a:lnTo>
                  <a:pt x="4122" y="6835"/>
                </a:lnTo>
                <a:lnTo>
                  <a:pt x="4121" y="6836"/>
                </a:lnTo>
                <a:lnTo>
                  <a:pt x="4120" y="6836"/>
                </a:lnTo>
                <a:lnTo>
                  <a:pt x="4120" y="6837"/>
                </a:lnTo>
                <a:lnTo>
                  <a:pt x="4119" y="6837"/>
                </a:lnTo>
                <a:lnTo>
                  <a:pt x="4118" y="6837"/>
                </a:lnTo>
                <a:lnTo>
                  <a:pt x="4118" y="6838"/>
                </a:lnTo>
                <a:lnTo>
                  <a:pt x="4117" y="6838"/>
                </a:lnTo>
                <a:lnTo>
                  <a:pt x="4117" y="6839"/>
                </a:lnTo>
                <a:lnTo>
                  <a:pt x="4116" y="6839"/>
                </a:lnTo>
                <a:lnTo>
                  <a:pt x="4116" y="6838"/>
                </a:lnTo>
                <a:lnTo>
                  <a:pt x="4115" y="6838"/>
                </a:lnTo>
                <a:lnTo>
                  <a:pt x="4114" y="6838"/>
                </a:lnTo>
                <a:lnTo>
                  <a:pt x="4113" y="6838"/>
                </a:lnTo>
                <a:lnTo>
                  <a:pt x="4113" y="6839"/>
                </a:lnTo>
                <a:lnTo>
                  <a:pt x="4112" y="6839"/>
                </a:lnTo>
                <a:lnTo>
                  <a:pt x="4112" y="6840"/>
                </a:lnTo>
                <a:lnTo>
                  <a:pt x="4111" y="6840"/>
                </a:lnTo>
                <a:lnTo>
                  <a:pt x="4111" y="6841"/>
                </a:lnTo>
                <a:lnTo>
                  <a:pt x="4110" y="6841"/>
                </a:lnTo>
                <a:lnTo>
                  <a:pt x="4109" y="6841"/>
                </a:lnTo>
                <a:lnTo>
                  <a:pt x="4109" y="6842"/>
                </a:lnTo>
                <a:lnTo>
                  <a:pt x="4109" y="6841"/>
                </a:lnTo>
                <a:lnTo>
                  <a:pt x="4108" y="6841"/>
                </a:lnTo>
                <a:lnTo>
                  <a:pt x="4108" y="6840"/>
                </a:lnTo>
                <a:lnTo>
                  <a:pt x="4107" y="6840"/>
                </a:lnTo>
                <a:lnTo>
                  <a:pt x="4107" y="6839"/>
                </a:lnTo>
                <a:lnTo>
                  <a:pt x="4107" y="6838"/>
                </a:lnTo>
                <a:lnTo>
                  <a:pt x="4106" y="6838"/>
                </a:lnTo>
                <a:lnTo>
                  <a:pt x="4106" y="6837"/>
                </a:lnTo>
                <a:lnTo>
                  <a:pt x="4105" y="6837"/>
                </a:lnTo>
                <a:lnTo>
                  <a:pt x="4104" y="6837"/>
                </a:lnTo>
                <a:lnTo>
                  <a:pt x="4103" y="6837"/>
                </a:lnTo>
                <a:lnTo>
                  <a:pt x="4103" y="6836"/>
                </a:lnTo>
                <a:lnTo>
                  <a:pt x="4102" y="6836"/>
                </a:lnTo>
                <a:lnTo>
                  <a:pt x="4101" y="6836"/>
                </a:lnTo>
                <a:lnTo>
                  <a:pt x="4101" y="6835"/>
                </a:lnTo>
                <a:lnTo>
                  <a:pt x="4102" y="6835"/>
                </a:lnTo>
                <a:lnTo>
                  <a:pt x="4102" y="6834"/>
                </a:lnTo>
                <a:lnTo>
                  <a:pt x="4102" y="6833"/>
                </a:lnTo>
                <a:lnTo>
                  <a:pt x="4102" y="6832"/>
                </a:lnTo>
                <a:lnTo>
                  <a:pt x="4101" y="6832"/>
                </a:lnTo>
                <a:lnTo>
                  <a:pt x="4101" y="6831"/>
                </a:lnTo>
                <a:lnTo>
                  <a:pt x="4099" y="6831"/>
                </a:lnTo>
                <a:lnTo>
                  <a:pt x="4099" y="6832"/>
                </a:lnTo>
                <a:lnTo>
                  <a:pt x="4099" y="6831"/>
                </a:lnTo>
                <a:lnTo>
                  <a:pt x="4098" y="6831"/>
                </a:lnTo>
                <a:lnTo>
                  <a:pt x="4098" y="6830"/>
                </a:lnTo>
                <a:lnTo>
                  <a:pt x="4098" y="6829"/>
                </a:lnTo>
                <a:lnTo>
                  <a:pt x="4097" y="6829"/>
                </a:lnTo>
                <a:lnTo>
                  <a:pt x="4097" y="6830"/>
                </a:lnTo>
                <a:lnTo>
                  <a:pt x="4096" y="6830"/>
                </a:lnTo>
                <a:lnTo>
                  <a:pt x="4096" y="6829"/>
                </a:lnTo>
                <a:lnTo>
                  <a:pt x="4095" y="6829"/>
                </a:lnTo>
                <a:lnTo>
                  <a:pt x="4096" y="6829"/>
                </a:lnTo>
                <a:lnTo>
                  <a:pt x="4096" y="6828"/>
                </a:lnTo>
                <a:lnTo>
                  <a:pt x="4097" y="6828"/>
                </a:lnTo>
                <a:lnTo>
                  <a:pt x="4098" y="6828"/>
                </a:lnTo>
                <a:lnTo>
                  <a:pt x="4098" y="6827"/>
                </a:lnTo>
                <a:lnTo>
                  <a:pt x="4098" y="6826"/>
                </a:lnTo>
                <a:lnTo>
                  <a:pt x="4097" y="6825"/>
                </a:lnTo>
                <a:lnTo>
                  <a:pt x="4098" y="6825"/>
                </a:lnTo>
                <a:lnTo>
                  <a:pt x="4099" y="6825"/>
                </a:lnTo>
                <a:lnTo>
                  <a:pt x="4099" y="6824"/>
                </a:lnTo>
                <a:lnTo>
                  <a:pt x="4099" y="6823"/>
                </a:lnTo>
                <a:lnTo>
                  <a:pt x="4100" y="6823"/>
                </a:lnTo>
                <a:lnTo>
                  <a:pt x="4101" y="6823"/>
                </a:lnTo>
                <a:lnTo>
                  <a:pt x="4101" y="6822"/>
                </a:lnTo>
                <a:lnTo>
                  <a:pt x="4101" y="6821"/>
                </a:lnTo>
                <a:lnTo>
                  <a:pt x="4102" y="6821"/>
                </a:lnTo>
                <a:lnTo>
                  <a:pt x="4102" y="6820"/>
                </a:lnTo>
                <a:lnTo>
                  <a:pt x="4102" y="6819"/>
                </a:lnTo>
                <a:lnTo>
                  <a:pt x="4102" y="6818"/>
                </a:lnTo>
                <a:lnTo>
                  <a:pt x="4103" y="6818"/>
                </a:lnTo>
                <a:lnTo>
                  <a:pt x="4103" y="6817"/>
                </a:lnTo>
                <a:lnTo>
                  <a:pt x="4102" y="6817"/>
                </a:lnTo>
                <a:lnTo>
                  <a:pt x="4102" y="6816"/>
                </a:lnTo>
                <a:lnTo>
                  <a:pt x="4102" y="6815"/>
                </a:lnTo>
                <a:lnTo>
                  <a:pt x="4101" y="6815"/>
                </a:lnTo>
                <a:lnTo>
                  <a:pt x="4101" y="6814"/>
                </a:lnTo>
                <a:lnTo>
                  <a:pt x="4100" y="6814"/>
                </a:lnTo>
                <a:lnTo>
                  <a:pt x="4100" y="6815"/>
                </a:lnTo>
                <a:lnTo>
                  <a:pt x="4100" y="6814"/>
                </a:lnTo>
                <a:lnTo>
                  <a:pt x="4100" y="6815"/>
                </a:lnTo>
                <a:lnTo>
                  <a:pt x="4099" y="6814"/>
                </a:lnTo>
                <a:lnTo>
                  <a:pt x="4098" y="6814"/>
                </a:lnTo>
                <a:lnTo>
                  <a:pt x="4097" y="6814"/>
                </a:lnTo>
                <a:lnTo>
                  <a:pt x="4096" y="6814"/>
                </a:lnTo>
                <a:lnTo>
                  <a:pt x="4096" y="6813"/>
                </a:lnTo>
                <a:lnTo>
                  <a:pt x="4096" y="6812"/>
                </a:lnTo>
                <a:lnTo>
                  <a:pt x="4095" y="6812"/>
                </a:lnTo>
                <a:lnTo>
                  <a:pt x="4094" y="6812"/>
                </a:lnTo>
                <a:lnTo>
                  <a:pt x="4093" y="6812"/>
                </a:lnTo>
                <a:lnTo>
                  <a:pt x="4092" y="6812"/>
                </a:lnTo>
                <a:lnTo>
                  <a:pt x="4092" y="6811"/>
                </a:lnTo>
                <a:lnTo>
                  <a:pt x="4091" y="6811"/>
                </a:lnTo>
                <a:lnTo>
                  <a:pt x="4091" y="6810"/>
                </a:lnTo>
                <a:lnTo>
                  <a:pt x="4090" y="6810"/>
                </a:lnTo>
                <a:lnTo>
                  <a:pt x="4090" y="6809"/>
                </a:lnTo>
                <a:lnTo>
                  <a:pt x="4090" y="6808"/>
                </a:lnTo>
                <a:lnTo>
                  <a:pt x="4090" y="6807"/>
                </a:lnTo>
                <a:lnTo>
                  <a:pt x="4090" y="6806"/>
                </a:lnTo>
                <a:lnTo>
                  <a:pt x="4090" y="6805"/>
                </a:lnTo>
                <a:lnTo>
                  <a:pt x="4089" y="6805"/>
                </a:lnTo>
                <a:lnTo>
                  <a:pt x="4089" y="6804"/>
                </a:lnTo>
                <a:lnTo>
                  <a:pt x="4088" y="6804"/>
                </a:lnTo>
                <a:lnTo>
                  <a:pt x="4088" y="6803"/>
                </a:lnTo>
                <a:lnTo>
                  <a:pt x="4087" y="6803"/>
                </a:lnTo>
                <a:lnTo>
                  <a:pt x="4087" y="6802"/>
                </a:lnTo>
                <a:lnTo>
                  <a:pt x="4087" y="6801"/>
                </a:lnTo>
                <a:lnTo>
                  <a:pt x="4086" y="6801"/>
                </a:lnTo>
                <a:lnTo>
                  <a:pt x="4087" y="6801"/>
                </a:lnTo>
                <a:lnTo>
                  <a:pt x="4087" y="6800"/>
                </a:lnTo>
                <a:lnTo>
                  <a:pt x="4087" y="6799"/>
                </a:lnTo>
                <a:lnTo>
                  <a:pt x="4086" y="6800"/>
                </a:lnTo>
                <a:lnTo>
                  <a:pt x="4086" y="6799"/>
                </a:lnTo>
                <a:lnTo>
                  <a:pt x="4085" y="6799"/>
                </a:lnTo>
                <a:lnTo>
                  <a:pt x="4085" y="6798"/>
                </a:lnTo>
                <a:lnTo>
                  <a:pt x="4085" y="6797"/>
                </a:lnTo>
                <a:lnTo>
                  <a:pt x="4084" y="6797"/>
                </a:lnTo>
                <a:lnTo>
                  <a:pt x="4084" y="6796"/>
                </a:lnTo>
                <a:lnTo>
                  <a:pt x="4083" y="6796"/>
                </a:lnTo>
                <a:lnTo>
                  <a:pt x="4083" y="6795"/>
                </a:lnTo>
                <a:lnTo>
                  <a:pt x="4083" y="6794"/>
                </a:lnTo>
                <a:lnTo>
                  <a:pt x="4083" y="6793"/>
                </a:lnTo>
                <a:lnTo>
                  <a:pt x="4084" y="6793"/>
                </a:lnTo>
                <a:lnTo>
                  <a:pt x="4084" y="6792"/>
                </a:lnTo>
                <a:lnTo>
                  <a:pt x="4085" y="6792"/>
                </a:lnTo>
                <a:lnTo>
                  <a:pt x="4086" y="6792"/>
                </a:lnTo>
                <a:lnTo>
                  <a:pt x="4087" y="6792"/>
                </a:lnTo>
                <a:lnTo>
                  <a:pt x="4088" y="6792"/>
                </a:lnTo>
                <a:lnTo>
                  <a:pt x="4089" y="6792"/>
                </a:lnTo>
                <a:lnTo>
                  <a:pt x="4089" y="6793"/>
                </a:lnTo>
                <a:lnTo>
                  <a:pt x="4090" y="6793"/>
                </a:lnTo>
                <a:lnTo>
                  <a:pt x="4090" y="6792"/>
                </a:lnTo>
                <a:lnTo>
                  <a:pt x="4091" y="6792"/>
                </a:lnTo>
                <a:lnTo>
                  <a:pt x="4092" y="6792"/>
                </a:lnTo>
                <a:lnTo>
                  <a:pt x="4092" y="6791"/>
                </a:lnTo>
                <a:lnTo>
                  <a:pt x="4093" y="6791"/>
                </a:lnTo>
                <a:lnTo>
                  <a:pt x="4093" y="6790"/>
                </a:lnTo>
                <a:lnTo>
                  <a:pt x="4093" y="6789"/>
                </a:lnTo>
                <a:lnTo>
                  <a:pt x="4094" y="6789"/>
                </a:lnTo>
                <a:lnTo>
                  <a:pt x="4094" y="6788"/>
                </a:lnTo>
                <a:lnTo>
                  <a:pt x="4094" y="6787"/>
                </a:lnTo>
                <a:lnTo>
                  <a:pt x="4094" y="6786"/>
                </a:lnTo>
                <a:lnTo>
                  <a:pt x="4094" y="6785"/>
                </a:lnTo>
                <a:lnTo>
                  <a:pt x="4093" y="6785"/>
                </a:lnTo>
                <a:lnTo>
                  <a:pt x="4093" y="6784"/>
                </a:lnTo>
                <a:lnTo>
                  <a:pt x="4093" y="6783"/>
                </a:lnTo>
                <a:lnTo>
                  <a:pt x="4093" y="6782"/>
                </a:lnTo>
                <a:lnTo>
                  <a:pt x="4093" y="6781"/>
                </a:lnTo>
                <a:lnTo>
                  <a:pt x="4093" y="6780"/>
                </a:lnTo>
                <a:lnTo>
                  <a:pt x="4094" y="6780"/>
                </a:lnTo>
                <a:lnTo>
                  <a:pt x="4094" y="6779"/>
                </a:lnTo>
                <a:lnTo>
                  <a:pt x="4095" y="6779"/>
                </a:lnTo>
                <a:lnTo>
                  <a:pt x="4096" y="6779"/>
                </a:lnTo>
                <a:lnTo>
                  <a:pt x="4096" y="6778"/>
                </a:lnTo>
                <a:lnTo>
                  <a:pt x="4097" y="6778"/>
                </a:lnTo>
                <a:lnTo>
                  <a:pt x="4097" y="6777"/>
                </a:lnTo>
                <a:lnTo>
                  <a:pt x="4098" y="6777"/>
                </a:lnTo>
                <a:lnTo>
                  <a:pt x="4098" y="6776"/>
                </a:lnTo>
                <a:lnTo>
                  <a:pt x="4099" y="6776"/>
                </a:lnTo>
                <a:lnTo>
                  <a:pt x="4098" y="6776"/>
                </a:lnTo>
                <a:lnTo>
                  <a:pt x="4098" y="6775"/>
                </a:lnTo>
                <a:lnTo>
                  <a:pt x="4098" y="6776"/>
                </a:lnTo>
                <a:lnTo>
                  <a:pt x="4098" y="6775"/>
                </a:lnTo>
                <a:lnTo>
                  <a:pt x="4097" y="6776"/>
                </a:lnTo>
                <a:lnTo>
                  <a:pt x="4097" y="6775"/>
                </a:lnTo>
                <a:lnTo>
                  <a:pt x="4096" y="6775"/>
                </a:lnTo>
                <a:lnTo>
                  <a:pt x="4096" y="6774"/>
                </a:lnTo>
                <a:lnTo>
                  <a:pt x="4096" y="6773"/>
                </a:lnTo>
                <a:lnTo>
                  <a:pt x="4096" y="6772"/>
                </a:lnTo>
                <a:lnTo>
                  <a:pt x="4095" y="6772"/>
                </a:lnTo>
                <a:lnTo>
                  <a:pt x="4095" y="6771"/>
                </a:lnTo>
                <a:lnTo>
                  <a:pt x="4096" y="6771"/>
                </a:lnTo>
                <a:lnTo>
                  <a:pt x="4096" y="6770"/>
                </a:lnTo>
                <a:lnTo>
                  <a:pt x="4096" y="6769"/>
                </a:lnTo>
                <a:lnTo>
                  <a:pt x="4097" y="6769"/>
                </a:lnTo>
                <a:lnTo>
                  <a:pt x="4098" y="6769"/>
                </a:lnTo>
                <a:lnTo>
                  <a:pt x="4098" y="6768"/>
                </a:lnTo>
                <a:lnTo>
                  <a:pt x="4097" y="6768"/>
                </a:lnTo>
                <a:lnTo>
                  <a:pt x="4097" y="6767"/>
                </a:lnTo>
                <a:lnTo>
                  <a:pt x="4098" y="6766"/>
                </a:lnTo>
                <a:lnTo>
                  <a:pt x="4097" y="6766"/>
                </a:lnTo>
                <a:lnTo>
                  <a:pt x="4097" y="6765"/>
                </a:lnTo>
                <a:lnTo>
                  <a:pt x="4097" y="6764"/>
                </a:lnTo>
                <a:lnTo>
                  <a:pt x="4096" y="6764"/>
                </a:lnTo>
                <a:lnTo>
                  <a:pt x="4095" y="6764"/>
                </a:lnTo>
                <a:lnTo>
                  <a:pt x="4094" y="6764"/>
                </a:lnTo>
                <a:lnTo>
                  <a:pt x="4093" y="6764"/>
                </a:lnTo>
                <a:lnTo>
                  <a:pt x="4092" y="6764"/>
                </a:lnTo>
                <a:lnTo>
                  <a:pt x="4091" y="6764"/>
                </a:lnTo>
                <a:lnTo>
                  <a:pt x="4091" y="6763"/>
                </a:lnTo>
                <a:lnTo>
                  <a:pt x="4090" y="6763"/>
                </a:lnTo>
                <a:lnTo>
                  <a:pt x="4089" y="6763"/>
                </a:lnTo>
                <a:lnTo>
                  <a:pt x="4088" y="6763"/>
                </a:lnTo>
                <a:lnTo>
                  <a:pt x="4087" y="6763"/>
                </a:lnTo>
                <a:lnTo>
                  <a:pt x="4086" y="6763"/>
                </a:lnTo>
                <a:lnTo>
                  <a:pt x="4086" y="6762"/>
                </a:lnTo>
                <a:lnTo>
                  <a:pt x="4086" y="6763"/>
                </a:lnTo>
                <a:lnTo>
                  <a:pt x="4085" y="6763"/>
                </a:lnTo>
                <a:lnTo>
                  <a:pt x="4085" y="6762"/>
                </a:lnTo>
                <a:lnTo>
                  <a:pt x="4085" y="6763"/>
                </a:lnTo>
                <a:lnTo>
                  <a:pt x="4084" y="6763"/>
                </a:lnTo>
                <a:lnTo>
                  <a:pt x="4084" y="6762"/>
                </a:lnTo>
                <a:lnTo>
                  <a:pt x="4084" y="6761"/>
                </a:lnTo>
                <a:lnTo>
                  <a:pt x="4083" y="6761"/>
                </a:lnTo>
                <a:lnTo>
                  <a:pt x="4084" y="6760"/>
                </a:lnTo>
                <a:lnTo>
                  <a:pt x="4084" y="6759"/>
                </a:lnTo>
                <a:lnTo>
                  <a:pt x="4085" y="6759"/>
                </a:lnTo>
                <a:lnTo>
                  <a:pt x="4085" y="6758"/>
                </a:lnTo>
                <a:lnTo>
                  <a:pt x="4085" y="6757"/>
                </a:lnTo>
                <a:lnTo>
                  <a:pt x="4086" y="6757"/>
                </a:lnTo>
                <a:lnTo>
                  <a:pt x="4087" y="6757"/>
                </a:lnTo>
                <a:lnTo>
                  <a:pt x="4088" y="6757"/>
                </a:lnTo>
                <a:lnTo>
                  <a:pt x="4089" y="6757"/>
                </a:lnTo>
                <a:lnTo>
                  <a:pt x="4089" y="6756"/>
                </a:lnTo>
                <a:lnTo>
                  <a:pt x="4090" y="6756"/>
                </a:lnTo>
                <a:lnTo>
                  <a:pt x="4090" y="6755"/>
                </a:lnTo>
                <a:lnTo>
                  <a:pt x="4090" y="6754"/>
                </a:lnTo>
                <a:lnTo>
                  <a:pt x="4089" y="6754"/>
                </a:lnTo>
                <a:lnTo>
                  <a:pt x="4089" y="6753"/>
                </a:lnTo>
                <a:lnTo>
                  <a:pt x="4089" y="6752"/>
                </a:lnTo>
                <a:lnTo>
                  <a:pt x="4088" y="6752"/>
                </a:lnTo>
                <a:lnTo>
                  <a:pt x="4088" y="6751"/>
                </a:lnTo>
                <a:lnTo>
                  <a:pt x="4088" y="6750"/>
                </a:lnTo>
                <a:lnTo>
                  <a:pt x="4088" y="6749"/>
                </a:lnTo>
                <a:lnTo>
                  <a:pt x="4088" y="6748"/>
                </a:lnTo>
                <a:lnTo>
                  <a:pt x="4089" y="6748"/>
                </a:lnTo>
                <a:lnTo>
                  <a:pt x="4088" y="6747"/>
                </a:lnTo>
                <a:lnTo>
                  <a:pt x="4088" y="6746"/>
                </a:lnTo>
                <a:lnTo>
                  <a:pt x="4087" y="6745"/>
                </a:lnTo>
                <a:lnTo>
                  <a:pt x="4086" y="6745"/>
                </a:lnTo>
                <a:lnTo>
                  <a:pt x="4086" y="6743"/>
                </a:lnTo>
                <a:lnTo>
                  <a:pt x="4087" y="6743"/>
                </a:lnTo>
                <a:lnTo>
                  <a:pt x="4087" y="6742"/>
                </a:lnTo>
                <a:lnTo>
                  <a:pt x="4087" y="6741"/>
                </a:lnTo>
                <a:lnTo>
                  <a:pt x="4086" y="6741"/>
                </a:lnTo>
                <a:lnTo>
                  <a:pt x="4085" y="6741"/>
                </a:lnTo>
                <a:lnTo>
                  <a:pt x="4084" y="6741"/>
                </a:lnTo>
                <a:lnTo>
                  <a:pt x="4084" y="6740"/>
                </a:lnTo>
                <a:lnTo>
                  <a:pt x="4083" y="6740"/>
                </a:lnTo>
                <a:lnTo>
                  <a:pt x="4083" y="6739"/>
                </a:lnTo>
                <a:lnTo>
                  <a:pt x="4082" y="6739"/>
                </a:lnTo>
                <a:lnTo>
                  <a:pt x="4082" y="6738"/>
                </a:lnTo>
                <a:lnTo>
                  <a:pt x="4082" y="6737"/>
                </a:lnTo>
                <a:lnTo>
                  <a:pt x="4081" y="6737"/>
                </a:lnTo>
                <a:lnTo>
                  <a:pt x="4080" y="6737"/>
                </a:lnTo>
                <a:lnTo>
                  <a:pt x="4080" y="6736"/>
                </a:lnTo>
                <a:lnTo>
                  <a:pt x="4080" y="6735"/>
                </a:lnTo>
                <a:lnTo>
                  <a:pt x="4080" y="6734"/>
                </a:lnTo>
                <a:lnTo>
                  <a:pt x="4081" y="6734"/>
                </a:lnTo>
                <a:lnTo>
                  <a:pt x="4081" y="6733"/>
                </a:lnTo>
                <a:lnTo>
                  <a:pt x="4081" y="6732"/>
                </a:lnTo>
                <a:lnTo>
                  <a:pt x="4081" y="6731"/>
                </a:lnTo>
                <a:lnTo>
                  <a:pt x="4081" y="6730"/>
                </a:lnTo>
                <a:lnTo>
                  <a:pt x="4080" y="6730"/>
                </a:lnTo>
                <a:lnTo>
                  <a:pt x="4081" y="6730"/>
                </a:lnTo>
                <a:lnTo>
                  <a:pt x="4081" y="6729"/>
                </a:lnTo>
                <a:lnTo>
                  <a:pt x="4080" y="6729"/>
                </a:lnTo>
                <a:lnTo>
                  <a:pt x="4080" y="6728"/>
                </a:lnTo>
                <a:lnTo>
                  <a:pt x="4080" y="6726"/>
                </a:lnTo>
                <a:lnTo>
                  <a:pt x="4080" y="6725"/>
                </a:lnTo>
                <a:lnTo>
                  <a:pt x="4079" y="6725"/>
                </a:lnTo>
                <a:lnTo>
                  <a:pt x="4079" y="6724"/>
                </a:lnTo>
                <a:lnTo>
                  <a:pt x="4080" y="6724"/>
                </a:lnTo>
                <a:lnTo>
                  <a:pt x="4080" y="6723"/>
                </a:lnTo>
                <a:lnTo>
                  <a:pt x="4080" y="6722"/>
                </a:lnTo>
                <a:lnTo>
                  <a:pt x="4081" y="6721"/>
                </a:lnTo>
                <a:lnTo>
                  <a:pt x="4081" y="6720"/>
                </a:lnTo>
                <a:lnTo>
                  <a:pt x="4082" y="6720"/>
                </a:lnTo>
                <a:lnTo>
                  <a:pt x="4081" y="6720"/>
                </a:lnTo>
                <a:lnTo>
                  <a:pt x="4081" y="6719"/>
                </a:lnTo>
                <a:lnTo>
                  <a:pt x="4081" y="6720"/>
                </a:lnTo>
                <a:lnTo>
                  <a:pt x="4080" y="6720"/>
                </a:lnTo>
                <a:lnTo>
                  <a:pt x="4079" y="6720"/>
                </a:lnTo>
                <a:lnTo>
                  <a:pt x="4078" y="6720"/>
                </a:lnTo>
                <a:lnTo>
                  <a:pt x="4078" y="6719"/>
                </a:lnTo>
                <a:lnTo>
                  <a:pt x="4077" y="6720"/>
                </a:lnTo>
                <a:lnTo>
                  <a:pt x="4076" y="6720"/>
                </a:lnTo>
                <a:lnTo>
                  <a:pt x="4076" y="6719"/>
                </a:lnTo>
                <a:lnTo>
                  <a:pt x="4075" y="6719"/>
                </a:lnTo>
                <a:lnTo>
                  <a:pt x="4075" y="6720"/>
                </a:lnTo>
                <a:lnTo>
                  <a:pt x="4074" y="6720"/>
                </a:lnTo>
                <a:lnTo>
                  <a:pt x="4074" y="6721"/>
                </a:lnTo>
                <a:lnTo>
                  <a:pt x="4073" y="6721"/>
                </a:lnTo>
                <a:lnTo>
                  <a:pt x="4073" y="6722"/>
                </a:lnTo>
                <a:lnTo>
                  <a:pt x="4072" y="6722"/>
                </a:lnTo>
                <a:lnTo>
                  <a:pt x="4071" y="6722"/>
                </a:lnTo>
                <a:lnTo>
                  <a:pt x="4071" y="6723"/>
                </a:lnTo>
                <a:lnTo>
                  <a:pt x="4070" y="6723"/>
                </a:lnTo>
                <a:lnTo>
                  <a:pt x="4070" y="6724"/>
                </a:lnTo>
                <a:lnTo>
                  <a:pt x="4069" y="6724"/>
                </a:lnTo>
                <a:lnTo>
                  <a:pt x="4069" y="6725"/>
                </a:lnTo>
                <a:lnTo>
                  <a:pt x="4068" y="6725"/>
                </a:lnTo>
                <a:lnTo>
                  <a:pt x="4067" y="6725"/>
                </a:lnTo>
                <a:lnTo>
                  <a:pt x="4067" y="6726"/>
                </a:lnTo>
                <a:lnTo>
                  <a:pt x="4066" y="6726"/>
                </a:lnTo>
                <a:lnTo>
                  <a:pt x="4066" y="6727"/>
                </a:lnTo>
                <a:lnTo>
                  <a:pt x="4066" y="6728"/>
                </a:lnTo>
                <a:lnTo>
                  <a:pt x="4065" y="6728"/>
                </a:lnTo>
                <a:lnTo>
                  <a:pt x="4064" y="6729"/>
                </a:lnTo>
                <a:lnTo>
                  <a:pt x="4063" y="6729"/>
                </a:lnTo>
                <a:lnTo>
                  <a:pt x="4062" y="6729"/>
                </a:lnTo>
                <a:lnTo>
                  <a:pt x="4061" y="6730"/>
                </a:lnTo>
                <a:lnTo>
                  <a:pt x="4062" y="6730"/>
                </a:lnTo>
                <a:lnTo>
                  <a:pt x="4061" y="6730"/>
                </a:lnTo>
                <a:lnTo>
                  <a:pt x="4061" y="6731"/>
                </a:lnTo>
                <a:lnTo>
                  <a:pt x="4061" y="6732"/>
                </a:lnTo>
                <a:lnTo>
                  <a:pt x="4060" y="6732"/>
                </a:lnTo>
                <a:lnTo>
                  <a:pt x="4060" y="6733"/>
                </a:lnTo>
                <a:lnTo>
                  <a:pt x="4060" y="6732"/>
                </a:lnTo>
                <a:lnTo>
                  <a:pt x="4059" y="6732"/>
                </a:lnTo>
                <a:lnTo>
                  <a:pt x="4058" y="6732"/>
                </a:lnTo>
                <a:lnTo>
                  <a:pt x="4058" y="6733"/>
                </a:lnTo>
                <a:lnTo>
                  <a:pt x="4057" y="6733"/>
                </a:lnTo>
                <a:lnTo>
                  <a:pt x="4056" y="6733"/>
                </a:lnTo>
                <a:lnTo>
                  <a:pt x="4055" y="6733"/>
                </a:lnTo>
                <a:lnTo>
                  <a:pt x="4054" y="6733"/>
                </a:lnTo>
                <a:lnTo>
                  <a:pt x="4054" y="6734"/>
                </a:lnTo>
                <a:lnTo>
                  <a:pt x="4053" y="6734"/>
                </a:lnTo>
                <a:lnTo>
                  <a:pt x="4052" y="6734"/>
                </a:lnTo>
                <a:lnTo>
                  <a:pt x="4051" y="6734"/>
                </a:lnTo>
                <a:lnTo>
                  <a:pt x="4050" y="6734"/>
                </a:lnTo>
                <a:lnTo>
                  <a:pt x="4050" y="6733"/>
                </a:lnTo>
                <a:lnTo>
                  <a:pt x="4049" y="6733"/>
                </a:lnTo>
                <a:lnTo>
                  <a:pt x="4049" y="6734"/>
                </a:lnTo>
                <a:lnTo>
                  <a:pt x="4048" y="6734"/>
                </a:lnTo>
                <a:lnTo>
                  <a:pt x="4046" y="6734"/>
                </a:lnTo>
                <a:lnTo>
                  <a:pt x="4045" y="6734"/>
                </a:lnTo>
                <a:lnTo>
                  <a:pt x="4045" y="6735"/>
                </a:lnTo>
                <a:lnTo>
                  <a:pt x="4044" y="6735"/>
                </a:lnTo>
                <a:lnTo>
                  <a:pt x="4043" y="6736"/>
                </a:lnTo>
                <a:lnTo>
                  <a:pt x="4042" y="6736"/>
                </a:lnTo>
                <a:lnTo>
                  <a:pt x="4042" y="6735"/>
                </a:lnTo>
                <a:lnTo>
                  <a:pt x="4041" y="6735"/>
                </a:lnTo>
                <a:lnTo>
                  <a:pt x="4041" y="6736"/>
                </a:lnTo>
                <a:lnTo>
                  <a:pt x="4041" y="6737"/>
                </a:lnTo>
                <a:lnTo>
                  <a:pt x="4040" y="6737"/>
                </a:lnTo>
                <a:lnTo>
                  <a:pt x="4040" y="6736"/>
                </a:lnTo>
                <a:lnTo>
                  <a:pt x="4038" y="6736"/>
                </a:lnTo>
                <a:lnTo>
                  <a:pt x="4037" y="6736"/>
                </a:lnTo>
                <a:lnTo>
                  <a:pt x="4036" y="6736"/>
                </a:lnTo>
                <a:lnTo>
                  <a:pt x="4035" y="6736"/>
                </a:lnTo>
                <a:lnTo>
                  <a:pt x="4035" y="6737"/>
                </a:lnTo>
                <a:lnTo>
                  <a:pt x="4034" y="6737"/>
                </a:lnTo>
                <a:lnTo>
                  <a:pt x="4034" y="6738"/>
                </a:lnTo>
                <a:lnTo>
                  <a:pt x="4033" y="6738"/>
                </a:lnTo>
                <a:lnTo>
                  <a:pt x="4034" y="6738"/>
                </a:lnTo>
                <a:lnTo>
                  <a:pt x="4033" y="6738"/>
                </a:lnTo>
                <a:lnTo>
                  <a:pt x="4033" y="6739"/>
                </a:lnTo>
                <a:lnTo>
                  <a:pt x="4032" y="6739"/>
                </a:lnTo>
                <a:lnTo>
                  <a:pt x="4032" y="6738"/>
                </a:lnTo>
                <a:lnTo>
                  <a:pt x="4032" y="6739"/>
                </a:lnTo>
                <a:lnTo>
                  <a:pt x="4032" y="6740"/>
                </a:lnTo>
                <a:lnTo>
                  <a:pt x="4031" y="6740"/>
                </a:lnTo>
                <a:lnTo>
                  <a:pt x="4031" y="6741"/>
                </a:lnTo>
                <a:lnTo>
                  <a:pt x="4030" y="6741"/>
                </a:lnTo>
                <a:lnTo>
                  <a:pt x="4030" y="6742"/>
                </a:lnTo>
                <a:lnTo>
                  <a:pt x="4029" y="6742"/>
                </a:lnTo>
                <a:lnTo>
                  <a:pt x="4029" y="6743"/>
                </a:lnTo>
                <a:lnTo>
                  <a:pt x="4029" y="6744"/>
                </a:lnTo>
                <a:lnTo>
                  <a:pt x="4028" y="6744"/>
                </a:lnTo>
                <a:lnTo>
                  <a:pt x="4028" y="6745"/>
                </a:lnTo>
                <a:lnTo>
                  <a:pt x="4027" y="6745"/>
                </a:lnTo>
                <a:lnTo>
                  <a:pt x="4026" y="6745"/>
                </a:lnTo>
                <a:lnTo>
                  <a:pt x="4025" y="6745"/>
                </a:lnTo>
                <a:lnTo>
                  <a:pt x="4025" y="6746"/>
                </a:lnTo>
                <a:lnTo>
                  <a:pt x="4025" y="6745"/>
                </a:lnTo>
                <a:lnTo>
                  <a:pt x="4025" y="6746"/>
                </a:lnTo>
                <a:lnTo>
                  <a:pt x="4024" y="6746"/>
                </a:lnTo>
                <a:lnTo>
                  <a:pt x="4024" y="6747"/>
                </a:lnTo>
                <a:lnTo>
                  <a:pt x="4023" y="6747"/>
                </a:lnTo>
                <a:lnTo>
                  <a:pt x="4023" y="6748"/>
                </a:lnTo>
                <a:lnTo>
                  <a:pt x="4022" y="6748"/>
                </a:lnTo>
                <a:lnTo>
                  <a:pt x="4022" y="6749"/>
                </a:lnTo>
                <a:lnTo>
                  <a:pt x="4021" y="6749"/>
                </a:lnTo>
                <a:lnTo>
                  <a:pt x="4021" y="6750"/>
                </a:lnTo>
                <a:lnTo>
                  <a:pt x="4020" y="6750"/>
                </a:lnTo>
                <a:lnTo>
                  <a:pt x="4020" y="6751"/>
                </a:lnTo>
                <a:lnTo>
                  <a:pt x="4019" y="6751"/>
                </a:lnTo>
                <a:lnTo>
                  <a:pt x="4019" y="6752"/>
                </a:lnTo>
                <a:lnTo>
                  <a:pt x="4019" y="6753"/>
                </a:lnTo>
                <a:lnTo>
                  <a:pt x="4019" y="6754"/>
                </a:lnTo>
                <a:lnTo>
                  <a:pt x="4018" y="6754"/>
                </a:lnTo>
                <a:lnTo>
                  <a:pt x="4018" y="6755"/>
                </a:lnTo>
                <a:lnTo>
                  <a:pt x="4017" y="6755"/>
                </a:lnTo>
                <a:lnTo>
                  <a:pt x="4017" y="6756"/>
                </a:lnTo>
                <a:lnTo>
                  <a:pt x="4017" y="6757"/>
                </a:lnTo>
                <a:lnTo>
                  <a:pt x="4017" y="6758"/>
                </a:lnTo>
                <a:lnTo>
                  <a:pt x="4016" y="6758"/>
                </a:lnTo>
                <a:lnTo>
                  <a:pt x="4016" y="6759"/>
                </a:lnTo>
                <a:lnTo>
                  <a:pt x="4015" y="6759"/>
                </a:lnTo>
                <a:lnTo>
                  <a:pt x="4015" y="6758"/>
                </a:lnTo>
                <a:lnTo>
                  <a:pt x="4014" y="6758"/>
                </a:lnTo>
                <a:lnTo>
                  <a:pt x="4014" y="6759"/>
                </a:lnTo>
                <a:lnTo>
                  <a:pt x="4014" y="6758"/>
                </a:lnTo>
                <a:lnTo>
                  <a:pt x="4013" y="6758"/>
                </a:lnTo>
                <a:lnTo>
                  <a:pt x="4013" y="6759"/>
                </a:lnTo>
                <a:lnTo>
                  <a:pt x="4012" y="6759"/>
                </a:lnTo>
                <a:lnTo>
                  <a:pt x="4012" y="6760"/>
                </a:lnTo>
                <a:lnTo>
                  <a:pt x="4012" y="6761"/>
                </a:lnTo>
                <a:lnTo>
                  <a:pt x="4011" y="6761"/>
                </a:lnTo>
                <a:lnTo>
                  <a:pt x="4011" y="6760"/>
                </a:lnTo>
                <a:lnTo>
                  <a:pt x="4011" y="6761"/>
                </a:lnTo>
                <a:lnTo>
                  <a:pt x="4010" y="6761"/>
                </a:lnTo>
                <a:lnTo>
                  <a:pt x="4009" y="6761"/>
                </a:lnTo>
                <a:lnTo>
                  <a:pt x="4009" y="6762"/>
                </a:lnTo>
                <a:lnTo>
                  <a:pt x="4008" y="6762"/>
                </a:lnTo>
                <a:lnTo>
                  <a:pt x="4008" y="6763"/>
                </a:lnTo>
                <a:lnTo>
                  <a:pt x="4007" y="6764"/>
                </a:lnTo>
                <a:lnTo>
                  <a:pt x="4007" y="6765"/>
                </a:lnTo>
                <a:lnTo>
                  <a:pt x="4006" y="6766"/>
                </a:lnTo>
                <a:lnTo>
                  <a:pt x="4005" y="6767"/>
                </a:lnTo>
                <a:lnTo>
                  <a:pt x="4005" y="6768"/>
                </a:lnTo>
                <a:lnTo>
                  <a:pt x="4004" y="6768"/>
                </a:lnTo>
                <a:lnTo>
                  <a:pt x="4004" y="6769"/>
                </a:lnTo>
                <a:lnTo>
                  <a:pt x="4003" y="6769"/>
                </a:lnTo>
                <a:lnTo>
                  <a:pt x="4003" y="6770"/>
                </a:lnTo>
                <a:lnTo>
                  <a:pt x="4002" y="6770"/>
                </a:lnTo>
                <a:lnTo>
                  <a:pt x="4001" y="6770"/>
                </a:lnTo>
                <a:lnTo>
                  <a:pt x="4001" y="6769"/>
                </a:lnTo>
                <a:lnTo>
                  <a:pt x="4000" y="6769"/>
                </a:lnTo>
                <a:lnTo>
                  <a:pt x="3999" y="6769"/>
                </a:lnTo>
                <a:lnTo>
                  <a:pt x="3998" y="6769"/>
                </a:lnTo>
                <a:lnTo>
                  <a:pt x="3997" y="6770"/>
                </a:lnTo>
                <a:lnTo>
                  <a:pt x="3997" y="6771"/>
                </a:lnTo>
                <a:lnTo>
                  <a:pt x="3996" y="6771"/>
                </a:lnTo>
                <a:lnTo>
                  <a:pt x="3995" y="6771"/>
                </a:lnTo>
                <a:lnTo>
                  <a:pt x="3995" y="6772"/>
                </a:lnTo>
                <a:lnTo>
                  <a:pt x="3995" y="6773"/>
                </a:lnTo>
                <a:lnTo>
                  <a:pt x="3994" y="6773"/>
                </a:lnTo>
                <a:lnTo>
                  <a:pt x="3994" y="6774"/>
                </a:lnTo>
                <a:lnTo>
                  <a:pt x="3995" y="6774"/>
                </a:lnTo>
                <a:lnTo>
                  <a:pt x="3994" y="6774"/>
                </a:lnTo>
                <a:lnTo>
                  <a:pt x="3994" y="6775"/>
                </a:lnTo>
                <a:lnTo>
                  <a:pt x="3993" y="6775"/>
                </a:lnTo>
                <a:lnTo>
                  <a:pt x="3992" y="6776"/>
                </a:lnTo>
                <a:lnTo>
                  <a:pt x="3991" y="6775"/>
                </a:lnTo>
                <a:lnTo>
                  <a:pt x="3990" y="6775"/>
                </a:lnTo>
                <a:lnTo>
                  <a:pt x="3989" y="6775"/>
                </a:lnTo>
                <a:lnTo>
                  <a:pt x="3988" y="6775"/>
                </a:lnTo>
                <a:lnTo>
                  <a:pt x="3987" y="6775"/>
                </a:lnTo>
                <a:lnTo>
                  <a:pt x="3986" y="6775"/>
                </a:lnTo>
                <a:lnTo>
                  <a:pt x="3986" y="6776"/>
                </a:lnTo>
                <a:lnTo>
                  <a:pt x="3985" y="6776"/>
                </a:lnTo>
                <a:lnTo>
                  <a:pt x="3984" y="6776"/>
                </a:lnTo>
                <a:lnTo>
                  <a:pt x="3983" y="6776"/>
                </a:lnTo>
                <a:lnTo>
                  <a:pt x="3983" y="6777"/>
                </a:lnTo>
                <a:lnTo>
                  <a:pt x="3982" y="6777"/>
                </a:lnTo>
                <a:lnTo>
                  <a:pt x="3982" y="6778"/>
                </a:lnTo>
                <a:lnTo>
                  <a:pt x="3981" y="6778"/>
                </a:lnTo>
                <a:lnTo>
                  <a:pt x="3980" y="6778"/>
                </a:lnTo>
                <a:lnTo>
                  <a:pt x="3979" y="6778"/>
                </a:lnTo>
                <a:lnTo>
                  <a:pt x="3978" y="6778"/>
                </a:lnTo>
                <a:lnTo>
                  <a:pt x="3978" y="6779"/>
                </a:lnTo>
                <a:lnTo>
                  <a:pt x="3977" y="6779"/>
                </a:lnTo>
                <a:lnTo>
                  <a:pt x="3977" y="6780"/>
                </a:lnTo>
                <a:lnTo>
                  <a:pt x="3976" y="6780"/>
                </a:lnTo>
                <a:lnTo>
                  <a:pt x="3976" y="6781"/>
                </a:lnTo>
                <a:lnTo>
                  <a:pt x="3976" y="6780"/>
                </a:lnTo>
                <a:lnTo>
                  <a:pt x="3975" y="6781"/>
                </a:lnTo>
                <a:lnTo>
                  <a:pt x="3974" y="6781"/>
                </a:lnTo>
                <a:lnTo>
                  <a:pt x="3973" y="6781"/>
                </a:lnTo>
                <a:lnTo>
                  <a:pt x="3973" y="6780"/>
                </a:lnTo>
                <a:lnTo>
                  <a:pt x="3972" y="6780"/>
                </a:lnTo>
                <a:lnTo>
                  <a:pt x="3972" y="6779"/>
                </a:lnTo>
                <a:lnTo>
                  <a:pt x="3971" y="6779"/>
                </a:lnTo>
                <a:lnTo>
                  <a:pt x="3970" y="6779"/>
                </a:lnTo>
                <a:lnTo>
                  <a:pt x="3969" y="6779"/>
                </a:lnTo>
                <a:lnTo>
                  <a:pt x="3969" y="6778"/>
                </a:lnTo>
                <a:lnTo>
                  <a:pt x="3968" y="6778"/>
                </a:lnTo>
                <a:lnTo>
                  <a:pt x="3968" y="6777"/>
                </a:lnTo>
                <a:lnTo>
                  <a:pt x="3967" y="6777"/>
                </a:lnTo>
                <a:lnTo>
                  <a:pt x="3967" y="6776"/>
                </a:lnTo>
                <a:lnTo>
                  <a:pt x="3966" y="6776"/>
                </a:lnTo>
                <a:lnTo>
                  <a:pt x="3965" y="6776"/>
                </a:lnTo>
                <a:lnTo>
                  <a:pt x="3964" y="6776"/>
                </a:lnTo>
                <a:lnTo>
                  <a:pt x="3963" y="6776"/>
                </a:lnTo>
                <a:lnTo>
                  <a:pt x="3962" y="6776"/>
                </a:lnTo>
                <a:lnTo>
                  <a:pt x="3961" y="6776"/>
                </a:lnTo>
                <a:lnTo>
                  <a:pt x="3961" y="6777"/>
                </a:lnTo>
                <a:lnTo>
                  <a:pt x="3960" y="6777"/>
                </a:lnTo>
                <a:lnTo>
                  <a:pt x="3959" y="6778"/>
                </a:lnTo>
                <a:lnTo>
                  <a:pt x="3958" y="6778"/>
                </a:lnTo>
                <a:lnTo>
                  <a:pt x="3958" y="6777"/>
                </a:lnTo>
                <a:lnTo>
                  <a:pt x="3958" y="6778"/>
                </a:lnTo>
                <a:lnTo>
                  <a:pt x="3957" y="6778"/>
                </a:lnTo>
                <a:lnTo>
                  <a:pt x="3957" y="6779"/>
                </a:lnTo>
                <a:lnTo>
                  <a:pt x="3956" y="6779"/>
                </a:lnTo>
                <a:lnTo>
                  <a:pt x="3956" y="6778"/>
                </a:lnTo>
                <a:lnTo>
                  <a:pt x="3955" y="6778"/>
                </a:lnTo>
                <a:lnTo>
                  <a:pt x="3955" y="6777"/>
                </a:lnTo>
                <a:lnTo>
                  <a:pt x="3955" y="6776"/>
                </a:lnTo>
                <a:lnTo>
                  <a:pt x="3954" y="6776"/>
                </a:lnTo>
                <a:lnTo>
                  <a:pt x="3954" y="6775"/>
                </a:lnTo>
                <a:lnTo>
                  <a:pt x="3953" y="6774"/>
                </a:lnTo>
                <a:lnTo>
                  <a:pt x="3953" y="6773"/>
                </a:lnTo>
                <a:lnTo>
                  <a:pt x="3952" y="6773"/>
                </a:lnTo>
                <a:lnTo>
                  <a:pt x="3952" y="6772"/>
                </a:lnTo>
                <a:lnTo>
                  <a:pt x="3952" y="6771"/>
                </a:lnTo>
                <a:lnTo>
                  <a:pt x="3953" y="6771"/>
                </a:lnTo>
                <a:lnTo>
                  <a:pt x="3953" y="6770"/>
                </a:lnTo>
                <a:lnTo>
                  <a:pt x="3953" y="6769"/>
                </a:lnTo>
                <a:lnTo>
                  <a:pt x="3952" y="6769"/>
                </a:lnTo>
                <a:lnTo>
                  <a:pt x="3952" y="6768"/>
                </a:lnTo>
                <a:lnTo>
                  <a:pt x="3952" y="6767"/>
                </a:lnTo>
                <a:lnTo>
                  <a:pt x="3951" y="6767"/>
                </a:lnTo>
                <a:lnTo>
                  <a:pt x="3950" y="6767"/>
                </a:lnTo>
                <a:lnTo>
                  <a:pt x="3950" y="6766"/>
                </a:lnTo>
                <a:lnTo>
                  <a:pt x="3949" y="6766"/>
                </a:lnTo>
                <a:lnTo>
                  <a:pt x="3949" y="6765"/>
                </a:lnTo>
                <a:lnTo>
                  <a:pt x="3949" y="6764"/>
                </a:lnTo>
                <a:lnTo>
                  <a:pt x="3948" y="6764"/>
                </a:lnTo>
                <a:lnTo>
                  <a:pt x="3948" y="6763"/>
                </a:lnTo>
                <a:lnTo>
                  <a:pt x="3948" y="6762"/>
                </a:lnTo>
                <a:lnTo>
                  <a:pt x="3947" y="6762"/>
                </a:lnTo>
                <a:lnTo>
                  <a:pt x="3947" y="6761"/>
                </a:lnTo>
                <a:lnTo>
                  <a:pt x="3946" y="6761"/>
                </a:lnTo>
                <a:lnTo>
                  <a:pt x="3946" y="6762"/>
                </a:lnTo>
                <a:lnTo>
                  <a:pt x="3945" y="6762"/>
                </a:lnTo>
                <a:lnTo>
                  <a:pt x="3944" y="6762"/>
                </a:lnTo>
                <a:lnTo>
                  <a:pt x="3943" y="6762"/>
                </a:lnTo>
                <a:lnTo>
                  <a:pt x="3943" y="6763"/>
                </a:lnTo>
                <a:lnTo>
                  <a:pt x="3942" y="6763"/>
                </a:lnTo>
                <a:lnTo>
                  <a:pt x="3941" y="6763"/>
                </a:lnTo>
                <a:lnTo>
                  <a:pt x="3940" y="6763"/>
                </a:lnTo>
                <a:lnTo>
                  <a:pt x="3940" y="6764"/>
                </a:lnTo>
                <a:lnTo>
                  <a:pt x="3939" y="6764"/>
                </a:lnTo>
                <a:lnTo>
                  <a:pt x="3938" y="6764"/>
                </a:lnTo>
                <a:lnTo>
                  <a:pt x="3937" y="6764"/>
                </a:lnTo>
                <a:lnTo>
                  <a:pt x="3937" y="6763"/>
                </a:lnTo>
                <a:lnTo>
                  <a:pt x="3936" y="6763"/>
                </a:lnTo>
                <a:lnTo>
                  <a:pt x="3935" y="6763"/>
                </a:lnTo>
                <a:lnTo>
                  <a:pt x="3934" y="6763"/>
                </a:lnTo>
                <a:lnTo>
                  <a:pt x="3933" y="6763"/>
                </a:lnTo>
                <a:lnTo>
                  <a:pt x="3932" y="6763"/>
                </a:lnTo>
                <a:lnTo>
                  <a:pt x="3931" y="6762"/>
                </a:lnTo>
                <a:lnTo>
                  <a:pt x="3931" y="6763"/>
                </a:lnTo>
                <a:lnTo>
                  <a:pt x="3930" y="6763"/>
                </a:lnTo>
                <a:lnTo>
                  <a:pt x="3930" y="6764"/>
                </a:lnTo>
                <a:lnTo>
                  <a:pt x="3929" y="6764"/>
                </a:lnTo>
                <a:lnTo>
                  <a:pt x="3929" y="6765"/>
                </a:lnTo>
                <a:lnTo>
                  <a:pt x="3928" y="6765"/>
                </a:lnTo>
                <a:lnTo>
                  <a:pt x="3928" y="6766"/>
                </a:lnTo>
                <a:lnTo>
                  <a:pt x="3927" y="6766"/>
                </a:lnTo>
                <a:lnTo>
                  <a:pt x="3927" y="6767"/>
                </a:lnTo>
                <a:lnTo>
                  <a:pt x="3926" y="6767"/>
                </a:lnTo>
                <a:lnTo>
                  <a:pt x="3926" y="6768"/>
                </a:lnTo>
                <a:lnTo>
                  <a:pt x="3925" y="6768"/>
                </a:lnTo>
                <a:lnTo>
                  <a:pt x="3925" y="6769"/>
                </a:lnTo>
                <a:lnTo>
                  <a:pt x="3924" y="6769"/>
                </a:lnTo>
                <a:lnTo>
                  <a:pt x="3924" y="6770"/>
                </a:lnTo>
                <a:lnTo>
                  <a:pt x="3923" y="6770"/>
                </a:lnTo>
                <a:lnTo>
                  <a:pt x="3922" y="6770"/>
                </a:lnTo>
                <a:lnTo>
                  <a:pt x="3922" y="6771"/>
                </a:lnTo>
                <a:lnTo>
                  <a:pt x="3921" y="6771"/>
                </a:lnTo>
                <a:lnTo>
                  <a:pt x="3921" y="6772"/>
                </a:lnTo>
                <a:lnTo>
                  <a:pt x="3920" y="6772"/>
                </a:lnTo>
                <a:lnTo>
                  <a:pt x="3919" y="6772"/>
                </a:lnTo>
                <a:lnTo>
                  <a:pt x="3918" y="6772"/>
                </a:lnTo>
                <a:lnTo>
                  <a:pt x="3918" y="6771"/>
                </a:lnTo>
                <a:lnTo>
                  <a:pt x="3917" y="6771"/>
                </a:lnTo>
                <a:lnTo>
                  <a:pt x="3917" y="6772"/>
                </a:lnTo>
                <a:lnTo>
                  <a:pt x="3916" y="6772"/>
                </a:lnTo>
                <a:lnTo>
                  <a:pt x="3916" y="6773"/>
                </a:lnTo>
                <a:lnTo>
                  <a:pt x="3915" y="6773"/>
                </a:lnTo>
                <a:lnTo>
                  <a:pt x="3915" y="6774"/>
                </a:lnTo>
                <a:lnTo>
                  <a:pt x="3915" y="6773"/>
                </a:lnTo>
                <a:lnTo>
                  <a:pt x="3915" y="6774"/>
                </a:lnTo>
                <a:lnTo>
                  <a:pt x="3915" y="6773"/>
                </a:lnTo>
                <a:lnTo>
                  <a:pt x="3914" y="6774"/>
                </a:lnTo>
                <a:lnTo>
                  <a:pt x="3913" y="6774"/>
                </a:lnTo>
                <a:lnTo>
                  <a:pt x="3913" y="6773"/>
                </a:lnTo>
                <a:lnTo>
                  <a:pt x="3913" y="6774"/>
                </a:lnTo>
                <a:lnTo>
                  <a:pt x="3912" y="6774"/>
                </a:lnTo>
                <a:lnTo>
                  <a:pt x="3911" y="6774"/>
                </a:lnTo>
                <a:lnTo>
                  <a:pt x="3911" y="6775"/>
                </a:lnTo>
                <a:lnTo>
                  <a:pt x="3911" y="6774"/>
                </a:lnTo>
                <a:lnTo>
                  <a:pt x="3911" y="6775"/>
                </a:lnTo>
                <a:lnTo>
                  <a:pt x="3910" y="6775"/>
                </a:lnTo>
                <a:lnTo>
                  <a:pt x="3910" y="6774"/>
                </a:lnTo>
                <a:lnTo>
                  <a:pt x="3911" y="6774"/>
                </a:lnTo>
                <a:lnTo>
                  <a:pt x="3910" y="6774"/>
                </a:lnTo>
                <a:lnTo>
                  <a:pt x="3909" y="6774"/>
                </a:lnTo>
                <a:lnTo>
                  <a:pt x="3908" y="6774"/>
                </a:lnTo>
                <a:lnTo>
                  <a:pt x="3908" y="6773"/>
                </a:lnTo>
                <a:lnTo>
                  <a:pt x="3907" y="6773"/>
                </a:lnTo>
                <a:lnTo>
                  <a:pt x="3908" y="6772"/>
                </a:lnTo>
                <a:lnTo>
                  <a:pt x="3908" y="6771"/>
                </a:lnTo>
                <a:lnTo>
                  <a:pt x="3907" y="6771"/>
                </a:lnTo>
                <a:lnTo>
                  <a:pt x="3907" y="6770"/>
                </a:lnTo>
                <a:lnTo>
                  <a:pt x="3906" y="6770"/>
                </a:lnTo>
                <a:lnTo>
                  <a:pt x="3906" y="6769"/>
                </a:lnTo>
                <a:lnTo>
                  <a:pt x="3905" y="6769"/>
                </a:lnTo>
                <a:lnTo>
                  <a:pt x="3905" y="6768"/>
                </a:lnTo>
                <a:lnTo>
                  <a:pt x="3904" y="6767"/>
                </a:lnTo>
                <a:lnTo>
                  <a:pt x="3904" y="6766"/>
                </a:lnTo>
                <a:lnTo>
                  <a:pt x="3903" y="6766"/>
                </a:lnTo>
                <a:lnTo>
                  <a:pt x="3903" y="6765"/>
                </a:lnTo>
                <a:lnTo>
                  <a:pt x="3902" y="6765"/>
                </a:lnTo>
                <a:lnTo>
                  <a:pt x="3902" y="6764"/>
                </a:lnTo>
                <a:lnTo>
                  <a:pt x="3901" y="6764"/>
                </a:lnTo>
                <a:lnTo>
                  <a:pt x="3900" y="6764"/>
                </a:lnTo>
                <a:lnTo>
                  <a:pt x="3899" y="6764"/>
                </a:lnTo>
                <a:lnTo>
                  <a:pt x="3898" y="6764"/>
                </a:lnTo>
                <a:lnTo>
                  <a:pt x="3898" y="6765"/>
                </a:lnTo>
                <a:lnTo>
                  <a:pt x="3898" y="6766"/>
                </a:lnTo>
                <a:lnTo>
                  <a:pt x="3897" y="6766"/>
                </a:lnTo>
                <a:lnTo>
                  <a:pt x="3897" y="6767"/>
                </a:lnTo>
                <a:lnTo>
                  <a:pt x="3897" y="6768"/>
                </a:lnTo>
                <a:lnTo>
                  <a:pt x="3897" y="6769"/>
                </a:lnTo>
                <a:lnTo>
                  <a:pt x="3896" y="6769"/>
                </a:lnTo>
                <a:lnTo>
                  <a:pt x="3896" y="6770"/>
                </a:lnTo>
                <a:lnTo>
                  <a:pt x="3895" y="6769"/>
                </a:lnTo>
                <a:lnTo>
                  <a:pt x="3894" y="6769"/>
                </a:lnTo>
                <a:lnTo>
                  <a:pt x="3894" y="6768"/>
                </a:lnTo>
                <a:lnTo>
                  <a:pt x="3893" y="6768"/>
                </a:lnTo>
                <a:lnTo>
                  <a:pt x="3893" y="6767"/>
                </a:lnTo>
                <a:lnTo>
                  <a:pt x="3892" y="6767"/>
                </a:lnTo>
                <a:lnTo>
                  <a:pt x="3891" y="6766"/>
                </a:lnTo>
                <a:lnTo>
                  <a:pt x="3890" y="6766"/>
                </a:lnTo>
                <a:lnTo>
                  <a:pt x="3889" y="6766"/>
                </a:lnTo>
                <a:lnTo>
                  <a:pt x="3889" y="6765"/>
                </a:lnTo>
                <a:lnTo>
                  <a:pt x="3888" y="6765"/>
                </a:lnTo>
                <a:lnTo>
                  <a:pt x="3888" y="6764"/>
                </a:lnTo>
                <a:lnTo>
                  <a:pt x="3888" y="6763"/>
                </a:lnTo>
                <a:lnTo>
                  <a:pt x="3887" y="6763"/>
                </a:lnTo>
                <a:lnTo>
                  <a:pt x="3887" y="6762"/>
                </a:lnTo>
                <a:lnTo>
                  <a:pt x="3887" y="6761"/>
                </a:lnTo>
                <a:lnTo>
                  <a:pt x="3888" y="6761"/>
                </a:lnTo>
                <a:lnTo>
                  <a:pt x="3888" y="6759"/>
                </a:lnTo>
                <a:lnTo>
                  <a:pt x="3888" y="6758"/>
                </a:lnTo>
                <a:lnTo>
                  <a:pt x="3887" y="6758"/>
                </a:lnTo>
                <a:lnTo>
                  <a:pt x="3887" y="6757"/>
                </a:lnTo>
                <a:lnTo>
                  <a:pt x="3887" y="6756"/>
                </a:lnTo>
                <a:lnTo>
                  <a:pt x="3888" y="6756"/>
                </a:lnTo>
                <a:lnTo>
                  <a:pt x="3888" y="6755"/>
                </a:lnTo>
                <a:lnTo>
                  <a:pt x="3888" y="6754"/>
                </a:lnTo>
                <a:lnTo>
                  <a:pt x="3888" y="6753"/>
                </a:lnTo>
                <a:lnTo>
                  <a:pt x="3888" y="6752"/>
                </a:lnTo>
                <a:lnTo>
                  <a:pt x="3887" y="6752"/>
                </a:lnTo>
                <a:lnTo>
                  <a:pt x="3887" y="6751"/>
                </a:lnTo>
                <a:lnTo>
                  <a:pt x="3887" y="6750"/>
                </a:lnTo>
                <a:lnTo>
                  <a:pt x="3886" y="6750"/>
                </a:lnTo>
                <a:lnTo>
                  <a:pt x="3885" y="6750"/>
                </a:lnTo>
                <a:lnTo>
                  <a:pt x="3885" y="6749"/>
                </a:lnTo>
                <a:lnTo>
                  <a:pt x="3885" y="6748"/>
                </a:lnTo>
                <a:lnTo>
                  <a:pt x="3885" y="6747"/>
                </a:lnTo>
                <a:lnTo>
                  <a:pt x="3886" y="6747"/>
                </a:lnTo>
                <a:lnTo>
                  <a:pt x="3886" y="6746"/>
                </a:lnTo>
                <a:lnTo>
                  <a:pt x="3887" y="6746"/>
                </a:lnTo>
                <a:lnTo>
                  <a:pt x="3887" y="6745"/>
                </a:lnTo>
                <a:lnTo>
                  <a:pt x="3888" y="6745"/>
                </a:lnTo>
                <a:lnTo>
                  <a:pt x="3889" y="6744"/>
                </a:lnTo>
                <a:lnTo>
                  <a:pt x="3890" y="6744"/>
                </a:lnTo>
                <a:lnTo>
                  <a:pt x="3890" y="6743"/>
                </a:lnTo>
                <a:lnTo>
                  <a:pt x="3891" y="6743"/>
                </a:lnTo>
                <a:lnTo>
                  <a:pt x="3891" y="6742"/>
                </a:lnTo>
                <a:lnTo>
                  <a:pt x="3891" y="6741"/>
                </a:lnTo>
                <a:lnTo>
                  <a:pt x="3891" y="6740"/>
                </a:lnTo>
                <a:lnTo>
                  <a:pt x="3892" y="6740"/>
                </a:lnTo>
                <a:lnTo>
                  <a:pt x="3892" y="6739"/>
                </a:lnTo>
                <a:lnTo>
                  <a:pt x="3893" y="6739"/>
                </a:lnTo>
                <a:lnTo>
                  <a:pt x="3893" y="6738"/>
                </a:lnTo>
                <a:lnTo>
                  <a:pt x="3894" y="6738"/>
                </a:lnTo>
                <a:lnTo>
                  <a:pt x="3894" y="6737"/>
                </a:lnTo>
                <a:lnTo>
                  <a:pt x="3895" y="6737"/>
                </a:lnTo>
                <a:lnTo>
                  <a:pt x="3896" y="6737"/>
                </a:lnTo>
                <a:lnTo>
                  <a:pt x="3897" y="6737"/>
                </a:lnTo>
                <a:lnTo>
                  <a:pt x="3898" y="6737"/>
                </a:lnTo>
                <a:lnTo>
                  <a:pt x="3899" y="6737"/>
                </a:lnTo>
                <a:lnTo>
                  <a:pt x="3899" y="6736"/>
                </a:lnTo>
                <a:lnTo>
                  <a:pt x="3898" y="6736"/>
                </a:lnTo>
                <a:lnTo>
                  <a:pt x="3898" y="6735"/>
                </a:lnTo>
                <a:lnTo>
                  <a:pt x="3898" y="6734"/>
                </a:lnTo>
                <a:lnTo>
                  <a:pt x="3897" y="6733"/>
                </a:lnTo>
                <a:lnTo>
                  <a:pt x="3897" y="6732"/>
                </a:lnTo>
                <a:lnTo>
                  <a:pt x="3896" y="6732"/>
                </a:lnTo>
                <a:lnTo>
                  <a:pt x="3897" y="6732"/>
                </a:lnTo>
                <a:lnTo>
                  <a:pt x="3896" y="6732"/>
                </a:lnTo>
                <a:lnTo>
                  <a:pt x="3896" y="6731"/>
                </a:lnTo>
                <a:lnTo>
                  <a:pt x="3895" y="6731"/>
                </a:lnTo>
                <a:lnTo>
                  <a:pt x="3895" y="6730"/>
                </a:lnTo>
                <a:lnTo>
                  <a:pt x="3894" y="6730"/>
                </a:lnTo>
                <a:lnTo>
                  <a:pt x="3893" y="6730"/>
                </a:lnTo>
                <a:lnTo>
                  <a:pt x="3894" y="6729"/>
                </a:lnTo>
                <a:lnTo>
                  <a:pt x="3893" y="6729"/>
                </a:lnTo>
                <a:lnTo>
                  <a:pt x="3893" y="6728"/>
                </a:lnTo>
                <a:lnTo>
                  <a:pt x="3892" y="6728"/>
                </a:lnTo>
                <a:lnTo>
                  <a:pt x="3892" y="6727"/>
                </a:lnTo>
                <a:lnTo>
                  <a:pt x="3891" y="6727"/>
                </a:lnTo>
                <a:lnTo>
                  <a:pt x="3891" y="6726"/>
                </a:lnTo>
                <a:lnTo>
                  <a:pt x="3890" y="6726"/>
                </a:lnTo>
                <a:lnTo>
                  <a:pt x="3889" y="6726"/>
                </a:lnTo>
                <a:lnTo>
                  <a:pt x="3889" y="6725"/>
                </a:lnTo>
                <a:lnTo>
                  <a:pt x="3888" y="6725"/>
                </a:lnTo>
                <a:lnTo>
                  <a:pt x="3888" y="6726"/>
                </a:lnTo>
                <a:lnTo>
                  <a:pt x="3887" y="6726"/>
                </a:lnTo>
                <a:lnTo>
                  <a:pt x="3887" y="6727"/>
                </a:lnTo>
                <a:lnTo>
                  <a:pt x="3886" y="6726"/>
                </a:lnTo>
                <a:lnTo>
                  <a:pt x="3885" y="6726"/>
                </a:lnTo>
                <a:lnTo>
                  <a:pt x="3885" y="6725"/>
                </a:lnTo>
                <a:lnTo>
                  <a:pt x="3884" y="6725"/>
                </a:lnTo>
                <a:lnTo>
                  <a:pt x="3884" y="6726"/>
                </a:lnTo>
                <a:lnTo>
                  <a:pt x="3883" y="6726"/>
                </a:lnTo>
                <a:lnTo>
                  <a:pt x="3883" y="6727"/>
                </a:lnTo>
                <a:lnTo>
                  <a:pt x="3882" y="6727"/>
                </a:lnTo>
                <a:lnTo>
                  <a:pt x="3882" y="6728"/>
                </a:lnTo>
                <a:lnTo>
                  <a:pt x="3882" y="6727"/>
                </a:lnTo>
                <a:lnTo>
                  <a:pt x="3881" y="6727"/>
                </a:lnTo>
                <a:lnTo>
                  <a:pt x="3881" y="6728"/>
                </a:lnTo>
                <a:lnTo>
                  <a:pt x="3880" y="6728"/>
                </a:lnTo>
                <a:lnTo>
                  <a:pt x="3880" y="6727"/>
                </a:lnTo>
                <a:lnTo>
                  <a:pt x="3879" y="6727"/>
                </a:lnTo>
                <a:lnTo>
                  <a:pt x="3879" y="6728"/>
                </a:lnTo>
                <a:lnTo>
                  <a:pt x="3878" y="6728"/>
                </a:lnTo>
                <a:lnTo>
                  <a:pt x="3878" y="6729"/>
                </a:lnTo>
                <a:lnTo>
                  <a:pt x="3877" y="6729"/>
                </a:lnTo>
                <a:lnTo>
                  <a:pt x="3876" y="6729"/>
                </a:lnTo>
                <a:lnTo>
                  <a:pt x="3876" y="6730"/>
                </a:lnTo>
                <a:lnTo>
                  <a:pt x="3875" y="6730"/>
                </a:lnTo>
                <a:lnTo>
                  <a:pt x="3875" y="6731"/>
                </a:lnTo>
                <a:lnTo>
                  <a:pt x="3875" y="6732"/>
                </a:lnTo>
                <a:lnTo>
                  <a:pt x="3875" y="6733"/>
                </a:lnTo>
                <a:lnTo>
                  <a:pt x="3875" y="6732"/>
                </a:lnTo>
                <a:lnTo>
                  <a:pt x="3874" y="6732"/>
                </a:lnTo>
                <a:lnTo>
                  <a:pt x="3874" y="6731"/>
                </a:lnTo>
                <a:lnTo>
                  <a:pt x="3874" y="6730"/>
                </a:lnTo>
                <a:lnTo>
                  <a:pt x="3873" y="6730"/>
                </a:lnTo>
                <a:lnTo>
                  <a:pt x="3872" y="6730"/>
                </a:lnTo>
                <a:lnTo>
                  <a:pt x="3872" y="6731"/>
                </a:lnTo>
                <a:lnTo>
                  <a:pt x="3872" y="6730"/>
                </a:lnTo>
                <a:lnTo>
                  <a:pt x="3871" y="6730"/>
                </a:lnTo>
                <a:lnTo>
                  <a:pt x="3871" y="6729"/>
                </a:lnTo>
                <a:lnTo>
                  <a:pt x="3872" y="6729"/>
                </a:lnTo>
                <a:lnTo>
                  <a:pt x="3872" y="6728"/>
                </a:lnTo>
                <a:lnTo>
                  <a:pt x="3872" y="6727"/>
                </a:lnTo>
                <a:lnTo>
                  <a:pt x="3871" y="6727"/>
                </a:lnTo>
                <a:lnTo>
                  <a:pt x="3871" y="6726"/>
                </a:lnTo>
                <a:lnTo>
                  <a:pt x="3870" y="6726"/>
                </a:lnTo>
                <a:lnTo>
                  <a:pt x="3870" y="6727"/>
                </a:lnTo>
                <a:lnTo>
                  <a:pt x="3869" y="6727"/>
                </a:lnTo>
                <a:lnTo>
                  <a:pt x="3868" y="6727"/>
                </a:lnTo>
                <a:lnTo>
                  <a:pt x="3868" y="6726"/>
                </a:lnTo>
                <a:lnTo>
                  <a:pt x="3867" y="6726"/>
                </a:lnTo>
                <a:lnTo>
                  <a:pt x="3867" y="6725"/>
                </a:lnTo>
                <a:lnTo>
                  <a:pt x="3866" y="6725"/>
                </a:lnTo>
                <a:lnTo>
                  <a:pt x="3865" y="6725"/>
                </a:lnTo>
                <a:lnTo>
                  <a:pt x="3865" y="6724"/>
                </a:lnTo>
                <a:lnTo>
                  <a:pt x="3864" y="6724"/>
                </a:lnTo>
                <a:lnTo>
                  <a:pt x="3864" y="6723"/>
                </a:lnTo>
                <a:lnTo>
                  <a:pt x="3863" y="6722"/>
                </a:lnTo>
                <a:lnTo>
                  <a:pt x="3863" y="6719"/>
                </a:lnTo>
                <a:lnTo>
                  <a:pt x="3862" y="6719"/>
                </a:lnTo>
                <a:lnTo>
                  <a:pt x="3862" y="6718"/>
                </a:lnTo>
                <a:lnTo>
                  <a:pt x="3862" y="6717"/>
                </a:lnTo>
                <a:lnTo>
                  <a:pt x="3861" y="6717"/>
                </a:lnTo>
                <a:lnTo>
                  <a:pt x="3861" y="6716"/>
                </a:lnTo>
                <a:lnTo>
                  <a:pt x="3862" y="6716"/>
                </a:lnTo>
                <a:lnTo>
                  <a:pt x="3862" y="6715"/>
                </a:lnTo>
                <a:lnTo>
                  <a:pt x="3861" y="6715"/>
                </a:lnTo>
                <a:lnTo>
                  <a:pt x="3861" y="6714"/>
                </a:lnTo>
                <a:lnTo>
                  <a:pt x="3861" y="6713"/>
                </a:lnTo>
                <a:lnTo>
                  <a:pt x="3861" y="6712"/>
                </a:lnTo>
                <a:lnTo>
                  <a:pt x="3860" y="6712"/>
                </a:lnTo>
                <a:lnTo>
                  <a:pt x="3860" y="6711"/>
                </a:lnTo>
                <a:lnTo>
                  <a:pt x="3860" y="6710"/>
                </a:lnTo>
                <a:lnTo>
                  <a:pt x="3859" y="6710"/>
                </a:lnTo>
                <a:lnTo>
                  <a:pt x="3859" y="6709"/>
                </a:lnTo>
                <a:lnTo>
                  <a:pt x="3859" y="6707"/>
                </a:lnTo>
                <a:lnTo>
                  <a:pt x="3859" y="6706"/>
                </a:lnTo>
                <a:lnTo>
                  <a:pt x="3859" y="6705"/>
                </a:lnTo>
                <a:lnTo>
                  <a:pt x="3858" y="6705"/>
                </a:lnTo>
                <a:lnTo>
                  <a:pt x="3858" y="6704"/>
                </a:lnTo>
                <a:lnTo>
                  <a:pt x="3858" y="6703"/>
                </a:lnTo>
                <a:lnTo>
                  <a:pt x="3857" y="6703"/>
                </a:lnTo>
                <a:lnTo>
                  <a:pt x="3857" y="6702"/>
                </a:lnTo>
                <a:lnTo>
                  <a:pt x="3857" y="6701"/>
                </a:lnTo>
                <a:lnTo>
                  <a:pt x="3856" y="6701"/>
                </a:lnTo>
                <a:lnTo>
                  <a:pt x="3856" y="6700"/>
                </a:lnTo>
                <a:lnTo>
                  <a:pt x="3856" y="6699"/>
                </a:lnTo>
                <a:lnTo>
                  <a:pt x="3857" y="6699"/>
                </a:lnTo>
                <a:lnTo>
                  <a:pt x="3857" y="6698"/>
                </a:lnTo>
                <a:lnTo>
                  <a:pt x="3856" y="6697"/>
                </a:lnTo>
                <a:lnTo>
                  <a:pt x="3857" y="6697"/>
                </a:lnTo>
                <a:lnTo>
                  <a:pt x="3857" y="6696"/>
                </a:lnTo>
                <a:lnTo>
                  <a:pt x="3857" y="6695"/>
                </a:lnTo>
                <a:lnTo>
                  <a:pt x="3857" y="6694"/>
                </a:lnTo>
                <a:lnTo>
                  <a:pt x="3857" y="6693"/>
                </a:lnTo>
                <a:lnTo>
                  <a:pt x="3857" y="6692"/>
                </a:lnTo>
                <a:lnTo>
                  <a:pt x="3857" y="6691"/>
                </a:lnTo>
                <a:lnTo>
                  <a:pt x="3858" y="6691"/>
                </a:lnTo>
                <a:lnTo>
                  <a:pt x="3858" y="6690"/>
                </a:lnTo>
                <a:lnTo>
                  <a:pt x="3859" y="6690"/>
                </a:lnTo>
                <a:lnTo>
                  <a:pt x="3860" y="6690"/>
                </a:lnTo>
                <a:lnTo>
                  <a:pt x="3860" y="6689"/>
                </a:lnTo>
                <a:lnTo>
                  <a:pt x="3860" y="6688"/>
                </a:lnTo>
                <a:lnTo>
                  <a:pt x="3860" y="6687"/>
                </a:lnTo>
                <a:lnTo>
                  <a:pt x="3861" y="6687"/>
                </a:lnTo>
                <a:lnTo>
                  <a:pt x="3860" y="6687"/>
                </a:lnTo>
                <a:lnTo>
                  <a:pt x="3860" y="6686"/>
                </a:lnTo>
                <a:lnTo>
                  <a:pt x="3860" y="6684"/>
                </a:lnTo>
                <a:lnTo>
                  <a:pt x="3860" y="6683"/>
                </a:lnTo>
                <a:lnTo>
                  <a:pt x="3861" y="6683"/>
                </a:lnTo>
                <a:lnTo>
                  <a:pt x="3862" y="6683"/>
                </a:lnTo>
                <a:lnTo>
                  <a:pt x="3862" y="6682"/>
                </a:lnTo>
                <a:lnTo>
                  <a:pt x="3863" y="6682"/>
                </a:lnTo>
                <a:lnTo>
                  <a:pt x="3864" y="6681"/>
                </a:lnTo>
                <a:lnTo>
                  <a:pt x="3864" y="6680"/>
                </a:lnTo>
                <a:lnTo>
                  <a:pt x="3865" y="6680"/>
                </a:lnTo>
                <a:lnTo>
                  <a:pt x="3865" y="6679"/>
                </a:lnTo>
                <a:lnTo>
                  <a:pt x="3864" y="6679"/>
                </a:lnTo>
                <a:lnTo>
                  <a:pt x="3864" y="6678"/>
                </a:lnTo>
                <a:lnTo>
                  <a:pt x="3864" y="6677"/>
                </a:lnTo>
                <a:lnTo>
                  <a:pt x="3865" y="6677"/>
                </a:lnTo>
                <a:lnTo>
                  <a:pt x="3865" y="6676"/>
                </a:lnTo>
                <a:lnTo>
                  <a:pt x="3865" y="6675"/>
                </a:lnTo>
                <a:lnTo>
                  <a:pt x="3866" y="6675"/>
                </a:lnTo>
                <a:lnTo>
                  <a:pt x="3866" y="6674"/>
                </a:lnTo>
                <a:lnTo>
                  <a:pt x="3866" y="6673"/>
                </a:lnTo>
                <a:lnTo>
                  <a:pt x="3867" y="6673"/>
                </a:lnTo>
                <a:lnTo>
                  <a:pt x="3867" y="6672"/>
                </a:lnTo>
                <a:lnTo>
                  <a:pt x="3867" y="6671"/>
                </a:lnTo>
                <a:lnTo>
                  <a:pt x="3868" y="6671"/>
                </a:lnTo>
                <a:lnTo>
                  <a:pt x="3868" y="6670"/>
                </a:lnTo>
                <a:lnTo>
                  <a:pt x="3868" y="6669"/>
                </a:lnTo>
                <a:lnTo>
                  <a:pt x="3867" y="6668"/>
                </a:lnTo>
                <a:lnTo>
                  <a:pt x="3867" y="6667"/>
                </a:lnTo>
                <a:lnTo>
                  <a:pt x="3867" y="6666"/>
                </a:lnTo>
                <a:lnTo>
                  <a:pt x="3866" y="6666"/>
                </a:lnTo>
                <a:lnTo>
                  <a:pt x="3866" y="6665"/>
                </a:lnTo>
                <a:lnTo>
                  <a:pt x="3865" y="6665"/>
                </a:lnTo>
                <a:lnTo>
                  <a:pt x="3865" y="6664"/>
                </a:lnTo>
                <a:lnTo>
                  <a:pt x="3864" y="6664"/>
                </a:lnTo>
                <a:lnTo>
                  <a:pt x="3864" y="6663"/>
                </a:lnTo>
                <a:lnTo>
                  <a:pt x="3863" y="6663"/>
                </a:lnTo>
                <a:lnTo>
                  <a:pt x="3863" y="6662"/>
                </a:lnTo>
                <a:lnTo>
                  <a:pt x="3863" y="6661"/>
                </a:lnTo>
                <a:lnTo>
                  <a:pt x="3862" y="6661"/>
                </a:lnTo>
                <a:lnTo>
                  <a:pt x="3862" y="6660"/>
                </a:lnTo>
                <a:lnTo>
                  <a:pt x="3862" y="6659"/>
                </a:lnTo>
                <a:lnTo>
                  <a:pt x="3861" y="6659"/>
                </a:lnTo>
                <a:lnTo>
                  <a:pt x="3861" y="6658"/>
                </a:lnTo>
                <a:lnTo>
                  <a:pt x="3861" y="6657"/>
                </a:lnTo>
                <a:lnTo>
                  <a:pt x="3861" y="6656"/>
                </a:lnTo>
                <a:lnTo>
                  <a:pt x="3862" y="6656"/>
                </a:lnTo>
                <a:lnTo>
                  <a:pt x="3863" y="6656"/>
                </a:lnTo>
                <a:lnTo>
                  <a:pt x="3863" y="6655"/>
                </a:lnTo>
                <a:lnTo>
                  <a:pt x="3863" y="6654"/>
                </a:lnTo>
                <a:lnTo>
                  <a:pt x="3864" y="6654"/>
                </a:lnTo>
                <a:lnTo>
                  <a:pt x="3864" y="6653"/>
                </a:lnTo>
                <a:lnTo>
                  <a:pt x="3863" y="6653"/>
                </a:lnTo>
                <a:lnTo>
                  <a:pt x="3863" y="6654"/>
                </a:lnTo>
                <a:lnTo>
                  <a:pt x="3862" y="6654"/>
                </a:lnTo>
                <a:lnTo>
                  <a:pt x="3861" y="6654"/>
                </a:lnTo>
                <a:lnTo>
                  <a:pt x="3860" y="6654"/>
                </a:lnTo>
                <a:lnTo>
                  <a:pt x="3860" y="6653"/>
                </a:lnTo>
                <a:lnTo>
                  <a:pt x="3859" y="6653"/>
                </a:lnTo>
                <a:lnTo>
                  <a:pt x="3858" y="6653"/>
                </a:lnTo>
                <a:lnTo>
                  <a:pt x="3858" y="6652"/>
                </a:lnTo>
                <a:lnTo>
                  <a:pt x="3856" y="6652"/>
                </a:lnTo>
                <a:lnTo>
                  <a:pt x="3855" y="6652"/>
                </a:lnTo>
                <a:lnTo>
                  <a:pt x="3854" y="6652"/>
                </a:lnTo>
                <a:lnTo>
                  <a:pt x="3853" y="6653"/>
                </a:lnTo>
                <a:lnTo>
                  <a:pt x="3853" y="6652"/>
                </a:lnTo>
                <a:lnTo>
                  <a:pt x="3852" y="6652"/>
                </a:lnTo>
                <a:lnTo>
                  <a:pt x="3852" y="6651"/>
                </a:lnTo>
                <a:lnTo>
                  <a:pt x="3851" y="6651"/>
                </a:lnTo>
                <a:lnTo>
                  <a:pt x="3851" y="6650"/>
                </a:lnTo>
                <a:lnTo>
                  <a:pt x="3850" y="6650"/>
                </a:lnTo>
                <a:lnTo>
                  <a:pt x="3849" y="6650"/>
                </a:lnTo>
                <a:lnTo>
                  <a:pt x="3848" y="6650"/>
                </a:lnTo>
                <a:lnTo>
                  <a:pt x="3847" y="6650"/>
                </a:lnTo>
                <a:lnTo>
                  <a:pt x="3846" y="6650"/>
                </a:lnTo>
                <a:lnTo>
                  <a:pt x="3845" y="6650"/>
                </a:lnTo>
                <a:lnTo>
                  <a:pt x="3845" y="6651"/>
                </a:lnTo>
                <a:lnTo>
                  <a:pt x="3844" y="6651"/>
                </a:lnTo>
                <a:lnTo>
                  <a:pt x="3843" y="6651"/>
                </a:lnTo>
                <a:lnTo>
                  <a:pt x="3843" y="6652"/>
                </a:lnTo>
                <a:lnTo>
                  <a:pt x="3843" y="6653"/>
                </a:lnTo>
                <a:lnTo>
                  <a:pt x="3844" y="6653"/>
                </a:lnTo>
                <a:lnTo>
                  <a:pt x="3844" y="6654"/>
                </a:lnTo>
                <a:lnTo>
                  <a:pt x="3844" y="6655"/>
                </a:lnTo>
                <a:lnTo>
                  <a:pt x="3845" y="6655"/>
                </a:lnTo>
                <a:lnTo>
                  <a:pt x="3846" y="6655"/>
                </a:lnTo>
                <a:lnTo>
                  <a:pt x="3846" y="6656"/>
                </a:lnTo>
                <a:lnTo>
                  <a:pt x="3845" y="6656"/>
                </a:lnTo>
                <a:lnTo>
                  <a:pt x="3844" y="6656"/>
                </a:lnTo>
                <a:lnTo>
                  <a:pt x="3843" y="6657"/>
                </a:lnTo>
                <a:lnTo>
                  <a:pt x="3844" y="6657"/>
                </a:lnTo>
                <a:lnTo>
                  <a:pt x="3843" y="6657"/>
                </a:lnTo>
                <a:lnTo>
                  <a:pt x="3843" y="6658"/>
                </a:lnTo>
                <a:lnTo>
                  <a:pt x="3842" y="6658"/>
                </a:lnTo>
                <a:lnTo>
                  <a:pt x="3841" y="6658"/>
                </a:lnTo>
                <a:lnTo>
                  <a:pt x="3840" y="6658"/>
                </a:lnTo>
                <a:lnTo>
                  <a:pt x="3839" y="6658"/>
                </a:lnTo>
                <a:lnTo>
                  <a:pt x="3838" y="6658"/>
                </a:lnTo>
                <a:lnTo>
                  <a:pt x="3837" y="6657"/>
                </a:lnTo>
                <a:lnTo>
                  <a:pt x="3837" y="6656"/>
                </a:lnTo>
                <a:lnTo>
                  <a:pt x="3838" y="6656"/>
                </a:lnTo>
                <a:lnTo>
                  <a:pt x="3837" y="6655"/>
                </a:lnTo>
                <a:lnTo>
                  <a:pt x="3836" y="6655"/>
                </a:lnTo>
                <a:lnTo>
                  <a:pt x="3836" y="6654"/>
                </a:lnTo>
                <a:lnTo>
                  <a:pt x="3835" y="6654"/>
                </a:lnTo>
                <a:lnTo>
                  <a:pt x="3834" y="6654"/>
                </a:lnTo>
                <a:lnTo>
                  <a:pt x="3834" y="6653"/>
                </a:lnTo>
                <a:lnTo>
                  <a:pt x="3833" y="6653"/>
                </a:lnTo>
                <a:lnTo>
                  <a:pt x="3833" y="6652"/>
                </a:lnTo>
                <a:lnTo>
                  <a:pt x="3832" y="6652"/>
                </a:lnTo>
                <a:lnTo>
                  <a:pt x="3830" y="6652"/>
                </a:lnTo>
                <a:lnTo>
                  <a:pt x="3829" y="6652"/>
                </a:lnTo>
                <a:lnTo>
                  <a:pt x="3828" y="6652"/>
                </a:lnTo>
                <a:lnTo>
                  <a:pt x="3828" y="6651"/>
                </a:lnTo>
                <a:lnTo>
                  <a:pt x="3827" y="6651"/>
                </a:lnTo>
                <a:lnTo>
                  <a:pt x="3826" y="6651"/>
                </a:lnTo>
                <a:lnTo>
                  <a:pt x="3826" y="6650"/>
                </a:lnTo>
                <a:lnTo>
                  <a:pt x="3825" y="6650"/>
                </a:lnTo>
                <a:lnTo>
                  <a:pt x="3825" y="6649"/>
                </a:lnTo>
                <a:lnTo>
                  <a:pt x="3824" y="6649"/>
                </a:lnTo>
                <a:lnTo>
                  <a:pt x="3824" y="6648"/>
                </a:lnTo>
                <a:lnTo>
                  <a:pt x="3823" y="6648"/>
                </a:lnTo>
                <a:lnTo>
                  <a:pt x="3822" y="6648"/>
                </a:lnTo>
                <a:lnTo>
                  <a:pt x="3821" y="6648"/>
                </a:lnTo>
                <a:lnTo>
                  <a:pt x="3820" y="6648"/>
                </a:lnTo>
                <a:lnTo>
                  <a:pt x="3819" y="6648"/>
                </a:lnTo>
                <a:lnTo>
                  <a:pt x="3818" y="6648"/>
                </a:lnTo>
                <a:lnTo>
                  <a:pt x="3818" y="6649"/>
                </a:lnTo>
                <a:lnTo>
                  <a:pt x="3818" y="6648"/>
                </a:lnTo>
                <a:lnTo>
                  <a:pt x="3817" y="6648"/>
                </a:lnTo>
                <a:lnTo>
                  <a:pt x="3817" y="6649"/>
                </a:lnTo>
                <a:lnTo>
                  <a:pt x="3816" y="6649"/>
                </a:lnTo>
                <a:lnTo>
                  <a:pt x="3816" y="6650"/>
                </a:lnTo>
                <a:lnTo>
                  <a:pt x="3815" y="6650"/>
                </a:lnTo>
                <a:lnTo>
                  <a:pt x="3816" y="6650"/>
                </a:lnTo>
                <a:lnTo>
                  <a:pt x="3816" y="6651"/>
                </a:lnTo>
                <a:lnTo>
                  <a:pt x="3816" y="6652"/>
                </a:lnTo>
                <a:lnTo>
                  <a:pt x="3816" y="6653"/>
                </a:lnTo>
                <a:lnTo>
                  <a:pt x="3815" y="6653"/>
                </a:lnTo>
                <a:lnTo>
                  <a:pt x="3815" y="6654"/>
                </a:lnTo>
                <a:lnTo>
                  <a:pt x="3814" y="6654"/>
                </a:lnTo>
                <a:lnTo>
                  <a:pt x="3813" y="6654"/>
                </a:lnTo>
                <a:lnTo>
                  <a:pt x="3813" y="6653"/>
                </a:lnTo>
                <a:lnTo>
                  <a:pt x="3813" y="6654"/>
                </a:lnTo>
                <a:lnTo>
                  <a:pt x="3812" y="6654"/>
                </a:lnTo>
                <a:lnTo>
                  <a:pt x="3812" y="6653"/>
                </a:lnTo>
                <a:lnTo>
                  <a:pt x="3811" y="6653"/>
                </a:lnTo>
                <a:lnTo>
                  <a:pt x="3810" y="6653"/>
                </a:lnTo>
                <a:lnTo>
                  <a:pt x="3810" y="6652"/>
                </a:lnTo>
                <a:lnTo>
                  <a:pt x="3810" y="6653"/>
                </a:lnTo>
                <a:lnTo>
                  <a:pt x="3809" y="6652"/>
                </a:lnTo>
                <a:lnTo>
                  <a:pt x="3810" y="6652"/>
                </a:lnTo>
                <a:lnTo>
                  <a:pt x="3810" y="6651"/>
                </a:lnTo>
                <a:lnTo>
                  <a:pt x="3811" y="6651"/>
                </a:lnTo>
                <a:lnTo>
                  <a:pt x="3811" y="6650"/>
                </a:lnTo>
                <a:lnTo>
                  <a:pt x="3811" y="6649"/>
                </a:lnTo>
                <a:lnTo>
                  <a:pt x="3811" y="6648"/>
                </a:lnTo>
                <a:lnTo>
                  <a:pt x="3811" y="6647"/>
                </a:lnTo>
                <a:lnTo>
                  <a:pt x="3810" y="6647"/>
                </a:lnTo>
                <a:lnTo>
                  <a:pt x="3810" y="6646"/>
                </a:lnTo>
                <a:lnTo>
                  <a:pt x="3809" y="6646"/>
                </a:lnTo>
                <a:lnTo>
                  <a:pt x="3809" y="6647"/>
                </a:lnTo>
                <a:lnTo>
                  <a:pt x="3808" y="6647"/>
                </a:lnTo>
                <a:lnTo>
                  <a:pt x="3807" y="6647"/>
                </a:lnTo>
                <a:lnTo>
                  <a:pt x="3807" y="6646"/>
                </a:lnTo>
                <a:lnTo>
                  <a:pt x="3806" y="6646"/>
                </a:lnTo>
                <a:lnTo>
                  <a:pt x="3806" y="6645"/>
                </a:lnTo>
                <a:lnTo>
                  <a:pt x="3806" y="6644"/>
                </a:lnTo>
                <a:lnTo>
                  <a:pt x="3805" y="6644"/>
                </a:lnTo>
                <a:lnTo>
                  <a:pt x="3805" y="6643"/>
                </a:lnTo>
                <a:lnTo>
                  <a:pt x="3804" y="6643"/>
                </a:lnTo>
                <a:lnTo>
                  <a:pt x="3803" y="6643"/>
                </a:lnTo>
                <a:lnTo>
                  <a:pt x="3803" y="6642"/>
                </a:lnTo>
                <a:lnTo>
                  <a:pt x="3803" y="6641"/>
                </a:lnTo>
                <a:lnTo>
                  <a:pt x="3803" y="6640"/>
                </a:lnTo>
                <a:lnTo>
                  <a:pt x="3802" y="6640"/>
                </a:lnTo>
                <a:lnTo>
                  <a:pt x="3801" y="6640"/>
                </a:lnTo>
                <a:lnTo>
                  <a:pt x="3800" y="6640"/>
                </a:lnTo>
                <a:lnTo>
                  <a:pt x="3799" y="6641"/>
                </a:lnTo>
                <a:lnTo>
                  <a:pt x="3798" y="6641"/>
                </a:lnTo>
                <a:lnTo>
                  <a:pt x="3798" y="6642"/>
                </a:lnTo>
                <a:lnTo>
                  <a:pt x="3797" y="6642"/>
                </a:lnTo>
                <a:lnTo>
                  <a:pt x="3797" y="6641"/>
                </a:lnTo>
                <a:lnTo>
                  <a:pt x="3797" y="6642"/>
                </a:lnTo>
                <a:lnTo>
                  <a:pt x="3797" y="6641"/>
                </a:lnTo>
                <a:lnTo>
                  <a:pt x="3796" y="6641"/>
                </a:lnTo>
                <a:lnTo>
                  <a:pt x="3796" y="6642"/>
                </a:lnTo>
                <a:lnTo>
                  <a:pt x="3795" y="6641"/>
                </a:lnTo>
                <a:lnTo>
                  <a:pt x="3796" y="6641"/>
                </a:lnTo>
                <a:lnTo>
                  <a:pt x="3795" y="6641"/>
                </a:lnTo>
                <a:lnTo>
                  <a:pt x="3795" y="6640"/>
                </a:lnTo>
                <a:lnTo>
                  <a:pt x="3794" y="6640"/>
                </a:lnTo>
                <a:lnTo>
                  <a:pt x="3794" y="6639"/>
                </a:lnTo>
                <a:lnTo>
                  <a:pt x="3793" y="6639"/>
                </a:lnTo>
                <a:lnTo>
                  <a:pt x="3793" y="6638"/>
                </a:lnTo>
                <a:lnTo>
                  <a:pt x="3792" y="6638"/>
                </a:lnTo>
                <a:lnTo>
                  <a:pt x="3792" y="6639"/>
                </a:lnTo>
                <a:lnTo>
                  <a:pt x="3791" y="6639"/>
                </a:lnTo>
                <a:lnTo>
                  <a:pt x="3790" y="6639"/>
                </a:lnTo>
                <a:lnTo>
                  <a:pt x="3790" y="6640"/>
                </a:lnTo>
                <a:lnTo>
                  <a:pt x="3789" y="6640"/>
                </a:lnTo>
                <a:lnTo>
                  <a:pt x="3788" y="6640"/>
                </a:lnTo>
                <a:lnTo>
                  <a:pt x="3788" y="6639"/>
                </a:lnTo>
                <a:lnTo>
                  <a:pt x="3787" y="6639"/>
                </a:lnTo>
                <a:lnTo>
                  <a:pt x="3787" y="6638"/>
                </a:lnTo>
                <a:lnTo>
                  <a:pt x="3786" y="6638"/>
                </a:lnTo>
                <a:lnTo>
                  <a:pt x="3786" y="6637"/>
                </a:lnTo>
                <a:lnTo>
                  <a:pt x="3785" y="6637"/>
                </a:lnTo>
                <a:lnTo>
                  <a:pt x="3785" y="6638"/>
                </a:lnTo>
                <a:lnTo>
                  <a:pt x="3785" y="6639"/>
                </a:lnTo>
                <a:lnTo>
                  <a:pt x="3784" y="6639"/>
                </a:lnTo>
                <a:lnTo>
                  <a:pt x="3784" y="6638"/>
                </a:lnTo>
                <a:lnTo>
                  <a:pt x="3783" y="6638"/>
                </a:lnTo>
                <a:lnTo>
                  <a:pt x="3782" y="6638"/>
                </a:lnTo>
                <a:lnTo>
                  <a:pt x="3781" y="6638"/>
                </a:lnTo>
                <a:lnTo>
                  <a:pt x="3781" y="6639"/>
                </a:lnTo>
                <a:lnTo>
                  <a:pt x="3780" y="6639"/>
                </a:lnTo>
                <a:lnTo>
                  <a:pt x="3780" y="6640"/>
                </a:lnTo>
                <a:lnTo>
                  <a:pt x="3779" y="6640"/>
                </a:lnTo>
                <a:lnTo>
                  <a:pt x="3779" y="6641"/>
                </a:lnTo>
                <a:lnTo>
                  <a:pt x="3779" y="6640"/>
                </a:lnTo>
                <a:lnTo>
                  <a:pt x="3778" y="6640"/>
                </a:lnTo>
                <a:lnTo>
                  <a:pt x="3778" y="6639"/>
                </a:lnTo>
                <a:lnTo>
                  <a:pt x="3777" y="6639"/>
                </a:lnTo>
                <a:lnTo>
                  <a:pt x="3776" y="6639"/>
                </a:lnTo>
                <a:lnTo>
                  <a:pt x="3776" y="6638"/>
                </a:lnTo>
                <a:lnTo>
                  <a:pt x="3775" y="6638"/>
                </a:lnTo>
                <a:lnTo>
                  <a:pt x="3775" y="6637"/>
                </a:lnTo>
                <a:lnTo>
                  <a:pt x="3774" y="6637"/>
                </a:lnTo>
                <a:lnTo>
                  <a:pt x="3774" y="6636"/>
                </a:lnTo>
                <a:lnTo>
                  <a:pt x="3773" y="6636"/>
                </a:lnTo>
                <a:lnTo>
                  <a:pt x="3773" y="6635"/>
                </a:lnTo>
                <a:lnTo>
                  <a:pt x="3774" y="6635"/>
                </a:lnTo>
                <a:lnTo>
                  <a:pt x="3774" y="6634"/>
                </a:lnTo>
                <a:lnTo>
                  <a:pt x="3773" y="6634"/>
                </a:lnTo>
                <a:lnTo>
                  <a:pt x="3772" y="6634"/>
                </a:lnTo>
                <a:lnTo>
                  <a:pt x="3771" y="6634"/>
                </a:lnTo>
                <a:lnTo>
                  <a:pt x="3771" y="6633"/>
                </a:lnTo>
                <a:lnTo>
                  <a:pt x="3772" y="6633"/>
                </a:lnTo>
                <a:lnTo>
                  <a:pt x="3771" y="6633"/>
                </a:lnTo>
                <a:lnTo>
                  <a:pt x="3771" y="6632"/>
                </a:lnTo>
                <a:lnTo>
                  <a:pt x="3770" y="6632"/>
                </a:lnTo>
                <a:lnTo>
                  <a:pt x="3769" y="6632"/>
                </a:lnTo>
                <a:lnTo>
                  <a:pt x="3769" y="6633"/>
                </a:lnTo>
                <a:lnTo>
                  <a:pt x="3768" y="6633"/>
                </a:lnTo>
                <a:lnTo>
                  <a:pt x="3768" y="6634"/>
                </a:lnTo>
                <a:lnTo>
                  <a:pt x="3767" y="6634"/>
                </a:lnTo>
                <a:lnTo>
                  <a:pt x="3766" y="6634"/>
                </a:lnTo>
                <a:lnTo>
                  <a:pt x="3766" y="6635"/>
                </a:lnTo>
                <a:lnTo>
                  <a:pt x="3766" y="6636"/>
                </a:lnTo>
                <a:lnTo>
                  <a:pt x="3765" y="6636"/>
                </a:lnTo>
                <a:lnTo>
                  <a:pt x="3764" y="6636"/>
                </a:lnTo>
                <a:lnTo>
                  <a:pt x="3764" y="6637"/>
                </a:lnTo>
                <a:lnTo>
                  <a:pt x="3763" y="6637"/>
                </a:lnTo>
                <a:lnTo>
                  <a:pt x="3763" y="6636"/>
                </a:lnTo>
                <a:lnTo>
                  <a:pt x="3762" y="6637"/>
                </a:lnTo>
                <a:lnTo>
                  <a:pt x="3762" y="6638"/>
                </a:lnTo>
                <a:lnTo>
                  <a:pt x="3761" y="6638"/>
                </a:lnTo>
                <a:lnTo>
                  <a:pt x="3760" y="6637"/>
                </a:lnTo>
                <a:lnTo>
                  <a:pt x="3759" y="6637"/>
                </a:lnTo>
                <a:lnTo>
                  <a:pt x="3758" y="6637"/>
                </a:lnTo>
                <a:lnTo>
                  <a:pt x="3758" y="6638"/>
                </a:lnTo>
                <a:lnTo>
                  <a:pt x="3757" y="6639"/>
                </a:lnTo>
                <a:lnTo>
                  <a:pt x="3756" y="6639"/>
                </a:lnTo>
                <a:lnTo>
                  <a:pt x="3756" y="6638"/>
                </a:lnTo>
                <a:lnTo>
                  <a:pt x="3756" y="6639"/>
                </a:lnTo>
                <a:lnTo>
                  <a:pt x="3755" y="6639"/>
                </a:lnTo>
                <a:lnTo>
                  <a:pt x="3754" y="6639"/>
                </a:lnTo>
                <a:lnTo>
                  <a:pt x="3753" y="6639"/>
                </a:lnTo>
                <a:lnTo>
                  <a:pt x="3753" y="6638"/>
                </a:lnTo>
                <a:lnTo>
                  <a:pt x="3752" y="6638"/>
                </a:lnTo>
                <a:lnTo>
                  <a:pt x="3751" y="6638"/>
                </a:lnTo>
                <a:lnTo>
                  <a:pt x="3751" y="6637"/>
                </a:lnTo>
                <a:lnTo>
                  <a:pt x="3750" y="6637"/>
                </a:lnTo>
                <a:lnTo>
                  <a:pt x="3749" y="6637"/>
                </a:lnTo>
                <a:lnTo>
                  <a:pt x="3748" y="6637"/>
                </a:lnTo>
                <a:lnTo>
                  <a:pt x="3748" y="6638"/>
                </a:lnTo>
                <a:lnTo>
                  <a:pt x="3748" y="6639"/>
                </a:lnTo>
                <a:lnTo>
                  <a:pt x="3747" y="6639"/>
                </a:lnTo>
                <a:lnTo>
                  <a:pt x="3746" y="6639"/>
                </a:lnTo>
                <a:lnTo>
                  <a:pt x="3745" y="6639"/>
                </a:lnTo>
                <a:lnTo>
                  <a:pt x="3744" y="6638"/>
                </a:lnTo>
                <a:lnTo>
                  <a:pt x="3743" y="6638"/>
                </a:lnTo>
                <a:lnTo>
                  <a:pt x="3743" y="6639"/>
                </a:lnTo>
                <a:lnTo>
                  <a:pt x="3743" y="6638"/>
                </a:lnTo>
                <a:lnTo>
                  <a:pt x="3742" y="6638"/>
                </a:lnTo>
                <a:lnTo>
                  <a:pt x="3741" y="6638"/>
                </a:lnTo>
                <a:lnTo>
                  <a:pt x="3741" y="6639"/>
                </a:lnTo>
                <a:lnTo>
                  <a:pt x="3740" y="6639"/>
                </a:lnTo>
                <a:lnTo>
                  <a:pt x="3740" y="6638"/>
                </a:lnTo>
                <a:lnTo>
                  <a:pt x="3739" y="6637"/>
                </a:lnTo>
                <a:lnTo>
                  <a:pt x="3738" y="6637"/>
                </a:lnTo>
                <a:lnTo>
                  <a:pt x="3737" y="6637"/>
                </a:lnTo>
                <a:lnTo>
                  <a:pt x="3736" y="6637"/>
                </a:lnTo>
                <a:lnTo>
                  <a:pt x="3736" y="6636"/>
                </a:lnTo>
                <a:lnTo>
                  <a:pt x="3735" y="6636"/>
                </a:lnTo>
                <a:lnTo>
                  <a:pt x="3735" y="6635"/>
                </a:lnTo>
                <a:lnTo>
                  <a:pt x="3734" y="6635"/>
                </a:lnTo>
                <a:lnTo>
                  <a:pt x="3733" y="6635"/>
                </a:lnTo>
                <a:lnTo>
                  <a:pt x="3732" y="6636"/>
                </a:lnTo>
                <a:lnTo>
                  <a:pt x="3731" y="6636"/>
                </a:lnTo>
                <a:lnTo>
                  <a:pt x="3731" y="6637"/>
                </a:lnTo>
                <a:lnTo>
                  <a:pt x="3730" y="6637"/>
                </a:lnTo>
                <a:lnTo>
                  <a:pt x="3730" y="6636"/>
                </a:lnTo>
                <a:lnTo>
                  <a:pt x="3729" y="6636"/>
                </a:lnTo>
                <a:lnTo>
                  <a:pt x="3729" y="6635"/>
                </a:lnTo>
                <a:lnTo>
                  <a:pt x="3728" y="6635"/>
                </a:lnTo>
                <a:lnTo>
                  <a:pt x="3728" y="6634"/>
                </a:lnTo>
                <a:lnTo>
                  <a:pt x="3727" y="6634"/>
                </a:lnTo>
                <a:lnTo>
                  <a:pt x="3727" y="6635"/>
                </a:lnTo>
                <a:lnTo>
                  <a:pt x="3727" y="6634"/>
                </a:lnTo>
                <a:lnTo>
                  <a:pt x="3726" y="6634"/>
                </a:lnTo>
                <a:lnTo>
                  <a:pt x="3725" y="6634"/>
                </a:lnTo>
                <a:lnTo>
                  <a:pt x="3724" y="6634"/>
                </a:lnTo>
                <a:lnTo>
                  <a:pt x="3724" y="6633"/>
                </a:lnTo>
                <a:lnTo>
                  <a:pt x="3723" y="6633"/>
                </a:lnTo>
                <a:lnTo>
                  <a:pt x="3722" y="6633"/>
                </a:lnTo>
                <a:lnTo>
                  <a:pt x="3721" y="6632"/>
                </a:lnTo>
                <a:lnTo>
                  <a:pt x="3720" y="6632"/>
                </a:lnTo>
                <a:lnTo>
                  <a:pt x="3720" y="6631"/>
                </a:lnTo>
                <a:lnTo>
                  <a:pt x="3719" y="6631"/>
                </a:lnTo>
                <a:lnTo>
                  <a:pt x="3719" y="6630"/>
                </a:lnTo>
                <a:lnTo>
                  <a:pt x="3719" y="6631"/>
                </a:lnTo>
                <a:lnTo>
                  <a:pt x="3718" y="6631"/>
                </a:lnTo>
                <a:lnTo>
                  <a:pt x="3717" y="6631"/>
                </a:lnTo>
                <a:lnTo>
                  <a:pt x="3717" y="6630"/>
                </a:lnTo>
                <a:lnTo>
                  <a:pt x="3716" y="6630"/>
                </a:lnTo>
                <a:lnTo>
                  <a:pt x="3716" y="6629"/>
                </a:lnTo>
                <a:lnTo>
                  <a:pt x="3715" y="6629"/>
                </a:lnTo>
                <a:lnTo>
                  <a:pt x="3715" y="6628"/>
                </a:lnTo>
                <a:lnTo>
                  <a:pt x="3714" y="6628"/>
                </a:lnTo>
                <a:lnTo>
                  <a:pt x="3714" y="6627"/>
                </a:lnTo>
                <a:lnTo>
                  <a:pt x="3713" y="6627"/>
                </a:lnTo>
                <a:lnTo>
                  <a:pt x="3713" y="6626"/>
                </a:lnTo>
                <a:lnTo>
                  <a:pt x="3712" y="6626"/>
                </a:lnTo>
                <a:lnTo>
                  <a:pt x="3711" y="6626"/>
                </a:lnTo>
                <a:lnTo>
                  <a:pt x="3711" y="6625"/>
                </a:lnTo>
                <a:lnTo>
                  <a:pt x="3710" y="6625"/>
                </a:lnTo>
                <a:lnTo>
                  <a:pt x="3710" y="6624"/>
                </a:lnTo>
                <a:lnTo>
                  <a:pt x="3709" y="6624"/>
                </a:lnTo>
                <a:lnTo>
                  <a:pt x="3709" y="6623"/>
                </a:lnTo>
                <a:lnTo>
                  <a:pt x="3709" y="6622"/>
                </a:lnTo>
                <a:lnTo>
                  <a:pt x="3710" y="6622"/>
                </a:lnTo>
                <a:lnTo>
                  <a:pt x="3711" y="6622"/>
                </a:lnTo>
                <a:lnTo>
                  <a:pt x="3711" y="6623"/>
                </a:lnTo>
                <a:lnTo>
                  <a:pt x="3711" y="6622"/>
                </a:lnTo>
                <a:lnTo>
                  <a:pt x="3712" y="6622"/>
                </a:lnTo>
                <a:lnTo>
                  <a:pt x="3713" y="6622"/>
                </a:lnTo>
                <a:lnTo>
                  <a:pt x="3713" y="6623"/>
                </a:lnTo>
                <a:lnTo>
                  <a:pt x="3714" y="6623"/>
                </a:lnTo>
                <a:lnTo>
                  <a:pt x="3715" y="6623"/>
                </a:lnTo>
                <a:lnTo>
                  <a:pt x="3716" y="6623"/>
                </a:lnTo>
                <a:lnTo>
                  <a:pt x="3717" y="6623"/>
                </a:lnTo>
                <a:lnTo>
                  <a:pt x="3717" y="6622"/>
                </a:lnTo>
                <a:lnTo>
                  <a:pt x="3718" y="6622"/>
                </a:lnTo>
                <a:lnTo>
                  <a:pt x="3718" y="6621"/>
                </a:lnTo>
                <a:lnTo>
                  <a:pt x="3717" y="6621"/>
                </a:lnTo>
                <a:lnTo>
                  <a:pt x="3716" y="6622"/>
                </a:lnTo>
                <a:lnTo>
                  <a:pt x="3715" y="6622"/>
                </a:lnTo>
                <a:lnTo>
                  <a:pt x="3715" y="6621"/>
                </a:lnTo>
                <a:lnTo>
                  <a:pt x="3714" y="6621"/>
                </a:lnTo>
                <a:lnTo>
                  <a:pt x="3713" y="6621"/>
                </a:lnTo>
                <a:lnTo>
                  <a:pt x="3713" y="6620"/>
                </a:lnTo>
                <a:lnTo>
                  <a:pt x="3714" y="6620"/>
                </a:lnTo>
                <a:lnTo>
                  <a:pt x="3714" y="6619"/>
                </a:lnTo>
                <a:lnTo>
                  <a:pt x="3713" y="6619"/>
                </a:lnTo>
                <a:lnTo>
                  <a:pt x="3713" y="6618"/>
                </a:lnTo>
                <a:lnTo>
                  <a:pt x="3714" y="6618"/>
                </a:lnTo>
                <a:lnTo>
                  <a:pt x="3714" y="6617"/>
                </a:lnTo>
                <a:lnTo>
                  <a:pt x="3715" y="6616"/>
                </a:lnTo>
                <a:lnTo>
                  <a:pt x="3716" y="6616"/>
                </a:lnTo>
                <a:lnTo>
                  <a:pt x="3716" y="6614"/>
                </a:lnTo>
                <a:lnTo>
                  <a:pt x="3717" y="6614"/>
                </a:lnTo>
                <a:lnTo>
                  <a:pt x="3717" y="6615"/>
                </a:lnTo>
                <a:lnTo>
                  <a:pt x="3717" y="6613"/>
                </a:lnTo>
                <a:lnTo>
                  <a:pt x="3718" y="6612"/>
                </a:lnTo>
                <a:lnTo>
                  <a:pt x="3719" y="6612"/>
                </a:lnTo>
                <a:lnTo>
                  <a:pt x="3719" y="6611"/>
                </a:lnTo>
                <a:lnTo>
                  <a:pt x="3719" y="6610"/>
                </a:lnTo>
                <a:lnTo>
                  <a:pt x="3720" y="6610"/>
                </a:lnTo>
                <a:lnTo>
                  <a:pt x="3720" y="6609"/>
                </a:lnTo>
                <a:lnTo>
                  <a:pt x="3722" y="6609"/>
                </a:lnTo>
                <a:lnTo>
                  <a:pt x="3723" y="6609"/>
                </a:lnTo>
                <a:lnTo>
                  <a:pt x="3723" y="6608"/>
                </a:lnTo>
                <a:lnTo>
                  <a:pt x="3724" y="6608"/>
                </a:lnTo>
                <a:lnTo>
                  <a:pt x="3725" y="6607"/>
                </a:lnTo>
                <a:lnTo>
                  <a:pt x="3725" y="6606"/>
                </a:lnTo>
                <a:lnTo>
                  <a:pt x="3725" y="6605"/>
                </a:lnTo>
                <a:lnTo>
                  <a:pt x="3725" y="6604"/>
                </a:lnTo>
                <a:lnTo>
                  <a:pt x="3725" y="6603"/>
                </a:lnTo>
                <a:lnTo>
                  <a:pt x="3725" y="6602"/>
                </a:lnTo>
                <a:lnTo>
                  <a:pt x="3725" y="6601"/>
                </a:lnTo>
                <a:lnTo>
                  <a:pt x="3725" y="6600"/>
                </a:lnTo>
                <a:lnTo>
                  <a:pt x="3726" y="6600"/>
                </a:lnTo>
                <a:lnTo>
                  <a:pt x="3726" y="6598"/>
                </a:lnTo>
                <a:lnTo>
                  <a:pt x="3725" y="6597"/>
                </a:lnTo>
                <a:lnTo>
                  <a:pt x="3726" y="6597"/>
                </a:lnTo>
                <a:lnTo>
                  <a:pt x="3726" y="6596"/>
                </a:lnTo>
                <a:lnTo>
                  <a:pt x="3727" y="6595"/>
                </a:lnTo>
                <a:lnTo>
                  <a:pt x="3727" y="6594"/>
                </a:lnTo>
                <a:lnTo>
                  <a:pt x="3728" y="6594"/>
                </a:lnTo>
                <a:lnTo>
                  <a:pt x="3728" y="6593"/>
                </a:lnTo>
                <a:lnTo>
                  <a:pt x="3729" y="6593"/>
                </a:lnTo>
                <a:lnTo>
                  <a:pt x="3729" y="6592"/>
                </a:lnTo>
                <a:lnTo>
                  <a:pt x="3729" y="6591"/>
                </a:lnTo>
                <a:lnTo>
                  <a:pt x="3730" y="6591"/>
                </a:lnTo>
                <a:lnTo>
                  <a:pt x="3730" y="6590"/>
                </a:lnTo>
                <a:lnTo>
                  <a:pt x="3731" y="6589"/>
                </a:lnTo>
                <a:lnTo>
                  <a:pt x="3732" y="6589"/>
                </a:lnTo>
                <a:lnTo>
                  <a:pt x="3732" y="6588"/>
                </a:lnTo>
                <a:lnTo>
                  <a:pt x="3733" y="6588"/>
                </a:lnTo>
                <a:lnTo>
                  <a:pt x="3734" y="6588"/>
                </a:lnTo>
                <a:lnTo>
                  <a:pt x="3734" y="6587"/>
                </a:lnTo>
                <a:lnTo>
                  <a:pt x="3735" y="6587"/>
                </a:lnTo>
                <a:lnTo>
                  <a:pt x="3735" y="6586"/>
                </a:lnTo>
                <a:lnTo>
                  <a:pt x="3735" y="6585"/>
                </a:lnTo>
                <a:lnTo>
                  <a:pt x="3735" y="6584"/>
                </a:lnTo>
                <a:lnTo>
                  <a:pt x="3734" y="6584"/>
                </a:lnTo>
                <a:lnTo>
                  <a:pt x="3734" y="6583"/>
                </a:lnTo>
                <a:lnTo>
                  <a:pt x="3733" y="6583"/>
                </a:lnTo>
                <a:lnTo>
                  <a:pt x="3733" y="6582"/>
                </a:lnTo>
                <a:lnTo>
                  <a:pt x="3732" y="6582"/>
                </a:lnTo>
                <a:lnTo>
                  <a:pt x="3732" y="6581"/>
                </a:lnTo>
                <a:lnTo>
                  <a:pt x="3731" y="6581"/>
                </a:lnTo>
                <a:lnTo>
                  <a:pt x="3731" y="6580"/>
                </a:lnTo>
                <a:lnTo>
                  <a:pt x="3730" y="6580"/>
                </a:lnTo>
                <a:lnTo>
                  <a:pt x="3730" y="6579"/>
                </a:lnTo>
                <a:lnTo>
                  <a:pt x="3730" y="6578"/>
                </a:lnTo>
                <a:lnTo>
                  <a:pt x="3730" y="6577"/>
                </a:lnTo>
                <a:lnTo>
                  <a:pt x="3731" y="6577"/>
                </a:lnTo>
                <a:lnTo>
                  <a:pt x="3732" y="6577"/>
                </a:lnTo>
                <a:lnTo>
                  <a:pt x="3733" y="6577"/>
                </a:lnTo>
                <a:lnTo>
                  <a:pt x="3734" y="6577"/>
                </a:lnTo>
                <a:lnTo>
                  <a:pt x="3735" y="6577"/>
                </a:lnTo>
                <a:lnTo>
                  <a:pt x="3735" y="6576"/>
                </a:lnTo>
                <a:lnTo>
                  <a:pt x="3736" y="6576"/>
                </a:lnTo>
                <a:lnTo>
                  <a:pt x="3736" y="6575"/>
                </a:lnTo>
                <a:lnTo>
                  <a:pt x="3737" y="6575"/>
                </a:lnTo>
                <a:lnTo>
                  <a:pt x="3738" y="6575"/>
                </a:lnTo>
                <a:lnTo>
                  <a:pt x="3738" y="6574"/>
                </a:lnTo>
                <a:lnTo>
                  <a:pt x="3739" y="6574"/>
                </a:lnTo>
                <a:lnTo>
                  <a:pt x="3739" y="6573"/>
                </a:lnTo>
                <a:lnTo>
                  <a:pt x="3740" y="6573"/>
                </a:lnTo>
                <a:lnTo>
                  <a:pt x="3740" y="6572"/>
                </a:lnTo>
                <a:lnTo>
                  <a:pt x="3741" y="6572"/>
                </a:lnTo>
                <a:lnTo>
                  <a:pt x="3741" y="6571"/>
                </a:lnTo>
                <a:lnTo>
                  <a:pt x="3742" y="6571"/>
                </a:lnTo>
                <a:lnTo>
                  <a:pt x="3741" y="6571"/>
                </a:lnTo>
                <a:lnTo>
                  <a:pt x="3741" y="6570"/>
                </a:lnTo>
                <a:lnTo>
                  <a:pt x="3742" y="6570"/>
                </a:lnTo>
                <a:lnTo>
                  <a:pt x="3742" y="6569"/>
                </a:lnTo>
                <a:lnTo>
                  <a:pt x="3743" y="6569"/>
                </a:lnTo>
                <a:lnTo>
                  <a:pt x="3744" y="6569"/>
                </a:lnTo>
                <a:lnTo>
                  <a:pt x="3745" y="6569"/>
                </a:lnTo>
                <a:lnTo>
                  <a:pt x="3745" y="6568"/>
                </a:lnTo>
                <a:lnTo>
                  <a:pt x="3746" y="6568"/>
                </a:lnTo>
                <a:lnTo>
                  <a:pt x="3747" y="6567"/>
                </a:lnTo>
                <a:lnTo>
                  <a:pt x="3747" y="6566"/>
                </a:lnTo>
                <a:lnTo>
                  <a:pt x="3748" y="6566"/>
                </a:lnTo>
                <a:lnTo>
                  <a:pt x="3749" y="6565"/>
                </a:lnTo>
                <a:lnTo>
                  <a:pt x="3749" y="6564"/>
                </a:lnTo>
                <a:lnTo>
                  <a:pt x="3750" y="6564"/>
                </a:lnTo>
                <a:lnTo>
                  <a:pt x="3750" y="6563"/>
                </a:lnTo>
                <a:lnTo>
                  <a:pt x="3751" y="6563"/>
                </a:lnTo>
                <a:lnTo>
                  <a:pt x="3752" y="6562"/>
                </a:lnTo>
                <a:lnTo>
                  <a:pt x="3752" y="6561"/>
                </a:lnTo>
                <a:lnTo>
                  <a:pt x="3753" y="6561"/>
                </a:lnTo>
                <a:lnTo>
                  <a:pt x="3753" y="6560"/>
                </a:lnTo>
                <a:lnTo>
                  <a:pt x="3754" y="6560"/>
                </a:lnTo>
                <a:lnTo>
                  <a:pt x="3755" y="6559"/>
                </a:lnTo>
                <a:lnTo>
                  <a:pt x="3756" y="6559"/>
                </a:lnTo>
                <a:lnTo>
                  <a:pt x="3756" y="6558"/>
                </a:lnTo>
                <a:lnTo>
                  <a:pt x="3756" y="6557"/>
                </a:lnTo>
                <a:lnTo>
                  <a:pt x="3756" y="6556"/>
                </a:lnTo>
                <a:lnTo>
                  <a:pt x="3755" y="6556"/>
                </a:lnTo>
                <a:lnTo>
                  <a:pt x="3754" y="6556"/>
                </a:lnTo>
                <a:lnTo>
                  <a:pt x="3754" y="6555"/>
                </a:lnTo>
                <a:lnTo>
                  <a:pt x="3753" y="6555"/>
                </a:lnTo>
                <a:lnTo>
                  <a:pt x="3753" y="6554"/>
                </a:lnTo>
                <a:lnTo>
                  <a:pt x="3752" y="6554"/>
                </a:lnTo>
                <a:lnTo>
                  <a:pt x="3752" y="6553"/>
                </a:lnTo>
                <a:lnTo>
                  <a:pt x="3752" y="6552"/>
                </a:lnTo>
                <a:lnTo>
                  <a:pt x="3752" y="6551"/>
                </a:lnTo>
                <a:lnTo>
                  <a:pt x="3752" y="6550"/>
                </a:lnTo>
                <a:lnTo>
                  <a:pt x="3752" y="6549"/>
                </a:lnTo>
                <a:lnTo>
                  <a:pt x="3753" y="6549"/>
                </a:lnTo>
                <a:lnTo>
                  <a:pt x="3754" y="6548"/>
                </a:lnTo>
                <a:lnTo>
                  <a:pt x="3754" y="6547"/>
                </a:lnTo>
                <a:lnTo>
                  <a:pt x="3755" y="6546"/>
                </a:lnTo>
                <a:lnTo>
                  <a:pt x="3756" y="6545"/>
                </a:lnTo>
                <a:lnTo>
                  <a:pt x="3756" y="6544"/>
                </a:lnTo>
                <a:lnTo>
                  <a:pt x="3757" y="6544"/>
                </a:lnTo>
                <a:lnTo>
                  <a:pt x="3757" y="6543"/>
                </a:lnTo>
                <a:lnTo>
                  <a:pt x="3758" y="6543"/>
                </a:lnTo>
                <a:lnTo>
                  <a:pt x="3758" y="6542"/>
                </a:lnTo>
                <a:lnTo>
                  <a:pt x="3757" y="6542"/>
                </a:lnTo>
                <a:lnTo>
                  <a:pt x="3757" y="6541"/>
                </a:lnTo>
                <a:lnTo>
                  <a:pt x="3757" y="6540"/>
                </a:lnTo>
                <a:lnTo>
                  <a:pt x="3757" y="6539"/>
                </a:lnTo>
                <a:lnTo>
                  <a:pt x="3756" y="6539"/>
                </a:lnTo>
                <a:lnTo>
                  <a:pt x="3756" y="6538"/>
                </a:lnTo>
                <a:lnTo>
                  <a:pt x="3756" y="6537"/>
                </a:lnTo>
                <a:lnTo>
                  <a:pt x="3755" y="6537"/>
                </a:lnTo>
                <a:lnTo>
                  <a:pt x="3755" y="6536"/>
                </a:lnTo>
                <a:lnTo>
                  <a:pt x="3756" y="6536"/>
                </a:lnTo>
                <a:lnTo>
                  <a:pt x="3756" y="6535"/>
                </a:lnTo>
                <a:lnTo>
                  <a:pt x="3755" y="6535"/>
                </a:lnTo>
                <a:lnTo>
                  <a:pt x="3755" y="6533"/>
                </a:lnTo>
                <a:lnTo>
                  <a:pt x="3754" y="6533"/>
                </a:lnTo>
                <a:lnTo>
                  <a:pt x="3754" y="6532"/>
                </a:lnTo>
                <a:lnTo>
                  <a:pt x="3754" y="6531"/>
                </a:lnTo>
                <a:lnTo>
                  <a:pt x="3755" y="6531"/>
                </a:lnTo>
                <a:lnTo>
                  <a:pt x="3754" y="6531"/>
                </a:lnTo>
                <a:lnTo>
                  <a:pt x="3754" y="6530"/>
                </a:lnTo>
                <a:lnTo>
                  <a:pt x="3754" y="6529"/>
                </a:lnTo>
                <a:lnTo>
                  <a:pt x="3754" y="6528"/>
                </a:lnTo>
                <a:lnTo>
                  <a:pt x="3754" y="6527"/>
                </a:lnTo>
                <a:lnTo>
                  <a:pt x="3754" y="6526"/>
                </a:lnTo>
                <a:lnTo>
                  <a:pt x="3753" y="6526"/>
                </a:lnTo>
                <a:lnTo>
                  <a:pt x="3754" y="6526"/>
                </a:lnTo>
                <a:lnTo>
                  <a:pt x="3754" y="6525"/>
                </a:lnTo>
                <a:lnTo>
                  <a:pt x="3754" y="6524"/>
                </a:lnTo>
                <a:lnTo>
                  <a:pt x="3753" y="6524"/>
                </a:lnTo>
                <a:lnTo>
                  <a:pt x="3753" y="6523"/>
                </a:lnTo>
                <a:lnTo>
                  <a:pt x="3752" y="6523"/>
                </a:lnTo>
                <a:lnTo>
                  <a:pt x="3752" y="6522"/>
                </a:lnTo>
                <a:lnTo>
                  <a:pt x="3752" y="6523"/>
                </a:lnTo>
                <a:lnTo>
                  <a:pt x="3752" y="6522"/>
                </a:lnTo>
                <a:lnTo>
                  <a:pt x="3752" y="6521"/>
                </a:lnTo>
                <a:lnTo>
                  <a:pt x="3751" y="6521"/>
                </a:lnTo>
                <a:lnTo>
                  <a:pt x="3751" y="6520"/>
                </a:lnTo>
                <a:lnTo>
                  <a:pt x="3751" y="6519"/>
                </a:lnTo>
                <a:lnTo>
                  <a:pt x="3751" y="6518"/>
                </a:lnTo>
                <a:lnTo>
                  <a:pt x="3751" y="6517"/>
                </a:lnTo>
                <a:lnTo>
                  <a:pt x="3750" y="6517"/>
                </a:lnTo>
                <a:lnTo>
                  <a:pt x="3751" y="6517"/>
                </a:lnTo>
                <a:lnTo>
                  <a:pt x="3750" y="6516"/>
                </a:lnTo>
                <a:lnTo>
                  <a:pt x="3750" y="6515"/>
                </a:lnTo>
                <a:lnTo>
                  <a:pt x="3750" y="6514"/>
                </a:lnTo>
                <a:lnTo>
                  <a:pt x="3749" y="6514"/>
                </a:lnTo>
                <a:lnTo>
                  <a:pt x="3748" y="6514"/>
                </a:lnTo>
                <a:lnTo>
                  <a:pt x="3748" y="6513"/>
                </a:lnTo>
                <a:lnTo>
                  <a:pt x="3748" y="6512"/>
                </a:lnTo>
                <a:lnTo>
                  <a:pt x="3747" y="6512"/>
                </a:lnTo>
                <a:lnTo>
                  <a:pt x="3747" y="6511"/>
                </a:lnTo>
                <a:lnTo>
                  <a:pt x="3747" y="6510"/>
                </a:lnTo>
                <a:lnTo>
                  <a:pt x="3746" y="6510"/>
                </a:lnTo>
                <a:lnTo>
                  <a:pt x="3746" y="6509"/>
                </a:lnTo>
                <a:lnTo>
                  <a:pt x="3747" y="6509"/>
                </a:lnTo>
                <a:lnTo>
                  <a:pt x="3747" y="6508"/>
                </a:lnTo>
                <a:lnTo>
                  <a:pt x="3748" y="6508"/>
                </a:lnTo>
                <a:lnTo>
                  <a:pt x="3748" y="6507"/>
                </a:lnTo>
                <a:lnTo>
                  <a:pt x="3748" y="6506"/>
                </a:lnTo>
                <a:lnTo>
                  <a:pt x="3749" y="6506"/>
                </a:lnTo>
                <a:lnTo>
                  <a:pt x="3750" y="6506"/>
                </a:lnTo>
                <a:lnTo>
                  <a:pt x="3751" y="6506"/>
                </a:lnTo>
                <a:lnTo>
                  <a:pt x="3751" y="6505"/>
                </a:lnTo>
                <a:lnTo>
                  <a:pt x="3752" y="6505"/>
                </a:lnTo>
                <a:lnTo>
                  <a:pt x="3753" y="6505"/>
                </a:lnTo>
                <a:lnTo>
                  <a:pt x="3754" y="6505"/>
                </a:lnTo>
                <a:lnTo>
                  <a:pt x="3755" y="6505"/>
                </a:lnTo>
                <a:lnTo>
                  <a:pt x="3755" y="6504"/>
                </a:lnTo>
                <a:lnTo>
                  <a:pt x="3756" y="6504"/>
                </a:lnTo>
                <a:lnTo>
                  <a:pt x="3757" y="6504"/>
                </a:lnTo>
                <a:lnTo>
                  <a:pt x="3758" y="6504"/>
                </a:lnTo>
                <a:lnTo>
                  <a:pt x="3759" y="6504"/>
                </a:lnTo>
                <a:lnTo>
                  <a:pt x="3759" y="6505"/>
                </a:lnTo>
                <a:lnTo>
                  <a:pt x="3760" y="6504"/>
                </a:lnTo>
                <a:lnTo>
                  <a:pt x="3760" y="6503"/>
                </a:lnTo>
                <a:lnTo>
                  <a:pt x="3760" y="6502"/>
                </a:lnTo>
                <a:lnTo>
                  <a:pt x="3761" y="6502"/>
                </a:lnTo>
                <a:lnTo>
                  <a:pt x="3761" y="6501"/>
                </a:lnTo>
                <a:lnTo>
                  <a:pt x="3760" y="6501"/>
                </a:lnTo>
                <a:lnTo>
                  <a:pt x="3760" y="6500"/>
                </a:lnTo>
                <a:lnTo>
                  <a:pt x="3760" y="6499"/>
                </a:lnTo>
                <a:lnTo>
                  <a:pt x="3761" y="6499"/>
                </a:lnTo>
                <a:lnTo>
                  <a:pt x="3761" y="6498"/>
                </a:lnTo>
                <a:lnTo>
                  <a:pt x="3761" y="6497"/>
                </a:lnTo>
                <a:lnTo>
                  <a:pt x="3761" y="6496"/>
                </a:lnTo>
                <a:lnTo>
                  <a:pt x="3762" y="6496"/>
                </a:lnTo>
                <a:lnTo>
                  <a:pt x="3761" y="6496"/>
                </a:lnTo>
                <a:lnTo>
                  <a:pt x="3761" y="6495"/>
                </a:lnTo>
                <a:lnTo>
                  <a:pt x="3761" y="6494"/>
                </a:lnTo>
                <a:lnTo>
                  <a:pt x="3762" y="6494"/>
                </a:lnTo>
                <a:lnTo>
                  <a:pt x="3762" y="6493"/>
                </a:lnTo>
                <a:lnTo>
                  <a:pt x="3763" y="6493"/>
                </a:lnTo>
                <a:lnTo>
                  <a:pt x="3763" y="6492"/>
                </a:lnTo>
                <a:lnTo>
                  <a:pt x="3764" y="6492"/>
                </a:lnTo>
                <a:lnTo>
                  <a:pt x="3765" y="6492"/>
                </a:lnTo>
                <a:lnTo>
                  <a:pt x="3766" y="6492"/>
                </a:lnTo>
                <a:lnTo>
                  <a:pt x="3767" y="6492"/>
                </a:lnTo>
                <a:lnTo>
                  <a:pt x="3767" y="6491"/>
                </a:lnTo>
                <a:lnTo>
                  <a:pt x="3768" y="6491"/>
                </a:lnTo>
                <a:lnTo>
                  <a:pt x="3768" y="6490"/>
                </a:lnTo>
                <a:lnTo>
                  <a:pt x="3769" y="6490"/>
                </a:lnTo>
                <a:lnTo>
                  <a:pt x="3770" y="6490"/>
                </a:lnTo>
                <a:lnTo>
                  <a:pt x="3770" y="6489"/>
                </a:lnTo>
                <a:lnTo>
                  <a:pt x="3771" y="6489"/>
                </a:lnTo>
                <a:lnTo>
                  <a:pt x="3771" y="6488"/>
                </a:lnTo>
                <a:lnTo>
                  <a:pt x="3772" y="6488"/>
                </a:lnTo>
                <a:lnTo>
                  <a:pt x="3772" y="6489"/>
                </a:lnTo>
                <a:lnTo>
                  <a:pt x="3772" y="6488"/>
                </a:lnTo>
                <a:lnTo>
                  <a:pt x="3773" y="6488"/>
                </a:lnTo>
                <a:lnTo>
                  <a:pt x="3774" y="6488"/>
                </a:lnTo>
                <a:lnTo>
                  <a:pt x="3775" y="6488"/>
                </a:lnTo>
                <a:lnTo>
                  <a:pt x="3775" y="6489"/>
                </a:lnTo>
                <a:lnTo>
                  <a:pt x="3775" y="6488"/>
                </a:lnTo>
                <a:lnTo>
                  <a:pt x="3775" y="6487"/>
                </a:lnTo>
                <a:lnTo>
                  <a:pt x="3774" y="6487"/>
                </a:lnTo>
                <a:lnTo>
                  <a:pt x="3774" y="6486"/>
                </a:lnTo>
                <a:lnTo>
                  <a:pt x="3773" y="6486"/>
                </a:lnTo>
                <a:lnTo>
                  <a:pt x="3773" y="6485"/>
                </a:lnTo>
                <a:lnTo>
                  <a:pt x="3773" y="6484"/>
                </a:lnTo>
                <a:lnTo>
                  <a:pt x="3773" y="6483"/>
                </a:lnTo>
                <a:lnTo>
                  <a:pt x="3773" y="6482"/>
                </a:lnTo>
                <a:lnTo>
                  <a:pt x="3773" y="6481"/>
                </a:lnTo>
                <a:lnTo>
                  <a:pt x="3772" y="6481"/>
                </a:lnTo>
                <a:lnTo>
                  <a:pt x="3772" y="6480"/>
                </a:lnTo>
                <a:lnTo>
                  <a:pt x="3772" y="6478"/>
                </a:lnTo>
                <a:lnTo>
                  <a:pt x="3772" y="6477"/>
                </a:lnTo>
                <a:lnTo>
                  <a:pt x="3772" y="6476"/>
                </a:lnTo>
                <a:lnTo>
                  <a:pt x="3771" y="6476"/>
                </a:lnTo>
                <a:lnTo>
                  <a:pt x="3771" y="6475"/>
                </a:lnTo>
                <a:lnTo>
                  <a:pt x="3771" y="6474"/>
                </a:lnTo>
                <a:lnTo>
                  <a:pt x="3772" y="6474"/>
                </a:lnTo>
                <a:lnTo>
                  <a:pt x="3772" y="6473"/>
                </a:lnTo>
                <a:lnTo>
                  <a:pt x="3772" y="6472"/>
                </a:lnTo>
                <a:lnTo>
                  <a:pt x="3771" y="6472"/>
                </a:lnTo>
                <a:lnTo>
                  <a:pt x="3772" y="6472"/>
                </a:lnTo>
                <a:lnTo>
                  <a:pt x="3772" y="6471"/>
                </a:lnTo>
                <a:lnTo>
                  <a:pt x="3772" y="6470"/>
                </a:lnTo>
                <a:lnTo>
                  <a:pt x="3772" y="6469"/>
                </a:lnTo>
                <a:lnTo>
                  <a:pt x="3773" y="6469"/>
                </a:lnTo>
                <a:lnTo>
                  <a:pt x="3773" y="6470"/>
                </a:lnTo>
                <a:lnTo>
                  <a:pt x="3774" y="6470"/>
                </a:lnTo>
                <a:lnTo>
                  <a:pt x="3775" y="6470"/>
                </a:lnTo>
                <a:lnTo>
                  <a:pt x="3775" y="6471"/>
                </a:lnTo>
                <a:lnTo>
                  <a:pt x="3776" y="6471"/>
                </a:lnTo>
                <a:lnTo>
                  <a:pt x="3776" y="6472"/>
                </a:lnTo>
                <a:lnTo>
                  <a:pt x="3777" y="6472"/>
                </a:lnTo>
                <a:lnTo>
                  <a:pt x="3778" y="6472"/>
                </a:lnTo>
                <a:lnTo>
                  <a:pt x="3778" y="6473"/>
                </a:lnTo>
                <a:lnTo>
                  <a:pt x="3779" y="6473"/>
                </a:lnTo>
                <a:lnTo>
                  <a:pt x="3780" y="6474"/>
                </a:lnTo>
                <a:lnTo>
                  <a:pt x="3780" y="6475"/>
                </a:lnTo>
                <a:lnTo>
                  <a:pt x="3781" y="6475"/>
                </a:lnTo>
                <a:lnTo>
                  <a:pt x="3781" y="6476"/>
                </a:lnTo>
                <a:lnTo>
                  <a:pt x="3782" y="6476"/>
                </a:lnTo>
                <a:lnTo>
                  <a:pt x="3783" y="6476"/>
                </a:lnTo>
                <a:lnTo>
                  <a:pt x="3784" y="6476"/>
                </a:lnTo>
                <a:lnTo>
                  <a:pt x="3784" y="6477"/>
                </a:lnTo>
                <a:lnTo>
                  <a:pt x="3785" y="6477"/>
                </a:lnTo>
                <a:lnTo>
                  <a:pt x="3786" y="6477"/>
                </a:lnTo>
                <a:lnTo>
                  <a:pt x="3787" y="6477"/>
                </a:lnTo>
                <a:lnTo>
                  <a:pt x="3787" y="6478"/>
                </a:lnTo>
                <a:lnTo>
                  <a:pt x="3788" y="6478"/>
                </a:lnTo>
                <a:lnTo>
                  <a:pt x="3789" y="6478"/>
                </a:lnTo>
                <a:lnTo>
                  <a:pt x="3789" y="6479"/>
                </a:lnTo>
                <a:lnTo>
                  <a:pt x="3790" y="6479"/>
                </a:lnTo>
                <a:lnTo>
                  <a:pt x="3791" y="6478"/>
                </a:lnTo>
                <a:lnTo>
                  <a:pt x="3791" y="6477"/>
                </a:lnTo>
                <a:lnTo>
                  <a:pt x="3792" y="6477"/>
                </a:lnTo>
                <a:lnTo>
                  <a:pt x="3792" y="6478"/>
                </a:lnTo>
                <a:lnTo>
                  <a:pt x="3793" y="6478"/>
                </a:lnTo>
                <a:lnTo>
                  <a:pt x="3794" y="6478"/>
                </a:lnTo>
                <a:lnTo>
                  <a:pt x="3794" y="6477"/>
                </a:lnTo>
                <a:lnTo>
                  <a:pt x="3794" y="6476"/>
                </a:lnTo>
                <a:lnTo>
                  <a:pt x="3795" y="6476"/>
                </a:lnTo>
                <a:lnTo>
                  <a:pt x="3795" y="6474"/>
                </a:lnTo>
                <a:lnTo>
                  <a:pt x="3795" y="6473"/>
                </a:lnTo>
                <a:lnTo>
                  <a:pt x="3796" y="6473"/>
                </a:lnTo>
                <a:lnTo>
                  <a:pt x="3796" y="6472"/>
                </a:lnTo>
                <a:lnTo>
                  <a:pt x="3795" y="6472"/>
                </a:lnTo>
                <a:lnTo>
                  <a:pt x="3795" y="6471"/>
                </a:lnTo>
                <a:lnTo>
                  <a:pt x="3795" y="6470"/>
                </a:lnTo>
                <a:lnTo>
                  <a:pt x="3795" y="6469"/>
                </a:lnTo>
                <a:lnTo>
                  <a:pt x="3794" y="6468"/>
                </a:lnTo>
                <a:lnTo>
                  <a:pt x="3794" y="6467"/>
                </a:lnTo>
                <a:lnTo>
                  <a:pt x="3793" y="6467"/>
                </a:lnTo>
                <a:lnTo>
                  <a:pt x="3793" y="6466"/>
                </a:lnTo>
                <a:lnTo>
                  <a:pt x="3792" y="6466"/>
                </a:lnTo>
                <a:lnTo>
                  <a:pt x="3791" y="6466"/>
                </a:lnTo>
                <a:lnTo>
                  <a:pt x="3790" y="6466"/>
                </a:lnTo>
                <a:lnTo>
                  <a:pt x="3790" y="6465"/>
                </a:lnTo>
                <a:lnTo>
                  <a:pt x="3790" y="6464"/>
                </a:lnTo>
                <a:lnTo>
                  <a:pt x="3791" y="6464"/>
                </a:lnTo>
                <a:lnTo>
                  <a:pt x="3790" y="6464"/>
                </a:lnTo>
                <a:lnTo>
                  <a:pt x="3790" y="6463"/>
                </a:lnTo>
                <a:lnTo>
                  <a:pt x="3790" y="6462"/>
                </a:lnTo>
                <a:lnTo>
                  <a:pt x="3789" y="6462"/>
                </a:lnTo>
                <a:lnTo>
                  <a:pt x="3789" y="6461"/>
                </a:lnTo>
                <a:lnTo>
                  <a:pt x="3789" y="6460"/>
                </a:lnTo>
                <a:lnTo>
                  <a:pt x="3788" y="6460"/>
                </a:lnTo>
                <a:lnTo>
                  <a:pt x="3788" y="6459"/>
                </a:lnTo>
                <a:lnTo>
                  <a:pt x="3788" y="6458"/>
                </a:lnTo>
                <a:lnTo>
                  <a:pt x="3788" y="6456"/>
                </a:lnTo>
                <a:lnTo>
                  <a:pt x="3788" y="6455"/>
                </a:lnTo>
                <a:lnTo>
                  <a:pt x="3788" y="6454"/>
                </a:lnTo>
                <a:lnTo>
                  <a:pt x="3787" y="6454"/>
                </a:lnTo>
                <a:lnTo>
                  <a:pt x="3788" y="6453"/>
                </a:lnTo>
                <a:lnTo>
                  <a:pt x="3789" y="6453"/>
                </a:lnTo>
                <a:lnTo>
                  <a:pt x="3788" y="6452"/>
                </a:lnTo>
                <a:lnTo>
                  <a:pt x="3788" y="6451"/>
                </a:lnTo>
                <a:lnTo>
                  <a:pt x="3789" y="6451"/>
                </a:lnTo>
                <a:lnTo>
                  <a:pt x="3790" y="6451"/>
                </a:lnTo>
                <a:lnTo>
                  <a:pt x="3790" y="6450"/>
                </a:lnTo>
                <a:lnTo>
                  <a:pt x="3789" y="6450"/>
                </a:lnTo>
                <a:lnTo>
                  <a:pt x="3789" y="6449"/>
                </a:lnTo>
                <a:lnTo>
                  <a:pt x="3790" y="6449"/>
                </a:lnTo>
                <a:lnTo>
                  <a:pt x="3790" y="6448"/>
                </a:lnTo>
                <a:lnTo>
                  <a:pt x="3791" y="6448"/>
                </a:lnTo>
                <a:lnTo>
                  <a:pt x="3791" y="6447"/>
                </a:lnTo>
                <a:lnTo>
                  <a:pt x="3790" y="6447"/>
                </a:lnTo>
                <a:lnTo>
                  <a:pt x="3790" y="6446"/>
                </a:lnTo>
                <a:lnTo>
                  <a:pt x="3790" y="6445"/>
                </a:lnTo>
                <a:lnTo>
                  <a:pt x="3790" y="6444"/>
                </a:lnTo>
                <a:lnTo>
                  <a:pt x="3789" y="6444"/>
                </a:lnTo>
                <a:lnTo>
                  <a:pt x="3790" y="6444"/>
                </a:lnTo>
                <a:lnTo>
                  <a:pt x="3790" y="6443"/>
                </a:lnTo>
                <a:lnTo>
                  <a:pt x="3789" y="6443"/>
                </a:lnTo>
                <a:lnTo>
                  <a:pt x="3788" y="6443"/>
                </a:lnTo>
                <a:lnTo>
                  <a:pt x="3788" y="6442"/>
                </a:lnTo>
                <a:lnTo>
                  <a:pt x="3788" y="6441"/>
                </a:lnTo>
                <a:lnTo>
                  <a:pt x="3787" y="6441"/>
                </a:lnTo>
                <a:lnTo>
                  <a:pt x="3786" y="6441"/>
                </a:lnTo>
                <a:lnTo>
                  <a:pt x="3786" y="6442"/>
                </a:lnTo>
                <a:lnTo>
                  <a:pt x="3785" y="6442"/>
                </a:lnTo>
                <a:lnTo>
                  <a:pt x="3785" y="6441"/>
                </a:lnTo>
                <a:lnTo>
                  <a:pt x="3783" y="6441"/>
                </a:lnTo>
                <a:lnTo>
                  <a:pt x="3782" y="6441"/>
                </a:lnTo>
                <a:lnTo>
                  <a:pt x="3782" y="6440"/>
                </a:lnTo>
                <a:lnTo>
                  <a:pt x="3781" y="6440"/>
                </a:lnTo>
                <a:lnTo>
                  <a:pt x="3781" y="6441"/>
                </a:lnTo>
                <a:lnTo>
                  <a:pt x="3780" y="6441"/>
                </a:lnTo>
                <a:lnTo>
                  <a:pt x="3779" y="6441"/>
                </a:lnTo>
                <a:lnTo>
                  <a:pt x="3778" y="6441"/>
                </a:lnTo>
                <a:lnTo>
                  <a:pt x="3778" y="6440"/>
                </a:lnTo>
                <a:lnTo>
                  <a:pt x="3778" y="6441"/>
                </a:lnTo>
                <a:lnTo>
                  <a:pt x="3777" y="6441"/>
                </a:lnTo>
                <a:lnTo>
                  <a:pt x="3776" y="6441"/>
                </a:lnTo>
                <a:lnTo>
                  <a:pt x="3776" y="6440"/>
                </a:lnTo>
                <a:lnTo>
                  <a:pt x="3776" y="6441"/>
                </a:lnTo>
                <a:lnTo>
                  <a:pt x="3776" y="6440"/>
                </a:lnTo>
                <a:lnTo>
                  <a:pt x="3775" y="6440"/>
                </a:lnTo>
                <a:lnTo>
                  <a:pt x="3774" y="6440"/>
                </a:lnTo>
                <a:lnTo>
                  <a:pt x="3774" y="6441"/>
                </a:lnTo>
                <a:lnTo>
                  <a:pt x="3773" y="6441"/>
                </a:lnTo>
                <a:lnTo>
                  <a:pt x="3773" y="6440"/>
                </a:lnTo>
                <a:lnTo>
                  <a:pt x="3772" y="6440"/>
                </a:lnTo>
                <a:lnTo>
                  <a:pt x="3772" y="6439"/>
                </a:lnTo>
                <a:lnTo>
                  <a:pt x="3771" y="6439"/>
                </a:lnTo>
                <a:lnTo>
                  <a:pt x="3770" y="6439"/>
                </a:lnTo>
                <a:lnTo>
                  <a:pt x="3770" y="6438"/>
                </a:lnTo>
                <a:lnTo>
                  <a:pt x="3769" y="6438"/>
                </a:lnTo>
                <a:lnTo>
                  <a:pt x="3768" y="6438"/>
                </a:lnTo>
                <a:lnTo>
                  <a:pt x="3768" y="6437"/>
                </a:lnTo>
                <a:lnTo>
                  <a:pt x="3768" y="6438"/>
                </a:lnTo>
                <a:lnTo>
                  <a:pt x="3767" y="6438"/>
                </a:lnTo>
                <a:lnTo>
                  <a:pt x="3767" y="6437"/>
                </a:lnTo>
                <a:lnTo>
                  <a:pt x="3766" y="6437"/>
                </a:lnTo>
                <a:lnTo>
                  <a:pt x="3765" y="6437"/>
                </a:lnTo>
                <a:lnTo>
                  <a:pt x="3764" y="6437"/>
                </a:lnTo>
                <a:lnTo>
                  <a:pt x="3763" y="6437"/>
                </a:lnTo>
                <a:lnTo>
                  <a:pt x="3763" y="6436"/>
                </a:lnTo>
                <a:lnTo>
                  <a:pt x="3763" y="6435"/>
                </a:lnTo>
                <a:lnTo>
                  <a:pt x="3762" y="6435"/>
                </a:lnTo>
                <a:lnTo>
                  <a:pt x="3761" y="6435"/>
                </a:lnTo>
                <a:lnTo>
                  <a:pt x="3761" y="6434"/>
                </a:lnTo>
                <a:lnTo>
                  <a:pt x="3761" y="6433"/>
                </a:lnTo>
                <a:lnTo>
                  <a:pt x="3760" y="6433"/>
                </a:lnTo>
                <a:lnTo>
                  <a:pt x="3760" y="6432"/>
                </a:lnTo>
                <a:lnTo>
                  <a:pt x="3760" y="6431"/>
                </a:lnTo>
                <a:lnTo>
                  <a:pt x="3759" y="6431"/>
                </a:lnTo>
                <a:lnTo>
                  <a:pt x="3759" y="6430"/>
                </a:lnTo>
                <a:lnTo>
                  <a:pt x="3759" y="6431"/>
                </a:lnTo>
                <a:lnTo>
                  <a:pt x="3758" y="6431"/>
                </a:lnTo>
                <a:lnTo>
                  <a:pt x="3758" y="6430"/>
                </a:lnTo>
                <a:lnTo>
                  <a:pt x="3757" y="6430"/>
                </a:lnTo>
                <a:lnTo>
                  <a:pt x="3757" y="6429"/>
                </a:lnTo>
                <a:lnTo>
                  <a:pt x="3756" y="6429"/>
                </a:lnTo>
                <a:lnTo>
                  <a:pt x="3755" y="6429"/>
                </a:lnTo>
                <a:lnTo>
                  <a:pt x="3754" y="6429"/>
                </a:lnTo>
                <a:lnTo>
                  <a:pt x="3753" y="6429"/>
                </a:lnTo>
                <a:lnTo>
                  <a:pt x="3753" y="6430"/>
                </a:lnTo>
                <a:lnTo>
                  <a:pt x="3753" y="6431"/>
                </a:lnTo>
                <a:lnTo>
                  <a:pt x="3752" y="6431"/>
                </a:lnTo>
                <a:lnTo>
                  <a:pt x="3752" y="6432"/>
                </a:lnTo>
                <a:lnTo>
                  <a:pt x="3752" y="6433"/>
                </a:lnTo>
                <a:lnTo>
                  <a:pt x="3752" y="6434"/>
                </a:lnTo>
                <a:lnTo>
                  <a:pt x="3751" y="6434"/>
                </a:lnTo>
                <a:lnTo>
                  <a:pt x="3750" y="6434"/>
                </a:lnTo>
                <a:lnTo>
                  <a:pt x="3750" y="6435"/>
                </a:lnTo>
                <a:lnTo>
                  <a:pt x="3749" y="6435"/>
                </a:lnTo>
                <a:lnTo>
                  <a:pt x="3749" y="6436"/>
                </a:lnTo>
                <a:lnTo>
                  <a:pt x="3748" y="6436"/>
                </a:lnTo>
                <a:lnTo>
                  <a:pt x="3748" y="6435"/>
                </a:lnTo>
                <a:lnTo>
                  <a:pt x="3747" y="6435"/>
                </a:lnTo>
                <a:lnTo>
                  <a:pt x="3747" y="6434"/>
                </a:lnTo>
                <a:lnTo>
                  <a:pt x="3746" y="6434"/>
                </a:lnTo>
                <a:lnTo>
                  <a:pt x="3745" y="6434"/>
                </a:lnTo>
                <a:lnTo>
                  <a:pt x="3744" y="6434"/>
                </a:lnTo>
                <a:lnTo>
                  <a:pt x="3744" y="6435"/>
                </a:lnTo>
                <a:lnTo>
                  <a:pt x="3743" y="6435"/>
                </a:lnTo>
                <a:lnTo>
                  <a:pt x="3743" y="6436"/>
                </a:lnTo>
                <a:lnTo>
                  <a:pt x="3742" y="6436"/>
                </a:lnTo>
                <a:lnTo>
                  <a:pt x="3742" y="6435"/>
                </a:lnTo>
                <a:lnTo>
                  <a:pt x="3741" y="6435"/>
                </a:lnTo>
                <a:lnTo>
                  <a:pt x="3741" y="6436"/>
                </a:lnTo>
                <a:lnTo>
                  <a:pt x="3740" y="6436"/>
                </a:lnTo>
                <a:lnTo>
                  <a:pt x="3740" y="6437"/>
                </a:lnTo>
                <a:lnTo>
                  <a:pt x="3740" y="6438"/>
                </a:lnTo>
                <a:lnTo>
                  <a:pt x="3740" y="6439"/>
                </a:lnTo>
                <a:lnTo>
                  <a:pt x="3739" y="6439"/>
                </a:lnTo>
                <a:lnTo>
                  <a:pt x="3738" y="6439"/>
                </a:lnTo>
                <a:lnTo>
                  <a:pt x="3737" y="6439"/>
                </a:lnTo>
                <a:lnTo>
                  <a:pt x="3736" y="6439"/>
                </a:lnTo>
                <a:lnTo>
                  <a:pt x="3736" y="6438"/>
                </a:lnTo>
                <a:lnTo>
                  <a:pt x="3736" y="6437"/>
                </a:lnTo>
                <a:lnTo>
                  <a:pt x="3735" y="6437"/>
                </a:lnTo>
                <a:lnTo>
                  <a:pt x="3735" y="6436"/>
                </a:lnTo>
                <a:lnTo>
                  <a:pt x="3734" y="6436"/>
                </a:lnTo>
                <a:lnTo>
                  <a:pt x="3734" y="6437"/>
                </a:lnTo>
                <a:lnTo>
                  <a:pt x="3733" y="6437"/>
                </a:lnTo>
                <a:lnTo>
                  <a:pt x="3732" y="6437"/>
                </a:lnTo>
                <a:lnTo>
                  <a:pt x="3731" y="6437"/>
                </a:lnTo>
                <a:lnTo>
                  <a:pt x="3731" y="6436"/>
                </a:lnTo>
                <a:lnTo>
                  <a:pt x="3731" y="6435"/>
                </a:lnTo>
                <a:lnTo>
                  <a:pt x="3730" y="6435"/>
                </a:lnTo>
                <a:lnTo>
                  <a:pt x="3730" y="6434"/>
                </a:lnTo>
                <a:lnTo>
                  <a:pt x="3730" y="6433"/>
                </a:lnTo>
                <a:lnTo>
                  <a:pt x="3729" y="6433"/>
                </a:lnTo>
                <a:lnTo>
                  <a:pt x="3729" y="6432"/>
                </a:lnTo>
                <a:lnTo>
                  <a:pt x="3728" y="6432"/>
                </a:lnTo>
                <a:lnTo>
                  <a:pt x="3728" y="6433"/>
                </a:lnTo>
                <a:lnTo>
                  <a:pt x="3727" y="6433"/>
                </a:lnTo>
                <a:lnTo>
                  <a:pt x="3727" y="6434"/>
                </a:lnTo>
                <a:lnTo>
                  <a:pt x="3726" y="6434"/>
                </a:lnTo>
                <a:lnTo>
                  <a:pt x="3726" y="6433"/>
                </a:lnTo>
                <a:lnTo>
                  <a:pt x="3724" y="6433"/>
                </a:lnTo>
                <a:lnTo>
                  <a:pt x="3723" y="6433"/>
                </a:lnTo>
                <a:lnTo>
                  <a:pt x="3722" y="6433"/>
                </a:lnTo>
                <a:lnTo>
                  <a:pt x="3721" y="6433"/>
                </a:lnTo>
                <a:lnTo>
                  <a:pt x="3720" y="6433"/>
                </a:lnTo>
                <a:lnTo>
                  <a:pt x="3719" y="6433"/>
                </a:lnTo>
                <a:lnTo>
                  <a:pt x="3719" y="6432"/>
                </a:lnTo>
                <a:lnTo>
                  <a:pt x="3719" y="6433"/>
                </a:lnTo>
                <a:lnTo>
                  <a:pt x="3718" y="6433"/>
                </a:lnTo>
                <a:lnTo>
                  <a:pt x="3717" y="6433"/>
                </a:lnTo>
                <a:lnTo>
                  <a:pt x="3716" y="6433"/>
                </a:lnTo>
                <a:lnTo>
                  <a:pt x="3716" y="6434"/>
                </a:lnTo>
                <a:lnTo>
                  <a:pt x="3715" y="6434"/>
                </a:lnTo>
                <a:lnTo>
                  <a:pt x="3714" y="6434"/>
                </a:lnTo>
                <a:lnTo>
                  <a:pt x="3714" y="6433"/>
                </a:lnTo>
                <a:lnTo>
                  <a:pt x="3713" y="6433"/>
                </a:lnTo>
                <a:lnTo>
                  <a:pt x="3712" y="6434"/>
                </a:lnTo>
                <a:lnTo>
                  <a:pt x="3712" y="6435"/>
                </a:lnTo>
                <a:lnTo>
                  <a:pt x="3711" y="6435"/>
                </a:lnTo>
                <a:lnTo>
                  <a:pt x="3710" y="6435"/>
                </a:lnTo>
                <a:lnTo>
                  <a:pt x="3710" y="6434"/>
                </a:lnTo>
                <a:lnTo>
                  <a:pt x="3709" y="6434"/>
                </a:lnTo>
                <a:lnTo>
                  <a:pt x="3709" y="6433"/>
                </a:lnTo>
                <a:lnTo>
                  <a:pt x="3708" y="6433"/>
                </a:lnTo>
                <a:lnTo>
                  <a:pt x="3707" y="6433"/>
                </a:lnTo>
                <a:lnTo>
                  <a:pt x="3707" y="6432"/>
                </a:lnTo>
                <a:lnTo>
                  <a:pt x="3706" y="6432"/>
                </a:lnTo>
                <a:lnTo>
                  <a:pt x="3705" y="6432"/>
                </a:lnTo>
                <a:lnTo>
                  <a:pt x="3705" y="6431"/>
                </a:lnTo>
                <a:lnTo>
                  <a:pt x="3704" y="6431"/>
                </a:lnTo>
                <a:lnTo>
                  <a:pt x="3703" y="6431"/>
                </a:lnTo>
                <a:lnTo>
                  <a:pt x="3703" y="6430"/>
                </a:lnTo>
                <a:lnTo>
                  <a:pt x="3702" y="6430"/>
                </a:lnTo>
                <a:lnTo>
                  <a:pt x="3702" y="6429"/>
                </a:lnTo>
                <a:lnTo>
                  <a:pt x="3701" y="6429"/>
                </a:lnTo>
                <a:lnTo>
                  <a:pt x="3700" y="6429"/>
                </a:lnTo>
                <a:lnTo>
                  <a:pt x="3700" y="6428"/>
                </a:lnTo>
                <a:lnTo>
                  <a:pt x="3700" y="6427"/>
                </a:lnTo>
                <a:lnTo>
                  <a:pt x="3701" y="6427"/>
                </a:lnTo>
                <a:lnTo>
                  <a:pt x="3701" y="6426"/>
                </a:lnTo>
                <a:lnTo>
                  <a:pt x="3700" y="6426"/>
                </a:lnTo>
                <a:lnTo>
                  <a:pt x="3701" y="6426"/>
                </a:lnTo>
                <a:lnTo>
                  <a:pt x="3701" y="6425"/>
                </a:lnTo>
                <a:lnTo>
                  <a:pt x="3701" y="6424"/>
                </a:lnTo>
                <a:lnTo>
                  <a:pt x="3700" y="6424"/>
                </a:lnTo>
                <a:lnTo>
                  <a:pt x="3701" y="6424"/>
                </a:lnTo>
                <a:lnTo>
                  <a:pt x="3701" y="6423"/>
                </a:lnTo>
                <a:lnTo>
                  <a:pt x="3702" y="6423"/>
                </a:lnTo>
                <a:lnTo>
                  <a:pt x="3702" y="6422"/>
                </a:lnTo>
                <a:lnTo>
                  <a:pt x="3702" y="6421"/>
                </a:lnTo>
                <a:lnTo>
                  <a:pt x="3703" y="6421"/>
                </a:lnTo>
                <a:lnTo>
                  <a:pt x="3702" y="6421"/>
                </a:lnTo>
                <a:lnTo>
                  <a:pt x="3702" y="6420"/>
                </a:lnTo>
                <a:lnTo>
                  <a:pt x="3703" y="6420"/>
                </a:lnTo>
                <a:lnTo>
                  <a:pt x="3703" y="6419"/>
                </a:lnTo>
                <a:lnTo>
                  <a:pt x="3703" y="6418"/>
                </a:lnTo>
                <a:lnTo>
                  <a:pt x="3703" y="6419"/>
                </a:lnTo>
                <a:lnTo>
                  <a:pt x="3702" y="6419"/>
                </a:lnTo>
                <a:lnTo>
                  <a:pt x="3702" y="6420"/>
                </a:lnTo>
                <a:lnTo>
                  <a:pt x="3701" y="6420"/>
                </a:lnTo>
                <a:lnTo>
                  <a:pt x="3700" y="6420"/>
                </a:lnTo>
                <a:lnTo>
                  <a:pt x="3699" y="6420"/>
                </a:lnTo>
                <a:lnTo>
                  <a:pt x="3698" y="6420"/>
                </a:lnTo>
                <a:lnTo>
                  <a:pt x="3698" y="6421"/>
                </a:lnTo>
                <a:lnTo>
                  <a:pt x="3698" y="6420"/>
                </a:lnTo>
                <a:lnTo>
                  <a:pt x="3697" y="6420"/>
                </a:lnTo>
                <a:lnTo>
                  <a:pt x="3696" y="6420"/>
                </a:lnTo>
                <a:lnTo>
                  <a:pt x="3695" y="6420"/>
                </a:lnTo>
                <a:lnTo>
                  <a:pt x="3694" y="6420"/>
                </a:lnTo>
                <a:lnTo>
                  <a:pt x="3693" y="6420"/>
                </a:lnTo>
                <a:lnTo>
                  <a:pt x="3692" y="6420"/>
                </a:lnTo>
                <a:lnTo>
                  <a:pt x="3691" y="6420"/>
                </a:lnTo>
                <a:lnTo>
                  <a:pt x="3691" y="6419"/>
                </a:lnTo>
                <a:lnTo>
                  <a:pt x="3690" y="6419"/>
                </a:lnTo>
                <a:lnTo>
                  <a:pt x="3689" y="6419"/>
                </a:lnTo>
                <a:lnTo>
                  <a:pt x="3688" y="6418"/>
                </a:lnTo>
                <a:lnTo>
                  <a:pt x="3687" y="6418"/>
                </a:lnTo>
                <a:lnTo>
                  <a:pt x="3686" y="6418"/>
                </a:lnTo>
                <a:lnTo>
                  <a:pt x="3685" y="6418"/>
                </a:lnTo>
                <a:lnTo>
                  <a:pt x="3685" y="6417"/>
                </a:lnTo>
                <a:lnTo>
                  <a:pt x="3684" y="6417"/>
                </a:lnTo>
                <a:lnTo>
                  <a:pt x="3683" y="6417"/>
                </a:lnTo>
                <a:lnTo>
                  <a:pt x="3683" y="6416"/>
                </a:lnTo>
                <a:lnTo>
                  <a:pt x="3682" y="6416"/>
                </a:lnTo>
                <a:lnTo>
                  <a:pt x="3682" y="6415"/>
                </a:lnTo>
                <a:lnTo>
                  <a:pt x="3681" y="6415"/>
                </a:lnTo>
                <a:lnTo>
                  <a:pt x="3680" y="6415"/>
                </a:lnTo>
                <a:lnTo>
                  <a:pt x="3679" y="6415"/>
                </a:lnTo>
                <a:lnTo>
                  <a:pt x="3678" y="6415"/>
                </a:lnTo>
                <a:lnTo>
                  <a:pt x="3678" y="6414"/>
                </a:lnTo>
                <a:lnTo>
                  <a:pt x="3677" y="6414"/>
                </a:lnTo>
                <a:lnTo>
                  <a:pt x="3676" y="6414"/>
                </a:lnTo>
                <a:lnTo>
                  <a:pt x="3675" y="6414"/>
                </a:lnTo>
                <a:lnTo>
                  <a:pt x="3674" y="6414"/>
                </a:lnTo>
                <a:lnTo>
                  <a:pt x="3674" y="6415"/>
                </a:lnTo>
                <a:lnTo>
                  <a:pt x="3673" y="6415"/>
                </a:lnTo>
                <a:lnTo>
                  <a:pt x="3671" y="6415"/>
                </a:lnTo>
                <a:lnTo>
                  <a:pt x="3670" y="6415"/>
                </a:lnTo>
                <a:lnTo>
                  <a:pt x="3670" y="6414"/>
                </a:lnTo>
                <a:lnTo>
                  <a:pt x="3670" y="6413"/>
                </a:lnTo>
                <a:lnTo>
                  <a:pt x="3670" y="6412"/>
                </a:lnTo>
                <a:lnTo>
                  <a:pt x="3671" y="6412"/>
                </a:lnTo>
                <a:lnTo>
                  <a:pt x="3671" y="6411"/>
                </a:lnTo>
                <a:lnTo>
                  <a:pt x="3672" y="6411"/>
                </a:lnTo>
                <a:lnTo>
                  <a:pt x="3672" y="6410"/>
                </a:lnTo>
                <a:lnTo>
                  <a:pt x="3672" y="6409"/>
                </a:lnTo>
                <a:lnTo>
                  <a:pt x="3671" y="6409"/>
                </a:lnTo>
                <a:lnTo>
                  <a:pt x="3671" y="6408"/>
                </a:lnTo>
                <a:lnTo>
                  <a:pt x="3672" y="6408"/>
                </a:lnTo>
                <a:lnTo>
                  <a:pt x="3673" y="6408"/>
                </a:lnTo>
                <a:lnTo>
                  <a:pt x="3673" y="6407"/>
                </a:lnTo>
                <a:lnTo>
                  <a:pt x="3674" y="6407"/>
                </a:lnTo>
                <a:lnTo>
                  <a:pt x="3674" y="6406"/>
                </a:lnTo>
                <a:lnTo>
                  <a:pt x="3675" y="6406"/>
                </a:lnTo>
                <a:lnTo>
                  <a:pt x="3675" y="6405"/>
                </a:lnTo>
                <a:lnTo>
                  <a:pt x="3676" y="6405"/>
                </a:lnTo>
                <a:lnTo>
                  <a:pt x="3676" y="6404"/>
                </a:lnTo>
                <a:lnTo>
                  <a:pt x="3675" y="6404"/>
                </a:lnTo>
                <a:lnTo>
                  <a:pt x="3676" y="6404"/>
                </a:lnTo>
                <a:lnTo>
                  <a:pt x="3676" y="6403"/>
                </a:lnTo>
                <a:lnTo>
                  <a:pt x="3675" y="6403"/>
                </a:lnTo>
                <a:lnTo>
                  <a:pt x="3676" y="6403"/>
                </a:lnTo>
                <a:lnTo>
                  <a:pt x="3676" y="6402"/>
                </a:lnTo>
                <a:lnTo>
                  <a:pt x="3676" y="6401"/>
                </a:lnTo>
                <a:lnTo>
                  <a:pt x="3676" y="6400"/>
                </a:lnTo>
                <a:lnTo>
                  <a:pt x="3677" y="6400"/>
                </a:lnTo>
                <a:lnTo>
                  <a:pt x="3677" y="6399"/>
                </a:lnTo>
                <a:lnTo>
                  <a:pt x="3678" y="6399"/>
                </a:lnTo>
                <a:lnTo>
                  <a:pt x="3678" y="6398"/>
                </a:lnTo>
                <a:lnTo>
                  <a:pt x="3679" y="6398"/>
                </a:lnTo>
                <a:lnTo>
                  <a:pt x="3680" y="6398"/>
                </a:lnTo>
                <a:lnTo>
                  <a:pt x="3680" y="6397"/>
                </a:lnTo>
                <a:lnTo>
                  <a:pt x="3680" y="6396"/>
                </a:lnTo>
                <a:lnTo>
                  <a:pt x="3679" y="6396"/>
                </a:lnTo>
                <a:lnTo>
                  <a:pt x="3679" y="6395"/>
                </a:lnTo>
                <a:lnTo>
                  <a:pt x="3679" y="6394"/>
                </a:lnTo>
                <a:lnTo>
                  <a:pt x="3679" y="6393"/>
                </a:lnTo>
                <a:lnTo>
                  <a:pt x="3679" y="6392"/>
                </a:lnTo>
                <a:lnTo>
                  <a:pt x="3680" y="6392"/>
                </a:lnTo>
                <a:lnTo>
                  <a:pt x="3680" y="6393"/>
                </a:lnTo>
                <a:lnTo>
                  <a:pt x="3681" y="6393"/>
                </a:lnTo>
                <a:lnTo>
                  <a:pt x="3681" y="6392"/>
                </a:lnTo>
                <a:lnTo>
                  <a:pt x="3681" y="6391"/>
                </a:lnTo>
                <a:lnTo>
                  <a:pt x="3681" y="6390"/>
                </a:lnTo>
                <a:lnTo>
                  <a:pt x="3682" y="6390"/>
                </a:lnTo>
                <a:lnTo>
                  <a:pt x="3683" y="6390"/>
                </a:lnTo>
                <a:lnTo>
                  <a:pt x="3683" y="6389"/>
                </a:lnTo>
                <a:lnTo>
                  <a:pt x="3682" y="6389"/>
                </a:lnTo>
                <a:lnTo>
                  <a:pt x="3682" y="6388"/>
                </a:lnTo>
                <a:lnTo>
                  <a:pt x="3682" y="6389"/>
                </a:lnTo>
                <a:lnTo>
                  <a:pt x="3681" y="6389"/>
                </a:lnTo>
                <a:lnTo>
                  <a:pt x="3681" y="6388"/>
                </a:lnTo>
                <a:lnTo>
                  <a:pt x="3680" y="6388"/>
                </a:lnTo>
                <a:lnTo>
                  <a:pt x="3680" y="6387"/>
                </a:lnTo>
                <a:lnTo>
                  <a:pt x="3680" y="6386"/>
                </a:lnTo>
                <a:lnTo>
                  <a:pt x="3679" y="6386"/>
                </a:lnTo>
                <a:lnTo>
                  <a:pt x="3679" y="6385"/>
                </a:lnTo>
                <a:lnTo>
                  <a:pt x="3678" y="6385"/>
                </a:lnTo>
                <a:lnTo>
                  <a:pt x="3677" y="6385"/>
                </a:lnTo>
                <a:lnTo>
                  <a:pt x="3677" y="6384"/>
                </a:lnTo>
                <a:lnTo>
                  <a:pt x="3676" y="6384"/>
                </a:lnTo>
                <a:lnTo>
                  <a:pt x="3675" y="6384"/>
                </a:lnTo>
                <a:lnTo>
                  <a:pt x="3674" y="6384"/>
                </a:lnTo>
                <a:lnTo>
                  <a:pt x="3673" y="6384"/>
                </a:lnTo>
                <a:lnTo>
                  <a:pt x="3672" y="6384"/>
                </a:lnTo>
                <a:lnTo>
                  <a:pt x="3672" y="6385"/>
                </a:lnTo>
                <a:lnTo>
                  <a:pt x="3672" y="6384"/>
                </a:lnTo>
                <a:lnTo>
                  <a:pt x="3671" y="6384"/>
                </a:lnTo>
                <a:lnTo>
                  <a:pt x="3671" y="6385"/>
                </a:lnTo>
                <a:lnTo>
                  <a:pt x="3670" y="6385"/>
                </a:lnTo>
                <a:lnTo>
                  <a:pt x="3671" y="6385"/>
                </a:lnTo>
                <a:lnTo>
                  <a:pt x="3671" y="6384"/>
                </a:lnTo>
                <a:lnTo>
                  <a:pt x="3672" y="6384"/>
                </a:lnTo>
                <a:lnTo>
                  <a:pt x="3672" y="6383"/>
                </a:lnTo>
                <a:lnTo>
                  <a:pt x="3673" y="6383"/>
                </a:lnTo>
                <a:lnTo>
                  <a:pt x="3673" y="6382"/>
                </a:lnTo>
                <a:lnTo>
                  <a:pt x="3674" y="6382"/>
                </a:lnTo>
                <a:lnTo>
                  <a:pt x="3674" y="6381"/>
                </a:lnTo>
                <a:lnTo>
                  <a:pt x="3675" y="6381"/>
                </a:lnTo>
                <a:lnTo>
                  <a:pt x="3675" y="6380"/>
                </a:lnTo>
                <a:lnTo>
                  <a:pt x="3675" y="6379"/>
                </a:lnTo>
                <a:lnTo>
                  <a:pt x="3676" y="6379"/>
                </a:lnTo>
                <a:lnTo>
                  <a:pt x="3676" y="6380"/>
                </a:lnTo>
                <a:lnTo>
                  <a:pt x="3677" y="6380"/>
                </a:lnTo>
                <a:lnTo>
                  <a:pt x="3677" y="6381"/>
                </a:lnTo>
                <a:lnTo>
                  <a:pt x="3678" y="6381"/>
                </a:lnTo>
                <a:lnTo>
                  <a:pt x="3678" y="6380"/>
                </a:lnTo>
                <a:lnTo>
                  <a:pt x="3679" y="6380"/>
                </a:lnTo>
                <a:lnTo>
                  <a:pt x="3679" y="6379"/>
                </a:lnTo>
                <a:lnTo>
                  <a:pt x="3679" y="6378"/>
                </a:lnTo>
                <a:lnTo>
                  <a:pt x="3679" y="6377"/>
                </a:lnTo>
                <a:lnTo>
                  <a:pt x="3679" y="6376"/>
                </a:lnTo>
                <a:lnTo>
                  <a:pt x="3679" y="6375"/>
                </a:lnTo>
                <a:lnTo>
                  <a:pt x="3679" y="6374"/>
                </a:lnTo>
                <a:lnTo>
                  <a:pt x="3678" y="6374"/>
                </a:lnTo>
                <a:lnTo>
                  <a:pt x="3678" y="6373"/>
                </a:lnTo>
                <a:lnTo>
                  <a:pt x="3678" y="6372"/>
                </a:lnTo>
                <a:lnTo>
                  <a:pt x="3677" y="6372"/>
                </a:lnTo>
                <a:lnTo>
                  <a:pt x="3677" y="6371"/>
                </a:lnTo>
                <a:lnTo>
                  <a:pt x="3678" y="6371"/>
                </a:lnTo>
                <a:lnTo>
                  <a:pt x="3678" y="6370"/>
                </a:lnTo>
                <a:lnTo>
                  <a:pt x="3678" y="6369"/>
                </a:lnTo>
                <a:lnTo>
                  <a:pt x="3679" y="6369"/>
                </a:lnTo>
                <a:lnTo>
                  <a:pt x="3679" y="6368"/>
                </a:lnTo>
                <a:lnTo>
                  <a:pt x="3680" y="6367"/>
                </a:lnTo>
                <a:lnTo>
                  <a:pt x="3679" y="6367"/>
                </a:lnTo>
                <a:lnTo>
                  <a:pt x="3679" y="6366"/>
                </a:lnTo>
                <a:lnTo>
                  <a:pt x="3679" y="6365"/>
                </a:lnTo>
                <a:lnTo>
                  <a:pt x="3678" y="6365"/>
                </a:lnTo>
                <a:lnTo>
                  <a:pt x="3678" y="6364"/>
                </a:lnTo>
                <a:lnTo>
                  <a:pt x="3677" y="6364"/>
                </a:lnTo>
                <a:lnTo>
                  <a:pt x="3677" y="6363"/>
                </a:lnTo>
                <a:lnTo>
                  <a:pt x="3676" y="6363"/>
                </a:lnTo>
                <a:lnTo>
                  <a:pt x="3676" y="6362"/>
                </a:lnTo>
                <a:lnTo>
                  <a:pt x="3676" y="6361"/>
                </a:lnTo>
                <a:lnTo>
                  <a:pt x="3676" y="6359"/>
                </a:lnTo>
                <a:lnTo>
                  <a:pt x="3675" y="6359"/>
                </a:lnTo>
                <a:lnTo>
                  <a:pt x="3675" y="6358"/>
                </a:lnTo>
                <a:lnTo>
                  <a:pt x="3675" y="6357"/>
                </a:lnTo>
                <a:lnTo>
                  <a:pt x="3674" y="6357"/>
                </a:lnTo>
                <a:lnTo>
                  <a:pt x="3675" y="6357"/>
                </a:lnTo>
                <a:lnTo>
                  <a:pt x="3674" y="6357"/>
                </a:lnTo>
                <a:lnTo>
                  <a:pt x="3674" y="6356"/>
                </a:lnTo>
                <a:lnTo>
                  <a:pt x="3673" y="6356"/>
                </a:lnTo>
                <a:lnTo>
                  <a:pt x="3673" y="6355"/>
                </a:lnTo>
                <a:lnTo>
                  <a:pt x="3673" y="6354"/>
                </a:lnTo>
                <a:lnTo>
                  <a:pt x="3672" y="6354"/>
                </a:lnTo>
                <a:lnTo>
                  <a:pt x="3672" y="6353"/>
                </a:lnTo>
                <a:lnTo>
                  <a:pt x="3670" y="6353"/>
                </a:lnTo>
                <a:lnTo>
                  <a:pt x="3669" y="6353"/>
                </a:lnTo>
                <a:lnTo>
                  <a:pt x="3668" y="6353"/>
                </a:lnTo>
                <a:lnTo>
                  <a:pt x="3667" y="6353"/>
                </a:lnTo>
                <a:lnTo>
                  <a:pt x="3667" y="6354"/>
                </a:lnTo>
                <a:lnTo>
                  <a:pt x="3666" y="6354"/>
                </a:lnTo>
                <a:lnTo>
                  <a:pt x="3665" y="6354"/>
                </a:lnTo>
                <a:lnTo>
                  <a:pt x="3664" y="6354"/>
                </a:lnTo>
                <a:lnTo>
                  <a:pt x="3663" y="6354"/>
                </a:lnTo>
                <a:lnTo>
                  <a:pt x="3663" y="6353"/>
                </a:lnTo>
                <a:lnTo>
                  <a:pt x="3662" y="6353"/>
                </a:lnTo>
                <a:lnTo>
                  <a:pt x="3661" y="6353"/>
                </a:lnTo>
                <a:lnTo>
                  <a:pt x="3661" y="6352"/>
                </a:lnTo>
                <a:lnTo>
                  <a:pt x="3661" y="6351"/>
                </a:lnTo>
                <a:lnTo>
                  <a:pt x="3661" y="6350"/>
                </a:lnTo>
                <a:lnTo>
                  <a:pt x="3661" y="6349"/>
                </a:lnTo>
                <a:lnTo>
                  <a:pt x="3661" y="6348"/>
                </a:lnTo>
                <a:lnTo>
                  <a:pt x="3660" y="6348"/>
                </a:lnTo>
                <a:lnTo>
                  <a:pt x="3660" y="6347"/>
                </a:lnTo>
                <a:lnTo>
                  <a:pt x="3660" y="6346"/>
                </a:lnTo>
                <a:lnTo>
                  <a:pt x="3659" y="6346"/>
                </a:lnTo>
                <a:lnTo>
                  <a:pt x="3659" y="6345"/>
                </a:lnTo>
                <a:lnTo>
                  <a:pt x="3660" y="6345"/>
                </a:lnTo>
                <a:lnTo>
                  <a:pt x="3660" y="6344"/>
                </a:lnTo>
                <a:lnTo>
                  <a:pt x="3660" y="6343"/>
                </a:lnTo>
                <a:lnTo>
                  <a:pt x="3659" y="6343"/>
                </a:lnTo>
                <a:lnTo>
                  <a:pt x="3659" y="6342"/>
                </a:lnTo>
                <a:lnTo>
                  <a:pt x="3659" y="6341"/>
                </a:lnTo>
                <a:lnTo>
                  <a:pt x="3660" y="6341"/>
                </a:lnTo>
                <a:lnTo>
                  <a:pt x="3660" y="6340"/>
                </a:lnTo>
                <a:lnTo>
                  <a:pt x="3661" y="6340"/>
                </a:lnTo>
                <a:lnTo>
                  <a:pt x="3661" y="6339"/>
                </a:lnTo>
                <a:lnTo>
                  <a:pt x="3662" y="6339"/>
                </a:lnTo>
                <a:lnTo>
                  <a:pt x="3662" y="6338"/>
                </a:lnTo>
                <a:lnTo>
                  <a:pt x="3663" y="6338"/>
                </a:lnTo>
                <a:lnTo>
                  <a:pt x="3664" y="6338"/>
                </a:lnTo>
                <a:lnTo>
                  <a:pt x="3664" y="6337"/>
                </a:lnTo>
                <a:lnTo>
                  <a:pt x="3665" y="6337"/>
                </a:lnTo>
                <a:lnTo>
                  <a:pt x="3665" y="6336"/>
                </a:lnTo>
                <a:lnTo>
                  <a:pt x="3666" y="6336"/>
                </a:lnTo>
                <a:lnTo>
                  <a:pt x="3666" y="6335"/>
                </a:lnTo>
                <a:lnTo>
                  <a:pt x="3667" y="6335"/>
                </a:lnTo>
                <a:lnTo>
                  <a:pt x="3667" y="6334"/>
                </a:lnTo>
                <a:lnTo>
                  <a:pt x="3668" y="6334"/>
                </a:lnTo>
                <a:lnTo>
                  <a:pt x="3669" y="6334"/>
                </a:lnTo>
                <a:lnTo>
                  <a:pt x="3670" y="6334"/>
                </a:lnTo>
                <a:lnTo>
                  <a:pt x="3671" y="6334"/>
                </a:lnTo>
                <a:lnTo>
                  <a:pt x="3671" y="6333"/>
                </a:lnTo>
                <a:lnTo>
                  <a:pt x="3671" y="6332"/>
                </a:lnTo>
                <a:lnTo>
                  <a:pt x="3672" y="6332"/>
                </a:lnTo>
                <a:lnTo>
                  <a:pt x="3673" y="6332"/>
                </a:lnTo>
                <a:lnTo>
                  <a:pt x="3674" y="6332"/>
                </a:lnTo>
                <a:lnTo>
                  <a:pt x="3675" y="6331"/>
                </a:lnTo>
                <a:lnTo>
                  <a:pt x="3675" y="6330"/>
                </a:lnTo>
                <a:lnTo>
                  <a:pt x="3676" y="6330"/>
                </a:lnTo>
                <a:lnTo>
                  <a:pt x="3676" y="6329"/>
                </a:lnTo>
                <a:lnTo>
                  <a:pt x="3676" y="6328"/>
                </a:lnTo>
                <a:lnTo>
                  <a:pt x="3676" y="6327"/>
                </a:lnTo>
                <a:lnTo>
                  <a:pt x="3677" y="6327"/>
                </a:lnTo>
                <a:lnTo>
                  <a:pt x="3676" y="6327"/>
                </a:lnTo>
                <a:lnTo>
                  <a:pt x="3676" y="6326"/>
                </a:lnTo>
                <a:lnTo>
                  <a:pt x="3675" y="6326"/>
                </a:lnTo>
                <a:lnTo>
                  <a:pt x="3675" y="6325"/>
                </a:lnTo>
                <a:lnTo>
                  <a:pt x="3674" y="6325"/>
                </a:lnTo>
                <a:lnTo>
                  <a:pt x="3673" y="6325"/>
                </a:lnTo>
                <a:lnTo>
                  <a:pt x="3672" y="6325"/>
                </a:lnTo>
                <a:lnTo>
                  <a:pt x="3672" y="6324"/>
                </a:lnTo>
                <a:lnTo>
                  <a:pt x="3671" y="6324"/>
                </a:lnTo>
                <a:lnTo>
                  <a:pt x="3671" y="6323"/>
                </a:lnTo>
                <a:lnTo>
                  <a:pt x="3670" y="6323"/>
                </a:lnTo>
                <a:lnTo>
                  <a:pt x="3669" y="6323"/>
                </a:lnTo>
                <a:lnTo>
                  <a:pt x="3669" y="6322"/>
                </a:lnTo>
                <a:lnTo>
                  <a:pt x="3669" y="6321"/>
                </a:lnTo>
                <a:lnTo>
                  <a:pt x="3669" y="6320"/>
                </a:lnTo>
                <a:lnTo>
                  <a:pt x="3669" y="6319"/>
                </a:lnTo>
                <a:lnTo>
                  <a:pt x="3669" y="6318"/>
                </a:lnTo>
                <a:lnTo>
                  <a:pt x="3668" y="6318"/>
                </a:lnTo>
                <a:lnTo>
                  <a:pt x="3668" y="6317"/>
                </a:lnTo>
                <a:lnTo>
                  <a:pt x="3668" y="6316"/>
                </a:lnTo>
                <a:lnTo>
                  <a:pt x="3668" y="6315"/>
                </a:lnTo>
                <a:lnTo>
                  <a:pt x="3668" y="6314"/>
                </a:lnTo>
                <a:lnTo>
                  <a:pt x="3668" y="6313"/>
                </a:lnTo>
                <a:lnTo>
                  <a:pt x="3668" y="6312"/>
                </a:lnTo>
                <a:lnTo>
                  <a:pt x="3667" y="6312"/>
                </a:lnTo>
                <a:lnTo>
                  <a:pt x="3667" y="6311"/>
                </a:lnTo>
                <a:lnTo>
                  <a:pt x="3666" y="6311"/>
                </a:lnTo>
                <a:lnTo>
                  <a:pt x="3666" y="6310"/>
                </a:lnTo>
                <a:lnTo>
                  <a:pt x="3665" y="6311"/>
                </a:lnTo>
                <a:lnTo>
                  <a:pt x="3665" y="6310"/>
                </a:lnTo>
                <a:lnTo>
                  <a:pt x="3664" y="6310"/>
                </a:lnTo>
                <a:lnTo>
                  <a:pt x="3664" y="6309"/>
                </a:lnTo>
                <a:lnTo>
                  <a:pt x="3664" y="6307"/>
                </a:lnTo>
                <a:lnTo>
                  <a:pt x="3664" y="6306"/>
                </a:lnTo>
                <a:lnTo>
                  <a:pt x="3665" y="6306"/>
                </a:lnTo>
                <a:lnTo>
                  <a:pt x="3665" y="6305"/>
                </a:lnTo>
                <a:lnTo>
                  <a:pt x="3666" y="6305"/>
                </a:lnTo>
                <a:lnTo>
                  <a:pt x="3666" y="6304"/>
                </a:lnTo>
                <a:lnTo>
                  <a:pt x="3667" y="6304"/>
                </a:lnTo>
                <a:lnTo>
                  <a:pt x="3666" y="6303"/>
                </a:lnTo>
                <a:lnTo>
                  <a:pt x="3665" y="6302"/>
                </a:lnTo>
                <a:lnTo>
                  <a:pt x="3665" y="6301"/>
                </a:lnTo>
                <a:lnTo>
                  <a:pt x="3665" y="6300"/>
                </a:lnTo>
                <a:lnTo>
                  <a:pt x="3664" y="6300"/>
                </a:lnTo>
                <a:lnTo>
                  <a:pt x="3664" y="6299"/>
                </a:lnTo>
                <a:lnTo>
                  <a:pt x="3664" y="6298"/>
                </a:lnTo>
                <a:lnTo>
                  <a:pt x="3663" y="6298"/>
                </a:lnTo>
                <a:lnTo>
                  <a:pt x="3663" y="6297"/>
                </a:lnTo>
                <a:lnTo>
                  <a:pt x="3662" y="6297"/>
                </a:lnTo>
                <a:lnTo>
                  <a:pt x="3662" y="6296"/>
                </a:lnTo>
                <a:lnTo>
                  <a:pt x="3663" y="6296"/>
                </a:lnTo>
                <a:lnTo>
                  <a:pt x="3662" y="6296"/>
                </a:lnTo>
                <a:lnTo>
                  <a:pt x="3662" y="6295"/>
                </a:lnTo>
                <a:lnTo>
                  <a:pt x="3663" y="6295"/>
                </a:lnTo>
                <a:lnTo>
                  <a:pt x="3662" y="6294"/>
                </a:lnTo>
                <a:lnTo>
                  <a:pt x="3661" y="6294"/>
                </a:lnTo>
                <a:lnTo>
                  <a:pt x="3661" y="6293"/>
                </a:lnTo>
                <a:lnTo>
                  <a:pt x="3660" y="6293"/>
                </a:lnTo>
                <a:lnTo>
                  <a:pt x="3660" y="6292"/>
                </a:lnTo>
                <a:lnTo>
                  <a:pt x="3659" y="6292"/>
                </a:lnTo>
                <a:lnTo>
                  <a:pt x="3658" y="6292"/>
                </a:lnTo>
                <a:lnTo>
                  <a:pt x="3657" y="6292"/>
                </a:lnTo>
                <a:lnTo>
                  <a:pt x="3657" y="6293"/>
                </a:lnTo>
                <a:lnTo>
                  <a:pt x="3655" y="6293"/>
                </a:lnTo>
                <a:lnTo>
                  <a:pt x="3654" y="6293"/>
                </a:lnTo>
                <a:lnTo>
                  <a:pt x="3653" y="6293"/>
                </a:lnTo>
                <a:lnTo>
                  <a:pt x="3652" y="6293"/>
                </a:lnTo>
                <a:lnTo>
                  <a:pt x="3652" y="6292"/>
                </a:lnTo>
                <a:lnTo>
                  <a:pt x="3652" y="6291"/>
                </a:lnTo>
                <a:lnTo>
                  <a:pt x="3651" y="6291"/>
                </a:lnTo>
                <a:lnTo>
                  <a:pt x="3650" y="6291"/>
                </a:lnTo>
                <a:lnTo>
                  <a:pt x="3650" y="6290"/>
                </a:lnTo>
                <a:lnTo>
                  <a:pt x="3649" y="6290"/>
                </a:lnTo>
                <a:lnTo>
                  <a:pt x="3648" y="6290"/>
                </a:lnTo>
                <a:lnTo>
                  <a:pt x="3647" y="6290"/>
                </a:lnTo>
                <a:lnTo>
                  <a:pt x="3647" y="6289"/>
                </a:lnTo>
                <a:lnTo>
                  <a:pt x="3646" y="6289"/>
                </a:lnTo>
                <a:lnTo>
                  <a:pt x="3646" y="6290"/>
                </a:lnTo>
                <a:lnTo>
                  <a:pt x="3645" y="6290"/>
                </a:lnTo>
                <a:lnTo>
                  <a:pt x="3644" y="6290"/>
                </a:lnTo>
                <a:lnTo>
                  <a:pt x="3643" y="6290"/>
                </a:lnTo>
                <a:lnTo>
                  <a:pt x="3642" y="6290"/>
                </a:lnTo>
                <a:lnTo>
                  <a:pt x="3642" y="6289"/>
                </a:lnTo>
                <a:lnTo>
                  <a:pt x="3641" y="6289"/>
                </a:lnTo>
                <a:lnTo>
                  <a:pt x="3641" y="6288"/>
                </a:lnTo>
                <a:lnTo>
                  <a:pt x="3641" y="6287"/>
                </a:lnTo>
                <a:lnTo>
                  <a:pt x="3640" y="6287"/>
                </a:lnTo>
                <a:lnTo>
                  <a:pt x="3640" y="6286"/>
                </a:lnTo>
                <a:lnTo>
                  <a:pt x="3640" y="6287"/>
                </a:lnTo>
                <a:lnTo>
                  <a:pt x="3640" y="6286"/>
                </a:lnTo>
                <a:lnTo>
                  <a:pt x="3639" y="6286"/>
                </a:lnTo>
                <a:lnTo>
                  <a:pt x="3638" y="6286"/>
                </a:lnTo>
                <a:lnTo>
                  <a:pt x="3638" y="6285"/>
                </a:lnTo>
                <a:lnTo>
                  <a:pt x="3639" y="6285"/>
                </a:lnTo>
                <a:lnTo>
                  <a:pt x="3639" y="6284"/>
                </a:lnTo>
                <a:lnTo>
                  <a:pt x="3640" y="6284"/>
                </a:lnTo>
                <a:lnTo>
                  <a:pt x="3640" y="6285"/>
                </a:lnTo>
                <a:lnTo>
                  <a:pt x="3641" y="6285"/>
                </a:lnTo>
                <a:lnTo>
                  <a:pt x="3642" y="6284"/>
                </a:lnTo>
                <a:lnTo>
                  <a:pt x="3642" y="6283"/>
                </a:lnTo>
                <a:lnTo>
                  <a:pt x="3643" y="6283"/>
                </a:lnTo>
                <a:lnTo>
                  <a:pt x="3643" y="6282"/>
                </a:lnTo>
                <a:lnTo>
                  <a:pt x="3643" y="6281"/>
                </a:lnTo>
                <a:lnTo>
                  <a:pt x="3644" y="6281"/>
                </a:lnTo>
                <a:lnTo>
                  <a:pt x="3644" y="6280"/>
                </a:lnTo>
                <a:lnTo>
                  <a:pt x="3644" y="6279"/>
                </a:lnTo>
                <a:lnTo>
                  <a:pt x="3644" y="6278"/>
                </a:lnTo>
                <a:lnTo>
                  <a:pt x="3643" y="6278"/>
                </a:lnTo>
                <a:lnTo>
                  <a:pt x="3642" y="6278"/>
                </a:lnTo>
                <a:lnTo>
                  <a:pt x="3642" y="6277"/>
                </a:lnTo>
                <a:lnTo>
                  <a:pt x="3642" y="6276"/>
                </a:lnTo>
                <a:lnTo>
                  <a:pt x="3643" y="6276"/>
                </a:lnTo>
                <a:lnTo>
                  <a:pt x="3643" y="6275"/>
                </a:lnTo>
                <a:lnTo>
                  <a:pt x="3643" y="6274"/>
                </a:lnTo>
                <a:lnTo>
                  <a:pt x="3644" y="6274"/>
                </a:lnTo>
                <a:lnTo>
                  <a:pt x="3644" y="6273"/>
                </a:lnTo>
                <a:lnTo>
                  <a:pt x="3643" y="6273"/>
                </a:lnTo>
                <a:lnTo>
                  <a:pt x="3643" y="6272"/>
                </a:lnTo>
                <a:lnTo>
                  <a:pt x="3643" y="6271"/>
                </a:lnTo>
                <a:lnTo>
                  <a:pt x="3643" y="6270"/>
                </a:lnTo>
                <a:lnTo>
                  <a:pt x="3643" y="6269"/>
                </a:lnTo>
                <a:lnTo>
                  <a:pt x="3642" y="6269"/>
                </a:lnTo>
                <a:lnTo>
                  <a:pt x="3642" y="6268"/>
                </a:lnTo>
                <a:lnTo>
                  <a:pt x="3642" y="6267"/>
                </a:lnTo>
                <a:lnTo>
                  <a:pt x="3642" y="6266"/>
                </a:lnTo>
                <a:lnTo>
                  <a:pt x="3641" y="6266"/>
                </a:lnTo>
                <a:lnTo>
                  <a:pt x="3641" y="6265"/>
                </a:lnTo>
                <a:lnTo>
                  <a:pt x="3641" y="6266"/>
                </a:lnTo>
                <a:lnTo>
                  <a:pt x="3641" y="6265"/>
                </a:lnTo>
                <a:lnTo>
                  <a:pt x="3641" y="6264"/>
                </a:lnTo>
                <a:lnTo>
                  <a:pt x="3641" y="6263"/>
                </a:lnTo>
                <a:lnTo>
                  <a:pt x="3642" y="6263"/>
                </a:lnTo>
                <a:lnTo>
                  <a:pt x="3642" y="6262"/>
                </a:lnTo>
                <a:lnTo>
                  <a:pt x="3643" y="6262"/>
                </a:lnTo>
                <a:lnTo>
                  <a:pt x="3643" y="6261"/>
                </a:lnTo>
                <a:lnTo>
                  <a:pt x="3644" y="6261"/>
                </a:lnTo>
                <a:lnTo>
                  <a:pt x="3644" y="6260"/>
                </a:lnTo>
                <a:lnTo>
                  <a:pt x="3645" y="6260"/>
                </a:lnTo>
                <a:lnTo>
                  <a:pt x="3646" y="6260"/>
                </a:lnTo>
                <a:lnTo>
                  <a:pt x="3646" y="6259"/>
                </a:lnTo>
                <a:lnTo>
                  <a:pt x="3645" y="6259"/>
                </a:lnTo>
                <a:lnTo>
                  <a:pt x="3645" y="6258"/>
                </a:lnTo>
                <a:lnTo>
                  <a:pt x="3645" y="6257"/>
                </a:lnTo>
                <a:lnTo>
                  <a:pt x="3645" y="6256"/>
                </a:lnTo>
                <a:lnTo>
                  <a:pt x="3644" y="6256"/>
                </a:lnTo>
                <a:lnTo>
                  <a:pt x="3643" y="6256"/>
                </a:lnTo>
                <a:lnTo>
                  <a:pt x="3642" y="6256"/>
                </a:lnTo>
                <a:lnTo>
                  <a:pt x="3641" y="6256"/>
                </a:lnTo>
                <a:lnTo>
                  <a:pt x="3640" y="6256"/>
                </a:lnTo>
                <a:lnTo>
                  <a:pt x="3641" y="6255"/>
                </a:lnTo>
                <a:lnTo>
                  <a:pt x="3641" y="6254"/>
                </a:lnTo>
                <a:lnTo>
                  <a:pt x="3641" y="6253"/>
                </a:lnTo>
                <a:lnTo>
                  <a:pt x="3642" y="6253"/>
                </a:lnTo>
                <a:lnTo>
                  <a:pt x="3643" y="6253"/>
                </a:lnTo>
                <a:lnTo>
                  <a:pt x="3643" y="6252"/>
                </a:lnTo>
                <a:lnTo>
                  <a:pt x="3644" y="6252"/>
                </a:lnTo>
                <a:lnTo>
                  <a:pt x="3644" y="6251"/>
                </a:lnTo>
                <a:lnTo>
                  <a:pt x="3645" y="6251"/>
                </a:lnTo>
                <a:lnTo>
                  <a:pt x="3645" y="6250"/>
                </a:lnTo>
                <a:lnTo>
                  <a:pt x="3646" y="6250"/>
                </a:lnTo>
                <a:lnTo>
                  <a:pt x="3647" y="6250"/>
                </a:lnTo>
                <a:lnTo>
                  <a:pt x="3647" y="6251"/>
                </a:lnTo>
                <a:lnTo>
                  <a:pt x="3647" y="6252"/>
                </a:lnTo>
                <a:lnTo>
                  <a:pt x="3648" y="6252"/>
                </a:lnTo>
                <a:lnTo>
                  <a:pt x="3649" y="6252"/>
                </a:lnTo>
                <a:lnTo>
                  <a:pt x="3649" y="6253"/>
                </a:lnTo>
                <a:lnTo>
                  <a:pt x="3650" y="6253"/>
                </a:lnTo>
                <a:lnTo>
                  <a:pt x="3650" y="6254"/>
                </a:lnTo>
                <a:lnTo>
                  <a:pt x="3650" y="6253"/>
                </a:lnTo>
                <a:lnTo>
                  <a:pt x="3651" y="6253"/>
                </a:lnTo>
                <a:lnTo>
                  <a:pt x="3652" y="6253"/>
                </a:lnTo>
                <a:lnTo>
                  <a:pt x="3653" y="6252"/>
                </a:lnTo>
                <a:lnTo>
                  <a:pt x="3653" y="6251"/>
                </a:lnTo>
                <a:lnTo>
                  <a:pt x="3654" y="6251"/>
                </a:lnTo>
                <a:lnTo>
                  <a:pt x="3655" y="6251"/>
                </a:lnTo>
                <a:lnTo>
                  <a:pt x="3655" y="6250"/>
                </a:lnTo>
                <a:lnTo>
                  <a:pt x="3656" y="6250"/>
                </a:lnTo>
                <a:lnTo>
                  <a:pt x="3656" y="6249"/>
                </a:lnTo>
                <a:lnTo>
                  <a:pt x="3657" y="6248"/>
                </a:lnTo>
                <a:lnTo>
                  <a:pt x="3658" y="6248"/>
                </a:lnTo>
                <a:lnTo>
                  <a:pt x="3659" y="6248"/>
                </a:lnTo>
                <a:lnTo>
                  <a:pt x="3658" y="6248"/>
                </a:lnTo>
                <a:lnTo>
                  <a:pt x="3659" y="6248"/>
                </a:lnTo>
                <a:lnTo>
                  <a:pt x="3658" y="6248"/>
                </a:lnTo>
                <a:lnTo>
                  <a:pt x="3658" y="6247"/>
                </a:lnTo>
                <a:lnTo>
                  <a:pt x="3658" y="6246"/>
                </a:lnTo>
                <a:lnTo>
                  <a:pt x="3658" y="6245"/>
                </a:lnTo>
                <a:lnTo>
                  <a:pt x="3658" y="6244"/>
                </a:lnTo>
                <a:lnTo>
                  <a:pt x="3659" y="6244"/>
                </a:lnTo>
                <a:lnTo>
                  <a:pt x="3659" y="6243"/>
                </a:lnTo>
                <a:lnTo>
                  <a:pt x="3660" y="6243"/>
                </a:lnTo>
                <a:lnTo>
                  <a:pt x="3659" y="6243"/>
                </a:lnTo>
                <a:lnTo>
                  <a:pt x="3660" y="6243"/>
                </a:lnTo>
                <a:lnTo>
                  <a:pt x="3660" y="6242"/>
                </a:lnTo>
                <a:lnTo>
                  <a:pt x="3660" y="6243"/>
                </a:lnTo>
                <a:lnTo>
                  <a:pt x="3661" y="6243"/>
                </a:lnTo>
                <a:lnTo>
                  <a:pt x="3662" y="6243"/>
                </a:lnTo>
                <a:lnTo>
                  <a:pt x="3663" y="6243"/>
                </a:lnTo>
                <a:lnTo>
                  <a:pt x="3664" y="6243"/>
                </a:lnTo>
                <a:lnTo>
                  <a:pt x="3665" y="6243"/>
                </a:lnTo>
                <a:lnTo>
                  <a:pt x="3666" y="6243"/>
                </a:lnTo>
                <a:lnTo>
                  <a:pt x="3666" y="6242"/>
                </a:lnTo>
                <a:lnTo>
                  <a:pt x="3666" y="6241"/>
                </a:lnTo>
                <a:lnTo>
                  <a:pt x="3667" y="6241"/>
                </a:lnTo>
                <a:lnTo>
                  <a:pt x="3667" y="6240"/>
                </a:lnTo>
                <a:lnTo>
                  <a:pt x="3668" y="6240"/>
                </a:lnTo>
                <a:lnTo>
                  <a:pt x="3668" y="6239"/>
                </a:lnTo>
                <a:lnTo>
                  <a:pt x="3669" y="6239"/>
                </a:lnTo>
                <a:lnTo>
                  <a:pt x="3670" y="6239"/>
                </a:lnTo>
                <a:lnTo>
                  <a:pt x="3671" y="6239"/>
                </a:lnTo>
                <a:lnTo>
                  <a:pt x="3671" y="6238"/>
                </a:lnTo>
                <a:lnTo>
                  <a:pt x="3672" y="6238"/>
                </a:lnTo>
                <a:lnTo>
                  <a:pt x="3673" y="6238"/>
                </a:lnTo>
                <a:lnTo>
                  <a:pt x="3674" y="6238"/>
                </a:lnTo>
                <a:lnTo>
                  <a:pt x="3674" y="6237"/>
                </a:lnTo>
                <a:lnTo>
                  <a:pt x="3675" y="6237"/>
                </a:lnTo>
                <a:lnTo>
                  <a:pt x="3675" y="6236"/>
                </a:lnTo>
                <a:lnTo>
                  <a:pt x="3676" y="6236"/>
                </a:lnTo>
                <a:lnTo>
                  <a:pt x="3677" y="6235"/>
                </a:lnTo>
                <a:lnTo>
                  <a:pt x="3678" y="6235"/>
                </a:lnTo>
                <a:lnTo>
                  <a:pt x="3678" y="6234"/>
                </a:lnTo>
                <a:lnTo>
                  <a:pt x="3678" y="6233"/>
                </a:lnTo>
                <a:lnTo>
                  <a:pt x="3678" y="6232"/>
                </a:lnTo>
                <a:lnTo>
                  <a:pt x="3678" y="6231"/>
                </a:lnTo>
                <a:lnTo>
                  <a:pt x="3679" y="6231"/>
                </a:lnTo>
                <a:lnTo>
                  <a:pt x="3680" y="6231"/>
                </a:lnTo>
                <a:lnTo>
                  <a:pt x="3681" y="6231"/>
                </a:lnTo>
                <a:lnTo>
                  <a:pt x="3681" y="6230"/>
                </a:lnTo>
                <a:lnTo>
                  <a:pt x="3682" y="6230"/>
                </a:lnTo>
                <a:lnTo>
                  <a:pt x="3682" y="6229"/>
                </a:lnTo>
                <a:lnTo>
                  <a:pt x="3682" y="6230"/>
                </a:lnTo>
                <a:lnTo>
                  <a:pt x="3682" y="6229"/>
                </a:lnTo>
                <a:lnTo>
                  <a:pt x="3683" y="6229"/>
                </a:lnTo>
                <a:lnTo>
                  <a:pt x="3683" y="6228"/>
                </a:lnTo>
                <a:lnTo>
                  <a:pt x="3684" y="6228"/>
                </a:lnTo>
                <a:lnTo>
                  <a:pt x="3684" y="6227"/>
                </a:lnTo>
                <a:lnTo>
                  <a:pt x="3684" y="6226"/>
                </a:lnTo>
                <a:lnTo>
                  <a:pt x="3684" y="6225"/>
                </a:lnTo>
                <a:lnTo>
                  <a:pt x="3683" y="6225"/>
                </a:lnTo>
                <a:lnTo>
                  <a:pt x="3683" y="6224"/>
                </a:lnTo>
                <a:lnTo>
                  <a:pt x="3683" y="6223"/>
                </a:lnTo>
                <a:lnTo>
                  <a:pt x="3683" y="6221"/>
                </a:lnTo>
                <a:lnTo>
                  <a:pt x="3682" y="6221"/>
                </a:lnTo>
                <a:lnTo>
                  <a:pt x="3682" y="6220"/>
                </a:lnTo>
                <a:lnTo>
                  <a:pt x="3682" y="6219"/>
                </a:lnTo>
                <a:lnTo>
                  <a:pt x="3681" y="6219"/>
                </a:lnTo>
                <a:lnTo>
                  <a:pt x="3681" y="6218"/>
                </a:lnTo>
                <a:lnTo>
                  <a:pt x="3680" y="6218"/>
                </a:lnTo>
                <a:lnTo>
                  <a:pt x="3680" y="6219"/>
                </a:lnTo>
                <a:lnTo>
                  <a:pt x="3679" y="6219"/>
                </a:lnTo>
                <a:lnTo>
                  <a:pt x="3679" y="6220"/>
                </a:lnTo>
                <a:lnTo>
                  <a:pt x="3678" y="6220"/>
                </a:lnTo>
                <a:lnTo>
                  <a:pt x="3678" y="6221"/>
                </a:lnTo>
                <a:lnTo>
                  <a:pt x="3677" y="6221"/>
                </a:lnTo>
                <a:lnTo>
                  <a:pt x="3677" y="6222"/>
                </a:lnTo>
                <a:lnTo>
                  <a:pt x="3676" y="6222"/>
                </a:lnTo>
                <a:lnTo>
                  <a:pt x="3675" y="6222"/>
                </a:lnTo>
                <a:lnTo>
                  <a:pt x="3674" y="6222"/>
                </a:lnTo>
                <a:lnTo>
                  <a:pt x="3673" y="6222"/>
                </a:lnTo>
                <a:lnTo>
                  <a:pt x="3672" y="6222"/>
                </a:lnTo>
                <a:lnTo>
                  <a:pt x="3671" y="6222"/>
                </a:lnTo>
                <a:lnTo>
                  <a:pt x="3671" y="6221"/>
                </a:lnTo>
                <a:lnTo>
                  <a:pt x="3670" y="6221"/>
                </a:lnTo>
                <a:lnTo>
                  <a:pt x="3669" y="6221"/>
                </a:lnTo>
                <a:lnTo>
                  <a:pt x="3668" y="6221"/>
                </a:lnTo>
                <a:lnTo>
                  <a:pt x="3667" y="6221"/>
                </a:lnTo>
                <a:lnTo>
                  <a:pt x="3665" y="6221"/>
                </a:lnTo>
                <a:lnTo>
                  <a:pt x="3663" y="6221"/>
                </a:lnTo>
                <a:lnTo>
                  <a:pt x="3661" y="6221"/>
                </a:lnTo>
                <a:lnTo>
                  <a:pt x="3660" y="6221"/>
                </a:lnTo>
                <a:lnTo>
                  <a:pt x="3660" y="6222"/>
                </a:lnTo>
                <a:lnTo>
                  <a:pt x="3659" y="6222"/>
                </a:lnTo>
                <a:lnTo>
                  <a:pt x="3658" y="6222"/>
                </a:lnTo>
                <a:lnTo>
                  <a:pt x="3657" y="6222"/>
                </a:lnTo>
                <a:lnTo>
                  <a:pt x="3656" y="6222"/>
                </a:lnTo>
                <a:lnTo>
                  <a:pt x="3656" y="6221"/>
                </a:lnTo>
                <a:lnTo>
                  <a:pt x="3655" y="6221"/>
                </a:lnTo>
                <a:lnTo>
                  <a:pt x="3654" y="6222"/>
                </a:lnTo>
                <a:lnTo>
                  <a:pt x="3653" y="6222"/>
                </a:lnTo>
                <a:lnTo>
                  <a:pt x="3653" y="6221"/>
                </a:lnTo>
                <a:lnTo>
                  <a:pt x="3652" y="6221"/>
                </a:lnTo>
                <a:lnTo>
                  <a:pt x="3650" y="6221"/>
                </a:lnTo>
                <a:lnTo>
                  <a:pt x="3649" y="6221"/>
                </a:lnTo>
                <a:lnTo>
                  <a:pt x="3649" y="6222"/>
                </a:lnTo>
                <a:lnTo>
                  <a:pt x="3649" y="6223"/>
                </a:lnTo>
                <a:lnTo>
                  <a:pt x="3648" y="6223"/>
                </a:lnTo>
                <a:lnTo>
                  <a:pt x="3647" y="6224"/>
                </a:lnTo>
                <a:lnTo>
                  <a:pt x="3647" y="6225"/>
                </a:lnTo>
                <a:lnTo>
                  <a:pt x="3646" y="6225"/>
                </a:lnTo>
                <a:lnTo>
                  <a:pt x="3645" y="6225"/>
                </a:lnTo>
                <a:lnTo>
                  <a:pt x="3645" y="6226"/>
                </a:lnTo>
                <a:lnTo>
                  <a:pt x="3644" y="6226"/>
                </a:lnTo>
                <a:lnTo>
                  <a:pt x="3643" y="6226"/>
                </a:lnTo>
                <a:lnTo>
                  <a:pt x="3642" y="6226"/>
                </a:lnTo>
                <a:lnTo>
                  <a:pt x="3641" y="6226"/>
                </a:lnTo>
                <a:lnTo>
                  <a:pt x="3641" y="6225"/>
                </a:lnTo>
                <a:lnTo>
                  <a:pt x="3640" y="6225"/>
                </a:lnTo>
                <a:lnTo>
                  <a:pt x="3639" y="6225"/>
                </a:lnTo>
                <a:lnTo>
                  <a:pt x="3638" y="6224"/>
                </a:lnTo>
                <a:lnTo>
                  <a:pt x="3637" y="6224"/>
                </a:lnTo>
                <a:lnTo>
                  <a:pt x="3637" y="6225"/>
                </a:lnTo>
                <a:lnTo>
                  <a:pt x="3636" y="6225"/>
                </a:lnTo>
                <a:lnTo>
                  <a:pt x="3635" y="6225"/>
                </a:lnTo>
                <a:lnTo>
                  <a:pt x="3634" y="6225"/>
                </a:lnTo>
                <a:lnTo>
                  <a:pt x="3634" y="6226"/>
                </a:lnTo>
                <a:lnTo>
                  <a:pt x="3633" y="6226"/>
                </a:lnTo>
                <a:lnTo>
                  <a:pt x="3633" y="6227"/>
                </a:lnTo>
                <a:lnTo>
                  <a:pt x="3632" y="6227"/>
                </a:lnTo>
                <a:lnTo>
                  <a:pt x="3631" y="6228"/>
                </a:lnTo>
                <a:lnTo>
                  <a:pt x="3630" y="6228"/>
                </a:lnTo>
                <a:lnTo>
                  <a:pt x="3629" y="6228"/>
                </a:lnTo>
                <a:lnTo>
                  <a:pt x="3628" y="6228"/>
                </a:lnTo>
                <a:lnTo>
                  <a:pt x="3627" y="6229"/>
                </a:lnTo>
                <a:lnTo>
                  <a:pt x="3626" y="6229"/>
                </a:lnTo>
                <a:lnTo>
                  <a:pt x="3627" y="6228"/>
                </a:lnTo>
                <a:lnTo>
                  <a:pt x="3626" y="6228"/>
                </a:lnTo>
                <a:lnTo>
                  <a:pt x="3626" y="6227"/>
                </a:lnTo>
                <a:lnTo>
                  <a:pt x="3626" y="6226"/>
                </a:lnTo>
                <a:lnTo>
                  <a:pt x="3626" y="6227"/>
                </a:lnTo>
                <a:lnTo>
                  <a:pt x="3626" y="6226"/>
                </a:lnTo>
                <a:lnTo>
                  <a:pt x="3625" y="6226"/>
                </a:lnTo>
                <a:lnTo>
                  <a:pt x="3624" y="6226"/>
                </a:lnTo>
                <a:lnTo>
                  <a:pt x="3624" y="6225"/>
                </a:lnTo>
                <a:lnTo>
                  <a:pt x="3623" y="6225"/>
                </a:lnTo>
                <a:lnTo>
                  <a:pt x="3623" y="6224"/>
                </a:lnTo>
                <a:lnTo>
                  <a:pt x="3622" y="6224"/>
                </a:lnTo>
                <a:lnTo>
                  <a:pt x="3621" y="6224"/>
                </a:lnTo>
                <a:lnTo>
                  <a:pt x="3621" y="6223"/>
                </a:lnTo>
                <a:lnTo>
                  <a:pt x="3620" y="6223"/>
                </a:lnTo>
                <a:lnTo>
                  <a:pt x="3620" y="6222"/>
                </a:lnTo>
                <a:lnTo>
                  <a:pt x="3619" y="6221"/>
                </a:lnTo>
                <a:lnTo>
                  <a:pt x="3619" y="6220"/>
                </a:lnTo>
                <a:lnTo>
                  <a:pt x="3619" y="6219"/>
                </a:lnTo>
                <a:lnTo>
                  <a:pt x="3618" y="6219"/>
                </a:lnTo>
                <a:lnTo>
                  <a:pt x="3617" y="6219"/>
                </a:lnTo>
                <a:lnTo>
                  <a:pt x="3616" y="6219"/>
                </a:lnTo>
                <a:lnTo>
                  <a:pt x="3615" y="6219"/>
                </a:lnTo>
                <a:lnTo>
                  <a:pt x="3614" y="6219"/>
                </a:lnTo>
                <a:lnTo>
                  <a:pt x="3613" y="6219"/>
                </a:lnTo>
                <a:lnTo>
                  <a:pt x="3612" y="6219"/>
                </a:lnTo>
                <a:lnTo>
                  <a:pt x="3611" y="6219"/>
                </a:lnTo>
                <a:lnTo>
                  <a:pt x="3610" y="6219"/>
                </a:lnTo>
                <a:lnTo>
                  <a:pt x="3609" y="6219"/>
                </a:lnTo>
                <a:lnTo>
                  <a:pt x="3608" y="6219"/>
                </a:lnTo>
                <a:lnTo>
                  <a:pt x="3607" y="6219"/>
                </a:lnTo>
                <a:lnTo>
                  <a:pt x="3606" y="6219"/>
                </a:lnTo>
                <a:lnTo>
                  <a:pt x="3605" y="6219"/>
                </a:lnTo>
                <a:lnTo>
                  <a:pt x="3604" y="6219"/>
                </a:lnTo>
                <a:lnTo>
                  <a:pt x="3604" y="6218"/>
                </a:lnTo>
                <a:lnTo>
                  <a:pt x="3603" y="6218"/>
                </a:lnTo>
                <a:lnTo>
                  <a:pt x="3602" y="6218"/>
                </a:lnTo>
                <a:lnTo>
                  <a:pt x="3600" y="6218"/>
                </a:lnTo>
                <a:lnTo>
                  <a:pt x="3600" y="6219"/>
                </a:lnTo>
                <a:lnTo>
                  <a:pt x="3600" y="6218"/>
                </a:lnTo>
                <a:lnTo>
                  <a:pt x="3600" y="6219"/>
                </a:lnTo>
                <a:lnTo>
                  <a:pt x="3599" y="6219"/>
                </a:lnTo>
                <a:lnTo>
                  <a:pt x="3599" y="6218"/>
                </a:lnTo>
                <a:lnTo>
                  <a:pt x="3599" y="6219"/>
                </a:lnTo>
                <a:lnTo>
                  <a:pt x="3599" y="6218"/>
                </a:lnTo>
                <a:lnTo>
                  <a:pt x="3598" y="6218"/>
                </a:lnTo>
                <a:lnTo>
                  <a:pt x="3598" y="6219"/>
                </a:lnTo>
                <a:lnTo>
                  <a:pt x="3597" y="6219"/>
                </a:lnTo>
                <a:lnTo>
                  <a:pt x="3596" y="6219"/>
                </a:lnTo>
                <a:lnTo>
                  <a:pt x="3594" y="6219"/>
                </a:lnTo>
                <a:lnTo>
                  <a:pt x="3593" y="6219"/>
                </a:lnTo>
                <a:lnTo>
                  <a:pt x="3592" y="6219"/>
                </a:lnTo>
                <a:lnTo>
                  <a:pt x="3591" y="6219"/>
                </a:lnTo>
                <a:lnTo>
                  <a:pt x="3590" y="6219"/>
                </a:lnTo>
                <a:lnTo>
                  <a:pt x="3589" y="6219"/>
                </a:lnTo>
                <a:lnTo>
                  <a:pt x="3589" y="6220"/>
                </a:lnTo>
                <a:lnTo>
                  <a:pt x="3586" y="6220"/>
                </a:lnTo>
                <a:lnTo>
                  <a:pt x="3585" y="6220"/>
                </a:lnTo>
                <a:lnTo>
                  <a:pt x="3584" y="6220"/>
                </a:lnTo>
                <a:lnTo>
                  <a:pt x="3584" y="6221"/>
                </a:lnTo>
                <a:lnTo>
                  <a:pt x="3583" y="6221"/>
                </a:lnTo>
                <a:lnTo>
                  <a:pt x="3584" y="6221"/>
                </a:lnTo>
                <a:lnTo>
                  <a:pt x="3583" y="6221"/>
                </a:lnTo>
                <a:lnTo>
                  <a:pt x="3583" y="6222"/>
                </a:lnTo>
                <a:lnTo>
                  <a:pt x="3583" y="6223"/>
                </a:lnTo>
                <a:lnTo>
                  <a:pt x="3582" y="6223"/>
                </a:lnTo>
                <a:lnTo>
                  <a:pt x="3583" y="6223"/>
                </a:lnTo>
                <a:lnTo>
                  <a:pt x="3583" y="6222"/>
                </a:lnTo>
                <a:lnTo>
                  <a:pt x="3582" y="6222"/>
                </a:lnTo>
                <a:lnTo>
                  <a:pt x="3582" y="6221"/>
                </a:lnTo>
                <a:lnTo>
                  <a:pt x="3581" y="6222"/>
                </a:lnTo>
                <a:lnTo>
                  <a:pt x="3580" y="6222"/>
                </a:lnTo>
                <a:lnTo>
                  <a:pt x="3579" y="6222"/>
                </a:lnTo>
                <a:lnTo>
                  <a:pt x="3578" y="6222"/>
                </a:lnTo>
                <a:lnTo>
                  <a:pt x="3578" y="6221"/>
                </a:lnTo>
                <a:lnTo>
                  <a:pt x="3578" y="6222"/>
                </a:lnTo>
                <a:lnTo>
                  <a:pt x="3578" y="6221"/>
                </a:lnTo>
                <a:lnTo>
                  <a:pt x="3576" y="6221"/>
                </a:lnTo>
                <a:lnTo>
                  <a:pt x="3575" y="6221"/>
                </a:lnTo>
                <a:lnTo>
                  <a:pt x="3574" y="6221"/>
                </a:lnTo>
                <a:lnTo>
                  <a:pt x="3573" y="6221"/>
                </a:lnTo>
                <a:lnTo>
                  <a:pt x="3572" y="6221"/>
                </a:lnTo>
                <a:lnTo>
                  <a:pt x="3571" y="6222"/>
                </a:lnTo>
                <a:lnTo>
                  <a:pt x="3571" y="6221"/>
                </a:lnTo>
                <a:lnTo>
                  <a:pt x="3570" y="6221"/>
                </a:lnTo>
                <a:lnTo>
                  <a:pt x="3570" y="6220"/>
                </a:lnTo>
                <a:lnTo>
                  <a:pt x="3569" y="6220"/>
                </a:lnTo>
                <a:lnTo>
                  <a:pt x="3568" y="6220"/>
                </a:lnTo>
                <a:lnTo>
                  <a:pt x="3568" y="6219"/>
                </a:lnTo>
                <a:lnTo>
                  <a:pt x="3567" y="6219"/>
                </a:lnTo>
                <a:lnTo>
                  <a:pt x="3566" y="6219"/>
                </a:lnTo>
                <a:lnTo>
                  <a:pt x="3565" y="6219"/>
                </a:lnTo>
                <a:lnTo>
                  <a:pt x="3564" y="6219"/>
                </a:lnTo>
                <a:lnTo>
                  <a:pt x="3563" y="6219"/>
                </a:lnTo>
                <a:lnTo>
                  <a:pt x="3562" y="6219"/>
                </a:lnTo>
                <a:lnTo>
                  <a:pt x="3561" y="6219"/>
                </a:lnTo>
                <a:lnTo>
                  <a:pt x="3561" y="6218"/>
                </a:lnTo>
                <a:lnTo>
                  <a:pt x="3559" y="6218"/>
                </a:lnTo>
                <a:lnTo>
                  <a:pt x="3558" y="6218"/>
                </a:lnTo>
                <a:lnTo>
                  <a:pt x="3558" y="6217"/>
                </a:lnTo>
                <a:lnTo>
                  <a:pt x="3558" y="6218"/>
                </a:lnTo>
                <a:lnTo>
                  <a:pt x="3558" y="6217"/>
                </a:lnTo>
                <a:lnTo>
                  <a:pt x="3558" y="6218"/>
                </a:lnTo>
                <a:lnTo>
                  <a:pt x="3557" y="6218"/>
                </a:lnTo>
                <a:lnTo>
                  <a:pt x="3556" y="6218"/>
                </a:lnTo>
                <a:lnTo>
                  <a:pt x="3555" y="6218"/>
                </a:lnTo>
                <a:lnTo>
                  <a:pt x="3555" y="6219"/>
                </a:lnTo>
                <a:lnTo>
                  <a:pt x="3554" y="6219"/>
                </a:lnTo>
                <a:lnTo>
                  <a:pt x="3554" y="6220"/>
                </a:lnTo>
                <a:lnTo>
                  <a:pt x="3553" y="6220"/>
                </a:lnTo>
                <a:lnTo>
                  <a:pt x="3552" y="6220"/>
                </a:lnTo>
                <a:lnTo>
                  <a:pt x="3551" y="6220"/>
                </a:lnTo>
                <a:lnTo>
                  <a:pt x="3550" y="6220"/>
                </a:lnTo>
                <a:lnTo>
                  <a:pt x="3550" y="6219"/>
                </a:lnTo>
                <a:lnTo>
                  <a:pt x="3549" y="6219"/>
                </a:lnTo>
                <a:lnTo>
                  <a:pt x="3548" y="6219"/>
                </a:lnTo>
                <a:lnTo>
                  <a:pt x="3547" y="6219"/>
                </a:lnTo>
                <a:lnTo>
                  <a:pt x="3548" y="6219"/>
                </a:lnTo>
                <a:lnTo>
                  <a:pt x="3548" y="6220"/>
                </a:lnTo>
                <a:lnTo>
                  <a:pt x="3547" y="6220"/>
                </a:lnTo>
                <a:lnTo>
                  <a:pt x="3545" y="6220"/>
                </a:lnTo>
                <a:lnTo>
                  <a:pt x="3544" y="6220"/>
                </a:lnTo>
                <a:lnTo>
                  <a:pt x="3544" y="6221"/>
                </a:lnTo>
                <a:lnTo>
                  <a:pt x="3539" y="6221"/>
                </a:lnTo>
                <a:lnTo>
                  <a:pt x="3538" y="6221"/>
                </a:lnTo>
                <a:lnTo>
                  <a:pt x="3538" y="6220"/>
                </a:lnTo>
                <a:lnTo>
                  <a:pt x="3537" y="6220"/>
                </a:lnTo>
                <a:lnTo>
                  <a:pt x="3536" y="6220"/>
                </a:lnTo>
                <a:lnTo>
                  <a:pt x="3536" y="6221"/>
                </a:lnTo>
                <a:lnTo>
                  <a:pt x="3535" y="6221"/>
                </a:lnTo>
                <a:lnTo>
                  <a:pt x="3534" y="6221"/>
                </a:lnTo>
                <a:lnTo>
                  <a:pt x="3534" y="6222"/>
                </a:lnTo>
                <a:lnTo>
                  <a:pt x="3534" y="6221"/>
                </a:lnTo>
                <a:lnTo>
                  <a:pt x="3534" y="6222"/>
                </a:lnTo>
                <a:lnTo>
                  <a:pt x="3533" y="6222"/>
                </a:lnTo>
                <a:lnTo>
                  <a:pt x="3533" y="6221"/>
                </a:lnTo>
                <a:lnTo>
                  <a:pt x="3533" y="6222"/>
                </a:lnTo>
                <a:lnTo>
                  <a:pt x="3533" y="6221"/>
                </a:lnTo>
                <a:lnTo>
                  <a:pt x="3533" y="6222"/>
                </a:lnTo>
                <a:lnTo>
                  <a:pt x="3532" y="6222"/>
                </a:lnTo>
                <a:lnTo>
                  <a:pt x="3532" y="6223"/>
                </a:lnTo>
                <a:lnTo>
                  <a:pt x="3531" y="6223"/>
                </a:lnTo>
                <a:lnTo>
                  <a:pt x="3530" y="6223"/>
                </a:lnTo>
                <a:lnTo>
                  <a:pt x="3529" y="6223"/>
                </a:lnTo>
                <a:lnTo>
                  <a:pt x="3528" y="6223"/>
                </a:lnTo>
                <a:lnTo>
                  <a:pt x="3527" y="6223"/>
                </a:lnTo>
                <a:lnTo>
                  <a:pt x="3526" y="6223"/>
                </a:lnTo>
                <a:lnTo>
                  <a:pt x="3526" y="6224"/>
                </a:lnTo>
                <a:lnTo>
                  <a:pt x="3525" y="6224"/>
                </a:lnTo>
                <a:lnTo>
                  <a:pt x="3525" y="6223"/>
                </a:lnTo>
                <a:lnTo>
                  <a:pt x="3524" y="6223"/>
                </a:lnTo>
                <a:lnTo>
                  <a:pt x="3524" y="6224"/>
                </a:lnTo>
                <a:lnTo>
                  <a:pt x="3523" y="6224"/>
                </a:lnTo>
                <a:lnTo>
                  <a:pt x="3522" y="6224"/>
                </a:lnTo>
                <a:lnTo>
                  <a:pt x="3522" y="6225"/>
                </a:lnTo>
                <a:lnTo>
                  <a:pt x="3522" y="6224"/>
                </a:lnTo>
                <a:lnTo>
                  <a:pt x="3522" y="6225"/>
                </a:lnTo>
                <a:lnTo>
                  <a:pt x="3521" y="6225"/>
                </a:lnTo>
                <a:lnTo>
                  <a:pt x="3520" y="6225"/>
                </a:lnTo>
                <a:lnTo>
                  <a:pt x="3520" y="6226"/>
                </a:lnTo>
                <a:lnTo>
                  <a:pt x="3519" y="6226"/>
                </a:lnTo>
                <a:lnTo>
                  <a:pt x="3519" y="6227"/>
                </a:lnTo>
                <a:lnTo>
                  <a:pt x="3518" y="6227"/>
                </a:lnTo>
                <a:lnTo>
                  <a:pt x="3517" y="6227"/>
                </a:lnTo>
                <a:lnTo>
                  <a:pt x="3517" y="6228"/>
                </a:lnTo>
                <a:lnTo>
                  <a:pt x="3517" y="6227"/>
                </a:lnTo>
                <a:lnTo>
                  <a:pt x="3516" y="6227"/>
                </a:lnTo>
                <a:lnTo>
                  <a:pt x="3516" y="6228"/>
                </a:lnTo>
                <a:lnTo>
                  <a:pt x="3515" y="6228"/>
                </a:lnTo>
                <a:lnTo>
                  <a:pt x="3516" y="6228"/>
                </a:lnTo>
                <a:lnTo>
                  <a:pt x="3515" y="6228"/>
                </a:lnTo>
                <a:lnTo>
                  <a:pt x="3515" y="6229"/>
                </a:lnTo>
                <a:lnTo>
                  <a:pt x="3515" y="6228"/>
                </a:lnTo>
                <a:lnTo>
                  <a:pt x="3514" y="6228"/>
                </a:lnTo>
                <a:lnTo>
                  <a:pt x="3514" y="6229"/>
                </a:lnTo>
                <a:lnTo>
                  <a:pt x="3513" y="6229"/>
                </a:lnTo>
                <a:lnTo>
                  <a:pt x="3513" y="6230"/>
                </a:lnTo>
                <a:lnTo>
                  <a:pt x="3512" y="6230"/>
                </a:lnTo>
                <a:lnTo>
                  <a:pt x="3512" y="6231"/>
                </a:lnTo>
                <a:lnTo>
                  <a:pt x="3511" y="6231"/>
                </a:lnTo>
                <a:lnTo>
                  <a:pt x="3510" y="6231"/>
                </a:lnTo>
                <a:lnTo>
                  <a:pt x="3508" y="6231"/>
                </a:lnTo>
                <a:lnTo>
                  <a:pt x="3508" y="6232"/>
                </a:lnTo>
                <a:lnTo>
                  <a:pt x="3507" y="6232"/>
                </a:lnTo>
                <a:lnTo>
                  <a:pt x="3506" y="6232"/>
                </a:lnTo>
                <a:lnTo>
                  <a:pt x="3505" y="6232"/>
                </a:lnTo>
                <a:lnTo>
                  <a:pt x="3505" y="6233"/>
                </a:lnTo>
                <a:lnTo>
                  <a:pt x="3504" y="6233"/>
                </a:lnTo>
                <a:lnTo>
                  <a:pt x="3503" y="6233"/>
                </a:lnTo>
                <a:lnTo>
                  <a:pt x="3502" y="6233"/>
                </a:lnTo>
                <a:lnTo>
                  <a:pt x="3501" y="6233"/>
                </a:lnTo>
                <a:lnTo>
                  <a:pt x="3500" y="6233"/>
                </a:lnTo>
                <a:lnTo>
                  <a:pt x="3500" y="6232"/>
                </a:lnTo>
                <a:lnTo>
                  <a:pt x="3500" y="6233"/>
                </a:lnTo>
                <a:lnTo>
                  <a:pt x="3499" y="6233"/>
                </a:lnTo>
                <a:lnTo>
                  <a:pt x="3498" y="6233"/>
                </a:lnTo>
                <a:lnTo>
                  <a:pt x="3497" y="6233"/>
                </a:lnTo>
                <a:lnTo>
                  <a:pt x="3497" y="6234"/>
                </a:lnTo>
                <a:lnTo>
                  <a:pt x="3496" y="6234"/>
                </a:lnTo>
                <a:lnTo>
                  <a:pt x="3495" y="6234"/>
                </a:lnTo>
                <a:lnTo>
                  <a:pt x="3495" y="6235"/>
                </a:lnTo>
                <a:lnTo>
                  <a:pt x="3495" y="6236"/>
                </a:lnTo>
                <a:lnTo>
                  <a:pt x="3494" y="6236"/>
                </a:lnTo>
                <a:lnTo>
                  <a:pt x="3493" y="6236"/>
                </a:lnTo>
                <a:lnTo>
                  <a:pt x="3493" y="6237"/>
                </a:lnTo>
                <a:lnTo>
                  <a:pt x="3493" y="6238"/>
                </a:lnTo>
                <a:lnTo>
                  <a:pt x="3493" y="6239"/>
                </a:lnTo>
                <a:lnTo>
                  <a:pt x="3493" y="6240"/>
                </a:lnTo>
                <a:lnTo>
                  <a:pt x="3494" y="6240"/>
                </a:lnTo>
                <a:lnTo>
                  <a:pt x="3495" y="6240"/>
                </a:lnTo>
                <a:lnTo>
                  <a:pt x="3495" y="6241"/>
                </a:lnTo>
                <a:lnTo>
                  <a:pt x="3494" y="6241"/>
                </a:lnTo>
                <a:lnTo>
                  <a:pt x="3494" y="6242"/>
                </a:lnTo>
                <a:lnTo>
                  <a:pt x="3494" y="6241"/>
                </a:lnTo>
                <a:lnTo>
                  <a:pt x="3494" y="6242"/>
                </a:lnTo>
                <a:lnTo>
                  <a:pt x="3493" y="6242"/>
                </a:lnTo>
                <a:lnTo>
                  <a:pt x="3492" y="6242"/>
                </a:lnTo>
                <a:lnTo>
                  <a:pt x="3491" y="6242"/>
                </a:lnTo>
                <a:lnTo>
                  <a:pt x="3491" y="6241"/>
                </a:lnTo>
                <a:lnTo>
                  <a:pt x="3490" y="6241"/>
                </a:lnTo>
                <a:lnTo>
                  <a:pt x="3489" y="6241"/>
                </a:lnTo>
                <a:lnTo>
                  <a:pt x="3489" y="6240"/>
                </a:lnTo>
                <a:lnTo>
                  <a:pt x="3488" y="6240"/>
                </a:lnTo>
                <a:lnTo>
                  <a:pt x="3487" y="6240"/>
                </a:lnTo>
                <a:lnTo>
                  <a:pt x="3487" y="6241"/>
                </a:lnTo>
                <a:lnTo>
                  <a:pt x="3486" y="6241"/>
                </a:lnTo>
                <a:lnTo>
                  <a:pt x="3486" y="6242"/>
                </a:lnTo>
                <a:lnTo>
                  <a:pt x="3485" y="6242"/>
                </a:lnTo>
                <a:lnTo>
                  <a:pt x="3485" y="6241"/>
                </a:lnTo>
                <a:lnTo>
                  <a:pt x="3484" y="6241"/>
                </a:lnTo>
                <a:lnTo>
                  <a:pt x="3484" y="6242"/>
                </a:lnTo>
                <a:lnTo>
                  <a:pt x="3484" y="6243"/>
                </a:lnTo>
                <a:lnTo>
                  <a:pt x="3484" y="6244"/>
                </a:lnTo>
                <a:lnTo>
                  <a:pt x="3483" y="6244"/>
                </a:lnTo>
                <a:lnTo>
                  <a:pt x="3482" y="6244"/>
                </a:lnTo>
                <a:lnTo>
                  <a:pt x="3482" y="6243"/>
                </a:lnTo>
                <a:lnTo>
                  <a:pt x="3482" y="6242"/>
                </a:lnTo>
                <a:lnTo>
                  <a:pt x="3482" y="6241"/>
                </a:lnTo>
                <a:lnTo>
                  <a:pt x="3481" y="6241"/>
                </a:lnTo>
                <a:lnTo>
                  <a:pt x="3481" y="6242"/>
                </a:lnTo>
                <a:lnTo>
                  <a:pt x="3480" y="6242"/>
                </a:lnTo>
                <a:lnTo>
                  <a:pt x="3480" y="6243"/>
                </a:lnTo>
                <a:lnTo>
                  <a:pt x="3481" y="6243"/>
                </a:lnTo>
                <a:lnTo>
                  <a:pt x="3482" y="6243"/>
                </a:lnTo>
                <a:lnTo>
                  <a:pt x="3482" y="6244"/>
                </a:lnTo>
                <a:lnTo>
                  <a:pt x="3481" y="6244"/>
                </a:lnTo>
                <a:lnTo>
                  <a:pt x="3481" y="6245"/>
                </a:lnTo>
                <a:lnTo>
                  <a:pt x="3480" y="6245"/>
                </a:lnTo>
                <a:lnTo>
                  <a:pt x="3479" y="6245"/>
                </a:lnTo>
                <a:lnTo>
                  <a:pt x="3479" y="6246"/>
                </a:lnTo>
                <a:lnTo>
                  <a:pt x="3479" y="6247"/>
                </a:lnTo>
                <a:lnTo>
                  <a:pt x="3478" y="6247"/>
                </a:lnTo>
                <a:lnTo>
                  <a:pt x="3478" y="6246"/>
                </a:lnTo>
                <a:lnTo>
                  <a:pt x="3479" y="6245"/>
                </a:lnTo>
                <a:lnTo>
                  <a:pt x="3479" y="6244"/>
                </a:lnTo>
                <a:lnTo>
                  <a:pt x="3479" y="6243"/>
                </a:lnTo>
                <a:lnTo>
                  <a:pt x="3478" y="6243"/>
                </a:lnTo>
                <a:lnTo>
                  <a:pt x="3478" y="6244"/>
                </a:lnTo>
                <a:lnTo>
                  <a:pt x="3478" y="6245"/>
                </a:lnTo>
                <a:lnTo>
                  <a:pt x="3477" y="6245"/>
                </a:lnTo>
                <a:lnTo>
                  <a:pt x="3476" y="6245"/>
                </a:lnTo>
                <a:lnTo>
                  <a:pt x="3476" y="6244"/>
                </a:lnTo>
                <a:lnTo>
                  <a:pt x="3475" y="6244"/>
                </a:lnTo>
                <a:lnTo>
                  <a:pt x="3475" y="6245"/>
                </a:lnTo>
                <a:lnTo>
                  <a:pt x="3475" y="6246"/>
                </a:lnTo>
                <a:lnTo>
                  <a:pt x="3475" y="6247"/>
                </a:lnTo>
                <a:lnTo>
                  <a:pt x="3474" y="6247"/>
                </a:lnTo>
                <a:lnTo>
                  <a:pt x="3473" y="6247"/>
                </a:lnTo>
                <a:lnTo>
                  <a:pt x="3472" y="6247"/>
                </a:lnTo>
                <a:lnTo>
                  <a:pt x="3472" y="6248"/>
                </a:lnTo>
                <a:lnTo>
                  <a:pt x="3471" y="6248"/>
                </a:lnTo>
                <a:lnTo>
                  <a:pt x="3470" y="6248"/>
                </a:lnTo>
                <a:lnTo>
                  <a:pt x="3470" y="6249"/>
                </a:lnTo>
                <a:lnTo>
                  <a:pt x="3469" y="6249"/>
                </a:lnTo>
                <a:lnTo>
                  <a:pt x="3469" y="6250"/>
                </a:lnTo>
                <a:lnTo>
                  <a:pt x="3470" y="6250"/>
                </a:lnTo>
                <a:lnTo>
                  <a:pt x="3470" y="6251"/>
                </a:lnTo>
                <a:lnTo>
                  <a:pt x="3469" y="6251"/>
                </a:lnTo>
                <a:lnTo>
                  <a:pt x="3469" y="6252"/>
                </a:lnTo>
                <a:lnTo>
                  <a:pt x="3470" y="6252"/>
                </a:lnTo>
                <a:lnTo>
                  <a:pt x="3469" y="6253"/>
                </a:lnTo>
                <a:lnTo>
                  <a:pt x="3468" y="6253"/>
                </a:lnTo>
                <a:lnTo>
                  <a:pt x="3467" y="6253"/>
                </a:lnTo>
                <a:lnTo>
                  <a:pt x="3466" y="6253"/>
                </a:lnTo>
                <a:lnTo>
                  <a:pt x="3466" y="6254"/>
                </a:lnTo>
                <a:lnTo>
                  <a:pt x="3466" y="6255"/>
                </a:lnTo>
                <a:lnTo>
                  <a:pt x="3465" y="6254"/>
                </a:lnTo>
                <a:lnTo>
                  <a:pt x="3464" y="6254"/>
                </a:lnTo>
                <a:lnTo>
                  <a:pt x="3464" y="6255"/>
                </a:lnTo>
                <a:lnTo>
                  <a:pt x="3463" y="6255"/>
                </a:lnTo>
                <a:lnTo>
                  <a:pt x="3462" y="6255"/>
                </a:lnTo>
                <a:lnTo>
                  <a:pt x="3461" y="6256"/>
                </a:lnTo>
                <a:lnTo>
                  <a:pt x="3462" y="6256"/>
                </a:lnTo>
                <a:lnTo>
                  <a:pt x="3461" y="6256"/>
                </a:lnTo>
                <a:lnTo>
                  <a:pt x="3461" y="6257"/>
                </a:lnTo>
                <a:lnTo>
                  <a:pt x="3460" y="6257"/>
                </a:lnTo>
                <a:lnTo>
                  <a:pt x="3460" y="6258"/>
                </a:lnTo>
                <a:lnTo>
                  <a:pt x="3459" y="6258"/>
                </a:lnTo>
                <a:lnTo>
                  <a:pt x="3459" y="6257"/>
                </a:lnTo>
                <a:lnTo>
                  <a:pt x="3458" y="6257"/>
                </a:lnTo>
                <a:lnTo>
                  <a:pt x="3458" y="6258"/>
                </a:lnTo>
                <a:lnTo>
                  <a:pt x="3457" y="6258"/>
                </a:lnTo>
                <a:lnTo>
                  <a:pt x="3457" y="6259"/>
                </a:lnTo>
                <a:lnTo>
                  <a:pt x="3458" y="6259"/>
                </a:lnTo>
                <a:lnTo>
                  <a:pt x="3459" y="6259"/>
                </a:lnTo>
                <a:lnTo>
                  <a:pt x="3459" y="6260"/>
                </a:lnTo>
                <a:lnTo>
                  <a:pt x="3460" y="6260"/>
                </a:lnTo>
                <a:lnTo>
                  <a:pt x="3459" y="6260"/>
                </a:lnTo>
                <a:lnTo>
                  <a:pt x="3459" y="6261"/>
                </a:lnTo>
                <a:lnTo>
                  <a:pt x="3458" y="6261"/>
                </a:lnTo>
                <a:lnTo>
                  <a:pt x="3457" y="6261"/>
                </a:lnTo>
                <a:lnTo>
                  <a:pt x="3456" y="6261"/>
                </a:lnTo>
                <a:lnTo>
                  <a:pt x="3456" y="6260"/>
                </a:lnTo>
                <a:lnTo>
                  <a:pt x="3455" y="6260"/>
                </a:lnTo>
                <a:lnTo>
                  <a:pt x="3454" y="6260"/>
                </a:lnTo>
                <a:lnTo>
                  <a:pt x="3454" y="6259"/>
                </a:lnTo>
                <a:lnTo>
                  <a:pt x="3455" y="6259"/>
                </a:lnTo>
                <a:lnTo>
                  <a:pt x="3455" y="6258"/>
                </a:lnTo>
                <a:lnTo>
                  <a:pt x="3454" y="6258"/>
                </a:lnTo>
                <a:lnTo>
                  <a:pt x="3453" y="6258"/>
                </a:lnTo>
                <a:lnTo>
                  <a:pt x="3453" y="6259"/>
                </a:lnTo>
                <a:lnTo>
                  <a:pt x="3453" y="6260"/>
                </a:lnTo>
                <a:lnTo>
                  <a:pt x="3453" y="6261"/>
                </a:lnTo>
                <a:lnTo>
                  <a:pt x="3452" y="6262"/>
                </a:lnTo>
                <a:lnTo>
                  <a:pt x="3452" y="6261"/>
                </a:lnTo>
                <a:lnTo>
                  <a:pt x="3451" y="6261"/>
                </a:lnTo>
                <a:lnTo>
                  <a:pt x="3451" y="6262"/>
                </a:lnTo>
                <a:lnTo>
                  <a:pt x="3450" y="6262"/>
                </a:lnTo>
                <a:lnTo>
                  <a:pt x="3451" y="6262"/>
                </a:lnTo>
                <a:lnTo>
                  <a:pt x="3450" y="6262"/>
                </a:lnTo>
                <a:lnTo>
                  <a:pt x="3450" y="6263"/>
                </a:lnTo>
                <a:lnTo>
                  <a:pt x="3449" y="6263"/>
                </a:lnTo>
                <a:lnTo>
                  <a:pt x="3449" y="6262"/>
                </a:lnTo>
                <a:lnTo>
                  <a:pt x="3449" y="6261"/>
                </a:lnTo>
                <a:lnTo>
                  <a:pt x="3449" y="6260"/>
                </a:lnTo>
                <a:lnTo>
                  <a:pt x="3448" y="6260"/>
                </a:lnTo>
                <a:lnTo>
                  <a:pt x="3448" y="6261"/>
                </a:lnTo>
                <a:lnTo>
                  <a:pt x="3448" y="6262"/>
                </a:lnTo>
                <a:lnTo>
                  <a:pt x="3447" y="6262"/>
                </a:lnTo>
                <a:lnTo>
                  <a:pt x="3447" y="6263"/>
                </a:lnTo>
                <a:lnTo>
                  <a:pt x="3447" y="6264"/>
                </a:lnTo>
                <a:lnTo>
                  <a:pt x="3447" y="6265"/>
                </a:lnTo>
                <a:lnTo>
                  <a:pt x="3446" y="6265"/>
                </a:lnTo>
                <a:lnTo>
                  <a:pt x="3445" y="6264"/>
                </a:lnTo>
                <a:lnTo>
                  <a:pt x="3445" y="6263"/>
                </a:lnTo>
                <a:lnTo>
                  <a:pt x="3445" y="6262"/>
                </a:lnTo>
                <a:lnTo>
                  <a:pt x="3445" y="6261"/>
                </a:lnTo>
                <a:lnTo>
                  <a:pt x="3445" y="6260"/>
                </a:lnTo>
                <a:lnTo>
                  <a:pt x="3445" y="6259"/>
                </a:lnTo>
                <a:lnTo>
                  <a:pt x="3444" y="6259"/>
                </a:lnTo>
                <a:lnTo>
                  <a:pt x="3444" y="6258"/>
                </a:lnTo>
                <a:lnTo>
                  <a:pt x="3444" y="6257"/>
                </a:lnTo>
                <a:lnTo>
                  <a:pt x="3443" y="6257"/>
                </a:lnTo>
                <a:lnTo>
                  <a:pt x="3442" y="6257"/>
                </a:lnTo>
                <a:lnTo>
                  <a:pt x="3442" y="6256"/>
                </a:lnTo>
                <a:lnTo>
                  <a:pt x="3442" y="6255"/>
                </a:lnTo>
                <a:lnTo>
                  <a:pt x="3441" y="6255"/>
                </a:lnTo>
                <a:lnTo>
                  <a:pt x="3441" y="6254"/>
                </a:lnTo>
                <a:lnTo>
                  <a:pt x="3440" y="6254"/>
                </a:lnTo>
                <a:lnTo>
                  <a:pt x="3439" y="6254"/>
                </a:lnTo>
                <a:lnTo>
                  <a:pt x="3438" y="6254"/>
                </a:lnTo>
                <a:lnTo>
                  <a:pt x="3438" y="6253"/>
                </a:lnTo>
                <a:lnTo>
                  <a:pt x="3437" y="6253"/>
                </a:lnTo>
                <a:lnTo>
                  <a:pt x="3437" y="6252"/>
                </a:lnTo>
                <a:lnTo>
                  <a:pt x="3436" y="6252"/>
                </a:lnTo>
                <a:lnTo>
                  <a:pt x="3436" y="6251"/>
                </a:lnTo>
                <a:lnTo>
                  <a:pt x="3435" y="6251"/>
                </a:lnTo>
                <a:lnTo>
                  <a:pt x="3434" y="6251"/>
                </a:lnTo>
                <a:lnTo>
                  <a:pt x="3434" y="6250"/>
                </a:lnTo>
                <a:lnTo>
                  <a:pt x="3433" y="6250"/>
                </a:lnTo>
                <a:lnTo>
                  <a:pt x="3433" y="6249"/>
                </a:lnTo>
                <a:lnTo>
                  <a:pt x="3432" y="6250"/>
                </a:lnTo>
                <a:lnTo>
                  <a:pt x="3431" y="6249"/>
                </a:lnTo>
                <a:lnTo>
                  <a:pt x="3430" y="6248"/>
                </a:lnTo>
                <a:lnTo>
                  <a:pt x="3429" y="6248"/>
                </a:lnTo>
                <a:lnTo>
                  <a:pt x="3429" y="6247"/>
                </a:lnTo>
                <a:lnTo>
                  <a:pt x="3429" y="6248"/>
                </a:lnTo>
                <a:lnTo>
                  <a:pt x="3428" y="6248"/>
                </a:lnTo>
                <a:lnTo>
                  <a:pt x="3428" y="6247"/>
                </a:lnTo>
                <a:lnTo>
                  <a:pt x="3427" y="6247"/>
                </a:lnTo>
                <a:lnTo>
                  <a:pt x="3426" y="6247"/>
                </a:lnTo>
                <a:lnTo>
                  <a:pt x="3426" y="6246"/>
                </a:lnTo>
                <a:lnTo>
                  <a:pt x="3425" y="6246"/>
                </a:lnTo>
                <a:lnTo>
                  <a:pt x="3425" y="6245"/>
                </a:lnTo>
                <a:lnTo>
                  <a:pt x="3425" y="6244"/>
                </a:lnTo>
                <a:lnTo>
                  <a:pt x="3426" y="6244"/>
                </a:lnTo>
                <a:lnTo>
                  <a:pt x="3426" y="6243"/>
                </a:lnTo>
                <a:lnTo>
                  <a:pt x="3426" y="6242"/>
                </a:lnTo>
                <a:lnTo>
                  <a:pt x="3427" y="6241"/>
                </a:lnTo>
                <a:lnTo>
                  <a:pt x="3428" y="6241"/>
                </a:lnTo>
                <a:lnTo>
                  <a:pt x="3428" y="6240"/>
                </a:lnTo>
                <a:lnTo>
                  <a:pt x="3429" y="6240"/>
                </a:lnTo>
                <a:lnTo>
                  <a:pt x="3430" y="6240"/>
                </a:lnTo>
                <a:lnTo>
                  <a:pt x="3431" y="6240"/>
                </a:lnTo>
                <a:lnTo>
                  <a:pt x="3431" y="6239"/>
                </a:lnTo>
                <a:lnTo>
                  <a:pt x="3432" y="6239"/>
                </a:lnTo>
                <a:lnTo>
                  <a:pt x="3433" y="6239"/>
                </a:lnTo>
                <a:lnTo>
                  <a:pt x="3433" y="6238"/>
                </a:lnTo>
                <a:lnTo>
                  <a:pt x="3434" y="6238"/>
                </a:lnTo>
                <a:lnTo>
                  <a:pt x="3434" y="6237"/>
                </a:lnTo>
                <a:lnTo>
                  <a:pt x="3434" y="6236"/>
                </a:lnTo>
                <a:lnTo>
                  <a:pt x="3434" y="6235"/>
                </a:lnTo>
                <a:lnTo>
                  <a:pt x="3435" y="6235"/>
                </a:lnTo>
                <a:lnTo>
                  <a:pt x="3436" y="6235"/>
                </a:lnTo>
                <a:lnTo>
                  <a:pt x="3437" y="6235"/>
                </a:lnTo>
                <a:lnTo>
                  <a:pt x="3437" y="6234"/>
                </a:lnTo>
                <a:lnTo>
                  <a:pt x="3438" y="6234"/>
                </a:lnTo>
                <a:lnTo>
                  <a:pt x="3439" y="6234"/>
                </a:lnTo>
                <a:lnTo>
                  <a:pt x="3440" y="6233"/>
                </a:lnTo>
                <a:lnTo>
                  <a:pt x="3441" y="6233"/>
                </a:lnTo>
                <a:lnTo>
                  <a:pt x="3442" y="6233"/>
                </a:lnTo>
                <a:lnTo>
                  <a:pt x="3443" y="6233"/>
                </a:lnTo>
                <a:lnTo>
                  <a:pt x="3443" y="6232"/>
                </a:lnTo>
                <a:lnTo>
                  <a:pt x="3444" y="6232"/>
                </a:lnTo>
                <a:lnTo>
                  <a:pt x="3445" y="6232"/>
                </a:lnTo>
                <a:lnTo>
                  <a:pt x="3445" y="6231"/>
                </a:lnTo>
                <a:lnTo>
                  <a:pt x="3444" y="6231"/>
                </a:lnTo>
                <a:lnTo>
                  <a:pt x="3444" y="6230"/>
                </a:lnTo>
                <a:lnTo>
                  <a:pt x="3445" y="6230"/>
                </a:lnTo>
                <a:lnTo>
                  <a:pt x="3444" y="6230"/>
                </a:lnTo>
                <a:lnTo>
                  <a:pt x="3444" y="6229"/>
                </a:lnTo>
                <a:lnTo>
                  <a:pt x="3445" y="6229"/>
                </a:lnTo>
                <a:lnTo>
                  <a:pt x="3445" y="6228"/>
                </a:lnTo>
                <a:lnTo>
                  <a:pt x="3446" y="6229"/>
                </a:lnTo>
                <a:lnTo>
                  <a:pt x="3446" y="6228"/>
                </a:lnTo>
                <a:lnTo>
                  <a:pt x="3446" y="6227"/>
                </a:lnTo>
                <a:lnTo>
                  <a:pt x="3446" y="6226"/>
                </a:lnTo>
                <a:lnTo>
                  <a:pt x="3447" y="6225"/>
                </a:lnTo>
                <a:lnTo>
                  <a:pt x="3447" y="6224"/>
                </a:lnTo>
                <a:lnTo>
                  <a:pt x="3447" y="6223"/>
                </a:lnTo>
                <a:lnTo>
                  <a:pt x="3448" y="6223"/>
                </a:lnTo>
                <a:lnTo>
                  <a:pt x="3448" y="6224"/>
                </a:lnTo>
                <a:lnTo>
                  <a:pt x="3449" y="6224"/>
                </a:lnTo>
                <a:lnTo>
                  <a:pt x="3449" y="6223"/>
                </a:lnTo>
                <a:lnTo>
                  <a:pt x="3450" y="6223"/>
                </a:lnTo>
                <a:lnTo>
                  <a:pt x="3450" y="6222"/>
                </a:lnTo>
                <a:lnTo>
                  <a:pt x="3450" y="6221"/>
                </a:lnTo>
                <a:lnTo>
                  <a:pt x="3451" y="6221"/>
                </a:lnTo>
                <a:lnTo>
                  <a:pt x="3451" y="6220"/>
                </a:lnTo>
                <a:lnTo>
                  <a:pt x="3452" y="6220"/>
                </a:lnTo>
                <a:lnTo>
                  <a:pt x="3453" y="6220"/>
                </a:lnTo>
                <a:lnTo>
                  <a:pt x="3453" y="6219"/>
                </a:lnTo>
                <a:lnTo>
                  <a:pt x="3454" y="6219"/>
                </a:lnTo>
                <a:lnTo>
                  <a:pt x="3455" y="6219"/>
                </a:lnTo>
                <a:lnTo>
                  <a:pt x="3456" y="6219"/>
                </a:lnTo>
                <a:lnTo>
                  <a:pt x="3456" y="6218"/>
                </a:lnTo>
                <a:lnTo>
                  <a:pt x="3456" y="6217"/>
                </a:lnTo>
                <a:lnTo>
                  <a:pt x="3457" y="6217"/>
                </a:lnTo>
                <a:lnTo>
                  <a:pt x="3458" y="6216"/>
                </a:lnTo>
                <a:lnTo>
                  <a:pt x="3458" y="6215"/>
                </a:lnTo>
                <a:lnTo>
                  <a:pt x="3458" y="6214"/>
                </a:lnTo>
                <a:lnTo>
                  <a:pt x="3459" y="6214"/>
                </a:lnTo>
                <a:lnTo>
                  <a:pt x="3459" y="6215"/>
                </a:lnTo>
                <a:lnTo>
                  <a:pt x="3460" y="6215"/>
                </a:lnTo>
                <a:lnTo>
                  <a:pt x="3461" y="6215"/>
                </a:lnTo>
                <a:lnTo>
                  <a:pt x="3461" y="6214"/>
                </a:lnTo>
                <a:lnTo>
                  <a:pt x="3462" y="6214"/>
                </a:lnTo>
                <a:lnTo>
                  <a:pt x="3462" y="6213"/>
                </a:lnTo>
                <a:lnTo>
                  <a:pt x="3462" y="6212"/>
                </a:lnTo>
                <a:lnTo>
                  <a:pt x="3463" y="6212"/>
                </a:lnTo>
                <a:lnTo>
                  <a:pt x="3464" y="6212"/>
                </a:lnTo>
                <a:lnTo>
                  <a:pt x="3465" y="6212"/>
                </a:lnTo>
                <a:lnTo>
                  <a:pt x="3465" y="6211"/>
                </a:lnTo>
                <a:lnTo>
                  <a:pt x="3466" y="6211"/>
                </a:lnTo>
                <a:lnTo>
                  <a:pt x="3466" y="6210"/>
                </a:lnTo>
                <a:lnTo>
                  <a:pt x="3466" y="6209"/>
                </a:lnTo>
                <a:lnTo>
                  <a:pt x="3466" y="6208"/>
                </a:lnTo>
                <a:lnTo>
                  <a:pt x="3467" y="6208"/>
                </a:lnTo>
                <a:lnTo>
                  <a:pt x="3467" y="6207"/>
                </a:lnTo>
                <a:lnTo>
                  <a:pt x="3467" y="6206"/>
                </a:lnTo>
                <a:lnTo>
                  <a:pt x="3468" y="6206"/>
                </a:lnTo>
                <a:lnTo>
                  <a:pt x="3468" y="6205"/>
                </a:lnTo>
                <a:lnTo>
                  <a:pt x="3467" y="6205"/>
                </a:lnTo>
                <a:lnTo>
                  <a:pt x="3467" y="6204"/>
                </a:lnTo>
                <a:lnTo>
                  <a:pt x="3469" y="6204"/>
                </a:lnTo>
                <a:lnTo>
                  <a:pt x="3468" y="6204"/>
                </a:lnTo>
                <a:lnTo>
                  <a:pt x="3468" y="6203"/>
                </a:lnTo>
                <a:lnTo>
                  <a:pt x="3469" y="6203"/>
                </a:lnTo>
                <a:lnTo>
                  <a:pt x="3468" y="6202"/>
                </a:lnTo>
                <a:lnTo>
                  <a:pt x="3469" y="6202"/>
                </a:lnTo>
                <a:lnTo>
                  <a:pt x="3470" y="6202"/>
                </a:lnTo>
                <a:lnTo>
                  <a:pt x="3471" y="6201"/>
                </a:lnTo>
                <a:lnTo>
                  <a:pt x="3471" y="6200"/>
                </a:lnTo>
                <a:lnTo>
                  <a:pt x="3470" y="6200"/>
                </a:lnTo>
                <a:lnTo>
                  <a:pt x="3470" y="6199"/>
                </a:lnTo>
                <a:lnTo>
                  <a:pt x="3470" y="6198"/>
                </a:lnTo>
                <a:lnTo>
                  <a:pt x="3469" y="6198"/>
                </a:lnTo>
                <a:lnTo>
                  <a:pt x="3469" y="6197"/>
                </a:lnTo>
                <a:lnTo>
                  <a:pt x="3468" y="6197"/>
                </a:lnTo>
                <a:lnTo>
                  <a:pt x="3468" y="6196"/>
                </a:lnTo>
                <a:lnTo>
                  <a:pt x="3467" y="6196"/>
                </a:lnTo>
                <a:lnTo>
                  <a:pt x="3467" y="6197"/>
                </a:lnTo>
                <a:lnTo>
                  <a:pt x="3466" y="6197"/>
                </a:lnTo>
                <a:lnTo>
                  <a:pt x="3466" y="6196"/>
                </a:lnTo>
                <a:lnTo>
                  <a:pt x="3466" y="6195"/>
                </a:lnTo>
                <a:lnTo>
                  <a:pt x="3466" y="6194"/>
                </a:lnTo>
                <a:lnTo>
                  <a:pt x="3466" y="6193"/>
                </a:lnTo>
                <a:lnTo>
                  <a:pt x="3466" y="6192"/>
                </a:lnTo>
                <a:lnTo>
                  <a:pt x="3467" y="6191"/>
                </a:lnTo>
                <a:lnTo>
                  <a:pt x="3467" y="6188"/>
                </a:lnTo>
                <a:lnTo>
                  <a:pt x="3469" y="6186"/>
                </a:lnTo>
                <a:lnTo>
                  <a:pt x="3470" y="6185"/>
                </a:lnTo>
                <a:lnTo>
                  <a:pt x="3470" y="6184"/>
                </a:lnTo>
                <a:lnTo>
                  <a:pt x="3471" y="6184"/>
                </a:lnTo>
                <a:lnTo>
                  <a:pt x="3472" y="6184"/>
                </a:lnTo>
                <a:lnTo>
                  <a:pt x="3473" y="6183"/>
                </a:lnTo>
                <a:lnTo>
                  <a:pt x="3474" y="6183"/>
                </a:lnTo>
                <a:lnTo>
                  <a:pt x="3475" y="6182"/>
                </a:lnTo>
                <a:lnTo>
                  <a:pt x="3475" y="6181"/>
                </a:lnTo>
                <a:lnTo>
                  <a:pt x="3474" y="6181"/>
                </a:lnTo>
                <a:lnTo>
                  <a:pt x="3474" y="6180"/>
                </a:lnTo>
                <a:lnTo>
                  <a:pt x="3473" y="6180"/>
                </a:lnTo>
                <a:lnTo>
                  <a:pt x="3473" y="6179"/>
                </a:lnTo>
                <a:lnTo>
                  <a:pt x="3472" y="6179"/>
                </a:lnTo>
                <a:lnTo>
                  <a:pt x="3472" y="6178"/>
                </a:lnTo>
                <a:lnTo>
                  <a:pt x="3472" y="6177"/>
                </a:lnTo>
                <a:lnTo>
                  <a:pt x="3471" y="6177"/>
                </a:lnTo>
                <a:lnTo>
                  <a:pt x="3470" y="6177"/>
                </a:lnTo>
                <a:lnTo>
                  <a:pt x="3471" y="6177"/>
                </a:lnTo>
                <a:lnTo>
                  <a:pt x="3470" y="6177"/>
                </a:lnTo>
                <a:lnTo>
                  <a:pt x="3470" y="6176"/>
                </a:lnTo>
                <a:lnTo>
                  <a:pt x="3469" y="6176"/>
                </a:lnTo>
                <a:lnTo>
                  <a:pt x="3468" y="6176"/>
                </a:lnTo>
                <a:lnTo>
                  <a:pt x="3468" y="6175"/>
                </a:lnTo>
                <a:lnTo>
                  <a:pt x="3468" y="6174"/>
                </a:lnTo>
                <a:lnTo>
                  <a:pt x="3467" y="6174"/>
                </a:lnTo>
                <a:lnTo>
                  <a:pt x="3466" y="6174"/>
                </a:lnTo>
                <a:lnTo>
                  <a:pt x="3465" y="6174"/>
                </a:lnTo>
                <a:lnTo>
                  <a:pt x="3464" y="6174"/>
                </a:lnTo>
                <a:lnTo>
                  <a:pt x="3463" y="6174"/>
                </a:lnTo>
                <a:lnTo>
                  <a:pt x="3463" y="6175"/>
                </a:lnTo>
                <a:lnTo>
                  <a:pt x="3462" y="6175"/>
                </a:lnTo>
                <a:lnTo>
                  <a:pt x="3462" y="6174"/>
                </a:lnTo>
                <a:lnTo>
                  <a:pt x="3461" y="6174"/>
                </a:lnTo>
                <a:lnTo>
                  <a:pt x="3460" y="6174"/>
                </a:lnTo>
                <a:lnTo>
                  <a:pt x="3459" y="6174"/>
                </a:lnTo>
                <a:lnTo>
                  <a:pt x="3459" y="6173"/>
                </a:lnTo>
                <a:lnTo>
                  <a:pt x="3458" y="6173"/>
                </a:lnTo>
                <a:lnTo>
                  <a:pt x="3457" y="6173"/>
                </a:lnTo>
                <a:lnTo>
                  <a:pt x="3456" y="6173"/>
                </a:lnTo>
                <a:lnTo>
                  <a:pt x="3456" y="6171"/>
                </a:lnTo>
                <a:lnTo>
                  <a:pt x="3456" y="6170"/>
                </a:lnTo>
                <a:lnTo>
                  <a:pt x="3456" y="6169"/>
                </a:lnTo>
                <a:lnTo>
                  <a:pt x="3456" y="6168"/>
                </a:lnTo>
                <a:lnTo>
                  <a:pt x="3455" y="6168"/>
                </a:lnTo>
                <a:lnTo>
                  <a:pt x="3455" y="6167"/>
                </a:lnTo>
                <a:lnTo>
                  <a:pt x="3456" y="6167"/>
                </a:lnTo>
                <a:lnTo>
                  <a:pt x="3456" y="6166"/>
                </a:lnTo>
                <a:lnTo>
                  <a:pt x="3456" y="6165"/>
                </a:lnTo>
                <a:lnTo>
                  <a:pt x="3457" y="6165"/>
                </a:lnTo>
                <a:lnTo>
                  <a:pt x="3457" y="6164"/>
                </a:lnTo>
                <a:lnTo>
                  <a:pt x="3458" y="6164"/>
                </a:lnTo>
                <a:lnTo>
                  <a:pt x="3458" y="6163"/>
                </a:lnTo>
                <a:lnTo>
                  <a:pt x="3459" y="6164"/>
                </a:lnTo>
                <a:lnTo>
                  <a:pt x="3460" y="6164"/>
                </a:lnTo>
                <a:lnTo>
                  <a:pt x="3460" y="6165"/>
                </a:lnTo>
                <a:lnTo>
                  <a:pt x="3461" y="6165"/>
                </a:lnTo>
                <a:lnTo>
                  <a:pt x="3461" y="6164"/>
                </a:lnTo>
                <a:lnTo>
                  <a:pt x="3461" y="6165"/>
                </a:lnTo>
                <a:lnTo>
                  <a:pt x="3461" y="6164"/>
                </a:lnTo>
                <a:lnTo>
                  <a:pt x="3462" y="6164"/>
                </a:lnTo>
                <a:lnTo>
                  <a:pt x="3463" y="6164"/>
                </a:lnTo>
                <a:lnTo>
                  <a:pt x="3464" y="6164"/>
                </a:lnTo>
                <a:lnTo>
                  <a:pt x="3465" y="6163"/>
                </a:lnTo>
                <a:lnTo>
                  <a:pt x="3465" y="6162"/>
                </a:lnTo>
                <a:lnTo>
                  <a:pt x="3466" y="6162"/>
                </a:lnTo>
                <a:lnTo>
                  <a:pt x="3467" y="6162"/>
                </a:lnTo>
                <a:lnTo>
                  <a:pt x="3467" y="6161"/>
                </a:lnTo>
                <a:lnTo>
                  <a:pt x="3467" y="6160"/>
                </a:lnTo>
                <a:lnTo>
                  <a:pt x="3467" y="6159"/>
                </a:lnTo>
                <a:lnTo>
                  <a:pt x="3467" y="6158"/>
                </a:lnTo>
                <a:lnTo>
                  <a:pt x="3466" y="6158"/>
                </a:lnTo>
                <a:lnTo>
                  <a:pt x="3466" y="6157"/>
                </a:lnTo>
                <a:lnTo>
                  <a:pt x="3465" y="6157"/>
                </a:lnTo>
                <a:lnTo>
                  <a:pt x="3465" y="6156"/>
                </a:lnTo>
                <a:lnTo>
                  <a:pt x="3464" y="6156"/>
                </a:lnTo>
                <a:lnTo>
                  <a:pt x="3463" y="6156"/>
                </a:lnTo>
                <a:lnTo>
                  <a:pt x="3462" y="6156"/>
                </a:lnTo>
                <a:lnTo>
                  <a:pt x="3462" y="6155"/>
                </a:lnTo>
                <a:lnTo>
                  <a:pt x="3462" y="6154"/>
                </a:lnTo>
                <a:lnTo>
                  <a:pt x="3461" y="6153"/>
                </a:lnTo>
                <a:lnTo>
                  <a:pt x="3461" y="6152"/>
                </a:lnTo>
                <a:lnTo>
                  <a:pt x="3461" y="6151"/>
                </a:lnTo>
                <a:lnTo>
                  <a:pt x="3460" y="6151"/>
                </a:lnTo>
                <a:lnTo>
                  <a:pt x="3461" y="6151"/>
                </a:lnTo>
                <a:lnTo>
                  <a:pt x="3461" y="6150"/>
                </a:lnTo>
                <a:lnTo>
                  <a:pt x="3462" y="6150"/>
                </a:lnTo>
                <a:lnTo>
                  <a:pt x="3461" y="6150"/>
                </a:lnTo>
                <a:lnTo>
                  <a:pt x="3461" y="6149"/>
                </a:lnTo>
                <a:lnTo>
                  <a:pt x="3461" y="6148"/>
                </a:lnTo>
                <a:lnTo>
                  <a:pt x="3461" y="6147"/>
                </a:lnTo>
                <a:lnTo>
                  <a:pt x="3460" y="6147"/>
                </a:lnTo>
                <a:lnTo>
                  <a:pt x="3460" y="6146"/>
                </a:lnTo>
                <a:lnTo>
                  <a:pt x="3461" y="6146"/>
                </a:lnTo>
                <a:lnTo>
                  <a:pt x="3460" y="6146"/>
                </a:lnTo>
                <a:lnTo>
                  <a:pt x="3460" y="6145"/>
                </a:lnTo>
                <a:lnTo>
                  <a:pt x="3461" y="6145"/>
                </a:lnTo>
                <a:lnTo>
                  <a:pt x="3460" y="6144"/>
                </a:lnTo>
                <a:lnTo>
                  <a:pt x="3461" y="6144"/>
                </a:lnTo>
                <a:lnTo>
                  <a:pt x="3461" y="6143"/>
                </a:lnTo>
                <a:lnTo>
                  <a:pt x="3460" y="6143"/>
                </a:lnTo>
                <a:lnTo>
                  <a:pt x="3460" y="6142"/>
                </a:lnTo>
                <a:lnTo>
                  <a:pt x="3460" y="6141"/>
                </a:lnTo>
                <a:lnTo>
                  <a:pt x="3459" y="6141"/>
                </a:lnTo>
                <a:lnTo>
                  <a:pt x="3459" y="6142"/>
                </a:lnTo>
                <a:lnTo>
                  <a:pt x="3458" y="6142"/>
                </a:lnTo>
                <a:lnTo>
                  <a:pt x="3457" y="6142"/>
                </a:lnTo>
                <a:lnTo>
                  <a:pt x="3456" y="6142"/>
                </a:lnTo>
                <a:lnTo>
                  <a:pt x="3456" y="6143"/>
                </a:lnTo>
                <a:lnTo>
                  <a:pt x="3455" y="6143"/>
                </a:lnTo>
                <a:lnTo>
                  <a:pt x="3455" y="6142"/>
                </a:lnTo>
                <a:lnTo>
                  <a:pt x="3454" y="6142"/>
                </a:lnTo>
                <a:lnTo>
                  <a:pt x="3454" y="6143"/>
                </a:lnTo>
                <a:lnTo>
                  <a:pt x="3453" y="6143"/>
                </a:lnTo>
                <a:lnTo>
                  <a:pt x="3451" y="6143"/>
                </a:lnTo>
                <a:lnTo>
                  <a:pt x="3450" y="6143"/>
                </a:lnTo>
                <a:lnTo>
                  <a:pt x="3449" y="6143"/>
                </a:lnTo>
                <a:lnTo>
                  <a:pt x="3448" y="6143"/>
                </a:lnTo>
                <a:lnTo>
                  <a:pt x="3448" y="6144"/>
                </a:lnTo>
                <a:lnTo>
                  <a:pt x="3447" y="6144"/>
                </a:lnTo>
                <a:lnTo>
                  <a:pt x="3447" y="6143"/>
                </a:lnTo>
                <a:lnTo>
                  <a:pt x="3447" y="6142"/>
                </a:lnTo>
                <a:lnTo>
                  <a:pt x="3446" y="6142"/>
                </a:lnTo>
                <a:lnTo>
                  <a:pt x="3446" y="6143"/>
                </a:lnTo>
                <a:lnTo>
                  <a:pt x="3445" y="6143"/>
                </a:lnTo>
                <a:lnTo>
                  <a:pt x="3445" y="6144"/>
                </a:lnTo>
                <a:lnTo>
                  <a:pt x="3444" y="6144"/>
                </a:lnTo>
                <a:lnTo>
                  <a:pt x="3444" y="6143"/>
                </a:lnTo>
                <a:lnTo>
                  <a:pt x="3443" y="6143"/>
                </a:lnTo>
                <a:lnTo>
                  <a:pt x="3442" y="6143"/>
                </a:lnTo>
                <a:lnTo>
                  <a:pt x="3441" y="6143"/>
                </a:lnTo>
                <a:lnTo>
                  <a:pt x="3441" y="6142"/>
                </a:lnTo>
                <a:lnTo>
                  <a:pt x="3441" y="6143"/>
                </a:lnTo>
                <a:lnTo>
                  <a:pt x="3440" y="6143"/>
                </a:lnTo>
                <a:lnTo>
                  <a:pt x="3439" y="6143"/>
                </a:lnTo>
                <a:lnTo>
                  <a:pt x="3438" y="6143"/>
                </a:lnTo>
                <a:lnTo>
                  <a:pt x="3437" y="6143"/>
                </a:lnTo>
                <a:lnTo>
                  <a:pt x="3436" y="6143"/>
                </a:lnTo>
                <a:lnTo>
                  <a:pt x="3435" y="6143"/>
                </a:lnTo>
                <a:lnTo>
                  <a:pt x="3434" y="6143"/>
                </a:lnTo>
                <a:lnTo>
                  <a:pt x="3434" y="6144"/>
                </a:lnTo>
                <a:lnTo>
                  <a:pt x="3434" y="6143"/>
                </a:lnTo>
                <a:lnTo>
                  <a:pt x="3433" y="6143"/>
                </a:lnTo>
                <a:lnTo>
                  <a:pt x="3434" y="6143"/>
                </a:lnTo>
                <a:lnTo>
                  <a:pt x="3434" y="6142"/>
                </a:lnTo>
                <a:lnTo>
                  <a:pt x="3433" y="6142"/>
                </a:lnTo>
                <a:lnTo>
                  <a:pt x="3433" y="6141"/>
                </a:lnTo>
                <a:lnTo>
                  <a:pt x="3434" y="6141"/>
                </a:lnTo>
                <a:lnTo>
                  <a:pt x="3434" y="6140"/>
                </a:lnTo>
                <a:lnTo>
                  <a:pt x="3435" y="6139"/>
                </a:lnTo>
                <a:lnTo>
                  <a:pt x="3435" y="6138"/>
                </a:lnTo>
                <a:lnTo>
                  <a:pt x="3436" y="6138"/>
                </a:lnTo>
                <a:lnTo>
                  <a:pt x="3436" y="6137"/>
                </a:lnTo>
                <a:lnTo>
                  <a:pt x="3437" y="6137"/>
                </a:lnTo>
                <a:lnTo>
                  <a:pt x="3437" y="6136"/>
                </a:lnTo>
                <a:lnTo>
                  <a:pt x="3437" y="6135"/>
                </a:lnTo>
                <a:lnTo>
                  <a:pt x="3438" y="6134"/>
                </a:lnTo>
                <a:lnTo>
                  <a:pt x="3438" y="6133"/>
                </a:lnTo>
                <a:lnTo>
                  <a:pt x="3438" y="6132"/>
                </a:lnTo>
                <a:lnTo>
                  <a:pt x="3439" y="6132"/>
                </a:lnTo>
                <a:lnTo>
                  <a:pt x="3439" y="6131"/>
                </a:lnTo>
                <a:lnTo>
                  <a:pt x="3439" y="6130"/>
                </a:lnTo>
                <a:lnTo>
                  <a:pt x="3439" y="6129"/>
                </a:lnTo>
                <a:lnTo>
                  <a:pt x="3439" y="6128"/>
                </a:lnTo>
                <a:lnTo>
                  <a:pt x="3440" y="6128"/>
                </a:lnTo>
                <a:lnTo>
                  <a:pt x="3440" y="6127"/>
                </a:lnTo>
                <a:lnTo>
                  <a:pt x="3439" y="6127"/>
                </a:lnTo>
                <a:lnTo>
                  <a:pt x="3439" y="6126"/>
                </a:lnTo>
                <a:lnTo>
                  <a:pt x="3440" y="6126"/>
                </a:lnTo>
                <a:lnTo>
                  <a:pt x="3440" y="6125"/>
                </a:lnTo>
                <a:lnTo>
                  <a:pt x="3440" y="6124"/>
                </a:lnTo>
                <a:lnTo>
                  <a:pt x="3440" y="6123"/>
                </a:lnTo>
                <a:lnTo>
                  <a:pt x="3440" y="6122"/>
                </a:lnTo>
                <a:lnTo>
                  <a:pt x="3441" y="6122"/>
                </a:lnTo>
                <a:lnTo>
                  <a:pt x="3440" y="6122"/>
                </a:lnTo>
                <a:lnTo>
                  <a:pt x="3441" y="6121"/>
                </a:lnTo>
                <a:lnTo>
                  <a:pt x="3440" y="6121"/>
                </a:lnTo>
                <a:lnTo>
                  <a:pt x="3441" y="6121"/>
                </a:lnTo>
                <a:lnTo>
                  <a:pt x="3441" y="6120"/>
                </a:lnTo>
                <a:lnTo>
                  <a:pt x="3441" y="6119"/>
                </a:lnTo>
                <a:lnTo>
                  <a:pt x="3441" y="6118"/>
                </a:lnTo>
                <a:lnTo>
                  <a:pt x="3442" y="6118"/>
                </a:lnTo>
                <a:lnTo>
                  <a:pt x="3441" y="6118"/>
                </a:lnTo>
                <a:lnTo>
                  <a:pt x="3441" y="6117"/>
                </a:lnTo>
                <a:lnTo>
                  <a:pt x="3441" y="6116"/>
                </a:lnTo>
                <a:lnTo>
                  <a:pt x="3441" y="6115"/>
                </a:lnTo>
                <a:lnTo>
                  <a:pt x="3442" y="6115"/>
                </a:lnTo>
                <a:lnTo>
                  <a:pt x="3442" y="6114"/>
                </a:lnTo>
                <a:lnTo>
                  <a:pt x="3442" y="6113"/>
                </a:lnTo>
                <a:lnTo>
                  <a:pt x="3442" y="6112"/>
                </a:lnTo>
                <a:lnTo>
                  <a:pt x="3442" y="6111"/>
                </a:lnTo>
                <a:lnTo>
                  <a:pt x="3443" y="6111"/>
                </a:lnTo>
                <a:lnTo>
                  <a:pt x="3443" y="6110"/>
                </a:lnTo>
                <a:lnTo>
                  <a:pt x="3443" y="6109"/>
                </a:lnTo>
                <a:lnTo>
                  <a:pt x="3443" y="6108"/>
                </a:lnTo>
                <a:lnTo>
                  <a:pt x="3443" y="6107"/>
                </a:lnTo>
                <a:lnTo>
                  <a:pt x="3444" y="6107"/>
                </a:lnTo>
                <a:lnTo>
                  <a:pt x="3443" y="6107"/>
                </a:lnTo>
                <a:lnTo>
                  <a:pt x="3443" y="6105"/>
                </a:lnTo>
                <a:lnTo>
                  <a:pt x="3443" y="6103"/>
                </a:lnTo>
                <a:lnTo>
                  <a:pt x="3443" y="6102"/>
                </a:lnTo>
                <a:lnTo>
                  <a:pt x="3443" y="6101"/>
                </a:lnTo>
                <a:lnTo>
                  <a:pt x="3443" y="6100"/>
                </a:lnTo>
                <a:lnTo>
                  <a:pt x="3444" y="6099"/>
                </a:lnTo>
                <a:lnTo>
                  <a:pt x="3445" y="6099"/>
                </a:lnTo>
                <a:lnTo>
                  <a:pt x="3445" y="6098"/>
                </a:lnTo>
                <a:lnTo>
                  <a:pt x="3444" y="6098"/>
                </a:lnTo>
                <a:lnTo>
                  <a:pt x="3444" y="6097"/>
                </a:lnTo>
                <a:lnTo>
                  <a:pt x="3444" y="6096"/>
                </a:lnTo>
                <a:lnTo>
                  <a:pt x="3444" y="6095"/>
                </a:lnTo>
                <a:lnTo>
                  <a:pt x="3444" y="6094"/>
                </a:lnTo>
                <a:lnTo>
                  <a:pt x="3444" y="6093"/>
                </a:lnTo>
                <a:lnTo>
                  <a:pt x="3444" y="6092"/>
                </a:lnTo>
                <a:lnTo>
                  <a:pt x="3444" y="6091"/>
                </a:lnTo>
                <a:lnTo>
                  <a:pt x="3444" y="6090"/>
                </a:lnTo>
                <a:lnTo>
                  <a:pt x="3444" y="6089"/>
                </a:lnTo>
                <a:lnTo>
                  <a:pt x="3445" y="6089"/>
                </a:lnTo>
                <a:lnTo>
                  <a:pt x="3445" y="6087"/>
                </a:lnTo>
                <a:lnTo>
                  <a:pt x="3444" y="6087"/>
                </a:lnTo>
                <a:lnTo>
                  <a:pt x="3445" y="6087"/>
                </a:lnTo>
                <a:lnTo>
                  <a:pt x="3444" y="6087"/>
                </a:lnTo>
                <a:lnTo>
                  <a:pt x="3445" y="6087"/>
                </a:lnTo>
                <a:lnTo>
                  <a:pt x="3445" y="6086"/>
                </a:lnTo>
                <a:lnTo>
                  <a:pt x="3444" y="6085"/>
                </a:lnTo>
                <a:lnTo>
                  <a:pt x="3444" y="6084"/>
                </a:lnTo>
                <a:lnTo>
                  <a:pt x="3443" y="6084"/>
                </a:lnTo>
                <a:lnTo>
                  <a:pt x="3443" y="6085"/>
                </a:lnTo>
                <a:lnTo>
                  <a:pt x="3443" y="6084"/>
                </a:lnTo>
                <a:lnTo>
                  <a:pt x="3442" y="6084"/>
                </a:lnTo>
                <a:lnTo>
                  <a:pt x="3442" y="6083"/>
                </a:lnTo>
                <a:lnTo>
                  <a:pt x="3441" y="6083"/>
                </a:lnTo>
                <a:lnTo>
                  <a:pt x="3441" y="6082"/>
                </a:lnTo>
                <a:lnTo>
                  <a:pt x="3442" y="6082"/>
                </a:lnTo>
                <a:lnTo>
                  <a:pt x="3441" y="6082"/>
                </a:lnTo>
                <a:lnTo>
                  <a:pt x="3441" y="6081"/>
                </a:lnTo>
                <a:lnTo>
                  <a:pt x="3442" y="6081"/>
                </a:lnTo>
                <a:lnTo>
                  <a:pt x="3442" y="6080"/>
                </a:lnTo>
                <a:lnTo>
                  <a:pt x="3443" y="6080"/>
                </a:lnTo>
                <a:lnTo>
                  <a:pt x="3444" y="6080"/>
                </a:lnTo>
                <a:lnTo>
                  <a:pt x="3444" y="6079"/>
                </a:lnTo>
                <a:lnTo>
                  <a:pt x="3445" y="6079"/>
                </a:lnTo>
                <a:lnTo>
                  <a:pt x="3445" y="6078"/>
                </a:lnTo>
                <a:lnTo>
                  <a:pt x="3445" y="6077"/>
                </a:lnTo>
                <a:lnTo>
                  <a:pt x="3446" y="6076"/>
                </a:lnTo>
                <a:lnTo>
                  <a:pt x="3447" y="6076"/>
                </a:lnTo>
                <a:lnTo>
                  <a:pt x="3449" y="6076"/>
                </a:lnTo>
                <a:lnTo>
                  <a:pt x="3449" y="6077"/>
                </a:lnTo>
                <a:lnTo>
                  <a:pt x="3449" y="6076"/>
                </a:lnTo>
                <a:lnTo>
                  <a:pt x="3450" y="6076"/>
                </a:lnTo>
                <a:lnTo>
                  <a:pt x="3451" y="6076"/>
                </a:lnTo>
                <a:lnTo>
                  <a:pt x="3451" y="6075"/>
                </a:lnTo>
                <a:lnTo>
                  <a:pt x="3452" y="6075"/>
                </a:lnTo>
                <a:lnTo>
                  <a:pt x="3453" y="6075"/>
                </a:lnTo>
                <a:lnTo>
                  <a:pt x="3454" y="6075"/>
                </a:lnTo>
                <a:lnTo>
                  <a:pt x="3455" y="6075"/>
                </a:lnTo>
                <a:lnTo>
                  <a:pt x="3455" y="6074"/>
                </a:lnTo>
                <a:lnTo>
                  <a:pt x="3456" y="6074"/>
                </a:lnTo>
                <a:lnTo>
                  <a:pt x="3457" y="6074"/>
                </a:lnTo>
                <a:lnTo>
                  <a:pt x="3457" y="6073"/>
                </a:lnTo>
                <a:lnTo>
                  <a:pt x="3458" y="6073"/>
                </a:lnTo>
                <a:lnTo>
                  <a:pt x="3459" y="6073"/>
                </a:lnTo>
                <a:lnTo>
                  <a:pt x="3460" y="6073"/>
                </a:lnTo>
                <a:lnTo>
                  <a:pt x="3460" y="6072"/>
                </a:lnTo>
                <a:lnTo>
                  <a:pt x="3461" y="6072"/>
                </a:lnTo>
                <a:lnTo>
                  <a:pt x="3462" y="6072"/>
                </a:lnTo>
                <a:lnTo>
                  <a:pt x="3462" y="6071"/>
                </a:lnTo>
                <a:lnTo>
                  <a:pt x="3463" y="6071"/>
                </a:lnTo>
                <a:lnTo>
                  <a:pt x="3463" y="6070"/>
                </a:lnTo>
                <a:lnTo>
                  <a:pt x="3463" y="6069"/>
                </a:lnTo>
                <a:lnTo>
                  <a:pt x="3464" y="6069"/>
                </a:lnTo>
                <a:lnTo>
                  <a:pt x="3464" y="6068"/>
                </a:lnTo>
                <a:lnTo>
                  <a:pt x="3465" y="6068"/>
                </a:lnTo>
                <a:lnTo>
                  <a:pt x="3466" y="6067"/>
                </a:lnTo>
                <a:lnTo>
                  <a:pt x="3466" y="6066"/>
                </a:lnTo>
                <a:lnTo>
                  <a:pt x="3467" y="6066"/>
                </a:lnTo>
                <a:lnTo>
                  <a:pt x="3467" y="6065"/>
                </a:lnTo>
                <a:lnTo>
                  <a:pt x="3467" y="6066"/>
                </a:lnTo>
                <a:lnTo>
                  <a:pt x="3468" y="6066"/>
                </a:lnTo>
                <a:lnTo>
                  <a:pt x="3468" y="6065"/>
                </a:lnTo>
                <a:lnTo>
                  <a:pt x="3469" y="6065"/>
                </a:lnTo>
                <a:lnTo>
                  <a:pt x="3469" y="6066"/>
                </a:lnTo>
                <a:lnTo>
                  <a:pt x="3469" y="6065"/>
                </a:lnTo>
                <a:lnTo>
                  <a:pt x="3470" y="6065"/>
                </a:lnTo>
                <a:lnTo>
                  <a:pt x="3470" y="6064"/>
                </a:lnTo>
                <a:lnTo>
                  <a:pt x="3471" y="6064"/>
                </a:lnTo>
                <a:lnTo>
                  <a:pt x="3471" y="6063"/>
                </a:lnTo>
                <a:lnTo>
                  <a:pt x="3472" y="6063"/>
                </a:lnTo>
                <a:lnTo>
                  <a:pt x="3472" y="6064"/>
                </a:lnTo>
                <a:lnTo>
                  <a:pt x="3473" y="6064"/>
                </a:lnTo>
                <a:lnTo>
                  <a:pt x="3473" y="6065"/>
                </a:lnTo>
                <a:lnTo>
                  <a:pt x="3474" y="6065"/>
                </a:lnTo>
                <a:lnTo>
                  <a:pt x="3475" y="6065"/>
                </a:lnTo>
                <a:lnTo>
                  <a:pt x="3475" y="6066"/>
                </a:lnTo>
                <a:lnTo>
                  <a:pt x="3476" y="6066"/>
                </a:lnTo>
                <a:lnTo>
                  <a:pt x="3477" y="6066"/>
                </a:lnTo>
                <a:lnTo>
                  <a:pt x="3476" y="6066"/>
                </a:lnTo>
                <a:lnTo>
                  <a:pt x="3476" y="6067"/>
                </a:lnTo>
                <a:lnTo>
                  <a:pt x="3477" y="6067"/>
                </a:lnTo>
                <a:lnTo>
                  <a:pt x="3478" y="6067"/>
                </a:lnTo>
                <a:lnTo>
                  <a:pt x="3478" y="6066"/>
                </a:lnTo>
                <a:lnTo>
                  <a:pt x="3478" y="6067"/>
                </a:lnTo>
                <a:lnTo>
                  <a:pt x="3478" y="6066"/>
                </a:lnTo>
                <a:lnTo>
                  <a:pt x="3479" y="6066"/>
                </a:lnTo>
                <a:lnTo>
                  <a:pt x="3479" y="6067"/>
                </a:lnTo>
                <a:lnTo>
                  <a:pt x="3480" y="6067"/>
                </a:lnTo>
                <a:lnTo>
                  <a:pt x="3481" y="6067"/>
                </a:lnTo>
                <a:lnTo>
                  <a:pt x="3482" y="6067"/>
                </a:lnTo>
                <a:lnTo>
                  <a:pt x="3483" y="6067"/>
                </a:lnTo>
                <a:lnTo>
                  <a:pt x="3483" y="6068"/>
                </a:lnTo>
                <a:lnTo>
                  <a:pt x="3483" y="6067"/>
                </a:lnTo>
                <a:lnTo>
                  <a:pt x="3484" y="6067"/>
                </a:lnTo>
                <a:lnTo>
                  <a:pt x="3485" y="6067"/>
                </a:lnTo>
                <a:lnTo>
                  <a:pt x="3485" y="6066"/>
                </a:lnTo>
                <a:lnTo>
                  <a:pt x="3486" y="6066"/>
                </a:lnTo>
                <a:lnTo>
                  <a:pt x="3486" y="6065"/>
                </a:lnTo>
                <a:lnTo>
                  <a:pt x="3487" y="6065"/>
                </a:lnTo>
                <a:lnTo>
                  <a:pt x="3487" y="6064"/>
                </a:lnTo>
                <a:lnTo>
                  <a:pt x="3488" y="6064"/>
                </a:lnTo>
                <a:lnTo>
                  <a:pt x="3489" y="6064"/>
                </a:lnTo>
                <a:lnTo>
                  <a:pt x="3489" y="6063"/>
                </a:lnTo>
                <a:lnTo>
                  <a:pt x="3489" y="6062"/>
                </a:lnTo>
                <a:lnTo>
                  <a:pt x="3490" y="6062"/>
                </a:lnTo>
                <a:lnTo>
                  <a:pt x="3490" y="6061"/>
                </a:lnTo>
                <a:lnTo>
                  <a:pt x="3489" y="6061"/>
                </a:lnTo>
                <a:lnTo>
                  <a:pt x="3488" y="6061"/>
                </a:lnTo>
                <a:lnTo>
                  <a:pt x="3488" y="6058"/>
                </a:lnTo>
                <a:lnTo>
                  <a:pt x="3487" y="6058"/>
                </a:lnTo>
                <a:lnTo>
                  <a:pt x="3487" y="6057"/>
                </a:lnTo>
                <a:lnTo>
                  <a:pt x="3486" y="6057"/>
                </a:lnTo>
                <a:lnTo>
                  <a:pt x="3486" y="6056"/>
                </a:lnTo>
                <a:lnTo>
                  <a:pt x="3485" y="6056"/>
                </a:lnTo>
                <a:lnTo>
                  <a:pt x="3486" y="6056"/>
                </a:lnTo>
                <a:lnTo>
                  <a:pt x="3485" y="6056"/>
                </a:lnTo>
                <a:lnTo>
                  <a:pt x="3485" y="6055"/>
                </a:lnTo>
                <a:lnTo>
                  <a:pt x="3485" y="6056"/>
                </a:lnTo>
                <a:lnTo>
                  <a:pt x="3484" y="6056"/>
                </a:lnTo>
                <a:lnTo>
                  <a:pt x="3483" y="6056"/>
                </a:lnTo>
                <a:lnTo>
                  <a:pt x="3482" y="6056"/>
                </a:lnTo>
                <a:lnTo>
                  <a:pt x="3482" y="6055"/>
                </a:lnTo>
                <a:lnTo>
                  <a:pt x="3481" y="6054"/>
                </a:lnTo>
                <a:lnTo>
                  <a:pt x="3480" y="6054"/>
                </a:lnTo>
                <a:lnTo>
                  <a:pt x="3480" y="6053"/>
                </a:lnTo>
                <a:lnTo>
                  <a:pt x="3480" y="6052"/>
                </a:lnTo>
                <a:lnTo>
                  <a:pt x="3479" y="6052"/>
                </a:lnTo>
                <a:lnTo>
                  <a:pt x="3479" y="6051"/>
                </a:lnTo>
                <a:lnTo>
                  <a:pt x="3478" y="6050"/>
                </a:lnTo>
                <a:lnTo>
                  <a:pt x="3478" y="6049"/>
                </a:lnTo>
                <a:lnTo>
                  <a:pt x="3478" y="6048"/>
                </a:lnTo>
                <a:lnTo>
                  <a:pt x="3478" y="6047"/>
                </a:lnTo>
                <a:lnTo>
                  <a:pt x="3478" y="6046"/>
                </a:lnTo>
                <a:lnTo>
                  <a:pt x="3478" y="6045"/>
                </a:lnTo>
                <a:lnTo>
                  <a:pt x="3478" y="6044"/>
                </a:lnTo>
                <a:lnTo>
                  <a:pt x="3478" y="6043"/>
                </a:lnTo>
                <a:lnTo>
                  <a:pt x="3478" y="6042"/>
                </a:lnTo>
                <a:lnTo>
                  <a:pt x="3478" y="6041"/>
                </a:lnTo>
                <a:lnTo>
                  <a:pt x="3478" y="6040"/>
                </a:lnTo>
                <a:lnTo>
                  <a:pt x="3478" y="6039"/>
                </a:lnTo>
                <a:lnTo>
                  <a:pt x="3477" y="6039"/>
                </a:lnTo>
                <a:lnTo>
                  <a:pt x="3477" y="6038"/>
                </a:lnTo>
                <a:lnTo>
                  <a:pt x="3477" y="6037"/>
                </a:lnTo>
                <a:lnTo>
                  <a:pt x="3476" y="6037"/>
                </a:lnTo>
                <a:lnTo>
                  <a:pt x="3477" y="6037"/>
                </a:lnTo>
                <a:lnTo>
                  <a:pt x="3476" y="6036"/>
                </a:lnTo>
                <a:lnTo>
                  <a:pt x="3476" y="6035"/>
                </a:lnTo>
                <a:lnTo>
                  <a:pt x="3476" y="6034"/>
                </a:lnTo>
                <a:lnTo>
                  <a:pt x="3477" y="6034"/>
                </a:lnTo>
                <a:lnTo>
                  <a:pt x="3477" y="6033"/>
                </a:lnTo>
                <a:lnTo>
                  <a:pt x="3477" y="6032"/>
                </a:lnTo>
                <a:lnTo>
                  <a:pt x="3476" y="6032"/>
                </a:lnTo>
                <a:lnTo>
                  <a:pt x="3477" y="6032"/>
                </a:lnTo>
                <a:lnTo>
                  <a:pt x="3477" y="6031"/>
                </a:lnTo>
                <a:lnTo>
                  <a:pt x="3477" y="6030"/>
                </a:lnTo>
                <a:lnTo>
                  <a:pt x="3477" y="6029"/>
                </a:lnTo>
                <a:lnTo>
                  <a:pt x="3477" y="6028"/>
                </a:lnTo>
                <a:lnTo>
                  <a:pt x="3477" y="6027"/>
                </a:lnTo>
                <a:lnTo>
                  <a:pt x="3478" y="6026"/>
                </a:lnTo>
                <a:lnTo>
                  <a:pt x="3478" y="6025"/>
                </a:lnTo>
                <a:lnTo>
                  <a:pt x="3478" y="6024"/>
                </a:lnTo>
                <a:lnTo>
                  <a:pt x="3479" y="6024"/>
                </a:lnTo>
                <a:lnTo>
                  <a:pt x="3478" y="6024"/>
                </a:lnTo>
                <a:lnTo>
                  <a:pt x="3478" y="6023"/>
                </a:lnTo>
                <a:lnTo>
                  <a:pt x="3479" y="6023"/>
                </a:lnTo>
                <a:lnTo>
                  <a:pt x="3479" y="6022"/>
                </a:lnTo>
                <a:lnTo>
                  <a:pt x="3479" y="6021"/>
                </a:lnTo>
                <a:lnTo>
                  <a:pt x="3479" y="6020"/>
                </a:lnTo>
                <a:lnTo>
                  <a:pt x="3479" y="6019"/>
                </a:lnTo>
                <a:lnTo>
                  <a:pt x="3479" y="6018"/>
                </a:lnTo>
                <a:lnTo>
                  <a:pt x="3479" y="6017"/>
                </a:lnTo>
                <a:lnTo>
                  <a:pt x="3478" y="6017"/>
                </a:lnTo>
                <a:lnTo>
                  <a:pt x="3478" y="6016"/>
                </a:lnTo>
                <a:lnTo>
                  <a:pt x="3479" y="6016"/>
                </a:lnTo>
                <a:lnTo>
                  <a:pt x="3478" y="6016"/>
                </a:lnTo>
                <a:lnTo>
                  <a:pt x="3478" y="6015"/>
                </a:lnTo>
                <a:lnTo>
                  <a:pt x="3479" y="6015"/>
                </a:lnTo>
                <a:lnTo>
                  <a:pt x="3479" y="6014"/>
                </a:lnTo>
                <a:lnTo>
                  <a:pt x="3480" y="6014"/>
                </a:lnTo>
                <a:lnTo>
                  <a:pt x="3480" y="6015"/>
                </a:lnTo>
                <a:lnTo>
                  <a:pt x="3481" y="6015"/>
                </a:lnTo>
                <a:lnTo>
                  <a:pt x="3481" y="6016"/>
                </a:lnTo>
                <a:lnTo>
                  <a:pt x="3482" y="6016"/>
                </a:lnTo>
                <a:lnTo>
                  <a:pt x="3483" y="6016"/>
                </a:lnTo>
                <a:lnTo>
                  <a:pt x="3483" y="6015"/>
                </a:lnTo>
                <a:lnTo>
                  <a:pt x="3483" y="6014"/>
                </a:lnTo>
                <a:lnTo>
                  <a:pt x="3484" y="6013"/>
                </a:lnTo>
                <a:lnTo>
                  <a:pt x="3485" y="6013"/>
                </a:lnTo>
                <a:lnTo>
                  <a:pt x="3485" y="6012"/>
                </a:lnTo>
                <a:lnTo>
                  <a:pt x="3486" y="6012"/>
                </a:lnTo>
                <a:lnTo>
                  <a:pt x="3486" y="6011"/>
                </a:lnTo>
                <a:lnTo>
                  <a:pt x="3487" y="6011"/>
                </a:lnTo>
                <a:lnTo>
                  <a:pt x="3487" y="6010"/>
                </a:lnTo>
                <a:lnTo>
                  <a:pt x="3488" y="6010"/>
                </a:lnTo>
                <a:lnTo>
                  <a:pt x="3488" y="6009"/>
                </a:lnTo>
                <a:lnTo>
                  <a:pt x="3488" y="6008"/>
                </a:lnTo>
                <a:lnTo>
                  <a:pt x="3489" y="6008"/>
                </a:lnTo>
                <a:lnTo>
                  <a:pt x="3489" y="6007"/>
                </a:lnTo>
                <a:lnTo>
                  <a:pt x="3490" y="6007"/>
                </a:lnTo>
                <a:lnTo>
                  <a:pt x="3490" y="6006"/>
                </a:lnTo>
                <a:lnTo>
                  <a:pt x="3489" y="6006"/>
                </a:lnTo>
                <a:lnTo>
                  <a:pt x="3490" y="6006"/>
                </a:lnTo>
                <a:lnTo>
                  <a:pt x="3490" y="6005"/>
                </a:lnTo>
                <a:lnTo>
                  <a:pt x="3490" y="6004"/>
                </a:lnTo>
                <a:lnTo>
                  <a:pt x="3491" y="6004"/>
                </a:lnTo>
                <a:lnTo>
                  <a:pt x="3491" y="6003"/>
                </a:lnTo>
                <a:lnTo>
                  <a:pt x="3491" y="6002"/>
                </a:lnTo>
                <a:lnTo>
                  <a:pt x="3492" y="6002"/>
                </a:lnTo>
                <a:lnTo>
                  <a:pt x="3492" y="6001"/>
                </a:lnTo>
                <a:lnTo>
                  <a:pt x="3493" y="6001"/>
                </a:lnTo>
                <a:lnTo>
                  <a:pt x="3493" y="6000"/>
                </a:lnTo>
                <a:lnTo>
                  <a:pt x="3494" y="6000"/>
                </a:lnTo>
                <a:lnTo>
                  <a:pt x="3494" y="5999"/>
                </a:lnTo>
                <a:lnTo>
                  <a:pt x="3494" y="5998"/>
                </a:lnTo>
                <a:lnTo>
                  <a:pt x="3494" y="5997"/>
                </a:lnTo>
                <a:lnTo>
                  <a:pt x="3495" y="5997"/>
                </a:lnTo>
                <a:lnTo>
                  <a:pt x="3495" y="5996"/>
                </a:lnTo>
                <a:lnTo>
                  <a:pt x="3495" y="5995"/>
                </a:lnTo>
                <a:lnTo>
                  <a:pt x="3495" y="5994"/>
                </a:lnTo>
                <a:lnTo>
                  <a:pt x="3496" y="5994"/>
                </a:lnTo>
                <a:lnTo>
                  <a:pt x="3496" y="5993"/>
                </a:lnTo>
                <a:lnTo>
                  <a:pt x="3496" y="5992"/>
                </a:lnTo>
                <a:lnTo>
                  <a:pt x="3497" y="5992"/>
                </a:lnTo>
                <a:lnTo>
                  <a:pt x="3496" y="5992"/>
                </a:lnTo>
                <a:lnTo>
                  <a:pt x="3496" y="5991"/>
                </a:lnTo>
                <a:lnTo>
                  <a:pt x="3497" y="5991"/>
                </a:lnTo>
                <a:lnTo>
                  <a:pt x="3497" y="5990"/>
                </a:lnTo>
                <a:lnTo>
                  <a:pt x="3497" y="5989"/>
                </a:lnTo>
                <a:lnTo>
                  <a:pt x="3498" y="5989"/>
                </a:lnTo>
                <a:lnTo>
                  <a:pt x="3498" y="5988"/>
                </a:lnTo>
                <a:lnTo>
                  <a:pt x="3498" y="5987"/>
                </a:lnTo>
                <a:lnTo>
                  <a:pt x="3498" y="5986"/>
                </a:lnTo>
                <a:lnTo>
                  <a:pt x="3499" y="5986"/>
                </a:lnTo>
                <a:lnTo>
                  <a:pt x="3499" y="5985"/>
                </a:lnTo>
                <a:lnTo>
                  <a:pt x="3499" y="5984"/>
                </a:lnTo>
                <a:lnTo>
                  <a:pt x="3500" y="5984"/>
                </a:lnTo>
                <a:lnTo>
                  <a:pt x="3500" y="5983"/>
                </a:lnTo>
                <a:lnTo>
                  <a:pt x="3501" y="5983"/>
                </a:lnTo>
                <a:lnTo>
                  <a:pt x="3501" y="5982"/>
                </a:lnTo>
                <a:lnTo>
                  <a:pt x="3501" y="5981"/>
                </a:lnTo>
                <a:lnTo>
                  <a:pt x="3502" y="5981"/>
                </a:lnTo>
                <a:lnTo>
                  <a:pt x="3502" y="5980"/>
                </a:lnTo>
                <a:lnTo>
                  <a:pt x="3502" y="5979"/>
                </a:lnTo>
                <a:lnTo>
                  <a:pt x="3503" y="5979"/>
                </a:lnTo>
                <a:lnTo>
                  <a:pt x="3503" y="5978"/>
                </a:lnTo>
                <a:lnTo>
                  <a:pt x="3504" y="5978"/>
                </a:lnTo>
                <a:lnTo>
                  <a:pt x="3505" y="5978"/>
                </a:lnTo>
                <a:lnTo>
                  <a:pt x="3505" y="5979"/>
                </a:lnTo>
                <a:lnTo>
                  <a:pt x="3506" y="5979"/>
                </a:lnTo>
                <a:lnTo>
                  <a:pt x="3506" y="5980"/>
                </a:lnTo>
                <a:lnTo>
                  <a:pt x="3507" y="5980"/>
                </a:lnTo>
                <a:lnTo>
                  <a:pt x="3508" y="5980"/>
                </a:lnTo>
                <a:lnTo>
                  <a:pt x="3508" y="5979"/>
                </a:lnTo>
                <a:lnTo>
                  <a:pt x="3508" y="5980"/>
                </a:lnTo>
                <a:lnTo>
                  <a:pt x="3509" y="5980"/>
                </a:lnTo>
                <a:lnTo>
                  <a:pt x="3509" y="5981"/>
                </a:lnTo>
                <a:lnTo>
                  <a:pt x="3509" y="5980"/>
                </a:lnTo>
                <a:lnTo>
                  <a:pt x="3510" y="5981"/>
                </a:lnTo>
                <a:lnTo>
                  <a:pt x="3510" y="5982"/>
                </a:lnTo>
                <a:lnTo>
                  <a:pt x="3510" y="5983"/>
                </a:lnTo>
                <a:lnTo>
                  <a:pt x="3511" y="5983"/>
                </a:lnTo>
                <a:lnTo>
                  <a:pt x="3511" y="5984"/>
                </a:lnTo>
                <a:lnTo>
                  <a:pt x="3512" y="5985"/>
                </a:lnTo>
                <a:lnTo>
                  <a:pt x="3512" y="5986"/>
                </a:lnTo>
                <a:lnTo>
                  <a:pt x="3513" y="5986"/>
                </a:lnTo>
                <a:lnTo>
                  <a:pt x="3513" y="5987"/>
                </a:lnTo>
                <a:lnTo>
                  <a:pt x="3513" y="5988"/>
                </a:lnTo>
                <a:lnTo>
                  <a:pt x="3514" y="5988"/>
                </a:lnTo>
                <a:lnTo>
                  <a:pt x="3514" y="5989"/>
                </a:lnTo>
                <a:lnTo>
                  <a:pt x="3514" y="5990"/>
                </a:lnTo>
                <a:lnTo>
                  <a:pt x="3515" y="5990"/>
                </a:lnTo>
                <a:lnTo>
                  <a:pt x="3516" y="5990"/>
                </a:lnTo>
                <a:lnTo>
                  <a:pt x="3516" y="5991"/>
                </a:lnTo>
                <a:lnTo>
                  <a:pt x="3517" y="5991"/>
                </a:lnTo>
                <a:lnTo>
                  <a:pt x="3518" y="5991"/>
                </a:lnTo>
                <a:lnTo>
                  <a:pt x="3518" y="5990"/>
                </a:lnTo>
                <a:lnTo>
                  <a:pt x="3518" y="5991"/>
                </a:lnTo>
                <a:lnTo>
                  <a:pt x="3519" y="5991"/>
                </a:lnTo>
                <a:lnTo>
                  <a:pt x="3519" y="5990"/>
                </a:lnTo>
                <a:lnTo>
                  <a:pt x="3520" y="5990"/>
                </a:lnTo>
                <a:lnTo>
                  <a:pt x="3521" y="5990"/>
                </a:lnTo>
                <a:lnTo>
                  <a:pt x="3521" y="5991"/>
                </a:lnTo>
                <a:lnTo>
                  <a:pt x="3521" y="5990"/>
                </a:lnTo>
                <a:lnTo>
                  <a:pt x="3521" y="5991"/>
                </a:lnTo>
                <a:lnTo>
                  <a:pt x="3521" y="5990"/>
                </a:lnTo>
                <a:lnTo>
                  <a:pt x="3522" y="5990"/>
                </a:lnTo>
                <a:lnTo>
                  <a:pt x="3523" y="5990"/>
                </a:lnTo>
                <a:lnTo>
                  <a:pt x="3523" y="5989"/>
                </a:lnTo>
                <a:lnTo>
                  <a:pt x="3524" y="5989"/>
                </a:lnTo>
                <a:lnTo>
                  <a:pt x="3524" y="5988"/>
                </a:lnTo>
                <a:lnTo>
                  <a:pt x="3524" y="5987"/>
                </a:lnTo>
                <a:lnTo>
                  <a:pt x="3525" y="5987"/>
                </a:lnTo>
                <a:lnTo>
                  <a:pt x="3525" y="5986"/>
                </a:lnTo>
                <a:lnTo>
                  <a:pt x="3526" y="5986"/>
                </a:lnTo>
                <a:lnTo>
                  <a:pt x="3527" y="5986"/>
                </a:lnTo>
                <a:lnTo>
                  <a:pt x="3527" y="5985"/>
                </a:lnTo>
                <a:lnTo>
                  <a:pt x="3528" y="5985"/>
                </a:lnTo>
                <a:lnTo>
                  <a:pt x="3528" y="5984"/>
                </a:lnTo>
                <a:lnTo>
                  <a:pt x="3529" y="5984"/>
                </a:lnTo>
                <a:lnTo>
                  <a:pt x="3529" y="5983"/>
                </a:lnTo>
                <a:lnTo>
                  <a:pt x="3530" y="5983"/>
                </a:lnTo>
                <a:lnTo>
                  <a:pt x="3530" y="5982"/>
                </a:lnTo>
                <a:lnTo>
                  <a:pt x="3531" y="5982"/>
                </a:lnTo>
                <a:lnTo>
                  <a:pt x="3531" y="5981"/>
                </a:lnTo>
                <a:lnTo>
                  <a:pt x="3532" y="5981"/>
                </a:lnTo>
                <a:lnTo>
                  <a:pt x="3532" y="5980"/>
                </a:lnTo>
                <a:lnTo>
                  <a:pt x="3533" y="5980"/>
                </a:lnTo>
                <a:lnTo>
                  <a:pt x="3533" y="5979"/>
                </a:lnTo>
                <a:lnTo>
                  <a:pt x="3533" y="5978"/>
                </a:lnTo>
                <a:lnTo>
                  <a:pt x="3534" y="5978"/>
                </a:lnTo>
                <a:lnTo>
                  <a:pt x="3534" y="5977"/>
                </a:lnTo>
                <a:lnTo>
                  <a:pt x="3534" y="5976"/>
                </a:lnTo>
                <a:lnTo>
                  <a:pt x="3534" y="5975"/>
                </a:lnTo>
                <a:lnTo>
                  <a:pt x="3534" y="5974"/>
                </a:lnTo>
                <a:lnTo>
                  <a:pt x="3535" y="5974"/>
                </a:lnTo>
                <a:lnTo>
                  <a:pt x="3536" y="5973"/>
                </a:lnTo>
                <a:lnTo>
                  <a:pt x="3537" y="5973"/>
                </a:lnTo>
                <a:lnTo>
                  <a:pt x="3538" y="5973"/>
                </a:lnTo>
                <a:lnTo>
                  <a:pt x="3538" y="5974"/>
                </a:lnTo>
                <a:lnTo>
                  <a:pt x="3539" y="5974"/>
                </a:lnTo>
                <a:lnTo>
                  <a:pt x="3540" y="5974"/>
                </a:lnTo>
                <a:lnTo>
                  <a:pt x="3541" y="5974"/>
                </a:lnTo>
                <a:lnTo>
                  <a:pt x="3542" y="5974"/>
                </a:lnTo>
                <a:lnTo>
                  <a:pt x="3543" y="5974"/>
                </a:lnTo>
                <a:lnTo>
                  <a:pt x="3544" y="5974"/>
                </a:lnTo>
                <a:lnTo>
                  <a:pt x="3544" y="5973"/>
                </a:lnTo>
                <a:lnTo>
                  <a:pt x="3545" y="5973"/>
                </a:lnTo>
                <a:lnTo>
                  <a:pt x="3546" y="5973"/>
                </a:lnTo>
                <a:lnTo>
                  <a:pt x="3546" y="5972"/>
                </a:lnTo>
                <a:lnTo>
                  <a:pt x="3546" y="5971"/>
                </a:lnTo>
                <a:lnTo>
                  <a:pt x="3547" y="5971"/>
                </a:lnTo>
                <a:lnTo>
                  <a:pt x="3547" y="5970"/>
                </a:lnTo>
                <a:lnTo>
                  <a:pt x="3547" y="5969"/>
                </a:lnTo>
                <a:lnTo>
                  <a:pt x="3548" y="5969"/>
                </a:lnTo>
                <a:lnTo>
                  <a:pt x="3548" y="5968"/>
                </a:lnTo>
                <a:lnTo>
                  <a:pt x="3549" y="5969"/>
                </a:lnTo>
                <a:lnTo>
                  <a:pt x="3549" y="5968"/>
                </a:lnTo>
                <a:lnTo>
                  <a:pt x="3550" y="5968"/>
                </a:lnTo>
                <a:lnTo>
                  <a:pt x="3550" y="5967"/>
                </a:lnTo>
                <a:lnTo>
                  <a:pt x="3551" y="5967"/>
                </a:lnTo>
                <a:lnTo>
                  <a:pt x="3551" y="5966"/>
                </a:lnTo>
                <a:lnTo>
                  <a:pt x="3551" y="5965"/>
                </a:lnTo>
                <a:lnTo>
                  <a:pt x="3552" y="5965"/>
                </a:lnTo>
                <a:lnTo>
                  <a:pt x="3552" y="5964"/>
                </a:lnTo>
                <a:lnTo>
                  <a:pt x="3552" y="5962"/>
                </a:lnTo>
                <a:lnTo>
                  <a:pt x="3552" y="5961"/>
                </a:lnTo>
                <a:lnTo>
                  <a:pt x="3553" y="5961"/>
                </a:lnTo>
                <a:lnTo>
                  <a:pt x="3552" y="5961"/>
                </a:lnTo>
                <a:lnTo>
                  <a:pt x="3552" y="5960"/>
                </a:lnTo>
                <a:lnTo>
                  <a:pt x="3553" y="5960"/>
                </a:lnTo>
                <a:lnTo>
                  <a:pt x="3553" y="5959"/>
                </a:lnTo>
                <a:lnTo>
                  <a:pt x="3552" y="5959"/>
                </a:lnTo>
                <a:lnTo>
                  <a:pt x="3553" y="5959"/>
                </a:lnTo>
                <a:lnTo>
                  <a:pt x="3553" y="5958"/>
                </a:lnTo>
                <a:lnTo>
                  <a:pt x="3553" y="5957"/>
                </a:lnTo>
                <a:lnTo>
                  <a:pt x="3553" y="5956"/>
                </a:lnTo>
                <a:lnTo>
                  <a:pt x="3554" y="5956"/>
                </a:lnTo>
                <a:lnTo>
                  <a:pt x="3554" y="5957"/>
                </a:lnTo>
                <a:lnTo>
                  <a:pt x="3555" y="5957"/>
                </a:lnTo>
                <a:lnTo>
                  <a:pt x="3555" y="5958"/>
                </a:lnTo>
                <a:lnTo>
                  <a:pt x="3556" y="5958"/>
                </a:lnTo>
                <a:lnTo>
                  <a:pt x="3557" y="5958"/>
                </a:lnTo>
                <a:lnTo>
                  <a:pt x="3558" y="5958"/>
                </a:lnTo>
                <a:lnTo>
                  <a:pt x="3559" y="5958"/>
                </a:lnTo>
                <a:lnTo>
                  <a:pt x="3560" y="5958"/>
                </a:lnTo>
                <a:lnTo>
                  <a:pt x="3560" y="5957"/>
                </a:lnTo>
                <a:lnTo>
                  <a:pt x="3561" y="5957"/>
                </a:lnTo>
                <a:lnTo>
                  <a:pt x="3561" y="5956"/>
                </a:lnTo>
                <a:lnTo>
                  <a:pt x="3561" y="5955"/>
                </a:lnTo>
                <a:lnTo>
                  <a:pt x="3562" y="5955"/>
                </a:lnTo>
                <a:lnTo>
                  <a:pt x="3562" y="5954"/>
                </a:lnTo>
                <a:lnTo>
                  <a:pt x="3562" y="5953"/>
                </a:lnTo>
                <a:lnTo>
                  <a:pt x="3562" y="5952"/>
                </a:lnTo>
                <a:lnTo>
                  <a:pt x="3563" y="5952"/>
                </a:lnTo>
                <a:lnTo>
                  <a:pt x="3563" y="5951"/>
                </a:lnTo>
                <a:lnTo>
                  <a:pt x="3562" y="5950"/>
                </a:lnTo>
                <a:lnTo>
                  <a:pt x="3562" y="5949"/>
                </a:lnTo>
                <a:lnTo>
                  <a:pt x="3563" y="5949"/>
                </a:lnTo>
                <a:lnTo>
                  <a:pt x="3563" y="5948"/>
                </a:lnTo>
                <a:lnTo>
                  <a:pt x="3564" y="5948"/>
                </a:lnTo>
                <a:lnTo>
                  <a:pt x="3564" y="5947"/>
                </a:lnTo>
                <a:lnTo>
                  <a:pt x="3564" y="5946"/>
                </a:lnTo>
                <a:lnTo>
                  <a:pt x="3564" y="5945"/>
                </a:lnTo>
                <a:lnTo>
                  <a:pt x="3564" y="5944"/>
                </a:lnTo>
                <a:lnTo>
                  <a:pt x="3564" y="5943"/>
                </a:lnTo>
                <a:lnTo>
                  <a:pt x="3564" y="5942"/>
                </a:lnTo>
                <a:lnTo>
                  <a:pt x="3564" y="5941"/>
                </a:lnTo>
                <a:lnTo>
                  <a:pt x="3563" y="5941"/>
                </a:lnTo>
                <a:lnTo>
                  <a:pt x="3563" y="5940"/>
                </a:lnTo>
                <a:lnTo>
                  <a:pt x="3563" y="5939"/>
                </a:lnTo>
                <a:lnTo>
                  <a:pt x="3562" y="5939"/>
                </a:lnTo>
                <a:lnTo>
                  <a:pt x="3562" y="5938"/>
                </a:lnTo>
                <a:lnTo>
                  <a:pt x="3563" y="5938"/>
                </a:lnTo>
                <a:lnTo>
                  <a:pt x="3562" y="5938"/>
                </a:lnTo>
                <a:lnTo>
                  <a:pt x="3561" y="5938"/>
                </a:lnTo>
                <a:lnTo>
                  <a:pt x="3561" y="5937"/>
                </a:lnTo>
                <a:lnTo>
                  <a:pt x="3561" y="5936"/>
                </a:lnTo>
                <a:lnTo>
                  <a:pt x="3561" y="5935"/>
                </a:lnTo>
                <a:lnTo>
                  <a:pt x="3560" y="5935"/>
                </a:lnTo>
                <a:lnTo>
                  <a:pt x="3560" y="5934"/>
                </a:lnTo>
                <a:lnTo>
                  <a:pt x="3559" y="5934"/>
                </a:lnTo>
                <a:lnTo>
                  <a:pt x="3559" y="5933"/>
                </a:lnTo>
                <a:lnTo>
                  <a:pt x="3559" y="5932"/>
                </a:lnTo>
                <a:lnTo>
                  <a:pt x="3560" y="5932"/>
                </a:lnTo>
                <a:lnTo>
                  <a:pt x="3560" y="5931"/>
                </a:lnTo>
                <a:lnTo>
                  <a:pt x="3561" y="5931"/>
                </a:lnTo>
                <a:lnTo>
                  <a:pt x="3562" y="5931"/>
                </a:lnTo>
                <a:lnTo>
                  <a:pt x="3563" y="5931"/>
                </a:lnTo>
                <a:lnTo>
                  <a:pt x="3564" y="5931"/>
                </a:lnTo>
                <a:lnTo>
                  <a:pt x="3564" y="5930"/>
                </a:lnTo>
                <a:lnTo>
                  <a:pt x="3564" y="5931"/>
                </a:lnTo>
                <a:lnTo>
                  <a:pt x="3564" y="5930"/>
                </a:lnTo>
                <a:lnTo>
                  <a:pt x="3565" y="5930"/>
                </a:lnTo>
                <a:lnTo>
                  <a:pt x="3566" y="5930"/>
                </a:lnTo>
                <a:lnTo>
                  <a:pt x="3565" y="5930"/>
                </a:lnTo>
                <a:lnTo>
                  <a:pt x="3565" y="5929"/>
                </a:lnTo>
                <a:lnTo>
                  <a:pt x="3566" y="5929"/>
                </a:lnTo>
                <a:lnTo>
                  <a:pt x="3565" y="5929"/>
                </a:lnTo>
                <a:lnTo>
                  <a:pt x="3566" y="5929"/>
                </a:lnTo>
                <a:lnTo>
                  <a:pt x="3566" y="5928"/>
                </a:lnTo>
                <a:lnTo>
                  <a:pt x="3566" y="5927"/>
                </a:lnTo>
                <a:lnTo>
                  <a:pt x="3567" y="5927"/>
                </a:lnTo>
                <a:lnTo>
                  <a:pt x="3566" y="5927"/>
                </a:lnTo>
                <a:lnTo>
                  <a:pt x="3566" y="5926"/>
                </a:lnTo>
                <a:lnTo>
                  <a:pt x="3567" y="5926"/>
                </a:lnTo>
                <a:lnTo>
                  <a:pt x="3568" y="5926"/>
                </a:lnTo>
                <a:lnTo>
                  <a:pt x="3569" y="5926"/>
                </a:lnTo>
                <a:lnTo>
                  <a:pt x="3569" y="5925"/>
                </a:lnTo>
                <a:lnTo>
                  <a:pt x="3570" y="5925"/>
                </a:lnTo>
                <a:lnTo>
                  <a:pt x="3570" y="5924"/>
                </a:lnTo>
                <a:lnTo>
                  <a:pt x="3571" y="5924"/>
                </a:lnTo>
                <a:lnTo>
                  <a:pt x="3571" y="5923"/>
                </a:lnTo>
                <a:lnTo>
                  <a:pt x="3571" y="5922"/>
                </a:lnTo>
                <a:lnTo>
                  <a:pt x="3571" y="5921"/>
                </a:lnTo>
                <a:lnTo>
                  <a:pt x="3572" y="5921"/>
                </a:lnTo>
                <a:lnTo>
                  <a:pt x="3571" y="5921"/>
                </a:lnTo>
                <a:lnTo>
                  <a:pt x="3571" y="5920"/>
                </a:lnTo>
                <a:lnTo>
                  <a:pt x="3571" y="5919"/>
                </a:lnTo>
                <a:lnTo>
                  <a:pt x="3571" y="5918"/>
                </a:lnTo>
                <a:lnTo>
                  <a:pt x="3571" y="5917"/>
                </a:lnTo>
                <a:lnTo>
                  <a:pt x="3571" y="5916"/>
                </a:lnTo>
                <a:lnTo>
                  <a:pt x="3570" y="5916"/>
                </a:lnTo>
                <a:lnTo>
                  <a:pt x="3570" y="5915"/>
                </a:lnTo>
                <a:lnTo>
                  <a:pt x="3570" y="5914"/>
                </a:lnTo>
                <a:lnTo>
                  <a:pt x="3570" y="5913"/>
                </a:lnTo>
                <a:lnTo>
                  <a:pt x="3569" y="5913"/>
                </a:lnTo>
                <a:lnTo>
                  <a:pt x="3570" y="5913"/>
                </a:lnTo>
                <a:lnTo>
                  <a:pt x="3569" y="5913"/>
                </a:lnTo>
                <a:lnTo>
                  <a:pt x="3569" y="5912"/>
                </a:lnTo>
                <a:lnTo>
                  <a:pt x="3569" y="5911"/>
                </a:lnTo>
                <a:lnTo>
                  <a:pt x="3569" y="5910"/>
                </a:lnTo>
                <a:lnTo>
                  <a:pt x="3570" y="5910"/>
                </a:lnTo>
                <a:lnTo>
                  <a:pt x="3571" y="5910"/>
                </a:lnTo>
                <a:lnTo>
                  <a:pt x="3572" y="5911"/>
                </a:lnTo>
                <a:lnTo>
                  <a:pt x="3572" y="5912"/>
                </a:lnTo>
                <a:lnTo>
                  <a:pt x="3572" y="5913"/>
                </a:lnTo>
                <a:lnTo>
                  <a:pt x="3573" y="5913"/>
                </a:lnTo>
                <a:lnTo>
                  <a:pt x="3574" y="5913"/>
                </a:lnTo>
                <a:lnTo>
                  <a:pt x="3575" y="5913"/>
                </a:lnTo>
                <a:lnTo>
                  <a:pt x="3575" y="5912"/>
                </a:lnTo>
                <a:lnTo>
                  <a:pt x="3576" y="5912"/>
                </a:lnTo>
                <a:lnTo>
                  <a:pt x="3576" y="5913"/>
                </a:lnTo>
                <a:lnTo>
                  <a:pt x="3577" y="5913"/>
                </a:lnTo>
                <a:lnTo>
                  <a:pt x="3577" y="5914"/>
                </a:lnTo>
                <a:lnTo>
                  <a:pt x="3578" y="5914"/>
                </a:lnTo>
                <a:lnTo>
                  <a:pt x="3579" y="5914"/>
                </a:lnTo>
                <a:lnTo>
                  <a:pt x="3580" y="5914"/>
                </a:lnTo>
                <a:lnTo>
                  <a:pt x="3580" y="5915"/>
                </a:lnTo>
                <a:lnTo>
                  <a:pt x="3581" y="5915"/>
                </a:lnTo>
                <a:lnTo>
                  <a:pt x="3582" y="5914"/>
                </a:lnTo>
                <a:lnTo>
                  <a:pt x="3583" y="5914"/>
                </a:lnTo>
                <a:lnTo>
                  <a:pt x="3583" y="5915"/>
                </a:lnTo>
                <a:lnTo>
                  <a:pt x="3584" y="5915"/>
                </a:lnTo>
                <a:lnTo>
                  <a:pt x="3584" y="5916"/>
                </a:lnTo>
                <a:lnTo>
                  <a:pt x="3585" y="5916"/>
                </a:lnTo>
                <a:lnTo>
                  <a:pt x="3586" y="5916"/>
                </a:lnTo>
                <a:lnTo>
                  <a:pt x="3586" y="5917"/>
                </a:lnTo>
                <a:lnTo>
                  <a:pt x="3587" y="5917"/>
                </a:lnTo>
                <a:lnTo>
                  <a:pt x="3587" y="5918"/>
                </a:lnTo>
                <a:lnTo>
                  <a:pt x="3588" y="5918"/>
                </a:lnTo>
                <a:lnTo>
                  <a:pt x="3588" y="5919"/>
                </a:lnTo>
                <a:lnTo>
                  <a:pt x="3588" y="5920"/>
                </a:lnTo>
                <a:lnTo>
                  <a:pt x="3589" y="5920"/>
                </a:lnTo>
                <a:lnTo>
                  <a:pt x="3589" y="5921"/>
                </a:lnTo>
                <a:lnTo>
                  <a:pt x="3590" y="5921"/>
                </a:lnTo>
                <a:lnTo>
                  <a:pt x="3591" y="5921"/>
                </a:lnTo>
                <a:lnTo>
                  <a:pt x="3591" y="5922"/>
                </a:lnTo>
                <a:lnTo>
                  <a:pt x="3591" y="5923"/>
                </a:lnTo>
                <a:lnTo>
                  <a:pt x="3592" y="5923"/>
                </a:lnTo>
                <a:lnTo>
                  <a:pt x="3592" y="5924"/>
                </a:lnTo>
                <a:lnTo>
                  <a:pt x="3591" y="5924"/>
                </a:lnTo>
                <a:lnTo>
                  <a:pt x="3591" y="5925"/>
                </a:lnTo>
                <a:lnTo>
                  <a:pt x="3592" y="5925"/>
                </a:lnTo>
                <a:lnTo>
                  <a:pt x="3592" y="5926"/>
                </a:lnTo>
                <a:lnTo>
                  <a:pt x="3592" y="5927"/>
                </a:lnTo>
                <a:lnTo>
                  <a:pt x="3593" y="5927"/>
                </a:lnTo>
                <a:lnTo>
                  <a:pt x="3593" y="5928"/>
                </a:lnTo>
                <a:lnTo>
                  <a:pt x="3594" y="5928"/>
                </a:lnTo>
                <a:lnTo>
                  <a:pt x="3595" y="5928"/>
                </a:lnTo>
                <a:lnTo>
                  <a:pt x="3595" y="5927"/>
                </a:lnTo>
                <a:lnTo>
                  <a:pt x="3596" y="5927"/>
                </a:lnTo>
                <a:lnTo>
                  <a:pt x="3596" y="5926"/>
                </a:lnTo>
                <a:lnTo>
                  <a:pt x="3596" y="5925"/>
                </a:lnTo>
                <a:lnTo>
                  <a:pt x="3597" y="5925"/>
                </a:lnTo>
                <a:lnTo>
                  <a:pt x="3598" y="5925"/>
                </a:lnTo>
                <a:lnTo>
                  <a:pt x="3598" y="5924"/>
                </a:lnTo>
                <a:lnTo>
                  <a:pt x="3599" y="5924"/>
                </a:lnTo>
                <a:lnTo>
                  <a:pt x="3599" y="5923"/>
                </a:lnTo>
                <a:lnTo>
                  <a:pt x="3600" y="5923"/>
                </a:lnTo>
                <a:lnTo>
                  <a:pt x="3600" y="5922"/>
                </a:lnTo>
                <a:lnTo>
                  <a:pt x="3601" y="5922"/>
                </a:lnTo>
                <a:lnTo>
                  <a:pt x="3602" y="5922"/>
                </a:lnTo>
                <a:lnTo>
                  <a:pt x="3603" y="5922"/>
                </a:lnTo>
                <a:lnTo>
                  <a:pt x="3603" y="5923"/>
                </a:lnTo>
                <a:lnTo>
                  <a:pt x="3604" y="5923"/>
                </a:lnTo>
                <a:lnTo>
                  <a:pt x="3604" y="5922"/>
                </a:lnTo>
                <a:lnTo>
                  <a:pt x="3605" y="5922"/>
                </a:lnTo>
                <a:lnTo>
                  <a:pt x="3606" y="5922"/>
                </a:lnTo>
                <a:lnTo>
                  <a:pt x="3606" y="5921"/>
                </a:lnTo>
                <a:lnTo>
                  <a:pt x="3606" y="5920"/>
                </a:lnTo>
                <a:lnTo>
                  <a:pt x="3607" y="5920"/>
                </a:lnTo>
                <a:lnTo>
                  <a:pt x="3607" y="5919"/>
                </a:lnTo>
                <a:lnTo>
                  <a:pt x="3608" y="5919"/>
                </a:lnTo>
                <a:lnTo>
                  <a:pt x="3609" y="5919"/>
                </a:lnTo>
                <a:lnTo>
                  <a:pt x="3610" y="5919"/>
                </a:lnTo>
                <a:lnTo>
                  <a:pt x="3611" y="5919"/>
                </a:lnTo>
                <a:lnTo>
                  <a:pt x="3611" y="5918"/>
                </a:lnTo>
                <a:lnTo>
                  <a:pt x="3612" y="5918"/>
                </a:lnTo>
                <a:lnTo>
                  <a:pt x="3612" y="5917"/>
                </a:lnTo>
                <a:lnTo>
                  <a:pt x="3613" y="5917"/>
                </a:lnTo>
                <a:lnTo>
                  <a:pt x="3613" y="5916"/>
                </a:lnTo>
                <a:lnTo>
                  <a:pt x="3613" y="5915"/>
                </a:lnTo>
                <a:lnTo>
                  <a:pt x="3613" y="5914"/>
                </a:lnTo>
                <a:lnTo>
                  <a:pt x="3613" y="5913"/>
                </a:lnTo>
                <a:lnTo>
                  <a:pt x="3612" y="5913"/>
                </a:lnTo>
                <a:lnTo>
                  <a:pt x="3613" y="5913"/>
                </a:lnTo>
                <a:lnTo>
                  <a:pt x="3613" y="5912"/>
                </a:lnTo>
                <a:lnTo>
                  <a:pt x="3612" y="5912"/>
                </a:lnTo>
                <a:lnTo>
                  <a:pt x="3612" y="5911"/>
                </a:lnTo>
                <a:lnTo>
                  <a:pt x="3613" y="5911"/>
                </a:lnTo>
                <a:lnTo>
                  <a:pt x="3613" y="5910"/>
                </a:lnTo>
                <a:lnTo>
                  <a:pt x="3613" y="5909"/>
                </a:lnTo>
                <a:lnTo>
                  <a:pt x="3614" y="5909"/>
                </a:lnTo>
                <a:lnTo>
                  <a:pt x="3614" y="5908"/>
                </a:lnTo>
                <a:lnTo>
                  <a:pt x="3613" y="5908"/>
                </a:lnTo>
                <a:lnTo>
                  <a:pt x="3613" y="5907"/>
                </a:lnTo>
                <a:lnTo>
                  <a:pt x="3614" y="5907"/>
                </a:lnTo>
                <a:lnTo>
                  <a:pt x="3614" y="5906"/>
                </a:lnTo>
                <a:lnTo>
                  <a:pt x="3614" y="5905"/>
                </a:lnTo>
                <a:lnTo>
                  <a:pt x="3615" y="5905"/>
                </a:lnTo>
                <a:lnTo>
                  <a:pt x="3615" y="5904"/>
                </a:lnTo>
                <a:lnTo>
                  <a:pt x="3616" y="5904"/>
                </a:lnTo>
                <a:lnTo>
                  <a:pt x="3616" y="5903"/>
                </a:lnTo>
                <a:lnTo>
                  <a:pt x="3617" y="5903"/>
                </a:lnTo>
                <a:lnTo>
                  <a:pt x="3618" y="5903"/>
                </a:lnTo>
                <a:lnTo>
                  <a:pt x="3618" y="5902"/>
                </a:lnTo>
                <a:lnTo>
                  <a:pt x="3619" y="5902"/>
                </a:lnTo>
                <a:lnTo>
                  <a:pt x="3620" y="5902"/>
                </a:lnTo>
                <a:lnTo>
                  <a:pt x="3621" y="5902"/>
                </a:lnTo>
                <a:lnTo>
                  <a:pt x="3622" y="5902"/>
                </a:lnTo>
                <a:lnTo>
                  <a:pt x="3622" y="5901"/>
                </a:lnTo>
                <a:lnTo>
                  <a:pt x="3622" y="5902"/>
                </a:lnTo>
                <a:lnTo>
                  <a:pt x="3623" y="5902"/>
                </a:lnTo>
                <a:lnTo>
                  <a:pt x="3623" y="5901"/>
                </a:lnTo>
                <a:lnTo>
                  <a:pt x="3623" y="5900"/>
                </a:lnTo>
                <a:lnTo>
                  <a:pt x="3624" y="5900"/>
                </a:lnTo>
                <a:lnTo>
                  <a:pt x="3624" y="5898"/>
                </a:lnTo>
                <a:lnTo>
                  <a:pt x="3625" y="5898"/>
                </a:lnTo>
                <a:lnTo>
                  <a:pt x="3625" y="5897"/>
                </a:lnTo>
                <a:lnTo>
                  <a:pt x="3625" y="5896"/>
                </a:lnTo>
                <a:lnTo>
                  <a:pt x="3624" y="5896"/>
                </a:lnTo>
                <a:lnTo>
                  <a:pt x="3624" y="5895"/>
                </a:lnTo>
                <a:lnTo>
                  <a:pt x="3624" y="5894"/>
                </a:lnTo>
                <a:lnTo>
                  <a:pt x="3624" y="5893"/>
                </a:lnTo>
                <a:lnTo>
                  <a:pt x="3624" y="5892"/>
                </a:lnTo>
                <a:lnTo>
                  <a:pt x="3624" y="5891"/>
                </a:lnTo>
                <a:lnTo>
                  <a:pt x="3625" y="5891"/>
                </a:lnTo>
                <a:lnTo>
                  <a:pt x="3625" y="5890"/>
                </a:lnTo>
                <a:lnTo>
                  <a:pt x="3626" y="5890"/>
                </a:lnTo>
                <a:lnTo>
                  <a:pt x="3626" y="5889"/>
                </a:lnTo>
                <a:lnTo>
                  <a:pt x="3626" y="5888"/>
                </a:lnTo>
                <a:lnTo>
                  <a:pt x="3627" y="5888"/>
                </a:lnTo>
                <a:lnTo>
                  <a:pt x="3628" y="5888"/>
                </a:lnTo>
                <a:lnTo>
                  <a:pt x="3628" y="5887"/>
                </a:lnTo>
                <a:lnTo>
                  <a:pt x="3628" y="5886"/>
                </a:lnTo>
                <a:lnTo>
                  <a:pt x="3628" y="5885"/>
                </a:lnTo>
                <a:lnTo>
                  <a:pt x="3627" y="5885"/>
                </a:lnTo>
                <a:lnTo>
                  <a:pt x="3627" y="5884"/>
                </a:lnTo>
                <a:lnTo>
                  <a:pt x="3627" y="5883"/>
                </a:lnTo>
                <a:lnTo>
                  <a:pt x="3627" y="5882"/>
                </a:lnTo>
                <a:lnTo>
                  <a:pt x="3628" y="5882"/>
                </a:lnTo>
                <a:lnTo>
                  <a:pt x="3628" y="5881"/>
                </a:lnTo>
                <a:lnTo>
                  <a:pt x="3629" y="5881"/>
                </a:lnTo>
                <a:lnTo>
                  <a:pt x="3629" y="5880"/>
                </a:lnTo>
                <a:lnTo>
                  <a:pt x="3630" y="5880"/>
                </a:lnTo>
                <a:lnTo>
                  <a:pt x="3630" y="5879"/>
                </a:lnTo>
                <a:lnTo>
                  <a:pt x="3630" y="5878"/>
                </a:lnTo>
                <a:lnTo>
                  <a:pt x="3631" y="5878"/>
                </a:lnTo>
                <a:lnTo>
                  <a:pt x="3631" y="5877"/>
                </a:lnTo>
                <a:lnTo>
                  <a:pt x="3631" y="5876"/>
                </a:lnTo>
                <a:lnTo>
                  <a:pt x="3632" y="5876"/>
                </a:lnTo>
                <a:lnTo>
                  <a:pt x="3633" y="5876"/>
                </a:lnTo>
                <a:lnTo>
                  <a:pt x="3634" y="5876"/>
                </a:lnTo>
                <a:lnTo>
                  <a:pt x="3634" y="5875"/>
                </a:lnTo>
                <a:lnTo>
                  <a:pt x="3635" y="5875"/>
                </a:lnTo>
                <a:lnTo>
                  <a:pt x="3635" y="5874"/>
                </a:lnTo>
                <a:lnTo>
                  <a:pt x="3636" y="5874"/>
                </a:lnTo>
                <a:lnTo>
                  <a:pt x="3636" y="5873"/>
                </a:lnTo>
                <a:lnTo>
                  <a:pt x="3636" y="5872"/>
                </a:lnTo>
                <a:lnTo>
                  <a:pt x="3637" y="5872"/>
                </a:lnTo>
                <a:lnTo>
                  <a:pt x="3637" y="5871"/>
                </a:lnTo>
                <a:lnTo>
                  <a:pt x="3638" y="5871"/>
                </a:lnTo>
                <a:lnTo>
                  <a:pt x="3638" y="5870"/>
                </a:lnTo>
                <a:lnTo>
                  <a:pt x="3639" y="5870"/>
                </a:lnTo>
                <a:lnTo>
                  <a:pt x="3640" y="5870"/>
                </a:lnTo>
                <a:lnTo>
                  <a:pt x="3641" y="5870"/>
                </a:lnTo>
                <a:lnTo>
                  <a:pt x="3641" y="5871"/>
                </a:lnTo>
                <a:lnTo>
                  <a:pt x="3642" y="5871"/>
                </a:lnTo>
                <a:lnTo>
                  <a:pt x="3642" y="5870"/>
                </a:lnTo>
                <a:lnTo>
                  <a:pt x="3643" y="5870"/>
                </a:lnTo>
                <a:lnTo>
                  <a:pt x="3644" y="5870"/>
                </a:lnTo>
                <a:lnTo>
                  <a:pt x="3645" y="5870"/>
                </a:lnTo>
                <a:lnTo>
                  <a:pt x="3645" y="5871"/>
                </a:lnTo>
                <a:lnTo>
                  <a:pt x="3646" y="5871"/>
                </a:lnTo>
                <a:lnTo>
                  <a:pt x="3646" y="5872"/>
                </a:lnTo>
                <a:lnTo>
                  <a:pt x="3647" y="5872"/>
                </a:lnTo>
                <a:lnTo>
                  <a:pt x="3647" y="5873"/>
                </a:lnTo>
                <a:lnTo>
                  <a:pt x="3646" y="5873"/>
                </a:lnTo>
                <a:lnTo>
                  <a:pt x="3646" y="5874"/>
                </a:lnTo>
                <a:lnTo>
                  <a:pt x="3647" y="5874"/>
                </a:lnTo>
                <a:lnTo>
                  <a:pt x="3647" y="5875"/>
                </a:lnTo>
                <a:lnTo>
                  <a:pt x="3648" y="5874"/>
                </a:lnTo>
                <a:lnTo>
                  <a:pt x="3648" y="5875"/>
                </a:lnTo>
                <a:lnTo>
                  <a:pt x="3649" y="5875"/>
                </a:lnTo>
                <a:lnTo>
                  <a:pt x="3649" y="5876"/>
                </a:lnTo>
                <a:lnTo>
                  <a:pt x="3650" y="5876"/>
                </a:lnTo>
                <a:lnTo>
                  <a:pt x="3651" y="5877"/>
                </a:lnTo>
                <a:lnTo>
                  <a:pt x="3652" y="5877"/>
                </a:lnTo>
                <a:lnTo>
                  <a:pt x="3653" y="5877"/>
                </a:lnTo>
                <a:lnTo>
                  <a:pt x="3653" y="5878"/>
                </a:lnTo>
                <a:lnTo>
                  <a:pt x="3653" y="5879"/>
                </a:lnTo>
                <a:lnTo>
                  <a:pt x="3654" y="5879"/>
                </a:lnTo>
                <a:lnTo>
                  <a:pt x="3654" y="5878"/>
                </a:lnTo>
                <a:lnTo>
                  <a:pt x="3655" y="5878"/>
                </a:lnTo>
                <a:lnTo>
                  <a:pt x="3655" y="5879"/>
                </a:lnTo>
                <a:lnTo>
                  <a:pt x="3656" y="5879"/>
                </a:lnTo>
                <a:lnTo>
                  <a:pt x="3656" y="5880"/>
                </a:lnTo>
                <a:lnTo>
                  <a:pt x="3657" y="5880"/>
                </a:lnTo>
                <a:lnTo>
                  <a:pt x="3657" y="5881"/>
                </a:lnTo>
                <a:lnTo>
                  <a:pt x="3658" y="5881"/>
                </a:lnTo>
                <a:lnTo>
                  <a:pt x="3658" y="5880"/>
                </a:lnTo>
                <a:lnTo>
                  <a:pt x="3658" y="5879"/>
                </a:lnTo>
                <a:lnTo>
                  <a:pt x="3659" y="5879"/>
                </a:lnTo>
                <a:lnTo>
                  <a:pt x="3660" y="5879"/>
                </a:lnTo>
                <a:lnTo>
                  <a:pt x="3660" y="5878"/>
                </a:lnTo>
                <a:lnTo>
                  <a:pt x="3661" y="5878"/>
                </a:lnTo>
                <a:lnTo>
                  <a:pt x="3661" y="5877"/>
                </a:lnTo>
                <a:lnTo>
                  <a:pt x="3662" y="5877"/>
                </a:lnTo>
                <a:lnTo>
                  <a:pt x="3663" y="5877"/>
                </a:lnTo>
                <a:lnTo>
                  <a:pt x="3664" y="5877"/>
                </a:lnTo>
                <a:lnTo>
                  <a:pt x="3665" y="5876"/>
                </a:lnTo>
                <a:lnTo>
                  <a:pt x="3665" y="5875"/>
                </a:lnTo>
                <a:lnTo>
                  <a:pt x="3666" y="5875"/>
                </a:lnTo>
                <a:lnTo>
                  <a:pt x="3666" y="5874"/>
                </a:lnTo>
                <a:lnTo>
                  <a:pt x="3666" y="5873"/>
                </a:lnTo>
                <a:lnTo>
                  <a:pt x="3667" y="5873"/>
                </a:lnTo>
                <a:lnTo>
                  <a:pt x="3667" y="5872"/>
                </a:lnTo>
                <a:lnTo>
                  <a:pt x="3669" y="5872"/>
                </a:lnTo>
                <a:lnTo>
                  <a:pt x="3669" y="5871"/>
                </a:lnTo>
                <a:lnTo>
                  <a:pt x="3670" y="5871"/>
                </a:lnTo>
                <a:lnTo>
                  <a:pt x="3670" y="5870"/>
                </a:lnTo>
                <a:lnTo>
                  <a:pt x="3671" y="5870"/>
                </a:lnTo>
                <a:lnTo>
                  <a:pt x="3671" y="5869"/>
                </a:lnTo>
                <a:lnTo>
                  <a:pt x="3671" y="5868"/>
                </a:lnTo>
                <a:lnTo>
                  <a:pt x="3671" y="5867"/>
                </a:lnTo>
                <a:lnTo>
                  <a:pt x="3671" y="5866"/>
                </a:lnTo>
                <a:lnTo>
                  <a:pt x="3672" y="5866"/>
                </a:lnTo>
                <a:lnTo>
                  <a:pt x="3671" y="5866"/>
                </a:lnTo>
                <a:lnTo>
                  <a:pt x="3671" y="5865"/>
                </a:lnTo>
                <a:lnTo>
                  <a:pt x="3671" y="5864"/>
                </a:lnTo>
                <a:lnTo>
                  <a:pt x="3671" y="5863"/>
                </a:lnTo>
                <a:lnTo>
                  <a:pt x="3671" y="5862"/>
                </a:lnTo>
                <a:lnTo>
                  <a:pt x="3671" y="5861"/>
                </a:lnTo>
                <a:lnTo>
                  <a:pt x="3671" y="5860"/>
                </a:lnTo>
                <a:lnTo>
                  <a:pt x="3670" y="5860"/>
                </a:lnTo>
                <a:lnTo>
                  <a:pt x="3669" y="5859"/>
                </a:lnTo>
                <a:lnTo>
                  <a:pt x="3668" y="5859"/>
                </a:lnTo>
                <a:lnTo>
                  <a:pt x="3668" y="5858"/>
                </a:lnTo>
                <a:lnTo>
                  <a:pt x="3669" y="5858"/>
                </a:lnTo>
                <a:lnTo>
                  <a:pt x="3669" y="5857"/>
                </a:lnTo>
                <a:lnTo>
                  <a:pt x="3668" y="5857"/>
                </a:lnTo>
                <a:lnTo>
                  <a:pt x="3668" y="5856"/>
                </a:lnTo>
                <a:lnTo>
                  <a:pt x="3668" y="5855"/>
                </a:lnTo>
                <a:lnTo>
                  <a:pt x="3668" y="5854"/>
                </a:lnTo>
                <a:lnTo>
                  <a:pt x="3668" y="5853"/>
                </a:lnTo>
                <a:lnTo>
                  <a:pt x="3667" y="5853"/>
                </a:lnTo>
                <a:lnTo>
                  <a:pt x="3667" y="5852"/>
                </a:lnTo>
                <a:lnTo>
                  <a:pt x="3666" y="5851"/>
                </a:lnTo>
                <a:lnTo>
                  <a:pt x="3665" y="5851"/>
                </a:lnTo>
                <a:lnTo>
                  <a:pt x="3665" y="5850"/>
                </a:lnTo>
                <a:lnTo>
                  <a:pt x="3664" y="5850"/>
                </a:lnTo>
                <a:lnTo>
                  <a:pt x="3664" y="5849"/>
                </a:lnTo>
                <a:lnTo>
                  <a:pt x="3664" y="5848"/>
                </a:lnTo>
                <a:lnTo>
                  <a:pt x="3663" y="5848"/>
                </a:lnTo>
                <a:lnTo>
                  <a:pt x="3662" y="5848"/>
                </a:lnTo>
                <a:lnTo>
                  <a:pt x="3662" y="5847"/>
                </a:lnTo>
                <a:lnTo>
                  <a:pt x="3661" y="5847"/>
                </a:lnTo>
                <a:lnTo>
                  <a:pt x="3661" y="5846"/>
                </a:lnTo>
                <a:lnTo>
                  <a:pt x="3662" y="5846"/>
                </a:lnTo>
                <a:lnTo>
                  <a:pt x="3661" y="5845"/>
                </a:lnTo>
                <a:lnTo>
                  <a:pt x="3660" y="5845"/>
                </a:lnTo>
                <a:lnTo>
                  <a:pt x="3659" y="5845"/>
                </a:lnTo>
                <a:lnTo>
                  <a:pt x="3658" y="5845"/>
                </a:lnTo>
                <a:lnTo>
                  <a:pt x="3658" y="5846"/>
                </a:lnTo>
                <a:lnTo>
                  <a:pt x="3658" y="5845"/>
                </a:lnTo>
                <a:lnTo>
                  <a:pt x="3657" y="5845"/>
                </a:lnTo>
                <a:lnTo>
                  <a:pt x="3656" y="5845"/>
                </a:lnTo>
                <a:lnTo>
                  <a:pt x="3656" y="5844"/>
                </a:lnTo>
                <a:lnTo>
                  <a:pt x="3656" y="5843"/>
                </a:lnTo>
                <a:lnTo>
                  <a:pt x="3656" y="5842"/>
                </a:lnTo>
                <a:lnTo>
                  <a:pt x="3656" y="5841"/>
                </a:lnTo>
                <a:lnTo>
                  <a:pt x="3655" y="5841"/>
                </a:lnTo>
                <a:lnTo>
                  <a:pt x="3655" y="5840"/>
                </a:lnTo>
                <a:lnTo>
                  <a:pt x="3655" y="5839"/>
                </a:lnTo>
                <a:lnTo>
                  <a:pt x="3655" y="5838"/>
                </a:lnTo>
                <a:lnTo>
                  <a:pt x="3655" y="5837"/>
                </a:lnTo>
                <a:lnTo>
                  <a:pt x="3655" y="5836"/>
                </a:lnTo>
                <a:lnTo>
                  <a:pt x="3655" y="5835"/>
                </a:lnTo>
                <a:lnTo>
                  <a:pt x="3654" y="5835"/>
                </a:lnTo>
                <a:lnTo>
                  <a:pt x="3654" y="5834"/>
                </a:lnTo>
                <a:lnTo>
                  <a:pt x="3654" y="5833"/>
                </a:lnTo>
                <a:lnTo>
                  <a:pt x="3654" y="5832"/>
                </a:lnTo>
                <a:lnTo>
                  <a:pt x="3654" y="5831"/>
                </a:lnTo>
                <a:lnTo>
                  <a:pt x="3654" y="5830"/>
                </a:lnTo>
                <a:lnTo>
                  <a:pt x="3654" y="5829"/>
                </a:lnTo>
                <a:lnTo>
                  <a:pt x="3654" y="5828"/>
                </a:lnTo>
                <a:lnTo>
                  <a:pt x="3654" y="5827"/>
                </a:lnTo>
                <a:lnTo>
                  <a:pt x="3654" y="5826"/>
                </a:lnTo>
                <a:lnTo>
                  <a:pt x="3653" y="5826"/>
                </a:lnTo>
                <a:lnTo>
                  <a:pt x="3653" y="5825"/>
                </a:lnTo>
                <a:lnTo>
                  <a:pt x="3653" y="5824"/>
                </a:lnTo>
                <a:lnTo>
                  <a:pt x="3652" y="5824"/>
                </a:lnTo>
                <a:lnTo>
                  <a:pt x="3651" y="5824"/>
                </a:lnTo>
                <a:lnTo>
                  <a:pt x="3650" y="5824"/>
                </a:lnTo>
                <a:lnTo>
                  <a:pt x="3651" y="5824"/>
                </a:lnTo>
                <a:lnTo>
                  <a:pt x="3651" y="5823"/>
                </a:lnTo>
                <a:lnTo>
                  <a:pt x="3652" y="5822"/>
                </a:lnTo>
                <a:lnTo>
                  <a:pt x="3652" y="5821"/>
                </a:lnTo>
                <a:lnTo>
                  <a:pt x="3651" y="5821"/>
                </a:lnTo>
                <a:lnTo>
                  <a:pt x="3651" y="5820"/>
                </a:lnTo>
                <a:lnTo>
                  <a:pt x="3652" y="5820"/>
                </a:lnTo>
                <a:lnTo>
                  <a:pt x="3652" y="5819"/>
                </a:lnTo>
                <a:lnTo>
                  <a:pt x="3651" y="5819"/>
                </a:lnTo>
                <a:lnTo>
                  <a:pt x="3651" y="5818"/>
                </a:lnTo>
                <a:lnTo>
                  <a:pt x="3651" y="5817"/>
                </a:lnTo>
                <a:lnTo>
                  <a:pt x="3651" y="5816"/>
                </a:lnTo>
                <a:lnTo>
                  <a:pt x="3650" y="5816"/>
                </a:lnTo>
                <a:lnTo>
                  <a:pt x="3650" y="5815"/>
                </a:lnTo>
                <a:lnTo>
                  <a:pt x="3650" y="5814"/>
                </a:lnTo>
                <a:lnTo>
                  <a:pt x="3651" y="5814"/>
                </a:lnTo>
                <a:lnTo>
                  <a:pt x="3651" y="5813"/>
                </a:lnTo>
                <a:lnTo>
                  <a:pt x="3652" y="5813"/>
                </a:lnTo>
                <a:lnTo>
                  <a:pt x="3652" y="5812"/>
                </a:lnTo>
                <a:lnTo>
                  <a:pt x="3652" y="5811"/>
                </a:lnTo>
                <a:lnTo>
                  <a:pt x="3652" y="5810"/>
                </a:lnTo>
                <a:lnTo>
                  <a:pt x="3653" y="5810"/>
                </a:lnTo>
                <a:lnTo>
                  <a:pt x="3654" y="5810"/>
                </a:lnTo>
                <a:lnTo>
                  <a:pt x="3654" y="5811"/>
                </a:lnTo>
                <a:lnTo>
                  <a:pt x="3655" y="5811"/>
                </a:lnTo>
                <a:lnTo>
                  <a:pt x="3655" y="5812"/>
                </a:lnTo>
                <a:lnTo>
                  <a:pt x="3656" y="5812"/>
                </a:lnTo>
                <a:lnTo>
                  <a:pt x="3657" y="5812"/>
                </a:lnTo>
                <a:lnTo>
                  <a:pt x="3657" y="5811"/>
                </a:lnTo>
                <a:lnTo>
                  <a:pt x="3658" y="5810"/>
                </a:lnTo>
                <a:lnTo>
                  <a:pt x="3659" y="5810"/>
                </a:lnTo>
                <a:lnTo>
                  <a:pt x="3660" y="5810"/>
                </a:lnTo>
                <a:lnTo>
                  <a:pt x="3660" y="5809"/>
                </a:lnTo>
                <a:lnTo>
                  <a:pt x="3661" y="5809"/>
                </a:lnTo>
                <a:lnTo>
                  <a:pt x="3662" y="5810"/>
                </a:lnTo>
                <a:lnTo>
                  <a:pt x="3663" y="5810"/>
                </a:lnTo>
                <a:lnTo>
                  <a:pt x="3664" y="5810"/>
                </a:lnTo>
                <a:lnTo>
                  <a:pt x="3665" y="5810"/>
                </a:lnTo>
                <a:lnTo>
                  <a:pt x="3665" y="5811"/>
                </a:lnTo>
                <a:lnTo>
                  <a:pt x="3665" y="5812"/>
                </a:lnTo>
                <a:lnTo>
                  <a:pt x="3666" y="5812"/>
                </a:lnTo>
                <a:lnTo>
                  <a:pt x="3666" y="5813"/>
                </a:lnTo>
                <a:lnTo>
                  <a:pt x="3666" y="5814"/>
                </a:lnTo>
                <a:lnTo>
                  <a:pt x="3667" y="5814"/>
                </a:lnTo>
                <a:lnTo>
                  <a:pt x="3667" y="5815"/>
                </a:lnTo>
                <a:lnTo>
                  <a:pt x="3667" y="5816"/>
                </a:lnTo>
                <a:lnTo>
                  <a:pt x="3667" y="5817"/>
                </a:lnTo>
                <a:lnTo>
                  <a:pt x="3666" y="5817"/>
                </a:lnTo>
                <a:lnTo>
                  <a:pt x="3666" y="5818"/>
                </a:lnTo>
                <a:lnTo>
                  <a:pt x="3665" y="5818"/>
                </a:lnTo>
                <a:lnTo>
                  <a:pt x="3665" y="5819"/>
                </a:lnTo>
                <a:lnTo>
                  <a:pt x="3665" y="5820"/>
                </a:lnTo>
                <a:lnTo>
                  <a:pt x="3665" y="5821"/>
                </a:lnTo>
                <a:lnTo>
                  <a:pt x="3665" y="5822"/>
                </a:lnTo>
                <a:lnTo>
                  <a:pt x="3667" y="5822"/>
                </a:lnTo>
                <a:lnTo>
                  <a:pt x="3667" y="5821"/>
                </a:lnTo>
                <a:lnTo>
                  <a:pt x="3668" y="5821"/>
                </a:lnTo>
                <a:lnTo>
                  <a:pt x="3668" y="5820"/>
                </a:lnTo>
                <a:lnTo>
                  <a:pt x="3669" y="5820"/>
                </a:lnTo>
                <a:lnTo>
                  <a:pt x="3669" y="5819"/>
                </a:lnTo>
                <a:lnTo>
                  <a:pt x="3670" y="5819"/>
                </a:lnTo>
                <a:lnTo>
                  <a:pt x="3671" y="5819"/>
                </a:lnTo>
                <a:lnTo>
                  <a:pt x="3671" y="5818"/>
                </a:lnTo>
                <a:lnTo>
                  <a:pt x="3671" y="5817"/>
                </a:lnTo>
                <a:lnTo>
                  <a:pt x="3672" y="5817"/>
                </a:lnTo>
                <a:lnTo>
                  <a:pt x="3673" y="5817"/>
                </a:lnTo>
                <a:lnTo>
                  <a:pt x="3673" y="5818"/>
                </a:lnTo>
                <a:lnTo>
                  <a:pt x="3673" y="5817"/>
                </a:lnTo>
                <a:lnTo>
                  <a:pt x="3673" y="5816"/>
                </a:lnTo>
                <a:lnTo>
                  <a:pt x="3674" y="5816"/>
                </a:lnTo>
                <a:lnTo>
                  <a:pt x="3675" y="5816"/>
                </a:lnTo>
                <a:lnTo>
                  <a:pt x="3675" y="5815"/>
                </a:lnTo>
                <a:lnTo>
                  <a:pt x="3676" y="5815"/>
                </a:lnTo>
                <a:lnTo>
                  <a:pt x="3676" y="5814"/>
                </a:lnTo>
                <a:lnTo>
                  <a:pt x="3677" y="5814"/>
                </a:lnTo>
                <a:lnTo>
                  <a:pt x="3676" y="5814"/>
                </a:lnTo>
                <a:lnTo>
                  <a:pt x="3676" y="5812"/>
                </a:lnTo>
                <a:lnTo>
                  <a:pt x="3676" y="5811"/>
                </a:lnTo>
                <a:lnTo>
                  <a:pt x="3675" y="5811"/>
                </a:lnTo>
                <a:lnTo>
                  <a:pt x="3675" y="5810"/>
                </a:lnTo>
                <a:lnTo>
                  <a:pt x="3675" y="5809"/>
                </a:lnTo>
                <a:lnTo>
                  <a:pt x="3676" y="5808"/>
                </a:lnTo>
                <a:lnTo>
                  <a:pt x="3677" y="5808"/>
                </a:lnTo>
                <a:lnTo>
                  <a:pt x="3678" y="5808"/>
                </a:lnTo>
                <a:lnTo>
                  <a:pt x="3678" y="5807"/>
                </a:lnTo>
                <a:lnTo>
                  <a:pt x="3679" y="5807"/>
                </a:lnTo>
                <a:lnTo>
                  <a:pt x="3679" y="5806"/>
                </a:lnTo>
                <a:lnTo>
                  <a:pt x="3679" y="5805"/>
                </a:lnTo>
                <a:lnTo>
                  <a:pt x="3680" y="5805"/>
                </a:lnTo>
                <a:lnTo>
                  <a:pt x="3680" y="5804"/>
                </a:lnTo>
                <a:lnTo>
                  <a:pt x="3680" y="5803"/>
                </a:lnTo>
                <a:lnTo>
                  <a:pt x="3680" y="5802"/>
                </a:lnTo>
                <a:lnTo>
                  <a:pt x="3681" y="5802"/>
                </a:lnTo>
                <a:lnTo>
                  <a:pt x="3680" y="5802"/>
                </a:lnTo>
                <a:lnTo>
                  <a:pt x="3680" y="5801"/>
                </a:lnTo>
                <a:lnTo>
                  <a:pt x="3679" y="5801"/>
                </a:lnTo>
                <a:lnTo>
                  <a:pt x="3679" y="5800"/>
                </a:lnTo>
                <a:lnTo>
                  <a:pt x="3679" y="5799"/>
                </a:lnTo>
                <a:lnTo>
                  <a:pt x="3679" y="5798"/>
                </a:lnTo>
                <a:lnTo>
                  <a:pt x="3679" y="5797"/>
                </a:lnTo>
                <a:lnTo>
                  <a:pt x="3678" y="5797"/>
                </a:lnTo>
                <a:lnTo>
                  <a:pt x="3678" y="5796"/>
                </a:lnTo>
                <a:lnTo>
                  <a:pt x="3678" y="5795"/>
                </a:lnTo>
                <a:lnTo>
                  <a:pt x="3677" y="5795"/>
                </a:lnTo>
                <a:lnTo>
                  <a:pt x="3677" y="5794"/>
                </a:lnTo>
                <a:lnTo>
                  <a:pt x="3677" y="5793"/>
                </a:lnTo>
                <a:lnTo>
                  <a:pt x="3676" y="5793"/>
                </a:lnTo>
                <a:lnTo>
                  <a:pt x="3676" y="5792"/>
                </a:lnTo>
                <a:lnTo>
                  <a:pt x="3676" y="5791"/>
                </a:lnTo>
                <a:lnTo>
                  <a:pt x="3675" y="5791"/>
                </a:lnTo>
                <a:lnTo>
                  <a:pt x="3674" y="5791"/>
                </a:lnTo>
                <a:lnTo>
                  <a:pt x="3674" y="5792"/>
                </a:lnTo>
                <a:lnTo>
                  <a:pt x="3673" y="5792"/>
                </a:lnTo>
                <a:lnTo>
                  <a:pt x="3673" y="5793"/>
                </a:lnTo>
                <a:lnTo>
                  <a:pt x="3673" y="5792"/>
                </a:lnTo>
                <a:lnTo>
                  <a:pt x="3672" y="5792"/>
                </a:lnTo>
                <a:lnTo>
                  <a:pt x="3672" y="5791"/>
                </a:lnTo>
                <a:lnTo>
                  <a:pt x="3671" y="5791"/>
                </a:lnTo>
                <a:lnTo>
                  <a:pt x="3670" y="5791"/>
                </a:lnTo>
                <a:lnTo>
                  <a:pt x="3670" y="5790"/>
                </a:lnTo>
                <a:lnTo>
                  <a:pt x="3670" y="5789"/>
                </a:lnTo>
                <a:lnTo>
                  <a:pt x="3671" y="5789"/>
                </a:lnTo>
                <a:lnTo>
                  <a:pt x="3671" y="5788"/>
                </a:lnTo>
                <a:lnTo>
                  <a:pt x="3671" y="5787"/>
                </a:lnTo>
                <a:lnTo>
                  <a:pt x="3671" y="5786"/>
                </a:lnTo>
                <a:lnTo>
                  <a:pt x="3671" y="5785"/>
                </a:lnTo>
                <a:lnTo>
                  <a:pt x="3672" y="5785"/>
                </a:lnTo>
                <a:lnTo>
                  <a:pt x="3671" y="5785"/>
                </a:lnTo>
                <a:lnTo>
                  <a:pt x="3671" y="5784"/>
                </a:lnTo>
                <a:lnTo>
                  <a:pt x="3671" y="5783"/>
                </a:lnTo>
                <a:lnTo>
                  <a:pt x="3671" y="5782"/>
                </a:lnTo>
                <a:lnTo>
                  <a:pt x="3672" y="5782"/>
                </a:lnTo>
                <a:lnTo>
                  <a:pt x="3672" y="5781"/>
                </a:lnTo>
                <a:lnTo>
                  <a:pt x="3672" y="5780"/>
                </a:lnTo>
                <a:lnTo>
                  <a:pt x="3673" y="5780"/>
                </a:lnTo>
                <a:lnTo>
                  <a:pt x="3673" y="5779"/>
                </a:lnTo>
                <a:lnTo>
                  <a:pt x="3672" y="5779"/>
                </a:lnTo>
                <a:lnTo>
                  <a:pt x="3672" y="5778"/>
                </a:lnTo>
                <a:lnTo>
                  <a:pt x="3672" y="5777"/>
                </a:lnTo>
                <a:lnTo>
                  <a:pt x="3673" y="5777"/>
                </a:lnTo>
                <a:lnTo>
                  <a:pt x="3673" y="5776"/>
                </a:lnTo>
                <a:lnTo>
                  <a:pt x="3674" y="5776"/>
                </a:lnTo>
                <a:lnTo>
                  <a:pt x="3675" y="5776"/>
                </a:lnTo>
                <a:lnTo>
                  <a:pt x="3675" y="5775"/>
                </a:lnTo>
                <a:lnTo>
                  <a:pt x="3676" y="5775"/>
                </a:lnTo>
                <a:lnTo>
                  <a:pt x="3676" y="5774"/>
                </a:lnTo>
                <a:lnTo>
                  <a:pt x="3677" y="5774"/>
                </a:lnTo>
                <a:lnTo>
                  <a:pt x="3677" y="5773"/>
                </a:lnTo>
                <a:lnTo>
                  <a:pt x="3678" y="5773"/>
                </a:lnTo>
                <a:lnTo>
                  <a:pt x="3678" y="5772"/>
                </a:lnTo>
                <a:lnTo>
                  <a:pt x="3679" y="5772"/>
                </a:lnTo>
                <a:lnTo>
                  <a:pt x="3679" y="5771"/>
                </a:lnTo>
                <a:lnTo>
                  <a:pt x="3680" y="5771"/>
                </a:lnTo>
                <a:lnTo>
                  <a:pt x="3680" y="5770"/>
                </a:lnTo>
                <a:lnTo>
                  <a:pt x="3681" y="5770"/>
                </a:lnTo>
                <a:lnTo>
                  <a:pt x="3681" y="5769"/>
                </a:lnTo>
                <a:lnTo>
                  <a:pt x="3682" y="5769"/>
                </a:lnTo>
                <a:lnTo>
                  <a:pt x="3682" y="5768"/>
                </a:lnTo>
                <a:lnTo>
                  <a:pt x="3682" y="5767"/>
                </a:lnTo>
                <a:lnTo>
                  <a:pt x="3681" y="5767"/>
                </a:lnTo>
                <a:lnTo>
                  <a:pt x="3681" y="5766"/>
                </a:lnTo>
                <a:lnTo>
                  <a:pt x="3681" y="5765"/>
                </a:lnTo>
                <a:lnTo>
                  <a:pt x="3682" y="5764"/>
                </a:lnTo>
                <a:lnTo>
                  <a:pt x="3682" y="5763"/>
                </a:lnTo>
                <a:lnTo>
                  <a:pt x="3683" y="5763"/>
                </a:lnTo>
                <a:lnTo>
                  <a:pt x="3683" y="5762"/>
                </a:lnTo>
                <a:lnTo>
                  <a:pt x="3684" y="5762"/>
                </a:lnTo>
                <a:lnTo>
                  <a:pt x="3684" y="5761"/>
                </a:lnTo>
                <a:lnTo>
                  <a:pt x="3685" y="5760"/>
                </a:lnTo>
                <a:lnTo>
                  <a:pt x="3684" y="5760"/>
                </a:lnTo>
                <a:lnTo>
                  <a:pt x="3684" y="5759"/>
                </a:lnTo>
                <a:lnTo>
                  <a:pt x="3685" y="5758"/>
                </a:lnTo>
                <a:lnTo>
                  <a:pt x="3685" y="5757"/>
                </a:lnTo>
                <a:lnTo>
                  <a:pt x="3686" y="5757"/>
                </a:lnTo>
                <a:lnTo>
                  <a:pt x="3685" y="5757"/>
                </a:lnTo>
                <a:lnTo>
                  <a:pt x="3685" y="5756"/>
                </a:lnTo>
                <a:lnTo>
                  <a:pt x="3685" y="5755"/>
                </a:lnTo>
                <a:lnTo>
                  <a:pt x="3686" y="5755"/>
                </a:lnTo>
                <a:lnTo>
                  <a:pt x="3686" y="5754"/>
                </a:lnTo>
                <a:lnTo>
                  <a:pt x="3686" y="5753"/>
                </a:lnTo>
                <a:lnTo>
                  <a:pt x="3685" y="5753"/>
                </a:lnTo>
                <a:lnTo>
                  <a:pt x="3685" y="5752"/>
                </a:lnTo>
                <a:lnTo>
                  <a:pt x="3684" y="5752"/>
                </a:lnTo>
                <a:lnTo>
                  <a:pt x="3685" y="5751"/>
                </a:lnTo>
                <a:lnTo>
                  <a:pt x="3685" y="5750"/>
                </a:lnTo>
                <a:lnTo>
                  <a:pt x="3686" y="5750"/>
                </a:lnTo>
                <a:lnTo>
                  <a:pt x="3686" y="5749"/>
                </a:lnTo>
                <a:lnTo>
                  <a:pt x="3686" y="5748"/>
                </a:lnTo>
                <a:lnTo>
                  <a:pt x="3686" y="5747"/>
                </a:lnTo>
                <a:lnTo>
                  <a:pt x="3686" y="5746"/>
                </a:lnTo>
                <a:lnTo>
                  <a:pt x="3687" y="5745"/>
                </a:lnTo>
                <a:lnTo>
                  <a:pt x="3687" y="5744"/>
                </a:lnTo>
                <a:lnTo>
                  <a:pt x="3687" y="5743"/>
                </a:lnTo>
                <a:lnTo>
                  <a:pt x="3687" y="5742"/>
                </a:lnTo>
                <a:lnTo>
                  <a:pt x="3687" y="5741"/>
                </a:lnTo>
                <a:lnTo>
                  <a:pt x="3688" y="5741"/>
                </a:lnTo>
                <a:lnTo>
                  <a:pt x="3688" y="5740"/>
                </a:lnTo>
                <a:lnTo>
                  <a:pt x="3688" y="5739"/>
                </a:lnTo>
                <a:lnTo>
                  <a:pt x="3688" y="5738"/>
                </a:lnTo>
                <a:lnTo>
                  <a:pt x="3687" y="5738"/>
                </a:lnTo>
                <a:lnTo>
                  <a:pt x="3687" y="5737"/>
                </a:lnTo>
                <a:lnTo>
                  <a:pt x="3687" y="5736"/>
                </a:lnTo>
                <a:lnTo>
                  <a:pt x="3688" y="5736"/>
                </a:lnTo>
                <a:lnTo>
                  <a:pt x="3688" y="5735"/>
                </a:lnTo>
                <a:lnTo>
                  <a:pt x="3688" y="5734"/>
                </a:lnTo>
                <a:lnTo>
                  <a:pt x="3688" y="5733"/>
                </a:lnTo>
                <a:lnTo>
                  <a:pt x="3688" y="5732"/>
                </a:lnTo>
                <a:lnTo>
                  <a:pt x="3688" y="5731"/>
                </a:lnTo>
                <a:lnTo>
                  <a:pt x="3688" y="5729"/>
                </a:lnTo>
                <a:lnTo>
                  <a:pt x="3689" y="5728"/>
                </a:lnTo>
                <a:lnTo>
                  <a:pt x="3688" y="5728"/>
                </a:lnTo>
                <a:lnTo>
                  <a:pt x="3688" y="5726"/>
                </a:lnTo>
                <a:lnTo>
                  <a:pt x="3689" y="5726"/>
                </a:lnTo>
                <a:lnTo>
                  <a:pt x="3689" y="5725"/>
                </a:lnTo>
                <a:lnTo>
                  <a:pt x="3689" y="5724"/>
                </a:lnTo>
                <a:lnTo>
                  <a:pt x="3690" y="5724"/>
                </a:lnTo>
                <a:lnTo>
                  <a:pt x="3691" y="5724"/>
                </a:lnTo>
                <a:lnTo>
                  <a:pt x="3692" y="5724"/>
                </a:lnTo>
                <a:lnTo>
                  <a:pt x="3692" y="5723"/>
                </a:lnTo>
                <a:lnTo>
                  <a:pt x="3692" y="5722"/>
                </a:lnTo>
                <a:lnTo>
                  <a:pt x="3693" y="5722"/>
                </a:lnTo>
                <a:lnTo>
                  <a:pt x="3693" y="5721"/>
                </a:lnTo>
                <a:lnTo>
                  <a:pt x="3693" y="5720"/>
                </a:lnTo>
                <a:lnTo>
                  <a:pt x="3693" y="5719"/>
                </a:lnTo>
                <a:lnTo>
                  <a:pt x="3694" y="5719"/>
                </a:lnTo>
                <a:lnTo>
                  <a:pt x="3694" y="5718"/>
                </a:lnTo>
                <a:lnTo>
                  <a:pt x="3694" y="5717"/>
                </a:lnTo>
                <a:lnTo>
                  <a:pt x="3693" y="5717"/>
                </a:lnTo>
                <a:lnTo>
                  <a:pt x="3693" y="5716"/>
                </a:lnTo>
                <a:lnTo>
                  <a:pt x="3693" y="5715"/>
                </a:lnTo>
                <a:lnTo>
                  <a:pt x="3694" y="5715"/>
                </a:lnTo>
                <a:lnTo>
                  <a:pt x="3694" y="5714"/>
                </a:lnTo>
                <a:lnTo>
                  <a:pt x="3694" y="5713"/>
                </a:lnTo>
                <a:lnTo>
                  <a:pt x="3693" y="5713"/>
                </a:lnTo>
                <a:lnTo>
                  <a:pt x="3693" y="5712"/>
                </a:lnTo>
                <a:lnTo>
                  <a:pt x="3693" y="5711"/>
                </a:lnTo>
                <a:lnTo>
                  <a:pt x="3692" y="5711"/>
                </a:lnTo>
                <a:lnTo>
                  <a:pt x="3692" y="5710"/>
                </a:lnTo>
                <a:lnTo>
                  <a:pt x="3692" y="5709"/>
                </a:lnTo>
                <a:lnTo>
                  <a:pt x="3692" y="5708"/>
                </a:lnTo>
                <a:lnTo>
                  <a:pt x="3692" y="5707"/>
                </a:lnTo>
                <a:lnTo>
                  <a:pt x="3692" y="5706"/>
                </a:lnTo>
                <a:lnTo>
                  <a:pt x="3691" y="5706"/>
                </a:lnTo>
                <a:lnTo>
                  <a:pt x="3691" y="5705"/>
                </a:lnTo>
                <a:lnTo>
                  <a:pt x="3692" y="5705"/>
                </a:lnTo>
                <a:lnTo>
                  <a:pt x="3692" y="5704"/>
                </a:lnTo>
                <a:lnTo>
                  <a:pt x="3692" y="5703"/>
                </a:lnTo>
                <a:lnTo>
                  <a:pt x="3692" y="5702"/>
                </a:lnTo>
                <a:lnTo>
                  <a:pt x="3693" y="5702"/>
                </a:lnTo>
                <a:lnTo>
                  <a:pt x="3693" y="5701"/>
                </a:lnTo>
                <a:lnTo>
                  <a:pt x="3693" y="5700"/>
                </a:lnTo>
                <a:lnTo>
                  <a:pt x="3691" y="5700"/>
                </a:lnTo>
                <a:lnTo>
                  <a:pt x="3691" y="5699"/>
                </a:lnTo>
                <a:lnTo>
                  <a:pt x="3690" y="5699"/>
                </a:lnTo>
                <a:lnTo>
                  <a:pt x="3690" y="5698"/>
                </a:lnTo>
                <a:lnTo>
                  <a:pt x="3689" y="5698"/>
                </a:lnTo>
                <a:lnTo>
                  <a:pt x="3689" y="5697"/>
                </a:lnTo>
                <a:lnTo>
                  <a:pt x="3689" y="5696"/>
                </a:lnTo>
                <a:lnTo>
                  <a:pt x="3688" y="5696"/>
                </a:lnTo>
                <a:lnTo>
                  <a:pt x="3688" y="5695"/>
                </a:lnTo>
                <a:lnTo>
                  <a:pt x="3689" y="5695"/>
                </a:lnTo>
                <a:lnTo>
                  <a:pt x="3689" y="5694"/>
                </a:lnTo>
                <a:lnTo>
                  <a:pt x="3689" y="5693"/>
                </a:lnTo>
                <a:lnTo>
                  <a:pt x="3690" y="5693"/>
                </a:lnTo>
                <a:lnTo>
                  <a:pt x="3690" y="5692"/>
                </a:lnTo>
                <a:lnTo>
                  <a:pt x="3690" y="5691"/>
                </a:lnTo>
                <a:lnTo>
                  <a:pt x="3691" y="5691"/>
                </a:lnTo>
                <a:lnTo>
                  <a:pt x="3691" y="5690"/>
                </a:lnTo>
                <a:lnTo>
                  <a:pt x="3691" y="5689"/>
                </a:lnTo>
                <a:lnTo>
                  <a:pt x="3691" y="5688"/>
                </a:lnTo>
                <a:lnTo>
                  <a:pt x="3691" y="5687"/>
                </a:lnTo>
                <a:lnTo>
                  <a:pt x="3691" y="5686"/>
                </a:lnTo>
                <a:lnTo>
                  <a:pt x="3692" y="5686"/>
                </a:lnTo>
                <a:lnTo>
                  <a:pt x="3692" y="5685"/>
                </a:lnTo>
                <a:lnTo>
                  <a:pt x="3692" y="5683"/>
                </a:lnTo>
                <a:lnTo>
                  <a:pt x="3692" y="5682"/>
                </a:lnTo>
                <a:lnTo>
                  <a:pt x="3692" y="5681"/>
                </a:lnTo>
                <a:lnTo>
                  <a:pt x="3692" y="5680"/>
                </a:lnTo>
                <a:lnTo>
                  <a:pt x="3692" y="5679"/>
                </a:lnTo>
                <a:lnTo>
                  <a:pt x="3693" y="5679"/>
                </a:lnTo>
                <a:lnTo>
                  <a:pt x="3693" y="5678"/>
                </a:lnTo>
                <a:lnTo>
                  <a:pt x="3693" y="5677"/>
                </a:lnTo>
                <a:lnTo>
                  <a:pt x="3693" y="5676"/>
                </a:lnTo>
                <a:lnTo>
                  <a:pt x="3693" y="5675"/>
                </a:lnTo>
                <a:lnTo>
                  <a:pt x="3692" y="5675"/>
                </a:lnTo>
                <a:lnTo>
                  <a:pt x="3692" y="5674"/>
                </a:lnTo>
                <a:lnTo>
                  <a:pt x="3692" y="5673"/>
                </a:lnTo>
                <a:lnTo>
                  <a:pt x="3691" y="5673"/>
                </a:lnTo>
                <a:lnTo>
                  <a:pt x="3691" y="5672"/>
                </a:lnTo>
                <a:lnTo>
                  <a:pt x="3691" y="5671"/>
                </a:lnTo>
                <a:lnTo>
                  <a:pt x="3690" y="5671"/>
                </a:lnTo>
                <a:lnTo>
                  <a:pt x="3690" y="5670"/>
                </a:lnTo>
                <a:lnTo>
                  <a:pt x="3689" y="5670"/>
                </a:lnTo>
                <a:lnTo>
                  <a:pt x="3689" y="5669"/>
                </a:lnTo>
                <a:lnTo>
                  <a:pt x="3689" y="5668"/>
                </a:lnTo>
                <a:lnTo>
                  <a:pt x="3688" y="5668"/>
                </a:lnTo>
                <a:lnTo>
                  <a:pt x="3688" y="5667"/>
                </a:lnTo>
                <a:lnTo>
                  <a:pt x="3688" y="5666"/>
                </a:lnTo>
                <a:lnTo>
                  <a:pt x="3689" y="5666"/>
                </a:lnTo>
                <a:lnTo>
                  <a:pt x="3689" y="5665"/>
                </a:lnTo>
                <a:lnTo>
                  <a:pt x="3690" y="5665"/>
                </a:lnTo>
                <a:lnTo>
                  <a:pt x="3690" y="5664"/>
                </a:lnTo>
                <a:lnTo>
                  <a:pt x="3691" y="5664"/>
                </a:lnTo>
                <a:lnTo>
                  <a:pt x="3691" y="5663"/>
                </a:lnTo>
                <a:lnTo>
                  <a:pt x="3692" y="5663"/>
                </a:lnTo>
                <a:lnTo>
                  <a:pt x="3692" y="5662"/>
                </a:lnTo>
                <a:lnTo>
                  <a:pt x="3693" y="5662"/>
                </a:lnTo>
                <a:lnTo>
                  <a:pt x="3693" y="5661"/>
                </a:lnTo>
                <a:lnTo>
                  <a:pt x="3693" y="5660"/>
                </a:lnTo>
                <a:lnTo>
                  <a:pt x="3693" y="5659"/>
                </a:lnTo>
                <a:lnTo>
                  <a:pt x="3693" y="5658"/>
                </a:lnTo>
                <a:lnTo>
                  <a:pt x="3693" y="5657"/>
                </a:lnTo>
                <a:lnTo>
                  <a:pt x="3693" y="5656"/>
                </a:lnTo>
                <a:lnTo>
                  <a:pt x="3693" y="5655"/>
                </a:lnTo>
                <a:lnTo>
                  <a:pt x="3693" y="5654"/>
                </a:lnTo>
                <a:lnTo>
                  <a:pt x="3693" y="5653"/>
                </a:lnTo>
                <a:lnTo>
                  <a:pt x="3693" y="5652"/>
                </a:lnTo>
                <a:lnTo>
                  <a:pt x="3692" y="5652"/>
                </a:lnTo>
                <a:lnTo>
                  <a:pt x="3692" y="5651"/>
                </a:lnTo>
                <a:lnTo>
                  <a:pt x="3692" y="5650"/>
                </a:lnTo>
                <a:lnTo>
                  <a:pt x="3692" y="5649"/>
                </a:lnTo>
                <a:lnTo>
                  <a:pt x="3692" y="5648"/>
                </a:lnTo>
                <a:lnTo>
                  <a:pt x="3692" y="5647"/>
                </a:lnTo>
                <a:lnTo>
                  <a:pt x="3692" y="5646"/>
                </a:lnTo>
                <a:lnTo>
                  <a:pt x="3691" y="5646"/>
                </a:lnTo>
                <a:lnTo>
                  <a:pt x="3691" y="5645"/>
                </a:lnTo>
                <a:lnTo>
                  <a:pt x="3691" y="5644"/>
                </a:lnTo>
                <a:lnTo>
                  <a:pt x="3691" y="5642"/>
                </a:lnTo>
                <a:lnTo>
                  <a:pt x="3691" y="5641"/>
                </a:lnTo>
                <a:lnTo>
                  <a:pt x="3692" y="5641"/>
                </a:lnTo>
                <a:lnTo>
                  <a:pt x="3692" y="5640"/>
                </a:lnTo>
                <a:lnTo>
                  <a:pt x="3692" y="5639"/>
                </a:lnTo>
                <a:lnTo>
                  <a:pt x="3692" y="5638"/>
                </a:lnTo>
                <a:lnTo>
                  <a:pt x="3692" y="5637"/>
                </a:lnTo>
                <a:lnTo>
                  <a:pt x="3691" y="5637"/>
                </a:lnTo>
                <a:lnTo>
                  <a:pt x="3691" y="5636"/>
                </a:lnTo>
                <a:lnTo>
                  <a:pt x="3690" y="5636"/>
                </a:lnTo>
                <a:lnTo>
                  <a:pt x="3691" y="5636"/>
                </a:lnTo>
                <a:lnTo>
                  <a:pt x="3691" y="5635"/>
                </a:lnTo>
                <a:lnTo>
                  <a:pt x="3692" y="5635"/>
                </a:lnTo>
                <a:lnTo>
                  <a:pt x="3692" y="5634"/>
                </a:lnTo>
                <a:lnTo>
                  <a:pt x="3693" y="5634"/>
                </a:lnTo>
                <a:lnTo>
                  <a:pt x="3694" y="5633"/>
                </a:lnTo>
                <a:lnTo>
                  <a:pt x="3695" y="5633"/>
                </a:lnTo>
                <a:lnTo>
                  <a:pt x="3696" y="5633"/>
                </a:lnTo>
                <a:lnTo>
                  <a:pt x="3696" y="5632"/>
                </a:lnTo>
                <a:lnTo>
                  <a:pt x="3696" y="5631"/>
                </a:lnTo>
                <a:lnTo>
                  <a:pt x="3697" y="5631"/>
                </a:lnTo>
                <a:lnTo>
                  <a:pt x="3696" y="5631"/>
                </a:lnTo>
                <a:lnTo>
                  <a:pt x="3696" y="5630"/>
                </a:lnTo>
                <a:lnTo>
                  <a:pt x="3697" y="5630"/>
                </a:lnTo>
                <a:lnTo>
                  <a:pt x="3697" y="5629"/>
                </a:lnTo>
                <a:lnTo>
                  <a:pt x="3697" y="5628"/>
                </a:lnTo>
                <a:lnTo>
                  <a:pt x="3697" y="5627"/>
                </a:lnTo>
                <a:lnTo>
                  <a:pt x="3697" y="5626"/>
                </a:lnTo>
                <a:lnTo>
                  <a:pt x="3696" y="5626"/>
                </a:lnTo>
                <a:lnTo>
                  <a:pt x="3695" y="5625"/>
                </a:lnTo>
                <a:lnTo>
                  <a:pt x="3695" y="5624"/>
                </a:lnTo>
                <a:lnTo>
                  <a:pt x="3694" y="5624"/>
                </a:lnTo>
                <a:lnTo>
                  <a:pt x="3694" y="5623"/>
                </a:lnTo>
                <a:lnTo>
                  <a:pt x="3694" y="5622"/>
                </a:lnTo>
                <a:lnTo>
                  <a:pt x="3693" y="5622"/>
                </a:lnTo>
                <a:lnTo>
                  <a:pt x="3692" y="5622"/>
                </a:lnTo>
                <a:lnTo>
                  <a:pt x="3691" y="5622"/>
                </a:lnTo>
                <a:lnTo>
                  <a:pt x="3690" y="5622"/>
                </a:lnTo>
                <a:lnTo>
                  <a:pt x="3689" y="5622"/>
                </a:lnTo>
                <a:lnTo>
                  <a:pt x="3688" y="5622"/>
                </a:lnTo>
                <a:lnTo>
                  <a:pt x="3688" y="5621"/>
                </a:lnTo>
                <a:lnTo>
                  <a:pt x="3688" y="5620"/>
                </a:lnTo>
                <a:lnTo>
                  <a:pt x="3688" y="5619"/>
                </a:lnTo>
                <a:lnTo>
                  <a:pt x="3688" y="5618"/>
                </a:lnTo>
                <a:lnTo>
                  <a:pt x="3688" y="5617"/>
                </a:lnTo>
                <a:lnTo>
                  <a:pt x="3688" y="5616"/>
                </a:lnTo>
                <a:lnTo>
                  <a:pt x="3688" y="5615"/>
                </a:lnTo>
                <a:lnTo>
                  <a:pt x="3688" y="5614"/>
                </a:lnTo>
                <a:lnTo>
                  <a:pt x="3688" y="5613"/>
                </a:lnTo>
                <a:lnTo>
                  <a:pt x="3688" y="5612"/>
                </a:lnTo>
                <a:lnTo>
                  <a:pt x="3688" y="5611"/>
                </a:lnTo>
                <a:lnTo>
                  <a:pt x="3688" y="5610"/>
                </a:lnTo>
                <a:lnTo>
                  <a:pt x="3688" y="5609"/>
                </a:lnTo>
                <a:lnTo>
                  <a:pt x="3688" y="5608"/>
                </a:lnTo>
                <a:lnTo>
                  <a:pt x="3689" y="5608"/>
                </a:lnTo>
                <a:lnTo>
                  <a:pt x="3689" y="5607"/>
                </a:lnTo>
                <a:lnTo>
                  <a:pt x="3688" y="5607"/>
                </a:lnTo>
                <a:lnTo>
                  <a:pt x="3688" y="5606"/>
                </a:lnTo>
                <a:lnTo>
                  <a:pt x="3688" y="5605"/>
                </a:lnTo>
                <a:lnTo>
                  <a:pt x="3688" y="5604"/>
                </a:lnTo>
                <a:lnTo>
                  <a:pt x="3688" y="5603"/>
                </a:lnTo>
                <a:lnTo>
                  <a:pt x="3688" y="5602"/>
                </a:lnTo>
                <a:lnTo>
                  <a:pt x="3688" y="5601"/>
                </a:lnTo>
                <a:lnTo>
                  <a:pt x="3688" y="5600"/>
                </a:lnTo>
                <a:lnTo>
                  <a:pt x="3688" y="5598"/>
                </a:lnTo>
                <a:lnTo>
                  <a:pt x="3687" y="5598"/>
                </a:lnTo>
                <a:lnTo>
                  <a:pt x="3687" y="5597"/>
                </a:lnTo>
                <a:lnTo>
                  <a:pt x="3686" y="5597"/>
                </a:lnTo>
                <a:lnTo>
                  <a:pt x="3686" y="5596"/>
                </a:lnTo>
                <a:lnTo>
                  <a:pt x="3686" y="5595"/>
                </a:lnTo>
                <a:lnTo>
                  <a:pt x="3686" y="5594"/>
                </a:lnTo>
                <a:lnTo>
                  <a:pt x="3686" y="5593"/>
                </a:lnTo>
                <a:lnTo>
                  <a:pt x="3687" y="5593"/>
                </a:lnTo>
                <a:lnTo>
                  <a:pt x="3687" y="5592"/>
                </a:lnTo>
                <a:lnTo>
                  <a:pt x="3688" y="5592"/>
                </a:lnTo>
                <a:lnTo>
                  <a:pt x="3689" y="5591"/>
                </a:lnTo>
                <a:lnTo>
                  <a:pt x="3691" y="5591"/>
                </a:lnTo>
                <a:lnTo>
                  <a:pt x="3692" y="5591"/>
                </a:lnTo>
                <a:lnTo>
                  <a:pt x="3692" y="5590"/>
                </a:lnTo>
                <a:lnTo>
                  <a:pt x="3691" y="5589"/>
                </a:lnTo>
                <a:lnTo>
                  <a:pt x="3691" y="5588"/>
                </a:lnTo>
                <a:lnTo>
                  <a:pt x="3692" y="5588"/>
                </a:lnTo>
                <a:lnTo>
                  <a:pt x="3692" y="5587"/>
                </a:lnTo>
                <a:lnTo>
                  <a:pt x="3693" y="5587"/>
                </a:lnTo>
                <a:lnTo>
                  <a:pt x="3693" y="5586"/>
                </a:lnTo>
                <a:lnTo>
                  <a:pt x="3693" y="5585"/>
                </a:lnTo>
                <a:lnTo>
                  <a:pt x="3692" y="5585"/>
                </a:lnTo>
                <a:lnTo>
                  <a:pt x="3691" y="5585"/>
                </a:lnTo>
                <a:lnTo>
                  <a:pt x="3691" y="5584"/>
                </a:lnTo>
                <a:lnTo>
                  <a:pt x="3690" y="5584"/>
                </a:lnTo>
                <a:lnTo>
                  <a:pt x="3690" y="5583"/>
                </a:lnTo>
                <a:lnTo>
                  <a:pt x="3691" y="5583"/>
                </a:lnTo>
                <a:lnTo>
                  <a:pt x="3691" y="5582"/>
                </a:lnTo>
                <a:lnTo>
                  <a:pt x="3691" y="5581"/>
                </a:lnTo>
                <a:lnTo>
                  <a:pt x="3691" y="5580"/>
                </a:lnTo>
                <a:lnTo>
                  <a:pt x="3692" y="5580"/>
                </a:lnTo>
                <a:lnTo>
                  <a:pt x="3693" y="5580"/>
                </a:lnTo>
                <a:lnTo>
                  <a:pt x="3693" y="5579"/>
                </a:lnTo>
                <a:lnTo>
                  <a:pt x="3694" y="5579"/>
                </a:lnTo>
                <a:lnTo>
                  <a:pt x="3694" y="5578"/>
                </a:lnTo>
                <a:lnTo>
                  <a:pt x="3694" y="5576"/>
                </a:lnTo>
                <a:lnTo>
                  <a:pt x="3694" y="5575"/>
                </a:lnTo>
                <a:lnTo>
                  <a:pt x="3695" y="5575"/>
                </a:lnTo>
                <a:lnTo>
                  <a:pt x="3695" y="5574"/>
                </a:lnTo>
                <a:lnTo>
                  <a:pt x="3695" y="5573"/>
                </a:lnTo>
                <a:lnTo>
                  <a:pt x="3695" y="5572"/>
                </a:lnTo>
                <a:lnTo>
                  <a:pt x="3696" y="5572"/>
                </a:lnTo>
                <a:lnTo>
                  <a:pt x="3696" y="5571"/>
                </a:lnTo>
                <a:lnTo>
                  <a:pt x="3696" y="5570"/>
                </a:lnTo>
                <a:lnTo>
                  <a:pt x="3696" y="5569"/>
                </a:lnTo>
                <a:lnTo>
                  <a:pt x="3696" y="5568"/>
                </a:lnTo>
                <a:lnTo>
                  <a:pt x="3695" y="5568"/>
                </a:lnTo>
                <a:lnTo>
                  <a:pt x="3695" y="5567"/>
                </a:lnTo>
                <a:lnTo>
                  <a:pt x="3695" y="5566"/>
                </a:lnTo>
                <a:lnTo>
                  <a:pt x="3695" y="5565"/>
                </a:lnTo>
                <a:lnTo>
                  <a:pt x="3695" y="5564"/>
                </a:lnTo>
                <a:lnTo>
                  <a:pt x="3694" y="5564"/>
                </a:lnTo>
                <a:lnTo>
                  <a:pt x="3693" y="5564"/>
                </a:lnTo>
                <a:lnTo>
                  <a:pt x="3692" y="5564"/>
                </a:lnTo>
                <a:lnTo>
                  <a:pt x="3692" y="5563"/>
                </a:lnTo>
                <a:lnTo>
                  <a:pt x="3691" y="5563"/>
                </a:lnTo>
                <a:lnTo>
                  <a:pt x="3691" y="5562"/>
                </a:lnTo>
                <a:lnTo>
                  <a:pt x="3690" y="5562"/>
                </a:lnTo>
                <a:lnTo>
                  <a:pt x="3690" y="5561"/>
                </a:lnTo>
                <a:lnTo>
                  <a:pt x="3690" y="5560"/>
                </a:lnTo>
                <a:lnTo>
                  <a:pt x="3690" y="5559"/>
                </a:lnTo>
                <a:lnTo>
                  <a:pt x="3689" y="5559"/>
                </a:lnTo>
                <a:lnTo>
                  <a:pt x="3689" y="5558"/>
                </a:lnTo>
                <a:lnTo>
                  <a:pt x="3690" y="5558"/>
                </a:lnTo>
                <a:lnTo>
                  <a:pt x="3690" y="5556"/>
                </a:lnTo>
                <a:lnTo>
                  <a:pt x="3690" y="5555"/>
                </a:lnTo>
                <a:lnTo>
                  <a:pt x="3690" y="5554"/>
                </a:lnTo>
                <a:lnTo>
                  <a:pt x="3690" y="5553"/>
                </a:lnTo>
                <a:lnTo>
                  <a:pt x="3690" y="5552"/>
                </a:lnTo>
                <a:lnTo>
                  <a:pt x="3690" y="5551"/>
                </a:lnTo>
                <a:lnTo>
                  <a:pt x="3689" y="5551"/>
                </a:lnTo>
                <a:lnTo>
                  <a:pt x="3689" y="5550"/>
                </a:lnTo>
                <a:lnTo>
                  <a:pt x="3688" y="5550"/>
                </a:lnTo>
                <a:lnTo>
                  <a:pt x="3688" y="5549"/>
                </a:lnTo>
                <a:lnTo>
                  <a:pt x="3688" y="5547"/>
                </a:lnTo>
                <a:lnTo>
                  <a:pt x="3688" y="5546"/>
                </a:lnTo>
                <a:lnTo>
                  <a:pt x="3688" y="5545"/>
                </a:lnTo>
                <a:lnTo>
                  <a:pt x="3688" y="5544"/>
                </a:lnTo>
                <a:lnTo>
                  <a:pt x="3689" y="5544"/>
                </a:lnTo>
                <a:lnTo>
                  <a:pt x="3690" y="5544"/>
                </a:lnTo>
                <a:lnTo>
                  <a:pt x="3691" y="5544"/>
                </a:lnTo>
                <a:lnTo>
                  <a:pt x="3691" y="5542"/>
                </a:lnTo>
                <a:lnTo>
                  <a:pt x="3691" y="5541"/>
                </a:lnTo>
                <a:lnTo>
                  <a:pt x="3691" y="5540"/>
                </a:lnTo>
                <a:lnTo>
                  <a:pt x="3690" y="5540"/>
                </a:lnTo>
                <a:lnTo>
                  <a:pt x="3690" y="5539"/>
                </a:lnTo>
                <a:lnTo>
                  <a:pt x="3689" y="5539"/>
                </a:lnTo>
                <a:lnTo>
                  <a:pt x="3689" y="5538"/>
                </a:lnTo>
                <a:lnTo>
                  <a:pt x="3689" y="5537"/>
                </a:lnTo>
                <a:lnTo>
                  <a:pt x="3688" y="5537"/>
                </a:lnTo>
                <a:lnTo>
                  <a:pt x="3688" y="5536"/>
                </a:lnTo>
                <a:lnTo>
                  <a:pt x="3688" y="5535"/>
                </a:lnTo>
                <a:lnTo>
                  <a:pt x="3689" y="5535"/>
                </a:lnTo>
                <a:lnTo>
                  <a:pt x="3689" y="5534"/>
                </a:lnTo>
                <a:lnTo>
                  <a:pt x="3689" y="5533"/>
                </a:lnTo>
                <a:lnTo>
                  <a:pt x="3690" y="5533"/>
                </a:lnTo>
                <a:lnTo>
                  <a:pt x="3690" y="5532"/>
                </a:lnTo>
                <a:lnTo>
                  <a:pt x="3689" y="5532"/>
                </a:lnTo>
                <a:lnTo>
                  <a:pt x="3689" y="5531"/>
                </a:lnTo>
                <a:lnTo>
                  <a:pt x="3690" y="5531"/>
                </a:lnTo>
                <a:lnTo>
                  <a:pt x="3690" y="5530"/>
                </a:lnTo>
                <a:lnTo>
                  <a:pt x="3691" y="5530"/>
                </a:lnTo>
                <a:lnTo>
                  <a:pt x="3692" y="5530"/>
                </a:lnTo>
                <a:lnTo>
                  <a:pt x="3692" y="5529"/>
                </a:lnTo>
                <a:lnTo>
                  <a:pt x="3692" y="5528"/>
                </a:lnTo>
                <a:lnTo>
                  <a:pt x="3692" y="5527"/>
                </a:lnTo>
                <a:lnTo>
                  <a:pt x="3691" y="5527"/>
                </a:lnTo>
                <a:lnTo>
                  <a:pt x="3691" y="5526"/>
                </a:lnTo>
                <a:lnTo>
                  <a:pt x="3691" y="5525"/>
                </a:lnTo>
                <a:lnTo>
                  <a:pt x="3691" y="5524"/>
                </a:lnTo>
                <a:lnTo>
                  <a:pt x="3692" y="5524"/>
                </a:lnTo>
                <a:lnTo>
                  <a:pt x="3692" y="5523"/>
                </a:lnTo>
                <a:lnTo>
                  <a:pt x="3693" y="5523"/>
                </a:lnTo>
                <a:lnTo>
                  <a:pt x="3693" y="5522"/>
                </a:lnTo>
                <a:lnTo>
                  <a:pt x="3693" y="5521"/>
                </a:lnTo>
                <a:lnTo>
                  <a:pt x="3692" y="5521"/>
                </a:lnTo>
                <a:lnTo>
                  <a:pt x="3691" y="5521"/>
                </a:lnTo>
                <a:lnTo>
                  <a:pt x="3690" y="5521"/>
                </a:lnTo>
                <a:lnTo>
                  <a:pt x="3689" y="5521"/>
                </a:lnTo>
                <a:lnTo>
                  <a:pt x="3689" y="5520"/>
                </a:lnTo>
                <a:lnTo>
                  <a:pt x="3689" y="5519"/>
                </a:lnTo>
                <a:lnTo>
                  <a:pt x="3688" y="5519"/>
                </a:lnTo>
                <a:lnTo>
                  <a:pt x="3688" y="5518"/>
                </a:lnTo>
                <a:lnTo>
                  <a:pt x="3688" y="5517"/>
                </a:lnTo>
                <a:lnTo>
                  <a:pt x="3688" y="5516"/>
                </a:lnTo>
                <a:lnTo>
                  <a:pt x="3687" y="5516"/>
                </a:lnTo>
                <a:lnTo>
                  <a:pt x="3686" y="5516"/>
                </a:lnTo>
                <a:lnTo>
                  <a:pt x="3686" y="5515"/>
                </a:lnTo>
                <a:lnTo>
                  <a:pt x="3685" y="5516"/>
                </a:lnTo>
                <a:lnTo>
                  <a:pt x="3684" y="5516"/>
                </a:lnTo>
                <a:lnTo>
                  <a:pt x="3684" y="5517"/>
                </a:lnTo>
                <a:lnTo>
                  <a:pt x="3684" y="5518"/>
                </a:lnTo>
                <a:lnTo>
                  <a:pt x="3683" y="5518"/>
                </a:lnTo>
                <a:lnTo>
                  <a:pt x="3683" y="5519"/>
                </a:lnTo>
                <a:lnTo>
                  <a:pt x="3683" y="5520"/>
                </a:lnTo>
                <a:lnTo>
                  <a:pt x="3682" y="5520"/>
                </a:lnTo>
                <a:lnTo>
                  <a:pt x="3682" y="5519"/>
                </a:lnTo>
                <a:lnTo>
                  <a:pt x="3681" y="5519"/>
                </a:lnTo>
                <a:lnTo>
                  <a:pt x="3680" y="5519"/>
                </a:lnTo>
                <a:lnTo>
                  <a:pt x="3680" y="5518"/>
                </a:lnTo>
                <a:lnTo>
                  <a:pt x="3679" y="5518"/>
                </a:lnTo>
                <a:lnTo>
                  <a:pt x="3678" y="5518"/>
                </a:lnTo>
                <a:lnTo>
                  <a:pt x="3678" y="5517"/>
                </a:lnTo>
                <a:lnTo>
                  <a:pt x="3677" y="5517"/>
                </a:lnTo>
                <a:lnTo>
                  <a:pt x="3676" y="5517"/>
                </a:lnTo>
                <a:lnTo>
                  <a:pt x="3675" y="5517"/>
                </a:lnTo>
                <a:lnTo>
                  <a:pt x="3675" y="5516"/>
                </a:lnTo>
                <a:lnTo>
                  <a:pt x="3675" y="5517"/>
                </a:lnTo>
                <a:lnTo>
                  <a:pt x="3674" y="5517"/>
                </a:lnTo>
                <a:lnTo>
                  <a:pt x="3673" y="5517"/>
                </a:lnTo>
                <a:lnTo>
                  <a:pt x="3673" y="5518"/>
                </a:lnTo>
                <a:lnTo>
                  <a:pt x="3673" y="5519"/>
                </a:lnTo>
                <a:lnTo>
                  <a:pt x="3672" y="5519"/>
                </a:lnTo>
                <a:lnTo>
                  <a:pt x="3671" y="5518"/>
                </a:lnTo>
                <a:lnTo>
                  <a:pt x="3671" y="5517"/>
                </a:lnTo>
                <a:lnTo>
                  <a:pt x="3671" y="5516"/>
                </a:lnTo>
                <a:lnTo>
                  <a:pt x="3671" y="5515"/>
                </a:lnTo>
                <a:lnTo>
                  <a:pt x="3672" y="5515"/>
                </a:lnTo>
                <a:lnTo>
                  <a:pt x="3672" y="5514"/>
                </a:lnTo>
                <a:lnTo>
                  <a:pt x="3671" y="5514"/>
                </a:lnTo>
                <a:lnTo>
                  <a:pt x="3671" y="5513"/>
                </a:lnTo>
                <a:lnTo>
                  <a:pt x="3671" y="5511"/>
                </a:lnTo>
                <a:lnTo>
                  <a:pt x="3670" y="5511"/>
                </a:lnTo>
                <a:lnTo>
                  <a:pt x="3670" y="5510"/>
                </a:lnTo>
                <a:lnTo>
                  <a:pt x="3670" y="5509"/>
                </a:lnTo>
                <a:lnTo>
                  <a:pt x="3669" y="5509"/>
                </a:lnTo>
                <a:lnTo>
                  <a:pt x="3669" y="5508"/>
                </a:lnTo>
                <a:lnTo>
                  <a:pt x="3669" y="5507"/>
                </a:lnTo>
                <a:lnTo>
                  <a:pt x="3669" y="5506"/>
                </a:lnTo>
                <a:lnTo>
                  <a:pt x="3669" y="5505"/>
                </a:lnTo>
                <a:lnTo>
                  <a:pt x="3668" y="5505"/>
                </a:lnTo>
                <a:lnTo>
                  <a:pt x="3668" y="5504"/>
                </a:lnTo>
                <a:lnTo>
                  <a:pt x="3668" y="5503"/>
                </a:lnTo>
                <a:lnTo>
                  <a:pt x="3667" y="5502"/>
                </a:lnTo>
                <a:lnTo>
                  <a:pt x="3666" y="5502"/>
                </a:lnTo>
                <a:lnTo>
                  <a:pt x="3666" y="5503"/>
                </a:lnTo>
                <a:lnTo>
                  <a:pt x="3665" y="5503"/>
                </a:lnTo>
                <a:lnTo>
                  <a:pt x="3665" y="5504"/>
                </a:lnTo>
                <a:lnTo>
                  <a:pt x="3665" y="5503"/>
                </a:lnTo>
                <a:lnTo>
                  <a:pt x="3665" y="5504"/>
                </a:lnTo>
                <a:lnTo>
                  <a:pt x="3664" y="5504"/>
                </a:lnTo>
                <a:lnTo>
                  <a:pt x="3663" y="5504"/>
                </a:lnTo>
                <a:lnTo>
                  <a:pt x="3663" y="5505"/>
                </a:lnTo>
                <a:lnTo>
                  <a:pt x="3663" y="5506"/>
                </a:lnTo>
                <a:lnTo>
                  <a:pt x="3663" y="5507"/>
                </a:lnTo>
                <a:lnTo>
                  <a:pt x="3662" y="5507"/>
                </a:lnTo>
                <a:lnTo>
                  <a:pt x="3661" y="5507"/>
                </a:lnTo>
                <a:lnTo>
                  <a:pt x="3661" y="5506"/>
                </a:lnTo>
                <a:lnTo>
                  <a:pt x="3660" y="5506"/>
                </a:lnTo>
                <a:lnTo>
                  <a:pt x="3659" y="5506"/>
                </a:lnTo>
                <a:lnTo>
                  <a:pt x="3658" y="5506"/>
                </a:lnTo>
                <a:lnTo>
                  <a:pt x="3658" y="5505"/>
                </a:lnTo>
                <a:lnTo>
                  <a:pt x="3658" y="5504"/>
                </a:lnTo>
                <a:lnTo>
                  <a:pt x="3656" y="5504"/>
                </a:lnTo>
                <a:lnTo>
                  <a:pt x="3655" y="5504"/>
                </a:lnTo>
                <a:lnTo>
                  <a:pt x="3655" y="5503"/>
                </a:lnTo>
                <a:lnTo>
                  <a:pt x="3654" y="5503"/>
                </a:lnTo>
                <a:lnTo>
                  <a:pt x="3654" y="5504"/>
                </a:lnTo>
                <a:lnTo>
                  <a:pt x="3654" y="5503"/>
                </a:lnTo>
                <a:lnTo>
                  <a:pt x="3653" y="5503"/>
                </a:lnTo>
                <a:lnTo>
                  <a:pt x="3652" y="5503"/>
                </a:lnTo>
                <a:lnTo>
                  <a:pt x="3651" y="5503"/>
                </a:lnTo>
                <a:lnTo>
                  <a:pt x="3651" y="5502"/>
                </a:lnTo>
                <a:lnTo>
                  <a:pt x="3650" y="5502"/>
                </a:lnTo>
                <a:lnTo>
                  <a:pt x="3650" y="5501"/>
                </a:lnTo>
                <a:lnTo>
                  <a:pt x="3650" y="5500"/>
                </a:lnTo>
                <a:lnTo>
                  <a:pt x="3650" y="5499"/>
                </a:lnTo>
                <a:lnTo>
                  <a:pt x="3649" y="5499"/>
                </a:lnTo>
                <a:lnTo>
                  <a:pt x="3648" y="5499"/>
                </a:lnTo>
                <a:lnTo>
                  <a:pt x="3648" y="5498"/>
                </a:lnTo>
                <a:lnTo>
                  <a:pt x="3648" y="5497"/>
                </a:lnTo>
                <a:lnTo>
                  <a:pt x="3647" y="5497"/>
                </a:lnTo>
                <a:lnTo>
                  <a:pt x="3646" y="5497"/>
                </a:lnTo>
                <a:lnTo>
                  <a:pt x="3645" y="5497"/>
                </a:lnTo>
                <a:lnTo>
                  <a:pt x="3645" y="5498"/>
                </a:lnTo>
                <a:lnTo>
                  <a:pt x="3645" y="5499"/>
                </a:lnTo>
                <a:lnTo>
                  <a:pt x="3644" y="5499"/>
                </a:lnTo>
                <a:lnTo>
                  <a:pt x="3645" y="5499"/>
                </a:lnTo>
                <a:lnTo>
                  <a:pt x="3645" y="5500"/>
                </a:lnTo>
                <a:lnTo>
                  <a:pt x="3645" y="5501"/>
                </a:lnTo>
                <a:lnTo>
                  <a:pt x="3645" y="5502"/>
                </a:lnTo>
                <a:lnTo>
                  <a:pt x="3645" y="5503"/>
                </a:lnTo>
                <a:lnTo>
                  <a:pt x="3646" y="5503"/>
                </a:lnTo>
                <a:lnTo>
                  <a:pt x="3646" y="5504"/>
                </a:lnTo>
                <a:lnTo>
                  <a:pt x="3646" y="5505"/>
                </a:lnTo>
                <a:lnTo>
                  <a:pt x="3645" y="5506"/>
                </a:lnTo>
                <a:lnTo>
                  <a:pt x="3644" y="5506"/>
                </a:lnTo>
                <a:lnTo>
                  <a:pt x="3644" y="5507"/>
                </a:lnTo>
                <a:lnTo>
                  <a:pt x="3644" y="5508"/>
                </a:lnTo>
                <a:lnTo>
                  <a:pt x="3644" y="5509"/>
                </a:lnTo>
                <a:lnTo>
                  <a:pt x="3644" y="5510"/>
                </a:lnTo>
                <a:lnTo>
                  <a:pt x="3644" y="5511"/>
                </a:lnTo>
                <a:lnTo>
                  <a:pt x="3643" y="5511"/>
                </a:lnTo>
                <a:lnTo>
                  <a:pt x="3643" y="5512"/>
                </a:lnTo>
                <a:lnTo>
                  <a:pt x="3644" y="5512"/>
                </a:lnTo>
                <a:lnTo>
                  <a:pt x="3644" y="5513"/>
                </a:lnTo>
                <a:lnTo>
                  <a:pt x="3644" y="5514"/>
                </a:lnTo>
                <a:lnTo>
                  <a:pt x="3644" y="5515"/>
                </a:lnTo>
                <a:lnTo>
                  <a:pt x="3644" y="5517"/>
                </a:lnTo>
                <a:lnTo>
                  <a:pt x="3644" y="5518"/>
                </a:lnTo>
                <a:lnTo>
                  <a:pt x="3643" y="5518"/>
                </a:lnTo>
                <a:lnTo>
                  <a:pt x="3644" y="5518"/>
                </a:lnTo>
                <a:lnTo>
                  <a:pt x="3643" y="5518"/>
                </a:lnTo>
                <a:lnTo>
                  <a:pt x="3644" y="5518"/>
                </a:lnTo>
                <a:lnTo>
                  <a:pt x="3643" y="5518"/>
                </a:lnTo>
                <a:lnTo>
                  <a:pt x="3643" y="5519"/>
                </a:lnTo>
                <a:lnTo>
                  <a:pt x="3643" y="5520"/>
                </a:lnTo>
                <a:lnTo>
                  <a:pt x="3643" y="5521"/>
                </a:lnTo>
                <a:lnTo>
                  <a:pt x="3642" y="5521"/>
                </a:lnTo>
                <a:lnTo>
                  <a:pt x="3641" y="5521"/>
                </a:lnTo>
                <a:lnTo>
                  <a:pt x="3639" y="5521"/>
                </a:lnTo>
                <a:lnTo>
                  <a:pt x="3639" y="5522"/>
                </a:lnTo>
                <a:lnTo>
                  <a:pt x="3638" y="5522"/>
                </a:lnTo>
                <a:lnTo>
                  <a:pt x="3637" y="5522"/>
                </a:lnTo>
                <a:lnTo>
                  <a:pt x="3637" y="5523"/>
                </a:lnTo>
                <a:lnTo>
                  <a:pt x="3637" y="5524"/>
                </a:lnTo>
                <a:lnTo>
                  <a:pt x="3636" y="5524"/>
                </a:lnTo>
                <a:lnTo>
                  <a:pt x="3636" y="5525"/>
                </a:lnTo>
                <a:lnTo>
                  <a:pt x="3636" y="5526"/>
                </a:lnTo>
                <a:lnTo>
                  <a:pt x="3635" y="5526"/>
                </a:lnTo>
                <a:lnTo>
                  <a:pt x="3635" y="5527"/>
                </a:lnTo>
                <a:lnTo>
                  <a:pt x="3634" y="5527"/>
                </a:lnTo>
                <a:lnTo>
                  <a:pt x="3634" y="5528"/>
                </a:lnTo>
                <a:lnTo>
                  <a:pt x="3633" y="5528"/>
                </a:lnTo>
                <a:lnTo>
                  <a:pt x="3632" y="5528"/>
                </a:lnTo>
                <a:lnTo>
                  <a:pt x="3631" y="5528"/>
                </a:lnTo>
                <a:lnTo>
                  <a:pt x="3630" y="5528"/>
                </a:lnTo>
                <a:lnTo>
                  <a:pt x="3630" y="5527"/>
                </a:lnTo>
                <a:lnTo>
                  <a:pt x="3629" y="5527"/>
                </a:lnTo>
                <a:lnTo>
                  <a:pt x="3628" y="5527"/>
                </a:lnTo>
                <a:lnTo>
                  <a:pt x="3627" y="5527"/>
                </a:lnTo>
                <a:lnTo>
                  <a:pt x="3626" y="5527"/>
                </a:lnTo>
                <a:lnTo>
                  <a:pt x="3626" y="5528"/>
                </a:lnTo>
                <a:lnTo>
                  <a:pt x="3626" y="5527"/>
                </a:lnTo>
                <a:lnTo>
                  <a:pt x="3626" y="5528"/>
                </a:lnTo>
                <a:lnTo>
                  <a:pt x="3626" y="5527"/>
                </a:lnTo>
                <a:lnTo>
                  <a:pt x="3625" y="5527"/>
                </a:lnTo>
                <a:lnTo>
                  <a:pt x="3625" y="5526"/>
                </a:lnTo>
                <a:lnTo>
                  <a:pt x="3624" y="5526"/>
                </a:lnTo>
                <a:lnTo>
                  <a:pt x="3624" y="5525"/>
                </a:lnTo>
                <a:lnTo>
                  <a:pt x="3623" y="5525"/>
                </a:lnTo>
                <a:lnTo>
                  <a:pt x="3622" y="5525"/>
                </a:lnTo>
                <a:lnTo>
                  <a:pt x="3622" y="5524"/>
                </a:lnTo>
                <a:lnTo>
                  <a:pt x="3622" y="5523"/>
                </a:lnTo>
                <a:lnTo>
                  <a:pt x="3623" y="5523"/>
                </a:lnTo>
                <a:lnTo>
                  <a:pt x="3622" y="5523"/>
                </a:lnTo>
                <a:lnTo>
                  <a:pt x="3623" y="5523"/>
                </a:lnTo>
                <a:lnTo>
                  <a:pt x="3623" y="5522"/>
                </a:lnTo>
                <a:lnTo>
                  <a:pt x="3622" y="5522"/>
                </a:lnTo>
                <a:lnTo>
                  <a:pt x="3622" y="5521"/>
                </a:lnTo>
                <a:lnTo>
                  <a:pt x="3621" y="5521"/>
                </a:lnTo>
                <a:lnTo>
                  <a:pt x="3621" y="5520"/>
                </a:lnTo>
                <a:lnTo>
                  <a:pt x="3621" y="5517"/>
                </a:lnTo>
                <a:lnTo>
                  <a:pt x="3621" y="5516"/>
                </a:lnTo>
                <a:lnTo>
                  <a:pt x="3621" y="5515"/>
                </a:lnTo>
                <a:lnTo>
                  <a:pt x="3622" y="5515"/>
                </a:lnTo>
                <a:lnTo>
                  <a:pt x="3621" y="5514"/>
                </a:lnTo>
                <a:lnTo>
                  <a:pt x="3622" y="5514"/>
                </a:lnTo>
                <a:lnTo>
                  <a:pt x="3622" y="5513"/>
                </a:lnTo>
                <a:lnTo>
                  <a:pt x="3622" y="5512"/>
                </a:lnTo>
                <a:lnTo>
                  <a:pt x="3622" y="5511"/>
                </a:lnTo>
                <a:lnTo>
                  <a:pt x="3621" y="5511"/>
                </a:lnTo>
                <a:lnTo>
                  <a:pt x="3621" y="5510"/>
                </a:lnTo>
                <a:lnTo>
                  <a:pt x="3621" y="5509"/>
                </a:lnTo>
                <a:lnTo>
                  <a:pt x="3621" y="5508"/>
                </a:lnTo>
                <a:lnTo>
                  <a:pt x="3620" y="5508"/>
                </a:lnTo>
                <a:lnTo>
                  <a:pt x="3620" y="5507"/>
                </a:lnTo>
                <a:lnTo>
                  <a:pt x="3620" y="5506"/>
                </a:lnTo>
                <a:lnTo>
                  <a:pt x="3620" y="5505"/>
                </a:lnTo>
                <a:lnTo>
                  <a:pt x="3620" y="5504"/>
                </a:lnTo>
                <a:lnTo>
                  <a:pt x="3621" y="5504"/>
                </a:lnTo>
                <a:lnTo>
                  <a:pt x="3621" y="5503"/>
                </a:lnTo>
                <a:lnTo>
                  <a:pt x="3621" y="5502"/>
                </a:lnTo>
                <a:lnTo>
                  <a:pt x="3620" y="5502"/>
                </a:lnTo>
                <a:lnTo>
                  <a:pt x="3618" y="5502"/>
                </a:lnTo>
                <a:lnTo>
                  <a:pt x="3618" y="5501"/>
                </a:lnTo>
                <a:lnTo>
                  <a:pt x="3618" y="5500"/>
                </a:lnTo>
                <a:lnTo>
                  <a:pt x="3618" y="5498"/>
                </a:lnTo>
                <a:lnTo>
                  <a:pt x="3618" y="5497"/>
                </a:lnTo>
                <a:lnTo>
                  <a:pt x="3618" y="5496"/>
                </a:lnTo>
                <a:lnTo>
                  <a:pt x="3617" y="5496"/>
                </a:lnTo>
                <a:lnTo>
                  <a:pt x="3616" y="5496"/>
                </a:lnTo>
                <a:lnTo>
                  <a:pt x="3615" y="5496"/>
                </a:lnTo>
                <a:lnTo>
                  <a:pt x="3615" y="5495"/>
                </a:lnTo>
                <a:lnTo>
                  <a:pt x="3615" y="5494"/>
                </a:lnTo>
                <a:lnTo>
                  <a:pt x="3615" y="5493"/>
                </a:lnTo>
                <a:lnTo>
                  <a:pt x="3614" y="5493"/>
                </a:lnTo>
                <a:lnTo>
                  <a:pt x="3614" y="5492"/>
                </a:lnTo>
                <a:lnTo>
                  <a:pt x="3613" y="5492"/>
                </a:lnTo>
                <a:lnTo>
                  <a:pt x="3613" y="5491"/>
                </a:lnTo>
                <a:lnTo>
                  <a:pt x="3612" y="5491"/>
                </a:lnTo>
                <a:lnTo>
                  <a:pt x="3611" y="5490"/>
                </a:lnTo>
                <a:lnTo>
                  <a:pt x="3610" y="5490"/>
                </a:lnTo>
                <a:lnTo>
                  <a:pt x="3610" y="5489"/>
                </a:lnTo>
                <a:lnTo>
                  <a:pt x="3610" y="5488"/>
                </a:lnTo>
                <a:lnTo>
                  <a:pt x="3610" y="5487"/>
                </a:lnTo>
                <a:lnTo>
                  <a:pt x="3610" y="5486"/>
                </a:lnTo>
                <a:lnTo>
                  <a:pt x="3609" y="5486"/>
                </a:lnTo>
                <a:lnTo>
                  <a:pt x="3609" y="5485"/>
                </a:lnTo>
                <a:lnTo>
                  <a:pt x="3608" y="5485"/>
                </a:lnTo>
                <a:lnTo>
                  <a:pt x="3608" y="5484"/>
                </a:lnTo>
                <a:lnTo>
                  <a:pt x="3608" y="5483"/>
                </a:lnTo>
                <a:lnTo>
                  <a:pt x="3609" y="5483"/>
                </a:lnTo>
                <a:lnTo>
                  <a:pt x="3609" y="5482"/>
                </a:lnTo>
                <a:lnTo>
                  <a:pt x="3608" y="5482"/>
                </a:lnTo>
                <a:lnTo>
                  <a:pt x="3609" y="5482"/>
                </a:lnTo>
                <a:lnTo>
                  <a:pt x="3610" y="5482"/>
                </a:lnTo>
                <a:lnTo>
                  <a:pt x="3610" y="5481"/>
                </a:lnTo>
                <a:lnTo>
                  <a:pt x="3611" y="5481"/>
                </a:lnTo>
                <a:lnTo>
                  <a:pt x="3611" y="5480"/>
                </a:lnTo>
                <a:lnTo>
                  <a:pt x="3612" y="5480"/>
                </a:lnTo>
                <a:lnTo>
                  <a:pt x="3613" y="5480"/>
                </a:lnTo>
                <a:lnTo>
                  <a:pt x="3613" y="5479"/>
                </a:lnTo>
                <a:lnTo>
                  <a:pt x="3612" y="5479"/>
                </a:lnTo>
                <a:lnTo>
                  <a:pt x="3613" y="5479"/>
                </a:lnTo>
                <a:lnTo>
                  <a:pt x="3612" y="5479"/>
                </a:lnTo>
                <a:lnTo>
                  <a:pt x="3612" y="5478"/>
                </a:lnTo>
                <a:lnTo>
                  <a:pt x="3611" y="5478"/>
                </a:lnTo>
                <a:lnTo>
                  <a:pt x="3611" y="5477"/>
                </a:lnTo>
                <a:lnTo>
                  <a:pt x="3610" y="5477"/>
                </a:lnTo>
                <a:lnTo>
                  <a:pt x="3610" y="5476"/>
                </a:lnTo>
                <a:lnTo>
                  <a:pt x="3609" y="5476"/>
                </a:lnTo>
                <a:lnTo>
                  <a:pt x="3609" y="5475"/>
                </a:lnTo>
                <a:lnTo>
                  <a:pt x="3608" y="5475"/>
                </a:lnTo>
                <a:lnTo>
                  <a:pt x="3608" y="5474"/>
                </a:lnTo>
                <a:lnTo>
                  <a:pt x="3608" y="5473"/>
                </a:lnTo>
                <a:lnTo>
                  <a:pt x="3608" y="5472"/>
                </a:lnTo>
                <a:lnTo>
                  <a:pt x="3608" y="5471"/>
                </a:lnTo>
                <a:lnTo>
                  <a:pt x="3609" y="5471"/>
                </a:lnTo>
                <a:lnTo>
                  <a:pt x="3609" y="5470"/>
                </a:lnTo>
                <a:lnTo>
                  <a:pt x="3609" y="5469"/>
                </a:lnTo>
                <a:lnTo>
                  <a:pt x="3610" y="5468"/>
                </a:lnTo>
                <a:lnTo>
                  <a:pt x="3610" y="5467"/>
                </a:lnTo>
                <a:lnTo>
                  <a:pt x="3610" y="5466"/>
                </a:lnTo>
                <a:lnTo>
                  <a:pt x="3610" y="5465"/>
                </a:lnTo>
                <a:lnTo>
                  <a:pt x="3610" y="5464"/>
                </a:lnTo>
                <a:lnTo>
                  <a:pt x="3609" y="5464"/>
                </a:lnTo>
                <a:lnTo>
                  <a:pt x="3608" y="5464"/>
                </a:lnTo>
                <a:lnTo>
                  <a:pt x="3607" y="5464"/>
                </a:lnTo>
                <a:lnTo>
                  <a:pt x="3607" y="5463"/>
                </a:lnTo>
                <a:lnTo>
                  <a:pt x="3606" y="5463"/>
                </a:lnTo>
                <a:lnTo>
                  <a:pt x="3606" y="5462"/>
                </a:lnTo>
                <a:lnTo>
                  <a:pt x="3605" y="5462"/>
                </a:lnTo>
                <a:lnTo>
                  <a:pt x="3605" y="5461"/>
                </a:lnTo>
                <a:lnTo>
                  <a:pt x="3604" y="5461"/>
                </a:lnTo>
                <a:lnTo>
                  <a:pt x="3603" y="5461"/>
                </a:lnTo>
                <a:lnTo>
                  <a:pt x="3603" y="5460"/>
                </a:lnTo>
                <a:lnTo>
                  <a:pt x="3602" y="5460"/>
                </a:lnTo>
                <a:lnTo>
                  <a:pt x="3602" y="5459"/>
                </a:lnTo>
                <a:lnTo>
                  <a:pt x="3601" y="5459"/>
                </a:lnTo>
                <a:lnTo>
                  <a:pt x="3601" y="5458"/>
                </a:lnTo>
                <a:lnTo>
                  <a:pt x="3601" y="5457"/>
                </a:lnTo>
                <a:lnTo>
                  <a:pt x="3601" y="5456"/>
                </a:lnTo>
                <a:lnTo>
                  <a:pt x="3600" y="5456"/>
                </a:lnTo>
                <a:lnTo>
                  <a:pt x="3601" y="5455"/>
                </a:lnTo>
                <a:lnTo>
                  <a:pt x="3602" y="5455"/>
                </a:lnTo>
                <a:lnTo>
                  <a:pt x="3602" y="5454"/>
                </a:lnTo>
                <a:lnTo>
                  <a:pt x="3601" y="5454"/>
                </a:lnTo>
                <a:lnTo>
                  <a:pt x="3602" y="5453"/>
                </a:lnTo>
                <a:lnTo>
                  <a:pt x="3603" y="5453"/>
                </a:lnTo>
                <a:lnTo>
                  <a:pt x="3603" y="5452"/>
                </a:lnTo>
                <a:lnTo>
                  <a:pt x="3603" y="5451"/>
                </a:lnTo>
                <a:lnTo>
                  <a:pt x="3604" y="5451"/>
                </a:lnTo>
                <a:lnTo>
                  <a:pt x="3604" y="5452"/>
                </a:lnTo>
                <a:lnTo>
                  <a:pt x="3605" y="5452"/>
                </a:lnTo>
                <a:lnTo>
                  <a:pt x="3605" y="5451"/>
                </a:lnTo>
                <a:lnTo>
                  <a:pt x="3606" y="5451"/>
                </a:lnTo>
                <a:lnTo>
                  <a:pt x="3606" y="5452"/>
                </a:lnTo>
                <a:lnTo>
                  <a:pt x="3606" y="5451"/>
                </a:lnTo>
                <a:lnTo>
                  <a:pt x="3607" y="5451"/>
                </a:lnTo>
                <a:lnTo>
                  <a:pt x="3607" y="5450"/>
                </a:lnTo>
                <a:lnTo>
                  <a:pt x="3606" y="5450"/>
                </a:lnTo>
                <a:lnTo>
                  <a:pt x="3606" y="5449"/>
                </a:lnTo>
                <a:lnTo>
                  <a:pt x="3607" y="5449"/>
                </a:lnTo>
                <a:lnTo>
                  <a:pt x="3607" y="5448"/>
                </a:lnTo>
                <a:lnTo>
                  <a:pt x="3607" y="5447"/>
                </a:lnTo>
                <a:lnTo>
                  <a:pt x="3607" y="5446"/>
                </a:lnTo>
                <a:lnTo>
                  <a:pt x="3607" y="5445"/>
                </a:lnTo>
                <a:lnTo>
                  <a:pt x="3607" y="5444"/>
                </a:lnTo>
                <a:lnTo>
                  <a:pt x="3606" y="5444"/>
                </a:lnTo>
                <a:lnTo>
                  <a:pt x="3606" y="5443"/>
                </a:lnTo>
                <a:lnTo>
                  <a:pt x="3606" y="5442"/>
                </a:lnTo>
                <a:lnTo>
                  <a:pt x="3606" y="5441"/>
                </a:lnTo>
                <a:lnTo>
                  <a:pt x="3606" y="5440"/>
                </a:lnTo>
                <a:lnTo>
                  <a:pt x="3605" y="5440"/>
                </a:lnTo>
                <a:lnTo>
                  <a:pt x="3605" y="5439"/>
                </a:lnTo>
                <a:lnTo>
                  <a:pt x="3605" y="5438"/>
                </a:lnTo>
                <a:lnTo>
                  <a:pt x="3605" y="5437"/>
                </a:lnTo>
                <a:lnTo>
                  <a:pt x="3605" y="5438"/>
                </a:lnTo>
                <a:lnTo>
                  <a:pt x="3605" y="5437"/>
                </a:lnTo>
                <a:lnTo>
                  <a:pt x="3603" y="5437"/>
                </a:lnTo>
                <a:lnTo>
                  <a:pt x="3603" y="5438"/>
                </a:lnTo>
                <a:lnTo>
                  <a:pt x="3603" y="5437"/>
                </a:lnTo>
                <a:lnTo>
                  <a:pt x="3602" y="5437"/>
                </a:lnTo>
                <a:lnTo>
                  <a:pt x="3602" y="5438"/>
                </a:lnTo>
                <a:lnTo>
                  <a:pt x="3601" y="5438"/>
                </a:lnTo>
                <a:lnTo>
                  <a:pt x="3599" y="5438"/>
                </a:lnTo>
                <a:lnTo>
                  <a:pt x="3599" y="5437"/>
                </a:lnTo>
                <a:lnTo>
                  <a:pt x="3598" y="5437"/>
                </a:lnTo>
                <a:lnTo>
                  <a:pt x="3598" y="5436"/>
                </a:lnTo>
                <a:lnTo>
                  <a:pt x="3597" y="5436"/>
                </a:lnTo>
                <a:lnTo>
                  <a:pt x="3597" y="5435"/>
                </a:lnTo>
                <a:lnTo>
                  <a:pt x="3597" y="5434"/>
                </a:lnTo>
                <a:lnTo>
                  <a:pt x="3597" y="5433"/>
                </a:lnTo>
                <a:lnTo>
                  <a:pt x="3596" y="5433"/>
                </a:lnTo>
                <a:lnTo>
                  <a:pt x="3596" y="5432"/>
                </a:lnTo>
                <a:lnTo>
                  <a:pt x="3596" y="5431"/>
                </a:lnTo>
                <a:lnTo>
                  <a:pt x="3596" y="5430"/>
                </a:lnTo>
                <a:lnTo>
                  <a:pt x="3596" y="5429"/>
                </a:lnTo>
                <a:lnTo>
                  <a:pt x="3596" y="5428"/>
                </a:lnTo>
                <a:lnTo>
                  <a:pt x="3596" y="5427"/>
                </a:lnTo>
                <a:lnTo>
                  <a:pt x="3596" y="5426"/>
                </a:lnTo>
                <a:lnTo>
                  <a:pt x="3597" y="5426"/>
                </a:lnTo>
                <a:lnTo>
                  <a:pt x="3597" y="5425"/>
                </a:lnTo>
                <a:lnTo>
                  <a:pt x="3598" y="5423"/>
                </a:lnTo>
                <a:lnTo>
                  <a:pt x="3598" y="5421"/>
                </a:lnTo>
                <a:lnTo>
                  <a:pt x="3598" y="5418"/>
                </a:lnTo>
                <a:lnTo>
                  <a:pt x="3598" y="5417"/>
                </a:lnTo>
                <a:lnTo>
                  <a:pt x="3598" y="5416"/>
                </a:lnTo>
                <a:lnTo>
                  <a:pt x="3599" y="5414"/>
                </a:lnTo>
                <a:lnTo>
                  <a:pt x="3600" y="5413"/>
                </a:lnTo>
                <a:lnTo>
                  <a:pt x="3601" y="5411"/>
                </a:lnTo>
                <a:lnTo>
                  <a:pt x="3601" y="5410"/>
                </a:lnTo>
                <a:lnTo>
                  <a:pt x="3602" y="5408"/>
                </a:lnTo>
                <a:lnTo>
                  <a:pt x="3602" y="5405"/>
                </a:lnTo>
                <a:lnTo>
                  <a:pt x="3602" y="5404"/>
                </a:lnTo>
                <a:lnTo>
                  <a:pt x="3601" y="5403"/>
                </a:lnTo>
                <a:lnTo>
                  <a:pt x="3601" y="5402"/>
                </a:lnTo>
                <a:lnTo>
                  <a:pt x="3601" y="5401"/>
                </a:lnTo>
                <a:lnTo>
                  <a:pt x="3600" y="5399"/>
                </a:lnTo>
                <a:lnTo>
                  <a:pt x="3599" y="5397"/>
                </a:lnTo>
                <a:lnTo>
                  <a:pt x="3598" y="5396"/>
                </a:lnTo>
                <a:lnTo>
                  <a:pt x="3598" y="5394"/>
                </a:lnTo>
                <a:lnTo>
                  <a:pt x="3597" y="5393"/>
                </a:lnTo>
                <a:lnTo>
                  <a:pt x="3595" y="5391"/>
                </a:lnTo>
                <a:lnTo>
                  <a:pt x="3594" y="5391"/>
                </a:lnTo>
                <a:lnTo>
                  <a:pt x="3593" y="5390"/>
                </a:lnTo>
                <a:lnTo>
                  <a:pt x="3592" y="5390"/>
                </a:lnTo>
                <a:lnTo>
                  <a:pt x="3592" y="5389"/>
                </a:lnTo>
                <a:lnTo>
                  <a:pt x="3591" y="5387"/>
                </a:lnTo>
                <a:lnTo>
                  <a:pt x="3591" y="5385"/>
                </a:lnTo>
                <a:lnTo>
                  <a:pt x="3591" y="5384"/>
                </a:lnTo>
                <a:lnTo>
                  <a:pt x="3590" y="5383"/>
                </a:lnTo>
                <a:lnTo>
                  <a:pt x="3589" y="5382"/>
                </a:lnTo>
                <a:lnTo>
                  <a:pt x="3585" y="5382"/>
                </a:lnTo>
                <a:lnTo>
                  <a:pt x="3584" y="5383"/>
                </a:lnTo>
                <a:lnTo>
                  <a:pt x="3584" y="5384"/>
                </a:lnTo>
                <a:lnTo>
                  <a:pt x="3583" y="5385"/>
                </a:lnTo>
                <a:lnTo>
                  <a:pt x="3582" y="5385"/>
                </a:lnTo>
                <a:lnTo>
                  <a:pt x="3581" y="5385"/>
                </a:lnTo>
                <a:lnTo>
                  <a:pt x="3580" y="5385"/>
                </a:lnTo>
                <a:lnTo>
                  <a:pt x="3579" y="5384"/>
                </a:lnTo>
                <a:lnTo>
                  <a:pt x="3577" y="5382"/>
                </a:lnTo>
                <a:lnTo>
                  <a:pt x="3577" y="5380"/>
                </a:lnTo>
                <a:lnTo>
                  <a:pt x="3577" y="5379"/>
                </a:lnTo>
                <a:lnTo>
                  <a:pt x="3578" y="5377"/>
                </a:lnTo>
                <a:lnTo>
                  <a:pt x="3578" y="5375"/>
                </a:lnTo>
                <a:lnTo>
                  <a:pt x="3579" y="5373"/>
                </a:lnTo>
                <a:lnTo>
                  <a:pt x="3579" y="5372"/>
                </a:lnTo>
                <a:lnTo>
                  <a:pt x="3579" y="5370"/>
                </a:lnTo>
                <a:lnTo>
                  <a:pt x="3578" y="5369"/>
                </a:lnTo>
                <a:lnTo>
                  <a:pt x="3576" y="5366"/>
                </a:lnTo>
                <a:lnTo>
                  <a:pt x="3575" y="5364"/>
                </a:lnTo>
                <a:lnTo>
                  <a:pt x="3573" y="5363"/>
                </a:lnTo>
                <a:lnTo>
                  <a:pt x="3572" y="5363"/>
                </a:lnTo>
                <a:lnTo>
                  <a:pt x="3570" y="5362"/>
                </a:lnTo>
                <a:lnTo>
                  <a:pt x="3569" y="5362"/>
                </a:lnTo>
                <a:lnTo>
                  <a:pt x="3568" y="5361"/>
                </a:lnTo>
                <a:lnTo>
                  <a:pt x="3568" y="5360"/>
                </a:lnTo>
                <a:lnTo>
                  <a:pt x="3569" y="5360"/>
                </a:lnTo>
                <a:lnTo>
                  <a:pt x="3569" y="5359"/>
                </a:lnTo>
                <a:lnTo>
                  <a:pt x="3570" y="5358"/>
                </a:lnTo>
                <a:lnTo>
                  <a:pt x="3569" y="5356"/>
                </a:lnTo>
                <a:lnTo>
                  <a:pt x="3568" y="5356"/>
                </a:lnTo>
                <a:lnTo>
                  <a:pt x="3567" y="5356"/>
                </a:lnTo>
                <a:lnTo>
                  <a:pt x="3567" y="5355"/>
                </a:lnTo>
                <a:lnTo>
                  <a:pt x="3566" y="5353"/>
                </a:lnTo>
                <a:lnTo>
                  <a:pt x="3564" y="5352"/>
                </a:lnTo>
                <a:lnTo>
                  <a:pt x="3563" y="5350"/>
                </a:lnTo>
                <a:lnTo>
                  <a:pt x="3562" y="5349"/>
                </a:lnTo>
                <a:lnTo>
                  <a:pt x="3562" y="5348"/>
                </a:lnTo>
                <a:lnTo>
                  <a:pt x="3561" y="5347"/>
                </a:lnTo>
                <a:lnTo>
                  <a:pt x="3559" y="5347"/>
                </a:lnTo>
                <a:lnTo>
                  <a:pt x="3557" y="5347"/>
                </a:lnTo>
                <a:lnTo>
                  <a:pt x="3556" y="5347"/>
                </a:lnTo>
                <a:lnTo>
                  <a:pt x="3555" y="5347"/>
                </a:lnTo>
                <a:lnTo>
                  <a:pt x="3553" y="5348"/>
                </a:lnTo>
                <a:lnTo>
                  <a:pt x="3551" y="5349"/>
                </a:lnTo>
                <a:lnTo>
                  <a:pt x="3550" y="5350"/>
                </a:lnTo>
                <a:lnTo>
                  <a:pt x="3550" y="5352"/>
                </a:lnTo>
                <a:lnTo>
                  <a:pt x="3550" y="5353"/>
                </a:lnTo>
                <a:lnTo>
                  <a:pt x="3549" y="5354"/>
                </a:lnTo>
                <a:lnTo>
                  <a:pt x="3548" y="5354"/>
                </a:lnTo>
                <a:lnTo>
                  <a:pt x="3547" y="5354"/>
                </a:lnTo>
                <a:lnTo>
                  <a:pt x="3545" y="5353"/>
                </a:lnTo>
                <a:lnTo>
                  <a:pt x="3544" y="5353"/>
                </a:lnTo>
                <a:lnTo>
                  <a:pt x="3542" y="5353"/>
                </a:lnTo>
                <a:lnTo>
                  <a:pt x="3541" y="5353"/>
                </a:lnTo>
                <a:lnTo>
                  <a:pt x="3540" y="5353"/>
                </a:lnTo>
                <a:lnTo>
                  <a:pt x="3540" y="5350"/>
                </a:lnTo>
                <a:lnTo>
                  <a:pt x="3539" y="5347"/>
                </a:lnTo>
                <a:lnTo>
                  <a:pt x="3538" y="5346"/>
                </a:lnTo>
                <a:lnTo>
                  <a:pt x="3537" y="5344"/>
                </a:lnTo>
                <a:lnTo>
                  <a:pt x="3536" y="5343"/>
                </a:lnTo>
                <a:lnTo>
                  <a:pt x="3535" y="5343"/>
                </a:lnTo>
                <a:lnTo>
                  <a:pt x="3534" y="5343"/>
                </a:lnTo>
                <a:lnTo>
                  <a:pt x="3533" y="5342"/>
                </a:lnTo>
                <a:lnTo>
                  <a:pt x="3532" y="5340"/>
                </a:lnTo>
                <a:lnTo>
                  <a:pt x="3532" y="5339"/>
                </a:lnTo>
                <a:lnTo>
                  <a:pt x="3532" y="5338"/>
                </a:lnTo>
                <a:lnTo>
                  <a:pt x="3532" y="5337"/>
                </a:lnTo>
                <a:lnTo>
                  <a:pt x="3532" y="5336"/>
                </a:lnTo>
                <a:lnTo>
                  <a:pt x="3532" y="5335"/>
                </a:lnTo>
                <a:lnTo>
                  <a:pt x="3531" y="5334"/>
                </a:lnTo>
                <a:lnTo>
                  <a:pt x="3531" y="5333"/>
                </a:lnTo>
                <a:lnTo>
                  <a:pt x="3531" y="5331"/>
                </a:lnTo>
                <a:lnTo>
                  <a:pt x="3532" y="5330"/>
                </a:lnTo>
                <a:lnTo>
                  <a:pt x="3532" y="5329"/>
                </a:lnTo>
                <a:lnTo>
                  <a:pt x="3532" y="5328"/>
                </a:lnTo>
                <a:lnTo>
                  <a:pt x="3532" y="5326"/>
                </a:lnTo>
                <a:lnTo>
                  <a:pt x="3532" y="5325"/>
                </a:lnTo>
                <a:lnTo>
                  <a:pt x="3532" y="5324"/>
                </a:lnTo>
                <a:lnTo>
                  <a:pt x="3531" y="5322"/>
                </a:lnTo>
                <a:lnTo>
                  <a:pt x="3530" y="5320"/>
                </a:lnTo>
                <a:lnTo>
                  <a:pt x="3529" y="5318"/>
                </a:lnTo>
                <a:lnTo>
                  <a:pt x="3528" y="5317"/>
                </a:lnTo>
                <a:lnTo>
                  <a:pt x="3525" y="5316"/>
                </a:lnTo>
                <a:lnTo>
                  <a:pt x="3525" y="5315"/>
                </a:lnTo>
                <a:lnTo>
                  <a:pt x="3525" y="5314"/>
                </a:lnTo>
                <a:lnTo>
                  <a:pt x="3524" y="5313"/>
                </a:lnTo>
                <a:lnTo>
                  <a:pt x="3522" y="5312"/>
                </a:lnTo>
                <a:lnTo>
                  <a:pt x="3521" y="5312"/>
                </a:lnTo>
                <a:lnTo>
                  <a:pt x="3521" y="5311"/>
                </a:lnTo>
                <a:lnTo>
                  <a:pt x="3520" y="5310"/>
                </a:lnTo>
                <a:lnTo>
                  <a:pt x="3520" y="5309"/>
                </a:lnTo>
                <a:lnTo>
                  <a:pt x="3519" y="5309"/>
                </a:lnTo>
                <a:lnTo>
                  <a:pt x="3516" y="5309"/>
                </a:lnTo>
                <a:lnTo>
                  <a:pt x="3515" y="5309"/>
                </a:lnTo>
                <a:lnTo>
                  <a:pt x="3514" y="5310"/>
                </a:lnTo>
                <a:lnTo>
                  <a:pt x="3513" y="5311"/>
                </a:lnTo>
                <a:lnTo>
                  <a:pt x="3513" y="5312"/>
                </a:lnTo>
                <a:lnTo>
                  <a:pt x="3512" y="5312"/>
                </a:lnTo>
                <a:lnTo>
                  <a:pt x="3510" y="5312"/>
                </a:lnTo>
                <a:lnTo>
                  <a:pt x="3509" y="5312"/>
                </a:lnTo>
                <a:lnTo>
                  <a:pt x="3508" y="5312"/>
                </a:lnTo>
                <a:lnTo>
                  <a:pt x="3508" y="5311"/>
                </a:lnTo>
                <a:lnTo>
                  <a:pt x="3508" y="5310"/>
                </a:lnTo>
                <a:lnTo>
                  <a:pt x="3508" y="5309"/>
                </a:lnTo>
                <a:lnTo>
                  <a:pt x="3508" y="5308"/>
                </a:lnTo>
                <a:lnTo>
                  <a:pt x="3507" y="5307"/>
                </a:lnTo>
                <a:lnTo>
                  <a:pt x="3506" y="5306"/>
                </a:lnTo>
                <a:lnTo>
                  <a:pt x="3505" y="5306"/>
                </a:lnTo>
                <a:lnTo>
                  <a:pt x="3504" y="5306"/>
                </a:lnTo>
                <a:lnTo>
                  <a:pt x="3502" y="5308"/>
                </a:lnTo>
                <a:lnTo>
                  <a:pt x="3501" y="5309"/>
                </a:lnTo>
                <a:lnTo>
                  <a:pt x="3500" y="5310"/>
                </a:lnTo>
                <a:lnTo>
                  <a:pt x="3499" y="5310"/>
                </a:lnTo>
                <a:lnTo>
                  <a:pt x="3498" y="5312"/>
                </a:lnTo>
                <a:lnTo>
                  <a:pt x="3497" y="5313"/>
                </a:lnTo>
                <a:lnTo>
                  <a:pt x="3495" y="5314"/>
                </a:lnTo>
                <a:lnTo>
                  <a:pt x="3494" y="5315"/>
                </a:lnTo>
                <a:lnTo>
                  <a:pt x="3493" y="5315"/>
                </a:lnTo>
                <a:lnTo>
                  <a:pt x="3492" y="5315"/>
                </a:lnTo>
                <a:lnTo>
                  <a:pt x="3492" y="5316"/>
                </a:lnTo>
                <a:lnTo>
                  <a:pt x="3491" y="5317"/>
                </a:lnTo>
                <a:lnTo>
                  <a:pt x="3491" y="5319"/>
                </a:lnTo>
                <a:lnTo>
                  <a:pt x="3491" y="5321"/>
                </a:lnTo>
                <a:lnTo>
                  <a:pt x="3491" y="5322"/>
                </a:lnTo>
                <a:lnTo>
                  <a:pt x="3492" y="5323"/>
                </a:lnTo>
                <a:lnTo>
                  <a:pt x="3493" y="5324"/>
                </a:lnTo>
                <a:lnTo>
                  <a:pt x="3493" y="5325"/>
                </a:lnTo>
                <a:lnTo>
                  <a:pt x="3493" y="5326"/>
                </a:lnTo>
                <a:lnTo>
                  <a:pt x="3493" y="5327"/>
                </a:lnTo>
                <a:lnTo>
                  <a:pt x="3492" y="5328"/>
                </a:lnTo>
                <a:lnTo>
                  <a:pt x="3490" y="5328"/>
                </a:lnTo>
                <a:lnTo>
                  <a:pt x="3489" y="5329"/>
                </a:lnTo>
                <a:lnTo>
                  <a:pt x="3489" y="5330"/>
                </a:lnTo>
                <a:lnTo>
                  <a:pt x="3490" y="5331"/>
                </a:lnTo>
                <a:lnTo>
                  <a:pt x="3490" y="5332"/>
                </a:lnTo>
                <a:lnTo>
                  <a:pt x="3490" y="5333"/>
                </a:lnTo>
                <a:lnTo>
                  <a:pt x="3490" y="5335"/>
                </a:lnTo>
                <a:lnTo>
                  <a:pt x="3489" y="5335"/>
                </a:lnTo>
                <a:lnTo>
                  <a:pt x="3487" y="5336"/>
                </a:lnTo>
                <a:lnTo>
                  <a:pt x="3486" y="5337"/>
                </a:lnTo>
                <a:lnTo>
                  <a:pt x="3485" y="5338"/>
                </a:lnTo>
                <a:lnTo>
                  <a:pt x="3486" y="5340"/>
                </a:lnTo>
                <a:lnTo>
                  <a:pt x="3486" y="5341"/>
                </a:lnTo>
                <a:lnTo>
                  <a:pt x="3486" y="5342"/>
                </a:lnTo>
                <a:lnTo>
                  <a:pt x="3487" y="5343"/>
                </a:lnTo>
                <a:lnTo>
                  <a:pt x="3487" y="5344"/>
                </a:lnTo>
                <a:lnTo>
                  <a:pt x="3487" y="5345"/>
                </a:lnTo>
                <a:lnTo>
                  <a:pt x="3487" y="5346"/>
                </a:lnTo>
                <a:lnTo>
                  <a:pt x="3488" y="5347"/>
                </a:lnTo>
                <a:lnTo>
                  <a:pt x="3490" y="5348"/>
                </a:lnTo>
                <a:lnTo>
                  <a:pt x="3491" y="5348"/>
                </a:lnTo>
                <a:lnTo>
                  <a:pt x="3491" y="5349"/>
                </a:lnTo>
                <a:lnTo>
                  <a:pt x="3491" y="5350"/>
                </a:lnTo>
                <a:lnTo>
                  <a:pt x="3491" y="5351"/>
                </a:lnTo>
                <a:lnTo>
                  <a:pt x="3490" y="5352"/>
                </a:lnTo>
                <a:lnTo>
                  <a:pt x="3489" y="5352"/>
                </a:lnTo>
                <a:lnTo>
                  <a:pt x="3487" y="5352"/>
                </a:lnTo>
                <a:lnTo>
                  <a:pt x="3485" y="5352"/>
                </a:lnTo>
                <a:lnTo>
                  <a:pt x="3484" y="5352"/>
                </a:lnTo>
                <a:lnTo>
                  <a:pt x="3483" y="5353"/>
                </a:lnTo>
                <a:lnTo>
                  <a:pt x="3482" y="5353"/>
                </a:lnTo>
                <a:lnTo>
                  <a:pt x="3482" y="5354"/>
                </a:lnTo>
                <a:lnTo>
                  <a:pt x="3482" y="5355"/>
                </a:lnTo>
                <a:lnTo>
                  <a:pt x="3482" y="5356"/>
                </a:lnTo>
                <a:lnTo>
                  <a:pt x="3483" y="5358"/>
                </a:lnTo>
                <a:lnTo>
                  <a:pt x="3483" y="5359"/>
                </a:lnTo>
                <a:lnTo>
                  <a:pt x="3482" y="5359"/>
                </a:lnTo>
                <a:lnTo>
                  <a:pt x="3482" y="5360"/>
                </a:lnTo>
                <a:lnTo>
                  <a:pt x="3481" y="5361"/>
                </a:lnTo>
                <a:lnTo>
                  <a:pt x="3480" y="5361"/>
                </a:lnTo>
                <a:lnTo>
                  <a:pt x="3479" y="5360"/>
                </a:lnTo>
                <a:lnTo>
                  <a:pt x="3478" y="5359"/>
                </a:lnTo>
                <a:lnTo>
                  <a:pt x="3476" y="5357"/>
                </a:lnTo>
                <a:lnTo>
                  <a:pt x="3475" y="5356"/>
                </a:lnTo>
                <a:lnTo>
                  <a:pt x="3474" y="5355"/>
                </a:lnTo>
                <a:lnTo>
                  <a:pt x="3473" y="5355"/>
                </a:lnTo>
                <a:lnTo>
                  <a:pt x="3472" y="5356"/>
                </a:lnTo>
                <a:lnTo>
                  <a:pt x="3471" y="5356"/>
                </a:lnTo>
                <a:lnTo>
                  <a:pt x="3470" y="5358"/>
                </a:lnTo>
                <a:lnTo>
                  <a:pt x="3469" y="5358"/>
                </a:lnTo>
                <a:lnTo>
                  <a:pt x="3469" y="5359"/>
                </a:lnTo>
                <a:lnTo>
                  <a:pt x="3470" y="5360"/>
                </a:lnTo>
                <a:lnTo>
                  <a:pt x="3470" y="5361"/>
                </a:lnTo>
                <a:lnTo>
                  <a:pt x="3471" y="5363"/>
                </a:lnTo>
                <a:lnTo>
                  <a:pt x="3471" y="5364"/>
                </a:lnTo>
                <a:lnTo>
                  <a:pt x="3471" y="5365"/>
                </a:lnTo>
                <a:lnTo>
                  <a:pt x="3470" y="5365"/>
                </a:lnTo>
                <a:lnTo>
                  <a:pt x="3465" y="5367"/>
                </a:lnTo>
                <a:lnTo>
                  <a:pt x="3464" y="5366"/>
                </a:lnTo>
                <a:lnTo>
                  <a:pt x="3463" y="5366"/>
                </a:lnTo>
                <a:lnTo>
                  <a:pt x="3462" y="5366"/>
                </a:lnTo>
                <a:lnTo>
                  <a:pt x="3461" y="5366"/>
                </a:lnTo>
                <a:lnTo>
                  <a:pt x="3460" y="5366"/>
                </a:lnTo>
                <a:lnTo>
                  <a:pt x="3460" y="5367"/>
                </a:lnTo>
                <a:lnTo>
                  <a:pt x="3459" y="5368"/>
                </a:lnTo>
                <a:lnTo>
                  <a:pt x="3459" y="5369"/>
                </a:lnTo>
                <a:lnTo>
                  <a:pt x="3459" y="5370"/>
                </a:lnTo>
                <a:lnTo>
                  <a:pt x="3459" y="5372"/>
                </a:lnTo>
                <a:lnTo>
                  <a:pt x="3460" y="5372"/>
                </a:lnTo>
                <a:lnTo>
                  <a:pt x="3461" y="5373"/>
                </a:lnTo>
                <a:lnTo>
                  <a:pt x="3461" y="5374"/>
                </a:lnTo>
                <a:lnTo>
                  <a:pt x="3461" y="5375"/>
                </a:lnTo>
                <a:lnTo>
                  <a:pt x="3460" y="5377"/>
                </a:lnTo>
                <a:lnTo>
                  <a:pt x="3460" y="5378"/>
                </a:lnTo>
                <a:lnTo>
                  <a:pt x="3460" y="5379"/>
                </a:lnTo>
                <a:lnTo>
                  <a:pt x="3460" y="5380"/>
                </a:lnTo>
                <a:lnTo>
                  <a:pt x="3460" y="5381"/>
                </a:lnTo>
                <a:lnTo>
                  <a:pt x="3460" y="5382"/>
                </a:lnTo>
                <a:lnTo>
                  <a:pt x="3459" y="5382"/>
                </a:lnTo>
                <a:lnTo>
                  <a:pt x="3458" y="5384"/>
                </a:lnTo>
                <a:lnTo>
                  <a:pt x="3455" y="5385"/>
                </a:lnTo>
                <a:lnTo>
                  <a:pt x="3454" y="5385"/>
                </a:lnTo>
                <a:lnTo>
                  <a:pt x="3454" y="5386"/>
                </a:lnTo>
                <a:lnTo>
                  <a:pt x="3454" y="5387"/>
                </a:lnTo>
                <a:lnTo>
                  <a:pt x="3456" y="5389"/>
                </a:lnTo>
                <a:lnTo>
                  <a:pt x="3457" y="5390"/>
                </a:lnTo>
                <a:lnTo>
                  <a:pt x="3456" y="5391"/>
                </a:lnTo>
                <a:lnTo>
                  <a:pt x="3456" y="5392"/>
                </a:lnTo>
                <a:lnTo>
                  <a:pt x="3455" y="5392"/>
                </a:lnTo>
                <a:lnTo>
                  <a:pt x="3454" y="5393"/>
                </a:lnTo>
                <a:lnTo>
                  <a:pt x="3451" y="5394"/>
                </a:lnTo>
                <a:lnTo>
                  <a:pt x="3450" y="5395"/>
                </a:lnTo>
                <a:lnTo>
                  <a:pt x="3450" y="5396"/>
                </a:lnTo>
                <a:lnTo>
                  <a:pt x="3449" y="5397"/>
                </a:lnTo>
                <a:lnTo>
                  <a:pt x="3449" y="5400"/>
                </a:lnTo>
                <a:lnTo>
                  <a:pt x="3449" y="5401"/>
                </a:lnTo>
                <a:lnTo>
                  <a:pt x="3450" y="5401"/>
                </a:lnTo>
                <a:lnTo>
                  <a:pt x="3450" y="5402"/>
                </a:lnTo>
                <a:lnTo>
                  <a:pt x="3451" y="5402"/>
                </a:lnTo>
                <a:lnTo>
                  <a:pt x="3453" y="5402"/>
                </a:lnTo>
                <a:lnTo>
                  <a:pt x="3455" y="5402"/>
                </a:lnTo>
                <a:lnTo>
                  <a:pt x="3456" y="5402"/>
                </a:lnTo>
                <a:lnTo>
                  <a:pt x="3458" y="5402"/>
                </a:lnTo>
                <a:lnTo>
                  <a:pt x="3460" y="5401"/>
                </a:lnTo>
                <a:lnTo>
                  <a:pt x="3462" y="5401"/>
                </a:lnTo>
                <a:lnTo>
                  <a:pt x="3462" y="5402"/>
                </a:lnTo>
                <a:lnTo>
                  <a:pt x="3462" y="5403"/>
                </a:lnTo>
                <a:lnTo>
                  <a:pt x="3461" y="5404"/>
                </a:lnTo>
                <a:lnTo>
                  <a:pt x="3461" y="5405"/>
                </a:lnTo>
                <a:lnTo>
                  <a:pt x="3461" y="5406"/>
                </a:lnTo>
                <a:lnTo>
                  <a:pt x="3461" y="5407"/>
                </a:lnTo>
                <a:lnTo>
                  <a:pt x="3462" y="5408"/>
                </a:lnTo>
                <a:lnTo>
                  <a:pt x="3462" y="5409"/>
                </a:lnTo>
                <a:lnTo>
                  <a:pt x="3463" y="5409"/>
                </a:lnTo>
                <a:lnTo>
                  <a:pt x="3464" y="5409"/>
                </a:lnTo>
                <a:lnTo>
                  <a:pt x="3465" y="5409"/>
                </a:lnTo>
                <a:lnTo>
                  <a:pt x="3466" y="5411"/>
                </a:lnTo>
                <a:lnTo>
                  <a:pt x="3467" y="5411"/>
                </a:lnTo>
                <a:lnTo>
                  <a:pt x="3467" y="5412"/>
                </a:lnTo>
                <a:lnTo>
                  <a:pt x="3467" y="5413"/>
                </a:lnTo>
                <a:lnTo>
                  <a:pt x="3466" y="5414"/>
                </a:lnTo>
                <a:lnTo>
                  <a:pt x="3465" y="5415"/>
                </a:lnTo>
                <a:lnTo>
                  <a:pt x="3464" y="5416"/>
                </a:lnTo>
                <a:lnTo>
                  <a:pt x="3463" y="5416"/>
                </a:lnTo>
                <a:lnTo>
                  <a:pt x="3463" y="5417"/>
                </a:lnTo>
                <a:lnTo>
                  <a:pt x="3462" y="5418"/>
                </a:lnTo>
                <a:lnTo>
                  <a:pt x="3462" y="5419"/>
                </a:lnTo>
                <a:lnTo>
                  <a:pt x="3461" y="5420"/>
                </a:lnTo>
                <a:lnTo>
                  <a:pt x="3461" y="5421"/>
                </a:lnTo>
                <a:lnTo>
                  <a:pt x="3460" y="5421"/>
                </a:lnTo>
                <a:lnTo>
                  <a:pt x="3460" y="5422"/>
                </a:lnTo>
                <a:lnTo>
                  <a:pt x="3460" y="5424"/>
                </a:lnTo>
                <a:lnTo>
                  <a:pt x="3460" y="5425"/>
                </a:lnTo>
                <a:lnTo>
                  <a:pt x="3460" y="5426"/>
                </a:lnTo>
                <a:lnTo>
                  <a:pt x="3459" y="5427"/>
                </a:lnTo>
                <a:lnTo>
                  <a:pt x="3459" y="5428"/>
                </a:lnTo>
                <a:lnTo>
                  <a:pt x="3459" y="5429"/>
                </a:lnTo>
                <a:lnTo>
                  <a:pt x="3459" y="5430"/>
                </a:lnTo>
                <a:lnTo>
                  <a:pt x="3460" y="5430"/>
                </a:lnTo>
                <a:lnTo>
                  <a:pt x="3461" y="5431"/>
                </a:lnTo>
                <a:lnTo>
                  <a:pt x="3462" y="5431"/>
                </a:lnTo>
                <a:lnTo>
                  <a:pt x="3462" y="5432"/>
                </a:lnTo>
                <a:lnTo>
                  <a:pt x="3461" y="5432"/>
                </a:lnTo>
                <a:lnTo>
                  <a:pt x="3460" y="5433"/>
                </a:lnTo>
                <a:lnTo>
                  <a:pt x="3459" y="5433"/>
                </a:lnTo>
                <a:lnTo>
                  <a:pt x="3458" y="5433"/>
                </a:lnTo>
                <a:lnTo>
                  <a:pt x="3458" y="5434"/>
                </a:lnTo>
                <a:lnTo>
                  <a:pt x="3459" y="5435"/>
                </a:lnTo>
                <a:lnTo>
                  <a:pt x="3459" y="5436"/>
                </a:lnTo>
                <a:lnTo>
                  <a:pt x="3460" y="5437"/>
                </a:lnTo>
                <a:lnTo>
                  <a:pt x="3460" y="5438"/>
                </a:lnTo>
                <a:lnTo>
                  <a:pt x="3460" y="5439"/>
                </a:lnTo>
                <a:lnTo>
                  <a:pt x="3459" y="5440"/>
                </a:lnTo>
                <a:lnTo>
                  <a:pt x="3458" y="5440"/>
                </a:lnTo>
                <a:lnTo>
                  <a:pt x="3457" y="5441"/>
                </a:lnTo>
                <a:lnTo>
                  <a:pt x="3456" y="5441"/>
                </a:lnTo>
                <a:lnTo>
                  <a:pt x="3456" y="5440"/>
                </a:lnTo>
                <a:lnTo>
                  <a:pt x="3455" y="5440"/>
                </a:lnTo>
                <a:lnTo>
                  <a:pt x="3454" y="5440"/>
                </a:lnTo>
                <a:lnTo>
                  <a:pt x="3454" y="5439"/>
                </a:lnTo>
                <a:lnTo>
                  <a:pt x="3453" y="5439"/>
                </a:lnTo>
                <a:lnTo>
                  <a:pt x="3452" y="5439"/>
                </a:lnTo>
                <a:lnTo>
                  <a:pt x="3450" y="5439"/>
                </a:lnTo>
                <a:lnTo>
                  <a:pt x="3449" y="5438"/>
                </a:lnTo>
                <a:lnTo>
                  <a:pt x="3449" y="5437"/>
                </a:lnTo>
                <a:lnTo>
                  <a:pt x="3450" y="5437"/>
                </a:lnTo>
                <a:lnTo>
                  <a:pt x="3450" y="5435"/>
                </a:lnTo>
                <a:lnTo>
                  <a:pt x="3449" y="5435"/>
                </a:lnTo>
                <a:lnTo>
                  <a:pt x="3449" y="5434"/>
                </a:lnTo>
                <a:lnTo>
                  <a:pt x="3448" y="5433"/>
                </a:lnTo>
                <a:lnTo>
                  <a:pt x="3448" y="5432"/>
                </a:lnTo>
                <a:lnTo>
                  <a:pt x="3447" y="5432"/>
                </a:lnTo>
                <a:lnTo>
                  <a:pt x="3447" y="5431"/>
                </a:lnTo>
                <a:lnTo>
                  <a:pt x="3446" y="5431"/>
                </a:lnTo>
                <a:lnTo>
                  <a:pt x="3445" y="5432"/>
                </a:lnTo>
                <a:lnTo>
                  <a:pt x="3443" y="5432"/>
                </a:lnTo>
                <a:lnTo>
                  <a:pt x="3442" y="5433"/>
                </a:lnTo>
                <a:lnTo>
                  <a:pt x="3441" y="5433"/>
                </a:lnTo>
                <a:lnTo>
                  <a:pt x="3440" y="5434"/>
                </a:lnTo>
                <a:lnTo>
                  <a:pt x="3439" y="5434"/>
                </a:lnTo>
                <a:lnTo>
                  <a:pt x="3438" y="5435"/>
                </a:lnTo>
                <a:lnTo>
                  <a:pt x="3437" y="5435"/>
                </a:lnTo>
                <a:lnTo>
                  <a:pt x="3436" y="5435"/>
                </a:lnTo>
                <a:lnTo>
                  <a:pt x="3436" y="5436"/>
                </a:lnTo>
                <a:lnTo>
                  <a:pt x="3435" y="5436"/>
                </a:lnTo>
                <a:lnTo>
                  <a:pt x="3434" y="5438"/>
                </a:lnTo>
                <a:lnTo>
                  <a:pt x="3433" y="5438"/>
                </a:lnTo>
                <a:lnTo>
                  <a:pt x="3432" y="5439"/>
                </a:lnTo>
                <a:lnTo>
                  <a:pt x="3432" y="5440"/>
                </a:lnTo>
                <a:lnTo>
                  <a:pt x="3431" y="5440"/>
                </a:lnTo>
                <a:lnTo>
                  <a:pt x="3429" y="5441"/>
                </a:lnTo>
                <a:lnTo>
                  <a:pt x="3429" y="5442"/>
                </a:lnTo>
                <a:lnTo>
                  <a:pt x="3428" y="5442"/>
                </a:lnTo>
                <a:lnTo>
                  <a:pt x="3427" y="5443"/>
                </a:lnTo>
                <a:lnTo>
                  <a:pt x="3427" y="5444"/>
                </a:lnTo>
                <a:lnTo>
                  <a:pt x="3426" y="5444"/>
                </a:lnTo>
                <a:lnTo>
                  <a:pt x="3425" y="5445"/>
                </a:lnTo>
                <a:lnTo>
                  <a:pt x="3424" y="5446"/>
                </a:lnTo>
                <a:lnTo>
                  <a:pt x="3424" y="5447"/>
                </a:lnTo>
                <a:lnTo>
                  <a:pt x="3423" y="5447"/>
                </a:lnTo>
                <a:lnTo>
                  <a:pt x="3422" y="5447"/>
                </a:lnTo>
                <a:lnTo>
                  <a:pt x="3422" y="5448"/>
                </a:lnTo>
                <a:lnTo>
                  <a:pt x="3421" y="5448"/>
                </a:lnTo>
                <a:lnTo>
                  <a:pt x="3421" y="5449"/>
                </a:lnTo>
                <a:lnTo>
                  <a:pt x="3420" y="5450"/>
                </a:lnTo>
                <a:lnTo>
                  <a:pt x="3420" y="5451"/>
                </a:lnTo>
                <a:lnTo>
                  <a:pt x="3419" y="5451"/>
                </a:lnTo>
                <a:lnTo>
                  <a:pt x="3418" y="5451"/>
                </a:lnTo>
                <a:lnTo>
                  <a:pt x="3417" y="5451"/>
                </a:lnTo>
                <a:lnTo>
                  <a:pt x="3416" y="5452"/>
                </a:lnTo>
                <a:lnTo>
                  <a:pt x="3415" y="5452"/>
                </a:lnTo>
                <a:lnTo>
                  <a:pt x="3414" y="5453"/>
                </a:lnTo>
                <a:lnTo>
                  <a:pt x="3414" y="5454"/>
                </a:lnTo>
                <a:lnTo>
                  <a:pt x="3413" y="5454"/>
                </a:lnTo>
                <a:lnTo>
                  <a:pt x="3413" y="5455"/>
                </a:lnTo>
                <a:lnTo>
                  <a:pt x="3412" y="5455"/>
                </a:lnTo>
                <a:lnTo>
                  <a:pt x="3411" y="5455"/>
                </a:lnTo>
                <a:lnTo>
                  <a:pt x="3410" y="5455"/>
                </a:lnTo>
                <a:lnTo>
                  <a:pt x="3409" y="5456"/>
                </a:lnTo>
                <a:lnTo>
                  <a:pt x="3408" y="5456"/>
                </a:lnTo>
                <a:lnTo>
                  <a:pt x="3407" y="5456"/>
                </a:lnTo>
                <a:lnTo>
                  <a:pt x="3407" y="5457"/>
                </a:lnTo>
                <a:lnTo>
                  <a:pt x="3407" y="5458"/>
                </a:lnTo>
                <a:lnTo>
                  <a:pt x="3407" y="5459"/>
                </a:lnTo>
                <a:lnTo>
                  <a:pt x="3407" y="5460"/>
                </a:lnTo>
                <a:lnTo>
                  <a:pt x="3407" y="5463"/>
                </a:lnTo>
                <a:lnTo>
                  <a:pt x="3406" y="5464"/>
                </a:lnTo>
                <a:lnTo>
                  <a:pt x="3405" y="5464"/>
                </a:lnTo>
                <a:lnTo>
                  <a:pt x="3406" y="5464"/>
                </a:lnTo>
                <a:lnTo>
                  <a:pt x="3406" y="5463"/>
                </a:lnTo>
                <a:lnTo>
                  <a:pt x="3406" y="5462"/>
                </a:lnTo>
                <a:lnTo>
                  <a:pt x="3405" y="5460"/>
                </a:lnTo>
                <a:lnTo>
                  <a:pt x="3405" y="5459"/>
                </a:lnTo>
                <a:lnTo>
                  <a:pt x="3404" y="5459"/>
                </a:lnTo>
                <a:lnTo>
                  <a:pt x="3404" y="5458"/>
                </a:lnTo>
                <a:lnTo>
                  <a:pt x="3404" y="5457"/>
                </a:lnTo>
                <a:lnTo>
                  <a:pt x="3404" y="5456"/>
                </a:lnTo>
                <a:lnTo>
                  <a:pt x="3403" y="5455"/>
                </a:lnTo>
                <a:lnTo>
                  <a:pt x="3403" y="5454"/>
                </a:lnTo>
                <a:lnTo>
                  <a:pt x="3403" y="5453"/>
                </a:lnTo>
                <a:lnTo>
                  <a:pt x="3402" y="5452"/>
                </a:lnTo>
                <a:lnTo>
                  <a:pt x="3401" y="5452"/>
                </a:lnTo>
                <a:lnTo>
                  <a:pt x="3400" y="5451"/>
                </a:lnTo>
                <a:lnTo>
                  <a:pt x="3400" y="5450"/>
                </a:lnTo>
                <a:lnTo>
                  <a:pt x="3399" y="5450"/>
                </a:lnTo>
                <a:lnTo>
                  <a:pt x="3399" y="5449"/>
                </a:lnTo>
                <a:lnTo>
                  <a:pt x="3399" y="5448"/>
                </a:lnTo>
                <a:lnTo>
                  <a:pt x="3399" y="5447"/>
                </a:lnTo>
                <a:lnTo>
                  <a:pt x="3398" y="5447"/>
                </a:lnTo>
                <a:lnTo>
                  <a:pt x="3397" y="5447"/>
                </a:lnTo>
                <a:lnTo>
                  <a:pt x="3396" y="5448"/>
                </a:lnTo>
                <a:lnTo>
                  <a:pt x="3396" y="5449"/>
                </a:lnTo>
                <a:lnTo>
                  <a:pt x="3395" y="5449"/>
                </a:lnTo>
                <a:lnTo>
                  <a:pt x="3394" y="5449"/>
                </a:lnTo>
                <a:lnTo>
                  <a:pt x="3394" y="5448"/>
                </a:lnTo>
                <a:lnTo>
                  <a:pt x="3393" y="5448"/>
                </a:lnTo>
                <a:lnTo>
                  <a:pt x="3392" y="5448"/>
                </a:lnTo>
                <a:lnTo>
                  <a:pt x="3391" y="5449"/>
                </a:lnTo>
                <a:lnTo>
                  <a:pt x="3390" y="5449"/>
                </a:lnTo>
                <a:lnTo>
                  <a:pt x="3389" y="5449"/>
                </a:lnTo>
                <a:lnTo>
                  <a:pt x="3389" y="5448"/>
                </a:lnTo>
                <a:lnTo>
                  <a:pt x="3389" y="5447"/>
                </a:lnTo>
                <a:lnTo>
                  <a:pt x="3389" y="5446"/>
                </a:lnTo>
                <a:lnTo>
                  <a:pt x="3388" y="5445"/>
                </a:lnTo>
                <a:lnTo>
                  <a:pt x="3387" y="5444"/>
                </a:lnTo>
                <a:lnTo>
                  <a:pt x="3387" y="5443"/>
                </a:lnTo>
                <a:lnTo>
                  <a:pt x="3387" y="5442"/>
                </a:lnTo>
                <a:lnTo>
                  <a:pt x="3386" y="5441"/>
                </a:lnTo>
                <a:lnTo>
                  <a:pt x="3385" y="5438"/>
                </a:lnTo>
                <a:lnTo>
                  <a:pt x="3384" y="5437"/>
                </a:lnTo>
                <a:lnTo>
                  <a:pt x="3383" y="5437"/>
                </a:lnTo>
                <a:lnTo>
                  <a:pt x="3382" y="5437"/>
                </a:lnTo>
                <a:lnTo>
                  <a:pt x="3381" y="5436"/>
                </a:lnTo>
                <a:lnTo>
                  <a:pt x="3380" y="5436"/>
                </a:lnTo>
                <a:lnTo>
                  <a:pt x="3379" y="5435"/>
                </a:lnTo>
                <a:lnTo>
                  <a:pt x="3379" y="5434"/>
                </a:lnTo>
                <a:lnTo>
                  <a:pt x="3378" y="5434"/>
                </a:lnTo>
                <a:lnTo>
                  <a:pt x="3377" y="5433"/>
                </a:lnTo>
                <a:lnTo>
                  <a:pt x="3376" y="5433"/>
                </a:lnTo>
                <a:lnTo>
                  <a:pt x="3375" y="5433"/>
                </a:lnTo>
                <a:lnTo>
                  <a:pt x="3374" y="5433"/>
                </a:lnTo>
                <a:lnTo>
                  <a:pt x="3373" y="5433"/>
                </a:lnTo>
                <a:lnTo>
                  <a:pt x="3372" y="5433"/>
                </a:lnTo>
                <a:lnTo>
                  <a:pt x="3371" y="5433"/>
                </a:lnTo>
                <a:lnTo>
                  <a:pt x="3371" y="5434"/>
                </a:lnTo>
                <a:lnTo>
                  <a:pt x="3370" y="5434"/>
                </a:lnTo>
                <a:lnTo>
                  <a:pt x="3369" y="5433"/>
                </a:lnTo>
                <a:lnTo>
                  <a:pt x="3368" y="5433"/>
                </a:lnTo>
                <a:lnTo>
                  <a:pt x="3367" y="5433"/>
                </a:lnTo>
                <a:lnTo>
                  <a:pt x="3366" y="5433"/>
                </a:lnTo>
                <a:lnTo>
                  <a:pt x="3365" y="5433"/>
                </a:lnTo>
                <a:lnTo>
                  <a:pt x="3364" y="5432"/>
                </a:lnTo>
                <a:lnTo>
                  <a:pt x="3363" y="5431"/>
                </a:lnTo>
                <a:lnTo>
                  <a:pt x="3362" y="5430"/>
                </a:lnTo>
                <a:lnTo>
                  <a:pt x="3360" y="5429"/>
                </a:lnTo>
                <a:lnTo>
                  <a:pt x="3359" y="5429"/>
                </a:lnTo>
                <a:lnTo>
                  <a:pt x="3359" y="5428"/>
                </a:lnTo>
                <a:lnTo>
                  <a:pt x="3358" y="5427"/>
                </a:lnTo>
                <a:lnTo>
                  <a:pt x="3358" y="5426"/>
                </a:lnTo>
                <a:lnTo>
                  <a:pt x="3357" y="5426"/>
                </a:lnTo>
                <a:lnTo>
                  <a:pt x="3356" y="5425"/>
                </a:lnTo>
                <a:lnTo>
                  <a:pt x="3356" y="5424"/>
                </a:lnTo>
                <a:lnTo>
                  <a:pt x="3356" y="5423"/>
                </a:lnTo>
                <a:lnTo>
                  <a:pt x="3356" y="5422"/>
                </a:lnTo>
                <a:lnTo>
                  <a:pt x="3355" y="5422"/>
                </a:lnTo>
                <a:lnTo>
                  <a:pt x="3355" y="5421"/>
                </a:lnTo>
                <a:lnTo>
                  <a:pt x="3354" y="5421"/>
                </a:lnTo>
                <a:lnTo>
                  <a:pt x="3353" y="5421"/>
                </a:lnTo>
                <a:lnTo>
                  <a:pt x="3352" y="5421"/>
                </a:lnTo>
                <a:lnTo>
                  <a:pt x="3351" y="5420"/>
                </a:lnTo>
                <a:lnTo>
                  <a:pt x="3350" y="5420"/>
                </a:lnTo>
                <a:lnTo>
                  <a:pt x="3349" y="5419"/>
                </a:lnTo>
                <a:lnTo>
                  <a:pt x="3348" y="5418"/>
                </a:lnTo>
                <a:lnTo>
                  <a:pt x="3348" y="5417"/>
                </a:lnTo>
                <a:lnTo>
                  <a:pt x="3347" y="5417"/>
                </a:lnTo>
                <a:lnTo>
                  <a:pt x="3346" y="5417"/>
                </a:lnTo>
                <a:lnTo>
                  <a:pt x="3345" y="5416"/>
                </a:lnTo>
                <a:lnTo>
                  <a:pt x="3344" y="5416"/>
                </a:lnTo>
                <a:lnTo>
                  <a:pt x="3343" y="5416"/>
                </a:lnTo>
                <a:lnTo>
                  <a:pt x="3342" y="5415"/>
                </a:lnTo>
                <a:lnTo>
                  <a:pt x="3342" y="5414"/>
                </a:lnTo>
                <a:lnTo>
                  <a:pt x="3341" y="5414"/>
                </a:lnTo>
                <a:lnTo>
                  <a:pt x="3341" y="5413"/>
                </a:lnTo>
                <a:lnTo>
                  <a:pt x="3340" y="5413"/>
                </a:lnTo>
                <a:lnTo>
                  <a:pt x="3340" y="5414"/>
                </a:lnTo>
                <a:lnTo>
                  <a:pt x="3339" y="5414"/>
                </a:lnTo>
                <a:lnTo>
                  <a:pt x="3339" y="5415"/>
                </a:lnTo>
                <a:lnTo>
                  <a:pt x="3338" y="5415"/>
                </a:lnTo>
                <a:lnTo>
                  <a:pt x="3337" y="5415"/>
                </a:lnTo>
                <a:lnTo>
                  <a:pt x="3336" y="5415"/>
                </a:lnTo>
                <a:lnTo>
                  <a:pt x="3335" y="5414"/>
                </a:lnTo>
                <a:lnTo>
                  <a:pt x="3335" y="5413"/>
                </a:lnTo>
                <a:lnTo>
                  <a:pt x="3334" y="5413"/>
                </a:lnTo>
                <a:lnTo>
                  <a:pt x="3334" y="5412"/>
                </a:lnTo>
                <a:lnTo>
                  <a:pt x="3333" y="5412"/>
                </a:lnTo>
                <a:lnTo>
                  <a:pt x="3332" y="5411"/>
                </a:lnTo>
                <a:lnTo>
                  <a:pt x="3332" y="5410"/>
                </a:lnTo>
                <a:lnTo>
                  <a:pt x="3331" y="5410"/>
                </a:lnTo>
                <a:lnTo>
                  <a:pt x="3331" y="5409"/>
                </a:lnTo>
                <a:lnTo>
                  <a:pt x="3330" y="5407"/>
                </a:lnTo>
                <a:lnTo>
                  <a:pt x="3329" y="5406"/>
                </a:lnTo>
                <a:lnTo>
                  <a:pt x="3328" y="5406"/>
                </a:lnTo>
                <a:lnTo>
                  <a:pt x="3328" y="5405"/>
                </a:lnTo>
                <a:lnTo>
                  <a:pt x="3328" y="5404"/>
                </a:lnTo>
                <a:lnTo>
                  <a:pt x="3328" y="5403"/>
                </a:lnTo>
                <a:lnTo>
                  <a:pt x="3328" y="5402"/>
                </a:lnTo>
                <a:lnTo>
                  <a:pt x="3328" y="5400"/>
                </a:lnTo>
                <a:lnTo>
                  <a:pt x="3327" y="5398"/>
                </a:lnTo>
                <a:lnTo>
                  <a:pt x="3325" y="5397"/>
                </a:lnTo>
                <a:lnTo>
                  <a:pt x="3324" y="5395"/>
                </a:lnTo>
                <a:lnTo>
                  <a:pt x="3323" y="5395"/>
                </a:lnTo>
                <a:lnTo>
                  <a:pt x="3321" y="5394"/>
                </a:lnTo>
                <a:lnTo>
                  <a:pt x="3320" y="5394"/>
                </a:lnTo>
                <a:lnTo>
                  <a:pt x="3320" y="5393"/>
                </a:lnTo>
                <a:lnTo>
                  <a:pt x="3320" y="5391"/>
                </a:lnTo>
                <a:lnTo>
                  <a:pt x="3319" y="5391"/>
                </a:lnTo>
                <a:lnTo>
                  <a:pt x="3318" y="5390"/>
                </a:lnTo>
                <a:lnTo>
                  <a:pt x="3316" y="5390"/>
                </a:lnTo>
                <a:lnTo>
                  <a:pt x="3314" y="5390"/>
                </a:lnTo>
                <a:lnTo>
                  <a:pt x="3314" y="5389"/>
                </a:lnTo>
                <a:lnTo>
                  <a:pt x="3313" y="5388"/>
                </a:lnTo>
                <a:lnTo>
                  <a:pt x="3312" y="5387"/>
                </a:lnTo>
                <a:lnTo>
                  <a:pt x="3311" y="5387"/>
                </a:lnTo>
                <a:lnTo>
                  <a:pt x="3310" y="5387"/>
                </a:lnTo>
                <a:lnTo>
                  <a:pt x="3309" y="5386"/>
                </a:lnTo>
                <a:lnTo>
                  <a:pt x="3308" y="5386"/>
                </a:lnTo>
                <a:lnTo>
                  <a:pt x="3307" y="5387"/>
                </a:lnTo>
                <a:lnTo>
                  <a:pt x="3306" y="5389"/>
                </a:lnTo>
                <a:lnTo>
                  <a:pt x="3306" y="5388"/>
                </a:lnTo>
                <a:lnTo>
                  <a:pt x="3305" y="5388"/>
                </a:lnTo>
                <a:lnTo>
                  <a:pt x="3305" y="5387"/>
                </a:lnTo>
                <a:lnTo>
                  <a:pt x="3304" y="5386"/>
                </a:lnTo>
                <a:lnTo>
                  <a:pt x="3303" y="5382"/>
                </a:lnTo>
                <a:lnTo>
                  <a:pt x="3303" y="5380"/>
                </a:lnTo>
                <a:lnTo>
                  <a:pt x="3303" y="5378"/>
                </a:lnTo>
                <a:lnTo>
                  <a:pt x="3302" y="5377"/>
                </a:lnTo>
                <a:lnTo>
                  <a:pt x="3301" y="5374"/>
                </a:lnTo>
                <a:lnTo>
                  <a:pt x="3299" y="5370"/>
                </a:lnTo>
                <a:lnTo>
                  <a:pt x="3298" y="5370"/>
                </a:lnTo>
                <a:lnTo>
                  <a:pt x="3297" y="5369"/>
                </a:lnTo>
                <a:lnTo>
                  <a:pt x="3295" y="5368"/>
                </a:lnTo>
                <a:lnTo>
                  <a:pt x="3294" y="5368"/>
                </a:lnTo>
                <a:lnTo>
                  <a:pt x="3292" y="5368"/>
                </a:lnTo>
                <a:lnTo>
                  <a:pt x="3289" y="5369"/>
                </a:lnTo>
                <a:lnTo>
                  <a:pt x="3288" y="5369"/>
                </a:lnTo>
                <a:lnTo>
                  <a:pt x="3288" y="5370"/>
                </a:lnTo>
                <a:lnTo>
                  <a:pt x="3288" y="5371"/>
                </a:lnTo>
                <a:lnTo>
                  <a:pt x="3288" y="5373"/>
                </a:lnTo>
                <a:lnTo>
                  <a:pt x="3288" y="5374"/>
                </a:lnTo>
                <a:lnTo>
                  <a:pt x="3288" y="5375"/>
                </a:lnTo>
                <a:lnTo>
                  <a:pt x="3287" y="5375"/>
                </a:lnTo>
                <a:lnTo>
                  <a:pt x="3285" y="5375"/>
                </a:lnTo>
                <a:lnTo>
                  <a:pt x="3282" y="5375"/>
                </a:lnTo>
                <a:lnTo>
                  <a:pt x="3281" y="5375"/>
                </a:lnTo>
                <a:lnTo>
                  <a:pt x="3280" y="5374"/>
                </a:lnTo>
                <a:lnTo>
                  <a:pt x="3279" y="5374"/>
                </a:lnTo>
                <a:lnTo>
                  <a:pt x="3279" y="5373"/>
                </a:lnTo>
                <a:lnTo>
                  <a:pt x="3278" y="5373"/>
                </a:lnTo>
                <a:lnTo>
                  <a:pt x="3276" y="5373"/>
                </a:lnTo>
                <a:lnTo>
                  <a:pt x="3275" y="5373"/>
                </a:lnTo>
                <a:lnTo>
                  <a:pt x="3274" y="5372"/>
                </a:lnTo>
                <a:lnTo>
                  <a:pt x="3273" y="5371"/>
                </a:lnTo>
                <a:lnTo>
                  <a:pt x="3272" y="5371"/>
                </a:lnTo>
                <a:lnTo>
                  <a:pt x="3271" y="5370"/>
                </a:lnTo>
                <a:lnTo>
                  <a:pt x="3270" y="5370"/>
                </a:lnTo>
                <a:lnTo>
                  <a:pt x="3270" y="5369"/>
                </a:lnTo>
                <a:lnTo>
                  <a:pt x="3269" y="5368"/>
                </a:lnTo>
                <a:lnTo>
                  <a:pt x="3269" y="5365"/>
                </a:lnTo>
                <a:lnTo>
                  <a:pt x="3269" y="5364"/>
                </a:lnTo>
                <a:lnTo>
                  <a:pt x="3268" y="5361"/>
                </a:lnTo>
                <a:lnTo>
                  <a:pt x="3268" y="5358"/>
                </a:lnTo>
                <a:lnTo>
                  <a:pt x="3269" y="5355"/>
                </a:lnTo>
                <a:lnTo>
                  <a:pt x="3268" y="5353"/>
                </a:lnTo>
                <a:lnTo>
                  <a:pt x="3267" y="5351"/>
                </a:lnTo>
                <a:lnTo>
                  <a:pt x="3266" y="5351"/>
                </a:lnTo>
                <a:lnTo>
                  <a:pt x="3262" y="5351"/>
                </a:lnTo>
                <a:lnTo>
                  <a:pt x="3259" y="5351"/>
                </a:lnTo>
                <a:lnTo>
                  <a:pt x="3257" y="5351"/>
                </a:lnTo>
                <a:lnTo>
                  <a:pt x="3257" y="5352"/>
                </a:lnTo>
                <a:lnTo>
                  <a:pt x="3255" y="5352"/>
                </a:lnTo>
                <a:lnTo>
                  <a:pt x="3253" y="5353"/>
                </a:lnTo>
                <a:lnTo>
                  <a:pt x="3249" y="5353"/>
                </a:lnTo>
                <a:lnTo>
                  <a:pt x="3246" y="5353"/>
                </a:lnTo>
                <a:lnTo>
                  <a:pt x="3243" y="5353"/>
                </a:lnTo>
                <a:lnTo>
                  <a:pt x="3240" y="5353"/>
                </a:lnTo>
                <a:lnTo>
                  <a:pt x="3239" y="5352"/>
                </a:lnTo>
                <a:lnTo>
                  <a:pt x="3238" y="5352"/>
                </a:lnTo>
                <a:lnTo>
                  <a:pt x="3236" y="5352"/>
                </a:lnTo>
                <a:lnTo>
                  <a:pt x="3235" y="5352"/>
                </a:lnTo>
                <a:lnTo>
                  <a:pt x="3234" y="5353"/>
                </a:lnTo>
                <a:lnTo>
                  <a:pt x="3232" y="5354"/>
                </a:lnTo>
                <a:lnTo>
                  <a:pt x="3230" y="5355"/>
                </a:lnTo>
                <a:lnTo>
                  <a:pt x="3229" y="5355"/>
                </a:lnTo>
                <a:lnTo>
                  <a:pt x="3226" y="5355"/>
                </a:lnTo>
                <a:lnTo>
                  <a:pt x="3222" y="5355"/>
                </a:lnTo>
                <a:lnTo>
                  <a:pt x="3218" y="5354"/>
                </a:lnTo>
                <a:lnTo>
                  <a:pt x="3217" y="5354"/>
                </a:lnTo>
                <a:lnTo>
                  <a:pt x="3216" y="5354"/>
                </a:lnTo>
                <a:lnTo>
                  <a:pt x="3215" y="5354"/>
                </a:lnTo>
                <a:lnTo>
                  <a:pt x="3215" y="5353"/>
                </a:lnTo>
                <a:lnTo>
                  <a:pt x="3214" y="5351"/>
                </a:lnTo>
                <a:lnTo>
                  <a:pt x="3213" y="5351"/>
                </a:lnTo>
                <a:lnTo>
                  <a:pt x="3212" y="5350"/>
                </a:lnTo>
                <a:lnTo>
                  <a:pt x="3212" y="5349"/>
                </a:lnTo>
                <a:lnTo>
                  <a:pt x="3211" y="5348"/>
                </a:lnTo>
                <a:lnTo>
                  <a:pt x="3211" y="5347"/>
                </a:lnTo>
                <a:lnTo>
                  <a:pt x="3210" y="5346"/>
                </a:lnTo>
                <a:lnTo>
                  <a:pt x="3209" y="5346"/>
                </a:lnTo>
                <a:lnTo>
                  <a:pt x="3208" y="5345"/>
                </a:lnTo>
                <a:lnTo>
                  <a:pt x="3207" y="5344"/>
                </a:lnTo>
                <a:lnTo>
                  <a:pt x="3206" y="5344"/>
                </a:lnTo>
                <a:lnTo>
                  <a:pt x="3205" y="5344"/>
                </a:lnTo>
                <a:lnTo>
                  <a:pt x="3203" y="5344"/>
                </a:lnTo>
                <a:lnTo>
                  <a:pt x="3202" y="5343"/>
                </a:lnTo>
                <a:lnTo>
                  <a:pt x="3202" y="5342"/>
                </a:lnTo>
                <a:lnTo>
                  <a:pt x="3202" y="5341"/>
                </a:lnTo>
                <a:lnTo>
                  <a:pt x="3202" y="5340"/>
                </a:lnTo>
                <a:lnTo>
                  <a:pt x="3202" y="5338"/>
                </a:lnTo>
                <a:lnTo>
                  <a:pt x="3202" y="5337"/>
                </a:lnTo>
                <a:lnTo>
                  <a:pt x="3202" y="5336"/>
                </a:lnTo>
                <a:lnTo>
                  <a:pt x="3201" y="5335"/>
                </a:lnTo>
                <a:lnTo>
                  <a:pt x="3200" y="5334"/>
                </a:lnTo>
                <a:lnTo>
                  <a:pt x="3199" y="5334"/>
                </a:lnTo>
                <a:lnTo>
                  <a:pt x="3199" y="5333"/>
                </a:lnTo>
                <a:lnTo>
                  <a:pt x="3198" y="5332"/>
                </a:lnTo>
                <a:lnTo>
                  <a:pt x="3198" y="5331"/>
                </a:lnTo>
                <a:lnTo>
                  <a:pt x="3197" y="5331"/>
                </a:lnTo>
                <a:lnTo>
                  <a:pt x="3196" y="5331"/>
                </a:lnTo>
                <a:lnTo>
                  <a:pt x="3196" y="5332"/>
                </a:lnTo>
                <a:lnTo>
                  <a:pt x="3195" y="5332"/>
                </a:lnTo>
                <a:lnTo>
                  <a:pt x="3194" y="5333"/>
                </a:lnTo>
                <a:lnTo>
                  <a:pt x="3193" y="5333"/>
                </a:lnTo>
                <a:lnTo>
                  <a:pt x="3192" y="5332"/>
                </a:lnTo>
                <a:lnTo>
                  <a:pt x="3190" y="5332"/>
                </a:lnTo>
                <a:lnTo>
                  <a:pt x="3189" y="5331"/>
                </a:lnTo>
                <a:lnTo>
                  <a:pt x="3188" y="5331"/>
                </a:lnTo>
                <a:lnTo>
                  <a:pt x="3187" y="5332"/>
                </a:lnTo>
                <a:lnTo>
                  <a:pt x="3186" y="5332"/>
                </a:lnTo>
                <a:lnTo>
                  <a:pt x="3186" y="5333"/>
                </a:lnTo>
                <a:lnTo>
                  <a:pt x="3185" y="5333"/>
                </a:lnTo>
                <a:lnTo>
                  <a:pt x="3184" y="5334"/>
                </a:lnTo>
                <a:lnTo>
                  <a:pt x="3183" y="5335"/>
                </a:lnTo>
                <a:lnTo>
                  <a:pt x="3182" y="5335"/>
                </a:lnTo>
                <a:lnTo>
                  <a:pt x="3182" y="5336"/>
                </a:lnTo>
                <a:lnTo>
                  <a:pt x="3181" y="5336"/>
                </a:lnTo>
                <a:lnTo>
                  <a:pt x="3180" y="5336"/>
                </a:lnTo>
                <a:lnTo>
                  <a:pt x="3179" y="5335"/>
                </a:lnTo>
                <a:lnTo>
                  <a:pt x="3178" y="5334"/>
                </a:lnTo>
                <a:lnTo>
                  <a:pt x="3177" y="5333"/>
                </a:lnTo>
                <a:lnTo>
                  <a:pt x="3176" y="5334"/>
                </a:lnTo>
                <a:lnTo>
                  <a:pt x="3175" y="5334"/>
                </a:lnTo>
                <a:lnTo>
                  <a:pt x="3174" y="5334"/>
                </a:lnTo>
                <a:lnTo>
                  <a:pt x="3173" y="5333"/>
                </a:lnTo>
                <a:lnTo>
                  <a:pt x="3172" y="5333"/>
                </a:lnTo>
                <a:lnTo>
                  <a:pt x="3172" y="5334"/>
                </a:lnTo>
                <a:lnTo>
                  <a:pt x="3171" y="5334"/>
                </a:lnTo>
                <a:lnTo>
                  <a:pt x="3170" y="5335"/>
                </a:lnTo>
                <a:lnTo>
                  <a:pt x="3169" y="5335"/>
                </a:lnTo>
                <a:lnTo>
                  <a:pt x="3168" y="5335"/>
                </a:lnTo>
                <a:lnTo>
                  <a:pt x="3167" y="5335"/>
                </a:lnTo>
                <a:lnTo>
                  <a:pt x="3167" y="5336"/>
                </a:lnTo>
                <a:lnTo>
                  <a:pt x="3166" y="5336"/>
                </a:lnTo>
                <a:lnTo>
                  <a:pt x="3165" y="5336"/>
                </a:lnTo>
                <a:lnTo>
                  <a:pt x="3162" y="5336"/>
                </a:lnTo>
                <a:lnTo>
                  <a:pt x="3161" y="5336"/>
                </a:lnTo>
                <a:lnTo>
                  <a:pt x="3161" y="5337"/>
                </a:lnTo>
                <a:lnTo>
                  <a:pt x="3160" y="5337"/>
                </a:lnTo>
                <a:lnTo>
                  <a:pt x="3158" y="5338"/>
                </a:lnTo>
                <a:lnTo>
                  <a:pt x="3157" y="5338"/>
                </a:lnTo>
                <a:lnTo>
                  <a:pt x="3157" y="5339"/>
                </a:lnTo>
                <a:lnTo>
                  <a:pt x="3156" y="5339"/>
                </a:lnTo>
                <a:lnTo>
                  <a:pt x="3155" y="5340"/>
                </a:lnTo>
                <a:lnTo>
                  <a:pt x="3153" y="5341"/>
                </a:lnTo>
                <a:lnTo>
                  <a:pt x="3152" y="5341"/>
                </a:lnTo>
                <a:lnTo>
                  <a:pt x="3151" y="5342"/>
                </a:lnTo>
                <a:lnTo>
                  <a:pt x="3150" y="5342"/>
                </a:lnTo>
                <a:lnTo>
                  <a:pt x="3148" y="5343"/>
                </a:lnTo>
                <a:lnTo>
                  <a:pt x="3147" y="5344"/>
                </a:lnTo>
                <a:lnTo>
                  <a:pt x="3146" y="5344"/>
                </a:lnTo>
                <a:lnTo>
                  <a:pt x="3145" y="5344"/>
                </a:lnTo>
                <a:lnTo>
                  <a:pt x="3144" y="5345"/>
                </a:lnTo>
                <a:lnTo>
                  <a:pt x="3143" y="5345"/>
                </a:lnTo>
                <a:lnTo>
                  <a:pt x="3142" y="5346"/>
                </a:lnTo>
                <a:lnTo>
                  <a:pt x="3141" y="5346"/>
                </a:lnTo>
                <a:lnTo>
                  <a:pt x="3140" y="5346"/>
                </a:lnTo>
                <a:lnTo>
                  <a:pt x="3139" y="5347"/>
                </a:lnTo>
                <a:lnTo>
                  <a:pt x="3137" y="5348"/>
                </a:lnTo>
                <a:lnTo>
                  <a:pt x="3135" y="5348"/>
                </a:lnTo>
                <a:lnTo>
                  <a:pt x="3135" y="5349"/>
                </a:lnTo>
                <a:lnTo>
                  <a:pt x="3134" y="5349"/>
                </a:lnTo>
                <a:lnTo>
                  <a:pt x="3133" y="5349"/>
                </a:lnTo>
                <a:lnTo>
                  <a:pt x="3132" y="5349"/>
                </a:lnTo>
                <a:lnTo>
                  <a:pt x="3131" y="5349"/>
                </a:lnTo>
                <a:lnTo>
                  <a:pt x="3130" y="5349"/>
                </a:lnTo>
                <a:lnTo>
                  <a:pt x="3129" y="5350"/>
                </a:lnTo>
                <a:lnTo>
                  <a:pt x="3128" y="5350"/>
                </a:lnTo>
                <a:lnTo>
                  <a:pt x="3127" y="5350"/>
                </a:lnTo>
                <a:lnTo>
                  <a:pt x="3126" y="5350"/>
                </a:lnTo>
                <a:lnTo>
                  <a:pt x="3124" y="5351"/>
                </a:lnTo>
                <a:lnTo>
                  <a:pt x="3123" y="5351"/>
                </a:lnTo>
                <a:lnTo>
                  <a:pt x="3121" y="5351"/>
                </a:lnTo>
                <a:lnTo>
                  <a:pt x="3119" y="5351"/>
                </a:lnTo>
                <a:lnTo>
                  <a:pt x="3118" y="5351"/>
                </a:lnTo>
                <a:lnTo>
                  <a:pt x="3117" y="5351"/>
                </a:lnTo>
                <a:lnTo>
                  <a:pt x="3116" y="5352"/>
                </a:lnTo>
                <a:lnTo>
                  <a:pt x="3115" y="5352"/>
                </a:lnTo>
                <a:lnTo>
                  <a:pt x="3114" y="5353"/>
                </a:lnTo>
                <a:lnTo>
                  <a:pt x="3113" y="5353"/>
                </a:lnTo>
                <a:lnTo>
                  <a:pt x="3112" y="5354"/>
                </a:lnTo>
                <a:lnTo>
                  <a:pt x="3111" y="5354"/>
                </a:lnTo>
                <a:lnTo>
                  <a:pt x="3110" y="5354"/>
                </a:lnTo>
                <a:lnTo>
                  <a:pt x="3109" y="5355"/>
                </a:lnTo>
                <a:lnTo>
                  <a:pt x="3108" y="5356"/>
                </a:lnTo>
                <a:lnTo>
                  <a:pt x="3107" y="5356"/>
                </a:lnTo>
                <a:lnTo>
                  <a:pt x="3107" y="5357"/>
                </a:lnTo>
                <a:lnTo>
                  <a:pt x="3106" y="5358"/>
                </a:lnTo>
                <a:lnTo>
                  <a:pt x="3105" y="5358"/>
                </a:lnTo>
                <a:lnTo>
                  <a:pt x="3105" y="5359"/>
                </a:lnTo>
                <a:lnTo>
                  <a:pt x="3104" y="5362"/>
                </a:lnTo>
                <a:lnTo>
                  <a:pt x="3103" y="5362"/>
                </a:lnTo>
                <a:lnTo>
                  <a:pt x="3103" y="5363"/>
                </a:lnTo>
                <a:lnTo>
                  <a:pt x="3103" y="5364"/>
                </a:lnTo>
                <a:lnTo>
                  <a:pt x="3103" y="5365"/>
                </a:lnTo>
                <a:lnTo>
                  <a:pt x="3103" y="5366"/>
                </a:lnTo>
                <a:lnTo>
                  <a:pt x="3102" y="5367"/>
                </a:lnTo>
                <a:lnTo>
                  <a:pt x="3101" y="5368"/>
                </a:lnTo>
                <a:lnTo>
                  <a:pt x="3101" y="5369"/>
                </a:lnTo>
                <a:lnTo>
                  <a:pt x="3100" y="5369"/>
                </a:lnTo>
                <a:lnTo>
                  <a:pt x="3100" y="5370"/>
                </a:lnTo>
                <a:lnTo>
                  <a:pt x="3100" y="5371"/>
                </a:lnTo>
                <a:lnTo>
                  <a:pt x="3100" y="5372"/>
                </a:lnTo>
                <a:lnTo>
                  <a:pt x="3100" y="5373"/>
                </a:lnTo>
                <a:lnTo>
                  <a:pt x="3100" y="5374"/>
                </a:lnTo>
                <a:lnTo>
                  <a:pt x="3099" y="5375"/>
                </a:lnTo>
                <a:lnTo>
                  <a:pt x="3098" y="5376"/>
                </a:lnTo>
                <a:lnTo>
                  <a:pt x="3097" y="5377"/>
                </a:lnTo>
                <a:lnTo>
                  <a:pt x="3096" y="5378"/>
                </a:lnTo>
                <a:lnTo>
                  <a:pt x="3095" y="5378"/>
                </a:lnTo>
                <a:lnTo>
                  <a:pt x="3094" y="5379"/>
                </a:lnTo>
                <a:lnTo>
                  <a:pt x="3093" y="5379"/>
                </a:lnTo>
                <a:lnTo>
                  <a:pt x="3092" y="5379"/>
                </a:lnTo>
                <a:lnTo>
                  <a:pt x="3092" y="5380"/>
                </a:lnTo>
                <a:lnTo>
                  <a:pt x="3091" y="5381"/>
                </a:lnTo>
                <a:lnTo>
                  <a:pt x="3090" y="5382"/>
                </a:lnTo>
                <a:lnTo>
                  <a:pt x="3090" y="5383"/>
                </a:lnTo>
                <a:lnTo>
                  <a:pt x="3088" y="5384"/>
                </a:lnTo>
                <a:lnTo>
                  <a:pt x="3088" y="5385"/>
                </a:lnTo>
                <a:lnTo>
                  <a:pt x="3087" y="5386"/>
                </a:lnTo>
                <a:lnTo>
                  <a:pt x="3086" y="5387"/>
                </a:lnTo>
                <a:lnTo>
                  <a:pt x="3085" y="5388"/>
                </a:lnTo>
                <a:lnTo>
                  <a:pt x="3084" y="5389"/>
                </a:lnTo>
                <a:lnTo>
                  <a:pt x="3084" y="5390"/>
                </a:lnTo>
                <a:lnTo>
                  <a:pt x="3084" y="5391"/>
                </a:lnTo>
                <a:lnTo>
                  <a:pt x="3083" y="5391"/>
                </a:lnTo>
                <a:lnTo>
                  <a:pt x="3083" y="5392"/>
                </a:lnTo>
                <a:lnTo>
                  <a:pt x="3082" y="5393"/>
                </a:lnTo>
                <a:lnTo>
                  <a:pt x="3081" y="5394"/>
                </a:lnTo>
                <a:lnTo>
                  <a:pt x="3080" y="5394"/>
                </a:lnTo>
                <a:lnTo>
                  <a:pt x="3080" y="5395"/>
                </a:lnTo>
                <a:lnTo>
                  <a:pt x="3079" y="5396"/>
                </a:lnTo>
                <a:lnTo>
                  <a:pt x="3078" y="5397"/>
                </a:lnTo>
                <a:lnTo>
                  <a:pt x="3077" y="5398"/>
                </a:lnTo>
                <a:lnTo>
                  <a:pt x="3076" y="5398"/>
                </a:lnTo>
                <a:lnTo>
                  <a:pt x="3075" y="5399"/>
                </a:lnTo>
                <a:lnTo>
                  <a:pt x="3074" y="5399"/>
                </a:lnTo>
                <a:lnTo>
                  <a:pt x="3074" y="5400"/>
                </a:lnTo>
                <a:lnTo>
                  <a:pt x="3073" y="5400"/>
                </a:lnTo>
                <a:lnTo>
                  <a:pt x="3072" y="5400"/>
                </a:lnTo>
                <a:lnTo>
                  <a:pt x="3071" y="5400"/>
                </a:lnTo>
                <a:lnTo>
                  <a:pt x="3070" y="5401"/>
                </a:lnTo>
                <a:lnTo>
                  <a:pt x="3069" y="5401"/>
                </a:lnTo>
                <a:lnTo>
                  <a:pt x="3068" y="5401"/>
                </a:lnTo>
                <a:lnTo>
                  <a:pt x="3067" y="5401"/>
                </a:lnTo>
                <a:lnTo>
                  <a:pt x="3066" y="5402"/>
                </a:lnTo>
                <a:lnTo>
                  <a:pt x="3065" y="5402"/>
                </a:lnTo>
                <a:lnTo>
                  <a:pt x="3064" y="5402"/>
                </a:lnTo>
                <a:lnTo>
                  <a:pt x="3063" y="5403"/>
                </a:lnTo>
                <a:lnTo>
                  <a:pt x="3062" y="5403"/>
                </a:lnTo>
                <a:lnTo>
                  <a:pt x="3061" y="5404"/>
                </a:lnTo>
                <a:lnTo>
                  <a:pt x="3060" y="5404"/>
                </a:lnTo>
                <a:lnTo>
                  <a:pt x="3059" y="5404"/>
                </a:lnTo>
                <a:lnTo>
                  <a:pt x="3059" y="5405"/>
                </a:lnTo>
                <a:lnTo>
                  <a:pt x="3058" y="5405"/>
                </a:lnTo>
                <a:lnTo>
                  <a:pt x="3056" y="5406"/>
                </a:lnTo>
                <a:lnTo>
                  <a:pt x="3055" y="5406"/>
                </a:lnTo>
                <a:lnTo>
                  <a:pt x="3054" y="5407"/>
                </a:lnTo>
                <a:lnTo>
                  <a:pt x="3052" y="5408"/>
                </a:lnTo>
                <a:lnTo>
                  <a:pt x="3051" y="5408"/>
                </a:lnTo>
                <a:lnTo>
                  <a:pt x="3050" y="5409"/>
                </a:lnTo>
                <a:lnTo>
                  <a:pt x="3049" y="5409"/>
                </a:lnTo>
                <a:lnTo>
                  <a:pt x="3048" y="5409"/>
                </a:lnTo>
                <a:lnTo>
                  <a:pt x="3047" y="5410"/>
                </a:lnTo>
                <a:lnTo>
                  <a:pt x="3046" y="5410"/>
                </a:lnTo>
                <a:lnTo>
                  <a:pt x="3045" y="5411"/>
                </a:lnTo>
                <a:lnTo>
                  <a:pt x="3044" y="5411"/>
                </a:lnTo>
                <a:lnTo>
                  <a:pt x="3043" y="5411"/>
                </a:lnTo>
                <a:lnTo>
                  <a:pt x="3042" y="5411"/>
                </a:lnTo>
                <a:lnTo>
                  <a:pt x="3041" y="5411"/>
                </a:lnTo>
                <a:lnTo>
                  <a:pt x="3041" y="5412"/>
                </a:lnTo>
                <a:lnTo>
                  <a:pt x="3040" y="5412"/>
                </a:lnTo>
                <a:lnTo>
                  <a:pt x="3039" y="5412"/>
                </a:lnTo>
                <a:lnTo>
                  <a:pt x="3038" y="5412"/>
                </a:lnTo>
                <a:lnTo>
                  <a:pt x="3037" y="5412"/>
                </a:lnTo>
                <a:lnTo>
                  <a:pt x="3035" y="5412"/>
                </a:lnTo>
                <a:lnTo>
                  <a:pt x="3034" y="5412"/>
                </a:lnTo>
                <a:lnTo>
                  <a:pt x="3033" y="5413"/>
                </a:lnTo>
                <a:lnTo>
                  <a:pt x="3032" y="5413"/>
                </a:lnTo>
                <a:lnTo>
                  <a:pt x="3032" y="5414"/>
                </a:lnTo>
                <a:lnTo>
                  <a:pt x="3031" y="5414"/>
                </a:lnTo>
                <a:lnTo>
                  <a:pt x="3029" y="5415"/>
                </a:lnTo>
                <a:lnTo>
                  <a:pt x="3029" y="5416"/>
                </a:lnTo>
                <a:lnTo>
                  <a:pt x="3028" y="5416"/>
                </a:lnTo>
                <a:lnTo>
                  <a:pt x="3027" y="5416"/>
                </a:lnTo>
                <a:lnTo>
                  <a:pt x="3026" y="5416"/>
                </a:lnTo>
                <a:lnTo>
                  <a:pt x="3025" y="5416"/>
                </a:lnTo>
                <a:lnTo>
                  <a:pt x="3024" y="5416"/>
                </a:lnTo>
                <a:lnTo>
                  <a:pt x="3022" y="5416"/>
                </a:lnTo>
                <a:lnTo>
                  <a:pt x="3021" y="5416"/>
                </a:lnTo>
                <a:lnTo>
                  <a:pt x="3020" y="5417"/>
                </a:lnTo>
                <a:lnTo>
                  <a:pt x="3019" y="5417"/>
                </a:lnTo>
                <a:lnTo>
                  <a:pt x="3019" y="5416"/>
                </a:lnTo>
                <a:lnTo>
                  <a:pt x="3018" y="5416"/>
                </a:lnTo>
                <a:lnTo>
                  <a:pt x="3017" y="5417"/>
                </a:lnTo>
                <a:lnTo>
                  <a:pt x="3017" y="5418"/>
                </a:lnTo>
                <a:lnTo>
                  <a:pt x="3017" y="5419"/>
                </a:lnTo>
                <a:lnTo>
                  <a:pt x="3016" y="5419"/>
                </a:lnTo>
                <a:lnTo>
                  <a:pt x="3015" y="5419"/>
                </a:lnTo>
                <a:lnTo>
                  <a:pt x="3015" y="5420"/>
                </a:lnTo>
                <a:lnTo>
                  <a:pt x="3014" y="5420"/>
                </a:lnTo>
                <a:lnTo>
                  <a:pt x="3012" y="5420"/>
                </a:lnTo>
                <a:lnTo>
                  <a:pt x="3011" y="5420"/>
                </a:lnTo>
                <a:lnTo>
                  <a:pt x="3010" y="5419"/>
                </a:lnTo>
                <a:lnTo>
                  <a:pt x="3009" y="5419"/>
                </a:lnTo>
                <a:lnTo>
                  <a:pt x="3008" y="5419"/>
                </a:lnTo>
                <a:lnTo>
                  <a:pt x="3007" y="5419"/>
                </a:lnTo>
                <a:lnTo>
                  <a:pt x="3007" y="5418"/>
                </a:lnTo>
                <a:lnTo>
                  <a:pt x="3006" y="5418"/>
                </a:lnTo>
                <a:lnTo>
                  <a:pt x="3005" y="5418"/>
                </a:lnTo>
                <a:lnTo>
                  <a:pt x="3004" y="5418"/>
                </a:lnTo>
                <a:lnTo>
                  <a:pt x="3003" y="5418"/>
                </a:lnTo>
                <a:lnTo>
                  <a:pt x="3002" y="5417"/>
                </a:lnTo>
                <a:lnTo>
                  <a:pt x="3001" y="5417"/>
                </a:lnTo>
                <a:lnTo>
                  <a:pt x="3000" y="5417"/>
                </a:lnTo>
                <a:lnTo>
                  <a:pt x="2999" y="5418"/>
                </a:lnTo>
                <a:lnTo>
                  <a:pt x="2998" y="5418"/>
                </a:lnTo>
                <a:lnTo>
                  <a:pt x="2998" y="5419"/>
                </a:lnTo>
                <a:lnTo>
                  <a:pt x="2997" y="5419"/>
                </a:lnTo>
                <a:lnTo>
                  <a:pt x="2997" y="5418"/>
                </a:lnTo>
                <a:lnTo>
                  <a:pt x="2996" y="5418"/>
                </a:lnTo>
                <a:lnTo>
                  <a:pt x="2995" y="5418"/>
                </a:lnTo>
                <a:lnTo>
                  <a:pt x="2994" y="5418"/>
                </a:lnTo>
                <a:lnTo>
                  <a:pt x="2994" y="5419"/>
                </a:lnTo>
                <a:lnTo>
                  <a:pt x="2993" y="5419"/>
                </a:lnTo>
                <a:lnTo>
                  <a:pt x="2992" y="5420"/>
                </a:lnTo>
                <a:lnTo>
                  <a:pt x="2991" y="5420"/>
                </a:lnTo>
                <a:lnTo>
                  <a:pt x="2991" y="5419"/>
                </a:lnTo>
                <a:lnTo>
                  <a:pt x="2990" y="5419"/>
                </a:lnTo>
                <a:lnTo>
                  <a:pt x="2989" y="5418"/>
                </a:lnTo>
                <a:lnTo>
                  <a:pt x="2988" y="5418"/>
                </a:lnTo>
                <a:lnTo>
                  <a:pt x="2987" y="5418"/>
                </a:lnTo>
                <a:lnTo>
                  <a:pt x="2987" y="5417"/>
                </a:lnTo>
                <a:lnTo>
                  <a:pt x="2987" y="5416"/>
                </a:lnTo>
                <a:lnTo>
                  <a:pt x="2987" y="5415"/>
                </a:lnTo>
                <a:lnTo>
                  <a:pt x="2987" y="5414"/>
                </a:lnTo>
                <a:lnTo>
                  <a:pt x="2986" y="5414"/>
                </a:lnTo>
                <a:lnTo>
                  <a:pt x="2985" y="5413"/>
                </a:lnTo>
                <a:lnTo>
                  <a:pt x="2984" y="5413"/>
                </a:lnTo>
                <a:lnTo>
                  <a:pt x="2983" y="5413"/>
                </a:lnTo>
                <a:lnTo>
                  <a:pt x="2982" y="5413"/>
                </a:lnTo>
                <a:lnTo>
                  <a:pt x="2981" y="5413"/>
                </a:lnTo>
                <a:lnTo>
                  <a:pt x="2980" y="5413"/>
                </a:lnTo>
                <a:lnTo>
                  <a:pt x="2979" y="5413"/>
                </a:lnTo>
                <a:lnTo>
                  <a:pt x="2978" y="5413"/>
                </a:lnTo>
                <a:lnTo>
                  <a:pt x="2977" y="5414"/>
                </a:lnTo>
                <a:lnTo>
                  <a:pt x="2976" y="5414"/>
                </a:lnTo>
                <a:lnTo>
                  <a:pt x="2976" y="5415"/>
                </a:lnTo>
                <a:lnTo>
                  <a:pt x="2976" y="5416"/>
                </a:lnTo>
                <a:lnTo>
                  <a:pt x="2975" y="5417"/>
                </a:lnTo>
                <a:lnTo>
                  <a:pt x="2975" y="5418"/>
                </a:lnTo>
                <a:lnTo>
                  <a:pt x="2974" y="5418"/>
                </a:lnTo>
                <a:lnTo>
                  <a:pt x="2973" y="5418"/>
                </a:lnTo>
                <a:lnTo>
                  <a:pt x="2972" y="5418"/>
                </a:lnTo>
                <a:lnTo>
                  <a:pt x="2971" y="5419"/>
                </a:lnTo>
                <a:lnTo>
                  <a:pt x="2970" y="5419"/>
                </a:lnTo>
                <a:lnTo>
                  <a:pt x="2969" y="5419"/>
                </a:lnTo>
                <a:lnTo>
                  <a:pt x="2969" y="5418"/>
                </a:lnTo>
                <a:lnTo>
                  <a:pt x="2968" y="5418"/>
                </a:lnTo>
                <a:lnTo>
                  <a:pt x="2967" y="5419"/>
                </a:lnTo>
                <a:lnTo>
                  <a:pt x="2966" y="5419"/>
                </a:lnTo>
                <a:lnTo>
                  <a:pt x="2965" y="5419"/>
                </a:lnTo>
                <a:lnTo>
                  <a:pt x="2964" y="5419"/>
                </a:lnTo>
                <a:lnTo>
                  <a:pt x="2963" y="5419"/>
                </a:lnTo>
                <a:lnTo>
                  <a:pt x="2962" y="5420"/>
                </a:lnTo>
                <a:lnTo>
                  <a:pt x="2960" y="5421"/>
                </a:lnTo>
                <a:lnTo>
                  <a:pt x="2959" y="5421"/>
                </a:lnTo>
                <a:lnTo>
                  <a:pt x="2958" y="5421"/>
                </a:lnTo>
                <a:lnTo>
                  <a:pt x="2957" y="5421"/>
                </a:lnTo>
                <a:lnTo>
                  <a:pt x="2956" y="5421"/>
                </a:lnTo>
                <a:lnTo>
                  <a:pt x="2955" y="5423"/>
                </a:lnTo>
                <a:lnTo>
                  <a:pt x="2954" y="5423"/>
                </a:lnTo>
                <a:lnTo>
                  <a:pt x="2953" y="5424"/>
                </a:lnTo>
                <a:lnTo>
                  <a:pt x="2952" y="5425"/>
                </a:lnTo>
                <a:lnTo>
                  <a:pt x="2951" y="5425"/>
                </a:lnTo>
                <a:lnTo>
                  <a:pt x="2950" y="5425"/>
                </a:lnTo>
                <a:lnTo>
                  <a:pt x="2949" y="5426"/>
                </a:lnTo>
                <a:lnTo>
                  <a:pt x="2948" y="5426"/>
                </a:lnTo>
                <a:lnTo>
                  <a:pt x="2947" y="5426"/>
                </a:lnTo>
                <a:lnTo>
                  <a:pt x="2946" y="5427"/>
                </a:lnTo>
                <a:lnTo>
                  <a:pt x="2945" y="5427"/>
                </a:lnTo>
                <a:lnTo>
                  <a:pt x="2943" y="5427"/>
                </a:lnTo>
                <a:lnTo>
                  <a:pt x="2942" y="5427"/>
                </a:lnTo>
                <a:lnTo>
                  <a:pt x="2941" y="5427"/>
                </a:lnTo>
                <a:lnTo>
                  <a:pt x="2940" y="5427"/>
                </a:lnTo>
                <a:lnTo>
                  <a:pt x="2939" y="5427"/>
                </a:lnTo>
                <a:lnTo>
                  <a:pt x="2937" y="5427"/>
                </a:lnTo>
                <a:lnTo>
                  <a:pt x="2936" y="5427"/>
                </a:lnTo>
                <a:lnTo>
                  <a:pt x="2936" y="5428"/>
                </a:lnTo>
                <a:lnTo>
                  <a:pt x="2936" y="5429"/>
                </a:lnTo>
                <a:lnTo>
                  <a:pt x="2936" y="5430"/>
                </a:lnTo>
                <a:lnTo>
                  <a:pt x="2936" y="5431"/>
                </a:lnTo>
                <a:lnTo>
                  <a:pt x="2936" y="5432"/>
                </a:lnTo>
                <a:lnTo>
                  <a:pt x="2936" y="5433"/>
                </a:lnTo>
                <a:lnTo>
                  <a:pt x="2935" y="5433"/>
                </a:lnTo>
                <a:lnTo>
                  <a:pt x="2934" y="5434"/>
                </a:lnTo>
                <a:lnTo>
                  <a:pt x="2933" y="5434"/>
                </a:lnTo>
                <a:lnTo>
                  <a:pt x="2932" y="5434"/>
                </a:lnTo>
                <a:lnTo>
                  <a:pt x="2931" y="5434"/>
                </a:lnTo>
                <a:lnTo>
                  <a:pt x="2930" y="5434"/>
                </a:lnTo>
                <a:lnTo>
                  <a:pt x="2930" y="5435"/>
                </a:lnTo>
                <a:lnTo>
                  <a:pt x="2929" y="5435"/>
                </a:lnTo>
                <a:lnTo>
                  <a:pt x="2929" y="5436"/>
                </a:lnTo>
                <a:lnTo>
                  <a:pt x="2928" y="5436"/>
                </a:lnTo>
                <a:lnTo>
                  <a:pt x="2928" y="5437"/>
                </a:lnTo>
                <a:lnTo>
                  <a:pt x="2927" y="5437"/>
                </a:lnTo>
                <a:lnTo>
                  <a:pt x="2927" y="5438"/>
                </a:lnTo>
                <a:lnTo>
                  <a:pt x="2926" y="5439"/>
                </a:lnTo>
                <a:lnTo>
                  <a:pt x="2925" y="5440"/>
                </a:lnTo>
                <a:lnTo>
                  <a:pt x="2924" y="5441"/>
                </a:lnTo>
                <a:lnTo>
                  <a:pt x="2923" y="5442"/>
                </a:lnTo>
                <a:lnTo>
                  <a:pt x="2922" y="5443"/>
                </a:lnTo>
                <a:lnTo>
                  <a:pt x="2921" y="5444"/>
                </a:lnTo>
                <a:lnTo>
                  <a:pt x="2920" y="5444"/>
                </a:lnTo>
                <a:lnTo>
                  <a:pt x="2919" y="5445"/>
                </a:lnTo>
                <a:lnTo>
                  <a:pt x="2918" y="5445"/>
                </a:lnTo>
                <a:lnTo>
                  <a:pt x="2917" y="5445"/>
                </a:lnTo>
                <a:lnTo>
                  <a:pt x="2916" y="5445"/>
                </a:lnTo>
                <a:lnTo>
                  <a:pt x="2915" y="5446"/>
                </a:lnTo>
                <a:lnTo>
                  <a:pt x="2914" y="5446"/>
                </a:lnTo>
                <a:lnTo>
                  <a:pt x="2913" y="5446"/>
                </a:lnTo>
                <a:lnTo>
                  <a:pt x="2910" y="5447"/>
                </a:lnTo>
                <a:lnTo>
                  <a:pt x="2909" y="5447"/>
                </a:lnTo>
                <a:lnTo>
                  <a:pt x="2908" y="5447"/>
                </a:lnTo>
                <a:lnTo>
                  <a:pt x="2907" y="5447"/>
                </a:lnTo>
                <a:lnTo>
                  <a:pt x="2906" y="5448"/>
                </a:lnTo>
                <a:lnTo>
                  <a:pt x="2905" y="5448"/>
                </a:lnTo>
                <a:lnTo>
                  <a:pt x="2903" y="5448"/>
                </a:lnTo>
                <a:lnTo>
                  <a:pt x="2901" y="5449"/>
                </a:lnTo>
                <a:lnTo>
                  <a:pt x="2899" y="5450"/>
                </a:lnTo>
                <a:lnTo>
                  <a:pt x="2898" y="5450"/>
                </a:lnTo>
                <a:lnTo>
                  <a:pt x="2898" y="5451"/>
                </a:lnTo>
                <a:lnTo>
                  <a:pt x="2897" y="5451"/>
                </a:lnTo>
                <a:lnTo>
                  <a:pt x="2896" y="5453"/>
                </a:lnTo>
                <a:lnTo>
                  <a:pt x="2895" y="5453"/>
                </a:lnTo>
                <a:lnTo>
                  <a:pt x="2894" y="5454"/>
                </a:lnTo>
                <a:lnTo>
                  <a:pt x="2893" y="5454"/>
                </a:lnTo>
                <a:lnTo>
                  <a:pt x="2893" y="5455"/>
                </a:lnTo>
                <a:lnTo>
                  <a:pt x="2892" y="5455"/>
                </a:lnTo>
                <a:lnTo>
                  <a:pt x="2891" y="5456"/>
                </a:lnTo>
                <a:lnTo>
                  <a:pt x="2890" y="5457"/>
                </a:lnTo>
                <a:lnTo>
                  <a:pt x="2889" y="5458"/>
                </a:lnTo>
                <a:lnTo>
                  <a:pt x="2888" y="5458"/>
                </a:lnTo>
                <a:lnTo>
                  <a:pt x="2887" y="5458"/>
                </a:lnTo>
                <a:lnTo>
                  <a:pt x="2886" y="5458"/>
                </a:lnTo>
                <a:lnTo>
                  <a:pt x="2886" y="5459"/>
                </a:lnTo>
                <a:lnTo>
                  <a:pt x="2885" y="5459"/>
                </a:lnTo>
                <a:lnTo>
                  <a:pt x="2884" y="5459"/>
                </a:lnTo>
                <a:lnTo>
                  <a:pt x="2884" y="5460"/>
                </a:lnTo>
                <a:lnTo>
                  <a:pt x="2883" y="5460"/>
                </a:lnTo>
                <a:lnTo>
                  <a:pt x="2882" y="5461"/>
                </a:lnTo>
                <a:lnTo>
                  <a:pt x="2881" y="5462"/>
                </a:lnTo>
                <a:lnTo>
                  <a:pt x="2880" y="5463"/>
                </a:lnTo>
                <a:lnTo>
                  <a:pt x="2879" y="5464"/>
                </a:lnTo>
                <a:lnTo>
                  <a:pt x="2878" y="5465"/>
                </a:lnTo>
                <a:lnTo>
                  <a:pt x="2876" y="5466"/>
                </a:lnTo>
                <a:lnTo>
                  <a:pt x="2876" y="5467"/>
                </a:lnTo>
                <a:lnTo>
                  <a:pt x="2874" y="5469"/>
                </a:lnTo>
                <a:lnTo>
                  <a:pt x="2873" y="5469"/>
                </a:lnTo>
                <a:lnTo>
                  <a:pt x="2872" y="5470"/>
                </a:lnTo>
                <a:lnTo>
                  <a:pt x="2871" y="5471"/>
                </a:lnTo>
                <a:lnTo>
                  <a:pt x="2870" y="5471"/>
                </a:lnTo>
                <a:lnTo>
                  <a:pt x="2869" y="5472"/>
                </a:lnTo>
                <a:lnTo>
                  <a:pt x="2868" y="5472"/>
                </a:lnTo>
                <a:lnTo>
                  <a:pt x="2868" y="5473"/>
                </a:lnTo>
                <a:lnTo>
                  <a:pt x="2867" y="5473"/>
                </a:lnTo>
                <a:lnTo>
                  <a:pt x="2865" y="5474"/>
                </a:lnTo>
                <a:lnTo>
                  <a:pt x="2864" y="5475"/>
                </a:lnTo>
                <a:lnTo>
                  <a:pt x="2862" y="5476"/>
                </a:lnTo>
                <a:lnTo>
                  <a:pt x="2860" y="5479"/>
                </a:lnTo>
                <a:lnTo>
                  <a:pt x="2859" y="5479"/>
                </a:lnTo>
                <a:lnTo>
                  <a:pt x="2858" y="5480"/>
                </a:lnTo>
                <a:lnTo>
                  <a:pt x="2857" y="5481"/>
                </a:lnTo>
                <a:lnTo>
                  <a:pt x="2854" y="5483"/>
                </a:lnTo>
                <a:lnTo>
                  <a:pt x="2853" y="5484"/>
                </a:lnTo>
                <a:lnTo>
                  <a:pt x="2849" y="5488"/>
                </a:lnTo>
                <a:lnTo>
                  <a:pt x="2849" y="5489"/>
                </a:lnTo>
                <a:lnTo>
                  <a:pt x="2848" y="5489"/>
                </a:lnTo>
                <a:lnTo>
                  <a:pt x="2847" y="5490"/>
                </a:lnTo>
                <a:lnTo>
                  <a:pt x="2846" y="5491"/>
                </a:lnTo>
                <a:lnTo>
                  <a:pt x="2844" y="5492"/>
                </a:lnTo>
                <a:lnTo>
                  <a:pt x="2844" y="5493"/>
                </a:lnTo>
                <a:lnTo>
                  <a:pt x="2843" y="5494"/>
                </a:lnTo>
                <a:lnTo>
                  <a:pt x="2842" y="5494"/>
                </a:lnTo>
                <a:lnTo>
                  <a:pt x="2842" y="5495"/>
                </a:lnTo>
                <a:lnTo>
                  <a:pt x="2841" y="5496"/>
                </a:lnTo>
                <a:lnTo>
                  <a:pt x="2840" y="5496"/>
                </a:lnTo>
                <a:lnTo>
                  <a:pt x="2840" y="5497"/>
                </a:lnTo>
                <a:lnTo>
                  <a:pt x="2839" y="5497"/>
                </a:lnTo>
                <a:lnTo>
                  <a:pt x="2839" y="5498"/>
                </a:lnTo>
                <a:lnTo>
                  <a:pt x="2838" y="5499"/>
                </a:lnTo>
                <a:lnTo>
                  <a:pt x="2837" y="5500"/>
                </a:lnTo>
                <a:lnTo>
                  <a:pt x="2836" y="5501"/>
                </a:lnTo>
                <a:lnTo>
                  <a:pt x="2835" y="5502"/>
                </a:lnTo>
                <a:lnTo>
                  <a:pt x="2834" y="5503"/>
                </a:lnTo>
                <a:lnTo>
                  <a:pt x="2832" y="5505"/>
                </a:lnTo>
                <a:lnTo>
                  <a:pt x="2831" y="5505"/>
                </a:lnTo>
                <a:lnTo>
                  <a:pt x="2830" y="5506"/>
                </a:lnTo>
                <a:lnTo>
                  <a:pt x="2829" y="5507"/>
                </a:lnTo>
                <a:lnTo>
                  <a:pt x="2828" y="5507"/>
                </a:lnTo>
                <a:lnTo>
                  <a:pt x="2828" y="5508"/>
                </a:lnTo>
                <a:lnTo>
                  <a:pt x="2826" y="5509"/>
                </a:lnTo>
                <a:lnTo>
                  <a:pt x="2825" y="5510"/>
                </a:lnTo>
                <a:lnTo>
                  <a:pt x="2824" y="5512"/>
                </a:lnTo>
                <a:lnTo>
                  <a:pt x="2823" y="5513"/>
                </a:lnTo>
                <a:lnTo>
                  <a:pt x="2822" y="5513"/>
                </a:lnTo>
                <a:lnTo>
                  <a:pt x="2821" y="5515"/>
                </a:lnTo>
                <a:lnTo>
                  <a:pt x="2820" y="5516"/>
                </a:lnTo>
                <a:lnTo>
                  <a:pt x="2819" y="5517"/>
                </a:lnTo>
                <a:lnTo>
                  <a:pt x="2818" y="5518"/>
                </a:lnTo>
                <a:lnTo>
                  <a:pt x="2817" y="5519"/>
                </a:lnTo>
                <a:lnTo>
                  <a:pt x="2816" y="5520"/>
                </a:lnTo>
                <a:lnTo>
                  <a:pt x="2815" y="5521"/>
                </a:lnTo>
                <a:lnTo>
                  <a:pt x="2815" y="5522"/>
                </a:lnTo>
                <a:lnTo>
                  <a:pt x="2813" y="5523"/>
                </a:lnTo>
                <a:lnTo>
                  <a:pt x="2813" y="5524"/>
                </a:lnTo>
                <a:lnTo>
                  <a:pt x="2812" y="5525"/>
                </a:lnTo>
                <a:lnTo>
                  <a:pt x="2811" y="5526"/>
                </a:lnTo>
                <a:lnTo>
                  <a:pt x="2810" y="5528"/>
                </a:lnTo>
                <a:lnTo>
                  <a:pt x="2809" y="5530"/>
                </a:lnTo>
                <a:lnTo>
                  <a:pt x="2809" y="5531"/>
                </a:lnTo>
                <a:lnTo>
                  <a:pt x="2810" y="5533"/>
                </a:lnTo>
                <a:lnTo>
                  <a:pt x="2810" y="5534"/>
                </a:lnTo>
                <a:lnTo>
                  <a:pt x="2810" y="5535"/>
                </a:lnTo>
                <a:lnTo>
                  <a:pt x="2810" y="5536"/>
                </a:lnTo>
                <a:lnTo>
                  <a:pt x="2810" y="5537"/>
                </a:lnTo>
                <a:lnTo>
                  <a:pt x="2809" y="5542"/>
                </a:lnTo>
                <a:lnTo>
                  <a:pt x="2809" y="5543"/>
                </a:lnTo>
                <a:lnTo>
                  <a:pt x="2808" y="5545"/>
                </a:lnTo>
                <a:lnTo>
                  <a:pt x="2808" y="5546"/>
                </a:lnTo>
                <a:lnTo>
                  <a:pt x="2806" y="5550"/>
                </a:lnTo>
                <a:lnTo>
                  <a:pt x="2806" y="5551"/>
                </a:lnTo>
                <a:lnTo>
                  <a:pt x="2805" y="5552"/>
                </a:lnTo>
                <a:lnTo>
                  <a:pt x="2804" y="5553"/>
                </a:lnTo>
                <a:lnTo>
                  <a:pt x="2803" y="5554"/>
                </a:lnTo>
                <a:lnTo>
                  <a:pt x="2802" y="5554"/>
                </a:lnTo>
                <a:lnTo>
                  <a:pt x="2801" y="5554"/>
                </a:lnTo>
                <a:lnTo>
                  <a:pt x="2800" y="5554"/>
                </a:lnTo>
                <a:lnTo>
                  <a:pt x="2798" y="5554"/>
                </a:lnTo>
                <a:lnTo>
                  <a:pt x="2797" y="5554"/>
                </a:lnTo>
                <a:lnTo>
                  <a:pt x="2796" y="5554"/>
                </a:lnTo>
                <a:lnTo>
                  <a:pt x="2794" y="5554"/>
                </a:lnTo>
                <a:lnTo>
                  <a:pt x="2792" y="5555"/>
                </a:lnTo>
                <a:lnTo>
                  <a:pt x="2791" y="5555"/>
                </a:lnTo>
                <a:lnTo>
                  <a:pt x="2790" y="5555"/>
                </a:lnTo>
                <a:lnTo>
                  <a:pt x="2789" y="5555"/>
                </a:lnTo>
                <a:lnTo>
                  <a:pt x="2786" y="5555"/>
                </a:lnTo>
                <a:lnTo>
                  <a:pt x="2785" y="5555"/>
                </a:lnTo>
                <a:lnTo>
                  <a:pt x="2784" y="5556"/>
                </a:lnTo>
                <a:lnTo>
                  <a:pt x="2783" y="5556"/>
                </a:lnTo>
                <a:lnTo>
                  <a:pt x="2782" y="5557"/>
                </a:lnTo>
                <a:lnTo>
                  <a:pt x="2781" y="5557"/>
                </a:lnTo>
                <a:lnTo>
                  <a:pt x="2780" y="5558"/>
                </a:lnTo>
                <a:lnTo>
                  <a:pt x="2779" y="5558"/>
                </a:lnTo>
                <a:lnTo>
                  <a:pt x="2779" y="5559"/>
                </a:lnTo>
                <a:lnTo>
                  <a:pt x="2778" y="5559"/>
                </a:lnTo>
                <a:lnTo>
                  <a:pt x="2777" y="5560"/>
                </a:lnTo>
                <a:lnTo>
                  <a:pt x="2776" y="5560"/>
                </a:lnTo>
                <a:lnTo>
                  <a:pt x="2775" y="5560"/>
                </a:lnTo>
                <a:lnTo>
                  <a:pt x="2774" y="5561"/>
                </a:lnTo>
                <a:lnTo>
                  <a:pt x="2772" y="5561"/>
                </a:lnTo>
                <a:lnTo>
                  <a:pt x="2772" y="5562"/>
                </a:lnTo>
                <a:lnTo>
                  <a:pt x="2771" y="5562"/>
                </a:lnTo>
                <a:lnTo>
                  <a:pt x="2770" y="5562"/>
                </a:lnTo>
                <a:lnTo>
                  <a:pt x="2769" y="5562"/>
                </a:lnTo>
                <a:lnTo>
                  <a:pt x="2768" y="5563"/>
                </a:lnTo>
                <a:lnTo>
                  <a:pt x="2767" y="5563"/>
                </a:lnTo>
                <a:lnTo>
                  <a:pt x="2765" y="5564"/>
                </a:lnTo>
                <a:lnTo>
                  <a:pt x="2763" y="5564"/>
                </a:lnTo>
                <a:lnTo>
                  <a:pt x="2762" y="5565"/>
                </a:lnTo>
                <a:lnTo>
                  <a:pt x="2760" y="5565"/>
                </a:lnTo>
                <a:lnTo>
                  <a:pt x="2759" y="5565"/>
                </a:lnTo>
                <a:lnTo>
                  <a:pt x="2757" y="5565"/>
                </a:lnTo>
                <a:lnTo>
                  <a:pt x="2754" y="5565"/>
                </a:lnTo>
                <a:lnTo>
                  <a:pt x="2753" y="5565"/>
                </a:lnTo>
                <a:lnTo>
                  <a:pt x="2752" y="5565"/>
                </a:lnTo>
                <a:lnTo>
                  <a:pt x="2751" y="5565"/>
                </a:lnTo>
                <a:lnTo>
                  <a:pt x="2750" y="5565"/>
                </a:lnTo>
                <a:lnTo>
                  <a:pt x="2750" y="5566"/>
                </a:lnTo>
                <a:lnTo>
                  <a:pt x="2747" y="5566"/>
                </a:lnTo>
                <a:lnTo>
                  <a:pt x="2746" y="5565"/>
                </a:lnTo>
                <a:lnTo>
                  <a:pt x="2745" y="5565"/>
                </a:lnTo>
                <a:lnTo>
                  <a:pt x="2744" y="5566"/>
                </a:lnTo>
                <a:lnTo>
                  <a:pt x="2743" y="5566"/>
                </a:lnTo>
                <a:lnTo>
                  <a:pt x="2743" y="5565"/>
                </a:lnTo>
                <a:lnTo>
                  <a:pt x="2743" y="5566"/>
                </a:lnTo>
                <a:lnTo>
                  <a:pt x="2742" y="5566"/>
                </a:lnTo>
                <a:lnTo>
                  <a:pt x="2741" y="5566"/>
                </a:lnTo>
                <a:lnTo>
                  <a:pt x="2740" y="5566"/>
                </a:lnTo>
                <a:lnTo>
                  <a:pt x="2739" y="5566"/>
                </a:lnTo>
                <a:lnTo>
                  <a:pt x="2735" y="5566"/>
                </a:lnTo>
                <a:lnTo>
                  <a:pt x="2734" y="5566"/>
                </a:lnTo>
                <a:lnTo>
                  <a:pt x="2733" y="5566"/>
                </a:lnTo>
                <a:lnTo>
                  <a:pt x="2732" y="5565"/>
                </a:lnTo>
                <a:lnTo>
                  <a:pt x="2730" y="5565"/>
                </a:lnTo>
                <a:lnTo>
                  <a:pt x="2729" y="5565"/>
                </a:lnTo>
                <a:lnTo>
                  <a:pt x="2728" y="5565"/>
                </a:lnTo>
                <a:lnTo>
                  <a:pt x="2727" y="5565"/>
                </a:lnTo>
                <a:lnTo>
                  <a:pt x="2726" y="5565"/>
                </a:lnTo>
                <a:lnTo>
                  <a:pt x="2725" y="5565"/>
                </a:lnTo>
                <a:lnTo>
                  <a:pt x="2724" y="5565"/>
                </a:lnTo>
                <a:lnTo>
                  <a:pt x="2722" y="5564"/>
                </a:lnTo>
                <a:lnTo>
                  <a:pt x="2721" y="5564"/>
                </a:lnTo>
                <a:lnTo>
                  <a:pt x="2720" y="5564"/>
                </a:lnTo>
                <a:lnTo>
                  <a:pt x="2719" y="5564"/>
                </a:lnTo>
                <a:lnTo>
                  <a:pt x="2718" y="5564"/>
                </a:lnTo>
                <a:lnTo>
                  <a:pt x="2713" y="5564"/>
                </a:lnTo>
                <a:lnTo>
                  <a:pt x="2712" y="5564"/>
                </a:lnTo>
                <a:lnTo>
                  <a:pt x="2709" y="5564"/>
                </a:lnTo>
                <a:lnTo>
                  <a:pt x="2708" y="5564"/>
                </a:lnTo>
                <a:lnTo>
                  <a:pt x="2701" y="5564"/>
                </a:lnTo>
                <a:lnTo>
                  <a:pt x="2700" y="5564"/>
                </a:lnTo>
                <a:lnTo>
                  <a:pt x="2697" y="5564"/>
                </a:lnTo>
                <a:lnTo>
                  <a:pt x="2696" y="5564"/>
                </a:lnTo>
                <a:lnTo>
                  <a:pt x="2694" y="5564"/>
                </a:lnTo>
                <a:lnTo>
                  <a:pt x="2693" y="5564"/>
                </a:lnTo>
                <a:lnTo>
                  <a:pt x="2691" y="5564"/>
                </a:lnTo>
                <a:lnTo>
                  <a:pt x="2690" y="5564"/>
                </a:lnTo>
                <a:lnTo>
                  <a:pt x="2688" y="5565"/>
                </a:lnTo>
                <a:lnTo>
                  <a:pt x="2685" y="5565"/>
                </a:lnTo>
                <a:lnTo>
                  <a:pt x="2681" y="5565"/>
                </a:lnTo>
                <a:lnTo>
                  <a:pt x="2680" y="5565"/>
                </a:lnTo>
                <a:lnTo>
                  <a:pt x="2679" y="5565"/>
                </a:lnTo>
                <a:lnTo>
                  <a:pt x="2677" y="5565"/>
                </a:lnTo>
                <a:lnTo>
                  <a:pt x="2676" y="5565"/>
                </a:lnTo>
                <a:lnTo>
                  <a:pt x="2673" y="5565"/>
                </a:lnTo>
                <a:lnTo>
                  <a:pt x="2672" y="5565"/>
                </a:lnTo>
                <a:lnTo>
                  <a:pt x="2671" y="5565"/>
                </a:lnTo>
                <a:lnTo>
                  <a:pt x="2670" y="5565"/>
                </a:lnTo>
                <a:lnTo>
                  <a:pt x="2668" y="5565"/>
                </a:lnTo>
                <a:lnTo>
                  <a:pt x="2667" y="5565"/>
                </a:lnTo>
                <a:lnTo>
                  <a:pt x="2666" y="5565"/>
                </a:lnTo>
                <a:lnTo>
                  <a:pt x="2665" y="5565"/>
                </a:lnTo>
                <a:lnTo>
                  <a:pt x="2664" y="5565"/>
                </a:lnTo>
                <a:lnTo>
                  <a:pt x="2663" y="5565"/>
                </a:lnTo>
                <a:lnTo>
                  <a:pt x="2661" y="5565"/>
                </a:lnTo>
                <a:lnTo>
                  <a:pt x="2660" y="5564"/>
                </a:lnTo>
                <a:lnTo>
                  <a:pt x="2659" y="5564"/>
                </a:lnTo>
                <a:lnTo>
                  <a:pt x="2657" y="5563"/>
                </a:lnTo>
                <a:lnTo>
                  <a:pt x="2657" y="5562"/>
                </a:lnTo>
                <a:lnTo>
                  <a:pt x="2655" y="5561"/>
                </a:lnTo>
                <a:lnTo>
                  <a:pt x="2654" y="5561"/>
                </a:lnTo>
                <a:lnTo>
                  <a:pt x="2653" y="5560"/>
                </a:lnTo>
                <a:lnTo>
                  <a:pt x="2652" y="5560"/>
                </a:lnTo>
                <a:lnTo>
                  <a:pt x="2651" y="5559"/>
                </a:lnTo>
                <a:lnTo>
                  <a:pt x="2650" y="5559"/>
                </a:lnTo>
                <a:lnTo>
                  <a:pt x="2649" y="5558"/>
                </a:lnTo>
                <a:lnTo>
                  <a:pt x="2648" y="5558"/>
                </a:lnTo>
                <a:lnTo>
                  <a:pt x="2647" y="5557"/>
                </a:lnTo>
                <a:lnTo>
                  <a:pt x="2646" y="5557"/>
                </a:lnTo>
                <a:lnTo>
                  <a:pt x="2645" y="5557"/>
                </a:lnTo>
                <a:lnTo>
                  <a:pt x="2644" y="5557"/>
                </a:lnTo>
                <a:lnTo>
                  <a:pt x="2643" y="5557"/>
                </a:lnTo>
                <a:lnTo>
                  <a:pt x="2643" y="5556"/>
                </a:lnTo>
                <a:lnTo>
                  <a:pt x="2641" y="5556"/>
                </a:lnTo>
                <a:lnTo>
                  <a:pt x="2640" y="5556"/>
                </a:lnTo>
                <a:lnTo>
                  <a:pt x="2639" y="5555"/>
                </a:lnTo>
                <a:lnTo>
                  <a:pt x="2638" y="5555"/>
                </a:lnTo>
                <a:lnTo>
                  <a:pt x="2636" y="5555"/>
                </a:lnTo>
                <a:lnTo>
                  <a:pt x="2636" y="5554"/>
                </a:lnTo>
                <a:lnTo>
                  <a:pt x="2635" y="5554"/>
                </a:lnTo>
                <a:lnTo>
                  <a:pt x="2633" y="5554"/>
                </a:lnTo>
                <a:lnTo>
                  <a:pt x="2632" y="5554"/>
                </a:lnTo>
                <a:lnTo>
                  <a:pt x="2630" y="5554"/>
                </a:lnTo>
                <a:lnTo>
                  <a:pt x="2629" y="5554"/>
                </a:lnTo>
                <a:lnTo>
                  <a:pt x="2628" y="5554"/>
                </a:lnTo>
                <a:lnTo>
                  <a:pt x="2627" y="5554"/>
                </a:lnTo>
                <a:lnTo>
                  <a:pt x="2627" y="5555"/>
                </a:lnTo>
                <a:lnTo>
                  <a:pt x="2626" y="5555"/>
                </a:lnTo>
                <a:lnTo>
                  <a:pt x="2625" y="5555"/>
                </a:lnTo>
                <a:lnTo>
                  <a:pt x="2624" y="5555"/>
                </a:lnTo>
                <a:lnTo>
                  <a:pt x="2623" y="5555"/>
                </a:lnTo>
                <a:lnTo>
                  <a:pt x="2622" y="5556"/>
                </a:lnTo>
                <a:lnTo>
                  <a:pt x="2621" y="5556"/>
                </a:lnTo>
                <a:lnTo>
                  <a:pt x="2620" y="5556"/>
                </a:lnTo>
                <a:lnTo>
                  <a:pt x="2620" y="5557"/>
                </a:lnTo>
                <a:lnTo>
                  <a:pt x="2619" y="5557"/>
                </a:lnTo>
                <a:lnTo>
                  <a:pt x="2618" y="5557"/>
                </a:lnTo>
                <a:lnTo>
                  <a:pt x="2617" y="5557"/>
                </a:lnTo>
                <a:lnTo>
                  <a:pt x="2616" y="5557"/>
                </a:lnTo>
                <a:lnTo>
                  <a:pt x="2615" y="5557"/>
                </a:lnTo>
                <a:lnTo>
                  <a:pt x="2614" y="5557"/>
                </a:lnTo>
                <a:lnTo>
                  <a:pt x="2613" y="5556"/>
                </a:lnTo>
                <a:lnTo>
                  <a:pt x="2612" y="5556"/>
                </a:lnTo>
                <a:lnTo>
                  <a:pt x="2611" y="5555"/>
                </a:lnTo>
                <a:lnTo>
                  <a:pt x="2610" y="5555"/>
                </a:lnTo>
                <a:lnTo>
                  <a:pt x="2610" y="5554"/>
                </a:lnTo>
                <a:lnTo>
                  <a:pt x="2609" y="5554"/>
                </a:lnTo>
                <a:lnTo>
                  <a:pt x="2608" y="5553"/>
                </a:lnTo>
                <a:lnTo>
                  <a:pt x="2607" y="5553"/>
                </a:lnTo>
                <a:lnTo>
                  <a:pt x="2606" y="5552"/>
                </a:lnTo>
                <a:lnTo>
                  <a:pt x="2605" y="5551"/>
                </a:lnTo>
                <a:lnTo>
                  <a:pt x="2604" y="5550"/>
                </a:lnTo>
                <a:lnTo>
                  <a:pt x="2603" y="5550"/>
                </a:lnTo>
                <a:lnTo>
                  <a:pt x="2602" y="5550"/>
                </a:lnTo>
                <a:lnTo>
                  <a:pt x="2602" y="5549"/>
                </a:lnTo>
                <a:lnTo>
                  <a:pt x="2601" y="5549"/>
                </a:lnTo>
                <a:lnTo>
                  <a:pt x="2599" y="5547"/>
                </a:lnTo>
                <a:lnTo>
                  <a:pt x="2598" y="5547"/>
                </a:lnTo>
                <a:lnTo>
                  <a:pt x="2598" y="5546"/>
                </a:lnTo>
                <a:lnTo>
                  <a:pt x="2597" y="5545"/>
                </a:lnTo>
                <a:lnTo>
                  <a:pt x="2596" y="5545"/>
                </a:lnTo>
                <a:lnTo>
                  <a:pt x="2595" y="5544"/>
                </a:lnTo>
                <a:lnTo>
                  <a:pt x="2594" y="5543"/>
                </a:lnTo>
                <a:lnTo>
                  <a:pt x="2593" y="5543"/>
                </a:lnTo>
                <a:lnTo>
                  <a:pt x="2592" y="5543"/>
                </a:lnTo>
                <a:lnTo>
                  <a:pt x="2591" y="5542"/>
                </a:lnTo>
                <a:lnTo>
                  <a:pt x="2590" y="5542"/>
                </a:lnTo>
                <a:lnTo>
                  <a:pt x="2589" y="5542"/>
                </a:lnTo>
                <a:lnTo>
                  <a:pt x="2587" y="5542"/>
                </a:lnTo>
                <a:lnTo>
                  <a:pt x="2578" y="5542"/>
                </a:lnTo>
                <a:lnTo>
                  <a:pt x="2577" y="5542"/>
                </a:lnTo>
                <a:lnTo>
                  <a:pt x="2576" y="5542"/>
                </a:lnTo>
                <a:lnTo>
                  <a:pt x="2575" y="5542"/>
                </a:lnTo>
                <a:lnTo>
                  <a:pt x="2574" y="5542"/>
                </a:lnTo>
                <a:lnTo>
                  <a:pt x="2573" y="5542"/>
                </a:lnTo>
                <a:lnTo>
                  <a:pt x="2570" y="5543"/>
                </a:lnTo>
                <a:lnTo>
                  <a:pt x="2569" y="5543"/>
                </a:lnTo>
                <a:lnTo>
                  <a:pt x="2568" y="5543"/>
                </a:lnTo>
                <a:lnTo>
                  <a:pt x="2567" y="5543"/>
                </a:lnTo>
                <a:lnTo>
                  <a:pt x="2567" y="5544"/>
                </a:lnTo>
                <a:lnTo>
                  <a:pt x="2566" y="5544"/>
                </a:lnTo>
                <a:lnTo>
                  <a:pt x="2564" y="5544"/>
                </a:lnTo>
                <a:lnTo>
                  <a:pt x="2564" y="5545"/>
                </a:lnTo>
                <a:lnTo>
                  <a:pt x="2563" y="5545"/>
                </a:lnTo>
                <a:lnTo>
                  <a:pt x="2562" y="5545"/>
                </a:lnTo>
                <a:lnTo>
                  <a:pt x="2561" y="5545"/>
                </a:lnTo>
                <a:lnTo>
                  <a:pt x="2560" y="5545"/>
                </a:lnTo>
                <a:lnTo>
                  <a:pt x="2559" y="5545"/>
                </a:lnTo>
                <a:lnTo>
                  <a:pt x="2558" y="5546"/>
                </a:lnTo>
                <a:lnTo>
                  <a:pt x="2557" y="5546"/>
                </a:lnTo>
                <a:lnTo>
                  <a:pt x="2556" y="5546"/>
                </a:lnTo>
                <a:lnTo>
                  <a:pt x="2555" y="5546"/>
                </a:lnTo>
                <a:lnTo>
                  <a:pt x="2554" y="5546"/>
                </a:lnTo>
                <a:lnTo>
                  <a:pt x="2553" y="5546"/>
                </a:lnTo>
                <a:lnTo>
                  <a:pt x="2553" y="5547"/>
                </a:lnTo>
                <a:lnTo>
                  <a:pt x="2552" y="5547"/>
                </a:lnTo>
                <a:lnTo>
                  <a:pt x="2551" y="5547"/>
                </a:lnTo>
                <a:lnTo>
                  <a:pt x="2550" y="5547"/>
                </a:lnTo>
                <a:lnTo>
                  <a:pt x="2547" y="5547"/>
                </a:lnTo>
                <a:lnTo>
                  <a:pt x="2546" y="5547"/>
                </a:lnTo>
                <a:lnTo>
                  <a:pt x="2544" y="5547"/>
                </a:lnTo>
                <a:lnTo>
                  <a:pt x="2543" y="5547"/>
                </a:lnTo>
                <a:lnTo>
                  <a:pt x="2542" y="5547"/>
                </a:lnTo>
                <a:lnTo>
                  <a:pt x="2540" y="5547"/>
                </a:lnTo>
                <a:lnTo>
                  <a:pt x="2538" y="5547"/>
                </a:lnTo>
                <a:lnTo>
                  <a:pt x="2538" y="5548"/>
                </a:lnTo>
                <a:lnTo>
                  <a:pt x="2537" y="5548"/>
                </a:lnTo>
                <a:lnTo>
                  <a:pt x="2536" y="5548"/>
                </a:lnTo>
                <a:lnTo>
                  <a:pt x="2533" y="5548"/>
                </a:lnTo>
                <a:lnTo>
                  <a:pt x="2532" y="5548"/>
                </a:lnTo>
                <a:lnTo>
                  <a:pt x="2531" y="5548"/>
                </a:lnTo>
                <a:lnTo>
                  <a:pt x="2529" y="5548"/>
                </a:lnTo>
                <a:lnTo>
                  <a:pt x="2525" y="5548"/>
                </a:lnTo>
                <a:lnTo>
                  <a:pt x="2525" y="5549"/>
                </a:lnTo>
                <a:lnTo>
                  <a:pt x="2524" y="5549"/>
                </a:lnTo>
                <a:lnTo>
                  <a:pt x="2523" y="5549"/>
                </a:lnTo>
                <a:lnTo>
                  <a:pt x="2522" y="5549"/>
                </a:lnTo>
                <a:lnTo>
                  <a:pt x="2521" y="5549"/>
                </a:lnTo>
                <a:lnTo>
                  <a:pt x="2520" y="5549"/>
                </a:lnTo>
                <a:lnTo>
                  <a:pt x="2519" y="5549"/>
                </a:lnTo>
                <a:lnTo>
                  <a:pt x="2518" y="5549"/>
                </a:lnTo>
                <a:lnTo>
                  <a:pt x="2517" y="5549"/>
                </a:lnTo>
                <a:lnTo>
                  <a:pt x="2516" y="5549"/>
                </a:lnTo>
                <a:lnTo>
                  <a:pt x="2515" y="5550"/>
                </a:lnTo>
                <a:lnTo>
                  <a:pt x="2512" y="5551"/>
                </a:lnTo>
                <a:lnTo>
                  <a:pt x="2511" y="5551"/>
                </a:lnTo>
                <a:lnTo>
                  <a:pt x="2510" y="5551"/>
                </a:lnTo>
                <a:lnTo>
                  <a:pt x="2508" y="5551"/>
                </a:lnTo>
                <a:lnTo>
                  <a:pt x="2507" y="5551"/>
                </a:lnTo>
                <a:lnTo>
                  <a:pt x="2506" y="5551"/>
                </a:lnTo>
                <a:lnTo>
                  <a:pt x="2504" y="5551"/>
                </a:lnTo>
                <a:lnTo>
                  <a:pt x="2503" y="5552"/>
                </a:lnTo>
                <a:lnTo>
                  <a:pt x="2502" y="5552"/>
                </a:lnTo>
                <a:lnTo>
                  <a:pt x="2501" y="5552"/>
                </a:lnTo>
                <a:lnTo>
                  <a:pt x="2500" y="5552"/>
                </a:lnTo>
                <a:lnTo>
                  <a:pt x="2499" y="5552"/>
                </a:lnTo>
                <a:lnTo>
                  <a:pt x="2498" y="5552"/>
                </a:lnTo>
                <a:lnTo>
                  <a:pt x="2496" y="5551"/>
                </a:lnTo>
                <a:lnTo>
                  <a:pt x="2494" y="5551"/>
                </a:lnTo>
                <a:lnTo>
                  <a:pt x="2493" y="5551"/>
                </a:lnTo>
                <a:lnTo>
                  <a:pt x="2492" y="5551"/>
                </a:lnTo>
                <a:lnTo>
                  <a:pt x="2491" y="5551"/>
                </a:lnTo>
                <a:lnTo>
                  <a:pt x="2490" y="5551"/>
                </a:lnTo>
                <a:lnTo>
                  <a:pt x="2489" y="5550"/>
                </a:lnTo>
                <a:lnTo>
                  <a:pt x="2486" y="5550"/>
                </a:lnTo>
                <a:lnTo>
                  <a:pt x="2487" y="5549"/>
                </a:lnTo>
                <a:lnTo>
                  <a:pt x="2488" y="5548"/>
                </a:lnTo>
                <a:lnTo>
                  <a:pt x="2489" y="5548"/>
                </a:lnTo>
                <a:lnTo>
                  <a:pt x="2489" y="5547"/>
                </a:lnTo>
                <a:lnTo>
                  <a:pt x="2490" y="5547"/>
                </a:lnTo>
                <a:lnTo>
                  <a:pt x="2490" y="5546"/>
                </a:lnTo>
                <a:lnTo>
                  <a:pt x="2490" y="5545"/>
                </a:lnTo>
                <a:lnTo>
                  <a:pt x="2491" y="5545"/>
                </a:lnTo>
                <a:lnTo>
                  <a:pt x="2491" y="5544"/>
                </a:lnTo>
                <a:lnTo>
                  <a:pt x="2491" y="5543"/>
                </a:lnTo>
                <a:lnTo>
                  <a:pt x="2492" y="5542"/>
                </a:lnTo>
                <a:lnTo>
                  <a:pt x="2492" y="5541"/>
                </a:lnTo>
                <a:lnTo>
                  <a:pt x="2492" y="5540"/>
                </a:lnTo>
                <a:lnTo>
                  <a:pt x="2493" y="5539"/>
                </a:lnTo>
                <a:lnTo>
                  <a:pt x="2493" y="5538"/>
                </a:lnTo>
                <a:lnTo>
                  <a:pt x="2493" y="5537"/>
                </a:lnTo>
                <a:lnTo>
                  <a:pt x="2493" y="5536"/>
                </a:lnTo>
                <a:lnTo>
                  <a:pt x="2494" y="5535"/>
                </a:lnTo>
                <a:lnTo>
                  <a:pt x="2494" y="5534"/>
                </a:lnTo>
                <a:lnTo>
                  <a:pt x="2494" y="5533"/>
                </a:lnTo>
                <a:lnTo>
                  <a:pt x="2494" y="5532"/>
                </a:lnTo>
                <a:lnTo>
                  <a:pt x="2495" y="5531"/>
                </a:lnTo>
                <a:lnTo>
                  <a:pt x="2495" y="5530"/>
                </a:lnTo>
                <a:lnTo>
                  <a:pt x="2496" y="5529"/>
                </a:lnTo>
                <a:lnTo>
                  <a:pt x="2496" y="5528"/>
                </a:lnTo>
                <a:lnTo>
                  <a:pt x="2496" y="5527"/>
                </a:lnTo>
                <a:lnTo>
                  <a:pt x="2495" y="5526"/>
                </a:lnTo>
                <a:lnTo>
                  <a:pt x="2494" y="5525"/>
                </a:lnTo>
                <a:lnTo>
                  <a:pt x="2493" y="5524"/>
                </a:lnTo>
                <a:lnTo>
                  <a:pt x="2493" y="5523"/>
                </a:lnTo>
                <a:lnTo>
                  <a:pt x="2493" y="5521"/>
                </a:lnTo>
                <a:lnTo>
                  <a:pt x="2493" y="5520"/>
                </a:lnTo>
                <a:lnTo>
                  <a:pt x="2493" y="5519"/>
                </a:lnTo>
                <a:lnTo>
                  <a:pt x="2492" y="5519"/>
                </a:lnTo>
                <a:lnTo>
                  <a:pt x="2492" y="5518"/>
                </a:lnTo>
                <a:lnTo>
                  <a:pt x="2491" y="5518"/>
                </a:lnTo>
                <a:lnTo>
                  <a:pt x="2491" y="5517"/>
                </a:lnTo>
                <a:lnTo>
                  <a:pt x="2490" y="5517"/>
                </a:lnTo>
                <a:lnTo>
                  <a:pt x="2489" y="5517"/>
                </a:lnTo>
                <a:lnTo>
                  <a:pt x="2489" y="5516"/>
                </a:lnTo>
                <a:lnTo>
                  <a:pt x="2489" y="5514"/>
                </a:lnTo>
                <a:lnTo>
                  <a:pt x="2490" y="5514"/>
                </a:lnTo>
                <a:lnTo>
                  <a:pt x="2490" y="5513"/>
                </a:lnTo>
                <a:lnTo>
                  <a:pt x="2491" y="5513"/>
                </a:lnTo>
                <a:lnTo>
                  <a:pt x="2490" y="5513"/>
                </a:lnTo>
                <a:lnTo>
                  <a:pt x="2490" y="5512"/>
                </a:lnTo>
                <a:lnTo>
                  <a:pt x="2489" y="5511"/>
                </a:lnTo>
                <a:lnTo>
                  <a:pt x="2488" y="5511"/>
                </a:lnTo>
                <a:lnTo>
                  <a:pt x="2488" y="5510"/>
                </a:lnTo>
                <a:lnTo>
                  <a:pt x="2487" y="5510"/>
                </a:lnTo>
                <a:lnTo>
                  <a:pt x="2487" y="5509"/>
                </a:lnTo>
                <a:lnTo>
                  <a:pt x="2486" y="5509"/>
                </a:lnTo>
                <a:lnTo>
                  <a:pt x="2485" y="5509"/>
                </a:lnTo>
                <a:lnTo>
                  <a:pt x="2484" y="5509"/>
                </a:lnTo>
                <a:lnTo>
                  <a:pt x="2484" y="5508"/>
                </a:lnTo>
                <a:lnTo>
                  <a:pt x="2484" y="5507"/>
                </a:lnTo>
                <a:lnTo>
                  <a:pt x="2483" y="5507"/>
                </a:lnTo>
                <a:lnTo>
                  <a:pt x="2483" y="5506"/>
                </a:lnTo>
                <a:lnTo>
                  <a:pt x="2483" y="5505"/>
                </a:lnTo>
                <a:lnTo>
                  <a:pt x="2483" y="5504"/>
                </a:lnTo>
                <a:lnTo>
                  <a:pt x="2482" y="5503"/>
                </a:lnTo>
                <a:lnTo>
                  <a:pt x="2482" y="5502"/>
                </a:lnTo>
                <a:lnTo>
                  <a:pt x="2483" y="5501"/>
                </a:lnTo>
                <a:lnTo>
                  <a:pt x="2483" y="5500"/>
                </a:lnTo>
                <a:lnTo>
                  <a:pt x="2482" y="5500"/>
                </a:lnTo>
                <a:lnTo>
                  <a:pt x="2483" y="5499"/>
                </a:lnTo>
                <a:lnTo>
                  <a:pt x="2482" y="5499"/>
                </a:lnTo>
                <a:lnTo>
                  <a:pt x="2482" y="5497"/>
                </a:lnTo>
                <a:lnTo>
                  <a:pt x="2482" y="5496"/>
                </a:lnTo>
                <a:lnTo>
                  <a:pt x="2482" y="5495"/>
                </a:lnTo>
                <a:lnTo>
                  <a:pt x="2483" y="5495"/>
                </a:lnTo>
                <a:lnTo>
                  <a:pt x="2483" y="5494"/>
                </a:lnTo>
                <a:lnTo>
                  <a:pt x="2484" y="5494"/>
                </a:lnTo>
                <a:lnTo>
                  <a:pt x="2485" y="5492"/>
                </a:lnTo>
                <a:lnTo>
                  <a:pt x="2485" y="5491"/>
                </a:lnTo>
                <a:lnTo>
                  <a:pt x="2485" y="5490"/>
                </a:lnTo>
                <a:lnTo>
                  <a:pt x="2484" y="5489"/>
                </a:lnTo>
                <a:lnTo>
                  <a:pt x="2485" y="5489"/>
                </a:lnTo>
                <a:lnTo>
                  <a:pt x="2485" y="5488"/>
                </a:lnTo>
                <a:lnTo>
                  <a:pt x="2485" y="5487"/>
                </a:lnTo>
                <a:lnTo>
                  <a:pt x="2484" y="5487"/>
                </a:lnTo>
                <a:lnTo>
                  <a:pt x="2484" y="5486"/>
                </a:lnTo>
                <a:lnTo>
                  <a:pt x="2484" y="5485"/>
                </a:lnTo>
                <a:lnTo>
                  <a:pt x="2484" y="5484"/>
                </a:lnTo>
                <a:lnTo>
                  <a:pt x="2485" y="5484"/>
                </a:lnTo>
                <a:lnTo>
                  <a:pt x="2486" y="5484"/>
                </a:lnTo>
                <a:lnTo>
                  <a:pt x="2486" y="5483"/>
                </a:lnTo>
                <a:lnTo>
                  <a:pt x="2486" y="5482"/>
                </a:lnTo>
                <a:lnTo>
                  <a:pt x="2487" y="5482"/>
                </a:lnTo>
                <a:lnTo>
                  <a:pt x="2488" y="5482"/>
                </a:lnTo>
                <a:lnTo>
                  <a:pt x="2489" y="5482"/>
                </a:lnTo>
                <a:lnTo>
                  <a:pt x="2490" y="5482"/>
                </a:lnTo>
                <a:lnTo>
                  <a:pt x="2490" y="5481"/>
                </a:lnTo>
                <a:lnTo>
                  <a:pt x="2491" y="5481"/>
                </a:lnTo>
                <a:lnTo>
                  <a:pt x="2491" y="5480"/>
                </a:lnTo>
                <a:lnTo>
                  <a:pt x="2491" y="5479"/>
                </a:lnTo>
                <a:lnTo>
                  <a:pt x="2491" y="5478"/>
                </a:lnTo>
                <a:lnTo>
                  <a:pt x="2492" y="5477"/>
                </a:lnTo>
                <a:lnTo>
                  <a:pt x="2493" y="5476"/>
                </a:lnTo>
                <a:lnTo>
                  <a:pt x="2493" y="5475"/>
                </a:lnTo>
                <a:lnTo>
                  <a:pt x="2493" y="5474"/>
                </a:lnTo>
                <a:lnTo>
                  <a:pt x="2494" y="5473"/>
                </a:lnTo>
                <a:lnTo>
                  <a:pt x="2494" y="5472"/>
                </a:lnTo>
                <a:lnTo>
                  <a:pt x="2493" y="5471"/>
                </a:lnTo>
                <a:lnTo>
                  <a:pt x="2493" y="5470"/>
                </a:lnTo>
                <a:lnTo>
                  <a:pt x="2492" y="5470"/>
                </a:lnTo>
                <a:lnTo>
                  <a:pt x="2492" y="5469"/>
                </a:lnTo>
                <a:lnTo>
                  <a:pt x="2492" y="5468"/>
                </a:lnTo>
                <a:lnTo>
                  <a:pt x="2491" y="5469"/>
                </a:lnTo>
                <a:lnTo>
                  <a:pt x="2491" y="5468"/>
                </a:lnTo>
                <a:lnTo>
                  <a:pt x="2490" y="5468"/>
                </a:lnTo>
                <a:lnTo>
                  <a:pt x="2488" y="5468"/>
                </a:lnTo>
                <a:lnTo>
                  <a:pt x="2488" y="5467"/>
                </a:lnTo>
                <a:lnTo>
                  <a:pt x="2489" y="5467"/>
                </a:lnTo>
                <a:lnTo>
                  <a:pt x="2489" y="5466"/>
                </a:lnTo>
                <a:lnTo>
                  <a:pt x="2490" y="5466"/>
                </a:lnTo>
                <a:lnTo>
                  <a:pt x="2491" y="5465"/>
                </a:lnTo>
                <a:lnTo>
                  <a:pt x="2492" y="5465"/>
                </a:lnTo>
                <a:lnTo>
                  <a:pt x="2493" y="5465"/>
                </a:lnTo>
                <a:lnTo>
                  <a:pt x="2493" y="5464"/>
                </a:lnTo>
                <a:lnTo>
                  <a:pt x="2494" y="5464"/>
                </a:lnTo>
                <a:lnTo>
                  <a:pt x="2495" y="5464"/>
                </a:lnTo>
                <a:lnTo>
                  <a:pt x="2496" y="5464"/>
                </a:lnTo>
                <a:lnTo>
                  <a:pt x="2496" y="5465"/>
                </a:lnTo>
                <a:lnTo>
                  <a:pt x="2497" y="5465"/>
                </a:lnTo>
                <a:lnTo>
                  <a:pt x="2497" y="5466"/>
                </a:lnTo>
                <a:lnTo>
                  <a:pt x="2498" y="5466"/>
                </a:lnTo>
                <a:lnTo>
                  <a:pt x="2499" y="5466"/>
                </a:lnTo>
                <a:lnTo>
                  <a:pt x="2500" y="5466"/>
                </a:lnTo>
                <a:lnTo>
                  <a:pt x="2501" y="5466"/>
                </a:lnTo>
                <a:lnTo>
                  <a:pt x="2502" y="5466"/>
                </a:lnTo>
                <a:lnTo>
                  <a:pt x="2503" y="5466"/>
                </a:lnTo>
                <a:lnTo>
                  <a:pt x="2504" y="5465"/>
                </a:lnTo>
                <a:lnTo>
                  <a:pt x="2504" y="5464"/>
                </a:lnTo>
                <a:lnTo>
                  <a:pt x="2504" y="5463"/>
                </a:lnTo>
                <a:lnTo>
                  <a:pt x="2504" y="5462"/>
                </a:lnTo>
                <a:lnTo>
                  <a:pt x="2503" y="5461"/>
                </a:lnTo>
                <a:lnTo>
                  <a:pt x="2503" y="5460"/>
                </a:lnTo>
                <a:lnTo>
                  <a:pt x="2503" y="5459"/>
                </a:lnTo>
                <a:lnTo>
                  <a:pt x="2502" y="5458"/>
                </a:lnTo>
                <a:lnTo>
                  <a:pt x="2502" y="5457"/>
                </a:lnTo>
                <a:lnTo>
                  <a:pt x="2502" y="5456"/>
                </a:lnTo>
                <a:lnTo>
                  <a:pt x="2502" y="5455"/>
                </a:lnTo>
                <a:lnTo>
                  <a:pt x="2501" y="5454"/>
                </a:lnTo>
                <a:lnTo>
                  <a:pt x="2501" y="5453"/>
                </a:lnTo>
                <a:lnTo>
                  <a:pt x="2501" y="5452"/>
                </a:lnTo>
                <a:lnTo>
                  <a:pt x="2500" y="5452"/>
                </a:lnTo>
                <a:lnTo>
                  <a:pt x="2500" y="5451"/>
                </a:lnTo>
                <a:lnTo>
                  <a:pt x="2500" y="5450"/>
                </a:lnTo>
                <a:lnTo>
                  <a:pt x="2500" y="5449"/>
                </a:lnTo>
                <a:lnTo>
                  <a:pt x="2499" y="5449"/>
                </a:lnTo>
                <a:lnTo>
                  <a:pt x="2499" y="5448"/>
                </a:lnTo>
                <a:lnTo>
                  <a:pt x="2499" y="5447"/>
                </a:lnTo>
                <a:lnTo>
                  <a:pt x="2498" y="5446"/>
                </a:lnTo>
                <a:lnTo>
                  <a:pt x="2498" y="5445"/>
                </a:lnTo>
                <a:lnTo>
                  <a:pt x="2498" y="5444"/>
                </a:lnTo>
                <a:lnTo>
                  <a:pt x="2497" y="5444"/>
                </a:lnTo>
                <a:lnTo>
                  <a:pt x="2497" y="5443"/>
                </a:lnTo>
                <a:lnTo>
                  <a:pt x="2497" y="5442"/>
                </a:lnTo>
                <a:lnTo>
                  <a:pt x="2496" y="5440"/>
                </a:lnTo>
                <a:lnTo>
                  <a:pt x="2496" y="5439"/>
                </a:lnTo>
                <a:lnTo>
                  <a:pt x="2496" y="5438"/>
                </a:lnTo>
                <a:lnTo>
                  <a:pt x="2496" y="5437"/>
                </a:lnTo>
                <a:lnTo>
                  <a:pt x="2495" y="5437"/>
                </a:lnTo>
                <a:lnTo>
                  <a:pt x="2495" y="5436"/>
                </a:lnTo>
                <a:lnTo>
                  <a:pt x="2495" y="5435"/>
                </a:lnTo>
                <a:lnTo>
                  <a:pt x="2495" y="5434"/>
                </a:lnTo>
                <a:lnTo>
                  <a:pt x="2494" y="5432"/>
                </a:lnTo>
                <a:lnTo>
                  <a:pt x="2493" y="5431"/>
                </a:lnTo>
                <a:lnTo>
                  <a:pt x="2493" y="5430"/>
                </a:lnTo>
                <a:lnTo>
                  <a:pt x="2492" y="5430"/>
                </a:lnTo>
                <a:lnTo>
                  <a:pt x="2491" y="5430"/>
                </a:lnTo>
                <a:lnTo>
                  <a:pt x="2491" y="5429"/>
                </a:lnTo>
                <a:lnTo>
                  <a:pt x="2490" y="5429"/>
                </a:lnTo>
                <a:lnTo>
                  <a:pt x="2490" y="5428"/>
                </a:lnTo>
                <a:lnTo>
                  <a:pt x="2490" y="5427"/>
                </a:lnTo>
                <a:lnTo>
                  <a:pt x="2490" y="5426"/>
                </a:lnTo>
                <a:lnTo>
                  <a:pt x="2491" y="5425"/>
                </a:lnTo>
                <a:lnTo>
                  <a:pt x="2490" y="5425"/>
                </a:lnTo>
                <a:lnTo>
                  <a:pt x="2490" y="5424"/>
                </a:lnTo>
                <a:lnTo>
                  <a:pt x="2490" y="5423"/>
                </a:lnTo>
                <a:lnTo>
                  <a:pt x="2490" y="5422"/>
                </a:lnTo>
                <a:lnTo>
                  <a:pt x="2490" y="5421"/>
                </a:lnTo>
                <a:lnTo>
                  <a:pt x="2489" y="5421"/>
                </a:lnTo>
                <a:lnTo>
                  <a:pt x="2488" y="5422"/>
                </a:lnTo>
                <a:lnTo>
                  <a:pt x="2488" y="5423"/>
                </a:lnTo>
                <a:lnTo>
                  <a:pt x="2487" y="5423"/>
                </a:lnTo>
                <a:lnTo>
                  <a:pt x="2487" y="5424"/>
                </a:lnTo>
                <a:lnTo>
                  <a:pt x="2485" y="5424"/>
                </a:lnTo>
                <a:lnTo>
                  <a:pt x="2484" y="5425"/>
                </a:lnTo>
                <a:lnTo>
                  <a:pt x="2483" y="5425"/>
                </a:lnTo>
                <a:lnTo>
                  <a:pt x="2480" y="5427"/>
                </a:lnTo>
                <a:lnTo>
                  <a:pt x="2478" y="5427"/>
                </a:lnTo>
                <a:lnTo>
                  <a:pt x="2476" y="5427"/>
                </a:lnTo>
                <a:lnTo>
                  <a:pt x="2474" y="5427"/>
                </a:lnTo>
                <a:lnTo>
                  <a:pt x="2473" y="5427"/>
                </a:lnTo>
                <a:lnTo>
                  <a:pt x="2470" y="5425"/>
                </a:lnTo>
                <a:lnTo>
                  <a:pt x="2469" y="5425"/>
                </a:lnTo>
                <a:lnTo>
                  <a:pt x="2468" y="5425"/>
                </a:lnTo>
                <a:lnTo>
                  <a:pt x="2465" y="5427"/>
                </a:lnTo>
                <a:lnTo>
                  <a:pt x="2462" y="5427"/>
                </a:lnTo>
                <a:lnTo>
                  <a:pt x="2459" y="5427"/>
                </a:lnTo>
                <a:lnTo>
                  <a:pt x="2458" y="5427"/>
                </a:lnTo>
                <a:lnTo>
                  <a:pt x="2457" y="5427"/>
                </a:lnTo>
                <a:lnTo>
                  <a:pt x="2454" y="5428"/>
                </a:lnTo>
                <a:lnTo>
                  <a:pt x="2453" y="5428"/>
                </a:lnTo>
                <a:lnTo>
                  <a:pt x="2453" y="5429"/>
                </a:lnTo>
                <a:lnTo>
                  <a:pt x="2452" y="5429"/>
                </a:lnTo>
                <a:lnTo>
                  <a:pt x="2451" y="5430"/>
                </a:lnTo>
                <a:lnTo>
                  <a:pt x="2450" y="5430"/>
                </a:lnTo>
                <a:lnTo>
                  <a:pt x="2449" y="5430"/>
                </a:lnTo>
                <a:lnTo>
                  <a:pt x="2448" y="5429"/>
                </a:lnTo>
                <a:lnTo>
                  <a:pt x="2447" y="5428"/>
                </a:lnTo>
                <a:lnTo>
                  <a:pt x="2445" y="5428"/>
                </a:lnTo>
                <a:lnTo>
                  <a:pt x="2444" y="5428"/>
                </a:lnTo>
                <a:lnTo>
                  <a:pt x="2445" y="5428"/>
                </a:lnTo>
                <a:lnTo>
                  <a:pt x="2445" y="5427"/>
                </a:lnTo>
                <a:lnTo>
                  <a:pt x="2446" y="5427"/>
                </a:lnTo>
                <a:lnTo>
                  <a:pt x="2448" y="5425"/>
                </a:lnTo>
                <a:lnTo>
                  <a:pt x="2449" y="5424"/>
                </a:lnTo>
                <a:lnTo>
                  <a:pt x="2447" y="5423"/>
                </a:lnTo>
                <a:lnTo>
                  <a:pt x="2445" y="5421"/>
                </a:lnTo>
                <a:lnTo>
                  <a:pt x="2444" y="5421"/>
                </a:lnTo>
                <a:lnTo>
                  <a:pt x="2442" y="5419"/>
                </a:lnTo>
                <a:lnTo>
                  <a:pt x="2441" y="5418"/>
                </a:lnTo>
                <a:lnTo>
                  <a:pt x="2439" y="5416"/>
                </a:lnTo>
                <a:lnTo>
                  <a:pt x="2438" y="5415"/>
                </a:lnTo>
                <a:lnTo>
                  <a:pt x="2437" y="5415"/>
                </a:lnTo>
                <a:lnTo>
                  <a:pt x="2436" y="5415"/>
                </a:lnTo>
                <a:lnTo>
                  <a:pt x="2435" y="5415"/>
                </a:lnTo>
                <a:lnTo>
                  <a:pt x="2433" y="5415"/>
                </a:lnTo>
                <a:lnTo>
                  <a:pt x="2432" y="5415"/>
                </a:lnTo>
                <a:lnTo>
                  <a:pt x="2431" y="5414"/>
                </a:lnTo>
                <a:lnTo>
                  <a:pt x="2430" y="5413"/>
                </a:lnTo>
                <a:lnTo>
                  <a:pt x="2429" y="5412"/>
                </a:lnTo>
                <a:lnTo>
                  <a:pt x="2428" y="5410"/>
                </a:lnTo>
                <a:lnTo>
                  <a:pt x="2427" y="5409"/>
                </a:lnTo>
                <a:lnTo>
                  <a:pt x="2426" y="5407"/>
                </a:lnTo>
                <a:lnTo>
                  <a:pt x="2425" y="5406"/>
                </a:lnTo>
                <a:lnTo>
                  <a:pt x="2423" y="5406"/>
                </a:lnTo>
                <a:lnTo>
                  <a:pt x="2422" y="5405"/>
                </a:lnTo>
                <a:lnTo>
                  <a:pt x="2421" y="5405"/>
                </a:lnTo>
                <a:lnTo>
                  <a:pt x="2421" y="5403"/>
                </a:lnTo>
                <a:lnTo>
                  <a:pt x="2420" y="5402"/>
                </a:lnTo>
                <a:lnTo>
                  <a:pt x="2420" y="5401"/>
                </a:lnTo>
                <a:lnTo>
                  <a:pt x="2420" y="5400"/>
                </a:lnTo>
                <a:lnTo>
                  <a:pt x="2419" y="5399"/>
                </a:lnTo>
                <a:lnTo>
                  <a:pt x="2417" y="5400"/>
                </a:lnTo>
                <a:lnTo>
                  <a:pt x="2416" y="5399"/>
                </a:lnTo>
                <a:lnTo>
                  <a:pt x="2416" y="5397"/>
                </a:lnTo>
                <a:lnTo>
                  <a:pt x="2415" y="5397"/>
                </a:lnTo>
                <a:lnTo>
                  <a:pt x="2415" y="5396"/>
                </a:lnTo>
                <a:lnTo>
                  <a:pt x="2415" y="5395"/>
                </a:lnTo>
                <a:lnTo>
                  <a:pt x="2415" y="5394"/>
                </a:lnTo>
                <a:lnTo>
                  <a:pt x="2413" y="5392"/>
                </a:lnTo>
                <a:lnTo>
                  <a:pt x="2414" y="5391"/>
                </a:lnTo>
                <a:lnTo>
                  <a:pt x="2413" y="5391"/>
                </a:lnTo>
                <a:lnTo>
                  <a:pt x="2413" y="5390"/>
                </a:lnTo>
                <a:lnTo>
                  <a:pt x="2413" y="5389"/>
                </a:lnTo>
                <a:lnTo>
                  <a:pt x="2414" y="5387"/>
                </a:lnTo>
                <a:lnTo>
                  <a:pt x="2415" y="5387"/>
                </a:lnTo>
                <a:lnTo>
                  <a:pt x="2416" y="5387"/>
                </a:lnTo>
                <a:lnTo>
                  <a:pt x="2416" y="5386"/>
                </a:lnTo>
                <a:lnTo>
                  <a:pt x="2417" y="5386"/>
                </a:lnTo>
                <a:lnTo>
                  <a:pt x="2417" y="5385"/>
                </a:lnTo>
                <a:lnTo>
                  <a:pt x="2416" y="5385"/>
                </a:lnTo>
                <a:lnTo>
                  <a:pt x="2415" y="5384"/>
                </a:lnTo>
                <a:lnTo>
                  <a:pt x="2415" y="5383"/>
                </a:lnTo>
                <a:lnTo>
                  <a:pt x="2414" y="5382"/>
                </a:lnTo>
                <a:lnTo>
                  <a:pt x="2413" y="5381"/>
                </a:lnTo>
                <a:lnTo>
                  <a:pt x="2414" y="5380"/>
                </a:lnTo>
                <a:lnTo>
                  <a:pt x="2414" y="5379"/>
                </a:lnTo>
                <a:lnTo>
                  <a:pt x="2414" y="5378"/>
                </a:lnTo>
                <a:lnTo>
                  <a:pt x="2415" y="5377"/>
                </a:lnTo>
                <a:lnTo>
                  <a:pt x="2415" y="5376"/>
                </a:lnTo>
                <a:lnTo>
                  <a:pt x="2416" y="5375"/>
                </a:lnTo>
                <a:lnTo>
                  <a:pt x="2417" y="5375"/>
                </a:lnTo>
                <a:lnTo>
                  <a:pt x="2417" y="5374"/>
                </a:lnTo>
                <a:lnTo>
                  <a:pt x="2418" y="5374"/>
                </a:lnTo>
                <a:lnTo>
                  <a:pt x="2418" y="5373"/>
                </a:lnTo>
                <a:lnTo>
                  <a:pt x="2419" y="5373"/>
                </a:lnTo>
                <a:lnTo>
                  <a:pt x="2420" y="5373"/>
                </a:lnTo>
                <a:lnTo>
                  <a:pt x="2420" y="5372"/>
                </a:lnTo>
                <a:lnTo>
                  <a:pt x="2421" y="5371"/>
                </a:lnTo>
                <a:lnTo>
                  <a:pt x="2422" y="5370"/>
                </a:lnTo>
                <a:lnTo>
                  <a:pt x="2423" y="5369"/>
                </a:lnTo>
                <a:lnTo>
                  <a:pt x="2425" y="5369"/>
                </a:lnTo>
                <a:lnTo>
                  <a:pt x="2426" y="5368"/>
                </a:lnTo>
                <a:lnTo>
                  <a:pt x="2427" y="5368"/>
                </a:lnTo>
                <a:lnTo>
                  <a:pt x="2427" y="5367"/>
                </a:lnTo>
                <a:lnTo>
                  <a:pt x="2427" y="5366"/>
                </a:lnTo>
                <a:lnTo>
                  <a:pt x="2427" y="5365"/>
                </a:lnTo>
                <a:lnTo>
                  <a:pt x="2427" y="5364"/>
                </a:lnTo>
                <a:lnTo>
                  <a:pt x="2428" y="5364"/>
                </a:lnTo>
                <a:lnTo>
                  <a:pt x="2428" y="5363"/>
                </a:lnTo>
                <a:lnTo>
                  <a:pt x="2429" y="5363"/>
                </a:lnTo>
                <a:lnTo>
                  <a:pt x="2429" y="5362"/>
                </a:lnTo>
                <a:lnTo>
                  <a:pt x="2430" y="5361"/>
                </a:lnTo>
                <a:lnTo>
                  <a:pt x="2430" y="5360"/>
                </a:lnTo>
                <a:lnTo>
                  <a:pt x="2430" y="5359"/>
                </a:lnTo>
                <a:lnTo>
                  <a:pt x="2429" y="5359"/>
                </a:lnTo>
                <a:lnTo>
                  <a:pt x="2429" y="5358"/>
                </a:lnTo>
                <a:lnTo>
                  <a:pt x="2430" y="5358"/>
                </a:lnTo>
                <a:lnTo>
                  <a:pt x="2430" y="5357"/>
                </a:lnTo>
                <a:lnTo>
                  <a:pt x="2431" y="5357"/>
                </a:lnTo>
                <a:lnTo>
                  <a:pt x="2431" y="5356"/>
                </a:lnTo>
                <a:lnTo>
                  <a:pt x="2431" y="5355"/>
                </a:lnTo>
                <a:lnTo>
                  <a:pt x="2432" y="5355"/>
                </a:lnTo>
                <a:lnTo>
                  <a:pt x="2432" y="5354"/>
                </a:lnTo>
                <a:lnTo>
                  <a:pt x="2431" y="5353"/>
                </a:lnTo>
                <a:lnTo>
                  <a:pt x="2431" y="5352"/>
                </a:lnTo>
                <a:lnTo>
                  <a:pt x="2431" y="5351"/>
                </a:lnTo>
                <a:lnTo>
                  <a:pt x="2431" y="5350"/>
                </a:lnTo>
                <a:lnTo>
                  <a:pt x="2431" y="5349"/>
                </a:lnTo>
                <a:lnTo>
                  <a:pt x="2431" y="5348"/>
                </a:lnTo>
                <a:lnTo>
                  <a:pt x="2431" y="5347"/>
                </a:lnTo>
                <a:lnTo>
                  <a:pt x="2431" y="5346"/>
                </a:lnTo>
                <a:lnTo>
                  <a:pt x="2430" y="5346"/>
                </a:lnTo>
                <a:lnTo>
                  <a:pt x="2430" y="5345"/>
                </a:lnTo>
                <a:lnTo>
                  <a:pt x="2430" y="5344"/>
                </a:lnTo>
                <a:lnTo>
                  <a:pt x="2429" y="5344"/>
                </a:lnTo>
                <a:lnTo>
                  <a:pt x="2428" y="5343"/>
                </a:lnTo>
                <a:lnTo>
                  <a:pt x="2428" y="5342"/>
                </a:lnTo>
                <a:lnTo>
                  <a:pt x="2427" y="5342"/>
                </a:lnTo>
                <a:lnTo>
                  <a:pt x="2426" y="5342"/>
                </a:lnTo>
                <a:lnTo>
                  <a:pt x="2425" y="5342"/>
                </a:lnTo>
                <a:lnTo>
                  <a:pt x="2425" y="5343"/>
                </a:lnTo>
                <a:lnTo>
                  <a:pt x="2424" y="5342"/>
                </a:lnTo>
                <a:lnTo>
                  <a:pt x="2423" y="5342"/>
                </a:lnTo>
                <a:lnTo>
                  <a:pt x="2423" y="5343"/>
                </a:lnTo>
                <a:lnTo>
                  <a:pt x="2422" y="5343"/>
                </a:lnTo>
                <a:lnTo>
                  <a:pt x="2422" y="5344"/>
                </a:lnTo>
                <a:lnTo>
                  <a:pt x="2421" y="5344"/>
                </a:lnTo>
                <a:lnTo>
                  <a:pt x="2421" y="5343"/>
                </a:lnTo>
                <a:lnTo>
                  <a:pt x="2420" y="5343"/>
                </a:lnTo>
                <a:lnTo>
                  <a:pt x="2420" y="5342"/>
                </a:lnTo>
                <a:lnTo>
                  <a:pt x="2419" y="5342"/>
                </a:lnTo>
                <a:lnTo>
                  <a:pt x="2418" y="5342"/>
                </a:lnTo>
                <a:lnTo>
                  <a:pt x="2417" y="5342"/>
                </a:lnTo>
                <a:lnTo>
                  <a:pt x="2417" y="5341"/>
                </a:lnTo>
                <a:lnTo>
                  <a:pt x="2416" y="5340"/>
                </a:lnTo>
                <a:lnTo>
                  <a:pt x="2415" y="5340"/>
                </a:lnTo>
                <a:lnTo>
                  <a:pt x="2415" y="5339"/>
                </a:lnTo>
                <a:lnTo>
                  <a:pt x="2416" y="5338"/>
                </a:lnTo>
                <a:lnTo>
                  <a:pt x="2416" y="5337"/>
                </a:lnTo>
                <a:lnTo>
                  <a:pt x="2417" y="5337"/>
                </a:lnTo>
                <a:lnTo>
                  <a:pt x="2417" y="5336"/>
                </a:lnTo>
                <a:lnTo>
                  <a:pt x="2418" y="5336"/>
                </a:lnTo>
                <a:lnTo>
                  <a:pt x="2418" y="5335"/>
                </a:lnTo>
                <a:lnTo>
                  <a:pt x="2418" y="5334"/>
                </a:lnTo>
                <a:lnTo>
                  <a:pt x="2419" y="5334"/>
                </a:lnTo>
                <a:lnTo>
                  <a:pt x="2420" y="5334"/>
                </a:lnTo>
                <a:lnTo>
                  <a:pt x="2420" y="5333"/>
                </a:lnTo>
                <a:lnTo>
                  <a:pt x="2421" y="5333"/>
                </a:lnTo>
                <a:lnTo>
                  <a:pt x="2422" y="5333"/>
                </a:lnTo>
                <a:lnTo>
                  <a:pt x="2423" y="5333"/>
                </a:lnTo>
                <a:lnTo>
                  <a:pt x="2424" y="5333"/>
                </a:lnTo>
                <a:lnTo>
                  <a:pt x="2424" y="5334"/>
                </a:lnTo>
                <a:lnTo>
                  <a:pt x="2424" y="5335"/>
                </a:lnTo>
                <a:lnTo>
                  <a:pt x="2425" y="5335"/>
                </a:lnTo>
                <a:lnTo>
                  <a:pt x="2426" y="5334"/>
                </a:lnTo>
                <a:lnTo>
                  <a:pt x="2427" y="5333"/>
                </a:lnTo>
                <a:lnTo>
                  <a:pt x="2427" y="5334"/>
                </a:lnTo>
                <a:lnTo>
                  <a:pt x="2428" y="5334"/>
                </a:lnTo>
                <a:lnTo>
                  <a:pt x="2428" y="5335"/>
                </a:lnTo>
                <a:lnTo>
                  <a:pt x="2429" y="5334"/>
                </a:lnTo>
                <a:lnTo>
                  <a:pt x="2430" y="5334"/>
                </a:lnTo>
                <a:lnTo>
                  <a:pt x="2430" y="5333"/>
                </a:lnTo>
                <a:lnTo>
                  <a:pt x="2430" y="5332"/>
                </a:lnTo>
                <a:lnTo>
                  <a:pt x="2431" y="5332"/>
                </a:lnTo>
                <a:lnTo>
                  <a:pt x="2430" y="5331"/>
                </a:lnTo>
                <a:lnTo>
                  <a:pt x="2431" y="5331"/>
                </a:lnTo>
                <a:lnTo>
                  <a:pt x="2431" y="5330"/>
                </a:lnTo>
                <a:lnTo>
                  <a:pt x="2430" y="5330"/>
                </a:lnTo>
                <a:lnTo>
                  <a:pt x="2430" y="5329"/>
                </a:lnTo>
                <a:lnTo>
                  <a:pt x="2430" y="5328"/>
                </a:lnTo>
                <a:lnTo>
                  <a:pt x="2430" y="5327"/>
                </a:lnTo>
                <a:lnTo>
                  <a:pt x="2429" y="5327"/>
                </a:lnTo>
                <a:lnTo>
                  <a:pt x="2428" y="5326"/>
                </a:lnTo>
                <a:lnTo>
                  <a:pt x="2427" y="5326"/>
                </a:lnTo>
                <a:lnTo>
                  <a:pt x="2427" y="5325"/>
                </a:lnTo>
                <a:lnTo>
                  <a:pt x="2426" y="5325"/>
                </a:lnTo>
                <a:lnTo>
                  <a:pt x="2426" y="5324"/>
                </a:lnTo>
                <a:lnTo>
                  <a:pt x="2425" y="5324"/>
                </a:lnTo>
                <a:lnTo>
                  <a:pt x="2424" y="5325"/>
                </a:lnTo>
                <a:lnTo>
                  <a:pt x="2424" y="5324"/>
                </a:lnTo>
                <a:lnTo>
                  <a:pt x="2423" y="5324"/>
                </a:lnTo>
                <a:lnTo>
                  <a:pt x="2423" y="5325"/>
                </a:lnTo>
                <a:lnTo>
                  <a:pt x="2422" y="5326"/>
                </a:lnTo>
                <a:lnTo>
                  <a:pt x="2421" y="5326"/>
                </a:lnTo>
                <a:lnTo>
                  <a:pt x="2420" y="5325"/>
                </a:lnTo>
                <a:lnTo>
                  <a:pt x="2419" y="5325"/>
                </a:lnTo>
                <a:lnTo>
                  <a:pt x="2419" y="5324"/>
                </a:lnTo>
                <a:lnTo>
                  <a:pt x="2419" y="5323"/>
                </a:lnTo>
                <a:lnTo>
                  <a:pt x="2419" y="5322"/>
                </a:lnTo>
                <a:lnTo>
                  <a:pt x="2419" y="5321"/>
                </a:lnTo>
                <a:lnTo>
                  <a:pt x="2418" y="5321"/>
                </a:lnTo>
                <a:lnTo>
                  <a:pt x="2417" y="5321"/>
                </a:lnTo>
                <a:lnTo>
                  <a:pt x="2417" y="5320"/>
                </a:lnTo>
                <a:lnTo>
                  <a:pt x="2416" y="5320"/>
                </a:lnTo>
                <a:lnTo>
                  <a:pt x="2415" y="5320"/>
                </a:lnTo>
                <a:lnTo>
                  <a:pt x="2415" y="5319"/>
                </a:lnTo>
                <a:lnTo>
                  <a:pt x="2414" y="5318"/>
                </a:lnTo>
                <a:lnTo>
                  <a:pt x="2413" y="5318"/>
                </a:lnTo>
                <a:lnTo>
                  <a:pt x="2413" y="5317"/>
                </a:lnTo>
                <a:lnTo>
                  <a:pt x="2412" y="5317"/>
                </a:lnTo>
                <a:lnTo>
                  <a:pt x="2412" y="5316"/>
                </a:lnTo>
                <a:lnTo>
                  <a:pt x="2411" y="5316"/>
                </a:lnTo>
                <a:lnTo>
                  <a:pt x="2410" y="5316"/>
                </a:lnTo>
                <a:lnTo>
                  <a:pt x="2409" y="5315"/>
                </a:lnTo>
                <a:lnTo>
                  <a:pt x="2408" y="5315"/>
                </a:lnTo>
                <a:lnTo>
                  <a:pt x="2408" y="5314"/>
                </a:lnTo>
                <a:lnTo>
                  <a:pt x="2408" y="5313"/>
                </a:lnTo>
                <a:lnTo>
                  <a:pt x="2409" y="5312"/>
                </a:lnTo>
                <a:lnTo>
                  <a:pt x="2409" y="5311"/>
                </a:lnTo>
                <a:lnTo>
                  <a:pt x="2410" y="5311"/>
                </a:lnTo>
                <a:lnTo>
                  <a:pt x="2410" y="5310"/>
                </a:lnTo>
                <a:lnTo>
                  <a:pt x="2410" y="5309"/>
                </a:lnTo>
                <a:lnTo>
                  <a:pt x="2409" y="5308"/>
                </a:lnTo>
                <a:lnTo>
                  <a:pt x="2409" y="5307"/>
                </a:lnTo>
                <a:lnTo>
                  <a:pt x="2408" y="5307"/>
                </a:lnTo>
                <a:lnTo>
                  <a:pt x="2407" y="5307"/>
                </a:lnTo>
                <a:lnTo>
                  <a:pt x="2407" y="5306"/>
                </a:lnTo>
                <a:lnTo>
                  <a:pt x="2407" y="5305"/>
                </a:lnTo>
                <a:lnTo>
                  <a:pt x="2407" y="5304"/>
                </a:lnTo>
                <a:lnTo>
                  <a:pt x="2407" y="5303"/>
                </a:lnTo>
                <a:lnTo>
                  <a:pt x="2406" y="5303"/>
                </a:lnTo>
                <a:lnTo>
                  <a:pt x="2406" y="5302"/>
                </a:lnTo>
                <a:lnTo>
                  <a:pt x="2406" y="5301"/>
                </a:lnTo>
                <a:lnTo>
                  <a:pt x="2405" y="5301"/>
                </a:lnTo>
                <a:lnTo>
                  <a:pt x="2405" y="5300"/>
                </a:lnTo>
                <a:lnTo>
                  <a:pt x="2404" y="5300"/>
                </a:lnTo>
                <a:lnTo>
                  <a:pt x="2403" y="5300"/>
                </a:lnTo>
                <a:lnTo>
                  <a:pt x="2402" y="5301"/>
                </a:lnTo>
                <a:lnTo>
                  <a:pt x="2401" y="5301"/>
                </a:lnTo>
                <a:lnTo>
                  <a:pt x="2401" y="5300"/>
                </a:lnTo>
                <a:lnTo>
                  <a:pt x="2400" y="5300"/>
                </a:lnTo>
                <a:lnTo>
                  <a:pt x="2400" y="5299"/>
                </a:lnTo>
                <a:lnTo>
                  <a:pt x="2401" y="5299"/>
                </a:lnTo>
                <a:lnTo>
                  <a:pt x="2400" y="5299"/>
                </a:lnTo>
                <a:lnTo>
                  <a:pt x="2400" y="5298"/>
                </a:lnTo>
                <a:lnTo>
                  <a:pt x="2399" y="5298"/>
                </a:lnTo>
                <a:lnTo>
                  <a:pt x="2399" y="5297"/>
                </a:lnTo>
                <a:lnTo>
                  <a:pt x="2398" y="5297"/>
                </a:lnTo>
                <a:lnTo>
                  <a:pt x="2398" y="5298"/>
                </a:lnTo>
                <a:lnTo>
                  <a:pt x="2398" y="5297"/>
                </a:lnTo>
                <a:lnTo>
                  <a:pt x="2397" y="5297"/>
                </a:lnTo>
                <a:lnTo>
                  <a:pt x="2396" y="5297"/>
                </a:lnTo>
                <a:lnTo>
                  <a:pt x="2396" y="5296"/>
                </a:lnTo>
                <a:lnTo>
                  <a:pt x="2396" y="5295"/>
                </a:lnTo>
                <a:lnTo>
                  <a:pt x="2395" y="5295"/>
                </a:lnTo>
                <a:lnTo>
                  <a:pt x="2394" y="5294"/>
                </a:lnTo>
                <a:lnTo>
                  <a:pt x="2393" y="5294"/>
                </a:lnTo>
                <a:lnTo>
                  <a:pt x="2392" y="5294"/>
                </a:lnTo>
                <a:lnTo>
                  <a:pt x="2392" y="5293"/>
                </a:lnTo>
                <a:lnTo>
                  <a:pt x="2391" y="5293"/>
                </a:lnTo>
                <a:lnTo>
                  <a:pt x="2391" y="5292"/>
                </a:lnTo>
                <a:lnTo>
                  <a:pt x="2390" y="5291"/>
                </a:lnTo>
                <a:lnTo>
                  <a:pt x="2390" y="5290"/>
                </a:lnTo>
                <a:lnTo>
                  <a:pt x="2389" y="5290"/>
                </a:lnTo>
                <a:lnTo>
                  <a:pt x="2388" y="5290"/>
                </a:lnTo>
                <a:lnTo>
                  <a:pt x="2387" y="5290"/>
                </a:lnTo>
                <a:lnTo>
                  <a:pt x="2386" y="5290"/>
                </a:lnTo>
                <a:lnTo>
                  <a:pt x="2386" y="5289"/>
                </a:lnTo>
                <a:lnTo>
                  <a:pt x="2386" y="5288"/>
                </a:lnTo>
                <a:lnTo>
                  <a:pt x="2386" y="5287"/>
                </a:lnTo>
                <a:lnTo>
                  <a:pt x="2386" y="5286"/>
                </a:lnTo>
                <a:lnTo>
                  <a:pt x="2385" y="5286"/>
                </a:lnTo>
                <a:lnTo>
                  <a:pt x="2384" y="5286"/>
                </a:lnTo>
                <a:lnTo>
                  <a:pt x="2384" y="5287"/>
                </a:lnTo>
                <a:lnTo>
                  <a:pt x="2383" y="5287"/>
                </a:lnTo>
                <a:lnTo>
                  <a:pt x="2383" y="5286"/>
                </a:lnTo>
                <a:lnTo>
                  <a:pt x="2382" y="5286"/>
                </a:lnTo>
                <a:lnTo>
                  <a:pt x="2380" y="5286"/>
                </a:lnTo>
                <a:lnTo>
                  <a:pt x="2380" y="5287"/>
                </a:lnTo>
                <a:lnTo>
                  <a:pt x="2380" y="5288"/>
                </a:lnTo>
                <a:lnTo>
                  <a:pt x="2379" y="5288"/>
                </a:lnTo>
                <a:lnTo>
                  <a:pt x="2380" y="5289"/>
                </a:lnTo>
                <a:lnTo>
                  <a:pt x="2380" y="5290"/>
                </a:lnTo>
                <a:lnTo>
                  <a:pt x="2380" y="5291"/>
                </a:lnTo>
                <a:lnTo>
                  <a:pt x="2379" y="5291"/>
                </a:lnTo>
                <a:lnTo>
                  <a:pt x="2379" y="5292"/>
                </a:lnTo>
                <a:lnTo>
                  <a:pt x="2378" y="5292"/>
                </a:lnTo>
                <a:lnTo>
                  <a:pt x="2378" y="5293"/>
                </a:lnTo>
                <a:lnTo>
                  <a:pt x="2377" y="5293"/>
                </a:lnTo>
                <a:lnTo>
                  <a:pt x="2377" y="5292"/>
                </a:lnTo>
                <a:lnTo>
                  <a:pt x="2376" y="5292"/>
                </a:lnTo>
                <a:lnTo>
                  <a:pt x="2376" y="5293"/>
                </a:lnTo>
                <a:lnTo>
                  <a:pt x="2375" y="5293"/>
                </a:lnTo>
                <a:lnTo>
                  <a:pt x="2374" y="5294"/>
                </a:lnTo>
                <a:lnTo>
                  <a:pt x="2374" y="5295"/>
                </a:lnTo>
                <a:lnTo>
                  <a:pt x="2373" y="5295"/>
                </a:lnTo>
                <a:lnTo>
                  <a:pt x="2373" y="5296"/>
                </a:lnTo>
                <a:lnTo>
                  <a:pt x="2372" y="5296"/>
                </a:lnTo>
                <a:lnTo>
                  <a:pt x="2373" y="5296"/>
                </a:lnTo>
                <a:lnTo>
                  <a:pt x="2373" y="5297"/>
                </a:lnTo>
                <a:lnTo>
                  <a:pt x="2372" y="5297"/>
                </a:lnTo>
                <a:lnTo>
                  <a:pt x="2372" y="5298"/>
                </a:lnTo>
                <a:lnTo>
                  <a:pt x="2372" y="5299"/>
                </a:lnTo>
                <a:lnTo>
                  <a:pt x="2372" y="5300"/>
                </a:lnTo>
                <a:lnTo>
                  <a:pt x="2371" y="5300"/>
                </a:lnTo>
                <a:lnTo>
                  <a:pt x="2370" y="5300"/>
                </a:lnTo>
                <a:lnTo>
                  <a:pt x="2370" y="5301"/>
                </a:lnTo>
                <a:lnTo>
                  <a:pt x="2369" y="5301"/>
                </a:lnTo>
                <a:lnTo>
                  <a:pt x="2369" y="5302"/>
                </a:lnTo>
                <a:lnTo>
                  <a:pt x="2368" y="5302"/>
                </a:lnTo>
                <a:lnTo>
                  <a:pt x="2368" y="5303"/>
                </a:lnTo>
                <a:lnTo>
                  <a:pt x="2367" y="5303"/>
                </a:lnTo>
                <a:lnTo>
                  <a:pt x="2367" y="5302"/>
                </a:lnTo>
                <a:lnTo>
                  <a:pt x="2366" y="5302"/>
                </a:lnTo>
                <a:lnTo>
                  <a:pt x="2366" y="5301"/>
                </a:lnTo>
                <a:lnTo>
                  <a:pt x="2365" y="5301"/>
                </a:lnTo>
                <a:lnTo>
                  <a:pt x="2365" y="5300"/>
                </a:lnTo>
                <a:lnTo>
                  <a:pt x="2364" y="5300"/>
                </a:lnTo>
                <a:lnTo>
                  <a:pt x="2364" y="5299"/>
                </a:lnTo>
                <a:lnTo>
                  <a:pt x="2363" y="5299"/>
                </a:lnTo>
                <a:lnTo>
                  <a:pt x="2363" y="5298"/>
                </a:lnTo>
                <a:lnTo>
                  <a:pt x="2363" y="5299"/>
                </a:lnTo>
                <a:lnTo>
                  <a:pt x="2362" y="5299"/>
                </a:lnTo>
                <a:lnTo>
                  <a:pt x="2362" y="5298"/>
                </a:lnTo>
                <a:lnTo>
                  <a:pt x="2361" y="5298"/>
                </a:lnTo>
                <a:lnTo>
                  <a:pt x="2360" y="5298"/>
                </a:lnTo>
                <a:lnTo>
                  <a:pt x="2360" y="5299"/>
                </a:lnTo>
                <a:lnTo>
                  <a:pt x="2359" y="5299"/>
                </a:lnTo>
                <a:lnTo>
                  <a:pt x="2358" y="5299"/>
                </a:lnTo>
                <a:lnTo>
                  <a:pt x="2357" y="5298"/>
                </a:lnTo>
                <a:lnTo>
                  <a:pt x="2357" y="5299"/>
                </a:lnTo>
                <a:lnTo>
                  <a:pt x="2356" y="5299"/>
                </a:lnTo>
                <a:lnTo>
                  <a:pt x="2356" y="5300"/>
                </a:lnTo>
                <a:lnTo>
                  <a:pt x="2355" y="5300"/>
                </a:lnTo>
                <a:lnTo>
                  <a:pt x="2354" y="5300"/>
                </a:lnTo>
                <a:lnTo>
                  <a:pt x="2354" y="5301"/>
                </a:lnTo>
                <a:lnTo>
                  <a:pt x="2354" y="5300"/>
                </a:lnTo>
                <a:lnTo>
                  <a:pt x="2352" y="5300"/>
                </a:lnTo>
                <a:lnTo>
                  <a:pt x="2351" y="5300"/>
                </a:lnTo>
                <a:lnTo>
                  <a:pt x="2351" y="5301"/>
                </a:lnTo>
                <a:lnTo>
                  <a:pt x="2351" y="5302"/>
                </a:lnTo>
                <a:lnTo>
                  <a:pt x="2352" y="5302"/>
                </a:lnTo>
                <a:lnTo>
                  <a:pt x="2352" y="5303"/>
                </a:lnTo>
                <a:lnTo>
                  <a:pt x="2352" y="5304"/>
                </a:lnTo>
                <a:lnTo>
                  <a:pt x="2352" y="5305"/>
                </a:lnTo>
                <a:lnTo>
                  <a:pt x="2351" y="5306"/>
                </a:lnTo>
                <a:lnTo>
                  <a:pt x="2351" y="5307"/>
                </a:lnTo>
                <a:lnTo>
                  <a:pt x="2350" y="5307"/>
                </a:lnTo>
                <a:lnTo>
                  <a:pt x="2350" y="5308"/>
                </a:lnTo>
                <a:lnTo>
                  <a:pt x="2349" y="5308"/>
                </a:lnTo>
                <a:lnTo>
                  <a:pt x="2348" y="5308"/>
                </a:lnTo>
                <a:lnTo>
                  <a:pt x="2347" y="5309"/>
                </a:lnTo>
                <a:lnTo>
                  <a:pt x="2346" y="5309"/>
                </a:lnTo>
                <a:lnTo>
                  <a:pt x="2345" y="5309"/>
                </a:lnTo>
                <a:lnTo>
                  <a:pt x="2345" y="5310"/>
                </a:lnTo>
                <a:lnTo>
                  <a:pt x="2344" y="5310"/>
                </a:lnTo>
                <a:lnTo>
                  <a:pt x="2344" y="5311"/>
                </a:lnTo>
                <a:lnTo>
                  <a:pt x="2344" y="5312"/>
                </a:lnTo>
                <a:lnTo>
                  <a:pt x="2343" y="5312"/>
                </a:lnTo>
                <a:lnTo>
                  <a:pt x="2342" y="5313"/>
                </a:lnTo>
                <a:lnTo>
                  <a:pt x="2341" y="5313"/>
                </a:lnTo>
                <a:lnTo>
                  <a:pt x="2340" y="5313"/>
                </a:lnTo>
                <a:lnTo>
                  <a:pt x="2339" y="5313"/>
                </a:lnTo>
                <a:lnTo>
                  <a:pt x="2339" y="5314"/>
                </a:lnTo>
                <a:lnTo>
                  <a:pt x="2338" y="5314"/>
                </a:lnTo>
                <a:lnTo>
                  <a:pt x="2337" y="5314"/>
                </a:lnTo>
                <a:lnTo>
                  <a:pt x="2336" y="5315"/>
                </a:lnTo>
                <a:lnTo>
                  <a:pt x="2335" y="5315"/>
                </a:lnTo>
                <a:lnTo>
                  <a:pt x="2335" y="5316"/>
                </a:lnTo>
                <a:lnTo>
                  <a:pt x="2334" y="5316"/>
                </a:lnTo>
                <a:lnTo>
                  <a:pt x="2334" y="5317"/>
                </a:lnTo>
                <a:lnTo>
                  <a:pt x="2333" y="5318"/>
                </a:lnTo>
                <a:lnTo>
                  <a:pt x="2333" y="5319"/>
                </a:lnTo>
                <a:lnTo>
                  <a:pt x="2333" y="5320"/>
                </a:lnTo>
                <a:lnTo>
                  <a:pt x="2332" y="5320"/>
                </a:lnTo>
                <a:lnTo>
                  <a:pt x="2332" y="5321"/>
                </a:lnTo>
                <a:lnTo>
                  <a:pt x="2331" y="5321"/>
                </a:lnTo>
                <a:lnTo>
                  <a:pt x="2331" y="5322"/>
                </a:lnTo>
                <a:lnTo>
                  <a:pt x="2330" y="5322"/>
                </a:lnTo>
                <a:lnTo>
                  <a:pt x="2329" y="5322"/>
                </a:lnTo>
                <a:lnTo>
                  <a:pt x="2329" y="5321"/>
                </a:lnTo>
                <a:lnTo>
                  <a:pt x="2328" y="5321"/>
                </a:lnTo>
                <a:lnTo>
                  <a:pt x="2327" y="5321"/>
                </a:lnTo>
                <a:lnTo>
                  <a:pt x="2326" y="5320"/>
                </a:lnTo>
                <a:lnTo>
                  <a:pt x="2325" y="5320"/>
                </a:lnTo>
                <a:lnTo>
                  <a:pt x="2324" y="5320"/>
                </a:lnTo>
                <a:lnTo>
                  <a:pt x="2324" y="5321"/>
                </a:lnTo>
                <a:lnTo>
                  <a:pt x="2323" y="5322"/>
                </a:lnTo>
                <a:lnTo>
                  <a:pt x="2322" y="5322"/>
                </a:lnTo>
                <a:lnTo>
                  <a:pt x="2321" y="5323"/>
                </a:lnTo>
                <a:lnTo>
                  <a:pt x="2320" y="5323"/>
                </a:lnTo>
                <a:lnTo>
                  <a:pt x="2319" y="5324"/>
                </a:lnTo>
                <a:lnTo>
                  <a:pt x="2318" y="5324"/>
                </a:lnTo>
                <a:lnTo>
                  <a:pt x="2318" y="5325"/>
                </a:lnTo>
                <a:lnTo>
                  <a:pt x="2317" y="5325"/>
                </a:lnTo>
                <a:lnTo>
                  <a:pt x="2316" y="5325"/>
                </a:lnTo>
                <a:lnTo>
                  <a:pt x="2316" y="5324"/>
                </a:lnTo>
                <a:lnTo>
                  <a:pt x="2315" y="5324"/>
                </a:lnTo>
                <a:lnTo>
                  <a:pt x="2314" y="5324"/>
                </a:lnTo>
                <a:lnTo>
                  <a:pt x="2313" y="5324"/>
                </a:lnTo>
                <a:lnTo>
                  <a:pt x="2312" y="5324"/>
                </a:lnTo>
                <a:lnTo>
                  <a:pt x="2311" y="5324"/>
                </a:lnTo>
                <a:lnTo>
                  <a:pt x="2310" y="5324"/>
                </a:lnTo>
                <a:lnTo>
                  <a:pt x="2310" y="5323"/>
                </a:lnTo>
                <a:lnTo>
                  <a:pt x="2309" y="5323"/>
                </a:lnTo>
                <a:lnTo>
                  <a:pt x="2308" y="5322"/>
                </a:lnTo>
                <a:lnTo>
                  <a:pt x="2307" y="5322"/>
                </a:lnTo>
                <a:lnTo>
                  <a:pt x="2306" y="5322"/>
                </a:lnTo>
                <a:lnTo>
                  <a:pt x="2306" y="5321"/>
                </a:lnTo>
                <a:lnTo>
                  <a:pt x="2305" y="5321"/>
                </a:lnTo>
                <a:lnTo>
                  <a:pt x="2304" y="5321"/>
                </a:lnTo>
                <a:lnTo>
                  <a:pt x="2303" y="5321"/>
                </a:lnTo>
                <a:lnTo>
                  <a:pt x="2303" y="5320"/>
                </a:lnTo>
                <a:lnTo>
                  <a:pt x="2302" y="5320"/>
                </a:lnTo>
                <a:lnTo>
                  <a:pt x="2302" y="5319"/>
                </a:lnTo>
                <a:lnTo>
                  <a:pt x="2301" y="5319"/>
                </a:lnTo>
                <a:lnTo>
                  <a:pt x="2301" y="5318"/>
                </a:lnTo>
                <a:lnTo>
                  <a:pt x="2300" y="5318"/>
                </a:lnTo>
                <a:lnTo>
                  <a:pt x="2299" y="5318"/>
                </a:lnTo>
                <a:lnTo>
                  <a:pt x="2298" y="5318"/>
                </a:lnTo>
                <a:lnTo>
                  <a:pt x="2297" y="5318"/>
                </a:lnTo>
                <a:lnTo>
                  <a:pt x="2296" y="5318"/>
                </a:lnTo>
                <a:lnTo>
                  <a:pt x="2296" y="5317"/>
                </a:lnTo>
                <a:lnTo>
                  <a:pt x="2296" y="5316"/>
                </a:lnTo>
                <a:lnTo>
                  <a:pt x="2295" y="5316"/>
                </a:lnTo>
                <a:lnTo>
                  <a:pt x="2295" y="5315"/>
                </a:lnTo>
                <a:lnTo>
                  <a:pt x="2295" y="5314"/>
                </a:lnTo>
                <a:lnTo>
                  <a:pt x="2294" y="5314"/>
                </a:lnTo>
                <a:lnTo>
                  <a:pt x="2294" y="5313"/>
                </a:lnTo>
                <a:lnTo>
                  <a:pt x="2294" y="5312"/>
                </a:lnTo>
                <a:lnTo>
                  <a:pt x="2294" y="5311"/>
                </a:lnTo>
                <a:lnTo>
                  <a:pt x="2294" y="5310"/>
                </a:lnTo>
                <a:lnTo>
                  <a:pt x="2293" y="5310"/>
                </a:lnTo>
                <a:lnTo>
                  <a:pt x="2293" y="5309"/>
                </a:lnTo>
                <a:lnTo>
                  <a:pt x="2292" y="5309"/>
                </a:lnTo>
                <a:lnTo>
                  <a:pt x="2291" y="5309"/>
                </a:lnTo>
                <a:lnTo>
                  <a:pt x="2291" y="5310"/>
                </a:lnTo>
                <a:lnTo>
                  <a:pt x="2290" y="5310"/>
                </a:lnTo>
                <a:lnTo>
                  <a:pt x="2289" y="5310"/>
                </a:lnTo>
                <a:lnTo>
                  <a:pt x="2289" y="5309"/>
                </a:lnTo>
                <a:lnTo>
                  <a:pt x="2289" y="5308"/>
                </a:lnTo>
                <a:lnTo>
                  <a:pt x="2289" y="5307"/>
                </a:lnTo>
                <a:lnTo>
                  <a:pt x="2289" y="5305"/>
                </a:lnTo>
                <a:lnTo>
                  <a:pt x="2288" y="5305"/>
                </a:lnTo>
                <a:lnTo>
                  <a:pt x="2288" y="5304"/>
                </a:lnTo>
                <a:lnTo>
                  <a:pt x="2288" y="5303"/>
                </a:lnTo>
                <a:lnTo>
                  <a:pt x="2287" y="5302"/>
                </a:lnTo>
                <a:lnTo>
                  <a:pt x="2287" y="5301"/>
                </a:lnTo>
                <a:lnTo>
                  <a:pt x="2287" y="5300"/>
                </a:lnTo>
                <a:lnTo>
                  <a:pt x="2286" y="5299"/>
                </a:lnTo>
                <a:lnTo>
                  <a:pt x="2286" y="5298"/>
                </a:lnTo>
                <a:lnTo>
                  <a:pt x="2287" y="5298"/>
                </a:lnTo>
                <a:lnTo>
                  <a:pt x="2286" y="5297"/>
                </a:lnTo>
                <a:lnTo>
                  <a:pt x="2286" y="5296"/>
                </a:lnTo>
                <a:lnTo>
                  <a:pt x="2286" y="5295"/>
                </a:lnTo>
                <a:lnTo>
                  <a:pt x="2286" y="5294"/>
                </a:lnTo>
                <a:lnTo>
                  <a:pt x="2286" y="5293"/>
                </a:lnTo>
                <a:lnTo>
                  <a:pt x="2286" y="5292"/>
                </a:lnTo>
                <a:lnTo>
                  <a:pt x="2286" y="5291"/>
                </a:lnTo>
                <a:lnTo>
                  <a:pt x="2287" y="5291"/>
                </a:lnTo>
                <a:lnTo>
                  <a:pt x="2287" y="5290"/>
                </a:lnTo>
                <a:lnTo>
                  <a:pt x="2287" y="5289"/>
                </a:lnTo>
                <a:lnTo>
                  <a:pt x="2287" y="5288"/>
                </a:lnTo>
                <a:lnTo>
                  <a:pt x="2288" y="5288"/>
                </a:lnTo>
                <a:lnTo>
                  <a:pt x="2288" y="5287"/>
                </a:lnTo>
                <a:lnTo>
                  <a:pt x="2289" y="5287"/>
                </a:lnTo>
                <a:lnTo>
                  <a:pt x="2289" y="5286"/>
                </a:lnTo>
                <a:lnTo>
                  <a:pt x="2289" y="5285"/>
                </a:lnTo>
                <a:lnTo>
                  <a:pt x="2290" y="5284"/>
                </a:lnTo>
                <a:lnTo>
                  <a:pt x="2290" y="5283"/>
                </a:lnTo>
                <a:lnTo>
                  <a:pt x="2289" y="5283"/>
                </a:lnTo>
                <a:lnTo>
                  <a:pt x="2289" y="5282"/>
                </a:lnTo>
                <a:lnTo>
                  <a:pt x="2288" y="5282"/>
                </a:lnTo>
                <a:lnTo>
                  <a:pt x="2289" y="5281"/>
                </a:lnTo>
                <a:lnTo>
                  <a:pt x="2289" y="5280"/>
                </a:lnTo>
                <a:lnTo>
                  <a:pt x="2289" y="5279"/>
                </a:lnTo>
                <a:lnTo>
                  <a:pt x="2289" y="5278"/>
                </a:lnTo>
                <a:lnTo>
                  <a:pt x="2290" y="5278"/>
                </a:lnTo>
                <a:lnTo>
                  <a:pt x="2289" y="5277"/>
                </a:lnTo>
                <a:lnTo>
                  <a:pt x="2289" y="5276"/>
                </a:lnTo>
                <a:lnTo>
                  <a:pt x="2288" y="5276"/>
                </a:lnTo>
                <a:lnTo>
                  <a:pt x="2288" y="5277"/>
                </a:lnTo>
                <a:lnTo>
                  <a:pt x="2287" y="5277"/>
                </a:lnTo>
                <a:lnTo>
                  <a:pt x="2286" y="5277"/>
                </a:lnTo>
                <a:lnTo>
                  <a:pt x="2286" y="5276"/>
                </a:lnTo>
                <a:lnTo>
                  <a:pt x="2285" y="5276"/>
                </a:lnTo>
                <a:lnTo>
                  <a:pt x="2284" y="5275"/>
                </a:lnTo>
                <a:lnTo>
                  <a:pt x="2284" y="5276"/>
                </a:lnTo>
                <a:lnTo>
                  <a:pt x="2283" y="5276"/>
                </a:lnTo>
                <a:lnTo>
                  <a:pt x="2283" y="5275"/>
                </a:lnTo>
                <a:lnTo>
                  <a:pt x="2282" y="5275"/>
                </a:lnTo>
                <a:lnTo>
                  <a:pt x="2282" y="5274"/>
                </a:lnTo>
                <a:lnTo>
                  <a:pt x="2281" y="5274"/>
                </a:lnTo>
                <a:lnTo>
                  <a:pt x="2280" y="5274"/>
                </a:lnTo>
                <a:lnTo>
                  <a:pt x="2279" y="5274"/>
                </a:lnTo>
                <a:lnTo>
                  <a:pt x="2279" y="5273"/>
                </a:lnTo>
                <a:lnTo>
                  <a:pt x="2279" y="5272"/>
                </a:lnTo>
                <a:lnTo>
                  <a:pt x="2278" y="5272"/>
                </a:lnTo>
                <a:lnTo>
                  <a:pt x="2277" y="5272"/>
                </a:lnTo>
                <a:lnTo>
                  <a:pt x="2277" y="5271"/>
                </a:lnTo>
                <a:lnTo>
                  <a:pt x="2277" y="5270"/>
                </a:lnTo>
                <a:lnTo>
                  <a:pt x="2276" y="5270"/>
                </a:lnTo>
                <a:lnTo>
                  <a:pt x="2275" y="5269"/>
                </a:lnTo>
                <a:lnTo>
                  <a:pt x="2274" y="5269"/>
                </a:lnTo>
                <a:lnTo>
                  <a:pt x="2273" y="5269"/>
                </a:lnTo>
                <a:lnTo>
                  <a:pt x="2273" y="5268"/>
                </a:lnTo>
                <a:lnTo>
                  <a:pt x="2272" y="5267"/>
                </a:lnTo>
                <a:lnTo>
                  <a:pt x="2271" y="5267"/>
                </a:lnTo>
                <a:lnTo>
                  <a:pt x="2270" y="5267"/>
                </a:lnTo>
                <a:lnTo>
                  <a:pt x="2269" y="5267"/>
                </a:lnTo>
                <a:lnTo>
                  <a:pt x="2270" y="5268"/>
                </a:lnTo>
                <a:lnTo>
                  <a:pt x="2269" y="5269"/>
                </a:lnTo>
                <a:lnTo>
                  <a:pt x="2268" y="5269"/>
                </a:lnTo>
                <a:lnTo>
                  <a:pt x="2267" y="5269"/>
                </a:lnTo>
                <a:lnTo>
                  <a:pt x="2267" y="5270"/>
                </a:lnTo>
                <a:lnTo>
                  <a:pt x="2266" y="5270"/>
                </a:lnTo>
                <a:lnTo>
                  <a:pt x="2265" y="5271"/>
                </a:lnTo>
                <a:lnTo>
                  <a:pt x="2264" y="5271"/>
                </a:lnTo>
                <a:lnTo>
                  <a:pt x="2263" y="5271"/>
                </a:lnTo>
                <a:lnTo>
                  <a:pt x="2262" y="5271"/>
                </a:lnTo>
                <a:lnTo>
                  <a:pt x="2262" y="5272"/>
                </a:lnTo>
                <a:lnTo>
                  <a:pt x="2261" y="5272"/>
                </a:lnTo>
                <a:lnTo>
                  <a:pt x="2260" y="5272"/>
                </a:lnTo>
                <a:lnTo>
                  <a:pt x="2259" y="5272"/>
                </a:lnTo>
                <a:lnTo>
                  <a:pt x="2258" y="5272"/>
                </a:lnTo>
                <a:lnTo>
                  <a:pt x="2257" y="5272"/>
                </a:lnTo>
                <a:lnTo>
                  <a:pt x="2257" y="5271"/>
                </a:lnTo>
                <a:lnTo>
                  <a:pt x="2257" y="5272"/>
                </a:lnTo>
                <a:lnTo>
                  <a:pt x="2256" y="5272"/>
                </a:lnTo>
                <a:lnTo>
                  <a:pt x="2255" y="5273"/>
                </a:lnTo>
                <a:lnTo>
                  <a:pt x="2254" y="5274"/>
                </a:lnTo>
                <a:lnTo>
                  <a:pt x="2253" y="5274"/>
                </a:lnTo>
                <a:lnTo>
                  <a:pt x="2252" y="5275"/>
                </a:lnTo>
                <a:lnTo>
                  <a:pt x="2251" y="5276"/>
                </a:lnTo>
                <a:lnTo>
                  <a:pt x="2250" y="5276"/>
                </a:lnTo>
                <a:lnTo>
                  <a:pt x="2250" y="5275"/>
                </a:lnTo>
                <a:lnTo>
                  <a:pt x="2250" y="5274"/>
                </a:lnTo>
                <a:lnTo>
                  <a:pt x="2249" y="5274"/>
                </a:lnTo>
                <a:lnTo>
                  <a:pt x="2249" y="5273"/>
                </a:lnTo>
                <a:lnTo>
                  <a:pt x="2249" y="5272"/>
                </a:lnTo>
                <a:lnTo>
                  <a:pt x="2248" y="5272"/>
                </a:lnTo>
                <a:lnTo>
                  <a:pt x="2248" y="5271"/>
                </a:lnTo>
                <a:lnTo>
                  <a:pt x="2248" y="5270"/>
                </a:lnTo>
                <a:lnTo>
                  <a:pt x="2247" y="5270"/>
                </a:lnTo>
                <a:lnTo>
                  <a:pt x="2246" y="5269"/>
                </a:lnTo>
                <a:lnTo>
                  <a:pt x="2245" y="5269"/>
                </a:lnTo>
                <a:lnTo>
                  <a:pt x="2244" y="5268"/>
                </a:lnTo>
                <a:lnTo>
                  <a:pt x="2243" y="5268"/>
                </a:lnTo>
                <a:lnTo>
                  <a:pt x="2242" y="5268"/>
                </a:lnTo>
                <a:lnTo>
                  <a:pt x="2242" y="5267"/>
                </a:lnTo>
                <a:lnTo>
                  <a:pt x="2241" y="5267"/>
                </a:lnTo>
                <a:lnTo>
                  <a:pt x="2241" y="5266"/>
                </a:lnTo>
                <a:lnTo>
                  <a:pt x="2240" y="5266"/>
                </a:lnTo>
                <a:lnTo>
                  <a:pt x="2239" y="5265"/>
                </a:lnTo>
                <a:lnTo>
                  <a:pt x="2238" y="5265"/>
                </a:lnTo>
                <a:lnTo>
                  <a:pt x="2237" y="5265"/>
                </a:lnTo>
                <a:lnTo>
                  <a:pt x="2236" y="5265"/>
                </a:lnTo>
                <a:lnTo>
                  <a:pt x="2236" y="5266"/>
                </a:lnTo>
                <a:lnTo>
                  <a:pt x="2235" y="5266"/>
                </a:lnTo>
                <a:lnTo>
                  <a:pt x="2234" y="5266"/>
                </a:lnTo>
                <a:lnTo>
                  <a:pt x="2234" y="5267"/>
                </a:lnTo>
                <a:lnTo>
                  <a:pt x="2233" y="5267"/>
                </a:lnTo>
                <a:lnTo>
                  <a:pt x="2232" y="5267"/>
                </a:lnTo>
                <a:lnTo>
                  <a:pt x="2231" y="5267"/>
                </a:lnTo>
                <a:lnTo>
                  <a:pt x="2230" y="5267"/>
                </a:lnTo>
                <a:lnTo>
                  <a:pt x="2229" y="5267"/>
                </a:lnTo>
                <a:lnTo>
                  <a:pt x="2228" y="5267"/>
                </a:lnTo>
                <a:lnTo>
                  <a:pt x="2228" y="5266"/>
                </a:lnTo>
                <a:lnTo>
                  <a:pt x="2227" y="5266"/>
                </a:lnTo>
                <a:lnTo>
                  <a:pt x="2227" y="5265"/>
                </a:lnTo>
                <a:lnTo>
                  <a:pt x="2227" y="5264"/>
                </a:lnTo>
                <a:lnTo>
                  <a:pt x="2226" y="5264"/>
                </a:lnTo>
                <a:lnTo>
                  <a:pt x="2226" y="5263"/>
                </a:lnTo>
                <a:lnTo>
                  <a:pt x="2225" y="5263"/>
                </a:lnTo>
                <a:lnTo>
                  <a:pt x="2224" y="5263"/>
                </a:lnTo>
                <a:lnTo>
                  <a:pt x="2224" y="5262"/>
                </a:lnTo>
                <a:lnTo>
                  <a:pt x="2223" y="5262"/>
                </a:lnTo>
                <a:lnTo>
                  <a:pt x="2222" y="5262"/>
                </a:lnTo>
                <a:lnTo>
                  <a:pt x="2221" y="5262"/>
                </a:lnTo>
                <a:lnTo>
                  <a:pt x="2221" y="5261"/>
                </a:lnTo>
                <a:lnTo>
                  <a:pt x="2220" y="5261"/>
                </a:lnTo>
                <a:lnTo>
                  <a:pt x="2219" y="5261"/>
                </a:lnTo>
                <a:lnTo>
                  <a:pt x="2219" y="5262"/>
                </a:lnTo>
                <a:lnTo>
                  <a:pt x="2218" y="5262"/>
                </a:lnTo>
                <a:lnTo>
                  <a:pt x="2217" y="5262"/>
                </a:lnTo>
                <a:lnTo>
                  <a:pt x="2215" y="5262"/>
                </a:lnTo>
                <a:lnTo>
                  <a:pt x="2214" y="5261"/>
                </a:lnTo>
                <a:lnTo>
                  <a:pt x="2214" y="5260"/>
                </a:lnTo>
                <a:lnTo>
                  <a:pt x="2214" y="5259"/>
                </a:lnTo>
                <a:lnTo>
                  <a:pt x="2214" y="5258"/>
                </a:lnTo>
                <a:lnTo>
                  <a:pt x="2214" y="5257"/>
                </a:lnTo>
                <a:lnTo>
                  <a:pt x="2213" y="5257"/>
                </a:lnTo>
                <a:lnTo>
                  <a:pt x="2213" y="5256"/>
                </a:lnTo>
                <a:lnTo>
                  <a:pt x="2213" y="5255"/>
                </a:lnTo>
                <a:lnTo>
                  <a:pt x="2213" y="5254"/>
                </a:lnTo>
                <a:lnTo>
                  <a:pt x="2212" y="5254"/>
                </a:lnTo>
                <a:lnTo>
                  <a:pt x="2212" y="5253"/>
                </a:lnTo>
                <a:lnTo>
                  <a:pt x="2211" y="5253"/>
                </a:lnTo>
                <a:lnTo>
                  <a:pt x="2211" y="5252"/>
                </a:lnTo>
                <a:lnTo>
                  <a:pt x="2210" y="5252"/>
                </a:lnTo>
                <a:lnTo>
                  <a:pt x="2210" y="5251"/>
                </a:lnTo>
                <a:lnTo>
                  <a:pt x="2210" y="5250"/>
                </a:lnTo>
                <a:lnTo>
                  <a:pt x="2209" y="5250"/>
                </a:lnTo>
                <a:lnTo>
                  <a:pt x="2209" y="5249"/>
                </a:lnTo>
                <a:lnTo>
                  <a:pt x="2209" y="5248"/>
                </a:lnTo>
                <a:lnTo>
                  <a:pt x="2209" y="5247"/>
                </a:lnTo>
                <a:lnTo>
                  <a:pt x="2208" y="5247"/>
                </a:lnTo>
                <a:lnTo>
                  <a:pt x="2208" y="5246"/>
                </a:lnTo>
                <a:lnTo>
                  <a:pt x="2207" y="5246"/>
                </a:lnTo>
                <a:lnTo>
                  <a:pt x="2206" y="5246"/>
                </a:lnTo>
                <a:lnTo>
                  <a:pt x="2205" y="5246"/>
                </a:lnTo>
                <a:lnTo>
                  <a:pt x="2204" y="5246"/>
                </a:lnTo>
                <a:lnTo>
                  <a:pt x="2204" y="5245"/>
                </a:lnTo>
                <a:lnTo>
                  <a:pt x="2204" y="5244"/>
                </a:lnTo>
                <a:lnTo>
                  <a:pt x="2203" y="5244"/>
                </a:lnTo>
                <a:lnTo>
                  <a:pt x="2203" y="5243"/>
                </a:lnTo>
                <a:lnTo>
                  <a:pt x="2203" y="5242"/>
                </a:lnTo>
                <a:lnTo>
                  <a:pt x="2203" y="5241"/>
                </a:lnTo>
                <a:lnTo>
                  <a:pt x="2202" y="5241"/>
                </a:lnTo>
                <a:lnTo>
                  <a:pt x="2201" y="5241"/>
                </a:lnTo>
                <a:lnTo>
                  <a:pt x="2200" y="5241"/>
                </a:lnTo>
                <a:lnTo>
                  <a:pt x="2199" y="5241"/>
                </a:lnTo>
                <a:lnTo>
                  <a:pt x="2198" y="5241"/>
                </a:lnTo>
                <a:lnTo>
                  <a:pt x="2197" y="5241"/>
                </a:lnTo>
                <a:lnTo>
                  <a:pt x="2196" y="5242"/>
                </a:lnTo>
                <a:lnTo>
                  <a:pt x="2195" y="5242"/>
                </a:lnTo>
                <a:lnTo>
                  <a:pt x="2195" y="5241"/>
                </a:lnTo>
                <a:lnTo>
                  <a:pt x="2194" y="5241"/>
                </a:lnTo>
                <a:lnTo>
                  <a:pt x="2193" y="5241"/>
                </a:lnTo>
                <a:lnTo>
                  <a:pt x="2192" y="5241"/>
                </a:lnTo>
                <a:lnTo>
                  <a:pt x="2191" y="5241"/>
                </a:lnTo>
                <a:lnTo>
                  <a:pt x="2190" y="5242"/>
                </a:lnTo>
                <a:lnTo>
                  <a:pt x="2190" y="5241"/>
                </a:lnTo>
                <a:lnTo>
                  <a:pt x="2189" y="5241"/>
                </a:lnTo>
                <a:lnTo>
                  <a:pt x="2188" y="5240"/>
                </a:lnTo>
                <a:lnTo>
                  <a:pt x="2187" y="5240"/>
                </a:lnTo>
                <a:lnTo>
                  <a:pt x="2187" y="5239"/>
                </a:lnTo>
                <a:lnTo>
                  <a:pt x="2187" y="5238"/>
                </a:lnTo>
                <a:lnTo>
                  <a:pt x="2186" y="5238"/>
                </a:lnTo>
                <a:lnTo>
                  <a:pt x="2186" y="5237"/>
                </a:lnTo>
                <a:lnTo>
                  <a:pt x="2185" y="5237"/>
                </a:lnTo>
                <a:lnTo>
                  <a:pt x="2184" y="5237"/>
                </a:lnTo>
                <a:lnTo>
                  <a:pt x="2184" y="5236"/>
                </a:lnTo>
                <a:lnTo>
                  <a:pt x="2184" y="5235"/>
                </a:lnTo>
                <a:lnTo>
                  <a:pt x="2184" y="5234"/>
                </a:lnTo>
                <a:lnTo>
                  <a:pt x="2184" y="5233"/>
                </a:lnTo>
                <a:lnTo>
                  <a:pt x="2183" y="5233"/>
                </a:lnTo>
                <a:lnTo>
                  <a:pt x="2183" y="5232"/>
                </a:lnTo>
                <a:lnTo>
                  <a:pt x="2182" y="5232"/>
                </a:lnTo>
                <a:lnTo>
                  <a:pt x="2181" y="5231"/>
                </a:lnTo>
                <a:lnTo>
                  <a:pt x="2181" y="5230"/>
                </a:lnTo>
                <a:lnTo>
                  <a:pt x="2179" y="5230"/>
                </a:lnTo>
                <a:lnTo>
                  <a:pt x="2178" y="5230"/>
                </a:lnTo>
                <a:lnTo>
                  <a:pt x="2177" y="5229"/>
                </a:lnTo>
                <a:lnTo>
                  <a:pt x="2176" y="5229"/>
                </a:lnTo>
                <a:lnTo>
                  <a:pt x="2175" y="5229"/>
                </a:lnTo>
                <a:lnTo>
                  <a:pt x="2174" y="5229"/>
                </a:lnTo>
                <a:lnTo>
                  <a:pt x="2173" y="5229"/>
                </a:lnTo>
                <a:lnTo>
                  <a:pt x="2173" y="5230"/>
                </a:lnTo>
                <a:lnTo>
                  <a:pt x="2173" y="5231"/>
                </a:lnTo>
                <a:lnTo>
                  <a:pt x="2173" y="5232"/>
                </a:lnTo>
                <a:lnTo>
                  <a:pt x="2173" y="5233"/>
                </a:lnTo>
                <a:lnTo>
                  <a:pt x="2173" y="5234"/>
                </a:lnTo>
                <a:lnTo>
                  <a:pt x="2172" y="5234"/>
                </a:lnTo>
                <a:lnTo>
                  <a:pt x="2172" y="5235"/>
                </a:lnTo>
                <a:lnTo>
                  <a:pt x="2171" y="5235"/>
                </a:lnTo>
                <a:lnTo>
                  <a:pt x="2171" y="5236"/>
                </a:lnTo>
                <a:lnTo>
                  <a:pt x="2170" y="5236"/>
                </a:lnTo>
                <a:lnTo>
                  <a:pt x="2170" y="5237"/>
                </a:lnTo>
                <a:lnTo>
                  <a:pt x="2169" y="5237"/>
                </a:lnTo>
                <a:lnTo>
                  <a:pt x="2169" y="5238"/>
                </a:lnTo>
                <a:lnTo>
                  <a:pt x="2169" y="5239"/>
                </a:lnTo>
                <a:lnTo>
                  <a:pt x="2168" y="5239"/>
                </a:lnTo>
                <a:lnTo>
                  <a:pt x="2168" y="5238"/>
                </a:lnTo>
                <a:lnTo>
                  <a:pt x="2168" y="5237"/>
                </a:lnTo>
                <a:lnTo>
                  <a:pt x="2167" y="5237"/>
                </a:lnTo>
                <a:lnTo>
                  <a:pt x="2167" y="5236"/>
                </a:lnTo>
                <a:lnTo>
                  <a:pt x="2166" y="5236"/>
                </a:lnTo>
                <a:lnTo>
                  <a:pt x="2165" y="5235"/>
                </a:lnTo>
                <a:lnTo>
                  <a:pt x="2164" y="5235"/>
                </a:lnTo>
                <a:lnTo>
                  <a:pt x="2162" y="5235"/>
                </a:lnTo>
                <a:lnTo>
                  <a:pt x="2161" y="5235"/>
                </a:lnTo>
                <a:lnTo>
                  <a:pt x="2161" y="5236"/>
                </a:lnTo>
                <a:lnTo>
                  <a:pt x="2161" y="5235"/>
                </a:lnTo>
                <a:lnTo>
                  <a:pt x="2160" y="5235"/>
                </a:lnTo>
                <a:lnTo>
                  <a:pt x="2160" y="5236"/>
                </a:lnTo>
                <a:lnTo>
                  <a:pt x="2159" y="5237"/>
                </a:lnTo>
                <a:lnTo>
                  <a:pt x="2158" y="5238"/>
                </a:lnTo>
                <a:lnTo>
                  <a:pt x="2157" y="5238"/>
                </a:lnTo>
                <a:lnTo>
                  <a:pt x="2156" y="5237"/>
                </a:lnTo>
                <a:lnTo>
                  <a:pt x="2155" y="5237"/>
                </a:lnTo>
                <a:lnTo>
                  <a:pt x="2155" y="5236"/>
                </a:lnTo>
                <a:lnTo>
                  <a:pt x="2155" y="5235"/>
                </a:lnTo>
                <a:lnTo>
                  <a:pt x="2155" y="5234"/>
                </a:lnTo>
                <a:lnTo>
                  <a:pt x="2155" y="5233"/>
                </a:lnTo>
                <a:lnTo>
                  <a:pt x="2154" y="5232"/>
                </a:lnTo>
                <a:lnTo>
                  <a:pt x="2154" y="5231"/>
                </a:lnTo>
                <a:lnTo>
                  <a:pt x="2153" y="5231"/>
                </a:lnTo>
                <a:lnTo>
                  <a:pt x="2152" y="5231"/>
                </a:lnTo>
                <a:lnTo>
                  <a:pt x="2152" y="5230"/>
                </a:lnTo>
                <a:lnTo>
                  <a:pt x="2151" y="5230"/>
                </a:lnTo>
                <a:lnTo>
                  <a:pt x="2151" y="5229"/>
                </a:lnTo>
                <a:lnTo>
                  <a:pt x="2151" y="5228"/>
                </a:lnTo>
                <a:lnTo>
                  <a:pt x="2150" y="5227"/>
                </a:lnTo>
                <a:lnTo>
                  <a:pt x="2149" y="5226"/>
                </a:lnTo>
                <a:lnTo>
                  <a:pt x="2148" y="5225"/>
                </a:lnTo>
                <a:lnTo>
                  <a:pt x="2147" y="5225"/>
                </a:lnTo>
                <a:lnTo>
                  <a:pt x="2146" y="5225"/>
                </a:lnTo>
                <a:lnTo>
                  <a:pt x="2145" y="5225"/>
                </a:lnTo>
                <a:lnTo>
                  <a:pt x="2144" y="5226"/>
                </a:lnTo>
                <a:lnTo>
                  <a:pt x="2144" y="5225"/>
                </a:lnTo>
                <a:lnTo>
                  <a:pt x="2143" y="5225"/>
                </a:lnTo>
                <a:lnTo>
                  <a:pt x="2143" y="5224"/>
                </a:lnTo>
                <a:lnTo>
                  <a:pt x="2142" y="5225"/>
                </a:lnTo>
                <a:lnTo>
                  <a:pt x="2141" y="5225"/>
                </a:lnTo>
                <a:lnTo>
                  <a:pt x="2140" y="5225"/>
                </a:lnTo>
                <a:lnTo>
                  <a:pt x="2139" y="5225"/>
                </a:lnTo>
                <a:lnTo>
                  <a:pt x="2138" y="5225"/>
                </a:lnTo>
                <a:lnTo>
                  <a:pt x="2138" y="5224"/>
                </a:lnTo>
                <a:lnTo>
                  <a:pt x="2137" y="5224"/>
                </a:lnTo>
                <a:lnTo>
                  <a:pt x="2137" y="5225"/>
                </a:lnTo>
                <a:lnTo>
                  <a:pt x="2136" y="5225"/>
                </a:lnTo>
                <a:lnTo>
                  <a:pt x="2135" y="5225"/>
                </a:lnTo>
                <a:lnTo>
                  <a:pt x="2134" y="5225"/>
                </a:lnTo>
                <a:lnTo>
                  <a:pt x="2133" y="5225"/>
                </a:lnTo>
                <a:lnTo>
                  <a:pt x="2133" y="5223"/>
                </a:lnTo>
                <a:lnTo>
                  <a:pt x="2132" y="5222"/>
                </a:lnTo>
                <a:lnTo>
                  <a:pt x="2133" y="5221"/>
                </a:lnTo>
                <a:lnTo>
                  <a:pt x="2132" y="5221"/>
                </a:lnTo>
                <a:lnTo>
                  <a:pt x="2132" y="5220"/>
                </a:lnTo>
                <a:lnTo>
                  <a:pt x="2131" y="5220"/>
                </a:lnTo>
                <a:lnTo>
                  <a:pt x="2131" y="5219"/>
                </a:lnTo>
                <a:lnTo>
                  <a:pt x="2130" y="5219"/>
                </a:lnTo>
                <a:lnTo>
                  <a:pt x="2130" y="5218"/>
                </a:lnTo>
                <a:lnTo>
                  <a:pt x="2130" y="5217"/>
                </a:lnTo>
                <a:lnTo>
                  <a:pt x="2130" y="5216"/>
                </a:lnTo>
                <a:lnTo>
                  <a:pt x="2129" y="5216"/>
                </a:lnTo>
                <a:lnTo>
                  <a:pt x="2129" y="5215"/>
                </a:lnTo>
                <a:lnTo>
                  <a:pt x="2129" y="5214"/>
                </a:lnTo>
                <a:lnTo>
                  <a:pt x="2128" y="5214"/>
                </a:lnTo>
                <a:lnTo>
                  <a:pt x="2127" y="5214"/>
                </a:lnTo>
                <a:lnTo>
                  <a:pt x="2127" y="5215"/>
                </a:lnTo>
                <a:lnTo>
                  <a:pt x="2125" y="5215"/>
                </a:lnTo>
                <a:lnTo>
                  <a:pt x="2124" y="5214"/>
                </a:lnTo>
                <a:lnTo>
                  <a:pt x="2124" y="5213"/>
                </a:lnTo>
                <a:lnTo>
                  <a:pt x="2123" y="5213"/>
                </a:lnTo>
                <a:lnTo>
                  <a:pt x="2123" y="5212"/>
                </a:lnTo>
                <a:lnTo>
                  <a:pt x="2123" y="5211"/>
                </a:lnTo>
                <a:lnTo>
                  <a:pt x="2122" y="5211"/>
                </a:lnTo>
                <a:lnTo>
                  <a:pt x="2121" y="5211"/>
                </a:lnTo>
                <a:lnTo>
                  <a:pt x="2120" y="5211"/>
                </a:lnTo>
                <a:lnTo>
                  <a:pt x="2119" y="5211"/>
                </a:lnTo>
                <a:lnTo>
                  <a:pt x="2119" y="5210"/>
                </a:lnTo>
                <a:lnTo>
                  <a:pt x="2118" y="5210"/>
                </a:lnTo>
                <a:lnTo>
                  <a:pt x="2118" y="5209"/>
                </a:lnTo>
                <a:lnTo>
                  <a:pt x="2117" y="5209"/>
                </a:lnTo>
                <a:lnTo>
                  <a:pt x="2117" y="5210"/>
                </a:lnTo>
                <a:lnTo>
                  <a:pt x="2117" y="5211"/>
                </a:lnTo>
                <a:lnTo>
                  <a:pt x="2116" y="5211"/>
                </a:lnTo>
                <a:lnTo>
                  <a:pt x="2116" y="5212"/>
                </a:lnTo>
                <a:lnTo>
                  <a:pt x="2115" y="5212"/>
                </a:lnTo>
                <a:lnTo>
                  <a:pt x="2114" y="5212"/>
                </a:lnTo>
                <a:lnTo>
                  <a:pt x="2114" y="5213"/>
                </a:lnTo>
                <a:lnTo>
                  <a:pt x="2113" y="5213"/>
                </a:lnTo>
                <a:lnTo>
                  <a:pt x="2112" y="5213"/>
                </a:lnTo>
                <a:lnTo>
                  <a:pt x="2112" y="5214"/>
                </a:lnTo>
                <a:lnTo>
                  <a:pt x="2113" y="5214"/>
                </a:lnTo>
                <a:lnTo>
                  <a:pt x="2113" y="5215"/>
                </a:lnTo>
                <a:lnTo>
                  <a:pt x="2113" y="5216"/>
                </a:lnTo>
                <a:lnTo>
                  <a:pt x="2114" y="5216"/>
                </a:lnTo>
                <a:lnTo>
                  <a:pt x="2114" y="5217"/>
                </a:lnTo>
                <a:lnTo>
                  <a:pt x="2113" y="5218"/>
                </a:lnTo>
                <a:lnTo>
                  <a:pt x="2112" y="5219"/>
                </a:lnTo>
                <a:lnTo>
                  <a:pt x="2111" y="5219"/>
                </a:lnTo>
                <a:lnTo>
                  <a:pt x="2111" y="5220"/>
                </a:lnTo>
                <a:lnTo>
                  <a:pt x="2111" y="5219"/>
                </a:lnTo>
                <a:lnTo>
                  <a:pt x="2110" y="5219"/>
                </a:lnTo>
                <a:lnTo>
                  <a:pt x="2110" y="5220"/>
                </a:lnTo>
                <a:lnTo>
                  <a:pt x="2109" y="5220"/>
                </a:lnTo>
                <a:lnTo>
                  <a:pt x="2108" y="5220"/>
                </a:lnTo>
                <a:lnTo>
                  <a:pt x="2107" y="5219"/>
                </a:lnTo>
                <a:lnTo>
                  <a:pt x="2107" y="5220"/>
                </a:lnTo>
                <a:lnTo>
                  <a:pt x="2106" y="5220"/>
                </a:lnTo>
                <a:lnTo>
                  <a:pt x="2105" y="5220"/>
                </a:lnTo>
                <a:lnTo>
                  <a:pt x="2105" y="5221"/>
                </a:lnTo>
                <a:lnTo>
                  <a:pt x="2104" y="5221"/>
                </a:lnTo>
                <a:lnTo>
                  <a:pt x="2104" y="5222"/>
                </a:lnTo>
                <a:lnTo>
                  <a:pt x="2103" y="5222"/>
                </a:lnTo>
                <a:lnTo>
                  <a:pt x="2102" y="5222"/>
                </a:lnTo>
                <a:lnTo>
                  <a:pt x="2101" y="5222"/>
                </a:lnTo>
                <a:lnTo>
                  <a:pt x="2101" y="5221"/>
                </a:lnTo>
                <a:lnTo>
                  <a:pt x="2100" y="5221"/>
                </a:lnTo>
                <a:lnTo>
                  <a:pt x="2099" y="5220"/>
                </a:lnTo>
                <a:lnTo>
                  <a:pt x="2098" y="5220"/>
                </a:lnTo>
                <a:lnTo>
                  <a:pt x="2097" y="5220"/>
                </a:lnTo>
                <a:lnTo>
                  <a:pt x="2097" y="5219"/>
                </a:lnTo>
                <a:lnTo>
                  <a:pt x="2096" y="5219"/>
                </a:lnTo>
                <a:lnTo>
                  <a:pt x="2095" y="5219"/>
                </a:lnTo>
                <a:lnTo>
                  <a:pt x="2094" y="5219"/>
                </a:lnTo>
                <a:lnTo>
                  <a:pt x="2094" y="5220"/>
                </a:lnTo>
                <a:lnTo>
                  <a:pt x="2093" y="5220"/>
                </a:lnTo>
                <a:lnTo>
                  <a:pt x="2093" y="5221"/>
                </a:lnTo>
                <a:lnTo>
                  <a:pt x="2092" y="5221"/>
                </a:lnTo>
                <a:lnTo>
                  <a:pt x="2091" y="5221"/>
                </a:lnTo>
                <a:lnTo>
                  <a:pt x="2091" y="5220"/>
                </a:lnTo>
                <a:lnTo>
                  <a:pt x="2091" y="5221"/>
                </a:lnTo>
                <a:lnTo>
                  <a:pt x="2090" y="5221"/>
                </a:lnTo>
                <a:lnTo>
                  <a:pt x="2089" y="5221"/>
                </a:lnTo>
                <a:lnTo>
                  <a:pt x="2088" y="5220"/>
                </a:lnTo>
                <a:lnTo>
                  <a:pt x="2087" y="5220"/>
                </a:lnTo>
                <a:lnTo>
                  <a:pt x="2086" y="5221"/>
                </a:lnTo>
                <a:lnTo>
                  <a:pt x="2085" y="5221"/>
                </a:lnTo>
                <a:lnTo>
                  <a:pt x="2084" y="5221"/>
                </a:lnTo>
                <a:lnTo>
                  <a:pt x="2083" y="5221"/>
                </a:lnTo>
                <a:lnTo>
                  <a:pt x="2083" y="5220"/>
                </a:lnTo>
                <a:lnTo>
                  <a:pt x="2082" y="5220"/>
                </a:lnTo>
                <a:lnTo>
                  <a:pt x="2081" y="5220"/>
                </a:lnTo>
                <a:lnTo>
                  <a:pt x="2080" y="5221"/>
                </a:lnTo>
                <a:lnTo>
                  <a:pt x="2081" y="5221"/>
                </a:lnTo>
                <a:lnTo>
                  <a:pt x="2080" y="5221"/>
                </a:lnTo>
                <a:lnTo>
                  <a:pt x="2080" y="5222"/>
                </a:lnTo>
                <a:lnTo>
                  <a:pt x="2079" y="5222"/>
                </a:lnTo>
                <a:lnTo>
                  <a:pt x="2080" y="5222"/>
                </a:lnTo>
                <a:lnTo>
                  <a:pt x="2080" y="5223"/>
                </a:lnTo>
                <a:lnTo>
                  <a:pt x="2079" y="5223"/>
                </a:lnTo>
                <a:lnTo>
                  <a:pt x="2078" y="5224"/>
                </a:lnTo>
                <a:lnTo>
                  <a:pt x="2077" y="5225"/>
                </a:lnTo>
                <a:lnTo>
                  <a:pt x="2076" y="5225"/>
                </a:lnTo>
                <a:lnTo>
                  <a:pt x="2076" y="5226"/>
                </a:lnTo>
                <a:lnTo>
                  <a:pt x="2076" y="5227"/>
                </a:lnTo>
                <a:lnTo>
                  <a:pt x="2075" y="5227"/>
                </a:lnTo>
                <a:lnTo>
                  <a:pt x="2074" y="5228"/>
                </a:lnTo>
                <a:lnTo>
                  <a:pt x="2074" y="5229"/>
                </a:lnTo>
                <a:lnTo>
                  <a:pt x="2073" y="5229"/>
                </a:lnTo>
                <a:lnTo>
                  <a:pt x="2072" y="5228"/>
                </a:lnTo>
                <a:lnTo>
                  <a:pt x="2071" y="5228"/>
                </a:lnTo>
                <a:lnTo>
                  <a:pt x="2071" y="5229"/>
                </a:lnTo>
                <a:lnTo>
                  <a:pt x="2070" y="5229"/>
                </a:lnTo>
                <a:lnTo>
                  <a:pt x="2070" y="5230"/>
                </a:lnTo>
                <a:lnTo>
                  <a:pt x="2070" y="5231"/>
                </a:lnTo>
                <a:lnTo>
                  <a:pt x="2069" y="5231"/>
                </a:lnTo>
                <a:lnTo>
                  <a:pt x="2069" y="5232"/>
                </a:lnTo>
                <a:lnTo>
                  <a:pt x="2069" y="5233"/>
                </a:lnTo>
                <a:lnTo>
                  <a:pt x="2068" y="5233"/>
                </a:lnTo>
                <a:lnTo>
                  <a:pt x="2067" y="5233"/>
                </a:lnTo>
                <a:lnTo>
                  <a:pt x="2067" y="5234"/>
                </a:lnTo>
                <a:lnTo>
                  <a:pt x="2067" y="5235"/>
                </a:lnTo>
                <a:lnTo>
                  <a:pt x="2066" y="5235"/>
                </a:lnTo>
                <a:lnTo>
                  <a:pt x="2066" y="5234"/>
                </a:lnTo>
                <a:lnTo>
                  <a:pt x="2065" y="5234"/>
                </a:lnTo>
                <a:lnTo>
                  <a:pt x="2065" y="5233"/>
                </a:lnTo>
                <a:lnTo>
                  <a:pt x="2064" y="5233"/>
                </a:lnTo>
                <a:lnTo>
                  <a:pt x="2063" y="5233"/>
                </a:lnTo>
                <a:lnTo>
                  <a:pt x="2063" y="5232"/>
                </a:lnTo>
                <a:lnTo>
                  <a:pt x="2062" y="5232"/>
                </a:lnTo>
                <a:lnTo>
                  <a:pt x="2062" y="5233"/>
                </a:lnTo>
                <a:lnTo>
                  <a:pt x="2061" y="5234"/>
                </a:lnTo>
                <a:lnTo>
                  <a:pt x="2061" y="5235"/>
                </a:lnTo>
                <a:lnTo>
                  <a:pt x="2060" y="5235"/>
                </a:lnTo>
                <a:lnTo>
                  <a:pt x="2060" y="5236"/>
                </a:lnTo>
                <a:lnTo>
                  <a:pt x="2059" y="5236"/>
                </a:lnTo>
                <a:lnTo>
                  <a:pt x="2059" y="5237"/>
                </a:lnTo>
                <a:lnTo>
                  <a:pt x="2058" y="5237"/>
                </a:lnTo>
                <a:lnTo>
                  <a:pt x="2058" y="5238"/>
                </a:lnTo>
                <a:lnTo>
                  <a:pt x="2057" y="5238"/>
                </a:lnTo>
                <a:lnTo>
                  <a:pt x="2056" y="5238"/>
                </a:lnTo>
                <a:lnTo>
                  <a:pt x="2056" y="5239"/>
                </a:lnTo>
                <a:lnTo>
                  <a:pt x="2055" y="5240"/>
                </a:lnTo>
                <a:lnTo>
                  <a:pt x="2055" y="5241"/>
                </a:lnTo>
                <a:lnTo>
                  <a:pt x="2055" y="5242"/>
                </a:lnTo>
                <a:lnTo>
                  <a:pt x="2055" y="5241"/>
                </a:lnTo>
                <a:lnTo>
                  <a:pt x="2054" y="5241"/>
                </a:lnTo>
                <a:lnTo>
                  <a:pt x="2054" y="5242"/>
                </a:lnTo>
                <a:lnTo>
                  <a:pt x="2053" y="5242"/>
                </a:lnTo>
                <a:lnTo>
                  <a:pt x="2052" y="5243"/>
                </a:lnTo>
                <a:lnTo>
                  <a:pt x="2052" y="5244"/>
                </a:lnTo>
                <a:lnTo>
                  <a:pt x="2052" y="5245"/>
                </a:lnTo>
                <a:lnTo>
                  <a:pt x="2053" y="5245"/>
                </a:lnTo>
                <a:lnTo>
                  <a:pt x="2053" y="5246"/>
                </a:lnTo>
                <a:lnTo>
                  <a:pt x="2053" y="5247"/>
                </a:lnTo>
                <a:lnTo>
                  <a:pt x="2052" y="5247"/>
                </a:lnTo>
                <a:lnTo>
                  <a:pt x="2051" y="5248"/>
                </a:lnTo>
                <a:lnTo>
                  <a:pt x="2050" y="5248"/>
                </a:lnTo>
                <a:lnTo>
                  <a:pt x="2049" y="5248"/>
                </a:lnTo>
                <a:lnTo>
                  <a:pt x="2049" y="5249"/>
                </a:lnTo>
                <a:lnTo>
                  <a:pt x="2049" y="5250"/>
                </a:lnTo>
                <a:lnTo>
                  <a:pt x="2049" y="5251"/>
                </a:lnTo>
                <a:lnTo>
                  <a:pt x="2049" y="5252"/>
                </a:lnTo>
                <a:lnTo>
                  <a:pt x="2048" y="5252"/>
                </a:lnTo>
                <a:lnTo>
                  <a:pt x="2048" y="5253"/>
                </a:lnTo>
                <a:lnTo>
                  <a:pt x="2048" y="5254"/>
                </a:lnTo>
                <a:lnTo>
                  <a:pt x="2048" y="5255"/>
                </a:lnTo>
                <a:lnTo>
                  <a:pt x="2047" y="5255"/>
                </a:lnTo>
                <a:lnTo>
                  <a:pt x="2047" y="5256"/>
                </a:lnTo>
                <a:lnTo>
                  <a:pt x="2046" y="5256"/>
                </a:lnTo>
                <a:lnTo>
                  <a:pt x="2046" y="5257"/>
                </a:lnTo>
                <a:lnTo>
                  <a:pt x="2045" y="5257"/>
                </a:lnTo>
                <a:lnTo>
                  <a:pt x="2046" y="5257"/>
                </a:lnTo>
                <a:lnTo>
                  <a:pt x="2045" y="5257"/>
                </a:lnTo>
                <a:lnTo>
                  <a:pt x="2045" y="5258"/>
                </a:lnTo>
                <a:lnTo>
                  <a:pt x="2045" y="5259"/>
                </a:lnTo>
                <a:lnTo>
                  <a:pt x="2044" y="5259"/>
                </a:lnTo>
                <a:lnTo>
                  <a:pt x="2044" y="5260"/>
                </a:lnTo>
                <a:lnTo>
                  <a:pt x="2042" y="5260"/>
                </a:lnTo>
                <a:lnTo>
                  <a:pt x="2041" y="5260"/>
                </a:lnTo>
                <a:lnTo>
                  <a:pt x="2041" y="5261"/>
                </a:lnTo>
                <a:lnTo>
                  <a:pt x="2041" y="5262"/>
                </a:lnTo>
                <a:lnTo>
                  <a:pt x="2040" y="5262"/>
                </a:lnTo>
                <a:lnTo>
                  <a:pt x="2040" y="5263"/>
                </a:lnTo>
                <a:lnTo>
                  <a:pt x="2040" y="5264"/>
                </a:lnTo>
                <a:lnTo>
                  <a:pt x="2039" y="5264"/>
                </a:lnTo>
                <a:lnTo>
                  <a:pt x="2038" y="5264"/>
                </a:lnTo>
                <a:lnTo>
                  <a:pt x="2037" y="5264"/>
                </a:lnTo>
                <a:lnTo>
                  <a:pt x="2037" y="5265"/>
                </a:lnTo>
                <a:lnTo>
                  <a:pt x="2037" y="5266"/>
                </a:lnTo>
                <a:lnTo>
                  <a:pt x="2037" y="5267"/>
                </a:lnTo>
                <a:lnTo>
                  <a:pt x="2036" y="5267"/>
                </a:lnTo>
                <a:lnTo>
                  <a:pt x="2035" y="5268"/>
                </a:lnTo>
                <a:lnTo>
                  <a:pt x="2035" y="5269"/>
                </a:lnTo>
                <a:lnTo>
                  <a:pt x="2035" y="5270"/>
                </a:lnTo>
                <a:lnTo>
                  <a:pt x="2034" y="5270"/>
                </a:lnTo>
                <a:lnTo>
                  <a:pt x="2033" y="5271"/>
                </a:lnTo>
                <a:lnTo>
                  <a:pt x="2032" y="5271"/>
                </a:lnTo>
                <a:lnTo>
                  <a:pt x="2031" y="5272"/>
                </a:lnTo>
                <a:lnTo>
                  <a:pt x="2031" y="5273"/>
                </a:lnTo>
                <a:lnTo>
                  <a:pt x="2030" y="5273"/>
                </a:lnTo>
                <a:lnTo>
                  <a:pt x="2029" y="5273"/>
                </a:lnTo>
                <a:lnTo>
                  <a:pt x="2028" y="5273"/>
                </a:lnTo>
                <a:lnTo>
                  <a:pt x="2028" y="5274"/>
                </a:lnTo>
                <a:lnTo>
                  <a:pt x="2027" y="5274"/>
                </a:lnTo>
                <a:lnTo>
                  <a:pt x="2026" y="5274"/>
                </a:lnTo>
                <a:lnTo>
                  <a:pt x="2025" y="5274"/>
                </a:lnTo>
                <a:lnTo>
                  <a:pt x="2024" y="5274"/>
                </a:lnTo>
                <a:lnTo>
                  <a:pt x="2024" y="5275"/>
                </a:lnTo>
                <a:lnTo>
                  <a:pt x="2023" y="5275"/>
                </a:lnTo>
                <a:lnTo>
                  <a:pt x="2023" y="5276"/>
                </a:lnTo>
                <a:lnTo>
                  <a:pt x="2022" y="5276"/>
                </a:lnTo>
                <a:lnTo>
                  <a:pt x="2021" y="5276"/>
                </a:lnTo>
                <a:lnTo>
                  <a:pt x="2020" y="5275"/>
                </a:lnTo>
                <a:lnTo>
                  <a:pt x="2019" y="5275"/>
                </a:lnTo>
                <a:lnTo>
                  <a:pt x="2018" y="5275"/>
                </a:lnTo>
                <a:lnTo>
                  <a:pt x="2017" y="5275"/>
                </a:lnTo>
                <a:lnTo>
                  <a:pt x="2017" y="5276"/>
                </a:lnTo>
                <a:lnTo>
                  <a:pt x="2016" y="5276"/>
                </a:lnTo>
                <a:lnTo>
                  <a:pt x="2016" y="5277"/>
                </a:lnTo>
                <a:lnTo>
                  <a:pt x="2015" y="5277"/>
                </a:lnTo>
                <a:lnTo>
                  <a:pt x="2015" y="5278"/>
                </a:lnTo>
                <a:lnTo>
                  <a:pt x="2014" y="5278"/>
                </a:lnTo>
                <a:lnTo>
                  <a:pt x="2013" y="5278"/>
                </a:lnTo>
                <a:lnTo>
                  <a:pt x="2013" y="5279"/>
                </a:lnTo>
                <a:lnTo>
                  <a:pt x="2013" y="5280"/>
                </a:lnTo>
                <a:lnTo>
                  <a:pt x="2012" y="5280"/>
                </a:lnTo>
                <a:lnTo>
                  <a:pt x="2012" y="5281"/>
                </a:lnTo>
                <a:lnTo>
                  <a:pt x="2011" y="5282"/>
                </a:lnTo>
                <a:lnTo>
                  <a:pt x="2010" y="5282"/>
                </a:lnTo>
                <a:lnTo>
                  <a:pt x="2010" y="5283"/>
                </a:lnTo>
                <a:lnTo>
                  <a:pt x="2009" y="5283"/>
                </a:lnTo>
                <a:lnTo>
                  <a:pt x="2009" y="5284"/>
                </a:lnTo>
                <a:lnTo>
                  <a:pt x="2008" y="5284"/>
                </a:lnTo>
                <a:lnTo>
                  <a:pt x="2007" y="5284"/>
                </a:lnTo>
                <a:lnTo>
                  <a:pt x="2006" y="5284"/>
                </a:lnTo>
                <a:lnTo>
                  <a:pt x="2005" y="5284"/>
                </a:lnTo>
                <a:lnTo>
                  <a:pt x="2004" y="5284"/>
                </a:lnTo>
                <a:lnTo>
                  <a:pt x="2004" y="5285"/>
                </a:lnTo>
                <a:lnTo>
                  <a:pt x="2004" y="5286"/>
                </a:lnTo>
                <a:lnTo>
                  <a:pt x="2003" y="5286"/>
                </a:lnTo>
                <a:lnTo>
                  <a:pt x="2003" y="5287"/>
                </a:lnTo>
                <a:lnTo>
                  <a:pt x="2003" y="5288"/>
                </a:lnTo>
                <a:lnTo>
                  <a:pt x="2002" y="5288"/>
                </a:lnTo>
                <a:lnTo>
                  <a:pt x="2001" y="5288"/>
                </a:lnTo>
                <a:lnTo>
                  <a:pt x="2001" y="5289"/>
                </a:lnTo>
                <a:lnTo>
                  <a:pt x="2001" y="5290"/>
                </a:lnTo>
                <a:lnTo>
                  <a:pt x="2001" y="5291"/>
                </a:lnTo>
                <a:lnTo>
                  <a:pt x="2000" y="5291"/>
                </a:lnTo>
                <a:lnTo>
                  <a:pt x="2000" y="5292"/>
                </a:lnTo>
                <a:lnTo>
                  <a:pt x="2000" y="5293"/>
                </a:lnTo>
                <a:lnTo>
                  <a:pt x="2001" y="5293"/>
                </a:lnTo>
                <a:lnTo>
                  <a:pt x="2001" y="5294"/>
                </a:lnTo>
                <a:lnTo>
                  <a:pt x="2001" y="5295"/>
                </a:lnTo>
                <a:lnTo>
                  <a:pt x="2000" y="5295"/>
                </a:lnTo>
                <a:lnTo>
                  <a:pt x="2000" y="5296"/>
                </a:lnTo>
                <a:lnTo>
                  <a:pt x="2000" y="5297"/>
                </a:lnTo>
                <a:lnTo>
                  <a:pt x="2001" y="5297"/>
                </a:lnTo>
                <a:lnTo>
                  <a:pt x="2001" y="5298"/>
                </a:lnTo>
                <a:lnTo>
                  <a:pt x="2000" y="5298"/>
                </a:lnTo>
                <a:lnTo>
                  <a:pt x="2000" y="5299"/>
                </a:lnTo>
                <a:lnTo>
                  <a:pt x="1999" y="5299"/>
                </a:lnTo>
                <a:lnTo>
                  <a:pt x="1997" y="5299"/>
                </a:lnTo>
                <a:lnTo>
                  <a:pt x="1996" y="5299"/>
                </a:lnTo>
                <a:lnTo>
                  <a:pt x="1995" y="5299"/>
                </a:lnTo>
                <a:lnTo>
                  <a:pt x="1995" y="5300"/>
                </a:lnTo>
                <a:lnTo>
                  <a:pt x="1994" y="5300"/>
                </a:lnTo>
                <a:lnTo>
                  <a:pt x="1994" y="5301"/>
                </a:lnTo>
                <a:lnTo>
                  <a:pt x="1994" y="5302"/>
                </a:lnTo>
                <a:lnTo>
                  <a:pt x="1993" y="5302"/>
                </a:lnTo>
                <a:lnTo>
                  <a:pt x="1993" y="5303"/>
                </a:lnTo>
                <a:lnTo>
                  <a:pt x="1992" y="5303"/>
                </a:lnTo>
                <a:lnTo>
                  <a:pt x="1992" y="5304"/>
                </a:lnTo>
                <a:lnTo>
                  <a:pt x="1991" y="5304"/>
                </a:lnTo>
                <a:lnTo>
                  <a:pt x="1991" y="5306"/>
                </a:lnTo>
                <a:lnTo>
                  <a:pt x="1990" y="5306"/>
                </a:lnTo>
                <a:lnTo>
                  <a:pt x="1990" y="5307"/>
                </a:lnTo>
                <a:lnTo>
                  <a:pt x="1990" y="5308"/>
                </a:lnTo>
                <a:lnTo>
                  <a:pt x="1991" y="5308"/>
                </a:lnTo>
                <a:lnTo>
                  <a:pt x="1990" y="5308"/>
                </a:lnTo>
                <a:lnTo>
                  <a:pt x="1989" y="5308"/>
                </a:lnTo>
                <a:lnTo>
                  <a:pt x="1988" y="5309"/>
                </a:lnTo>
                <a:lnTo>
                  <a:pt x="1987" y="5309"/>
                </a:lnTo>
                <a:lnTo>
                  <a:pt x="1987" y="5310"/>
                </a:lnTo>
                <a:lnTo>
                  <a:pt x="1986" y="5310"/>
                </a:lnTo>
                <a:lnTo>
                  <a:pt x="1986" y="5311"/>
                </a:lnTo>
                <a:lnTo>
                  <a:pt x="1985" y="5311"/>
                </a:lnTo>
                <a:lnTo>
                  <a:pt x="1984" y="5311"/>
                </a:lnTo>
                <a:lnTo>
                  <a:pt x="1984" y="5312"/>
                </a:lnTo>
                <a:lnTo>
                  <a:pt x="1983" y="5312"/>
                </a:lnTo>
                <a:lnTo>
                  <a:pt x="1982" y="5313"/>
                </a:lnTo>
                <a:lnTo>
                  <a:pt x="1983" y="5314"/>
                </a:lnTo>
                <a:lnTo>
                  <a:pt x="1982" y="5314"/>
                </a:lnTo>
                <a:lnTo>
                  <a:pt x="1982" y="5315"/>
                </a:lnTo>
                <a:lnTo>
                  <a:pt x="1981" y="5315"/>
                </a:lnTo>
                <a:lnTo>
                  <a:pt x="1980" y="5315"/>
                </a:lnTo>
                <a:lnTo>
                  <a:pt x="1980" y="5316"/>
                </a:lnTo>
                <a:lnTo>
                  <a:pt x="1980" y="5317"/>
                </a:lnTo>
                <a:lnTo>
                  <a:pt x="1980" y="5318"/>
                </a:lnTo>
                <a:lnTo>
                  <a:pt x="1979" y="5318"/>
                </a:lnTo>
                <a:lnTo>
                  <a:pt x="1979" y="5319"/>
                </a:lnTo>
                <a:lnTo>
                  <a:pt x="1980" y="5320"/>
                </a:lnTo>
                <a:lnTo>
                  <a:pt x="1981" y="5320"/>
                </a:lnTo>
                <a:lnTo>
                  <a:pt x="1981" y="5321"/>
                </a:lnTo>
                <a:lnTo>
                  <a:pt x="1982" y="5321"/>
                </a:lnTo>
                <a:lnTo>
                  <a:pt x="1982" y="5322"/>
                </a:lnTo>
                <a:lnTo>
                  <a:pt x="1982" y="5323"/>
                </a:lnTo>
                <a:lnTo>
                  <a:pt x="1983" y="5324"/>
                </a:lnTo>
                <a:lnTo>
                  <a:pt x="1982" y="5325"/>
                </a:lnTo>
                <a:lnTo>
                  <a:pt x="1983" y="5326"/>
                </a:lnTo>
                <a:lnTo>
                  <a:pt x="1984" y="5326"/>
                </a:lnTo>
                <a:lnTo>
                  <a:pt x="1984" y="5328"/>
                </a:lnTo>
                <a:lnTo>
                  <a:pt x="1983" y="5328"/>
                </a:lnTo>
                <a:lnTo>
                  <a:pt x="1983" y="5329"/>
                </a:lnTo>
                <a:lnTo>
                  <a:pt x="1982" y="5329"/>
                </a:lnTo>
                <a:lnTo>
                  <a:pt x="1982" y="5330"/>
                </a:lnTo>
                <a:lnTo>
                  <a:pt x="1982" y="5331"/>
                </a:lnTo>
                <a:lnTo>
                  <a:pt x="1981" y="5331"/>
                </a:lnTo>
                <a:lnTo>
                  <a:pt x="1980" y="5331"/>
                </a:lnTo>
                <a:lnTo>
                  <a:pt x="1979" y="5331"/>
                </a:lnTo>
                <a:lnTo>
                  <a:pt x="1978" y="5331"/>
                </a:lnTo>
                <a:lnTo>
                  <a:pt x="1978" y="5332"/>
                </a:lnTo>
                <a:lnTo>
                  <a:pt x="1978" y="5333"/>
                </a:lnTo>
                <a:lnTo>
                  <a:pt x="1977" y="5333"/>
                </a:lnTo>
                <a:lnTo>
                  <a:pt x="1975" y="5333"/>
                </a:lnTo>
                <a:lnTo>
                  <a:pt x="1974" y="5333"/>
                </a:lnTo>
                <a:lnTo>
                  <a:pt x="1973" y="5333"/>
                </a:lnTo>
                <a:lnTo>
                  <a:pt x="1973" y="5334"/>
                </a:lnTo>
                <a:lnTo>
                  <a:pt x="1972" y="5334"/>
                </a:lnTo>
                <a:lnTo>
                  <a:pt x="1973" y="5334"/>
                </a:lnTo>
                <a:lnTo>
                  <a:pt x="1973" y="5335"/>
                </a:lnTo>
                <a:lnTo>
                  <a:pt x="1972" y="5335"/>
                </a:lnTo>
                <a:lnTo>
                  <a:pt x="1972" y="5336"/>
                </a:lnTo>
                <a:lnTo>
                  <a:pt x="1972" y="5337"/>
                </a:lnTo>
                <a:lnTo>
                  <a:pt x="1973" y="5337"/>
                </a:lnTo>
                <a:lnTo>
                  <a:pt x="1973" y="5338"/>
                </a:lnTo>
                <a:lnTo>
                  <a:pt x="1972" y="5338"/>
                </a:lnTo>
                <a:lnTo>
                  <a:pt x="1972" y="5339"/>
                </a:lnTo>
                <a:lnTo>
                  <a:pt x="1971" y="5340"/>
                </a:lnTo>
                <a:lnTo>
                  <a:pt x="1970" y="5340"/>
                </a:lnTo>
                <a:lnTo>
                  <a:pt x="1970" y="5341"/>
                </a:lnTo>
                <a:lnTo>
                  <a:pt x="1971" y="5341"/>
                </a:lnTo>
                <a:lnTo>
                  <a:pt x="1972" y="5342"/>
                </a:lnTo>
                <a:lnTo>
                  <a:pt x="1972" y="5343"/>
                </a:lnTo>
                <a:lnTo>
                  <a:pt x="1972" y="5345"/>
                </a:lnTo>
                <a:lnTo>
                  <a:pt x="1973" y="5347"/>
                </a:lnTo>
                <a:lnTo>
                  <a:pt x="1973" y="5348"/>
                </a:lnTo>
                <a:lnTo>
                  <a:pt x="1973" y="5349"/>
                </a:lnTo>
                <a:lnTo>
                  <a:pt x="1973" y="5350"/>
                </a:lnTo>
                <a:lnTo>
                  <a:pt x="1973" y="5351"/>
                </a:lnTo>
                <a:lnTo>
                  <a:pt x="1972" y="5351"/>
                </a:lnTo>
                <a:lnTo>
                  <a:pt x="1972" y="5353"/>
                </a:lnTo>
                <a:lnTo>
                  <a:pt x="1972" y="5354"/>
                </a:lnTo>
                <a:lnTo>
                  <a:pt x="1972" y="5355"/>
                </a:lnTo>
                <a:lnTo>
                  <a:pt x="1973" y="5355"/>
                </a:lnTo>
                <a:lnTo>
                  <a:pt x="1974" y="5357"/>
                </a:lnTo>
                <a:lnTo>
                  <a:pt x="1975" y="5358"/>
                </a:lnTo>
                <a:lnTo>
                  <a:pt x="1975" y="5359"/>
                </a:lnTo>
                <a:lnTo>
                  <a:pt x="1975" y="5360"/>
                </a:lnTo>
                <a:lnTo>
                  <a:pt x="1975" y="5361"/>
                </a:lnTo>
                <a:lnTo>
                  <a:pt x="1975" y="5362"/>
                </a:lnTo>
                <a:lnTo>
                  <a:pt x="1974" y="5362"/>
                </a:lnTo>
                <a:lnTo>
                  <a:pt x="1974" y="5363"/>
                </a:lnTo>
                <a:lnTo>
                  <a:pt x="1974" y="5364"/>
                </a:lnTo>
                <a:lnTo>
                  <a:pt x="1973" y="5364"/>
                </a:lnTo>
                <a:lnTo>
                  <a:pt x="1973" y="5365"/>
                </a:lnTo>
                <a:lnTo>
                  <a:pt x="1973" y="5366"/>
                </a:lnTo>
                <a:lnTo>
                  <a:pt x="1972" y="5366"/>
                </a:lnTo>
                <a:lnTo>
                  <a:pt x="1971" y="5367"/>
                </a:lnTo>
                <a:lnTo>
                  <a:pt x="1971" y="5368"/>
                </a:lnTo>
                <a:lnTo>
                  <a:pt x="1970" y="5369"/>
                </a:lnTo>
                <a:lnTo>
                  <a:pt x="1969" y="5369"/>
                </a:lnTo>
                <a:lnTo>
                  <a:pt x="1969" y="5370"/>
                </a:lnTo>
                <a:lnTo>
                  <a:pt x="1968" y="5371"/>
                </a:lnTo>
                <a:lnTo>
                  <a:pt x="1968" y="5372"/>
                </a:lnTo>
                <a:lnTo>
                  <a:pt x="1968" y="5373"/>
                </a:lnTo>
                <a:lnTo>
                  <a:pt x="1967" y="5373"/>
                </a:lnTo>
                <a:lnTo>
                  <a:pt x="1967" y="5374"/>
                </a:lnTo>
                <a:lnTo>
                  <a:pt x="1967" y="5375"/>
                </a:lnTo>
                <a:lnTo>
                  <a:pt x="1966" y="5375"/>
                </a:lnTo>
                <a:lnTo>
                  <a:pt x="1966" y="5376"/>
                </a:lnTo>
                <a:lnTo>
                  <a:pt x="1965" y="5377"/>
                </a:lnTo>
                <a:lnTo>
                  <a:pt x="1965" y="5378"/>
                </a:lnTo>
                <a:lnTo>
                  <a:pt x="1964" y="5378"/>
                </a:lnTo>
                <a:lnTo>
                  <a:pt x="1964" y="5379"/>
                </a:lnTo>
                <a:lnTo>
                  <a:pt x="1963" y="5380"/>
                </a:lnTo>
                <a:lnTo>
                  <a:pt x="1962" y="5380"/>
                </a:lnTo>
                <a:lnTo>
                  <a:pt x="1962" y="5381"/>
                </a:lnTo>
                <a:lnTo>
                  <a:pt x="1961" y="5381"/>
                </a:lnTo>
                <a:lnTo>
                  <a:pt x="1961" y="5382"/>
                </a:lnTo>
                <a:lnTo>
                  <a:pt x="1960" y="5382"/>
                </a:lnTo>
                <a:lnTo>
                  <a:pt x="1960" y="5383"/>
                </a:lnTo>
                <a:lnTo>
                  <a:pt x="1959" y="5383"/>
                </a:lnTo>
                <a:lnTo>
                  <a:pt x="1958" y="5384"/>
                </a:lnTo>
                <a:lnTo>
                  <a:pt x="1957" y="5384"/>
                </a:lnTo>
                <a:lnTo>
                  <a:pt x="1956" y="5385"/>
                </a:lnTo>
                <a:lnTo>
                  <a:pt x="1955" y="5385"/>
                </a:lnTo>
                <a:lnTo>
                  <a:pt x="1954" y="5385"/>
                </a:lnTo>
                <a:lnTo>
                  <a:pt x="1953" y="5385"/>
                </a:lnTo>
                <a:lnTo>
                  <a:pt x="1953" y="5386"/>
                </a:lnTo>
                <a:lnTo>
                  <a:pt x="1952" y="5386"/>
                </a:lnTo>
                <a:lnTo>
                  <a:pt x="1951" y="5387"/>
                </a:lnTo>
                <a:lnTo>
                  <a:pt x="1950" y="5387"/>
                </a:lnTo>
                <a:lnTo>
                  <a:pt x="1950" y="5388"/>
                </a:lnTo>
                <a:lnTo>
                  <a:pt x="1949" y="5388"/>
                </a:lnTo>
                <a:lnTo>
                  <a:pt x="1948" y="5388"/>
                </a:lnTo>
                <a:lnTo>
                  <a:pt x="1948" y="5389"/>
                </a:lnTo>
                <a:lnTo>
                  <a:pt x="1948" y="5390"/>
                </a:lnTo>
                <a:lnTo>
                  <a:pt x="1948" y="5391"/>
                </a:lnTo>
                <a:lnTo>
                  <a:pt x="1947" y="5391"/>
                </a:lnTo>
                <a:lnTo>
                  <a:pt x="1947" y="5392"/>
                </a:lnTo>
                <a:lnTo>
                  <a:pt x="1947" y="5393"/>
                </a:lnTo>
                <a:lnTo>
                  <a:pt x="1947" y="5394"/>
                </a:lnTo>
                <a:lnTo>
                  <a:pt x="1947" y="5395"/>
                </a:lnTo>
                <a:lnTo>
                  <a:pt x="1946" y="5395"/>
                </a:lnTo>
                <a:lnTo>
                  <a:pt x="1946" y="5396"/>
                </a:lnTo>
                <a:lnTo>
                  <a:pt x="1946" y="5397"/>
                </a:lnTo>
                <a:lnTo>
                  <a:pt x="1945" y="5397"/>
                </a:lnTo>
                <a:lnTo>
                  <a:pt x="1944" y="5397"/>
                </a:lnTo>
                <a:lnTo>
                  <a:pt x="1943" y="5397"/>
                </a:lnTo>
                <a:lnTo>
                  <a:pt x="1942" y="5397"/>
                </a:lnTo>
                <a:lnTo>
                  <a:pt x="1942" y="5396"/>
                </a:lnTo>
                <a:lnTo>
                  <a:pt x="1941" y="5396"/>
                </a:lnTo>
                <a:lnTo>
                  <a:pt x="1941" y="5395"/>
                </a:lnTo>
                <a:lnTo>
                  <a:pt x="1941" y="5394"/>
                </a:lnTo>
                <a:lnTo>
                  <a:pt x="1940" y="5394"/>
                </a:lnTo>
                <a:lnTo>
                  <a:pt x="1940" y="5393"/>
                </a:lnTo>
                <a:lnTo>
                  <a:pt x="1940" y="5392"/>
                </a:lnTo>
                <a:lnTo>
                  <a:pt x="1939" y="5392"/>
                </a:lnTo>
                <a:lnTo>
                  <a:pt x="1939" y="5391"/>
                </a:lnTo>
                <a:lnTo>
                  <a:pt x="1938" y="5390"/>
                </a:lnTo>
                <a:lnTo>
                  <a:pt x="1938" y="5389"/>
                </a:lnTo>
                <a:lnTo>
                  <a:pt x="1937" y="5388"/>
                </a:lnTo>
                <a:lnTo>
                  <a:pt x="1937" y="5387"/>
                </a:lnTo>
                <a:lnTo>
                  <a:pt x="1936" y="5387"/>
                </a:lnTo>
                <a:lnTo>
                  <a:pt x="1936" y="5386"/>
                </a:lnTo>
                <a:lnTo>
                  <a:pt x="1935" y="5386"/>
                </a:lnTo>
                <a:lnTo>
                  <a:pt x="1935" y="5385"/>
                </a:lnTo>
                <a:lnTo>
                  <a:pt x="1934" y="5384"/>
                </a:lnTo>
                <a:lnTo>
                  <a:pt x="1933" y="5384"/>
                </a:lnTo>
                <a:lnTo>
                  <a:pt x="1933" y="5383"/>
                </a:lnTo>
                <a:lnTo>
                  <a:pt x="1932" y="5383"/>
                </a:lnTo>
                <a:lnTo>
                  <a:pt x="1931" y="5383"/>
                </a:lnTo>
                <a:lnTo>
                  <a:pt x="1931" y="5382"/>
                </a:lnTo>
                <a:lnTo>
                  <a:pt x="1930" y="5382"/>
                </a:lnTo>
                <a:lnTo>
                  <a:pt x="1930" y="5381"/>
                </a:lnTo>
                <a:lnTo>
                  <a:pt x="1929" y="5381"/>
                </a:lnTo>
                <a:lnTo>
                  <a:pt x="1930" y="5381"/>
                </a:lnTo>
                <a:lnTo>
                  <a:pt x="1930" y="5380"/>
                </a:lnTo>
                <a:lnTo>
                  <a:pt x="1931" y="5379"/>
                </a:lnTo>
                <a:lnTo>
                  <a:pt x="1931" y="5378"/>
                </a:lnTo>
                <a:lnTo>
                  <a:pt x="1932" y="5378"/>
                </a:lnTo>
                <a:lnTo>
                  <a:pt x="1932" y="5377"/>
                </a:lnTo>
                <a:lnTo>
                  <a:pt x="1932" y="5376"/>
                </a:lnTo>
                <a:lnTo>
                  <a:pt x="1933" y="5376"/>
                </a:lnTo>
                <a:lnTo>
                  <a:pt x="1933" y="5375"/>
                </a:lnTo>
                <a:lnTo>
                  <a:pt x="1933" y="5374"/>
                </a:lnTo>
                <a:lnTo>
                  <a:pt x="1932" y="5374"/>
                </a:lnTo>
                <a:lnTo>
                  <a:pt x="1932" y="5373"/>
                </a:lnTo>
                <a:lnTo>
                  <a:pt x="1932" y="5372"/>
                </a:lnTo>
                <a:lnTo>
                  <a:pt x="1931" y="5371"/>
                </a:lnTo>
                <a:lnTo>
                  <a:pt x="1931" y="5370"/>
                </a:lnTo>
                <a:lnTo>
                  <a:pt x="1930" y="5370"/>
                </a:lnTo>
                <a:lnTo>
                  <a:pt x="1930" y="5369"/>
                </a:lnTo>
                <a:lnTo>
                  <a:pt x="1929" y="5369"/>
                </a:lnTo>
                <a:lnTo>
                  <a:pt x="1928" y="5369"/>
                </a:lnTo>
                <a:lnTo>
                  <a:pt x="1928" y="5368"/>
                </a:lnTo>
                <a:lnTo>
                  <a:pt x="1928" y="5367"/>
                </a:lnTo>
                <a:lnTo>
                  <a:pt x="1927" y="5367"/>
                </a:lnTo>
                <a:lnTo>
                  <a:pt x="1927" y="5366"/>
                </a:lnTo>
                <a:lnTo>
                  <a:pt x="1926" y="5366"/>
                </a:lnTo>
                <a:lnTo>
                  <a:pt x="1927" y="5366"/>
                </a:lnTo>
                <a:lnTo>
                  <a:pt x="1927" y="5365"/>
                </a:lnTo>
                <a:lnTo>
                  <a:pt x="1926" y="5365"/>
                </a:lnTo>
                <a:lnTo>
                  <a:pt x="1926" y="5364"/>
                </a:lnTo>
                <a:lnTo>
                  <a:pt x="1927" y="5364"/>
                </a:lnTo>
                <a:lnTo>
                  <a:pt x="1927" y="5363"/>
                </a:lnTo>
                <a:lnTo>
                  <a:pt x="1926" y="5363"/>
                </a:lnTo>
                <a:lnTo>
                  <a:pt x="1926" y="5362"/>
                </a:lnTo>
                <a:lnTo>
                  <a:pt x="1925" y="5362"/>
                </a:lnTo>
                <a:lnTo>
                  <a:pt x="1924" y="5361"/>
                </a:lnTo>
                <a:lnTo>
                  <a:pt x="1924" y="5360"/>
                </a:lnTo>
                <a:lnTo>
                  <a:pt x="1924" y="5359"/>
                </a:lnTo>
                <a:lnTo>
                  <a:pt x="1924" y="5358"/>
                </a:lnTo>
                <a:lnTo>
                  <a:pt x="1924" y="5357"/>
                </a:lnTo>
                <a:lnTo>
                  <a:pt x="1923" y="5357"/>
                </a:lnTo>
                <a:lnTo>
                  <a:pt x="1922" y="5357"/>
                </a:lnTo>
                <a:lnTo>
                  <a:pt x="1921" y="5357"/>
                </a:lnTo>
                <a:lnTo>
                  <a:pt x="1920" y="5358"/>
                </a:lnTo>
                <a:lnTo>
                  <a:pt x="1920" y="5357"/>
                </a:lnTo>
                <a:lnTo>
                  <a:pt x="1919" y="5357"/>
                </a:lnTo>
                <a:lnTo>
                  <a:pt x="1919" y="5356"/>
                </a:lnTo>
                <a:lnTo>
                  <a:pt x="1919" y="5355"/>
                </a:lnTo>
                <a:lnTo>
                  <a:pt x="1918" y="5355"/>
                </a:lnTo>
                <a:lnTo>
                  <a:pt x="1917" y="5355"/>
                </a:lnTo>
                <a:lnTo>
                  <a:pt x="1917" y="5354"/>
                </a:lnTo>
                <a:lnTo>
                  <a:pt x="1917" y="5353"/>
                </a:lnTo>
                <a:lnTo>
                  <a:pt x="1917" y="5352"/>
                </a:lnTo>
                <a:lnTo>
                  <a:pt x="1916" y="5352"/>
                </a:lnTo>
                <a:lnTo>
                  <a:pt x="1915" y="5352"/>
                </a:lnTo>
                <a:lnTo>
                  <a:pt x="1915" y="5351"/>
                </a:lnTo>
                <a:lnTo>
                  <a:pt x="1915" y="5350"/>
                </a:lnTo>
                <a:lnTo>
                  <a:pt x="1915" y="5349"/>
                </a:lnTo>
                <a:lnTo>
                  <a:pt x="1915" y="5348"/>
                </a:lnTo>
                <a:lnTo>
                  <a:pt x="1916" y="5348"/>
                </a:lnTo>
                <a:lnTo>
                  <a:pt x="1915" y="5348"/>
                </a:lnTo>
                <a:lnTo>
                  <a:pt x="1914" y="5348"/>
                </a:lnTo>
                <a:lnTo>
                  <a:pt x="1914" y="5347"/>
                </a:lnTo>
                <a:lnTo>
                  <a:pt x="1914" y="5346"/>
                </a:lnTo>
                <a:lnTo>
                  <a:pt x="1913" y="5346"/>
                </a:lnTo>
                <a:lnTo>
                  <a:pt x="1914" y="5346"/>
                </a:lnTo>
                <a:lnTo>
                  <a:pt x="1913" y="5346"/>
                </a:lnTo>
                <a:lnTo>
                  <a:pt x="1913" y="5345"/>
                </a:lnTo>
                <a:lnTo>
                  <a:pt x="1913" y="5344"/>
                </a:lnTo>
                <a:lnTo>
                  <a:pt x="1914" y="5344"/>
                </a:lnTo>
                <a:lnTo>
                  <a:pt x="1914" y="5343"/>
                </a:lnTo>
                <a:lnTo>
                  <a:pt x="1913" y="5343"/>
                </a:lnTo>
                <a:lnTo>
                  <a:pt x="1913" y="5342"/>
                </a:lnTo>
                <a:lnTo>
                  <a:pt x="1912" y="5342"/>
                </a:lnTo>
                <a:lnTo>
                  <a:pt x="1912" y="5341"/>
                </a:lnTo>
                <a:lnTo>
                  <a:pt x="1912" y="5340"/>
                </a:lnTo>
                <a:lnTo>
                  <a:pt x="1913" y="5340"/>
                </a:lnTo>
                <a:lnTo>
                  <a:pt x="1912" y="5340"/>
                </a:lnTo>
                <a:lnTo>
                  <a:pt x="1912" y="5339"/>
                </a:lnTo>
                <a:lnTo>
                  <a:pt x="1912" y="5338"/>
                </a:lnTo>
                <a:lnTo>
                  <a:pt x="1912" y="5337"/>
                </a:lnTo>
                <a:lnTo>
                  <a:pt x="1913" y="5337"/>
                </a:lnTo>
                <a:lnTo>
                  <a:pt x="1913" y="5336"/>
                </a:lnTo>
                <a:lnTo>
                  <a:pt x="1913" y="5335"/>
                </a:lnTo>
                <a:lnTo>
                  <a:pt x="1914" y="5335"/>
                </a:lnTo>
                <a:lnTo>
                  <a:pt x="1914" y="5334"/>
                </a:lnTo>
                <a:lnTo>
                  <a:pt x="1914" y="5333"/>
                </a:lnTo>
                <a:lnTo>
                  <a:pt x="1914" y="5332"/>
                </a:lnTo>
                <a:lnTo>
                  <a:pt x="1914" y="5331"/>
                </a:lnTo>
                <a:lnTo>
                  <a:pt x="1915" y="5331"/>
                </a:lnTo>
                <a:lnTo>
                  <a:pt x="1915" y="5330"/>
                </a:lnTo>
                <a:lnTo>
                  <a:pt x="1915" y="5329"/>
                </a:lnTo>
                <a:lnTo>
                  <a:pt x="1916" y="5329"/>
                </a:lnTo>
                <a:lnTo>
                  <a:pt x="1915" y="5329"/>
                </a:lnTo>
                <a:lnTo>
                  <a:pt x="1915" y="5328"/>
                </a:lnTo>
                <a:lnTo>
                  <a:pt x="1915" y="5327"/>
                </a:lnTo>
                <a:lnTo>
                  <a:pt x="1916" y="5327"/>
                </a:lnTo>
                <a:lnTo>
                  <a:pt x="1916" y="5326"/>
                </a:lnTo>
                <a:lnTo>
                  <a:pt x="1915" y="5326"/>
                </a:lnTo>
                <a:lnTo>
                  <a:pt x="1914" y="5326"/>
                </a:lnTo>
                <a:lnTo>
                  <a:pt x="1914" y="5325"/>
                </a:lnTo>
                <a:lnTo>
                  <a:pt x="1914" y="5324"/>
                </a:lnTo>
                <a:lnTo>
                  <a:pt x="1913" y="5324"/>
                </a:lnTo>
                <a:lnTo>
                  <a:pt x="1913" y="5323"/>
                </a:lnTo>
                <a:lnTo>
                  <a:pt x="1914" y="5323"/>
                </a:lnTo>
                <a:lnTo>
                  <a:pt x="1914" y="5322"/>
                </a:lnTo>
                <a:lnTo>
                  <a:pt x="1914" y="5321"/>
                </a:lnTo>
                <a:lnTo>
                  <a:pt x="1914" y="5320"/>
                </a:lnTo>
                <a:lnTo>
                  <a:pt x="1913" y="5319"/>
                </a:lnTo>
                <a:lnTo>
                  <a:pt x="1912" y="5318"/>
                </a:lnTo>
                <a:lnTo>
                  <a:pt x="1913" y="5317"/>
                </a:lnTo>
                <a:lnTo>
                  <a:pt x="1914" y="5317"/>
                </a:lnTo>
                <a:lnTo>
                  <a:pt x="1915" y="5317"/>
                </a:lnTo>
                <a:lnTo>
                  <a:pt x="1915" y="5318"/>
                </a:lnTo>
                <a:lnTo>
                  <a:pt x="1916" y="5318"/>
                </a:lnTo>
                <a:lnTo>
                  <a:pt x="1916" y="5317"/>
                </a:lnTo>
                <a:lnTo>
                  <a:pt x="1917" y="5317"/>
                </a:lnTo>
                <a:lnTo>
                  <a:pt x="1918" y="5317"/>
                </a:lnTo>
                <a:lnTo>
                  <a:pt x="1918" y="5316"/>
                </a:lnTo>
                <a:lnTo>
                  <a:pt x="1918" y="5315"/>
                </a:lnTo>
                <a:lnTo>
                  <a:pt x="1919" y="5314"/>
                </a:lnTo>
                <a:lnTo>
                  <a:pt x="1920" y="5314"/>
                </a:lnTo>
                <a:lnTo>
                  <a:pt x="1920" y="5313"/>
                </a:lnTo>
                <a:lnTo>
                  <a:pt x="1921" y="5313"/>
                </a:lnTo>
                <a:lnTo>
                  <a:pt x="1921" y="5312"/>
                </a:lnTo>
                <a:lnTo>
                  <a:pt x="1922" y="5312"/>
                </a:lnTo>
                <a:lnTo>
                  <a:pt x="1922" y="5311"/>
                </a:lnTo>
                <a:lnTo>
                  <a:pt x="1921" y="5311"/>
                </a:lnTo>
                <a:lnTo>
                  <a:pt x="1922" y="5310"/>
                </a:lnTo>
                <a:lnTo>
                  <a:pt x="1922" y="5309"/>
                </a:lnTo>
                <a:lnTo>
                  <a:pt x="1923" y="5308"/>
                </a:lnTo>
                <a:lnTo>
                  <a:pt x="1922" y="5308"/>
                </a:lnTo>
                <a:lnTo>
                  <a:pt x="1922" y="5307"/>
                </a:lnTo>
                <a:lnTo>
                  <a:pt x="1922" y="5306"/>
                </a:lnTo>
                <a:lnTo>
                  <a:pt x="1923" y="5306"/>
                </a:lnTo>
                <a:lnTo>
                  <a:pt x="1923" y="5305"/>
                </a:lnTo>
                <a:lnTo>
                  <a:pt x="1923" y="5304"/>
                </a:lnTo>
                <a:lnTo>
                  <a:pt x="1924" y="5304"/>
                </a:lnTo>
                <a:lnTo>
                  <a:pt x="1924" y="5303"/>
                </a:lnTo>
                <a:lnTo>
                  <a:pt x="1925" y="5303"/>
                </a:lnTo>
                <a:lnTo>
                  <a:pt x="1925" y="5304"/>
                </a:lnTo>
                <a:lnTo>
                  <a:pt x="1926" y="5304"/>
                </a:lnTo>
                <a:lnTo>
                  <a:pt x="1926" y="5303"/>
                </a:lnTo>
                <a:lnTo>
                  <a:pt x="1927" y="5303"/>
                </a:lnTo>
                <a:lnTo>
                  <a:pt x="1928" y="5303"/>
                </a:lnTo>
                <a:lnTo>
                  <a:pt x="1928" y="5302"/>
                </a:lnTo>
                <a:lnTo>
                  <a:pt x="1929" y="5302"/>
                </a:lnTo>
                <a:lnTo>
                  <a:pt x="1930" y="5301"/>
                </a:lnTo>
                <a:lnTo>
                  <a:pt x="1931" y="5300"/>
                </a:lnTo>
                <a:lnTo>
                  <a:pt x="1931" y="5299"/>
                </a:lnTo>
                <a:lnTo>
                  <a:pt x="1931" y="5298"/>
                </a:lnTo>
                <a:lnTo>
                  <a:pt x="1931" y="5297"/>
                </a:lnTo>
                <a:lnTo>
                  <a:pt x="1930" y="5297"/>
                </a:lnTo>
                <a:lnTo>
                  <a:pt x="1930" y="5296"/>
                </a:lnTo>
                <a:lnTo>
                  <a:pt x="1931" y="5296"/>
                </a:lnTo>
                <a:lnTo>
                  <a:pt x="1931" y="5295"/>
                </a:lnTo>
                <a:lnTo>
                  <a:pt x="1932" y="5295"/>
                </a:lnTo>
                <a:lnTo>
                  <a:pt x="1932" y="5294"/>
                </a:lnTo>
                <a:lnTo>
                  <a:pt x="1932" y="5293"/>
                </a:lnTo>
                <a:lnTo>
                  <a:pt x="1931" y="5293"/>
                </a:lnTo>
                <a:lnTo>
                  <a:pt x="1931" y="5292"/>
                </a:lnTo>
                <a:lnTo>
                  <a:pt x="1931" y="5291"/>
                </a:lnTo>
                <a:lnTo>
                  <a:pt x="1931" y="5290"/>
                </a:lnTo>
                <a:lnTo>
                  <a:pt x="1932" y="5290"/>
                </a:lnTo>
                <a:lnTo>
                  <a:pt x="1933" y="5290"/>
                </a:lnTo>
                <a:lnTo>
                  <a:pt x="1934" y="5290"/>
                </a:lnTo>
                <a:lnTo>
                  <a:pt x="1934" y="5289"/>
                </a:lnTo>
                <a:lnTo>
                  <a:pt x="1934" y="5288"/>
                </a:lnTo>
                <a:lnTo>
                  <a:pt x="1935" y="5288"/>
                </a:lnTo>
                <a:lnTo>
                  <a:pt x="1935" y="5287"/>
                </a:lnTo>
                <a:lnTo>
                  <a:pt x="1935" y="5286"/>
                </a:lnTo>
                <a:lnTo>
                  <a:pt x="1936" y="5286"/>
                </a:lnTo>
                <a:lnTo>
                  <a:pt x="1936" y="5285"/>
                </a:lnTo>
                <a:lnTo>
                  <a:pt x="1937" y="5285"/>
                </a:lnTo>
                <a:lnTo>
                  <a:pt x="1936" y="5285"/>
                </a:lnTo>
                <a:lnTo>
                  <a:pt x="1936" y="5284"/>
                </a:lnTo>
                <a:lnTo>
                  <a:pt x="1937" y="5284"/>
                </a:lnTo>
                <a:lnTo>
                  <a:pt x="1936" y="5284"/>
                </a:lnTo>
                <a:lnTo>
                  <a:pt x="1936" y="5283"/>
                </a:lnTo>
                <a:lnTo>
                  <a:pt x="1935" y="5283"/>
                </a:lnTo>
                <a:lnTo>
                  <a:pt x="1935" y="5281"/>
                </a:lnTo>
                <a:lnTo>
                  <a:pt x="1935" y="5280"/>
                </a:lnTo>
                <a:lnTo>
                  <a:pt x="1935" y="5279"/>
                </a:lnTo>
                <a:lnTo>
                  <a:pt x="1936" y="5279"/>
                </a:lnTo>
                <a:lnTo>
                  <a:pt x="1936" y="5277"/>
                </a:lnTo>
                <a:lnTo>
                  <a:pt x="1936" y="5276"/>
                </a:lnTo>
                <a:lnTo>
                  <a:pt x="1937" y="5276"/>
                </a:lnTo>
                <a:lnTo>
                  <a:pt x="1937" y="5275"/>
                </a:lnTo>
                <a:lnTo>
                  <a:pt x="1937" y="5274"/>
                </a:lnTo>
                <a:lnTo>
                  <a:pt x="1938" y="5274"/>
                </a:lnTo>
                <a:lnTo>
                  <a:pt x="1938" y="5273"/>
                </a:lnTo>
                <a:lnTo>
                  <a:pt x="1938" y="5272"/>
                </a:lnTo>
                <a:lnTo>
                  <a:pt x="1938" y="5271"/>
                </a:lnTo>
                <a:lnTo>
                  <a:pt x="1938" y="5270"/>
                </a:lnTo>
                <a:lnTo>
                  <a:pt x="1939" y="5269"/>
                </a:lnTo>
                <a:lnTo>
                  <a:pt x="1940" y="5269"/>
                </a:lnTo>
                <a:lnTo>
                  <a:pt x="1940" y="5268"/>
                </a:lnTo>
                <a:lnTo>
                  <a:pt x="1941" y="5268"/>
                </a:lnTo>
                <a:lnTo>
                  <a:pt x="1942" y="5268"/>
                </a:lnTo>
                <a:lnTo>
                  <a:pt x="1942" y="5267"/>
                </a:lnTo>
                <a:lnTo>
                  <a:pt x="1943" y="5267"/>
                </a:lnTo>
                <a:lnTo>
                  <a:pt x="1943" y="5266"/>
                </a:lnTo>
                <a:lnTo>
                  <a:pt x="1943" y="5265"/>
                </a:lnTo>
                <a:lnTo>
                  <a:pt x="1943" y="5264"/>
                </a:lnTo>
                <a:lnTo>
                  <a:pt x="1944" y="5263"/>
                </a:lnTo>
                <a:lnTo>
                  <a:pt x="1944" y="5262"/>
                </a:lnTo>
                <a:lnTo>
                  <a:pt x="1944" y="5261"/>
                </a:lnTo>
                <a:lnTo>
                  <a:pt x="1943" y="5261"/>
                </a:lnTo>
                <a:lnTo>
                  <a:pt x="1943" y="5260"/>
                </a:lnTo>
                <a:lnTo>
                  <a:pt x="1943" y="5259"/>
                </a:lnTo>
                <a:lnTo>
                  <a:pt x="1943" y="5258"/>
                </a:lnTo>
                <a:lnTo>
                  <a:pt x="1944" y="5257"/>
                </a:lnTo>
                <a:lnTo>
                  <a:pt x="1944" y="5256"/>
                </a:lnTo>
                <a:lnTo>
                  <a:pt x="1944" y="5255"/>
                </a:lnTo>
                <a:lnTo>
                  <a:pt x="1944" y="5254"/>
                </a:lnTo>
                <a:lnTo>
                  <a:pt x="1943" y="5254"/>
                </a:lnTo>
                <a:lnTo>
                  <a:pt x="1943" y="5253"/>
                </a:lnTo>
                <a:lnTo>
                  <a:pt x="1943" y="5252"/>
                </a:lnTo>
                <a:lnTo>
                  <a:pt x="1943" y="5251"/>
                </a:lnTo>
                <a:lnTo>
                  <a:pt x="1943" y="5250"/>
                </a:lnTo>
                <a:lnTo>
                  <a:pt x="1943" y="5249"/>
                </a:lnTo>
                <a:lnTo>
                  <a:pt x="1942" y="5249"/>
                </a:lnTo>
                <a:lnTo>
                  <a:pt x="1942" y="5248"/>
                </a:lnTo>
                <a:lnTo>
                  <a:pt x="1940" y="5248"/>
                </a:lnTo>
                <a:lnTo>
                  <a:pt x="1940" y="5247"/>
                </a:lnTo>
                <a:lnTo>
                  <a:pt x="1939" y="5247"/>
                </a:lnTo>
                <a:lnTo>
                  <a:pt x="1938" y="5247"/>
                </a:lnTo>
                <a:lnTo>
                  <a:pt x="1938" y="5246"/>
                </a:lnTo>
                <a:lnTo>
                  <a:pt x="1938" y="5245"/>
                </a:lnTo>
                <a:lnTo>
                  <a:pt x="1939" y="5244"/>
                </a:lnTo>
                <a:lnTo>
                  <a:pt x="1939" y="5243"/>
                </a:lnTo>
                <a:lnTo>
                  <a:pt x="1939" y="5242"/>
                </a:lnTo>
                <a:lnTo>
                  <a:pt x="1940" y="5242"/>
                </a:lnTo>
                <a:lnTo>
                  <a:pt x="1939" y="5242"/>
                </a:lnTo>
                <a:lnTo>
                  <a:pt x="1940" y="5241"/>
                </a:lnTo>
                <a:lnTo>
                  <a:pt x="1940" y="5240"/>
                </a:lnTo>
                <a:lnTo>
                  <a:pt x="1940" y="5239"/>
                </a:lnTo>
                <a:lnTo>
                  <a:pt x="1940" y="5238"/>
                </a:lnTo>
                <a:lnTo>
                  <a:pt x="1940" y="5237"/>
                </a:lnTo>
                <a:lnTo>
                  <a:pt x="1940" y="5236"/>
                </a:lnTo>
                <a:lnTo>
                  <a:pt x="1941" y="5235"/>
                </a:lnTo>
                <a:lnTo>
                  <a:pt x="1940" y="5235"/>
                </a:lnTo>
                <a:lnTo>
                  <a:pt x="1940" y="5234"/>
                </a:lnTo>
                <a:lnTo>
                  <a:pt x="1940" y="5233"/>
                </a:lnTo>
                <a:lnTo>
                  <a:pt x="1940" y="5232"/>
                </a:lnTo>
                <a:lnTo>
                  <a:pt x="1939" y="5232"/>
                </a:lnTo>
                <a:lnTo>
                  <a:pt x="1939" y="5231"/>
                </a:lnTo>
                <a:lnTo>
                  <a:pt x="1940" y="5231"/>
                </a:lnTo>
                <a:lnTo>
                  <a:pt x="1940" y="5230"/>
                </a:lnTo>
                <a:lnTo>
                  <a:pt x="1940" y="5229"/>
                </a:lnTo>
                <a:lnTo>
                  <a:pt x="1939" y="5228"/>
                </a:lnTo>
                <a:lnTo>
                  <a:pt x="1938" y="5227"/>
                </a:lnTo>
                <a:lnTo>
                  <a:pt x="1937" y="5227"/>
                </a:lnTo>
                <a:lnTo>
                  <a:pt x="1937" y="5226"/>
                </a:lnTo>
                <a:lnTo>
                  <a:pt x="1936" y="5226"/>
                </a:lnTo>
                <a:lnTo>
                  <a:pt x="1936" y="5225"/>
                </a:lnTo>
                <a:lnTo>
                  <a:pt x="1935" y="5225"/>
                </a:lnTo>
                <a:lnTo>
                  <a:pt x="1935" y="5224"/>
                </a:lnTo>
                <a:lnTo>
                  <a:pt x="1935" y="5223"/>
                </a:lnTo>
                <a:lnTo>
                  <a:pt x="1934" y="5223"/>
                </a:lnTo>
                <a:lnTo>
                  <a:pt x="1934" y="5222"/>
                </a:lnTo>
                <a:lnTo>
                  <a:pt x="1934" y="5221"/>
                </a:lnTo>
                <a:lnTo>
                  <a:pt x="1933" y="5221"/>
                </a:lnTo>
                <a:lnTo>
                  <a:pt x="1932" y="5220"/>
                </a:lnTo>
                <a:lnTo>
                  <a:pt x="1931" y="5220"/>
                </a:lnTo>
                <a:lnTo>
                  <a:pt x="1931" y="5219"/>
                </a:lnTo>
                <a:lnTo>
                  <a:pt x="1931" y="5218"/>
                </a:lnTo>
                <a:lnTo>
                  <a:pt x="1930" y="5218"/>
                </a:lnTo>
                <a:lnTo>
                  <a:pt x="1930" y="5217"/>
                </a:lnTo>
                <a:lnTo>
                  <a:pt x="1930" y="5216"/>
                </a:lnTo>
                <a:lnTo>
                  <a:pt x="1929" y="5216"/>
                </a:lnTo>
                <a:lnTo>
                  <a:pt x="1929" y="5215"/>
                </a:lnTo>
                <a:lnTo>
                  <a:pt x="1928" y="5215"/>
                </a:lnTo>
                <a:lnTo>
                  <a:pt x="1928" y="5214"/>
                </a:lnTo>
                <a:lnTo>
                  <a:pt x="1927" y="5214"/>
                </a:lnTo>
                <a:lnTo>
                  <a:pt x="1926" y="5214"/>
                </a:lnTo>
                <a:lnTo>
                  <a:pt x="1925" y="5214"/>
                </a:lnTo>
                <a:lnTo>
                  <a:pt x="1924" y="5214"/>
                </a:lnTo>
                <a:lnTo>
                  <a:pt x="1923" y="5214"/>
                </a:lnTo>
                <a:lnTo>
                  <a:pt x="1921" y="5213"/>
                </a:lnTo>
                <a:lnTo>
                  <a:pt x="1920" y="5213"/>
                </a:lnTo>
                <a:lnTo>
                  <a:pt x="1919" y="5213"/>
                </a:lnTo>
                <a:lnTo>
                  <a:pt x="1918" y="5213"/>
                </a:lnTo>
                <a:lnTo>
                  <a:pt x="1918" y="5212"/>
                </a:lnTo>
                <a:lnTo>
                  <a:pt x="1917" y="5212"/>
                </a:lnTo>
                <a:lnTo>
                  <a:pt x="1915" y="5212"/>
                </a:lnTo>
                <a:lnTo>
                  <a:pt x="1915" y="5213"/>
                </a:lnTo>
                <a:lnTo>
                  <a:pt x="1914" y="5213"/>
                </a:lnTo>
                <a:lnTo>
                  <a:pt x="1913" y="5213"/>
                </a:lnTo>
                <a:lnTo>
                  <a:pt x="1913" y="5212"/>
                </a:lnTo>
                <a:lnTo>
                  <a:pt x="1912" y="5212"/>
                </a:lnTo>
                <a:lnTo>
                  <a:pt x="1912" y="5211"/>
                </a:lnTo>
                <a:lnTo>
                  <a:pt x="1913" y="5211"/>
                </a:lnTo>
                <a:lnTo>
                  <a:pt x="1913" y="5210"/>
                </a:lnTo>
                <a:lnTo>
                  <a:pt x="1913" y="5209"/>
                </a:lnTo>
                <a:lnTo>
                  <a:pt x="1912" y="5209"/>
                </a:lnTo>
                <a:lnTo>
                  <a:pt x="1911" y="5208"/>
                </a:lnTo>
                <a:lnTo>
                  <a:pt x="1911" y="5207"/>
                </a:lnTo>
                <a:lnTo>
                  <a:pt x="1910" y="5207"/>
                </a:lnTo>
                <a:lnTo>
                  <a:pt x="1910" y="5206"/>
                </a:lnTo>
                <a:lnTo>
                  <a:pt x="1910" y="5205"/>
                </a:lnTo>
                <a:lnTo>
                  <a:pt x="1909" y="5205"/>
                </a:lnTo>
                <a:lnTo>
                  <a:pt x="1909" y="5203"/>
                </a:lnTo>
                <a:lnTo>
                  <a:pt x="1909" y="5202"/>
                </a:lnTo>
                <a:lnTo>
                  <a:pt x="1908" y="5202"/>
                </a:lnTo>
                <a:lnTo>
                  <a:pt x="1908" y="5203"/>
                </a:lnTo>
                <a:lnTo>
                  <a:pt x="1907" y="5203"/>
                </a:lnTo>
                <a:lnTo>
                  <a:pt x="1906" y="5203"/>
                </a:lnTo>
                <a:lnTo>
                  <a:pt x="1905" y="5204"/>
                </a:lnTo>
                <a:lnTo>
                  <a:pt x="1905" y="5205"/>
                </a:lnTo>
                <a:lnTo>
                  <a:pt x="1905" y="5206"/>
                </a:lnTo>
                <a:lnTo>
                  <a:pt x="1904" y="5206"/>
                </a:lnTo>
                <a:lnTo>
                  <a:pt x="1903" y="5206"/>
                </a:lnTo>
                <a:lnTo>
                  <a:pt x="1902" y="5206"/>
                </a:lnTo>
                <a:lnTo>
                  <a:pt x="1902" y="5207"/>
                </a:lnTo>
                <a:lnTo>
                  <a:pt x="1901" y="5207"/>
                </a:lnTo>
                <a:lnTo>
                  <a:pt x="1900" y="5207"/>
                </a:lnTo>
                <a:lnTo>
                  <a:pt x="1899" y="5207"/>
                </a:lnTo>
                <a:lnTo>
                  <a:pt x="1899" y="5208"/>
                </a:lnTo>
                <a:lnTo>
                  <a:pt x="1898" y="5208"/>
                </a:lnTo>
                <a:lnTo>
                  <a:pt x="1897" y="5207"/>
                </a:lnTo>
                <a:lnTo>
                  <a:pt x="1896" y="5206"/>
                </a:lnTo>
                <a:lnTo>
                  <a:pt x="1895" y="5206"/>
                </a:lnTo>
                <a:lnTo>
                  <a:pt x="1894" y="5206"/>
                </a:lnTo>
                <a:lnTo>
                  <a:pt x="1894" y="5207"/>
                </a:lnTo>
                <a:lnTo>
                  <a:pt x="1893" y="5207"/>
                </a:lnTo>
                <a:lnTo>
                  <a:pt x="1893" y="5208"/>
                </a:lnTo>
                <a:lnTo>
                  <a:pt x="1893" y="5209"/>
                </a:lnTo>
                <a:lnTo>
                  <a:pt x="1893" y="5210"/>
                </a:lnTo>
                <a:lnTo>
                  <a:pt x="1892" y="5210"/>
                </a:lnTo>
                <a:lnTo>
                  <a:pt x="1892" y="5211"/>
                </a:lnTo>
                <a:lnTo>
                  <a:pt x="1893" y="5211"/>
                </a:lnTo>
                <a:lnTo>
                  <a:pt x="1893" y="5212"/>
                </a:lnTo>
                <a:lnTo>
                  <a:pt x="1892" y="5212"/>
                </a:lnTo>
                <a:lnTo>
                  <a:pt x="1892" y="5213"/>
                </a:lnTo>
                <a:lnTo>
                  <a:pt x="1891" y="5213"/>
                </a:lnTo>
                <a:lnTo>
                  <a:pt x="1891" y="5214"/>
                </a:lnTo>
                <a:lnTo>
                  <a:pt x="1891" y="5215"/>
                </a:lnTo>
                <a:lnTo>
                  <a:pt x="1891" y="5216"/>
                </a:lnTo>
                <a:lnTo>
                  <a:pt x="1890" y="5216"/>
                </a:lnTo>
                <a:lnTo>
                  <a:pt x="1890" y="5217"/>
                </a:lnTo>
                <a:lnTo>
                  <a:pt x="1889" y="5217"/>
                </a:lnTo>
                <a:lnTo>
                  <a:pt x="1888" y="5217"/>
                </a:lnTo>
                <a:lnTo>
                  <a:pt x="1888" y="5216"/>
                </a:lnTo>
                <a:lnTo>
                  <a:pt x="1887" y="5216"/>
                </a:lnTo>
                <a:lnTo>
                  <a:pt x="1887" y="5215"/>
                </a:lnTo>
                <a:lnTo>
                  <a:pt x="1886" y="5215"/>
                </a:lnTo>
                <a:lnTo>
                  <a:pt x="1886" y="5216"/>
                </a:lnTo>
                <a:lnTo>
                  <a:pt x="1886" y="5215"/>
                </a:lnTo>
                <a:lnTo>
                  <a:pt x="1886" y="5214"/>
                </a:lnTo>
                <a:lnTo>
                  <a:pt x="1885" y="5214"/>
                </a:lnTo>
                <a:lnTo>
                  <a:pt x="1884" y="5214"/>
                </a:lnTo>
                <a:lnTo>
                  <a:pt x="1883" y="5213"/>
                </a:lnTo>
                <a:lnTo>
                  <a:pt x="1883" y="5212"/>
                </a:lnTo>
                <a:lnTo>
                  <a:pt x="1882" y="5213"/>
                </a:lnTo>
                <a:lnTo>
                  <a:pt x="1882" y="5212"/>
                </a:lnTo>
                <a:lnTo>
                  <a:pt x="1881" y="5212"/>
                </a:lnTo>
                <a:lnTo>
                  <a:pt x="1880" y="5213"/>
                </a:lnTo>
                <a:lnTo>
                  <a:pt x="1879" y="5213"/>
                </a:lnTo>
                <a:lnTo>
                  <a:pt x="1878" y="5213"/>
                </a:lnTo>
                <a:lnTo>
                  <a:pt x="1878" y="5214"/>
                </a:lnTo>
                <a:lnTo>
                  <a:pt x="1877" y="5214"/>
                </a:lnTo>
                <a:lnTo>
                  <a:pt x="1876" y="5214"/>
                </a:lnTo>
                <a:lnTo>
                  <a:pt x="1877" y="5214"/>
                </a:lnTo>
                <a:lnTo>
                  <a:pt x="1877" y="5215"/>
                </a:lnTo>
                <a:lnTo>
                  <a:pt x="1877" y="5216"/>
                </a:lnTo>
                <a:lnTo>
                  <a:pt x="1876" y="5217"/>
                </a:lnTo>
                <a:lnTo>
                  <a:pt x="1875" y="5218"/>
                </a:lnTo>
                <a:lnTo>
                  <a:pt x="1874" y="5218"/>
                </a:lnTo>
                <a:lnTo>
                  <a:pt x="1873" y="5218"/>
                </a:lnTo>
                <a:lnTo>
                  <a:pt x="1872" y="5218"/>
                </a:lnTo>
                <a:lnTo>
                  <a:pt x="1871" y="5218"/>
                </a:lnTo>
                <a:lnTo>
                  <a:pt x="1871" y="5219"/>
                </a:lnTo>
                <a:lnTo>
                  <a:pt x="1869" y="5219"/>
                </a:lnTo>
                <a:lnTo>
                  <a:pt x="1869" y="5218"/>
                </a:lnTo>
                <a:lnTo>
                  <a:pt x="1868" y="5218"/>
                </a:lnTo>
                <a:lnTo>
                  <a:pt x="1868" y="5219"/>
                </a:lnTo>
                <a:lnTo>
                  <a:pt x="1867" y="5219"/>
                </a:lnTo>
                <a:lnTo>
                  <a:pt x="1867" y="5220"/>
                </a:lnTo>
                <a:lnTo>
                  <a:pt x="1866" y="5220"/>
                </a:lnTo>
                <a:lnTo>
                  <a:pt x="1865" y="5220"/>
                </a:lnTo>
                <a:lnTo>
                  <a:pt x="1865" y="5221"/>
                </a:lnTo>
                <a:lnTo>
                  <a:pt x="1865" y="5222"/>
                </a:lnTo>
                <a:lnTo>
                  <a:pt x="1865" y="5223"/>
                </a:lnTo>
                <a:lnTo>
                  <a:pt x="1864" y="5223"/>
                </a:lnTo>
                <a:lnTo>
                  <a:pt x="1863" y="5223"/>
                </a:lnTo>
                <a:lnTo>
                  <a:pt x="1862" y="5223"/>
                </a:lnTo>
                <a:lnTo>
                  <a:pt x="1862" y="5224"/>
                </a:lnTo>
                <a:lnTo>
                  <a:pt x="1861" y="5224"/>
                </a:lnTo>
                <a:lnTo>
                  <a:pt x="1860" y="5224"/>
                </a:lnTo>
                <a:lnTo>
                  <a:pt x="1860" y="5223"/>
                </a:lnTo>
                <a:lnTo>
                  <a:pt x="1859" y="5223"/>
                </a:lnTo>
                <a:lnTo>
                  <a:pt x="1859" y="5222"/>
                </a:lnTo>
                <a:lnTo>
                  <a:pt x="1858" y="5221"/>
                </a:lnTo>
                <a:lnTo>
                  <a:pt x="1858" y="5220"/>
                </a:lnTo>
                <a:lnTo>
                  <a:pt x="1857" y="5221"/>
                </a:lnTo>
                <a:lnTo>
                  <a:pt x="1857" y="5220"/>
                </a:lnTo>
                <a:lnTo>
                  <a:pt x="1856" y="5220"/>
                </a:lnTo>
                <a:lnTo>
                  <a:pt x="1856" y="5221"/>
                </a:lnTo>
                <a:lnTo>
                  <a:pt x="1855" y="5221"/>
                </a:lnTo>
                <a:lnTo>
                  <a:pt x="1855" y="5220"/>
                </a:lnTo>
                <a:lnTo>
                  <a:pt x="1855" y="5221"/>
                </a:lnTo>
                <a:lnTo>
                  <a:pt x="1853" y="5221"/>
                </a:lnTo>
                <a:lnTo>
                  <a:pt x="1853" y="5220"/>
                </a:lnTo>
                <a:lnTo>
                  <a:pt x="1852" y="5220"/>
                </a:lnTo>
                <a:lnTo>
                  <a:pt x="1851" y="5221"/>
                </a:lnTo>
                <a:lnTo>
                  <a:pt x="1850" y="5222"/>
                </a:lnTo>
                <a:lnTo>
                  <a:pt x="1849" y="5222"/>
                </a:lnTo>
                <a:lnTo>
                  <a:pt x="1849" y="5221"/>
                </a:lnTo>
                <a:lnTo>
                  <a:pt x="1848" y="5221"/>
                </a:lnTo>
                <a:lnTo>
                  <a:pt x="1847" y="5221"/>
                </a:lnTo>
                <a:lnTo>
                  <a:pt x="1847" y="5222"/>
                </a:lnTo>
                <a:lnTo>
                  <a:pt x="1846" y="5223"/>
                </a:lnTo>
                <a:lnTo>
                  <a:pt x="1845" y="5223"/>
                </a:lnTo>
                <a:lnTo>
                  <a:pt x="1844" y="5223"/>
                </a:lnTo>
                <a:lnTo>
                  <a:pt x="1843" y="5223"/>
                </a:lnTo>
                <a:lnTo>
                  <a:pt x="1842" y="5223"/>
                </a:lnTo>
                <a:lnTo>
                  <a:pt x="1841" y="5223"/>
                </a:lnTo>
                <a:lnTo>
                  <a:pt x="1840" y="5224"/>
                </a:lnTo>
                <a:lnTo>
                  <a:pt x="1840" y="5225"/>
                </a:lnTo>
                <a:lnTo>
                  <a:pt x="1838" y="5225"/>
                </a:lnTo>
                <a:lnTo>
                  <a:pt x="1838" y="5224"/>
                </a:lnTo>
                <a:lnTo>
                  <a:pt x="1837" y="5224"/>
                </a:lnTo>
                <a:lnTo>
                  <a:pt x="1837" y="5225"/>
                </a:lnTo>
                <a:lnTo>
                  <a:pt x="1836" y="5225"/>
                </a:lnTo>
                <a:lnTo>
                  <a:pt x="1836" y="5226"/>
                </a:lnTo>
                <a:lnTo>
                  <a:pt x="1835" y="5226"/>
                </a:lnTo>
                <a:lnTo>
                  <a:pt x="1834" y="5226"/>
                </a:lnTo>
                <a:lnTo>
                  <a:pt x="1834" y="5225"/>
                </a:lnTo>
                <a:lnTo>
                  <a:pt x="1834" y="5224"/>
                </a:lnTo>
                <a:lnTo>
                  <a:pt x="1833" y="5223"/>
                </a:lnTo>
                <a:lnTo>
                  <a:pt x="1833" y="5222"/>
                </a:lnTo>
                <a:lnTo>
                  <a:pt x="1833" y="5221"/>
                </a:lnTo>
                <a:lnTo>
                  <a:pt x="1833" y="5220"/>
                </a:lnTo>
                <a:lnTo>
                  <a:pt x="1832" y="5221"/>
                </a:lnTo>
                <a:lnTo>
                  <a:pt x="1831" y="5222"/>
                </a:lnTo>
                <a:lnTo>
                  <a:pt x="1830" y="5222"/>
                </a:lnTo>
                <a:lnTo>
                  <a:pt x="1829" y="5222"/>
                </a:lnTo>
                <a:lnTo>
                  <a:pt x="1829" y="5221"/>
                </a:lnTo>
                <a:lnTo>
                  <a:pt x="1828" y="5221"/>
                </a:lnTo>
                <a:lnTo>
                  <a:pt x="1828" y="5222"/>
                </a:lnTo>
                <a:lnTo>
                  <a:pt x="1827" y="5223"/>
                </a:lnTo>
                <a:lnTo>
                  <a:pt x="1827" y="5224"/>
                </a:lnTo>
                <a:lnTo>
                  <a:pt x="1826" y="5224"/>
                </a:lnTo>
                <a:lnTo>
                  <a:pt x="1826" y="5225"/>
                </a:lnTo>
                <a:lnTo>
                  <a:pt x="1825" y="5225"/>
                </a:lnTo>
                <a:lnTo>
                  <a:pt x="1825" y="5224"/>
                </a:lnTo>
                <a:lnTo>
                  <a:pt x="1824" y="5224"/>
                </a:lnTo>
                <a:lnTo>
                  <a:pt x="1823" y="5224"/>
                </a:lnTo>
                <a:lnTo>
                  <a:pt x="1822" y="5224"/>
                </a:lnTo>
                <a:lnTo>
                  <a:pt x="1822" y="5223"/>
                </a:lnTo>
                <a:lnTo>
                  <a:pt x="1821" y="5222"/>
                </a:lnTo>
                <a:lnTo>
                  <a:pt x="1820" y="5221"/>
                </a:lnTo>
                <a:lnTo>
                  <a:pt x="1819" y="5221"/>
                </a:lnTo>
                <a:lnTo>
                  <a:pt x="1818" y="5220"/>
                </a:lnTo>
                <a:lnTo>
                  <a:pt x="1817" y="5220"/>
                </a:lnTo>
                <a:lnTo>
                  <a:pt x="1817" y="5219"/>
                </a:lnTo>
                <a:lnTo>
                  <a:pt x="1816" y="5219"/>
                </a:lnTo>
                <a:lnTo>
                  <a:pt x="1815" y="5220"/>
                </a:lnTo>
                <a:lnTo>
                  <a:pt x="1814" y="5221"/>
                </a:lnTo>
                <a:lnTo>
                  <a:pt x="1813" y="5221"/>
                </a:lnTo>
                <a:lnTo>
                  <a:pt x="1814" y="5222"/>
                </a:lnTo>
                <a:lnTo>
                  <a:pt x="1814" y="5223"/>
                </a:lnTo>
                <a:lnTo>
                  <a:pt x="1814" y="5224"/>
                </a:lnTo>
                <a:lnTo>
                  <a:pt x="1813" y="5224"/>
                </a:lnTo>
                <a:lnTo>
                  <a:pt x="1813" y="5225"/>
                </a:lnTo>
                <a:lnTo>
                  <a:pt x="1812" y="5225"/>
                </a:lnTo>
                <a:lnTo>
                  <a:pt x="1812" y="5226"/>
                </a:lnTo>
                <a:lnTo>
                  <a:pt x="1811" y="5226"/>
                </a:lnTo>
                <a:lnTo>
                  <a:pt x="1810" y="5227"/>
                </a:lnTo>
                <a:lnTo>
                  <a:pt x="1810" y="5228"/>
                </a:lnTo>
                <a:lnTo>
                  <a:pt x="1810" y="5229"/>
                </a:lnTo>
                <a:lnTo>
                  <a:pt x="1810" y="5230"/>
                </a:lnTo>
                <a:lnTo>
                  <a:pt x="1811" y="5230"/>
                </a:lnTo>
                <a:lnTo>
                  <a:pt x="1811" y="5231"/>
                </a:lnTo>
                <a:lnTo>
                  <a:pt x="1811" y="5232"/>
                </a:lnTo>
                <a:lnTo>
                  <a:pt x="1812" y="5232"/>
                </a:lnTo>
                <a:lnTo>
                  <a:pt x="1812" y="5233"/>
                </a:lnTo>
                <a:lnTo>
                  <a:pt x="1812" y="5234"/>
                </a:lnTo>
                <a:lnTo>
                  <a:pt x="1813" y="5234"/>
                </a:lnTo>
                <a:lnTo>
                  <a:pt x="1812" y="5234"/>
                </a:lnTo>
                <a:lnTo>
                  <a:pt x="1812" y="5235"/>
                </a:lnTo>
                <a:lnTo>
                  <a:pt x="1811" y="5235"/>
                </a:lnTo>
                <a:lnTo>
                  <a:pt x="1810" y="5235"/>
                </a:lnTo>
                <a:lnTo>
                  <a:pt x="1809" y="5236"/>
                </a:lnTo>
                <a:lnTo>
                  <a:pt x="1809" y="5237"/>
                </a:lnTo>
                <a:lnTo>
                  <a:pt x="1808" y="5237"/>
                </a:lnTo>
                <a:lnTo>
                  <a:pt x="1807" y="5237"/>
                </a:lnTo>
                <a:lnTo>
                  <a:pt x="1806" y="5237"/>
                </a:lnTo>
                <a:lnTo>
                  <a:pt x="1804" y="5237"/>
                </a:lnTo>
                <a:lnTo>
                  <a:pt x="1804" y="5236"/>
                </a:lnTo>
                <a:lnTo>
                  <a:pt x="1804" y="5235"/>
                </a:lnTo>
                <a:lnTo>
                  <a:pt x="1804" y="5234"/>
                </a:lnTo>
                <a:lnTo>
                  <a:pt x="1804" y="5233"/>
                </a:lnTo>
                <a:lnTo>
                  <a:pt x="1804" y="5232"/>
                </a:lnTo>
                <a:lnTo>
                  <a:pt x="1803" y="5232"/>
                </a:lnTo>
                <a:lnTo>
                  <a:pt x="1803" y="5231"/>
                </a:lnTo>
                <a:lnTo>
                  <a:pt x="1802" y="5231"/>
                </a:lnTo>
                <a:lnTo>
                  <a:pt x="1801" y="5231"/>
                </a:lnTo>
                <a:lnTo>
                  <a:pt x="1800" y="5231"/>
                </a:lnTo>
                <a:lnTo>
                  <a:pt x="1800" y="5232"/>
                </a:lnTo>
                <a:lnTo>
                  <a:pt x="1799" y="5232"/>
                </a:lnTo>
                <a:lnTo>
                  <a:pt x="1798" y="5232"/>
                </a:lnTo>
                <a:lnTo>
                  <a:pt x="1798" y="5231"/>
                </a:lnTo>
                <a:lnTo>
                  <a:pt x="1798" y="5230"/>
                </a:lnTo>
                <a:lnTo>
                  <a:pt x="1797" y="5230"/>
                </a:lnTo>
                <a:lnTo>
                  <a:pt x="1797" y="5229"/>
                </a:lnTo>
                <a:lnTo>
                  <a:pt x="1796" y="5229"/>
                </a:lnTo>
                <a:lnTo>
                  <a:pt x="1796" y="5228"/>
                </a:lnTo>
                <a:lnTo>
                  <a:pt x="1795" y="5228"/>
                </a:lnTo>
                <a:lnTo>
                  <a:pt x="1795" y="5227"/>
                </a:lnTo>
                <a:lnTo>
                  <a:pt x="1794" y="5227"/>
                </a:lnTo>
                <a:lnTo>
                  <a:pt x="1793" y="5227"/>
                </a:lnTo>
                <a:lnTo>
                  <a:pt x="1793" y="5228"/>
                </a:lnTo>
                <a:lnTo>
                  <a:pt x="1792" y="5228"/>
                </a:lnTo>
                <a:lnTo>
                  <a:pt x="1792" y="5229"/>
                </a:lnTo>
                <a:lnTo>
                  <a:pt x="1792" y="5228"/>
                </a:lnTo>
                <a:lnTo>
                  <a:pt x="1791" y="5228"/>
                </a:lnTo>
                <a:lnTo>
                  <a:pt x="1790" y="5228"/>
                </a:lnTo>
                <a:lnTo>
                  <a:pt x="1789" y="5228"/>
                </a:lnTo>
                <a:lnTo>
                  <a:pt x="1788" y="5228"/>
                </a:lnTo>
                <a:lnTo>
                  <a:pt x="1788" y="5229"/>
                </a:lnTo>
                <a:lnTo>
                  <a:pt x="1787" y="5229"/>
                </a:lnTo>
                <a:lnTo>
                  <a:pt x="1786" y="5229"/>
                </a:lnTo>
                <a:lnTo>
                  <a:pt x="1786" y="5230"/>
                </a:lnTo>
                <a:lnTo>
                  <a:pt x="1785" y="5230"/>
                </a:lnTo>
                <a:lnTo>
                  <a:pt x="1785" y="5229"/>
                </a:lnTo>
                <a:lnTo>
                  <a:pt x="1784" y="5229"/>
                </a:lnTo>
                <a:lnTo>
                  <a:pt x="1783" y="5229"/>
                </a:lnTo>
                <a:lnTo>
                  <a:pt x="1783" y="5228"/>
                </a:lnTo>
                <a:lnTo>
                  <a:pt x="1782" y="5228"/>
                </a:lnTo>
                <a:lnTo>
                  <a:pt x="1782" y="5227"/>
                </a:lnTo>
                <a:lnTo>
                  <a:pt x="1782" y="5226"/>
                </a:lnTo>
                <a:lnTo>
                  <a:pt x="1781" y="5225"/>
                </a:lnTo>
                <a:lnTo>
                  <a:pt x="1781" y="5224"/>
                </a:lnTo>
                <a:lnTo>
                  <a:pt x="1780" y="5224"/>
                </a:lnTo>
                <a:lnTo>
                  <a:pt x="1779" y="5224"/>
                </a:lnTo>
                <a:lnTo>
                  <a:pt x="1778" y="5224"/>
                </a:lnTo>
                <a:lnTo>
                  <a:pt x="1778" y="5223"/>
                </a:lnTo>
                <a:lnTo>
                  <a:pt x="1777" y="5222"/>
                </a:lnTo>
                <a:lnTo>
                  <a:pt x="1775" y="5222"/>
                </a:lnTo>
                <a:lnTo>
                  <a:pt x="1774" y="5222"/>
                </a:lnTo>
                <a:lnTo>
                  <a:pt x="1774" y="5221"/>
                </a:lnTo>
                <a:lnTo>
                  <a:pt x="1773" y="5221"/>
                </a:lnTo>
                <a:lnTo>
                  <a:pt x="1772" y="5221"/>
                </a:lnTo>
                <a:lnTo>
                  <a:pt x="1772" y="5222"/>
                </a:lnTo>
                <a:lnTo>
                  <a:pt x="1771" y="5222"/>
                </a:lnTo>
                <a:lnTo>
                  <a:pt x="1770" y="5222"/>
                </a:lnTo>
                <a:lnTo>
                  <a:pt x="1769" y="5222"/>
                </a:lnTo>
                <a:lnTo>
                  <a:pt x="1768" y="5222"/>
                </a:lnTo>
                <a:lnTo>
                  <a:pt x="1768" y="5221"/>
                </a:lnTo>
                <a:lnTo>
                  <a:pt x="1767" y="5221"/>
                </a:lnTo>
                <a:lnTo>
                  <a:pt x="1766" y="5221"/>
                </a:lnTo>
                <a:lnTo>
                  <a:pt x="1765" y="5221"/>
                </a:lnTo>
                <a:lnTo>
                  <a:pt x="1765" y="5220"/>
                </a:lnTo>
                <a:lnTo>
                  <a:pt x="1765" y="5219"/>
                </a:lnTo>
                <a:lnTo>
                  <a:pt x="1764" y="5219"/>
                </a:lnTo>
                <a:lnTo>
                  <a:pt x="1765" y="5219"/>
                </a:lnTo>
                <a:lnTo>
                  <a:pt x="1765" y="5218"/>
                </a:lnTo>
                <a:lnTo>
                  <a:pt x="1764" y="5218"/>
                </a:lnTo>
                <a:lnTo>
                  <a:pt x="1764" y="5217"/>
                </a:lnTo>
                <a:lnTo>
                  <a:pt x="1765" y="5216"/>
                </a:lnTo>
                <a:lnTo>
                  <a:pt x="1765" y="5215"/>
                </a:lnTo>
                <a:lnTo>
                  <a:pt x="1765" y="5214"/>
                </a:lnTo>
                <a:lnTo>
                  <a:pt x="1765" y="5213"/>
                </a:lnTo>
                <a:lnTo>
                  <a:pt x="1764" y="5213"/>
                </a:lnTo>
                <a:lnTo>
                  <a:pt x="1763" y="5213"/>
                </a:lnTo>
                <a:lnTo>
                  <a:pt x="1762" y="5213"/>
                </a:lnTo>
                <a:lnTo>
                  <a:pt x="1762" y="5212"/>
                </a:lnTo>
                <a:lnTo>
                  <a:pt x="1761" y="5212"/>
                </a:lnTo>
                <a:lnTo>
                  <a:pt x="1760" y="5212"/>
                </a:lnTo>
                <a:lnTo>
                  <a:pt x="1761" y="5212"/>
                </a:lnTo>
                <a:lnTo>
                  <a:pt x="1760" y="5212"/>
                </a:lnTo>
                <a:lnTo>
                  <a:pt x="1760" y="5213"/>
                </a:lnTo>
                <a:lnTo>
                  <a:pt x="1760" y="5214"/>
                </a:lnTo>
                <a:lnTo>
                  <a:pt x="1759" y="5214"/>
                </a:lnTo>
                <a:lnTo>
                  <a:pt x="1759" y="5215"/>
                </a:lnTo>
                <a:lnTo>
                  <a:pt x="1759" y="5216"/>
                </a:lnTo>
                <a:lnTo>
                  <a:pt x="1759" y="5217"/>
                </a:lnTo>
                <a:lnTo>
                  <a:pt x="1758" y="5217"/>
                </a:lnTo>
                <a:lnTo>
                  <a:pt x="1758" y="5218"/>
                </a:lnTo>
                <a:lnTo>
                  <a:pt x="1757" y="5218"/>
                </a:lnTo>
                <a:lnTo>
                  <a:pt x="1756" y="5217"/>
                </a:lnTo>
                <a:lnTo>
                  <a:pt x="1756" y="5218"/>
                </a:lnTo>
                <a:lnTo>
                  <a:pt x="1755" y="5218"/>
                </a:lnTo>
                <a:lnTo>
                  <a:pt x="1755" y="5219"/>
                </a:lnTo>
                <a:lnTo>
                  <a:pt x="1754" y="5219"/>
                </a:lnTo>
                <a:lnTo>
                  <a:pt x="1754" y="5220"/>
                </a:lnTo>
                <a:lnTo>
                  <a:pt x="1753" y="5220"/>
                </a:lnTo>
                <a:lnTo>
                  <a:pt x="1752" y="5220"/>
                </a:lnTo>
                <a:lnTo>
                  <a:pt x="1752" y="5221"/>
                </a:lnTo>
                <a:lnTo>
                  <a:pt x="1751" y="5221"/>
                </a:lnTo>
                <a:lnTo>
                  <a:pt x="1750" y="5221"/>
                </a:lnTo>
                <a:lnTo>
                  <a:pt x="1750" y="5222"/>
                </a:lnTo>
                <a:lnTo>
                  <a:pt x="1749" y="5222"/>
                </a:lnTo>
                <a:lnTo>
                  <a:pt x="1749" y="5223"/>
                </a:lnTo>
                <a:lnTo>
                  <a:pt x="1749" y="5224"/>
                </a:lnTo>
                <a:lnTo>
                  <a:pt x="1748" y="5224"/>
                </a:lnTo>
                <a:lnTo>
                  <a:pt x="1748" y="5225"/>
                </a:lnTo>
                <a:lnTo>
                  <a:pt x="1748" y="5226"/>
                </a:lnTo>
                <a:lnTo>
                  <a:pt x="1748" y="5227"/>
                </a:lnTo>
                <a:lnTo>
                  <a:pt x="1748" y="5228"/>
                </a:lnTo>
                <a:lnTo>
                  <a:pt x="1747" y="5228"/>
                </a:lnTo>
                <a:lnTo>
                  <a:pt x="1746" y="5228"/>
                </a:lnTo>
                <a:lnTo>
                  <a:pt x="1746" y="5229"/>
                </a:lnTo>
                <a:lnTo>
                  <a:pt x="1745" y="5229"/>
                </a:lnTo>
                <a:lnTo>
                  <a:pt x="1745" y="5230"/>
                </a:lnTo>
                <a:lnTo>
                  <a:pt x="1744" y="5230"/>
                </a:lnTo>
                <a:lnTo>
                  <a:pt x="1744" y="5231"/>
                </a:lnTo>
                <a:lnTo>
                  <a:pt x="1744" y="5232"/>
                </a:lnTo>
                <a:lnTo>
                  <a:pt x="1743" y="5232"/>
                </a:lnTo>
                <a:lnTo>
                  <a:pt x="1743" y="5233"/>
                </a:lnTo>
                <a:lnTo>
                  <a:pt x="1742" y="5233"/>
                </a:lnTo>
                <a:lnTo>
                  <a:pt x="1741" y="5233"/>
                </a:lnTo>
                <a:lnTo>
                  <a:pt x="1740" y="5233"/>
                </a:lnTo>
                <a:lnTo>
                  <a:pt x="1740" y="5234"/>
                </a:lnTo>
                <a:lnTo>
                  <a:pt x="1739" y="5234"/>
                </a:lnTo>
                <a:lnTo>
                  <a:pt x="1739" y="5235"/>
                </a:lnTo>
                <a:lnTo>
                  <a:pt x="1739" y="5236"/>
                </a:lnTo>
                <a:lnTo>
                  <a:pt x="1739" y="5237"/>
                </a:lnTo>
                <a:lnTo>
                  <a:pt x="1738" y="5237"/>
                </a:lnTo>
                <a:lnTo>
                  <a:pt x="1738" y="5238"/>
                </a:lnTo>
                <a:lnTo>
                  <a:pt x="1737" y="5238"/>
                </a:lnTo>
                <a:lnTo>
                  <a:pt x="1736" y="5238"/>
                </a:lnTo>
                <a:lnTo>
                  <a:pt x="1736" y="5237"/>
                </a:lnTo>
                <a:lnTo>
                  <a:pt x="1735" y="5237"/>
                </a:lnTo>
                <a:lnTo>
                  <a:pt x="1734" y="5237"/>
                </a:lnTo>
                <a:lnTo>
                  <a:pt x="1734" y="5236"/>
                </a:lnTo>
                <a:lnTo>
                  <a:pt x="1733" y="5236"/>
                </a:lnTo>
                <a:lnTo>
                  <a:pt x="1733" y="5237"/>
                </a:lnTo>
                <a:lnTo>
                  <a:pt x="1733" y="5236"/>
                </a:lnTo>
                <a:lnTo>
                  <a:pt x="1732" y="5236"/>
                </a:lnTo>
                <a:lnTo>
                  <a:pt x="1731" y="5236"/>
                </a:lnTo>
                <a:lnTo>
                  <a:pt x="1730" y="5236"/>
                </a:lnTo>
                <a:lnTo>
                  <a:pt x="1729" y="5236"/>
                </a:lnTo>
                <a:lnTo>
                  <a:pt x="1728" y="5236"/>
                </a:lnTo>
                <a:lnTo>
                  <a:pt x="1727" y="5236"/>
                </a:lnTo>
                <a:lnTo>
                  <a:pt x="1726" y="5236"/>
                </a:lnTo>
                <a:lnTo>
                  <a:pt x="1726" y="5235"/>
                </a:lnTo>
                <a:lnTo>
                  <a:pt x="1726" y="5234"/>
                </a:lnTo>
                <a:lnTo>
                  <a:pt x="1726" y="5233"/>
                </a:lnTo>
                <a:lnTo>
                  <a:pt x="1726" y="5232"/>
                </a:lnTo>
                <a:lnTo>
                  <a:pt x="1727" y="5232"/>
                </a:lnTo>
                <a:lnTo>
                  <a:pt x="1728" y="5231"/>
                </a:lnTo>
                <a:lnTo>
                  <a:pt x="1728" y="5230"/>
                </a:lnTo>
                <a:lnTo>
                  <a:pt x="1727" y="5230"/>
                </a:lnTo>
                <a:lnTo>
                  <a:pt x="1726" y="5230"/>
                </a:lnTo>
                <a:lnTo>
                  <a:pt x="1724" y="5230"/>
                </a:lnTo>
                <a:lnTo>
                  <a:pt x="1723" y="5230"/>
                </a:lnTo>
                <a:lnTo>
                  <a:pt x="1721" y="5230"/>
                </a:lnTo>
                <a:lnTo>
                  <a:pt x="1721" y="5231"/>
                </a:lnTo>
                <a:lnTo>
                  <a:pt x="1720" y="5231"/>
                </a:lnTo>
                <a:lnTo>
                  <a:pt x="1720" y="5232"/>
                </a:lnTo>
                <a:lnTo>
                  <a:pt x="1719" y="5232"/>
                </a:lnTo>
                <a:lnTo>
                  <a:pt x="1718" y="5232"/>
                </a:lnTo>
                <a:lnTo>
                  <a:pt x="1717" y="5232"/>
                </a:lnTo>
                <a:lnTo>
                  <a:pt x="1717" y="5233"/>
                </a:lnTo>
                <a:lnTo>
                  <a:pt x="1717" y="5234"/>
                </a:lnTo>
                <a:lnTo>
                  <a:pt x="1716" y="5234"/>
                </a:lnTo>
                <a:lnTo>
                  <a:pt x="1716" y="5233"/>
                </a:lnTo>
                <a:lnTo>
                  <a:pt x="1716" y="5232"/>
                </a:lnTo>
                <a:lnTo>
                  <a:pt x="1715" y="5231"/>
                </a:lnTo>
                <a:lnTo>
                  <a:pt x="1714" y="5231"/>
                </a:lnTo>
                <a:lnTo>
                  <a:pt x="1713" y="5231"/>
                </a:lnTo>
                <a:lnTo>
                  <a:pt x="1713" y="5229"/>
                </a:lnTo>
                <a:lnTo>
                  <a:pt x="1714" y="5229"/>
                </a:lnTo>
                <a:lnTo>
                  <a:pt x="1714" y="5228"/>
                </a:lnTo>
                <a:lnTo>
                  <a:pt x="1714" y="5227"/>
                </a:lnTo>
                <a:lnTo>
                  <a:pt x="1713" y="5227"/>
                </a:lnTo>
                <a:lnTo>
                  <a:pt x="1713" y="5225"/>
                </a:lnTo>
                <a:lnTo>
                  <a:pt x="1714" y="5225"/>
                </a:lnTo>
                <a:lnTo>
                  <a:pt x="1713" y="5225"/>
                </a:lnTo>
                <a:lnTo>
                  <a:pt x="1713" y="5224"/>
                </a:lnTo>
                <a:lnTo>
                  <a:pt x="1714" y="5224"/>
                </a:lnTo>
                <a:lnTo>
                  <a:pt x="1713" y="5224"/>
                </a:lnTo>
                <a:lnTo>
                  <a:pt x="1713" y="5223"/>
                </a:lnTo>
                <a:lnTo>
                  <a:pt x="1713" y="5222"/>
                </a:lnTo>
                <a:lnTo>
                  <a:pt x="1711" y="5222"/>
                </a:lnTo>
                <a:lnTo>
                  <a:pt x="1711" y="5221"/>
                </a:lnTo>
                <a:lnTo>
                  <a:pt x="1710" y="5221"/>
                </a:lnTo>
                <a:lnTo>
                  <a:pt x="1709" y="5221"/>
                </a:lnTo>
                <a:lnTo>
                  <a:pt x="1709" y="5220"/>
                </a:lnTo>
                <a:lnTo>
                  <a:pt x="1709" y="5221"/>
                </a:lnTo>
                <a:lnTo>
                  <a:pt x="1708" y="5221"/>
                </a:lnTo>
                <a:lnTo>
                  <a:pt x="1708" y="5222"/>
                </a:lnTo>
                <a:lnTo>
                  <a:pt x="1707" y="5222"/>
                </a:lnTo>
                <a:lnTo>
                  <a:pt x="1707" y="5223"/>
                </a:lnTo>
                <a:lnTo>
                  <a:pt x="1706" y="5223"/>
                </a:lnTo>
                <a:lnTo>
                  <a:pt x="1706" y="5224"/>
                </a:lnTo>
                <a:lnTo>
                  <a:pt x="1705" y="5224"/>
                </a:lnTo>
                <a:lnTo>
                  <a:pt x="1705" y="5225"/>
                </a:lnTo>
                <a:lnTo>
                  <a:pt x="1704" y="5225"/>
                </a:lnTo>
                <a:lnTo>
                  <a:pt x="1704" y="5224"/>
                </a:lnTo>
                <a:lnTo>
                  <a:pt x="1703" y="5224"/>
                </a:lnTo>
                <a:lnTo>
                  <a:pt x="1702" y="5224"/>
                </a:lnTo>
                <a:lnTo>
                  <a:pt x="1701" y="5224"/>
                </a:lnTo>
                <a:lnTo>
                  <a:pt x="1701" y="5223"/>
                </a:lnTo>
                <a:lnTo>
                  <a:pt x="1700" y="5223"/>
                </a:lnTo>
                <a:lnTo>
                  <a:pt x="1699" y="5223"/>
                </a:lnTo>
                <a:lnTo>
                  <a:pt x="1698" y="5223"/>
                </a:lnTo>
                <a:lnTo>
                  <a:pt x="1697" y="5223"/>
                </a:lnTo>
                <a:lnTo>
                  <a:pt x="1696" y="5223"/>
                </a:lnTo>
                <a:lnTo>
                  <a:pt x="1696" y="5222"/>
                </a:lnTo>
                <a:lnTo>
                  <a:pt x="1696" y="5223"/>
                </a:lnTo>
                <a:lnTo>
                  <a:pt x="1695" y="5223"/>
                </a:lnTo>
                <a:lnTo>
                  <a:pt x="1694" y="5223"/>
                </a:lnTo>
                <a:lnTo>
                  <a:pt x="1693" y="5223"/>
                </a:lnTo>
                <a:lnTo>
                  <a:pt x="1693" y="5224"/>
                </a:lnTo>
                <a:lnTo>
                  <a:pt x="1692" y="5224"/>
                </a:lnTo>
                <a:lnTo>
                  <a:pt x="1692" y="5225"/>
                </a:lnTo>
                <a:lnTo>
                  <a:pt x="1691" y="5225"/>
                </a:lnTo>
                <a:lnTo>
                  <a:pt x="1690" y="5225"/>
                </a:lnTo>
                <a:lnTo>
                  <a:pt x="1690" y="5226"/>
                </a:lnTo>
                <a:lnTo>
                  <a:pt x="1689" y="5226"/>
                </a:lnTo>
                <a:lnTo>
                  <a:pt x="1688" y="5226"/>
                </a:lnTo>
                <a:lnTo>
                  <a:pt x="1687" y="5226"/>
                </a:lnTo>
                <a:lnTo>
                  <a:pt x="1687" y="5225"/>
                </a:lnTo>
                <a:lnTo>
                  <a:pt x="1686" y="5225"/>
                </a:lnTo>
                <a:lnTo>
                  <a:pt x="1686" y="5224"/>
                </a:lnTo>
                <a:lnTo>
                  <a:pt x="1685" y="5224"/>
                </a:lnTo>
                <a:lnTo>
                  <a:pt x="1684" y="5224"/>
                </a:lnTo>
                <a:lnTo>
                  <a:pt x="1684" y="5223"/>
                </a:lnTo>
                <a:lnTo>
                  <a:pt x="1683" y="5223"/>
                </a:lnTo>
                <a:lnTo>
                  <a:pt x="1682" y="5223"/>
                </a:lnTo>
                <a:lnTo>
                  <a:pt x="1682" y="5222"/>
                </a:lnTo>
                <a:lnTo>
                  <a:pt x="1681" y="5222"/>
                </a:lnTo>
                <a:lnTo>
                  <a:pt x="1680" y="5222"/>
                </a:lnTo>
                <a:lnTo>
                  <a:pt x="1681" y="5222"/>
                </a:lnTo>
                <a:lnTo>
                  <a:pt x="1682" y="5221"/>
                </a:lnTo>
                <a:lnTo>
                  <a:pt x="1683" y="5221"/>
                </a:lnTo>
                <a:lnTo>
                  <a:pt x="1684" y="5221"/>
                </a:lnTo>
                <a:lnTo>
                  <a:pt x="1684" y="5222"/>
                </a:lnTo>
                <a:lnTo>
                  <a:pt x="1685" y="5222"/>
                </a:lnTo>
                <a:lnTo>
                  <a:pt x="1686" y="5222"/>
                </a:lnTo>
                <a:lnTo>
                  <a:pt x="1686" y="5221"/>
                </a:lnTo>
                <a:lnTo>
                  <a:pt x="1686" y="5220"/>
                </a:lnTo>
                <a:lnTo>
                  <a:pt x="1686" y="5219"/>
                </a:lnTo>
                <a:lnTo>
                  <a:pt x="1685" y="5219"/>
                </a:lnTo>
                <a:lnTo>
                  <a:pt x="1685" y="5218"/>
                </a:lnTo>
                <a:lnTo>
                  <a:pt x="1685" y="5217"/>
                </a:lnTo>
                <a:lnTo>
                  <a:pt x="1684" y="5217"/>
                </a:lnTo>
                <a:lnTo>
                  <a:pt x="1683" y="5218"/>
                </a:lnTo>
                <a:lnTo>
                  <a:pt x="1682" y="5218"/>
                </a:lnTo>
                <a:lnTo>
                  <a:pt x="1681" y="5218"/>
                </a:lnTo>
                <a:lnTo>
                  <a:pt x="1681" y="5219"/>
                </a:lnTo>
                <a:lnTo>
                  <a:pt x="1681" y="5218"/>
                </a:lnTo>
                <a:lnTo>
                  <a:pt x="1680" y="5218"/>
                </a:lnTo>
                <a:lnTo>
                  <a:pt x="1680" y="5219"/>
                </a:lnTo>
                <a:lnTo>
                  <a:pt x="1679" y="5219"/>
                </a:lnTo>
                <a:lnTo>
                  <a:pt x="1678" y="5219"/>
                </a:lnTo>
                <a:lnTo>
                  <a:pt x="1677" y="5219"/>
                </a:lnTo>
                <a:lnTo>
                  <a:pt x="1676" y="5219"/>
                </a:lnTo>
                <a:lnTo>
                  <a:pt x="1675" y="5219"/>
                </a:lnTo>
                <a:lnTo>
                  <a:pt x="1675" y="5220"/>
                </a:lnTo>
                <a:lnTo>
                  <a:pt x="1674" y="5220"/>
                </a:lnTo>
                <a:lnTo>
                  <a:pt x="1674" y="5221"/>
                </a:lnTo>
                <a:lnTo>
                  <a:pt x="1673" y="5221"/>
                </a:lnTo>
                <a:lnTo>
                  <a:pt x="1673" y="5222"/>
                </a:lnTo>
                <a:lnTo>
                  <a:pt x="1671" y="5222"/>
                </a:lnTo>
                <a:lnTo>
                  <a:pt x="1671" y="5221"/>
                </a:lnTo>
                <a:lnTo>
                  <a:pt x="1670" y="5221"/>
                </a:lnTo>
                <a:lnTo>
                  <a:pt x="1670" y="5222"/>
                </a:lnTo>
                <a:lnTo>
                  <a:pt x="1670" y="5221"/>
                </a:lnTo>
                <a:lnTo>
                  <a:pt x="1669" y="5221"/>
                </a:lnTo>
                <a:lnTo>
                  <a:pt x="1668" y="5221"/>
                </a:lnTo>
                <a:lnTo>
                  <a:pt x="1667" y="5221"/>
                </a:lnTo>
                <a:lnTo>
                  <a:pt x="1666" y="5221"/>
                </a:lnTo>
                <a:lnTo>
                  <a:pt x="1665" y="5221"/>
                </a:lnTo>
                <a:lnTo>
                  <a:pt x="1665" y="5220"/>
                </a:lnTo>
                <a:lnTo>
                  <a:pt x="1664" y="5220"/>
                </a:lnTo>
                <a:lnTo>
                  <a:pt x="1664" y="5219"/>
                </a:lnTo>
                <a:lnTo>
                  <a:pt x="1663" y="5219"/>
                </a:lnTo>
                <a:lnTo>
                  <a:pt x="1663" y="5218"/>
                </a:lnTo>
                <a:lnTo>
                  <a:pt x="1663" y="5217"/>
                </a:lnTo>
                <a:lnTo>
                  <a:pt x="1662" y="5217"/>
                </a:lnTo>
                <a:lnTo>
                  <a:pt x="1661" y="5217"/>
                </a:lnTo>
                <a:lnTo>
                  <a:pt x="1661" y="5216"/>
                </a:lnTo>
                <a:lnTo>
                  <a:pt x="1660" y="5216"/>
                </a:lnTo>
                <a:lnTo>
                  <a:pt x="1659" y="5216"/>
                </a:lnTo>
                <a:lnTo>
                  <a:pt x="1658" y="5215"/>
                </a:lnTo>
                <a:lnTo>
                  <a:pt x="1657" y="5215"/>
                </a:lnTo>
                <a:lnTo>
                  <a:pt x="1657" y="5214"/>
                </a:lnTo>
                <a:lnTo>
                  <a:pt x="1657" y="5215"/>
                </a:lnTo>
                <a:lnTo>
                  <a:pt x="1656" y="5215"/>
                </a:lnTo>
                <a:lnTo>
                  <a:pt x="1656" y="5214"/>
                </a:lnTo>
                <a:lnTo>
                  <a:pt x="1655" y="5214"/>
                </a:lnTo>
                <a:lnTo>
                  <a:pt x="1655" y="5215"/>
                </a:lnTo>
                <a:lnTo>
                  <a:pt x="1654" y="5215"/>
                </a:lnTo>
                <a:lnTo>
                  <a:pt x="1653" y="5215"/>
                </a:lnTo>
                <a:lnTo>
                  <a:pt x="1652" y="5215"/>
                </a:lnTo>
                <a:lnTo>
                  <a:pt x="1652" y="5216"/>
                </a:lnTo>
                <a:lnTo>
                  <a:pt x="1651" y="5216"/>
                </a:lnTo>
                <a:lnTo>
                  <a:pt x="1651" y="5217"/>
                </a:lnTo>
                <a:lnTo>
                  <a:pt x="1650" y="5217"/>
                </a:lnTo>
                <a:lnTo>
                  <a:pt x="1650" y="5218"/>
                </a:lnTo>
                <a:lnTo>
                  <a:pt x="1649" y="5218"/>
                </a:lnTo>
                <a:lnTo>
                  <a:pt x="1649" y="5219"/>
                </a:lnTo>
                <a:lnTo>
                  <a:pt x="1648" y="5219"/>
                </a:lnTo>
                <a:lnTo>
                  <a:pt x="1648" y="5218"/>
                </a:lnTo>
                <a:lnTo>
                  <a:pt x="1647" y="5218"/>
                </a:lnTo>
                <a:lnTo>
                  <a:pt x="1646" y="5218"/>
                </a:lnTo>
                <a:lnTo>
                  <a:pt x="1645" y="5218"/>
                </a:lnTo>
                <a:lnTo>
                  <a:pt x="1644" y="5218"/>
                </a:lnTo>
                <a:lnTo>
                  <a:pt x="1643" y="5218"/>
                </a:lnTo>
                <a:lnTo>
                  <a:pt x="1642" y="5218"/>
                </a:lnTo>
                <a:lnTo>
                  <a:pt x="1641" y="5218"/>
                </a:lnTo>
                <a:lnTo>
                  <a:pt x="1641" y="5217"/>
                </a:lnTo>
                <a:lnTo>
                  <a:pt x="1641" y="5218"/>
                </a:lnTo>
                <a:lnTo>
                  <a:pt x="1640" y="5218"/>
                </a:lnTo>
                <a:lnTo>
                  <a:pt x="1639" y="5218"/>
                </a:lnTo>
                <a:lnTo>
                  <a:pt x="1639" y="5217"/>
                </a:lnTo>
                <a:lnTo>
                  <a:pt x="1638" y="5217"/>
                </a:lnTo>
                <a:lnTo>
                  <a:pt x="1637" y="5217"/>
                </a:lnTo>
                <a:lnTo>
                  <a:pt x="1637" y="5216"/>
                </a:lnTo>
                <a:lnTo>
                  <a:pt x="1636" y="5216"/>
                </a:lnTo>
                <a:lnTo>
                  <a:pt x="1636" y="5215"/>
                </a:lnTo>
                <a:lnTo>
                  <a:pt x="1636" y="5214"/>
                </a:lnTo>
                <a:lnTo>
                  <a:pt x="1635" y="5214"/>
                </a:lnTo>
                <a:lnTo>
                  <a:pt x="1634" y="5214"/>
                </a:lnTo>
                <a:lnTo>
                  <a:pt x="1634" y="5213"/>
                </a:lnTo>
                <a:lnTo>
                  <a:pt x="1633" y="5213"/>
                </a:lnTo>
                <a:lnTo>
                  <a:pt x="1632" y="5213"/>
                </a:lnTo>
                <a:lnTo>
                  <a:pt x="1631" y="5213"/>
                </a:lnTo>
                <a:lnTo>
                  <a:pt x="1632" y="5213"/>
                </a:lnTo>
                <a:lnTo>
                  <a:pt x="1631" y="5213"/>
                </a:lnTo>
                <a:lnTo>
                  <a:pt x="1631" y="5212"/>
                </a:lnTo>
                <a:lnTo>
                  <a:pt x="1630" y="5212"/>
                </a:lnTo>
                <a:lnTo>
                  <a:pt x="1630" y="5211"/>
                </a:lnTo>
                <a:lnTo>
                  <a:pt x="1629" y="5211"/>
                </a:lnTo>
                <a:lnTo>
                  <a:pt x="1629" y="5210"/>
                </a:lnTo>
                <a:lnTo>
                  <a:pt x="1629" y="5209"/>
                </a:lnTo>
                <a:lnTo>
                  <a:pt x="1629" y="5208"/>
                </a:lnTo>
                <a:lnTo>
                  <a:pt x="1629" y="5207"/>
                </a:lnTo>
                <a:lnTo>
                  <a:pt x="1629" y="5206"/>
                </a:lnTo>
                <a:lnTo>
                  <a:pt x="1630" y="5206"/>
                </a:lnTo>
                <a:lnTo>
                  <a:pt x="1630" y="5205"/>
                </a:lnTo>
                <a:lnTo>
                  <a:pt x="1630" y="5204"/>
                </a:lnTo>
                <a:lnTo>
                  <a:pt x="1629" y="5204"/>
                </a:lnTo>
                <a:lnTo>
                  <a:pt x="1629" y="5203"/>
                </a:lnTo>
                <a:lnTo>
                  <a:pt x="1628" y="5203"/>
                </a:lnTo>
                <a:lnTo>
                  <a:pt x="1627" y="5203"/>
                </a:lnTo>
                <a:lnTo>
                  <a:pt x="1627" y="5202"/>
                </a:lnTo>
                <a:lnTo>
                  <a:pt x="1627" y="5201"/>
                </a:lnTo>
                <a:lnTo>
                  <a:pt x="1627" y="5200"/>
                </a:lnTo>
                <a:lnTo>
                  <a:pt x="1626" y="5200"/>
                </a:lnTo>
                <a:lnTo>
                  <a:pt x="1626" y="5199"/>
                </a:lnTo>
                <a:lnTo>
                  <a:pt x="1626" y="5198"/>
                </a:lnTo>
                <a:lnTo>
                  <a:pt x="1626" y="5197"/>
                </a:lnTo>
                <a:lnTo>
                  <a:pt x="1626" y="5196"/>
                </a:lnTo>
                <a:lnTo>
                  <a:pt x="1626" y="5195"/>
                </a:lnTo>
                <a:lnTo>
                  <a:pt x="1625" y="5195"/>
                </a:lnTo>
                <a:lnTo>
                  <a:pt x="1625" y="5194"/>
                </a:lnTo>
                <a:lnTo>
                  <a:pt x="1624" y="5193"/>
                </a:lnTo>
                <a:lnTo>
                  <a:pt x="1623" y="5193"/>
                </a:lnTo>
                <a:lnTo>
                  <a:pt x="1623" y="5192"/>
                </a:lnTo>
                <a:lnTo>
                  <a:pt x="1622" y="5192"/>
                </a:lnTo>
                <a:lnTo>
                  <a:pt x="1622" y="5191"/>
                </a:lnTo>
                <a:lnTo>
                  <a:pt x="1622" y="5190"/>
                </a:lnTo>
                <a:lnTo>
                  <a:pt x="1621" y="5190"/>
                </a:lnTo>
                <a:lnTo>
                  <a:pt x="1621" y="5189"/>
                </a:lnTo>
                <a:lnTo>
                  <a:pt x="1621" y="5188"/>
                </a:lnTo>
                <a:lnTo>
                  <a:pt x="1621" y="5187"/>
                </a:lnTo>
                <a:lnTo>
                  <a:pt x="1620" y="5187"/>
                </a:lnTo>
                <a:lnTo>
                  <a:pt x="1619" y="5187"/>
                </a:lnTo>
                <a:lnTo>
                  <a:pt x="1618" y="5187"/>
                </a:lnTo>
                <a:lnTo>
                  <a:pt x="1617" y="5187"/>
                </a:lnTo>
                <a:lnTo>
                  <a:pt x="1617" y="5186"/>
                </a:lnTo>
                <a:lnTo>
                  <a:pt x="1617" y="5185"/>
                </a:lnTo>
                <a:lnTo>
                  <a:pt x="1616" y="5185"/>
                </a:lnTo>
                <a:lnTo>
                  <a:pt x="1615" y="5185"/>
                </a:lnTo>
                <a:lnTo>
                  <a:pt x="1614" y="5185"/>
                </a:lnTo>
                <a:lnTo>
                  <a:pt x="1613" y="5185"/>
                </a:lnTo>
                <a:lnTo>
                  <a:pt x="1612" y="5185"/>
                </a:lnTo>
                <a:lnTo>
                  <a:pt x="1611" y="5185"/>
                </a:lnTo>
                <a:lnTo>
                  <a:pt x="1610" y="5185"/>
                </a:lnTo>
                <a:lnTo>
                  <a:pt x="1609" y="5185"/>
                </a:lnTo>
                <a:lnTo>
                  <a:pt x="1609" y="5184"/>
                </a:lnTo>
                <a:lnTo>
                  <a:pt x="1608" y="5184"/>
                </a:lnTo>
                <a:lnTo>
                  <a:pt x="1607" y="5184"/>
                </a:lnTo>
                <a:lnTo>
                  <a:pt x="1607" y="5183"/>
                </a:lnTo>
                <a:lnTo>
                  <a:pt x="1606" y="5183"/>
                </a:lnTo>
                <a:lnTo>
                  <a:pt x="1605" y="5183"/>
                </a:lnTo>
                <a:lnTo>
                  <a:pt x="1604" y="5183"/>
                </a:lnTo>
                <a:lnTo>
                  <a:pt x="1604" y="5182"/>
                </a:lnTo>
                <a:lnTo>
                  <a:pt x="1603" y="5182"/>
                </a:lnTo>
                <a:lnTo>
                  <a:pt x="1603" y="5181"/>
                </a:lnTo>
                <a:lnTo>
                  <a:pt x="1602" y="5181"/>
                </a:lnTo>
                <a:lnTo>
                  <a:pt x="1602" y="5180"/>
                </a:lnTo>
                <a:lnTo>
                  <a:pt x="1602" y="5179"/>
                </a:lnTo>
                <a:lnTo>
                  <a:pt x="1603" y="5179"/>
                </a:lnTo>
                <a:lnTo>
                  <a:pt x="1603" y="5178"/>
                </a:lnTo>
                <a:lnTo>
                  <a:pt x="1602" y="5177"/>
                </a:lnTo>
                <a:lnTo>
                  <a:pt x="1602" y="5176"/>
                </a:lnTo>
                <a:lnTo>
                  <a:pt x="1601" y="5176"/>
                </a:lnTo>
                <a:lnTo>
                  <a:pt x="1601" y="5175"/>
                </a:lnTo>
                <a:lnTo>
                  <a:pt x="1600" y="5175"/>
                </a:lnTo>
                <a:lnTo>
                  <a:pt x="1599" y="5175"/>
                </a:lnTo>
                <a:lnTo>
                  <a:pt x="1599" y="5174"/>
                </a:lnTo>
                <a:lnTo>
                  <a:pt x="1598" y="5174"/>
                </a:lnTo>
                <a:lnTo>
                  <a:pt x="1597" y="5174"/>
                </a:lnTo>
                <a:lnTo>
                  <a:pt x="1597" y="5173"/>
                </a:lnTo>
                <a:lnTo>
                  <a:pt x="1596" y="5173"/>
                </a:lnTo>
                <a:lnTo>
                  <a:pt x="1596" y="5172"/>
                </a:lnTo>
                <a:lnTo>
                  <a:pt x="1595" y="5172"/>
                </a:lnTo>
                <a:lnTo>
                  <a:pt x="1595" y="5171"/>
                </a:lnTo>
                <a:lnTo>
                  <a:pt x="1594" y="5171"/>
                </a:lnTo>
                <a:lnTo>
                  <a:pt x="1594" y="5170"/>
                </a:lnTo>
                <a:lnTo>
                  <a:pt x="1593" y="5170"/>
                </a:lnTo>
                <a:lnTo>
                  <a:pt x="1593" y="5169"/>
                </a:lnTo>
                <a:lnTo>
                  <a:pt x="1593" y="5168"/>
                </a:lnTo>
                <a:lnTo>
                  <a:pt x="1594" y="5168"/>
                </a:lnTo>
                <a:lnTo>
                  <a:pt x="1594" y="5167"/>
                </a:lnTo>
                <a:lnTo>
                  <a:pt x="1593" y="5167"/>
                </a:lnTo>
                <a:lnTo>
                  <a:pt x="1593" y="5166"/>
                </a:lnTo>
                <a:lnTo>
                  <a:pt x="1592" y="5166"/>
                </a:lnTo>
                <a:lnTo>
                  <a:pt x="1591" y="5166"/>
                </a:lnTo>
                <a:lnTo>
                  <a:pt x="1591" y="5165"/>
                </a:lnTo>
                <a:lnTo>
                  <a:pt x="1590" y="5165"/>
                </a:lnTo>
                <a:lnTo>
                  <a:pt x="1590" y="5166"/>
                </a:lnTo>
                <a:lnTo>
                  <a:pt x="1589" y="5166"/>
                </a:lnTo>
                <a:lnTo>
                  <a:pt x="1589" y="5167"/>
                </a:lnTo>
                <a:lnTo>
                  <a:pt x="1588" y="5167"/>
                </a:lnTo>
                <a:lnTo>
                  <a:pt x="1587" y="5167"/>
                </a:lnTo>
                <a:lnTo>
                  <a:pt x="1586" y="5167"/>
                </a:lnTo>
                <a:lnTo>
                  <a:pt x="1585" y="5167"/>
                </a:lnTo>
                <a:lnTo>
                  <a:pt x="1585" y="5166"/>
                </a:lnTo>
                <a:lnTo>
                  <a:pt x="1584" y="5166"/>
                </a:lnTo>
                <a:lnTo>
                  <a:pt x="1583" y="5166"/>
                </a:lnTo>
                <a:lnTo>
                  <a:pt x="1582" y="5166"/>
                </a:lnTo>
                <a:lnTo>
                  <a:pt x="1582" y="5165"/>
                </a:lnTo>
                <a:lnTo>
                  <a:pt x="1580" y="5165"/>
                </a:lnTo>
                <a:lnTo>
                  <a:pt x="1579" y="5165"/>
                </a:lnTo>
                <a:lnTo>
                  <a:pt x="1579" y="5164"/>
                </a:lnTo>
                <a:lnTo>
                  <a:pt x="1578" y="5164"/>
                </a:lnTo>
                <a:lnTo>
                  <a:pt x="1578" y="5163"/>
                </a:lnTo>
                <a:lnTo>
                  <a:pt x="1577" y="5163"/>
                </a:lnTo>
                <a:lnTo>
                  <a:pt x="1578" y="5163"/>
                </a:lnTo>
                <a:lnTo>
                  <a:pt x="1578" y="5162"/>
                </a:lnTo>
                <a:lnTo>
                  <a:pt x="1577" y="5162"/>
                </a:lnTo>
                <a:lnTo>
                  <a:pt x="1577" y="5161"/>
                </a:lnTo>
                <a:lnTo>
                  <a:pt x="1576" y="5161"/>
                </a:lnTo>
                <a:lnTo>
                  <a:pt x="1575" y="5161"/>
                </a:lnTo>
                <a:lnTo>
                  <a:pt x="1574" y="5161"/>
                </a:lnTo>
                <a:lnTo>
                  <a:pt x="1574" y="5160"/>
                </a:lnTo>
                <a:lnTo>
                  <a:pt x="1573" y="5160"/>
                </a:lnTo>
                <a:lnTo>
                  <a:pt x="1573" y="5159"/>
                </a:lnTo>
                <a:lnTo>
                  <a:pt x="1573" y="5158"/>
                </a:lnTo>
                <a:lnTo>
                  <a:pt x="1573" y="5157"/>
                </a:lnTo>
                <a:lnTo>
                  <a:pt x="1574" y="5157"/>
                </a:lnTo>
                <a:lnTo>
                  <a:pt x="1574" y="5156"/>
                </a:lnTo>
                <a:lnTo>
                  <a:pt x="1574" y="5155"/>
                </a:lnTo>
                <a:lnTo>
                  <a:pt x="1574" y="5154"/>
                </a:lnTo>
                <a:lnTo>
                  <a:pt x="1575" y="5154"/>
                </a:lnTo>
                <a:lnTo>
                  <a:pt x="1576" y="5154"/>
                </a:lnTo>
                <a:lnTo>
                  <a:pt x="1576" y="5153"/>
                </a:lnTo>
                <a:lnTo>
                  <a:pt x="1577" y="5153"/>
                </a:lnTo>
                <a:lnTo>
                  <a:pt x="1576" y="5153"/>
                </a:lnTo>
                <a:lnTo>
                  <a:pt x="1576" y="5152"/>
                </a:lnTo>
                <a:lnTo>
                  <a:pt x="1575" y="5152"/>
                </a:lnTo>
                <a:lnTo>
                  <a:pt x="1574" y="5151"/>
                </a:lnTo>
                <a:lnTo>
                  <a:pt x="1574" y="5150"/>
                </a:lnTo>
                <a:lnTo>
                  <a:pt x="1574" y="5149"/>
                </a:lnTo>
                <a:lnTo>
                  <a:pt x="1574" y="5148"/>
                </a:lnTo>
                <a:lnTo>
                  <a:pt x="1573" y="5147"/>
                </a:lnTo>
                <a:lnTo>
                  <a:pt x="1573" y="5146"/>
                </a:lnTo>
                <a:lnTo>
                  <a:pt x="1572" y="5146"/>
                </a:lnTo>
                <a:lnTo>
                  <a:pt x="1571" y="5146"/>
                </a:lnTo>
                <a:lnTo>
                  <a:pt x="1570" y="5145"/>
                </a:lnTo>
                <a:lnTo>
                  <a:pt x="1569" y="5145"/>
                </a:lnTo>
                <a:lnTo>
                  <a:pt x="1568" y="5145"/>
                </a:lnTo>
                <a:lnTo>
                  <a:pt x="1567" y="5145"/>
                </a:lnTo>
                <a:lnTo>
                  <a:pt x="1567" y="5144"/>
                </a:lnTo>
                <a:lnTo>
                  <a:pt x="1566" y="5144"/>
                </a:lnTo>
                <a:lnTo>
                  <a:pt x="1565" y="5144"/>
                </a:lnTo>
                <a:lnTo>
                  <a:pt x="1564" y="5144"/>
                </a:lnTo>
                <a:lnTo>
                  <a:pt x="1563" y="5144"/>
                </a:lnTo>
                <a:lnTo>
                  <a:pt x="1561" y="5144"/>
                </a:lnTo>
                <a:lnTo>
                  <a:pt x="1561" y="5145"/>
                </a:lnTo>
                <a:lnTo>
                  <a:pt x="1560" y="5145"/>
                </a:lnTo>
                <a:lnTo>
                  <a:pt x="1559" y="5145"/>
                </a:lnTo>
                <a:lnTo>
                  <a:pt x="1559" y="5146"/>
                </a:lnTo>
                <a:lnTo>
                  <a:pt x="1559" y="5147"/>
                </a:lnTo>
                <a:lnTo>
                  <a:pt x="1558" y="5147"/>
                </a:lnTo>
                <a:lnTo>
                  <a:pt x="1558" y="5148"/>
                </a:lnTo>
                <a:lnTo>
                  <a:pt x="1557" y="5149"/>
                </a:lnTo>
                <a:lnTo>
                  <a:pt x="1554" y="5149"/>
                </a:lnTo>
                <a:lnTo>
                  <a:pt x="1554" y="5150"/>
                </a:lnTo>
                <a:lnTo>
                  <a:pt x="1553" y="5150"/>
                </a:lnTo>
                <a:lnTo>
                  <a:pt x="1553" y="5149"/>
                </a:lnTo>
                <a:lnTo>
                  <a:pt x="1552" y="5149"/>
                </a:lnTo>
                <a:lnTo>
                  <a:pt x="1552" y="5148"/>
                </a:lnTo>
                <a:lnTo>
                  <a:pt x="1550" y="5148"/>
                </a:lnTo>
                <a:lnTo>
                  <a:pt x="1549" y="5148"/>
                </a:lnTo>
                <a:lnTo>
                  <a:pt x="1549" y="5147"/>
                </a:lnTo>
                <a:lnTo>
                  <a:pt x="1549" y="5145"/>
                </a:lnTo>
                <a:lnTo>
                  <a:pt x="1550" y="5145"/>
                </a:lnTo>
                <a:lnTo>
                  <a:pt x="1550" y="5144"/>
                </a:lnTo>
                <a:lnTo>
                  <a:pt x="1550" y="5143"/>
                </a:lnTo>
                <a:lnTo>
                  <a:pt x="1549" y="5143"/>
                </a:lnTo>
                <a:lnTo>
                  <a:pt x="1549" y="5142"/>
                </a:lnTo>
                <a:lnTo>
                  <a:pt x="1548" y="5142"/>
                </a:lnTo>
                <a:lnTo>
                  <a:pt x="1548" y="5141"/>
                </a:lnTo>
                <a:lnTo>
                  <a:pt x="1547" y="5141"/>
                </a:lnTo>
                <a:lnTo>
                  <a:pt x="1547" y="5140"/>
                </a:lnTo>
                <a:lnTo>
                  <a:pt x="1546" y="5140"/>
                </a:lnTo>
                <a:lnTo>
                  <a:pt x="1545" y="5140"/>
                </a:lnTo>
                <a:lnTo>
                  <a:pt x="1545" y="5139"/>
                </a:lnTo>
                <a:lnTo>
                  <a:pt x="1544" y="5139"/>
                </a:lnTo>
                <a:lnTo>
                  <a:pt x="1543" y="5139"/>
                </a:lnTo>
                <a:lnTo>
                  <a:pt x="1543" y="5140"/>
                </a:lnTo>
                <a:lnTo>
                  <a:pt x="1542" y="5140"/>
                </a:lnTo>
                <a:lnTo>
                  <a:pt x="1542" y="5141"/>
                </a:lnTo>
                <a:lnTo>
                  <a:pt x="1542" y="5142"/>
                </a:lnTo>
                <a:lnTo>
                  <a:pt x="1542" y="5143"/>
                </a:lnTo>
                <a:lnTo>
                  <a:pt x="1542" y="5144"/>
                </a:lnTo>
                <a:lnTo>
                  <a:pt x="1541" y="5144"/>
                </a:lnTo>
                <a:lnTo>
                  <a:pt x="1541" y="5145"/>
                </a:lnTo>
                <a:lnTo>
                  <a:pt x="1540" y="5145"/>
                </a:lnTo>
                <a:lnTo>
                  <a:pt x="1540" y="5146"/>
                </a:lnTo>
                <a:lnTo>
                  <a:pt x="1541" y="5146"/>
                </a:lnTo>
                <a:lnTo>
                  <a:pt x="1541" y="5147"/>
                </a:lnTo>
                <a:lnTo>
                  <a:pt x="1542" y="5147"/>
                </a:lnTo>
                <a:lnTo>
                  <a:pt x="1541" y="5147"/>
                </a:lnTo>
                <a:lnTo>
                  <a:pt x="1541" y="5148"/>
                </a:lnTo>
                <a:lnTo>
                  <a:pt x="1540" y="5148"/>
                </a:lnTo>
                <a:lnTo>
                  <a:pt x="1540" y="5149"/>
                </a:lnTo>
                <a:lnTo>
                  <a:pt x="1539" y="5149"/>
                </a:lnTo>
                <a:lnTo>
                  <a:pt x="1539" y="5150"/>
                </a:lnTo>
                <a:lnTo>
                  <a:pt x="1538" y="5150"/>
                </a:lnTo>
                <a:lnTo>
                  <a:pt x="1538" y="5151"/>
                </a:lnTo>
                <a:lnTo>
                  <a:pt x="1537" y="5151"/>
                </a:lnTo>
                <a:lnTo>
                  <a:pt x="1537" y="5150"/>
                </a:lnTo>
                <a:lnTo>
                  <a:pt x="1536" y="5150"/>
                </a:lnTo>
                <a:lnTo>
                  <a:pt x="1535" y="5150"/>
                </a:lnTo>
                <a:lnTo>
                  <a:pt x="1535" y="5151"/>
                </a:lnTo>
                <a:lnTo>
                  <a:pt x="1535" y="5152"/>
                </a:lnTo>
                <a:lnTo>
                  <a:pt x="1534" y="5152"/>
                </a:lnTo>
                <a:lnTo>
                  <a:pt x="1535" y="5152"/>
                </a:lnTo>
                <a:lnTo>
                  <a:pt x="1535" y="5153"/>
                </a:lnTo>
                <a:lnTo>
                  <a:pt x="1534" y="5153"/>
                </a:lnTo>
                <a:lnTo>
                  <a:pt x="1534" y="5154"/>
                </a:lnTo>
                <a:lnTo>
                  <a:pt x="1534" y="5155"/>
                </a:lnTo>
                <a:lnTo>
                  <a:pt x="1533" y="5155"/>
                </a:lnTo>
                <a:lnTo>
                  <a:pt x="1533" y="5156"/>
                </a:lnTo>
                <a:lnTo>
                  <a:pt x="1532" y="5156"/>
                </a:lnTo>
                <a:lnTo>
                  <a:pt x="1532" y="5157"/>
                </a:lnTo>
                <a:lnTo>
                  <a:pt x="1531" y="5157"/>
                </a:lnTo>
                <a:lnTo>
                  <a:pt x="1531" y="5158"/>
                </a:lnTo>
                <a:lnTo>
                  <a:pt x="1531" y="5159"/>
                </a:lnTo>
                <a:lnTo>
                  <a:pt x="1530" y="5159"/>
                </a:lnTo>
                <a:lnTo>
                  <a:pt x="1530" y="5160"/>
                </a:lnTo>
                <a:lnTo>
                  <a:pt x="1530" y="5161"/>
                </a:lnTo>
                <a:lnTo>
                  <a:pt x="1530" y="5162"/>
                </a:lnTo>
                <a:lnTo>
                  <a:pt x="1529" y="5162"/>
                </a:lnTo>
                <a:lnTo>
                  <a:pt x="1529" y="5163"/>
                </a:lnTo>
                <a:lnTo>
                  <a:pt x="1529" y="5164"/>
                </a:lnTo>
                <a:lnTo>
                  <a:pt x="1529" y="5165"/>
                </a:lnTo>
                <a:lnTo>
                  <a:pt x="1530" y="5165"/>
                </a:lnTo>
                <a:lnTo>
                  <a:pt x="1529" y="5165"/>
                </a:lnTo>
                <a:lnTo>
                  <a:pt x="1529" y="5166"/>
                </a:lnTo>
                <a:lnTo>
                  <a:pt x="1528" y="5166"/>
                </a:lnTo>
                <a:lnTo>
                  <a:pt x="1528" y="5167"/>
                </a:lnTo>
                <a:lnTo>
                  <a:pt x="1528" y="5168"/>
                </a:lnTo>
                <a:lnTo>
                  <a:pt x="1528" y="5169"/>
                </a:lnTo>
                <a:lnTo>
                  <a:pt x="1528" y="5168"/>
                </a:lnTo>
                <a:lnTo>
                  <a:pt x="1527" y="5168"/>
                </a:lnTo>
                <a:lnTo>
                  <a:pt x="1526" y="5168"/>
                </a:lnTo>
                <a:lnTo>
                  <a:pt x="1525" y="5168"/>
                </a:lnTo>
                <a:lnTo>
                  <a:pt x="1524" y="5168"/>
                </a:lnTo>
                <a:lnTo>
                  <a:pt x="1524" y="5169"/>
                </a:lnTo>
                <a:lnTo>
                  <a:pt x="1523" y="5169"/>
                </a:lnTo>
                <a:lnTo>
                  <a:pt x="1522" y="5169"/>
                </a:lnTo>
                <a:lnTo>
                  <a:pt x="1521" y="5169"/>
                </a:lnTo>
                <a:lnTo>
                  <a:pt x="1520" y="5169"/>
                </a:lnTo>
                <a:lnTo>
                  <a:pt x="1519" y="5169"/>
                </a:lnTo>
                <a:lnTo>
                  <a:pt x="1519" y="5170"/>
                </a:lnTo>
                <a:lnTo>
                  <a:pt x="1519" y="5171"/>
                </a:lnTo>
                <a:lnTo>
                  <a:pt x="1519" y="5172"/>
                </a:lnTo>
                <a:lnTo>
                  <a:pt x="1519" y="5173"/>
                </a:lnTo>
                <a:lnTo>
                  <a:pt x="1518" y="5173"/>
                </a:lnTo>
                <a:lnTo>
                  <a:pt x="1517" y="5173"/>
                </a:lnTo>
                <a:lnTo>
                  <a:pt x="1517" y="5174"/>
                </a:lnTo>
                <a:lnTo>
                  <a:pt x="1516" y="5174"/>
                </a:lnTo>
                <a:lnTo>
                  <a:pt x="1516" y="5175"/>
                </a:lnTo>
                <a:lnTo>
                  <a:pt x="1515" y="5175"/>
                </a:lnTo>
                <a:lnTo>
                  <a:pt x="1514" y="5175"/>
                </a:lnTo>
                <a:lnTo>
                  <a:pt x="1514" y="5176"/>
                </a:lnTo>
                <a:lnTo>
                  <a:pt x="1513" y="5176"/>
                </a:lnTo>
                <a:lnTo>
                  <a:pt x="1512" y="5176"/>
                </a:lnTo>
                <a:lnTo>
                  <a:pt x="1512" y="5175"/>
                </a:lnTo>
                <a:lnTo>
                  <a:pt x="1511" y="5175"/>
                </a:lnTo>
                <a:lnTo>
                  <a:pt x="1510" y="5175"/>
                </a:lnTo>
                <a:lnTo>
                  <a:pt x="1508" y="5175"/>
                </a:lnTo>
                <a:lnTo>
                  <a:pt x="1508" y="5174"/>
                </a:lnTo>
                <a:lnTo>
                  <a:pt x="1507" y="5174"/>
                </a:lnTo>
                <a:lnTo>
                  <a:pt x="1507" y="5173"/>
                </a:lnTo>
                <a:lnTo>
                  <a:pt x="1507" y="5172"/>
                </a:lnTo>
                <a:lnTo>
                  <a:pt x="1506" y="5171"/>
                </a:lnTo>
                <a:lnTo>
                  <a:pt x="1505" y="5171"/>
                </a:lnTo>
                <a:lnTo>
                  <a:pt x="1505" y="5170"/>
                </a:lnTo>
                <a:lnTo>
                  <a:pt x="1505" y="5169"/>
                </a:lnTo>
                <a:lnTo>
                  <a:pt x="1504" y="5169"/>
                </a:lnTo>
                <a:lnTo>
                  <a:pt x="1504" y="5168"/>
                </a:lnTo>
                <a:lnTo>
                  <a:pt x="1503" y="5168"/>
                </a:lnTo>
                <a:lnTo>
                  <a:pt x="1503" y="5167"/>
                </a:lnTo>
                <a:lnTo>
                  <a:pt x="1502" y="5167"/>
                </a:lnTo>
                <a:lnTo>
                  <a:pt x="1501" y="5167"/>
                </a:lnTo>
                <a:lnTo>
                  <a:pt x="1500" y="5167"/>
                </a:lnTo>
                <a:lnTo>
                  <a:pt x="1500" y="5166"/>
                </a:lnTo>
                <a:lnTo>
                  <a:pt x="1499" y="5166"/>
                </a:lnTo>
                <a:lnTo>
                  <a:pt x="1499" y="5167"/>
                </a:lnTo>
                <a:lnTo>
                  <a:pt x="1498" y="5167"/>
                </a:lnTo>
                <a:lnTo>
                  <a:pt x="1498" y="5166"/>
                </a:lnTo>
                <a:lnTo>
                  <a:pt x="1497" y="5166"/>
                </a:lnTo>
                <a:lnTo>
                  <a:pt x="1497" y="5165"/>
                </a:lnTo>
                <a:lnTo>
                  <a:pt x="1497" y="5164"/>
                </a:lnTo>
                <a:lnTo>
                  <a:pt x="1496" y="5164"/>
                </a:lnTo>
                <a:lnTo>
                  <a:pt x="1497" y="5164"/>
                </a:lnTo>
                <a:lnTo>
                  <a:pt x="1497" y="5163"/>
                </a:lnTo>
                <a:lnTo>
                  <a:pt x="1497" y="5162"/>
                </a:lnTo>
                <a:lnTo>
                  <a:pt x="1497" y="5161"/>
                </a:lnTo>
                <a:lnTo>
                  <a:pt x="1496" y="5161"/>
                </a:lnTo>
                <a:lnTo>
                  <a:pt x="1496" y="5162"/>
                </a:lnTo>
                <a:lnTo>
                  <a:pt x="1495" y="5162"/>
                </a:lnTo>
                <a:lnTo>
                  <a:pt x="1494" y="5163"/>
                </a:lnTo>
                <a:lnTo>
                  <a:pt x="1494" y="5164"/>
                </a:lnTo>
                <a:lnTo>
                  <a:pt x="1493" y="5164"/>
                </a:lnTo>
                <a:lnTo>
                  <a:pt x="1492" y="5164"/>
                </a:lnTo>
                <a:lnTo>
                  <a:pt x="1492" y="5163"/>
                </a:lnTo>
                <a:lnTo>
                  <a:pt x="1492" y="5162"/>
                </a:lnTo>
                <a:lnTo>
                  <a:pt x="1491" y="5162"/>
                </a:lnTo>
                <a:lnTo>
                  <a:pt x="1491" y="5161"/>
                </a:lnTo>
                <a:lnTo>
                  <a:pt x="1490" y="5161"/>
                </a:lnTo>
                <a:lnTo>
                  <a:pt x="1490" y="5160"/>
                </a:lnTo>
                <a:lnTo>
                  <a:pt x="1491" y="5160"/>
                </a:lnTo>
                <a:lnTo>
                  <a:pt x="1491" y="5159"/>
                </a:lnTo>
                <a:lnTo>
                  <a:pt x="1490" y="5159"/>
                </a:lnTo>
                <a:lnTo>
                  <a:pt x="1490" y="5158"/>
                </a:lnTo>
                <a:lnTo>
                  <a:pt x="1490" y="5157"/>
                </a:lnTo>
                <a:lnTo>
                  <a:pt x="1489" y="5157"/>
                </a:lnTo>
                <a:lnTo>
                  <a:pt x="1488" y="5157"/>
                </a:lnTo>
                <a:lnTo>
                  <a:pt x="1487" y="5157"/>
                </a:lnTo>
                <a:lnTo>
                  <a:pt x="1487" y="5156"/>
                </a:lnTo>
                <a:lnTo>
                  <a:pt x="1486" y="5156"/>
                </a:lnTo>
                <a:lnTo>
                  <a:pt x="1485" y="5156"/>
                </a:lnTo>
                <a:lnTo>
                  <a:pt x="1483" y="5156"/>
                </a:lnTo>
                <a:lnTo>
                  <a:pt x="1482" y="5156"/>
                </a:lnTo>
                <a:lnTo>
                  <a:pt x="1481" y="5156"/>
                </a:lnTo>
                <a:lnTo>
                  <a:pt x="1480" y="5156"/>
                </a:lnTo>
                <a:lnTo>
                  <a:pt x="1479" y="5156"/>
                </a:lnTo>
                <a:lnTo>
                  <a:pt x="1479" y="5155"/>
                </a:lnTo>
                <a:lnTo>
                  <a:pt x="1478" y="5155"/>
                </a:lnTo>
                <a:lnTo>
                  <a:pt x="1478" y="5154"/>
                </a:lnTo>
                <a:lnTo>
                  <a:pt x="1478" y="5153"/>
                </a:lnTo>
                <a:lnTo>
                  <a:pt x="1478" y="5152"/>
                </a:lnTo>
                <a:lnTo>
                  <a:pt x="1478" y="5151"/>
                </a:lnTo>
                <a:lnTo>
                  <a:pt x="1478" y="5150"/>
                </a:lnTo>
                <a:lnTo>
                  <a:pt x="1478" y="5149"/>
                </a:lnTo>
                <a:lnTo>
                  <a:pt x="1478" y="5147"/>
                </a:lnTo>
                <a:lnTo>
                  <a:pt x="1479" y="5147"/>
                </a:lnTo>
                <a:lnTo>
                  <a:pt x="1479" y="5146"/>
                </a:lnTo>
                <a:lnTo>
                  <a:pt x="1479" y="5145"/>
                </a:lnTo>
                <a:lnTo>
                  <a:pt x="1480" y="5144"/>
                </a:lnTo>
                <a:lnTo>
                  <a:pt x="1480" y="5143"/>
                </a:lnTo>
                <a:lnTo>
                  <a:pt x="1479" y="5143"/>
                </a:lnTo>
                <a:lnTo>
                  <a:pt x="1479" y="5142"/>
                </a:lnTo>
                <a:lnTo>
                  <a:pt x="1479" y="5141"/>
                </a:lnTo>
                <a:lnTo>
                  <a:pt x="1479" y="5140"/>
                </a:lnTo>
                <a:lnTo>
                  <a:pt x="1479" y="5139"/>
                </a:lnTo>
                <a:lnTo>
                  <a:pt x="1479" y="5138"/>
                </a:lnTo>
                <a:lnTo>
                  <a:pt x="1479" y="5137"/>
                </a:lnTo>
                <a:lnTo>
                  <a:pt x="1479" y="5136"/>
                </a:lnTo>
                <a:lnTo>
                  <a:pt x="1479" y="5135"/>
                </a:lnTo>
                <a:lnTo>
                  <a:pt x="1479" y="5134"/>
                </a:lnTo>
                <a:lnTo>
                  <a:pt x="1478" y="5134"/>
                </a:lnTo>
                <a:lnTo>
                  <a:pt x="1478" y="5133"/>
                </a:lnTo>
                <a:lnTo>
                  <a:pt x="1478" y="5132"/>
                </a:lnTo>
                <a:lnTo>
                  <a:pt x="1479" y="5132"/>
                </a:lnTo>
                <a:lnTo>
                  <a:pt x="1479" y="5131"/>
                </a:lnTo>
                <a:lnTo>
                  <a:pt x="1479" y="5130"/>
                </a:lnTo>
                <a:lnTo>
                  <a:pt x="1480" y="5130"/>
                </a:lnTo>
                <a:lnTo>
                  <a:pt x="1480" y="5131"/>
                </a:lnTo>
                <a:lnTo>
                  <a:pt x="1481" y="5131"/>
                </a:lnTo>
                <a:lnTo>
                  <a:pt x="1482" y="5131"/>
                </a:lnTo>
                <a:lnTo>
                  <a:pt x="1482" y="5130"/>
                </a:lnTo>
                <a:lnTo>
                  <a:pt x="1482" y="5129"/>
                </a:lnTo>
                <a:lnTo>
                  <a:pt x="1482" y="5128"/>
                </a:lnTo>
                <a:lnTo>
                  <a:pt x="1482" y="5127"/>
                </a:lnTo>
                <a:lnTo>
                  <a:pt x="1482" y="5126"/>
                </a:lnTo>
                <a:lnTo>
                  <a:pt x="1481" y="5126"/>
                </a:lnTo>
                <a:lnTo>
                  <a:pt x="1481" y="5125"/>
                </a:lnTo>
                <a:lnTo>
                  <a:pt x="1481" y="5124"/>
                </a:lnTo>
                <a:lnTo>
                  <a:pt x="1481" y="5123"/>
                </a:lnTo>
                <a:lnTo>
                  <a:pt x="1480" y="5123"/>
                </a:lnTo>
                <a:lnTo>
                  <a:pt x="1480" y="5122"/>
                </a:lnTo>
                <a:lnTo>
                  <a:pt x="1479" y="5122"/>
                </a:lnTo>
                <a:lnTo>
                  <a:pt x="1479" y="5121"/>
                </a:lnTo>
                <a:lnTo>
                  <a:pt x="1479" y="5118"/>
                </a:lnTo>
                <a:lnTo>
                  <a:pt x="1480" y="5118"/>
                </a:lnTo>
                <a:lnTo>
                  <a:pt x="1480" y="5117"/>
                </a:lnTo>
                <a:lnTo>
                  <a:pt x="1479" y="5117"/>
                </a:lnTo>
                <a:lnTo>
                  <a:pt x="1479" y="5116"/>
                </a:lnTo>
                <a:lnTo>
                  <a:pt x="1479" y="5115"/>
                </a:lnTo>
                <a:lnTo>
                  <a:pt x="1479" y="5114"/>
                </a:lnTo>
                <a:lnTo>
                  <a:pt x="1478" y="5114"/>
                </a:lnTo>
                <a:lnTo>
                  <a:pt x="1477" y="5114"/>
                </a:lnTo>
                <a:lnTo>
                  <a:pt x="1476" y="5114"/>
                </a:lnTo>
                <a:lnTo>
                  <a:pt x="1476" y="5115"/>
                </a:lnTo>
                <a:lnTo>
                  <a:pt x="1476" y="5117"/>
                </a:lnTo>
                <a:lnTo>
                  <a:pt x="1476" y="5118"/>
                </a:lnTo>
                <a:lnTo>
                  <a:pt x="1476" y="5119"/>
                </a:lnTo>
                <a:lnTo>
                  <a:pt x="1476" y="5120"/>
                </a:lnTo>
                <a:lnTo>
                  <a:pt x="1475" y="5120"/>
                </a:lnTo>
                <a:lnTo>
                  <a:pt x="1474" y="5120"/>
                </a:lnTo>
                <a:lnTo>
                  <a:pt x="1473" y="5120"/>
                </a:lnTo>
                <a:lnTo>
                  <a:pt x="1472" y="5120"/>
                </a:lnTo>
                <a:lnTo>
                  <a:pt x="1472" y="5121"/>
                </a:lnTo>
                <a:lnTo>
                  <a:pt x="1471" y="5121"/>
                </a:lnTo>
                <a:lnTo>
                  <a:pt x="1470" y="5121"/>
                </a:lnTo>
                <a:lnTo>
                  <a:pt x="1470" y="5122"/>
                </a:lnTo>
                <a:lnTo>
                  <a:pt x="1469" y="5122"/>
                </a:lnTo>
                <a:lnTo>
                  <a:pt x="1469" y="5123"/>
                </a:lnTo>
                <a:lnTo>
                  <a:pt x="1468" y="5123"/>
                </a:lnTo>
                <a:lnTo>
                  <a:pt x="1468" y="5124"/>
                </a:lnTo>
                <a:lnTo>
                  <a:pt x="1468" y="5123"/>
                </a:lnTo>
                <a:lnTo>
                  <a:pt x="1467" y="5123"/>
                </a:lnTo>
                <a:lnTo>
                  <a:pt x="1467" y="5124"/>
                </a:lnTo>
                <a:lnTo>
                  <a:pt x="1467" y="5125"/>
                </a:lnTo>
                <a:lnTo>
                  <a:pt x="1466" y="5125"/>
                </a:lnTo>
                <a:lnTo>
                  <a:pt x="1467" y="5125"/>
                </a:lnTo>
                <a:lnTo>
                  <a:pt x="1467" y="5126"/>
                </a:lnTo>
                <a:lnTo>
                  <a:pt x="1466" y="5126"/>
                </a:lnTo>
                <a:lnTo>
                  <a:pt x="1466" y="5127"/>
                </a:lnTo>
                <a:lnTo>
                  <a:pt x="1465" y="5127"/>
                </a:lnTo>
                <a:lnTo>
                  <a:pt x="1465" y="5128"/>
                </a:lnTo>
                <a:lnTo>
                  <a:pt x="1464" y="5128"/>
                </a:lnTo>
                <a:lnTo>
                  <a:pt x="1463" y="5128"/>
                </a:lnTo>
                <a:lnTo>
                  <a:pt x="1462" y="5128"/>
                </a:lnTo>
                <a:lnTo>
                  <a:pt x="1462" y="5127"/>
                </a:lnTo>
                <a:lnTo>
                  <a:pt x="1461" y="5127"/>
                </a:lnTo>
                <a:lnTo>
                  <a:pt x="1460" y="5127"/>
                </a:lnTo>
                <a:lnTo>
                  <a:pt x="1460" y="5126"/>
                </a:lnTo>
                <a:lnTo>
                  <a:pt x="1459" y="5126"/>
                </a:lnTo>
                <a:lnTo>
                  <a:pt x="1459" y="5127"/>
                </a:lnTo>
                <a:lnTo>
                  <a:pt x="1458" y="5127"/>
                </a:lnTo>
                <a:lnTo>
                  <a:pt x="1457" y="5127"/>
                </a:lnTo>
                <a:lnTo>
                  <a:pt x="1457" y="5128"/>
                </a:lnTo>
                <a:lnTo>
                  <a:pt x="1457" y="5129"/>
                </a:lnTo>
                <a:lnTo>
                  <a:pt x="1457" y="5130"/>
                </a:lnTo>
                <a:lnTo>
                  <a:pt x="1457" y="5131"/>
                </a:lnTo>
                <a:lnTo>
                  <a:pt x="1458" y="5131"/>
                </a:lnTo>
                <a:lnTo>
                  <a:pt x="1458" y="5132"/>
                </a:lnTo>
                <a:lnTo>
                  <a:pt x="1458" y="5133"/>
                </a:lnTo>
                <a:lnTo>
                  <a:pt x="1458" y="5134"/>
                </a:lnTo>
                <a:lnTo>
                  <a:pt x="1457" y="5134"/>
                </a:lnTo>
                <a:lnTo>
                  <a:pt x="1457" y="5135"/>
                </a:lnTo>
                <a:lnTo>
                  <a:pt x="1456" y="5135"/>
                </a:lnTo>
                <a:lnTo>
                  <a:pt x="1456" y="5136"/>
                </a:lnTo>
                <a:lnTo>
                  <a:pt x="1456" y="5137"/>
                </a:lnTo>
                <a:lnTo>
                  <a:pt x="1456" y="5138"/>
                </a:lnTo>
                <a:lnTo>
                  <a:pt x="1456" y="5139"/>
                </a:lnTo>
                <a:lnTo>
                  <a:pt x="1456" y="5140"/>
                </a:lnTo>
                <a:lnTo>
                  <a:pt x="1455" y="5140"/>
                </a:lnTo>
                <a:lnTo>
                  <a:pt x="1454" y="5140"/>
                </a:lnTo>
                <a:lnTo>
                  <a:pt x="1454" y="5141"/>
                </a:lnTo>
                <a:lnTo>
                  <a:pt x="1454" y="5142"/>
                </a:lnTo>
                <a:lnTo>
                  <a:pt x="1454" y="5143"/>
                </a:lnTo>
                <a:lnTo>
                  <a:pt x="1455" y="5143"/>
                </a:lnTo>
                <a:lnTo>
                  <a:pt x="1455" y="5144"/>
                </a:lnTo>
                <a:lnTo>
                  <a:pt x="1455" y="5145"/>
                </a:lnTo>
                <a:lnTo>
                  <a:pt x="1455" y="5146"/>
                </a:lnTo>
                <a:lnTo>
                  <a:pt x="1456" y="5146"/>
                </a:lnTo>
                <a:lnTo>
                  <a:pt x="1456" y="5147"/>
                </a:lnTo>
                <a:lnTo>
                  <a:pt x="1456" y="5148"/>
                </a:lnTo>
                <a:lnTo>
                  <a:pt x="1457" y="5148"/>
                </a:lnTo>
                <a:lnTo>
                  <a:pt x="1456" y="5148"/>
                </a:lnTo>
                <a:lnTo>
                  <a:pt x="1456" y="5149"/>
                </a:lnTo>
                <a:lnTo>
                  <a:pt x="1457" y="5149"/>
                </a:lnTo>
                <a:lnTo>
                  <a:pt x="1457" y="5150"/>
                </a:lnTo>
                <a:lnTo>
                  <a:pt x="1457" y="5151"/>
                </a:lnTo>
                <a:lnTo>
                  <a:pt x="1457" y="5152"/>
                </a:lnTo>
                <a:lnTo>
                  <a:pt x="1457" y="5153"/>
                </a:lnTo>
                <a:lnTo>
                  <a:pt x="1457" y="5154"/>
                </a:lnTo>
                <a:lnTo>
                  <a:pt x="1456" y="5154"/>
                </a:lnTo>
                <a:lnTo>
                  <a:pt x="1456" y="5155"/>
                </a:lnTo>
                <a:lnTo>
                  <a:pt x="1457" y="5155"/>
                </a:lnTo>
                <a:lnTo>
                  <a:pt x="1456" y="5155"/>
                </a:lnTo>
                <a:lnTo>
                  <a:pt x="1456" y="5156"/>
                </a:lnTo>
                <a:lnTo>
                  <a:pt x="1457" y="5156"/>
                </a:lnTo>
                <a:lnTo>
                  <a:pt x="1457" y="5157"/>
                </a:lnTo>
                <a:lnTo>
                  <a:pt x="1457" y="5158"/>
                </a:lnTo>
                <a:lnTo>
                  <a:pt x="1458" y="5158"/>
                </a:lnTo>
                <a:lnTo>
                  <a:pt x="1459" y="5158"/>
                </a:lnTo>
                <a:lnTo>
                  <a:pt x="1459" y="5159"/>
                </a:lnTo>
                <a:lnTo>
                  <a:pt x="1459" y="5160"/>
                </a:lnTo>
                <a:lnTo>
                  <a:pt x="1458" y="5160"/>
                </a:lnTo>
                <a:lnTo>
                  <a:pt x="1458" y="5161"/>
                </a:lnTo>
                <a:lnTo>
                  <a:pt x="1457" y="5161"/>
                </a:lnTo>
                <a:lnTo>
                  <a:pt x="1456" y="5161"/>
                </a:lnTo>
                <a:lnTo>
                  <a:pt x="1455" y="5161"/>
                </a:lnTo>
                <a:lnTo>
                  <a:pt x="1454" y="5161"/>
                </a:lnTo>
                <a:lnTo>
                  <a:pt x="1454" y="5162"/>
                </a:lnTo>
                <a:lnTo>
                  <a:pt x="1454" y="5161"/>
                </a:lnTo>
                <a:lnTo>
                  <a:pt x="1453" y="5161"/>
                </a:lnTo>
                <a:lnTo>
                  <a:pt x="1453" y="5162"/>
                </a:lnTo>
                <a:lnTo>
                  <a:pt x="1452" y="5162"/>
                </a:lnTo>
                <a:lnTo>
                  <a:pt x="1451" y="5162"/>
                </a:lnTo>
                <a:lnTo>
                  <a:pt x="1450" y="5162"/>
                </a:lnTo>
                <a:lnTo>
                  <a:pt x="1450" y="5163"/>
                </a:lnTo>
                <a:lnTo>
                  <a:pt x="1449" y="5163"/>
                </a:lnTo>
                <a:lnTo>
                  <a:pt x="1448" y="5163"/>
                </a:lnTo>
                <a:lnTo>
                  <a:pt x="1447" y="5163"/>
                </a:lnTo>
                <a:lnTo>
                  <a:pt x="1448" y="5163"/>
                </a:lnTo>
                <a:lnTo>
                  <a:pt x="1448" y="5164"/>
                </a:lnTo>
                <a:lnTo>
                  <a:pt x="1447" y="5164"/>
                </a:lnTo>
                <a:lnTo>
                  <a:pt x="1447" y="5165"/>
                </a:lnTo>
                <a:lnTo>
                  <a:pt x="1446" y="5165"/>
                </a:lnTo>
                <a:lnTo>
                  <a:pt x="1446" y="5164"/>
                </a:lnTo>
                <a:lnTo>
                  <a:pt x="1445" y="5164"/>
                </a:lnTo>
                <a:lnTo>
                  <a:pt x="1444" y="5164"/>
                </a:lnTo>
                <a:lnTo>
                  <a:pt x="1444" y="5163"/>
                </a:lnTo>
                <a:lnTo>
                  <a:pt x="1443" y="5163"/>
                </a:lnTo>
                <a:lnTo>
                  <a:pt x="1442" y="5163"/>
                </a:lnTo>
                <a:lnTo>
                  <a:pt x="1441" y="5163"/>
                </a:lnTo>
                <a:lnTo>
                  <a:pt x="1441" y="5162"/>
                </a:lnTo>
                <a:lnTo>
                  <a:pt x="1440" y="5162"/>
                </a:lnTo>
                <a:lnTo>
                  <a:pt x="1439" y="5162"/>
                </a:lnTo>
                <a:lnTo>
                  <a:pt x="1439" y="5161"/>
                </a:lnTo>
                <a:lnTo>
                  <a:pt x="1438" y="5161"/>
                </a:lnTo>
                <a:lnTo>
                  <a:pt x="1438" y="5160"/>
                </a:lnTo>
                <a:lnTo>
                  <a:pt x="1437" y="5160"/>
                </a:lnTo>
                <a:lnTo>
                  <a:pt x="1436" y="5160"/>
                </a:lnTo>
                <a:lnTo>
                  <a:pt x="1435" y="5160"/>
                </a:lnTo>
                <a:lnTo>
                  <a:pt x="1435" y="5159"/>
                </a:lnTo>
                <a:lnTo>
                  <a:pt x="1434" y="5159"/>
                </a:lnTo>
                <a:lnTo>
                  <a:pt x="1434" y="5158"/>
                </a:lnTo>
                <a:lnTo>
                  <a:pt x="1433" y="5158"/>
                </a:lnTo>
                <a:lnTo>
                  <a:pt x="1432" y="5157"/>
                </a:lnTo>
                <a:lnTo>
                  <a:pt x="1432" y="5156"/>
                </a:lnTo>
                <a:lnTo>
                  <a:pt x="1431" y="5156"/>
                </a:lnTo>
                <a:lnTo>
                  <a:pt x="1431" y="5155"/>
                </a:lnTo>
                <a:lnTo>
                  <a:pt x="1430" y="5155"/>
                </a:lnTo>
                <a:lnTo>
                  <a:pt x="1430" y="5154"/>
                </a:lnTo>
                <a:lnTo>
                  <a:pt x="1429" y="5154"/>
                </a:lnTo>
                <a:lnTo>
                  <a:pt x="1429" y="5153"/>
                </a:lnTo>
                <a:lnTo>
                  <a:pt x="1428" y="5153"/>
                </a:lnTo>
                <a:lnTo>
                  <a:pt x="1428" y="5152"/>
                </a:lnTo>
                <a:lnTo>
                  <a:pt x="1429" y="5152"/>
                </a:lnTo>
                <a:lnTo>
                  <a:pt x="1429" y="5151"/>
                </a:lnTo>
                <a:lnTo>
                  <a:pt x="1429" y="5150"/>
                </a:lnTo>
                <a:lnTo>
                  <a:pt x="1430" y="5150"/>
                </a:lnTo>
                <a:lnTo>
                  <a:pt x="1430" y="5149"/>
                </a:lnTo>
                <a:lnTo>
                  <a:pt x="1430" y="5148"/>
                </a:lnTo>
                <a:lnTo>
                  <a:pt x="1431" y="5148"/>
                </a:lnTo>
                <a:lnTo>
                  <a:pt x="1431" y="5147"/>
                </a:lnTo>
                <a:lnTo>
                  <a:pt x="1432" y="5147"/>
                </a:lnTo>
                <a:lnTo>
                  <a:pt x="1432" y="5146"/>
                </a:lnTo>
                <a:lnTo>
                  <a:pt x="1433" y="5146"/>
                </a:lnTo>
                <a:lnTo>
                  <a:pt x="1433" y="5145"/>
                </a:lnTo>
                <a:lnTo>
                  <a:pt x="1434" y="5145"/>
                </a:lnTo>
                <a:lnTo>
                  <a:pt x="1434" y="5144"/>
                </a:lnTo>
                <a:lnTo>
                  <a:pt x="1435" y="5144"/>
                </a:lnTo>
                <a:lnTo>
                  <a:pt x="1435" y="5143"/>
                </a:lnTo>
                <a:lnTo>
                  <a:pt x="1435" y="5142"/>
                </a:lnTo>
                <a:lnTo>
                  <a:pt x="1434" y="5142"/>
                </a:lnTo>
                <a:lnTo>
                  <a:pt x="1434" y="5141"/>
                </a:lnTo>
                <a:lnTo>
                  <a:pt x="1433" y="5141"/>
                </a:lnTo>
                <a:lnTo>
                  <a:pt x="1433" y="5142"/>
                </a:lnTo>
                <a:lnTo>
                  <a:pt x="1433" y="5141"/>
                </a:lnTo>
                <a:lnTo>
                  <a:pt x="1433" y="5140"/>
                </a:lnTo>
                <a:lnTo>
                  <a:pt x="1432" y="5140"/>
                </a:lnTo>
                <a:lnTo>
                  <a:pt x="1432" y="5139"/>
                </a:lnTo>
                <a:lnTo>
                  <a:pt x="1432" y="5138"/>
                </a:lnTo>
                <a:lnTo>
                  <a:pt x="1431" y="5138"/>
                </a:lnTo>
                <a:lnTo>
                  <a:pt x="1431" y="5137"/>
                </a:lnTo>
                <a:lnTo>
                  <a:pt x="1430" y="5137"/>
                </a:lnTo>
                <a:lnTo>
                  <a:pt x="1430" y="5136"/>
                </a:lnTo>
                <a:lnTo>
                  <a:pt x="1429" y="5136"/>
                </a:lnTo>
                <a:lnTo>
                  <a:pt x="1429" y="5135"/>
                </a:lnTo>
                <a:lnTo>
                  <a:pt x="1429" y="5136"/>
                </a:lnTo>
                <a:lnTo>
                  <a:pt x="1428" y="5136"/>
                </a:lnTo>
                <a:lnTo>
                  <a:pt x="1428" y="5135"/>
                </a:lnTo>
                <a:lnTo>
                  <a:pt x="1428" y="5134"/>
                </a:lnTo>
                <a:lnTo>
                  <a:pt x="1427" y="5134"/>
                </a:lnTo>
                <a:lnTo>
                  <a:pt x="1427" y="5133"/>
                </a:lnTo>
                <a:lnTo>
                  <a:pt x="1427" y="5132"/>
                </a:lnTo>
                <a:lnTo>
                  <a:pt x="1427" y="5131"/>
                </a:lnTo>
                <a:lnTo>
                  <a:pt x="1426" y="5130"/>
                </a:lnTo>
                <a:lnTo>
                  <a:pt x="1426" y="5129"/>
                </a:lnTo>
                <a:lnTo>
                  <a:pt x="1425" y="5129"/>
                </a:lnTo>
                <a:lnTo>
                  <a:pt x="1424" y="5129"/>
                </a:lnTo>
                <a:lnTo>
                  <a:pt x="1424" y="5128"/>
                </a:lnTo>
                <a:lnTo>
                  <a:pt x="1424" y="5127"/>
                </a:lnTo>
                <a:lnTo>
                  <a:pt x="1424" y="5126"/>
                </a:lnTo>
                <a:lnTo>
                  <a:pt x="1423" y="5126"/>
                </a:lnTo>
                <a:lnTo>
                  <a:pt x="1423" y="5125"/>
                </a:lnTo>
                <a:lnTo>
                  <a:pt x="1423" y="5124"/>
                </a:lnTo>
                <a:lnTo>
                  <a:pt x="1424" y="5124"/>
                </a:lnTo>
                <a:lnTo>
                  <a:pt x="1424" y="5123"/>
                </a:lnTo>
                <a:lnTo>
                  <a:pt x="1425" y="5123"/>
                </a:lnTo>
                <a:lnTo>
                  <a:pt x="1425" y="5122"/>
                </a:lnTo>
                <a:lnTo>
                  <a:pt x="1425" y="5121"/>
                </a:lnTo>
                <a:lnTo>
                  <a:pt x="1425" y="5120"/>
                </a:lnTo>
                <a:lnTo>
                  <a:pt x="1425" y="5119"/>
                </a:lnTo>
                <a:lnTo>
                  <a:pt x="1425" y="5118"/>
                </a:lnTo>
                <a:lnTo>
                  <a:pt x="1425" y="5117"/>
                </a:lnTo>
                <a:lnTo>
                  <a:pt x="1425" y="5116"/>
                </a:lnTo>
                <a:lnTo>
                  <a:pt x="1424" y="5116"/>
                </a:lnTo>
                <a:lnTo>
                  <a:pt x="1424" y="5115"/>
                </a:lnTo>
                <a:lnTo>
                  <a:pt x="1423" y="5115"/>
                </a:lnTo>
                <a:lnTo>
                  <a:pt x="1422" y="5115"/>
                </a:lnTo>
                <a:lnTo>
                  <a:pt x="1422" y="5114"/>
                </a:lnTo>
                <a:lnTo>
                  <a:pt x="1421" y="5114"/>
                </a:lnTo>
                <a:lnTo>
                  <a:pt x="1421" y="5113"/>
                </a:lnTo>
                <a:lnTo>
                  <a:pt x="1421" y="5112"/>
                </a:lnTo>
                <a:lnTo>
                  <a:pt x="1421" y="5111"/>
                </a:lnTo>
                <a:lnTo>
                  <a:pt x="1421" y="5110"/>
                </a:lnTo>
                <a:lnTo>
                  <a:pt x="1422" y="5110"/>
                </a:lnTo>
                <a:lnTo>
                  <a:pt x="1422" y="5109"/>
                </a:lnTo>
                <a:lnTo>
                  <a:pt x="1422" y="5108"/>
                </a:lnTo>
                <a:lnTo>
                  <a:pt x="1421" y="5108"/>
                </a:lnTo>
                <a:lnTo>
                  <a:pt x="1421" y="5107"/>
                </a:lnTo>
                <a:lnTo>
                  <a:pt x="1420" y="5107"/>
                </a:lnTo>
                <a:lnTo>
                  <a:pt x="1420" y="5106"/>
                </a:lnTo>
                <a:lnTo>
                  <a:pt x="1420" y="5105"/>
                </a:lnTo>
                <a:lnTo>
                  <a:pt x="1420" y="5104"/>
                </a:lnTo>
                <a:lnTo>
                  <a:pt x="1419" y="5104"/>
                </a:lnTo>
                <a:lnTo>
                  <a:pt x="1419" y="5102"/>
                </a:lnTo>
                <a:lnTo>
                  <a:pt x="1419" y="5101"/>
                </a:lnTo>
                <a:lnTo>
                  <a:pt x="1420" y="5101"/>
                </a:lnTo>
                <a:lnTo>
                  <a:pt x="1420" y="5100"/>
                </a:lnTo>
                <a:lnTo>
                  <a:pt x="1419" y="5100"/>
                </a:lnTo>
                <a:lnTo>
                  <a:pt x="1418" y="5100"/>
                </a:lnTo>
                <a:lnTo>
                  <a:pt x="1417" y="5100"/>
                </a:lnTo>
                <a:lnTo>
                  <a:pt x="1416" y="5100"/>
                </a:lnTo>
                <a:lnTo>
                  <a:pt x="1416" y="5099"/>
                </a:lnTo>
                <a:lnTo>
                  <a:pt x="1415" y="5099"/>
                </a:lnTo>
                <a:lnTo>
                  <a:pt x="1415" y="5098"/>
                </a:lnTo>
                <a:lnTo>
                  <a:pt x="1415" y="5097"/>
                </a:lnTo>
                <a:lnTo>
                  <a:pt x="1414" y="5097"/>
                </a:lnTo>
                <a:lnTo>
                  <a:pt x="1414" y="5096"/>
                </a:lnTo>
                <a:lnTo>
                  <a:pt x="1414" y="5095"/>
                </a:lnTo>
                <a:lnTo>
                  <a:pt x="1415" y="5095"/>
                </a:lnTo>
                <a:lnTo>
                  <a:pt x="1414" y="5095"/>
                </a:lnTo>
                <a:lnTo>
                  <a:pt x="1414" y="5096"/>
                </a:lnTo>
                <a:lnTo>
                  <a:pt x="1413" y="5096"/>
                </a:lnTo>
                <a:lnTo>
                  <a:pt x="1412" y="5096"/>
                </a:lnTo>
                <a:lnTo>
                  <a:pt x="1411" y="5096"/>
                </a:lnTo>
                <a:lnTo>
                  <a:pt x="1411" y="5095"/>
                </a:lnTo>
                <a:lnTo>
                  <a:pt x="1410" y="5094"/>
                </a:lnTo>
                <a:lnTo>
                  <a:pt x="1409" y="5094"/>
                </a:lnTo>
                <a:lnTo>
                  <a:pt x="1409" y="5093"/>
                </a:lnTo>
                <a:lnTo>
                  <a:pt x="1408" y="5093"/>
                </a:lnTo>
                <a:lnTo>
                  <a:pt x="1408" y="5092"/>
                </a:lnTo>
                <a:lnTo>
                  <a:pt x="1408" y="5091"/>
                </a:lnTo>
                <a:lnTo>
                  <a:pt x="1408" y="5090"/>
                </a:lnTo>
                <a:lnTo>
                  <a:pt x="1407" y="5090"/>
                </a:lnTo>
                <a:lnTo>
                  <a:pt x="1407" y="5089"/>
                </a:lnTo>
                <a:lnTo>
                  <a:pt x="1406" y="5089"/>
                </a:lnTo>
                <a:lnTo>
                  <a:pt x="1406" y="5088"/>
                </a:lnTo>
                <a:lnTo>
                  <a:pt x="1405" y="5088"/>
                </a:lnTo>
                <a:lnTo>
                  <a:pt x="1405" y="5087"/>
                </a:lnTo>
                <a:lnTo>
                  <a:pt x="1405" y="5086"/>
                </a:lnTo>
                <a:lnTo>
                  <a:pt x="1404" y="5086"/>
                </a:lnTo>
                <a:lnTo>
                  <a:pt x="1404" y="5085"/>
                </a:lnTo>
                <a:lnTo>
                  <a:pt x="1404" y="5084"/>
                </a:lnTo>
                <a:lnTo>
                  <a:pt x="1405" y="5084"/>
                </a:lnTo>
                <a:lnTo>
                  <a:pt x="1405" y="5083"/>
                </a:lnTo>
                <a:lnTo>
                  <a:pt x="1404" y="5083"/>
                </a:lnTo>
                <a:lnTo>
                  <a:pt x="1404" y="5082"/>
                </a:lnTo>
                <a:lnTo>
                  <a:pt x="1404" y="5081"/>
                </a:lnTo>
                <a:lnTo>
                  <a:pt x="1404" y="5080"/>
                </a:lnTo>
                <a:lnTo>
                  <a:pt x="1404" y="5079"/>
                </a:lnTo>
                <a:lnTo>
                  <a:pt x="1404" y="5078"/>
                </a:lnTo>
                <a:lnTo>
                  <a:pt x="1404" y="5077"/>
                </a:lnTo>
                <a:lnTo>
                  <a:pt x="1404" y="5076"/>
                </a:lnTo>
                <a:lnTo>
                  <a:pt x="1404" y="5075"/>
                </a:lnTo>
                <a:lnTo>
                  <a:pt x="1403" y="5075"/>
                </a:lnTo>
                <a:lnTo>
                  <a:pt x="1404" y="5075"/>
                </a:lnTo>
                <a:lnTo>
                  <a:pt x="1404" y="5074"/>
                </a:lnTo>
                <a:lnTo>
                  <a:pt x="1404" y="5073"/>
                </a:lnTo>
                <a:lnTo>
                  <a:pt x="1404" y="5072"/>
                </a:lnTo>
                <a:lnTo>
                  <a:pt x="1405" y="5072"/>
                </a:lnTo>
                <a:lnTo>
                  <a:pt x="1405" y="5071"/>
                </a:lnTo>
                <a:lnTo>
                  <a:pt x="1405" y="5070"/>
                </a:lnTo>
                <a:lnTo>
                  <a:pt x="1405" y="5068"/>
                </a:lnTo>
                <a:lnTo>
                  <a:pt x="1405" y="5067"/>
                </a:lnTo>
                <a:lnTo>
                  <a:pt x="1404" y="5067"/>
                </a:lnTo>
                <a:lnTo>
                  <a:pt x="1404" y="5066"/>
                </a:lnTo>
                <a:lnTo>
                  <a:pt x="1405" y="5066"/>
                </a:lnTo>
                <a:lnTo>
                  <a:pt x="1405" y="5065"/>
                </a:lnTo>
                <a:lnTo>
                  <a:pt x="1405" y="5064"/>
                </a:lnTo>
                <a:lnTo>
                  <a:pt x="1405" y="5063"/>
                </a:lnTo>
                <a:lnTo>
                  <a:pt x="1405" y="5062"/>
                </a:lnTo>
                <a:lnTo>
                  <a:pt x="1404" y="5062"/>
                </a:lnTo>
                <a:lnTo>
                  <a:pt x="1404" y="5061"/>
                </a:lnTo>
                <a:lnTo>
                  <a:pt x="1404" y="5060"/>
                </a:lnTo>
                <a:lnTo>
                  <a:pt x="1404" y="5059"/>
                </a:lnTo>
                <a:lnTo>
                  <a:pt x="1404" y="5058"/>
                </a:lnTo>
                <a:lnTo>
                  <a:pt x="1405" y="5058"/>
                </a:lnTo>
                <a:lnTo>
                  <a:pt x="1404" y="5057"/>
                </a:lnTo>
                <a:lnTo>
                  <a:pt x="1404" y="5056"/>
                </a:lnTo>
                <a:lnTo>
                  <a:pt x="1403" y="5055"/>
                </a:lnTo>
                <a:lnTo>
                  <a:pt x="1402" y="5055"/>
                </a:lnTo>
                <a:lnTo>
                  <a:pt x="1401" y="5055"/>
                </a:lnTo>
                <a:lnTo>
                  <a:pt x="1401" y="5054"/>
                </a:lnTo>
                <a:lnTo>
                  <a:pt x="1400" y="5055"/>
                </a:lnTo>
                <a:lnTo>
                  <a:pt x="1399" y="5055"/>
                </a:lnTo>
                <a:lnTo>
                  <a:pt x="1397" y="5062"/>
                </a:lnTo>
                <a:lnTo>
                  <a:pt x="1397" y="5061"/>
                </a:lnTo>
                <a:lnTo>
                  <a:pt x="1396" y="5061"/>
                </a:lnTo>
                <a:lnTo>
                  <a:pt x="1394" y="5061"/>
                </a:lnTo>
                <a:lnTo>
                  <a:pt x="1394" y="5062"/>
                </a:lnTo>
                <a:lnTo>
                  <a:pt x="1394" y="5063"/>
                </a:lnTo>
                <a:lnTo>
                  <a:pt x="1393" y="5063"/>
                </a:lnTo>
                <a:lnTo>
                  <a:pt x="1393" y="5064"/>
                </a:lnTo>
                <a:lnTo>
                  <a:pt x="1393" y="5065"/>
                </a:lnTo>
                <a:lnTo>
                  <a:pt x="1392" y="5065"/>
                </a:lnTo>
                <a:lnTo>
                  <a:pt x="1392" y="5066"/>
                </a:lnTo>
                <a:lnTo>
                  <a:pt x="1391" y="5066"/>
                </a:lnTo>
                <a:lnTo>
                  <a:pt x="1391" y="5067"/>
                </a:lnTo>
                <a:lnTo>
                  <a:pt x="1391" y="5068"/>
                </a:lnTo>
                <a:lnTo>
                  <a:pt x="1391" y="5069"/>
                </a:lnTo>
                <a:lnTo>
                  <a:pt x="1392" y="5069"/>
                </a:lnTo>
                <a:lnTo>
                  <a:pt x="1392" y="5070"/>
                </a:lnTo>
                <a:lnTo>
                  <a:pt x="1391" y="5070"/>
                </a:lnTo>
                <a:lnTo>
                  <a:pt x="1390" y="5070"/>
                </a:lnTo>
                <a:lnTo>
                  <a:pt x="1390" y="5071"/>
                </a:lnTo>
                <a:lnTo>
                  <a:pt x="1389" y="5071"/>
                </a:lnTo>
                <a:lnTo>
                  <a:pt x="1389" y="5072"/>
                </a:lnTo>
                <a:lnTo>
                  <a:pt x="1388" y="5072"/>
                </a:lnTo>
                <a:lnTo>
                  <a:pt x="1388" y="5073"/>
                </a:lnTo>
                <a:lnTo>
                  <a:pt x="1387" y="5073"/>
                </a:lnTo>
                <a:lnTo>
                  <a:pt x="1387" y="5074"/>
                </a:lnTo>
                <a:lnTo>
                  <a:pt x="1386" y="5074"/>
                </a:lnTo>
                <a:lnTo>
                  <a:pt x="1386" y="5075"/>
                </a:lnTo>
                <a:lnTo>
                  <a:pt x="1385" y="5075"/>
                </a:lnTo>
                <a:lnTo>
                  <a:pt x="1384" y="5076"/>
                </a:lnTo>
                <a:lnTo>
                  <a:pt x="1383" y="5076"/>
                </a:lnTo>
                <a:lnTo>
                  <a:pt x="1383" y="5077"/>
                </a:lnTo>
                <a:lnTo>
                  <a:pt x="1382" y="5077"/>
                </a:lnTo>
                <a:lnTo>
                  <a:pt x="1381" y="5077"/>
                </a:lnTo>
                <a:lnTo>
                  <a:pt x="1380" y="5077"/>
                </a:lnTo>
                <a:lnTo>
                  <a:pt x="1380" y="5076"/>
                </a:lnTo>
                <a:lnTo>
                  <a:pt x="1380" y="5075"/>
                </a:lnTo>
                <a:lnTo>
                  <a:pt x="1380" y="5071"/>
                </a:lnTo>
                <a:lnTo>
                  <a:pt x="1380" y="5070"/>
                </a:lnTo>
                <a:lnTo>
                  <a:pt x="1380" y="5069"/>
                </a:lnTo>
                <a:lnTo>
                  <a:pt x="1380" y="5068"/>
                </a:lnTo>
                <a:lnTo>
                  <a:pt x="1381" y="5068"/>
                </a:lnTo>
                <a:lnTo>
                  <a:pt x="1381" y="5067"/>
                </a:lnTo>
                <a:lnTo>
                  <a:pt x="1380" y="5067"/>
                </a:lnTo>
                <a:lnTo>
                  <a:pt x="1380" y="5066"/>
                </a:lnTo>
                <a:lnTo>
                  <a:pt x="1379" y="5066"/>
                </a:lnTo>
                <a:lnTo>
                  <a:pt x="1378" y="5066"/>
                </a:lnTo>
                <a:lnTo>
                  <a:pt x="1378" y="5067"/>
                </a:lnTo>
                <a:lnTo>
                  <a:pt x="1377" y="5067"/>
                </a:lnTo>
                <a:lnTo>
                  <a:pt x="1377" y="5066"/>
                </a:lnTo>
                <a:lnTo>
                  <a:pt x="1375" y="5066"/>
                </a:lnTo>
                <a:lnTo>
                  <a:pt x="1375" y="5065"/>
                </a:lnTo>
                <a:lnTo>
                  <a:pt x="1374" y="5065"/>
                </a:lnTo>
                <a:lnTo>
                  <a:pt x="1373" y="5065"/>
                </a:lnTo>
                <a:lnTo>
                  <a:pt x="1373" y="5064"/>
                </a:lnTo>
                <a:lnTo>
                  <a:pt x="1372" y="5064"/>
                </a:lnTo>
                <a:lnTo>
                  <a:pt x="1372" y="5063"/>
                </a:lnTo>
                <a:lnTo>
                  <a:pt x="1371" y="5062"/>
                </a:lnTo>
                <a:lnTo>
                  <a:pt x="1370" y="5062"/>
                </a:lnTo>
                <a:lnTo>
                  <a:pt x="1370" y="5061"/>
                </a:lnTo>
                <a:lnTo>
                  <a:pt x="1369" y="5061"/>
                </a:lnTo>
                <a:lnTo>
                  <a:pt x="1369" y="5060"/>
                </a:lnTo>
                <a:lnTo>
                  <a:pt x="1368" y="5060"/>
                </a:lnTo>
                <a:lnTo>
                  <a:pt x="1368" y="5059"/>
                </a:lnTo>
                <a:lnTo>
                  <a:pt x="1367" y="5059"/>
                </a:lnTo>
                <a:lnTo>
                  <a:pt x="1366" y="5059"/>
                </a:lnTo>
                <a:lnTo>
                  <a:pt x="1366" y="5058"/>
                </a:lnTo>
                <a:lnTo>
                  <a:pt x="1365" y="5058"/>
                </a:lnTo>
                <a:lnTo>
                  <a:pt x="1364" y="5058"/>
                </a:lnTo>
                <a:lnTo>
                  <a:pt x="1363" y="5058"/>
                </a:lnTo>
                <a:lnTo>
                  <a:pt x="1362" y="5058"/>
                </a:lnTo>
                <a:lnTo>
                  <a:pt x="1361" y="5058"/>
                </a:lnTo>
                <a:lnTo>
                  <a:pt x="1361" y="5057"/>
                </a:lnTo>
                <a:lnTo>
                  <a:pt x="1360" y="5057"/>
                </a:lnTo>
                <a:lnTo>
                  <a:pt x="1359" y="5057"/>
                </a:lnTo>
                <a:lnTo>
                  <a:pt x="1358" y="5056"/>
                </a:lnTo>
                <a:lnTo>
                  <a:pt x="1357" y="5056"/>
                </a:lnTo>
                <a:lnTo>
                  <a:pt x="1356" y="5056"/>
                </a:lnTo>
                <a:lnTo>
                  <a:pt x="1355" y="5056"/>
                </a:lnTo>
                <a:lnTo>
                  <a:pt x="1354" y="5056"/>
                </a:lnTo>
                <a:lnTo>
                  <a:pt x="1353" y="5056"/>
                </a:lnTo>
                <a:lnTo>
                  <a:pt x="1352" y="5056"/>
                </a:lnTo>
                <a:lnTo>
                  <a:pt x="1351" y="5056"/>
                </a:lnTo>
                <a:lnTo>
                  <a:pt x="1350" y="5056"/>
                </a:lnTo>
                <a:lnTo>
                  <a:pt x="1349" y="5056"/>
                </a:lnTo>
                <a:lnTo>
                  <a:pt x="1349" y="5057"/>
                </a:lnTo>
                <a:lnTo>
                  <a:pt x="1349" y="5058"/>
                </a:lnTo>
                <a:lnTo>
                  <a:pt x="1349" y="5059"/>
                </a:lnTo>
                <a:lnTo>
                  <a:pt x="1348" y="5059"/>
                </a:lnTo>
                <a:lnTo>
                  <a:pt x="1348" y="5060"/>
                </a:lnTo>
                <a:lnTo>
                  <a:pt x="1347" y="5060"/>
                </a:lnTo>
                <a:lnTo>
                  <a:pt x="1347" y="5061"/>
                </a:lnTo>
                <a:lnTo>
                  <a:pt x="1346" y="5061"/>
                </a:lnTo>
                <a:lnTo>
                  <a:pt x="1345" y="5061"/>
                </a:lnTo>
                <a:lnTo>
                  <a:pt x="1345" y="5062"/>
                </a:lnTo>
                <a:lnTo>
                  <a:pt x="1344" y="5062"/>
                </a:lnTo>
                <a:lnTo>
                  <a:pt x="1344" y="5063"/>
                </a:lnTo>
                <a:lnTo>
                  <a:pt x="1343" y="5063"/>
                </a:lnTo>
                <a:lnTo>
                  <a:pt x="1343" y="5064"/>
                </a:lnTo>
                <a:lnTo>
                  <a:pt x="1342" y="5064"/>
                </a:lnTo>
                <a:lnTo>
                  <a:pt x="1341" y="5064"/>
                </a:lnTo>
                <a:lnTo>
                  <a:pt x="1341" y="5065"/>
                </a:lnTo>
                <a:lnTo>
                  <a:pt x="1341" y="5064"/>
                </a:lnTo>
                <a:lnTo>
                  <a:pt x="1340" y="5064"/>
                </a:lnTo>
                <a:lnTo>
                  <a:pt x="1340" y="5063"/>
                </a:lnTo>
                <a:lnTo>
                  <a:pt x="1339" y="5063"/>
                </a:lnTo>
                <a:lnTo>
                  <a:pt x="1338" y="5063"/>
                </a:lnTo>
                <a:lnTo>
                  <a:pt x="1338" y="5062"/>
                </a:lnTo>
                <a:lnTo>
                  <a:pt x="1337" y="5062"/>
                </a:lnTo>
                <a:lnTo>
                  <a:pt x="1336" y="5062"/>
                </a:lnTo>
                <a:lnTo>
                  <a:pt x="1336" y="5061"/>
                </a:lnTo>
                <a:lnTo>
                  <a:pt x="1336" y="5060"/>
                </a:lnTo>
                <a:lnTo>
                  <a:pt x="1336" y="5059"/>
                </a:lnTo>
                <a:lnTo>
                  <a:pt x="1335" y="5059"/>
                </a:lnTo>
                <a:lnTo>
                  <a:pt x="1335" y="5058"/>
                </a:lnTo>
                <a:lnTo>
                  <a:pt x="1334" y="5058"/>
                </a:lnTo>
                <a:lnTo>
                  <a:pt x="1334" y="5059"/>
                </a:lnTo>
                <a:lnTo>
                  <a:pt x="1333" y="5059"/>
                </a:lnTo>
                <a:lnTo>
                  <a:pt x="1332" y="5059"/>
                </a:lnTo>
                <a:lnTo>
                  <a:pt x="1331" y="5059"/>
                </a:lnTo>
                <a:lnTo>
                  <a:pt x="1331" y="5060"/>
                </a:lnTo>
                <a:lnTo>
                  <a:pt x="1331" y="5059"/>
                </a:lnTo>
                <a:lnTo>
                  <a:pt x="1331" y="5060"/>
                </a:lnTo>
                <a:lnTo>
                  <a:pt x="1330" y="5060"/>
                </a:lnTo>
                <a:lnTo>
                  <a:pt x="1329" y="5060"/>
                </a:lnTo>
                <a:lnTo>
                  <a:pt x="1328" y="5060"/>
                </a:lnTo>
                <a:lnTo>
                  <a:pt x="1327" y="5060"/>
                </a:lnTo>
                <a:lnTo>
                  <a:pt x="1326" y="5060"/>
                </a:lnTo>
                <a:lnTo>
                  <a:pt x="1324" y="5060"/>
                </a:lnTo>
                <a:lnTo>
                  <a:pt x="1324" y="5059"/>
                </a:lnTo>
                <a:lnTo>
                  <a:pt x="1323" y="5059"/>
                </a:lnTo>
                <a:lnTo>
                  <a:pt x="1323" y="5058"/>
                </a:lnTo>
                <a:lnTo>
                  <a:pt x="1323" y="5057"/>
                </a:lnTo>
                <a:lnTo>
                  <a:pt x="1322" y="5057"/>
                </a:lnTo>
                <a:lnTo>
                  <a:pt x="1321" y="5057"/>
                </a:lnTo>
                <a:lnTo>
                  <a:pt x="1321" y="5058"/>
                </a:lnTo>
                <a:lnTo>
                  <a:pt x="1320" y="5058"/>
                </a:lnTo>
                <a:lnTo>
                  <a:pt x="1320" y="5057"/>
                </a:lnTo>
                <a:lnTo>
                  <a:pt x="1320" y="5056"/>
                </a:lnTo>
                <a:lnTo>
                  <a:pt x="1319" y="5056"/>
                </a:lnTo>
                <a:lnTo>
                  <a:pt x="1319" y="5055"/>
                </a:lnTo>
                <a:lnTo>
                  <a:pt x="1319" y="5053"/>
                </a:lnTo>
                <a:lnTo>
                  <a:pt x="1319" y="5052"/>
                </a:lnTo>
                <a:lnTo>
                  <a:pt x="1318" y="5052"/>
                </a:lnTo>
                <a:lnTo>
                  <a:pt x="1318" y="5051"/>
                </a:lnTo>
                <a:lnTo>
                  <a:pt x="1317" y="5051"/>
                </a:lnTo>
                <a:lnTo>
                  <a:pt x="1317" y="5050"/>
                </a:lnTo>
                <a:lnTo>
                  <a:pt x="1316" y="5050"/>
                </a:lnTo>
                <a:lnTo>
                  <a:pt x="1316" y="5049"/>
                </a:lnTo>
                <a:lnTo>
                  <a:pt x="1315" y="5049"/>
                </a:lnTo>
                <a:lnTo>
                  <a:pt x="1315" y="5048"/>
                </a:lnTo>
                <a:lnTo>
                  <a:pt x="1314" y="5048"/>
                </a:lnTo>
                <a:lnTo>
                  <a:pt x="1314" y="5047"/>
                </a:lnTo>
                <a:lnTo>
                  <a:pt x="1313" y="5047"/>
                </a:lnTo>
                <a:lnTo>
                  <a:pt x="1313" y="5046"/>
                </a:lnTo>
                <a:lnTo>
                  <a:pt x="1312" y="5046"/>
                </a:lnTo>
                <a:lnTo>
                  <a:pt x="1311" y="5047"/>
                </a:lnTo>
                <a:lnTo>
                  <a:pt x="1310" y="5047"/>
                </a:lnTo>
                <a:lnTo>
                  <a:pt x="1310" y="5048"/>
                </a:lnTo>
                <a:lnTo>
                  <a:pt x="1309" y="5048"/>
                </a:lnTo>
                <a:lnTo>
                  <a:pt x="1309" y="5049"/>
                </a:lnTo>
                <a:lnTo>
                  <a:pt x="1308" y="5049"/>
                </a:lnTo>
                <a:lnTo>
                  <a:pt x="1308" y="5048"/>
                </a:lnTo>
                <a:lnTo>
                  <a:pt x="1307" y="5048"/>
                </a:lnTo>
                <a:lnTo>
                  <a:pt x="1307" y="5047"/>
                </a:lnTo>
                <a:lnTo>
                  <a:pt x="1306" y="5047"/>
                </a:lnTo>
                <a:lnTo>
                  <a:pt x="1305" y="5047"/>
                </a:lnTo>
                <a:lnTo>
                  <a:pt x="1305" y="5046"/>
                </a:lnTo>
                <a:lnTo>
                  <a:pt x="1303" y="5046"/>
                </a:lnTo>
                <a:lnTo>
                  <a:pt x="1301" y="5046"/>
                </a:lnTo>
                <a:lnTo>
                  <a:pt x="1300" y="5046"/>
                </a:lnTo>
                <a:lnTo>
                  <a:pt x="1300" y="5045"/>
                </a:lnTo>
                <a:lnTo>
                  <a:pt x="1300" y="5044"/>
                </a:lnTo>
                <a:lnTo>
                  <a:pt x="1299" y="5044"/>
                </a:lnTo>
                <a:lnTo>
                  <a:pt x="1298" y="5044"/>
                </a:lnTo>
                <a:lnTo>
                  <a:pt x="1297" y="5044"/>
                </a:lnTo>
                <a:lnTo>
                  <a:pt x="1297" y="5043"/>
                </a:lnTo>
                <a:lnTo>
                  <a:pt x="1297" y="5042"/>
                </a:lnTo>
                <a:lnTo>
                  <a:pt x="1296" y="5042"/>
                </a:lnTo>
                <a:lnTo>
                  <a:pt x="1296" y="5041"/>
                </a:lnTo>
                <a:lnTo>
                  <a:pt x="1297" y="5041"/>
                </a:lnTo>
                <a:lnTo>
                  <a:pt x="1297" y="5040"/>
                </a:lnTo>
                <a:lnTo>
                  <a:pt x="1298" y="5040"/>
                </a:lnTo>
                <a:lnTo>
                  <a:pt x="1298" y="5039"/>
                </a:lnTo>
                <a:lnTo>
                  <a:pt x="1298" y="5038"/>
                </a:lnTo>
                <a:lnTo>
                  <a:pt x="1298" y="5037"/>
                </a:lnTo>
                <a:lnTo>
                  <a:pt x="1299" y="5037"/>
                </a:lnTo>
                <a:lnTo>
                  <a:pt x="1300" y="5037"/>
                </a:lnTo>
                <a:lnTo>
                  <a:pt x="1300" y="5035"/>
                </a:lnTo>
                <a:lnTo>
                  <a:pt x="1300" y="5034"/>
                </a:lnTo>
                <a:lnTo>
                  <a:pt x="1301" y="5034"/>
                </a:lnTo>
                <a:lnTo>
                  <a:pt x="1301" y="5033"/>
                </a:lnTo>
                <a:lnTo>
                  <a:pt x="1301" y="5032"/>
                </a:lnTo>
                <a:lnTo>
                  <a:pt x="1301" y="5031"/>
                </a:lnTo>
                <a:lnTo>
                  <a:pt x="1300" y="5031"/>
                </a:lnTo>
                <a:lnTo>
                  <a:pt x="1301" y="5031"/>
                </a:lnTo>
                <a:lnTo>
                  <a:pt x="1300" y="5031"/>
                </a:lnTo>
                <a:lnTo>
                  <a:pt x="1300" y="5030"/>
                </a:lnTo>
                <a:lnTo>
                  <a:pt x="1300" y="5029"/>
                </a:lnTo>
                <a:lnTo>
                  <a:pt x="1301" y="5029"/>
                </a:lnTo>
                <a:lnTo>
                  <a:pt x="1301" y="5028"/>
                </a:lnTo>
                <a:lnTo>
                  <a:pt x="1301" y="5027"/>
                </a:lnTo>
                <a:lnTo>
                  <a:pt x="1301" y="5026"/>
                </a:lnTo>
                <a:lnTo>
                  <a:pt x="1300" y="5026"/>
                </a:lnTo>
                <a:lnTo>
                  <a:pt x="1300" y="5025"/>
                </a:lnTo>
                <a:lnTo>
                  <a:pt x="1301" y="5025"/>
                </a:lnTo>
                <a:lnTo>
                  <a:pt x="1301" y="5024"/>
                </a:lnTo>
                <a:lnTo>
                  <a:pt x="1301" y="5023"/>
                </a:lnTo>
                <a:lnTo>
                  <a:pt x="1301" y="5022"/>
                </a:lnTo>
                <a:lnTo>
                  <a:pt x="1300" y="5022"/>
                </a:lnTo>
                <a:lnTo>
                  <a:pt x="1300" y="5021"/>
                </a:lnTo>
                <a:lnTo>
                  <a:pt x="1299" y="5021"/>
                </a:lnTo>
                <a:lnTo>
                  <a:pt x="1299" y="5020"/>
                </a:lnTo>
                <a:lnTo>
                  <a:pt x="1299" y="5019"/>
                </a:lnTo>
                <a:lnTo>
                  <a:pt x="1300" y="5019"/>
                </a:lnTo>
                <a:lnTo>
                  <a:pt x="1300" y="5018"/>
                </a:lnTo>
                <a:lnTo>
                  <a:pt x="1301" y="5018"/>
                </a:lnTo>
                <a:lnTo>
                  <a:pt x="1302" y="5017"/>
                </a:lnTo>
                <a:lnTo>
                  <a:pt x="1302" y="5016"/>
                </a:lnTo>
                <a:lnTo>
                  <a:pt x="1302" y="5015"/>
                </a:lnTo>
                <a:lnTo>
                  <a:pt x="1303" y="5015"/>
                </a:lnTo>
                <a:lnTo>
                  <a:pt x="1304" y="5015"/>
                </a:lnTo>
                <a:lnTo>
                  <a:pt x="1304" y="5014"/>
                </a:lnTo>
                <a:lnTo>
                  <a:pt x="1305" y="5014"/>
                </a:lnTo>
                <a:lnTo>
                  <a:pt x="1306" y="5014"/>
                </a:lnTo>
                <a:lnTo>
                  <a:pt x="1306" y="5015"/>
                </a:lnTo>
                <a:lnTo>
                  <a:pt x="1307" y="5015"/>
                </a:lnTo>
                <a:lnTo>
                  <a:pt x="1308" y="5015"/>
                </a:lnTo>
                <a:lnTo>
                  <a:pt x="1309" y="5015"/>
                </a:lnTo>
                <a:lnTo>
                  <a:pt x="1309" y="5014"/>
                </a:lnTo>
                <a:lnTo>
                  <a:pt x="1310" y="5014"/>
                </a:lnTo>
                <a:lnTo>
                  <a:pt x="1311" y="5014"/>
                </a:lnTo>
                <a:lnTo>
                  <a:pt x="1311" y="5013"/>
                </a:lnTo>
                <a:lnTo>
                  <a:pt x="1311" y="5012"/>
                </a:lnTo>
                <a:lnTo>
                  <a:pt x="1311" y="5011"/>
                </a:lnTo>
                <a:lnTo>
                  <a:pt x="1311" y="5010"/>
                </a:lnTo>
                <a:lnTo>
                  <a:pt x="1312" y="5010"/>
                </a:lnTo>
                <a:lnTo>
                  <a:pt x="1313" y="5010"/>
                </a:lnTo>
                <a:lnTo>
                  <a:pt x="1313" y="5009"/>
                </a:lnTo>
                <a:lnTo>
                  <a:pt x="1314" y="5008"/>
                </a:lnTo>
                <a:lnTo>
                  <a:pt x="1313" y="5008"/>
                </a:lnTo>
                <a:lnTo>
                  <a:pt x="1314" y="5008"/>
                </a:lnTo>
                <a:lnTo>
                  <a:pt x="1314" y="5007"/>
                </a:lnTo>
                <a:lnTo>
                  <a:pt x="1314" y="5006"/>
                </a:lnTo>
                <a:lnTo>
                  <a:pt x="1315" y="5006"/>
                </a:lnTo>
                <a:lnTo>
                  <a:pt x="1316" y="5006"/>
                </a:lnTo>
                <a:lnTo>
                  <a:pt x="1316" y="5007"/>
                </a:lnTo>
                <a:lnTo>
                  <a:pt x="1317" y="5007"/>
                </a:lnTo>
                <a:lnTo>
                  <a:pt x="1318" y="5007"/>
                </a:lnTo>
                <a:lnTo>
                  <a:pt x="1318" y="5006"/>
                </a:lnTo>
                <a:lnTo>
                  <a:pt x="1318" y="5005"/>
                </a:lnTo>
                <a:lnTo>
                  <a:pt x="1318" y="5004"/>
                </a:lnTo>
                <a:lnTo>
                  <a:pt x="1319" y="5004"/>
                </a:lnTo>
                <a:lnTo>
                  <a:pt x="1319" y="5003"/>
                </a:lnTo>
                <a:lnTo>
                  <a:pt x="1319" y="5002"/>
                </a:lnTo>
                <a:lnTo>
                  <a:pt x="1318" y="5002"/>
                </a:lnTo>
                <a:lnTo>
                  <a:pt x="1318" y="5001"/>
                </a:lnTo>
                <a:lnTo>
                  <a:pt x="1319" y="5001"/>
                </a:lnTo>
                <a:lnTo>
                  <a:pt x="1319" y="5000"/>
                </a:lnTo>
                <a:lnTo>
                  <a:pt x="1320" y="5000"/>
                </a:lnTo>
                <a:lnTo>
                  <a:pt x="1320" y="4999"/>
                </a:lnTo>
                <a:lnTo>
                  <a:pt x="1319" y="4999"/>
                </a:lnTo>
                <a:lnTo>
                  <a:pt x="1319" y="4998"/>
                </a:lnTo>
                <a:lnTo>
                  <a:pt x="1319" y="4997"/>
                </a:lnTo>
                <a:lnTo>
                  <a:pt x="1319" y="4996"/>
                </a:lnTo>
                <a:lnTo>
                  <a:pt x="1319" y="4995"/>
                </a:lnTo>
                <a:lnTo>
                  <a:pt x="1318" y="4995"/>
                </a:lnTo>
                <a:lnTo>
                  <a:pt x="1318" y="4993"/>
                </a:lnTo>
                <a:lnTo>
                  <a:pt x="1319" y="4993"/>
                </a:lnTo>
                <a:lnTo>
                  <a:pt x="1320" y="4993"/>
                </a:lnTo>
                <a:lnTo>
                  <a:pt x="1320" y="4992"/>
                </a:lnTo>
                <a:lnTo>
                  <a:pt x="1321" y="4992"/>
                </a:lnTo>
                <a:lnTo>
                  <a:pt x="1321" y="4991"/>
                </a:lnTo>
                <a:lnTo>
                  <a:pt x="1322" y="4991"/>
                </a:lnTo>
                <a:lnTo>
                  <a:pt x="1322" y="4990"/>
                </a:lnTo>
                <a:lnTo>
                  <a:pt x="1323" y="4990"/>
                </a:lnTo>
                <a:lnTo>
                  <a:pt x="1323" y="4989"/>
                </a:lnTo>
                <a:lnTo>
                  <a:pt x="1323" y="4988"/>
                </a:lnTo>
                <a:lnTo>
                  <a:pt x="1323" y="4987"/>
                </a:lnTo>
                <a:lnTo>
                  <a:pt x="1322" y="4987"/>
                </a:lnTo>
                <a:lnTo>
                  <a:pt x="1321" y="4987"/>
                </a:lnTo>
                <a:lnTo>
                  <a:pt x="1322" y="4987"/>
                </a:lnTo>
                <a:lnTo>
                  <a:pt x="1322" y="4986"/>
                </a:lnTo>
                <a:lnTo>
                  <a:pt x="1322" y="4985"/>
                </a:lnTo>
                <a:lnTo>
                  <a:pt x="1321" y="4984"/>
                </a:lnTo>
                <a:lnTo>
                  <a:pt x="1320" y="4984"/>
                </a:lnTo>
                <a:lnTo>
                  <a:pt x="1319" y="4984"/>
                </a:lnTo>
                <a:lnTo>
                  <a:pt x="1318" y="4984"/>
                </a:lnTo>
                <a:lnTo>
                  <a:pt x="1317" y="4984"/>
                </a:lnTo>
                <a:lnTo>
                  <a:pt x="1317" y="4983"/>
                </a:lnTo>
                <a:lnTo>
                  <a:pt x="1317" y="4982"/>
                </a:lnTo>
                <a:lnTo>
                  <a:pt x="1316" y="4982"/>
                </a:lnTo>
                <a:lnTo>
                  <a:pt x="1316" y="4981"/>
                </a:lnTo>
                <a:lnTo>
                  <a:pt x="1315" y="4981"/>
                </a:lnTo>
                <a:lnTo>
                  <a:pt x="1315" y="4980"/>
                </a:lnTo>
                <a:lnTo>
                  <a:pt x="1316" y="4980"/>
                </a:lnTo>
                <a:lnTo>
                  <a:pt x="1316" y="4979"/>
                </a:lnTo>
                <a:lnTo>
                  <a:pt x="1315" y="4979"/>
                </a:lnTo>
                <a:lnTo>
                  <a:pt x="1315" y="4978"/>
                </a:lnTo>
                <a:lnTo>
                  <a:pt x="1314" y="4978"/>
                </a:lnTo>
                <a:lnTo>
                  <a:pt x="1314" y="4977"/>
                </a:lnTo>
                <a:lnTo>
                  <a:pt x="1314" y="4976"/>
                </a:lnTo>
                <a:lnTo>
                  <a:pt x="1314" y="4975"/>
                </a:lnTo>
                <a:lnTo>
                  <a:pt x="1313" y="4975"/>
                </a:lnTo>
                <a:lnTo>
                  <a:pt x="1312" y="4975"/>
                </a:lnTo>
                <a:lnTo>
                  <a:pt x="1312" y="4974"/>
                </a:lnTo>
                <a:lnTo>
                  <a:pt x="1311" y="4974"/>
                </a:lnTo>
                <a:lnTo>
                  <a:pt x="1311" y="4973"/>
                </a:lnTo>
                <a:lnTo>
                  <a:pt x="1311" y="4974"/>
                </a:lnTo>
                <a:lnTo>
                  <a:pt x="1309" y="4974"/>
                </a:lnTo>
                <a:lnTo>
                  <a:pt x="1308" y="4974"/>
                </a:lnTo>
                <a:lnTo>
                  <a:pt x="1307" y="4974"/>
                </a:lnTo>
                <a:lnTo>
                  <a:pt x="1307" y="4975"/>
                </a:lnTo>
                <a:lnTo>
                  <a:pt x="1306" y="4975"/>
                </a:lnTo>
                <a:lnTo>
                  <a:pt x="1305" y="4975"/>
                </a:lnTo>
                <a:lnTo>
                  <a:pt x="1304" y="4975"/>
                </a:lnTo>
                <a:lnTo>
                  <a:pt x="1304" y="4974"/>
                </a:lnTo>
                <a:lnTo>
                  <a:pt x="1304" y="4973"/>
                </a:lnTo>
                <a:lnTo>
                  <a:pt x="1303" y="4973"/>
                </a:lnTo>
                <a:lnTo>
                  <a:pt x="1302" y="4973"/>
                </a:lnTo>
                <a:lnTo>
                  <a:pt x="1302" y="4972"/>
                </a:lnTo>
                <a:lnTo>
                  <a:pt x="1301" y="4972"/>
                </a:lnTo>
                <a:lnTo>
                  <a:pt x="1300" y="4972"/>
                </a:lnTo>
                <a:lnTo>
                  <a:pt x="1300" y="4973"/>
                </a:lnTo>
                <a:lnTo>
                  <a:pt x="1300" y="4974"/>
                </a:lnTo>
                <a:lnTo>
                  <a:pt x="1299" y="4974"/>
                </a:lnTo>
                <a:lnTo>
                  <a:pt x="1298" y="4974"/>
                </a:lnTo>
                <a:lnTo>
                  <a:pt x="1298" y="4975"/>
                </a:lnTo>
                <a:lnTo>
                  <a:pt x="1297" y="4975"/>
                </a:lnTo>
                <a:lnTo>
                  <a:pt x="1297" y="4976"/>
                </a:lnTo>
                <a:lnTo>
                  <a:pt x="1296" y="4976"/>
                </a:lnTo>
                <a:lnTo>
                  <a:pt x="1295" y="4977"/>
                </a:lnTo>
                <a:lnTo>
                  <a:pt x="1294" y="4977"/>
                </a:lnTo>
                <a:lnTo>
                  <a:pt x="1294" y="4978"/>
                </a:lnTo>
                <a:lnTo>
                  <a:pt x="1293" y="4978"/>
                </a:lnTo>
                <a:lnTo>
                  <a:pt x="1293" y="4979"/>
                </a:lnTo>
                <a:lnTo>
                  <a:pt x="1292" y="4979"/>
                </a:lnTo>
                <a:lnTo>
                  <a:pt x="1292" y="4980"/>
                </a:lnTo>
                <a:lnTo>
                  <a:pt x="1291" y="4980"/>
                </a:lnTo>
                <a:lnTo>
                  <a:pt x="1290" y="4980"/>
                </a:lnTo>
                <a:lnTo>
                  <a:pt x="1290" y="4981"/>
                </a:lnTo>
                <a:lnTo>
                  <a:pt x="1289" y="4981"/>
                </a:lnTo>
                <a:lnTo>
                  <a:pt x="1289" y="4982"/>
                </a:lnTo>
                <a:lnTo>
                  <a:pt x="1288" y="4982"/>
                </a:lnTo>
                <a:lnTo>
                  <a:pt x="1288" y="4983"/>
                </a:lnTo>
                <a:lnTo>
                  <a:pt x="1287" y="4983"/>
                </a:lnTo>
                <a:lnTo>
                  <a:pt x="1287" y="4984"/>
                </a:lnTo>
                <a:lnTo>
                  <a:pt x="1286" y="4984"/>
                </a:lnTo>
                <a:lnTo>
                  <a:pt x="1286" y="4985"/>
                </a:lnTo>
                <a:lnTo>
                  <a:pt x="1286" y="4986"/>
                </a:lnTo>
                <a:lnTo>
                  <a:pt x="1287" y="4986"/>
                </a:lnTo>
                <a:lnTo>
                  <a:pt x="1286" y="4986"/>
                </a:lnTo>
                <a:lnTo>
                  <a:pt x="1286" y="4987"/>
                </a:lnTo>
                <a:lnTo>
                  <a:pt x="1285" y="4987"/>
                </a:lnTo>
                <a:lnTo>
                  <a:pt x="1285" y="4988"/>
                </a:lnTo>
                <a:lnTo>
                  <a:pt x="1284" y="4988"/>
                </a:lnTo>
                <a:lnTo>
                  <a:pt x="1283" y="4988"/>
                </a:lnTo>
                <a:lnTo>
                  <a:pt x="1282" y="4988"/>
                </a:lnTo>
                <a:lnTo>
                  <a:pt x="1281" y="4988"/>
                </a:lnTo>
                <a:lnTo>
                  <a:pt x="1280" y="4988"/>
                </a:lnTo>
                <a:lnTo>
                  <a:pt x="1279" y="4988"/>
                </a:lnTo>
                <a:lnTo>
                  <a:pt x="1279" y="4989"/>
                </a:lnTo>
                <a:lnTo>
                  <a:pt x="1278" y="4989"/>
                </a:lnTo>
                <a:lnTo>
                  <a:pt x="1278" y="4987"/>
                </a:lnTo>
                <a:lnTo>
                  <a:pt x="1278" y="4986"/>
                </a:lnTo>
                <a:lnTo>
                  <a:pt x="1277" y="4986"/>
                </a:lnTo>
                <a:lnTo>
                  <a:pt x="1277" y="4985"/>
                </a:lnTo>
                <a:lnTo>
                  <a:pt x="1276" y="4985"/>
                </a:lnTo>
                <a:lnTo>
                  <a:pt x="1276" y="4986"/>
                </a:lnTo>
                <a:lnTo>
                  <a:pt x="1276" y="4985"/>
                </a:lnTo>
                <a:lnTo>
                  <a:pt x="1275" y="4985"/>
                </a:lnTo>
                <a:lnTo>
                  <a:pt x="1274" y="4985"/>
                </a:lnTo>
                <a:lnTo>
                  <a:pt x="1273" y="4985"/>
                </a:lnTo>
                <a:lnTo>
                  <a:pt x="1272" y="4986"/>
                </a:lnTo>
                <a:lnTo>
                  <a:pt x="1271" y="4986"/>
                </a:lnTo>
                <a:lnTo>
                  <a:pt x="1271" y="4985"/>
                </a:lnTo>
                <a:lnTo>
                  <a:pt x="1270" y="4985"/>
                </a:lnTo>
                <a:lnTo>
                  <a:pt x="1270" y="4984"/>
                </a:lnTo>
                <a:lnTo>
                  <a:pt x="1270" y="4985"/>
                </a:lnTo>
                <a:lnTo>
                  <a:pt x="1269" y="4985"/>
                </a:lnTo>
                <a:lnTo>
                  <a:pt x="1268" y="4985"/>
                </a:lnTo>
                <a:lnTo>
                  <a:pt x="1268" y="4986"/>
                </a:lnTo>
                <a:lnTo>
                  <a:pt x="1267" y="4986"/>
                </a:lnTo>
                <a:lnTo>
                  <a:pt x="1266" y="4986"/>
                </a:lnTo>
                <a:lnTo>
                  <a:pt x="1265" y="4986"/>
                </a:lnTo>
                <a:lnTo>
                  <a:pt x="1264" y="4986"/>
                </a:lnTo>
                <a:lnTo>
                  <a:pt x="1263" y="4986"/>
                </a:lnTo>
                <a:lnTo>
                  <a:pt x="1263" y="4987"/>
                </a:lnTo>
                <a:lnTo>
                  <a:pt x="1262" y="4987"/>
                </a:lnTo>
                <a:lnTo>
                  <a:pt x="1261" y="4987"/>
                </a:lnTo>
                <a:lnTo>
                  <a:pt x="1261" y="4986"/>
                </a:lnTo>
                <a:lnTo>
                  <a:pt x="1260" y="4985"/>
                </a:lnTo>
                <a:lnTo>
                  <a:pt x="1259" y="4985"/>
                </a:lnTo>
                <a:lnTo>
                  <a:pt x="1258" y="4984"/>
                </a:lnTo>
                <a:lnTo>
                  <a:pt x="1257" y="4983"/>
                </a:lnTo>
                <a:lnTo>
                  <a:pt x="1256" y="4982"/>
                </a:lnTo>
                <a:lnTo>
                  <a:pt x="1255" y="4982"/>
                </a:lnTo>
                <a:lnTo>
                  <a:pt x="1255" y="4981"/>
                </a:lnTo>
                <a:lnTo>
                  <a:pt x="1254" y="4981"/>
                </a:lnTo>
                <a:lnTo>
                  <a:pt x="1254" y="4980"/>
                </a:lnTo>
                <a:lnTo>
                  <a:pt x="1253" y="4980"/>
                </a:lnTo>
                <a:lnTo>
                  <a:pt x="1252" y="4979"/>
                </a:lnTo>
                <a:lnTo>
                  <a:pt x="1251" y="4978"/>
                </a:lnTo>
                <a:lnTo>
                  <a:pt x="1250" y="4977"/>
                </a:lnTo>
                <a:lnTo>
                  <a:pt x="1249" y="4977"/>
                </a:lnTo>
                <a:lnTo>
                  <a:pt x="1248" y="4977"/>
                </a:lnTo>
                <a:lnTo>
                  <a:pt x="1248" y="4976"/>
                </a:lnTo>
                <a:lnTo>
                  <a:pt x="1247" y="4976"/>
                </a:lnTo>
                <a:lnTo>
                  <a:pt x="1246" y="4976"/>
                </a:lnTo>
                <a:lnTo>
                  <a:pt x="1246" y="4975"/>
                </a:lnTo>
                <a:lnTo>
                  <a:pt x="1245" y="4975"/>
                </a:lnTo>
                <a:lnTo>
                  <a:pt x="1245" y="4974"/>
                </a:lnTo>
                <a:lnTo>
                  <a:pt x="1244" y="4974"/>
                </a:lnTo>
                <a:lnTo>
                  <a:pt x="1243" y="4974"/>
                </a:lnTo>
                <a:lnTo>
                  <a:pt x="1242" y="4974"/>
                </a:lnTo>
                <a:lnTo>
                  <a:pt x="1242" y="4973"/>
                </a:lnTo>
                <a:lnTo>
                  <a:pt x="1241" y="4973"/>
                </a:lnTo>
                <a:lnTo>
                  <a:pt x="1241" y="4972"/>
                </a:lnTo>
                <a:lnTo>
                  <a:pt x="1240" y="4972"/>
                </a:lnTo>
                <a:lnTo>
                  <a:pt x="1240" y="4971"/>
                </a:lnTo>
                <a:lnTo>
                  <a:pt x="1240" y="4970"/>
                </a:lnTo>
                <a:lnTo>
                  <a:pt x="1239" y="4970"/>
                </a:lnTo>
                <a:lnTo>
                  <a:pt x="1239" y="4969"/>
                </a:lnTo>
                <a:lnTo>
                  <a:pt x="1238" y="4969"/>
                </a:lnTo>
                <a:lnTo>
                  <a:pt x="1237" y="4969"/>
                </a:lnTo>
                <a:lnTo>
                  <a:pt x="1236" y="4969"/>
                </a:lnTo>
                <a:lnTo>
                  <a:pt x="1236" y="4968"/>
                </a:lnTo>
                <a:lnTo>
                  <a:pt x="1237" y="4968"/>
                </a:lnTo>
                <a:lnTo>
                  <a:pt x="1237" y="4967"/>
                </a:lnTo>
                <a:lnTo>
                  <a:pt x="1238" y="4967"/>
                </a:lnTo>
                <a:lnTo>
                  <a:pt x="1238" y="4966"/>
                </a:lnTo>
                <a:lnTo>
                  <a:pt x="1237" y="4966"/>
                </a:lnTo>
                <a:lnTo>
                  <a:pt x="1237" y="4965"/>
                </a:lnTo>
                <a:lnTo>
                  <a:pt x="1238" y="4965"/>
                </a:lnTo>
                <a:lnTo>
                  <a:pt x="1238" y="4964"/>
                </a:lnTo>
                <a:lnTo>
                  <a:pt x="1238" y="4963"/>
                </a:lnTo>
                <a:lnTo>
                  <a:pt x="1239" y="4963"/>
                </a:lnTo>
                <a:lnTo>
                  <a:pt x="1239" y="4962"/>
                </a:lnTo>
                <a:lnTo>
                  <a:pt x="1239" y="4961"/>
                </a:lnTo>
                <a:lnTo>
                  <a:pt x="1238" y="4961"/>
                </a:lnTo>
                <a:lnTo>
                  <a:pt x="1237" y="4961"/>
                </a:lnTo>
                <a:lnTo>
                  <a:pt x="1237" y="4960"/>
                </a:lnTo>
                <a:lnTo>
                  <a:pt x="1236" y="4960"/>
                </a:lnTo>
                <a:lnTo>
                  <a:pt x="1236" y="4959"/>
                </a:lnTo>
                <a:lnTo>
                  <a:pt x="1236" y="4960"/>
                </a:lnTo>
                <a:lnTo>
                  <a:pt x="1236" y="4959"/>
                </a:lnTo>
                <a:lnTo>
                  <a:pt x="1235" y="4959"/>
                </a:lnTo>
                <a:lnTo>
                  <a:pt x="1234" y="4959"/>
                </a:lnTo>
                <a:lnTo>
                  <a:pt x="1233" y="4958"/>
                </a:lnTo>
                <a:lnTo>
                  <a:pt x="1233" y="4957"/>
                </a:lnTo>
                <a:lnTo>
                  <a:pt x="1234" y="4957"/>
                </a:lnTo>
                <a:lnTo>
                  <a:pt x="1234" y="4956"/>
                </a:lnTo>
                <a:lnTo>
                  <a:pt x="1233" y="4956"/>
                </a:lnTo>
                <a:lnTo>
                  <a:pt x="1233" y="4955"/>
                </a:lnTo>
                <a:lnTo>
                  <a:pt x="1233" y="4954"/>
                </a:lnTo>
                <a:lnTo>
                  <a:pt x="1232" y="4954"/>
                </a:lnTo>
                <a:lnTo>
                  <a:pt x="1231" y="4954"/>
                </a:lnTo>
                <a:lnTo>
                  <a:pt x="1231" y="4953"/>
                </a:lnTo>
                <a:lnTo>
                  <a:pt x="1231" y="4952"/>
                </a:lnTo>
                <a:lnTo>
                  <a:pt x="1232" y="4951"/>
                </a:lnTo>
                <a:lnTo>
                  <a:pt x="1231" y="4950"/>
                </a:lnTo>
                <a:lnTo>
                  <a:pt x="1231" y="4949"/>
                </a:lnTo>
                <a:lnTo>
                  <a:pt x="1231" y="4948"/>
                </a:lnTo>
                <a:lnTo>
                  <a:pt x="1230" y="4948"/>
                </a:lnTo>
                <a:lnTo>
                  <a:pt x="1230" y="4947"/>
                </a:lnTo>
                <a:lnTo>
                  <a:pt x="1229" y="4947"/>
                </a:lnTo>
                <a:lnTo>
                  <a:pt x="1229" y="4946"/>
                </a:lnTo>
                <a:lnTo>
                  <a:pt x="1228" y="4946"/>
                </a:lnTo>
                <a:lnTo>
                  <a:pt x="1227" y="4946"/>
                </a:lnTo>
                <a:lnTo>
                  <a:pt x="1227" y="4945"/>
                </a:lnTo>
                <a:lnTo>
                  <a:pt x="1226" y="4945"/>
                </a:lnTo>
                <a:lnTo>
                  <a:pt x="1225" y="4945"/>
                </a:lnTo>
                <a:lnTo>
                  <a:pt x="1225" y="4946"/>
                </a:lnTo>
                <a:lnTo>
                  <a:pt x="1224" y="4946"/>
                </a:lnTo>
                <a:lnTo>
                  <a:pt x="1224" y="4945"/>
                </a:lnTo>
                <a:lnTo>
                  <a:pt x="1223" y="4945"/>
                </a:lnTo>
                <a:lnTo>
                  <a:pt x="1222" y="4945"/>
                </a:lnTo>
                <a:lnTo>
                  <a:pt x="1221" y="4945"/>
                </a:lnTo>
                <a:lnTo>
                  <a:pt x="1220" y="4945"/>
                </a:lnTo>
                <a:lnTo>
                  <a:pt x="1220" y="4944"/>
                </a:lnTo>
                <a:lnTo>
                  <a:pt x="1219" y="4944"/>
                </a:lnTo>
                <a:lnTo>
                  <a:pt x="1218" y="4944"/>
                </a:lnTo>
                <a:lnTo>
                  <a:pt x="1218" y="4943"/>
                </a:lnTo>
                <a:lnTo>
                  <a:pt x="1218" y="4942"/>
                </a:lnTo>
                <a:lnTo>
                  <a:pt x="1217" y="4942"/>
                </a:lnTo>
                <a:lnTo>
                  <a:pt x="1217" y="4941"/>
                </a:lnTo>
                <a:lnTo>
                  <a:pt x="1217" y="4940"/>
                </a:lnTo>
                <a:lnTo>
                  <a:pt x="1216" y="4940"/>
                </a:lnTo>
                <a:lnTo>
                  <a:pt x="1215" y="4940"/>
                </a:lnTo>
                <a:lnTo>
                  <a:pt x="1215" y="4941"/>
                </a:lnTo>
                <a:lnTo>
                  <a:pt x="1214" y="4941"/>
                </a:lnTo>
                <a:lnTo>
                  <a:pt x="1213" y="4941"/>
                </a:lnTo>
                <a:lnTo>
                  <a:pt x="1212" y="4941"/>
                </a:lnTo>
                <a:lnTo>
                  <a:pt x="1211" y="4941"/>
                </a:lnTo>
                <a:lnTo>
                  <a:pt x="1211" y="4940"/>
                </a:lnTo>
                <a:lnTo>
                  <a:pt x="1210" y="4940"/>
                </a:lnTo>
                <a:lnTo>
                  <a:pt x="1209" y="4939"/>
                </a:lnTo>
                <a:lnTo>
                  <a:pt x="1209" y="4940"/>
                </a:lnTo>
                <a:lnTo>
                  <a:pt x="1208" y="4940"/>
                </a:lnTo>
                <a:lnTo>
                  <a:pt x="1207" y="4940"/>
                </a:lnTo>
                <a:lnTo>
                  <a:pt x="1206" y="4940"/>
                </a:lnTo>
                <a:lnTo>
                  <a:pt x="1205" y="4941"/>
                </a:lnTo>
                <a:lnTo>
                  <a:pt x="1204" y="4941"/>
                </a:lnTo>
                <a:lnTo>
                  <a:pt x="1204" y="4940"/>
                </a:lnTo>
                <a:lnTo>
                  <a:pt x="1204" y="4939"/>
                </a:lnTo>
                <a:lnTo>
                  <a:pt x="1203" y="4939"/>
                </a:lnTo>
                <a:lnTo>
                  <a:pt x="1203" y="4938"/>
                </a:lnTo>
                <a:lnTo>
                  <a:pt x="1202" y="4938"/>
                </a:lnTo>
                <a:lnTo>
                  <a:pt x="1202" y="4937"/>
                </a:lnTo>
                <a:lnTo>
                  <a:pt x="1201" y="4937"/>
                </a:lnTo>
                <a:lnTo>
                  <a:pt x="1200" y="4937"/>
                </a:lnTo>
                <a:lnTo>
                  <a:pt x="1200" y="4936"/>
                </a:lnTo>
                <a:lnTo>
                  <a:pt x="1200" y="4935"/>
                </a:lnTo>
                <a:lnTo>
                  <a:pt x="1199" y="4935"/>
                </a:lnTo>
                <a:lnTo>
                  <a:pt x="1199" y="4934"/>
                </a:lnTo>
                <a:lnTo>
                  <a:pt x="1198" y="4933"/>
                </a:lnTo>
                <a:lnTo>
                  <a:pt x="1197" y="4933"/>
                </a:lnTo>
                <a:lnTo>
                  <a:pt x="1197" y="4932"/>
                </a:lnTo>
                <a:lnTo>
                  <a:pt x="1196" y="4932"/>
                </a:lnTo>
                <a:lnTo>
                  <a:pt x="1197" y="4931"/>
                </a:lnTo>
                <a:lnTo>
                  <a:pt x="1198" y="4931"/>
                </a:lnTo>
                <a:lnTo>
                  <a:pt x="1198" y="4930"/>
                </a:lnTo>
                <a:lnTo>
                  <a:pt x="1199" y="4930"/>
                </a:lnTo>
                <a:lnTo>
                  <a:pt x="1199" y="4929"/>
                </a:lnTo>
                <a:lnTo>
                  <a:pt x="1199" y="4928"/>
                </a:lnTo>
                <a:lnTo>
                  <a:pt x="1199" y="4927"/>
                </a:lnTo>
                <a:lnTo>
                  <a:pt x="1198" y="4927"/>
                </a:lnTo>
                <a:lnTo>
                  <a:pt x="1198" y="4926"/>
                </a:lnTo>
                <a:lnTo>
                  <a:pt x="1197" y="4926"/>
                </a:lnTo>
                <a:lnTo>
                  <a:pt x="1197" y="4925"/>
                </a:lnTo>
                <a:lnTo>
                  <a:pt x="1198" y="4925"/>
                </a:lnTo>
                <a:lnTo>
                  <a:pt x="1198" y="4924"/>
                </a:lnTo>
                <a:lnTo>
                  <a:pt x="1197" y="4924"/>
                </a:lnTo>
                <a:lnTo>
                  <a:pt x="1197" y="4923"/>
                </a:lnTo>
                <a:lnTo>
                  <a:pt x="1198" y="4923"/>
                </a:lnTo>
                <a:lnTo>
                  <a:pt x="1198" y="4922"/>
                </a:lnTo>
                <a:lnTo>
                  <a:pt x="1199" y="4922"/>
                </a:lnTo>
                <a:lnTo>
                  <a:pt x="1198" y="4922"/>
                </a:lnTo>
                <a:lnTo>
                  <a:pt x="1198" y="4921"/>
                </a:lnTo>
                <a:lnTo>
                  <a:pt x="1197" y="4921"/>
                </a:lnTo>
                <a:lnTo>
                  <a:pt x="1197" y="4920"/>
                </a:lnTo>
                <a:lnTo>
                  <a:pt x="1197" y="4919"/>
                </a:lnTo>
                <a:lnTo>
                  <a:pt x="1196" y="4919"/>
                </a:lnTo>
                <a:lnTo>
                  <a:pt x="1195" y="4919"/>
                </a:lnTo>
                <a:lnTo>
                  <a:pt x="1194" y="4919"/>
                </a:lnTo>
                <a:lnTo>
                  <a:pt x="1193" y="4919"/>
                </a:lnTo>
                <a:lnTo>
                  <a:pt x="1193" y="4918"/>
                </a:lnTo>
                <a:lnTo>
                  <a:pt x="1193" y="4917"/>
                </a:lnTo>
                <a:lnTo>
                  <a:pt x="1194" y="4917"/>
                </a:lnTo>
                <a:lnTo>
                  <a:pt x="1195" y="4917"/>
                </a:lnTo>
                <a:lnTo>
                  <a:pt x="1195" y="4916"/>
                </a:lnTo>
                <a:lnTo>
                  <a:pt x="1195" y="4915"/>
                </a:lnTo>
                <a:lnTo>
                  <a:pt x="1195" y="4914"/>
                </a:lnTo>
                <a:lnTo>
                  <a:pt x="1194" y="4914"/>
                </a:lnTo>
                <a:lnTo>
                  <a:pt x="1194" y="4913"/>
                </a:lnTo>
                <a:lnTo>
                  <a:pt x="1193" y="4913"/>
                </a:lnTo>
                <a:lnTo>
                  <a:pt x="1193" y="4912"/>
                </a:lnTo>
                <a:lnTo>
                  <a:pt x="1192" y="4912"/>
                </a:lnTo>
                <a:lnTo>
                  <a:pt x="1191" y="4912"/>
                </a:lnTo>
                <a:lnTo>
                  <a:pt x="1191" y="4911"/>
                </a:lnTo>
                <a:lnTo>
                  <a:pt x="1190" y="4911"/>
                </a:lnTo>
                <a:lnTo>
                  <a:pt x="1189" y="4911"/>
                </a:lnTo>
                <a:lnTo>
                  <a:pt x="1188" y="4911"/>
                </a:lnTo>
                <a:lnTo>
                  <a:pt x="1187" y="4911"/>
                </a:lnTo>
                <a:lnTo>
                  <a:pt x="1186" y="4911"/>
                </a:lnTo>
                <a:lnTo>
                  <a:pt x="1186" y="4910"/>
                </a:lnTo>
                <a:lnTo>
                  <a:pt x="1186" y="4909"/>
                </a:lnTo>
                <a:lnTo>
                  <a:pt x="1185" y="4909"/>
                </a:lnTo>
                <a:lnTo>
                  <a:pt x="1185" y="4908"/>
                </a:lnTo>
                <a:lnTo>
                  <a:pt x="1184" y="4908"/>
                </a:lnTo>
                <a:lnTo>
                  <a:pt x="1183" y="4908"/>
                </a:lnTo>
                <a:lnTo>
                  <a:pt x="1183" y="4909"/>
                </a:lnTo>
                <a:lnTo>
                  <a:pt x="1182" y="4909"/>
                </a:lnTo>
                <a:lnTo>
                  <a:pt x="1182" y="4910"/>
                </a:lnTo>
                <a:lnTo>
                  <a:pt x="1181" y="4910"/>
                </a:lnTo>
                <a:lnTo>
                  <a:pt x="1181" y="4909"/>
                </a:lnTo>
                <a:lnTo>
                  <a:pt x="1181" y="4908"/>
                </a:lnTo>
                <a:lnTo>
                  <a:pt x="1180" y="4908"/>
                </a:lnTo>
                <a:lnTo>
                  <a:pt x="1179" y="4908"/>
                </a:lnTo>
                <a:lnTo>
                  <a:pt x="1179" y="4907"/>
                </a:lnTo>
                <a:lnTo>
                  <a:pt x="1178" y="4907"/>
                </a:lnTo>
                <a:lnTo>
                  <a:pt x="1177" y="4907"/>
                </a:lnTo>
                <a:lnTo>
                  <a:pt x="1177" y="4906"/>
                </a:lnTo>
                <a:lnTo>
                  <a:pt x="1176" y="4906"/>
                </a:lnTo>
                <a:lnTo>
                  <a:pt x="1176" y="4905"/>
                </a:lnTo>
                <a:lnTo>
                  <a:pt x="1175" y="4905"/>
                </a:lnTo>
                <a:lnTo>
                  <a:pt x="1175" y="4904"/>
                </a:lnTo>
                <a:lnTo>
                  <a:pt x="1175" y="4903"/>
                </a:lnTo>
                <a:lnTo>
                  <a:pt x="1174" y="4903"/>
                </a:lnTo>
                <a:lnTo>
                  <a:pt x="1173" y="4903"/>
                </a:lnTo>
                <a:lnTo>
                  <a:pt x="1173" y="4902"/>
                </a:lnTo>
                <a:lnTo>
                  <a:pt x="1174" y="4902"/>
                </a:lnTo>
                <a:lnTo>
                  <a:pt x="1173" y="4902"/>
                </a:lnTo>
                <a:lnTo>
                  <a:pt x="1173" y="4901"/>
                </a:lnTo>
                <a:lnTo>
                  <a:pt x="1173" y="4900"/>
                </a:lnTo>
                <a:lnTo>
                  <a:pt x="1172" y="4900"/>
                </a:lnTo>
                <a:lnTo>
                  <a:pt x="1171" y="4900"/>
                </a:lnTo>
                <a:lnTo>
                  <a:pt x="1171" y="4901"/>
                </a:lnTo>
                <a:lnTo>
                  <a:pt x="1170" y="4901"/>
                </a:lnTo>
                <a:lnTo>
                  <a:pt x="1169" y="4901"/>
                </a:lnTo>
                <a:lnTo>
                  <a:pt x="1168" y="4901"/>
                </a:lnTo>
                <a:lnTo>
                  <a:pt x="1168" y="4900"/>
                </a:lnTo>
                <a:lnTo>
                  <a:pt x="1167" y="4900"/>
                </a:lnTo>
                <a:lnTo>
                  <a:pt x="1166" y="4900"/>
                </a:lnTo>
                <a:lnTo>
                  <a:pt x="1165" y="4900"/>
                </a:lnTo>
                <a:lnTo>
                  <a:pt x="1165" y="4899"/>
                </a:lnTo>
                <a:lnTo>
                  <a:pt x="1166" y="4898"/>
                </a:lnTo>
                <a:lnTo>
                  <a:pt x="1166" y="4897"/>
                </a:lnTo>
                <a:lnTo>
                  <a:pt x="1165" y="4897"/>
                </a:lnTo>
                <a:lnTo>
                  <a:pt x="1165" y="4896"/>
                </a:lnTo>
                <a:lnTo>
                  <a:pt x="1165" y="4895"/>
                </a:lnTo>
                <a:lnTo>
                  <a:pt x="1166" y="4895"/>
                </a:lnTo>
                <a:lnTo>
                  <a:pt x="1166" y="4894"/>
                </a:lnTo>
                <a:lnTo>
                  <a:pt x="1166" y="4893"/>
                </a:lnTo>
                <a:lnTo>
                  <a:pt x="1167" y="4893"/>
                </a:lnTo>
                <a:lnTo>
                  <a:pt x="1167" y="4892"/>
                </a:lnTo>
                <a:lnTo>
                  <a:pt x="1167" y="4891"/>
                </a:lnTo>
                <a:lnTo>
                  <a:pt x="1167" y="4890"/>
                </a:lnTo>
                <a:lnTo>
                  <a:pt x="1168" y="4890"/>
                </a:lnTo>
                <a:lnTo>
                  <a:pt x="1168" y="4889"/>
                </a:lnTo>
                <a:lnTo>
                  <a:pt x="1168" y="4888"/>
                </a:lnTo>
                <a:lnTo>
                  <a:pt x="1169" y="4888"/>
                </a:lnTo>
                <a:lnTo>
                  <a:pt x="1169" y="4887"/>
                </a:lnTo>
                <a:lnTo>
                  <a:pt x="1169" y="4886"/>
                </a:lnTo>
                <a:lnTo>
                  <a:pt x="1170" y="4886"/>
                </a:lnTo>
                <a:lnTo>
                  <a:pt x="1170" y="4885"/>
                </a:lnTo>
                <a:lnTo>
                  <a:pt x="1171" y="4885"/>
                </a:lnTo>
                <a:lnTo>
                  <a:pt x="1171" y="4884"/>
                </a:lnTo>
                <a:lnTo>
                  <a:pt x="1172" y="4884"/>
                </a:lnTo>
                <a:lnTo>
                  <a:pt x="1172" y="4883"/>
                </a:lnTo>
                <a:lnTo>
                  <a:pt x="1171" y="4883"/>
                </a:lnTo>
                <a:lnTo>
                  <a:pt x="1171" y="4882"/>
                </a:lnTo>
                <a:lnTo>
                  <a:pt x="1172" y="4882"/>
                </a:lnTo>
                <a:lnTo>
                  <a:pt x="1172" y="4881"/>
                </a:lnTo>
                <a:lnTo>
                  <a:pt x="1171" y="4881"/>
                </a:lnTo>
                <a:lnTo>
                  <a:pt x="1172" y="4881"/>
                </a:lnTo>
                <a:lnTo>
                  <a:pt x="1172" y="4880"/>
                </a:lnTo>
                <a:lnTo>
                  <a:pt x="1172" y="4879"/>
                </a:lnTo>
                <a:lnTo>
                  <a:pt x="1172" y="4878"/>
                </a:lnTo>
                <a:lnTo>
                  <a:pt x="1173" y="4878"/>
                </a:lnTo>
                <a:lnTo>
                  <a:pt x="1173" y="4877"/>
                </a:lnTo>
                <a:lnTo>
                  <a:pt x="1174" y="4877"/>
                </a:lnTo>
                <a:lnTo>
                  <a:pt x="1174" y="4876"/>
                </a:lnTo>
                <a:lnTo>
                  <a:pt x="1175" y="4876"/>
                </a:lnTo>
                <a:lnTo>
                  <a:pt x="1175" y="4875"/>
                </a:lnTo>
                <a:lnTo>
                  <a:pt x="1175" y="4874"/>
                </a:lnTo>
                <a:lnTo>
                  <a:pt x="1175" y="4873"/>
                </a:lnTo>
                <a:lnTo>
                  <a:pt x="1175" y="4872"/>
                </a:lnTo>
                <a:lnTo>
                  <a:pt x="1175" y="4871"/>
                </a:lnTo>
                <a:lnTo>
                  <a:pt x="1175" y="4870"/>
                </a:lnTo>
                <a:lnTo>
                  <a:pt x="1174" y="4870"/>
                </a:lnTo>
                <a:lnTo>
                  <a:pt x="1173" y="4870"/>
                </a:lnTo>
                <a:lnTo>
                  <a:pt x="1173" y="4869"/>
                </a:lnTo>
                <a:lnTo>
                  <a:pt x="1173" y="4868"/>
                </a:lnTo>
                <a:lnTo>
                  <a:pt x="1172" y="4868"/>
                </a:lnTo>
                <a:lnTo>
                  <a:pt x="1172" y="4867"/>
                </a:lnTo>
                <a:lnTo>
                  <a:pt x="1171" y="4867"/>
                </a:lnTo>
                <a:lnTo>
                  <a:pt x="1170" y="4867"/>
                </a:lnTo>
                <a:lnTo>
                  <a:pt x="1169" y="4867"/>
                </a:lnTo>
                <a:lnTo>
                  <a:pt x="1168" y="4867"/>
                </a:lnTo>
                <a:lnTo>
                  <a:pt x="1167" y="4867"/>
                </a:lnTo>
                <a:lnTo>
                  <a:pt x="1167" y="4868"/>
                </a:lnTo>
                <a:lnTo>
                  <a:pt x="1167" y="4867"/>
                </a:lnTo>
                <a:lnTo>
                  <a:pt x="1166" y="4867"/>
                </a:lnTo>
                <a:lnTo>
                  <a:pt x="1166" y="4865"/>
                </a:lnTo>
                <a:lnTo>
                  <a:pt x="1166" y="4864"/>
                </a:lnTo>
                <a:lnTo>
                  <a:pt x="1166" y="4863"/>
                </a:lnTo>
                <a:lnTo>
                  <a:pt x="1166" y="4862"/>
                </a:lnTo>
                <a:lnTo>
                  <a:pt x="1166" y="4861"/>
                </a:lnTo>
                <a:lnTo>
                  <a:pt x="1167" y="4861"/>
                </a:lnTo>
                <a:lnTo>
                  <a:pt x="1166" y="4861"/>
                </a:lnTo>
                <a:lnTo>
                  <a:pt x="1166" y="4860"/>
                </a:lnTo>
                <a:lnTo>
                  <a:pt x="1167" y="4860"/>
                </a:lnTo>
                <a:lnTo>
                  <a:pt x="1168" y="4859"/>
                </a:lnTo>
                <a:lnTo>
                  <a:pt x="1168" y="4858"/>
                </a:lnTo>
                <a:lnTo>
                  <a:pt x="1169" y="4858"/>
                </a:lnTo>
                <a:lnTo>
                  <a:pt x="1169" y="4857"/>
                </a:lnTo>
                <a:lnTo>
                  <a:pt x="1170" y="4857"/>
                </a:lnTo>
                <a:lnTo>
                  <a:pt x="1170" y="4856"/>
                </a:lnTo>
                <a:lnTo>
                  <a:pt x="1170" y="4854"/>
                </a:lnTo>
                <a:lnTo>
                  <a:pt x="1170" y="4853"/>
                </a:lnTo>
                <a:lnTo>
                  <a:pt x="1171" y="4853"/>
                </a:lnTo>
                <a:lnTo>
                  <a:pt x="1171" y="4852"/>
                </a:lnTo>
                <a:lnTo>
                  <a:pt x="1170" y="4852"/>
                </a:lnTo>
                <a:lnTo>
                  <a:pt x="1169" y="4852"/>
                </a:lnTo>
                <a:lnTo>
                  <a:pt x="1169" y="4851"/>
                </a:lnTo>
                <a:lnTo>
                  <a:pt x="1168" y="4851"/>
                </a:lnTo>
                <a:lnTo>
                  <a:pt x="1167" y="4851"/>
                </a:lnTo>
                <a:lnTo>
                  <a:pt x="1167" y="4850"/>
                </a:lnTo>
                <a:lnTo>
                  <a:pt x="1167" y="4849"/>
                </a:lnTo>
                <a:lnTo>
                  <a:pt x="1167" y="4848"/>
                </a:lnTo>
                <a:lnTo>
                  <a:pt x="1167" y="4847"/>
                </a:lnTo>
                <a:lnTo>
                  <a:pt x="1167" y="4846"/>
                </a:lnTo>
                <a:lnTo>
                  <a:pt x="1167" y="4845"/>
                </a:lnTo>
                <a:lnTo>
                  <a:pt x="1167" y="4844"/>
                </a:lnTo>
                <a:lnTo>
                  <a:pt x="1166" y="4844"/>
                </a:lnTo>
                <a:lnTo>
                  <a:pt x="1166" y="4843"/>
                </a:lnTo>
                <a:lnTo>
                  <a:pt x="1167" y="4843"/>
                </a:lnTo>
                <a:lnTo>
                  <a:pt x="1167" y="4842"/>
                </a:lnTo>
                <a:lnTo>
                  <a:pt x="1167" y="4841"/>
                </a:lnTo>
                <a:lnTo>
                  <a:pt x="1167" y="4840"/>
                </a:lnTo>
                <a:lnTo>
                  <a:pt x="1167" y="4839"/>
                </a:lnTo>
                <a:lnTo>
                  <a:pt x="1167" y="4838"/>
                </a:lnTo>
                <a:lnTo>
                  <a:pt x="1168" y="4838"/>
                </a:lnTo>
                <a:lnTo>
                  <a:pt x="1168" y="4837"/>
                </a:lnTo>
                <a:lnTo>
                  <a:pt x="1167" y="4837"/>
                </a:lnTo>
                <a:lnTo>
                  <a:pt x="1167" y="4836"/>
                </a:lnTo>
                <a:lnTo>
                  <a:pt x="1168" y="4836"/>
                </a:lnTo>
                <a:lnTo>
                  <a:pt x="1169" y="4836"/>
                </a:lnTo>
                <a:lnTo>
                  <a:pt x="1169" y="4835"/>
                </a:lnTo>
                <a:lnTo>
                  <a:pt x="1170" y="4835"/>
                </a:lnTo>
                <a:lnTo>
                  <a:pt x="1171" y="4835"/>
                </a:lnTo>
                <a:lnTo>
                  <a:pt x="1172" y="4835"/>
                </a:lnTo>
                <a:lnTo>
                  <a:pt x="1173" y="4835"/>
                </a:lnTo>
                <a:lnTo>
                  <a:pt x="1173" y="4834"/>
                </a:lnTo>
                <a:lnTo>
                  <a:pt x="1174" y="4834"/>
                </a:lnTo>
                <a:lnTo>
                  <a:pt x="1175" y="4834"/>
                </a:lnTo>
                <a:lnTo>
                  <a:pt x="1175" y="4833"/>
                </a:lnTo>
                <a:lnTo>
                  <a:pt x="1174" y="4833"/>
                </a:lnTo>
                <a:lnTo>
                  <a:pt x="1175" y="4832"/>
                </a:lnTo>
                <a:lnTo>
                  <a:pt x="1175" y="4831"/>
                </a:lnTo>
                <a:lnTo>
                  <a:pt x="1175" y="4830"/>
                </a:lnTo>
                <a:lnTo>
                  <a:pt x="1176" y="4830"/>
                </a:lnTo>
                <a:lnTo>
                  <a:pt x="1176" y="4829"/>
                </a:lnTo>
                <a:lnTo>
                  <a:pt x="1176" y="4828"/>
                </a:lnTo>
                <a:lnTo>
                  <a:pt x="1175" y="4828"/>
                </a:lnTo>
                <a:lnTo>
                  <a:pt x="1174" y="4828"/>
                </a:lnTo>
                <a:lnTo>
                  <a:pt x="1173" y="4828"/>
                </a:lnTo>
                <a:lnTo>
                  <a:pt x="1172" y="4828"/>
                </a:lnTo>
                <a:lnTo>
                  <a:pt x="1171" y="4828"/>
                </a:lnTo>
                <a:lnTo>
                  <a:pt x="1170" y="4827"/>
                </a:lnTo>
                <a:lnTo>
                  <a:pt x="1169" y="4827"/>
                </a:lnTo>
                <a:lnTo>
                  <a:pt x="1168" y="4827"/>
                </a:lnTo>
                <a:lnTo>
                  <a:pt x="1167" y="4827"/>
                </a:lnTo>
                <a:lnTo>
                  <a:pt x="1166" y="4827"/>
                </a:lnTo>
                <a:lnTo>
                  <a:pt x="1165" y="4827"/>
                </a:lnTo>
                <a:lnTo>
                  <a:pt x="1164" y="4826"/>
                </a:lnTo>
                <a:lnTo>
                  <a:pt x="1163" y="4825"/>
                </a:lnTo>
                <a:lnTo>
                  <a:pt x="1162" y="4825"/>
                </a:lnTo>
                <a:lnTo>
                  <a:pt x="1161" y="4825"/>
                </a:lnTo>
                <a:lnTo>
                  <a:pt x="1161" y="4824"/>
                </a:lnTo>
                <a:lnTo>
                  <a:pt x="1161" y="4823"/>
                </a:lnTo>
                <a:lnTo>
                  <a:pt x="1162" y="4822"/>
                </a:lnTo>
                <a:lnTo>
                  <a:pt x="1161" y="4821"/>
                </a:lnTo>
                <a:lnTo>
                  <a:pt x="1162" y="4821"/>
                </a:lnTo>
                <a:lnTo>
                  <a:pt x="1163" y="4821"/>
                </a:lnTo>
                <a:lnTo>
                  <a:pt x="1163" y="4820"/>
                </a:lnTo>
                <a:lnTo>
                  <a:pt x="1164" y="4820"/>
                </a:lnTo>
                <a:lnTo>
                  <a:pt x="1164" y="4819"/>
                </a:lnTo>
                <a:lnTo>
                  <a:pt x="1163" y="4819"/>
                </a:lnTo>
                <a:lnTo>
                  <a:pt x="1163" y="4818"/>
                </a:lnTo>
                <a:lnTo>
                  <a:pt x="1164" y="4818"/>
                </a:lnTo>
                <a:lnTo>
                  <a:pt x="1163" y="4818"/>
                </a:lnTo>
                <a:lnTo>
                  <a:pt x="1162" y="4817"/>
                </a:lnTo>
                <a:lnTo>
                  <a:pt x="1162" y="4816"/>
                </a:lnTo>
                <a:lnTo>
                  <a:pt x="1161" y="4816"/>
                </a:lnTo>
                <a:lnTo>
                  <a:pt x="1161" y="4815"/>
                </a:lnTo>
                <a:lnTo>
                  <a:pt x="1160" y="4815"/>
                </a:lnTo>
                <a:lnTo>
                  <a:pt x="1160" y="4814"/>
                </a:lnTo>
                <a:lnTo>
                  <a:pt x="1159" y="4814"/>
                </a:lnTo>
                <a:lnTo>
                  <a:pt x="1158" y="4814"/>
                </a:lnTo>
                <a:lnTo>
                  <a:pt x="1157" y="4814"/>
                </a:lnTo>
                <a:lnTo>
                  <a:pt x="1157" y="4815"/>
                </a:lnTo>
                <a:lnTo>
                  <a:pt x="1156" y="4815"/>
                </a:lnTo>
                <a:lnTo>
                  <a:pt x="1155" y="4815"/>
                </a:lnTo>
                <a:lnTo>
                  <a:pt x="1155" y="4814"/>
                </a:lnTo>
                <a:lnTo>
                  <a:pt x="1154" y="4814"/>
                </a:lnTo>
                <a:lnTo>
                  <a:pt x="1153" y="4814"/>
                </a:lnTo>
                <a:lnTo>
                  <a:pt x="1153" y="4813"/>
                </a:lnTo>
                <a:lnTo>
                  <a:pt x="1153" y="4812"/>
                </a:lnTo>
                <a:lnTo>
                  <a:pt x="1152" y="4812"/>
                </a:lnTo>
                <a:lnTo>
                  <a:pt x="1153" y="4812"/>
                </a:lnTo>
                <a:lnTo>
                  <a:pt x="1152" y="4812"/>
                </a:lnTo>
                <a:lnTo>
                  <a:pt x="1152" y="4811"/>
                </a:lnTo>
                <a:lnTo>
                  <a:pt x="1151" y="4811"/>
                </a:lnTo>
                <a:lnTo>
                  <a:pt x="1150" y="4811"/>
                </a:lnTo>
                <a:lnTo>
                  <a:pt x="1149" y="4811"/>
                </a:lnTo>
                <a:lnTo>
                  <a:pt x="1149" y="4812"/>
                </a:lnTo>
                <a:lnTo>
                  <a:pt x="1148" y="4812"/>
                </a:lnTo>
                <a:lnTo>
                  <a:pt x="1148" y="4813"/>
                </a:lnTo>
                <a:lnTo>
                  <a:pt x="1147" y="4813"/>
                </a:lnTo>
                <a:lnTo>
                  <a:pt x="1147" y="4812"/>
                </a:lnTo>
                <a:lnTo>
                  <a:pt x="1146" y="4812"/>
                </a:lnTo>
                <a:lnTo>
                  <a:pt x="1146" y="4811"/>
                </a:lnTo>
                <a:lnTo>
                  <a:pt x="1145" y="4811"/>
                </a:lnTo>
                <a:lnTo>
                  <a:pt x="1144" y="4811"/>
                </a:lnTo>
                <a:lnTo>
                  <a:pt x="1144" y="4810"/>
                </a:lnTo>
                <a:lnTo>
                  <a:pt x="1143" y="4810"/>
                </a:lnTo>
                <a:lnTo>
                  <a:pt x="1142" y="4810"/>
                </a:lnTo>
                <a:lnTo>
                  <a:pt x="1142" y="4809"/>
                </a:lnTo>
                <a:lnTo>
                  <a:pt x="1141" y="4809"/>
                </a:lnTo>
                <a:lnTo>
                  <a:pt x="1142" y="4809"/>
                </a:lnTo>
                <a:lnTo>
                  <a:pt x="1142" y="4808"/>
                </a:lnTo>
                <a:lnTo>
                  <a:pt x="1143" y="4808"/>
                </a:lnTo>
                <a:lnTo>
                  <a:pt x="1144" y="4808"/>
                </a:lnTo>
                <a:lnTo>
                  <a:pt x="1144" y="4807"/>
                </a:lnTo>
                <a:lnTo>
                  <a:pt x="1144" y="4806"/>
                </a:lnTo>
                <a:lnTo>
                  <a:pt x="1143" y="4806"/>
                </a:lnTo>
                <a:lnTo>
                  <a:pt x="1143" y="4805"/>
                </a:lnTo>
                <a:lnTo>
                  <a:pt x="1142" y="4805"/>
                </a:lnTo>
                <a:lnTo>
                  <a:pt x="1142" y="4804"/>
                </a:lnTo>
                <a:lnTo>
                  <a:pt x="1141" y="4803"/>
                </a:lnTo>
                <a:lnTo>
                  <a:pt x="1139" y="4802"/>
                </a:lnTo>
                <a:lnTo>
                  <a:pt x="1138" y="4802"/>
                </a:lnTo>
                <a:lnTo>
                  <a:pt x="1137" y="4802"/>
                </a:lnTo>
                <a:lnTo>
                  <a:pt x="1136" y="4803"/>
                </a:lnTo>
                <a:lnTo>
                  <a:pt x="1136" y="4804"/>
                </a:lnTo>
                <a:lnTo>
                  <a:pt x="1135" y="4804"/>
                </a:lnTo>
                <a:lnTo>
                  <a:pt x="1134" y="4804"/>
                </a:lnTo>
                <a:lnTo>
                  <a:pt x="1134" y="4803"/>
                </a:lnTo>
                <a:lnTo>
                  <a:pt x="1133" y="4803"/>
                </a:lnTo>
                <a:lnTo>
                  <a:pt x="1132" y="4803"/>
                </a:lnTo>
                <a:lnTo>
                  <a:pt x="1132" y="4802"/>
                </a:lnTo>
                <a:lnTo>
                  <a:pt x="1131" y="4802"/>
                </a:lnTo>
                <a:lnTo>
                  <a:pt x="1130" y="4802"/>
                </a:lnTo>
                <a:lnTo>
                  <a:pt x="1130" y="4801"/>
                </a:lnTo>
                <a:lnTo>
                  <a:pt x="1129" y="4801"/>
                </a:lnTo>
                <a:lnTo>
                  <a:pt x="1128" y="4801"/>
                </a:lnTo>
                <a:lnTo>
                  <a:pt x="1127" y="4801"/>
                </a:lnTo>
                <a:lnTo>
                  <a:pt x="1127" y="4802"/>
                </a:lnTo>
                <a:lnTo>
                  <a:pt x="1126" y="4802"/>
                </a:lnTo>
                <a:lnTo>
                  <a:pt x="1126" y="4801"/>
                </a:lnTo>
                <a:lnTo>
                  <a:pt x="1125" y="4801"/>
                </a:lnTo>
                <a:lnTo>
                  <a:pt x="1124" y="4801"/>
                </a:lnTo>
                <a:lnTo>
                  <a:pt x="1124" y="4802"/>
                </a:lnTo>
                <a:lnTo>
                  <a:pt x="1123" y="4802"/>
                </a:lnTo>
                <a:lnTo>
                  <a:pt x="1122" y="4802"/>
                </a:lnTo>
                <a:lnTo>
                  <a:pt x="1121" y="4802"/>
                </a:lnTo>
                <a:lnTo>
                  <a:pt x="1120" y="4802"/>
                </a:lnTo>
                <a:lnTo>
                  <a:pt x="1119" y="4802"/>
                </a:lnTo>
                <a:lnTo>
                  <a:pt x="1119" y="4803"/>
                </a:lnTo>
                <a:lnTo>
                  <a:pt x="1118" y="4804"/>
                </a:lnTo>
                <a:lnTo>
                  <a:pt x="1117" y="4804"/>
                </a:lnTo>
                <a:lnTo>
                  <a:pt x="1116" y="4804"/>
                </a:lnTo>
                <a:lnTo>
                  <a:pt x="1115" y="4803"/>
                </a:lnTo>
                <a:lnTo>
                  <a:pt x="1114" y="4803"/>
                </a:lnTo>
                <a:lnTo>
                  <a:pt x="1113" y="4803"/>
                </a:lnTo>
                <a:lnTo>
                  <a:pt x="1113" y="4802"/>
                </a:lnTo>
                <a:lnTo>
                  <a:pt x="1112" y="4802"/>
                </a:lnTo>
                <a:lnTo>
                  <a:pt x="1111" y="4802"/>
                </a:lnTo>
                <a:lnTo>
                  <a:pt x="1111" y="4803"/>
                </a:lnTo>
                <a:lnTo>
                  <a:pt x="1110" y="4803"/>
                </a:lnTo>
                <a:lnTo>
                  <a:pt x="1110" y="4804"/>
                </a:lnTo>
                <a:lnTo>
                  <a:pt x="1110" y="4805"/>
                </a:lnTo>
                <a:lnTo>
                  <a:pt x="1109" y="4805"/>
                </a:lnTo>
                <a:lnTo>
                  <a:pt x="1109" y="4806"/>
                </a:lnTo>
                <a:lnTo>
                  <a:pt x="1108" y="4806"/>
                </a:lnTo>
                <a:lnTo>
                  <a:pt x="1108" y="4805"/>
                </a:lnTo>
                <a:lnTo>
                  <a:pt x="1108" y="4806"/>
                </a:lnTo>
                <a:lnTo>
                  <a:pt x="1107" y="4806"/>
                </a:lnTo>
                <a:lnTo>
                  <a:pt x="1107" y="4807"/>
                </a:lnTo>
                <a:lnTo>
                  <a:pt x="1107" y="4808"/>
                </a:lnTo>
                <a:lnTo>
                  <a:pt x="1107" y="4809"/>
                </a:lnTo>
                <a:lnTo>
                  <a:pt x="1107" y="4810"/>
                </a:lnTo>
                <a:lnTo>
                  <a:pt x="1108" y="4810"/>
                </a:lnTo>
                <a:lnTo>
                  <a:pt x="1108" y="4811"/>
                </a:lnTo>
                <a:lnTo>
                  <a:pt x="1107" y="4811"/>
                </a:lnTo>
                <a:lnTo>
                  <a:pt x="1106" y="4811"/>
                </a:lnTo>
                <a:lnTo>
                  <a:pt x="1106" y="4812"/>
                </a:lnTo>
                <a:lnTo>
                  <a:pt x="1105" y="4812"/>
                </a:lnTo>
                <a:lnTo>
                  <a:pt x="1104" y="4812"/>
                </a:lnTo>
                <a:lnTo>
                  <a:pt x="1103" y="4812"/>
                </a:lnTo>
                <a:lnTo>
                  <a:pt x="1102" y="4812"/>
                </a:lnTo>
                <a:lnTo>
                  <a:pt x="1102" y="4811"/>
                </a:lnTo>
                <a:lnTo>
                  <a:pt x="1102" y="4812"/>
                </a:lnTo>
                <a:lnTo>
                  <a:pt x="1101" y="4812"/>
                </a:lnTo>
                <a:lnTo>
                  <a:pt x="1101" y="4813"/>
                </a:lnTo>
                <a:lnTo>
                  <a:pt x="1100" y="4813"/>
                </a:lnTo>
                <a:lnTo>
                  <a:pt x="1100" y="4812"/>
                </a:lnTo>
                <a:lnTo>
                  <a:pt x="1099" y="4812"/>
                </a:lnTo>
                <a:lnTo>
                  <a:pt x="1098" y="4812"/>
                </a:lnTo>
                <a:lnTo>
                  <a:pt x="1098" y="4811"/>
                </a:lnTo>
                <a:lnTo>
                  <a:pt x="1097" y="4811"/>
                </a:lnTo>
                <a:lnTo>
                  <a:pt x="1096" y="4811"/>
                </a:lnTo>
                <a:lnTo>
                  <a:pt x="1095" y="4811"/>
                </a:lnTo>
                <a:lnTo>
                  <a:pt x="1095" y="4810"/>
                </a:lnTo>
                <a:lnTo>
                  <a:pt x="1094" y="4810"/>
                </a:lnTo>
                <a:lnTo>
                  <a:pt x="1094" y="4811"/>
                </a:lnTo>
                <a:lnTo>
                  <a:pt x="1093" y="4811"/>
                </a:lnTo>
                <a:lnTo>
                  <a:pt x="1093" y="4810"/>
                </a:lnTo>
                <a:lnTo>
                  <a:pt x="1092" y="4810"/>
                </a:lnTo>
                <a:lnTo>
                  <a:pt x="1091" y="4810"/>
                </a:lnTo>
                <a:lnTo>
                  <a:pt x="1091" y="4811"/>
                </a:lnTo>
                <a:lnTo>
                  <a:pt x="1090" y="4811"/>
                </a:lnTo>
                <a:lnTo>
                  <a:pt x="1089" y="4811"/>
                </a:lnTo>
                <a:lnTo>
                  <a:pt x="1089" y="4812"/>
                </a:lnTo>
                <a:lnTo>
                  <a:pt x="1088" y="4812"/>
                </a:lnTo>
                <a:lnTo>
                  <a:pt x="1088" y="4813"/>
                </a:lnTo>
                <a:lnTo>
                  <a:pt x="1087" y="4813"/>
                </a:lnTo>
                <a:lnTo>
                  <a:pt x="1087" y="4814"/>
                </a:lnTo>
                <a:lnTo>
                  <a:pt x="1086" y="4814"/>
                </a:lnTo>
                <a:lnTo>
                  <a:pt x="1086" y="4815"/>
                </a:lnTo>
                <a:lnTo>
                  <a:pt x="1085" y="4815"/>
                </a:lnTo>
                <a:lnTo>
                  <a:pt x="1084" y="4815"/>
                </a:lnTo>
                <a:lnTo>
                  <a:pt x="1084" y="4816"/>
                </a:lnTo>
                <a:lnTo>
                  <a:pt x="1083" y="4816"/>
                </a:lnTo>
                <a:lnTo>
                  <a:pt x="1082" y="4816"/>
                </a:lnTo>
                <a:lnTo>
                  <a:pt x="1081" y="4816"/>
                </a:lnTo>
                <a:lnTo>
                  <a:pt x="1080" y="4816"/>
                </a:lnTo>
                <a:lnTo>
                  <a:pt x="1080" y="4817"/>
                </a:lnTo>
                <a:lnTo>
                  <a:pt x="1080" y="4818"/>
                </a:lnTo>
                <a:lnTo>
                  <a:pt x="1080" y="4819"/>
                </a:lnTo>
                <a:lnTo>
                  <a:pt x="1080" y="4820"/>
                </a:lnTo>
                <a:lnTo>
                  <a:pt x="1080" y="4821"/>
                </a:lnTo>
                <a:lnTo>
                  <a:pt x="1079" y="4821"/>
                </a:lnTo>
                <a:lnTo>
                  <a:pt x="1079" y="4822"/>
                </a:lnTo>
                <a:lnTo>
                  <a:pt x="1078" y="4822"/>
                </a:lnTo>
                <a:lnTo>
                  <a:pt x="1077" y="4823"/>
                </a:lnTo>
                <a:lnTo>
                  <a:pt x="1077" y="4822"/>
                </a:lnTo>
                <a:lnTo>
                  <a:pt x="1077" y="4823"/>
                </a:lnTo>
                <a:lnTo>
                  <a:pt x="1076" y="4823"/>
                </a:lnTo>
                <a:lnTo>
                  <a:pt x="1076" y="4824"/>
                </a:lnTo>
                <a:lnTo>
                  <a:pt x="1075" y="4824"/>
                </a:lnTo>
                <a:lnTo>
                  <a:pt x="1074" y="4824"/>
                </a:lnTo>
                <a:lnTo>
                  <a:pt x="1074" y="4823"/>
                </a:lnTo>
                <a:lnTo>
                  <a:pt x="1073" y="4823"/>
                </a:lnTo>
                <a:lnTo>
                  <a:pt x="1073" y="4822"/>
                </a:lnTo>
                <a:lnTo>
                  <a:pt x="1073" y="4821"/>
                </a:lnTo>
                <a:lnTo>
                  <a:pt x="1072" y="4821"/>
                </a:lnTo>
                <a:lnTo>
                  <a:pt x="1071" y="4821"/>
                </a:lnTo>
                <a:lnTo>
                  <a:pt x="1071" y="4820"/>
                </a:lnTo>
                <a:lnTo>
                  <a:pt x="1072" y="4820"/>
                </a:lnTo>
                <a:lnTo>
                  <a:pt x="1071" y="4820"/>
                </a:lnTo>
                <a:lnTo>
                  <a:pt x="1071" y="4819"/>
                </a:lnTo>
                <a:lnTo>
                  <a:pt x="1071" y="4818"/>
                </a:lnTo>
                <a:lnTo>
                  <a:pt x="1070" y="4819"/>
                </a:lnTo>
                <a:lnTo>
                  <a:pt x="1069" y="4819"/>
                </a:lnTo>
                <a:lnTo>
                  <a:pt x="1067" y="4819"/>
                </a:lnTo>
                <a:lnTo>
                  <a:pt x="1066" y="4819"/>
                </a:lnTo>
                <a:lnTo>
                  <a:pt x="1066" y="4818"/>
                </a:lnTo>
                <a:lnTo>
                  <a:pt x="1065" y="4818"/>
                </a:lnTo>
                <a:lnTo>
                  <a:pt x="1065" y="4817"/>
                </a:lnTo>
                <a:lnTo>
                  <a:pt x="1066" y="4817"/>
                </a:lnTo>
                <a:lnTo>
                  <a:pt x="1066" y="4816"/>
                </a:lnTo>
                <a:lnTo>
                  <a:pt x="1065" y="4816"/>
                </a:lnTo>
                <a:lnTo>
                  <a:pt x="1065" y="4815"/>
                </a:lnTo>
                <a:lnTo>
                  <a:pt x="1065" y="4814"/>
                </a:lnTo>
                <a:lnTo>
                  <a:pt x="1065" y="4813"/>
                </a:lnTo>
                <a:lnTo>
                  <a:pt x="1065" y="4812"/>
                </a:lnTo>
                <a:lnTo>
                  <a:pt x="1064" y="4812"/>
                </a:lnTo>
                <a:lnTo>
                  <a:pt x="1063" y="4812"/>
                </a:lnTo>
                <a:lnTo>
                  <a:pt x="1062" y="4812"/>
                </a:lnTo>
                <a:lnTo>
                  <a:pt x="1062" y="4813"/>
                </a:lnTo>
                <a:lnTo>
                  <a:pt x="1062" y="4812"/>
                </a:lnTo>
                <a:lnTo>
                  <a:pt x="1061" y="4812"/>
                </a:lnTo>
                <a:lnTo>
                  <a:pt x="1060" y="4812"/>
                </a:lnTo>
                <a:lnTo>
                  <a:pt x="1059" y="4812"/>
                </a:lnTo>
                <a:lnTo>
                  <a:pt x="1059" y="4811"/>
                </a:lnTo>
                <a:lnTo>
                  <a:pt x="1059" y="4810"/>
                </a:lnTo>
                <a:lnTo>
                  <a:pt x="1058" y="4810"/>
                </a:lnTo>
                <a:lnTo>
                  <a:pt x="1059" y="4810"/>
                </a:lnTo>
                <a:lnTo>
                  <a:pt x="1059" y="4809"/>
                </a:lnTo>
                <a:lnTo>
                  <a:pt x="1058" y="4809"/>
                </a:lnTo>
                <a:lnTo>
                  <a:pt x="1058" y="4808"/>
                </a:lnTo>
                <a:lnTo>
                  <a:pt x="1057" y="4808"/>
                </a:lnTo>
                <a:lnTo>
                  <a:pt x="1057" y="4807"/>
                </a:lnTo>
                <a:lnTo>
                  <a:pt x="1057" y="4806"/>
                </a:lnTo>
                <a:lnTo>
                  <a:pt x="1057" y="4805"/>
                </a:lnTo>
                <a:lnTo>
                  <a:pt x="1058" y="4805"/>
                </a:lnTo>
                <a:lnTo>
                  <a:pt x="1058" y="4804"/>
                </a:lnTo>
                <a:lnTo>
                  <a:pt x="1058" y="4803"/>
                </a:lnTo>
                <a:lnTo>
                  <a:pt x="1058" y="4802"/>
                </a:lnTo>
                <a:lnTo>
                  <a:pt x="1058" y="4801"/>
                </a:lnTo>
                <a:lnTo>
                  <a:pt x="1058" y="4800"/>
                </a:lnTo>
                <a:lnTo>
                  <a:pt x="1057" y="4800"/>
                </a:lnTo>
                <a:lnTo>
                  <a:pt x="1057" y="4799"/>
                </a:lnTo>
                <a:lnTo>
                  <a:pt x="1057" y="4800"/>
                </a:lnTo>
                <a:lnTo>
                  <a:pt x="1056" y="4800"/>
                </a:lnTo>
                <a:lnTo>
                  <a:pt x="1056" y="4799"/>
                </a:lnTo>
                <a:lnTo>
                  <a:pt x="1056" y="4798"/>
                </a:lnTo>
                <a:lnTo>
                  <a:pt x="1055" y="4798"/>
                </a:lnTo>
                <a:lnTo>
                  <a:pt x="1054" y="4798"/>
                </a:lnTo>
                <a:lnTo>
                  <a:pt x="1054" y="4797"/>
                </a:lnTo>
                <a:lnTo>
                  <a:pt x="1055" y="4797"/>
                </a:lnTo>
                <a:lnTo>
                  <a:pt x="1055" y="4796"/>
                </a:lnTo>
                <a:lnTo>
                  <a:pt x="1055" y="4795"/>
                </a:lnTo>
                <a:lnTo>
                  <a:pt x="1054" y="4795"/>
                </a:lnTo>
                <a:lnTo>
                  <a:pt x="1054" y="4794"/>
                </a:lnTo>
                <a:lnTo>
                  <a:pt x="1053" y="4794"/>
                </a:lnTo>
                <a:lnTo>
                  <a:pt x="1053" y="4793"/>
                </a:lnTo>
                <a:lnTo>
                  <a:pt x="1053" y="4794"/>
                </a:lnTo>
                <a:lnTo>
                  <a:pt x="1052" y="4794"/>
                </a:lnTo>
                <a:lnTo>
                  <a:pt x="1051" y="4794"/>
                </a:lnTo>
                <a:lnTo>
                  <a:pt x="1051" y="4795"/>
                </a:lnTo>
                <a:lnTo>
                  <a:pt x="1050" y="4794"/>
                </a:lnTo>
                <a:lnTo>
                  <a:pt x="1050" y="4793"/>
                </a:lnTo>
                <a:lnTo>
                  <a:pt x="1050" y="4792"/>
                </a:lnTo>
                <a:lnTo>
                  <a:pt x="1049" y="4792"/>
                </a:lnTo>
                <a:lnTo>
                  <a:pt x="1049" y="4791"/>
                </a:lnTo>
                <a:lnTo>
                  <a:pt x="1049" y="4790"/>
                </a:lnTo>
                <a:lnTo>
                  <a:pt x="1048" y="4790"/>
                </a:lnTo>
                <a:lnTo>
                  <a:pt x="1049" y="4790"/>
                </a:lnTo>
                <a:lnTo>
                  <a:pt x="1049" y="4789"/>
                </a:lnTo>
                <a:lnTo>
                  <a:pt x="1048" y="4789"/>
                </a:lnTo>
                <a:lnTo>
                  <a:pt x="1047" y="4789"/>
                </a:lnTo>
                <a:lnTo>
                  <a:pt x="1047" y="4788"/>
                </a:lnTo>
                <a:lnTo>
                  <a:pt x="1048" y="4788"/>
                </a:lnTo>
                <a:lnTo>
                  <a:pt x="1048" y="4787"/>
                </a:lnTo>
                <a:lnTo>
                  <a:pt x="1047" y="4787"/>
                </a:lnTo>
                <a:lnTo>
                  <a:pt x="1047" y="4786"/>
                </a:lnTo>
                <a:lnTo>
                  <a:pt x="1047" y="4785"/>
                </a:lnTo>
                <a:lnTo>
                  <a:pt x="1048" y="4785"/>
                </a:lnTo>
                <a:lnTo>
                  <a:pt x="1048" y="4784"/>
                </a:lnTo>
                <a:lnTo>
                  <a:pt x="1049" y="4784"/>
                </a:lnTo>
                <a:lnTo>
                  <a:pt x="1049" y="4783"/>
                </a:lnTo>
                <a:lnTo>
                  <a:pt x="1049" y="4782"/>
                </a:lnTo>
                <a:lnTo>
                  <a:pt x="1049" y="4781"/>
                </a:lnTo>
                <a:lnTo>
                  <a:pt x="1050" y="4781"/>
                </a:lnTo>
                <a:lnTo>
                  <a:pt x="1050" y="4780"/>
                </a:lnTo>
                <a:lnTo>
                  <a:pt x="1049" y="4780"/>
                </a:lnTo>
                <a:lnTo>
                  <a:pt x="1049" y="4779"/>
                </a:lnTo>
                <a:lnTo>
                  <a:pt x="1049" y="4778"/>
                </a:lnTo>
                <a:lnTo>
                  <a:pt x="1048" y="4778"/>
                </a:lnTo>
                <a:lnTo>
                  <a:pt x="1047" y="4778"/>
                </a:lnTo>
                <a:lnTo>
                  <a:pt x="1047" y="4777"/>
                </a:lnTo>
                <a:lnTo>
                  <a:pt x="1047" y="4776"/>
                </a:lnTo>
                <a:lnTo>
                  <a:pt x="1046" y="4776"/>
                </a:lnTo>
                <a:lnTo>
                  <a:pt x="1045" y="4776"/>
                </a:lnTo>
                <a:lnTo>
                  <a:pt x="1045" y="4775"/>
                </a:lnTo>
                <a:lnTo>
                  <a:pt x="1046" y="4775"/>
                </a:lnTo>
                <a:lnTo>
                  <a:pt x="1046" y="4774"/>
                </a:lnTo>
                <a:lnTo>
                  <a:pt x="1045" y="4774"/>
                </a:lnTo>
                <a:lnTo>
                  <a:pt x="1046" y="4774"/>
                </a:lnTo>
                <a:lnTo>
                  <a:pt x="1046" y="4773"/>
                </a:lnTo>
                <a:lnTo>
                  <a:pt x="1046" y="4772"/>
                </a:lnTo>
                <a:lnTo>
                  <a:pt x="1046" y="4771"/>
                </a:lnTo>
                <a:lnTo>
                  <a:pt x="1047" y="4771"/>
                </a:lnTo>
                <a:lnTo>
                  <a:pt x="1048" y="4771"/>
                </a:lnTo>
                <a:lnTo>
                  <a:pt x="1048" y="4770"/>
                </a:lnTo>
                <a:lnTo>
                  <a:pt x="1048" y="4769"/>
                </a:lnTo>
                <a:lnTo>
                  <a:pt x="1048" y="4768"/>
                </a:lnTo>
                <a:lnTo>
                  <a:pt x="1048" y="4767"/>
                </a:lnTo>
                <a:lnTo>
                  <a:pt x="1049" y="4767"/>
                </a:lnTo>
                <a:lnTo>
                  <a:pt x="1049" y="4766"/>
                </a:lnTo>
                <a:lnTo>
                  <a:pt x="1048" y="4766"/>
                </a:lnTo>
                <a:lnTo>
                  <a:pt x="1048" y="4765"/>
                </a:lnTo>
                <a:lnTo>
                  <a:pt x="1048" y="4764"/>
                </a:lnTo>
                <a:lnTo>
                  <a:pt x="1048" y="4763"/>
                </a:lnTo>
                <a:lnTo>
                  <a:pt x="1047" y="4763"/>
                </a:lnTo>
                <a:lnTo>
                  <a:pt x="1047" y="4762"/>
                </a:lnTo>
                <a:lnTo>
                  <a:pt x="1046" y="4762"/>
                </a:lnTo>
                <a:lnTo>
                  <a:pt x="1045" y="4762"/>
                </a:lnTo>
                <a:lnTo>
                  <a:pt x="1044" y="4762"/>
                </a:lnTo>
                <a:lnTo>
                  <a:pt x="1043" y="4762"/>
                </a:lnTo>
                <a:lnTo>
                  <a:pt x="1043" y="4761"/>
                </a:lnTo>
                <a:lnTo>
                  <a:pt x="1042" y="4761"/>
                </a:lnTo>
                <a:lnTo>
                  <a:pt x="1042" y="4760"/>
                </a:lnTo>
                <a:lnTo>
                  <a:pt x="1041" y="4760"/>
                </a:lnTo>
                <a:lnTo>
                  <a:pt x="1041" y="4759"/>
                </a:lnTo>
                <a:lnTo>
                  <a:pt x="1041" y="4758"/>
                </a:lnTo>
                <a:lnTo>
                  <a:pt x="1040" y="4758"/>
                </a:lnTo>
                <a:lnTo>
                  <a:pt x="1040" y="4757"/>
                </a:lnTo>
                <a:lnTo>
                  <a:pt x="1040" y="4756"/>
                </a:lnTo>
                <a:lnTo>
                  <a:pt x="1041" y="4756"/>
                </a:lnTo>
                <a:lnTo>
                  <a:pt x="1041" y="4755"/>
                </a:lnTo>
                <a:lnTo>
                  <a:pt x="1040" y="4755"/>
                </a:lnTo>
                <a:lnTo>
                  <a:pt x="1039" y="4755"/>
                </a:lnTo>
                <a:lnTo>
                  <a:pt x="1039" y="4753"/>
                </a:lnTo>
                <a:lnTo>
                  <a:pt x="1038" y="4753"/>
                </a:lnTo>
                <a:lnTo>
                  <a:pt x="1038" y="4752"/>
                </a:lnTo>
                <a:lnTo>
                  <a:pt x="1038" y="4751"/>
                </a:lnTo>
                <a:lnTo>
                  <a:pt x="1038" y="4750"/>
                </a:lnTo>
                <a:lnTo>
                  <a:pt x="1038" y="4749"/>
                </a:lnTo>
                <a:lnTo>
                  <a:pt x="1039" y="4749"/>
                </a:lnTo>
                <a:lnTo>
                  <a:pt x="1039" y="4748"/>
                </a:lnTo>
                <a:lnTo>
                  <a:pt x="1039" y="4747"/>
                </a:lnTo>
                <a:lnTo>
                  <a:pt x="1039" y="4746"/>
                </a:lnTo>
                <a:lnTo>
                  <a:pt x="1039" y="4745"/>
                </a:lnTo>
                <a:lnTo>
                  <a:pt x="1038" y="4745"/>
                </a:lnTo>
                <a:lnTo>
                  <a:pt x="1038" y="4744"/>
                </a:lnTo>
                <a:lnTo>
                  <a:pt x="1037" y="4744"/>
                </a:lnTo>
                <a:lnTo>
                  <a:pt x="1037" y="4743"/>
                </a:lnTo>
                <a:lnTo>
                  <a:pt x="1036" y="4743"/>
                </a:lnTo>
                <a:lnTo>
                  <a:pt x="1035" y="4743"/>
                </a:lnTo>
                <a:lnTo>
                  <a:pt x="1035" y="4742"/>
                </a:lnTo>
                <a:lnTo>
                  <a:pt x="1034" y="4742"/>
                </a:lnTo>
                <a:lnTo>
                  <a:pt x="1034" y="4743"/>
                </a:lnTo>
                <a:lnTo>
                  <a:pt x="1033" y="4743"/>
                </a:lnTo>
                <a:lnTo>
                  <a:pt x="1032" y="4743"/>
                </a:lnTo>
                <a:lnTo>
                  <a:pt x="1031" y="4742"/>
                </a:lnTo>
                <a:lnTo>
                  <a:pt x="1030" y="4742"/>
                </a:lnTo>
                <a:lnTo>
                  <a:pt x="1029" y="4742"/>
                </a:lnTo>
                <a:lnTo>
                  <a:pt x="1028" y="4742"/>
                </a:lnTo>
                <a:lnTo>
                  <a:pt x="1028" y="4741"/>
                </a:lnTo>
                <a:lnTo>
                  <a:pt x="1027" y="4741"/>
                </a:lnTo>
                <a:lnTo>
                  <a:pt x="1027" y="4740"/>
                </a:lnTo>
                <a:lnTo>
                  <a:pt x="1026" y="4740"/>
                </a:lnTo>
                <a:lnTo>
                  <a:pt x="1027" y="4740"/>
                </a:lnTo>
                <a:lnTo>
                  <a:pt x="1027" y="4739"/>
                </a:lnTo>
                <a:lnTo>
                  <a:pt x="1027" y="4738"/>
                </a:lnTo>
                <a:lnTo>
                  <a:pt x="1027" y="4737"/>
                </a:lnTo>
                <a:lnTo>
                  <a:pt x="1027" y="4736"/>
                </a:lnTo>
                <a:lnTo>
                  <a:pt x="1027" y="4735"/>
                </a:lnTo>
                <a:lnTo>
                  <a:pt x="1027" y="4734"/>
                </a:lnTo>
                <a:lnTo>
                  <a:pt x="1026" y="4734"/>
                </a:lnTo>
                <a:lnTo>
                  <a:pt x="1026" y="4733"/>
                </a:lnTo>
                <a:lnTo>
                  <a:pt x="1026" y="4732"/>
                </a:lnTo>
                <a:lnTo>
                  <a:pt x="1026" y="4731"/>
                </a:lnTo>
                <a:lnTo>
                  <a:pt x="1027" y="4731"/>
                </a:lnTo>
                <a:lnTo>
                  <a:pt x="1027" y="4730"/>
                </a:lnTo>
                <a:lnTo>
                  <a:pt x="1028" y="4730"/>
                </a:lnTo>
                <a:lnTo>
                  <a:pt x="1029" y="4730"/>
                </a:lnTo>
                <a:lnTo>
                  <a:pt x="1030" y="4731"/>
                </a:lnTo>
                <a:lnTo>
                  <a:pt x="1030" y="4730"/>
                </a:lnTo>
                <a:lnTo>
                  <a:pt x="1031" y="4730"/>
                </a:lnTo>
                <a:lnTo>
                  <a:pt x="1031" y="4731"/>
                </a:lnTo>
                <a:lnTo>
                  <a:pt x="1031" y="4730"/>
                </a:lnTo>
                <a:lnTo>
                  <a:pt x="1032" y="4730"/>
                </a:lnTo>
                <a:lnTo>
                  <a:pt x="1032" y="4729"/>
                </a:lnTo>
                <a:lnTo>
                  <a:pt x="1031" y="4729"/>
                </a:lnTo>
                <a:lnTo>
                  <a:pt x="1031" y="4728"/>
                </a:lnTo>
                <a:lnTo>
                  <a:pt x="1030" y="4728"/>
                </a:lnTo>
                <a:lnTo>
                  <a:pt x="1029" y="4728"/>
                </a:lnTo>
                <a:lnTo>
                  <a:pt x="1029" y="4727"/>
                </a:lnTo>
                <a:lnTo>
                  <a:pt x="1028" y="4727"/>
                </a:lnTo>
                <a:lnTo>
                  <a:pt x="1028" y="4726"/>
                </a:lnTo>
                <a:lnTo>
                  <a:pt x="1028" y="4725"/>
                </a:lnTo>
                <a:lnTo>
                  <a:pt x="1027" y="4725"/>
                </a:lnTo>
                <a:lnTo>
                  <a:pt x="1026" y="4725"/>
                </a:lnTo>
                <a:lnTo>
                  <a:pt x="1025" y="4725"/>
                </a:lnTo>
                <a:lnTo>
                  <a:pt x="1024" y="4725"/>
                </a:lnTo>
                <a:lnTo>
                  <a:pt x="1024" y="4724"/>
                </a:lnTo>
                <a:lnTo>
                  <a:pt x="1023" y="4724"/>
                </a:lnTo>
                <a:lnTo>
                  <a:pt x="1023" y="4723"/>
                </a:lnTo>
                <a:lnTo>
                  <a:pt x="1022" y="4723"/>
                </a:lnTo>
                <a:lnTo>
                  <a:pt x="1022" y="4722"/>
                </a:lnTo>
                <a:lnTo>
                  <a:pt x="1021" y="4722"/>
                </a:lnTo>
                <a:lnTo>
                  <a:pt x="1021" y="4721"/>
                </a:lnTo>
                <a:lnTo>
                  <a:pt x="1022" y="4721"/>
                </a:lnTo>
                <a:lnTo>
                  <a:pt x="1022" y="4720"/>
                </a:lnTo>
                <a:lnTo>
                  <a:pt x="1022" y="4719"/>
                </a:lnTo>
                <a:lnTo>
                  <a:pt x="1022" y="4718"/>
                </a:lnTo>
                <a:lnTo>
                  <a:pt x="1021" y="4718"/>
                </a:lnTo>
                <a:lnTo>
                  <a:pt x="1020" y="4718"/>
                </a:lnTo>
                <a:lnTo>
                  <a:pt x="1020" y="4717"/>
                </a:lnTo>
                <a:lnTo>
                  <a:pt x="1019" y="4717"/>
                </a:lnTo>
                <a:lnTo>
                  <a:pt x="1019" y="4718"/>
                </a:lnTo>
                <a:lnTo>
                  <a:pt x="1019" y="4717"/>
                </a:lnTo>
                <a:lnTo>
                  <a:pt x="1019" y="4716"/>
                </a:lnTo>
                <a:lnTo>
                  <a:pt x="1018" y="4716"/>
                </a:lnTo>
                <a:lnTo>
                  <a:pt x="1018" y="4717"/>
                </a:lnTo>
                <a:lnTo>
                  <a:pt x="1017" y="4717"/>
                </a:lnTo>
                <a:lnTo>
                  <a:pt x="1017" y="4718"/>
                </a:lnTo>
                <a:lnTo>
                  <a:pt x="1017" y="4719"/>
                </a:lnTo>
                <a:lnTo>
                  <a:pt x="1016" y="4719"/>
                </a:lnTo>
                <a:lnTo>
                  <a:pt x="1015" y="4719"/>
                </a:lnTo>
                <a:lnTo>
                  <a:pt x="1015" y="4720"/>
                </a:lnTo>
                <a:lnTo>
                  <a:pt x="1015" y="4719"/>
                </a:lnTo>
                <a:lnTo>
                  <a:pt x="1014" y="4719"/>
                </a:lnTo>
                <a:lnTo>
                  <a:pt x="1013" y="4719"/>
                </a:lnTo>
                <a:lnTo>
                  <a:pt x="1013" y="4718"/>
                </a:lnTo>
                <a:lnTo>
                  <a:pt x="1013" y="4719"/>
                </a:lnTo>
                <a:lnTo>
                  <a:pt x="1012" y="4719"/>
                </a:lnTo>
                <a:lnTo>
                  <a:pt x="1012" y="4718"/>
                </a:lnTo>
                <a:lnTo>
                  <a:pt x="1012" y="4717"/>
                </a:lnTo>
                <a:lnTo>
                  <a:pt x="1012" y="4716"/>
                </a:lnTo>
                <a:lnTo>
                  <a:pt x="1013" y="4716"/>
                </a:lnTo>
                <a:lnTo>
                  <a:pt x="1013" y="4715"/>
                </a:lnTo>
                <a:lnTo>
                  <a:pt x="1014" y="4715"/>
                </a:lnTo>
                <a:lnTo>
                  <a:pt x="1014" y="4714"/>
                </a:lnTo>
                <a:lnTo>
                  <a:pt x="1013" y="4714"/>
                </a:lnTo>
                <a:lnTo>
                  <a:pt x="1013" y="4713"/>
                </a:lnTo>
                <a:lnTo>
                  <a:pt x="1012" y="4713"/>
                </a:lnTo>
                <a:lnTo>
                  <a:pt x="1012" y="4712"/>
                </a:lnTo>
                <a:lnTo>
                  <a:pt x="1011" y="4712"/>
                </a:lnTo>
                <a:lnTo>
                  <a:pt x="1010" y="4712"/>
                </a:lnTo>
                <a:lnTo>
                  <a:pt x="1010" y="4711"/>
                </a:lnTo>
                <a:lnTo>
                  <a:pt x="1010" y="4712"/>
                </a:lnTo>
                <a:lnTo>
                  <a:pt x="1009" y="4712"/>
                </a:lnTo>
                <a:lnTo>
                  <a:pt x="1008" y="4712"/>
                </a:lnTo>
                <a:lnTo>
                  <a:pt x="1007" y="4712"/>
                </a:lnTo>
                <a:lnTo>
                  <a:pt x="1007" y="4711"/>
                </a:lnTo>
                <a:lnTo>
                  <a:pt x="1007" y="4710"/>
                </a:lnTo>
                <a:lnTo>
                  <a:pt x="1006" y="4710"/>
                </a:lnTo>
                <a:lnTo>
                  <a:pt x="1006" y="4711"/>
                </a:lnTo>
                <a:lnTo>
                  <a:pt x="1006" y="4712"/>
                </a:lnTo>
                <a:lnTo>
                  <a:pt x="1005" y="4712"/>
                </a:lnTo>
                <a:lnTo>
                  <a:pt x="1004" y="4712"/>
                </a:lnTo>
                <a:lnTo>
                  <a:pt x="1004" y="4711"/>
                </a:lnTo>
                <a:lnTo>
                  <a:pt x="1003" y="4711"/>
                </a:lnTo>
                <a:lnTo>
                  <a:pt x="1003" y="4712"/>
                </a:lnTo>
                <a:lnTo>
                  <a:pt x="1000" y="4712"/>
                </a:lnTo>
                <a:lnTo>
                  <a:pt x="1000" y="4713"/>
                </a:lnTo>
                <a:lnTo>
                  <a:pt x="1001" y="4713"/>
                </a:lnTo>
                <a:lnTo>
                  <a:pt x="1001" y="4714"/>
                </a:lnTo>
                <a:lnTo>
                  <a:pt x="1000" y="4714"/>
                </a:lnTo>
                <a:lnTo>
                  <a:pt x="999" y="4714"/>
                </a:lnTo>
                <a:lnTo>
                  <a:pt x="999" y="4713"/>
                </a:lnTo>
                <a:lnTo>
                  <a:pt x="998" y="4713"/>
                </a:lnTo>
                <a:lnTo>
                  <a:pt x="998" y="4712"/>
                </a:lnTo>
                <a:lnTo>
                  <a:pt x="997" y="4712"/>
                </a:lnTo>
                <a:lnTo>
                  <a:pt x="997" y="4711"/>
                </a:lnTo>
                <a:lnTo>
                  <a:pt x="997" y="4710"/>
                </a:lnTo>
                <a:lnTo>
                  <a:pt x="997" y="4709"/>
                </a:lnTo>
                <a:lnTo>
                  <a:pt x="997" y="4708"/>
                </a:lnTo>
                <a:lnTo>
                  <a:pt x="996" y="4708"/>
                </a:lnTo>
                <a:lnTo>
                  <a:pt x="995" y="4708"/>
                </a:lnTo>
                <a:lnTo>
                  <a:pt x="995" y="4707"/>
                </a:lnTo>
                <a:lnTo>
                  <a:pt x="994" y="4707"/>
                </a:lnTo>
                <a:lnTo>
                  <a:pt x="993" y="4707"/>
                </a:lnTo>
                <a:lnTo>
                  <a:pt x="993" y="4705"/>
                </a:lnTo>
                <a:lnTo>
                  <a:pt x="994" y="4705"/>
                </a:lnTo>
                <a:lnTo>
                  <a:pt x="993" y="4705"/>
                </a:lnTo>
                <a:lnTo>
                  <a:pt x="993" y="4704"/>
                </a:lnTo>
                <a:lnTo>
                  <a:pt x="993" y="4703"/>
                </a:lnTo>
                <a:lnTo>
                  <a:pt x="993" y="4702"/>
                </a:lnTo>
                <a:lnTo>
                  <a:pt x="993" y="4701"/>
                </a:lnTo>
                <a:lnTo>
                  <a:pt x="992" y="4702"/>
                </a:lnTo>
                <a:lnTo>
                  <a:pt x="991" y="4702"/>
                </a:lnTo>
                <a:lnTo>
                  <a:pt x="991" y="4701"/>
                </a:lnTo>
                <a:lnTo>
                  <a:pt x="991" y="4700"/>
                </a:lnTo>
                <a:lnTo>
                  <a:pt x="990" y="4700"/>
                </a:lnTo>
                <a:lnTo>
                  <a:pt x="990" y="4699"/>
                </a:lnTo>
                <a:lnTo>
                  <a:pt x="990" y="4698"/>
                </a:lnTo>
                <a:lnTo>
                  <a:pt x="989" y="4698"/>
                </a:lnTo>
                <a:lnTo>
                  <a:pt x="989" y="4697"/>
                </a:lnTo>
                <a:lnTo>
                  <a:pt x="988" y="4697"/>
                </a:lnTo>
                <a:lnTo>
                  <a:pt x="988" y="4698"/>
                </a:lnTo>
                <a:lnTo>
                  <a:pt x="987" y="4698"/>
                </a:lnTo>
                <a:lnTo>
                  <a:pt x="986" y="4698"/>
                </a:lnTo>
                <a:lnTo>
                  <a:pt x="986" y="4697"/>
                </a:lnTo>
                <a:lnTo>
                  <a:pt x="985" y="4697"/>
                </a:lnTo>
                <a:lnTo>
                  <a:pt x="984" y="4697"/>
                </a:lnTo>
                <a:lnTo>
                  <a:pt x="983" y="4697"/>
                </a:lnTo>
                <a:lnTo>
                  <a:pt x="982" y="4697"/>
                </a:lnTo>
                <a:lnTo>
                  <a:pt x="981" y="4697"/>
                </a:lnTo>
                <a:lnTo>
                  <a:pt x="980" y="4697"/>
                </a:lnTo>
                <a:lnTo>
                  <a:pt x="980" y="4696"/>
                </a:lnTo>
                <a:lnTo>
                  <a:pt x="979" y="4696"/>
                </a:lnTo>
                <a:lnTo>
                  <a:pt x="979" y="4695"/>
                </a:lnTo>
                <a:lnTo>
                  <a:pt x="979" y="4694"/>
                </a:lnTo>
                <a:lnTo>
                  <a:pt x="978" y="4694"/>
                </a:lnTo>
                <a:lnTo>
                  <a:pt x="978" y="4693"/>
                </a:lnTo>
                <a:lnTo>
                  <a:pt x="979" y="4693"/>
                </a:lnTo>
                <a:lnTo>
                  <a:pt x="979" y="4692"/>
                </a:lnTo>
                <a:lnTo>
                  <a:pt x="980" y="4691"/>
                </a:lnTo>
                <a:lnTo>
                  <a:pt x="980" y="4690"/>
                </a:lnTo>
                <a:lnTo>
                  <a:pt x="979" y="4690"/>
                </a:lnTo>
                <a:lnTo>
                  <a:pt x="979" y="4689"/>
                </a:lnTo>
                <a:lnTo>
                  <a:pt x="979" y="4688"/>
                </a:lnTo>
                <a:lnTo>
                  <a:pt x="978" y="4688"/>
                </a:lnTo>
                <a:lnTo>
                  <a:pt x="978" y="4687"/>
                </a:lnTo>
                <a:lnTo>
                  <a:pt x="978" y="4688"/>
                </a:lnTo>
                <a:lnTo>
                  <a:pt x="977" y="4688"/>
                </a:lnTo>
                <a:lnTo>
                  <a:pt x="976" y="4688"/>
                </a:lnTo>
                <a:lnTo>
                  <a:pt x="976" y="4687"/>
                </a:lnTo>
                <a:lnTo>
                  <a:pt x="975" y="4687"/>
                </a:lnTo>
                <a:lnTo>
                  <a:pt x="975" y="4686"/>
                </a:lnTo>
                <a:lnTo>
                  <a:pt x="975" y="4687"/>
                </a:lnTo>
                <a:lnTo>
                  <a:pt x="974" y="4687"/>
                </a:lnTo>
                <a:lnTo>
                  <a:pt x="973" y="4687"/>
                </a:lnTo>
                <a:lnTo>
                  <a:pt x="972" y="4687"/>
                </a:lnTo>
                <a:lnTo>
                  <a:pt x="972" y="4686"/>
                </a:lnTo>
                <a:lnTo>
                  <a:pt x="970" y="4686"/>
                </a:lnTo>
                <a:lnTo>
                  <a:pt x="970" y="4687"/>
                </a:lnTo>
                <a:lnTo>
                  <a:pt x="970" y="4688"/>
                </a:lnTo>
                <a:lnTo>
                  <a:pt x="969" y="4688"/>
                </a:lnTo>
                <a:lnTo>
                  <a:pt x="968" y="4688"/>
                </a:lnTo>
                <a:lnTo>
                  <a:pt x="967" y="4688"/>
                </a:lnTo>
                <a:lnTo>
                  <a:pt x="966" y="4688"/>
                </a:lnTo>
                <a:lnTo>
                  <a:pt x="966" y="4689"/>
                </a:lnTo>
                <a:lnTo>
                  <a:pt x="964" y="4689"/>
                </a:lnTo>
                <a:lnTo>
                  <a:pt x="964" y="4688"/>
                </a:lnTo>
                <a:lnTo>
                  <a:pt x="963" y="4688"/>
                </a:lnTo>
                <a:lnTo>
                  <a:pt x="963" y="4687"/>
                </a:lnTo>
                <a:lnTo>
                  <a:pt x="962" y="4687"/>
                </a:lnTo>
                <a:lnTo>
                  <a:pt x="961" y="4687"/>
                </a:lnTo>
                <a:lnTo>
                  <a:pt x="961" y="4686"/>
                </a:lnTo>
                <a:lnTo>
                  <a:pt x="961" y="4687"/>
                </a:lnTo>
                <a:lnTo>
                  <a:pt x="960" y="4687"/>
                </a:lnTo>
                <a:lnTo>
                  <a:pt x="959" y="4687"/>
                </a:lnTo>
                <a:lnTo>
                  <a:pt x="959" y="4686"/>
                </a:lnTo>
                <a:lnTo>
                  <a:pt x="958" y="4686"/>
                </a:lnTo>
                <a:lnTo>
                  <a:pt x="958" y="4685"/>
                </a:lnTo>
                <a:lnTo>
                  <a:pt x="958" y="4684"/>
                </a:lnTo>
                <a:lnTo>
                  <a:pt x="958" y="4683"/>
                </a:lnTo>
                <a:lnTo>
                  <a:pt x="958" y="4682"/>
                </a:lnTo>
                <a:lnTo>
                  <a:pt x="959" y="4682"/>
                </a:lnTo>
                <a:lnTo>
                  <a:pt x="959" y="4681"/>
                </a:lnTo>
                <a:lnTo>
                  <a:pt x="959" y="4680"/>
                </a:lnTo>
                <a:lnTo>
                  <a:pt x="958" y="4680"/>
                </a:lnTo>
                <a:lnTo>
                  <a:pt x="958" y="4679"/>
                </a:lnTo>
                <a:lnTo>
                  <a:pt x="957" y="4679"/>
                </a:lnTo>
                <a:lnTo>
                  <a:pt x="956" y="4679"/>
                </a:lnTo>
                <a:lnTo>
                  <a:pt x="955" y="4679"/>
                </a:lnTo>
                <a:lnTo>
                  <a:pt x="954" y="4679"/>
                </a:lnTo>
                <a:lnTo>
                  <a:pt x="954" y="4678"/>
                </a:lnTo>
                <a:lnTo>
                  <a:pt x="953" y="4678"/>
                </a:lnTo>
                <a:lnTo>
                  <a:pt x="953" y="4677"/>
                </a:lnTo>
                <a:lnTo>
                  <a:pt x="952" y="4677"/>
                </a:lnTo>
                <a:lnTo>
                  <a:pt x="951" y="4677"/>
                </a:lnTo>
                <a:lnTo>
                  <a:pt x="951" y="4676"/>
                </a:lnTo>
                <a:lnTo>
                  <a:pt x="950" y="4676"/>
                </a:lnTo>
                <a:lnTo>
                  <a:pt x="951" y="4675"/>
                </a:lnTo>
                <a:lnTo>
                  <a:pt x="951" y="4674"/>
                </a:lnTo>
                <a:lnTo>
                  <a:pt x="951" y="4673"/>
                </a:lnTo>
                <a:lnTo>
                  <a:pt x="950" y="4672"/>
                </a:lnTo>
                <a:lnTo>
                  <a:pt x="951" y="4672"/>
                </a:lnTo>
                <a:lnTo>
                  <a:pt x="951" y="4671"/>
                </a:lnTo>
                <a:lnTo>
                  <a:pt x="950" y="4671"/>
                </a:lnTo>
                <a:lnTo>
                  <a:pt x="950" y="4670"/>
                </a:lnTo>
                <a:lnTo>
                  <a:pt x="950" y="4669"/>
                </a:lnTo>
                <a:lnTo>
                  <a:pt x="950" y="4668"/>
                </a:lnTo>
                <a:lnTo>
                  <a:pt x="949" y="4668"/>
                </a:lnTo>
                <a:lnTo>
                  <a:pt x="949" y="4667"/>
                </a:lnTo>
                <a:lnTo>
                  <a:pt x="948" y="4667"/>
                </a:lnTo>
                <a:lnTo>
                  <a:pt x="947" y="4667"/>
                </a:lnTo>
                <a:lnTo>
                  <a:pt x="947" y="4666"/>
                </a:lnTo>
                <a:lnTo>
                  <a:pt x="945" y="4666"/>
                </a:lnTo>
                <a:lnTo>
                  <a:pt x="944" y="4666"/>
                </a:lnTo>
                <a:lnTo>
                  <a:pt x="944" y="4667"/>
                </a:lnTo>
                <a:lnTo>
                  <a:pt x="943" y="4666"/>
                </a:lnTo>
                <a:lnTo>
                  <a:pt x="942" y="4666"/>
                </a:lnTo>
                <a:lnTo>
                  <a:pt x="942" y="4667"/>
                </a:lnTo>
                <a:lnTo>
                  <a:pt x="941" y="4667"/>
                </a:lnTo>
                <a:lnTo>
                  <a:pt x="940" y="4667"/>
                </a:lnTo>
                <a:lnTo>
                  <a:pt x="939" y="4667"/>
                </a:lnTo>
                <a:lnTo>
                  <a:pt x="939" y="4666"/>
                </a:lnTo>
                <a:lnTo>
                  <a:pt x="939" y="4665"/>
                </a:lnTo>
                <a:lnTo>
                  <a:pt x="939" y="4664"/>
                </a:lnTo>
                <a:lnTo>
                  <a:pt x="940" y="4664"/>
                </a:lnTo>
                <a:lnTo>
                  <a:pt x="940" y="4663"/>
                </a:lnTo>
                <a:lnTo>
                  <a:pt x="941" y="4663"/>
                </a:lnTo>
                <a:lnTo>
                  <a:pt x="941" y="4661"/>
                </a:lnTo>
                <a:lnTo>
                  <a:pt x="942" y="4660"/>
                </a:lnTo>
                <a:lnTo>
                  <a:pt x="942" y="4661"/>
                </a:lnTo>
                <a:lnTo>
                  <a:pt x="943" y="4661"/>
                </a:lnTo>
                <a:lnTo>
                  <a:pt x="944" y="4661"/>
                </a:lnTo>
                <a:lnTo>
                  <a:pt x="945" y="4661"/>
                </a:lnTo>
                <a:lnTo>
                  <a:pt x="945" y="4660"/>
                </a:lnTo>
                <a:lnTo>
                  <a:pt x="946" y="4660"/>
                </a:lnTo>
                <a:lnTo>
                  <a:pt x="947" y="4660"/>
                </a:lnTo>
                <a:lnTo>
                  <a:pt x="947" y="4659"/>
                </a:lnTo>
                <a:lnTo>
                  <a:pt x="948" y="4659"/>
                </a:lnTo>
                <a:lnTo>
                  <a:pt x="948" y="4658"/>
                </a:lnTo>
                <a:lnTo>
                  <a:pt x="948" y="4659"/>
                </a:lnTo>
                <a:lnTo>
                  <a:pt x="948" y="4658"/>
                </a:lnTo>
                <a:lnTo>
                  <a:pt x="949" y="4658"/>
                </a:lnTo>
                <a:lnTo>
                  <a:pt x="949" y="4657"/>
                </a:lnTo>
                <a:lnTo>
                  <a:pt x="949" y="4656"/>
                </a:lnTo>
                <a:lnTo>
                  <a:pt x="948" y="4656"/>
                </a:lnTo>
                <a:lnTo>
                  <a:pt x="948" y="4655"/>
                </a:lnTo>
                <a:lnTo>
                  <a:pt x="949" y="4655"/>
                </a:lnTo>
                <a:lnTo>
                  <a:pt x="948" y="4655"/>
                </a:lnTo>
                <a:lnTo>
                  <a:pt x="948" y="4654"/>
                </a:lnTo>
                <a:lnTo>
                  <a:pt x="948" y="4653"/>
                </a:lnTo>
                <a:lnTo>
                  <a:pt x="949" y="4653"/>
                </a:lnTo>
                <a:lnTo>
                  <a:pt x="948" y="4653"/>
                </a:lnTo>
                <a:lnTo>
                  <a:pt x="948" y="4652"/>
                </a:lnTo>
                <a:lnTo>
                  <a:pt x="946" y="4652"/>
                </a:lnTo>
                <a:lnTo>
                  <a:pt x="946" y="4651"/>
                </a:lnTo>
                <a:lnTo>
                  <a:pt x="945" y="4651"/>
                </a:lnTo>
                <a:lnTo>
                  <a:pt x="945" y="4650"/>
                </a:lnTo>
                <a:lnTo>
                  <a:pt x="945" y="4649"/>
                </a:lnTo>
                <a:lnTo>
                  <a:pt x="945" y="4648"/>
                </a:lnTo>
                <a:lnTo>
                  <a:pt x="944" y="4648"/>
                </a:lnTo>
                <a:lnTo>
                  <a:pt x="943" y="4648"/>
                </a:lnTo>
                <a:lnTo>
                  <a:pt x="942" y="4648"/>
                </a:lnTo>
                <a:lnTo>
                  <a:pt x="942" y="4649"/>
                </a:lnTo>
                <a:lnTo>
                  <a:pt x="941" y="4649"/>
                </a:lnTo>
                <a:lnTo>
                  <a:pt x="940" y="4649"/>
                </a:lnTo>
                <a:lnTo>
                  <a:pt x="939" y="4649"/>
                </a:lnTo>
                <a:lnTo>
                  <a:pt x="938" y="4649"/>
                </a:lnTo>
                <a:lnTo>
                  <a:pt x="938" y="4650"/>
                </a:lnTo>
                <a:lnTo>
                  <a:pt x="938" y="4649"/>
                </a:lnTo>
                <a:lnTo>
                  <a:pt x="937" y="4649"/>
                </a:lnTo>
                <a:lnTo>
                  <a:pt x="937" y="4650"/>
                </a:lnTo>
                <a:lnTo>
                  <a:pt x="936" y="4650"/>
                </a:lnTo>
                <a:lnTo>
                  <a:pt x="935" y="4649"/>
                </a:lnTo>
                <a:lnTo>
                  <a:pt x="935" y="4650"/>
                </a:lnTo>
                <a:lnTo>
                  <a:pt x="934" y="4650"/>
                </a:lnTo>
                <a:lnTo>
                  <a:pt x="933" y="4650"/>
                </a:lnTo>
                <a:lnTo>
                  <a:pt x="933" y="4649"/>
                </a:lnTo>
                <a:lnTo>
                  <a:pt x="932" y="4649"/>
                </a:lnTo>
                <a:lnTo>
                  <a:pt x="931" y="4649"/>
                </a:lnTo>
                <a:lnTo>
                  <a:pt x="930" y="4648"/>
                </a:lnTo>
                <a:lnTo>
                  <a:pt x="930" y="4647"/>
                </a:lnTo>
                <a:lnTo>
                  <a:pt x="931" y="4647"/>
                </a:lnTo>
                <a:lnTo>
                  <a:pt x="932" y="4647"/>
                </a:lnTo>
                <a:lnTo>
                  <a:pt x="933" y="4647"/>
                </a:lnTo>
                <a:lnTo>
                  <a:pt x="933" y="4646"/>
                </a:lnTo>
                <a:lnTo>
                  <a:pt x="933" y="4645"/>
                </a:lnTo>
                <a:lnTo>
                  <a:pt x="934" y="4645"/>
                </a:lnTo>
                <a:lnTo>
                  <a:pt x="934" y="4644"/>
                </a:lnTo>
                <a:lnTo>
                  <a:pt x="935" y="4644"/>
                </a:lnTo>
                <a:lnTo>
                  <a:pt x="935" y="4643"/>
                </a:lnTo>
                <a:lnTo>
                  <a:pt x="936" y="4643"/>
                </a:lnTo>
                <a:lnTo>
                  <a:pt x="935" y="4643"/>
                </a:lnTo>
                <a:lnTo>
                  <a:pt x="935" y="4642"/>
                </a:lnTo>
                <a:lnTo>
                  <a:pt x="935" y="4641"/>
                </a:lnTo>
                <a:lnTo>
                  <a:pt x="934" y="4641"/>
                </a:lnTo>
                <a:lnTo>
                  <a:pt x="933" y="4641"/>
                </a:lnTo>
                <a:lnTo>
                  <a:pt x="933" y="4640"/>
                </a:lnTo>
                <a:lnTo>
                  <a:pt x="932" y="4640"/>
                </a:lnTo>
                <a:lnTo>
                  <a:pt x="931" y="4640"/>
                </a:lnTo>
                <a:lnTo>
                  <a:pt x="931" y="4639"/>
                </a:lnTo>
                <a:lnTo>
                  <a:pt x="930" y="4639"/>
                </a:lnTo>
                <a:lnTo>
                  <a:pt x="930" y="4638"/>
                </a:lnTo>
                <a:lnTo>
                  <a:pt x="930" y="4637"/>
                </a:lnTo>
                <a:lnTo>
                  <a:pt x="930" y="4636"/>
                </a:lnTo>
                <a:lnTo>
                  <a:pt x="929" y="4636"/>
                </a:lnTo>
                <a:lnTo>
                  <a:pt x="929" y="4635"/>
                </a:lnTo>
                <a:lnTo>
                  <a:pt x="929" y="4634"/>
                </a:lnTo>
                <a:lnTo>
                  <a:pt x="929" y="4633"/>
                </a:lnTo>
                <a:lnTo>
                  <a:pt x="928" y="4633"/>
                </a:lnTo>
                <a:lnTo>
                  <a:pt x="928" y="4631"/>
                </a:lnTo>
                <a:lnTo>
                  <a:pt x="928" y="4630"/>
                </a:lnTo>
                <a:lnTo>
                  <a:pt x="927" y="4630"/>
                </a:lnTo>
                <a:lnTo>
                  <a:pt x="927" y="4629"/>
                </a:lnTo>
                <a:lnTo>
                  <a:pt x="926" y="4629"/>
                </a:lnTo>
                <a:lnTo>
                  <a:pt x="926" y="4628"/>
                </a:lnTo>
                <a:lnTo>
                  <a:pt x="926" y="4627"/>
                </a:lnTo>
                <a:lnTo>
                  <a:pt x="926" y="4626"/>
                </a:lnTo>
                <a:lnTo>
                  <a:pt x="926" y="4625"/>
                </a:lnTo>
                <a:lnTo>
                  <a:pt x="926" y="4624"/>
                </a:lnTo>
                <a:lnTo>
                  <a:pt x="926" y="4623"/>
                </a:lnTo>
                <a:lnTo>
                  <a:pt x="926" y="4622"/>
                </a:lnTo>
                <a:lnTo>
                  <a:pt x="925" y="4622"/>
                </a:lnTo>
                <a:lnTo>
                  <a:pt x="924" y="4621"/>
                </a:lnTo>
                <a:lnTo>
                  <a:pt x="924" y="4620"/>
                </a:lnTo>
                <a:lnTo>
                  <a:pt x="923" y="4620"/>
                </a:lnTo>
                <a:lnTo>
                  <a:pt x="923" y="4619"/>
                </a:lnTo>
                <a:lnTo>
                  <a:pt x="922" y="4619"/>
                </a:lnTo>
                <a:lnTo>
                  <a:pt x="922" y="4618"/>
                </a:lnTo>
                <a:lnTo>
                  <a:pt x="921" y="4618"/>
                </a:lnTo>
                <a:lnTo>
                  <a:pt x="920" y="4619"/>
                </a:lnTo>
                <a:lnTo>
                  <a:pt x="920" y="4620"/>
                </a:lnTo>
                <a:lnTo>
                  <a:pt x="919" y="4620"/>
                </a:lnTo>
                <a:lnTo>
                  <a:pt x="919" y="4621"/>
                </a:lnTo>
                <a:lnTo>
                  <a:pt x="918" y="4621"/>
                </a:lnTo>
                <a:lnTo>
                  <a:pt x="917" y="4621"/>
                </a:lnTo>
                <a:lnTo>
                  <a:pt x="917" y="4622"/>
                </a:lnTo>
                <a:lnTo>
                  <a:pt x="916" y="4622"/>
                </a:lnTo>
                <a:lnTo>
                  <a:pt x="915" y="4622"/>
                </a:lnTo>
                <a:lnTo>
                  <a:pt x="914" y="4622"/>
                </a:lnTo>
                <a:lnTo>
                  <a:pt x="914" y="4621"/>
                </a:lnTo>
                <a:lnTo>
                  <a:pt x="914" y="4620"/>
                </a:lnTo>
                <a:lnTo>
                  <a:pt x="913" y="4620"/>
                </a:lnTo>
                <a:lnTo>
                  <a:pt x="913" y="4619"/>
                </a:lnTo>
                <a:lnTo>
                  <a:pt x="912" y="4619"/>
                </a:lnTo>
                <a:lnTo>
                  <a:pt x="912" y="4618"/>
                </a:lnTo>
                <a:lnTo>
                  <a:pt x="911" y="4618"/>
                </a:lnTo>
                <a:lnTo>
                  <a:pt x="911" y="4617"/>
                </a:lnTo>
                <a:lnTo>
                  <a:pt x="912" y="4617"/>
                </a:lnTo>
                <a:lnTo>
                  <a:pt x="912" y="4616"/>
                </a:lnTo>
                <a:lnTo>
                  <a:pt x="912" y="4615"/>
                </a:lnTo>
                <a:lnTo>
                  <a:pt x="911" y="4615"/>
                </a:lnTo>
                <a:lnTo>
                  <a:pt x="910" y="4614"/>
                </a:lnTo>
                <a:lnTo>
                  <a:pt x="910" y="4613"/>
                </a:lnTo>
                <a:lnTo>
                  <a:pt x="910" y="4614"/>
                </a:lnTo>
                <a:lnTo>
                  <a:pt x="909" y="4614"/>
                </a:lnTo>
                <a:lnTo>
                  <a:pt x="909" y="4613"/>
                </a:lnTo>
                <a:lnTo>
                  <a:pt x="908" y="4613"/>
                </a:lnTo>
                <a:lnTo>
                  <a:pt x="907" y="4613"/>
                </a:lnTo>
                <a:lnTo>
                  <a:pt x="907" y="4612"/>
                </a:lnTo>
                <a:lnTo>
                  <a:pt x="907" y="4611"/>
                </a:lnTo>
                <a:lnTo>
                  <a:pt x="906" y="4611"/>
                </a:lnTo>
                <a:lnTo>
                  <a:pt x="905" y="4611"/>
                </a:lnTo>
                <a:lnTo>
                  <a:pt x="905" y="4610"/>
                </a:lnTo>
                <a:lnTo>
                  <a:pt x="904" y="4610"/>
                </a:lnTo>
                <a:lnTo>
                  <a:pt x="904" y="4609"/>
                </a:lnTo>
                <a:lnTo>
                  <a:pt x="904" y="4608"/>
                </a:lnTo>
                <a:lnTo>
                  <a:pt x="904" y="4607"/>
                </a:lnTo>
                <a:lnTo>
                  <a:pt x="903" y="4607"/>
                </a:lnTo>
                <a:lnTo>
                  <a:pt x="903" y="4606"/>
                </a:lnTo>
                <a:lnTo>
                  <a:pt x="902" y="4605"/>
                </a:lnTo>
                <a:lnTo>
                  <a:pt x="902" y="4604"/>
                </a:lnTo>
                <a:lnTo>
                  <a:pt x="901" y="4604"/>
                </a:lnTo>
                <a:lnTo>
                  <a:pt x="901" y="4603"/>
                </a:lnTo>
                <a:lnTo>
                  <a:pt x="901" y="4602"/>
                </a:lnTo>
                <a:lnTo>
                  <a:pt x="900" y="4602"/>
                </a:lnTo>
                <a:lnTo>
                  <a:pt x="899" y="4602"/>
                </a:lnTo>
                <a:lnTo>
                  <a:pt x="899" y="4603"/>
                </a:lnTo>
                <a:lnTo>
                  <a:pt x="899" y="4602"/>
                </a:lnTo>
                <a:lnTo>
                  <a:pt x="898" y="4602"/>
                </a:lnTo>
                <a:lnTo>
                  <a:pt x="898" y="4601"/>
                </a:lnTo>
                <a:lnTo>
                  <a:pt x="897" y="4601"/>
                </a:lnTo>
                <a:lnTo>
                  <a:pt x="897" y="4602"/>
                </a:lnTo>
                <a:lnTo>
                  <a:pt x="897" y="4603"/>
                </a:lnTo>
                <a:lnTo>
                  <a:pt x="897" y="4604"/>
                </a:lnTo>
                <a:lnTo>
                  <a:pt x="896" y="4604"/>
                </a:lnTo>
                <a:lnTo>
                  <a:pt x="896" y="4603"/>
                </a:lnTo>
                <a:lnTo>
                  <a:pt x="895" y="4603"/>
                </a:lnTo>
                <a:lnTo>
                  <a:pt x="895" y="4604"/>
                </a:lnTo>
                <a:lnTo>
                  <a:pt x="894" y="4604"/>
                </a:lnTo>
                <a:lnTo>
                  <a:pt x="894" y="4603"/>
                </a:lnTo>
                <a:lnTo>
                  <a:pt x="895" y="4603"/>
                </a:lnTo>
                <a:lnTo>
                  <a:pt x="895" y="4602"/>
                </a:lnTo>
                <a:lnTo>
                  <a:pt x="894" y="4602"/>
                </a:lnTo>
                <a:lnTo>
                  <a:pt x="894" y="4601"/>
                </a:lnTo>
                <a:lnTo>
                  <a:pt x="894" y="4600"/>
                </a:lnTo>
                <a:lnTo>
                  <a:pt x="893" y="4600"/>
                </a:lnTo>
                <a:lnTo>
                  <a:pt x="892" y="4600"/>
                </a:lnTo>
                <a:lnTo>
                  <a:pt x="892" y="4599"/>
                </a:lnTo>
                <a:lnTo>
                  <a:pt x="892" y="4598"/>
                </a:lnTo>
                <a:lnTo>
                  <a:pt x="892" y="4597"/>
                </a:lnTo>
                <a:lnTo>
                  <a:pt x="891" y="4597"/>
                </a:lnTo>
                <a:lnTo>
                  <a:pt x="891" y="4596"/>
                </a:lnTo>
                <a:lnTo>
                  <a:pt x="891" y="4595"/>
                </a:lnTo>
                <a:lnTo>
                  <a:pt x="890" y="4595"/>
                </a:lnTo>
                <a:lnTo>
                  <a:pt x="889" y="4595"/>
                </a:lnTo>
                <a:lnTo>
                  <a:pt x="889" y="4594"/>
                </a:lnTo>
                <a:lnTo>
                  <a:pt x="889" y="4595"/>
                </a:lnTo>
                <a:lnTo>
                  <a:pt x="888" y="4595"/>
                </a:lnTo>
                <a:lnTo>
                  <a:pt x="888" y="4596"/>
                </a:lnTo>
                <a:lnTo>
                  <a:pt x="887" y="4596"/>
                </a:lnTo>
                <a:lnTo>
                  <a:pt x="886" y="4596"/>
                </a:lnTo>
                <a:lnTo>
                  <a:pt x="885" y="4596"/>
                </a:lnTo>
                <a:lnTo>
                  <a:pt x="885" y="4595"/>
                </a:lnTo>
                <a:lnTo>
                  <a:pt x="884" y="4595"/>
                </a:lnTo>
                <a:lnTo>
                  <a:pt x="884" y="4594"/>
                </a:lnTo>
                <a:lnTo>
                  <a:pt x="883" y="4594"/>
                </a:lnTo>
                <a:lnTo>
                  <a:pt x="883" y="4593"/>
                </a:lnTo>
                <a:lnTo>
                  <a:pt x="883" y="4592"/>
                </a:lnTo>
                <a:lnTo>
                  <a:pt x="883" y="4591"/>
                </a:lnTo>
                <a:lnTo>
                  <a:pt x="883" y="4590"/>
                </a:lnTo>
                <a:lnTo>
                  <a:pt x="882" y="4590"/>
                </a:lnTo>
                <a:lnTo>
                  <a:pt x="881" y="4590"/>
                </a:lnTo>
                <a:lnTo>
                  <a:pt x="880" y="4589"/>
                </a:lnTo>
                <a:lnTo>
                  <a:pt x="879" y="4589"/>
                </a:lnTo>
                <a:lnTo>
                  <a:pt x="879" y="4588"/>
                </a:lnTo>
                <a:lnTo>
                  <a:pt x="878" y="4588"/>
                </a:lnTo>
                <a:lnTo>
                  <a:pt x="878" y="4587"/>
                </a:lnTo>
                <a:lnTo>
                  <a:pt x="878" y="4586"/>
                </a:lnTo>
                <a:lnTo>
                  <a:pt x="877" y="4586"/>
                </a:lnTo>
                <a:lnTo>
                  <a:pt x="876" y="4586"/>
                </a:lnTo>
                <a:lnTo>
                  <a:pt x="876" y="4587"/>
                </a:lnTo>
                <a:lnTo>
                  <a:pt x="875" y="4587"/>
                </a:lnTo>
                <a:lnTo>
                  <a:pt x="874" y="4587"/>
                </a:lnTo>
                <a:lnTo>
                  <a:pt x="873" y="4587"/>
                </a:lnTo>
                <a:lnTo>
                  <a:pt x="873" y="4586"/>
                </a:lnTo>
                <a:lnTo>
                  <a:pt x="872" y="4586"/>
                </a:lnTo>
                <a:lnTo>
                  <a:pt x="871" y="4586"/>
                </a:lnTo>
                <a:lnTo>
                  <a:pt x="871" y="4587"/>
                </a:lnTo>
                <a:lnTo>
                  <a:pt x="871" y="4586"/>
                </a:lnTo>
                <a:lnTo>
                  <a:pt x="870" y="4586"/>
                </a:lnTo>
                <a:lnTo>
                  <a:pt x="869" y="4586"/>
                </a:lnTo>
                <a:lnTo>
                  <a:pt x="869" y="4585"/>
                </a:lnTo>
                <a:lnTo>
                  <a:pt x="868" y="4585"/>
                </a:lnTo>
                <a:lnTo>
                  <a:pt x="867" y="4585"/>
                </a:lnTo>
                <a:lnTo>
                  <a:pt x="866" y="4585"/>
                </a:lnTo>
                <a:lnTo>
                  <a:pt x="864" y="4585"/>
                </a:lnTo>
                <a:lnTo>
                  <a:pt x="864" y="4584"/>
                </a:lnTo>
                <a:lnTo>
                  <a:pt x="864" y="4583"/>
                </a:lnTo>
                <a:lnTo>
                  <a:pt x="864" y="4582"/>
                </a:lnTo>
                <a:lnTo>
                  <a:pt x="864" y="4581"/>
                </a:lnTo>
                <a:lnTo>
                  <a:pt x="865" y="4581"/>
                </a:lnTo>
                <a:lnTo>
                  <a:pt x="866" y="4581"/>
                </a:lnTo>
                <a:lnTo>
                  <a:pt x="866" y="4580"/>
                </a:lnTo>
                <a:lnTo>
                  <a:pt x="867" y="4580"/>
                </a:lnTo>
                <a:lnTo>
                  <a:pt x="867" y="4579"/>
                </a:lnTo>
                <a:lnTo>
                  <a:pt x="867" y="4578"/>
                </a:lnTo>
                <a:lnTo>
                  <a:pt x="868" y="4578"/>
                </a:lnTo>
                <a:lnTo>
                  <a:pt x="868" y="4577"/>
                </a:lnTo>
                <a:lnTo>
                  <a:pt x="869" y="4577"/>
                </a:lnTo>
                <a:lnTo>
                  <a:pt x="869" y="4576"/>
                </a:lnTo>
                <a:lnTo>
                  <a:pt x="868" y="4576"/>
                </a:lnTo>
                <a:lnTo>
                  <a:pt x="868" y="4575"/>
                </a:lnTo>
                <a:lnTo>
                  <a:pt x="867" y="4575"/>
                </a:lnTo>
                <a:lnTo>
                  <a:pt x="867" y="4574"/>
                </a:lnTo>
                <a:lnTo>
                  <a:pt x="868" y="4574"/>
                </a:lnTo>
                <a:lnTo>
                  <a:pt x="868" y="4573"/>
                </a:lnTo>
                <a:lnTo>
                  <a:pt x="869" y="4572"/>
                </a:lnTo>
                <a:lnTo>
                  <a:pt x="870" y="4572"/>
                </a:lnTo>
                <a:lnTo>
                  <a:pt x="872" y="4572"/>
                </a:lnTo>
                <a:lnTo>
                  <a:pt x="872" y="4571"/>
                </a:lnTo>
                <a:lnTo>
                  <a:pt x="873" y="4571"/>
                </a:lnTo>
                <a:lnTo>
                  <a:pt x="873" y="4570"/>
                </a:lnTo>
                <a:lnTo>
                  <a:pt x="874" y="4570"/>
                </a:lnTo>
                <a:lnTo>
                  <a:pt x="874" y="4569"/>
                </a:lnTo>
                <a:lnTo>
                  <a:pt x="874" y="4568"/>
                </a:lnTo>
                <a:lnTo>
                  <a:pt x="873" y="4568"/>
                </a:lnTo>
                <a:lnTo>
                  <a:pt x="873" y="4567"/>
                </a:lnTo>
                <a:lnTo>
                  <a:pt x="872" y="4567"/>
                </a:lnTo>
                <a:lnTo>
                  <a:pt x="871" y="4567"/>
                </a:lnTo>
                <a:lnTo>
                  <a:pt x="871" y="4566"/>
                </a:lnTo>
                <a:lnTo>
                  <a:pt x="871" y="4565"/>
                </a:lnTo>
                <a:lnTo>
                  <a:pt x="872" y="4565"/>
                </a:lnTo>
                <a:lnTo>
                  <a:pt x="872" y="4564"/>
                </a:lnTo>
                <a:lnTo>
                  <a:pt x="872" y="4563"/>
                </a:lnTo>
                <a:lnTo>
                  <a:pt x="872" y="4562"/>
                </a:lnTo>
                <a:lnTo>
                  <a:pt x="872" y="4561"/>
                </a:lnTo>
                <a:lnTo>
                  <a:pt x="872" y="4560"/>
                </a:lnTo>
                <a:lnTo>
                  <a:pt x="871" y="4560"/>
                </a:lnTo>
                <a:lnTo>
                  <a:pt x="868" y="4560"/>
                </a:lnTo>
                <a:lnTo>
                  <a:pt x="868" y="4559"/>
                </a:lnTo>
                <a:lnTo>
                  <a:pt x="867" y="4559"/>
                </a:lnTo>
                <a:lnTo>
                  <a:pt x="867" y="4558"/>
                </a:lnTo>
                <a:lnTo>
                  <a:pt x="866" y="4558"/>
                </a:lnTo>
                <a:lnTo>
                  <a:pt x="866" y="4557"/>
                </a:lnTo>
                <a:lnTo>
                  <a:pt x="865" y="4557"/>
                </a:lnTo>
                <a:lnTo>
                  <a:pt x="865" y="4556"/>
                </a:lnTo>
                <a:lnTo>
                  <a:pt x="865" y="4555"/>
                </a:lnTo>
                <a:lnTo>
                  <a:pt x="864" y="4555"/>
                </a:lnTo>
                <a:lnTo>
                  <a:pt x="865" y="4555"/>
                </a:lnTo>
                <a:lnTo>
                  <a:pt x="864" y="4555"/>
                </a:lnTo>
                <a:lnTo>
                  <a:pt x="864" y="4554"/>
                </a:lnTo>
                <a:lnTo>
                  <a:pt x="864" y="4553"/>
                </a:lnTo>
                <a:lnTo>
                  <a:pt x="865" y="4553"/>
                </a:lnTo>
                <a:lnTo>
                  <a:pt x="865" y="4552"/>
                </a:lnTo>
                <a:lnTo>
                  <a:pt x="864" y="4551"/>
                </a:lnTo>
                <a:lnTo>
                  <a:pt x="863" y="4551"/>
                </a:lnTo>
                <a:lnTo>
                  <a:pt x="862" y="4551"/>
                </a:lnTo>
                <a:lnTo>
                  <a:pt x="862" y="4550"/>
                </a:lnTo>
                <a:lnTo>
                  <a:pt x="861" y="4550"/>
                </a:lnTo>
                <a:lnTo>
                  <a:pt x="861" y="4549"/>
                </a:lnTo>
                <a:lnTo>
                  <a:pt x="861" y="4548"/>
                </a:lnTo>
                <a:lnTo>
                  <a:pt x="860" y="4548"/>
                </a:lnTo>
                <a:lnTo>
                  <a:pt x="860" y="4547"/>
                </a:lnTo>
                <a:lnTo>
                  <a:pt x="861" y="4547"/>
                </a:lnTo>
                <a:lnTo>
                  <a:pt x="862" y="4546"/>
                </a:lnTo>
                <a:lnTo>
                  <a:pt x="861" y="4546"/>
                </a:lnTo>
                <a:lnTo>
                  <a:pt x="862" y="4546"/>
                </a:lnTo>
                <a:lnTo>
                  <a:pt x="862" y="4545"/>
                </a:lnTo>
                <a:lnTo>
                  <a:pt x="862" y="4544"/>
                </a:lnTo>
                <a:lnTo>
                  <a:pt x="864" y="4544"/>
                </a:lnTo>
                <a:lnTo>
                  <a:pt x="864" y="4543"/>
                </a:lnTo>
                <a:lnTo>
                  <a:pt x="864" y="4542"/>
                </a:lnTo>
                <a:lnTo>
                  <a:pt x="865" y="4542"/>
                </a:lnTo>
                <a:lnTo>
                  <a:pt x="865" y="4541"/>
                </a:lnTo>
                <a:lnTo>
                  <a:pt x="864" y="4541"/>
                </a:lnTo>
                <a:lnTo>
                  <a:pt x="864" y="4540"/>
                </a:lnTo>
                <a:lnTo>
                  <a:pt x="865" y="4540"/>
                </a:lnTo>
                <a:lnTo>
                  <a:pt x="865" y="4539"/>
                </a:lnTo>
                <a:lnTo>
                  <a:pt x="865" y="4538"/>
                </a:lnTo>
                <a:lnTo>
                  <a:pt x="866" y="4538"/>
                </a:lnTo>
                <a:lnTo>
                  <a:pt x="866" y="4537"/>
                </a:lnTo>
                <a:lnTo>
                  <a:pt x="866" y="4536"/>
                </a:lnTo>
                <a:lnTo>
                  <a:pt x="867" y="4536"/>
                </a:lnTo>
                <a:lnTo>
                  <a:pt x="868" y="4536"/>
                </a:lnTo>
                <a:lnTo>
                  <a:pt x="868" y="4535"/>
                </a:lnTo>
                <a:lnTo>
                  <a:pt x="868" y="4534"/>
                </a:lnTo>
                <a:lnTo>
                  <a:pt x="867" y="4534"/>
                </a:lnTo>
                <a:lnTo>
                  <a:pt x="868" y="4534"/>
                </a:lnTo>
                <a:lnTo>
                  <a:pt x="868" y="4533"/>
                </a:lnTo>
                <a:lnTo>
                  <a:pt x="867" y="4533"/>
                </a:lnTo>
                <a:lnTo>
                  <a:pt x="867" y="4532"/>
                </a:lnTo>
                <a:lnTo>
                  <a:pt x="868" y="4532"/>
                </a:lnTo>
                <a:lnTo>
                  <a:pt x="868" y="4531"/>
                </a:lnTo>
                <a:lnTo>
                  <a:pt x="868" y="4530"/>
                </a:lnTo>
                <a:lnTo>
                  <a:pt x="867" y="4530"/>
                </a:lnTo>
                <a:lnTo>
                  <a:pt x="867" y="4529"/>
                </a:lnTo>
                <a:lnTo>
                  <a:pt x="867" y="4528"/>
                </a:lnTo>
                <a:lnTo>
                  <a:pt x="867" y="4527"/>
                </a:lnTo>
                <a:lnTo>
                  <a:pt x="867" y="4526"/>
                </a:lnTo>
                <a:lnTo>
                  <a:pt x="867" y="4525"/>
                </a:lnTo>
                <a:lnTo>
                  <a:pt x="866" y="4525"/>
                </a:lnTo>
                <a:lnTo>
                  <a:pt x="865" y="4525"/>
                </a:lnTo>
                <a:lnTo>
                  <a:pt x="864" y="4525"/>
                </a:lnTo>
                <a:lnTo>
                  <a:pt x="864" y="4524"/>
                </a:lnTo>
                <a:lnTo>
                  <a:pt x="864" y="4523"/>
                </a:lnTo>
                <a:lnTo>
                  <a:pt x="863" y="4523"/>
                </a:lnTo>
                <a:lnTo>
                  <a:pt x="863" y="4522"/>
                </a:lnTo>
                <a:lnTo>
                  <a:pt x="861" y="4522"/>
                </a:lnTo>
                <a:lnTo>
                  <a:pt x="861" y="4523"/>
                </a:lnTo>
                <a:lnTo>
                  <a:pt x="861" y="4522"/>
                </a:lnTo>
                <a:lnTo>
                  <a:pt x="860" y="4522"/>
                </a:lnTo>
                <a:lnTo>
                  <a:pt x="860" y="4523"/>
                </a:lnTo>
                <a:lnTo>
                  <a:pt x="860" y="4524"/>
                </a:lnTo>
                <a:lnTo>
                  <a:pt x="859" y="4524"/>
                </a:lnTo>
                <a:lnTo>
                  <a:pt x="858" y="4524"/>
                </a:lnTo>
                <a:lnTo>
                  <a:pt x="858" y="4525"/>
                </a:lnTo>
                <a:lnTo>
                  <a:pt x="858" y="4526"/>
                </a:lnTo>
                <a:lnTo>
                  <a:pt x="857" y="4526"/>
                </a:lnTo>
                <a:lnTo>
                  <a:pt x="856" y="4525"/>
                </a:lnTo>
                <a:lnTo>
                  <a:pt x="855" y="4525"/>
                </a:lnTo>
                <a:lnTo>
                  <a:pt x="855" y="4524"/>
                </a:lnTo>
                <a:lnTo>
                  <a:pt x="854" y="4524"/>
                </a:lnTo>
                <a:lnTo>
                  <a:pt x="854" y="4525"/>
                </a:lnTo>
                <a:lnTo>
                  <a:pt x="853" y="4525"/>
                </a:lnTo>
                <a:lnTo>
                  <a:pt x="853" y="4524"/>
                </a:lnTo>
                <a:lnTo>
                  <a:pt x="852" y="4524"/>
                </a:lnTo>
                <a:lnTo>
                  <a:pt x="852" y="4523"/>
                </a:lnTo>
                <a:lnTo>
                  <a:pt x="851" y="4523"/>
                </a:lnTo>
                <a:lnTo>
                  <a:pt x="850" y="4523"/>
                </a:lnTo>
                <a:lnTo>
                  <a:pt x="850" y="4524"/>
                </a:lnTo>
                <a:lnTo>
                  <a:pt x="850" y="4525"/>
                </a:lnTo>
                <a:lnTo>
                  <a:pt x="850" y="4526"/>
                </a:lnTo>
                <a:lnTo>
                  <a:pt x="850" y="4525"/>
                </a:lnTo>
                <a:lnTo>
                  <a:pt x="849" y="4525"/>
                </a:lnTo>
                <a:lnTo>
                  <a:pt x="848" y="4525"/>
                </a:lnTo>
                <a:lnTo>
                  <a:pt x="848" y="4526"/>
                </a:lnTo>
                <a:lnTo>
                  <a:pt x="847" y="4526"/>
                </a:lnTo>
                <a:lnTo>
                  <a:pt x="847" y="4527"/>
                </a:lnTo>
                <a:lnTo>
                  <a:pt x="846" y="4527"/>
                </a:lnTo>
                <a:lnTo>
                  <a:pt x="846" y="4526"/>
                </a:lnTo>
                <a:lnTo>
                  <a:pt x="845" y="4526"/>
                </a:lnTo>
                <a:lnTo>
                  <a:pt x="845" y="4525"/>
                </a:lnTo>
                <a:lnTo>
                  <a:pt x="845" y="4524"/>
                </a:lnTo>
                <a:lnTo>
                  <a:pt x="844" y="4524"/>
                </a:lnTo>
                <a:lnTo>
                  <a:pt x="843" y="4524"/>
                </a:lnTo>
                <a:lnTo>
                  <a:pt x="843" y="4523"/>
                </a:lnTo>
                <a:lnTo>
                  <a:pt x="843" y="4522"/>
                </a:lnTo>
                <a:lnTo>
                  <a:pt x="842" y="4522"/>
                </a:lnTo>
                <a:lnTo>
                  <a:pt x="842" y="4521"/>
                </a:lnTo>
                <a:lnTo>
                  <a:pt x="841" y="4521"/>
                </a:lnTo>
                <a:lnTo>
                  <a:pt x="842" y="4521"/>
                </a:lnTo>
                <a:lnTo>
                  <a:pt x="842" y="4520"/>
                </a:lnTo>
                <a:lnTo>
                  <a:pt x="842" y="4519"/>
                </a:lnTo>
                <a:lnTo>
                  <a:pt x="841" y="4519"/>
                </a:lnTo>
                <a:lnTo>
                  <a:pt x="841" y="4518"/>
                </a:lnTo>
                <a:lnTo>
                  <a:pt x="840" y="4518"/>
                </a:lnTo>
                <a:lnTo>
                  <a:pt x="840" y="4517"/>
                </a:lnTo>
                <a:lnTo>
                  <a:pt x="840" y="4518"/>
                </a:lnTo>
                <a:lnTo>
                  <a:pt x="839" y="4518"/>
                </a:lnTo>
                <a:lnTo>
                  <a:pt x="839" y="4519"/>
                </a:lnTo>
                <a:lnTo>
                  <a:pt x="838" y="4519"/>
                </a:lnTo>
                <a:lnTo>
                  <a:pt x="837" y="4519"/>
                </a:lnTo>
                <a:lnTo>
                  <a:pt x="837" y="4518"/>
                </a:lnTo>
                <a:lnTo>
                  <a:pt x="836" y="4518"/>
                </a:lnTo>
                <a:lnTo>
                  <a:pt x="835" y="4518"/>
                </a:lnTo>
                <a:lnTo>
                  <a:pt x="835" y="4517"/>
                </a:lnTo>
                <a:lnTo>
                  <a:pt x="835" y="4518"/>
                </a:lnTo>
                <a:lnTo>
                  <a:pt x="834" y="4518"/>
                </a:lnTo>
                <a:lnTo>
                  <a:pt x="834" y="4517"/>
                </a:lnTo>
                <a:lnTo>
                  <a:pt x="833" y="4517"/>
                </a:lnTo>
                <a:lnTo>
                  <a:pt x="832" y="4516"/>
                </a:lnTo>
                <a:lnTo>
                  <a:pt x="831" y="4516"/>
                </a:lnTo>
                <a:lnTo>
                  <a:pt x="831" y="4515"/>
                </a:lnTo>
                <a:lnTo>
                  <a:pt x="830" y="4515"/>
                </a:lnTo>
                <a:lnTo>
                  <a:pt x="830" y="4514"/>
                </a:lnTo>
                <a:lnTo>
                  <a:pt x="829" y="4514"/>
                </a:lnTo>
                <a:lnTo>
                  <a:pt x="829" y="4513"/>
                </a:lnTo>
                <a:lnTo>
                  <a:pt x="829" y="4512"/>
                </a:lnTo>
                <a:lnTo>
                  <a:pt x="828" y="4512"/>
                </a:lnTo>
                <a:lnTo>
                  <a:pt x="828" y="4511"/>
                </a:lnTo>
                <a:lnTo>
                  <a:pt x="828" y="4510"/>
                </a:lnTo>
                <a:lnTo>
                  <a:pt x="827" y="4510"/>
                </a:lnTo>
                <a:lnTo>
                  <a:pt x="826" y="4510"/>
                </a:lnTo>
                <a:lnTo>
                  <a:pt x="826" y="4509"/>
                </a:lnTo>
                <a:lnTo>
                  <a:pt x="825" y="4509"/>
                </a:lnTo>
                <a:lnTo>
                  <a:pt x="824" y="4509"/>
                </a:lnTo>
                <a:lnTo>
                  <a:pt x="824" y="4510"/>
                </a:lnTo>
                <a:lnTo>
                  <a:pt x="823" y="4510"/>
                </a:lnTo>
                <a:lnTo>
                  <a:pt x="823" y="4509"/>
                </a:lnTo>
                <a:lnTo>
                  <a:pt x="822" y="4509"/>
                </a:lnTo>
                <a:lnTo>
                  <a:pt x="821" y="4509"/>
                </a:lnTo>
                <a:lnTo>
                  <a:pt x="820" y="4509"/>
                </a:lnTo>
                <a:lnTo>
                  <a:pt x="819" y="4508"/>
                </a:lnTo>
                <a:lnTo>
                  <a:pt x="819" y="4507"/>
                </a:lnTo>
                <a:lnTo>
                  <a:pt x="818" y="4507"/>
                </a:lnTo>
                <a:lnTo>
                  <a:pt x="818" y="4506"/>
                </a:lnTo>
                <a:lnTo>
                  <a:pt x="817" y="4506"/>
                </a:lnTo>
                <a:lnTo>
                  <a:pt x="816" y="4506"/>
                </a:lnTo>
                <a:lnTo>
                  <a:pt x="816" y="4505"/>
                </a:lnTo>
                <a:lnTo>
                  <a:pt x="815" y="4505"/>
                </a:lnTo>
                <a:lnTo>
                  <a:pt x="814" y="4505"/>
                </a:lnTo>
                <a:lnTo>
                  <a:pt x="813" y="4505"/>
                </a:lnTo>
                <a:lnTo>
                  <a:pt x="812" y="4505"/>
                </a:lnTo>
                <a:lnTo>
                  <a:pt x="811" y="4505"/>
                </a:lnTo>
                <a:lnTo>
                  <a:pt x="811" y="4504"/>
                </a:lnTo>
                <a:lnTo>
                  <a:pt x="810" y="4504"/>
                </a:lnTo>
                <a:lnTo>
                  <a:pt x="809" y="4504"/>
                </a:lnTo>
                <a:lnTo>
                  <a:pt x="809" y="4503"/>
                </a:lnTo>
                <a:lnTo>
                  <a:pt x="808" y="4503"/>
                </a:lnTo>
                <a:lnTo>
                  <a:pt x="808" y="4502"/>
                </a:lnTo>
                <a:lnTo>
                  <a:pt x="807" y="4502"/>
                </a:lnTo>
                <a:lnTo>
                  <a:pt x="806" y="4502"/>
                </a:lnTo>
                <a:lnTo>
                  <a:pt x="806" y="4501"/>
                </a:lnTo>
                <a:lnTo>
                  <a:pt x="805" y="4501"/>
                </a:lnTo>
                <a:lnTo>
                  <a:pt x="805" y="4500"/>
                </a:lnTo>
                <a:lnTo>
                  <a:pt x="805" y="4499"/>
                </a:lnTo>
                <a:lnTo>
                  <a:pt x="805" y="4498"/>
                </a:lnTo>
                <a:lnTo>
                  <a:pt x="806" y="4498"/>
                </a:lnTo>
                <a:lnTo>
                  <a:pt x="805" y="4498"/>
                </a:lnTo>
                <a:lnTo>
                  <a:pt x="804" y="4498"/>
                </a:lnTo>
                <a:lnTo>
                  <a:pt x="804" y="4497"/>
                </a:lnTo>
                <a:lnTo>
                  <a:pt x="803" y="4497"/>
                </a:lnTo>
                <a:lnTo>
                  <a:pt x="802" y="4497"/>
                </a:lnTo>
                <a:lnTo>
                  <a:pt x="802" y="4496"/>
                </a:lnTo>
                <a:lnTo>
                  <a:pt x="801" y="4496"/>
                </a:lnTo>
                <a:lnTo>
                  <a:pt x="801" y="4495"/>
                </a:lnTo>
                <a:lnTo>
                  <a:pt x="801" y="4494"/>
                </a:lnTo>
                <a:lnTo>
                  <a:pt x="800" y="4494"/>
                </a:lnTo>
                <a:lnTo>
                  <a:pt x="800" y="4493"/>
                </a:lnTo>
                <a:lnTo>
                  <a:pt x="799" y="4493"/>
                </a:lnTo>
                <a:lnTo>
                  <a:pt x="798" y="4493"/>
                </a:lnTo>
                <a:lnTo>
                  <a:pt x="797" y="4493"/>
                </a:lnTo>
                <a:lnTo>
                  <a:pt x="797" y="4492"/>
                </a:lnTo>
                <a:lnTo>
                  <a:pt x="796" y="4492"/>
                </a:lnTo>
                <a:lnTo>
                  <a:pt x="796" y="4491"/>
                </a:lnTo>
                <a:lnTo>
                  <a:pt x="795" y="4491"/>
                </a:lnTo>
                <a:lnTo>
                  <a:pt x="795" y="4490"/>
                </a:lnTo>
                <a:lnTo>
                  <a:pt x="794" y="4490"/>
                </a:lnTo>
                <a:lnTo>
                  <a:pt x="794" y="4489"/>
                </a:lnTo>
                <a:lnTo>
                  <a:pt x="793" y="4489"/>
                </a:lnTo>
                <a:lnTo>
                  <a:pt x="792" y="4489"/>
                </a:lnTo>
                <a:lnTo>
                  <a:pt x="792" y="4488"/>
                </a:lnTo>
                <a:lnTo>
                  <a:pt x="791" y="4488"/>
                </a:lnTo>
                <a:lnTo>
                  <a:pt x="791" y="4487"/>
                </a:lnTo>
                <a:lnTo>
                  <a:pt x="790" y="4487"/>
                </a:lnTo>
                <a:lnTo>
                  <a:pt x="789" y="4486"/>
                </a:lnTo>
                <a:lnTo>
                  <a:pt x="788" y="4486"/>
                </a:lnTo>
                <a:lnTo>
                  <a:pt x="788" y="4487"/>
                </a:lnTo>
                <a:lnTo>
                  <a:pt x="788" y="4489"/>
                </a:lnTo>
                <a:lnTo>
                  <a:pt x="788" y="4491"/>
                </a:lnTo>
                <a:lnTo>
                  <a:pt x="787" y="4491"/>
                </a:lnTo>
                <a:lnTo>
                  <a:pt x="787" y="4492"/>
                </a:lnTo>
                <a:lnTo>
                  <a:pt x="786" y="4492"/>
                </a:lnTo>
                <a:lnTo>
                  <a:pt x="785" y="4492"/>
                </a:lnTo>
                <a:lnTo>
                  <a:pt x="785" y="4493"/>
                </a:lnTo>
                <a:lnTo>
                  <a:pt x="784" y="4492"/>
                </a:lnTo>
                <a:lnTo>
                  <a:pt x="783" y="4492"/>
                </a:lnTo>
                <a:lnTo>
                  <a:pt x="783" y="4491"/>
                </a:lnTo>
                <a:lnTo>
                  <a:pt x="782" y="4491"/>
                </a:lnTo>
                <a:lnTo>
                  <a:pt x="782" y="4490"/>
                </a:lnTo>
                <a:lnTo>
                  <a:pt x="781" y="4489"/>
                </a:lnTo>
                <a:lnTo>
                  <a:pt x="780" y="4489"/>
                </a:lnTo>
                <a:lnTo>
                  <a:pt x="780" y="4488"/>
                </a:lnTo>
                <a:lnTo>
                  <a:pt x="779" y="4488"/>
                </a:lnTo>
                <a:lnTo>
                  <a:pt x="779" y="4487"/>
                </a:lnTo>
                <a:lnTo>
                  <a:pt x="778" y="4487"/>
                </a:lnTo>
                <a:lnTo>
                  <a:pt x="778" y="4488"/>
                </a:lnTo>
                <a:lnTo>
                  <a:pt x="777" y="4488"/>
                </a:lnTo>
                <a:lnTo>
                  <a:pt x="777" y="4489"/>
                </a:lnTo>
                <a:lnTo>
                  <a:pt x="777" y="4490"/>
                </a:lnTo>
                <a:lnTo>
                  <a:pt x="777" y="4491"/>
                </a:lnTo>
                <a:lnTo>
                  <a:pt x="777" y="4492"/>
                </a:lnTo>
                <a:lnTo>
                  <a:pt x="775" y="4492"/>
                </a:lnTo>
                <a:lnTo>
                  <a:pt x="775" y="4493"/>
                </a:lnTo>
                <a:lnTo>
                  <a:pt x="774" y="4493"/>
                </a:lnTo>
                <a:lnTo>
                  <a:pt x="774" y="4494"/>
                </a:lnTo>
                <a:lnTo>
                  <a:pt x="774" y="4495"/>
                </a:lnTo>
                <a:lnTo>
                  <a:pt x="774" y="4496"/>
                </a:lnTo>
                <a:lnTo>
                  <a:pt x="774" y="4497"/>
                </a:lnTo>
                <a:lnTo>
                  <a:pt x="774" y="4498"/>
                </a:lnTo>
                <a:lnTo>
                  <a:pt x="774" y="4499"/>
                </a:lnTo>
                <a:lnTo>
                  <a:pt x="773" y="4499"/>
                </a:lnTo>
                <a:lnTo>
                  <a:pt x="773" y="4498"/>
                </a:lnTo>
                <a:lnTo>
                  <a:pt x="771" y="4498"/>
                </a:lnTo>
                <a:lnTo>
                  <a:pt x="770" y="4498"/>
                </a:lnTo>
                <a:lnTo>
                  <a:pt x="770" y="4497"/>
                </a:lnTo>
                <a:lnTo>
                  <a:pt x="769" y="4497"/>
                </a:lnTo>
                <a:lnTo>
                  <a:pt x="768" y="4496"/>
                </a:lnTo>
                <a:lnTo>
                  <a:pt x="767" y="4495"/>
                </a:lnTo>
                <a:lnTo>
                  <a:pt x="766" y="4495"/>
                </a:lnTo>
                <a:lnTo>
                  <a:pt x="766" y="4494"/>
                </a:lnTo>
                <a:lnTo>
                  <a:pt x="765" y="4494"/>
                </a:lnTo>
                <a:lnTo>
                  <a:pt x="764" y="4494"/>
                </a:lnTo>
                <a:lnTo>
                  <a:pt x="763" y="4494"/>
                </a:lnTo>
                <a:lnTo>
                  <a:pt x="763" y="4493"/>
                </a:lnTo>
                <a:lnTo>
                  <a:pt x="762" y="4493"/>
                </a:lnTo>
                <a:lnTo>
                  <a:pt x="762" y="4492"/>
                </a:lnTo>
                <a:lnTo>
                  <a:pt x="761" y="4492"/>
                </a:lnTo>
                <a:lnTo>
                  <a:pt x="761" y="4491"/>
                </a:lnTo>
                <a:lnTo>
                  <a:pt x="761" y="4490"/>
                </a:lnTo>
                <a:lnTo>
                  <a:pt x="761" y="4489"/>
                </a:lnTo>
                <a:lnTo>
                  <a:pt x="761" y="4488"/>
                </a:lnTo>
                <a:lnTo>
                  <a:pt x="760" y="4488"/>
                </a:lnTo>
                <a:lnTo>
                  <a:pt x="759" y="4488"/>
                </a:lnTo>
                <a:lnTo>
                  <a:pt x="759" y="4487"/>
                </a:lnTo>
                <a:lnTo>
                  <a:pt x="759" y="4486"/>
                </a:lnTo>
                <a:lnTo>
                  <a:pt x="758" y="4486"/>
                </a:lnTo>
                <a:lnTo>
                  <a:pt x="758" y="4485"/>
                </a:lnTo>
                <a:lnTo>
                  <a:pt x="757" y="4485"/>
                </a:lnTo>
                <a:lnTo>
                  <a:pt x="757" y="4484"/>
                </a:lnTo>
                <a:lnTo>
                  <a:pt x="756" y="4485"/>
                </a:lnTo>
                <a:lnTo>
                  <a:pt x="756" y="4486"/>
                </a:lnTo>
                <a:lnTo>
                  <a:pt x="755" y="4486"/>
                </a:lnTo>
                <a:lnTo>
                  <a:pt x="755" y="4485"/>
                </a:lnTo>
                <a:lnTo>
                  <a:pt x="755" y="4484"/>
                </a:lnTo>
                <a:lnTo>
                  <a:pt x="755" y="4483"/>
                </a:lnTo>
                <a:lnTo>
                  <a:pt x="754" y="4483"/>
                </a:lnTo>
                <a:lnTo>
                  <a:pt x="753" y="4483"/>
                </a:lnTo>
                <a:lnTo>
                  <a:pt x="752" y="4483"/>
                </a:lnTo>
                <a:lnTo>
                  <a:pt x="751" y="4483"/>
                </a:lnTo>
                <a:lnTo>
                  <a:pt x="751" y="4484"/>
                </a:lnTo>
                <a:lnTo>
                  <a:pt x="750" y="4485"/>
                </a:lnTo>
                <a:lnTo>
                  <a:pt x="750" y="4486"/>
                </a:lnTo>
                <a:lnTo>
                  <a:pt x="750" y="4487"/>
                </a:lnTo>
                <a:lnTo>
                  <a:pt x="749" y="4487"/>
                </a:lnTo>
                <a:lnTo>
                  <a:pt x="749" y="4488"/>
                </a:lnTo>
                <a:lnTo>
                  <a:pt x="750" y="4488"/>
                </a:lnTo>
                <a:lnTo>
                  <a:pt x="751" y="4488"/>
                </a:lnTo>
                <a:lnTo>
                  <a:pt x="751" y="4489"/>
                </a:lnTo>
                <a:lnTo>
                  <a:pt x="752" y="4489"/>
                </a:lnTo>
                <a:lnTo>
                  <a:pt x="752" y="4490"/>
                </a:lnTo>
                <a:lnTo>
                  <a:pt x="752" y="4491"/>
                </a:lnTo>
                <a:lnTo>
                  <a:pt x="753" y="4491"/>
                </a:lnTo>
                <a:lnTo>
                  <a:pt x="753" y="4492"/>
                </a:lnTo>
                <a:lnTo>
                  <a:pt x="752" y="4492"/>
                </a:lnTo>
                <a:lnTo>
                  <a:pt x="752" y="4493"/>
                </a:lnTo>
                <a:lnTo>
                  <a:pt x="751" y="4493"/>
                </a:lnTo>
                <a:lnTo>
                  <a:pt x="750" y="4493"/>
                </a:lnTo>
                <a:lnTo>
                  <a:pt x="749" y="4493"/>
                </a:lnTo>
                <a:lnTo>
                  <a:pt x="748" y="4493"/>
                </a:lnTo>
                <a:lnTo>
                  <a:pt x="748" y="4492"/>
                </a:lnTo>
                <a:lnTo>
                  <a:pt x="747" y="4492"/>
                </a:lnTo>
                <a:lnTo>
                  <a:pt x="747" y="4493"/>
                </a:lnTo>
                <a:lnTo>
                  <a:pt x="747" y="4494"/>
                </a:lnTo>
                <a:lnTo>
                  <a:pt x="747" y="4495"/>
                </a:lnTo>
                <a:lnTo>
                  <a:pt x="747" y="4496"/>
                </a:lnTo>
                <a:lnTo>
                  <a:pt x="748" y="4496"/>
                </a:lnTo>
                <a:lnTo>
                  <a:pt x="748" y="4497"/>
                </a:lnTo>
                <a:lnTo>
                  <a:pt x="747" y="4497"/>
                </a:lnTo>
                <a:lnTo>
                  <a:pt x="747" y="4498"/>
                </a:lnTo>
                <a:lnTo>
                  <a:pt x="747" y="4499"/>
                </a:lnTo>
                <a:lnTo>
                  <a:pt x="747" y="4500"/>
                </a:lnTo>
                <a:lnTo>
                  <a:pt x="746" y="4500"/>
                </a:lnTo>
                <a:lnTo>
                  <a:pt x="746" y="4501"/>
                </a:lnTo>
                <a:lnTo>
                  <a:pt x="745" y="4501"/>
                </a:lnTo>
                <a:lnTo>
                  <a:pt x="745" y="4502"/>
                </a:lnTo>
                <a:lnTo>
                  <a:pt x="745" y="4503"/>
                </a:lnTo>
                <a:lnTo>
                  <a:pt x="746" y="4503"/>
                </a:lnTo>
                <a:lnTo>
                  <a:pt x="746" y="4504"/>
                </a:lnTo>
                <a:lnTo>
                  <a:pt x="747" y="4504"/>
                </a:lnTo>
                <a:lnTo>
                  <a:pt x="748" y="4504"/>
                </a:lnTo>
                <a:lnTo>
                  <a:pt x="748" y="4505"/>
                </a:lnTo>
                <a:lnTo>
                  <a:pt x="748" y="4506"/>
                </a:lnTo>
                <a:lnTo>
                  <a:pt x="748" y="4507"/>
                </a:lnTo>
                <a:lnTo>
                  <a:pt x="747" y="4507"/>
                </a:lnTo>
                <a:lnTo>
                  <a:pt x="746" y="4507"/>
                </a:lnTo>
                <a:lnTo>
                  <a:pt x="746" y="4508"/>
                </a:lnTo>
                <a:lnTo>
                  <a:pt x="745" y="4508"/>
                </a:lnTo>
                <a:lnTo>
                  <a:pt x="744" y="4508"/>
                </a:lnTo>
                <a:lnTo>
                  <a:pt x="744" y="4510"/>
                </a:lnTo>
                <a:lnTo>
                  <a:pt x="743" y="4510"/>
                </a:lnTo>
                <a:lnTo>
                  <a:pt x="744" y="4510"/>
                </a:lnTo>
                <a:lnTo>
                  <a:pt x="746" y="4510"/>
                </a:lnTo>
                <a:lnTo>
                  <a:pt x="746" y="4511"/>
                </a:lnTo>
                <a:lnTo>
                  <a:pt x="746" y="4512"/>
                </a:lnTo>
                <a:lnTo>
                  <a:pt x="745" y="4513"/>
                </a:lnTo>
                <a:lnTo>
                  <a:pt x="744" y="4513"/>
                </a:lnTo>
                <a:lnTo>
                  <a:pt x="744" y="4514"/>
                </a:lnTo>
                <a:lnTo>
                  <a:pt x="744" y="4515"/>
                </a:lnTo>
                <a:lnTo>
                  <a:pt x="743" y="4515"/>
                </a:lnTo>
                <a:lnTo>
                  <a:pt x="742" y="4515"/>
                </a:lnTo>
                <a:lnTo>
                  <a:pt x="742" y="4516"/>
                </a:lnTo>
                <a:lnTo>
                  <a:pt x="741" y="4516"/>
                </a:lnTo>
                <a:lnTo>
                  <a:pt x="740" y="4516"/>
                </a:lnTo>
                <a:lnTo>
                  <a:pt x="741" y="4516"/>
                </a:lnTo>
                <a:lnTo>
                  <a:pt x="741" y="4517"/>
                </a:lnTo>
                <a:lnTo>
                  <a:pt x="741" y="4518"/>
                </a:lnTo>
                <a:lnTo>
                  <a:pt x="740" y="4519"/>
                </a:lnTo>
                <a:lnTo>
                  <a:pt x="739" y="4519"/>
                </a:lnTo>
                <a:lnTo>
                  <a:pt x="739" y="4520"/>
                </a:lnTo>
                <a:lnTo>
                  <a:pt x="739" y="4521"/>
                </a:lnTo>
                <a:lnTo>
                  <a:pt x="740" y="4521"/>
                </a:lnTo>
                <a:lnTo>
                  <a:pt x="740" y="4522"/>
                </a:lnTo>
                <a:lnTo>
                  <a:pt x="740" y="4523"/>
                </a:lnTo>
                <a:lnTo>
                  <a:pt x="739" y="4523"/>
                </a:lnTo>
                <a:lnTo>
                  <a:pt x="739" y="4524"/>
                </a:lnTo>
                <a:lnTo>
                  <a:pt x="739" y="4525"/>
                </a:lnTo>
                <a:lnTo>
                  <a:pt x="738" y="4525"/>
                </a:lnTo>
                <a:lnTo>
                  <a:pt x="737" y="4525"/>
                </a:lnTo>
                <a:lnTo>
                  <a:pt x="737" y="4526"/>
                </a:lnTo>
                <a:lnTo>
                  <a:pt x="736" y="4526"/>
                </a:lnTo>
                <a:lnTo>
                  <a:pt x="735" y="4526"/>
                </a:lnTo>
                <a:lnTo>
                  <a:pt x="735" y="4527"/>
                </a:lnTo>
                <a:lnTo>
                  <a:pt x="734" y="4527"/>
                </a:lnTo>
                <a:lnTo>
                  <a:pt x="734" y="4528"/>
                </a:lnTo>
                <a:lnTo>
                  <a:pt x="733" y="4528"/>
                </a:lnTo>
                <a:lnTo>
                  <a:pt x="733" y="4529"/>
                </a:lnTo>
                <a:lnTo>
                  <a:pt x="731" y="4529"/>
                </a:lnTo>
                <a:lnTo>
                  <a:pt x="730" y="4529"/>
                </a:lnTo>
                <a:lnTo>
                  <a:pt x="729" y="4530"/>
                </a:lnTo>
                <a:lnTo>
                  <a:pt x="728" y="4531"/>
                </a:lnTo>
                <a:lnTo>
                  <a:pt x="727" y="4531"/>
                </a:lnTo>
                <a:lnTo>
                  <a:pt x="727" y="4532"/>
                </a:lnTo>
                <a:lnTo>
                  <a:pt x="726" y="4532"/>
                </a:lnTo>
                <a:lnTo>
                  <a:pt x="726" y="4533"/>
                </a:lnTo>
                <a:lnTo>
                  <a:pt x="725" y="4533"/>
                </a:lnTo>
                <a:lnTo>
                  <a:pt x="724" y="4533"/>
                </a:lnTo>
                <a:lnTo>
                  <a:pt x="723" y="4533"/>
                </a:lnTo>
                <a:lnTo>
                  <a:pt x="723" y="4532"/>
                </a:lnTo>
                <a:lnTo>
                  <a:pt x="722" y="4532"/>
                </a:lnTo>
                <a:lnTo>
                  <a:pt x="722" y="4531"/>
                </a:lnTo>
                <a:lnTo>
                  <a:pt x="722" y="4530"/>
                </a:lnTo>
                <a:lnTo>
                  <a:pt x="721" y="4530"/>
                </a:lnTo>
                <a:lnTo>
                  <a:pt x="721" y="4531"/>
                </a:lnTo>
                <a:lnTo>
                  <a:pt x="720" y="4531"/>
                </a:lnTo>
                <a:lnTo>
                  <a:pt x="719" y="4531"/>
                </a:lnTo>
                <a:lnTo>
                  <a:pt x="718" y="4531"/>
                </a:lnTo>
                <a:lnTo>
                  <a:pt x="717" y="4531"/>
                </a:lnTo>
                <a:lnTo>
                  <a:pt x="716" y="4531"/>
                </a:lnTo>
                <a:lnTo>
                  <a:pt x="716" y="4530"/>
                </a:lnTo>
                <a:lnTo>
                  <a:pt x="715" y="4530"/>
                </a:lnTo>
                <a:lnTo>
                  <a:pt x="715" y="4531"/>
                </a:lnTo>
                <a:lnTo>
                  <a:pt x="714" y="4531"/>
                </a:lnTo>
                <a:lnTo>
                  <a:pt x="713" y="4531"/>
                </a:lnTo>
                <a:lnTo>
                  <a:pt x="712" y="4531"/>
                </a:lnTo>
                <a:lnTo>
                  <a:pt x="712" y="4532"/>
                </a:lnTo>
                <a:lnTo>
                  <a:pt x="713" y="4532"/>
                </a:lnTo>
                <a:lnTo>
                  <a:pt x="713" y="4533"/>
                </a:lnTo>
                <a:lnTo>
                  <a:pt x="713" y="4534"/>
                </a:lnTo>
                <a:lnTo>
                  <a:pt x="714" y="4534"/>
                </a:lnTo>
                <a:lnTo>
                  <a:pt x="714" y="4535"/>
                </a:lnTo>
                <a:lnTo>
                  <a:pt x="715" y="4535"/>
                </a:lnTo>
                <a:lnTo>
                  <a:pt x="715" y="4536"/>
                </a:lnTo>
                <a:lnTo>
                  <a:pt x="715" y="4537"/>
                </a:lnTo>
                <a:lnTo>
                  <a:pt x="716" y="4537"/>
                </a:lnTo>
                <a:lnTo>
                  <a:pt x="716" y="4538"/>
                </a:lnTo>
                <a:lnTo>
                  <a:pt x="716" y="4539"/>
                </a:lnTo>
                <a:lnTo>
                  <a:pt x="716" y="4540"/>
                </a:lnTo>
                <a:lnTo>
                  <a:pt x="717" y="4540"/>
                </a:lnTo>
                <a:lnTo>
                  <a:pt x="716" y="4540"/>
                </a:lnTo>
                <a:lnTo>
                  <a:pt x="716" y="4541"/>
                </a:lnTo>
                <a:lnTo>
                  <a:pt x="715" y="4541"/>
                </a:lnTo>
                <a:lnTo>
                  <a:pt x="715" y="4542"/>
                </a:lnTo>
                <a:lnTo>
                  <a:pt x="716" y="4542"/>
                </a:lnTo>
                <a:lnTo>
                  <a:pt x="716" y="4543"/>
                </a:lnTo>
                <a:lnTo>
                  <a:pt x="715" y="4544"/>
                </a:lnTo>
                <a:lnTo>
                  <a:pt x="715" y="4546"/>
                </a:lnTo>
                <a:lnTo>
                  <a:pt x="714" y="4546"/>
                </a:lnTo>
                <a:lnTo>
                  <a:pt x="714" y="4547"/>
                </a:lnTo>
                <a:lnTo>
                  <a:pt x="715" y="4547"/>
                </a:lnTo>
                <a:lnTo>
                  <a:pt x="715" y="4548"/>
                </a:lnTo>
                <a:lnTo>
                  <a:pt x="714" y="4548"/>
                </a:lnTo>
                <a:lnTo>
                  <a:pt x="713" y="4548"/>
                </a:lnTo>
                <a:lnTo>
                  <a:pt x="713" y="4549"/>
                </a:lnTo>
                <a:lnTo>
                  <a:pt x="712" y="4549"/>
                </a:lnTo>
                <a:lnTo>
                  <a:pt x="712" y="4550"/>
                </a:lnTo>
                <a:lnTo>
                  <a:pt x="711" y="4550"/>
                </a:lnTo>
                <a:lnTo>
                  <a:pt x="711" y="4551"/>
                </a:lnTo>
                <a:lnTo>
                  <a:pt x="710" y="4551"/>
                </a:lnTo>
                <a:lnTo>
                  <a:pt x="710" y="4552"/>
                </a:lnTo>
                <a:lnTo>
                  <a:pt x="710" y="4553"/>
                </a:lnTo>
                <a:lnTo>
                  <a:pt x="709" y="4553"/>
                </a:lnTo>
                <a:lnTo>
                  <a:pt x="708" y="4553"/>
                </a:lnTo>
                <a:lnTo>
                  <a:pt x="707" y="4553"/>
                </a:lnTo>
                <a:lnTo>
                  <a:pt x="706" y="4553"/>
                </a:lnTo>
                <a:lnTo>
                  <a:pt x="705" y="4553"/>
                </a:lnTo>
                <a:lnTo>
                  <a:pt x="705" y="4554"/>
                </a:lnTo>
                <a:lnTo>
                  <a:pt x="704" y="4554"/>
                </a:lnTo>
                <a:lnTo>
                  <a:pt x="704" y="4555"/>
                </a:lnTo>
                <a:lnTo>
                  <a:pt x="705" y="4555"/>
                </a:lnTo>
                <a:lnTo>
                  <a:pt x="706" y="4556"/>
                </a:lnTo>
                <a:lnTo>
                  <a:pt x="706" y="4557"/>
                </a:lnTo>
                <a:lnTo>
                  <a:pt x="705" y="4557"/>
                </a:lnTo>
                <a:lnTo>
                  <a:pt x="705" y="4558"/>
                </a:lnTo>
                <a:lnTo>
                  <a:pt x="704" y="4558"/>
                </a:lnTo>
                <a:lnTo>
                  <a:pt x="703" y="4558"/>
                </a:lnTo>
                <a:lnTo>
                  <a:pt x="702" y="4558"/>
                </a:lnTo>
                <a:lnTo>
                  <a:pt x="701" y="4558"/>
                </a:lnTo>
                <a:lnTo>
                  <a:pt x="700" y="4558"/>
                </a:lnTo>
                <a:lnTo>
                  <a:pt x="699" y="4558"/>
                </a:lnTo>
                <a:lnTo>
                  <a:pt x="699" y="4557"/>
                </a:lnTo>
                <a:lnTo>
                  <a:pt x="699" y="4556"/>
                </a:lnTo>
                <a:lnTo>
                  <a:pt x="698" y="4556"/>
                </a:lnTo>
                <a:lnTo>
                  <a:pt x="698" y="4555"/>
                </a:lnTo>
                <a:lnTo>
                  <a:pt x="697" y="4554"/>
                </a:lnTo>
                <a:lnTo>
                  <a:pt x="696" y="4554"/>
                </a:lnTo>
                <a:lnTo>
                  <a:pt x="695" y="4554"/>
                </a:lnTo>
                <a:lnTo>
                  <a:pt x="695" y="4555"/>
                </a:lnTo>
                <a:lnTo>
                  <a:pt x="694" y="4555"/>
                </a:lnTo>
                <a:lnTo>
                  <a:pt x="694" y="4556"/>
                </a:lnTo>
                <a:lnTo>
                  <a:pt x="693" y="4556"/>
                </a:lnTo>
                <a:lnTo>
                  <a:pt x="693" y="4555"/>
                </a:lnTo>
                <a:lnTo>
                  <a:pt x="692" y="4555"/>
                </a:lnTo>
                <a:lnTo>
                  <a:pt x="691" y="4555"/>
                </a:lnTo>
                <a:lnTo>
                  <a:pt x="690" y="4555"/>
                </a:lnTo>
                <a:lnTo>
                  <a:pt x="689" y="4555"/>
                </a:lnTo>
                <a:lnTo>
                  <a:pt x="689" y="4554"/>
                </a:lnTo>
                <a:lnTo>
                  <a:pt x="688" y="4554"/>
                </a:lnTo>
                <a:lnTo>
                  <a:pt x="687" y="4554"/>
                </a:lnTo>
                <a:lnTo>
                  <a:pt x="687" y="4553"/>
                </a:lnTo>
                <a:lnTo>
                  <a:pt x="686" y="4553"/>
                </a:lnTo>
                <a:lnTo>
                  <a:pt x="685" y="4553"/>
                </a:lnTo>
                <a:lnTo>
                  <a:pt x="685" y="4552"/>
                </a:lnTo>
                <a:lnTo>
                  <a:pt x="684" y="4552"/>
                </a:lnTo>
                <a:lnTo>
                  <a:pt x="684" y="4551"/>
                </a:lnTo>
                <a:lnTo>
                  <a:pt x="684" y="4549"/>
                </a:lnTo>
                <a:lnTo>
                  <a:pt x="683" y="4549"/>
                </a:lnTo>
                <a:lnTo>
                  <a:pt x="683" y="4548"/>
                </a:lnTo>
                <a:lnTo>
                  <a:pt x="682" y="4548"/>
                </a:lnTo>
                <a:lnTo>
                  <a:pt x="682" y="4547"/>
                </a:lnTo>
                <a:lnTo>
                  <a:pt x="682" y="4546"/>
                </a:lnTo>
                <a:lnTo>
                  <a:pt x="681" y="4545"/>
                </a:lnTo>
                <a:lnTo>
                  <a:pt x="681" y="4544"/>
                </a:lnTo>
                <a:lnTo>
                  <a:pt x="680" y="4544"/>
                </a:lnTo>
                <a:lnTo>
                  <a:pt x="680" y="4543"/>
                </a:lnTo>
                <a:lnTo>
                  <a:pt x="681" y="4542"/>
                </a:lnTo>
                <a:lnTo>
                  <a:pt x="681" y="4541"/>
                </a:lnTo>
                <a:lnTo>
                  <a:pt x="682" y="4541"/>
                </a:lnTo>
                <a:lnTo>
                  <a:pt x="682" y="4540"/>
                </a:lnTo>
                <a:lnTo>
                  <a:pt x="682" y="4539"/>
                </a:lnTo>
                <a:lnTo>
                  <a:pt x="683" y="4539"/>
                </a:lnTo>
                <a:lnTo>
                  <a:pt x="684" y="4539"/>
                </a:lnTo>
                <a:lnTo>
                  <a:pt x="684" y="4538"/>
                </a:lnTo>
                <a:lnTo>
                  <a:pt x="684" y="4537"/>
                </a:lnTo>
                <a:lnTo>
                  <a:pt x="684" y="4536"/>
                </a:lnTo>
                <a:lnTo>
                  <a:pt x="684" y="4535"/>
                </a:lnTo>
                <a:lnTo>
                  <a:pt x="683" y="4535"/>
                </a:lnTo>
                <a:lnTo>
                  <a:pt x="683" y="4534"/>
                </a:lnTo>
                <a:lnTo>
                  <a:pt x="682" y="4534"/>
                </a:lnTo>
                <a:lnTo>
                  <a:pt x="681" y="4534"/>
                </a:lnTo>
                <a:lnTo>
                  <a:pt x="680" y="4534"/>
                </a:lnTo>
                <a:lnTo>
                  <a:pt x="681" y="4533"/>
                </a:lnTo>
                <a:lnTo>
                  <a:pt x="681" y="4532"/>
                </a:lnTo>
                <a:lnTo>
                  <a:pt x="681" y="4531"/>
                </a:lnTo>
                <a:lnTo>
                  <a:pt x="682" y="4531"/>
                </a:lnTo>
                <a:lnTo>
                  <a:pt x="682" y="4530"/>
                </a:lnTo>
                <a:lnTo>
                  <a:pt x="682" y="4529"/>
                </a:lnTo>
                <a:lnTo>
                  <a:pt x="681" y="4529"/>
                </a:lnTo>
                <a:lnTo>
                  <a:pt x="681" y="4528"/>
                </a:lnTo>
                <a:lnTo>
                  <a:pt x="682" y="4528"/>
                </a:lnTo>
                <a:lnTo>
                  <a:pt x="682" y="4527"/>
                </a:lnTo>
                <a:lnTo>
                  <a:pt x="682" y="4526"/>
                </a:lnTo>
                <a:lnTo>
                  <a:pt x="682" y="4525"/>
                </a:lnTo>
                <a:lnTo>
                  <a:pt x="683" y="4525"/>
                </a:lnTo>
                <a:lnTo>
                  <a:pt x="683" y="4524"/>
                </a:lnTo>
                <a:lnTo>
                  <a:pt x="683" y="4523"/>
                </a:lnTo>
                <a:lnTo>
                  <a:pt x="682" y="4523"/>
                </a:lnTo>
                <a:lnTo>
                  <a:pt x="683" y="4523"/>
                </a:lnTo>
                <a:lnTo>
                  <a:pt x="683" y="4522"/>
                </a:lnTo>
                <a:lnTo>
                  <a:pt x="682" y="4522"/>
                </a:lnTo>
                <a:lnTo>
                  <a:pt x="681" y="4522"/>
                </a:lnTo>
                <a:lnTo>
                  <a:pt x="681" y="4521"/>
                </a:lnTo>
                <a:lnTo>
                  <a:pt x="680" y="4521"/>
                </a:lnTo>
                <a:lnTo>
                  <a:pt x="680" y="4520"/>
                </a:lnTo>
                <a:lnTo>
                  <a:pt x="680" y="4519"/>
                </a:lnTo>
                <a:lnTo>
                  <a:pt x="680" y="4518"/>
                </a:lnTo>
                <a:lnTo>
                  <a:pt x="680" y="4517"/>
                </a:lnTo>
                <a:lnTo>
                  <a:pt x="679" y="4517"/>
                </a:lnTo>
                <a:lnTo>
                  <a:pt x="679" y="4516"/>
                </a:lnTo>
                <a:lnTo>
                  <a:pt x="678" y="4516"/>
                </a:lnTo>
                <a:lnTo>
                  <a:pt x="678" y="4515"/>
                </a:lnTo>
                <a:lnTo>
                  <a:pt x="678" y="4514"/>
                </a:lnTo>
                <a:lnTo>
                  <a:pt x="678" y="4513"/>
                </a:lnTo>
                <a:lnTo>
                  <a:pt x="678" y="4512"/>
                </a:lnTo>
                <a:lnTo>
                  <a:pt x="677" y="4512"/>
                </a:lnTo>
                <a:lnTo>
                  <a:pt x="677" y="4511"/>
                </a:lnTo>
                <a:lnTo>
                  <a:pt x="678" y="4511"/>
                </a:lnTo>
                <a:lnTo>
                  <a:pt x="679" y="4511"/>
                </a:lnTo>
                <a:lnTo>
                  <a:pt x="680" y="4510"/>
                </a:lnTo>
                <a:lnTo>
                  <a:pt x="679" y="4510"/>
                </a:lnTo>
                <a:lnTo>
                  <a:pt x="679" y="4509"/>
                </a:lnTo>
                <a:lnTo>
                  <a:pt x="678" y="4508"/>
                </a:lnTo>
                <a:lnTo>
                  <a:pt x="677" y="4507"/>
                </a:lnTo>
                <a:lnTo>
                  <a:pt x="678" y="4507"/>
                </a:lnTo>
                <a:lnTo>
                  <a:pt x="678" y="4506"/>
                </a:lnTo>
                <a:lnTo>
                  <a:pt x="677" y="4506"/>
                </a:lnTo>
                <a:lnTo>
                  <a:pt x="677" y="4505"/>
                </a:lnTo>
                <a:lnTo>
                  <a:pt x="678" y="4505"/>
                </a:lnTo>
                <a:lnTo>
                  <a:pt x="678" y="4504"/>
                </a:lnTo>
                <a:lnTo>
                  <a:pt x="678" y="4503"/>
                </a:lnTo>
                <a:lnTo>
                  <a:pt x="679" y="4503"/>
                </a:lnTo>
                <a:lnTo>
                  <a:pt x="679" y="4502"/>
                </a:lnTo>
                <a:lnTo>
                  <a:pt x="678" y="4501"/>
                </a:lnTo>
                <a:lnTo>
                  <a:pt x="677" y="4501"/>
                </a:lnTo>
                <a:lnTo>
                  <a:pt x="677" y="4500"/>
                </a:lnTo>
                <a:lnTo>
                  <a:pt x="676" y="4500"/>
                </a:lnTo>
                <a:lnTo>
                  <a:pt x="676" y="4499"/>
                </a:lnTo>
                <a:lnTo>
                  <a:pt x="676" y="4498"/>
                </a:lnTo>
                <a:lnTo>
                  <a:pt x="675" y="4498"/>
                </a:lnTo>
                <a:lnTo>
                  <a:pt x="675" y="4497"/>
                </a:lnTo>
                <a:lnTo>
                  <a:pt x="674" y="4497"/>
                </a:lnTo>
                <a:lnTo>
                  <a:pt x="674" y="4496"/>
                </a:lnTo>
                <a:lnTo>
                  <a:pt x="673" y="4496"/>
                </a:lnTo>
                <a:lnTo>
                  <a:pt x="672" y="4496"/>
                </a:lnTo>
                <a:lnTo>
                  <a:pt x="672" y="4495"/>
                </a:lnTo>
                <a:lnTo>
                  <a:pt x="671" y="4495"/>
                </a:lnTo>
                <a:lnTo>
                  <a:pt x="670" y="4495"/>
                </a:lnTo>
                <a:lnTo>
                  <a:pt x="669" y="4495"/>
                </a:lnTo>
                <a:lnTo>
                  <a:pt x="668" y="4495"/>
                </a:lnTo>
                <a:lnTo>
                  <a:pt x="668" y="4494"/>
                </a:lnTo>
                <a:lnTo>
                  <a:pt x="667" y="4494"/>
                </a:lnTo>
                <a:lnTo>
                  <a:pt x="665" y="4494"/>
                </a:lnTo>
                <a:lnTo>
                  <a:pt x="664" y="4494"/>
                </a:lnTo>
                <a:lnTo>
                  <a:pt x="664" y="4495"/>
                </a:lnTo>
                <a:lnTo>
                  <a:pt x="663" y="4494"/>
                </a:lnTo>
                <a:lnTo>
                  <a:pt x="662" y="4493"/>
                </a:lnTo>
                <a:lnTo>
                  <a:pt x="662" y="4492"/>
                </a:lnTo>
                <a:lnTo>
                  <a:pt x="663" y="4492"/>
                </a:lnTo>
                <a:lnTo>
                  <a:pt x="664" y="4492"/>
                </a:lnTo>
                <a:lnTo>
                  <a:pt x="664" y="4491"/>
                </a:lnTo>
                <a:lnTo>
                  <a:pt x="663" y="4491"/>
                </a:lnTo>
                <a:lnTo>
                  <a:pt x="663" y="4490"/>
                </a:lnTo>
                <a:lnTo>
                  <a:pt x="662" y="4490"/>
                </a:lnTo>
                <a:lnTo>
                  <a:pt x="662" y="4489"/>
                </a:lnTo>
                <a:lnTo>
                  <a:pt x="661" y="4489"/>
                </a:lnTo>
                <a:lnTo>
                  <a:pt x="661" y="4488"/>
                </a:lnTo>
                <a:lnTo>
                  <a:pt x="661" y="4487"/>
                </a:lnTo>
                <a:lnTo>
                  <a:pt x="660" y="4487"/>
                </a:lnTo>
                <a:lnTo>
                  <a:pt x="661" y="4486"/>
                </a:lnTo>
                <a:lnTo>
                  <a:pt x="661" y="4485"/>
                </a:lnTo>
                <a:lnTo>
                  <a:pt x="659" y="4485"/>
                </a:lnTo>
                <a:lnTo>
                  <a:pt x="658" y="4485"/>
                </a:lnTo>
                <a:lnTo>
                  <a:pt x="657" y="4485"/>
                </a:lnTo>
                <a:lnTo>
                  <a:pt x="656" y="4485"/>
                </a:lnTo>
                <a:lnTo>
                  <a:pt x="655" y="4485"/>
                </a:lnTo>
                <a:lnTo>
                  <a:pt x="655" y="4484"/>
                </a:lnTo>
                <a:lnTo>
                  <a:pt x="655" y="4483"/>
                </a:lnTo>
                <a:lnTo>
                  <a:pt x="654" y="4483"/>
                </a:lnTo>
                <a:lnTo>
                  <a:pt x="654" y="4482"/>
                </a:lnTo>
                <a:lnTo>
                  <a:pt x="654" y="4481"/>
                </a:lnTo>
                <a:lnTo>
                  <a:pt x="653" y="4481"/>
                </a:lnTo>
                <a:lnTo>
                  <a:pt x="652" y="4481"/>
                </a:lnTo>
                <a:lnTo>
                  <a:pt x="652" y="4480"/>
                </a:lnTo>
                <a:lnTo>
                  <a:pt x="651" y="4480"/>
                </a:lnTo>
                <a:lnTo>
                  <a:pt x="650" y="4480"/>
                </a:lnTo>
                <a:lnTo>
                  <a:pt x="649" y="4480"/>
                </a:lnTo>
                <a:lnTo>
                  <a:pt x="648" y="4480"/>
                </a:lnTo>
                <a:lnTo>
                  <a:pt x="647" y="4479"/>
                </a:lnTo>
                <a:lnTo>
                  <a:pt x="647" y="4478"/>
                </a:lnTo>
                <a:lnTo>
                  <a:pt x="646" y="4478"/>
                </a:lnTo>
                <a:lnTo>
                  <a:pt x="645" y="4478"/>
                </a:lnTo>
                <a:lnTo>
                  <a:pt x="645" y="4477"/>
                </a:lnTo>
                <a:lnTo>
                  <a:pt x="644" y="4477"/>
                </a:lnTo>
                <a:lnTo>
                  <a:pt x="644" y="4476"/>
                </a:lnTo>
                <a:lnTo>
                  <a:pt x="645" y="4475"/>
                </a:lnTo>
                <a:lnTo>
                  <a:pt x="644" y="4475"/>
                </a:lnTo>
                <a:lnTo>
                  <a:pt x="644" y="4474"/>
                </a:lnTo>
                <a:lnTo>
                  <a:pt x="643" y="4474"/>
                </a:lnTo>
                <a:lnTo>
                  <a:pt x="643" y="4473"/>
                </a:lnTo>
                <a:lnTo>
                  <a:pt x="642" y="4473"/>
                </a:lnTo>
                <a:lnTo>
                  <a:pt x="642" y="4472"/>
                </a:lnTo>
                <a:lnTo>
                  <a:pt x="642" y="4471"/>
                </a:lnTo>
                <a:lnTo>
                  <a:pt x="643" y="4471"/>
                </a:lnTo>
                <a:lnTo>
                  <a:pt x="643" y="4470"/>
                </a:lnTo>
                <a:lnTo>
                  <a:pt x="642" y="4470"/>
                </a:lnTo>
                <a:lnTo>
                  <a:pt x="642" y="4469"/>
                </a:lnTo>
                <a:lnTo>
                  <a:pt x="641" y="4469"/>
                </a:lnTo>
                <a:lnTo>
                  <a:pt x="642" y="4468"/>
                </a:lnTo>
                <a:lnTo>
                  <a:pt x="641" y="4468"/>
                </a:lnTo>
                <a:lnTo>
                  <a:pt x="641" y="4467"/>
                </a:lnTo>
                <a:lnTo>
                  <a:pt x="640" y="4466"/>
                </a:lnTo>
                <a:lnTo>
                  <a:pt x="640" y="4465"/>
                </a:lnTo>
                <a:lnTo>
                  <a:pt x="639" y="4465"/>
                </a:lnTo>
                <a:lnTo>
                  <a:pt x="639" y="4464"/>
                </a:lnTo>
                <a:lnTo>
                  <a:pt x="638" y="4464"/>
                </a:lnTo>
                <a:lnTo>
                  <a:pt x="638" y="4463"/>
                </a:lnTo>
                <a:lnTo>
                  <a:pt x="638" y="4462"/>
                </a:lnTo>
                <a:lnTo>
                  <a:pt x="638" y="4461"/>
                </a:lnTo>
                <a:lnTo>
                  <a:pt x="637" y="4461"/>
                </a:lnTo>
                <a:lnTo>
                  <a:pt x="637" y="4460"/>
                </a:lnTo>
                <a:lnTo>
                  <a:pt x="637" y="4459"/>
                </a:lnTo>
                <a:lnTo>
                  <a:pt x="636" y="4459"/>
                </a:lnTo>
                <a:lnTo>
                  <a:pt x="636" y="4458"/>
                </a:lnTo>
                <a:lnTo>
                  <a:pt x="635" y="4458"/>
                </a:lnTo>
                <a:lnTo>
                  <a:pt x="635" y="4457"/>
                </a:lnTo>
                <a:lnTo>
                  <a:pt x="634" y="4456"/>
                </a:lnTo>
                <a:lnTo>
                  <a:pt x="634" y="4455"/>
                </a:lnTo>
                <a:lnTo>
                  <a:pt x="633" y="4455"/>
                </a:lnTo>
                <a:lnTo>
                  <a:pt x="633" y="4454"/>
                </a:lnTo>
                <a:lnTo>
                  <a:pt x="632" y="4454"/>
                </a:lnTo>
                <a:lnTo>
                  <a:pt x="631" y="4454"/>
                </a:lnTo>
                <a:lnTo>
                  <a:pt x="631" y="4455"/>
                </a:lnTo>
                <a:lnTo>
                  <a:pt x="630" y="4454"/>
                </a:lnTo>
                <a:lnTo>
                  <a:pt x="629" y="4454"/>
                </a:lnTo>
                <a:lnTo>
                  <a:pt x="629" y="4453"/>
                </a:lnTo>
                <a:lnTo>
                  <a:pt x="629" y="4452"/>
                </a:lnTo>
                <a:lnTo>
                  <a:pt x="628" y="4452"/>
                </a:lnTo>
                <a:lnTo>
                  <a:pt x="628" y="4451"/>
                </a:lnTo>
                <a:lnTo>
                  <a:pt x="628" y="4450"/>
                </a:lnTo>
                <a:lnTo>
                  <a:pt x="627" y="4450"/>
                </a:lnTo>
                <a:lnTo>
                  <a:pt x="627" y="4449"/>
                </a:lnTo>
                <a:lnTo>
                  <a:pt x="627" y="4448"/>
                </a:lnTo>
                <a:lnTo>
                  <a:pt x="626" y="4448"/>
                </a:lnTo>
                <a:lnTo>
                  <a:pt x="626" y="4447"/>
                </a:lnTo>
                <a:lnTo>
                  <a:pt x="625" y="4447"/>
                </a:lnTo>
                <a:lnTo>
                  <a:pt x="625" y="4446"/>
                </a:lnTo>
                <a:lnTo>
                  <a:pt x="624" y="4446"/>
                </a:lnTo>
                <a:lnTo>
                  <a:pt x="624" y="4445"/>
                </a:lnTo>
                <a:lnTo>
                  <a:pt x="623" y="4445"/>
                </a:lnTo>
                <a:lnTo>
                  <a:pt x="622" y="4445"/>
                </a:lnTo>
                <a:lnTo>
                  <a:pt x="622" y="4444"/>
                </a:lnTo>
                <a:lnTo>
                  <a:pt x="622" y="4443"/>
                </a:lnTo>
                <a:lnTo>
                  <a:pt x="621" y="4443"/>
                </a:lnTo>
                <a:lnTo>
                  <a:pt x="621" y="4442"/>
                </a:lnTo>
                <a:lnTo>
                  <a:pt x="620" y="4442"/>
                </a:lnTo>
                <a:lnTo>
                  <a:pt x="619" y="4442"/>
                </a:lnTo>
                <a:lnTo>
                  <a:pt x="619" y="4441"/>
                </a:lnTo>
                <a:lnTo>
                  <a:pt x="618" y="4441"/>
                </a:lnTo>
                <a:lnTo>
                  <a:pt x="618" y="4439"/>
                </a:lnTo>
                <a:lnTo>
                  <a:pt x="617" y="4439"/>
                </a:lnTo>
                <a:lnTo>
                  <a:pt x="616" y="4439"/>
                </a:lnTo>
                <a:lnTo>
                  <a:pt x="615" y="4439"/>
                </a:lnTo>
                <a:lnTo>
                  <a:pt x="614" y="4439"/>
                </a:lnTo>
                <a:lnTo>
                  <a:pt x="613" y="4439"/>
                </a:lnTo>
                <a:lnTo>
                  <a:pt x="612" y="4439"/>
                </a:lnTo>
                <a:lnTo>
                  <a:pt x="611" y="4439"/>
                </a:lnTo>
                <a:lnTo>
                  <a:pt x="611" y="4440"/>
                </a:lnTo>
                <a:lnTo>
                  <a:pt x="610" y="4440"/>
                </a:lnTo>
                <a:lnTo>
                  <a:pt x="610" y="4441"/>
                </a:lnTo>
                <a:lnTo>
                  <a:pt x="609" y="4441"/>
                </a:lnTo>
                <a:lnTo>
                  <a:pt x="608" y="4441"/>
                </a:lnTo>
                <a:lnTo>
                  <a:pt x="607" y="4441"/>
                </a:lnTo>
                <a:lnTo>
                  <a:pt x="606" y="4441"/>
                </a:lnTo>
                <a:lnTo>
                  <a:pt x="606" y="4440"/>
                </a:lnTo>
                <a:lnTo>
                  <a:pt x="605" y="4440"/>
                </a:lnTo>
                <a:lnTo>
                  <a:pt x="605" y="4439"/>
                </a:lnTo>
                <a:lnTo>
                  <a:pt x="604" y="4439"/>
                </a:lnTo>
                <a:lnTo>
                  <a:pt x="604" y="4438"/>
                </a:lnTo>
                <a:lnTo>
                  <a:pt x="604" y="4436"/>
                </a:lnTo>
                <a:lnTo>
                  <a:pt x="604" y="4435"/>
                </a:lnTo>
                <a:lnTo>
                  <a:pt x="603" y="4435"/>
                </a:lnTo>
                <a:lnTo>
                  <a:pt x="602" y="4435"/>
                </a:lnTo>
                <a:lnTo>
                  <a:pt x="602" y="4434"/>
                </a:lnTo>
                <a:lnTo>
                  <a:pt x="602" y="4433"/>
                </a:lnTo>
                <a:lnTo>
                  <a:pt x="601" y="4432"/>
                </a:lnTo>
                <a:lnTo>
                  <a:pt x="601" y="4431"/>
                </a:lnTo>
                <a:lnTo>
                  <a:pt x="600" y="4431"/>
                </a:lnTo>
                <a:lnTo>
                  <a:pt x="599" y="4431"/>
                </a:lnTo>
                <a:lnTo>
                  <a:pt x="599" y="4430"/>
                </a:lnTo>
                <a:lnTo>
                  <a:pt x="598" y="4430"/>
                </a:lnTo>
                <a:lnTo>
                  <a:pt x="597" y="4430"/>
                </a:lnTo>
                <a:lnTo>
                  <a:pt x="596" y="4429"/>
                </a:lnTo>
                <a:lnTo>
                  <a:pt x="595" y="4429"/>
                </a:lnTo>
                <a:lnTo>
                  <a:pt x="595" y="4428"/>
                </a:lnTo>
                <a:lnTo>
                  <a:pt x="594" y="4428"/>
                </a:lnTo>
                <a:lnTo>
                  <a:pt x="594" y="4427"/>
                </a:lnTo>
                <a:lnTo>
                  <a:pt x="593" y="4427"/>
                </a:lnTo>
                <a:lnTo>
                  <a:pt x="592" y="4427"/>
                </a:lnTo>
                <a:lnTo>
                  <a:pt x="592" y="4426"/>
                </a:lnTo>
                <a:lnTo>
                  <a:pt x="592" y="4425"/>
                </a:lnTo>
                <a:lnTo>
                  <a:pt x="591" y="4424"/>
                </a:lnTo>
                <a:lnTo>
                  <a:pt x="590" y="4424"/>
                </a:lnTo>
                <a:lnTo>
                  <a:pt x="590" y="4423"/>
                </a:lnTo>
                <a:lnTo>
                  <a:pt x="589" y="4423"/>
                </a:lnTo>
                <a:lnTo>
                  <a:pt x="589" y="4422"/>
                </a:lnTo>
                <a:lnTo>
                  <a:pt x="588" y="4422"/>
                </a:lnTo>
                <a:lnTo>
                  <a:pt x="588" y="4421"/>
                </a:lnTo>
                <a:lnTo>
                  <a:pt x="589" y="4421"/>
                </a:lnTo>
                <a:lnTo>
                  <a:pt x="589" y="4420"/>
                </a:lnTo>
                <a:lnTo>
                  <a:pt x="588" y="4420"/>
                </a:lnTo>
                <a:lnTo>
                  <a:pt x="587" y="4420"/>
                </a:lnTo>
                <a:lnTo>
                  <a:pt x="587" y="4421"/>
                </a:lnTo>
                <a:lnTo>
                  <a:pt x="586" y="4421"/>
                </a:lnTo>
                <a:lnTo>
                  <a:pt x="585" y="4421"/>
                </a:lnTo>
                <a:lnTo>
                  <a:pt x="584" y="4421"/>
                </a:lnTo>
                <a:lnTo>
                  <a:pt x="584" y="4420"/>
                </a:lnTo>
                <a:lnTo>
                  <a:pt x="583" y="4420"/>
                </a:lnTo>
                <a:lnTo>
                  <a:pt x="582" y="4420"/>
                </a:lnTo>
                <a:lnTo>
                  <a:pt x="582" y="4419"/>
                </a:lnTo>
                <a:lnTo>
                  <a:pt x="582" y="4418"/>
                </a:lnTo>
                <a:lnTo>
                  <a:pt x="581" y="4418"/>
                </a:lnTo>
                <a:lnTo>
                  <a:pt x="580" y="4418"/>
                </a:lnTo>
                <a:lnTo>
                  <a:pt x="579" y="4418"/>
                </a:lnTo>
                <a:lnTo>
                  <a:pt x="578" y="4418"/>
                </a:lnTo>
                <a:lnTo>
                  <a:pt x="577" y="4418"/>
                </a:lnTo>
                <a:lnTo>
                  <a:pt x="576" y="4417"/>
                </a:lnTo>
                <a:lnTo>
                  <a:pt x="576" y="4416"/>
                </a:lnTo>
                <a:lnTo>
                  <a:pt x="575" y="4416"/>
                </a:lnTo>
                <a:lnTo>
                  <a:pt x="576" y="4415"/>
                </a:lnTo>
                <a:lnTo>
                  <a:pt x="575" y="4415"/>
                </a:lnTo>
                <a:lnTo>
                  <a:pt x="575" y="4414"/>
                </a:lnTo>
                <a:lnTo>
                  <a:pt x="575" y="4413"/>
                </a:lnTo>
                <a:lnTo>
                  <a:pt x="574" y="4413"/>
                </a:lnTo>
                <a:lnTo>
                  <a:pt x="574" y="4412"/>
                </a:lnTo>
                <a:lnTo>
                  <a:pt x="574" y="4411"/>
                </a:lnTo>
                <a:lnTo>
                  <a:pt x="574" y="4410"/>
                </a:lnTo>
                <a:lnTo>
                  <a:pt x="574" y="4409"/>
                </a:lnTo>
                <a:lnTo>
                  <a:pt x="574" y="4408"/>
                </a:lnTo>
                <a:lnTo>
                  <a:pt x="573" y="4408"/>
                </a:lnTo>
                <a:lnTo>
                  <a:pt x="572" y="4408"/>
                </a:lnTo>
                <a:lnTo>
                  <a:pt x="572" y="4407"/>
                </a:lnTo>
                <a:lnTo>
                  <a:pt x="571" y="4407"/>
                </a:lnTo>
                <a:lnTo>
                  <a:pt x="570" y="4406"/>
                </a:lnTo>
                <a:lnTo>
                  <a:pt x="569" y="4406"/>
                </a:lnTo>
                <a:lnTo>
                  <a:pt x="568" y="4406"/>
                </a:lnTo>
                <a:lnTo>
                  <a:pt x="568" y="4405"/>
                </a:lnTo>
                <a:lnTo>
                  <a:pt x="567" y="4405"/>
                </a:lnTo>
                <a:lnTo>
                  <a:pt x="566" y="4406"/>
                </a:lnTo>
                <a:lnTo>
                  <a:pt x="566" y="4405"/>
                </a:lnTo>
                <a:lnTo>
                  <a:pt x="565" y="4405"/>
                </a:lnTo>
                <a:lnTo>
                  <a:pt x="564" y="4405"/>
                </a:lnTo>
                <a:lnTo>
                  <a:pt x="563" y="4405"/>
                </a:lnTo>
                <a:lnTo>
                  <a:pt x="563" y="4404"/>
                </a:lnTo>
                <a:lnTo>
                  <a:pt x="562" y="4404"/>
                </a:lnTo>
                <a:lnTo>
                  <a:pt x="562" y="4403"/>
                </a:lnTo>
                <a:lnTo>
                  <a:pt x="562" y="4402"/>
                </a:lnTo>
                <a:lnTo>
                  <a:pt x="561" y="4402"/>
                </a:lnTo>
                <a:lnTo>
                  <a:pt x="560" y="4402"/>
                </a:lnTo>
                <a:lnTo>
                  <a:pt x="560" y="4401"/>
                </a:lnTo>
                <a:lnTo>
                  <a:pt x="559" y="4401"/>
                </a:lnTo>
                <a:lnTo>
                  <a:pt x="558" y="4401"/>
                </a:lnTo>
                <a:lnTo>
                  <a:pt x="558" y="4400"/>
                </a:lnTo>
                <a:lnTo>
                  <a:pt x="557" y="4400"/>
                </a:lnTo>
                <a:lnTo>
                  <a:pt x="557" y="4399"/>
                </a:lnTo>
                <a:lnTo>
                  <a:pt x="556" y="4399"/>
                </a:lnTo>
                <a:lnTo>
                  <a:pt x="556" y="4398"/>
                </a:lnTo>
                <a:lnTo>
                  <a:pt x="555" y="4398"/>
                </a:lnTo>
                <a:lnTo>
                  <a:pt x="555" y="4399"/>
                </a:lnTo>
                <a:lnTo>
                  <a:pt x="554" y="4399"/>
                </a:lnTo>
                <a:lnTo>
                  <a:pt x="553" y="4399"/>
                </a:lnTo>
                <a:lnTo>
                  <a:pt x="552" y="4400"/>
                </a:lnTo>
                <a:lnTo>
                  <a:pt x="552" y="4399"/>
                </a:lnTo>
                <a:lnTo>
                  <a:pt x="551" y="4399"/>
                </a:lnTo>
                <a:lnTo>
                  <a:pt x="551" y="4400"/>
                </a:lnTo>
                <a:lnTo>
                  <a:pt x="550" y="4400"/>
                </a:lnTo>
                <a:lnTo>
                  <a:pt x="549" y="4400"/>
                </a:lnTo>
                <a:lnTo>
                  <a:pt x="548" y="4399"/>
                </a:lnTo>
                <a:lnTo>
                  <a:pt x="547" y="4399"/>
                </a:lnTo>
                <a:lnTo>
                  <a:pt x="547" y="4400"/>
                </a:lnTo>
                <a:lnTo>
                  <a:pt x="546" y="4400"/>
                </a:lnTo>
                <a:lnTo>
                  <a:pt x="545" y="4400"/>
                </a:lnTo>
                <a:lnTo>
                  <a:pt x="545" y="4401"/>
                </a:lnTo>
                <a:lnTo>
                  <a:pt x="544" y="4401"/>
                </a:lnTo>
                <a:lnTo>
                  <a:pt x="543" y="4401"/>
                </a:lnTo>
                <a:lnTo>
                  <a:pt x="543" y="4402"/>
                </a:lnTo>
                <a:lnTo>
                  <a:pt x="543" y="4401"/>
                </a:lnTo>
                <a:lnTo>
                  <a:pt x="542" y="4401"/>
                </a:lnTo>
                <a:lnTo>
                  <a:pt x="541" y="4401"/>
                </a:lnTo>
                <a:lnTo>
                  <a:pt x="541" y="4400"/>
                </a:lnTo>
                <a:lnTo>
                  <a:pt x="540" y="4400"/>
                </a:lnTo>
                <a:lnTo>
                  <a:pt x="540" y="4399"/>
                </a:lnTo>
                <a:lnTo>
                  <a:pt x="539" y="4399"/>
                </a:lnTo>
                <a:lnTo>
                  <a:pt x="539" y="4398"/>
                </a:lnTo>
                <a:lnTo>
                  <a:pt x="539" y="4397"/>
                </a:lnTo>
                <a:lnTo>
                  <a:pt x="538" y="4397"/>
                </a:lnTo>
                <a:lnTo>
                  <a:pt x="537" y="4397"/>
                </a:lnTo>
                <a:lnTo>
                  <a:pt x="537" y="4396"/>
                </a:lnTo>
                <a:lnTo>
                  <a:pt x="536" y="4396"/>
                </a:lnTo>
                <a:lnTo>
                  <a:pt x="536" y="4395"/>
                </a:lnTo>
                <a:lnTo>
                  <a:pt x="536" y="4394"/>
                </a:lnTo>
                <a:lnTo>
                  <a:pt x="536" y="4393"/>
                </a:lnTo>
                <a:lnTo>
                  <a:pt x="536" y="4392"/>
                </a:lnTo>
                <a:lnTo>
                  <a:pt x="535" y="4392"/>
                </a:lnTo>
                <a:lnTo>
                  <a:pt x="534" y="4391"/>
                </a:lnTo>
                <a:lnTo>
                  <a:pt x="533" y="4391"/>
                </a:lnTo>
                <a:lnTo>
                  <a:pt x="531" y="4390"/>
                </a:lnTo>
                <a:lnTo>
                  <a:pt x="530" y="4390"/>
                </a:lnTo>
                <a:lnTo>
                  <a:pt x="530" y="4389"/>
                </a:lnTo>
                <a:lnTo>
                  <a:pt x="530" y="4388"/>
                </a:lnTo>
                <a:lnTo>
                  <a:pt x="530" y="4387"/>
                </a:lnTo>
                <a:lnTo>
                  <a:pt x="530" y="4386"/>
                </a:lnTo>
                <a:lnTo>
                  <a:pt x="530" y="4385"/>
                </a:lnTo>
                <a:lnTo>
                  <a:pt x="530" y="4383"/>
                </a:lnTo>
                <a:lnTo>
                  <a:pt x="530" y="4382"/>
                </a:lnTo>
                <a:lnTo>
                  <a:pt x="530" y="4381"/>
                </a:lnTo>
                <a:lnTo>
                  <a:pt x="530" y="4380"/>
                </a:lnTo>
                <a:lnTo>
                  <a:pt x="529" y="4380"/>
                </a:lnTo>
                <a:lnTo>
                  <a:pt x="529" y="4379"/>
                </a:lnTo>
                <a:lnTo>
                  <a:pt x="529" y="4378"/>
                </a:lnTo>
                <a:lnTo>
                  <a:pt x="528" y="4378"/>
                </a:lnTo>
                <a:lnTo>
                  <a:pt x="529" y="4378"/>
                </a:lnTo>
                <a:lnTo>
                  <a:pt x="529" y="4377"/>
                </a:lnTo>
                <a:lnTo>
                  <a:pt x="529" y="4376"/>
                </a:lnTo>
                <a:lnTo>
                  <a:pt x="529" y="4375"/>
                </a:lnTo>
                <a:lnTo>
                  <a:pt x="528" y="4375"/>
                </a:lnTo>
                <a:lnTo>
                  <a:pt x="527" y="4374"/>
                </a:lnTo>
                <a:lnTo>
                  <a:pt x="527" y="4373"/>
                </a:lnTo>
                <a:lnTo>
                  <a:pt x="527" y="4372"/>
                </a:lnTo>
                <a:lnTo>
                  <a:pt x="526" y="4372"/>
                </a:lnTo>
                <a:lnTo>
                  <a:pt x="525" y="4372"/>
                </a:lnTo>
                <a:lnTo>
                  <a:pt x="525" y="4371"/>
                </a:lnTo>
                <a:lnTo>
                  <a:pt x="524" y="4371"/>
                </a:lnTo>
                <a:lnTo>
                  <a:pt x="524" y="4370"/>
                </a:lnTo>
                <a:lnTo>
                  <a:pt x="523" y="4370"/>
                </a:lnTo>
                <a:lnTo>
                  <a:pt x="522" y="4370"/>
                </a:lnTo>
                <a:lnTo>
                  <a:pt x="522" y="4369"/>
                </a:lnTo>
                <a:lnTo>
                  <a:pt x="521" y="4369"/>
                </a:lnTo>
                <a:lnTo>
                  <a:pt x="521" y="4368"/>
                </a:lnTo>
                <a:lnTo>
                  <a:pt x="521" y="4367"/>
                </a:lnTo>
                <a:lnTo>
                  <a:pt x="521" y="4366"/>
                </a:lnTo>
                <a:lnTo>
                  <a:pt x="522" y="4365"/>
                </a:lnTo>
                <a:lnTo>
                  <a:pt x="523" y="4365"/>
                </a:lnTo>
                <a:lnTo>
                  <a:pt x="523" y="4364"/>
                </a:lnTo>
                <a:lnTo>
                  <a:pt x="524" y="4364"/>
                </a:lnTo>
                <a:lnTo>
                  <a:pt x="524" y="4363"/>
                </a:lnTo>
                <a:lnTo>
                  <a:pt x="524" y="4362"/>
                </a:lnTo>
                <a:lnTo>
                  <a:pt x="523" y="4361"/>
                </a:lnTo>
                <a:lnTo>
                  <a:pt x="523" y="4360"/>
                </a:lnTo>
                <a:lnTo>
                  <a:pt x="523" y="4359"/>
                </a:lnTo>
                <a:lnTo>
                  <a:pt x="523" y="4358"/>
                </a:lnTo>
                <a:lnTo>
                  <a:pt x="522" y="4358"/>
                </a:lnTo>
                <a:lnTo>
                  <a:pt x="522" y="4357"/>
                </a:lnTo>
                <a:lnTo>
                  <a:pt x="522" y="4356"/>
                </a:lnTo>
                <a:lnTo>
                  <a:pt x="522" y="4355"/>
                </a:lnTo>
                <a:lnTo>
                  <a:pt x="523" y="4355"/>
                </a:lnTo>
                <a:lnTo>
                  <a:pt x="523" y="4354"/>
                </a:lnTo>
                <a:lnTo>
                  <a:pt x="524" y="4354"/>
                </a:lnTo>
                <a:lnTo>
                  <a:pt x="524" y="4353"/>
                </a:lnTo>
                <a:lnTo>
                  <a:pt x="523" y="4353"/>
                </a:lnTo>
                <a:lnTo>
                  <a:pt x="523" y="4352"/>
                </a:lnTo>
                <a:lnTo>
                  <a:pt x="523" y="4351"/>
                </a:lnTo>
                <a:lnTo>
                  <a:pt x="524" y="4351"/>
                </a:lnTo>
                <a:lnTo>
                  <a:pt x="524" y="4350"/>
                </a:lnTo>
                <a:lnTo>
                  <a:pt x="525" y="4350"/>
                </a:lnTo>
                <a:lnTo>
                  <a:pt x="524" y="4350"/>
                </a:lnTo>
                <a:lnTo>
                  <a:pt x="524" y="4349"/>
                </a:lnTo>
                <a:lnTo>
                  <a:pt x="523" y="4349"/>
                </a:lnTo>
                <a:lnTo>
                  <a:pt x="523" y="4347"/>
                </a:lnTo>
                <a:lnTo>
                  <a:pt x="522" y="4347"/>
                </a:lnTo>
                <a:lnTo>
                  <a:pt x="522" y="4346"/>
                </a:lnTo>
                <a:lnTo>
                  <a:pt x="521" y="4346"/>
                </a:lnTo>
                <a:lnTo>
                  <a:pt x="520" y="4346"/>
                </a:lnTo>
                <a:lnTo>
                  <a:pt x="520" y="4345"/>
                </a:lnTo>
                <a:lnTo>
                  <a:pt x="519" y="4345"/>
                </a:lnTo>
                <a:lnTo>
                  <a:pt x="519" y="4344"/>
                </a:lnTo>
                <a:lnTo>
                  <a:pt x="518" y="4344"/>
                </a:lnTo>
                <a:lnTo>
                  <a:pt x="518" y="4343"/>
                </a:lnTo>
                <a:lnTo>
                  <a:pt x="517" y="4343"/>
                </a:lnTo>
                <a:lnTo>
                  <a:pt x="516" y="4343"/>
                </a:lnTo>
                <a:lnTo>
                  <a:pt x="515" y="4342"/>
                </a:lnTo>
                <a:lnTo>
                  <a:pt x="515" y="4341"/>
                </a:lnTo>
                <a:lnTo>
                  <a:pt x="515" y="4340"/>
                </a:lnTo>
                <a:lnTo>
                  <a:pt x="515" y="4339"/>
                </a:lnTo>
                <a:lnTo>
                  <a:pt x="516" y="4339"/>
                </a:lnTo>
                <a:lnTo>
                  <a:pt x="517" y="4340"/>
                </a:lnTo>
                <a:lnTo>
                  <a:pt x="518" y="4340"/>
                </a:lnTo>
                <a:lnTo>
                  <a:pt x="518" y="4339"/>
                </a:lnTo>
                <a:lnTo>
                  <a:pt x="519" y="4339"/>
                </a:lnTo>
                <a:lnTo>
                  <a:pt x="519" y="4338"/>
                </a:lnTo>
                <a:lnTo>
                  <a:pt x="519" y="4337"/>
                </a:lnTo>
                <a:lnTo>
                  <a:pt x="519" y="4336"/>
                </a:lnTo>
                <a:lnTo>
                  <a:pt x="520" y="4336"/>
                </a:lnTo>
                <a:lnTo>
                  <a:pt x="519" y="4336"/>
                </a:lnTo>
                <a:lnTo>
                  <a:pt x="519" y="4335"/>
                </a:lnTo>
                <a:lnTo>
                  <a:pt x="518" y="4335"/>
                </a:lnTo>
                <a:lnTo>
                  <a:pt x="518" y="4334"/>
                </a:lnTo>
                <a:lnTo>
                  <a:pt x="517" y="4334"/>
                </a:lnTo>
                <a:lnTo>
                  <a:pt x="517" y="4333"/>
                </a:lnTo>
                <a:lnTo>
                  <a:pt x="517" y="4332"/>
                </a:lnTo>
                <a:lnTo>
                  <a:pt x="517" y="4331"/>
                </a:lnTo>
                <a:lnTo>
                  <a:pt x="517" y="4330"/>
                </a:lnTo>
                <a:lnTo>
                  <a:pt x="516" y="4330"/>
                </a:lnTo>
                <a:lnTo>
                  <a:pt x="515" y="4330"/>
                </a:lnTo>
                <a:lnTo>
                  <a:pt x="515" y="4329"/>
                </a:lnTo>
                <a:lnTo>
                  <a:pt x="514" y="4330"/>
                </a:lnTo>
                <a:lnTo>
                  <a:pt x="513" y="4330"/>
                </a:lnTo>
                <a:lnTo>
                  <a:pt x="513" y="4329"/>
                </a:lnTo>
                <a:lnTo>
                  <a:pt x="512" y="4329"/>
                </a:lnTo>
                <a:lnTo>
                  <a:pt x="512" y="4330"/>
                </a:lnTo>
                <a:lnTo>
                  <a:pt x="511" y="4330"/>
                </a:lnTo>
                <a:lnTo>
                  <a:pt x="510" y="4330"/>
                </a:lnTo>
                <a:lnTo>
                  <a:pt x="509" y="4330"/>
                </a:lnTo>
                <a:lnTo>
                  <a:pt x="508" y="4330"/>
                </a:lnTo>
                <a:lnTo>
                  <a:pt x="507" y="4330"/>
                </a:lnTo>
                <a:lnTo>
                  <a:pt x="506" y="4330"/>
                </a:lnTo>
                <a:lnTo>
                  <a:pt x="506" y="4329"/>
                </a:lnTo>
                <a:lnTo>
                  <a:pt x="506" y="4328"/>
                </a:lnTo>
                <a:lnTo>
                  <a:pt x="506" y="4327"/>
                </a:lnTo>
                <a:lnTo>
                  <a:pt x="506" y="4326"/>
                </a:lnTo>
                <a:lnTo>
                  <a:pt x="506" y="4325"/>
                </a:lnTo>
                <a:lnTo>
                  <a:pt x="505" y="4325"/>
                </a:lnTo>
                <a:lnTo>
                  <a:pt x="505" y="4324"/>
                </a:lnTo>
                <a:lnTo>
                  <a:pt x="505" y="4323"/>
                </a:lnTo>
                <a:lnTo>
                  <a:pt x="504" y="4323"/>
                </a:lnTo>
                <a:lnTo>
                  <a:pt x="505" y="4323"/>
                </a:lnTo>
                <a:lnTo>
                  <a:pt x="504" y="4323"/>
                </a:lnTo>
                <a:lnTo>
                  <a:pt x="504" y="4322"/>
                </a:lnTo>
                <a:lnTo>
                  <a:pt x="504" y="4321"/>
                </a:lnTo>
                <a:lnTo>
                  <a:pt x="504" y="4320"/>
                </a:lnTo>
                <a:lnTo>
                  <a:pt x="504" y="4319"/>
                </a:lnTo>
                <a:lnTo>
                  <a:pt x="503" y="4318"/>
                </a:lnTo>
                <a:lnTo>
                  <a:pt x="503" y="4317"/>
                </a:lnTo>
                <a:lnTo>
                  <a:pt x="502" y="4316"/>
                </a:lnTo>
                <a:lnTo>
                  <a:pt x="502" y="4315"/>
                </a:lnTo>
                <a:lnTo>
                  <a:pt x="502" y="4314"/>
                </a:lnTo>
                <a:lnTo>
                  <a:pt x="501" y="4314"/>
                </a:lnTo>
                <a:lnTo>
                  <a:pt x="501" y="4313"/>
                </a:lnTo>
                <a:lnTo>
                  <a:pt x="501" y="4312"/>
                </a:lnTo>
                <a:lnTo>
                  <a:pt x="501" y="4311"/>
                </a:lnTo>
                <a:lnTo>
                  <a:pt x="501" y="4310"/>
                </a:lnTo>
                <a:lnTo>
                  <a:pt x="500" y="4310"/>
                </a:lnTo>
                <a:lnTo>
                  <a:pt x="500" y="4309"/>
                </a:lnTo>
                <a:lnTo>
                  <a:pt x="500" y="4308"/>
                </a:lnTo>
                <a:lnTo>
                  <a:pt x="499" y="4308"/>
                </a:lnTo>
                <a:lnTo>
                  <a:pt x="499" y="4307"/>
                </a:lnTo>
                <a:lnTo>
                  <a:pt x="498" y="4307"/>
                </a:lnTo>
                <a:lnTo>
                  <a:pt x="497" y="4308"/>
                </a:lnTo>
                <a:lnTo>
                  <a:pt x="496" y="4308"/>
                </a:lnTo>
                <a:lnTo>
                  <a:pt x="496" y="4307"/>
                </a:lnTo>
                <a:lnTo>
                  <a:pt x="495" y="4307"/>
                </a:lnTo>
                <a:lnTo>
                  <a:pt x="495" y="4306"/>
                </a:lnTo>
                <a:lnTo>
                  <a:pt x="494" y="4306"/>
                </a:lnTo>
                <a:lnTo>
                  <a:pt x="494" y="4305"/>
                </a:lnTo>
                <a:lnTo>
                  <a:pt x="493" y="4305"/>
                </a:lnTo>
                <a:lnTo>
                  <a:pt x="492" y="4304"/>
                </a:lnTo>
                <a:lnTo>
                  <a:pt x="492" y="4303"/>
                </a:lnTo>
                <a:lnTo>
                  <a:pt x="491" y="4302"/>
                </a:lnTo>
                <a:lnTo>
                  <a:pt x="491" y="4301"/>
                </a:lnTo>
                <a:lnTo>
                  <a:pt x="491" y="4300"/>
                </a:lnTo>
                <a:lnTo>
                  <a:pt x="490" y="4299"/>
                </a:lnTo>
                <a:lnTo>
                  <a:pt x="489" y="4299"/>
                </a:lnTo>
                <a:lnTo>
                  <a:pt x="489" y="4298"/>
                </a:lnTo>
                <a:lnTo>
                  <a:pt x="488" y="4298"/>
                </a:lnTo>
                <a:lnTo>
                  <a:pt x="488" y="4297"/>
                </a:lnTo>
                <a:lnTo>
                  <a:pt x="487" y="4297"/>
                </a:lnTo>
                <a:lnTo>
                  <a:pt x="486" y="4296"/>
                </a:lnTo>
                <a:lnTo>
                  <a:pt x="486" y="4297"/>
                </a:lnTo>
                <a:lnTo>
                  <a:pt x="485" y="4298"/>
                </a:lnTo>
                <a:lnTo>
                  <a:pt x="485" y="4299"/>
                </a:lnTo>
                <a:lnTo>
                  <a:pt x="485" y="4300"/>
                </a:lnTo>
                <a:lnTo>
                  <a:pt x="484" y="4300"/>
                </a:lnTo>
                <a:lnTo>
                  <a:pt x="484" y="4301"/>
                </a:lnTo>
                <a:lnTo>
                  <a:pt x="484" y="4300"/>
                </a:lnTo>
                <a:lnTo>
                  <a:pt x="482" y="4300"/>
                </a:lnTo>
                <a:lnTo>
                  <a:pt x="481" y="4300"/>
                </a:lnTo>
                <a:lnTo>
                  <a:pt x="481" y="4301"/>
                </a:lnTo>
                <a:lnTo>
                  <a:pt x="480" y="4301"/>
                </a:lnTo>
                <a:lnTo>
                  <a:pt x="479" y="4301"/>
                </a:lnTo>
                <a:lnTo>
                  <a:pt x="478" y="4301"/>
                </a:lnTo>
                <a:lnTo>
                  <a:pt x="477" y="4301"/>
                </a:lnTo>
                <a:lnTo>
                  <a:pt x="476" y="4301"/>
                </a:lnTo>
                <a:lnTo>
                  <a:pt x="476" y="4302"/>
                </a:lnTo>
                <a:lnTo>
                  <a:pt x="474" y="4302"/>
                </a:lnTo>
                <a:lnTo>
                  <a:pt x="474" y="4303"/>
                </a:lnTo>
                <a:lnTo>
                  <a:pt x="473" y="4303"/>
                </a:lnTo>
                <a:lnTo>
                  <a:pt x="473" y="4304"/>
                </a:lnTo>
                <a:lnTo>
                  <a:pt x="473" y="4303"/>
                </a:lnTo>
                <a:lnTo>
                  <a:pt x="472" y="4303"/>
                </a:lnTo>
                <a:lnTo>
                  <a:pt x="473" y="4303"/>
                </a:lnTo>
                <a:lnTo>
                  <a:pt x="473" y="4302"/>
                </a:lnTo>
                <a:lnTo>
                  <a:pt x="472" y="4302"/>
                </a:lnTo>
                <a:lnTo>
                  <a:pt x="472" y="4301"/>
                </a:lnTo>
                <a:lnTo>
                  <a:pt x="471" y="4300"/>
                </a:lnTo>
                <a:lnTo>
                  <a:pt x="470" y="4300"/>
                </a:lnTo>
                <a:lnTo>
                  <a:pt x="470" y="4299"/>
                </a:lnTo>
                <a:lnTo>
                  <a:pt x="469" y="4299"/>
                </a:lnTo>
                <a:lnTo>
                  <a:pt x="468" y="4299"/>
                </a:lnTo>
                <a:lnTo>
                  <a:pt x="468" y="4298"/>
                </a:lnTo>
                <a:lnTo>
                  <a:pt x="467" y="4297"/>
                </a:lnTo>
                <a:lnTo>
                  <a:pt x="466" y="4297"/>
                </a:lnTo>
                <a:lnTo>
                  <a:pt x="466" y="4295"/>
                </a:lnTo>
                <a:lnTo>
                  <a:pt x="466" y="4294"/>
                </a:lnTo>
                <a:lnTo>
                  <a:pt x="465" y="4294"/>
                </a:lnTo>
                <a:lnTo>
                  <a:pt x="465" y="4293"/>
                </a:lnTo>
                <a:lnTo>
                  <a:pt x="465" y="4292"/>
                </a:lnTo>
                <a:lnTo>
                  <a:pt x="465" y="4291"/>
                </a:lnTo>
                <a:lnTo>
                  <a:pt x="464" y="4291"/>
                </a:lnTo>
                <a:lnTo>
                  <a:pt x="464" y="4290"/>
                </a:lnTo>
                <a:lnTo>
                  <a:pt x="463" y="4290"/>
                </a:lnTo>
                <a:lnTo>
                  <a:pt x="463" y="4289"/>
                </a:lnTo>
                <a:lnTo>
                  <a:pt x="463" y="4288"/>
                </a:lnTo>
                <a:lnTo>
                  <a:pt x="462" y="4288"/>
                </a:lnTo>
                <a:lnTo>
                  <a:pt x="462" y="4287"/>
                </a:lnTo>
                <a:lnTo>
                  <a:pt x="462" y="4286"/>
                </a:lnTo>
                <a:lnTo>
                  <a:pt x="463" y="4286"/>
                </a:lnTo>
                <a:lnTo>
                  <a:pt x="463" y="4285"/>
                </a:lnTo>
                <a:lnTo>
                  <a:pt x="463" y="4284"/>
                </a:lnTo>
                <a:lnTo>
                  <a:pt x="462" y="4284"/>
                </a:lnTo>
                <a:lnTo>
                  <a:pt x="462" y="4283"/>
                </a:lnTo>
                <a:lnTo>
                  <a:pt x="462" y="4282"/>
                </a:lnTo>
                <a:lnTo>
                  <a:pt x="462" y="4281"/>
                </a:lnTo>
                <a:lnTo>
                  <a:pt x="462" y="4280"/>
                </a:lnTo>
                <a:lnTo>
                  <a:pt x="461" y="4279"/>
                </a:lnTo>
                <a:lnTo>
                  <a:pt x="460" y="4279"/>
                </a:lnTo>
                <a:lnTo>
                  <a:pt x="459" y="4279"/>
                </a:lnTo>
                <a:lnTo>
                  <a:pt x="459" y="4278"/>
                </a:lnTo>
                <a:lnTo>
                  <a:pt x="458" y="4278"/>
                </a:lnTo>
                <a:lnTo>
                  <a:pt x="457" y="4278"/>
                </a:lnTo>
                <a:lnTo>
                  <a:pt x="456" y="4277"/>
                </a:lnTo>
                <a:lnTo>
                  <a:pt x="456" y="4278"/>
                </a:lnTo>
                <a:lnTo>
                  <a:pt x="455" y="4278"/>
                </a:lnTo>
                <a:lnTo>
                  <a:pt x="454" y="4278"/>
                </a:lnTo>
                <a:lnTo>
                  <a:pt x="454" y="4277"/>
                </a:lnTo>
                <a:lnTo>
                  <a:pt x="453" y="4277"/>
                </a:lnTo>
                <a:lnTo>
                  <a:pt x="453" y="4278"/>
                </a:lnTo>
                <a:lnTo>
                  <a:pt x="452" y="4278"/>
                </a:lnTo>
                <a:lnTo>
                  <a:pt x="451" y="4278"/>
                </a:lnTo>
                <a:lnTo>
                  <a:pt x="450" y="4278"/>
                </a:lnTo>
                <a:lnTo>
                  <a:pt x="449" y="4278"/>
                </a:lnTo>
                <a:lnTo>
                  <a:pt x="448" y="4278"/>
                </a:lnTo>
                <a:lnTo>
                  <a:pt x="448" y="4275"/>
                </a:lnTo>
                <a:lnTo>
                  <a:pt x="448" y="4273"/>
                </a:lnTo>
                <a:lnTo>
                  <a:pt x="448" y="4272"/>
                </a:lnTo>
                <a:lnTo>
                  <a:pt x="448" y="4271"/>
                </a:lnTo>
                <a:lnTo>
                  <a:pt x="449" y="4271"/>
                </a:lnTo>
                <a:lnTo>
                  <a:pt x="449" y="4268"/>
                </a:lnTo>
                <a:lnTo>
                  <a:pt x="449" y="4267"/>
                </a:lnTo>
                <a:lnTo>
                  <a:pt x="448" y="4267"/>
                </a:lnTo>
                <a:lnTo>
                  <a:pt x="446" y="4267"/>
                </a:lnTo>
                <a:lnTo>
                  <a:pt x="445" y="4267"/>
                </a:lnTo>
                <a:lnTo>
                  <a:pt x="444" y="4267"/>
                </a:lnTo>
                <a:lnTo>
                  <a:pt x="444" y="4268"/>
                </a:lnTo>
                <a:lnTo>
                  <a:pt x="443" y="4268"/>
                </a:lnTo>
                <a:lnTo>
                  <a:pt x="443" y="4269"/>
                </a:lnTo>
                <a:lnTo>
                  <a:pt x="441" y="4269"/>
                </a:lnTo>
                <a:lnTo>
                  <a:pt x="441" y="4270"/>
                </a:lnTo>
                <a:lnTo>
                  <a:pt x="440" y="4270"/>
                </a:lnTo>
                <a:lnTo>
                  <a:pt x="440" y="4271"/>
                </a:lnTo>
                <a:lnTo>
                  <a:pt x="439" y="4271"/>
                </a:lnTo>
                <a:lnTo>
                  <a:pt x="439" y="4272"/>
                </a:lnTo>
                <a:lnTo>
                  <a:pt x="438" y="4272"/>
                </a:lnTo>
                <a:lnTo>
                  <a:pt x="437" y="4272"/>
                </a:lnTo>
                <a:lnTo>
                  <a:pt x="437" y="4273"/>
                </a:lnTo>
                <a:lnTo>
                  <a:pt x="436" y="4273"/>
                </a:lnTo>
                <a:lnTo>
                  <a:pt x="435" y="4273"/>
                </a:lnTo>
                <a:lnTo>
                  <a:pt x="435" y="4272"/>
                </a:lnTo>
                <a:lnTo>
                  <a:pt x="434" y="4273"/>
                </a:lnTo>
                <a:lnTo>
                  <a:pt x="433" y="4273"/>
                </a:lnTo>
                <a:lnTo>
                  <a:pt x="432" y="4273"/>
                </a:lnTo>
                <a:lnTo>
                  <a:pt x="431" y="4273"/>
                </a:lnTo>
                <a:lnTo>
                  <a:pt x="431" y="4272"/>
                </a:lnTo>
                <a:lnTo>
                  <a:pt x="431" y="4273"/>
                </a:lnTo>
                <a:lnTo>
                  <a:pt x="430" y="4273"/>
                </a:lnTo>
                <a:lnTo>
                  <a:pt x="430" y="4274"/>
                </a:lnTo>
                <a:lnTo>
                  <a:pt x="429" y="4274"/>
                </a:lnTo>
                <a:lnTo>
                  <a:pt x="428" y="4274"/>
                </a:lnTo>
                <a:lnTo>
                  <a:pt x="428" y="4275"/>
                </a:lnTo>
                <a:lnTo>
                  <a:pt x="428" y="4276"/>
                </a:lnTo>
                <a:lnTo>
                  <a:pt x="428" y="4277"/>
                </a:lnTo>
                <a:lnTo>
                  <a:pt x="429" y="4278"/>
                </a:lnTo>
                <a:lnTo>
                  <a:pt x="430" y="4278"/>
                </a:lnTo>
                <a:lnTo>
                  <a:pt x="431" y="4278"/>
                </a:lnTo>
                <a:lnTo>
                  <a:pt x="431" y="4279"/>
                </a:lnTo>
                <a:lnTo>
                  <a:pt x="430" y="4279"/>
                </a:lnTo>
                <a:lnTo>
                  <a:pt x="430" y="4280"/>
                </a:lnTo>
                <a:lnTo>
                  <a:pt x="429" y="4280"/>
                </a:lnTo>
                <a:lnTo>
                  <a:pt x="429" y="4281"/>
                </a:lnTo>
                <a:lnTo>
                  <a:pt x="429" y="4282"/>
                </a:lnTo>
                <a:lnTo>
                  <a:pt x="429" y="4283"/>
                </a:lnTo>
                <a:lnTo>
                  <a:pt x="429" y="4284"/>
                </a:lnTo>
                <a:lnTo>
                  <a:pt x="428" y="4285"/>
                </a:lnTo>
                <a:lnTo>
                  <a:pt x="428" y="4286"/>
                </a:lnTo>
                <a:lnTo>
                  <a:pt x="427" y="4286"/>
                </a:lnTo>
                <a:lnTo>
                  <a:pt x="426" y="4286"/>
                </a:lnTo>
                <a:lnTo>
                  <a:pt x="426" y="4285"/>
                </a:lnTo>
                <a:lnTo>
                  <a:pt x="425" y="4285"/>
                </a:lnTo>
                <a:lnTo>
                  <a:pt x="425" y="4284"/>
                </a:lnTo>
                <a:lnTo>
                  <a:pt x="424" y="4284"/>
                </a:lnTo>
                <a:lnTo>
                  <a:pt x="424" y="4283"/>
                </a:lnTo>
                <a:lnTo>
                  <a:pt x="423" y="4283"/>
                </a:lnTo>
                <a:lnTo>
                  <a:pt x="422" y="4283"/>
                </a:lnTo>
                <a:lnTo>
                  <a:pt x="421" y="4283"/>
                </a:lnTo>
                <a:lnTo>
                  <a:pt x="419" y="4283"/>
                </a:lnTo>
                <a:lnTo>
                  <a:pt x="418" y="4284"/>
                </a:lnTo>
                <a:lnTo>
                  <a:pt x="417" y="4284"/>
                </a:lnTo>
                <a:lnTo>
                  <a:pt x="416" y="4284"/>
                </a:lnTo>
                <a:lnTo>
                  <a:pt x="415" y="4284"/>
                </a:lnTo>
                <a:lnTo>
                  <a:pt x="414" y="4284"/>
                </a:lnTo>
                <a:lnTo>
                  <a:pt x="413" y="4284"/>
                </a:lnTo>
                <a:lnTo>
                  <a:pt x="412" y="4283"/>
                </a:lnTo>
                <a:lnTo>
                  <a:pt x="411" y="4283"/>
                </a:lnTo>
                <a:lnTo>
                  <a:pt x="411" y="4282"/>
                </a:lnTo>
                <a:lnTo>
                  <a:pt x="410" y="4282"/>
                </a:lnTo>
                <a:lnTo>
                  <a:pt x="410" y="4281"/>
                </a:lnTo>
                <a:lnTo>
                  <a:pt x="410" y="4280"/>
                </a:lnTo>
                <a:lnTo>
                  <a:pt x="409" y="4280"/>
                </a:lnTo>
                <a:lnTo>
                  <a:pt x="409" y="4279"/>
                </a:lnTo>
                <a:lnTo>
                  <a:pt x="409" y="4278"/>
                </a:lnTo>
                <a:lnTo>
                  <a:pt x="410" y="4278"/>
                </a:lnTo>
                <a:lnTo>
                  <a:pt x="410" y="4277"/>
                </a:lnTo>
                <a:lnTo>
                  <a:pt x="410" y="4276"/>
                </a:lnTo>
                <a:lnTo>
                  <a:pt x="410" y="4275"/>
                </a:lnTo>
                <a:lnTo>
                  <a:pt x="410" y="4273"/>
                </a:lnTo>
                <a:lnTo>
                  <a:pt x="410" y="4272"/>
                </a:lnTo>
                <a:lnTo>
                  <a:pt x="410" y="4271"/>
                </a:lnTo>
                <a:lnTo>
                  <a:pt x="409" y="4271"/>
                </a:lnTo>
                <a:lnTo>
                  <a:pt x="408" y="4270"/>
                </a:lnTo>
                <a:lnTo>
                  <a:pt x="408" y="4269"/>
                </a:lnTo>
                <a:lnTo>
                  <a:pt x="407" y="4269"/>
                </a:lnTo>
                <a:lnTo>
                  <a:pt x="407" y="4268"/>
                </a:lnTo>
                <a:lnTo>
                  <a:pt x="406" y="4268"/>
                </a:lnTo>
                <a:lnTo>
                  <a:pt x="405" y="4267"/>
                </a:lnTo>
                <a:lnTo>
                  <a:pt x="405" y="4268"/>
                </a:lnTo>
                <a:lnTo>
                  <a:pt x="404" y="4268"/>
                </a:lnTo>
                <a:lnTo>
                  <a:pt x="403" y="4269"/>
                </a:lnTo>
                <a:lnTo>
                  <a:pt x="402" y="4270"/>
                </a:lnTo>
                <a:lnTo>
                  <a:pt x="401" y="4270"/>
                </a:lnTo>
                <a:lnTo>
                  <a:pt x="401" y="4269"/>
                </a:lnTo>
                <a:lnTo>
                  <a:pt x="400" y="4269"/>
                </a:lnTo>
                <a:lnTo>
                  <a:pt x="399" y="4269"/>
                </a:lnTo>
                <a:lnTo>
                  <a:pt x="399" y="4268"/>
                </a:lnTo>
                <a:lnTo>
                  <a:pt x="398" y="4268"/>
                </a:lnTo>
                <a:lnTo>
                  <a:pt x="397" y="4268"/>
                </a:lnTo>
                <a:lnTo>
                  <a:pt x="397" y="4269"/>
                </a:lnTo>
                <a:lnTo>
                  <a:pt x="396" y="4269"/>
                </a:lnTo>
                <a:lnTo>
                  <a:pt x="395" y="4269"/>
                </a:lnTo>
                <a:lnTo>
                  <a:pt x="394" y="4269"/>
                </a:lnTo>
                <a:lnTo>
                  <a:pt x="393" y="4269"/>
                </a:lnTo>
                <a:lnTo>
                  <a:pt x="392" y="4269"/>
                </a:lnTo>
                <a:lnTo>
                  <a:pt x="391" y="4269"/>
                </a:lnTo>
                <a:lnTo>
                  <a:pt x="391" y="4268"/>
                </a:lnTo>
                <a:lnTo>
                  <a:pt x="391" y="4267"/>
                </a:lnTo>
                <a:lnTo>
                  <a:pt x="391" y="4266"/>
                </a:lnTo>
                <a:lnTo>
                  <a:pt x="390" y="4266"/>
                </a:lnTo>
                <a:lnTo>
                  <a:pt x="390" y="4265"/>
                </a:lnTo>
                <a:lnTo>
                  <a:pt x="389" y="4265"/>
                </a:lnTo>
                <a:lnTo>
                  <a:pt x="389" y="4264"/>
                </a:lnTo>
                <a:lnTo>
                  <a:pt x="388" y="4264"/>
                </a:lnTo>
                <a:lnTo>
                  <a:pt x="388" y="4263"/>
                </a:lnTo>
                <a:lnTo>
                  <a:pt x="388" y="4262"/>
                </a:lnTo>
                <a:lnTo>
                  <a:pt x="388" y="4261"/>
                </a:lnTo>
                <a:lnTo>
                  <a:pt x="387" y="4260"/>
                </a:lnTo>
                <a:lnTo>
                  <a:pt x="386" y="4260"/>
                </a:lnTo>
                <a:lnTo>
                  <a:pt x="386" y="4259"/>
                </a:lnTo>
                <a:lnTo>
                  <a:pt x="386" y="4258"/>
                </a:lnTo>
                <a:lnTo>
                  <a:pt x="385" y="4258"/>
                </a:lnTo>
                <a:lnTo>
                  <a:pt x="384" y="4258"/>
                </a:lnTo>
                <a:lnTo>
                  <a:pt x="384" y="4257"/>
                </a:lnTo>
                <a:lnTo>
                  <a:pt x="383" y="4257"/>
                </a:lnTo>
                <a:lnTo>
                  <a:pt x="382" y="4256"/>
                </a:lnTo>
                <a:lnTo>
                  <a:pt x="381" y="4256"/>
                </a:lnTo>
                <a:lnTo>
                  <a:pt x="381" y="4255"/>
                </a:lnTo>
                <a:lnTo>
                  <a:pt x="379" y="4255"/>
                </a:lnTo>
                <a:lnTo>
                  <a:pt x="379" y="4254"/>
                </a:lnTo>
                <a:lnTo>
                  <a:pt x="379" y="4253"/>
                </a:lnTo>
                <a:lnTo>
                  <a:pt x="379" y="4252"/>
                </a:lnTo>
                <a:lnTo>
                  <a:pt x="378" y="4252"/>
                </a:lnTo>
                <a:lnTo>
                  <a:pt x="377" y="4251"/>
                </a:lnTo>
                <a:lnTo>
                  <a:pt x="378" y="4251"/>
                </a:lnTo>
                <a:lnTo>
                  <a:pt x="378" y="4250"/>
                </a:lnTo>
                <a:lnTo>
                  <a:pt x="378" y="4249"/>
                </a:lnTo>
                <a:lnTo>
                  <a:pt x="378" y="4248"/>
                </a:lnTo>
                <a:lnTo>
                  <a:pt x="379" y="4248"/>
                </a:lnTo>
                <a:lnTo>
                  <a:pt x="379" y="4247"/>
                </a:lnTo>
                <a:lnTo>
                  <a:pt x="379" y="4246"/>
                </a:lnTo>
                <a:lnTo>
                  <a:pt x="379" y="4245"/>
                </a:lnTo>
                <a:lnTo>
                  <a:pt x="379" y="4244"/>
                </a:lnTo>
                <a:lnTo>
                  <a:pt x="379" y="4243"/>
                </a:lnTo>
                <a:lnTo>
                  <a:pt x="378" y="4243"/>
                </a:lnTo>
                <a:lnTo>
                  <a:pt x="378" y="4242"/>
                </a:lnTo>
                <a:lnTo>
                  <a:pt x="377" y="4242"/>
                </a:lnTo>
                <a:lnTo>
                  <a:pt x="377" y="4241"/>
                </a:lnTo>
                <a:lnTo>
                  <a:pt x="376" y="4241"/>
                </a:lnTo>
                <a:lnTo>
                  <a:pt x="376" y="4240"/>
                </a:lnTo>
                <a:lnTo>
                  <a:pt x="377" y="4240"/>
                </a:lnTo>
                <a:lnTo>
                  <a:pt x="377" y="4239"/>
                </a:lnTo>
                <a:lnTo>
                  <a:pt x="377" y="4238"/>
                </a:lnTo>
                <a:lnTo>
                  <a:pt x="378" y="4238"/>
                </a:lnTo>
                <a:lnTo>
                  <a:pt x="378" y="4237"/>
                </a:lnTo>
                <a:lnTo>
                  <a:pt x="379" y="4237"/>
                </a:lnTo>
                <a:lnTo>
                  <a:pt x="379" y="4236"/>
                </a:lnTo>
                <a:lnTo>
                  <a:pt x="380" y="4235"/>
                </a:lnTo>
                <a:lnTo>
                  <a:pt x="380" y="4234"/>
                </a:lnTo>
                <a:lnTo>
                  <a:pt x="381" y="4234"/>
                </a:lnTo>
                <a:lnTo>
                  <a:pt x="382" y="4234"/>
                </a:lnTo>
                <a:lnTo>
                  <a:pt x="382" y="4233"/>
                </a:lnTo>
                <a:lnTo>
                  <a:pt x="382" y="4232"/>
                </a:lnTo>
                <a:lnTo>
                  <a:pt x="383" y="4232"/>
                </a:lnTo>
                <a:lnTo>
                  <a:pt x="383" y="4231"/>
                </a:lnTo>
                <a:lnTo>
                  <a:pt x="383" y="4230"/>
                </a:lnTo>
                <a:lnTo>
                  <a:pt x="383" y="4229"/>
                </a:lnTo>
                <a:lnTo>
                  <a:pt x="383" y="4228"/>
                </a:lnTo>
                <a:lnTo>
                  <a:pt x="383" y="4227"/>
                </a:lnTo>
                <a:lnTo>
                  <a:pt x="382" y="4227"/>
                </a:lnTo>
                <a:lnTo>
                  <a:pt x="381" y="4227"/>
                </a:lnTo>
                <a:lnTo>
                  <a:pt x="381" y="4226"/>
                </a:lnTo>
                <a:lnTo>
                  <a:pt x="380" y="4226"/>
                </a:lnTo>
                <a:lnTo>
                  <a:pt x="380" y="4225"/>
                </a:lnTo>
                <a:lnTo>
                  <a:pt x="379" y="4225"/>
                </a:lnTo>
                <a:lnTo>
                  <a:pt x="379" y="4224"/>
                </a:lnTo>
                <a:lnTo>
                  <a:pt x="379" y="4223"/>
                </a:lnTo>
                <a:lnTo>
                  <a:pt x="379" y="4222"/>
                </a:lnTo>
                <a:lnTo>
                  <a:pt x="378" y="4222"/>
                </a:lnTo>
                <a:lnTo>
                  <a:pt x="378" y="4221"/>
                </a:lnTo>
                <a:lnTo>
                  <a:pt x="378" y="4220"/>
                </a:lnTo>
                <a:lnTo>
                  <a:pt x="378" y="4219"/>
                </a:lnTo>
                <a:lnTo>
                  <a:pt x="379" y="4219"/>
                </a:lnTo>
                <a:lnTo>
                  <a:pt x="379" y="4218"/>
                </a:lnTo>
                <a:lnTo>
                  <a:pt x="378" y="4218"/>
                </a:lnTo>
                <a:lnTo>
                  <a:pt x="377" y="4217"/>
                </a:lnTo>
                <a:lnTo>
                  <a:pt x="376" y="4217"/>
                </a:lnTo>
                <a:lnTo>
                  <a:pt x="376" y="4216"/>
                </a:lnTo>
                <a:lnTo>
                  <a:pt x="376" y="4215"/>
                </a:lnTo>
                <a:lnTo>
                  <a:pt x="375" y="4215"/>
                </a:lnTo>
                <a:lnTo>
                  <a:pt x="375" y="4214"/>
                </a:lnTo>
                <a:lnTo>
                  <a:pt x="375" y="4213"/>
                </a:lnTo>
                <a:lnTo>
                  <a:pt x="375" y="4212"/>
                </a:lnTo>
                <a:lnTo>
                  <a:pt x="376" y="4212"/>
                </a:lnTo>
                <a:lnTo>
                  <a:pt x="376" y="4211"/>
                </a:lnTo>
                <a:lnTo>
                  <a:pt x="375" y="4211"/>
                </a:lnTo>
                <a:lnTo>
                  <a:pt x="375" y="4210"/>
                </a:lnTo>
                <a:lnTo>
                  <a:pt x="375" y="4209"/>
                </a:lnTo>
                <a:lnTo>
                  <a:pt x="374" y="4209"/>
                </a:lnTo>
                <a:lnTo>
                  <a:pt x="374" y="4208"/>
                </a:lnTo>
                <a:lnTo>
                  <a:pt x="373" y="4208"/>
                </a:lnTo>
                <a:lnTo>
                  <a:pt x="373" y="4207"/>
                </a:lnTo>
                <a:lnTo>
                  <a:pt x="372" y="4206"/>
                </a:lnTo>
                <a:lnTo>
                  <a:pt x="372" y="4205"/>
                </a:lnTo>
                <a:lnTo>
                  <a:pt x="371" y="4205"/>
                </a:lnTo>
                <a:lnTo>
                  <a:pt x="371" y="4204"/>
                </a:lnTo>
                <a:lnTo>
                  <a:pt x="372" y="4204"/>
                </a:lnTo>
                <a:lnTo>
                  <a:pt x="372" y="4203"/>
                </a:lnTo>
                <a:lnTo>
                  <a:pt x="371" y="4203"/>
                </a:lnTo>
                <a:lnTo>
                  <a:pt x="371" y="4202"/>
                </a:lnTo>
                <a:lnTo>
                  <a:pt x="371" y="4201"/>
                </a:lnTo>
                <a:lnTo>
                  <a:pt x="372" y="4201"/>
                </a:lnTo>
                <a:lnTo>
                  <a:pt x="371" y="4201"/>
                </a:lnTo>
                <a:lnTo>
                  <a:pt x="371" y="4200"/>
                </a:lnTo>
                <a:lnTo>
                  <a:pt x="372" y="4200"/>
                </a:lnTo>
                <a:lnTo>
                  <a:pt x="372" y="4199"/>
                </a:lnTo>
                <a:lnTo>
                  <a:pt x="371" y="4199"/>
                </a:lnTo>
                <a:lnTo>
                  <a:pt x="371" y="4198"/>
                </a:lnTo>
                <a:lnTo>
                  <a:pt x="371" y="4197"/>
                </a:lnTo>
                <a:lnTo>
                  <a:pt x="370" y="4196"/>
                </a:lnTo>
                <a:lnTo>
                  <a:pt x="370" y="4195"/>
                </a:lnTo>
                <a:lnTo>
                  <a:pt x="370" y="4194"/>
                </a:lnTo>
                <a:lnTo>
                  <a:pt x="369" y="4194"/>
                </a:lnTo>
                <a:lnTo>
                  <a:pt x="368" y="4194"/>
                </a:lnTo>
                <a:lnTo>
                  <a:pt x="368" y="4195"/>
                </a:lnTo>
                <a:lnTo>
                  <a:pt x="367" y="4195"/>
                </a:lnTo>
                <a:lnTo>
                  <a:pt x="368" y="4195"/>
                </a:lnTo>
                <a:lnTo>
                  <a:pt x="367" y="4196"/>
                </a:lnTo>
                <a:lnTo>
                  <a:pt x="368" y="4196"/>
                </a:lnTo>
                <a:lnTo>
                  <a:pt x="368" y="4197"/>
                </a:lnTo>
                <a:lnTo>
                  <a:pt x="368" y="4198"/>
                </a:lnTo>
                <a:lnTo>
                  <a:pt x="367" y="4198"/>
                </a:lnTo>
                <a:lnTo>
                  <a:pt x="366" y="4198"/>
                </a:lnTo>
                <a:lnTo>
                  <a:pt x="365" y="4197"/>
                </a:lnTo>
                <a:lnTo>
                  <a:pt x="365" y="4198"/>
                </a:lnTo>
                <a:lnTo>
                  <a:pt x="364" y="4198"/>
                </a:lnTo>
                <a:lnTo>
                  <a:pt x="364" y="4197"/>
                </a:lnTo>
                <a:lnTo>
                  <a:pt x="363" y="4197"/>
                </a:lnTo>
                <a:lnTo>
                  <a:pt x="362" y="4197"/>
                </a:lnTo>
                <a:lnTo>
                  <a:pt x="362" y="4196"/>
                </a:lnTo>
                <a:lnTo>
                  <a:pt x="361" y="4196"/>
                </a:lnTo>
                <a:lnTo>
                  <a:pt x="361" y="4195"/>
                </a:lnTo>
                <a:lnTo>
                  <a:pt x="361" y="4194"/>
                </a:lnTo>
                <a:lnTo>
                  <a:pt x="359" y="4194"/>
                </a:lnTo>
                <a:lnTo>
                  <a:pt x="359" y="4193"/>
                </a:lnTo>
                <a:lnTo>
                  <a:pt x="358" y="4193"/>
                </a:lnTo>
                <a:lnTo>
                  <a:pt x="357" y="4193"/>
                </a:lnTo>
                <a:lnTo>
                  <a:pt x="357" y="4192"/>
                </a:lnTo>
                <a:lnTo>
                  <a:pt x="356" y="4192"/>
                </a:lnTo>
                <a:lnTo>
                  <a:pt x="356" y="4191"/>
                </a:lnTo>
                <a:lnTo>
                  <a:pt x="355" y="4191"/>
                </a:lnTo>
                <a:lnTo>
                  <a:pt x="356" y="4191"/>
                </a:lnTo>
                <a:lnTo>
                  <a:pt x="356" y="4190"/>
                </a:lnTo>
                <a:lnTo>
                  <a:pt x="356" y="4189"/>
                </a:lnTo>
                <a:lnTo>
                  <a:pt x="355" y="4189"/>
                </a:lnTo>
                <a:lnTo>
                  <a:pt x="355" y="4188"/>
                </a:lnTo>
                <a:lnTo>
                  <a:pt x="355" y="4187"/>
                </a:lnTo>
                <a:lnTo>
                  <a:pt x="356" y="4187"/>
                </a:lnTo>
                <a:lnTo>
                  <a:pt x="356" y="4186"/>
                </a:lnTo>
                <a:lnTo>
                  <a:pt x="355" y="4186"/>
                </a:lnTo>
                <a:lnTo>
                  <a:pt x="355" y="4185"/>
                </a:lnTo>
                <a:lnTo>
                  <a:pt x="354" y="4185"/>
                </a:lnTo>
                <a:lnTo>
                  <a:pt x="355" y="4185"/>
                </a:lnTo>
                <a:lnTo>
                  <a:pt x="355" y="4184"/>
                </a:lnTo>
                <a:lnTo>
                  <a:pt x="356" y="4184"/>
                </a:lnTo>
                <a:lnTo>
                  <a:pt x="356" y="4183"/>
                </a:lnTo>
                <a:lnTo>
                  <a:pt x="355" y="4183"/>
                </a:lnTo>
                <a:lnTo>
                  <a:pt x="355" y="4182"/>
                </a:lnTo>
                <a:lnTo>
                  <a:pt x="354" y="4181"/>
                </a:lnTo>
                <a:lnTo>
                  <a:pt x="354" y="4180"/>
                </a:lnTo>
                <a:lnTo>
                  <a:pt x="354" y="4179"/>
                </a:lnTo>
                <a:lnTo>
                  <a:pt x="354" y="4178"/>
                </a:lnTo>
                <a:lnTo>
                  <a:pt x="355" y="4178"/>
                </a:lnTo>
                <a:lnTo>
                  <a:pt x="355" y="4177"/>
                </a:lnTo>
                <a:lnTo>
                  <a:pt x="355" y="4176"/>
                </a:lnTo>
                <a:lnTo>
                  <a:pt x="355" y="4175"/>
                </a:lnTo>
                <a:lnTo>
                  <a:pt x="356" y="4175"/>
                </a:lnTo>
                <a:lnTo>
                  <a:pt x="356" y="4174"/>
                </a:lnTo>
                <a:lnTo>
                  <a:pt x="357" y="4174"/>
                </a:lnTo>
                <a:lnTo>
                  <a:pt x="357" y="4173"/>
                </a:lnTo>
                <a:lnTo>
                  <a:pt x="358" y="4173"/>
                </a:lnTo>
                <a:lnTo>
                  <a:pt x="358" y="4172"/>
                </a:lnTo>
                <a:lnTo>
                  <a:pt x="359" y="4172"/>
                </a:lnTo>
                <a:lnTo>
                  <a:pt x="359" y="4171"/>
                </a:lnTo>
                <a:lnTo>
                  <a:pt x="360" y="4171"/>
                </a:lnTo>
                <a:lnTo>
                  <a:pt x="360" y="4170"/>
                </a:lnTo>
                <a:lnTo>
                  <a:pt x="361" y="4170"/>
                </a:lnTo>
                <a:lnTo>
                  <a:pt x="361" y="4169"/>
                </a:lnTo>
                <a:lnTo>
                  <a:pt x="362" y="4169"/>
                </a:lnTo>
                <a:lnTo>
                  <a:pt x="362" y="4168"/>
                </a:lnTo>
                <a:lnTo>
                  <a:pt x="363" y="4168"/>
                </a:lnTo>
                <a:lnTo>
                  <a:pt x="363" y="4167"/>
                </a:lnTo>
                <a:lnTo>
                  <a:pt x="364" y="4167"/>
                </a:lnTo>
                <a:lnTo>
                  <a:pt x="365" y="4167"/>
                </a:lnTo>
                <a:lnTo>
                  <a:pt x="365" y="4166"/>
                </a:lnTo>
                <a:lnTo>
                  <a:pt x="366" y="4166"/>
                </a:lnTo>
                <a:lnTo>
                  <a:pt x="365" y="4166"/>
                </a:lnTo>
                <a:lnTo>
                  <a:pt x="365" y="4165"/>
                </a:lnTo>
                <a:lnTo>
                  <a:pt x="365" y="4164"/>
                </a:lnTo>
                <a:lnTo>
                  <a:pt x="364" y="4164"/>
                </a:lnTo>
                <a:lnTo>
                  <a:pt x="363" y="4164"/>
                </a:lnTo>
                <a:lnTo>
                  <a:pt x="363" y="4163"/>
                </a:lnTo>
                <a:lnTo>
                  <a:pt x="363" y="4161"/>
                </a:lnTo>
                <a:lnTo>
                  <a:pt x="362" y="4161"/>
                </a:lnTo>
                <a:lnTo>
                  <a:pt x="362" y="4160"/>
                </a:lnTo>
                <a:lnTo>
                  <a:pt x="363" y="4160"/>
                </a:lnTo>
                <a:lnTo>
                  <a:pt x="362" y="4160"/>
                </a:lnTo>
                <a:lnTo>
                  <a:pt x="362" y="4158"/>
                </a:lnTo>
                <a:lnTo>
                  <a:pt x="362" y="4157"/>
                </a:lnTo>
                <a:lnTo>
                  <a:pt x="361" y="4157"/>
                </a:lnTo>
                <a:lnTo>
                  <a:pt x="361" y="4156"/>
                </a:lnTo>
                <a:lnTo>
                  <a:pt x="360" y="4156"/>
                </a:lnTo>
                <a:lnTo>
                  <a:pt x="360" y="4155"/>
                </a:lnTo>
                <a:lnTo>
                  <a:pt x="359" y="4155"/>
                </a:lnTo>
                <a:lnTo>
                  <a:pt x="359" y="4156"/>
                </a:lnTo>
                <a:lnTo>
                  <a:pt x="358" y="4156"/>
                </a:lnTo>
                <a:lnTo>
                  <a:pt x="358" y="4155"/>
                </a:lnTo>
                <a:lnTo>
                  <a:pt x="357" y="4155"/>
                </a:lnTo>
                <a:lnTo>
                  <a:pt x="356" y="4155"/>
                </a:lnTo>
                <a:lnTo>
                  <a:pt x="356" y="4154"/>
                </a:lnTo>
                <a:lnTo>
                  <a:pt x="357" y="4154"/>
                </a:lnTo>
                <a:lnTo>
                  <a:pt x="357" y="4153"/>
                </a:lnTo>
                <a:lnTo>
                  <a:pt x="356" y="4153"/>
                </a:lnTo>
                <a:lnTo>
                  <a:pt x="356" y="4152"/>
                </a:lnTo>
                <a:lnTo>
                  <a:pt x="356" y="4151"/>
                </a:lnTo>
                <a:lnTo>
                  <a:pt x="357" y="4151"/>
                </a:lnTo>
                <a:lnTo>
                  <a:pt x="356" y="4151"/>
                </a:lnTo>
                <a:lnTo>
                  <a:pt x="356" y="4150"/>
                </a:lnTo>
                <a:lnTo>
                  <a:pt x="356" y="4149"/>
                </a:lnTo>
                <a:lnTo>
                  <a:pt x="357" y="4149"/>
                </a:lnTo>
                <a:lnTo>
                  <a:pt x="357" y="4148"/>
                </a:lnTo>
                <a:lnTo>
                  <a:pt x="358" y="4148"/>
                </a:lnTo>
                <a:lnTo>
                  <a:pt x="358" y="4147"/>
                </a:lnTo>
                <a:lnTo>
                  <a:pt x="359" y="4146"/>
                </a:lnTo>
                <a:lnTo>
                  <a:pt x="359" y="4145"/>
                </a:lnTo>
                <a:lnTo>
                  <a:pt x="360" y="4145"/>
                </a:lnTo>
                <a:lnTo>
                  <a:pt x="360" y="4144"/>
                </a:lnTo>
                <a:lnTo>
                  <a:pt x="361" y="4144"/>
                </a:lnTo>
                <a:lnTo>
                  <a:pt x="362" y="4144"/>
                </a:lnTo>
                <a:lnTo>
                  <a:pt x="363" y="4144"/>
                </a:lnTo>
                <a:lnTo>
                  <a:pt x="364" y="4144"/>
                </a:lnTo>
                <a:lnTo>
                  <a:pt x="365" y="4144"/>
                </a:lnTo>
                <a:lnTo>
                  <a:pt x="365" y="4143"/>
                </a:lnTo>
                <a:lnTo>
                  <a:pt x="366" y="4143"/>
                </a:lnTo>
                <a:lnTo>
                  <a:pt x="366" y="4144"/>
                </a:lnTo>
                <a:lnTo>
                  <a:pt x="367" y="4145"/>
                </a:lnTo>
                <a:lnTo>
                  <a:pt x="368" y="4145"/>
                </a:lnTo>
                <a:lnTo>
                  <a:pt x="368" y="4144"/>
                </a:lnTo>
                <a:lnTo>
                  <a:pt x="368" y="4143"/>
                </a:lnTo>
                <a:lnTo>
                  <a:pt x="369" y="4143"/>
                </a:lnTo>
                <a:lnTo>
                  <a:pt x="370" y="4143"/>
                </a:lnTo>
                <a:lnTo>
                  <a:pt x="370" y="4142"/>
                </a:lnTo>
                <a:lnTo>
                  <a:pt x="371" y="4142"/>
                </a:lnTo>
                <a:lnTo>
                  <a:pt x="372" y="4142"/>
                </a:lnTo>
                <a:lnTo>
                  <a:pt x="373" y="4142"/>
                </a:lnTo>
                <a:lnTo>
                  <a:pt x="373" y="4141"/>
                </a:lnTo>
                <a:lnTo>
                  <a:pt x="374" y="4141"/>
                </a:lnTo>
                <a:lnTo>
                  <a:pt x="374" y="4140"/>
                </a:lnTo>
                <a:lnTo>
                  <a:pt x="374" y="4139"/>
                </a:lnTo>
                <a:lnTo>
                  <a:pt x="375" y="4139"/>
                </a:lnTo>
                <a:lnTo>
                  <a:pt x="375" y="4140"/>
                </a:lnTo>
                <a:lnTo>
                  <a:pt x="376" y="4140"/>
                </a:lnTo>
                <a:lnTo>
                  <a:pt x="377" y="4140"/>
                </a:lnTo>
                <a:lnTo>
                  <a:pt x="377" y="4139"/>
                </a:lnTo>
                <a:lnTo>
                  <a:pt x="378" y="4139"/>
                </a:lnTo>
                <a:lnTo>
                  <a:pt x="378" y="4138"/>
                </a:lnTo>
                <a:lnTo>
                  <a:pt x="379" y="4138"/>
                </a:lnTo>
                <a:lnTo>
                  <a:pt x="379" y="4137"/>
                </a:lnTo>
                <a:lnTo>
                  <a:pt x="380" y="4137"/>
                </a:lnTo>
                <a:lnTo>
                  <a:pt x="381" y="4137"/>
                </a:lnTo>
                <a:lnTo>
                  <a:pt x="381" y="4136"/>
                </a:lnTo>
                <a:lnTo>
                  <a:pt x="382" y="4136"/>
                </a:lnTo>
                <a:lnTo>
                  <a:pt x="382" y="4135"/>
                </a:lnTo>
                <a:lnTo>
                  <a:pt x="383" y="4135"/>
                </a:lnTo>
                <a:lnTo>
                  <a:pt x="383" y="4132"/>
                </a:lnTo>
                <a:lnTo>
                  <a:pt x="382" y="4132"/>
                </a:lnTo>
                <a:lnTo>
                  <a:pt x="382" y="4131"/>
                </a:lnTo>
                <a:lnTo>
                  <a:pt x="381" y="4131"/>
                </a:lnTo>
                <a:lnTo>
                  <a:pt x="381" y="4130"/>
                </a:lnTo>
                <a:lnTo>
                  <a:pt x="380" y="4130"/>
                </a:lnTo>
                <a:lnTo>
                  <a:pt x="380" y="4129"/>
                </a:lnTo>
                <a:lnTo>
                  <a:pt x="380" y="4128"/>
                </a:lnTo>
                <a:lnTo>
                  <a:pt x="379" y="4128"/>
                </a:lnTo>
                <a:lnTo>
                  <a:pt x="379" y="4127"/>
                </a:lnTo>
                <a:lnTo>
                  <a:pt x="378" y="4127"/>
                </a:lnTo>
                <a:lnTo>
                  <a:pt x="378" y="4126"/>
                </a:lnTo>
                <a:lnTo>
                  <a:pt x="378" y="4125"/>
                </a:lnTo>
                <a:lnTo>
                  <a:pt x="377" y="4125"/>
                </a:lnTo>
                <a:lnTo>
                  <a:pt x="377" y="4124"/>
                </a:lnTo>
                <a:lnTo>
                  <a:pt x="377" y="4123"/>
                </a:lnTo>
                <a:lnTo>
                  <a:pt x="378" y="4122"/>
                </a:lnTo>
                <a:lnTo>
                  <a:pt x="378" y="4121"/>
                </a:lnTo>
                <a:lnTo>
                  <a:pt x="378" y="4120"/>
                </a:lnTo>
                <a:lnTo>
                  <a:pt x="379" y="4120"/>
                </a:lnTo>
                <a:lnTo>
                  <a:pt x="379" y="4119"/>
                </a:lnTo>
                <a:lnTo>
                  <a:pt x="379" y="4118"/>
                </a:lnTo>
                <a:lnTo>
                  <a:pt x="378" y="4118"/>
                </a:lnTo>
                <a:lnTo>
                  <a:pt x="377" y="4118"/>
                </a:lnTo>
                <a:lnTo>
                  <a:pt x="377" y="4119"/>
                </a:lnTo>
                <a:lnTo>
                  <a:pt x="376" y="4119"/>
                </a:lnTo>
                <a:lnTo>
                  <a:pt x="376" y="4118"/>
                </a:lnTo>
                <a:lnTo>
                  <a:pt x="375" y="4118"/>
                </a:lnTo>
                <a:lnTo>
                  <a:pt x="374" y="4118"/>
                </a:lnTo>
                <a:lnTo>
                  <a:pt x="373" y="4118"/>
                </a:lnTo>
                <a:lnTo>
                  <a:pt x="372" y="4118"/>
                </a:lnTo>
                <a:lnTo>
                  <a:pt x="371" y="4117"/>
                </a:lnTo>
                <a:lnTo>
                  <a:pt x="371" y="4116"/>
                </a:lnTo>
                <a:lnTo>
                  <a:pt x="371" y="4115"/>
                </a:lnTo>
                <a:lnTo>
                  <a:pt x="372" y="4115"/>
                </a:lnTo>
                <a:lnTo>
                  <a:pt x="372" y="4114"/>
                </a:lnTo>
                <a:lnTo>
                  <a:pt x="372" y="4113"/>
                </a:lnTo>
                <a:lnTo>
                  <a:pt x="372" y="4112"/>
                </a:lnTo>
                <a:lnTo>
                  <a:pt x="371" y="4112"/>
                </a:lnTo>
                <a:lnTo>
                  <a:pt x="371" y="4111"/>
                </a:lnTo>
                <a:lnTo>
                  <a:pt x="371" y="4110"/>
                </a:lnTo>
                <a:lnTo>
                  <a:pt x="371" y="4109"/>
                </a:lnTo>
                <a:lnTo>
                  <a:pt x="371" y="4108"/>
                </a:lnTo>
                <a:lnTo>
                  <a:pt x="371" y="4107"/>
                </a:lnTo>
                <a:lnTo>
                  <a:pt x="370" y="4107"/>
                </a:lnTo>
                <a:lnTo>
                  <a:pt x="370" y="4106"/>
                </a:lnTo>
                <a:lnTo>
                  <a:pt x="370" y="4105"/>
                </a:lnTo>
                <a:lnTo>
                  <a:pt x="370" y="4103"/>
                </a:lnTo>
                <a:lnTo>
                  <a:pt x="371" y="4102"/>
                </a:lnTo>
                <a:lnTo>
                  <a:pt x="370" y="4102"/>
                </a:lnTo>
                <a:lnTo>
                  <a:pt x="370" y="4101"/>
                </a:lnTo>
                <a:lnTo>
                  <a:pt x="371" y="4101"/>
                </a:lnTo>
                <a:lnTo>
                  <a:pt x="371" y="4100"/>
                </a:lnTo>
                <a:lnTo>
                  <a:pt x="371" y="4099"/>
                </a:lnTo>
                <a:lnTo>
                  <a:pt x="370" y="4099"/>
                </a:lnTo>
                <a:lnTo>
                  <a:pt x="370" y="4098"/>
                </a:lnTo>
                <a:lnTo>
                  <a:pt x="370" y="4097"/>
                </a:lnTo>
                <a:lnTo>
                  <a:pt x="369" y="4097"/>
                </a:lnTo>
                <a:lnTo>
                  <a:pt x="369" y="4096"/>
                </a:lnTo>
                <a:lnTo>
                  <a:pt x="368" y="4096"/>
                </a:lnTo>
                <a:lnTo>
                  <a:pt x="368" y="4095"/>
                </a:lnTo>
                <a:lnTo>
                  <a:pt x="369" y="4095"/>
                </a:lnTo>
                <a:lnTo>
                  <a:pt x="369" y="4094"/>
                </a:lnTo>
                <a:lnTo>
                  <a:pt x="368" y="4094"/>
                </a:lnTo>
                <a:lnTo>
                  <a:pt x="368" y="4093"/>
                </a:lnTo>
                <a:lnTo>
                  <a:pt x="367" y="4093"/>
                </a:lnTo>
                <a:lnTo>
                  <a:pt x="366" y="4093"/>
                </a:lnTo>
                <a:lnTo>
                  <a:pt x="366" y="4092"/>
                </a:lnTo>
                <a:lnTo>
                  <a:pt x="365" y="4092"/>
                </a:lnTo>
                <a:lnTo>
                  <a:pt x="365" y="4091"/>
                </a:lnTo>
                <a:lnTo>
                  <a:pt x="365" y="4090"/>
                </a:lnTo>
                <a:lnTo>
                  <a:pt x="364" y="4090"/>
                </a:lnTo>
                <a:lnTo>
                  <a:pt x="364" y="4089"/>
                </a:lnTo>
                <a:lnTo>
                  <a:pt x="363" y="4089"/>
                </a:lnTo>
                <a:lnTo>
                  <a:pt x="363" y="4088"/>
                </a:lnTo>
                <a:lnTo>
                  <a:pt x="363" y="4087"/>
                </a:lnTo>
                <a:lnTo>
                  <a:pt x="362" y="4087"/>
                </a:lnTo>
                <a:lnTo>
                  <a:pt x="362" y="4086"/>
                </a:lnTo>
                <a:lnTo>
                  <a:pt x="362" y="4085"/>
                </a:lnTo>
                <a:lnTo>
                  <a:pt x="362" y="4084"/>
                </a:lnTo>
                <a:lnTo>
                  <a:pt x="362" y="4083"/>
                </a:lnTo>
                <a:lnTo>
                  <a:pt x="363" y="4082"/>
                </a:lnTo>
                <a:lnTo>
                  <a:pt x="363" y="4081"/>
                </a:lnTo>
                <a:lnTo>
                  <a:pt x="362" y="4081"/>
                </a:lnTo>
                <a:lnTo>
                  <a:pt x="363" y="4081"/>
                </a:lnTo>
                <a:lnTo>
                  <a:pt x="363" y="4080"/>
                </a:lnTo>
                <a:lnTo>
                  <a:pt x="364" y="4080"/>
                </a:lnTo>
                <a:lnTo>
                  <a:pt x="365" y="4079"/>
                </a:lnTo>
                <a:lnTo>
                  <a:pt x="365" y="4078"/>
                </a:lnTo>
                <a:lnTo>
                  <a:pt x="366" y="4078"/>
                </a:lnTo>
                <a:lnTo>
                  <a:pt x="366" y="4077"/>
                </a:lnTo>
                <a:lnTo>
                  <a:pt x="367" y="4077"/>
                </a:lnTo>
                <a:lnTo>
                  <a:pt x="368" y="4077"/>
                </a:lnTo>
                <a:lnTo>
                  <a:pt x="368" y="4076"/>
                </a:lnTo>
                <a:lnTo>
                  <a:pt x="369" y="4076"/>
                </a:lnTo>
                <a:lnTo>
                  <a:pt x="370" y="4076"/>
                </a:lnTo>
                <a:lnTo>
                  <a:pt x="371" y="4076"/>
                </a:lnTo>
                <a:lnTo>
                  <a:pt x="371" y="4075"/>
                </a:lnTo>
                <a:lnTo>
                  <a:pt x="372" y="4075"/>
                </a:lnTo>
                <a:lnTo>
                  <a:pt x="373" y="4075"/>
                </a:lnTo>
                <a:lnTo>
                  <a:pt x="373" y="4074"/>
                </a:lnTo>
                <a:lnTo>
                  <a:pt x="374" y="4074"/>
                </a:lnTo>
                <a:lnTo>
                  <a:pt x="374" y="4075"/>
                </a:lnTo>
                <a:lnTo>
                  <a:pt x="375" y="4075"/>
                </a:lnTo>
                <a:lnTo>
                  <a:pt x="376" y="4075"/>
                </a:lnTo>
                <a:lnTo>
                  <a:pt x="377" y="4075"/>
                </a:lnTo>
                <a:lnTo>
                  <a:pt x="377" y="4074"/>
                </a:lnTo>
                <a:lnTo>
                  <a:pt x="378" y="4074"/>
                </a:lnTo>
                <a:lnTo>
                  <a:pt x="378" y="4075"/>
                </a:lnTo>
                <a:lnTo>
                  <a:pt x="379" y="4075"/>
                </a:lnTo>
                <a:lnTo>
                  <a:pt x="380" y="4075"/>
                </a:lnTo>
                <a:lnTo>
                  <a:pt x="381" y="4075"/>
                </a:lnTo>
                <a:lnTo>
                  <a:pt x="381" y="4074"/>
                </a:lnTo>
                <a:lnTo>
                  <a:pt x="382" y="4074"/>
                </a:lnTo>
                <a:lnTo>
                  <a:pt x="382" y="4073"/>
                </a:lnTo>
                <a:lnTo>
                  <a:pt x="381" y="4073"/>
                </a:lnTo>
                <a:lnTo>
                  <a:pt x="381" y="4072"/>
                </a:lnTo>
                <a:lnTo>
                  <a:pt x="382" y="4072"/>
                </a:lnTo>
                <a:lnTo>
                  <a:pt x="382" y="4071"/>
                </a:lnTo>
                <a:lnTo>
                  <a:pt x="383" y="4071"/>
                </a:lnTo>
                <a:lnTo>
                  <a:pt x="383" y="4070"/>
                </a:lnTo>
                <a:lnTo>
                  <a:pt x="384" y="4070"/>
                </a:lnTo>
                <a:lnTo>
                  <a:pt x="384" y="4069"/>
                </a:lnTo>
                <a:lnTo>
                  <a:pt x="385" y="4069"/>
                </a:lnTo>
                <a:lnTo>
                  <a:pt x="386" y="4069"/>
                </a:lnTo>
                <a:lnTo>
                  <a:pt x="386" y="4068"/>
                </a:lnTo>
                <a:lnTo>
                  <a:pt x="387" y="4068"/>
                </a:lnTo>
                <a:lnTo>
                  <a:pt x="388" y="4068"/>
                </a:lnTo>
                <a:lnTo>
                  <a:pt x="388" y="4067"/>
                </a:lnTo>
                <a:lnTo>
                  <a:pt x="387" y="4067"/>
                </a:lnTo>
                <a:lnTo>
                  <a:pt x="388" y="4067"/>
                </a:lnTo>
                <a:lnTo>
                  <a:pt x="387" y="4067"/>
                </a:lnTo>
                <a:lnTo>
                  <a:pt x="388" y="4067"/>
                </a:lnTo>
                <a:lnTo>
                  <a:pt x="388" y="4066"/>
                </a:lnTo>
                <a:lnTo>
                  <a:pt x="388" y="4065"/>
                </a:lnTo>
                <a:lnTo>
                  <a:pt x="388" y="4064"/>
                </a:lnTo>
                <a:lnTo>
                  <a:pt x="387" y="4064"/>
                </a:lnTo>
                <a:lnTo>
                  <a:pt x="387" y="4063"/>
                </a:lnTo>
                <a:lnTo>
                  <a:pt x="386" y="4063"/>
                </a:lnTo>
                <a:lnTo>
                  <a:pt x="385" y="4062"/>
                </a:lnTo>
                <a:lnTo>
                  <a:pt x="384" y="4062"/>
                </a:lnTo>
                <a:lnTo>
                  <a:pt x="384" y="4061"/>
                </a:lnTo>
                <a:lnTo>
                  <a:pt x="383" y="4061"/>
                </a:lnTo>
                <a:lnTo>
                  <a:pt x="383" y="4060"/>
                </a:lnTo>
                <a:lnTo>
                  <a:pt x="384" y="4060"/>
                </a:lnTo>
                <a:lnTo>
                  <a:pt x="383" y="4059"/>
                </a:lnTo>
                <a:lnTo>
                  <a:pt x="384" y="4059"/>
                </a:lnTo>
                <a:lnTo>
                  <a:pt x="384" y="4058"/>
                </a:lnTo>
                <a:lnTo>
                  <a:pt x="383" y="4058"/>
                </a:lnTo>
                <a:lnTo>
                  <a:pt x="383" y="4057"/>
                </a:lnTo>
                <a:lnTo>
                  <a:pt x="382" y="4057"/>
                </a:lnTo>
                <a:lnTo>
                  <a:pt x="382" y="4056"/>
                </a:lnTo>
                <a:lnTo>
                  <a:pt x="381" y="4056"/>
                </a:lnTo>
                <a:lnTo>
                  <a:pt x="381" y="4055"/>
                </a:lnTo>
                <a:lnTo>
                  <a:pt x="381" y="4054"/>
                </a:lnTo>
                <a:lnTo>
                  <a:pt x="381" y="4053"/>
                </a:lnTo>
                <a:lnTo>
                  <a:pt x="380" y="4053"/>
                </a:lnTo>
                <a:lnTo>
                  <a:pt x="380" y="4052"/>
                </a:lnTo>
                <a:lnTo>
                  <a:pt x="379" y="4052"/>
                </a:lnTo>
                <a:lnTo>
                  <a:pt x="379" y="4051"/>
                </a:lnTo>
                <a:lnTo>
                  <a:pt x="378" y="4051"/>
                </a:lnTo>
                <a:lnTo>
                  <a:pt x="377" y="4051"/>
                </a:lnTo>
                <a:lnTo>
                  <a:pt x="377" y="4050"/>
                </a:lnTo>
                <a:lnTo>
                  <a:pt x="376" y="4050"/>
                </a:lnTo>
                <a:lnTo>
                  <a:pt x="376" y="4049"/>
                </a:lnTo>
                <a:lnTo>
                  <a:pt x="375" y="4049"/>
                </a:lnTo>
                <a:lnTo>
                  <a:pt x="374" y="4049"/>
                </a:lnTo>
                <a:lnTo>
                  <a:pt x="374" y="4048"/>
                </a:lnTo>
                <a:lnTo>
                  <a:pt x="373" y="4048"/>
                </a:lnTo>
                <a:lnTo>
                  <a:pt x="373" y="4047"/>
                </a:lnTo>
                <a:lnTo>
                  <a:pt x="372" y="4047"/>
                </a:lnTo>
                <a:lnTo>
                  <a:pt x="372" y="4046"/>
                </a:lnTo>
                <a:lnTo>
                  <a:pt x="371" y="4046"/>
                </a:lnTo>
                <a:lnTo>
                  <a:pt x="371" y="4045"/>
                </a:lnTo>
                <a:lnTo>
                  <a:pt x="370" y="4045"/>
                </a:lnTo>
                <a:lnTo>
                  <a:pt x="370" y="4044"/>
                </a:lnTo>
                <a:lnTo>
                  <a:pt x="369" y="4044"/>
                </a:lnTo>
                <a:lnTo>
                  <a:pt x="369" y="4043"/>
                </a:lnTo>
                <a:lnTo>
                  <a:pt x="368" y="4043"/>
                </a:lnTo>
                <a:lnTo>
                  <a:pt x="367" y="4043"/>
                </a:lnTo>
                <a:lnTo>
                  <a:pt x="367" y="4042"/>
                </a:lnTo>
                <a:lnTo>
                  <a:pt x="366" y="4042"/>
                </a:lnTo>
                <a:lnTo>
                  <a:pt x="366" y="4041"/>
                </a:lnTo>
                <a:lnTo>
                  <a:pt x="365" y="4041"/>
                </a:lnTo>
                <a:lnTo>
                  <a:pt x="365" y="4040"/>
                </a:lnTo>
                <a:lnTo>
                  <a:pt x="364" y="4040"/>
                </a:lnTo>
                <a:lnTo>
                  <a:pt x="364" y="4039"/>
                </a:lnTo>
                <a:lnTo>
                  <a:pt x="364" y="4038"/>
                </a:lnTo>
                <a:lnTo>
                  <a:pt x="364" y="4037"/>
                </a:lnTo>
                <a:lnTo>
                  <a:pt x="365" y="4037"/>
                </a:lnTo>
                <a:lnTo>
                  <a:pt x="365" y="4036"/>
                </a:lnTo>
                <a:lnTo>
                  <a:pt x="366" y="4036"/>
                </a:lnTo>
                <a:lnTo>
                  <a:pt x="367" y="4036"/>
                </a:lnTo>
                <a:lnTo>
                  <a:pt x="367" y="4035"/>
                </a:lnTo>
                <a:lnTo>
                  <a:pt x="367" y="4034"/>
                </a:lnTo>
                <a:lnTo>
                  <a:pt x="367" y="4033"/>
                </a:lnTo>
                <a:lnTo>
                  <a:pt x="366" y="4033"/>
                </a:lnTo>
                <a:lnTo>
                  <a:pt x="366" y="4032"/>
                </a:lnTo>
                <a:lnTo>
                  <a:pt x="365" y="4032"/>
                </a:lnTo>
                <a:lnTo>
                  <a:pt x="364" y="4033"/>
                </a:lnTo>
                <a:lnTo>
                  <a:pt x="363" y="4032"/>
                </a:lnTo>
                <a:lnTo>
                  <a:pt x="362" y="4032"/>
                </a:lnTo>
                <a:lnTo>
                  <a:pt x="361" y="4032"/>
                </a:lnTo>
                <a:lnTo>
                  <a:pt x="360" y="4032"/>
                </a:lnTo>
                <a:lnTo>
                  <a:pt x="359" y="4032"/>
                </a:lnTo>
                <a:lnTo>
                  <a:pt x="358" y="4031"/>
                </a:lnTo>
                <a:lnTo>
                  <a:pt x="357" y="4031"/>
                </a:lnTo>
                <a:lnTo>
                  <a:pt x="356" y="4031"/>
                </a:lnTo>
                <a:lnTo>
                  <a:pt x="356" y="4030"/>
                </a:lnTo>
                <a:lnTo>
                  <a:pt x="357" y="4030"/>
                </a:lnTo>
                <a:lnTo>
                  <a:pt x="357" y="4029"/>
                </a:lnTo>
                <a:lnTo>
                  <a:pt x="357" y="4028"/>
                </a:lnTo>
                <a:lnTo>
                  <a:pt x="358" y="4027"/>
                </a:lnTo>
                <a:lnTo>
                  <a:pt x="358" y="4026"/>
                </a:lnTo>
                <a:lnTo>
                  <a:pt x="358" y="4025"/>
                </a:lnTo>
                <a:lnTo>
                  <a:pt x="359" y="4024"/>
                </a:lnTo>
                <a:lnTo>
                  <a:pt x="359" y="4023"/>
                </a:lnTo>
                <a:lnTo>
                  <a:pt x="360" y="4023"/>
                </a:lnTo>
                <a:lnTo>
                  <a:pt x="360" y="4022"/>
                </a:lnTo>
                <a:lnTo>
                  <a:pt x="359" y="4022"/>
                </a:lnTo>
                <a:lnTo>
                  <a:pt x="358" y="4021"/>
                </a:lnTo>
                <a:lnTo>
                  <a:pt x="358" y="4020"/>
                </a:lnTo>
                <a:lnTo>
                  <a:pt x="357" y="4019"/>
                </a:lnTo>
                <a:lnTo>
                  <a:pt x="357" y="4018"/>
                </a:lnTo>
                <a:lnTo>
                  <a:pt x="357" y="4017"/>
                </a:lnTo>
                <a:lnTo>
                  <a:pt x="357" y="4016"/>
                </a:lnTo>
                <a:lnTo>
                  <a:pt x="356" y="4015"/>
                </a:lnTo>
                <a:lnTo>
                  <a:pt x="357" y="4014"/>
                </a:lnTo>
                <a:lnTo>
                  <a:pt x="356" y="4014"/>
                </a:lnTo>
                <a:lnTo>
                  <a:pt x="356" y="4012"/>
                </a:lnTo>
                <a:lnTo>
                  <a:pt x="355" y="4012"/>
                </a:lnTo>
                <a:lnTo>
                  <a:pt x="354" y="4012"/>
                </a:lnTo>
                <a:lnTo>
                  <a:pt x="353" y="4012"/>
                </a:lnTo>
                <a:lnTo>
                  <a:pt x="353" y="4013"/>
                </a:lnTo>
                <a:lnTo>
                  <a:pt x="352" y="4013"/>
                </a:lnTo>
                <a:lnTo>
                  <a:pt x="351" y="4013"/>
                </a:lnTo>
                <a:lnTo>
                  <a:pt x="350" y="4013"/>
                </a:lnTo>
                <a:lnTo>
                  <a:pt x="349" y="4013"/>
                </a:lnTo>
                <a:lnTo>
                  <a:pt x="349" y="4014"/>
                </a:lnTo>
                <a:lnTo>
                  <a:pt x="348" y="4014"/>
                </a:lnTo>
                <a:lnTo>
                  <a:pt x="347" y="4013"/>
                </a:lnTo>
                <a:lnTo>
                  <a:pt x="347" y="4012"/>
                </a:lnTo>
                <a:lnTo>
                  <a:pt x="347" y="4011"/>
                </a:lnTo>
                <a:lnTo>
                  <a:pt x="347" y="4010"/>
                </a:lnTo>
                <a:lnTo>
                  <a:pt x="348" y="4010"/>
                </a:lnTo>
                <a:lnTo>
                  <a:pt x="347" y="4010"/>
                </a:lnTo>
                <a:lnTo>
                  <a:pt x="347" y="4009"/>
                </a:lnTo>
                <a:lnTo>
                  <a:pt x="346" y="4009"/>
                </a:lnTo>
                <a:lnTo>
                  <a:pt x="346" y="4008"/>
                </a:lnTo>
                <a:lnTo>
                  <a:pt x="347" y="4007"/>
                </a:lnTo>
                <a:lnTo>
                  <a:pt x="347" y="4006"/>
                </a:lnTo>
                <a:lnTo>
                  <a:pt x="347" y="4005"/>
                </a:lnTo>
                <a:lnTo>
                  <a:pt x="347" y="4004"/>
                </a:lnTo>
                <a:lnTo>
                  <a:pt x="347" y="4003"/>
                </a:lnTo>
                <a:lnTo>
                  <a:pt x="347" y="4002"/>
                </a:lnTo>
                <a:lnTo>
                  <a:pt x="348" y="4002"/>
                </a:lnTo>
                <a:lnTo>
                  <a:pt x="348" y="4001"/>
                </a:lnTo>
                <a:lnTo>
                  <a:pt x="348" y="4000"/>
                </a:lnTo>
                <a:lnTo>
                  <a:pt x="348" y="3999"/>
                </a:lnTo>
                <a:lnTo>
                  <a:pt x="347" y="3999"/>
                </a:lnTo>
                <a:lnTo>
                  <a:pt x="346" y="3999"/>
                </a:lnTo>
                <a:lnTo>
                  <a:pt x="346" y="3997"/>
                </a:lnTo>
                <a:lnTo>
                  <a:pt x="346" y="3996"/>
                </a:lnTo>
                <a:lnTo>
                  <a:pt x="347" y="3996"/>
                </a:lnTo>
                <a:lnTo>
                  <a:pt x="348" y="3996"/>
                </a:lnTo>
                <a:lnTo>
                  <a:pt x="348" y="3995"/>
                </a:lnTo>
                <a:lnTo>
                  <a:pt x="349" y="3995"/>
                </a:lnTo>
                <a:lnTo>
                  <a:pt x="350" y="3995"/>
                </a:lnTo>
                <a:lnTo>
                  <a:pt x="351" y="3994"/>
                </a:lnTo>
                <a:lnTo>
                  <a:pt x="351" y="3993"/>
                </a:lnTo>
                <a:lnTo>
                  <a:pt x="352" y="3994"/>
                </a:lnTo>
                <a:lnTo>
                  <a:pt x="352" y="3993"/>
                </a:lnTo>
                <a:lnTo>
                  <a:pt x="353" y="3993"/>
                </a:lnTo>
                <a:lnTo>
                  <a:pt x="355" y="3993"/>
                </a:lnTo>
                <a:lnTo>
                  <a:pt x="355" y="3992"/>
                </a:lnTo>
                <a:lnTo>
                  <a:pt x="355" y="3991"/>
                </a:lnTo>
                <a:lnTo>
                  <a:pt x="356" y="3991"/>
                </a:lnTo>
                <a:lnTo>
                  <a:pt x="357" y="3991"/>
                </a:lnTo>
                <a:lnTo>
                  <a:pt x="358" y="3991"/>
                </a:lnTo>
                <a:lnTo>
                  <a:pt x="358" y="3990"/>
                </a:lnTo>
                <a:lnTo>
                  <a:pt x="358" y="3989"/>
                </a:lnTo>
                <a:lnTo>
                  <a:pt x="359" y="3989"/>
                </a:lnTo>
                <a:lnTo>
                  <a:pt x="359" y="3988"/>
                </a:lnTo>
                <a:lnTo>
                  <a:pt x="359" y="3987"/>
                </a:lnTo>
                <a:lnTo>
                  <a:pt x="360" y="3987"/>
                </a:lnTo>
                <a:lnTo>
                  <a:pt x="360" y="3986"/>
                </a:lnTo>
                <a:lnTo>
                  <a:pt x="360" y="3985"/>
                </a:lnTo>
                <a:lnTo>
                  <a:pt x="361" y="3985"/>
                </a:lnTo>
                <a:lnTo>
                  <a:pt x="361" y="3984"/>
                </a:lnTo>
                <a:lnTo>
                  <a:pt x="362" y="3984"/>
                </a:lnTo>
                <a:lnTo>
                  <a:pt x="362" y="3983"/>
                </a:lnTo>
                <a:lnTo>
                  <a:pt x="363" y="3983"/>
                </a:lnTo>
                <a:lnTo>
                  <a:pt x="362" y="3983"/>
                </a:lnTo>
                <a:lnTo>
                  <a:pt x="362" y="3982"/>
                </a:lnTo>
                <a:lnTo>
                  <a:pt x="363" y="3982"/>
                </a:lnTo>
                <a:lnTo>
                  <a:pt x="364" y="3982"/>
                </a:lnTo>
                <a:lnTo>
                  <a:pt x="365" y="3982"/>
                </a:lnTo>
                <a:lnTo>
                  <a:pt x="365" y="3981"/>
                </a:lnTo>
                <a:lnTo>
                  <a:pt x="364" y="3980"/>
                </a:lnTo>
                <a:lnTo>
                  <a:pt x="364" y="3979"/>
                </a:lnTo>
                <a:lnTo>
                  <a:pt x="364" y="3978"/>
                </a:lnTo>
                <a:lnTo>
                  <a:pt x="364" y="3977"/>
                </a:lnTo>
                <a:lnTo>
                  <a:pt x="364" y="3976"/>
                </a:lnTo>
                <a:lnTo>
                  <a:pt x="363" y="3976"/>
                </a:lnTo>
                <a:lnTo>
                  <a:pt x="362" y="3976"/>
                </a:lnTo>
                <a:lnTo>
                  <a:pt x="362" y="3975"/>
                </a:lnTo>
                <a:lnTo>
                  <a:pt x="361" y="3975"/>
                </a:lnTo>
                <a:lnTo>
                  <a:pt x="361" y="3974"/>
                </a:lnTo>
                <a:lnTo>
                  <a:pt x="361" y="3973"/>
                </a:lnTo>
                <a:lnTo>
                  <a:pt x="362" y="3973"/>
                </a:lnTo>
                <a:lnTo>
                  <a:pt x="362" y="3972"/>
                </a:lnTo>
                <a:lnTo>
                  <a:pt x="363" y="3972"/>
                </a:lnTo>
                <a:lnTo>
                  <a:pt x="363" y="3971"/>
                </a:lnTo>
                <a:lnTo>
                  <a:pt x="363" y="3970"/>
                </a:lnTo>
                <a:lnTo>
                  <a:pt x="364" y="3970"/>
                </a:lnTo>
                <a:lnTo>
                  <a:pt x="364" y="3969"/>
                </a:lnTo>
                <a:lnTo>
                  <a:pt x="364" y="3968"/>
                </a:lnTo>
                <a:lnTo>
                  <a:pt x="364" y="3967"/>
                </a:lnTo>
                <a:lnTo>
                  <a:pt x="363" y="3967"/>
                </a:lnTo>
                <a:lnTo>
                  <a:pt x="362" y="3967"/>
                </a:lnTo>
                <a:lnTo>
                  <a:pt x="361" y="3967"/>
                </a:lnTo>
                <a:lnTo>
                  <a:pt x="361" y="3966"/>
                </a:lnTo>
                <a:lnTo>
                  <a:pt x="361" y="3965"/>
                </a:lnTo>
                <a:lnTo>
                  <a:pt x="361" y="3964"/>
                </a:lnTo>
                <a:lnTo>
                  <a:pt x="361" y="3963"/>
                </a:lnTo>
                <a:lnTo>
                  <a:pt x="360" y="3963"/>
                </a:lnTo>
                <a:lnTo>
                  <a:pt x="361" y="3962"/>
                </a:lnTo>
                <a:lnTo>
                  <a:pt x="360" y="3962"/>
                </a:lnTo>
                <a:lnTo>
                  <a:pt x="361" y="3962"/>
                </a:lnTo>
                <a:lnTo>
                  <a:pt x="361" y="3961"/>
                </a:lnTo>
                <a:lnTo>
                  <a:pt x="362" y="3961"/>
                </a:lnTo>
                <a:lnTo>
                  <a:pt x="363" y="3961"/>
                </a:lnTo>
                <a:lnTo>
                  <a:pt x="364" y="3961"/>
                </a:lnTo>
                <a:lnTo>
                  <a:pt x="364" y="3960"/>
                </a:lnTo>
                <a:lnTo>
                  <a:pt x="364" y="3959"/>
                </a:lnTo>
                <a:lnTo>
                  <a:pt x="364" y="3958"/>
                </a:lnTo>
                <a:lnTo>
                  <a:pt x="365" y="3958"/>
                </a:lnTo>
                <a:lnTo>
                  <a:pt x="364" y="3957"/>
                </a:lnTo>
                <a:lnTo>
                  <a:pt x="365" y="3957"/>
                </a:lnTo>
                <a:lnTo>
                  <a:pt x="365" y="3956"/>
                </a:lnTo>
                <a:lnTo>
                  <a:pt x="365" y="3955"/>
                </a:lnTo>
                <a:lnTo>
                  <a:pt x="365" y="3954"/>
                </a:lnTo>
                <a:lnTo>
                  <a:pt x="366" y="3954"/>
                </a:lnTo>
                <a:lnTo>
                  <a:pt x="366" y="3953"/>
                </a:lnTo>
                <a:lnTo>
                  <a:pt x="366" y="3952"/>
                </a:lnTo>
                <a:lnTo>
                  <a:pt x="366" y="3951"/>
                </a:lnTo>
                <a:lnTo>
                  <a:pt x="365" y="3951"/>
                </a:lnTo>
                <a:lnTo>
                  <a:pt x="365" y="3950"/>
                </a:lnTo>
                <a:lnTo>
                  <a:pt x="365" y="3949"/>
                </a:lnTo>
                <a:lnTo>
                  <a:pt x="365" y="3948"/>
                </a:lnTo>
                <a:lnTo>
                  <a:pt x="364" y="3948"/>
                </a:lnTo>
                <a:lnTo>
                  <a:pt x="364" y="3947"/>
                </a:lnTo>
                <a:lnTo>
                  <a:pt x="365" y="3946"/>
                </a:lnTo>
                <a:lnTo>
                  <a:pt x="365" y="3945"/>
                </a:lnTo>
                <a:lnTo>
                  <a:pt x="365" y="3944"/>
                </a:lnTo>
                <a:lnTo>
                  <a:pt x="364" y="3944"/>
                </a:lnTo>
                <a:lnTo>
                  <a:pt x="363" y="3944"/>
                </a:lnTo>
                <a:lnTo>
                  <a:pt x="363" y="3943"/>
                </a:lnTo>
                <a:lnTo>
                  <a:pt x="363" y="3942"/>
                </a:lnTo>
                <a:lnTo>
                  <a:pt x="363" y="3941"/>
                </a:lnTo>
                <a:lnTo>
                  <a:pt x="362" y="3941"/>
                </a:lnTo>
                <a:lnTo>
                  <a:pt x="362" y="3940"/>
                </a:lnTo>
                <a:lnTo>
                  <a:pt x="362" y="3939"/>
                </a:lnTo>
                <a:lnTo>
                  <a:pt x="362" y="3938"/>
                </a:lnTo>
                <a:lnTo>
                  <a:pt x="362" y="3937"/>
                </a:lnTo>
                <a:lnTo>
                  <a:pt x="362" y="3936"/>
                </a:lnTo>
                <a:lnTo>
                  <a:pt x="362" y="3935"/>
                </a:lnTo>
                <a:lnTo>
                  <a:pt x="361" y="3935"/>
                </a:lnTo>
                <a:lnTo>
                  <a:pt x="361" y="3934"/>
                </a:lnTo>
                <a:lnTo>
                  <a:pt x="361" y="3933"/>
                </a:lnTo>
                <a:lnTo>
                  <a:pt x="360" y="3933"/>
                </a:lnTo>
                <a:lnTo>
                  <a:pt x="360" y="3932"/>
                </a:lnTo>
                <a:lnTo>
                  <a:pt x="359" y="3932"/>
                </a:lnTo>
                <a:lnTo>
                  <a:pt x="359" y="3931"/>
                </a:lnTo>
                <a:lnTo>
                  <a:pt x="358" y="3931"/>
                </a:lnTo>
                <a:lnTo>
                  <a:pt x="358" y="3930"/>
                </a:lnTo>
                <a:lnTo>
                  <a:pt x="359" y="3930"/>
                </a:lnTo>
                <a:lnTo>
                  <a:pt x="358" y="3929"/>
                </a:lnTo>
                <a:lnTo>
                  <a:pt x="359" y="3929"/>
                </a:lnTo>
                <a:lnTo>
                  <a:pt x="360" y="3929"/>
                </a:lnTo>
                <a:lnTo>
                  <a:pt x="360" y="3928"/>
                </a:lnTo>
                <a:lnTo>
                  <a:pt x="361" y="3928"/>
                </a:lnTo>
                <a:lnTo>
                  <a:pt x="361" y="3927"/>
                </a:lnTo>
                <a:lnTo>
                  <a:pt x="362" y="3927"/>
                </a:lnTo>
                <a:lnTo>
                  <a:pt x="362" y="3926"/>
                </a:lnTo>
                <a:lnTo>
                  <a:pt x="363" y="3926"/>
                </a:lnTo>
                <a:lnTo>
                  <a:pt x="363" y="3925"/>
                </a:lnTo>
                <a:lnTo>
                  <a:pt x="364" y="3925"/>
                </a:lnTo>
                <a:lnTo>
                  <a:pt x="364" y="3924"/>
                </a:lnTo>
                <a:lnTo>
                  <a:pt x="365" y="3924"/>
                </a:lnTo>
                <a:lnTo>
                  <a:pt x="366" y="3924"/>
                </a:lnTo>
                <a:lnTo>
                  <a:pt x="366" y="3925"/>
                </a:lnTo>
                <a:lnTo>
                  <a:pt x="367" y="3925"/>
                </a:lnTo>
                <a:lnTo>
                  <a:pt x="367" y="3924"/>
                </a:lnTo>
                <a:lnTo>
                  <a:pt x="368" y="3924"/>
                </a:lnTo>
                <a:lnTo>
                  <a:pt x="368" y="3925"/>
                </a:lnTo>
                <a:lnTo>
                  <a:pt x="370" y="3925"/>
                </a:lnTo>
                <a:lnTo>
                  <a:pt x="370" y="3924"/>
                </a:lnTo>
                <a:lnTo>
                  <a:pt x="371" y="3923"/>
                </a:lnTo>
                <a:lnTo>
                  <a:pt x="371" y="3924"/>
                </a:lnTo>
                <a:lnTo>
                  <a:pt x="372" y="3924"/>
                </a:lnTo>
                <a:lnTo>
                  <a:pt x="373" y="3924"/>
                </a:lnTo>
                <a:lnTo>
                  <a:pt x="374" y="3925"/>
                </a:lnTo>
                <a:lnTo>
                  <a:pt x="375" y="3925"/>
                </a:lnTo>
                <a:lnTo>
                  <a:pt x="376" y="3925"/>
                </a:lnTo>
                <a:lnTo>
                  <a:pt x="377" y="3925"/>
                </a:lnTo>
                <a:lnTo>
                  <a:pt x="377" y="3924"/>
                </a:lnTo>
                <a:lnTo>
                  <a:pt x="377" y="3925"/>
                </a:lnTo>
                <a:lnTo>
                  <a:pt x="378" y="3925"/>
                </a:lnTo>
                <a:lnTo>
                  <a:pt x="379" y="3925"/>
                </a:lnTo>
                <a:lnTo>
                  <a:pt x="380" y="3924"/>
                </a:lnTo>
                <a:lnTo>
                  <a:pt x="380" y="3923"/>
                </a:lnTo>
                <a:lnTo>
                  <a:pt x="381" y="3923"/>
                </a:lnTo>
                <a:lnTo>
                  <a:pt x="381" y="3922"/>
                </a:lnTo>
                <a:lnTo>
                  <a:pt x="382" y="3922"/>
                </a:lnTo>
                <a:lnTo>
                  <a:pt x="382" y="3921"/>
                </a:lnTo>
                <a:lnTo>
                  <a:pt x="382" y="3920"/>
                </a:lnTo>
                <a:lnTo>
                  <a:pt x="383" y="3919"/>
                </a:lnTo>
                <a:lnTo>
                  <a:pt x="383" y="3920"/>
                </a:lnTo>
                <a:lnTo>
                  <a:pt x="384" y="3920"/>
                </a:lnTo>
                <a:lnTo>
                  <a:pt x="384" y="3919"/>
                </a:lnTo>
                <a:lnTo>
                  <a:pt x="385" y="3918"/>
                </a:lnTo>
                <a:lnTo>
                  <a:pt x="385" y="3919"/>
                </a:lnTo>
                <a:lnTo>
                  <a:pt x="384" y="3919"/>
                </a:lnTo>
                <a:lnTo>
                  <a:pt x="384" y="3920"/>
                </a:lnTo>
                <a:lnTo>
                  <a:pt x="385" y="3920"/>
                </a:lnTo>
                <a:lnTo>
                  <a:pt x="386" y="3920"/>
                </a:lnTo>
                <a:lnTo>
                  <a:pt x="386" y="3921"/>
                </a:lnTo>
                <a:lnTo>
                  <a:pt x="387" y="3921"/>
                </a:lnTo>
                <a:lnTo>
                  <a:pt x="388" y="3921"/>
                </a:lnTo>
                <a:lnTo>
                  <a:pt x="388" y="3920"/>
                </a:lnTo>
                <a:lnTo>
                  <a:pt x="389" y="3920"/>
                </a:lnTo>
                <a:lnTo>
                  <a:pt x="389" y="3921"/>
                </a:lnTo>
                <a:lnTo>
                  <a:pt x="389" y="3920"/>
                </a:lnTo>
                <a:lnTo>
                  <a:pt x="390" y="3920"/>
                </a:lnTo>
                <a:lnTo>
                  <a:pt x="390" y="3919"/>
                </a:lnTo>
                <a:lnTo>
                  <a:pt x="390" y="3920"/>
                </a:lnTo>
                <a:lnTo>
                  <a:pt x="391" y="3920"/>
                </a:lnTo>
                <a:lnTo>
                  <a:pt x="391" y="3921"/>
                </a:lnTo>
                <a:lnTo>
                  <a:pt x="390" y="3921"/>
                </a:lnTo>
                <a:lnTo>
                  <a:pt x="391" y="3921"/>
                </a:lnTo>
                <a:lnTo>
                  <a:pt x="392" y="3921"/>
                </a:lnTo>
                <a:lnTo>
                  <a:pt x="392" y="3920"/>
                </a:lnTo>
                <a:lnTo>
                  <a:pt x="393" y="3920"/>
                </a:lnTo>
                <a:lnTo>
                  <a:pt x="393" y="3921"/>
                </a:lnTo>
                <a:lnTo>
                  <a:pt x="394" y="3921"/>
                </a:lnTo>
                <a:lnTo>
                  <a:pt x="394" y="3920"/>
                </a:lnTo>
                <a:lnTo>
                  <a:pt x="394" y="3919"/>
                </a:lnTo>
                <a:lnTo>
                  <a:pt x="394" y="3918"/>
                </a:lnTo>
                <a:lnTo>
                  <a:pt x="395" y="3917"/>
                </a:lnTo>
                <a:lnTo>
                  <a:pt x="396" y="3917"/>
                </a:lnTo>
                <a:lnTo>
                  <a:pt x="397" y="3918"/>
                </a:lnTo>
                <a:lnTo>
                  <a:pt x="398" y="3918"/>
                </a:lnTo>
                <a:lnTo>
                  <a:pt x="398" y="3919"/>
                </a:lnTo>
                <a:lnTo>
                  <a:pt x="399" y="3919"/>
                </a:lnTo>
                <a:lnTo>
                  <a:pt x="400" y="3920"/>
                </a:lnTo>
                <a:lnTo>
                  <a:pt x="401" y="3920"/>
                </a:lnTo>
                <a:lnTo>
                  <a:pt x="401" y="3921"/>
                </a:lnTo>
                <a:lnTo>
                  <a:pt x="402" y="3921"/>
                </a:lnTo>
                <a:lnTo>
                  <a:pt x="402" y="3920"/>
                </a:lnTo>
                <a:lnTo>
                  <a:pt x="403" y="3920"/>
                </a:lnTo>
                <a:lnTo>
                  <a:pt x="403" y="3919"/>
                </a:lnTo>
                <a:lnTo>
                  <a:pt x="404" y="3919"/>
                </a:lnTo>
                <a:lnTo>
                  <a:pt x="404" y="3918"/>
                </a:lnTo>
                <a:lnTo>
                  <a:pt x="405" y="3918"/>
                </a:lnTo>
                <a:lnTo>
                  <a:pt x="406" y="3918"/>
                </a:lnTo>
                <a:lnTo>
                  <a:pt x="406" y="3917"/>
                </a:lnTo>
                <a:lnTo>
                  <a:pt x="407" y="3917"/>
                </a:lnTo>
                <a:lnTo>
                  <a:pt x="408" y="3917"/>
                </a:lnTo>
                <a:lnTo>
                  <a:pt x="410" y="3917"/>
                </a:lnTo>
                <a:lnTo>
                  <a:pt x="411" y="3916"/>
                </a:lnTo>
                <a:lnTo>
                  <a:pt x="412" y="3916"/>
                </a:lnTo>
                <a:lnTo>
                  <a:pt x="413" y="3915"/>
                </a:lnTo>
                <a:lnTo>
                  <a:pt x="413" y="3914"/>
                </a:lnTo>
                <a:lnTo>
                  <a:pt x="414" y="3913"/>
                </a:lnTo>
                <a:lnTo>
                  <a:pt x="415" y="3913"/>
                </a:lnTo>
                <a:lnTo>
                  <a:pt x="416" y="3913"/>
                </a:lnTo>
                <a:lnTo>
                  <a:pt x="417" y="3913"/>
                </a:lnTo>
                <a:lnTo>
                  <a:pt x="418" y="3913"/>
                </a:lnTo>
                <a:lnTo>
                  <a:pt x="419" y="3913"/>
                </a:lnTo>
                <a:lnTo>
                  <a:pt x="419" y="3912"/>
                </a:lnTo>
                <a:lnTo>
                  <a:pt x="420" y="3912"/>
                </a:lnTo>
                <a:lnTo>
                  <a:pt x="420" y="3911"/>
                </a:lnTo>
                <a:lnTo>
                  <a:pt x="420" y="3910"/>
                </a:lnTo>
                <a:lnTo>
                  <a:pt x="421" y="3910"/>
                </a:lnTo>
                <a:lnTo>
                  <a:pt x="421" y="3911"/>
                </a:lnTo>
                <a:lnTo>
                  <a:pt x="422" y="3911"/>
                </a:lnTo>
                <a:lnTo>
                  <a:pt x="422" y="3910"/>
                </a:lnTo>
                <a:lnTo>
                  <a:pt x="423" y="3910"/>
                </a:lnTo>
                <a:lnTo>
                  <a:pt x="424" y="3910"/>
                </a:lnTo>
                <a:lnTo>
                  <a:pt x="424" y="3911"/>
                </a:lnTo>
                <a:lnTo>
                  <a:pt x="425" y="3910"/>
                </a:lnTo>
                <a:lnTo>
                  <a:pt x="425" y="3911"/>
                </a:lnTo>
                <a:lnTo>
                  <a:pt x="425" y="3912"/>
                </a:lnTo>
                <a:lnTo>
                  <a:pt x="424" y="3913"/>
                </a:lnTo>
                <a:lnTo>
                  <a:pt x="424" y="3914"/>
                </a:lnTo>
                <a:lnTo>
                  <a:pt x="425" y="3914"/>
                </a:lnTo>
                <a:lnTo>
                  <a:pt x="425" y="3915"/>
                </a:lnTo>
                <a:lnTo>
                  <a:pt x="425" y="3916"/>
                </a:lnTo>
                <a:lnTo>
                  <a:pt x="424" y="3916"/>
                </a:lnTo>
                <a:lnTo>
                  <a:pt x="424" y="3917"/>
                </a:lnTo>
                <a:lnTo>
                  <a:pt x="423" y="3917"/>
                </a:lnTo>
                <a:lnTo>
                  <a:pt x="423" y="3918"/>
                </a:lnTo>
                <a:lnTo>
                  <a:pt x="423" y="3919"/>
                </a:lnTo>
                <a:lnTo>
                  <a:pt x="422" y="3919"/>
                </a:lnTo>
                <a:lnTo>
                  <a:pt x="422" y="3920"/>
                </a:lnTo>
                <a:lnTo>
                  <a:pt x="422" y="3921"/>
                </a:lnTo>
                <a:lnTo>
                  <a:pt x="422" y="3922"/>
                </a:lnTo>
                <a:lnTo>
                  <a:pt x="423" y="3922"/>
                </a:lnTo>
                <a:lnTo>
                  <a:pt x="423" y="3923"/>
                </a:lnTo>
                <a:lnTo>
                  <a:pt x="423" y="3924"/>
                </a:lnTo>
                <a:lnTo>
                  <a:pt x="423" y="3925"/>
                </a:lnTo>
                <a:lnTo>
                  <a:pt x="424" y="3926"/>
                </a:lnTo>
                <a:lnTo>
                  <a:pt x="425" y="3926"/>
                </a:lnTo>
                <a:lnTo>
                  <a:pt x="425" y="3927"/>
                </a:lnTo>
                <a:lnTo>
                  <a:pt x="425" y="3928"/>
                </a:lnTo>
                <a:lnTo>
                  <a:pt x="425" y="3930"/>
                </a:lnTo>
                <a:lnTo>
                  <a:pt x="426" y="3930"/>
                </a:lnTo>
                <a:lnTo>
                  <a:pt x="426" y="3931"/>
                </a:lnTo>
                <a:lnTo>
                  <a:pt x="426" y="3932"/>
                </a:lnTo>
                <a:lnTo>
                  <a:pt x="425" y="3932"/>
                </a:lnTo>
                <a:lnTo>
                  <a:pt x="425" y="3933"/>
                </a:lnTo>
                <a:lnTo>
                  <a:pt x="425" y="3934"/>
                </a:lnTo>
                <a:lnTo>
                  <a:pt x="425" y="3935"/>
                </a:lnTo>
                <a:lnTo>
                  <a:pt x="424" y="3935"/>
                </a:lnTo>
                <a:lnTo>
                  <a:pt x="424" y="3936"/>
                </a:lnTo>
                <a:lnTo>
                  <a:pt x="423" y="3937"/>
                </a:lnTo>
                <a:lnTo>
                  <a:pt x="422" y="3937"/>
                </a:lnTo>
                <a:lnTo>
                  <a:pt x="421" y="3937"/>
                </a:lnTo>
                <a:lnTo>
                  <a:pt x="421" y="3938"/>
                </a:lnTo>
                <a:lnTo>
                  <a:pt x="420" y="3939"/>
                </a:lnTo>
                <a:lnTo>
                  <a:pt x="420" y="3940"/>
                </a:lnTo>
                <a:lnTo>
                  <a:pt x="420" y="3941"/>
                </a:lnTo>
                <a:lnTo>
                  <a:pt x="420" y="3942"/>
                </a:lnTo>
                <a:lnTo>
                  <a:pt x="420" y="3941"/>
                </a:lnTo>
                <a:lnTo>
                  <a:pt x="419" y="3941"/>
                </a:lnTo>
                <a:lnTo>
                  <a:pt x="419" y="3942"/>
                </a:lnTo>
                <a:lnTo>
                  <a:pt x="420" y="3942"/>
                </a:lnTo>
                <a:lnTo>
                  <a:pt x="420" y="3943"/>
                </a:lnTo>
                <a:lnTo>
                  <a:pt x="420" y="3944"/>
                </a:lnTo>
                <a:lnTo>
                  <a:pt x="420" y="3945"/>
                </a:lnTo>
                <a:lnTo>
                  <a:pt x="421" y="3945"/>
                </a:lnTo>
                <a:lnTo>
                  <a:pt x="421" y="3946"/>
                </a:lnTo>
                <a:lnTo>
                  <a:pt x="420" y="3946"/>
                </a:lnTo>
                <a:lnTo>
                  <a:pt x="420" y="3947"/>
                </a:lnTo>
                <a:lnTo>
                  <a:pt x="420" y="3948"/>
                </a:lnTo>
                <a:lnTo>
                  <a:pt x="419" y="3948"/>
                </a:lnTo>
                <a:lnTo>
                  <a:pt x="419" y="3949"/>
                </a:lnTo>
                <a:lnTo>
                  <a:pt x="420" y="3949"/>
                </a:lnTo>
                <a:lnTo>
                  <a:pt x="420" y="3950"/>
                </a:lnTo>
                <a:lnTo>
                  <a:pt x="421" y="3951"/>
                </a:lnTo>
                <a:lnTo>
                  <a:pt x="420" y="3951"/>
                </a:lnTo>
                <a:lnTo>
                  <a:pt x="420" y="3952"/>
                </a:lnTo>
                <a:lnTo>
                  <a:pt x="420" y="3953"/>
                </a:lnTo>
                <a:lnTo>
                  <a:pt x="420" y="3954"/>
                </a:lnTo>
                <a:lnTo>
                  <a:pt x="419" y="3954"/>
                </a:lnTo>
                <a:lnTo>
                  <a:pt x="419" y="3955"/>
                </a:lnTo>
                <a:lnTo>
                  <a:pt x="419" y="3956"/>
                </a:lnTo>
                <a:lnTo>
                  <a:pt x="419" y="3957"/>
                </a:lnTo>
                <a:lnTo>
                  <a:pt x="419" y="3958"/>
                </a:lnTo>
                <a:lnTo>
                  <a:pt x="419" y="3959"/>
                </a:lnTo>
                <a:lnTo>
                  <a:pt x="420" y="3959"/>
                </a:lnTo>
                <a:lnTo>
                  <a:pt x="421" y="3959"/>
                </a:lnTo>
                <a:lnTo>
                  <a:pt x="421" y="3960"/>
                </a:lnTo>
                <a:lnTo>
                  <a:pt x="421" y="3961"/>
                </a:lnTo>
                <a:lnTo>
                  <a:pt x="421" y="3962"/>
                </a:lnTo>
                <a:lnTo>
                  <a:pt x="421" y="3963"/>
                </a:lnTo>
                <a:lnTo>
                  <a:pt x="421" y="3964"/>
                </a:lnTo>
                <a:lnTo>
                  <a:pt x="421" y="3965"/>
                </a:lnTo>
                <a:lnTo>
                  <a:pt x="421" y="3966"/>
                </a:lnTo>
                <a:lnTo>
                  <a:pt x="421" y="3967"/>
                </a:lnTo>
                <a:lnTo>
                  <a:pt x="421" y="3968"/>
                </a:lnTo>
                <a:lnTo>
                  <a:pt x="422" y="3968"/>
                </a:lnTo>
                <a:lnTo>
                  <a:pt x="422" y="3969"/>
                </a:lnTo>
                <a:lnTo>
                  <a:pt x="423" y="3969"/>
                </a:lnTo>
                <a:lnTo>
                  <a:pt x="423" y="3970"/>
                </a:lnTo>
                <a:lnTo>
                  <a:pt x="424" y="3970"/>
                </a:lnTo>
                <a:lnTo>
                  <a:pt x="424" y="3971"/>
                </a:lnTo>
                <a:lnTo>
                  <a:pt x="425" y="3971"/>
                </a:lnTo>
                <a:lnTo>
                  <a:pt x="425" y="3972"/>
                </a:lnTo>
                <a:lnTo>
                  <a:pt x="424" y="3972"/>
                </a:lnTo>
                <a:lnTo>
                  <a:pt x="424" y="3973"/>
                </a:lnTo>
                <a:lnTo>
                  <a:pt x="425" y="3974"/>
                </a:lnTo>
                <a:lnTo>
                  <a:pt x="425" y="3975"/>
                </a:lnTo>
                <a:lnTo>
                  <a:pt x="426" y="3975"/>
                </a:lnTo>
                <a:lnTo>
                  <a:pt x="426" y="3974"/>
                </a:lnTo>
                <a:lnTo>
                  <a:pt x="427" y="3974"/>
                </a:lnTo>
                <a:lnTo>
                  <a:pt x="427" y="3975"/>
                </a:lnTo>
                <a:lnTo>
                  <a:pt x="427" y="3974"/>
                </a:lnTo>
                <a:lnTo>
                  <a:pt x="428" y="3974"/>
                </a:lnTo>
                <a:lnTo>
                  <a:pt x="428" y="3975"/>
                </a:lnTo>
                <a:lnTo>
                  <a:pt x="429" y="3975"/>
                </a:lnTo>
                <a:lnTo>
                  <a:pt x="430" y="3975"/>
                </a:lnTo>
                <a:lnTo>
                  <a:pt x="430" y="3976"/>
                </a:lnTo>
                <a:lnTo>
                  <a:pt x="430" y="3977"/>
                </a:lnTo>
                <a:lnTo>
                  <a:pt x="430" y="3978"/>
                </a:lnTo>
                <a:lnTo>
                  <a:pt x="431" y="3978"/>
                </a:lnTo>
                <a:lnTo>
                  <a:pt x="431" y="3979"/>
                </a:lnTo>
                <a:lnTo>
                  <a:pt x="432" y="3979"/>
                </a:lnTo>
                <a:lnTo>
                  <a:pt x="433" y="3979"/>
                </a:lnTo>
                <a:lnTo>
                  <a:pt x="433" y="3980"/>
                </a:lnTo>
                <a:lnTo>
                  <a:pt x="434" y="3980"/>
                </a:lnTo>
                <a:lnTo>
                  <a:pt x="434" y="3981"/>
                </a:lnTo>
                <a:lnTo>
                  <a:pt x="435" y="3981"/>
                </a:lnTo>
                <a:lnTo>
                  <a:pt x="435" y="3982"/>
                </a:lnTo>
                <a:lnTo>
                  <a:pt x="434" y="3982"/>
                </a:lnTo>
                <a:lnTo>
                  <a:pt x="434" y="3983"/>
                </a:lnTo>
                <a:lnTo>
                  <a:pt x="433" y="3983"/>
                </a:lnTo>
                <a:lnTo>
                  <a:pt x="434" y="3983"/>
                </a:lnTo>
                <a:lnTo>
                  <a:pt x="434" y="3984"/>
                </a:lnTo>
                <a:lnTo>
                  <a:pt x="434" y="3985"/>
                </a:lnTo>
                <a:lnTo>
                  <a:pt x="434" y="3986"/>
                </a:lnTo>
                <a:lnTo>
                  <a:pt x="435" y="3986"/>
                </a:lnTo>
                <a:lnTo>
                  <a:pt x="435" y="3987"/>
                </a:lnTo>
                <a:lnTo>
                  <a:pt x="436" y="3987"/>
                </a:lnTo>
                <a:lnTo>
                  <a:pt x="437" y="3988"/>
                </a:lnTo>
                <a:lnTo>
                  <a:pt x="437" y="3989"/>
                </a:lnTo>
                <a:lnTo>
                  <a:pt x="438" y="3989"/>
                </a:lnTo>
                <a:lnTo>
                  <a:pt x="438" y="3990"/>
                </a:lnTo>
                <a:lnTo>
                  <a:pt x="439" y="3991"/>
                </a:lnTo>
                <a:lnTo>
                  <a:pt x="440" y="3991"/>
                </a:lnTo>
                <a:lnTo>
                  <a:pt x="440" y="3992"/>
                </a:lnTo>
                <a:lnTo>
                  <a:pt x="440" y="3993"/>
                </a:lnTo>
                <a:lnTo>
                  <a:pt x="441" y="3993"/>
                </a:lnTo>
                <a:lnTo>
                  <a:pt x="441" y="3994"/>
                </a:lnTo>
                <a:lnTo>
                  <a:pt x="441" y="3995"/>
                </a:lnTo>
                <a:lnTo>
                  <a:pt x="442" y="3995"/>
                </a:lnTo>
                <a:lnTo>
                  <a:pt x="443" y="3995"/>
                </a:lnTo>
                <a:lnTo>
                  <a:pt x="443" y="3994"/>
                </a:lnTo>
                <a:lnTo>
                  <a:pt x="444" y="3994"/>
                </a:lnTo>
                <a:lnTo>
                  <a:pt x="444" y="3993"/>
                </a:lnTo>
                <a:lnTo>
                  <a:pt x="445" y="3992"/>
                </a:lnTo>
                <a:lnTo>
                  <a:pt x="446" y="3991"/>
                </a:lnTo>
                <a:lnTo>
                  <a:pt x="446" y="3990"/>
                </a:lnTo>
                <a:lnTo>
                  <a:pt x="447" y="3990"/>
                </a:lnTo>
                <a:lnTo>
                  <a:pt x="447" y="3989"/>
                </a:lnTo>
                <a:lnTo>
                  <a:pt x="448" y="3989"/>
                </a:lnTo>
                <a:lnTo>
                  <a:pt x="449" y="3989"/>
                </a:lnTo>
                <a:lnTo>
                  <a:pt x="450" y="3988"/>
                </a:lnTo>
                <a:lnTo>
                  <a:pt x="451" y="3988"/>
                </a:lnTo>
                <a:lnTo>
                  <a:pt x="452" y="3988"/>
                </a:lnTo>
                <a:lnTo>
                  <a:pt x="453" y="3988"/>
                </a:lnTo>
                <a:lnTo>
                  <a:pt x="454" y="3989"/>
                </a:lnTo>
                <a:lnTo>
                  <a:pt x="455" y="3989"/>
                </a:lnTo>
                <a:lnTo>
                  <a:pt x="456" y="3989"/>
                </a:lnTo>
                <a:lnTo>
                  <a:pt x="458" y="3989"/>
                </a:lnTo>
                <a:lnTo>
                  <a:pt x="459" y="3989"/>
                </a:lnTo>
                <a:lnTo>
                  <a:pt x="460" y="3989"/>
                </a:lnTo>
                <a:lnTo>
                  <a:pt x="461" y="3990"/>
                </a:lnTo>
                <a:lnTo>
                  <a:pt x="462" y="3990"/>
                </a:lnTo>
                <a:lnTo>
                  <a:pt x="462" y="3991"/>
                </a:lnTo>
                <a:lnTo>
                  <a:pt x="463" y="3991"/>
                </a:lnTo>
                <a:lnTo>
                  <a:pt x="463" y="3992"/>
                </a:lnTo>
                <a:lnTo>
                  <a:pt x="463" y="3993"/>
                </a:lnTo>
                <a:lnTo>
                  <a:pt x="464" y="3993"/>
                </a:lnTo>
                <a:lnTo>
                  <a:pt x="465" y="3994"/>
                </a:lnTo>
                <a:lnTo>
                  <a:pt x="466" y="3994"/>
                </a:lnTo>
                <a:lnTo>
                  <a:pt x="466" y="3993"/>
                </a:lnTo>
                <a:lnTo>
                  <a:pt x="467" y="3993"/>
                </a:lnTo>
                <a:lnTo>
                  <a:pt x="466" y="3993"/>
                </a:lnTo>
                <a:lnTo>
                  <a:pt x="466" y="3992"/>
                </a:lnTo>
                <a:lnTo>
                  <a:pt x="467" y="3991"/>
                </a:lnTo>
                <a:lnTo>
                  <a:pt x="467" y="3990"/>
                </a:lnTo>
                <a:lnTo>
                  <a:pt x="467" y="3989"/>
                </a:lnTo>
                <a:lnTo>
                  <a:pt x="467" y="3988"/>
                </a:lnTo>
                <a:lnTo>
                  <a:pt x="468" y="3988"/>
                </a:lnTo>
                <a:lnTo>
                  <a:pt x="468" y="3987"/>
                </a:lnTo>
                <a:lnTo>
                  <a:pt x="469" y="3987"/>
                </a:lnTo>
                <a:lnTo>
                  <a:pt x="470" y="3987"/>
                </a:lnTo>
                <a:lnTo>
                  <a:pt x="470" y="3986"/>
                </a:lnTo>
                <a:lnTo>
                  <a:pt x="470" y="3985"/>
                </a:lnTo>
                <a:lnTo>
                  <a:pt x="471" y="3985"/>
                </a:lnTo>
                <a:lnTo>
                  <a:pt x="472" y="3985"/>
                </a:lnTo>
                <a:lnTo>
                  <a:pt x="473" y="3985"/>
                </a:lnTo>
                <a:lnTo>
                  <a:pt x="473" y="3984"/>
                </a:lnTo>
                <a:lnTo>
                  <a:pt x="472" y="3984"/>
                </a:lnTo>
                <a:lnTo>
                  <a:pt x="472" y="3983"/>
                </a:lnTo>
                <a:lnTo>
                  <a:pt x="473" y="3982"/>
                </a:lnTo>
                <a:lnTo>
                  <a:pt x="472" y="3982"/>
                </a:lnTo>
                <a:lnTo>
                  <a:pt x="472" y="3981"/>
                </a:lnTo>
                <a:lnTo>
                  <a:pt x="473" y="3980"/>
                </a:lnTo>
                <a:lnTo>
                  <a:pt x="473" y="3979"/>
                </a:lnTo>
                <a:lnTo>
                  <a:pt x="473" y="3978"/>
                </a:lnTo>
                <a:lnTo>
                  <a:pt x="474" y="3977"/>
                </a:lnTo>
                <a:lnTo>
                  <a:pt x="475" y="3977"/>
                </a:lnTo>
                <a:lnTo>
                  <a:pt x="475" y="3976"/>
                </a:lnTo>
                <a:lnTo>
                  <a:pt x="476" y="3976"/>
                </a:lnTo>
                <a:lnTo>
                  <a:pt x="476" y="3975"/>
                </a:lnTo>
                <a:lnTo>
                  <a:pt x="476" y="3974"/>
                </a:lnTo>
                <a:lnTo>
                  <a:pt x="476" y="3973"/>
                </a:lnTo>
                <a:lnTo>
                  <a:pt x="477" y="3973"/>
                </a:lnTo>
                <a:lnTo>
                  <a:pt x="477" y="3974"/>
                </a:lnTo>
                <a:lnTo>
                  <a:pt x="478" y="3974"/>
                </a:lnTo>
                <a:lnTo>
                  <a:pt x="478" y="3975"/>
                </a:lnTo>
                <a:lnTo>
                  <a:pt x="479" y="3975"/>
                </a:lnTo>
                <a:lnTo>
                  <a:pt x="480" y="3974"/>
                </a:lnTo>
                <a:lnTo>
                  <a:pt x="480" y="3973"/>
                </a:lnTo>
                <a:lnTo>
                  <a:pt x="480" y="3972"/>
                </a:lnTo>
                <a:lnTo>
                  <a:pt x="481" y="3972"/>
                </a:lnTo>
                <a:lnTo>
                  <a:pt x="482" y="3972"/>
                </a:lnTo>
                <a:lnTo>
                  <a:pt x="482" y="3971"/>
                </a:lnTo>
                <a:lnTo>
                  <a:pt x="483" y="3972"/>
                </a:lnTo>
                <a:lnTo>
                  <a:pt x="484" y="3972"/>
                </a:lnTo>
                <a:lnTo>
                  <a:pt x="486" y="3972"/>
                </a:lnTo>
                <a:lnTo>
                  <a:pt x="486" y="3971"/>
                </a:lnTo>
                <a:lnTo>
                  <a:pt x="486" y="3970"/>
                </a:lnTo>
                <a:lnTo>
                  <a:pt x="487" y="3969"/>
                </a:lnTo>
                <a:lnTo>
                  <a:pt x="488" y="3969"/>
                </a:lnTo>
                <a:lnTo>
                  <a:pt x="489" y="3969"/>
                </a:lnTo>
                <a:lnTo>
                  <a:pt x="489" y="3970"/>
                </a:lnTo>
                <a:lnTo>
                  <a:pt x="490" y="3970"/>
                </a:lnTo>
                <a:lnTo>
                  <a:pt x="490" y="3971"/>
                </a:lnTo>
                <a:lnTo>
                  <a:pt x="491" y="3971"/>
                </a:lnTo>
                <a:lnTo>
                  <a:pt x="492" y="3971"/>
                </a:lnTo>
                <a:lnTo>
                  <a:pt x="493" y="3971"/>
                </a:lnTo>
                <a:lnTo>
                  <a:pt x="493" y="3972"/>
                </a:lnTo>
                <a:lnTo>
                  <a:pt x="493" y="3970"/>
                </a:lnTo>
                <a:lnTo>
                  <a:pt x="494" y="3969"/>
                </a:lnTo>
                <a:lnTo>
                  <a:pt x="494" y="3968"/>
                </a:lnTo>
                <a:lnTo>
                  <a:pt x="494" y="3969"/>
                </a:lnTo>
                <a:lnTo>
                  <a:pt x="495" y="3969"/>
                </a:lnTo>
                <a:lnTo>
                  <a:pt x="495" y="3970"/>
                </a:lnTo>
                <a:lnTo>
                  <a:pt x="496" y="3970"/>
                </a:lnTo>
                <a:lnTo>
                  <a:pt x="496" y="3971"/>
                </a:lnTo>
                <a:lnTo>
                  <a:pt x="497" y="3971"/>
                </a:lnTo>
                <a:lnTo>
                  <a:pt x="498" y="3971"/>
                </a:lnTo>
                <a:lnTo>
                  <a:pt x="499" y="3971"/>
                </a:lnTo>
                <a:lnTo>
                  <a:pt x="499" y="3970"/>
                </a:lnTo>
                <a:lnTo>
                  <a:pt x="498" y="3970"/>
                </a:lnTo>
                <a:lnTo>
                  <a:pt x="499" y="3970"/>
                </a:lnTo>
                <a:lnTo>
                  <a:pt x="499" y="3969"/>
                </a:lnTo>
                <a:lnTo>
                  <a:pt x="499" y="3968"/>
                </a:lnTo>
                <a:lnTo>
                  <a:pt x="500" y="3968"/>
                </a:lnTo>
                <a:lnTo>
                  <a:pt x="500" y="3967"/>
                </a:lnTo>
                <a:lnTo>
                  <a:pt x="500" y="3968"/>
                </a:lnTo>
                <a:lnTo>
                  <a:pt x="501" y="3968"/>
                </a:lnTo>
                <a:lnTo>
                  <a:pt x="502" y="3968"/>
                </a:lnTo>
                <a:lnTo>
                  <a:pt x="502" y="3967"/>
                </a:lnTo>
                <a:lnTo>
                  <a:pt x="503" y="3967"/>
                </a:lnTo>
                <a:lnTo>
                  <a:pt x="503" y="3966"/>
                </a:lnTo>
                <a:lnTo>
                  <a:pt x="504" y="3966"/>
                </a:lnTo>
                <a:lnTo>
                  <a:pt x="504" y="3965"/>
                </a:lnTo>
                <a:lnTo>
                  <a:pt x="504" y="3964"/>
                </a:lnTo>
                <a:lnTo>
                  <a:pt x="503" y="3964"/>
                </a:lnTo>
                <a:lnTo>
                  <a:pt x="503" y="3963"/>
                </a:lnTo>
                <a:lnTo>
                  <a:pt x="504" y="3963"/>
                </a:lnTo>
                <a:lnTo>
                  <a:pt x="504" y="3962"/>
                </a:lnTo>
                <a:lnTo>
                  <a:pt x="505" y="3962"/>
                </a:lnTo>
                <a:lnTo>
                  <a:pt x="505" y="3961"/>
                </a:lnTo>
                <a:lnTo>
                  <a:pt x="506" y="3961"/>
                </a:lnTo>
                <a:lnTo>
                  <a:pt x="506" y="3960"/>
                </a:lnTo>
                <a:lnTo>
                  <a:pt x="507" y="3960"/>
                </a:lnTo>
                <a:lnTo>
                  <a:pt x="507" y="3959"/>
                </a:lnTo>
                <a:lnTo>
                  <a:pt x="508" y="3959"/>
                </a:lnTo>
                <a:lnTo>
                  <a:pt x="509" y="3958"/>
                </a:lnTo>
                <a:lnTo>
                  <a:pt x="508" y="3958"/>
                </a:lnTo>
                <a:lnTo>
                  <a:pt x="508" y="3957"/>
                </a:lnTo>
                <a:lnTo>
                  <a:pt x="509" y="3957"/>
                </a:lnTo>
                <a:lnTo>
                  <a:pt x="509" y="3956"/>
                </a:lnTo>
                <a:lnTo>
                  <a:pt x="509" y="3957"/>
                </a:lnTo>
                <a:lnTo>
                  <a:pt x="510" y="3957"/>
                </a:lnTo>
                <a:lnTo>
                  <a:pt x="511" y="3957"/>
                </a:lnTo>
                <a:lnTo>
                  <a:pt x="512" y="3957"/>
                </a:lnTo>
                <a:lnTo>
                  <a:pt x="512" y="3956"/>
                </a:lnTo>
                <a:lnTo>
                  <a:pt x="512" y="3955"/>
                </a:lnTo>
                <a:lnTo>
                  <a:pt x="511" y="3955"/>
                </a:lnTo>
                <a:lnTo>
                  <a:pt x="511" y="3954"/>
                </a:lnTo>
                <a:lnTo>
                  <a:pt x="511" y="3953"/>
                </a:lnTo>
                <a:lnTo>
                  <a:pt x="511" y="3952"/>
                </a:lnTo>
                <a:lnTo>
                  <a:pt x="511" y="3951"/>
                </a:lnTo>
                <a:lnTo>
                  <a:pt x="510" y="3951"/>
                </a:lnTo>
                <a:lnTo>
                  <a:pt x="511" y="3951"/>
                </a:lnTo>
                <a:lnTo>
                  <a:pt x="511" y="3950"/>
                </a:lnTo>
                <a:lnTo>
                  <a:pt x="512" y="3949"/>
                </a:lnTo>
                <a:lnTo>
                  <a:pt x="512" y="3948"/>
                </a:lnTo>
                <a:lnTo>
                  <a:pt x="511" y="3948"/>
                </a:lnTo>
                <a:lnTo>
                  <a:pt x="511" y="3947"/>
                </a:lnTo>
                <a:lnTo>
                  <a:pt x="511" y="3946"/>
                </a:lnTo>
                <a:lnTo>
                  <a:pt x="511" y="3945"/>
                </a:lnTo>
                <a:lnTo>
                  <a:pt x="510" y="3945"/>
                </a:lnTo>
                <a:lnTo>
                  <a:pt x="510" y="3944"/>
                </a:lnTo>
                <a:lnTo>
                  <a:pt x="510" y="3943"/>
                </a:lnTo>
                <a:lnTo>
                  <a:pt x="510" y="3942"/>
                </a:lnTo>
                <a:lnTo>
                  <a:pt x="510" y="3941"/>
                </a:lnTo>
                <a:lnTo>
                  <a:pt x="509" y="3940"/>
                </a:lnTo>
                <a:lnTo>
                  <a:pt x="510" y="3940"/>
                </a:lnTo>
                <a:lnTo>
                  <a:pt x="510" y="3939"/>
                </a:lnTo>
                <a:lnTo>
                  <a:pt x="510" y="3938"/>
                </a:lnTo>
                <a:lnTo>
                  <a:pt x="511" y="3938"/>
                </a:lnTo>
                <a:lnTo>
                  <a:pt x="512" y="3938"/>
                </a:lnTo>
                <a:lnTo>
                  <a:pt x="512" y="3937"/>
                </a:lnTo>
                <a:lnTo>
                  <a:pt x="513" y="3937"/>
                </a:lnTo>
                <a:lnTo>
                  <a:pt x="513" y="3936"/>
                </a:lnTo>
                <a:lnTo>
                  <a:pt x="514" y="3936"/>
                </a:lnTo>
                <a:lnTo>
                  <a:pt x="514" y="3935"/>
                </a:lnTo>
                <a:lnTo>
                  <a:pt x="513" y="3935"/>
                </a:lnTo>
                <a:lnTo>
                  <a:pt x="513" y="3934"/>
                </a:lnTo>
                <a:lnTo>
                  <a:pt x="513" y="3933"/>
                </a:lnTo>
                <a:lnTo>
                  <a:pt x="514" y="3933"/>
                </a:lnTo>
                <a:lnTo>
                  <a:pt x="515" y="3933"/>
                </a:lnTo>
                <a:lnTo>
                  <a:pt x="515" y="3932"/>
                </a:lnTo>
                <a:lnTo>
                  <a:pt x="516" y="3932"/>
                </a:lnTo>
                <a:lnTo>
                  <a:pt x="517" y="3932"/>
                </a:lnTo>
                <a:lnTo>
                  <a:pt x="517" y="3931"/>
                </a:lnTo>
                <a:lnTo>
                  <a:pt x="517" y="3930"/>
                </a:lnTo>
                <a:lnTo>
                  <a:pt x="516" y="3930"/>
                </a:lnTo>
                <a:lnTo>
                  <a:pt x="516" y="3929"/>
                </a:lnTo>
                <a:lnTo>
                  <a:pt x="516" y="3928"/>
                </a:lnTo>
                <a:lnTo>
                  <a:pt x="516" y="3927"/>
                </a:lnTo>
                <a:lnTo>
                  <a:pt x="516" y="3926"/>
                </a:lnTo>
                <a:lnTo>
                  <a:pt x="516" y="3925"/>
                </a:lnTo>
                <a:lnTo>
                  <a:pt x="516" y="3924"/>
                </a:lnTo>
                <a:lnTo>
                  <a:pt x="516" y="3923"/>
                </a:lnTo>
                <a:lnTo>
                  <a:pt x="516" y="3922"/>
                </a:lnTo>
                <a:lnTo>
                  <a:pt x="516" y="3921"/>
                </a:lnTo>
                <a:lnTo>
                  <a:pt x="516" y="3920"/>
                </a:lnTo>
                <a:lnTo>
                  <a:pt x="516" y="3919"/>
                </a:lnTo>
                <a:lnTo>
                  <a:pt x="515" y="3919"/>
                </a:lnTo>
                <a:lnTo>
                  <a:pt x="515" y="3918"/>
                </a:lnTo>
                <a:lnTo>
                  <a:pt x="514" y="3918"/>
                </a:lnTo>
                <a:lnTo>
                  <a:pt x="515" y="3917"/>
                </a:lnTo>
                <a:lnTo>
                  <a:pt x="514" y="3917"/>
                </a:lnTo>
                <a:lnTo>
                  <a:pt x="513" y="3917"/>
                </a:lnTo>
                <a:lnTo>
                  <a:pt x="512" y="3917"/>
                </a:lnTo>
                <a:lnTo>
                  <a:pt x="512" y="3916"/>
                </a:lnTo>
                <a:lnTo>
                  <a:pt x="511" y="3916"/>
                </a:lnTo>
                <a:lnTo>
                  <a:pt x="510" y="3917"/>
                </a:lnTo>
                <a:lnTo>
                  <a:pt x="509" y="3917"/>
                </a:lnTo>
                <a:lnTo>
                  <a:pt x="509" y="3916"/>
                </a:lnTo>
                <a:lnTo>
                  <a:pt x="508" y="3916"/>
                </a:lnTo>
                <a:lnTo>
                  <a:pt x="508" y="3915"/>
                </a:lnTo>
                <a:lnTo>
                  <a:pt x="509" y="3915"/>
                </a:lnTo>
                <a:lnTo>
                  <a:pt x="509" y="3914"/>
                </a:lnTo>
                <a:lnTo>
                  <a:pt x="508" y="3914"/>
                </a:lnTo>
                <a:lnTo>
                  <a:pt x="509" y="3914"/>
                </a:lnTo>
                <a:lnTo>
                  <a:pt x="509" y="3913"/>
                </a:lnTo>
                <a:lnTo>
                  <a:pt x="509" y="3912"/>
                </a:lnTo>
                <a:lnTo>
                  <a:pt x="509" y="3911"/>
                </a:lnTo>
                <a:lnTo>
                  <a:pt x="510" y="3911"/>
                </a:lnTo>
                <a:lnTo>
                  <a:pt x="511" y="3910"/>
                </a:lnTo>
                <a:lnTo>
                  <a:pt x="511" y="3909"/>
                </a:lnTo>
                <a:lnTo>
                  <a:pt x="510" y="3909"/>
                </a:lnTo>
                <a:lnTo>
                  <a:pt x="511" y="3909"/>
                </a:lnTo>
                <a:lnTo>
                  <a:pt x="511" y="3908"/>
                </a:lnTo>
                <a:lnTo>
                  <a:pt x="510" y="3908"/>
                </a:lnTo>
                <a:lnTo>
                  <a:pt x="511" y="3907"/>
                </a:lnTo>
                <a:lnTo>
                  <a:pt x="511" y="3906"/>
                </a:lnTo>
                <a:lnTo>
                  <a:pt x="512" y="3906"/>
                </a:lnTo>
                <a:lnTo>
                  <a:pt x="512" y="3905"/>
                </a:lnTo>
                <a:lnTo>
                  <a:pt x="513" y="3904"/>
                </a:lnTo>
                <a:lnTo>
                  <a:pt x="513" y="3903"/>
                </a:lnTo>
                <a:lnTo>
                  <a:pt x="512" y="3903"/>
                </a:lnTo>
                <a:lnTo>
                  <a:pt x="512" y="3902"/>
                </a:lnTo>
                <a:lnTo>
                  <a:pt x="513" y="3902"/>
                </a:lnTo>
                <a:lnTo>
                  <a:pt x="513" y="3901"/>
                </a:lnTo>
                <a:lnTo>
                  <a:pt x="513" y="3900"/>
                </a:lnTo>
                <a:lnTo>
                  <a:pt x="514" y="3900"/>
                </a:lnTo>
                <a:lnTo>
                  <a:pt x="514" y="3899"/>
                </a:lnTo>
                <a:lnTo>
                  <a:pt x="514" y="3898"/>
                </a:lnTo>
                <a:lnTo>
                  <a:pt x="515" y="3898"/>
                </a:lnTo>
                <a:lnTo>
                  <a:pt x="515" y="3897"/>
                </a:lnTo>
                <a:lnTo>
                  <a:pt x="514" y="3897"/>
                </a:lnTo>
                <a:lnTo>
                  <a:pt x="514" y="3896"/>
                </a:lnTo>
                <a:lnTo>
                  <a:pt x="514" y="3895"/>
                </a:lnTo>
                <a:lnTo>
                  <a:pt x="514" y="3894"/>
                </a:lnTo>
                <a:lnTo>
                  <a:pt x="515" y="3894"/>
                </a:lnTo>
                <a:lnTo>
                  <a:pt x="516" y="3894"/>
                </a:lnTo>
                <a:lnTo>
                  <a:pt x="516" y="3893"/>
                </a:lnTo>
                <a:lnTo>
                  <a:pt x="516" y="3892"/>
                </a:lnTo>
                <a:lnTo>
                  <a:pt x="516" y="3891"/>
                </a:lnTo>
                <a:lnTo>
                  <a:pt x="517" y="3891"/>
                </a:lnTo>
                <a:lnTo>
                  <a:pt x="517" y="3890"/>
                </a:lnTo>
                <a:lnTo>
                  <a:pt x="517" y="3889"/>
                </a:lnTo>
                <a:lnTo>
                  <a:pt x="518" y="3889"/>
                </a:lnTo>
                <a:lnTo>
                  <a:pt x="519" y="3888"/>
                </a:lnTo>
                <a:lnTo>
                  <a:pt x="520" y="3887"/>
                </a:lnTo>
                <a:lnTo>
                  <a:pt x="521" y="3886"/>
                </a:lnTo>
                <a:lnTo>
                  <a:pt x="521" y="3885"/>
                </a:lnTo>
                <a:lnTo>
                  <a:pt x="521" y="3884"/>
                </a:lnTo>
                <a:lnTo>
                  <a:pt x="520" y="3884"/>
                </a:lnTo>
                <a:lnTo>
                  <a:pt x="520" y="3883"/>
                </a:lnTo>
                <a:lnTo>
                  <a:pt x="519" y="3883"/>
                </a:lnTo>
                <a:lnTo>
                  <a:pt x="519" y="3882"/>
                </a:lnTo>
                <a:lnTo>
                  <a:pt x="518" y="3882"/>
                </a:lnTo>
                <a:lnTo>
                  <a:pt x="518" y="3881"/>
                </a:lnTo>
                <a:lnTo>
                  <a:pt x="518" y="3880"/>
                </a:lnTo>
                <a:lnTo>
                  <a:pt x="517" y="3880"/>
                </a:lnTo>
                <a:lnTo>
                  <a:pt x="517" y="3881"/>
                </a:lnTo>
                <a:lnTo>
                  <a:pt x="516" y="3881"/>
                </a:lnTo>
                <a:lnTo>
                  <a:pt x="516" y="3880"/>
                </a:lnTo>
                <a:lnTo>
                  <a:pt x="515" y="3880"/>
                </a:lnTo>
                <a:lnTo>
                  <a:pt x="515" y="3879"/>
                </a:lnTo>
                <a:lnTo>
                  <a:pt x="514" y="3879"/>
                </a:lnTo>
                <a:lnTo>
                  <a:pt x="514" y="3878"/>
                </a:lnTo>
                <a:lnTo>
                  <a:pt x="514" y="3877"/>
                </a:lnTo>
                <a:lnTo>
                  <a:pt x="514" y="3876"/>
                </a:lnTo>
                <a:lnTo>
                  <a:pt x="513" y="3876"/>
                </a:lnTo>
                <a:lnTo>
                  <a:pt x="513" y="3875"/>
                </a:lnTo>
                <a:lnTo>
                  <a:pt x="512" y="3875"/>
                </a:lnTo>
                <a:lnTo>
                  <a:pt x="511" y="3875"/>
                </a:lnTo>
                <a:lnTo>
                  <a:pt x="510" y="3874"/>
                </a:lnTo>
                <a:lnTo>
                  <a:pt x="511" y="3874"/>
                </a:lnTo>
                <a:lnTo>
                  <a:pt x="511" y="3873"/>
                </a:lnTo>
                <a:lnTo>
                  <a:pt x="511" y="3872"/>
                </a:lnTo>
                <a:lnTo>
                  <a:pt x="510" y="3872"/>
                </a:lnTo>
                <a:lnTo>
                  <a:pt x="510" y="3871"/>
                </a:lnTo>
                <a:lnTo>
                  <a:pt x="510" y="3870"/>
                </a:lnTo>
                <a:lnTo>
                  <a:pt x="511" y="3869"/>
                </a:lnTo>
                <a:lnTo>
                  <a:pt x="510" y="3869"/>
                </a:lnTo>
                <a:lnTo>
                  <a:pt x="510" y="3868"/>
                </a:lnTo>
                <a:lnTo>
                  <a:pt x="510" y="3867"/>
                </a:lnTo>
                <a:lnTo>
                  <a:pt x="510" y="3866"/>
                </a:lnTo>
                <a:lnTo>
                  <a:pt x="510" y="3865"/>
                </a:lnTo>
                <a:lnTo>
                  <a:pt x="510" y="3864"/>
                </a:lnTo>
                <a:lnTo>
                  <a:pt x="510" y="3863"/>
                </a:lnTo>
                <a:lnTo>
                  <a:pt x="510" y="3861"/>
                </a:lnTo>
                <a:lnTo>
                  <a:pt x="510" y="3860"/>
                </a:lnTo>
                <a:lnTo>
                  <a:pt x="510" y="3859"/>
                </a:lnTo>
                <a:lnTo>
                  <a:pt x="511" y="3858"/>
                </a:lnTo>
                <a:lnTo>
                  <a:pt x="511" y="3857"/>
                </a:lnTo>
                <a:lnTo>
                  <a:pt x="511" y="3856"/>
                </a:lnTo>
                <a:lnTo>
                  <a:pt x="511" y="3855"/>
                </a:lnTo>
                <a:lnTo>
                  <a:pt x="511" y="3854"/>
                </a:lnTo>
                <a:lnTo>
                  <a:pt x="511" y="3853"/>
                </a:lnTo>
                <a:lnTo>
                  <a:pt x="511" y="3851"/>
                </a:lnTo>
                <a:lnTo>
                  <a:pt x="511" y="3850"/>
                </a:lnTo>
                <a:lnTo>
                  <a:pt x="511" y="3849"/>
                </a:lnTo>
                <a:lnTo>
                  <a:pt x="512" y="3848"/>
                </a:lnTo>
                <a:lnTo>
                  <a:pt x="512" y="3847"/>
                </a:lnTo>
                <a:lnTo>
                  <a:pt x="512" y="3846"/>
                </a:lnTo>
                <a:lnTo>
                  <a:pt x="513" y="3846"/>
                </a:lnTo>
                <a:lnTo>
                  <a:pt x="513" y="3845"/>
                </a:lnTo>
                <a:lnTo>
                  <a:pt x="513" y="3844"/>
                </a:lnTo>
                <a:lnTo>
                  <a:pt x="514" y="3844"/>
                </a:lnTo>
                <a:lnTo>
                  <a:pt x="514" y="3843"/>
                </a:lnTo>
                <a:lnTo>
                  <a:pt x="514" y="3842"/>
                </a:lnTo>
                <a:lnTo>
                  <a:pt x="515" y="3841"/>
                </a:lnTo>
                <a:lnTo>
                  <a:pt x="515" y="3840"/>
                </a:lnTo>
                <a:lnTo>
                  <a:pt x="515" y="3839"/>
                </a:lnTo>
                <a:lnTo>
                  <a:pt x="516" y="3839"/>
                </a:lnTo>
                <a:lnTo>
                  <a:pt x="516" y="3838"/>
                </a:lnTo>
                <a:lnTo>
                  <a:pt x="517" y="3838"/>
                </a:lnTo>
                <a:lnTo>
                  <a:pt x="518" y="3837"/>
                </a:lnTo>
                <a:lnTo>
                  <a:pt x="519" y="3837"/>
                </a:lnTo>
                <a:lnTo>
                  <a:pt x="519" y="3836"/>
                </a:lnTo>
                <a:lnTo>
                  <a:pt x="518" y="3835"/>
                </a:lnTo>
                <a:lnTo>
                  <a:pt x="517" y="3835"/>
                </a:lnTo>
                <a:lnTo>
                  <a:pt x="517" y="3834"/>
                </a:lnTo>
                <a:lnTo>
                  <a:pt x="517" y="3833"/>
                </a:lnTo>
                <a:lnTo>
                  <a:pt x="516" y="3833"/>
                </a:lnTo>
                <a:lnTo>
                  <a:pt x="516" y="3832"/>
                </a:lnTo>
                <a:lnTo>
                  <a:pt x="516" y="3831"/>
                </a:lnTo>
                <a:lnTo>
                  <a:pt x="515" y="3831"/>
                </a:lnTo>
                <a:lnTo>
                  <a:pt x="515" y="3830"/>
                </a:lnTo>
                <a:lnTo>
                  <a:pt x="515" y="3829"/>
                </a:lnTo>
                <a:lnTo>
                  <a:pt x="514" y="3829"/>
                </a:lnTo>
                <a:lnTo>
                  <a:pt x="514" y="3828"/>
                </a:lnTo>
                <a:lnTo>
                  <a:pt x="513" y="3828"/>
                </a:lnTo>
                <a:lnTo>
                  <a:pt x="513" y="3829"/>
                </a:lnTo>
                <a:lnTo>
                  <a:pt x="512" y="3829"/>
                </a:lnTo>
                <a:lnTo>
                  <a:pt x="512" y="3828"/>
                </a:lnTo>
                <a:lnTo>
                  <a:pt x="511" y="3828"/>
                </a:lnTo>
                <a:lnTo>
                  <a:pt x="511" y="3827"/>
                </a:lnTo>
                <a:lnTo>
                  <a:pt x="510" y="3827"/>
                </a:lnTo>
                <a:lnTo>
                  <a:pt x="510" y="3826"/>
                </a:lnTo>
                <a:lnTo>
                  <a:pt x="509" y="3825"/>
                </a:lnTo>
                <a:lnTo>
                  <a:pt x="509" y="3824"/>
                </a:lnTo>
                <a:lnTo>
                  <a:pt x="508" y="3823"/>
                </a:lnTo>
                <a:lnTo>
                  <a:pt x="507" y="3823"/>
                </a:lnTo>
                <a:lnTo>
                  <a:pt x="507" y="3822"/>
                </a:lnTo>
                <a:lnTo>
                  <a:pt x="506" y="3822"/>
                </a:lnTo>
                <a:lnTo>
                  <a:pt x="506" y="3821"/>
                </a:lnTo>
                <a:lnTo>
                  <a:pt x="506" y="3820"/>
                </a:lnTo>
                <a:lnTo>
                  <a:pt x="506" y="3819"/>
                </a:lnTo>
                <a:lnTo>
                  <a:pt x="507" y="3819"/>
                </a:lnTo>
                <a:lnTo>
                  <a:pt x="508" y="3819"/>
                </a:lnTo>
                <a:lnTo>
                  <a:pt x="508" y="3818"/>
                </a:lnTo>
                <a:lnTo>
                  <a:pt x="509" y="3818"/>
                </a:lnTo>
                <a:lnTo>
                  <a:pt x="508" y="3817"/>
                </a:lnTo>
                <a:lnTo>
                  <a:pt x="508" y="3816"/>
                </a:lnTo>
                <a:lnTo>
                  <a:pt x="507" y="3816"/>
                </a:lnTo>
                <a:lnTo>
                  <a:pt x="506" y="3815"/>
                </a:lnTo>
                <a:lnTo>
                  <a:pt x="506" y="3814"/>
                </a:lnTo>
                <a:lnTo>
                  <a:pt x="505" y="3813"/>
                </a:lnTo>
                <a:lnTo>
                  <a:pt x="504" y="3813"/>
                </a:lnTo>
                <a:lnTo>
                  <a:pt x="504" y="3812"/>
                </a:lnTo>
                <a:lnTo>
                  <a:pt x="504" y="3811"/>
                </a:lnTo>
                <a:lnTo>
                  <a:pt x="503" y="3811"/>
                </a:lnTo>
                <a:lnTo>
                  <a:pt x="503" y="3810"/>
                </a:lnTo>
                <a:lnTo>
                  <a:pt x="503" y="3809"/>
                </a:lnTo>
                <a:lnTo>
                  <a:pt x="504" y="3809"/>
                </a:lnTo>
                <a:lnTo>
                  <a:pt x="504" y="3808"/>
                </a:lnTo>
                <a:lnTo>
                  <a:pt x="505" y="3808"/>
                </a:lnTo>
                <a:lnTo>
                  <a:pt x="505" y="3807"/>
                </a:lnTo>
                <a:lnTo>
                  <a:pt x="504" y="3807"/>
                </a:lnTo>
                <a:lnTo>
                  <a:pt x="504" y="3806"/>
                </a:lnTo>
                <a:lnTo>
                  <a:pt x="504" y="3805"/>
                </a:lnTo>
                <a:lnTo>
                  <a:pt x="505" y="3804"/>
                </a:lnTo>
                <a:lnTo>
                  <a:pt x="505" y="3803"/>
                </a:lnTo>
                <a:lnTo>
                  <a:pt x="504" y="3803"/>
                </a:lnTo>
                <a:lnTo>
                  <a:pt x="504" y="3802"/>
                </a:lnTo>
                <a:lnTo>
                  <a:pt x="504" y="3801"/>
                </a:lnTo>
                <a:lnTo>
                  <a:pt x="504" y="3800"/>
                </a:lnTo>
                <a:lnTo>
                  <a:pt x="504" y="3799"/>
                </a:lnTo>
                <a:lnTo>
                  <a:pt x="503" y="3799"/>
                </a:lnTo>
                <a:lnTo>
                  <a:pt x="503" y="3800"/>
                </a:lnTo>
                <a:lnTo>
                  <a:pt x="502" y="3800"/>
                </a:lnTo>
                <a:lnTo>
                  <a:pt x="502" y="3799"/>
                </a:lnTo>
                <a:lnTo>
                  <a:pt x="501" y="3799"/>
                </a:lnTo>
                <a:lnTo>
                  <a:pt x="501" y="3798"/>
                </a:lnTo>
                <a:lnTo>
                  <a:pt x="500" y="3798"/>
                </a:lnTo>
                <a:lnTo>
                  <a:pt x="499" y="3798"/>
                </a:lnTo>
                <a:lnTo>
                  <a:pt x="498" y="3798"/>
                </a:lnTo>
                <a:lnTo>
                  <a:pt x="497" y="3797"/>
                </a:lnTo>
                <a:lnTo>
                  <a:pt x="497" y="3796"/>
                </a:lnTo>
                <a:lnTo>
                  <a:pt x="497" y="3795"/>
                </a:lnTo>
                <a:lnTo>
                  <a:pt x="496" y="3795"/>
                </a:lnTo>
                <a:lnTo>
                  <a:pt x="495" y="3794"/>
                </a:lnTo>
                <a:lnTo>
                  <a:pt x="495" y="3793"/>
                </a:lnTo>
                <a:lnTo>
                  <a:pt x="495" y="3792"/>
                </a:lnTo>
                <a:lnTo>
                  <a:pt x="495" y="3791"/>
                </a:lnTo>
                <a:lnTo>
                  <a:pt x="494" y="3791"/>
                </a:lnTo>
                <a:lnTo>
                  <a:pt x="494" y="3790"/>
                </a:lnTo>
                <a:lnTo>
                  <a:pt x="495" y="3790"/>
                </a:lnTo>
                <a:lnTo>
                  <a:pt x="495" y="3789"/>
                </a:lnTo>
                <a:lnTo>
                  <a:pt x="494" y="3789"/>
                </a:lnTo>
                <a:lnTo>
                  <a:pt x="494" y="3788"/>
                </a:lnTo>
                <a:lnTo>
                  <a:pt x="495" y="3788"/>
                </a:lnTo>
                <a:lnTo>
                  <a:pt x="495" y="3787"/>
                </a:lnTo>
                <a:lnTo>
                  <a:pt x="495" y="3786"/>
                </a:lnTo>
                <a:lnTo>
                  <a:pt x="494" y="3785"/>
                </a:lnTo>
                <a:lnTo>
                  <a:pt x="493" y="3785"/>
                </a:lnTo>
                <a:lnTo>
                  <a:pt x="494" y="3785"/>
                </a:lnTo>
                <a:lnTo>
                  <a:pt x="494" y="3784"/>
                </a:lnTo>
                <a:lnTo>
                  <a:pt x="493" y="3784"/>
                </a:lnTo>
                <a:lnTo>
                  <a:pt x="493" y="3783"/>
                </a:lnTo>
                <a:lnTo>
                  <a:pt x="492" y="3783"/>
                </a:lnTo>
                <a:lnTo>
                  <a:pt x="492" y="3782"/>
                </a:lnTo>
                <a:lnTo>
                  <a:pt x="492" y="3781"/>
                </a:lnTo>
                <a:lnTo>
                  <a:pt x="491" y="3781"/>
                </a:lnTo>
                <a:lnTo>
                  <a:pt x="491" y="3780"/>
                </a:lnTo>
                <a:lnTo>
                  <a:pt x="490" y="3780"/>
                </a:lnTo>
                <a:lnTo>
                  <a:pt x="490" y="3779"/>
                </a:lnTo>
                <a:lnTo>
                  <a:pt x="490" y="3778"/>
                </a:lnTo>
                <a:lnTo>
                  <a:pt x="489" y="3778"/>
                </a:lnTo>
                <a:lnTo>
                  <a:pt x="489" y="3777"/>
                </a:lnTo>
                <a:lnTo>
                  <a:pt x="488" y="3777"/>
                </a:lnTo>
                <a:lnTo>
                  <a:pt x="488" y="3776"/>
                </a:lnTo>
                <a:lnTo>
                  <a:pt x="487" y="3776"/>
                </a:lnTo>
                <a:lnTo>
                  <a:pt x="486" y="3776"/>
                </a:lnTo>
                <a:lnTo>
                  <a:pt x="486" y="3775"/>
                </a:lnTo>
                <a:lnTo>
                  <a:pt x="485" y="3775"/>
                </a:lnTo>
                <a:lnTo>
                  <a:pt x="484" y="3775"/>
                </a:lnTo>
                <a:lnTo>
                  <a:pt x="484" y="3774"/>
                </a:lnTo>
                <a:lnTo>
                  <a:pt x="483" y="3774"/>
                </a:lnTo>
                <a:lnTo>
                  <a:pt x="482" y="3774"/>
                </a:lnTo>
                <a:lnTo>
                  <a:pt x="481" y="3774"/>
                </a:lnTo>
                <a:lnTo>
                  <a:pt x="481" y="3773"/>
                </a:lnTo>
                <a:lnTo>
                  <a:pt x="480" y="3773"/>
                </a:lnTo>
                <a:lnTo>
                  <a:pt x="480" y="3772"/>
                </a:lnTo>
                <a:lnTo>
                  <a:pt x="480" y="3771"/>
                </a:lnTo>
                <a:lnTo>
                  <a:pt x="479" y="3771"/>
                </a:lnTo>
                <a:lnTo>
                  <a:pt x="479" y="3770"/>
                </a:lnTo>
                <a:lnTo>
                  <a:pt x="479" y="3769"/>
                </a:lnTo>
                <a:lnTo>
                  <a:pt x="480" y="3769"/>
                </a:lnTo>
                <a:lnTo>
                  <a:pt x="480" y="3768"/>
                </a:lnTo>
                <a:lnTo>
                  <a:pt x="479" y="3768"/>
                </a:lnTo>
                <a:lnTo>
                  <a:pt x="479" y="3767"/>
                </a:lnTo>
                <a:lnTo>
                  <a:pt x="479" y="3766"/>
                </a:lnTo>
                <a:lnTo>
                  <a:pt x="478" y="3765"/>
                </a:lnTo>
                <a:lnTo>
                  <a:pt x="478" y="3764"/>
                </a:lnTo>
                <a:lnTo>
                  <a:pt x="478" y="3763"/>
                </a:lnTo>
                <a:lnTo>
                  <a:pt x="478" y="3762"/>
                </a:lnTo>
                <a:lnTo>
                  <a:pt x="478" y="3760"/>
                </a:lnTo>
                <a:lnTo>
                  <a:pt x="478" y="3759"/>
                </a:lnTo>
                <a:lnTo>
                  <a:pt x="479" y="3759"/>
                </a:lnTo>
                <a:lnTo>
                  <a:pt x="478" y="3758"/>
                </a:lnTo>
                <a:lnTo>
                  <a:pt x="477" y="3757"/>
                </a:lnTo>
                <a:lnTo>
                  <a:pt x="477" y="3756"/>
                </a:lnTo>
                <a:lnTo>
                  <a:pt x="477" y="3755"/>
                </a:lnTo>
                <a:lnTo>
                  <a:pt x="476" y="3755"/>
                </a:lnTo>
                <a:lnTo>
                  <a:pt x="476" y="3754"/>
                </a:lnTo>
                <a:lnTo>
                  <a:pt x="475" y="3753"/>
                </a:lnTo>
                <a:lnTo>
                  <a:pt x="475" y="3752"/>
                </a:lnTo>
                <a:lnTo>
                  <a:pt x="474" y="3751"/>
                </a:lnTo>
                <a:lnTo>
                  <a:pt x="474" y="3749"/>
                </a:lnTo>
                <a:lnTo>
                  <a:pt x="474" y="3748"/>
                </a:lnTo>
                <a:lnTo>
                  <a:pt x="474" y="3747"/>
                </a:lnTo>
                <a:lnTo>
                  <a:pt x="473" y="3747"/>
                </a:lnTo>
                <a:lnTo>
                  <a:pt x="472" y="3747"/>
                </a:lnTo>
                <a:lnTo>
                  <a:pt x="472" y="3746"/>
                </a:lnTo>
                <a:lnTo>
                  <a:pt x="472" y="3745"/>
                </a:lnTo>
                <a:lnTo>
                  <a:pt x="472" y="3744"/>
                </a:lnTo>
                <a:lnTo>
                  <a:pt x="472" y="3743"/>
                </a:lnTo>
                <a:lnTo>
                  <a:pt x="471" y="3743"/>
                </a:lnTo>
                <a:lnTo>
                  <a:pt x="471" y="3742"/>
                </a:lnTo>
                <a:lnTo>
                  <a:pt x="470" y="3741"/>
                </a:lnTo>
                <a:lnTo>
                  <a:pt x="470" y="3740"/>
                </a:lnTo>
                <a:lnTo>
                  <a:pt x="470" y="3739"/>
                </a:lnTo>
                <a:lnTo>
                  <a:pt x="470" y="3738"/>
                </a:lnTo>
                <a:lnTo>
                  <a:pt x="471" y="3738"/>
                </a:lnTo>
                <a:lnTo>
                  <a:pt x="471" y="3737"/>
                </a:lnTo>
                <a:lnTo>
                  <a:pt x="472" y="3737"/>
                </a:lnTo>
                <a:lnTo>
                  <a:pt x="472" y="3736"/>
                </a:lnTo>
                <a:lnTo>
                  <a:pt x="472" y="3735"/>
                </a:lnTo>
                <a:lnTo>
                  <a:pt x="472" y="3734"/>
                </a:lnTo>
                <a:lnTo>
                  <a:pt x="473" y="3734"/>
                </a:lnTo>
                <a:lnTo>
                  <a:pt x="473" y="3733"/>
                </a:lnTo>
                <a:lnTo>
                  <a:pt x="473" y="3732"/>
                </a:lnTo>
                <a:lnTo>
                  <a:pt x="474" y="3732"/>
                </a:lnTo>
                <a:lnTo>
                  <a:pt x="474" y="3731"/>
                </a:lnTo>
                <a:lnTo>
                  <a:pt x="475" y="3731"/>
                </a:lnTo>
                <a:lnTo>
                  <a:pt x="475" y="3730"/>
                </a:lnTo>
                <a:lnTo>
                  <a:pt x="476" y="3730"/>
                </a:lnTo>
                <a:lnTo>
                  <a:pt x="476" y="3729"/>
                </a:lnTo>
                <a:lnTo>
                  <a:pt x="477" y="3729"/>
                </a:lnTo>
                <a:lnTo>
                  <a:pt x="477" y="3728"/>
                </a:lnTo>
                <a:lnTo>
                  <a:pt x="476" y="3727"/>
                </a:lnTo>
                <a:lnTo>
                  <a:pt x="474" y="3727"/>
                </a:lnTo>
                <a:lnTo>
                  <a:pt x="473" y="3727"/>
                </a:lnTo>
                <a:lnTo>
                  <a:pt x="472" y="3727"/>
                </a:lnTo>
                <a:lnTo>
                  <a:pt x="471" y="3727"/>
                </a:lnTo>
                <a:lnTo>
                  <a:pt x="471" y="3726"/>
                </a:lnTo>
                <a:lnTo>
                  <a:pt x="470" y="3726"/>
                </a:lnTo>
                <a:lnTo>
                  <a:pt x="470" y="3725"/>
                </a:lnTo>
                <a:lnTo>
                  <a:pt x="469" y="3725"/>
                </a:lnTo>
                <a:lnTo>
                  <a:pt x="469" y="3724"/>
                </a:lnTo>
                <a:lnTo>
                  <a:pt x="468" y="3724"/>
                </a:lnTo>
                <a:lnTo>
                  <a:pt x="468" y="3723"/>
                </a:lnTo>
                <a:lnTo>
                  <a:pt x="468" y="3722"/>
                </a:lnTo>
                <a:lnTo>
                  <a:pt x="468" y="3721"/>
                </a:lnTo>
                <a:lnTo>
                  <a:pt x="468" y="3720"/>
                </a:lnTo>
                <a:lnTo>
                  <a:pt x="467" y="3719"/>
                </a:lnTo>
                <a:lnTo>
                  <a:pt x="466" y="3719"/>
                </a:lnTo>
                <a:lnTo>
                  <a:pt x="466" y="3718"/>
                </a:lnTo>
                <a:lnTo>
                  <a:pt x="467" y="3718"/>
                </a:lnTo>
                <a:lnTo>
                  <a:pt x="467" y="3717"/>
                </a:lnTo>
                <a:lnTo>
                  <a:pt x="467" y="3716"/>
                </a:lnTo>
                <a:lnTo>
                  <a:pt x="466" y="3716"/>
                </a:lnTo>
                <a:lnTo>
                  <a:pt x="467" y="3716"/>
                </a:lnTo>
                <a:lnTo>
                  <a:pt x="468" y="3716"/>
                </a:lnTo>
                <a:lnTo>
                  <a:pt x="468" y="3715"/>
                </a:lnTo>
                <a:lnTo>
                  <a:pt x="468" y="3716"/>
                </a:lnTo>
                <a:lnTo>
                  <a:pt x="469" y="3716"/>
                </a:lnTo>
                <a:lnTo>
                  <a:pt x="470" y="3716"/>
                </a:lnTo>
                <a:lnTo>
                  <a:pt x="471" y="3716"/>
                </a:lnTo>
                <a:lnTo>
                  <a:pt x="472" y="3716"/>
                </a:lnTo>
                <a:lnTo>
                  <a:pt x="473" y="3716"/>
                </a:lnTo>
                <a:lnTo>
                  <a:pt x="473" y="3715"/>
                </a:lnTo>
                <a:lnTo>
                  <a:pt x="474" y="3715"/>
                </a:lnTo>
                <a:lnTo>
                  <a:pt x="475" y="3715"/>
                </a:lnTo>
                <a:lnTo>
                  <a:pt x="476" y="3715"/>
                </a:lnTo>
                <a:lnTo>
                  <a:pt x="477" y="3715"/>
                </a:lnTo>
                <a:lnTo>
                  <a:pt x="478" y="3715"/>
                </a:lnTo>
                <a:lnTo>
                  <a:pt x="479" y="3714"/>
                </a:lnTo>
                <a:lnTo>
                  <a:pt x="480" y="3714"/>
                </a:lnTo>
                <a:lnTo>
                  <a:pt x="480" y="3713"/>
                </a:lnTo>
                <a:lnTo>
                  <a:pt x="481" y="3713"/>
                </a:lnTo>
                <a:lnTo>
                  <a:pt x="482" y="3713"/>
                </a:lnTo>
                <a:lnTo>
                  <a:pt x="482" y="3712"/>
                </a:lnTo>
                <a:lnTo>
                  <a:pt x="483" y="3712"/>
                </a:lnTo>
                <a:lnTo>
                  <a:pt x="484" y="3712"/>
                </a:lnTo>
                <a:lnTo>
                  <a:pt x="485" y="3711"/>
                </a:lnTo>
                <a:lnTo>
                  <a:pt x="486" y="3711"/>
                </a:lnTo>
                <a:lnTo>
                  <a:pt x="487" y="3710"/>
                </a:lnTo>
                <a:lnTo>
                  <a:pt x="488" y="3710"/>
                </a:lnTo>
                <a:lnTo>
                  <a:pt x="489" y="3710"/>
                </a:lnTo>
                <a:lnTo>
                  <a:pt x="489" y="3709"/>
                </a:lnTo>
                <a:lnTo>
                  <a:pt x="488" y="3709"/>
                </a:lnTo>
                <a:lnTo>
                  <a:pt x="487" y="3708"/>
                </a:lnTo>
                <a:lnTo>
                  <a:pt x="487" y="3707"/>
                </a:lnTo>
                <a:lnTo>
                  <a:pt x="487" y="3706"/>
                </a:lnTo>
                <a:lnTo>
                  <a:pt x="486" y="3706"/>
                </a:lnTo>
                <a:lnTo>
                  <a:pt x="486" y="3705"/>
                </a:lnTo>
                <a:lnTo>
                  <a:pt x="487" y="3705"/>
                </a:lnTo>
                <a:lnTo>
                  <a:pt x="487" y="3704"/>
                </a:lnTo>
                <a:lnTo>
                  <a:pt x="486" y="3704"/>
                </a:lnTo>
                <a:lnTo>
                  <a:pt x="486" y="3703"/>
                </a:lnTo>
                <a:lnTo>
                  <a:pt x="485" y="3703"/>
                </a:lnTo>
                <a:lnTo>
                  <a:pt x="486" y="3703"/>
                </a:lnTo>
                <a:lnTo>
                  <a:pt x="486" y="3702"/>
                </a:lnTo>
                <a:lnTo>
                  <a:pt x="485" y="3702"/>
                </a:lnTo>
                <a:lnTo>
                  <a:pt x="485" y="3701"/>
                </a:lnTo>
                <a:lnTo>
                  <a:pt x="485" y="3700"/>
                </a:lnTo>
                <a:lnTo>
                  <a:pt x="486" y="3699"/>
                </a:lnTo>
                <a:lnTo>
                  <a:pt x="486" y="3698"/>
                </a:lnTo>
                <a:lnTo>
                  <a:pt x="486" y="3697"/>
                </a:lnTo>
                <a:lnTo>
                  <a:pt x="485" y="3697"/>
                </a:lnTo>
                <a:lnTo>
                  <a:pt x="485" y="3696"/>
                </a:lnTo>
                <a:lnTo>
                  <a:pt x="485" y="3695"/>
                </a:lnTo>
                <a:lnTo>
                  <a:pt x="486" y="3695"/>
                </a:lnTo>
                <a:lnTo>
                  <a:pt x="486" y="3694"/>
                </a:lnTo>
                <a:lnTo>
                  <a:pt x="486" y="3693"/>
                </a:lnTo>
                <a:lnTo>
                  <a:pt x="487" y="3693"/>
                </a:lnTo>
                <a:lnTo>
                  <a:pt x="487" y="3692"/>
                </a:lnTo>
                <a:lnTo>
                  <a:pt x="487" y="3691"/>
                </a:lnTo>
                <a:lnTo>
                  <a:pt x="488" y="3691"/>
                </a:lnTo>
                <a:lnTo>
                  <a:pt x="488" y="3690"/>
                </a:lnTo>
                <a:lnTo>
                  <a:pt x="488" y="3689"/>
                </a:lnTo>
                <a:lnTo>
                  <a:pt x="488" y="3688"/>
                </a:lnTo>
                <a:lnTo>
                  <a:pt x="489" y="3688"/>
                </a:lnTo>
                <a:lnTo>
                  <a:pt x="489" y="3687"/>
                </a:lnTo>
                <a:lnTo>
                  <a:pt x="490" y="3687"/>
                </a:lnTo>
                <a:lnTo>
                  <a:pt x="490" y="3686"/>
                </a:lnTo>
                <a:lnTo>
                  <a:pt x="490" y="3685"/>
                </a:lnTo>
                <a:lnTo>
                  <a:pt x="490" y="3684"/>
                </a:lnTo>
                <a:lnTo>
                  <a:pt x="490" y="3683"/>
                </a:lnTo>
                <a:lnTo>
                  <a:pt x="490" y="3682"/>
                </a:lnTo>
                <a:lnTo>
                  <a:pt x="490" y="3681"/>
                </a:lnTo>
                <a:lnTo>
                  <a:pt x="490" y="3680"/>
                </a:lnTo>
                <a:lnTo>
                  <a:pt x="490" y="3679"/>
                </a:lnTo>
                <a:lnTo>
                  <a:pt x="490" y="3678"/>
                </a:lnTo>
                <a:lnTo>
                  <a:pt x="490" y="3677"/>
                </a:lnTo>
                <a:lnTo>
                  <a:pt x="490" y="3676"/>
                </a:lnTo>
                <a:lnTo>
                  <a:pt x="490" y="3675"/>
                </a:lnTo>
                <a:lnTo>
                  <a:pt x="491" y="3675"/>
                </a:lnTo>
                <a:lnTo>
                  <a:pt x="492" y="3675"/>
                </a:lnTo>
                <a:lnTo>
                  <a:pt x="492" y="3674"/>
                </a:lnTo>
                <a:lnTo>
                  <a:pt x="493" y="3674"/>
                </a:lnTo>
                <a:lnTo>
                  <a:pt x="492" y="3673"/>
                </a:lnTo>
                <a:lnTo>
                  <a:pt x="493" y="3673"/>
                </a:lnTo>
                <a:lnTo>
                  <a:pt x="493" y="3672"/>
                </a:lnTo>
                <a:lnTo>
                  <a:pt x="494" y="3672"/>
                </a:lnTo>
                <a:lnTo>
                  <a:pt x="494" y="3671"/>
                </a:lnTo>
                <a:lnTo>
                  <a:pt x="494" y="3670"/>
                </a:lnTo>
                <a:lnTo>
                  <a:pt x="493" y="3670"/>
                </a:lnTo>
                <a:lnTo>
                  <a:pt x="492" y="3670"/>
                </a:lnTo>
                <a:lnTo>
                  <a:pt x="491" y="3669"/>
                </a:lnTo>
                <a:lnTo>
                  <a:pt x="491" y="3668"/>
                </a:lnTo>
                <a:lnTo>
                  <a:pt x="490" y="3668"/>
                </a:lnTo>
                <a:lnTo>
                  <a:pt x="489" y="3668"/>
                </a:lnTo>
                <a:lnTo>
                  <a:pt x="489" y="3667"/>
                </a:lnTo>
                <a:lnTo>
                  <a:pt x="488" y="3667"/>
                </a:lnTo>
                <a:lnTo>
                  <a:pt x="489" y="3666"/>
                </a:lnTo>
                <a:lnTo>
                  <a:pt x="490" y="3666"/>
                </a:lnTo>
                <a:lnTo>
                  <a:pt x="490" y="3665"/>
                </a:lnTo>
                <a:lnTo>
                  <a:pt x="490" y="3664"/>
                </a:lnTo>
                <a:lnTo>
                  <a:pt x="491" y="3664"/>
                </a:lnTo>
                <a:lnTo>
                  <a:pt x="491" y="3663"/>
                </a:lnTo>
                <a:lnTo>
                  <a:pt x="491" y="3662"/>
                </a:lnTo>
                <a:lnTo>
                  <a:pt x="491" y="3661"/>
                </a:lnTo>
                <a:lnTo>
                  <a:pt x="491" y="3660"/>
                </a:lnTo>
                <a:lnTo>
                  <a:pt x="492" y="3660"/>
                </a:lnTo>
                <a:lnTo>
                  <a:pt x="491" y="3660"/>
                </a:lnTo>
                <a:lnTo>
                  <a:pt x="492" y="3660"/>
                </a:lnTo>
                <a:lnTo>
                  <a:pt x="492" y="3659"/>
                </a:lnTo>
                <a:lnTo>
                  <a:pt x="493" y="3659"/>
                </a:lnTo>
                <a:lnTo>
                  <a:pt x="493" y="3658"/>
                </a:lnTo>
                <a:lnTo>
                  <a:pt x="493" y="3657"/>
                </a:lnTo>
                <a:lnTo>
                  <a:pt x="494" y="3657"/>
                </a:lnTo>
                <a:lnTo>
                  <a:pt x="493" y="3656"/>
                </a:lnTo>
                <a:lnTo>
                  <a:pt x="494" y="3656"/>
                </a:lnTo>
                <a:lnTo>
                  <a:pt x="494" y="3655"/>
                </a:lnTo>
                <a:lnTo>
                  <a:pt x="494" y="3654"/>
                </a:lnTo>
                <a:lnTo>
                  <a:pt x="494" y="3653"/>
                </a:lnTo>
                <a:lnTo>
                  <a:pt x="495" y="3652"/>
                </a:lnTo>
                <a:lnTo>
                  <a:pt x="495" y="3651"/>
                </a:lnTo>
                <a:lnTo>
                  <a:pt x="494" y="3651"/>
                </a:lnTo>
                <a:lnTo>
                  <a:pt x="494" y="3650"/>
                </a:lnTo>
                <a:lnTo>
                  <a:pt x="493" y="3650"/>
                </a:lnTo>
                <a:lnTo>
                  <a:pt x="493" y="3649"/>
                </a:lnTo>
                <a:lnTo>
                  <a:pt x="493" y="3648"/>
                </a:lnTo>
                <a:lnTo>
                  <a:pt x="492" y="3648"/>
                </a:lnTo>
                <a:lnTo>
                  <a:pt x="491" y="3648"/>
                </a:lnTo>
                <a:lnTo>
                  <a:pt x="491" y="3647"/>
                </a:lnTo>
                <a:lnTo>
                  <a:pt x="490" y="3647"/>
                </a:lnTo>
                <a:lnTo>
                  <a:pt x="490" y="3646"/>
                </a:lnTo>
                <a:lnTo>
                  <a:pt x="490" y="3645"/>
                </a:lnTo>
                <a:lnTo>
                  <a:pt x="489" y="3645"/>
                </a:lnTo>
                <a:lnTo>
                  <a:pt x="487" y="3645"/>
                </a:lnTo>
                <a:lnTo>
                  <a:pt x="486" y="3645"/>
                </a:lnTo>
                <a:lnTo>
                  <a:pt x="486" y="3644"/>
                </a:lnTo>
                <a:lnTo>
                  <a:pt x="485" y="3644"/>
                </a:lnTo>
                <a:lnTo>
                  <a:pt x="485" y="3643"/>
                </a:lnTo>
                <a:lnTo>
                  <a:pt x="485" y="3642"/>
                </a:lnTo>
                <a:lnTo>
                  <a:pt x="484" y="3642"/>
                </a:lnTo>
                <a:lnTo>
                  <a:pt x="483" y="3642"/>
                </a:lnTo>
                <a:lnTo>
                  <a:pt x="483" y="3641"/>
                </a:lnTo>
                <a:lnTo>
                  <a:pt x="483" y="3640"/>
                </a:lnTo>
                <a:lnTo>
                  <a:pt x="483" y="3639"/>
                </a:lnTo>
                <a:lnTo>
                  <a:pt x="484" y="3639"/>
                </a:lnTo>
                <a:lnTo>
                  <a:pt x="484" y="3638"/>
                </a:lnTo>
                <a:lnTo>
                  <a:pt x="484" y="3637"/>
                </a:lnTo>
                <a:lnTo>
                  <a:pt x="483" y="3637"/>
                </a:lnTo>
                <a:lnTo>
                  <a:pt x="484" y="3637"/>
                </a:lnTo>
                <a:lnTo>
                  <a:pt x="485" y="3637"/>
                </a:lnTo>
                <a:lnTo>
                  <a:pt x="486" y="3637"/>
                </a:lnTo>
                <a:lnTo>
                  <a:pt x="487" y="3636"/>
                </a:lnTo>
                <a:lnTo>
                  <a:pt x="486" y="3635"/>
                </a:lnTo>
                <a:lnTo>
                  <a:pt x="486" y="3634"/>
                </a:lnTo>
                <a:lnTo>
                  <a:pt x="485" y="3634"/>
                </a:lnTo>
                <a:lnTo>
                  <a:pt x="485" y="3633"/>
                </a:lnTo>
                <a:lnTo>
                  <a:pt x="486" y="3633"/>
                </a:lnTo>
                <a:lnTo>
                  <a:pt x="486" y="3632"/>
                </a:lnTo>
                <a:lnTo>
                  <a:pt x="487" y="3632"/>
                </a:lnTo>
                <a:lnTo>
                  <a:pt x="487" y="3631"/>
                </a:lnTo>
                <a:lnTo>
                  <a:pt x="488" y="3631"/>
                </a:lnTo>
                <a:lnTo>
                  <a:pt x="488" y="3630"/>
                </a:lnTo>
                <a:lnTo>
                  <a:pt x="489" y="3631"/>
                </a:lnTo>
                <a:lnTo>
                  <a:pt x="490" y="3631"/>
                </a:lnTo>
                <a:lnTo>
                  <a:pt x="490" y="3632"/>
                </a:lnTo>
                <a:lnTo>
                  <a:pt x="489" y="3632"/>
                </a:lnTo>
                <a:lnTo>
                  <a:pt x="489" y="3633"/>
                </a:lnTo>
                <a:lnTo>
                  <a:pt x="490" y="3633"/>
                </a:lnTo>
                <a:lnTo>
                  <a:pt x="490" y="3634"/>
                </a:lnTo>
                <a:lnTo>
                  <a:pt x="490" y="3633"/>
                </a:lnTo>
                <a:lnTo>
                  <a:pt x="491" y="3633"/>
                </a:lnTo>
                <a:lnTo>
                  <a:pt x="491" y="3634"/>
                </a:lnTo>
                <a:lnTo>
                  <a:pt x="491" y="3633"/>
                </a:lnTo>
                <a:lnTo>
                  <a:pt x="492" y="3633"/>
                </a:lnTo>
                <a:lnTo>
                  <a:pt x="492" y="3632"/>
                </a:lnTo>
                <a:lnTo>
                  <a:pt x="494" y="3632"/>
                </a:lnTo>
                <a:lnTo>
                  <a:pt x="495" y="3632"/>
                </a:lnTo>
                <a:lnTo>
                  <a:pt x="496" y="3633"/>
                </a:lnTo>
                <a:lnTo>
                  <a:pt x="497" y="3633"/>
                </a:lnTo>
                <a:lnTo>
                  <a:pt x="497" y="3634"/>
                </a:lnTo>
                <a:lnTo>
                  <a:pt x="498" y="3633"/>
                </a:lnTo>
                <a:lnTo>
                  <a:pt x="499" y="3634"/>
                </a:lnTo>
                <a:lnTo>
                  <a:pt x="500" y="3633"/>
                </a:lnTo>
                <a:lnTo>
                  <a:pt x="500" y="3634"/>
                </a:lnTo>
                <a:lnTo>
                  <a:pt x="501" y="3634"/>
                </a:lnTo>
                <a:lnTo>
                  <a:pt x="501" y="3633"/>
                </a:lnTo>
                <a:lnTo>
                  <a:pt x="502" y="3633"/>
                </a:lnTo>
                <a:lnTo>
                  <a:pt x="503" y="3633"/>
                </a:lnTo>
                <a:lnTo>
                  <a:pt x="503" y="3632"/>
                </a:lnTo>
                <a:lnTo>
                  <a:pt x="504" y="3632"/>
                </a:lnTo>
                <a:lnTo>
                  <a:pt x="504" y="3631"/>
                </a:lnTo>
                <a:lnTo>
                  <a:pt x="504" y="3632"/>
                </a:lnTo>
                <a:lnTo>
                  <a:pt x="505" y="3632"/>
                </a:lnTo>
                <a:lnTo>
                  <a:pt x="505" y="3631"/>
                </a:lnTo>
                <a:lnTo>
                  <a:pt x="506" y="3631"/>
                </a:lnTo>
                <a:lnTo>
                  <a:pt x="507" y="3630"/>
                </a:lnTo>
                <a:lnTo>
                  <a:pt x="508" y="3630"/>
                </a:lnTo>
                <a:lnTo>
                  <a:pt x="509" y="3629"/>
                </a:lnTo>
                <a:lnTo>
                  <a:pt x="509" y="3628"/>
                </a:lnTo>
                <a:lnTo>
                  <a:pt x="510" y="3628"/>
                </a:lnTo>
                <a:lnTo>
                  <a:pt x="510" y="3627"/>
                </a:lnTo>
                <a:lnTo>
                  <a:pt x="511" y="3627"/>
                </a:lnTo>
                <a:lnTo>
                  <a:pt x="512" y="3627"/>
                </a:lnTo>
                <a:lnTo>
                  <a:pt x="512" y="3628"/>
                </a:lnTo>
                <a:lnTo>
                  <a:pt x="513" y="3628"/>
                </a:lnTo>
                <a:lnTo>
                  <a:pt x="513" y="3629"/>
                </a:lnTo>
                <a:lnTo>
                  <a:pt x="514" y="3629"/>
                </a:lnTo>
                <a:lnTo>
                  <a:pt x="514" y="3630"/>
                </a:lnTo>
                <a:lnTo>
                  <a:pt x="515" y="3630"/>
                </a:lnTo>
                <a:lnTo>
                  <a:pt x="515" y="3631"/>
                </a:lnTo>
                <a:lnTo>
                  <a:pt x="516" y="3631"/>
                </a:lnTo>
                <a:lnTo>
                  <a:pt x="517" y="3631"/>
                </a:lnTo>
                <a:lnTo>
                  <a:pt x="517" y="3630"/>
                </a:lnTo>
                <a:lnTo>
                  <a:pt x="517" y="3629"/>
                </a:lnTo>
                <a:lnTo>
                  <a:pt x="518" y="3629"/>
                </a:lnTo>
                <a:lnTo>
                  <a:pt x="518" y="3628"/>
                </a:lnTo>
                <a:lnTo>
                  <a:pt x="519" y="3628"/>
                </a:lnTo>
                <a:lnTo>
                  <a:pt x="520" y="3628"/>
                </a:lnTo>
                <a:lnTo>
                  <a:pt x="520" y="3629"/>
                </a:lnTo>
                <a:lnTo>
                  <a:pt x="521" y="3629"/>
                </a:lnTo>
                <a:lnTo>
                  <a:pt x="521" y="3628"/>
                </a:lnTo>
                <a:lnTo>
                  <a:pt x="522" y="3628"/>
                </a:lnTo>
                <a:lnTo>
                  <a:pt x="522" y="3627"/>
                </a:lnTo>
                <a:lnTo>
                  <a:pt x="521" y="3627"/>
                </a:lnTo>
                <a:lnTo>
                  <a:pt x="522" y="3626"/>
                </a:lnTo>
                <a:lnTo>
                  <a:pt x="522" y="3625"/>
                </a:lnTo>
                <a:lnTo>
                  <a:pt x="523" y="3625"/>
                </a:lnTo>
                <a:lnTo>
                  <a:pt x="523" y="3624"/>
                </a:lnTo>
                <a:lnTo>
                  <a:pt x="524" y="3624"/>
                </a:lnTo>
                <a:lnTo>
                  <a:pt x="524" y="3625"/>
                </a:lnTo>
                <a:lnTo>
                  <a:pt x="525" y="3625"/>
                </a:lnTo>
                <a:lnTo>
                  <a:pt x="525" y="3626"/>
                </a:lnTo>
                <a:lnTo>
                  <a:pt x="526" y="3626"/>
                </a:lnTo>
                <a:lnTo>
                  <a:pt x="526" y="3627"/>
                </a:lnTo>
                <a:lnTo>
                  <a:pt x="526" y="3628"/>
                </a:lnTo>
                <a:lnTo>
                  <a:pt x="527" y="3629"/>
                </a:lnTo>
                <a:lnTo>
                  <a:pt x="528" y="3629"/>
                </a:lnTo>
                <a:lnTo>
                  <a:pt x="528" y="3630"/>
                </a:lnTo>
                <a:lnTo>
                  <a:pt x="529" y="3631"/>
                </a:lnTo>
                <a:lnTo>
                  <a:pt x="530" y="3631"/>
                </a:lnTo>
                <a:lnTo>
                  <a:pt x="530" y="3629"/>
                </a:lnTo>
                <a:lnTo>
                  <a:pt x="531" y="3629"/>
                </a:lnTo>
                <a:lnTo>
                  <a:pt x="532" y="3629"/>
                </a:lnTo>
                <a:lnTo>
                  <a:pt x="533" y="3629"/>
                </a:lnTo>
                <a:lnTo>
                  <a:pt x="533" y="3628"/>
                </a:lnTo>
                <a:lnTo>
                  <a:pt x="533" y="3627"/>
                </a:lnTo>
                <a:lnTo>
                  <a:pt x="534" y="3627"/>
                </a:lnTo>
                <a:lnTo>
                  <a:pt x="534" y="3626"/>
                </a:lnTo>
                <a:lnTo>
                  <a:pt x="533" y="3626"/>
                </a:lnTo>
                <a:lnTo>
                  <a:pt x="533" y="3625"/>
                </a:lnTo>
                <a:lnTo>
                  <a:pt x="534" y="3625"/>
                </a:lnTo>
                <a:lnTo>
                  <a:pt x="534" y="3624"/>
                </a:lnTo>
                <a:lnTo>
                  <a:pt x="535" y="3624"/>
                </a:lnTo>
                <a:lnTo>
                  <a:pt x="535" y="3623"/>
                </a:lnTo>
                <a:lnTo>
                  <a:pt x="536" y="3623"/>
                </a:lnTo>
                <a:lnTo>
                  <a:pt x="536" y="3622"/>
                </a:lnTo>
                <a:lnTo>
                  <a:pt x="537" y="3622"/>
                </a:lnTo>
                <a:lnTo>
                  <a:pt x="537" y="3621"/>
                </a:lnTo>
                <a:lnTo>
                  <a:pt x="537" y="3620"/>
                </a:lnTo>
                <a:lnTo>
                  <a:pt x="537" y="3619"/>
                </a:lnTo>
                <a:lnTo>
                  <a:pt x="538" y="3619"/>
                </a:lnTo>
                <a:lnTo>
                  <a:pt x="538" y="3618"/>
                </a:lnTo>
                <a:lnTo>
                  <a:pt x="538" y="3617"/>
                </a:lnTo>
                <a:lnTo>
                  <a:pt x="539" y="3617"/>
                </a:lnTo>
                <a:lnTo>
                  <a:pt x="539" y="3616"/>
                </a:lnTo>
                <a:lnTo>
                  <a:pt x="540" y="3616"/>
                </a:lnTo>
                <a:lnTo>
                  <a:pt x="541" y="3616"/>
                </a:lnTo>
                <a:lnTo>
                  <a:pt x="541" y="3615"/>
                </a:lnTo>
                <a:lnTo>
                  <a:pt x="542" y="3615"/>
                </a:lnTo>
                <a:lnTo>
                  <a:pt x="543" y="3614"/>
                </a:lnTo>
                <a:lnTo>
                  <a:pt x="543" y="3613"/>
                </a:lnTo>
                <a:lnTo>
                  <a:pt x="544" y="3612"/>
                </a:lnTo>
                <a:lnTo>
                  <a:pt x="544" y="3611"/>
                </a:lnTo>
                <a:lnTo>
                  <a:pt x="545" y="3610"/>
                </a:lnTo>
                <a:lnTo>
                  <a:pt x="545" y="3609"/>
                </a:lnTo>
                <a:lnTo>
                  <a:pt x="545" y="3608"/>
                </a:lnTo>
                <a:lnTo>
                  <a:pt x="546" y="3608"/>
                </a:lnTo>
                <a:lnTo>
                  <a:pt x="546" y="3607"/>
                </a:lnTo>
                <a:lnTo>
                  <a:pt x="547" y="3606"/>
                </a:lnTo>
                <a:lnTo>
                  <a:pt x="547" y="3605"/>
                </a:lnTo>
                <a:lnTo>
                  <a:pt x="548" y="3605"/>
                </a:lnTo>
                <a:lnTo>
                  <a:pt x="548" y="3604"/>
                </a:lnTo>
                <a:lnTo>
                  <a:pt x="549" y="3604"/>
                </a:lnTo>
                <a:lnTo>
                  <a:pt x="550" y="3603"/>
                </a:lnTo>
                <a:lnTo>
                  <a:pt x="550" y="3602"/>
                </a:lnTo>
                <a:lnTo>
                  <a:pt x="549" y="3602"/>
                </a:lnTo>
                <a:lnTo>
                  <a:pt x="549" y="3601"/>
                </a:lnTo>
                <a:lnTo>
                  <a:pt x="549" y="3600"/>
                </a:lnTo>
                <a:lnTo>
                  <a:pt x="550" y="3599"/>
                </a:lnTo>
                <a:lnTo>
                  <a:pt x="551" y="3599"/>
                </a:lnTo>
                <a:lnTo>
                  <a:pt x="551" y="3600"/>
                </a:lnTo>
                <a:lnTo>
                  <a:pt x="553" y="3600"/>
                </a:lnTo>
                <a:lnTo>
                  <a:pt x="554" y="3600"/>
                </a:lnTo>
                <a:lnTo>
                  <a:pt x="555" y="3601"/>
                </a:lnTo>
                <a:lnTo>
                  <a:pt x="556" y="3601"/>
                </a:lnTo>
                <a:lnTo>
                  <a:pt x="557" y="3601"/>
                </a:lnTo>
                <a:lnTo>
                  <a:pt x="558" y="3601"/>
                </a:lnTo>
                <a:lnTo>
                  <a:pt x="559" y="3601"/>
                </a:lnTo>
                <a:lnTo>
                  <a:pt x="560" y="3601"/>
                </a:lnTo>
                <a:lnTo>
                  <a:pt x="560" y="3600"/>
                </a:lnTo>
                <a:lnTo>
                  <a:pt x="561" y="3600"/>
                </a:lnTo>
                <a:lnTo>
                  <a:pt x="561" y="3599"/>
                </a:lnTo>
                <a:lnTo>
                  <a:pt x="561" y="3598"/>
                </a:lnTo>
                <a:lnTo>
                  <a:pt x="560" y="3598"/>
                </a:lnTo>
                <a:lnTo>
                  <a:pt x="560" y="3597"/>
                </a:lnTo>
                <a:lnTo>
                  <a:pt x="559" y="3597"/>
                </a:lnTo>
                <a:lnTo>
                  <a:pt x="558" y="3596"/>
                </a:lnTo>
                <a:lnTo>
                  <a:pt x="558" y="3595"/>
                </a:lnTo>
                <a:lnTo>
                  <a:pt x="557" y="3595"/>
                </a:lnTo>
                <a:lnTo>
                  <a:pt x="557" y="3594"/>
                </a:lnTo>
                <a:lnTo>
                  <a:pt x="556" y="3594"/>
                </a:lnTo>
                <a:lnTo>
                  <a:pt x="555" y="3593"/>
                </a:lnTo>
                <a:lnTo>
                  <a:pt x="555" y="3592"/>
                </a:lnTo>
                <a:lnTo>
                  <a:pt x="554" y="3592"/>
                </a:lnTo>
                <a:lnTo>
                  <a:pt x="553" y="3592"/>
                </a:lnTo>
                <a:lnTo>
                  <a:pt x="553" y="3591"/>
                </a:lnTo>
                <a:lnTo>
                  <a:pt x="552" y="3591"/>
                </a:lnTo>
                <a:lnTo>
                  <a:pt x="552" y="3590"/>
                </a:lnTo>
                <a:lnTo>
                  <a:pt x="552" y="3589"/>
                </a:lnTo>
                <a:lnTo>
                  <a:pt x="551" y="3589"/>
                </a:lnTo>
                <a:lnTo>
                  <a:pt x="551" y="3588"/>
                </a:lnTo>
                <a:lnTo>
                  <a:pt x="551" y="3587"/>
                </a:lnTo>
                <a:lnTo>
                  <a:pt x="551" y="3586"/>
                </a:lnTo>
                <a:lnTo>
                  <a:pt x="551" y="3585"/>
                </a:lnTo>
                <a:lnTo>
                  <a:pt x="551" y="3584"/>
                </a:lnTo>
                <a:lnTo>
                  <a:pt x="552" y="3584"/>
                </a:lnTo>
                <a:lnTo>
                  <a:pt x="551" y="3584"/>
                </a:lnTo>
                <a:lnTo>
                  <a:pt x="550" y="3584"/>
                </a:lnTo>
                <a:lnTo>
                  <a:pt x="550" y="3583"/>
                </a:lnTo>
                <a:lnTo>
                  <a:pt x="549" y="3583"/>
                </a:lnTo>
                <a:lnTo>
                  <a:pt x="548" y="3583"/>
                </a:lnTo>
                <a:lnTo>
                  <a:pt x="548" y="3584"/>
                </a:lnTo>
                <a:lnTo>
                  <a:pt x="547" y="3584"/>
                </a:lnTo>
                <a:lnTo>
                  <a:pt x="546" y="3584"/>
                </a:lnTo>
                <a:lnTo>
                  <a:pt x="546" y="3585"/>
                </a:lnTo>
                <a:lnTo>
                  <a:pt x="545" y="3585"/>
                </a:lnTo>
                <a:lnTo>
                  <a:pt x="545" y="3586"/>
                </a:lnTo>
                <a:lnTo>
                  <a:pt x="544" y="3586"/>
                </a:lnTo>
                <a:lnTo>
                  <a:pt x="544" y="3587"/>
                </a:lnTo>
                <a:lnTo>
                  <a:pt x="544" y="3586"/>
                </a:lnTo>
                <a:lnTo>
                  <a:pt x="543" y="3586"/>
                </a:lnTo>
                <a:lnTo>
                  <a:pt x="542" y="3586"/>
                </a:lnTo>
                <a:lnTo>
                  <a:pt x="541" y="3586"/>
                </a:lnTo>
                <a:lnTo>
                  <a:pt x="541" y="3587"/>
                </a:lnTo>
                <a:lnTo>
                  <a:pt x="540" y="3587"/>
                </a:lnTo>
                <a:lnTo>
                  <a:pt x="540" y="3588"/>
                </a:lnTo>
                <a:lnTo>
                  <a:pt x="539" y="3588"/>
                </a:lnTo>
                <a:lnTo>
                  <a:pt x="539" y="3587"/>
                </a:lnTo>
                <a:lnTo>
                  <a:pt x="538" y="3587"/>
                </a:lnTo>
                <a:lnTo>
                  <a:pt x="538" y="3586"/>
                </a:lnTo>
                <a:lnTo>
                  <a:pt x="537" y="3586"/>
                </a:lnTo>
                <a:lnTo>
                  <a:pt x="537" y="3585"/>
                </a:lnTo>
                <a:lnTo>
                  <a:pt x="537" y="3584"/>
                </a:lnTo>
                <a:lnTo>
                  <a:pt x="536" y="3584"/>
                </a:lnTo>
                <a:lnTo>
                  <a:pt x="536" y="3583"/>
                </a:lnTo>
                <a:lnTo>
                  <a:pt x="536" y="3582"/>
                </a:lnTo>
                <a:lnTo>
                  <a:pt x="536" y="3581"/>
                </a:lnTo>
                <a:lnTo>
                  <a:pt x="537" y="3581"/>
                </a:lnTo>
                <a:lnTo>
                  <a:pt x="537" y="3580"/>
                </a:lnTo>
                <a:lnTo>
                  <a:pt x="538" y="3580"/>
                </a:lnTo>
                <a:lnTo>
                  <a:pt x="538" y="3579"/>
                </a:lnTo>
                <a:lnTo>
                  <a:pt x="538" y="3578"/>
                </a:lnTo>
                <a:lnTo>
                  <a:pt x="537" y="3578"/>
                </a:lnTo>
                <a:lnTo>
                  <a:pt x="537" y="3577"/>
                </a:lnTo>
                <a:lnTo>
                  <a:pt x="537" y="3576"/>
                </a:lnTo>
                <a:lnTo>
                  <a:pt x="536" y="3576"/>
                </a:lnTo>
                <a:lnTo>
                  <a:pt x="536" y="3575"/>
                </a:lnTo>
                <a:lnTo>
                  <a:pt x="535" y="3575"/>
                </a:lnTo>
                <a:lnTo>
                  <a:pt x="535" y="3574"/>
                </a:lnTo>
                <a:lnTo>
                  <a:pt x="534" y="3573"/>
                </a:lnTo>
                <a:lnTo>
                  <a:pt x="533" y="3573"/>
                </a:lnTo>
                <a:lnTo>
                  <a:pt x="532" y="3573"/>
                </a:lnTo>
                <a:lnTo>
                  <a:pt x="532" y="3572"/>
                </a:lnTo>
                <a:lnTo>
                  <a:pt x="531" y="3572"/>
                </a:lnTo>
                <a:lnTo>
                  <a:pt x="531" y="3571"/>
                </a:lnTo>
                <a:lnTo>
                  <a:pt x="530" y="3571"/>
                </a:lnTo>
                <a:lnTo>
                  <a:pt x="530" y="3569"/>
                </a:lnTo>
                <a:lnTo>
                  <a:pt x="529" y="3569"/>
                </a:lnTo>
                <a:lnTo>
                  <a:pt x="529" y="3568"/>
                </a:lnTo>
                <a:lnTo>
                  <a:pt x="529" y="3567"/>
                </a:lnTo>
                <a:lnTo>
                  <a:pt x="528" y="3567"/>
                </a:lnTo>
                <a:lnTo>
                  <a:pt x="527" y="3567"/>
                </a:lnTo>
                <a:lnTo>
                  <a:pt x="527" y="3566"/>
                </a:lnTo>
                <a:lnTo>
                  <a:pt x="526" y="3566"/>
                </a:lnTo>
                <a:lnTo>
                  <a:pt x="526" y="3565"/>
                </a:lnTo>
                <a:lnTo>
                  <a:pt x="525" y="3565"/>
                </a:lnTo>
                <a:lnTo>
                  <a:pt x="525" y="3566"/>
                </a:lnTo>
                <a:lnTo>
                  <a:pt x="524" y="3566"/>
                </a:lnTo>
                <a:lnTo>
                  <a:pt x="523" y="3565"/>
                </a:lnTo>
                <a:lnTo>
                  <a:pt x="522" y="3565"/>
                </a:lnTo>
                <a:lnTo>
                  <a:pt x="522" y="3564"/>
                </a:lnTo>
                <a:lnTo>
                  <a:pt x="522" y="3563"/>
                </a:lnTo>
                <a:lnTo>
                  <a:pt x="521" y="3563"/>
                </a:lnTo>
                <a:lnTo>
                  <a:pt x="520" y="3562"/>
                </a:lnTo>
                <a:lnTo>
                  <a:pt x="520" y="3561"/>
                </a:lnTo>
                <a:lnTo>
                  <a:pt x="519" y="3561"/>
                </a:lnTo>
                <a:lnTo>
                  <a:pt x="520" y="3561"/>
                </a:lnTo>
                <a:lnTo>
                  <a:pt x="519" y="3561"/>
                </a:lnTo>
                <a:lnTo>
                  <a:pt x="519" y="3560"/>
                </a:lnTo>
                <a:lnTo>
                  <a:pt x="520" y="3560"/>
                </a:lnTo>
                <a:lnTo>
                  <a:pt x="521" y="3560"/>
                </a:lnTo>
                <a:lnTo>
                  <a:pt x="522" y="3560"/>
                </a:lnTo>
                <a:lnTo>
                  <a:pt x="522" y="3559"/>
                </a:lnTo>
                <a:lnTo>
                  <a:pt x="523" y="3559"/>
                </a:lnTo>
                <a:lnTo>
                  <a:pt x="522" y="3558"/>
                </a:lnTo>
                <a:lnTo>
                  <a:pt x="523" y="3557"/>
                </a:lnTo>
                <a:lnTo>
                  <a:pt x="524" y="3557"/>
                </a:lnTo>
                <a:lnTo>
                  <a:pt x="524" y="3556"/>
                </a:lnTo>
                <a:lnTo>
                  <a:pt x="523" y="3556"/>
                </a:lnTo>
                <a:lnTo>
                  <a:pt x="523" y="3555"/>
                </a:lnTo>
                <a:lnTo>
                  <a:pt x="522" y="3555"/>
                </a:lnTo>
                <a:lnTo>
                  <a:pt x="522" y="3554"/>
                </a:lnTo>
                <a:lnTo>
                  <a:pt x="521" y="3554"/>
                </a:lnTo>
                <a:lnTo>
                  <a:pt x="521" y="3553"/>
                </a:lnTo>
                <a:lnTo>
                  <a:pt x="520" y="3553"/>
                </a:lnTo>
                <a:lnTo>
                  <a:pt x="520" y="3552"/>
                </a:lnTo>
                <a:lnTo>
                  <a:pt x="519" y="3552"/>
                </a:lnTo>
                <a:lnTo>
                  <a:pt x="519" y="3551"/>
                </a:lnTo>
                <a:lnTo>
                  <a:pt x="518" y="3551"/>
                </a:lnTo>
                <a:lnTo>
                  <a:pt x="518" y="3550"/>
                </a:lnTo>
                <a:lnTo>
                  <a:pt x="518" y="3549"/>
                </a:lnTo>
                <a:lnTo>
                  <a:pt x="518" y="3548"/>
                </a:lnTo>
                <a:lnTo>
                  <a:pt x="518" y="3547"/>
                </a:lnTo>
                <a:lnTo>
                  <a:pt x="518" y="3546"/>
                </a:lnTo>
                <a:lnTo>
                  <a:pt x="518" y="3545"/>
                </a:lnTo>
                <a:lnTo>
                  <a:pt x="517" y="3545"/>
                </a:lnTo>
                <a:lnTo>
                  <a:pt x="516" y="3545"/>
                </a:lnTo>
                <a:lnTo>
                  <a:pt x="516" y="3544"/>
                </a:lnTo>
                <a:lnTo>
                  <a:pt x="515" y="3544"/>
                </a:lnTo>
                <a:lnTo>
                  <a:pt x="514" y="3544"/>
                </a:lnTo>
                <a:lnTo>
                  <a:pt x="514" y="3543"/>
                </a:lnTo>
                <a:lnTo>
                  <a:pt x="513" y="3543"/>
                </a:lnTo>
                <a:lnTo>
                  <a:pt x="512" y="3542"/>
                </a:lnTo>
                <a:lnTo>
                  <a:pt x="511" y="3542"/>
                </a:lnTo>
                <a:lnTo>
                  <a:pt x="511" y="3541"/>
                </a:lnTo>
                <a:lnTo>
                  <a:pt x="510" y="3541"/>
                </a:lnTo>
                <a:lnTo>
                  <a:pt x="510" y="3540"/>
                </a:lnTo>
                <a:lnTo>
                  <a:pt x="509" y="3540"/>
                </a:lnTo>
                <a:lnTo>
                  <a:pt x="508" y="3540"/>
                </a:lnTo>
                <a:lnTo>
                  <a:pt x="508" y="3539"/>
                </a:lnTo>
                <a:lnTo>
                  <a:pt x="507" y="3539"/>
                </a:lnTo>
                <a:lnTo>
                  <a:pt x="506" y="3539"/>
                </a:lnTo>
                <a:lnTo>
                  <a:pt x="505" y="3539"/>
                </a:lnTo>
                <a:lnTo>
                  <a:pt x="504" y="3539"/>
                </a:lnTo>
                <a:lnTo>
                  <a:pt x="504" y="3538"/>
                </a:lnTo>
                <a:lnTo>
                  <a:pt x="503" y="3538"/>
                </a:lnTo>
                <a:lnTo>
                  <a:pt x="503" y="3539"/>
                </a:lnTo>
                <a:lnTo>
                  <a:pt x="502" y="3539"/>
                </a:lnTo>
                <a:lnTo>
                  <a:pt x="501" y="3539"/>
                </a:lnTo>
                <a:lnTo>
                  <a:pt x="502" y="3539"/>
                </a:lnTo>
                <a:lnTo>
                  <a:pt x="501" y="3539"/>
                </a:lnTo>
                <a:lnTo>
                  <a:pt x="501" y="3540"/>
                </a:lnTo>
                <a:lnTo>
                  <a:pt x="500" y="3540"/>
                </a:lnTo>
                <a:lnTo>
                  <a:pt x="500" y="3539"/>
                </a:lnTo>
                <a:lnTo>
                  <a:pt x="499" y="3539"/>
                </a:lnTo>
                <a:lnTo>
                  <a:pt x="499" y="3540"/>
                </a:lnTo>
                <a:lnTo>
                  <a:pt x="500" y="3541"/>
                </a:lnTo>
                <a:lnTo>
                  <a:pt x="499" y="3542"/>
                </a:lnTo>
                <a:lnTo>
                  <a:pt x="498" y="3542"/>
                </a:lnTo>
                <a:lnTo>
                  <a:pt x="498" y="3543"/>
                </a:lnTo>
                <a:lnTo>
                  <a:pt x="498" y="3544"/>
                </a:lnTo>
                <a:lnTo>
                  <a:pt x="497" y="3544"/>
                </a:lnTo>
                <a:lnTo>
                  <a:pt x="496" y="3544"/>
                </a:lnTo>
                <a:lnTo>
                  <a:pt x="496" y="3543"/>
                </a:lnTo>
                <a:lnTo>
                  <a:pt x="495" y="3543"/>
                </a:lnTo>
                <a:lnTo>
                  <a:pt x="495" y="3542"/>
                </a:lnTo>
                <a:lnTo>
                  <a:pt x="494" y="3542"/>
                </a:lnTo>
                <a:lnTo>
                  <a:pt x="493" y="3542"/>
                </a:lnTo>
                <a:lnTo>
                  <a:pt x="493" y="3541"/>
                </a:lnTo>
                <a:lnTo>
                  <a:pt x="494" y="3541"/>
                </a:lnTo>
                <a:lnTo>
                  <a:pt x="494" y="3540"/>
                </a:lnTo>
                <a:lnTo>
                  <a:pt x="493" y="3540"/>
                </a:lnTo>
                <a:lnTo>
                  <a:pt x="493" y="3539"/>
                </a:lnTo>
                <a:lnTo>
                  <a:pt x="494" y="3539"/>
                </a:lnTo>
                <a:lnTo>
                  <a:pt x="494" y="3538"/>
                </a:lnTo>
                <a:lnTo>
                  <a:pt x="494" y="3537"/>
                </a:lnTo>
                <a:lnTo>
                  <a:pt x="494" y="3536"/>
                </a:lnTo>
                <a:lnTo>
                  <a:pt x="495" y="3536"/>
                </a:lnTo>
                <a:lnTo>
                  <a:pt x="495" y="3535"/>
                </a:lnTo>
                <a:lnTo>
                  <a:pt x="495" y="3534"/>
                </a:lnTo>
                <a:lnTo>
                  <a:pt x="496" y="3534"/>
                </a:lnTo>
                <a:lnTo>
                  <a:pt x="496" y="3533"/>
                </a:lnTo>
                <a:lnTo>
                  <a:pt x="496" y="3532"/>
                </a:lnTo>
                <a:lnTo>
                  <a:pt x="495" y="3532"/>
                </a:lnTo>
                <a:lnTo>
                  <a:pt x="495" y="3531"/>
                </a:lnTo>
                <a:lnTo>
                  <a:pt x="495" y="3530"/>
                </a:lnTo>
                <a:lnTo>
                  <a:pt x="495" y="3529"/>
                </a:lnTo>
                <a:lnTo>
                  <a:pt x="496" y="3529"/>
                </a:lnTo>
                <a:lnTo>
                  <a:pt x="495" y="3529"/>
                </a:lnTo>
                <a:lnTo>
                  <a:pt x="494" y="3529"/>
                </a:lnTo>
                <a:lnTo>
                  <a:pt x="494" y="3528"/>
                </a:lnTo>
                <a:lnTo>
                  <a:pt x="493" y="3528"/>
                </a:lnTo>
                <a:lnTo>
                  <a:pt x="493" y="3527"/>
                </a:lnTo>
                <a:lnTo>
                  <a:pt x="492" y="3527"/>
                </a:lnTo>
                <a:lnTo>
                  <a:pt x="491" y="3527"/>
                </a:lnTo>
                <a:lnTo>
                  <a:pt x="490" y="3527"/>
                </a:lnTo>
                <a:lnTo>
                  <a:pt x="489" y="3527"/>
                </a:lnTo>
                <a:lnTo>
                  <a:pt x="489" y="3526"/>
                </a:lnTo>
                <a:lnTo>
                  <a:pt x="488" y="3526"/>
                </a:lnTo>
                <a:lnTo>
                  <a:pt x="488" y="3525"/>
                </a:lnTo>
                <a:lnTo>
                  <a:pt x="488" y="3524"/>
                </a:lnTo>
                <a:lnTo>
                  <a:pt x="487" y="3524"/>
                </a:lnTo>
                <a:lnTo>
                  <a:pt x="487" y="3525"/>
                </a:lnTo>
                <a:lnTo>
                  <a:pt x="486" y="3525"/>
                </a:lnTo>
                <a:lnTo>
                  <a:pt x="485" y="3525"/>
                </a:lnTo>
                <a:lnTo>
                  <a:pt x="484" y="3525"/>
                </a:lnTo>
                <a:lnTo>
                  <a:pt x="484" y="3526"/>
                </a:lnTo>
                <a:lnTo>
                  <a:pt x="483" y="3526"/>
                </a:lnTo>
                <a:lnTo>
                  <a:pt x="483" y="3527"/>
                </a:lnTo>
                <a:lnTo>
                  <a:pt x="482" y="3527"/>
                </a:lnTo>
                <a:lnTo>
                  <a:pt x="482" y="3526"/>
                </a:lnTo>
                <a:lnTo>
                  <a:pt x="481" y="3526"/>
                </a:lnTo>
                <a:lnTo>
                  <a:pt x="480" y="3526"/>
                </a:lnTo>
                <a:lnTo>
                  <a:pt x="479" y="3527"/>
                </a:lnTo>
                <a:lnTo>
                  <a:pt x="479" y="3528"/>
                </a:lnTo>
                <a:lnTo>
                  <a:pt x="478" y="3528"/>
                </a:lnTo>
                <a:lnTo>
                  <a:pt x="478" y="3529"/>
                </a:lnTo>
                <a:lnTo>
                  <a:pt x="477" y="3530"/>
                </a:lnTo>
                <a:lnTo>
                  <a:pt x="476" y="3530"/>
                </a:lnTo>
                <a:lnTo>
                  <a:pt x="475" y="3530"/>
                </a:lnTo>
                <a:lnTo>
                  <a:pt x="475" y="3529"/>
                </a:lnTo>
                <a:lnTo>
                  <a:pt x="475" y="3528"/>
                </a:lnTo>
                <a:lnTo>
                  <a:pt x="475" y="3527"/>
                </a:lnTo>
                <a:lnTo>
                  <a:pt x="475" y="3526"/>
                </a:lnTo>
                <a:lnTo>
                  <a:pt x="475" y="3525"/>
                </a:lnTo>
                <a:lnTo>
                  <a:pt x="476" y="3525"/>
                </a:lnTo>
                <a:lnTo>
                  <a:pt x="476" y="3524"/>
                </a:lnTo>
                <a:lnTo>
                  <a:pt x="476" y="3523"/>
                </a:lnTo>
                <a:lnTo>
                  <a:pt x="476" y="3522"/>
                </a:lnTo>
                <a:lnTo>
                  <a:pt x="477" y="3522"/>
                </a:lnTo>
                <a:lnTo>
                  <a:pt x="477" y="3521"/>
                </a:lnTo>
                <a:lnTo>
                  <a:pt x="477" y="3520"/>
                </a:lnTo>
                <a:lnTo>
                  <a:pt x="476" y="3520"/>
                </a:lnTo>
                <a:lnTo>
                  <a:pt x="476" y="3519"/>
                </a:lnTo>
                <a:lnTo>
                  <a:pt x="475" y="3519"/>
                </a:lnTo>
                <a:lnTo>
                  <a:pt x="475" y="3518"/>
                </a:lnTo>
                <a:lnTo>
                  <a:pt x="474" y="3518"/>
                </a:lnTo>
                <a:lnTo>
                  <a:pt x="473" y="3518"/>
                </a:lnTo>
                <a:lnTo>
                  <a:pt x="473" y="3517"/>
                </a:lnTo>
                <a:lnTo>
                  <a:pt x="472" y="3516"/>
                </a:lnTo>
                <a:lnTo>
                  <a:pt x="471" y="3516"/>
                </a:lnTo>
                <a:lnTo>
                  <a:pt x="471" y="3515"/>
                </a:lnTo>
                <a:lnTo>
                  <a:pt x="470" y="3515"/>
                </a:lnTo>
                <a:lnTo>
                  <a:pt x="469" y="3515"/>
                </a:lnTo>
                <a:lnTo>
                  <a:pt x="468" y="3514"/>
                </a:lnTo>
                <a:lnTo>
                  <a:pt x="467" y="3514"/>
                </a:lnTo>
                <a:lnTo>
                  <a:pt x="466" y="3514"/>
                </a:lnTo>
                <a:lnTo>
                  <a:pt x="465" y="3514"/>
                </a:lnTo>
                <a:lnTo>
                  <a:pt x="464" y="3514"/>
                </a:lnTo>
                <a:lnTo>
                  <a:pt x="463" y="3514"/>
                </a:lnTo>
                <a:lnTo>
                  <a:pt x="462" y="3513"/>
                </a:lnTo>
                <a:lnTo>
                  <a:pt x="462" y="3512"/>
                </a:lnTo>
                <a:lnTo>
                  <a:pt x="462" y="3511"/>
                </a:lnTo>
                <a:lnTo>
                  <a:pt x="461" y="3511"/>
                </a:lnTo>
                <a:lnTo>
                  <a:pt x="460" y="3511"/>
                </a:lnTo>
                <a:lnTo>
                  <a:pt x="460" y="3510"/>
                </a:lnTo>
                <a:lnTo>
                  <a:pt x="459" y="3510"/>
                </a:lnTo>
                <a:lnTo>
                  <a:pt x="458" y="3510"/>
                </a:lnTo>
                <a:lnTo>
                  <a:pt x="458" y="3509"/>
                </a:lnTo>
                <a:lnTo>
                  <a:pt x="457" y="3509"/>
                </a:lnTo>
                <a:lnTo>
                  <a:pt x="456" y="3509"/>
                </a:lnTo>
                <a:lnTo>
                  <a:pt x="456" y="3508"/>
                </a:lnTo>
                <a:lnTo>
                  <a:pt x="455" y="3508"/>
                </a:lnTo>
                <a:lnTo>
                  <a:pt x="455" y="3507"/>
                </a:lnTo>
                <a:lnTo>
                  <a:pt x="455" y="3506"/>
                </a:lnTo>
                <a:lnTo>
                  <a:pt x="454" y="3506"/>
                </a:lnTo>
                <a:lnTo>
                  <a:pt x="454" y="3505"/>
                </a:lnTo>
                <a:lnTo>
                  <a:pt x="454" y="3504"/>
                </a:lnTo>
                <a:lnTo>
                  <a:pt x="454" y="3503"/>
                </a:lnTo>
                <a:lnTo>
                  <a:pt x="454" y="3502"/>
                </a:lnTo>
                <a:lnTo>
                  <a:pt x="454" y="3501"/>
                </a:lnTo>
                <a:lnTo>
                  <a:pt x="454" y="3500"/>
                </a:lnTo>
                <a:lnTo>
                  <a:pt x="455" y="3500"/>
                </a:lnTo>
                <a:lnTo>
                  <a:pt x="454" y="3499"/>
                </a:lnTo>
                <a:lnTo>
                  <a:pt x="454" y="3498"/>
                </a:lnTo>
                <a:lnTo>
                  <a:pt x="455" y="3498"/>
                </a:lnTo>
                <a:lnTo>
                  <a:pt x="456" y="3498"/>
                </a:lnTo>
                <a:lnTo>
                  <a:pt x="456" y="3497"/>
                </a:lnTo>
                <a:lnTo>
                  <a:pt x="457" y="3497"/>
                </a:lnTo>
                <a:lnTo>
                  <a:pt x="457" y="3496"/>
                </a:lnTo>
                <a:lnTo>
                  <a:pt x="458" y="3496"/>
                </a:lnTo>
                <a:lnTo>
                  <a:pt x="458" y="3495"/>
                </a:lnTo>
                <a:lnTo>
                  <a:pt x="457" y="3495"/>
                </a:lnTo>
                <a:lnTo>
                  <a:pt x="457" y="3494"/>
                </a:lnTo>
                <a:lnTo>
                  <a:pt x="458" y="3494"/>
                </a:lnTo>
                <a:lnTo>
                  <a:pt x="458" y="3493"/>
                </a:lnTo>
                <a:lnTo>
                  <a:pt x="458" y="3492"/>
                </a:lnTo>
                <a:lnTo>
                  <a:pt x="458" y="3491"/>
                </a:lnTo>
                <a:lnTo>
                  <a:pt x="457" y="3491"/>
                </a:lnTo>
                <a:lnTo>
                  <a:pt x="457" y="3490"/>
                </a:lnTo>
                <a:lnTo>
                  <a:pt x="456" y="3490"/>
                </a:lnTo>
                <a:lnTo>
                  <a:pt x="456" y="3489"/>
                </a:lnTo>
                <a:lnTo>
                  <a:pt x="455" y="3489"/>
                </a:lnTo>
                <a:lnTo>
                  <a:pt x="454" y="3488"/>
                </a:lnTo>
                <a:lnTo>
                  <a:pt x="454" y="3487"/>
                </a:lnTo>
                <a:lnTo>
                  <a:pt x="453" y="3487"/>
                </a:lnTo>
                <a:lnTo>
                  <a:pt x="452" y="3487"/>
                </a:lnTo>
                <a:lnTo>
                  <a:pt x="452" y="3486"/>
                </a:lnTo>
                <a:lnTo>
                  <a:pt x="452" y="3487"/>
                </a:lnTo>
                <a:lnTo>
                  <a:pt x="452" y="3486"/>
                </a:lnTo>
                <a:lnTo>
                  <a:pt x="451" y="3485"/>
                </a:lnTo>
                <a:lnTo>
                  <a:pt x="450" y="3485"/>
                </a:lnTo>
                <a:lnTo>
                  <a:pt x="449" y="3485"/>
                </a:lnTo>
                <a:lnTo>
                  <a:pt x="449" y="3484"/>
                </a:lnTo>
                <a:lnTo>
                  <a:pt x="449" y="3483"/>
                </a:lnTo>
                <a:lnTo>
                  <a:pt x="449" y="3481"/>
                </a:lnTo>
                <a:lnTo>
                  <a:pt x="449" y="3480"/>
                </a:lnTo>
                <a:lnTo>
                  <a:pt x="449" y="3479"/>
                </a:lnTo>
                <a:lnTo>
                  <a:pt x="450" y="3479"/>
                </a:lnTo>
                <a:lnTo>
                  <a:pt x="450" y="3478"/>
                </a:lnTo>
                <a:lnTo>
                  <a:pt x="450" y="3477"/>
                </a:lnTo>
                <a:lnTo>
                  <a:pt x="451" y="3477"/>
                </a:lnTo>
                <a:lnTo>
                  <a:pt x="451" y="3476"/>
                </a:lnTo>
                <a:lnTo>
                  <a:pt x="452" y="3476"/>
                </a:lnTo>
                <a:lnTo>
                  <a:pt x="452" y="3475"/>
                </a:lnTo>
                <a:lnTo>
                  <a:pt x="453" y="3475"/>
                </a:lnTo>
                <a:lnTo>
                  <a:pt x="454" y="3475"/>
                </a:lnTo>
                <a:lnTo>
                  <a:pt x="455" y="3475"/>
                </a:lnTo>
                <a:lnTo>
                  <a:pt x="455" y="3474"/>
                </a:lnTo>
                <a:lnTo>
                  <a:pt x="455" y="3473"/>
                </a:lnTo>
                <a:lnTo>
                  <a:pt x="455" y="3472"/>
                </a:lnTo>
                <a:lnTo>
                  <a:pt x="456" y="3472"/>
                </a:lnTo>
                <a:lnTo>
                  <a:pt x="456" y="3471"/>
                </a:lnTo>
                <a:lnTo>
                  <a:pt x="456" y="3470"/>
                </a:lnTo>
                <a:lnTo>
                  <a:pt x="457" y="3470"/>
                </a:lnTo>
                <a:lnTo>
                  <a:pt x="457" y="3469"/>
                </a:lnTo>
                <a:lnTo>
                  <a:pt x="457" y="3468"/>
                </a:lnTo>
                <a:lnTo>
                  <a:pt x="457" y="3467"/>
                </a:lnTo>
                <a:lnTo>
                  <a:pt x="457" y="3466"/>
                </a:lnTo>
                <a:lnTo>
                  <a:pt x="458" y="3466"/>
                </a:lnTo>
                <a:lnTo>
                  <a:pt x="458" y="3465"/>
                </a:lnTo>
                <a:lnTo>
                  <a:pt x="458" y="3464"/>
                </a:lnTo>
                <a:lnTo>
                  <a:pt x="459" y="3463"/>
                </a:lnTo>
                <a:lnTo>
                  <a:pt x="459" y="3462"/>
                </a:lnTo>
                <a:lnTo>
                  <a:pt x="460" y="3461"/>
                </a:lnTo>
                <a:lnTo>
                  <a:pt x="459" y="3461"/>
                </a:lnTo>
                <a:lnTo>
                  <a:pt x="460" y="3461"/>
                </a:lnTo>
                <a:lnTo>
                  <a:pt x="460" y="3460"/>
                </a:lnTo>
                <a:lnTo>
                  <a:pt x="459" y="3460"/>
                </a:lnTo>
                <a:lnTo>
                  <a:pt x="460" y="3460"/>
                </a:lnTo>
                <a:lnTo>
                  <a:pt x="459" y="3460"/>
                </a:lnTo>
                <a:lnTo>
                  <a:pt x="460" y="3459"/>
                </a:lnTo>
                <a:lnTo>
                  <a:pt x="459" y="3459"/>
                </a:lnTo>
                <a:lnTo>
                  <a:pt x="459" y="3458"/>
                </a:lnTo>
                <a:lnTo>
                  <a:pt x="460" y="3458"/>
                </a:lnTo>
                <a:lnTo>
                  <a:pt x="460" y="3457"/>
                </a:lnTo>
                <a:lnTo>
                  <a:pt x="461" y="3457"/>
                </a:lnTo>
                <a:lnTo>
                  <a:pt x="461" y="3456"/>
                </a:lnTo>
                <a:lnTo>
                  <a:pt x="462" y="3456"/>
                </a:lnTo>
                <a:lnTo>
                  <a:pt x="461" y="3455"/>
                </a:lnTo>
                <a:lnTo>
                  <a:pt x="462" y="3455"/>
                </a:lnTo>
                <a:lnTo>
                  <a:pt x="462" y="3454"/>
                </a:lnTo>
                <a:lnTo>
                  <a:pt x="462" y="3453"/>
                </a:lnTo>
                <a:lnTo>
                  <a:pt x="461" y="3452"/>
                </a:lnTo>
                <a:lnTo>
                  <a:pt x="461" y="3451"/>
                </a:lnTo>
                <a:lnTo>
                  <a:pt x="460" y="3451"/>
                </a:lnTo>
                <a:lnTo>
                  <a:pt x="459" y="3451"/>
                </a:lnTo>
                <a:lnTo>
                  <a:pt x="459" y="3450"/>
                </a:lnTo>
                <a:lnTo>
                  <a:pt x="458" y="3450"/>
                </a:lnTo>
                <a:lnTo>
                  <a:pt x="457" y="3450"/>
                </a:lnTo>
                <a:lnTo>
                  <a:pt x="458" y="3449"/>
                </a:lnTo>
                <a:lnTo>
                  <a:pt x="458" y="3448"/>
                </a:lnTo>
                <a:lnTo>
                  <a:pt x="459" y="3448"/>
                </a:lnTo>
                <a:lnTo>
                  <a:pt x="459" y="3447"/>
                </a:lnTo>
                <a:lnTo>
                  <a:pt x="458" y="3447"/>
                </a:lnTo>
                <a:lnTo>
                  <a:pt x="458" y="3446"/>
                </a:lnTo>
                <a:lnTo>
                  <a:pt x="457" y="3445"/>
                </a:lnTo>
                <a:lnTo>
                  <a:pt x="458" y="3445"/>
                </a:lnTo>
                <a:lnTo>
                  <a:pt x="457" y="3445"/>
                </a:lnTo>
                <a:lnTo>
                  <a:pt x="457" y="3444"/>
                </a:lnTo>
                <a:lnTo>
                  <a:pt x="456" y="3444"/>
                </a:lnTo>
                <a:lnTo>
                  <a:pt x="456" y="3443"/>
                </a:lnTo>
                <a:lnTo>
                  <a:pt x="457" y="3443"/>
                </a:lnTo>
                <a:lnTo>
                  <a:pt x="456" y="3443"/>
                </a:lnTo>
                <a:lnTo>
                  <a:pt x="456" y="3442"/>
                </a:lnTo>
                <a:lnTo>
                  <a:pt x="455" y="3441"/>
                </a:lnTo>
                <a:lnTo>
                  <a:pt x="455" y="3440"/>
                </a:lnTo>
                <a:lnTo>
                  <a:pt x="455" y="3439"/>
                </a:lnTo>
                <a:lnTo>
                  <a:pt x="456" y="3439"/>
                </a:lnTo>
                <a:lnTo>
                  <a:pt x="456" y="3438"/>
                </a:lnTo>
                <a:lnTo>
                  <a:pt x="456" y="3439"/>
                </a:lnTo>
                <a:lnTo>
                  <a:pt x="457" y="3439"/>
                </a:lnTo>
                <a:lnTo>
                  <a:pt x="458" y="3439"/>
                </a:lnTo>
                <a:lnTo>
                  <a:pt x="458" y="3438"/>
                </a:lnTo>
                <a:lnTo>
                  <a:pt x="459" y="3438"/>
                </a:lnTo>
                <a:lnTo>
                  <a:pt x="460" y="3438"/>
                </a:lnTo>
                <a:lnTo>
                  <a:pt x="460" y="3437"/>
                </a:lnTo>
                <a:lnTo>
                  <a:pt x="461" y="3437"/>
                </a:lnTo>
                <a:lnTo>
                  <a:pt x="461" y="3436"/>
                </a:lnTo>
                <a:lnTo>
                  <a:pt x="461" y="3435"/>
                </a:lnTo>
                <a:lnTo>
                  <a:pt x="462" y="3435"/>
                </a:lnTo>
                <a:lnTo>
                  <a:pt x="462" y="3434"/>
                </a:lnTo>
                <a:lnTo>
                  <a:pt x="462" y="3433"/>
                </a:lnTo>
                <a:lnTo>
                  <a:pt x="461" y="3433"/>
                </a:lnTo>
                <a:lnTo>
                  <a:pt x="460" y="3433"/>
                </a:lnTo>
                <a:lnTo>
                  <a:pt x="460" y="3432"/>
                </a:lnTo>
                <a:lnTo>
                  <a:pt x="460" y="3431"/>
                </a:lnTo>
                <a:lnTo>
                  <a:pt x="459" y="3431"/>
                </a:lnTo>
                <a:lnTo>
                  <a:pt x="459" y="3430"/>
                </a:lnTo>
                <a:lnTo>
                  <a:pt x="458" y="3429"/>
                </a:lnTo>
                <a:lnTo>
                  <a:pt x="458" y="3430"/>
                </a:lnTo>
                <a:lnTo>
                  <a:pt x="457" y="3429"/>
                </a:lnTo>
                <a:lnTo>
                  <a:pt x="456" y="3429"/>
                </a:lnTo>
                <a:lnTo>
                  <a:pt x="456" y="3428"/>
                </a:lnTo>
                <a:lnTo>
                  <a:pt x="455" y="3428"/>
                </a:lnTo>
                <a:lnTo>
                  <a:pt x="455" y="3427"/>
                </a:lnTo>
                <a:lnTo>
                  <a:pt x="455" y="3426"/>
                </a:lnTo>
                <a:lnTo>
                  <a:pt x="454" y="3426"/>
                </a:lnTo>
                <a:lnTo>
                  <a:pt x="454" y="3425"/>
                </a:lnTo>
                <a:lnTo>
                  <a:pt x="454" y="3424"/>
                </a:lnTo>
                <a:lnTo>
                  <a:pt x="454" y="3423"/>
                </a:lnTo>
                <a:lnTo>
                  <a:pt x="453" y="3422"/>
                </a:lnTo>
                <a:lnTo>
                  <a:pt x="453" y="3421"/>
                </a:lnTo>
                <a:lnTo>
                  <a:pt x="453" y="3420"/>
                </a:lnTo>
                <a:lnTo>
                  <a:pt x="452" y="3419"/>
                </a:lnTo>
                <a:lnTo>
                  <a:pt x="451" y="3418"/>
                </a:lnTo>
                <a:lnTo>
                  <a:pt x="451" y="3417"/>
                </a:lnTo>
                <a:lnTo>
                  <a:pt x="452" y="3417"/>
                </a:lnTo>
                <a:lnTo>
                  <a:pt x="453" y="3416"/>
                </a:lnTo>
                <a:lnTo>
                  <a:pt x="453" y="3415"/>
                </a:lnTo>
                <a:lnTo>
                  <a:pt x="454" y="3415"/>
                </a:lnTo>
                <a:lnTo>
                  <a:pt x="455" y="3415"/>
                </a:lnTo>
                <a:lnTo>
                  <a:pt x="456" y="3415"/>
                </a:lnTo>
                <a:lnTo>
                  <a:pt x="456" y="3414"/>
                </a:lnTo>
                <a:lnTo>
                  <a:pt x="456" y="3413"/>
                </a:lnTo>
                <a:lnTo>
                  <a:pt x="456" y="3412"/>
                </a:lnTo>
                <a:lnTo>
                  <a:pt x="457" y="3412"/>
                </a:lnTo>
                <a:lnTo>
                  <a:pt x="458" y="3412"/>
                </a:lnTo>
                <a:lnTo>
                  <a:pt x="458" y="3411"/>
                </a:lnTo>
                <a:lnTo>
                  <a:pt x="458" y="3410"/>
                </a:lnTo>
                <a:lnTo>
                  <a:pt x="458" y="3409"/>
                </a:lnTo>
                <a:lnTo>
                  <a:pt x="457" y="3408"/>
                </a:lnTo>
                <a:lnTo>
                  <a:pt x="457" y="3407"/>
                </a:lnTo>
                <a:lnTo>
                  <a:pt x="457" y="3406"/>
                </a:lnTo>
                <a:lnTo>
                  <a:pt x="458" y="3406"/>
                </a:lnTo>
                <a:lnTo>
                  <a:pt x="457" y="3405"/>
                </a:lnTo>
                <a:lnTo>
                  <a:pt x="456" y="3404"/>
                </a:lnTo>
                <a:lnTo>
                  <a:pt x="455" y="3404"/>
                </a:lnTo>
                <a:lnTo>
                  <a:pt x="455" y="3403"/>
                </a:lnTo>
                <a:lnTo>
                  <a:pt x="454" y="3403"/>
                </a:lnTo>
                <a:lnTo>
                  <a:pt x="453" y="3403"/>
                </a:lnTo>
                <a:lnTo>
                  <a:pt x="453" y="3404"/>
                </a:lnTo>
                <a:lnTo>
                  <a:pt x="452" y="3403"/>
                </a:lnTo>
                <a:lnTo>
                  <a:pt x="451" y="3403"/>
                </a:lnTo>
                <a:lnTo>
                  <a:pt x="450" y="3403"/>
                </a:lnTo>
                <a:lnTo>
                  <a:pt x="449" y="3403"/>
                </a:lnTo>
                <a:lnTo>
                  <a:pt x="449" y="3404"/>
                </a:lnTo>
                <a:lnTo>
                  <a:pt x="448" y="3404"/>
                </a:lnTo>
                <a:lnTo>
                  <a:pt x="447" y="3403"/>
                </a:lnTo>
                <a:lnTo>
                  <a:pt x="447" y="3402"/>
                </a:lnTo>
                <a:lnTo>
                  <a:pt x="447" y="3401"/>
                </a:lnTo>
                <a:lnTo>
                  <a:pt x="446" y="3400"/>
                </a:lnTo>
                <a:lnTo>
                  <a:pt x="446" y="3399"/>
                </a:lnTo>
                <a:lnTo>
                  <a:pt x="445" y="3399"/>
                </a:lnTo>
                <a:lnTo>
                  <a:pt x="446" y="3398"/>
                </a:lnTo>
                <a:lnTo>
                  <a:pt x="447" y="3398"/>
                </a:lnTo>
                <a:lnTo>
                  <a:pt x="447" y="3397"/>
                </a:lnTo>
                <a:lnTo>
                  <a:pt x="448" y="3396"/>
                </a:lnTo>
                <a:lnTo>
                  <a:pt x="447" y="3396"/>
                </a:lnTo>
                <a:lnTo>
                  <a:pt x="447" y="3395"/>
                </a:lnTo>
                <a:lnTo>
                  <a:pt x="448" y="3395"/>
                </a:lnTo>
                <a:lnTo>
                  <a:pt x="448" y="3394"/>
                </a:lnTo>
                <a:lnTo>
                  <a:pt x="447" y="3393"/>
                </a:lnTo>
                <a:lnTo>
                  <a:pt x="447" y="3392"/>
                </a:lnTo>
                <a:lnTo>
                  <a:pt x="448" y="3392"/>
                </a:lnTo>
                <a:lnTo>
                  <a:pt x="448" y="3391"/>
                </a:lnTo>
                <a:lnTo>
                  <a:pt x="448" y="3390"/>
                </a:lnTo>
                <a:lnTo>
                  <a:pt x="448" y="3389"/>
                </a:lnTo>
                <a:lnTo>
                  <a:pt x="449" y="3389"/>
                </a:lnTo>
                <a:lnTo>
                  <a:pt x="450" y="3389"/>
                </a:lnTo>
                <a:lnTo>
                  <a:pt x="450" y="3388"/>
                </a:lnTo>
                <a:lnTo>
                  <a:pt x="450" y="3386"/>
                </a:lnTo>
                <a:lnTo>
                  <a:pt x="450" y="3385"/>
                </a:lnTo>
                <a:lnTo>
                  <a:pt x="450" y="3384"/>
                </a:lnTo>
                <a:lnTo>
                  <a:pt x="449" y="3383"/>
                </a:lnTo>
                <a:lnTo>
                  <a:pt x="449" y="3382"/>
                </a:lnTo>
                <a:lnTo>
                  <a:pt x="448" y="3381"/>
                </a:lnTo>
                <a:lnTo>
                  <a:pt x="448" y="3380"/>
                </a:lnTo>
                <a:lnTo>
                  <a:pt x="447" y="3380"/>
                </a:lnTo>
                <a:lnTo>
                  <a:pt x="447" y="3379"/>
                </a:lnTo>
                <a:lnTo>
                  <a:pt x="447" y="3377"/>
                </a:lnTo>
                <a:lnTo>
                  <a:pt x="446" y="3377"/>
                </a:lnTo>
                <a:lnTo>
                  <a:pt x="445" y="3377"/>
                </a:lnTo>
                <a:lnTo>
                  <a:pt x="445" y="3376"/>
                </a:lnTo>
                <a:lnTo>
                  <a:pt x="446" y="3376"/>
                </a:lnTo>
                <a:lnTo>
                  <a:pt x="446" y="3375"/>
                </a:lnTo>
                <a:lnTo>
                  <a:pt x="446" y="3374"/>
                </a:lnTo>
                <a:lnTo>
                  <a:pt x="445" y="3374"/>
                </a:lnTo>
                <a:lnTo>
                  <a:pt x="445" y="3373"/>
                </a:lnTo>
                <a:lnTo>
                  <a:pt x="445" y="3372"/>
                </a:lnTo>
                <a:lnTo>
                  <a:pt x="445" y="3371"/>
                </a:lnTo>
                <a:lnTo>
                  <a:pt x="446" y="3370"/>
                </a:lnTo>
                <a:lnTo>
                  <a:pt x="446" y="3369"/>
                </a:lnTo>
                <a:lnTo>
                  <a:pt x="446" y="3368"/>
                </a:lnTo>
                <a:lnTo>
                  <a:pt x="446" y="3367"/>
                </a:lnTo>
                <a:lnTo>
                  <a:pt x="447" y="3367"/>
                </a:lnTo>
                <a:lnTo>
                  <a:pt x="447" y="3366"/>
                </a:lnTo>
                <a:lnTo>
                  <a:pt x="448" y="3366"/>
                </a:lnTo>
                <a:lnTo>
                  <a:pt x="448" y="3365"/>
                </a:lnTo>
                <a:lnTo>
                  <a:pt x="448" y="3364"/>
                </a:lnTo>
                <a:lnTo>
                  <a:pt x="448" y="3363"/>
                </a:lnTo>
                <a:lnTo>
                  <a:pt x="448" y="3362"/>
                </a:lnTo>
                <a:lnTo>
                  <a:pt x="449" y="3362"/>
                </a:lnTo>
                <a:lnTo>
                  <a:pt x="449" y="3361"/>
                </a:lnTo>
                <a:lnTo>
                  <a:pt x="449" y="3360"/>
                </a:lnTo>
                <a:lnTo>
                  <a:pt x="450" y="3359"/>
                </a:lnTo>
                <a:lnTo>
                  <a:pt x="450" y="3358"/>
                </a:lnTo>
                <a:lnTo>
                  <a:pt x="450" y="3357"/>
                </a:lnTo>
                <a:lnTo>
                  <a:pt x="451" y="3357"/>
                </a:lnTo>
                <a:lnTo>
                  <a:pt x="451" y="3356"/>
                </a:lnTo>
                <a:lnTo>
                  <a:pt x="451" y="3355"/>
                </a:lnTo>
                <a:lnTo>
                  <a:pt x="451" y="3354"/>
                </a:lnTo>
                <a:lnTo>
                  <a:pt x="452" y="3353"/>
                </a:lnTo>
                <a:lnTo>
                  <a:pt x="452" y="3352"/>
                </a:lnTo>
                <a:lnTo>
                  <a:pt x="453" y="3350"/>
                </a:lnTo>
                <a:lnTo>
                  <a:pt x="453" y="3349"/>
                </a:lnTo>
                <a:lnTo>
                  <a:pt x="453" y="3348"/>
                </a:lnTo>
                <a:lnTo>
                  <a:pt x="454" y="3347"/>
                </a:lnTo>
                <a:lnTo>
                  <a:pt x="455" y="3347"/>
                </a:lnTo>
                <a:lnTo>
                  <a:pt x="456" y="3347"/>
                </a:lnTo>
                <a:lnTo>
                  <a:pt x="457" y="3346"/>
                </a:lnTo>
                <a:lnTo>
                  <a:pt x="459" y="3346"/>
                </a:lnTo>
                <a:lnTo>
                  <a:pt x="459" y="3345"/>
                </a:lnTo>
                <a:lnTo>
                  <a:pt x="460" y="3344"/>
                </a:lnTo>
                <a:lnTo>
                  <a:pt x="461" y="3343"/>
                </a:lnTo>
                <a:lnTo>
                  <a:pt x="462" y="3342"/>
                </a:lnTo>
                <a:lnTo>
                  <a:pt x="463" y="3342"/>
                </a:lnTo>
                <a:lnTo>
                  <a:pt x="464" y="3341"/>
                </a:lnTo>
                <a:lnTo>
                  <a:pt x="465" y="3341"/>
                </a:lnTo>
                <a:lnTo>
                  <a:pt x="465" y="3340"/>
                </a:lnTo>
                <a:lnTo>
                  <a:pt x="466" y="3340"/>
                </a:lnTo>
                <a:lnTo>
                  <a:pt x="467" y="3339"/>
                </a:lnTo>
                <a:lnTo>
                  <a:pt x="468" y="3339"/>
                </a:lnTo>
                <a:lnTo>
                  <a:pt x="469" y="3339"/>
                </a:lnTo>
                <a:lnTo>
                  <a:pt x="470" y="3339"/>
                </a:lnTo>
                <a:lnTo>
                  <a:pt x="471" y="3338"/>
                </a:lnTo>
                <a:lnTo>
                  <a:pt x="472" y="3337"/>
                </a:lnTo>
                <a:lnTo>
                  <a:pt x="472" y="3336"/>
                </a:lnTo>
                <a:lnTo>
                  <a:pt x="473" y="3336"/>
                </a:lnTo>
                <a:lnTo>
                  <a:pt x="473" y="3334"/>
                </a:lnTo>
                <a:lnTo>
                  <a:pt x="474" y="3332"/>
                </a:lnTo>
                <a:lnTo>
                  <a:pt x="474" y="3331"/>
                </a:lnTo>
                <a:lnTo>
                  <a:pt x="475" y="3330"/>
                </a:lnTo>
                <a:lnTo>
                  <a:pt x="476" y="3330"/>
                </a:lnTo>
                <a:lnTo>
                  <a:pt x="477" y="3329"/>
                </a:lnTo>
                <a:lnTo>
                  <a:pt x="478" y="3329"/>
                </a:lnTo>
                <a:lnTo>
                  <a:pt x="478" y="3328"/>
                </a:lnTo>
                <a:lnTo>
                  <a:pt x="479" y="3328"/>
                </a:lnTo>
                <a:lnTo>
                  <a:pt x="480" y="3328"/>
                </a:lnTo>
                <a:lnTo>
                  <a:pt x="480" y="3327"/>
                </a:lnTo>
                <a:lnTo>
                  <a:pt x="479" y="3327"/>
                </a:lnTo>
                <a:lnTo>
                  <a:pt x="479" y="3326"/>
                </a:lnTo>
                <a:lnTo>
                  <a:pt x="478" y="3326"/>
                </a:lnTo>
                <a:lnTo>
                  <a:pt x="477" y="3326"/>
                </a:lnTo>
                <a:lnTo>
                  <a:pt x="477" y="3325"/>
                </a:lnTo>
                <a:lnTo>
                  <a:pt x="476" y="3325"/>
                </a:lnTo>
                <a:lnTo>
                  <a:pt x="475" y="3325"/>
                </a:lnTo>
                <a:lnTo>
                  <a:pt x="475" y="3324"/>
                </a:lnTo>
                <a:lnTo>
                  <a:pt x="474" y="3324"/>
                </a:lnTo>
                <a:lnTo>
                  <a:pt x="473" y="3324"/>
                </a:lnTo>
                <a:lnTo>
                  <a:pt x="472" y="3324"/>
                </a:lnTo>
                <a:lnTo>
                  <a:pt x="471" y="3324"/>
                </a:lnTo>
                <a:lnTo>
                  <a:pt x="470" y="3324"/>
                </a:lnTo>
                <a:lnTo>
                  <a:pt x="469" y="3325"/>
                </a:lnTo>
                <a:lnTo>
                  <a:pt x="468" y="3325"/>
                </a:lnTo>
                <a:lnTo>
                  <a:pt x="468" y="3324"/>
                </a:lnTo>
                <a:lnTo>
                  <a:pt x="467" y="3324"/>
                </a:lnTo>
                <a:lnTo>
                  <a:pt x="465" y="3324"/>
                </a:lnTo>
                <a:lnTo>
                  <a:pt x="464" y="3324"/>
                </a:lnTo>
                <a:lnTo>
                  <a:pt x="464" y="3325"/>
                </a:lnTo>
                <a:lnTo>
                  <a:pt x="463" y="3325"/>
                </a:lnTo>
                <a:lnTo>
                  <a:pt x="463" y="3326"/>
                </a:lnTo>
                <a:lnTo>
                  <a:pt x="463" y="3327"/>
                </a:lnTo>
                <a:lnTo>
                  <a:pt x="462" y="3327"/>
                </a:lnTo>
                <a:lnTo>
                  <a:pt x="461" y="3327"/>
                </a:lnTo>
                <a:lnTo>
                  <a:pt x="461" y="3326"/>
                </a:lnTo>
                <a:lnTo>
                  <a:pt x="461" y="3325"/>
                </a:lnTo>
                <a:lnTo>
                  <a:pt x="460" y="3325"/>
                </a:lnTo>
                <a:lnTo>
                  <a:pt x="460" y="3324"/>
                </a:lnTo>
                <a:lnTo>
                  <a:pt x="460" y="3323"/>
                </a:lnTo>
                <a:lnTo>
                  <a:pt x="459" y="3323"/>
                </a:lnTo>
                <a:lnTo>
                  <a:pt x="459" y="3322"/>
                </a:lnTo>
                <a:lnTo>
                  <a:pt x="459" y="3321"/>
                </a:lnTo>
                <a:lnTo>
                  <a:pt x="459" y="3320"/>
                </a:lnTo>
                <a:lnTo>
                  <a:pt x="458" y="3320"/>
                </a:lnTo>
                <a:lnTo>
                  <a:pt x="457" y="3320"/>
                </a:lnTo>
                <a:lnTo>
                  <a:pt x="456" y="3320"/>
                </a:lnTo>
                <a:lnTo>
                  <a:pt x="455" y="3320"/>
                </a:lnTo>
                <a:lnTo>
                  <a:pt x="454" y="3320"/>
                </a:lnTo>
                <a:lnTo>
                  <a:pt x="453" y="3321"/>
                </a:lnTo>
                <a:lnTo>
                  <a:pt x="452" y="3321"/>
                </a:lnTo>
                <a:lnTo>
                  <a:pt x="451" y="3321"/>
                </a:lnTo>
                <a:lnTo>
                  <a:pt x="449" y="3320"/>
                </a:lnTo>
                <a:lnTo>
                  <a:pt x="448" y="3319"/>
                </a:lnTo>
                <a:lnTo>
                  <a:pt x="448" y="3318"/>
                </a:lnTo>
                <a:lnTo>
                  <a:pt x="447" y="3317"/>
                </a:lnTo>
                <a:lnTo>
                  <a:pt x="446" y="3317"/>
                </a:lnTo>
                <a:lnTo>
                  <a:pt x="445" y="3317"/>
                </a:lnTo>
                <a:lnTo>
                  <a:pt x="445" y="3318"/>
                </a:lnTo>
                <a:lnTo>
                  <a:pt x="445" y="3319"/>
                </a:lnTo>
                <a:lnTo>
                  <a:pt x="444" y="3320"/>
                </a:lnTo>
                <a:lnTo>
                  <a:pt x="444" y="3321"/>
                </a:lnTo>
                <a:lnTo>
                  <a:pt x="443" y="3322"/>
                </a:lnTo>
                <a:lnTo>
                  <a:pt x="442" y="3322"/>
                </a:lnTo>
                <a:lnTo>
                  <a:pt x="441" y="3321"/>
                </a:lnTo>
                <a:lnTo>
                  <a:pt x="440" y="3319"/>
                </a:lnTo>
                <a:lnTo>
                  <a:pt x="439" y="3316"/>
                </a:lnTo>
                <a:lnTo>
                  <a:pt x="438" y="3314"/>
                </a:lnTo>
                <a:lnTo>
                  <a:pt x="437" y="3313"/>
                </a:lnTo>
                <a:lnTo>
                  <a:pt x="436" y="3314"/>
                </a:lnTo>
                <a:lnTo>
                  <a:pt x="435" y="3315"/>
                </a:lnTo>
                <a:lnTo>
                  <a:pt x="434" y="3313"/>
                </a:lnTo>
                <a:lnTo>
                  <a:pt x="432" y="3310"/>
                </a:lnTo>
                <a:lnTo>
                  <a:pt x="432" y="3309"/>
                </a:lnTo>
                <a:lnTo>
                  <a:pt x="431" y="3307"/>
                </a:lnTo>
                <a:lnTo>
                  <a:pt x="430" y="3307"/>
                </a:lnTo>
                <a:lnTo>
                  <a:pt x="429" y="3308"/>
                </a:lnTo>
                <a:lnTo>
                  <a:pt x="428" y="3309"/>
                </a:lnTo>
                <a:lnTo>
                  <a:pt x="427" y="3311"/>
                </a:lnTo>
                <a:lnTo>
                  <a:pt x="426" y="3312"/>
                </a:lnTo>
                <a:lnTo>
                  <a:pt x="425" y="3311"/>
                </a:lnTo>
                <a:lnTo>
                  <a:pt x="421" y="3309"/>
                </a:lnTo>
                <a:lnTo>
                  <a:pt x="420" y="3309"/>
                </a:lnTo>
                <a:lnTo>
                  <a:pt x="419" y="3310"/>
                </a:lnTo>
                <a:lnTo>
                  <a:pt x="417" y="3311"/>
                </a:lnTo>
                <a:lnTo>
                  <a:pt x="416" y="3311"/>
                </a:lnTo>
                <a:lnTo>
                  <a:pt x="416" y="3312"/>
                </a:lnTo>
                <a:lnTo>
                  <a:pt x="415" y="3313"/>
                </a:lnTo>
                <a:lnTo>
                  <a:pt x="415" y="3314"/>
                </a:lnTo>
                <a:lnTo>
                  <a:pt x="415" y="3315"/>
                </a:lnTo>
                <a:lnTo>
                  <a:pt x="414" y="3315"/>
                </a:lnTo>
                <a:lnTo>
                  <a:pt x="413" y="3315"/>
                </a:lnTo>
                <a:lnTo>
                  <a:pt x="412" y="3315"/>
                </a:lnTo>
                <a:lnTo>
                  <a:pt x="411" y="3314"/>
                </a:lnTo>
                <a:lnTo>
                  <a:pt x="409" y="3315"/>
                </a:lnTo>
                <a:lnTo>
                  <a:pt x="408" y="3315"/>
                </a:lnTo>
                <a:lnTo>
                  <a:pt x="407" y="3316"/>
                </a:lnTo>
                <a:lnTo>
                  <a:pt x="407" y="3315"/>
                </a:lnTo>
                <a:lnTo>
                  <a:pt x="406" y="3313"/>
                </a:lnTo>
                <a:lnTo>
                  <a:pt x="405" y="3311"/>
                </a:lnTo>
                <a:lnTo>
                  <a:pt x="404" y="3309"/>
                </a:lnTo>
                <a:lnTo>
                  <a:pt x="403" y="3309"/>
                </a:lnTo>
                <a:lnTo>
                  <a:pt x="403" y="3308"/>
                </a:lnTo>
                <a:lnTo>
                  <a:pt x="402" y="3308"/>
                </a:lnTo>
                <a:lnTo>
                  <a:pt x="401" y="3308"/>
                </a:lnTo>
                <a:lnTo>
                  <a:pt x="401" y="3309"/>
                </a:lnTo>
                <a:lnTo>
                  <a:pt x="400" y="3311"/>
                </a:lnTo>
                <a:lnTo>
                  <a:pt x="400" y="3312"/>
                </a:lnTo>
                <a:lnTo>
                  <a:pt x="399" y="3312"/>
                </a:lnTo>
                <a:lnTo>
                  <a:pt x="397" y="3310"/>
                </a:lnTo>
                <a:lnTo>
                  <a:pt x="395" y="3309"/>
                </a:lnTo>
                <a:lnTo>
                  <a:pt x="394" y="3308"/>
                </a:lnTo>
                <a:lnTo>
                  <a:pt x="393" y="3308"/>
                </a:lnTo>
                <a:lnTo>
                  <a:pt x="392" y="3309"/>
                </a:lnTo>
                <a:lnTo>
                  <a:pt x="391" y="3308"/>
                </a:lnTo>
                <a:lnTo>
                  <a:pt x="392" y="3306"/>
                </a:lnTo>
                <a:lnTo>
                  <a:pt x="392" y="3305"/>
                </a:lnTo>
                <a:lnTo>
                  <a:pt x="391" y="3305"/>
                </a:lnTo>
                <a:lnTo>
                  <a:pt x="388" y="3303"/>
                </a:lnTo>
                <a:lnTo>
                  <a:pt x="385" y="3302"/>
                </a:lnTo>
                <a:lnTo>
                  <a:pt x="383" y="3301"/>
                </a:lnTo>
                <a:lnTo>
                  <a:pt x="382" y="3301"/>
                </a:lnTo>
                <a:lnTo>
                  <a:pt x="380" y="3301"/>
                </a:lnTo>
                <a:lnTo>
                  <a:pt x="378" y="3301"/>
                </a:lnTo>
                <a:lnTo>
                  <a:pt x="377" y="3301"/>
                </a:lnTo>
                <a:lnTo>
                  <a:pt x="375" y="3301"/>
                </a:lnTo>
                <a:lnTo>
                  <a:pt x="373" y="3301"/>
                </a:lnTo>
                <a:lnTo>
                  <a:pt x="371" y="3302"/>
                </a:lnTo>
                <a:lnTo>
                  <a:pt x="370" y="3302"/>
                </a:lnTo>
                <a:lnTo>
                  <a:pt x="369" y="3302"/>
                </a:lnTo>
                <a:lnTo>
                  <a:pt x="368" y="3302"/>
                </a:lnTo>
                <a:lnTo>
                  <a:pt x="367" y="3301"/>
                </a:lnTo>
                <a:lnTo>
                  <a:pt x="366" y="3300"/>
                </a:lnTo>
                <a:lnTo>
                  <a:pt x="365" y="3299"/>
                </a:lnTo>
                <a:lnTo>
                  <a:pt x="364" y="3299"/>
                </a:lnTo>
                <a:lnTo>
                  <a:pt x="362" y="3298"/>
                </a:lnTo>
                <a:lnTo>
                  <a:pt x="361" y="3298"/>
                </a:lnTo>
                <a:lnTo>
                  <a:pt x="360" y="3297"/>
                </a:lnTo>
                <a:lnTo>
                  <a:pt x="360" y="3295"/>
                </a:lnTo>
                <a:lnTo>
                  <a:pt x="360" y="3294"/>
                </a:lnTo>
                <a:lnTo>
                  <a:pt x="360" y="3292"/>
                </a:lnTo>
                <a:lnTo>
                  <a:pt x="359" y="3292"/>
                </a:lnTo>
                <a:lnTo>
                  <a:pt x="358" y="3292"/>
                </a:lnTo>
                <a:lnTo>
                  <a:pt x="357" y="3292"/>
                </a:lnTo>
                <a:lnTo>
                  <a:pt x="357" y="3291"/>
                </a:lnTo>
                <a:lnTo>
                  <a:pt x="356" y="3291"/>
                </a:lnTo>
                <a:lnTo>
                  <a:pt x="356" y="3289"/>
                </a:lnTo>
                <a:lnTo>
                  <a:pt x="356" y="3285"/>
                </a:lnTo>
                <a:lnTo>
                  <a:pt x="355" y="3284"/>
                </a:lnTo>
                <a:lnTo>
                  <a:pt x="354" y="3282"/>
                </a:lnTo>
                <a:lnTo>
                  <a:pt x="352" y="3280"/>
                </a:lnTo>
                <a:lnTo>
                  <a:pt x="352" y="3279"/>
                </a:lnTo>
                <a:lnTo>
                  <a:pt x="350" y="3279"/>
                </a:lnTo>
                <a:lnTo>
                  <a:pt x="349" y="3280"/>
                </a:lnTo>
                <a:lnTo>
                  <a:pt x="348" y="3279"/>
                </a:lnTo>
                <a:lnTo>
                  <a:pt x="347" y="3279"/>
                </a:lnTo>
                <a:lnTo>
                  <a:pt x="346" y="3279"/>
                </a:lnTo>
                <a:lnTo>
                  <a:pt x="345" y="3279"/>
                </a:lnTo>
                <a:lnTo>
                  <a:pt x="343" y="3279"/>
                </a:lnTo>
                <a:lnTo>
                  <a:pt x="341" y="3279"/>
                </a:lnTo>
                <a:lnTo>
                  <a:pt x="340" y="3280"/>
                </a:lnTo>
                <a:lnTo>
                  <a:pt x="338" y="3280"/>
                </a:lnTo>
                <a:lnTo>
                  <a:pt x="337" y="3281"/>
                </a:lnTo>
                <a:lnTo>
                  <a:pt x="336" y="3281"/>
                </a:lnTo>
                <a:lnTo>
                  <a:pt x="334" y="3280"/>
                </a:lnTo>
                <a:lnTo>
                  <a:pt x="332" y="3279"/>
                </a:lnTo>
                <a:lnTo>
                  <a:pt x="331" y="3278"/>
                </a:lnTo>
                <a:lnTo>
                  <a:pt x="331" y="3277"/>
                </a:lnTo>
                <a:lnTo>
                  <a:pt x="330" y="3275"/>
                </a:lnTo>
                <a:lnTo>
                  <a:pt x="329" y="3275"/>
                </a:lnTo>
                <a:lnTo>
                  <a:pt x="328" y="3274"/>
                </a:lnTo>
                <a:lnTo>
                  <a:pt x="327" y="3273"/>
                </a:lnTo>
                <a:lnTo>
                  <a:pt x="326" y="3272"/>
                </a:lnTo>
                <a:lnTo>
                  <a:pt x="326" y="3270"/>
                </a:lnTo>
                <a:lnTo>
                  <a:pt x="324" y="3269"/>
                </a:lnTo>
                <a:lnTo>
                  <a:pt x="323" y="3268"/>
                </a:lnTo>
                <a:lnTo>
                  <a:pt x="321" y="3266"/>
                </a:lnTo>
                <a:lnTo>
                  <a:pt x="320" y="3266"/>
                </a:lnTo>
                <a:lnTo>
                  <a:pt x="319" y="3263"/>
                </a:lnTo>
                <a:lnTo>
                  <a:pt x="318" y="3260"/>
                </a:lnTo>
                <a:lnTo>
                  <a:pt x="317" y="3258"/>
                </a:lnTo>
                <a:lnTo>
                  <a:pt x="315" y="3257"/>
                </a:lnTo>
                <a:lnTo>
                  <a:pt x="314" y="3257"/>
                </a:lnTo>
                <a:lnTo>
                  <a:pt x="313" y="3256"/>
                </a:lnTo>
                <a:lnTo>
                  <a:pt x="311" y="3255"/>
                </a:lnTo>
                <a:lnTo>
                  <a:pt x="310" y="3254"/>
                </a:lnTo>
                <a:lnTo>
                  <a:pt x="309" y="3253"/>
                </a:lnTo>
                <a:lnTo>
                  <a:pt x="308" y="3252"/>
                </a:lnTo>
                <a:lnTo>
                  <a:pt x="307" y="3253"/>
                </a:lnTo>
                <a:lnTo>
                  <a:pt x="306" y="3253"/>
                </a:lnTo>
                <a:lnTo>
                  <a:pt x="305" y="3254"/>
                </a:lnTo>
                <a:lnTo>
                  <a:pt x="304" y="3254"/>
                </a:lnTo>
                <a:lnTo>
                  <a:pt x="303" y="3253"/>
                </a:lnTo>
                <a:lnTo>
                  <a:pt x="303" y="3254"/>
                </a:lnTo>
                <a:lnTo>
                  <a:pt x="302" y="3254"/>
                </a:lnTo>
                <a:lnTo>
                  <a:pt x="301" y="3254"/>
                </a:lnTo>
                <a:lnTo>
                  <a:pt x="300" y="3254"/>
                </a:lnTo>
                <a:lnTo>
                  <a:pt x="300" y="3253"/>
                </a:lnTo>
                <a:lnTo>
                  <a:pt x="297" y="3250"/>
                </a:lnTo>
                <a:lnTo>
                  <a:pt x="295" y="3249"/>
                </a:lnTo>
                <a:lnTo>
                  <a:pt x="293" y="3248"/>
                </a:lnTo>
                <a:lnTo>
                  <a:pt x="292" y="3246"/>
                </a:lnTo>
                <a:lnTo>
                  <a:pt x="292" y="3244"/>
                </a:lnTo>
                <a:lnTo>
                  <a:pt x="292" y="3243"/>
                </a:lnTo>
                <a:lnTo>
                  <a:pt x="290" y="3241"/>
                </a:lnTo>
                <a:lnTo>
                  <a:pt x="289" y="3240"/>
                </a:lnTo>
                <a:lnTo>
                  <a:pt x="288" y="3238"/>
                </a:lnTo>
                <a:lnTo>
                  <a:pt x="287" y="3235"/>
                </a:lnTo>
                <a:lnTo>
                  <a:pt x="287" y="3234"/>
                </a:lnTo>
                <a:lnTo>
                  <a:pt x="286" y="3234"/>
                </a:lnTo>
                <a:lnTo>
                  <a:pt x="285" y="3234"/>
                </a:lnTo>
                <a:lnTo>
                  <a:pt x="283" y="3233"/>
                </a:lnTo>
                <a:lnTo>
                  <a:pt x="277" y="3233"/>
                </a:lnTo>
                <a:lnTo>
                  <a:pt x="275" y="3233"/>
                </a:lnTo>
                <a:lnTo>
                  <a:pt x="274" y="3233"/>
                </a:lnTo>
                <a:lnTo>
                  <a:pt x="273" y="3232"/>
                </a:lnTo>
                <a:lnTo>
                  <a:pt x="273" y="3231"/>
                </a:lnTo>
                <a:lnTo>
                  <a:pt x="273" y="3230"/>
                </a:lnTo>
                <a:lnTo>
                  <a:pt x="273" y="3228"/>
                </a:lnTo>
                <a:lnTo>
                  <a:pt x="273" y="3227"/>
                </a:lnTo>
                <a:lnTo>
                  <a:pt x="272" y="3226"/>
                </a:lnTo>
                <a:lnTo>
                  <a:pt x="271" y="3223"/>
                </a:lnTo>
                <a:lnTo>
                  <a:pt x="271" y="3221"/>
                </a:lnTo>
                <a:lnTo>
                  <a:pt x="270" y="3220"/>
                </a:lnTo>
                <a:lnTo>
                  <a:pt x="269" y="3219"/>
                </a:lnTo>
                <a:lnTo>
                  <a:pt x="268" y="3217"/>
                </a:lnTo>
                <a:lnTo>
                  <a:pt x="268" y="3215"/>
                </a:lnTo>
                <a:lnTo>
                  <a:pt x="268" y="3214"/>
                </a:lnTo>
                <a:lnTo>
                  <a:pt x="268" y="3211"/>
                </a:lnTo>
                <a:lnTo>
                  <a:pt x="267" y="3210"/>
                </a:lnTo>
                <a:lnTo>
                  <a:pt x="265" y="3209"/>
                </a:lnTo>
                <a:lnTo>
                  <a:pt x="264" y="3209"/>
                </a:lnTo>
                <a:lnTo>
                  <a:pt x="262" y="3208"/>
                </a:lnTo>
                <a:lnTo>
                  <a:pt x="261" y="3207"/>
                </a:lnTo>
                <a:lnTo>
                  <a:pt x="262" y="3206"/>
                </a:lnTo>
                <a:lnTo>
                  <a:pt x="261" y="3205"/>
                </a:lnTo>
                <a:lnTo>
                  <a:pt x="260" y="3204"/>
                </a:lnTo>
                <a:lnTo>
                  <a:pt x="258" y="3205"/>
                </a:lnTo>
                <a:lnTo>
                  <a:pt x="257" y="3205"/>
                </a:lnTo>
                <a:lnTo>
                  <a:pt x="256" y="3204"/>
                </a:lnTo>
                <a:lnTo>
                  <a:pt x="254" y="3203"/>
                </a:lnTo>
                <a:lnTo>
                  <a:pt x="253" y="3202"/>
                </a:lnTo>
                <a:lnTo>
                  <a:pt x="253" y="3201"/>
                </a:lnTo>
                <a:lnTo>
                  <a:pt x="253" y="3200"/>
                </a:lnTo>
                <a:lnTo>
                  <a:pt x="253" y="3198"/>
                </a:lnTo>
                <a:lnTo>
                  <a:pt x="253" y="3197"/>
                </a:lnTo>
                <a:lnTo>
                  <a:pt x="252" y="3195"/>
                </a:lnTo>
                <a:lnTo>
                  <a:pt x="252" y="3193"/>
                </a:lnTo>
                <a:lnTo>
                  <a:pt x="252" y="3192"/>
                </a:lnTo>
                <a:lnTo>
                  <a:pt x="252" y="3190"/>
                </a:lnTo>
                <a:lnTo>
                  <a:pt x="254" y="3189"/>
                </a:lnTo>
                <a:lnTo>
                  <a:pt x="256" y="3188"/>
                </a:lnTo>
                <a:lnTo>
                  <a:pt x="257" y="3188"/>
                </a:lnTo>
                <a:lnTo>
                  <a:pt x="257" y="3187"/>
                </a:lnTo>
                <a:lnTo>
                  <a:pt x="257" y="3184"/>
                </a:lnTo>
                <a:lnTo>
                  <a:pt x="257" y="3182"/>
                </a:lnTo>
                <a:lnTo>
                  <a:pt x="258" y="3181"/>
                </a:lnTo>
                <a:lnTo>
                  <a:pt x="260" y="3179"/>
                </a:lnTo>
                <a:lnTo>
                  <a:pt x="261" y="3178"/>
                </a:lnTo>
                <a:lnTo>
                  <a:pt x="261" y="3177"/>
                </a:lnTo>
                <a:lnTo>
                  <a:pt x="261" y="3176"/>
                </a:lnTo>
                <a:lnTo>
                  <a:pt x="261" y="3174"/>
                </a:lnTo>
                <a:lnTo>
                  <a:pt x="260" y="3172"/>
                </a:lnTo>
                <a:lnTo>
                  <a:pt x="260" y="3171"/>
                </a:lnTo>
                <a:lnTo>
                  <a:pt x="259" y="3170"/>
                </a:lnTo>
                <a:lnTo>
                  <a:pt x="258" y="3170"/>
                </a:lnTo>
                <a:lnTo>
                  <a:pt x="257" y="3169"/>
                </a:lnTo>
                <a:lnTo>
                  <a:pt x="256" y="3170"/>
                </a:lnTo>
                <a:lnTo>
                  <a:pt x="255" y="3170"/>
                </a:lnTo>
                <a:lnTo>
                  <a:pt x="254" y="3171"/>
                </a:lnTo>
                <a:lnTo>
                  <a:pt x="254" y="3173"/>
                </a:lnTo>
                <a:lnTo>
                  <a:pt x="253" y="3174"/>
                </a:lnTo>
                <a:lnTo>
                  <a:pt x="252" y="3174"/>
                </a:lnTo>
                <a:lnTo>
                  <a:pt x="250" y="3175"/>
                </a:lnTo>
                <a:lnTo>
                  <a:pt x="248" y="3176"/>
                </a:lnTo>
                <a:lnTo>
                  <a:pt x="247" y="3176"/>
                </a:lnTo>
                <a:lnTo>
                  <a:pt x="247" y="3175"/>
                </a:lnTo>
                <a:lnTo>
                  <a:pt x="246" y="3174"/>
                </a:lnTo>
                <a:lnTo>
                  <a:pt x="244" y="3173"/>
                </a:lnTo>
                <a:lnTo>
                  <a:pt x="242" y="3173"/>
                </a:lnTo>
                <a:lnTo>
                  <a:pt x="241" y="3173"/>
                </a:lnTo>
                <a:lnTo>
                  <a:pt x="239" y="3173"/>
                </a:lnTo>
                <a:lnTo>
                  <a:pt x="238" y="3174"/>
                </a:lnTo>
                <a:lnTo>
                  <a:pt x="237" y="3175"/>
                </a:lnTo>
                <a:lnTo>
                  <a:pt x="236" y="3176"/>
                </a:lnTo>
                <a:lnTo>
                  <a:pt x="234" y="3177"/>
                </a:lnTo>
                <a:lnTo>
                  <a:pt x="233" y="3178"/>
                </a:lnTo>
                <a:lnTo>
                  <a:pt x="232" y="3177"/>
                </a:lnTo>
                <a:lnTo>
                  <a:pt x="229" y="3176"/>
                </a:lnTo>
                <a:lnTo>
                  <a:pt x="226" y="3175"/>
                </a:lnTo>
                <a:lnTo>
                  <a:pt x="225" y="3174"/>
                </a:lnTo>
                <a:lnTo>
                  <a:pt x="224" y="3173"/>
                </a:lnTo>
                <a:lnTo>
                  <a:pt x="223" y="3173"/>
                </a:lnTo>
                <a:lnTo>
                  <a:pt x="222" y="3174"/>
                </a:lnTo>
                <a:lnTo>
                  <a:pt x="222" y="3175"/>
                </a:lnTo>
                <a:lnTo>
                  <a:pt x="221" y="3176"/>
                </a:lnTo>
                <a:lnTo>
                  <a:pt x="221" y="3178"/>
                </a:lnTo>
                <a:lnTo>
                  <a:pt x="221" y="3180"/>
                </a:lnTo>
                <a:lnTo>
                  <a:pt x="221" y="3181"/>
                </a:lnTo>
                <a:lnTo>
                  <a:pt x="220" y="3180"/>
                </a:lnTo>
                <a:lnTo>
                  <a:pt x="218" y="3178"/>
                </a:lnTo>
                <a:lnTo>
                  <a:pt x="216" y="3177"/>
                </a:lnTo>
                <a:lnTo>
                  <a:pt x="215" y="3177"/>
                </a:lnTo>
                <a:lnTo>
                  <a:pt x="214" y="3177"/>
                </a:lnTo>
                <a:lnTo>
                  <a:pt x="213" y="3176"/>
                </a:lnTo>
                <a:lnTo>
                  <a:pt x="212" y="3174"/>
                </a:lnTo>
                <a:lnTo>
                  <a:pt x="211" y="3174"/>
                </a:lnTo>
                <a:lnTo>
                  <a:pt x="209" y="3174"/>
                </a:lnTo>
                <a:lnTo>
                  <a:pt x="207" y="3173"/>
                </a:lnTo>
                <a:lnTo>
                  <a:pt x="205" y="3173"/>
                </a:lnTo>
                <a:lnTo>
                  <a:pt x="203" y="3172"/>
                </a:lnTo>
                <a:lnTo>
                  <a:pt x="201" y="3172"/>
                </a:lnTo>
                <a:lnTo>
                  <a:pt x="200" y="3172"/>
                </a:lnTo>
                <a:lnTo>
                  <a:pt x="199" y="3173"/>
                </a:lnTo>
                <a:lnTo>
                  <a:pt x="198" y="3173"/>
                </a:lnTo>
                <a:lnTo>
                  <a:pt x="197" y="3173"/>
                </a:lnTo>
                <a:lnTo>
                  <a:pt x="195" y="3173"/>
                </a:lnTo>
                <a:lnTo>
                  <a:pt x="194" y="3173"/>
                </a:lnTo>
                <a:lnTo>
                  <a:pt x="191" y="3172"/>
                </a:lnTo>
                <a:lnTo>
                  <a:pt x="190" y="3171"/>
                </a:lnTo>
                <a:lnTo>
                  <a:pt x="189" y="3171"/>
                </a:lnTo>
                <a:lnTo>
                  <a:pt x="188" y="3169"/>
                </a:lnTo>
                <a:lnTo>
                  <a:pt x="188" y="3168"/>
                </a:lnTo>
                <a:lnTo>
                  <a:pt x="188" y="3167"/>
                </a:lnTo>
                <a:lnTo>
                  <a:pt x="189" y="3165"/>
                </a:lnTo>
                <a:lnTo>
                  <a:pt x="190" y="3163"/>
                </a:lnTo>
                <a:lnTo>
                  <a:pt x="191" y="3162"/>
                </a:lnTo>
                <a:lnTo>
                  <a:pt x="191" y="3159"/>
                </a:lnTo>
                <a:lnTo>
                  <a:pt x="193" y="3157"/>
                </a:lnTo>
                <a:lnTo>
                  <a:pt x="194" y="3155"/>
                </a:lnTo>
                <a:lnTo>
                  <a:pt x="194" y="3154"/>
                </a:lnTo>
                <a:lnTo>
                  <a:pt x="195" y="3152"/>
                </a:lnTo>
                <a:lnTo>
                  <a:pt x="194" y="3150"/>
                </a:lnTo>
                <a:lnTo>
                  <a:pt x="194" y="3148"/>
                </a:lnTo>
                <a:lnTo>
                  <a:pt x="193" y="3146"/>
                </a:lnTo>
                <a:lnTo>
                  <a:pt x="193" y="3144"/>
                </a:lnTo>
                <a:lnTo>
                  <a:pt x="191" y="3140"/>
                </a:lnTo>
                <a:lnTo>
                  <a:pt x="190" y="3136"/>
                </a:lnTo>
                <a:lnTo>
                  <a:pt x="190" y="3135"/>
                </a:lnTo>
                <a:lnTo>
                  <a:pt x="190" y="3134"/>
                </a:lnTo>
                <a:lnTo>
                  <a:pt x="191" y="3133"/>
                </a:lnTo>
                <a:lnTo>
                  <a:pt x="191" y="3132"/>
                </a:lnTo>
                <a:lnTo>
                  <a:pt x="191" y="3131"/>
                </a:lnTo>
                <a:lnTo>
                  <a:pt x="191" y="3130"/>
                </a:lnTo>
                <a:lnTo>
                  <a:pt x="191" y="3129"/>
                </a:lnTo>
                <a:lnTo>
                  <a:pt x="190" y="3129"/>
                </a:lnTo>
                <a:lnTo>
                  <a:pt x="186" y="3126"/>
                </a:lnTo>
                <a:lnTo>
                  <a:pt x="184" y="3126"/>
                </a:lnTo>
                <a:lnTo>
                  <a:pt x="183" y="3125"/>
                </a:lnTo>
                <a:lnTo>
                  <a:pt x="182" y="3126"/>
                </a:lnTo>
                <a:lnTo>
                  <a:pt x="181" y="3126"/>
                </a:lnTo>
                <a:lnTo>
                  <a:pt x="180" y="3126"/>
                </a:lnTo>
                <a:lnTo>
                  <a:pt x="180" y="3127"/>
                </a:lnTo>
                <a:lnTo>
                  <a:pt x="179" y="3127"/>
                </a:lnTo>
                <a:lnTo>
                  <a:pt x="178" y="3126"/>
                </a:lnTo>
                <a:lnTo>
                  <a:pt x="177" y="3126"/>
                </a:lnTo>
                <a:lnTo>
                  <a:pt x="176" y="3126"/>
                </a:lnTo>
                <a:lnTo>
                  <a:pt x="175" y="3125"/>
                </a:lnTo>
                <a:lnTo>
                  <a:pt x="175" y="3124"/>
                </a:lnTo>
                <a:lnTo>
                  <a:pt x="174" y="3123"/>
                </a:lnTo>
                <a:lnTo>
                  <a:pt x="173" y="3122"/>
                </a:lnTo>
                <a:lnTo>
                  <a:pt x="172" y="3120"/>
                </a:lnTo>
                <a:lnTo>
                  <a:pt x="172" y="3119"/>
                </a:lnTo>
                <a:lnTo>
                  <a:pt x="171" y="3117"/>
                </a:lnTo>
                <a:lnTo>
                  <a:pt x="171" y="3115"/>
                </a:lnTo>
                <a:lnTo>
                  <a:pt x="171" y="3114"/>
                </a:lnTo>
                <a:lnTo>
                  <a:pt x="172" y="3114"/>
                </a:lnTo>
                <a:lnTo>
                  <a:pt x="172" y="3113"/>
                </a:lnTo>
                <a:lnTo>
                  <a:pt x="171" y="3113"/>
                </a:lnTo>
                <a:lnTo>
                  <a:pt x="171" y="3112"/>
                </a:lnTo>
                <a:lnTo>
                  <a:pt x="172" y="3111"/>
                </a:lnTo>
                <a:lnTo>
                  <a:pt x="172" y="3110"/>
                </a:lnTo>
                <a:lnTo>
                  <a:pt x="172" y="3109"/>
                </a:lnTo>
                <a:lnTo>
                  <a:pt x="171" y="3108"/>
                </a:lnTo>
                <a:lnTo>
                  <a:pt x="171" y="3106"/>
                </a:lnTo>
                <a:lnTo>
                  <a:pt x="172" y="3105"/>
                </a:lnTo>
                <a:lnTo>
                  <a:pt x="173" y="3104"/>
                </a:lnTo>
                <a:lnTo>
                  <a:pt x="173" y="3103"/>
                </a:lnTo>
                <a:lnTo>
                  <a:pt x="172" y="3101"/>
                </a:lnTo>
                <a:lnTo>
                  <a:pt x="172" y="3100"/>
                </a:lnTo>
                <a:lnTo>
                  <a:pt x="172" y="3099"/>
                </a:lnTo>
                <a:lnTo>
                  <a:pt x="173" y="3098"/>
                </a:lnTo>
                <a:lnTo>
                  <a:pt x="174" y="3099"/>
                </a:lnTo>
                <a:lnTo>
                  <a:pt x="176" y="3098"/>
                </a:lnTo>
                <a:lnTo>
                  <a:pt x="178" y="3098"/>
                </a:lnTo>
                <a:lnTo>
                  <a:pt x="179" y="3098"/>
                </a:lnTo>
                <a:lnTo>
                  <a:pt x="179" y="3097"/>
                </a:lnTo>
                <a:lnTo>
                  <a:pt x="179" y="3096"/>
                </a:lnTo>
                <a:lnTo>
                  <a:pt x="178" y="3096"/>
                </a:lnTo>
                <a:lnTo>
                  <a:pt x="179" y="3096"/>
                </a:lnTo>
                <a:lnTo>
                  <a:pt x="179" y="3095"/>
                </a:lnTo>
                <a:lnTo>
                  <a:pt x="180" y="3095"/>
                </a:lnTo>
                <a:lnTo>
                  <a:pt x="182" y="3096"/>
                </a:lnTo>
                <a:lnTo>
                  <a:pt x="183" y="3096"/>
                </a:lnTo>
                <a:lnTo>
                  <a:pt x="184" y="3096"/>
                </a:lnTo>
                <a:lnTo>
                  <a:pt x="185" y="3096"/>
                </a:lnTo>
                <a:lnTo>
                  <a:pt x="186" y="3096"/>
                </a:lnTo>
                <a:lnTo>
                  <a:pt x="187" y="3096"/>
                </a:lnTo>
                <a:lnTo>
                  <a:pt x="187" y="3095"/>
                </a:lnTo>
                <a:lnTo>
                  <a:pt x="187" y="3094"/>
                </a:lnTo>
                <a:lnTo>
                  <a:pt x="188" y="3091"/>
                </a:lnTo>
                <a:lnTo>
                  <a:pt x="188" y="3090"/>
                </a:lnTo>
                <a:lnTo>
                  <a:pt x="189" y="3087"/>
                </a:lnTo>
                <a:lnTo>
                  <a:pt x="189" y="3086"/>
                </a:lnTo>
                <a:lnTo>
                  <a:pt x="189" y="3084"/>
                </a:lnTo>
                <a:lnTo>
                  <a:pt x="189" y="3083"/>
                </a:lnTo>
                <a:lnTo>
                  <a:pt x="190" y="3083"/>
                </a:lnTo>
                <a:lnTo>
                  <a:pt x="191" y="3083"/>
                </a:lnTo>
                <a:lnTo>
                  <a:pt x="193" y="3084"/>
                </a:lnTo>
                <a:lnTo>
                  <a:pt x="195" y="3085"/>
                </a:lnTo>
                <a:lnTo>
                  <a:pt x="197" y="3086"/>
                </a:lnTo>
                <a:lnTo>
                  <a:pt x="197" y="3087"/>
                </a:lnTo>
                <a:lnTo>
                  <a:pt x="198" y="3086"/>
                </a:lnTo>
                <a:lnTo>
                  <a:pt x="199" y="3085"/>
                </a:lnTo>
                <a:lnTo>
                  <a:pt x="199" y="3083"/>
                </a:lnTo>
                <a:lnTo>
                  <a:pt x="197" y="3081"/>
                </a:lnTo>
                <a:lnTo>
                  <a:pt x="197" y="3079"/>
                </a:lnTo>
                <a:lnTo>
                  <a:pt x="196" y="3078"/>
                </a:lnTo>
                <a:lnTo>
                  <a:pt x="196" y="3077"/>
                </a:lnTo>
                <a:lnTo>
                  <a:pt x="195" y="3075"/>
                </a:lnTo>
                <a:lnTo>
                  <a:pt x="195" y="3073"/>
                </a:lnTo>
                <a:lnTo>
                  <a:pt x="196" y="3072"/>
                </a:lnTo>
                <a:lnTo>
                  <a:pt x="195" y="3070"/>
                </a:lnTo>
                <a:lnTo>
                  <a:pt x="195" y="3069"/>
                </a:lnTo>
                <a:lnTo>
                  <a:pt x="194" y="3068"/>
                </a:lnTo>
                <a:lnTo>
                  <a:pt x="193" y="3067"/>
                </a:lnTo>
                <a:lnTo>
                  <a:pt x="193" y="3066"/>
                </a:lnTo>
                <a:lnTo>
                  <a:pt x="192" y="3065"/>
                </a:lnTo>
                <a:lnTo>
                  <a:pt x="192" y="3063"/>
                </a:lnTo>
                <a:lnTo>
                  <a:pt x="192" y="3061"/>
                </a:lnTo>
                <a:lnTo>
                  <a:pt x="193" y="3060"/>
                </a:lnTo>
                <a:lnTo>
                  <a:pt x="194" y="3058"/>
                </a:lnTo>
                <a:lnTo>
                  <a:pt x="195" y="3057"/>
                </a:lnTo>
                <a:lnTo>
                  <a:pt x="196" y="3056"/>
                </a:lnTo>
                <a:lnTo>
                  <a:pt x="197" y="3055"/>
                </a:lnTo>
                <a:lnTo>
                  <a:pt x="198" y="3054"/>
                </a:lnTo>
                <a:lnTo>
                  <a:pt x="200" y="3053"/>
                </a:lnTo>
                <a:lnTo>
                  <a:pt x="202" y="3052"/>
                </a:lnTo>
                <a:lnTo>
                  <a:pt x="203" y="3052"/>
                </a:lnTo>
                <a:lnTo>
                  <a:pt x="204" y="3050"/>
                </a:lnTo>
                <a:lnTo>
                  <a:pt x="204" y="3047"/>
                </a:lnTo>
                <a:lnTo>
                  <a:pt x="204" y="3046"/>
                </a:lnTo>
                <a:lnTo>
                  <a:pt x="204" y="3044"/>
                </a:lnTo>
                <a:lnTo>
                  <a:pt x="204" y="3043"/>
                </a:lnTo>
                <a:lnTo>
                  <a:pt x="203" y="3041"/>
                </a:lnTo>
                <a:lnTo>
                  <a:pt x="203" y="3039"/>
                </a:lnTo>
                <a:lnTo>
                  <a:pt x="203" y="3038"/>
                </a:lnTo>
                <a:lnTo>
                  <a:pt x="203" y="3037"/>
                </a:lnTo>
                <a:lnTo>
                  <a:pt x="204" y="3037"/>
                </a:lnTo>
                <a:lnTo>
                  <a:pt x="204" y="3036"/>
                </a:lnTo>
                <a:lnTo>
                  <a:pt x="205" y="3035"/>
                </a:lnTo>
                <a:lnTo>
                  <a:pt x="204" y="3035"/>
                </a:lnTo>
                <a:lnTo>
                  <a:pt x="204" y="3034"/>
                </a:lnTo>
                <a:lnTo>
                  <a:pt x="203" y="3034"/>
                </a:lnTo>
                <a:lnTo>
                  <a:pt x="203" y="3033"/>
                </a:lnTo>
                <a:lnTo>
                  <a:pt x="202" y="3033"/>
                </a:lnTo>
                <a:lnTo>
                  <a:pt x="202" y="3032"/>
                </a:lnTo>
                <a:lnTo>
                  <a:pt x="203" y="3030"/>
                </a:lnTo>
                <a:lnTo>
                  <a:pt x="203" y="3029"/>
                </a:lnTo>
                <a:lnTo>
                  <a:pt x="202" y="3028"/>
                </a:lnTo>
                <a:lnTo>
                  <a:pt x="202" y="3027"/>
                </a:lnTo>
                <a:lnTo>
                  <a:pt x="201" y="3026"/>
                </a:lnTo>
                <a:lnTo>
                  <a:pt x="201" y="3025"/>
                </a:lnTo>
                <a:lnTo>
                  <a:pt x="200" y="3023"/>
                </a:lnTo>
                <a:lnTo>
                  <a:pt x="200" y="3021"/>
                </a:lnTo>
                <a:lnTo>
                  <a:pt x="200" y="3020"/>
                </a:lnTo>
                <a:lnTo>
                  <a:pt x="200" y="3019"/>
                </a:lnTo>
                <a:lnTo>
                  <a:pt x="200" y="3017"/>
                </a:lnTo>
                <a:lnTo>
                  <a:pt x="199" y="3015"/>
                </a:lnTo>
                <a:lnTo>
                  <a:pt x="199" y="3013"/>
                </a:lnTo>
                <a:lnTo>
                  <a:pt x="198" y="3012"/>
                </a:lnTo>
                <a:lnTo>
                  <a:pt x="198" y="3011"/>
                </a:lnTo>
                <a:lnTo>
                  <a:pt x="199" y="3010"/>
                </a:lnTo>
                <a:lnTo>
                  <a:pt x="199" y="3009"/>
                </a:lnTo>
                <a:lnTo>
                  <a:pt x="200" y="3008"/>
                </a:lnTo>
                <a:lnTo>
                  <a:pt x="201" y="3006"/>
                </a:lnTo>
                <a:lnTo>
                  <a:pt x="201" y="3005"/>
                </a:lnTo>
                <a:lnTo>
                  <a:pt x="200" y="3004"/>
                </a:lnTo>
                <a:lnTo>
                  <a:pt x="199" y="3001"/>
                </a:lnTo>
                <a:lnTo>
                  <a:pt x="198" y="3000"/>
                </a:lnTo>
                <a:lnTo>
                  <a:pt x="198" y="2999"/>
                </a:lnTo>
                <a:lnTo>
                  <a:pt x="198" y="2998"/>
                </a:lnTo>
                <a:lnTo>
                  <a:pt x="197" y="2998"/>
                </a:lnTo>
                <a:lnTo>
                  <a:pt x="196" y="2997"/>
                </a:lnTo>
                <a:lnTo>
                  <a:pt x="195" y="2996"/>
                </a:lnTo>
                <a:lnTo>
                  <a:pt x="194" y="2993"/>
                </a:lnTo>
                <a:lnTo>
                  <a:pt x="194" y="2992"/>
                </a:lnTo>
                <a:lnTo>
                  <a:pt x="193" y="2989"/>
                </a:lnTo>
                <a:lnTo>
                  <a:pt x="190" y="2985"/>
                </a:lnTo>
                <a:lnTo>
                  <a:pt x="189" y="2982"/>
                </a:lnTo>
                <a:lnTo>
                  <a:pt x="187" y="2981"/>
                </a:lnTo>
                <a:lnTo>
                  <a:pt x="186" y="2980"/>
                </a:lnTo>
                <a:lnTo>
                  <a:pt x="186" y="2978"/>
                </a:lnTo>
                <a:lnTo>
                  <a:pt x="185" y="2977"/>
                </a:lnTo>
                <a:lnTo>
                  <a:pt x="184" y="2976"/>
                </a:lnTo>
                <a:lnTo>
                  <a:pt x="185" y="2976"/>
                </a:lnTo>
                <a:lnTo>
                  <a:pt x="185" y="2975"/>
                </a:lnTo>
                <a:lnTo>
                  <a:pt x="184" y="2975"/>
                </a:lnTo>
                <a:lnTo>
                  <a:pt x="183" y="2974"/>
                </a:lnTo>
                <a:lnTo>
                  <a:pt x="182" y="2974"/>
                </a:lnTo>
                <a:lnTo>
                  <a:pt x="181" y="2973"/>
                </a:lnTo>
                <a:lnTo>
                  <a:pt x="181" y="2972"/>
                </a:lnTo>
                <a:lnTo>
                  <a:pt x="180" y="2971"/>
                </a:lnTo>
                <a:lnTo>
                  <a:pt x="179" y="2969"/>
                </a:lnTo>
                <a:lnTo>
                  <a:pt x="178" y="2968"/>
                </a:lnTo>
                <a:lnTo>
                  <a:pt x="177" y="2967"/>
                </a:lnTo>
                <a:lnTo>
                  <a:pt x="177" y="2966"/>
                </a:lnTo>
                <a:lnTo>
                  <a:pt x="176" y="2966"/>
                </a:lnTo>
                <a:lnTo>
                  <a:pt x="175" y="2966"/>
                </a:lnTo>
                <a:lnTo>
                  <a:pt x="174" y="2966"/>
                </a:lnTo>
                <a:lnTo>
                  <a:pt x="173" y="2966"/>
                </a:lnTo>
                <a:lnTo>
                  <a:pt x="172" y="2966"/>
                </a:lnTo>
                <a:lnTo>
                  <a:pt x="172" y="2964"/>
                </a:lnTo>
                <a:lnTo>
                  <a:pt x="171" y="2962"/>
                </a:lnTo>
                <a:lnTo>
                  <a:pt x="170" y="2961"/>
                </a:lnTo>
                <a:lnTo>
                  <a:pt x="168" y="2960"/>
                </a:lnTo>
                <a:lnTo>
                  <a:pt x="167" y="2959"/>
                </a:lnTo>
                <a:lnTo>
                  <a:pt x="165" y="2958"/>
                </a:lnTo>
                <a:lnTo>
                  <a:pt x="164" y="2958"/>
                </a:lnTo>
                <a:lnTo>
                  <a:pt x="160" y="2957"/>
                </a:lnTo>
                <a:lnTo>
                  <a:pt x="159" y="2957"/>
                </a:lnTo>
                <a:lnTo>
                  <a:pt x="157" y="2958"/>
                </a:lnTo>
                <a:lnTo>
                  <a:pt x="156" y="2958"/>
                </a:lnTo>
                <a:lnTo>
                  <a:pt x="155" y="2957"/>
                </a:lnTo>
                <a:lnTo>
                  <a:pt x="155" y="2956"/>
                </a:lnTo>
                <a:lnTo>
                  <a:pt x="154" y="2955"/>
                </a:lnTo>
                <a:lnTo>
                  <a:pt x="153" y="2954"/>
                </a:lnTo>
                <a:lnTo>
                  <a:pt x="151" y="2954"/>
                </a:lnTo>
                <a:lnTo>
                  <a:pt x="150" y="2954"/>
                </a:lnTo>
                <a:lnTo>
                  <a:pt x="150" y="2953"/>
                </a:lnTo>
                <a:lnTo>
                  <a:pt x="149" y="2953"/>
                </a:lnTo>
                <a:lnTo>
                  <a:pt x="149" y="2954"/>
                </a:lnTo>
                <a:lnTo>
                  <a:pt x="148" y="2954"/>
                </a:lnTo>
                <a:lnTo>
                  <a:pt x="148" y="2955"/>
                </a:lnTo>
                <a:lnTo>
                  <a:pt x="147" y="2957"/>
                </a:lnTo>
                <a:lnTo>
                  <a:pt x="147" y="2960"/>
                </a:lnTo>
                <a:lnTo>
                  <a:pt x="146" y="2961"/>
                </a:lnTo>
                <a:lnTo>
                  <a:pt x="145" y="2962"/>
                </a:lnTo>
                <a:lnTo>
                  <a:pt x="144" y="2961"/>
                </a:lnTo>
                <a:lnTo>
                  <a:pt x="143" y="2960"/>
                </a:lnTo>
                <a:lnTo>
                  <a:pt x="142" y="2959"/>
                </a:lnTo>
                <a:lnTo>
                  <a:pt x="142" y="2958"/>
                </a:lnTo>
                <a:lnTo>
                  <a:pt x="142" y="2957"/>
                </a:lnTo>
                <a:lnTo>
                  <a:pt x="141" y="2957"/>
                </a:lnTo>
                <a:lnTo>
                  <a:pt x="139" y="2958"/>
                </a:lnTo>
                <a:lnTo>
                  <a:pt x="138" y="2959"/>
                </a:lnTo>
                <a:lnTo>
                  <a:pt x="136" y="2960"/>
                </a:lnTo>
                <a:lnTo>
                  <a:pt x="135" y="2960"/>
                </a:lnTo>
                <a:lnTo>
                  <a:pt x="134" y="2959"/>
                </a:lnTo>
                <a:lnTo>
                  <a:pt x="133" y="2959"/>
                </a:lnTo>
                <a:lnTo>
                  <a:pt x="133" y="2957"/>
                </a:lnTo>
                <a:lnTo>
                  <a:pt x="133" y="2955"/>
                </a:lnTo>
                <a:lnTo>
                  <a:pt x="133" y="2954"/>
                </a:lnTo>
                <a:lnTo>
                  <a:pt x="133" y="2953"/>
                </a:lnTo>
                <a:lnTo>
                  <a:pt x="133" y="2951"/>
                </a:lnTo>
                <a:lnTo>
                  <a:pt x="132" y="2949"/>
                </a:lnTo>
                <a:lnTo>
                  <a:pt x="132" y="2946"/>
                </a:lnTo>
                <a:lnTo>
                  <a:pt x="132" y="2945"/>
                </a:lnTo>
                <a:lnTo>
                  <a:pt x="133" y="2943"/>
                </a:lnTo>
                <a:lnTo>
                  <a:pt x="133" y="2942"/>
                </a:lnTo>
                <a:lnTo>
                  <a:pt x="134" y="2940"/>
                </a:lnTo>
                <a:lnTo>
                  <a:pt x="135" y="2940"/>
                </a:lnTo>
                <a:lnTo>
                  <a:pt x="135" y="2939"/>
                </a:lnTo>
                <a:lnTo>
                  <a:pt x="136" y="2938"/>
                </a:lnTo>
                <a:lnTo>
                  <a:pt x="136" y="2937"/>
                </a:lnTo>
                <a:lnTo>
                  <a:pt x="137" y="2936"/>
                </a:lnTo>
                <a:lnTo>
                  <a:pt x="137" y="2935"/>
                </a:lnTo>
                <a:lnTo>
                  <a:pt x="137" y="2934"/>
                </a:lnTo>
                <a:lnTo>
                  <a:pt x="138" y="2933"/>
                </a:lnTo>
                <a:lnTo>
                  <a:pt x="138" y="2932"/>
                </a:lnTo>
                <a:lnTo>
                  <a:pt x="138" y="2931"/>
                </a:lnTo>
                <a:lnTo>
                  <a:pt x="138" y="2928"/>
                </a:lnTo>
                <a:lnTo>
                  <a:pt x="138" y="2927"/>
                </a:lnTo>
                <a:lnTo>
                  <a:pt x="138" y="2926"/>
                </a:lnTo>
                <a:lnTo>
                  <a:pt x="138" y="2925"/>
                </a:lnTo>
                <a:lnTo>
                  <a:pt x="138" y="2924"/>
                </a:lnTo>
                <a:lnTo>
                  <a:pt x="137" y="2923"/>
                </a:lnTo>
                <a:lnTo>
                  <a:pt x="135" y="2921"/>
                </a:lnTo>
                <a:lnTo>
                  <a:pt x="135" y="2920"/>
                </a:lnTo>
                <a:lnTo>
                  <a:pt x="135" y="2919"/>
                </a:lnTo>
                <a:lnTo>
                  <a:pt x="135" y="2918"/>
                </a:lnTo>
                <a:lnTo>
                  <a:pt x="136" y="2917"/>
                </a:lnTo>
                <a:lnTo>
                  <a:pt x="137" y="2916"/>
                </a:lnTo>
                <a:lnTo>
                  <a:pt x="137" y="2915"/>
                </a:lnTo>
                <a:lnTo>
                  <a:pt x="138" y="2915"/>
                </a:lnTo>
                <a:lnTo>
                  <a:pt x="139" y="2915"/>
                </a:lnTo>
                <a:lnTo>
                  <a:pt x="140" y="2915"/>
                </a:lnTo>
                <a:lnTo>
                  <a:pt x="141" y="2914"/>
                </a:lnTo>
                <a:lnTo>
                  <a:pt x="141" y="2913"/>
                </a:lnTo>
                <a:lnTo>
                  <a:pt x="140" y="2912"/>
                </a:lnTo>
                <a:lnTo>
                  <a:pt x="140" y="2911"/>
                </a:lnTo>
                <a:lnTo>
                  <a:pt x="139" y="2910"/>
                </a:lnTo>
                <a:lnTo>
                  <a:pt x="138" y="2910"/>
                </a:lnTo>
                <a:lnTo>
                  <a:pt x="136" y="2910"/>
                </a:lnTo>
                <a:lnTo>
                  <a:pt x="135" y="2909"/>
                </a:lnTo>
                <a:lnTo>
                  <a:pt x="133" y="2907"/>
                </a:lnTo>
                <a:lnTo>
                  <a:pt x="132" y="2907"/>
                </a:lnTo>
                <a:lnTo>
                  <a:pt x="130" y="2906"/>
                </a:lnTo>
                <a:lnTo>
                  <a:pt x="128" y="2904"/>
                </a:lnTo>
                <a:lnTo>
                  <a:pt x="127" y="2903"/>
                </a:lnTo>
                <a:lnTo>
                  <a:pt x="126" y="2903"/>
                </a:lnTo>
                <a:lnTo>
                  <a:pt x="125" y="2902"/>
                </a:lnTo>
                <a:lnTo>
                  <a:pt x="124" y="2901"/>
                </a:lnTo>
                <a:lnTo>
                  <a:pt x="123" y="2901"/>
                </a:lnTo>
                <a:lnTo>
                  <a:pt x="121" y="2901"/>
                </a:lnTo>
                <a:lnTo>
                  <a:pt x="119" y="2901"/>
                </a:lnTo>
                <a:lnTo>
                  <a:pt x="117" y="2901"/>
                </a:lnTo>
                <a:lnTo>
                  <a:pt x="116" y="2901"/>
                </a:lnTo>
                <a:lnTo>
                  <a:pt x="115" y="2901"/>
                </a:lnTo>
                <a:lnTo>
                  <a:pt x="114" y="2900"/>
                </a:lnTo>
                <a:lnTo>
                  <a:pt x="114" y="2899"/>
                </a:lnTo>
                <a:lnTo>
                  <a:pt x="113" y="2898"/>
                </a:lnTo>
                <a:lnTo>
                  <a:pt x="111" y="2897"/>
                </a:lnTo>
                <a:lnTo>
                  <a:pt x="109" y="2896"/>
                </a:lnTo>
                <a:lnTo>
                  <a:pt x="107" y="2894"/>
                </a:lnTo>
                <a:lnTo>
                  <a:pt x="106" y="2893"/>
                </a:lnTo>
                <a:lnTo>
                  <a:pt x="106" y="2892"/>
                </a:lnTo>
                <a:lnTo>
                  <a:pt x="106" y="2891"/>
                </a:lnTo>
                <a:lnTo>
                  <a:pt x="107" y="2889"/>
                </a:lnTo>
                <a:lnTo>
                  <a:pt x="108" y="2888"/>
                </a:lnTo>
                <a:lnTo>
                  <a:pt x="107" y="2887"/>
                </a:lnTo>
                <a:lnTo>
                  <a:pt x="106" y="2886"/>
                </a:lnTo>
                <a:lnTo>
                  <a:pt x="106" y="2885"/>
                </a:lnTo>
                <a:lnTo>
                  <a:pt x="105" y="2885"/>
                </a:lnTo>
                <a:lnTo>
                  <a:pt x="105" y="2884"/>
                </a:lnTo>
                <a:lnTo>
                  <a:pt x="104" y="2884"/>
                </a:lnTo>
                <a:lnTo>
                  <a:pt x="103" y="2884"/>
                </a:lnTo>
                <a:lnTo>
                  <a:pt x="102" y="2884"/>
                </a:lnTo>
                <a:lnTo>
                  <a:pt x="102" y="2885"/>
                </a:lnTo>
                <a:lnTo>
                  <a:pt x="102" y="2886"/>
                </a:lnTo>
                <a:lnTo>
                  <a:pt x="101" y="2886"/>
                </a:lnTo>
                <a:lnTo>
                  <a:pt x="100" y="2886"/>
                </a:lnTo>
                <a:lnTo>
                  <a:pt x="99" y="2886"/>
                </a:lnTo>
                <a:lnTo>
                  <a:pt x="98" y="2886"/>
                </a:lnTo>
                <a:lnTo>
                  <a:pt x="97" y="2885"/>
                </a:lnTo>
                <a:lnTo>
                  <a:pt x="96" y="2885"/>
                </a:lnTo>
                <a:lnTo>
                  <a:pt x="95" y="2885"/>
                </a:lnTo>
                <a:lnTo>
                  <a:pt x="94" y="2885"/>
                </a:lnTo>
                <a:lnTo>
                  <a:pt x="93" y="2885"/>
                </a:lnTo>
                <a:lnTo>
                  <a:pt x="92" y="2885"/>
                </a:lnTo>
                <a:lnTo>
                  <a:pt x="91" y="2885"/>
                </a:lnTo>
                <a:lnTo>
                  <a:pt x="90" y="2884"/>
                </a:lnTo>
                <a:lnTo>
                  <a:pt x="89" y="2883"/>
                </a:lnTo>
                <a:lnTo>
                  <a:pt x="88" y="2882"/>
                </a:lnTo>
                <a:lnTo>
                  <a:pt x="87" y="2881"/>
                </a:lnTo>
                <a:lnTo>
                  <a:pt x="86" y="2881"/>
                </a:lnTo>
                <a:lnTo>
                  <a:pt x="85" y="2881"/>
                </a:lnTo>
                <a:lnTo>
                  <a:pt x="84" y="2882"/>
                </a:lnTo>
                <a:lnTo>
                  <a:pt x="83" y="2883"/>
                </a:lnTo>
                <a:lnTo>
                  <a:pt x="82" y="2883"/>
                </a:lnTo>
                <a:lnTo>
                  <a:pt x="81" y="2883"/>
                </a:lnTo>
                <a:lnTo>
                  <a:pt x="80" y="2884"/>
                </a:lnTo>
                <a:lnTo>
                  <a:pt x="79" y="2883"/>
                </a:lnTo>
                <a:lnTo>
                  <a:pt x="78" y="2883"/>
                </a:lnTo>
                <a:lnTo>
                  <a:pt x="77" y="2882"/>
                </a:lnTo>
                <a:lnTo>
                  <a:pt x="76" y="2882"/>
                </a:lnTo>
                <a:lnTo>
                  <a:pt x="75" y="2882"/>
                </a:lnTo>
                <a:lnTo>
                  <a:pt x="74" y="2883"/>
                </a:lnTo>
                <a:lnTo>
                  <a:pt x="73" y="2882"/>
                </a:lnTo>
                <a:lnTo>
                  <a:pt x="72" y="2883"/>
                </a:lnTo>
                <a:lnTo>
                  <a:pt x="72" y="2882"/>
                </a:lnTo>
                <a:lnTo>
                  <a:pt x="71" y="2882"/>
                </a:lnTo>
                <a:lnTo>
                  <a:pt x="71" y="2883"/>
                </a:lnTo>
                <a:lnTo>
                  <a:pt x="70" y="2883"/>
                </a:lnTo>
                <a:lnTo>
                  <a:pt x="69" y="2883"/>
                </a:lnTo>
                <a:lnTo>
                  <a:pt x="68" y="2884"/>
                </a:lnTo>
                <a:lnTo>
                  <a:pt x="67" y="2885"/>
                </a:lnTo>
                <a:lnTo>
                  <a:pt x="67" y="2886"/>
                </a:lnTo>
                <a:lnTo>
                  <a:pt x="67" y="2887"/>
                </a:lnTo>
                <a:lnTo>
                  <a:pt x="68" y="2888"/>
                </a:lnTo>
                <a:lnTo>
                  <a:pt x="68" y="2889"/>
                </a:lnTo>
                <a:lnTo>
                  <a:pt x="68" y="2890"/>
                </a:lnTo>
                <a:lnTo>
                  <a:pt x="67" y="2890"/>
                </a:lnTo>
                <a:lnTo>
                  <a:pt x="66" y="2890"/>
                </a:lnTo>
                <a:lnTo>
                  <a:pt x="65" y="2889"/>
                </a:lnTo>
                <a:lnTo>
                  <a:pt x="65" y="2890"/>
                </a:lnTo>
                <a:lnTo>
                  <a:pt x="65" y="2891"/>
                </a:lnTo>
                <a:lnTo>
                  <a:pt x="64" y="2891"/>
                </a:lnTo>
                <a:lnTo>
                  <a:pt x="64" y="2892"/>
                </a:lnTo>
                <a:lnTo>
                  <a:pt x="62" y="2891"/>
                </a:lnTo>
                <a:lnTo>
                  <a:pt x="61" y="2891"/>
                </a:lnTo>
                <a:lnTo>
                  <a:pt x="61" y="2890"/>
                </a:lnTo>
                <a:lnTo>
                  <a:pt x="60" y="2889"/>
                </a:lnTo>
                <a:lnTo>
                  <a:pt x="60" y="2887"/>
                </a:lnTo>
                <a:lnTo>
                  <a:pt x="60" y="2885"/>
                </a:lnTo>
                <a:lnTo>
                  <a:pt x="60" y="2884"/>
                </a:lnTo>
                <a:lnTo>
                  <a:pt x="60" y="2883"/>
                </a:lnTo>
                <a:lnTo>
                  <a:pt x="60" y="2879"/>
                </a:lnTo>
                <a:lnTo>
                  <a:pt x="59" y="2875"/>
                </a:lnTo>
                <a:lnTo>
                  <a:pt x="59" y="2874"/>
                </a:lnTo>
                <a:lnTo>
                  <a:pt x="59" y="2872"/>
                </a:lnTo>
                <a:lnTo>
                  <a:pt x="59" y="2870"/>
                </a:lnTo>
                <a:lnTo>
                  <a:pt x="60" y="2868"/>
                </a:lnTo>
                <a:lnTo>
                  <a:pt x="60" y="2867"/>
                </a:lnTo>
                <a:lnTo>
                  <a:pt x="60" y="2865"/>
                </a:lnTo>
                <a:lnTo>
                  <a:pt x="61" y="2864"/>
                </a:lnTo>
                <a:lnTo>
                  <a:pt x="60" y="2864"/>
                </a:lnTo>
                <a:lnTo>
                  <a:pt x="58" y="2863"/>
                </a:lnTo>
                <a:lnTo>
                  <a:pt x="54" y="2862"/>
                </a:lnTo>
                <a:lnTo>
                  <a:pt x="53" y="2862"/>
                </a:lnTo>
                <a:lnTo>
                  <a:pt x="52" y="2863"/>
                </a:lnTo>
                <a:lnTo>
                  <a:pt x="52" y="2864"/>
                </a:lnTo>
                <a:lnTo>
                  <a:pt x="51" y="2865"/>
                </a:lnTo>
                <a:lnTo>
                  <a:pt x="51" y="2866"/>
                </a:lnTo>
                <a:lnTo>
                  <a:pt x="50" y="2867"/>
                </a:lnTo>
                <a:lnTo>
                  <a:pt x="49" y="2867"/>
                </a:lnTo>
                <a:lnTo>
                  <a:pt x="47" y="2866"/>
                </a:lnTo>
                <a:lnTo>
                  <a:pt x="46" y="2866"/>
                </a:lnTo>
                <a:lnTo>
                  <a:pt x="45" y="2866"/>
                </a:lnTo>
                <a:lnTo>
                  <a:pt x="44" y="2865"/>
                </a:lnTo>
                <a:lnTo>
                  <a:pt x="42" y="2864"/>
                </a:lnTo>
                <a:lnTo>
                  <a:pt x="41" y="2863"/>
                </a:lnTo>
                <a:lnTo>
                  <a:pt x="41" y="2861"/>
                </a:lnTo>
                <a:lnTo>
                  <a:pt x="41" y="2859"/>
                </a:lnTo>
                <a:lnTo>
                  <a:pt x="41" y="2858"/>
                </a:lnTo>
                <a:lnTo>
                  <a:pt x="42" y="2857"/>
                </a:lnTo>
                <a:lnTo>
                  <a:pt x="42" y="2856"/>
                </a:lnTo>
                <a:lnTo>
                  <a:pt x="41" y="2856"/>
                </a:lnTo>
                <a:lnTo>
                  <a:pt x="41" y="2854"/>
                </a:lnTo>
                <a:lnTo>
                  <a:pt x="41" y="2851"/>
                </a:lnTo>
                <a:lnTo>
                  <a:pt x="41" y="2850"/>
                </a:lnTo>
                <a:lnTo>
                  <a:pt x="40" y="2850"/>
                </a:lnTo>
                <a:lnTo>
                  <a:pt x="38" y="2850"/>
                </a:lnTo>
                <a:lnTo>
                  <a:pt x="37" y="2851"/>
                </a:lnTo>
                <a:lnTo>
                  <a:pt x="36" y="2851"/>
                </a:lnTo>
                <a:lnTo>
                  <a:pt x="34" y="2851"/>
                </a:lnTo>
                <a:lnTo>
                  <a:pt x="32" y="2852"/>
                </a:lnTo>
                <a:lnTo>
                  <a:pt x="31" y="2851"/>
                </a:lnTo>
                <a:lnTo>
                  <a:pt x="29" y="2851"/>
                </a:lnTo>
                <a:lnTo>
                  <a:pt x="28" y="2852"/>
                </a:lnTo>
                <a:lnTo>
                  <a:pt x="27" y="2852"/>
                </a:lnTo>
                <a:lnTo>
                  <a:pt x="27" y="2853"/>
                </a:lnTo>
                <a:lnTo>
                  <a:pt x="26" y="2853"/>
                </a:lnTo>
                <a:lnTo>
                  <a:pt x="26" y="2854"/>
                </a:lnTo>
                <a:lnTo>
                  <a:pt x="24" y="2855"/>
                </a:lnTo>
                <a:lnTo>
                  <a:pt x="23" y="2855"/>
                </a:lnTo>
                <a:lnTo>
                  <a:pt x="20" y="2855"/>
                </a:lnTo>
                <a:lnTo>
                  <a:pt x="18" y="2855"/>
                </a:lnTo>
                <a:lnTo>
                  <a:pt x="17" y="2856"/>
                </a:lnTo>
                <a:lnTo>
                  <a:pt x="16" y="2854"/>
                </a:lnTo>
                <a:lnTo>
                  <a:pt x="15" y="2851"/>
                </a:lnTo>
                <a:lnTo>
                  <a:pt x="15" y="2850"/>
                </a:lnTo>
                <a:lnTo>
                  <a:pt x="14" y="2849"/>
                </a:lnTo>
                <a:lnTo>
                  <a:pt x="14" y="2848"/>
                </a:lnTo>
                <a:lnTo>
                  <a:pt x="14" y="2846"/>
                </a:lnTo>
                <a:lnTo>
                  <a:pt x="14" y="2845"/>
                </a:lnTo>
                <a:lnTo>
                  <a:pt x="14" y="2844"/>
                </a:lnTo>
                <a:lnTo>
                  <a:pt x="13" y="2843"/>
                </a:lnTo>
                <a:lnTo>
                  <a:pt x="12" y="2843"/>
                </a:lnTo>
                <a:lnTo>
                  <a:pt x="11" y="2844"/>
                </a:lnTo>
                <a:lnTo>
                  <a:pt x="10" y="2845"/>
                </a:lnTo>
                <a:lnTo>
                  <a:pt x="9" y="2846"/>
                </a:lnTo>
                <a:lnTo>
                  <a:pt x="8" y="2845"/>
                </a:lnTo>
                <a:lnTo>
                  <a:pt x="8" y="2844"/>
                </a:lnTo>
                <a:lnTo>
                  <a:pt x="8" y="2843"/>
                </a:lnTo>
                <a:lnTo>
                  <a:pt x="8" y="2842"/>
                </a:lnTo>
                <a:lnTo>
                  <a:pt x="9" y="2841"/>
                </a:lnTo>
                <a:lnTo>
                  <a:pt x="9" y="2839"/>
                </a:lnTo>
                <a:lnTo>
                  <a:pt x="10" y="2838"/>
                </a:lnTo>
                <a:lnTo>
                  <a:pt x="10" y="2836"/>
                </a:lnTo>
                <a:lnTo>
                  <a:pt x="10" y="2835"/>
                </a:lnTo>
                <a:lnTo>
                  <a:pt x="10" y="2834"/>
                </a:lnTo>
                <a:lnTo>
                  <a:pt x="9" y="2834"/>
                </a:lnTo>
                <a:lnTo>
                  <a:pt x="8" y="2833"/>
                </a:lnTo>
                <a:lnTo>
                  <a:pt x="7" y="2831"/>
                </a:lnTo>
                <a:lnTo>
                  <a:pt x="6" y="2831"/>
                </a:lnTo>
                <a:lnTo>
                  <a:pt x="6" y="2829"/>
                </a:lnTo>
                <a:lnTo>
                  <a:pt x="7" y="2829"/>
                </a:lnTo>
                <a:lnTo>
                  <a:pt x="7" y="2828"/>
                </a:lnTo>
                <a:lnTo>
                  <a:pt x="8" y="2827"/>
                </a:lnTo>
                <a:lnTo>
                  <a:pt x="9" y="2827"/>
                </a:lnTo>
                <a:lnTo>
                  <a:pt x="10" y="2826"/>
                </a:lnTo>
                <a:lnTo>
                  <a:pt x="11" y="2826"/>
                </a:lnTo>
                <a:lnTo>
                  <a:pt x="12" y="2826"/>
                </a:lnTo>
                <a:lnTo>
                  <a:pt x="13" y="2826"/>
                </a:lnTo>
                <a:lnTo>
                  <a:pt x="13" y="2825"/>
                </a:lnTo>
                <a:lnTo>
                  <a:pt x="14" y="2823"/>
                </a:lnTo>
                <a:lnTo>
                  <a:pt x="14" y="2822"/>
                </a:lnTo>
                <a:lnTo>
                  <a:pt x="13" y="2820"/>
                </a:lnTo>
                <a:lnTo>
                  <a:pt x="12" y="2819"/>
                </a:lnTo>
                <a:lnTo>
                  <a:pt x="13" y="2818"/>
                </a:lnTo>
                <a:lnTo>
                  <a:pt x="13" y="2817"/>
                </a:lnTo>
                <a:lnTo>
                  <a:pt x="15" y="2817"/>
                </a:lnTo>
                <a:lnTo>
                  <a:pt x="16" y="2816"/>
                </a:lnTo>
                <a:lnTo>
                  <a:pt x="17" y="2816"/>
                </a:lnTo>
                <a:lnTo>
                  <a:pt x="18" y="2815"/>
                </a:lnTo>
                <a:lnTo>
                  <a:pt x="18" y="2814"/>
                </a:lnTo>
                <a:lnTo>
                  <a:pt x="20" y="2812"/>
                </a:lnTo>
                <a:lnTo>
                  <a:pt x="21" y="2811"/>
                </a:lnTo>
                <a:lnTo>
                  <a:pt x="22" y="2811"/>
                </a:lnTo>
                <a:lnTo>
                  <a:pt x="23" y="2811"/>
                </a:lnTo>
                <a:lnTo>
                  <a:pt x="26" y="2811"/>
                </a:lnTo>
                <a:lnTo>
                  <a:pt x="27" y="2812"/>
                </a:lnTo>
                <a:lnTo>
                  <a:pt x="30" y="2814"/>
                </a:lnTo>
                <a:lnTo>
                  <a:pt x="30" y="2815"/>
                </a:lnTo>
                <a:lnTo>
                  <a:pt x="30" y="2816"/>
                </a:lnTo>
                <a:lnTo>
                  <a:pt x="31" y="2816"/>
                </a:lnTo>
                <a:lnTo>
                  <a:pt x="32" y="2817"/>
                </a:lnTo>
                <a:lnTo>
                  <a:pt x="33" y="2816"/>
                </a:lnTo>
                <a:lnTo>
                  <a:pt x="34" y="2815"/>
                </a:lnTo>
                <a:lnTo>
                  <a:pt x="34" y="2814"/>
                </a:lnTo>
                <a:lnTo>
                  <a:pt x="35" y="2812"/>
                </a:lnTo>
                <a:lnTo>
                  <a:pt x="36" y="2812"/>
                </a:lnTo>
                <a:lnTo>
                  <a:pt x="37" y="2812"/>
                </a:lnTo>
                <a:lnTo>
                  <a:pt x="38" y="2813"/>
                </a:lnTo>
                <a:lnTo>
                  <a:pt x="38" y="2814"/>
                </a:lnTo>
                <a:lnTo>
                  <a:pt x="39" y="2813"/>
                </a:lnTo>
                <a:lnTo>
                  <a:pt x="40" y="2812"/>
                </a:lnTo>
                <a:lnTo>
                  <a:pt x="41" y="2812"/>
                </a:lnTo>
                <a:lnTo>
                  <a:pt x="42" y="2813"/>
                </a:lnTo>
                <a:lnTo>
                  <a:pt x="42" y="2814"/>
                </a:lnTo>
                <a:lnTo>
                  <a:pt x="42" y="2816"/>
                </a:lnTo>
                <a:lnTo>
                  <a:pt x="42" y="2817"/>
                </a:lnTo>
                <a:lnTo>
                  <a:pt x="42" y="2818"/>
                </a:lnTo>
                <a:lnTo>
                  <a:pt x="43" y="2819"/>
                </a:lnTo>
                <a:lnTo>
                  <a:pt x="44" y="2819"/>
                </a:lnTo>
                <a:lnTo>
                  <a:pt x="45" y="2819"/>
                </a:lnTo>
                <a:lnTo>
                  <a:pt x="46" y="2818"/>
                </a:lnTo>
                <a:lnTo>
                  <a:pt x="48" y="2816"/>
                </a:lnTo>
                <a:lnTo>
                  <a:pt x="50" y="2815"/>
                </a:lnTo>
                <a:lnTo>
                  <a:pt x="53" y="2814"/>
                </a:lnTo>
                <a:lnTo>
                  <a:pt x="54" y="2814"/>
                </a:lnTo>
                <a:lnTo>
                  <a:pt x="55" y="2813"/>
                </a:lnTo>
                <a:lnTo>
                  <a:pt x="57" y="2813"/>
                </a:lnTo>
                <a:lnTo>
                  <a:pt x="58" y="2813"/>
                </a:lnTo>
                <a:lnTo>
                  <a:pt x="59" y="2814"/>
                </a:lnTo>
                <a:lnTo>
                  <a:pt x="60" y="2814"/>
                </a:lnTo>
                <a:lnTo>
                  <a:pt x="60" y="2815"/>
                </a:lnTo>
                <a:lnTo>
                  <a:pt x="61" y="2816"/>
                </a:lnTo>
                <a:lnTo>
                  <a:pt x="62" y="2819"/>
                </a:lnTo>
                <a:lnTo>
                  <a:pt x="62" y="2820"/>
                </a:lnTo>
                <a:lnTo>
                  <a:pt x="63" y="2821"/>
                </a:lnTo>
                <a:lnTo>
                  <a:pt x="63" y="2822"/>
                </a:lnTo>
                <a:lnTo>
                  <a:pt x="64" y="2823"/>
                </a:lnTo>
                <a:lnTo>
                  <a:pt x="65" y="2824"/>
                </a:lnTo>
                <a:lnTo>
                  <a:pt x="65" y="2825"/>
                </a:lnTo>
                <a:lnTo>
                  <a:pt x="65" y="2826"/>
                </a:lnTo>
                <a:lnTo>
                  <a:pt x="65" y="2829"/>
                </a:lnTo>
                <a:lnTo>
                  <a:pt x="65" y="2830"/>
                </a:lnTo>
                <a:lnTo>
                  <a:pt x="66" y="2831"/>
                </a:lnTo>
                <a:lnTo>
                  <a:pt x="68" y="2831"/>
                </a:lnTo>
                <a:lnTo>
                  <a:pt x="70" y="2831"/>
                </a:lnTo>
                <a:lnTo>
                  <a:pt x="71" y="2832"/>
                </a:lnTo>
                <a:lnTo>
                  <a:pt x="73" y="2832"/>
                </a:lnTo>
                <a:lnTo>
                  <a:pt x="74" y="2832"/>
                </a:lnTo>
                <a:lnTo>
                  <a:pt x="75" y="2832"/>
                </a:lnTo>
                <a:lnTo>
                  <a:pt x="76" y="2832"/>
                </a:lnTo>
                <a:lnTo>
                  <a:pt x="78" y="2832"/>
                </a:lnTo>
                <a:lnTo>
                  <a:pt x="79" y="2831"/>
                </a:lnTo>
                <a:lnTo>
                  <a:pt x="80" y="2832"/>
                </a:lnTo>
                <a:lnTo>
                  <a:pt x="81" y="2831"/>
                </a:lnTo>
                <a:lnTo>
                  <a:pt x="82" y="2831"/>
                </a:lnTo>
                <a:lnTo>
                  <a:pt x="83" y="2830"/>
                </a:lnTo>
                <a:lnTo>
                  <a:pt x="83" y="2829"/>
                </a:lnTo>
                <a:lnTo>
                  <a:pt x="85" y="2827"/>
                </a:lnTo>
                <a:lnTo>
                  <a:pt x="86" y="2826"/>
                </a:lnTo>
                <a:lnTo>
                  <a:pt x="86" y="2825"/>
                </a:lnTo>
                <a:lnTo>
                  <a:pt x="87" y="2824"/>
                </a:lnTo>
                <a:lnTo>
                  <a:pt x="88" y="2823"/>
                </a:lnTo>
                <a:lnTo>
                  <a:pt x="90" y="2824"/>
                </a:lnTo>
                <a:lnTo>
                  <a:pt x="92" y="2824"/>
                </a:lnTo>
                <a:lnTo>
                  <a:pt x="95" y="2825"/>
                </a:lnTo>
                <a:lnTo>
                  <a:pt x="97" y="2825"/>
                </a:lnTo>
                <a:lnTo>
                  <a:pt x="98" y="2825"/>
                </a:lnTo>
                <a:lnTo>
                  <a:pt x="99" y="2825"/>
                </a:lnTo>
                <a:lnTo>
                  <a:pt x="100" y="2825"/>
                </a:lnTo>
                <a:lnTo>
                  <a:pt x="102" y="2825"/>
                </a:lnTo>
                <a:lnTo>
                  <a:pt x="103" y="2825"/>
                </a:lnTo>
                <a:lnTo>
                  <a:pt x="104" y="2825"/>
                </a:lnTo>
                <a:lnTo>
                  <a:pt x="104" y="2824"/>
                </a:lnTo>
                <a:lnTo>
                  <a:pt x="107" y="2824"/>
                </a:lnTo>
                <a:lnTo>
                  <a:pt x="111" y="2823"/>
                </a:lnTo>
                <a:lnTo>
                  <a:pt x="112" y="2823"/>
                </a:lnTo>
                <a:lnTo>
                  <a:pt x="113" y="2823"/>
                </a:lnTo>
                <a:lnTo>
                  <a:pt x="114" y="2824"/>
                </a:lnTo>
                <a:lnTo>
                  <a:pt x="115" y="2825"/>
                </a:lnTo>
                <a:lnTo>
                  <a:pt x="116" y="2825"/>
                </a:lnTo>
                <a:lnTo>
                  <a:pt x="117" y="2825"/>
                </a:lnTo>
                <a:lnTo>
                  <a:pt x="118" y="2825"/>
                </a:lnTo>
                <a:lnTo>
                  <a:pt x="119" y="2825"/>
                </a:lnTo>
                <a:lnTo>
                  <a:pt x="119" y="2824"/>
                </a:lnTo>
                <a:lnTo>
                  <a:pt x="120" y="2823"/>
                </a:lnTo>
                <a:lnTo>
                  <a:pt x="121" y="2822"/>
                </a:lnTo>
                <a:lnTo>
                  <a:pt x="122" y="2820"/>
                </a:lnTo>
                <a:lnTo>
                  <a:pt x="123" y="2819"/>
                </a:lnTo>
                <a:lnTo>
                  <a:pt x="124" y="2818"/>
                </a:lnTo>
                <a:lnTo>
                  <a:pt x="124" y="2817"/>
                </a:lnTo>
                <a:lnTo>
                  <a:pt x="124" y="2816"/>
                </a:lnTo>
                <a:lnTo>
                  <a:pt x="124" y="2815"/>
                </a:lnTo>
                <a:lnTo>
                  <a:pt x="124" y="2813"/>
                </a:lnTo>
                <a:lnTo>
                  <a:pt x="125" y="2811"/>
                </a:lnTo>
                <a:lnTo>
                  <a:pt x="126" y="2811"/>
                </a:lnTo>
                <a:lnTo>
                  <a:pt x="129" y="2810"/>
                </a:lnTo>
                <a:lnTo>
                  <a:pt x="129" y="2809"/>
                </a:lnTo>
                <a:lnTo>
                  <a:pt x="129" y="2808"/>
                </a:lnTo>
                <a:lnTo>
                  <a:pt x="130" y="2805"/>
                </a:lnTo>
                <a:lnTo>
                  <a:pt x="129" y="2798"/>
                </a:lnTo>
                <a:lnTo>
                  <a:pt x="128" y="2796"/>
                </a:lnTo>
                <a:lnTo>
                  <a:pt x="127" y="2793"/>
                </a:lnTo>
                <a:lnTo>
                  <a:pt x="125" y="2790"/>
                </a:lnTo>
                <a:lnTo>
                  <a:pt x="124" y="2789"/>
                </a:lnTo>
                <a:lnTo>
                  <a:pt x="124" y="2787"/>
                </a:lnTo>
                <a:lnTo>
                  <a:pt x="124" y="2786"/>
                </a:lnTo>
                <a:lnTo>
                  <a:pt x="124" y="2785"/>
                </a:lnTo>
                <a:lnTo>
                  <a:pt x="124" y="2784"/>
                </a:lnTo>
                <a:lnTo>
                  <a:pt x="123" y="2783"/>
                </a:lnTo>
                <a:lnTo>
                  <a:pt x="122" y="2783"/>
                </a:lnTo>
                <a:lnTo>
                  <a:pt x="118" y="2784"/>
                </a:lnTo>
                <a:lnTo>
                  <a:pt x="116" y="2783"/>
                </a:lnTo>
                <a:lnTo>
                  <a:pt x="114" y="2782"/>
                </a:lnTo>
                <a:lnTo>
                  <a:pt x="113" y="2781"/>
                </a:lnTo>
                <a:lnTo>
                  <a:pt x="112" y="2780"/>
                </a:lnTo>
                <a:lnTo>
                  <a:pt x="112" y="2779"/>
                </a:lnTo>
                <a:lnTo>
                  <a:pt x="113" y="2779"/>
                </a:lnTo>
                <a:lnTo>
                  <a:pt x="113" y="2778"/>
                </a:lnTo>
                <a:lnTo>
                  <a:pt x="114" y="2778"/>
                </a:lnTo>
                <a:lnTo>
                  <a:pt x="114" y="2777"/>
                </a:lnTo>
                <a:lnTo>
                  <a:pt x="113" y="2776"/>
                </a:lnTo>
                <a:lnTo>
                  <a:pt x="112" y="2774"/>
                </a:lnTo>
                <a:lnTo>
                  <a:pt x="107" y="2770"/>
                </a:lnTo>
                <a:lnTo>
                  <a:pt x="106" y="2769"/>
                </a:lnTo>
                <a:lnTo>
                  <a:pt x="106" y="2768"/>
                </a:lnTo>
                <a:lnTo>
                  <a:pt x="106" y="2767"/>
                </a:lnTo>
                <a:lnTo>
                  <a:pt x="105" y="2766"/>
                </a:lnTo>
                <a:lnTo>
                  <a:pt x="105" y="2765"/>
                </a:lnTo>
                <a:lnTo>
                  <a:pt x="106" y="2762"/>
                </a:lnTo>
                <a:lnTo>
                  <a:pt x="106" y="2759"/>
                </a:lnTo>
                <a:lnTo>
                  <a:pt x="106" y="2758"/>
                </a:lnTo>
                <a:lnTo>
                  <a:pt x="107" y="2755"/>
                </a:lnTo>
                <a:lnTo>
                  <a:pt x="107" y="2753"/>
                </a:lnTo>
                <a:lnTo>
                  <a:pt x="106" y="2751"/>
                </a:lnTo>
                <a:lnTo>
                  <a:pt x="105" y="2747"/>
                </a:lnTo>
                <a:lnTo>
                  <a:pt x="105" y="2746"/>
                </a:lnTo>
                <a:lnTo>
                  <a:pt x="106" y="2745"/>
                </a:lnTo>
                <a:lnTo>
                  <a:pt x="107" y="2744"/>
                </a:lnTo>
                <a:lnTo>
                  <a:pt x="107" y="2743"/>
                </a:lnTo>
                <a:lnTo>
                  <a:pt x="108" y="2743"/>
                </a:lnTo>
                <a:lnTo>
                  <a:pt x="109" y="2743"/>
                </a:lnTo>
                <a:lnTo>
                  <a:pt x="111" y="2742"/>
                </a:lnTo>
                <a:lnTo>
                  <a:pt x="112" y="2741"/>
                </a:lnTo>
                <a:lnTo>
                  <a:pt x="112" y="2737"/>
                </a:lnTo>
                <a:lnTo>
                  <a:pt x="113" y="2736"/>
                </a:lnTo>
                <a:lnTo>
                  <a:pt x="114" y="2736"/>
                </a:lnTo>
                <a:lnTo>
                  <a:pt x="116" y="2736"/>
                </a:lnTo>
                <a:lnTo>
                  <a:pt x="118" y="2735"/>
                </a:lnTo>
                <a:lnTo>
                  <a:pt x="120" y="2734"/>
                </a:lnTo>
                <a:lnTo>
                  <a:pt x="122" y="2732"/>
                </a:lnTo>
                <a:lnTo>
                  <a:pt x="123" y="2731"/>
                </a:lnTo>
                <a:lnTo>
                  <a:pt x="124" y="2731"/>
                </a:lnTo>
                <a:lnTo>
                  <a:pt x="126" y="2730"/>
                </a:lnTo>
                <a:lnTo>
                  <a:pt x="127" y="2730"/>
                </a:lnTo>
                <a:lnTo>
                  <a:pt x="128" y="2730"/>
                </a:lnTo>
                <a:lnTo>
                  <a:pt x="128" y="2729"/>
                </a:lnTo>
                <a:lnTo>
                  <a:pt x="129" y="2729"/>
                </a:lnTo>
                <a:lnTo>
                  <a:pt x="130" y="2729"/>
                </a:lnTo>
                <a:lnTo>
                  <a:pt x="130" y="2728"/>
                </a:lnTo>
                <a:lnTo>
                  <a:pt x="130" y="2727"/>
                </a:lnTo>
                <a:lnTo>
                  <a:pt x="130" y="2725"/>
                </a:lnTo>
                <a:lnTo>
                  <a:pt x="130" y="2724"/>
                </a:lnTo>
                <a:lnTo>
                  <a:pt x="129" y="2723"/>
                </a:lnTo>
                <a:lnTo>
                  <a:pt x="128" y="2722"/>
                </a:lnTo>
                <a:lnTo>
                  <a:pt x="127" y="2721"/>
                </a:lnTo>
                <a:lnTo>
                  <a:pt x="127" y="2720"/>
                </a:lnTo>
                <a:lnTo>
                  <a:pt x="125" y="2718"/>
                </a:lnTo>
                <a:lnTo>
                  <a:pt x="123" y="2715"/>
                </a:lnTo>
                <a:lnTo>
                  <a:pt x="121" y="2713"/>
                </a:lnTo>
                <a:lnTo>
                  <a:pt x="120" y="2712"/>
                </a:lnTo>
                <a:lnTo>
                  <a:pt x="120" y="2710"/>
                </a:lnTo>
                <a:lnTo>
                  <a:pt x="121" y="2710"/>
                </a:lnTo>
                <a:lnTo>
                  <a:pt x="121" y="2709"/>
                </a:lnTo>
                <a:lnTo>
                  <a:pt x="122" y="2708"/>
                </a:lnTo>
                <a:lnTo>
                  <a:pt x="123" y="2707"/>
                </a:lnTo>
                <a:lnTo>
                  <a:pt x="125" y="2704"/>
                </a:lnTo>
                <a:lnTo>
                  <a:pt x="125" y="2702"/>
                </a:lnTo>
                <a:lnTo>
                  <a:pt x="125" y="2699"/>
                </a:lnTo>
                <a:lnTo>
                  <a:pt x="125" y="2697"/>
                </a:lnTo>
                <a:lnTo>
                  <a:pt x="125" y="2696"/>
                </a:lnTo>
                <a:lnTo>
                  <a:pt x="125" y="2694"/>
                </a:lnTo>
                <a:lnTo>
                  <a:pt x="126" y="2692"/>
                </a:lnTo>
                <a:lnTo>
                  <a:pt x="127" y="2688"/>
                </a:lnTo>
                <a:lnTo>
                  <a:pt x="127" y="2686"/>
                </a:lnTo>
                <a:lnTo>
                  <a:pt x="127" y="2685"/>
                </a:lnTo>
                <a:lnTo>
                  <a:pt x="128" y="2684"/>
                </a:lnTo>
                <a:lnTo>
                  <a:pt x="129" y="2683"/>
                </a:lnTo>
                <a:lnTo>
                  <a:pt x="131" y="2680"/>
                </a:lnTo>
                <a:lnTo>
                  <a:pt x="131" y="2678"/>
                </a:lnTo>
                <a:lnTo>
                  <a:pt x="132" y="2677"/>
                </a:lnTo>
                <a:lnTo>
                  <a:pt x="132" y="2676"/>
                </a:lnTo>
                <a:lnTo>
                  <a:pt x="133" y="2674"/>
                </a:lnTo>
                <a:lnTo>
                  <a:pt x="132" y="2673"/>
                </a:lnTo>
                <a:lnTo>
                  <a:pt x="131" y="2673"/>
                </a:lnTo>
                <a:lnTo>
                  <a:pt x="130" y="2673"/>
                </a:lnTo>
                <a:lnTo>
                  <a:pt x="130" y="2672"/>
                </a:lnTo>
                <a:lnTo>
                  <a:pt x="128" y="2673"/>
                </a:lnTo>
                <a:lnTo>
                  <a:pt x="127" y="2672"/>
                </a:lnTo>
                <a:lnTo>
                  <a:pt x="126" y="2672"/>
                </a:lnTo>
                <a:lnTo>
                  <a:pt x="125" y="2671"/>
                </a:lnTo>
                <a:lnTo>
                  <a:pt x="124" y="2669"/>
                </a:lnTo>
                <a:lnTo>
                  <a:pt x="125" y="2667"/>
                </a:lnTo>
                <a:lnTo>
                  <a:pt x="125" y="2665"/>
                </a:lnTo>
                <a:lnTo>
                  <a:pt x="124" y="2663"/>
                </a:lnTo>
                <a:lnTo>
                  <a:pt x="123" y="2661"/>
                </a:lnTo>
                <a:lnTo>
                  <a:pt x="123" y="2660"/>
                </a:lnTo>
                <a:lnTo>
                  <a:pt x="122" y="2655"/>
                </a:lnTo>
                <a:lnTo>
                  <a:pt x="122" y="2654"/>
                </a:lnTo>
                <a:lnTo>
                  <a:pt x="122" y="2652"/>
                </a:lnTo>
                <a:lnTo>
                  <a:pt x="123" y="2649"/>
                </a:lnTo>
                <a:lnTo>
                  <a:pt x="123" y="2648"/>
                </a:lnTo>
                <a:lnTo>
                  <a:pt x="124" y="2645"/>
                </a:lnTo>
                <a:lnTo>
                  <a:pt x="124" y="2643"/>
                </a:lnTo>
                <a:lnTo>
                  <a:pt x="125" y="2639"/>
                </a:lnTo>
                <a:lnTo>
                  <a:pt x="127" y="2635"/>
                </a:lnTo>
                <a:lnTo>
                  <a:pt x="128" y="2632"/>
                </a:lnTo>
                <a:lnTo>
                  <a:pt x="128" y="2630"/>
                </a:lnTo>
                <a:lnTo>
                  <a:pt x="128" y="2626"/>
                </a:lnTo>
                <a:lnTo>
                  <a:pt x="128" y="2622"/>
                </a:lnTo>
                <a:lnTo>
                  <a:pt x="128" y="2621"/>
                </a:lnTo>
                <a:lnTo>
                  <a:pt x="128" y="2619"/>
                </a:lnTo>
                <a:lnTo>
                  <a:pt x="129" y="2619"/>
                </a:lnTo>
                <a:lnTo>
                  <a:pt x="130" y="2618"/>
                </a:lnTo>
                <a:lnTo>
                  <a:pt x="131" y="2618"/>
                </a:lnTo>
                <a:lnTo>
                  <a:pt x="131" y="2617"/>
                </a:lnTo>
                <a:lnTo>
                  <a:pt x="131" y="2616"/>
                </a:lnTo>
                <a:lnTo>
                  <a:pt x="131" y="2615"/>
                </a:lnTo>
                <a:lnTo>
                  <a:pt x="131" y="2611"/>
                </a:lnTo>
                <a:lnTo>
                  <a:pt x="131" y="2608"/>
                </a:lnTo>
                <a:lnTo>
                  <a:pt x="132" y="2607"/>
                </a:lnTo>
                <a:lnTo>
                  <a:pt x="133" y="2606"/>
                </a:lnTo>
                <a:lnTo>
                  <a:pt x="136" y="2604"/>
                </a:lnTo>
                <a:lnTo>
                  <a:pt x="138" y="2603"/>
                </a:lnTo>
                <a:lnTo>
                  <a:pt x="138" y="2602"/>
                </a:lnTo>
                <a:lnTo>
                  <a:pt x="139" y="2603"/>
                </a:lnTo>
                <a:lnTo>
                  <a:pt x="140" y="2603"/>
                </a:lnTo>
                <a:lnTo>
                  <a:pt x="140" y="2602"/>
                </a:lnTo>
                <a:lnTo>
                  <a:pt x="141" y="2602"/>
                </a:lnTo>
                <a:lnTo>
                  <a:pt x="143" y="2601"/>
                </a:lnTo>
                <a:lnTo>
                  <a:pt x="145" y="2598"/>
                </a:lnTo>
                <a:lnTo>
                  <a:pt x="148" y="2595"/>
                </a:lnTo>
                <a:lnTo>
                  <a:pt x="149" y="2593"/>
                </a:lnTo>
                <a:lnTo>
                  <a:pt x="150" y="2591"/>
                </a:lnTo>
                <a:lnTo>
                  <a:pt x="150" y="2590"/>
                </a:lnTo>
                <a:lnTo>
                  <a:pt x="150" y="2589"/>
                </a:lnTo>
                <a:lnTo>
                  <a:pt x="150" y="2586"/>
                </a:lnTo>
                <a:lnTo>
                  <a:pt x="151" y="2583"/>
                </a:lnTo>
                <a:lnTo>
                  <a:pt x="151" y="2582"/>
                </a:lnTo>
                <a:lnTo>
                  <a:pt x="151" y="2580"/>
                </a:lnTo>
                <a:lnTo>
                  <a:pt x="151" y="2579"/>
                </a:lnTo>
                <a:lnTo>
                  <a:pt x="151" y="2578"/>
                </a:lnTo>
                <a:lnTo>
                  <a:pt x="150" y="2578"/>
                </a:lnTo>
                <a:lnTo>
                  <a:pt x="149" y="2578"/>
                </a:lnTo>
                <a:lnTo>
                  <a:pt x="148" y="2578"/>
                </a:lnTo>
                <a:lnTo>
                  <a:pt x="147" y="2578"/>
                </a:lnTo>
                <a:lnTo>
                  <a:pt x="146" y="2577"/>
                </a:lnTo>
                <a:lnTo>
                  <a:pt x="146" y="2575"/>
                </a:lnTo>
                <a:lnTo>
                  <a:pt x="146" y="2571"/>
                </a:lnTo>
                <a:lnTo>
                  <a:pt x="145" y="2568"/>
                </a:lnTo>
                <a:lnTo>
                  <a:pt x="144" y="2566"/>
                </a:lnTo>
                <a:lnTo>
                  <a:pt x="143" y="2566"/>
                </a:lnTo>
                <a:lnTo>
                  <a:pt x="141" y="2566"/>
                </a:lnTo>
                <a:lnTo>
                  <a:pt x="139" y="2565"/>
                </a:lnTo>
                <a:lnTo>
                  <a:pt x="137" y="2565"/>
                </a:lnTo>
                <a:lnTo>
                  <a:pt x="136" y="2565"/>
                </a:lnTo>
                <a:lnTo>
                  <a:pt x="135" y="2564"/>
                </a:lnTo>
                <a:lnTo>
                  <a:pt x="134" y="2563"/>
                </a:lnTo>
                <a:lnTo>
                  <a:pt x="133" y="2562"/>
                </a:lnTo>
                <a:lnTo>
                  <a:pt x="132" y="2559"/>
                </a:lnTo>
                <a:lnTo>
                  <a:pt x="131" y="2558"/>
                </a:lnTo>
                <a:lnTo>
                  <a:pt x="130" y="2556"/>
                </a:lnTo>
                <a:lnTo>
                  <a:pt x="128" y="2552"/>
                </a:lnTo>
                <a:lnTo>
                  <a:pt x="127" y="2551"/>
                </a:lnTo>
                <a:lnTo>
                  <a:pt x="126" y="2548"/>
                </a:lnTo>
                <a:lnTo>
                  <a:pt x="125" y="2547"/>
                </a:lnTo>
                <a:lnTo>
                  <a:pt x="124" y="2546"/>
                </a:lnTo>
                <a:lnTo>
                  <a:pt x="124" y="2545"/>
                </a:lnTo>
                <a:lnTo>
                  <a:pt x="123" y="2545"/>
                </a:lnTo>
                <a:lnTo>
                  <a:pt x="123" y="2546"/>
                </a:lnTo>
                <a:lnTo>
                  <a:pt x="121" y="2547"/>
                </a:lnTo>
                <a:lnTo>
                  <a:pt x="120" y="2546"/>
                </a:lnTo>
                <a:lnTo>
                  <a:pt x="119" y="2546"/>
                </a:lnTo>
                <a:lnTo>
                  <a:pt x="119" y="2545"/>
                </a:lnTo>
                <a:lnTo>
                  <a:pt x="118" y="2544"/>
                </a:lnTo>
                <a:lnTo>
                  <a:pt x="117" y="2544"/>
                </a:lnTo>
                <a:lnTo>
                  <a:pt x="115" y="2542"/>
                </a:lnTo>
                <a:lnTo>
                  <a:pt x="113" y="2542"/>
                </a:lnTo>
                <a:lnTo>
                  <a:pt x="113" y="2541"/>
                </a:lnTo>
                <a:lnTo>
                  <a:pt x="112" y="2541"/>
                </a:lnTo>
                <a:lnTo>
                  <a:pt x="112" y="2540"/>
                </a:lnTo>
                <a:lnTo>
                  <a:pt x="111" y="2539"/>
                </a:lnTo>
                <a:lnTo>
                  <a:pt x="111" y="2538"/>
                </a:lnTo>
                <a:lnTo>
                  <a:pt x="111" y="2537"/>
                </a:lnTo>
                <a:lnTo>
                  <a:pt x="109" y="2536"/>
                </a:lnTo>
                <a:lnTo>
                  <a:pt x="109" y="2535"/>
                </a:lnTo>
                <a:lnTo>
                  <a:pt x="107" y="2534"/>
                </a:lnTo>
                <a:lnTo>
                  <a:pt x="105" y="2533"/>
                </a:lnTo>
                <a:lnTo>
                  <a:pt x="102" y="2533"/>
                </a:lnTo>
                <a:lnTo>
                  <a:pt x="101" y="2532"/>
                </a:lnTo>
                <a:lnTo>
                  <a:pt x="100" y="2532"/>
                </a:lnTo>
                <a:lnTo>
                  <a:pt x="99" y="2531"/>
                </a:lnTo>
                <a:lnTo>
                  <a:pt x="97" y="2529"/>
                </a:lnTo>
                <a:lnTo>
                  <a:pt x="95" y="2527"/>
                </a:lnTo>
                <a:lnTo>
                  <a:pt x="94" y="2526"/>
                </a:lnTo>
                <a:lnTo>
                  <a:pt x="92" y="2525"/>
                </a:lnTo>
                <a:lnTo>
                  <a:pt x="91" y="2525"/>
                </a:lnTo>
                <a:lnTo>
                  <a:pt x="90" y="2525"/>
                </a:lnTo>
                <a:lnTo>
                  <a:pt x="90" y="2524"/>
                </a:lnTo>
                <a:lnTo>
                  <a:pt x="86" y="2523"/>
                </a:lnTo>
                <a:lnTo>
                  <a:pt x="82" y="2522"/>
                </a:lnTo>
                <a:lnTo>
                  <a:pt x="80" y="2521"/>
                </a:lnTo>
                <a:lnTo>
                  <a:pt x="79" y="2521"/>
                </a:lnTo>
                <a:lnTo>
                  <a:pt x="78" y="2521"/>
                </a:lnTo>
                <a:lnTo>
                  <a:pt x="76" y="2519"/>
                </a:lnTo>
                <a:lnTo>
                  <a:pt x="74" y="2518"/>
                </a:lnTo>
                <a:lnTo>
                  <a:pt x="72" y="2517"/>
                </a:lnTo>
                <a:lnTo>
                  <a:pt x="70" y="2517"/>
                </a:lnTo>
                <a:lnTo>
                  <a:pt x="67" y="2516"/>
                </a:lnTo>
                <a:lnTo>
                  <a:pt x="64" y="2514"/>
                </a:lnTo>
                <a:lnTo>
                  <a:pt x="63" y="2513"/>
                </a:lnTo>
                <a:lnTo>
                  <a:pt x="60" y="2511"/>
                </a:lnTo>
                <a:lnTo>
                  <a:pt x="58" y="2511"/>
                </a:lnTo>
                <a:lnTo>
                  <a:pt x="57" y="2510"/>
                </a:lnTo>
                <a:lnTo>
                  <a:pt x="56" y="2509"/>
                </a:lnTo>
                <a:lnTo>
                  <a:pt x="55" y="2508"/>
                </a:lnTo>
                <a:lnTo>
                  <a:pt x="55" y="2509"/>
                </a:lnTo>
                <a:lnTo>
                  <a:pt x="54" y="2509"/>
                </a:lnTo>
                <a:lnTo>
                  <a:pt x="52" y="2511"/>
                </a:lnTo>
                <a:lnTo>
                  <a:pt x="51" y="2511"/>
                </a:lnTo>
                <a:lnTo>
                  <a:pt x="50" y="2513"/>
                </a:lnTo>
                <a:lnTo>
                  <a:pt x="50" y="2515"/>
                </a:lnTo>
                <a:lnTo>
                  <a:pt x="48" y="2518"/>
                </a:lnTo>
                <a:lnTo>
                  <a:pt x="48" y="2519"/>
                </a:lnTo>
                <a:lnTo>
                  <a:pt x="47" y="2519"/>
                </a:lnTo>
                <a:lnTo>
                  <a:pt x="46" y="2519"/>
                </a:lnTo>
                <a:lnTo>
                  <a:pt x="45" y="2519"/>
                </a:lnTo>
                <a:lnTo>
                  <a:pt x="44" y="2519"/>
                </a:lnTo>
                <a:lnTo>
                  <a:pt x="43" y="2518"/>
                </a:lnTo>
                <a:lnTo>
                  <a:pt x="42" y="2519"/>
                </a:lnTo>
                <a:lnTo>
                  <a:pt x="41" y="2520"/>
                </a:lnTo>
                <a:lnTo>
                  <a:pt x="40" y="2521"/>
                </a:lnTo>
                <a:lnTo>
                  <a:pt x="38" y="2522"/>
                </a:lnTo>
                <a:lnTo>
                  <a:pt x="38" y="2523"/>
                </a:lnTo>
                <a:lnTo>
                  <a:pt x="38" y="2524"/>
                </a:lnTo>
                <a:lnTo>
                  <a:pt x="38" y="2526"/>
                </a:lnTo>
                <a:lnTo>
                  <a:pt x="39" y="2530"/>
                </a:lnTo>
                <a:lnTo>
                  <a:pt x="39" y="2532"/>
                </a:lnTo>
                <a:lnTo>
                  <a:pt x="38" y="2532"/>
                </a:lnTo>
                <a:lnTo>
                  <a:pt x="36" y="2531"/>
                </a:lnTo>
                <a:lnTo>
                  <a:pt x="33" y="2530"/>
                </a:lnTo>
                <a:lnTo>
                  <a:pt x="32" y="2530"/>
                </a:lnTo>
                <a:lnTo>
                  <a:pt x="31" y="2530"/>
                </a:lnTo>
                <a:lnTo>
                  <a:pt x="30" y="2530"/>
                </a:lnTo>
                <a:lnTo>
                  <a:pt x="28" y="2531"/>
                </a:lnTo>
                <a:lnTo>
                  <a:pt x="26" y="2531"/>
                </a:lnTo>
                <a:lnTo>
                  <a:pt x="25" y="2531"/>
                </a:lnTo>
                <a:lnTo>
                  <a:pt x="24" y="2531"/>
                </a:lnTo>
                <a:lnTo>
                  <a:pt x="23" y="2531"/>
                </a:lnTo>
                <a:lnTo>
                  <a:pt x="23" y="2530"/>
                </a:lnTo>
                <a:lnTo>
                  <a:pt x="22" y="2529"/>
                </a:lnTo>
                <a:lnTo>
                  <a:pt x="22" y="2528"/>
                </a:lnTo>
                <a:lnTo>
                  <a:pt x="21" y="2528"/>
                </a:lnTo>
                <a:lnTo>
                  <a:pt x="20" y="2528"/>
                </a:lnTo>
                <a:lnTo>
                  <a:pt x="19" y="2528"/>
                </a:lnTo>
                <a:lnTo>
                  <a:pt x="18" y="2528"/>
                </a:lnTo>
                <a:lnTo>
                  <a:pt x="16" y="2527"/>
                </a:lnTo>
                <a:lnTo>
                  <a:pt x="15" y="2526"/>
                </a:lnTo>
                <a:lnTo>
                  <a:pt x="13" y="2525"/>
                </a:lnTo>
                <a:lnTo>
                  <a:pt x="13" y="2524"/>
                </a:lnTo>
                <a:lnTo>
                  <a:pt x="13" y="2523"/>
                </a:lnTo>
                <a:lnTo>
                  <a:pt x="12" y="2521"/>
                </a:lnTo>
                <a:lnTo>
                  <a:pt x="13" y="2518"/>
                </a:lnTo>
                <a:lnTo>
                  <a:pt x="13" y="2517"/>
                </a:lnTo>
                <a:lnTo>
                  <a:pt x="12" y="2516"/>
                </a:lnTo>
                <a:lnTo>
                  <a:pt x="12" y="2515"/>
                </a:lnTo>
                <a:lnTo>
                  <a:pt x="11" y="2515"/>
                </a:lnTo>
                <a:lnTo>
                  <a:pt x="10" y="2515"/>
                </a:lnTo>
                <a:lnTo>
                  <a:pt x="9" y="2515"/>
                </a:lnTo>
                <a:lnTo>
                  <a:pt x="8" y="2514"/>
                </a:lnTo>
                <a:lnTo>
                  <a:pt x="7" y="2514"/>
                </a:lnTo>
                <a:lnTo>
                  <a:pt x="6" y="2513"/>
                </a:lnTo>
                <a:lnTo>
                  <a:pt x="5" y="2511"/>
                </a:lnTo>
                <a:lnTo>
                  <a:pt x="4" y="2510"/>
                </a:lnTo>
                <a:lnTo>
                  <a:pt x="2" y="2508"/>
                </a:lnTo>
                <a:lnTo>
                  <a:pt x="1" y="2506"/>
                </a:lnTo>
                <a:lnTo>
                  <a:pt x="1" y="2505"/>
                </a:lnTo>
                <a:lnTo>
                  <a:pt x="1" y="2504"/>
                </a:lnTo>
                <a:lnTo>
                  <a:pt x="2" y="2503"/>
                </a:lnTo>
                <a:lnTo>
                  <a:pt x="3" y="2502"/>
                </a:lnTo>
                <a:lnTo>
                  <a:pt x="3" y="2501"/>
                </a:lnTo>
                <a:lnTo>
                  <a:pt x="3" y="2500"/>
                </a:lnTo>
                <a:lnTo>
                  <a:pt x="3" y="2499"/>
                </a:lnTo>
                <a:lnTo>
                  <a:pt x="2" y="2498"/>
                </a:lnTo>
                <a:lnTo>
                  <a:pt x="2" y="2497"/>
                </a:lnTo>
                <a:lnTo>
                  <a:pt x="3" y="2496"/>
                </a:lnTo>
                <a:lnTo>
                  <a:pt x="2" y="2495"/>
                </a:lnTo>
                <a:lnTo>
                  <a:pt x="2" y="2493"/>
                </a:lnTo>
                <a:lnTo>
                  <a:pt x="1" y="2491"/>
                </a:lnTo>
                <a:lnTo>
                  <a:pt x="1" y="2490"/>
                </a:lnTo>
                <a:lnTo>
                  <a:pt x="1" y="2488"/>
                </a:lnTo>
                <a:lnTo>
                  <a:pt x="2" y="2485"/>
                </a:lnTo>
                <a:lnTo>
                  <a:pt x="2" y="2484"/>
                </a:lnTo>
                <a:lnTo>
                  <a:pt x="2" y="2483"/>
                </a:lnTo>
                <a:lnTo>
                  <a:pt x="1" y="2482"/>
                </a:lnTo>
                <a:lnTo>
                  <a:pt x="0" y="2481"/>
                </a:lnTo>
                <a:lnTo>
                  <a:pt x="0" y="2480"/>
                </a:lnTo>
                <a:lnTo>
                  <a:pt x="1" y="2478"/>
                </a:lnTo>
                <a:lnTo>
                  <a:pt x="2" y="2476"/>
                </a:lnTo>
                <a:lnTo>
                  <a:pt x="3" y="2474"/>
                </a:lnTo>
                <a:lnTo>
                  <a:pt x="3" y="2473"/>
                </a:lnTo>
                <a:lnTo>
                  <a:pt x="4" y="2472"/>
                </a:lnTo>
                <a:lnTo>
                  <a:pt x="5" y="2472"/>
                </a:lnTo>
                <a:lnTo>
                  <a:pt x="5" y="2471"/>
                </a:lnTo>
                <a:lnTo>
                  <a:pt x="6" y="2471"/>
                </a:lnTo>
                <a:lnTo>
                  <a:pt x="6" y="2470"/>
                </a:lnTo>
                <a:lnTo>
                  <a:pt x="5" y="2467"/>
                </a:lnTo>
                <a:lnTo>
                  <a:pt x="4" y="2466"/>
                </a:lnTo>
                <a:lnTo>
                  <a:pt x="5" y="2465"/>
                </a:lnTo>
                <a:lnTo>
                  <a:pt x="5" y="2463"/>
                </a:lnTo>
                <a:lnTo>
                  <a:pt x="5" y="2462"/>
                </a:lnTo>
                <a:lnTo>
                  <a:pt x="4" y="2461"/>
                </a:lnTo>
                <a:lnTo>
                  <a:pt x="3" y="2458"/>
                </a:lnTo>
                <a:lnTo>
                  <a:pt x="4" y="2456"/>
                </a:lnTo>
                <a:lnTo>
                  <a:pt x="3" y="2455"/>
                </a:lnTo>
                <a:lnTo>
                  <a:pt x="2" y="2454"/>
                </a:lnTo>
                <a:lnTo>
                  <a:pt x="1" y="2452"/>
                </a:lnTo>
                <a:lnTo>
                  <a:pt x="1" y="2451"/>
                </a:lnTo>
                <a:lnTo>
                  <a:pt x="1" y="2449"/>
                </a:lnTo>
                <a:lnTo>
                  <a:pt x="2" y="2447"/>
                </a:lnTo>
                <a:lnTo>
                  <a:pt x="3" y="2447"/>
                </a:lnTo>
                <a:lnTo>
                  <a:pt x="3" y="2446"/>
                </a:lnTo>
                <a:lnTo>
                  <a:pt x="4" y="2445"/>
                </a:lnTo>
                <a:lnTo>
                  <a:pt x="5" y="2444"/>
                </a:lnTo>
                <a:lnTo>
                  <a:pt x="5" y="2443"/>
                </a:lnTo>
                <a:lnTo>
                  <a:pt x="6" y="2443"/>
                </a:lnTo>
                <a:lnTo>
                  <a:pt x="7" y="2443"/>
                </a:lnTo>
                <a:lnTo>
                  <a:pt x="8" y="2443"/>
                </a:lnTo>
                <a:lnTo>
                  <a:pt x="8" y="2442"/>
                </a:lnTo>
                <a:lnTo>
                  <a:pt x="9" y="2441"/>
                </a:lnTo>
                <a:lnTo>
                  <a:pt x="10" y="2439"/>
                </a:lnTo>
                <a:lnTo>
                  <a:pt x="11" y="2438"/>
                </a:lnTo>
                <a:lnTo>
                  <a:pt x="12" y="2438"/>
                </a:lnTo>
                <a:lnTo>
                  <a:pt x="13" y="2438"/>
                </a:lnTo>
                <a:lnTo>
                  <a:pt x="14" y="2439"/>
                </a:lnTo>
                <a:lnTo>
                  <a:pt x="15" y="2439"/>
                </a:lnTo>
                <a:lnTo>
                  <a:pt x="16" y="2438"/>
                </a:lnTo>
                <a:lnTo>
                  <a:pt x="16" y="2437"/>
                </a:lnTo>
                <a:lnTo>
                  <a:pt x="17" y="2438"/>
                </a:lnTo>
                <a:lnTo>
                  <a:pt x="18" y="2438"/>
                </a:lnTo>
                <a:lnTo>
                  <a:pt x="18" y="2439"/>
                </a:lnTo>
                <a:lnTo>
                  <a:pt x="18" y="2440"/>
                </a:lnTo>
                <a:lnTo>
                  <a:pt x="19" y="2440"/>
                </a:lnTo>
                <a:lnTo>
                  <a:pt x="21" y="2441"/>
                </a:lnTo>
                <a:lnTo>
                  <a:pt x="22" y="2441"/>
                </a:lnTo>
                <a:lnTo>
                  <a:pt x="22" y="2442"/>
                </a:lnTo>
                <a:lnTo>
                  <a:pt x="22" y="2444"/>
                </a:lnTo>
                <a:lnTo>
                  <a:pt x="22" y="2445"/>
                </a:lnTo>
                <a:lnTo>
                  <a:pt x="23" y="2445"/>
                </a:lnTo>
                <a:lnTo>
                  <a:pt x="24" y="2445"/>
                </a:lnTo>
                <a:lnTo>
                  <a:pt x="25" y="2444"/>
                </a:lnTo>
                <a:lnTo>
                  <a:pt x="28" y="2441"/>
                </a:lnTo>
                <a:lnTo>
                  <a:pt x="28" y="2440"/>
                </a:lnTo>
                <a:lnTo>
                  <a:pt x="29" y="2440"/>
                </a:lnTo>
                <a:lnTo>
                  <a:pt x="29" y="2439"/>
                </a:lnTo>
                <a:lnTo>
                  <a:pt x="30" y="2436"/>
                </a:lnTo>
                <a:lnTo>
                  <a:pt x="30" y="2433"/>
                </a:lnTo>
                <a:lnTo>
                  <a:pt x="30" y="2432"/>
                </a:lnTo>
                <a:lnTo>
                  <a:pt x="31" y="2431"/>
                </a:lnTo>
                <a:lnTo>
                  <a:pt x="31" y="2429"/>
                </a:lnTo>
                <a:lnTo>
                  <a:pt x="31" y="2428"/>
                </a:lnTo>
                <a:lnTo>
                  <a:pt x="31" y="2427"/>
                </a:lnTo>
                <a:lnTo>
                  <a:pt x="30" y="2425"/>
                </a:lnTo>
                <a:lnTo>
                  <a:pt x="30" y="2423"/>
                </a:lnTo>
                <a:lnTo>
                  <a:pt x="30" y="2421"/>
                </a:lnTo>
                <a:lnTo>
                  <a:pt x="30" y="2420"/>
                </a:lnTo>
                <a:lnTo>
                  <a:pt x="29" y="2420"/>
                </a:lnTo>
                <a:lnTo>
                  <a:pt x="28" y="2420"/>
                </a:lnTo>
                <a:lnTo>
                  <a:pt x="27" y="2420"/>
                </a:lnTo>
                <a:lnTo>
                  <a:pt x="26" y="2420"/>
                </a:lnTo>
                <a:lnTo>
                  <a:pt x="25" y="2421"/>
                </a:lnTo>
                <a:lnTo>
                  <a:pt x="24" y="2422"/>
                </a:lnTo>
                <a:lnTo>
                  <a:pt x="23" y="2421"/>
                </a:lnTo>
                <a:lnTo>
                  <a:pt x="22" y="2421"/>
                </a:lnTo>
                <a:lnTo>
                  <a:pt x="21" y="2421"/>
                </a:lnTo>
                <a:lnTo>
                  <a:pt x="19" y="2421"/>
                </a:lnTo>
                <a:lnTo>
                  <a:pt x="18" y="2421"/>
                </a:lnTo>
                <a:lnTo>
                  <a:pt x="17" y="2420"/>
                </a:lnTo>
                <a:lnTo>
                  <a:pt x="18" y="2418"/>
                </a:lnTo>
                <a:lnTo>
                  <a:pt x="18" y="2417"/>
                </a:lnTo>
                <a:lnTo>
                  <a:pt x="18" y="2416"/>
                </a:lnTo>
                <a:lnTo>
                  <a:pt x="18" y="2414"/>
                </a:lnTo>
                <a:lnTo>
                  <a:pt x="18" y="2411"/>
                </a:lnTo>
                <a:lnTo>
                  <a:pt x="18" y="2410"/>
                </a:lnTo>
                <a:lnTo>
                  <a:pt x="17" y="2409"/>
                </a:lnTo>
                <a:lnTo>
                  <a:pt x="17" y="2408"/>
                </a:lnTo>
                <a:lnTo>
                  <a:pt x="18" y="2407"/>
                </a:lnTo>
                <a:lnTo>
                  <a:pt x="18" y="2406"/>
                </a:lnTo>
                <a:lnTo>
                  <a:pt x="20" y="2402"/>
                </a:lnTo>
                <a:lnTo>
                  <a:pt x="20" y="2401"/>
                </a:lnTo>
                <a:lnTo>
                  <a:pt x="20" y="2398"/>
                </a:lnTo>
                <a:lnTo>
                  <a:pt x="20" y="2397"/>
                </a:lnTo>
                <a:lnTo>
                  <a:pt x="19" y="2396"/>
                </a:lnTo>
                <a:lnTo>
                  <a:pt x="18" y="2396"/>
                </a:lnTo>
                <a:lnTo>
                  <a:pt x="18" y="2395"/>
                </a:lnTo>
                <a:lnTo>
                  <a:pt x="18" y="2394"/>
                </a:lnTo>
                <a:lnTo>
                  <a:pt x="18" y="2393"/>
                </a:lnTo>
                <a:lnTo>
                  <a:pt x="19" y="2392"/>
                </a:lnTo>
                <a:lnTo>
                  <a:pt x="18" y="2391"/>
                </a:lnTo>
                <a:lnTo>
                  <a:pt x="16" y="2391"/>
                </a:lnTo>
                <a:lnTo>
                  <a:pt x="15" y="2391"/>
                </a:lnTo>
                <a:lnTo>
                  <a:pt x="14" y="2390"/>
                </a:lnTo>
                <a:lnTo>
                  <a:pt x="14" y="2389"/>
                </a:lnTo>
                <a:lnTo>
                  <a:pt x="14" y="2388"/>
                </a:lnTo>
                <a:lnTo>
                  <a:pt x="15" y="2386"/>
                </a:lnTo>
                <a:lnTo>
                  <a:pt x="15" y="2385"/>
                </a:lnTo>
                <a:lnTo>
                  <a:pt x="15" y="2384"/>
                </a:lnTo>
                <a:lnTo>
                  <a:pt x="15" y="2383"/>
                </a:lnTo>
                <a:lnTo>
                  <a:pt x="14" y="2383"/>
                </a:lnTo>
                <a:lnTo>
                  <a:pt x="14" y="2382"/>
                </a:lnTo>
                <a:lnTo>
                  <a:pt x="14" y="2381"/>
                </a:lnTo>
                <a:lnTo>
                  <a:pt x="14" y="2380"/>
                </a:lnTo>
                <a:lnTo>
                  <a:pt x="15" y="2380"/>
                </a:lnTo>
                <a:lnTo>
                  <a:pt x="15" y="2377"/>
                </a:lnTo>
                <a:lnTo>
                  <a:pt x="15" y="2376"/>
                </a:lnTo>
                <a:lnTo>
                  <a:pt x="15" y="2375"/>
                </a:lnTo>
                <a:lnTo>
                  <a:pt x="14" y="2373"/>
                </a:lnTo>
                <a:lnTo>
                  <a:pt x="14" y="2372"/>
                </a:lnTo>
                <a:lnTo>
                  <a:pt x="13" y="2371"/>
                </a:lnTo>
                <a:lnTo>
                  <a:pt x="12" y="2371"/>
                </a:lnTo>
                <a:lnTo>
                  <a:pt x="10" y="2371"/>
                </a:lnTo>
                <a:lnTo>
                  <a:pt x="8" y="2371"/>
                </a:lnTo>
                <a:lnTo>
                  <a:pt x="7" y="2370"/>
                </a:lnTo>
                <a:lnTo>
                  <a:pt x="7" y="2369"/>
                </a:lnTo>
                <a:lnTo>
                  <a:pt x="7" y="2368"/>
                </a:lnTo>
                <a:lnTo>
                  <a:pt x="7" y="2367"/>
                </a:lnTo>
                <a:lnTo>
                  <a:pt x="7" y="2365"/>
                </a:lnTo>
                <a:lnTo>
                  <a:pt x="8" y="2364"/>
                </a:lnTo>
                <a:lnTo>
                  <a:pt x="7" y="2363"/>
                </a:lnTo>
                <a:lnTo>
                  <a:pt x="5" y="2362"/>
                </a:lnTo>
                <a:lnTo>
                  <a:pt x="4" y="2362"/>
                </a:lnTo>
                <a:lnTo>
                  <a:pt x="5" y="2361"/>
                </a:lnTo>
                <a:lnTo>
                  <a:pt x="6" y="2360"/>
                </a:lnTo>
                <a:lnTo>
                  <a:pt x="7" y="2359"/>
                </a:lnTo>
                <a:lnTo>
                  <a:pt x="8" y="2358"/>
                </a:lnTo>
                <a:lnTo>
                  <a:pt x="8" y="2356"/>
                </a:lnTo>
                <a:lnTo>
                  <a:pt x="8" y="2355"/>
                </a:lnTo>
                <a:lnTo>
                  <a:pt x="7" y="2354"/>
                </a:lnTo>
                <a:lnTo>
                  <a:pt x="7" y="2353"/>
                </a:lnTo>
                <a:lnTo>
                  <a:pt x="8" y="2352"/>
                </a:lnTo>
                <a:lnTo>
                  <a:pt x="9" y="2351"/>
                </a:lnTo>
                <a:lnTo>
                  <a:pt x="10" y="2349"/>
                </a:lnTo>
                <a:lnTo>
                  <a:pt x="11" y="2347"/>
                </a:lnTo>
                <a:lnTo>
                  <a:pt x="11" y="2346"/>
                </a:lnTo>
                <a:lnTo>
                  <a:pt x="9" y="2342"/>
                </a:lnTo>
                <a:lnTo>
                  <a:pt x="6" y="2340"/>
                </a:lnTo>
                <a:lnTo>
                  <a:pt x="6" y="2339"/>
                </a:lnTo>
                <a:lnTo>
                  <a:pt x="6" y="2338"/>
                </a:lnTo>
                <a:lnTo>
                  <a:pt x="7" y="2338"/>
                </a:lnTo>
                <a:lnTo>
                  <a:pt x="8" y="2338"/>
                </a:lnTo>
                <a:lnTo>
                  <a:pt x="9" y="2338"/>
                </a:lnTo>
                <a:lnTo>
                  <a:pt x="12" y="2338"/>
                </a:lnTo>
                <a:lnTo>
                  <a:pt x="14" y="2339"/>
                </a:lnTo>
                <a:lnTo>
                  <a:pt x="18" y="2339"/>
                </a:lnTo>
                <a:lnTo>
                  <a:pt x="19" y="2338"/>
                </a:lnTo>
                <a:lnTo>
                  <a:pt x="21" y="2335"/>
                </a:lnTo>
                <a:lnTo>
                  <a:pt x="23" y="2332"/>
                </a:lnTo>
                <a:lnTo>
                  <a:pt x="24" y="2330"/>
                </a:lnTo>
                <a:lnTo>
                  <a:pt x="25" y="2328"/>
                </a:lnTo>
                <a:lnTo>
                  <a:pt x="26" y="2328"/>
                </a:lnTo>
                <a:lnTo>
                  <a:pt x="27" y="2328"/>
                </a:lnTo>
                <a:lnTo>
                  <a:pt x="29" y="2327"/>
                </a:lnTo>
                <a:lnTo>
                  <a:pt x="30" y="2327"/>
                </a:lnTo>
                <a:lnTo>
                  <a:pt x="33" y="2327"/>
                </a:lnTo>
                <a:lnTo>
                  <a:pt x="34" y="2328"/>
                </a:lnTo>
                <a:lnTo>
                  <a:pt x="37" y="2330"/>
                </a:lnTo>
                <a:lnTo>
                  <a:pt x="40" y="2331"/>
                </a:lnTo>
                <a:lnTo>
                  <a:pt x="42" y="2333"/>
                </a:lnTo>
                <a:lnTo>
                  <a:pt x="45" y="2334"/>
                </a:lnTo>
                <a:lnTo>
                  <a:pt x="47" y="2335"/>
                </a:lnTo>
                <a:lnTo>
                  <a:pt x="48" y="2335"/>
                </a:lnTo>
                <a:lnTo>
                  <a:pt x="52" y="2335"/>
                </a:lnTo>
                <a:lnTo>
                  <a:pt x="54" y="2335"/>
                </a:lnTo>
                <a:lnTo>
                  <a:pt x="57" y="2337"/>
                </a:lnTo>
                <a:lnTo>
                  <a:pt x="60" y="2337"/>
                </a:lnTo>
                <a:lnTo>
                  <a:pt x="63" y="2337"/>
                </a:lnTo>
                <a:lnTo>
                  <a:pt x="64" y="2337"/>
                </a:lnTo>
                <a:lnTo>
                  <a:pt x="65" y="2337"/>
                </a:lnTo>
                <a:lnTo>
                  <a:pt x="66" y="2337"/>
                </a:lnTo>
                <a:lnTo>
                  <a:pt x="66" y="2336"/>
                </a:lnTo>
                <a:lnTo>
                  <a:pt x="67" y="2335"/>
                </a:lnTo>
                <a:lnTo>
                  <a:pt x="67" y="2334"/>
                </a:lnTo>
                <a:lnTo>
                  <a:pt x="68" y="2333"/>
                </a:lnTo>
                <a:lnTo>
                  <a:pt x="69" y="2332"/>
                </a:lnTo>
                <a:lnTo>
                  <a:pt x="70" y="2330"/>
                </a:lnTo>
                <a:lnTo>
                  <a:pt x="72" y="2329"/>
                </a:lnTo>
                <a:lnTo>
                  <a:pt x="73" y="2329"/>
                </a:lnTo>
                <a:lnTo>
                  <a:pt x="73" y="2328"/>
                </a:lnTo>
                <a:lnTo>
                  <a:pt x="73" y="2327"/>
                </a:lnTo>
                <a:lnTo>
                  <a:pt x="72" y="2326"/>
                </a:lnTo>
                <a:lnTo>
                  <a:pt x="73" y="2325"/>
                </a:lnTo>
                <a:lnTo>
                  <a:pt x="76" y="2323"/>
                </a:lnTo>
                <a:lnTo>
                  <a:pt x="77" y="2323"/>
                </a:lnTo>
                <a:lnTo>
                  <a:pt x="79" y="2322"/>
                </a:lnTo>
                <a:lnTo>
                  <a:pt x="80" y="2321"/>
                </a:lnTo>
                <a:lnTo>
                  <a:pt x="80" y="2319"/>
                </a:lnTo>
                <a:lnTo>
                  <a:pt x="80" y="2318"/>
                </a:lnTo>
                <a:lnTo>
                  <a:pt x="81" y="2317"/>
                </a:lnTo>
                <a:lnTo>
                  <a:pt x="82" y="2318"/>
                </a:lnTo>
                <a:lnTo>
                  <a:pt x="83" y="2318"/>
                </a:lnTo>
                <a:lnTo>
                  <a:pt x="84" y="2318"/>
                </a:lnTo>
                <a:lnTo>
                  <a:pt x="86" y="2318"/>
                </a:lnTo>
                <a:lnTo>
                  <a:pt x="86" y="2317"/>
                </a:lnTo>
                <a:lnTo>
                  <a:pt x="87" y="2315"/>
                </a:lnTo>
                <a:lnTo>
                  <a:pt x="88" y="2312"/>
                </a:lnTo>
                <a:lnTo>
                  <a:pt x="88" y="2310"/>
                </a:lnTo>
                <a:lnTo>
                  <a:pt x="88" y="2308"/>
                </a:lnTo>
                <a:lnTo>
                  <a:pt x="89" y="2306"/>
                </a:lnTo>
                <a:lnTo>
                  <a:pt x="89" y="2305"/>
                </a:lnTo>
                <a:lnTo>
                  <a:pt x="88" y="2303"/>
                </a:lnTo>
                <a:lnTo>
                  <a:pt x="88" y="2301"/>
                </a:lnTo>
                <a:lnTo>
                  <a:pt x="88" y="2299"/>
                </a:lnTo>
                <a:lnTo>
                  <a:pt x="89" y="2297"/>
                </a:lnTo>
                <a:lnTo>
                  <a:pt x="89" y="2296"/>
                </a:lnTo>
                <a:lnTo>
                  <a:pt x="89" y="2295"/>
                </a:lnTo>
                <a:lnTo>
                  <a:pt x="89" y="2294"/>
                </a:lnTo>
                <a:lnTo>
                  <a:pt x="89" y="2293"/>
                </a:lnTo>
                <a:lnTo>
                  <a:pt x="88" y="2293"/>
                </a:lnTo>
                <a:lnTo>
                  <a:pt x="88" y="2292"/>
                </a:lnTo>
                <a:lnTo>
                  <a:pt x="89" y="2292"/>
                </a:lnTo>
                <a:lnTo>
                  <a:pt x="90" y="2292"/>
                </a:lnTo>
                <a:lnTo>
                  <a:pt x="90" y="2291"/>
                </a:lnTo>
                <a:lnTo>
                  <a:pt x="89" y="2290"/>
                </a:lnTo>
                <a:lnTo>
                  <a:pt x="89" y="2289"/>
                </a:lnTo>
                <a:lnTo>
                  <a:pt x="89" y="2288"/>
                </a:lnTo>
                <a:lnTo>
                  <a:pt x="89" y="2287"/>
                </a:lnTo>
                <a:lnTo>
                  <a:pt x="89" y="2286"/>
                </a:lnTo>
                <a:lnTo>
                  <a:pt x="88" y="2286"/>
                </a:lnTo>
                <a:lnTo>
                  <a:pt x="87" y="2285"/>
                </a:lnTo>
                <a:lnTo>
                  <a:pt x="86" y="2285"/>
                </a:lnTo>
                <a:lnTo>
                  <a:pt x="85" y="2284"/>
                </a:lnTo>
                <a:lnTo>
                  <a:pt x="84" y="2284"/>
                </a:lnTo>
                <a:lnTo>
                  <a:pt x="84" y="2283"/>
                </a:lnTo>
                <a:lnTo>
                  <a:pt x="84" y="2282"/>
                </a:lnTo>
                <a:lnTo>
                  <a:pt x="83" y="2281"/>
                </a:lnTo>
                <a:lnTo>
                  <a:pt x="82" y="2281"/>
                </a:lnTo>
                <a:lnTo>
                  <a:pt x="81" y="2282"/>
                </a:lnTo>
                <a:lnTo>
                  <a:pt x="80" y="2282"/>
                </a:lnTo>
                <a:lnTo>
                  <a:pt x="80" y="2281"/>
                </a:lnTo>
                <a:lnTo>
                  <a:pt x="80" y="2280"/>
                </a:lnTo>
                <a:lnTo>
                  <a:pt x="81" y="2276"/>
                </a:lnTo>
                <a:lnTo>
                  <a:pt x="83" y="2273"/>
                </a:lnTo>
                <a:lnTo>
                  <a:pt x="84" y="2271"/>
                </a:lnTo>
                <a:lnTo>
                  <a:pt x="84" y="2269"/>
                </a:lnTo>
                <a:lnTo>
                  <a:pt x="85" y="2268"/>
                </a:lnTo>
                <a:lnTo>
                  <a:pt x="88" y="2265"/>
                </a:lnTo>
                <a:lnTo>
                  <a:pt x="90" y="2264"/>
                </a:lnTo>
                <a:lnTo>
                  <a:pt x="93" y="2263"/>
                </a:lnTo>
                <a:lnTo>
                  <a:pt x="94" y="2263"/>
                </a:lnTo>
                <a:lnTo>
                  <a:pt x="95" y="2263"/>
                </a:lnTo>
                <a:lnTo>
                  <a:pt x="96" y="2263"/>
                </a:lnTo>
                <a:lnTo>
                  <a:pt x="97" y="2262"/>
                </a:lnTo>
                <a:lnTo>
                  <a:pt x="98" y="2261"/>
                </a:lnTo>
                <a:lnTo>
                  <a:pt x="99" y="2260"/>
                </a:lnTo>
                <a:lnTo>
                  <a:pt x="100" y="2259"/>
                </a:lnTo>
                <a:lnTo>
                  <a:pt x="100" y="2257"/>
                </a:lnTo>
                <a:lnTo>
                  <a:pt x="100" y="2255"/>
                </a:lnTo>
                <a:lnTo>
                  <a:pt x="100" y="2253"/>
                </a:lnTo>
                <a:lnTo>
                  <a:pt x="101" y="2252"/>
                </a:lnTo>
                <a:lnTo>
                  <a:pt x="101" y="2251"/>
                </a:lnTo>
                <a:lnTo>
                  <a:pt x="101" y="2250"/>
                </a:lnTo>
                <a:lnTo>
                  <a:pt x="104" y="2249"/>
                </a:lnTo>
                <a:lnTo>
                  <a:pt x="106" y="2246"/>
                </a:lnTo>
                <a:lnTo>
                  <a:pt x="108" y="2245"/>
                </a:lnTo>
                <a:lnTo>
                  <a:pt x="110" y="2244"/>
                </a:lnTo>
                <a:lnTo>
                  <a:pt x="111" y="2243"/>
                </a:lnTo>
                <a:lnTo>
                  <a:pt x="113" y="2241"/>
                </a:lnTo>
                <a:lnTo>
                  <a:pt x="113" y="2240"/>
                </a:lnTo>
                <a:lnTo>
                  <a:pt x="114" y="2240"/>
                </a:lnTo>
                <a:lnTo>
                  <a:pt x="115" y="2240"/>
                </a:lnTo>
                <a:lnTo>
                  <a:pt x="115" y="2239"/>
                </a:lnTo>
                <a:lnTo>
                  <a:pt x="115" y="2238"/>
                </a:lnTo>
                <a:lnTo>
                  <a:pt x="115" y="2237"/>
                </a:lnTo>
                <a:lnTo>
                  <a:pt x="115" y="2236"/>
                </a:lnTo>
                <a:lnTo>
                  <a:pt x="114" y="2236"/>
                </a:lnTo>
                <a:lnTo>
                  <a:pt x="114" y="2235"/>
                </a:lnTo>
                <a:lnTo>
                  <a:pt x="113" y="2235"/>
                </a:lnTo>
                <a:lnTo>
                  <a:pt x="112" y="2234"/>
                </a:lnTo>
                <a:lnTo>
                  <a:pt x="112" y="2233"/>
                </a:lnTo>
                <a:lnTo>
                  <a:pt x="113" y="2232"/>
                </a:lnTo>
                <a:lnTo>
                  <a:pt x="115" y="2232"/>
                </a:lnTo>
                <a:lnTo>
                  <a:pt x="120" y="2232"/>
                </a:lnTo>
                <a:lnTo>
                  <a:pt x="122" y="2231"/>
                </a:lnTo>
                <a:lnTo>
                  <a:pt x="123" y="2230"/>
                </a:lnTo>
                <a:lnTo>
                  <a:pt x="124" y="2229"/>
                </a:lnTo>
                <a:lnTo>
                  <a:pt x="125" y="2227"/>
                </a:lnTo>
                <a:lnTo>
                  <a:pt x="126" y="2225"/>
                </a:lnTo>
                <a:lnTo>
                  <a:pt x="128" y="2224"/>
                </a:lnTo>
                <a:lnTo>
                  <a:pt x="131" y="2223"/>
                </a:lnTo>
                <a:lnTo>
                  <a:pt x="132" y="2224"/>
                </a:lnTo>
                <a:lnTo>
                  <a:pt x="135" y="2228"/>
                </a:lnTo>
                <a:lnTo>
                  <a:pt x="136" y="2228"/>
                </a:lnTo>
                <a:lnTo>
                  <a:pt x="137" y="2228"/>
                </a:lnTo>
                <a:lnTo>
                  <a:pt x="139" y="2229"/>
                </a:lnTo>
                <a:lnTo>
                  <a:pt x="140" y="2228"/>
                </a:lnTo>
                <a:lnTo>
                  <a:pt x="143" y="2226"/>
                </a:lnTo>
                <a:lnTo>
                  <a:pt x="144" y="2225"/>
                </a:lnTo>
                <a:lnTo>
                  <a:pt x="146" y="2225"/>
                </a:lnTo>
                <a:lnTo>
                  <a:pt x="149" y="2225"/>
                </a:lnTo>
                <a:lnTo>
                  <a:pt x="153" y="2226"/>
                </a:lnTo>
                <a:lnTo>
                  <a:pt x="155" y="2226"/>
                </a:lnTo>
                <a:lnTo>
                  <a:pt x="158" y="2226"/>
                </a:lnTo>
                <a:lnTo>
                  <a:pt x="161" y="2227"/>
                </a:lnTo>
                <a:lnTo>
                  <a:pt x="164" y="2227"/>
                </a:lnTo>
                <a:lnTo>
                  <a:pt x="166" y="2227"/>
                </a:lnTo>
                <a:lnTo>
                  <a:pt x="166" y="2228"/>
                </a:lnTo>
                <a:lnTo>
                  <a:pt x="166" y="2230"/>
                </a:lnTo>
                <a:lnTo>
                  <a:pt x="166" y="2232"/>
                </a:lnTo>
                <a:lnTo>
                  <a:pt x="166" y="2233"/>
                </a:lnTo>
                <a:lnTo>
                  <a:pt x="167" y="2234"/>
                </a:lnTo>
                <a:lnTo>
                  <a:pt x="170" y="2233"/>
                </a:lnTo>
                <a:lnTo>
                  <a:pt x="171" y="2233"/>
                </a:lnTo>
                <a:lnTo>
                  <a:pt x="172" y="2234"/>
                </a:lnTo>
                <a:lnTo>
                  <a:pt x="173" y="2235"/>
                </a:lnTo>
                <a:lnTo>
                  <a:pt x="174" y="2237"/>
                </a:lnTo>
                <a:lnTo>
                  <a:pt x="175" y="2238"/>
                </a:lnTo>
                <a:lnTo>
                  <a:pt x="176" y="2238"/>
                </a:lnTo>
                <a:lnTo>
                  <a:pt x="179" y="2238"/>
                </a:lnTo>
                <a:lnTo>
                  <a:pt x="184" y="2235"/>
                </a:lnTo>
                <a:lnTo>
                  <a:pt x="189" y="2234"/>
                </a:lnTo>
                <a:lnTo>
                  <a:pt x="193" y="2233"/>
                </a:lnTo>
                <a:lnTo>
                  <a:pt x="195" y="2232"/>
                </a:lnTo>
                <a:lnTo>
                  <a:pt x="198" y="2229"/>
                </a:lnTo>
                <a:lnTo>
                  <a:pt x="202" y="2226"/>
                </a:lnTo>
                <a:lnTo>
                  <a:pt x="206" y="2224"/>
                </a:lnTo>
                <a:lnTo>
                  <a:pt x="210" y="2224"/>
                </a:lnTo>
                <a:lnTo>
                  <a:pt x="212" y="2222"/>
                </a:lnTo>
                <a:lnTo>
                  <a:pt x="213" y="2222"/>
                </a:lnTo>
                <a:lnTo>
                  <a:pt x="216" y="2220"/>
                </a:lnTo>
                <a:lnTo>
                  <a:pt x="218" y="2217"/>
                </a:lnTo>
                <a:lnTo>
                  <a:pt x="222" y="2214"/>
                </a:lnTo>
                <a:lnTo>
                  <a:pt x="225" y="2213"/>
                </a:lnTo>
                <a:lnTo>
                  <a:pt x="227" y="2213"/>
                </a:lnTo>
                <a:lnTo>
                  <a:pt x="229" y="2214"/>
                </a:lnTo>
                <a:lnTo>
                  <a:pt x="231" y="2216"/>
                </a:lnTo>
                <a:lnTo>
                  <a:pt x="231" y="2217"/>
                </a:lnTo>
                <a:lnTo>
                  <a:pt x="233" y="2217"/>
                </a:lnTo>
                <a:lnTo>
                  <a:pt x="234" y="2217"/>
                </a:lnTo>
                <a:lnTo>
                  <a:pt x="237" y="2215"/>
                </a:lnTo>
                <a:lnTo>
                  <a:pt x="238" y="2215"/>
                </a:lnTo>
                <a:lnTo>
                  <a:pt x="238" y="2214"/>
                </a:lnTo>
                <a:lnTo>
                  <a:pt x="240" y="2212"/>
                </a:lnTo>
                <a:lnTo>
                  <a:pt x="242" y="2209"/>
                </a:lnTo>
                <a:lnTo>
                  <a:pt x="243" y="2206"/>
                </a:lnTo>
                <a:lnTo>
                  <a:pt x="244" y="2204"/>
                </a:lnTo>
                <a:lnTo>
                  <a:pt x="246" y="2205"/>
                </a:lnTo>
                <a:lnTo>
                  <a:pt x="251" y="2206"/>
                </a:lnTo>
                <a:lnTo>
                  <a:pt x="253" y="2207"/>
                </a:lnTo>
                <a:lnTo>
                  <a:pt x="256" y="2208"/>
                </a:lnTo>
                <a:lnTo>
                  <a:pt x="259" y="2209"/>
                </a:lnTo>
                <a:lnTo>
                  <a:pt x="262" y="2210"/>
                </a:lnTo>
                <a:lnTo>
                  <a:pt x="264" y="2213"/>
                </a:lnTo>
                <a:lnTo>
                  <a:pt x="266" y="2215"/>
                </a:lnTo>
                <a:lnTo>
                  <a:pt x="268" y="2216"/>
                </a:lnTo>
                <a:lnTo>
                  <a:pt x="269" y="2216"/>
                </a:lnTo>
                <a:lnTo>
                  <a:pt x="271" y="2215"/>
                </a:lnTo>
                <a:lnTo>
                  <a:pt x="273" y="2215"/>
                </a:lnTo>
                <a:lnTo>
                  <a:pt x="274" y="2215"/>
                </a:lnTo>
                <a:lnTo>
                  <a:pt x="274" y="2214"/>
                </a:lnTo>
                <a:lnTo>
                  <a:pt x="274" y="2213"/>
                </a:lnTo>
                <a:lnTo>
                  <a:pt x="274" y="2212"/>
                </a:lnTo>
                <a:lnTo>
                  <a:pt x="272" y="2210"/>
                </a:lnTo>
                <a:lnTo>
                  <a:pt x="271" y="2209"/>
                </a:lnTo>
                <a:lnTo>
                  <a:pt x="271" y="2207"/>
                </a:lnTo>
                <a:lnTo>
                  <a:pt x="270" y="2205"/>
                </a:lnTo>
                <a:lnTo>
                  <a:pt x="269" y="2203"/>
                </a:lnTo>
                <a:lnTo>
                  <a:pt x="269" y="2201"/>
                </a:lnTo>
                <a:lnTo>
                  <a:pt x="268" y="2201"/>
                </a:lnTo>
                <a:lnTo>
                  <a:pt x="268" y="2199"/>
                </a:lnTo>
                <a:lnTo>
                  <a:pt x="267" y="2197"/>
                </a:lnTo>
                <a:lnTo>
                  <a:pt x="265" y="2193"/>
                </a:lnTo>
                <a:lnTo>
                  <a:pt x="263" y="2191"/>
                </a:lnTo>
                <a:lnTo>
                  <a:pt x="263" y="2189"/>
                </a:lnTo>
                <a:lnTo>
                  <a:pt x="264" y="2188"/>
                </a:lnTo>
                <a:lnTo>
                  <a:pt x="265" y="2188"/>
                </a:lnTo>
                <a:lnTo>
                  <a:pt x="267" y="2187"/>
                </a:lnTo>
                <a:lnTo>
                  <a:pt x="268" y="2185"/>
                </a:lnTo>
                <a:lnTo>
                  <a:pt x="270" y="2181"/>
                </a:lnTo>
                <a:lnTo>
                  <a:pt x="271" y="2178"/>
                </a:lnTo>
                <a:lnTo>
                  <a:pt x="272" y="2177"/>
                </a:lnTo>
                <a:lnTo>
                  <a:pt x="273" y="2176"/>
                </a:lnTo>
                <a:lnTo>
                  <a:pt x="275" y="2176"/>
                </a:lnTo>
                <a:lnTo>
                  <a:pt x="276" y="2176"/>
                </a:lnTo>
                <a:lnTo>
                  <a:pt x="277" y="2178"/>
                </a:lnTo>
                <a:lnTo>
                  <a:pt x="278" y="2179"/>
                </a:lnTo>
                <a:lnTo>
                  <a:pt x="280" y="2180"/>
                </a:lnTo>
                <a:lnTo>
                  <a:pt x="282" y="2181"/>
                </a:lnTo>
                <a:lnTo>
                  <a:pt x="283" y="2183"/>
                </a:lnTo>
                <a:lnTo>
                  <a:pt x="285" y="2187"/>
                </a:lnTo>
                <a:lnTo>
                  <a:pt x="287" y="2190"/>
                </a:lnTo>
                <a:lnTo>
                  <a:pt x="289" y="2192"/>
                </a:lnTo>
                <a:lnTo>
                  <a:pt x="290" y="2193"/>
                </a:lnTo>
                <a:lnTo>
                  <a:pt x="291" y="2195"/>
                </a:lnTo>
                <a:lnTo>
                  <a:pt x="292" y="2196"/>
                </a:lnTo>
                <a:lnTo>
                  <a:pt x="293" y="2196"/>
                </a:lnTo>
                <a:lnTo>
                  <a:pt x="295" y="2196"/>
                </a:lnTo>
                <a:lnTo>
                  <a:pt x="297" y="2195"/>
                </a:lnTo>
                <a:lnTo>
                  <a:pt x="298" y="2195"/>
                </a:lnTo>
                <a:lnTo>
                  <a:pt x="300" y="2198"/>
                </a:lnTo>
                <a:lnTo>
                  <a:pt x="302" y="2200"/>
                </a:lnTo>
                <a:lnTo>
                  <a:pt x="304" y="2202"/>
                </a:lnTo>
                <a:lnTo>
                  <a:pt x="307" y="2203"/>
                </a:lnTo>
                <a:lnTo>
                  <a:pt x="309" y="2204"/>
                </a:lnTo>
                <a:lnTo>
                  <a:pt x="310" y="2203"/>
                </a:lnTo>
                <a:lnTo>
                  <a:pt x="312" y="2202"/>
                </a:lnTo>
                <a:lnTo>
                  <a:pt x="314" y="2201"/>
                </a:lnTo>
                <a:lnTo>
                  <a:pt x="315" y="2201"/>
                </a:lnTo>
                <a:lnTo>
                  <a:pt x="316" y="2202"/>
                </a:lnTo>
                <a:lnTo>
                  <a:pt x="317" y="2203"/>
                </a:lnTo>
                <a:lnTo>
                  <a:pt x="319" y="2204"/>
                </a:lnTo>
                <a:lnTo>
                  <a:pt x="321" y="2205"/>
                </a:lnTo>
                <a:lnTo>
                  <a:pt x="323" y="2207"/>
                </a:lnTo>
                <a:lnTo>
                  <a:pt x="324" y="2207"/>
                </a:lnTo>
                <a:lnTo>
                  <a:pt x="327" y="2208"/>
                </a:lnTo>
                <a:lnTo>
                  <a:pt x="329" y="2208"/>
                </a:lnTo>
                <a:lnTo>
                  <a:pt x="331" y="2206"/>
                </a:lnTo>
                <a:lnTo>
                  <a:pt x="332" y="2205"/>
                </a:lnTo>
                <a:lnTo>
                  <a:pt x="333" y="2205"/>
                </a:lnTo>
                <a:lnTo>
                  <a:pt x="334" y="2204"/>
                </a:lnTo>
                <a:lnTo>
                  <a:pt x="335" y="2203"/>
                </a:lnTo>
                <a:lnTo>
                  <a:pt x="336" y="2203"/>
                </a:lnTo>
                <a:lnTo>
                  <a:pt x="338" y="2204"/>
                </a:lnTo>
                <a:lnTo>
                  <a:pt x="340" y="2203"/>
                </a:lnTo>
                <a:lnTo>
                  <a:pt x="341" y="2202"/>
                </a:lnTo>
                <a:lnTo>
                  <a:pt x="342" y="2200"/>
                </a:lnTo>
                <a:lnTo>
                  <a:pt x="345" y="2199"/>
                </a:lnTo>
                <a:lnTo>
                  <a:pt x="349" y="2197"/>
                </a:lnTo>
                <a:lnTo>
                  <a:pt x="350" y="2196"/>
                </a:lnTo>
                <a:lnTo>
                  <a:pt x="353" y="2196"/>
                </a:lnTo>
                <a:lnTo>
                  <a:pt x="355" y="2195"/>
                </a:lnTo>
                <a:lnTo>
                  <a:pt x="356" y="2195"/>
                </a:lnTo>
                <a:lnTo>
                  <a:pt x="359" y="2195"/>
                </a:lnTo>
                <a:lnTo>
                  <a:pt x="361" y="2195"/>
                </a:lnTo>
                <a:lnTo>
                  <a:pt x="362" y="2195"/>
                </a:lnTo>
                <a:lnTo>
                  <a:pt x="364" y="2194"/>
                </a:lnTo>
                <a:lnTo>
                  <a:pt x="365" y="2193"/>
                </a:lnTo>
                <a:lnTo>
                  <a:pt x="367" y="2192"/>
                </a:lnTo>
                <a:lnTo>
                  <a:pt x="369" y="2191"/>
                </a:lnTo>
                <a:lnTo>
                  <a:pt x="370" y="2191"/>
                </a:lnTo>
                <a:lnTo>
                  <a:pt x="371" y="2190"/>
                </a:lnTo>
                <a:lnTo>
                  <a:pt x="371" y="2189"/>
                </a:lnTo>
                <a:lnTo>
                  <a:pt x="373" y="2189"/>
                </a:lnTo>
                <a:lnTo>
                  <a:pt x="376" y="2187"/>
                </a:lnTo>
                <a:lnTo>
                  <a:pt x="381" y="2185"/>
                </a:lnTo>
                <a:lnTo>
                  <a:pt x="385" y="2183"/>
                </a:lnTo>
                <a:lnTo>
                  <a:pt x="387" y="2183"/>
                </a:lnTo>
                <a:lnTo>
                  <a:pt x="389" y="2182"/>
                </a:lnTo>
                <a:lnTo>
                  <a:pt x="392" y="2182"/>
                </a:lnTo>
                <a:lnTo>
                  <a:pt x="394" y="2183"/>
                </a:lnTo>
                <a:lnTo>
                  <a:pt x="394" y="2184"/>
                </a:lnTo>
                <a:lnTo>
                  <a:pt x="394" y="2185"/>
                </a:lnTo>
                <a:lnTo>
                  <a:pt x="395" y="2186"/>
                </a:lnTo>
                <a:lnTo>
                  <a:pt x="396" y="2186"/>
                </a:lnTo>
                <a:lnTo>
                  <a:pt x="396" y="2187"/>
                </a:lnTo>
                <a:lnTo>
                  <a:pt x="395" y="2188"/>
                </a:lnTo>
                <a:lnTo>
                  <a:pt x="396" y="2189"/>
                </a:lnTo>
                <a:lnTo>
                  <a:pt x="396" y="2190"/>
                </a:lnTo>
                <a:lnTo>
                  <a:pt x="397" y="2191"/>
                </a:lnTo>
                <a:lnTo>
                  <a:pt x="397" y="2192"/>
                </a:lnTo>
                <a:lnTo>
                  <a:pt x="397" y="2193"/>
                </a:lnTo>
                <a:lnTo>
                  <a:pt x="396" y="2193"/>
                </a:lnTo>
                <a:lnTo>
                  <a:pt x="396" y="2194"/>
                </a:lnTo>
                <a:lnTo>
                  <a:pt x="395" y="2194"/>
                </a:lnTo>
                <a:lnTo>
                  <a:pt x="394" y="2197"/>
                </a:lnTo>
                <a:lnTo>
                  <a:pt x="394" y="2199"/>
                </a:lnTo>
                <a:lnTo>
                  <a:pt x="392" y="2204"/>
                </a:lnTo>
                <a:lnTo>
                  <a:pt x="392" y="2206"/>
                </a:lnTo>
                <a:lnTo>
                  <a:pt x="392" y="2207"/>
                </a:lnTo>
                <a:lnTo>
                  <a:pt x="393" y="2209"/>
                </a:lnTo>
                <a:lnTo>
                  <a:pt x="393" y="2211"/>
                </a:lnTo>
                <a:lnTo>
                  <a:pt x="393" y="2213"/>
                </a:lnTo>
                <a:lnTo>
                  <a:pt x="393" y="2214"/>
                </a:lnTo>
                <a:lnTo>
                  <a:pt x="393" y="2216"/>
                </a:lnTo>
                <a:lnTo>
                  <a:pt x="395" y="2217"/>
                </a:lnTo>
                <a:lnTo>
                  <a:pt x="396" y="2218"/>
                </a:lnTo>
                <a:lnTo>
                  <a:pt x="397" y="2219"/>
                </a:lnTo>
                <a:lnTo>
                  <a:pt x="398" y="2220"/>
                </a:lnTo>
                <a:lnTo>
                  <a:pt x="399" y="2221"/>
                </a:lnTo>
                <a:lnTo>
                  <a:pt x="400" y="2222"/>
                </a:lnTo>
                <a:lnTo>
                  <a:pt x="401" y="2223"/>
                </a:lnTo>
                <a:lnTo>
                  <a:pt x="402" y="2225"/>
                </a:lnTo>
                <a:lnTo>
                  <a:pt x="402" y="2226"/>
                </a:lnTo>
                <a:lnTo>
                  <a:pt x="402" y="2227"/>
                </a:lnTo>
                <a:lnTo>
                  <a:pt x="401" y="2227"/>
                </a:lnTo>
                <a:lnTo>
                  <a:pt x="400" y="2228"/>
                </a:lnTo>
                <a:lnTo>
                  <a:pt x="399" y="2229"/>
                </a:lnTo>
                <a:lnTo>
                  <a:pt x="399" y="2230"/>
                </a:lnTo>
                <a:lnTo>
                  <a:pt x="398" y="2231"/>
                </a:lnTo>
                <a:lnTo>
                  <a:pt x="396" y="2232"/>
                </a:lnTo>
                <a:lnTo>
                  <a:pt x="395" y="2233"/>
                </a:lnTo>
                <a:lnTo>
                  <a:pt x="393" y="2233"/>
                </a:lnTo>
                <a:lnTo>
                  <a:pt x="392" y="2234"/>
                </a:lnTo>
                <a:lnTo>
                  <a:pt x="391" y="2236"/>
                </a:lnTo>
                <a:lnTo>
                  <a:pt x="391" y="2237"/>
                </a:lnTo>
                <a:lnTo>
                  <a:pt x="390" y="2238"/>
                </a:lnTo>
                <a:lnTo>
                  <a:pt x="389" y="2239"/>
                </a:lnTo>
                <a:lnTo>
                  <a:pt x="389" y="2241"/>
                </a:lnTo>
                <a:lnTo>
                  <a:pt x="388" y="2242"/>
                </a:lnTo>
                <a:lnTo>
                  <a:pt x="387" y="2244"/>
                </a:lnTo>
                <a:lnTo>
                  <a:pt x="386" y="2245"/>
                </a:lnTo>
                <a:lnTo>
                  <a:pt x="386" y="2246"/>
                </a:lnTo>
                <a:lnTo>
                  <a:pt x="387" y="2248"/>
                </a:lnTo>
                <a:lnTo>
                  <a:pt x="388" y="2249"/>
                </a:lnTo>
                <a:lnTo>
                  <a:pt x="388" y="2251"/>
                </a:lnTo>
                <a:lnTo>
                  <a:pt x="388" y="2255"/>
                </a:lnTo>
                <a:lnTo>
                  <a:pt x="389" y="2257"/>
                </a:lnTo>
                <a:lnTo>
                  <a:pt x="388" y="2258"/>
                </a:lnTo>
                <a:lnTo>
                  <a:pt x="387" y="2259"/>
                </a:lnTo>
                <a:lnTo>
                  <a:pt x="387" y="2260"/>
                </a:lnTo>
                <a:lnTo>
                  <a:pt x="386" y="2260"/>
                </a:lnTo>
                <a:lnTo>
                  <a:pt x="386" y="2262"/>
                </a:lnTo>
                <a:lnTo>
                  <a:pt x="387" y="2263"/>
                </a:lnTo>
                <a:lnTo>
                  <a:pt x="388" y="2263"/>
                </a:lnTo>
                <a:lnTo>
                  <a:pt x="389" y="2263"/>
                </a:lnTo>
                <a:lnTo>
                  <a:pt x="390" y="2263"/>
                </a:lnTo>
                <a:lnTo>
                  <a:pt x="391" y="2262"/>
                </a:lnTo>
                <a:lnTo>
                  <a:pt x="393" y="2261"/>
                </a:lnTo>
                <a:lnTo>
                  <a:pt x="394" y="2262"/>
                </a:lnTo>
                <a:lnTo>
                  <a:pt x="395" y="2261"/>
                </a:lnTo>
                <a:lnTo>
                  <a:pt x="397" y="2261"/>
                </a:lnTo>
                <a:lnTo>
                  <a:pt x="398" y="2261"/>
                </a:lnTo>
                <a:lnTo>
                  <a:pt x="398" y="2262"/>
                </a:lnTo>
                <a:lnTo>
                  <a:pt x="399" y="2263"/>
                </a:lnTo>
                <a:lnTo>
                  <a:pt x="400" y="2262"/>
                </a:lnTo>
                <a:lnTo>
                  <a:pt x="402" y="2261"/>
                </a:lnTo>
                <a:lnTo>
                  <a:pt x="405" y="2260"/>
                </a:lnTo>
                <a:lnTo>
                  <a:pt x="406" y="2260"/>
                </a:lnTo>
                <a:lnTo>
                  <a:pt x="407" y="2259"/>
                </a:lnTo>
                <a:lnTo>
                  <a:pt x="408" y="2259"/>
                </a:lnTo>
                <a:lnTo>
                  <a:pt x="408" y="2260"/>
                </a:lnTo>
                <a:lnTo>
                  <a:pt x="408" y="2261"/>
                </a:lnTo>
                <a:lnTo>
                  <a:pt x="408" y="2262"/>
                </a:lnTo>
                <a:lnTo>
                  <a:pt x="410" y="2263"/>
                </a:lnTo>
                <a:lnTo>
                  <a:pt x="411" y="2264"/>
                </a:lnTo>
                <a:lnTo>
                  <a:pt x="413" y="2264"/>
                </a:lnTo>
                <a:lnTo>
                  <a:pt x="415" y="2265"/>
                </a:lnTo>
                <a:lnTo>
                  <a:pt x="416" y="2266"/>
                </a:lnTo>
                <a:lnTo>
                  <a:pt x="417" y="2267"/>
                </a:lnTo>
                <a:lnTo>
                  <a:pt x="418" y="2268"/>
                </a:lnTo>
                <a:lnTo>
                  <a:pt x="419" y="2270"/>
                </a:lnTo>
                <a:lnTo>
                  <a:pt x="420" y="2270"/>
                </a:lnTo>
                <a:lnTo>
                  <a:pt x="421" y="2269"/>
                </a:lnTo>
                <a:lnTo>
                  <a:pt x="422" y="2266"/>
                </a:lnTo>
                <a:lnTo>
                  <a:pt x="422" y="2265"/>
                </a:lnTo>
                <a:lnTo>
                  <a:pt x="423" y="2263"/>
                </a:lnTo>
                <a:lnTo>
                  <a:pt x="424" y="2262"/>
                </a:lnTo>
                <a:lnTo>
                  <a:pt x="425" y="2261"/>
                </a:lnTo>
                <a:lnTo>
                  <a:pt x="426" y="2261"/>
                </a:lnTo>
                <a:lnTo>
                  <a:pt x="427" y="2260"/>
                </a:lnTo>
                <a:lnTo>
                  <a:pt x="428" y="2259"/>
                </a:lnTo>
                <a:lnTo>
                  <a:pt x="429" y="2257"/>
                </a:lnTo>
                <a:lnTo>
                  <a:pt x="429" y="2256"/>
                </a:lnTo>
                <a:lnTo>
                  <a:pt x="429" y="2255"/>
                </a:lnTo>
                <a:lnTo>
                  <a:pt x="430" y="2255"/>
                </a:lnTo>
                <a:lnTo>
                  <a:pt x="432" y="2255"/>
                </a:lnTo>
                <a:lnTo>
                  <a:pt x="433" y="2255"/>
                </a:lnTo>
                <a:lnTo>
                  <a:pt x="435" y="2256"/>
                </a:lnTo>
                <a:lnTo>
                  <a:pt x="435" y="2257"/>
                </a:lnTo>
                <a:lnTo>
                  <a:pt x="436" y="2258"/>
                </a:lnTo>
                <a:lnTo>
                  <a:pt x="437" y="2260"/>
                </a:lnTo>
                <a:lnTo>
                  <a:pt x="438" y="2261"/>
                </a:lnTo>
                <a:lnTo>
                  <a:pt x="438" y="2262"/>
                </a:lnTo>
                <a:lnTo>
                  <a:pt x="439" y="2263"/>
                </a:lnTo>
                <a:lnTo>
                  <a:pt x="441" y="2263"/>
                </a:lnTo>
                <a:lnTo>
                  <a:pt x="442" y="2263"/>
                </a:lnTo>
                <a:lnTo>
                  <a:pt x="442" y="2260"/>
                </a:lnTo>
                <a:lnTo>
                  <a:pt x="442" y="2258"/>
                </a:lnTo>
                <a:lnTo>
                  <a:pt x="443" y="2257"/>
                </a:lnTo>
                <a:lnTo>
                  <a:pt x="444" y="2256"/>
                </a:lnTo>
                <a:lnTo>
                  <a:pt x="445" y="2257"/>
                </a:lnTo>
                <a:lnTo>
                  <a:pt x="446" y="2257"/>
                </a:lnTo>
                <a:lnTo>
                  <a:pt x="447" y="2256"/>
                </a:lnTo>
                <a:lnTo>
                  <a:pt x="449" y="2257"/>
                </a:lnTo>
                <a:lnTo>
                  <a:pt x="450" y="2257"/>
                </a:lnTo>
                <a:lnTo>
                  <a:pt x="451" y="2258"/>
                </a:lnTo>
                <a:lnTo>
                  <a:pt x="451" y="2259"/>
                </a:lnTo>
                <a:lnTo>
                  <a:pt x="453" y="2258"/>
                </a:lnTo>
                <a:lnTo>
                  <a:pt x="454" y="2258"/>
                </a:lnTo>
                <a:lnTo>
                  <a:pt x="457" y="2259"/>
                </a:lnTo>
                <a:lnTo>
                  <a:pt x="458" y="2260"/>
                </a:lnTo>
                <a:lnTo>
                  <a:pt x="461" y="2263"/>
                </a:lnTo>
                <a:lnTo>
                  <a:pt x="462" y="2264"/>
                </a:lnTo>
                <a:lnTo>
                  <a:pt x="463" y="2264"/>
                </a:lnTo>
                <a:lnTo>
                  <a:pt x="465" y="2264"/>
                </a:lnTo>
                <a:lnTo>
                  <a:pt x="468" y="2263"/>
                </a:lnTo>
                <a:lnTo>
                  <a:pt x="470" y="2261"/>
                </a:lnTo>
                <a:lnTo>
                  <a:pt x="472" y="2260"/>
                </a:lnTo>
                <a:lnTo>
                  <a:pt x="473" y="2260"/>
                </a:lnTo>
                <a:lnTo>
                  <a:pt x="475" y="2259"/>
                </a:lnTo>
                <a:lnTo>
                  <a:pt x="476" y="2259"/>
                </a:lnTo>
                <a:lnTo>
                  <a:pt x="478" y="2258"/>
                </a:lnTo>
                <a:lnTo>
                  <a:pt x="479" y="2257"/>
                </a:lnTo>
                <a:lnTo>
                  <a:pt x="480" y="2257"/>
                </a:lnTo>
                <a:lnTo>
                  <a:pt x="481" y="2257"/>
                </a:lnTo>
                <a:lnTo>
                  <a:pt x="481" y="2258"/>
                </a:lnTo>
                <a:lnTo>
                  <a:pt x="481" y="2259"/>
                </a:lnTo>
                <a:lnTo>
                  <a:pt x="481" y="2260"/>
                </a:lnTo>
                <a:lnTo>
                  <a:pt x="480" y="2261"/>
                </a:lnTo>
                <a:lnTo>
                  <a:pt x="479" y="2262"/>
                </a:lnTo>
                <a:lnTo>
                  <a:pt x="479" y="2263"/>
                </a:lnTo>
                <a:lnTo>
                  <a:pt x="480" y="2263"/>
                </a:lnTo>
                <a:lnTo>
                  <a:pt x="481" y="2264"/>
                </a:lnTo>
                <a:lnTo>
                  <a:pt x="482" y="2264"/>
                </a:lnTo>
                <a:lnTo>
                  <a:pt x="483" y="2265"/>
                </a:lnTo>
                <a:lnTo>
                  <a:pt x="484" y="2266"/>
                </a:lnTo>
                <a:lnTo>
                  <a:pt x="484" y="2267"/>
                </a:lnTo>
                <a:lnTo>
                  <a:pt x="484" y="2268"/>
                </a:lnTo>
                <a:lnTo>
                  <a:pt x="485" y="2269"/>
                </a:lnTo>
                <a:lnTo>
                  <a:pt x="483" y="2271"/>
                </a:lnTo>
                <a:lnTo>
                  <a:pt x="483" y="2273"/>
                </a:lnTo>
                <a:lnTo>
                  <a:pt x="483" y="2274"/>
                </a:lnTo>
                <a:lnTo>
                  <a:pt x="482" y="2276"/>
                </a:lnTo>
                <a:lnTo>
                  <a:pt x="483" y="2277"/>
                </a:lnTo>
                <a:lnTo>
                  <a:pt x="483" y="2278"/>
                </a:lnTo>
                <a:lnTo>
                  <a:pt x="483" y="2279"/>
                </a:lnTo>
                <a:lnTo>
                  <a:pt x="484" y="2279"/>
                </a:lnTo>
                <a:lnTo>
                  <a:pt x="485" y="2277"/>
                </a:lnTo>
                <a:lnTo>
                  <a:pt x="486" y="2276"/>
                </a:lnTo>
                <a:lnTo>
                  <a:pt x="487" y="2276"/>
                </a:lnTo>
                <a:lnTo>
                  <a:pt x="487" y="2275"/>
                </a:lnTo>
                <a:lnTo>
                  <a:pt x="488" y="2275"/>
                </a:lnTo>
                <a:lnTo>
                  <a:pt x="488" y="2273"/>
                </a:lnTo>
                <a:lnTo>
                  <a:pt x="489" y="2273"/>
                </a:lnTo>
                <a:lnTo>
                  <a:pt x="490" y="2272"/>
                </a:lnTo>
                <a:lnTo>
                  <a:pt x="491" y="2271"/>
                </a:lnTo>
                <a:lnTo>
                  <a:pt x="493" y="2271"/>
                </a:lnTo>
                <a:lnTo>
                  <a:pt x="493" y="2272"/>
                </a:lnTo>
                <a:lnTo>
                  <a:pt x="493" y="2273"/>
                </a:lnTo>
                <a:lnTo>
                  <a:pt x="493" y="2274"/>
                </a:lnTo>
                <a:lnTo>
                  <a:pt x="494" y="2274"/>
                </a:lnTo>
                <a:lnTo>
                  <a:pt x="495" y="2274"/>
                </a:lnTo>
                <a:lnTo>
                  <a:pt x="497" y="2273"/>
                </a:lnTo>
                <a:lnTo>
                  <a:pt x="499" y="2274"/>
                </a:lnTo>
                <a:lnTo>
                  <a:pt x="500" y="2274"/>
                </a:lnTo>
                <a:lnTo>
                  <a:pt x="501" y="2273"/>
                </a:lnTo>
                <a:lnTo>
                  <a:pt x="502" y="2272"/>
                </a:lnTo>
                <a:lnTo>
                  <a:pt x="505" y="2271"/>
                </a:lnTo>
                <a:lnTo>
                  <a:pt x="506" y="2270"/>
                </a:lnTo>
                <a:lnTo>
                  <a:pt x="508" y="2268"/>
                </a:lnTo>
                <a:lnTo>
                  <a:pt x="509" y="2268"/>
                </a:lnTo>
                <a:lnTo>
                  <a:pt x="511" y="2268"/>
                </a:lnTo>
                <a:lnTo>
                  <a:pt x="512" y="2269"/>
                </a:lnTo>
                <a:lnTo>
                  <a:pt x="513" y="2269"/>
                </a:lnTo>
                <a:lnTo>
                  <a:pt x="514" y="2268"/>
                </a:lnTo>
                <a:lnTo>
                  <a:pt x="515" y="2266"/>
                </a:lnTo>
                <a:lnTo>
                  <a:pt x="516" y="2265"/>
                </a:lnTo>
                <a:lnTo>
                  <a:pt x="518" y="2264"/>
                </a:lnTo>
                <a:lnTo>
                  <a:pt x="520" y="2264"/>
                </a:lnTo>
                <a:lnTo>
                  <a:pt x="521" y="2263"/>
                </a:lnTo>
                <a:lnTo>
                  <a:pt x="521" y="2262"/>
                </a:lnTo>
                <a:lnTo>
                  <a:pt x="522" y="2258"/>
                </a:lnTo>
                <a:lnTo>
                  <a:pt x="523" y="2256"/>
                </a:lnTo>
                <a:lnTo>
                  <a:pt x="523" y="2254"/>
                </a:lnTo>
                <a:lnTo>
                  <a:pt x="523" y="2253"/>
                </a:lnTo>
                <a:lnTo>
                  <a:pt x="525" y="2251"/>
                </a:lnTo>
                <a:lnTo>
                  <a:pt x="527" y="2248"/>
                </a:lnTo>
                <a:lnTo>
                  <a:pt x="531" y="2245"/>
                </a:lnTo>
                <a:lnTo>
                  <a:pt x="533" y="2244"/>
                </a:lnTo>
                <a:lnTo>
                  <a:pt x="535" y="2243"/>
                </a:lnTo>
                <a:lnTo>
                  <a:pt x="536" y="2243"/>
                </a:lnTo>
                <a:lnTo>
                  <a:pt x="538" y="2240"/>
                </a:lnTo>
                <a:lnTo>
                  <a:pt x="539" y="2239"/>
                </a:lnTo>
                <a:lnTo>
                  <a:pt x="540" y="2238"/>
                </a:lnTo>
                <a:lnTo>
                  <a:pt x="543" y="2237"/>
                </a:lnTo>
                <a:lnTo>
                  <a:pt x="545" y="2237"/>
                </a:lnTo>
                <a:lnTo>
                  <a:pt x="547" y="2237"/>
                </a:lnTo>
                <a:lnTo>
                  <a:pt x="547" y="2236"/>
                </a:lnTo>
                <a:lnTo>
                  <a:pt x="548" y="2235"/>
                </a:lnTo>
                <a:lnTo>
                  <a:pt x="548" y="2233"/>
                </a:lnTo>
                <a:lnTo>
                  <a:pt x="548" y="2232"/>
                </a:lnTo>
                <a:lnTo>
                  <a:pt x="548" y="2230"/>
                </a:lnTo>
                <a:lnTo>
                  <a:pt x="549" y="2229"/>
                </a:lnTo>
                <a:lnTo>
                  <a:pt x="550" y="2229"/>
                </a:lnTo>
                <a:lnTo>
                  <a:pt x="550" y="2227"/>
                </a:lnTo>
                <a:lnTo>
                  <a:pt x="550" y="2225"/>
                </a:lnTo>
                <a:lnTo>
                  <a:pt x="551" y="2225"/>
                </a:lnTo>
                <a:lnTo>
                  <a:pt x="552" y="2224"/>
                </a:lnTo>
                <a:lnTo>
                  <a:pt x="553" y="2224"/>
                </a:lnTo>
                <a:lnTo>
                  <a:pt x="554" y="2223"/>
                </a:lnTo>
                <a:lnTo>
                  <a:pt x="553" y="2220"/>
                </a:lnTo>
                <a:lnTo>
                  <a:pt x="552" y="2218"/>
                </a:lnTo>
                <a:lnTo>
                  <a:pt x="552" y="2216"/>
                </a:lnTo>
                <a:lnTo>
                  <a:pt x="552" y="2213"/>
                </a:lnTo>
                <a:lnTo>
                  <a:pt x="552" y="2212"/>
                </a:lnTo>
                <a:lnTo>
                  <a:pt x="553" y="2210"/>
                </a:lnTo>
                <a:lnTo>
                  <a:pt x="553" y="2209"/>
                </a:lnTo>
                <a:lnTo>
                  <a:pt x="554" y="2208"/>
                </a:lnTo>
                <a:lnTo>
                  <a:pt x="555" y="2208"/>
                </a:lnTo>
                <a:lnTo>
                  <a:pt x="556" y="2208"/>
                </a:lnTo>
                <a:lnTo>
                  <a:pt x="557" y="2207"/>
                </a:lnTo>
                <a:lnTo>
                  <a:pt x="558" y="2206"/>
                </a:lnTo>
                <a:lnTo>
                  <a:pt x="559" y="2206"/>
                </a:lnTo>
                <a:lnTo>
                  <a:pt x="560" y="2206"/>
                </a:lnTo>
                <a:lnTo>
                  <a:pt x="560" y="2207"/>
                </a:lnTo>
                <a:lnTo>
                  <a:pt x="561" y="2207"/>
                </a:lnTo>
                <a:lnTo>
                  <a:pt x="563" y="2206"/>
                </a:lnTo>
                <a:lnTo>
                  <a:pt x="564" y="2205"/>
                </a:lnTo>
                <a:lnTo>
                  <a:pt x="565" y="2204"/>
                </a:lnTo>
                <a:lnTo>
                  <a:pt x="566" y="2203"/>
                </a:lnTo>
                <a:lnTo>
                  <a:pt x="566" y="2202"/>
                </a:lnTo>
                <a:lnTo>
                  <a:pt x="568" y="2201"/>
                </a:lnTo>
                <a:lnTo>
                  <a:pt x="569" y="2201"/>
                </a:lnTo>
                <a:lnTo>
                  <a:pt x="569" y="2200"/>
                </a:lnTo>
                <a:lnTo>
                  <a:pt x="569" y="2199"/>
                </a:lnTo>
                <a:lnTo>
                  <a:pt x="568" y="2197"/>
                </a:lnTo>
                <a:lnTo>
                  <a:pt x="569" y="2196"/>
                </a:lnTo>
                <a:lnTo>
                  <a:pt x="570" y="2195"/>
                </a:lnTo>
                <a:lnTo>
                  <a:pt x="571" y="2196"/>
                </a:lnTo>
                <a:lnTo>
                  <a:pt x="571" y="2195"/>
                </a:lnTo>
                <a:lnTo>
                  <a:pt x="571" y="2194"/>
                </a:lnTo>
                <a:lnTo>
                  <a:pt x="571" y="2193"/>
                </a:lnTo>
                <a:lnTo>
                  <a:pt x="572" y="2192"/>
                </a:lnTo>
                <a:lnTo>
                  <a:pt x="573" y="2190"/>
                </a:lnTo>
                <a:lnTo>
                  <a:pt x="573" y="2189"/>
                </a:lnTo>
                <a:lnTo>
                  <a:pt x="574" y="2187"/>
                </a:lnTo>
                <a:lnTo>
                  <a:pt x="574" y="2186"/>
                </a:lnTo>
                <a:lnTo>
                  <a:pt x="575" y="2185"/>
                </a:lnTo>
                <a:lnTo>
                  <a:pt x="575" y="2183"/>
                </a:lnTo>
                <a:lnTo>
                  <a:pt x="576" y="2182"/>
                </a:lnTo>
                <a:lnTo>
                  <a:pt x="578" y="2180"/>
                </a:lnTo>
                <a:lnTo>
                  <a:pt x="579" y="2179"/>
                </a:lnTo>
                <a:lnTo>
                  <a:pt x="580" y="2177"/>
                </a:lnTo>
                <a:lnTo>
                  <a:pt x="581" y="2175"/>
                </a:lnTo>
                <a:lnTo>
                  <a:pt x="582" y="2175"/>
                </a:lnTo>
                <a:lnTo>
                  <a:pt x="583" y="2174"/>
                </a:lnTo>
                <a:lnTo>
                  <a:pt x="585" y="2175"/>
                </a:lnTo>
                <a:lnTo>
                  <a:pt x="586" y="2176"/>
                </a:lnTo>
                <a:lnTo>
                  <a:pt x="587" y="2176"/>
                </a:lnTo>
                <a:lnTo>
                  <a:pt x="588" y="2175"/>
                </a:lnTo>
                <a:lnTo>
                  <a:pt x="588" y="2174"/>
                </a:lnTo>
                <a:lnTo>
                  <a:pt x="590" y="2174"/>
                </a:lnTo>
                <a:lnTo>
                  <a:pt x="592" y="2174"/>
                </a:lnTo>
                <a:lnTo>
                  <a:pt x="593" y="2174"/>
                </a:lnTo>
                <a:lnTo>
                  <a:pt x="595" y="2174"/>
                </a:lnTo>
                <a:lnTo>
                  <a:pt x="595" y="2175"/>
                </a:lnTo>
                <a:lnTo>
                  <a:pt x="596" y="2174"/>
                </a:lnTo>
                <a:lnTo>
                  <a:pt x="597" y="2173"/>
                </a:lnTo>
                <a:lnTo>
                  <a:pt x="597" y="2172"/>
                </a:lnTo>
                <a:lnTo>
                  <a:pt x="598" y="2171"/>
                </a:lnTo>
                <a:lnTo>
                  <a:pt x="598" y="2170"/>
                </a:lnTo>
                <a:lnTo>
                  <a:pt x="600" y="2169"/>
                </a:lnTo>
                <a:lnTo>
                  <a:pt x="601" y="2167"/>
                </a:lnTo>
                <a:lnTo>
                  <a:pt x="602" y="2166"/>
                </a:lnTo>
                <a:lnTo>
                  <a:pt x="603" y="2166"/>
                </a:lnTo>
                <a:lnTo>
                  <a:pt x="604" y="2166"/>
                </a:lnTo>
                <a:lnTo>
                  <a:pt x="605" y="2167"/>
                </a:lnTo>
                <a:lnTo>
                  <a:pt x="606" y="2168"/>
                </a:lnTo>
                <a:lnTo>
                  <a:pt x="607" y="2168"/>
                </a:lnTo>
                <a:lnTo>
                  <a:pt x="608" y="2168"/>
                </a:lnTo>
                <a:lnTo>
                  <a:pt x="612" y="2168"/>
                </a:lnTo>
                <a:lnTo>
                  <a:pt x="614" y="2167"/>
                </a:lnTo>
                <a:lnTo>
                  <a:pt x="615" y="2166"/>
                </a:lnTo>
                <a:lnTo>
                  <a:pt x="617" y="2164"/>
                </a:lnTo>
                <a:lnTo>
                  <a:pt x="618" y="2163"/>
                </a:lnTo>
                <a:lnTo>
                  <a:pt x="620" y="2162"/>
                </a:lnTo>
                <a:lnTo>
                  <a:pt x="622" y="2162"/>
                </a:lnTo>
                <a:lnTo>
                  <a:pt x="623" y="2162"/>
                </a:lnTo>
                <a:lnTo>
                  <a:pt x="624" y="2162"/>
                </a:lnTo>
                <a:lnTo>
                  <a:pt x="624" y="2164"/>
                </a:lnTo>
                <a:lnTo>
                  <a:pt x="625" y="2165"/>
                </a:lnTo>
                <a:lnTo>
                  <a:pt x="625" y="2166"/>
                </a:lnTo>
                <a:lnTo>
                  <a:pt x="627" y="2166"/>
                </a:lnTo>
                <a:lnTo>
                  <a:pt x="630" y="2167"/>
                </a:lnTo>
                <a:lnTo>
                  <a:pt x="634" y="2167"/>
                </a:lnTo>
                <a:lnTo>
                  <a:pt x="636" y="2168"/>
                </a:lnTo>
                <a:lnTo>
                  <a:pt x="637" y="2169"/>
                </a:lnTo>
                <a:lnTo>
                  <a:pt x="638" y="2170"/>
                </a:lnTo>
                <a:lnTo>
                  <a:pt x="638" y="2171"/>
                </a:lnTo>
                <a:lnTo>
                  <a:pt x="638" y="2172"/>
                </a:lnTo>
                <a:lnTo>
                  <a:pt x="637" y="2173"/>
                </a:lnTo>
                <a:lnTo>
                  <a:pt x="637" y="2174"/>
                </a:lnTo>
                <a:lnTo>
                  <a:pt x="638" y="2175"/>
                </a:lnTo>
                <a:lnTo>
                  <a:pt x="639" y="2175"/>
                </a:lnTo>
                <a:lnTo>
                  <a:pt x="640" y="2176"/>
                </a:lnTo>
                <a:lnTo>
                  <a:pt x="640" y="2177"/>
                </a:lnTo>
                <a:lnTo>
                  <a:pt x="641" y="2178"/>
                </a:lnTo>
                <a:lnTo>
                  <a:pt x="642" y="2179"/>
                </a:lnTo>
                <a:lnTo>
                  <a:pt x="643" y="2180"/>
                </a:lnTo>
                <a:lnTo>
                  <a:pt x="644" y="2182"/>
                </a:lnTo>
                <a:lnTo>
                  <a:pt x="645" y="2182"/>
                </a:lnTo>
                <a:lnTo>
                  <a:pt x="647" y="2182"/>
                </a:lnTo>
                <a:lnTo>
                  <a:pt x="648" y="2181"/>
                </a:lnTo>
                <a:lnTo>
                  <a:pt x="649" y="2181"/>
                </a:lnTo>
                <a:lnTo>
                  <a:pt x="651" y="2181"/>
                </a:lnTo>
                <a:lnTo>
                  <a:pt x="652" y="2181"/>
                </a:lnTo>
                <a:lnTo>
                  <a:pt x="653" y="2181"/>
                </a:lnTo>
                <a:lnTo>
                  <a:pt x="654" y="2181"/>
                </a:lnTo>
                <a:lnTo>
                  <a:pt x="655" y="2181"/>
                </a:lnTo>
                <a:lnTo>
                  <a:pt x="657" y="2182"/>
                </a:lnTo>
                <a:lnTo>
                  <a:pt x="657" y="2183"/>
                </a:lnTo>
                <a:lnTo>
                  <a:pt x="658" y="2184"/>
                </a:lnTo>
                <a:lnTo>
                  <a:pt x="659" y="2184"/>
                </a:lnTo>
                <a:lnTo>
                  <a:pt x="659" y="2185"/>
                </a:lnTo>
                <a:lnTo>
                  <a:pt x="659" y="2186"/>
                </a:lnTo>
                <a:lnTo>
                  <a:pt x="659" y="2187"/>
                </a:lnTo>
                <a:lnTo>
                  <a:pt x="662" y="2188"/>
                </a:lnTo>
                <a:lnTo>
                  <a:pt x="664" y="2188"/>
                </a:lnTo>
                <a:lnTo>
                  <a:pt x="666" y="2187"/>
                </a:lnTo>
                <a:lnTo>
                  <a:pt x="669" y="2186"/>
                </a:lnTo>
                <a:lnTo>
                  <a:pt x="671" y="2185"/>
                </a:lnTo>
                <a:lnTo>
                  <a:pt x="673" y="2185"/>
                </a:lnTo>
                <a:lnTo>
                  <a:pt x="674" y="2183"/>
                </a:lnTo>
                <a:lnTo>
                  <a:pt x="675" y="2183"/>
                </a:lnTo>
                <a:lnTo>
                  <a:pt x="676" y="2184"/>
                </a:lnTo>
                <a:lnTo>
                  <a:pt x="678" y="2185"/>
                </a:lnTo>
                <a:lnTo>
                  <a:pt x="678" y="2186"/>
                </a:lnTo>
                <a:lnTo>
                  <a:pt x="678" y="2187"/>
                </a:lnTo>
                <a:lnTo>
                  <a:pt x="679" y="2187"/>
                </a:lnTo>
                <a:lnTo>
                  <a:pt x="680" y="2186"/>
                </a:lnTo>
                <a:lnTo>
                  <a:pt x="681" y="2187"/>
                </a:lnTo>
                <a:lnTo>
                  <a:pt x="682" y="2187"/>
                </a:lnTo>
                <a:lnTo>
                  <a:pt x="682" y="2188"/>
                </a:lnTo>
                <a:lnTo>
                  <a:pt x="683" y="2189"/>
                </a:lnTo>
                <a:lnTo>
                  <a:pt x="684" y="2190"/>
                </a:lnTo>
                <a:lnTo>
                  <a:pt x="684" y="2191"/>
                </a:lnTo>
                <a:lnTo>
                  <a:pt x="686" y="2191"/>
                </a:lnTo>
                <a:lnTo>
                  <a:pt x="688" y="2191"/>
                </a:lnTo>
                <a:lnTo>
                  <a:pt x="689" y="2192"/>
                </a:lnTo>
                <a:lnTo>
                  <a:pt x="689" y="2193"/>
                </a:lnTo>
                <a:lnTo>
                  <a:pt x="688" y="2194"/>
                </a:lnTo>
                <a:lnTo>
                  <a:pt x="688" y="2195"/>
                </a:lnTo>
                <a:lnTo>
                  <a:pt x="688" y="2196"/>
                </a:lnTo>
                <a:lnTo>
                  <a:pt x="688" y="2197"/>
                </a:lnTo>
                <a:lnTo>
                  <a:pt x="691" y="2198"/>
                </a:lnTo>
                <a:lnTo>
                  <a:pt x="693" y="2198"/>
                </a:lnTo>
                <a:lnTo>
                  <a:pt x="694" y="2198"/>
                </a:lnTo>
                <a:lnTo>
                  <a:pt x="696" y="2198"/>
                </a:lnTo>
                <a:lnTo>
                  <a:pt x="697" y="2198"/>
                </a:lnTo>
                <a:lnTo>
                  <a:pt x="698" y="2198"/>
                </a:lnTo>
                <a:lnTo>
                  <a:pt x="698" y="2199"/>
                </a:lnTo>
                <a:lnTo>
                  <a:pt x="699" y="2199"/>
                </a:lnTo>
                <a:lnTo>
                  <a:pt x="700" y="2199"/>
                </a:lnTo>
                <a:lnTo>
                  <a:pt x="701" y="2199"/>
                </a:lnTo>
                <a:lnTo>
                  <a:pt x="702" y="2200"/>
                </a:lnTo>
                <a:lnTo>
                  <a:pt x="703" y="2201"/>
                </a:lnTo>
                <a:lnTo>
                  <a:pt x="704" y="2201"/>
                </a:lnTo>
                <a:lnTo>
                  <a:pt x="705" y="2201"/>
                </a:lnTo>
                <a:lnTo>
                  <a:pt x="707" y="2201"/>
                </a:lnTo>
                <a:lnTo>
                  <a:pt x="709" y="2200"/>
                </a:lnTo>
                <a:lnTo>
                  <a:pt x="711" y="2201"/>
                </a:lnTo>
                <a:lnTo>
                  <a:pt x="713" y="2201"/>
                </a:lnTo>
                <a:lnTo>
                  <a:pt x="714" y="2201"/>
                </a:lnTo>
                <a:lnTo>
                  <a:pt x="715" y="2200"/>
                </a:lnTo>
                <a:lnTo>
                  <a:pt x="715" y="2201"/>
                </a:lnTo>
                <a:lnTo>
                  <a:pt x="716" y="2201"/>
                </a:lnTo>
                <a:lnTo>
                  <a:pt x="717" y="2202"/>
                </a:lnTo>
                <a:lnTo>
                  <a:pt x="719" y="2203"/>
                </a:lnTo>
                <a:lnTo>
                  <a:pt x="721" y="2204"/>
                </a:lnTo>
                <a:lnTo>
                  <a:pt x="723" y="2203"/>
                </a:lnTo>
                <a:lnTo>
                  <a:pt x="725" y="2203"/>
                </a:lnTo>
                <a:lnTo>
                  <a:pt x="726" y="2203"/>
                </a:lnTo>
                <a:lnTo>
                  <a:pt x="727" y="2203"/>
                </a:lnTo>
                <a:lnTo>
                  <a:pt x="728" y="2202"/>
                </a:lnTo>
                <a:lnTo>
                  <a:pt x="728" y="2201"/>
                </a:lnTo>
                <a:lnTo>
                  <a:pt x="729" y="2201"/>
                </a:lnTo>
                <a:lnTo>
                  <a:pt x="731" y="2204"/>
                </a:lnTo>
                <a:lnTo>
                  <a:pt x="732" y="2204"/>
                </a:lnTo>
                <a:lnTo>
                  <a:pt x="733" y="2204"/>
                </a:lnTo>
                <a:lnTo>
                  <a:pt x="734" y="2204"/>
                </a:lnTo>
                <a:lnTo>
                  <a:pt x="735" y="2203"/>
                </a:lnTo>
                <a:lnTo>
                  <a:pt x="735" y="2202"/>
                </a:lnTo>
                <a:lnTo>
                  <a:pt x="736" y="2201"/>
                </a:lnTo>
                <a:lnTo>
                  <a:pt x="737" y="2200"/>
                </a:lnTo>
                <a:lnTo>
                  <a:pt x="738" y="2200"/>
                </a:lnTo>
                <a:lnTo>
                  <a:pt x="739" y="2200"/>
                </a:lnTo>
                <a:lnTo>
                  <a:pt x="740" y="2201"/>
                </a:lnTo>
                <a:lnTo>
                  <a:pt x="741" y="2201"/>
                </a:lnTo>
                <a:lnTo>
                  <a:pt x="742" y="2201"/>
                </a:lnTo>
                <a:lnTo>
                  <a:pt x="742" y="2200"/>
                </a:lnTo>
                <a:lnTo>
                  <a:pt x="743" y="2200"/>
                </a:lnTo>
                <a:lnTo>
                  <a:pt x="743" y="2198"/>
                </a:lnTo>
                <a:lnTo>
                  <a:pt x="743" y="2196"/>
                </a:lnTo>
                <a:lnTo>
                  <a:pt x="742" y="2195"/>
                </a:lnTo>
                <a:lnTo>
                  <a:pt x="742" y="2193"/>
                </a:lnTo>
                <a:lnTo>
                  <a:pt x="742" y="2191"/>
                </a:lnTo>
                <a:lnTo>
                  <a:pt x="742" y="2189"/>
                </a:lnTo>
                <a:lnTo>
                  <a:pt x="743" y="2188"/>
                </a:lnTo>
                <a:lnTo>
                  <a:pt x="743" y="2187"/>
                </a:lnTo>
                <a:lnTo>
                  <a:pt x="744" y="2186"/>
                </a:lnTo>
                <a:lnTo>
                  <a:pt x="745" y="2185"/>
                </a:lnTo>
                <a:lnTo>
                  <a:pt x="747" y="2183"/>
                </a:lnTo>
                <a:lnTo>
                  <a:pt x="747" y="2182"/>
                </a:lnTo>
                <a:lnTo>
                  <a:pt x="749" y="2181"/>
                </a:lnTo>
                <a:lnTo>
                  <a:pt x="750" y="2181"/>
                </a:lnTo>
                <a:lnTo>
                  <a:pt x="751" y="2181"/>
                </a:lnTo>
                <a:lnTo>
                  <a:pt x="751" y="2180"/>
                </a:lnTo>
                <a:lnTo>
                  <a:pt x="752" y="2180"/>
                </a:lnTo>
                <a:lnTo>
                  <a:pt x="754" y="2180"/>
                </a:lnTo>
                <a:lnTo>
                  <a:pt x="757" y="2179"/>
                </a:lnTo>
                <a:lnTo>
                  <a:pt x="758" y="2179"/>
                </a:lnTo>
                <a:lnTo>
                  <a:pt x="759" y="2178"/>
                </a:lnTo>
                <a:lnTo>
                  <a:pt x="760" y="2178"/>
                </a:lnTo>
                <a:lnTo>
                  <a:pt x="761" y="2177"/>
                </a:lnTo>
                <a:lnTo>
                  <a:pt x="762" y="2177"/>
                </a:lnTo>
                <a:lnTo>
                  <a:pt x="765" y="2177"/>
                </a:lnTo>
                <a:lnTo>
                  <a:pt x="770" y="2178"/>
                </a:lnTo>
                <a:lnTo>
                  <a:pt x="771" y="2179"/>
                </a:lnTo>
                <a:lnTo>
                  <a:pt x="772" y="2180"/>
                </a:lnTo>
                <a:lnTo>
                  <a:pt x="773" y="2180"/>
                </a:lnTo>
                <a:lnTo>
                  <a:pt x="774" y="2180"/>
                </a:lnTo>
                <a:lnTo>
                  <a:pt x="776" y="2180"/>
                </a:lnTo>
                <a:lnTo>
                  <a:pt x="776" y="2179"/>
                </a:lnTo>
                <a:lnTo>
                  <a:pt x="777" y="2179"/>
                </a:lnTo>
                <a:lnTo>
                  <a:pt x="777" y="2180"/>
                </a:lnTo>
                <a:lnTo>
                  <a:pt x="778" y="2180"/>
                </a:lnTo>
                <a:lnTo>
                  <a:pt x="779" y="2180"/>
                </a:lnTo>
                <a:lnTo>
                  <a:pt x="781" y="2180"/>
                </a:lnTo>
                <a:lnTo>
                  <a:pt x="783" y="2180"/>
                </a:lnTo>
                <a:lnTo>
                  <a:pt x="787" y="2179"/>
                </a:lnTo>
                <a:lnTo>
                  <a:pt x="789" y="2179"/>
                </a:lnTo>
                <a:lnTo>
                  <a:pt x="791" y="2178"/>
                </a:lnTo>
                <a:lnTo>
                  <a:pt x="793" y="2179"/>
                </a:lnTo>
                <a:lnTo>
                  <a:pt x="794" y="2179"/>
                </a:lnTo>
                <a:lnTo>
                  <a:pt x="796" y="2179"/>
                </a:lnTo>
                <a:lnTo>
                  <a:pt x="798" y="2177"/>
                </a:lnTo>
                <a:lnTo>
                  <a:pt x="799" y="2176"/>
                </a:lnTo>
                <a:lnTo>
                  <a:pt x="799" y="2174"/>
                </a:lnTo>
                <a:lnTo>
                  <a:pt x="800" y="2173"/>
                </a:lnTo>
                <a:lnTo>
                  <a:pt x="803" y="2164"/>
                </a:lnTo>
                <a:lnTo>
                  <a:pt x="804" y="2162"/>
                </a:lnTo>
                <a:lnTo>
                  <a:pt x="805" y="2161"/>
                </a:lnTo>
                <a:lnTo>
                  <a:pt x="807" y="2159"/>
                </a:lnTo>
                <a:lnTo>
                  <a:pt x="808" y="2158"/>
                </a:lnTo>
                <a:lnTo>
                  <a:pt x="808" y="2157"/>
                </a:lnTo>
                <a:lnTo>
                  <a:pt x="808" y="2154"/>
                </a:lnTo>
                <a:lnTo>
                  <a:pt x="808" y="2153"/>
                </a:lnTo>
                <a:lnTo>
                  <a:pt x="808" y="2152"/>
                </a:lnTo>
                <a:lnTo>
                  <a:pt x="809" y="2150"/>
                </a:lnTo>
                <a:lnTo>
                  <a:pt x="810" y="2149"/>
                </a:lnTo>
                <a:lnTo>
                  <a:pt x="813" y="2148"/>
                </a:lnTo>
                <a:lnTo>
                  <a:pt x="818" y="2148"/>
                </a:lnTo>
                <a:lnTo>
                  <a:pt x="821" y="2148"/>
                </a:lnTo>
                <a:lnTo>
                  <a:pt x="823" y="2148"/>
                </a:lnTo>
                <a:lnTo>
                  <a:pt x="827" y="2150"/>
                </a:lnTo>
                <a:lnTo>
                  <a:pt x="828" y="2152"/>
                </a:lnTo>
                <a:lnTo>
                  <a:pt x="830" y="2151"/>
                </a:lnTo>
                <a:lnTo>
                  <a:pt x="831" y="2151"/>
                </a:lnTo>
                <a:lnTo>
                  <a:pt x="832" y="2152"/>
                </a:lnTo>
                <a:lnTo>
                  <a:pt x="833" y="2152"/>
                </a:lnTo>
                <a:lnTo>
                  <a:pt x="834" y="2153"/>
                </a:lnTo>
                <a:lnTo>
                  <a:pt x="834" y="2154"/>
                </a:lnTo>
                <a:lnTo>
                  <a:pt x="835" y="2154"/>
                </a:lnTo>
                <a:lnTo>
                  <a:pt x="836" y="2154"/>
                </a:lnTo>
                <a:lnTo>
                  <a:pt x="838" y="2153"/>
                </a:lnTo>
                <a:lnTo>
                  <a:pt x="839" y="2153"/>
                </a:lnTo>
                <a:lnTo>
                  <a:pt x="841" y="2154"/>
                </a:lnTo>
                <a:lnTo>
                  <a:pt x="842" y="2155"/>
                </a:lnTo>
                <a:lnTo>
                  <a:pt x="844" y="2155"/>
                </a:lnTo>
                <a:lnTo>
                  <a:pt x="845" y="2154"/>
                </a:lnTo>
                <a:lnTo>
                  <a:pt x="846" y="2152"/>
                </a:lnTo>
                <a:lnTo>
                  <a:pt x="847" y="2152"/>
                </a:lnTo>
                <a:lnTo>
                  <a:pt x="848" y="2152"/>
                </a:lnTo>
                <a:lnTo>
                  <a:pt x="849" y="2152"/>
                </a:lnTo>
                <a:lnTo>
                  <a:pt x="851" y="2153"/>
                </a:lnTo>
                <a:lnTo>
                  <a:pt x="852" y="2153"/>
                </a:lnTo>
                <a:lnTo>
                  <a:pt x="854" y="2154"/>
                </a:lnTo>
                <a:lnTo>
                  <a:pt x="855" y="2154"/>
                </a:lnTo>
                <a:lnTo>
                  <a:pt x="856" y="2153"/>
                </a:lnTo>
                <a:lnTo>
                  <a:pt x="858" y="2152"/>
                </a:lnTo>
                <a:lnTo>
                  <a:pt x="860" y="2153"/>
                </a:lnTo>
                <a:lnTo>
                  <a:pt x="863" y="2152"/>
                </a:lnTo>
                <a:lnTo>
                  <a:pt x="866" y="2151"/>
                </a:lnTo>
                <a:lnTo>
                  <a:pt x="868" y="2151"/>
                </a:lnTo>
                <a:lnTo>
                  <a:pt x="869" y="2150"/>
                </a:lnTo>
                <a:lnTo>
                  <a:pt x="869" y="2149"/>
                </a:lnTo>
                <a:lnTo>
                  <a:pt x="871" y="2147"/>
                </a:lnTo>
                <a:lnTo>
                  <a:pt x="873" y="2146"/>
                </a:lnTo>
                <a:lnTo>
                  <a:pt x="875" y="2145"/>
                </a:lnTo>
                <a:lnTo>
                  <a:pt x="876" y="2145"/>
                </a:lnTo>
                <a:lnTo>
                  <a:pt x="877" y="2145"/>
                </a:lnTo>
                <a:lnTo>
                  <a:pt x="877" y="2147"/>
                </a:lnTo>
                <a:lnTo>
                  <a:pt x="878" y="2147"/>
                </a:lnTo>
                <a:lnTo>
                  <a:pt x="879" y="2148"/>
                </a:lnTo>
                <a:lnTo>
                  <a:pt x="880" y="2148"/>
                </a:lnTo>
                <a:lnTo>
                  <a:pt x="882" y="2148"/>
                </a:lnTo>
                <a:lnTo>
                  <a:pt x="883" y="2148"/>
                </a:lnTo>
                <a:lnTo>
                  <a:pt x="884" y="2149"/>
                </a:lnTo>
                <a:lnTo>
                  <a:pt x="885" y="2150"/>
                </a:lnTo>
                <a:lnTo>
                  <a:pt x="886" y="2150"/>
                </a:lnTo>
                <a:lnTo>
                  <a:pt x="887" y="2150"/>
                </a:lnTo>
                <a:lnTo>
                  <a:pt x="888" y="2148"/>
                </a:lnTo>
                <a:lnTo>
                  <a:pt x="889" y="2146"/>
                </a:lnTo>
                <a:lnTo>
                  <a:pt x="891" y="2145"/>
                </a:lnTo>
                <a:lnTo>
                  <a:pt x="894" y="2144"/>
                </a:lnTo>
                <a:lnTo>
                  <a:pt x="896" y="2143"/>
                </a:lnTo>
                <a:lnTo>
                  <a:pt x="897" y="2143"/>
                </a:lnTo>
                <a:lnTo>
                  <a:pt x="897" y="2142"/>
                </a:lnTo>
                <a:lnTo>
                  <a:pt x="897" y="2140"/>
                </a:lnTo>
                <a:lnTo>
                  <a:pt x="897" y="2138"/>
                </a:lnTo>
                <a:lnTo>
                  <a:pt x="897" y="2137"/>
                </a:lnTo>
                <a:lnTo>
                  <a:pt x="899" y="2136"/>
                </a:lnTo>
                <a:lnTo>
                  <a:pt x="900" y="2136"/>
                </a:lnTo>
                <a:lnTo>
                  <a:pt x="902" y="2136"/>
                </a:lnTo>
                <a:lnTo>
                  <a:pt x="906" y="2136"/>
                </a:lnTo>
                <a:lnTo>
                  <a:pt x="908" y="2137"/>
                </a:lnTo>
                <a:lnTo>
                  <a:pt x="910" y="2137"/>
                </a:lnTo>
                <a:lnTo>
                  <a:pt x="911" y="2137"/>
                </a:lnTo>
                <a:lnTo>
                  <a:pt x="912" y="2137"/>
                </a:lnTo>
                <a:lnTo>
                  <a:pt x="913" y="2137"/>
                </a:lnTo>
                <a:lnTo>
                  <a:pt x="914" y="2137"/>
                </a:lnTo>
                <a:lnTo>
                  <a:pt x="914" y="2138"/>
                </a:lnTo>
                <a:lnTo>
                  <a:pt x="915" y="2139"/>
                </a:lnTo>
                <a:lnTo>
                  <a:pt x="916" y="2138"/>
                </a:lnTo>
                <a:lnTo>
                  <a:pt x="918" y="2137"/>
                </a:lnTo>
                <a:lnTo>
                  <a:pt x="921" y="2136"/>
                </a:lnTo>
                <a:lnTo>
                  <a:pt x="922" y="2135"/>
                </a:lnTo>
                <a:lnTo>
                  <a:pt x="924" y="2134"/>
                </a:lnTo>
                <a:lnTo>
                  <a:pt x="925" y="2134"/>
                </a:lnTo>
                <a:lnTo>
                  <a:pt x="926" y="2134"/>
                </a:lnTo>
                <a:lnTo>
                  <a:pt x="926" y="2135"/>
                </a:lnTo>
                <a:lnTo>
                  <a:pt x="927" y="2135"/>
                </a:lnTo>
                <a:lnTo>
                  <a:pt x="929" y="2134"/>
                </a:lnTo>
                <a:lnTo>
                  <a:pt x="932" y="2132"/>
                </a:lnTo>
                <a:lnTo>
                  <a:pt x="934" y="2131"/>
                </a:lnTo>
                <a:lnTo>
                  <a:pt x="934" y="2130"/>
                </a:lnTo>
                <a:lnTo>
                  <a:pt x="935" y="2130"/>
                </a:lnTo>
                <a:lnTo>
                  <a:pt x="936" y="2130"/>
                </a:lnTo>
                <a:lnTo>
                  <a:pt x="936" y="2129"/>
                </a:lnTo>
                <a:lnTo>
                  <a:pt x="936" y="2128"/>
                </a:lnTo>
                <a:lnTo>
                  <a:pt x="937" y="2128"/>
                </a:lnTo>
                <a:lnTo>
                  <a:pt x="938" y="2128"/>
                </a:lnTo>
                <a:lnTo>
                  <a:pt x="939" y="2127"/>
                </a:lnTo>
                <a:lnTo>
                  <a:pt x="940" y="2126"/>
                </a:lnTo>
                <a:lnTo>
                  <a:pt x="942" y="2126"/>
                </a:lnTo>
                <a:lnTo>
                  <a:pt x="943" y="2126"/>
                </a:lnTo>
                <a:lnTo>
                  <a:pt x="945" y="2126"/>
                </a:lnTo>
                <a:lnTo>
                  <a:pt x="947" y="2125"/>
                </a:lnTo>
                <a:lnTo>
                  <a:pt x="948" y="2125"/>
                </a:lnTo>
                <a:lnTo>
                  <a:pt x="949" y="2126"/>
                </a:lnTo>
                <a:lnTo>
                  <a:pt x="950" y="2127"/>
                </a:lnTo>
                <a:lnTo>
                  <a:pt x="951" y="2127"/>
                </a:lnTo>
                <a:lnTo>
                  <a:pt x="952" y="2127"/>
                </a:lnTo>
                <a:lnTo>
                  <a:pt x="953" y="2125"/>
                </a:lnTo>
                <a:lnTo>
                  <a:pt x="954" y="2125"/>
                </a:lnTo>
                <a:lnTo>
                  <a:pt x="954" y="2124"/>
                </a:lnTo>
                <a:lnTo>
                  <a:pt x="955" y="2124"/>
                </a:lnTo>
                <a:lnTo>
                  <a:pt x="956" y="2123"/>
                </a:lnTo>
                <a:lnTo>
                  <a:pt x="958" y="2123"/>
                </a:lnTo>
                <a:lnTo>
                  <a:pt x="960" y="2123"/>
                </a:lnTo>
                <a:lnTo>
                  <a:pt x="963" y="2123"/>
                </a:lnTo>
                <a:lnTo>
                  <a:pt x="964" y="2123"/>
                </a:lnTo>
                <a:lnTo>
                  <a:pt x="965" y="2122"/>
                </a:lnTo>
                <a:lnTo>
                  <a:pt x="967" y="2122"/>
                </a:lnTo>
                <a:lnTo>
                  <a:pt x="968" y="2121"/>
                </a:lnTo>
                <a:lnTo>
                  <a:pt x="969" y="2119"/>
                </a:lnTo>
                <a:lnTo>
                  <a:pt x="972" y="2118"/>
                </a:lnTo>
                <a:lnTo>
                  <a:pt x="974" y="2119"/>
                </a:lnTo>
                <a:lnTo>
                  <a:pt x="977" y="2120"/>
                </a:lnTo>
                <a:lnTo>
                  <a:pt x="980" y="2121"/>
                </a:lnTo>
                <a:lnTo>
                  <a:pt x="981" y="2121"/>
                </a:lnTo>
                <a:lnTo>
                  <a:pt x="982" y="2121"/>
                </a:lnTo>
                <a:lnTo>
                  <a:pt x="985" y="2120"/>
                </a:lnTo>
                <a:lnTo>
                  <a:pt x="986" y="2120"/>
                </a:lnTo>
                <a:lnTo>
                  <a:pt x="987" y="2119"/>
                </a:lnTo>
                <a:lnTo>
                  <a:pt x="990" y="2116"/>
                </a:lnTo>
                <a:lnTo>
                  <a:pt x="991" y="2116"/>
                </a:lnTo>
                <a:lnTo>
                  <a:pt x="993" y="2115"/>
                </a:lnTo>
                <a:lnTo>
                  <a:pt x="994" y="2114"/>
                </a:lnTo>
                <a:lnTo>
                  <a:pt x="994" y="2113"/>
                </a:lnTo>
                <a:lnTo>
                  <a:pt x="994" y="2112"/>
                </a:lnTo>
                <a:lnTo>
                  <a:pt x="995" y="2112"/>
                </a:lnTo>
                <a:lnTo>
                  <a:pt x="997" y="2112"/>
                </a:lnTo>
                <a:lnTo>
                  <a:pt x="999" y="2111"/>
                </a:lnTo>
                <a:lnTo>
                  <a:pt x="1001" y="2110"/>
                </a:lnTo>
                <a:lnTo>
                  <a:pt x="1002" y="2109"/>
                </a:lnTo>
                <a:lnTo>
                  <a:pt x="1003" y="2108"/>
                </a:lnTo>
                <a:lnTo>
                  <a:pt x="1004" y="2108"/>
                </a:lnTo>
                <a:lnTo>
                  <a:pt x="1004" y="2109"/>
                </a:lnTo>
                <a:lnTo>
                  <a:pt x="1004" y="2110"/>
                </a:lnTo>
                <a:lnTo>
                  <a:pt x="1005" y="2111"/>
                </a:lnTo>
                <a:lnTo>
                  <a:pt x="1006" y="2112"/>
                </a:lnTo>
                <a:lnTo>
                  <a:pt x="1006" y="2113"/>
                </a:lnTo>
                <a:lnTo>
                  <a:pt x="1007" y="2113"/>
                </a:lnTo>
                <a:lnTo>
                  <a:pt x="1008" y="2112"/>
                </a:lnTo>
                <a:lnTo>
                  <a:pt x="1009" y="2111"/>
                </a:lnTo>
                <a:lnTo>
                  <a:pt x="1012" y="2110"/>
                </a:lnTo>
                <a:lnTo>
                  <a:pt x="1014" y="2108"/>
                </a:lnTo>
                <a:lnTo>
                  <a:pt x="1016" y="2107"/>
                </a:lnTo>
                <a:lnTo>
                  <a:pt x="1018" y="2106"/>
                </a:lnTo>
                <a:lnTo>
                  <a:pt x="1020" y="2106"/>
                </a:lnTo>
                <a:lnTo>
                  <a:pt x="1022" y="2106"/>
                </a:lnTo>
                <a:lnTo>
                  <a:pt x="1024" y="2106"/>
                </a:lnTo>
                <a:lnTo>
                  <a:pt x="1026" y="2106"/>
                </a:lnTo>
                <a:lnTo>
                  <a:pt x="1027" y="2107"/>
                </a:lnTo>
                <a:lnTo>
                  <a:pt x="1028" y="2107"/>
                </a:lnTo>
                <a:lnTo>
                  <a:pt x="1028" y="2108"/>
                </a:lnTo>
                <a:lnTo>
                  <a:pt x="1028" y="2109"/>
                </a:lnTo>
                <a:lnTo>
                  <a:pt x="1029" y="2109"/>
                </a:lnTo>
                <a:lnTo>
                  <a:pt x="1030" y="2110"/>
                </a:lnTo>
                <a:lnTo>
                  <a:pt x="1032" y="2111"/>
                </a:lnTo>
                <a:lnTo>
                  <a:pt x="1035" y="2112"/>
                </a:lnTo>
                <a:lnTo>
                  <a:pt x="1037" y="2112"/>
                </a:lnTo>
                <a:lnTo>
                  <a:pt x="1040" y="2112"/>
                </a:lnTo>
                <a:lnTo>
                  <a:pt x="1043" y="2112"/>
                </a:lnTo>
                <a:lnTo>
                  <a:pt x="1046" y="2111"/>
                </a:lnTo>
                <a:lnTo>
                  <a:pt x="1047" y="2111"/>
                </a:lnTo>
                <a:lnTo>
                  <a:pt x="1048" y="2110"/>
                </a:lnTo>
                <a:lnTo>
                  <a:pt x="1048" y="2109"/>
                </a:lnTo>
                <a:lnTo>
                  <a:pt x="1050" y="2108"/>
                </a:lnTo>
                <a:lnTo>
                  <a:pt x="1052" y="2106"/>
                </a:lnTo>
                <a:lnTo>
                  <a:pt x="1054" y="2105"/>
                </a:lnTo>
                <a:lnTo>
                  <a:pt x="1056" y="2106"/>
                </a:lnTo>
                <a:lnTo>
                  <a:pt x="1059" y="2106"/>
                </a:lnTo>
                <a:lnTo>
                  <a:pt x="1062" y="2106"/>
                </a:lnTo>
                <a:lnTo>
                  <a:pt x="1063" y="2106"/>
                </a:lnTo>
                <a:lnTo>
                  <a:pt x="1064" y="2106"/>
                </a:lnTo>
                <a:lnTo>
                  <a:pt x="1066" y="2106"/>
                </a:lnTo>
                <a:lnTo>
                  <a:pt x="1068" y="2106"/>
                </a:lnTo>
                <a:lnTo>
                  <a:pt x="1069" y="2107"/>
                </a:lnTo>
                <a:lnTo>
                  <a:pt x="1071" y="2108"/>
                </a:lnTo>
                <a:lnTo>
                  <a:pt x="1072" y="2108"/>
                </a:lnTo>
                <a:lnTo>
                  <a:pt x="1072" y="2109"/>
                </a:lnTo>
                <a:lnTo>
                  <a:pt x="1073" y="2109"/>
                </a:lnTo>
                <a:lnTo>
                  <a:pt x="1074" y="2108"/>
                </a:lnTo>
                <a:lnTo>
                  <a:pt x="1075" y="2107"/>
                </a:lnTo>
                <a:lnTo>
                  <a:pt x="1076" y="2106"/>
                </a:lnTo>
                <a:lnTo>
                  <a:pt x="1078" y="2105"/>
                </a:lnTo>
                <a:lnTo>
                  <a:pt x="1079" y="2103"/>
                </a:lnTo>
                <a:lnTo>
                  <a:pt x="1080" y="2102"/>
                </a:lnTo>
                <a:lnTo>
                  <a:pt x="1080" y="2101"/>
                </a:lnTo>
                <a:lnTo>
                  <a:pt x="1081" y="2099"/>
                </a:lnTo>
                <a:lnTo>
                  <a:pt x="1082" y="2098"/>
                </a:lnTo>
                <a:lnTo>
                  <a:pt x="1082" y="2097"/>
                </a:lnTo>
                <a:lnTo>
                  <a:pt x="1084" y="2096"/>
                </a:lnTo>
                <a:lnTo>
                  <a:pt x="1086" y="2096"/>
                </a:lnTo>
                <a:lnTo>
                  <a:pt x="1089" y="2094"/>
                </a:lnTo>
                <a:lnTo>
                  <a:pt x="1090" y="2093"/>
                </a:lnTo>
                <a:lnTo>
                  <a:pt x="1090" y="2091"/>
                </a:lnTo>
                <a:lnTo>
                  <a:pt x="1090" y="2090"/>
                </a:lnTo>
                <a:lnTo>
                  <a:pt x="1090" y="2088"/>
                </a:lnTo>
                <a:lnTo>
                  <a:pt x="1091" y="2088"/>
                </a:lnTo>
                <a:lnTo>
                  <a:pt x="1091" y="2087"/>
                </a:lnTo>
                <a:lnTo>
                  <a:pt x="1093" y="2086"/>
                </a:lnTo>
                <a:lnTo>
                  <a:pt x="1095" y="2086"/>
                </a:lnTo>
                <a:lnTo>
                  <a:pt x="1096" y="2086"/>
                </a:lnTo>
                <a:lnTo>
                  <a:pt x="1097" y="2085"/>
                </a:lnTo>
                <a:lnTo>
                  <a:pt x="1100" y="2085"/>
                </a:lnTo>
                <a:lnTo>
                  <a:pt x="1102" y="2084"/>
                </a:lnTo>
                <a:lnTo>
                  <a:pt x="1103" y="2085"/>
                </a:lnTo>
                <a:lnTo>
                  <a:pt x="1105" y="2085"/>
                </a:lnTo>
                <a:lnTo>
                  <a:pt x="1107" y="2085"/>
                </a:lnTo>
                <a:lnTo>
                  <a:pt x="1109" y="2086"/>
                </a:lnTo>
                <a:lnTo>
                  <a:pt x="1110" y="2087"/>
                </a:lnTo>
                <a:lnTo>
                  <a:pt x="1112" y="2087"/>
                </a:lnTo>
                <a:lnTo>
                  <a:pt x="1113" y="2088"/>
                </a:lnTo>
                <a:lnTo>
                  <a:pt x="1115" y="2088"/>
                </a:lnTo>
                <a:lnTo>
                  <a:pt x="1119" y="2088"/>
                </a:lnTo>
                <a:lnTo>
                  <a:pt x="1121" y="2089"/>
                </a:lnTo>
                <a:lnTo>
                  <a:pt x="1124" y="2089"/>
                </a:lnTo>
                <a:lnTo>
                  <a:pt x="1125" y="2090"/>
                </a:lnTo>
                <a:lnTo>
                  <a:pt x="1127" y="2090"/>
                </a:lnTo>
                <a:lnTo>
                  <a:pt x="1128" y="2091"/>
                </a:lnTo>
                <a:lnTo>
                  <a:pt x="1130" y="2092"/>
                </a:lnTo>
                <a:lnTo>
                  <a:pt x="1132" y="2094"/>
                </a:lnTo>
                <a:lnTo>
                  <a:pt x="1135" y="2094"/>
                </a:lnTo>
                <a:lnTo>
                  <a:pt x="1135" y="2095"/>
                </a:lnTo>
                <a:lnTo>
                  <a:pt x="1136" y="2094"/>
                </a:lnTo>
                <a:lnTo>
                  <a:pt x="1137" y="2094"/>
                </a:lnTo>
                <a:lnTo>
                  <a:pt x="1137" y="2093"/>
                </a:lnTo>
                <a:lnTo>
                  <a:pt x="1137" y="2091"/>
                </a:lnTo>
                <a:lnTo>
                  <a:pt x="1139" y="2090"/>
                </a:lnTo>
                <a:lnTo>
                  <a:pt x="1142" y="2088"/>
                </a:lnTo>
                <a:lnTo>
                  <a:pt x="1143" y="2087"/>
                </a:lnTo>
                <a:lnTo>
                  <a:pt x="1143" y="2085"/>
                </a:lnTo>
                <a:lnTo>
                  <a:pt x="1142" y="2084"/>
                </a:lnTo>
                <a:lnTo>
                  <a:pt x="1141" y="2083"/>
                </a:lnTo>
                <a:lnTo>
                  <a:pt x="1140" y="2077"/>
                </a:lnTo>
                <a:lnTo>
                  <a:pt x="1140" y="2073"/>
                </a:lnTo>
                <a:lnTo>
                  <a:pt x="1139" y="2072"/>
                </a:lnTo>
                <a:lnTo>
                  <a:pt x="1139" y="2071"/>
                </a:lnTo>
                <a:lnTo>
                  <a:pt x="1140" y="2071"/>
                </a:lnTo>
                <a:lnTo>
                  <a:pt x="1142" y="2072"/>
                </a:lnTo>
                <a:lnTo>
                  <a:pt x="1143" y="2072"/>
                </a:lnTo>
                <a:lnTo>
                  <a:pt x="1143" y="2071"/>
                </a:lnTo>
                <a:lnTo>
                  <a:pt x="1144" y="2069"/>
                </a:lnTo>
                <a:lnTo>
                  <a:pt x="1145" y="2064"/>
                </a:lnTo>
                <a:lnTo>
                  <a:pt x="1147" y="2062"/>
                </a:lnTo>
                <a:lnTo>
                  <a:pt x="1148" y="2061"/>
                </a:lnTo>
                <a:lnTo>
                  <a:pt x="1150" y="2061"/>
                </a:lnTo>
                <a:lnTo>
                  <a:pt x="1153" y="2062"/>
                </a:lnTo>
                <a:lnTo>
                  <a:pt x="1156" y="2062"/>
                </a:lnTo>
                <a:lnTo>
                  <a:pt x="1159" y="2061"/>
                </a:lnTo>
                <a:lnTo>
                  <a:pt x="1161" y="2061"/>
                </a:lnTo>
                <a:lnTo>
                  <a:pt x="1164" y="2061"/>
                </a:lnTo>
                <a:lnTo>
                  <a:pt x="1165" y="2060"/>
                </a:lnTo>
                <a:lnTo>
                  <a:pt x="1166" y="2059"/>
                </a:lnTo>
                <a:lnTo>
                  <a:pt x="1167" y="2056"/>
                </a:lnTo>
                <a:lnTo>
                  <a:pt x="1167" y="2054"/>
                </a:lnTo>
                <a:lnTo>
                  <a:pt x="1167" y="2052"/>
                </a:lnTo>
                <a:lnTo>
                  <a:pt x="1165" y="2049"/>
                </a:lnTo>
                <a:lnTo>
                  <a:pt x="1166" y="2047"/>
                </a:lnTo>
                <a:lnTo>
                  <a:pt x="1166" y="2046"/>
                </a:lnTo>
                <a:lnTo>
                  <a:pt x="1167" y="2045"/>
                </a:lnTo>
                <a:lnTo>
                  <a:pt x="1168" y="2044"/>
                </a:lnTo>
                <a:lnTo>
                  <a:pt x="1168" y="2043"/>
                </a:lnTo>
                <a:lnTo>
                  <a:pt x="1168" y="2042"/>
                </a:lnTo>
                <a:lnTo>
                  <a:pt x="1167" y="2039"/>
                </a:lnTo>
                <a:lnTo>
                  <a:pt x="1164" y="2036"/>
                </a:lnTo>
                <a:lnTo>
                  <a:pt x="1164" y="2035"/>
                </a:lnTo>
                <a:lnTo>
                  <a:pt x="1163" y="2033"/>
                </a:lnTo>
                <a:lnTo>
                  <a:pt x="1164" y="2030"/>
                </a:lnTo>
                <a:lnTo>
                  <a:pt x="1166" y="2026"/>
                </a:lnTo>
                <a:lnTo>
                  <a:pt x="1165" y="2023"/>
                </a:lnTo>
                <a:lnTo>
                  <a:pt x="1164" y="2020"/>
                </a:lnTo>
                <a:lnTo>
                  <a:pt x="1164" y="2018"/>
                </a:lnTo>
                <a:lnTo>
                  <a:pt x="1164" y="2017"/>
                </a:lnTo>
                <a:lnTo>
                  <a:pt x="1165" y="2013"/>
                </a:lnTo>
                <a:lnTo>
                  <a:pt x="1166" y="2010"/>
                </a:lnTo>
                <a:lnTo>
                  <a:pt x="1168" y="2008"/>
                </a:lnTo>
                <a:lnTo>
                  <a:pt x="1171" y="2007"/>
                </a:lnTo>
                <a:lnTo>
                  <a:pt x="1177" y="2005"/>
                </a:lnTo>
                <a:lnTo>
                  <a:pt x="1178" y="2005"/>
                </a:lnTo>
                <a:lnTo>
                  <a:pt x="1178" y="2004"/>
                </a:lnTo>
                <a:lnTo>
                  <a:pt x="1177" y="2003"/>
                </a:lnTo>
                <a:lnTo>
                  <a:pt x="1176" y="2003"/>
                </a:lnTo>
                <a:lnTo>
                  <a:pt x="1175" y="2003"/>
                </a:lnTo>
                <a:lnTo>
                  <a:pt x="1174" y="2002"/>
                </a:lnTo>
                <a:lnTo>
                  <a:pt x="1174" y="2001"/>
                </a:lnTo>
                <a:lnTo>
                  <a:pt x="1173" y="2000"/>
                </a:lnTo>
                <a:lnTo>
                  <a:pt x="1172" y="1999"/>
                </a:lnTo>
                <a:lnTo>
                  <a:pt x="1172" y="1998"/>
                </a:lnTo>
                <a:lnTo>
                  <a:pt x="1171" y="1998"/>
                </a:lnTo>
                <a:lnTo>
                  <a:pt x="1171" y="1997"/>
                </a:lnTo>
                <a:lnTo>
                  <a:pt x="1171" y="1995"/>
                </a:lnTo>
                <a:lnTo>
                  <a:pt x="1170" y="1994"/>
                </a:lnTo>
                <a:lnTo>
                  <a:pt x="1170" y="1992"/>
                </a:lnTo>
                <a:lnTo>
                  <a:pt x="1169" y="1988"/>
                </a:lnTo>
                <a:lnTo>
                  <a:pt x="1168" y="1985"/>
                </a:lnTo>
                <a:lnTo>
                  <a:pt x="1168" y="1984"/>
                </a:lnTo>
                <a:lnTo>
                  <a:pt x="1167" y="1979"/>
                </a:lnTo>
                <a:lnTo>
                  <a:pt x="1167" y="1977"/>
                </a:lnTo>
                <a:lnTo>
                  <a:pt x="1168" y="1975"/>
                </a:lnTo>
                <a:lnTo>
                  <a:pt x="1169" y="1974"/>
                </a:lnTo>
                <a:lnTo>
                  <a:pt x="1171" y="1971"/>
                </a:lnTo>
                <a:lnTo>
                  <a:pt x="1172" y="1969"/>
                </a:lnTo>
                <a:lnTo>
                  <a:pt x="1172" y="1968"/>
                </a:lnTo>
                <a:lnTo>
                  <a:pt x="1172" y="1967"/>
                </a:lnTo>
                <a:lnTo>
                  <a:pt x="1176" y="1966"/>
                </a:lnTo>
                <a:lnTo>
                  <a:pt x="1180" y="1965"/>
                </a:lnTo>
                <a:lnTo>
                  <a:pt x="1180" y="1961"/>
                </a:lnTo>
                <a:lnTo>
                  <a:pt x="1189" y="1949"/>
                </a:lnTo>
                <a:lnTo>
                  <a:pt x="1191" y="1941"/>
                </a:lnTo>
                <a:lnTo>
                  <a:pt x="1192" y="1941"/>
                </a:lnTo>
                <a:lnTo>
                  <a:pt x="1192" y="1940"/>
                </a:lnTo>
                <a:lnTo>
                  <a:pt x="1194" y="1939"/>
                </a:lnTo>
                <a:lnTo>
                  <a:pt x="1195" y="1939"/>
                </a:lnTo>
                <a:lnTo>
                  <a:pt x="1195" y="1940"/>
                </a:lnTo>
                <a:lnTo>
                  <a:pt x="1196" y="1940"/>
                </a:lnTo>
                <a:lnTo>
                  <a:pt x="1197" y="1940"/>
                </a:lnTo>
                <a:lnTo>
                  <a:pt x="1198" y="1940"/>
                </a:lnTo>
                <a:lnTo>
                  <a:pt x="1200" y="1940"/>
                </a:lnTo>
                <a:lnTo>
                  <a:pt x="1201" y="1940"/>
                </a:lnTo>
                <a:lnTo>
                  <a:pt x="1202" y="1941"/>
                </a:lnTo>
                <a:lnTo>
                  <a:pt x="1201" y="1941"/>
                </a:lnTo>
                <a:lnTo>
                  <a:pt x="1201" y="1942"/>
                </a:lnTo>
                <a:lnTo>
                  <a:pt x="1201" y="1943"/>
                </a:lnTo>
                <a:lnTo>
                  <a:pt x="1202" y="1943"/>
                </a:lnTo>
                <a:lnTo>
                  <a:pt x="1204" y="1943"/>
                </a:lnTo>
                <a:lnTo>
                  <a:pt x="1205" y="1944"/>
                </a:lnTo>
                <a:lnTo>
                  <a:pt x="1205" y="1943"/>
                </a:lnTo>
                <a:lnTo>
                  <a:pt x="1206" y="1943"/>
                </a:lnTo>
                <a:lnTo>
                  <a:pt x="1207" y="1943"/>
                </a:lnTo>
                <a:lnTo>
                  <a:pt x="1207" y="1944"/>
                </a:lnTo>
                <a:lnTo>
                  <a:pt x="1208" y="1944"/>
                </a:lnTo>
                <a:lnTo>
                  <a:pt x="1209" y="1943"/>
                </a:lnTo>
                <a:lnTo>
                  <a:pt x="1210" y="1942"/>
                </a:lnTo>
                <a:lnTo>
                  <a:pt x="1211" y="1942"/>
                </a:lnTo>
                <a:lnTo>
                  <a:pt x="1211" y="1943"/>
                </a:lnTo>
                <a:lnTo>
                  <a:pt x="1212" y="1944"/>
                </a:lnTo>
                <a:lnTo>
                  <a:pt x="1214" y="1944"/>
                </a:lnTo>
                <a:lnTo>
                  <a:pt x="1214" y="1943"/>
                </a:lnTo>
                <a:lnTo>
                  <a:pt x="1215" y="1943"/>
                </a:lnTo>
                <a:lnTo>
                  <a:pt x="1215" y="1942"/>
                </a:lnTo>
                <a:lnTo>
                  <a:pt x="1216" y="1941"/>
                </a:lnTo>
                <a:lnTo>
                  <a:pt x="1218" y="1941"/>
                </a:lnTo>
                <a:lnTo>
                  <a:pt x="1219" y="1940"/>
                </a:lnTo>
                <a:lnTo>
                  <a:pt x="1220" y="1940"/>
                </a:lnTo>
                <a:lnTo>
                  <a:pt x="1221" y="1941"/>
                </a:lnTo>
                <a:lnTo>
                  <a:pt x="1222" y="1941"/>
                </a:lnTo>
                <a:lnTo>
                  <a:pt x="1223" y="1940"/>
                </a:lnTo>
                <a:lnTo>
                  <a:pt x="1224" y="1940"/>
                </a:lnTo>
                <a:lnTo>
                  <a:pt x="1225" y="1940"/>
                </a:lnTo>
                <a:lnTo>
                  <a:pt x="1226" y="1940"/>
                </a:lnTo>
                <a:lnTo>
                  <a:pt x="1227" y="1940"/>
                </a:lnTo>
                <a:lnTo>
                  <a:pt x="1227" y="1939"/>
                </a:lnTo>
                <a:lnTo>
                  <a:pt x="1229" y="1939"/>
                </a:lnTo>
                <a:lnTo>
                  <a:pt x="1230" y="1939"/>
                </a:lnTo>
                <a:lnTo>
                  <a:pt x="1230" y="1940"/>
                </a:lnTo>
                <a:lnTo>
                  <a:pt x="1231" y="1940"/>
                </a:lnTo>
                <a:lnTo>
                  <a:pt x="1232" y="1939"/>
                </a:lnTo>
                <a:lnTo>
                  <a:pt x="1233" y="1939"/>
                </a:lnTo>
                <a:lnTo>
                  <a:pt x="1234" y="1939"/>
                </a:lnTo>
                <a:lnTo>
                  <a:pt x="1235" y="1939"/>
                </a:lnTo>
                <a:lnTo>
                  <a:pt x="1236" y="1940"/>
                </a:lnTo>
                <a:lnTo>
                  <a:pt x="1236" y="1939"/>
                </a:lnTo>
                <a:lnTo>
                  <a:pt x="1237" y="1939"/>
                </a:lnTo>
                <a:lnTo>
                  <a:pt x="1238" y="1939"/>
                </a:lnTo>
                <a:lnTo>
                  <a:pt x="1239" y="1940"/>
                </a:lnTo>
                <a:lnTo>
                  <a:pt x="1240" y="1939"/>
                </a:lnTo>
                <a:lnTo>
                  <a:pt x="1239" y="1939"/>
                </a:lnTo>
                <a:lnTo>
                  <a:pt x="1240" y="1939"/>
                </a:lnTo>
                <a:lnTo>
                  <a:pt x="1240" y="1938"/>
                </a:lnTo>
                <a:lnTo>
                  <a:pt x="1241" y="1939"/>
                </a:lnTo>
                <a:lnTo>
                  <a:pt x="1242" y="1940"/>
                </a:lnTo>
                <a:lnTo>
                  <a:pt x="1243" y="1939"/>
                </a:lnTo>
                <a:lnTo>
                  <a:pt x="1244" y="1938"/>
                </a:lnTo>
                <a:lnTo>
                  <a:pt x="1244" y="1937"/>
                </a:lnTo>
                <a:lnTo>
                  <a:pt x="1244" y="1936"/>
                </a:lnTo>
                <a:lnTo>
                  <a:pt x="1243" y="1934"/>
                </a:lnTo>
                <a:lnTo>
                  <a:pt x="1242" y="1933"/>
                </a:lnTo>
                <a:lnTo>
                  <a:pt x="1242" y="1932"/>
                </a:lnTo>
                <a:lnTo>
                  <a:pt x="1240" y="1930"/>
                </a:lnTo>
                <a:lnTo>
                  <a:pt x="1238" y="1929"/>
                </a:lnTo>
                <a:lnTo>
                  <a:pt x="1237" y="1928"/>
                </a:lnTo>
                <a:lnTo>
                  <a:pt x="1236" y="1927"/>
                </a:lnTo>
                <a:lnTo>
                  <a:pt x="1234" y="1927"/>
                </a:lnTo>
                <a:lnTo>
                  <a:pt x="1232" y="1926"/>
                </a:lnTo>
                <a:lnTo>
                  <a:pt x="1231" y="1925"/>
                </a:lnTo>
                <a:lnTo>
                  <a:pt x="1230" y="1925"/>
                </a:lnTo>
                <a:lnTo>
                  <a:pt x="1229" y="1924"/>
                </a:lnTo>
                <a:lnTo>
                  <a:pt x="1228" y="1923"/>
                </a:lnTo>
                <a:lnTo>
                  <a:pt x="1226" y="1920"/>
                </a:lnTo>
                <a:lnTo>
                  <a:pt x="1225" y="1919"/>
                </a:lnTo>
                <a:lnTo>
                  <a:pt x="1223" y="1917"/>
                </a:lnTo>
                <a:lnTo>
                  <a:pt x="1222" y="1915"/>
                </a:lnTo>
                <a:lnTo>
                  <a:pt x="1220" y="1912"/>
                </a:lnTo>
                <a:lnTo>
                  <a:pt x="1220" y="1911"/>
                </a:lnTo>
                <a:lnTo>
                  <a:pt x="1219" y="1910"/>
                </a:lnTo>
                <a:lnTo>
                  <a:pt x="1219" y="1909"/>
                </a:lnTo>
                <a:lnTo>
                  <a:pt x="1218" y="1907"/>
                </a:lnTo>
                <a:lnTo>
                  <a:pt x="1218" y="1906"/>
                </a:lnTo>
                <a:lnTo>
                  <a:pt x="1218" y="1905"/>
                </a:lnTo>
                <a:lnTo>
                  <a:pt x="1219" y="1904"/>
                </a:lnTo>
                <a:lnTo>
                  <a:pt x="1220" y="1903"/>
                </a:lnTo>
                <a:lnTo>
                  <a:pt x="1222" y="1901"/>
                </a:lnTo>
                <a:lnTo>
                  <a:pt x="1225" y="1900"/>
                </a:lnTo>
                <a:lnTo>
                  <a:pt x="1228" y="1899"/>
                </a:lnTo>
                <a:lnTo>
                  <a:pt x="1230" y="1899"/>
                </a:lnTo>
                <a:lnTo>
                  <a:pt x="1233" y="1899"/>
                </a:lnTo>
                <a:lnTo>
                  <a:pt x="1236" y="1899"/>
                </a:lnTo>
                <a:lnTo>
                  <a:pt x="1240" y="1898"/>
                </a:lnTo>
                <a:lnTo>
                  <a:pt x="1244" y="1897"/>
                </a:lnTo>
                <a:lnTo>
                  <a:pt x="1245" y="1896"/>
                </a:lnTo>
                <a:lnTo>
                  <a:pt x="1248" y="1896"/>
                </a:lnTo>
                <a:lnTo>
                  <a:pt x="1251" y="1893"/>
                </a:lnTo>
                <a:lnTo>
                  <a:pt x="1252" y="1893"/>
                </a:lnTo>
                <a:lnTo>
                  <a:pt x="1253" y="1891"/>
                </a:lnTo>
                <a:lnTo>
                  <a:pt x="1255" y="1891"/>
                </a:lnTo>
                <a:lnTo>
                  <a:pt x="1257" y="1891"/>
                </a:lnTo>
                <a:lnTo>
                  <a:pt x="1259" y="1890"/>
                </a:lnTo>
                <a:lnTo>
                  <a:pt x="1261" y="1890"/>
                </a:lnTo>
                <a:lnTo>
                  <a:pt x="1264" y="1890"/>
                </a:lnTo>
                <a:lnTo>
                  <a:pt x="1266" y="1891"/>
                </a:lnTo>
                <a:lnTo>
                  <a:pt x="1267" y="1891"/>
                </a:lnTo>
                <a:lnTo>
                  <a:pt x="1270" y="1893"/>
                </a:lnTo>
                <a:lnTo>
                  <a:pt x="1272" y="1894"/>
                </a:lnTo>
                <a:lnTo>
                  <a:pt x="1273" y="1895"/>
                </a:lnTo>
                <a:lnTo>
                  <a:pt x="1273" y="1896"/>
                </a:lnTo>
                <a:lnTo>
                  <a:pt x="1274" y="1896"/>
                </a:lnTo>
                <a:lnTo>
                  <a:pt x="1276" y="1894"/>
                </a:lnTo>
                <a:lnTo>
                  <a:pt x="1278" y="1894"/>
                </a:lnTo>
                <a:lnTo>
                  <a:pt x="1279" y="1894"/>
                </a:lnTo>
                <a:lnTo>
                  <a:pt x="1281" y="1897"/>
                </a:lnTo>
                <a:lnTo>
                  <a:pt x="1282" y="1897"/>
                </a:lnTo>
                <a:lnTo>
                  <a:pt x="1283" y="1897"/>
                </a:lnTo>
                <a:lnTo>
                  <a:pt x="1284" y="1897"/>
                </a:lnTo>
                <a:lnTo>
                  <a:pt x="1284" y="1896"/>
                </a:lnTo>
                <a:lnTo>
                  <a:pt x="1285" y="1894"/>
                </a:lnTo>
                <a:lnTo>
                  <a:pt x="1285" y="1893"/>
                </a:lnTo>
                <a:lnTo>
                  <a:pt x="1285" y="1892"/>
                </a:lnTo>
                <a:lnTo>
                  <a:pt x="1286" y="1892"/>
                </a:lnTo>
                <a:lnTo>
                  <a:pt x="1286" y="1891"/>
                </a:lnTo>
                <a:lnTo>
                  <a:pt x="1287" y="1890"/>
                </a:lnTo>
                <a:lnTo>
                  <a:pt x="1287" y="1888"/>
                </a:lnTo>
                <a:lnTo>
                  <a:pt x="1286" y="1886"/>
                </a:lnTo>
                <a:lnTo>
                  <a:pt x="1286" y="1882"/>
                </a:lnTo>
                <a:lnTo>
                  <a:pt x="1287" y="1881"/>
                </a:lnTo>
                <a:lnTo>
                  <a:pt x="1288" y="1876"/>
                </a:lnTo>
                <a:lnTo>
                  <a:pt x="1288" y="1875"/>
                </a:lnTo>
                <a:lnTo>
                  <a:pt x="1287" y="1873"/>
                </a:lnTo>
                <a:lnTo>
                  <a:pt x="1286" y="1871"/>
                </a:lnTo>
                <a:lnTo>
                  <a:pt x="1287" y="1870"/>
                </a:lnTo>
                <a:lnTo>
                  <a:pt x="1287" y="1869"/>
                </a:lnTo>
                <a:lnTo>
                  <a:pt x="1288" y="1867"/>
                </a:lnTo>
                <a:lnTo>
                  <a:pt x="1289" y="1865"/>
                </a:lnTo>
                <a:lnTo>
                  <a:pt x="1289" y="1864"/>
                </a:lnTo>
                <a:lnTo>
                  <a:pt x="1289" y="1863"/>
                </a:lnTo>
                <a:lnTo>
                  <a:pt x="1290" y="1862"/>
                </a:lnTo>
                <a:lnTo>
                  <a:pt x="1289" y="1861"/>
                </a:lnTo>
                <a:lnTo>
                  <a:pt x="1288" y="1860"/>
                </a:lnTo>
                <a:lnTo>
                  <a:pt x="1285" y="1860"/>
                </a:lnTo>
                <a:lnTo>
                  <a:pt x="1284" y="1860"/>
                </a:lnTo>
                <a:lnTo>
                  <a:pt x="1282" y="1860"/>
                </a:lnTo>
                <a:lnTo>
                  <a:pt x="1280" y="1858"/>
                </a:lnTo>
                <a:lnTo>
                  <a:pt x="1279" y="1858"/>
                </a:lnTo>
                <a:lnTo>
                  <a:pt x="1278" y="1857"/>
                </a:lnTo>
                <a:lnTo>
                  <a:pt x="1278" y="1856"/>
                </a:lnTo>
                <a:lnTo>
                  <a:pt x="1278" y="1854"/>
                </a:lnTo>
                <a:lnTo>
                  <a:pt x="1280" y="1852"/>
                </a:lnTo>
                <a:lnTo>
                  <a:pt x="1281" y="1850"/>
                </a:lnTo>
                <a:lnTo>
                  <a:pt x="1283" y="1849"/>
                </a:lnTo>
                <a:lnTo>
                  <a:pt x="1286" y="1847"/>
                </a:lnTo>
                <a:lnTo>
                  <a:pt x="1287" y="1846"/>
                </a:lnTo>
                <a:lnTo>
                  <a:pt x="1288" y="1845"/>
                </a:lnTo>
                <a:lnTo>
                  <a:pt x="1288" y="1842"/>
                </a:lnTo>
                <a:lnTo>
                  <a:pt x="1289" y="1840"/>
                </a:lnTo>
                <a:lnTo>
                  <a:pt x="1290" y="1838"/>
                </a:lnTo>
                <a:lnTo>
                  <a:pt x="1291" y="1837"/>
                </a:lnTo>
                <a:lnTo>
                  <a:pt x="1291" y="1836"/>
                </a:lnTo>
                <a:lnTo>
                  <a:pt x="1292" y="1835"/>
                </a:lnTo>
                <a:lnTo>
                  <a:pt x="1293" y="1835"/>
                </a:lnTo>
                <a:lnTo>
                  <a:pt x="1294" y="1834"/>
                </a:lnTo>
                <a:lnTo>
                  <a:pt x="1294" y="1833"/>
                </a:lnTo>
                <a:lnTo>
                  <a:pt x="1296" y="1825"/>
                </a:lnTo>
                <a:lnTo>
                  <a:pt x="1291" y="1805"/>
                </a:lnTo>
                <a:lnTo>
                  <a:pt x="1285" y="1781"/>
                </a:lnTo>
                <a:lnTo>
                  <a:pt x="1279" y="1752"/>
                </a:lnTo>
                <a:lnTo>
                  <a:pt x="1280" y="1750"/>
                </a:lnTo>
                <a:lnTo>
                  <a:pt x="1280" y="1749"/>
                </a:lnTo>
                <a:lnTo>
                  <a:pt x="1280" y="1747"/>
                </a:lnTo>
                <a:lnTo>
                  <a:pt x="1280" y="1746"/>
                </a:lnTo>
                <a:lnTo>
                  <a:pt x="1280" y="1745"/>
                </a:lnTo>
                <a:lnTo>
                  <a:pt x="1280" y="1744"/>
                </a:lnTo>
                <a:lnTo>
                  <a:pt x="1281" y="1743"/>
                </a:lnTo>
                <a:lnTo>
                  <a:pt x="1281" y="1742"/>
                </a:lnTo>
                <a:lnTo>
                  <a:pt x="1280" y="1742"/>
                </a:lnTo>
                <a:lnTo>
                  <a:pt x="1280" y="1741"/>
                </a:lnTo>
                <a:lnTo>
                  <a:pt x="1280" y="1740"/>
                </a:lnTo>
                <a:lnTo>
                  <a:pt x="1281" y="1738"/>
                </a:lnTo>
                <a:lnTo>
                  <a:pt x="1281" y="1736"/>
                </a:lnTo>
                <a:lnTo>
                  <a:pt x="1281" y="1735"/>
                </a:lnTo>
                <a:lnTo>
                  <a:pt x="1282" y="1735"/>
                </a:lnTo>
                <a:lnTo>
                  <a:pt x="1282" y="1734"/>
                </a:lnTo>
                <a:lnTo>
                  <a:pt x="1281" y="1733"/>
                </a:lnTo>
                <a:lnTo>
                  <a:pt x="1281" y="1732"/>
                </a:lnTo>
                <a:lnTo>
                  <a:pt x="1280" y="1731"/>
                </a:lnTo>
                <a:lnTo>
                  <a:pt x="1280" y="1730"/>
                </a:lnTo>
                <a:lnTo>
                  <a:pt x="1280" y="1729"/>
                </a:lnTo>
                <a:lnTo>
                  <a:pt x="1280" y="1728"/>
                </a:lnTo>
                <a:lnTo>
                  <a:pt x="1279" y="1727"/>
                </a:lnTo>
                <a:lnTo>
                  <a:pt x="1279" y="1726"/>
                </a:lnTo>
                <a:lnTo>
                  <a:pt x="1279" y="1725"/>
                </a:lnTo>
                <a:lnTo>
                  <a:pt x="1280" y="1724"/>
                </a:lnTo>
                <a:lnTo>
                  <a:pt x="1281" y="1723"/>
                </a:lnTo>
                <a:lnTo>
                  <a:pt x="1281" y="1722"/>
                </a:lnTo>
                <a:lnTo>
                  <a:pt x="1280" y="1721"/>
                </a:lnTo>
                <a:lnTo>
                  <a:pt x="1280" y="1720"/>
                </a:lnTo>
                <a:lnTo>
                  <a:pt x="1279" y="1719"/>
                </a:lnTo>
                <a:lnTo>
                  <a:pt x="1279" y="1718"/>
                </a:lnTo>
                <a:lnTo>
                  <a:pt x="1279" y="1715"/>
                </a:lnTo>
                <a:lnTo>
                  <a:pt x="1279" y="1713"/>
                </a:lnTo>
                <a:lnTo>
                  <a:pt x="1279" y="1712"/>
                </a:lnTo>
                <a:lnTo>
                  <a:pt x="1279" y="1711"/>
                </a:lnTo>
                <a:lnTo>
                  <a:pt x="1280" y="1709"/>
                </a:lnTo>
                <a:lnTo>
                  <a:pt x="1280" y="1706"/>
                </a:lnTo>
                <a:lnTo>
                  <a:pt x="1281" y="1706"/>
                </a:lnTo>
                <a:lnTo>
                  <a:pt x="1281" y="1705"/>
                </a:lnTo>
                <a:lnTo>
                  <a:pt x="1281" y="1704"/>
                </a:lnTo>
                <a:lnTo>
                  <a:pt x="1281" y="1702"/>
                </a:lnTo>
                <a:lnTo>
                  <a:pt x="1281" y="1699"/>
                </a:lnTo>
                <a:lnTo>
                  <a:pt x="1281" y="1698"/>
                </a:lnTo>
                <a:lnTo>
                  <a:pt x="1282" y="1697"/>
                </a:lnTo>
                <a:lnTo>
                  <a:pt x="1282" y="1695"/>
                </a:lnTo>
                <a:lnTo>
                  <a:pt x="1281" y="1695"/>
                </a:lnTo>
                <a:lnTo>
                  <a:pt x="1281" y="1694"/>
                </a:lnTo>
                <a:lnTo>
                  <a:pt x="1279" y="1692"/>
                </a:lnTo>
                <a:lnTo>
                  <a:pt x="1277" y="1690"/>
                </a:lnTo>
                <a:lnTo>
                  <a:pt x="1277" y="1689"/>
                </a:lnTo>
                <a:lnTo>
                  <a:pt x="1276" y="1688"/>
                </a:lnTo>
                <a:lnTo>
                  <a:pt x="1276" y="1687"/>
                </a:lnTo>
                <a:lnTo>
                  <a:pt x="1276" y="1686"/>
                </a:lnTo>
                <a:lnTo>
                  <a:pt x="1277" y="1685"/>
                </a:lnTo>
                <a:lnTo>
                  <a:pt x="1278" y="1683"/>
                </a:lnTo>
                <a:lnTo>
                  <a:pt x="1279" y="1683"/>
                </a:lnTo>
                <a:lnTo>
                  <a:pt x="1279" y="1679"/>
                </a:lnTo>
                <a:lnTo>
                  <a:pt x="1281" y="1671"/>
                </a:lnTo>
                <a:lnTo>
                  <a:pt x="1282" y="1668"/>
                </a:lnTo>
                <a:lnTo>
                  <a:pt x="1283" y="1664"/>
                </a:lnTo>
                <a:lnTo>
                  <a:pt x="1284" y="1664"/>
                </a:lnTo>
                <a:lnTo>
                  <a:pt x="1284" y="1663"/>
                </a:lnTo>
                <a:lnTo>
                  <a:pt x="1285" y="1660"/>
                </a:lnTo>
                <a:lnTo>
                  <a:pt x="1286" y="1658"/>
                </a:lnTo>
                <a:lnTo>
                  <a:pt x="1286" y="1654"/>
                </a:lnTo>
                <a:lnTo>
                  <a:pt x="1287" y="1652"/>
                </a:lnTo>
                <a:lnTo>
                  <a:pt x="1286" y="1651"/>
                </a:lnTo>
                <a:lnTo>
                  <a:pt x="1286" y="1650"/>
                </a:lnTo>
                <a:lnTo>
                  <a:pt x="1286" y="1648"/>
                </a:lnTo>
                <a:lnTo>
                  <a:pt x="1287" y="1641"/>
                </a:lnTo>
                <a:lnTo>
                  <a:pt x="1288" y="1635"/>
                </a:lnTo>
                <a:lnTo>
                  <a:pt x="1289" y="1630"/>
                </a:lnTo>
                <a:lnTo>
                  <a:pt x="1289" y="1626"/>
                </a:lnTo>
                <a:lnTo>
                  <a:pt x="1289" y="1620"/>
                </a:lnTo>
                <a:lnTo>
                  <a:pt x="1288" y="1616"/>
                </a:lnTo>
                <a:lnTo>
                  <a:pt x="1288" y="1613"/>
                </a:lnTo>
                <a:lnTo>
                  <a:pt x="1288" y="1612"/>
                </a:lnTo>
                <a:lnTo>
                  <a:pt x="1289" y="1611"/>
                </a:lnTo>
                <a:lnTo>
                  <a:pt x="1291" y="1609"/>
                </a:lnTo>
                <a:lnTo>
                  <a:pt x="1293" y="1606"/>
                </a:lnTo>
                <a:lnTo>
                  <a:pt x="1295" y="1603"/>
                </a:lnTo>
                <a:lnTo>
                  <a:pt x="1296" y="1600"/>
                </a:lnTo>
                <a:lnTo>
                  <a:pt x="1298" y="1597"/>
                </a:lnTo>
                <a:lnTo>
                  <a:pt x="1300" y="1595"/>
                </a:lnTo>
                <a:lnTo>
                  <a:pt x="1301" y="1591"/>
                </a:lnTo>
                <a:lnTo>
                  <a:pt x="1303" y="1589"/>
                </a:lnTo>
                <a:lnTo>
                  <a:pt x="1303" y="1587"/>
                </a:lnTo>
                <a:lnTo>
                  <a:pt x="1303" y="1586"/>
                </a:lnTo>
                <a:lnTo>
                  <a:pt x="1302" y="1582"/>
                </a:lnTo>
                <a:lnTo>
                  <a:pt x="1298" y="1572"/>
                </a:lnTo>
                <a:lnTo>
                  <a:pt x="1298" y="1571"/>
                </a:lnTo>
                <a:lnTo>
                  <a:pt x="1297" y="1568"/>
                </a:lnTo>
                <a:lnTo>
                  <a:pt x="1295" y="1566"/>
                </a:lnTo>
                <a:lnTo>
                  <a:pt x="1294" y="1566"/>
                </a:lnTo>
                <a:lnTo>
                  <a:pt x="1289" y="1561"/>
                </a:lnTo>
                <a:lnTo>
                  <a:pt x="1287" y="1561"/>
                </a:lnTo>
                <a:lnTo>
                  <a:pt x="1286" y="1559"/>
                </a:lnTo>
                <a:lnTo>
                  <a:pt x="1284" y="1558"/>
                </a:lnTo>
                <a:lnTo>
                  <a:pt x="1283" y="1556"/>
                </a:lnTo>
                <a:lnTo>
                  <a:pt x="1282" y="1553"/>
                </a:lnTo>
                <a:lnTo>
                  <a:pt x="1281" y="1552"/>
                </a:lnTo>
                <a:lnTo>
                  <a:pt x="1282" y="1550"/>
                </a:lnTo>
                <a:lnTo>
                  <a:pt x="1282" y="1549"/>
                </a:lnTo>
                <a:lnTo>
                  <a:pt x="1282" y="1548"/>
                </a:lnTo>
                <a:lnTo>
                  <a:pt x="1281" y="1546"/>
                </a:lnTo>
                <a:lnTo>
                  <a:pt x="1281" y="1544"/>
                </a:lnTo>
                <a:lnTo>
                  <a:pt x="1281" y="1543"/>
                </a:lnTo>
                <a:lnTo>
                  <a:pt x="1281" y="1542"/>
                </a:lnTo>
                <a:lnTo>
                  <a:pt x="1281" y="1541"/>
                </a:lnTo>
                <a:lnTo>
                  <a:pt x="1282" y="1540"/>
                </a:lnTo>
                <a:lnTo>
                  <a:pt x="1283" y="1539"/>
                </a:lnTo>
                <a:lnTo>
                  <a:pt x="1283" y="1538"/>
                </a:lnTo>
                <a:lnTo>
                  <a:pt x="1282" y="1536"/>
                </a:lnTo>
                <a:lnTo>
                  <a:pt x="1282" y="1533"/>
                </a:lnTo>
                <a:lnTo>
                  <a:pt x="1281" y="1533"/>
                </a:lnTo>
                <a:lnTo>
                  <a:pt x="1280" y="1532"/>
                </a:lnTo>
                <a:lnTo>
                  <a:pt x="1280" y="1533"/>
                </a:lnTo>
                <a:lnTo>
                  <a:pt x="1279" y="1534"/>
                </a:lnTo>
                <a:lnTo>
                  <a:pt x="1278" y="1536"/>
                </a:lnTo>
                <a:lnTo>
                  <a:pt x="1277" y="1536"/>
                </a:lnTo>
                <a:lnTo>
                  <a:pt x="1275" y="1537"/>
                </a:lnTo>
                <a:lnTo>
                  <a:pt x="1274" y="1537"/>
                </a:lnTo>
                <a:lnTo>
                  <a:pt x="1271" y="1537"/>
                </a:lnTo>
                <a:lnTo>
                  <a:pt x="1270" y="1536"/>
                </a:lnTo>
                <a:lnTo>
                  <a:pt x="1265" y="1535"/>
                </a:lnTo>
                <a:lnTo>
                  <a:pt x="1262" y="1536"/>
                </a:lnTo>
                <a:lnTo>
                  <a:pt x="1259" y="1536"/>
                </a:lnTo>
                <a:lnTo>
                  <a:pt x="1258" y="1536"/>
                </a:lnTo>
                <a:lnTo>
                  <a:pt x="1257" y="1537"/>
                </a:lnTo>
                <a:lnTo>
                  <a:pt x="1256" y="1537"/>
                </a:lnTo>
                <a:lnTo>
                  <a:pt x="1255" y="1537"/>
                </a:lnTo>
                <a:lnTo>
                  <a:pt x="1255" y="1536"/>
                </a:lnTo>
                <a:lnTo>
                  <a:pt x="1255" y="1535"/>
                </a:lnTo>
                <a:lnTo>
                  <a:pt x="1256" y="1534"/>
                </a:lnTo>
                <a:lnTo>
                  <a:pt x="1257" y="1532"/>
                </a:lnTo>
                <a:lnTo>
                  <a:pt x="1257" y="1531"/>
                </a:lnTo>
                <a:lnTo>
                  <a:pt x="1255" y="1528"/>
                </a:lnTo>
                <a:lnTo>
                  <a:pt x="1254" y="1528"/>
                </a:lnTo>
                <a:lnTo>
                  <a:pt x="1252" y="1525"/>
                </a:lnTo>
                <a:lnTo>
                  <a:pt x="1252" y="1524"/>
                </a:lnTo>
                <a:lnTo>
                  <a:pt x="1252" y="1522"/>
                </a:lnTo>
                <a:lnTo>
                  <a:pt x="1252" y="1521"/>
                </a:lnTo>
                <a:lnTo>
                  <a:pt x="1253" y="1521"/>
                </a:lnTo>
                <a:lnTo>
                  <a:pt x="1253" y="1520"/>
                </a:lnTo>
                <a:lnTo>
                  <a:pt x="1255" y="1520"/>
                </a:lnTo>
                <a:lnTo>
                  <a:pt x="1255" y="1519"/>
                </a:lnTo>
                <a:lnTo>
                  <a:pt x="1255" y="1518"/>
                </a:lnTo>
                <a:lnTo>
                  <a:pt x="1253" y="1517"/>
                </a:lnTo>
                <a:lnTo>
                  <a:pt x="1251" y="1515"/>
                </a:lnTo>
                <a:lnTo>
                  <a:pt x="1250" y="1514"/>
                </a:lnTo>
                <a:lnTo>
                  <a:pt x="1249" y="1514"/>
                </a:lnTo>
                <a:lnTo>
                  <a:pt x="1247" y="1513"/>
                </a:lnTo>
                <a:lnTo>
                  <a:pt x="1246" y="1513"/>
                </a:lnTo>
                <a:lnTo>
                  <a:pt x="1245" y="1512"/>
                </a:lnTo>
                <a:lnTo>
                  <a:pt x="1245" y="1511"/>
                </a:lnTo>
                <a:lnTo>
                  <a:pt x="1246" y="1510"/>
                </a:lnTo>
                <a:lnTo>
                  <a:pt x="1248" y="1509"/>
                </a:lnTo>
                <a:lnTo>
                  <a:pt x="1249" y="1508"/>
                </a:lnTo>
                <a:lnTo>
                  <a:pt x="1252" y="1507"/>
                </a:lnTo>
                <a:lnTo>
                  <a:pt x="1254" y="1507"/>
                </a:lnTo>
                <a:lnTo>
                  <a:pt x="1255" y="1507"/>
                </a:lnTo>
                <a:lnTo>
                  <a:pt x="1256" y="1504"/>
                </a:lnTo>
                <a:lnTo>
                  <a:pt x="1257" y="1503"/>
                </a:lnTo>
                <a:lnTo>
                  <a:pt x="1259" y="1502"/>
                </a:lnTo>
                <a:lnTo>
                  <a:pt x="1261" y="1502"/>
                </a:lnTo>
                <a:lnTo>
                  <a:pt x="1262" y="1502"/>
                </a:lnTo>
                <a:lnTo>
                  <a:pt x="1264" y="1501"/>
                </a:lnTo>
                <a:lnTo>
                  <a:pt x="1266" y="1500"/>
                </a:lnTo>
                <a:lnTo>
                  <a:pt x="1268" y="1499"/>
                </a:lnTo>
                <a:lnTo>
                  <a:pt x="1271" y="1498"/>
                </a:lnTo>
                <a:lnTo>
                  <a:pt x="1273" y="1497"/>
                </a:lnTo>
                <a:lnTo>
                  <a:pt x="1274" y="1495"/>
                </a:lnTo>
                <a:lnTo>
                  <a:pt x="1275" y="1495"/>
                </a:lnTo>
                <a:lnTo>
                  <a:pt x="1276" y="1492"/>
                </a:lnTo>
                <a:lnTo>
                  <a:pt x="1278" y="1492"/>
                </a:lnTo>
                <a:lnTo>
                  <a:pt x="1280" y="1491"/>
                </a:lnTo>
                <a:lnTo>
                  <a:pt x="1282" y="1490"/>
                </a:lnTo>
                <a:lnTo>
                  <a:pt x="1284" y="1489"/>
                </a:lnTo>
                <a:lnTo>
                  <a:pt x="1285" y="1490"/>
                </a:lnTo>
                <a:lnTo>
                  <a:pt x="1286" y="1491"/>
                </a:lnTo>
                <a:lnTo>
                  <a:pt x="1287" y="1492"/>
                </a:lnTo>
                <a:lnTo>
                  <a:pt x="1288" y="1492"/>
                </a:lnTo>
                <a:lnTo>
                  <a:pt x="1288" y="1490"/>
                </a:lnTo>
                <a:lnTo>
                  <a:pt x="1289" y="1490"/>
                </a:lnTo>
                <a:lnTo>
                  <a:pt x="1289" y="1489"/>
                </a:lnTo>
                <a:lnTo>
                  <a:pt x="1290" y="1489"/>
                </a:lnTo>
                <a:lnTo>
                  <a:pt x="1291" y="1490"/>
                </a:lnTo>
                <a:lnTo>
                  <a:pt x="1292" y="1491"/>
                </a:lnTo>
                <a:lnTo>
                  <a:pt x="1295" y="1497"/>
                </a:lnTo>
                <a:lnTo>
                  <a:pt x="1296" y="1498"/>
                </a:lnTo>
                <a:lnTo>
                  <a:pt x="1299" y="1498"/>
                </a:lnTo>
                <a:lnTo>
                  <a:pt x="1303" y="1498"/>
                </a:lnTo>
                <a:lnTo>
                  <a:pt x="1304" y="1497"/>
                </a:lnTo>
                <a:lnTo>
                  <a:pt x="1306" y="1495"/>
                </a:lnTo>
                <a:lnTo>
                  <a:pt x="1308" y="1494"/>
                </a:lnTo>
                <a:lnTo>
                  <a:pt x="1311" y="1493"/>
                </a:lnTo>
                <a:lnTo>
                  <a:pt x="1314" y="1493"/>
                </a:lnTo>
                <a:lnTo>
                  <a:pt x="1316" y="1494"/>
                </a:lnTo>
                <a:lnTo>
                  <a:pt x="1316" y="1495"/>
                </a:lnTo>
                <a:lnTo>
                  <a:pt x="1316" y="1497"/>
                </a:lnTo>
                <a:lnTo>
                  <a:pt x="1316" y="1499"/>
                </a:lnTo>
                <a:lnTo>
                  <a:pt x="1318" y="1500"/>
                </a:lnTo>
                <a:lnTo>
                  <a:pt x="1321" y="1501"/>
                </a:lnTo>
                <a:lnTo>
                  <a:pt x="1323" y="1501"/>
                </a:lnTo>
                <a:lnTo>
                  <a:pt x="1326" y="1499"/>
                </a:lnTo>
                <a:lnTo>
                  <a:pt x="1329" y="1498"/>
                </a:lnTo>
                <a:lnTo>
                  <a:pt x="1331" y="1497"/>
                </a:lnTo>
                <a:lnTo>
                  <a:pt x="1332" y="1496"/>
                </a:lnTo>
                <a:lnTo>
                  <a:pt x="1333" y="1493"/>
                </a:lnTo>
                <a:lnTo>
                  <a:pt x="1333" y="1492"/>
                </a:lnTo>
                <a:lnTo>
                  <a:pt x="1337" y="1490"/>
                </a:lnTo>
                <a:lnTo>
                  <a:pt x="1340" y="1488"/>
                </a:lnTo>
                <a:lnTo>
                  <a:pt x="1341" y="1488"/>
                </a:lnTo>
                <a:lnTo>
                  <a:pt x="1342" y="1489"/>
                </a:lnTo>
                <a:lnTo>
                  <a:pt x="1342" y="1490"/>
                </a:lnTo>
                <a:lnTo>
                  <a:pt x="1342" y="1491"/>
                </a:lnTo>
                <a:lnTo>
                  <a:pt x="1343" y="1491"/>
                </a:lnTo>
                <a:lnTo>
                  <a:pt x="1343" y="1492"/>
                </a:lnTo>
                <a:lnTo>
                  <a:pt x="1344" y="1493"/>
                </a:lnTo>
                <a:lnTo>
                  <a:pt x="1348" y="1493"/>
                </a:lnTo>
                <a:lnTo>
                  <a:pt x="1349" y="1493"/>
                </a:lnTo>
                <a:lnTo>
                  <a:pt x="1351" y="1494"/>
                </a:lnTo>
                <a:lnTo>
                  <a:pt x="1353" y="1496"/>
                </a:lnTo>
                <a:lnTo>
                  <a:pt x="1354" y="1496"/>
                </a:lnTo>
                <a:lnTo>
                  <a:pt x="1355" y="1496"/>
                </a:lnTo>
                <a:lnTo>
                  <a:pt x="1356" y="1496"/>
                </a:lnTo>
                <a:lnTo>
                  <a:pt x="1359" y="1495"/>
                </a:lnTo>
                <a:lnTo>
                  <a:pt x="1362" y="1495"/>
                </a:lnTo>
                <a:lnTo>
                  <a:pt x="1368" y="1494"/>
                </a:lnTo>
                <a:lnTo>
                  <a:pt x="1370" y="1494"/>
                </a:lnTo>
                <a:lnTo>
                  <a:pt x="1372" y="1493"/>
                </a:lnTo>
                <a:lnTo>
                  <a:pt x="1374" y="1492"/>
                </a:lnTo>
                <a:lnTo>
                  <a:pt x="1375" y="1491"/>
                </a:lnTo>
                <a:lnTo>
                  <a:pt x="1375" y="1490"/>
                </a:lnTo>
                <a:lnTo>
                  <a:pt x="1375" y="1489"/>
                </a:lnTo>
                <a:lnTo>
                  <a:pt x="1374" y="1488"/>
                </a:lnTo>
                <a:lnTo>
                  <a:pt x="1374" y="1487"/>
                </a:lnTo>
                <a:lnTo>
                  <a:pt x="1375" y="1486"/>
                </a:lnTo>
                <a:lnTo>
                  <a:pt x="1376" y="1486"/>
                </a:lnTo>
                <a:lnTo>
                  <a:pt x="1377" y="1487"/>
                </a:lnTo>
                <a:lnTo>
                  <a:pt x="1378" y="1489"/>
                </a:lnTo>
                <a:lnTo>
                  <a:pt x="1379" y="1491"/>
                </a:lnTo>
                <a:lnTo>
                  <a:pt x="1381" y="1492"/>
                </a:lnTo>
                <a:lnTo>
                  <a:pt x="1381" y="1493"/>
                </a:lnTo>
                <a:lnTo>
                  <a:pt x="1383" y="1493"/>
                </a:lnTo>
                <a:lnTo>
                  <a:pt x="1385" y="1494"/>
                </a:lnTo>
                <a:lnTo>
                  <a:pt x="1387" y="1494"/>
                </a:lnTo>
                <a:lnTo>
                  <a:pt x="1389" y="1496"/>
                </a:lnTo>
                <a:lnTo>
                  <a:pt x="1390" y="1497"/>
                </a:lnTo>
                <a:lnTo>
                  <a:pt x="1391" y="1500"/>
                </a:lnTo>
                <a:lnTo>
                  <a:pt x="1391" y="1501"/>
                </a:lnTo>
                <a:lnTo>
                  <a:pt x="1392" y="1501"/>
                </a:lnTo>
                <a:lnTo>
                  <a:pt x="1394" y="1501"/>
                </a:lnTo>
                <a:lnTo>
                  <a:pt x="1396" y="1502"/>
                </a:lnTo>
                <a:lnTo>
                  <a:pt x="1398" y="1502"/>
                </a:lnTo>
                <a:lnTo>
                  <a:pt x="1400" y="1500"/>
                </a:lnTo>
                <a:lnTo>
                  <a:pt x="1402" y="1499"/>
                </a:lnTo>
                <a:lnTo>
                  <a:pt x="1404" y="1497"/>
                </a:lnTo>
                <a:lnTo>
                  <a:pt x="1406" y="1497"/>
                </a:lnTo>
                <a:lnTo>
                  <a:pt x="1408" y="1497"/>
                </a:lnTo>
                <a:lnTo>
                  <a:pt x="1410" y="1497"/>
                </a:lnTo>
                <a:lnTo>
                  <a:pt x="1411" y="1498"/>
                </a:lnTo>
                <a:lnTo>
                  <a:pt x="1413" y="1499"/>
                </a:lnTo>
                <a:lnTo>
                  <a:pt x="1417" y="1499"/>
                </a:lnTo>
                <a:lnTo>
                  <a:pt x="1420" y="1498"/>
                </a:lnTo>
                <a:lnTo>
                  <a:pt x="1423" y="1498"/>
                </a:lnTo>
                <a:lnTo>
                  <a:pt x="1426" y="1497"/>
                </a:lnTo>
                <a:lnTo>
                  <a:pt x="1427" y="1496"/>
                </a:lnTo>
                <a:lnTo>
                  <a:pt x="1428" y="1495"/>
                </a:lnTo>
                <a:lnTo>
                  <a:pt x="1430" y="1494"/>
                </a:lnTo>
                <a:lnTo>
                  <a:pt x="1431" y="1492"/>
                </a:lnTo>
                <a:lnTo>
                  <a:pt x="1431" y="1491"/>
                </a:lnTo>
                <a:lnTo>
                  <a:pt x="1432" y="1491"/>
                </a:lnTo>
                <a:lnTo>
                  <a:pt x="1434" y="1491"/>
                </a:lnTo>
                <a:lnTo>
                  <a:pt x="1435" y="1492"/>
                </a:lnTo>
                <a:lnTo>
                  <a:pt x="1436" y="1492"/>
                </a:lnTo>
                <a:lnTo>
                  <a:pt x="1436" y="1493"/>
                </a:lnTo>
                <a:lnTo>
                  <a:pt x="1437" y="1494"/>
                </a:lnTo>
                <a:lnTo>
                  <a:pt x="1438" y="1495"/>
                </a:lnTo>
                <a:lnTo>
                  <a:pt x="1439" y="1495"/>
                </a:lnTo>
                <a:lnTo>
                  <a:pt x="1440" y="1494"/>
                </a:lnTo>
                <a:lnTo>
                  <a:pt x="1440" y="1493"/>
                </a:lnTo>
                <a:lnTo>
                  <a:pt x="1440" y="1492"/>
                </a:lnTo>
                <a:lnTo>
                  <a:pt x="1441" y="1492"/>
                </a:lnTo>
                <a:lnTo>
                  <a:pt x="1443" y="1491"/>
                </a:lnTo>
                <a:lnTo>
                  <a:pt x="1446" y="1491"/>
                </a:lnTo>
                <a:lnTo>
                  <a:pt x="1447" y="1492"/>
                </a:lnTo>
                <a:lnTo>
                  <a:pt x="1448" y="1491"/>
                </a:lnTo>
                <a:lnTo>
                  <a:pt x="1449" y="1490"/>
                </a:lnTo>
                <a:lnTo>
                  <a:pt x="1450" y="1490"/>
                </a:lnTo>
                <a:lnTo>
                  <a:pt x="1451" y="1491"/>
                </a:lnTo>
                <a:lnTo>
                  <a:pt x="1452" y="1491"/>
                </a:lnTo>
                <a:lnTo>
                  <a:pt x="1453" y="1493"/>
                </a:lnTo>
                <a:lnTo>
                  <a:pt x="1455" y="1494"/>
                </a:lnTo>
                <a:lnTo>
                  <a:pt x="1457" y="1493"/>
                </a:lnTo>
                <a:lnTo>
                  <a:pt x="1461" y="1491"/>
                </a:lnTo>
                <a:lnTo>
                  <a:pt x="1464" y="1491"/>
                </a:lnTo>
                <a:lnTo>
                  <a:pt x="1466" y="1490"/>
                </a:lnTo>
                <a:lnTo>
                  <a:pt x="1468" y="1491"/>
                </a:lnTo>
                <a:lnTo>
                  <a:pt x="1470" y="1492"/>
                </a:lnTo>
                <a:lnTo>
                  <a:pt x="1471" y="1493"/>
                </a:lnTo>
                <a:lnTo>
                  <a:pt x="1472" y="1492"/>
                </a:lnTo>
                <a:lnTo>
                  <a:pt x="1473" y="1491"/>
                </a:lnTo>
                <a:lnTo>
                  <a:pt x="1474" y="1490"/>
                </a:lnTo>
                <a:lnTo>
                  <a:pt x="1476" y="1490"/>
                </a:lnTo>
                <a:lnTo>
                  <a:pt x="1479" y="1490"/>
                </a:lnTo>
                <a:lnTo>
                  <a:pt x="1480" y="1490"/>
                </a:lnTo>
                <a:lnTo>
                  <a:pt x="1480" y="1492"/>
                </a:lnTo>
                <a:lnTo>
                  <a:pt x="1481" y="1493"/>
                </a:lnTo>
                <a:lnTo>
                  <a:pt x="1483" y="1494"/>
                </a:lnTo>
                <a:lnTo>
                  <a:pt x="1485" y="1494"/>
                </a:lnTo>
                <a:lnTo>
                  <a:pt x="1488" y="1492"/>
                </a:lnTo>
                <a:lnTo>
                  <a:pt x="1489" y="1492"/>
                </a:lnTo>
                <a:lnTo>
                  <a:pt x="1492" y="1493"/>
                </a:lnTo>
                <a:lnTo>
                  <a:pt x="1493" y="1492"/>
                </a:lnTo>
                <a:lnTo>
                  <a:pt x="1494" y="1491"/>
                </a:lnTo>
                <a:lnTo>
                  <a:pt x="1495" y="1488"/>
                </a:lnTo>
                <a:lnTo>
                  <a:pt x="1496" y="1488"/>
                </a:lnTo>
                <a:lnTo>
                  <a:pt x="1501" y="1489"/>
                </a:lnTo>
                <a:lnTo>
                  <a:pt x="1501" y="1487"/>
                </a:lnTo>
                <a:lnTo>
                  <a:pt x="1502" y="1485"/>
                </a:lnTo>
                <a:lnTo>
                  <a:pt x="1502" y="1484"/>
                </a:lnTo>
                <a:lnTo>
                  <a:pt x="1503" y="1484"/>
                </a:lnTo>
                <a:lnTo>
                  <a:pt x="1506" y="1483"/>
                </a:lnTo>
                <a:lnTo>
                  <a:pt x="1510" y="1482"/>
                </a:lnTo>
                <a:lnTo>
                  <a:pt x="1512" y="1481"/>
                </a:lnTo>
                <a:lnTo>
                  <a:pt x="1514" y="1482"/>
                </a:lnTo>
                <a:lnTo>
                  <a:pt x="1516" y="1483"/>
                </a:lnTo>
                <a:lnTo>
                  <a:pt x="1518" y="1482"/>
                </a:lnTo>
                <a:lnTo>
                  <a:pt x="1520" y="1482"/>
                </a:lnTo>
                <a:lnTo>
                  <a:pt x="1521" y="1481"/>
                </a:lnTo>
                <a:lnTo>
                  <a:pt x="1522" y="1482"/>
                </a:lnTo>
                <a:lnTo>
                  <a:pt x="1523" y="1483"/>
                </a:lnTo>
                <a:lnTo>
                  <a:pt x="1524" y="1483"/>
                </a:lnTo>
                <a:lnTo>
                  <a:pt x="1525" y="1483"/>
                </a:lnTo>
                <a:lnTo>
                  <a:pt x="1526" y="1482"/>
                </a:lnTo>
                <a:lnTo>
                  <a:pt x="1527" y="1482"/>
                </a:lnTo>
                <a:lnTo>
                  <a:pt x="1528" y="1481"/>
                </a:lnTo>
                <a:lnTo>
                  <a:pt x="1530" y="1481"/>
                </a:lnTo>
                <a:lnTo>
                  <a:pt x="1532" y="1482"/>
                </a:lnTo>
                <a:lnTo>
                  <a:pt x="1533" y="1481"/>
                </a:lnTo>
                <a:lnTo>
                  <a:pt x="1534" y="1483"/>
                </a:lnTo>
                <a:lnTo>
                  <a:pt x="1535" y="1485"/>
                </a:lnTo>
                <a:lnTo>
                  <a:pt x="1536" y="1487"/>
                </a:lnTo>
                <a:lnTo>
                  <a:pt x="1537" y="1488"/>
                </a:lnTo>
                <a:lnTo>
                  <a:pt x="1538" y="1492"/>
                </a:lnTo>
                <a:lnTo>
                  <a:pt x="1537" y="1495"/>
                </a:lnTo>
                <a:lnTo>
                  <a:pt x="1539" y="1500"/>
                </a:lnTo>
                <a:lnTo>
                  <a:pt x="1540" y="1500"/>
                </a:lnTo>
                <a:lnTo>
                  <a:pt x="1541" y="1503"/>
                </a:lnTo>
                <a:lnTo>
                  <a:pt x="1542" y="1504"/>
                </a:lnTo>
                <a:lnTo>
                  <a:pt x="1542" y="1505"/>
                </a:lnTo>
                <a:lnTo>
                  <a:pt x="1543" y="1507"/>
                </a:lnTo>
                <a:lnTo>
                  <a:pt x="1544" y="1509"/>
                </a:lnTo>
                <a:lnTo>
                  <a:pt x="1545" y="1512"/>
                </a:lnTo>
                <a:lnTo>
                  <a:pt x="1545" y="1514"/>
                </a:lnTo>
                <a:lnTo>
                  <a:pt x="1546" y="1516"/>
                </a:lnTo>
                <a:lnTo>
                  <a:pt x="1547" y="1516"/>
                </a:lnTo>
                <a:lnTo>
                  <a:pt x="1548" y="1516"/>
                </a:lnTo>
                <a:lnTo>
                  <a:pt x="1550" y="1516"/>
                </a:lnTo>
                <a:lnTo>
                  <a:pt x="1552" y="1516"/>
                </a:lnTo>
                <a:lnTo>
                  <a:pt x="1555" y="1517"/>
                </a:lnTo>
                <a:lnTo>
                  <a:pt x="1558" y="1517"/>
                </a:lnTo>
                <a:lnTo>
                  <a:pt x="1560" y="1516"/>
                </a:lnTo>
                <a:lnTo>
                  <a:pt x="1561" y="1516"/>
                </a:lnTo>
                <a:lnTo>
                  <a:pt x="1562" y="1516"/>
                </a:lnTo>
                <a:lnTo>
                  <a:pt x="1563" y="1516"/>
                </a:lnTo>
                <a:lnTo>
                  <a:pt x="1565" y="1516"/>
                </a:lnTo>
                <a:lnTo>
                  <a:pt x="1566" y="1516"/>
                </a:lnTo>
                <a:lnTo>
                  <a:pt x="1569" y="1517"/>
                </a:lnTo>
                <a:lnTo>
                  <a:pt x="1570" y="1518"/>
                </a:lnTo>
                <a:lnTo>
                  <a:pt x="1570" y="1520"/>
                </a:lnTo>
                <a:lnTo>
                  <a:pt x="1569" y="1521"/>
                </a:lnTo>
                <a:lnTo>
                  <a:pt x="1568" y="1522"/>
                </a:lnTo>
                <a:lnTo>
                  <a:pt x="1568" y="1523"/>
                </a:lnTo>
                <a:lnTo>
                  <a:pt x="1568" y="1524"/>
                </a:lnTo>
                <a:lnTo>
                  <a:pt x="1569" y="1525"/>
                </a:lnTo>
                <a:lnTo>
                  <a:pt x="1570" y="1526"/>
                </a:lnTo>
                <a:lnTo>
                  <a:pt x="1571" y="1527"/>
                </a:lnTo>
                <a:lnTo>
                  <a:pt x="1572" y="1527"/>
                </a:lnTo>
                <a:lnTo>
                  <a:pt x="1573" y="1526"/>
                </a:lnTo>
                <a:lnTo>
                  <a:pt x="1575" y="1526"/>
                </a:lnTo>
                <a:lnTo>
                  <a:pt x="1577" y="1525"/>
                </a:lnTo>
                <a:lnTo>
                  <a:pt x="1579" y="1525"/>
                </a:lnTo>
                <a:lnTo>
                  <a:pt x="1580" y="1526"/>
                </a:lnTo>
                <a:lnTo>
                  <a:pt x="1582" y="1526"/>
                </a:lnTo>
                <a:lnTo>
                  <a:pt x="1583" y="1525"/>
                </a:lnTo>
                <a:lnTo>
                  <a:pt x="1585" y="1525"/>
                </a:lnTo>
                <a:lnTo>
                  <a:pt x="1588" y="1525"/>
                </a:lnTo>
                <a:lnTo>
                  <a:pt x="1592" y="1525"/>
                </a:lnTo>
                <a:lnTo>
                  <a:pt x="1594" y="1525"/>
                </a:lnTo>
                <a:lnTo>
                  <a:pt x="1595" y="1525"/>
                </a:lnTo>
                <a:lnTo>
                  <a:pt x="1596" y="1525"/>
                </a:lnTo>
                <a:lnTo>
                  <a:pt x="1597" y="1526"/>
                </a:lnTo>
                <a:lnTo>
                  <a:pt x="1598" y="1526"/>
                </a:lnTo>
                <a:lnTo>
                  <a:pt x="1605" y="1534"/>
                </a:lnTo>
                <a:lnTo>
                  <a:pt x="1611" y="1538"/>
                </a:lnTo>
                <a:lnTo>
                  <a:pt x="1621" y="1545"/>
                </a:lnTo>
                <a:lnTo>
                  <a:pt x="1632" y="1543"/>
                </a:lnTo>
                <a:lnTo>
                  <a:pt x="1638" y="1539"/>
                </a:lnTo>
                <a:lnTo>
                  <a:pt x="1645" y="1515"/>
                </a:lnTo>
                <a:lnTo>
                  <a:pt x="1643" y="1504"/>
                </a:lnTo>
                <a:lnTo>
                  <a:pt x="1642" y="1498"/>
                </a:lnTo>
                <a:lnTo>
                  <a:pt x="1629" y="1487"/>
                </a:lnTo>
                <a:lnTo>
                  <a:pt x="1610" y="1466"/>
                </a:lnTo>
                <a:lnTo>
                  <a:pt x="1610" y="1464"/>
                </a:lnTo>
                <a:lnTo>
                  <a:pt x="1611" y="1450"/>
                </a:lnTo>
                <a:lnTo>
                  <a:pt x="1615" y="1445"/>
                </a:lnTo>
                <a:lnTo>
                  <a:pt x="1616" y="1443"/>
                </a:lnTo>
                <a:lnTo>
                  <a:pt x="1618" y="1434"/>
                </a:lnTo>
                <a:lnTo>
                  <a:pt x="1619" y="1431"/>
                </a:lnTo>
                <a:lnTo>
                  <a:pt x="1620" y="1429"/>
                </a:lnTo>
                <a:lnTo>
                  <a:pt x="1625" y="1425"/>
                </a:lnTo>
                <a:lnTo>
                  <a:pt x="1627" y="1423"/>
                </a:lnTo>
                <a:lnTo>
                  <a:pt x="1628" y="1422"/>
                </a:lnTo>
                <a:lnTo>
                  <a:pt x="1629" y="1419"/>
                </a:lnTo>
                <a:lnTo>
                  <a:pt x="1631" y="1414"/>
                </a:lnTo>
                <a:lnTo>
                  <a:pt x="1632" y="1413"/>
                </a:lnTo>
                <a:lnTo>
                  <a:pt x="1632" y="1411"/>
                </a:lnTo>
                <a:lnTo>
                  <a:pt x="1633" y="1409"/>
                </a:lnTo>
                <a:lnTo>
                  <a:pt x="1633" y="1404"/>
                </a:lnTo>
                <a:lnTo>
                  <a:pt x="1633" y="1402"/>
                </a:lnTo>
                <a:lnTo>
                  <a:pt x="1633" y="1401"/>
                </a:lnTo>
                <a:lnTo>
                  <a:pt x="1634" y="1399"/>
                </a:lnTo>
                <a:lnTo>
                  <a:pt x="1635" y="1398"/>
                </a:lnTo>
                <a:lnTo>
                  <a:pt x="1635" y="1395"/>
                </a:lnTo>
                <a:lnTo>
                  <a:pt x="1637" y="1389"/>
                </a:lnTo>
                <a:lnTo>
                  <a:pt x="1637" y="1388"/>
                </a:lnTo>
                <a:lnTo>
                  <a:pt x="1643" y="1385"/>
                </a:lnTo>
                <a:lnTo>
                  <a:pt x="1646" y="1384"/>
                </a:lnTo>
                <a:lnTo>
                  <a:pt x="1648" y="1384"/>
                </a:lnTo>
                <a:lnTo>
                  <a:pt x="1651" y="1385"/>
                </a:lnTo>
                <a:lnTo>
                  <a:pt x="1655" y="1384"/>
                </a:lnTo>
                <a:lnTo>
                  <a:pt x="1672" y="1350"/>
                </a:lnTo>
                <a:lnTo>
                  <a:pt x="1690" y="1326"/>
                </a:lnTo>
                <a:lnTo>
                  <a:pt x="1715" y="1290"/>
                </a:lnTo>
                <a:lnTo>
                  <a:pt x="1727" y="1270"/>
                </a:lnTo>
                <a:lnTo>
                  <a:pt x="1732" y="1255"/>
                </a:lnTo>
                <a:lnTo>
                  <a:pt x="1742" y="1237"/>
                </a:lnTo>
                <a:lnTo>
                  <a:pt x="1750" y="1234"/>
                </a:lnTo>
                <a:lnTo>
                  <a:pt x="1751" y="1229"/>
                </a:lnTo>
                <a:lnTo>
                  <a:pt x="1763" y="1206"/>
                </a:lnTo>
                <a:lnTo>
                  <a:pt x="1765" y="1201"/>
                </a:lnTo>
                <a:lnTo>
                  <a:pt x="1766" y="1197"/>
                </a:lnTo>
                <a:lnTo>
                  <a:pt x="1768" y="1193"/>
                </a:lnTo>
                <a:lnTo>
                  <a:pt x="1768" y="1192"/>
                </a:lnTo>
                <a:lnTo>
                  <a:pt x="1769" y="1192"/>
                </a:lnTo>
                <a:lnTo>
                  <a:pt x="1771" y="1190"/>
                </a:lnTo>
                <a:lnTo>
                  <a:pt x="1774" y="1188"/>
                </a:lnTo>
                <a:lnTo>
                  <a:pt x="1777" y="1185"/>
                </a:lnTo>
                <a:lnTo>
                  <a:pt x="1778" y="1184"/>
                </a:lnTo>
                <a:lnTo>
                  <a:pt x="1779" y="1182"/>
                </a:lnTo>
                <a:lnTo>
                  <a:pt x="1780" y="1179"/>
                </a:lnTo>
                <a:lnTo>
                  <a:pt x="1782" y="1176"/>
                </a:lnTo>
                <a:lnTo>
                  <a:pt x="1783" y="1175"/>
                </a:lnTo>
                <a:lnTo>
                  <a:pt x="1783" y="1173"/>
                </a:lnTo>
                <a:lnTo>
                  <a:pt x="1784" y="1171"/>
                </a:lnTo>
                <a:lnTo>
                  <a:pt x="1785" y="1170"/>
                </a:lnTo>
                <a:lnTo>
                  <a:pt x="1786" y="1167"/>
                </a:lnTo>
                <a:lnTo>
                  <a:pt x="1787" y="1165"/>
                </a:lnTo>
                <a:lnTo>
                  <a:pt x="1787" y="1163"/>
                </a:lnTo>
                <a:lnTo>
                  <a:pt x="1788" y="1162"/>
                </a:lnTo>
                <a:lnTo>
                  <a:pt x="1788" y="1158"/>
                </a:lnTo>
                <a:lnTo>
                  <a:pt x="1789" y="1156"/>
                </a:lnTo>
                <a:lnTo>
                  <a:pt x="1789" y="1154"/>
                </a:lnTo>
                <a:lnTo>
                  <a:pt x="1790" y="1154"/>
                </a:lnTo>
                <a:lnTo>
                  <a:pt x="1791" y="1155"/>
                </a:lnTo>
                <a:lnTo>
                  <a:pt x="1792" y="1155"/>
                </a:lnTo>
                <a:lnTo>
                  <a:pt x="1793" y="1155"/>
                </a:lnTo>
                <a:lnTo>
                  <a:pt x="1795" y="1155"/>
                </a:lnTo>
                <a:lnTo>
                  <a:pt x="1796" y="1154"/>
                </a:lnTo>
                <a:lnTo>
                  <a:pt x="1798" y="1155"/>
                </a:lnTo>
                <a:lnTo>
                  <a:pt x="1800" y="1156"/>
                </a:lnTo>
                <a:lnTo>
                  <a:pt x="1802" y="1156"/>
                </a:lnTo>
                <a:lnTo>
                  <a:pt x="1803" y="1155"/>
                </a:lnTo>
                <a:lnTo>
                  <a:pt x="1805" y="1154"/>
                </a:lnTo>
                <a:lnTo>
                  <a:pt x="1806" y="1154"/>
                </a:lnTo>
                <a:lnTo>
                  <a:pt x="1807" y="1155"/>
                </a:lnTo>
                <a:lnTo>
                  <a:pt x="1809" y="1158"/>
                </a:lnTo>
                <a:lnTo>
                  <a:pt x="1810" y="1159"/>
                </a:lnTo>
                <a:lnTo>
                  <a:pt x="1813" y="1160"/>
                </a:lnTo>
                <a:lnTo>
                  <a:pt x="1813" y="1161"/>
                </a:lnTo>
                <a:lnTo>
                  <a:pt x="1814" y="1163"/>
                </a:lnTo>
                <a:lnTo>
                  <a:pt x="1814" y="1165"/>
                </a:lnTo>
                <a:lnTo>
                  <a:pt x="1814" y="1166"/>
                </a:lnTo>
                <a:lnTo>
                  <a:pt x="1815" y="1167"/>
                </a:lnTo>
                <a:lnTo>
                  <a:pt x="1816" y="1167"/>
                </a:lnTo>
                <a:lnTo>
                  <a:pt x="1817" y="1168"/>
                </a:lnTo>
                <a:lnTo>
                  <a:pt x="1817" y="1169"/>
                </a:lnTo>
                <a:lnTo>
                  <a:pt x="1819" y="1170"/>
                </a:lnTo>
                <a:lnTo>
                  <a:pt x="1822" y="1171"/>
                </a:lnTo>
                <a:lnTo>
                  <a:pt x="1825" y="1171"/>
                </a:lnTo>
                <a:lnTo>
                  <a:pt x="1826" y="1171"/>
                </a:lnTo>
                <a:lnTo>
                  <a:pt x="1826" y="1172"/>
                </a:lnTo>
                <a:lnTo>
                  <a:pt x="1827" y="1173"/>
                </a:lnTo>
                <a:lnTo>
                  <a:pt x="1828" y="1173"/>
                </a:lnTo>
                <a:lnTo>
                  <a:pt x="1829" y="1173"/>
                </a:lnTo>
                <a:lnTo>
                  <a:pt x="1831" y="1173"/>
                </a:lnTo>
                <a:lnTo>
                  <a:pt x="1832" y="1173"/>
                </a:lnTo>
                <a:lnTo>
                  <a:pt x="1833" y="1173"/>
                </a:lnTo>
                <a:lnTo>
                  <a:pt x="1834" y="1174"/>
                </a:lnTo>
                <a:lnTo>
                  <a:pt x="1833" y="1175"/>
                </a:lnTo>
                <a:lnTo>
                  <a:pt x="1834" y="1176"/>
                </a:lnTo>
                <a:lnTo>
                  <a:pt x="1835" y="1178"/>
                </a:lnTo>
                <a:lnTo>
                  <a:pt x="1836" y="1180"/>
                </a:lnTo>
                <a:lnTo>
                  <a:pt x="1837" y="1182"/>
                </a:lnTo>
                <a:lnTo>
                  <a:pt x="1837" y="1184"/>
                </a:lnTo>
                <a:lnTo>
                  <a:pt x="1838" y="1185"/>
                </a:lnTo>
                <a:lnTo>
                  <a:pt x="1838" y="1186"/>
                </a:lnTo>
                <a:lnTo>
                  <a:pt x="1839" y="1186"/>
                </a:lnTo>
                <a:lnTo>
                  <a:pt x="1840" y="1186"/>
                </a:lnTo>
                <a:lnTo>
                  <a:pt x="1842" y="1185"/>
                </a:lnTo>
                <a:lnTo>
                  <a:pt x="1844" y="1185"/>
                </a:lnTo>
                <a:lnTo>
                  <a:pt x="1845" y="1185"/>
                </a:lnTo>
                <a:lnTo>
                  <a:pt x="1845" y="1186"/>
                </a:lnTo>
                <a:lnTo>
                  <a:pt x="1845" y="1187"/>
                </a:lnTo>
                <a:lnTo>
                  <a:pt x="1846" y="1188"/>
                </a:lnTo>
                <a:lnTo>
                  <a:pt x="1847" y="1189"/>
                </a:lnTo>
                <a:lnTo>
                  <a:pt x="1847" y="1190"/>
                </a:lnTo>
                <a:lnTo>
                  <a:pt x="1847" y="1191"/>
                </a:lnTo>
                <a:lnTo>
                  <a:pt x="1849" y="1191"/>
                </a:lnTo>
                <a:lnTo>
                  <a:pt x="1850" y="1191"/>
                </a:lnTo>
                <a:lnTo>
                  <a:pt x="1851" y="1192"/>
                </a:lnTo>
                <a:lnTo>
                  <a:pt x="1851" y="1193"/>
                </a:lnTo>
                <a:lnTo>
                  <a:pt x="1852" y="1195"/>
                </a:lnTo>
                <a:lnTo>
                  <a:pt x="1852" y="1196"/>
                </a:lnTo>
                <a:lnTo>
                  <a:pt x="1853" y="1197"/>
                </a:lnTo>
                <a:lnTo>
                  <a:pt x="1854" y="1198"/>
                </a:lnTo>
                <a:lnTo>
                  <a:pt x="1856" y="1198"/>
                </a:lnTo>
                <a:lnTo>
                  <a:pt x="1857" y="1198"/>
                </a:lnTo>
                <a:lnTo>
                  <a:pt x="1857" y="1199"/>
                </a:lnTo>
                <a:lnTo>
                  <a:pt x="1857" y="1200"/>
                </a:lnTo>
                <a:lnTo>
                  <a:pt x="1856" y="1201"/>
                </a:lnTo>
                <a:lnTo>
                  <a:pt x="1856" y="1202"/>
                </a:lnTo>
                <a:lnTo>
                  <a:pt x="1857" y="1202"/>
                </a:lnTo>
                <a:lnTo>
                  <a:pt x="1858" y="1203"/>
                </a:lnTo>
                <a:lnTo>
                  <a:pt x="1859" y="1203"/>
                </a:lnTo>
                <a:lnTo>
                  <a:pt x="1860" y="1204"/>
                </a:lnTo>
                <a:lnTo>
                  <a:pt x="1862" y="1206"/>
                </a:lnTo>
                <a:lnTo>
                  <a:pt x="1864" y="1207"/>
                </a:lnTo>
                <a:lnTo>
                  <a:pt x="1866" y="1208"/>
                </a:lnTo>
                <a:lnTo>
                  <a:pt x="1868" y="1209"/>
                </a:lnTo>
                <a:lnTo>
                  <a:pt x="1871" y="1211"/>
                </a:lnTo>
                <a:lnTo>
                  <a:pt x="1872" y="1211"/>
                </a:lnTo>
                <a:lnTo>
                  <a:pt x="1872" y="1212"/>
                </a:lnTo>
                <a:lnTo>
                  <a:pt x="1872" y="1213"/>
                </a:lnTo>
                <a:lnTo>
                  <a:pt x="1872" y="1214"/>
                </a:lnTo>
                <a:lnTo>
                  <a:pt x="1872" y="1215"/>
                </a:lnTo>
                <a:lnTo>
                  <a:pt x="1872" y="1216"/>
                </a:lnTo>
                <a:lnTo>
                  <a:pt x="1873" y="1216"/>
                </a:lnTo>
                <a:lnTo>
                  <a:pt x="1874" y="1215"/>
                </a:lnTo>
                <a:lnTo>
                  <a:pt x="1875" y="1214"/>
                </a:lnTo>
                <a:lnTo>
                  <a:pt x="1877" y="1214"/>
                </a:lnTo>
                <a:lnTo>
                  <a:pt x="1878" y="1214"/>
                </a:lnTo>
                <a:lnTo>
                  <a:pt x="1880" y="1214"/>
                </a:lnTo>
                <a:lnTo>
                  <a:pt x="1881" y="1215"/>
                </a:lnTo>
                <a:lnTo>
                  <a:pt x="1882" y="1216"/>
                </a:lnTo>
                <a:lnTo>
                  <a:pt x="1883" y="1216"/>
                </a:lnTo>
                <a:lnTo>
                  <a:pt x="1884" y="1217"/>
                </a:lnTo>
                <a:lnTo>
                  <a:pt x="1885" y="1218"/>
                </a:lnTo>
                <a:lnTo>
                  <a:pt x="1887" y="1220"/>
                </a:lnTo>
                <a:lnTo>
                  <a:pt x="1889" y="1221"/>
                </a:lnTo>
                <a:lnTo>
                  <a:pt x="1890" y="1222"/>
                </a:lnTo>
                <a:lnTo>
                  <a:pt x="1891" y="1223"/>
                </a:lnTo>
                <a:lnTo>
                  <a:pt x="1892" y="1224"/>
                </a:lnTo>
                <a:lnTo>
                  <a:pt x="1894" y="1224"/>
                </a:lnTo>
                <a:lnTo>
                  <a:pt x="1895" y="1225"/>
                </a:lnTo>
                <a:lnTo>
                  <a:pt x="1895" y="1227"/>
                </a:lnTo>
                <a:lnTo>
                  <a:pt x="1896" y="1227"/>
                </a:lnTo>
                <a:lnTo>
                  <a:pt x="1897" y="1228"/>
                </a:lnTo>
                <a:lnTo>
                  <a:pt x="1898" y="1227"/>
                </a:lnTo>
                <a:lnTo>
                  <a:pt x="1899" y="1228"/>
                </a:lnTo>
                <a:lnTo>
                  <a:pt x="1899" y="1230"/>
                </a:lnTo>
                <a:lnTo>
                  <a:pt x="1900" y="1231"/>
                </a:lnTo>
                <a:lnTo>
                  <a:pt x="1900" y="1232"/>
                </a:lnTo>
                <a:lnTo>
                  <a:pt x="1901" y="1231"/>
                </a:lnTo>
                <a:lnTo>
                  <a:pt x="1902" y="1230"/>
                </a:lnTo>
                <a:lnTo>
                  <a:pt x="1904" y="1229"/>
                </a:lnTo>
                <a:lnTo>
                  <a:pt x="1905" y="1228"/>
                </a:lnTo>
                <a:lnTo>
                  <a:pt x="1906" y="1229"/>
                </a:lnTo>
                <a:lnTo>
                  <a:pt x="1907" y="1229"/>
                </a:lnTo>
                <a:lnTo>
                  <a:pt x="1908" y="1230"/>
                </a:lnTo>
                <a:lnTo>
                  <a:pt x="1910" y="1230"/>
                </a:lnTo>
                <a:lnTo>
                  <a:pt x="1911" y="1229"/>
                </a:lnTo>
                <a:lnTo>
                  <a:pt x="1912" y="1229"/>
                </a:lnTo>
                <a:lnTo>
                  <a:pt x="1913" y="1230"/>
                </a:lnTo>
                <a:lnTo>
                  <a:pt x="1916" y="1232"/>
                </a:lnTo>
                <a:lnTo>
                  <a:pt x="1919" y="1235"/>
                </a:lnTo>
                <a:lnTo>
                  <a:pt x="1924" y="1237"/>
                </a:lnTo>
                <a:lnTo>
                  <a:pt x="1929" y="1237"/>
                </a:lnTo>
                <a:lnTo>
                  <a:pt x="1932" y="1236"/>
                </a:lnTo>
                <a:lnTo>
                  <a:pt x="1936" y="1234"/>
                </a:lnTo>
                <a:lnTo>
                  <a:pt x="1939" y="1232"/>
                </a:lnTo>
                <a:lnTo>
                  <a:pt x="1941" y="1233"/>
                </a:lnTo>
                <a:lnTo>
                  <a:pt x="1942" y="1233"/>
                </a:lnTo>
                <a:lnTo>
                  <a:pt x="1945" y="1234"/>
                </a:lnTo>
                <a:lnTo>
                  <a:pt x="1946" y="1235"/>
                </a:lnTo>
                <a:lnTo>
                  <a:pt x="1949" y="1235"/>
                </a:lnTo>
                <a:lnTo>
                  <a:pt x="1951" y="1236"/>
                </a:lnTo>
                <a:lnTo>
                  <a:pt x="1952" y="1237"/>
                </a:lnTo>
                <a:lnTo>
                  <a:pt x="1954" y="1237"/>
                </a:lnTo>
                <a:lnTo>
                  <a:pt x="1956" y="1237"/>
                </a:lnTo>
                <a:lnTo>
                  <a:pt x="1958" y="1236"/>
                </a:lnTo>
                <a:lnTo>
                  <a:pt x="1959" y="1236"/>
                </a:lnTo>
                <a:lnTo>
                  <a:pt x="1960" y="1238"/>
                </a:lnTo>
                <a:lnTo>
                  <a:pt x="1960" y="1239"/>
                </a:lnTo>
                <a:lnTo>
                  <a:pt x="1961" y="1239"/>
                </a:lnTo>
                <a:lnTo>
                  <a:pt x="1964" y="1239"/>
                </a:lnTo>
                <a:lnTo>
                  <a:pt x="1966" y="1239"/>
                </a:lnTo>
                <a:lnTo>
                  <a:pt x="1970" y="1238"/>
                </a:lnTo>
                <a:lnTo>
                  <a:pt x="1972" y="1238"/>
                </a:lnTo>
                <a:lnTo>
                  <a:pt x="1973" y="1239"/>
                </a:lnTo>
                <a:lnTo>
                  <a:pt x="1974" y="1239"/>
                </a:lnTo>
                <a:lnTo>
                  <a:pt x="1974" y="1240"/>
                </a:lnTo>
                <a:lnTo>
                  <a:pt x="1975" y="1242"/>
                </a:lnTo>
                <a:lnTo>
                  <a:pt x="1976" y="1243"/>
                </a:lnTo>
                <a:lnTo>
                  <a:pt x="1978" y="1244"/>
                </a:lnTo>
                <a:lnTo>
                  <a:pt x="1980" y="1247"/>
                </a:lnTo>
                <a:lnTo>
                  <a:pt x="1981" y="1248"/>
                </a:lnTo>
                <a:lnTo>
                  <a:pt x="1984" y="1247"/>
                </a:lnTo>
                <a:lnTo>
                  <a:pt x="1987" y="1246"/>
                </a:lnTo>
                <a:lnTo>
                  <a:pt x="1990" y="1245"/>
                </a:lnTo>
                <a:lnTo>
                  <a:pt x="1993" y="1245"/>
                </a:lnTo>
                <a:lnTo>
                  <a:pt x="1996" y="1246"/>
                </a:lnTo>
                <a:lnTo>
                  <a:pt x="1998" y="1247"/>
                </a:lnTo>
                <a:lnTo>
                  <a:pt x="1999" y="1247"/>
                </a:lnTo>
                <a:lnTo>
                  <a:pt x="2001" y="1246"/>
                </a:lnTo>
                <a:lnTo>
                  <a:pt x="2002" y="1246"/>
                </a:lnTo>
                <a:lnTo>
                  <a:pt x="2003" y="1247"/>
                </a:lnTo>
                <a:lnTo>
                  <a:pt x="2004" y="1247"/>
                </a:lnTo>
                <a:lnTo>
                  <a:pt x="2005" y="1246"/>
                </a:lnTo>
                <a:lnTo>
                  <a:pt x="2007" y="1246"/>
                </a:lnTo>
                <a:lnTo>
                  <a:pt x="2011" y="1246"/>
                </a:lnTo>
                <a:lnTo>
                  <a:pt x="2015" y="1247"/>
                </a:lnTo>
                <a:lnTo>
                  <a:pt x="2016" y="1248"/>
                </a:lnTo>
                <a:lnTo>
                  <a:pt x="2017" y="1251"/>
                </a:lnTo>
                <a:lnTo>
                  <a:pt x="2018" y="1253"/>
                </a:lnTo>
                <a:lnTo>
                  <a:pt x="2020" y="1256"/>
                </a:lnTo>
                <a:lnTo>
                  <a:pt x="2023" y="1257"/>
                </a:lnTo>
                <a:lnTo>
                  <a:pt x="2025" y="1259"/>
                </a:lnTo>
                <a:lnTo>
                  <a:pt x="2027" y="1260"/>
                </a:lnTo>
                <a:lnTo>
                  <a:pt x="2027" y="1263"/>
                </a:lnTo>
                <a:lnTo>
                  <a:pt x="2027" y="1265"/>
                </a:lnTo>
                <a:lnTo>
                  <a:pt x="2028" y="1267"/>
                </a:lnTo>
                <a:lnTo>
                  <a:pt x="2032" y="1274"/>
                </a:lnTo>
                <a:lnTo>
                  <a:pt x="2033" y="1276"/>
                </a:lnTo>
                <a:lnTo>
                  <a:pt x="2033" y="1279"/>
                </a:lnTo>
                <a:lnTo>
                  <a:pt x="2034" y="1282"/>
                </a:lnTo>
                <a:lnTo>
                  <a:pt x="2035" y="1282"/>
                </a:lnTo>
                <a:lnTo>
                  <a:pt x="2036" y="1282"/>
                </a:lnTo>
                <a:lnTo>
                  <a:pt x="2037" y="1282"/>
                </a:lnTo>
                <a:lnTo>
                  <a:pt x="2039" y="1280"/>
                </a:lnTo>
                <a:lnTo>
                  <a:pt x="2041" y="1279"/>
                </a:lnTo>
                <a:lnTo>
                  <a:pt x="2041" y="1276"/>
                </a:lnTo>
                <a:lnTo>
                  <a:pt x="2042" y="1275"/>
                </a:lnTo>
                <a:lnTo>
                  <a:pt x="2043" y="1273"/>
                </a:lnTo>
                <a:lnTo>
                  <a:pt x="2045" y="1272"/>
                </a:lnTo>
                <a:lnTo>
                  <a:pt x="2047" y="1271"/>
                </a:lnTo>
                <a:lnTo>
                  <a:pt x="2048" y="1271"/>
                </a:lnTo>
                <a:lnTo>
                  <a:pt x="2050" y="1271"/>
                </a:lnTo>
                <a:lnTo>
                  <a:pt x="2053" y="1271"/>
                </a:lnTo>
                <a:lnTo>
                  <a:pt x="2055" y="1272"/>
                </a:lnTo>
                <a:lnTo>
                  <a:pt x="2056" y="1271"/>
                </a:lnTo>
                <a:lnTo>
                  <a:pt x="2058" y="1270"/>
                </a:lnTo>
                <a:lnTo>
                  <a:pt x="2059" y="1269"/>
                </a:lnTo>
                <a:lnTo>
                  <a:pt x="2060" y="1267"/>
                </a:lnTo>
                <a:lnTo>
                  <a:pt x="2063" y="1265"/>
                </a:lnTo>
                <a:lnTo>
                  <a:pt x="2066" y="1263"/>
                </a:lnTo>
                <a:lnTo>
                  <a:pt x="2068" y="1262"/>
                </a:lnTo>
                <a:lnTo>
                  <a:pt x="2070" y="1262"/>
                </a:lnTo>
                <a:lnTo>
                  <a:pt x="2072" y="1262"/>
                </a:lnTo>
                <a:lnTo>
                  <a:pt x="2074" y="1260"/>
                </a:lnTo>
                <a:lnTo>
                  <a:pt x="2076" y="1256"/>
                </a:lnTo>
                <a:lnTo>
                  <a:pt x="2077" y="1256"/>
                </a:lnTo>
                <a:lnTo>
                  <a:pt x="2079" y="1253"/>
                </a:lnTo>
                <a:lnTo>
                  <a:pt x="2080" y="1252"/>
                </a:lnTo>
                <a:lnTo>
                  <a:pt x="2081" y="1251"/>
                </a:lnTo>
                <a:lnTo>
                  <a:pt x="2084" y="1251"/>
                </a:lnTo>
                <a:lnTo>
                  <a:pt x="2087" y="1252"/>
                </a:lnTo>
                <a:lnTo>
                  <a:pt x="2088" y="1252"/>
                </a:lnTo>
                <a:lnTo>
                  <a:pt x="2089" y="1252"/>
                </a:lnTo>
                <a:lnTo>
                  <a:pt x="2089" y="1250"/>
                </a:lnTo>
                <a:lnTo>
                  <a:pt x="2090" y="1250"/>
                </a:lnTo>
                <a:lnTo>
                  <a:pt x="2092" y="1252"/>
                </a:lnTo>
                <a:lnTo>
                  <a:pt x="2093" y="1254"/>
                </a:lnTo>
                <a:lnTo>
                  <a:pt x="2095" y="1255"/>
                </a:lnTo>
                <a:lnTo>
                  <a:pt x="2095" y="1256"/>
                </a:lnTo>
                <a:lnTo>
                  <a:pt x="2096" y="1256"/>
                </a:lnTo>
                <a:lnTo>
                  <a:pt x="2098" y="1256"/>
                </a:lnTo>
                <a:lnTo>
                  <a:pt x="2100" y="1255"/>
                </a:lnTo>
                <a:lnTo>
                  <a:pt x="2101" y="1255"/>
                </a:lnTo>
                <a:lnTo>
                  <a:pt x="2101" y="1256"/>
                </a:lnTo>
                <a:lnTo>
                  <a:pt x="2102" y="1256"/>
                </a:lnTo>
                <a:lnTo>
                  <a:pt x="2103" y="1257"/>
                </a:lnTo>
                <a:lnTo>
                  <a:pt x="2105" y="1257"/>
                </a:lnTo>
                <a:lnTo>
                  <a:pt x="2107" y="1256"/>
                </a:lnTo>
                <a:lnTo>
                  <a:pt x="2110" y="1256"/>
                </a:lnTo>
                <a:lnTo>
                  <a:pt x="2113" y="1256"/>
                </a:lnTo>
                <a:lnTo>
                  <a:pt x="2114" y="1256"/>
                </a:lnTo>
                <a:lnTo>
                  <a:pt x="2115" y="1256"/>
                </a:lnTo>
                <a:lnTo>
                  <a:pt x="2117" y="1258"/>
                </a:lnTo>
                <a:lnTo>
                  <a:pt x="2120" y="1259"/>
                </a:lnTo>
                <a:lnTo>
                  <a:pt x="2123" y="1259"/>
                </a:lnTo>
                <a:lnTo>
                  <a:pt x="2125" y="1260"/>
                </a:lnTo>
                <a:lnTo>
                  <a:pt x="2126" y="1259"/>
                </a:lnTo>
                <a:lnTo>
                  <a:pt x="2126" y="1258"/>
                </a:lnTo>
                <a:lnTo>
                  <a:pt x="2127" y="1253"/>
                </a:lnTo>
                <a:lnTo>
                  <a:pt x="2127" y="1252"/>
                </a:lnTo>
                <a:lnTo>
                  <a:pt x="2129" y="1248"/>
                </a:lnTo>
                <a:lnTo>
                  <a:pt x="2132" y="1246"/>
                </a:lnTo>
                <a:lnTo>
                  <a:pt x="2134" y="1244"/>
                </a:lnTo>
                <a:lnTo>
                  <a:pt x="2135" y="1243"/>
                </a:lnTo>
                <a:lnTo>
                  <a:pt x="2140" y="1238"/>
                </a:lnTo>
                <a:lnTo>
                  <a:pt x="2145" y="1234"/>
                </a:lnTo>
                <a:lnTo>
                  <a:pt x="2148" y="1231"/>
                </a:lnTo>
                <a:lnTo>
                  <a:pt x="2149" y="1230"/>
                </a:lnTo>
                <a:lnTo>
                  <a:pt x="2152" y="1228"/>
                </a:lnTo>
                <a:lnTo>
                  <a:pt x="2153" y="1227"/>
                </a:lnTo>
                <a:lnTo>
                  <a:pt x="2154" y="1226"/>
                </a:lnTo>
                <a:lnTo>
                  <a:pt x="2154" y="1224"/>
                </a:lnTo>
                <a:lnTo>
                  <a:pt x="2154" y="1222"/>
                </a:lnTo>
                <a:lnTo>
                  <a:pt x="2155" y="1221"/>
                </a:lnTo>
                <a:lnTo>
                  <a:pt x="2155" y="1220"/>
                </a:lnTo>
                <a:lnTo>
                  <a:pt x="2156" y="1220"/>
                </a:lnTo>
                <a:lnTo>
                  <a:pt x="2156" y="1219"/>
                </a:lnTo>
                <a:lnTo>
                  <a:pt x="2156" y="1217"/>
                </a:lnTo>
                <a:lnTo>
                  <a:pt x="2156" y="1215"/>
                </a:lnTo>
                <a:lnTo>
                  <a:pt x="2155" y="1213"/>
                </a:lnTo>
                <a:lnTo>
                  <a:pt x="2154" y="1212"/>
                </a:lnTo>
                <a:lnTo>
                  <a:pt x="2154" y="1211"/>
                </a:lnTo>
                <a:lnTo>
                  <a:pt x="2154" y="1210"/>
                </a:lnTo>
                <a:lnTo>
                  <a:pt x="2154" y="1209"/>
                </a:lnTo>
                <a:lnTo>
                  <a:pt x="2155" y="1208"/>
                </a:lnTo>
                <a:lnTo>
                  <a:pt x="2156" y="1207"/>
                </a:lnTo>
                <a:lnTo>
                  <a:pt x="2157" y="1206"/>
                </a:lnTo>
                <a:lnTo>
                  <a:pt x="2157" y="1205"/>
                </a:lnTo>
                <a:lnTo>
                  <a:pt x="2157" y="1204"/>
                </a:lnTo>
                <a:lnTo>
                  <a:pt x="2158" y="1202"/>
                </a:lnTo>
                <a:lnTo>
                  <a:pt x="2159" y="1201"/>
                </a:lnTo>
                <a:lnTo>
                  <a:pt x="2160" y="1200"/>
                </a:lnTo>
                <a:lnTo>
                  <a:pt x="2161" y="1199"/>
                </a:lnTo>
                <a:lnTo>
                  <a:pt x="2161" y="1197"/>
                </a:lnTo>
                <a:lnTo>
                  <a:pt x="2160" y="1192"/>
                </a:lnTo>
                <a:lnTo>
                  <a:pt x="2161" y="1189"/>
                </a:lnTo>
                <a:lnTo>
                  <a:pt x="2161" y="1187"/>
                </a:lnTo>
                <a:lnTo>
                  <a:pt x="2161" y="1186"/>
                </a:lnTo>
                <a:lnTo>
                  <a:pt x="2160" y="1185"/>
                </a:lnTo>
                <a:lnTo>
                  <a:pt x="2159" y="1184"/>
                </a:lnTo>
                <a:lnTo>
                  <a:pt x="2157" y="1182"/>
                </a:lnTo>
                <a:lnTo>
                  <a:pt x="2156" y="1180"/>
                </a:lnTo>
                <a:lnTo>
                  <a:pt x="2156" y="1177"/>
                </a:lnTo>
                <a:lnTo>
                  <a:pt x="2156" y="1176"/>
                </a:lnTo>
                <a:lnTo>
                  <a:pt x="2155" y="1175"/>
                </a:lnTo>
                <a:lnTo>
                  <a:pt x="2155" y="1173"/>
                </a:lnTo>
                <a:lnTo>
                  <a:pt x="2154" y="1173"/>
                </a:lnTo>
                <a:lnTo>
                  <a:pt x="2154" y="1172"/>
                </a:lnTo>
                <a:lnTo>
                  <a:pt x="2154" y="1171"/>
                </a:lnTo>
                <a:lnTo>
                  <a:pt x="2154" y="1169"/>
                </a:lnTo>
                <a:lnTo>
                  <a:pt x="2156" y="1165"/>
                </a:lnTo>
                <a:lnTo>
                  <a:pt x="2155" y="1164"/>
                </a:lnTo>
                <a:lnTo>
                  <a:pt x="2156" y="1159"/>
                </a:lnTo>
                <a:lnTo>
                  <a:pt x="2157" y="1154"/>
                </a:lnTo>
                <a:lnTo>
                  <a:pt x="2157" y="1150"/>
                </a:lnTo>
                <a:lnTo>
                  <a:pt x="2157" y="1146"/>
                </a:lnTo>
                <a:lnTo>
                  <a:pt x="2161" y="1106"/>
                </a:lnTo>
                <a:lnTo>
                  <a:pt x="2163" y="1082"/>
                </a:lnTo>
                <a:lnTo>
                  <a:pt x="2163" y="1081"/>
                </a:lnTo>
                <a:lnTo>
                  <a:pt x="2163" y="1078"/>
                </a:lnTo>
                <a:lnTo>
                  <a:pt x="2164" y="1075"/>
                </a:lnTo>
                <a:lnTo>
                  <a:pt x="2163" y="1075"/>
                </a:lnTo>
                <a:lnTo>
                  <a:pt x="2163" y="1073"/>
                </a:lnTo>
                <a:lnTo>
                  <a:pt x="2163" y="1072"/>
                </a:lnTo>
                <a:lnTo>
                  <a:pt x="2164" y="1071"/>
                </a:lnTo>
                <a:lnTo>
                  <a:pt x="2164" y="1068"/>
                </a:lnTo>
                <a:lnTo>
                  <a:pt x="2164" y="1067"/>
                </a:lnTo>
                <a:lnTo>
                  <a:pt x="2164" y="1066"/>
                </a:lnTo>
                <a:lnTo>
                  <a:pt x="2163" y="1066"/>
                </a:lnTo>
                <a:lnTo>
                  <a:pt x="2162" y="1066"/>
                </a:lnTo>
                <a:lnTo>
                  <a:pt x="2162" y="1065"/>
                </a:lnTo>
                <a:lnTo>
                  <a:pt x="2163" y="1065"/>
                </a:lnTo>
                <a:lnTo>
                  <a:pt x="2164" y="1064"/>
                </a:lnTo>
                <a:lnTo>
                  <a:pt x="2164" y="1063"/>
                </a:lnTo>
                <a:lnTo>
                  <a:pt x="2164" y="1062"/>
                </a:lnTo>
                <a:lnTo>
                  <a:pt x="2164" y="1061"/>
                </a:lnTo>
                <a:lnTo>
                  <a:pt x="2165" y="1061"/>
                </a:lnTo>
                <a:lnTo>
                  <a:pt x="2166" y="1060"/>
                </a:lnTo>
                <a:lnTo>
                  <a:pt x="2166" y="1059"/>
                </a:lnTo>
                <a:lnTo>
                  <a:pt x="2166" y="1057"/>
                </a:lnTo>
                <a:lnTo>
                  <a:pt x="2166" y="1056"/>
                </a:lnTo>
                <a:lnTo>
                  <a:pt x="2167" y="1056"/>
                </a:lnTo>
                <a:lnTo>
                  <a:pt x="2168" y="1056"/>
                </a:lnTo>
                <a:lnTo>
                  <a:pt x="2168" y="1055"/>
                </a:lnTo>
                <a:lnTo>
                  <a:pt x="2167" y="1054"/>
                </a:lnTo>
                <a:lnTo>
                  <a:pt x="2167" y="1053"/>
                </a:lnTo>
                <a:lnTo>
                  <a:pt x="2168" y="1053"/>
                </a:lnTo>
                <a:lnTo>
                  <a:pt x="2168" y="1052"/>
                </a:lnTo>
                <a:lnTo>
                  <a:pt x="2168" y="1051"/>
                </a:lnTo>
                <a:lnTo>
                  <a:pt x="2169" y="1050"/>
                </a:lnTo>
                <a:lnTo>
                  <a:pt x="2170" y="1050"/>
                </a:lnTo>
                <a:lnTo>
                  <a:pt x="2170" y="1049"/>
                </a:lnTo>
                <a:lnTo>
                  <a:pt x="2169" y="1049"/>
                </a:lnTo>
                <a:lnTo>
                  <a:pt x="2169" y="1048"/>
                </a:lnTo>
                <a:lnTo>
                  <a:pt x="2169" y="1047"/>
                </a:lnTo>
                <a:lnTo>
                  <a:pt x="2170" y="1047"/>
                </a:lnTo>
                <a:lnTo>
                  <a:pt x="2170" y="1046"/>
                </a:lnTo>
                <a:lnTo>
                  <a:pt x="2171" y="1046"/>
                </a:lnTo>
                <a:lnTo>
                  <a:pt x="2171" y="1045"/>
                </a:lnTo>
                <a:lnTo>
                  <a:pt x="2172" y="1045"/>
                </a:lnTo>
                <a:lnTo>
                  <a:pt x="2172" y="1044"/>
                </a:lnTo>
                <a:lnTo>
                  <a:pt x="2172" y="1043"/>
                </a:lnTo>
                <a:lnTo>
                  <a:pt x="2173" y="1041"/>
                </a:lnTo>
                <a:lnTo>
                  <a:pt x="2173" y="1040"/>
                </a:lnTo>
                <a:lnTo>
                  <a:pt x="2174" y="1040"/>
                </a:lnTo>
                <a:lnTo>
                  <a:pt x="2175" y="1039"/>
                </a:lnTo>
                <a:lnTo>
                  <a:pt x="2176" y="1038"/>
                </a:lnTo>
                <a:lnTo>
                  <a:pt x="2176" y="1037"/>
                </a:lnTo>
                <a:lnTo>
                  <a:pt x="2177" y="1035"/>
                </a:lnTo>
                <a:lnTo>
                  <a:pt x="2178" y="1034"/>
                </a:lnTo>
                <a:lnTo>
                  <a:pt x="2178" y="1033"/>
                </a:lnTo>
                <a:lnTo>
                  <a:pt x="2179" y="1032"/>
                </a:lnTo>
                <a:lnTo>
                  <a:pt x="2180" y="1032"/>
                </a:lnTo>
                <a:lnTo>
                  <a:pt x="2181" y="1031"/>
                </a:lnTo>
                <a:lnTo>
                  <a:pt x="2182" y="1031"/>
                </a:lnTo>
                <a:lnTo>
                  <a:pt x="2182" y="1032"/>
                </a:lnTo>
                <a:lnTo>
                  <a:pt x="2183" y="1032"/>
                </a:lnTo>
                <a:lnTo>
                  <a:pt x="2183" y="1031"/>
                </a:lnTo>
                <a:lnTo>
                  <a:pt x="2184" y="1030"/>
                </a:lnTo>
                <a:lnTo>
                  <a:pt x="2184" y="1029"/>
                </a:lnTo>
                <a:lnTo>
                  <a:pt x="2185" y="1028"/>
                </a:lnTo>
                <a:lnTo>
                  <a:pt x="2186" y="1027"/>
                </a:lnTo>
                <a:lnTo>
                  <a:pt x="2187" y="1027"/>
                </a:lnTo>
                <a:lnTo>
                  <a:pt x="2187" y="1026"/>
                </a:lnTo>
                <a:lnTo>
                  <a:pt x="2188" y="1025"/>
                </a:lnTo>
                <a:lnTo>
                  <a:pt x="2189" y="1025"/>
                </a:lnTo>
                <a:lnTo>
                  <a:pt x="2190" y="1025"/>
                </a:lnTo>
                <a:lnTo>
                  <a:pt x="2190" y="1024"/>
                </a:lnTo>
                <a:lnTo>
                  <a:pt x="2191" y="1023"/>
                </a:lnTo>
                <a:lnTo>
                  <a:pt x="2191" y="1022"/>
                </a:lnTo>
                <a:lnTo>
                  <a:pt x="2192" y="1021"/>
                </a:lnTo>
                <a:lnTo>
                  <a:pt x="2192" y="1020"/>
                </a:lnTo>
                <a:lnTo>
                  <a:pt x="2194" y="1019"/>
                </a:lnTo>
                <a:lnTo>
                  <a:pt x="2194" y="1018"/>
                </a:lnTo>
                <a:lnTo>
                  <a:pt x="2194" y="1017"/>
                </a:lnTo>
                <a:lnTo>
                  <a:pt x="2195" y="1017"/>
                </a:lnTo>
                <a:lnTo>
                  <a:pt x="2195" y="1016"/>
                </a:lnTo>
                <a:lnTo>
                  <a:pt x="2195" y="1015"/>
                </a:lnTo>
                <a:lnTo>
                  <a:pt x="2196" y="1014"/>
                </a:lnTo>
                <a:lnTo>
                  <a:pt x="2196" y="1013"/>
                </a:lnTo>
                <a:lnTo>
                  <a:pt x="2196" y="1012"/>
                </a:lnTo>
                <a:lnTo>
                  <a:pt x="2197" y="1011"/>
                </a:lnTo>
                <a:lnTo>
                  <a:pt x="2197" y="1010"/>
                </a:lnTo>
                <a:lnTo>
                  <a:pt x="2197" y="1009"/>
                </a:lnTo>
                <a:lnTo>
                  <a:pt x="2200" y="1006"/>
                </a:lnTo>
                <a:lnTo>
                  <a:pt x="2201" y="1005"/>
                </a:lnTo>
                <a:lnTo>
                  <a:pt x="2201" y="1004"/>
                </a:lnTo>
                <a:lnTo>
                  <a:pt x="2201" y="1003"/>
                </a:lnTo>
                <a:lnTo>
                  <a:pt x="2202" y="1003"/>
                </a:lnTo>
                <a:lnTo>
                  <a:pt x="2204" y="1001"/>
                </a:lnTo>
                <a:lnTo>
                  <a:pt x="2206" y="999"/>
                </a:lnTo>
                <a:lnTo>
                  <a:pt x="2207" y="998"/>
                </a:lnTo>
                <a:lnTo>
                  <a:pt x="2208" y="998"/>
                </a:lnTo>
                <a:lnTo>
                  <a:pt x="2207" y="998"/>
                </a:lnTo>
                <a:lnTo>
                  <a:pt x="2208" y="998"/>
                </a:lnTo>
                <a:lnTo>
                  <a:pt x="2208" y="997"/>
                </a:lnTo>
                <a:lnTo>
                  <a:pt x="2210" y="996"/>
                </a:lnTo>
                <a:lnTo>
                  <a:pt x="2212" y="995"/>
                </a:lnTo>
                <a:lnTo>
                  <a:pt x="2213" y="995"/>
                </a:lnTo>
                <a:lnTo>
                  <a:pt x="2213" y="994"/>
                </a:lnTo>
                <a:lnTo>
                  <a:pt x="2214" y="994"/>
                </a:lnTo>
                <a:lnTo>
                  <a:pt x="2215" y="995"/>
                </a:lnTo>
                <a:lnTo>
                  <a:pt x="2216" y="994"/>
                </a:lnTo>
                <a:lnTo>
                  <a:pt x="2218" y="993"/>
                </a:lnTo>
                <a:lnTo>
                  <a:pt x="2219" y="994"/>
                </a:lnTo>
                <a:lnTo>
                  <a:pt x="2220" y="994"/>
                </a:lnTo>
                <a:lnTo>
                  <a:pt x="2221" y="994"/>
                </a:lnTo>
                <a:lnTo>
                  <a:pt x="2222" y="994"/>
                </a:lnTo>
                <a:lnTo>
                  <a:pt x="2223" y="993"/>
                </a:lnTo>
                <a:lnTo>
                  <a:pt x="2224" y="994"/>
                </a:lnTo>
                <a:lnTo>
                  <a:pt x="2225" y="994"/>
                </a:lnTo>
                <a:lnTo>
                  <a:pt x="2226" y="994"/>
                </a:lnTo>
                <a:lnTo>
                  <a:pt x="2227" y="994"/>
                </a:lnTo>
                <a:lnTo>
                  <a:pt x="2228" y="994"/>
                </a:lnTo>
                <a:lnTo>
                  <a:pt x="2230" y="994"/>
                </a:lnTo>
                <a:lnTo>
                  <a:pt x="2231" y="994"/>
                </a:lnTo>
                <a:lnTo>
                  <a:pt x="2251" y="997"/>
                </a:lnTo>
                <a:lnTo>
                  <a:pt x="2272" y="1003"/>
                </a:lnTo>
                <a:lnTo>
                  <a:pt x="2273" y="1002"/>
                </a:lnTo>
                <a:lnTo>
                  <a:pt x="2274" y="1002"/>
                </a:lnTo>
                <a:lnTo>
                  <a:pt x="2275" y="1001"/>
                </a:lnTo>
                <a:lnTo>
                  <a:pt x="2276" y="1001"/>
                </a:lnTo>
                <a:lnTo>
                  <a:pt x="2277" y="1000"/>
                </a:lnTo>
                <a:lnTo>
                  <a:pt x="2278" y="999"/>
                </a:lnTo>
                <a:lnTo>
                  <a:pt x="2280" y="999"/>
                </a:lnTo>
                <a:lnTo>
                  <a:pt x="2281" y="998"/>
                </a:lnTo>
                <a:lnTo>
                  <a:pt x="2282" y="997"/>
                </a:lnTo>
                <a:lnTo>
                  <a:pt x="2282" y="996"/>
                </a:lnTo>
                <a:lnTo>
                  <a:pt x="2283" y="996"/>
                </a:lnTo>
                <a:lnTo>
                  <a:pt x="2285" y="994"/>
                </a:lnTo>
                <a:lnTo>
                  <a:pt x="2286" y="993"/>
                </a:lnTo>
                <a:lnTo>
                  <a:pt x="2288" y="994"/>
                </a:lnTo>
                <a:lnTo>
                  <a:pt x="2290" y="994"/>
                </a:lnTo>
                <a:lnTo>
                  <a:pt x="2291" y="994"/>
                </a:lnTo>
                <a:lnTo>
                  <a:pt x="2292" y="994"/>
                </a:lnTo>
                <a:lnTo>
                  <a:pt x="2293" y="994"/>
                </a:lnTo>
                <a:lnTo>
                  <a:pt x="2294" y="993"/>
                </a:lnTo>
                <a:lnTo>
                  <a:pt x="2295" y="993"/>
                </a:lnTo>
                <a:lnTo>
                  <a:pt x="2295" y="992"/>
                </a:lnTo>
                <a:lnTo>
                  <a:pt x="2296" y="993"/>
                </a:lnTo>
                <a:lnTo>
                  <a:pt x="2296" y="994"/>
                </a:lnTo>
                <a:lnTo>
                  <a:pt x="2296" y="995"/>
                </a:lnTo>
                <a:lnTo>
                  <a:pt x="2297" y="996"/>
                </a:lnTo>
                <a:lnTo>
                  <a:pt x="2298" y="997"/>
                </a:lnTo>
                <a:lnTo>
                  <a:pt x="2298" y="998"/>
                </a:lnTo>
                <a:lnTo>
                  <a:pt x="2324" y="990"/>
                </a:lnTo>
                <a:lnTo>
                  <a:pt x="2325" y="990"/>
                </a:lnTo>
                <a:lnTo>
                  <a:pt x="2326" y="990"/>
                </a:lnTo>
                <a:lnTo>
                  <a:pt x="2327" y="988"/>
                </a:lnTo>
                <a:lnTo>
                  <a:pt x="2328" y="987"/>
                </a:lnTo>
                <a:lnTo>
                  <a:pt x="2328" y="986"/>
                </a:lnTo>
                <a:lnTo>
                  <a:pt x="2328" y="985"/>
                </a:lnTo>
                <a:lnTo>
                  <a:pt x="2328" y="984"/>
                </a:lnTo>
                <a:lnTo>
                  <a:pt x="2328" y="983"/>
                </a:lnTo>
                <a:lnTo>
                  <a:pt x="2329" y="982"/>
                </a:lnTo>
                <a:lnTo>
                  <a:pt x="2330" y="981"/>
                </a:lnTo>
                <a:lnTo>
                  <a:pt x="2331" y="980"/>
                </a:lnTo>
                <a:lnTo>
                  <a:pt x="2332" y="979"/>
                </a:lnTo>
                <a:lnTo>
                  <a:pt x="2333" y="979"/>
                </a:lnTo>
                <a:lnTo>
                  <a:pt x="2333" y="978"/>
                </a:lnTo>
                <a:lnTo>
                  <a:pt x="2334" y="978"/>
                </a:lnTo>
                <a:lnTo>
                  <a:pt x="2334" y="976"/>
                </a:lnTo>
                <a:lnTo>
                  <a:pt x="2335" y="975"/>
                </a:lnTo>
                <a:lnTo>
                  <a:pt x="2336" y="975"/>
                </a:lnTo>
                <a:lnTo>
                  <a:pt x="2336" y="974"/>
                </a:lnTo>
                <a:lnTo>
                  <a:pt x="2337" y="974"/>
                </a:lnTo>
                <a:lnTo>
                  <a:pt x="2340" y="974"/>
                </a:lnTo>
                <a:lnTo>
                  <a:pt x="2342" y="973"/>
                </a:lnTo>
                <a:lnTo>
                  <a:pt x="2343" y="972"/>
                </a:lnTo>
                <a:lnTo>
                  <a:pt x="2345" y="970"/>
                </a:lnTo>
                <a:lnTo>
                  <a:pt x="2345" y="969"/>
                </a:lnTo>
                <a:lnTo>
                  <a:pt x="2345" y="967"/>
                </a:lnTo>
                <a:lnTo>
                  <a:pt x="2347" y="966"/>
                </a:lnTo>
                <a:lnTo>
                  <a:pt x="2350" y="965"/>
                </a:lnTo>
                <a:lnTo>
                  <a:pt x="2354" y="963"/>
                </a:lnTo>
                <a:lnTo>
                  <a:pt x="2356" y="960"/>
                </a:lnTo>
                <a:lnTo>
                  <a:pt x="2357" y="959"/>
                </a:lnTo>
                <a:lnTo>
                  <a:pt x="2358" y="958"/>
                </a:lnTo>
                <a:lnTo>
                  <a:pt x="2358" y="956"/>
                </a:lnTo>
                <a:lnTo>
                  <a:pt x="2359" y="954"/>
                </a:lnTo>
                <a:lnTo>
                  <a:pt x="2358" y="953"/>
                </a:lnTo>
                <a:lnTo>
                  <a:pt x="2357" y="951"/>
                </a:lnTo>
                <a:lnTo>
                  <a:pt x="2357" y="949"/>
                </a:lnTo>
                <a:lnTo>
                  <a:pt x="2357" y="947"/>
                </a:lnTo>
                <a:lnTo>
                  <a:pt x="2358" y="944"/>
                </a:lnTo>
                <a:lnTo>
                  <a:pt x="2358" y="943"/>
                </a:lnTo>
                <a:lnTo>
                  <a:pt x="2358" y="942"/>
                </a:lnTo>
                <a:lnTo>
                  <a:pt x="2359" y="941"/>
                </a:lnTo>
                <a:lnTo>
                  <a:pt x="2360" y="941"/>
                </a:lnTo>
                <a:lnTo>
                  <a:pt x="2364" y="939"/>
                </a:lnTo>
                <a:lnTo>
                  <a:pt x="2366" y="938"/>
                </a:lnTo>
                <a:lnTo>
                  <a:pt x="2367" y="938"/>
                </a:lnTo>
                <a:lnTo>
                  <a:pt x="2367" y="937"/>
                </a:lnTo>
                <a:lnTo>
                  <a:pt x="2367" y="936"/>
                </a:lnTo>
                <a:lnTo>
                  <a:pt x="2368" y="935"/>
                </a:lnTo>
                <a:lnTo>
                  <a:pt x="2367" y="933"/>
                </a:lnTo>
                <a:lnTo>
                  <a:pt x="2367" y="932"/>
                </a:lnTo>
                <a:lnTo>
                  <a:pt x="2367" y="931"/>
                </a:lnTo>
                <a:lnTo>
                  <a:pt x="2366" y="931"/>
                </a:lnTo>
                <a:lnTo>
                  <a:pt x="2366" y="930"/>
                </a:lnTo>
                <a:lnTo>
                  <a:pt x="2366" y="929"/>
                </a:lnTo>
                <a:lnTo>
                  <a:pt x="2364" y="927"/>
                </a:lnTo>
                <a:lnTo>
                  <a:pt x="2364" y="926"/>
                </a:lnTo>
                <a:lnTo>
                  <a:pt x="2363" y="926"/>
                </a:lnTo>
                <a:lnTo>
                  <a:pt x="2363" y="925"/>
                </a:lnTo>
                <a:lnTo>
                  <a:pt x="2362" y="925"/>
                </a:lnTo>
                <a:lnTo>
                  <a:pt x="2362" y="923"/>
                </a:lnTo>
                <a:lnTo>
                  <a:pt x="2360" y="920"/>
                </a:lnTo>
                <a:lnTo>
                  <a:pt x="2360" y="919"/>
                </a:lnTo>
                <a:lnTo>
                  <a:pt x="2360" y="918"/>
                </a:lnTo>
                <a:lnTo>
                  <a:pt x="2360" y="917"/>
                </a:lnTo>
                <a:lnTo>
                  <a:pt x="2360" y="916"/>
                </a:lnTo>
                <a:lnTo>
                  <a:pt x="2360" y="913"/>
                </a:lnTo>
                <a:lnTo>
                  <a:pt x="2360" y="911"/>
                </a:lnTo>
                <a:lnTo>
                  <a:pt x="2360" y="910"/>
                </a:lnTo>
                <a:lnTo>
                  <a:pt x="2361" y="908"/>
                </a:lnTo>
                <a:lnTo>
                  <a:pt x="2361" y="906"/>
                </a:lnTo>
                <a:lnTo>
                  <a:pt x="2361" y="905"/>
                </a:lnTo>
                <a:lnTo>
                  <a:pt x="2361" y="904"/>
                </a:lnTo>
                <a:lnTo>
                  <a:pt x="2362" y="903"/>
                </a:lnTo>
                <a:lnTo>
                  <a:pt x="2362" y="902"/>
                </a:lnTo>
                <a:lnTo>
                  <a:pt x="2363" y="902"/>
                </a:lnTo>
                <a:lnTo>
                  <a:pt x="2363" y="901"/>
                </a:lnTo>
                <a:lnTo>
                  <a:pt x="2364" y="901"/>
                </a:lnTo>
                <a:lnTo>
                  <a:pt x="2365" y="900"/>
                </a:lnTo>
                <a:lnTo>
                  <a:pt x="2366" y="899"/>
                </a:lnTo>
                <a:lnTo>
                  <a:pt x="2367" y="898"/>
                </a:lnTo>
                <a:lnTo>
                  <a:pt x="2368" y="898"/>
                </a:lnTo>
                <a:lnTo>
                  <a:pt x="2369" y="898"/>
                </a:lnTo>
                <a:lnTo>
                  <a:pt x="2371" y="897"/>
                </a:lnTo>
                <a:lnTo>
                  <a:pt x="2372" y="896"/>
                </a:lnTo>
                <a:lnTo>
                  <a:pt x="2373" y="896"/>
                </a:lnTo>
                <a:lnTo>
                  <a:pt x="2375" y="895"/>
                </a:lnTo>
                <a:lnTo>
                  <a:pt x="2376" y="895"/>
                </a:lnTo>
                <a:lnTo>
                  <a:pt x="2377" y="895"/>
                </a:lnTo>
                <a:lnTo>
                  <a:pt x="2378" y="894"/>
                </a:lnTo>
                <a:lnTo>
                  <a:pt x="2378" y="893"/>
                </a:lnTo>
                <a:lnTo>
                  <a:pt x="2379" y="893"/>
                </a:lnTo>
                <a:lnTo>
                  <a:pt x="2379" y="892"/>
                </a:lnTo>
                <a:lnTo>
                  <a:pt x="2379" y="891"/>
                </a:lnTo>
                <a:lnTo>
                  <a:pt x="2379" y="890"/>
                </a:lnTo>
                <a:lnTo>
                  <a:pt x="2379" y="889"/>
                </a:lnTo>
                <a:lnTo>
                  <a:pt x="2379" y="888"/>
                </a:lnTo>
                <a:lnTo>
                  <a:pt x="2380" y="886"/>
                </a:lnTo>
                <a:lnTo>
                  <a:pt x="2380" y="885"/>
                </a:lnTo>
                <a:lnTo>
                  <a:pt x="2381" y="885"/>
                </a:lnTo>
                <a:lnTo>
                  <a:pt x="2381" y="884"/>
                </a:lnTo>
                <a:lnTo>
                  <a:pt x="2382" y="883"/>
                </a:lnTo>
                <a:lnTo>
                  <a:pt x="2383" y="883"/>
                </a:lnTo>
                <a:lnTo>
                  <a:pt x="2383" y="882"/>
                </a:lnTo>
                <a:lnTo>
                  <a:pt x="2384" y="882"/>
                </a:lnTo>
                <a:lnTo>
                  <a:pt x="2385" y="882"/>
                </a:lnTo>
                <a:lnTo>
                  <a:pt x="2385" y="881"/>
                </a:lnTo>
                <a:lnTo>
                  <a:pt x="2386" y="881"/>
                </a:lnTo>
                <a:lnTo>
                  <a:pt x="2386" y="880"/>
                </a:lnTo>
                <a:lnTo>
                  <a:pt x="2387" y="880"/>
                </a:lnTo>
                <a:lnTo>
                  <a:pt x="2388" y="880"/>
                </a:lnTo>
                <a:lnTo>
                  <a:pt x="2390" y="880"/>
                </a:lnTo>
                <a:lnTo>
                  <a:pt x="2391" y="880"/>
                </a:lnTo>
                <a:lnTo>
                  <a:pt x="2392" y="881"/>
                </a:lnTo>
                <a:lnTo>
                  <a:pt x="2393" y="881"/>
                </a:lnTo>
                <a:lnTo>
                  <a:pt x="2394" y="881"/>
                </a:lnTo>
                <a:lnTo>
                  <a:pt x="2395" y="881"/>
                </a:lnTo>
                <a:lnTo>
                  <a:pt x="2397" y="881"/>
                </a:lnTo>
                <a:lnTo>
                  <a:pt x="2398" y="881"/>
                </a:lnTo>
                <a:lnTo>
                  <a:pt x="2399" y="881"/>
                </a:lnTo>
                <a:lnTo>
                  <a:pt x="2400" y="881"/>
                </a:lnTo>
                <a:lnTo>
                  <a:pt x="2402" y="880"/>
                </a:lnTo>
                <a:lnTo>
                  <a:pt x="2403" y="880"/>
                </a:lnTo>
                <a:lnTo>
                  <a:pt x="2405" y="881"/>
                </a:lnTo>
                <a:lnTo>
                  <a:pt x="2407" y="883"/>
                </a:lnTo>
                <a:lnTo>
                  <a:pt x="2408" y="884"/>
                </a:lnTo>
                <a:lnTo>
                  <a:pt x="2409" y="883"/>
                </a:lnTo>
                <a:lnTo>
                  <a:pt x="2410" y="883"/>
                </a:lnTo>
                <a:lnTo>
                  <a:pt x="2412" y="884"/>
                </a:lnTo>
                <a:lnTo>
                  <a:pt x="2413" y="884"/>
                </a:lnTo>
                <a:lnTo>
                  <a:pt x="2414" y="884"/>
                </a:lnTo>
                <a:lnTo>
                  <a:pt x="2416" y="882"/>
                </a:lnTo>
                <a:lnTo>
                  <a:pt x="2417" y="881"/>
                </a:lnTo>
                <a:lnTo>
                  <a:pt x="2418" y="881"/>
                </a:lnTo>
                <a:lnTo>
                  <a:pt x="2421" y="881"/>
                </a:lnTo>
                <a:lnTo>
                  <a:pt x="2423" y="883"/>
                </a:lnTo>
                <a:lnTo>
                  <a:pt x="2424" y="884"/>
                </a:lnTo>
                <a:lnTo>
                  <a:pt x="2429" y="886"/>
                </a:lnTo>
                <a:lnTo>
                  <a:pt x="2430" y="886"/>
                </a:lnTo>
                <a:lnTo>
                  <a:pt x="2432" y="892"/>
                </a:lnTo>
                <a:lnTo>
                  <a:pt x="2439" y="892"/>
                </a:lnTo>
                <a:lnTo>
                  <a:pt x="2441" y="892"/>
                </a:lnTo>
                <a:lnTo>
                  <a:pt x="2442" y="895"/>
                </a:lnTo>
                <a:lnTo>
                  <a:pt x="2445" y="895"/>
                </a:lnTo>
                <a:lnTo>
                  <a:pt x="2451" y="898"/>
                </a:lnTo>
                <a:lnTo>
                  <a:pt x="2452" y="898"/>
                </a:lnTo>
                <a:lnTo>
                  <a:pt x="2453" y="900"/>
                </a:lnTo>
                <a:lnTo>
                  <a:pt x="2454" y="902"/>
                </a:lnTo>
                <a:lnTo>
                  <a:pt x="2456" y="903"/>
                </a:lnTo>
                <a:lnTo>
                  <a:pt x="2458" y="904"/>
                </a:lnTo>
                <a:lnTo>
                  <a:pt x="2460" y="904"/>
                </a:lnTo>
                <a:lnTo>
                  <a:pt x="2462" y="902"/>
                </a:lnTo>
                <a:lnTo>
                  <a:pt x="2464" y="903"/>
                </a:lnTo>
                <a:lnTo>
                  <a:pt x="2465" y="903"/>
                </a:lnTo>
                <a:lnTo>
                  <a:pt x="2468" y="901"/>
                </a:lnTo>
                <a:lnTo>
                  <a:pt x="2469" y="901"/>
                </a:lnTo>
                <a:lnTo>
                  <a:pt x="2469" y="900"/>
                </a:lnTo>
                <a:lnTo>
                  <a:pt x="2469" y="899"/>
                </a:lnTo>
                <a:lnTo>
                  <a:pt x="2469" y="898"/>
                </a:lnTo>
                <a:lnTo>
                  <a:pt x="2468" y="895"/>
                </a:lnTo>
                <a:lnTo>
                  <a:pt x="2468" y="894"/>
                </a:lnTo>
                <a:lnTo>
                  <a:pt x="2468" y="893"/>
                </a:lnTo>
                <a:lnTo>
                  <a:pt x="2469" y="893"/>
                </a:lnTo>
                <a:lnTo>
                  <a:pt x="2470" y="892"/>
                </a:lnTo>
                <a:lnTo>
                  <a:pt x="2474" y="893"/>
                </a:lnTo>
                <a:lnTo>
                  <a:pt x="2477" y="894"/>
                </a:lnTo>
                <a:lnTo>
                  <a:pt x="2478" y="894"/>
                </a:lnTo>
                <a:lnTo>
                  <a:pt x="2481" y="893"/>
                </a:lnTo>
                <a:lnTo>
                  <a:pt x="2483" y="893"/>
                </a:lnTo>
                <a:lnTo>
                  <a:pt x="2484" y="893"/>
                </a:lnTo>
                <a:lnTo>
                  <a:pt x="2486" y="894"/>
                </a:lnTo>
                <a:lnTo>
                  <a:pt x="2487" y="894"/>
                </a:lnTo>
                <a:lnTo>
                  <a:pt x="2489" y="893"/>
                </a:lnTo>
                <a:lnTo>
                  <a:pt x="2491" y="894"/>
                </a:lnTo>
                <a:lnTo>
                  <a:pt x="2492" y="894"/>
                </a:lnTo>
                <a:lnTo>
                  <a:pt x="2493" y="894"/>
                </a:lnTo>
                <a:lnTo>
                  <a:pt x="2494" y="893"/>
                </a:lnTo>
                <a:lnTo>
                  <a:pt x="2495" y="891"/>
                </a:lnTo>
                <a:lnTo>
                  <a:pt x="2496" y="891"/>
                </a:lnTo>
                <a:lnTo>
                  <a:pt x="2496" y="890"/>
                </a:lnTo>
                <a:lnTo>
                  <a:pt x="2497" y="890"/>
                </a:lnTo>
                <a:lnTo>
                  <a:pt x="2499" y="890"/>
                </a:lnTo>
                <a:lnTo>
                  <a:pt x="2502" y="890"/>
                </a:lnTo>
                <a:lnTo>
                  <a:pt x="2503" y="891"/>
                </a:lnTo>
                <a:lnTo>
                  <a:pt x="2505" y="892"/>
                </a:lnTo>
                <a:lnTo>
                  <a:pt x="2506" y="893"/>
                </a:lnTo>
                <a:lnTo>
                  <a:pt x="2508" y="892"/>
                </a:lnTo>
                <a:lnTo>
                  <a:pt x="2508" y="891"/>
                </a:lnTo>
                <a:lnTo>
                  <a:pt x="2509" y="891"/>
                </a:lnTo>
                <a:lnTo>
                  <a:pt x="2510" y="892"/>
                </a:lnTo>
                <a:lnTo>
                  <a:pt x="2513" y="894"/>
                </a:lnTo>
                <a:lnTo>
                  <a:pt x="2512" y="898"/>
                </a:lnTo>
                <a:lnTo>
                  <a:pt x="2512" y="899"/>
                </a:lnTo>
                <a:lnTo>
                  <a:pt x="2514" y="899"/>
                </a:lnTo>
                <a:lnTo>
                  <a:pt x="2515" y="900"/>
                </a:lnTo>
                <a:lnTo>
                  <a:pt x="2515" y="901"/>
                </a:lnTo>
                <a:lnTo>
                  <a:pt x="2516" y="903"/>
                </a:lnTo>
                <a:lnTo>
                  <a:pt x="2517" y="905"/>
                </a:lnTo>
                <a:lnTo>
                  <a:pt x="2517" y="906"/>
                </a:lnTo>
                <a:lnTo>
                  <a:pt x="2517" y="907"/>
                </a:lnTo>
                <a:lnTo>
                  <a:pt x="2516" y="909"/>
                </a:lnTo>
                <a:lnTo>
                  <a:pt x="2514" y="910"/>
                </a:lnTo>
                <a:lnTo>
                  <a:pt x="2513" y="910"/>
                </a:lnTo>
                <a:lnTo>
                  <a:pt x="2513" y="911"/>
                </a:lnTo>
                <a:lnTo>
                  <a:pt x="2513" y="912"/>
                </a:lnTo>
                <a:lnTo>
                  <a:pt x="2513" y="913"/>
                </a:lnTo>
                <a:lnTo>
                  <a:pt x="2513" y="914"/>
                </a:lnTo>
                <a:lnTo>
                  <a:pt x="2514" y="915"/>
                </a:lnTo>
                <a:lnTo>
                  <a:pt x="2513" y="916"/>
                </a:lnTo>
                <a:lnTo>
                  <a:pt x="2512" y="916"/>
                </a:lnTo>
                <a:lnTo>
                  <a:pt x="2512" y="917"/>
                </a:lnTo>
                <a:lnTo>
                  <a:pt x="2511" y="917"/>
                </a:lnTo>
                <a:lnTo>
                  <a:pt x="2510" y="918"/>
                </a:lnTo>
                <a:lnTo>
                  <a:pt x="2510" y="919"/>
                </a:lnTo>
                <a:lnTo>
                  <a:pt x="2510" y="920"/>
                </a:lnTo>
                <a:lnTo>
                  <a:pt x="2511" y="921"/>
                </a:lnTo>
                <a:lnTo>
                  <a:pt x="2512" y="922"/>
                </a:lnTo>
                <a:lnTo>
                  <a:pt x="2513" y="923"/>
                </a:lnTo>
                <a:lnTo>
                  <a:pt x="2515" y="923"/>
                </a:lnTo>
                <a:lnTo>
                  <a:pt x="2516" y="924"/>
                </a:lnTo>
                <a:lnTo>
                  <a:pt x="2516" y="925"/>
                </a:lnTo>
                <a:lnTo>
                  <a:pt x="2516" y="926"/>
                </a:lnTo>
                <a:lnTo>
                  <a:pt x="2515" y="928"/>
                </a:lnTo>
                <a:lnTo>
                  <a:pt x="2515" y="930"/>
                </a:lnTo>
                <a:lnTo>
                  <a:pt x="2515" y="931"/>
                </a:lnTo>
                <a:lnTo>
                  <a:pt x="2515" y="932"/>
                </a:lnTo>
                <a:lnTo>
                  <a:pt x="2516" y="932"/>
                </a:lnTo>
                <a:lnTo>
                  <a:pt x="2517" y="933"/>
                </a:lnTo>
                <a:lnTo>
                  <a:pt x="2518" y="933"/>
                </a:lnTo>
                <a:lnTo>
                  <a:pt x="2518" y="934"/>
                </a:lnTo>
                <a:lnTo>
                  <a:pt x="2518" y="935"/>
                </a:lnTo>
                <a:lnTo>
                  <a:pt x="2515" y="935"/>
                </a:lnTo>
                <a:lnTo>
                  <a:pt x="2514" y="936"/>
                </a:lnTo>
                <a:lnTo>
                  <a:pt x="2512" y="937"/>
                </a:lnTo>
                <a:lnTo>
                  <a:pt x="2512" y="939"/>
                </a:lnTo>
                <a:lnTo>
                  <a:pt x="2512" y="940"/>
                </a:lnTo>
                <a:lnTo>
                  <a:pt x="2512" y="941"/>
                </a:lnTo>
                <a:lnTo>
                  <a:pt x="2511" y="941"/>
                </a:lnTo>
                <a:lnTo>
                  <a:pt x="2508" y="940"/>
                </a:lnTo>
                <a:lnTo>
                  <a:pt x="2506" y="939"/>
                </a:lnTo>
                <a:lnTo>
                  <a:pt x="2505" y="939"/>
                </a:lnTo>
                <a:lnTo>
                  <a:pt x="2504" y="939"/>
                </a:lnTo>
                <a:lnTo>
                  <a:pt x="2503" y="940"/>
                </a:lnTo>
                <a:lnTo>
                  <a:pt x="2502" y="942"/>
                </a:lnTo>
                <a:lnTo>
                  <a:pt x="2501" y="942"/>
                </a:lnTo>
                <a:lnTo>
                  <a:pt x="2500" y="942"/>
                </a:lnTo>
                <a:lnTo>
                  <a:pt x="2497" y="942"/>
                </a:lnTo>
                <a:lnTo>
                  <a:pt x="2496" y="942"/>
                </a:lnTo>
                <a:lnTo>
                  <a:pt x="2495" y="944"/>
                </a:lnTo>
                <a:lnTo>
                  <a:pt x="2495" y="945"/>
                </a:lnTo>
                <a:lnTo>
                  <a:pt x="2495" y="946"/>
                </a:lnTo>
                <a:lnTo>
                  <a:pt x="2493" y="948"/>
                </a:lnTo>
                <a:lnTo>
                  <a:pt x="2492" y="950"/>
                </a:lnTo>
                <a:lnTo>
                  <a:pt x="2492" y="951"/>
                </a:lnTo>
                <a:lnTo>
                  <a:pt x="2492" y="952"/>
                </a:lnTo>
                <a:lnTo>
                  <a:pt x="2492" y="953"/>
                </a:lnTo>
                <a:lnTo>
                  <a:pt x="2493" y="953"/>
                </a:lnTo>
                <a:lnTo>
                  <a:pt x="2495" y="953"/>
                </a:lnTo>
                <a:lnTo>
                  <a:pt x="2496" y="954"/>
                </a:lnTo>
                <a:lnTo>
                  <a:pt x="2497" y="954"/>
                </a:lnTo>
                <a:lnTo>
                  <a:pt x="2498" y="954"/>
                </a:lnTo>
                <a:lnTo>
                  <a:pt x="2498" y="955"/>
                </a:lnTo>
                <a:lnTo>
                  <a:pt x="2498" y="958"/>
                </a:lnTo>
                <a:lnTo>
                  <a:pt x="2498" y="959"/>
                </a:lnTo>
                <a:lnTo>
                  <a:pt x="2500" y="960"/>
                </a:lnTo>
                <a:lnTo>
                  <a:pt x="2501" y="961"/>
                </a:lnTo>
                <a:lnTo>
                  <a:pt x="2502" y="963"/>
                </a:lnTo>
                <a:lnTo>
                  <a:pt x="2501" y="963"/>
                </a:lnTo>
                <a:lnTo>
                  <a:pt x="2499" y="963"/>
                </a:lnTo>
                <a:lnTo>
                  <a:pt x="2498" y="963"/>
                </a:lnTo>
                <a:lnTo>
                  <a:pt x="2497" y="964"/>
                </a:lnTo>
                <a:lnTo>
                  <a:pt x="2498" y="964"/>
                </a:lnTo>
                <a:lnTo>
                  <a:pt x="2499" y="966"/>
                </a:lnTo>
                <a:lnTo>
                  <a:pt x="2500" y="968"/>
                </a:lnTo>
                <a:lnTo>
                  <a:pt x="2500" y="969"/>
                </a:lnTo>
                <a:lnTo>
                  <a:pt x="2501" y="969"/>
                </a:lnTo>
                <a:lnTo>
                  <a:pt x="2503" y="969"/>
                </a:lnTo>
                <a:lnTo>
                  <a:pt x="2505" y="969"/>
                </a:lnTo>
                <a:lnTo>
                  <a:pt x="2507" y="970"/>
                </a:lnTo>
                <a:lnTo>
                  <a:pt x="2509" y="973"/>
                </a:lnTo>
                <a:lnTo>
                  <a:pt x="2511" y="975"/>
                </a:lnTo>
                <a:lnTo>
                  <a:pt x="2513" y="978"/>
                </a:lnTo>
                <a:lnTo>
                  <a:pt x="2514" y="980"/>
                </a:lnTo>
                <a:lnTo>
                  <a:pt x="2515" y="980"/>
                </a:lnTo>
                <a:lnTo>
                  <a:pt x="2516" y="978"/>
                </a:lnTo>
                <a:lnTo>
                  <a:pt x="2517" y="977"/>
                </a:lnTo>
                <a:lnTo>
                  <a:pt x="2518" y="977"/>
                </a:lnTo>
                <a:lnTo>
                  <a:pt x="2520" y="978"/>
                </a:lnTo>
                <a:lnTo>
                  <a:pt x="2523" y="981"/>
                </a:lnTo>
                <a:lnTo>
                  <a:pt x="2525" y="983"/>
                </a:lnTo>
                <a:lnTo>
                  <a:pt x="2527" y="985"/>
                </a:lnTo>
                <a:lnTo>
                  <a:pt x="2528" y="986"/>
                </a:lnTo>
                <a:lnTo>
                  <a:pt x="2529" y="988"/>
                </a:lnTo>
                <a:lnTo>
                  <a:pt x="2529" y="989"/>
                </a:lnTo>
                <a:lnTo>
                  <a:pt x="2529" y="990"/>
                </a:lnTo>
                <a:lnTo>
                  <a:pt x="2529" y="991"/>
                </a:lnTo>
                <a:lnTo>
                  <a:pt x="2529" y="992"/>
                </a:lnTo>
                <a:lnTo>
                  <a:pt x="2530" y="991"/>
                </a:lnTo>
                <a:lnTo>
                  <a:pt x="2531" y="991"/>
                </a:lnTo>
                <a:lnTo>
                  <a:pt x="2532" y="991"/>
                </a:lnTo>
                <a:lnTo>
                  <a:pt x="2533" y="991"/>
                </a:lnTo>
                <a:lnTo>
                  <a:pt x="2534" y="992"/>
                </a:lnTo>
                <a:lnTo>
                  <a:pt x="2534" y="993"/>
                </a:lnTo>
                <a:lnTo>
                  <a:pt x="2533" y="995"/>
                </a:lnTo>
                <a:lnTo>
                  <a:pt x="2531" y="997"/>
                </a:lnTo>
                <a:lnTo>
                  <a:pt x="2528" y="998"/>
                </a:lnTo>
                <a:lnTo>
                  <a:pt x="2527" y="999"/>
                </a:lnTo>
                <a:lnTo>
                  <a:pt x="2527" y="1000"/>
                </a:lnTo>
                <a:lnTo>
                  <a:pt x="2523" y="1002"/>
                </a:lnTo>
                <a:lnTo>
                  <a:pt x="2522" y="1003"/>
                </a:lnTo>
                <a:lnTo>
                  <a:pt x="2522" y="1004"/>
                </a:lnTo>
                <a:lnTo>
                  <a:pt x="2522" y="1006"/>
                </a:lnTo>
                <a:lnTo>
                  <a:pt x="2522" y="1007"/>
                </a:lnTo>
                <a:lnTo>
                  <a:pt x="2520" y="1008"/>
                </a:lnTo>
                <a:lnTo>
                  <a:pt x="2517" y="1010"/>
                </a:lnTo>
                <a:lnTo>
                  <a:pt x="2515" y="1010"/>
                </a:lnTo>
                <a:lnTo>
                  <a:pt x="2514" y="1011"/>
                </a:lnTo>
                <a:lnTo>
                  <a:pt x="2512" y="1011"/>
                </a:lnTo>
                <a:lnTo>
                  <a:pt x="2511" y="1012"/>
                </a:lnTo>
                <a:lnTo>
                  <a:pt x="2511" y="1013"/>
                </a:lnTo>
                <a:lnTo>
                  <a:pt x="2512" y="1015"/>
                </a:lnTo>
                <a:lnTo>
                  <a:pt x="2512" y="1017"/>
                </a:lnTo>
                <a:lnTo>
                  <a:pt x="2513" y="1017"/>
                </a:lnTo>
                <a:lnTo>
                  <a:pt x="2513" y="1018"/>
                </a:lnTo>
                <a:lnTo>
                  <a:pt x="2514" y="1018"/>
                </a:lnTo>
                <a:lnTo>
                  <a:pt x="2514" y="1019"/>
                </a:lnTo>
                <a:lnTo>
                  <a:pt x="2515" y="1019"/>
                </a:lnTo>
                <a:lnTo>
                  <a:pt x="2517" y="1020"/>
                </a:lnTo>
                <a:lnTo>
                  <a:pt x="2518" y="1021"/>
                </a:lnTo>
                <a:lnTo>
                  <a:pt x="2519" y="1022"/>
                </a:lnTo>
                <a:lnTo>
                  <a:pt x="2519" y="1023"/>
                </a:lnTo>
                <a:lnTo>
                  <a:pt x="2520" y="1024"/>
                </a:lnTo>
                <a:lnTo>
                  <a:pt x="2521" y="1024"/>
                </a:lnTo>
                <a:lnTo>
                  <a:pt x="2522" y="1024"/>
                </a:lnTo>
                <a:lnTo>
                  <a:pt x="2523" y="1025"/>
                </a:lnTo>
                <a:lnTo>
                  <a:pt x="2524" y="1025"/>
                </a:lnTo>
                <a:lnTo>
                  <a:pt x="2525" y="1025"/>
                </a:lnTo>
                <a:lnTo>
                  <a:pt x="2526" y="1025"/>
                </a:lnTo>
                <a:lnTo>
                  <a:pt x="2527" y="1025"/>
                </a:lnTo>
                <a:lnTo>
                  <a:pt x="2528" y="1025"/>
                </a:lnTo>
                <a:lnTo>
                  <a:pt x="2529" y="1026"/>
                </a:lnTo>
                <a:lnTo>
                  <a:pt x="2530" y="1026"/>
                </a:lnTo>
                <a:lnTo>
                  <a:pt x="2530" y="1028"/>
                </a:lnTo>
                <a:lnTo>
                  <a:pt x="2531" y="1030"/>
                </a:lnTo>
                <a:lnTo>
                  <a:pt x="2531" y="1031"/>
                </a:lnTo>
                <a:lnTo>
                  <a:pt x="2532" y="1031"/>
                </a:lnTo>
                <a:lnTo>
                  <a:pt x="2533" y="1030"/>
                </a:lnTo>
                <a:lnTo>
                  <a:pt x="2534" y="1030"/>
                </a:lnTo>
                <a:lnTo>
                  <a:pt x="2535" y="1031"/>
                </a:lnTo>
                <a:lnTo>
                  <a:pt x="2538" y="1036"/>
                </a:lnTo>
                <a:lnTo>
                  <a:pt x="2539" y="1037"/>
                </a:lnTo>
                <a:lnTo>
                  <a:pt x="2540" y="1039"/>
                </a:lnTo>
                <a:lnTo>
                  <a:pt x="2542" y="1038"/>
                </a:lnTo>
                <a:lnTo>
                  <a:pt x="2543" y="1037"/>
                </a:lnTo>
                <a:lnTo>
                  <a:pt x="2544" y="1037"/>
                </a:lnTo>
                <a:lnTo>
                  <a:pt x="2545" y="1039"/>
                </a:lnTo>
                <a:lnTo>
                  <a:pt x="2547" y="1039"/>
                </a:lnTo>
                <a:lnTo>
                  <a:pt x="2549" y="1040"/>
                </a:lnTo>
                <a:lnTo>
                  <a:pt x="2553" y="1043"/>
                </a:lnTo>
                <a:lnTo>
                  <a:pt x="2555" y="1044"/>
                </a:lnTo>
                <a:lnTo>
                  <a:pt x="2558" y="1046"/>
                </a:lnTo>
                <a:lnTo>
                  <a:pt x="2560" y="1048"/>
                </a:lnTo>
                <a:lnTo>
                  <a:pt x="2560" y="1049"/>
                </a:lnTo>
                <a:lnTo>
                  <a:pt x="2560" y="1051"/>
                </a:lnTo>
                <a:lnTo>
                  <a:pt x="2559" y="1052"/>
                </a:lnTo>
                <a:lnTo>
                  <a:pt x="2559" y="1053"/>
                </a:lnTo>
                <a:lnTo>
                  <a:pt x="2560" y="1054"/>
                </a:lnTo>
                <a:lnTo>
                  <a:pt x="2560" y="1055"/>
                </a:lnTo>
                <a:lnTo>
                  <a:pt x="2563" y="1057"/>
                </a:lnTo>
                <a:lnTo>
                  <a:pt x="2565" y="1059"/>
                </a:lnTo>
                <a:lnTo>
                  <a:pt x="2567" y="1061"/>
                </a:lnTo>
                <a:lnTo>
                  <a:pt x="2568" y="1062"/>
                </a:lnTo>
                <a:lnTo>
                  <a:pt x="2569" y="1064"/>
                </a:lnTo>
                <a:lnTo>
                  <a:pt x="2570" y="1065"/>
                </a:lnTo>
                <a:lnTo>
                  <a:pt x="2572" y="1065"/>
                </a:lnTo>
                <a:lnTo>
                  <a:pt x="2575" y="1063"/>
                </a:lnTo>
                <a:lnTo>
                  <a:pt x="2577" y="1062"/>
                </a:lnTo>
                <a:lnTo>
                  <a:pt x="2578" y="1062"/>
                </a:lnTo>
                <a:lnTo>
                  <a:pt x="2580" y="1062"/>
                </a:lnTo>
                <a:lnTo>
                  <a:pt x="2581" y="1064"/>
                </a:lnTo>
                <a:lnTo>
                  <a:pt x="2581" y="1065"/>
                </a:lnTo>
                <a:lnTo>
                  <a:pt x="2580" y="1066"/>
                </a:lnTo>
                <a:lnTo>
                  <a:pt x="2580" y="1068"/>
                </a:lnTo>
                <a:lnTo>
                  <a:pt x="2580" y="1069"/>
                </a:lnTo>
                <a:lnTo>
                  <a:pt x="2581" y="1071"/>
                </a:lnTo>
                <a:lnTo>
                  <a:pt x="2581" y="1072"/>
                </a:lnTo>
                <a:lnTo>
                  <a:pt x="2583" y="1072"/>
                </a:lnTo>
                <a:lnTo>
                  <a:pt x="2586" y="1072"/>
                </a:lnTo>
                <a:lnTo>
                  <a:pt x="2586" y="1073"/>
                </a:lnTo>
                <a:lnTo>
                  <a:pt x="2586" y="1075"/>
                </a:lnTo>
                <a:lnTo>
                  <a:pt x="2586" y="1076"/>
                </a:lnTo>
                <a:lnTo>
                  <a:pt x="2587" y="1077"/>
                </a:lnTo>
                <a:lnTo>
                  <a:pt x="2589" y="1078"/>
                </a:lnTo>
                <a:lnTo>
                  <a:pt x="2590" y="1079"/>
                </a:lnTo>
                <a:lnTo>
                  <a:pt x="2590" y="1080"/>
                </a:lnTo>
                <a:lnTo>
                  <a:pt x="2589" y="1083"/>
                </a:lnTo>
                <a:lnTo>
                  <a:pt x="2586" y="1086"/>
                </a:lnTo>
                <a:lnTo>
                  <a:pt x="2584" y="1087"/>
                </a:lnTo>
                <a:lnTo>
                  <a:pt x="2584" y="1089"/>
                </a:lnTo>
                <a:lnTo>
                  <a:pt x="2584" y="1091"/>
                </a:lnTo>
                <a:lnTo>
                  <a:pt x="2585" y="1092"/>
                </a:lnTo>
                <a:lnTo>
                  <a:pt x="2585" y="1093"/>
                </a:lnTo>
                <a:lnTo>
                  <a:pt x="2585" y="1095"/>
                </a:lnTo>
                <a:lnTo>
                  <a:pt x="2586" y="1097"/>
                </a:lnTo>
                <a:lnTo>
                  <a:pt x="2585" y="1099"/>
                </a:lnTo>
                <a:lnTo>
                  <a:pt x="2585" y="1100"/>
                </a:lnTo>
                <a:lnTo>
                  <a:pt x="2585" y="1102"/>
                </a:lnTo>
                <a:lnTo>
                  <a:pt x="2585" y="1103"/>
                </a:lnTo>
                <a:lnTo>
                  <a:pt x="2586" y="1104"/>
                </a:lnTo>
                <a:lnTo>
                  <a:pt x="2587" y="1104"/>
                </a:lnTo>
                <a:lnTo>
                  <a:pt x="2588" y="1106"/>
                </a:lnTo>
                <a:lnTo>
                  <a:pt x="2589" y="1107"/>
                </a:lnTo>
                <a:lnTo>
                  <a:pt x="2589" y="1108"/>
                </a:lnTo>
                <a:lnTo>
                  <a:pt x="2589" y="1109"/>
                </a:lnTo>
                <a:lnTo>
                  <a:pt x="2589" y="1111"/>
                </a:lnTo>
                <a:lnTo>
                  <a:pt x="2590" y="1112"/>
                </a:lnTo>
                <a:lnTo>
                  <a:pt x="2592" y="1113"/>
                </a:lnTo>
                <a:lnTo>
                  <a:pt x="2593" y="1114"/>
                </a:lnTo>
                <a:lnTo>
                  <a:pt x="2595" y="1113"/>
                </a:lnTo>
                <a:lnTo>
                  <a:pt x="2596" y="1113"/>
                </a:lnTo>
                <a:lnTo>
                  <a:pt x="2597" y="1113"/>
                </a:lnTo>
                <a:lnTo>
                  <a:pt x="2598" y="1113"/>
                </a:lnTo>
                <a:lnTo>
                  <a:pt x="2599" y="1114"/>
                </a:lnTo>
                <a:lnTo>
                  <a:pt x="2599" y="1116"/>
                </a:lnTo>
                <a:lnTo>
                  <a:pt x="2600" y="1117"/>
                </a:lnTo>
                <a:lnTo>
                  <a:pt x="2603" y="1119"/>
                </a:lnTo>
                <a:lnTo>
                  <a:pt x="2604" y="1120"/>
                </a:lnTo>
                <a:lnTo>
                  <a:pt x="2605" y="1121"/>
                </a:lnTo>
                <a:lnTo>
                  <a:pt x="2605" y="1122"/>
                </a:lnTo>
                <a:lnTo>
                  <a:pt x="2606" y="1123"/>
                </a:lnTo>
                <a:lnTo>
                  <a:pt x="2608" y="1124"/>
                </a:lnTo>
                <a:lnTo>
                  <a:pt x="2609" y="1125"/>
                </a:lnTo>
                <a:lnTo>
                  <a:pt x="2610" y="1126"/>
                </a:lnTo>
                <a:lnTo>
                  <a:pt x="2610" y="1129"/>
                </a:lnTo>
                <a:lnTo>
                  <a:pt x="2611" y="1130"/>
                </a:lnTo>
                <a:lnTo>
                  <a:pt x="2612" y="1131"/>
                </a:lnTo>
                <a:lnTo>
                  <a:pt x="2614" y="1130"/>
                </a:lnTo>
                <a:lnTo>
                  <a:pt x="2615" y="1130"/>
                </a:lnTo>
                <a:lnTo>
                  <a:pt x="2617" y="1130"/>
                </a:lnTo>
                <a:lnTo>
                  <a:pt x="2619" y="1131"/>
                </a:lnTo>
                <a:lnTo>
                  <a:pt x="2622" y="1131"/>
                </a:lnTo>
                <a:lnTo>
                  <a:pt x="2624" y="1131"/>
                </a:lnTo>
                <a:lnTo>
                  <a:pt x="2626" y="1132"/>
                </a:lnTo>
                <a:lnTo>
                  <a:pt x="2627" y="1132"/>
                </a:lnTo>
                <a:lnTo>
                  <a:pt x="2627" y="1133"/>
                </a:lnTo>
                <a:lnTo>
                  <a:pt x="2627" y="1134"/>
                </a:lnTo>
                <a:lnTo>
                  <a:pt x="2628" y="1136"/>
                </a:lnTo>
                <a:lnTo>
                  <a:pt x="2629" y="1136"/>
                </a:lnTo>
                <a:lnTo>
                  <a:pt x="2629" y="1137"/>
                </a:lnTo>
                <a:lnTo>
                  <a:pt x="2636" y="1144"/>
                </a:lnTo>
                <a:lnTo>
                  <a:pt x="2638" y="1148"/>
                </a:lnTo>
                <a:lnTo>
                  <a:pt x="2638" y="1150"/>
                </a:lnTo>
                <a:lnTo>
                  <a:pt x="2638" y="1153"/>
                </a:lnTo>
                <a:lnTo>
                  <a:pt x="2638" y="1154"/>
                </a:lnTo>
                <a:lnTo>
                  <a:pt x="2638" y="1155"/>
                </a:lnTo>
                <a:lnTo>
                  <a:pt x="2639" y="1155"/>
                </a:lnTo>
                <a:lnTo>
                  <a:pt x="2640" y="1156"/>
                </a:lnTo>
                <a:lnTo>
                  <a:pt x="2640" y="1157"/>
                </a:lnTo>
                <a:lnTo>
                  <a:pt x="2640" y="1158"/>
                </a:lnTo>
                <a:lnTo>
                  <a:pt x="2640" y="1159"/>
                </a:lnTo>
                <a:lnTo>
                  <a:pt x="2641" y="1160"/>
                </a:lnTo>
                <a:lnTo>
                  <a:pt x="2642" y="1160"/>
                </a:lnTo>
                <a:lnTo>
                  <a:pt x="2645" y="1161"/>
                </a:lnTo>
                <a:lnTo>
                  <a:pt x="2648" y="1161"/>
                </a:lnTo>
                <a:lnTo>
                  <a:pt x="2651" y="1160"/>
                </a:lnTo>
                <a:lnTo>
                  <a:pt x="2653" y="1160"/>
                </a:lnTo>
                <a:lnTo>
                  <a:pt x="2655" y="1161"/>
                </a:lnTo>
                <a:lnTo>
                  <a:pt x="2656" y="1162"/>
                </a:lnTo>
                <a:lnTo>
                  <a:pt x="2658" y="1163"/>
                </a:lnTo>
                <a:lnTo>
                  <a:pt x="2660" y="1164"/>
                </a:lnTo>
                <a:lnTo>
                  <a:pt x="2662" y="1165"/>
                </a:lnTo>
                <a:lnTo>
                  <a:pt x="2664" y="1164"/>
                </a:lnTo>
                <a:lnTo>
                  <a:pt x="2665" y="1164"/>
                </a:lnTo>
                <a:lnTo>
                  <a:pt x="2666" y="1163"/>
                </a:lnTo>
                <a:lnTo>
                  <a:pt x="2668" y="1164"/>
                </a:lnTo>
                <a:lnTo>
                  <a:pt x="2670" y="1163"/>
                </a:lnTo>
                <a:lnTo>
                  <a:pt x="2671" y="1162"/>
                </a:lnTo>
                <a:lnTo>
                  <a:pt x="2671" y="1161"/>
                </a:lnTo>
                <a:lnTo>
                  <a:pt x="2672" y="1161"/>
                </a:lnTo>
                <a:lnTo>
                  <a:pt x="2672" y="1159"/>
                </a:lnTo>
                <a:lnTo>
                  <a:pt x="2673" y="1158"/>
                </a:lnTo>
                <a:lnTo>
                  <a:pt x="2678" y="1158"/>
                </a:lnTo>
                <a:lnTo>
                  <a:pt x="2680" y="1158"/>
                </a:lnTo>
                <a:lnTo>
                  <a:pt x="2682" y="1158"/>
                </a:lnTo>
                <a:lnTo>
                  <a:pt x="2684" y="1156"/>
                </a:lnTo>
                <a:lnTo>
                  <a:pt x="2685" y="1155"/>
                </a:lnTo>
                <a:lnTo>
                  <a:pt x="2686" y="1156"/>
                </a:lnTo>
                <a:lnTo>
                  <a:pt x="2688" y="1157"/>
                </a:lnTo>
                <a:lnTo>
                  <a:pt x="2694" y="1158"/>
                </a:lnTo>
                <a:lnTo>
                  <a:pt x="2697" y="1160"/>
                </a:lnTo>
                <a:lnTo>
                  <a:pt x="2699" y="1161"/>
                </a:lnTo>
                <a:lnTo>
                  <a:pt x="2705" y="1160"/>
                </a:lnTo>
                <a:lnTo>
                  <a:pt x="2708" y="1160"/>
                </a:lnTo>
                <a:lnTo>
                  <a:pt x="2710" y="1160"/>
                </a:lnTo>
                <a:lnTo>
                  <a:pt x="2712" y="1162"/>
                </a:lnTo>
                <a:lnTo>
                  <a:pt x="2713" y="1165"/>
                </a:lnTo>
                <a:lnTo>
                  <a:pt x="2713" y="1166"/>
                </a:lnTo>
                <a:lnTo>
                  <a:pt x="2713" y="1168"/>
                </a:lnTo>
                <a:lnTo>
                  <a:pt x="2712" y="1168"/>
                </a:lnTo>
                <a:lnTo>
                  <a:pt x="2712" y="1171"/>
                </a:lnTo>
                <a:lnTo>
                  <a:pt x="2712" y="1172"/>
                </a:lnTo>
                <a:lnTo>
                  <a:pt x="2712" y="1175"/>
                </a:lnTo>
                <a:lnTo>
                  <a:pt x="2712" y="1176"/>
                </a:lnTo>
                <a:lnTo>
                  <a:pt x="2713" y="1178"/>
                </a:lnTo>
                <a:lnTo>
                  <a:pt x="2714" y="1178"/>
                </a:lnTo>
                <a:lnTo>
                  <a:pt x="2716" y="1179"/>
                </a:lnTo>
                <a:lnTo>
                  <a:pt x="2717" y="1180"/>
                </a:lnTo>
                <a:lnTo>
                  <a:pt x="2718" y="1181"/>
                </a:lnTo>
                <a:lnTo>
                  <a:pt x="2717" y="1185"/>
                </a:lnTo>
                <a:lnTo>
                  <a:pt x="2717" y="1186"/>
                </a:lnTo>
                <a:lnTo>
                  <a:pt x="2717" y="1187"/>
                </a:lnTo>
                <a:lnTo>
                  <a:pt x="2718" y="1188"/>
                </a:lnTo>
                <a:lnTo>
                  <a:pt x="2722" y="1189"/>
                </a:lnTo>
                <a:lnTo>
                  <a:pt x="2723" y="1190"/>
                </a:lnTo>
                <a:lnTo>
                  <a:pt x="2726" y="1191"/>
                </a:lnTo>
                <a:lnTo>
                  <a:pt x="2728" y="1192"/>
                </a:lnTo>
                <a:lnTo>
                  <a:pt x="2729" y="1193"/>
                </a:lnTo>
                <a:lnTo>
                  <a:pt x="2730" y="1194"/>
                </a:lnTo>
                <a:lnTo>
                  <a:pt x="2730" y="1195"/>
                </a:lnTo>
                <a:lnTo>
                  <a:pt x="2730" y="1196"/>
                </a:lnTo>
                <a:lnTo>
                  <a:pt x="2730" y="1199"/>
                </a:lnTo>
                <a:lnTo>
                  <a:pt x="2730" y="1201"/>
                </a:lnTo>
                <a:lnTo>
                  <a:pt x="2730" y="1203"/>
                </a:lnTo>
                <a:lnTo>
                  <a:pt x="2730" y="1204"/>
                </a:lnTo>
                <a:lnTo>
                  <a:pt x="2730" y="1205"/>
                </a:lnTo>
                <a:lnTo>
                  <a:pt x="2731" y="1206"/>
                </a:lnTo>
                <a:lnTo>
                  <a:pt x="2731" y="1207"/>
                </a:lnTo>
                <a:lnTo>
                  <a:pt x="2733" y="1206"/>
                </a:lnTo>
                <a:lnTo>
                  <a:pt x="2735" y="1206"/>
                </a:lnTo>
                <a:lnTo>
                  <a:pt x="2737" y="1206"/>
                </a:lnTo>
                <a:lnTo>
                  <a:pt x="2739" y="1207"/>
                </a:lnTo>
                <a:lnTo>
                  <a:pt x="2742" y="1208"/>
                </a:lnTo>
                <a:lnTo>
                  <a:pt x="2744" y="1209"/>
                </a:lnTo>
                <a:lnTo>
                  <a:pt x="2745" y="1209"/>
                </a:lnTo>
                <a:lnTo>
                  <a:pt x="2746" y="1208"/>
                </a:lnTo>
                <a:lnTo>
                  <a:pt x="2747" y="1207"/>
                </a:lnTo>
                <a:lnTo>
                  <a:pt x="2748" y="1207"/>
                </a:lnTo>
                <a:lnTo>
                  <a:pt x="2749" y="1207"/>
                </a:lnTo>
                <a:lnTo>
                  <a:pt x="2750" y="1208"/>
                </a:lnTo>
                <a:lnTo>
                  <a:pt x="2751" y="1208"/>
                </a:lnTo>
                <a:lnTo>
                  <a:pt x="2754" y="1209"/>
                </a:lnTo>
                <a:lnTo>
                  <a:pt x="2756" y="1210"/>
                </a:lnTo>
                <a:lnTo>
                  <a:pt x="2757" y="1209"/>
                </a:lnTo>
                <a:lnTo>
                  <a:pt x="2758" y="1209"/>
                </a:lnTo>
                <a:lnTo>
                  <a:pt x="2758" y="1208"/>
                </a:lnTo>
                <a:lnTo>
                  <a:pt x="2758" y="1205"/>
                </a:lnTo>
                <a:lnTo>
                  <a:pt x="2758" y="1203"/>
                </a:lnTo>
                <a:lnTo>
                  <a:pt x="2759" y="1200"/>
                </a:lnTo>
                <a:lnTo>
                  <a:pt x="2759" y="1199"/>
                </a:lnTo>
                <a:lnTo>
                  <a:pt x="2760" y="1199"/>
                </a:lnTo>
                <a:lnTo>
                  <a:pt x="2760" y="1200"/>
                </a:lnTo>
                <a:lnTo>
                  <a:pt x="2763" y="1201"/>
                </a:lnTo>
                <a:lnTo>
                  <a:pt x="2765" y="1201"/>
                </a:lnTo>
                <a:lnTo>
                  <a:pt x="2767" y="1202"/>
                </a:lnTo>
                <a:lnTo>
                  <a:pt x="2769" y="1203"/>
                </a:lnTo>
                <a:lnTo>
                  <a:pt x="2770" y="1203"/>
                </a:lnTo>
                <a:lnTo>
                  <a:pt x="2771" y="1203"/>
                </a:lnTo>
                <a:lnTo>
                  <a:pt x="2773" y="1202"/>
                </a:lnTo>
                <a:lnTo>
                  <a:pt x="2774" y="1202"/>
                </a:lnTo>
                <a:lnTo>
                  <a:pt x="2775" y="1204"/>
                </a:lnTo>
                <a:lnTo>
                  <a:pt x="2776" y="1205"/>
                </a:lnTo>
                <a:lnTo>
                  <a:pt x="2776" y="1206"/>
                </a:lnTo>
                <a:lnTo>
                  <a:pt x="2775" y="1209"/>
                </a:lnTo>
                <a:lnTo>
                  <a:pt x="2774" y="1212"/>
                </a:lnTo>
                <a:lnTo>
                  <a:pt x="2773" y="1214"/>
                </a:lnTo>
                <a:lnTo>
                  <a:pt x="2772" y="1218"/>
                </a:lnTo>
                <a:lnTo>
                  <a:pt x="2772" y="1220"/>
                </a:lnTo>
                <a:lnTo>
                  <a:pt x="2772" y="1222"/>
                </a:lnTo>
                <a:lnTo>
                  <a:pt x="2772" y="1224"/>
                </a:lnTo>
                <a:lnTo>
                  <a:pt x="2773" y="1226"/>
                </a:lnTo>
                <a:lnTo>
                  <a:pt x="2774" y="1229"/>
                </a:lnTo>
                <a:lnTo>
                  <a:pt x="2776" y="1230"/>
                </a:lnTo>
                <a:lnTo>
                  <a:pt x="2778" y="1235"/>
                </a:lnTo>
                <a:lnTo>
                  <a:pt x="2780" y="1236"/>
                </a:lnTo>
                <a:lnTo>
                  <a:pt x="2784" y="1236"/>
                </a:lnTo>
                <a:lnTo>
                  <a:pt x="2786" y="1237"/>
                </a:lnTo>
                <a:lnTo>
                  <a:pt x="2787" y="1238"/>
                </a:lnTo>
                <a:lnTo>
                  <a:pt x="2788" y="1240"/>
                </a:lnTo>
                <a:lnTo>
                  <a:pt x="2789" y="1241"/>
                </a:lnTo>
                <a:lnTo>
                  <a:pt x="2790" y="1242"/>
                </a:lnTo>
                <a:lnTo>
                  <a:pt x="2791" y="1242"/>
                </a:lnTo>
                <a:lnTo>
                  <a:pt x="2792" y="1241"/>
                </a:lnTo>
                <a:lnTo>
                  <a:pt x="2793" y="1241"/>
                </a:lnTo>
                <a:lnTo>
                  <a:pt x="2794" y="1242"/>
                </a:lnTo>
                <a:lnTo>
                  <a:pt x="2796" y="1244"/>
                </a:lnTo>
                <a:lnTo>
                  <a:pt x="2799" y="1246"/>
                </a:lnTo>
                <a:lnTo>
                  <a:pt x="2802" y="1247"/>
                </a:lnTo>
                <a:lnTo>
                  <a:pt x="2806" y="1250"/>
                </a:lnTo>
                <a:lnTo>
                  <a:pt x="2807" y="1252"/>
                </a:lnTo>
                <a:lnTo>
                  <a:pt x="2808" y="1253"/>
                </a:lnTo>
                <a:lnTo>
                  <a:pt x="2809" y="1255"/>
                </a:lnTo>
                <a:lnTo>
                  <a:pt x="2811" y="1256"/>
                </a:lnTo>
                <a:lnTo>
                  <a:pt x="2811" y="1257"/>
                </a:lnTo>
                <a:lnTo>
                  <a:pt x="2807" y="1256"/>
                </a:lnTo>
                <a:lnTo>
                  <a:pt x="2806" y="1256"/>
                </a:lnTo>
                <a:lnTo>
                  <a:pt x="2805" y="1256"/>
                </a:lnTo>
                <a:lnTo>
                  <a:pt x="2805" y="1257"/>
                </a:lnTo>
                <a:lnTo>
                  <a:pt x="2805" y="1258"/>
                </a:lnTo>
                <a:lnTo>
                  <a:pt x="2805" y="1259"/>
                </a:lnTo>
                <a:lnTo>
                  <a:pt x="2805" y="1260"/>
                </a:lnTo>
                <a:lnTo>
                  <a:pt x="2808" y="1265"/>
                </a:lnTo>
                <a:lnTo>
                  <a:pt x="2808" y="1270"/>
                </a:lnTo>
                <a:lnTo>
                  <a:pt x="2809" y="1273"/>
                </a:lnTo>
                <a:lnTo>
                  <a:pt x="2809" y="1276"/>
                </a:lnTo>
                <a:lnTo>
                  <a:pt x="2809" y="1277"/>
                </a:lnTo>
                <a:lnTo>
                  <a:pt x="2810" y="1279"/>
                </a:lnTo>
                <a:lnTo>
                  <a:pt x="2814" y="1282"/>
                </a:lnTo>
                <a:lnTo>
                  <a:pt x="2816" y="1286"/>
                </a:lnTo>
                <a:lnTo>
                  <a:pt x="2817" y="1288"/>
                </a:lnTo>
                <a:lnTo>
                  <a:pt x="2817" y="1291"/>
                </a:lnTo>
                <a:lnTo>
                  <a:pt x="2817" y="1294"/>
                </a:lnTo>
                <a:lnTo>
                  <a:pt x="2817" y="1296"/>
                </a:lnTo>
                <a:lnTo>
                  <a:pt x="2816" y="1297"/>
                </a:lnTo>
                <a:lnTo>
                  <a:pt x="2816" y="1298"/>
                </a:lnTo>
                <a:lnTo>
                  <a:pt x="2815" y="1298"/>
                </a:lnTo>
                <a:lnTo>
                  <a:pt x="2815" y="1299"/>
                </a:lnTo>
                <a:lnTo>
                  <a:pt x="2814" y="1300"/>
                </a:lnTo>
                <a:lnTo>
                  <a:pt x="2814" y="1301"/>
                </a:lnTo>
                <a:lnTo>
                  <a:pt x="2814" y="1302"/>
                </a:lnTo>
                <a:lnTo>
                  <a:pt x="2814" y="1304"/>
                </a:lnTo>
                <a:lnTo>
                  <a:pt x="2813" y="1305"/>
                </a:lnTo>
                <a:lnTo>
                  <a:pt x="2814" y="1306"/>
                </a:lnTo>
                <a:lnTo>
                  <a:pt x="2814" y="1307"/>
                </a:lnTo>
                <a:lnTo>
                  <a:pt x="2816" y="1307"/>
                </a:lnTo>
                <a:lnTo>
                  <a:pt x="2818" y="1308"/>
                </a:lnTo>
                <a:lnTo>
                  <a:pt x="2819" y="1308"/>
                </a:lnTo>
                <a:lnTo>
                  <a:pt x="2819" y="1309"/>
                </a:lnTo>
                <a:lnTo>
                  <a:pt x="2820" y="1311"/>
                </a:lnTo>
                <a:lnTo>
                  <a:pt x="2821" y="1312"/>
                </a:lnTo>
                <a:lnTo>
                  <a:pt x="2821" y="1313"/>
                </a:lnTo>
                <a:lnTo>
                  <a:pt x="2821" y="1314"/>
                </a:lnTo>
                <a:lnTo>
                  <a:pt x="2820" y="1315"/>
                </a:lnTo>
                <a:lnTo>
                  <a:pt x="2818" y="1317"/>
                </a:lnTo>
                <a:lnTo>
                  <a:pt x="2817" y="1318"/>
                </a:lnTo>
                <a:lnTo>
                  <a:pt x="2818" y="1319"/>
                </a:lnTo>
                <a:lnTo>
                  <a:pt x="2818" y="1321"/>
                </a:lnTo>
                <a:lnTo>
                  <a:pt x="2817" y="1322"/>
                </a:lnTo>
                <a:lnTo>
                  <a:pt x="2816" y="1323"/>
                </a:lnTo>
                <a:lnTo>
                  <a:pt x="2815" y="1324"/>
                </a:lnTo>
                <a:lnTo>
                  <a:pt x="2815" y="1326"/>
                </a:lnTo>
                <a:lnTo>
                  <a:pt x="2817" y="1330"/>
                </a:lnTo>
                <a:lnTo>
                  <a:pt x="2819" y="1334"/>
                </a:lnTo>
                <a:lnTo>
                  <a:pt x="2819" y="1341"/>
                </a:lnTo>
                <a:lnTo>
                  <a:pt x="2820" y="1342"/>
                </a:lnTo>
                <a:lnTo>
                  <a:pt x="2821" y="1343"/>
                </a:lnTo>
                <a:lnTo>
                  <a:pt x="2822" y="1344"/>
                </a:lnTo>
                <a:lnTo>
                  <a:pt x="2821" y="1346"/>
                </a:lnTo>
                <a:lnTo>
                  <a:pt x="2821" y="1349"/>
                </a:lnTo>
                <a:lnTo>
                  <a:pt x="2824" y="1353"/>
                </a:lnTo>
                <a:lnTo>
                  <a:pt x="2825" y="1355"/>
                </a:lnTo>
                <a:lnTo>
                  <a:pt x="2825" y="1357"/>
                </a:lnTo>
                <a:lnTo>
                  <a:pt x="2826" y="1358"/>
                </a:lnTo>
                <a:lnTo>
                  <a:pt x="2827" y="1360"/>
                </a:lnTo>
                <a:lnTo>
                  <a:pt x="2828" y="1361"/>
                </a:lnTo>
                <a:lnTo>
                  <a:pt x="2829" y="1364"/>
                </a:lnTo>
                <a:lnTo>
                  <a:pt x="2830" y="1365"/>
                </a:lnTo>
                <a:lnTo>
                  <a:pt x="2831" y="1365"/>
                </a:lnTo>
                <a:lnTo>
                  <a:pt x="2832" y="1366"/>
                </a:lnTo>
                <a:lnTo>
                  <a:pt x="2832" y="1367"/>
                </a:lnTo>
                <a:lnTo>
                  <a:pt x="2831" y="1368"/>
                </a:lnTo>
                <a:lnTo>
                  <a:pt x="2831" y="1370"/>
                </a:lnTo>
                <a:lnTo>
                  <a:pt x="2832" y="1373"/>
                </a:lnTo>
                <a:lnTo>
                  <a:pt x="2833" y="1373"/>
                </a:lnTo>
                <a:lnTo>
                  <a:pt x="2833" y="1374"/>
                </a:lnTo>
                <a:lnTo>
                  <a:pt x="2835" y="1376"/>
                </a:lnTo>
                <a:lnTo>
                  <a:pt x="2835" y="1377"/>
                </a:lnTo>
                <a:lnTo>
                  <a:pt x="2836" y="1380"/>
                </a:lnTo>
                <a:lnTo>
                  <a:pt x="2838" y="1383"/>
                </a:lnTo>
                <a:lnTo>
                  <a:pt x="2839" y="1385"/>
                </a:lnTo>
                <a:lnTo>
                  <a:pt x="2840" y="1388"/>
                </a:lnTo>
                <a:lnTo>
                  <a:pt x="2842" y="1390"/>
                </a:lnTo>
                <a:lnTo>
                  <a:pt x="2843" y="1392"/>
                </a:lnTo>
                <a:lnTo>
                  <a:pt x="2843" y="1393"/>
                </a:lnTo>
                <a:lnTo>
                  <a:pt x="2843" y="1395"/>
                </a:lnTo>
                <a:lnTo>
                  <a:pt x="2843" y="1396"/>
                </a:lnTo>
                <a:lnTo>
                  <a:pt x="2845" y="1396"/>
                </a:lnTo>
                <a:lnTo>
                  <a:pt x="2847" y="1396"/>
                </a:lnTo>
                <a:lnTo>
                  <a:pt x="2849" y="1396"/>
                </a:lnTo>
                <a:lnTo>
                  <a:pt x="2852" y="1397"/>
                </a:lnTo>
                <a:lnTo>
                  <a:pt x="2854" y="1399"/>
                </a:lnTo>
                <a:lnTo>
                  <a:pt x="2855" y="1400"/>
                </a:lnTo>
                <a:lnTo>
                  <a:pt x="2857" y="1402"/>
                </a:lnTo>
                <a:lnTo>
                  <a:pt x="2858" y="1404"/>
                </a:lnTo>
                <a:lnTo>
                  <a:pt x="2860" y="1404"/>
                </a:lnTo>
                <a:lnTo>
                  <a:pt x="2861" y="1405"/>
                </a:lnTo>
                <a:lnTo>
                  <a:pt x="2861" y="1406"/>
                </a:lnTo>
                <a:lnTo>
                  <a:pt x="2862" y="1407"/>
                </a:lnTo>
                <a:lnTo>
                  <a:pt x="2863" y="1409"/>
                </a:lnTo>
                <a:lnTo>
                  <a:pt x="2863" y="1411"/>
                </a:lnTo>
                <a:lnTo>
                  <a:pt x="2863" y="1413"/>
                </a:lnTo>
                <a:lnTo>
                  <a:pt x="2862" y="1414"/>
                </a:lnTo>
                <a:lnTo>
                  <a:pt x="2862" y="1415"/>
                </a:lnTo>
                <a:lnTo>
                  <a:pt x="2862" y="1416"/>
                </a:lnTo>
                <a:lnTo>
                  <a:pt x="2862" y="1417"/>
                </a:lnTo>
                <a:lnTo>
                  <a:pt x="2863" y="1419"/>
                </a:lnTo>
                <a:lnTo>
                  <a:pt x="2863" y="1420"/>
                </a:lnTo>
                <a:lnTo>
                  <a:pt x="2864" y="1421"/>
                </a:lnTo>
                <a:lnTo>
                  <a:pt x="2866" y="1422"/>
                </a:lnTo>
                <a:lnTo>
                  <a:pt x="2866" y="1423"/>
                </a:lnTo>
                <a:lnTo>
                  <a:pt x="2865" y="1428"/>
                </a:lnTo>
                <a:lnTo>
                  <a:pt x="2864" y="1430"/>
                </a:lnTo>
                <a:lnTo>
                  <a:pt x="2863" y="1432"/>
                </a:lnTo>
                <a:lnTo>
                  <a:pt x="2863" y="1433"/>
                </a:lnTo>
                <a:lnTo>
                  <a:pt x="2866" y="1439"/>
                </a:lnTo>
                <a:lnTo>
                  <a:pt x="2868" y="1440"/>
                </a:lnTo>
                <a:lnTo>
                  <a:pt x="2868" y="1441"/>
                </a:lnTo>
                <a:lnTo>
                  <a:pt x="2868" y="1442"/>
                </a:lnTo>
                <a:lnTo>
                  <a:pt x="2868" y="1445"/>
                </a:lnTo>
                <a:lnTo>
                  <a:pt x="2869" y="1445"/>
                </a:lnTo>
                <a:lnTo>
                  <a:pt x="2870" y="1446"/>
                </a:lnTo>
                <a:lnTo>
                  <a:pt x="2871" y="1447"/>
                </a:lnTo>
                <a:lnTo>
                  <a:pt x="2872" y="1448"/>
                </a:lnTo>
                <a:lnTo>
                  <a:pt x="2872" y="1449"/>
                </a:lnTo>
                <a:lnTo>
                  <a:pt x="2872" y="1450"/>
                </a:lnTo>
                <a:lnTo>
                  <a:pt x="2874" y="1456"/>
                </a:lnTo>
                <a:lnTo>
                  <a:pt x="2875" y="1458"/>
                </a:lnTo>
                <a:lnTo>
                  <a:pt x="2871" y="1467"/>
                </a:lnTo>
                <a:lnTo>
                  <a:pt x="2868" y="1478"/>
                </a:lnTo>
                <a:lnTo>
                  <a:pt x="2866" y="1483"/>
                </a:lnTo>
                <a:lnTo>
                  <a:pt x="2866" y="1484"/>
                </a:lnTo>
                <a:lnTo>
                  <a:pt x="2867" y="1485"/>
                </a:lnTo>
                <a:lnTo>
                  <a:pt x="2873" y="1486"/>
                </a:lnTo>
                <a:lnTo>
                  <a:pt x="2873" y="1487"/>
                </a:lnTo>
                <a:lnTo>
                  <a:pt x="2873" y="1488"/>
                </a:lnTo>
                <a:lnTo>
                  <a:pt x="2874" y="1489"/>
                </a:lnTo>
                <a:lnTo>
                  <a:pt x="2873" y="1491"/>
                </a:lnTo>
                <a:lnTo>
                  <a:pt x="2873" y="1492"/>
                </a:lnTo>
                <a:lnTo>
                  <a:pt x="2872" y="1493"/>
                </a:lnTo>
                <a:lnTo>
                  <a:pt x="2871" y="1494"/>
                </a:lnTo>
                <a:lnTo>
                  <a:pt x="2871" y="1495"/>
                </a:lnTo>
                <a:lnTo>
                  <a:pt x="2870" y="1497"/>
                </a:lnTo>
                <a:lnTo>
                  <a:pt x="2869" y="1500"/>
                </a:lnTo>
                <a:lnTo>
                  <a:pt x="2866" y="1501"/>
                </a:lnTo>
                <a:lnTo>
                  <a:pt x="2866" y="1502"/>
                </a:lnTo>
                <a:lnTo>
                  <a:pt x="2866" y="1504"/>
                </a:lnTo>
                <a:lnTo>
                  <a:pt x="2865" y="1506"/>
                </a:lnTo>
                <a:lnTo>
                  <a:pt x="2863" y="1508"/>
                </a:lnTo>
                <a:lnTo>
                  <a:pt x="2863" y="1513"/>
                </a:lnTo>
                <a:lnTo>
                  <a:pt x="2859" y="1515"/>
                </a:lnTo>
                <a:lnTo>
                  <a:pt x="2859" y="1516"/>
                </a:lnTo>
                <a:lnTo>
                  <a:pt x="2857" y="1520"/>
                </a:lnTo>
                <a:lnTo>
                  <a:pt x="2856" y="1523"/>
                </a:lnTo>
                <a:lnTo>
                  <a:pt x="2855" y="1525"/>
                </a:lnTo>
                <a:lnTo>
                  <a:pt x="2853" y="1527"/>
                </a:lnTo>
                <a:lnTo>
                  <a:pt x="2850" y="1530"/>
                </a:lnTo>
                <a:lnTo>
                  <a:pt x="2847" y="1532"/>
                </a:lnTo>
                <a:lnTo>
                  <a:pt x="2845" y="1534"/>
                </a:lnTo>
                <a:lnTo>
                  <a:pt x="2844" y="1534"/>
                </a:lnTo>
                <a:lnTo>
                  <a:pt x="2844" y="1535"/>
                </a:lnTo>
                <a:lnTo>
                  <a:pt x="2843" y="1536"/>
                </a:lnTo>
                <a:lnTo>
                  <a:pt x="2842" y="1537"/>
                </a:lnTo>
                <a:lnTo>
                  <a:pt x="2842" y="1539"/>
                </a:lnTo>
                <a:lnTo>
                  <a:pt x="2843" y="1543"/>
                </a:lnTo>
                <a:lnTo>
                  <a:pt x="2844" y="1545"/>
                </a:lnTo>
                <a:lnTo>
                  <a:pt x="2844" y="1546"/>
                </a:lnTo>
                <a:lnTo>
                  <a:pt x="2847" y="1553"/>
                </a:lnTo>
                <a:lnTo>
                  <a:pt x="2846" y="1556"/>
                </a:lnTo>
                <a:lnTo>
                  <a:pt x="2849" y="1570"/>
                </a:lnTo>
                <a:lnTo>
                  <a:pt x="2853" y="1576"/>
                </a:lnTo>
                <a:lnTo>
                  <a:pt x="2851" y="1586"/>
                </a:lnTo>
                <a:lnTo>
                  <a:pt x="2850" y="1588"/>
                </a:lnTo>
                <a:lnTo>
                  <a:pt x="2850" y="1589"/>
                </a:lnTo>
                <a:lnTo>
                  <a:pt x="2851" y="1590"/>
                </a:lnTo>
                <a:lnTo>
                  <a:pt x="2852" y="1591"/>
                </a:lnTo>
                <a:lnTo>
                  <a:pt x="2852" y="1592"/>
                </a:lnTo>
                <a:lnTo>
                  <a:pt x="2852" y="1594"/>
                </a:lnTo>
                <a:lnTo>
                  <a:pt x="2851" y="1596"/>
                </a:lnTo>
                <a:lnTo>
                  <a:pt x="2851" y="1597"/>
                </a:lnTo>
                <a:lnTo>
                  <a:pt x="2850" y="1599"/>
                </a:lnTo>
                <a:lnTo>
                  <a:pt x="2847" y="1601"/>
                </a:lnTo>
                <a:lnTo>
                  <a:pt x="2845" y="1602"/>
                </a:lnTo>
                <a:lnTo>
                  <a:pt x="2837" y="1609"/>
                </a:lnTo>
                <a:lnTo>
                  <a:pt x="2832" y="1613"/>
                </a:lnTo>
                <a:lnTo>
                  <a:pt x="2829" y="1616"/>
                </a:lnTo>
                <a:lnTo>
                  <a:pt x="2822" y="1622"/>
                </a:lnTo>
                <a:lnTo>
                  <a:pt x="2810" y="1637"/>
                </a:lnTo>
                <a:lnTo>
                  <a:pt x="2809" y="1637"/>
                </a:lnTo>
                <a:lnTo>
                  <a:pt x="2799" y="1652"/>
                </a:lnTo>
                <a:lnTo>
                  <a:pt x="2790" y="1676"/>
                </a:lnTo>
                <a:lnTo>
                  <a:pt x="2787" y="1688"/>
                </a:lnTo>
                <a:lnTo>
                  <a:pt x="2786" y="1699"/>
                </a:lnTo>
                <a:lnTo>
                  <a:pt x="2787" y="1702"/>
                </a:lnTo>
                <a:lnTo>
                  <a:pt x="2787" y="1703"/>
                </a:lnTo>
                <a:lnTo>
                  <a:pt x="2788" y="1703"/>
                </a:lnTo>
                <a:lnTo>
                  <a:pt x="2789" y="1704"/>
                </a:lnTo>
                <a:lnTo>
                  <a:pt x="2792" y="1706"/>
                </a:lnTo>
                <a:lnTo>
                  <a:pt x="2795" y="1709"/>
                </a:lnTo>
                <a:lnTo>
                  <a:pt x="2797" y="1712"/>
                </a:lnTo>
                <a:lnTo>
                  <a:pt x="2798" y="1713"/>
                </a:lnTo>
                <a:lnTo>
                  <a:pt x="2798" y="1718"/>
                </a:lnTo>
                <a:lnTo>
                  <a:pt x="2798" y="1721"/>
                </a:lnTo>
                <a:lnTo>
                  <a:pt x="2799" y="1727"/>
                </a:lnTo>
                <a:lnTo>
                  <a:pt x="2800" y="1735"/>
                </a:lnTo>
                <a:lnTo>
                  <a:pt x="2800" y="1739"/>
                </a:lnTo>
                <a:lnTo>
                  <a:pt x="2799" y="1742"/>
                </a:lnTo>
                <a:lnTo>
                  <a:pt x="2803" y="1741"/>
                </a:lnTo>
                <a:lnTo>
                  <a:pt x="2809" y="1746"/>
                </a:lnTo>
                <a:lnTo>
                  <a:pt x="2810" y="1753"/>
                </a:lnTo>
                <a:lnTo>
                  <a:pt x="2805" y="1761"/>
                </a:lnTo>
                <a:lnTo>
                  <a:pt x="2807" y="1763"/>
                </a:lnTo>
                <a:lnTo>
                  <a:pt x="2807" y="1764"/>
                </a:lnTo>
                <a:lnTo>
                  <a:pt x="2819" y="1764"/>
                </a:lnTo>
                <a:lnTo>
                  <a:pt x="2824" y="1761"/>
                </a:lnTo>
                <a:lnTo>
                  <a:pt x="2827" y="1762"/>
                </a:lnTo>
                <a:lnTo>
                  <a:pt x="2831" y="1764"/>
                </a:lnTo>
                <a:lnTo>
                  <a:pt x="2836" y="1763"/>
                </a:lnTo>
                <a:lnTo>
                  <a:pt x="2838" y="1763"/>
                </a:lnTo>
                <a:lnTo>
                  <a:pt x="2840" y="1765"/>
                </a:lnTo>
                <a:lnTo>
                  <a:pt x="2842" y="1764"/>
                </a:lnTo>
                <a:lnTo>
                  <a:pt x="2844" y="1766"/>
                </a:lnTo>
                <a:lnTo>
                  <a:pt x="2848" y="1768"/>
                </a:lnTo>
                <a:lnTo>
                  <a:pt x="2848" y="1771"/>
                </a:lnTo>
                <a:lnTo>
                  <a:pt x="2848" y="1772"/>
                </a:lnTo>
                <a:lnTo>
                  <a:pt x="2848" y="1773"/>
                </a:lnTo>
                <a:lnTo>
                  <a:pt x="2850" y="1776"/>
                </a:lnTo>
                <a:lnTo>
                  <a:pt x="2850" y="1777"/>
                </a:lnTo>
                <a:lnTo>
                  <a:pt x="2853" y="1778"/>
                </a:lnTo>
                <a:lnTo>
                  <a:pt x="2854" y="1778"/>
                </a:lnTo>
                <a:lnTo>
                  <a:pt x="2855" y="1779"/>
                </a:lnTo>
                <a:lnTo>
                  <a:pt x="2856" y="1781"/>
                </a:lnTo>
                <a:lnTo>
                  <a:pt x="2856" y="1782"/>
                </a:lnTo>
                <a:lnTo>
                  <a:pt x="2857" y="1783"/>
                </a:lnTo>
                <a:lnTo>
                  <a:pt x="2858" y="1783"/>
                </a:lnTo>
                <a:lnTo>
                  <a:pt x="2861" y="1784"/>
                </a:lnTo>
                <a:lnTo>
                  <a:pt x="2865" y="1785"/>
                </a:lnTo>
                <a:lnTo>
                  <a:pt x="2869" y="1786"/>
                </a:lnTo>
                <a:lnTo>
                  <a:pt x="2872" y="1788"/>
                </a:lnTo>
                <a:lnTo>
                  <a:pt x="2874" y="1790"/>
                </a:lnTo>
                <a:lnTo>
                  <a:pt x="2877" y="1790"/>
                </a:lnTo>
                <a:lnTo>
                  <a:pt x="2877" y="1787"/>
                </a:lnTo>
                <a:lnTo>
                  <a:pt x="2884" y="1782"/>
                </a:lnTo>
                <a:lnTo>
                  <a:pt x="2886" y="1782"/>
                </a:lnTo>
                <a:lnTo>
                  <a:pt x="2887" y="1784"/>
                </a:lnTo>
                <a:lnTo>
                  <a:pt x="2890" y="1787"/>
                </a:lnTo>
                <a:lnTo>
                  <a:pt x="2891" y="1790"/>
                </a:lnTo>
                <a:lnTo>
                  <a:pt x="2892" y="1793"/>
                </a:lnTo>
                <a:lnTo>
                  <a:pt x="2892" y="1794"/>
                </a:lnTo>
                <a:lnTo>
                  <a:pt x="2892" y="1795"/>
                </a:lnTo>
                <a:lnTo>
                  <a:pt x="2897" y="1798"/>
                </a:lnTo>
                <a:lnTo>
                  <a:pt x="2900" y="1802"/>
                </a:lnTo>
                <a:lnTo>
                  <a:pt x="2902" y="1801"/>
                </a:lnTo>
                <a:lnTo>
                  <a:pt x="2903" y="1800"/>
                </a:lnTo>
                <a:lnTo>
                  <a:pt x="2908" y="1804"/>
                </a:lnTo>
                <a:lnTo>
                  <a:pt x="2916" y="1805"/>
                </a:lnTo>
                <a:lnTo>
                  <a:pt x="2917" y="1805"/>
                </a:lnTo>
                <a:lnTo>
                  <a:pt x="2921" y="1806"/>
                </a:lnTo>
                <a:lnTo>
                  <a:pt x="2922" y="1805"/>
                </a:lnTo>
                <a:lnTo>
                  <a:pt x="2935" y="1804"/>
                </a:lnTo>
                <a:lnTo>
                  <a:pt x="2947" y="1807"/>
                </a:lnTo>
                <a:lnTo>
                  <a:pt x="2954" y="1807"/>
                </a:lnTo>
                <a:lnTo>
                  <a:pt x="2958" y="1808"/>
                </a:lnTo>
                <a:lnTo>
                  <a:pt x="2961" y="1808"/>
                </a:lnTo>
                <a:lnTo>
                  <a:pt x="2963" y="1808"/>
                </a:lnTo>
                <a:lnTo>
                  <a:pt x="2971" y="1809"/>
                </a:lnTo>
                <a:lnTo>
                  <a:pt x="2977" y="1810"/>
                </a:lnTo>
                <a:lnTo>
                  <a:pt x="2983" y="1816"/>
                </a:lnTo>
                <a:lnTo>
                  <a:pt x="2990" y="1822"/>
                </a:lnTo>
                <a:lnTo>
                  <a:pt x="2995" y="1826"/>
                </a:lnTo>
                <a:lnTo>
                  <a:pt x="2997" y="1825"/>
                </a:lnTo>
                <a:lnTo>
                  <a:pt x="2998" y="1825"/>
                </a:lnTo>
                <a:lnTo>
                  <a:pt x="2999" y="1826"/>
                </a:lnTo>
                <a:lnTo>
                  <a:pt x="3007" y="1825"/>
                </a:lnTo>
                <a:lnTo>
                  <a:pt x="3010" y="1828"/>
                </a:lnTo>
                <a:lnTo>
                  <a:pt x="3020" y="1829"/>
                </a:lnTo>
                <a:lnTo>
                  <a:pt x="3030" y="1834"/>
                </a:lnTo>
                <a:lnTo>
                  <a:pt x="3035" y="1833"/>
                </a:lnTo>
                <a:lnTo>
                  <a:pt x="3039" y="1831"/>
                </a:lnTo>
                <a:lnTo>
                  <a:pt x="3042" y="1832"/>
                </a:lnTo>
                <a:lnTo>
                  <a:pt x="3046" y="1832"/>
                </a:lnTo>
                <a:lnTo>
                  <a:pt x="3049" y="1832"/>
                </a:lnTo>
                <a:lnTo>
                  <a:pt x="3055" y="1832"/>
                </a:lnTo>
                <a:lnTo>
                  <a:pt x="3060" y="1832"/>
                </a:lnTo>
                <a:lnTo>
                  <a:pt x="3063" y="1831"/>
                </a:lnTo>
                <a:lnTo>
                  <a:pt x="3064" y="1831"/>
                </a:lnTo>
                <a:lnTo>
                  <a:pt x="3065" y="1831"/>
                </a:lnTo>
                <a:lnTo>
                  <a:pt x="3066" y="1831"/>
                </a:lnTo>
                <a:lnTo>
                  <a:pt x="3069" y="1830"/>
                </a:lnTo>
                <a:lnTo>
                  <a:pt x="3073" y="1830"/>
                </a:lnTo>
                <a:lnTo>
                  <a:pt x="3082" y="1833"/>
                </a:lnTo>
                <a:lnTo>
                  <a:pt x="3087" y="1831"/>
                </a:lnTo>
                <a:lnTo>
                  <a:pt x="3088" y="1831"/>
                </a:lnTo>
                <a:lnTo>
                  <a:pt x="3090" y="1833"/>
                </a:lnTo>
                <a:lnTo>
                  <a:pt x="3091" y="1834"/>
                </a:lnTo>
                <a:lnTo>
                  <a:pt x="3093" y="1834"/>
                </a:lnTo>
                <a:lnTo>
                  <a:pt x="3094" y="1837"/>
                </a:lnTo>
                <a:lnTo>
                  <a:pt x="3094" y="1838"/>
                </a:lnTo>
                <a:lnTo>
                  <a:pt x="3095" y="1838"/>
                </a:lnTo>
                <a:lnTo>
                  <a:pt x="3099" y="1839"/>
                </a:lnTo>
                <a:lnTo>
                  <a:pt x="3100" y="1839"/>
                </a:lnTo>
                <a:lnTo>
                  <a:pt x="3100" y="1840"/>
                </a:lnTo>
                <a:lnTo>
                  <a:pt x="3101" y="1841"/>
                </a:lnTo>
                <a:lnTo>
                  <a:pt x="3101" y="1842"/>
                </a:lnTo>
                <a:lnTo>
                  <a:pt x="3102" y="1842"/>
                </a:lnTo>
                <a:lnTo>
                  <a:pt x="3103" y="1842"/>
                </a:lnTo>
                <a:lnTo>
                  <a:pt x="3104" y="1841"/>
                </a:lnTo>
                <a:lnTo>
                  <a:pt x="3106" y="1841"/>
                </a:lnTo>
                <a:lnTo>
                  <a:pt x="3107" y="1841"/>
                </a:lnTo>
                <a:lnTo>
                  <a:pt x="3110" y="1840"/>
                </a:lnTo>
                <a:lnTo>
                  <a:pt x="3111" y="1840"/>
                </a:lnTo>
                <a:lnTo>
                  <a:pt x="3113" y="1841"/>
                </a:lnTo>
                <a:lnTo>
                  <a:pt x="3116" y="1843"/>
                </a:lnTo>
                <a:lnTo>
                  <a:pt x="3117" y="1843"/>
                </a:lnTo>
                <a:lnTo>
                  <a:pt x="3125" y="1843"/>
                </a:lnTo>
                <a:lnTo>
                  <a:pt x="3126" y="1843"/>
                </a:lnTo>
                <a:lnTo>
                  <a:pt x="3128" y="1843"/>
                </a:lnTo>
                <a:lnTo>
                  <a:pt x="3137" y="1848"/>
                </a:lnTo>
                <a:lnTo>
                  <a:pt x="3139" y="1849"/>
                </a:lnTo>
                <a:lnTo>
                  <a:pt x="3141" y="1850"/>
                </a:lnTo>
                <a:lnTo>
                  <a:pt x="3144" y="1851"/>
                </a:lnTo>
                <a:lnTo>
                  <a:pt x="3147" y="1852"/>
                </a:lnTo>
                <a:lnTo>
                  <a:pt x="3148" y="1852"/>
                </a:lnTo>
                <a:lnTo>
                  <a:pt x="3148" y="1850"/>
                </a:lnTo>
                <a:lnTo>
                  <a:pt x="3149" y="1850"/>
                </a:lnTo>
                <a:lnTo>
                  <a:pt x="3150" y="1851"/>
                </a:lnTo>
                <a:lnTo>
                  <a:pt x="3152" y="1851"/>
                </a:lnTo>
                <a:lnTo>
                  <a:pt x="3155" y="1852"/>
                </a:lnTo>
                <a:lnTo>
                  <a:pt x="3157" y="1853"/>
                </a:lnTo>
                <a:lnTo>
                  <a:pt x="3158" y="1854"/>
                </a:lnTo>
                <a:lnTo>
                  <a:pt x="3160" y="1854"/>
                </a:lnTo>
                <a:lnTo>
                  <a:pt x="3161" y="1855"/>
                </a:lnTo>
                <a:lnTo>
                  <a:pt x="3161" y="1856"/>
                </a:lnTo>
                <a:lnTo>
                  <a:pt x="3162" y="1857"/>
                </a:lnTo>
                <a:lnTo>
                  <a:pt x="3164" y="1859"/>
                </a:lnTo>
                <a:lnTo>
                  <a:pt x="3165" y="1860"/>
                </a:lnTo>
                <a:lnTo>
                  <a:pt x="3167" y="1859"/>
                </a:lnTo>
                <a:lnTo>
                  <a:pt x="3169" y="1860"/>
                </a:lnTo>
                <a:lnTo>
                  <a:pt x="3171" y="1859"/>
                </a:lnTo>
                <a:lnTo>
                  <a:pt x="3172" y="1859"/>
                </a:lnTo>
                <a:lnTo>
                  <a:pt x="3174" y="1860"/>
                </a:lnTo>
                <a:lnTo>
                  <a:pt x="3175" y="1861"/>
                </a:lnTo>
                <a:lnTo>
                  <a:pt x="3175" y="1860"/>
                </a:lnTo>
                <a:lnTo>
                  <a:pt x="3175" y="1858"/>
                </a:lnTo>
                <a:lnTo>
                  <a:pt x="3176" y="1858"/>
                </a:lnTo>
                <a:lnTo>
                  <a:pt x="3178" y="1860"/>
                </a:lnTo>
                <a:lnTo>
                  <a:pt x="3181" y="1863"/>
                </a:lnTo>
                <a:lnTo>
                  <a:pt x="3185" y="1865"/>
                </a:lnTo>
                <a:lnTo>
                  <a:pt x="3187" y="1866"/>
                </a:lnTo>
                <a:lnTo>
                  <a:pt x="3190" y="1868"/>
                </a:lnTo>
                <a:lnTo>
                  <a:pt x="3194" y="1870"/>
                </a:lnTo>
                <a:lnTo>
                  <a:pt x="3195" y="1871"/>
                </a:lnTo>
                <a:lnTo>
                  <a:pt x="3197" y="1873"/>
                </a:lnTo>
                <a:lnTo>
                  <a:pt x="3199" y="1875"/>
                </a:lnTo>
                <a:lnTo>
                  <a:pt x="3200" y="1875"/>
                </a:lnTo>
                <a:lnTo>
                  <a:pt x="3203" y="1876"/>
                </a:lnTo>
                <a:lnTo>
                  <a:pt x="3203" y="1878"/>
                </a:lnTo>
                <a:lnTo>
                  <a:pt x="3203" y="1881"/>
                </a:lnTo>
                <a:lnTo>
                  <a:pt x="3204" y="1882"/>
                </a:lnTo>
                <a:lnTo>
                  <a:pt x="3205" y="1884"/>
                </a:lnTo>
                <a:lnTo>
                  <a:pt x="3209" y="1886"/>
                </a:lnTo>
                <a:lnTo>
                  <a:pt x="3216" y="1891"/>
                </a:lnTo>
                <a:lnTo>
                  <a:pt x="3218" y="1892"/>
                </a:lnTo>
                <a:lnTo>
                  <a:pt x="3228" y="1899"/>
                </a:lnTo>
                <a:lnTo>
                  <a:pt x="3234" y="1904"/>
                </a:lnTo>
                <a:lnTo>
                  <a:pt x="3239" y="1907"/>
                </a:lnTo>
                <a:lnTo>
                  <a:pt x="3244" y="1911"/>
                </a:lnTo>
                <a:lnTo>
                  <a:pt x="3250" y="1915"/>
                </a:lnTo>
                <a:lnTo>
                  <a:pt x="3261" y="1926"/>
                </a:lnTo>
                <a:lnTo>
                  <a:pt x="3266" y="1928"/>
                </a:lnTo>
                <a:lnTo>
                  <a:pt x="3270" y="1931"/>
                </a:lnTo>
                <a:lnTo>
                  <a:pt x="3271" y="1933"/>
                </a:lnTo>
                <a:lnTo>
                  <a:pt x="3271" y="1935"/>
                </a:lnTo>
                <a:lnTo>
                  <a:pt x="3276" y="1942"/>
                </a:lnTo>
                <a:lnTo>
                  <a:pt x="3278" y="1945"/>
                </a:lnTo>
                <a:lnTo>
                  <a:pt x="3284" y="1949"/>
                </a:lnTo>
                <a:lnTo>
                  <a:pt x="3285" y="1950"/>
                </a:lnTo>
                <a:lnTo>
                  <a:pt x="3286" y="1954"/>
                </a:lnTo>
                <a:lnTo>
                  <a:pt x="3287" y="1958"/>
                </a:lnTo>
                <a:lnTo>
                  <a:pt x="3287" y="1960"/>
                </a:lnTo>
                <a:lnTo>
                  <a:pt x="3286" y="1962"/>
                </a:lnTo>
                <a:lnTo>
                  <a:pt x="3287" y="1963"/>
                </a:lnTo>
                <a:lnTo>
                  <a:pt x="3287" y="1964"/>
                </a:lnTo>
                <a:lnTo>
                  <a:pt x="3291" y="1963"/>
                </a:lnTo>
                <a:lnTo>
                  <a:pt x="3294" y="1964"/>
                </a:lnTo>
                <a:lnTo>
                  <a:pt x="3299" y="1965"/>
                </a:lnTo>
                <a:lnTo>
                  <a:pt x="3306" y="1968"/>
                </a:lnTo>
                <a:lnTo>
                  <a:pt x="3312" y="1976"/>
                </a:lnTo>
                <a:lnTo>
                  <a:pt x="3322" y="1981"/>
                </a:lnTo>
                <a:lnTo>
                  <a:pt x="3330" y="1994"/>
                </a:lnTo>
                <a:lnTo>
                  <a:pt x="3332" y="1996"/>
                </a:lnTo>
                <a:lnTo>
                  <a:pt x="3335" y="2003"/>
                </a:lnTo>
                <a:lnTo>
                  <a:pt x="3337" y="2006"/>
                </a:lnTo>
                <a:lnTo>
                  <a:pt x="3340" y="2006"/>
                </a:lnTo>
                <a:lnTo>
                  <a:pt x="3342" y="2006"/>
                </a:lnTo>
                <a:lnTo>
                  <a:pt x="3344" y="2006"/>
                </a:lnTo>
                <a:lnTo>
                  <a:pt x="3346" y="2008"/>
                </a:lnTo>
                <a:lnTo>
                  <a:pt x="3348" y="2009"/>
                </a:lnTo>
                <a:lnTo>
                  <a:pt x="3349" y="2010"/>
                </a:lnTo>
                <a:lnTo>
                  <a:pt x="3351" y="2011"/>
                </a:lnTo>
                <a:lnTo>
                  <a:pt x="3353" y="2012"/>
                </a:lnTo>
                <a:lnTo>
                  <a:pt x="3355" y="2013"/>
                </a:lnTo>
                <a:lnTo>
                  <a:pt x="3358" y="2014"/>
                </a:lnTo>
                <a:lnTo>
                  <a:pt x="3359" y="2014"/>
                </a:lnTo>
                <a:lnTo>
                  <a:pt x="3360" y="2014"/>
                </a:lnTo>
                <a:lnTo>
                  <a:pt x="3361" y="2016"/>
                </a:lnTo>
                <a:lnTo>
                  <a:pt x="3362" y="2016"/>
                </a:lnTo>
                <a:lnTo>
                  <a:pt x="3363" y="2016"/>
                </a:lnTo>
                <a:lnTo>
                  <a:pt x="3365" y="2017"/>
                </a:lnTo>
                <a:lnTo>
                  <a:pt x="3366" y="2018"/>
                </a:lnTo>
                <a:lnTo>
                  <a:pt x="3367" y="2019"/>
                </a:lnTo>
                <a:lnTo>
                  <a:pt x="3368" y="2021"/>
                </a:lnTo>
                <a:lnTo>
                  <a:pt x="3369" y="2022"/>
                </a:lnTo>
                <a:lnTo>
                  <a:pt x="3371" y="2025"/>
                </a:lnTo>
                <a:lnTo>
                  <a:pt x="3374" y="2028"/>
                </a:lnTo>
                <a:lnTo>
                  <a:pt x="3379" y="2027"/>
                </a:lnTo>
                <a:lnTo>
                  <a:pt x="3392" y="2026"/>
                </a:lnTo>
                <a:lnTo>
                  <a:pt x="3402" y="2027"/>
                </a:lnTo>
                <a:lnTo>
                  <a:pt x="3420" y="2026"/>
                </a:lnTo>
                <a:lnTo>
                  <a:pt x="3435" y="2025"/>
                </a:lnTo>
                <a:lnTo>
                  <a:pt x="3437" y="2028"/>
                </a:lnTo>
                <a:lnTo>
                  <a:pt x="3436" y="2031"/>
                </a:lnTo>
                <a:lnTo>
                  <a:pt x="3433" y="2035"/>
                </a:lnTo>
                <a:lnTo>
                  <a:pt x="3428" y="2039"/>
                </a:lnTo>
                <a:lnTo>
                  <a:pt x="3424" y="2050"/>
                </a:lnTo>
                <a:lnTo>
                  <a:pt x="3421" y="2067"/>
                </a:lnTo>
                <a:lnTo>
                  <a:pt x="3417" y="2079"/>
                </a:lnTo>
                <a:lnTo>
                  <a:pt x="3424" y="2080"/>
                </a:lnTo>
                <a:lnTo>
                  <a:pt x="3431" y="2084"/>
                </a:lnTo>
                <a:lnTo>
                  <a:pt x="3438" y="2085"/>
                </a:lnTo>
                <a:lnTo>
                  <a:pt x="3445" y="2086"/>
                </a:lnTo>
                <a:lnTo>
                  <a:pt x="3446" y="2087"/>
                </a:lnTo>
                <a:lnTo>
                  <a:pt x="3448" y="2095"/>
                </a:lnTo>
                <a:lnTo>
                  <a:pt x="3450" y="2099"/>
                </a:lnTo>
                <a:lnTo>
                  <a:pt x="3451" y="2103"/>
                </a:lnTo>
                <a:lnTo>
                  <a:pt x="3452" y="2107"/>
                </a:lnTo>
                <a:lnTo>
                  <a:pt x="3454" y="2112"/>
                </a:lnTo>
                <a:lnTo>
                  <a:pt x="3457" y="2119"/>
                </a:lnTo>
                <a:lnTo>
                  <a:pt x="3459" y="2135"/>
                </a:lnTo>
                <a:lnTo>
                  <a:pt x="3462" y="2146"/>
                </a:lnTo>
                <a:lnTo>
                  <a:pt x="3465" y="2158"/>
                </a:lnTo>
                <a:lnTo>
                  <a:pt x="3466" y="2161"/>
                </a:lnTo>
                <a:lnTo>
                  <a:pt x="3467" y="2169"/>
                </a:lnTo>
                <a:lnTo>
                  <a:pt x="3468" y="2173"/>
                </a:lnTo>
                <a:lnTo>
                  <a:pt x="3478" y="2199"/>
                </a:lnTo>
                <a:lnTo>
                  <a:pt x="3482" y="2212"/>
                </a:lnTo>
                <a:lnTo>
                  <a:pt x="3483" y="2240"/>
                </a:lnTo>
                <a:lnTo>
                  <a:pt x="3487" y="2249"/>
                </a:lnTo>
                <a:lnTo>
                  <a:pt x="3490" y="2254"/>
                </a:lnTo>
                <a:lnTo>
                  <a:pt x="3499" y="2264"/>
                </a:lnTo>
                <a:lnTo>
                  <a:pt x="3499" y="2265"/>
                </a:lnTo>
                <a:lnTo>
                  <a:pt x="3514" y="2283"/>
                </a:lnTo>
                <a:lnTo>
                  <a:pt x="3547" y="2325"/>
                </a:lnTo>
                <a:lnTo>
                  <a:pt x="3548" y="2361"/>
                </a:lnTo>
                <a:lnTo>
                  <a:pt x="3554" y="2361"/>
                </a:lnTo>
                <a:lnTo>
                  <a:pt x="3558" y="2361"/>
                </a:lnTo>
                <a:lnTo>
                  <a:pt x="3561" y="2360"/>
                </a:lnTo>
                <a:lnTo>
                  <a:pt x="3565" y="2360"/>
                </a:lnTo>
                <a:lnTo>
                  <a:pt x="3566" y="2360"/>
                </a:lnTo>
                <a:lnTo>
                  <a:pt x="3570" y="2360"/>
                </a:lnTo>
                <a:lnTo>
                  <a:pt x="3572" y="2360"/>
                </a:lnTo>
                <a:lnTo>
                  <a:pt x="3575" y="2360"/>
                </a:lnTo>
                <a:lnTo>
                  <a:pt x="3578" y="2360"/>
                </a:lnTo>
                <a:lnTo>
                  <a:pt x="3582" y="2360"/>
                </a:lnTo>
                <a:lnTo>
                  <a:pt x="3586" y="2360"/>
                </a:lnTo>
                <a:lnTo>
                  <a:pt x="3602" y="2359"/>
                </a:lnTo>
                <a:lnTo>
                  <a:pt x="3612" y="2360"/>
                </a:lnTo>
                <a:lnTo>
                  <a:pt x="3620" y="2361"/>
                </a:lnTo>
                <a:lnTo>
                  <a:pt x="3636" y="2362"/>
                </a:lnTo>
                <a:lnTo>
                  <a:pt x="3639" y="2361"/>
                </a:lnTo>
                <a:lnTo>
                  <a:pt x="3643" y="2361"/>
                </a:lnTo>
                <a:lnTo>
                  <a:pt x="3644" y="2361"/>
                </a:lnTo>
                <a:lnTo>
                  <a:pt x="3645" y="2360"/>
                </a:lnTo>
                <a:lnTo>
                  <a:pt x="3646" y="2360"/>
                </a:lnTo>
                <a:lnTo>
                  <a:pt x="3648" y="2360"/>
                </a:lnTo>
                <a:lnTo>
                  <a:pt x="3650" y="2359"/>
                </a:lnTo>
                <a:lnTo>
                  <a:pt x="3662" y="2357"/>
                </a:lnTo>
                <a:lnTo>
                  <a:pt x="3664" y="2356"/>
                </a:lnTo>
                <a:lnTo>
                  <a:pt x="3665" y="2356"/>
                </a:lnTo>
                <a:lnTo>
                  <a:pt x="3741" y="2376"/>
                </a:lnTo>
                <a:lnTo>
                  <a:pt x="3770" y="2384"/>
                </a:lnTo>
                <a:lnTo>
                  <a:pt x="3815" y="2397"/>
                </a:lnTo>
                <a:lnTo>
                  <a:pt x="3867" y="2403"/>
                </a:lnTo>
                <a:lnTo>
                  <a:pt x="3883" y="2406"/>
                </a:lnTo>
                <a:lnTo>
                  <a:pt x="3916" y="2412"/>
                </a:lnTo>
                <a:lnTo>
                  <a:pt x="3926" y="2414"/>
                </a:lnTo>
                <a:lnTo>
                  <a:pt x="3934" y="2415"/>
                </a:lnTo>
                <a:lnTo>
                  <a:pt x="4009" y="2426"/>
                </a:lnTo>
                <a:lnTo>
                  <a:pt x="4078" y="2413"/>
                </a:lnTo>
                <a:lnTo>
                  <a:pt x="4123" y="2418"/>
                </a:lnTo>
                <a:lnTo>
                  <a:pt x="4123" y="2417"/>
                </a:lnTo>
                <a:lnTo>
                  <a:pt x="4131" y="2407"/>
                </a:lnTo>
                <a:lnTo>
                  <a:pt x="4209" y="2414"/>
                </a:lnTo>
                <a:lnTo>
                  <a:pt x="4294" y="2442"/>
                </a:lnTo>
                <a:lnTo>
                  <a:pt x="4315" y="2448"/>
                </a:lnTo>
                <a:lnTo>
                  <a:pt x="4350" y="2454"/>
                </a:lnTo>
                <a:lnTo>
                  <a:pt x="4378" y="2497"/>
                </a:lnTo>
                <a:lnTo>
                  <a:pt x="4389" y="2513"/>
                </a:lnTo>
                <a:lnTo>
                  <a:pt x="4444" y="2531"/>
                </a:lnTo>
                <a:lnTo>
                  <a:pt x="4459" y="2528"/>
                </a:lnTo>
                <a:lnTo>
                  <a:pt x="4474" y="2530"/>
                </a:lnTo>
                <a:lnTo>
                  <a:pt x="4484" y="2530"/>
                </a:lnTo>
                <a:lnTo>
                  <a:pt x="4516" y="2550"/>
                </a:lnTo>
                <a:lnTo>
                  <a:pt x="4526" y="2556"/>
                </a:lnTo>
                <a:lnTo>
                  <a:pt x="4589" y="2589"/>
                </a:lnTo>
                <a:lnTo>
                  <a:pt x="4604" y="2593"/>
                </a:lnTo>
                <a:lnTo>
                  <a:pt x="4638" y="2601"/>
                </a:lnTo>
                <a:lnTo>
                  <a:pt x="4655" y="2607"/>
                </a:lnTo>
                <a:lnTo>
                  <a:pt x="4687" y="2606"/>
                </a:lnTo>
                <a:lnTo>
                  <a:pt x="4722" y="2599"/>
                </a:lnTo>
                <a:lnTo>
                  <a:pt x="4755" y="2592"/>
                </a:lnTo>
                <a:lnTo>
                  <a:pt x="4754" y="2637"/>
                </a:lnTo>
                <a:lnTo>
                  <a:pt x="4779" y="2640"/>
                </a:lnTo>
                <a:lnTo>
                  <a:pt x="4815" y="2638"/>
                </a:lnTo>
                <a:lnTo>
                  <a:pt x="4828" y="2654"/>
                </a:lnTo>
                <a:lnTo>
                  <a:pt x="4861" y="2618"/>
                </a:lnTo>
                <a:lnTo>
                  <a:pt x="4870" y="2619"/>
                </a:lnTo>
                <a:lnTo>
                  <a:pt x="4881" y="2612"/>
                </a:lnTo>
                <a:lnTo>
                  <a:pt x="4884" y="2609"/>
                </a:lnTo>
                <a:lnTo>
                  <a:pt x="4899" y="2600"/>
                </a:lnTo>
                <a:lnTo>
                  <a:pt x="4915" y="2590"/>
                </a:lnTo>
                <a:lnTo>
                  <a:pt x="4935" y="2579"/>
                </a:lnTo>
                <a:lnTo>
                  <a:pt x="4960" y="2568"/>
                </a:lnTo>
                <a:lnTo>
                  <a:pt x="4988" y="2554"/>
                </a:lnTo>
                <a:lnTo>
                  <a:pt x="5032" y="2532"/>
                </a:lnTo>
                <a:lnTo>
                  <a:pt x="5067" y="2514"/>
                </a:lnTo>
                <a:lnTo>
                  <a:pt x="5093" y="2503"/>
                </a:lnTo>
                <a:lnTo>
                  <a:pt x="5133" y="2497"/>
                </a:lnTo>
                <a:lnTo>
                  <a:pt x="5166" y="2486"/>
                </a:lnTo>
                <a:lnTo>
                  <a:pt x="5168" y="2477"/>
                </a:lnTo>
                <a:lnTo>
                  <a:pt x="5194" y="2466"/>
                </a:lnTo>
                <a:lnTo>
                  <a:pt x="5199" y="2467"/>
                </a:lnTo>
                <a:lnTo>
                  <a:pt x="5210" y="2475"/>
                </a:lnTo>
                <a:lnTo>
                  <a:pt x="5234" y="2474"/>
                </a:lnTo>
                <a:lnTo>
                  <a:pt x="5265" y="2476"/>
                </a:lnTo>
                <a:lnTo>
                  <a:pt x="5269" y="2474"/>
                </a:lnTo>
                <a:lnTo>
                  <a:pt x="5272" y="2474"/>
                </a:lnTo>
                <a:lnTo>
                  <a:pt x="5275" y="2472"/>
                </a:lnTo>
                <a:lnTo>
                  <a:pt x="5277" y="2470"/>
                </a:lnTo>
                <a:lnTo>
                  <a:pt x="5287" y="2469"/>
                </a:lnTo>
                <a:lnTo>
                  <a:pt x="5311" y="2463"/>
                </a:lnTo>
                <a:lnTo>
                  <a:pt x="5318" y="2468"/>
                </a:lnTo>
                <a:lnTo>
                  <a:pt x="5345" y="2466"/>
                </a:lnTo>
                <a:lnTo>
                  <a:pt x="5353" y="2465"/>
                </a:lnTo>
                <a:lnTo>
                  <a:pt x="5379" y="2471"/>
                </a:lnTo>
                <a:lnTo>
                  <a:pt x="5393" y="2470"/>
                </a:lnTo>
                <a:lnTo>
                  <a:pt x="5398" y="2472"/>
                </a:lnTo>
                <a:lnTo>
                  <a:pt x="5400" y="2474"/>
                </a:lnTo>
                <a:lnTo>
                  <a:pt x="5416" y="2464"/>
                </a:lnTo>
                <a:lnTo>
                  <a:pt x="5421" y="2461"/>
                </a:lnTo>
                <a:lnTo>
                  <a:pt x="5422" y="2460"/>
                </a:lnTo>
                <a:lnTo>
                  <a:pt x="5425" y="2462"/>
                </a:lnTo>
                <a:lnTo>
                  <a:pt x="5426" y="2459"/>
                </a:lnTo>
                <a:lnTo>
                  <a:pt x="5460" y="2462"/>
                </a:lnTo>
                <a:lnTo>
                  <a:pt x="5466" y="2463"/>
                </a:lnTo>
                <a:lnTo>
                  <a:pt x="5469" y="2461"/>
                </a:lnTo>
                <a:lnTo>
                  <a:pt x="5479" y="2460"/>
                </a:lnTo>
                <a:lnTo>
                  <a:pt x="5480" y="2459"/>
                </a:lnTo>
                <a:lnTo>
                  <a:pt x="5483" y="2459"/>
                </a:lnTo>
                <a:lnTo>
                  <a:pt x="5484" y="2459"/>
                </a:lnTo>
                <a:lnTo>
                  <a:pt x="5489" y="2458"/>
                </a:lnTo>
                <a:lnTo>
                  <a:pt x="5495" y="2457"/>
                </a:lnTo>
                <a:lnTo>
                  <a:pt x="5497" y="2454"/>
                </a:lnTo>
                <a:lnTo>
                  <a:pt x="5500" y="2454"/>
                </a:lnTo>
                <a:lnTo>
                  <a:pt x="5503" y="2453"/>
                </a:lnTo>
                <a:lnTo>
                  <a:pt x="5524" y="2434"/>
                </a:lnTo>
                <a:lnTo>
                  <a:pt x="5530" y="2431"/>
                </a:lnTo>
                <a:lnTo>
                  <a:pt x="5556" y="2417"/>
                </a:lnTo>
                <a:lnTo>
                  <a:pt x="5567" y="2416"/>
                </a:lnTo>
                <a:lnTo>
                  <a:pt x="5586" y="2414"/>
                </a:lnTo>
                <a:lnTo>
                  <a:pt x="5590" y="2407"/>
                </a:lnTo>
                <a:lnTo>
                  <a:pt x="5595" y="2405"/>
                </a:lnTo>
                <a:lnTo>
                  <a:pt x="5611" y="2397"/>
                </a:lnTo>
                <a:lnTo>
                  <a:pt x="5616" y="2395"/>
                </a:lnTo>
                <a:lnTo>
                  <a:pt x="5619" y="2393"/>
                </a:lnTo>
                <a:lnTo>
                  <a:pt x="5634" y="2383"/>
                </a:lnTo>
                <a:lnTo>
                  <a:pt x="5637" y="2371"/>
                </a:lnTo>
                <a:lnTo>
                  <a:pt x="5654" y="2355"/>
                </a:lnTo>
                <a:lnTo>
                  <a:pt x="5660" y="2349"/>
                </a:lnTo>
                <a:lnTo>
                  <a:pt x="5668" y="2332"/>
                </a:lnTo>
                <a:lnTo>
                  <a:pt x="5667" y="2328"/>
                </a:lnTo>
                <a:lnTo>
                  <a:pt x="5674" y="2317"/>
                </a:lnTo>
                <a:lnTo>
                  <a:pt x="5679" y="2314"/>
                </a:lnTo>
                <a:lnTo>
                  <a:pt x="5694" y="2292"/>
                </a:lnTo>
                <a:lnTo>
                  <a:pt x="5713" y="2265"/>
                </a:lnTo>
                <a:lnTo>
                  <a:pt x="5719" y="2260"/>
                </a:lnTo>
                <a:lnTo>
                  <a:pt x="5719" y="2259"/>
                </a:lnTo>
                <a:lnTo>
                  <a:pt x="5723" y="2257"/>
                </a:lnTo>
                <a:lnTo>
                  <a:pt x="5731" y="2253"/>
                </a:lnTo>
                <a:lnTo>
                  <a:pt x="5736" y="2250"/>
                </a:lnTo>
                <a:lnTo>
                  <a:pt x="5748" y="2244"/>
                </a:lnTo>
                <a:lnTo>
                  <a:pt x="5755" y="2241"/>
                </a:lnTo>
                <a:lnTo>
                  <a:pt x="5759" y="2240"/>
                </a:lnTo>
                <a:lnTo>
                  <a:pt x="5761" y="2239"/>
                </a:lnTo>
                <a:lnTo>
                  <a:pt x="5767" y="2232"/>
                </a:lnTo>
                <a:lnTo>
                  <a:pt x="5775" y="2227"/>
                </a:lnTo>
                <a:lnTo>
                  <a:pt x="5783" y="2227"/>
                </a:lnTo>
                <a:lnTo>
                  <a:pt x="5791" y="2227"/>
                </a:lnTo>
                <a:lnTo>
                  <a:pt x="5797" y="2221"/>
                </a:lnTo>
                <a:lnTo>
                  <a:pt x="5813" y="2199"/>
                </a:lnTo>
                <a:lnTo>
                  <a:pt x="5822" y="2187"/>
                </a:lnTo>
                <a:lnTo>
                  <a:pt x="5836" y="2185"/>
                </a:lnTo>
                <a:lnTo>
                  <a:pt x="5841" y="2182"/>
                </a:lnTo>
                <a:lnTo>
                  <a:pt x="5844" y="2181"/>
                </a:lnTo>
                <a:lnTo>
                  <a:pt x="5846" y="2170"/>
                </a:lnTo>
                <a:lnTo>
                  <a:pt x="5845" y="2159"/>
                </a:lnTo>
                <a:lnTo>
                  <a:pt x="5844" y="2154"/>
                </a:lnTo>
                <a:lnTo>
                  <a:pt x="5829" y="2131"/>
                </a:lnTo>
                <a:lnTo>
                  <a:pt x="5816" y="2119"/>
                </a:lnTo>
                <a:lnTo>
                  <a:pt x="5815" y="2118"/>
                </a:lnTo>
                <a:lnTo>
                  <a:pt x="5810" y="2117"/>
                </a:lnTo>
                <a:lnTo>
                  <a:pt x="5806" y="2115"/>
                </a:lnTo>
                <a:lnTo>
                  <a:pt x="5801" y="2111"/>
                </a:lnTo>
                <a:lnTo>
                  <a:pt x="5797" y="2108"/>
                </a:lnTo>
                <a:lnTo>
                  <a:pt x="5794" y="2104"/>
                </a:lnTo>
                <a:lnTo>
                  <a:pt x="5789" y="2098"/>
                </a:lnTo>
                <a:lnTo>
                  <a:pt x="5787" y="2093"/>
                </a:lnTo>
                <a:lnTo>
                  <a:pt x="5784" y="2091"/>
                </a:lnTo>
                <a:lnTo>
                  <a:pt x="5781" y="2088"/>
                </a:lnTo>
                <a:lnTo>
                  <a:pt x="5779" y="2084"/>
                </a:lnTo>
                <a:lnTo>
                  <a:pt x="5777" y="2078"/>
                </a:lnTo>
                <a:lnTo>
                  <a:pt x="5776" y="2072"/>
                </a:lnTo>
                <a:lnTo>
                  <a:pt x="5776" y="2067"/>
                </a:lnTo>
                <a:lnTo>
                  <a:pt x="5773" y="2064"/>
                </a:lnTo>
                <a:lnTo>
                  <a:pt x="5769" y="2060"/>
                </a:lnTo>
                <a:lnTo>
                  <a:pt x="5760" y="2057"/>
                </a:lnTo>
                <a:lnTo>
                  <a:pt x="5757" y="2049"/>
                </a:lnTo>
                <a:lnTo>
                  <a:pt x="5758" y="2042"/>
                </a:lnTo>
                <a:lnTo>
                  <a:pt x="5764" y="2023"/>
                </a:lnTo>
                <a:lnTo>
                  <a:pt x="5770" y="2018"/>
                </a:lnTo>
                <a:lnTo>
                  <a:pt x="5772" y="2008"/>
                </a:lnTo>
                <a:lnTo>
                  <a:pt x="5776" y="2005"/>
                </a:lnTo>
                <a:lnTo>
                  <a:pt x="5777" y="2003"/>
                </a:lnTo>
                <a:lnTo>
                  <a:pt x="5774" y="1989"/>
                </a:lnTo>
                <a:lnTo>
                  <a:pt x="5777" y="1976"/>
                </a:lnTo>
                <a:lnTo>
                  <a:pt x="5780" y="1967"/>
                </a:lnTo>
                <a:lnTo>
                  <a:pt x="5782" y="1961"/>
                </a:lnTo>
                <a:lnTo>
                  <a:pt x="5788" y="1948"/>
                </a:lnTo>
                <a:lnTo>
                  <a:pt x="5791" y="1941"/>
                </a:lnTo>
                <a:lnTo>
                  <a:pt x="5797" y="1926"/>
                </a:lnTo>
                <a:lnTo>
                  <a:pt x="5800" y="1919"/>
                </a:lnTo>
                <a:lnTo>
                  <a:pt x="5816" y="1903"/>
                </a:lnTo>
                <a:lnTo>
                  <a:pt x="5825" y="1898"/>
                </a:lnTo>
                <a:lnTo>
                  <a:pt x="5832" y="1893"/>
                </a:lnTo>
                <a:lnTo>
                  <a:pt x="5841" y="1892"/>
                </a:lnTo>
                <a:lnTo>
                  <a:pt x="5848" y="1896"/>
                </a:lnTo>
                <a:lnTo>
                  <a:pt x="5889" y="1894"/>
                </a:lnTo>
                <a:lnTo>
                  <a:pt x="5894" y="1892"/>
                </a:lnTo>
                <a:lnTo>
                  <a:pt x="5910" y="1906"/>
                </a:lnTo>
                <a:lnTo>
                  <a:pt x="5920" y="1919"/>
                </a:lnTo>
                <a:lnTo>
                  <a:pt x="5937" y="1929"/>
                </a:lnTo>
                <a:lnTo>
                  <a:pt x="5958" y="1935"/>
                </a:lnTo>
                <a:lnTo>
                  <a:pt x="5969" y="1934"/>
                </a:lnTo>
                <a:lnTo>
                  <a:pt x="5980" y="1936"/>
                </a:lnTo>
                <a:lnTo>
                  <a:pt x="5982" y="1936"/>
                </a:lnTo>
                <a:lnTo>
                  <a:pt x="5998" y="1941"/>
                </a:lnTo>
                <a:lnTo>
                  <a:pt x="6020" y="1941"/>
                </a:lnTo>
                <a:lnTo>
                  <a:pt x="6052" y="1941"/>
                </a:lnTo>
                <a:lnTo>
                  <a:pt x="6059" y="1944"/>
                </a:lnTo>
                <a:lnTo>
                  <a:pt x="6071" y="1945"/>
                </a:lnTo>
                <a:lnTo>
                  <a:pt x="6082" y="1936"/>
                </a:lnTo>
                <a:lnTo>
                  <a:pt x="6088" y="1929"/>
                </a:lnTo>
                <a:lnTo>
                  <a:pt x="6093" y="1922"/>
                </a:lnTo>
                <a:lnTo>
                  <a:pt x="6102" y="1919"/>
                </a:lnTo>
                <a:lnTo>
                  <a:pt x="6103" y="1917"/>
                </a:lnTo>
                <a:lnTo>
                  <a:pt x="6103" y="1916"/>
                </a:lnTo>
                <a:lnTo>
                  <a:pt x="6104" y="1916"/>
                </a:lnTo>
                <a:lnTo>
                  <a:pt x="6105" y="1915"/>
                </a:lnTo>
                <a:lnTo>
                  <a:pt x="6105" y="1914"/>
                </a:lnTo>
                <a:lnTo>
                  <a:pt x="6105" y="1913"/>
                </a:lnTo>
                <a:lnTo>
                  <a:pt x="6106" y="1912"/>
                </a:lnTo>
                <a:lnTo>
                  <a:pt x="6107" y="1911"/>
                </a:lnTo>
                <a:lnTo>
                  <a:pt x="6108" y="1910"/>
                </a:lnTo>
                <a:lnTo>
                  <a:pt x="6108" y="1908"/>
                </a:lnTo>
                <a:lnTo>
                  <a:pt x="6110" y="1907"/>
                </a:lnTo>
                <a:lnTo>
                  <a:pt x="6112" y="1907"/>
                </a:lnTo>
                <a:lnTo>
                  <a:pt x="6115" y="1906"/>
                </a:lnTo>
                <a:lnTo>
                  <a:pt x="6116" y="1905"/>
                </a:lnTo>
                <a:lnTo>
                  <a:pt x="6122" y="1904"/>
                </a:lnTo>
                <a:lnTo>
                  <a:pt x="6130" y="1902"/>
                </a:lnTo>
                <a:lnTo>
                  <a:pt x="6137" y="1896"/>
                </a:lnTo>
                <a:lnTo>
                  <a:pt x="6142" y="1888"/>
                </a:lnTo>
                <a:lnTo>
                  <a:pt x="6143" y="1886"/>
                </a:lnTo>
                <a:lnTo>
                  <a:pt x="6145" y="1879"/>
                </a:lnTo>
                <a:lnTo>
                  <a:pt x="6146" y="1879"/>
                </a:lnTo>
                <a:lnTo>
                  <a:pt x="6155" y="1870"/>
                </a:lnTo>
                <a:lnTo>
                  <a:pt x="6165" y="1861"/>
                </a:lnTo>
                <a:lnTo>
                  <a:pt x="6167" y="1860"/>
                </a:lnTo>
                <a:lnTo>
                  <a:pt x="6175" y="1846"/>
                </a:lnTo>
                <a:lnTo>
                  <a:pt x="6181" y="1839"/>
                </a:lnTo>
                <a:lnTo>
                  <a:pt x="6183" y="1837"/>
                </a:lnTo>
                <a:lnTo>
                  <a:pt x="6189" y="1823"/>
                </a:lnTo>
                <a:lnTo>
                  <a:pt x="6191" y="1814"/>
                </a:lnTo>
                <a:lnTo>
                  <a:pt x="6191" y="1802"/>
                </a:lnTo>
                <a:lnTo>
                  <a:pt x="6217" y="1789"/>
                </a:lnTo>
                <a:lnTo>
                  <a:pt x="6218" y="1789"/>
                </a:lnTo>
                <a:lnTo>
                  <a:pt x="6245" y="1798"/>
                </a:lnTo>
                <a:lnTo>
                  <a:pt x="6252" y="1798"/>
                </a:lnTo>
                <a:lnTo>
                  <a:pt x="6256" y="1797"/>
                </a:lnTo>
                <a:lnTo>
                  <a:pt x="6257" y="1797"/>
                </a:lnTo>
                <a:lnTo>
                  <a:pt x="6259" y="1796"/>
                </a:lnTo>
                <a:lnTo>
                  <a:pt x="6262" y="1796"/>
                </a:lnTo>
                <a:lnTo>
                  <a:pt x="6267" y="1794"/>
                </a:lnTo>
                <a:lnTo>
                  <a:pt x="6270" y="1794"/>
                </a:lnTo>
                <a:lnTo>
                  <a:pt x="6279" y="1791"/>
                </a:lnTo>
                <a:lnTo>
                  <a:pt x="6307" y="1789"/>
                </a:lnTo>
                <a:lnTo>
                  <a:pt x="6309" y="1788"/>
                </a:lnTo>
                <a:lnTo>
                  <a:pt x="6334" y="1778"/>
                </a:lnTo>
                <a:lnTo>
                  <a:pt x="6354" y="1770"/>
                </a:lnTo>
                <a:lnTo>
                  <a:pt x="6358" y="1765"/>
                </a:lnTo>
                <a:lnTo>
                  <a:pt x="6377" y="1742"/>
                </a:lnTo>
                <a:lnTo>
                  <a:pt x="6384" y="1731"/>
                </a:lnTo>
                <a:lnTo>
                  <a:pt x="6393" y="1726"/>
                </a:lnTo>
                <a:lnTo>
                  <a:pt x="6396" y="1724"/>
                </a:lnTo>
                <a:lnTo>
                  <a:pt x="6396" y="1720"/>
                </a:lnTo>
                <a:lnTo>
                  <a:pt x="6399" y="1718"/>
                </a:lnTo>
                <a:lnTo>
                  <a:pt x="6404" y="1718"/>
                </a:lnTo>
                <a:lnTo>
                  <a:pt x="6409" y="1719"/>
                </a:lnTo>
                <a:lnTo>
                  <a:pt x="6411" y="1717"/>
                </a:lnTo>
                <a:lnTo>
                  <a:pt x="6417" y="1716"/>
                </a:lnTo>
                <a:lnTo>
                  <a:pt x="6420" y="1711"/>
                </a:lnTo>
                <a:lnTo>
                  <a:pt x="6421" y="1708"/>
                </a:lnTo>
                <a:lnTo>
                  <a:pt x="6422" y="1704"/>
                </a:lnTo>
                <a:lnTo>
                  <a:pt x="6424" y="1701"/>
                </a:lnTo>
                <a:lnTo>
                  <a:pt x="6427" y="1697"/>
                </a:lnTo>
                <a:lnTo>
                  <a:pt x="6430" y="1696"/>
                </a:lnTo>
                <a:lnTo>
                  <a:pt x="6428" y="1686"/>
                </a:lnTo>
                <a:lnTo>
                  <a:pt x="6429" y="1684"/>
                </a:lnTo>
                <a:lnTo>
                  <a:pt x="6425" y="1679"/>
                </a:lnTo>
                <a:lnTo>
                  <a:pt x="6421" y="1677"/>
                </a:lnTo>
                <a:lnTo>
                  <a:pt x="6423" y="1658"/>
                </a:lnTo>
                <a:lnTo>
                  <a:pt x="6427" y="1650"/>
                </a:lnTo>
                <a:lnTo>
                  <a:pt x="6439" y="1622"/>
                </a:lnTo>
                <a:lnTo>
                  <a:pt x="6443" y="1621"/>
                </a:lnTo>
                <a:lnTo>
                  <a:pt x="6454" y="1600"/>
                </a:lnTo>
                <a:lnTo>
                  <a:pt x="6458" y="1595"/>
                </a:lnTo>
                <a:lnTo>
                  <a:pt x="6460" y="1587"/>
                </a:lnTo>
                <a:lnTo>
                  <a:pt x="6463" y="1584"/>
                </a:lnTo>
                <a:lnTo>
                  <a:pt x="6472" y="1579"/>
                </a:lnTo>
                <a:lnTo>
                  <a:pt x="6482" y="1576"/>
                </a:lnTo>
                <a:lnTo>
                  <a:pt x="6485" y="1575"/>
                </a:lnTo>
                <a:lnTo>
                  <a:pt x="6486" y="1572"/>
                </a:lnTo>
                <a:lnTo>
                  <a:pt x="6487" y="1571"/>
                </a:lnTo>
                <a:lnTo>
                  <a:pt x="6489" y="1571"/>
                </a:lnTo>
                <a:lnTo>
                  <a:pt x="6490" y="1570"/>
                </a:lnTo>
                <a:lnTo>
                  <a:pt x="6491" y="1567"/>
                </a:lnTo>
                <a:lnTo>
                  <a:pt x="6491" y="1565"/>
                </a:lnTo>
                <a:lnTo>
                  <a:pt x="6492" y="1564"/>
                </a:lnTo>
                <a:lnTo>
                  <a:pt x="6493" y="1564"/>
                </a:lnTo>
                <a:lnTo>
                  <a:pt x="6502" y="1565"/>
                </a:lnTo>
                <a:lnTo>
                  <a:pt x="6517" y="1565"/>
                </a:lnTo>
                <a:lnTo>
                  <a:pt x="6521" y="1565"/>
                </a:lnTo>
                <a:lnTo>
                  <a:pt x="6529" y="1565"/>
                </a:lnTo>
                <a:lnTo>
                  <a:pt x="6551" y="1561"/>
                </a:lnTo>
                <a:lnTo>
                  <a:pt x="6568" y="1559"/>
                </a:lnTo>
                <a:lnTo>
                  <a:pt x="6569" y="1552"/>
                </a:lnTo>
                <a:lnTo>
                  <a:pt x="6567" y="1548"/>
                </a:lnTo>
                <a:lnTo>
                  <a:pt x="6569" y="1536"/>
                </a:lnTo>
                <a:lnTo>
                  <a:pt x="6574" y="1524"/>
                </a:lnTo>
                <a:lnTo>
                  <a:pt x="6569" y="1514"/>
                </a:lnTo>
                <a:lnTo>
                  <a:pt x="6574" y="1512"/>
                </a:lnTo>
                <a:lnTo>
                  <a:pt x="6579" y="1509"/>
                </a:lnTo>
                <a:lnTo>
                  <a:pt x="6583" y="1509"/>
                </a:lnTo>
                <a:lnTo>
                  <a:pt x="6587" y="1508"/>
                </a:lnTo>
                <a:lnTo>
                  <a:pt x="6591" y="1509"/>
                </a:lnTo>
                <a:lnTo>
                  <a:pt x="6593" y="1506"/>
                </a:lnTo>
                <a:lnTo>
                  <a:pt x="6598" y="1508"/>
                </a:lnTo>
                <a:lnTo>
                  <a:pt x="6600" y="1509"/>
                </a:lnTo>
                <a:lnTo>
                  <a:pt x="6601" y="1511"/>
                </a:lnTo>
                <a:lnTo>
                  <a:pt x="6601" y="1514"/>
                </a:lnTo>
                <a:lnTo>
                  <a:pt x="6603" y="1516"/>
                </a:lnTo>
                <a:lnTo>
                  <a:pt x="6606" y="1519"/>
                </a:lnTo>
                <a:lnTo>
                  <a:pt x="6610" y="1522"/>
                </a:lnTo>
                <a:lnTo>
                  <a:pt x="6613" y="1521"/>
                </a:lnTo>
                <a:lnTo>
                  <a:pt x="6617" y="1520"/>
                </a:lnTo>
                <a:lnTo>
                  <a:pt x="6619" y="1518"/>
                </a:lnTo>
                <a:lnTo>
                  <a:pt x="6619" y="1517"/>
                </a:lnTo>
                <a:lnTo>
                  <a:pt x="6621" y="1517"/>
                </a:lnTo>
                <a:lnTo>
                  <a:pt x="6626" y="1517"/>
                </a:lnTo>
                <a:lnTo>
                  <a:pt x="6628" y="1517"/>
                </a:lnTo>
                <a:lnTo>
                  <a:pt x="6630" y="1515"/>
                </a:lnTo>
                <a:lnTo>
                  <a:pt x="6632" y="1514"/>
                </a:lnTo>
                <a:lnTo>
                  <a:pt x="6633" y="1512"/>
                </a:lnTo>
                <a:lnTo>
                  <a:pt x="6631" y="1509"/>
                </a:lnTo>
                <a:lnTo>
                  <a:pt x="6631" y="1508"/>
                </a:lnTo>
                <a:lnTo>
                  <a:pt x="6632" y="1507"/>
                </a:lnTo>
                <a:lnTo>
                  <a:pt x="6635" y="1506"/>
                </a:lnTo>
                <a:lnTo>
                  <a:pt x="6636" y="1505"/>
                </a:lnTo>
                <a:lnTo>
                  <a:pt x="6636" y="1502"/>
                </a:lnTo>
                <a:lnTo>
                  <a:pt x="6638" y="1499"/>
                </a:lnTo>
                <a:lnTo>
                  <a:pt x="6639" y="1498"/>
                </a:lnTo>
                <a:lnTo>
                  <a:pt x="6642" y="1497"/>
                </a:lnTo>
                <a:lnTo>
                  <a:pt x="6645" y="1497"/>
                </a:lnTo>
                <a:lnTo>
                  <a:pt x="6646" y="1497"/>
                </a:lnTo>
                <a:lnTo>
                  <a:pt x="6648" y="1496"/>
                </a:lnTo>
                <a:lnTo>
                  <a:pt x="6648" y="1493"/>
                </a:lnTo>
                <a:lnTo>
                  <a:pt x="6650" y="1493"/>
                </a:lnTo>
                <a:lnTo>
                  <a:pt x="6654" y="1493"/>
                </a:lnTo>
                <a:lnTo>
                  <a:pt x="6655" y="1493"/>
                </a:lnTo>
                <a:lnTo>
                  <a:pt x="6657" y="1492"/>
                </a:lnTo>
                <a:lnTo>
                  <a:pt x="6665" y="1481"/>
                </a:lnTo>
                <a:lnTo>
                  <a:pt x="6669" y="1480"/>
                </a:lnTo>
                <a:lnTo>
                  <a:pt x="6673" y="1480"/>
                </a:lnTo>
                <a:lnTo>
                  <a:pt x="6675" y="1479"/>
                </a:lnTo>
                <a:lnTo>
                  <a:pt x="6678" y="1476"/>
                </a:lnTo>
                <a:lnTo>
                  <a:pt x="6680" y="1473"/>
                </a:lnTo>
                <a:lnTo>
                  <a:pt x="6681" y="1472"/>
                </a:lnTo>
                <a:lnTo>
                  <a:pt x="6685" y="1471"/>
                </a:lnTo>
                <a:lnTo>
                  <a:pt x="6690" y="1466"/>
                </a:lnTo>
                <a:lnTo>
                  <a:pt x="6703" y="1466"/>
                </a:lnTo>
                <a:lnTo>
                  <a:pt x="6709" y="1470"/>
                </a:lnTo>
                <a:lnTo>
                  <a:pt x="6730" y="1470"/>
                </a:lnTo>
                <a:lnTo>
                  <a:pt x="6735" y="1463"/>
                </a:lnTo>
                <a:lnTo>
                  <a:pt x="6738" y="1462"/>
                </a:lnTo>
                <a:lnTo>
                  <a:pt x="6739" y="1463"/>
                </a:lnTo>
                <a:lnTo>
                  <a:pt x="6741" y="1467"/>
                </a:lnTo>
                <a:lnTo>
                  <a:pt x="6748" y="1467"/>
                </a:lnTo>
                <a:lnTo>
                  <a:pt x="6757" y="1468"/>
                </a:lnTo>
                <a:lnTo>
                  <a:pt x="6758" y="1467"/>
                </a:lnTo>
                <a:lnTo>
                  <a:pt x="6759" y="1465"/>
                </a:lnTo>
                <a:lnTo>
                  <a:pt x="6758" y="1463"/>
                </a:lnTo>
                <a:lnTo>
                  <a:pt x="6757" y="1461"/>
                </a:lnTo>
                <a:lnTo>
                  <a:pt x="6763" y="1449"/>
                </a:lnTo>
                <a:lnTo>
                  <a:pt x="6767" y="1449"/>
                </a:lnTo>
                <a:lnTo>
                  <a:pt x="6771" y="1447"/>
                </a:lnTo>
                <a:lnTo>
                  <a:pt x="6773" y="1447"/>
                </a:lnTo>
                <a:lnTo>
                  <a:pt x="6774" y="1449"/>
                </a:lnTo>
                <a:lnTo>
                  <a:pt x="6775" y="1453"/>
                </a:lnTo>
                <a:lnTo>
                  <a:pt x="6774" y="1455"/>
                </a:lnTo>
                <a:lnTo>
                  <a:pt x="6775" y="1457"/>
                </a:lnTo>
                <a:lnTo>
                  <a:pt x="6779" y="1457"/>
                </a:lnTo>
                <a:lnTo>
                  <a:pt x="6781" y="1454"/>
                </a:lnTo>
                <a:lnTo>
                  <a:pt x="6786" y="1451"/>
                </a:lnTo>
                <a:lnTo>
                  <a:pt x="6790" y="1456"/>
                </a:lnTo>
                <a:lnTo>
                  <a:pt x="6796" y="1463"/>
                </a:lnTo>
                <a:lnTo>
                  <a:pt x="6802" y="1468"/>
                </a:lnTo>
                <a:lnTo>
                  <a:pt x="6804" y="1470"/>
                </a:lnTo>
                <a:lnTo>
                  <a:pt x="6805" y="1469"/>
                </a:lnTo>
                <a:lnTo>
                  <a:pt x="6809" y="1466"/>
                </a:lnTo>
                <a:lnTo>
                  <a:pt x="6810" y="1466"/>
                </a:lnTo>
                <a:lnTo>
                  <a:pt x="6816" y="1467"/>
                </a:lnTo>
                <a:lnTo>
                  <a:pt x="6822" y="1466"/>
                </a:lnTo>
                <a:lnTo>
                  <a:pt x="6825" y="1466"/>
                </a:lnTo>
                <a:lnTo>
                  <a:pt x="6825" y="1468"/>
                </a:lnTo>
                <a:lnTo>
                  <a:pt x="6829" y="1469"/>
                </a:lnTo>
                <a:lnTo>
                  <a:pt x="6833" y="1473"/>
                </a:lnTo>
                <a:lnTo>
                  <a:pt x="6834" y="1473"/>
                </a:lnTo>
                <a:lnTo>
                  <a:pt x="6837" y="1470"/>
                </a:lnTo>
                <a:lnTo>
                  <a:pt x="6839" y="1470"/>
                </a:lnTo>
                <a:lnTo>
                  <a:pt x="6840" y="1471"/>
                </a:lnTo>
                <a:lnTo>
                  <a:pt x="6841" y="1473"/>
                </a:lnTo>
                <a:lnTo>
                  <a:pt x="6843" y="1472"/>
                </a:lnTo>
                <a:lnTo>
                  <a:pt x="6844" y="1470"/>
                </a:lnTo>
                <a:lnTo>
                  <a:pt x="6848" y="1464"/>
                </a:lnTo>
                <a:lnTo>
                  <a:pt x="6856" y="1465"/>
                </a:lnTo>
                <a:lnTo>
                  <a:pt x="6859" y="1464"/>
                </a:lnTo>
                <a:lnTo>
                  <a:pt x="6860" y="1463"/>
                </a:lnTo>
                <a:lnTo>
                  <a:pt x="6866" y="1463"/>
                </a:lnTo>
                <a:lnTo>
                  <a:pt x="6870" y="1465"/>
                </a:lnTo>
                <a:lnTo>
                  <a:pt x="6874" y="1465"/>
                </a:lnTo>
                <a:lnTo>
                  <a:pt x="6878" y="1463"/>
                </a:lnTo>
                <a:lnTo>
                  <a:pt x="6879" y="1462"/>
                </a:lnTo>
                <a:lnTo>
                  <a:pt x="6881" y="1463"/>
                </a:lnTo>
                <a:lnTo>
                  <a:pt x="6883" y="1464"/>
                </a:lnTo>
                <a:lnTo>
                  <a:pt x="6884" y="1466"/>
                </a:lnTo>
                <a:lnTo>
                  <a:pt x="6885" y="1468"/>
                </a:lnTo>
                <a:lnTo>
                  <a:pt x="6884" y="1470"/>
                </a:lnTo>
                <a:lnTo>
                  <a:pt x="6889" y="1466"/>
                </a:lnTo>
                <a:lnTo>
                  <a:pt x="6891" y="1464"/>
                </a:lnTo>
                <a:lnTo>
                  <a:pt x="6892" y="1462"/>
                </a:lnTo>
                <a:lnTo>
                  <a:pt x="6895" y="1462"/>
                </a:lnTo>
                <a:lnTo>
                  <a:pt x="6897" y="1461"/>
                </a:lnTo>
                <a:lnTo>
                  <a:pt x="6899" y="1456"/>
                </a:lnTo>
                <a:lnTo>
                  <a:pt x="6900" y="1453"/>
                </a:lnTo>
                <a:lnTo>
                  <a:pt x="6900" y="1450"/>
                </a:lnTo>
                <a:lnTo>
                  <a:pt x="6899" y="1448"/>
                </a:lnTo>
                <a:lnTo>
                  <a:pt x="6909" y="1449"/>
                </a:lnTo>
                <a:lnTo>
                  <a:pt x="6910" y="1449"/>
                </a:lnTo>
                <a:lnTo>
                  <a:pt x="6914" y="1448"/>
                </a:lnTo>
                <a:lnTo>
                  <a:pt x="6914" y="1444"/>
                </a:lnTo>
                <a:lnTo>
                  <a:pt x="6914" y="1443"/>
                </a:lnTo>
                <a:lnTo>
                  <a:pt x="6915" y="1441"/>
                </a:lnTo>
                <a:lnTo>
                  <a:pt x="6916" y="1439"/>
                </a:lnTo>
                <a:lnTo>
                  <a:pt x="6914" y="1435"/>
                </a:lnTo>
                <a:lnTo>
                  <a:pt x="6912" y="1431"/>
                </a:lnTo>
                <a:lnTo>
                  <a:pt x="6912" y="1430"/>
                </a:lnTo>
                <a:lnTo>
                  <a:pt x="6911" y="1428"/>
                </a:lnTo>
                <a:lnTo>
                  <a:pt x="6914" y="1423"/>
                </a:lnTo>
                <a:lnTo>
                  <a:pt x="6914" y="1421"/>
                </a:lnTo>
                <a:lnTo>
                  <a:pt x="6911" y="1416"/>
                </a:lnTo>
                <a:lnTo>
                  <a:pt x="6911" y="1413"/>
                </a:lnTo>
                <a:lnTo>
                  <a:pt x="6912" y="1411"/>
                </a:lnTo>
                <a:lnTo>
                  <a:pt x="6910" y="1411"/>
                </a:lnTo>
                <a:lnTo>
                  <a:pt x="6908" y="1403"/>
                </a:lnTo>
                <a:lnTo>
                  <a:pt x="6909" y="1400"/>
                </a:lnTo>
                <a:lnTo>
                  <a:pt x="6899" y="1399"/>
                </a:lnTo>
                <a:lnTo>
                  <a:pt x="6898" y="1394"/>
                </a:lnTo>
                <a:lnTo>
                  <a:pt x="6900" y="1390"/>
                </a:lnTo>
                <a:lnTo>
                  <a:pt x="6896" y="1390"/>
                </a:lnTo>
                <a:lnTo>
                  <a:pt x="6890" y="1384"/>
                </a:lnTo>
                <a:lnTo>
                  <a:pt x="6889" y="1383"/>
                </a:lnTo>
                <a:lnTo>
                  <a:pt x="6888" y="1381"/>
                </a:lnTo>
                <a:lnTo>
                  <a:pt x="6887" y="1379"/>
                </a:lnTo>
                <a:lnTo>
                  <a:pt x="6886" y="1378"/>
                </a:lnTo>
                <a:lnTo>
                  <a:pt x="6887" y="1377"/>
                </a:lnTo>
                <a:lnTo>
                  <a:pt x="6886" y="1376"/>
                </a:lnTo>
                <a:lnTo>
                  <a:pt x="6886" y="1375"/>
                </a:lnTo>
                <a:lnTo>
                  <a:pt x="6888" y="1372"/>
                </a:lnTo>
                <a:lnTo>
                  <a:pt x="6880" y="1359"/>
                </a:lnTo>
                <a:lnTo>
                  <a:pt x="6879" y="1357"/>
                </a:lnTo>
                <a:lnTo>
                  <a:pt x="6874" y="1351"/>
                </a:lnTo>
                <a:lnTo>
                  <a:pt x="6873" y="1349"/>
                </a:lnTo>
                <a:lnTo>
                  <a:pt x="6872" y="1349"/>
                </a:lnTo>
                <a:lnTo>
                  <a:pt x="6869" y="1346"/>
                </a:lnTo>
                <a:lnTo>
                  <a:pt x="6867" y="1345"/>
                </a:lnTo>
                <a:lnTo>
                  <a:pt x="6865" y="1343"/>
                </a:lnTo>
                <a:lnTo>
                  <a:pt x="6862" y="1340"/>
                </a:lnTo>
                <a:lnTo>
                  <a:pt x="6861" y="1340"/>
                </a:lnTo>
                <a:lnTo>
                  <a:pt x="6861" y="1339"/>
                </a:lnTo>
                <a:lnTo>
                  <a:pt x="6860" y="1338"/>
                </a:lnTo>
                <a:lnTo>
                  <a:pt x="6859" y="1338"/>
                </a:lnTo>
                <a:lnTo>
                  <a:pt x="6858" y="1337"/>
                </a:lnTo>
                <a:lnTo>
                  <a:pt x="6857" y="1337"/>
                </a:lnTo>
                <a:lnTo>
                  <a:pt x="6856" y="1337"/>
                </a:lnTo>
                <a:lnTo>
                  <a:pt x="6855" y="1337"/>
                </a:lnTo>
                <a:lnTo>
                  <a:pt x="6854" y="1337"/>
                </a:lnTo>
                <a:lnTo>
                  <a:pt x="6853" y="1337"/>
                </a:lnTo>
                <a:lnTo>
                  <a:pt x="6852" y="1337"/>
                </a:lnTo>
                <a:lnTo>
                  <a:pt x="6852" y="1338"/>
                </a:lnTo>
                <a:lnTo>
                  <a:pt x="6851" y="1338"/>
                </a:lnTo>
                <a:lnTo>
                  <a:pt x="6850" y="1338"/>
                </a:lnTo>
                <a:lnTo>
                  <a:pt x="6849" y="1338"/>
                </a:lnTo>
                <a:lnTo>
                  <a:pt x="6848" y="1337"/>
                </a:lnTo>
                <a:lnTo>
                  <a:pt x="6847" y="1336"/>
                </a:lnTo>
                <a:lnTo>
                  <a:pt x="6848" y="1336"/>
                </a:lnTo>
                <a:lnTo>
                  <a:pt x="6848" y="1335"/>
                </a:lnTo>
                <a:lnTo>
                  <a:pt x="6848" y="1334"/>
                </a:lnTo>
                <a:lnTo>
                  <a:pt x="6848" y="1333"/>
                </a:lnTo>
                <a:lnTo>
                  <a:pt x="6848" y="1332"/>
                </a:lnTo>
                <a:lnTo>
                  <a:pt x="6848" y="1333"/>
                </a:lnTo>
                <a:lnTo>
                  <a:pt x="6847" y="1332"/>
                </a:lnTo>
                <a:lnTo>
                  <a:pt x="6846" y="1332"/>
                </a:lnTo>
                <a:lnTo>
                  <a:pt x="6847" y="1331"/>
                </a:lnTo>
                <a:lnTo>
                  <a:pt x="6847" y="1332"/>
                </a:lnTo>
                <a:lnTo>
                  <a:pt x="6848" y="1332"/>
                </a:lnTo>
                <a:lnTo>
                  <a:pt x="6848" y="1331"/>
                </a:lnTo>
                <a:lnTo>
                  <a:pt x="6848" y="1330"/>
                </a:lnTo>
                <a:lnTo>
                  <a:pt x="6848" y="1331"/>
                </a:lnTo>
                <a:lnTo>
                  <a:pt x="6847" y="1331"/>
                </a:lnTo>
                <a:lnTo>
                  <a:pt x="6847" y="1330"/>
                </a:lnTo>
                <a:lnTo>
                  <a:pt x="6847" y="1331"/>
                </a:lnTo>
                <a:lnTo>
                  <a:pt x="6848" y="1330"/>
                </a:lnTo>
                <a:lnTo>
                  <a:pt x="6847" y="1330"/>
                </a:lnTo>
                <a:lnTo>
                  <a:pt x="6846" y="1329"/>
                </a:lnTo>
                <a:lnTo>
                  <a:pt x="6846" y="1328"/>
                </a:lnTo>
                <a:lnTo>
                  <a:pt x="6846" y="1327"/>
                </a:lnTo>
                <a:lnTo>
                  <a:pt x="6845" y="1327"/>
                </a:lnTo>
                <a:lnTo>
                  <a:pt x="6844" y="1328"/>
                </a:lnTo>
                <a:lnTo>
                  <a:pt x="6843" y="1328"/>
                </a:lnTo>
                <a:lnTo>
                  <a:pt x="6843" y="1327"/>
                </a:lnTo>
                <a:lnTo>
                  <a:pt x="6843" y="1326"/>
                </a:lnTo>
                <a:lnTo>
                  <a:pt x="6843" y="1327"/>
                </a:lnTo>
                <a:lnTo>
                  <a:pt x="6842" y="1327"/>
                </a:lnTo>
                <a:lnTo>
                  <a:pt x="6841" y="1326"/>
                </a:lnTo>
                <a:lnTo>
                  <a:pt x="6842" y="1326"/>
                </a:lnTo>
                <a:lnTo>
                  <a:pt x="6842" y="1325"/>
                </a:lnTo>
                <a:lnTo>
                  <a:pt x="6841" y="1325"/>
                </a:lnTo>
                <a:lnTo>
                  <a:pt x="6841" y="1324"/>
                </a:lnTo>
                <a:lnTo>
                  <a:pt x="6840" y="1324"/>
                </a:lnTo>
                <a:lnTo>
                  <a:pt x="6839" y="1324"/>
                </a:lnTo>
                <a:lnTo>
                  <a:pt x="6838" y="1324"/>
                </a:lnTo>
                <a:lnTo>
                  <a:pt x="6838" y="1323"/>
                </a:lnTo>
                <a:lnTo>
                  <a:pt x="6838" y="1324"/>
                </a:lnTo>
                <a:lnTo>
                  <a:pt x="6837" y="1324"/>
                </a:lnTo>
                <a:lnTo>
                  <a:pt x="6836" y="1324"/>
                </a:lnTo>
                <a:lnTo>
                  <a:pt x="6837" y="1324"/>
                </a:lnTo>
                <a:lnTo>
                  <a:pt x="6836" y="1324"/>
                </a:lnTo>
                <a:lnTo>
                  <a:pt x="6836" y="1323"/>
                </a:lnTo>
                <a:lnTo>
                  <a:pt x="6835" y="1323"/>
                </a:lnTo>
                <a:lnTo>
                  <a:pt x="6835" y="1322"/>
                </a:lnTo>
                <a:lnTo>
                  <a:pt x="6834" y="1322"/>
                </a:lnTo>
                <a:lnTo>
                  <a:pt x="6834" y="1321"/>
                </a:lnTo>
                <a:lnTo>
                  <a:pt x="6833" y="1321"/>
                </a:lnTo>
                <a:lnTo>
                  <a:pt x="6832" y="1321"/>
                </a:lnTo>
                <a:lnTo>
                  <a:pt x="6831" y="1321"/>
                </a:lnTo>
                <a:lnTo>
                  <a:pt x="6831" y="1320"/>
                </a:lnTo>
                <a:lnTo>
                  <a:pt x="6832" y="1320"/>
                </a:lnTo>
                <a:lnTo>
                  <a:pt x="6832" y="1319"/>
                </a:lnTo>
                <a:lnTo>
                  <a:pt x="6831" y="1319"/>
                </a:lnTo>
                <a:lnTo>
                  <a:pt x="6831" y="1320"/>
                </a:lnTo>
                <a:lnTo>
                  <a:pt x="6830" y="1320"/>
                </a:lnTo>
                <a:lnTo>
                  <a:pt x="6830" y="1319"/>
                </a:lnTo>
                <a:lnTo>
                  <a:pt x="6830" y="1318"/>
                </a:lnTo>
                <a:lnTo>
                  <a:pt x="6829" y="1318"/>
                </a:lnTo>
                <a:lnTo>
                  <a:pt x="6828" y="1317"/>
                </a:lnTo>
                <a:lnTo>
                  <a:pt x="6828" y="1316"/>
                </a:lnTo>
                <a:lnTo>
                  <a:pt x="6827" y="1314"/>
                </a:lnTo>
                <a:lnTo>
                  <a:pt x="6826" y="1314"/>
                </a:lnTo>
                <a:lnTo>
                  <a:pt x="6826" y="1315"/>
                </a:lnTo>
                <a:lnTo>
                  <a:pt x="6825" y="1315"/>
                </a:lnTo>
                <a:lnTo>
                  <a:pt x="6825" y="1314"/>
                </a:lnTo>
                <a:lnTo>
                  <a:pt x="6825" y="1313"/>
                </a:lnTo>
                <a:lnTo>
                  <a:pt x="6824" y="1313"/>
                </a:lnTo>
                <a:lnTo>
                  <a:pt x="6823" y="1313"/>
                </a:lnTo>
                <a:lnTo>
                  <a:pt x="6822" y="1312"/>
                </a:lnTo>
                <a:lnTo>
                  <a:pt x="6821" y="1312"/>
                </a:lnTo>
                <a:lnTo>
                  <a:pt x="6820" y="1311"/>
                </a:lnTo>
                <a:lnTo>
                  <a:pt x="6820" y="1312"/>
                </a:lnTo>
                <a:lnTo>
                  <a:pt x="6819" y="1311"/>
                </a:lnTo>
                <a:lnTo>
                  <a:pt x="6818" y="1311"/>
                </a:lnTo>
                <a:lnTo>
                  <a:pt x="6819" y="1310"/>
                </a:lnTo>
                <a:lnTo>
                  <a:pt x="6818" y="1310"/>
                </a:lnTo>
                <a:lnTo>
                  <a:pt x="6817" y="1310"/>
                </a:lnTo>
                <a:lnTo>
                  <a:pt x="6818" y="1310"/>
                </a:lnTo>
                <a:lnTo>
                  <a:pt x="6818" y="1309"/>
                </a:lnTo>
                <a:lnTo>
                  <a:pt x="6817" y="1309"/>
                </a:lnTo>
                <a:lnTo>
                  <a:pt x="6816" y="1309"/>
                </a:lnTo>
                <a:lnTo>
                  <a:pt x="6816" y="1308"/>
                </a:lnTo>
                <a:lnTo>
                  <a:pt x="6816" y="1307"/>
                </a:lnTo>
                <a:lnTo>
                  <a:pt x="6815" y="1306"/>
                </a:lnTo>
                <a:lnTo>
                  <a:pt x="6814" y="1306"/>
                </a:lnTo>
                <a:lnTo>
                  <a:pt x="6814" y="1307"/>
                </a:lnTo>
                <a:lnTo>
                  <a:pt x="6814" y="1306"/>
                </a:lnTo>
                <a:lnTo>
                  <a:pt x="6814" y="1305"/>
                </a:lnTo>
                <a:lnTo>
                  <a:pt x="6814" y="1306"/>
                </a:lnTo>
                <a:lnTo>
                  <a:pt x="6813" y="1306"/>
                </a:lnTo>
                <a:lnTo>
                  <a:pt x="6812" y="1305"/>
                </a:lnTo>
                <a:lnTo>
                  <a:pt x="6812" y="1306"/>
                </a:lnTo>
                <a:lnTo>
                  <a:pt x="6813" y="1306"/>
                </a:lnTo>
                <a:lnTo>
                  <a:pt x="6812" y="1307"/>
                </a:lnTo>
                <a:lnTo>
                  <a:pt x="6811" y="1307"/>
                </a:lnTo>
                <a:lnTo>
                  <a:pt x="6810" y="1307"/>
                </a:lnTo>
                <a:lnTo>
                  <a:pt x="6810" y="1306"/>
                </a:lnTo>
                <a:lnTo>
                  <a:pt x="6813" y="1299"/>
                </a:lnTo>
                <a:lnTo>
                  <a:pt x="6814" y="1296"/>
                </a:lnTo>
                <a:lnTo>
                  <a:pt x="6810" y="1295"/>
                </a:lnTo>
                <a:lnTo>
                  <a:pt x="6791" y="1290"/>
                </a:lnTo>
                <a:lnTo>
                  <a:pt x="6790" y="1290"/>
                </a:lnTo>
                <a:lnTo>
                  <a:pt x="6783" y="1287"/>
                </a:lnTo>
                <a:lnTo>
                  <a:pt x="6782" y="1282"/>
                </a:lnTo>
                <a:lnTo>
                  <a:pt x="6779" y="1273"/>
                </a:lnTo>
                <a:lnTo>
                  <a:pt x="6779" y="1271"/>
                </a:lnTo>
                <a:lnTo>
                  <a:pt x="6777" y="1263"/>
                </a:lnTo>
                <a:lnTo>
                  <a:pt x="6767" y="1261"/>
                </a:lnTo>
                <a:lnTo>
                  <a:pt x="6759" y="1258"/>
                </a:lnTo>
                <a:lnTo>
                  <a:pt x="6749" y="1255"/>
                </a:lnTo>
                <a:lnTo>
                  <a:pt x="6725" y="1248"/>
                </a:lnTo>
                <a:lnTo>
                  <a:pt x="6723" y="1246"/>
                </a:lnTo>
                <a:lnTo>
                  <a:pt x="6707" y="1226"/>
                </a:lnTo>
                <a:lnTo>
                  <a:pt x="6692" y="1209"/>
                </a:lnTo>
                <a:lnTo>
                  <a:pt x="6690" y="1207"/>
                </a:lnTo>
                <a:lnTo>
                  <a:pt x="6687" y="1208"/>
                </a:lnTo>
                <a:lnTo>
                  <a:pt x="6675" y="1208"/>
                </a:lnTo>
                <a:lnTo>
                  <a:pt x="6674" y="1208"/>
                </a:lnTo>
                <a:lnTo>
                  <a:pt x="6674" y="1209"/>
                </a:lnTo>
                <a:lnTo>
                  <a:pt x="6673" y="1209"/>
                </a:lnTo>
                <a:lnTo>
                  <a:pt x="6673" y="1208"/>
                </a:lnTo>
                <a:lnTo>
                  <a:pt x="6673" y="1207"/>
                </a:lnTo>
                <a:lnTo>
                  <a:pt x="6672" y="1207"/>
                </a:lnTo>
                <a:lnTo>
                  <a:pt x="6672" y="1206"/>
                </a:lnTo>
                <a:lnTo>
                  <a:pt x="6671" y="1206"/>
                </a:lnTo>
                <a:lnTo>
                  <a:pt x="6670" y="1205"/>
                </a:lnTo>
                <a:lnTo>
                  <a:pt x="6670" y="1206"/>
                </a:lnTo>
                <a:lnTo>
                  <a:pt x="6669" y="1206"/>
                </a:lnTo>
                <a:lnTo>
                  <a:pt x="6669" y="1207"/>
                </a:lnTo>
                <a:lnTo>
                  <a:pt x="6667" y="1207"/>
                </a:lnTo>
                <a:lnTo>
                  <a:pt x="6666" y="1207"/>
                </a:lnTo>
                <a:lnTo>
                  <a:pt x="6665" y="1207"/>
                </a:lnTo>
                <a:lnTo>
                  <a:pt x="6665" y="1206"/>
                </a:lnTo>
                <a:lnTo>
                  <a:pt x="6663" y="1206"/>
                </a:lnTo>
                <a:lnTo>
                  <a:pt x="6662" y="1207"/>
                </a:lnTo>
                <a:lnTo>
                  <a:pt x="6662" y="1208"/>
                </a:lnTo>
                <a:lnTo>
                  <a:pt x="6661" y="1208"/>
                </a:lnTo>
                <a:lnTo>
                  <a:pt x="6661" y="1209"/>
                </a:lnTo>
                <a:lnTo>
                  <a:pt x="6660" y="1209"/>
                </a:lnTo>
                <a:lnTo>
                  <a:pt x="6660" y="1208"/>
                </a:lnTo>
                <a:lnTo>
                  <a:pt x="6659" y="1208"/>
                </a:lnTo>
                <a:lnTo>
                  <a:pt x="6659" y="1209"/>
                </a:lnTo>
                <a:lnTo>
                  <a:pt x="6658" y="1209"/>
                </a:lnTo>
                <a:lnTo>
                  <a:pt x="6657" y="1209"/>
                </a:lnTo>
                <a:lnTo>
                  <a:pt x="6656" y="1209"/>
                </a:lnTo>
                <a:lnTo>
                  <a:pt x="6656" y="1208"/>
                </a:lnTo>
                <a:lnTo>
                  <a:pt x="6655" y="1208"/>
                </a:lnTo>
                <a:lnTo>
                  <a:pt x="6654" y="1208"/>
                </a:lnTo>
                <a:lnTo>
                  <a:pt x="6654" y="1209"/>
                </a:lnTo>
                <a:lnTo>
                  <a:pt x="6655" y="1209"/>
                </a:lnTo>
                <a:lnTo>
                  <a:pt x="6654" y="1209"/>
                </a:lnTo>
                <a:lnTo>
                  <a:pt x="6654" y="1210"/>
                </a:lnTo>
                <a:lnTo>
                  <a:pt x="6653" y="1210"/>
                </a:lnTo>
                <a:lnTo>
                  <a:pt x="6652" y="1209"/>
                </a:lnTo>
                <a:lnTo>
                  <a:pt x="6651" y="1209"/>
                </a:lnTo>
                <a:lnTo>
                  <a:pt x="6650" y="1208"/>
                </a:lnTo>
                <a:lnTo>
                  <a:pt x="6649" y="1208"/>
                </a:lnTo>
                <a:lnTo>
                  <a:pt x="6648" y="1208"/>
                </a:lnTo>
                <a:lnTo>
                  <a:pt x="6648" y="1207"/>
                </a:lnTo>
                <a:lnTo>
                  <a:pt x="6648" y="1206"/>
                </a:lnTo>
                <a:lnTo>
                  <a:pt x="6647" y="1206"/>
                </a:lnTo>
                <a:lnTo>
                  <a:pt x="6646" y="1206"/>
                </a:lnTo>
                <a:lnTo>
                  <a:pt x="6645" y="1206"/>
                </a:lnTo>
                <a:lnTo>
                  <a:pt x="6644" y="1206"/>
                </a:lnTo>
                <a:lnTo>
                  <a:pt x="6644" y="1205"/>
                </a:lnTo>
                <a:lnTo>
                  <a:pt x="6645" y="1205"/>
                </a:lnTo>
                <a:lnTo>
                  <a:pt x="6644" y="1204"/>
                </a:lnTo>
                <a:lnTo>
                  <a:pt x="6644" y="1203"/>
                </a:lnTo>
                <a:lnTo>
                  <a:pt x="6643" y="1204"/>
                </a:lnTo>
                <a:lnTo>
                  <a:pt x="6642" y="1204"/>
                </a:lnTo>
                <a:lnTo>
                  <a:pt x="6641" y="1204"/>
                </a:lnTo>
                <a:lnTo>
                  <a:pt x="6640" y="1204"/>
                </a:lnTo>
                <a:lnTo>
                  <a:pt x="6639" y="1204"/>
                </a:lnTo>
                <a:lnTo>
                  <a:pt x="6639" y="1203"/>
                </a:lnTo>
                <a:lnTo>
                  <a:pt x="6639" y="1204"/>
                </a:lnTo>
                <a:lnTo>
                  <a:pt x="6638" y="1204"/>
                </a:lnTo>
                <a:lnTo>
                  <a:pt x="6637" y="1205"/>
                </a:lnTo>
                <a:lnTo>
                  <a:pt x="6637" y="1204"/>
                </a:lnTo>
                <a:lnTo>
                  <a:pt x="6637" y="1203"/>
                </a:lnTo>
                <a:lnTo>
                  <a:pt x="6636" y="1203"/>
                </a:lnTo>
                <a:lnTo>
                  <a:pt x="6635" y="1203"/>
                </a:lnTo>
                <a:lnTo>
                  <a:pt x="6635" y="1204"/>
                </a:lnTo>
                <a:lnTo>
                  <a:pt x="6634" y="1204"/>
                </a:lnTo>
                <a:lnTo>
                  <a:pt x="6633" y="1204"/>
                </a:lnTo>
                <a:lnTo>
                  <a:pt x="6633" y="1205"/>
                </a:lnTo>
                <a:lnTo>
                  <a:pt x="6632" y="1206"/>
                </a:lnTo>
                <a:lnTo>
                  <a:pt x="6631" y="1206"/>
                </a:lnTo>
                <a:lnTo>
                  <a:pt x="6631" y="1207"/>
                </a:lnTo>
                <a:lnTo>
                  <a:pt x="6630" y="1207"/>
                </a:lnTo>
                <a:lnTo>
                  <a:pt x="6630" y="1206"/>
                </a:lnTo>
                <a:lnTo>
                  <a:pt x="6629" y="1206"/>
                </a:lnTo>
                <a:lnTo>
                  <a:pt x="6630" y="1206"/>
                </a:lnTo>
                <a:lnTo>
                  <a:pt x="6630" y="1205"/>
                </a:lnTo>
                <a:lnTo>
                  <a:pt x="6629" y="1205"/>
                </a:lnTo>
                <a:lnTo>
                  <a:pt x="6628" y="1204"/>
                </a:lnTo>
                <a:lnTo>
                  <a:pt x="6628" y="1205"/>
                </a:lnTo>
                <a:lnTo>
                  <a:pt x="6627" y="1205"/>
                </a:lnTo>
                <a:lnTo>
                  <a:pt x="6627" y="1206"/>
                </a:lnTo>
                <a:lnTo>
                  <a:pt x="6626" y="1207"/>
                </a:lnTo>
                <a:lnTo>
                  <a:pt x="6627" y="1208"/>
                </a:lnTo>
                <a:lnTo>
                  <a:pt x="6626" y="1208"/>
                </a:lnTo>
                <a:lnTo>
                  <a:pt x="6625" y="1208"/>
                </a:lnTo>
                <a:lnTo>
                  <a:pt x="6625" y="1209"/>
                </a:lnTo>
                <a:lnTo>
                  <a:pt x="6624" y="1209"/>
                </a:lnTo>
                <a:lnTo>
                  <a:pt x="6623" y="1209"/>
                </a:lnTo>
                <a:lnTo>
                  <a:pt x="6623" y="1210"/>
                </a:lnTo>
                <a:lnTo>
                  <a:pt x="6622" y="1210"/>
                </a:lnTo>
                <a:lnTo>
                  <a:pt x="6621" y="1211"/>
                </a:lnTo>
                <a:lnTo>
                  <a:pt x="6621" y="1210"/>
                </a:lnTo>
                <a:lnTo>
                  <a:pt x="6620" y="1210"/>
                </a:lnTo>
                <a:lnTo>
                  <a:pt x="6620" y="1211"/>
                </a:lnTo>
                <a:lnTo>
                  <a:pt x="6619" y="1211"/>
                </a:lnTo>
                <a:lnTo>
                  <a:pt x="6619" y="1212"/>
                </a:lnTo>
                <a:lnTo>
                  <a:pt x="6619" y="1213"/>
                </a:lnTo>
                <a:lnTo>
                  <a:pt x="6618" y="1213"/>
                </a:lnTo>
                <a:lnTo>
                  <a:pt x="6618" y="1212"/>
                </a:lnTo>
                <a:lnTo>
                  <a:pt x="6617" y="1213"/>
                </a:lnTo>
                <a:lnTo>
                  <a:pt x="6616" y="1213"/>
                </a:lnTo>
                <a:lnTo>
                  <a:pt x="6615" y="1213"/>
                </a:lnTo>
                <a:lnTo>
                  <a:pt x="6614" y="1213"/>
                </a:lnTo>
                <a:lnTo>
                  <a:pt x="6614" y="1214"/>
                </a:lnTo>
                <a:lnTo>
                  <a:pt x="6613" y="1214"/>
                </a:lnTo>
                <a:lnTo>
                  <a:pt x="6612" y="1214"/>
                </a:lnTo>
                <a:lnTo>
                  <a:pt x="6611" y="1213"/>
                </a:lnTo>
                <a:lnTo>
                  <a:pt x="6610" y="1213"/>
                </a:lnTo>
                <a:lnTo>
                  <a:pt x="6610" y="1214"/>
                </a:lnTo>
                <a:lnTo>
                  <a:pt x="6609" y="1214"/>
                </a:lnTo>
                <a:lnTo>
                  <a:pt x="6608" y="1214"/>
                </a:lnTo>
                <a:lnTo>
                  <a:pt x="6608" y="1213"/>
                </a:lnTo>
                <a:lnTo>
                  <a:pt x="6607" y="1213"/>
                </a:lnTo>
                <a:lnTo>
                  <a:pt x="6607" y="1214"/>
                </a:lnTo>
                <a:lnTo>
                  <a:pt x="6607" y="1215"/>
                </a:lnTo>
                <a:lnTo>
                  <a:pt x="6606" y="1215"/>
                </a:lnTo>
                <a:lnTo>
                  <a:pt x="6605" y="1214"/>
                </a:lnTo>
                <a:lnTo>
                  <a:pt x="6604" y="1214"/>
                </a:lnTo>
                <a:lnTo>
                  <a:pt x="6603" y="1214"/>
                </a:lnTo>
                <a:lnTo>
                  <a:pt x="6602" y="1214"/>
                </a:lnTo>
                <a:lnTo>
                  <a:pt x="6602" y="1213"/>
                </a:lnTo>
                <a:lnTo>
                  <a:pt x="6601" y="1213"/>
                </a:lnTo>
                <a:lnTo>
                  <a:pt x="6600" y="1213"/>
                </a:lnTo>
                <a:lnTo>
                  <a:pt x="6599" y="1214"/>
                </a:lnTo>
                <a:lnTo>
                  <a:pt x="6599" y="1213"/>
                </a:lnTo>
                <a:lnTo>
                  <a:pt x="6598" y="1212"/>
                </a:lnTo>
                <a:lnTo>
                  <a:pt x="6597" y="1212"/>
                </a:lnTo>
                <a:lnTo>
                  <a:pt x="6587" y="1216"/>
                </a:lnTo>
                <a:lnTo>
                  <a:pt x="6585" y="1219"/>
                </a:lnTo>
                <a:lnTo>
                  <a:pt x="6584" y="1220"/>
                </a:lnTo>
                <a:lnTo>
                  <a:pt x="6554" y="1269"/>
                </a:lnTo>
                <a:lnTo>
                  <a:pt x="6554" y="1270"/>
                </a:lnTo>
                <a:lnTo>
                  <a:pt x="6554" y="1272"/>
                </a:lnTo>
                <a:lnTo>
                  <a:pt x="6553" y="1273"/>
                </a:lnTo>
                <a:lnTo>
                  <a:pt x="6550" y="1274"/>
                </a:lnTo>
                <a:lnTo>
                  <a:pt x="6549" y="1275"/>
                </a:lnTo>
                <a:lnTo>
                  <a:pt x="6538" y="1300"/>
                </a:lnTo>
                <a:lnTo>
                  <a:pt x="6493" y="1268"/>
                </a:lnTo>
                <a:lnTo>
                  <a:pt x="6480" y="1263"/>
                </a:lnTo>
                <a:lnTo>
                  <a:pt x="6462" y="1257"/>
                </a:lnTo>
                <a:lnTo>
                  <a:pt x="6450" y="1257"/>
                </a:lnTo>
                <a:lnTo>
                  <a:pt x="6434" y="1261"/>
                </a:lnTo>
                <a:lnTo>
                  <a:pt x="6404" y="1276"/>
                </a:lnTo>
                <a:lnTo>
                  <a:pt x="6378" y="1270"/>
                </a:lnTo>
                <a:lnTo>
                  <a:pt x="6359" y="1285"/>
                </a:lnTo>
                <a:lnTo>
                  <a:pt x="6346" y="1306"/>
                </a:lnTo>
                <a:lnTo>
                  <a:pt x="6342" y="1313"/>
                </a:lnTo>
                <a:lnTo>
                  <a:pt x="6338" y="1315"/>
                </a:lnTo>
                <a:lnTo>
                  <a:pt x="6283" y="1272"/>
                </a:lnTo>
                <a:lnTo>
                  <a:pt x="6281" y="1263"/>
                </a:lnTo>
                <a:lnTo>
                  <a:pt x="6279" y="1255"/>
                </a:lnTo>
                <a:lnTo>
                  <a:pt x="6276" y="1245"/>
                </a:lnTo>
                <a:lnTo>
                  <a:pt x="6274" y="1236"/>
                </a:lnTo>
                <a:lnTo>
                  <a:pt x="6273" y="1235"/>
                </a:lnTo>
                <a:lnTo>
                  <a:pt x="6272" y="1235"/>
                </a:lnTo>
                <a:lnTo>
                  <a:pt x="6272" y="1234"/>
                </a:lnTo>
                <a:lnTo>
                  <a:pt x="6272" y="1233"/>
                </a:lnTo>
                <a:lnTo>
                  <a:pt x="6274" y="1231"/>
                </a:lnTo>
                <a:lnTo>
                  <a:pt x="6274" y="1230"/>
                </a:lnTo>
                <a:lnTo>
                  <a:pt x="6274" y="1229"/>
                </a:lnTo>
                <a:lnTo>
                  <a:pt x="6273" y="1229"/>
                </a:lnTo>
                <a:lnTo>
                  <a:pt x="6273" y="1228"/>
                </a:lnTo>
                <a:lnTo>
                  <a:pt x="6272" y="1228"/>
                </a:lnTo>
                <a:lnTo>
                  <a:pt x="6272" y="1226"/>
                </a:lnTo>
                <a:lnTo>
                  <a:pt x="6308" y="1200"/>
                </a:lnTo>
                <a:lnTo>
                  <a:pt x="6299" y="1147"/>
                </a:lnTo>
                <a:lnTo>
                  <a:pt x="6331" y="1083"/>
                </a:lnTo>
                <a:lnTo>
                  <a:pt x="6331" y="1082"/>
                </a:lnTo>
                <a:lnTo>
                  <a:pt x="6326" y="1073"/>
                </a:lnTo>
                <a:lnTo>
                  <a:pt x="6394" y="866"/>
                </a:lnTo>
                <a:lnTo>
                  <a:pt x="6394" y="865"/>
                </a:lnTo>
                <a:lnTo>
                  <a:pt x="6417" y="877"/>
                </a:lnTo>
                <a:lnTo>
                  <a:pt x="6443" y="891"/>
                </a:lnTo>
                <a:lnTo>
                  <a:pt x="6453" y="894"/>
                </a:lnTo>
                <a:lnTo>
                  <a:pt x="6474" y="900"/>
                </a:lnTo>
                <a:lnTo>
                  <a:pt x="6501" y="897"/>
                </a:lnTo>
                <a:lnTo>
                  <a:pt x="6522" y="906"/>
                </a:lnTo>
                <a:lnTo>
                  <a:pt x="6547" y="914"/>
                </a:lnTo>
                <a:lnTo>
                  <a:pt x="6548" y="914"/>
                </a:lnTo>
                <a:lnTo>
                  <a:pt x="6548" y="913"/>
                </a:lnTo>
                <a:lnTo>
                  <a:pt x="6547" y="911"/>
                </a:lnTo>
                <a:lnTo>
                  <a:pt x="6548" y="911"/>
                </a:lnTo>
                <a:lnTo>
                  <a:pt x="6548" y="910"/>
                </a:lnTo>
                <a:lnTo>
                  <a:pt x="6549" y="910"/>
                </a:lnTo>
                <a:lnTo>
                  <a:pt x="6549" y="909"/>
                </a:lnTo>
                <a:lnTo>
                  <a:pt x="6550" y="909"/>
                </a:lnTo>
                <a:lnTo>
                  <a:pt x="6550" y="908"/>
                </a:lnTo>
                <a:lnTo>
                  <a:pt x="6551" y="908"/>
                </a:lnTo>
                <a:lnTo>
                  <a:pt x="6551" y="907"/>
                </a:lnTo>
                <a:lnTo>
                  <a:pt x="6552" y="907"/>
                </a:lnTo>
                <a:lnTo>
                  <a:pt x="6552" y="906"/>
                </a:lnTo>
                <a:lnTo>
                  <a:pt x="6552" y="905"/>
                </a:lnTo>
                <a:lnTo>
                  <a:pt x="6551" y="905"/>
                </a:lnTo>
                <a:lnTo>
                  <a:pt x="6551" y="904"/>
                </a:lnTo>
                <a:lnTo>
                  <a:pt x="6552" y="904"/>
                </a:lnTo>
                <a:lnTo>
                  <a:pt x="6552" y="903"/>
                </a:lnTo>
                <a:lnTo>
                  <a:pt x="6553" y="903"/>
                </a:lnTo>
                <a:lnTo>
                  <a:pt x="6553" y="902"/>
                </a:lnTo>
                <a:lnTo>
                  <a:pt x="6553" y="901"/>
                </a:lnTo>
                <a:lnTo>
                  <a:pt x="6553" y="900"/>
                </a:lnTo>
                <a:lnTo>
                  <a:pt x="6553" y="898"/>
                </a:lnTo>
                <a:lnTo>
                  <a:pt x="6554" y="898"/>
                </a:lnTo>
                <a:lnTo>
                  <a:pt x="6555" y="897"/>
                </a:lnTo>
                <a:lnTo>
                  <a:pt x="6555" y="898"/>
                </a:lnTo>
                <a:lnTo>
                  <a:pt x="6556" y="898"/>
                </a:lnTo>
                <a:lnTo>
                  <a:pt x="6556" y="897"/>
                </a:lnTo>
                <a:lnTo>
                  <a:pt x="6557" y="897"/>
                </a:lnTo>
                <a:lnTo>
                  <a:pt x="6558" y="897"/>
                </a:lnTo>
                <a:lnTo>
                  <a:pt x="6559" y="897"/>
                </a:lnTo>
                <a:lnTo>
                  <a:pt x="6560" y="897"/>
                </a:lnTo>
                <a:lnTo>
                  <a:pt x="6560" y="896"/>
                </a:lnTo>
                <a:lnTo>
                  <a:pt x="6561" y="896"/>
                </a:lnTo>
                <a:lnTo>
                  <a:pt x="6562" y="896"/>
                </a:lnTo>
                <a:lnTo>
                  <a:pt x="6563" y="896"/>
                </a:lnTo>
                <a:lnTo>
                  <a:pt x="6564" y="896"/>
                </a:lnTo>
                <a:lnTo>
                  <a:pt x="6564" y="895"/>
                </a:lnTo>
                <a:lnTo>
                  <a:pt x="6564" y="894"/>
                </a:lnTo>
                <a:lnTo>
                  <a:pt x="6564" y="893"/>
                </a:lnTo>
                <a:lnTo>
                  <a:pt x="6565" y="893"/>
                </a:lnTo>
                <a:lnTo>
                  <a:pt x="6566" y="893"/>
                </a:lnTo>
                <a:lnTo>
                  <a:pt x="6567" y="893"/>
                </a:lnTo>
                <a:lnTo>
                  <a:pt x="6567" y="892"/>
                </a:lnTo>
                <a:lnTo>
                  <a:pt x="6567" y="891"/>
                </a:lnTo>
                <a:lnTo>
                  <a:pt x="6568" y="890"/>
                </a:lnTo>
                <a:lnTo>
                  <a:pt x="6569" y="890"/>
                </a:lnTo>
                <a:lnTo>
                  <a:pt x="6570" y="890"/>
                </a:lnTo>
                <a:lnTo>
                  <a:pt x="6570" y="891"/>
                </a:lnTo>
                <a:lnTo>
                  <a:pt x="6572" y="891"/>
                </a:lnTo>
                <a:lnTo>
                  <a:pt x="6573" y="891"/>
                </a:lnTo>
                <a:lnTo>
                  <a:pt x="6574" y="891"/>
                </a:lnTo>
                <a:lnTo>
                  <a:pt x="6575" y="891"/>
                </a:lnTo>
                <a:lnTo>
                  <a:pt x="6576" y="891"/>
                </a:lnTo>
                <a:lnTo>
                  <a:pt x="6577" y="891"/>
                </a:lnTo>
                <a:lnTo>
                  <a:pt x="6578" y="891"/>
                </a:lnTo>
                <a:lnTo>
                  <a:pt x="6578" y="890"/>
                </a:lnTo>
                <a:lnTo>
                  <a:pt x="6579" y="890"/>
                </a:lnTo>
                <a:lnTo>
                  <a:pt x="6581" y="889"/>
                </a:lnTo>
                <a:lnTo>
                  <a:pt x="6581" y="887"/>
                </a:lnTo>
                <a:lnTo>
                  <a:pt x="6582" y="886"/>
                </a:lnTo>
                <a:lnTo>
                  <a:pt x="6583" y="885"/>
                </a:lnTo>
                <a:lnTo>
                  <a:pt x="6583" y="884"/>
                </a:lnTo>
                <a:lnTo>
                  <a:pt x="6583" y="883"/>
                </a:lnTo>
                <a:lnTo>
                  <a:pt x="6583" y="882"/>
                </a:lnTo>
                <a:lnTo>
                  <a:pt x="6584" y="882"/>
                </a:lnTo>
                <a:lnTo>
                  <a:pt x="6584" y="881"/>
                </a:lnTo>
                <a:lnTo>
                  <a:pt x="6584" y="879"/>
                </a:lnTo>
                <a:lnTo>
                  <a:pt x="6585" y="878"/>
                </a:lnTo>
                <a:lnTo>
                  <a:pt x="6587" y="879"/>
                </a:lnTo>
                <a:lnTo>
                  <a:pt x="6588" y="879"/>
                </a:lnTo>
                <a:lnTo>
                  <a:pt x="6589" y="880"/>
                </a:lnTo>
                <a:lnTo>
                  <a:pt x="6590" y="880"/>
                </a:lnTo>
                <a:lnTo>
                  <a:pt x="6591" y="880"/>
                </a:lnTo>
                <a:lnTo>
                  <a:pt x="6591" y="879"/>
                </a:lnTo>
                <a:lnTo>
                  <a:pt x="6592" y="879"/>
                </a:lnTo>
                <a:lnTo>
                  <a:pt x="6591" y="879"/>
                </a:lnTo>
                <a:lnTo>
                  <a:pt x="6591" y="878"/>
                </a:lnTo>
                <a:lnTo>
                  <a:pt x="6591" y="877"/>
                </a:lnTo>
                <a:lnTo>
                  <a:pt x="6592" y="877"/>
                </a:lnTo>
                <a:lnTo>
                  <a:pt x="6592" y="876"/>
                </a:lnTo>
                <a:lnTo>
                  <a:pt x="6592" y="875"/>
                </a:lnTo>
                <a:lnTo>
                  <a:pt x="6593" y="874"/>
                </a:lnTo>
                <a:lnTo>
                  <a:pt x="6593" y="875"/>
                </a:lnTo>
                <a:lnTo>
                  <a:pt x="6594" y="875"/>
                </a:lnTo>
                <a:lnTo>
                  <a:pt x="6594" y="874"/>
                </a:lnTo>
                <a:lnTo>
                  <a:pt x="6595" y="874"/>
                </a:lnTo>
                <a:lnTo>
                  <a:pt x="6596" y="873"/>
                </a:lnTo>
                <a:lnTo>
                  <a:pt x="6596" y="872"/>
                </a:lnTo>
                <a:lnTo>
                  <a:pt x="6596" y="871"/>
                </a:lnTo>
                <a:lnTo>
                  <a:pt x="6596" y="870"/>
                </a:lnTo>
                <a:lnTo>
                  <a:pt x="6597" y="870"/>
                </a:lnTo>
                <a:lnTo>
                  <a:pt x="6597" y="869"/>
                </a:lnTo>
                <a:lnTo>
                  <a:pt x="6596" y="869"/>
                </a:lnTo>
                <a:lnTo>
                  <a:pt x="6595" y="869"/>
                </a:lnTo>
                <a:lnTo>
                  <a:pt x="6595" y="868"/>
                </a:lnTo>
                <a:lnTo>
                  <a:pt x="6596" y="868"/>
                </a:lnTo>
                <a:lnTo>
                  <a:pt x="6596" y="867"/>
                </a:lnTo>
                <a:lnTo>
                  <a:pt x="6597" y="867"/>
                </a:lnTo>
                <a:lnTo>
                  <a:pt x="6598" y="867"/>
                </a:lnTo>
                <a:lnTo>
                  <a:pt x="6598" y="866"/>
                </a:lnTo>
                <a:lnTo>
                  <a:pt x="6598" y="865"/>
                </a:lnTo>
                <a:lnTo>
                  <a:pt x="6599" y="865"/>
                </a:lnTo>
                <a:lnTo>
                  <a:pt x="6599" y="864"/>
                </a:lnTo>
                <a:lnTo>
                  <a:pt x="6599" y="863"/>
                </a:lnTo>
                <a:lnTo>
                  <a:pt x="6598" y="863"/>
                </a:lnTo>
                <a:lnTo>
                  <a:pt x="6598" y="862"/>
                </a:lnTo>
                <a:lnTo>
                  <a:pt x="6599" y="862"/>
                </a:lnTo>
                <a:lnTo>
                  <a:pt x="6600" y="862"/>
                </a:lnTo>
                <a:lnTo>
                  <a:pt x="6600" y="863"/>
                </a:lnTo>
                <a:lnTo>
                  <a:pt x="6600" y="862"/>
                </a:lnTo>
                <a:lnTo>
                  <a:pt x="6601" y="862"/>
                </a:lnTo>
                <a:lnTo>
                  <a:pt x="6601" y="861"/>
                </a:lnTo>
                <a:lnTo>
                  <a:pt x="6602" y="861"/>
                </a:lnTo>
                <a:lnTo>
                  <a:pt x="6603" y="861"/>
                </a:lnTo>
                <a:lnTo>
                  <a:pt x="6604" y="861"/>
                </a:lnTo>
                <a:lnTo>
                  <a:pt x="6605" y="861"/>
                </a:lnTo>
                <a:lnTo>
                  <a:pt x="6605" y="860"/>
                </a:lnTo>
                <a:lnTo>
                  <a:pt x="6606" y="859"/>
                </a:lnTo>
                <a:lnTo>
                  <a:pt x="6605" y="859"/>
                </a:lnTo>
                <a:lnTo>
                  <a:pt x="6605" y="858"/>
                </a:lnTo>
                <a:lnTo>
                  <a:pt x="6606" y="858"/>
                </a:lnTo>
                <a:lnTo>
                  <a:pt x="6607" y="858"/>
                </a:lnTo>
                <a:lnTo>
                  <a:pt x="6607" y="857"/>
                </a:lnTo>
                <a:lnTo>
                  <a:pt x="6606" y="857"/>
                </a:lnTo>
                <a:lnTo>
                  <a:pt x="6607" y="857"/>
                </a:lnTo>
                <a:lnTo>
                  <a:pt x="6607" y="856"/>
                </a:lnTo>
                <a:lnTo>
                  <a:pt x="6608" y="855"/>
                </a:lnTo>
                <a:lnTo>
                  <a:pt x="6607" y="855"/>
                </a:lnTo>
                <a:lnTo>
                  <a:pt x="6607" y="854"/>
                </a:lnTo>
                <a:lnTo>
                  <a:pt x="6608" y="854"/>
                </a:lnTo>
                <a:lnTo>
                  <a:pt x="6609" y="854"/>
                </a:lnTo>
                <a:lnTo>
                  <a:pt x="6609" y="855"/>
                </a:lnTo>
                <a:lnTo>
                  <a:pt x="6610" y="855"/>
                </a:lnTo>
                <a:lnTo>
                  <a:pt x="6611" y="855"/>
                </a:lnTo>
                <a:lnTo>
                  <a:pt x="6611" y="854"/>
                </a:lnTo>
                <a:lnTo>
                  <a:pt x="6611" y="853"/>
                </a:lnTo>
                <a:lnTo>
                  <a:pt x="6612" y="853"/>
                </a:lnTo>
                <a:lnTo>
                  <a:pt x="6612" y="852"/>
                </a:lnTo>
                <a:lnTo>
                  <a:pt x="6613" y="852"/>
                </a:lnTo>
                <a:lnTo>
                  <a:pt x="6613" y="853"/>
                </a:lnTo>
                <a:lnTo>
                  <a:pt x="6614" y="853"/>
                </a:lnTo>
                <a:lnTo>
                  <a:pt x="6614" y="852"/>
                </a:lnTo>
                <a:lnTo>
                  <a:pt x="6615" y="852"/>
                </a:lnTo>
                <a:lnTo>
                  <a:pt x="6616" y="852"/>
                </a:lnTo>
                <a:lnTo>
                  <a:pt x="6616" y="851"/>
                </a:lnTo>
                <a:lnTo>
                  <a:pt x="6617" y="851"/>
                </a:lnTo>
                <a:lnTo>
                  <a:pt x="6617" y="852"/>
                </a:lnTo>
                <a:lnTo>
                  <a:pt x="6617" y="851"/>
                </a:lnTo>
                <a:lnTo>
                  <a:pt x="6617" y="850"/>
                </a:lnTo>
                <a:lnTo>
                  <a:pt x="6616" y="850"/>
                </a:lnTo>
                <a:lnTo>
                  <a:pt x="6616" y="849"/>
                </a:lnTo>
                <a:lnTo>
                  <a:pt x="6617" y="849"/>
                </a:lnTo>
                <a:lnTo>
                  <a:pt x="6617" y="848"/>
                </a:lnTo>
                <a:lnTo>
                  <a:pt x="6616" y="848"/>
                </a:lnTo>
                <a:lnTo>
                  <a:pt x="6616" y="847"/>
                </a:lnTo>
                <a:lnTo>
                  <a:pt x="6617" y="846"/>
                </a:lnTo>
                <a:lnTo>
                  <a:pt x="6617" y="847"/>
                </a:lnTo>
                <a:lnTo>
                  <a:pt x="6618" y="847"/>
                </a:lnTo>
                <a:lnTo>
                  <a:pt x="6618" y="846"/>
                </a:lnTo>
                <a:lnTo>
                  <a:pt x="6619" y="846"/>
                </a:lnTo>
                <a:lnTo>
                  <a:pt x="6618" y="845"/>
                </a:lnTo>
                <a:lnTo>
                  <a:pt x="6617" y="845"/>
                </a:lnTo>
                <a:lnTo>
                  <a:pt x="6617" y="844"/>
                </a:lnTo>
                <a:lnTo>
                  <a:pt x="6617" y="843"/>
                </a:lnTo>
                <a:lnTo>
                  <a:pt x="6617" y="844"/>
                </a:lnTo>
                <a:lnTo>
                  <a:pt x="6616" y="844"/>
                </a:lnTo>
                <a:lnTo>
                  <a:pt x="6616" y="843"/>
                </a:lnTo>
                <a:lnTo>
                  <a:pt x="6615" y="842"/>
                </a:lnTo>
                <a:lnTo>
                  <a:pt x="6616" y="842"/>
                </a:lnTo>
                <a:lnTo>
                  <a:pt x="6617" y="842"/>
                </a:lnTo>
                <a:lnTo>
                  <a:pt x="6618" y="841"/>
                </a:lnTo>
                <a:lnTo>
                  <a:pt x="6618" y="842"/>
                </a:lnTo>
                <a:lnTo>
                  <a:pt x="6619" y="842"/>
                </a:lnTo>
                <a:lnTo>
                  <a:pt x="6620" y="842"/>
                </a:lnTo>
                <a:lnTo>
                  <a:pt x="6621" y="842"/>
                </a:lnTo>
                <a:lnTo>
                  <a:pt x="6622" y="841"/>
                </a:lnTo>
                <a:lnTo>
                  <a:pt x="6622" y="840"/>
                </a:lnTo>
                <a:lnTo>
                  <a:pt x="6623" y="840"/>
                </a:lnTo>
                <a:lnTo>
                  <a:pt x="6623" y="839"/>
                </a:lnTo>
                <a:lnTo>
                  <a:pt x="6623" y="840"/>
                </a:lnTo>
                <a:lnTo>
                  <a:pt x="6624" y="839"/>
                </a:lnTo>
                <a:lnTo>
                  <a:pt x="6625" y="839"/>
                </a:lnTo>
                <a:lnTo>
                  <a:pt x="6626" y="839"/>
                </a:lnTo>
                <a:lnTo>
                  <a:pt x="6626" y="840"/>
                </a:lnTo>
                <a:lnTo>
                  <a:pt x="6627" y="841"/>
                </a:lnTo>
                <a:lnTo>
                  <a:pt x="6628" y="840"/>
                </a:lnTo>
                <a:lnTo>
                  <a:pt x="6629" y="840"/>
                </a:lnTo>
                <a:lnTo>
                  <a:pt x="6628" y="839"/>
                </a:lnTo>
                <a:lnTo>
                  <a:pt x="6628" y="838"/>
                </a:lnTo>
                <a:lnTo>
                  <a:pt x="6627" y="838"/>
                </a:lnTo>
                <a:lnTo>
                  <a:pt x="6627" y="837"/>
                </a:lnTo>
                <a:lnTo>
                  <a:pt x="6628" y="837"/>
                </a:lnTo>
                <a:lnTo>
                  <a:pt x="6629" y="837"/>
                </a:lnTo>
                <a:lnTo>
                  <a:pt x="6629" y="838"/>
                </a:lnTo>
                <a:lnTo>
                  <a:pt x="6630" y="837"/>
                </a:lnTo>
                <a:lnTo>
                  <a:pt x="6630" y="836"/>
                </a:lnTo>
                <a:lnTo>
                  <a:pt x="6629" y="836"/>
                </a:lnTo>
                <a:lnTo>
                  <a:pt x="6628" y="836"/>
                </a:lnTo>
                <a:lnTo>
                  <a:pt x="6628" y="834"/>
                </a:lnTo>
                <a:lnTo>
                  <a:pt x="6629" y="834"/>
                </a:lnTo>
                <a:lnTo>
                  <a:pt x="6628" y="834"/>
                </a:lnTo>
                <a:lnTo>
                  <a:pt x="6628" y="833"/>
                </a:lnTo>
                <a:lnTo>
                  <a:pt x="6628" y="832"/>
                </a:lnTo>
                <a:lnTo>
                  <a:pt x="6628" y="831"/>
                </a:lnTo>
                <a:lnTo>
                  <a:pt x="6629" y="831"/>
                </a:lnTo>
                <a:lnTo>
                  <a:pt x="6629" y="830"/>
                </a:lnTo>
                <a:lnTo>
                  <a:pt x="6630" y="830"/>
                </a:lnTo>
                <a:lnTo>
                  <a:pt x="6630" y="829"/>
                </a:lnTo>
                <a:lnTo>
                  <a:pt x="6631" y="829"/>
                </a:lnTo>
                <a:lnTo>
                  <a:pt x="6631" y="830"/>
                </a:lnTo>
                <a:lnTo>
                  <a:pt x="6632" y="830"/>
                </a:lnTo>
                <a:lnTo>
                  <a:pt x="6632" y="829"/>
                </a:lnTo>
                <a:lnTo>
                  <a:pt x="6633" y="829"/>
                </a:lnTo>
                <a:lnTo>
                  <a:pt x="6633" y="828"/>
                </a:lnTo>
                <a:lnTo>
                  <a:pt x="6632" y="828"/>
                </a:lnTo>
                <a:lnTo>
                  <a:pt x="6633" y="828"/>
                </a:lnTo>
                <a:lnTo>
                  <a:pt x="6633" y="827"/>
                </a:lnTo>
                <a:lnTo>
                  <a:pt x="6633" y="826"/>
                </a:lnTo>
                <a:lnTo>
                  <a:pt x="6633" y="825"/>
                </a:lnTo>
                <a:lnTo>
                  <a:pt x="6633" y="824"/>
                </a:lnTo>
                <a:lnTo>
                  <a:pt x="6634" y="824"/>
                </a:lnTo>
                <a:lnTo>
                  <a:pt x="6635" y="824"/>
                </a:lnTo>
                <a:lnTo>
                  <a:pt x="6636" y="823"/>
                </a:lnTo>
                <a:lnTo>
                  <a:pt x="6637" y="823"/>
                </a:lnTo>
                <a:lnTo>
                  <a:pt x="6637" y="824"/>
                </a:lnTo>
                <a:lnTo>
                  <a:pt x="6637" y="823"/>
                </a:lnTo>
                <a:lnTo>
                  <a:pt x="6636" y="823"/>
                </a:lnTo>
                <a:lnTo>
                  <a:pt x="6635" y="823"/>
                </a:lnTo>
                <a:lnTo>
                  <a:pt x="6635" y="822"/>
                </a:lnTo>
                <a:lnTo>
                  <a:pt x="6636" y="822"/>
                </a:lnTo>
                <a:lnTo>
                  <a:pt x="6637" y="822"/>
                </a:lnTo>
                <a:lnTo>
                  <a:pt x="6638" y="822"/>
                </a:lnTo>
                <a:lnTo>
                  <a:pt x="6637" y="821"/>
                </a:lnTo>
                <a:lnTo>
                  <a:pt x="6636" y="821"/>
                </a:lnTo>
                <a:lnTo>
                  <a:pt x="6636" y="820"/>
                </a:lnTo>
                <a:lnTo>
                  <a:pt x="6636" y="819"/>
                </a:lnTo>
                <a:lnTo>
                  <a:pt x="6637" y="819"/>
                </a:lnTo>
                <a:lnTo>
                  <a:pt x="6637" y="818"/>
                </a:lnTo>
                <a:lnTo>
                  <a:pt x="6638" y="818"/>
                </a:lnTo>
                <a:lnTo>
                  <a:pt x="6639" y="819"/>
                </a:lnTo>
                <a:lnTo>
                  <a:pt x="6639" y="818"/>
                </a:lnTo>
                <a:lnTo>
                  <a:pt x="6640" y="818"/>
                </a:lnTo>
                <a:lnTo>
                  <a:pt x="6640" y="817"/>
                </a:lnTo>
                <a:lnTo>
                  <a:pt x="6641" y="817"/>
                </a:lnTo>
                <a:lnTo>
                  <a:pt x="6641" y="818"/>
                </a:lnTo>
                <a:lnTo>
                  <a:pt x="6642" y="818"/>
                </a:lnTo>
                <a:lnTo>
                  <a:pt x="6643" y="818"/>
                </a:lnTo>
                <a:lnTo>
                  <a:pt x="6644" y="818"/>
                </a:lnTo>
                <a:lnTo>
                  <a:pt x="6643" y="817"/>
                </a:lnTo>
                <a:lnTo>
                  <a:pt x="6643" y="816"/>
                </a:lnTo>
                <a:lnTo>
                  <a:pt x="6644" y="816"/>
                </a:lnTo>
                <a:lnTo>
                  <a:pt x="6645" y="815"/>
                </a:lnTo>
                <a:lnTo>
                  <a:pt x="6644" y="815"/>
                </a:lnTo>
                <a:lnTo>
                  <a:pt x="6643" y="815"/>
                </a:lnTo>
                <a:lnTo>
                  <a:pt x="6643" y="814"/>
                </a:lnTo>
                <a:lnTo>
                  <a:pt x="6644" y="813"/>
                </a:lnTo>
                <a:lnTo>
                  <a:pt x="6644" y="814"/>
                </a:lnTo>
                <a:lnTo>
                  <a:pt x="6645" y="814"/>
                </a:lnTo>
                <a:lnTo>
                  <a:pt x="6645" y="815"/>
                </a:lnTo>
                <a:lnTo>
                  <a:pt x="6646" y="815"/>
                </a:lnTo>
                <a:lnTo>
                  <a:pt x="6647" y="815"/>
                </a:lnTo>
                <a:lnTo>
                  <a:pt x="6648" y="815"/>
                </a:lnTo>
                <a:lnTo>
                  <a:pt x="6648" y="814"/>
                </a:lnTo>
                <a:lnTo>
                  <a:pt x="6648" y="813"/>
                </a:lnTo>
                <a:lnTo>
                  <a:pt x="6647" y="813"/>
                </a:lnTo>
                <a:lnTo>
                  <a:pt x="6648" y="812"/>
                </a:lnTo>
                <a:lnTo>
                  <a:pt x="6649" y="812"/>
                </a:lnTo>
                <a:lnTo>
                  <a:pt x="6649" y="813"/>
                </a:lnTo>
                <a:lnTo>
                  <a:pt x="6650" y="812"/>
                </a:lnTo>
                <a:lnTo>
                  <a:pt x="6651" y="812"/>
                </a:lnTo>
                <a:lnTo>
                  <a:pt x="6652" y="812"/>
                </a:lnTo>
                <a:lnTo>
                  <a:pt x="6652" y="811"/>
                </a:lnTo>
                <a:lnTo>
                  <a:pt x="6653" y="811"/>
                </a:lnTo>
                <a:lnTo>
                  <a:pt x="6653" y="812"/>
                </a:lnTo>
                <a:lnTo>
                  <a:pt x="6654" y="812"/>
                </a:lnTo>
                <a:lnTo>
                  <a:pt x="6655" y="812"/>
                </a:lnTo>
                <a:lnTo>
                  <a:pt x="6655" y="811"/>
                </a:lnTo>
                <a:lnTo>
                  <a:pt x="6654" y="811"/>
                </a:lnTo>
                <a:lnTo>
                  <a:pt x="6655" y="811"/>
                </a:lnTo>
                <a:lnTo>
                  <a:pt x="6656" y="811"/>
                </a:lnTo>
                <a:lnTo>
                  <a:pt x="6656" y="812"/>
                </a:lnTo>
                <a:lnTo>
                  <a:pt x="6656" y="811"/>
                </a:lnTo>
                <a:lnTo>
                  <a:pt x="6657" y="811"/>
                </a:lnTo>
                <a:lnTo>
                  <a:pt x="6657" y="812"/>
                </a:lnTo>
                <a:lnTo>
                  <a:pt x="6658" y="812"/>
                </a:lnTo>
                <a:lnTo>
                  <a:pt x="6658" y="811"/>
                </a:lnTo>
                <a:lnTo>
                  <a:pt x="6659" y="811"/>
                </a:lnTo>
                <a:lnTo>
                  <a:pt x="6659" y="812"/>
                </a:lnTo>
                <a:lnTo>
                  <a:pt x="6660" y="811"/>
                </a:lnTo>
                <a:lnTo>
                  <a:pt x="6661" y="811"/>
                </a:lnTo>
                <a:lnTo>
                  <a:pt x="6661" y="810"/>
                </a:lnTo>
                <a:lnTo>
                  <a:pt x="6662" y="809"/>
                </a:lnTo>
                <a:lnTo>
                  <a:pt x="6663" y="809"/>
                </a:lnTo>
                <a:lnTo>
                  <a:pt x="6665" y="810"/>
                </a:lnTo>
                <a:lnTo>
                  <a:pt x="6666" y="809"/>
                </a:lnTo>
                <a:lnTo>
                  <a:pt x="6666" y="808"/>
                </a:lnTo>
                <a:lnTo>
                  <a:pt x="6665" y="808"/>
                </a:lnTo>
                <a:lnTo>
                  <a:pt x="6666" y="808"/>
                </a:lnTo>
                <a:lnTo>
                  <a:pt x="6666" y="807"/>
                </a:lnTo>
                <a:lnTo>
                  <a:pt x="6667" y="807"/>
                </a:lnTo>
                <a:lnTo>
                  <a:pt x="6667" y="806"/>
                </a:lnTo>
                <a:lnTo>
                  <a:pt x="6668" y="806"/>
                </a:lnTo>
                <a:lnTo>
                  <a:pt x="6669" y="806"/>
                </a:lnTo>
                <a:lnTo>
                  <a:pt x="6670" y="807"/>
                </a:lnTo>
                <a:lnTo>
                  <a:pt x="6671" y="807"/>
                </a:lnTo>
                <a:lnTo>
                  <a:pt x="6672" y="807"/>
                </a:lnTo>
                <a:lnTo>
                  <a:pt x="6672" y="806"/>
                </a:lnTo>
                <a:lnTo>
                  <a:pt x="6673" y="806"/>
                </a:lnTo>
                <a:lnTo>
                  <a:pt x="6673" y="805"/>
                </a:lnTo>
                <a:lnTo>
                  <a:pt x="6674" y="805"/>
                </a:lnTo>
                <a:lnTo>
                  <a:pt x="6675" y="805"/>
                </a:lnTo>
                <a:lnTo>
                  <a:pt x="6676" y="805"/>
                </a:lnTo>
                <a:lnTo>
                  <a:pt x="6676" y="804"/>
                </a:lnTo>
                <a:lnTo>
                  <a:pt x="6677" y="804"/>
                </a:lnTo>
                <a:lnTo>
                  <a:pt x="6677" y="803"/>
                </a:lnTo>
                <a:lnTo>
                  <a:pt x="6676" y="803"/>
                </a:lnTo>
                <a:lnTo>
                  <a:pt x="6677" y="802"/>
                </a:lnTo>
                <a:lnTo>
                  <a:pt x="6677" y="803"/>
                </a:lnTo>
                <a:lnTo>
                  <a:pt x="6678" y="803"/>
                </a:lnTo>
                <a:lnTo>
                  <a:pt x="6679" y="803"/>
                </a:lnTo>
                <a:lnTo>
                  <a:pt x="6679" y="802"/>
                </a:lnTo>
                <a:lnTo>
                  <a:pt x="6680" y="802"/>
                </a:lnTo>
                <a:lnTo>
                  <a:pt x="6680" y="803"/>
                </a:lnTo>
                <a:lnTo>
                  <a:pt x="6681" y="802"/>
                </a:lnTo>
                <a:lnTo>
                  <a:pt x="6682" y="802"/>
                </a:lnTo>
                <a:lnTo>
                  <a:pt x="6682" y="801"/>
                </a:lnTo>
                <a:lnTo>
                  <a:pt x="6682" y="800"/>
                </a:lnTo>
                <a:lnTo>
                  <a:pt x="6683" y="800"/>
                </a:lnTo>
                <a:lnTo>
                  <a:pt x="6684" y="800"/>
                </a:lnTo>
                <a:lnTo>
                  <a:pt x="6685" y="800"/>
                </a:lnTo>
                <a:lnTo>
                  <a:pt x="6686" y="800"/>
                </a:lnTo>
                <a:lnTo>
                  <a:pt x="6686" y="799"/>
                </a:lnTo>
                <a:lnTo>
                  <a:pt x="6687" y="799"/>
                </a:lnTo>
                <a:lnTo>
                  <a:pt x="6687" y="800"/>
                </a:lnTo>
                <a:lnTo>
                  <a:pt x="6688" y="799"/>
                </a:lnTo>
                <a:lnTo>
                  <a:pt x="6689" y="799"/>
                </a:lnTo>
                <a:lnTo>
                  <a:pt x="6690" y="799"/>
                </a:lnTo>
                <a:lnTo>
                  <a:pt x="6690" y="800"/>
                </a:lnTo>
                <a:lnTo>
                  <a:pt x="6689" y="800"/>
                </a:lnTo>
                <a:lnTo>
                  <a:pt x="6690" y="801"/>
                </a:lnTo>
                <a:lnTo>
                  <a:pt x="6691" y="801"/>
                </a:lnTo>
                <a:lnTo>
                  <a:pt x="6691" y="800"/>
                </a:lnTo>
                <a:lnTo>
                  <a:pt x="6692" y="800"/>
                </a:lnTo>
                <a:lnTo>
                  <a:pt x="6692" y="801"/>
                </a:lnTo>
                <a:lnTo>
                  <a:pt x="6693" y="801"/>
                </a:lnTo>
                <a:lnTo>
                  <a:pt x="6693" y="800"/>
                </a:lnTo>
                <a:lnTo>
                  <a:pt x="6694" y="800"/>
                </a:lnTo>
                <a:lnTo>
                  <a:pt x="6695" y="800"/>
                </a:lnTo>
                <a:lnTo>
                  <a:pt x="6696" y="800"/>
                </a:lnTo>
                <a:lnTo>
                  <a:pt x="6696" y="799"/>
                </a:lnTo>
                <a:lnTo>
                  <a:pt x="6697" y="799"/>
                </a:lnTo>
                <a:lnTo>
                  <a:pt x="6697" y="798"/>
                </a:lnTo>
                <a:lnTo>
                  <a:pt x="6698" y="798"/>
                </a:lnTo>
                <a:lnTo>
                  <a:pt x="6699" y="798"/>
                </a:lnTo>
                <a:lnTo>
                  <a:pt x="6699" y="799"/>
                </a:lnTo>
                <a:lnTo>
                  <a:pt x="6700" y="799"/>
                </a:lnTo>
                <a:lnTo>
                  <a:pt x="6700" y="798"/>
                </a:lnTo>
                <a:lnTo>
                  <a:pt x="6701" y="798"/>
                </a:lnTo>
                <a:lnTo>
                  <a:pt x="6701" y="797"/>
                </a:lnTo>
                <a:lnTo>
                  <a:pt x="6702" y="797"/>
                </a:lnTo>
                <a:lnTo>
                  <a:pt x="6703" y="797"/>
                </a:lnTo>
                <a:lnTo>
                  <a:pt x="6704" y="797"/>
                </a:lnTo>
                <a:lnTo>
                  <a:pt x="6705" y="797"/>
                </a:lnTo>
                <a:lnTo>
                  <a:pt x="6705" y="796"/>
                </a:lnTo>
                <a:lnTo>
                  <a:pt x="6706" y="796"/>
                </a:lnTo>
                <a:lnTo>
                  <a:pt x="6707" y="795"/>
                </a:lnTo>
                <a:lnTo>
                  <a:pt x="6708" y="794"/>
                </a:lnTo>
                <a:lnTo>
                  <a:pt x="6708" y="793"/>
                </a:lnTo>
                <a:lnTo>
                  <a:pt x="6709" y="792"/>
                </a:lnTo>
                <a:lnTo>
                  <a:pt x="6708" y="791"/>
                </a:lnTo>
                <a:lnTo>
                  <a:pt x="6708" y="790"/>
                </a:lnTo>
                <a:lnTo>
                  <a:pt x="6709" y="789"/>
                </a:lnTo>
                <a:lnTo>
                  <a:pt x="6710" y="789"/>
                </a:lnTo>
                <a:lnTo>
                  <a:pt x="6711" y="789"/>
                </a:lnTo>
                <a:lnTo>
                  <a:pt x="6711" y="788"/>
                </a:lnTo>
                <a:lnTo>
                  <a:pt x="6711" y="787"/>
                </a:lnTo>
                <a:lnTo>
                  <a:pt x="6712" y="788"/>
                </a:lnTo>
                <a:lnTo>
                  <a:pt x="6713" y="788"/>
                </a:lnTo>
                <a:lnTo>
                  <a:pt x="6713" y="787"/>
                </a:lnTo>
                <a:lnTo>
                  <a:pt x="6713" y="786"/>
                </a:lnTo>
                <a:lnTo>
                  <a:pt x="6713" y="785"/>
                </a:lnTo>
                <a:lnTo>
                  <a:pt x="6714" y="785"/>
                </a:lnTo>
                <a:lnTo>
                  <a:pt x="6714" y="784"/>
                </a:lnTo>
                <a:lnTo>
                  <a:pt x="6714" y="783"/>
                </a:lnTo>
                <a:lnTo>
                  <a:pt x="6714" y="782"/>
                </a:lnTo>
                <a:lnTo>
                  <a:pt x="6714" y="781"/>
                </a:lnTo>
                <a:lnTo>
                  <a:pt x="6714" y="780"/>
                </a:lnTo>
                <a:lnTo>
                  <a:pt x="6715" y="780"/>
                </a:lnTo>
                <a:lnTo>
                  <a:pt x="6716" y="780"/>
                </a:lnTo>
                <a:lnTo>
                  <a:pt x="6716" y="779"/>
                </a:lnTo>
                <a:lnTo>
                  <a:pt x="6715" y="779"/>
                </a:lnTo>
                <a:lnTo>
                  <a:pt x="6715" y="778"/>
                </a:lnTo>
                <a:lnTo>
                  <a:pt x="6716" y="778"/>
                </a:lnTo>
                <a:lnTo>
                  <a:pt x="6716" y="777"/>
                </a:lnTo>
                <a:lnTo>
                  <a:pt x="6715" y="777"/>
                </a:lnTo>
                <a:lnTo>
                  <a:pt x="6715" y="776"/>
                </a:lnTo>
                <a:lnTo>
                  <a:pt x="6715" y="775"/>
                </a:lnTo>
                <a:lnTo>
                  <a:pt x="6716" y="776"/>
                </a:lnTo>
                <a:lnTo>
                  <a:pt x="6717" y="776"/>
                </a:lnTo>
                <a:lnTo>
                  <a:pt x="6718" y="776"/>
                </a:lnTo>
                <a:lnTo>
                  <a:pt x="6719" y="776"/>
                </a:lnTo>
                <a:lnTo>
                  <a:pt x="6720" y="776"/>
                </a:lnTo>
                <a:lnTo>
                  <a:pt x="6720" y="777"/>
                </a:lnTo>
                <a:lnTo>
                  <a:pt x="6721" y="777"/>
                </a:lnTo>
                <a:lnTo>
                  <a:pt x="6721" y="775"/>
                </a:lnTo>
                <a:lnTo>
                  <a:pt x="6722" y="775"/>
                </a:lnTo>
                <a:lnTo>
                  <a:pt x="6722" y="774"/>
                </a:lnTo>
                <a:lnTo>
                  <a:pt x="6722" y="773"/>
                </a:lnTo>
                <a:lnTo>
                  <a:pt x="6723" y="773"/>
                </a:lnTo>
                <a:lnTo>
                  <a:pt x="6723" y="772"/>
                </a:lnTo>
                <a:lnTo>
                  <a:pt x="6724" y="771"/>
                </a:lnTo>
                <a:lnTo>
                  <a:pt x="6725" y="771"/>
                </a:lnTo>
                <a:lnTo>
                  <a:pt x="6725" y="770"/>
                </a:lnTo>
                <a:lnTo>
                  <a:pt x="6725" y="769"/>
                </a:lnTo>
                <a:lnTo>
                  <a:pt x="6726" y="769"/>
                </a:lnTo>
                <a:lnTo>
                  <a:pt x="6727" y="769"/>
                </a:lnTo>
                <a:lnTo>
                  <a:pt x="6728" y="769"/>
                </a:lnTo>
                <a:lnTo>
                  <a:pt x="6728" y="768"/>
                </a:lnTo>
                <a:lnTo>
                  <a:pt x="6728" y="767"/>
                </a:lnTo>
                <a:lnTo>
                  <a:pt x="6728" y="766"/>
                </a:lnTo>
                <a:lnTo>
                  <a:pt x="6727" y="764"/>
                </a:lnTo>
                <a:lnTo>
                  <a:pt x="6727" y="763"/>
                </a:lnTo>
                <a:lnTo>
                  <a:pt x="6728" y="763"/>
                </a:lnTo>
                <a:lnTo>
                  <a:pt x="6729" y="763"/>
                </a:lnTo>
                <a:lnTo>
                  <a:pt x="6730" y="762"/>
                </a:lnTo>
                <a:lnTo>
                  <a:pt x="6730" y="760"/>
                </a:lnTo>
                <a:lnTo>
                  <a:pt x="6729" y="759"/>
                </a:lnTo>
                <a:lnTo>
                  <a:pt x="6729" y="758"/>
                </a:lnTo>
                <a:lnTo>
                  <a:pt x="6730" y="758"/>
                </a:lnTo>
                <a:lnTo>
                  <a:pt x="6731" y="757"/>
                </a:lnTo>
                <a:lnTo>
                  <a:pt x="6732" y="757"/>
                </a:lnTo>
                <a:lnTo>
                  <a:pt x="6733" y="757"/>
                </a:lnTo>
                <a:lnTo>
                  <a:pt x="6733" y="756"/>
                </a:lnTo>
                <a:lnTo>
                  <a:pt x="6732" y="756"/>
                </a:lnTo>
                <a:lnTo>
                  <a:pt x="6732" y="755"/>
                </a:lnTo>
                <a:lnTo>
                  <a:pt x="6731" y="754"/>
                </a:lnTo>
                <a:lnTo>
                  <a:pt x="6731" y="753"/>
                </a:lnTo>
                <a:lnTo>
                  <a:pt x="6732" y="753"/>
                </a:lnTo>
                <a:lnTo>
                  <a:pt x="6732" y="752"/>
                </a:lnTo>
                <a:lnTo>
                  <a:pt x="6733" y="751"/>
                </a:lnTo>
                <a:lnTo>
                  <a:pt x="6734" y="751"/>
                </a:lnTo>
                <a:lnTo>
                  <a:pt x="6734" y="750"/>
                </a:lnTo>
                <a:lnTo>
                  <a:pt x="6733" y="749"/>
                </a:lnTo>
                <a:lnTo>
                  <a:pt x="6732" y="749"/>
                </a:lnTo>
                <a:lnTo>
                  <a:pt x="6731" y="748"/>
                </a:lnTo>
                <a:lnTo>
                  <a:pt x="6730" y="748"/>
                </a:lnTo>
                <a:lnTo>
                  <a:pt x="6729" y="747"/>
                </a:lnTo>
                <a:lnTo>
                  <a:pt x="6728" y="747"/>
                </a:lnTo>
                <a:lnTo>
                  <a:pt x="6728" y="746"/>
                </a:lnTo>
                <a:lnTo>
                  <a:pt x="6729" y="745"/>
                </a:lnTo>
                <a:lnTo>
                  <a:pt x="6728" y="744"/>
                </a:lnTo>
                <a:lnTo>
                  <a:pt x="6728" y="743"/>
                </a:lnTo>
                <a:lnTo>
                  <a:pt x="6728" y="742"/>
                </a:lnTo>
                <a:lnTo>
                  <a:pt x="6729" y="742"/>
                </a:lnTo>
                <a:lnTo>
                  <a:pt x="6730" y="741"/>
                </a:lnTo>
                <a:lnTo>
                  <a:pt x="6730" y="740"/>
                </a:lnTo>
                <a:lnTo>
                  <a:pt x="6729" y="739"/>
                </a:lnTo>
                <a:lnTo>
                  <a:pt x="6729" y="738"/>
                </a:lnTo>
                <a:lnTo>
                  <a:pt x="6730" y="738"/>
                </a:lnTo>
                <a:lnTo>
                  <a:pt x="6730" y="739"/>
                </a:lnTo>
                <a:lnTo>
                  <a:pt x="6731" y="739"/>
                </a:lnTo>
                <a:lnTo>
                  <a:pt x="6731" y="738"/>
                </a:lnTo>
                <a:lnTo>
                  <a:pt x="6730" y="737"/>
                </a:lnTo>
                <a:lnTo>
                  <a:pt x="6729" y="737"/>
                </a:lnTo>
                <a:lnTo>
                  <a:pt x="6729" y="738"/>
                </a:lnTo>
                <a:lnTo>
                  <a:pt x="6729" y="737"/>
                </a:lnTo>
                <a:lnTo>
                  <a:pt x="6729" y="736"/>
                </a:lnTo>
                <a:lnTo>
                  <a:pt x="6730" y="736"/>
                </a:lnTo>
                <a:lnTo>
                  <a:pt x="6729" y="735"/>
                </a:lnTo>
                <a:lnTo>
                  <a:pt x="6729" y="734"/>
                </a:lnTo>
                <a:lnTo>
                  <a:pt x="6728" y="735"/>
                </a:lnTo>
                <a:lnTo>
                  <a:pt x="6728" y="734"/>
                </a:lnTo>
                <a:lnTo>
                  <a:pt x="6727" y="734"/>
                </a:lnTo>
                <a:lnTo>
                  <a:pt x="6727" y="733"/>
                </a:lnTo>
                <a:lnTo>
                  <a:pt x="6728" y="733"/>
                </a:lnTo>
                <a:lnTo>
                  <a:pt x="6729" y="733"/>
                </a:lnTo>
                <a:lnTo>
                  <a:pt x="6730" y="733"/>
                </a:lnTo>
                <a:lnTo>
                  <a:pt x="6730" y="732"/>
                </a:lnTo>
                <a:lnTo>
                  <a:pt x="6730" y="731"/>
                </a:lnTo>
                <a:lnTo>
                  <a:pt x="6730" y="730"/>
                </a:lnTo>
                <a:lnTo>
                  <a:pt x="6730" y="729"/>
                </a:lnTo>
                <a:lnTo>
                  <a:pt x="6731" y="728"/>
                </a:lnTo>
                <a:lnTo>
                  <a:pt x="6732" y="728"/>
                </a:lnTo>
                <a:lnTo>
                  <a:pt x="6732" y="727"/>
                </a:lnTo>
                <a:lnTo>
                  <a:pt x="6733" y="727"/>
                </a:lnTo>
                <a:lnTo>
                  <a:pt x="6733" y="726"/>
                </a:lnTo>
                <a:lnTo>
                  <a:pt x="6733" y="725"/>
                </a:lnTo>
                <a:lnTo>
                  <a:pt x="6734" y="725"/>
                </a:lnTo>
                <a:lnTo>
                  <a:pt x="6733" y="724"/>
                </a:lnTo>
                <a:lnTo>
                  <a:pt x="6733" y="725"/>
                </a:lnTo>
                <a:lnTo>
                  <a:pt x="6732" y="725"/>
                </a:lnTo>
                <a:lnTo>
                  <a:pt x="6731" y="725"/>
                </a:lnTo>
                <a:lnTo>
                  <a:pt x="6730" y="724"/>
                </a:lnTo>
                <a:lnTo>
                  <a:pt x="6730" y="723"/>
                </a:lnTo>
                <a:lnTo>
                  <a:pt x="6731" y="723"/>
                </a:lnTo>
                <a:lnTo>
                  <a:pt x="6732" y="723"/>
                </a:lnTo>
                <a:lnTo>
                  <a:pt x="6732" y="721"/>
                </a:lnTo>
                <a:lnTo>
                  <a:pt x="6731" y="721"/>
                </a:lnTo>
                <a:lnTo>
                  <a:pt x="6730" y="721"/>
                </a:lnTo>
                <a:lnTo>
                  <a:pt x="6730" y="720"/>
                </a:lnTo>
                <a:lnTo>
                  <a:pt x="6731" y="720"/>
                </a:lnTo>
                <a:lnTo>
                  <a:pt x="6731" y="719"/>
                </a:lnTo>
                <a:lnTo>
                  <a:pt x="6730" y="719"/>
                </a:lnTo>
                <a:lnTo>
                  <a:pt x="6729" y="719"/>
                </a:lnTo>
                <a:lnTo>
                  <a:pt x="6729" y="718"/>
                </a:lnTo>
                <a:lnTo>
                  <a:pt x="6728" y="718"/>
                </a:lnTo>
                <a:lnTo>
                  <a:pt x="6728" y="719"/>
                </a:lnTo>
                <a:lnTo>
                  <a:pt x="6727" y="719"/>
                </a:lnTo>
                <a:lnTo>
                  <a:pt x="6726" y="718"/>
                </a:lnTo>
                <a:lnTo>
                  <a:pt x="6725" y="718"/>
                </a:lnTo>
                <a:lnTo>
                  <a:pt x="6725" y="719"/>
                </a:lnTo>
                <a:lnTo>
                  <a:pt x="6725" y="720"/>
                </a:lnTo>
                <a:lnTo>
                  <a:pt x="6724" y="720"/>
                </a:lnTo>
                <a:lnTo>
                  <a:pt x="6723" y="719"/>
                </a:lnTo>
                <a:lnTo>
                  <a:pt x="6722" y="719"/>
                </a:lnTo>
                <a:lnTo>
                  <a:pt x="6722" y="720"/>
                </a:lnTo>
                <a:lnTo>
                  <a:pt x="6723" y="720"/>
                </a:lnTo>
                <a:lnTo>
                  <a:pt x="6723" y="721"/>
                </a:lnTo>
                <a:lnTo>
                  <a:pt x="6722" y="722"/>
                </a:lnTo>
                <a:lnTo>
                  <a:pt x="6722" y="721"/>
                </a:lnTo>
                <a:lnTo>
                  <a:pt x="6722" y="720"/>
                </a:lnTo>
                <a:lnTo>
                  <a:pt x="6721" y="719"/>
                </a:lnTo>
                <a:lnTo>
                  <a:pt x="6720" y="719"/>
                </a:lnTo>
                <a:lnTo>
                  <a:pt x="6719" y="719"/>
                </a:lnTo>
                <a:lnTo>
                  <a:pt x="6718" y="718"/>
                </a:lnTo>
                <a:lnTo>
                  <a:pt x="6718" y="719"/>
                </a:lnTo>
                <a:lnTo>
                  <a:pt x="6718" y="720"/>
                </a:lnTo>
                <a:lnTo>
                  <a:pt x="6718" y="721"/>
                </a:lnTo>
                <a:lnTo>
                  <a:pt x="6717" y="721"/>
                </a:lnTo>
                <a:lnTo>
                  <a:pt x="6716" y="721"/>
                </a:lnTo>
                <a:lnTo>
                  <a:pt x="6716" y="722"/>
                </a:lnTo>
                <a:lnTo>
                  <a:pt x="6717" y="722"/>
                </a:lnTo>
                <a:lnTo>
                  <a:pt x="6717" y="723"/>
                </a:lnTo>
                <a:lnTo>
                  <a:pt x="6716" y="723"/>
                </a:lnTo>
                <a:lnTo>
                  <a:pt x="6715" y="723"/>
                </a:lnTo>
                <a:lnTo>
                  <a:pt x="6714" y="723"/>
                </a:lnTo>
                <a:lnTo>
                  <a:pt x="6713" y="723"/>
                </a:lnTo>
                <a:lnTo>
                  <a:pt x="6713" y="722"/>
                </a:lnTo>
                <a:lnTo>
                  <a:pt x="6713" y="721"/>
                </a:lnTo>
                <a:lnTo>
                  <a:pt x="6713" y="719"/>
                </a:lnTo>
                <a:lnTo>
                  <a:pt x="6712" y="719"/>
                </a:lnTo>
                <a:lnTo>
                  <a:pt x="6711" y="720"/>
                </a:lnTo>
                <a:lnTo>
                  <a:pt x="6710" y="720"/>
                </a:lnTo>
                <a:lnTo>
                  <a:pt x="6709" y="720"/>
                </a:lnTo>
                <a:lnTo>
                  <a:pt x="6709" y="721"/>
                </a:lnTo>
                <a:lnTo>
                  <a:pt x="6708" y="722"/>
                </a:lnTo>
                <a:lnTo>
                  <a:pt x="6708" y="723"/>
                </a:lnTo>
                <a:lnTo>
                  <a:pt x="6707" y="723"/>
                </a:lnTo>
                <a:lnTo>
                  <a:pt x="6706" y="723"/>
                </a:lnTo>
                <a:lnTo>
                  <a:pt x="6706" y="722"/>
                </a:lnTo>
                <a:lnTo>
                  <a:pt x="6707" y="722"/>
                </a:lnTo>
                <a:lnTo>
                  <a:pt x="6707" y="721"/>
                </a:lnTo>
                <a:lnTo>
                  <a:pt x="6708" y="721"/>
                </a:lnTo>
                <a:lnTo>
                  <a:pt x="6708" y="720"/>
                </a:lnTo>
                <a:lnTo>
                  <a:pt x="6707" y="720"/>
                </a:lnTo>
                <a:lnTo>
                  <a:pt x="6706" y="721"/>
                </a:lnTo>
                <a:lnTo>
                  <a:pt x="6705" y="721"/>
                </a:lnTo>
                <a:lnTo>
                  <a:pt x="6703" y="721"/>
                </a:lnTo>
                <a:lnTo>
                  <a:pt x="6702" y="721"/>
                </a:lnTo>
                <a:lnTo>
                  <a:pt x="6703" y="720"/>
                </a:lnTo>
                <a:lnTo>
                  <a:pt x="6704" y="719"/>
                </a:lnTo>
                <a:lnTo>
                  <a:pt x="6705" y="719"/>
                </a:lnTo>
                <a:lnTo>
                  <a:pt x="6705" y="718"/>
                </a:lnTo>
                <a:lnTo>
                  <a:pt x="6704" y="717"/>
                </a:lnTo>
                <a:lnTo>
                  <a:pt x="6703" y="717"/>
                </a:lnTo>
                <a:lnTo>
                  <a:pt x="6703" y="718"/>
                </a:lnTo>
                <a:lnTo>
                  <a:pt x="6702" y="718"/>
                </a:lnTo>
                <a:lnTo>
                  <a:pt x="6702" y="717"/>
                </a:lnTo>
                <a:lnTo>
                  <a:pt x="6701" y="717"/>
                </a:lnTo>
                <a:lnTo>
                  <a:pt x="6701" y="716"/>
                </a:lnTo>
                <a:lnTo>
                  <a:pt x="6701" y="715"/>
                </a:lnTo>
                <a:lnTo>
                  <a:pt x="6700" y="715"/>
                </a:lnTo>
                <a:lnTo>
                  <a:pt x="6700" y="716"/>
                </a:lnTo>
                <a:lnTo>
                  <a:pt x="6700" y="717"/>
                </a:lnTo>
                <a:lnTo>
                  <a:pt x="6700" y="718"/>
                </a:lnTo>
                <a:lnTo>
                  <a:pt x="6699" y="718"/>
                </a:lnTo>
                <a:lnTo>
                  <a:pt x="6698" y="717"/>
                </a:lnTo>
                <a:lnTo>
                  <a:pt x="6698" y="716"/>
                </a:lnTo>
                <a:lnTo>
                  <a:pt x="6699" y="715"/>
                </a:lnTo>
                <a:lnTo>
                  <a:pt x="6699" y="714"/>
                </a:lnTo>
                <a:lnTo>
                  <a:pt x="6700" y="713"/>
                </a:lnTo>
                <a:lnTo>
                  <a:pt x="6700" y="712"/>
                </a:lnTo>
                <a:lnTo>
                  <a:pt x="6700" y="711"/>
                </a:lnTo>
                <a:lnTo>
                  <a:pt x="6701" y="711"/>
                </a:lnTo>
                <a:lnTo>
                  <a:pt x="6702" y="711"/>
                </a:lnTo>
                <a:lnTo>
                  <a:pt x="6702" y="710"/>
                </a:lnTo>
                <a:lnTo>
                  <a:pt x="6702" y="709"/>
                </a:lnTo>
                <a:lnTo>
                  <a:pt x="6703" y="709"/>
                </a:lnTo>
                <a:lnTo>
                  <a:pt x="6704" y="709"/>
                </a:lnTo>
                <a:lnTo>
                  <a:pt x="6704" y="708"/>
                </a:lnTo>
                <a:lnTo>
                  <a:pt x="6705" y="708"/>
                </a:lnTo>
                <a:lnTo>
                  <a:pt x="6706" y="709"/>
                </a:lnTo>
                <a:lnTo>
                  <a:pt x="6707" y="710"/>
                </a:lnTo>
                <a:lnTo>
                  <a:pt x="6708" y="710"/>
                </a:lnTo>
                <a:lnTo>
                  <a:pt x="6708" y="711"/>
                </a:lnTo>
                <a:lnTo>
                  <a:pt x="6709" y="710"/>
                </a:lnTo>
                <a:lnTo>
                  <a:pt x="6709" y="709"/>
                </a:lnTo>
                <a:lnTo>
                  <a:pt x="6708" y="708"/>
                </a:lnTo>
                <a:lnTo>
                  <a:pt x="6708" y="707"/>
                </a:lnTo>
                <a:lnTo>
                  <a:pt x="6709" y="707"/>
                </a:lnTo>
                <a:lnTo>
                  <a:pt x="6710" y="706"/>
                </a:lnTo>
                <a:lnTo>
                  <a:pt x="6709" y="706"/>
                </a:lnTo>
                <a:lnTo>
                  <a:pt x="6709" y="705"/>
                </a:lnTo>
                <a:lnTo>
                  <a:pt x="6709" y="704"/>
                </a:lnTo>
                <a:lnTo>
                  <a:pt x="6710" y="704"/>
                </a:lnTo>
                <a:lnTo>
                  <a:pt x="6710" y="703"/>
                </a:lnTo>
                <a:lnTo>
                  <a:pt x="6710" y="704"/>
                </a:lnTo>
                <a:lnTo>
                  <a:pt x="6711" y="704"/>
                </a:lnTo>
                <a:lnTo>
                  <a:pt x="6712" y="703"/>
                </a:lnTo>
                <a:lnTo>
                  <a:pt x="6712" y="702"/>
                </a:lnTo>
                <a:lnTo>
                  <a:pt x="6712" y="701"/>
                </a:lnTo>
                <a:lnTo>
                  <a:pt x="6711" y="700"/>
                </a:lnTo>
                <a:lnTo>
                  <a:pt x="6711" y="699"/>
                </a:lnTo>
                <a:lnTo>
                  <a:pt x="6712" y="699"/>
                </a:lnTo>
                <a:lnTo>
                  <a:pt x="6713" y="698"/>
                </a:lnTo>
                <a:lnTo>
                  <a:pt x="6714" y="698"/>
                </a:lnTo>
                <a:lnTo>
                  <a:pt x="6714" y="697"/>
                </a:lnTo>
                <a:lnTo>
                  <a:pt x="6713" y="696"/>
                </a:lnTo>
                <a:lnTo>
                  <a:pt x="6713" y="695"/>
                </a:lnTo>
                <a:lnTo>
                  <a:pt x="6713" y="694"/>
                </a:lnTo>
                <a:lnTo>
                  <a:pt x="6712" y="693"/>
                </a:lnTo>
                <a:lnTo>
                  <a:pt x="6711" y="693"/>
                </a:lnTo>
                <a:lnTo>
                  <a:pt x="6710" y="693"/>
                </a:lnTo>
                <a:lnTo>
                  <a:pt x="6709" y="693"/>
                </a:lnTo>
                <a:lnTo>
                  <a:pt x="6709" y="692"/>
                </a:lnTo>
                <a:lnTo>
                  <a:pt x="6709" y="691"/>
                </a:lnTo>
                <a:lnTo>
                  <a:pt x="6710" y="691"/>
                </a:lnTo>
                <a:lnTo>
                  <a:pt x="6711" y="691"/>
                </a:lnTo>
                <a:lnTo>
                  <a:pt x="6712" y="691"/>
                </a:lnTo>
                <a:lnTo>
                  <a:pt x="6712" y="690"/>
                </a:lnTo>
                <a:lnTo>
                  <a:pt x="6712" y="688"/>
                </a:lnTo>
                <a:lnTo>
                  <a:pt x="6712" y="687"/>
                </a:lnTo>
                <a:lnTo>
                  <a:pt x="6712" y="686"/>
                </a:lnTo>
                <a:lnTo>
                  <a:pt x="6712" y="685"/>
                </a:lnTo>
                <a:lnTo>
                  <a:pt x="6712" y="684"/>
                </a:lnTo>
                <a:lnTo>
                  <a:pt x="6712" y="683"/>
                </a:lnTo>
                <a:lnTo>
                  <a:pt x="6713" y="683"/>
                </a:lnTo>
                <a:lnTo>
                  <a:pt x="6713" y="682"/>
                </a:lnTo>
                <a:lnTo>
                  <a:pt x="6714" y="681"/>
                </a:lnTo>
                <a:lnTo>
                  <a:pt x="6713" y="680"/>
                </a:lnTo>
                <a:lnTo>
                  <a:pt x="6712" y="680"/>
                </a:lnTo>
                <a:lnTo>
                  <a:pt x="6711" y="680"/>
                </a:lnTo>
                <a:lnTo>
                  <a:pt x="6711" y="679"/>
                </a:lnTo>
                <a:lnTo>
                  <a:pt x="6712" y="679"/>
                </a:lnTo>
                <a:lnTo>
                  <a:pt x="6712" y="678"/>
                </a:lnTo>
                <a:lnTo>
                  <a:pt x="6712" y="677"/>
                </a:lnTo>
                <a:lnTo>
                  <a:pt x="6713" y="677"/>
                </a:lnTo>
                <a:lnTo>
                  <a:pt x="6714" y="677"/>
                </a:lnTo>
                <a:lnTo>
                  <a:pt x="6715" y="676"/>
                </a:lnTo>
                <a:lnTo>
                  <a:pt x="6715" y="675"/>
                </a:lnTo>
                <a:lnTo>
                  <a:pt x="6715" y="674"/>
                </a:lnTo>
                <a:lnTo>
                  <a:pt x="6714" y="674"/>
                </a:lnTo>
                <a:lnTo>
                  <a:pt x="6713" y="673"/>
                </a:lnTo>
                <a:lnTo>
                  <a:pt x="6713" y="672"/>
                </a:lnTo>
                <a:lnTo>
                  <a:pt x="6712" y="671"/>
                </a:lnTo>
                <a:lnTo>
                  <a:pt x="6712" y="670"/>
                </a:lnTo>
                <a:lnTo>
                  <a:pt x="6713" y="670"/>
                </a:lnTo>
                <a:lnTo>
                  <a:pt x="6713" y="669"/>
                </a:lnTo>
                <a:lnTo>
                  <a:pt x="6713" y="668"/>
                </a:lnTo>
                <a:lnTo>
                  <a:pt x="6714" y="668"/>
                </a:lnTo>
                <a:lnTo>
                  <a:pt x="6715" y="668"/>
                </a:lnTo>
                <a:lnTo>
                  <a:pt x="6716" y="668"/>
                </a:lnTo>
                <a:lnTo>
                  <a:pt x="6716" y="667"/>
                </a:lnTo>
                <a:lnTo>
                  <a:pt x="6717" y="666"/>
                </a:lnTo>
                <a:lnTo>
                  <a:pt x="6718" y="666"/>
                </a:lnTo>
                <a:lnTo>
                  <a:pt x="6718" y="665"/>
                </a:lnTo>
                <a:lnTo>
                  <a:pt x="6719" y="665"/>
                </a:lnTo>
                <a:lnTo>
                  <a:pt x="6718" y="664"/>
                </a:lnTo>
                <a:lnTo>
                  <a:pt x="6718" y="663"/>
                </a:lnTo>
                <a:lnTo>
                  <a:pt x="6718" y="662"/>
                </a:lnTo>
                <a:lnTo>
                  <a:pt x="6719" y="662"/>
                </a:lnTo>
                <a:lnTo>
                  <a:pt x="6720" y="663"/>
                </a:lnTo>
                <a:lnTo>
                  <a:pt x="6720" y="664"/>
                </a:lnTo>
                <a:lnTo>
                  <a:pt x="6721" y="664"/>
                </a:lnTo>
                <a:lnTo>
                  <a:pt x="6722" y="663"/>
                </a:lnTo>
                <a:lnTo>
                  <a:pt x="6723" y="661"/>
                </a:lnTo>
                <a:lnTo>
                  <a:pt x="6723" y="660"/>
                </a:lnTo>
                <a:lnTo>
                  <a:pt x="6723" y="659"/>
                </a:lnTo>
                <a:lnTo>
                  <a:pt x="6723" y="658"/>
                </a:lnTo>
                <a:lnTo>
                  <a:pt x="6724" y="658"/>
                </a:lnTo>
                <a:lnTo>
                  <a:pt x="6724" y="657"/>
                </a:lnTo>
                <a:lnTo>
                  <a:pt x="6725" y="657"/>
                </a:lnTo>
                <a:lnTo>
                  <a:pt x="6725" y="656"/>
                </a:lnTo>
                <a:lnTo>
                  <a:pt x="6724" y="655"/>
                </a:lnTo>
                <a:lnTo>
                  <a:pt x="6723" y="655"/>
                </a:lnTo>
                <a:lnTo>
                  <a:pt x="6723" y="654"/>
                </a:lnTo>
                <a:lnTo>
                  <a:pt x="6723" y="653"/>
                </a:lnTo>
                <a:lnTo>
                  <a:pt x="6724" y="653"/>
                </a:lnTo>
                <a:lnTo>
                  <a:pt x="6725" y="653"/>
                </a:lnTo>
                <a:lnTo>
                  <a:pt x="6726" y="653"/>
                </a:lnTo>
                <a:lnTo>
                  <a:pt x="6726" y="652"/>
                </a:lnTo>
                <a:lnTo>
                  <a:pt x="6727" y="652"/>
                </a:lnTo>
                <a:lnTo>
                  <a:pt x="6728" y="652"/>
                </a:lnTo>
                <a:lnTo>
                  <a:pt x="6729" y="652"/>
                </a:lnTo>
                <a:lnTo>
                  <a:pt x="6730" y="652"/>
                </a:lnTo>
                <a:lnTo>
                  <a:pt x="6731" y="650"/>
                </a:lnTo>
                <a:lnTo>
                  <a:pt x="6732" y="649"/>
                </a:lnTo>
                <a:lnTo>
                  <a:pt x="6732" y="648"/>
                </a:lnTo>
                <a:lnTo>
                  <a:pt x="6731" y="648"/>
                </a:lnTo>
                <a:lnTo>
                  <a:pt x="6731" y="647"/>
                </a:lnTo>
                <a:lnTo>
                  <a:pt x="6731" y="646"/>
                </a:lnTo>
                <a:lnTo>
                  <a:pt x="6732" y="646"/>
                </a:lnTo>
                <a:lnTo>
                  <a:pt x="6733" y="646"/>
                </a:lnTo>
                <a:lnTo>
                  <a:pt x="6733" y="645"/>
                </a:lnTo>
                <a:lnTo>
                  <a:pt x="6733" y="644"/>
                </a:lnTo>
                <a:lnTo>
                  <a:pt x="6734" y="643"/>
                </a:lnTo>
                <a:lnTo>
                  <a:pt x="6734" y="642"/>
                </a:lnTo>
                <a:lnTo>
                  <a:pt x="6734" y="641"/>
                </a:lnTo>
                <a:lnTo>
                  <a:pt x="6735" y="640"/>
                </a:lnTo>
                <a:lnTo>
                  <a:pt x="6735" y="639"/>
                </a:lnTo>
                <a:lnTo>
                  <a:pt x="6736" y="639"/>
                </a:lnTo>
                <a:lnTo>
                  <a:pt x="6736" y="638"/>
                </a:lnTo>
                <a:lnTo>
                  <a:pt x="6736" y="637"/>
                </a:lnTo>
                <a:lnTo>
                  <a:pt x="6736" y="636"/>
                </a:lnTo>
                <a:lnTo>
                  <a:pt x="6737" y="635"/>
                </a:lnTo>
                <a:lnTo>
                  <a:pt x="6737" y="634"/>
                </a:lnTo>
                <a:lnTo>
                  <a:pt x="6736" y="634"/>
                </a:lnTo>
                <a:lnTo>
                  <a:pt x="6736" y="633"/>
                </a:lnTo>
                <a:lnTo>
                  <a:pt x="6735" y="633"/>
                </a:lnTo>
                <a:lnTo>
                  <a:pt x="6735" y="632"/>
                </a:lnTo>
                <a:lnTo>
                  <a:pt x="6736" y="632"/>
                </a:lnTo>
                <a:lnTo>
                  <a:pt x="6737" y="632"/>
                </a:lnTo>
                <a:lnTo>
                  <a:pt x="6737" y="631"/>
                </a:lnTo>
                <a:lnTo>
                  <a:pt x="6736" y="631"/>
                </a:lnTo>
                <a:lnTo>
                  <a:pt x="6736" y="630"/>
                </a:lnTo>
                <a:lnTo>
                  <a:pt x="6737" y="630"/>
                </a:lnTo>
                <a:lnTo>
                  <a:pt x="6737" y="629"/>
                </a:lnTo>
                <a:lnTo>
                  <a:pt x="6738" y="629"/>
                </a:lnTo>
                <a:lnTo>
                  <a:pt x="6738" y="628"/>
                </a:lnTo>
                <a:lnTo>
                  <a:pt x="6737" y="628"/>
                </a:lnTo>
                <a:lnTo>
                  <a:pt x="6736" y="626"/>
                </a:lnTo>
                <a:lnTo>
                  <a:pt x="6736" y="625"/>
                </a:lnTo>
                <a:lnTo>
                  <a:pt x="6737" y="625"/>
                </a:lnTo>
                <a:lnTo>
                  <a:pt x="6737" y="624"/>
                </a:lnTo>
                <a:lnTo>
                  <a:pt x="6736" y="624"/>
                </a:lnTo>
                <a:lnTo>
                  <a:pt x="6736" y="623"/>
                </a:lnTo>
                <a:lnTo>
                  <a:pt x="6735" y="623"/>
                </a:lnTo>
                <a:lnTo>
                  <a:pt x="6734" y="622"/>
                </a:lnTo>
                <a:lnTo>
                  <a:pt x="6734" y="621"/>
                </a:lnTo>
                <a:lnTo>
                  <a:pt x="6733" y="621"/>
                </a:lnTo>
                <a:lnTo>
                  <a:pt x="6733" y="619"/>
                </a:lnTo>
                <a:lnTo>
                  <a:pt x="6733" y="618"/>
                </a:lnTo>
                <a:lnTo>
                  <a:pt x="6734" y="618"/>
                </a:lnTo>
                <a:lnTo>
                  <a:pt x="6734" y="617"/>
                </a:lnTo>
                <a:lnTo>
                  <a:pt x="6734" y="616"/>
                </a:lnTo>
                <a:lnTo>
                  <a:pt x="6733" y="615"/>
                </a:lnTo>
                <a:lnTo>
                  <a:pt x="6732" y="615"/>
                </a:lnTo>
                <a:lnTo>
                  <a:pt x="6732" y="614"/>
                </a:lnTo>
                <a:lnTo>
                  <a:pt x="6732" y="613"/>
                </a:lnTo>
                <a:lnTo>
                  <a:pt x="6732" y="612"/>
                </a:lnTo>
                <a:lnTo>
                  <a:pt x="6732" y="611"/>
                </a:lnTo>
                <a:lnTo>
                  <a:pt x="6733" y="611"/>
                </a:lnTo>
                <a:lnTo>
                  <a:pt x="6734" y="610"/>
                </a:lnTo>
                <a:lnTo>
                  <a:pt x="6734" y="609"/>
                </a:lnTo>
                <a:lnTo>
                  <a:pt x="6734" y="608"/>
                </a:lnTo>
                <a:lnTo>
                  <a:pt x="6735" y="608"/>
                </a:lnTo>
                <a:lnTo>
                  <a:pt x="6735" y="607"/>
                </a:lnTo>
                <a:lnTo>
                  <a:pt x="6735" y="606"/>
                </a:lnTo>
                <a:lnTo>
                  <a:pt x="6736" y="605"/>
                </a:lnTo>
                <a:lnTo>
                  <a:pt x="6737" y="604"/>
                </a:lnTo>
                <a:lnTo>
                  <a:pt x="6737" y="603"/>
                </a:lnTo>
                <a:lnTo>
                  <a:pt x="6738" y="603"/>
                </a:lnTo>
                <a:lnTo>
                  <a:pt x="6739" y="602"/>
                </a:lnTo>
                <a:lnTo>
                  <a:pt x="6739" y="601"/>
                </a:lnTo>
                <a:lnTo>
                  <a:pt x="6739" y="600"/>
                </a:lnTo>
                <a:lnTo>
                  <a:pt x="6740" y="600"/>
                </a:lnTo>
                <a:lnTo>
                  <a:pt x="6740" y="599"/>
                </a:lnTo>
                <a:lnTo>
                  <a:pt x="6740" y="597"/>
                </a:lnTo>
                <a:lnTo>
                  <a:pt x="6741" y="597"/>
                </a:lnTo>
                <a:lnTo>
                  <a:pt x="6741" y="596"/>
                </a:lnTo>
                <a:lnTo>
                  <a:pt x="6741" y="595"/>
                </a:lnTo>
                <a:lnTo>
                  <a:pt x="6741" y="594"/>
                </a:lnTo>
                <a:lnTo>
                  <a:pt x="6742" y="593"/>
                </a:lnTo>
                <a:lnTo>
                  <a:pt x="6742" y="592"/>
                </a:lnTo>
                <a:lnTo>
                  <a:pt x="6742" y="591"/>
                </a:lnTo>
                <a:lnTo>
                  <a:pt x="6742" y="590"/>
                </a:lnTo>
                <a:lnTo>
                  <a:pt x="6742" y="589"/>
                </a:lnTo>
                <a:lnTo>
                  <a:pt x="6743" y="589"/>
                </a:lnTo>
                <a:lnTo>
                  <a:pt x="6743" y="588"/>
                </a:lnTo>
                <a:lnTo>
                  <a:pt x="6744" y="588"/>
                </a:lnTo>
                <a:lnTo>
                  <a:pt x="6745" y="587"/>
                </a:lnTo>
                <a:lnTo>
                  <a:pt x="6746" y="587"/>
                </a:lnTo>
                <a:lnTo>
                  <a:pt x="6746" y="586"/>
                </a:lnTo>
                <a:lnTo>
                  <a:pt x="6746" y="585"/>
                </a:lnTo>
                <a:lnTo>
                  <a:pt x="6746" y="584"/>
                </a:lnTo>
                <a:lnTo>
                  <a:pt x="6746" y="583"/>
                </a:lnTo>
                <a:lnTo>
                  <a:pt x="6747" y="583"/>
                </a:lnTo>
                <a:lnTo>
                  <a:pt x="6748" y="583"/>
                </a:lnTo>
                <a:lnTo>
                  <a:pt x="6749" y="582"/>
                </a:lnTo>
                <a:lnTo>
                  <a:pt x="6750" y="582"/>
                </a:lnTo>
                <a:lnTo>
                  <a:pt x="6751" y="582"/>
                </a:lnTo>
                <a:lnTo>
                  <a:pt x="6752" y="581"/>
                </a:lnTo>
                <a:lnTo>
                  <a:pt x="6753" y="580"/>
                </a:lnTo>
                <a:lnTo>
                  <a:pt x="6753" y="579"/>
                </a:lnTo>
                <a:lnTo>
                  <a:pt x="6753" y="578"/>
                </a:lnTo>
                <a:lnTo>
                  <a:pt x="6752" y="578"/>
                </a:lnTo>
                <a:lnTo>
                  <a:pt x="6752" y="577"/>
                </a:lnTo>
                <a:lnTo>
                  <a:pt x="6753" y="577"/>
                </a:lnTo>
                <a:lnTo>
                  <a:pt x="6754" y="577"/>
                </a:lnTo>
                <a:lnTo>
                  <a:pt x="6754" y="576"/>
                </a:lnTo>
                <a:lnTo>
                  <a:pt x="6755" y="576"/>
                </a:lnTo>
                <a:lnTo>
                  <a:pt x="6755" y="575"/>
                </a:lnTo>
                <a:lnTo>
                  <a:pt x="6755" y="574"/>
                </a:lnTo>
                <a:lnTo>
                  <a:pt x="6756" y="574"/>
                </a:lnTo>
                <a:lnTo>
                  <a:pt x="6757" y="574"/>
                </a:lnTo>
                <a:lnTo>
                  <a:pt x="6757" y="573"/>
                </a:lnTo>
                <a:lnTo>
                  <a:pt x="6757" y="572"/>
                </a:lnTo>
                <a:lnTo>
                  <a:pt x="6757" y="571"/>
                </a:lnTo>
                <a:lnTo>
                  <a:pt x="6757" y="570"/>
                </a:lnTo>
                <a:lnTo>
                  <a:pt x="6756" y="570"/>
                </a:lnTo>
                <a:lnTo>
                  <a:pt x="6755" y="570"/>
                </a:lnTo>
                <a:lnTo>
                  <a:pt x="6755" y="569"/>
                </a:lnTo>
                <a:lnTo>
                  <a:pt x="6756" y="569"/>
                </a:lnTo>
                <a:lnTo>
                  <a:pt x="6756" y="568"/>
                </a:lnTo>
                <a:lnTo>
                  <a:pt x="6757" y="568"/>
                </a:lnTo>
                <a:lnTo>
                  <a:pt x="6757" y="569"/>
                </a:lnTo>
                <a:lnTo>
                  <a:pt x="6758" y="569"/>
                </a:lnTo>
                <a:lnTo>
                  <a:pt x="6758" y="568"/>
                </a:lnTo>
                <a:lnTo>
                  <a:pt x="6759" y="568"/>
                </a:lnTo>
                <a:lnTo>
                  <a:pt x="6759" y="567"/>
                </a:lnTo>
                <a:lnTo>
                  <a:pt x="6758" y="567"/>
                </a:lnTo>
                <a:lnTo>
                  <a:pt x="6758" y="566"/>
                </a:lnTo>
                <a:lnTo>
                  <a:pt x="6758" y="565"/>
                </a:lnTo>
                <a:lnTo>
                  <a:pt x="6759" y="565"/>
                </a:lnTo>
                <a:lnTo>
                  <a:pt x="6760" y="565"/>
                </a:lnTo>
                <a:lnTo>
                  <a:pt x="6761" y="564"/>
                </a:lnTo>
                <a:lnTo>
                  <a:pt x="6761" y="563"/>
                </a:lnTo>
                <a:lnTo>
                  <a:pt x="6760" y="562"/>
                </a:lnTo>
                <a:lnTo>
                  <a:pt x="6759" y="561"/>
                </a:lnTo>
                <a:lnTo>
                  <a:pt x="6759" y="560"/>
                </a:lnTo>
                <a:lnTo>
                  <a:pt x="6758" y="560"/>
                </a:lnTo>
                <a:lnTo>
                  <a:pt x="6759" y="559"/>
                </a:lnTo>
                <a:lnTo>
                  <a:pt x="6759" y="558"/>
                </a:lnTo>
                <a:lnTo>
                  <a:pt x="6760" y="558"/>
                </a:lnTo>
                <a:lnTo>
                  <a:pt x="6761" y="558"/>
                </a:lnTo>
                <a:lnTo>
                  <a:pt x="6761" y="556"/>
                </a:lnTo>
                <a:lnTo>
                  <a:pt x="6761" y="555"/>
                </a:lnTo>
                <a:lnTo>
                  <a:pt x="6761" y="554"/>
                </a:lnTo>
                <a:lnTo>
                  <a:pt x="6761" y="553"/>
                </a:lnTo>
                <a:lnTo>
                  <a:pt x="6761" y="552"/>
                </a:lnTo>
                <a:lnTo>
                  <a:pt x="6761" y="551"/>
                </a:lnTo>
                <a:lnTo>
                  <a:pt x="6760" y="551"/>
                </a:lnTo>
                <a:lnTo>
                  <a:pt x="6759" y="551"/>
                </a:lnTo>
                <a:lnTo>
                  <a:pt x="6758" y="551"/>
                </a:lnTo>
                <a:lnTo>
                  <a:pt x="6758" y="550"/>
                </a:lnTo>
                <a:lnTo>
                  <a:pt x="6759" y="550"/>
                </a:lnTo>
                <a:lnTo>
                  <a:pt x="6759" y="549"/>
                </a:lnTo>
                <a:lnTo>
                  <a:pt x="6759" y="550"/>
                </a:lnTo>
                <a:lnTo>
                  <a:pt x="6760" y="550"/>
                </a:lnTo>
                <a:lnTo>
                  <a:pt x="6761" y="550"/>
                </a:lnTo>
                <a:lnTo>
                  <a:pt x="6762" y="550"/>
                </a:lnTo>
                <a:lnTo>
                  <a:pt x="6762" y="548"/>
                </a:lnTo>
                <a:lnTo>
                  <a:pt x="6761" y="547"/>
                </a:lnTo>
                <a:lnTo>
                  <a:pt x="6760" y="547"/>
                </a:lnTo>
                <a:lnTo>
                  <a:pt x="6760" y="546"/>
                </a:lnTo>
                <a:lnTo>
                  <a:pt x="6759" y="546"/>
                </a:lnTo>
                <a:lnTo>
                  <a:pt x="6759" y="545"/>
                </a:lnTo>
                <a:lnTo>
                  <a:pt x="6758" y="544"/>
                </a:lnTo>
                <a:lnTo>
                  <a:pt x="6758" y="543"/>
                </a:lnTo>
                <a:lnTo>
                  <a:pt x="6758" y="542"/>
                </a:lnTo>
                <a:lnTo>
                  <a:pt x="6758" y="541"/>
                </a:lnTo>
                <a:lnTo>
                  <a:pt x="6757" y="541"/>
                </a:lnTo>
                <a:lnTo>
                  <a:pt x="6757" y="540"/>
                </a:lnTo>
                <a:lnTo>
                  <a:pt x="6757" y="539"/>
                </a:lnTo>
                <a:lnTo>
                  <a:pt x="6758" y="539"/>
                </a:lnTo>
                <a:lnTo>
                  <a:pt x="6759" y="538"/>
                </a:lnTo>
                <a:lnTo>
                  <a:pt x="6760" y="538"/>
                </a:lnTo>
                <a:lnTo>
                  <a:pt x="6761" y="538"/>
                </a:lnTo>
                <a:lnTo>
                  <a:pt x="6762" y="538"/>
                </a:lnTo>
                <a:lnTo>
                  <a:pt x="6762" y="539"/>
                </a:lnTo>
                <a:lnTo>
                  <a:pt x="6763" y="539"/>
                </a:lnTo>
                <a:lnTo>
                  <a:pt x="6764" y="539"/>
                </a:lnTo>
                <a:lnTo>
                  <a:pt x="6765" y="539"/>
                </a:lnTo>
                <a:lnTo>
                  <a:pt x="6765" y="538"/>
                </a:lnTo>
                <a:lnTo>
                  <a:pt x="6765" y="537"/>
                </a:lnTo>
                <a:lnTo>
                  <a:pt x="6764" y="537"/>
                </a:lnTo>
                <a:lnTo>
                  <a:pt x="6764" y="536"/>
                </a:lnTo>
                <a:lnTo>
                  <a:pt x="6763" y="536"/>
                </a:lnTo>
                <a:lnTo>
                  <a:pt x="6762" y="535"/>
                </a:lnTo>
                <a:lnTo>
                  <a:pt x="6761" y="535"/>
                </a:lnTo>
                <a:lnTo>
                  <a:pt x="6761" y="534"/>
                </a:lnTo>
                <a:lnTo>
                  <a:pt x="6760" y="533"/>
                </a:lnTo>
                <a:lnTo>
                  <a:pt x="6761" y="533"/>
                </a:lnTo>
                <a:lnTo>
                  <a:pt x="6761" y="532"/>
                </a:lnTo>
                <a:lnTo>
                  <a:pt x="6761" y="531"/>
                </a:lnTo>
                <a:lnTo>
                  <a:pt x="6762" y="531"/>
                </a:lnTo>
                <a:lnTo>
                  <a:pt x="6763" y="531"/>
                </a:lnTo>
                <a:lnTo>
                  <a:pt x="6763" y="530"/>
                </a:lnTo>
                <a:lnTo>
                  <a:pt x="6764" y="530"/>
                </a:lnTo>
                <a:lnTo>
                  <a:pt x="6764" y="529"/>
                </a:lnTo>
                <a:lnTo>
                  <a:pt x="6763" y="529"/>
                </a:lnTo>
                <a:lnTo>
                  <a:pt x="6763" y="528"/>
                </a:lnTo>
                <a:lnTo>
                  <a:pt x="6762" y="528"/>
                </a:lnTo>
                <a:lnTo>
                  <a:pt x="6762" y="527"/>
                </a:lnTo>
                <a:lnTo>
                  <a:pt x="6761" y="527"/>
                </a:lnTo>
                <a:lnTo>
                  <a:pt x="6761" y="526"/>
                </a:lnTo>
                <a:lnTo>
                  <a:pt x="6762" y="525"/>
                </a:lnTo>
                <a:lnTo>
                  <a:pt x="6763" y="524"/>
                </a:lnTo>
                <a:lnTo>
                  <a:pt x="6764" y="523"/>
                </a:lnTo>
                <a:lnTo>
                  <a:pt x="6765" y="523"/>
                </a:lnTo>
                <a:lnTo>
                  <a:pt x="6766" y="522"/>
                </a:lnTo>
                <a:lnTo>
                  <a:pt x="6767" y="522"/>
                </a:lnTo>
                <a:lnTo>
                  <a:pt x="6768" y="522"/>
                </a:lnTo>
                <a:lnTo>
                  <a:pt x="6769" y="522"/>
                </a:lnTo>
                <a:lnTo>
                  <a:pt x="6770" y="522"/>
                </a:lnTo>
                <a:lnTo>
                  <a:pt x="6770" y="521"/>
                </a:lnTo>
                <a:lnTo>
                  <a:pt x="6770" y="520"/>
                </a:lnTo>
                <a:lnTo>
                  <a:pt x="6770" y="519"/>
                </a:lnTo>
                <a:lnTo>
                  <a:pt x="6770" y="518"/>
                </a:lnTo>
                <a:lnTo>
                  <a:pt x="6770" y="517"/>
                </a:lnTo>
                <a:lnTo>
                  <a:pt x="6770" y="516"/>
                </a:lnTo>
                <a:lnTo>
                  <a:pt x="6769" y="516"/>
                </a:lnTo>
                <a:lnTo>
                  <a:pt x="6769" y="515"/>
                </a:lnTo>
                <a:lnTo>
                  <a:pt x="6769" y="513"/>
                </a:lnTo>
                <a:lnTo>
                  <a:pt x="6770" y="513"/>
                </a:lnTo>
                <a:lnTo>
                  <a:pt x="6771" y="512"/>
                </a:lnTo>
                <a:lnTo>
                  <a:pt x="6771" y="511"/>
                </a:lnTo>
                <a:lnTo>
                  <a:pt x="6772" y="511"/>
                </a:lnTo>
                <a:lnTo>
                  <a:pt x="6773" y="511"/>
                </a:lnTo>
                <a:lnTo>
                  <a:pt x="6774" y="511"/>
                </a:lnTo>
                <a:lnTo>
                  <a:pt x="6774" y="510"/>
                </a:lnTo>
                <a:lnTo>
                  <a:pt x="6775" y="510"/>
                </a:lnTo>
                <a:lnTo>
                  <a:pt x="6776" y="509"/>
                </a:lnTo>
                <a:lnTo>
                  <a:pt x="6776" y="508"/>
                </a:lnTo>
                <a:lnTo>
                  <a:pt x="6777" y="507"/>
                </a:lnTo>
                <a:lnTo>
                  <a:pt x="6776" y="507"/>
                </a:lnTo>
                <a:lnTo>
                  <a:pt x="6776" y="506"/>
                </a:lnTo>
                <a:lnTo>
                  <a:pt x="6775" y="506"/>
                </a:lnTo>
                <a:lnTo>
                  <a:pt x="6773" y="506"/>
                </a:lnTo>
                <a:lnTo>
                  <a:pt x="6772" y="506"/>
                </a:lnTo>
                <a:lnTo>
                  <a:pt x="6772" y="505"/>
                </a:lnTo>
                <a:lnTo>
                  <a:pt x="6771" y="505"/>
                </a:lnTo>
                <a:lnTo>
                  <a:pt x="6771" y="504"/>
                </a:lnTo>
                <a:lnTo>
                  <a:pt x="6771" y="503"/>
                </a:lnTo>
                <a:lnTo>
                  <a:pt x="6771" y="502"/>
                </a:lnTo>
                <a:lnTo>
                  <a:pt x="6772" y="502"/>
                </a:lnTo>
                <a:lnTo>
                  <a:pt x="6772" y="501"/>
                </a:lnTo>
                <a:lnTo>
                  <a:pt x="6773" y="501"/>
                </a:lnTo>
                <a:lnTo>
                  <a:pt x="6774" y="501"/>
                </a:lnTo>
                <a:lnTo>
                  <a:pt x="6774" y="500"/>
                </a:lnTo>
                <a:lnTo>
                  <a:pt x="6775" y="500"/>
                </a:lnTo>
                <a:lnTo>
                  <a:pt x="6775" y="501"/>
                </a:lnTo>
                <a:lnTo>
                  <a:pt x="6777" y="500"/>
                </a:lnTo>
                <a:lnTo>
                  <a:pt x="6778" y="500"/>
                </a:lnTo>
                <a:lnTo>
                  <a:pt x="6779" y="499"/>
                </a:lnTo>
                <a:lnTo>
                  <a:pt x="6779" y="498"/>
                </a:lnTo>
                <a:lnTo>
                  <a:pt x="6779" y="497"/>
                </a:lnTo>
                <a:lnTo>
                  <a:pt x="6778" y="496"/>
                </a:lnTo>
                <a:lnTo>
                  <a:pt x="6778" y="495"/>
                </a:lnTo>
                <a:lnTo>
                  <a:pt x="6778" y="494"/>
                </a:lnTo>
                <a:lnTo>
                  <a:pt x="6778" y="493"/>
                </a:lnTo>
                <a:lnTo>
                  <a:pt x="6778" y="492"/>
                </a:lnTo>
                <a:lnTo>
                  <a:pt x="6778" y="491"/>
                </a:lnTo>
                <a:lnTo>
                  <a:pt x="6779" y="491"/>
                </a:lnTo>
                <a:lnTo>
                  <a:pt x="6779" y="490"/>
                </a:lnTo>
                <a:lnTo>
                  <a:pt x="6781" y="489"/>
                </a:lnTo>
                <a:lnTo>
                  <a:pt x="6781" y="488"/>
                </a:lnTo>
                <a:lnTo>
                  <a:pt x="6781" y="487"/>
                </a:lnTo>
                <a:lnTo>
                  <a:pt x="6780" y="486"/>
                </a:lnTo>
                <a:lnTo>
                  <a:pt x="6780" y="485"/>
                </a:lnTo>
                <a:lnTo>
                  <a:pt x="6779" y="485"/>
                </a:lnTo>
                <a:lnTo>
                  <a:pt x="6779" y="484"/>
                </a:lnTo>
                <a:lnTo>
                  <a:pt x="6778" y="484"/>
                </a:lnTo>
                <a:lnTo>
                  <a:pt x="6778" y="483"/>
                </a:lnTo>
                <a:lnTo>
                  <a:pt x="6777" y="483"/>
                </a:lnTo>
                <a:lnTo>
                  <a:pt x="6777" y="482"/>
                </a:lnTo>
                <a:lnTo>
                  <a:pt x="6778" y="481"/>
                </a:lnTo>
                <a:lnTo>
                  <a:pt x="6778" y="480"/>
                </a:lnTo>
                <a:lnTo>
                  <a:pt x="6778" y="479"/>
                </a:lnTo>
                <a:lnTo>
                  <a:pt x="6777" y="479"/>
                </a:lnTo>
                <a:lnTo>
                  <a:pt x="6777" y="478"/>
                </a:lnTo>
                <a:lnTo>
                  <a:pt x="6778" y="478"/>
                </a:lnTo>
                <a:lnTo>
                  <a:pt x="6778" y="477"/>
                </a:lnTo>
                <a:lnTo>
                  <a:pt x="6779" y="477"/>
                </a:lnTo>
                <a:lnTo>
                  <a:pt x="6779" y="476"/>
                </a:lnTo>
                <a:lnTo>
                  <a:pt x="6780" y="476"/>
                </a:lnTo>
                <a:lnTo>
                  <a:pt x="6780" y="475"/>
                </a:lnTo>
                <a:lnTo>
                  <a:pt x="6781" y="475"/>
                </a:lnTo>
                <a:lnTo>
                  <a:pt x="6781" y="474"/>
                </a:lnTo>
                <a:lnTo>
                  <a:pt x="6782" y="473"/>
                </a:lnTo>
                <a:lnTo>
                  <a:pt x="6782" y="472"/>
                </a:lnTo>
                <a:lnTo>
                  <a:pt x="6782" y="471"/>
                </a:lnTo>
                <a:lnTo>
                  <a:pt x="6782" y="470"/>
                </a:lnTo>
                <a:lnTo>
                  <a:pt x="6782" y="469"/>
                </a:lnTo>
                <a:lnTo>
                  <a:pt x="6783" y="469"/>
                </a:lnTo>
                <a:lnTo>
                  <a:pt x="6784" y="469"/>
                </a:lnTo>
                <a:lnTo>
                  <a:pt x="6784" y="468"/>
                </a:lnTo>
                <a:lnTo>
                  <a:pt x="6784" y="467"/>
                </a:lnTo>
                <a:lnTo>
                  <a:pt x="6784" y="466"/>
                </a:lnTo>
                <a:lnTo>
                  <a:pt x="6784" y="465"/>
                </a:lnTo>
                <a:lnTo>
                  <a:pt x="6784" y="464"/>
                </a:lnTo>
                <a:lnTo>
                  <a:pt x="6783" y="464"/>
                </a:lnTo>
                <a:lnTo>
                  <a:pt x="6783" y="463"/>
                </a:lnTo>
                <a:lnTo>
                  <a:pt x="6782" y="463"/>
                </a:lnTo>
                <a:lnTo>
                  <a:pt x="6782" y="462"/>
                </a:lnTo>
                <a:lnTo>
                  <a:pt x="6781" y="462"/>
                </a:lnTo>
                <a:lnTo>
                  <a:pt x="6781" y="461"/>
                </a:lnTo>
                <a:lnTo>
                  <a:pt x="6782" y="460"/>
                </a:lnTo>
                <a:lnTo>
                  <a:pt x="6782" y="459"/>
                </a:lnTo>
                <a:lnTo>
                  <a:pt x="6782" y="458"/>
                </a:lnTo>
                <a:lnTo>
                  <a:pt x="6782" y="457"/>
                </a:lnTo>
                <a:lnTo>
                  <a:pt x="6783" y="457"/>
                </a:lnTo>
                <a:lnTo>
                  <a:pt x="6783" y="456"/>
                </a:lnTo>
                <a:lnTo>
                  <a:pt x="6782" y="456"/>
                </a:lnTo>
                <a:lnTo>
                  <a:pt x="6782" y="455"/>
                </a:lnTo>
                <a:lnTo>
                  <a:pt x="6783" y="454"/>
                </a:lnTo>
                <a:lnTo>
                  <a:pt x="6783" y="453"/>
                </a:lnTo>
                <a:lnTo>
                  <a:pt x="6783" y="452"/>
                </a:lnTo>
                <a:lnTo>
                  <a:pt x="6783" y="451"/>
                </a:lnTo>
                <a:lnTo>
                  <a:pt x="6784" y="450"/>
                </a:lnTo>
                <a:lnTo>
                  <a:pt x="6785" y="449"/>
                </a:lnTo>
                <a:lnTo>
                  <a:pt x="6786" y="449"/>
                </a:lnTo>
                <a:lnTo>
                  <a:pt x="6787" y="449"/>
                </a:lnTo>
                <a:lnTo>
                  <a:pt x="6787" y="448"/>
                </a:lnTo>
                <a:lnTo>
                  <a:pt x="6788" y="448"/>
                </a:lnTo>
                <a:lnTo>
                  <a:pt x="6788" y="446"/>
                </a:lnTo>
                <a:lnTo>
                  <a:pt x="6787" y="445"/>
                </a:lnTo>
                <a:lnTo>
                  <a:pt x="6786" y="445"/>
                </a:lnTo>
                <a:lnTo>
                  <a:pt x="6786" y="444"/>
                </a:lnTo>
                <a:lnTo>
                  <a:pt x="6786" y="443"/>
                </a:lnTo>
                <a:lnTo>
                  <a:pt x="6785" y="443"/>
                </a:lnTo>
                <a:lnTo>
                  <a:pt x="6785" y="442"/>
                </a:lnTo>
                <a:lnTo>
                  <a:pt x="6786" y="441"/>
                </a:lnTo>
                <a:lnTo>
                  <a:pt x="6787" y="441"/>
                </a:lnTo>
                <a:lnTo>
                  <a:pt x="6787" y="442"/>
                </a:lnTo>
                <a:lnTo>
                  <a:pt x="6788" y="442"/>
                </a:lnTo>
                <a:lnTo>
                  <a:pt x="6789" y="442"/>
                </a:lnTo>
                <a:lnTo>
                  <a:pt x="6790" y="442"/>
                </a:lnTo>
                <a:lnTo>
                  <a:pt x="6791" y="442"/>
                </a:lnTo>
                <a:lnTo>
                  <a:pt x="6792" y="442"/>
                </a:lnTo>
                <a:lnTo>
                  <a:pt x="6793" y="442"/>
                </a:lnTo>
                <a:lnTo>
                  <a:pt x="6793" y="441"/>
                </a:lnTo>
                <a:lnTo>
                  <a:pt x="6794" y="441"/>
                </a:lnTo>
                <a:lnTo>
                  <a:pt x="6795" y="441"/>
                </a:lnTo>
                <a:lnTo>
                  <a:pt x="6796" y="440"/>
                </a:lnTo>
                <a:lnTo>
                  <a:pt x="6797" y="440"/>
                </a:lnTo>
                <a:lnTo>
                  <a:pt x="6797" y="439"/>
                </a:lnTo>
                <a:lnTo>
                  <a:pt x="6798" y="439"/>
                </a:lnTo>
                <a:lnTo>
                  <a:pt x="6798" y="438"/>
                </a:lnTo>
                <a:lnTo>
                  <a:pt x="6798" y="437"/>
                </a:lnTo>
                <a:lnTo>
                  <a:pt x="6799" y="437"/>
                </a:lnTo>
                <a:lnTo>
                  <a:pt x="6799" y="436"/>
                </a:lnTo>
                <a:lnTo>
                  <a:pt x="6799" y="435"/>
                </a:lnTo>
                <a:lnTo>
                  <a:pt x="6800" y="435"/>
                </a:lnTo>
                <a:lnTo>
                  <a:pt x="6800" y="434"/>
                </a:lnTo>
                <a:lnTo>
                  <a:pt x="6801" y="433"/>
                </a:lnTo>
                <a:lnTo>
                  <a:pt x="6801" y="432"/>
                </a:lnTo>
                <a:lnTo>
                  <a:pt x="6802" y="432"/>
                </a:lnTo>
                <a:lnTo>
                  <a:pt x="6802" y="431"/>
                </a:lnTo>
                <a:lnTo>
                  <a:pt x="6802" y="430"/>
                </a:lnTo>
                <a:lnTo>
                  <a:pt x="6803" y="430"/>
                </a:lnTo>
                <a:lnTo>
                  <a:pt x="6803" y="429"/>
                </a:lnTo>
                <a:lnTo>
                  <a:pt x="6804" y="429"/>
                </a:lnTo>
                <a:lnTo>
                  <a:pt x="6805" y="429"/>
                </a:lnTo>
                <a:lnTo>
                  <a:pt x="6805" y="428"/>
                </a:lnTo>
                <a:lnTo>
                  <a:pt x="6806" y="428"/>
                </a:lnTo>
                <a:lnTo>
                  <a:pt x="6806" y="427"/>
                </a:lnTo>
                <a:lnTo>
                  <a:pt x="6806" y="426"/>
                </a:lnTo>
                <a:lnTo>
                  <a:pt x="6806" y="425"/>
                </a:lnTo>
                <a:lnTo>
                  <a:pt x="6807" y="424"/>
                </a:lnTo>
                <a:lnTo>
                  <a:pt x="6808" y="424"/>
                </a:lnTo>
                <a:lnTo>
                  <a:pt x="6809" y="424"/>
                </a:lnTo>
                <a:lnTo>
                  <a:pt x="6810" y="424"/>
                </a:lnTo>
                <a:lnTo>
                  <a:pt x="6810" y="423"/>
                </a:lnTo>
                <a:lnTo>
                  <a:pt x="6810" y="422"/>
                </a:lnTo>
                <a:lnTo>
                  <a:pt x="6810" y="421"/>
                </a:lnTo>
                <a:lnTo>
                  <a:pt x="6810" y="419"/>
                </a:lnTo>
                <a:lnTo>
                  <a:pt x="6811" y="419"/>
                </a:lnTo>
                <a:lnTo>
                  <a:pt x="6811" y="418"/>
                </a:lnTo>
                <a:lnTo>
                  <a:pt x="6811" y="417"/>
                </a:lnTo>
                <a:lnTo>
                  <a:pt x="6811" y="416"/>
                </a:lnTo>
                <a:lnTo>
                  <a:pt x="6812" y="416"/>
                </a:lnTo>
                <a:lnTo>
                  <a:pt x="6813" y="416"/>
                </a:lnTo>
                <a:lnTo>
                  <a:pt x="6814" y="416"/>
                </a:lnTo>
                <a:lnTo>
                  <a:pt x="6815" y="415"/>
                </a:lnTo>
                <a:lnTo>
                  <a:pt x="6816" y="415"/>
                </a:lnTo>
                <a:lnTo>
                  <a:pt x="6817" y="415"/>
                </a:lnTo>
                <a:lnTo>
                  <a:pt x="6817" y="414"/>
                </a:lnTo>
                <a:lnTo>
                  <a:pt x="6817" y="413"/>
                </a:lnTo>
                <a:lnTo>
                  <a:pt x="6818" y="413"/>
                </a:lnTo>
                <a:lnTo>
                  <a:pt x="6818" y="412"/>
                </a:lnTo>
                <a:lnTo>
                  <a:pt x="6818" y="411"/>
                </a:lnTo>
                <a:lnTo>
                  <a:pt x="6819" y="410"/>
                </a:lnTo>
                <a:lnTo>
                  <a:pt x="6820" y="410"/>
                </a:lnTo>
                <a:lnTo>
                  <a:pt x="6821" y="410"/>
                </a:lnTo>
                <a:lnTo>
                  <a:pt x="6822" y="410"/>
                </a:lnTo>
                <a:lnTo>
                  <a:pt x="6822" y="409"/>
                </a:lnTo>
                <a:lnTo>
                  <a:pt x="6822" y="408"/>
                </a:lnTo>
                <a:lnTo>
                  <a:pt x="6821" y="408"/>
                </a:lnTo>
                <a:lnTo>
                  <a:pt x="6821" y="407"/>
                </a:lnTo>
                <a:lnTo>
                  <a:pt x="6821" y="406"/>
                </a:lnTo>
                <a:lnTo>
                  <a:pt x="6821" y="405"/>
                </a:lnTo>
                <a:lnTo>
                  <a:pt x="6822" y="405"/>
                </a:lnTo>
                <a:lnTo>
                  <a:pt x="6822" y="404"/>
                </a:lnTo>
                <a:lnTo>
                  <a:pt x="6823" y="404"/>
                </a:lnTo>
                <a:lnTo>
                  <a:pt x="6824" y="404"/>
                </a:lnTo>
                <a:lnTo>
                  <a:pt x="6825" y="404"/>
                </a:lnTo>
                <a:lnTo>
                  <a:pt x="6825" y="403"/>
                </a:lnTo>
                <a:lnTo>
                  <a:pt x="6826" y="403"/>
                </a:lnTo>
                <a:lnTo>
                  <a:pt x="6827" y="403"/>
                </a:lnTo>
                <a:lnTo>
                  <a:pt x="6827" y="402"/>
                </a:lnTo>
                <a:lnTo>
                  <a:pt x="6828" y="402"/>
                </a:lnTo>
                <a:lnTo>
                  <a:pt x="6829" y="401"/>
                </a:lnTo>
                <a:lnTo>
                  <a:pt x="6830" y="400"/>
                </a:lnTo>
                <a:lnTo>
                  <a:pt x="6830" y="399"/>
                </a:lnTo>
                <a:lnTo>
                  <a:pt x="6830" y="398"/>
                </a:lnTo>
                <a:lnTo>
                  <a:pt x="6830" y="397"/>
                </a:lnTo>
                <a:lnTo>
                  <a:pt x="6829" y="396"/>
                </a:lnTo>
                <a:lnTo>
                  <a:pt x="6829" y="395"/>
                </a:lnTo>
                <a:lnTo>
                  <a:pt x="6829" y="394"/>
                </a:lnTo>
                <a:lnTo>
                  <a:pt x="6829" y="393"/>
                </a:lnTo>
                <a:lnTo>
                  <a:pt x="6830" y="393"/>
                </a:lnTo>
                <a:lnTo>
                  <a:pt x="6831" y="393"/>
                </a:lnTo>
                <a:lnTo>
                  <a:pt x="6833" y="393"/>
                </a:lnTo>
                <a:lnTo>
                  <a:pt x="6834" y="393"/>
                </a:lnTo>
                <a:lnTo>
                  <a:pt x="6834" y="394"/>
                </a:lnTo>
                <a:lnTo>
                  <a:pt x="6836" y="394"/>
                </a:lnTo>
                <a:lnTo>
                  <a:pt x="6837" y="394"/>
                </a:lnTo>
                <a:lnTo>
                  <a:pt x="6837" y="393"/>
                </a:lnTo>
                <a:lnTo>
                  <a:pt x="6838" y="393"/>
                </a:lnTo>
                <a:lnTo>
                  <a:pt x="6838" y="392"/>
                </a:lnTo>
                <a:lnTo>
                  <a:pt x="6839" y="391"/>
                </a:lnTo>
                <a:lnTo>
                  <a:pt x="6838" y="391"/>
                </a:lnTo>
                <a:lnTo>
                  <a:pt x="6838" y="390"/>
                </a:lnTo>
                <a:lnTo>
                  <a:pt x="6838" y="389"/>
                </a:lnTo>
                <a:lnTo>
                  <a:pt x="6837" y="388"/>
                </a:lnTo>
                <a:lnTo>
                  <a:pt x="6838" y="387"/>
                </a:lnTo>
                <a:lnTo>
                  <a:pt x="6839" y="386"/>
                </a:lnTo>
                <a:lnTo>
                  <a:pt x="6840" y="387"/>
                </a:lnTo>
                <a:lnTo>
                  <a:pt x="6842" y="387"/>
                </a:lnTo>
                <a:lnTo>
                  <a:pt x="6842" y="386"/>
                </a:lnTo>
                <a:lnTo>
                  <a:pt x="6843" y="386"/>
                </a:lnTo>
                <a:lnTo>
                  <a:pt x="6844" y="386"/>
                </a:lnTo>
                <a:lnTo>
                  <a:pt x="6844" y="385"/>
                </a:lnTo>
                <a:lnTo>
                  <a:pt x="6845" y="384"/>
                </a:lnTo>
                <a:lnTo>
                  <a:pt x="6846" y="384"/>
                </a:lnTo>
                <a:lnTo>
                  <a:pt x="6847" y="384"/>
                </a:lnTo>
                <a:lnTo>
                  <a:pt x="6847" y="383"/>
                </a:lnTo>
                <a:lnTo>
                  <a:pt x="6848" y="383"/>
                </a:lnTo>
                <a:lnTo>
                  <a:pt x="6849" y="383"/>
                </a:lnTo>
                <a:lnTo>
                  <a:pt x="6850" y="382"/>
                </a:lnTo>
                <a:lnTo>
                  <a:pt x="6851" y="382"/>
                </a:lnTo>
                <a:lnTo>
                  <a:pt x="6851" y="381"/>
                </a:lnTo>
                <a:lnTo>
                  <a:pt x="6851" y="380"/>
                </a:lnTo>
                <a:lnTo>
                  <a:pt x="6851" y="379"/>
                </a:lnTo>
                <a:lnTo>
                  <a:pt x="6851" y="378"/>
                </a:lnTo>
                <a:lnTo>
                  <a:pt x="6851" y="377"/>
                </a:lnTo>
                <a:lnTo>
                  <a:pt x="6850" y="377"/>
                </a:lnTo>
                <a:lnTo>
                  <a:pt x="6850" y="375"/>
                </a:lnTo>
                <a:lnTo>
                  <a:pt x="6851" y="375"/>
                </a:lnTo>
                <a:lnTo>
                  <a:pt x="6851" y="374"/>
                </a:lnTo>
                <a:lnTo>
                  <a:pt x="6852" y="374"/>
                </a:lnTo>
                <a:lnTo>
                  <a:pt x="6852" y="373"/>
                </a:lnTo>
                <a:lnTo>
                  <a:pt x="6853" y="373"/>
                </a:lnTo>
                <a:lnTo>
                  <a:pt x="6853" y="372"/>
                </a:lnTo>
                <a:lnTo>
                  <a:pt x="6854" y="372"/>
                </a:lnTo>
                <a:lnTo>
                  <a:pt x="6854" y="371"/>
                </a:lnTo>
                <a:lnTo>
                  <a:pt x="6855" y="370"/>
                </a:lnTo>
                <a:lnTo>
                  <a:pt x="6855" y="369"/>
                </a:lnTo>
                <a:lnTo>
                  <a:pt x="6855" y="368"/>
                </a:lnTo>
                <a:lnTo>
                  <a:pt x="6856" y="368"/>
                </a:lnTo>
                <a:lnTo>
                  <a:pt x="6856" y="367"/>
                </a:lnTo>
                <a:lnTo>
                  <a:pt x="6856" y="366"/>
                </a:lnTo>
                <a:lnTo>
                  <a:pt x="6856" y="365"/>
                </a:lnTo>
                <a:lnTo>
                  <a:pt x="6856" y="364"/>
                </a:lnTo>
                <a:lnTo>
                  <a:pt x="6856" y="363"/>
                </a:lnTo>
                <a:lnTo>
                  <a:pt x="6855" y="363"/>
                </a:lnTo>
                <a:lnTo>
                  <a:pt x="6855" y="362"/>
                </a:lnTo>
                <a:lnTo>
                  <a:pt x="6854" y="362"/>
                </a:lnTo>
                <a:lnTo>
                  <a:pt x="6853" y="362"/>
                </a:lnTo>
                <a:lnTo>
                  <a:pt x="6852" y="362"/>
                </a:lnTo>
                <a:lnTo>
                  <a:pt x="6852" y="361"/>
                </a:lnTo>
                <a:lnTo>
                  <a:pt x="6851" y="361"/>
                </a:lnTo>
                <a:lnTo>
                  <a:pt x="6851" y="360"/>
                </a:lnTo>
                <a:lnTo>
                  <a:pt x="6851" y="359"/>
                </a:lnTo>
                <a:lnTo>
                  <a:pt x="6851" y="357"/>
                </a:lnTo>
                <a:lnTo>
                  <a:pt x="6852" y="355"/>
                </a:lnTo>
                <a:lnTo>
                  <a:pt x="6853" y="355"/>
                </a:lnTo>
                <a:lnTo>
                  <a:pt x="6853" y="354"/>
                </a:lnTo>
                <a:lnTo>
                  <a:pt x="6853" y="353"/>
                </a:lnTo>
                <a:lnTo>
                  <a:pt x="6854" y="353"/>
                </a:lnTo>
                <a:lnTo>
                  <a:pt x="6854" y="352"/>
                </a:lnTo>
                <a:lnTo>
                  <a:pt x="6855" y="350"/>
                </a:lnTo>
                <a:lnTo>
                  <a:pt x="6856" y="350"/>
                </a:lnTo>
                <a:lnTo>
                  <a:pt x="6857" y="350"/>
                </a:lnTo>
                <a:lnTo>
                  <a:pt x="6858" y="350"/>
                </a:lnTo>
                <a:lnTo>
                  <a:pt x="6858" y="349"/>
                </a:lnTo>
                <a:lnTo>
                  <a:pt x="6858" y="348"/>
                </a:lnTo>
                <a:lnTo>
                  <a:pt x="6857" y="348"/>
                </a:lnTo>
                <a:lnTo>
                  <a:pt x="6856" y="348"/>
                </a:lnTo>
                <a:lnTo>
                  <a:pt x="6856" y="347"/>
                </a:lnTo>
                <a:lnTo>
                  <a:pt x="6857" y="346"/>
                </a:lnTo>
                <a:lnTo>
                  <a:pt x="6857" y="345"/>
                </a:lnTo>
                <a:lnTo>
                  <a:pt x="6858" y="345"/>
                </a:lnTo>
                <a:lnTo>
                  <a:pt x="6859" y="345"/>
                </a:lnTo>
                <a:lnTo>
                  <a:pt x="6859" y="344"/>
                </a:lnTo>
                <a:lnTo>
                  <a:pt x="6859" y="343"/>
                </a:lnTo>
                <a:lnTo>
                  <a:pt x="6859" y="342"/>
                </a:lnTo>
                <a:lnTo>
                  <a:pt x="6859" y="341"/>
                </a:lnTo>
                <a:lnTo>
                  <a:pt x="6859" y="340"/>
                </a:lnTo>
                <a:lnTo>
                  <a:pt x="6858" y="340"/>
                </a:lnTo>
                <a:lnTo>
                  <a:pt x="6858" y="339"/>
                </a:lnTo>
                <a:lnTo>
                  <a:pt x="6857" y="339"/>
                </a:lnTo>
                <a:lnTo>
                  <a:pt x="6857" y="338"/>
                </a:lnTo>
                <a:lnTo>
                  <a:pt x="6857" y="337"/>
                </a:lnTo>
                <a:lnTo>
                  <a:pt x="6858" y="337"/>
                </a:lnTo>
                <a:lnTo>
                  <a:pt x="6858" y="336"/>
                </a:lnTo>
                <a:lnTo>
                  <a:pt x="6859" y="336"/>
                </a:lnTo>
                <a:lnTo>
                  <a:pt x="6859" y="335"/>
                </a:lnTo>
                <a:lnTo>
                  <a:pt x="6860" y="335"/>
                </a:lnTo>
                <a:lnTo>
                  <a:pt x="6860" y="334"/>
                </a:lnTo>
                <a:lnTo>
                  <a:pt x="6860" y="332"/>
                </a:lnTo>
                <a:lnTo>
                  <a:pt x="6859" y="332"/>
                </a:lnTo>
                <a:lnTo>
                  <a:pt x="6858" y="331"/>
                </a:lnTo>
                <a:lnTo>
                  <a:pt x="6857" y="330"/>
                </a:lnTo>
                <a:lnTo>
                  <a:pt x="6856" y="329"/>
                </a:lnTo>
                <a:lnTo>
                  <a:pt x="6856" y="328"/>
                </a:lnTo>
                <a:lnTo>
                  <a:pt x="6855" y="328"/>
                </a:lnTo>
                <a:lnTo>
                  <a:pt x="6855" y="327"/>
                </a:lnTo>
                <a:lnTo>
                  <a:pt x="6854" y="326"/>
                </a:lnTo>
                <a:lnTo>
                  <a:pt x="6854" y="325"/>
                </a:lnTo>
                <a:lnTo>
                  <a:pt x="6853" y="325"/>
                </a:lnTo>
                <a:lnTo>
                  <a:pt x="6853" y="324"/>
                </a:lnTo>
                <a:lnTo>
                  <a:pt x="6853" y="323"/>
                </a:lnTo>
                <a:lnTo>
                  <a:pt x="6853" y="322"/>
                </a:lnTo>
                <a:lnTo>
                  <a:pt x="6852" y="322"/>
                </a:lnTo>
                <a:lnTo>
                  <a:pt x="6852" y="321"/>
                </a:lnTo>
                <a:lnTo>
                  <a:pt x="6853" y="320"/>
                </a:lnTo>
                <a:lnTo>
                  <a:pt x="6853" y="319"/>
                </a:lnTo>
                <a:lnTo>
                  <a:pt x="6853" y="318"/>
                </a:lnTo>
                <a:lnTo>
                  <a:pt x="6854" y="318"/>
                </a:lnTo>
                <a:lnTo>
                  <a:pt x="6854" y="317"/>
                </a:lnTo>
                <a:lnTo>
                  <a:pt x="6854" y="316"/>
                </a:lnTo>
                <a:lnTo>
                  <a:pt x="6854" y="315"/>
                </a:lnTo>
                <a:lnTo>
                  <a:pt x="6853" y="315"/>
                </a:lnTo>
                <a:lnTo>
                  <a:pt x="6852" y="315"/>
                </a:lnTo>
                <a:lnTo>
                  <a:pt x="6852" y="314"/>
                </a:lnTo>
                <a:lnTo>
                  <a:pt x="6850" y="314"/>
                </a:lnTo>
                <a:lnTo>
                  <a:pt x="6850" y="315"/>
                </a:lnTo>
                <a:lnTo>
                  <a:pt x="6849" y="315"/>
                </a:lnTo>
                <a:lnTo>
                  <a:pt x="6848" y="315"/>
                </a:lnTo>
                <a:lnTo>
                  <a:pt x="6847" y="315"/>
                </a:lnTo>
                <a:lnTo>
                  <a:pt x="6847" y="314"/>
                </a:lnTo>
                <a:lnTo>
                  <a:pt x="6846" y="312"/>
                </a:lnTo>
                <a:lnTo>
                  <a:pt x="6846" y="311"/>
                </a:lnTo>
                <a:lnTo>
                  <a:pt x="6845" y="311"/>
                </a:lnTo>
                <a:lnTo>
                  <a:pt x="6845" y="310"/>
                </a:lnTo>
                <a:lnTo>
                  <a:pt x="6844" y="310"/>
                </a:lnTo>
                <a:lnTo>
                  <a:pt x="6843" y="309"/>
                </a:lnTo>
                <a:lnTo>
                  <a:pt x="6842" y="309"/>
                </a:lnTo>
                <a:lnTo>
                  <a:pt x="6841" y="309"/>
                </a:lnTo>
                <a:lnTo>
                  <a:pt x="6840" y="309"/>
                </a:lnTo>
                <a:lnTo>
                  <a:pt x="6840" y="308"/>
                </a:lnTo>
                <a:lnTo>
                  <a:pt x="6839" y="308"/>
                </a:lnTo>
                <a:lnTo>
                  <a:pt x="6838" y="308"/>
                </a:lnTo>
                <a:lnTo>
                  <a:pt x="6838" y="307"/>
                </a:lnTo>
                <a:lnTo>
                  <a:pt x="6836" y="306"/>
                </a:lnTo>
                <a:lnTo>
                  <a:pt x="6835" y="304"/>
                </a:lnTo>
                <a:lnTo>
                  <a:pt x="6834" y="304"/>
                </a:lnTo>
                <a:lnTo>
                  <a:pt x="6834" y="303"/>
                </a:lnTo>
                <a:lnTo>
                  <a:pt x="6834" y="302"/>
                </a:lnTo>
                <a:lnTo>
                  <a:pt x="6834" y="301"/>
                </a:lnTo>
                <a:lnTo>
                  <a:pt x="6834" y="300"/>
                </a:lnTo>
                <a:lnTo>
                  <a:pt x="6833" y="300"/>
                </a:lnTo>
                <a:lnTo>
                  <a:pt x="6833" y="299"/>
                </a:lnTo>
                <a:lnTo>
                  <a:pt x="6833" y="298"/>
                </a:lnTo>
                <a:lnTo>
                  <a:pt x="6833" y="297"/>
                </a:lnTo>
                <a:lnTo>
                  <a:pt x="6834" y="297"/>
                </a:lnTo>
                <a:lnTo>
                  <a:pt x="6835" y="297"/>
                </a:lnTo>
                <a:lnTo>
                  <a:pt x="6836" y="297"/>
                </a:lnTo>
                <a:lnTo>
                  <a:pt x="6836" y="296"/>
                </a:lnTo>
                <a:lnTo>
                  <a:pt x="6836" y="295"/>
                </a:lnTo>
                <a:lnTo>
                  <a:pt x="6836" y="294"/>
                </a:lnTo>
                <a:lnTo>
                  <a:pt x="6836" y="293"/>
                </a:lnTo>
                <a:lnTo>
                  <a:pt x="6835" y="292"/>
                </a:lnTo>
                <a:lnTo>
                  <a:pt x="6835" y="291"/>
                </a:lnTo>
                <a:lnTo>
                  <a:pt x="6836" y="289"/>
                </a:lnTo>
                <a:lnTo>
                  <a:pt x="6837" y="288"/>
                </a:lnTo>
                <a:lnTo>
                  <a:pt x="6837" y="287"/>
                </a:lnTo>
                <a:lnTo>
                  <a:pt x="6837" y="286"/>
                </a:lnTo>
                <a:lnTo>
                  <a:pt x="6837" y="285"/>
                </a:lnTo>
                <a:lnTo>
                  <a:pt x="6838" y="285"/>
                </a:lnTo>
                <a:lnTo>
                  <a:pt x="6838" y="284"/>
                </a:lnTo>
                <a:lnTo>
                  <a:pt x="6839" y="283"/>
                </a:lnTo>
                <a:lnTo>
                  <a:pt x="6839" y="282"/>
                </a:lnTo>
                <a:lnTo>
                  <a:pt x="6839" y="280"/>
                </a:lnTo>
                <a:lnTo>
                  <a:pt x="6838" y="279"/>
                </a:lnTo>
                <a:lnTo>
                  <a:pt x="6838" y="278"/>
                </a:lnTo>
                <a:lnTo>
                  <a:pt x="6837" y="276"/>
                </a:lnTo>
                <a:lnTo>
                  <a:pt x="6837" y="275"/>
                </a:lnTo>
                <a:lnTo>
                  <a:pt x="6837" y="274"/>
                </a:lnTo>
                <a:lnTo>
                  <a:pt x="6837" y="273"/>
                </a:lnTo>
                <a:lnTo>
                  <a:pt x="6838" y="273"/>
                </a:lnTo>
                <a:lnTo>
                  <a:pt x="6838" y="272"/>
                </a:lnTo>
                <a:lnTo>
                  <a:pt x="6839" y="271"/>
                </a:lnTo>
                <a:lnTo>
                  <a:pt x="6839" y="270"/>
                </a:lnTo>
                <a:lnTo>
                  <a:pt x="6839" y="269"/>
                </a:lnTo>
                <a:lnTo>
                  <a:pt x="6838" y="268"/>
                </a:lnTo>
                <a:lnTo>
                  <a:pt x="6837" y="268"/>
                </a:lnTo>
                <a:lnTo>
                  <a:pt x="6837" y="267"/>
                </a:lnTo>
                <a:lnTo>
                  <a:pt x="6836" y="267"/>
                </a:lnTo>
                <a:lnTo>
                  <a:pt x="6836" y="266"/>
                </a:lnTo>
                <a:lnTo>
                  <a:pt x="6836" y="265"/>
                </a:lnTo>
                <a:lnTo>
                  <a:pt x="6837" y="264"/>
                </a:lnTo>
                <a:lnTo>
                  <a:pt x="6838" y="264"/>
                </a:lnTo>
                <a:lnTo>
                  <a:pt x="6839" y="264"/>
                </a:lnTo>
                <a:lnTo>
                  <a:pt x="6839" y="263"/>
                </a:lnTo>
                <a:lnTo>
                  <a:pt x="6840" y="263"/>
                </a:lnTo>
                <a:lnTo>
                  <a:pt x="6841" y="262"/>
                </a:lnTo>
                <a:lnTo>
                  <a:pt x="6841" y="261"/>
                </a:lnTo>
                <a:lnTo>
                  <a:pt x="6841" y="260"/>
                </a:lnTo>
                <a:lnTo>
                  <a:pt x="6841" y="259"/>
                </a:lnTo>
                <a:lnTo>
                  <a:pt x="6840" y="258"/>
                </a:lnTo>
                <a:lnTo>
                  <a:pt x="6839" y="258"/>
                </a:lnTo>
                <a:lnTo>
                  <a:pt x="6838" y="258"/>
                </a:lnTo>
                <a:lnTo>
                  <a:pt x="6837" y="258"/>
                </a:lnTo>
                <a:lnTo>
                  <a:pt x="6837" y="259"/>
                </a:lnTo>
                <a:lnTo>
                  <a:pt x="6836" y="259"/>
                </a:lnTo>
                <a:lnTo>
                  <a:pt x="6835" y="259"/>
                </a:lnTo>
                <a:lnTo>
                  <a:pt x="6834" y="258"/>
                </a:lnTo>
                <a:lnTo>
                  <a:pt x="6834" y="257"/>
                </a:lnTo>
                <a:lnTo>
                  <a:pt x="6833" y="257"/>
                </a:lnTo>
                <a:lnTo>
                  <a:pt x="6832" y="256"/>
                </a:lnTo>
                <a:lnTo>
                  <a:pt x="6831" y="256"/>
                </a:lnTo>
                <a:lnTo>
                  <a:pt x="6830" y="256"/>
                </a:lnTo>
                <a:lnTo>
                  <a:pt x="6829" y="256"/>
                </a:lnTo>
                <a:lnTo>
                  <a:pt x="6827" y="256"/>
                </a:lnTo>
                <a:lnTo>
                  <a:pt x="6826" y="256"/>
                </a:lnTo>
                <a:lnTo>
                  <a:pt x="6825" y="255"/>
                </a:lnTo>
                <a:lnTo>
                  <a:pt x="6825" y="254"/>
                </a:lnTo>
                <a:lnTo>
                  <a:pt x="6824" y="254"/>
                </a:lnTo>
                <a:lnTo>
                  <a:pt x="6824" y="253"/>
                </a:lnTo>
                <a:lnTo>
                  <a:pt x="6823" y="253"/>
                </a:lnTo>
                <a:lnTo>
                  <a:pt x="6823" y="252"/>
                </a:lnTo>
                <a:lnTo>
                  <a:pt x="6822" y="252"/>
                </a:lnTo>
                <a:lnTo>
                  <a:pt x="6820" y="252"/>
                </a:lnTo>
                <a:lnTo>
                  <a:pt x="6820" y="253"/>
                </a:lnTo>
                <a:lnTo>
                  <a:pt x="6818" y="253"/>
                </a:lnTo>
                <a:lnTo>
                  <a:pt x="6818" y="252"/>
                </a:lnTo>
                <a:lnTo>
                  <a:pt x="6817" y="252"/>
                </a:lnTo>
                <a:lnTo>
                  <a:pt x="6816" y="251"/>
                </a:lnTo>
                <a:lnTo>
                  <a:pt x="6815" y="251"/>
                </a:lnTo>
                <a:lnTo>
                  <a:pt x="6814" y="250"/>
                </a:lnTo>
                <a:lnTo>
                  <a:pt x="6812" y="250"/>
                </a:lnTo>
                <a:lnTo>
                  <a:pt x="6808" y="248"/>
                </a:lnTo>
                <a:lnTo>
                  <a:pt x="6807" y="247"/>
                </a:lnTo>
                <a:lnTo>
                  <a:pt x="6805" y="246"/>
                </a:lnTo>
                <a:lnTo>
                  <a:pt x="6805" y="245"/>
                </a:lnTo>
                <a:lnTo>
                  <a:pt x="6804" y="245"/>
                </a:lnTo>
                <a:lnTo>
                  <a:pt x="6803" y="245"/>
                </a:lnTo>
                <a:lnTo>
                  <a:pt x="6802" y="245"/>
                </a:lnTo>
                <a:lnTo>
                  <a:pt x="6801" y="246"/>
                </a:lnTo>
                <a:lnTo>
                  <a:pt x="6800" y="246"/>
                </a:lnTo>
                <a:lnTo>
                  <a:pt x="6800" y="247"/>
                </a:lnTo>
                <a:lnTo>
                  <a:pt x="6800" y="248"/>
                </a:lnTo>
                <a:lnTo>
                  <a:pt x="6799" y="248"/>
                </a:lnTo>
                <a:lnTo>
                  <a:pt x="6798" y="249"/>
                </a:lnTo>
                <a:lnTo>
                  <a:pt x="6798" y="250"/>
                </a:lnTo>
                <a:lnTo>
                  <a:pt x="6798" y="251"/>
                </a:lnTo>
                <a:lnTo>
                  <a:pt x="6797" y="251"/>
                </a:lnTo>
                <a:lnTo>
                  <a:pt x="6796" y="252"/>
                </a:lnTo>
                <a:lnTo>
                  <a:pt x="6794" y="252"/>
                </a:lnTo>
                <a:lnTo>
                  <a:pt x="6793" y="252"/>
                </a:lnTo>
                <a:lnTo>
                  <a:pt x="6792" y="252"/>
                </a:lnTo>
                <a:lnTo>
                  <a:pt x="6791" y="252"/>
                </a:lnTo>
                <a:lnTo>
                  <a:pt x="6789" y="252"/>
                </a:lnTo>
                <a:lnTo>
                  <a:pt x="6788" y="252"/>
                </a:lnTo>
                <a:lnTo>
                  <a:pt x="6787" y="252"/>
                </a:lnTo>
                <a:lnTo>
                  <a:pt x="6787" y="253"/>
                </a:lnTo>
                <a:lnTo>
                  <a:pt x="6786" y="253"/>
                </a:lnTo>
                <a:lnTo>
                  <a:pt x="6785" y="253"/>
                </a:lnTo>
                <a:lnTo>
                  <a:pt x="6784" y="252"/>
                </a:lnTo>
                <a:lnTo>
                  <a:pt x="6783" y="252"/>
                </a:lnTo>
                <a:lnTo>
                  <a:pt x="6782" y="252"/>
                </a:lnTo>
                <a:lnTo>
                  <a:pt x="6781" y="253"/>
                </a:lnTo>
                <a:lnTo>
                  <a:pt x="6780" y="254"/>
                </a:lnTo>
                <a:lnTo>
                  <a:pt x="6780" y="255"/>
                </a:lnTo>
                <a:lnTo>
                  <a:pt x="6779" y="255"/>
                </a:lnTo>
                <a:lnTo>
                  <a:pt x="6779" y="256"/>
                </a:lnTo>
                <a:lnTo>
                  <a:pt x="6778" y="256"/>
                </a:lnTo>
                <a:lnTo>
                  <a:pt x="6778" y="257"/>
                </a:lnTo>
                <a:lnTo>
                  <a:pt x="6777" y="257"/>
                </a:lnTo>
                <a:lnTo>
                  <a:pt x="6776" y="258"/>
                </a:lnTo>
                <a:lnTo>
                  <a:pt x="6775" y="259"/>
                </a:lnTo>
                <a:lnTo>
                  <a:pt x="6774" y="260"/>
                </a:lnTo>
                <a:lnTo>
                  <a:pt x="6774" y="261"/>
                </a:lnTo>
                <a:lnTo>
                  <a:pt x="6773" y="261"/>
                </a:lnTo>
                <a:lnTo>
                  <a:pt x="6773" y="262"/>
                </a:lnTo>
                <a:lnTo>
                  <a:pt x="6772" y="262"/>
                </a:lnTo>
                <a:lnTo>
                  <a:pt x="6772" y="263"/>
                </a:lnTo>
                <a:lnTo>
                  <a:pt x="6771" y="263"/>
                </a:lnTo>
                <a:lnTo>
                  <a:pt x="6770" y="263"/>
                </a:lnTo>
                <a:lnTo>
                  <a:pt x="6769" y="263"/>
                </a:lnTo>
                <a:lnTo>
                  <a:pt x="6767" y="263"/>
                </a:lnTo>
                <a:lnTo>
                  <a:pt x="6763" y="263"/>
                </a:lnTo>
                <a:lnTo>
                  <a:pt x="6762" y="263"/>
                </a:lnTo>
                <a:lnTo>
                  <a:pt x="6761" y="263"/>
                </a:lnTo>
                <a:lnTo>
                  <a:pt x="6760" y="264"/>
                </a:lnTo>
                <a:lnTo>
                  <a:pt x="6760" y="263"/>
                </a:lnTo>
                <a:lnTo>
                  <a:pt x="6759" y="263"/>
                </a:lnTo>
                <a:lnTo>
                  <a:pt x="6759" y="264"/>
                </a:lnTo>
                <a:lnTo>
                  <a:pt x="6758" y="264"/>
                </a:lnTo>
                <a:lnTo>
                  <a:pt x="6756" y="264"/>
                </a:lnTo>
                <a:lnTo>
                  <a:pt x="6755" y="264"/>
                </a:lnTo>
                <a:lnTo>
                  <a:pt x="6755" y="263"/>
                </a:lnTo>
                <a:lnTo>
                  <a:pt x="6754" y="263"/>
                </a:lnTo>
                <a:lnTo>
                  <a:pt x="6753" y="263"/>
                </a:lnTo>
                <a:lnTo>
                  <a:pt x="6753" y="262"/>
                </a:lnTo>
                <a:lnTo>
                  <a:pt x="6752" y="262"/>
                </a:lnTo>
                <a:lnTo>
                  <a:pt x="6752" y="261"/>
                </a:lnTo>
                <a:lnTo>
                  <a:pt x="6752" y="260"/>
                </a:lnTo>
                <a:lnTo>
                  <a:pt x="6751" y="260"/>
                </a:lnTo>
                <a:lnTo>
                  <a:pt x="6751" y="259"/>
                </a:lnTo>
                <a:lnTo>
                  <a:pt x="6751" y="258"/>
                </a:lnTo>
                <a:lnTo>
                  <a:pt x="6751" y="257"/>
                </a:lnTo>
                <a:lnTo>
                  <a:pt x="6750" y="257"/>
                </a:lnTo>
                <a:lnTo>
                  <a:pt x="6750" y="256"/>
                </a:lnTo>
                <a:lnTo>
                  <a:pt x="6750" y="255"/>
                </a:lnTo>
                <a:lnTo>
                  <a:pt x="6749" y="255"/>
                </a:lnTo>
                <a:lnTo>
                  <a:pt x="6749" y="254"/>
                </a:lnTo>
                <a:lnTo>
                  <a:pt x="6749" y="253"/>
                </a:lnTo>
                <a:lnTo>
                  <a:pt x="6750" y="251"/>
                </a:lnTo>
                <a:lnTo>
                  <a:pt x="6750" y="250"/>
                </a:lnTo>
                <a:lnTo>
                  <a:pt x="6750" y="249"/>
                </a:lnTo>
                <a:lnTo>
                  <a:pt x="6750" y="248"/>
                </a:lnTo>
                <a:lnTo>
                  <a:pt x="6750" y="247"/>
                </a:lnTo>
                <a:lnTo>
                  <a:pt x="6751" y="245"/>
                </a:lnTo>
                <a:lnTo>
                  <a:pt x="6751" y="244"/>
                </a:lnTo>
                <a:lnTo>
                  <a:pt x="6751" y="243"/>
                </a:lnTo>
                <a:lnTo>
                  <a:pt x="6751" y="242"/>
                </a:lnTo>
                <a:lnTo>
                  <a:pt x="6752" y="242"/>
                </a:lnTo>
                <a:lnTo>
                  <a:pt x="6752" y="241"/>
                </a:lnTo>
                <a:lnTo>
                  <a:pt x="6752" y="240"/>
                </a:lnTo>
                <a:lnTo>
                  <a:pt x="6751" y="240"/>
                </a:lnTo>
                <a:lnTo>
                  <a:pt x="6751" y="239"/>
                </a:lnTo>
                <a:lnTo>
                  <a:pt x="6750" y="238"/>
                </a:lnTo>
                <a:lnTo>
                  <a:pt x="6750" y="237"/>
                </a:lnTo>
                <a:lnTo>
                  <a:pt x="6750" y="236"/>
                </a:lnTo>
                <a:lnTo>
                  <a:pt x="6750" y="235"/>
                </a:lnTo>
                <a:lnTo>
                  <a:pt x="6749" y="235"/>
                </a:lnTo>
                <a:lnTo>
                  <a:pt x="6749" y="234"/>
                </a:lnTo>
                <a:lnTo>
                  <a:pt x="6748" y="233"/>
                </a:lnTo>
                <a:lnTo>
                  <a:pt x="6747" y="232"/>
                </a:lnTo>
                <a:lnTo>
                  <a:pt x="6746" y="231"/>
                </a:lnTo>
                <a:lnTo>
                  <a:pt x="6746" y="230"/>
                </a:lnTo>
                <a:lnTo>
                  <a:pt x="6745" y="230"/>
                </a:lnTo>
                <a:lnTo>
                  <a:pt x="6745" y="229"/>
                </a:lnTo>
                <a:lnTo>
                  <a:pt x="6745" y="228"/>
                </a:lnTo>
                <a:lnTo>
                  <a:pt x="6745" y="227"/>
                </a:lnTo>
                <a:lnTo>
                  <a:pt x="6746" y="227"/>
                </a:lnTo>
                <a:lnTo>
                  <a:pt x="6746" y="226"/>
                </a:lnTo>
                <a:lnTo>
                  <a:pt x="6747" y="226"/>
                </a:lnTo>
                <a:lnTo>
                  <a:pt x="6748" y="226"/>
                </a:lnTo>
                <a:lnTo>
                  <a:pt x="6749" y="226"/>
                </a:lnTo>
                <a:lnTo>
                  <a:pt x="6750" y="226"/>
                </a:lnTo>
                <a:lnTo>
                  <a:pt x="6750" y="225"/>
                </a:lnTo>
                <a:lnTo>
                  <a:pt x="6751" y="225"/>
                </a:lnTo>
                <a:lnTo>
                  <a:pt x="6752" y="225"/>
                </a:lnTo>
                <a:lnTo>
                  <a:pt x="6753" y="224"/>
                </a:lnTo>
                <a:lnTo>
                  <a:pt x="6753" y="223"/>
                </a:lnTo>
                <a:lnTo>
                  <a:pt x="6754" y="223"/>
                </a:lnTo>
                <a:lnTo>
                  <a:pt x="6754" y="222"/>
                </a:lnTo>
                <a:lnTo>
                  <a:pt x="6754" y="221"/>
                </a:lnTo>
                <a:lnTo>
                  <a:pt x="6755" y="221"/>
                </a:lnTo>
                <a:lnTo>
                  <a:pt x="6755" y="220"/>
                </a:lnTo>
                <a:lnTo>
                  <a:pt x="6756" y="220"/>
                </a:lnTo>
                <a:lnTo>
                  <a:pt x="6757" y="220"/>
                </a:lnTo>
                <a:lnTo>
                  <a:pt x="6757" y="219"/>
                </a:lnTo>
                <a:lnTo>
                  <a:pt x="6757" y="218"/>
                </a:lnTo>
                <a:lnTo>
                  <a:pt x="6758" y="218"/>
                </a:lnTo>
                <a:lnTo>
                  <a:pt x="6759" y="218"/>
                </a:lnTo>
                <a:lnTo>
                  <a:pt x="6760" y="218"/>
                </a:lnTo>
                <a:lnTo>
                  <a:pt x="6761" y="218"/>
                </a:lnTo>
                <a:lnTo>
                  <a:pt x="6762" y="218"/>
                </a:lnTo>
                <a:lnTo>
                  <a:pt x="6763" y="219"/>
                </a:lnTo>
                <a:lnTo>
                  <a:pt x="6763" y="218"/>
                </a:lnTo>
                <a:lnTo>
                  <a:pt x="6764" y="218"/>
                </a:lnTo>
                <a:lnTo>
                  <a:pt x="6764" y="217"/>
                </a:lnTo>
                <a:lnTo>
                  <a:pt x="6765" y="216"/>
                </a:lnTo>
                <a:lnTo>
                  <a:pt x="6765" y="215"/>
                </a:lnTo>
                <a:lnTo>
                  <a:pt x="6765" y="214"/>
                </a:lnTo>
                <a:lnTo>
                  <a:pt x="6766" y="213"/>
                </a:lnTo>
                <a:lnTo>
                  <a:pt x="6767" y="212"/>
                </a:lnTo>
                <a:lnTo>
                  <a:pt x="6767" y="211"/>
                </a:lnTo>
                <a:lnTo>
                  <a:pt x="6768" y="210"/>
                </a:lnTo>
                <a:lnTo>
                  <a:pt x="6769" y="210"/>
                </a:lnTo>
                <a:lnTo>
                  <a:pt x="6769" y="209"/>
                </a:lnTo>
                <a:lnTo>
                  <a:pt x="6770" y="209"/>
                </a:lnTo>
                <a:lnTo>
                  <a:pt x="6770" y="208"/>
                </a:lnTo>
                <a:lnTo>
                  <a:pt x="6771" y="208"/>
                </a:lnTo>
                <a:lnTo>
                  <a:pt x="6771" y="207"/>
                </a:lnTo>
                <a:lnTo>
                  <a:pt x="6772" y="207"/>
                </a:lnTo>
                <a:lnTo>
                  <a:pt x="6773" y="207"/>
                </a:lnTo>
                <a:lnTo>
                  <a:pt x="6774" y="206"/>
                </a:lnTo>
                <a:lnTo>
                  <a:pt x="6775" y="206"/>
                </a:lnTo>
                <a:lnTo>
                  <a:pt x="6775" y="205"/>
                </a:lnTo>
                <a:lnTo>
                  <a:pt x="6776" y="204"/>
                </a:lnTo>
                <a:lnTo>
                  <a:pt x="6776" y="203"/>
                </a:lnTo>
                <a:lnTo>
                  <a:pt x="6775" y="201"/>
                </a:lnTo>
                <a:lnTo>
                  <a:pt x="6775" y="199"/>
                </a:lnTo>
                <a:lnTo>
                  <a:pt x="6776" y="198"/>
                </a:lnTo>
                <a:lnTo>
                  <a:pt x="6777" y="198"/>
                </a:lnTo>
                <a:lnTo>
                  <a:pt x="6778" y="198"/>
                </a:lnTo>
                <a:lnTo>
                  <a:pt x="6780" y="197"/>
                </a:lnTo>
                <a:lnTo>
                  <a:pt x="6781" y="197"/>
                </a:lnTo>
                <a:lnTo>
                  <a:pt x="6781" y="196"/>
                </a:lnTo>
                <a:lnTo>
                  <a:pt x="6781" y="195"/>
                </a:lnTo>
                <a:lnTo>
                  <a:pt x="6781" y="194"/>
                </a:lnTo>
                <a:lnTo>
                  <a:pt x="6781" y="193"/>
                </a:lnTo>
                <a:lnTo>
                  <a:pt x="6781" y="192"/>
                </a:lnTo>
                <a:lnTo>
                  <a:pt x="6781" y="191"/>
                </a:lnTo>
                <a:lnTo>
                  <a:pt x="6782" y="191"/>
                </a:lnTo>
                <a:lnTo>
                  <a:pt x="6782" y="190"/>
                </a:lnTo>
                <a:lnTo>
                  <a:pt x="6782" y="189"/>
                </a:lnTo>
                <a:lnTo>
                  <a:pt x="6782" y="188"/>
                </a:lnTo>
                <a:lnTo>
                  <a:pt x="6783" y="188"/>
                </a:lnTo>
                <a:lnTo>
                  <a:pt x="6783" y="187"/>
                </a:lnTo>
                <a:lnTo>
                  <a:pt x="6784" y="187"/>
                </a:lnTo>
                <a:lnTo>
                  <a:pt x="6785" y="187"/>
                </a:lnTo>
                <a:lnTo>
                  <a:pt x="6786" y="186"/>
                </a:lnTo>
                <a:lnTo>
                  <a:pt x="6787" y="185"/>
                </a:lnTo>
                <a:lnTo>
                  <a:pt x="6788" y="184"/>
                </a:lnTo>
                <a:lnTo>
                  <a:pt x="6788" y="183"/>
                </a:lnTo>
                <a:lnTo>
                  <a:pt x="6788" y="181"/>
                </a:lnTo>
                <a:lnTo>
                  <a:pt x="6788" y="180"/>
                </a:lnTo>
                <a:lnTo>
                  <a:pt x="6789" y="180"/>
                </a:lnTo>
                <a:lnTo>
                  <a:pt x="6789" y="179"/>
                </a:lnTo>
                <a:lnTo>
                  <a:pt x="6789" y="178"/>
                </a:lnTo>
                <a:lnTo>
                  <a:pt x="6789" y="177"/>
                </a:lnTo>
                <a:lnTo>
                  <a:pt x="6790" y="176"/>
                </a:lnTo>
                <a:lnTo>
                  <a:pt x="6790" y="175"/>
                </a:lnTo>
                <a:lnTo>
                  <a:pt x="6791" y="174"/>
                </a:lnTo>
                <a:lnTo>
                  <a:pt x="6792" y="172"/>
                </a:lnTo>
                <a:lnTo>
                  <a:pt x="6793" y="172"/>
                </a:lnTo>
                <a:lnTo>
                  <a:pt x="6794" y="171"/>
                </a:lnTo>
                <a:lnTo>
                  <a:pt x="6795" y="170"/>
                </a:lnTo>
                <a:lnTo>
                  <a:pt x="6796" y="170"/>
                </a:lnTo>
                <a:lnTo>
                  <a:pt x="6796" y="169"/>
                </a:lnTo>
                <a:lnTo>
                  <a:pt x="6797" y="168"/>
                </a:lnTo>
                <a:lnTo>
                  <a:pt x="6797" y="167"/>
                </a:lnTo>
                <a:lnTo>
                  <a:pt x="6797" y="166"/>
                </a:lnTo>
                <a:lnTo>
                  <a:pt x="6798" y="166"/>
                </a:lnTo>
                <a:lnTo>
                  <a:pt x="6799" y="166"/>
                </a:lnTo>
                <a:lnTo>
                  <a:pt x="6799" y="165"/>
                </a:lnTo>
                <a:lnTo>
                  <a:pt x="6800" y="165"/>
                </a:lnTo>
                <a:lnTo>
                  <a:pt x="6800" y="162"/>
                </a:lnTo>
                <a:lnTo>
                  <a:pt x="6800" y="161"/>
                </a:lnTo>
                <a:lnTo>
                  <a:pt x="6801" y="160"/>
                </a:lnTo>
                <a:lnTo>
                  <a:pt x="6801" y="159"/>
                </a:lnTo>
                <a:lnTo>
                  <a:pt x="6802" y="158"/>
                </a:lnTo>
                <a:lnTo>
                  <a:pt x="6803" y="157"/>
                </a:lnTo>
                <a:lnTo>
                  <a:pt x="6804" y="157"/>
                </a:lnTo>
                <a:lnTo>
                  <a:pt x="6804" y="156"/>
                </a:lnTo>
                <a:lnTo>
                  <a:pt x="6805" y="156"/>
                </a:lnTo>
                <a:lnTo>
                  <a:pt x="6806" y="155"/>
                </a:lnTo>
                <a:lnTo>
                  <a:pt x="6807" y="155"/>
                </a:lnTo>
                <a:lnTo>
                  <a:pt x="6807" y="154"/>
                </a:lnTo>
                <a:lnTo>
                  <a:pt x="6808" y="153"/>
                </a:lnTo>
                <a:lnTo>
                  <a:pt x="6809" y="153"/>
                </a:lnTo>
                <a:lnTo>
                  <a:pt x="6809" y="152"/>
                </a:lnTo>
                <a:lnTo>
                  <a:pt x="6810" y="152"/>
                </a:lnTo>
                <a:lnTo>
                  <a:pt x="6811" y="152"/>
                </a:lnTo>
                <a:lnTo>
                  <a:pt x="6812" y="152"/>
                </a:lnTo>
                <a:lnTo>
                  <a:pt x="6812" y="151"/>
                </a:lnTo>
                <a:lnTo>
                  <a:pt x="6812" y="150"/>
                </a:lnTo>
                <a:lnTo>
                  <a:pt x="6813" y="150"/>
                </a:lnTo>
                <a:lnTo>
                  <a:pt x="6813" y="149"/>
                </a:lnTo>
                <a:lnTo>
                  <a:pt x="6813" y="148"/>
                </a:lnTo>
                <a:lnTo>
                  <a:pt x="6813" y="147"/>
                </a:lnTo>
                <a:lnTo>
                  <a:pt x="6813" y="146"/>
                </a:lnTo>
                <a:lnTo>
                  <a:pt x="6813" y="145"/>
                </a:lnTo>
                <a:lnTo>
                  <a:pt x="6813" y="144"/>
                </a:lnTo>
                <a:lnTo>
                  <a:pt x="6814" y="144"/>
                </a:lnTo>
                <a:lnTo>
                  <a:pt x="6815" y="144"/>
                </a:lnTo>
                <a:lnTo>
                  <a:pt x="6816" y="144"/>
                </a:lnTo>
                <a:lnTo>
                  <a:pt x="6816" y="143"/>
                </a:lnTo>
                <a:lnTo>
                  <a:pt x="6817" y="143"/>
                </a:lnTo>
                <a:lnTo>
                  <a:pt x="6817" y="142"/>
                </a:lnTo>
                <a:lnTo>
                  <a:pt x="6817" y="141"/>
                </a:lnTo>
                <a:lnTo>
                  <a:pt x="6817" y="140"/>
                </a:lnTo>
                <a:lnTo>
                  <a:pt x="6818" y="140"/>
                </a:lnTo>
                <a:lnTo>
                  <a:pt x="6817" y="139"/>
                </a:lnTo>
                <a:lnTo>
                  <a:pt x="6817" y="138"/>
                </a:lnTo>
                <a:lnTo>
                  <a:pt x="6817" y="137"/>
                </a:lnTo>
                <a:lnTo>
                  <a:pt x="6816" y="137"/>
                </a:lnTo>
                <a:lnTo>
                  <a:pt x="6816" y="136"/>
                </a:lnTo>
                <a:lnTo>
                  <a:pt x="6817" y="136"/>
                </a:lnTo>
                <a:lnTo>
                  <a:pt x="6817" y="135"/>
                </a:lnTo>
                <a:lnTo>
                  <a:pt x="6818" y="135"/>
                </a:lnTo>
                <a:lnTo>
                  <a:pt x="6818" y="134"/>
                </a:lnTo>
                <a:lnTo>
                  <a:pt x="6819" y="133"/>
                </a:lnTo>
                <a:lnTo>
                  <a:pt x="6820" y="132"/>
                </a:lnTo>
                <a:lnTo>
                  <a:pt x="6820" y="131"/>
                </a:lnTo>
                <a:lnTo>
                  <a:pt x="6820" y="130"/>
                </a:lnTo>
                <a:lnTo>
                  <a:pt x="6821" y="130"/>
                </a:lnTo>
                <a:lnTo>
                  <a:pt x="6822" y="129"/>
                </a:lnTo>
                <a:lnTo>
                  <a:pt x="6823" y="128"/>
                </a:lnTo>
                <a:lnTo>
                  <a:pt x="6824" y="128"/>
                </a:lnTo>
                <a:lnTo>
                  <a:pt x="6825" y="127"/>
                </a:lnTo>
                <a:lnTo>
                  <a:pt x="6826" y="126"/>
                </a:lnTo>
                <a:lnTo>
                  <a:pt x="6827" y="125"/>
                </a:lnTo>
                <a:lnTo>
                  <a:pt x="6828" y="124"/>
                </a:lnTo>
                <a:lnTo>
                  <a:pt x="6829" y="123"/>
                </a:lnTo>
                <a:lnTo>
                  <a:pt x="6829" y="122"/>
                </a:lnTo>
                <a:lnTo>
                  <a:pt x="6830" y="121"/>
                </a:lnTo>
                <a:lnTo>
                  <a:pt x="6831" y="121"/>
                </a:lnTo>
                <a:lnTo>
                  <a:pt x="6832" y="121"/>
                </a:lnTo>
                <a:lnTo>
                  <a:pt x="6833" y="121"/>
                </a:lnTo>
                <a:lnTo>
                  <a:pt x="6833" y="120"/>
                </a:lnTo>
                <a:lnTo>
                  <a:pt x="6833" y="119"/>
                </a:lnTo>
                <a:lnTo>
                  <a:pt x="6832" y="119"/>
                </a:lnTo>
                <a:lnTo>
                  <a:pt x="6832" y="118"/>
                </a:lnTo>
                <a:lnTo>
                  <a:pt x="6831" y="118"/>
                </a:lnTo>
                <a:lnTo>
                  <a:pt x="6831" y="117"/>
                </a:lnTo>
                <a:lnTo>
                  <a:pt x="6830" y="117"/>
                </a:lnTo>
                <a:lnTo>
                  <a:pt x="6829" y="116"/>
                </a:lnTo>
                <a:lnTo>
                  <a:pt x="6830" y="115"/>
                </a:lnTo>
                <a:lnTo>
                  <a:pt x="6831" y="115"/>
                </a:lnTo>
                <a:lnTo>
                  <a:pt x="6831" y="114"/>
                </a:lnTo>
                <a:lnTo>
                  <a:pt x="6832" y="114"/>
                </a:lnTo>
                <a:lnTo>
                  <a:pt x="6833" y="114"/>
                </a:lnTo>
                <a:lnTo>
                  <a:pt x="6835" y="113"/>
                </a:lnTo>
                <a:lnTo>
                  <a:pt x="6835" y="112"/>
                </a:lnTo>
                <a:lnTo>
                  <a:pt x="6836" y="112"/>
                </a:lnTo>
                <a:lnTo>
                  <a:pt x="6837" y="112"/>
                </a:lnTo>
                <a:lnTo>
                  <a:pt x="6837" y="111"/>
                </a:lnTo>
                <a:lnTo>
                  <a:pt x="6837" y="110"/>
                </a:lnTo>
                <a:lnTo>
                  <a:pt x="6836" y="110"/>
                </a:lnTo>
                <a:lnTo>
                  <a:pt x="6836" y="109"/>
                </a:lnTo>
                <a:lnTo>
                  <a:pt x="6837" y="109"/>
                </a:lnTo>
                <a:lnTo>
                  <a:pt x="6838" y="109"/>
                </a:lnTo>
                <a:lnTo>
                  <a:pt x="6838" y="110"/>
                </a:lnTo>
                <a:lnTo>
                  <a:pt x="6839" y="110"/>
                </a:lnTo>
                <a:lnTo>
                  <a:pt x="6840" y="110"/>
                </a:lnTo>
                <a:lnTo>
                  <a:pt x="6841" y="110"/>
                </a:lnTo>
                <a:lnTo>
                  <a:pt x="6842" y="110"/>
                </a:lnTo>
                <a:lnTo>
                  <a:pt x="6843" y="110"/>
                </a:lnTo>
                <a:lnTo>
                  <a:pt x="6844" y="109"/>
                </a:lnTo>
                <a:lnTo>
                  <a:pt x="6844" y="108"/>
                </a:lnTo>
                <a:lnTo>
                  <a:pt x="6845" y="108"/>
                </a:lnTo>
                <a:lnTo>
                  <a:pt x="6845" y="107"/>
                </a:lnTo>
                <a:lnTo>
                  <a:pt x="6846" y="107"/>
                </a:lnTo>
                <a:lnTo>
                  <a:pt x="6847" y="107"/>
                </a:lnTo>
                <a:lnTo>
                  <a:pt x="6848" y="107"/>
                </a:lnTo>
                <a:lnTo>
                  <a:pt x="6849" y="108"/>
                </a:lnTo>
                <a:lnTo>
                  <a:pt x="6850" y="108"/>
                </a:lnTo>
                <a:lnTo>
                  <a:pt x="6851" y="108"/>
                </a:lnTo>
                <a:lnTo>
                  <a:pt x="6852" y="107"/>
                </a:lnTo>
                <a:lnTo>
                  <a:pt x="6854" y="107"/>
                </a:lnTo>
                <a:lnTo>
                  <a:pt x="6855" y="107"/>
                </a:lnTo>
                <a:lnTo>
                  <a:pt x="6857" y="107"/>
                </a:lnTo>
                <a:lnTo>
                  <a:pt x="6858" y="107"/>
                </a:lnTo>
                <a:lnTo>
                  <a:pt x="6860" y="104"/>
                </a:lnTo>
                <a:lnTo>
                  <a:pt x="6860" y="103"/>
                </a:lnTo>
                <a:lnTo>
                  <a:pt x="6861" y="103"/>
                </a:lnTo>
                <a:lnTo>
                  <a:pt x="6862" y="103"/>
                </a:lnTo>
                <a:lnTo>
                  <a:pt x="6863" y="103"/>
                </a:lnTo>
                <a:lnTo>
                  <a:pt x="6863" y="104"/>
                </a:lnTo>
                <a:lnTo>
                  <a:pt x="6864" y="104"/>
                </a:lnTo>
                <a:lnTo>
                  <a:pt x="6865" y="104"/>
                </a:lnTo>
                <a:lnTo>
                  <a:pt x="6866" y="104"/>
                </a:lnTo>
                <a:lnTo>
                  <a:pt x="6866" y="105"/>
                </a:lnTo>
                <a:lnTo>
                  <a:pt x="6866" y="106"/>
                </a:lnTo>
                <a:lnTo>
                  <a:pt x="6867" y="107"/>
                </a:lnTo>
                <a:lnTo>
                  <a:pt x="6867" y="108"/>
                </a:lnTo>
                <a:lnTo>
                  <a:pt x="6868" y="108"/>
                </a:lnTo>
                <a:lnTo>
                  <a:pt x="6869" y="108"/>
                </a:lnTo>
                <a:lnTo>
                  <a:pt x="6869" y="107"/>
                </a:lnTo>
                <a:lnTo>
                  <a:pt x="6870" y="107"/>
                </a:lnTo>
                <a:lnTo>
                  <a:pt x="6870" y="106"/>
                </a:lnTo>
                <a:lnTo>
                  <a:pt x="6871" y="106"/>
                </a:lnTo>
                <a:lnTo>
                  <a:pt x="6872" y="106"/>
                </a:lnTo>
                <a:lnTo>
                  <a:pt x="6873" y="106"/>
                </a:lnTo>
                <a:lnTo>
                  <a:pt x="6874" y="106"/>
                </a:lnTo>
                <a:lnTo>
                  <a:pt x="6874" y="105"/>
                </a:lnTo>
                <a:lnTo>
                  <a:pt x="6875" y="105"/>
                </a:lnTo>
                <a:lnTo>
                  <a:pt x="6877" y="105"/>
                </a:lnTo>
                <a:lnTo>
                  <a:pt x="6879" y="105"/>
                </a:lnTo>
                <a:lnTo>
                  <a:pt x="6880" y="105"/>
                </a:lnTo>
                <a:lnTo>
                  <a:pt x="6881" y="105"/>
                </a:lnTo>
                <a:lnTo>
                  <a:pt x="6882" y="104"/>
                </a:lnTo>
                <a:lnTo>
                  <a:pt x="6882" y="103"/>
                </a:lnTo>
                <a:lnTo>
                  <a:pt x="6883" y="103"/>
                </a:lnTo>
                <a:lnTo>
                  <a:pt x="6883" y="102"/>
                </a:lnTo>
                <a:lnTo>
                  <a:pt x="6884" y="102"/>
                </a:lnTo>
                <a:lnTo>
                  <a:pt x="6885" y="102"/>
                </a:lnTo>
                <a:lnTo>
                  <a:pt x="6886" y="102"/>
                </a:lnTo>
                <a:lnTo>
                  <a:pt x="6887" y="102"/>
                </a:lnTo>
                <a:lnTo>
                  <a:pt x="6887" y="101"/>
                </a:lnTo>
                <a:lnTo>
                  <a:pt x="6888" y="100"/>
                </a:lnTo>
                <a:lnTo>
                  <a:pt x="6889" y="100"/>
                </a:lnTo>
                <a:lnTo>
                  <a:pt x="6890" y="99"/>
                </a:lnTo>
                <a:lnTo>
                  <a:pt x="6890" y="98"/>
                </a:lnTo>
                <a:lnTo>
                  <a:pt x="6891" y="97"/>
                </a:lnTo>
                <a:lnTo>
                  <a:pt x="6891" y="96"/>
                </a:lnTo>
                <a:lnTo>
                  <a:pt x="6891" y="95"/>
                </a:lnTo>
                <a:lnTo>
                  <a:pt x="6892" y="94"/>
                </a:lnTo>
                <a:lnTo>
                  <a:pt x="6893" y="94"/>
                </a:lnTo>
                <a:lnTo>
                  <a:pt x="6894" y="94"/>
                </a:lnTo>
                <a:lnTo>
                  <a:pt x="6895" y="94"/>
                </a:lnTo>
                <a:lnTo>
                  <a:pt x="6896" y="93"/>
                </a:lnTo>
                <a:lnTo>
                  <a:pt x="6897" y="93"/>
                </a:lnTo>
                <a:lnTo>
                  <a:pt x="6900" y="94"/>
                </a:lnTo>
                <a:lnTo>
                  <a:pt x="6901" y="94"/>
                </a:lnTo>
                <a:lnTo>
                  <a:pt x="6902" y="94"/>
                </a:lnTo>
                <a:lnTo>
                  <a:pt x="6903" y="94"/>
                </a:lnTo>
                <a:lnTo>
                  <a:pt x="6903" y="93"/>
                </a:lnTo>
                <a:lnTo>
                  <a:pt x="6903" y="92"/>
                </a:lnTo>
                <a:lnTo>
                  <a:pt x="6904" y="92"/>
                </a:lnTo>
                <a:lnTo>
                  <a:pt x="6905" y="92"/>
                </a:lnTo>
                <a:lnTo>
                  <a:pt x="6906" y="92"/>
                </a:lnTo>
                <a:lnTo>
                  <a:pt x="6907" y="92"/>
                </a:lnTo>
                <a:lnTo>
                  <a:pt x="6908" y="92"/>
                </a:lnTo>
                <a:lnTo>
                  <a:pt x="6908" y="91"/>
                </a:lnTo>
                <a:lnTo>
                  <a:pt x="6909" y="91"/>
                </a:lnTo>
                <a:lnTo>
                  <a:pt x="6910" y="90"/>
                </a:lnTo>
                <a:lnTo>
                  <a:pt x="6911" y="89"/>
                </a:lnTo>
                <a:lnTo>
                  <a:pt x="6913" y="89"/>
                </a:lnTo>
                <a:lnTo>
                  <a:pt x="6913" y="88"/>
                </a:lnTo>
                <a:lnTo>
                  <a:pt x="6914" y="88"/>
                </a:lnTo>
                <a:lnTo>
                  <a:pt x="6915" y="88"/>
                </a:lnTo>
                <a:lnTo>
                  <a:pt x="6916" y="87"/>
                </a:lnTo>
                <a:lnTo>
                  <a:pt x="6917" y="87"/>
                </a:lnTo>
                <a:lnTo>
                  <a:pt x="6918" y="86"/>
                </a:lnTo>
                <a:lnTo>
                  <a:pt x="6919" y="86"/>
                </a:lnTo>
                <a:lnTo>
                  <a:pt x="6920" y="86"/>
                </a:lnTo>
                <a:lnTo>
                  <a:pt x="6920" y="85"/>
                </a:lnTo>
                <a:lnTo>
                  <a:pt x="6921" y="85"/>
                </a:lnTo>
                <a:lnTo>
                  <a:pt x="6923" y="84"/>
                </a:lnTo>
                <a:lnTo>
                  <a:pt x="6924" y="83"/>
                </a:lnTo>
                <a:lnTo>
                  <a:pt x="6925" y="83"/>
                </a:lnTo>
                <a:lnTo>
                  <a:pt x="6925" y="82"/>
                </a:lnTo>
                <a:lnTo>
                  <a:pt x="6926" y="82"/>
                </a:lnTo>
                <a:lnTo>
                  <a:pt x="6927" y="81"/>
                </a:lnTo>
                <a:lnTo>
                  <a:pt x="6927" y="80"/>
                </a:lnTo>
                <a:lnTo>
                  <a:pt x="6928" y="79"/>
                </a:lnTo>
                <a:lnTo>
                  <a:pt x="6929" y="79"/>
                </a:lnTo>
                <a:lnTo>
                  <a:pt x="6930" y="78"/>
                </a:lnTo>
                <a:lnTo>
                  <a:pt x="6931" y="78"/>
                </a:lnTo>
                <a:lnTo>
                  <a:pt x="6931" y="77"/>
                </a:lnTo>
                <a:lnTo>
                  <a:pt x="6932" y="77"/>
                </a:lnTo>
                <a:lnTo>
                  <a:pt x="6933" y="76"/>
                </a:lnTo>
                <a:lnTo>
                  <a:pt x="6933" y="75"/>
                </a:lnTo>
                <a:lnTo>
                  <a:pt x="6934" y="75"/>
                </a:lnTo>
                <a:lnTo>
                  <a:pt x="6934" y="74"/>
                </a:lnTo>
                <a:lnTo>
                  <a:pt x="6935" y="74"/>
                </a:lnTo>
                <a:lnTo>
                  <a:pt x="6935" y="73"/>
                </a:lnTo>
                <a:lnTo>
                  <a:pt x="6937" y="73"/>
                </a:lnTo>
                <a:lnTo>
                  <a:pt x="6938" y="73"/>
                </a:lnTo>
                <a:lnTo>
                  <a:pt x="6939" y="74"/>
                </a:lnTo>
                <a:lnTo>
                  <a:pt x="6940" y="74"/>
                </a:lnTo>
                <a:lnTo>
                  <a:pt x="6941" y="74"/>
                </a:lnTo>
                <a:lnTo>
                  <a:pt x="6942" y="73"/>
                </a:lnTo>
                <a:lnTo>
                  <a:pt x="6943" y="73"/>
                </a:lnTo>
                <a:lnTo>
                  <a:pt x="6943" y="72"/>
                </a:lnTo>
                <a:lnTo>
                  <a:pt x="6944" y="72"/>
                </a:lnTo>
                <a:lnTo>
                  <a:pt x="6944" y="71"/>
                </a:lnTo>
                <a:lnTo>
                  <a:pt x="6945" y="71"/>
                </a:lnTo>
                <a:lnTo>
                  <a:pt x="6946" y="70"/>
                </a:lnTo>
                <a:lnTo>
                  <a:pt x="6947" y="69"/>
                </a:lnTo>
                <a:lnTo>
                  <a:pt x="6948" y="69"/>
                </a:lnTo>
                <a:lnTo>
                  <a:pt x="6948" y="68"/>
                </a:lnTo>
                <a:lnTo>
                  <a:pt x="6949" y="68"/>
                </a:lnTo>
                <a:lnTo>
                  <a:pt x="6949" y="67"/>
                </a:lnTo>
                <a:lnTo>
                  <a:pt x="6950" y="66"/>
                </a:lnTo>
                <a:lnTo>
                  <a:pt x="6951" y="66"/>
                </a:lnTo>
                <a:lnTo>
                  <a:pt x="6952" y="66"/>
                </a:lnTo>
                <a:lnTo>
                  <a:pt x="6952" y="65"/>
                </a:lnTo>
                <a:lnTo>
                  <a:pt x="6953" y="65"/>
                </a:lnTo>
                <a:lnTo>
                  <a:pt x="6954" y="65"/>
                </a:lnTo>
                <a:lnTo>
                  <a:pt x="6954" y="64"/>
                </a:lnTo>
                <a:lnTo>
                  <a:pt x="6955" y="64"/>
                </a:lnTo>
                <a:lnTo>
                  <a:pt x="6955" y="63"/>
                </a:lnTo>
                <a:lnTo>
                  <a:pt x="6956" y="63"/>
                </a:lnTo>
                <a:lnTo>
                  <a:pt x="6957" y="63"/>
                </a:lnTo>
                <a:lnTo>
                  <a:pt x="6958" y="63"/>
                </a:lnTo>
                <a:lnTo>
                  <a:pt x="6959" y="63"/>
                </a:lnTo>
                <a:lnTo>
                  <a:pt x="6961" y="63"/>
                </a:lnTo>
                <a:lnTo>
                  <a:pt x="6962" y="63"/>
                </a:lnTo>
                <a:lnTo>
                  <a:pt x="6963" y="62"/>
                </a:lnTo>
                <a:lnTo>
                  <a:pt x="6964" y="62"/>
                </a:lnTo>
                <a:lnTo>
                  <a:pt x="6965" y="61"/>
                </a:lnTo>
                <a:lnTo>
                  <a:pt x="6967" y="61"/>
                </a:lnTo>
                <a:lnTo>
                  <a:pt x="6967" y="60"/>
                </a:lnTo>
                <a:lnTo>
                  <a:pt x="6968" y="60"/>
                </a:lnTo>
                <a:lnTo>
                  <a:pt x="6969" y="60"/>
                </a:lnTo>
                <a:lnTo>
                  <a:pt x="6970" y="60"/>
                </a:lnTo>
                <a:lnTo>
                  <a:pt x="6971" y="60"/>
                </a:lnTo>
                <a:lnTo>
                  <a:pt x="6972" y="60"/>
                </a:lnTo>
                <a:lnTo>
                  <a:pt x="6974" y="59"/>
                </a:lnTo>
                <a:lnTo>
                  <a:pt x="6974" y="60"/>
                </a:lnTo>
                <a:lnTo>
                  <a:pt x="6976" y="60"/>
                </a:lnTo>
                <a:lnTo>
                  <a:pt x="6977" y="60"/>
                </a:lnTo>
                <a:lnTo>
                  <a:pt x="6981" y="60"/>
                </a:lnTo>
                <a:lnTo>
                  <a:pt x="6982" y="60"/>
                </a:lnTo>
                <a:lnTo>
                  <a:pt x="6983" y="59"/>
                </a:lnTo>
                <a:lnTo>
                  <a:pt x="6984" y="59"/>
                </a:lnTo>
                <a:lnTo>
                  <a:pt x="6985" y="59"/>
                </a:lnTo>
                <a:lnTo>
                  <a:pt x="6985" y="58"/>
                </a:lnTo>
                <a:lnTo>
                  <a:pt x="6986" y="58"/>
                </a:lnTo>
                <a:lnTo>
                  <a:pt x="6986" y="57"/>
                </a:lnTo>
                <a:lnTo>
                  <a:pt x="6987" y="57"/>
                </a:lnTo>
                <a:lnTo>
                  <a:pt x="6987" y="56"/>
                </a:lnTo>
                <a:lnTo>
                  <a:pt x="6988" y="55"/>
                </a:lnTo>
                <a:lnTo>
                  <a:pt x="6989" y="54"/>
                </a:lnTo>
                <a:lnTo>
                  <a:pt x="6989" y="53"/>
                </a:lnTo>
                <a:lnTo>
                  <a:pt x="6989" y="52"/>
                </a:lnTo>
                <a:lnTo>
                  <a:pt x="6990" y="51"/>
                </a:lnTo>
                <a:lnTo>
                  <a:pt x="6990" y="50"/>
                </a:lnTo>
                <a:lnTo>
                  <a:pt x="6990" y="49"/>
                </a:lnTo>
                <a:lnTo>
                  <a:pt x="6991" y="49"/>
                </a:lnTo>
                <a:lnTo>
                  <a:pt x="6991" y="48"/>
                </a:lnTo>
                <a:lnTo>
                  <a:pt x="6992" y="48"/>
                </a:lnTo>
                <a:lnTo>
                  <a:pt x="6992" y="47"/>
                </a:lnTo>
                <a:lnTo>
                  <a:pt x="6993" y="47"/>
                </a:lnTo>
                <a:lnTo>
                  <a:pt x="6994" y="48"/>
                </a:lnTo>
                <a:lnTo>
                  <a:pt x="6995" y="48"/>
                </a:lnTo>
                <a:lnTo>
                  <a:pt x="6996" y="48"/>
                </a:lnTo>
                <a:lnTo>
                  <a:pt x="6997" y="48"/>
                </a:lnTo>
                <a:lnTo>
                  <a:pt x="6998" y="48"/>
                </a:lnTo>
                <a:lnTo>
                  <a:pt x="6998" y="49"/>
                </a:lnTo>
                <a:lnTo>
                  <a:pt x="6999" y="49"/>
                </a:lnTo>
                <a:lnTo>
                  <a:pt x="6999" y="48"/>
                </a:lnTo>
                <a:lnTo>
                  <a:pt x="7000" y="48"/>
                </a:lnTo>
                <a:lnTo>
                  <a:pt x="7001" y="48"/>
                </a:lnTo>
                <a:lnTo>
                  <a:pt x="7002" y="48"/>
                </a:lnTo>
                <a:lnTo>
                  <a:pt x="7003" y="47"/>
                </a:lnTo>
                <a:lnTo>
                  <a:pt x="7004" y="47"/>
                </a:lnTo>
                <a:lnTo>
                  <a:pt x="7004" y="46"/>
                </a:lnTo>
                <a:lnTo>
                  <a:pt x="7005" y="46"/>
                </a:lnTo>
                <a:lnTo>
                  <a:pt x="7005" y="45"/>
                </a:lnTo>
                <a:lnTo>
                  <a:pt x="7006" y="45"/>
                </a:lnTo>
                <a:lnTo>
                  <a:pt x="7007" y="44"/>
                </a:lnTo>
                <a:lnTo>
                  <a:pt x="7007" y="43"/>
                </a:lnTo>
                <a:lnTo>
                  <a:pt x="7008" y="43"/>
                </a:lnTo>
                <a:lnTo>
                  <a:pt x="7008" y="42"/>
                </a:lnTo>
                <a:lnTo>
                  <a:pt x="7008" y="41"/>
                </a:lnTo>
                <a:lnTo>
                  <a:pt x="7009" y="40"/>
                </a:lnTo>
                <a:lnTo>
                  <a:pt x="7009" y="39"/>
                </a:lnTo>
                <a:lnTo>
                  <a:pt x="7010" y="39"/>
                </a:lnTo>
                <a:lnTo>
                  <a:pt x="7011" y="39"/>
                </a:lnTo>
                <a:lnTo>
                  <a:pt x="7012" y="38"/>
                </a:lnTo>
                <a:lnTo>
                  <a:pt x="7013" y="38"/>
                </a:lnTo>
                <a:lnTo>
                  <a:pt x="7014" y="38"/>
                </a:lnTo>
                <a:lnTo>
                  <a:pt x="7015" y="39"/>
                </a:lnTo>
                <a:lnTo>
                  <a:pt x="7016" y="40"/>
                </a:lnTo>
                <a:lnTo>
                  <a:pt x="7016" y="41"/>
                </a:lnTo>
                <a:lnTo>
                  <a:pt x="7016" y="42"/>
                </a:lnTo>
                <a:lnTo>
                  <a:pt x="7017" y="42"/>
                </a:lnTo>
                <a:lnTo>
                  <a:pt x="7017" y="43"/>
                </a:lnTo>
                <a:lnTo>
                  <a:pt x="7018" y="44"/>
                </a:lnTo>
                <a:lnTo>
                  <a:pt x="7019" y="44"/>
                </a:lnTo>
                <a:lnTo>
                  <a:pt x="7020" y="44"/>
                </a:lnTo>
                <a:lnTo>
                  <a:pt x="7020" y="45"/>
                </a:lnTo>
                <a:lnTo>
                  <a:pt x="7021" y="45"/>
                </a:lnTo>
                <a:lnTo>
                  <a:pt x="7022" y="45"/>
                </a:lnTo>
                <a:lnTo>
                  <a:pt x="7023" y="46"/>
                </a:lnTo>
                <a:lnTo>
                  <a:pt x="7024" y="47"/>
                </a:lnTo>
                <a:lnTo>
                  <a:pt x="7025" y="47"/>
                </a:lnTo>
                <a:lnTo>
                  <a:pt x="7026" y="47"/>
                </a:lnTo>
                <a:lnTo>
                  <a:pt x="7027" y="47"/>
                </a:lnTo>
                <a:lnTo>
                  <a:pt x="7028" y="47"/>
                </a:lnTo>
                <a:lnTo>
                  <a:pt x="7029" y="47"/>
                </a:lnTo>
                <a:lnTo>
                  <a:pt x="7029" y="46"/>
                </a:lnTo>
                <a:lnTo>
                  <a:pt x="7030" y="46"/>
                </a:lnTo>
                <a:lnTo>
                  <a:pt x="7031" y="45"/>
                </a:lnTo>
                <a:lnTo>
                  <a:pt x="7032" y="44"/>
                </a:lnTo>
                <a:lnTo>
                  <a:pt x="7033" y="43"/>
                </a:lnTo>
                <a:lnTo>
                  <a:pt x="7034" y="43"/>
                </a:lnTo>
                <a:lnTo>
                  <a:pt x="7035" y="43"/>
                </a:lnTo>
                <a:lnTo>
                  <a:pt x="7036" y="43"/>
                </a:lnTo>
                <a:lnTo>
                  <a:pt x="7037" y="43"/>
                </a:lnTo>
                <a:lnTo>
                  <a:pt x="7037" y="44"/>
                </a:lnTo>
                <a:lnTo>
                  <a:pt x="7038" y="43"/>
                </a:lnTo>
                <a:lnTo>
                  <a:pt x="7039" y="43"/>
                </a:lnTo>
                <a:lnTo>
                  <a:pt x="7040" y="42"/>
                </a:lnTo>
                <a:lnTo>
                  <a:pt x="7041" y="42"/>
                </a:lnTo>
                <a:lnTo>
                  <a:pt x="7042" y="42"/>
                </a:lnTo>
                <a:lnTo>
                  <a:pt x="7042" y="41"/>
                </a:lnTo>
                <a:lnTo>
                  <a:pt x="7043" y="41"/>
                </a:lnTo>
                <a:lnTo>
                  <a:pt x="7044" y="41"/>
                </a:lnTo>
                <a:lnTo>
                  <a:pt x="7044" y="40"/>
                </a:lnTo>
                <a:lnTo>
                  <a:pt x="7045" y="40"/>
                </a:lnTo>
                <a:lnTo>
                  <a:pt x="7046" y="40"/>
                </a:lnTo>
                <a:lnTo>
                  <a:pt x="7047" y="40"/>
                </a:lnTo>
                <a:lnTo>
                  <a:pt x="7048" y="40"/>
                </a:lnTo>
                <a:lnTo>
                  <a:pt x="7048" y="39"/>
                </a:lnTo>
                <a:lnTo>
                  <a:pt x="7049" y="39"/>
                </a:lnTo>
                <a:lnTo>
                  <a:pt x="7050" y="39"/>
                </a:lnTo>
                <a:lnTo>
                  <a:pt x="7051" y="39"/>
                </a:lnTo>
                <a:lnTo>
                  <a:pt x="7052" y="40"/>
                </a:lnTo>
                <a:lnTo>
                  <a:pt x="7052" y="39"/>
                </a:lnTo>
                <a:lnTo>
                  <a:pt x="7053" y="39"/>
                </a:lnTo>
                <a:lnTo>
                  <a:pt x="7056" y="39"/>
                </a:lnTo>
                <a:lnTo>
                  <a:pt x="7058" y="38"/>
                </a:lnTo>
                <a:lnTo>
                  <a:pt x="7061" y="38"/>
                </a:lnTo>
                <a:lnTo>
                  <a:pt x="7063" y="37"/>
                </a:lnTo>
                <a:lnTo>
                  <a:pt x="7065" y="37"/>
                </a:lnTo>
                <a:lnTo>
                  <a:pt x="7065" y="36"/>
                </a:lnTo>
                <a:lnTo>
                  <a:pt x="7068" y="36"/>
                </a:lnTo>
                <a:lnTo>
                  <a:pt x="7069" y="36"/>
                </a:lnTo>
                <a:lnTo>
                  <a:pt x="7072" y="36"/>
                </a:lnTo>
                <a:lnTo>
                  <a:pt x="7073" y="36"/>
                </a:lnTo>
                <a:lnTo>
                  <a:pt x="7074" y="36"/>
                </a:lnTo>
                <a:lnTo>
                  <a:pt x="7075" y="36"/>
                </a:lnTo>
                <a:lnTo>
                  <a:pt x="7076" y="36"/>
                </a:lnTo>
                <a:lnTo>
                  <a:pt x="7077" y="36"/>
                </a:lnTo>
                <a:lnTo>
                  <a:pt x="7077" y="35"/>
                </a:lnTo>
                <a:lnTo>
                  <a:pt x="7078" y="35"/>
                </a:lnTo>
                <a:lnTo>
                  <a:pt x="7079" y="35"/>
                </a:lnTo>
                <a:lnTo>
                  <a:pt x="7080" y="35"/>
                </a:lnTo>
                <a:lnTo>
                  <a:pt x="7080" y="34"/>
                </a:lnTo>
                <a:lnTo>
                  <a:pt x="7083" y="33"/>
                </a:lnTo>
                <a:lnTo>
                  <a:pt x="7084" y="33"/>
                </a:lnTo>
                <a:lnTo>
                  <a:pt x="7085" y="32"/>
                </a:lnTo>
                <a:lnTo>
                  <a:pt x="7085" y="31"/>
                </a:lnTo>
                <a:lnTo>
                  <a:pt x="7086" y="31"/>
                </a:lnTo>
                <a:lnTo>
                  <a:pt x="7089" y="28"/>
                </a:lnTo>
                <a:lnTo>
                  <a:pt x="7092" y="26"/>
                </a:lnTo>
                <a:lnTo>
                  <a:pt x="7093" y="26"/>
                </a:lnTo>
                <a:lnTo>
                  <a:pt x="7094" y="26"/>
                </a:lnTo>
                <a:lnTo>
                  <a:pt x="7094" y="25"/>
                </a:lnTo>
                <a:lnTo>
                  <a:pt x="7095" y="25"/>
                </a:lnTo>
                <a:lnTo>
                  <a:pt x="7095" y="24"/>
                </a:lnTo>
                <a:lnTo>
                  <a:pt x="7096" y="24"/>
                </a:lnTo>
                <a:lnTo>
                  <a:pt x="7097" y="24"/>
                </a:lnTo>
                <a:lnTo>
                  <a:pt x="7098" y="23"/>
                </a:lnTo>
                <a:lnTo>
                  <a:pt x="7099" y="23"/>
                </a:lnTo>
                <a:lnTo>
                  <a:pt x="7100" y="22"/>
                </a:lnTo>
                <a:lnTo>
                  <a:pt x="7101" y="21"/>
                </a:lnTo>
                <a:lnTo>
                  <a:pt x="7102" y="21"/>
                </a:lnTo>
                <a:lnTo>
                  <a:pt x="7103" y="20"/>
                </a:lnTo>
                <a:lnTo>
                  <a:pt x="7104" y="20"/>
                </a:lnTo>
                <a:lnTo>
                  <a:pt x="7105" y="20"/>
                </a:lnTo>
                <a:lnTo>
                  <a:pt x="7106" y="20"/>
                </a:lnTo>
                <a:lnTo>
                  <a:pt x="7107" y="20"/>
                </a:lnTo>
                <a:lnTo>
                  <a:pt x="7108" y="20"/>
                </a:lnTo>
                <a:lnTo>
                  <a:pt x="7108" y="21"/>
                </a:lnTo>
                <a:lnTo>
                  <a:pt x="7109" y="21"/>
                </a:lnTo>
                <a:lnTo>
                  <a:pt x="7110" y="21"/>
                </a:lnTo>
                <a:lnTo>
                  <a:pt x="7111" y="21"/>
                </a:lnTo>
                <a:lnTo>
                  <a:pt x="7112" y="21"/>
                </a:lnTo>
                <a:lnTo>
                  <a:pt x="7113" y="21"/>
                </a:lnTo>
                <a:lnTo>
                  <a:pt x="7113" y="20"/>
                </a:lnTo>
                <a:lnTo>
                  <a:pt x="7114" y="20"/>
                </a:lnTo>
                <a:lnTo>
                  <a:pt x="7115" y="19"/>
                </a:lnTo>
                <a:lnTo>
                  <a:pt x="7116" y="18"/>
                </a:lnTo>
                <a:lnTo>
                  <a:pt x="7116" y="17"/>
                </a:lnTo>
                <a:lnTo>
                  <a:pt x="7117" y="15"/>
                </a:lnTo>
                <a:lnTo>
                  <a:pt x="7118" y="14"/>
                </a:lnTo>
                <a:lnTo>
                  <a:pt x="7118" y="13"/>
                </a:lnTo>
                <a:lnTo>
                  <a:pt x="7119" y="13"/>
                </a:lnTo>
                <a:lnTo>
                  <a:pt x="7119" y="12"/>
                </a:lnTo>
                <a:lnTo>
                  <a:pt x="7120" y="12"/>
                </a:lnTo>
                <a:lnTo>
                  <a:pt x="7120" y="11"/>
                </a:lnTo>
                <a:lnTo>
                  <a:pt x="7120" y="10"/>
                </a:lnTo>
                <a:lnTo>
                  <a:pt x="7121" y="10"/>
                </a:lnTo>
                <a:lnTo>
                  <a:pt x="7121" y="9"/>
                </a:lnTo>
                <a:lnTo>
                  <a:pt x="7122" y="8"/>
                </a:lnTo>
                <a:lnTo>
                  <a:pt x="7123" y="7"/>
                </a:lnTo>
                <a:lnTo>
                  <a:pt x="7125" y="6"/>
                </a:lnTo>
                <a:lnTo>
                  <a:pt x="7126" y="5"/>
                </a:lnTo>
                <a:lnTo>
                  <a:pt x="7127" y="5"/>
                </a:lnTo>
                <a:lnTo>
                  <a:pt x="7128" y="5"/>
                </a:lnTo>
                <a:lnTo>
                  <a:pt x="7130" y="5"/>
                </a:lnTo>
                <a:lnTo>
                  <a:pt x="7131" y="5"/>
                </a:lnTo>
                <a:lnTo>
                  <a:pt x="7132" y="6"/>
                </a:lnTo>
                <a:lnTo>
                  <a:pt x="7135" y="6"/>
                </a:lnTo>
                <a:lnTo>
                  <a:pt x="7138" y="7"/>
                </a:lnTo>
                <a:lnTo>
                  <a:pt x="7140" y="7"/>
                </a:lnTo>
                <a:lnTo>
                  <a:pt x="7142" y="7"/>
                </a:lnTo>
                <a:lnTo>
                  <a:pt x="7144" y="7"/>
                </a:lnTo>
                <a:lnTo>
                  <a:pt x="7145" y="7"/>
                </a:lnTo>
                <a:lnTo>
                  <a:pt x="7146" y="7"/>
                </a:lnTo>
                <a:lnTo>
                  <a:pt x="7147" y="7"/>
                </a:lnTo>
                <a:lnTo>
                  <a:pt x="7148" y="7"/>
                </a:lnTo>
                <a:lnTo>
                  <a:pt x="7148" y="6"/>
                </a:lnTo>
                <a:lnTo>
                  <a:pt x="7148" y="7"/>
                </a:lnTo>
                <a:lnTo>
                  <a:pt x="7148" y="6"/>
                </a:lnTo>
                <a:lnTo>
                  <a:pt x="7149" y="7"/>
                </a:lnTo>
                <a:lnTo>
                  <a:pt x="7149" y="6"/>
                </a:lnTo>
                <a:lnTo>
                  <a:pt x="7150" y="6"/>
                </a:lnTo>
                <a:lnTo>
                  <a:pt x="7150" y="7"/>
                </a:lnTo>
                <a:lnTo>
                  <a:pt x="7151" y="7"/>
                </a:lnTo>
                <a:lnTo>
                  <a:pt x="7151" y="8"/>
                </a:lnTo>
                <a:lnTo>
                  <a:pt x="7151" y="9"/>
                </a:lnTo>
                <a:lnTo>
                  <a:pt x="7152" y="9"/>
                </a:lnTo>
                <a:lnTo>
                  <a:pt x="7152" y="10"/>
                </a:lnTo>
                <a:lnTo>
                  <a:pt x="7152" y="11"/>
                </a:lnTo>
                <a:lnTo>
                  <a:pt x="7153" y="12"/>
                </a:lnTo>
                <a:lnTo>
                  <a:pt x="7154" y="12"/>
                </a:lnTo>
                <a:lnTo>
                  <a:pt x="7154" y="13"/>
                </a:lnTo>
                <a:lnTo>
                  <a:pt x="7155" y="13"/>
                </a:lnTo>
                <a:lnTo>
                  <a:pt x="7156" y="13"/>
                </a:lnTo>
                <a:lnTo>
                  <a:pt x="7157" y="13"/>
                </a:lnTo>
                <a:lnTo>
                  <a:pt x="7157" y="12"/>
                </a:lnTo>
                <a:lnTo>
                  <a:pt x="7158" y="11"/>
                </a:lnTo>
                <a:lnTo>
                  <a:pt x="7157" y="10"/>
                </a:lnTo>
                <a:lnTo>
                  <a:pt x="7157" y="9"/>
                </a:lnTo>
                <a:lnTo>
                  <a:pt x="7156" y="9"/>
                </a:lnTo>
                <a:lnTo>
                  <a:pt x="7155" y="9"/>
                </a:lnTo>
                <a:lnTo>
                  <a:pt x="7155" y="8"/>
                </a:lnTo>
                <a:lnTo>
                  <a:pt x="7154" y="8"/>
                </a:lnTo>
                <a:lnTo>
                  <a:pt x="7154" y="7"/>
                </a:lnTo>
                <a:lnTo>
                  <a:pt x="7154" y="5"/>
                </a:lnTo>
                <a:lnTo>
                  <a:pt x="7154" y="4"/>
                </a:lnTo>
                <a:lnTo>
                  <a:pt x="7154" y="3"/>
                </a:lnTo>
                <a:lnTo>
                  <a:pt x="7155" y="2"/>
                </a:lnTo>
                <a:lnTo>
                  <a:pt x="7156" y="2"/>
                </a:lnTo>
                <a:lnTo>
                  <a:pt x="7156" y="1"/>
                </a:lnTo>
                <a:lnTo>
                  <a:pt x="7157" y="1"/>
                </a:lnTo>
                <a:lnTo>
                  <a:pt x="7157" y="0"/>
                </a:lnTo>
                <a:lnTo>
                  <a:pt x="7158" y="0"/>
                </a:lnTo>
                <a:lnTo>
                  <a:pt x="7159" y="0"/>
                </a:lnTo>
                <a:lnTo>
                  <a:pt x="7159" y="1"/>
                </a:lnTo>
                <a:lnTo>
                  <a:pt x="7160" y="1"/>
                </a:lnTo>
                <a:lnTo>
                  <a:pt x="7161" y="1"/>
                </a:lnTo>
                <a:lnTo>
                  <a:pt x="7162" y="2"/>
                </a:lnTo>
                <a:lnTo>
                  <a:pt x="7162" y="3"/>
                </a:lnTo>
                <a:lnTo>
                  <a:pt x="7163" y="3"/>
                </a:lnTo>
                <a:lnTo>
                  <a:pt x="7163" y="4"/>
                </a:lnTo>
                <a:lnTo>
                  <a:pt x="7163" y="5"/>
                </a:lnTo>
                <a:lnTo>
                  <a:pt x="7162" y="5"/>
                </a:lnTo>
                <a:lnTo>
                  <a:pt x="7162" y="6"/>
                </a:lnTo>
                <a:lnTo>
                  <a:pt x="7162" y="7"/>
                </a:lnTo>
                <a:lnTo>
                  <a:pt x="7161" y="7"/>
                </a:lnTo>
                <a:lnTo>
                  <a:pt x="7161" y="8"/>
                </a:lnTo>
                <a:lnTo>
                  <a:pt x="7160" y="8"/>
                </a:lnTo>
                <a:lnTo>
                  <a:pt x="7160" y="9"/>
                </a:lnTo>
                <a:lnTo>
                  <a:pt x="7160" y="10"/>
                </a:lnTo>
                <a:lnTo>
                  <a:pt x="7160" y="11"/>
                </a:lnTo>
                <a:lnTo>
                  <a:pt x="7161" y="11"/>
                </a:lnTo>
                <a:lnTo>
                  <a:pt x="7161" y="12"/>
                </a:lnTo>
                <a:lnTo>
                  <a:pt x="7163" y="12"/>
                </a:lnTo>
                <a:lnTo>
                  <a:pt x="7163" y="11"/>
                </a:lnTo>
                <a:lnTo>
                  <a:pt x="7164" y="11"/>
                </a:lnTo>
                <a:lnTo>
                  <a:pt x="7165" y="10"/>
                </a:lnTo>
                <a:lnTo>
                  <a:pt x="7165" y="9"/>
                </a:lnTo>
                <a:lnTo>
                  <a:pt x="7165" y="8"/>
                </a:lnTo>
                <a:lnTo>
                  <a:pt x="7166" y="8"/>
                </a:lnTo>
                <a:lnTo>
                  <a:pt x="7166" y="7"/>
                </a:lnTo>
                <a:lnTo>
                  <a:pt x="7166" y="6"/>
                </a:lnTo>
                <a:lnTo>
                  <a:pt x="7166" y="5"/>
                </a:lnTo>
                <a:lnTo>
                  <a:pt x="7166" y="4"/>
                </a:lnTo>
                <a:lnTo>
                  <a:pt x="7166" y="3"/>
                </a:lnTo>
                <a:lnTo>
                  <a:pt x="7166" y="2"/>
                </a:lnTo>
                <a:lnTo>
                  <a:pt x="7166" y="1"/>
                </a:lnTo>
                <a:lnTo>
                  <a:pt x="7166" y="0"/>
                </a:lnTo>
                <a:lnTo>
                  <a:pt x="7167" y="0"/>
                </a:lnTo>
                <a:lnTo>
                  <a:pt x="7168" y="0"/>
                </a:lnTo>
                <a:lnTo>
                  <a:pt x="7170" y="0"/>
                </a:lnTo>
                <a:moveTo>
                  <a:pt x="7800" y="2722"/>
                </a:moveTo>
                <a:lnTo>
                  <a:pt x="7802" y="2724"/>
                </a:lnTo>
                <a:lnTo>
                  <a:pt x="7803" y="2724"/>
                </a:lnTo>
                <a:lnTo>
                  <a:pt x="7802" y="2723"/>
                </a:lnTo>
                <a:lnTo>
                  <a:pt x="7801" y="2721"/>
                </a:lnTo>
                <a:lnTo>
                  <a:pt x="7800" y="2721"/>
                </a:lnTo>
                <a:lnTo>
                  <a:pt x="7800" y="2722"/>
                </a:lnTo>
                <a:moveTo>
                  <a:pt x="7793" y="2707"/>
                </a:moveTo>
                <a:lnTo>
                  <a:pt x="7792" y="2707"/>
                </a:lnTo>
                <a:lnTo>
                  <a:pt x="7791" y="2708"/>
                </a:lnTo>
                <a:lnTo>
                  <a:pt x="7791" y="2709"/>
                </a:lnTo>
                <a:lnTo>
                  <a:pt x="7791" y="2710"/>
                </a:lnTo>
                <a:lnTo>
                  <a:pt x="7792" y="2710"/>
                </a:lnTo>
                <a:lnTo>
                  <a:pt x="7793" y="2708"/>
                </a:lnTo>
                <a:lnTo>
                  <a:pt x="7793" y="2707"/>
                </a:lnTo>
                <a:moveTo>
                  <a:pt x="7795" y="2703"/>
                </a:moveTo>
                <a:lnTo>
                  <a:pt x="7794" y="2703"/>
                </a:lnTo>
                <a:lnTo>
                  <a:pt x="7794" y="2704"/>
                </a:lnTo>
                <a:lnTo>
                  <a:pt x="7795" y="2704"/>
                </a:lnTo>
                <a:lnTo>
                  <a:pt x="7795" y="2703"/>
                </a:lnTo>
                <a:moveTo>
                  <a:pt x="7791" y="2699"/>
                </a:moveTo>
                <a:lnTo>
                  <a:pt x="7790" y="2699"/>
                </a:lnTo>
                <a:lnTo>
                  <a:pt x="7789" y="2699"/>
                </a:lnTo>
                <a:lnTo>
                  <a:pt x="7788" y="2699"/>
                </a:lnTo>
                <a:lnTo>
                  <a:pt x="7789" y="2699"/>
                </a:lnTo>
                <a:lnTo>
                  <a:pt x="7789" y="2700"/>
                </a:lnTo>
                <a:lnTo>
                  <a:pt x="7788" y="2700"/>
                </a:lnTo>
                <a:lnTo>
                  <a:pt x="7788" y="2701"/>
                </a:lnTo>
                <a:lnTo>
                  <a:pt x="7787" y="2701"/>
                </a:lnTo>
                <a:lnTo>
                  <a:pt x="7788" y="2701"/>
                </a:lnTo>
                <a:lnTo>
                  <a:pt x="7788" y="2702"/>
                </a:lnTo>
                <a:lnTo>
                  <a:pt x="7788" y="2703"/>
                </a:lnTo>
                <a:lnTo>
                  <a:pt x="7788" y="2704"/>
                </a:lnTo>
                <a:lnTo>
                  <a:pt x="7789" y="2704"/>
                </a:lnTo>
                <a:lnTo>
                  <a:pt x="7790" y="2704"/>
                </a:lnTo>
                <a:lnTo>
                  <a:pt x="7789" y="2704"/>
                </a:lnTo>
                <a:lnTo>
                  <a:pt x="7789" y="2705"/>
                </a:lnTo>
                <a:lnTo>
                  <a:pt x="7789" y="2706"/>
                </a:lnTo>
                <a:lnTo>
                  <a:pt x="7789" y="2707"/>
                </a:lnTo>
                <a:lnTo>
                  <a:pt x="7788" y="2707"/>
                </a:lnTo>
                <a:lnTo>
                  <a:pt x="7789" y="2707"/>
                </a:lnTo>
                <a:lnTo>
                  <a:pt x="7789" y="2706"/>
                </a:lnTo>
                <a:lnTo>
                  <a:pt x="7790" y="2706"/>
                </a:lnTo>
                <a:lnTo>
                  <a:pt x="7790" y="2705"/>
                </a:lnTo>
                <a:lnTo>
                  <a:pt x="7791" y="2705"/>
                </a:lnTo>
                <a:lnTo>
                  <a:pt x="7791" y="2704"/>
                </a:lnTo>
                <a:lnTo>
                  <a:pt x="7791" y="2703"/>
                </a:lnTo>
                <a:lnTo>
                  <a:pt x="7792" y="2703"/>
                </a:lnTo>
                <a:lnTo>
                  <a:pt x="7792" y="2702"/>
                </a:lnTo>
                <a:lnTo>
                  <a:pt x="7794" y="2701"/>
                </a:lnTo>
                <a:lnTo>
                  <a:pt x="7795" y="2701"/>
                </a:lnTo>
                <a:lnTo>
                  <a:pt x="7795" y="2700"/>
                </a:lnTo>
                <a:lnTo>
                  <a:pt x="7796" y="2700"/>
                </a:lnTo>
                <a:lnTo>
                  <a:pt x="7796" y="2699"/>
                </a:lnTo>
                <a:lnTo>
                  <a:pt x="7796" y="2698"/>
                </a:lnTo>
                <a:lnTo>
                  <a:pt x="7796" y="2697"/>
                </a:lnTo>
                <a:lnTo>
                  <a:pt x="7796" y="2696"/>
                </a:lnTo>
                <a:lnTo>
                  <a:pt x="7796" y="2695"/>
                </a:lnTo>
                <a:lnTo>
                  <a:pt x="7796" y="2694"/>
                </a:lnTo>
                <a:lnTo>
                  <a:pt x="7796" y="2693"/>
                </a:lnTo>
                <a:lnTo>
                  <a:pt x="7796" y="2694"/>
                </a:lnTo>
                <a:lnTo>
                  <a:pt x="7795" y="2694"/>
                </a:lnTo>
                <a:lnTo>
                  <a:pt x="7794" y="2695"/>
                </a:lnTo>
                <a:lnTo>
                  <a:pt x="7793" y="2695"/>
                </a:lnTo>
                <a:lnTo>
                  <a:pt x="7793" y="2696"/>
                </a:lnTo>
                <a:lnTo>
                  <a:pt x="7793" y="2697"/>
                </a:lnTo>
                <a:lnTo>
                  <a:pt x="7792" y="2697"/>
                </a:lnTo>
                <a:lnTo>
                  <a:pt x="7792" y="2698"/>
                </a:lnTo>
                <a:lnTo>
                  <a:pt x="7791" y="2698"/>
                </a:lnTo>
                <a:lnTo>
                  <a:pt x="7791" y="2699"/>
                </a:lnTo>
                <a:moveTo>
                  <a:pt x="7793" y="2676"/>
                </a:moveTo>
                <a:lnTo>
                  <a:pt x="7793" y="2677"/>
                </a:lnTo>
                <a:lnTo>
                  <a:pt x="7792" y="2677"/>
                </a:lnTo>
                <a:lnTo>
                  <a:pt x="7792" y="2678"/>
                </a:lnTo>
                <a:lnTo>
                  <a:pt x="7792" y="2679"/>
                </a:lnTo>
                <a:lnTo>
                  <a:pt x="7792" y="2680"/>
                </a:lnTo>
                <a:lnTo>
                  <a:pt x="7792" y="2681"/>
                </a:lnTo>
                <a:lnTo>
                  <a:pt x="7793" y="2681"/>
                </a:lnTo>
                <a:lnTo>
                  <a:pt x="7794" y="2681"/>
                </a:lnTo>
                <a:lnTo>
                  <a:pt x="7794" y="2682"/>
                </a:lnTo>
                <a:lnTo>
                  <a:pt x="7795" y="2682"/>
                </a:lnTo>
                <a:lnTo>
                  <a:pt x="7796" y="2682"/>
                </a:lnTo>
                <a:lnTo>
                  <a:pt x="7797" y="2682"/>
                </a:lnTo>
                <a:lnTo>
                  <a:pt x="7797" y="2681"/>
                </a:lnTo>
                <a:lnTo>
                  <a:pt x="7796" y="2681"/>
                </a:lnTo>
                <a:lnTo>
                  <a:pt x="7796" y="2680"/>
                </a:lnTo>
                <a:lnTo>
                  <a:pt x="7796" y="2679"/>
                </a:lnTo>
                <a:lnTo>
                  <a:pt x="7795" y="2679"/>
                </a:lnTo>
                <a:lnTo>
                  <a:pt x="7795" y="2678"/>
                </a:lnTo>
                <a:lnTo>
                  <a:pt x="7795" y="2677"/>
                </a:lnTo>
                <a:lnTo>
                  <a:pt x="7794" y="2677"/>
                </a:lnTo>
                <a:lnTo>
                  <a:pt x="7794" y="2676"/>
                </a:lnTo>
                <a:lnTo>
                  <a:pt x="7794" y="2675"/>
                </a:lnTo>
                <a:lnTo>
                  <a:pt x="7794" y="2674"/>
                </a:lnTo>
                <a:lnTo>
                  <a:pt x="7794" y="2675"/>
                </a:lnTo>
                <a:lnTo>
                  <a:pt x="7793" y="2675"/>
                </a:lnTo>
                <a:lnTo>
                  <a:pt x="7793" y="2676"/>
                </a:lnTo>
                <a:moveTo>
                  <a:pt x="7797" y="2677"/>
                </a:moveTo>
                <a:lnTo>
                  <a:pt x="7797" y="2676"/>
                </a:lnTo>
                <a:lnTo>
                  <a:pt x="7797" y="2675"/>
                </a:lnTo>
                <a:lnTo>
                  <a:pt x="7796" y="2675"/>
                </a:lnTo>
                <a:lnTo>
                  <a:pt x="7796" y="2676"/>
                </a:lnTo>
                <a:lnTo>
                  <a:pt x="7796" y="2677"/>
                </a:lnTo>
                <a:lnTo>
                  <a:pt x="7797" y="2677"/>
                </a:lnTo>
                <a:moveTo>
                  <a:pt x="7803" y="2658"/>
                </a:moveTo>
                <a:lnTo>
                  <a:pt x="7804" y="2657"/>
                </a:lnTo>
                <a:lnTo>
                  <a:pt x="7803" y="2657"/>
                </a:lnTo>
                <a:lnTo>
                  <a:pt x="7803" y="2658"/>
                </a:lnTo>
                <a:moveTo>
                  <a:pt x="7804" y="2656"/>
                </a:moveTo>
                <a:lnTo>
                  <a:pt x="7805" y="2656"/>
                </a:lnTo>
                <a:lnTo>
                  <a:pt x="7805" y="2655"/>
                </a:lnTo>
                <a:lnTo>
                  <a:pt x="7805" y="2656"/>
                </a:lnTo>
                <a:lnTo>
                  <a:pt x="7804" y="2656"/>
                </a:lnTo>
                <a:lnTo>
                  <a:pt x="7804" y="2657"/>
                </a:lnTo>
                <a:lnTo>
                  <a:pt x="7804" y="2656"/>
                </a:lnTo>
                <a:moveTo>
                  <a:pt x="7806" y="2652"/>
                </a:moveTo>
                <a:lnTo>
                  <a:pt x="7805" y="2652"/>
                </a:lnTo>
                <a:lnTo>
                  <a:pt x="7805" y="2653"/>
                </a:lnTo>
                <a:lnTo>
                  <a:pt x="7805" y="2652"/>
                </a:lnTo>
                <a:lnTo>
                  <a:pt x="7806" y="2652"/>
                </a:lnTo>
                <a:moveTo>
                  <a:pt x="7816" y="2638"/>
                </a:moveTo>
                <a:lnTo>
                  <a:pt x="7816" y="2639"/>
                </a:lnTo>
                <a:lnTo>
                  <a:pt x="7816" y="2638"/>
                </a:lnTo>
                <a:lnTo>
                  <a:pt x="7815" y="2638"/>
                </a:lnTo>
                <a:lnTo>
                  <a:pt x="7815" y="2637"/>
                </a:lnTo>
                <a:lnTo>
                  <a:pt x="7815" y="2638"/>
                </a:lnTo>
                <a:lnTo>
                  <a:pt x="7814" y="2638"/>
                </a:lnTo>
                <a:lnTo>
                  <a:pt x="7813" y="2639"/>
                </a:lnTo>
                <a:lnTo>
                  <a:pt x="7812" y="2639"/>
                </a:lnTo>
                <a:lnTo>
                  <a:pt x="7812" y="2640"/>
                </a:lnTo>
                <a:lnTo>
                  <a:pt x="7813" y="2640"/>
                </a:lnTo>
                <a:lnTo>
                  <a:pt x="7812" y="2640"/>
                </a:lnTo>
                <a:lnTo>
                  <a:pt x="7813" y="2641"/>
                </a:lnTo>
                <a:lnTo>
                  <a:pt x="7812" y="2641"/>
                </a:lnTo>
                <a:lnTo>
                  <a:pt x="7811" y="2641"/>
                </a:lnTo>
                <a:lnTo>
                  <a:pt x="7811" y="2642"/>
                </a:lnTo>
                <a:lnTo>
                  <a:pt x="7811" y="2643"/>
                </a:lnTo>
                <a:lnTo>
                  <a:pt x="7811" y="2644"/>
                </a:lnTo>
                <a:lnTo>
                  <a:pt x="7811" y="2645"/>
                </a:lnTo>
                <a:lnTo>
                  <a:pt x="7811" y="2644"/>
                </a:lnTo>
                <a:lnTo>
                  <a:pt x="7812" y="2644"/>
                </a:lnTo>
                <a:lnTo>
                  <a:pt x="7812" y="2643"/>
                </a:lnTo>
                <a:lnTo>
                  <a:pt x="7813" y="2643"/>
                </a:lnTo>
                <a:lnTo>
                  <a:pt x="7813" y="2642"/>
                </a:lnTo>
                <a:lnTo>
                  <a:pt x="7814" y="2642"/>
                </a:lnTo>
                <a:lnTo>
                  <a:pt x="7815" y="2641"/>
                </a:lnTo>
                <a:lnTo>
                  <a:pt x="7816" y="2641"/>
                </a:lnTo>
                <a:lnTo>
                  <a:pt x="7816" y="2640"/>
                </a:lnTo>
                <a:lnTo>
                  <a:pt x="7817" y="2640"/>
                </a:lnTo>
                <a:lnTo>
                  <a:pt x="7817" y="2639"/>
                </a:lnTo>
                <a:lnTo>
                  <a:pt x="7816" y="2638"/>
                </a:lnTo>
                <a:moveTo>
                  <a:pt x="7818" y="2634"/>
                </a:moveTo>
                <a:lnTo>
                  <a:pt x="7818" y="2633"/>
                </a:lnTo>
                <a:lnTo>
                  <a:pt x="7819" y="2633"/>
                </a:lnTo>
                <a:lnTo>
                  <a:pt x="7819" y="2632"/>
                </a:lnTo>
                <a:lnTo>
                  <a:pt x="7818" y="2632"/>
                </a:lnTo>
                <a:lnTo>
                  <a:pt x="7818" y="2633"/>
                </a:lnTo>
                <a:lnTo>
                  <a:pt x="7818" y="2634"/>
                </a:lnTo>
                <a:lnTo>
                  <a:pt x="7817" y="2634"/>
                </a:lnTo>
                <a:lnTo>
                  <a:pt x="7818" y="2634"/>
                </a:lnTo>
                <a:moveTo>
                  <a:pt x="7820" y="2633"/>
                </a:moveTo>
                <a:lnTo>
                  <a:pt x="7819" y="2633"/>
                </a:lnTo>
                <a:lnTo>
                  <a:pt x="7819" y="2634"/>
                </a:lnTo>
                <a:lnTo>
                  <a:pt x="7818" y="2634"/>
                </a:lnTo>
                <a:lnTo>
                  <a:pt x="7817" y="2635"/>
                </a:lnTo>
                <a:lnTo>
                  <a:pt x="7817" y="2636"/>
                </a:lnTo>
                <a:lnTo>
                  <a:pt x="7816" y="2636"/>
                </a:lnTo>
                <a:lnTo>
                  <a:pt x="7816" y="2637"/>
                </a:lnTo>
                <a:lnTo>
                  <a:pt x="7817" y="2637"/>
                </a:lnTo>
                <a:lnTo>
                  <a:pt x="7817" y="2638"/>
                </a:lnTo>
                <a:lnTo>
                  <a:pt x="7817" y="2639"/>
                </a:lnTo>
                <a:lnTo>
                  <a:pt x="7817" y="2640"/>
                </a:lnTo>
                <a:lnTo>
                  <a:pt x="7817" y="2639"/>
                </a:lnTo>
                <a:lnTo>
                  <a:pt x="7818" y="2639"/>
                </a:lnTo>
                <a:lnTo>
                  <a:pt x="7819" y="2638"/>
                </a:lnTo>
                <a:lnTo>
                  <a:pt x="7820" y="2638"/>
                </a:lnTo>
                <a:lnTo>
                  <a:pt x="7820" y="2637"/>
                </a:lnTo>
                <a:lnTo>
                  <a:pt x="7821" y="2637"/>
                </a:lnTo>
                <a:lnTo>
                  <a:pt x="7821" y="2636"/>
                </a:lnTo>
                <a:lnTo>
                  <a:pt x="7821" y="2635"/>
                </a:lnTo>
                <a:lnTo>
                  <a:pt x="7821" y="2634"/>
                </a:lnTo>
                <a:lnTo>
                  <a:pt x="7821" y="2633"/>
                </a:lnTo>
                <a:lnTo>
                  <a:pt x="7820" y="2633"/>
                </a:lnTo>
                <a:moveTo>
                  <a:pt x="7819" y="2633"/>
                </a:moveTo>
                <a:lnTo>
                  <a:pt x="7820" y="2633"/>
                </a:lnTo>
                <a:lnTo>
                  <a:pt x="7821" y="2633"/>
                </a:lnTo>
                <a:lnTo>
                  <a:pt x="7821" y="2632"/>
                </a:lnTo>
                <a:lnTo>
                  <a:pt x="7821" y="2630"/>
                </a:lnTo>
                <a:lnTo>
                  <a:pt x="7820" y="2630"/>
                </a:lnTo>
                <a:lnTo>
                  <a:pt x="7820" y="2631"/>
                </a:lnTo>
                <a:lnTo>
                  <a:pt x="7819" y="2632"/>
                </a:lnTo>
                <a:lnTo>
                  <a:pt x="7819" y="2633"/>
                </a:lnTo>
                <a:moveTo>
                  <a:pt x="7831" y="2619"/>
                </a:moveTo>
                <a:lnTo>
                  <a:pt x="7831" y="2620"/>
                </a:lnTo>
                <a:lnTo>
                  <a:pt x="7830" y="2620"/>
                </a:lnTo>
                <a:lnTo>
                  <a:pt x="7829" y="2620"/>
                </a:lnTo>
                <a:lnTo>
                  <a:pt x="7829" y="2621"/>
                </a:lnTo>
                <a:lnTo>
                  <a:pt x="7828" y="2621"/>
                </a:lnTo>
                <a:lnTo>
                  <a:pt x="7827" y="2621"/>
                </a:lnTo>
                <a:lnTo>
                  <a:pt x="7827" y="2622"/>
                </a:lnTo>
                <a:lnTo>
                  <a:pt x="7827" y="2621"/>
                </a:lnTo>
                <a:lnTo>
                  <a:pt x="7828" y="2621"/>
                </a:lnTo>
                <a:lnTo>
                  <a:pt x="7827" y="2622"/>
                </a:lnTo>
                <a:lnTo>
                  <a:pt x="7826" y="2622"/>
                </a:lnTo>
                <a:lnTo>
                  <a:pt x="7827" y="2622"/>
                </a:lnTo>
                <a:lnTo>
                  <a:pt x="7826" y="2622"/>
                </a:lnTo>
                <a:lnTo>
                  <a:pt x="7826" y="2623"/>
                </a:lnTo>
                <a:lnTo>
                  <a:pt x="7827" y="2623"/>
                </a:lnTo>
                <a:lnTo>
                  <a:pt x="7828" y="2623"/>
                </a:lnTo>
                <a:lnTo>
                  <a:pt x="7828" y="2622"/>
                </a:lnTo>
                <a:lnTo>
                  <a:pt x="7829" y="2622"/>
                </a:lnTo>
                <a:lnTo>
                  <a:pt x="7830" y="2621"/>
                </a:lnTo>
                <a:lnTo>
                  <a:pt x="7831" y="2621"/>
                </a:lnTo>
                <a:lnTo>
                  <a:pt x="7831" y="2620"/>
                </a:lnTo>
                <a:lnTo>
                  <a:pt x="7832" y="2620"/>
                </a:lnTo>
                <a:lnTo>
                  <a:pt x="7832" y="2619"/>
                </a:lnTo>
                <a:lnTo>
                  <a:pt x="7831" y="2619"/>
                </a:lnTo>
                <a:moveTo>
                  <a:pt x="7832" y="2620"/>
                </a:moveTo>
                <a:lnTo>
                  <a:pt x="7833" y="2620"/>
                </a:lnTo>
                <a:lnTo>
                  <a:pt x="7833" y="2619"/>
                </a:lnTo>
                <a:lnTo>
                  <a:pt x="7834" y="2619"/>
                </a:lnTo>
                <a:lnTo>
                  <a:pt x="7834" y="2618"/>
                </a:lnTo>
                <a:lnTo>
                  <a:pt x="7834" y="2619"/>
                </a:lnTo>
                <a:lnTo>
                  <a:pt x="7833" y="2619"/>
                </a:lnTo>
                <a:lnTo>
                  <a:pt x="7832" y="2620"/>
                </a:lnTo>
                <a:moveTo>
                  <a:pt x="7839" y="2615"/>
                </a:moveTo>
                <a:lnTo>
                  <a:pt x="7838" y="2615"/>
                </a:lnTo>
                <a:lnTo>
                  <a:pt x="7839" y="2615"/>
                </a:lnTo>
                <a:lnTo>
                  <a:pt x="7840" y="2615"/>
                </a:lnTo>
                <a:lnTo>
                  <a:pt x="7840" y="2614"/>
                </a:lnTo>
                <a:lnTo>
                  <a:pt x="7840" y="2613"/>
                </a:lnTo>
                <a:lnTo>
                  <a:pt x="7839" y="2613"/>
                </a:lnTo>
                <a:lnTo>
                  <a:pt x="7839" y="2614"/>
                </a:lnTo>
                <a:lnTo>
                  <a:pt x="7839" y="2615"/>
                </a:lnTo>
                <a:moveTo>
                  <a:pt x="8602" y="1979"/>
                </a:moveTo>
                <a:lnTo>
                  <a:pt x="8602" y="1978"/>
                </a:lnTo>
                <a:lnTo>
                  <a:pt x="8601" y="1977"/>
                </a:lnTo>
                <a:lnTo>
                  <a:pt x="8600" y="1978"/>
                </a:lnTo>
                <a:lnTo>
                  <a:pt x="8600" y="1980"/>
                </a:lnTo>
                <a:lnTo>
                  <a:pt x="8600" y="1981"/>
                </a:lnTo>
                <a:lnTo>
                  <a:pt x="8601" y="1981"/>
                </a:lnTo>
                <a:lnTo>
                  <a:pt x="8601" y="1980"/>
                </a:lnTo>
                <a:lnTo>
                  <a:pt x="8602" y="1980"/>
                </a:lnTo>
                <a:lnTo>
                  <a:pt x="8602" y="1979"/>
                </a:lnTo>
                <a:moveTo>
                  <a:pt x="8595" y="1971"/>
                </a:moveTo>
                <a:lnTo>
                  <a:pt x="8595" y="1970"/>
                </a:lnTo>
                <a:lnTo>
                  <a:pt x="8594" y="1969"/>
                </a:lnTo>
                <a:lnTo>
                  <a:pt x="8593" y="1969"/>
                </a:lnTo>
                <a:lnTo>
                  <a:pt x="8593" y="1970"/>
                </a:lnTo>
                <a:lnTo>
                  <a:pt x="8594" y="1971"/>
                </a:lnTo>
                <a:lnTo>
                  <a:pt x="8594" y="1972"/>
                </a:lnTo>
                <a:lnTo>
                  <a:pt x="8595" y="1972"/>
                </a:lnTo>
                <a:lnTo>
                  <a:pt x="8595" y="1973"/>
                </a:lnTo>
                <a:lnTo>
                  <a:pt x="8596" y="1974"/>
                </a:lnTo>
                <a:lnTo>
                  <a:pt x="8596" y="1973"/>
                </a:lnTo>
                <a:lnTo>
                  <a:pt x="8596" y="1972"/>
                </a:lnTo>
                <a:lnTo>
                  <a:pt x="8595" y="1971"/>
                </a:lnTo>
                <a:moveTo>
                  <a:pt x="8540" y="1942"/>
                </a:moveTo>
                <a:lnTo>
                  <a:pt x="8541" y="1942"/>
                </a:lnTo>
                <a:lnTo>
                  <a:pt x="8540" y="1942"/>
                </a:lnTo>
                <a:moveTo>
                  <a:pt x="8539" y="1937"/>
                </a:moveTo>
                <a:lnTo>
                  <a:pt x="8539" y="1936"/>
                </a:lnTo>
                <a:lnTo>
                  <a:pt x="8539" y="1937"/>
                </a:lnTo>
                <a:moveTo>
                  <a:pt x="8538" y="1932"/>
                </a:moveTo>
                <a:lnTo>
                  <a:pt x="8537" y="1931"/>
                </a:lnTo>
                <a:lnTo>
                  <a:pt x="8537" y="1930"/>
                </a:lnTo>
                <a:lnTo>
                  <a:pt x="8538" y="1930"/>
                </a:lnTo>
                <a:lnTo>
                  <a:pt x="8539" y="1930"/>
                </a:lnTo>
                <a:lnTo>
                  <a:pt x="8539" y="1929"/>
                </a:lnTo>
                <a:lnTo>
                  <a:pt x="8539" y="1928"/>
                </a:lnTo>
                <a:lnTo>
                  <a:pt x="8538" y="1928"/>
                </a:lnTo>
                <a:lnTo>
                  <a:pt x="8537" y="1928"/>
                </a:lnTo>
                <a:lnTo>
                  <a:pt x="8537" y="1927"/>
                </a:lnTo>
                <a:lnTo>
                  <a:pt x="8536" y="1927"/>
                </a:lnTo>
                <a:lnTo>
                  <a:pt x="8536" y="1926"/>
                </a:lnTo>
                <a:lnTo>
                  <a:pt x="8536" y="1927"/>
                </a:lnTo>
                <a:lnTo>
                  <a:pt x="8535" y="1929"/>
                </a:lnTo>
                <a:lnTo>
                  <a:pt x="8535" y="1930"/>
                </a:lnTo>
                <a:lnTo>
                  <a:pt x="8536" y="1931"/>
                </a:lnTo>
                <a:lnTo>
                  <a:pt x="8537" y="1931"/>
                </a:lnTo>
                <a:lnTo>
                  <a:pt x="8538" y="193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" name=""/>
          <p:cNvSpPr/>
          <p:nvPr/>
        </p:nvSpPr>
        <p:spPr>
          <a:xfrm>
            <a:off x="4791240" y="3089880"/>
            <a:ext cx="4320" cy="3960"/>
          </a:xfrm>
          <a:custGeom>
            <a:avLst/>
            <a:gdLst/>
            <a:ahLst/>
            <a:rect l="0" t="0" r="r" b="b"/>
            <a:pathLst>
              <a:path w="12" h="11">
                <a:moveTo>
                  <a:pt x="12" y="1"/>
                </a:moveTo>
                <a:lnTo>
                  <a:pt x="12" y="5"/>
                </a:lnTo>
                <a:lnTo>
                  <a:pt x="12" y="7"/>
                </a:lnTo>
                <a:lnTo>
                  <a:pt x="8" y="10"/>
                </a:lnTo>
                <a:lnTo>
                  <a:pt x="6" y="11"/>
                </a:lnTo>
                <a:lnTo>
                  <a:pt x="4" y="11"/>
                </a:lnTo>
                <a:lnTo>
                  <a:pt x="2" y="11"/>
                </a:lnTo>
                <a:lnTo>
                  <a:pt x="0" y="9"/>
                </a:lnTo>
                <a:lnTo>
                  <a:pt x="0" y="7"/>
                </a:lnTo>
                <a:lnTo>
                  <a:pt x="2" y="6"/>
                </a:lnTo>
                <a:lnTo>
                  <a:pt x="5" y="3"/>
                </a:lnTo>
                <a:lnTo>
                  <a:pt x="8" y="1"/>
                </a:lnTo>
                <a:lnTo>
                  <a:pt x="11" y="0"/>
                </a:lnTo>
                <a:lnTo>
                  <a:pt x="12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800" rIns="21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" name=""/>
          <p:cNvSpPr/>
          <p:nvPr/>
        </p:nvSpPr>
        <p:spPr>
          <a:xfrm>
            <a:off x="4807440" y="3065040"/>
            <a:ext cx="12600" cy="5760"/>
          </a:xfrm>
          <a:custGeom>
            <a:avLst/>
            <a:gdLst/>
            <a:ahLst/>
            <a:rect l="0" t="0" r="r" b="b"/>
            <a:pathLst>
              <a:path w="35" h="16">
                <a:moveTo>
                  <a:pt x="29" y="11"/>
                </a:moveTo>
                <a:lnTo>
                  <a:pt x="26" y="12"/>
                </a:lnTo>
                <a:lnTo>
                  <a:pt x="17" y="13"/>
                </a:lnTo>
                <a:lnTo>
                  <a:pt x="7" y="16"/>
                </a:lnTo>
                <a:lnTo>
                  <a:pt x="1" y="16"/>
                </a:lnTo>
                <a:lnTo>
                  <a:pt x="0" y="15"/>
                </a:lnTo>
                <a:lnTo>
                  <a:pt x="0" y="13"/>
                </a:lnTo>
                <a:lnTo>
                  <a:pt x="0" y="12"/>
                </a:lnTo>
                <a:lnTo>
                  <a:pt x="0" y="10"/>
                </a:lnTo>
                <a:lnTo>
                  <a:pt x="1" y="8"/>
                </a:lnTo>
                <a:lnTo>
                  <a:pt x="3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16" y="3"/>
                </a:lnTo>
                <a:lnTo>
                  <a:pt x="19" y="2"/>
                </a:lnTo>
                <a:lnTo>
                  <a:pt x="20" y="2"/>
                </a:lnTo>
                <a:lnTo>
                  <a:pt x="22" y="1"/>
                </a:lnTo>
                <a:lnTo>
                  <a:pt x="24" y="1"/>
                </a:lnTo>
                <a:lnTo>
                  <a:pt x="26" y="0"/>
                </a:lnTo>
                <a:lnTo>
                  <a:pt x="29" y="0"/>
                </a:lnTo>
                <a:lnTo>
                  <a:pt x="31" y="0"/>
                </a:lnTo>
                <a:lnTo>
                  <a:pt x="33" y="0"/>
                </a:lnTo>
                <a:lnTo>
                  <a:pt x="34" y="2"/>
                </a:lnTo>
                <a:lnTo>
                  <a:pt x="35" y="4"/>
                </a:lnTo>
                <a:lnTo>
                  <a:pt x="35" y="5"/>
                </a:lnTo>
                <a:lnTo>
                  <a:pt x="34" y="7"/>
                </a:lnTo>
                <a:lnTo>
                  <a:pt x="32" y="9"/>
                </a:lnTo>
                <a:lnTo>
                  <a:pt x="31" y="10"/>
                </a:lnTo>
                <a:lnTo>
                  <a:pt x="29" y="1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" name=""/>
          <p:cNvSpPr/>
          <p:nvPr/>
        </p:nvSpPr>
        <p:spPr>
          <a:xfrm>
            <a:off x="4801320" y="3047760"/>
            <a:ext cx="11880" cy="5040"/>
          </a:xfrm>
          <a:custGeom>
            <a:avLst/>
            <a:gdLst/>
            <a:ahLst/>
            <a:rect l="0" t="0" r="r" b="b"/>
            <a:pathLst>
              <a:path w="33" h="14">
                <a:moveTo>
                  <a:pt x="4" y="14"/>
                </a:moveTo>
                <a:lnTo>
                  <a:pt x="1" y="14"/>
                </a:lnTo>
                <a:lnTo>
                  <a:pt x="0" y="13"/>
                </a:lnTo>
                <a:lnTo>
                  <a:pt x="0" y="10"/>
                </a:lnTo>
                <a:lnTo>
                  <a:pt x="1" y="9"/>
                </a:lnTo>
                <a:lnTo>
                  <a:pt x="4" y="7"/>
                </a:lnTo>
                <a:lnTo>
                  <a:pt x="6" y="6"/>
                </a:lnTo>
                <a:lnTo>
                  <a:pt x="10" y="5"/>
                </a:lnTo>
                <a:lnTo>
                  <a:pt x="14" y="3"/>
                </a:lnTo>
                <a:lnTo>
                  <a:pt x="20" y="2"/>
                </a:lnTo>
                <a:lnTo>
                  <a:pt x="25" y="1"/>
                </a:lnTo>
                <a:lnTo>
                  <a:pt x="27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4"/>
                </a:lnTo>
                <a:lnTo>
                  <a:pt x="33" y="6"/>
                </a:lnTo>
                <a:lnTo>
                  <a:pt x="32" y="6"/>
                </a:lnTo>
                <a:lnTo>
                  <a:pt x="28" y="7"/>
                </a:lnTo>
                <a:lnTo>
                  <a:pt x="24" y="7"/>
                </a:lnTo>
                <a:lnTo>
                  <a:pt x="19" y="7"/>
                </a:lnTo>
                <a:lnTo>
                  <a:pt x="16" y="8"/>
                </a:lnTo>
                <a:lnTo>
                  <a:pt x="14" y="9"/>
                </a:lnTo>
                <a:lnTo>
                  <a:pt x="11" y="11"/>
                </a:lnTo>
                <a:lnTo>
                  <a:pt x="9" y="13"/>
                </a:lnTo>
                <a:lnTo>
                  <a:pt x="6" y="14"/>
                </a:lnTo>
                <a:lnTo>
                  <a:pt x="4" y="1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" name=""/>
          <p:cNvSpPr/>
          <p:nvPr/>
        </p:nvSpPr>
        <p:spPr>
          <a:xfrm>
            <a:off x="4771440" y="3047400"/>
            <a:ext cx="8280" cy="4320"/>
          </a:xfrm>
          <a:custGeom>
            <a:avLst/>
            <a:gdLst/>
            <a:ahLst/>
            <a:rect l="0" t="0" r="r" b="b"/>
            <a:pathLst>
              <a:path w="23" h="12">
                <a:moveTo>
                  <a:pt x="3" y="4"/>
                </a:moveTo>
                <a:lnTo>
                  <a:pt x="5" y="3"/>
                </a:lnTo>
                <a:lnTo>
                  <a:pt x="6" y="2"/>
                </a:lnTo>
                <a:lnTo>
                  <a:pt x="7" y="2"/>
                </a:lnTo>
                <a:lnTo>
                  <a:pt x="9" y="2"/>
                </a:lnTo>
                <a:lnTo>
                  <a:pt x="11" y="1"/>
                </a:lnTo>
                <a:lnTo>
                  <a:pt x="12" y="1"/>
                </a:lnTo>
                <a:lnTo>
                  <a:pt x="14" y="1"/>
                </a:lnTo>
                <a:lnTo>
                  <a:pt x="15" y="0"/>
                </a:lnTo>
                <a:lnTo>
                  <a:pt x="16" y="0"/>
                </a:lnTo>
                <a:lnTo>
                  <a:pt x="17" y="0"/>
                </a:lnTo>
                <a:lnTo>
                  <a:pt x="18" y="1"/>
                </a:lnTo>
                <a:lnTo>
                  <a:pt x="19" y="1"/>
                </a:lnTo>
                <a:lnTo>
                  <a:pt x="21" y="2"/>
                </a:lnTo>
                <a:lnTo>
                  <a:pt x="22" y="2"/>
                </a:lnTo>
                <a:lnTo>
                  <a:pt x="23" y="4"/>
                </a:lnTo>
                <a:lnTo>
                  <a:pt x="23" y="5"/>
                </a:lnTo>
                <a:lnTo>
                  <a:pt x="22" y="7"/>
                </a:lnTo>
                <a:lnTo>
                  <a:pt x="20" y="8"/>
                </a:lnTo>
                <a:lnTo>
                  <a:pt x="19" y="9"/>
                </a:lnTo>
                <a:lnTo>
                  <a:pt x="18" y="9"/>
                </a:lnTo>
                <a:lnTo>
                  <a:pt x="17" y="9"/>
                </a:lnTo>
                <a:lnTo>
                  <a:pt x="15" y="9"/>
                </a:lnTo>
                <a:lnTo>
                  <a:pt x="14" y="10"/>
                </a:lnTo>
                <a:lnTo>
                  <a:pt x="13" y="10"/>
                </a:lnTo>
                <a:lnTo>
                  <a:pt x="11" y="10"/>
                </a:lnTo>
                <a:lnTo>
                  <a:pt x="9" y="12"/>
                </a:lnTo>
                <a:lnTo>
                  <a:pt x="6" y="12"/>
                </a:lnTo>
                <a:lnTo>
                  <a:pt x="5" y="12"/>
                </a:lnTo>
                <a:lnTo>
                  <a:pt x="3" y="10"/>
                </a:lnTo>
                <a:lnTo>
                  <a:pt x="2" y="10"/>
                </a:lnTo>
                <a:lnTo>
                  <a:pt x="1" y="9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2" y="5"/>
                </a:lnTo>
                <a:lnTo>
                  <a:pt x="3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" name=""/>
          <p:cNvSpPr/>
          <p:nvPr/>
        </p:nvSpPr>
        <p:spPr>
          <a:xfrm>
            <a:off x="4822200" y="304380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5" y="8"/>
                </a:moveTo>
                <a:lnTo>
                  <a:pt x="2" y="8"/>
                </a:lnTo>
                <a:lnTo>
                  <a:pt x="0" y="7"/>
                </a:lnTo>
                <a:lnTo>
                  <a:pt x="0" y="5"/>
                </a:lnTo>
                <a:lnTo>
                  <a:pt x="1" y="1"/>
                </a:lnTo>
                <a:lnTo>
                  <a:pt x="3" y="0"/>
                </a:lnTo>
                <a:lnTo>
                  <a:pt x="5" y="1"/>
                </a:lnTo>
                <a:lnTo>
                  <a:pt x="7" y="4"/>
                </a:lnTo>
                <a:lnTo>
                  <a:pt x="7" y="7"/>
                </a:lnTo>
                <a:lnTo>
                  <a:pt x="5" y="8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" name=""/>
          <p:cNvSpPr/>
          <p:nvPr/>
        </p:nvSpPr>
        <p:spPr>
          <a:xfrm>
            <a:off x="4820040" y="303948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8" y="3"/>
                </a:moveTo>
                <a:lnTo>
                  <a:pt x="8" y="5"/>
                </a:lnTo>
                <a:lnTo>
                  <a:pt x="8" y="8"/>
                </a:lnTo>
                <a:lnTo>
                  <a:pt x="4" y="11"/>
                </a:lnTo>
                <a:lnTo>
                  <a:pt x="2" y="11"/>
                </a:lnTo>
                <a:lnTo>
                  <a:pt x="0" y="9"/>
                </a:lnTo>
                <a:lnTo>
                  <a:pt x="0" y="8"/>
                </a:lnTo>
                <a:lnTo>
                  <a:pt x="0" y="6"/>
                </a:lnTo>
                <a:lnTo>
                  <a:pt x="1" y="2"/>
                </a:lnTo>
                <a:lnTo>
                  <a:pt x="3" y="0"/>
                </a:lnTo>
                <a:lnTo>
                  <a:pt x="5" y="0"/>
                </a:lnTo>
                <a:lnTo>
                  <a:pt x="8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800" rIns="21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" name=""/>
          <p:cNvSpPr/>
          <p:nvPr/>
        </p:nvSpPr>
        <p:spPr>
          <a:xfrm>
            <a:off x="4808520" y="3031920"/>
            <a:ext cx="6840" cy="6480"/>
          </a:xfrm>
          <a:custGeom>
            <a:avLst/>
            <a:gdLst/>
            <a:ahLst/>
            <a:rect l="0" t="0" r="r" b="b"/>
            <a:pathLst>
              <a:path w="19" h="18">
                <a:moveTo>
                  <a:pt x="10" y="5"/>
                </a:moveTo>
                <a:lnTo>
                  <a:pt x="15" y="3"/>
                </a:lnTo>
                <a:lnTo>
                  <a:pt x="17" y="0"/>
                </a:lnTo>
                <a:lnTo>
                  <a:pt x="19" y="2"/>
                </a:lnTo>
                <a:lnTo>
                  <a:pt x="19" y="3"/>
                </a:lnTo>
                <a:lnTo>
                  <a:pt x="18" y="6"/>
                </a:lnTo>
                <a:lnTo>
                  <a:pt x="16" y="8"/>
                </a:lnTo>
                <a:lnTo>
                  <a:pt x="12" y="9"/>
                </a:lnTo>
                <a:lnTo>
                  <a:pt x="10" y="10"/>
                </a:lnTo>
                <a:lnTo>
                  <a:pt x="8" y="11"/>
                </a:lnTo>
                <a:lnTo>
                  <a:pt x="6" y="13"/>
                </a:lnTo>
                <a:lnTo>
                  <a:pt x="3" y="16"/>
                </a:lnTo>
                <a:lnTo>
                  <a:pt x="3" y="18"/>
                </a:lnTo>
                <a:lnTo>
                  <a:pt x="1" y="16"/>
                </a:lnTo>
                <a:lnTo>
                  <a:pt x="1" y="15"/>
                </a:lnTo>
                <a:lnTo>
                  <a:pt x="0" y="13"/>
                </a:lnTo>
                <a:lnTo>
                  <a:pt x="1" y="11"/>
                </a:lnTo>
                <a:lnTo>
                  <a:pt x="2" y="10"/>
                </a:lnTo>
                <a:lnTo>
                  <a:pt x="5" y="9"/>
                </a:lnTo>
                <a:lnTo>
                  <a:pt x="8" y="7"/>
                </a:lnTo>
                <a:lnTo>
                  <a:pt x="10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" name=""/>
          <p:cNvSpPr/>
          <p:nvPr/>
        </p:nvSpPr>
        <p:spPr>
          <a:xfrm>
            <a:off x="4818600" y="3029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" name=""/>
          <p:cNvSpPr/>
          <p:nvPr/>
        </p:nvSpPr>
        <p:spPr>
          <a:xfrm>
            <a:off x="4824000" y="302112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4" y="0"/>
                </a:moveTo>
                <a:lnTo>
                  <a:pt x="5" y="0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7" y="5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" name=""/>
          <p:cNvSpPr/>
          <p:nvPr/>
        </p:nvSpPr>
        <p:spPr>
          <a:xfrm>
            <a:off x="4785840" y="3015720"/>
            <a:ext cx="5040" cy="3240"/>
          </a:xfrm>
          <a:custGeom>
            <a:avLst/>
            <a:gdLst/>
            <a:ahLst/>
            <a:rect l="0" t="0" r="r" b="b"/>
            <a:pathLst>
              <a:path w="14" h="9">
                <a:moveTo>
                  <a:pt x="10" y="2"/>
                </a:moveTo>
                <a:lnTo>
                  <a:pt x="13" y="4"/>
                </a:lnTo>
                <a:lnTo>
                  <a:pt x="14" y="5"/>
                </a:lnTo>
                <a:lnTo>
                  <a:pt x="13" y="8"/>
                </a:lnTo>
                <a:lnTo>
                  <a:pt x="12" y="9"/>
                </a:lnTo>
                <a:lnTo>
                  <a:pt x="10" y="9"/>
                </a:lnTo>
                <a:lnTo>
                  <a:pt x="7" y="9"/>
                </a:lnTo>
                <a:lnTo>
                  <a:pt x="6" y="8"/>
                </a:lnTo>
                <a:lnTo>
                  <a:pt x="5" y="8"/>
                </a:lnTo>
                <a:lnTo>
                  <a:pt x="0" y="5"/>
                </a:lnTo>
                <a:lnTo>
                  <a:pt x="0" y="2"/>
                </a:lnTo>
                <a:lnTo>
                  <a:pt x="1" y="0"/>
                </a:lnTo>
                <a:lnTo>
                  <a:pt x="4" y="0"/>
                </a:lnTo>
                <a:lnTo>
                  <a:pt x="1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080" rIns="21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" name=""/>
          <p:cNvSpPr/>
          <p:nvPr/>
        </p:nvSpPr>
        <p:spPr>
          <a:xfrm>
            <a:off x="4834440" y="301248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8" y="0"/>
                </a:moveTo>
                <a:lnTo>
                  <a:pt x="8" y="3"/>
                </a:lnTo>
                <a:lnTo>
                  <a:pt x="8" y="5"/>
                </a:lnTo>
                <a:lnTo>
                  <a:pt x="6" y="7"/>
                </a:lnTo>
                <a:lnTo>
                  <a:pt x="4" y="8"/>
                </a:lnTo>
                <a:lnTo>
                  <a:pt x="3" y="8"/>
                </a:lnTo>
                <a:lnTo>
                  <a:pt x="0" y="8"/>
                </a:lnTo>
                <a:lnTo>
                  <a:pt x="0" y="6"/>
                </a:lnTo>
                <a:lnTo>
                  <a:pt x="0" y="4"/>
                </a:lnTo>
                <a:lnTo>
                  <a:pt x="3" y="3"/>
                </a:lnTo>
                <a:lnTo>
                  <a:pt x="4" y="2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" name=""/>
          <p:cNvSpPr/>
          <p:nvPr/>
        </p:nvSpPr>
        <p:spPr>
          <a:xfrm>
            <a:off x="4794840" y="30114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7" y="2"/>
                </a:move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3" y="7"/>
                </a:lnTo>
                <a:lnTo>
                  <a:pt x="2" y="7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3" y="3"/>
                </a:lnTo>
                <a:lnTo>
                  <a:pt x="3" y="2"/>
                </a:lnTo>
                <a:lnTo>
                  <a:pt x="5" y="2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6" y="2"/>
                </a:lnTo>
                <a:lnTo>
                  <a:pt x="7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" name=""/>
          <p:cNvSpPr/>
          <p:nvPr/>
        </p:nvSpPr>
        <p:spPr>
          <a:xfrm>
            <a:off x="4791960" y="3002760"/>
            <a:ext cx="5040" cy="4320"/>
          </a:xfrm>
          <a:custGeom>
            <a:avLst/>
            <a:gdLst/>
            <a:ahLst/>
            <a:rect l="0" t="0" r="r" b="b"/>
            <a:pathLst>
              <a:path w="14" h="12">
                <a:moveTo>
                  <a:pt x="2" y="4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5" y="0"/>
                </a:lnTo>
                <a:lnTo>
                  <a:pt x="8" y="1"/>
                </a:lnTo>
                <a:lnTo>
                  <a:pt x="11" y="6"/>
                </a:lnTo>
                <a:lnTo>
                  <a:pt x="12" y="7"/>
                </a:lnTo>
                <a:lnTo>
                  <a:pt x="13" y="8"/>
                </a:lnTo>
                <a:lnTo>
                  <a:pt x="14" y="9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10" y="11"/>
                </a:lnTo>
                <a:lnTo>
                  <a:pt x="8" y="8"/>
                </a:lnTo>
                <a:lnTo>
                  <a:pt x="7" y="7"/>
                </a:lnTo>
                <a:lnTo>
                  <a:pt x="5" y="6"/>
                </a:lnTo>
                <a:lnTo>
                  <a:pt x="3" y="5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" name=""/>
          <p:cNvSpPr/>
          <p:nvPr/>
        </p:nvSpPr>
        <p:spPr>
          <a:xfrm>
            <a:off x="4784760" y="3001320"/>
            <a:ext cx="7560" cy="2880"/>
          </a:xfrm>
          <a:custGeom>
            <a:avLst/>
            <a:gdLst/>
            <a:ahLst/>
            <a:rect l="0" t="0" r="r" b="b"/>
            <a:pathLst>
              <a:path w="21" h="8">
                <a:moveTo>
                  <a:pt x="1" y="3"/>
                </a:moveTo>
                <a:lnTo>
                  <a:pt x="2" y="2"/>
                </a:lnTo>
                <a:lnTo>
                  <a:pt x="4" y="1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12" y="0"/>
                </a:lnTo>
                <a:lnTo>
                  <a:pt x="13" y="0"/>
                </a:lnTo>
                <a:lnTo>
                  <a:pt x="14" y="1"/>
                </a:lnTo>
                <a:lnTo>
                  <a:pt x="16" y="1"/>
                </a:lnTo>
                <a:lnTo>
                  <a:pt x="17" y="2"/>
                </a:lnTo>
                <a:lnTo>
                  <a:pt x="18" y="2"/>
                </a:lnTo>
                <a:lnTo>
                  <a:pt x="20" y="3"/>
                </a:lnTo>
                <a:lnTo>
                  <a:pt x="21" y="3"/>
                </a:lnTo>
                <a:lnTo>
                  <a:pt x="21" y="5"/>
                </a:lnTo>
                <a:lnTo>
                  <a:pt x="20" y="5"/>
                </a:lnTo>
                <a:lnTo>
                  <a:pt x="18" y="6"/>
                </a:lnTo>
                <a:lnTo>
                  <a:pt x="16" y="6"/>
                </a:lnTo>
                <a:lnTo>
                  <a:pt x="15" y="7"/>
                </a:lnTo>
                <a:lnTo>
                  <a:pt x="13" y="7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8" y="7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" name=""/>
          <p:cNvSpPr/>
          <p:nvPr/>
        </p:nvSpPr>
        <p:spPr>
          <a:xfrm>
            <a:off x="4826520" y="2816280"/>
            <a:ext cx="5400" cy="5040"/>
          </a:xfrm>
          <a:custGeom>
            <a:avLst/>
            <a:gdLst/>
            <a:ahLst/>
            <a:rect l="0" t="0" r="r" b="b"/>
            <a:pathLst>
              <a:path w="15" h="14">
                <a:moveTo>
                  <a:pt x="8" y="0"/>
                </a:moveTo>
                <a:lnTo>
                  <a:pt x="10" y="1"/>
                </a:lnTo>
                <a:lnTo>
                  <a:pt x="13" y="3"/>
                </a:lnTo>
                <a:lnTo>
                  <a:pt x="15" y="5"/>
                </a:lnTo>
                <a:lnTo>
                  <a:pt x="15" y="8"/>
                </a:lnTo>
                <a:lnTo>
                  <a:pt x="13" y="11"/>
                </a:lnTo>
                <a:lnTo>
                  <a:pt x="11" y="13"/>
                </a:lnTo>
                <a:lnTo>
                  <a:pt x="8" y="14"/>
                </a:lnTo>
                <a:lnTo>
                  <a:pt x="6" y="14"/>
                </a:lnTo>
                <a:lnTo>
                  <a:pt x="4" y="14"/>
                </a:lnTo>
                <a:lnTo>
                  <a:pt x="2" y="12"/>
                </a:lnTo>
                <a:lnTo>
                  <a:pt x="0" y="9"/>
                </a:lnTo>
                <a:lnTo>
                  <a:pt x="1" y="4"/>
                </a:lnTo>
                <a:lnTo>
                  <a:pt x="2" y="2"/>
                </a:lnTo>
                <a:lnTo>
                  <a:pt x="6" y="1"/>
                </a:lnTo>
                <a:lnTo>
                  <a:pt x="8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" name=""/>
          <p:cNvSpPr/>
          <p:nvPr/>
        </p:nvSpPr>
        <p:spPr>
          <a:xfrm>
            <a:off x="4759200" y="26748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4" y="4"/>
                </a:move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4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" name=""/>
          <p:cNvSpPr/>
          <p:nvPr/>
        </p:nvSpPr>
        <p:spPr>
          <a:xfrm>
            <a:off x="4801680" y="267012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2" y="3"/>
                </a:moveTo>
                <a:lnTo>
                  <a:pt x="3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" name=""/>
          <p:cNvSpPr/>
          <p:nvPr/>
        </p:nvSpPr>
        <p:spPr>
          <a:xfrm>
            <a:off x="4786920" y="26701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" name=""/>
          <p:cNvSpPr/>
          <p:nvPr/>
        </p:nvSpPr>
        <p:spPr>
          <a:xfrm>
            <a:off x="4791960" y="26690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" name=""/>
          <p:cNvSpPr/>
          <p:nvPr/>
        </p:nvSpPr>
        <p:spPr>
          <a:xfrm>
            <a:off x="4792680" y="2668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0" name=""/>
          <p:cNvSpPr/>
          <p:nvPr/>
        </p:nvSpPr>
        <p:spPr>
          <a:xfrm>
            <a:off x="4806360" y="266724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9" y="2"/>
                </a:move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1" name=""/>
          <p:cNvSpPr/>
          <p:nvPr/>
        </p:nvSpPr>
        <p:spPr>
          <a:xfrm>
            <a:off x="4782960" y="2661480"/>
            <a:ext cx="9720" cy="10080"/>
          </a:xfrm>
          <a:custGeom>
            <a:avLst/>
            <a:gdLst/>
            <a:ahLst/>
            <a:rect l="0" t="0" r="r" b="b"/>
            <a:pathLst>
              <a:path w="27" h="28">
                <a:moveTo>
                  <a:pt x="27" y="2"/>
                </a:moveTo>
                <a:lnTo>
                  <a:pt x="27" y="3"/>
                </a:lnTo>
                <a:lnTo>
                  <a:pt x="27" y="5"/>
                </a:lnTo>
                <a:lnTo>
                  <a:pt x="26" y="6"/>
                </a:lnTo>
                <a:lnTo>
                  <a:pt x="26" y="5"/>
                </a:lnTo>
                <a:lnTo>
                  <a:pt x="25" y="6"/>
                </a:lnTo>
                <a:lnTo>
                  <a:pt x="24" y="7"/>
                </a:lnTo>
                <a:lnTo>
                  <a:pt x="22" y="8"/>
                </a:lnTo>
                <a:lnTo>
                  <a:pt x="22" y="9"/>
                </a:lnTo>
                <a:lnTo>
                  <a:pt x="22" y="10"/>
                </a:lnTo>
                <a:lnTo>
                  <a:pt x="22" y="11"/>
                </a:lnTo>
                <a:lnTo>
                  <a:pt x="22" y="12"/>
                </a:lnTo>
                <a:lnTo>
                  <a:pt x="22" y="13"/>
                </a:lnTo>
                <a:lnTo>
                  <a:pt x="22" y="12"/>
                </a:lnTo>
                <a:lnTo>
                  <a:pt x="23" y="12"/>
                </a:lnTo>
                <a:lnTo>
                  <a:pt x="23" y="13"/>
                </a:lnTo>
                <a:lnTo>
                  <a:pt x="23" y="14"/>
                </a:lnTo>
                <a:lnTo>
                  <a:pt x="24" y="14"/>
                </a:lnTo>
                <a:lnTo>
                  <a:pt x="25" y="14"/>
                </a:lnTo>
                <a:lnTo>
                  <a:pt x="26" y="14"/>
                </a:lnTo>
                <a:lnTo>
                  <a:pt x="27" y="14"/>
                </a:lnTo>
                <a:lnTo>
                  <a:pt x="27" y="15"/>
                </a:lnTo>
                <a:lnTo>
                  <a:pt x="26" y="16"/>
                </a:lnTo>
                <a:lnTo>
                  <a:pt x="25" y="16"/>
                </a:lnTo>
                <a:lnTo>
                  <a:pt x="23" y="16"/>
                </a:lnTo>
                <a:lnTo>
                  <a:pt x="22" y="16"/>
                </a:lnTo>
                <a:lnTo>
                  <a:pt x="21" y="16"/>
                </a:lnTo>
                <a:lnTo>
                  <a:pt x="21" y="17"/>
                </a:lnTo>
                <a:lnTo>
                  <a:pt x="21" y="18"/>
                </a:lnTo>
                <a:lnTo>
                  <a:pt x="22" y="18"/>
                </a:lnTo>
                <a:lnTo>
                  <a:pt x="20" y="20"/>
                </a:lnTo>
                <a:lnTo>
                  <a:pt x="19" y="20"/>
                </a:lnTo>
                <a:lnTo>
                  <a:pt x="19" y="21"/>
                </a:lnTo>
                <a:lnTo>
                  <a:pt x="19" y="22"/>
                </a:lnTo>
                <a:lnTo>
                  <a:pt x="19" y="23"/>
                </a:lnTo>
                <a:lnTo>
                  <a:pt x="19" y="22"/>
                </a:lnTo>
                <a:lnTo>
                  <a:pt x="18" y="22"/>
                </a:lnTo>
                <a:lnTo>
                  <a:pt x="18" y="21"/>
                </a:lnTo>
                <a:lnTo>
                  <a:pt x="17" y="21"/>
                </a:lnTo>
                <a:lnTo>
                  <a:pt x="16" y="22"/>
                </a:lnTo>
                <a:lnTo>
                  <a:pt x="17" y="23"/>
                </a:lnTo>
                <a:lnTo>
                  <a:pt x="16" y="23"/>
                </a:lnTo>
                <a:lnTo>
                  <a:pt x="15" y="23"/>
                </a:lnTo>
                <a:lnTo>
                  <a:pt x="15" y="22"/>
                </a:lnTo>
                <a:lnTo>
                  <a:pt x="15" y="21"/>
                </a:lnTo>
                <a:lnTo>
                  <a:pt x="14" y="21"/>
                </a:lnTo>
                <a:lnTo>
                  <a:pt x="12" y="21"/>
                </a:lnTo>
                <a:lnTo>
                  <a:pt x="12" y="22"/>
                </a:lnTo>
                <a:lnTo>
                  <a:pt x="11" y="22"/>
                </a:lnTo>
                <a:lnTo>
                  <a:pt x="11" y="21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7" y="21"/>
                </a:lnTo>
                <a:lnTo>
                  <a:pt x="7" y="22"/>
                </a:lnTo>
                <a:lnTo>
                  <a:pt x="5" y="23"/>
                </a:lnTo>
                <a:lnTo>
                  <a:pt x="4" y="23"/>
                </a:lnTo>
                <a:lnTo>
                  <a:pt x="4" y="24"/>
                </a:lnTo>
                <a:lnTo>
                  <a:pt x="3" y="24"/>
                </a:lnTo>
                <a:lnTo>
                  <a:pt x="3" y="25"/>
                </a:lnTo>
                <a:lnTo>
                  <a:pt x="4" y="25"/>
                </a:lnTo>
                <a:lnTo>
                  <a:pt x="4" y="26"/>
                </a:lnTo>
                <a:lnTo>
                  <a:pt x="5" y="26"/>
                </a:lnTo>
                <a:lnTo>
                  <a:pt x="6" y="26"/>
                </a:lnTo>
                <a:lnTo>
                  <a:pt x="7" y="26"/>
                </a:lnTo>
                <a:lnTo>
                  <a:pt x="7" y="27"/>
                </a:lnTo>
                <a:lnTo>
                  <a:pt x="6" y="27"/>
                </a:lnTo>
                <a:lnTo>
                  <a:pt x="5" y="27"/>
                </a:lnTo>
                <a:lnTo>
                  <a:pt x="5" y="28"/>
                </a:lnTo>
                <a:lnTo>
                  <a:pt x="4" y="27"/>
                </a:lnTo>
                <a:lnTo>
                  <a:pt x="4" y="26"/>
                </a:lnTo>
                <a:lnTo>
                  <a:pt x="2" y="27"/>
                </a:lnTo>
                <a:lnTo>
                  <a:pt x="2" y="28"/>
                </a:lnTo>
                <a:lnTo>
                  <a:pt x="1" y="28"/>
                </a:ln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6"/>
                </a:lnTo>
                <a:lnTo>
                  <a:pt x="2" y="26"/>
                </a:lnTo>
                <a:lnTo>
                  <a:pt x="2" y="25"/>
                </a:lnTo>
                <a:lnTo>
                  <a:pt x="1" y="25"/>
                </a:lnTo>
                <a:lnTo>
                  <a:pt x="1" y="24"/>
                </a:lnTo>
                <a:lnTo>
                  <a:pt x="2" y="24"/>
                </a:lnTo>
                <a:lnTo>
                  <a:pt x="3" y="23"/>
                </a:lnTo>
                <a:lnTo>
                  <a:pt x="2" y="23"/>
                </a:lnTo>
                <a:lnTo>
                  <a:pt x="1" y="22"/>
                </a:lnTo>
                <a:lnTo>
                  <a:pt x="2" y="22"/>
                </a:lnTo>
                <a:lnTo>
                  <a:pt x="2" y="21"/>
                </a:lnTo>
                <a:lnTo>
                  <a:pt x="2" y="20"/>
                </a:lnTo>
                <a:lnTo>
                  <a:pt x="2" y="18"/>
                </a:lnTo>
                <a:lnTo>
                  <a:pt x="3" y="17"/>
                </a:lnTo>
                <a:lnTo>
                  <a:pt x="4" y="17"/>
                </a:lnTo>
                <a:lnTo>
                  <a:pt x="3" y="17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6" y="17"/>
                </a:lnTo>
                <a:lnTo>
                  <a:pt x="7" y="17"/>
                </a:lnTo>
                <a:lnTo>
                  <a:pt x="7" y="16"/>
                </a:lnTo>
                <a:lnTo>
                  <a:pt x="7" y="15"/>
                </a:lnTo>
                <a:lnTo>
                  <a:pt x="8" y="15"/>
                </a:lnTo>
                <a:lnTo>
                  <a:pt x="9" y="15"/>
                </a:lnTo>
                <a:lnTo>
                  <a:pt x="9" y="13"/>
                </a:lnTo>
                <a:lnTo>
                  <a:pt x="8" y="13"/>
                </a:lnTo>
                <a:lnTo>
                  <a:pt x="7" y="12"/>
                </a:lnTo>
                <a:lnTo>
                  <a:pt x="6" y="12"/>
                </a:lnTo>
                <a:lnTo>
                  <a:pt x="6" y="11"/>
                </a:lnTo>
                <a:lnTo>
                  <a:pt x="7" y="10"/>
                </a:lnTo>
                <a:lnTo>
                  <a:pt x="7" y="11"/>
                </a:lnTo>
                <a:lnTo>
                  <a:pt x="8" y="11"/>
                </a:lnTo>
                <a:lnTo>
                  <a:pt x="8" y="10"/>
                </a:lnTo>
                <a:lnTo>
                  <a:pt x="8" y="9"/>
                </a:lnTo>
                <a:lnTo>
                  <a:pt x="9" y="9"/>
                </a:lnTo>
                <a:lnTo>
                  <a:pt x="9" y="10"/>
                </a:lnTo>
                <a:lnTo>
                  <a:pt x="10" y="9"/>
                </a:lnTo>
                <a:lnTo>
                  <a:pt x="11" y="9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2" y="5"/>
                </a:lnTo>
                <a:lnTo>
                  <a:pt x="16" y="3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9" y="2"/>
                </a:lnTo>
                <a:lnTo>
                  <a:pt x="19" y="3"/>
                </a:lnTo>
                <a:lnTo>
                  <a:pt x="20" y="3"/>
                </a:lnTo>
                <a:lnTo>
                  <a:pt x="20" y="2"/>
                </a:lnTo>
                <a:lnTo>
                  <a:pt x="20" y="1"/>
                </a:lnTo>
                <a:lnTo>
                  <a:pt x="21" y="1"/>
                </a:lnTo>
                <a:lnTo>
                  <a:pt x="22" y="1"/>
                </a:lnTo>
                <a:lnTo>
                  <a:pt x="22" y="0"/>
                </a:lnTo>
                <a:lnTo>
                  <a:pt x="23" y="0"/>
                </a:lnTo>
                <a:lnTo>
                  <a:pt x="24" y="0"/>
                </a:lnTo>
                <a:lnTo>
                  <a:pt x="24" y="1"/>
                </a:lnTo>
                <a:lnTo>
                  <a:pt x="25" y="1"/>
                </a:lnTo>
                <a:lnTo>
                  <a:pt x="26" y="1"/>
                </a:lnTo>
                <a:lnTo>
                  <a:pt x="26" y="0"/>
                </a:lnTo>
                <a:lnTo>
                  <a:pt x="26" y="1"/>
                </a:lnTo>
                <a:lnTo>
                  <a:pt x="27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2" name=""/>
          <p:cNvSpPr/>
          <p:nvPr/>
        </p:nvSpPr>
        <p:spPr>
          <a:xfrm>
            <a:off x="4776480" y="266436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6" y="7"/>
                </a:moveTo>
                <a:lnTo>
                  <a:pt x="4" y="8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0" y="7"/>
                </a:lnTo>
                <a:lnTo>
                  <a:pt x="1" y="7"/>
                </a:lnTo>
                <a:lnTo>
                  <a:pt x="0" y="6"/>
                </a:lnTo>
                <a:lnTo>
                  <a:pt x="1" y="6"/>
                </a:lnTo>
                <a:lnTo>
                  <a:pt x="2" y="5"/>
                </a:lnTo>
                <a:lnTo>
                  <a:pt x="3" y="4"/>
                </a:lnTo>
                <a:lnTo>
                  <a:pt x="3" y="2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7" y="4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4" y="7"/>
                </a:lnTo>
                <a:lnTo>
                  <a:pt x="6" y="7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080" rIns="21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3" name=""/>
          <p:cNvSpPr/>
          <p:nvPr/>
        </p:nvSpPr>
        <p:spPr>
          <a:xfrm>
            <a:off x="4795200" y="2655720"/>
            <a:ext cx="11520" cy="15840"/>
          </a:xfrm>
          <a:custGeom>
            <a:avLst/>
            <a:gdLst/>
            <a:ahLst/>
            <a:rect l="0" t="0" r="r" b="b"/>
            <a:pathLst>
              <a:path w="32" h="44">
                <a:moveTo>
                  <a:pt x="32" y="1"/>
                </a:moveTo>
                <a:lnTo>
                  <a:pt x="31" y="2"/>
                </a:lnTo>
                <a:lnTo>
                  <a:pt x="32" y="3"/>
                </a:lnTo>
                <a:lnTo>
                  <a:pt x="32" y="5"/>
                </a:lnTo>
                <a:lnTo>
                  <a:pt x="31" y="5"/>
                </a:lnTo>
                <a:lnTo>
                  <a:pt x="30" y="7"/>
                </a:lnTo>
                <a:lnTo>
                  <a:pt x="29" y="7"/>
                </a:lnTo>
                <a:lnTo>
                  <a:pt x="28" y="7"/>
                </a:lnTo>
                <a:lnTo>
                  <a:pt x="28" y="8"/>
                </a:lnTo>
                <a:lnTo>
                  <a:pt x="27" y="8"/>
                </a:lnTo>
                <a:lnTo>
                  <a:pt x="23" y="8"/>
                </a:lnTo>
                <a:lnTo>
                  <a:pt x="23" y="7"/>
                </a:lnTo>
                <a:lnTo>
                  <a:pt x="22" y="7"/>
                </a:lnTo>
                <a:lnTo>
                  <a:pt x="23" y="7"/>
                </a:lnTo>
                <a:lnTo>
                  <a:pt x="23" y="8"/>
                </a:lnTo>
                <a:lnTo>
                  <a:pt x="22" y="9"/>
                </a:lnTo>
                <a:lnTo>
                  <a:pt x="22" y="10"/>
                </a:lnTo>
                <a:lnTo>
                  <a:pt x="21" y="10"/>
                </a:lnTo>
                <a:lnTo>
                  <a:pt x="21" y="12"/>
                </a:lnTo>
                <a:lnTo>
                  <a:pt x="20" y="13"/>
                </a:lnTo>
                <a:lnTo>
                  <a:pt x="21" y="13"/>
                </a:lnTo>
                <a:lnTo>
                  <a:pt x="21" y="14"/>
                </a:lnTo>
                <a:lnTo>
                  <a:pt x="20" y="14"/>
                </a:lnTo>
                <a:lnTo>
                  <a:pt x="19" y="15"/>
                </a:lnTo>
                <a:lnTo>
                  <a:pt x="19" y="16"/>
                </a:lnTo>
                <a:lnTo>
                  <a:pt x="18" y="18"/>
                </a:lnTo>
                <a:lnTo>
                  <a:pt x="18" y="19"/>
                </a:lnTo>
                <a:lnTo>
                  <a:pt x="18" y="20"/>
                </a:lnTo>
                <a:lnTo>
                  <a:pt x="19" y="21"/>
                </a:lnTo>
                <a:lnTo>
                  <a:pt x="20" y="21"/>
                </a:lnTo>
                <a:lnTo>
                  <a:pt x="20" y="22"/>
                </a:lnTo>
                <a:lnTo>
                  <a:pt x="20" y="23"/>
                </a:lnTo>
                <a:lnTo>
                  <a:pt x="21" y="23"/>
                </a:lnTo>
                <a:lnTo>
                  <a:pt x="21" y="24"/>
                </a:lnTo>
                <a:lnTo>
                  <a:pt x="22" y="24"/>
                </a:lnTo>
                <a:lnTo>
                  <a:pt x="22" y="25"/>
                </a:lnTo>
                <a:lnTo>
                  <a:pt x="21" y="26"/>
                </a:lnTo>
                <a:lnTo>
                  <a:pt x="20" y="28"/>
                </a:lnTo>
                <a:lnTo>
                  <a:pt x="19" y="28"/>
                </a:lnTo>
                <a:lnTo>
                  <a:pt x="18" y="29"/>
                </a:lnTo>
                <a:lnTo>
                  <a:pt x="18" y="30"/>
                </a:lnTo>
                <a:lnTo>
                  <a:pt x="18" y="31"/>
                </a:lnTo>
                <a:lnTo>
                  <a:pt x="17" y="32"/>
                </a:lnTo>
                <a:lnTo>
                  <a:pt x="17" y="33"/>
                </a:lnTo>
                <a:lnTo>
                  <a:pt x="18" y="34"/>
                </a:lnTo>
                <a:lnTo>
                  <a:pt x="18" y="35"/>
                </a:lnTo>
                <a:lnTo>
                  <a:pt x="19" y="35"/>
                </a:lnTo>
                <a:lnTo>
                  <a:pt x="19" y="36"/>
                </a:lnTo>
                <a:lnTo>
                  <a:pt x="19" y="37"/>
                </a:lnTo>
                <a:lnTo>
                  <a:pt x="20" y="37"/>
                </a:lnTo>
                <a:lnTo>
                  <a:pt x="21" y="37"/>
                </a:lnTo>
                <a:lnTo>
                  <a:pt x="21" y="38"/>
                </a:lnTo>
                <a:lnTo>
                  <a:pt x="22" y="38"/>
                </a:lnTo>
                <a:lnTo>
                  <a:pt x="22" y="39"/>
                </a:lnTo>
                <a:lnTo>
                  <a:pt x="21" y="39"/>
                </a:lnTo>
                <a:lnTo>
                  <a:pt x="21" y="40"/>
                </a:lnTo>
                <a:lnTo>
                  <a:pt x="20" y="42"/>
                </a:lnTo>
                <a:lnTo>
                  <a:pt x="18" y="42"/>
                </a:lnTo>
                <a:lnTo>
                  <a:pt x="18" y="43"/>
                </a:lnTo>
                <a:lnTo>
                  <a:pt x="17" y="43"/>
                </a:lnTo>
                <a:lnTo>
                  <a:pt x="16" y="43"/>
                </a:lnTo>
                <a:lnTo>
                  <a:pt x="16" y="44"/>
                </a:lnTo>
                <a:lnTo>
                  <a:pt x="15" y="44"/>
                </a:lnTo>
                <a:lnTo>
                  <a:pt x="14" y="44"/>
                </a:lnTo>
                <a:lnTo>
                  <a:pt x="13" y="43"/>
                </a:lnTo>
                <a:lnTo>
                  <a:pt x="12" y="44"/>
                </a:lnTo>
                <a:lnTo>
                  <a:pt x="12" y="43"/>
                </a:lnTo>
                <a:lnTo>
                  <a:pt x="14" y="42"/>
                </a:lnTo>
                <a:lnTo>
                  <a:pt x="14" y="40"/>
                </a:lnTo>
                <a:lnTo>
                  <a:pt x="15" y="39"/>
                </a:lnTo>
                <a:lnTo>
                  <a:pt x="14" y="39"/>
                </a:lnTo>
                <a:lnTo>
                  <a:pt x="14" y="38"/>
                </a:lnTo>
                <a:lnTo>
                  <a:pt x="13" y="39"/>
                </a:lnTo>
                <a:lnTo>
                  <a:pt x="12" y="39"/>
                </a:lnTo>
                <a:lnTo>
                  <a:pt x="12" y="40"/>
                </a:lnTo>
                <a:lnTo>
                  <a:pt x="11" y="40"/>
                </a:lnTo>
                <a:lnTo>
                  <a:pt x="10" y="40"/>
                </a:lnTo>
                <a:lnTo>
                  <a:pt x="10" y="39"/>
                </a:lnTo>
                <a:lnTo>
                  <a:pt x="10" y="38"/>
                </a:lnTo>
                <a:lnTo>
                  <a:pt x="11" y="38"/>
                </a:lnTo>
                <a:lnTo>
                  <a:pt x="11" y="37"/>
                </a:lnTo>
                <a:lnTo>
                  <a:pt x="11" y="36"/>
                </a:lnTo>
                <a:lnTo>
                  <a:pt x="11" y="35"/>
                </a:lnTo>
                <a:lnTo>
                  <a:pt x="12" y="35"/>
                </a:lnTo>
                <a:lnTo>
                  <a:pt x="13" y="35"/>
                </a:lnTo>
                <a:lnTo>
                  <a:pt x="12" y="34"/>
                </a:lnTo>
                <a:lnTo>
                  <a:pt x="12" y="35"/>
                </a:lnTo>
                <a:lnTo>
                  <a:pt x="11" y="35"/>
                </a:lnTo>
                <a:lnTo>
                  <a:pt x="11" y="34"/>
                </a:lnTo>
                <a:lnTo>
                  <a:pt x="11" y="33"/>
                </a:lnTo>
                <a:lnTo>
                  <a:pt x="10" y="33"/>
                </a:lnTo>
                <a:lnTo>
                  <a:pt x="10" y="34"/>
                </a:lnTo>
                <a:lnTo>
                  <a:pt x="10" y="35"/>
                </a:lnTo>
                <a:lnTo>
                  <a:pt x="9" y="35"/>
                </a:lnTo>
                <a:lnTo>
                  <a:pt x="9" y="36"/>
                </a:lnTo>
                <a:lnTo>
                  <a:pt x="8" y="36"/>
                </a:lnTo>
                <a:lnTo>
                  <a:pt x="7" y="36"/>
                </a:lnTo>
                <a:lnTo>
                  <a:pt x="7" y="37"/>
                </a:lnTo>
                <a:lnTo>
                  <a:pt x="6" y="37"/>
                </a:lnTo>
                <a:lnTo>
                  <a:pt x="6" y="36"/>
                </a:lnTo>
                <a:lnTo>
                  <a:pt x="6" y="35"/>
                </a:lnTo>
                <a:lnTo>
                  <a:pt x="6" y="34"/>
                </a:lnTo>
                <a:lnTo>
                  <a:pt x="7" y="33"/>
                </a:lnTo>
                <a:lnTo>
                  <a:pt x="7" y="32"/>
                </a:lnTo>
                <a:lnTo>
                  <a:pt x="7" y="31"/>
                </a:lnTo>
                <a:lnTo>
                  <a:pt x="8" y="31"/>
                </a:lnTo>
                <a:lnTo>
                  <a:pt x="9" y="31"/>
                </a:lnTo>
                <a:lnTo>
                  <a:pt x="9" y="30"/>
                </a:lnTo>
                <a:lnTo>
                  <a:pt x="9" y="29"/>
                </a:lnTo>
                <a:lnTo>
                  <a:pt x="9" y="28"/>
                </a:lnTo>
                <a:lnTo>
                  <a:pt x="9" y="27"/>
                </a:lnTo>
                <a:lnTo>
                  <a:pt x="10" y="27"/>
                </a:lnTo>
                <a:lnTo>
                  <a:pt x="11" y="27"/>
                </a:lnTo>
                <a:lnTo>
                  <a:pt x="12" y="27"/>
                </a:lnTo>
                <a:lnTo>
                  <a:pt x="12" y="28"/>
                </a:lnTo>
                <a:lnTo>
                  <a:pt x="13" y="28"/>
                </a:lnTo>
                <a:lnTo>
                  <a:pt x="14" y="27"/>
                </a:lnTo>
                <a:lnTo>
                  <a:pt x="14" y="28"/>
                </a:lnTo>
                <a:lnTo>
                  <a:pt x="14" y="27"/>
                </a:lnTo>
                <a:lnTo>
                  <a:pt x="15" y="27"/>
                </a:lnTo>
                <a:lnTo>
                  <a:pt x="15" y="26"/>
                </a:lnTo>
                <a:lnTo>
                  <a:pt x="15" y="25"/>
                </a:lnTo>
                <a:lnTo>
                  <a:pt x="14" y="25"/>
                </a:lnTo>
                <a:lnTo>
                  <a:pt x="14" y="24"/>
                </a:lnTo>
                <a:lnTo>
                  <a:pt x="15" y="24"/>
                </a:lnTo>
                <a:lnTo>
                  <a:pt x="16" y="24"/>
                </a:lnTo>
                <a:lnTo>
                  <a:pt x="16" y="23"/>
                </a:lnTo>
                <a:lnTo>
                  <a:pt x="15" y="22"/>
                </a:lnTo>
                <a:lnTo>
                  <a:pt x="15" y="21"/>
                </a:lnTo>
                <a:lnTo>
                  <a:pt x="16" y="22"/>
                </a:lnTo>
                <a:lnTo>
                  <a:pt x="16" y="20"/>
                </a:lnTo>
                <a:lnTo>
                  <a:pt x="15" y="20"/>
                </a:lnTo>
                <a:lnTo>
                  <a:pt x="14" y="20"/>
                </a:lnTo>
                <a:lnTo>
                  <a:pt x="14" y="21"/>
                </a:lnTo>
                <a:lnTo>
                  <a:pt x="12" y="20"/>
                </a:lnTo>
                <a:lnTo>
                  <a:pt x="11" y="20"/>
                </a:lnTo>
                <a:lnTo>
                  <a:pt x="10" y="20"/>
                </a:lnTo>
                <a:lnTo>
                  <a:pt x="9" y="20"/>
                </a:lnTo>
                <a:lnTo>
                  <a:pt x="8" y="22"/>
                </a:lnTo>
                <a:lnTo>
                  <a:pt x="8" y="23"/>
                </a:lnTo>
                <a:lnTo>
                  <a:pt x="7" y="23"/>
                </a:lnTo>
                <a:lnTo>
                  <a:pt x="6" y="24"/>
                </a:lnTo>
                <a:lnTo>
                  <a:pt x="5" y="24"/>
                </a:lnTo>
                <a:lnTo>
                  <a:pt x="5" y="23"/>
                </a:lnTo>
                <a:lnTo>
                  <a:pt x="4" y="22"/>
                </a:lnTo>
                <a:lnTo>
                  <a:pt x="3" y="22"/>
                </a:lnTo>
                <a:lnTo>
                  <a:pt x="2" y="23"/>
                </a:lnTo>
                <a:lnTo>
                  <a:pt x="1" y="23"/>
                </a:lnTo>
                <a:lnTo>
                  <a:pt x="1" y="22"/>
                </a:lnTo>
                <a:lnTo>
                  <a:pt x="2" y="22"/>
                </a:lnTo>
                <a:lnTo>
                  <a:pt x="1" y="22"/>
                </a:lnTo>
                <a:lnTo>
                  <a:pt x="0" y="22"/>
                </a:lnTo>
                <a:lnTo>
                  <a:pt x="0" y="21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2" y="18"/>
                </a:lnTo>
                <a:lnTo>
                  <a:pt x="1" y="18"/>
                </a:lnTo>
                <a:lnTo>
                  <a:pt x="0" y="18"/>
                </a:lnTo>
                <a:lnTo>
                  <a:pt x="1" y="17"/>
                </a:lnTo>
                <a:lnTo>
                  <a:pt x="2" y="16"/>
                </a:lnTo>
                <a:lnTo>
                  <a:pt x="3" y="16"/>
                </a:lnTo>
                <a:lnTo>
                  <a:pt x="3" y="15"/>
                </a:lnTo>
                <a:lnTo>
                  <a:pt x="3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7" y="12"/>
                </a:lnTo>
                <a:lnTo>
                  <a:pt x="8" y="12"/>
                </a:lnTo>
                <a:lnTo>
                  <a:pt x="7" y="12"/>
                </a:lnTo>
                <a:lnTo>
                  <a:pt x="7" y="11"/>
                </a:lnTo>
                <a:lnTo>
                  <a:pt x="8" y="11"/>
                </a:lnTo>
                <a:lnTo>
                  <a:pt x="9" y="11"/>
                </a:lnTo>
                <a:lnTo>
                  <a:pt x="10" y="12"/>
                </a:lnTo>
                <a:lnTo>
                  <a:pt x="10" y="13"/>
                </a:lnTo>
                <a:lnTo>
                  <a:pt x="10" y="14"/>
                </a:lnTo>
                <a:lnTo>
                  <a:pt x="11" y="14"/>
                </a:lnTo>
                <a:lnTo>
                  <a:pt x="11" y="13"/>
                </a:lnTo>
                <a:lnTo>
                  <a:pt x="12" y="12"/>
                </a:lnTo>
                <a:lnTo>
                  <a:pt x="12" y="11"/>
                </a:lnTo>
                <a:lnTo>
                  <a:pt x="12" y="10"/>
                </a:lnTo>
                <a:lnTo>
                  <a:pt x="13" y="10"/>
                </a:lnTo>
                <a:lnTo>
                  <a:pt x="14" y="9"/>
                </a:lnTo>
                <a:lnTo>
                  <a:pt x="14" y="8"/>
                </a:lnTo>
                <a:lnTo>
                  <a:pt x="13" y="8"/>
                </a:lnTo>
                <a:lnTo>
                  <a:pt x="13" y="7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3" y="5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3" y="5"/>
                </a:lnTo>
                <a:lnTo>
                  <a:pt x="14" y="5"/>
                </a:lnTo>
                <a:lnTo>
                  <a:pt x="15" y="5"/>
                </a:lnTo>
                <a:lnTo>
                  <a:pt x="17" y="5"/>
                </a:lnTo>
                <a:lnTo>
                  <a:pt x="17" y="4"/>
                </a:lnTo>
                <a:lnTo>
                  <a:pt x="17" y="3"/>
                </a:lnTo>
                <a:lnTo>
                  <a:pt x="18" y="3"/>
                </a:lnTo>
                <a:lnTo>
                  <a:pt x="19" y="3"/>
                </a:lnTo>
                <a:lnTo>
                  <a:pt x="20" y="3"/>
                </a:lnTo>
                <a:lnTo>
                  <a:pt x="20" y="2"/>
                </a:lnTo>
                <a:lnTo>
                  <a:pt x="21" y="2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5" y="0"/>
                </a:lnTo>
                <a:lnTo>
                  <a:pt x="27" y="1"/>
                </a:lnTo>
                <a:lnTo>
                  <a:pt x="28" y="1"/>
                </a:lnTo>
                <a:lnTo>
                  <a:pt x="30" y="1"/>
                </a:lnTo>
                <a:lnTo>
                  <a:pt x="32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4" name=""/>
          <p:cNvSpPr/>
          <p:nvPr/>
        </p:nvSpPr>
        <p:spPr>
          <a:xfrm>
            <a:off x="4793040" y="2661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3"/>
                </a:move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5" name=""/>
          <p:cNvSpPr/>
          <p:nvPr/>
        </p:nvSpPr>
        <p:spPr>
          <a:xfrm>
            <a:off x="4815000" y="2647080"/>
            <a:ext cx="2880" cy="3240"/>
          </a:xfrm>
          <a:custGeom>
            <a:avLst/>
            <a:gdLst/>
            <a:ahLst/>
            <a:rect l="0" t="0" r="r" b="b"/>
            <a:pathLst>
              <a:path w="8" h="9">
                <a:moveTo>
                  <a:pt x="4" y="7"/>
                </a:move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7" y="0"/>
                </a:lnTo>
                <a:lnTo>
                  <a:pt x="8" y="1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4" y="7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080" rIns="21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6" name=""/>
          <p:cNvSpPr/>
          <p:nvPr/>
        </p:nvSpPr>
        <p:spPr>
          <a:xfrm>
            <a:off x="4823640" y="2647080"/>
            <a:ext cx="5040" cy="3240"/>
          </a:xfrm>
          <a:custGeom>
            <a:avLst/>
            <a:gdLst/>
            <a:ahLst/>
            <a:rect l="0" t="0" r="r" b="b"/>
            <a:pathLst>
              <a:path w="14" h="9">
                <a:moveTo>
                  <a:pt x="9" y="2"/>
                </a:moveTo>
                <a:lnTo>
                  <a:pt x="10" y="1"/>
                </a:lnTo>
                <a:lnTo>
                  <a:pt x="11" y="0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3" y="2"/>
                </a:lnTo>
                <a:lnTo>
                  <a:pt x="11" y="4"/>
                </a:lnTo>
                <a:lnTo>
                  <a:pt x="10" y="4"/>
                </a:lnTo>
                <a:lnTo>
                  <a:pt x="10" y="5"/>
                </a:lnTo>
                <a:lnTo>
                  <a:pt x="9" y="6"/>
                </a:lnTo>
                <a:lnTo>
                  <a:pt x="9" y="5"/>
                </a:lnTo>
                <a:lnTo>
                  <a:pt x="8" y="5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2" y="8"/>
                </a:lnTo>
                <a:lnTo>
                  <a:pt x="2" y="9"/>
                </a:lnTo>
                <a:lnTo>
                  <a:pt x="1" y="8"/>
                </a:lnTo>
                <a:lnTo>
                  <a:pt x="0" y="6"/>
                </a:lnTo>
                <a:lnTo>
                  <a:pt x="0" y="5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6" y="0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080" rIns="21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7" name=""/>
          <p:cNvSpPr/>
          <p:nvPr/>
        </p:nvSpPr>
        <p:spPr>
          <a:xfrm>
            <a:off x="4822560" y="2642400"/>
            <a:ext cx="2520" cy="3600"/>
          </a:xfrm>
          <a:custGeom>
            <a:avLst/>
            <a:gdLst/>
            <a:ahLst/>
            <a:rect l="0" t="0" r="r" b="b"/>
            <a:pathLst>
              <a:path w="7" h="10">
                <a:moveTo>
                  <a:pt x="3" y="5"/>
                </a:move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  <a:lnTo>
                  <a:pt x="7" y="3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7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9"/>
                </a:lnTo>
                <a:lnTo>
                  <a:pt x="1" y="7"/>
                </a:lnTo>
                <a:lnTo>
                  <a:pt x="1" y="6"/>
                </a:lnTo>
                <a:lnTo>
                  <a:pt x="3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440" rIns="216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" name=""/>
          <p:cNvSpPr/>
          <p:nvPr/>
        </p:nvSpPr>
        <p:spPr>
          <a:xfrm>
            <a:off x="4770720" y="26416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" name=""/>
          <p:cNvSpPr/>
          <p:nvPr/>
        </p:nvSpPr>
        <p:spPr>
          <a:xfrm>
            <a:off x="4825080" y="26409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4" y="5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" name=""/>
          <p:cNvSpPr/>
          <p:nvPr/>
        </p:nvSpPr>
        <p:spPr>
          <a:xfrm>
            <a:off x="4862880" y="263772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7" y="3"/>
                </a:moveTo>
                <a:lnTo>
                  <a:pt x="8" y="3"/>
                </a:lnTo>
                <a:lnTo>
                  <a:pt x="8" y="4"/>
                </a:lnTo>
                <a:lnTo>
                  <a:pt x="7" y="6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" name=""/>
          <p:cNvSpPr/>
          <p:nvPr/>
        </p:nvSpPr>
        <p:spPr>
          <a:xfrm>
            <a:off x="4772160" y="26380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" name=""/>
          <p:cNvSpPr/>
          <p:nvPr/>
        </p:nvSpPr>
        <p:spPr>
          <a:xfrm>
            <a:off x="4860720" y="26373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5" y="5"/>
                </a:move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6" y="3"/>
                </a:lnTo>
                <a:lnTo>
                  <a:pt x="6" y="5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" name=""/>
          <p:cNvSpPr/>
          <p:nvPr/>
        </p:nvSpPr>
        <p:spPr>
          <a:xfrm>
            <a:off x="4864680" y="263448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8" y="4"/>
                </a:moveTo>
                <a:lnTo>
                  <a:pt x="8" y="5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2"/>
                </a:lnTo>
                <a:lnTo>
                  <a:pt x="8" y="3"/>
                </a:lnTo>
                <a:lnTo>
                  <a:pt x="8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" name=""/>
          <p:cNvSpPr/>
          <p:nvPr/>
        </p:nvSpPr>
        <p:spPr>
          <a:xfrm>
            <a:off x="4870080" y="26337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1"/>
                </a:move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" name=""/>
          <p:cNvSpPr/>
          <p:nvPr/>
        </p:nvSpPr>
        <p:spPr>
          <a:xfrm>
            <a:off x="4869000" y="26337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" name=""/>
          <p:cNvSpPr/>
          <p:nvPr/>
        </p:nvSpPr>
        <p:spPr>
          <a:xfrm>
            <a:off x="4861080" y="263232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5" y="3"/>
                </a:moveTo>
                <a:lnTo>
                  <a:pt x="7" y="3"/>
                </a:lnTo>
                <a:lnTo>
                  <a:pt x="8" y="4"/>
                </a:lnTo>
                <a:lnTo>
                  <a:pt x="7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4"/>
                </a:lnTo>
                <a:lnTo>
                  <a:pt x="5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" name=""/>
          <p:cNvSpPr/>
          <p:nvPr/>
        </p:nvSpPr>
        <p:spPr>
          <a:xfrm>
            <a:off x="4858920" y="26319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3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3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" name=""/>
          <p:cNvSpPr/>
          <p:nvPr/>
        </p:nvSpPr>
        <p:spPr>
          <a:xfrm>
            <a:off x="4861080" y="2631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" name=""/>
          <p:cNvSpPr/>
          <p:nvPr/>
        </p:nvSpPr>
        <p:spPr>
          <a:xfrm>
            <a:off x="4843440" y="26308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1"/>
                </a:moveTo>
                <a:lnTo>
                  <a:pt x="2" y="3"/>
                </a:lnTo>
                <a:lnTo>
                  <a:pt x="3" y="1"/>
                </a:lnTo>
                <a:lnTo>
                  <a:pt x="3" y="0"/>
                </a:ln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" name=""/>
          <p:cNvSpPr/>
          <p:nvPr/>
        </p:nvSpPr>
        <p:spPr>
          <a:xfrm>
            <a:off x="4846320" y="26305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0"/>
                </a:moveTo>
                <a:lnTo>
                  <a:pt x="2" y="1"/>
                </a:lnTo>
                <a:lnTo>
                  <a:pt x="5" y="4"/>
                </a:lnTo>
                <a:lnTo>
                  <a:pt x="3" y="4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" name=""/>
          <p:cNvSpPr/>
          <p:nvPr/>
        </p:nvSpPr>
        <p:spPr>
          <a:xfrm>
            <a:off x="4842720" y="26305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" name=""/>
          <p:cNvSpPr/>
          <p:nvPr/>
        </p:nvSpPr>
        <p:spPr>
          <a:xfrm>
            <a:off x="4875840" y="26305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" name=""/>
          <p:cNvSpPr/>
          <p:nvPr/>
        </p:nvSpPr>
        <p:spPr>
          <a:xfrm>
            <a:off x="4882680" y="26301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3"/>
                </a:move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" name=""/>
          <p:cNvSpPr/>
          <p:nvPr/>
        </p:nvSpPr>
        <p:spPr>
          <a:xfrm>
            <a:off x="4876560" y="2629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" name=""/>
          <p:cNvSpPr/>
          <p:nvPr/>
        </p:nvSpPr>
        <p:spPr>
          <a:xfrm>
            <a:off x="4883040" y="26294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" name=""/>
          <p:cNvSpPr/>
          <p:nvPr/>
        </p:nvSpPr>
        <p:spPr>
          <a:xfrm>
            <a:off x="4881600" y="26294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" name=""/>
          <p:cNvSpPr/>
          <p:nvPr/>
        </p:nvSpPr>
        <p:spPr>
          <a:xfrm>
            <a:off x="4880520" y="2628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" name=""/>
          <p:cNvSpPr/>
          <p:nvPr/>
        </p:nvSpPr>
        <p:spPr>
          <a:xfrm>
            <a:off x="4861080" y="2627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3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" name=""/>
          <p:cNvSpPr/>
          <p:nvPr/>
        </p:nvSpPr>
        <p:spPr>
          <a:xfrm>
            <a:off x="4849920" y="2623680"/>
            <a:ext cx="4680" cy="4680"/>
          </a:xfrm>
          <a:custGeom>
            <a:avLst/>
            <a:gdLst/>
            <a:ahLst/>
            <a:rect l="0" t="0" r="r" b="b"/>
            <a:pathLst>
              <a:path w="13" h="13">
                <a:moveTo>
                  <a:pt x="8" y="2"/>
                </a:move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10" y="6"/>
                </a:lnTo>
                <a:lnTo>
                  <a:pt x="11" y="6"/>
                </a:lnTo>
                <a:lnTo>
                  <a:pt x="12" y="7"/>
                </a:lnTo>
                <a:lnTo>
                  <a:pt x="11" y="7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7" y="10"/>
                </a:lnTo>
                <a:lnTo>
                  <a:pt x="7" y="12"/>
                </a:lnTo>
                <a:lnTo>
                  <a:pt x="6" y="12"/>
                </a:lnTo>
                <a:lnTo>
                  <a:pt x="5" y="12"/>
                </a:lnTo>
                <a:lnTo>
                  <a:pt x="4" y="12"/>
                </a:lnTo>
                <a:lnTo>
                  <a:pt x="4" y="13"/>
                </a:lnTo>
                <a:lnTo>
                  <a:pt x="3" y="12"/>
                </a:lnTo>
                <a:lnTo>
                  <a:pt x="3" y="10"/>
                </a:lnTo>
                <a:lnTo>
                  <a:pt x="3" y="9"/>
                </a:lnTo>
                <a:lnTo>
                  <a:pt x="3" y="5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7" y="0"/>
                </a:lnTo>
                <a:lnTo>
                  <a:pt x="8" y="1"/>
                </a:lnTo>
                <a:lnTo>
                  <a:pt x="10" y="0"/>
                </a:lnTo>
                <a:lnTo>
                  <a:pt x="12" y="4"/>
                </a:lnTo>
                <a:lnTo>
                  <a:pt x="13" y="6"/>
                </a:lnTo>
                <a:lnTo>
                  <a:pt x="12" y="6"/>
                </a:lnTo>
                <a:lnTo>
                  <a:pt x="11" y="4"/>
                </a:lnTo>
                <a:lnTo>
                  <a:pt x="11" y="3"/>
                </a:lnTo>
                <a:lnTo>
                  <a:pt x="8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" name=""/>
          <p:cNvSpPr/>
          <p:nvPr/>
        </p:nvSpPr>
        <p:spPr>
          <a:xfrm>
            <a:off x="4873680" y="2624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4"/>
                </a:lnTo>
                <a:lnTo>
                  <a:pt x="0" y="4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" name=""/>
          <p:cNvSpPr/>
          <p:nvPr/>
        </p:nvSpPr>
        <p:spPr>
          <a:xfrm>
            <a:off x="4861440" y="2624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" name=""/>
          <p:cNvSpPr/>
          <p:nvPr/>
        </p:nvSpPr>
        <p:spPr>
          <a:xfrm>
            <a:off x="4869000" y="262260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4" y="7"/>
                </a:moveTo>
                <a:lnTo>
                  <a:pt x="3" y="8"/>
                </a:lnTo>
                <a:lnTo>
                  <a:pt x="3" y="9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3" y="2"/>
                </a:lnTo>
                <a:lnTo>
                  <a:pt x="4" y="3"/>
                </a:lnTo>
                <a:lnTo>
                  <a:pt x="4" y="4"/>
                </a:lnTo>
                <a:lnTo>
                  <a:pt x="6" y="4"/>
                </a:lnTo>
                <a:lnTo>
                  <a:pt x="6" y="5"/>
                </a:lnTo>
                <a:lnTo>
                  <a:pt x="4" y="7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080" rIns="21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" name=""/>
          <p:cNvSpPr/>
          <p:nvPr/>
        </p:nvSpPr>
        <p:spPr>
          <a:xfrm>
            <a:off x="4867560" y="2621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3" y="2"/>
                </a:lnTo>
                <a:lnTo>
                  <a:pt x="4" y="3"/>
                </a:lnTo>
                <a:lnTo>
                  <a:pt x="4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" name=""/>
          <p:cNvSpPr/>
          <p:nvPr/>
        </p:nvSpPr>
        <p:spPr>
          <a:xfrm>
            <a:off x="4874760" y="2621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2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" name=""/>
          <p:cNvSpPr/>
          <p:nvPr/>
        </p:nvSpPr>
        <p:spPr>
          <a:xfrm>
            <a:off x="4851360" y="2621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" name=""/>
          <p:cNvSpPr/>
          <p:nvPr/>
        </p:nvSpPr>
        <p:spPr>
          <a:xfrm>
            <a:off x="4851720" y="26200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3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1" y="5"/>
                </a:lnTo>
                <a:lnTo>
                  <a:pt x="1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" name=""/>
          <p:cNvSpPr/>
          <p:nvPr/>
        </p:nvSpPr>
        <p:spPr>
          <a:xfrm>
            <a:off x="4874760" y="26200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0"/>
                </a:move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" name=""/>
          <p:cNvSpPr/>
          <p:nvPr/>
        </p:nvSpPr>
        <p:spPr>
          <a:xfrm>
            <a:off x="4880160" y="26186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" name=""/>
          <p:cNvSpPr/>
          <p:nvPr/>
        </p:nvSpPr>
        <p:spPr>
          <a:xfrm>
            <a:off x="4882320" y="26168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5" y="3"/>
                </a:moveTo>
                <a:lnTo>
                  <a:pt x="5" y="2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" name=""/>
          <p:cNvSpPr/>
          <p:nvPr/>
        </p:nvSpPr>
        <p:spPr>
          <a:xfrm>
            <a:off x="4853160" y="2617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800" rIns="21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" name=""/>
          <p:cNvSpPr/>
          <p:nvPr/>
        </p:nvSpPr>
        <p:spPr>
          <a:xfrm>
            <a:off x="4852080" y="26146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1"/>
                </a:move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" name=""/>
          <p:cNvSpPr/>
          <p:nvPr/>
        </p:nvSpPr>
        <p:spPr>
          <a:xfrm>
            <a:off x="4882680" y="261396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6"/>
                </a:moveTo>
                <a:lnTo>
                  <a:pt x="4" y="6"/>
                </a:lnTo>
                <a:lnTo>
                  <a:pt x="4" y="4"/>
                </a:lnTo>
                <a:lnTo>
                  <a:pt x="4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4" y="0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5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" name=""/>
          <p:cNvSpPr/>
          <p:nvPr/>
        </p:nvSpPr>
        <p:spPr>
          <a:xfrm>
            <a:off x="4884120" y="2613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" name=""/>
          <p:cNvSpPr/>
          <p:nvPr/>
        </p:nvSpPr>
        <p:spPr>
          <a:xfrm>
            <a:off x="4870080" y="2607480"/>
            <a:ext cx="14760" cy="12960"/>
          </a:xfrm>
          <a:custGeom>
            <a:avLst/>
            <a:gdLst/>
            <a:ahLst/>
            <a:rect l="0" t="0" r="r" b="b"/>
            <a:pathLst>
              <a:path w="41" h="36">
                <a:moveTo>
                  <a:pt x="40" y="3"/>
                </a:moveTo>
                <a:lnTo>
                  <a:pt x="41" y="3"/>
                </a:lnTo>
                <a:lnTo>
                  <a:pt x="41" y="4"/>
                </a:lnTo>
                <a:lnTo>
                  <a:pt x="40" y="4"/>
                </a:lnTo>
                <a:lnTo>
                  <a:pt x="40" y="5"/>
                </a:lnTo>
                <a:lnTo>
                  <a:pt x="40" y="7"/>
                </a:lnTo>
                <a:lnTo>
                  <a:pt x="40" y="8"/>
                </a:lnTo>
                <a:lnTo>
                  <a:pt x="41" y="8"/>
                </a:lnTo>
                <a:lnTo>
                  <a:pt x="41" y="9"/>
                </a:lnTo>
                <a:lnTo>
                  <a:pt x="40" y="9"/>
                </a:lnTo>
                <a:lnTo>
                  <a:pt x="39" y="9"/>
                </a:lnTo>
                <a:lnTo>
                  <a:pt x="39" y="10"/>
                </a:lnTo>
                <a:lnTo>
                  <a:pt x="38" y="10"/>
                </a:lnTo>
                <a:lnTo>
                  <a:pt x="37" y="10"/>
                </a:lnTo>
                <a:lnTo>
                  <a:pt x="36" y="9"/>
                </a:lnTo>
                <a:lnTo>
                  <a:pt x="35" y="9"/>
                </a:lnTo>
                <a:lnTo>
                  <a:pt x="33" y="9"/>
                </a:lnTo>
                <a:lnTo>
                  <a:pt x="33" y="10"/>
                </a:lnTo>
                <a:lnTo>
                  <a:pt x="33" y="11"/>
                </a:lnTo>
                <a:lnTo>
                  <a:pt x="34" y="11"/>
                </a:lnTo>
                <a:lnTo>
                  <a:pt x="33" y="11"/>
                </a:lnTo>
                <a:lnTo>
                  <a:pt x="33" y="12"/>
                </a:lnTo>
                <a:lnTo>
                  <a:pt x="34" y="12"/>
                </a:lnTo>
                <a:lnTo>
                  <a:pt x="35" y="12"/>
                </a:lnTo>
                <a:lnTo>
                  <a:pt x="35" y="13"/>
                </a:lnTo>
                <a:lnTo>
                  <a:pt x="34" y="13"/>
                </a:lnTo>
                <a:lnTo>
                  <a:pt x="34" y="14"/>
                </a:lnTo>
                <a:lnTo>
                  <a:pt x="35" y="14"/>
                </a:lnTo>
                <a:lnTo>
                  <a:pt x="35" y="15"/>
                </a:lnTo>
                <a:lnTo>
                  <a:pt x="35" y="16"/>
                </a:lnTo>
                <a:lnTo>
                  <a:pt x="35" y="17"/>
                </a:lnTo>
                <a:lnTo>
                  <a:pt x="35" y="18"/>
                </a:lnTo>
                <a:lnTo>
                  <a:pt x="34" y="18"/>
                </a:lnTo>
                <a:lnTo>
                  <a:pt x="33" y="18"/>
                </a:lnTo>
                <a:lnTo>
                  <a:pt x="32" y="17"/>
                </a:lnTo>
                <a:lnTo>
                  <a:pt x="31" y="17"/>
                </a:lnTo>
                <a:lnTo>
                  <a:pt x="31" y="18"/>
                </a:lnTo>
                <a:lnTo>
                  <a:pt x="30" y="19"/>
                </a:lnTo>
                <a:lnTo>
                  <a:pt x="31" y="19"/>
                </a:lnTo>
                <a:lnTo>
                  <a:pt x="31" y="18"/>
                </a:lnTo>
                <a:lnTo>
                  <a:pt x="31" y="19"/>
                </a:lnTo>
                <a:lnTo>
                  <a:pt x="32" y="19"/>
                </a:lnTo>
                <a:lnTo>
                  <a:pt x="32" y="20"/>
                </a:lnTo>
                <a:lnTo>
                  <a:pt x="33" y="21"/>
                </a:lnTo>
                <a:lnTo>
                  <a:pt x="32" y="22"/>
                </a:lnTo>
                <a:lnTo>
                  <a:pt x="31" y="22"/>
                </a:lnTo>
                <a:lnTo>
                  <a:pt x="31" y="23"/>
                </a:lnTo>
                <a:lnTo>
                  <a:pt x="30" y="23"/>
                </a:lnTo>
                <a:lnTo>
                  <a:pt x="30" y="24"/>
                </a:lnTo>
                <a:lnTo>
                  <a:pt x="31" y="24"/>
                </a:lnTo>
                <a:lnTo>
                  <a:pt x="32" y="25"/>
                </a:lnTo>
                <a:lnTo>
                  <a:pt x="33" y="25"/>
                </a:lnTo>
                <a:lnTo>
                  <a:pt x="34" y="25"/>
                </a:lnTo>
                <a:lnTo>
                  <a:pt x="35" y="25"/>
                </a:lnTo>
                <a:lnTo>
                  <a:pt x="36" y="25"/>
                </a:lnTo>
                <a:lnTo>
                  <a:pt x="35" y="26"/>
                </a:lnTo>
                <a:lnTo>
                  <a:pt x="34" y="27"/>
                </a:lnTo>
                <a:lnTo>
                  <a:pt x="33" y="28"/>
                </a:lnTo>
                <a:lnTo>
                  <a:pt x="33" y="29"/>
                </a:lnTo>
                <a:lnTo>
                  <a:pt x="32" y="29"/>
                </a:lnTo>
                <a:lnTo>
                  <a:pt x="32" y="28"/>
                </a:lnTo>
                <a:lnTo>
                  <a:pt x="31" y="28"/>
                </a:lnTo>
                <a:lnTo>
                  <a:pt x="31" y="29"/>
                </a:lnTo>
                <a:lnTo>
                  <a:pt x="30" y="29"/>
                </a:lnTo>
                <a:lnTo>
                  <a:pt x="30" y="30"/>
                </a:lnTo>
                <a:lnTo>
                  <a:pt x="28" y="29"/>
                </a:lnTo>
                <a:lnTo>
                  <a:pt x="28" y="28"/>
                </a:lnTo>
                <a:lnTo>
                  <a:pt x="29" y="28"/>
                </a:lnTo>
                <a:lnTo>
                  <a:pt x="29" y="27"/>
                </a:lnTo>
                <a:lnTo>
                  <a:pt x="28" y="27"/>
                </a:lnTo>
                <a:lnTo>
                  <a:pt x="27" y="27"/>
                </a:lnTo>
                <a:lnTo>
                  <a:pt x="27" y="26"/>
                </a:lnTo>
                <a:lnTo>
                  <a:pt x="28" y="26"/>
                </a:lnTo>
                <a:lnTo>
                  <a:pt x="28" y="25"/>
                </a:lnTo>
                <a:lnTo>
                  <a:pt x="28" y="24"/>
                </a:lnTo>
                <a:lnTo>
                  <a:pt x="27" y="24"/>
                </a:lnTo>
                <a:lnTo>
                  <a:pt x="26" y="24"/>
                </a:lnTo>
                <a:lnTo>
                  <a:pt x="24" y="25"/>
                </a:lnTo>
                <a:lnTo>
                  <a:pt x="23" y="25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0" y="26"/>
                </a:lnTo>
                <a:lnTo>
                  <a:pt x="20" y="27"/>
                </a:lnTo>
                <a:lnTo>
                  <a:pt x="18" y="27"/>
                </a:lnTo>
                <a:lnTo>
                  <a:pt x="18" y="28"/>
                </a:lnTo>
                <a:lnTo>
                  <a:pt x="17" y="28"/>
                </a:lnTo>
                <a:lnTo>
                  <a:pt x="16" y="28"/>
                </a:lnTo>
                <a:lnTo>
                  <a:pt x="15" y="29"/>
                </a:lnTo>
                <a:lnTo>
                  <a:pt x="15" y="30"/>
                </a:lnTo>
                <a:lnTo>
                  <a:pt x="16" y="30"/>
                </a:lnTo>
                <a:lnTo>
                  <a:pt x="17" y="29"/>
                </a:lnTo>
                <a:lnTo>
                  <a:pt x="17" y="30"/>
                </a:lnTo>
                <a:lnTo>
                  <a:pt x="18" y="30"/>
                </a:lnTo>
                <a:lnTo>
                  <a:pt x="18" y="31"/>
                </a:lnTo>
                <a:lnTo>
                  <a:pt x="17" y="31"/>
                </a:lnTo>
                <a:lnTo>
                  <a:pt x="16" y="32"/>
                </a:lnTo>
                <a:lnTo>
                  <a:pt x="16" y="31"/>
                </a:lnTo>
                <a:lnTo>
                  <a:pt x="15" y="31"/>
                </a:lnTo>
                <a:lnTo>
                  <a:pt x="15" y="32"/>
                </a:lnTo>
                <a:lnTo>
                  <a:pt x="14" y="32"/>
                </a:lnTo>
                <a:lnTo>
                  <a:pt x="13" y="32"/>
                </a:lnTo>
                <a:lnTo>
                  <a:pt x="13" y="31"/>
                </a:lnTo>
                <a:lnTo>
                  <a:pt x="12" y="31"/>
                </a:lnTo>
                <a:lnTo>
                  <a:pt x="12" y="30"/>
                </a:lnTo>
                <a:lnTo>
                  <a:pt x="11" y="30"/>
                </a:lnTo>
                <a:lnTo>
                  <a:pt x="12" y="29"/>
                </a:lnTo>
                <a:lnTo>
                  <a:pt x="11" y="29"/>
                </a:lnTo>
                <a:lnTo>
                  <a:pt x="10" y="29"/>
                </a:lnTo>
                <a:lnTo>
                  <a:pt x="9" y="30"/>
                </a:lnTo>
                <a:lnTo>
                  <a:pt x="8" y="31"/>
                </a:lnTo>
                <a:lnTo>
                  <a:pt x="8" y="32"/>
                </a:lnTo>
                <a:lnTo>
                  <a:pt x="7" y="32"/>
                </a:lnTo>
                <a:lnTo>
                  <a:pt x="6" y="33"/>
                </a:lnTo>
                <a:lnTo>
                  <a:pt x="6" y="34"/>
                </a:lnTo>
                <a:lnTo>
                  <a:pt x="5" y="34"/>
                </a:lnTo>
                <a:lnTo>
                  <a:pt x="5" y="33"/>
                </a:lnTo>
                <a:lnTo>
                  <a:pt x="4" y="33"/>
                </a:lnTo>
                <a:lnTo>
                  <a:pt x="4" y="34"/>
                </a:lnTo>
                <a:lnTo>
                  <a:pt x="3" y="34"/>
                </a:lnTo>
                <a:lnTo>
                  <a:pt x="3" y="36"/>
                </a:lnTo>
                <a:lnTo>
                  <a:pt x="2" y="36"/>
                </a:lnTo>
                <a:lnTo>
                  <a:pt x="2" y="34"/>
                </a:lnTo>
                <a:lnTo>
                  <a:pt x="2" y="33"/>
                </a:lnTo>
                <a:lnTo>
                  <a:pt x="2" y="34"/>
                </a:lnTo>
                <a:lnTo>
                  <a:pt x="2" y="33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0" y="30"/>
                </a:lnTo>
                <a:lnTo>
                  <a:pt x="0" y="29"/>
                </a:lnTo>
                <a:lnTo>
                  <a:pt x="0" y="28"/>
                </a:lnTo>
                <a:lnTo>
                  <a:pt x="1" y="28"/>
                </a:lnTo>
                <a:lnTo>
                  <a:pt x="1" y="27"/>
                </a:lnTo>
                <a:lnTo>
                  <a:pt x="2" y="28"/>
                </a:lnTo>
                <a:lnTo>
                  <a:pt x="2" y="27"/>
                </a:lnTo>
                <a:lnTo>
                  <a:pt x="2" y="26"/>
                </a:lnTo>
                <a:lnTo>
                  <a:pt x="3" y="25"/>
                </a:lnTo>
                <a:lnTo>
                  <a:pt x="4" y="25"/>
                </a:lnTo>
                <a:lnTo>
                  <a:pt x="4" y="24"/>
                </a:lnTo>
                <a:lnTo>
                  <a:pt x="4" y="23"/>
                </a:lnTo>
                <a:lnTo>
                  <a:pt x="2" y="24"/>
                </a:lnTo>
                <a:lnTo>
                  <a:pt x="2" y="23"/>
                </a:lnTo>
                <a:lnTo>
                  <a:pt x="3" y="22"/>
                </a:lnTo>
                <a:lnTo>
                  <a:pt x="4" y="22"/>
                </a:lnTo>
                <a:lnTo>
                  <a:pt x="5" y="22"/>
                </a:lnTo>
                <a:lnTo>
                  <a:pt x="5" y="21"/>
                </a:lnTo>
                <a:lnTo>
                  <a:pt x="6" y="20"/>
                </a:lnTo>
                <a:lnTo>
                  <a:pt x="8" y="20"/>
                </a:lnTo>
                <a:lnTo>
                  <a:pt x="9" y="20"/>
                </a:lnTo>
                <a:lnTo>
                  <a:pt x="9" y="19"/>
                </a:lnTo>
                <a:lnTo>
                  <a:pt x="8" y="19"/>
                </a:lnTo>
                <a:lnTo>
                  <a:pt x="8" y="18"/>
                </a:lnTo>
                <a:lnTo>
                  <a:pt x="9" y="18"/>
                </a:lnTo>
                <a:lnTo>
                  <a:pt x="9" y="17"/>
                </a:lnTo>
                <a:lnTo>
                  <a:pt x="9" y="16"/>
                </a:lnTo>
                <a:lnTo>
                  <a:pt x="10" y="16"/>
                </a:lnTo>
                <a:lnTo>
                  <a:pt x="10" y="15"/>
                </a:lnTo>
                <a:lnTo>
                  <a:pt x="11" y="15"/>
                </a:lnTo>
                <a:lnTo>
                  <a:pt x="13" y="15"/>
                </a:lnTo>
                <a:lnTo>
                  <a:pt x="14" y="15"/>
                </a:lnTo>
                <a:lnTo>
                  <a:pt x="15" y="15"/>
                </a:lnTo>
                <a:lnTo>
                  <a:pt x="16" y="16"/>
                </a:lnTo>
                <a:lnTo>
                  <a:pt x="16" y="17"/>
                </a:lnTo>
                <a:lnTo>
                  <a:pt x="17" y="17"/>
                </a:lnTo>
                <a:lnTo>
                  <a:pt x="17" y="16"/>
                </a:lnTo>
                <a:lnTo>
                  <a:pt x="17" y="15"/>
                </a:lnTo>
                <a:lnTo>
                  <a:pt x="18" y="14"/>
                </a:lnTo>
                <a:lnTo>
                  <a:pt x="19" y="13"/>
                </a:lnTo>
                <a:lnTo>
                  <a:pt x="20" y="13"/>
                </a:lnTo>
                <a:lnTo>
                  <a:pt x="21" y="13"/>
                </a:lnTo>
                <a:lnTo>
                  <a:pt x="22" y="13"/>
                </a:lnTo>
                <a:lnTo>
                  <a:pt x="23" y="12"/>
                </a:lnTo>
                <a:lnTo>
                  <a:pt x="24" y="12"/>
                </a:lnTo>
                <a:lnTo>
                  <a:pt x="26" y="11"/>
                </a:lnTo>
                <a:lnTo>
                  <a:pt x="27" y="10"/>
                </a:lnTo>
                <a:lnTo>
                  <a:pt x="28" y="10"/>
                </a:lnTo>
                <a:lnTo>
                  <a:pt x="29" y="9"/>
                </a:lnTo>
                <a:lnTo>
                  <a:pt x="30" y="8"/>
                </a:lnTo>
                <a:lnTo>
                  <a:pt x="30" y="7"/>
                </a:lnTo>
                <a:lnTo>
                  <a:pt x="32" y="6"/>
                </a:lnTo>
                <a:lnTo>
                  <a:pt x="33" y="6"/>
                </a:lnTo>
                <a:lnTo>
                  <a:pt x="33" y="5"/>
                </a:lnTo>
                <a:lnTo>
                  <a:pt x="34" y="5"/>
                </a:lnTo>
                <a:lnTo>
                  <a:pt x="34" y="6"/>
                </a:lnTo>
                <a:lnTo>
                  <a:pt x="35" y="6"/>
                </a:lnTo>
                <a:lnTo>
                  <a:pt x="35" y="5"/>
                </a:lnTo>
                <a:lnTo>
                  <a:pt x="35" y="4"/>
                </a:lnTo>
                <a:lnTo>
                  <a:pt x="36" y="4"/>
                </a:lnTo>
                <a:lnTo>
                  <a:pt x="37" y="3"/>
                </a:lnTo>
                <a:lnTo>
                  <a:pt x="38" y="3"/>
                </a:lnTo>
                <a:lnTo>
                  <a:pt x="38" y="2"/>
                </a:lnTo>
                <a:lnTo>
                  <a:pt x="38" y="0"/>
                </a:lnTo>
                <a:lnTo>
                  <a:pt x="38" y="2"/>
                </a:lnTo>
                <a:lnTo>
                  <a:pt x="39" y="2"/>
                </a:lnTo>
                <a:lnTo>
                  <a:pt x="40" y="2"/>
                </a:lnTo>
                <a:lnTo>
                  <a:pt x="4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" name=""/>
          <p:cNvSpPr/>
          <p:nvPr/>
        </p:nvSpPr>
        <p:spPr>
          <a:xfrm>
            <a:off x="4883040" y="26118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" name=""/>
          <p:cNvSpPr/>
          <p:nvPr/>
        </p:nvSpPr>
        <p:spPr>
          <a:xfrm>
            <a:off x="4873320" y="2610000"/>
            <a:ext cx="5040" cy="3240"/>
          </a:xfrm>
          <a:custGeom>
            <a:avLst/>
            <a:gdLst/>
            <a:ahLst/>
            <a:rect l="0" t="0" r="r" b="b"/>
            <a:pathLst>
              <a:path w="14" h="9">
                <a:moveTo>
                  <a:pt x="13" y="0"/>
                </a:moveTo>
                <a:lnTo>
                  <a:pt x="14" y="2"/>
                </a:lnTo>
                <a:lnTo>
                  <a:pt x="13" y="3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10" y="6"/>
                </a:lnTo>
                <a:lnTo>
                  <a:pt x="9" y="7"/>
                </a:lnTo>
                <a:lnTo>
                  <a:pt x="10" y="7"/>
                </a:lnTo>
                <a:lnTo>
                  <a:pt x="9" y="7"/>
                </a:lnTo>
                <a:lnTo>
                  <a:pt x="9" y="9"/>
                </a:lnTo>
                <a:lnTo>
                  <a:pt x="5" y="7"/>
                </a:lnTo>
                <a:lnTo>
                  <a:pt x="4" y="7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8" y="0"/>
                </a:lnTo>
                <a:lnTo>
                  <a:pt x="9" y="0"/>
                </a:lnTo>
                <a:lnTo>
                  <a:pt x="9" y="2"/>
                </a:lnTo>
                <a:lnTo>
                  <a:pt x="10" y="0"/>
                </a:lnTo>
                <a:lnTo>
                  <a:pt x="11" y="0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1" y="2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080" rIns="21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" name=""/>
          <p:cNvSpPr/>
          <p:nvPr/>
        </p:nvSpPr>
        <p:spPr>
          <a:xfrm>
            <a:off x="4884120" y="2606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" name=""/>
          <p:cNvSpPr/>
          <p:nvPr/>
        </p:nvSpPr>
        <p:spPr>
          <a:xfrm>
            <a:off x="4871880" y="2606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" name=""/>
          <p:cNvSpPr/>
          <p:nvPr/>
        </p:nvSpPr>
        <p:spPr>
          <a:xfrm>
            <a:off x="4853160" y="2603160"/>
            <a:ext cx="3600" cy="4320"/>
          </a:xfrm>
          <a:custGeom>
            <a:avLst/>
            <a:gdLst/>
            <a:ahLst/>
            <a:rect l="0" t="0" r="r" b="b"/>
            <a:pathLst>
              <a:path w="10" h="12">
                <a:moveTo>
                  <a:pt x="10" y="4"/>
                </a:moveTo>
                <a:lnTo>
                  <a:pt x="10" y="5"/>
                </a:lnTo>
                <a:lnTo>
                  <a:pt x="10" y="6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0"/>
                </a:lnTo>
                <a:lnTo>
                  <a:pt x="7" y="11"/>
                </a:lnTo>
                <a:lnTo>
                  <a:pt x="7" y="10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2" y="12"/>
                </a:lnTo>
                <a:lnTo>
                  <a:pt x="1" y="12"/>
                </a:lnTo>
                <a:lnTo>
                  <a:pt x="0" y="9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5"/>
                </a:lnTo>
                <a:lnTo>
                  <a:pt x="3" y="5"/>
                </a:lnTo>
                <a:lnTo>
                  <a:pt x="4" y="4"/>
                </a:lnTo>
                <a:lnTo>
                  <a:pt x="5" y="4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10" y="3"/>
                </a:lnTo>
                <a:lnTo>
                  <a:pt x="10" y="1"/>
                </a:lnTo>
                <a:lnTo>
                  <a:pt x="10" y="3"/>
                </a:lnTo>
                <a:lnTo>
                  <a:pt x="10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" name=""/>
          <p:cNvSpPr/>
          <p:nvPr/>
        </p:nvSpPr>
        <p:spPr>
          <a:xfrm>
            <a:off x="4865040" y="260352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6" y="3"/>
                </a:moveTo>
                <a:lnTo>
                  <a:pt x="6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5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6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" name=""/>
          <p:cNvSpPr/>
          <p:nvPr/>
        </p:nvSpPr>
        <p:spPr>
          <a:xfrm>
            <a:off x="4867920" y="25974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3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" name=""/>
          <p:cNvSpPr/>
          <p:nvPr/>
        </p:nvSpPr>
        <p:spPr>
          <a:xfrm>
            <a:off x="4868280" y="259632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" name=""/>
          <p:cNvSpPr/>
          <p:nvPr/>
        </p:nvSpPr>
        <p:spPr>
          <a:xfrm>
            <a:off x="4853520" y="25923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6" y="3"/>
                </a:moveTo>
                <a:lnTo>
                  <a:pt x="2" y="7"/>
                </a:lnTo>
                <a:lnTo>
                  <a:pt x="0" y="6"/>
                </a:lnTo>
                <a:lnTo>
                  <a:pt x="0" y="5"/>
                </a:lnTo>
                <a:lnTo>
                  <a:pt x="2" y="3"/>
                </a:lnTo>
                <a:lnTo>
                  <a:pt x="3" y="3"/>
                </a:lnTo>
                <a:lnTo>
                  <a:pt x="4" y="0"/>
                </a:lnTo>
                <a:lnTo>
                  <a:pt x="6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" name=""/>
          <p:cNvSpPr/>
          <p:nvPr/>
        </p:nvSpPr>
        <p:spPr>
          <a:xfrm>
            <a:off x="4849200" y="2582640"/>
            <a:ext cx="9360" cy="11160"/>
          </a:xfrm>
          <a:custGeom>
            <a:avLst/>
            <a:gdLst/>
            <a:ahLst/>
            <a:rect l="0" t="0" r="r" b="b"/>
            <a:pathLst>
              <a:path w="26" h="31">
                <a:moveTo>
                  <a:pt x="14" y="6"/>
                </a:moveTo>
                <a:lnTo>
                  <a:pt x="15" y="6"/>
                </a:lnTo>
                <a:lnTo>
                  <a:pt x="16" y="8"/>
                </a:lnTo>
                <a:lnTo>
                  <a:pt x="17" y="8"/>
                </a:lnTo>
                <a:lnTo>
                  <a:pt x="18" y="10"/>
                </a:lnTo>
                <a:lnTo>
                  <a:pt x="19" y="12"/>
                </a:lnTo>
                <a:lnTo>
                  <a:pt x="19" y="13"/>
                </a:lnTo>
                <a:lnTo>
                  <a:pt x="20" y="13"/>
                </a:lnTo>
                <a:lnTo>
                  <a:pt x="18" y="14"/>
                </a:lnTo>
                <a:lnTo>
                  <a:pt x="19" y="14"/>
                </a:lnTo>
                <a:lnTo>
                  <a:pt x="20" y="14"/>
                </a:lnTo>
                <a:lnTo>
                  <a:pt x="21" y="16"/>
                </a:lnTo>
                <a:lnTo>
                  <a:pt x="23" y="20"/>
                </a:lnTo>
                <a:lnTo>
                  <a:pt x="24" y="23"/>
                </a:lnTo>
                <a:lnTo>
                  <a:pt x="24" y="24"/>
                </a:lnTo>
                <a:lnTo>
                  <a:pt x="24" y="25"/>
                </a:lnTo>
                <a:lnTo>
                  <a:pt x="25" y="28"/>
                </a:lnTo>
                <a:lnTo>
                  <a:pt x="25" y="29"/>
                </a:lnTo>
                <a:lnTo>
                  <a:pt x="25" y="30"/>
                </a:lnTo>
                <a:lnTo>
                  <a:pt x="26" y="31"/>
                </a:lnTo>
                <a:lnTo>
                  <a:pt x="25" y="31"/>
                </a:lnTo>
                <a:lnTo>
                  <a:pt x="24" y="30"/>
                </a:lnTo>
                <a:lnTo>
                  <a:pt x="23" y="28"/>
                </a:lnTo>
                <a:lnTo>
                  <a:pt x="21" y="25"/>
                </a:lnTo>
                <a:lnTo>
                  <a:pt x="20" y="24"/>
                </a:lnTo>
                <a:lnTo>
                  <a:pt x="20" y="23"/>
                </a:lnTo>
                <a:lnTo>
                  <a:pt x="18" y="19"/>
                </a:lnTo>
                <a:lnTo>
                  <a:pt x="18" y="18"/>
                </a:lnTo>
                <a:lnTo>
                  <a:pt x="17" y="16"/>
                </a:lnTo>
                <a:lnTo>
                  <a:pt x="18" y="15"/>
                </a:lnTo>
                <a:lnTo>
                  <a:pt x="17" y="16"/>
                </a:lnTo>
                <a:lnTo>
                  <a:pt x="14" y="14"/>
                </a:lnTo>
                <a:lnTo>
                  <a:pt x="12" y="12"/>
                </a:lnTo>
                <a:lnTo>
                  <a:pt x="11" y="11"/>
                </a:lnTo>
                <a:lnTo>
                  <a:pt x="10" y="10"/>
                </a:lnTo>
                <a:lnTo>
                  <a:pt x="9" y="9"/>
                </a:lnTo>
                <a:lnTo>
                  <a:pt x="7" y="8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2" y="6"/>
                </a:ln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7" y="3"/>
                </a:lnTo>
                <a:lnTo>
                  <a:pt x="8" y="1"/>
                </a:lnTo>
                <a:lnTo>
                  <a:pt x="10" y="0"/>
                </a:lnTo>
                <a:lnTo>
                  <a:pt x="12" y="2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3" y="5"/>
                </a:lnTo>
                <a:lnTo>
                  <a:pt x="14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" name=""/>
          <p:cNvSpPr/>
          <p:nvPr/>
        </p:nvSpPr>
        <p:spPr>
          <a:xfrm>
            <a:off x="4920120" y="37303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" name=""/>
          <p:cNvSpPr/>
          <p:nvPr/>
        </p:nvSpPr>
        <p:spPr>
          <a:xfrm>
            <a:off x="4921560" y="3729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" name=""/>
          <p:cNvSpPr/>
          <p:nvPr/>
        </p:nvSpPr>
        <p:spPr>
          <a:xfrm>
            <a:off x="4919760" y="3596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" name=""/>
          <p:cNvSpPr/>
          <p:nvPr/>
        </p:nvSpPr>
        <p:spPr>
          <a:xfrm>
            <a:off x="4942800" y="3548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" name=""/>
          <p:cNvSpPr/>
          <p:nvPr/>
        </p:nvSpPr>
        <p:spPr>
          <a:xfrm>
            <a:off x="4984920" y="3448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" name=""/>
          <p:cNvSpPr/>
          <p:nvPr/>
        </p:nvSpPr>
        <p:spPr>
          <a:xfrm>
            <a:off x="4974120" y="3403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" name=""/>
          <p:cNvSpPr/>
          <p:nvPr/>
        </p:nvSpPr>
        <p:spPr>
          <a:xfrm>
            <a:off x="5114880" y="3014280"/>
            <a:ext cx="4680" cy="5760"/>
          </a:xfrm>
          <a:custGeom>
            <a:avLst/>
            <a:gdLst/>
            <a:ahLst/>
            <a:rect l="0" t="0" r="r" b="b"/>
            <a:pathLst>
              <a:path w="13" h="16">
                <a:moveTo>
                  <a:pt x="13" y="8"/>
                </a:moveTo>
                <a:lnTo>
                  <a:pt x="12" y="11"/>
                </a:lnTo>
                <a:lnTo>
                  <a:pt x="11" y="15"/>
                </a:lnTo>
                <a:lnTo>
                  <a:pt x="5" y="16"/>
                </a:lnTo>
                <a:lnTo>
                  <a:pt x="2" y="13"/>
                </a:lnTo>
                <a:lnTo>
                  <a:pt x="0" y="10"/>
                </a:lnTo>
                <a:lnTo>
                  <a:pt x="1" y="6"/>
                </a:lnTo>
                <a:lnTo>
                  <a:pt x="2" y="2"/>
                </a:lnTo>
                <a:lnTo>
                  <a:pt x="6" y="0"/>
                </a:lnTo>
                <a:lnTo>
                  <a:pt x="11" y="1"/>
                </a:lnTo>
                <a:lnTo>
                  <a:pt x="13" y="3"/>
                </a:lnTo>
                <a:lnTo>
                  <a:pt x="13" y="8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" name=""/>
          <p:cNvSpPr/>
          <p:nvPr/>
        </p:nvSpPr>
        <p:spPr>
          <a:xfrm>
            <a:off x="4886280" y="2832480"/>
            <a:ext cx="9720" cy="6480"/>
          </a:xfrm>
          <a:custGeom>
            <a:avLst/>
            <a:gdLst/>
            <a:ahLst/>
            <a:rect l="0" t="0" r="r" b="b"/>
            <a:pathLst>
              <a:path w="27" h="18">
                <a:moveTo>
                  <a:pt x="25" y="1"/>
                </a:moveTo>
                <a:lnTo>
                  <a:pt x="27" y="5"/>
                </a:lnTo>
                <a:lnTo>
                  <a:pt x="26" y="9"/>
                </a:lnTo>
                <a:lnTo>
                  <a:pt x="24" y="13"/>
                </a:lnTo>
                <a:lnTo>
                  <a:pt x="21" y="16"/>
                </a:lnTo>
                <a:lnTo>
                  <a:pt x="17" y="18"/>
                </a:lnTo>
                <a:lnTo>
                  <a:pt x="12" y="18"/>
                </a:lnTo>
                <a:lnTo>
                  <a:pt x="7" y="17"/>
                </a:lnTo>
                <a:lnTo>
                  <a:pt x="3" y="15"/>
                </a:lnTo>
                <a:lnTo>
                  <a:pt x="0" y="8"/>
                </a:lnTo>
                <a:lnTo>
                  <a:pt x="1" y="4"/>
                </a:lnTo>
                <a:lnTo>
                  <a:pt x="5" y="1"/>
                </a:lnTo>
                <a:lnTo>
                  <a:pt x="10" y="0"/>
                </a:lnTo>
                <a:lnTo>
                  <a:pt x="16" y="0"/>
                </a:lnTo>
                <a:lnTo>
                  <a:pt x="20" y="1"/>
                </a:lnTo>
                <a:lnTo>
                  <a:pt x="25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" name=""/>
          <p:cNvSpPr/>
          <p:nvPr/>
        </p:nvSpPr>
        <p:spPr>
          <a:xfrm>
            <a:off x="4883760" y="264168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0" y="6"/>
                </a:move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6"/>
                </a:lnTo>
                <a:lnTo>
                  <a:pt x="0" y="7"/>
                </a:lnTo>
                <a:lnTo>
                  <a:pt x="0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" name=""/>
          <p:cNvSpPr/>
          <p:nvPr/>
        </p:nvSpPr>
        <p:spPr>
          <a:xfrm>
            <a:off x="4885560" y="263880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5" y="1"/>
                </a:move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7" y="3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1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" name=""/>
          <p:cNvSpPr/>
          <p:nvPr/>
        </p:nvSpPr>
        <p:spPr>
          <a:xfrm>
            <a:off x="4891320" y="26341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4" y="1"/>
                </a:move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" name=""/>
          <p:cNvSpPr/>
          <p:nvPr/>
        </p:nvSpPr>
        <p:spPr>
          <a:xfrm>
            <a:off x="4890960" y="263196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8" y="2"/>
                </a:moveTo>
                <a:lnTo>
                  <a:pt x="8" y="4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10" y="0"/>
                </a:lnTo>
                <a:lnTo>
                  <a:pt x="10" y="1"/>
                </a:lnTo>
                <a:lnTo>
                  <a:pt x="8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" name=""/>
          <p:cNvSpPr/>
          <p:nvPr/>
        </p:nvSpPr>
        <p:spPr>
          <a:xfrm>
            <a:off x="4894560" y="263088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9" y="3"/>
                </a:moveTo>
                <a:lnTo>
                  <a:pt x="9" y="4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7" y="4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9" y="1"/>
                </a:lnTo>
                <a:lnTo>
                  <a:pt x="9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" name=""/>
          <p:cNvSpPr/>
          <p:nvPr/>
        </p:nvSpPr>
        <p:spPr>
          <a:xfrm>
            <a:off x="4897440" y="2626200"/>
            <a:ext cx="7200" cy="4320"/>
          </a:xfrm>
          <a:custGeom>
            <a:avLst/>
            <a:gdLst/>
            <a:ahLst/>
            <a:rect l="0" t="0" r="r" b="b"/>
            <a:pathLst>
              <a:path w="20" h="12">
                <a:moveTo>
                  <a:pt x="17" y="3"/>
                </a:moveTo>
                <a:lnTo>
                  <a:pt x="17" y="5"/>
                </a:lnTo>
                <a:lnTo>
                  <a:pt x="17" y="6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0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6" y="8"/>
                </a:lnTo>
                <a:lnTo>
                  <a:pt x="6" y="7"/>
                </a:lnTo>
                <a:lnTo>
                  <a:pt x="7" y="7"/>
                </a:lnTo>
                <a:lnTo>
                  <a:pt x="8" y="7"/>
                </a:lnTo>
                <a:lnTo>
                  <a:pt x="9" y="7"/>
                </a:lnTo>
                <a:lnTo>
                  <a:pt x="8" y="6"/>
                </a:lnTo>
                <a:lnTo>
                  <a:pt x="9" y="6"/>
                </a:lnTo>
                <a:lnTo>
                  <a:pt x="10" y="5"/>
                </a:lnTo>
                <a:lnTo>
                  <a:pt x="11" y="5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7" y="2"/>
                </a:lnTo>
                <a:lnTo>
                  <a:pt x="16" y="2"/>
                </a:lnTo>
                <a:lnTo>
                  <a:pt x="16" y="1"/>
                </a:lnTo>
                <a:lnTo>
                  <a:pt x="17" y="1"/>
                </a:lnTo>
                <a:lnTo>
                  <a:pt x="18" y="0"/>
                </a:lnTo>
                <a:lnTo>
                  <a:pt x="19" y="0"/>
                </a:lnTo>
                <a:lnTo>
                  <a:pt x="20" y="1"/>
                </a:lnTo>
                <a:lnTo>
                  <a:pt x="19" y="1"/>
                </a:lnTo>
                <a:lnTo>
                  <a:pt x="18" y="2"/>
                </a:lnTo>
                <a:lnTo>
                  <a:pt x="17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" name=""/>
          <p:cNvSpPr/>
          <p:nvPr/>
        </p:nvSpPr>
        <p:spPr>
          <a:xfrm>
            <a:off x="4883400" y="262476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7" y="5"/>
                </a:move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6" y="2"/>
                </a:lnTo>
                <a:lnTo>
                  <a:pt x="7" y="4"/>
                </a:lnTo>
                <a:lnTo>
                  <a:pt x="7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" name=""/>
          <p:cNvSpPr/>
          <p:nvPr/>
        </p:nvSpPr>
        <p:spPr>
          <a:xfrm>
            <a:off x="4898520" y="26182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2" y="6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" name=""/>
          <p:cNvSpPr/>
          <p:nvPr/>
        </p:nvSpPr>
        <p:spPr>
          <a:xfrm>
            <a:off x="4898160" y="26175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3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" name=""/>
          <p:cNvSpPr/>
          <p:nvPr/>
        </p:nvSpPr>
        <p:spPr>
          <a:xfrm>
            <a:off x="4900680" y="2617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" name=""/>
          <p:cNvSpPr/>
          <p:nvPr/>
        </p:nvSpPr>
        <p:spPr>
          <a:xfrm>
            <a:off x="4888440" y="2615040"/>
            <a:ext cx="4320" cy="4680"/>
          </a:xfrm>
          <a:custGeom>
            <a:avLst/>
            <a:gdLst/>
            <a:ahLst/>
            <a:rect l="0" t="0" r="r" b="b"/>
            <a:pathLst>
              <a:path w="12" h="13">
                <a:moveTo>
                  <a:pt x="4" y="2"/>
                </a:move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5" y="7"/>
                </a:lnTo>
                <a:lnTo>
                  <a:pt x="5" y="8"/>
                </a:lnTo>
                <a:lnTo>
                  <a:pt x="6" y="8"/>
                </a:lnTo>
                <a:lnTo>
                  <a:pt x="6" y="7"/>
                </a:lnTo>
                <a:lnTo>
                  <a:pt x="7" y="7"/>
                </a:lnTo>
                <a:lnTo>
                  <a:pt x="8" y="6"/>
                </a:lnTo>
                <a:lnTo>
                  <a:pt x="8" y="7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1" y="7"/>
                </a:lnTo>
                <a:lnTo>
                  <a:pt x="10" y="7"/>
                </a:lnTo>
                <a:lnTo>
                  <a:pt x="9" y="8"/>
                </a:lnTo>
                <a:lnTo>
                  <a:pt x="8" y="9"/>
                </a:lnTo>
                <a:lnTo>
                  <a:pt x="9" y="10"/>
                </a:lnTo>
                <a:lnTo>
                  <a:pt x="10" y="12"/>
                </a:lnTo>
                <a:lnTo>
                  <a:pt x="9" y="12"/>
                </a:lnTo>
                <a:lnTo>
                  <a:pt x="9" y="11"/>
                </a:lnTo>
                <a:lnTo>
                  <a:pt x="8" y="11"/>
                </a:lnTo>
                <a:lnTo>
                  <a:pt x="8" y="10"/>
                </a:lnTo>
                <a:lnTo>
                  <a:pt x="7" y="10"/>
                </a:lnTo>
                <a:lnTo>
                  <a:pt x="7" y="11"/>
                </a:lnTo>
                <a:lnTo>
                  <a:pt x="8" y="12"/>
                </a:lnTo>
                <a:lnTo>
                  <a:pt x="8" y="13"/>
                </a:lnTo>
                <a:lnTo>
                  <a:pt x="7" y="13"/>
                </a:lnTo>
                <a:lnTo>
                  <a:pt x="7" y="12"/>
                </a:lnTo>
                <a:lnTo>
                  <a:pt x="6" y="12"/>
                </a:lnTo>
                <a:lnTo>
                  <a:pt x="6" y="13"/>
                </a:lnTo>
                <a:lnTo>
                  <a:pt x="5" y="13"/>
                </a:lnTo>
                <a:lnTo>
                  <a:pt x="6" y="13"/>
                </a:lnTo>
                <a:lnTo>
                  <a:pt x="5" y="13"/>
                </a:lnTo>
                <a:lnTo>
                  <a:pt x="5" y="12"/>
                </a:lnTo>
                <a:lnTo>
                  <a:pt x="5" y="13"/>
                </a:lnTo>
                <a:lnTo>
                  <a:pt x="4" y="13"/>
                </a:lnTo>
                <a:lnTo>
                  <a:pt x="3" y="13"/>
                </a:lnTo>
                <a:lnTo>
                  <a:pt x="3" y="12"/>
                </a:lnTo>
                <a:lnTo>
                  <a:pt x="3" y="11"/>
                </a:lnTo>
                <a:lnTo>
                  <a:pt x="4" y="11"/>
                </a:lnTo>
                <a:lnTo>
                  <a:pt x="4" y="10"/>
                </a:lnTo>
                <a:lnTo>
                  <a:pt x="4" y="8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" name=""/>
          <p:cNvSpPr/>
          <p:nvPr/>
        </p:nvSpPr>
        <p:spPr>
          <a:xfrm>
            <a:off x="4890960" y="2614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2" y="2"/>
                </a:lnTo>
                <a:lnTo>
                  <a:pt x="1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" name=""/>
          <p:cNvSpPr/>
          <p:nvPr/>
        </p:nvSpPr>
        <p:spPr>
          <a:xfrm>
            <a:off x="4888800" y="2610720"/>
            <a:ext cx="10800" cy="7200"/>
          </a:xfrm>
          <a:custGeom>
            <a:avLst/>
            <a:gdLst/>
            <a:ahLst/>
            <a:rect l="0" t="0" r="r" b="b"/>
            <a:pathLst>
              <a:path w="30" h="20">
                <a:moveTo>
                  <a:pt x="23" y="1"/>
                </a:moveTo>
                <a:lnTo>
                  <a:pt x="24" y="1"/>
                </a:lnTo>
                <a:lnTo>
                  <a:pt x="24" y="2"/>
                </a:lnTo>
                <a:lnTo>
                  <a:pt x="25" y="2"/>
                </a:lnTo>
                <a:lnTo>
                  <a:pt x="25" y="3"/>
                </a:lnTo>
                <a:lnTo>
                  <a:pt x="25" y="4"/>
                </a:lnTo>
                <a:lnTo>
                  <a:pt x="26" y="4"/>
                </a:lnTo>
                <a:lnTo>
                  <a:pt x="28" y="4"/>
                </a:lnTo>
                <a:lnTo>
                  <a:pt x="28" y="5"/>
                </a:lnTo>
                <a:lnTo>
                  <a:pt x="28" y="6"/>
                </a:lnTo>
                <a:lnTo>
                  <a:pt x="28" y="8"/>
                </a:lnTo>
                <a:lnTo>
                  <a:pt x="27" y="8"/>
                </a:lnTo>
                <a:lnTo>
                  <a:pt x="26" y="8"/>
                </a:lnTo>
                <a:lnTo>
                  <a:pt x="26" y="9"/>
                </a:lnTo>
                <a:lnTo>
                  <a:pt x="27" y="9"/>
                </a:lnTo>
                <a:lnTo>
                  <a:pt x="28" y="10"/>
                </a:lnTo>
                <a:lnTo>
                  <a:pt x="28" y="11"/>
                </a:lnTo>
                <a:lnTo>
                  <a:pt x="28" y="12"/>
                </a:lnTo>
                <a:lnTo>
                  <a:pt x="27" y="12"/>
                </a:lnTo>
                <a:lnTo>
                  <a:pt x="28" y="12"/>
                </a:lnTo>
                <a:lnTo>
                  <a:pt x="28" y="13"/>
                </a:lnTo>
                <a:lnTo>
                  <a:pt x="28" y="14"/>
                </a:lnTo>
                <a:lnTo>
                  <a:pt x="29" y="15"/>
                </a:lnTo>
                <a:lnTo>
                  <a:pt x="28" y="15"/>
                </a:lnTo>
                <a:lnTo>
                  <a:pt x="29" y="15"/>
                </a:lnTo>
                <a:lnTo>
                  <a:pt x="30" y="17"/>
                </a:lnTo>
                <a:lnTo>
                  <a:pt x="29" y="17"/>
                </a:lnTo>
                <a:lnTo>
                  <a:pt x="28" y="17"/>
                </a:lnTo>
                <a:lnTo>
                  <a:pt x="27" y="17"/>
                </a:lnTo>
                <a:lnTo>
                  <a:pt x="26" y="17"/>
                </a:lnTo>
                <a:lnTo>
                  <a:pt x="26" y="15"/>
                </a:lnTo>
                <a:lnTo>
                  <a:pt x="26" y="14"/>
                </a:lnTo>
                <a:lnTo>
                  <a:pt x="25" y="14"/>
                </a:lnTo>
                <a:lnTo>
                  <a:pt x="25" y="13"/>
                </a:lnTo>
                <a:lnTo>
                  <a:pt x="25" y="12"/>
                </a:lnTo>
                <a:lnTo>
                  <a:pt x="24" y="11"/>
                </a:lnTo>
                <a:lnTo>
                  <a:pt x="24" y="10"/>
                </a:lnTo>
                <a:lnTo>
                  <a:pt x="23" y="10"/>
                </a:lnTo>
                <a:lnTo>
                  <a:pt x="23" y="9"/>
                </a:lnTo>
                <a:lnTo>
                  <a:pt x="22" y="9"/>
                </a:lnTo>
                <a:lnTo>
                  <a:pt x="22" y="10"/>
                </a:lnTo>
                <a:lnTo>
                  <a:pt x="23" y="10"/>
                </a:lnTo>
                <a:lnTo>
                  <a:pt x="23" y="11"/>
                </a:lnTo>
                <a:lnTo>
                  <a:pt x="23" y="12"/>
                </a:lnTo>
                <a:lnTo>
                  <a:pt x="22" y="12"/>
                </a:lnTo>
                <a:lnTo>
                  <a:pt x="22" y="11"/>
                </a:lnTo>
                <a:lnTo>
                  <a:pt x="22" y="12"/>
                </a:lnTo>
                <a:lnTo>
                  <a:pt x="21" y="13"/>
                </a:lnTo>
                <a:lnTo>
                  <a:pt x="21" y="14"/>
                </a:lnTo>
                <a:lnTo>
                  <a:pt x="22" y="15"/>
                </a:lnTo>
                <a:lnTo>
                  <a:pt x="22" y="17"/>
                </a:lnTo>
                <a:lnTo>
                  <a:pt x="22" y="18"/>
                </a:lnTo>
                <a:lnTo>
                  <a:pt x="23" y="19"/>
                </a:lnTo>
                <a:lnTo>
                  <a:pt x="23" y="20"/>
                </a:lnTo>
                <a:lnTo>
                  <a:pt x="22" y="20"/>
                </a:lnTo>
                <a:lnTo>
                  <a:pt x="21" y="20"/>
                </a:lnTo>
                <a:lnTo>
                  <a:pt x="21" y="19"/>
                </a:lnTo>
                <a:lnTo>
                  <a:pt x="20" y="19"/>
                </a:lnTo>
                <a:lnTo>
                  <a:pt x="20" y="17"/>
                </a:lnTo>
                <a:lnTo>
                  <a:pt x="21" y="17"/>
                </a:lnTo>
                <a:lnTo>
                  <a:pt x="21" y="15"/>
                </a:lnTo>
                <a:lnTo>
                  <a:pt x="20" y="14"/>
                </a:lnTo>
                <a:lnTo>
                  <a:pt x="19" y="15"/>
                </a:lnTo>
                <a:lnTo>
                  <a:pt x="19" y="17"/>
                </a:lnTo>
                <a:lnTo>
                  <a:pt x="18" y="17"/>
                </a:lnTo>
                <a:lnTo>
                  <a:pt x="17" y="17"/>
                </a:lnTo>
                <a:lnTo>
                  <a:pt x="18" y="15"/>
                </a:lnTo>
                <a:lnTo>
                  <a:pt x="18" y="14"/>
                </a:lnTo>
                <a:lnTo>
                  <a:pt x="17" y="14"/>
                </a:lnTo>
                <a:lnTo>
                  <a:pt x="17" y="13"/>
                </a:lnTo>
                <a:lnTo>
                  <a:pt x="17" y="14"/>
                </a:lnTo>
                <a:lnTo>
                  <a:pt x="17" y="13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5" y="10"/>
                </a:lnTo>
                <a:lnTo>
                  <a:pt x="15" y="9"/>
                </a:lnTo>
                <a:lnTo>
                  <a:pt x="13" y="10"/>
                </a:lnTo>
                <a:lnTo>
                  <a:pt x="12" y="10"/>
                </a:lnTo>
                <a:lnTo>
                  <a:pt x="12" y="11"/>
                </a:lnTo>
                <a:lnTo>
                  <a:pt x="12" y="12"/>
                </a:lnTo>
                <a:lnTo>
                  <a:pt x="12" y="13"/>
                </a:lnTo>
                <a:lnTo>
                  <a:pt x="11" y="13"/>
                </a:lnTo>
                <a:lnTo>
                  <a:pt x="10" y="12"/>
                </a:lnTo>
                <a:lnTo>
                  <a:pt x="10" y="11"/>
                </a:lnTo>
                <a:lnTo>
                  <a:pt x="10" y="10"/>
                </a:lnTo>
                <a:lnTo>
                  <a:pt x="9" y="10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3" y="8"/>
                </a:lnTo>
                <a:lnTo>
                  <a:pt x="2" y="7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6" y="2"/>
                </a:lnTo>
                <a:lnTo>
                  <a:pt x="8" y="2"/>
                </a:lnTo>
                <a:lnTo>
                  <a:pt x="11" y="2"/>
                </a:lnTo>
                <a:lnTo>
                  <a:pt x="12" y="2"/>
                </a:lnTo>
                <a:lnTo>
                  <a:pt x="15" y="1"/>
                </a:lnTo>
                <a:lnTo>
                  <a:pt x="15" y="0"/>
                </a:lnTo>
                <a:lnTo>
                  <a:pt x="16" y="0"/>
                </a:lnTo>
                <a:lnTo>
                  <a:pt x="18" y="0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1" y="1"/>
                </a:lnTo>
                <a:lnTo>
                  <a:pt x="22" y="1"/>
                </a:lnTo>
                <a:lnTo>
                  <a:pt x="23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" name=""/>
          <p:cNvSpPr/>
          <p:nvPr/>
        </p:nvSpPr>
        <p:spPr>
          <a:xfrm>
            <a:off x="4900320" y="2612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5"/>
                </a:lnTo>
                <a:lnTo>
                  <a:pt x="2" y="5"/>
                </a:lnTo>
                <a:lnTo>
                  <a:pt x="0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" name=""/>
          <p:cNvSpPr/>
          <p:nvPr/>
        </p:nvSpPr>
        <p:spPr>
          <a:xfrm>
            <a:off x="4905360" y="2607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3"/>
                </a:move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" name=""/>
          <p:cNvSpPr/>
          <p:nvPr/>
        </p:nvSpPr>
        <p:spPr>
          <a:xfrm>
            <a:off x="4904280" y="2607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" name=""/>
          <p:cNvSpPr/>
          <p:nvPr/>
        </p:nvSpPr>
        <p:spPr>
          <a:xfrm>
            <a:off x="4900680" y="2607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" name=""/>
          <p:cNvSpPr/>
          <p:nvPr/>
        </p:nvSpPr>
        <p:spPr>
          <a:xfrm>
            <a:off x="4885560" y="260604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7" y="2"/>
                </a:moveTo>
                <a:lnTo>
                  <a:pt x="8" y="4"/>
                </a:lnTo>
                <a:lnTo>
                  <a:pt x="8" y="5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7" y="8"/>
                </a:lnTo>
                <a:lnTo>
                  <a:pt x="5" y="8"/>
                </a:lnTo>
                <a:lnTo>
                  <a:pt x="4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1" y="4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080" rIns="21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" name=""/>
          <p:cNvSpPr/>
          <p:nvPr/>
        </p:nvSpPr>
        <p:spPr>
          <a:xfrm>
            <a:off x="4902120" y="2606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3" y="4"/>
                </a:lnTo>
                <a:lnTo>
                  <a:pt x="3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" name=""/>
          <p:cNvSpPr/>
          <p:nvPr/>
        </p:nvSpPr>
        <p:spPr>
          <a:xfrm>
            <a:off x="4905000" y="26060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lnTo>
                  <a:pt x="4" y="3"/>
                </a:lnTo>
                <a:lnTo>
                  <a:pt x="2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" name=""/>
          <p:cNvSpPr/>
          <p:nvPr/>
        </p:nvSpPr>
        <p:spPr>
          <a:xfrm>
            <a:off x="4900680" y="260352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4" y="5"/>
                </a:move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6" y="8"/>
                </a:lnTo>
                <a:lnTo>
                  <a:pt x="6" y="9"/>
                </a:lnTo>
                <a:lnTo>
                  <a:pt x="4" y="9"/>
                </a:lnTo>
                <a:lnTo>
                  <a:pt x="4" y="8"/>
                </a:lnTo>
                <a:lnTo>
                  <a:pt x="3" y="9"/>
                </a:lnTo>
                <a:lnTo>
                  <a:pt x="3" y="8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080" rIns="21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" name=""/>
          <p:cNvSpPr/>
          <p:nvPr/>
        </p:nvSpPr>
        <p:spPr>
          <a:xfrm>
            <a:off x="4899960" y="2603880"/>
            <a:ext cx="1440" cy="2520"/>
          </a:xfrm>
          <a:custGeom>
            <a:avLst/>
            <a:gdLst/>
            <a:ahLst/>
            <a:rect l="0" t="0" r="r" b="b"/>
            <a:pathLst>
              <a:path w="4" h="7">
                <a:moveTo>
                  <a:pt x="2" y="2"/>
                </a:moveTo>
                <a:lnTo>
                  <a:pt x="2" y="3"/>
                </a:lnTo>
                <a:lnTo>
                  <a:pt x="4" y="4"/>
                </a:lnTo>
                <a:lnTo>
                  <a:pt x="4" y="5"/>
                </a:lnTo>
                <a:lnTo>
                  <a:pt x="4" y="7"/>
                </a:lnTo>
                <a:lnTo>
                  <a:pt x="2" y="7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" name=""/>
          <p:cNvSpPr/>
          <p:nvPr/>
        </p:nvSpPr>
        <p:spPr>
          <a:xfrm>
            <a:off x="4902120" y="2603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" name=""/>
          <p:cNvSpPr/>
          <p:nvPr/>
        </p:nvSpPr>
        <p:spPr>
          <a:xfrm>
            <a:off x="4923360" y="25963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" name=""/>
          <p:cNvSpPr/>
          <p:nvPr/>
        </p:nvSpPr>
        <p:spPr>
          <a:xfrm>
            <a:off x="4903560" y="2595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0"/>
                </a:move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" name=""/>
          <p:cNvSpPr/>
          <p:nvPr/>
        </p:nvSpPr>
        <p:spPr>
          <a:xfrm>
            <a:off x="4921560" y="259452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7" y="1"/>
                </a:moveTo>
                <a:lnTo>
                  <a:pt x="8" y="1"/>
                </a:lnTo>
                <a:lnTo>
                  <a:pt x="8" y="2"/>
                </a:lnTo>
                <a:lnTo>
                  <a:pt x="7" y="4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5" y="2"/>
                </a:lnTo>
                <a:lnTo>
                  <a:pt x="7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" name=""/>
          <p:cNvSpPr/>
          <p:nvPr/>
        </p:nvSpPr>
        <p:spPr>
          <a:xfrm>
            <a:off x="4903560" y="2594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" name=""/>
          <p:cNvSpPr/>
          <p:nvPr/>
        </p:nvSpPr>
        <p:spPr>
          <a:xfrm>
            <a:off x="4899600" y="25930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5"/>
                </a:moveTo>
                <a:lnTo>
                  <a:pt x="2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" name=""/>
          <p:cNvSpPr/>
          <p:nvPr/>
        </p:nvSpPr>
        <p:spPr>
          <a:xfrm>
            <a:off x="4900320" y="25920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3"/>
                </a:moveTo>
                <a:lnTo>
                  <a:pt x="0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" name=""/>
          <p:cNvSpPr/>
          <p:nvPr/>
        </p:nvSpPr>
        <p:spPr>
          <a:xfrm>
            <a:off x="4898520" y="2590920"/>
            <a:ext cx="2880" cy="2520"/>
          </a:xfrm>
          <a:custGeom>
            <a:avLst/>
            <a:gdLst/>
            <a:ahLst/>
            <a:rect l="0" t="0" r="r" b="b"/>
            <a:pathLst>
              <a:path w="8" h="7">
                <a:moveTo>
                  <a:pt x="5" y="2"/>
                </a:moveTo>
                <a:lnTo>
                  <a:pt x="6" y="2"/>
                </a:lnTo>
                <a:lnTo>
                  <a:pt x="8" y="2"/>
                </a:lnTo>
                <a:lnTo>
                  <a:pt x="6" y="2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7"/>
                </a:lnTo>
                <a:lnTo>
                  <a:pt x="4" y="5"/>
                </a:lnTo>
                <a:lnTo>
                  <a:pt x="3" y="5"/>
                </a:lnTo>
                <a:lnTo>
                  <a:pt x="3" y="7"/>
                </a:lnTo>
                <a:lnTo>
                  <a:pt x="0" y="7"/>
                </a:lnTo>
                <a:lnTo>
                  <a:pt x="2" y="5"/>
                </a:lnTo>
                <a:lnTo>
                  <a:pt x="3" y="5"/>
                </a:lnTo>
                <a:lnTo>
                  <a:pt x="3" y="4"/>
                </a:ln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5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" name=""/>
          <p:cNvSpPr/>
          <p:nvPr/>
        </p:nvSpPr>
        <p:spPr>
          <a:xfrm>
            <a:off x="4908240" y="2590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3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" name=""/>
          <p:cNvSpPr/>
          <p:nvPr/>
        </p:nvSpPr>
        <p:spPr>
          <a:xfrm>
            <a:off x="4936320" y="25902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0"/>
                </a:moveTo>
                <a:lnTo>
                  <a:pt x="5" y="1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" name=""/>
          <p:cNvSpPr/>
          <p:nvPr/>
        </p:nvSpPr>
        <p:spPr>
          <a:xfrm>
            <a:off x="4921920" y="25862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1"/>
                </a:moveTo>
                <a:lnTo>
                  <a:pt x="1" y="1"/>
                </a:lnTo>
                <a:lnTo>
                  <a:pt x="3" y="1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5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" name=""/>
          <p:cNvSpPr/>
          <p:nvPr/>
        </p:nvSpPr>
        <p:spPr>
          <a:xfrm>
            <a:off x="4927680" y="25855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" name=""/>
          <p:cNvSpPr/>
          <p:nvPr/>
        </p:nvSpPr>
        <p:spPr>
          <a:xfrm>
            <a:off x="4922280" y="25804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" name=""/>
          <p:cNvSpPr/>
          <p:nvPr/>
        </p:nvSpPr>
        <p:spPr>
          <a:xfrm>
            <a:off x="4919400" y="25804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0"/>
                </a:moveTo>
                <a:lnTo>
                  <a:pt x="3" y="0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" name=""/>
          <p:cNvSpPr/>
          <p:nvPr/>
        </p:nvSpPr>
        <p:spPr>
          <a:xfrm>
            <a:off x="4922280" y="25797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" name=""/>
          <p:cNvSpPr/>
          <p:nvPr/>
        </p:nvSpPr>
        <p:spPr>
          <a:xfrm>
            <a:off x="4917600" y="257760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" name=""/>
          <p:cNvSpPr/>
          <p:nvPr/>
        </p:nvSpPr>
        <p:spPr>
          <a:xfrm>
            <a:off x="4985280" y="2575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800" rIns="21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" name=""/>
          <p:cNvSpPr/>
          <p:nvPr/>
        </p:nvSpPr>
        <p:spPr>
          <a:xfrm>
            <a:off x="4941000" y="257364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5" y="7"/>
                </a:moveTo>
                <a:lnTo>
                  <a:pt x="4" y="5"/>
                </a:lnTo>
                <a:lnTo>
                  <a:pt x="2" y="4"/>
                </a:lnTo>
                <a:lnTo>
                  <a:pt x="0" y="3"/>
                </a:lnTo>
                <a:lnTo>
                  <a:pt x="2" y="2"/>
                </a:lnTo>
                <a:lnTo>
                  <a:pt x="3" y="0"/>
                </a:lnTo>
                <a:lnTo>
                  <a:pt x="5" y="2"/>
                </a:lnTo>
                <a:lnTo>
                  <a:pt x="5" y="3"/>
                </a:lnTo>
                <a:lnTo>
                  <a:pt x="5" y="7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" name=""/>
          <p:cNvSpPr/>
          <p:nvPr/>
        </p:nvSpPr>
        <p:spPr>
          <a:xfrm>
            <a:off x="4958280" y="2571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" name=""/>
          <p:cNvSpPr/>
          <p:nvPr/>
        </p:nvSpPr>
        <p:spPr>
          <a:xfrm>
            <a:off x="4952520" y="2568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" name=""/>
          <p:cNvSpPr/>
          <p:nvPr/>
        </p:nvSpPr>
        <p:spPr>
          <a:xfrm>
            <a:off x="4965480" y="2558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" name=""/>
          <p:cNvSpPr/>
          <p:nvPr/>
        </p:nvSpPr>
        <p:spPr>
          <a:xfrm>
            <a:off x="5096520" y="2517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" name=""/>
          <p:cNvSpPr/>
          <p:nvPr/>
        </p:nvSpPr>
        <p:spPr>
          <a:xfrm>
            <a:off x="5097240" y="2516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" name=""/>
          <p:cNvSpPr/>
          <p:nvPr/>
        </p:nvSpPr>
        <p:spPr>
          <a:xfrm>
            <a:off x="5072040" y="2502720"/>
            <a:ext cx="14400" cy="7200"/>
          </a:xfrm>
          <a:custGeom>
            <a:avLst/>
            <a:gdLst/>
            <a:ahLst/>
            <a:rect l="0" t="0" r="r" b="b"/>
            <a:pathLst>
              <a:path w="40" h="20">
                <a:moveTo>
                  <a:pt x="35" y="3"/>
                </a:moveTo>
                <a:lnTo>
                  <a:pt x="34" y="4"/>
                </a:lnTo>
                <a:lnTo>
                  <a:pt x="34" y="6"/>
                </a:lnTo>
                <a:lnTo>
                  <a:pt x="34" y="7"/>
                </a:lnTo>
                <a:lnTo>
                  <a:pt x="35" y="7"/>
                </a:lnTo>
                <a:lnTo>
                  <a:pt x="36" y="7"/>
                </a:lnTo>
                <a:lnTo>
                  <a:pt x="36" y="6"/>
                </a:lnTo>
                <a:lnTo>
                  <a:pt x="37" y="6"/>
                </a:lnTo>
                <a:lnTo>
                  <a:pt x="37" y="7"/>
                </a:lnTo>
                <a:lnTo>
                  <a:pt x="38" y="8"/>
                </a:lnTo>
                <a:lnTo>
                  <a:pt x="39" y="8"/>
                </a:lnTo>
                <a:lnTo>
                  <a:pt x="39" y="9"/>
                </a:lnTo>
                <a:lnTo>
                  <a:pt x="40" y="9"/>
                </a:lnTo>
                <a:lnTo>
                  <a:pt x="39" y="9"/>
                </a:lnTo>
                <a:lnTo>
                  <a:pt x="38" y="10"/>
                </a:lnTo>
                <a:lnTo>
                  <a:pt x="38" y="9"/>
                </a:lnTo>
                <a:lnTo>
                  <a:pt x="37" y="9"/>
                </a:lnTo>
                <a:lnTo>
                  <a:pt x="36" y="10"/>
                </a:lnTo>
                <a:lnTo>
                  <a:pt x="36" y="11"/>
                </a:lnTo>
                <a:lnTo>
                  <a:pt x="37" y="11"/>
                </a:lnTo>
                <a:lnTo>
                  <a:pt x="37" y="12"/>
                </a:lnTo>
                <a:lnTo>
                  <a:pt x="37" y="13"/>
                </a:lnTo>
                <a:lnTo>
                  <a:pt x="36" y="13"/>
                </a:lnTo>
                <a:lnTo>
                  <a:pt x="37" y="14"/>
                </a:lnTo>
                <a:lnTo>
                  <a:pt x="38" y="14"/>
                </a:lnTo>
                <a:lnTo>
                  <a:pt x="38" y="15"/>
                </a:lnTo>
                <a:lnTo>
                  <a:pt x="38" y="17"/>
                </a:lnTo>
                <a:lnTo>
                  <a:pt x="38" y="18"/>
                </a:lnTo>
                <a:lnTo>
                  <a:pt x="37" y="18"/>
                </a:lnTo>
                <a:lnTo>
                  <a:pt x="37" y="19"/>
                </a:lnTo>
                <a:lnTo>
                  <a:pt x="37" y="18"/>
                </a:lnTo>
                <a:lnTo>
                  <a:pt x="36" y="19"/>
                </a:lnTo>
                <a:lnTo>
                  <a:pt x="36" y="20"/>
                </a:lnTo>
                <a:lnTo>
                  <a:pt x="35" y="20"/>
                </a:lnTo>
                <a:lnTo>
                  <a:pt x="35" y="19"/>
                </a:lnTo>
                <a:lnTo>
                  <a:pt x="34" y="18"/>
                </a:lnTo>
                <a:lnTo>
                  <a:pt x="33" y="18"/>
                </a:lnTo>
                <a:lnTo>
                  <a:pt x="33" y="19"/>
                </a:lnTo>
                <a:lnTo>
                  <a:pt x="32" y="19"/>
                </a:lnTo>
                <a:lnTo>
                  <a:pt x="32" y="20"/>
                </a:lnTo>
                <a:lnTo>
                  <a:pt x="31" y="20"/>
                </a:lnTo>
                <a:lnTo>
                  <a:pt x="31" y="19"/>
                </a:lnTo>
                <a:lnTo>
                  <a:pt x="31" y="18"/>
                </a:lnTo>
                <a:lnTo>
                  <a:pt x="30" y="17"/>
                </a:lnTo>
                <a:lnTo>
                  <a:pt x="29" y="17"/>
                </a:lnTo>
                <a:lnTo>
                  <a:pt x="27" y="17"/>
                </a:lnTo>
                <a:lnTo>
                  <a:pt x="26" y="17"/>
                </a:lnTo>
                <a:lnTo>
                  <a:pt x="25" y="17"/>
                </a:lnTo>
                <a:lnTo>
                  <a:pt x="25" y="18"/>
                </a:lnTo>
                <a:lnTo>
                  <a:pt x="24" y="18"/>
                </a:lnTo>
                <a:lnTo>
                  <a:pt x="23" y="18"/>
                </a:lnTo>
                <a:lnTo>
                  <a:pt x="22" y="18"/>
                </a:lnTo>
                <a:lnTo>
                  <a:pt x="22" y="19"/>
                </a:lnTo>
                <a:lnTo>
                  <a:pt x="21" y="19"/>
                </a:lnTo>
                <a:lnTo>
                  <a:pt x="21" y="20"/>
                </a:lnTo>
                <a:lnTo>
                  <a:pt x="20" y="20"/>
                </a:lnTo>
                <a:lnTo>
                  <a:pt x="20" y="19"/>
                </a:lnTo>
                <a:lnTo>
                  <a:pt x="19" y="19"/>
                </a:lnTo>
                <a:lnTo>
                  <a:pt x="18" y="19"/>
                </a:lnTo>
                <a:lnTo>
                  <a:pt x="17" y="19"/>
                </a:lnTo>
                <a:lnTo>
                  <a:pt x="16" y="18"/>
                </a:lnTo>
                <a:lnTo>
                  <a:pt x="16" y="17"/>
                </a:lnTo>
                <a:lnTo>
                  <a:pt x="15" y="17"/>
                </a:lnTo>
                <a:lnTo>
                  <a:pt x="14" y="17"/>
                </a:lnTo>
                <a:lnTo>
                  <a:pt x="12" y="18"/>
                </a:lnTo>
                <a:lnTo>
                  <a:pt x="11" y="18"/>
                </a:lnTo>
                <a:lnTo>
                  <a:pt x="10" y="18"/>
                </a:lnTo>
                <a:lnTo>
                  <a:pt x="8" y="18"/>
                </a:lnTo>
                <a:lnTo>
                  <a:pt x="7" y="18"/>
                </a:lnTo>
                <a:lnTo>
                  <a:pt x="6" y="18"/>
                </a:lnTo>
                <a:lnTo>
                  <a:pt x="5" y="18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1" y="18"/>
                </a:lnTo>
                <a:lnTo>
                  <a:pt x="0" y="18"/>
                </a:lnTo>
                <a:lnTo>
                  <a:pt x="0" y="17"/>
                </a:lnTo>
                <a:lnTo>
                  <a:pt x="0" y="16"/>
                </a:lnTo>
                <a:lnTo>
                  <a:pt x="0" y="15"/>
                </a:lnTo>
                <a:lnTo>
                  <a:pt x="1" y="13"/>
                </a:lnTo>
                <a:lnTo>
                  <a:pt x="2" y="13"/>
                </a:lnTo>
                <a:lnTo>
                  <a:pt x="2" y="12"/>
                </a:lnTo>
                <a:lnTo>
                  <a:pt x="3" y="12"/>
                </a:lnTo>
                <a:lnTo>
                  <a:pt x="4" y="11"/>
                </a:lnTo>
                <a:lnTo>
                  <a:pt x="4" y="10"/>
                </a:lnTo>
                <a:lnTo>
                  <a:pt x="6" y="9"/>
                </a:lnTo>
                <a:lnTo>
                  <a:pt x="7" y="9"/>
                </a:lnTo>
                <a:lnTo>
                  <a:pt x="7" y="10"/>
                </a:lnTo>
                <a:lnTo>
                  <a:pt x="8" y="10"/>
                </a:lnTo>
                <a:lnTo>
                  <a:pt x="9" y="10"/>
                </a:lnTo>
                <a:lnTo>
                  <a:pt x="10" y="10"/>
                </a:lnTo>
                <a:lnTo>
                  <a:pt x="10" y="11"/>
                </a:lnTo>
                <a:lnTo>
                  <a:pt x="11" y="12"/>
                </a:lnTo>
                <a:lnTo>
                  <a:pt x="12" y="13"/>
                </a:lnTo>
                <a:lnTo>
                  <a:pt x="13" y="14"/>
                </a:lnTo>
                <a:lnTo>
                  <a:pt x="14" y="14"/>
                </a:lnTo>
                <a:lnTo>
                  <a:pt x="15" y="14"/>
                </a:lnTo>
                <a:lnTo>
                  <a:pt x="15" y="13"/>
                </a:lnTo>
                <a:lnTo>
                  <a:pt x="15" y="12"/>
                </a:lnTo>
                <a:lnTo>
                  <a:pt x="16" y="12"/>
                </a:lnTo>
                <a:lnTo>
                  <a:pt x="16" y="11"/>
                </a:lnTo>
                <a:lnTo>
                  <a:pt x="17" y="11"/>
                </a:lnTo>
                <a:lnTo>
                  <a:pt x="17" y="10"/>
                </a:lnTo>
                <a:lnTo>
                  <a:pt x="18" y="9"/>
                </a:lnTo>
                <a:lnTo>
                  <a:pt x="19" y="8"/>
                </a:lnTo>
                <a:lnTo>
                  <a:pt x="19" y="7"/>
                </a:lnTo>
                <a:lnTo>
                  <a:pt x="19" y="6"/>
                </a:lnTo>
                <a:lnTo>
                  <a:pt x="20" y="6"/>
                </a:lnTo>
                <a:lnTo>
                  <a:pt x="21" y="4"/>
                </a:lnTo>
                <a:lnTo>
                  <a:pt x="23" y="3"/>
                </a:lnTo>
                <a:lnTo>
                  <a:pt x="23" y="4"/>
                </a:lnTo>
                <a:lnTo>
                  <a:pt x="24" y="4"/>
                </a:lnTo>
                <a:lnTo>
                  <a:pt x="25" y="6"/>
                </a:lnTo>
                <a:lnTo>
                  <a:pt x="25" y="7"/>
                </a:lnTo>
                <a:lnTo>
                  <a:pt x="26" y="7"/>
                </a:lnTo>
                <a:lnTo>
                  <a:pt x="27" y="7"/>
                </a:lnTo>
                <a:lnTo>
                  <a:pt x="30" y="6"/>
                </a:lnTo>
                <a:lnTo>
                  <a:pt x="30" y="4"/>
                </a:lnTo>
                <a:lnTo>
                  <a:pt x="30" y="3"/>
                </a:lnTo>
                <a:lnTo>
                  <a:pt x="31" y="2"/>
                </a:lnTo>
                <a:lnTo>
                  <a:pt x="32" y="2"/>
                </a:lnTo>
                <a:lnTo>
                  <a:pt x="33" y="2"/>
                </a:lnTo>
                <a:lnTo>
                  <a:pt x="33" y="1"/>
                </a:lnTo>
                <a:lnTo>
                  <a:pt x="33" y="0"/>
                </a:lnTo>
                <a:lnTo>
                  <a:pt x="34" y="0"/>
                </a:lnTo>
                <a:lnTo>
                  <a:pt x="34" y="1"/>
                </a:lnTo>
                <a:lnTo>
                  <a:pt x="34" y="2"/>
                </a:lnTo>
                <a:lnTo>
                  <a:pt x="35" y="2"/>
                </a:lnTo>
                <a:lnTo>
                  <a:pt x="35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" name=""/>
          <p:cNvSpPr/>
          <p:nvPr/>
        </p:nvSpPr>
        <p:spPr>
          <a:xfrm>
            <a:off x="5082120" y="2503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" name=""/>
          <p:cNvSpPr/>
          <p:nvPr/>
        </p:nvSpPr>
        <p:spPr>
          <a:xfrm>
            <a:off x="5078880" y="2496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4"/>
                </a:move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" name=""/>
          <p:cNvSpPr/>
          <p:nvPr/>
        </p:nvSpPr>
        <p:spPr>
          <a:xfrm>
            <a:off x="5076000" y="2496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2"/>
                </a:moveTo>
                <a:lnTo>
                  <a:pt x="4" y="4"/>
                </a:lnTo>
                <a:lnTo>
                  <a:pt x="3" y="4"/>
                </a:lnTo>
                <a:lnTo>
                  <a:pt x="0" y="4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" name=""/>
          <p:cNvSpPr/>
          <p:nvPr/>
        </p:nvSpPr>
        <p:spPr>
          <a:xfrm>
            <a:off x="5093640" y="24930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4" y="1"/>
                </a:lnTo>
                <a:lnTo>
                  <a:pt x="2" y="1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" name=""/>
          <p:cNvSpPr/>
          <p:nvPr/>
        </p:nvSpPr>
        <p:spPr>
          <a:xfrm>
            <a:off x="5095080" y="24919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3"/>
                </a:move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" name=""/>
          <p:cNvSpPr/>
          <p:nvPr/>
        </p:nvSpPr>
        <p:spPr>
          <a:xfrm>
            <a:off x="5109840" y="2480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" name=""/>
          <p:cNvSpPr/>
          <p:nvPr/>
        </p:nvSpPr>
        <p:spPr>
          <a:xfrm>
            <a:off x="5120280" y="2476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" name=""/>
          <p:cNvSpPr/>
          <p:nvPr/>
        </p:nvSpPr>
        <p:spPr>
          <a:xfrm>
            <a:off x="5118480" y="24764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" name=""/>
          <p:cNvSpPr/>
          <p:nvPr/>
        </p:nvSpPr>
        <p:spPr>
          <a:xfrm>
            <a:off x="5117400" y="247500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" name=""/>
          <p:cNvSpPr/>
          <p:nvPr/>
        </p:nvSpPr>
        <p:spPr>
          <a:xfrm>
            <a:off x="5121000" y="24753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800" rIns="21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" name=""/>
          <p:cNvSpPr/>
          <p:nvPr/>
        </p:nvSpPr>
        <p:spPr>
          <a:xfrm>
            <a:off x="5123160" y="2473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" name=""/>
          <p:cNvSpPr/>
          <p:nvPr/>
        </p:nvSpPr>
        <p:spPr>
          <a:xfrm>
            <a:off x="5100480" y="24681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" name=""/>
          <p:cNvSpPr/>
          <p:nvPr/>
        </p:nvSpPr>
        <p:spPr>
          <a:xfrm>
            <a:off x="5127840" y="242928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0"/>
                </a:move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" name=""/>
          <p:cNvSpPr/>
          <p:nvPr/>
        </p:nvSpPr>
        <p:spPr>
          <a:xfrm>
            <a:off x="5127120" y="242424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4" y="3"/>
                </a:move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4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" name=""/>
          <p:cNvSpPr/>
          <p:nvPr/>
        </p:nvSpPr>
        <p:spPr>
          <a:xfrm>
            <a:off x="5114880" y="1654920"/>
            <a:ext cx="7560" cy="2160"/>
          </a:xfrm>
          <a:custGeom>
            <a:avLst/>
            <a:gdLst/>
            <a:ahLst/>
            <a:rect l="0" t="0" r="r" b="b"/>
            <a:pathLst>
              <a:path w="21" h="6">
                <a:moveTo>
                  <a:pt x="12" y="2"/>
                </a:moveTo>
                <a:lnTo>
                  <a:pt x="13" y="2"/>
                </a:lnTo>
                <a:lnTo>
                  <a:pt x="13" y="3"/>
                </a:lnTo>
                <a:lnTo>
                  <a:pt x="15" y="3"/>
                </a:lnTo>
                <a:lnTo>
                  <a:pt x="16" y="3"/>
                </a:lnTo>
                <a:lnTo>
                  <a:pt x="16" y="2"/>
                </a:lnTo>
                <a:lnTo>
                  <a:pt x="17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19" y="6"/>
                </a:lnTo>
                <a:lnTo>
                  <a:pt x="18" y="6"/>
                </a:lnTo>
                <a:lnTo>
                  <a:pt x="16" y="6"/>
                </a:lnTo>
                <a:lnTo>
                  <a:pt x="15" y="5"/>
                </a:lnTo>
                <a:lnTo>
                  <a:pt x="15" y="4"/>
                </a:lnTo>
                <a:lnTo>
                  <a:pt x="13" y="4"/>
                </a:lnTo>
                <a:lnTo>
                  <a:pt x="13" y="3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0" y="6"/>
                </a:lnTo>
                <a:lnTo>
                  <a:pt x="0" y="5"/>
                </a:lnTo>
                <a:lnTo>
                  <a:pt x="9" y="3"/>
                </a:lnTo>
                <a:lnTo>
                  <a:pt x="11" y="2"/>
                </a:lnTo>
                <a:lnTo>
                  <a:pt x="11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" name=""/>
          <p:cNvSpPr/>
          <p:nvPr/>
        </p:nvSpPr>
        <p:spPr>
          <a:xfrm>
            <a:off x="5112360" y="1463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" name=""/>
          <p:cNvSpPr/>
          <p:nvPr/>
        </p:nvSpPr>
        <p:spPr>
          <a:xfrm>
            <a:off x="5073120" y="14338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800" rIns="21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" name=""/>
          <p:cNvSpPr/>
          <p:nvPr/>
        </p:nvSpPr>
        <p:spPr>
          <a:xfrm>
            <a:off x="5074560" y="1431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" name=""/>
          <p:cNvSpPr/>
          <p:nvPr/>
        </p:nvSpPr>
        <p:spPr>
          <a:xfrm>
            <a:off x="5038560" y="133740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3" y="1"/>
                </a:moveTo>
                <a:lnTo>
                  <a:pt x="3" y="2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" name=""/>
          <p:cNvSpPr/>
          <p:nvPr/>
        </p:nvSpPr>
        <p:spPr>
          <a:xfrm>
            <a:off x="5036400" y="133596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5" y="1"/>
                </a:moveTo>
                <a:lnTo>
                  <a:pt x="5" y="2"/>
                </a:lnTo>
                <a:lnTo>
                  <a:pt x="3" y="4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" name=""/>
          <p:cNvSpPr/>
          <p:nvPr/>
        </p:nvSpPr>
        <p:spPr>
          <a:xfrm>
            <a:off x="5121720" y="1228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0" y="1"/>
                </a:lnTo>
                <a:lnTo>
                  <a:pt x="2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" name=""/>
          <p:cNvSpPr/>
          <p:nvPr/>
        </p:nvSpPr>
        <p:spPr>
          <a:xfrm>
            <a:off x="5201640" y="3093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800" rIns="21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" name=""/>
          <p:cNvSpPr/>
          <p:nvPr/>
        </p:nvSpPr>
        <p:spPr>
          <a:xfrm>
            <a:off x="5204520" y="3093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" name=""/>
          <p:cNvSpPr/>
          <p:nvPr/>
        </p:nvSpPr>
        <p:spPr>
          <a:xfrm>
            <a:off x="5207400" y="30927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800" rIns="21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" name=""/>
          <p:cNvSpPr/>
          <p:nvPr/>
        </p:nvSpPr>
        <p:spPr>
          <a:xfrm>
            <a:off x="5209200" y="3090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" name=""/>
          <p:cNvSpPr/>
          <p:nvPr/>
        </p:nvSpPr>
        <p:spPr>
          <a:xfrm>
            <a:off x="5200560" y="3086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" name=""/>
          <p:cNvSpPr/>
          <p:nvPr/>
        </p:nvSpPr>
        <p:spPr>
          <a:xfrm>
            <a:off x="5144040" y="24321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3" y="4"/>
                </a:lnTo>
                <a:lnTo>
                  <a:pt x="4" y="4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" name=""/>
          <p:cNvSpPr/>
          <p:nvPr/>
        </p:nvSpPr>
        <p:spPr>
          <a:xfrm>
            <a:off x="5138280" y="242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4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" name=""/>
          <p:cNvSpPr/>
          <p:nvPr/>
        </p:nvSpPr>
        <p:spPr>
          <a:xfrm>
            <a:off x="5130000" y="242820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4" y="0"/>
                </a:moveTo>
                <a:lnTo>
                  <a:pt x="8" y="0"/>
                </a:lnTo>
                <a:lnTo>
                  <a:pt x="8" y="3"/>
                </a:lnTo>
                <a:lnTo>
                  <a:pt x="7" y="3"/>
                </a:lnTo>
                <a:lnTo>
                  <a:pt x="4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" name=""/>
          <p:cNvSpPr/>
          <p:nvPr/>
        </p:nvSpPr>
        <p:spPr>
          <a:xfrm>
            <a:off x="5144760" y="24278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" name=""/>
          <p:cNvSpPr/>
          <p:nvPr/>
        </p:nvSpPr>
        <p:spPr>
          <a:xfrm>
            <a:off x="5137200" y="2424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1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" name=""/>
          <p:cNvSpPr/>
          <p:nvPr/>
        </p:nvSpPr>
        <p:spPr>
          <a:xfrm>
            <a:off x="5148000" y="2423160"/>
            <a:ext cx="3960" cy="3960"/>
          </a:xfrm>
          <a:custGeom>
            <a:avLst/>
            <a:gdLst/>
            <a:ahLst/>
            <a:rect l="0" t="0" r="r" b="b"/>
            <a:pathLst>
              <a:path w="11" h="11">
                <a:moveTo>
                  <a:pt x="8" y="6"/>
                </a:moveTo>
                <a:lnTo>
                  <a:pt x="8" y="7"/>
                </a:lnTo>
                <a:lnTo>
                  <a:pt x="7" y="8"/>
                </a:lnTo>
                <a:lnTo>
                  <a:pt x="4" y="9"/>
                </a:lnTo>
                <a:lnTo>
                  <a:pt x="4" y="10"/>
                </a:lnTo>
                <a:lnTo>
                  <a:pt x="3" y="11"/>
                </a:lnTo>
                <a:lnTo>
                  <a:pt x="1" y="10"/>
                </a:lnTo>
                <a:lnTo>
                  <a:pt x="0" y="10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3" y="6"/>
                </a:lnTo>
                <a:lnTo>
                  <a:pt x="3" y="5"/>
                </a:lnTo>
                <a:lnTo>
                  <a:pt x="3" y="2"/>
                </a:lnTo>
                <a:lnTo>
                  <a:pt x="3" y="1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2"/>
                </a:lnTo>
                <a:lnTo>
                  <a:pt x="10" y="7"/>
                </a:lnTo>
                <a:lnTo>
                  <a:pt x="10" y="6"/>
                </a:lnTo>
                <a:lnTo>
                  <a:pt x="9" y="6"/>
                </a:lnTo>
                <a:lnTo>
                  <a:pt x="8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800" rIns="21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" name=""/>
          <p:cNvSpPr/>
          <p:nvPr/>
        </p:nvSpPr>
        <p:spPr>
          <a:xfrm>
            <a:off x="5152680" y="2415960"/>
            <a:ext cx="12960" cy="12240"/>
          </a:xfrm>
          <a:custGeom>
            <a:avLst/>
            <a:gdLst/>
            <a:ahLst/>
            <a:rect l="0" t="0" r="r" b="b"/>
            <a:pathLst>
              <a:path w="36" h="34">
                <a:moveTo>
                  <a:pt x="30" y="5"/>
                </a:moveTo>
                <a:lnTo>
                  <a:pt x="29" y="6"/>
                </a:lnTo>
                <a:lnTo>
                  <a:pt x="30" y="6"/>
                </a:lnTo>
                <a:lnTo>
                  <a:pt x="30" y="7"/>
                </a:lnTo>
                <a:lnTo>
                  <a:pt x="31" y="9"/>
                </a:lnTo>
                <a:lnTo>
                  <a:pt x="32" y="9"/>
                </a:lnTo>
                <a:lnTo>
                  <a:pt x="32" y="10"/>
                </a:lnTo>
                <a:lnTo>
                  <a:pt x="33" y="10"/>
                </a:lnTo>
                <a:lnTo>
                  <a:pt x="33" y="11"/>
                </a:lnTo>
                <a:lnTo>
                  <a:pt x="33" y="12"/>
                </a:lnTo>
                <a:lnTo>
                  <a:pt x="33" y="13"/>
                </a:lnTo>
                <a:lnTo>
                  <a:pt x="34" y="15"/>
                </a:lnTo>
                <a:lnTo>
                  <a:pt x="35" y="16"/>
                </a:lnTo>
                <a:lnTo>
                  <a:pt x="35" y="15"/>
                </a:lnTo>
                <a:lnTo>
                  <a:pt x="36" y="16"/>
                </a:lnTo>
                <a:lnTo>
                  <a:pt x="36" y="18"/>
                </a:lnTo>
                <a:lnTo>
                  <a:pt x="35" y="18"/>
                </a:lnTo>
                <a:lnTo>
                  <a:pt x="34" y="18"/>
                </a:lnTo>
                <a:lnTo>
                  <a:pt x="34" y="19"/>
                </a:lnTo>
                <a:lnTo>
                  <a:pt x="34" y="20"/>
                </a:lnTo>
                <a:lnTo>
                  <a:pt x="35" y="20"/>
                </a:lnTo>
                <a:lnTo>
                  <a:pt x="35" y="21"/>
                </a:lnTo>
                <a:lnTo>
                  <a:pt x="34" y="21"/>
                </a:lnTo>
                <a:lnTo>
                  <a:pt x="33" y="22"/>
                </a:lnTo>
                <a:lnTo>
                  <a:pt x="32" y="23"/>
                </a:lnTo>
                <a:lnTo>
                  <a:pt x="31" y="24"/>
                </a:lnTo>
                <a:lnTo>
                  <a:pt x="30" y="25"/>
                </a:lnTo>
                <a:lnTo>
                  <a:pt x="28" y="25"/>
                </a:lnTo>
                <a:lnTo>
                  <a:pt x="29" y="25"/>
                </a:lnTo>
                <a:lnTo>
                  <a:pt x="29" y="24"/>
                </a:lnTo>
                <a:lnTo>
                  <a:pt x="29" y="23"/>
                </a:lnTo>
                <a:lnTo>
                  <a:pt x="28" y="22"/>
                </a:lnTo>
                <a:lnTo>
                  <a:pt x="27" y="22"/>
                </a:lnTo>
                <a:lnTo>
                  <a:pt x="26" y="22"/>
                </a:lnTo>
                <a:lnTo>
                  <a:pt x="25" y="22"/>
                </a:lnTo>
                <a:lnTo>
                  <a:pt x="25" y="21"/>
                </a:lnTo>
                <a:lnTo>
                  <a:pt x="24" y="21"/>
                </a:lnTo>
                <a:lnTo>
                  <a:pt x="23" y="21"/>
                </a:lnTo>
                <a:lnTo>
                  <a:pt x="22" y="21"/>
                </a:lnTo>
                <a:lnTo>
                  <a:pt x="19" y="21"/>
                </a:lnTo>
                <a:lnTo>
                  <a:pt x="17" y="22"/>
                </a:lnTo>
                <a:lnTo>
                  <a:pt x="15" y="23"/>
                </a:lnTo>
                <a:lnTo>
                  <a:pt x="14" y="24"/>
                </a:lnTo>
                <a:lnTo>
                  <a:pt x="13" y="25"/>
                </a:lnTo>
                <a:lnTo>
                  <a:pt x="12" y="26"/>
                </a:lnTo>
                <a:lnTo>
                  <a:pt x="11" y="27"/>
                </a:lnTo>
                <a:lnTo>
                  <a:pt x="11" y="28"/>
                </a:lnTo>
                <a:lnTo>
                  <a:pt x="11" y="29"/>
                </a:lnTo>
                <a:lnTo>
                  <a:pt x="11" y="30"/>
                </a:lnTo>
                <a:lnTo>
                  <a:pt x="10" y="32"/>
                </a:lnTo>
                <a:lnTo>
                  <a:pt x="9" y="32"/>
                </a:lnTo>
                <a:lnTo>
                  <a:pt x="8" y="32"/>
                </a:lnTo>
                <a:lnTo>
                  <a:pt x="8" y="34"/>
                </a:lnTo>
                <a:lnTo>
                  <a:pt x="8" y="32"/>
                </a:lnTo>
                <a:lnTo>
                  <a:pt x="7" y="32"/>
                </a:lnTo>
                <a:lnTo>
                  <a:pt x="5" y="31"/>
                </a:lnTo>
                <a:lnTo>
                  <a:pt x="4" y="31"/>
                </a:lnTo>
                <a:lnTo>
                  <a:pt x="3" y="30"/>
                </a:lnTo>
                <a:lnTo>
                  <a:pt x="2" y="30"/>
                </a:lnTo>
                <a:lnTo>
                  <a:pt x="0" y="29"/>
                </a:lnTo>
                <a:lnTo>
                  <a:pt x="0" y="28"/>
                </a:lnTo>
                <a:lnTo>
                  <a:pt x="1" y="27"/>
                </a:lnTo>
                <a:lnTo>
                  <a:pt x="2" y="27"/>
                </a:lnTo>
                <a:lnTo>
                  <a:pt x="4" y="26"/>
                </a:lnTo>
                <a:lnTo>
                  <a:pt x="5" y="25"/>
                </a:lnTo>
                <a:lnTo>
                  <a:pt x="5" y="24"/>
                </a:lnTo>
                <a:lnTo>
                  <a:pt x="5" y="23"/>
                </a:lnTo>
                <a:lnTo>
                  <a:pt x="5" y="22"/>
                </a:lnTo>
                <a:lnTo>
                  <a:pt x="3" y="20"/>
                </a:lnTo>
                <a:lnTo>
                  <a:pt x="3" y="18"/>
                </a:lnTo>
                <a:lnTo>
                  <a:pt x="2" y="17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0" y="15"/>
                </a:lnTo>
                <a:lnTo>
                  <a:pt x="2" y="13"/>
                </a:lnTo>
                <a:lnTo>
                  <a:pt x="4" y="12"/>
                </a:lnTo>
                <a:lnTo>
                  <a:pt x="5" y="12"/>
                </a:lnTo>
                <a:lnTo>
                  <a:pt x="7" y="14"/>
                </a:lnTo>
                <a:lnTo>
                  <a:pt x="8" y="14"/>
                </a:lnTo>
                <a:lnTo>
                  <a:pt x="9" y="15"/>
                </a:lnTo>
                <a:lnTo>
                  <a:pt x="10" y="15"/>
                </a:lnTo>
                <a:lnTo>
                  <a:pt x="11" y="16"/>
                </a:lnTo>
                <a:lnTo>
                  <a:pt x="12" y="16"/>
                </a:lnTo>
                <a:lnTo>
                  <a:pt x="14" y="16"/>
                </a:lnTo>
                <a:lnTo>
                  <a:pt x="15" y="16"/>
                </a:lnTo>
                <a:lnTo>
                  <a:pt x="17" y="16"/>
                </a:lnTo>
                <a:lnTo>
                  <a:pt x="18" y="15"/>
                </a:lnTo>
                <a:lnTo>
                  <a:pt x="18" y="14"/>
                </a:lnTo>
                <a:lnTo>
                  <a:pt x="18" y="13"/>
                </a:lnTo>
                <a:lnTo>
                  <a:pt x="18" y="12"/>
                </a:lnTo>
                <a:lnTo>
                  <a:pt x="18" y="11"/>
                </a:lnTo>
                <a:lnTo>
                  <a:pt x="19" y="9"/>
                </a:lnTo>
                <a:lnTo>
                  <a:pt x="19" y="8"/>
                </a:lnTo>
                <a:lnTo>
                  <a:pt x="19" y="7"/>
                </a:lnTo>
                <a:lnTo>
                  <a:pt x="19" y="6"/>
                </a:lnTo>
                <a:lnTo>
                  <a:pt x="21" y="5"/>
                </a:lnTo>
                <a:lnTo>
                  <a:pt x="22" y="4"/>
                </a:lnTo>
                <a:lnTo>
                  <a:pt x="23" y="3"/>
                </a:lnTo>
                <a:lnTo>
                  <a:pt x="22" y="3"/>
                </a:lnTo>
                <a:lnTo>
                  <a:pt x="22" y="2"/>
                </a:lnTo>
                <a:lnTo>
                  <a:pt x="23" y="2"/>
                </a:lnTo>
                <a:lnTo>
                  <a:pt x="24" y="0"/>
                </a:lnTo>
                <a:lnTo>
                  <a:pt x="24" y="2"/>
                </a:lnTo>
                <a:lnTo>
                  <a:pt x="25" y="2"/>
                </a:lnTo>
                <a:lnTo>
                  <a:pt x="25" y="3"/>
                </a:lnTo>
                <a:lnTo>
                  <a:pt x="26" y="3"/>
                </a:lnTo>
                <a:lnTo>
                  <a:pt x="26" y="4"/>
                </a:lnTo>
                <a:lnTo>
                  <a:pt x="27" y="5"/>
                </a:lnTo>
                <a:lnTo>
                  <a:pt x="29" y="5"/>
                </a:lnTo>
                <a:lnTo>
                  <a:pt x="30" y="4"/>
                </a:lnTo>
                <a:lnTo>
                  <a:pt x="30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" name=""/>
          <p:cNvSpPr/>
          <p:nvPr/>
        </p:nvSpPr>
        <p:spPr>
          <a:xfrm>
            <a:off x="5137920" y="2416320"/>
            <a:ext cx="9000" cy="10080"/>
          </a:xfrm>
          <a:custGeom>
            <a:avLst/>
            <a:gdLst/>
            <a:ahLst/>
            <a:rect l="0" t="0" r="r" b="b"/>
            <a:pathLst>
              <a:path w="25" h="28">
                <a:moveTo>
                  <a:pt x="17" y="5"/>
                </a:moveTo>
                <a:lnTo>
                  <a:pt x="17" y="6"/>
                </a:lnTo>
                <a:lnTo>
                  <a:pt x="17" y="7"/>
                </a:lnTo>
                <a:lnTo>
                  <a:pt x="16" y="8"/>
                </a:lnTo>
                <a:lnTo>
                  <a:pt x="17" y="8"/>
                </a:lnTo>
                <a:lnTo>
                  <a:pt x="18" y="7"/>
                </a:lnTo>
                <a:lnTo>
                  <a:pt x="19" y="5"/>
                </a:lnTo>
                <a:lnTo>
                  <a:pt x="18" y="3"/>
                </a:lnTo>
                <a:lnTo>
                  <a:pt x="20" y="4"/>
                </a:lnTo>
                <a:lnTo>
                  <a:pt x="21" y="4"/>
                </a:lnTo>
                <a:lnTo>
                  <a:pt x="22" y="5"/>
                </a:lnTo>
                <a:lnTo>
                  <a:pt x="24" y="10"/>
                </a:lnTo>
                <a:lnTo>
                  <a:pt x="24" y="12"/>
                </a:lnTo>
                <a:lnTo>
                  <a:pt x="24" y="13"/>
                </a:lnTo>
                <a:lnTo>
                  <a:pt x="25" y="14"/>
                </a:lnTo>
                <a:lnTo>
                  <a:pt x="25" y="15"/>
                </a:lnTo>
                <a:lnTo>
                  <a:pt x="24" y="16"/>
                </a:lnTo>
                <a:lnTo>
                  <a:pt x="24" y="17"/>
                </a:lnTo>
                <a:lnTo>
                  <a:pt x="22" y="16"/>
                </a:lnTo>
                <a:lnTo>
                  <a:pt x="21" y="19"/>
                </a:lnTo>
                <a:lnTo>
                  <a:pt x="19" y="21"/>
                </a:lnTo>
                <a:lnTo>
                  <a:pt x="16" y="24"/>
                </a:lnTo>
                <a:lnTo>
                  <a:pt x="14" y="27"/>
                </a:lnTo>
                <a:lnTo>
                  <a:pt x="14" y="28"/>
                </a:lnTo>
                <a:lnTo>
                  <a:pt x="13" y="28"/>
                </a:lnTo>
                <a:lnTo>
                  <a:pt x="11" y="28"/>
                </a:lnTo>
                <a:lnTo>
                  <a:pt x="10" y="28"/>
                </a:lnTo>
                <a:lnTo>
                  <a:pt x="8" y="28"/>
                </a:lnTo>
                <a:lnTo>
                  <a:pt x="7" y="28"/>
                </a:lnTo>
                <a:lnTo>
                  <a:pt x="6" y="27"/>
                </a:lnTo>
                <a:lnTo>
                  <a:pt x="4" y="27"/>
                </a:lnTo>
                <a:lnTo>
                  <a:pt x="2" y="23"/>
                </a:lnTo>
                <a:lnTo>
                  <a:pt x="1" y="23"/>
                </a:lnTo>
                <a:lnTo>
                  <a:pt x="0" y="22"/>
                </a:lnTo>
                <a:lnTo>
                  <a:pt x="0" y="21"/>
                </a:lnTo>
                <a:lnTo>
                  <a:pt x="0" y="18"/>
                </a:lnTo>
                <a:lnTo>
                  <a:pt x="0" y="17"/>
                </a:lnTo>
                <a:lnTo>
                  <a:pt x="0" y="14"/>
                </a:lnTo>
                <a:lnTo>
                  <a:pt x="0" y="13"/>
                </a:lnTo>
                <a:lnTo>
                  <a:pt x="1" y="11"/>
                </a:lnTo>
                <a:lnTo>
                  <a:pt x="1" y="9"/>
                </a:lnTo>
                <a:lnTo>
                  <a:pt x="2" y="5"/>
                </a:lnTo>
                <a:lnTo>
                  <a:pt x="3" y="4"/>
                </a:lnTo>
                <a:lnTo>
                  <a:pt x="3" y="3"/>
                </a:lnTo>
                <a:lnTo>
                  <a:pt x="4" y="2"/>
                </a:lnTo>
                <a:lnTo>
                  <a:pt x="6" y="1"/>
                </a:lnTo>
                <a:lnTo>
                  <a:pt x="10" y="0"/>
                </a:lnTo>
                <a:lnTo>
                  <a:pt x="11" y="0"/>
                </a:lnTo>
                <a:lnTo>
                  <a:pt x="13" y="1"/>
                </a:lnTo>
                <a:lnTo>
                  <a:pt x="14" y="2"/>
                </a:lnTo>
                <a:lnTo>
                  <a:pt x="15" y="2"/>
                </a:lnTo>
                <a:lnTo>
                  <a:pt x="17" y="3"/>
                </a:lnTo>
                <a:lnTo>
                  <a:pt x="17" y="4"/>
                </a:lnTo>
                <a:lnTo>
                  <a:pt x="16" y="4"/>
                </a:lnTo>
                <a:lnTo>
                  <a:pt x="17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" name=""/>
          <p:cNvSpPr/>
          <p:nvPr/>
        </p:nvSpPr>
        <p:spPr>
          <a:xfrm>
            <a:off x="5151960" y="2413440"/>
            <a:ext cx="5760" cy="3240"/>
          </a:xfrm>
          <a:custGeom>
            <a:avLst/>
            <a:gdLst/>
            <a:ahLst/>
            <a:rect l="0" t="0" r="r" b="b"/>
            <a:pathLst>
              <a:path w="16" h="9">
                <a:moveTo>
                  <a:pt x="11" y="1"/>
                </a:moveTo>
                <a:lnTo>
                  <a:pt x="12" y="1"/>
                </a:lnTo>
                <a:lnTo>
                  <a:pt x="13" y="1"/>
                </a:lnTo>
                <a:lnTo>
                  <a:pt x="15" y="1"/>
                </a:lnTo>
                <a:lnTo>
                  <a:pt x="16" y="2"/>
                </a:lnTo>
                <a:lnTo>
                  <a:pt x="16" y="3"/>
                </a:lnTo>
                <a:lnTo>
                  <a:pt x="15" y="3"/>
                </a:lnTo>
                <a:lnTo>
                  <a:pt x="14" y="3"/>
                </a:lnTo>
                <a:lnTo>
                  <a:pt x="13" y="3"/>
                </a:lnTo>
                <a:lnTo>
                  <a:pt x="12" y="3"/>
                </a:lnTo>
                <a:lnTo>
                  <a:pt x="11" y="3"/>
                </a:lnTo>
                <a:lnTo>
                  <a:pt x="12" y="3"/>
                </a:lnTo>
                <a:lnTo>
                  <a:pt x="14" y="4"/>
                </a:lnTo>
                <a:lnTo>
                  <a:pt x="15" y="3"/>
                </a:lnTo>
                <a:lnTo>
                  <a:pt x="16" y="3"/>
                </a:lnTo>
                <a:lnTo>
                  <a:pt x="14" y="5"/>
                </a:lnTo>
                <a:lnTo>
                  <a:pt x="14" y="7"/>
                </a:lnTo>
                <a:lnTo>
                  <a:pt x="13" y="7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1" y="9"/>
                </a:lnTo>
                <a:lnTo>
                  <a:pt x="10" y="9"/>
                </a:lnTo>
                <a:lnTo>
                  <a:pt x="10" y="8"/>
                </a:lnTo>
                <a:lnTo>
                  <a:pt x="11" y="7"/>
                </a:lnTo>
                <a:lnTo>
                  <a:pt x="10" y="7"/>
                </a:lnTo>
                <a:lnTo>
                  <a:pt x="8" y="8"/>
                </a:lnTo>
                <a:lnTo>
                  <a:pt x="6" y="7"/>
                </a:lnTo>
                <a:lnTo>
                  <a:pt x="5" y="7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8" y="1"/>
                </a:lnTo>
                <a:lnTo>
                  <a:pt x="11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080" rIns="21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" name=""/>
          <p:cNvSpPr/>
          <p:nvPr/>
        </p:nvSpPr>
        <p:spPr>
          <a:xfrm>
            <a:off x="5180760" y="23907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" name=""/>
          <p:cNvSpPr/>
          <p:nvPr/>
        </p:nvSpPr>
        <p:spPr>
          <a:xfrm>
            <a:off x="5195520" y="23731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" name=""/>
          <p:cNvSpPr/>
          <p:nvPr/>
        </p:nvSpPr>
        <p:spPr>
          <a:xfrm>
            <a:off x="5223960" y="2372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3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" name=""/>
          <p:cNvSpPr/>
          <p:nvPr/>
        </p:nvSpPr>
        <p:spPr>
          <a:xfrm>
            <a:off x="5200200" y="2367360"/>
            <a:ext cx="3960" cy="6480"/>
          </a:xfrm>
          <a:custGeom>
            <a:avLst/>
            <a:gdLst/>
            <a:ahLst/>
            <a:rect l="0" t="0" r="r" b="b"/>
            <a:pathLst>
              <a:path w="11" h="18">
                <a:moveTo>
                  <a:pt x="7" y="4"/>
                </a:move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6" y="9"/>
                </a:lnTo>
                <a:lnTo>
                  <a:pt x="7" y="9"/>
                </a:lnTo>
                <a:lnTo>
                  <a:pt x="8" y="9"/>
                </a:lnTo>
                <a:lnTo>
                  <a:pt x="7" y="9"/>
                </a:lnTo>
                <a:lnTo>
                  <a:pt x="7" y="10"/>
                </a:lnTo>
                <a:lnTo>
                  <a:pt x="7" y="11"/>
                </a:lnTo>
                <a:lnTo>
                  <a:pt x="8" y="11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7" y="12"/>
                </a:lnTo>
                <a:lnTo>
                  <a:pt x="7" y="14"/>
                </a:lnTo>
                <a:lnTo>
                  <a:pt x="6" y="14"/>
                </a:lnTo>
                <a:lnTo>
                  <a:pt x="6" y="15"/>
                </a:lnTo>
                <a:lnTo>
                  <a:pt x="6" y="16"/>
                </a:lnTo>
                <a:lnTo>
                  <a:pt x="5" y="16"/>
                </a:lnTo>
                <a:lnTo>
                  <a:pt x="5" y="17"/>
                </a:lnTo>
                <a:lnTo>
                  <a:pt x="6" y="17"/>
                </a:lnTo>
                <a:lnTo>
                  <a:pt x="6" y="18"/>
                </a:lnTo>
                <a:lnTo>
                  <a:pt x="5" y="18"/>
                </a:lnTo>
                <a:lnTo>
                  <a:pt x="5" y="17"/>
                </a:lnTo>
                <a:lnTo>
                  <a:pt x="4" y="16"/>
                </a:lnTo>
                <a:lnTo>
                  <a:pt x="4" y="15"/>
                </a:lnTo>
                <a:lnTo>
                  <a:pt x="3" y="15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4"/>
                </a:lnTo>
                <a:lnTo>
                  <a:pt x="3" y="14"/>
                </a:lnTo>
                <a:lnTo>
                  <a:pt x="3" y="13"/>
                </a:lnTo>
                <a:lnTo>
                  <a:pt x="4" y="13"/>
                </a:lnTo>
                <a:lnTo>
                  <a:pt x="4" y="11"/>
                </a:lnTo>
                <a:lnTo>
                  <a:pt x="4" y="10"/>
                </a:lnTo>
                <a:lnTo>
                  <a:pt x="3" y="9"/>
                </a:lnTo>
                <a:lnTo>
                  <a:pt x="2" y="9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9" y="0"/>
                </a:lnTo>
                <a:lnTo>
                  <a:pt x="11" y="1"/>
                </a:lnTo>
                <a:lnTo>
                  <a:pt x="9" y="1"/>
                </a:lnTo>
                <a:lnTo>
                  <a:pt x="9" y="2"/>
                </a:lnTo>
                <a:lnTo>
                  <a:pt x="11" y="2"/>
                </a:lnTo>
                <a:lnTo>
                  <a:pt x="9" y="2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" name=""/>
          <p:cNvSpPr/>
          <p:nvPr/>
        </p:nvSpPr>
        <p:spPr>
          <a:xfrm>
            <a:off x="5195880" y="2369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" name=""/>
          <p:cNvSpPr/>
          <p:nvPr/>
        </p:nvSpPr>
        <p:spPr>
          <a:xfrm>
            <a:off x="5217120" y="2363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" name=""/>
          <p:cNvSpPr/>
          <p:nvPr/>
        </p:nvSpPr>
        <p:spPr>
          <a:xfrm>
            <a:off x="5193720" y="2363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2"/>
                </a:move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" name=""/>
          <p:cNvSpPr/>
          <p:nvPr/>
        </p:nvSpPr>
        <p:spPr>
          <a:xfrm>
            <a:off x="5191920" y="2362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4" y="0"/>
                </a:lnTo>
                <a:lnTo>
                  <a:pt x="4" y="1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" name=""/>
          <p:cNvSpPr/>
          <p:nvPr/>
        </p:nvSpPr>
        <p:spPr>
          <a:xfrm>
            <a:off x="5221080" y="2352960"/>
            <a:ext cx="9360" cy="7200"/>
          </a:xfrm>
          <a:custGeom>
            <a:avLst/>
            <a:gdLst/>
            <a:ahLst/>
            <a:rect l="0" t="0" r="r" b="b"/>
            <a:pathLst>
              <a:path w="26" h="20">
                <a:moveTo>
                  <a:pt x="8" y="4"/>
                </a:moveTo>
                <a:lnTo>
                  <a:pt x="8" y="3"/>
                </a:lnTo>
                <a:lnTo>
                  <a:pt x="9" y="4"/>
                </a:lnTo>
                <a:lnTo>
                  <a:pt x="11" y="7"/>
                </a:lnTo>
                <a:lnTo>
                  <a:pt x="11" y="8"/>
                </a:lnTo>
                <a:lnTo>
                  <a:pt x="12" y="9"/>
                </a:lnTo>
                <a:lnTo>
                  <a:pt x="14" y="10"/>
                </a:lnTo>
                <a:lnTo>
                  <a:pt x="16" y="11"/>
                </a:lnTo>
                <a:lnTo>
                  <a:pt x="18" y="11"/>
                </a:lnTo>
                <a:lnTo>
                  <a:pt x="20" y="11"/>
                </a:lnTo>
                <a:lnTo>
                  <a:pt x="20" y="10"/>
                </a:lnTo>
                <a:lnTo>
                  <a:pt x="20" y="9"/>
                </a:lnTo>
                <a:lnTo>
                  <a:pt x="21" y="9"/>
                </a:lnTo>
                <a:lnTo>
                  <a:pt x="21" y="10"/>
                </a:lnTo>
                <a:lnTo>
                  <a:pt x="22" y="10"/>
                </a:lnTo>
                <a:lnTo>
                  <a:pt x="22" y="11"/>
                </a:lnTo>
                <a:lnTo>
                  <a:pt x="23" y="11"/>
                </a:lnTo>
                <a:lnTo>
                  <a:pt x="23" y="10"/>
                </a:lnTo>
                <a:lnTo>
                  <a:pt x="24" y="10"/>
                </a:lnTo>
                <a:lnTo>
                  <a:pt x="24" y="9"/>
                </a:lnTo>
                <a:lnTo>
                  <a:pt x="25" y="9"/>
                </a:lnTo>
                <a:lnTo>
                  <a:pt x="26" y="9"/>
                </a:lnTo>
                <a:lnTo>
                  <a:pt x="25" y="9"/>
                </a:lnTo>
                <a:lnTo>
                  <a:pt x="25" y="10"/>
                </a:lnTo>
                <a:lnTo>
                  <a:pt x="26" y="10"/>
                </a:lnTo>
                <a:lnTo>
                  <a:pt x="26" y="11"/>
                </a:lnTo>
                <a:lnTo>
                  <a:pt x="25" y="11"/>
                </a:lnTo>
                <a:lnTo>
                  <a:pt x="24" y="11"/>
                </a:lnTo>
                <a:lnTo>
                  <a:pt x="23" y="11"/>
                </a:lnTo>
                <a:lnTo>
                  <a:pt x="22" y="11"/>
                </a:lnTo>
                <a:lnTo>
                  <a:pt x="21" y="12"/>
                </a:lnTo>
                <a:lnTo>
                  <a:pt x="20" y="14"/>
                </a:lnTo>
                <a:lnTo>
                  <a:pt x="20" y="15"/>
                </a:lnTo>
                <a:lnTo>
                  <a:pt x="21" y="15"/>
                </a:lnTo>
                <a:lnTo>
                  <a:pt x="23" y="17"/>
                </a:lnTo>
                <a:lnTo>
                  <a:pt x="23" y="18"/>
                </a:lnTo>
                <a:lnTo>
                  <a:pt x="21" y="20"/>
                </a:lnTo>
                <a:lnTo>
                  <a:pt x="20" y="20"/>
                </a:lnTo>
                <a:lnTo>
                  <a:pt x="18" y="20"/>
                </a:lnTo>
                <a:lnTo>
                  <a:pt x="16" y="18"/>
                </a:lnTo>
                <a:lnTo>
                  <a:pt x="15" y="17"/>
                </a:lnTo>
                <a:lnTo>
                  <a:pt x="15" y="16"/>
                </a:lnTo>
                <a:lnTo>
                  <a:pt x="15" y="15"/>
                </a:lnTo>
                <a:lnTo>
                  <a:pt x="9" y="14"/>
                </a:lnTo>
                <a:lnTo>
                  <a:pt x="9" y="15"/>
                </a:lnTo>
                <a:lnTo>
                  <a:pt x="9" y="14"/>
                </a:lnTo>
                <a:lnTo>
                  <a:pt x="7" y="13"/>
                </a:lnTo>
                <a:lnTo>
                  <a:pt x="6" y="13"/>
                </a:lnTo>
                <a:lnTo>
                  <a:pt x="4" y="13"/>
                </a:lnTo>
                <a:lnTo>
                  <a:pt x="3" y="13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2" y="10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1" y="8"/>
                </a:lnTo>
                <a:lnTo>
                  <a:pt x="2" y="8"/>
                </a:lnTo>
                <a:lnTo>
                  <a:pt x="3" y="7"/>
                </a:lnTo>
                <a:lnTo>
                  <a:pt x="3" y="5"/>
                </a:lnTo>
                <a:lnTo>
                  <a:pt x="4" y="5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5" y="0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5"/>
                </a:lnTo>
                <a:lnTo>
                  <a:pt x="8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" name=""/>
          <p:cNvSpPr/>
          <p:nvPr/>
        </p:nvSpPr>
        <p:spPr>
          <a:xfrm>
            <a:off x="5225400" y="2351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0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" name=""/>
          <p:cNvSpPr/>
          <p:nvPr/>
        </p:nvSpPr>
        <p:spPr>
          <a:xfrm>
            <a:off x="5214600" y="2348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" name=""/>
          <p:cNvSpPr/>
          <p:nvPr/>
        </p:nvSpPr>
        <p:spPr>
          <a:xfrm>
            <a:off x="5207400" y="2347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" name=""/>
          <p:cNvSpPr/>
          <p:nvPr/>
        </p:nvSpPr>
        <p:spPr>
          <a:xfrm>
            <a:off x="5221440" y="23461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0" y="5"/>
                </a:move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5" y="0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0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" name=""/>
          <p:cNvSpPr/>
          <p:nvPr/>
        </p:nvSpPr>
        <p:spPr>
          <a:xfrm>
            <a:off x="5215320" y="234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" name=""/>
          <p:cNvSpPr/>
          <p:nvPr/>
        </p:nvSpPr>
        <p:spPr>
          <a:xfrm>
            <a:off x="5224680" y="2320920"/>
            <a:ext cx="3600" cy="4680"/>
          </a:xfrm>
          <a:custGeom>
            <a:avLst/>
            <a:gdLst/>
            <a:ahLst/>
            <a:rect l="0" t="0" r="r" b="b"/>
            <a:pathLst>
              <a:path w="10" h="13">
                <a:moveTo>
                  <a:pt x="4" y="13"/>
                </a:moveTo>
                <a:lnTo>
                  <a:pt x="3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0"/>
                </a:lnTo>
                <a:lnTo>
                  <a:pt x="1" y="11"/>
                </a:lnTo>
                <a:lnTo>
                  <a:pt x="1" y="12"/>
                </a:lnTo>
                <a:lnTo>
                  <a:pt x="2" y="12"/>
                </a:lnTo>
                <a:lnTo>
                  <a:pt x="2" y="11"/>
                </a:lnTo>
                <a:lnTo>
                  <a:pt x="3" y="10"/>
                </a:lnTo>
                <a:lnTo>
                  <a:pt x="3" y="9"/>
                </a:lnTo>
                <a:lnTo>
                  <a:pt x="4" y="7"/>
                </a:lnTo>
                <a:lnTo>
                  <a:pt x="5" y="6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10" y="1"/>
                </a:lnTo>
                <a:lnTo>
                  <a:pt x="10" y="0"/>
                </a:lnTo>
                <a:lnTo>
                  <a:pt x="10" y="1"/>
                </a:lnTo>
                <a:lnTo>
                  <a:pt x="10" y="2"/>
                </a:lnTo>
                <a:lnTo>
                  <a:pt x="8" y="4"/>
                </a:lnTo>
                <a:lnTo>
                  <a:pt x="8" y="6"/>
                </a:lnTo>
                <a:lnTo>
                  <a:pt x="8" y="7"/>
                </a:lnTo>
                <a:lnTo>
                  <a:pt x="6" y="9"/>
                </a:lnTo>
                <a:lnTo>
                  <a:pt x="5" y="11"/>
                </a:lnTo>
                <a:lnTo>
                  <a:pt x="4" y="12"/>
                </a:lnTo>
                <a:lnTo>
                  <a:pt x="4" y="1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" name=""/>
          <p:cNvSpPr/>
          <p:nvPr/>
        </p:nvSpPr>
        <p:spPr>
          <a:xfrm>
            <a:off x="5225400" y="232128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1" y="4"/>
                </a:move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1" y="2"/>
                </a:lnTo>
                <a:lnTo>
                  <a:pt x="3" y="0"/>
                </a:lnTo>
                <a:lnTo>
                  <a:pt x="3" y="3"/>
                </a:lnTo>
                <a:lnTo>
                  <a:pt x="1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" name=""/>
          <p:cNvSpPr/>
          <p:nvPr/>
        </p:nvSpPr>
        <p:spPr>
          <a:xfrm>
            <a:off x="5218560" y="2288520"/>
            <a:ext cx="7560" cy="6120"/>
          </a:xfrm>
          <a:custGeom>
            <a:avLst/>
            <a:gdLst/>
            <a:ahLst/>
            <a:rect l="0" t="0" r="r" b="b"/>
            <a:pathLst>
              <a:path w="21" h="17">
                <a:moveTo>
                  <a:pt x="21" y="7"/>
                </a:moveTo>
                <a:lnTo>
                  <a:pt x="21" y="10"/>
                </a:lnTo>
                <a:lnTo>
                  <a:pt x="21" y="12"/>
                </a:lnTo>
                <a:lnTo>
                  <a:pt x="20" y="13"/>
                </a:lnTo>
                <a:lnTo>
                  <a:pt x="20" y="14"/>
                </a:lnTo>
                <a:lnTo>
                  <a:pt x="17" y="14"/>
                </a:lnTo>
                <a:lnTo>
                  <a:pt x="15" y="14"/>
                </a:lnTo>
                <a:lnTo>
                  <a:pt x="11" y="15"/>
                </a:lnTo>
                <a:lnTo>
                  <a:pt x="10" y="15"/>
                </a:lnTo>
                <a:lnTo>
                  <a:pt x="8" y="16"/>
                </a:lnTo>
                <a:lnTo>
                  <a:pt x="7" y="17"/>
                </a:lnTo>
                <a:lnTo>
                  <a:pt x="6" y="17"/>
                </a:lnTo>
                <a:lnTo>
                  <a:pt x="6" y="16"/>
                </a:lnTo>
                <a:lnTo>
                  <a:pt x="4" y="15"/>
                </a:lnTo>
                <a:lnTo>
                  <a:pt x="3" y="14"/>
                </a:lnTo>
                <a:lnTo>
                  <a:pt x="2" y="13"/>
                </a:lnTo>
                <a:lnTo>
                  <a:pt x="1" y="13"/>
                </a:lnTo>
                <a:lnTo>
                  <a:pt x="0" y="13"/>
                </a:lnTo>
                <a:lnTo>
                  <a:pt x="0" y="12"/>
                </a:lnTo>
                <a:lnTo>
                  <a:pt x="2" y="6"/>
                </a:lnTo>
                <a:lnTo>
                  <a:pt x="4" y="4"/>
                </a:lnTo>
                <a:lnTo>
                  <a:pt x="5" y="3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11" y="2"/>
                </a:lnTo>
                <a:lnTo>
                  <a:pt x="16" y="2"/>
                </a:lnTo>
                <a:lnTo>
                  <a:pt x="17" y="3"/>
                </a:lnTo>
                <a:lnTo>
                  <a:pt x="18" y="3"/>
                </a:lnTo>
                <a:lnTo>
                  <a:pt x="17" y="4"/>
                </a:lnTo>
                <a:lnTo>
                  <a:pt x="19" y="7"/>
                </a:lnTo>
                <a:lnTo>
                  <a:pt x="21" y="7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" name=""/>
          <p:cNvSpPr/>
          <p:nvPr/>
        </p:nvSpPr>
        <p:spPr>
          <a:xfrm>
            <a:off x="5223960" y="2288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3" y="2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4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" name=""/>
          <p:cNvSpPr/>
          <p:nvPr/>
        </p:nvSpPr>
        <p:spPr>
          <a:xfrm>
            <a:off x="5225760" y="2286720"/>
            <a:ext cx="1800" cy="2880"/>
          </a:xfrm>
          <a:custGeom>
            <a:avLst/>
            <a:gdLst/>
            <a:ahLst/>
            <a:rect l="0" t="0" r="r" b="b"/>
            <a:pathLst>
              <a:path w="5" h="8">
                <a:moveTo>
                  <a:pt x="0" y="3"/>
                </a:move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5"/>
                </a:lnTo>
                <a:lnTo>
                  <a:pt x="4" y="5"/>
                </a:lnTo>
                <a:lnTo>
                  <a:pt x="4" y="8"/>
                </a:lnTo>
                <a:lnTo>
                  <a:pt x="3" y="6"/>
                </a:lnTo>
                <a:lnTo>
                  <a:pt x="3" y="5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" name=""/>
          <p:cNvSpPr/>
          <p:nvPr/>
        </p:nvSpPr>
        <p:spPr>
          <a:xfrm>
            <a:off x="5221800" y="2285280"/>
            <a:ext cx="4320" cy="2880"/>
          </a:xfrm>
          <a:custGeom>
            <a:avLst/>
            <a:gdLst/>
            <a:ahLst/>
            <a:rect l="0" t="0" r="r" b="b"/>
            <a:pathLst>
              <a:path w="12" h="8">
                <a:moveTo>
                  <a:pt x="11" y="2"/>
                </a:moveTo>
                <a:lnTo>
                  <a:pt x="9" y="3"/>
                </a:lnTo>
                <a:lnTo>
                  <a:pt x="9" y="6"/>
                </a:lnTo>
                <a:lnTo>
                  <a:pt x="11" y="7"/>
                </a:lnTo>
                <a:lnTo>
                  <a:pt x="11" y="8"/>
                </a:lnTo>
                <a:lnTo>
                  <a:pt x="8" y="8"/>
                </a:lnTo>
                <a:lnTo>
                  <a:pt x="7" y="7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12" y="2"/>
                </a:lnTo>
                <a:lnTo>
                  <a:pt x="11" y="3"/>
                </a:lnTo>
                <a:lnTo>
                  <a:pt x="11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" name=""/>
          <p:cNvSpPr/>
          <p:nvPr/>
        </p:nvSpPr>
        <p:spPr>
          <a:xfrm>
            <a:off x="5226840" y="2250360"/>
            <a:ext cx="4320" cy="2520"/>
          </a:xfrm>
          <a:custGeom>
            <a:avLst/>
            <a:gdLst/>
            <a:ahLst/>
            <a:rect l="0" t="0" r="r" b="b"/>
            <a:pathLst>
              <a:path w="12" h="7">
                <a:moveTo>
                  <a:pt x="2" y="6"/>
                </a:moveTo>
                <a:lnTo>
                  <a:pt x="1" y="6"/>
                </a:lnTo>
                <a:lnTo>
                  <a:pt x="0" y="4"/>
                </a:lnTo>
                <a:lnTo>
                  <a:pt x="2" y="3"/>
                </a:lnTo>
                <a:lnTo>
                  <a:pt x="7" y="0"/>
                </a:lnTo>
                <a:lnTo>
                  <a:pt x="8" y="0"/>
                </a:lnTo>
                <a:lnTo>
                  <a:pt x="10" y="0"/>
                </a:lnTo>
                <a:lnTo>
                  <a:pt x="11" y="1"/>
                </a:lnTo>
                <a:lnTo>
                  <a:pt x="12" y="1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7" y="5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" name=""/>
          <p:cNvSpPr/>
          <p:nvPr/>
        </p:nvSpPr>
        <p:spPr>
          <a:xfrm>
            <a:off x="5219640" y="2247120"/>
            <a:ext cx="7200" cy="4320"/>
          </a:xfrm>
          <a:custGeom>
            <a:avLst/>
            <a:gdLst/>
            <a:ahLst/>
            <a:rect l="0" t="0" r="r" b="b"/>
            <a:pathLst>
              <a:path w="20" h="12">
                <a:moveTo>
                  <a:pt x="11" y="10"/>
                </a:moveTo>
                <a:lnTo>
                  <a:pt x="8" y="11"/>
                </a:lnTo>
                <a:lnTo>
                  <a:pt x="7" y="11"/>
                </a:lnTo>
                <a:lnTo>
                  <a:pt x="4" y="12"/>
                </a:lnTo>
                <a:lnTo>
                  <a:pt x="3" y="12"/>
                </a:lnTo>
                <a:lnTo>
                  <a:pt x="2" y="11"/>
                </a:lnTo>
                <a:lnTo>
                  <a:pt x="1" y="9"/>
                </a:lnTo>
                <a:lnTo>
                  <a:pt x="1" y="8"/>
                </a:lnTo>
                <a:lnTo>
                  <a:pt x="0" y="7"/>
                </a:lnTo>
                <a:lnTo>
                  <a:pt x="1" y="6"/>
                </a:lnTo>
                <a:lnTo>
                  <a:pt x="2" y="5"/>
                </a:lnTo>
                <a:lnTo>
                  <a:pt x="3" y="4"/>
                </a:lnTo>
                <a:lnTo>
                  <a:pt x="5" y="4"/>
                </a:lnTo>
                <a:lnTo>
                  <a:pt x="6" y="4"/>
                </a:lnTo>
                <a:lnTo>
                  <a:pt x="9" y="5"/>
                </a:lnTo>
                <a:lnTo>
                  <a:pt x="12" y="4"/>
                </a:lnTo>
                <a:lnTo>
                  <a:pt x="13" y="3"/>
                </a:lnTo>
                <a:lnTo>
                  <a:pt x="14" y="3"/>
                </a:lnTo>
                <a:lnTo>
                  <a:pt x="14" y="2"/>
                </a:lnTo>
                <a:lnTo>
                  <a:pt x="15" y="2"/>
                </a:lnTo>
                <a:lnTo>
                  <a:pt x="16" y="0"/>
                </a:lnTo>
                <a:lnTo>
                  <a:pt x="17" y="0"/>
                </a:lnTo>
                <a:lnTo>
                  <a:pt x="19" y="2"/>
                </a:lnTo>
                <a:lnTo>
                  <a:pt x="20" y="2"/>
                </a:lnTo>
                <a:lnTo>
                  <a:pt x="19" y="4"/>
                </a:lnTo>
                <a:lnTo>
                  <a:pt x="17" y="5"/>
                </a:lnTo>
                <a:lnTo>
                  <a:pt x="16" y="5"/>
                </a:lnTo>
                <a:lnTo>
                  <a:pt x="15" y="5"/>
                </a:lnTo>
                <a:lnTo>
                  <a:pt x="14" y="6"/>
                </a:lnTo>
                <a:lnTo>
                  <a:pt x="13" y="7"/>
                </a:lnTo>
                <a:lnTo>
                  <a:pt x="13" y="8"/>
                </a:lnTo>
                <a:lnTo>
                  <a:pt x="13" y="9"/>
                </a:lnTo>
                <a:lnTo>
                  <a:pt x="12" y="9"/>
                </a:lnTo>
                <a:lnTo>
                  <a:pt x="11" y="1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" name=""/>
          <p:cNvSpPr/>
          <p:nvPr/>
        </p:nvSpPr>
        <p:spPr>
          <a:xfrm>
            <a:off x="5227200" y="22460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1"/>
                </a:move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" name=""/>
          <p:cNvSpPr/>
          <p:nvPr/>
        </p:nvSpPr>
        <p:spPr>
          <a:xfrm>
            <a:off x="5217480" y="224424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4" y="4"/>
                </a:move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3" y="0"/>
                </a:lnTo>
                <a:lnTo>
                  <a:pt x="4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4" y="2"/>
                </a:lnTo>
                <a:lnTo>
                  <a:pt x="2" y="4"/>
                </a:lnTo>
                <a:lnTo>
                  <a:pt x="2" y="5"/>
                </a:lnTo>
                <a:lnTo>
                  <a:pt x="3" y="4"/>
                </a:lnTo>
                <a:lnTo>
                  <a:pt x="4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" name=""/>
          <p:cNvSpPr/>
          <p:nvPr/>
        </p:nvSpPr>
        <p:spPr>
          <a:xfrm>
            <a:off x="5217840" y="22435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" name=""/>
          <p:cNvSpPr/>
          <p:nvPr/>
        </p:nvSpPr>
        <p:spPr>
          <a:xfrm>
            <a:off x="5218200" y="2242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" name=""/>
          <p:cNvSpPr/>
          <p:nvPr/>
        </p:nvSpPr>
        <p:spPr>
          <a:xfrm>
            <a:off x="5213880" y="22413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7"/>
                </a:move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" name=""/>
          <p:cNvSpPr/>
          <p:nvPr/>
        </p:nvSpPr>
        <p:spPr>
          <a:xfrm>
            <a:off x="5137200" y="15868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" name=""/>
          <p:cNvSpPr/>
          <p:nvPr/>
        </p:nvSpPr>
        <p:spPr>
          <a:xfrm>
            <a:off x="5149440" y="1573560"/>
            <a:ext cx="2160" cy="3960"/>
          </a:xfrm>
          <a:custGeom>
            <a:avLst/>
            <a:gdLst/>
            <a:ahLst/>
            <a:rect l="0" t="0" r="r" b="b"/>
            <a:pathLst>
              <a:path w="6" h="11">
                <a:moveTo>
                  <a:pt x="0" y="10"/>
                </a:moveTo>
                <a:lnTo>
                  <a:pt x="0" y="9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5" y="5"/>
                </a:lnTo>
                <a:lnTo>
                  <a:pt x="6" y="6"/>
                </a:lnTo>
                <a:lnTo>
                  <a:pt x="6" y="9"/>
                </a:lnTo>
                <a:lnTo>
                  <a:pt x="2" y="11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800" rIns="21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" name=""/>
          <p:cNvSpPr/>
          <p:nvPr/>
        </p:nvSpPr>
        <p:spPr>
          <a:xfrm>
            <a:off x="5156280" y="1560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" name=""/>
          <p:cNvSpPr/>
          <p:nvPr/>
        </p:nvSpPr>
        <p:spPr>
          <a:xfrm>
            <a:off x="5166720" y="1557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800" rIns="21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" name=""/>
          <p:cNvSpPr/>
          <p:nvPr/>
        </p:nvSpPr>
        <p:spPr>
          <a:xfrm>
            <a:off x="5169960" y="15469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0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" name=""/>
          <p:cNvSpPr/>
          <p:nvPr/>
        </p:nvSpPr>
        <p:spPr>
          <a:xfrm>
            <a:off x="5179320" y="15350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4" y="5"/>
                </a:lnTo>
                <a:lnTo>
                  <a:pt x="2" y="5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" name=""/>
          <p:cNvSpPr/>
          <p:nvPr/>
        </p:nvSpPr>
        <p:spPr>
          <a:xfrm>
            <a:off x="5186160" y="151992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3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" name=""/>
          <p:cNvSpPr/>
          <p:nvPr/>
        </p:nvSpPr>
        <p:spPr>
          <a:xfrm>
            <a:off x="5187600" y="15192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5" y="3"/>
                </a:move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5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" name=""/>
          <p:cNvSpPr/>
          <p:nvPr/>
        </p:nvSpPr>
        <p:spPr>
          <a:xfrm>
            <a:off x="5222160" y="14904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0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1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0" name=""/>
          <p:cNvSpPr/>
          <p:nvPr/>
        </p:nvSpPr>
        <p:spPr>
          <a:xfrm>
            <a:off x="5211000" y="1434600"/>
            <a:ext cx="3960" cy="3960"/>
          </a:xfrm>
          <a:custGeom>
            <a:avLst/>
            <a:gdLst/>
            <a:ahLst/>
            <a:rect l="0" t="0" r="r" b="b"/>
            <a:pathLst>
              <a:path w="11" h="11">
                <a:moveTo>
                  <a:pt x="1" y="8"/>
                </a:moveTo>
                <a:lnTo>
                  <a:pt x="1" y="7"/>
                </a:lnTo>
                <a:lnTo>
                  <a:pt x="2" y="6"/>
                </a:lnTo>
                <a:lnTo>
                  <a:pt x="3" y="6"/>
                </a:lnTo>
                <a:lnTo>
                  <a:pt x="4" y="5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11" y="0"/>
                </a:lnTo>
                <a:lnTo>
                  <a:pt x="11" y="1"/>
                </a:lnTo>
                <a:lnTo>
                  <a:pt x="9" y="2"/>
                </a:lnTo>
                <a:lnTo>
                  <a:pt x="9" y="3"/>
                </a:lnTo>
                <a:lnTo>
                  <a:pt x="7" y="5"/>
                </a:lnTo>
                <a:lnTo>
                  <a:pt x="6" y="6"/>
                </a:lnTo>
                <a:lnTo>
                  <a:pt x="6" y="7"/>
                </a:lnTo>
                <a:lnTo>
                  <a:pt x="4" y="8"/>
                </a:lnTo>
                <a:lnTo>
                  <a:pt x="3" y="9"/>
                </a:lnTo>
                <a:lnTo>
                  <a:pt x="1" y="11"/>
                </a:lnTo>
                <a:lnTo>
                  <a:pt x="0" y="11"/>
                </a:lnTo>
                <a:lnTo>
                  <a:pt x="0" y="9"/>
                </a:lnTo>
                <a:lnTo>
                  <a:pt x="1" y="8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800" rIns="21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1" name=""/>
          <p:cNvSpPr/>
          <p:nvPr/>
        </p:nvSpPr>
        <p:spPr>
          <a:xfrm>
            <a:off x="5205600" y="142992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2"/>
                </a:moveTo>
                <a:lnTo>
                  <a:pt x="3" y="3"/>
                </a:lnTo>
                <a:lnTo>
                  <a:pt x="2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2" name=""/>
          <p:cNvSpPr/>
          <p:nvPr/>
        </p:nvSpPr>
        <p:spPr>
          <a:xfrm>
            <a:off x="5142240" y="1423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3" name=""/>
          <p:cNvSpPr/>
          <p:nvPr/>
        </p:nvSpPr>
        <p:spPr>
          <a:xfrm>
            <a:off x="5153400" y="140904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4" y="2"/>
                </a:move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2" y="5"/>
                </a:lnTo>
                <a:lnTo>
                  <a:pt x="2" y="3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4" name=""/>
          <p:cNvSpPr/>
          <p:nvPr/>
        </p:nvSpPr>
        <p:spPr>
          <a:xfrm>
            <a:off x="5153760" y="1405800"/>
            <a:ext cx="6120" cy="7200"/>
          </a:xfrm>
          <a:custGeom>
            <a:avLst/>
            <a:gdLst/>
            <a:ahLst/>
            <a:rect l="0" t="0" r="r" b="b"/>
            <a:pathLst>
              <a:path w="17" h="20">
                <a:moveTo>
                  <a:pt x="8" y="3"/>
                </a:moveTo>
                <a:lnTo>
                  <a:pt x="9" y="4"/>
                </a:lnTo>
                <a:lnTo>
                  <a:pt x="10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10" y="8"/>
                </a:lnTo>
                <a:lnTo>
                  <a:pt x="11" y="8"/>
                </a:lnTo>
                <a:lnTo>
                  <a:pt x="12" y="8"/>
                </a:lnTo>
                <a:lnTo>
                  <a:pt x="13" y="11"/>
                </a:lnTo>
                <a:lnTo>
                  <a:pt x="15" y="13"/>
                </a:lnTo>
                <a:lnTo>
                  <a:pt x="16" y="14"/>
                </a:lnTo>
                <a:lnTo>
                  <a:pt x="15" y="14"/>
                </a:lnTo>
                <a:lnTo>
                  <a:pt x="15" y="15"/>
                </a:lnTo>
                <a:lnTo>
                  <a:pt x="15" y="16"/>
                </a:lnTo>
                <a:lnTo>
                  <a:pt x="15" y="17"/>
                </a:lnTo>
                <a:lnTo>
                  <a:pt x="16" y="17"/>
                </a:lnTo>
                <a:lnTo>
                  <a:pt x="16" y="18"/>
                </a:lnTo>
                <a:lnTo>
                  <a:pt x="17" y="20"/>
                </a:lnTo>
                <a:lnTo>
                  <a:pt x="16" y="20"/>
                </a:lnTo>
                <a:lnTo>
                  <a:pt x="15" y="20"/>
                </a:lnTo>
                <a:lnTo>
                  <a:pt x="14" y="20"/>
                </a:lnTo>
                <a:lnTo>
                  <a:pt x="13" y="18"/>
                </a:lnTo>
                <a:lnTo>
                  <a:pt x="13" y="17"/>
                </a:lnTo>
                <a:lnTo>
                  <a:pt x="12" y="17"/>
                </a:lnTo>
                <a:lnTo>
                  <a:pt x="11" y="17"/>
                </a:lnTo>
                <a:lnTo>
                  <a:pt x="10" y="17"/>
                </a:lnTo>
                <a:lnTo>
                  <a:pt x="9" y="17"/>
                </a:lnTo>
                <a:lnTo>
                  <a:pt x="9" y="16"/>
                </a:lnTo>
                <a:lnTo>
                  <a:pt x="10" y="16"/>
                </a:lnTo>
                <a:lnTo>
                  <a:pt x="10" y="15"/>
                </a:lnTo>
                <a:lnTo>
                  <a:pt x="11" y="15"/>
                </a:lnTo>
                <a:lnTo>
                  <a:pt x="11" y="14"/>
                </a:lnTo>
                <a:lnTo>
                  <a:pt x="10" y="13"/>
                </a:lnTo>
                <a:lnTo>
                  <a:pt x="9" y="12"/>
                </a:lnTo>
                <a:lnTo>
                  <a:pt x="9" y="11"/>
                </a:lnTo>
                <a:lnTo>
                  <a:pt x="9" y="10"/>
                </a:lnTo>
                <a:lnTo>
                  <a:pt x="9" y="9"/>
                </a:lnTo>
                <a:lnTo>
                  <a:pt x="10" y="9"/>
                </a:lnTo>
                <a:lnTo>
                  <a:pt x="9" y="8"/>
                </a:lnTo>
                <a:lnTo>
                  <a:pt x="9" y="7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5" name=""/>
          <p:cNvSpPr/>
          <p:nvPr/>
        </p:nvSpPr>
        <p:spPr>
          <a:xfrm>
            <a:off x="5149080" y="140760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4" y="0"/>
                </a:move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6" y="8"/>
                </a:lnTo>
                <a:lnTo>
                  <a:pt x="4" y="8"/>
                </a:lnTo>
                <a:lnTo>
                  <a:pt x="2" y="6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6" name=""/>
          <p:cNvSpPr/>
          <p:nvPr/>
        </p:nvSpPr>
        <p:spPr>
          <a:xfrm>
            <a:off x="5151600" y="1407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7" name=""/>
          <p:cNvSpPr/>
          <p:nvPr/>
        </p:nvSpPr>
        <p:spPr>
          <a:xfrm>
            <a:off x="5167080" y="1400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0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3"/>
                </a:lnTo>
                <a:lnTo>
                  <a:pt x="0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" name=""/>
          <p:cNvSpPr/>
          <p:nvPr/>
        </p:nvSpPr>
        <p:spPr>
          <a:xfrm>
            <a:off x="5149440" y="1395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" name=""/>
          <p:cNvSpPr/>
          <p:nvPr/>
        </p:nvSpPr>
        <p:spPr>
          <a:xfrm>
            <a:off x="5154840" y="1390320"/>
            <a:ext cx="2880" cy="3600"/>
          </a:xfrm>
          <a:custGeom>
            <a:avLst/>
            <a:gdLst/>
            <a:ahLst/>
            <a:rect l="0" t="0" r="r" b="b"/>
            <a:pathLst>
              <a:path w="8" h="10">
                <a:moveTo>
                  <a:pt x="5" y="5"/>
                </a:moveTo>
                <a:lnTo>
                  <a:pt x="6" y="7"/>
                </a:lnTo>
                <a:lnTo>
                  <a:pt x="8" y="8"/>
                </a:lnTo>
                <a:lnTo>
                  <a:pt x="8" y="9"/>
                </a:lnTo>
                <a:lnTo>
                  <a:pt x="6" y="9"/>
                </a:lnTo>
                <a:lnTo>
                  <a:pt x="5" y="9"/>
                </a:lnTo>
                <a:lnTo>
                  <a:pt x="4" y="9"/>
                </a:lnTo>
                <a:lnTo>
                  <a:pt x="3" y="9"/>
                </a:lnTo>
                <a:lnTo>
                  <a:pt x="2" y="9"/>
                </a:lnTo>
                <a:lnTo>
                  <a:pt x="1" y="10"/>
                </a:lnTo>
                <a:lnTo>
                  <a:pt x="0" y="9"/>
                </a:lnTo>
                <a:lnTo>
                  <a:pt x="0" y="7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1"/>
                </a:lnTo>
                <a:lnTo>
                  <a:pt x="1" y="2"/>
                </a:lnTo>
                <a:lnTo>
                  <a:pt x="2" y="3"/>
                </a:lnTo>
                <a:lnTo>
                  <a:pt x="2" y="4"/>
                </a:lnTo>
                <a:lnTo>
                  <a:pt x="1" y="5"/>
                </a:lnTo>
                <a:lnTo>
                  <a:pt x="2" y="5"/>
                </a:lnTo>
                <a:lnTo>
                  <a:pt x="2" y="7"/>
                </a:lnTo>
                <a:lnTo>
                  <a:pt x="3" y="7"/>
                </a:lnTo>
                <a:lnTo>
                  <a:pt x="3" y="5"/>
                </a:lnTo>
                <a:lnTo>
                  <a:pt x="4" y="5"/>
                </a:lnTo>
                <a:lnTo>
                  <a:pt x="5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440" rIns="216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" name=""/>
          <p:cNvSpPr/>
          <p:nvPr/>
        </p:nvSpPr>
        <p:spPr>
          <a:xfrm>
            <a:off x="5156640" y="138096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1" y="8"/>
                </a:move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7" y="3"/>
                </a:lnTo>
                <a:lnTo>
                  <a:pt x="6" y="3"/>
                </a:lnTo>
                <a:lnTo>
                  <a:pt x="6" y="5"/>
                </a:lnTo>
                <a:lnTo>
                  <a:pt x="4" y="5"/>
                </a:lnTo>
                <a:lnTo>
                  <a:pt x="3" y="6"/>
                </a:lnTo>
                <a:lnTo>
                  <a:pt x="3" y="7"/>
                </a:lnTo>
                <a:lnTo>
                  <a:pt x="1" y="8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" name=""/>
          <p:cNvSpPr/>
          <p:nvPr/>
        </p:nvSpPr>
        <p:spPr>
          <a:xfrm>
            <a:off x="5158440" y="13780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3"/>
                </a:move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" name=""/>
          <p:cNvSpPr/>
          <p:nvPr/>
        </p:nvSpPr>
        <p:spPr>
          <a:xfrm>
            <a:off x="5161320" y="1375920"/>
            <a:ext cx="1800" cy="2880"/>
          </a:xfrm>
          <a:custGeom>
            <a:avLst/>
            <a:gdLst/>
            <a:ahLst/>
            <a:rect l="0" t="0" r="r" b="b"/>
            <a:pathLst>
              <a:path w="5" h="8">
                <a:moveTo>
                  <a:pt x="2" y="4"/>
                </a:move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4" y="6"/>
                </a:lnTo>
                <a:lnTo>
                  <a:pt x="5" y="6"/>
                </a:lnTo>
                <a:lnTo>
                  <a:pt x="5" y="8"/>
                </a:lnTo>
                <a:lnTo>
                  <a:pt x="4" y="8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" name=""/>
          <p:cNvSpPr/>
          <p:nvPr/>
        </p:nvSpPr>
        <p:spPr>
          <a:xfrm>
            <a:off x="5160960" y="137412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6" y="4"/>
                </a:moveTo>
                <a:lnTo>
                  <a:pt x="5" y="3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6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" name=""/>
          <p:cNvSpPr/>
          <p:nvPr/>
        </p:nvSpPr>
        <p:spPr>
          <a:xfrm>
            <a:off x="5162400" y="13381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0"/>
                </a:move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" name=""/>
          <p:cNvSpPr/>
          <p:nvPr/>
        </p:nvSpPr>
        <p:spPr>
          <a:xfrm>
            <a:off x="5158440" y="13323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" name=""/>
          <p:cNvSpPr/>
          <p:nvPr/>
        </p:nvSpPr>
        <p:spPr>
          <a:xfrm>
            <a:off x="5206680" y="1329120"/>
            <a:ext cx="1440" cy="2520"/>
          </a:xfrm>
          <a:custGeom>
            <a:avLst/>
            <a:gdLst/>
            <a:ahLst/>
            <a:rect l="0" t="0" r="r" b="b"/>
            <a:pathLst>
              <a:path w="4" h="7">
                <a:moveTo>
                  <a:pt x="1" y="2"/>
                </a:moveTo>
                <a:lnTo>
                  <a:pt x="1" y="3"/>
                </a:lnTo>
                <a:lnTo>
                  <a:pt x="3" y="3"/>
                </a:lnTo>
                <a:lnTo>
                  <a:pt x="4" y="5"/>
                </a:lnTo>
                <a:lnTo>
                  <a:pt x="3" y="6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" name=""/>
          <p:cNvSpPr/>
          <p:nvPr/>
        </p:nvSpPr>
        <p:spPr>
          <a:xfrm>
            <a:off x="5206680" y="1327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" name=""/>
          <p:cNvSpPr/>
          <p:nvPr/>
        </p:nvSpPr>
        <p:spPr>
          <a:xfrm>
            <a:off x="5167080" y="13204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2"/>
                </a:move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" name=""/>
          <p:cNvSpPr/>
          <p:nvPr/>
        </p:nvSpPr>
        <p:spPr>
          <a:xfrm>
            <a:off x="5170680" y="1318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" name=""/>
          <p:cNvSpPr/>
          <p:nvPr/>
        </p:nvSpPr>
        <p:spPr>
          <a:xfrm>
            <a:off x="5181840" y="13096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1"/>
                </a:move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6" y="4"/>
                </a:lnTo>
                <a:lnTo>
                  <a:pt x="5" y="4"/>
                </a:lnTo>
                <a:lnTo>
                  <a:pt x="5" y="2"/>
                </a:lnTo>
                <a:lnTo>
                  <a:pt x="3" y="2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" name=""/>
          <p:cNvSpPr/>
          <p:nvPr/>
        </p:nvSpPr>
        <p:spPr>
          <a:xfrm>
            <a:off x="5188680" y="1309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" name=""/>
          <p:cNvSpPr/>
          <p:nvPr/>
        </p:nvSpPr>
        <p:spPr>
          <a:xfrm>
            <a:off x="5184000" y="1308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3"/>
                </a:move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" name=""/>
          <p:cNvSpPr/>
          <p:nvPr/>
        </p:nvSpPr>
        <p:spPr>
          <a:xfrm>
            <a:off x="5226840" y="12963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4" y="3"/>
                </a:lnTo>
                <a:lnTo>
                  <a:pt x="2" y="3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" name=""/>
          <p:cNvSpPr/>
          <p:nvPr/>
        </p:nvSpPr>
        <p:spPr>
          <a:xfrm>
            <a:off x="5129280" y="1218600"/>
            <a:ext cx="3600" cy="3960"/>
          </a:xfrm>
          <a:custGeom>
            <a:avLst/>
            <a:gdLst/>
            <a:ahLst/>
            <a:rect l="0" t="0" r="r" b="b"/>
            <a:pathLst>
              <a:path w="10" h="11">
                <a:moveTo>
                  <a:pt x="6" y="7"/>
                </a:moveTo>
                <a:lnTo>
                  <a:pt x="5" y="7"/>
                </a:lnTo>
                <a:lnTo>
                  <a:pt x="3" y="8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2" y="11"/>
                </a:lnTo>
                <a:lnTo>
                  <a:pt x="1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1" y="6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3" y="2"/>
                </a:lnTo>
                <a:lnTo>
                  <a:pt x="5" y="2"/>
                </a:lnTo>
                <a:lnTo>
                  <a:pt x="6" y="1"/>
                </a:lnTo>
                <a:lnTo>
                  <a:pt x="7" y="0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800" rIns="21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" name=""/>
          <p:cNvSpPr/>
          <p:nvPr/>
        </p:nvSpPr>
        <p:spPr>
          <a:xfrm>
            <a:off x="5231160" y="2356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" name=""/>
          <p:cNvSpPr/>
          <p:nvPr/>
        </p:nvSpPr>
        <p:spPr>
          <a:xfrm>
            <a:off x="5234040" y="23533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800" rIns="21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" name=""/>
          <p:cNvSpPr/>
          <p:nvPr/>
        </p:nvSpPr>
        <p:spPr>
          <a:xfrm>
            <a:off x="5230440" y="23529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" name=""/>
          <p:cNvSpPr/>
          <p:nvPr/>
        </p:nvSpPr>
        <p:spPr>
          <a:xfrm>
            <a:off x="5229720" y="2352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" name=""/>
          <p:cNvSpPr/>
          <p:nvPr/>
        </p:nvSpPr>
        <p:spPr>
          <a:xfrm>
            <a:off x="5232960" y="2351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" name=""/>
          <p:cNvSpPr/>
          <p:nvPr/>
        </p:nvSpPr>
        <p:spPr>
          <a:xfrm>
            <a:off x="5229360" y="2351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" name=""/>
          <p:cNvSpPr/>
          <p:nvPr/>
        </p:nvSpPr>
        <p:spPr>
          <a:xfrm>
            <a:off x="5241240" y="23472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" name=""/>
          <p:cNvSpPr/>
          <p:nvPr/>
        </p:nvSpPr>
        <p:spPr>
          <a:xfrm>
            <a:off x="5236200" y="2344680"/>
            <a:ext cx="2520" cy="3600"/>
          </a:xfrm>
          <a:custGeom>
            <a:avLst/>
            <a:gdLst/>
            <a:ahLst/>
            <a:rect l="0" t="0" r="r" b="b"/>
            <a:pathLst>
              <a:path w="7" h="10">
                <a:moveTo>
                  <a:pt x="5" y="6"/>
                </a:moveTo>
                <a:lnTo>
                  <a:pt x="5" y="5"/>
                </a:lnTo>
                <a:lnTo>
                  <a:pt x="7" y="5"/>
                </a:lnTo>
                <a:lnTo>
                  <a:pt x="7" y="6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10"/>
                </a:lnTo>
                <a:lnTo>
                  <a:pt x="2" y="8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0"/>
                </a:ln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4" y="6"/>
                </a:lnTo>
                <a:lnTo>
                  <a:pt x="5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440" rIns="216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" name=""/>
          <p:cNvSpPr/>
          <p:nvPr/>
        </p:nvSpPr>
        <p:spPr>
          <a:xfrm>
            <a:off x="5236560" y="2341800"/>
            <a:ext cx="3240" cy="2160"/>
          </a:xfrm>
          <a:custGeom>
            <a:avLst/>
            <a:gdLst/>
            <a:ahLst/>
            <a:rect l="0" t="0" r="r" b="b"/>
            <a:pathLst>
              <a:path w="9" h="6">
                <a:moveTo>
                  <a:pt x="7" y="4"/>
                </a:moveTo>
                <a:lnTo>
                  <a:pt x="7" y="2"/>
                </a:lnTo>
                <a:lnTo>
                  <a:pt x="9" y="4"/>
                </a:lnTo>
                <a:lnTo>
                  <a:pt x="7" y="5"/>
                </a:lnTo>
                <a:lnTo>
                  <a:pt x="6" y="5"/>
                </a:lnTo>
                <a:lnTo>
                  <a:pt x="5" y="6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" name=""/>
          <p:cNvSpPr/>
          <p:nvPr/>
        </p:nvSpPr>
        <p:spPr>
          <a:xfrm>
            <a:off x="5233320" y="2338920"/>
            <a:ext cx="1080" cy="2520"/>
          </a:xfrm>
          <a:custGeom>
            <a:avLst/>
            <a:gdLst/>
            <a:ahLst/>
            <a:rect l="0" t="0" r="r" b="b"/>
            <a:pathLst>
              <a:path w="3" h="7">
                <a:moveTo>
                  <a:pt x="1" y="3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3" y="7"/>
                </a:lnTo>
                <a:lnTo>
                  <a:pt x="1" y="7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" name=""/>
          <p:cNvSpPr/>
          <p:nvPr/>
        </p:nvSpPr>
        <p:spPr>
          <a:xfrm>
            <a:off x="5242680" y="2336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" name=""/>
          <p:cNvSpPr/>
          <p:nvPr/>
        </p:nvSpPr>
        <p:spPr>
          <a:xfrm>
            <a:off x="5233320" y="2320560"/>
            <a:ext cx="14040" cy="20160"/>
          </a:xfrm>
          <a:custGeom>
            <a:avLst/>
            <a:gdLst/>
            <a:ahLst/>
            <a:rect l="0" t="0" r="r" b="b"/>
            <a:pathLst>
              <a:path w="39" h="56">
                <a:moveTo>
                  <a:pt x="20" y="10"/>
                </a:moveTo>
                <a:lnTo>
                  <a:pt x="21" y="10"/>
                </a:lnTo>
                <a:lnTo>
                  <a:pt x="22" y="10"/>
                </a:lnTo>
                <a:lnTo>
                  <a:pt x="24" y="11"/>
                </a:lnTo>
                <a:lnTo>
                  <a:pt x="28" y="12"/>
                </a:lnTo>
                <a:lnTo>
                  <a:pt x="29" y="12"/>
                </a:lnTo>
                <a:lnTo>
                  <a:pt x="29" y="13"/>
                </a:lnTo>
                <a:lnTo>
                  <a:pt x="29" y="14"/>
                </a:lnTo>
                <a:lnTo>
                  <a:pt x="28" y="14"/>
                </a:lnTo>
                <a:lnTo>
                  <a:pt x="27" y="16"/>
                </a:lnTo>
                <a:lnTo>
                  <a:pt x="27" y="17"/>
                </a:lnTo>
                <a:lnTo>
                  <a:pt x="26" y="17"/>
                </a:lnTo>
                <a:lnTo>
                  <a:pt x="28" y="18"/>
                </a:lnTo>
                <a:lnTo>
                  <a:pt x="29" y="18"/>
                </a:lnTo>
                <a:lnTo>
                  <a:pt x="31" y="20"/>
                </a:lnTo>
                <a:lnTo>
                  <a:pt x="33" y="20"/>
                </a:lnTo>
                <a:lnTo>
                  <a:pt x="35" y="20"/>
                </a:lnTo>
                <a:lnTo>
                  <a:pt x="36" y="19"/>
                </a:lnTo>
                <a:lnTo>
                  <a:pt x="37" y="19"/>
                </a:lnTo>
                <a:lnTo>
                  <a:pt x="37" y="18"/>
                </a:lnTo>
                <a:lnTo>
                  <a:pt x="38" y="18"/>
                </a:lnTo>
                <a:lnTo>
                  <a:pt x="39" y="18"/>
                </a:lnTo>
                <a:lnTo>
                  <a:pt x="37" y="22"/>
                </a:lnTo>
                <a:lnTo>
                  <a:pt x="36" y="23"/>
                </a:lnTo>
                <a:lnTo>
                  <a:pt x="35" y="24"/>
                </a:lnTo>
                <a:lnTo>
                  <a:pt x="34" y="25"/>
                </a:lnTo>
                <a:lnTo>
                  <a:pt x="34" y="23"/>
                </a:lnTo>
                <a:lnTo>
                  <a:pt x="33" y="22"/>
                </a:lnTo>
                <a:lnTo>
                  <a:pt x="31" y="22"/>
                </a:lnTo>
                <a:lnTo>
                  <a:pt x="30" y="23"/>
                </a:lnTo>
                <a:lnTo>
                  <a:pt x="29" y="23"/>
                </a:lnTo>
                <a:lnTo>
                  <a:pt x="29" y="24"/>
                </a:lnTo>
                <a:lnTo>
                  <a:pt x="28" y="25"/>
                </a:lnTo>
                <a:lnTo>
                  <a:pt x="27" y="25"/>
                </a:lnTo>
                <a:lnTo>
                  <a:pt x="26" y="25"/>
                </a:lnTo>
                <a:lnTo>
                  <a:pt x="25" y="29"/>
                </a:lnTo>
                <a:lnTo>
                  <a:pt x="25" y="30"/>
                </a:lnTo>
                <a:lnTo>
                  <a:pt x="26" y="31"/>
                </a:lnTo>
                <a:lnTo>
                  <a:pt x="26" y="33"/>
                </a:lnTo>
                <a:lnTo>
                  <a:pt x="26" y="34"/>
                </a:lnTo>
                <a:lnTo>
                  <a:pt x="26" y="35"/>
                </a:lnTo>
                <a:lnTo>
                  <a:pt x="27" y="35"/>
                </a:lnTo>
                <a:lnTo>
                  <a:pt x="28" y="35"/>
                </a:lnTo>
                <a:lnTo>
                  <a:pt x="29" y="35"/>
                </a:lnTo>
                <a:lnTo>
                  <a:pt x="30" y="35"/>
                </a:lnTo>
                <a:lnTo>
                  <a:pt x="30" y="36"/>
                </a:lnTo>
                <a:lnTo>
                  <a:pt x="30" y="37"/>
                </a:lnTo>
                <a:lnTo>
                  <a:pt x="32" y="37"/>
                </a:lnTo>
                <a:lnTo>
                  <a:pt x="33" y="36"/>
                </a:lnTo>
                <a:lnTo>
                  <a:pt x="34" y="36"/>
                </a:lnTo>
                <a:lnTo>
                  <a:pt x="35" y="36"/>
                </a:lnTo>
                <a:lnTo>
                  <a:pt x="36" y="36"/>
                </a:lnTo>
                <a:lnTo>
                  <a:pt x="37" y="38"/>
                </a:lnTo>
                <a:lnTo>
                  <a:pt x="36" y="39"/>
                </a:lnTo>
                <a:lnTo>
                  <a:pt x="36" y="40"/>
                </a:lnTo>
                <a:lnTo>
                  <a:pt x="36" y="41"/>
                </a:lnTo>
                <a:lnTo>
                  <a:pt x="35" y="42"/>
                </a:lnTo>
                <a:lnTo>
                  <a:pt x="34" y="41"/>
                </a:lnTo>
                <a:lnTo>
                  <a:pt x="34" y="40"/>
                </a:lnTo>
                <a:lnTo>
                  <a:pt x="33" y="39"/>
                </a:lnTo>
                <a:lnTo>
                  <a:pt x="32" y="39"/>
                </a:lnTo>
                <a:lnTo>
                  <a:pt x="30" y="39"/>
                </a:lnTo>
                <a:lnTo>
                  <a:pt x="29" y="40"/>
                </a:lnTo>
                <a:lnTo>
                  <a:pt x="28" y="40"/>
                </a:lnTo>
                <a:lnTo>
                  <a:pt x="28" y="41"/>
                </a:lnTo>
                <a:lnTo>
                  <a:pt x="27" y="42"/>
                </a:lnTo>
                <a:lnTo>
                  <a:pt x="25" y="43"/>
                </a:lnTo>
                <a:lnTo>
                  <a:pt x="22" y="45"/>
                </a:lnTo>
                <a:lnTo>
                  <a:pt x="21" y="45"/>
                </a:lnTo>
                <a:lnTo>
                  <a:pt x="19" y="47"/>
                </a:lnTo>
                <a:lnTo>
                  <a:pt x="18" y="47"/>
                </a:lnTo>
                <a:lnTo>
                  <a:pt x="17" y="50"/>
                </a:lnTo>
                <a:lnTo>
                  <a:pt x="17" y="51"/>
                </a:lnTo>
                <a:lnTo>
                  <a:pt x="18" y="52"/>
                </a:lnTo>
                <a:lnTo>
                  <a:pt x="20" y="53"/>
                </a:lnTo>
                <a:lnTo>
                  <a:pt x="20" y="52"/>
                </a:lnTo>
                <a:lnTo>
                  <a:pt x="21" y="51"/>
                </a:lnTo>
                <a:lnTo>
                  <a:pt x="22" y="52"/>
                </a:lnTo>
                <a:lnTo>
                  <a:pt x="24" y="53"/>
                </a:lnTo>
                <a:lnTo>
                  <a:pt x="22" y="54"/>
                </a:lnTo>
                <a:lnTo>
                  <a:pt x="22" y="55"/>
                </a:lnTo>
                <a:lnTo>
                  <a:pt x="22" y="56"/>
                </a:lnTo>
                <a:lnTo>
                  <a:pt x="21" y="56"/>
                </a:lnTo>
                <a:lnTo>
                  <a:pt x="17" y="55"/>
                </a:lnTo>
                <a:lnTo>
                  <a:pt x="17" y="54"/>
                </a:lnTo>
                <a:lnTo>
                  <a:pt x="16" y="53"/>
                </a:lnTo>
                <a:lnTo>
                  <a:pt x="15" y="52"/>
                </a:lnTo>
                <a:lnTo>
                  <a:pt x="14" y="52"/>
                </a:lnTo>
                <a:lnTo>
                  <a:pt x="11" y="52"/>
                </a:lnTo>
                <a:lnTo>
                  <a:pt x="11" y="51"/>
                </a:lnTo>
                <a:lnTo>
                  <a:pt x="10" y="51"/>
                </a:lnTo>
                <a:lnTo>
                  <a:pt x="10" y="50"/>
                </a:lnTo>
                <a:lnTo>
                  <a:pt x="9" y="50"/>
                </a:lnTo>
                <a:lnTo>
                  <a:pt x="8" y="50"/>
                </a:lnTo>
                <a:lnTo>
                  <a:pt x="8" y="49"/>
                </a:lnTo>
                <a:lnTo>
                  <a:pt x="8" y="48"/>
                </a:lnTo>
                <a:lnTo>
                  <a:pt x="9" y="47"/>
                </a:lnTo>
                <a:lnTo>
                  <a:pt x="8" y="46"/>
                </a:lnTo>
                <a:lnTo>
                  <a:pt x="7" y="46"/>
                </a:lnTo>
                <a:lnTo>
                  <a:pt x="7" y="47"/>
                </a:lnTo>
                <a:lnTo>
                  <a:pt x="6" y="48"/>
                </a:lnTo>
                <a:lnTo>
                  <a:pt x="6" y="49"/>
                </a:lnTo>
                <a:lnTo>
                  <a:pt x="5" y="48"/>
                </a:lnTo>
                <a:lnTo>
                  <a:pt x="5" y="47"/>
                </a:lnTo>
                <a:lnTo>
                  <a:pt x="4" y="47"/>
                </a:lnTo>
                <a:lnTo>
                  <a:pt x="4" y="48"/>
                </a:lnTo>
                <a:lnTo>
                  <a:pt x="4" y="47"/>
                </a:lnTo>
                <a:lnTo>
                  <a:pt x="4" y="48"/>
                </a:lnTo>
                <a:lnTo>
                  <a:pt x="3" y="47"/>
                </a:lnTo>
                <a:lnTo>
                  <a:pt x="4" y="47"/>
                </a:lnTo>
                <a:lnTo>
                  <a:pt x="4" y="46"/>
                </a:lnTo>
                <a:lnTo>
                  <a:pt x="4" y="45"/>
                </a:lnTo>
                <a:lnTo>
                  <a:pt x="4" y="44"/>
                </a:lnTo>
                <a:lnTo>
                  <a:pt x="5" y="44"/>
                </a:lnTo>
                <a:lnTo>
                  <a:pt x="5" y="43"/>
                </a:lnTo>
                <a:lnTo>
                  <a:pt x="5" y="42"/>
                </a:lnTo>
                <a:lnTo>
                  <a:pt x="5" y="41"/>
                </a:lnTo>
                <a:lnTo>
                  <a:pt x="6" y="41"/>
                </a:lnTo>
                <a:lnTo>
                  <a:pt x="5" y="41"/>
                </a:lnTo>
                <a:lnTo>
                  <a:pt x="5" y="42"/>
                </a:lnTo>
                <a:lnTo>
                  <a:pt x="4" y="42"/>
                </a:lnTo>
                <a:lnTo>
                  <a:pt x="4" y="43"/>
                </a:lnTo>
                <a:lnTo>
                  <a:pt x="4" y="44"/>
                </a:lnTo>
                <a:lnTo>
                  <a:pt x="3" y="44"/>
                </a:lnTo>
                <a:lnTo>
                  <a:pt x="3" y="45"/>
                </a:lnTo>
                <a:lnTo>
                  <a:pt x="2" y="45"/>
                </a:lnTo>
                <a:lnTo>
                  <a:pt x="2" y="44"/>
                </a:lnTo>
                <a:lnTo>
                  <a:pt x="2" y="43"/>
                </a:lnTo>
                <a:lnTo>
                  <a:pt x="1" y="42"/>
                </a:lnTo>
                <a:lnTo>
                  <a:pt x="2" y="42"/>
                </a:lnTo>
                <a:lnTo>
                  <a:pt x="2" y="40"/>
                </a:lnTo>
                <a:lnTo>
                  <a:pt x="2" y="39"/>
                </a:lnTo>
                <a:lnTo>
                  <a:pt x="2" y="38"/>
                </a:lnTo>
                <a:lnTo>
                  <a:pt x="3" y="37"/>
                </a:lnTo>
                <a:lnTo>
                  <a:pt x="4" y="36"/>
                </a:lnTo>
                <a:lnTo>
                  <a:pt x="4" y="37"/>
                </a:lnTo>
                <a:lnTo>
                  <a:pt x="5" y="36"/>
                </a:lnTo>
                <a:lnTo>
                  <a:pt x="5" y="34"/>
                </a:lnTo>
                <a:lnTo>
                  <a:pt x="6" y="34"/>
                </a:lnTo>
                <a:lnTo>
                  <a:pt x="7" y="34"/>
                </a:lnTo>
                <a:lnTo>
                  <a:pt x="8" y="35"/>
                </a:lnTo>
                <a:lnTo>
                  <a:pt x="9" y="34"/>
                </a:lnTo>
                <a:lnTo>
                  <a:pt x="10" y="33"/>
                </a:lnTo>
                <a:lnTo>
                  <a:pt x="11" y="34"/>
                </a:lnTo>
                <a:lnTo>
                  <a:pt x="12" y="34"/>
                </a:lnTo>
                <a:lnTo>
                  <a:pt x="12" y="35"/>
                </a:lnTo>
                <a:lnTo>
                  <a:pt x="13" y="35"/>
                </a:lnTo>
                <a:lnTo>
                  <a:pt x="13" y="34"/>
                </a:lnTo>
                <a:lnTo>
                  <a:pt x="13" y="33"/>
                </a:lnTo>
                <a:lnTo>
                  <a:pt x="12" y="33"/>
                </a:lnTo>
                <a:lnTo>
                  <a:pt x="9" y="33"/>
                </a:lnTo>
                <a:lnTo>
                  <a:pt x="7" y="32"/>
                </a:lnTo>
                <a:lnTo>
                  <a:pt x="7" y="31"/>
                </a:lnTo>
                <a:lnTo>
                  <a:pt x="7" y="30"/>
                </a:lnTo>
                <a:lnTo>
                  <a:pt x="7" y="25"/>
                </a:lnTo>
                <a:lnTo>
                  <a:pt x="6" y="23"/>
                </a:lnTo>
                <a:lnTo>
                  <a:pt x="5" y="21"/>
                </a:lnTo>
                <a:lnTo>
                  <a:pt x="4" y="21"/>
                </a:lnTo>
                <a:lnTo>
                  <a:pt x="3" y="21"/>
                </a:lnTo>
                <a:lnTo>
                  <a:pt x="2" y="21"/>
                </a:lnTo>
                <a:lnTo>
                  <a:pt x="1" y="20"/>
                </a:lnTo>
                <a:lnTo>
                  <a:pt x="1" y="19"/>
                </a:lnTo>
                <a:lnTo>
                  <a:pt x="0" y="17"/>
                </a:lnTo>
                <a:lnTo>
                  <a:pt x="0" y="16"/>
                </a:lnTo>
                <a:lnTo>
                  <a:pt x="0" y="17"/>
                </a:lnTo>
                <a:lnTo>
                  <a:pt x="1" y="16"/>
                </a:lnTo>
                <a:lnTo>
                  <a:pt x="2" y="13"/>
                </a:lnTo>
                <a:lnTo>
                  <a:pt x="2" y="12"/>
                </a:lnTo>
                <a:lnTo>
                  <a:pt x="4" y="11"/>
                </a:lnTo>
                <a:lnTo>
                  <a:pt x="4" y="12"/>
                </a:lnTo>
                <a:lnTo>
                  <a:pt x="5" y="12"/>
                </a:lnTo>
                <a:lnTo>
                  <a:pt x="6" y="11"/>
                </a:lnTo>
                <a:lnTo>
                  <a:pt x="6" y="10"/>
                </a:lnTo>
                <a:lnTo>
                  <a:pt x="6" y="9"/>
                </a:lnTo>
                <a:lnTo>
                  <a:pt x="8" y="5"/>
                </a:lnTo>
                <a:lnTo>
                  <a:pt x="9" y="6"/>
                </a:lnTo>
                <a:lnTo>
                  <a:pt x="9" y="8"/>
                </a:lnTo>
                <a:lnTo>
                  <a:pt x="10" y="9"/>
                </a:lnTo>
                <a:lnTo>
                  <a:pt x="11" y="9"/>
                </a:lnTo>
                <a:lnTo>
                  <a:pt x="10" y="8"/>
                </a:lnTo>
                <a:lnTo>
                  <a:pt x="10" y="6"/>
                </a:lnTo>
                <a:lnTo>
                  <a:pt x="10" y="5"/>
                </a:lnTo>
                <a:lnTo>
                  <a:pt x="11" y="4"/>
                </a:lnTo>
                <a:lnTo>
                  <a:pt x="12" y="2"/>
                </a:lnTo>
                <a:lnTo>
                  <a:pt x="13" y="2"/>
                </a:lnTo>
                <a:lnTo>
                  <a:pt x="17" y="0"/>
                </a:lnTo>
                <a:lnTo>
                  <a:pt x="16" y="3"/>
                </a:lnTo>
                <a:lnTo>
                  <a:pt x="15" y="4"/>
                </a:lnTo>
                <a:lnTo>
                  <a:pt x="14" y="5"/>
                </a:lnTo>
                <a:lnTo>
                  <a:pt x="14" y="6"/>
                </a:lnTo>
                <a:lnTo>
                  <a:pt x="15" y="10"/>
                </a:lnTo>
                <a:lnTo>
                  <a:pt x="17" y="12"/>
                </a:lnTo>
                <a:lnTo>
                  <a:pt x="18" y="12"/>
                </a:lnTo>
                <a:lnTo>
                  <a:pt x="20" y="11"/>
                </a:lnTo>
                <a:lnTo>
                  <a:pt x="20" y="1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" name=""/>
          <p:cNvSpPr/>
          <p:nvPr/>
        </p:nvSpPr>
        <p:spPr>
          <a:xfrm>
            <a:off x="5245560" y="232344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0" y="6"/>
                </a:moveTo>
                <a:lnTo>
                  <a:pt x="0" y="5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5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" name=""/>
          <p:cNvSpPr/>
          <p:nvPr/>
        </p:nvSpPr>
        <p:spPr>
          <a:xfrm>
            <a:off x="5231160" y="2321280"/>
            <a:ext cx="4320" cy="2880"/>
          </a:xfrm>
          <a:custGeom>
            <a:avLst/>
            <a:gdLst/>
            <a:ahLst/>
            <a:rect l="0" t="0" r="r" b="b"/>
            <a:pathLst>
              <a:path w="12" h="8">
                <a:moveTo>
                  <a:pt x="8" y="6"/>
                </a:move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2" y="2"/>
                </a:lnTo>
                <a:lnTo>
                  <a:pt x="3" y="4"/>
                </a:lnTo>
                <a:lnTo>
                  <a:pt x="2" y="5"/>
                </a:lnTo>
                <a:lnTo>
                  <a:pt x="3" y="5"/>
                </a:lnTo>
                <a:lnTo>
                  <a:pt x="5" y="5"/>
                </a:lnTo>
                <a:lnTo>
                  <a:pt x="6" y="4"/>
                </a:lnTo>
                <a:lnTo>
                  <a:pt x="8" y="2"/>
                </a:lnTo>
                <a:lnTo>
                  <a:pt x="9" y="2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1" y="2"/>
                </a:lnTo>
                <a:lnTo>
                  <a:pt x="11" y="4"/>
                </a:lnTo>
                <a:lnTo>
                  <a:pt x="12" y="5"/>
                </a:lnTo>
                <a:lnTo>
                  <a:pt x="12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6"/>
                </a:lnTo>
                <a:lnTo>
                  <a:pt x="9" y="6"/>
                </a:lnTo>
                <a:lnTo>
                  <a:pt x="8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" name=""/>
          <p:cNvSpPr/>
          <p:nvPr/>
        </p:nvSpPr>
        <p:spPr>
          <a:xfrm>
            <a:off x="5230080" y="23212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" name=""/>
          <p:cNvSpPr/>
          <p:nvPr/>
        </p:nvSpPr>
        <p:spPr>
          <a:xfrm>
            <a:off x="5229360" y="2320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3" y="1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" name=""/>
          <p:cNvSpPr/>
          <p:nvPr/>
        </p:nvSpPr>
        <p:spPr>
          <a:xfrm>
            <a:off x="5230440" y="2314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" name=""/>
          <p:cNvSpPr/>
          <p:nvPr/>
        </p:nvSpPr>
        <p:spPr>
          <a:xfrm>
            <a:off x="5247720" y="229608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3" y="6"/>
                </a:moveTo>
                <a:lnTo>
                  <a:pt x="0" y="7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3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" name=""/>
          <p:cNvSpPr/>
          <p:nvPr/>
        </p:nvSpPr>
        <p:spPr>
          <a:xfrm>
            <a:off x="5244840" y="22960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4" y="0"/>
                </a:moveTo>
                <a:lnTo>
                  <a:pt x="5" y="0"/>
                </a:lnTo>
                <a:lnTo>
                  <a:pt x="7" y="1"/>
                </a:lnTo>
                <a:lnTo>
                  <a:pt x="5" y="3"/>
                </a:lnTo>
                <a:lnTo>
                  <a:pt x="3" y="4"/>
                </a:lnTo>
                <a:lnTo>
                  <a:pt x="2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" name=""/>
          <p:cNvSpPr/>
          <p:nvPr/>
        </p:nvSpPr>
        <p:spPr>
          <a:xfrm>
            <a:off x="5241960" y="228240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5" y="2"/>
                </a:moveTo>
                <a:lnTo>
                  <a:pt x="5" y="3"/>
                </a:lnTo>
                <a:lnTo>
                  <a:pt x="7" y="2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2"/>
                </a:lnTo>
                <a:lnTo>
                  <a:pt x="10" y="3"/>
                </a:lnTo>
                <a:lnTo>
                  <a:pt x="7" y="5"/>
                </a:lnTo>
                <a:lnTo>
                  <a:pt x="7" y="7"/>
                </a:lnTo>
                <a:lnTo>
                  <a:pt x="5" y="5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" name=""/>
          <p:cNvSpPr/>
          <p:nvPr/>
        </p:nvSpPr>
        <p:spPr>
          <a:xfrm>
            <a:off x="5245200" y="2277000"/>
            <a:ext cx="3240" cy="3600"/>
          </a:xfrm>
          <a:custGeom>
            <a:avLst/>
            <a:gdLst/>
            <a:ahLst/>
            <a:rect l="0" t="0" r="r" b="b"/>
            <a:pathLst>
              <a:path w="9" h="10">
                <a:moveTo>
                  <a:pt x="8" y="1"/>
                </a:move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6" y="3"/>
                </a:lnTo>
                <a:lnTo>
                  <a:pt x="6" y="4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1" y="5"/>
                </a:lnTo>
                <a:lnTo>
                  <a:pt x="1" y="6"/>
                </a:lnTo>
                <a:lnTo>
                  <a:pt x="1" y="8"/>
                </a:lnTo>
                <a:lnTo>
                  <a:pt x="1" y="9"/>
                </a:lnTo>
                <a:lnTo>
                  <a:pt x="3" y="10"/>
                </a:lnTo>
                <a:lnTo>
                  <a:pt x="1" y="10"/>
                </a:lnTo>
                <a:lnTo>
                  <a:pt x="0" y="10"/>
                </a:lnTo>
                <a:lnTo>
                  <a:pt x="0" y="9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3" y="3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0"/>
                </a:lnTo>
                <a:lnTo>
                  <a:pt x="8" y="2"/>
                </a:lnTo>
                <a:lnTo>
                  <a:pt x="8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440" rIns="216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" name=""/>
          <p:cNvSpPr/>
          <p:nvPr/>
        </p:nvSpPr>
        <p:spPr>
          <a:xfrm>
            <a:off x="5246640" y="2275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" name=""/>
          <p:cNvSpPr/>
          <p:nvPr/>
        </p:nvSpPr>
        <p:spPr>
          <a:xfrm>
            <a:off x="5245200" y="2273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" name=""/>
          <p:cNvSpPr/>
          <p:nvPr/>
        </p:nvSpPr>
        <p:spPr>
          <a:xfrm>
            <a:off x="5237280" y="22644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2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" name=""/>
          <p:cNvSpPr/>
          <p:nvPr/>
        </p:nvSpPr>
        <p:spPr>
          <a:xfrm>
            <a:off x="5238720" y="226404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3" y="2"/>
                </a:move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0" y="4"/>
                </a:lnTo>
                <a:lnTo>
                  <a:pt x="2" y="4"/>
                </a:lnTo>
                <a:lnTo>
                  <a:pt x="3" y="2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" name=""/>
          <p:cNvSpPr/>
          <p:nvPr/>
        </p:nvSpPr>
        <p:spPr>
          <a:xfrm>
            <a:off x="5252400" y="22564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0"/>
                </a:moveTo>
                <a:lnTo>
                  <a:pt x="5" y="2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" name=""/>
          <p:cNvSpPr/>
          <p:nvPr/>
        </p:nvSpPr>
        <p:spPr>
          <a:xfrm>
            <a:off x="5245560" y="225540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4" y="6"/>
                </a:move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3"/>
                </a:lnTo>
                <a:lnTo>
                  <a:pt x="2" y="2"/>
                </a:lnTo>
                <a:lnTo>
                  <a:pt x="3" y="1"/>
                </a:lnTo>
                <a:lnTo>
                  <a:pt x="4" y="1"/>
                </a:lnTo>
                <a:lnTo>
                  <a:pt x="5" y="2"/>
                </a:lnTo>
                <a:lnTo>
                  <a:pt x="6" y="1"/>
                </a:lnTo>
                <a:lnTo>
                  <a:pt x="6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8" y="5"/>
                </a:lnTo>
                <a:lnTo>
                  <a:pt x="8" y="6"/>
                </a:lnTo>
                <a:lnTo>
                  <a:pt x="6" y="7"/>
                </a:lnTo>
                <a:lnTo>
                  <a:pt x="6" y="6"/>
                </a:lnTo>
                <a:lnTo>
                  <a:pt x="4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" name=""/>
          <p:cNvSpPr/>
          <p:nvPr/>
        </p:nvSpPr>
        <p:spPr>
          <a:xfrm>
            <a:off x="5230080" y="22543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3"/>
                </a:move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" name=""/>
          <p:cNvSpPr/>
          <p:nvPr/>
        </p:nvSpPr>
        <p:spPr>
          <a:xfrm>
            <a:off x="5243400" y="22536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3" y="2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" name=""/>
          <p:cNvSpPr/>
          <p:nvPr/>
        </p:nvSpPr>
        <p:spPr>
          <a:xfrm>
            <a:off x="5252400" y="22528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1"/>
                </a:moveTo>
                <a:lnTo>
                  <a:pt x="2" y="0"/>
                </a:lnTo>
                <a:lnTo>
                  <a:pt x="3" y="3"/>
                </a:lnTo>
                <a:lnTo>
                  <a:pt x="4" y="3"/>
                </a:lnTo>
                <a:lnTo>
                  <a:pt x="3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" name=""/>
          <p:cNvSpPr/>
          <p:nvPr/>
        </p:nvSpPr>
        <p:spPr>
          <a:xfrm>
            <a:off x="5229360" y="2251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" name=""/>
          <p:cNvSpPr/>
          <p:nvPr/>
        </p:nvSpPr>
        <p:spPr>
          <a:xfrm>
            <a:off x="5252760" y="22518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" name=""/>
          <p:cNvSpPr/>
          <p:nvPr/>
        </p:nvSpPr>
        <p:spPr>
          <a:xfrm>
            <a:off x="5250600" y="2248560"/>
            <a:ext cx="3600" cy="4320"/>
          </a:xfrm>
          <a:custGeom>
            <a:avLst/>
            <a:gdLst/>
            <a:ahLst/>
            <a:rect l="0" t="0" r="r" b="b"/>
            <a:pathLst>
              <a:path w="10" h="12">
                <a:moveTo>
                  <a:pt x="6" y="7"/>
                </a:moveTo>
                <a:lnTo>
                  <a:pt x="6" y="9"/>
                </a:lnTo>
                <a:lnTo>
                  <a:pt x="7" y="9"/>
                </a:lnTo>
                <a:lnTo>
                  <a:pt x="7" y="10"/>
                </a:lnTo>
                <a:lnTo>
                  <a:pt x="6" y="10"/>
                </a:lnTo>
                <a:lnTo>
                  <a:pt x="5" y="11"/>
                </a:lnTo>
                <a:lnTo>
                  <a:pt x="5" y="12"/>
                </a:lnTo>
                <a:lnTo>
                  <a:pt x="4" y="12"/>
                </a:lnTo>
                <a:lnTo>
                  <a:pt x="2" y="11"/>
                </a:lnTo>
                <a:lnTo>
                  <a:pt x="0" y="10"/>
                </a:lnTo>
                <a:lnTo>
                  <a:pt x="0" y="9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5" y="6"/>
                </a:lnTo>
                <a:lnTo>
                  <a:pt x="5" y="5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10" y="2"/>
                </a:lnTo>
                <a:lnTo>
                  <a:pt x="10" y="3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7" y="7"/>
                </a:lnTo>
                <a:lnTo>
                  <a:pt x="7" y="6"/>
                </a:lnTo>
                <a:lnTo>
                  <a:pt x="6" y="7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" name=""/>
          <p:cNvSpPr/>
          <p:nvPr/>
        </p:nvSpPr>
        <p:spPr>
          <a:xfrm>
            <a:off x="5236920" y="2247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1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" name=""/>
          <p:cNvSpPr/>
          <p:nvPr/>
        </p:nvSpPr>
        <p:spPr>
          <a:xfrm>
            <a:off x="5228640" y="22460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2" y="2"/>
                </a:move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6" y="1"/>
                </a:lnTo>
                <a:lnTo>
                  <a:pt x="7" y="2"/>
                </a:lnTo>
                <a:lnTo>
                  <a:pt x="6" y="2"/>
                </a:lnTo>
                <a:lnTo>
                  <a:pt x="6" y="4"/>
                </a:lnTo>
                <a:lnTo>
                  <a:pt x="5" y="5"/>
                </a:lnTo>
                <a:lnTo>
                  <a:pt x="3" y="5"/>
                </a:lnTo>
                <a:lnTo>
                  <a:pt x="5" y="4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" name=""/>
          <p:cNvSpPr/>
          <p:nvPr/>
        </p:nvSpPr>
        <p:spPr>
          <a:xfrm>
            <a:off x="5235480" y="224424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8" y="2"/>
                </a:moveTo>
                <a:lnTo>
                  <a:pt x="8" y="4"/>
                </a:lnTo>
                <a:lnTo>
                  <a:pt x="7" y="5"/>
                </a:lnTo>
                <a:lnTo>
                  <a:pt x="8" y="5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9" y="7"/>
                </a:lnTo>
                <a:lnTo>
                  <a:pt x="8" y="7"/>
                </a:lnTo>
                <a:lnTo>
                  <a:pt x="8" y="6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6" y="5"/>
                </a:lnTo>
                <a:lnTo>
                  <a:pt x="4" y="5"/>
                </a:lnTo>
                <a:lnTo>
                  <a:pt x="6" y="5"/>
                </a:lnTo>
                <a:lnTo>
                  <a:pt x="4" y="5"/>
                </a:lnTo>
                <a:lnTo>
                  <a:pt x="4" y="4"/>
                </a:lnTo>
                <a:lnTo>
                  <a:pt x="3" y="5"/>
                </a:lnTo>
                <a:lnTo>
                  <a:pt x="1" y="4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8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" name=""/>
          <p:cNvSpPr/>
          <p:nvPr/>
        </p:nvSpPr>
        <p:spPr>
          <a:xfrm>
            <a:off x="5265000" y="22435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" name=""/>
          <p:cNvSpPr/>
          <p:nvPr/>
        </p:nvSpPr>
        <p:spPr>
          <a:xfrm>
            <a:off x="5262840" y="2243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" name=""/>
          <p:cNvSpPr/>
          <p:nvPr/>
        </p:nvSpPr>
        <p:spPr>
          <a:xfrm>
            <a:off x="5249520" y="22420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4" y="2"/>
                </a:lnTo>
                <a:lnTo>
                  <a:pt x="4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" name=""/>
          <p:cNvSpPr/>
          <p:nvPr/>
        </p:nvSpPr>
        <p:spPr>
          <a:xfrm>
            <a:off x="5266440" y="2240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" name=""/>
          <p:cNvSpPr/>
          <p:nvPr/>
        </p:nvSpPr>
        <p:spPr>
          <a:xfrm>
            <a:off x="5263920" y="22388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3"/>
                </a:moveTo>
                <a:lnTo>
                  <a:pt x="5" y="3"/>
                </a:lnTo>
                <a:lnTo>
                  <a:pt x="3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" name=""/>
          <p:cNvSpPr/>
          <p:nvPr/>
        </p:nvSpPr>
        <p:spPr>
          <a:xfrm>
            <a:off x="5249520" y="22338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3"/>
                </a:move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" name=""/>
          <p:cNvSpPr/>
          <p:nvPr/>
        </p:nvSpPr>
        <p:spPr>
          <a:xfrm>
            <a:off x="5247720" y="2232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" name=""/>
          <p:cNvSpPr/>
          <p:nvPr/>
        </p:nvSpPr>
        <p:spPr>
          <a:xfrm>
            <a:off x="5253480" y="2227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0"/>
                </a:moveTo>
                <a:lnTo>
                  <a:pt x="4" y="2"/>
                </a:lnTo>
                <a:lnTo>
                  <a:pt x="3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" name=""/>
          <p:cNvSpPr/>
          <p:nvPr/>
        </p:nvSpPr>
        <p:spPr>
          <a:xfrm>
            <a:off x="5254920" y="22233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3"/>
                </a:move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5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3"/>
                </a:lnTo>
                <a:lnTo>
                  <a:pt x="2" y="3"/>
                </a:lnTo>
                <a:lnTo>
                  <a:pt x="4" y="3"/>
                </a:lnTo>
                <a:lnTo>
                  <a:pt x="5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" name=""/>
          <p:cNvSpPr/>
          <p:nvPr/>
        </p:nvSpPr>
        <p:spPr>
          <a:xfrm>
            <a:off x="5257440" y="222264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2" y="1"/>
                </a:move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2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" name=""/>
          <p:cNvSpPr/>
          <p:nvPr/>
        </p:nvSpPr>
        <p:spPr>
          <a:xfrm>
            <a:off x="5259600" y="2220120"/>
            <a:ext cx="5400" cy="3960"/>
          </a:xfrm>
          <a:custGeom>
            <a:avLst/>
            <a:gdLst/>
            <a:ahLst/>
            <a:rect l="0" t="0" r="r" b="b"/>
            <a:pathLst>
              <a:path w="15" h="11">
                <a:moveTo>
                  <a:pt x="7" y="1"/>
                </a:moveTo>
                <a:lnTo>
                  <a:pt x="8" y="1"/>
                </a:lnTo>
                <a:lnTo>
                  <a:pt x="10" y="2"/>
                </a:lnTo>
                <a:lnTo>
                  <a:pt x="11" y="4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3" y="7"/>
                </a:lnTo>
                <a:lnTo>
                  <a:pt x="14" y="7"/>
                </a:lnTo>
                <a:lnTo>
                  <a:pt x="15" y="7"/>
                </a:lnTo>
                <a:lnTo>
                  <a:pt x="15" y="8"/>
                </a:lnTo>
                <a:lnTo>
                  <a:pt x="13" y="8"/>
                </a:lnTo>
                <a:lnTo>
                  <a:pt x="13" y="7"/>
                </a:lnTo>
                <a:lnTo>
                  <a:pt x="12" y="8"/>
                </a:lnTo>
                <a:lnTo>
                  <a:pt x="11" y="9"/>
                </a:lnTo>
                <a:lnTo>
                  <a:pt x="10" y="9"/>
                </a:lnTo>
                <a:lnTo>
                  <a:pt x="8" y="10"/>
                </a:lnTo>
                <a:lnTo>
                  <a:pt x="7" y="11"/>
                </a:lnTo>
                <a:lnTo>
                  <a:pt x="7" y="10"/>
                </a:lnTo>
                <a:lnTo>
                  <a:pt x="5" y="10"/>
                </a:lnTo>
                <a:lnTo>
                  <a:pt x="4" y="10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800" rIns="21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" name=""/>
          <p:cNvSpPr/>
          <p:nvPr/>
        </p:nvSpPr>
        <p:spPr>
          <a:xfrm>
            <a:off x="5263200" y="2220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" name=""/>
          <p:cNvSpPr/>
          <p:nvPr/>
        </p:nvSpPr>
        <p:spPr>
          <a:xfrm>
            <a:off x="5263200" y="220932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1"/>
                </a:moveTo>
                <a:lnTo>
                  <a:pt x="4" y="0"/>
                </a:lnTo>
                <a:lnTo>
                  <a:pt x="6" y="0"/>
                </a:lnTo>
                <a:lnTo>
                  <a:pt x="4" y="1"/>
                </a:lnTo>
                <a:lnTo>
                  <a:pt x="3" y="3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" name=""/>
          <p:cNvSpPr/>
          <p:nvPr/>
        </p:nvSpPr>
        <p:spPr>
          <a:xfrm>
            <a:off x="5266800" y="22046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5" y="4"/>
                </a:lnTo>
                <a:lnTo>
                  <a:pt x="5" y="5"/>
                </a:lnTo>
                <a:lnTo>
                  <a:pt x="3" y="5"/>
                </a:lnTo>
                <a:lnTo>
                  <a:pt x="3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" name=""/>
          <p:cNvSpPr/>
          <p:nvPr/>
        </p:nvSpPr>
        <p:spPr>
          <a:xfrm>
            <a:off x="5253480" y="22003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" name=""/>
          <p:cNvSpPr/>
          <p:nvPr/>
        </p:nvSpPr>
        <p:spPr>
          <a:xfrm>
            <a:off x="5261400" y="18018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0" y="3"/>
                </a:moveTo>
                <a:lnTo>
                  <a:pt x="0" y="1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" name=""/>
          <p:cNvSpPr/>
          <p:nvPr/>
        </p:nvSpPr>
        <p:spPr>
          <a:xfrm>
            <a:off x="5258160" y="1482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" name=""/>
          <p:cNvSpPr/>
          <p:nvPr/>
        </p:nvSpPr>
        <p:spPr>
          <a:xfrm>
            <a:off x="5243760" y="142740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4" y="0"/>
                </a:moveTo>
                <a:lnTo>
                  <a:pt x="4" y="1"/>
                </a:lnTo>
                <a:lnTo>
                  <a:pt x="4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4"/>
                </a:lnTo>
                <a:lnTo>
                  <a:pt x="7" y="4"/>
                </a:lnTo>
                <a:lnTo>
                  <a:pt x="4" y="4"/>
                </a:lnTo>
                <a:lnTo>
                  <a:pt x="3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" name=""/>
          <p:cNvSpPr/>
          <p:nvPr/>
        </p:nvSpPr>
        <p:spPr>
          <a:xfrm>
            <a:off x="5253480" y="130896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8" y="5"/>
                </a:moveTo>
                <a:lnTo>
                  <a:pt x="9" y="5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7"/>
                </a:lnTo>
                <a:lnTo>
                  <a:pt x="3" y="6"/>
                </a:lnTo>
                <a:lnTo>
                  <a:pt x="1" y="6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5" y="4"/>
                </a:lnTo>
                <a:lnTo>
                  <a:pt x="6" y="4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8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" name=""/>
          <p:cNvSpPr/>
          <p:nvPr/>
        </p:nvSpPr>
        <p:spPr>
          <a:xfrm>
            <a:off x="5259600" y="13071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1" y="6"/>
                </a:move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1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" name=""/>
          <p:cNvSpPr/>
          <p:nvPr/>
        </p:nvSpPr>
        <p:spPr>
          <a:xfrm>
            <a:off x="5261040" y="13060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2"/>
                </a:move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6"/>
                </a:ln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" name=""/>
          <p:cNvSpPr/>
          <p:nvPr/>
        </p:nvSpPr>
        <p:spPr>
          <a:xfrm>
            <a:off x="5257080" y="1306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" name=""/>
          <p:cNvSpPr/>
          <p:nvPr/>
        </p:nvSpPr>
        <p:spPr>
          <a:xfrm>
            <a:off x="5258160" y="13057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3"/>
                </a:moveTo>
                <a:lnTo>
                  <a:pt x="5" y="4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" name=""/>
          <p:cNvSpPr/>
          <p:nvPr/>
        </p:nvSpPr>
        <p:spPr>
          <a:xfrm>
            <a:off x="5230080" y="1299600"/>
            <a:ext cx="5400" cy="6480"/>
          </a:xfrm>
          <a:custGeom>
            <a:avLst/>
            <a:gdLst/>
            <a:ahLst/>
            <a:rect l="0" t="0" r="r" b="b"/>
            <a:pathLst>
              <a:path w="15" h="18">
                <a:moveTo>
                  <a:pt x="11" y="2"/>
                </a:move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10" y="6"/>
                </a:lnTo>
                <a:lnTo>
                  <a:pt x="10" y="7"/>
                </a:lnTo>
                <a:lnTo>
                  <a:pt x="11" y="7"/>
                </a:lnTo>
                <a:lnTo>
                  <a:pt x="11" y="8"/>
                </a:lnTo>
                <a:lnTo>
                  <a:pt x="12" y="8"/>
                </a:lnTo>
                <a:lnTo>
                  <a:pt x="12" y="9"/>
                </a:lnTo>
                <a:lnTo>
                  <a:pt x="12" y="10"/>
                </a:lnTo>
                <a:lnTo>
                  <a:pt x="14" y="11"/>
                </a:lnTo>
                <a:lnTo>
                  <a:pt x="14" y="12"/>
                </a:lnTo>
                <a:lnTo>
                  <a:pt x="15" y="12"/>
                </a:lnTo>
                <a:lnTo>
                  <a:pt x="14" y="12"/>
                </a:lnTo>
                <a:lnTo>
                  <a:pt x="12" y="12"/>
                </a:lnTo>
                <a:lnTo>
                  <a:pt x="11" y="11"/>
                </a:lnTo>
                <a:lnTo>
                  <a:pt x="10" y="11"/>
                </a:lnTo>
                <a:lnTo>
                  <a:pt x="10" y="12"/>
                </a:lnTo>
                <a:lnTo>
                  <a:pt x="10" y="11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8" y="11"/>
                </a:lnTo>
                <a:lnTo>
                  <a:pt x="7" y="11"/>
                </a:lnTo>
                <a:lnTo>
                  <a:pt x="8" y="11"/>
                </a:lnTo>
                <a:lnTo>
                  <a:pt x="8" y="12"/>
                </a:lnTo>
                <a:lnTo>
                  <a:pt x="9" y="12"/>
                </a:lnTo>
                <a:lnTo>
                  <a:pt x="8" y="13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7"/>
                </a:lnTo>
                <a:lnTo>
                  <a:pt x="6" y="18"/>
                </a:lnTo>
                <a:lnTo>
                  <a:pt x="5" y="18"/>
                </a:lnTo>
                <a:lnTo>
                  <a:pt x="4" y="17"/>
                </a:lnTo>
                <a:lnTo>
                  <a:pt x="3" y="16"/>
                </a:lnTo>
                <a:lnTo>
                  <a:pt x="2" y="15"/>
                </a:lnTo>
                <a:lnTo>
                  <a:pt x="2" y="16"/>
                </a:lnTo>
                <a:lnTo>
                  <a:pt x="1" y="15"/>
                </a:lnTo>
                <a:lnTo>
                  <a:pt x="1" y="12"/>
                </a:lnTo>
                <a:lnTo>
                  <a:pt x="1" y="11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6" y="5"/>
                </a:lnTo>
                <a:lnTo>
                  <a:pt x="7" y="5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9" y="2"/>
                </a:lnTo>
                <a:lnTo>
                  <a:pt x="10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4" y="0"/>
                </a:lnTo>
                <a:lnTo>
                  <a:pt x="14" y="1"/>
                </a:lnTo>
                <a:lnTo>
                  <a:pt x="12" y="2"/>
                </a:lnTo>
                <a:lnTo>
                  <a:pt x="11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" name=""/>
          <p:cNvSpPr/>
          <p:nvPr/>
        </p:nvSpPr>
        <p:spPr>
          <a:xfrm>
            <a:off x="5235120" y="1302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" name=""/>
          <p:cNvSpPr/>
          <p:nvPr/>
        </p:nvSpPr>
        <p:spPr>
          <a:xfrm>
            <a:off x="5229000" y="1301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" name=""/>
          <p:cNvSpPr/>
          <p:nvPr/>
        </p:nvSpPr>
        <p:spPr>
          <a:xfrm>
            <a:off x="5235120" y="12981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3"/>
                </a:moveTo>
                <a:lnTo>
                  <a:pt x="3" y="3"/>
                </a:lnTo>
                <a:lnTo>
                  <a:pt x="2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5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" name=""/>
          <p:cNvSpPr/>
          <p:nvPr/>
        </p:nvSpPr>
        <p:spPr>
          <a:xfrm>
            <a:off x="5244840" y="12970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4"/>
                </a:moveTo>
                <a:lnTo>
                  <a:pt x="3" y="5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" name=""/>
          <p:cNvSpPr/>
          <p:nvPr/>
        </p:nvSpPr>
        <p:spPr>
          <a:xfrm>
            <a:off x="5239080" y="1297080"/>
            <a:ext cx="3600" cy="1440"/>
          </a:xfrm>
          <a:custGeom>
            <a:avLst/>
            <a:gdLst/>
            <a:ahLst/>
            <a:rect l="0" t="0" r="r" b="b"/>
            <a:pathLst>
              <a:path w="10" h="4">
                <a:moveTo>
                  <a:pt x="8" y="3"/>
                </a:move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9" y="1"/>
                </a:lnTo>
                <a:lnTo>
                  <a:pt x="9" y="3"/>
                </a:lnTo>
                <a:lnTo>
                  <a:pt x="8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" name=""/>
          <p:cNvSpPr/>
          <p:nvPr/>
        </p:nvSpPr>
        <p:spPr>
          <a:xfrm>
            <a:off x="5234760" y="129564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5" y="1"/>
                </a:moveTo>
                <a:lnTo>
                  <a:pt x="6" y="1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" name=""/>
          <p:cNvSpPr/>
          <p:nvPr/>
        </p:nvSpPr>
        <p:spPr>
          <a:xfrm>
            <a:off x="5246640" y="1294200"/>
            <a:ext cx="7200" cy="4320"/>
          </a:xfrm>
          <a:custGeom>
            <a:avLst/>
            <a:gdLst/>
            <a:ahLst/>
            <a:rect l="0" t="0" r="r" b="b"/>
            <a:pathLst>
              <a:path w="20" h="12">
                <a:moveTo>
                  <a:pt x="20" y="3"/>
                </a:moveTo>
                <a:lnTo>
                  <a:pt x="20" y="4"/>
                </a:lnTo>
                <a:lnTo>
                  <a:pt x="19" y="5"/>
                </a:lnTo>
                <a:lnTo>
                  <a:pt x="19" y="6"/>
                </a:lnTo>
                <a:lnTo>
                  <a:pt x="18" y="6"/>
                </a:lnTo>
                <a:lnTo>
                  <a:pt x="18" y="7"/>
                </a:lnTo>
                <a:lnTo>
                  <a:pt x="17" y="6"/>
                </a:lnTo>
                <a:lnTo>
                  <a:pt x="16" y="6"/>
                </a:lnTo>
                <a:lnTo>
                  <a:pt x="17" y="7"/>
                </a:lnTo>
                <a:lnTo>
                  <a:pt x="17" y="8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4" y="9"/>
                </a:lnTo>
                <a:lnTo>
                  <a:pt x="14" y="10"/>
                </a:lnTo>
                <a:lnTo>
                  <a:pt x="13" y="12"/>
                </a:lnTo>
                <a:lnTo>
                  <a:pt x="12" y="10"/>
                </a:lnTo>
                <a:lnTo>
                  <a:pt x="12" y="9"/>
                </a:lnTo>
                <a:lnTo>
                  <a:pt x="13" y="9"/>
                </a:lnTo>
                <a:lnTo>
                  <a:pt x="13" y="8"/>
                </a:lnTo>
                <a:lnTo>
                  <a:pt x="13" y="7"/>
                </a:lnTo>
                <a:lnTo>
                  <a:pt x="14" y="6"/>
                </a:lnTo>
                <a:lnTo>
                  <a:pt x="13" y="5"/>
                </a:lnTo>
                <a:lnTo>
                  <a:pt x="12" y="5"/>
                </a:lnTo>
                <a:lnTo>
                  <a:pt x="11" y="5"/>
                </a:lnTo>
                <a:lnTo>
                  <a:pt x="10" y="5"/>
                </a:lnTo>
                <a:lnTo>
                  <a:pt x="8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2" y="5"/>
                </a:lnTo>
                <a:lnTo>
                  <a:pt x="3" y="5"/>
                </a:lnTo>
                <a:lnTo>
                  <a:pt x="5" y="5"/>
                </a:lnTo>
                <a:lnTo>
                  <a:pt x="6" y="4"/>
                </a:lnTo>
                <a:lnTo>
                  <a:pt x="7" y="4"/>
                </a:lnTo>
                <a:lnTo>
                  <a:pt x="8" y="4"/>
                </a:lnTo>
                <a:lnTo>
                  <a:pt x="10" y="4"/>
                </a:lnTo>
                <a:lnTo>
                  <a:pt x="11" y="3"/>
                </a:lnTo>
                <a:lnTo>
                  <a:pt x="12" y="3"/>
                </a:lnTo>
                <a:lnTo>
                  <a:pt x="13" y="2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6" y="2"/>
                </a:lnTo>
                <a:lnTo>
                  <a:pt x="17" y="0"/>
                </a:lnTo>
                <a:lnTo>
                  <a:pt x="18" y="0"/>
                </a:lnTo>
                <a:lnTo>
                  <a:pt x="18" y="2"/>
                </a:lnTo>
                <a:lnTo>
                  <a:pt x="18" y="3"/>
                </a:lnTo>
                <a:lnTo>
                  <a:pt x="2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" name=""/>
          <p:cNvSpPr/>
          <p:nvPr/>
        </p:nvSpPr>
        <p:spPr>
          <a:xfrm>
            <a:off x="5254560" y="129492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6" y="1"/>
                </a:moveTo>
                <a:lnTo>
                  <a:pt x="4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7" y="1"/>
                </a:lnTo>
                <a:lnTo>
                  <a:pt x="6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" name=""/>
          <p:cNvSpPr/>
          <p:nvPr/>
        </p:nvSpPr>
        <p:spPr>
          <a:xfrm>
            <a:off x="5238720" y="1291680"/>
            <a:ext cx="11520" cy="3960"/>
          </a:xfrm>
          <a:custGeom>
            <a:avLst/>
            <a:gdLst/>
            <a:ahLst/>
            <a:rect l="0" t="0" r="r" b="b"/>
            <a:pathLst>
              <a:path w="32" h="11">
                <a:moveTo>
                  <a:pt x="8" y="2"/>
                </a:move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10" y="4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1" y="3"/>
                </a:lnTo>
                <a:lnTo>
                  <a:pt x="13" y="4"/>
                </a:lnTo>
                <a:lnTo>
                  <a:pt x="14" y="4"/>
                </a:lnTo>
                <a:lnTo>
                  <a:pt x="15" y="4"/>
                </a:lnTo>
                <a:lnTo>
                  <a:pt x="15" y="5"/>
                </a:lnTo>
                <a:lnTo>
                  <a:pt x="16" y="5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9" y="4"/>
                </a:lnTo>
                <a:lnTo>
                  <a:pt x="21" y="4"/>
                </a:lnTo>
                <a:lnTo>
                  <a:pt x="21" y="3"/>
                </a:lnTo>
                <a:lnTo>
                  <a:pt x="22" y="3"/>
                </a:lnTo>
                <a:lnTo>
                  <a:pt x="22" y="2"/>
                </a:lnTo>
                <a:lnTo>
                  <a:pt x="23" y="2"/>
                </a:lnTo>
                <a:lnTo>
                  <a:pt x="24" y="2"/>
                </a:lnTo>
                <a:lnTo>
                  <a:pt x="24" y="3"/>
                </a:lnTo>
                <a:lnTo>
                  <a:pt x="25" y="3"/>
                </a:lnTo>
                <a:lnTo>
                  <a:pt x="26" y="3"/>
                </a:lnTo>
                <a:lnTo>
                  <a:pt x="27" y="4"/>
                </a:lnTo>
                <a:lnTo>
                  <a:pt x="28" y="4"/>
                </a:lnTo>
                <a:lnTo>
                  <a:pt x="29" y="4"/>
                </a:lnTo>
                <a:lnTo>
                  <a:pt x="30" y="4"/>
                </a:lnTo>
                <a:lnTo>
                  <a:pt x="31" y="4"/>
                </a:lnTo>
                <a:lnTo>
                  <a:pt x="31" y="3"/>
                </a:lnTo>
                <a:lnTo>
                  <a:pt x="31" y="4"/>
                </a:lnTo>
                <a:lnTo>
                  <a:pt x="32" y="4"/>
                </a:lnTo>
                <a:lnTo>
                  <a:pt x="31" y="5"/>
                </a:lnTo>
                <a:lnTo>
                  <a:pt x="30" y="5"/>
                </a:lnTo>
                <a:lnTo>
                  <a:pt x="29" y="6"/>
                </a:lnTo>
                <a:lnTo>
                  <a:pt x="29" y="7"/>
                </a:lnTo>
                <a:lnTo>
                  <a:pt x="28" y="7"/>
                </a:lnTo>
                <a:lnTo>
                  <a:pt x="28" y="9"/>
                </a:lnTo>
                <a:lnTo>
                  <a:pt x="28" y="7"/>
                </a:lnTo>
                <a:lnTo>
                  <a:pt x="27" y="7"/>
                </a:lnTo>
                <a:lnTo>
                  <a:pt x="27" y="6"/>
                </a:lnTo>
                <a:lnTo>
                  <a:pt x="26" y="6"/>
                </a:lnTo>
                <a:lnTo>
                  <a:pt x="25" y="6"/>
                </a:lnTo>
                <a:lnTo>
                  <a:pt x="24" y="6"/>
                </a:lnTo>
                <a:lnTo>
                  <a:pt x="23" y="6"/>
                </a:lnTo>
                <a:lnTo>
                  <a:pt x="22" y="6"/>
                </a:lnTo>
                <a:lnTo>
                  <a:pt x="21" y="7"/>
                </a:lnTo>
                <a:lnTo>
                  <a:pt x="21" y="6"/>
                </a:lnTo>
                <a:lnTo>
                  <a:pt x="20" y="6"/>
                </a:lnTo>
                <a:lnTo>
                  <a:pt x="19" y="6"/>
                </a:lnTo>
                <a:lnTo>
                  <a:pt x="18" y="6"/>
                </a:lnTo>
                <a:lnTo>
                  <a:pt x="17" y="6"/>
                </a:lnTo>
                <a:lnTo>
                  <a:pt x="16" y="6"/>
                </a:lnTo>
                <a:lnTo>
                  <a:pt x="16" y="7"/>
                </a:lnTo>
                <a:lnTo>
                  <a:pt x="15" y="7"/>
                </a:lnTo>
                <a:lnTo>
                  <a:pt x="16" y="7"/>
                </a:lnTo>
                <a:lnTo>
                  <a:pt x="16" y="9"/>
                </a:lnTo>
                <a:lnTo>
                  <a:pt x="17" y="9"/>
                </a:lnTo>
                <a:lnTo>
                  <a:pt x="16" y="9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5" y="10"/>
                </a:lnTo>
                <a:lnTo>
                  <a:pt x="14" y="10"/>
                </a:lnTo>
                <a:lnTo>
                  <a:pt x="14" y="9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0" y="7"/>
                </a:lnTo>
                <a:lnTo>
                  <a:pt x="10" y="6"/>
                </a:lnTo>
                <a:lnTo>
                  <a:pt x="9" y="6"/>
                </a:lnTo>
                <a:lnTo>
                  <a:pt x="8" y="6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8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800" rIns="21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" name=""/>
          <p:cNvSpPr/>
          <p:nvPr/>
        </p:nvSpPr>
        <p:spPr>
          <a:xfrm>
            <a:off x="5228280" y="129096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2"/>
                </a:move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" name=""/>
          <p:cNvSpPr/>
          <p:nvPr/>
        </p:nvSpPr>
        <p:spPr>
          <a:xfrm>
            <a:off x="5266080" y="129060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5" y="0"/>
                </a:move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5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" name=""/>
          <p:cNvSpPr/>
          <p:nvPr/>
        </p:nvSpPr>
        <p:spPr>
          <a:xfrm>
            <a:off x="5267160" y="1275840"/>
            <a:ext cx="3240" cy="2160"/>
          </a:xfrm>
          <a:custGeom>
            <a:avLst/>
            <a:gdLst/>
            <a:ahLst/>
            <a:rect l="0" t="0" r="r" b="b"/>
            <a:pathLst>
              <a:path w="9" h="6">
                <a:moveTo>
                  <a:pt x="3" y="0"/>
                </a:move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9" y="2"/>
                </a:lnTo>
                <a:lnTo>
                  <a:pt x="9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" name=""/>
          <p:cNvSpPr/>
          <p:nvPr/>
        </p:nvSpPr>
        <p:spPr>
          <a:xfrm>
            <a:off x="5266800" y="12718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3"/>
                </a:move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" name=""/>
          <p:cNvSpPr/>
          <p:nvPr/>
        </p:nvSpPr>
        <p:spPr>
          <a:xfrm>
            <a:off x="5260320" y="1269000"/>
            <a:ext cx="5400" cy="5040"/>
          </a:xfrm>
          <a:custGeom>
            <a:avLst/>
            <a:gdLst/>
            <a:ahLst/>
            <a:rect l="0" t="0" r="r" b="b"/>
            <a:pathLst>
              <a:path w="15" h="14">
                <a:moveTo>
                  <a:pt x="9" y="0"/>
                </a:move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5" y="3"/>
                </a:lnTo>
                <a:lnTo>
                  <a:pt x="15" y="4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2" y="9"/>
                </a:lnTo>
                <a:lnTo>
                  <a:pt x="11" y="11"/>
                </a:lnTo>
                <a:lnTo>
                  <a:pt x="11" y="12"/>
                </a:lnTo>
                <a:lnTo>
                  <a:pt x="10" y="13"/>
                </a:lnTo>
                <a:lnTo>
                  <a:pt x="9" y="13"/>
                </a:lnTo>
                <a:lnTo>
                  <a:pt x="8" y="13"/>
                </a:lnTo>
                <a:lnTo>
                  <a:pt x="8" y="14"/>
                </a:lnTo>
                <a:lnTo>
                  <a:pt x="5" y="13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4" y="9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4" y="1"/>
                </a:lnTo>
                <a:lnTo>
                  <a:pt x="8" y="1"/>
                </a:lnTo>
                <a:lnTo>
                  <a:pt x="9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" name=""/>
          <p:cNvSpPr/>
          <p:nvPr/>
        </p:nvSpPr>
        <p:spPr>
          <a:xfrm>
            <a:off x="5263200" y="126180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3" y="0"/>
                </a:moveTo>
                <a:lnTo>
                  <a:pt x="5" y="0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" name=""/>
          <p:cNvSpPr/>
          <p:nvPr/>
        </p:nvSpPr>
        <p:spPr>
          <a:xfrm>
            <a:off x="5275800" y="2261520"/>
            <a:ext cx="3240" cy="2160"/>
          </a:xfrm>
          <a:custGeom>
            <a:avLst/>
            <a:gdLst/>
            <a:ahLst/>
            <a:rect l="0" t="0" r="r" b="b"/>
            <a:pathLst>
              <a:path w="9" h="6">
                <a:moveTo>
                  <a:pt x="5" y="2"/>
                </a:move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8" y="3"/>
                </a:lnTo>
                <a:lnTo>
                  <a:pt x="8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6" y="4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4" y="5"/>
                </a:lnTo>
                <a:lnTo>
                  <a:pt x="4" y="4"/>
                </a:lnTo>
                <a:lnTo>
                  <a:pt x="3" y="3"/>
                </a:lnTo>
                <a:lnTo>
                  <a:pt x="3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" name=""/>
          <p:cNvSpPr/>
          <p:nvPr/>
        </p:nvSpPr>
        <p:spPr>
          <a:xfrm>
            <a:off x="5284440" y="2214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2"/>
                </a:lnTo>
                <a:lnTo>
                  <a:pt x="3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" name=""/>
          <p:cNvSpPr/>
          <p:nvPr/>
        </p:nvSpPr>
        <p:spPr>
          <a:xfrm>
            <a:off x="5283000" y="2213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1" y="2"/>
                </a:lnTo>
                <a:lnTo>
                  <a:pt x="1" y="4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" name=""/>
          <p:cNvSpPr/>
          <p:nvPr/>
        </p:nvSpPr>
        <p:spPr>
          <a:xfrm>
            <a:off x="5269680" y="220284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4" y="7"/>
                </a:moveTo>
                <a:lnTo>
                  <a:pt x="4" y="8"/>
                </a:lnTo>
                <a:lnTo>
                  <a:pt x="2" y="7"/>
                </a:lnTo>
                <a:lnTo>
                  <a:pt x="0" y="5"/>
                </a:lnTo>
                <a:lnTo>
                  <a:pt x="2" y="5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6" y="2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" name=""/>
          <p:cNvSpPr/>
          <p:nvPr/>
        </p:nvSpPr>
        <p:spPr>
          <a:xfrm>
            <a:off x="5271120" y="21978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5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" name=""/>
          <p:cNvSpPr/>
          <p:nvPr/>
        </p:nvSpPr>
        <p:spPr>
          <a:xfrm>
            <a:off x="5271840" y="21898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2" y="4"/>
                </a:move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" name=""/>
          <p:cNvSpPr/>
          <p:nvPr/>
        </p:nvSpPr>
        <p:spPr>
          <a:xfrm>
            <a:off x="5302440" y="2178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0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" name=""/>
          <p:cNvSpPr/>
          <p:nvPr/>
        </p:nvSpPr>
        <p:spPr>
          <a:xfrm>
            <a:off x="5300280" y="2175120"/>
            <a:ext cx="5040" cy="3240"/>
          </a:xfrm>
          <a:custGeom>
            <a:avLst/>
            <a:gdLst/>
            <a:ahLst/>
            <a:rect l="0" t="0" r="r" b="b"/>
            <a:pathLst>
              <a:path w="14" h="9">
                <a:moveTo>
                  <a:pt x="6" y="2"/>
                </a:moveTo>
                <a:lnTo>
                  <a:pt x="7" y="2"/>
                </a:lnTo>
                <a:lnTo>
                  <a:pt x="8" y="2"/>
                </a:lnTo>
                <a:lnTo>
                  <a:pt x="8" y="4"/>
                </a:lnTo>
                <a:lnTo>
                  <a:pt x="10" y="5"/>
                </a:lnTo>
                <a:lnTo>
                  <a:pt x="11" y="5"/>
                </a:lnTo>
                <a:lnTo>
                  <a:pt x="12" y="6"/>
                </a:lnTo>
                <a:lnTo>
                  <a:pt x="11" y="6"/>
                </a:lnTo>
                <a:lnTo>
                  <a:pt x="12" y="7"/>
                </a:lnTo>
                <a:lnTo>
                  <a:pt x="14" y="8"/>
                </a:lnTo>
                <a:lnTo>
                  <a:pt x="12" y="8"/>
                </a:lnTo>
                <a:lnTo>
                  <a:pt x="11" y="8"/>
                </a:lnTo>
                <a:lnTo>
                  <a:pt x="11" y="7"/>
                </a:lnTo>
                <a:lnTo>
                  <a:pt x="9" y="6"/>
                </a:lnTo>
                <a:lnTo>
                  <a:pt x="8" y="5"/>
                </a:lnTo>
                <a:lnTo>
                  <a:pt x="8" y="6"/>
                </a:lnTo>
                <a:lnTo>
                  <a:pt x="9" y="6"/>
                </a:lnTo>
                <a:lnTo>
                  <a:pt x="10" y="7"/>
                </a:lnTo>
                <a:lnTo>
                  <a:pt x="9" y="7"/>
                </a:lnTo>
                <a:lnTo>
                  <a:pt x="6" y="6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5" y="7"/>
                </a:lnTo>
                <a:lnTo>
                  <a:pt x="6" y="8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0" y="6"/>
                </a:lnTo>
                <a:lnTo>
                  <a:pt x="2" y="6"/>
                </a:lnTo>
                <a:lnTo>
                  <a:pt x="2" y="5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5" y="2"/>
                </a:lnTo>
                <a:lnTo>
                  <a:pt x="4" y="2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080" rIns="21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" name=""/>
          <p:cNvSpPr/>
          <p:nvPr/>
        </p:nvSpPr>
        <p:spPr>
          <a:xfrm>
            <a:off x="5303880" y="2175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" name=""/>
          <p:cNvSpPr/>
          <p:nvPr/>
        </p:nvSpPr>
        <p:spPr>
          <a:xfrm>
            <a:off x="5305320" y="2175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" name=""/>
          <p:cNvSpPr/>
          <p:nvPr/>
        </p:nvSpPr>
        <p:spPr>
          <a:xfrm>
            <a:off x="5302440" y="2174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" name=""/>
          <p:cNvSpPr/>
          <p:nvPr/>
        </p:nvSpPr>
        <p:spPr>
          <a:xfrm>
            <a:off x="5283720" y="2165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4"/>
                </a:move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1" y="3"/>
                </a:lnTo>
                <a:lnTo>
                  <a:pt x="1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" name=""/>
          <p:cNvSpPr/>
          <p:nvPr/>
        </p:nvSpPr>
        <p:spPr>
          <a:xfrm>
            <a:off x="5308560" y="2163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" name=""/>
          <p:cNvSpPr/>
          <p:nvPr/>
        </p:nvSpPr>
        <p:spPr>
          <a:xfrm>
            <a:off x="5309640" y="216360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2" y="2"/>
                </a:moveTo>
                <a:lnTo>
                  <a:pt x="2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4" name=""/>
          <p:cNvSpPr/>
          <p:nvPr/>
        </p:nvSpPr>
        <p:spPr>
          <a:xfrm>
            <a:off x="5306040" y="2163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5" name=""/>
          <p:cNvSpPr/>
          <p:nvPr/>
        </p:nvSpPr>
        <p:spPr>
          <a:xfrm>
            <a:off x="5307840" y="21625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1"/>
                </a:move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4" y="5"/>
                </a:lnTo>
                <a:lnTo>
                  <a:pt x="3" y="5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3" y="2"/>
                </a:lnTo>
                <a:lnTo>
                  <a:pt x="3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6" name=""/>
          <p:cNvSpPr/>
          <p:nvPr/>
        </p:nvSpPr>
        <p:spPr>
          <a:xfrm>
            <a:off x="5293080" y="21625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1" y="5"/>
                </a:move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7" name=""/>
          <p:cNvSpPr/>
          <p:nvPr/>
        </p:nvSpPr>
        <p:spPr>
          <a:xfrm>
            <a:off x="5283720" y="2162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2"/>
                </a:moveTo>
                <a:lnTo>
                  <a:pt x="4" y="3"/>
                </a:lnTo>
                <a:lnTo>
                  <a:pt x="3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8" name=""/>
          <p:cNvSpPr/>
          <p:nvPr/>
        </p:nvSpPr>
        <p:spPr>
          <a:xfrm>
            <a:off x="5282640" y="2162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9" name=""/>
          <p:cNvSpPr/>
          <p:nvPr/>
        </p:nvSpPr>
        <p:spPr>
          <a:xfrm>
            <a:off x="5288400" y="2161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0" name=""/>
          <p:cNvSpPr/>
          <p:nvPr/>
        </p:nvSpPr>
        <p:spPr>
          <a:xfrm>
            <a:off x="5287320" y="21603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1" name=""/>
          <p:cNvSpPr/>
          <p:nvPr/>
        </p:nvSpPr>
        <p:spPr>
          <a:xfrm>
            <a:off x="5302080" y="21538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0"/>
                </a:moveTo>
                <a:lnTo>
                  <a:pt x="3" y="1"/>
                </a:lnTo>
                <a:lnTo>
                  <a:pt x="5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2" name=""/>
          <p:cNvSpPr/>
          <p:nvPr/>
        </p:nvSpPr>
        <p:spPr>
          <a:xfrm>
            <a:off x="5303160" y="2153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3" name=""/>
          <p:cNvSpPr/>
          <p:nvPr/>
        </p:nvSpPr>
        <p:spPr>
          <a:xfrm>
            <a:off x="5302080" y="2153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4" name=""/>
          <p:cNvSpPr/>
          <p:nvPr/>
        </p:nvSpPr>
        <p:spPr>
          <a:xfrm>
            <a:off x="5298120" y="2152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3"/>
                </a:moveTo>
                <a:lnTo>
                  <a:pt x="2" y="3"/>
                </a:lnTo>
                <a:lnTo>
                  <a:pt x="2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5" name=""/>
          <p:cNvSpPr/>
          <p:nvPr/>
        </p:nvSpPr>
        <p:spPr>
          <a:xfrm>
            <a:off x="5301720" y="2149920"/>
            <a:ext cx="1800" cy="3240"/>
          </a:xfrm>
          <a:custGeom>
            <a:avLst/>
            <a:gdLst/>
            <a:ahLst/>
            <a:rect l="0" t="0" r="r" b="b"/>
            <a:pathLst>
              <a:path w="5" h="9">
                <a:moveTo>
                  <a:pt x="0" y="6"/>
                </a:moveTo>
                <a:lnTo>
                  <a:pt x="0" y="5"/>
                </a:lnTo>
                <a:lnTo>
                  <a:pt x="3" y="5"/>
                </a:lnTo>
                <a:lnTo>
                  <a:pt x="3" y="4"/>
                </a:lnTo>
                <a:lnTo>
                  <a:pt x="4" y="3"/>
                </a:lnTo>
                <a:lnTo>
                  <a:pt x="3" y="3"/>
                </a:lnTo>
                <a:lnTo>
                  <a:pt x="4" y="2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6"/>
                </a:lnTo>
                <a:lnTo>
                  <a:pt x="3" y="7"/>
                </a:lnTo>
                <a:lnTo>
                  <a:pt x="1" y="9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0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080" rIns="21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6" name=""/>
          <p:cNvSpPr/>
          <p:nvPr/>
        </p:nvSpPr>
        <p:spPr>
          <a:xfrm>
            <a:off x="5306760" y="2148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7" name=""/>
          <p:cNvSpPr/>
          <p:nvPr/>
        </p:nvSpPr>
        <p:spPr>
          <a:xfrm>
            <a:off x="5298840" y="2146680"/>
            <a:ext cx="6840" cy="4320"/>
          </a:xfrm>
          <a:custGeom>
            <a:avLst/>
            <a:gdLst/>
            <a:ahLst/>
            <a:rect l="0" t="0" r="r" b="b"/>
            <a:pathLst>
              <a:path w="19" h="12">
                <a:moveTo>
                  <a:pt x="16" y="4"/>
                </a:moveTo>
                <a:lnTo>
                  <a:pt x="15" y="4"/>
                </a:lnTo>
                <a:lnTo>
                  <a:pt x="15" y="5"/>
                </a:lnTo>
                <a:lnTo>
                  <a:pt x="16" y="5"/>
                </a:lnTo>
                <a:lnTo>
                  <a:pt x="16" y="6"/>
                </a:lnTo>
                <a:lnTo>
                  <a:pt x="15" y="6"/>
                </a:lnTo>
                <a:lnTo>
                  <a:pt x="15" y="7"/>
                </a:lnTo>
                <a:lnTo>
                  <a:pt x="16" y="9"/>
                </a:lnTo>
                <a:lnTo>
                  <a:pt x="17" y="9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0" y="10"/>
                </a:lnTo>
                <a:lnTo>
                  <a:pt x="9" y="11"/>
                </a:lnTo>
                <a:lnTo>
                  <a:pt x="7" y="11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2"/>
                </a:lnTo>
                <a:lnTo>
                  <a:pt x="2" y="11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8" y="3"/>
                </a:lnTo>
                <a:lnTo>
                  <a:pt x="11" y="3"/>
                </a:lnTo>
                <a:lnTo>
                  <a:pt x="13" y="1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lnTo>
                  <a:pt x="16" y="1"/>
                </a:lnTo>
                <a:lnTo>
                  <a:pt x="17" y="1"/>
                </a:lnTo>
                <a:lnTo>
                  <a:pt x="17" y="0"/>
                </a:lnTo>
                <a:lnTo>
                  <a:pt x="18" y="0"/>
                </a:lnTo>
                <a:lnTo>
                  <a:pt x="19" y="1"/>
                </a:lnTo>
                <a:lnTo>
                  <a:pt x="19" y="3"/>
                </a:lnTo>
                <a:lnTo>
                  <a:pt x="18" y="5"/>
                </a:lnTo>
                <a:lnTo>
                  <a:pt x="17" y="5"/>
                </a:lnTo>
                <a:lnTo>
                  <a:pt x="16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8" name=""/>
          <p:cNvSpPr/>
          <p:nvPr/>
        </p:nvSpPr>
        <p:spPr>
          <a:xfrm>
            <a:off x="5294160" y="2146680"/>
            <a:ext cx="4320" cy="3960"/>
          </a:xfrm>
          <a:custGeom>
            <a:avLst/>
            <a:gdLst/>
            <a:ahLst/>
            <a:rect l="0" t="0" r="r" b="b"/>
            <a:pathLst>
              <a:path w="12" h="11">
                <a:moveTo>
                  <a:pt x="9" y="3"/>
                </a:moveTo>
                <a:lnTo>
                  <a:pt x="10" y="3"/>
                </a:lnTo>
                <a:lnTo>
                  <a:pt x="12" y="2"/>
                </a:lnTo>
                <a:lnTo>
                  <a:pt x="11" y="4"/>
                </a:lnTo>
                <a:lnTo>
                  <a:pt x="10" y="5"/>
                </a:lnTo>
                <a:lnTo>
                  <a:pt x="9" y="5"/>
                </a:lnTo>
                <a:lnTo>
                  <a:pt x="9" y="6"/>
                </a:lnTo>
                <a:lnTo>
                  <a:pt x="10" y="6"/>
                </a:lnTo>
                <a:lnTo>
                  <a:pt x="10" y="7"/>
                </a:lnTo>
                <a:lnTo>
                  <a:pt x="9" y="8"/>
                </a:lnTo>
                <a:lnTo>
                  <a:pt x="8" y="6"/>
                </a:lnTo>
                <a:lnTo>
                  <a:pt x="6" y="7"/>
                </a:lnTo>
                <a:lnTo>
                  <a:pt x="5" y="6"/>
                </a:lnTo>
                <a:lnTo>
                  <a:pt x="4" y="7"/>
                </a:lnTo>
                <a:lnTo>
                  <a:pt x="2" y="7"/>
                </a:lnTo>
                <a:lnTo>
                  <a:pt x="2" y="8"/>
                </a:lnTo>
                <a:lnTo>
                  <a:pt x="2" y="9"/>
                </a:lnTo>
                <a:lnTo>
                  <a:pt x="1" y="11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5" y="2"/>
                </a:lnTo>
                <a:lnTo>
                  <a:pt x="5" y="3"/>
                </a:lnTo>
                <a:lnTo>
                  <a:pt x="6" y="4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800" rIns="21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9" name=""/>
          <p:cNvSpPr/>
          <p:nvPr/>
        </p:nvSpPr>
        <p:spPr>
          <a:xfrm>
            <a:off x="5302080" y="21456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1" y="1"/>
                </a:move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3" y="4"/>
                </a:lnTo>
                <a:lnTo>
                  <a:pt x="0" y="5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0" name=""/>
          <p:cNvSpPr/>
          <p:nvPr/>
        </p:nvSpPr>
        <p:spPr>
          <a:xfrm>
            <a:off x="5299200" y="214344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0" y="10"/>
                </a:moveTo>
                <a:lnTo>
                  <a:pt x="0" y="8"/>
                </a:lnTo>
                <a:lnTo>
                  <a:pt x="1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1"/>
                </a:ln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4"/>
                </a:lnTo>
                <a:lnTo>
                  <a:pt x="8" y="5"/>
                </a:lnTo>
                <a:lnTo>
                  <a:pt x="7" y="7"/>
                </a:lnTo>
                <a:lnTo>
                  <a:pt x="1" y="11"/>
                </a:lnTo>
                <a:lnTo>
                  <a:pt x="0" y="1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800" rIns="21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1" name=""/>
          <p:cNvSpPr/>
          <p:nvPr/>
        </p:nvSpPr>
        <p:spPr>
          <a:xfrm>
            <a:off x="5298840" y="2142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3"/>
                </a:lnTo>
                <a:lnTo>
                  <a:pt x="1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2" name=""/>
          <p:cNvSpPr/>
          <p:nvPr/>
        </p:nvSpPr>
        <p:spPr>
          <a:xfrm>
            <a:off x="5294160" y="2138400"/>
            <a:ext cx="6480" cy="3600"/>
          </a:xfrm>
          <a:custGeom>
            <a:avLst/>
            <a:gdLst/>
            <a:ahLst/>
            <a:rect l="0" t="0" r="r" b="b"/>
            <a:pathLst>
              <a:path w="18" h="10">
                <a:moveTo>
                  <a:pt x="18" y="6"/>
                </a:moveTo>
                <a:lnTo>
                  <a:pt x="17" y="6"/>
                </a:lnTo>
                <a:lnTo>
                  <a:pt x="17" y="7"/>
                </a:lnTo>
                <a:lnTo>
                  <a:pt x="16" y="7"/>
                </a:lnTo>
                <a:lnTo>
                  <a:pt x="16" y="8"/>
                </a:lnTo>
                <a:lnTo>
                  <a:pt x="14" y="8"/>
                </a:lnTo>
                <a:lnTo>
                  <a:pt x="13" y="9"/>
                </a:lnTo>
                <a:lnTo>
                  <a:pt x="12" y="9"/>
                </a:lnTo>
                <a:lnTo>
                  <a:pt x="11" y="10"/>
                </a:lnTo>
                <a:lnTo>
                  <a:pt x="10" y="10"/>
                </a:lnTo>
                <a:lnTo>
                  <a:pt x="10" y="9"/>
                </a:lnTo>
                <a:lnTo>
                  <a:pt x="10" y="8"/>
                </a:lnTo>
                <a:lnTo>
                  <a:pt x="6" y="8"/>
                </a:lnTo>
                <a:lnTo>
                  <a:pt x="4" y="8"/>
                </a:lnTo>
                <a:lnTo>
                  <a:pt x="3" y="9"/>
                </a:lnTo>
                <a:lnTo>
                  <a:pt x="2" y="9"/>
                </a:lnTo>
                <a:lnTo>
                  <a:pt x="1" y="10"/>
                </a:lnTo>
                <a:lnTo>
                  <a:pt x="0" y="10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2" y="4"/>
                </a:lnTo>
                <a:lnTo>
                  <a:pt x="3" y="3"/>
                </a:lnTo>
                <a:lnTo>
                  <a:pt x="4" y="2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9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2"/>
                </a:lnTo>
                <a:lnTo>
                  <a:pt x="17" y="2"/>
                </a:lnTo>
                <a:lnTo>
                  <a:pt x="18" y="2"/>
                </a:lnTo>
                <a:lnTo>
                  <a:pt x="18" y="3"/>
                </a:lnTo>
                <a:lnTo>
                  <a:pt x="18" y="4"/>
                </a:lnTo>
                <a:lnTo>
                  <a:pt x="18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440" rIns="216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3" name=""/>
          <p:cNvSpPr/>
          <p:nvPr/>
        </p:nvSpPr>
        <p:spPr>
          <a:xfrm>
            <a:off x="5293800" y="213696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9" y="2"/>
                </a:moveTo>
                <a:lnTo>
                  <a:pt x="8" y="2"/>
                </a:lnTo>
                <a:lnTo>
                  <a:pt x="7" y="3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3" y="3"/>
                </a:lnTo>
                <a:lnTo>
                  <a:pt x="5" y="2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9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4" name=""/>
          <p:cNvSpPr/>
          <p:nvPr/>
        </p:nvSpPr>
        <p:spPr>
          <a:xfrm>
            <a:off x="5302080" y="2136240"/>
            <a:ext cx="4680" cy="2880"/>
          </a:xfrm>
          <a:custGeom>
            <a:avLst/>
            <a:gdLst/>
            <a:ahLst/>
            <a:rect l="0" t="0" r="r" b="b"/>
            <a:pathLst>
              <a:path w="13" h="8">
                <a:moveTo>
                  <a:pt x="5" y="4"/>
                </a:moveTo>
                <a:lnTo>
                  <a:pt x="4" y="4"/>
                </a:lnTo>
                <a:lnTo>
                  <a:pt x="4" y="5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7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3" y="0"/>
                </a:lnTo>
                <a:lnTo>
                  <a:pt x="12" y="1"/>
                </a:lnTo>
                <a:lnTo>
                  <a:pt x="10" y="2"/>
                </a:lnTo>
                <a:lnTo>
                  <a:pt x="9" y="2"/>
                </a:lnTo>
                <a:lnTo>
                  <a:pt x="8" y="3"/>
                </a:lnTo>
                <a:lnTo>
                  <a:pt x="6" y="4"/>
                </a:lnTo>
                <a:lnTo>
                  <a:pt x="5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5" name=""/>
          <p:cNvSpPr/>
          <p:nvPr/>
        </p:nvSpPr>
        <p:spPr>
          <a:xfrm>
            <a:off x="5299920" y="21348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2" y="5"/>
                </a:move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6" name=""/>
          <p:cNvSpPr/>
          <p:nvPr/>
        </p:nvSpPr>
        <p:spPr>
          <a:xfrm>
            <a:off x="5306400" y="2131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7" name=""/>
          <p:cNvSpPr/>
          <p:nvPr/>
        </p:nvSpPr>
        <p:spPr>
          <a:xfrm>
            <a:off x="5308200" y="2130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8" name=""/>
          <p:cNvSpPr/>
          <p:nvPr/>
        </p:nvSpPr>
        <p:spPr>
          <a:xfrm>
            <a:off x="5316120" y="21297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9" name=""/>
          <p:cNvSpPr/>
          <p:nvPr/>
        </p:nvSpPr>
        <p:spPr>
          <a:xfrm>
            <a:off x="5315400" y="212652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0" name=""/>
          <p:cNvSpPr/>
          <p:nvPr/>
        </p:nvSpPr>
        <p:spPr>
          <a:xfrm>
            <a:off x="5311800" y="21261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0" y="5"/>
                </a:moveTo>
                <a:lnTo>
                  <a:pt x="2" y="3"/>
                </a:lnTo>
                <a:lnTo>
                  <a:pt x="2" y="5"/>
                </a:lnTo>
                <a:lnTo>
                  <a:pt x="4" y="3"/>
                </a:lnTo>
                <a:lnTo>
                  <a:pt x="5" y="1"/>
                </a:lnTo>
                <a:lnTo>
                  <a:pt x="5" y="0"/>
                </a:lnTo>
                <a:lnTo>
                  <a:pt x="6" y="1"/>
                </a:lnTo>
                <a:lnTo>
                  <a:pt x="5" y="2"/>
                </a:lnTo>
                <a:lnTo>
                  <a:pt x="5" y="3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1" name=""/>
          <p:cNvSpPr/>
          <p:nvPr/>
        </p:nvSpPr>
        <p:spPr>
          <a:xfrm>
            <a:off x="5321880" y="212508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2" y="6"/>
                </a:moveTo>
                <a:lnTo>
                  <a:pt x="2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4" y="1"/>
                </a:lnTo>
                <a:lnTo>
                  <a:pt x="5" y="0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2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2" name=""/>
          <p:cNvSpPr/>
          <p:nvPr/>
        </p:nvSpPr>
        <p:spPr>
          <a:xfrm>
            <a:off x="5313960" y="2124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3"/>
                </a:move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3" name=""/>
          <p:cNvSpPr/>
          <p:nvPr/>
        </p:nvSpPr>
        <p:spPr>
          <a:xfrm>
            <a:off x="5298480" y="2123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0"/>
                </a:moveTo>
                <a:lnTo>
                  <a:pt x="2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4" name=""/>
          <p:cNvSpPr/>
          <p:nvPr/>
        </p:nvSpPr>
        <p:spPr>
          <a:xfrm>
            <a:off x="5298120" y="2118960"/>
            <a:ext cx="1800" cy="2880"/>
          </a:xfrm>
          <a:custGeom>
            <a:avLst/>
            <a:gdLst/>
            <a:ahLst/>
            <a:rect l="0" t="0" r="r" b="b"/>
            <a:pathLst>
              <a:path w="5" h="8">
                <a:moveTo>
                  <a:pt x="0" y="4"/>
                </a:move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5" y="4"/>
                </a:lnTo>
                <a:lnTo>
                  <a:pt x="5" y="5"/>
                </a:lnTo>
                <a:lnTo>
                  <a:pt x="4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5" name=""/>
          <p:cNvSpPr/>
          <p:nvPr/>
        </p:nvSpPr>
        <p:spPr>
          <a:xfrm>
            <a:off x="5298480" y="2117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6" name=""/>
          <p:cNvSpPr/>
          <p:nvPr/>
        </p:nvSpPr>
        <p:spPr>
          <a:xfrm>
            <a:off x="5296320" y="21175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7" name=""/>
          <p:cNvSpPr/>
          <p:nvPr/>
        </p:nvSpPr>
        <p:spPr>
          <a:xfrm>
            <a:off x="5297400" y="21171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1"/>
                </a:moveTo>
                <a:lnTo>
                  <a:pt x="3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4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8" name=""/>
          <p:cNvSpPr/>
          <p:nvPr/>
        </p:nvSpPr>
        <p:spPr>
          <a:xfrm>
            <a:off x="5298120" y="211068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2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9" name=""/>
          <p:cNvSpPr/>
          <p:nvPr/>
        </p:nvSpPr>
        <p:spPr>
          <a:xfrm>
            <a:off x="5299200" y="210960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1" y="4"/>
                </a:move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0" name=""/>
          <p:cNvSpPr/>
          <p:nvPr/>
        </p:nvSpPr>
        <p:spPr>
          <a:xfrm>
            <a:off x="5321880" y="206496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3" y="5"/>
                </a:move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4" y="0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9" y="4"/>
                </a:lnTo>
                <a:lnTo>
                  <a:pt x="8" y="5"/>
                </a:lnTo>
                <a:lnTo>
                  <a:pt x="7" y="5"/>
                </a:lnTo>
                <a:lnTo>
                  <a:pt x="6" y="4"/>
                </a:lnTo>
                <a:lnTo>
                  <a:pt x="4" y="3"/>
                </a:lnTo>
                <a:lnTo>
                  <a:pt x="3" y="4"/>
                </a:lnTo>
                <a:lnTo>
                  <a:pt x="3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1" name=""/>
          <p:cNvSpPr/>
          <p:nvPr/>
        </p:nvSpPr>
        <p:spPr>
          <a:xfrm>
            <a:off x="5319720" y="2053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2" y="2"/>
                </a:lnTo>
                <a:lnTo>
                  <a:pt x="1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2" name=""/>
          <p:cNvSpPr/>
          <p:nvPr/>
        </p:nvSpPr>
        <p:spPr>
          <a:xfrm>
            <a:off x="5321880" y="20509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3" name=""/>
          <p:cNvSpPr/>
          <p:nvPr/>
        </p:nvSpPr>
        <p:spPr>
          <a:xfrm>
            <a:off x="5320800" y="2049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0"/>
                </a:move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4" name=""/>
          <p:cNvSpPr/>
          <p:nvPr/>
        </p:nvSpPr>
        <p:spPr>
          <a:xfrm>
            <a:off x="5313960" y="2044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5" name=""/>
          <p:cNvSpPr/>
          <p:nvPr/>
        </p:nvSpPr>
        <p:spPr>
          <a:xfrm>
            <a:off x="5309640" y="2022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6" name=""/>
          <p:cNvSpPr/>
          <p:nvPr/>
        </p:nvSpPr>
        <p:spPr>
          <a:xfrm>
            <a:off x="5310360" y="2021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1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7" name=""/>
          <p:cNvSpPr/>
          <p:nvPr/>
        </p:nvSpPr>
        <p:spPr>
          <a:xfrm>
            <a:off x="5307840" y="20203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5" y="3"/>
                </a:move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5"/>
                </a:lnTo>
                <a:lnTo>
                  <a:pt x="5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8" name=""/>
          <p:cNvSpPr/>
          <p:nvPr/>
        </p:nvSpPr>
        <p:spPr>
          <a:xfrm>
            <a:off x="5309280" y="2019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9" name=""/>
          <p:cNvSpPr/>
          <p:nvPr/>
        </p:nvSpPr>
        <p:spPr>
          <a:xfrm>
            <a:off x="5311080" y="2019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4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0" name=""/>
          <p:cNvSpPr/>
          <p:nvPr/>
        </p:nvSpPr>
        <p:spPr>
          <a:xfrm>
            <a:off x="5313960" y="2018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1" name=""/>
          <p:cNvSpPr/>
          <p:nvPr/>
        </p:nvSpPr>
        <p:spPr>
          <a:xfrm>
            <a:off x="5314320" y="20174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2" y="4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2" name=""/>
          <p:cNvSpPr/>
          <p:nvPr/>
        </p:nvSpPr>
        <p:spPr>
          <a:xfrm>
            <a:off x="5318280" y="2013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3" name=""/>
          <p:cNvSpPr/>
          <p:nvPr/>
        </p:nvSpPr>
        <p:spPr>
          <a:xfrm>
            <a:off x="5319000" y="1975680"/>
            <a:ext cx="6480" cy="10080"/>
          </a:xfrm>
          <a:custGeom>
            <a:avLst/>
            <a:gdLst/>
            <a:ahLst/>
            <a:rect l="0" t="0" r="r" b="b"/>
            <a:pathLst>
              <a:path w="18" h="28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8" y="3"/>
                </a:lnTo>
                <a:lnTo>
                  <a:pt x="8" y="4"/>
                </a:lnTo>
                <a:lnTo>
                  <a:pt x="10" y="6"/>
                </a:lnTo>
                <a:lnTo>
                  <a:pt x="11" y="7"/>
                </a:lnTo>
                <a:lnTo>
                  <a:pt x="12" y="8"/>
                </a:lnTo>
                <a:lnTo>
                  <a:pt x="13" y="8"/>
                </a:lnTo>
                <a:lnTo>
                  <a:pt x="14" y="8"/>
                </a:lnTo>
                <a:lnTo>
                  <a:pt x="15" y="8"/>
                </a:lnTo>
                <a:lnTo>
                  <a:pt x="15" y="10"/>
                </a:lnTo>
                <a:lnTo>
                  <a:pt x="15" y="12"/>
                </a:lnTo>
                <a:lnTo>
                  <a:pt x="16" y="14"/>
                </a:lnTo>
                <a:lnTo>
                  <a:pt x="17" y="16"/>
                </a:lnTo>
                <a:lnTo>
                  <a:pt x="17" y="17"/>
                </a:lnTo>
                <a:lnTo>
                  <a:pt x="18" y="17"/>
                </a:lnTo>
                <a:lnTo>
                  <a:pt x="18" y="18"/>
                </a:lnTo>
                <a:lnTo>
                  <a:pt x="18" y="19"/>
                </a:lnTo>
                <a:lnTo>
                  <a:pt x="18" y="20"/>
                </a:lnTo>
                <a:lnTo>
                  <a:pt x="17" y="21"/>
                </a:lnTo>
                <a:lnTo>
                  <a:pt x="15" y="23"/>
                </a:lnTo>
                <a:lnTo>
                  <a:pt x="14" y="23"/>
                </a:lnTo>
                <a:lnTo>
                  <a:pt x="14" y="24"/>
                </a:lnTo>
                <a:lnTo>
                  <a:pt x="13" y="24"/>
                </a:lnTo>
                <a:lnTo>
                  <a:pt x="12" y="24"/>
                </a:lnTo>
                <a:lnTo>
                  <a:pt x="11" y="25"/>
                </a:lnTo>
                <a:lnTo>
                  <a:pt x="11" y="26"/>
                </a:lnTo>
                <a:lnTo>
                  <a:pt x="10" y="27"/>
                </a:lnTo>
                <a:lnTo>
                  <a:pt x="9" y="28"/>
                </a:lnTo>
                <a:lnTo>
                  <a:pt x="8" y="28"/>
                </a:lnTo>
                <a:lnTo>
                  <a:pt x="6" y="28"/>
                </a:lnTo>
                <a:lnTo>
                  <a:pt x="5" y="27"/>
                </a:lnTo>
                <a:lnTo>
                  <a:pt x="5" y="28"/>
                </a:lnTo>
                <a:lnTo>
                  <a:pt x="4" y="28"/>
                </a:lnTo>
                <a:lnTo>
                  <a:pt x="4" y="27"/>
                </a:lnTo>
                <a:lnTo>
                  <a:pt x="4" y="26"/>
                </a:lnTo>
                <a:lnTo>
                  <a:pt x="3" y="25"/>
                </a:lnTo>
                <a:lnTo>
                  <a:pt x="3" y="24"/>
                </a:lnTo>
                <a:lnTo>
                  <a:pt x="2" y="24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2" y="21"/>
                </a:lnTo>
                <a:lnTo>
                  <a:pt x="3" y="20"/>
                </a:lnTo>
                <a:lnTo>
                  <a:pt x="2" y="18"/>
                </a:lnTo>
                <a:lnTo>
                  <a:pt x="1" y="15"/>
                </a:lnTo>
                <a:lnTo>
                  <a:pt x="0" y="14"/>
                </a:lnTo>
                <a:lnTo>
                  <a:pt x="0" y="13"/>
                </a:lnTo>
                <a:lnTo>
                  <a:pt x="0" y="10"/>
                </a:lnTo>
                <a:lnTo>
                  <a:pt x="1" y="8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4" name=""/>
          <p:cNvSpPr/>
          <p:nvPr/>
        </p:nvSpPr>
        <p:spPr>
          <a:xfrm>
            <a:off x="5317200" y="19771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1" y="0"/>
                </a:moveTo>
                <a:lnTo>
                  <a:pt x="2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2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5" name=""/>
          <p:cNvSpPr/>
          <p:nvPr/>
        </p:nvSpPr>
        <p:spPr>
          <a:xfrm>
            <a:off x="5322600" y="1973880"/>
            <a:ext cx="3600" cy="3960"/>
          </a:xfrm>
          <a:custGeom>
            <a:avLst/>
            <a:gdLst/>
            <a:ahLst/>
            <a:rect l="0" t="0" r="r" b="b"/>
            <a:pathLst>
              <a:path w="10" h="11">
                <a:moveTo>
                  <a:pt x="8" y="10"/>
                </a:move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6" y="9"/>
                </a:lnTo>
                <a:lnTo>
                  <a:pt x="6" y="8"/>
                </a:lnTo>
                <a:lnTo>
                  <a:pt x="4" y="7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1" y="5"/>
                </a:lnTo>
                <a:lnTo>
                  <a:pt x="2" y="3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3"/>
                </a:lnTo>
                <a:lnTo>
                  <a:pt x="9" y="6"/>
                </a:lnTo>
                <a:lnTo>
                  <a:pt x="9" y="7"/>
                </a:lnTo>
                <a:lnTo>
                  <a:pt x="8" y="9"/>
                </a:lnTo>
                <a:lnTo>
                  <a:pt x="9" y="10"/>
                </a:lnTo>
                <a:lnTo>
                  <a:pt x="8" y="1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800" rIns="21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6" name=""/>
          <p:cNvSpPr/>
          <p:nvPr/>
        </p:nvSpPr>
        <p:spPr>
          <a:xfrm>
            <a:off x="5319360" y="19742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4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7" name=""/>
          <p:cNvSpPr/>
          <p:nvPr/>
        </p:nvSpPr>
        <p:spPr>
          <a:xfrm>
            <a:off x="5320800" y="19591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8" name=""/>
          <p:cNvSpPr/>
          <p:nvPr/>
        </p:nvSpPr>
        <p:spPr>
          <a:xfrm>
            <a:off x="5322600" y="1956600"/>
            <a:ext cx="2520" cy="4320"/>
          </a:xfrm>
          <a:custGeom>
            <a:avLst/>
            <a:gdLst/>
            <a:ahLst/>
            <a:rect l="0" t="0" r="r" b="b"/>
            <a:pathLst>
              <a:path w="7" h="12">
                <a:moveTo>
                  <a:pt x="2" y="12"/>
                </a:moveTo>
                <a:lnTo>
                  <a:pt x="0" y="9"/>
                </a:lnTo>
                <a:lnTo>
                  <a:pt x="0" y="8"/>
                </a:lnTo>
                <a:lnTo>
                  <a:pt x="2" y="8"/>
                </a:lnTo>
                <a:lnTo>
                  <a:pt x="2" y="7"/>
                </a:lnTo>
                <a:lnTo>
                  <a:pt x="3" y="6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4" y="9"/>
                </a:lnTo>
                <a:lnTo>
                  <a:pt x="4" y="11"/>
                </a:lnTo>
                <a:lnTo>
                  <a:pt x="3" y="12"/>
                </a:lnTo>
                <a:lnTo>
                  <a:pt x="2" y="1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9" name=""/>
          <p:cNvSpPr/>
          <p:nvPr/>
        </p:nvSpPr>
        <p:spPr>
          <a:xfrm>
            <a:off x="5298120" y="1940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2"/>
                </a:move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1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0" name=""/>
          <p:cNvSpPr/>
          <p:nvPr/>
        </p:nvSpPr>
        <p:spPr>
          <a:xfrm>
            <a:off x="5321880" y="1933200"/>
            <a:ext cx="2520" cy="720"/>
          </a:xfrm>
          <a:custGeom>
            <a:avLst/>
            <a:gdLst/>
            <a:ahLst/>
            <a:rect l="0" t="0" r="r" b="b"/>
            <a:pathLst>
              <a:path w="7" h="2">
                <a:moveTo>
                  <a:pt x="4" y="0"/>
                </a:moveTo>
                <a:lnTo>
                  <a:pt x="6" y="0"/>
                </a:lnTo>
                <a:lnTo>
                  <a:pt x="7" y="0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1" name=""/>
          <p:cNvSpPr/>
          <p:nvPr/>
        </p:nvSpPr>
        <p:spPr>
          <a:xfrm>
            <a:off x="5277240" y="1300680"/>
            <a:ext cx="3960" cy="5760"/>
          </a:xfrm>
          <a:custGeom>
            <a:avLst/>
            <a:gdLst/>
            <a:ahLst/>
            <a:rect l="0" t="0" r="r" b="b"/>
            <a:pathLst>
              <a:path w="11" h="16">
                <a:moveTo>
                  <a:pt x="9" y="5"/>
                </a:move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9"/>
                </a:lnTo>
                <a:lnTo>
                  <a:pt x="9" y="11"/>
                </a:lnTo>
                <a:lnTo>
                  <a:pt x="8" y="13"/>
                </a:lnTo>
                <a:lnTo>
                  <a:pt x="7" y="13"/>
                </a:lnTo>
                <a:lnTo>
                  <a:pt x="7" y="14"/>
                </a:lnTo>
                <a:lnTo>
                  <a:pt x="7" y="15"/>
                </a:lnTo>
                <a:lnTo>
                  <a:pt x="5" y="15"/>
                </a:lnTo>
                <a:lnTo>
                  <a:pt x="7" y="16"/>
                </a:lnTo>
                <a:lnTo>
                  <a:pt x="5" y="16"/>
                </a:lnTo>
                <a:lnTo>
                  <a:pt x="4" y="16"/>
                </a:lnTo>
                <a:lnTo>
                  <a:pt x="3" y="15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2" y="13"/>
                </a:lnTo>
                <a:lnTo>
                  <a:pt x="2" y="12"/>
                </a:lnTo>
                <a:lnTo>
                  <a:pt x="2" y="11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3" y="7"/>
                </a:lnTo>
                <a:lnTo>
                  <a:pt x="3" y="8"/>
                </a:lnTo>
                <a:lnTo>
                  <a:pt x="4" y="8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5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4"/>
                </a:lnTo>
                <a:lnTo>
                  <a:pt x="9" y="4"/>
                </a:lnTo>
                <a:lnTo>
                  <a:pt x="9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2" name=""/>
          <p:cNvSpPr/>
          <p:nvPr/>
        </p:nvSpPr>
        <p:spPr>
          <a:xfrm>
            <a:off x="5268960" y="12708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3" name=""/>
          <p:cNvSpPr/>
          <p:nvPr/>
        </p:nvSpPr>
        <p:spPr>
          <a:xfrm>
            <a:off x="5299200" y="124596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9" y="3"/>
                </a:moveTo>
                <a:lnTo>
                  <a:pt x="9" y="4"/>
                </a:lnTo>
                <a:lnTo>
                  <a:pt x="8" y="4"/>
                </a:lnTo>
                <a:lnTo>
                  <a:pt x="8" y="3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4" name=""/>
          <p:cNvSpPr/>
          <p:nvPr/>
        </p:nvSpPr>
        <p:spPr>
          <a:xfrm>
            <a:off x="5303880" y="12427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2"/>
                </a:move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5" name=""/>
          <p:cNvSpPr/>
          <p:nvPr/>
        </p:nvSpPr>
        <p:spPr>
          <a:xfrm>
            <a:off x="5328360" y="2114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1" y="1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6" name=""/>
          <p:cNvSpPr/>
          <p:nvPr/>
        </p:nvSpPr>
        <p:spPr>
          <a:xfrm>
            <a:off x="5330520" y="2109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0"/>
                </a:moveTo>
                <a:lnTo>
                  <a:pt x="3" y="1"/>
                </a:lnTo>
                <a:lnTo>
                  <a:pt x="4" y="2"/>
                </a:lnTo>
                <a:lnTo>
                  <a:pt x="3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7" name=""/>
          <p:cNvSpPr/>
          <p:nvPr/>
        </p:nvSpPr>
        <p:spPr>
          <a:xfrm>
            <a:off x="5329440" y="2109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8" name=""/>
          <p:cNvSpPr/>
          <p:nvPr/>
        </p:nvSpPr>
        <p:spPr>
          <a:xfrm>
            <a:off x="5328360" y="21092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9" name=""/>
          <p:cNvSpPr/>
          <p:nvPr/>
        </p:nvSpPr>
        <p:spPr>
          <a:xfrm>
            <a:off x="5327640" y="21045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1"/>
                </a:moveTo>
                <a:lnTo>
                  <a:pt x="3" y="0"/>
                </a:lnTo>
                <a:lnTo>
                  <a:pt x="3" y="2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0" name=""/>
          <p:cNvSpPr/>
          <p:nvPr/>
        </p:nvSpPr>
        <p:spPr>
          <a:xfrm>
            <a:off x="5329440" y="2103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1" name=""/>
          <p:cNvSpPr/>
          <p:nvPr/>
        </p:nvSpPr>
        <p:spPr>
          <a:xfrm>
            <a:off x="5330160" y="21027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2" name=""/>
          <p:cNvSpPr/>
          <p:nvPr/>
        </p:nvSpPr>
        <p:spPr>
          <a:xfrm>
            <a:off x="5332320" y="2102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3" name=""/>
          <p:cNvSpPr/>
          <p:nvPr/>
        </p:nvSpPr>
        <p:spPr>
          <a:xfrm>
            <a:off x="5328000" y="2100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4" name=""/>
          <p:cNvSpPr/>
          <p:nvPr/>
        </p:nvSpPr>
        <p:spPr>
          <a:xfrm>
            <a:off x="5328720" y="21006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3"/>
                </a:move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5" name=""/>
          <p:cNvSpPr/>
          <p:nvPr/>
        </p:nvSpPr>
        <p:spPr>
          <a:xfrm>
            <a:off x="5327280" y="21002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0"/>
                </a:moveTo>
                <a:lnTo>
                  <a:pt x="4" y="0"/>
                </a:lnTo>
                <a:lnTo>
                  <a:pt x="5" y="2"/>
                </a:lnTo>
                <a:lnTo>
                  <a:pt x="4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6" name=""/>
          <p:cNvSpPr/>
          <p:nvPr/>
        </p:nvSpPr>
        <p:spPr>
          <a:xfrm>
            <a:off x="5326200" y="209952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2" y="4"/>
                </a:moveTo>
                <a:lnTo>
                  <a:pt x="0" y="4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7" y="0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7" name=""/>
          <p:cNvSpPr/>
          <p:nvPr/>
        </p:nvSpPr>
        <p:spPr>
          <a:xfrm>
            <a:off x="5324040" y="209556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5" y="5"/>
                </a:moveTo>
                <a:lnTo>
                  <a:pt x="4" y="5"/>
                </a:lnTo>
                <a:lnTo>
                  <a:pt x="4" y="6"/>
                </a:lnTo>
                <a:lnTo>
                  <a:pt x="5" y="6"/>
                </a:lnTo>
                <a:lnTo>
                  <a:pt x="6" y="6"/>
                </a:lnTo>
                <a:lnTo>
                  <a:pt x="8" y="6"/>
                </a:lnTo>
                <a:lnTo>
                  <a:pt x="8" y="5"/>
                </a:lnTo>
                <a:lnTo>
                  <a:pt x="8" y="6"/>
                </a:lnTo>
                <a:lnTo>
                  <a:pt x="9" y="6"/>
                </a:lnTo>
                <a:lnTo>
                  <a:pt x="8" y="6"/>
                </a:lnTo>
                <a:lnTo>
                  <a:pt x="9" y="6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6" y="8"/>
                </a:lnTo>
                <a:lnTo>
                  <a:pt x="5" y="7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8" name=""/>
          <p:cNvSpPr/>
          <p:nvPr/>
        </p:nvSpPr>
        <p:spPr>
          <a:xfrm>
            <a:off x="5334840" y="2085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9" name=""/>
          <p:cNvSpPr/>
          <p:nvPr/>
        </p:nvSpPr>
        <p:spPr>
          <a:xfrm>
            <a:off x="5334840" y="20851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0" name=""/>
          <p:cNvSpPr/>
          <p:nvPr/>
        </p:nvSpPr>
        <p:spPr>
          <a:xfrm>
            <a:off x="5330880" y="207828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7" y="4"/>
                </a:move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  <a:lnTo>
                  <a:pt x="5" y="6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6" y="4"/>
                </a:lnTo>
                <a:lnTo>
                  <a:pt x="7" y="3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10" y="1"/>
                </a:lnTo>
                <a:lnTo>
                  <a:pt x="8" y="1"/>
                </a:lnTo>
                <a:lnTo>
                  <a:pt x="8" y="3"/>
                </a:lnTo>
                <a:lnTo>
                  <a:pt x="7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1" name=""/>
          <p:cNvSpPr/>
          <p:nvPr/>
        </p:nvSpPr>
        <p:spPr>
          <a:xfrm>
            <a:off x="5335560" y="207396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4" y="5"/>
                </a:move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7"/>
                </a:lnTo>
                <a:lnTo>
                  <a:pt x="1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1"/>
                </a:lnTo>
                <a:lnTo>
                  <a:pt x="3" y="1"/>
                </a:lnTo>
                <a:lnTo>
                  <a:pt x="4" y="3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3"/>
                </a:lnTo>
                <a:lnTo>
                  <a:pt x="5" y="3"/>
                </a:lnTo>
                <a:lnTo>
                  <a:pt x="4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2" name=""/>
          <p:cNvSpPr/>
          <p:nvPr/>
        </p:nvSpPr>
        <p:spPr>
          <a:xfrm>
            <a:off x="5333400" y="2073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3"/>
                </a:lnTo>
                <a:lnTo>
                  <a:pt x="2" y="4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3" name=""/>
          <p:cNvSpPr/>
          <p:nvPr/>
        </p:nvSpPr>
        <p:spPr>
          <a:xfrm>
            <a:off x="5337720" y="207288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3" y="3"/>
                </a:move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4" name=""/>
          <p:cNvSpPr/>
          <p:nvPr/>
        </p:nvSpPr>
        <p:spPr>
          <a:xfrm>
            <a:off x="5334480" y="2069640"/>
            <a:ext cx="2520" cy="3600"/>
          </a:xfrm>
          <a:custGeom>
            <a:avLst/>
            <a:gdLst/>
            <a:ahLst/>
            <a:rect l="0" t="0" r="r" b="b"/>
            <a:pathLst>
              <a:path w="7" h="10">
                <a:moveTo>
                  <a:pt x="4" y="3"/>
                </a:moveTo>
                <a:lnTo>
                  <a:pt x="4" y="6"/>
                </a:lnTo>
                <a:lnTo>
                  <a:pt x="6" y="6"/>
                </a:lnTo>
                <a:lnTo>
                  <a:pt x="4" y="8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2" y="9"/>
                </a:lnTo>
                <a:lnTo>
                  <a:pt x="2" y="8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7" y="2"/>
                </a:lnTo>
                <a:lnTo>
                  <a:pt x="7" y="3"/>
                </a:lnTo>
                <a:lnTo>
                  <a:pt x="4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440" rIns="216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5" name=""/>
          <p:cNvSpPr/>
          <p:nvPr/>
        </p:nvSpPr>
        <p:spPr>
          <a:xfrm>
            <a:off x="5337360" y="2051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6" name=""/>
          <p:cNvSpPr/>
          <p:nvPr/>
        </p:nvSpPr>
        <p:spPr>
          <a:xfrm>
            <a:off x="5327640" y="2049480"/>
            <a:ext cx="3960" cy="3600"/>
          </a:xfrm>
          <a:custGeom>
            <a:avLst/>
            <a:gdLst/>
            <a:ahLst/>
            <a:rect l="0" t="0" r="r" b="b"/>
            <a:pathLst>
              <a:path w="11" h="10">
                <a:moveTo>
                  <a:pt x="9" y="2"/>
                </a:moveTo>
                <a:lnTo>
                  <a:pt x="8" y="2"/>
                </a:lnTo>
                <a:lnTo>
                  <a:pt x="8" y="3"/>
                </a:lnTo>
                <a:lnTo>
                  <a:pt x="9" y="4"/>
                </a:lnTo>
                <a:lnTo>
                  <a:pt x="10" y="4"/>
                </a:lnTo>
                <a:lnTo>
                  <a:pt x="11" y="4"/>
                </a:lnTo>
                <a:lnTo>
                  <a:pt x="10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1" y="7"/>
                </a:lnTo>
                <a:lnTo>
                  <a:pt x="10" y="8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7" y="8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5" y="8"/>
                </a:lnTo>
                <a:lnTo>
                  <a:pt x="5" y="7"/>
                </a:lnTo>
                <a:lnTo>
                  <a:pt x="4" y="6"/>
                </a:lnTo>
                <a:lnTo>
                  <a:pt x="3" y="6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10" y="2"/>
                </a:lnTo>
                <a:lnTo>
                  <a:pt x="9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440" rIns="216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7" name=""/>
          <p:cNvSpPr/>
          <p:nvPr/>
        </p:nvSpPr>
        <p:spPr>
          <a:xfrm>
            <a:off x="5326920" y="2045520"/>
            <a:ext cx="7200" cy="4680"/>
          </a:xfrm>
          <a:custGeom>
            <a:avLst/>
            <a:gdLst/>
            <a:ahLst/>
            <a:rect l="0" t="0" r="r" b="b"/>
            <a:pathLst>
              <a:path w="20" h="13">
                <a:moveTo>
                  <a:pt x="17" y="4"/>
                </a:moveTo>
                <a:lnTo>
                  <a:pt x="18" y="4"/>
                </a:lnTo>
                <a:lnTo>
                  <a:pt x="19" y="4"/>
                </a:lnTo>
                <a:lnTo>
                  <a:pt x="19" y="5"/>
                </a:lnTo>
                <a:lnTo>
                  <a:pt x="20" y="5"/>
                </a:lnTo>
                <a:lnTo>
                  <a:pt x="20" y="6"/>
                </a:lnTo>
                <a:lnTo>
                  <a:pt x="19" y="6"/>
                </a:lnTo>
                <a:lnTo>
                  <a:pt x="18" y="7"/>
                </a:lnTo>
                <a:lnTo>
                  <a:pt x="19" y="7"/>
                </a:lnTo>
                <a:lnTo>
                  <a:pt x="19" y="8"/>
                </a:lnTo>
                <a:lnTo>
                  <a:pt x="19" y="9"/>
                </a:lnTo>
                <a:lnTo>
                  <a:pt x="18" y="12"/>
                </a:lnTo>
                <a:lnTo>
                  <a:pt x="17" y="13"/>
                </a:lnTo>
                <a:lnTo>
                  <a:pt x="16" y="13"/>
                </a:lnTo>
                <a:lnTo>
                  <a:pt x="16" y="12"/>
                </a:lnTo>
                <a:lnTo>
                  <a:pt x="15" y="12"/>
                </a:lnTo>
                <a:lnTo>
                  <a:pt x="12" y="13"/>
                </a:lnTo>
                <a:lnTo>
                  <a:pt x="11" y="13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2" y="8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12" y="1"/>
                </a:lnTo>
                <a:lnTo>
                  <a:pt x="13" y="1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  <a:lnTo>
                  <a:pt x="15" y="3"/>
                </a:lnTo>
                <a:lnTo>
                  <a:pt x="16" y="4"/>
                </a:lnTo>
                <a:lnTo>
                  <a:pt x="17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8" name=""/>
          <p:cNvSpPr/>
          <p:nvPr/>
        </p:nvSpPr>
        <p:spPr>
          <a:xfrm>
            <a:off x="5332320" y="2041920"/>
            <a:ext cx="7920" cy="10080"/>
          </a:xfrm>
          <a:custGeom>
            <a:avLst/>
            <a:gdLst/>
            <a:ahLst/>
            <a:rect l="0" t="0" r="r" b="b"/>
            <a:pathLst>
              <a:path w="22" h="28">
                <a:moveTo>
                  <a:pt x="19" y="8"/>
                </a:moveTo>
                <a:lnTo>
                  <a:pt x="19" y="9"/>
                </a:lnTo>
                <a:lnTo>
                  <a:pt x="20" y="9"/>
                </a:lnTo>
                <a:lnTo>
                  <a:pt x="20" y="10"/>
                </a:lnTo>
                <a:lnTo>
                  <a:pt x="20" y="11"/>
                </a:lnTo>
                <a:lnTo>
                  <a:pt x="21" y="11"/>
                </a:lnTo>
                <a:lnTo>
                  <a:pt x="22" y="14"/>
                </a:lnTo>
                <a:lnTo>
                  <a:pt x="22" y="15"/>
                </a:lnTo>
                <a:lnTo>
                  <a:pt x="21" y="16"/>
                </a:lnTo>
                <a:lnTo>
                  <a:pt x="20" y="16"/>
                </a:lnTo>
                <a:lnTo>
                  <a:pt x="19" y="17"/>
                </a:lnTo>
                <a:lnTo>
                  <a:pt x="18" y="18"/>
                </a:lnTo>
                <a:lnTo>
                  <a:pt x="19" y="19"/>
                </a:lnTo>
                <a:lnTo>
                  <a:pt x="20" y="19"/>
                </a:lnTo>
                <a:lnTo>
                  <a:pt x="21" y="18"/>
                </a:lnTo>
                <a:lnTo>
                  <a:pt x="22" y="18"/>
                </a:lnTo>
                <a:lnTo>
                  <a:pt x="22" y="19"/>
                </a:lnTo>
                <a:lnTo>
                  <a:pt x="21" y="21"/>
                </a:lnTo>
                <a:lnTo>
                  <a:pt x="20" y="21"/>
                </a:lnTo>
                <a:lnTo>
                  <a:pt x="19" y="22"/>
                </a:lnTo>
                <a:lnTo>
                  <a:pt x="19" y="23"/>
                </a:lnTo>
                <a:lnTo>
                  <a:pt x="19" y="24"/>
                </a:lnTo>
                <a:lnTo>
                  <a:pt x="19" y="25"/>
                </a:lnTo>
                <a:lnTo>
                  <a:pt x="19" y="26"/>
                </a:lnTo>
                <a:lnTo>
                  <a:pt x="18" y="28"/>
                </a:lnTo>
                <a:lnTo>
                  <a:pt x="17" y="28"/>
                </a:lnTo>
                <a:lnTo>
                  <a:pt x="17" y="27"/>
                </a:lnTo>
                <a:lnTo>
                  <a:pt x="18" y="27"/>
                </a:lnTo>
                <a:lnTo>
                  <a:pt x="17" y="26"/>
                </a:lnTo>
                <a:lnTo>
                  <a:pt x="16" y="27"/>
                </a:lnTo>
                <a:lnTo>
                  <a:pt x="14" y="27"/>
                </a:lnTo>
                <a:lnTo>
                  <a:pt x="15" y="27"/>
                </a:lnTo>
                <a:lnTo>
                  <a:pt x="15" y="26"/>
                </a:lnTo>
                <a:lnTo>
                  <a:pt x="14" y="24"/>
                </a:lnTo>
                <a:lnTo>
                  <a:pt x="14" y="23"/>
                </a:lnTo>
                <a:lnTo>
                  <a:pt x="13" y="23"/>
                </a:lnTo>
                <a:lnTo>
                  <a:pt x="11" y="23"/>
                </a:lnTo>
                <a:lnTo>
                  <a:pt x="10" y="23"/>
                </a:lnTo>
                <a:lnTo>
                  <a:pt x="10" y="24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9" y="23"/>
                </a:lnTo>
                <a:lnTo>
                  <a:pt x="10" y="23"/>
                </a:lnTo>
                <a:lnTo>
                  <a:pt x="10" y="22"/>
                </a:lnTo>
                <a:lnTo>
                  <a:pt x="9" y="21"/>
                </a:lnTo>
                <a:lnTo>
                  <a:pt x="8" y="21"/>
                </a:lnTo>
                <a:lnTo>
                  <a:pt x="8" y="20"/>
                </a:lnTo>
                <a:lnTo>
                  <a:pt x="6" y="18"/>
                </a:lnTo>
                <a:lnTo>
                  <a:pt x="6" y="17"/>
                </a:lnTo>
                <a:lnTo>
                  <a:pt x="5" y="17"/>
                </a:lnTo>
                <a:lnTo>
                  <a:pt x="5" y="16"/>
                </a:lnTo>
                <a:lnTo>
                  <a:pt x="6" y="16"/>
                </a:lnTo>
                <a:lnTo>
                  <a:pt x="5" y="15"/>
                </a:lnTo>
                <a:lnTo>
                  <a:pt x="3" y="14"/>
                </a:lnTo>
                <a:lnTo>
                  <a:pt x="2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0"/>
                </a:lnTo>
                <a:lnTo>
                  <a:pt x="1" y="9"/>
                </a:lnTo>
                <a:lnTo>
                  <a:pt x="3" y="8"/>
                </a:lnTo>
                <a:lnTo>
                  <a:pt x="6" y="7"/>
                </a:lnTo>
                <a:lnTo>
                  <a:pt x="6" y="6"/>
                </a:lnTo>
                <a:lnTo>
                  <a:pt x="7" y="5"/>
                </a:lnTo>
                <a:lnTo>
                  <a:pt x="8" y="5"/>
                </a:lnTo>
                <a:lnTo>
                  <a:pt x="9" y="4"/>
                </a:lnTo>
                <a:lnTo>
                  <a:pt x="10" y="3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lnTo>
                  <a:pt x="15" y="3"/>
                </a:lnTo>
                <a:lnTo>
                  <a:pt x="16" y="3"/>
                </a:lnTo>
                <a:lnTo>
                  <a:pt x="18" y="4"/>
                </a:lnTo>
                <a:lnTo>
                  <a:pt x="19" y="4"/>
                </a:lnTo>
                <a:lnTo>
                  <a:pt x="19" y="5"/>
                </a:lnTo>
                <a:lnTo>
                  <a:pt x="20" y="6"/>
                </a:lnTo>
                <a:lnTo>
                  <a:pt x="19" y="6"/>
                </a:lnTo>
                <a:lnTo>
                  <a:pt x="19" y="7"/>
                </a:lnTo>
                <a:lnTo>
                  <a:pt x="19" y="8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9" name=""/>
          <p:cNvSpPr/>
          <p:nvPr/>
        </p:nvSpPr>
        <p:spPr>
          <a:xfrm>
            <a:off x="5331240" y="2043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0" name=""/>
          <p:cNvSpPr/>
          <p:nvPr/>
        </p:nvSpPr>
        <p:spPr>
          <a:xfrm>
            <a:off x="5332680" y="20433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0"/>
                </a:move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1" name=""/>
          <p:cNvSpPr/>
          <p:nvPr/>
        </p:nvSpPr>
        <p:spPr>
          <a:xfrm>
            <a:off x="5336640" y="204084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6" y="7"/>
                </a:moveTo>
                <a:lnTo>
                  <a:pt x="5" y="7"/>
                </a:lnTo>
                <a:lnTo>
                  <a:pt x="5" y="6"/>
                </a:lnTo>
                <a:lnTo>
                  <a:pt x="3" y="6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2" y="1"/>
                </a:lnTo>
                <a:lnTo>
                  <a:pt x="3" y="0"/>
                </a:lnTo>
                <a:lnTo>
                  <a:pt x="5" y="1"/>
                </a:lnTo>
                <a:lnTo>
                  <a:pt x="3" y="1"/>
                </a:ln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2" name=""/>
          <p:cNvSpPr/>
          <p:nvPr/>
        </p:nvSpPr>
        <p:spPr>
          <a:xfrm>
            <a:off x="5336280" y="20394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5" y="4"/>
                </a:lnTo>
                <a:lnTo>
                  <a:pt x="4" y="4"/>
                </a:lnTo>
                <a:lnTo>
                  <a:pt x="3" y="6"/>
                </a:lnTo>
                <a:lnTo>
                  <a:pt x="1" y="6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3" name=""/>
          <p:cNvSpPr/>
          <p:nvPr/>
        </p:nvSpPr>
        <p:spPr>
          <a:xfrm>
            <a:off x="5338080" y="2037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4" name=""/>
          <p:cNvSpPr/>
          <p:nvPr/>
        </p:nvSpPr>
        <p:spPr>
          <a:xfrm>
            <a:off x="5339160" y="2037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5" name=""/>
          <p:cNvSpPr/>
          <p:nvPr/>
        </p:nvSpPr>
        <p:spPr>
          <a:xfrm>
            <a:off x="5325120" y="203400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0" y="3"/>
                </a:move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3"/>
                </a:lnTo>
                <a:lnTo>
                  <a:pt x="5" y="4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6" name=""/>
          <p:cNvSpPr/>
          <p:nvPr/>
        </p:nvSpPr>
        <p:spPr>
          <a:xfrm>
            <a:off x="5335920" y="2029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0"/>
                </a:move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7" name=""/>
          <p:cNvSpPr/>
          <p:nvPr/>
        </p:nvSpPr>
        <p:spPr>
          <a:xfrm>
            <a:off x="5337000" y="2024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0"/>
                </a:moveTo>
                <a:lnTo>
                  <a:pt x="3" y="0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8" name=""/>
          <p:cNvSpPr/>
          <p:nvPr/>
        </p:nvSpPr>
        <p:spPr>
          <a:xfrm>
            <a:off x="5334840" y="2019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9" name=""/>
          <p:cNvSpPr/>
          <p:nvPr/>
        </p:nvSpPr>
        <p:spPr>
          <a:xfrm>
            <a:off x="5334120" y="20174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5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0" name=""/>
          <p:cNvSpPr/>
          <p:nvPr/>
        </p:nvSpPr>
        <p:spPr>
          <a:xfrm>
            <a:off x="5335560" y="20088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1" name=""/>
          <p:cNvSpPr/>
          <p:nvPr/>
        </p:nvSpPr>
        <p:spPr>
          <a:xfrm>
            <a:off x="5334120" y="2008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2" name=""/>
          <p:cNvSpPr/>
          <p:nvPr/>
        </p:nvSpPr>
        <p:spPr>
          <a:xfrm>
            <a:off x="5333400" y="1998720"/>
            <a:ext cx="2160" cy="3960"/>
          </a:xfrm>
          <a:custGeom>
            <a:avLst/>
            <a:gdLst/>
            <a:ahLst/>
            <a:rect l="0" t="0" r="r" b="b"/>
            <a:pathLst>
              <a:path w="6" h="11">
                <a:moveTo>
                  <a:pt x="0" y="4"/>
                </a:moveTo>
                <a:lnTo>
                  <a:pt x="1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6" y="3"/>
                </a:lnTo>
                <a:lnTo>
                  <a:pt x="4" y="4"/>
                </a:lnTo>
                <a:lnTo>
                  <a:pt x="4" y="5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lnTo>
                  <a:pt x="4" y="10"/>
                </a:lnTo>
                <a:lnTo>
                  <a:pt x="4" y="11"/>
                </a:lnTo>
                <a:lnTo>
                  <a:pt x="2" y="11"/>
                </a:lnTo>
                <a:lnTo>
                  <a:pt x="1" y="9"/>
                </a:lnTo>
                <a:lnTo>
                  <a:pt x="1" y="8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800" rIns="21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3" name=""/>
          <p:cNvSpPr/>
          <p:nvPr/>
        </p:nvSpPr>
        <p:spPr>
          <a:xfrm>
            <a:off x="5327640" y="1994400"/>
            <a:ext cx="6840" cy="6840"/>
          </a:xfrm>
          <a:custGeom>
            <a:avLst/>
            <a:gdLst/>
            <a:ahLst/>
            <a:rect l="0" t="0" r="r" b="b"/>
            <a:pathLst>
              <a:path w="19" h="19">
                <a:moveTo>
                  <a:pt x="13" y="14"/>
                </a:moveTo>
                <a:lnTo>
                  <a:pt x="12" y="14"/>
                </a:lnTo>
                <a:lnTo>
                  <a:pt x="2" y="18"/>
                </a:lnTo>
                <a:lnTo>
                  <a:pt x="1" y="18"/>
                </a:lnTo>
                <a:lnTo>
                  <a:pt x="1" y="19"/>
                </a:lnTo>
                <a:lnTo>
                  <a:pt x="0" y="18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3" y="12"/>
                </a:lnTo>
                <a:lnTo>
                  <a:pt x="4" y="11"/>
                </a:lnTo>
                <a:lnTo>
                  <a:pt x="6" y="8"/>
                </a:lnTo>
                <a:lnTo>
                  <a:pt x="8" y="6"/>
                </a:lnTo>
                <a:lnTo>
                  <a:pt x="9" y="5"/>
                </a:lnTo>
                <a:lnTo>
                  <a:pt x="9" y="4"/>
                </a:lnTo>
                <a:lnTo>
                  <a:pt x="10" y="3"/>
                </a:lnTo>
                <a:lnTo>
                  <a:pt x="11" y="2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lnTo>
                  <a:pt x="16" y="0"/>
                </a:lnTo>
                <a:lnTo>
                  <a:pt x="18" y="0"/>
                </a:lnTo>
                <a:lnTo>
                  <a:pt x="18" y="1"/>
                </a:lnTo>
                <a:lnTo>
                  <a:pt x="19" y="2"/>
                </a:lnTo>
                <a:lnTo>
                  <a:pt x="19" y="3"/>
                </a:lnTo>
                <a:lnTo>
                  <a:pt x="18" y="3"/>
                </a:lnTo>
                <a:lnTo>
                  <a:pt x="18" y="4"/>
                </a:lnTo>
                <a:lnTo>
                  <a:pt x="16" y="6"/>
                </a:lnTo>
                <a:lnTo>
                  <a:pt x="15" y="9"/>
                </a:lnTo>
                <a:lnTo>
                  <a:pt x="14" y="10"/>
                </a:lnTo>
                <a:lnTo>
                  <a:pt x="14" y="11"/>
                </a:lnTo>
                <a:lnTo>
                  <a:pt x="13" y="12"/>
                </a:lnTo>
                <a:lnTo>
                  <a:pt x="13" y="1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4" name=""/>
          <p:cNvSpPr/>
          <p:nvPr/>
        </p:nvSpPr>
        <p:spPr>
          <a:xfrm>
            <a:off x="5331600" y="19893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5" name=""/>
          <p:cNvSpPr/>
          <p:nvPr/>
        </p:nvSpPr>
        <p:spPr>
          <a:xfrm>
            <a:off x="5330160" y="198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6" name=""/>
          <p:cNvSpPr/>
          <p:nvPr/>
        </p:nvSpPr>
        <p:spPr>
          <a:xfrm>
            <a:off x="5331240" y="1988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7" name=""/>
          <p:cNvSpPr/>
          <p:nvPr/>
        </p:nvSpPr>
        <p:spPr>
          <a:xfrm>
            <a:off x="5330880" y="1987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8" name=""/>
          <p:cNvSpPr/>
          <p:nvPr/>
        </p:nvSpPr>
        <p:spPr>
          <a:xfrm>
            <a:off x="5325840" y="198540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1" y="8"/>
                </a:moveTo>
                <a:lnTo>
                  <a:pt x="0" y="6"/>
                </a:lnTo>
                <a:lnTo>
                  <a:pt x="2" y="4"/>
                </a:lnTo>
                <a:lnTo>
                  <a:pt x="3" y="3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4"/>
                </a:lnTo>
                <a:lnTo>
                  <a:pt x="12" y="5"/>
                </a:lnTo>
                <a:lnTo>
                  <a:pt x="13" y="5"/>
                </a:lnTo>
                <a:lnTo>
                  <a:pt x="14" y="6"/>
                </a:lnTo>
                <a:lnTo>
                  <a:pt x="14" y="8"/>
                </a:lnTo>
                <a:lnTo>
                  <a:pt x="14" y="9"/>
                </a:lnTo>
                <a:lnTo>
                  <a:pt x="14" y="10"/>
                </a:lnTo>
                <a:lnTo>
                  <a:pt x="13" y="10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8" y="13"/>
                </a:lnTo>
                <a:lnTo>
                  <a:pt x="6" y="13"/>
                </a:lnTo>
                <a:lnTo>
                  <a:pt x="5" y="14"/>
                </a:lnTo>
                <a:lnTo>
                  <a:pt x="4" y="13"/>
                </a:lnTo>
                <a:lnTo>
                  <a:pt x="2" y="12"/>
                </a:lnTo>
                <a:lnTo>
                  <a:pt x="1" y="9"/>
                </a:lnTo>
                <a:lnTo>
                  <a:pt x="1" y="8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9" name=""/>
          <p:cNvSpPr/>
          <p:nvPr/>
        </p:nvSpPr>
        <p:spPr>
          <a:xfrm>
            <a:off x="5333400" y="1984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0" name=""/>
          <p:cNvSpPr/>
          <p:nvPr/>
        </p:nvSpPr>
        <p:spPr>
          <a:xfrm>
            <a:off x="5331960" y="1983600"/>
            <a:ext cx="1800" cy="2880"/>
          </a:xfrm>
          <a:custGeom>
            <a:avLst/>
            <a:gdLst/>
            <a:ahLst/>
            <a:rect l="0" t="0" r="r" b="b"/>
            <a:pathLst>
              <a:path w="5" h="8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4" y="6"/>
                </a:lnTo>
                <a:lnTo>
                  <a:pt x="4" y="8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1" name=""/>
          <p:cNvSpPr/>
          <p:nvPr/>
        </p:nvSpPr>
        <p:spPr>
          <a:xfrm>
            <a:off x="5334840" y="19839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4"/>
                </a:move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4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2" name=""/>
          <p:cNvSpPr/>
          <p:nvPr/>
        </p:nvSpPr>
        <p:spPr>
          <a:xfrm>
            <a:off x="5334480" y="198324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1"/>
                </a:moveTo>
                <a:lnTo>
                  <a:pt x="0" y="0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3" name=""/>
          <p:cNvSpPr/>
          <p:nvPr/>
        </p:nvSpPr>
        <p:spPr>
          <a:xfrm>
            <a:off x="5338080" y="1982160"/>
            <a:ext cx="3240" cy="2160"/>
          </a:xfrm>
          <a:custGeom>
            <a:avLst/>
            <a:gdLst/>
            <a:ahLst/>
            <a:rect l="0" t="0" r="r" b="b"/>
            <a:pathLst>
              <a:path w="9" h="6">
                <a:moveTo>
                  <a:pt x="2" y="2"/>
                </a:move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1"/>
                </a:lnTo>
                <a:lnTo>
                  <a:pt x="9" y="2"/>
                </a:lnTo>
                <a:lnTo>
                  <a:pt x="7" y="3"/>
                </a:lnTo>
                <a:lnTo>
                  <a:pt x="6" y="5"/>
                </a:lnTo>
                <a:lnTo>
                  <a:pt x="5" y="6"/>
                </a:lnTo>
                <a:lnTo>
                  <a:pt x="3" y="6"/>
                </a:lnTo>
                <a:lnTo>
                  <a:pt x="2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4" name=""/>
          <p:cNvSpPr/>
          <p:nvPr/>
        </p:nvSpPr>
        <p:spPr>
          <a:xfrm>
            <a:off x="5337720" y="1982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5" name=""/>
          <p:cNvSpPr/>
          <p:nvPr/>
        </p:nvSpPr>
        <p:spPr>
          <a:xfrm>
            <a:off x="5336640" y="1981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6" name=""/>
          <p:cNvSpPr/>
          <p:nvPr/>
        </p:nvSpPr>
        <p:spPr>
          <a:xfrm>
            <a:off x="5332320" y="19818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7" name=""/>
          <p:cNvSpPr/>
          <p:nvPr/>
        </p:nvSpPr>
        <p:spPr>
          <a:xfrm>
            <a:off x="5333760" y="198072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5" y="5"/>
                </a:moveTo>
                <a:lnTo>
                  <a:pt x="3" y="5"/>
                </a:lnTo>
                <a:lnTo>
                  <a:pt x="3" y="8"/>
                </a:lnTo>
                <a:lnTo>
                  <a:pt x="1" y="8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8" name=""/>
          <p:cNvSpPr/>
          <p:nvPr/>
        </p:nvSpPr>
        <p:spPr>
          <a:xfrm>
            <a:off x="5337720" y="1981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9" name=""/>
          <p:cNvSpPr/>
          <p:nvPr/>
        </p:nvSpPr>
        <p:spPr>
          <a:xfrm>
            <a:off x="5335560" y="1980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0" name=""/>
          <p:cNvSpPr/>
          <p:nvPr/>
        </p:nvSpPr>
        <p:spPr>
          <a:xfrm>
            <a:off x="5326560" y="197712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0"/>
                </a:moveTo>
                <a:lnTo>
                  <a:pt x="2" y="0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1" name=""/>
          <p:cNvSpPr/>
          <p:nvPr/>
        </p:nvSpPr>
        <p:spPr>
          <a:xfrm>
            <a:off x="5326920" y="1975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2" name=""/>
          <p:cNvSpPr/>
          <p:nvPr/>
        </p:nvSpPr>
        <p:spPr>
          <a:xfrm>
            <a:off x="5323680" y="1968840"/>
            <a:ext cx="27360" cy="14400"/>
          </a:xfrm>
          <a:custGeom>
            <a:avLst/>
            <a:gdLst/>
            <a:ahLst/>
            <a:rect l="0" t="0" r="r" b="b"/>
            <a:pathLst>
              <a:path w="76" h="40">
                <a:moveTo>
                  <a:pt x="10" y="3"/>
                </a:moveTo>
                <a:lnTo>
                  <a:pt x="12" y="3"/>
                </a:lnTo>
                <a:lnTo>
                  <a:pt x="13" y="3"/>
                </a:lnTo>
                <a:lnTo>
                  <a:pt x="14" y="4"/>
                </a:lnTo>
                <a:lnTo>
                  <a:pt x="15" y="4"/>
                </a:lnTo>
                <a:lnTo>
                  <a:pt x="16" y="5"/>
                </a:lnTo>
                <a:lnTo>
                  <a:pt x="19" y="4"/>
                </a:lnTo>
                <a:lnTo>
                  <a:pt x="21" y="4"/>
                </a:lnTo>
                <a:lnTo>
                  <a:pt x="24" y="2"/>
                </a:lnTo>
                <a:lnTo>
                  <a:pt x="27" y="1"/>
                </a:lnTo>
                <a:lnTo>
                  <a:pt x="28" y="1"/>
                </a:lnTo>
                <a:lnTo>
                  <a:pt x="29" y="1"/>
                </a:lnTo>
                <a:lnTo>
                  <a:pt x="29" y="0"/>
                </a:lnTo>
                <a:lnTo>
                  <a:pt x="30" y="1"/>
                </a:lnTo>
                <a:lnTo>
                  <a:pt x="32" y="2"/>
                </a:lnTo>
                <a:lnTo>
                  <a:pt x="32" y="3"/>
                </a:lnTo>
                <a:lnTo>
                  <a:pt x="33" y="4"/>
                </a:lnTo>
                <a:lnTo>
                  <a:pt x="34" y="4"/>
                </a:lnTo>
                <a:lnTo>
                  <a:pt x="35" y="4"/>
                </a:lnTo>
                <a:lnTo>
                  <a:pt x="35" y="5"/>
                </a:lnTo>
                <a:lnTo>
                  <a:pt x="36" y="6"/>
                </a:lnTo>
                <a:lnTo>
                  <a:pt x="37" y="7"/>
                </a:lnTo>
                <a:lnTo>
                  <a:pt x="38" y="7"/>
                </a:lnTo>
                <a:lnTo>
                  <a:pt x="38" y="8"/>
                </a:lnTo>
                <a:lnTo>
                  <a:pt x="39" y="8"/>
                </a:lnTo>
                <a:lnTo>
                  <a:pt x="40" y="8"/>
                </a:lnTo>
                <a:lnTo>
                  <a:pt x="42" y="8"/>
                </a:lnTo>
                <a:lnTo>
                  <a:pt x="46" y="8"/>
                </a:lnTo>
                <a:lnTo>
                  <a:pt x="48" y="7"/>
                </a:lnTo>
                <a:lnTo>
                  <a:pt x="49" y="7"/>
                </a:lnTo>
                <a:lnTo>
                  <a:pt x="50" y="7"/>
                </a:lnTo>
                <a:lnTo>
                  <a:pt x="53" y="7"/>
                </a:lnTo>
                <a:lnTo>
                  <a:pt x="53" y="6"/>
                </a:lnTo>
                <a:lnTo>
                  <a:pt x="54" y="7"/>
                </a:lnTo>
                <a:lnTo>
                  <a:pt x="54" y="6"/>
                </a:lnTo>
                <a:lnTo>
                  <a:pt x="55" y="6"/>
                </a:lnTo>
                <a:lnTo>
                  <a:pt x="56" y="7"/>
                </a:lnTo>
                <a:lnTo>
                  <a:pt x="58" y="8"/>
                </a:lnTo>
                <a:lnTo>
                  <a:pt x="59" y="7"/>
                </a:lnTo>
                <a:lnTo>
                  <a:pt x="61" y="6"/>
                </a:lnTo>
                <a:lnTo>
                  <a:pt x="62" y="6"/>
                </a:lnTo>
                <a:lnTo>
                  <a:pt x="64" y="6"/>
                </a:lnTo>
                <a:lnTo>
                  <a:pt x="64" y="7"/>
                </a:lnTo>
                <a:lnTo>
                  <a:pt x="65" y="7"/>
                </a:lnTo>
                <a:lnTo>
                  <a:pt x="66" y="8"/>
                </a:lnTo>
                <a:lnTo>
                  <a:pt x="66" y="12"/>
                </a:lnTo>
                <a:lnTo>
                  <a:pt x="64" y="12"/>
                </a:lnTo>
                <a:lnTo>
                  <a:pt x="64" y="13"/>
                </a:lnTo>
                <a:lnTo>
                  <a:pt x="63" y="13"/>
                </a:lnTo>
                <a:lnTo>
                  <a:pt x="63" y="12"/>
                </a:lnTo>
                <a:lnTo>
                  <a:pt x="62" y="12"/>
                </a:lnTo>
                <a:lnTo>
                  <a:pt x="61" y="12"/>
                </a:lnTo>
                <a:lnTo>
                  <a:pt x="60" y="12"/>
                </a:lnTo>
                <a:lnTo>
                  <a:pt x="60" y="13"/>
                </a:lnTo>
                <a:lnTo>
                  <a:pt x="59" y="13"/>
                </a:lnTo>
                <a:lnTo>
                  <a:pt x="59" y="14"/>
                </a:lnTo>
                <a:lnTo>
                  <a:pt x="58" y="14"/>
                </a:lnTo>
                <a:lnTo>
                  <a:pt x="58" y="15"/>
                </a:lnTo>
                <a:lnTo>
                  <a:pt x="59" y="16"/>
                </a:lnTo>
                <a:lnTo>
                  <a:pt x="60" y="16"/>
                </a:lnTo>
                <a:lnTo>
                  <a:pt x="63" y="15"/>
                </a:lnTo>
                <a:lnTo>
                  <a:pt x="65" y="15"/>
                </a:lnTo>
                <a:lnTo>
                  <a:pt x="66" y="16"/>
                </a:lnTo>
                <a:lnTo>
                  <a:pt x="68" y="18"/>
                </a:lnTo>
                <a:lnTo>
                  <a:pt x="69" y="20"/>
                </a:lnTo>
                <a:lnTo>
                  <a:pt x="70" y="20"/>
                </a:lnTo>
                <a:lnTo>
                  <a:pt x="71" y="20"/>
                </a:lnTo>
                <a:lnTo>
                  <a:pt x="72" y="20"/>
                </a:lnTo>
                <a:lnTo>
                  <a:pt x="73" y="21"/>
                </a:lnTo>
                <a:lnTo>
                  <a:pt x="73" y="22"/>
                </a:lnTo>
                <a:lnTo>
                  <a:pt x="73" y="23"/>
                </a:lnTo>
                <a:lnTo>
                  <a:pt x="74" y="23"/>
                </a:lnTo>
                <a:lnTo>
                  <a:pt x="75" y="23"/>
                </a:lnTo>
                <a:lnTo>
                  <a:pt x="75" y="22"/>
                </a:lnTo>
                <a:lnTo>
                  <a:pt x="76" y="23"/>
                </a:lnTo>
                <a:lnTo>
                  <a:pt x="74" y="24"/>
                </a:lnTo>
                <a:lnTo>
                  <a:pt x="74" y="25"/>
                </a:lnTo>
                <a:lnTo>
                  <a:pt x="74" y="26"/>
                </a:lnTo>
                <a:lnTo>
                  <a:pt x="76" y="27"/>
                </a:lnTo>
                <a:lnTo>
                  <a:pt x="75" y="33"/>
                </a:lnTo>
                <a:lnTo>
                  <a:pt x="74" y="36"/>
                </a:lnTo>
                <a:lnTo>
                  <a:pt x="74" y="37"/>
                </a:lnTo>
                <a:lnTo>
                  <a:pt x="74" y="38"/>
                </a:lnTo>
                <a:lnTo>
                  <a:pt x="73" y="38"/>
                </a:lnTo>
                <a:lnTo>
                  <a:pt x="72" y="38"/>
                </a:lnTo>
                <a:lnTo>
                  <a:pt x="71" y="39"/>
                </a:lnTo>
                <a:lnTo>
                  <a:pt x="70" y="39"/>
                </a:lnTo>
                <a:lnTo>
                  <a:pt x="70" y="40"/>
                </a:lnTo>
                <a:lnTo>
                  <a:pt x="69" y="40"/>
                </a:lnTo>
                <a:lnTo>
                  <a:pt x="68" y="40"/>
                </a:lnTo>
                <a:lnTo>
                  <a:pt x="67" y="40"/>
                </a:lnTo>
                <a:lnTo>
                  <a:pt x="66" y="40"/>
                </a:lnTo>
                <a:lnTo>
                  <a:pt x="65" y="39"/>
                </a:lnTo>
                <a:lnTo>
                  <a:pt x="63" y="38"/>
                </a:lnTo>
                <a:lnTo>
                  <a:pt x="62" y="37"/>
                </a:lnTo>
                <a:lnTo>
                  <a:pt x="60" y="37"/>
                </a:lnTo>
                <a:lnTo>
                  <a:pt x="59" y="36"/>
                </a:lnTo>
                <a:lnTo>
                  <a:pt x="58" y="36"/>
                </a:lnTo>
                <a:lnTo>
                  <a:pt x="56" y="35"/>
                </a:lnTo>
                <a:lnTo>
                  <a:pt x="55" y="35"/>
                </a:lnTo>
                <a:lnTo>
                  <a:pt x="51" y="35"/>
                </a:lnTo>
                <a:lnTo>
                  <a:pt x="50" y="34"/>
                </a:lnTo>
                <a:lnTo>
                  <a:pt x="49" y="34"/>
                </a:lnTo>
                <a:lnTo>
                  <a:pt x="47" y="33"/>
                </a:lnTo>
                <a:lnTo>
                  <a:pt x="46" y="33"/>
                </a:lnTo>
                <a:lnTo>
                  <a:pt x="45" y="33"/>
                </a:lnTo>
                <a:lnTo>
                  <a:pt x="45" y="34"/>
                </a:lnTo>
                <a:lnTo>
                  <a:pt x="44" y="34"/>
                </a:lnTo>
                <a:lnTo>
                  <a:pt x="43" y="34"/>
                </a:lnTo>
                <a:lnTo>
                  <a:pt x="42" y="34"/>
                </a:lnTo>
                <a:lnTo>
                  <a:pt x="41" y="34"/>
                </a:lnTo>
                <a:lnTo>
                  <a:pt x="39" y="35"/>
                </a:lnTo>
                <a:lnTo>
                  <a:pt x="38" y="35"/>
                </a:lnTo>
                <a:lnTo>
                  <a:pt x="37" y="33"/>
                </a:lnTo>
                <a:lnTo>
                  <a:pt x="36" y="32"/>
                </a:lnTo>
                <a:lnTo>
                  <a:pt x="35" y="32"/>
                </a:lnTo>
                <a:lnTo>
                  <a:pt x="34" y="32"/>
                </a:lnTo>
                <a:lnTo>
                  <a:pt x="33" y="32"/>
                </a:lnTo>
                <a:lnTo>
                  <a:pt x="30" y="32"/>
                </a:lnTo>
                <a:lnTo>
                  <a:pt x="29" y="32"/>
                </a:lnTo>
                <a:lnTo>
                  <a:pt x="28" y="33"/>
                </a:lnTo>
                <a:lnTo>
                  <a:pt x="27" y="34"/>
                </a:lnTo>
                <a:lnTo>
                  <a:pt x="26" y="34"/>
                </a:lnTo>
                <a:lnTo>
                  <a:pt x="26" y="35"/>
                </a:lnTo>
                <a:lnTo>
                  <a:pt x="24" y="36"/>
                </a:lnTo>
                <a:lnTo>
                  <a:pt x="23" y="36"/>
                </a:lnTo>
                <a:lnTo>
                  <a:pt x="23" y="37"/>
                </a:lnTo>
                <a:lnTo>
                  <a:pt x="21" y="37"/>
                </a:lnTo>
                <a:lnTo>
                  <a:pt x="21" y="36"/>
                </a:lnTo>
                <a:lnTo>
                  <a:pt x="19" y="34"/>
                </a:lnTo>
                <a:lnTo>
                  <a:pt x="19" y="33"/>
                </a:lnTo>
                <a:lnTo>
                  <a:pt x="17" y="31"/>
                </a:lnTo>
                <a:lnTo>
                  <a:pt x="15" y="29"/>
                </a:lnTo>
                <a:lnTo>
                  <a:pt x="14" y="28"/>
                </a:lnTo>
                <a:lnTo>
                  <a:pt x="13" y="28"/>
                </a:lnTo>
                <a:lnTo>
                  <a:pt x="12" y="27"/>
                </a:lnTo>
                <a:lnTo>
                  <a:pt x="11" y="26"/>
                </a:lnTo>
                <a:lnTo>
                  <a:pt x="10" y="25"/>
                </a:lnTo>
                <a:lnTo>
                  <a:pt x="10" y="24"/>
                </a:lnTo>
                <a:lnTo>
                  <a:pt x="11" y="24"/>
                </a:lnTo>
                <a:lnTo>
                  <a:pt x="11" y="23"/>
                </a:lnTo>
                <a:lnTo>
                  <a:pt x="12" y="22"/>
                </a:lnTo>
                <a:lnTo>
                  <a:pt x="12" y="21"/>
                </a:lnTo>
                <a:lnTo>
                  <a:pt x="11" y="21"/>
                </a:lnTo>
                <a:lnTo>
                  <a:pt x="11" y="20"/>
                </a:lnTo>
                <a:lnTo>
                  <a:pt x="11" y="17"/>
                </a:lnTo>
                <a:lnTo>
                  <a:pt x="10" y="16"/>
                </a:lnTo>
                <a:lnTo>
                  <a:pt x="9" y="14"/>
                </a:lnTo>
                <a:lnTo>
                  <a:pt x="8" y="13"/>
                </a:lnTo>
                <a:lnTo>
                  <a:pt x="7" y="13"/>
                </a:lnTo>
                <a:lnTo>
                  <a:pt x="5" y="10"/>
                </a:lnTo>
                <a:lnTo>
                  <a:pt x="4" y="9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6" y="1"/>
                </a:lnTo>
                <a:lnTo>
                  <a:pt x="7" y="1"/>
                </a:lnTo>
                <a:lnTo>
                  <a:pt x="6" y="2"/>
                </a:lnTo>
                <a:lnTo>
                  <a:pt x="7" y="3"/>
                </a:lnTo>
                <a:lnTo>
                  <a:pt x="7" y="2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3" name=""/>
          <p:cNvSpPr/>
          <p:nvPr/>
        </p:nvSpPr>
        <p:spPr>
          <a:xfrm>
            <a:off x="5326200" y="1974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0"/>
                </a:move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4" name=""/>
          <p:cNvSpPr/>
          <p:nvPr/>
        </p:nvSpPr>
        <p:spPr>
          <a:xfrm>
            <a:off x="5337000" y="1970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3" y="4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5" name=""/>
          <p:cNvSpPr/>
          <p:nvPr/>
        </p:nvSpPr>
        <p:spPr>
          <a:xfrm>
            <a:off x="5328000" y="196632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5" y="9"/>
                </a:moveTo>
                <a:lnTo>
                  <a:pt x="4" y="9"/>
                </a:lnTo>
                <a:lnTo>
                  <a:pt x="3" y="9"/>
                </a:lnTo>
                <a:lnTo>
                  <a:pt x="3" y="8"/>
                </a:lnTo>
                <a:lnTo>
                  <a:pt x="1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4" y="2"/>
                </a:lnTo>
                <a:lnTo>
                  <a:pt x="6" y="1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6" y="8"/>
                </a:lnTo>
                <a:lnTo>
                  <a:pt x="5" y="9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080" rIns="21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6" name=""/>
          <p:cNvSpPr/>
          <p:nvPr/>
        </p:nvSpPr>
        <p:spPr>
          <a:xfrm>
            <a:off x="5336280" y="1964880"/>
            <a:ext cx="4320" cy="5040"/>
          </a:xfrm>
          <a:custGeom>
            <a:avLst/>
            <a:gdLst/>
            <a:ahLst/>
            <a:rect l="0" t="0" r="r" b="b"/>
            <a:pathLst>
              <a:path w="12" h="14">
                <a:moveTo>
                  <a:pt x="10" y="2"/>
                </a:moveTo>
                <a:lnTo>
                  <a:pt x="10" y="1"/>
                </a:lnTo>
                <a:lnTo>
                  <a:pt x="10" y="2"/>
                </a:lnTo>
                <a:lnTo>
                  <a:pt x="12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10" y="4"/>
                </a:lnTo>
                <a:lnTo>
                  <a:pt x="12" y="4"/>
                </a:lnTo>
                <a:lnTo>
                  <a:pt x="12" y="5"/>
                </a:lnTo>
                <a:lnTo>
                  <a:pt x="10" y="5"/>
                </a:lnTo>
                <a:lnTo>
                  <a:pt x="9" y="5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7" y="6"/>
                </a:lnTo>
                <a:lnTo>
                  <a:pt x="7" y="7"/>
                </a:lnTo>
                <a:lnTo>
                  <a:pt x="7" y="9"/>
                </a:lnTo>
                <a:lnTo>
                  <a:pt x="7" y="10"/>
                </a:lnTo>
                <a:lnTo>
                  <a:pt x="6" y="12"/>
                </a:lnTo>
                <a:lnTo>
                  <a:pt x="5" y="13"/>
                </a:lnTo>
                <a:lnTo>
                  <a:pt x="5" y="14"/>
                </a:lnTo>
                <a:lnTo>
                  <a:pt x="4" y="14"/>
                </a:lnTo>
                <a:lnTo>
                  <a:pt x="2" y="13"/>
                </a:lnTo>
                <a:lnTo>
                  <a:pt x="1" y="11"/>
                </a:lnTo>
                <a:lnTo>
                  <a:pt x="0" y="10"/>
                </a:lnTo>
                <a:lnTo>
                  <a:pt x="0" y="9"/>
                </a:lnTo>
                <a:lnTo>
                  <a:pt x="0" y="6"/>
                </a:lnTo>
                <a:lnTo>
                  <a:pt x="0" y="3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2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1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7" name=""/>
          <p:cNvSpPr/>
          <p:nvPr/>
        </p:nvSpPr>
        <p:spPr>
          <a:xfrm>
            <a:off x="5334480" y="19638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6" y="2"/>
                </a:lnTo>
                <a:lnTo>
                  <a:pt x="3" y="2"/>
                </a:ln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8" name=""/>
          <p:cNvSpPr/>
          <p:nvPr/>
        </p:nvSpPr>
        <p:spPr>
          <a:xfrm>
            <a:off x="5337720" y="196272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2" y="4"/>
                </a:moveTo>
                <a:lnTo>
                  <a:pt x="2" y="3"/>
                </a:lnTo>
                <a:lnTo>
                  <a:pt x="1" y="3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9" name=""/>
          <p:cNvSpPr/>
          <p:nvPr/>
        </p:nvSpPr>
        <p:spPr>
          <a:xfrm>
            <a:off x="5339520" y="19620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0" name=""/>
          <p:cNvSpPr/>
          <p:nvPr/>
        </p:nvSpPr>
        <p:spPr>
          <a:xfrm>
            <a:off x="5328720" y="1954800"/>
            <a:ext cx="12240" cy="7920"/>
          </a:xfrm>
          <a:custGeom>
            <a:avLst/>
            <a:gdLst/>
            <a:ahLst/>
            <a:rect l="0" t="0" r="r" b="b"/>
            <a:pathLst>
              <a:path w="34" h="22">
                <a:moveTo>
                  <a:pt x="25" y="1"/>
                </a:moveTo>
                <a:lnTo>
                  <a:pt x="26" y="1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9" y="1"/>
                </a:lnTo>
                <a:lnTo>
                  <a:pt x="28" y="1"/>
                </a:lnTo>
                <a:lnTo>
                  <a:pt x="28" y="2"/>
                </a:lnTo>
                <a:lnTo>
                  <a:pt x="29" y="3"/>
                </a:lnTo>
                <a:lnTo>
                  <a:pt x="29" y="4"/>
                </a:lnTo>
                <a:lnTo>
                  <a:pt x="31" y="4"/>
                </a:lnTo>
                <a:lnTo>
                  <a:pt x="32" y="5"/>
                </a:lnTo>
                <a:lnTo>
                  <a:pt x="33" y="6"/>
                </a:lnTo>
                <a:lnTo>
                  <a:pt x="33" y="5"/>
                </a:lnTo>
                <a:lnTo>
                  <a:pt x="34" y="5"/>
                </a:lnTo>
                <a:lnTo>
                  <a:pt x="34" y="4"/>
                </a:lnTo>
                <a:lnTo>
                  <a:pt x="34" y="5"/>
                </a:lnTo>
                <a:lnTo>
                  <a:pt x="34" y="7"/>
                </a:lnTo>
                <a:lnTo>
                  <a:pt x="33" y="7"/>
                </a:lnTo>
                <a:lnTo>
                  <a:pt x="32" y="8"/>
                </a:lnTo>
                <a:lnTo>
                  <a:pt x="31" y="8"/>
                </a:lnTo>
                <a:lnTo>
                  <a:pt x="31" y="9"/>
                </a:lnTo>
                <a:lnTo>
                  <a:pt x="33" y="11"/>
                </a:lnTo>
                <a:lnTo>
                  <a:pt x="34" y="11"/>
                </a:lnTo>
                <a:lnTo>
                  <a:pt x="34" y="12"/>
                </a:lnTo>
                <a:lnTo>
                  <a:pt x="34" y="13"/>
                </a:lnTo>
                <a:lnTo>
                  <a:pt x="33" y="13"/>
                </a:lnTo>
                <a:lnTo>
                  <a:pt x="33" y="15"/>
                </a:lnTo>
                <a:lnTo>
                  <a:pt x="33" y="17"/>
                </a:lnTo>
                <a:lnTo>
                  <a:pt x="33" y="18"/>
                </a:lnTo>
                <a:lnTo>
                  <a:pt x="34" y="21"/>
                </a:lnTo>
                <a:lnTo>
                  <a:pt x="33" y="22"/>
                </a:lnTo>
                <a:lnTo>
                  <a:pt x="33" y="21"/>
                </a:lnTo>
                <a:lnTo>
                  <a:pt x="32" y="21"/>
                </a:lnTo>
                <a:lnTo>
                  <a:pt x="32" y="19"/>
                </a:lnTo>
                <a:lnTo>
                  <a:pt x="31" y="19"/>
                </a:lnTo>
                <a:lnTo>
                  <a:pt x="29" y="21"/>
                </a:lnTo>
                <a:lnTo>
                  <a:pt x="28" y="19"/>
                </a:lnTo>
                <a:lnTo>
                  <a:pt x="27" y="19"/>
                </a:lnTo>
                <a:lnTo>
                  <a:pt x="26" y="19"/>
                </a:lnTo>
                <a:lnTo>
                  <a:pt x="25" y="19"/>
                </a:lnTo>
                <a:lnTo>
                  <a:pt x="24" y="19"/>
                </a:lnTo>
                <a:lnTo>
                  <a:pt x="22" y="19"/>
                </a:lnTo>
                <a:lnTo>
                  <a:pt x="21" y="19"/>
                </a:lnTo>
                <a:lnTo>
                  <a:pt x="19" y="19"/>
                </a:lnTo>
                <a:lnTo>
                  <a:pt x="18" y="19"/>
                </a:lnTo>
                <a:lnTo>
                  <a:pt x="17" y="19"/>
                </a:lnTo>
                <a:lnTo>
                  <a:pt x="16" y="19"/>
                </a:lnTo>
                <a:lnTo>
                  <a:pt x="16" y="18"/>
                </a:lnTo>
                <a:lnTo>
                  <a:pt x="12" y="16"/>
                </a:lnTo>
                <a:lnTo>
                  <a:pt x="10" y="15"/>
                </a:lnTo>
                <a:lnTo>
                  <a:pt x="9" y="15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4" y="13"/>
                </a:lnTo>
                <a:lnTo>
                  <a:pt x="3" y="13"/>
                </a:lnTo>
                <a:lnTo>
                  <a:pt x="2" y="13"/>
                </a:lnTo>
                <a:lnTo>
                  <a:pt x="2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4" y="11"/>
                </a:lnTo>
                <a:lnTo>
                  <a:pt x="3" y="10"/>
                </a:lnTo>
                <a:lnTo>
                  <a:pt x="4" y="10"/>
                </a:lnTo>
                <a:lnTo>
                  <a:pt x="7" y="10"/>
                </a:lnTo>
                <a:lnTo>
                  <a:pt x="8" y="10"/>
                </a:lnTo>
                <a:lnTo>
                  <a:pt x="9" y="10"/>
                </a:lnTo>
                <a:lnTo>
                  <a:pt x="9" y="9"/>
                </a:lnTo>
                <a:lnTo>
                  <a:pt x="10" y="9"/>
                </a:lnTo>
                <a:lnTo>
                  <a:pt x="9" y="9"/>
                </a:lnTo>
                <a:lnTo>
                  <a:pt x="11" y="7"/>
                </a:lnTo>
                <a:lnTo>
                  <a:pt x="11" y="6"/>
                </a:lnTo>
                <a:lnTo>
                  <a:pt x="12" y="6"/>
                </a:lnTo>
                <a:lnTo>
                  <a:pt x="14" y="6"/>
                </a:lnTo>
                <a:lnTo>
                  <a:pt x="15" y="6"/>
                </a:lnTo>
                <a:lnTo>
                  <a:pt x="16" y="6"/>
                </a:lnTo>
                <a:lnTo>
                  <a:pt x="16" y="5"/>
                </a:lnTo>
                <a:lnTo>
                  <a:pt x="17" y="5"/>
                </a:lnTo>
                <a:lnTo>
                  <a:pt x="17" y="4"/>
                </a:lnTo>
                <a:lnTo>
                  <a:pt x="18" y="4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lnTo>
                  <a:pt x="21" y="0"/>
                </a:lnTo>
                <a:lnTo>
                  <a:pt x="22" y="0"/>
                </a:lnTo>
                <a:lnTo>
                  <a:pt x="23" y="2"/>
                </a:lnTo>
                <a:lnTo>
                  <a:pt x="24" y="2"/>
                </a:lnTo>
                <a:lnTo>
                  <a:pt x="25" y="2"/>
                </a:lnTo>
                <a:lnTo>
                  <a:pt x="25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1" name=""/>
          <p:cNvSpPr/>
          <p:nvPr/>
        </p:nvSpPr>
        <p:spPr>
          <a:xfrm>
            <a:off x="5338800" y="1940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2" name=""/>
          <p:cNvSpPr/>
          <p:nvPr/>
        </p:nvSpPr>
        <p:spPr>
          <a:xfrm>
            <a:off x="5325480" y="193716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6" y="4"/>
                </a:lnTo>
                <a:lnTo>
                  <a:pt x="4" y="5"/>
                </a:lnTo>
                <a:lnTo>
                  <a:pt x="3" y="7"/>
                </a:lnTo>
                <a:lnTo>
                  <a:pt x="2" y="5"/>
                </a:lnTo>
                <a:lnTo>
                  <a:pt x="1" y="4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3" name=""/>
          <p:cNvSpPr/>
          <p:nvPr/>
        </p:nvSpPr>
        <p:spPr>
          <a:xfrm>
            <a:off x="5328000" y="19353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4"/>
                </a:move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1"/>
                </a:lnTo>
                <a:lnTo>
                  <a:pt x="2" y="0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4" name=""/>
          <p:cNvSpPr/>
          <p:nvPr/>
        </p:nvSpPr>
        <p:spPr>
          <a:xfrm>
            <a:off x="5323680" y="1933560"/>
            <a:ext cx="5040" cy="3240"/>
          </a:xfrm>
          <a:custGeom>
            <a:avLst/>
            <a:gdLst/>
            <a:ahLst/>
            <a:rect l="0" t="0" r="r" b="b"/>
            <a:pathLst>
              <a:path w="14" h="9">
                <a:moveTo>
                  <a:pt x="13" y="8"/>
                </a:moveTo>
                <a:lnTo>
                  <a:pt x="12" y="9"/>
                </a:lnTo>
                <a:lnTo>
                  <a:pt x="7" y="7"/>
                </a:lnTo>
                <a:lnTo>
                  <a:pt x="4" y="5"/>
                </a:lnTo>
                <a:lnTo>
                  <a:pt x="2" y="4"/>
                </a:lnTo>
                <a:lnTo>
                  <a:pt x="0" y="3"/>
                </a:lnTo>
                <a:lnTo>
                  <a:pt x="1" y="1"/>
                </a:lnTo>
                <a:lnTo>
                  <a:pt x="4" y="1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8" y="3"/>
                </a:lnTo>
                <a:lnTo>
                  <a:pt x="10" y="4"/>
                </a:lnTo>
                <a:lnTo>
                  <a:pt x="13" y="5"/>
                </a:lnTo>
                <a:lnTo>
                  <a:pt x="14" y="5"/>
                </a:lnTo>
                <a:lnTo>
                  <a:pt x="14" y="6"/>
                </a:lnTo>
                <a:lnTo>
                  <a:pt x="13" y="7"/>
                </a:lnTo>
                <a:lnTo>
                  <a:pt x="13" y="8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080" rIns="21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5" name=""/>
          <p:cNvSpPr/>
          <p:nvPr/>
        </p:nvSpPr>
        <p:spPr>
          <a:xfrm>
            <a:off x="5330160" y="1934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6" name=""/>
          <p:cNvSpPr/>
          <p:nvPr/>
        </p:nvSpPr>
        <p:spPr>
          <a:xfrm>
            <a:off x="5338440" y="1930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7" name=""/>
          <p:cNvSpPr/>
          <p:nvPr/>
        </p:nvSpPr>
        <p:spPr>
          <a:xfrm>
            <a:off x="5335920" y="12110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8" name=""/>
          <p:cNvSpPr/>
          <p:nvPr/>
        </p:nvSpPr>
        <p:spPr>
          <a:xfrm>
            <a:off x="5335920" y="1209240"/>
            <a:ext cx="360" cy="1800"/>
          </a:xfrm>
          <a:custGeom>
            <a:avLst/>
            <a:gdLst/>
            <a:ahLst/>
            <a:rect l="0" t="0" r="r" b="b"/>
            <a:pathLst>
              <a:path w="1" h="5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9" name=""/>
          <p:cNvSpPr/>
          <p:nvPr/>
        </p:nvSpPr>
        <p:spPr>
          <a:xfrm>
            <a:off x="5344200" y="20995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0" name=""/>
          <p:cNvSpPr/>
          <p:nvPr/>
        </p:nvSpPr>
        <p:spPr>
          <a:xfrm>
            <a:off x="5341320" y="2094480"/>
            <a:ext cx="2880" cy="3240"/>
          </a:xfrm>
          <a:custGeom>
            <a:avLst/>
            <a:gdLst/>
            <a:ahLst/>
            <a:rect l="0" t="0" r="r" b="b"/>
            <a:pathLst>
              <a:path w="8" h="9">
                <a:moveTo>
                  <a:pt x="1" y="9"/>
                </a:moveTo>
                <a:lnTo>
                  <a:pt x="0" y="9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2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8" y="2"/>
                </a:lnTo>
                <a:lnTo>
                  <a:pt x="6" y="2"/>
                </a:lnTo>
                <a:lnTo>
                  <a:pt x="6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8"/>
                </a:lnTo>
                <a:lnTo>
                  <a:pt x="1" y="9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080" rIns="21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1" name=""/>
          <p:cNvSpPr/>
          <p:nvPr/>
        </p:nvSpPr>
        <p:spPr>
          <a:xfrm>
            <a:off x="5340240" y="209124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7" y="4"/>
                </a:moveTo>
                <a:lnTo>
                  <a:pt x="7" y="2"/>
                </a:lnTo>
                <a:lnTo>
                  <a:pt x="8" y="4"/>
                </a:lnTo>
                <a:lnTo>
                  <a:pt x="9" y="4"/>
                </a:lnTo>
                <a:lnTo>
                  <a:pt x="8" y="6"/>
                </a:lnTo>
                <a:lnTo>
                  <a:pt x="7" y="7"/>
                </a:lnTo>
                <a:lnTo>
                  <a:pt x="6" y="8"/>
                </a:lnTo>
                <a:lnTo>
                  <a:pt x="4" y="9"/>
                </a:lnTo>
                <a:lnTo>
                  <a:pt x="3" y="9"/>
                </a:lnTo>
                <a:lnTo>
                  <a:pt x="1" y="9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4" y="2"/>
                </a:lnTo>
                <a:lnTo>
                  <a:pt x="4" y="1"/>
                </a:lnTo>
                <a:lnTo>
                  <a:pt x="3" y="1"/>
                </a:lnTo>
                <a:lnTo>
                  <a:pt x="5" y="0"/>
                </a:lnTo>
                <a:lnTo>
                  <a:pt x="4" y="1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080" rIns="21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2" name=""/>
          <p:cNvSpPr/>
          <p:nvPr/>
        </p:nvSpPr>
        <p:spPr>
          <a:xfrm>
            <a:off x="5340240" y="20754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3" y="1"/>
                </a:move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3" y="2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3" name=""/>
          <p:cNvSpPr/>
          <p:nvPr/>
        </p:nvSpPr>
        <p:spPr>
          <a:xfrm>
            <a:off x="5358240" y="2061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4" name=""/>
          <p:cNvSpPr/>
          <p:nvPr/>
        </p:nvSpPr>
        <p:spPr>
          <a:xfrm>
            <a:off x="5359680" y="2059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5" name=""/>
          <p:cNvSpPr/>
          <p:nvPr/>
        </p:nvSpPr>
        <p:spPr>
          <a:xfrm>
            <a:off x="5340960" y="2039040"/>
            <a:ext cx="3960" cy="4680"/>
          </a:xfrm>
          <a:custGeom>
            <a:avLst/>
            <a:gdLst/>
            <a:ahLst/>
            <a:rect l="0" t="0" r="r" b="b"/>
            <a:pathLst>
              <a:path w="11" h="13">
                <a:moveTo>
                  <a:pt x="7" y="8"/>
                </a:moveTo>
                <a:lnTo>
                  <a:pt x="8" y="6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0" y="8"/>
                </a:lnTo>
                <a:lnTo>
                  <a:pt x="10" y="9"/>
                </a:lnTo>
                <a:lnTo>
                  <a:pt x="8" y="9"/>
                </a:lnTo>
                <a:lnTo>
                  <a:pt x="7" y="10"/>
                </a:lnTo>
                <a:lnTo>
                  <a:pt x="6" y="10"/>
                </a:lnTo>
                <a:lnTo>
                  <a:pt x="6" y="9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4" y="11"/>
                </a:lnTo>
                <a:lnTo>
                  <a:pt x="4" y="12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0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2" y="8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5" y="8"/>
                </a:lnTo>
                <a:lnTo>
                  <a:pt x="6" y="8"/>
                </a:lnTo>
                <a:lnTo>
                  <a:pt x="7" y="8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6" name=""/>
          <p:cNvSpPr/>
          <p:nvPr/>
        </p:nvSpPr>
        <p:spPr>
          <a:xfrm>
            <a:off x="5351040" y="2024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7" name=""/>
          <p:cNvSpPr/>
          <p:nvPr/>
        </p:nvSpPr>
        <p:spPr>
          <a:xfrm>
            <a:off x="5347800" y="2022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8" name=""/>
          <p:cNvSpPr/>
          <p:nvPr/>
        </p:nvSpPr>
        <p:spPr>
          <a:xfrm>
            <a:off x="5347800" y="202032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6" y="1"/>
                </a:move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4" y="3"/>
                </a:lnTo>
                <a:lnTo>
                  <a:pt x="5" y="2"/>
                </a:lnTo>
                <a:lnTo>
                  <a:pt x="5" y="1"/>
                </a:lnTo>
                <a:lnTo>
                  <a:pt x="4" y="1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7" y="2"/>
                </a:lnTo>
                <a:lnTo>
                  <a:pt x="6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9" name=""/>
          <p:cNvSpPr/>
          <p:nvPr/>
        </p:nvSpPr>
        <p:spPr>
          <a:xfrm>
            <a:off x="5347800" y="20185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0" name=""/>
          <p:cNvSpPr/>
          <p:nvPr/>
        </p:nvSpPr>
        <p:spPr>
          <a:xfrm>
            <a:off x="5343480" y="20077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3"/>
                </a:lnTo>
                <a:lnTo>
                  <a:pt x="0" y="3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1" name=""/>
          <p:cNvSpPr/>
          <p:nvPr/>
        </p:nvSpPr>
        <p:spPr>
          <a:xfrm>
            <a:off x="5347440" y="20055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2" name=""/>
          <p:cNvSpPr/>
          <p:nvPr/>
        </p:nvSpPr>
        <p:spPr>
          <a:xfrm>
            <a:off x="5348160" y="2003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3" name=""/>
          <p:cNvSpPr/>
          <p:nvPr/>
        </p:nvSpPr>
        <p:spPr>
          <a:xfrm>
            <a:off x="5348160" y="20023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4" name=""/>
          <p:cNvSpPr/>
          <p:nvPr/>
        </p:nvSpPr>
        <p:spPr>
          <a:xfrm>
            <a:off x="5346720" y="2001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5" name=""/>
          <p:cNvSpPr/>
          <p:nvPr/>
        </p:nvSpPr>
        <p:spPr>
          <a:xfrm>
            <a:off x="5346000" y="1999800"/>
            <a:ext cx="5400" cy="2880"/>
          </a:xfrm>
          <a:custGeom>
            <a:avLst/>
            <a:gdLst/>
            <a:ahLst/>
            <a:rect l="0" t="0" r="r" b="b"/>
            <a:pathLst>
              <a:path w="15" h="8">
                <a:moveTo>
                  <a:pt x="12" y="6"/>
                </a:moveTo>
                <a:lnTo>
                  <a:pt x="12" y="5"/>
                </a:lnTo>
                <a:lnTo>
                  <a:pt x="13" y="5"/>
                </a:lnTo>
                <a:lnTo>
                  <a:pt x="15" y="5"/>
                </a:lnTo>
                <a:lnTo>
                  <a:pt x="15" y="6"/>
                </a:lnTo>
                <a:lnTo>
                  <a:pt x="14" y="6"/>
                </a:lnTo>
                <a:lnTo>
                  <a:pt x="14" y="7"/>
                </a:lnTo>
                <a:lnTo>
                  <a:pt x="15" y="7"/>
                </a:lnTo>
                <a:lnTo>
                  <a:pt x="15" y="8"/>
                </a:lnTo>
                <a:lnTo>
                  <a:pt x="14" y="8"/>
                </a:lnTo>
                <a:lnTo>
                  <a:pt x="13" y="7"/>
                </a:lnTo>
                <a:lnTo>
                  <a:pt x="14" y="7"/>
                </a:lnTo>
                <a:lnTo>
                  <a:pt x="13" y="6"/>
                </a:lnTo>
                <a:lnTo>
                  <a:pt x="12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7" y="7"/>
                </a:lnTo>
                <a:lnTo>
                  <a:pt x="7" y="6"/>
                </a:lnTo>
                <a:lnTo>
                  <a:pt x="6" y="6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6" y="5"/>
                </a:lnTo>
                <a:lnTo>
                  <a:pt x="8" y="5"/>
                </a:lnTo>
                <a:lnTo>
                  <a:pt x="9" y="5"/>
                </a:lnTo>
                <a:lnTo>
                  <a:pt x="11" y="6"/>
                </a:lnTo>
                <a:lnTo>
                  <a:pt x="12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6" name=""/>
          <p:cNvSpPr/>
          <p:nvPr/>
        </p:nvSpPr>
        <p:spPr>
          <a:xfrm>
            <a:off x="5336280" y="1995480"/>
            <a:ext cx="10440" cy="10080"/>
          </a:xfrm>
          <a:custGeom>
            <a:avLst/>
            <a:gdLst/>
            <a:ahLst/>
            <a:rect l="0" t="0" r="r" b="b"/>
            <a:pathLst>
              <a:path w="29" h="28">
                <a:moveTo>
                  <a:pt x="15" y="10"/>
                </a:moveTo>
                <a:lnTo>
                  <a:pt x="16" y="11"/>
                </a:lnTo>
                <a:lnTo>
                  <a:pt x="18" y="13"/>
                </a:lnTo>
                <a:lnTo>
                  <a:pt x="19" y="13"/>
                </a:lnTo>
                <a:lnTo>
                  <a:pt x="21" y="13"/>
                </a:lnTo>
                <a:lnTo>
                  <a:pt x="22" y="14"/>
                </a:lnTo>
                <a:lnTo>
                  <a:pt x="22" y="13"/>
                </a:lnTo>
                <a:lnTo>
                  <a:pt x="22" y="12"/>
                </a:lnTo>
                <a:lnTo>
                  <a:pt x="23" y="13"/>
                </a:lnTo>
                <a:lnTo>
                  <a:pt x="24" y="13"/>
                </a:lnTo>
                <a:lnTo>
                  <a:pt x="24" y="14"/>
                </a:lnTo>
                <a:lnTo>
                  <a:pt x="26" y="15"/>
                </a:lnTo>
                <a:lnTo>
                  <a:pt x="27" y="15"/>
                </a:lnTo>
                <a:lnTo>
                  <a:pt x="27" y="16"/>
                </a:lnTo>
                <a:lnTo>
                  <a:pt x="27" y="17"/>
                </a:lnTo>
                <a:lnTo>
                  <a:pt x="29" y="19"/>
                </a:lnTo>
                <a:lnTo>
                  <a:pt x="28" y="19"/>
                </a:lnTo>
                <a:lnTo>
                  <a:pt x="28" y="20"/>
                </a:lnTo>
                <a:lnTo>
                  <a:pt x="28" y="21"/>
                </a:lnTo>
                <a:lnTo>
                  <a:pt x="28" y="22"/>
                </a:lnTo>
                <a:lnTo>
                  <a:pt x="28" y="23"/>
                </a:lnTo>
                <a:lnTo>
                  <a:pt x="27" y="24"/>
                </a:lnTo>
                <a:lnTo>
                  <a:pt x="27" y="25"/>
                </a:lnTo>
                <a:lnTo>
                  <a:pt x="26" y="26"/>
                </a:lnTo>
                <a:lnTo>
                  <a:pt x="26" y="27"/>
                </a:lnTo>
                <a:lnTo>
                  <a:pt x="25" y="28"/>
                </a:lnTo>
                <a:lnTo>
                  <a:pt x="25" y="27"/>
                </a:lnTo>
                <a:lnTo>
                  <a:pt x="25" y="26"/>
                </a:lnTo>
                <a:lnTo>
                  <a:pt x="25" y="25"/>
                </a:lnTo>
                <a:lnTo>
                  <a:pt x="25" y="24"/>
                </a:lnTo>
                <a:lnTo>
                  <a:pt x="25" y="23"/>
                </a:lnTo>
                <a:lnTo>
                  <a:pt x="24" y="23"/>
                </a:lnTo>
                <a:lnTo>
                  <a:pt x="23" y="24"/>
                </a:lnTo>
                <a:lnTo>
                  <a:pt x="23" y="25"/>
                </a:lnTo>
                <a:lnTo>
                  <a:pt x="23" y="26"/>
                </a:lnTo>
                <a:lnTo>
                  <a:pt x="22" y="26"/>
                </a:lnTo>
                <a:lnTo>
                  <a:pt x="22" y="27"/>
                </a:lnTo>
                <a:lnTo>
                  <a:pt x="21" y="27"/>
                </a:lnTo>
                <a:lnTo>
                  <a:pt x="20" y="27"/>
                </a:lnTo>
                <a:lnTo>
                  <a:pt x="21" y="26"/>
                </a:lnTo>
                <a:lnTo>
                  <a:pt x="21" y="25"/>
                </a:lnTo>
                <a:lnTo>
                  <a:pt x="20" y="24"/>
                </a:lnTo>
                <a:lnTo>
                  <a:pt x="20" y="25"/>
                </a:lnTo>
                <a:lnTo>
                  <a:pt x="19" y="25"/>
                </a:lnTo>
                <a:lnTo>
                  <a:pt x="19" y="26"/>
                </a:lnTo>
                <a:lnTo>
                  <a:pt x="19" y="27"/>
                </a:lnTo>
                <a:lnTo>
                  <a:pt x="18" y="27"/>
                </a:lnTo>
                <a:lnTo>
                  <a:pt x="18" y="26"/>
                </a:lnTo>
                <a:lnTo>
                  <a:pt x="18" y="25"/>
                </a:lnTo>
                <a:lnTo>
                  <a:pt x="18" y="24"/>
                </a:lnTo>
                <a:lnTo>
                  <a:pt x="17" y="24"/>
                </a:lnTo>
                <a:lnTo>
                  <a:pt x="18" y="24"/>
                </a:lnTo>
                <a:lnTo>
                  <a:pt x="17" y="25"/>
                </a:lnTo>
                <a:lnTo>
                  <a:pt x="16" y="25"/>
                </a:lnTo>
                <a:lnTo>
                  <a:pt x="17" y="24"/>
                </a:lnTo>
                <a:lnTo>
                  <a:pt x="17" y="23"/>
                </a:lnTo>
                <a:lnTo>
                  <a:pt x="15" y="20"/>
                </a:lnTo>
                <a:lnTo>
                  <a:pt x="14" y="19"/>
                </a:lnTo>
                <a:lnTo>
                  <a:pt x="14" y="20"/>
                </a:lnTo>
                <a:lnTo>
                  <a:pt x="13" y="20"/>
                </a:lnTo>
                <a:lnTo>
                  <a:pt x="12" y="20"/>
                </a:lnTo>
                <a:lnTo>
                  <a:pt x="12" y="19"/>
                </a:lnTo>
                <a:lnTo>
                  <a:pt x="11" y="16"/>
                </a:lnTo>
                <a:lnTo>
                  <a:pt x="9" y="16"/>
                </a:lnTo>
                <a:lnTo>
                  <a:pt x="8" y="17"/>
                </a:lnTo>
                <a:lnTo>
                  <a:pt x="6" y="19"/>
                </a:lnTo>
                <a:lnTo>
                  <a:pt x="6" y="20"/>
                </a:lnTo>
                <a:lnTo>
                  <a:pt x="5" y="20"/>
                </a:lnTo>
                <a:lnTo>
                  <a:pt x="4" y="19"/>
                </a:lnTo>
                <a:lnTo>
                  <a:pt x="1" y="19"/>
                </a:lnTo>
                <a:lnTo>
                  <a:pt x="0" y="19"/>
                </a:lnTo>
                <a:lnTo>
                  <a:pt x="0" y="18"/>
                </a:lnTo>
                <a:lnTo>
                  <a:pt x="0" y="17"/>
                </a:lnTo>
                <a:lnTo>
                  <a:pt x="0" y="16"/>
                </a:lnTo>
                <a:lnTo>
                  <a:pt x="1" y="15"/>
                </a:lnTo>
                <a:lnTo>
                  <a:pt x="1" y="14"/>
                </a:lnTo>
                <a:lnTo>
                  <a:pt x="1" y="13"/>
                </a:lnTo>
                <a:lnTo>
                  <a:pt x="1" y="11"/>
                </a:lnTo>
                <a:lnTo>
                  <a:pt x="2" y="10"/>
                </a:lnTo>
                <a:lnTo>
                  <a:pt x="2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4" y="4"/>
                </a:lnTo>
                <a:lnTo>
                  <a:pt x="4" y="3"/>
                </a:lnTo>
                <a:lnTo>
                  <a:pt x="5" y="4"/>
                </a:lnTo>
                <a:lnTo>
                  <a:pt x="6" y="4"/>
                </a:lnTo>
                <a:lnTo>
                  <a:pt x="7" y="3"/>
                </a:lnTo>
                <a:lnTo>
                  <a:pt x="8" y="2"/>
                </a:lnTo>
                <a:lnTo>
                  <a:pt x="9" y="2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2"/>
                </a:lnTo>
                <a:lnTo>
                  <a:pt x="13" y="3"/>
                </a:lnTo>
                <a:lnTo>
                  <a:pt x="13" y="4"/>
                </a:lnTo>
                <a:lnTo>
                  <a:pt x="13" y="6"/>
                </a:lnTo>
                <a:lnTo>
                  <a:pt x="13" y="7"/>
                </a:lnTo>
                <a:lnTo>
                  <a:pt x="15" y="9"/>
                </a:lnTo>
                <a:lnTo>
                  <a:pt x="15" y="1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7" name=""/>
          <p:cNvSpPr/>
          <p:nvPr/>
        </p:nvSpPr>
        <p:spPr>
          <a:xfrm>
            <a:off x="5345280" y="19990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4"/>
                </a:moveTo>
                <a:lnTo>
                  <a:pt x="4" y="4"/>
                </a:lnTo>
                <a:lnTo>
                  <a:pt x="3" y="4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8" name=""/>
          <p:cNvSpPr/>
          <p:nvPr/>
        </p:nvSpPr>
        <p:spPr>
          <a:xfrm>
            <a:off x="5346720" y="19980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5" y="4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9" name=""/>
          <p:cNvSpPr/>
          <p:nvPr/>
        </p:nvSpPr>
        <p:spPr>
          <a:xfrm>
            <a:off x="5344200" y="19965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0" name=""/>
          <p:cNvSpPr/>
          <p:nvPr/>
        </p:nvSpPr>
        <p:spPr>
          <a:xfrm>
            <a:off x="5346000" y="1994760"/>
            <a:ext cx="6480" cy="3960"/>
          </a:xfrm>
          <a:custGeom>
            <a:avLst/>
            <a:gdLst/>
            <a:ahLst/>
            <a:rect l="0" t="0" r="r" b="b"/>
            <a:pathLst>
              <a:path w="18" h="11">
                <a:moveTo>
                  <a:pt x="6" y="6"/>
                </a:moveTo>
                <a:lnTo>
                  <a:pt x="7" y="6"/>
                </a:lnTo>
                <a:lnTo>
                  <a:pt x="8" y="7"/>
                </a:lnTo>
                <a:lnTo>
                  <a:pt x="9" y="7"/>
                </a:lnTo>
                <a:lnTo>
                  <a:pt x="10" y="6"/>
                </a:lnTo>
                <a:lnTo>
                  <a:pt x="12" y="7"/>
                </a:lnTo>
                <a:lnTo>
                  <a:pt x="13" y="7"/>
                </a:lnTo>
                <a:lnTo>
                  <a:pt x="14" y="6"/>
                </a:lnTo>
                <a:lnTo>
                  <a:pt x="15" y="6"/>
                </a:lnTo>
                <a:lnTo>
                  <a:pt x="16" y="6"/>
                </a:lnTo>
                <a:lnTo>
                  <a:pt x="18" y="7"/>
                </a:lnTo>
                <a:lnTo>
                  <a:pt x="18" y="9"/>
                </a:lnTo>
                <a:lnTo>
                  <a:pt x="18" y="10"/>
                </a:lnTo>
                <a:lnTo>
                  <a:pt x="16" y="10"/>
                </a:lnTo>
                <a:lnTo>
                  <a:pt x="15" y="10"/>
                </a:lnTo>
                <a:lnTo>
                  <a:pt x="14" y="9"/>
                </a:lnTo>
                <a:lnTo>
                  <a:pt x="14" y="10"/>
                </a:lnTo>
                <a:lnTo>
                  <a:pt x="13" y="11"/>
                </a:lnTo>
                <a:lnTo>
                  <a:pt x="11" y="10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9" y="11"/>
                </a:lnTo>
                <a:lnTo>
                  <a:pt x="8" y="11"/>
                </a:lnTo>
                <a:lnTo>
                  <a:pt x="6" y="9"/>
                </a:lnTo>
                <a:lnTo>
                  <a:pt x="2" y="6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2"/>
                </a:lnTo>
                <a:lnTo>
                  <a:pt x="7" y="3"/>
                </a:lnTo>
                <a:lnTo>
                  <a:pt x="6" y="4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800" rIns="21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1" name=""/>
          <p:cNvSpPr/>
          <p:nvPr/>
        </p:nvSpPr>
        <p:spPr>
          <a:xfrm>
            <a:off x="5342760" y="19944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2"/>
                </a:lnTo>
                <a:lnTo>
                  <a:pt x="7" y="4"/>
                </a:lnTo>
                <a:lnTo>
                  <a:pt x="5" y="4"/>
                </a:lnTo>
                <a:lnTo>
                  <a:pt x="3" y="4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2" name=""/>
          <p:cNvSpPr/>
          <p:nvPr/>
        </p:nvSpPr>
        <p:spPr>
          <a:xfrm>
            <a:off x="5342040" y="1994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3" name=""/>
          <p:cNvSpPr/>
          <p:nvPr/>
        </p:nvSpPr>
        <p:spPr>
          <a:xfrm>
            <a:off x="5346000" y="1992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4" name=""/>
          <p:cNvSpPr/>
          <p:nvPr/>
        </p:nvSpPr>
        <p:spPr>
          <a:xfrm>
            <a:off x="5343120" y="19926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1"/>
                </a:moveTo>
                <a:lnTo>
                  <a:pt x="6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5" name=""/>
          <p:cNvSpPr/>
          <p:nvPr/>
        </p:nvSpPr>
        <p:spPr>
          <a:xfrm>
            <a:off x="5345280" y="1989720"/>
            <a:ext cx="7560" cy="5760"/>
          </a:xfrm>
          <a:custGeom>
            <a:avLst/>
            <a:gdLst/>
            <a:ahLst/>
            <a:rect l="0" t="0" r="r" b="b"/>
            <a:pathLst>
              <a:path w="21" h="16">
                <a:moveTo>
                  <a:pt x="19" y="4"/>
                </a:moveTo>
                <a:lnTo>
                  <a:pt x="18" y="4"/>
                </a:lnTo>
                <a:lnTo>
                  <a:pt x="17" y="4"/>
                </a:lnTo>
                <a:lnTo>
                  <a:pt x="15" y="5"/>
                </a:lnTo>
                <a:lnTo>
                  <a:pt x="14" y="6"/>
                </a:lnTo>
                <a:lnTo>
                  <a:pt x="14" y="7"/>
                </a:lnTo>
                <a:lnTo>
                  <a:pt x="15" y="7"/>
                </a:lnTo>
                <a:lnTo>
                  <a:pt x="16" y="7"/>
                </a:lnTo>
                <a:lnTo>
                  <a:pt x="17" y="7"/>
                </a:lnTo>
                <a:lnTo>
                  <a:pt x="18" y="7"/>
                </a:lnTo>
                <a:lnTo>
                  <a:pt x="18" y="9"/>
                </a:lnTo>
                <a:lnTo>
                  <a:pt x="17" y="9"/>
                </a:lnTo>
                <a:lnTo>
                  <a:pt x="17" y="11"/>
                </a:lnTo>
                <a:lnTo>
                  <a:pt x="19" y="13"/>
                </a:lnTo>
                <a:lnTo>
                  <a:pt x="20" y="13"/>
                </a:lnTo>
                <a:lnTo>
                  <a:pt x="21" y="13"/>
                </a:lnTo>
                <a:lnTo>
                  <a:pt x="21" y="14"/>
                </a:lnTo>
                <a:lnTo>
                  <a:pt x="20" y="15"/>
                </a:lnTo>
                <a:lnTo>
                  <a:pt x="20" y="16"/>
                </a:lnTo>
                <a:lnTo>
                  <a:pt x="19" y="16"/>
                </a:lnTo>
                <a:lnTo>
                  <a:pt x="17" y="15"/>
                </a:lnTo>
                <a:lnTo>
                  <a:pt x="16" y="14"/>
                </a:lnTo>
                <a:lnTo>
                  <a:pt x="15" y="14"/>
                </a:lnTo>
                <a:lnTo>
                  <a:pt x="14" y="14"/>
                </a:lnTo>
                <a:lnTo>
                  <a:pt x="13" y="14"/>
                </a:lnTo>
                <a:lnTo>
                  <a:pt x="13" y="13"/>
                </a:lnTo>
                <a:lnTo>
                  <a:pt x="11" y="12"/>
                </a:lnTo>
                <a:lnTo>
                  <a:pt x="9" y="11"/>
                </a:lnTo>
                <a:lnTo>
                  <a:pt x="8" y="11"/>
                </a:lnTo>
                <a:lnTo>
                  <a:pt x="7" y="9"/>
                </a:lnTo>
                <a:lnTo>
                  <a:pt x="7" y="8"/>
                </a:lnTo>
                <a:lnTo>
                  <a:pt x="6" y="7"/>
                </a:lnTo>
                <a:lnTo>
                  <a:pt x="4" y="6"/>
                </a:lnTo>
                <a:lnTo>
                  <a:pt x="3" y="6"/>
                </a:lnTo>
                <a:lnTo>
                  <a:pt x="1" y="5"/>
                </a:lnTo>
                <a:lnTo>
                  <a:pt x="0" y="4"/>
                </a:lnTo>
                <a:lnTo>
                  <a:pt x="1" y="3"/>
                </a:lnTo>
                <a:lnTo>
                  <a:pt x="3" y="2"/>
                </a:lnTo>
                <a:lnTo>
                  <a:pt x="3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3" y="1"/>
                </a:lnTo>
                <a:lnTo>
                  <a:pt x="15" y="2"/>
                </a:lnTo>
                <a:lnTo>
                  <a:pt x="16" y="3"/>
                </a:lnTo>
                <a:lnTo>
                  <a:pt x="17" y="2"/>
                </a:lnTo>
                <a:lnTo>
                  <a:pt x="18" y="2"/>
                </a:lnTo>
                <a:lnTo>
                  <a:pt x="19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6" name=""/>
          <p:cNvSpPr/>
          <p:nvPr/>
        </p:nvSpPr>
        <p:spPr>
          <a:xfrm>
            <a:off x="5351400" y="1989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7" name=""/>
          <p:cNvSpPr/>
          <p:nvPr/>
        </p:nvSpPr>
        <p:spPr>
          <a:xfrm>
            <a:off x="5353920" y="198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0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8" name=""/>
          <p:cNvSpPr/>
          <p:nvPr/>
        </p:nvSpPr>
        <p:spPr>
          <a:xfrm>
            <a:off x="5346720" y="198792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3" y="0"/>
                </a:moveTo>
                <a:lnTo>
                  <a:pt x="4" y="0"/>
                </a:lnTo>
                <a:lnTo>
                  <a:pt x="6" y="2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9" name=""/>
          <p:cNvSpPr/>
          <p:nvPr/>
        </p:nvSpPr>
        <p:spPr>
          <a:xfrm>
            <a:off x="5348520" y="1986480"/>
            <a:ext cx="4320" cy="2880"/>
          </a:xfrm>
          <a:custGeom>
            <a:avLst/>
            <a:gdLst/>
            <a:ahLst/>
            <a:rect l="0" t="0" r="r" b="b"/>
            <a:pathLst>
              <a:path w="12" h="8">
                <a:moveTo>
                  <a:pt x="12" y="4"/>
                </a:moveTo>
                <a:lnTo>
                  <a:pt x="12" y="5"/>
                </a:lnTo>
                <a:lnTo>
                  <a:pt x="11" y="5"/>
                </a:lnTo>
                <a:lnTo>
                  <a:pt x="9" y="6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1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3" y="1"/>
                </a:lnTo>
                <a:lnTo>
                  <a:pt x="6" y="1"/>
                </a:lnTo>
                <a:lnTo>
                  <a:pt x="6" y="3"/>
                </a:lnTo>
                <a:lnTo>
                  <a:pt x="7" y="3"/>
                </a:lnTo>
                <a:lnTo>
                  <a:pt x="9" y="1"/>
                </a:lnTo>
                <a:lnTo>
                  <a:pt x="9" y="0"/>
                </a:lnTo>
                <a:lnTo>
                  <a:pt x="11" y="0"/>
                </a:lnTo>
                <a:lnTo>
                  <a:pt x="12" y="1"/>
                </a:lnTo>
                <a:lnTo>
                  <a:pt x="12" y="3"/>
                </a:lnTo>
                <a:lnTo>
                  <a:pt x="11" y="3"/>
                </a:lnTo>
                <a:lnTo>
                  <a:pt x="11" y="4"/>
                </a:lnTo>
                <a:lnTo>
                  <a:pt x="1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0" name=""/>
          <p:cNvSpPr/>
          <p:nvPr/>
        </p:nvSpPr>
        <p:spPr>
          <a:xfrm>
            <a:off x="5350680" y="1980720"/>
            <a:ext cx="7560" cy="9360"/>
          </a:xfrm>
          <a:custGeom>
            <a:avLst/>
            <a:gdLst/>
            <a:ahLst/>
            <a:rect l="0" t="0" r="r" b="b"/>
            <a:pathLst>
              <a:path w="21" h="26">
                <a:moveTo>
                  <a:pt x="19" y="7"/>
                </a:moveTo>
                <a:lnTo>
                  <a:pt x="17" y="7"/>
                </a:lnTo>
                <a:lnTo>
                  <a:pt x="15" y="7"/>
                </a:lnTo>
                <a:lnTo>
                  <a:pt x="15" y="8"/>
                </a:lnTo>
                <a:lnTo>
                  <a:pt x="16" y="9"/>
                </a:lnTo>
                <a:lnTo>
                  <a:pt x="17" y="9"/>
                </a:lnTo>
                <a:lnTo>
                  <a:pt x="20" y="9"/>
                </a:lnTo>
                <a:lnTo>
                  <a:pt x="20" y="10"/>
                </a:lnTo>
                <a:lnTo>
                  <a:pt x="19" y="11"/>
                </a:lnTo>
                <a:lnTo>
                  <a:pt x="19" y="12"/>
                </a:lnTo>
                <a:lnTo>
                  <a:pt x="20" y="12"/>
                </a:lnTo>
                <a:lnTo>
                  <a:pt x="21" y="13"/>
                </a:lnTo>
                <a:lnTo>
                  <a:pt x="21" y="14"/>
                </a:lnTo>
                <a:lnTo>
                  <a:pt x="20" y="14"/>
                </a:lnTo>
                <a:lnTo>
                  <a:pt x="19" y="14"/>
                </a:lnTo>
                <a:lnTo>
                  <a:pt x="18" y="14"/>
                </a:lnTo>
                <a:lnTo>
                  <a:pt x="18" y="15"/>
                </a:lnTo>
                <a:lnTo>
                  <a:pt x="18" y="16"/>
                </a:lnTo>
                <a:lnTo>
                  <a:pt x="17" y="16"/>
                </a:lnTo>
                <a:lnTo>
                  <a:pt x="16" y="16"/>
                </a:lnTo>
                <a:lnTo>
                  <a:pt x="15" y="18"/>
                </a:lnTo>
                <a:lnTo>
                  <a:pt x="15" y="19"/>
                </a:lnTo>
                <a:lnTo>
                  <a:pt x="15" y="21"/>
                </a:lnTo>
                <a:lnTo>
                  <a:pt x="16" y="21"/>
                </a:lnTo>
                <a:lnTo>
                  <a:pt x="17" y="22"/>
                </a:lnTo>
                <a:lnTo>
                  <a:pt x="19" y="22"/>
                </a:lnTo>
                <a:lnTo>
                  <a:pt x="19" y="24"/>
                </a:lnTo>
                <a:lnTo>
                  <a:pt x="20" y="25"/>
                </a:lnTo>
                <a:lnTo>
                  <a:pt x="18" y="26"/>
                </a:lnTo>
                <a:lnTo>
                  <a:pt x="18" y="25"/>
                </a:lnTo>
                <a:lnTo>
                  <a:pt x="17" y="25"/>
                </a:lnTo>
                <a:lnTo>
                  <a:pt x="16" y="25"/>
                </a:lnTo>
                <a:lnTo>
                  <a:pt x="15" y="25"/>
                </a:lnTo>
                <a:lnTo>
                  <a:pt x="14" y="25"/>
                </a:lnTo>
                <a:lnTo>
                  <a:pt x="13" y="24"/>
                </a:lnTo>
                <a:lnTo>
                  <a:pt x="13" y="23"/>
                </a:lnTo>
                <a:lnTo>
                  <a:pt x="12" y="23"/>
                </a:lnTo>
                <a:lnTo>
                  <a:pt x="12" y="22"/>
                </a:lnTo>
                <a:lnTo>
                  <a:pt x="11" y="20"/>
                </a:lnTo>
                <a:lnTo>
                  <a:pt x="11" y="19"/>
                </a:lnTo>
                <a:lnTo>
                  <a:pt x="12" y="19"/>
                </a:lnTo>
                <a:lnTo>
                  <a:pt x="12" y="18"/>
                </a:lnTo>
                <a:lnTo>
                  <a:pt x="12" y="17"/>
                </a:lnTo>
                <a:lnTo>
                  <a:pt x="12" y="16"/>
                </a:lnTo>
                <a:lnTo>
                  <a:pt x="11" y="15"/>
                </a:lnTo>
                <a:lnTo>
                  <a:pt x="10" y="13"/>
                </a:lnTo>
                <a:lnTo>
                  <a:pt x="10" y="12"/>
                </a:lnTo>
                <a:lnTo>
                  <a:pt x="9" y="12"/>
                </a:lnTo>
                <a:lnTo>
                  <a:pt x="9" y="11"/>
                </a:lnTo>
                <a:lnTo>
                  <a:pt x="7" y="11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2" y="9"/>
                </a:lnTo>
                <a:lnTo>
                  <a:pt x="1" y="8"/>
                </a:lnTo>
                <a:lnTo>
                  <a:pt x="0" y="5"/>
                </a:lnTo>
                <a:lnTo>
                  <a:pt x="3" y="1"/>
                </a:lnTo>
                <a:lnTo>
                  <a:pt x="4" y="2"/>
                </a:lnTo>
                <a:lnTo>
                  <a:pt x="7" y="1"/>
                </a:lnTo>
                <a:lnTo>
                  <a:pt x="8" y="1"/>
                </a:lnTo>
                <a:lnTo>
                  <a:pt x="11" y="2"/>
                </a:lnTo>
                <a:lnTo>
                  <a:pt x="11" y="3"/>
                </a:lnTo>
                <a:lnTo>
                  <a:pt x="12" y="3"/>
                </a:lnTo>
                <a:lnTo>
                  <a:pt x="15" y="2"/>
                </a:lnTo>
                <a:lnTo>
                  <a:pt x="15" y="1"/>
                </a:lnTo>
                <a:lnTo>
                  <a:pt x="16" y="1"/>
                </a:lnTo>
                <a:lnTo>
                  <a:pt x="16" y="0"/>
                </a:lnTo>
                <a:lnTo>
                  <a:pt x="17" y="1"/>
                </a:lnTo>
                <a:lnTo>
                  <a:pt x="17" y="2"/>
                </a:lnTo>
                <a:lnTo>
                  <a:pt x="16" y="2"/>
                </a:lnTo>
                <a:lnTo>
                  <a:pt x="17" y="3"/>
                </a:lnTo>
                <a:lnTo>
                  <a:pt x="17" y="5"/>
                </a:lnTo>
                <a:lnTo>
                  <a:pt x="18" y="5"/>
                </a:lnTo>
                <a:lnTo>
                  <a:pt x="19" y="5"/>
                </a:lnTo>
                <a:lnTo>
                  <a:pt x="19" y="7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1" name=""/>
          <p:cNvSpPr/>
          <p:nvPr/>
        </p:nvSpPr>
        <p:spPr>
          <a:xfrm>
            <a:off x="5348160" y="19825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3" y="0"/>
                </a:move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2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2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2" name=""/>
          <p:cNvSpPr/>
          <p:nvPr/>
        </p:nvSpPr>
        <p:spPr>
          <a:xfrm>
            <a:off x="5343480" y="198180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3"/>
                </a:lnTo>
                <a:lnTo>
                  <a:pt x="8" y="4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1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3" name=""/>
          <p:cNvSpPr/>
          <p:nvPr/>
        </p:nvSpPr>
        <p:spPr>
          <a:xfrm>
            <a:off x="5338440" y="198072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9" y="6"/>
                </a:move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2"/>
                </a:lnTo>
                <a:lnTo>
                  <a:pt x="7" y="3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0" y="6"/>
                </a:lnTo>
                <a:lnTo>
                  <a:pt x="9" y="8"/>
                </a:lnTo>
                <a:lnTo>
                  <a:pt x="9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4" name=""/>
          <p:cNvSpPr/>
          <p:nvPr/>
        </p:nvSpPr>
        <p:spPr>
          <a:xfrm>
            <a:off x="5358240" y="19803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5"/>
                </a:ln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5" name=""/>
          <p:cNvSpPr/>
          <p:nvPr/>
        </p:nvSpPr>
        <p:spPr>
          <a:xfrm>
            <a:off x="5357520" y="19796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1"/>
                </a:move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6" name=""/>
          <p:cNvSpPr/>
          <p:nvPr/>
        </p:nvSpPr>
        <p:spPr>
          <a:xfrm>
            <a:off x="5357520" y="1978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2"/>
                </a:lnTo>
                <a:lnTo>
                  <a:pt x="2" y="0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7" name=""/>
          <p:cNvSpPr/>
          <p:nvPr/>
        </p:nvSpPr>
        <p:spPr>
          <a:xfrm>
            <a:off x="5352480" y="1974600"/>
            <a:ext cx="3240" cy="5040"/>
          </a:xfrm>
          <a:custGeom>
            <a:avLst/>
            <a:gdLst/>
            <a:ahLst/>
            <a:rect l="0" t="0" r="r" b="b"/>
            <a:pathLst>
              <a:path w="9" h="14">
                <a:moveTo>
                  <a:pt x="8" y="7"/>
                </a:move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7" y="8"/>
                </a:lnTo>
                <a:lnTo>
                  <a:pt x="5" y="8"/>
                </a:lnTo>
                <a:lnTo>
                  <a:pt x="5" y="9"/>
                </a:lnTo>
                <a:lnTo>
                  <a:pt x="5" y="11"/>
                </a:lnTo>
                <a:lnTo>
                  <a:pt x="5" y="12"/>
                </a:lnTo>
                <a:lnTo>
                  <a:pt x="5" y="13"/>
                </a:lnTo>
                <a:lnTo>
                  <a:pt x="3" y="14"/>
                </a:lnTo>
                <a:lnTo>
                  <a:pt x="2" y="14"/>
                </a:lnTo>
                <a:lnTo>
                  <a:pt x="1" y="13"/>
                </a:lnTo>
                <a:lnTo>
                  <a:pt x="0" y="12"/>
                </a:lnTo>
                <a:lnTo>
                  <a:pt x="1" y="13"/>
                </a:lnTo>
                <a:lnTo>
                  <a:pt x="1" y="8"/>
                </a:lnTo>
                <a:lnTo>
                  <a:pt x="2" y="8"/>
                </a:lnTo>
                <a:lnTo>
                  <a:pt x="2" y="7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5" y="1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6" y="6"/>
                </a:lnTo>
                <a:lnTo>
                  <a:pt x="6" y="7"/>
                </a:lnTo>
                <a:lnTo>
                  <a:pt x="7" y="7"/>
                </a:lnTo>
                <a:lnTo>
                  <a:pt x="8" y="7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8" name=""/>
          <p:cNvSpPr/>
          <p:nvPr/>
        </p:nvSpPr>
        <p:spPr>
          <a:xfrm>
            <a:off x="5355360" y="19738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0" y="0"/>
                </a:moveTo>
                <a:lnTo>
                  <a:pt x="2" y="1"/>
                </a:lnTo>
                <a:lnTo>
                  <a:pt x="3" y="2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9" name=""/>
          <p:cNvSpPr/>
          <p:nvPr/>
        </p:nvSpPr>
        <p:spPr>
          <a:xfrm>
            <a:off x="5374800" y="19627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2" y="6"/>
                </a:move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4" y="2"/>
                </a:lnTo>
                <a:lnTo>
                  <a:pt x="6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0" name=""/>
          <p:cNvSpPr/>
          <p:nvPr/>
        </p:nvSpPr>
        <p:spPr>
          <a:xfrm>
            <a:off x="5340600" y="19620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3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1" name=""/>
          <p:cNvSpPr/>
          <p:nvPr/>
        </p:nvSpPr>
        <p:spPr>
          <a:xfrm>
            <a:off x="5346720" y="1961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2" name=""/>
          <p:cNvSpPr/>
          <p:nvPr/>
        </p:nvSpPr>
        <p:spPr>
          <a:xfrm>
            <a:off x="5371560" y="19605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2"/>
                </a:move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3" name=""/>
          <p:cNvSpPr/>
          <p:nvPr/>
        </p:nvSpPr>
        <p:spPr>
          <a:xfrm>
            <a:off x="5363280" y="19602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4" name=""/>
          <p:cNvSpPr/>
          <p:nvPr/>
        </p:nvSpPr>
        <p:spPr>
          <a:xfrm>
            <a:off x="5342040" y="1958400"/>
            <a:ext cx="4320" cy="3600"/>
          </a:xfrm>
          <a:custGeom>
            <a:avLst/>
            <a:gdLst/>
            <a:ahLst/>
            <a:rect l="0" t="0" r="r" b="b"/>
            <a:pathLst>
              <a:path w="12" h="10">
                <a:moveTo>
                  <a:pt x="10" y="5"/>
                </a:moveTo>
                <a:lnTo>
                  <a:pt x="9" y="5"/>
                </a:lnTo>
                <a:lnTo>
                  <a:pt x="8" y="6"/>
                </a:lnTo>
                <a:lnTo>
                  <a:pt x="7" y="6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9"/>
                </a:lnTo>
                <a:lnTo>
                  <a:pt x="2" y="10"/>
                </a:lnTo>
                <a:lnTo>
                  <a:pt x="1" y="10"/>
                </a:lnTo>
                <a:lnTo>
                  <a:pt x="0" y="9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2"/>
                </a:lnTo>
                <a:lnTo>
                  <a:pt x="2" y="1"/>
                </a:lnTo>
                <a:lnTo>
                  <a:pt x="3" y="1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10" y="1"/>
                </a:lnTo>
                <a:lnTo>
                  <a:pt x="11" y="2"/>
                </a:lnTo>
                <a:lnTo>
                  <a:pt x="12" y="3"/>
                </a:lnTo>
                <a:lnTo>
                  <a:pt x="11" y="5"/>
                </a:lnTo>
                <a:lnTo>
                  <a:pt x="10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440" rIns="216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5" name=""/>
          <p:cNvSpPr/>
          <p:nvPr/>
        </p:nvSpPr>
        <p:spPr>
          <a:xfrm>
            <a:off x="5366160" y="19591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2" y="4"/>
                </a:move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4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6" name=""/>
          <p:cNvSpPr/>
          <p:nvPr/>
        </p:nvSpPr>
        <p:spPr>
          <a:xfrm>
            <a:off x="5368320" y="19587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0" y="0"/>
                </a:moveTo>
                <a:lnTo>
                  <a:pt x="3" y="0"/>
                </a:lnTo>
                <a:lnTo>
                  <a:pt x="4" y="1"/>
                </a:lnTo>
                <a:lnTo>
                  <a:pt x="5" y="3"/>
                </a:lnTo>
                <a:lnTo>
                  <a:pt x="6" y="5"/>
                </a:lnTo>
                <a:lnTo>
                  <a:pt x="6" y="6"/>
                </a:lnTo>
                <a:lnTo>
                  <a:pt x="5" y="7"/>
                </a:lnTo>
                <a:lnTo>
                  <a:pt x="5" y="5"/>
                </a:lnTo>
                <a:lnTo>
                  <a:pt x="4" y="5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7" name=""/>
          <p:cNvSpPr/>
          <p:nvPr/>
        </p:nvSpPr>
        <p:spPr>
          <a:xfrm>
            <a:off x="5355720" y="1959480"/>
            <a:ext cx="2880" cy="1080"/>
          </a:xfrm>
          <a:custGeom>
            <a:avLst/>
            <a:gdLst/>
            <a:ahLst/>
            <a:rect l="0" t="0" r="r" b="b"/>
            <a:pathLst>
              <a:path w="8" h="3">
                <a:moveTo>
                  <a:pt x="6" y="3"/>
                </a:moveTo>
                <a:lnTo>
                  <a:pt x="4" y="3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8" y="1"/>
                </a:lnTo>
                <a:lnTo>
                  <a:pt x="8" y="3"/>
                </a:lnTo>
                <a:lnTo>
                  <a:pt x="6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8" name=""/>
          <p:cNvSpPr/>
          <p:nvPr/>
        </p:nvSpPr>
        <p:spPr>
          <a:xfrm>
            <a:off x="5343480" y="1957320"/>
            <a:ext cx="9720" cy="4680"/>
          </a:xfrm>
          <a:custGeom>
            <a:avLst/>
            <a:gdLst/>
            <a:ahLst/>
            <a:rect l="0" t="0" r="r" b="b"/>
            <a:pathLst>
              <a:path w="27" h="13">
                <a:moveTo>
                  <a:pt x="24" y="7"/>
                </a:moveTo>
                <a:lnTo>
                  <a:pt x="24" y="8"/>
                </a:lnTo>
                <a:lnTo>
                  <a:pt x="24" y="9"/>
                </a:lnTo>
                <a:lnTo>
                  <a:pt x="24" y="10"/>
                </a:lnTo>
                <a:lnTo>
                  <a:pt x="23" y="10"/>
                </a:lnTo>
                <a:lnTo>
                  <a:pt x="22" y="10"/>
                </a:lnTo>
                <a:lnTo>
                  <a:pt x="22" y="9"/>
                </a:lnTo>
                <a:lnTo>
                  <a:pt x="22" y="8"/>
                </a:lnTo>
                <a:lnTo>
                  <a:pt x="22" y="7"/>
                </a:lnTo>
                <a:lnTo>
                  <a:pt x="21" y="7"/>
                </a:lnTo>
                <a:lnTo>
                  <a:pt x="20" y="7"/>
                </a:lnTo>
                <a:lnTo>
                  <a:pt x="19" y="7"/>
                </a:lnTo>
                <a:lnTo>
                  <a:pt x="20" y="8"/>
                </a:lnTo>
                <a:lnTo>
                  <a:pt x="19" y="8"/>
                </a:lnTo>
                <a:lnTo>
                  <a:pt x="20" y="8"/>
                </a:lnTo>
                <a:lnTo>
                  <a:pt x="20" y="9"/>
                </a:lnTo>
                <a:lnTo>
                  <a:pt x="20" y="10"/>
                </a:lnTo>
                <a:lnTo>
                  <a:pt x="19" y="10"/>
                </a:lnTo>
                <a:lnTo>
                  <a:pt x="15" y="9"/>
                </a:lnTo>
                <a:lnTo>
                  <a:pt x="14" y="10"/>
                </a:lnTo>
                <a:lnTo>
                  <a:pt x="13" y="10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0"/>
                </a:lnTo>
                <a:lnTo>
                  <a:pt x="7" y="10"/>
                </a:lnTo>
                <a:lnTo>
                  <a:pt x="7" y="11"/>
                </a:lnTo>
                <a:lnTo>
                  <a:pt x="6" y="11"/>
                </a:lnTo>
                <a:lnTo>
                  <a:pt x="7" y="11"/>
                </a:lnTo>
                <a:lnTo>
                  <a:pt x="7" y="12"/>
                </a:lnTo>
                <a:lnTo>
                  <a:pt x="6" y="12"/>
                </a:lnTo>
                <a:lnTo>
                  <a:pt x="5" y="12"/>
                </a:lnTo>
                <a:lnTo>
                  <a:pt x="4" y="12"/>
                </a:lnTo>
                <a:lnTo>
                  <a:pt x="4" y="13"/>
                </a:lnTo>
                <a:lnTo>
                  <a:pt x="3" y="13"/>
                </a:lnTo>
                <a:lnTo>
                  <a:pt x="0" y="12"/>
                </a:lnTo>
                <a:lnTo>
                  <a:pt x="0" y="11"/>
                </a:lnTo>
                <a:lnTo>
                  <a:pt x="2" y="11"/>
                </a:lnTo>
                <a:lnTo>
                  <a:pt x="3" y="10"/>
                </a:lnTo>
                <a:lnTo>
                  <a:pt x="4" y="10"/>
                </a:lnTo>
                <a:lnTo>
                  <a:pt x="8" y="8"/>
                </a:lnTo>
                <a:lnTo>
                  <a:pt x="8" y="7"/>
                </a:lnTo>
                <a:lnTo>
                  <a:pt x="8" y="4"/>
                </a:lnTo>
                <a:lnTo>
                  <a:pt x="9" y="4"/>
                </a:lnTo>
                <a:lnTo>
                  <a:pt x="10" y="3"/>
                </a:lnTo>
                <a:lnTo>
                  <a:pt x="12" y="3"/>
                </a:lnTo>
                <a:lnTo>
                  <a:pt x="13" y="2"/>
                </a:lnTo>
                <a:lnTo>
                  <a:pt x="14" y="2"/>
                </a:lnTo>
                <a:lnTo>
                  <a:pt x="15" y="1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2" y="0"/>
                </a:lnTo>
                <a:lnTo>
                  <a:pt x="23" y="2"/>
                </a:lnTo>
                <a:lnTo>
                  <a:pt x="24" y="3"/>
                </a:lnTo>
                <a:lnTo>
                  <a:pt x="25" y="4"/>
                </a:lnTo>
                <a:lnTo>
                  <a:pt x="27" y="6"/>
                </a:lnTo>
                <a:lnTo>
                  <a:pt x="25" y="6"/>
                </a:lnTo>
                <a:lnTo>
                  <a:pt x="24" y="7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9" name=""/>
          <p:cNvSpPr/>
          <p:nvPr/>
        </p:nvSpPr>
        <p:spPr>
          <a:xfrm>
            <a:off x="5358600" y="1958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0" name=""/>
          <p:cNvSpPr/>
          <p:nvPr/>
        </p:nvSpPr>
        <p:spPr>
          <a:xfrm>
            <a:off x="5370480" y="195840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2" y="0"/>
                </a:moveTo>
                <a:lnTo>
                  <a:pt x="3" y="1"/>
                </a:lnTo>
                <a:lnTo>
                  <a:pt x="2" y="3"/>
                </a:lnTo>
                <a:lnTo>
                  <a:pt x="3" y="4"/>
                </a:lnTo>
                <a:lnTo>
                  <a:pt x="3" y="5"/>
                </a:lnTo>
                <a:lnTo>
                  <a:pt x="2" y="6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1" name=""/>
          <p:cNvSpPr/>
          <p:nvPr/>
        </p:nvSpPr>
        <p:spPr>
          <a:xfrm>
            <a:off x="5348160" y="195696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3" y="0"/>
                </a:lnTo>
                <a:lnTo>
                  <a:pt x="5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2" name=""/>
          <p:cNvSpPr/>
          <p:nvPr/>
        </p:nvSpPr>
        <p:spPr>
          <a:xfrm>
            <a:off x="5353200" y="1946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3" name=""/>
          <p:cNvSpPr/>
          <p:nvPr/>
        </p:nvSpPr>
        <p:spPr>
          <a:xfrm>
            <a:off x="5340600" y="1942560"/>
            <a:ext cx="11160" cy="6120"/>
          </a:xfrm>
          <a:custGeom>
            <a:avLst/>
            <a:gdLst/>
            <a:ahLst/>
            <a:rect l="0" t="0" r="r" b="b"/>
            <a:pathLst>
              <a:path w="31" h="17">
                <a:moveTo>
                  <a:pt x="16" y="4"/>
                </a:moveTo>
                <a:lnTo>
                  <a:pt x="16" y="5"/>
                </a:lnTo>
                <a:lnTo>
                  <a:pt x="18" y="6"/>
                </a:lnTo>
                <a:lnTo>
                  <a:pt x="19" y="6"/>
                </a:lnTo>
                <a:lnTo>
                  <a:pt x="20" y="6"/>
                </a:lnTo>
                <a:lnTo>
                  <a:pt x="21" y="6"/>
                </a:lnTo>
                <a:lnTo>
                  <a:pt x="21" y="5"/>
                </a:lnTo>
                <a:lnTo>
                  <a:pt x="22" y="5"/>
                </a:lnTo>
                <a:lnTo>
                  <a:pt x="24" y="5"/>
                </a:lnTo>
                <a:lnTo>
                  <a:pt x="25" y="6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6" y="9"/>
                </a:lnTo>
                <a:lnTo>
                  <a:pt x="25" y="9"/>
                </a:lnTo>
                <a:lnTo>
                  <a:pt x="26" y="10"/>
                </a:lnTo>
                <a:lnTo>
                  <a:pt x="29" y="11"/>
                </a:lnTo>
                <a:lnTo>
                  <a:pt x="30" y="12"/>
                </a:lnTo>
                <a:lnTo>
                  <a:pt x="30" y="11"/>
                </a:lnTo>
                <a:lnTo>
                  <a:pt x="31" y="12"/>
                </a:lnTo>
                <a:lnTo>
                  <a:pt x="29" y="13"/>
                </a:lnTo>
                <a:lnTo>
                  <a:pt x="27" y="13"/>
                </a:lnTo>
                <a:lnTo>
                  <a:pt x="26" y="13"/>
                </a:lnTo>
                <a:lnTo>
                  <a:pt x="25" y="13"/>
                </a:lnTo>
                <a:lnTo>
                  <a:pt x="24" y="12"/>
                </a:lnTo>
                <a:lnTo>
                  <a:pt x="23" y="12"/>
                </a:lnTo>
                <a:lnTo>
                  <a:pt x="23" y="11"/>
                </a:lnTo>
                <a:lnTo>
                  <a:pt x="22" y="11"/>
                </a:lnTo>
                <a:lnTo>
                  <a:pt x="20" y="12"/>
                </a:lnTo>
                <a:lnTo>
                  <a:pt x="19" y="12"/>
                </a:lnTo>
                <a:lnTo>
                  <a:pt x="18" y="13"/>
                </a:lnTo>
                <a:lnTo>
                  <a:pt x="17" y="13"/>
                </a:lnTo>
                <a:lnTo>
                  <a:pt x="17" y="12"/>
                </a:lnTo>
                <a:lnTo>
                  <a:pt x="16" y="12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5" y="12"/>
                </a:lnTo>
                <a:lnTo>
                  <a:pt x="14" y="12"/>
                </a:lnTo>
                <a:lnTo>
                  <a:pt x="14" y="11"/>
                </a:lnTo>
                <a:lnTo>
                  <a:pt x="15" y="11"/>
                </a:lnTo>
                <a:lnTo>
                  <a:pt x="15" y="10"/>
                </a:lnTo>
                <a:lnTo>
                  <a:pt x="14" y="11"/>
                </a:lnTo>
                <a:lnTo>
                  <a:pt x="13" y="12"/>
                </a:lnTo>
                <a:lnTo>
                  <a:pt x="14" y="12"/>
                </a:lnTo>
                <a:lnTo>
                  <a:pt x="14" y="13"/>
                </a:lnTo>
                <a:lnTo>
                  <a:pt x="14" y="14"/>
                </a:lnTo>
                <a:lnTo>
                  <a:pt x="14" y="15"/>
                </a:lnTo>
                <a:lnTo>
                  <a:pt x="11" y="17"/>
                </a:lnTo>
                <a:lnTo>
                  <a:pt x="9" y="17"/>
                </a:lnTo>
                <a:lnTo>
                  <a:pt x="8" y="17"/>
                </a:lnTo>
                <a:lnTo>
                  <a:pt x="7" y="15"/>
                </a:lnTo>
                <a:lnTo>
                  <a:pt x="5" y="15"/>
                </a:lnTo>
                <a:lnTo>
                  <a:pt x="3" y="15"/>
                </a:lnTo>
                <a:lnTo>
                  <a:pt x="3" y="14"/>
                </a:lnTo>
                <a:lnTo>
                  <a:pt x="3" y="13"/>
                </a:lnTo>
                <a:lnTo>
                  <a:pt x="3" y="12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2" y="5"/>
                </a:lnTo>
                <a:lnTo>
                  <a:pt x="4" y="6"/>
                </a:lnTo>
                <a:lnTo>
                  <a:pt x="5" y="6"/>
                </a:lnTo>
                <a:lnTo>
                  <a:pt x="6" y="6"/>
                </a:lnTo>
                <a:lnTo>
                  <a:pt x="7" y="5"/>
                </a:lnTo>
                <a:lnTo>
                  <a:pt x="9" y="5"/>
                </a:lnTo>
                <a:lnTo>
                  <a:pt x="10" y="6"/>
                </a:lnTo>
                <a:lnTo>
                  <a:pt x="12" y="6"/>
                </a:lnTo>
                <a:lnTo>
                  <a:pt x="13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6" y="2"/>
                </a:lnTo>
                <a:lnTo>
                  <a:pt x="16" y="0"/>
                </a:lnTo>
                <a:lnTo>
                  <a:pt x="17" y="2"/>
                </a:lnTo>
                <a:lnTo>
                  <a:pt x="18" y="2"/>
                </a:lnTo>
                <a:lnTo>
                  <a:pt x="18" y="3"/>
                </a:lnTo>
                <a:lnTo>
                  <a:pt x="18" y="2"/>
                </a:lnTo>
                <a:lnTo>
                  <a:pt x="17" y="3"/>
                </a:lnTo>
                <a:lnTo>
                  <a:pt x="16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4" name=""/>
          <p:cNvSpPr/>
          <p:nvPr/>
        </p:nvSpPr>
        <p:spPr>
          <a:xfrm>
            <a:off x="5351760" y="1944360"/>
            <a:ext cx="2880" cy="2520"/>
          </a:xfrm>
          <a:custGeom>
            <a:avLst/>
            <a:gdLst/>
            <a:ahLst/>
            <a:rect l="0" t="0" r="r" b="b"/>
            <a:pathLst>
              <a:path w="8" h="7">
                <a:moveTo>
                  <a:pt x="7" y="4"/>
                </a:moveTo>
                <a:lnTo>
                  <a:pt x="8" y="4"/>
                </a:lnTo>
                <a:lnTo>
                  <a:pt x="8" y="5"/>
                </a:lnTo>
                <a:lnTo>
                  <a:pt x="7" y="7"/>
                </a:lnTo>
                <a:lnTo>
                  <a:pt x="6" y="7"/>
                </a:lnTo>
                <a:lnTo>
                  <a:pt x="6" y="5"/>
                </a:lnTo>
                <a:lnTo>
                  <a:pt x="4" y="5"/>
                </a:lnTo>
                <a:lnTo>
                  <a:pt x="4" y="7"/>
                </a:lnTo>
                <a:lnTo>
                  <a:pt x="3" y="5"/>
                </a:lnTo>
                <a:lnTo>
                  <a:pt x="2" y="4"/>
                </a:lnTo>
                <a:lnTo>
                  <a:pt x="1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7" y="4"/>
                </a:lnTo>
                <a:lnTo>
                  <a:pt x="6" y="4"/>
                </a:lnTo>
                <a:lnTo>
                  <a:pt x="7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5" name=""/>
          <p:cNvSpPr/>
          <p:nvPr/>
        </p:nvSpPr>
        <p:spPr>
          <a:xfrm>
            <a:off x="5341680" y="19418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6" name=""/>
          <p:cNvSpPr/>
          <p:nvPr/>
        </p:nvSpPr>
        <p:spPr>
          <a:xfrm>
            <a:off x="5342400" y="19393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5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7" name=""/>
          <p:cNvSpPr/>
          <p:nvPr/>
        </p:nvSpPr>
        <p:spPr>
          <a:xfrm>
            <a:off x="5342040" y="1933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1" y="2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8" name=""/>
          <p:cNvSpPr/>
          <p:nvPr/>
        </p:nvSpPr>
        <p:spPr>
          <a:xfrm>
            <a:off x="5343840" y="1933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9" name=""/>
          <p:cNvSpPr/>
          <p:nvPr/>
        </p:nvSpPr>
        <p:spPr>
          <a:xfrm>
            <a:off x="5347800" y="19314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1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0" name=""/>
          <p:cNvSpPr/>
          <p:nvPr/>
        </p:nvSpPr>
        <p:spPr>
          <a:xfrm>
            <a:off x="5352840" y="1928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1" name=""/>
          <p:cNvSpPr/>
          <p:nvPr/>
        </p:nvSpPr>
        <p:spPr>
          <a:xfrm>
            <a:off x="5346000" y="19267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5" y="4"/>
                </a:moveTo>
                <a:lnTo>
                  <a:pt x="3" y="4"/>
                </a:lnTo>
                <a:lnTo>
                  <a:pt x="2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3" y="3"/>
                </a:lnTo>
                <a:lnTo>
                  <a:pt x="3" y="1"/>
                </a:lnTo>
                <a:lnTo>
                  <a:pt x="5" y="3"/>
                </a:lnTo>
                <a:lnTo>
                  <a:pt x="6" y="3"/>
                </a:lnTo>
                <a:lnTo>
                  <a:pt x="5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2" name=""/>
          <p:cNvSpPr/>
          <p:nvPr/>
        </p:nvSpPr>
        <p:spPr>
          <a:xfrm>
            <a:off x="5355000" y="19260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4" y="5"/>
                </a:move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4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4" y="1"/>
                </a:lnTo>
                <a:lnTo>
                  <a:pt x="6" y="2"/>
                </a:lnTo>
                <a:lnTo>
                  <a:pt x="7" y="1"/>
                </a:lnTo>
                <a:lnTo>
                  <a:pt x="7" y="2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3" name=""/>
          <p:cNvSpPr/>
          <p:nvPr/>
        </p:nvSpPr>
        <p:spPr>
          <a:xfrm>
            <a:off x="5353200" y="19267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2"/>
                </a:move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4" name=""/>
          <p:cNvSpPr/>
          <p:nvPr/>
        </p:nvSpPr>
        <p:spPr>
          <a:xfrm>
            <a:off x="5346720" y="1922400"/>
            <a:ext cx="7200" cy="4680"/>
          </a:xfrm>
          <a:custGeom>
            <a:avLst/>
            <a:gdLst/>
            <a:ahLst/>
            <a:rect l="0" t="0" r="r" b="b"/>
            <a:pathLst>
              <a:path w="20" h="13">
                <a:moveTo>
                  <a:pt x="13" y="3"/>
                </a:moveTo>
                <a:lnTo>
                  <a:pt x="14" y="2"/>
                </a:lnTo>
                <a:lnTo>
                  <a:pt x="14" y="3"/>
                </a:lnTo>
                <a:lnTo>
                  <a:pt x="15" y="3"/>
                </a:lnTo>
                <a:lnTo>
                  <a:pt x="15" y="4"/>
                </a:lnTo>
                <a:lnTo>
                  <a:pt x="17" y="3"/>
                </a:lnTo>
                <a:lnTo>
                  <a:pt x="18" y="1"/>
                </a:lnTo>
                <a:lnTo>
                  <a:pt x="19" y="1"/>
                </a:lnTo>
                <a:lnTo>
                  <a:pt x="19" y="2"/>
                </a:lnTo>
                <a:lnTo>
                  <a:pt x="19" y="3"/>
                </a:lnTo>
                <a:lnTo>
                  <a:pt x="18" y="3"/>
                </a:lnTo>
                <a:lnTo>
                  <a:pt x="18" y="4"/>
                </a:lnTo>
                <a:lnTo>
                  <a:pt x="18" y="5"/>
                </a:lnTo>
                <a:lnTo>
                  <a:pt x="19" y="5"/>
                </a:lnTo>
                <a:lnTo>
                  <a:pt x="20" y="5"/>
                </a:lnTo>
                <a:lnTo>
                  <a:pt x="20" y="7"/>
                </a:lnTo>
                <a:lnTo>
                  <a:pt x="19" y="7"/>
                </a:lnTo>
                <a:lnTo>
                  <a:pt x="18" y="5"/>
                </a:lnTo>
                <a:lnTo>
                  <a:pt x="17" y="5"/>
                </a:lnTo>
                <a:lnTo>
                  <a:pt x="15" y="7"/>
                </a:lnTo>
                <a:lnTo>
                  <a:pt x="13" y="8"/>
                </a:lnTo>
                <a:lnTo>
                  <a:pt x="12" y="8"/>
                </a:lnTo>
                <a:lnTo>
                  <a:pt x="11" y="9"/>
                </a:lnTo>
                <a:lnTo>
                  <a:pt x="11" y="8"/>
                </a:lnTo>
                <a:lnTo>
                  <a:pt x="10" y="8"/>
                </a:lnTo>
                <a:lnTo>
                  <a:pt x="8" y="9"/>
                </a:lnTo>
                <a:lnTo>
                  <a:pt x="7" y="9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3" y="10"/>
                </a:lnTo>
                <a:lnTo>
                  <a:pt x="2" y="11"/>
                </a:lnTo>
                <a:lnTo>
                  <a:pt x="1" y="12"/>
                </a:lnTo>
                <a:lnTo>
                  <a:pt x="1" y="13"/>
                </a:lnTo>
                <a:lnTo>
                  <a:pt x="2" y="13"/>
                </a:lnTo>
                <a:lnTo>
                  <a:pt x="1" y="13"/>
                </a:lnTo>
                <a:lnTo>
                  <a:pt x="1" y="12"/>
                </a:lnTo>
                <a:lnTo>
                  <a:pt x="1" y="10"/>
                </a:lnTo>
                <a:lnTo>
                  <a:pt x="1" y="9"/>
                </a:lnTo>
                <a:lnTo>
                  <a:pt x="2" y="8"/>
                </a:lnTo>
                <a:lnTo>
                  <a:pt x="3" y="5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3" y="4"/>
                </a:lnTo>
                <a:lnTo>
                  <a:pt x="13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5" name=""/>
          <p:cNvSpPr/>
          <p:nvPr/>
        </p:nvSpPr>
        <p:spPr>
          <a:xfrm>
            <a:off x="5343480" y="1921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6" name=""/>
          <p:cNvSpPr/>
          <p:nvPr/>
        </p:nvSpPr>
        <p:spPr>
          <a:xfrm>
            <a:off x="5347800" y="1921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4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7" name=""/>
          <p:cNvSpPr/>
          <p:nvPr/>
        </p:nvSpPr>
        <p:spPr>
          <a:xfrm>
            <a:off x="5366880" y="191952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6" y="2"/>
                </a:move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7"/>
                </a:lnTo>
                <a:lnTo>
                  <a:pt x="7" y="8"/>
                </a:lnTo>
                <a:lnTo>
                  <a:pt x="6" y="8"/>
                </a:lnTo>
                <a:lnTo>
                  <a:pt x="4" y="8"/>
                </a:lnTo>
                <a:lnTo>
                  <a:pt x="6" y="7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4"/>
                </a:lnTo>
                <a:lnTo>
                  <a:pt x="2" y="2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8" name=""/>
          <p:cNvSpPr/>
          <p:nvPr/>
        </p:nvSpPr>
        <p:spPr>
          <a:xfrm>
            <a:off x="5370120" y="1919160"/>
            <a:ext cx="2880" cy="2520"/>
          </a:xfrm>
          <a:custGeom>
            <a:avLst/>
            <a:gdLst/>
            <a:ahLst/>
            <a:rect l="0" t="0" r="r" b="b"/>
            <a:pathLst>
              <a:path w="8" h="7">
                <a:moveTo>
                  <a:pt x="5" y="6"/>
                </a:move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8" y="6"/>
                </a:lnTo>
                <a:lnTo>
                  <a:pt x="6" y="6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9" name=""/>
          <p:cNvSpPr/>
          <p:nvPr/>
        </p:nvSpPr>
        <p:spPr>
          <a:xfrm>
            <a:off x="5367240" y="19152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0"/>
                </a:moveTo>
                <a:lnTo>
                  <a:pt x="5" y="3"/>
                </a:lnTo>
                <a:lnTo>
                  <a:pt x="4" y="5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0" name=""/>
          <p:cNvSpPr/>
          <p:nvPr/>
        </p:nvSpPr>
        <p:spPr>
          <a:xfrm>
            <a:off x="5366160" y="1914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1" name=""/>
          <p:cNvSpPr/>
          <p:nvPr/>
        </p:nvSpPr>
        <p:spPr>
          <a:xfrm>
            <a:off x="5356440" y="191412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2" y="1"/>
                </a:moveTo>
                <a:lnTo>
                  <a:pt x="2" y="3"/>
                </a:lnTo>
                <a:lnTo>
                  <a:pt x="1" y="3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5" y="1"/>
                </a:lnTo>
                <a:lnTo>
                  <a:pt x="6" y="1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3"/>
                </a:lnTo>
                <a:lnTo>
                  <a:pt x="2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2" name=""/>
          <p:cNvSpPr/>
          <p:nvPr/>
        </p:nvSpPr>
        <p:spPr>
          <a:xfrm>
            <a:off x="5358600" y="19141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0"/>
                </a:moveTo>
                <a:lnTo>
                  <a:pt x="1" y="0"/>
                </a:lnTo>
                <a:lnTo>
                  <a:pt x="3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3" name=""/>
          <p:cNvSpPr/>
          <p:nvPr/>
        </p:nvSpPr>
        <p:spPr>
          <a:xfrm>
            <a:off x="5359680" y="191124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7" y="3"/>
                </a:move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9" y="2"/>
                </a:lnTo>
                <a:lnTo>
                  <a:pt x="9" y="3"/>
                </a:lnTo>
                <a:lnTo>
                  <a:pt x="7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4" name=""/>
          <p:cNvSpPr/>
          <p:nvPr/>
        </p:nvSpPr>
        <p:spPr>
          <a:xfrm>
            <a:off x="5240520" y="250092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7" y="5"/>
                </a:move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6" y="8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7" y="2"/>
                </a:lnTo>
                <a:lnTo>
                  <a:pt x="8" y="2"/>
                </a:lnTo>
                <a:lnTo>
                  <a:pt x="7" y="2"/>
                </a:lnTo>
                <a:lnTo>
                  <a:pt x="8" y="3"/>
                </a:lnTo>
                <a:lnTo>
                  <a:pt x="7" y="3"/>
                </a:lnTo>
                <a:lnTo>
                  <a:pt x="8" y="3"/>
                </a:lnTo>
                <a:lnTo>
                  <a:pt x="8" y="5"/>
                </a:lnTo>
                <a:lnTo>
                  <a:pt x="7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5" name=""/>
          <p:cNvSpPr/>
          <p:nvPr/>
        </p:nvSpPr>
        <p:spPr>
          <a:xfrm>
            <a:off x="5284800" y="2500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6" name=""/>
          <p:cNvSpPr/>
          <p:nvPr/>
        </p:nvSpPr>
        <p:spPr>
          <a:xfrm>
            <a:off x="5247000" y="2496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7" name=""/>
          <p:cNvSpPr/>
          <p:nvPr/>
        </p:nvSpPr>
        <p:spPr>
          <a:xfrm>
            <a:off x="5253480" y="2496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8" name=""/>
          <p:cNvSpPr/>
          <p:nvPr/>
        </p:nvSpPr>
        <p:spPr>
          <a:xfrm>
            <a:off x="5246280" y="2496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9" name=""/>
          <p:cNvSpPr/>
          <p:nvPr/>
        </p:nvSpPr>
        <p:spPr>
          <a:xfrm>
            <a:off x="5257440" y="249552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0"/>
                </a:move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2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0" name=""/>
          <p:cNvSpPr/>
          <p:nvPr/>
        </p:nvSpPr>
        <p:spPr>
          <a:xfrm>
            <a:off x="5246280" y="24890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4" y="1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1" name=""/>
          <p:cNvSpPr/>
          <p:nvPr/>
        </p:nvSpPr>
        <p:spPr>
          <a:xfrm>
            <a:off x="5244120" y="2487600"/>
            <a:ext cx="2160" cy="3600"/>
          </a:xfrm>
          <a:custGeom>
            <a:avLst/>
            <a:gdLst/>
            <a:ahLst/>
            <a:rect l="0" t="0" r="r" b="b"/>
            <a:pathLst>
              <a:path w="6" h="10">
                <a:moveTo>
                  <a:pt x="3" y="2"/>
                </a:moveTo>
                <a:lnTo>
                  <a:pt x="3" y="1"/>
                </a:lnTo>
                <a:lnTo>
                  <a:pt x="3" y="2"/>
                </a:lnTo>
                <a:lnTo>
                  <a:pt x="4" y="1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6" y="9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0" y="10"/>
                </a:lnTo>
                <a:lnTo>
                  <a:pt x="0" y="9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440" rIns="216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2" name=""/>
          <p:cNvSpPr/>
          <p:nvPr/>
        </p:nvSpPr>
        <p:spPr>
          <a:xfrm>
            <a:off x="5232240" y="24883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5"/>
                </a:move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4" y="2"/>
                </a:lnTo>
                <a:lnTo>
                  <a:pt x="2" y="3"/>
                </a:lnTo>
                <a:lnTo>
                  <a:pt x="2" y="5"/>
                </a:lnTo>
                <a:lnTo>
                  <a:pt x="1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3" name=""/>
          <p:cNvSpPr/>
          <p:nvPr/>
        </p:nvSpPr>
        <p:spPr>
          <a:xfrm>
            <a:off x="5244480" y="248004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4" y="3"/>
                </a:move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3"/>
                </a:lnTo>
                <a:lnTo>
                  <a:pt x="4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4" name=""/>
          <p:cNvSpPr/>
          <p:nvPr/>
        </p:nvSpPr>
        <p:spPr>
          <a:xfrm>
            <a:off x="5277600" y="2472480"/>
            <a:ext cx="6120" cy="5760"/>
          </a:xfrm>
          <a:custGeom>
            <a:avLst/>
            <a:gdLst/>
            <a:ahLst/>
            <a:rect l="0" t="0" r="r" b="b"/>
            <a:pathLst>
              <a:path w="17" h="16">
                <a:moveTo>
                  <a:pt x="15" y="3"/>
                </a:moveTo>
                <a:lnTo>
                  <a:pt x="13" y="5"/>
                </a:lnTo>
                <a:lnTo>
                  <a:pt x="12" y="6"/>
                </a:lnTo>
                <a:lnTo>
                  <a:pt x="12" y="7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2" y="7"/>
                </a:lnTo>
                <a:lnTo>
                  <a:pt x="11" y="8"/>
                </a:lnTo>
                <a:lnTo>
                  <a:pt x="12" y="8"/>
                </a:lnTo>
                <a:lnTo>
                  <a:pt x="12" y="10"/>
                </a:lnTo>
                <a:lnTo>
                  <a:pt x="11" y="10"/>
                </a:lnTo>
                <a:lnTo>
                  <a:pt x="10" y="10"/>
                </a:lnTo>
                <a:lnTo>
                  <a:pt x="11" y="10"/>
                </a:lnTo>
                <a:lnTo>
                  <a:pt x="11" y="9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1"/>
                </a:lnTo>
                <a:lnTo>
                  <a:pt x="8" y="11"/>
                </a:lnTo>
                <a:lnTo>
                  <a:pt x="7" y="10"/>
                </a:lnTo>
                <a:lnTo>
                  <a:pt x="6" y="11"/>
                </a:lnTo>
                <a:lnTo>
                  <a:pt x="5" y="12"/>
                </a:lnTo>
                <a:lnTo>
                  <a:pt x="5" y="14"/>
                </a:lnTo>
                <a:lnTo>
                  <a:pt x="6" y="16"/>
                </a:lnTo>
                <a:lnTo>
                  <a:pt x="5" y="16"/>
                </a:lnTo>
                <a:lnTo>
                  <a:pt x="3" y="16"/>
                </a:lnTo>
                <a:lnTo>
                  <a:pt x="3" y="15"/>
                </a:lnTo>
                <a:lnTo>
                  <a:pt x="3" y="14"/>
                </a:lnTo>
                <a:lnTo>
                  <a:pt x="5" y="14"/>
                </a:lnTo>
                <a:lnTo>
                  <a:pt x="3" y="14"/>
                </a:lnTo>
                <a:lnTo>
                  <a:pt x="2" y="15"/>
                </a:lnTo>
                <a:lnTo>
                  <a:pt x="2" y="16"/>
                </a:lnTo>
                <a:lnTo>
                  <a:pt x="1" y="16"/>
                </a:lnTo>
                <a:lnTo>
                  <a:pt x="0" y="15"/>
                </a:lnTo>
                <a:lnTo>
                  <a:pt x="0" y="14"/>
                </a:lnTo>
                <a:lnTo>
                  <a:pt x="1" y="14"/>
                </a:lnTo>
                <a:lnTo>
                  <a:pt x="1" y="12"/>
                </a:lnTo>
                <a:lnTo>
                  <a:pt x="3" y="10"/>
                </a:lnTo>
                <a:lnTo>
                  <a:pt x="5" y="8"/>
                </a:lnTo>
                <a:lnTo>
                  <a:pt x="6" y="8"/>
                </a:lnTo>
                <a:lnTo>
                  <a:pt x="8" y="6"/>
                </a:lnTo>
                <a:lnTo>
                  <a:pt x="10" y="5"/>
                </a:lnTo>
                <a:lnTo>
                  <a:pt x="11" y="4"/>
                </a:lnTo>
                <a:lnTo>
                  <a:pt x="11" y="3"/>
                </a:lnTo>
                <a:lnTo>
                  <a:pt x="13" y="2"/>
                </a:lnTo>
                <a:lnTo>
                  <a:pt x="13" y="1"/>
                </a:lnTo>
                <a:lnTo>
                  <a:pt x="14" y="1"/>
                </a:lnTo>
                <a:lnTo>
                  <a:pt x="15" y="0"/>
                </a:ln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7" y="2"/>
                </a:lnTo>
                <a:lnTo>
                  <a:pt x="17" y="3"/>
                </a:lnTo>
                <a:lnTo>
                  <a:pt x="16" y="3"/>
                </a:lnTo>
                <a:lnTo>
                  <a:pt x="15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5" name=""/>
          <p:cNvSpPr/>
          <p:nvPr/>
        </p:nvSpPr>
        <p:spPr>
          <a:xfrm>
            <a:off x="5245920" y="2470680"/>
            <a:ext cx="10440" cy="8640"/>
          </a:xfrm>
          <a:custGeom>
            <a:avLst/>
            <a:gdLst/>
            <a:ahLst/>
            <a:rect l="0" t="0" r="r" b="b"/>
            <a:pathLst>
              <a:path w="29" h="24">
                <a:moveTo>
                  <a:pt x="21" y="1"/>
                </a:moveTo>
                <a:lnTo>
                  <a:pt x="21" y="2"/>
                </a:lnTo>
                <a:lnTo>
                  <a:pt x="22" y="4"/>
                </a:lnTo>
                <a:lnTo>
                  <a:pt x="23" y="4"/>
                </a:lnTo>
                <a:lnTo>
                  <a:pt x="23" y="3"/>
                </a:lnTo>
                <a:lnTo>
                  <a:pt x="23" y="2"/>
                </a:lnTo>
                <a:lnTo>
                  <a:pt x="24" y="2"/>
                </a:lnTo>
                <a:lnTo>
                  <a:pt x="25" y="3"/>
                </a:lnTo>
                <a:lnTo>
                  <a:pt x="26" y="5"/>
                </a:lnTo>
                <a:lnTo>
                  <a:pt x="26" y="6"/>
                </a:lnTo>
                <a:lnTo>
                  <a:pt x="26" y="7"/>
                </a:lnTo>
                <a:lnTo>
                  <a:pt x="27" y="8"/>
                </a:lnTo>
                <a:lnTo>
                  <a:pt x="27" y="9"/>
                </a:lnTo>
                <a:lnTo>
                  <a:pt x="28" y="9"/>
                </a:lnTo>
                <a:lnTo>
                  <a:pt x="29" y="9"/>
                </a:lnTo>
                <a:lnTo>
                  <a:pt x="29" y="10"/>
                </a:lnTo>
                <a:lnTo>
                  <a:pt x="28" y="11"/>
                </a:lnTo>
                <a:lnTo>
                  <a:pt x="27" y="11"/>
                </a:lnTo>
                <a:lnTo>
                  <a:pt x="26" y="11"/>
                </a:lnTo>
                <a:lnTo>
                  <a:pt x="25" y="11"/>
                </a:lnTo>
                <a:lnTo>
                  <a:pt x="26" y="10"/>
                </a:lnTo>
                <a:lnTo>
                  <a:pt x="25" y="9"/>
                </a:lnTo>
                <a:lnTo>
                  <a:pt x="24" y="9"/>
                </a:lnTo>
                <a:lnTo>
                  <a:pt x="24" y="10"/>
                </a:lnTo>
                <a:lnTo>
                  <a:pt x="23" y="10"/>
                </a:lnTo>
                <a:lnTo>
                  <a:pt x="22" y="10"/>
                </a:lnTo>
                <a:lnTo>
                  <a:pt x="21" y="10"/>
                </a:lnTo>
                <a:lnTo>
                  <a:pt x="20" y="10"/>
                </a:lnTo>
                <a:lnTo>
                  <a:pt x="19" y="11"/>
                </a:lnTo>
                <a:lnTo>
                  <a:pt x="19" y="13"/>
                </a:lnTo>
                <a:lnTo>
                  <a:pt x="17" y="14"/>
                </a:lnTo>
                <a:lnTo>
                  <a:pt x="17" y="15"/>
                </a:lnTo>
                <a:lnTo>
                  <a:pt x="16" y="16"/>
                </a:lnTo>
                <a:lnTo>
                  <a:pt x="15" y="17"/>
                </a:lnTo>
                <a:lnTo>
                  <a:pt x="14" y="17"/>
                </a:lnTo>
                <a:lnTo>
                  <a:pt x="14" y="18"/>
                </a:lnTo>
                <a:lnTo>
                  <a:pt x="13" y="19"/>
                </a:lnTo>
                <a:lnTo>
                  <a:pt x="13" y="20"/>
                </a:lnTo>
                <a:lnTo>
                  <a:pt x="14" y="20"/>
                </a:lnTo>
                <a:lnTo>
                  <a:pt x="15" y="20"/>
                </a:lnTo>
                <a:lnTo>
                  <a:pt x="15" y="21"/>
                </a:lnTo>
                <a:lnTo>
                  <a:pt x="14" y="21"/>
                </a:lnTo>
                <a:lnTo>
                  <a:pt x="14" y="22"/>
                </a:lnTo>
                <a:lnTo>
                  <a:pt x="14" y="23"/>
                </a:lnTo>
                <a:lnTo>
                  <a:pt x="13" y="23"/>
                </a:lnTo>
                <a:lnTo>
                  <a:pt x="13" y="22"/>
                </a:lnTo>
                <a:lnTo>
                  <a:pt x="12" y="22"/>
                </a:lnTo>
                <a:lnTo>
                  <a:pt x="11" y="22"/>
                </a:lnTo>
                <a:lnTo>
                  <a:pt x="11" y="23"/>
                </a:lnTo>
                <a:lnTo>
                  <a:pt x="10" y="23"/>
                </a:lnTo>
                <a:lnTo>
                  <a:pt x="9" y="23"/>
                </a:lnTo>
                <a:lnTo>
                  <a:pt x="9" y="24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8" y="22"/>
                </a:lnTo>
                <a:lnTo>
                  <a:pt x="8" y="21"/>
                </a:lnTo>
                <a:lnTo>
                  <a:pt x="7" y="21"/>
                </a:lnTo>
                <a:lnTo>
                  <a:pt x="6" y="21"/>
                </a:lnTo>
                <a:lnTo>
                  <a:pt x="5" y="21"/>
                </a:lnTo>
                <a:lnTo>
                  <a:pt x="4" y="21"/>
                </a:lnTo>
                <a:lnTo>
                  <a:pt x="4" y="20"/>
                </a:lnTo>
                <a:lnTo>
                  <a:pt x="3" y="19"/>
                </a:lnTo>
                <a:lnTo>
                  <a:pt x="3" y="18"/>
                </a:lnTo>
                <a:lnTo>
                  <a:pt x="1" y="18"/>
                </a:lnTo>
                <a:lnTo>
                  <a:pt x="1" y="19"/>
                </a:lnTo>
                <a:lnTo>
                  <a:pt x="0" y="19"/>
                </a:lnTo>
                <a:lnTo>
                  <a:pt x="0" y="18"/>
                </a:lnTo>
                <a:lnTo>
                  <a:pt x="0" y="17"/>
                </a:lnTo>
                <a:lnTo>
                  <a:pt x="1" y="16"/>
                </a:lnTo>
                <a:lnTo>
                  <a:pt x="1" y="15"/>
                </a:lnTo>
                <a:lnTo>
                  <a:pt x="1" y="16"/>
                </a:lnTo>
                <a:lnTo>
                  <a:pt x="3" y="16"/>
                </a:lnTo>
                <a:lnTo>
                  <a:pt x="3" y="17"/>
                </a:lnTo>
                <a:lnTo>
                  <a:pt x="3" y="18"/>
                </a:lnTo>
                <a:lnTo>
                  <a:pt x="4" y="18"/>
                </a:lnTo>
                <a:lnTo>
                  <a:pt x="4" y="19"/>
                </a:lnTo>
                <a:lnTo>
                  <a:pt x="4" y="20"/>
                </a:lnTo>
                <a:lnTo>
                  <a:pt x="4" y="21"/>
                </a:lnTo>
                <a:lnTo>
                  <a:pt x="5" y="21"/>
                </a:lnTo>
                <a:lnTo>
                  <a:pt x="5" y="20"/>
                </a:lnTo>
                <a:lnTo>
                  <a:pt x="6" y="20"/>
                </a:lnTo>
                <a:lnTo>
                  <a:pt x="6" y="19"/>
                </a:lnTo>
                <a:lnTo>
                  <a:pt x="7" y="19"/>
                </a:lnTo>
                <a:lnTo>
                  <a:pt x="7" y="20"/>
                </a:lnTo>
                <a:lnTo>
                  <a:pt x="8" y="21"/>
                </a:lnTo>
                <a:lnTo>
                  <a:pt x="9" y="21"/>
                </a:lnTo>
                <a:lnTo>
                  <a:pt x="9" y="20"/>
                </a:lnTo>
                <a:lnTo>
                  <a:pt x="9" y="19"/>
                </a:lnTo>
                <a:lnTo>
                  <a:pt x="10" y="19"/>
                </a:lnTo>
                <a:lnTo>
                  <a:pt x="11" y="19"/>
                </a:lnTo>
                <a:lnTo>
                  <a:pt x="11" y="20"/>
                </a:lnTo>
                <a:lnTo>
                  <a:pt x="12" y="20"/>
                </a:lnTo>
                <a:lnTo>
                  <a:pt x="12" y="19"/>
                </a:lnTo>
                <a:lnTo>
                  <a:pt x="12" y="18"/>
                </a:lnTo>
                <a:lnTo>
                  <a:pt x="11" y="18"/>
                </a:lnTo>
                <a:lnTo>
                  <a:pt x="11" y="17"/>
                </a:lnTo>
                <a:lnTo>
                  <a:pt x="12" y="17"/>
                </a:lnTo>
                <a:lnTo>
                  <a:pt x="13" y="17"/>
                </a:lnTo>
                <a:lnTo>
                  <a:pt x="12" y="15"/>
                </a:lnTo>
                <a:lnTo>
                  <a:pt x="11" y="14"/>
                </a:lnTo>
                <a:lnTo>
                  <a:pt x="10" y="14"/>
                </a:lnTo>
                <a:lnTo>
                  <a:pt x="10" y="15"/>
                </a:lnTo>
                <a:lnTo>
                  <a:pt x="9" y="16"/>
                </a:lnTo>
                <a:lnTo>
                  <a:pt x="7" y="16"/>
                </a:lnTo>
                <a:lnTo>
                  <a:pt x="6" y="16"/>
                </a:lnTo>
                <a:lnTo>
                  <a:pt x="5" y="16"/>
                </a:lnTo>
                <a:lnTo>
                  <a:pt x="4" y="15"/>
                </a:lnTo>
                <a:lnTo>
                  <a:pt x="5" y="15"/>
                </a:lnTo>
                <a:lnTo>
                  <a:pt x="5" y="14"/>
                </a:lnTo>
                <a:lnTo>
                  <a:pt x="5" y="15"/>
                </a:lnTo>
                <a:lnTo>
                  <a:pt x="6" y="15"/>
                </a:lnTo>
                <a:lnTo>
                  <a:pt x="7" y="14"/>
                </a:lnTo>
                <a:lnTo>
                  <a:pt x="8" y="13"/>
                </a:lnTo>
                <a:lnTo>
                  <a:pt x="7" y="11"/>
                </a:lnTo>
                <a:lnTo>
                  <a:pt x="6" y="11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1"/>
                </a:lnTo>
                <a:lnTo>
                  <a:pt x="5" y="10"/>
                </a:lnTo>
                <a:lnTo>
                  <a:pt x="5" y="9"/>
                </a:lnTo>
                <a:lnTo>
                  <a:pt x="4" y="8"/>
                </a:lnTo>
                <a:lnTo>
                  <a:pt x="5" y="8"/>
                </a:lnTo>
                <a:lnTo>
                  <a:pt x="6" y="7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7" y="8"/>
                </a:lnTo>
                <a:lnTo>
                  <a:pt x="8" y="8"/>
                </a:lnTo>
                <a:lnTo>
                  <a:pt x="8" y="9"/>
                </a:lnTo>
                <a:lnTo>
                  <a:pt x="9" y="9"/>
                </a:lnTo>
                <a:lnTo>
                  <a:pt x="9" y="10"/>
                </a:lnTo>
                <a:lnTo>
                  <a:pt x="11" y="9"/>
                </a:lnTo>
                <a:lnTo>
                  <a:pt x="11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2" y="5"/>
                </a:lnTo>
                <a:lnTo>
                  <a:pt x="11" y="4"/>
                </a:ln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3" y="3"/>
                </a:lnTo>
                <a:lnTo>
                  <a:pt x="14" y="3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6" y="1"/>
                </a:lnTo>
                <a:lnTo>
                  <a:pt x="16" y="2"/>
                </a:lnTo>
                <a:lnTo>
                  <a:pt x="15" y="2"/>
                </a:lnTo>
                <a:lnTo>
                  <a:pt x="15" y="3"/>
                </a:lnTo>
                <a:lnTo>
                  <a:pt x="15" y="5"/>
                </a:lnTo>
                <a:lnTo>
                  <a:pt x="15" y="6"/>
                </a:lnTo>
                <a:lnTo>
                  <a:pt x="15" y="7"/>
                </a:lnTo>
                <a:lnTo>
                  <a:pt x="16" y="7"/>
                </a:lnTo>
                <a:lnTo>
                  <a:pt x="17" y="6"/>
                </a:lnTo>
                <a:lnTo>
                  <a:pt x="17" y="5"/>
                </a:lnTo>
                <a:lnTo>
                  <a:pt x="17" y="4"/>
                </a:lnTo>
                <a:lnTo>
                  <a:pt x="17" y="3"/>
                </a:lnTo>
                <a:lnTo>
                  <a:pt x="18" y="3"/>
                </a:lnTo>
                <a:lnTo>
                  <a:pt x="18" y="4"/>
                </a:lnTo>
                <a:lnTo>
                  <a:pt x="18" y="5"/>
                </a:lnTo>
                <a:lnTo>
                  <a:pt x="19" y="5"/>
                </a:lnTo>
                <a:lnTo>
                  <a:pt x="18" y="5"/>
                </a:lnTo>
                <a:lnTo>
                  <a:pt x="18" y="4"/>
                </a:lnTo>
                <a:lnTo>
                  <a:pt x="19" y="4"/>
                </a:lnTo>
                <a:lnTo>
                  <a:pt x="19" y="3"/>
                </a:lnTo>
                <a:lnTo>
                  <a:pt x="19" y="2"/>
                </a:lnTo>
                <a:lnTo>
                  <a:pt x="19" y="1"/>
                </a:lnTo>
                <a:lnTo>
                  <a:pt x="19" y="0"/>
                </a:lnTo>
                <a:lnTo>
                  <a:pt x="20" y="0"/>
                </a:lnTo>
                <a:lnTo>
                  <a:pt x="20" y="1"/>
                </a:lnTo>
                <a:lnTo>
                  <a:pt x="21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6" name=""/>
          <p:cNvSpPr/>
          <p:nvPr/>
        </p:nvSpPr>
        <p:spPr>
          <a:xfrm>
            <a:off x="5240880" y="2469240"/>
            <a:ext cx="5040" cy="7200"/>
          </a:xfrm>
          <a:custGeom>
            <a:avLst/>
            <a:gdLst/>
            <a:ahLst/>
            <a:rect l="0" t="0" r="r" b="b"/>
            <a:pathLst>
              <a:path w="14" h="20">
                <a:moveTo>
                  <a:pt x="9" y="1"/>
                </a:move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2" y="1"/>
                </a:lnTo>
                <a:lnTo>
                  <a:pt x="14" y="1"/>
                </a:lnTo>
                <a:lnTo>
                  <a:pt x="12" y="2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10" y="9"/>
                </a:lnTo>
                <a:lnTo>
                  <a:pt x="10" y="11"/>
                </a:lnTo>
                <a:lnTo>
                  <a:pt x="10" y="12"/>
                </a:lnTo>
                <a:lnTo>
                  <a:pt x="9" y="12"/>
                </a:lnTo>
                <a:lnTo>
                  <a:pt x="8" y="13"/>
                </a:lnTo>
                <a:lnTo>
                  <a:pt x="9" y="13"/>
                </a:lnTo>
                <a:lnTo>
                  <a:pt x="9" y="14"/>
                </a:lnTo>
                <a:lnTo>
                  <a:pt x="9" y="15"/>
                </a:lnTo>
                <a:lnTo>
                  <a:pt x="8" y="15"/>
                </a:lnTo>
                <a:lnTo>
                  <a:pt x="9" y="16"/>
                </a:lnTo>
                <a:lnTo>
                  <a:pt x="9" y="17"/>
                </a:lnTo>
                <a:lnTo>
                  <a:pt x="10" y="17"/>
                </a:lnTo>
                <a:lnTo>
                  <a:pt x="10" y="18"/>
                </a:lnTo>
                <a:lnTo>
                  <a:pt x="9" y="18"/>
                </a:lnTo>
                <a:lnTo>
                  <a:pt x="8" y="18"/>
                </a:lnTo>
                <a:lnTo>
                  <a:pt x="7" y="18"/>
                </a:lnTo>
                <a:lnTo>
                  <a:pt x="6" y="18"/>
                </a:lnTo>
                <a:lnTo>
                  <a:pt x="5" y="18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3" y="20"/>
                </a:lnTo>
                <a:lnTo>
                  <a:pt x="2" y="20"/>
                </a:lnTo>
                <a:lnTo>
                  <a:pt x="0" y="20"/>
                </a:lnTo>
                <a:lnTo>
                  <a:pt x="0" y="19"/>
                </a:lnTo>
                <a:lnTo>
                  <a:pt x="2" y="19"/>
                </a:lnTo>
                <a:lnTo>
                  <a:pt x="2" y="18"/>
                </a:lnTo>
                <a:lnTo>
                  <a:pt x="3" y="18"/>
                </a:lnTo>
                <a:lnTo>
                  <a:pt x="3" y="17"/>
                </a:lnTo>
                <a:lnTo>
                  <a:pt x="4" y="17"/>
                </a:lnTo>
                <a:lnTo>
                  <a:pt x="4" y="18"/>
                </a:lnTo>
                <a:lnTo>
                  <a:pt x="5" y="18"/>
                </a:lnTo>
                <a:lnTo>
                  <a:pt x="6" y="17"/>
                </a:lnTo>
                <a:lnTo>
                  <a:pt x="7" y="16"/>
                </a:lnTo>
                <a:lnTo>
                  <a:pt x="7" y="14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5" y="13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6" y="11"/>
                </a:lnTo>
                <a:lnTo>
                  <a:pt x="6" y="9"/>
                </a:lnTo>
                <a:lnTo>
                  <a:pt x="6" y="8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9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7" name=""/>
          <p:cNvSpPr/>
          <p:nvPr/>
        </p:nvSpPr>
        <p:spPr>
          <a:xfrm>
            <a:off x="5248800" y="24703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8" name=""/>
          <p:cNvSpPr/>
          <p:nvPr/>
        </p:nvSpPr>
        <p:spPr>
          <a:xfrm>
            <a:off x="5243040" y="24688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9" name=""/>
          <p:cNvSpPr/>
          <p:nvPr/>
        </p:nvSpPr>
        <p:spPr>
          <a:xfrm>
            <a:off x="5245200" y="2466720"/>
            <a:ext cx="4680" cy="4320"/>
          </a:xfrm>
          <a:custGeom>
            <a:avLst/>
            <a:gdLst/>
            <a:ahLst/>
            <a:rect l="0" t="0" r="r" b="b"/>
            <a:pathLst>
              <a:path w="13" h="12">
                <a:moveTo>
                  <a:pt x="7" y="1"/>
                </a:move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12" y="2"/>
                </a:lnTo>
                <a:lnTo>
                  <a:pt x="12" y="4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0" y="6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2" y="9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2" y="9"/>
                </a:lnTo>
                <a:lnTo>
                  <a:pt x="12" y="10"/>
                </a:lnTo>
                <a:lnTo>
                  <a:pt x="12" y="11"/>
                </a:lnTo>
                <a:lnTo>
                  <a:pt x="10" y="11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8" y="11"/>
                </a:lnTo>
                <a:lnTo>
                  <a:pt x="9" y="10"/>
                </a:lnTo>
                <a:lnTo>
                  <a:pt x="9" y="9"/>
                </a:lnTo>
                <a:lnTo>
                  <a:pt x="9" y="8"/>
                </a:lnTo>
                <a:lnTo>
                  <a:pt x="8" y="7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0" name=""/>
          <p:cNvSpPr/>
          <p:nvPr/>
        </p:nvSpPr>
        <p:spPr>
          <a:xfrm>
            <a:off x="5247720" y="24606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4"/>
                </a:moveTo>
                <a:lnTo>
                  <a:pt x="2" y="5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1" name=""/>
          <p:cNvSpPr/>
          <p:nvPr/>
        </p:nvSpPr>
        <p:spPr>
          <a:xfrm>
            <a:off x="5403600" y="25686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2" name=""/>
          <p:cNvSpPr/>
          <p:nvPr/>
        </p:nvSpPr>
        <p:spPr>
          <a:xfrm>
            <a:off x="5394960" y="2559960"/>
            <a:ext cx="7920" cy="6120"/>
          </a:xfrm>
          <a:custGeom>
            <a:avLst/>
            <a:gdLst/>
            <a:ahLst/>
            <a:rect l="0" t="0" r="r" b="b"/>
            <a:pathLst>
              <a:path w="22" h="17">
                <a:moveTo>
                  <a:pt x="3" y="3"/>
                </a:move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8" y="2"/>
                </a:lnTo>
                <a:lnTo>
                  <a:pt x="9" y="2"/>
                </a:lnTo>
                <a:lnTo>
                  <a:pt x="10" y="0"/>
                </a:lnTo>
                <a:lnTo>
                  <a:pt x="11" y="2"/>
                </a:lnTo>
                <a:lnTo>
                  <a:pt x="12" y="2"/>
                </a:lnTo>
                <a:lnTo>
                  <a:pt x="12" y="0"/>
                </a:lnTo>
                <a:lnTo>
                  <a:pt x="13" y="0"/>
                </a:lnTo>
                <a:lnTo>
                  <a:pt x="13" y="2"/>
                </a:lnTo>
                <a:lnTo>
                  <a:pt x="13" y="3"/>
                </a:lnTo>
                <a:lnTo>
                  <a:pt x="13" y="4"/>
                </a:lnTo>
                <a:lnTo>
                  <a:pt x="14" y="5"/>
                </a:lnTo>
                <a:lnTo>
                  <a:pt x="15" y="5"/>
                </a:lnTo>
                <a:lnTo>
                  <a:pt x="15" y="6"/>
                </a:lnTo>
                <a:lnTo>
                  <a:pt x="15" y="5"/>
                </a:lnTo>
                <a:lnTo>
                  <a:pt x="14" y="5"/>
                </a:lnTo>
                <a:lnTo>
                  <a:pt x="14" y="6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5" y="10"/>
                </a:lnTo>
                <a:lnTo>
                  <a:pt x="16" y="10"/>
                </a:lnTo>
                <a:lnTo>
                  <a:pt x="16" y="11"/>
                </a:lnTo>
                <a:lnTo>
                  <a:pt x="17" y="11"/>
                </a:lnTo>
                <a:lnTo>
                  <a:pt x="18" y="11"/>
                </a:lnTo>
                <a:lnTo>
                  <a:pt x="20" y="11"/>
                </a:lnTo>
                <a:lnTo>
                  <a:pt x="20" y="12"/>
                </a:lnTo>
                <a:lnTo>
                  <a:pt x="21" y="12"/>
                </a:lnTo>
                <a:lnTo>
                  <a:pt x="22" y="13"/>
                </a:lnTo>
                <a:lnTo>
                  <a:pt x="22" y="14"/>
                </a:lnTo>
                <a:lnTo>
                  <a:pt x="21" y="14"/>
                </a:lnTo>
                <a:lnTo>
                  <a:pt x="21" y="15"/>
                </a:lnTo>
                <a:lnTo>
                  <a:pt x="21" y="16"/>
                </a:lnTo>
                <a:lnTo>
                  <a:pt x="21" y="17"/>
                </a:lnTo>
                <a:lnTo>
                  <a:pt x="20" y="17"/>
                </a:lnTo>
                <a:lnTo>
                  <a:pt x="18" y="17"/>
                </a:lnTo>
                <a:lnTo>
                  <a:pt x="18" y="16"/>
                </a:lnTo>
                <a:lnTo>
                  <a:pt x="17" y="16"/>
                </a:lnTo>
                <a:lnTo>
                  <a:pt x="17" y="17"/>
                </a:lnTo>
                <a:lnTo>
                  <a:pt x="16" y="17"/>
                </a:lnTo>
                <a:lnTo>
                  <a:pt x="15" y="16"/>
                </a:lnTo>
                <a:lnTo>
                  <a:pt x="14" y="15"/>
                </a:lnTo>
                <a:lnTo>
                  <a:pt x="14" y="14"/>
                </a:lnTo>
                <a:lnTo>
                  <a:pt x="13" y="14"/>
                </a:lnTo>
                <a:lnTo>
                  <a:pt x="12" y="14"/>
                </a:lnTo>
                <a:lnTo>
                  <a:pt x="12" y="13"/>
                </a:lnTo>
                <a:lnTo>
                  <a:pt x="11" y="13"/>
                </a:lnTo>
                <a:lnTo>
                  <a:pt x="10" y="13"/>
                </a:lnTo>
                <a:lnTo>
                  <a:pt x="10" y="14"/>
                </a:lnTo>
                <a:lnTo>
                  <a:pt x="9" y="14"/>
                </a:lnTo>
                <a:lnTo>
                  <a:pt x="8" y="14"/>
                </a:lnTo>
                <a:lnTo>
                  <a:pt x="6" y="12"/>
                </a:lnTo>
                <a:lnTo>
                  <a:pt x="5" y="11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3" name=""/>
          <p:cNvSpPr/>
          <p:nvPr/>
        </p:nvSpPr>
        <p:spPr>
          <a:xfrm>
            <a:off x="5313960" y="255348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1" y="9"/>
                </a:move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3" y="5"/>
                </a:lnTo>
                <a:lnTo>
                  <a:pt x="1" y="4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7" y="3"/>
                </a:lnTo>
                <a:lnTo>
                  <a:pt x="7" y="4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3" y="9"/>
                </a:lnTo>
                <a:lnTo>
                  <a:pt x="1" y="9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080" rIns="21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4" name=""/>
          <p:cNvSpPr/>
          <p:nvPr/>
        </p:nvSpPr>
        <p:spPr>
          <a:xfrm>
            <a:off x="5304600" y="2536200"/>
            <a:ext cx="4680" cy="4320"/>
          </a:xfrm>
          <a:custGeom>
            <a:avLst/>
            <a:gdLst/>
            <a:ahLst/>
            <a:rect l="0" t="0" r="r" b="b"/>
            <a:pathLst>
              <a:path w="13" h="12">
                <a:moveTo>
                  <a:pt x="4" y="3"/>
                </a:moveTo>
                <a:lnTo>
                  <a:pt x="6" y="5"/>
                </a:lnTo>
                <a:lnTo>
                  <a:pt x="7" y="6"/>
                </a:lnTo>
                <a:lnTo>
                  <a:pt x="9" y="8"/>
                </a:lnTo>
                <a:lnTo>
                  <a:pt x="10" y="8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1" y="11"/>
                </a:lnTo>
                <a:lnTo>
                  <a:pt x="11" y="10"/>
                </a:lnTo>
                <a:lnTo>
                  <a:pt x="10" y="9"/>
                </a:lnTo>
                <a:lnTo>
                  <a:pt x="5" y="6"/>
                </a:lnTo>
                <a:lnTo>
                  <a:pt x="4" y="5"/>
                </a:lnTo>
                <a:lnTo>
                  <a:pt x="4" y="4"/>
                </a:lnTo>
                <a:lnTo>
                  <a:pt x="2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5" name=""/>
          <p:cNvSpPr/>
          <p:nvPr/>
        </p:nvSpPr>
        <p:spPr>
          <a:xfrm>
            <a:off x="5385240" y="2518200"/>
            <a:ext cx="3600" cy="3960"/>
          </a:xfrm>
          <a:custGeom>
            <a:avLst/>
            <a:gdLst/>
            <a:ahLst/>
            <a:rect l="0" t="0" r="r" b="b"/>
            <a:pathLst>
              <a:path w="10" h="11">
                <a:moveTo>
                  <a:pt x="8" y="2"/>
                </a:move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10" y="9"/>
                </a:lnTo>
                <a:lnTo>
                  <a:pt x="9" y="9"/>
                </a:lnTo>
                <a:lnTo>
                  <a:pt x="9" y="11"/>
                </a:lnTo>
                <a:lnTo>
                  <a:pt x="8" y="9"/>
                </a:lnTo>
                <a:lnTo>
                  <a:pt x="7" y="8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3" y="6"/>
                </a:lnTo>
                <a:lnTo>
                  <a:pt x="2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800" rIns="21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6" name=""/>
          <p:cNvSpPr/>
          <p:nvPr/>
        </p:nvSpPr>
        <p:spPr>
          <a:xfrm>
            <a:off x="5388480" y="2519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7" name=""/>
          <p:cNvSpPr/>
          <p:nvPr/>
        </p:nvSpPr>
        <p:spPr>
          <a:xfrm>
            <a:off x="5285880" y="2491560"/>
            <a:ext cx="720" cy="2520"/>
          </a:xfrm>
          <a:custGeom>
            <a:avLst/>
            <a:gdLst/>
            <a:ahLst/>
            <a:rect l="0" t="0" r="r" b="b"/>
            <a:pathLst>
              <a:path w="2" h="7">
                <a:moveTo>
                  <a:pt x="0" y="5"/>
                </a:move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0" y="5"/>
                </a:lnTo>
                <a:lnTo>
                  <a:pt x="0" y="7"/>
                </a:lnTo>
                <a:lnTo>
                  <a:pt x="0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8" name=""/>
          <p:cNvSpPr/>
          <p:nvPr/>
        </p:nvSpPr>
        <p:spPr>
          <a:xfrm>
            <a:off x="5286600" y="2471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9" name=""/>
          <p:cNvSpPr/>
          <p:nvPr/>
        </p:nvSpPr>
        <p:spPr>
          <a:xfrm>
            <a:off x="5284440" y="2460240"/>
            <a:ext cx="1440" cy="3600"/>
          </a:xfrm>
          <a:custGeom>
            <a:avLst/>
            <a:gdLst/>
            <a:ahLst/>
            <a:rect l="0" t="0" r="r" b="b"/>
            <a:pathLst>
              <a:path w="4" h="10">
                <a:moveTo>
                  <a:pt x="2" y="8"/>
                </a:moveTo>
                <a:lnTo>
                  <a:pt x="0" y="7"/>
                </a:lnTo>
                <a:lnTo>
                  <a:pt x="0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2" y="7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440" rIns="216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0" name=""/>
          <p:cNvSpPr/>
          <p:nvPr/>
        </p:nvSpPr>
        <p:spPr>
          <a:xfrm>
            <a:off x="5285160" y="245628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3" y="4"/>
                </a:moveTo>
                <a:lnTo>
                  <a:pt x="3" y="5"/>
                </a:lnTo>
                <a:lnTo>
                  <a:pt x="0" y="6"/>
                </a:lnTo>
                <a:lnTo>
                  <a:pt x="0" y="0"/>
                </a:lnTo>
                <a:lnTo>
                  <a:pt x="3" y="0"/>
                </a:lnTo>
                <a:lnTo>
                  <a:pt x="3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1" name=""/>
          <p:cNvSpPr/>
          <p:nvPr/>
        </p:nvSpPr>
        <p:spPr>
          <a:xfrm>
            <a:off x="5284080" y="2328480"/>
            <a:ext cx="108720" cy="253080"/>
          </a:xfrm>
          <a:custGeom>
            <a:avLst/>
            <a:gdLst/>
            <a:ahLst/>
            <a:rect l="0" t="0" r="r" b="b"/>
            <a:pathLst>
              <a:path w="302" h="703">
                <a:moveTo>
                  <a:pt x="212" y="2"/>
                </a:moveTo>
                <a:lnTo>
                  <a:pt x="212" y="1"/>
                </a:lnTo>
                <a:lnTo>
                  <a:pt x="213" y="0"/>
                </a:lnTo>
                <a:lnTo>
                  <a:pt x="214" y="0"/>
                </a:lnTo>
                <a:lnTo>
                  <a:pt x="216" y="1"/>
                </a:lnTo>
                <a:lnTo>
                  <a:pt x="218" y="1"/>
                </a:lnTo>
                <a:lnTo>
                  <a:pt x="218" y="2"/>
                </a:lnTo>
                <a:lnTo>
                  <a:pt x="219" y="2"/>
                </a:lnTo>
                <a:lnTo>
                  <a:pt x="223" y="3"/>
                </a:lnTo>
                <a:lnTo>
                  <a:pt x="224" y="4"/>
                </a:lnTo>
                <a:lnTo>
                  <a:pt x="225" y="4"/>
                </a:lnTo>
                <a:lnTo>
                  <a:pt x="225" y="5"/>
                </a:lnTo>
                <a:lnTo>
                  <a:pt x="226" y="5"/>
                </a:lnTo>
                <a:lnTo>
                  <a:pt x="226" y="6"/>
                </a:lnTo>
                <a:lnTo>
                  <a:pt x="227" y="6"/>
                </a:lnTo>
                <a:lnTo>
                  <a:pt x="227" y="8"/>
                </a:lnTo>
                <a:lnTo>
                  <a:pt x="227" y="9"/>
                </a:lnTo>
                <a:lnTo>
                  <a:pt x="227" y="10"/>
                </a:lnTo>
                <a:lnTo>
                  <a:pt x="228" y="11"/>
                </a:lnTo>
                <a:lnTo>
                  <a:pt x="229" y="11"/>
                </a:lnTo>
                <a:lnTo>
                  <a:pt x="229" y="12"/>
                </a:lnTo>
                <a:lnTo>
                  <a:pt x="231" y="11"/>
                </a:lnTo>
                <a:lnTo>
                  <a:pt x="231" y="12"/>
                </a:lnTo>
                <a:lnTo>
                  <a:pt x="231" y="13"/>
                </a:lnTo>
                <a:lnTo>
                  <a:pt x="231" y="14"/>
                </a:lnTo>
                <a:lnTo>
                  <a:pt x="232" y="14"/>
                </a:lnTo>
                <a:lnTo>
                  <a:pt x="232" y="15"/>
                </a:lnTo>
                <a:lnTo>
                  <a:pt x="233" y="15"/>
                </a:lnTo>
                <a:lnTo>
                  <a:pt x="234" y="16"/>
                </a:lnTo>
                <a:lnTo>
                  <a:pt x="235" y="17"/>
                </a:lnTo>
                <a:lnTo>
                  <a:pt x="236" y="17"/>
                </a:lnTo>
                <a:lnTo>
                  <a:pt x="236" y="16"/>
                </a:lnTo>
                <a:lnTo>
                  <a:pt x="237" y="16"/>
                </a:lnTo>
                <a:lnTo>
                  <a:pt x="238" y="15"/>
                </a:lnTo>
                <a:lnTo>
                  <a:pt x="239" y="15"/>
                </a:lnTo>
                <a:lnTo>
                  <a:pt x="239" y="14"/>
                </a:lnTo>
                <a:lnTo>
                  <a:pt x="239" y="13"/>
                </a:lnTo>
                <a:lnTo>
                  <a:pt x="240" y="13"/>
                </a:lnTo>
                <a:lnTo>
                  <a:pt x="240" y="14"/>
                </a:lnTo>
                <a:lnTo>
                  <a:pt x="239" y="16"/>
                </a:lnTo>
                <a:lnTo>
                  <a:pt x="239" y="17"/>
                </a:lnTo>
                <a:lnTo>
                  <a:pt x="238" y="18"/>
                </a:lnTo>
                <a:lnTo>
                  <a:pt x="239" y="19"/>
                </a:lnTo>
                <a:lnTo>
                  <a:pt x="239" y="20"/>
                </a:lnTo>
                <a:lnTo>
                  <a:pt x="240" y="20"/>
                </a:lnTo>
                <a:lnTo>
                  <a:pt x="241" y="20"/>
                </a:lnTo>
                <a:lnTo>
                  <a:pt x="242" y="20"/>
                </a:lnTo>
                <a:lnTo>
                  <a:pt x="242" y="21"/>
                </a:lnTo>
                <a:lnTo>
                  <a:pt x="243" y="21"/>
                </a:lnTo>
                <a:lnTo>
                  <a:pt x="243" y="22"/>
                </a:lnTo>
                <a:lnTo>
                  <a:pt x="243" y="23"/>
                </a:lnTo>
                <a:lnTo>
                  <a:pt x="244" y="23"/>
                </a:lnTo>
                <a:lnTo>
                  <a:pt x="245" y="23"/>
                </a:lnTo>
                <a:lnTo>
                  <a:pt x="246" y="22"/>
                </a:lnTo>
                <a:lnTo>
                  <a:pt x="247" y="22"/>
                </a:lnTo>
                <a:lnTo>
                  <a:pt x="247" y="23"/>
                </a:lnTo>
                <a:lnTo>
                  <a:pt x="248" y="23"/>
                </a:lnTo>
                <a:lnTo>
                  <a:pt x="250" y="23"/>
                </a:lnTo>
                <a:lnTo>
                  <a:pt x="251" y="24"/>
                </a:lnTo>
                <a:lnTo>
                  <a:pt x="252" y="24"/>
                </a:lnTo>
                <a:lnTo>
                  <a:pt x="252" y="25"/>
                </a:lnTo>
                <a:lnTo>
                  <a:pt x="252" y="26"/>
                </a:lnTo>
                <a:lnTo>
                  <a:pt x="251" y="26"/>
                </a:lnTo>
                <a:lnTo>
                  <a:pt x="251" y="27"/>
                </a:lnTo>
                <a:lnTo>
                  <a:pt x="250" y="27"/>
                </a:lnTo>
                <a:lnTo>
                  <a:pt x="250" y="29"/>
                </a:lnTo>
                <a:lnTo>
                  <a:pt x="251" y="29"/>
                </a:lnTo>
                <a:lnTo>
                  <a:pt x="251" y="28"/>
                </a:lnTo>
                <a:lnTo>
                  <a:pt x="251" y="27"/>
                </a:lnTo>
                <a:lnTo>
                  <a:pt x="252" y="27"/>
                </a:lnTo>
                <a:lnTo>
                  <a:pt x="253" y="26"/>
                </a:lnTo>
                <a:lnTo>
                  <a:pt x="253" y="25"/>
                </a:lnTo>
                <a:lnTo>
                  <a:pt x="254" y="24"/>
                </a:lnTo>
                <a:lnTo>
                  <a:pt x="255" y="23"/>
                </a:lnTo>
                <a:lnTo>
                  <a:pt x="256" y="23"/>
                </a:lnTo>
                <a:lnTo>
                  <a:pt x="257" y="23"/>
                </a:lnTo>
                <a:lnTo>
                  <a:pt x="257" y="24"/>
                </a:lnTo>
                <a:lnTo>
                  <a:pt x="258" y="24"/>
                </a:lnTo>
                <a:lnTo>
                  <a:pt x="259" y="24"/>
                </a:lnTo>
                <a:lnTo>
                  <a:pt x="259" y="25"/>
                </a:lnTo>
                <a:lnTo>
                  <a:pt x="260" y="24"/>
                </a:lnTo>
                <a:lnTo>
                  <a:pt x="259" y="24"/>
                </a:lnTo>
                <a:lnTo>
                  <a:pt x="260" y="24"/>
                </a:lnTo>
                <a:lnTo>
                  <a:pt x="262" y="23"/>
                </a:lnTo>
                <a:lnTo>
                  <a:pt x="261" y="25"/>
                </a:lnTo>
                <a:lnTo>
                  <a:pt x="261" y="26"/>
                </a:lnTo>
                <a:lnTo>
                  <a:pt x="262" y="26"/>
                </a:lnTo>
                <a:lnTo>
                  <a:pt x="263" y="26"/>
                </a:lnTo>
                <a:lnTo>
                  <a:pt x="264" y="26"/>
                </a:lnTo>
                <a:lnTo>
                  <a:pt x="265" y="26"/>
                </a:lnTo>
                <a:lnTo>
                  <a:pt x="265" y="27"/>
                </a:lnTo>
                <a:lnTo>
                  <a:pt x="265" y="28"/>
                </a:lnTo>
                <a:lnTo>
                  <a:pt x="266" y="28"/>
                </a:lnTo>
                <a:lnTo>
                  <a:pt x="267" y="28"/>
                </a:lnTo>
                <a:lnTo>
                  <a:pt x="267" y="27"/>
                </a:lnTo>
                <a:lnTo>
                  <a:pt x="268" y="26"/>
                </a:lnTo>
                <a:lnTo>
                  <a:pt x="270" y="26"/>
                </a:lnTo>
                <a:lnTo>
                  <a:pt x="271" y="26"/>
                </a:lnTo>
                <a:lnTo>
                  <a:pt x="273" y="26"/>
                </a:lnTo>
                <a:lnTo>
                  <a:pt x="274" y="26"/>
                </a:lnTo>
                <a:lnTo>
                  <a:pt x="275" y="26"/>
                </a:lnTo>
                <a:lnTo>
                  <a:pt x="277" y="26"/>
                </a:lnTo>
                <a:lnTo>
                  <a:pt x="278" y="26"/>
                </a:lnTo>
                <a:lnTo>
                  <a:pt x="280" y="26"/>
                </a:lnTo>
                <a:lnTo>
                  <a:pt x="281" y="25"/>
                </a:lnTo>
                <a:lnTo>
                  <a:pt x="282" y="25"/>
                </a:lnTo>
                <a:lnTo>
                  <a:pt x="282" y="24"/>
                </a:lnTo>
                <a:lnTo>
                  <a:pt x="283" y="24"/>
                </a:lnTo>
                <a:lnTo>
                  <a:pt x="284" y="23"/>
                </a:lnTo>
                <a:lnTo>
                  <a:pt x="284" y="24"/>
                </a:lnTo>
                <a:lnTo>
                  <a:pt x="284" y="25"/>
                </a:lnTo>
                <a:lnTo>
                  <a:pt x="284" y="26"/>
                </a:lnTo>
                <a:lnTo>
                  <a:pt x="284" y="27"/>
                </a:lnTo>
                <a:lnTo>
                  <a:pt x="285" y="28"/>
                </a:lnTo>
                <a:lnTo>
                  <a:pt x="284" y="28"/>
                </a:lnTo>
                <a:lnTo>
                  <a:pt x="284" y="29"/>
                </a:lnTo>
                <a:lnTo>
                  <a:pt x="284" y="30"/>
                </a:lnTo>
                <a:lnTo>
                  <a:pt x="283" y="32"/>
                </a:lnTo>
                <a:lnTo>
                  <a:pt x="284" y="32"/>
                </a:lnTo>
                <a:lnTo>
                  <a:pt x="284" y="33"/>
                </a:lnTo>
                <a:lnTo>
                  <a:pt x="284" y="34"/>
                </a:lnTo>
                <a:lnTo>
                  <a:pt x="285" y="34"/>
                </a:lnTo>
                <a:lnTo>
                  <a:pt x="285" y="35"/>
                </a:lnTo>
                <a:lnTo>
                  <a:pt x="286" y="35"/>
                </a:lnTo>
                <a:lnTo>
                  <a:pt x="287" y="36"/>
                </a:lnTo>
                <a:lnTo>
                  <a:pt x="288" y="36"/>
                </a:lnTo>
                <a:lnTo>
                  <a:pt x="288" y="38"/>
                </a:lnTo>
                <a:lnTo>
                  <a:pt x="287" y="39"/>
                </a:lnTo>
                <a:lnTo>
                  <a:pt x="288" y="40"/>
                </a:lnTo>
                <a:lnTo>
                  <a:pt x="288" y="41"/>
                </a:lnTo>
                <a:lnTo>
                  <a:pt x="289" y="42"/>
                </a:lnTo>
                <a:lnTo>
                  <a:pt x="289" y="43"/>
                </a:lnTo>
                <a:lnTo>
                  <a:pt x="290" y="43"/>
                </a:lnTo>
                <a:lnTo>
                  <a:pt x="290" y="44"/>
                </a:lnTo>
                <a:lnTo>
                  <a:pt x="292" y="45"/>
                </a:lnTo>
                <a:lnTo>
                  <a:pt x="293" y="44"/>
                </a:lnTo>
                <a:lnTo>
                  <a:pt x="294" y="44"/>
                </a:lnTo>
                <a:lnTo>
                  <a:pt x="295" y="43"/>
                </a:lnTo>
                <a:lnTo>
                  <a:pt x="296" y="43"/>
                </a:lnTo>
                <a:lnTo>
                  <a:pt x="297" y="42"/>
                </a:lnTo>
                <a:lnTo>
                  <a:pt x="300" y="43"/>
                </a:lnTo>
                <a:lnTo>
                  <a:pt x="300" y="44"/>
                </a:lnTo>
                <a:lnTo>
                  <a:pt x="300" y="45"/>
                </a:lnTo>
                <a:lnTo>
                  <a:pt x="301" y="44"/>
                </a:lnTo>
                <a:lnTo>
                  <a:pt x="302" y="44"/>
                </a:lnTo>
                <a:lnTo>
                  <a:pt x="302" y="45"/>
                </a:lnTo>
                <a:lnTo>
                  <a:pt x="302" y="46"/>
                </a:lnTo>
                <a:lnTo>
                  <a:pt x="301" y="47"/>
                </a:lnTo>
                <a:lnTo>
                  <a:pt x="300" y="48"/>
                </a:lnTo>
                <a:lnTo>
                  <a:pt x="298" y="49"/>
                </a:lnTo>
                <a:lnTo>
                  <a:pt x="297" y="50"/>
                </a:lnTo>
                <a:lnTo>
                  <a:pt x="297" y="51"/>
                </a:lnTo>
                <a:lnTo>
                  <a:pt x="296" y="51"/>
                </a:lnTo>
                <a:lnTo>
                  <a:pt x="295" y="51"/>
                </a:lnTo>
                <a:lnTo>
                  <a:pt x="295" y="52"/>
                </a:lnTo>
                <a:lnTo>
                  <a:pt x="294" y="52"/>
                </a:lnTo>
                <a:lnTo>
                  <a:pt x="293" y="53"/>
                </a:lnTo>
                <a:lnTo>
                  <a:pt x="291" y="54"/>
                </a:lnTo>
                <a:lnTo>
                  <a:pt x="291" y="55"/>
                </a:lnTo>
                <a:lnTo>
                  <a:pt x="290" y="55"/>
                </a:lnTo>
                <a:lnTo>
                  <a:pt x="290" y="56"/>
                </a:lnTo>
                <a:lnTo>
                  <a:pt x="289" y="56"/>
                </a:lnTo>
                <a:lnTo>
                  <a:pt x="289" y="58"/>
                </a:lnTo>
                <a:lnTo>
                  <a:pt x="288" y="59"/>
                </a:lnTo>
                <a:lnTo>
                  <a:pt x="287" y="60"/>
                </a:lnTo>
                <a:lnTo>
                  <a:pt x="287" y="61"/>
                </a:lnTo>
                <a:lnTo>
                  <a:pt x="286" y="62"/>
                </a:lnTo>
                <a:lnTo>
                  <a:pt x="285" y="62"/>
                </a:lnTo>
                <a:lnTo>
                  <a:pt x="284" y="63"/>
                </a:lnTo>
                <a:lnTo>
                  <a:pt x="284" y="64"/>
                </a:lnTo>
                <a:lnTo>
                  <a:pt x="284" y="65"/>
                </a:lnTo>
                <a:lnTo>
                  <a:pt x="284" y="67"/>
                </a:lnTo>
                <a:lnTo>
                  <a:pt x="283" y="69"/>
                </a:lnTo>
                <a:lnTo>
                  <a:pt x="282" y="69"/>
                </a:lnTo>
                <a:lnTo>
                  <a:pt x="280" y="73"/>
                </a:lnTo>
                <a:lnTo>
                  <a:pt x="279" y="73"/>
                </a:lnTo>
                <a:lnTo>
                  <a:pt x="279" y="74"/>
                </a:lnTo>
                <a:lnTo>
                  <a:pt x="278" y="76"/>
                </a:lnTo>
                <a:lnTo>
                  <a:pt x="277" y="78"/>
                </a:lnTo>
                <a:lnTo>
                  <a:pt x="277" y="79"/>
                </a:lnTo>
                <a:lnTo>
                  <a:pt x="277" y="80"/>
                </a:lnTo>
                <a:lnTo>
                  <a:pt x="277" y="81"/>
                </a:lnTo>
                <a:lnTo>
                  <a:pt x="276" y="83"/>
                </a:lnTo>
                <a:lnTo>
                  <a:pt x="276" y="84"/>
                </a:lnTo>
                <a:lnTo>
                  <a:pt x="276" y="86"/>
                </a:lnTo>
                <a:lnTo>
                  <a:pt x="276" y="90"/>
                </a:lnTo>
                <a:lnTo>
                  <a:pt x="276" y="92"/>
                </a:lnTo>
                <a:lnTo>
                  <a:pt x="276" y="93"/>
                </a:lnTo>
                <a:lnTo>
                  <a:pt x="276" y="94"/>
                </a:lnTo>
                <a:lnTo>
                  <a:pt x="276" y="95"/>
                </a:lnTo>
                <a:lnTo>
                  <a:pt x="276" y="96"/>
                </a:lnTo>
                <a:lnTo>
                  <a:pt x="277" y="96"/>
                </a:lnTo>
                <a:lnTo>
                  <a:pt x="277" y="97"/>
                </a:lnTo>
                <a:lnTo>
                  <a:pt x="277" y="98"/>
                </a:lnTo>
                <a:lnTo>
                  <a:pt x="277" y="99"/>
                </a:lnTo>
                <a:lnTo>
                  <a:pt x="277" y="100"/>
                </a:lnTo>
                <a:lnTo>
                  <a:pt x="278" y="101"/>
                </a:lnTo>
                <a:lnTo>
                  <a:pt x="278" y="102"/>
                </a:lnTo>
                <a:lnTo>
                  <a:pt x="278" y="103"/>
                </a:lnTo>
                <a:lnTo>
                  <a:pt x="278" y="104"/>
                </a:lnTo>
                <a:lnTo>
                  <a:pt x="279" y="104"/>
                </a:lnTo>
                <a:lnTo>
                  <a:pt x="279" y="105"/>
                </a:lnTo>
                <a:lnTo>
                  <a:pt x="280" y="106"/>
                </a:lnTo>
                <a:lnTo>
                  <a:pt x="280" y="107"/>
                </a:lnTo>
                <a:lnTo>
                  <a:pt x="281" y="108"/>
                </a:lnTo>
                <a:lnTo>
                  <a:pt x="282" y="109"/>
                </a:lnTo>
                <a:lnTo>
                  <a:pt x="281" y="109"/>
                </a:lnTo>
                <a:lnTo>
                  <a:pt x="281" y="110"/>
                </a:lnTo>
                <a:lnTo>
                  <a:pt x="280" y="110"/>
                </a:lnTo>
                <a:lnTo>
                  <a:pt x="279" y="111"/>
                </a:lnTo>
                <a:lnTo>
                  <a:pt x="281" y="111"/>
                </a:lnTo>
                <a:lnTo>
                  <a:pt x="282" y="111"/>
                </a:lnTo>
                <a:lnTo>
                  <a:pt x="282" y="112"/>
                </a:lnTo>
                <a:lnTo>
                  <a:pt x="283" y="112"/>
                </a:lnTo>
                <a:lnTo>
                  <a:pt x="283" y="113"/>
                </a:lnTo>
                <a:lnTo>
                  <a:pt x="283" y="114"/>
                </a:lnTo>
                <a:lnTo>
                  <a:pt x="283" y="116"/>
                </a:lnTo>
                <a:lnTo>
                  <a:pt x="284" y="116"/>
                </a:lnTo>
                <a:lnTo>
                  <a:pt x="284" y="117"/>
                </a:lnTo>
                <a:lnTo>
                  <a:pt x="284" y="118"/>
                </a:lnTo>
                <a:lnTo>
                  <a:pt x="284" y="119"/>
                </a:lnTo>
                <a:lnTo>
                  <a:pt x="285" y="119"/>
                </a:lnTo>
                <a:lnTo>
                  <a:pt x="285" y="120"/>
                </a:lnTo>
                <a:lnTo>
                  <a:pt x="285" y="121"/>
                </a:lnTo>
                <a:lnTo>
                  <a:pt x="285" y="122"/>
                </a:lnTo>
                <a:lnTo>
                  <a:pt x="286" y="123"/>
                </a:lnTo>
                <a:lnTo>
                  <a:pt x="286" y="124"/>
                </a:lnTo>
                <a:lnTo>
                  <a:pt x="287" y="124"/>
                </a:lnTo>
                <a:lnTo>
                  <a:pt x="287" y="125"/>
                </a:lnTo>
                <a:lnTo>
                  <a:pt x="287" y="126"/>
                </a:lnTo>
                <a:lnTo>
                  <a:pt x="288" y="126"/>
                </a:lnTo>
                <a:lnTo>
                  <a:pt x="289" y="127"/>
                </a:lnTo>
                <a:lnTo>
                  <a:pt x="289" y="128"/>
                </a:lnTo>
                <a:lnTo>
                  <a:pt x="290" y="128"/>
                </a:lnTo>
                <a:lnTo>
                  <a:pt x="290" y="129"/>
                </a:lnTo>
                <a:lnTo>
                  <a:pt x="291" y="129"/>
                </a:lnTo>
                <a:lnTo>
                  <a:pt x="291" y="130"/>
                </a:lnTo>
                <a:lnTo>
                  <a:pt x="294" y="130"/>
                </a:lnTo>
                <a:lnTo>
                  <a:pt x="295" y="131"/>
                </a:lnTo>
                <a:lnTo>
                  <a:pt x="294" y="131"/>
                </a:lnTo>
                <a:lnTo>
                  <a:pt x="293" y="131"/>
                </a:lnTo>
                <a:lnTo>
                  <a:pt x="292" y="131"/>
                </a:lnTo>
                <a:lnTo>
                  <a:pt x="292" y="130"/>
                </a:lnTo>
                <a:lnTo>
                  <a:pt x="291" y="130"/>
                </a:lnTo>
                <a:lnTo>
                  <a:pt x="290" y="131"/>
                </a:lnTo>
                <a:lnTo>
                  <a:pt x="290" y="132"/>
                </a:lnTo>
                <a:lnTo>
                  <a:pt x="291" y="133"/>
                </a:lnTo>
                <a:lnTo>
                  <a:pt x="292" y="134"/>
                </a:lnTo>
                <a:lnTo>
                  <a:pt x="293" y="134"/>
                </a:lnTo>
                <a:lnTo>
                  <a:pt x="294" y="135"/>
                </a:lnTo>
                <a:lnTo>
                  <a:pt x="293" y="135"/>
                </a:lnTo>
                <a:lnTo>
                  <a:pt x="293" y="136"/>
                </a:lnTo>
                <a:lnTo>
                  <a:pt x="293" y="137"/>
                </a:lnTo>
                <a:lnTo>
                  <a:pt x="294" y="138"/>
                </a:lnTo>
                <a:lnTo>
                  <a:pt x="294" y="140"/>
                </a:lnTo>
                <a:lnTo>
                  <a:pt x="294" y="141"/>
                </a:lnTo>
                <a:lnTo>
                  <a:pt x="295" y="144"/>
                </a:lnTo>
                <a:lnTo>
                  <a:pt x="295" y="145"/>
                </a:lnTo>
                <a:lnTo>
                  <a:pt x="295" y="146"/>
                </a:lnTo>
                <a:lnTo>
                  <a:pt x="294" y="146"/>
                </a:lnTo>
                <a:lnTo>
                  <a:pt x="291" y="147"/>
                </a:lnTo>
                <a:lnTo>
                  <a:pt x="290" y="148"/>
                </a:lnTo>
                <a:lnTo>
                  <a:pt x="290" y="151"/>
                </a:lnTo>
                <a:lnTo>
                  <a:pt x="290" y="152"/>
                </a:lnTo>
                <a:lnTo>
                  <a:pt x="290" y="153"/>
                </a:lnTo>
                <a:lnTo>
                  <a:pt x="291" y="153"/>
                </a:lnTo>
                <a:lnTo>
                  <a:pt x="292" y="153"/>
                </a:lnTo>
                <a:lnTo>
                  <a:pt x="293" y="155"/>
                </a:lnTo>
                <a:lnTo>
                  <a:pt x="293" y="156"/>
                </a:lnTo>
                <a:lnTo>
                  <a:pt x="292" y="157"/>
                </a:lnTo>
                <a:lnTo>
                  <a:pt x="291" y="157"/>
                </a:lnTo>
                <a:lnTo>
                  <a:pt x="291" y="158"/>
                </a:lnTo>
                <a:lnTo>
                  <a:pt x="290" y="159"/>
                </a:lnTo>
                <a:lnTo>
                  <a:pt x="289" y="159"/>
                </a:lnTo>
                <a:lnTo>
                  <a:pt x="289" y="160"/>
                </a:lnTo>
                <a:lnTo>
                  <a:pt x="288" y="160"/>
                </a:lnTo>
                <a:lnTo>
                  <a:pt x="288" y="161"/>
                </a:lnTo>
                <a:lnTo>
                  <a:pt x="288" y="162"/>
                </a:lnTo>
                <a:lnTo>
                  <a:pt x="287" y="163"/>
                </a:lnTo>
                <a:lnTo>
                  <a:pt x="287" y="164"/>
                </a:lnTo>
                <a:lnTo>
                  <a:pt x="287" y="165"/>
                </a:lnTo>
                <a:lnTo>
                  <a:pt x="286" y="165"/>
                </a:lnTo>
                <a:lnTo>
                  <a:pt x="286" y="166"/>
                </a:lnTo>
                <a:lnTo>
                  <a:pt x="285" y="166"/>
                </a:lnTo>
                <a:lnTo>
                  <a:pt x="285" y="167"/>
                </a:lnTo>
                <a:lnTo>
                  <a:pt x="285" y="168"/>
                </a:lnTo>
                <a:lnTo>
                  <a:pt x="284" y="170"/>
                </a:lnTo>
                <a:lnTo>
                  <a:pt x="284" y="171"/>
                </a:lnTo>
                <a:lnTo>
                  <a:pt x="284" y="174"/>
                </a:lnTo>
                <a:lnTo>
                  <a:pt x="285" y="177"/>
                </a:lnTo>
                <a:lnTo>
                  <a:pt x="285" y="178"/>
                </a:lnTo>
                <a:lnTo>
                  <a:pt x="284" y="181"/>
                </a:lnTo>
                <a:lnTo>
                  <a:pt x="284" y="183"/>
                </a:lnTo>
                <a:lnTo>
                  <a:pt x="283" y="185"/>
                </a:lnTo>
                <a:lnTo>
                  <a:pt x="283" y="186"/>
                </a:lnTo>
                <a:lnTo>
                  <a:pt x="283" y="187"/>
                </a:lnTo>
                <a:lnTo>
                  <a:pt x="283" y="188"/>
                </a:lnTo>
                <a:lnTo>
                  <a:pt x="284" y="189"/>
                </a:lnTo>
                <a:lnTo>
                  <a:pt x="284" y="190"/>
                </a:lnTo>
                <a:lnTo>
                  <a:pt x="284" y="191"/>
                </a:lnTo>
                <a:lnTo>
                  <a:pt x="284" y="193"/>
                </a:lnTo>
                <a:lnTo>
                  <a:pt x="284" y="194"/>
                </a:lnTo>
                <a:lnTo>
                  <a:pt x="283" y="194"/>
                </a:lnTo>
                <a:lnTo>
                  <a:pt x="283" y="193"/>
                </a:lnTo>
                <a:lnTo>
                  <a:pt x="282" y="193"/>
                </a:lnTo>
                <a:lnTo>
                  <a:pt x="282" y="194"/>
                </a:lnTo>
                <a:lnTo>
                  <a:pt x="281" y="197"/>
                </a:lnTo>
                <a:lnTo>
                  <a:pt x="281" y="198"/>
                </a:lnTo>
                <a:lnTo>
                  <a:pt x="281" y="199"/>
                </a:lnTo>
                <a:lnTo>
                  <a:pt x="281" y="200"/>
                </a:lnTo>
                <a:lnTo>
                  <a:pt x="281" y="203"/>
                </a:lnTo>
                <a:lnTo>
                  <a:pt x="280" y="205"/>
                </a:lnTo>
                <a:lnTo>
                  <a:pt x="279" y="206"/>
                </a:lnTo>
                <a:lnTo>
                  <a:pt x="278" y="207"/>
                </a:lnTo>
                <a:lnTo>
                  <a:pt x="278" y="208"/>
                </a:lnTo>
                <a:lnTo>
                  <a:pt x="277" y="208"/>
                </a:lnTo>
                <a:lnTo>
                  <a:pt x="276" y="209"/>
                </a:lnTo>
                <a:lnTo>
                  <a:pt x="276" y="210"/>
                </a:lnTo>
                <a:lnTo>
                  <a:pt x="275" y="210"/>
                </a:lnTo>
                <a:lnTo>
                  <a:pt x="275" y="211"/>
                </a:lnTo>
                <a:lnTo>
                  <a:pt x="275" y="212"/>
                </a:lnTo>
                <a:lnTo>
                  <a:pt x="275" y="213"/>
                </a:lnTo>
                <a:lnTo>
                  <a:pt x="274" y="213"/>
                </a:lnTo>
                <a:lnTo>
                  <a:pt x="273" y="214"/>
                </a:lnTo>
                <a:lnTo>
                  <a:pt x="272" y="215"/>
                </a:lnTo>
                <a:lnTo>
                  <a:pt x="271" y="216"/>
                </a:lnTo>
                <a:lnTo>
                  <a:pt x="270" y="217"/>
                </a:lnTo>
                <a:lnTo>
                  <a:pt x="269" y="217"/>
                </a:lnTo>
                <a:lnTo>
                  <a:pt x="268" y="219"/>
                </a:lnTo>
                <a:lnTo>
                  <a:pt x="268" y="220"/>
                </a:lnTo>
                <a:lnTo>
                  <a:pt x="268" y="221"/>
                </a:lnTo>
                <a:lnTo>
                  <a:pt x="268" y="222"/>
                </a:lnTo>
                <a:lnTo>
                  <a:pt x="268" y="224"/>
                </a:lnTo>
                <a:lnTo>
                  <a:pt x="268" y="225"/>
                </a:lnTo>
                <a:lnTo>
                  <a:pt x="268" y="226"/>
                </a:lnTo>
                <a:lnTo>
                  <a:pt x="269" y="226"/>
                </a:lnTo>
                <a:lnTo>
                  <a:pt x="269" y="227"/>
                </a:lnTo>
                <a:lnTo>
                  <a:pt x="270" y="228"/>
                </a:lnTo>
                <a:lnTo>
                  <a:pt x="270" y="229"/>
                </a:lnTo>
                <a:lnTo>
                  <a:pt x="270" y="230"/>
                </a:lnTo>
                <a:lnTo>
                  <a:pt x="270" y="231"/>
                </a:lnTo>
                <a:lnTo>
                  <a:pt x="270" y="232"/>
                </a:lnTo>
                <a:lnTo>
                  <a:pt x="269" y="234"/>
                </a:lnTo>
                <a:lnTo>
                  <a:pt x="269" y="235"/>
                </a:lnTo>
                <a:lnTo>
                  <a:pt x="268" y="236"/>
                </a:lnTo>
                <a:lnTo>
                  <a:pt x="267" y="237"/>
                </a:lnTo>
                <a:lnTo>
                  <a:pt x="266" y="238"/>
                </a:lnTo>
                <a:lnTo>
                  <a:pt x="265" y="238"/>
                </a:lnTo>
                <a:lnTo>
                  <a:pt x="265" y="239"/>
                </a:lnTo>
                <a:lnTo>
                  <a:pt x="264" y="240"/>
                </a:lnTo>
                <a:lnTo>
                  <a:pt x="264" y="241"/>
                </a:lnTo>
                <a:lnTo>
                  <a:pt x="264" y="242"/>
                </a:lnTo>
                <a:lnTo>
                  <a:pt x="263" y="243"/>
                </a:lnTo>
                <a:lnTo>
                  <a:pt x="263" y="244"/>
                </a:lnTo>
                <a:lnTo>
                  <a:pt x="263" y="245"/>
                </a:lnTo>
                <a:lnTo>
                  <a:pt x="263" y="246"/>
                </a:lnTo>
                <a:lnTo>
                  <a:pt x="264" y="247"/>
                </a:lnTo>
                <a:lnTo>
                  <a:pt x="264" y="248"/>
                </a:lnTo>
                <a:lnTo>
                  <a:pt x="265" y="250"/>
                </a:lnTo>
                <a:lnTo>
                  <a:pt x="265" y="251"/>
                </a:lnTo>
                <a:lnTo>
                  <a:pt x="267" y="253"/>
                </a:lnTo>
                <a:lnTo>
                  <a:pt x="267" y="254"/>
                </a:lnTo>
                <a:lnTo>
                  <a:pt x="268" y="254"/>
                </a:lnTo>
                <a:lnTo>
                  <a:pt x="268" y="255"/>
                </a:lnTo>
                <a:lnTo>
                  <a:pt x="269" y="255"/>
                </a:lnTo>
                <a:lnTo>
                  <a:pt x="270" y="255"/>
                </a:lnTo>
                <a:lnTo>
                  <a:pt x="270" y="256"/>
                </a:lnTo>
                <a:lnTo>
                  <a:pt x="271" y="256"/>
                </a:lnTo>
                <a:lnTo>
                  <a:pt x="271" y="257"/>
                </a:lnTo>
                <a:lnTo>
                  <a:pt x="271" y="258"/>
                </a:lnTo>
                <a:lnTo>
                  <a:pt x="271" y="259"/>
                </a:lnTo>
                <a:lnTo>
                  <a:pt x="271" y="260"/>
                </a:lnTo>
                <a:lnTo>
                  <a:pt x="270" y="261"/>
                </a:lnTo>
                <a:lnTo>
                  <a:pt x="270" y="262"/>
                </a:lnTo>
                <a:lnTo>
                  <a:pt x="269" y="263"/>
                </a:lnTo>
                <a:lnTo>
                  <a:pt x="268" y="264"/>
                </a:lnTo>
                <a:lnTo>
                  <a:pt x="267" y="265"/>
                </a:lnTo>
                <a:lnTo>
                  <a:pt x="266" y="266"/>
                </a:lnTo>
                <a:lnTo>
                  <a:pt x="266" y="268"/>
                </a:lnTo>
                <a:lnTo>
                  <a:pt x="266" y="270"/>
                </a:lnTo>
                <a:lnTo>
                  <a:pt x="266" y="271"/>
                </a:lnTo>
                <a:lnTo>
                  <a:pt x="267" y="272"/>
                </a:lnTo>
                <a:lnTo>
                  <a:pt x="267" y="274"/>
                </a:lnTo>
                <a:lnTo>
                  <a:pt x="267" y="275"/>
                </a:lnTo>
                <a:lnTo>
                  <a:pt x="267" y="276"/>
                </a:lnTo>
                <a:lnTo>
                  <a:pt x="267" y="277"/>
                </a:lnTo>
                <a:lnTo>
                  <a:pt x="267" y="280"/>
                </a:lnTo>
                <a:lnTo>
                  <a:pt x="267" y="281"/>
                </a:lnTo>
                <a:lnTo>
                  <a:pt x="267" y="282"/>
                </a:lnTo>
                <a:lnTo>
                  <a:pt x="267" y="283"/>
                </a:lnTo>
                <a:lnTo>
                  <a:pt x="267" y="285"/>
                </a:lnTo>
                <a:lnTo>
                  <a:pt x="267" y="289"/>
                </a:lnTo>
                <a:lnTo>
                  <a:pt x="267" y="290"/>
                </a:lnTo>
                <a:lnTo>
                  <a:pt x="267" y="291"/>
                </a:lnTo>
                <a:lnTo>
                  <a:pt x="267" y="292"/>
                </a:lnTo>
                <a:lnTo>
                  <a:pt x="267" y="293"/>
                </a:lnTo>
                <a:lnTo>
                  <a:pt x="266" y="294"/>
                </a:lnTo>
                <a:lnTo>
                  <a:pt x="266" y="295"/>
                </a:lnTo>
                <a:lnTo>
                  <a:pt x="266" y="297"/>
                </a:lnTo>
                <a:lnTo>
                  <a:pt x="266" y="298"/>
                </a:lnTo>
                <a:lnTo>
                  <a:pt x="265" y="298"/>
                </a:lnTo>
                <a:lnTo>
                  <a:pt x="265" y="299"/>
                </a:lnTo>
                <a:lnTo>
                  <a:pt x="265" y="300"/>
                </a:lnTo>
                <a:lnTo>
                  <a:pt x="265" y="301"/>
                </a:lnTo>
                <a:lnTo>
                  <a:pt x="265" y="303"/>
                </a:lnTo>
                <a:lnTo>
                  <a:pt x="265" y="306"/>
                </a:lnTo>
                <a:lnTo>
                  <a:pt x="265" y="307"/>
                </a:lnTo>
                <a:lnTo>
                  <a:pt x="265" y="308"/>
                </a:lnTo>
                <a:lnTo>
                  <a:pt x="266" y="309"/>
                </a:lnTo>
                <a:lnTo>
                  <a:pt x="266" y="310"/>
                </a:lnTo>
                <a:lnTo>
                  <a:pt x="266" y="311"/>
                </a:lnTo>
                <a:lnTo>
                  <a:pt x="266" y="313"/>
                </a:lnTo>
                <a:lnTo>
                  <a:pt x="265" y="314"/>
                </a:lnTo>
                <a:lnTo>
                  <a:pt x="265" y="315"/>
                </a:lnTo>
                <a:lnTo>
                  <a:pt x="265" y="316"/>
                </a:lnTo>
                <a:lnTo>
                  <a:pt x="264" y="317"/>
                </a:lnTo>
                <a:lnTo>
                  <a:pt x="263" y="318"/>
                </a:lnTo>
                <a:lnTo>
                  <a:pt x="263" y="319"/>
                </a:lnTo>
                <a:lnTo>
                  <a:pt x="263" y="320"/>
                </a:lnTo>
                <a:lnTo>
                  <a:pt x="264" y="322"/>
                </a:lnTo>
                <a:lnTo>
                  <a:pt x="264" y="324"/>
                </a:lnTo>
                <a:lnTo>
                  <a:pt x="264" y="325"/>
                </a:lnTo>
                <a:lnTo>
                  <a:pt x="264" y="326"/>
                </a:lnTo>
                <a:lnTo>
                  <a:pt x="264" y="328"/>
                </a:lnTo>
                <a:lnTo>
                  <a:pt x="264" y="329"/>
                </a:lnTo>
                <a:lnTo>
                  <a:pt x="264" y="330"/>
                </a:lnTo>
                <a:lnTo>
                  <a:pt x="264" y="331"/>
                </a:lnTo>
                <a:lnTo>
                  <a:pt x="264" y="332"/>
                </a:lnTo>
                <a:lnTo>
                  <a:pt x="263" y="332"/>
                </a:lnTo>
                <a:lnTo>
                  <a:pt x="263" y="333"/>
                </a:lnTo>
                <a:lnTo>
                  <a:pt x="263" y="334"/>
                </a:lnTo>
                <a:lnTo>
                  <a:pt x="263" y="337"/>
                </a:lnTo>
                <a:lnTo>
                  <a:pt x="263" y="339"/>
                </a:lnTo>
                <a:lnTo>
                  <a:pt x="263" y="340"/>
                </a:lnTo>
                <a:lnTo>
                  <a:pt x="263" y="342"/>
                </a:lnTo>
                <a:lnTo>
                  <a:pt x="263" y="343"/>
                </a:lnTo>
                <a:lnTo>
                  <a:pt x="263" y="345"/>
                </a:lnTo>
                <a:lnTo>
                  <a:pt x="263" y="346"/>
                </a:lnTo>
                <a:lnTo>
                  <a:pt x="263" y="347"/>
                </a:lnTo>
                <a:lnTo>
                  <a:pt x="263" y="348"/>
                </a:lnTo>
                <a:lnTo>
                  <a:pt x="263" y="349"/>
                </a:lnTo>
                <a:lnTo>
                  <a:pt x="263" y="350"/>
                </a:lnTo>
                <a:lnTo>
                  <a:pt x="262" y="350"/>
                </a:lnTo>
                <a:lnTo>
                  <a:pt x="262" y="353"/>
                </a:lnTo>
                <a:lnTo>
                  <a:pt x="262" y="354"/>
                </a:lnTo>
                <a:lnTo>
                  <a:pt x="261" y="356"/>
                </a:lnTo>
                <a:lnTo>
                  <a:pt x="261" y="357"/>
                </a:lnTo>
                <a:lnTo>
                  <a:pt x="261" y="358"/>
                </a:lnTo>
                <a:lnTo>
                  <a:pt x="261" y="360"/>
                </a:lnTo>
                <a:lnTo>
                  <a:pt x="262" y="362"/>
                </a:lnTo>
                <a:lnTo>
                  <a:pt x="262" y="363"/>
                </a:lnTo>
                <a:lnTo>
                  <a:pt x="262" y="364"/>
                </a:lnTo>
                <a:lnTo>
                  <a:pt x="262" y="365"/>
                </a:lnTo>
                <a:lnTo>
                  <a:pt x="263" y="365"/>
                </a:lnTo>
                <a:lnTo>
                  <a:pt x="264" y="365"/>
                </a:lnTo>
                <a:lnTo>
                  <a:pt x="264" y="366"/>
                </a:lnTo>
                <a:lnTo>
                  <a:pt x="264" y="367"/>
                </a:lnTo>
                <a:lnTo>
                  <a:pt x="264" y="368"/>
                </a:lnTo>
                <a:lnTo>
                  <a:pt x="263" y="370"/>
                </a:lnTo>
                <a:lnTo>
                  <a:pt x="263" y="371"/>
                </a:lnTo>
                <a:lnTo>
                  <a:pt x="263" y="372"/>
                </a:lnTo>
                <a:lnTo>
                  <a:pt x="263" y="373"/>
                </a:lnTo>
                <a:lnTo>
                  <a:pt x="262" y="374"/>
                </a:lnTo>
                <a:lnTo>
                  <a:pt x="263" y="376"/>
                </a:lnTo>
                <a:lnTo>
                  <a:pt x="262" y="377"/>
                </a:lnTo>
                <a:lnTo>
                  <a:pt x="262" y="379"/>
                </a:lnTo>
                <a:lnTo>
                  <a:pt x="262" y="380"/>
                </a:lnTo>
                <a:lnTo>
                  <a:pt x="261" y="382"/>
                </a:lnTo>
                <a:lnTo>
                  <a:pt x="261" y="383"/>
                </a:lnTo>
                <a:lnTo>
                  <a:pt x="261" y="384"/>
                </a:lnTo>
                <a:lnTo>
                  <a:pt x="261" y="385"/>
                </a:lnTo>
                <a:lnTo>
                  <a:pt x="260" y="386"/>
                </a:lnTo>
                <a:lnTo>
                  <a:pt x="260" y="387"/>
                </a:lnTo>
                <a:lnTo>
                  <a:pt x="260" y="388"/>
                </a:lnTo>
                <a:lnTo>
                  <a:pt x="260" y="389"/>
                </a:lnTo>
                <a:lnTo>
                  <a:pt x="260" y="390"/>
                </a:lnTo>
                <a:lnTo>
                  <a:pt x="260" y="391"/>
                </a:lnTo>
                <a:lnTo>
                  <a:pt x="261" y="395"/>
                </a:lnTo>
                <a:lnTo>
                  <a:pt x="261" y="397"/>
                </a:lnTo>
                <a:lnTo>
                  <a:pt x="261" y="399"/>
                </a:lnTo>
                <a:lnTo>
                  <a:pt x="261" y="401"/>
                </a:lnTo>
                <a:lnTo>
                  <a:pt x="260" y="402"/>
                </a:lnTo>
                <a:lnTo>
                  <a:pt x="260" y="403"/>
                </a:lnTo>
                <a:lnTo>
                  <a:pt x="260" y="402"/>
                </a:lnTo>
                <a:lnTo>
                  <a:pt x="259" y="402"/>
                </a:lnTo>
                <a:lnTo>
                  <a:pt x="259" y="403"/>
                </a:lnTo>
                <a:lnTo>
                  <a:pt x="258" y="403"/>
                </a:lnTo>
                <a:lnTo>
                  <a:pt x="258" y="404"/>
                </a:lnTo>
                <a:lnTo>
                  <a:pt x="257" y="405"/>
                </a:lnTo>
                <a:lnTo>
                  <a:pt x="257" y="406"/>
                </a:lnTo>
                <a:lnTo>
                  <a:pt x="256" y="408"/>
                </a:lnTo>
                <a:lnTo>
                  <a:pt x="255" y="409"/>
                </a:lnTo>
                <a:lnTo>
                  <a:pt x="255" y="410"/>
                </a:lnTo>
                <a:lnTo>
                  <a:pt x="255" y="414"/>
                </a:lnTo>
                <a:lnTo>
                  <a:pt x="255" y="415"/>
                </a:lnTo>
                <a:lnTo>
                  <a:pt x="255" y="416"/>
                </a:lnTo>
                <a:lnTo>
                  <a:pt x="255" y="418"/>
                </a:lnTo>
                <a:lnTo>
                  <a:pt x="255" y="419"/>
                </a:lnTo>
                <a:lnTo>
                  <a:pt x="254" y="419"/>
                </a:lnTo>
                <a:lnTo>
                  <a:pt x="254" y="420"/>
                </a:lnTo>
                <a:lnTo>
                  <a:pt x="255" y="421"/>
                </a:lnTo>
                <a:lnTo>
                  <a:pt x="256" y="421"/>
                </a:lnTo>
                <a:lnTo>
                  <a:pt x="255" y="422"/>
                </a:lnTo>
                <a:lnTo>
                  <a:pt x="255" y="423"/>
                </a:lnTo>
                <a:lnTo>
                  <a:pt x="254" y="423"/>
                </a:lnTo>
                <a:lnTo>
                  <a:pt x="254" y="424"/>
                </a:lnTo>
                <a:lnTo>
                  <a:pt x="253" y="424"/>
                </a:lnTo>
                <a:lnTo>
                  <a:pt x="252" y="425"/>
                </a:lnTo>
                <a:lnTo>
                  <a:pt x="252" y="426"/>
                </a:lnTo>
                <a:lnTo>
                  <a:pt x="252" y="427"/>
                </a:lnTo>
                <a:lnTo>
                  <a:pt x="252" y="428"/>
                </a:lnTo>
                <a:lnTo>
                  <a:pt x="252" y="429"/>
                </a:lnTo>
                <a:lnTo>
                  <a:pt x="253" y="429"/>
                </a:lnTo>
                <a:lnTo>
                  <a:pt x="253" y="430"/>
                </a:lnTo>
                <a:lnTo>
                  <a:pt x="254" y="431"/>
                </a:lnTo>
                <a:lnTo>
                  <a:pt x="255" y="433"/>
                </a:lnTo>
                <a:lnTo>
                  <a:pt x="255" y="434"/>
                </a:lnTo>
                <a:lnTo>
                  <a:pt x="255" y="436"/>
                </a:lnTo>
                <a:lnTo>
                  <a:pt x="254" y="437"/>
                </a:lnTo>
                <a:lnTo>
                  <a:pt x="254" y="439"/>
                </a:lnTo>
                <a:lnTo>
                  <a:pt x="255" y="440"/>
                </a:lnTo>
                <a:lnTo>
                  <a:pt x="255" y="441"/>
                </a:lnTo>
                <a:lnTo>
                  <a:pt x="256" y="442"/>
                </a:lnTo>
                <a:lnTo>
                  <a:pt x="257" y="442"/>
                </a:lnTo>
                <a:lnTo>
                  <a:pt x="256" y="443"/>
                </a:lnTo>
                <a:lnTo>
                  <a:pt x="256" y="444"/>
                </a:lnTo>
                <a:lnTo>
                  <a:pt x="255" y="444"/>
                </a:lnTo>
                <a:lnTo>
                  <a:pt x="255" y="443"/>
                </a:lnTo>
                <a:lnTo>
                  <a:pt x="255" y="444"/>
                </a:lnTo>
                <a:lnTo>
                  <a:pt x="254" y="444"/>
                </a:lnTo>
                <a:lnTo>
                  <a:pt x="254" y="445"/>
                </a:lnTo>
                <a:lnTo>
                  <a:pt x="253" y="448"/>
                </a:lnTo>
                <a:lnTo>
                  <a:pt x="252" y="448"/>
                </a:lnTo>
                <a:lnTo>
                  <a:pt x="251" y="448"/>
                </a:lnTo>
                <a:lnTo>
                  <a:pt x="250" y="449"/>
                </a:lnTo>
                <a:lnTo>
                  <a:pt x="249" y="449"/>
                </a:lnTo>
                <a:lnTo>
                  <a:pt x="249" y="450"/>
                </a:lnTo>
                <a:lnTo>
                  <a:pt x="249" y="451"/>
                </a:lnTo>
                <a:lnTo>
                  <a:pt x="248" y="451"/>
                </a:lnTo>
                <a:lnTo>
                  <a:pt x="248" y="452"/>
                </a:lnTo>
                <a:lnTo>
                  <a:pt x="247" y="455"/>
                </a:lnTo>
                <a:lnTo>
                  <a:pt x="247" y="456"/>
                </a:lnTo>
                <a:lnTo>
                  <a:pt x="247" y="458"/>
                </a:lnTo>
                <a:lnTo>
                  <a:pt x="247" y="459"/>
                </a:lnTo>
                <a:lnTo>
                  <a:pt x="247" y="460"/>
                </a:lnTo>
                <a:lnTo>
                  <a:pt x="247" y="462"/>
                </a:lnTo>
                <a:lnTo>
                  <a:pt x="246" y="464"/>
                </a:lnTo>
                <a:lnTo>
                  <a:pt x="246" y="465"/>
                </a:lnTo>
                <a:lnTo>
                  <a:pt x="245" y="471"/>
                </a:lnTo>
                <a:lnTo>
                  <a:pt x="244" y="473"/>
                </a:lnTo>
                <a:lnTo>
                  <a:pt x="244" y="474"/>
                </a:lnTo>
                <a:lnTo>
                  <a:pt x="244" y="475"/>
                </a:lnTo>
                <a:lnTo>
                  <a:pt x="243" y="475"/>
                </a:lnTo>
                <a:lnTo>
                  <a:pt x="243" y="477"/>
                </a:lnTo>
                <a:lnTo>
                  <a:pt x="242" y="478"/>
                </a:lnTo>
                <a:lnTo>
                  <a:pt x="241" y="479"/>
                </a:lnTo>
                <a:lnTo>
                  <a:pt x="240" y="479"/>
                </a:lnTo>
                <a:lnTo>
                  <a:pt x="240" y="480"/>
                </a:lnTo>
                <a:lnTo>
                  <a:pt x="239" y="481"/>
                </a:lnTo>
                <a:lnTo>
                  <a:pt x="239" y="482"/>
                </a:lnTo>
                <a:lnTo>
                  <a:pt x="239" y="483"/>
                </a:lnTo>
                <a:lnTo>
                  <a:pt x="236" y="490"/>
                </a:lnTo>
                <a:lnTo>
                  <a:pt x="236" y="492"/>
                </a:lnTo>
                <a:lnTo>
                  <a:pt x="235" y="493"/>
                </a:lnTo>
                <a:lnTo>
                  <a:pt x="235" y="494"/>
                </a:lnTo>
                <a:lnTo>
                  <a:pt x="234" y="495"/>
                </a:lnTo>
                <a:lnTo>
                  <a:pt x="233" y="496"/>
                </a:lnTo>
                <a:lnTo>
                  <a:pt x="233" y="497"/>
                </a:lnTo>
                <a:lnTo>
                  <a:pt x="233" y="498"/>
                </a:lnTo>
                <a:lnTo>
                  <a:pt x="233" y="499"/>
                </a:lnTo>
                <a:lnTo>
                  <a:pt x="232" y="499"/>
                </a:lnTo>
                <a:lnTo>
                  <a:pt x="231" y="499"/>
                </a:lnTo>
                <a:lnTo>
                  <a:pt x="230" y="499"/>
                </a:lnTo>
                <a:lnTo>
                  <a:pt x="229" y="499"/>
                </a:lnTo>
                <a:lnTo>
                  <a:pt x="228" y="500"/>
                </a:lnTo>
                <a:lnTo>
                  <a:pt x="227" y="501"/>
                </a:lnTo>
                <a:lnTo>
                  <a:pt x="226" y="501"/>
                </a:lnTo>
                <a:lnTo>
                  <a:pt x="225" y="503"/>
                </a:lnTo>
                <a:lnTo>
                  <a:pt x="225" y="504"/>
                </a:lnTo>
                <a:lnTo>
                  <a:pt x="225" y="507"/>
                </a:lnTo>
                <a:lnTo>
                  <a:pt x="225" y="508"/>
                </a:lnTo>
                <a:lnTo>
                  <a:pt x="226" y="509"/>
                </a:lnTo>
                <a:lnTo>
                  <a:pt x="227" y="510"/>
                </a:lnTo>
                <a:lnTo>
                  <a:pt x="228" y="512"/>
                </a:lnTo>
                <a:lnTo>
                  <a:pt x="228" y="513"/>
                </a:lnTo>
                <a:lnTo>
                  <a:pt x="229" y="513"/>
                </a:lnTo>
                <a:lnTo>
                  <a:pt x="229" y="514"/>
                </a:lnTo>
                <a:lnTo>
                  <a:pt x="228" y="514"/>
                </a:lnTo>
                <a:lnTo>
                  <a:pt x="228" y="515"/>
                </a:lnTo>
                <a:lnTo>
                  <a:pt x="227" y="515"/>
                </a:lnTo>
                <a:lnTo>
                  <a:pt x="226" y="516"/>
                </a:lnTo>
                <a:lnTo>
                  <a:pt x="225" y="517"/>
                </a:lnTo>
                <a:lnTo>
                  <a:pt x="225" y="518"/>
                </a:lnTo>
                <a:lnTo>
                  <a:pt x="225" y="520"/>
                </a:lnTo>
                <a:lnTo>
                  <a:pt x="225" y="521"/>
                </a:lnTo>
                <a:lnTo>
                  <a:pt x="225" y="522"/>
                </a:lnTo>
                <a:lnTo>
                  <a:pt x="225" y="523"/>
                </a:lnTo>
                <a:lnTo>
                  <a:pt x="224" y="523"/>
                </a:lnTo>
                <a:lnTo>
                  <a:pt x="224" y="524"/>
                </a:lnTo>
                <a:lnTo>
                  <a:pt x="223" y="524"/>
                </a:lnTo>
                <a:lnTo>
                  <a:pt x="221" y="524"/>
                </a:lnTo>
                <a:lnTo>
                  <a:pt x="221" y="525"/>
                </a:lnTo>
                <a:lnTo>
                  <a:pt x="220" y="526"/>
                </a:lnTo>
                <a:lnTo>
                  <a:pt x="220" y="527"/>
                </a:lnTo>
                <a:lnTo>
                  <a:pt x="219" y="528"/>
                </a:lnTo>
                <a:lnTo>
                  <a:pt x="218" y="529"/>
                </a:lnTo>
                <a:lnTo>
                  <a:pt x="218" y="530"/>
                </a:lnTo>
                <a:lnTo>
                  <a:pt x="217" y="530"/>
                </a:lnTo>
                <a:lnTo>
                  <a:pt x="216" y="531"/>
                </a:lnTo>
                <a:lnTo>
                  <a:pt x="216" y="532"/>
                </a:lnTo>
                <a:lnTo>
                  <a:pt x="215" y="532"/>
                </a:lnTo>
                <a:lnTo>
                  <a:pt x="215" y="533"/>
                </a:lnTo>
                <a:lnTo>
                  <a:pt x="214" y="533"/>
                </a:lnTo>
                <a:lnTo>
                  <a:pt x="213" y="534"/>
                </a:lnTo>
                <a:lnTo>
                  <a:pt x="212" y="535"/>
                </a:lnTo>
                <a:lnTo>
                  <a:pt x="211" y="535"/>
                </a:lnTo>
                <a:lnTo>
                  <a:pt x="210" y="536"/>
                </a:lnTo>
                <a:lnTo>
                  <a:pt x="209" y="537"/>
                </a:lnTo>
                <a:lnTo>
                  <a:pt x="208" y="537"/>
                </a:lnTo>
                <a:lnTo>
                  <a:pt x="207" y="538"/>
                </a:lnTo>
                <a:lnTo>
                  <a:pt x="207" y="539"/>
                </a:lnTo>
                <a:lnTo>
                  <a:pt x="206" y="540"/>
                </a:lnTo>
                <a:lnTo>
                  <a:pt x="206" y="541"/>
                </a:lnTo>
                <a:lnTo>
                  <a:pt x="204" y="542"/>
                </a:lnTo>
                <a:lnTo>
                  <a:pt x="204" y="543"/>
                </a:lnTo>
                <a:lnTo>
                  <a:pt x="203" y="543"/>
                </a:lnTo>
                <a:lnTo>
                  <a:pt x="202" y="544"/>
                </a:lnTo>
                <a:lnTo>
                  <a:pt x="201" y="545"/>
                </a:lnTo>
                <a:lnTo>
                  <a:pt x="200" y="545"/>
                </a:lnTo>
                <a:lnTo>
                  <a:pt x="200" y="546"/>
                </a:lnTo>
                <a:lnTo>
                  <a:pt x="200" y="547"/>
                </a:lnTo>
                <a:lnTo>
                  <a:pt x="199" y="547"/>
                </a:lnTo>
                <a:lnTo>
                  <a:pt x="199" y="548"/>
                </a:lnTo>
                <a:lnTo>
                  <a:pt x="199" y="549"/>
                </a:lnTo>
                <a:lnTo>
                  <a:pt x="199" y="550"/>
                </a:lnTo>
                <a:lnTo>
                  <a:pt x="198" y="552"/>
                </a:lnTo>
                <a:lnTo>
                  <a:pt x="198" y="553"/>
                </a:lnTo>
                <a:lnTo>
                  <a:pt x="198" y="554"/>
                </a:lnTo>
                <a:lnTo>
                  <a:pt x="198" y="558"/>
                </a:lnTo>
                <a:lnTo>
                  <a:pt x="198" y="559"/>
                </a:lnTo>
                <a:lnTo>
                  <a:pt x="198" y="561"/>
                </a:lnTo>
                <a:lnTo>
                  <a:pt x="196" y="564"/>
                </a:lnTo>
                <a:lnTo>
                  <a:pt x="195" y="565"/>
                </a:lnTo>
                <a:lnTo>
                  <a:pt x="195" y="566"/>
                </a:lnTo>
                <a:lnTo>
                  <a:pt x="194" y="566"/>
                </a:lnTo>
                <a:lnTo>
                  <a:pt x="194" y="567"/>
                </a:lnTo>
                <a:lnTo>
                  <a:pt x="194" y="568"/>
                </a:lnTo>
                <a:lnTo>
                  <a:pt x="194" y="569"/>
                </a:lnTo>
                <a:lnTo>
                  <a:pt x="193" y="570"/>
                </a:lnTo>
                <a:lnTo>
                  <a:pt x="193" y="571"/>
                </a:lnTo>
                <a:lnTo>
                  <a:pt x="193" y="572"/>
                </a:lnTo>
                <a:lnTo>
                  <a:pt x="193" y="573"/>
                </a:lnTo>
                <a:lnTo>
                  <a:pt x="193" y="574"/>
                </a:lnTo>
                <a:lnTo>
                  <a:pt x="193" y="575"/>
                </a:lnTo>
                <a:lnTo>
                  <a:pt x="193" y="576"/>
                </a:lnTo>
                <a:lnTo>
                  <a:pt x="192" y="578"/>
                </a:lnTo>
                <a:lnTo>
                  <a:pt x="192" y="579"/>
                </a:lnTo>
                <a:lnTo>
                  <a:pt x="192" y="581"/>
                </a:lnTo>
                <a:lnTo>
                  <a:pt x="191" y="583"/>
                </a:lnTo>
                <a:lnTo>
                  <a:pt x="191" y="584"/>
                </a:lnTo>
                <a:lnTo>
                  <a:pt x="191" y="586"/>
                </a:lnTo>
                <a:lnTo>
                  <a:pt x="191" y="587"/>
                </a:lnTo>
                <a:lnTo>
                  <a:pt x="191" y="589"/>
                </a:lnTo>
                <a:lnTo>
                  <a:pt x="191" y="590"/>
                </a:lnTo>
                <a:lnTo>
                  <a:pt x="190" y="592"/>
                </a:lnTo>
                <a:lnTo>
                  <a:pt x="190" y="593"/>
                </a:lnTo>
                <a:lnTo>
                  <a:pt x="190" y="595"/>
                </a:lnTo>
                <a:lnTo>
                  <a:pt x="189" y="597"/>
                </a:lnTo>
                <a:lnTo>
                  <a:pt x="189" y="598"/>
                </a:lnTo>
                <a:lnTo>
                  <a:pt x="188" y="599"/>
                </a:lnTo>
                <a:lnTo>
                  <a:pt x="188" y="600"/>
                </a:lnTo>
                <a:lnTo>
                  <a:pt x="188" y="601"/>
                </a:lnTo>
                <a:lnTo>
                  <a:pt x="188" y="602"/>
                </a:lnTo>
                <a:lnTo>
                  <a:pt x="188" y="603"/>
                </a:lnTo>
                <a:lnTo>
                  <a:pt x="187" y="604"/>
                </a:lnTo>
                <a:lnTo>
                  <a:pt x="187" y="605"/>
                </a:lnTo>
                <a:lnTo>
                  <a:pt x="187" y="606"/>
                </a:lnTo>
                <a:lnTo>
                  <a:pt x="187" y="607"/>
                </a:lnTo>
                <a:lnTo>
                  <a:pt x="187" y="610"/>
                </a:lnTo>
                <a:lnTo>
                  <a:pt x="186" y="611"/>
                </a:lnTo>
                <a:lnTo>
                  <a:pt x="186" y="613"/>
                </a:lnTo>
                <a:lnTo>
                  <a:pt x="185" y="614"/>
                </a:lnTo>
                <a:lnTo>
                  <a:pt x="185" y="615"/>
                </a:lnTo>
                <a:lnTo>
                  <a:pt x="185" y="617"/>
                </a:lnTo>
                <a:lnTo>
                  <a:pt x="185" y="618"/>
                </a:lnTo>
                <a:lnTo>
                  <a:pt x="185" y="621"/>
                </a:lnTo>
                <a:lnTo>
                  <a:pt x="186" y="622"/>
                </a:lnTo>
                <a:lnTo>
                  <a:pt x="186" y="623"/>
                </a:lnTo>
                <a:lnTo>
                  <a:pt x="186" y="624"/>
                </a:lnTo>
                <a:lnTo>
                  <a:pt x="186" y="626"/>
                </a:lnTo>
                <a:lnTo>
                  <a:pt x="187" y="627"/>
                </a:lnTo>
                <a:lnTo>
                  <a:pt x="187" y="629"/>
                </a:lnTo>
                <a:lnTo>
                  <a:pt x="188" y="633"/>
                </a:lnTo>
                <a:lnTo>
                  <a:pt x="189" y="642"/>
                </a:lnTo>
                <a:lnTo>
                  <a:pt x="191" y="653"/>
                </a:lnTo>
                <a:lnTo>
                  <a:pt x="191" y="654"/>
                </a:lnTo>
                <a:lnTo>
                  <a:pt x="190" y="656"/>
                </a:lnTo>
                <a:lnTo>
                  <a:pt x="191" y="658"/>
                </a:lnTo>
                <a:lnTo>
                  <a:pt x="191" y="659"/>
                </a:lnTo>
                <a:lnTo>
                  <a:pt x="192" y="660"/>
                </a:lnTo>
                <a:lnTo>
                  <a:pt x="193" y="660"/>
                </a:lnTo>
                <a:lnTo>
                  <a:pt x="193" y="661"/>
                </a:lnTo>
                <a:lnTo>
                  <a:pt x="194" y="661"/>
                </a:lnTo>
                <a:lnTo>
                  <a:pt x="193" y="661"/>
                </a:lnTo>
                <a:lnTo>
                  <a:pt x="192" y="665"/>
                </a:lnTo>
                <a:lnTo>
                  <a:pt x="192" y="666"/>
                </a:lnTo>
                <a:lnTo>
                  <a:pt x="193" y="666"/>
                </a:lnTo>
                <a:lnTo>
                  <a:pt x="193" y="667"/>
                </a:lnTo>
                <a:lnTo>
                  <a:pt x="193" y="668"/>
                </a:lnTo>
                <a:lnTo>
                  <a:pt x="194" y="670"/>
                </a:lnTo>
                <a:lnTo>
                  <a:pt x="194" y="671"/>
                </a:lnTo>
                <a:lnTo>
                  <a:pt x="194" y="672"/>
                </a:lnTo>
                <a:lnTo>
                  <a:pt x="194" y="673"/>
                </a:lnTo>
                <a:lnTo>
                  <a:pt x="195" y="674"/>
                </a:lnTo>
                <a:lnTo>
                  <a:pt x="196" y="675"/>
                </a:lnTo>
                <a:lnTo>
                  <a:pt x="195" y="675"/>
                </a:lnTo>
                <a:lnTo>
                  <a:pt x="195" y="676"/>
                </a:lnTo>
                <a:lnTo>
                  <a:pt x="194" y="676"/>
                </a:lnTo>
                <a:lnTo>
                  <a:pt x="194" y="677"/>
                </a:lnTo>
                <a:lnTo>
                  <a:pt x="194" y="679"/>
                </a:lnTo>
                <a:lnTo>
                  <a:pt x="192" y="681"/>
                </a:lnTo>
                <a:lnTo>
                  <a:pt x="192" y="682"/>
                </a:lnTo>
                <a:lnTo>
                  <a:pt x="192" y="683"/>
                </a:lnTo>
                <a:lnTo>
                  <a:pt x="191" y="683"/>
                </a:lnTo>
                <a:lnTo>
                  <a:pt x="190" y="684"/>
                </a:lnTo>
                <a:lnTo>
                  <a:pt x="189" y="685"/>
                </a:lnTo>
                <a:lnTo>
                  <a:pt x="188" y="685"/>
                </a:lnTo>
                <a:lnTo>
                  <a:pt x="187" y="685"/>
                </a:lnTo>
                <a:lnTo>
                  <a:pt x="187" y="686"/>
                </a:lnTo>
                <a:lnTo>
                  <a:pt x="187" y="688"/>
                </a:lnTo>
                <a:lnTo>
                  <a:pt x="187" y="689"/>
                </a:lnTo>
                <a:lnTo>
                  <a:pt x="187" y="690"/>
                </a:lnTo>
                <a:lnTo>
                  <a:pt x="187" y="691"/>
                </a:lnTo>
                <a:lnTo>
                  <a:pt x="187" y="692"/>
                </a:lnTo>
                <a:lnTo>
                  <a:pt x="187" y="693"/>
                </a:lnTo>
                <a:lnTo>
                  <a:pt x="188" y="695"/>
                </a:lnTo>
                <a:lnTo>
                  <a:pt x="189" y="696"/>
                </a:lnTo>
                <a:lnTo>
                  <a:pt x="189" y="697"/>
                </a:lnTo>
                <a:lnTo>
                  <a:pt x="190" y="697"/>
                </a:lnTo>
                <a:lnTo>
                  <a:pt x="191" y="697"/>
                </a:lnTo>
                <a:lnTo>
                  <a:pt x="191" y="698"/>
                </a:lnTo>
                <a:lnTo>
                  <a:pt x="192" y="699"/>
                </a:lnTo>
                <a:lnTo>
                  <a:pt x="192" y="700"/>
                </a:lnTo>
                <a:lnTo>
                  <a:pt x="192" y="701"/>
                </a:lnTo>
                <a:lnTo>
                  <a:pt x="193" y="701"/>
                </a:lnTo>
                <a:lnTo>
                  <a:pt x="193" y="702"/>
                </a:lnTo>
                <a:lnTo>
                  <a:pt x="194" y="702"/>
                </a:lnTo>
                <a:lnTo>
                  <a:pt x="194" y="703"/>
                </a:lnTo>
                <a:lnTo>
                  <a:pt x="193" y="703"/>
                </a:lnTo>
                <a:lnTo>
                  <a:pt x="192" y="703"/>
                </a:lnTo>
                <a:lnTo>
                  <a:pt x="191" y="703"/>
                </a:lnTo>
                <a:lnTo>
                  <a:pt x="190" y="703"/>
                </a:lnTo>
                <a:lnTo>
                  <a:pt x="190" y="702"/>
                </a:lnTo>
                <a:lnTo>
                  <a:pt x="190" y="701"/>
                </a:lnTo>
                <a:lnTo>
                  <a:pt x="190" y="700"/>
                </a:lnTo>
                <a:lnTo>
                  <a:pt x="189" y="700"/>
                </a:lnTo>
                <a:lnTo>
                  <a:pt x="188" y="700"/>
                </a:lnTo>
                <a:lnTo>
                  <a:pt x="187" y="700"/>
                </a:lnTo>
                <a:lnTo>
                  <a:pt x="187" y="699"/>
                </a:lnTo>
                <a:lnTo>
                  <a:pt x="186" y="699"/>
                </a:lnTo>
                <a:lnTo>
                  <a:pt x="186" y="698"/>
                </a:lnTo>
                <a:lnTo>
                  <a:pt x="185" y="698"/>
                </a:lnTo>
                <a:lnTo>
                  <a:pt x="185" y="697"/>
                </a:lnTo>
                <a:lnTo>
                  <a:pt x="184" y="697"/>
                </a:lnTo>
                <a:lnTo>
                  <a:pt x="183" y="697"/>
                </a:lnTo>
                <a:lnTo>
                  <a:pt x="182" y="697"/>
                </a:lnTo>
                <a:lnTo>
                  <a:pt x="180" y="697"/>
                </a:lnTo>
                <a:lnTo>
                  <a:pt x="176" y="696"/>
                </a:lnTo>
                <a:lnTo>
                  <a:pt x="174" y="695"/>
                </a:lnTo>
                <a:lnTo>
                  <a:pt x="173" y="694"/>
                </a:lnTo>
                <a:lnTo>
                  <a:pt x="172" y="694"/>
                </a:lnTo>
                <a:lnTo>
                  <a:pt x="171" y="695"/>
                </a:lnTo>
                <a:lnTo>
                  <a:pt x="169" y="696"/>
                </a:lnTo>
                <a:lnTo>
                  <a:pt x="169" y="697"/>
                </a:lnTo>
                <a:lnTo>
                  <a:pt x="169" y="698"/>
                </a:lnTo>
                <a:lnTo>
                  <a:pt x="170" y="698"/>
                </a:lnTo>
                <a:lnTo>
                  <a:pt x="170" y="699"/>
                </a:lnTo>
                <a:lnTo>
                  <a:pt x="170" y="700"/>
                </a:lnTo>
                <a:lnTo>
                  <a:pt x="170" y="701"/>
                </a:lnTo>
                <a:lnTo>
                  <a:pt x="169" y="702"/>
                </a:lnTo>
                <a:lnTo>
                  <a:pt x="167" y="703"/>
                </a:lnTo>
                <a:lnTo>
                  <a:pt x="166" y="703"/>
                </a:lnTo>
                <a:lnTo>
                  <a:pt x="165" y="701"/>
                </a:lnTo>
                <a:lnTo>
                  <a:pt x="164" y="700"/>
                </a:lnTo>
                <a:lnTo>
                  <a:pt x="163" y="700"/>
                </a:lnTo>
                <a:lnTo>
                  <a:pt x="163" y="699"/>
                </a:lnTo>
                <a:lnTo>
                  <a:pt x="163" y="697"/>
                </a:lnTo>
                <a:lnTo>
                  <a:pt x="163" y="696"/>
                </a:lnTo>
                <a:lnTo>
                  <a:pt x="163" y="695"/>
                </a:lnTo>
                <a:lnTo>
                  <a:pt x="163" y="694"/>
                </a:lnTo>
                <a:lnTo>
                  <a:pt x="163" y="693"/>
                </a:lnTo>
                <a:lnTo>
                  <a:pt x="163" y="692"/>
                </a:lnTo>
                <a:lnTo>
                  <a:pt x="163" y="691"/>
                </a:lnTo>
                <a:lnTo>
                  <a:pt x="162" y="691"/>
                </a:lnTo>
                <a:lnTo>
                  <a:pt x="161" y="690"/>
                </a:lnTo>
                <a:lnTo>
                  <a:pt x="159" y="688"/>
                </a:lnTo>
                <a:lnTo>
                  <a:pt x="158" y="687"/>
                </a:lnTo>
                <a:lnTo>
                  <a:pt x="157" y="686"/>
                </a:lnTo>
                <a:lnTo>
                  <a:pt x="157" y="685"/>
                </a:lnTo>
                <a:lnTo>
                  <a:pt x="156" y="684"/>
                </a:lnTo>
                <a:lnTo>
                  <a:pt x="156" y="683"/>
                </a:lnTo>
                <a:lnTo>
                  <a:pt x="156" y="682"/>
                </a:lnTo>
                <a:lnTo>
                  <a:pt x="156" y="681"/>
                </a:lnTo>
                <a:lnTo>
                  <a:pt x="157" y="680"/>
                </a:lnTo>
                <a:lnTo>
                  <a:pt x="157" y="679"/>
                </a:lnTo>
                <a:lnTo>
                  <a:pt x="157" y="678"/>
                </a:lnTo>
                <a:lnTo>
                  <a:pt x="157" y="677"/>
                </a:lnTo>
                <a:lnTo>
                  <a:pt x="158" y="677"/>
                </a:lnTo>
                <a:lnTo>
                  <a:pt x="158" y="676"/>
                </a:lnTo>
                <a:lnTo>
                  <a:pt x="159" y="676"/>
                </a:lnTo>
                <a:lnTo>
                  <a:pt x="158" y="675"/>
                </a:lnTo>
                <a:lnTo>
                  <a:pt x="158" y="674"/>
                </a:lnTo>
                <a:lnTo>
                  <a:pt x="157" y="672"/>
                </a:lnTo>
                <a:lnTo>
                  <a:pt x="157" y="671"/>
                </a:lnTo>
                <a:lnTo>
                  <a:pt x="157" y="670"/>
                </a:lnTo>
                <a:lnTo>
                  <a:pt x="158" y="670"/>
                </a:lnTo>
                <a:lnTo>
                  <a:pt x="159" y="669"/>
                </a:lnTo>
                <a:lnTo>
                  <a:pt x="159" y="668"/>
                </a:lnTo>
                <a:lnTo>
                  <a:pt x="159" y="667"/>
                </a:lnTo>
                <a:lnTo>
                  <a:pt x="158" y="666"/>
                </a:lnTo>
                <a:lnTo>
                  <a:pt x="158" y="665"/>
                </a:lnTo>
                <a:lnTo>
                  <a:pt x="158" y="664"/>
                </a:lnTo>
                <a:lnTo>
                  <a:pt x="157" y="663"/>
                </a:lnTo>
                <a:lnTo>
                  <a:pt x="157" y="662"/>
                </a:lnTo>
                <a:lnTo>
                  <a:pt x="151" y="649"/>
                </a:lnTo>
                <a:lnTo>
                  <a:pt x="150" y="647"/>
                </a:lnTo>
                <a:lnTo>
                  <a:pt x="150" y="646"/>
                </a:lnTo>
                <a:lnTo>
                  <a:pt x="149" y="646"/>
                </a:lnTo>
                <a:lnTo>
                  <a:pt x="149" y="645"/>
                </a:lnTo>
                <a:lnTo>
                  <a:pt x="148" y="645"/>
                </a:lnTo>
                <a:lnTo>
                  <a:pt x="148" y="644"/>
                </a:lnTo>
                <a:lnTo>
                  <a:pt x="147" y="643"/>
                </a:lnTo>
                <a:lnTo>
                  <a:pt x="146" y="642"/>
                </a:lnTo>
                <a:lnTo>
                  <a:pt x="145" y="641"/>
                </a:lnTo>
                <a:lnTo>
                  <a:pt x="144" y="640"/>
                </a:lnTo>
                <a:lnTo>
                  <a:pt x="143" y="639"/>
                </a:lnTo>
                <a:lnTo>
                  <a:pt x="142" y="639"/>
                </a:lnTo>
                <a:lnTo>
                  <a:pt x="141" y="639"/>
                </a:lnTo>
                <a:lnTo>
                  <a:pt x="141" y="638"/>
                </a:lnTo>
                <a:lnTo>
                  <a:pt x="141" y="637"/>
                </a:lnTo>
                <a:lnTo>
                  <a:pt x="142" y="636"/>
                </a:lnTo>
                <a:lnTo>
                  <a:pt x="141" y="636"/>
                </a:lnTo>
                <a:lnTo>
                  <a:pt x="141" y="635"/>
                </a:lnTo>
                <a:lnTo>
                  <a:pt x="140" y="634"/>
                </a:lnTo>
                <a:lnTo>
                  <a:pt x="140" y="633"/>
                </a:lnTo>
                <a:lnTo>
                  <a:pt x="140" y="632"/>
                </a:lnTo>
                <a:lnTo>
                  <a:pt x="139" y="632"/>
                </a:lnTo>
                <a:lnTo>
                  <a:pt x="139" y="631"/>
                </a:lnTo>
                <a:lnTo>
                  <a:pt x="139" y="630"/>
                </a:lnTo>
                <a:lnTo>
                  <a:pt x="139" y="629"/>
                </a:lnTo>
                <a:lnTo>
                  <a:pt x="138" y="629"/>
                </a:lnTo>
                <a:lnTo>
                  <a:pt x="138" y="628"/>
                </a:lnTo>
                <a:lnTo>
                  <a:pt x="137" y="628"/>
                </a:lnTo>
                <a:lnTo>
                  <a:pt x="137" y="627"/>
                </a:lnTo>
                <a:lnTo>
                  <a:pt x="136" y="626"/>
                </a:lnTo>
                <a:lnTo>
                  <a:pt x="134" y="625"/>
                </a:lnTo>
                <a:lnTo>
                  <a:pt x="133" y="624"/>
                </a:lnTo>
                <a:lnTo>
                  <a:pt x="132" y="624"/>
                </a:lnTo>
                <a:lnTo>
                  <a:pt x="131" y="623"/>
                </a:lnTo>
                <a:lnTo>
                  <a:pt x="130" y="622"/>
                </a:lnTo>
                <a:lnTo>
                  <a:pt x="130" y="621"/>
                </a:lnTo>
                <a:lnTo>
                  <a:pt x="129" y="621"/>
                </a:lnTo>
                <a:lnTo>
                  <a:pt x="129" y="620"/>
                </a:lnTo>
                <a:lnTo>
                  <a:pt x="128" y="619"/>
                </a:lnTo>
                <a:lnTo>
                  <a:pt x="127" y="619"/>
                </a:lnTo>
                <a:lnTo>
                  <a:pt x="127" y="618"/>
                </a:lnTo>
                <a:lnTo>
                  <a:pt x="126" y="617"/>
                </a:lnTo>
                <a:lnTo>
                  <a:pt x="125" y="616"/>
                </a:lnTo>
                <a:lnTo>
                  <a:pt x="124" y="616"/>
                </a:lnTo>
                <a:lnTo>
                  <a:pt x="122" y="615"/>
                </a:lnTo>
                <a:lnTo>
                  <a:pt x="121" y="615"/>
                </a:lnTo>
                <a:lnTo>
                  <a:pt x="120" y="614"/>
                </a:lnTo>
                <a:lnTo>
                  <a:pt x="118" y="613"/>
                </a:lnTo>
                <a:lnTo>
                  <a:pt x="117" y="613"/>
                </a:lnTo>
                <a:lnTo>
                  <a:pt x="115" y="612"/>
                </a:lnTo>
                <a:lnTo>
                  <a:pt x="113" y="612"/>
                </a:lnTo>
                <a:lnTo>
                  <a:pt x="113" y="611"/>
                </a:lnTo>
                <a:lnTo>
                  <a:pt x="112" y="611"/>
                </a:lnTo>
                <a:lnTo>
                  <a:pt x="111" y="611"/>
                </a:lnTo>
                <a:lnTo>
                  <a:pt x="110" y="611"/>
                </a:lnTo>
                <a:lnTo>
                  <a:pt x="109" y="610"/>
                </a:lnTo>
                <a:lnTo>
                  <a:pt x="108" y="610"/>
                </a:lnTo>
                <a:lnTo>
                  <a:pt x="106" y="609"/>
                </a:lnTo>
                <a:lnTo>
                  <a:pt x="105" y="608"/>
                </a:lnTo>
                <a:lnTo>
                  <a:pt x="103" y="608"/>
                </a:lnTo>
                <a:lnTo>
                  <a:pt x="102" y="607"/>
                </a:lnTo>
                <a:lnTo>
                  <a:pt x="101" y="607"/>
                </a:lnTo>
                <a:lnTo>
                  <a:pt x="98" y="606"/>
                </a:lnTo>
                <a:lnTo>
                  <a:pt x="98" y="605"/>
                </a:lnTo>
                <a:lnTo>
                  <a:pt x="97" y="605"/>
                </a:lnTo>
                <a:lnTo>
                  <a:pt x="97" y="604"/>
                </a:lnTo>
                <a:lnTo>
                  <a:pt x="96" y="604"/>
                </a:lnTo>
                <a:lnTo>
                  <a:pt x="95" y="603"/>
                </a:lnTo>
                <a:lnTo>
                  <a:pt x="94" y="602"/>
                </a:lnTo>
                <a:lnTo>
                  <a:pt x="93" y="601"/>
                </a:lnTo>
                <a:lnTo>
                  <a:pt x="92" y="601"/>
                </a:lnTo>
                <a:lnTo>
                  <a:pt x="91" y="601"/>
                </a:lnTo>
                <a:lnTo>
                  <a:pt x="90" y="600"/>
                </a:lnTo>
                <a:lnTo>
                  <a:pt x="90" y="601"/>
                </a:lnTo>
                <a:lnTo>
                  <a:pt x="89" y="601"/>
                </a:lnTo>
                <a:lnTo>
                  <a:pt x="88" y="601"/>
                </a:lnTo>
                <a:lnTo>
                  <a:pt x="87" y="601"/>
                </a:lnTo>
                <a:lnTo>
                  <a:pt x="83" y="599"/>
                </a:lnTo>
                <a:lnTo>
                  <a:pt x="80" y="597"/>
                </a:lnTo>
                <a:lnTo>
                  <a:pt x="78" y="596"/>
                </a:lnTo>
                <a:lnTo>
                  <a:pt x="77" y="597"/>
                </a:lnTo>
                <a:lnTo>
                  <a:pt x="75" y="595"/>
                </a:lnTo>
                <a:lnTo>
                  <a:pt x="74" y="594"/>
                </a:lnTo>
                <a:lnTo>
                  <a:pt x="73" y="594"/>
                </a:lnTo>
                <a:lnTo>
                  <a:pt x="72" y="593"/>
                </a:lnTo>
                <a:lnTo>
                  <a:pt x="72" y="592"/>
                </a:lnTo>
                <a:lnTo>
                  <a:pt x="71" y="592"/>
                </a:lnTo>
                <a:lnTo>
                  <a:pt x="70" y="591"/>
                </a:lnTo>
                <a:lnTo>
                  <a:pt x="69" y="590"/>
                </a:lnTo>
                <a:lnTo>
                  <a:pt x="70" y="589"/>
                </a:lnTo>
                <a:lnTo>
                  <a:pt x="71" y="589"/>
                </a:lnTo>
                <a:lnTo>
                  <a:pt x="71" y="590"/>
                </a:lnTo>
                <a:lnTo>
                  <a:pt x="72" y="590"/>
                </a:lnTo>
                <a:lnTo>
                  <a:pt x="72" y="591"/>
                </a:lnTo>
                <a:lnTo>
                  <a:pt x="73" y="591"/>
                </a:lnTo>
                <a:lnTo>
                  <a:pt x="74" y="591"/>
                </a:lnTo>
                <a:lnTo>
                  <a:pt x="74" y="590"/>
                </a:lnTo>
                <a:lnTo>
                  <a:pt x="72" y="589"/>
                </a:lnTo>
                <a:lnTo>
                  <a:pt x="70" y="588"/>
                </a:lnTo>
                <a:lnTo>
                  <a:pt x="69" y="587"/>
                </a:lnTo>
                <a:lnTo>
                  <a:pt x="68" y="586"/>
                </a:lnTo>
                <a:lnTo>
                  <a:pt x="68" y="585"/>
                </a:lnTo>
                <a:lnTo>
                  <a:pt x="67" y="585"/>
                </a:lnTo>
                <a:lnTo>
                  <a:pt x="65" y="584"/>
                </a:lnTo>
                <a:lnTo>
                  <a:pt x="65" y="583"/>
                </a:lnTo>
                <a:lnTo>
                  <a:pt x="63" y="581"/>
                </a:lnTo>
                <a:lnTo>
                  <a:pt x="62" y="580"/>
                </a:lnTo>
                <a:lnTo>
                  <a:pt x="61" y="579"/>
                </a:lnTo>
                <a:lnTo>
                  <a:pt x="61" y="578"/>
                </a:lnTo>
                <a:lnTo>
                  <a:pt x="62" y="579"/>
                </a:lnTo>
                <a:lnTo>
                  <a:pt x="63" y="579"/>
                </a:lnTo>
                <a:lnTo>
                  <a:pt x="64" y="578"/>
                </a:lnTo>
                <a:lnTo>
                  <a:pt x="62" y="578"/>
                </a:lnTo>
                <a:lnTo>
                  <a:pt x="63" y="577"/>
                </a:lnTo>
                <a:lnTo>
                  <a:pt x="63" y="576"/>
                </a:lnTo>
                <a:lnTo>
                  <a:pt x="63" y="577"/>
                </a:lnTo>
                <a:lnTo>
                  <a:pt x="62" y="577"/>
                </a:lnTo>
                <a:lnTo>
                  <a:pt x="62" y="576"/>
                </a:lnTo>
                <a:lnTo>
                  <a:pt x="62" y="577"/>
                </a:lnTo>
                <a:lnTo>
                  <a:pt x="60" y="576"/>
                </a:lnTo>
                <a:lnTo>
                  <a:pt x="60" y="577"/>
                </a:lnTo>
                <a:lnTo>
                  <a:pt x="58" y="578"/>
                </a:lnTo>
                <a:lnTo>
                  <a:pt x="58" y="577"/>
                </a:lnTo>
                <a:lnTo>
                  <a:pt x="57" y="575"/>
                </a:lnTo>
                <a:lnTo>
                  <a:pt x="56" y="575"/>
                </a:lnTo>
                <a:lnTo>
                  <a:pt x="56" y="574"/>
                </a:lnTo>
                <a:lnTo>
                  <a:pt x="55" y="574"/>
                </a:lnTo>
                <a:lnTo>
                  <a:pt x="55" y="573"/>
                </a:lnTo>
                <a:lnTo>
                  <a:pt x="54" y="572"/>
                </a:lnTo>
                <a:lnTo>
                  <a:pt x="54" y="571"/>
                </a:lnTo>
                <a:lnTo>
                  <a:pt x="54" y="570"/>
                </a:lnTo>
                <a:lnTo>
                  <a:pt x="54" y="569"/>
                </a:lnTo>
                <a:lnTo>
                  <a:pt x="54" y="568"/>
                </a:lnTo>
                <a:lnTo>
                  <a:pt x="55" y="568"/>
                </a:lnTo>
                <a:lnTo>
                  <a:pt x="55" y="567"/>
                </a:lnTo>
                <a:lnTo>
                  <a:pt x="56" y="566"/>
                </a:lnTo>
                <a:lnTo>
                  <a:pt x="57" y="565"/>
                </a:lnTo>
                <a:lnTo>
                  <a:pt x="57" y="564"/>
                </a:lnTo>
                <a:lnTo>
                  <a:pt x="57" y="563"/>
                </a:lnTo>
                <a:lnTo>
                  <a:pt x="57" y="562"/>
                </a:lnTo>
                <a:lnTo>
                  <a:pt x="57" y="560"/>
                </a:lnTo>
                <a:lnTo>
                  <a:pt x="57" y="559"/>
                </a:lnTo>
                <a:lnTo>
                  <a:pt x="56" y="559"/>
                </a:lnTo>
                <a:lnTo>
                  <a:pt x="55" y="559"/>
                </a:lnTo>
                <a:lnTo>
                  <a:pt x="55" y="561"/>
                </a:lnTo>
                <a:lnTo>
                  <a:pt x="54" y="561"/>
                </a:lnTo>
                <a:lnTo>
                  <a:pt x="53" y="559"/>
                </a:lnTo>
                <a:lnTo>
                  <a:pt x="53" y="558"/>
                </a:lnTo>
                <a:lnTo>
                  <a:pt x="53" y="557"/>
                </a:lnTo>
                <a:lnTo>
                  <a:pt x="52" y="557"/>
                </a:lnTo>
                <a:lnTo>
                  <a:pt x="52" y="556"/>
                </a:lnTo>
                <a:lnTo>
                  <a:pt x="51" y="556"/>
                </a:lnTo>
                <a:lnTo>
                  <a:pt x="51" y="555"/>
                </a:lnTo>
                <a:lnTo>
                  <a:pt x="50" y="554"/>
                </a:lnTo>
                <a:lnTo>
                  <a:pt x="50" y="553"/>
                </a:lnTo>
                <a:lnTo>
                  <a:pt x="49" y="552"/>
                </a:lnTo>
                <a:lnTo>
                  <a:pt x="49" y="551"/>
                </a:lnTo>
                <a:lnTo>
                  <a:pt x="48" y="551"/>
                </a:lnTo>
                <a:lnTo>
                  <a:pt x="47" y="550"/>
                </a:lnTo>
                <a:lnTo>
                  <a:pt x="47" y="549"/>
                </a:lnTo>
                <a:lnTo>
                  <a:pt x="46" y="547"/>
                </a:lnTo>
                <a:lnTo>
                  <a:pt x="44" y="544"/>
                </a:lnTo>
                <a:lnTo>
                  <a:pt x="43" y="543"/>
                </a:lnTo>
                <a:lnTo>
                  <a:pt x="43" y="542"/>
                </a:lnTo>
                <a:lnTo>
                  <a:pt x="42" y="541"/>
                </a:lnTo>
                <a:lnTo>
                  <a:pt x="41" y="541"/>
                </a:lnTo>
                <a:lnTo>
                  <a:pt x="40" y="541"/>
                </a:lnTo>
                <a:lnTo>
                  <a:pt x="40" y="540"/>
                </a:lnTo>
                <a:lnTo>
                  <a:pt x="41" y="540"/>
                </a:lnTo>
                <a:lnTo>
                  <a:pt x="41" y="539"/>
                </a:lnTo>
                <a:lnTo>
                  <a:pt x="40" y="538"/>
                </a:lnTo>
                <a:lnTo>
                  <a:pt x="39" y="536"/>
                </a:lnTo>
                <a:lnTo>
                  <a:pt x="38" y="534"/>
                </a:lnTo>
                <a:lnTo>
                  <a:pt x="38" y="533"/>
                </a:lnTo>
                <a:lnTo>
                  <a:pt x="37" y="533"/>
                </a:lnTo>
                <a:lnTo>
                  <a:pt x="36" y="532"/>
                </a:lnTo>
                <a:lnTo>
                  <a:pt x="36" y="531"/>
                </a:lnTo>
                <a:lnTo>
                  <a:pt x="37" y="531"/>
                </a:lnTo>
                <a:lnTo>
                  <a:pt x="36" y="531"/>
                </a:lnTo>
                <a:lnTo>
                  <a:pt x="36" y="530"/>
                </a:lnTo>
                <a:lnTo>
                  <a:pt x="36" y="529"/>
                </a:lnTo>
                <a:lnTo>
                  <a:pt x="36" y="528"/>
                </a:lnTo>
                <a:lnTo>
                  <a:pt x="35" y="527"/>
                </a:lnTo>
                <a:lnTo>
                  <a:pt x="34" y="526"/>
                </a:lnTo>
                <a:lnTo>
                  <a:pt x="34" y="525"/>
                </a:lnTo>
                <a:lnTo>
                  <a:pt x="33" y="524"/>
                </a:lnTo>
                <a:lnTo>
                  <a:pt x="33" y="523"/>
                </a:lnTo>
                <a:lnTo>
                  <a:pt x="32" y="522"/>
                </a:lnTo>
                <a:lnTo>
                  <a:pt x="32" y="521"/>
                </a:lnTo>
                <a:lnTo>
                  <a:pt x="31" y="521"/>
                </a:lnTo>
                <a:lnTo>
                  <a:pt x="31" y="520"/>
                </a:lnTo>
                <a:lnTo>
                  <a:pt x="31" y="517"/>
                </a:lnTo>
                <a:lnTo>
                  <a:pt x="31" y="516"/>
                </a:lnTo>
                <a:lnTo>
                  <a:pt x="30" y="514"/>
                </a:lnTo>
                <a:lnTo>
                  <a:pt x="30" y="513"/>
                </a:lnTo>
                <a:lnTo>
                  <a:pt x="29" y="512"/>
                </a:lnTo>
                <a:lnTo>
                  <a:pt x="28" y="511"/>
                </a:lnTo>
                <a:lnTo>
                  <a:pt x="27" y="510"/>
                </a:lnTo>
                <a:lnTo>
                  <a:pt x="26" y="509"/>
                </a:lnTo>
                <a:lnTo>
                  <a:pt x="26" y="508"/>
                </a:lnTo>
                <a:lnTo>
                  <a:pt x="25" y="507"/>
                </a:lnTo>
                <a:lnTo>
                  <a:pt x="24" y="507"/>
                </a:lnTo>
                <a:lnTo>
                  <a:pt x="23" y="506"/>
                </a:lnTo>
                <a:lnTo>
                  <a:pt x="23" y="505"/>
                </a:lnTo>
                <a:lnTo>
                  <a:pt x="22" y="505"/>
                </a:lnTo>
                <a:lnTo>
                  <a:pt x="21" y="505"/>
                </a:lnTo>
                <a:lnTo>
                  <a:pt x="19" y="504"/>
                </a:lnTo>
                <a:lnTo>
                  <a:pt x="18" y="503"/>
                </a:lnTo>
                <a:lnTo>
                  <a:pt x="16" y="502"/>
                </a:lnTo>
                <a:lnTo>
                  <a:pt x="15" y="501"/>
                </a:lnTo>
                <a:lnTo>
                  <a:pt x="13" y="500"/>
                </a:lnTo>
                <a:lnTo>
                  <a:pt x="11" y="500"/>
                </a:lnTo>
                <a:lnTo>
                  <a:pt x="10" y="499"/>
                </a:lnTo>
                <a:lnTo>
                  <a:pt x="9" y="499"/>
                </a:lnTo>
                <a:lnTo>
                  <a:pt x="8" y="499"/>
                </a:lnTo>
                <a:lnTo>
                  <a:pt x="7" y="498"/>
                </a:lnTo>
                <a:lnTo>
                  <a:pt x="8" y="498"/>
                </a:lnTo>
                <a:lnTo>
                  <a:pt x="8" y="497"/>
                </a:lnTo>
                <a:lnTo>
                  <a:pt x="8" y="496"/>
                </a:lnTo>
                <a:lnTo>
                  <a:pt x="7" y="496"/>
                </a:lnTo>
                <a:lnTo>
                  <a:pt x="7" y="497"/>
                </a:lnTo>
                <a:lnTo>
                  <a:pt x="6" y="497"/>
                </a:lnTo>
                <a:lnTo>
                  <a:pt x="5" y="497"/>
                </a:lnTo>
                <a:lnTo>
                  <a:pt x="4" y="496"/>
                </a:lnTo>
                <a:lnTo>
                  <a:pt x="3" y="496"/>
                </a:lnTo>
                <a:lnTo>
                  <a:pt x="2" y="495"/>
                </a:lnTo>
                <a:lnTo>
                  <a:pt x="2" y="496"/>
                </a:lnTo>
                <a:lnTo>
                  <a:pt x="1" y="494"/>
                </a:lnTo>
                <a:lnTo>
                  <a:pt x="1" y="492"/>
                </a:lnTo>
                <a:lnTo>
                  <a:pt x="1" y="491"/>
                </a:lnTo>
                <a:lnTo>
                  <a:pt x="0" y="490"/>
                </a:lnTo>
                <a:lnTo>
                  <a:pt x="0" y="489"/>
                </a:lnTo>
                <a:lnTo>
                  <a:pt x="0" y="488"/>
                </a:lnTo>
                <a:lnTo>
                  <a:pt x="0" y="487"/>
                </a:lnTo>
                <a:lnTo>
                  <a:pt x="0" y="486"/>
                </a:lnTo>
                <a:lnTo>
                  <a:pt x="0" y="485"/>
                </a:lnTo>
                <a:lnTo>
                  <a:pt x="1" y="484"/>
                </a:lnTo>
                <a:lnTo>
                  <a:pt x="2" y="484"/>
                </a:lnTo>
                <a:lnTo>
                  <a:pt x="2" y="483"/>
                </a:lnTo>
                <a:lnTo>
                  <a:pt x="2" y="484"/>
                </a:lnTo>
                <a:lnTo>
                  <a:pt x="1" y="485"/>
                </a:lnTo>
                <a:lnTo>
                  <a:pt x="0" y="486"/>
                </a:lnTo>
                <a:lnTo>
                  <a:pt x="2" y="485"/>
                </a:lnTo>
                <a:lnTo>
                  <a:pt x="2" y="484"/>
                </a:lnTo>
                <a:lnTo>
                  <a:pt x="3" y="484"/>
                </a:lnTo>
                <a:lnTo>
                  <a:pt x="6" y="482"/>
                </a:lnTo>
                <a:lnTo>
                  <a:pt x="8" y="482"/>
                </a:lnTo>
                <a:lnTo>
                  <a:pt x="8" y="481"/>
                </a:lnTo>
                <a:lnTo>
                  <a:pt x="8" y="480"/>
                </a:lnTo>
                <a:lnTo>
                  <a:pt x="8" y="479"/>
                </a:lnTo>
                <a:lnTo>
                  <a:pt x="8" y="478"/>
                </a:lnTo>
                <a:lnTo>
                  <a:pt x="8" y="477"/>
                </a:lnTo>
                <a:lnTo>
                  <a:pt x="6" y="478"/>
                </a:lnTo>
                <a:lnTo>
                  <a:pt x="5" y="472"/>
                </a:lnTo>
                <a:lnTo>
                  <a:pt x="4" y="472"/>
                </a:lnTo>
                <a:lnTo>
                  <a:pt x="4" y="471"/>
                </a:lnTo>
                <a:lnTo>
                  <a:pt x="4" y="470"/>
                </a:lnTo>
                <a:lnTo>
                  <a:pt x="3" y="470"/>
                </a:lnTo>
                <a:lnTo>
                  <a:pt x="4" y="469"/>
                </a:lnTo>
                <a:lnTo>
                  <a:pt x="4" y="468"/>
                </a:lnTo>
                <a:lnTo>
                  <a:pt x="4" y="467"/>
                </a:lnTo>
                <a:lnTo>
                  <a:pt x="5" y="466"/>
                </a:lnTo>
                <a:lnTo>
                  <a:pt x="5" y="465"/>
                </a:lnTo>
                <a:lnTo>
                  <a:pt x="5" y="464"/>
                </a:lnTo>
                <a:lnTo>
                  <a:pt x="6" y="464"/>
                </a:lnTo>
                <a:lnTo>
                  <a:pt x="6" y="465"/>
                </a:lnTo>
                <a:lnTo>
                  <a:pt x="6" y="464"/>
                </a:lnTo>
                <a:lnTo>
                  <a:pt x="6" y="463"/>
                </a:lnTo>
                <a:lnTo>
                  <a:pt x="5" y="463"/>
                </a:lnTo>
                <a:lnTo>
                  <a:pt x="4" y="463"/>
                </a:lnTo>
                <a:lnTo>
                  <a:pt x="5" y="463"/>
                </a:lnTo>
                <a:lnTo>
                  <a:pt x="5" y="461"/>
                </a:lnTo>
                <a:lnTo>
                  <a:pt x="4" y="460"/>
                </a:lnTo>
                <a:lnTo>
                  <a:pt x="4" y="459"/>
                </a:lnTo>
                <a:lnTo>
                  <a:pt x="5" y="459"/>
                </a:lnTo>
                <a:lnTo>
                  <a:pt x="5" y="460"/>
                </a:lnTo>
                <a:lnTo>
                  <a:pt x="5" y="461"/>
                </a:lnTo>
                <a:lnTo>
                  <a:pt x="6" y="461"/>
                </a:lnTo>
                <a:lnTo>
                  <a:pt x="6" y="462"/>
                </a:lnTo>
                <a:lnTo>
                  <a:pt x="7" y="462"/>
                </a:lnTo>
                <a:lnTo>
                  <a:pt x="7" y="461"/>
                </a:lnTo>
                <a:lnTo>
                  <a:pt x="7" y="460"/>
                </a:lnTo>
                <a:lnTo>
                  <a:pt x="7" y="459"/>
                </a:lnTo>
                <a:lnTo>
                  <a:pt x="7" y="457"/>
                </a:lnTo>
                <a:lnTo>
                  <a:pt x="8" y="457"/>
                </a:lnTo>
                <a:lnTo>
                  <a:pt x="8" y="456"/>
                </a:lnTo>
                <a:lnTo>
                  <a:pt x="9" y="455"/>
                </a:lnTo>
                <a:lnTo>
                  <a:pt x="9" y="454"/>
                </a:lnTo>
                <a:lnTo>
                  <a:pt x="8" y="454"/>
                </a:lnTo>
                <a:lnTo>
                  <a:pt x="8" y="453"/>
                </a:lnTo>
                <a:lnTo>
                  <a:pt x="8" y="452"/>
                </a:lnTo>
                <a:lnTo>
                  <a:pt x="9" y="452"/>
                </a:lnTo>
                <a:lnTo>
                  <a:pt x="9" y="451"/>
                </a:lnTo>
                <a:lnTo>
                  <a:pt x="10" y="451"/>
                </a:lnTo>
                <a:lnTo>
                  <a:pt x="9" y="451"/>
                </a:lnTo>
                <a:lnTo>
                  <a:pt x="8" y="451"/>
                </a:lnTo>
                <a:lnTo>
                  <a:pt x="8" y="452"/>
                </a:lnTo>
                <a:lnTo>
                  <a:pt x="7" y="452"/>
                </a:lnTo>
                <a:lnTo>
                  <a:pt x="6" y="452"/>
                </a:lnTo>
                <a:lnTo>
                  <a:pt x="6" y="451"/>
                </a:lnTo>
                <a:lnTo>
                  <a:pt x="5" y="450"/>
                </a:lnTo>
                <a:lnTo>
                  <a:pt x="5" y="448"/>
                </a:lnTo>
                <a:lnTo>
                  <a:pt x="5" y="447"/>
                </a:lnTo>
                <a:lnTo>
                  <a:pt x="6" y="447"/>
                </a:lnTo>
                <a:lnTo>
                  <a:pt x="7" y="447"/>
                </a:lnTo>
                <a:lnTo>
                  <a:pt x="8" y="447"/>
                </a:lnTo>
                <a:lnTo>
                  <a:pt x="9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5"/>
                </a:lnTo>
                <a:lnTo>
                  <a:pt x="7" y="444"/>
                </a:lnTo>
                <a:lnTo>
                  <a:pt x="7" y="443"/>
                </a:lnTo>
                <a:lnTo>
                  <a:pt x="8" y="442"/>
                </a:lnTo>
                <a:lnTo>
                  <a:pt x="8" y="441"/>
                </a:lnTo>
                <a:lnTo>
                  <a:pt x="8" y="440"/>
                </a:lnTo>
                <a:lnTo>
                  <a:pt x="9" y="440"/>
                </a:lnTo>
                <a:lnTo>
                  <a:pt x="9" y="439"/>
                </a:lnTo>
                <a:lnTo>
                  <a:pt x="10" y="438"/>
                </a:lnTo>
                <a:lnTo>
                  <a:pt x="10" y="437"/>
                </a:lnTo>
                <a:lnTo>
                  <a:pt x="9" y="437"/>
                </a:lnTo>
                <a:lnTo>
                  <a:pt x="8" y="436"/>
                </a:lnTo>
                <a:lnTo>
                  <a:pt x="8" y="435"/>
                </a:lnTo>
                <a:lnTo>
                  <a:pt x="9" y="434"/>
                </a:lnTo>
                <a:lnTo>
                  <a:pt x="9" y="433"/>
                </a:lnTo>
                <a:lnTo>
                  <a:pt x="10" y="431"/>
                </a:lnTo>
                <a:lnTo>
                  <a:pt x="11" y="430"/>
                </a:lnTo>
                <a:lnTo>
                  <a:pt x="10" y="431"/>
                </a:lnTo>
                <a:lnTo>
                  <a:pt x="11" y="431"/>
                </a:lnTo>
                <a:lnTo>
                  <a:pt x="9" y="433"/>
                </a:lnTo>
                <a:lnTo>
                  <a:pt x="10" y="433"/>
                </a:lnTo>
                <a:lnTo>
                  <a:pt x="11" y="433"/>
                </a:lnTo>
                <a:lnTo>
                  <a:pt x="11" y="432"/>
                </a:lnTo>
                <a:lnTo>
                  <a:pt x="11" y="431"/>
                </a:lnTo>
                <a:lnTo>
                  <a:pt x="12" y="431"/>
                </a:lnTo>
                <a:lnTo>
                  <a:pt x="12" y="432"/>
                </a:lnTo>
                <a:lnTo>
                  <a:pt x="13" y="433"/>
                </a:lnTo>
                <a:lnTo>
                  <a:pt x="14" y="432"/>
                </a:lnTo>
                <a:lnTo>
                  <a:pt x="14" y="429"/>
                </a:lnTo>
                <a:lnTo>
                  <a:pt x="13" y="429"/>
                </a:lnTo>
                <a:lnTo>
                  <a:pt x="12" y="429"/>
                </a:lnTo>
                <a:lnTo>
                  <a:pt x="11" y="429"/>
                </a:lnTo>
                <a:lnTo>
                  <a:pt x="10" y="428"/>
                </a:lnTo>
                <a:lnTo>
                  <a:pt x="9" y="428"/>
                </a:lnTo>
                <a:lnTo>
                  <a:pt x="13" y="427"/>
                </a:lnTo>
                <a:lnTo>
                  <a:pt x="14" y="427"/>
                </a:lnTo>
                <a:lnTo>
                  <a:pt x="14" y="426"/>
                </a:lnTo>
                <a:lnTo>
                  <a:pt x="15" y="425"/>
                </a:lnTo>
                <a:lnTo>
                  <a:pt x="14" y="425"/>
                </a:lnTo>
                <a:lnTo>
                  <a:pt x="14" y="424"/>
                </a:lnTo>
                <a:lnTo>
                  <a:pt x="14" y="423"/>
                </a:lnTo>
                <a:lnTo>
                  <a:pt x="13" y="423"/>
                </a:lnTo>
                <a:lnTo>
                  <a:pt x="13" y="424"/>
                </a:lnTo>
                <a:lnTo>
                  <a:pt x="12" y="424"/>
                </a:lnTo>
                <a:lnTo>
                  <a:pt x="12" y="423"/>
                </a:lnTo>
                <a:lnTo>
                  <a:pt x="11" y="421"/>
                </a:lnTo>
                <a:lnTo>
                  <a:pt x="11" y="420"/>
                </a:lnTo>
                <a:lnTo>
                  <a:pt x="12" y="420"/>
                </a:lnTo>
                <a:lnTo>
                  <a:pt x="12" y="419"/>
                </a:lnTo>
                <a:lnTo>
                  <a:pt x="12" y="418"/>
                </a:lnTo>
                <a:lnTo>
                  <a:pt x="12" y="419"/>
                </a:lnTo>
                <a:lnTo>
                  <a:pt x="11" y="419"/>
                </a:lnTo>
                <a:lnTo>
                  <a:pt x="10" y="419"/>
                </a:lnTo>
                <a:lnTo>
                  <a:pt x="10" y="417"/>
                </a:lnTo>
                <a:lnTo>
                  <a:pt x="10" y="416"/>
                </a:lnTo>
                <a:lnTo>
                  <a:pt x="11" y="416"/>
                </a:lnTo>
                <a:lnTo>
                  <a:pt x="11" y="415"/>
                </a:lnTo>
                <a:lnTo>
                  <a:pt x="10" y="414"/>
                </a:lnTo>
                <a:lnTo>
                  <a:pt x="9" y="414"/>
                </a:lnTo>
                <a:lnTo>
                  <a:pt x="8" y="415"/>
                </a:lnTo>
                <a:lnTo>
                  <a:pt x="7" y="415"/>
                </a:lnTo>
                <a:lnTo>
                  <a:pt x="7" y="414"/>
                </a:lnTo>
                <a:lnTo>
                  <a:pt x="8" y="413"/>
                </a:lnTo>
                <a:lnTo>
                  <a:pt x="9" y="412"/>
                </a:lnTo>
                <a:lnTo>
                  <a:pt x="9" y="411"/>
                </a:lnTo>
                <a:lnTo>
                  <a:pt x="9" y="410"/>
                </a:lnTo>
                <a:lnTo>
                  <a:pt x="9" y="409"/>
                </a:lnTo>
                <a:lnTo>
                  <a:pt x="10" y="408"/>
                </a:lnTo>
                <a:lnTo>
                  <a:pt x="10" y="407"/>
                </a:lnTo>
                <a:lnTo>
                  <a:pt x="10" y="406"/>
                </a:lnTo>
                <a:lnTo>
                  <a:pt x="10" y="405"/>
                </a:lnTo>
                <a:lnTo>
                  <a:pt x="7" y="407"/>
                </a:lnTo>
                <a:lnTo>
                  <a:pt x="6" y="407"/>
                </a:lnTo>
                <a:lnTo>
                  <a:pt x="5" y="407"/>
                </a:lnTo>
                <a:lnTo>
                  <a:pt x="4" y="407"/>
                </a:lnTo>
                <a:lnTo>
                  <a:pt x="3" y="406"/>
                </a:lnTo>
                <a:lnTo>
                  <a:pt x="3" y="405"/>
                </a:lnTo>
                <a:lnTo>
                  <a:pt x="3" y="402"/>
                </a:lnTo>
                <a:lnTo>
                  <a:pt x="3" y="401"/>
                </a:lnTo>
                <a:lnTo>
                  <a:pt x="4" y="401"/>
                </a:lnTo>
                <a:lnTo>
                  <a:pt x="7" y="401"/>
                </a:lnTo>
                <a:lnTo>
                  <a:pt x="8" y="401"/>
                </a:lnTo>
                <a:lnTo>
                  <a:pt x="9" y="401"/>
                </a:lnTo>
                <a:lnTo>
                  <a:pt x="9" y="400"/>
                </a:lnTo>
                <a:lnTo>
                  <a:pt x="9" y="399"/>
                </a:lnTo>
                <a:lnTo>
                  <a:pt x="8" y="399"/>
                </a:lnTo>
                <a:lnTo>
                  <a:pt x="8" y="398"/>
                </a:lnTo>
                <a:lnTo>
                  <a:pt x="8" y="397"/>
                </a:lnTo>
                <a:lnTo>
                  <a:pt x="7" y="397"/>
                </a:lnTo>
                <a:lnTo>
                  <a:pt x="7" y="396"/>
                </a:lnTo>
                <a:lnTo>
                  <a:pt x="6" y="396"/>
                </a:lnTo>
                <a:lnTo>
                  <a:pt x="6" y="395"/>
                </a:lnTo>
                <a:lnTo>
                  <a:pt x="5" y="395"/>
                </a:lnTo>
                <a:lnTo>
                  <a:pt x="5" y="393"/>
                </a:lnTo>
                <a:lnTo>
                  <a:pt x="5" y="392"/>
                </a:lnTo>
                <a:lnTo>
                  <a:pt x="5" y="391"/>
                </a:lnTo>
                <a:lnTo>
                  <a:pt x="5" y="390"/>
                </a:lnTo>
                <a:lnTo>
                  <a:pt x="5" y="388"/>
                </a:lnTo>
                <a:lnTo>
                  <a:pt x="4" y="386"/>
                </a:lnTo>
                <a:lnTo>
                  <a:pt x="5" y="385"/>
                </a:lnTo>
                <a:lnTo>
                  <a:pt x="6" y="385"/>
                </a:lnTo>
                <a:lnTo>
                  <a:pt x="6" y="386"/>
                </a:lnTo>
                <a:lnTo>
                  <a:pt x="6" y="385"/>
                </a:lnTo>
                <a:lnTo>
                  <a:pt x="5" y="385"/>
                </a:lnTo>
                <a:lnTo>
                  <a:pt x="4" y="385"/>
                </a:lnTo>
                <a:lnTo>
                  <a:pt x="4" y="384"/>
                </a:lnTo>
                <a:lnTo>
                  <a:pt x="4" y="382"/>
                </a:lnTo>
                <a:lnTo>
                  <a:pt x="3" y="381"/>
                </a:lnTo>
                <a:lnTo>
                  <a:pt x="3" y="380"/>
                </a:lnTo>
                <a:lnTo>
                  <a:pt x="3" y="379"/>
                </a:lnTo>
                <a:lnTo>
                  <a:pt x="3" y="377"/>
                </a:lnTo>
                <a:lnTo>
                  <a:pt x="3" y="376"/>
                </a:lnTo>
                <a:lnTo>
                  <a:pt x="3" y="375"/>
                </a:lnTo>
                <a:lnTo>
                  <a:pt x="3" y="374"/>
                </a:lnTo>
                <a:lnTo>
                  <a:pt x="4" y="373"/>
                </a:lnTo>
                <a:lnTo>
                  <a:pt x="4" y="372"/>
                </a:lnTo>
                <a:lnTo>
                  <a:pt x="4" y="371"/>
                </a:lnTo>
                <a:lnTo>
                  <a:pt x="5" y="370"/>
                </a:lnTo>
                <a:lnTo>
                  <a:pt x="5" y="369"/>
                </a:lnTo>
                <a:lnTo>
                  <a:pt x="5" y="368"/>
                </a:lnTo>
                <a:lnTo>
                  <a:pt x="6" y="367"/>
                </a:lnTo>
                <a:lnTo>
                  <a:pt x="6" y="366"/>
                </a:lnTo>
                <a:lnTo>
                  <a:pt x="7" y="366"/>
                </a:lnTo>
                <a:lnTo>
                  <a:pt x="7" y="365"/>
                </a:lnTo>
                <a:lnTo>
                  <a:pt x="8" y="364"/>
                </a:lnTo>
                <a:lnTo>
                  <a:pt x="8" y="363"/>
                </a:lnTo>
                <a:lnTo>
                  <a:pt x="9" y="363"/>
                </a:lnTo>
                <a:lnTo>
                  <a:pt x="10" y="363"/>
                </a:lnTo>
                <a:lnTo>
                  <a:pt x="9" y="363"/>
                </a:lnTo>
                <a:lnTo>
                  <a:pt x="6" y="363"/>
                </a:lnTo>
                <a:lnTo>
                  <a:pt x="6" y="362"/>
                </a:lnTo>
                <a:lnTo>
                  <a:pt x="6" y="359"/>
                </a:lnTo>
                <a:lnTo>
                  <a:pt x="6" y="355"/>
                </a:lnTo>
                <a:lnTo>
                  <a:pt x="7" y="352"/>
                </a:lnTo>
                <a:lnTo>
                  <a:pt x="11" y="351"/>
                </a:lnTo>
                <a:lnTo>
                  <a:pt x="10" y="350"/>
                </a:lnTo>
                <a:lnTo>
                  <a:pt x="10" y="349"/>
                </a:lnTo>
                <a:lnTo>
                  <a:pt x="11" y="346"/>
                </a:lnTo>
                <a:lnTo>
                  <a:pt x="12" y="344"/>
                </a:lnTo>
                <a:lnTo>
                  <a:pt x="13" y="344"/>
                </a:lnTo>
                <a:lnTo>
                  <a:pt x="12" y="344"/>
                </a:lnTo>
                <a:lnTo>
                  <a:pt x="11" y="344"/>
                </a:lnTo>
                <a:lnTo>
                  <a:pt x="11" y="346"/>
                </a:lnTo>
                <a:lnTo>
                  <a:pt x="9" y="348"/>
                </a:lnTo>
                <a:lnTo>
                  <a:pt x="9" y="349"/>
                </a:lnTo>
                <a:lnTo>
                  <a:pt x="9" y="350"/>
                </a:lnTo>
                <a:lnTo>
                  <a:pt x="8" y="350"/>
                </a:lnTo>
                <a:lnTo>
                  <a:pt x="8" y="351"/>
                </a:lnTo>
                <a:lnTo>
                  <a:pt x="7" y="351"/>
                </a:lnTo>
                <a:lnTo>
                  <a:pt x="6" y="352"/>
                </a:lnTo>
                <a:lnTo>
                  <a:pt x="5" y="352"/>
                </a:lnTo>
                <a:lnTo>
                  <a:pt x="4" y="352"/>
                </a:lnTo>
                <a:lnTo>
                  <a:pt x="4" y="350"/>
                </a:lnTo>
                <a:lnTo>
                  <a:pt x="4" y="349"/>
                </a:lnTo>
                <a:lnTo>
                  <a:pt x="4" y="348"/>
                </a:lnTo>
                <a:lnTo>
                  <a:pt x="5" y="346"/>
                </a:lnTo>
                <a:lnTo>
                  <a:pt x="6" y="344"/>
                </a:lnTo>
                <a:lnTo>
                  <a:pt x="4" y="343"/>
                </a:lnTo>
                <a:lnTo>
                  <a:pt x="5" y="342"/>
                </a:lnTo>
                <a:lnTo>
                  <a:pt x="7" y="340"/>
                </a:lnTo>
                <a:lnTo>
                  <a:pt x="8" y="339"/>
                </a:lnTo>
                <a:lnTo>
                  <a:pt x="9" y="338"/>
                </a:lnTo>
                <a:lnTo>
                  <a:pt x="11" y="338"/>
                </a:lnTo>
                <a:lnTo>
                  <a:pt x="13" y="338"/>
                </a:lnTo>
                <a:lnTo>
                  <a:pt x="13" y="337"/>
                </a:lnTo>
                <a:lnTo>
                  <a:pt x="12" y="337"/>
                </a:lnTo>
                <a:lnTo>
                  <a:pt x="12" y="336"/>
                </a:lnTo>
                <a:lnTo>
                  <a:pt x="12" y="335"/>
                </a:lnTo>
                <a:lnTo>
                  <a:pt x="13" y="336"/>
                </a:lnTo>
                <a:lnTo>
                  <a:pt x="15" y="336"/>
                </a:lnTo>
                <a:lnTo>
                  <a:pt x="16" y="337"/>
                </a:lnTo>
                <a:lnTo>
                  <a:pt x="17" y="335"/>
                </a:lnTo>
                <a:lnTo>
                  <a:pt x="17" y="334"/>
                </a:lnTo>
                <a:lnTo>
                  <a:pt x="18" y="334"/>
                </a:lnTo>
                <a:lnTo>
                  <a:pt x="19" y="334"/>
                </a:lnTo>
                <a:lnTo>
                  <a:pt x="19" y="333"/>
                </a:lnTo>
                <a:lnTo>
                  <a:pt x="20" y="333"/>
                </a:lnTo>
                <a:lnTo>
                  <a:pt x="19" y="332"/>
                </a:lnTo>
                <a:lnTo>
                  <a:pt x="18" y="332"/>
                </a:lnTo>
                <a:lnTo>
                  <a:pt x="18" y="331"/>
                </a:lnTo>
                <a:lnTo>
                  <a:pt x="17" y="331"/>
                </a:lnTo>
                <a:lnTo>
                  <a:pt x="16" y="330"/>
                </a:lnTo>
                <a:lnTo>
                  <a:pt x="17" y="329"/>
                </a:lnTo>
                <a:lnTo>
                  <a:pt x="18" y="329"/>
                </a:lnTo>
                <a:lnTo>
                  <a:pt x="19" y="329"/>
                </a:lnTo>
                <a:lnTo>
                  <a:pt x="19" y="328"/>
                </a:lnTo>
                <a:lnTo>
                  <a:pt x="20" y="328"/>
                </a:lnTo>
                <a:lnTo>
                  <a:pt x="21" y="327"/>
                </a:lnTo>
                <a:lnTo>
                  <a:pt x="22" y="326"/>
                </a:lnTo>
                <a:lnTo>
                  <a:pt x="23" y="325"/>
                </a:lnTo>
                <a:lnTo>
                  <a:pt x="23" y="324"/>
                </a:lnTo>
                <a:lnTo>
                  <a:pt x="23" y="323"/>
                </a:lnTo>
                <a:lnTo>
                  <a:pt x="24" y="323"/>
                </a:lnTo>
                <a:lnTo>
                  <a:pt x="24" y="322"/>
                </a:lnTo>
                <a:lnTo>
                  <a:pt x="24" y="321"/>
                </a:lnTo>
                <a:lnTo>
                  <a:pt x="24" y="319"/>
                </a:lnTo>
                <a:lnTo>
                  <a:pt x="25" y="318"/>
                </a:lnTo>
                <a:lnTo>
                  <a:pt x="25" y="317"/>
                </a:lnTo>
                <a:lnTo>
                  <a:pt x="26" y="316"/>
                </a:lnTo>
                <a:lnTo>
                  <a:pt x="26" y="315"/>
                </a:lnTo>
                <a:lnTo>
                  <a:pt x="26" y="314"/>
                </a:lnTo>
                <a:lnTo>
                  <a:pt x="26" y="313"/>
                </a:lnTo>
                <a:lnTo>
                  <a:pt x="27" y="312"/>
                </a:lnTo>
                <a:lnTo>
                  <a:pt x="24" y="312"/>
                </a:lnTo>
                <a:lnTo>
                  <a:pt x="26" y="306"/>
                </a:lnTo>
                <a:lnTo>
                  <a:pt x="26" y="305"/>
                </a:lnTo>
                <a:lnTo>
                  <a:pt x="27" y="303"/>
                </a:lnTo>
                <a:lnTo>
                  <a:pt x="27" y="302"/>
                </a:lnTo>
                <a:lnTo>
                  <a:pt x="27" y="301"/>
                </a:lnTo>
                <a:lnTo>
                  <a:pt x="30" y="300"/>
                </a:lnTo>
                <a:lnTo>
                  <a:pt x="30" y="298"/>
                </a:lnTo>
                <a:lnTo>
                  <a:pt x="31" y="297"/>
                </a:lnTo>
                <a:lnTo>
                  <a:pt x="31" y="296"/>
                </a:lnTo>
                <a:lnTo>
                  <a:pt x="32" y="294"/>
                </a:lnTo>
                <a:lnTo>
                  <a:pt x="33" y="291"/>
                </a:lnTo>
                <a:lnTo>
                  <a:pt x="33" y="290"/>
                </a:lnTo>
                <a:lnTo>
                  <a:pt x="34" y="289"/>
                </a:lnTo>
                <a:lnTo>
                  <a:pt x="35" y="288"/>
                </a:lnTo>
                <a:lnTo>
                  <a:pt x="36" y="288"/>
                </a:lnTo>
                <a:lnTo>
                  <a:pt x="37" y="287"/>
                </a:lnTo>
                <a:lnTo>
                  <a:pt x="38" y="286"/>
                </a:lnTo>
                <a:lnTo>
                  <a:pt x="39" y="286"/>
                </a:lnTo>
                <a:lnTo>
                  <a:pt x="39" y="285"/>
                </a:lnTo>
                <a:lnTo>
                  <a:pt x="39" y="284"/>
                </a:lnTo>
                <a:lnTo>
                  <a:pt x="39" y="282"/>
                </a:lnTo>
                <a:lnTo>
                  <a:pt x="40" y="282"/>
                </a:lnTo>
                <a:lnTo>
                  <a:pt x="40" y="281"/>
                </a:lnTo>
                <a:lnTo>
                  <a:pt x="41" y="280"/>
                </a:lnTo>
                <a:lnTo>
                  <a:pt x="41" y="279"/>
                </a:lnTo>
                <a:lnTo>
                  <a:pt x="42" y="279"/>
                </a:lnTo>
                <a:lnTo>
                  <a:pt x="43" y="278"/>
                </a:lnTo>
                <a:lnTo>
                  <a:pt x="43" y="277"/>
                </a:lnTo>
                <a:lnTo>
                  <a:pt x="43" y="276"/>
                </a:lnTo>
                <a:lnTo>
                  <a:pt x="43" y="273"/>
                </a:lnTo>
                <a:lnTo>
                  <a:pt x="43" y="271"/>
                </a:lnTo>
                <a:lnTo>
                  <a:pt x="42" y="271"/>
                </a:lnTo>
                <a:lnTo>
                  <a:pt x="41" y="271"/>
                </a:lnTo>
                <a:lnTo>
                  <a:pt x="40" y="271"/>
                </a:lnTo>
                <a:lnTo>
                  <a:pt x="39" y="271"/>
                </a:lnTo>
                <a:lnTo>
                  <a:pt x="39" y="272"/>
                </a:lnTo>
                <a:lnTo>
                  <a:pt x="39" y="275"/>
                </a:lnTo>
                <a:lnTo>
                  <a:pt x="39" y="276"/>
                </a:lnTo>
                <a:lnTo>
                  <a:pt x="38" y="276"/>
                </a:lnTo>
                <a:lnTo>
                  <a:pt x="38" y="277"/>
                </a:lnTo>
                <a:lnTo>
                  <a:pt x="37" y="277"/>
                </a:lnTo>
                <a:lnTo>
                  <a:pt x="36" y="277"/>
                </a:lnTo>
                <a:lnTo>
                  <a:pt x="36" y="278"/>
                </a:lnTo>
                <a:lnTo>
                  <a:pt x="36" y="279"/>
                </a:lnTo>
                <a:lnTo>
                  <a:pt x="34" y="279"/>
                </a:lnTo>
                <a:lnTo>
                  <a:pt x="33" y="279"/>
                </a:lnTo>
                <a:lnTo>
                  <a:pt x="33" y="278"/>
                </a:lnTo>
                <a:lnTo>
                  <a:pt x="36" y="272"/>
                </a:lnTo>
                <a:lnTo>
                  <a:pt x="37" y="272"/>
                </a:lnTo>
                <a:lnTo>
                  <a:pt x="38" y="271"/>
                </a:lnTo>
                <a:lnTo>
                  <a:pt x="39" y="271"/>
                </a:lnTo>
                <a:lnTo>
                  <a:pt x="39" y="270"/>
                </a:lnTo>
                <a:lnTo>
                  <a:pt x="39" y="269"/>
                </a:lnTo>
                <a:lnTo>
                  <a:pt x="40" y="268"/>
                </a:lnTo>
                <a:lnTo>
                  <a:pt x="39" y="267"/>
                </a:lnTo>
                <a:lnTo>
                  <a:pt x="40" y="264"/>
                </a:lnTo>
                <a:lnTo>
                  <a:pt x="41" y="264"/>
                </a:lnTo>
                <a:lnTo>
                  <a:pt x="42" y="264"/>
                </a:lnTo>
                <a:lnTo>
                  <a:pt x="46" y="263"/>
                </a:lnTo>
                <a:lnTo>
                  <a:pt x="47" y="263"/>
                </a:lnTo>
                <a:lnTo>
                  <a:pt x="47" y="262"/>
                </a:lnTo>
                <a:lnTo>
                  <a:pt x="46" y="261"/>
                </a:lnTo>
                <a:lnTo>
                  <a:pt x="47" y="260"/>
                </a:lnTo>
                <a:lnTo>
                  <a:pt x="47" y="259"/>
                </a:lnTo>
                <a:lnTo>
                  <a:pt x="48" y="259"/>
                </a:lnTo>
                <a:lnTo>
                  <a:pt x="48" y="258"/>
                </a:lnTo>
                <a:lnTo>
                  <a:pt x="48" y="257"/>
                </a:lnTo>
                <a:lnTo>
                  <a:pt x="49" y="257"/>
                </a:lnTo>
                <a:lnTo>
                  <a:pt x="49" y="256"/>
                </a:lnTo>
                <a:lnTo>
                  <a:pt x="49" y="255"/>
                </a:lnTo>
                <a:lnTo>
                  <a:pt x="50" y="254"/>
                </a:lnTo>
                <a:lnTo>
                  <a:pt x="50" y="253"/>
                </a:lnTo>
                <a:lnTo>
                  <a:pt x="49" y="253"/>
                </a:lnTo>
                <a:lnTo>
                  <a:pt x="48" y="253"/>
                </a:lnTo>
                <a:lnTo>
                  <a:pt x="47" y="253"/>
                </a:lnTo>
                <a:lnTo>
                  <a:pt x="46" y="252"/>
                </a:lnTo>
                <a:lnTo>
                  <a:pt x="45" y="252"/>
                </a:lnTo>
                <a:lnTo>
                  <a:pt x="46" y="251"/>
                </a:lnTo>
                <a:lnTo>
                  <a:pt x="46" y="250"/>
                </a:lnTo>
                <a:lnTo>
                  <a:pt x="46" y="249"/>
                </a:lnTo>
                <a:lnTo>
                  <a:pt x="47" y="248"/>
                </a:lnTo>
                <a:lnTo>
                  <a:pt x="47" y="247"/>
                </a:lnTo>
                <a:lnTo>
                  <a:pt x="48" y="243"/>
                </a:lnTo>
                <a:lnTo>
                  <a:pt x="48" y="242"/>
                </a:lnTo>
                <a:lnTo>
                  <a:pt x="49" y="240"/>
                </a:lnTo>
                <a:lnTo>
                  <a:pt x="50" y="240"/>
                </a:lnTo>
                <a:lnTo>
                  <a:pt x="51" y="238"/>
                </a:lnTo>
                <a:lnTo>
                  <a:pt x="51" y="237"/>
                </a:lnTo>
                <a:lnTo>
                  <a:pt x="51" y="239"/>
                </a:lnTo>
                <a:lnTo>
                  <a:pt x="51" y="240"/>
                </a:lnTo>
                <a:lnTo>
                  <a:pt x="51" y="241"/>
                </a:lnTo>
                <a:lnTo>
                  <a:pt x="51" y="242"/>
                </a:lnTo>
                <a:lnTo>
                  <a:pt x="51" y="243"/>
                </a:lnTo>
                <a:lnTo>
                  <a:pt x="50" y="243"/>
                </a:lnTo>
                <a:lnTo>
                  <a:pt x="50" y="244"/>
                </a:lnTo>
                <a:lnTo>
                  <a:pt x="49" y="244"/>
                </a:lnTo>
                <a:lnTo>
                  <a:pt x="48" y="244"/>
                </a:lnTo>
                <a:lnTo>
                  <a:pt x="48" y="247"/>
                </a:lnTo>
                <a:lnTo>
                  <a:pt x="47" y="250"/>
                </a:lnTo>
                <a:lnTo>
                  <a:pt x="48" y="250"/>
                </a:lnTo>
                <a:lnTo>
                  <a:pt x="49" y="249"/>
                </a:lnTo>
                <a:lnTo>
                  <a:pt x="49" y="248"/>
                </a:lnTo>
                <a:lnTo>
                  <a:pt x="49" y="246"/>
                </a:lnTo>
                <a:lnTo>
                  <a:pt x="50" y="246"/>
                </a:lnTo>
                <a:lnTo>
                  <a:pt x="51" y="248"/>
                </a:lnTo>
                <a:lnTo>
                  <a:pt x="52" y="248"/>
                </a:lnTo>
                <a:lnTo>
                  <a:pt x="52" y="247"/>
                </a:lnTo>
                <a:lnTo>
                  <a:pt x="51" y="246"/>
                </a:lnTo>
                <a:lnTo>
                  <a:pt x="51" y="245"/>
                </a:lnTo>
                <a:lnTo>
                  <a:pt x="52" y="242"/>
                </a:lnTo>
                <a:lnTo>
                  <a:pt x="53" y="238"/>
                </a:lnTo>
                <a:lnTo>
                  <a:pt x="54" y="239"/>
                </a:lnTo>
                <a:lnTo>
                  <a:pt x="53" y="241"/>
                </a:lnTo>
                <a:lnTo>
                  <a:pt x="54" y="241"/>
                </a:lnTo>
                <a:lnTo>
                  <a:pt x="54" y="240"/>
                </a:lnTo>
                <a:lnTo>
                  <a:pt x="55" y="238"/>
                </a:lnTo>
                <a:lnTo>
                  <a:pt x="54" y="238"/>
                </a:lnTo>
                <a:lnTo>
                  <a:pt x="54" y="237"/>
                </a:lnTo>
                <a:lnTo>
                  <a:pt x="54" y="236"/>
                </a:lnTo>
                <a:lnTo>
                  <a:pt x="56" y="236"/>
                </a:lnTo>
                <a:lnTo>
                  <a:pt x="55" y="235"/>
                </a:lnTo>
                <a:lnTo>
                  <a:pt x="53" y="236"/>
                </a:lnTo>
                <a:lnTo>
                  <a:pt x="53" y="234"/>
                </a:lnTo>
                <a:lnTo>
                  <a:pt x="52" y="234"/>
                </a:lnTo>
                <a:lnTo>
                  <a:pt x="52" y="233"/>
                </a:lnTo>
                <a:lnTo>
                  <a:pt x="53" y="233"/>
                </a:lnTo>
                <a:lnTo>
                  <a:pt x="53" y="232"/>
                </a:lnTo>
                <a:lnTo>
                  <a:pt x="53" y="231"/>
                </a:lnTo>
                <a:lnTo>
                  <a:pt x="54" y="230"/>
                </a:lnTo>
                <a:lnTo>
                  <a:pt x="55" y="231"/>
                </a:lnTo>
                <a:lnTo>
                  <a:pt x="56" y="231"/>
                </a:lnTo>
                <a:lnTo>
                  <a:pt x="57" y="232"/>
                </a:lnTo>
                <a:lnTo>
                  <a:pt x="58" y="231"/>
                </a:lnTo>
                <a:lnTo>
                  <a:pt x="58" y="230"/>
                </a:lnTo>
                <a:lnTo>
                  <a:pt x="58" y="227"/>
                </a:lnTo>
                <a:lnTo>
                  <a:pt x="57" y="227"/>
                </a:lnTo>
                <a:lnTo>
                  <a:pt x="58" y="226"/>
                </a:lnTo>
                <a:lnTo>
                  <a:pt x="58" y="225"/>
                </a:lnTo>
                <a:lnTo>
                  <a:pt x="58" y="224"/>
                </a:lnTo>
                <a:lnTo>
                  <a:pt x="59" y="222"/>
                </a:lnTo>
                <a:lnTo>
                  <a:pt x="59" y="221"/>
                </a:lnTo>
                <a:lnTo>
                  <a:pt x="60" y="221"/>
                </a:lnTo>
                <a:lnTo>
                  <a:pt x="60" y="220"/>
                </a:lnTo>
                <a:lnTo>
                  <a:pt x="61" y="219"/>
                </a:lnTo>
                <a:lnTo>
                  <a:pt x="62" y="218"/>
                </a:lnTo>
                <a:lnTo>
                  <a:pt x="62" y="217"/>
                </a:lnTo>
                <a:lnTo>
                  <a:pt x="61" y="217"/>
                </a:lnTo>
                <a:lnTo>
                  <a:pt x="61" y="216"/>
                </a:lnTo>
                <a:lnTo>
                  <a:pt x="62" y="214"/>
                </a:lnTo>
                <a:lnTo>
                  <a:pt x="62" y="213"/>
                </a:lnTo>
                <a:lnTo>
                  <a:pt x="62" y="212"/>
                </a:lnTo>
                <a:lnTo>
                  <a:pt x="63" y="211"/>
                </a:lnTo>
                <a:lnTo>
                  <a:pt x="64" y="210"/>
                </a:lnTo>
                <a:lnTo>
                  <a:pt x="64" y="209"/>
                </a:lnTo>
                <a:lnTo>
                  <a:pt x="65" y="207"/>
                </a:lnTo>
                <a:lnTo>
                  <a:pt x="65" y="206"/>
                </a:lnTo>
                <a:lnTo>
                  <a:pt x="66" y="206"/>
                </a:lnTo>
                <a:lnTo>
                  <a:pt x="67" y="203"/>
                </a:lnTo>
                <a:lnTo>
                  <a:pt x="67" y="201"/>
                </a:lnTo>
                <a:lnTo>
                  <a:pt x="68" y="200"/>
                </a:lnTo>
                <a:lnTo>
                  <a:pt x="69" y="200"/>
                </a:lnTo>
                <a:lnTo>
                  <a:pt x="71" y="197"/>
                </a:lnTo>
                <a:lnTo>
                  <a:pt x="71" y="196"/>
                </a:lnTo>
                <a:lnTo>
                  <a:pt x="72" y="195"/>
                </a:lnTo>
                <a:lnTo>
                  <a:pt x="73" y="190"/>
                </a:lnTo>
                <a:lnTo>
                  <a:pt x="74" y="190"/>
                </a:lnTo>
                <a:lnTo>
                  <a:pt x="74" y="189"/>
                </a:lnTo>
                <a:lnTo>
                  <a:pt x="74" y="188"/>
                </a:lnTo>
                <a:lnTo>
                  <a:pt x="74" y="187"/>
                </a:lnTo>
                <a:lnTo>
                  <a:pt x="76" y="183"/>
                </a:lnTo>
                <a:lnTo>
                  <a:pt x="76" y="182"/>
                </a:lnTo>
                <a:lnTo>
                  <a:pt x="77" y="180"/>
                </a:lnTo>
                <a:lnTo>
                  <a:pt x="77" y="178"/>
                </a:lnTo>
                <a:lnTo>
                  <a:pt x="77" y="176"/>
                </a:lnTo>
                <a:lnTo>
                  <a:pt x="78" y="176"/>
                </a:lnTo>
                <a:lnTo>
                  <a:pt x="78" y="174"/>
                </a:lnTo>
                <a:lnTo>
                  <a:pt x="78" y="173"/>
                </a:lnTo>
                <a:lnTo>
                  <a:pt x="79" y="172"/>
                </a:lnTo>
                <a:lnTo>
                  <a:pt x="79" y="169"/>
                </a:lnTo>
                <a:lnTo>
                  <a:pt x="79" y="167"/>
                </a:lnTo>
                <a:lnTo>
                  <a:pt x="80" y="166"/>
                </a:lnTo>
                <a:lnTo>
                  <a:pt x="80" y="165"/>
                </a:lnTo>
                <a:lnTo>
                  <a:pt x="81" y="165"/>
                </a:lnTo>
                <a:lnTo>
                  <a:pt x="81" y="164"/>
                </a:lnTo>
                <a:lnTo>
                  <a:pt x="82" y="164"/>
                </a:lnTo>
                <a:lnTo>
                  <a:pt x="82" y="163"/>
                </a:lnTo>
                <a:lnTo>
                  <a:pt x="83" y="163"/>
                </a:lnTo>
                <a:lnTo>
                  <a:pt x="86" y="162"/>
                </a:lnTo>
                <a:lnTo>
                  <a:pt x="87" y="162"/>
                </a:lnTo>
                <a:lnTo>
                  <a:pt x="88" y="163"/>
                </a:lnTo>
                <a:lnTo>
                  <a:pt x="89" y="163"/>
                </a:lnTo>
                <a:lnTo>
                  <a:pt x="89" y="162"/>
                </a:lnTo>
                <a:lnTo>
                  <a:pt x="88" y="162"/>
                </a:lnTo>
                <a:lnTo>
                  <a:pt x="87" y="161"/>
                </a:lnTo>
                <a:lnTo>
                  <a:pt x="86" y="161"/>
                </a:lnTo>
                <a:lnTo>
                  <a:pt x="86" y="160"/>
                </a:lnTo>
                <a:lnTo>
                  <a:pt x="86" y="159"/>
                </a:lnTo>
                <a:lnTo>
                  <a:pt x="86" y="158"/>
                </a:lnTo>
                <a:lnTo>
                  <a:pt x="86" y="157"/>
                </a:lnTo>
                <a:lnTo>
                  <a:pt x="86" y="156"/>
                </a:lnTo>
                <a:lnTo>
                  <a:pt x="87" y="156"/>
                </a:lnTo>
                <a:lnTo>
                  <a:pt x="88" y="153"/>
                </a:lnTo>
                <a:lnTo>
                  <a:pt x="89" y="153"/>
                </a:lnTo>
                <a:lnTo>
                  <a:pt x="89" y="152"/>
                </a:lnTo>
                <a:lnTo>
                  <a:pt x="90" y="152"/>
                </a:lnTo>
                <a:lnTo>
                  <a:pt x="90" y="151"/>
                </a:lnTo>
                <a:lnTo>
                  <a:pt x="91" y="151"/>
                </a:lnTo>
                <a:lnTo>
                  <a:pt x="92" y="151"/>
                </a:lnTo>
                <a:lnTo>
                  <a:pt x="93" y="150"/>
                </a:lnTo>
                <a:lnTo>
                  <a:pt x="94" y="150"/>
                </a:lnTo>
                <a:lnTo>
                  <a:pt x="95" y="150"/>
                </a:lnTo>
                <a:lnTo>
                  <a:pt x="96" y="149"/>
                </a:lnTo>
                <a:lnTo>
                  <a:pt x="97" y="149"/>
                </a:lnTo>
                <a:lnTo>
                  <a:pt x="98" y="148"/>
                </a:lnTo>
                <a:lnTo>
                  <a:pt x="98" y="147"/>
                </a:lnTo>
                <a:lnTo>
                  <a:pt x="98" y="146"/>
                </a:lnTo>
                <a:lnTo>
                  <a:pt x="99" y="146"/>
                </a:lnTo>
                <a:lnTo>
                  <a:pt x="100" y="145"/>
                </a:lnTo>
                <a:lnTo>
                  <a:pt x="100" y="144"/>
                </a:lnTo>
                <a:lnTo>
                  <a:pt x="102" y="142"/>
                </a:lnTo>
                <a:lnTo>
                  <a:pt x="102" y="140"/>
                </a:lnTo>
                <a:lnTo>
                  <a:pt x="102" y="139"/>
                </a:lnTo>
                <a:lnTo>
                  <a:pt x="102" y="138"/>
                </a:lnTo>
                <a:lnTo>
                  <a:pt x="102" y="137"/>
                </a:lnTo>
                <a:lnTo>
                  <a:pt x="103" y="137"/>
                </a:lnTo>
                <a:lnTo>
                  <a:pt x="103" y="136"/>
                </a:lnTo>
                <a:lnTo>
                  <a:pt x="104" y="135"/>
                </a:lnTo>
                <a:lnTo>
                  <a:pt x="105" y="134"/>
                </a:lnTo>
                <a:lnTo>
                  <a:pt x="105" y="133"/>
                </a:lnTo>
                <a:lnTo>
                  <a:pt x="106" y="133"/>
                </a:lnTo>
                <a:lnTo>
                  <a:pt x="106" y="132"/>
                </a:lnTo>
                <a:lnTo>
                  <a:pt x="107" y="132"/>
                </a:lnTo>
                <a:lnTo>
                  <a:pt x="107" y="131"/>
                </a:lnTo>
                <a:lnTo>
                  <a:pt x="108" y="131"/>
                </a:lnTo>
                <a:lnTo>
                  <a:pt x="109" y="131"/>
                </a:lnTo>
                <a:lnTo>
                  <a:pt x="109" y="130"/>
                </a:lnTo>
                <a:lnTo>
                  <a:pt x="109" y="129"/>
                </a:lnTo>
                <a:lnTo>
                  <a:pt x="109" y="128"/>
                </a:lnTo>
                <a:lnTo>
                  <a:pt x="110" y="127"/>
                </a:lnTo>
                <a:lnTo>
                  <a:pt x="110" y="125"/>
                </a:lnTo>
                <a:lnTo>
                  <a:pt x="110" y="124"/>
                </a:lnTo>
                <a:lnTo>
                  <a:pt x="110" y="120"/>
                </a:lnTo>
                <a:lnTo>
                  <a:pt x="109" y="120"/>
                </a:lnTo>
                <a:lnTo>
                  <a:pt x="108" y="120"/>
                </a:lnTo>
                <a:lnTo>
                  <a:pt x="108" y="119"/>
                </a:lnTo>
                <a:lnTo>
                  <a:pt x="109" y="119"/>
                </a:lnTo>
                <a:lnTo>
                  <a:pt x="110" y="119"/>
                </a:lnTo>
                <a:lnTo>
                  <a:pt x="110" y="118"/>
                </a:lnTo>
                <a:lnTo>
                  <a:pt x="109" y="118"/>
                </a:lnTo>
                <a:lnTo>
                  <a:pt x="108" y="118"/>
                </a:lnTo>
                <a:lnTo>
                  <a:pt x="107" y="118"/>
                </a:lnTo>
                <a:lnTo>
                  <a:pt x="107" y="117"/>
                </a:lnTo>
                <a:lnTo>
                  <a:pt x="108" y="115"/>
                </a:lnTo>
                <a:lnTo>
                  <a:pt x="108" y="113"/>
                </a:lnTo>
                <a:lnTo>
                  <a:pt x="109" y="111"/>
                </a:lnTo>
                <a:lnTo>
                  <a:pt x="110" y="110"/>
                </a:lnTo>
                <a:lnTo>
                  <a:pt x="111" y="111"/>
                </a:lnTo>
                <a:lnTo>
                  <a:pt x="113" y="111"/>
                </a:lnTo>
                <a:lnTo>
                  <a:pt x="112" y="111"/>
                </a:lnTo>
                <a:lnTo>
                  <a:pt x="112" y="110"/>
                </a:lnTo>
                <a:lnTo>
                  <a:pt x="112" y="109"/>
                </a:lnTo>
                <a:lnTo>
                  <a:pt x="111" y="109"/>
                </a:lnTo>
                <a:lnTo>
                  <a:pt x="111" y="108"/>
                </a:lnTo>
                <a:lnTo>
                  <a:pt x="111" y="107"/>
                </a:lnTo>
                <a:lnTo>
                  <a:pt x="112" y="107"/>
                </a:lnTo>
                <a:lnTo>
                  <a:pt x="112" y="106"/>
                </a:lnTo>
                <a:lnTo>
                  <a:pt x="113" y="105"/>
                </a:lnTo>
                <a:lnTo>
                  <a:pt x="113" y="104"/>
                </a:lnTo>
                <a:lnTo>
                  <a:pt x="113" y="103"/>
                </a:lnTo>
                <a:lnTo>
                  <a:pt x="113" y="102"/>
                </a:lnTo>
                <a:lnTo>
                  <a:pt x="114" y="101"/>
                </a:lnTo>
                <a:lnTo>
                  <a:pt x="114" y="100"/>
                </a:lnTo>
                <a:lnTo>
                  <a:pt x="114" y="99"/>
                </a:lnTo>
                <a:lnTo>
                  <a:pt x="115" y="99"/>
                </a:lnTo>
                <a:lnTo>
                  <a:pt x="115" y="98"/>
                </a:lnTo>
                <a:lnTo>
                  <a:pt x="115" y="97"/>
                </a:lnTo>
                <a:lnTo>
                  <a:pt x="115" y="96"/>
                </a:lnTo>
                <a:lnTo>
                  <a:pt x="115" y="95"/>
                </a:lnTo>
                <a:lnTo>
                  <a:pt x="115" y="94"/>
                </a:lnTo>
                <a:lnTo>
                  <a:pt x="116" y="93"/>
                </a:lnTo>
                <a:lnTo>
                  <a:pt x="117" y="91"/>
                </a:lnTo>
                <a:lnTo>
                  <a:pt x="118" y="90"/>
                </a:lnTo>
                <a:lnTo>
                  <a:pt x="118" y="89"/>
                </a:lnTo>
                <a:lnTo>
                  <a:pt x="118" y="88"/>
                </a:lnTo>
                <a:lnTo>
                  <a:pt x="120" y="87"/>
                </a:lnTo>
                <a:lnTo>
                  <a:pt x="120" y="86"/>
                </a:lnTo>
                <a:lnTo>
                  <a:pt x="120" y="85"/>
                </a:lnTo>
                <a:lnTo>
                  <a:pt x="121" y="84"/>
                </a:lnTo>
                <a:lnTo>
                  <a:pt x="121" y="83"/>
                </a:lnTo>
                <a:lnTo>
                  <a:pt x="122" y="83"/>
                </a:lnTo>
                <a:lnTo>
                  <a:pt x="122" y="82"/>
                </a:lnTo>
                <a:lnTo>
                  <a:pt x="122" y="81"/>
                </a:lnTo>
                <a:lnTo>
                  <a:pt x="121" y="80"/>
                </a:lnTo>
                <a:lnTo>
                  <a:pt x="121" y="79"/>
                </a:lnTo>
                <a:lnTo>
                  <a:pt x="123" y="76"/>
                </a:lnTo>
                <a:lnTo>
                  <a:pt x="124" y="74"/>
                </a:lnTo>
                <a:lnTo>
                  <a:pt x="124" y="73"/>
                </a:lnTo>
                <a:lnTo>
                  <a:pt x="124" y="72"/>
                </a:lnTo>
                <a:lnTo>
                  <a:pt x="124" y="71"/>
                </a:lnTo>
                <a:lnTo>
                  <a:pt x="125" y="71"/>
                </a:lnTo>
                <a:lnTo>
                  <a:pt x="126" y="69"/>
                </a:lnTo>
                <a:lnTo>
                  <a:pt x="127" y="68"/>
                </a:lnTo>
                <a:lnTo>
                  <a:pt x="128" y="67"/>
                </a:lnTo>
                <a:lnTo>
                  <a:pt x="129" y="67"/>
                </a:lnTo>
                <a:lnTo>
                  <a:pt x="129" y="66"/>
                </a:lnTo>
                <a:lnTo>
                  <a:pt x="130" y="66"/>
                </a:lnTo>
                <a:lnTo>
                  <a:pt x="132" y="64"/>
                </a:lnTo>
                <a:lnTo>
                  <a:pt x="133" y="63"/>
                </a:lnTo>
                <a:lnTo>
                  <a:pt x="134" y="63"/>
                </a:lnTo>
                <a:lnTo>
                  <a:pt x="134" y="62"/>
                </a:lnTo>
                <a:lnTo>
                  <a:pt x="135" y="61"/>
                </a:lnTo>
                <a:lnTo>
                  <a:pt x="137" y="60"/>
                </a:lnTo>
                <a:lnTo>
                  <a:pt x="138" y="59"/>
                </a:lnTo>
                <a:lnTo>
                  <a:pt x="139" y="59"/>
                </a:lnTo>
                <a:lnTo>
                  <a:pt x="141" y="58"/>
                </a:lnTo>
                <a:lnTo>
                  <a:pt x="142" y="58"/>
                </a:lnTo>
                <a:lnTo>
                  <a:pt x="142" y="57"/>
                </a:lnTo>
                <a:lnTo>
                  <a:pt x="143" y="57"/>
                </a:lnTo>
                <a:lnTo>
                  <a:pt x="144" y="57"/>
                </a:lnTo>
                <a:lnTo>
                  <a:pt x="145" y="56"/>
                </a:lnTo>
                <a:lnTo>
                  <a:pt x="146" y="56"/>
                </a:lnTo>
                <a:lnTo>
                  <a:pt x="146" y="55"/>
                </a:lnTo>
                <a:lnTo>
                  <a:pt x="147" y="55"/>
                </a:lnTo>
                <a:lnTo>
                  <a:pt x="148" y="54"/>
                </a:lnTo>
                <a:lnTo>
                  <a:pt x="149" y="53"/>
                </a:lnTo>
                <a:lnTo>
                  <a:pt x="150" y="53"/>
                </a:lnTo>
                <a:lnTo>
                  <a:pt x="151" y="51"/>
                </a:lnTo>
                <a:lnTo>
                  <a:pt x="152" y="51"/>
                </a:lnTo>
                <a:lnTo>
                  <a:pt x="153" y="50"/>
                </a:lnTo>
                <a:lnTo>
                  <a:pt x="154" y="49"/>
                </a:lnTo>
                <a:lnTo>
                  <a:pt x="155" y="49"/>
                </a:lnTo>
                <a:lnTo>
                  <a:pt x="156" y="48"/>
                </a:lnTo>
                <a:lnTo>
                  <a:pt x="157" y="48"/>
                </a:lnTo>
                <a:lnTo>
                  <a:pt x="158" y="48"/>
                </a:lnTo>
                <a:lnTo>
                  <a:pt x="158" y="47"/>
                </a:lnTo>
                <a:lnTo>
                  <a:pt x="159" y="46"/>
                </a:lnTo>
                <a:lnTo>
                  <a:pt x="160" y="46"/>
                </a:lnTo>
                <a:lnTo>
                  <a:pt x="162" y="45"/>
                </a:lnTo>
                <a:lnTo>
                  <a:pt x="163" y="45"/>
                </a:lnTo>
                <a:lnTo>
                  <a:pt x="166" y="45"/>
                </a:lnTo>
                <a:lnTo>
                  <a:pt x="167" y="45"/>
                </a:lnTo>
                <a:lnTo>
                  <a:pt x="168" y="45"/>
                </a:lnTo>
                <a:lnTo>
                  <a:pt x="168" y="44"/>
                </a:lnTo>
                <a:lnTo>
                  <a:pt x="169" y="44"/>
                </a:lnTo>
                <a:lnTo>
                  <a:pt x="170" y="43"/>
                </a:lnTo>
                <a:lnTo>
                  <a:pt x="171" y="43"/>
                </a:lnTo>
                <a:lnTo>
                  <a:pt x="172" y="43"/>
                </a:lnTo>
                <a:lnTo>
                  <a:pt x="173" y="43"/>
                </a:lnTo>
                <a:lnTo>
                  <a:pt x="175" y="42"/>
                </a:lnTo>
                <a:lnTo>
                  <a:pt x="176" y="42"/>
                </a:lnTo>
                <a:lnTo>
                  <a:pt x="177" y="41"/>
                </a:lnTo>
                <a:lnTo>
                  <a:pt x="178" y="41"/>
                </a:lnTo>
                <a:lnTo>
                  <a:pt x="179" y="41"/>
                </a:lnTo>
                <a:lnTo>
                  <a:pt x="179" y="40"/>
                </a:lnTo>
                <a:lnTo>
                  <a:pt x="180" y="40"/>
                </a:lnTo>
                <a:lnTo>
                  <a:pt x="181" y="39"/>
                </a:lnTo>
                <a:lnTo>
                  <a:pt x="182" y="38"/>
                </a:lnTo>
                <a:lnTo>
                  <a:pt x="185" y="36"/>
                </a:lnTo>
                <a:lnTo>
                  <a:pt x="184" y="35"/>
                </a:lnTo>
                <a:lnTo>
                  <a:pt x="185" y="34"/>
                </a:lnTo>
                <a:lnTo>
                  <a:pt x="186" y="33"/>
                </a:lnTo>
                <a:lnTo>
                  <a:pt x="187" y="34"/>
                </a:lnTo>
                <a:lnTo>
                  <a:pt x="187" y="33"/>
                </a:lnTo>
                <a:lnTo>
                  <a:pt x="188" y="32"/>
                </a:lnTo>
                <a:lnTo>
                  <a:pt x="189" y="31"/>
                </a:lnTo>
                <a:lnTo>
                  <a:pt x="190" y="32"/>
                </a:lnTo>
                <a:lnTo>
                  <a:pt x="191" y="32"/>
                </a:lnTo>
                <a:lnTo>
                  <a:pt x="192" y="32"/>
                </a:lnTo>
                <a:lnTo>
                  <a:pt x="193" y="32"/>
                </a:lnTo>
                <a:lnTo>
                  <a:pt x="193" y="33"/>
                </a:lnTo>
                <a:lnTo>
                  <a:pt x="194" y="33"/>
                </a:lnTo>
                <a:lnTo>
                  <a:pt x="195" y="34"/>
                </a:lnTo>
                <a:lnTo>
                  <a:pt x="195" y="35"/>
                </a:lnTo>
                <a:lnTo>
                  <a:pt x="196" y="35"/>
                </a:lnTo>
                <a:lnTo>
                  <a:pt x="196" y="36"/>
                </a:lnTo>
                <a:lnTo>
                  <a:pt x="196" y="37"/>
                </a:lnTo>
                <a:lnTo>
                  <a:pt x="197" y="38"/>
                </a:lnTo>
                <a:lnTo>
                  <a:pt x="197" y="39"/>
                </a:lnTo>
                <a:lnTo>
                  <a:pt x="198" y="39"/>
                </a:lnTo>
                <a:lnTo>
                  <a:pt x="199" y="39"/>
                </a:lnTo>
                <a:lnTo>
                  <a:pt x="199" y="38"/>
                </a:lnTo>
                <a:lnTo>
                  <a:pt x="198" y="38"/>
                </a:lnTo>
                <a:lnTo>
                  <a:pt x="198" y="37"/>
                </a:lnTo>
                <a:lnTo>
                  <a:pt x="198" y="36"/>
                </a:lnTo>
                <a:lnTo>
                  <a:pt x="197" y="35"/>
                </a:lnTo>
                <a:lnTo>
                  <a:pt x="197" y="34"/>
                </a:lnTo>
                <a:lnTo>
                  <a:pt x="197" y="33"/>
                </a:lnTo>
                <a:lnTo>
                  <a:pt x="196" y="33"/>
                </a:lnTo>
                <a:lnTo>
                  <a:pt x="195" y="32"/>
                </a:lnTo>
                <a:lnTo>
                  <a:pt x="194" y="31"/>
                </a:lnTo>
                <a:lnTo>
                  <a:pt x="194" y="30"/>
                </a:lnTo>
                <a:lnTo>
                  <a:pt x="193" y="30"/>
                </a:lnTo>
                <a:lnTo>
                  <a:pt x="192" y="30"/>
                </a:lnTo>
                <a:lnTo>
                  <a:pt x="192" y="29"/>
                </a:lnTo>
                <a:lnTo>
                  <a:pt x="191" y="29"/>
                </a:lnTo>
                <a:lnTo>
                  <a:pt x="190" y="29"/>
                </a:lnTo>
                <a:lnTo>
                  <a:pt x="189" y="29"/>
                </a:lnTo>
                <a:lnTo>
                  <a:pt x="187" y="28"/>
                </a:lnTo>
                <a:lnTo>
                  <a:pt x="187" y="27"/>
                </a:lnTo>
                <a:lnTo>
                  <a:pt x="188" y="27"/>
                </a:lnTo>
                <a:lnTo>
                  <a:pt x="189" y="26"/>
                </a:lnTo>
                <a:lnTo>
                  <a:pt x="188" y="26"/>
                </a:lnTo>
                <a:lnTo>
                  <a:pt x="188" y="24"/>
                </a:lnTo>
                <a:lnTo>
                  <a:pt x="189" y="24"/>
                </a:lnTo>
                <a:lnTo>
                  <a:pt x="190" y="23"/>
                </a:lnTo>
                <a:lnTo>
                  <a:pt x="190" y="22"/>
                </a:lnTo>
                <a:lnTo>
                  <a:pt x="190" y="21"/>
                </a:lnTo>
                <a:lnTo>
                  <a:pt x="191" y="21"/>
                </a:lnTo>
                <a:lnTo>
                  <a:pt x="191" y="20"/>
                </a:lnTo>
                <a:lnTo>
                  <a:pt x="192" y="20"/>
                </a:lnTo>
                <a:lnTo>
                  <a:pt x="192" y="19"/>
                </a:lnTo>
                <a:lnTo>
                  <a:pt x="192" y="18"/>
                </a:lnTo>
                <a:lnTo>
                  <a:pt x="192" y="17"/>
                </a:lnTo>
                <a:lnTo>
                  <a:pt x="192" y="16"/>
                </a:lnTo>
                <a:lnTo>
                  <a:pt x="192" y="15"/>
                </a:lnTo>
                <a:lnTo>
                  <a:pt x="192" y="14"/>
                </a:lnTo>
                <a:lnTo>
                  <a:pt x="193" y="14"/>
                </a:lnTo>
                <a:lnTo>
                  <a:pt x="193" y="13"/>
                </a:lnTo>
                <a:lnTo>
                  <a:pt x="194" y="13"/>
                </a:lnTo>
                <a:lnTo>
                  <a:pt x="194" y="14"/>
                </a:lnTo>
                <a:lnTo>
                  <a:pt x="195" y="13"/>
                </a:lnTo>
                <a:lnTo>
                  <a:pt x="196" y="13"/>
                </a:lnTo>
                <a:lnTo>
                  <a:pt x="196" y="12"/>
                </a:lnTo>
                <a:lnTo>
                  <a:pt x="197" y="12"/>
                </a:lnTo>
                <a:lnTo>
                  <a:pt x="197" y="11"/>
                </a:lnTo>
                <a:lnTo>
                  <a:pt x="196" y="11"/>
                </a:lnTo>
                <a:lnTo>
                  <a:pt x="197" y="10"/>
                </a:lnTo>
                <a:lnTo>
                  <a:pt x="199" y="8"/>
                </a:lnTo>
                <a:lnTo>
                  <a:pt x="200" y="7"/>
                </a:lnTo>
                <a:lnTo>
                  <a:pt x="201" y="6"/>
                </a:lnTo>
                <a:lnTo>
                  <a:pt x="202" y="6"/>
                </a:lnTo>
                <a:lnTo>
                  <a:pt x="202" y="5"/>
                </a:lnTo>
                <a:lnTo>
                  <a:pt x="202" y="4"/>
                </a:lnTo>
                <a:lnTo>
                  <a:pt x="203" y="5"/>
                </a:lnTo>
                <a:lnTo>
                  <a:pt x="204" y="5"/>
                </a:lnTo>
                <a:lnTo>
                  <a:pt x="205" y="4"/>
                </a:lnTo>
                <a:lnTo>
                  <a:pt x="206" y="4"/>
                </a:lnTo>
                <a:lnTo>
                  <a:pt x="206" y="3"/>
                </a:lnTo>
                <a:lnTo>
                  <a:pt x="207" y="3"/>
                </a:lnTo>
                <a:lnTo>
                  <a:pt x="206" y="2"/>
                </a:lnTo>
                <a:lnTo>
                  <a:pt x="206" y="1"/>
                </a:lnTo>
                <a:lnTo>
                  <a:pt x="207" y="1"/>
                </a:lnTo>
                <a:lnTo>
                  <a:pt x="207" y="2"/>
                </a:lnTo>
                <a:lnTo>
                  <a:pt x="208" y="2"/>
                </a:lnTo>
                <a:lnTo>
                  <a:pt x="209" y="2"/>
                </a:lnTo>
                <a:lnTo>
                  <a:pt x="211" y="2"/>
                </a:lnTo>
                <a:lnTo>
                  <a:pt x="21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2" name=""/>
          <p:cNvSpPr/>
          <p:nvPr/>
        </p:nvSpPr>
        <p:spPr>
          <a:xfrm>
            <a:off x="5288760" y="24483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3" name=""/>
          <p:cNvSpPr/>
          <p:nvPr/>
        </p:nvSpPr>
        <p:spPr>
          <a:xfrm>
            <a:off x="5295600" y="242856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0" y="8"/>
                </a:move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0" y="0"/>
                </a:lnTo>
                <a:lnTo>
                  <a:pt x="9" y="2"/>
                </a:lnTo>
                <a:lnTo>
                  <a:pt x="9" y="3"/>
                </a:lnTo>
                <a:lnTo>
                  <a:pt x="8" y="3"/>
                </a:lnTo>
                <a:lnTo>
                  <a:pt x="8" y="5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0" y="8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4" name=""/>
          <p:cNvSpPr/>
          <p:nvPr/>
        </p:nvSpPr>
        <p:spPr>
          <a:xfrm>
            <a:off x="5390640" y="23565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0" y="4"/>
                </a:moveTo>
                <a:lnTo>
                  <a:pt x="0" y="3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3"/>
                </a:lnTo>
                <a:lnTo>
                  <a:pt x="6" y="4"/>
                </a:lnTo>
                <a:lnTo>
                  <a:pt x="5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5" name=""/>
          <p:cNvSpPr/>
          <p:nvPr/>
        </p:nvSpPr>
        <p:spPr>
          <a:xfrm>
            <a:off x="5374440" y="23360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0" y="1"/>
                </a:move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6" name=""/>
          <p:cNvSpPr/>
          <p:nvPr/>
        </p:nvSpPr>
        <p:spPr>
          <a:xfrm>
            <a:off x="5481360" y="22712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7" y="3"/>
                </a:move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7" name=""/>
          <p:cNvSpPr/>
          <p:nvPr/>
        </p:nvSpPr>
        <p:spPr>
          <a:xfrm>
            <a:off x="5490720" y="22572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3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8" name=""/>
          <p:cNvSpPr/>
          <p:nvPr/>
        </p:nvSpPr>
        <p:spPr>
          <a:xfrm>
            <a:off x="5357160" y="1902960"/>
            <a:ext cx="9000" cy="4680"/>
          </a:xfrm>
          <a:custGeom>
            <a:avLst/>
            <a:gdLst/>
            <a:ahLst/>
            <a:rect l="0" t="0" r="r" b="b"/>
            <a:pathLst>
              <a:path fill="none" w="25" h="13">
                <a:moveTo>
                  <a:pt x="0" y="13"/>
                </a:moveTo>
                <a:lnTo>
                  <a:pt x="5" y="10"/>
                </a:lnTo>
                <a:lnTo>
                  <a:pt x="9" y="8"/>
                </a:lnTo>
                <a:lnTo>
                  <a:pt x="16" y="5"/>
                </a:lnTo>
                <a:lnTo>
                  <a:pt x="20" y="3"/>
                </a:lnTo>
                <a:lnTo>
                  <a:pt x="25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720" rIns="39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9" name=""/>
          <p:cNvSpPr/>
          <p:nvPr/>
        </p:nvSpPr>
        <p:spPr>
          <a:xfrm>
            <a:off x="5340600" y="1910880"/>
            <a:ext cx="9000" cy="2520"/>
          </a:xfrm>
          <a:custGeom>
            <a:avLst/>
            <a:gdLst/>
            <a:ahLst/>
            <a:rect l="0" t="0" r="r" b="b"/>
            <a:pathLst>
              <a:path fill="none" w="25" h="7">
                <a:moveTo>
                  <a:pt x="0" y="7"/>
                </a:moveTo>
                <a:lnTo>
                  <a:pt x="4" y="7"/>
                </a:lnTo>
                <a:lnTo>
                  <a:pt x="6" y="6"/>
                </a:lnTo>
                <a:lnTo>
                  <a:pt x="9" y="6"/>
                </a:lnTo>
                <a:lnTo>
                  <a:pt x="13" y="4"/>
                </a:lnTo>
                <a:lnTo>
                  <a:pt x="17" y="2"/>
                </a:lnTo>
                <a:lnTo>
                  <a:pt x="21" y="1"/>
                </a:lnTo>
                <a:lnTo>
                  <a:pt x="25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0" name=""/>
          <p:cNvSpPr/>
          <p:nvPr/>
        </p:nvSpPr>
        <p:spPr>
          <a:xfrm>
            <a:off x="5320080" y="1917720"/>
            <a:ext cx="7560" cy="5400"/>
          </a:xfrm>
          <a:custGeom>
            <a:avLst/>
            <a:gdLst/>
            <a:ahLst/>
            <a:rect l="0" t="0" r="r" b="b"/>
            <a:pathLst>
              <a:path fill="none" w="21" h="15">
                <a:moveTo>
                  <a:pt x="0" y="15"/>
                </a:moveTo>
                <a:lnTo>
                  <a:pt x="2" y="12"/>
                </a:lnTo>
                <a:lnTo>
                  <a:pt x="7" y="7"/>
                </a:lnTo>
                <a:lnTo>
                  <a:pt x="10" y="5"/>
                </a:lnTo>
                <a:lnTo>
                  <a:pt x="12" y="4"/>
                </a:lnTo>
                <a:lnTo>
                  <a:pt x="16" y="2"/>
                </a:lnTo>
                <a:lnTo>
                  <a:pt x="18" y="1"/>
                </a:lnTo>
                <a:lnTo>
                  <a:pt x="2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1440" rIns="396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1" name=""/>
          <p:cNvSpPr/>
          <p:nvPr/>
        </p:nvSpPr>
        <p:spPr>
          <a:xfrm>
            <a:off x="5307480" y="1926720"/>
            <a:ext cx="7560" cy="5040"/>
          </a:xfrm>
          <a:custGeom>
            <a:avLst/>
            <a:gdLst/>
            <a:ahLst/>
            <a:rect l="0" t="0" r="r" b="b"/>
            <a:pathLst>
              <a:path fill="none" w="21" h="14">
                <a:moveTo>
                  <a:pt x="0" y="14"/>
                </a:moveTo>
                <a:lnTo>
                  <a:pt x="3" y="13"/>
                </a:lnTo>
                <a:lnTo>
                  <a:pt x="6" y="12"/>
                </a:lnTo>
                <a:lnTo>
                  <a:pt x="9" y="11"/>
                </a:lnTo>
                <a:lnTo>
                  <a:pt x="14" y="8"/>
                </a:lnTo>
                <a:lnTo>
                  <a:pt x="17" y="5"/>
                </a:lnTo>
                <a:lnTo>
                  <a:pt x="20" y="2"/>
                </a:lnTo>
                <a:lnTo>
                  <a:pt x="2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1080" rIns="39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2" name=""/>
          <p:cNvSpPr/>
          <p:nvPr/>
        </p:nvSpPr>
        <p:spPr>
          <a:xfrm>
            <a:off x="5294520" y="193392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0" y="8"/>
                </a:moveTo>
                <a:lnTo>
                  <a:pt x="3" y="5"/>
                </a:lnTo>
                <a:lnTo>
                  <a:pt x="5" y="4"/>
                </a:lnTo>
                <a:lnTo>
                  <a:pt x="6" y="4"/>
                </a:lnTo>
                <a:lnTo>
                  <a:pt x="7" y="3"/>
                </a:lnTo>
                <a:lnTo>
                  <a:pt x="8" y="3"/>
                </a:lnTo>
                <a:lnTo>
                  <a:pt x="10" y="2"/>
                </a:lnTo>
                <a:lnTo>
                  <a:pt x="13" y="0"/>
                </a:lnTo>
                <a:lnTo>
                  <a:pt x="16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080" rIns="39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3" name=""/>
          <p:cNvSpPr/>
          <p:nvPr/>
        </p:nvSpPr>
        <p:spPr>
          <a:xfrm flipV="1">
            <a:off x="5445720" y="2367000"/>
            <a:ext cx="4680" cy="83160"/>
          </a:xfrm>
          <a:prstGeom prst="line">
            <a:avLst/>
          </a:prstGeom>
          <a:ln w="7920">
            <a:solidFill>
              <a:srgbClr val="4D4D4D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960" tIns="3960" rIns="3960" bIns="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4" name=""/>
          <p:cNvSpPr/>
          <p:nvPr/>
        </p:nvSpPr>
        <p:spPr>
          <a:xfrm flipV="1">
            <a:off x="5387400" y="2583720"/>
            <a:ext cx="40680" cy="70920"/>
          </a:xfrm>
          <a:prstGeom prst="line">
            <a:avLst/>
          </a:prstGeom>
          <a:ln w="7920">
            <a:solidFill>
              <a:srgbClr val="4D4D4D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960" tIns="3960" rIns="3960" bIns="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5" name=""/>
          <p:cNvSpPr/>
          <p:nvPr/>
        </p:nvSpPr>
        <p:spPr>
          <a:xfrm>
            <a:off x="5083200" y="2700360"/>
            <a:ext cx="7560" cy="2160"/>
          </a:xfrm>
          <a:custGeom>
            <a:avLst/>
            <a:gdLst/>
            <a:ahLst/>
            <a:rect l="0" t="0" r="r" b="b"/>
            <a:pathLst>
              <a:path fill="none" w="21" h="6">
                <a:moveTo>
                  <a:pt x="0" y="6"/>
                </a:moveTo>
                <a:lnTo>
                  <a:pt x="3" y="4"/>
                </a:lnTo>
                <a:lnTo>
                  <a:pt x="4" y="3"/>
                </a:lnTo>
                <a:lnTo>
                  <a:pt x="5" y="3"/>
                </a:lnTo>
                <a:lnTo>
                  <a:pt x="6" y="2"/>
                </a:lnTo>
                <a:lnTo>
                  <a:pt x="7" y="2"/>
                </a:lnTo>
                <a:lnTo>
                  <a:pt x="9" y="2"/>
                </a:lnTo>
                <a:lnTo>
                  <a:pt x="10" y="2"/>
                </a:lnTo>
                <a:lnTo>
                  <a:pt x="12" y="0"/>
                </a:lnTo>
                <a:lnTo>
                  <a:pt x="14" y="0"/>
                </a:lnTo>
                <a:lnTo>
                  <a:pt x="16" y="0"/>
                </a:lnTo>
                <a:lnTo>
                  <a:pt x="18" y="0"/>
                </a:lnTo>
                <a:lnTo>
                  <a:pt x="2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6" name=""/>
          <p:cNvSpPr/>
          <p:nvPr/>
        </p:nvSpPr>
        <p:spPr>
          <a:xfrm>
            <a:off x="5079240" y="27046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3"/>
                </a:move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  <a:lnTo>
                  <a:pt x="0" y="1"/>
                </a:lnTo>
                <a:lnTo>
                  <a:pt x="1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7" name=""/>
          <p:cNvSpPr/>
          <p:nvPr/>
        </p:nvSpPr>
        <p:spPr>
          <a:xfrm>
            <a:off x="5083560" y="27046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1"/>
                </a:lnTo>
                <a:lnTo>
                  <a:pt x="2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8" name=""/>
          <p:cNvSpPr/>
          <p:nvPr/>
        </p:nvSpPr>
        <p:spPr>
          <a:xfrm>
            <a:off x="5085360" y="2704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9" name=""/>
          <p:cNvSpPr/>
          <p:nvPr/>
        </p:nvSpPr>
        <p:spPr>
          <a:xfrm>
            <a:off x="5083560" y="2705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0" name=""/>
          <p:cNvSpPr/>
          <p:nvPr/>
        </p:nvSpPr>
        <p:spPr>
          <a:xfrm>
            <a:off x="5079240" y="27057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1" name=""/>
          <p:cNvSpPr/>
          <p:nvPr/>
        </p:nvSpPr>
        <p:spPr>
          <a:xfrm>
            <a:off x="5085720" y="2705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2" name=""/>
          <p:cNvSpPr/>
          <p:nvPr/>
        </p:nvSpPr>
        <p:spPr>
          <a:xfrm>
            <a:off x="5079960" y="27061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1" y="0"/>
                </a:lnTo>
                <a:lnTo>
                  <a:pt x="4" y="1"/>
                </a:lnTo>
                <a:lnTo>
                  <a:pt x="5" y="3"/>
                </a:lnTo>
                <a:lnTo>
                  <a:pt x="4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3" name=""/>
          <p:cNvSpPr/>
          <p:nvPr/>
        </p:nvSpPr>
        <p:spPr>
          <a:xfrm>
            <a:off x="5078880" y="270648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0" y="0"/>
                </a:moveTo>
                <a:lnTo>
                  <a:pt x="0" y="2"/>
                </a:lnTo>
                <a:lnTo>
                  <a:pt x="1" y="3"/>
                </a:lnTo>
                <a:lnTo>
                  <a:pt x="3" y="3"/>
                </a:lnTo>
                <a:lnTo>
                  <a:pt x="5" y="3"/>
                </a:lnTo>
                <a:lnTo>
                  <a:pt x="6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4" name=""/>
          <p:cNvSpPr/>
          <p:nvPr/>
        </p:nvSpPr>
        <p:spPr>
          <a:xfrm>
            <a:off x="5082840" y="2700720"/>
            <a:ext cx="11880" cy="14400"/>
          </a:xfrm>
          <a:custGeom>
            <a:avLst/>
            <a:gdLst/>
            <a:ahLst/>
            <a:rect l="0" t="0" r="r" b="b"/>
            <a:pathLst>
              <a:path fill="none" w="33" h="40">
                <a:moveTo>
                  <a:pt x="5" y="40"/>
                </a:moveTo>
                <a:lnTo>
                  <a:pt x="6" y="40"/>
                </a:lnTo>
                <a:lnTo>
                  <a:pt x="7" y="40"/>
                </a:lnTo>
                <a:lnTo>
                  <a:pt x="8" y="40"/>
                </a:lnTo>
                <a:lnTo>
                  <a:pt x="10" y="40"/>
                </a:lnTo>
                <a:lnTo>
                  <a:pt x="12" y="40"/>
                </a:lnTo>
                <a:lnTo>
                  <a:pt x="13" y="40"/>
                </a:lnTo>
                <a:lnTo>
                  <a:pt x="15" y="39"/>
                </a:lnTo>
                <a:lnTo>
                  <a:pt x="16" y="38"/>
                </a:lnTo>
                <a:lnTo>
                  <a:pt x="17" y="38"/>
                </a:lnTo>
                <a:lnTo>
                  <a:pt x="18" y="38"/>
                </a:lnTo>
                <a:lnTo>
                  <a:pt x="19" y="37"/>
                </a:lnTo>
                <a:lnTo>
                  <a:pt x="20" y="37"/>
                </a:lnTo>
                <a:lnTo>
                  <a:pt x="21" y="37"/>
                </a:lnTo>
                <a:lnTo>
                  <a:pt x="22" y="36"/>
                </a:lnTo>
                <a:lnTo>
                  <a:pt x="23" y="35"/>
                </a:lnTo>
                <a:lnTo>
                  <a:pt x="24" y="35"/>
                </a:lnTo>
                <a:lnTo>
                  <a:pt x="25" y="34"/>
                </a:lnTo>
                <a:lnTo>
                  <a:pt x="26" y="33"/>
                </a:lnTo>
                <a:lnTo>
                  <a:pt x="27" y="32"/>
                </a:lnTo>
                <a:lnTo>
                  <a:pt x="27" y="31"/>
                </a:lnTo>
                <a:lnTo>
                  <a:pt x="28" y="31"/>
                </a:lnTo>
                <a:lnTo>
                  <a:pt x="29" y="30"/>
                </a:lnTo>
                <a:lnTo>
                  <a:pt x="30" y="29"/>
                </a:lnTo>
                <a:lnTo>
                  <a:pt x="30" y="28"/>
                </a:lnTo>
                <a:lnTo>
                  <a:pt x="31" y="26"/>
                </a:lnTo>
                <a:lnTo>
                  <a:pt x="32" y="25"/>
                </a:lnTo>
                <a:lnTo>
                  <a:pt x="32" y="24"/>
                </a:lnTo>
                <a:lnTo>
                  <a:pt x="32" y="23"/>
                </a:lnTo>
                <a:lnTo>
                  <a:pt x="32" y="22"/>
                </a:lnTo>
                <a:lnTo>
                  <a:pt x="33" y="21"/>
                </a:lnTo>
                <a:lnTo>
                  <a:pt x="33" y="20"/>
                </a:lnTo>
                <a:lnTo>
                  <a:pt x="33" y="19"/>
                </a:lnTo>
                <a:lnTo>
                  <a:pt x="33" y="18"/>
                </a:lnTo>
                <a:lnTo>
                  <a:pt x="33" y="16"/>
                </a:lnTo>
                <a:lnTo>
                  <a:pt x="33" y="14"/>
                </a:lnTo>
                <a:lnTo>
                  <a:pt x="32" y="12"/>
                </a:lnTo>
                <a:lnTo>
                  <a:pt x="32" y="11"/>
                </a:lnTo>
                <a:lnTo>
                  <a:pt x="32" y="10"/>
                </a:lnTo>
                <a:lnTo>
                  <a:pt x="32" y="9"/>
                </a:lnTo>
                <a:lnTo>
                  <a:pt x="31" y="8"/>
                </a:lnTo>
                <a:lnTo>
                  <a:pt x="30" y="5"/>
                </a:lnTo>
                <a:lnTo>
                  <a:pt x="29" y="4"/>
                </a:lnTo>
                <a:lnTo>
                  <a:pt x="28" y="1"/>
                </a:lnTo>
                <a:lnTo>
                  <a:pt x="27" y="0"/>
                </a:lnTo>
                <a:lnTo>
                  <a:pt x="26" y="0"/>
                </a:lnTo>
                <a:lnTo>
                  <a:pt x="25" y="1"/>
                </a:lnTo>
                <a:lnTo>
                  <a:pt x="24" y="1"/>
                </a:lnTo>
                <a:lnTo>
                  <a:pt x="24" y="3"/>
                </a:lnTo>
                <a:lnTo>
                  <a:pt x="25" y="3"/>
                </a:lnTo>
                <a:lnTo>
                  <a:pt x="26" y="5"/>
                </a:lnTo>
                <a:lnTo>
                  <a:pt x="27" y="7"/>
                </a:lnTo>
                <a:lnTo>
                  <a:pt x="27" y="8"/>
                </a:lnTo>
                <a:lnTo>
                  <a:pt x="28" y="9"/>
                </a:lnTo>
                <a:lnTo>
                  <a:pt x="28" y="10"/>
                </a:lnTo>
                <a:lnTo>
                  <a:pt x="28" y="11"/>
                </a:lnTo>
                <a:lnTo>
                  <a:pt x="29" y="12"/>
                </a:lnTo>
                <a:lnTo>
                  <a:pt x="29" y="13"/>
                </a:lnTo>
                <a:lnTo>
                  <a:pt x="29" y="14"/>
                </a:lnTo>
                <a:lnTo>
                  <a:pt x="29" y="16"/>
                </a:lnTo>
                <a:lnTo>
                  <a:pt x="30" y="17"/>
                </a:lnTo>
                <a:lnTo>
                  <a:pt x="30" y="18"/>
                </a:lnTo>
                <a:lnTo>
                  <a:pt x="29" y="19"/>
                </a:lnTo>
                <a:lnTo>
                  <a:pt x="29" y="21"/>
                </a:lnTo>
                <a:lnTo>
                  <a:pt x="29" y="22"/>
                </a:lnTo>
                <a:lnTo>
                  <a:pt x="28" y="23"/>
                </a:lnTo>
                <a:lnTo>
                  <a:pt x="28" y="24"/>
                </a:lnTo>
                <a:lnTo>
                  <a:pt x="27" y="25"/>
                </a:lnTo>
                <a:lnTo>
                  <a:pt x="26" y="26"/>
                </a:lnTo>
                <a:lnTo>
                  <a:pt x="25" y="28"/>
                </a:lnTo>
                <a:lnTo>
                  <a:pt x="24" y="29"/>
                </a:lnTo>
                <a:lnTo>
                  <a:pt x="24" y="30"/>
                </a:lnTo>
                <a:lnTo>
                  <a:pt x="23" y="31"/>
                </a:lnTo>
                <a:lnTo>
                  <a:pt x="22" y="32"/>
                </a:lnTo>
                <a:lnTo>
                  <a:pt x="21" y="33"/>
                </a:lnTo>
                <a:lnTo>
                  <a:pt x="19" y="34"/>
                </a:lnTo>
                <a:lnTo>
                  <a:pt x="18" y="34"/>
                </a:lnTo>
                <a:lnTo>
                  <a:pt x="17" y="35"/>
                </a:lnTo>
                <a:lnTo>
                  <a:pt x="16" y="35"/>
                </a:lnTo>
                <a:lnTo>
                  <a:pt x="15" y="35"/>
                </a:lnTo>
                <a:lnTo>
                  <a:pt x="14" y="35"/>
                </a:lnTo>
                <a:lnTo>
                  <a:pt x="14" y="36"/>
                </a:lnTo>
                <a:lnTo>
                  <a:pt x="12" y="36"/>
                </a:lnTo>
                <a:lnTo>
                  <a:pt x="11" y="37"/>
                </a:lnTo>
                <a:lnTo>
                  <a:pt x="8" y="37"/>
                </a:lnTo>
                <a:lnTo>
                  <a:pt x="7" y="37"/>
                </a:lnTo>
                <a:lnTo>
                  <a:pt x="6" y="37"/>
                </a:lnTo>
                <a:lnTo>
                  <a:pt x="4" y="36"/>
                </a:lnTo>
                <a:lnTo>
                  <a:pt x="3" y="35"/>
                </a:lnTo>
                <a:lnTo>
                  <a:pt x="2" y="35"/>
                </a:lnTo>
                <a:lnTo>
                  <a:pt x="1" y="35"/>
                </a:lnTo>
                <a:lnTo>
                  <a:pt x="0" y="35"/>
                </a:lnTo>
                <a:lnTo>
                  <a:pt x="0" y="36"/>
                </a:lnTo>
                <a:lnTo>
                  <a:pt x="0" y="37"/>
                </a:lnTo>
                <a:lnTo>
                  <a:pt x="0" y="38"/>
                </a:lnTo>
                <a:lnTo>
                  <a:pt x="1" y="39"/>
                </a:lnTo>
                <a:lnTo>
                  <a:pt x="2" y="39"/>
                </a:lnTo>
                <a:lnTo>
                  <a:pt x="3" y="40"/>
                </a:lnTo>
                <a:lnTo>
                  <a:pt x="4" y="39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960" rIns="3960" bIns="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5" name=""/>
          <p:cNvSpPr/>
          <p:nvPr/>
        </p:nvSpPr>
        <p:spPr>
          <a:xfrm>
            <a:off x="5299200" y="2795040"/>
            <a:ext cx="28440" cy="77760"/>
          </a:xfrm>
          <a:custGeom>
            <a:avLst/>
            <a:gdLst/>
            <a:ahLst/>
            <a:rect l="0" t="0" r="r" b="b"/>
            <a:pathLst>
              <a:path fill="none" w="79" h="216">
                <a:moveTo>
                  <a:pt x="0" y="216"/>
                </a:moveTo>
                <a:lnTo>
                  <a:pt x="2" y="209"/>
                </a:lnTo>
                <a:lnTo>
                  <a:pt x="4" y="202"/>
                </a:lnTo>
                <a:lnTo>
                  <a:pt x="7" y="196"/>
                </a:lnTo>
                <a:lnTo>
                  <a:pt x="9" y="189"/>
                </a:lnTo>
                <a:lnTo>
                  <a:pt x="11" y="181"/>
                </a:lnTo>
                <a:lnTo>
                  <a:pt x="14" y="172"/>
                </a:lnTo>
                <a:lnTo>
                  <a:pt x="17" y="164"/>
                </a:lnTo>
                <a:lnTo>
                  <a:pt x="20" y="155"/>
                </a:lnTo>
                <a:lnTo>
                  <a:pt x="23" y="147"/>
                </a:lnTo>
                <a:lnTo>
                  <a:pt x="27" y="141"/>
                </a:lnTo>
                <a:lnTo>
                  <a:pt x="29" y="134"/>
                </a:lnTo>
                <a:lnTo>
                  <a:pt x="33" y="123"/>
                </a:lnTo>
                <a:lnTo>
                  <a:pt x="37" y="115"/>
                </a:lnTo>
                <a:lnTo>
                  <a:pt x="40" y="107"/>
                </a:lnTo>
                <a:lnTo>
                  <a:pt x="42" y="101"/>
                </a:lnTo>
                <a:lnTo>
                  <a:pt x="44" y="94"/>
                </a:lnTo>
                <a:lnTo>
                  <a:pt x="46" y="89"/>
                </a:lnTo>
                <a:lnTo>
                  <a:pt x="51" y="77"/>
                </a:lnTo>
                <a:lnTo>
                  <a:pt x="55" y="65"/>
                </a:lnTo>
                <a:lnTo>
                  <a:pt x="58" y="57"/>
                </a:lnTo>
                <a:lnTo>
                  <a:pt x="61" y="48"/>
                </a:lnTo>
                <a:lnTo>
                  <a:pt x="65" y="38"/>
                </a:lnTo>
                <a:lnTo>
                  <a:pt x="69" y="28"/>
                </a:lnTo>
                <a:lnTo>
                  <a:pt x="72" y="18"/>
                </a:lnTo>
                <a:lnTo>
                  <a:pt x="76" y="8"/>
                </a:lnTo>
                <a:lnTo>
                  <a:pt x="79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960" rIns="3960" bIns="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6" name=""/>
          <p:cNvSpPr/>
          <p:nvPr/>
        </p:nvSpPr>
        <p:spPr>
          <a:xfrm>
            <a:off x="4974120" y="3038400"/>
            <a:ext cx="5400" cy="1800"/>
          </a:xfrm>
          <a:custGeom>
            <a:avLst/>
            <a:gdLst/>
            <a:ahLst/>
            <a:rect l="0" t="0" r="r" b="b"/>
            <a:pathLst>
              <a:path fill="none" w="15" h="5">
                <a:moveTo>
                  <a:pt x="0" y="5"/>
                </a:moveTo>
                <a:lnTo>
                  <a:pt x="3" y="5"/>
                </a:lnTo>
                <a:lnTo>
                  <a:pt x="5" y="3"/>
                </a:lnTo>
                <a:lnTo>
                  <a:pt x="7" y="1"/>
                </a:lnTo>
                <a:lnTo>
                  <a:pt x="8" y="0"/>
                </a:lnTo>
                <a:lnTo>
                  <a:pt x="12" y="0"/>
                </a:lnTo>
                <a:lnTo>
                  <a:pt x="15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7" name=""/>
          <p:cNvSpPr/>
          <p:nvPr/>
        </p:nvSpPr>
        <p:spPr>
          <a:xfrm>
            <a:off x="4969440" y="304092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2" y="1"/>
                </a:lnTo>
                <a:lnTo>
                  <a:pt x="4" y="1"/>
                </a:lnTo>
                <a:lnTo>
                  <a:pt x="7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8" name=""/>
          <p:cNvSpPr/>
          <p:nvPr/>
        </p:nvSpPr>
        <p:spPr>
          <a:xfrm>
            <a:off x="4974840" y="3040200"/>
            <a:ext cx="5040" cy="1800"/>
          </a:xfrm>
          <a:custGeom>
            <a:avLst/>
            <a:gdLst/>
            <a:ahLst/>
            <a:rect l="0" t="0" r="r" b="b"/>
            <a:pathLst>
              <a:path fill="none" w="14" h="5">
                <a:moveTo>
                  <a:pt x="14" y="0"/>
                </a:moveTo>
                <a:lnTo>
                  <a:pt x="13" y="4"/>
                </a:lnTo>
                <a:lnTo>
                  <a:pt x="11" y="5"/>
                </a:lnTo>
                <a:lnTo>
                  <a:pt x="8" y="5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9" name=""/>
          <p:cNvSpPr/>
          <p:nvPr/>
        </p:nvSpPr>
        <p:spPr>
          <a:xfrm>
            <a:off x="4970160" y="304236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6" y="0"/>
                </a:moveTo>
                <a:lnTo>
                  <a:pt x="4" y="1"/>
                </a:lnTo>
                <a:lnTo>
                  <a:pt x="1" y="3"/>
                </a:lnTo>
                <a:lnTo>
                  <a:pt x="0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0" name=""/>
          <p:cNvSpPr/>
          <p:nvPr/>
        </p:nvSpPr>
        <p:spPr>
          <a:xfrm>
            <a:off x="4964400" y="304236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0" y="8"/>
                </a:moveTo>
                <a:lnTo>
                  <a:pt x="1" y="7"/>
                </a:lnTo>
                <a:lnTo>
                  <a:pt x="2" y="6"/>
                </a:lnTo>
                <a:lnTo>
                  <a:pt x="5" y="5"/>
                </a:lnTo>
                <a:lnTo>
                  <a:pt x="7" y="4"/>
                </a:lnTo>
                <a:lnTo>
                  <a:pt x="8" y="3"/>
                </a:lnTo>
                <a:lnTo>
                  <a:pt x="9" y="1"/>
                </a:lnTo>
                <a:lnTo>
                  <a:pt x="1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080" rIns="39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1" name=""/>
          <p:cNvSpPr/>
          <p:nvPr/>
        </p:nvSpPr>
        <p:spPr>
          <a:xfrm>
            <a:off x="4964760" y="304380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1" y="0"/>
                </a:moveTo>
                <a:lnTo>
                  <a:pt x="10" y="0"/>
                </a:lnTo>
                <a:lnTo>
                  <a:pt x="8" y="3"/>
                </a:lnTo>
                <a:lnTo>
                  <a:pt x="5" y="4"/>
                </a:lnTo>
                <a:lnTo>
                  <a:pt x="0" y="7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2" name=""/>
          <p:cNvSpPr/>
          <p:nvPr/>
        </p:nvSpPr>
        <p:spPr>
          <a:xfrm>
            <a:off x="4945680" y="3048480"/>
            <a:ext cx="14040" cy="4320"/>
          </a:xfrm>
          <a:custGeom>
            <a:avLst/>
            <a:gdLst/>
            <a:ahLst/>
            <a:rect l="0" t="0" r="r" b="b"/>
            <a:pathLst>
              <a:path fill="none" w="39" h="12">
                <a:moveTo>
                  <a:pt x="0" y="12"/>
                </a:moveTo>
                <a:lnTo>
                  <a:pt x="2" y="11"/>
                </a:lnTo>
                <a:lnTo>
                  <a:pt x="4" y="9"/>
                </a:lnTo>
                <a:lnTo>
                  <a:pt x="7" y="9"/>
                </a:lnTo>
                <a:lnTo>
                  <a:pt x="12" y="9"/>
                </a:lnTo>
                <a:lnTo>
                  <a:pt x="14" y="8"/>
                </a:lnTo>
                <a:lnTo>
                  <a:pt x="18" y="8"/>
                </a:lnTo>
                <a:lnTo>
                  <a:pt x="23" y="6"/>
                </a:lnTo>
                <a:lnTo>
                  <a:pt x="27" y="5"/>
                </a:lnTo>
                <a:lnTo>
                  <a:pt x="30" y="4"/>
                </a:lnTo>
                <a:lnTo>
                  <a:pt x="34" y="3"/>
                </a:lnTo>
                <a:lnTo>
                  <a:pt x="37" y="1"/>
                </a:lnTo>
                <a:lnTo>
                  <a:pt x="39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60" rIns="39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3" name=""/>
          <p:cNvSpPr/>
          <p:nvPr/>
        </p:nvSpPr>
        <p:spPr>
          <a:xfrm>
            <a:off x="4946040" y="3049920"/>
            <a:ext cx="14040" cy="4320"/>
          </a:xfrm>
          <a:custGeom>
            <a:avLst/>
            <a:gdLst/>
            <a:ahLst/>
            <a:rect l="0" t="0" r="r" b="b"/>
            <a:pathLst>
              <a:path fill="none" w="39" h="12">
                <a:moveTo>
                  <a:pt x="39" y="0"/>
                </a:moveTo>
                <a:lnTo>
                  <a:pt x="37" y="1"/>
                </a:lnTo>
                <a:lnTo>
                  <a:pt x="36" y="2"/>
                </a:lnTo>
                <a:lnTo>
                  <a:pt x="34" y="5"/>
                </a:lnTo>
                <a:lnTo>
                  <a:pt x="32" y="6"/>
                </a:lnTo>
                <a:lnTo>
                  <a:pt x="29" y="7"/>
                </a:lnTo>
                <a:lnTo>
                  <a:pt x="27" y="7"/>
                </a:lnTo>
                <a:lnTo>
                  <a:pt x="25" y="8"/>
                </a:lnTo>
                <a:lnTo>
                  <a:pt x="23" y="9"/>
                </a:lnTo>
                <a:lnTo>
                  <a:pt x="22" y="10"/>
                </a:lnTo>
                <a:lnTo>
                  <a:pt x="20" y="12"/>
                </a:lnTo>
                <a:lnTo>
                  <a:pt x="18" y="12"/>
                </a:lnTo>
                <a:lnTo>
                  <a:pt x="15" y="11"/>
                </a:lnTo>
                <a:lnTo>
                  <a:pt x="12" y="11"/>
                </a:lnTo>
                <a:lnTo>
                  <a:pt x="8" y="11"/>
                </a:lnTo>
                <a:lnTo>
                  <a:pt x="2" y="11"/>
                </a:lnTo>
                <a:lnTo>
                  <a:pt x="0" y="1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60" rIns="39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4" name=""/>
          <p:cNvSpPr/>
          <p:nvPr/>
        </p:nvSpPr>
        <p:spPr>
          <a:xfrm>
            <a:off x="4934880" y="3053880"/>
            <a:ext cx="9000" cy="2160"/>
          </a:xfrm>
          <a:custGeom>
            <a:avLst/>
            <a:gdLst/>
            <a:ahLst/>
            <a:rect l="0" t="0" r="r" b="b"/>
            <a:pathLst>
              <a:path fill="none" w="25" h="6">
                <a:moveTo>
                  <a:pt x="0" y="6"/>
                </a:moveTo>
                <a:lnTo>
                  <a:pt x="2" y="4"/>
                </a:lnTo>
                <a:lnTo>
                  <a:pt x="5" y="4"/>
                </a:lnTo>
                <a:lnTo>
                  <a:pt x="8" y="3"/>
                </a:lnTo>
                <a:lnTo>
                  <a:pt x="10" y="2"/>
                </a:lnTo>
                <a:lnTo>
                  <a:pt x="14" y="2"/>
                </a:lnTo>
                <a:lnTo>
                  <a:pt x="17" y="1"/>
                </a:lnTo>
                <a:lnTo>
                  <a:pt x="19" y="0"/>
                </a:lnTo>
                <a:lnTo>
                  <a:pt x="21" y="0"/>
                </a:lnTo>
                <a:lnTo>
                  <a:pt x="23" y="0"/>
                </a:lnTo>
                <a:lnTo>
                  <a:pt x="25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5" name=""/>
          <p:cNvSpPr/>
          <p:nvPr/>
        </p:nvSpPr>
        <p:spPr>
          <a:xfrm>
            <a:off x="4935240" y="3055680"/>
            <a:ext cx="8640" cy="1800"/>
          </a:xfrm>
          <a:custGeom>
            <a:avLst/>
            <a:gdLst/>
            <a:ahLst/>
            <a:rect l="0" t="0" r="r" b="b"/>
            <a:pathLst>
              <a:path fill="none" w="24" h="5">
                <a:moveTo>
                  <a:pt x="24" y="0"/>
                </a:moveTo>
                <a:lnTo>
                  <a:pt x="23" y="0"/>
                </a:lnTo>
                <a:lnTo>
                  <a:pt x="22" y="1"/>
                </a:lnTo>
                <a:lnTo>
                  <a:pt x="18" y="3"/>
                </a:lnTo>
                <a:lnTo>
                  <a:pt x="16" y="3"/>
                </a:lnTo>
                <a:lnTo>
                  <a:pt x="13" y="3"/>
                </a:lnTo>
                <a:lnTo>
                  <a:pt x="10" y="4"/>
                </a:lnTo>
                <a:lnTo>
                  <a:pt x="6" y="4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6" name=""/>
          <p:cNvSpPr/>
          <p:nvPr/>
        </p:nvSpPr>
        <p:spPr>
          <a:xfrm>
            <a:off x="4985280" y="3047760"/>
            <a:ext cx="4320" cy="5760"/>
          </a:xfrm>
          <a:custGeom>
            <a:avLst/>
            <a:gdLst/>
            <a:ahLst/>
            <a:rect l="0" t="0" r="r" b="b"/>
            <a:pathLst>
              <a:path fill="none" w="12" h="16">
                <a:moveTo>
                  <a:pt x="0" y="0"/>
                </a:moveTo>
                <a:lnTo>
                  <a:pt x="1" y="0"/>
                </a:lnTo>
                <a:lnTo>
                  <a:pt x="4" y="1"/>
                </a:lnTo>
                <a:lnTo>
                  <a:pt x="8" y="3"/>
                </a:lnTo>
                <a:lnTo>
                  <a:pt x="10" y="5"/>
                </a:lnTo>
                <a:lnTo>
                  <a:pt x="11" y="7"/>
                </a:lnTo>
                <a:lnTo>
                  <a:pt x="12" y="9"/>
                </a:lnTo>
                <a:lnTo>
                  <a:pt x="12" y="12"/>
                </a:lnTo>
                <a:lnTo>
                  <a:pt x="11" y="14"/>
                </a:lnTo>
                <a:lnTo>
                  <a:pt x="10" y="16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1800" rIns="39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7" name=""/>
          <p:cNvSpPr/>
          <p:nvPr/>
        </p:nvSpPr>
        <p:spPr>
          <a:xfrm>
            <a:off x="4983840" y="3048120"/>
            <a:ext cx="4680" cy="6120"/>
          </a:xfrm>
          <a:custGeom>
            <a:avLst/>
            <a:gdLst/>
            <a:ahLst/>
            <a:rect l="0" t="0" r="r" b="b"/>
            <a:pathLst>
              <a:path fill="none" w="13" h="17">
                <a:moveTo>
                  <a:pt x="13" y="17"/>
                </a:moveTo>
                <a:lnTo>
                  <a:pt x="11" y="15"/>
                </a:lnTo>
                <a:lnTo>
                  <a:pt x="10" y="14"/>
                </a:lnTo>
                <a:lnTo>
                  <a:pt x="9" y="11"/>
                </a:lnTo>
                <a:lnTo>
                  <a:pt x="7" y="9"/>
                </a:lnTo>
                <a:lnTo>
                  <a:pt x="4" y="6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2160" rIns="39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8" name=""/>
          <p:cNvSpPr/>
          <p:nvPr/>
        </p:nvSpPr>
        <p:spPr>
          <a:xfrm>
            <a:off x="4924800" y="3059640"/>
            <a:ext cx="5400" cy="3240"/>
          </a:xfrm>
          <a:custGeom>
            <a:avLst/>
            <a:gdLst/>
            <a:ahLst/>
            <a:rect l="0" t="0" r="r" b="b"/>
            <a:pathLst>
              <a:path fill="none" w="15" h="9">
                <a:moveTo>
                  <a:pt x="0" y="9"/>
                </a:moveTo>
                <a:lnTo>
                  <a:pt x="2" y="7"/>
                </a:lnTo>
                <a:lnTo>
                  <a:pt x="4" y="5"/>
                </a:lnTo>
                <a:lnTo>
                  <a:pt x="8" y="2"/>
                </a:lnTo>
                <a:lnTo>
                  <a:pt x="10" y="1"/>
                </a:lnTo>
                <a:lnTo>
                  <a:pt x="12" y="1"/>
                </a:lnTo>
                <a:lnTo>
                  <a:pt x="15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720" rIns="39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9" name=""/>
          <p:cNvSpPr/>
          <p:nvPr/>
        </p:nvSpPr>
        <p:spPr>
          <a:xfrm>
            <a:off x="4925520" y="3061080"/>
            <a:ext cx="6120" cy="2520"/>
          </a:xfrm>
          <a:custGeom>
            <a:avLst/>
            <a:gdLst/>
            <a:ahLst/>
            <a:rect l="0" t="0" r="r" b="b"/>
            <a:pathLst>
              <a:path fill="none" w="17" h="7">
                <a:moveTo>
                  <a:pt x="17" y="0"/>
                </a:moveTo>
                <a:lnTo>
                  <a:pt x="16" y="1"/>
                </a:lnTo>
                <a:lnTo>
                  <a:pt x="15" y="1"/>
                </a:lnTo>
                <a:lnTo>
                  <a:pt x="12" y="1"/>
                </a:lnTo>
                <a:lnTo>
                  <a:pt x="10" y="1"/>
                </a:lnTo>
                <a:lnTo>
                  <a:pt x="8" y="2"/>
                </a:lnTo>
                <a:lnTo>
                  <a:pt x="7" y="2"/>
                </a:lnTo>
                <a:lnTo>
                  <a:pt x="4" y="3"/>
                </a:lnTo>
                <a:lnTo>
                  <a:pt x="3" y="4"/>
                </a:lnTo>
                <a:lnTo>
                  <a:pt x="2" y="7"/>
                </a:lnTo>
                <a:lnTo>
                  <a:pt x="0" y="7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0" name=""/>
          <p:cNvSpPr/>
          <p:nvPr/>
        </p:nvSpPr>
        <p:spPr>
          <a:xfrm>
            <a:off x="4983480" y="305892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0"/>
                </a:moveTo>
                <a:lnTo>
                  <a:pt x="2" y="0"/>
                </a:lnTo>
                <a:lnTo>
                  <a:pt x="2" y="3"/>
                </a:lnTo>
                <a:lnTo>
                  <a:pt x="2" y="4"/>
                </a:lnTo>
                <a:lnTo>
                  <a:pt x="0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1" name=""/>
          <p:cNvSpPr/>
          <p:nvPr/>
        </p:nvSpPr>
        <p:spPr>
          <a:xfrm>
            <a:off x="4982040" y="305892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4" y="7"/>
                </a:move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2" name=""/>
          <p:cNvSpPr/>
          <p:nvPr/>
        </p:nvSpPr>
        <p:spPr>
          <a:xfrm>
            <a:off x="4918680" y="306648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0" y="9"/>
                </a:moveTo>
                <a:lnTo>
                  <a:pt x="2" y="8"/>
                </a:lnTo>
                <a:lnTo>
                  <a:pt x="4" y="3"/>
                </a:lnTo>
                <a:lnTo>
                  <a:pt x="4" y="2"/>
                </a:lnTo>
                <a:lnTo>
                  <a:pt x="5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720" rIns="39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3" name=""/>
          <p:cNvSpPr/>
          <p:nvPr/>
        </p:nvSpPr>
        <p:spPr>
          <a:xfrm>
            <a:off x="4919760" y="306720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5" y="0"/>
                </a:moveTo>
                <a:lnTo>
                  <a:pt x="5" y="2"/>
                </a:lnTo>
                <a:lnTo>
                  <a:pt x="3" y="5"/>
                </a:lnTo>
                <a:lnTo>
                  <a:pt x="3" y="7"/>
                </a:lnTo>
                <a:lnTo>
                  <a:pt x="3" y="8"/>
                </a:lnTo>
                <a:lnTo>
                  <a:pt x="0" y="9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720" rIns="39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4" name=""/>
          <p:cNvSpPr/>
          <p:nvPr/>
        </p:nvSpPr>
        <p:spPr>
          <a:xfrm>
            <a:off x="4915440" y="30711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2"/>
                </a:lnTo>
                <a:lnTo>
                  <a:pt x="2" y="1"/>
                </a:lnTo>
                <a:lnTo>
                  <a:pt x="4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5" name=""/>
          <p:cNvSpPr/>
          <p:nvPr/>
        </p:nvSpPr>
        <p:spPr>
          <a:xfrm>
            <a:off x="4979520" y="3061800"/>
            <a:ext cx="1800" cy="5040"/>
          </a:xfrm>
          <a:custGeom>
            <a:avLst/>
            <a:gdLst/>
            <a:ahLst/>
            <a:rect l="0" t="0" r="r" b="b"/>
            <a:pathLst>
              <a:path fill="none" w="5" h="14">
                <a:moveTo>
                  <a:pt x="0" y="0"/>
                </a:moveTo>
                <a:lnTo>
                  <a:pt x="1" y="1"/>
                </a:lnTo>
                <a:lnTo>
                  <a:pt x="4" y="2"/>
                </a:lnTo>
                <a:lnTo>
                  <a:pt x="5" y="6"/>
                </a:lnTo>
                <a:lnTo>
                  <a:pt x="5" y="9"/>
                </a:lnTo>
                <a:lnTo>
                  <a:pt x="5" y="12"/>
                </a:lnTo>
                <a:lnTo>
                  <a:pt x="5" y="1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1080" rIns="39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6" name=""/>
          <p:cNvSpPr/>
          <p:nvPr/>
        </p:nvSpPr>
        <p:spPr>
          <a:xfrm>
            <a:off x="4916160" y="30715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4" y="3"/>
                </a:lnTo>
                <a:lnTo>
                  <a:pt x="3" y="4"/>
                </a:lnTo>
                <a:lnTo>
                  <a:pt x="0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7" name=""/>
          <p:cNvSpPr/>
          <p:nvPr/>
        </p:nvSpPr>
        <p:spPr>
          <a:xfrm>
            <a:off x="4977720" y="3062520"/>
            <a:ext cx="2160" cy="5040"/>
          </a:xfrm>
          <a:custGeom>
            <a:avLst/>
            <a:gdLst/>
            <a:ahLst/>
            <a:rect l="0" t="0" r="r" b="b"/>
            <a:pathLst>
              <a:path fill="none" w="6" h="14">
                <a:moveTo>
                  <a:pt x="6" y="14"/>
                </a:moveTo>
                <a:lnTo>
                  <a:pt x="4" y="11"/>
                </a:lnTo>
                <a:lnTo>
                  <a:pt x="2" y="8"/>
                </a:lnTo>
                <a:lnTo>
                  <a:pt x="1" y="5"/>
                </a:lnTo>
                <a:lnTo>
                  <a:pt x="0" y="3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1080" rIns="39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8" name=""/>
          <p:cNvSpPr/>
          <p:nvPr/>
        </p:nvSpPr>
        <p:spPr>
          <a:xfrm>
            <a:off x="4975920" y="306612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3" y="6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9" name=""/>
          <p:cNvSpPr/>
          <p:nvPr/>
        </p:nvSpPr>
        <p:spPr>
          <a:xfrm>
            <a:off x="4974480" y="306612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5" y="8"/>
                </a:moveTo>
                <a:lnTo>
                  <a:pt x="4" y="8"/>
                </a:lnTo>
                <a:lnTo>
                  <a:pt x="3" y="5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080" rIns="39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0" name=""/>
          <p:cNvSpPr/>
          <p:nvPr/>
        </p:nvSpPr>
        <p:spPr>
          <a:xfrm>
            <a:off x="4915080" y="3076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1" name=""/>
          <p:cNvSpPr/>
          <p:nvPr/>
        </p:nvSpPr>
        <p:spPr>
          <a:xfrm>
            <a:off x="4915800" y="30765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2" y="1"/>
                </a:lnTo>
                <a:lnTo>
                  <a:pt x="4" y="2"/>
                </a:lnTo>
                <a:lnTo>
                  <a:pt x="4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2" name=""/>
          <p:cNvSpPr/>
          <p:nvPr/>
        </p:nvSpPr>
        <p:spPr>
          <a:xfrm>
            <a:off x="4971960" y="307656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0" y="7"/>
                </a:moveTo>
                <a:lnTo>
                  <a:pt x="0" y="5"/>
                </a:lnTo>
                <a:lnTo>
                  <a:pt x="1" y="3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3" name=""/>
          <p:cNvSpPr/>
          <p:nvPr/>
        </p:nvSpPr>
        <p:spPr>
          <a:xfrm>
            <a:off x="4972680" y="307728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5" y="0"/>
                </a:moveTo>
                <a:lnTo>
                  <a:pt x="5" y="1"/>
                </a:lnTo>
                <a:lnTo>
                  <a:pt x="5" y="2"/>
                </a:lnTo>
                <a:lnTo>
                  <a:pt x="4" y="3"/>
                </a:lnTo>
                <a:lnTo>
                  <a:pt x="3" y="4"/>
                </a:lnTo>
                <a:lnTo>
                  <a:pt x="2" y="6"/>
                </a:lnTo>
                <a:lnTo>
                  <a:pt x="0" y="7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4" name=""/>
          <p:cNvSpPr/>
          <p:nvPr/>
        </p:nvSpPr>
        <p:spPr>
          <a:xfrm>
            <a:off x="4914720" y="30834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6"/>
                </a:moveTo>
                <a:lnTo>
                  <a:pt x="3" y="6"/>
                </a:lnTo>
                <a:lnTo>
                  <a:pt x="2" y="5"/>
                </a:lnTo>
                <a:lnTo>
                  <a:pt x="0" y="4"/>
                </a:lnTo>
                <a:lnTo>
                  <a:pt x="0" y="1"/>
                </a:lnTo>
                <a:lnTo>
                  <a:pt x="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5" name=""/>
          <p:cNvSpPr/>
          <p:nvPr/>
        </p:nvSpPr>
        <p:spPr>
          <a:xfrm>
            <a:off x="4916160" y="3083760"/>
            <a:ext cx="720" cy="2160"/>
          </a:xfrm>
          <a:custGeom>
            <a:avLst/>
            <a:gdLst/>
            <a:ahLst/>
            <a:rect l="0" t="0" r="r" b="b"/>
            <a:pathLst>
              <a:path fill="none" w="2" h="6">
                <a:moveTo>
                  <a:pt x="0" y="0"/>
                </a:moveTo>
                <a:lnTo>
                  <a:pt x="2" y="2"/>
                </a:lnTo>
                <a:lnTo>
                  <a:pt x="2" y="3"/>
                </a:lnTo>
                <a:lnTo>
                  <a:pt x="2" y="6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6" name=""/>
          <p:cNvSpPr/>
          <p:nvPr/>
        </p:nvSpPr>
        <p:spPr>
          <a:xfrm>
            <a:off x="4965840" y="308160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0" y="6"/>
                </a:moveTo>
                <a:lnTo>
                  <a:pt x="2" y="3"/>
                </a:lnTo>
                <a:lnTo>
                  <a:pt x="4" y="2"/>
                </a:lnTo>
                <a:lnTo>
                  <a:pt x="6" y="0"/>
                </a:lnTo>
                <a:lnTo>
                  <a:pt x="9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7" name=""/>
          <p:cNvSpPr/>
          <p:nvPr/>
        </p:nvSpPr>
        <p:spPr>
          <a:xfrm>
            <a:off x="4966560" y="308232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8" y="0"/>
                </a:moveTo>
                <a:lnTo>
                  <a:pt x="7" y="2"/>
                </a:lnTo>
                <a:lnTo>
                  <a:pt x="4" y="5"/>
                </a:lnTo>
                <a:lnTo>
                  <a:pt x="1" y="6"/>
                </a:lnTo>
                <a:lnTo>
                  <a:pt x="0" y="6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8" name=""/>
          <p:cNvSpPr/>
          <p:nvPr/>
        </p:nvSpPr>
        <p:spPr>
          <a:xfrm>
            <a:off x="4903560" y="308844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0"/>
                </a:moveTo>
                <a:lnTo>
                  <a:pt x="3" y="0"/>
                </a:lnTo>
                <a:lnTo>
                  <a:pt x="6" y="1"/>
                </a:lnTo>
                <a:lnTo>
                  <a:pt x="7" y="2"/>
                </a:lnTo>
                <a:lnTo>
                  <a:pt x="7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9" name=""/>
          <p:cNvSpPr/>
          <p:nvPr/>
        </p:nvSpPr>
        <p:spPr>
          <a:xfrm>
            <a:off x="4952520" y="3085200"/>
            <a:ext cx="2880" cy="720"/>
          </a:xfrm>
          <a:custGeom>
            <a:avLst/>
            <a:gdLst/>
            <a:ahLst/>
            <a:rect l="0" t="0" r="r" b="b"/>
            <a:pathLst>
              <a:path fill="none" w="8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6" y="0"/>
                </a:lnTo>
                <a:lnTo>
                  <a:pt x="8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0" name=""/>
          <p:cNvSpPr/>
          <p:nvPr/>
        </p:nvSpPr>
        <p:spPr>
          <a:xfrm>
            <a:off x="4952520" y="3086280"/>
            <a:ext cx="2520" cy="0"/>
          </a:xfrm>
          <a:custGeom>
            <a:avLst/>
            <a:gdLst/>
            <a:ahLst/>
            <a:rect l="0" t="0" r="r" b="b"/>
            <a:pathLst>
              <a:path fill="none" w="7" h="0">
                <a:moveTo>
                  <a:pt x="7" y="0"/>
                </a:moveTo>
                <a:lnTo>
                  <a:pt x="6" y="0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1" name=""/>
          <p:cNvSpPr/>
          <p:nvPr/>
        </p:nvSpPr>
        <p:spPr>
          <a:xfrm>
            <a:off x="4901400" y="308916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1" y="7"/>
                </a:moveTo>
                <a:lnTo>
                  <a:pt x="9" y="7"/>
                </a:lnTo>
                <a:lnTo>
                  <a:pt x="8" y="6"/>
                </a:lnTo>
                <a:lnTo>
                  <a:pt x="4" y="5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2" name=""/>
          <p:cNvSpPr/>
          <p:nvPr/>
        </p:nvSpPr>
        <p:spPr>
          <a:xfrm>
            <a:off x="4943520" y="30902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0" y="0"/>
                </a:moveTo>
                <a:lnTo>
                  <a:pt x="3" y="3"/>
                </a:lnTo>
                <a:lnTo>
                  <a:pt x="4" y="3"/>
                </a:lnTo>
                <a:lnTo>
                  <a:pt x="6" y="4"/>
                </a:lnTo>
                <a:lnTo>
                  <a:pt x="6" y="6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3" name=""/>
          <p:cNvSpPr/>
          <p:nvPr/>
        </p:nvSpPr>
        <p:spPr>
          <a:xfrm>
            <a:off x="4942800" y="3090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3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4" name=""/>
          <p:cNvSpPr/>
          <p:nvPr/>
        </p:nvSpPr>
        <p:spPr>
          <a:xfrm>
            <a:off x="4906800" y="309456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0" y="0"/>
                </a:moveTo>
                <a:lnTo>
                  <a:pt x="1" y="1"/>
                </a:lnTo>
                <a:lnTo>
                  <a:pt x="3" y="1"/>
                </a:lnTo>
                <a:lnTo>
                  <a:pt x="6" y="3"/>
                </a:lnTo>
                <a:lnTo>
                  <a:pt x="7" y="5"/>
                </a:lnTo>
                <a:lnTo>
                  <a:pt x="8" y="6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5" name=""/>
          <p:cNvSpPr/>
          <p:nvPr/>
        </p:nvSpPr>
        <p:spPr>
          <a:xfrm>
            <a:off x="4906080" y="30952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9" y="7"/>
                </a:moveTo>
                <a:lnTo>
                  <a:pt x="7" y="7"/>
                </a:lnTo>
                <a:lnTo>
                  <a:pt x="4" y="6"/>
                </a:lnTo>
                <a:lnTo>
                  <a:pt x="3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6" name=""/>
          <p:cNvSpPr/>
          <p:nvPr/>
        </p:nvSpPr>
        <p:spPr>
          <a:xfrm>
            <a:off x="4913280" y="30970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0"/>
                </a:moveTo>
                <a:lnTo>
                  <a:pt x="1" y="0"/>
                </a:lnTo>
                <a:lnTo>
                  <a:pt x="3" y="1"/>
                </a:lnTo>
                <a:lnTo>
                  <a:pt x="6" y="2"/>
                </a:lnTo>
                <a:lnTo>
                  <a:pt x="7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7" name=""/>
          <p:cNvSpPr/>
          <p:nvPr/>
        </p:nvSpPr>
        <p:spPr>
          <a:xfrm>
            <a:off x="4912920" y="309780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6"/>
                </a:moveTo>
                <a:lnTo>
                  <a:pt x="3" y="6"/>
                </a:lnTo>
                <a:lnTo>
                  <a:pt x="1" y="5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8" name=""/>
          <p:cNvSpPr/>
          <p:nvPr/>
        </p:nvSpPr>
        <p:spPr>
          <a:xfrm>
            <a:off x="4937040" y="309852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0"/>
                </a:moveTo>
                <a:lnTo>
                  <a:pt x="2" y="0"/>
                </a:lnTo>
                <a:lnTo>
                  <a:pt x="5" y="1"/>
                </a:lnTo>
                <a:lnTo>
                  <a:pt x="6" y="3"/>
                </a:lnTo>
                <a:lnTo>
                  <a:pt x="7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9" name=""/>
          <p:cNvSpPr/>
          <p:nvPr/>
        </p:nvSpPr>
        <p:spPr>
          <a:xfrm>
            <a:off x="4923000" y="3099960"/>
            <a:ext cx="5040" cy="1080"/>
          </a:xfrm>
          <a:custGeom>
            <a:avLst/>
            <a:gdLst/>
            <a:ahLst/>
            <a:rect l="0" t="0" r="r" b="b"/>
            <a:pathLst>
              <a:path fill="none" w="14" h="3">
                <a:moveTo>
                  <a:pt x="0" y="0"/>
                </a:moveTo>
                <a:lnTo>
                  <a:pt x="3" y="0"/>
                </a:lnTo>
                <a:lnTo>
                  <a:pt x="6" y="1"/>
                </a:lnTo>
                <a:lnTo>
                  <a:pt x="12" y="1"/>
                </a:lnTo>
                <a:lnTo>
                  <a:pt x="14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0" name=""/>
          <p:cNvSpPr/>
          <p:nvPr/>
        </p:nvSpPr>
        <p:spPr>
          <a:xfrm>
            <a:off x="4937040" y="30992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4"/>
                </a:moveTo>
                <a:lnTo>
                  <a:pt x="5" y="4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1" name=""/>
          <p:cNvSpPr/>
          <p:nvPr/>
        </p:nvSpPr>
        <p:spPr>
          <a:xfrm>
            <a:off x="4923000" y="3101400"/>
            <a:ext cx="4680" cy="1440"/>
          </a:xfrm>
          <a:custGeom>
            <a:avLst/>
            <a:gdLst/>
            <a:ahLst/>
            <a:rect l="0" t="0" r="r" b="b"/>
            <a:pathLst>
              <a:path fill="none" w="13" h="4">
                <a:moveTo>
                  <a:pt x="13" y="2"/>
                </a:moveTo>
                <a:lnTo>
                  <a:pt x="9" y="4"/>
                </a:lnTo>
                <a:lnTo>
                  <a:pt x="6" y="4"/>
                </a:lnTo>
                <a:lnTo>
                  <a:pt x="2" y="4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2" name=""/>
          <p:cNvSpPr/>
          <p:nvPr/>
        </p:nvSpPr>
        <p:spPr>
          <a:xfrm>
            <a:off x="5199840" y="3085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3" name=""/>
          <p:cNvSpPr/>
          <p:nvPr/>
        </p:nvSpPr>
        <p:spPr>
          <a:xfrm>
            <a:off x="4577040" y="3070440"/>
            <a:ext cx="44640" cy="71640"/>
          </a:xfrm>
          <a:custGeom>
            <a:avLst/>
            <a:gdLst/>
            <a:ahLst/>
            <a:rect l="0" t="0" r="r" b="b"/>
            <a:pathLst>
              <a:path fill="none" w="124" h="199">
                <a:moveTo>
                  <a:pt x="0" y="0"/>
                </a:moveTo>
                <a:lnTo>
                  <a:pt x="6" y="8"/>
                </a:lnTo>
                <a:lnTo>
                  <a:pt x="14" y="16"/>
                </a:lnTo>
                <a:lnTo>
                  <a:pt x="21" y="25"/>
                </a:lnTo>
                <a:lnTo>
                  <a:pt x="28" y="32"/>
                </a:lnTo>
                <a:lnTo>
                  <a:pt x="32" y="37"/>
                </a:lnTo>
                <a:lnTo>
                  <a:pt x="40" y="44"/>
                </a:lnTo>
                <a:lnTo>
                  <a:pt x="49" y="53"/>
                </a:lnTo>
                <a:lnTo>
                  <a:pt x="54" y="60"/>
                </a:lnTo>
                <a:lnTo>
                  <a:pt x="61" y="69"/>
                </a:lnTo>
                <a:lnTo>
                  <a:pt x="66" y="75"/>
                </a:lnTo>
                <a:lnTo>
                  <a:pt x="71" y="82"/>
                </a:lnTo>
                <a:lnTo>
                  <a:pt x="76" y="90"/>
                </a:lnTo>
                <a:lnTo>
                  <a:pt x="81" y="97"/>
                </a:lnTo>
                <a:lnTo>
                  <a:pt x="85" y="105"/>
                </a:lnTo>
                <a:lnTo>
                  <a:pt x="89" y="112"/>
                </a:lnTo>
                <a:lnTo>
                  <a:pt x="93" y="120"/>
                </a:lnTo>
                <a:lnTo>
                  <a:pt x="99" y="132"/>
                </a:lnTo>
                <a:lnTo>
                  <a:pt x="105" y="144"/>
                </a:lnTo>
                <a:lnTo>
                  <a:pt x="108" y="152"/>
                </a:lnTo>
                <a:lnTo>
                  <a:pt x="111" y="160"/>
                </a:lnTo>
                <a:lnTo>
                  <a:pt x="114" y="168"/>
                </a:lnTo>
                <a:lnTo>
                  <a:pt x="118" y="179"/>
                </a:lnTo>
                <a:lnTo>
                  <a:pt x="120" y="187"/>
                </a:lnTo>
                <a:lnTo>
                  <a:pt x="122" y="194"/>
                </a:lnTo>
                <a:lnTo>
                  <a:pt x="123" y="198"/>
                </a:lnTo>
                <a:lnTo>
                  <a:pt x="124" y="199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960" rIns="3960" bIns="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4" name=""/>
          <p:cNvSpPr/>
          <p:nvPr/>
        </p:nvSpPr>
        <p:spPr>
          <a:xfrm>
            <a:off x="5208840" y="308952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0" y="0"/>
                </a:moveTo>
                <a:lnTo>
                  <a:pt x="2" y="2"/>
                </a:lnTo>
                <a:lnTo>
                  <a:pt x="4" y="4"/>
                </a:lnTo>
                <a:lnTo>
                  <a:pt x="4" y="5"/>
                </a:lnTo>
                <a:lnTo>
                  <a:pt x="2" y="8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080" rIns="39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5" name=""/>
          <p:cNvSpPr/>
          <p:nvPr/>
        </p:nvSpPr>
        <p:spPr>
          <a:xfrm>
            <a:off x="5207040" y="30920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6" name=""/>
          <p:cNvSpPr/>
          <p:nvPr/>
        </p:nvSpPr>
        <p:spPr>
          <a:xfrm>
            <a:off x="5199840" y="3085920"/>
            <a:ext cx="9000" cy="7560"/>
          </a:xfrm>
          <a:custGeom>
            <a:avLst/>
            <a:gdLst/>
            <a:ahLst/>
            <a:rect l="0" t="0" r="r" b="b"/>
            <a:pathLst>
              <a:path fill="none" w="25" h="21">
                <a:moveTo>
                  <a:pt x="13" y="21"/>
                </a:moveTo>
                <a:lnTo>
                  <a:pt x="12" y="21"/>
                </a:lnTo>
                <a:lnTo>
                  <a:pt x="9" y="20"/>
                </a:lnTo>
                <a:lnTo>
                  <a:pt x="7" y="21"/>
                </a:lnTo>
                <a:lnTo>
                  <a:pt x="6" y="21"/>
                </a:lnTo>
                <a:lnTo>
                  <a:pt x="3" y="20"/>
                </a:lnTo>
                <a:lnTo>
                  <a:pt x="2" y="19"/>
                </a:lnTo>
                <a:lnTo>
                  <a:pt x="2" y="17"/>
                </a:lnTo>
                <a:lnTo>
                  <a:pt x="1" y="15"/>
                </a:lnTo>
                <a:lnTo>
                  <a:pt x="1" y="13"/>
                </a:lnTo>
                <a:lnTo>
                  <a:pt x="0" y="10"/>
                </a:lnTo>
                <a:lnTo>
                  <a:pt x="0" y="8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5" y="1"/>
                </a:lnTo>
                <a:lnTo>
                  <a:pt x="6" y="2"/>
                </a:lnTo>
                <a:lnTo>
                  <a:pt x="7" y="3"/>
                </a:lnTo>
                <a:lnTo>
                  <a:pt x="9" y="5"/>
                </a:lnTo>
                <a:lnTo>
                  <a:pt x="10" y="6"/>
                </a:lnTo>
                <a:lnTo>
                  <a:pt x="11" y="8"/>
                </a:lnTo>
                <a:lnTo>
                  <a:pt x="12" y="9"/>
                </a:lnTo>
                <a:lnTo>
                  <a:pt x="13" y="10"/>
                </a:lnTo>
                <a:lnTo>
                  <a:pt x="15" y="10"/>
                </a:lnTo>
                <a:lnTo>
                  <a:pt x="17" y="10"/>
                </a:lnTo>
                <a:lnTo>
                  <a:pt x="21" y="11"/>
                </a:lnTo>
                <a:lnTo>
                  <a:pt x="22" y="11"/>
                </a:lnTo>
                <a:lnTo>
                  <a:pt x="24" y="11"/>
                </a:lnTo>
                <a:lnTo>
                  <a:pt x="25" y="12"/>
                </a:lnTo>
                <a:lnTo>
                  <a:pt x="24" y="14"/>
                </a:lnTo>
                <a:lnTo>
                  <a:pt x="24" y="16"/>
                </a:lnTo>
                <a:lnTo>
                  <a:pt x="23" y="17"/>
                </a:lnTo>
                <a:lnTo>
                  <a:pt x="23" y="18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600" rIns="396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7" name=""/>
          <p:cNvSpPr/>
          <p:nvPr/>
        </p:nvSpPr>
        <p:spPr>
          <a:xfrm>
            <a:off x="5205240" y="3092760"/>
            <a:ext cx="2160" cy="360"/>
          </a:xfrm>
          <a:custGeom>
            <a:avLst/>
            <a:gdLst/>
            <a:ahLst/>
            <a:rect l="0" t="0" r="r" b="b"/>
            <a:pathLst>
              <a:path fill="none" w="6" h="1">
                <a:moveTo>
                  <a:pt x="6" y="0"/>
                </a:moveTo>
                <a:lnTo>
                  <a:pt x="4" y="1"/>
                </a:lnTo>
                <a:lnTo>
                  <a:pt x="2" y="1"/>
                </a:lnTo>
                <a:lnTo>
                  <a:pt x="0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8" name=""/>
          <p:cNvSpPr/>
          <p:nvPr/>
        </p:nvSpPr>
        <p:spPr>
          <a:xfrm>
            <a:off x="5198760" y="3084840"/>
            <a:ext cx="10080" cy="9360"/>
          </a:xfrm>
          <a:custGeom>
            <a:avLst/>
            <a:gdLst/>
            <a:ahLst/>
            <a:rect l="0" t="0" r="r" b="b"/>
            <a:pathLst>
              <a:path fill="none" w="28" h="26">
                <a:moveTo>
                  <a:pt x="12" y="25"/>
                </a:moveTo>
                <a:lnTo>
                  <a:pt x="11" y="25"/>
                </a:lnTo>
                <a:lnTo>
                  <a:pt x="9" y="26"/>
                </a:lnTo>
                <a:lnTo>
                  <a:pt x="5" y="26"/>
                </a:lnTo>
                <a:lnTo>
                  <a:pt x="4" y="24"/>
                </a:lnTo>
                <a:lnTo>
                  <a:pt x="3" y="22"/>
                </a:lnTo>
                <a:lnTo>
                  <a:pt x="3" y="20"/>
                </a:lnTo>
                <a:lnTo>
                  <a:pt x="1" y="18"/>
                </a:lnTo>
                <a:lnTo>
                  <a:pt x="1" y="16"/>
                </a:lnTo>
                <a:lnTo>
                  <a:pt x="1" y="15"/>
                </a:lnTo>
                <a:lnTo>
                  <a:pt x="1" y="14"/>
                </a:lnTo>
                <a:lnTo>
                  <a:pt x="0" y="12"/>
                </a:lnTo>
                <a:lnTo>
                  <a:pt x="1" y="9"/>
                </a:lnTo>
                <a:lnTo>
                  <a:pt x="1" y="7"/>
                </a:lnTo>
                <a:lnTo>
                  <a:pt x="1" y="3"/>
                </a:lnTo>
                <a:lnTo>
                  <a:pt x="3" y="2"/>
                </a:lnTo>
                <a:lnTo>
                  <a:pt x="4" y="1"/>
                </a:lnTo>
                <a:lnTo>
                  <a:pt x="6" y="1"/>
                </a:lnTo>
                <a:lnTo>
                  <a:pt x="7" y="0"/>
                </a:lnTo>
                <a:lnTo>
                  <a:pt x="9" y="1"/>
                </a:lnTo>
                <a:lnTo>
                  <a:pt x="10" y="2"/>
                </a:lnTo>
                <a:lnTo>
                  <a:pt x="11" y="3"/>
                </a:lnTo>
                <a:lnTo>
                  <a:pt x="13" y="4"/>
                </a:lnTo>
                <a:lnTo>
                  <a:pt x="13" y="5"/>
                </a:lnTo>
                <a:lnTo>
                  <a:pt x="14" y="6"/>
                </a:lnTo>
                <a:lnTo>
                  <a:pt x="15" y="7"/>
                </a:lnTo>
                <a:lnTo>
                  <a:pt x="17" y="8"/>
                </a:lnTo>
                <a:lnTo>
                  <a:pt x="19" y="9"/>
                </a:lnTo>
                <a:lnTo>
                  <a:pt x="21" y="10"/>
                </a:lnTo>
                <a:lnTo>
                  <a:pt x="23" y="10"/>
                </a:lnTo>
                <a:lnTo>
                  <a:pt x="24" y="10"/>
                </a:lnTo>
                <a:lnTo>
                  <a:pt x="25" y="12"/>
                </a:lnTo>
                <a:lnTo>
                  <a:pt x="27" y="12"/>
                </a:lnTo>
                <a:lnTo>
                  <a:pt x="28" y="1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960" rIns="3960" bIns="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9" name=""/>
          <p:cNvSpPr/>
          <p:nvPr/>
        </p:nvSpPr>
        <p:spPr>
          <a:xfrm>
            <a:off x="5289840" y="3016440"/>
            <a:ext cx="10440" cy="71640"/>
          </a:xfrm>
          <a:custGeom>
            <a:avLst/>
            <a:gdLst/>
            <a:ahLst/>
            <a:rect l="0" t="0" r="r" b="b"/>
            <a:pathLst>
              <a:path fill="none" w="29" h="199">
                <a:moveTo>
                  <a:pt x="29" y="199"/>
                </a:moveTo>
                <a:lnTo>
                  <a:pt x="28" y="195"/>
                </a:lnTo>
                <a:lnTo>
                  <a:pt x="28" y="189"/>
                </a:lnTo>
                <a:lnTo>
                  <a:pt x="26" y="183"/>
                </a:lnTo>
                <a:lnTo>
                  <a:pt x="25" y="175"/>
                </a:lnTo>
                <a:lnTo>
                  <a:pt x="23" y="166"/>
                </a:lnTo>
                <a:lnTo>
                  <a:pt x="22" y="160"/>
                </a:lnTo>
                <a:lnTo>
                  <a:pt x="21" y="147"/>
                </a:lnTo>
                <a:lnTo>
                  <a:pt x="20" y="136"/>
                </a:lnTo>
                <a:lnTo>
                  <a:pt x="18" y="124"/>
                </a:lnTo>
                <a:lnTo>
                  <a:pt x="15" y="112"/>
                </a:lnTo>
                <a:lnTo>
                  <a:pt x="15" y="101"/>
                </a:lnTo>
                <a:lnTo>
                  <a:pt x="14" y="93"/>
                </a:lnTo>
                <a:lnTo>
                  <a:pt x="12" y="83"/>
                </a:lnTo>
                <a:lnTo>
                  <a:pt x="10" y="69"/>
                </a:lnTo>
                <a:lnTo>
                  <a:pt x="7" y="59"/>
                </a:lnTo>
                <a:lnTo>
                  <a:pt x="5" y="49"/>
                </a:lnTo>
                <a:lnTo>
                  <a:pt x="5" y="29"/>
                </a:lnTo>
                <a:lnTo>
                  <a:pt x="3" y="18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960" rIns="3960" bIns="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0" name=""/>
          <p:cNvSpPr/>
          <p:nvPr/>
        </p:nvSpPr>
        <p:spPr>
          <a:xfrm>
            <a:off x="4978800" y="3373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3"/>
                </a:moveTo>
                <a:lnTo>
                  <a:pt x="1" y="5"/>
                </a:lnTo>
                <a:lnTo>
                  <a:pt x="4" y="5"/>
                </a:lnTo>
                <a:lnTo>
                  <a:pt x="4" y="3"/>
                </a:lnTo>
                <a:lnTo>
                  <a:pt x="5" y="2"/>
                </a:lnTo>
                <a:lnTo>
                  <a:pt x="4" y="2"/>
                </a:lnTo>
                <a:lnTo>
                  <a:pt x="3" y="0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1" name=""/>
          <p:cNvSpPr/>
          <p:nvPr/>
        </p:nvSpPr>
        <p:spPr>
          <a:xfrm>
            <a:off x="4977000" y="337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2" name=""/>
          <p:cNvSpPr/>
          <p:nvPr/>
        </p:nvSpPr>
        <p:spPr>
          <a:xfrm>
            <a:off x="4976280" y="33750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2" y="3"/>
                </a:lnTo>
                <a:lnTo>
                  <a:pt x="4" y="3"/>
                </a:lnTo>
                <a:lnTo>
                  <a:pt x="5" y="1"/>
                </a:lnTo>
                <a:lnTo>
                  <a:pt x="6" y="0"/>
                </a:lnTo>
                <a:lnTo>
                  <a:pt x="5" y="0"/>
                </a:lnTo>
                <a:lnTo>
                  <a:pt x="2" y="0"/>
                </a:lnTo>
                <a:lnTo>
                  <a:pt x="1" y="0"/>
                </a:lnTo>
                <a:lnTo>
                  <a:pt x="0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3" name=""/>
          <p:cNvSpPr/>
          <p:nvPr/>
        </p:nvSpPr>
        <p:spPr>
          <a:xfrm>
            <a:off x="4975200" y="3377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4" name=""/>
          <p:cNvSpPr/>
          <p:nvPr/>
        </p:nvSpPr>
        <p:spPr>
          <a:xfrm>
            <a:off x="4974840" y="3376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1" y="2"/>
                </a:ln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5" name=""/>
          <p:cNvSpPr/>
          <p:nvPr/>
        </p:nvSpPr>
        <p:spPr>
          <a:xfrm>
            <a:off x="4972680" y="337968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3" y="4"/>
                </a:moveTo>
                <a:lnTo>
                  <a:pt x="3" y="3"/>
                </a:lnTo>
                <a:lnTo>
                  <a:pt x="3" y="2"/>
                </a:lnTo>
                <a:lnTo>
                  <a:pt x="1" y="0"/>
                </a:ln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1" y="6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6" name=""/>
          <p:cNvSpPr/>
          <p:nvPr/>
        </p:nvSpPr>
        <p:spPr>
          <a:xfrm>
            <a:off x="4650480" y="3343680"/>
            <a:ext cx="17280" cy="69840"/>
          </a:xfrm>
          <a:custGeom>
            <a:avLst/>
            <a:gdLst/>
            <a:ahLst/>
            <a:rect l="0" t="0" r="r" b="b"/>
            <a:pathLst>
              <a:path fill="none" w="48" h="194">
                <a:moveTo>
                  <a:pt x="46" y="0"/>
                </a:moveTo>
                <a:lnTo>
                  <a:pt x="46" y="10"/>
                </a:lnTo>
                <a:lnTo>
                  <a:pt x="47" y="17"/>
                </a:lnTo>
                <a:lnTo>
                  <a:pt x="48" y="25"/>
                </a:lnTo>
                <a:lnTo>
                  <a:pt x="48" y="35"/>
                </a:lnTo>
                <a:lnTo>
                  <a:pt x="48" y="46"/>
                </a:lnTo>
                <a:lnTo>
                  <a:pt x="47" y="54"/>
                </a:lnTo>
                <a:lnTo>
                  <a:pt x="47" y="62"/>
                </a:lnTo>
                <a:lnTo>
                  <a:pt x="46" y="72"/>
                </a:lnTo>
                <a:lnTo>
                  <a:pt x="46" y="82"/>
                </a:lnTo>
                <a:lnTo>
                  <a:pt x="43" y="95"/>
                </a:lnTo>
                <a:lnTo>
                  <a:pt x="41" y="107"/>
                </a:lnTo>
                <a:lnTo>
                  <a:pt x="38" y="117"/>
                </a:lnTo>
                <a:lnTo>
                  <a:pt x="36" y="126"/>
                </a:lnTo>
                <a:lnTo>
                  <a:pt x="33" y="134"/>
                </a:lnTo>
                <a:lnTo>
                  <a:pt x="29" y="142"/>
                </a:lnTo>
                <a:lnTo>
                  <a:pt x="27" y="146"/>
                </a:lnTo>
                <a:lnTo>
                  <a:pt x="24" y="153"/>
                </a:lnTo>
                <a:lnTo>
                  <a:pt x="21" y="159"/>
                </a:lnTo>
                <a:lnTo>
                  <a:pt x="18" y="164"/>
                </a:lnTo>
                <a:lnTo>
                  <a:pt x="15" y="169"/>
                </a:lnTo>
                <a:lnTo>
                  <a:pt x="12" y="176"/>
                </a:lnTo>
                <a:lnTo>
                  <a:pt x="7" y="183"/>
                </a:lnTo>
                <a:lnTo>
                  <a:pt x="4" y="188"/>
                </a:lnTo>
                <a:lnTo>
                  <a:pt x="2" y="191"/>
                </a:lnTo>
                <a:lnTo>
                  <a:pt x="0" y="19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960" rIns="3960" bIns="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7" name=""/>
          <p:cNvSpPr/>
          <p:nvPr/>
        </p:nvSpPr>
        <p:spPr>
          <a:xfrm>
            <a:off x="5012280" y="33930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2" y="4"/>
                </a:move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7" y="3"/>
                </a:lnTo>
                <a:lnTo>
                  <a:pt x="7" y="1"/>
                </a:lnTo>
                <a:lnTo>
                  <a:pt x="4" y="0"/>
                </a:lnTo>
                <a:lnTo>
                  <a:pt x="1" y="1"/>
                </a:lnTo>
                <a:lnTo>
                  <a:pt x="0" y="3"/>
                </a:lnTo>
                <a:lnTo>
                  <a:pt x="1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8" name=""/>
          <p:cNvSpPr/>
          <p:nvPr/>
        </p:nvSpPr>
        <p:spPr>
          <a:xfrm>
            <a:off x="5171400" y="3376440"/>
            <a:ext cx="4680" cy="3960"/>
          </a:xfrm>
          <a:custGeom>
            <a:avLst/>
            <a:gdLst/>
            <a:ahLst/>
            <a:rect l="0" t="0" r="r" b="b"/>
            <a:pathLst>
              <a:path fill="none" w="13" h="11">
                <a:moveTo>
                  <a:pt x="0" y="0"/>
                </a:moveTo>
                <a:lnTo>
                  <a:pt x="2" y="0"/>
                </a:lnTo>
                <a:lnTo>
                  <a:pt x="7" y="0"/>
                </a:lnTo>
                <a:lnTo>
                  <a:pt x="10" y="2"/>
                </a:lnTo>
                <a:lnTo>
                  <a:pt x="13" y="5"/>
                </a:lnTo>
                <a:lnTo>
                  <a:pt x="13" y="8"/>
                </a:lnTo>
                <a:lnTo>
                  <a:pt x="13" y="1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0" rIns="39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9" name=""/>
          <p:cNvSpPr/>
          <p:nvPr/>
        </p:nvSpPr>
        <p:spPr>
          <a:xfrm>
            <a:off x="5170680" y="337824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1" y="6"/>
                </a:moveTo>
                <a:lnTo>
                  <a:pt x="8" y="6"/>
                </a:lnTo>
                <a:lnTo>
                  <a:pt x="4" y="5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0" name=""/>
          <p:cNvSpPr/>
          <p:nvPr/>
        </p:nvSpPr>
        <p:spPr>
          <a:xfrm>
            <a:off x="5030640" y="3395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4" y="2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1" name=""/>
          <p:cNvSpPr/>
          <p:nvPr/>
        </p:nvSpPr>
        <p:spPr>
          <a:xfrm>
            <a:off x="4980600" y="34009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5"/>
                </a:move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1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2" name=""/>
          <p:cNvSpPr/>
          <p:nvPr/>
        </p:nvSpPr>
        <p:spPr>
          <a:xfrm flipH="1" flipV="1">
            <a:off x="4972680" y="3402720"/>
            <a:ext cx="360" cy="360"/>
          </a:xfrm>
          <a:prstGeom prst="line">
            <a:avLst/>
          </a:prstGeom>
          <a:ln w="7920">
            <a:solidFill>
              <a:srgbClr val="4D4D4D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3" name=""/>
          <p:cNvSpPr/>
          <p:nvPr/>
        </p:nvSpPr>
        <p:spPr>
          <a:xfrm>
            <a:off x="5029920" y="33958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0"/>
                </a:moveTo>
                <a:lnTo>
                  <a:pt x="3" y="0"/>
                </a:lnTo>
                <a:lnTo>
                  <a:pt x="1" y="0"/>
                </a:ln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1" y="4"/>
                </a:lnTo>
                <a:lnTo>
                  <a:pt x="1" y="6"/>
                </a:lnTo>
                <a:lnTo>
                  <a:pt x="4" y="6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4" name=""/>
          <p:cNvSpPr/>
          <p:nvPr/>
        </p:nvSpPr>
        <p:spPr>
          <a:xfrm>
            <a:off x="5031720" y="3395880"/>
            <a:ext cx="720" cy="2520"/>
          </a:xfrm>
          <a:custGeom>
            <a:avLst/>
            <a:gdLst/>
            <a:ahLst/>
            <a:rect l="0" t="0" r="r" b="b"/>
            <a:pathLst>
              <a:path fill="none" w="2" h="7">
                <a:moveTo>
                  <a:pt x="0" y="7"/>
                </a:move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5" name=""/>
          <p:cNvSpPr/>
          <p:nvPr/>
        </p:nvSpPr>
        <p:spPr>
          <a:xfrm>
            <a:off x="4972320" y="3402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6" name=""/>
          <p:cNvSpPr/>
          <p:nvPr/>
        </p:nvSpPr>
        <p:spPr>
          <a:xfrm>
            <a:off x="4970160" y="34038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7" name=""/>
          <p:cNvSpPr/>
          <p:nvPr/>
        </p:nvSpPr>
        <p:spPr>
          <a:xfrm flipH="1">
            <a:off x="4969440" y="3404160"/>
            <a:ext cx="360" cy="0"/>
          </a:xfrm>
          <a:prstGeom prst="line">
            <a:avLst/>
          </a:prstGeom>
          <a:ln w="7920">
            <a:solidFill>
              <a:srgbClr val="4D4D4D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8" name=""/>
          <p:cNvSpPr/>
          <p:nvPr/>
        </p:nvSpPr>
        <p:spPr>
          <a:xfrm flipV="1">
            <a:off x="4970160" y="3404160"/>
            <a:ext cx="360" cy="360"/>
          </a:xfrm>
          <a:prstGeom prst="line">
            <a:avLst/>
          </a:prstGeom>
          <a:ln w="7920">
            <a:solidFill>
              <a:srgbClr val="4D4D4D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9" name=""/>
          <p:cNvSpPr/>
          <p:nvPr/>
        </p:nvSpPr>
        <p:spPr>
          <a:xfrm>
            <a:off x="4969080" y="34045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0" name=""/>
          <p:cNvSpPr/>
          <p:nvPr/>
        </p:nvSpPr>
        <p:spPr>
          <a:xfrm>
            <a:off x="4974480" y="3403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1" name=""/>
          <p:cNvSpPr/>
          <p:nvPr/>
        </p:nvSpPr>
        <p:spPr>
          <a:xfrm>
            <a:off x="4976640" y="34030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3"/>
                </a:moveTo>
                <a:lnTo>
                  <a:pt x="5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3"/>
                </a:lnTo>
                <a:lnTo>
                  <a:pt x="3" y="3"/>
                </a:lnTo>
                <a:lnTo>
                  <a:pt x="4" y="4"/>
                </a:lnTo>
                <a:lnTo>
                  <a:pt x="5" y="4"/>
                </a:lnTo>
                <a:lnTo>
                  <a:pt x="6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2" name=""/>
          <p:cNvSpPr/>
          <p:nvPr/>
        </p:nvSpPr>
        <p:spPr>
          <a:xfrm>
            <a:off x="4974840" y="3403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3" name=""/>
          <p:cNvSpPr/>
          <p:nvPr/>
        </p:nvSpPr>
        <p:spPr>
          <a:xfrm>
            <a:off x="4974120" y="3404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4" name=""/>
          <p:cNvSpPr/>
          <p:nvPr/>
        </p:nvSpPr>
        <p:spPr>
          <a:xfrm>
            <a:off x="4966920" y="3405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0"/>
                </a:moveTo>
                <a:lnTo>
                  <a:pt x="0" y="1"/>
                </a:lnTo>
                <a:lnTo>
                  <a:pt x="0" y="3"/>
                </a:lnTo>
                <a:lnTo>
                  <a:pt x="1" y="4"/>
                </a:lnTo>
                <a:lnTo>
                  <a:pt x="3" y="3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5" name=""/>
          <p:cNvSpPr/>
          <p:nvPr/>
        </p:nvSpPr>
        <p:spPr>
          <a:xfrm>
            <a:off x="4962240" y="3414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1"/>
                </a:lnTo>
                <a:lnTo>
                  <a:pt x="2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6" name=""/>
          <p:cNvSpPr/>
          <p:nvPr/>
        </p:nvSpPr>
        <p:spPr>
          <a:xfrm>
            <a:off x="5300640" y="3297960"/>
            <a:ext cx="23400" cy="78480"/>
          </a:xfrm>
          <a:custGeom>
            <a:avLst/>
            <a:gdLst/>
            <a:ahLst/>
            <a:rect l="0" t="0" r="r" b="b"/>
            <a:pathLst>
              <a:path fill="none" w="65" h="218">
                <a:moveTo>
                  <a:pt x="0" y="218"/>
                </a:moveTo>
                <a:lnTo>
                  <a:pt x="4" y="208"/>
                </a:lnTo>
                <a:lnTo>
                  <a:pt x="8" y="200"/>
                </a:lnTo>
                <a:lnTo>
                  <a:pt x="12" y="192"/>
                </a:lnTo>
                <a:lnTo>
                  <a:pt x="15" y="186"/>
                </a:lnTo>
                <a:lnTo>
                  <a:pt x="17" y="178"/>
                </a:lnTo>
                <a:lnTo>
                  <a:pt x="21" y="170"/>
                </a:lnTo>
                <a:lnTo>
                  <a:pt x="24" y="161"/>
                </a:lnTo>
                <a:lnTo>
                  <a:pt x="29" y="150"/>
                </a:lnTo>
                <a:lnTo>
                  <a:pt x="32" y="141"/>
                </a:lnTo>
                <a:lnTo>
                  <a:pt x="35" y="134"/>
                </a:lnTo>
                <a:lnTo>
                  <a:pt x="38" y="123"/>
                </a:lnTo>
                <a:lnTo>
                  <a:pt x="41" y="114"/>
                </a:lnTo>
                <a:lnTo>
                  <a:pt x="44" y="105"/>
                </a:lnTo>
                <a:lnTo>
                  <a:pt x="46" y="93"/>
                </a:lnTo>
                <a:lnTo>
                  <a:pt x="49" y="86"/>
                </a:lnTo>
                <a:lnTo>
                  <a:pt x="51" y="76"/>
                </a:lnTo>
                <a:lnTo>
                  <a:pt x="54" y="67"/>
                </a:lnTo>
                <a:lnTo>
                  <a:pt x="56" y="57"/>
                </a:lnTo>
                <a:lnTo>
                  <a:pt x="58" y="47"/>
                </a:lnTo>
                <a:lnTo>
                  <a:pt x="59" y="43"/>
                </a:lnTo>
                <a:lnTo>
                  <a:pt x="60" y="36"/>
                </a:lnTo>
                <a:lnTo>
                  <a:pt x="62" y="26"/>
                </a:lnTo>
                <a:lnTo>
                  <a:pt x="63" y="17"/>
                </a:lnTo>
                <a:lnTo>
                  <a:pt x="64" y="8"/>
                </a:lnTo>
                <a:lnTo>
                  <a:pt x="65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960" rIns="3960" bIns="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7" name=""/>
          <p:cNvSpPr/>
          <p:nvPr/>
        </p:nvSpPr>
        <p:spPr>
          <a:xfrm>
            <a:off x="4962600" y="3414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8" name=""/>
          <p:cNvSpPr/>
          <p:nvPr/>
        </p:nvSpPr>
        <p:spPr>
          <a:xfrm>
            <a:off x="4961880" y="34160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9" name=""/>
          <p:cNvSpPr/>
          <p:nvPr/>
        </p:nvSpPr>
        <p:spPr>
          <a:xfrm>
            <a:off x="4960800" y="341424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3" y="6"/>
                </a:moveTo>
                <a:lnTo>
                  <a:pt x="2" y="6"/>
                </a:lnTo>
                <a:lnTo>
                  <a:pt x="0" y="6"/>
                </a:lnTo>
                <a:lnTo>
                  <a:pt x="2" y="5"/>
                </a:lnTo>
                <a:lnTo>
                  <a:pt x="2" y="3"/>
                </a:lnTo>
                <a:lnTo>
                  <a:pt x="3" y="2"/>
                </a:lnTo>
                <a:lnTo>
                  <a:pt x="3" y="1"/>
                </a:lnTo>
                <a:lnTo>
                  <a:pt x="5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0" name=""/>
          <p:cNvSpPr/>
          <p:nvPr/>
        </p:nvSpPr>
        <p:spPr>
          <a:xfrm>
            <a:off x="4963320" y="341532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1" name=""/>
          <p:cNvSpPr/>
          <p:nvPr/>
        </p:nvSpPr>
        <p:spPr>
          <a:xfrm>
            <a:off x="5024520" y="34081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5" y="6"/>
                </a:moveTo>
                <a:lnTo>
                  <a:pt x="5" y="5"/>
                </a:lnTo>
                <a:lnTo>
                  <a:pt x="5" y="3"/>
                </a:lnTo>
                <a:lnTo>
                  <a:pt x="7" y="2"/>
                </a:lnTo>
                <a:lnTo>
                  <a:pt x="5" y="0"/>
                </a:lnTo>
                <a:lnTo>
                  <a:pt x="3" y="1"/>
                </a:lnTo>
                <a:lnTo>
                  <a:pt x="3" y="2"/>
                </a:lnTo>
                <a:lnTo>
                  <a:pt x="2" y="6"/>
                </a:lnTo>
                <a:lnTo>
                  <a:pt x="0" y="8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080" rIns="39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2" name=""/>
          <p:cNvSpPr/>
          <p:nvPr/>
        </p:nvSpPr>
        <p:spPr>
          <a:xfrm>
            <a:off x="4961880" y="341640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0"/>
                </a:move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3" name=""/>
          <p:cNvSpPr/>
          <p:nvPr/>
        </p:nvSpPr>
        <p:spPr>
          <a:xfrm>
            <a:off x="4959720" y="3413520"/>
            <a:ext cx="3960" cy="3600"/>
          </a:xfrm>
          <a:custGeom>
            <a:avLst/>
            <a:gdLst/>
            <a:ahLst/>
            <a:rect l="0" t="0" r="r" b="b"/>
            <a:pathLst>
              <a:path fill="none" w="11" h="10">
                <a:moveTo>
                  <a:pt x="11" y="5"/>
                </a:moveTo>
                <a:lnTo>
                  <a:pt x="11" y="4"/>
                </a:lnTo>
                <a:lnTo>
                  <a:pt x="11" y="3"/>
                </a:lnTo>
                <a:lnTo>
                  <a:pt x="10" y="1"/>
                </a:lnTo>
                <a:lnTo>
                  <a:pt x="7" y="1"/>
                </a:lnTo>
                <a:lnTo>
                  <a:pt x="6" y="0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1" y="6"/>
                </a:lnTo>
                <a:lnTo>
                  <a:pt x="1" y="7"/>
                </a:lnTo>
                <a:lnTo>
                  <a:pt x="0" y="9"/>
                </a:lnTo>
                <a:lnTo>
                  <a:pt x="1" y="9"/>
                </a:lnTo>
                <a:lnTo>
                  <a:pt x="2" y="10"/>
                </a:lnTo>
                <a:lnTo>
                  <a:pt x="4" y="10"/>
                </a:lnTo>
                <a:lnTo>
                  <a:pt x="5" y="1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" rIns="39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4" name=""/>
          <p:cNvSpPr/>
          <p:nvPr/>
        </p:nvSpPr>
        <p:spPr>
          <a:xfrm flipV="1">
            <a:off x="5025600" y="3410640"/>
            <a:ext cx="360" cy="360"/>
          </a:xfrm>
          <a:prstGeom prst="line">
            <a:avLst/>
          </a:prstGeom>
          <a:ln w="7920">
            <a:solidFill>
              <a:srgbClr val="4D4D4D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5" name=""/>
          <p:cNvSpPr/>
          <p:nvPr/>
        </p:nvSpPr>
        <p:spPr>
          <a:xfrm>
            <a:off x="5024160" y="3411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1" y="4"/>
                </a:lnTo>
                <a:lnTo>
                  <a:pt x="3" y="3"/>
                </a:lnTo>
                <a:lnTo>
                  <a:pt x="4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6" name=""/>
          <p:cNvSpPr/>
          <p:nvPr/>
        </p:nvSpPr>
        <p:spPr>
          <a:xfrm>
            <a:off x="5021280" y="3412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2"/>
                </a:lnTo>
                <a:lnTo>
                  <a:pt x="2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7" name=""/>
          <p:cNvSpPr/>
          <p:nvPr/>
        </p:nvSpPr>
        <p:spPr>
          <a:xfrm>
            <a:off x="5021640" y="3412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8" name=""/>
          <p:cNvSpPr/>
          <p:nvPr/>
        </p:nvSpPr>
        <p:spPr>
          <a:xfrm>
            <a:off x="5166720" y="3395520"/>
            <a:ext cx="4680" cy="3600"/>
          </a:xfrm>
          <a:custGeom>
            <a:avLst/>
            <a:gdLst/>
            <a:ahLst/>
            <a:rect l="0" t="0" r="r" b="b"/>
            <a:pathLst>
              <a:path fill="none" w="13" h="10">
                <a:moveTo>
                  <a:pt x="0" y="10"/>
                </a:moveTo>
                <a:lnTo>
                  <a:pt x="2" y="6"/>
                </a:lnTo>
                <a:lnTo>
                  <a:pt x="4" y="3"/>
                </a:lnTo>
                <a:lnTo>
                  <a:pt x="1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" rIns="39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9" name=""/>
          <p:cNvSpPr/>
          <p:nvPr/>
        </p:nvSpPr>
        <p:spPr>
          <a:xfrm>
            <a:off x="5094720" y="34048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0"/>
                </a:moveTo>
                <a:lnTo>
                  <a:pt x="0" y="1"/>
                </a:lnTo>
                <a:lnTo>
                  <a:pt x="1" y="2"/>
                </a:lnTo>
                <a:lnTo>
                  <a:pt x="3" y="3"/>
                </a:lnTo>
                <a:lnTo>
                  <a:pt x="4" y="5"/>
                </a:lnTo>
                <a:lnTo>
                  <a:pt x="6" y="5"/>
                </a:lnTo>
                <a:lnTo>
                  <a:pt x="7" y="5"/>
                </a:lnTo>
                <a:lnTo>
                  <a:pt x="7" y="2"/>
                </a:lnTo>
                <a:lnTo>
                  <a:pt x="6" y="0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0" name=""/>
          <p:cNvSpPr/>
          <p:nvPr/>
        </p:nvSpPr>
        <p:spPr>
          <a:xfrm>
            <a:off x="5094000" y="34066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1" name=""/>
          <p:cNvSpPr/>
          <p:nvPr/>
        </p:nvSpPr>
        <p:spPr>
          <a:xfrm>
            <a:off x="5092920" y="340596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2" y="0"/>
                </a:moveTo>
                <a:lnTo>
                  <a:pt x="0" y="2"/>
                </a:lnTo>
                <a:lnTo>
                  <a:pt x="0" y="3"/>
                </a:lnTo>
                <a:lnTo>
                  <a:pt x="2" y="6"/>
                </a:lnTo>
                <a:lnTo>
                  <a:pt x="4" y="7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7"/>
                </a:lnTo>
                <a:lnTo>
                  <a:pt x="9" y="6"/>
                </a:lnTo>
                <a:lnTo>
                  <a:pt x="7" y="1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080" rIns="39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2" name=""/>
          <p:cNvSpPr/>
          <p:nvPr/>
        </p:nvSpPr>
        <p:spPr>
          <a:xfrm>
            <a:off x="5167800" y="339732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14" y="0"/>
                </a:moveTo>
                <a:lnTo>
                  <a:pt x="14" y="2"/>
                </a:lnTo>
                <a:lnTo>
                  <a:pt x="12" y="5"/>
                </a:lnTo>
                <a:lnTo>
                  <a:pt x="7" y="8"/>
                </a:lnTo>
                <a:lnTo>
                  <a:pt x="2" y="10"/>
                </a:lnTo>
                <a:lnTo>
                  <a:pt x="0" y="1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0" rIns="39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3" name=""/>
          <p:cNvSpPr/>
          <p:nvPr/>
        </p:nvSpPr>
        <p:spPr>
          <a:xfrm>
            <a:off x="4997880" y="34200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4" name=""/>
          <p:cNvSpPr/>
          <p:nvPr/>
        </p:nvSpPr>
        <p:spPr>
          <a:xfrm>
            <a:off x="5243760" y="3387960"/>
            <a:ext cx="3240" cy="4320"/>
          </a:xfrm>
          <a:custGeom>
            <a:avLst/>
            <a:gdLst/>
            <a:ahLst/>
            <a:rect l="0" t="0" r="r" b="b"/>
            <a:pathLst>
              <a:path fill="none" w="9" h="12">
                <a:moveTo>
                  <a:pt x="0" y="0"/>
                </a:moveTo>
                <a:lnTo>
                  <a:pt x="4" y="1"/>
                </a:lnTo>
                <a:lnTo>
                  <a:pt x="8" y="2"/>
                </a:lnTo>
                <a:lnTo>
                  <a:pt x="9" y="5"/>
                </a:lnTo>
                <a:lnTo>
                  <a:pt x="9" y="8"/>
                </a:lnTo>
                <a:lnTo>
                  <a:pt x="9" y="1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60" rIns="39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5" name=""/>
          <p:cNvSpPr/>
          <p:nvPr/>
        </p:nvSpPr>
        <p:spPr>
          <a:xfrm>
            <a:off x="4997880" y="34203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6" name=""/>
          <p:cNvSpPr/>
          <p:nvPr/>
        </p:nvSpPr>
        <p:spPr>
          <a:xfrm>
            <a:off x="5242680" y="3389760"/>
            <a:ext cx="2160" cy="4320"/>
          </a:xfrm>
          <a:custGeom>
            <a:avLst/>
            <a:gdLst/>
            <a:ahLst/>
            <a:rect l="0" t="0" r="r" b="b"/>
            <a:pathLst>
              <a:path fill="none" w="6" h="12">
                <a:moveTo>
                  <a:pt x="6" y="12"/>
                </a:moveTo>
                <a:lnTo>
                  <a:pt x="4" y="12"/>
                </a:lnTo>
                <a:lnTo>
                  <a:pt x="2" y="10"/>
                </a:lnTo>
                <a:lnTo>
                  <a:pt x="0" y="7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60" rIns="39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7" name=""/>
          <p:cNvSpPr/>
          <p:nvPr/>
        </p:nvSpPr>
        <p:spPr>
          <a:xfrm flipH="1">
            <a:off x="4997880" y="3421800"/>
            <a:ext cx="360" cy="0"/>
          </a:xfrm>
          <a:prstGeom prst="line">
            <a:avLst/>
          </a:prstGeom>
          <a:ln w="7920">
            <a:solidFill>
              <a:srgbClr val="4D4D4D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8" name=""/>
          <p:cNvSpPr/>
          <p:nvPr/>
        </p:nvSpPr>
        <p:spPr>
          <a:xfrm>
            <a:off x="4997520" y="3421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9" name=""/>
          <p:cNvSpPr/>
          <p:nvPr/>
        </p:nvSpPr>
        <p:spPr>
          <a:xfrm>
            <a:off x="4980960" y="34243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0" name=""/>
          <p:cNvSpPr/>
          <p:nvPr/>
        </p:nvSpPr>
        <p:spPr>
          <a:xfrm>
            <a:off x="4994640" y="34239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1" name=""/>
          <p:cNvSpPr/>
          <p:nvPr/>
        </p:nvSpPr>
        <p:spPr>
          <a:xfrm>
            <a:off x="5092920" y="34131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2"/>
                </a:lnTo>
                <a:lnTo>
                  <a:pt x="0" y="4"/>
                </a:lnTo>
                <a:lnTo>
                  <a:pt x="1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2" name=""/>
          <p:cNvSpPr/>
          <p:nvPr/>
        </p:nvSpPr>
        <p:spPr>
          <a:xfrm>
            <a:off x="4981320" y="3424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4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3" name=""/>
          <p:cNvSpPr/>
          <p:nvPr/>
        </p:nvSpPr>
        <p:spPr>
          <a:xfrm>
            <a:off x="4994280" y="342432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0"/>
                </a:move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4" name=""/>
          <p:cNvSpPr/>
          <p:nvPr/>
        </p:nvSpPr>
        <p:spPr>
          <a:xfrm>
            <a:off x="5092200" y="341280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0" y="2"/>
                </a:moveTo>
                <a:lnTo>
                  <a:pt x="0" y="4"/>
                </a:lnTo>
                <a:lnTo>
                  <a:pt x="0" y="6"/>
                </a:lnTo>
                <a:lnTo>
                  <a:pt x="2" y="7"/>
                </a:lnTo>
                <a:lnTo>
                  <a:pt x="3" y="7"/>
                </a:lnTo>
                <a:lnTo>
                  <a:pt x="4" y="7"/>
                </a:lnTo>
                <a:lnTo>
                  <a:pt x="5" y="6"/>
                </a:lnTo>
                <a:lnTo>
                  <a:pt x="7" y="5"/>
                </a:lnTo>
                <a:lnTo>
                  <a:pt x="8" y="4"/>
                </a:lnTo>
                <a:lnTo>
                  <a:pt x="7" y="2"/>
                </a:lnTo>
                <a:lnTo>
                  <a:pt x="5" y="1"/>
                </a:lnTo>
                <a:lnTo>
                  <a:pt x="4" y="1"/>
                </a:lnTo>
                <a:lnTo>
                  <a:pt x="3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5" name=""/>
          <p:cNvSpPr/>
          <p:nvPr/>
        </p:nvSpPr>
        <p:spPr>
          <a:xfrm>
            <a:off x="4979520" y="342576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2" y="0"/>
                </a:moveTo>
                <a:lnTo>
                  <a:pt x="1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4" y="4"/>
                </a:lnTo>
                <a:lnTo>
                  <a:pt x="4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6" name=""/>
          <p:cNvSpPr/>
          <p:nvPr/>
        </p:nvSpPr>
        <p:spPr>
          <a:xfrm flipH="1">
            <a:off x="4989600" y="3426840"/>
            <a:ext cx="360" cy="0"/>
          </a:xfrm>
          <a:prstGeom prst="line">
            <a:avLst/>
          </a:prstGeom>
          <a:ln w="7920">
            <a:solidFill>
              <a:srgbClr val="4D4D4D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7" name=""/>
          <p:cNvSpPr/>
          <p:nvPr/>
        </p:nvSpPr>
        <p:spPr>
          <a:xfrm>
            <a:off x="4989240" y="3427200"/>
            <a:ext cx="720" cy="0"/>
          </a:xfrm>
          <a:prstGeom prst="line">
            <a:avLst/>
          </a:prstGeom>
          <a:ln w="7920">
            <a:solidFill>
              <a:srgbClr val="4D4D4D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8" name=""/>
          <p:cNvSpPr/>
          <p:nvPr/>
        </p:nvSpPr>
        <p:spPr>
          <a:xfrm>
            <a:off x="4986720" y="3427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9" name=""/>
          <p:cNvSpPr/>
          <p:nvPr/>
        </p:nvSpPr>
        <p:spPr>
          <a:xfrm>
            <a:off x="4986720" y="34275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4" y="3"/>
                </a:lnTo>
                <a:lnTo>
                  <a:pt x="4" y="1"/>
                </a:lnTo>
                <a:lnTo>
                  <a:pt x="3" y="0"/>
                </a:lnTo>
                <a:lnTo>
                  <a:pt x="2" y="0"/>
                </a:lnTo>
                <a:lnTo>
                  <a:pt x="0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0" name=""/>
          <p:cNvSpPr/>
          <p:nvPr/>
        </p:nvSpPr>
        <p:spPr>
          <a:xfrm>
            <a:off x="5199480" y="3397680"/>
            <a:ext cx="18720" cy="6480"/>
          </a:xfrm>
          <a:custGeom>
            <a:avLst/>
            <a:gdLst/>
            <a:ahLst/>
            <a:rect l="0" t="0" r="r" b="b"/>
            <a:pathLst>
              <a:path fill="none" w="52" h="18">
                <a:moveTo>
                  <a:pt x="0" y="5"/>
                </a:moveTo>
                <a:lnTo>
                  <a:pt x="8" y="4"/>
                </a:lnTo>
                <a:lnTo>
                  <a:pt x="12" y="3"/>
                </a:lnTo>
                <a:lnTo>
                  <a:pt x="20" y="1"/>
                </a:lnTo>
                <a:lnTo>
                  <a:pt x="32" y="0"/>
                </a:lnTo>
                <a:lnTo>
                  <a:pt x="41" y="2"/>
                </a:lnTo>
                <a:lnTo>
                  <a:pt x="46" y="5"/>
                </a:lnTo>
                <a:lnTo>
                  <a:pt x="48" y="7"/>
                </a:lnTo>
                <a:lnTo>
                  <a:pt x="51" y="14"/>
                </a:lnTo>
                <a:lnTo>
                  <a:pt x="51" y="18"/>
                </a:lnTo>
                <a:lnTo>
                  <a:pt x="52" y="18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2520" rIns="396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1" name=""/>
          <p:cNvSpPr/>
          <p:nvPr/>
        </p:nvSpPr>
        <p:spPr>
          <a:xfrm>
            <a:off x="5121360" y="3413880"/>
            <a:ext cx="1800" cy="4680"/>
          </a:xfrm>
          <a:custGeom>
            <a:avLst/>
            <a:gdLst/>
            <a:ahLst/>
            <a:rect l="0" t="0" r="r" b="b"/>
            <a:pathLst>
              <a:path fill="none" w="5" h="13">
                <a:moveTo>
                  <a:pt x="0" y="13"/>
                </a:moveTo>
                <a:lnTo>
                  <a:pt x="0" y="11"/>
                </a:lnTo>
                <a:lnTo>
                  <a:pt x="0" y="8"/>
                </a:lnTo>
                <a:lnTo>
                  <a:pt x="1" y="3"/>
                </a:lnTo>
                <a:lnTo>
                  <a:pt x="5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720" rIns="39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2" name=""/>
          <p:cNvSpPr/>
          <p:nvPr/>
        </p:nvSpPr>
        <p:spPr>
          <a:xfrm>
            <a:off x="5196240" y="3402720"/>
            <a:ext cx="21240" cy="4680"/>
          </a:xfrm>
          <a:custGeom>
            <a:avLst/>
            <a:gdLst/>
            <a:ahLst/>
            <a:rect l="0" t="0" r="r" b="b"/>
            <a:pathLst>
              <a:path fill="none" w="59" h="13">
                <a:moveTo>
                  <a:pt x="59" y="9"/>
                </a:moveTo>
                <a:lnTo>
                  <a:pt x="58" y="12"/>
                </a:lnTo>
                <a:lnTo>
                  <a:pt x="50" y="13"/>
                </a:lnTo>
                <a:lnTo>
                  <a:pt x="44" y="13"/>
                </a:lnTo>
                <a:lnTo>
                  <a:pt x="35" y="11"/>
                </a:lnTo>
                <a:lnTo>
                  <a:pt x="25" y="9"/>
                </a:lnTo>
                <a:lnTo>
                  <a:pt x="17" y="8"/>
                </a:lnTo>
                <a:lnTo>
                  <a:pt x="9" y="6"/>
                </a:lnTo>
                <a:lnTo>
                  <a:pt x="3" y="4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720" rIns="39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3" name=""/>
          <p:cNvSpPr/>
          <p:nvPr/>
        </p:nvSpPr>
        <p:spPr>
          <a:xfrm>
            <a:off x="5123880" y="3413880"/>
            <a:ext cx="2520" cy="4680"/>
          </a:xfrm>
          <a:custGeom>
            <a:avLst/>
            <a:gdLst/>
            <a:ahLst/>
            <a:rect l="0" t="0" r="r" b="b"/>
            <a:pathLst>
              <a:path fill="none" w="7" h="13">
                <a:moveTo>
                  <a:pt x="6" y="0"/>
                </a:moveTo>
                <a:lnTo>
                  <a:pt x="6" y="2"/>
                </a:lnTo>
                <a:lnTo>
                  <a:pt x="7" y="6"/>
                </a:lnTo>
                <a:lnTo>
                  <a:pt x="6" y="9"/>
                </a:lnTo>
                <a:lnTo>
                  <a:pt x="3" y="12"/>
                </a:lnTo>
                <a:lnTo>
                  <a:pt x="0" y="1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720" rIns="39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4" name=""/>
          <p:cNvSpPr/>
          <p:nvPr/>
        </p:nvSpPr>
        <p:spPr>
          <a:xfrm>
            <a:off x="5092560" y="34261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0" y="2"/>
                </a:moveTo>
                <a:lnTo>
                  <a:pt x="1" y="3"/>
                </a:lnTo>
                <a:lnTo>
                  <a:pt x="1" y="4"/>
                </a:lnTo>
                <a:lnTo>
                  <a:pt x="4" y="6"/>
                </a:lnTo>
                <a:lnTo>
                  <a:pt x="5" y="6"/>
                </a:lnTo>
                <a:lnTo>
                  <a:pt x="6" y="4"/>
                </a:lnTo>
                <a:lnTo>
                  <a:pt x="6" y="3"/>
                </a:lnTo>
                <a:lnTo>
                  <a:pt x="4" y="2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5" name=""/>
          <p:cNvSpPr/>
          <p:nvPr/>
        </p:nvSpPr>
        <p:spPr>
          <a:xfrm>
            <a:off x="5087520" y="34272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2" y="5"/>
                </a:moveTo>
                <a:lnTo>
                  <a:pt x="3" y="5"/>
                </a:lnTo>
                <a:lnTo>
                  <a:pt x="5" y="5"/>
                </a:lnTo>
                <a:lnTo>
                  <a:pt x="6" y="4"/>
                </a:lnTo>
                <a:lnTo>
                  <a:pt x="6" y="3"/>
                </a:lnTo>
                <a:lnTo>
                  <a:pt x="8" y="1"/>
                </a:lnTo>
                <a:lnTo>
                  <a:pt x="6" y="0"/>
                </a:lnTo>
                <a:lnTo>
                  <a:pt x="5" y="0"/>
                </a:lnTo>
                <a:lnTo>
                  <a:pt x="3" y="1"/>
                </a:lnTo>
                <a:lnTo>
                  <a:pt x="2" y="3"/>
                </a:lnTo>
                <a:lnTo>
                  <a:pt x="2" y="4"/>
                </a:lnTo>
                <a:lnTo>
                  <a:pt x="0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6" name=""/>
          <p:cNvSpPr/>
          <p:nvPr/>
        </p:nvSpPr>
        <p:spPr>
          <a:xfrm>
            <a:off x="5086800" y="342900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0" y="1"/>
                </a:moveTo>
                <a:lnTo>
                  <a:pt x="1" y="2"/>
                </a:lnTo>
                <a:lnTo>
                  <a:pt x="0" y="3"/>
                </a:lnTo>
                <a:lnTo>
                  <a:pt x="0" y="5"/>
                </a:lnTo>
                <a:lnTo>
                  <a:pt x="0" y="7"/>
                </a:lnTo>
                <a:lnTo>
                  <a:pt x="1" y="8"/>
                </a:lnTo>
                <a:lnTo>
                  <a:pt x="3" y="8"/>
                </a:lnTo>
                <a:lnTo>
                  <a:pt x="4" y="5"/>
                </a:lnTo>
                <a:lnTo>
                  <a:pt x="4" y="3"/>
                </a:lnTo>
                <a:lnTo>
                  <a:pt x="5" y="2"/>
                </a:lnTo>
                <a:lnTo>
                  <a:pt x="5" y="1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080" rIns="39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7" name=""/>
          <p:cNvSpPr/>
          <p:nvPr/>
        </p:nvSpPr>
        <p:spPr>
          <a:xfrm>
            <a:off x="5088960" y="34318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1" y="3"/>
                </a:lnTo>
                <a:lnTo>
                  <a:pt x="4" y="3"/>
                </a:lnTo>
                <a:lnTo>
                  <a:pt x="4" y="1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8" name=""/>
          <p:cNvSpPr/>
          <p:nvPr/>
        </p:nvSpPr>
        <p:spPr>
          <a:xfrm>
            <a:off x="5091840" y="34311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1" y="6"/>
                </a:moveTo>
                <a:lnTo>
                  <a:pt x="2" y="7"/>
                </a:lnTo>
                <a:lnTo>
                  <a:pt x="3" y="6"/>
                </a:lnTo>
                <a:lnTo>
                  <a:pt x="5" y="5"/>
                </a:lnTo>
                <a:lnTo>
                  <a:pt x="6" y="3"/>
                </a:lnTo>
                <a:lnTo>
                  <a:pt x="6" y="1"/>
                </a:lnTo>
                <a:lnTo>
                  <a:pt x="5" y="0"/>
                </a:lnTo>
                <a:lnTo>
                  <a:pt x="1" y="3"/>
                </a:lnTo>
                <a:lnTo>
                  <a:pt x="0" y="4"/>
                </a:lnTo>
                <a:lnTo>
                  <a:pt x="0" y="6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9" name=""/>
          <p:cNvSpPr/>
          <p:nvPr/>
        </p:nvSpPr>
        <p:spPr>
          <a:xfrm>
            <a:off x="5000040" y="34444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2" y="5"/>
                </a:moveTo>
                <a:lnTo>
                  <a:pt x="4" y="5"/>
                </a:lnTo>
                <a:lnTo>
                  <a:pt x="5" y="5"/>
                </a:lnTo>
                <a:lnTo>
                  <a:pt x="5" y="3"/>
                </a:lnTo>
                <a:lnTo>
                  <a:pt x="7" y="3"/>
                </a:lnTo>
                <a:lnTo>
                  <a:pt x="7" y="2"/>
                </a:lnTo>
                <a:lnTo>
                  <a:pt x="5" y="0"/>
                </a:lnTo>
                <a:lnTo>
                  <a:pt x="3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0" name=""/>
          <p:cNvSpPr/>
          <p:nvPr/>
        </p:nvSpPr>
        <p:spPr>
          <a:xfrm>
            <a:off x="4988160" y="34477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1" name=""/>
          <p:cNvSpPr/>
          <p:nvPr/>
        </p:nvSpPr>
        <p:spPr>
          <a:xfrm>
            <a:off x="4987800" y="34480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2" name=""/>
          <p:cNvSpPr/>
          <p:nvPr/>
        </p:nvSpPr>
        <p:spPr>
          <a:xfrm>
            <a:off x="4993200" y="3447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3" name=""/>
          <p:cNvSpPr/>
          <p:nvPr/>
        </p:nvSpPr>
        <p:spPr>
          <a:xfrm>
            <a:off x="4984200" y="3448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4" name=""/>
          <p:cNvSpPr/>
          <p:nvPr/>
        </p:nvSpPr>
        <p:spPr>
          <a:xfrm>
            <a:off x="4992840" y="3447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1"/>
                </a:moveTo>
                <a:lnTo>
                  <a:pt x="0" y="3"/>
                </a:lnTo>
                <a:lnTo>
                  <a:pt x="1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5" name=""/>
          <p:cNvSpPr/>
          <p:nvPr/>
        </p:nvSpPr>
        <p:spPr>
          <a:xfrm>
            <a:off x="4983840" y="34484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1" y="4"/>
                </a:lnTo>
                <a:lnTo>
                  <a:pt x="3" y="4"/>
                </a:lnTo>
                <a:lnTo>
                  <a:pt x="4" y="4"/>
                </a:lnTo>
                <a:lnTo>
                  <a:pt x="5" y="3"/>
                </a:lnTo>
                <a:lnTo>
                  <a:pt x="5" y="1"/>
                </a:lnTo>
                <a:lnTo>
                  <a:pt x="5" y="0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6" name=""/>
          <p:cNvSpPr/>
          <p:nvPr/>
        </p:nvSpPr>
        <p:spPr>
          <a:xfrm>
            <a:off x="5011920" y="3447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7" name=""/>
          <p:cNvSpPr/>
          <p:nvPr/>
        </p:nvSpPr>
        <p:spPr>
          <a:xfrm>
            <a:off x="5010480" y="3445920"/>
            <a:ext cx="2880" cy="3240"/>
          </a:xfrm>
          <a:custGeom>
            <a:avLst/>
            <a:gdLst/>
            <a:ahLst/>
            <a:rect l="0" t="0" r="r" b="b"/>
            <a:pathLst>
              <a:path fill="none" w="8" h="9">
                <a:moveTo>
                  <a:pt x="8" y="4"/>
                </a:moveTo>
                <a:lnTo>
                  <a:pt x="8" y="3"/>
                </a:lnTo>
                <a:lnTo>
                  <a:pt x="8" y="2"/>
                </a:lnTo>
                <a:lnTo>
                  <a:pt x="8" y="0"/>
                </a:lnTo>
                <a:lnTo>
                  <a:pt x="6" y="2"/>
                </a:lnTo>
                <a:lnTo>
                  <a:pt x="6" y="3"/>
                </a:lnTo>
                <a:lnTo>
                  <a:pt x="5" y="4"/>
                </a:lnTo>
                <a:lnTo>
                  <a:pt x="4" y="5"/>
                </a:lnTo>
                <a:lnTo>
                  <a:pt x="3" y="6"/>
                </a:lnTo>
                <a:lnTo>
                  <a:pt x="1" y="7"/>
                </a:lnTo>
                <a:lnTo>
                  <a:pt x="0" y="7"/>
                </a:lnTo>
                <a:lnTo>
                  <a:pt x="1" y="9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720" rIns="39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8" name=""/>
          <p:cNvSpPr/>
          <p:nvPr/>
        </p:nvSpPr>
        <p:spPr>
          <a:xfrm>
            <a:off x="5011920" y="34480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9" name=""/>
          <p:cNvSpPr/>
          <p:nvPr/>
        </p:nvSpPr>
        <p:spPr>
          <a:xfrm>
            <a:off x="5146200" y="3430080"/>
            <a:ext cx="7920" cy="5040"/>
          </a:xfrm>
          <a:custGeom>
            <a:avLst/>
            <a:gdLst/>
            <a:ahLst/>
            <a:rect l="0" t="0" r="r" b="b"/>
            <a:pathLst>
              <a:path fill="none" w="22" h="14">
                <a:moveTo>
                  <a:pt x="0" y="14"/>
                </a:moveTo>
                <a:lnTo>
                  <a:pt x="1" y="11"/>
                </a:lnTo>
                <a:lnTo>
                  <a:pt x="4" y="6"/>
                </a:lnTo>
                <a:lnTo>
                  <a:pt x="8" y="3"/>
                </a:lnTo>
                <a:lnTo>
                  <a:pt x="14" y="0"/>
                </a:lnTo>
                <a:lnTo>
                  <a:pt x="19" y="0"/>
                </a:lnTo>
                <a:lnTo>
                  <a:pt x="22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1080" rIns="39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0" name=""/>
          <p:cNvSpPr/>
          <p:nvPr/>
        </p:nvSpPr>
        <p:spPr>
          <a:xfrm>
            <a:off x="5011920" y="34491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1" name=""/>
          <p:cNvSpPr/>
          <p:nvPr/>
        </p:nvSpPr>
        <p:spPr>
          <a:xfrm>
            <a:off x="5010840" y="34488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0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2" name=""/>
          <p:cNvSpPr/>
          <p:nvPr/>
        </p:nvSpPr>
        <p:spPr>
          <a:xfrm>
            <a:off x="5010840" y="3449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1"/>
                </a:moveTo>
                <a:lnTo>
                  <a:pt x="0" y="3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3" name=""/>
          <p:cNvSpPr/>
          <p:nvPr/>
        </p:nvSpPr>
        <p:spPr>
          <a:xfrm>
            <a:off x="5147280" y="3434040"/>
            <a:ext cx="8640" cy="4680"/>
          </a:xfrm>
          <a:custGeom>
            <a:avLst/>
            <a:gdLst/>
            <a:ahLst/>
            <a:rect l="0" t="0" r="r" b="b"/>
            <a:pathLst>
              <a:path fill="none" w="24" h="13">
                <a:moveTo>
                  <a:pt x="24" y="0"/>
                </a:moveTo>
                <a:lnTo>
                  <a:pt x="24" y="1"/>
                </a:lnTo>
                <a:lnTo>
                  <a:pt x="23" y="3"/>
                </a:lnTo>
                <a:lnTo>
                  <a:pt x="23" y="7"/>
                </a:lnTo>
                <a:lnTo>
                  <a:pt x="17" y="11"/>
                </a:lnTo>
                <a:lnTo>
                  <a:pt x="10" y="12"/>
                </a:lnTo>
                <a:lnTo>
                  <a:pt x="5" y="13"/>
                </a:lnTo>
                <a:lnTo>
                  <a:pt x="0" y="1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720" rIns="39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4" name=""/>
          <p:cNvSpPr/>
          <p:nvPr/>
        </p:nvSpPr>
        <p:spPr>
          <a:xfrm>
            <a:off x="4927320" y="34624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5" name=""/>
          <p:cNvSpPr/>
          <p:nvPr/>
        </p:nvSpPr>
        <p:spPr>
          <a:xfrm>
            <a:off x="5063040" y="34498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1" y="6"/>
                </a:moveTo>
                <a:lnTo>
                  <a:pt x="4" y="4"/>
                </a:lnTo>
                <a:lnTo>
                  <a:pt x="5" y="3"/>
                </a:lnTo>
                <a:lnTo>
                  <a:pt x="5" y="0"/>
                </a:lnTo>
                <a:lnTo>
                  <a:pt x="4" y="0"/>
                </a:lnTo>
                <a:lnTo>
                  <a:pt x="1" y="0"/>
                </a:lnTo>
                <a:lnTo>
                  <a:pt x="0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6" name=""/>
          <p:cNvSpPr/>
          <p:nvPr/>
        </p:nvSpPr>
        <p:spPr>
          <a:xfrm>
            <a:off x="4975200" y="3461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7" name=""/>
          <p:cNvSpPr/>
          <p:nvPr/>
        </p:nvSpPr>
        <p:spPr>
          <a:xfrm>
            <a:off x="4974840" y="3461400"/>
            <a:ext cx="0" cy="360"/>
          </a:xfrm>
          <a:prstGeom prst="line">
            <a:avLst/>
          </a:prstGeom>
          <a:ln w="7920">
            <a:solidFill>
              <a:srgbClr val="4D4D4D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8" name=""/>
          <p:cNvSpPr/>
          <p:nvPr/>
        </p:nvSpPr>
        <p:spPr>
          <a:xfrm>
            <a:off x="5057640" y="3453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3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9" name=""/>
          <p:cNvSpPr/>
          <p:nvPr/>
        </p:nvSpPr>
        <p:spPr>
          <a:xfrm>
            <a:off x="4985280" y="346176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2"/>
                </a:moveTo>
                <a:lnTo>
                  <a:pt x="5" y="0"/>
                </a:lnTo>
                <a:lnTo>
                  <a:pt x="3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0" name=""/>
          <p:cNvSpPr/>
          <p:nvPr/>
        </p:nvSpPr>
        <p:spPr>
          <a:xfrm>
            <a:off x="4986000" y="3462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1" name=""/>
          <p:cNvSpPr/>
          <p:nvPr/>
        </p:nvSpPr>
        <p:spPr>
          <a:xfrm>
            <a:off x="5058360" y="3454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2" name=""/>
          <p:cNvSpPr/>
          <p:nvPr/>
        </p:nvSpPr>
        <p:spPr>
          <a:xfrm>
            <a:off x="4984920" y="34621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3" name=""/>
          <p:cNvSpPr/>
          <p:nvPr/>
        </p:nvSpPr>
        <p:spPr>
          <a:xfrm>
            <a:off x="5059440" y="3455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4" name=""/>
          <p:cNvSpPr/>
          <p:nvPr/>
        </p:nvSpPr>
        <p:spPr>
          <a:xfrm>
            <a:off x="5059080" y="345420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3" y="6"/>
                </a:moveTo>
                <a:lnTo>
                  <a:pt x="4" y="5"/>
                </a:lnTo>
                <a:lnTo>
                  <a:pt x="6" y="4"/>
                </a:lnTo>
                <a:lnTo>
                  <a:pt x="7" y="2"/>
                </a:lnTo>
                <a:lnTo>
                  <a:pt x="7" y="1"/>
                </a:lnTo>
                <a:lnTo>
                  <a:pt x="4" y="1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5" name=""/>
          <p:cNvSpPr/>
          <p:nvPr/>
        </p:nvSpPr>
        <p:spPr>
          <a:xfrm>
            <a:off x="5058360" y="34552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6" name=""/>
          <p:cNvSpPr/>
          <p:nvPr/>
        </p:nvSpPr>
        <p:spPr>
          <a:xfrm>
            <a:off x="4977360" y="34639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3" y="4"/>
                </a:lnTo>
                <a:lnTo>
                  <a:pt x="5" y="2"/>
                </a:lnTo>
                <a:lnTo>
                  <a:pt x="3" y="2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7" name=""/>
          <p:cNvSpPr/>
          <p:nvPr/>
        </p:nvSpPr>
        <p:spPr>
          <a:xfrm>
            <a:off x="5057640" y="34552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0" y="0"/>
                </a:moveTo>
                <a:lnTo>
                  <a:pt x="0" y="1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lnTo>
                  <a:pt x="3" y="5"/>
                </a:lnTo>
                <a:lnTo>
                  <a:pt x="4" y="5"/>
                </a:lnTo>
                <a:lnTo>
                  <a:pt x="5" y="3"/>
                </a:lnTo>
                <a:lnTo>
                  <a:pt x="8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8" name=""/>
          <p:cNvSpPr/>
          <p:nvPr/>
        </p:nvSpPr>
        <p:spPr>
          <a:xfrm>
            <a:off x="5121360" y="34513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5" y="4"/>
                </a:moveTo>
                <a:lnTo>
                  <a:pt x="6" y="4"/>
                </a:lnTo>
                <a:lnTo>
                  <a:pt x="6" y="2"/>
                </a:lnTo>
                <a:lnTo>
                  <a:pt x="6" y="1"/>
                </a:lnTo>
                <a:lnTo>
                  <a:pt x="5" y="0"/>
                </a:lnTo>
                <a:lnTo>
                  <a:pt x="3" y="0"/>
                </a:lnTo>
                <a:lnTo>
                  <a:pt x="0" y="0"/>
                </a:lnTo>
                <a:lnTo>
                  <a:pt x="0" y="2"/>
                </a:lnTo>
                <a:lnTo>
                  <a:pt x="1" y="4"/>
                </a:lnTo>
                <a:lnTo>
                  <a:pt x="1" y="5"/>
                </a:lnTo>
                <a:lnTo>
                  <a:pt x="3" y="5"/>
                </a:lnTo>
                <a:lnTo>
                  <a:pt x="4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9" name=""/>
          <p:cNvSpPr/>
          <p:nvPr/>
        </p:nvSpPr>
        <p:spPr>
          <a:xfrm>
            <a:off x="5217120" y="3439440"/>
            <a:ext cx="2520" cy="5040"/>
          </a:xfrm>
          <a:custGeom>
            <a:avLst/>
            <a:gdLst/>
            <a:ahLst/>
            <a:rect l="0" t="0" r="r" b="b"/>
            <a:pathLst>
              <a:path fill="none" w="7" h="14">
                <a:moveTo>
                  <a:pt x="0" y="0"/>
                </a:moveTo>
                <a:lnTo>
                  <a:pt x="3" y="1"/>
                </a:lnTo>
                <a:lnTo>
                  <a:pt x="5" y="5"/>
                </a:lnTo>
                <a:lnTo>
                  <a:pt x="6" y="9"/>
                </a:lnTo>
                <a:lnTo>
                  <a:pt x="7" y="12"/>
                </a:lnTo>
                <a:lnTo>
                  <a:pt x="6" y="1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1080" rIns="39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0" name=""/>
          <p:cNvSpPr/>
          <p:nvPr/>
        </p:nvSpPr>
        <p:spPr>
          <a:xfrm>
            <a:off x="5214600" y="3440520"/>
            <a:ext cx="2520" cy="4320"/>
          </a:xfrm>
          <a:custGeom>
            <a:avLst/>
            <a:gdLst/>
            <a:ahLst/>
            <a:rect l="0" t="0" r="r" b="b"/>
            <a:pathLst>
              <a:path fill="none" w="7" h="12">
                <a:moveTo>
                  <a:pt x="7" y="12"/>
                </a:moveTo>
                <a:lnTo>
                  <a:pt x="5" y="11"/>
                </a:lnTo>
                <a:lnTo>
                  <a:pt x="0" y="9"/>
                </a:lnTo>
                <a:lnTo>
                  <a:pt x="0" y="4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60" rIns="39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1" name=""/>
          <p:cNvSpPr/>
          <p:nvPr/>
        </p:nvSpPr>
        <p:spPr>
          <a:xfrm>
            <a:off x="4961160" y="347508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7" y="0"/>
                </a:moveTo>
                <a:lnTo>
                  <a:pt x="5" y="0"/>
                </a:lnTo>
                <a:lnTo>
                  <a:pt x="4" y="0"/>
                </a:lnTo>
                <a:lnTo>
                  <a:pt x="3" y="0"/>
                </a:lnTo>
                <a:lnTo>
                  <a:pt x="0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2" name=""/>
          <p:cNvSpPr/>
          <p:nvPr/>
        </p:nvSpPr>
        <p:spPr>
          <a:xfrm>
            <a:off x="4961520" y="347580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3" name=""/>
          <p:cNvSpPr/>
          <p:nvPr/>
        </p:nvSpPr>
        <p:spPr>
          <a:xfrm>
            <a:off x="4947120" y="3471120"/>
            <a:ext cx="3240" cy="9360"/>
          </a:xfrm>
          <a:custGeom>
            <a:avLst/>
            <a:gdLst/>
            <a:ahLst/>
            <a:rect l="0" t="0" r="r" b="b"/>
            <a:pathLst>
              <a:path fill="none" w="9" h="26">
                <a:moveTo>
                  <a:pt x="0" y="23"/>
                </a:moveTo>
                <a:lnTo>
                  <a:pt x="1" y="22"/>
                </a:lnTo>
                <a:lnTo>
                  <a:pt x="2" y="19"/>
                </a:lnTo>
                <a:lnTo>
                  <a:pt x="2" y="15"/>
                </a:lnTo>
                <a:lnTo>
                  <a:pt x="2" y="11"/>
                </a:lnTo>
                <a:lnTo>
                  <a:pt x="4" y="9"/>
                </a:lnTo>
                <a:lnTo>
                  <a:pt x="4" y="7"/>
                </a:lnTo>
                <a:lnTo>
                  <a:pt x="4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1"/>
                </a:lnTo>
                <a:lnTo>
                  <a:pt x="4" y="0"/>
                </a:lnTo>
                <a:lnTo>
                  <a:pt x="7" y="0"/>
                </a:lnTo>
                <a:lnTo>
                  <a:pt x="7" y="1"/>
                </a:lnTo>
                <a:lnTo>
                  <a:pt x="8" y="4"/>
                </a:lnTo>
                <a:lnTo>
                  <a:pt x="9" y="7"/>
                </a:lnTo>
                <a:lnTo>
                  <a:pt x="9" y="9"/>
                </a:lnTo>
                <a:lnTo>
                  <a:pt x="9" y="12"/>
                </a:lnTo>
                <a:lnTo>
                  <a:pt x="8" y="15"/>
                </a:lnTo>
                <a:lnTo>
                  <a:pt x="8" y="19"/>
                </a:lnTo>
                <a:lnTo>
                  <a:pt x="7" y="24"/>
                </a:lnTo>
                <a:lnTo>
                  <a:pt x="6" y="25"/>
                </a:lnTo>
                <a:lnTo>
                  <a:pt x="4" y="26"/>
                </a:lnTo>
                <a:lnTo>
                  <a:pt x="2" y="26"/>
                </a:lnTo>
                <a:lnTo>
                  <a:pt x="1" y="25"/>
                </a:lnTo>
                <a:lnTo>
                  <a:pt x="1" y="24"/>
                </a:lnTo>
                <a:lnTo>
                  <a:pt x="0" y="2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960" rIns="3960" bIns="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4" name=""/>
          <p:cNvSpPr/>
          <p:nvPr/>
        </p:nvSpPr>
        <p:spPr>
          <a:xfrm>
            <a:off x="5007600" y="347508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2"/>
                </a:move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5" name=""/>
          <p:cNvSpPr/>
          <p:nvPr/>
        </p:nvSpPr>
        <p:spPr>
          <a:xfrm>
            <a:off x="5005800" y="347436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9" y="0"/>
                </a:moveTo>
                <a:lnTo>
                  <a:pt x="8" y="0"/>
                </a:lnTo>
                <a:lnTo>
                  <a:pt x="7" y="0"/>
                </a:lnTo>
                <a:lnTo>
                  <a:pt x="5" y="0"/>
                </a:lnTo>
                <a:lnTo>
                  <a:pt x="4" y="1"/>
                </a:lnTo>
                <a:lnTo>
                  <a:pt x="1" y="1"/>
                </a:lnTo>
                <a:lnTo>
                  <a:pt x="0" y="2"/>
                </a:lnTo>
                <a:lnTo>
                  <a:pt x="0" y="5"/>
                </a:lnTo>
                <a:lnTo>
                  <a:pt x="1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6" name=""/>
          <p:cNvSpPr/>
          <p:nvPr/>
        </p:nvSpPr>
        <p:spPr>
          <a:xfrm flipV="1">
            <a:off x="5006520" y="3475440"/>
            <a:ext cx="720" cy="360"/>
          </a:xfrm>
          <a:prstGeom prst="line">
            <a:avLst/>
          </a:prstGeom>
          <a:ln w="7920">
            <a:solidFill>
              <a:srgbClr val="4D4D4D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7" name=""/>
          <p:cNvSpPr/>
          <p:nvPr/>
        </p:nvSpPr>
        <p:spPr>
          <a:xfrm>
            <a:off x="5009040" y="347328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4" y="8"/>
                </a:moveTo>
                <a:lnTo>
                  <a:pt x="4" y="6"/>
                </a:lnTo>
                <a:lnTo>
                  <a:pt x="5" y="5"/>
                </a:lnTo>
                <a:lnTo>
                  <a:pt x="5" y="4"/>
                </a:lnTo>
                <a:lnTo>
                  <a:pt x="5" y="1"/>
                </a:lnTo>
                <a:lnTo>
                  <a:pt x="4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080" rIns="39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8" name=""/>
          <p:cNvSpPr/>
          <p:nvPr/>
        </p:nvSpPr>
        <p:spPr>
          <a:xfrm>
            <a:off x="5004000" y="3475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1"/>
                </a:moveTo>
                <a:lnTo>
                  <a:pt x="0" y="3"/>
                </a:lnTo>
                <a:lnTo>
                  <a:pt x="2" y="4"/>
                </a:lnTo>
                <a:lnTo>
                  <a:pt x="3" y="4"/>
                </a:lnTo>
                <a:lnTo>
                  <a:pt x="5" y="3"/>
                </a:lnTo>
                <a:lnTo>
                  <a:pt x="3" y="1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9" name=""/>
          <p:cNvSpPr/>
          <p:nvPr/>
        </p:nvSpPr>
        <p:spPr>
          <a:xfrm>
            <a:off x="5001840" y="347688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2" y="0"/>
                </a:moveTo>
                <a:lnTo>
                  <a:pt x="1" y="2"/>
                </a:lnTo>
                <a:lnTo>
                  <a:pt x="0" y="3"/>
                </a:lnTo>
                <a:lnTo>
                  <a:pt x="0" y="4"/>
                </a:lnTo>
                <a:lnTo>
                  <a:pt x="1" y="6"/>
                </a:lnTo>
                <a:lnTo>
                  <a:pt x="3" y="4"/>
                </a:lnTo>
                <a:lnTo>
                  <a:pt x="5" y="4"/>
                </a:lnTo>
                <a:lnTo>
                  <a:pt x="6" y="3"/>
                </a:lnTo>
                <a:lnTo>
                  <a:pt x="7" y="2"/>
                </a:ln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0" name=""/>
          <p:cNvSpPr/>
          <p:nvPr/>
        </p:nvSpPr>
        <p:spPr>
          <a:xfrm>
            <a:off x="5008320" y="347580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1" y="0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1" y="7"/>
                </a:lnTo>
                <a:lnTo>
                  <a:pt x="3" y="6"/>
                </a:lnTo>
                <a:lnTo>
                  <a:pt x="4" y="5"/>
                </a:lnTo>
                <a:lnTo>
                  <a:pt x="4" y="4"/>
                </a:lnTo>
                <a:lnTo>
                  <a:pt x="5" y="3"/>
                </a:lnTo>
                <a:lnTo>
                  <a:pt x="5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1" name=""/>
          <p:cNvSpPr/>
          <p:nvPr/>
        </p:nvSpPr>
        <p:spPr>
          <a:xfrm>
            <a:off x="5076360" y="347220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2" name=""/>
          <p:cNvSpPr/>
          <p:nvPr/>
        </p:nvSpPr>
        <p:spPr>
          <a:xfrm>
            <a:off x="5078160" y="3472200"/>
            <a:ext cx="1800" cy="0"/>
          </a:xfrm>
          <a:custGeom>
            <a:avLst/>
            <a:gdLst/>
            <a:ahLst/>
            <a:rect l="0" t="0" r="r" b="b"/>
            <a:pathLst>
              <a:path fill="none" w="5" h="0">
                <a:moveTo>
                  <a:pt x="5" y="0"/>
                </a:move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3" name=""/>
          <p:cNvSpPr/>
          <p:nvPr/>
        </p:nvSpPr>
        <p:spPr>
          <a:xfrm>
            <a:off x="4998600" y="34790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0" y="1"/>
                </a:move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5"/>
                </a:lnTo>
                <a:lnTo>
                  <a:pt x="3" y="6"/>
                </a:lnTo>
                <a:lnTo>
                  <a:pt x="4" y="5"/>
                </a:lnTo>
                <a:lnTo>
                  <a:pt x="6" y="4"/>
                </a:lnTo>
                <a:lnTo>
                  <a:pt x="6" y="3"/>
                </a:lnTo>
                <a:lnTo>
                  <a:pt x="6" y="1"/>
                </a:lnTo>
                <a:lnTo>
                  <a:pt x="4" y="1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4" name=""/>
          <p:cNvSpPr/>
          <p:nvPr/>
        </p:nvSpPr>
        <p:spPr>
          <a:xfrm>
            <a:off x="5076360" y="347292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0" y="2"/>
                </a:move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5" name=""/>
          <p:cNvSpPr/>
          <p:nvPr/>
        </p:nvSpPr>
        <p:spPr>
          <a:xfrm>
            <a:off x="5078520" y="347292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6" name=""/>
          <p:cNvSpPr/>
          <p:nvPr/>
        </p:nvSpPr>
        <p:spPr>
          <a:xfrm>
            <a:off x="5080680" y="34725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7" name=""/>
          <p:cNvSpPr/>
          <p:nvPr/>
        </p:nvSpPr>
        <p:spPr>
          <a:xfrm>
            <a:off x="4996440" y="348012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4" y="0"/>
                </a:moveTo>
                <a:lnTo>
                  <a:pt x="1" y="1"/>
                </a:lnTo>
                <a:lnTo>
                  <a:pt x="1" y="3"/>
                </a:lnTo>
                <a:lnTo>
                  <a:pt x="1" y="4"/>
                </a:lnTo>
                <a:lnTo>
                  <a:pt x="0" y="5"/>
                </a:lnTo>
                <a:lnTo>
                  <a:pt x="1" y="7"/>
                </a:lnTo>
                <a:lnTo>
                  <a:pt x="4" y="7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5" y="3"/>
                </a:lnTo>
                <a:lnTo>
                  <a:pt x="5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8" name=""/>
          <p:cNvSpPr/>
          <p:nvPr/>
        </p:nvSpPr>
        <p:spPr>
          <a:xfrm>
            <a:off x="5075280" y="347292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0"/>
                </a:moveTo>
                <a:lnTo>
                  <a:pt x="2" y="1"/>
                </a:lnTo>
                <a:lnTo>
                  <a:pt x="0" y="1"/>
                </a:lnTo>
                <a:lnTo>
                  <a:pt x="0" y="2"/>
                </a:lnTo>
                <a:lnTo>
                  <a:pt x="0" y="4"/>
                </a:lnTo>
                <a:lnTo>
                  <a:pt x="0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9" name=""/>
          <p:cNvSpPr/>
          <p:nvPr/>
        </p:nvSpPr>
        <p:spPr>
          <a:xfrm>
            <a:off x="5002560" y="3481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2"/>
                </a:lnTo>
                <a:lnTo>
                  <a:pt x="2" y="4"/>
                </a:lnTo>
                <a:lnTo>
                  <a:pt x="4" y="4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0" name=""/>
          <p:cNvSpPr/>
          <p:nvPr/>
        </p:nvSpPr>
        <p:spPr>
          <a:xfrm>
            <a:off x="5076360" y="34736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1" name=""/>
          <p:cNvSpPr/>
          <p:nvPr/>
        </p:nvSpPr>
        <p:spPr>
          <a:xfrm>
            <a:off x="4985280" y="34826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3"/>
                </a:moveTo>
                <a:lnTo>
                  <a:pt x="1" y="5"/>
                </a:lnTo>
                <a:lnTo>
                  <a:pt x="3" y="5"/>
                </a:lnTo>
                <a:lnTo>
                  <a:pt x="4" y="5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2" name=""/>
          <p:cNvSpPr/>
          <p:nvPr/>
        </p:nvSpPr>
        <p:spPr>
          <a:xfrm>
            <a:off x="4993560" y="348156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0" y="2"/>
                </a:moveTo>
                <a:lnTo>
                  <a:pt x="0" y="4"/>
                </a:lnTo>
                <a:lnTo>
                  <a:pt x="1" y="5"/>
                </a:lnTo>
                <a:lnTo>
                  <a:pt x="2" y="5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8" y="4"/>
                </a:lnTo>
                <a:lnTo>
                  <a:pt x="8" y="2"/>
                </a:lnTo>
                <a:lnTo>
                  <a:pt x="6" y="1"/>
                </a:lnTo>
                <a:lnTo>
                  <a:pt x="5" y="1"/>
                </a:lnTo>
                <a:lnTo>
                  <a:pt x="3" y="1"/>
                </a:ln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3" name=""/>
          <p:cNvSpPr/>
          <p:nvPr/>
        </p:nvSpPr>
        <p:spPr>
          <a:xfrm>
            <a:off x="5004720" y="3480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3"/>
                </a:moveTo>
                <a:lnTo>
                  <a:pt x="0" y="4"/>
                </a:lnTo>
                <a:lnTo>
                  <a:pt x="1" y="4"/>
                </a:lnTo>
                <a:lnTo>
                  <a:pt x="2" y="5"/>
                </a:lnTo>
                <a:lnTo>
                  <a:pt x="3" y="4"/>
                </a:lnTo>
                <a:lnTo>
                  <a:pt x="5" y="3"/>
                </a:lnTo>
                <a:lnTo>
                  <a:pt x="5" y="1"/>
                </a:lnTo>
                <a:lnTo>
                  <a:pt x="3" y="0"/>
                </a:lnTo>
                <a:lnTo>
                  <a:pt x="2" y="0"/>
                </a:lnTo>
                <a:lnTo>
                  <a:pt x="0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4" name=""/>
          <p:cNvSpPr/>
          <p:nvPr/>
        </p:nvSpPr>
        <p:spPr>
          <a:xfrm>
            <a:off x="5001480" y="348084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1" y="2"/>
                </a:moveTo>
                <a:lnTo>
                  <a:pt x="0" y="3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7" y="2"/>
                </a:lnTo>
                <a:lnTo>
                  <a:pt x="6" y="0"/>
                </a:ln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5" name=""/>
          <p:cNvSpPr/>
          <p:nvPr/>
        </p:nvSpPr>
        <p:spPr>
          <a:xfrm>
            <a:off x="4985280" y="3483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6" name=""/>
          <p:cNvSpPr/>
          <p:nvPr/>
        </p:nvSpPr>
        <p:spPr>
          <a:xfrm>
            <a:off x="5079960" y="34732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7" name=""/>
          <p:cNvSpPr/>
          <p:nvPr/>
        </p:nvSpPr>
        <p:spPr>
          <a:xfrm>
            <a:off x="4988520" y="34826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0"/>
                </a:moveTo>
                <a:lnTo>
                  <a:pt x="1" y="1"/>
                </a:lnTo>
                <a:lnTo>
                  <a:pt x="0" y="1"/>
                </a:lnTo>
                <a:lnTo>
                  <a:pt x="0" y="3"/>
                </a:lnTo>
                <a:lnTo>
                  <a:pt x="1" y="5"/>
                </a:lnTo>
                <a:lnTo>
                  <a:pt x="3" y="5"/>
                </a:lnTo>
                <a:lnTo>
                  <a:pt x="4" y="5"/>
                </a:lnTo>
                <a:lnTo>
                  <a:pt x="5" y="3"/>
                </a:lnTo>
                <a:lnTo>
                  <a:pt x="5" y="2"/>
                </a:lnTo>
                <a:lnTo>
                  <a:pt x="5" y="1"/>
                </a:lnTo>
                <a:lnTo>
                  <a:pt x="4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8" name=""/>
          <p:cNvSpPr/>
          <p:nvPr/>
        </p:nvSpPr>
        <p:spPr>
          <a:xfrm>
            <a:off x="5081400" y="3473640"/>
            <a:ext cx="360" cy="1440"/>
          </a:xfrm>
          <a:custGeom>
            <a:avLst/>
            <a:gdLst/>
            <a:ahLst/>
            <a:rect l="0" t="0" r="r" b="b"/>
            <a:pathLst>
              <a:path fill="none" w="1" h="4">
                <a:moveTo>
                  <a:pt x="0" y="4"/>
                </a:move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9" name=""/>
          <p:cNvSpPr/>
          <p:nvPr/>
        </p:nvSpPr>
        <p:spPr>
          <a:xfrm>
            <a:off x="5078880" y="347508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0" name=""/>
          <p:cNvSpPr/>
          <p:nvPr/>
        </p:nvSpPr>
        <p:spPr>
          <a:xfrm>
            <a:off x="5077440" y="347544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1" name=""/>
          <p:cNvSpPr/>
          <p:nvPr/>
        </p:nvSpPr>
        <p:spPr>
          <a:xfrm>
            <a:off x="5000400" y="3482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3"/>
                </a:move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5" y="3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2" name=""/>
          <p:cNvSpPr/>
          <p:nvPr/>
        </p:nvSpPr>
        <p:spPr>
          <a:xfrm>
            <a:off x="4983840" y="34833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4" y="1"/>
                </a:moveTo>
                <a:lnTo>
                  <a:pt x="3" y="0"/>
                </a:lnTo>
                <a:lnTo>
                  <a:pt x="1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1" y="5"/>
                </a:lnTo>
                <a:lnTo>
                  <a:pt x="3" y="5"/>
                </a:lnTo>
                <a:lnTo>
                  <a:pt x="4" y="5"/>
                </a:lnTo>
                <a:lnTo>
                  <a:pt x="5" y="5"/>
                </a:lnTo>
                <a:lnTo>
                  <a:pt x="6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3" name=""/>
          <p:cNvSpPr/>
          <p:nvPr/>
        </p:nvSpPr>
        <p:spPr>
          <a:xfrm>
            <a:off x="5076360" y="34747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5"/>
                </a:move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4" name=""/>
          <p:cNvSpPr/>
          <p:nvPr/>
        </p:nvSpPr>
        <p:spPr>
          <a:xfrm>
            <a:off x="5075280" y="34750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5" name=""/>
          <p:cNvSpPr/>
          <p:nvPr/>
        </p:nvSpPr>
        <p:spPr>
          <a:xfrm>
            <a:off x="4982040" y="3484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  <a:lnTo>
                  <a:pt x="0" y="3"/>
                </a:lnTo>
                <a:lnTo>
                  <a:pt x="1" y="4"/>
                </a:lnTo>
                <a:lnTo>
                  <a:pt x="3" y="4"/>
                </a:lnTo>
                <a:lnTo>
                  <a:pt x="4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6" name=""/>
          <p:cNvSpPr/>
          <p:nvPr/>
        </p:nvSpPr>
        <p:spPr>
          <a:xfrm>
            <a:off x="5078880" y="347544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0" y="2"/>
                </a:moveTo>
                <a:lnTo>
                  <a:pt x="1" y="3"/>
                </a:lnTo>
                <a:lnTo>
                  <a:pt x="3" y="2"/>
                </a:lnTo>
                <a:lnTo>
                  <a:pt x="6" y="2"/>
                </a:lnTo>
                <a:lnTo>
                  <a:pt x="7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7" name=""/>
          <p:cNvSpPr/>
          <p:nvPr/>
        </p:nvSpPr>
        <p:spPr>
          <a:xfrm>
            <a:off x="5076720" y="3476160"/>
            <a:ext cx="1440" cy="0"/>
          </a:xfrm>
          <a:custGeom>
            <a:avLst/>
            <a:gdLst/>
            <a:ahLst/>
            <a:rect l="0" t="0" r="r" b="b"/>
            <a:pathLst>
              <a:path fill="none" w="4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8" name=""/>
          <p:cNvSpPr/>
          <p:nvPr/>
        </p:nvSpPr>
        <p:spPr>
          <a:xfrm>
            <a:off x="4980600" y="3485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1" y="1"/>
                </a:lnTo>
                <a:lnTo>
                  <a:pt x="0" y="1"/>
                </a:lnTo>
                <a:lnTo>
                  <a:pt x="0" y="3"/>
                </a:lnTo>
                <a:lnTo>
                  <a:pt x="1" y="4"/>
                </a:lnTo>
                <a:lnTo>
                  <a:pt x="3" y="4"/>
                </a:lnTo>
                <a:lnTo>
                  <a:pt x="4" y="3"/>
                </a:lnTo>
                <a:lnTo>
                  <a:pt x="4" y="1"/>
                </a:lnTo>
                <a:lnTo>
                  <a:pt x="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9" name=""/>
          <p:cNvSpPr/>
          <p:nvPr/>
        </p:nvSpPr>
        <p:spPr>
          <a:xfrm>
            <a:off x="4997880" y="34840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1" y="0"/>
                </a:moveTo>
                <a:lnTo>
                  <a:pt x="0" y="2"/>
                </a:lnTo>
                <a:lnTo>
                  <a:pt x="1" y="3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0" name=""/>
          <p:cNvSpPr/>
          <p:nvPr/>
        </p:nvSpPr>
        <p:spPr>
          <a:xfrm>
            <a:off x="4979880" y="34866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0"/>
                </a:move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4"/>
                </a:lnTo>
                <a:lnTo>
                  <a:pt x="1" y="5"/>
                </a:lnTo>
                <a:lnTo>
                  <a:pt x="4" y="5"/>
                </a:lnTo>
                <a:lnTo>
                  <a:pt x="5" y="4"/>
                </a:lnTo>
                <a:lnTo>
                  <a:pt x="5" y="2"/>
                </a:lnTo>
                <a:lnTo>
                  <a:pt x="4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1" name=""/>
          <p:cNvSpPr/>
          <p:nvPr/>
        </p:nvSpPr>
        <p:spPr>
          <a:xfrm>
            <a:off x="4996800" y="3485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2"/>
                </a:moveTo>
                <a:lnTo>
                  <a:pt x="0" y="3"/>
                </a:lnTo>
                <a:lnTo>
                  <a:pt x="0" y="5"/>
                </a:lnTo>
                <a:lnTo>
                  <a:pt x="2" y="5"/>
                </a:lnTo>
                <a:lnTo>
                  <a:pt x="4" y="5"/>
                </a:lnTo>
                <a:lnTo>
                  <a:pt x="4" y="3"/>
                </a:lnTo>
                <a:lnTo>
                  <a:pt x="4" y="2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2" name=""/>
          <p:cNvSpPr/>
          <p:nvPr/>
        </p:nvSpPr>
        <p:spPr>
          <a:xfrm>
            <a:off x="4995000" y="34866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0" y="2"/>
                </a:moveTo>
                <a:lnTo>
                  <a:pt x="0" y="3"/>
                </a:lnTo>
                <a:lnTo>
                  <a:pt x="0" y="4"/>
                </a:lnTo>
                <a:lnTo>
                  <a:pt x="1" y="6"/>
                </a:lnTo>
                <a:lnTo>
                  <a:pt x="2" y="6"/>
                </a:lnTo>
                <a:lnTo>
                  <a:pt x="4" y="6"/>
                </a:lnTo>
                <a:lnTo>
                  <a:pt x="4" y="4"/>
                </a:lnTo>
                <a:lnTo>
                  <a:pt x="5" y="3"/>
                </a:lnTo>
                <a:lnTo>
                  <a:pt x="5" y="2"/>
                </a:lnTo>
                <a:lnTo>
                  <a:pt x="4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3" name=""/>
          <p:cNvSpPr/>
          <p:nvPr/>
        </p:nvSpPr>
        <p:spPr>
          <a:xfrm>
            <a:off x="5150880" y="3470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3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4" name=""/>
          <p:cNvSpPr/>
          <p:nvPr/>
        </p:nvSpPr>
        <p:spPr>
          <a:xfrm>
            <a:off x="5147280" y="347184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4" y="0"/>
                </a:move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3" y="7"/>
                </a:lnTo>
                <a:lnTo>
                  <a:pt x="0" y="6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5" name=""/>
          <p:cNvSpPr/>
          <p:nvPr/>
        </p:nvSpPr>
        <p:spPr>
          <a:xfrm>
            <a:off x="4990320" y="3489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4" y="3"/>
                </a:lnTo>
                <a:lnTo>
                  <a:pt x="4" y="1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6" name=""/>
          <p:cNvSpPr/>
          <p:nvPr/>
        </p:nvSpPr>
        <p:spPr>
          <a:xfrm>
            <a:off x="5156280" y="3473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1"/>
                </a:lnTo>
                <a:lnTo>
                  <a:pt x="2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7" name=""/>
          <p:cNvSpPr/>
          <p:nvPr/>
        </p:nvSpPr>
        <p:spPr>
          <a:xfrm>
            <a:off x="5156280" y="3474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1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8" name=""/>
          <p:cNvSpPr/>
          <p:nvPr/>
        </p:nvSpPr>
        <p:spPr>
          <a:xfrm>
            <a:off x="4987080" y="34912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1" y="0"/>
                </a:move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4"/>
                </a:lnTo>
                <a:lnTo>
                  <a:pt x="2" y="5"/>
                </a:lnTo>
                <a:lnTo>
                  <a:pt x="4" y="4"/>
                </a:lnTo>
                <a:lnTo>
                  <a:pt x="5" y="2"/>
                </a:lnTo>
                <a:lnTo>
                  <a:pt x="5" y="1"/>
                </a:lnTo>
                <a:lnTo>
                  <a:pt x="4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9" name=""/>
          <p:cNvSpPr/>
          <p:nvPr/>
        </p:nvSpPr>
        <p:spPr>
          <a:xfrm>
            <a:off x="5158080" y="34736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0" name=""/>
          <p:cNvSpPr/>
          <p:nvPr/>
        </p:nvSpPr>
        <p:spPr>
          <a:xfrm>
            <a:off x="4979520" y="34930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0" y="2"/>
                </a:lnTo>
                <a:lnTo>
                  <a:pt x="1" y="4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5" y="2"/>
                </a:lnTo>
                <a:lnTo>
                  <a:pt x="4" y="0"/>
                </a:lnTo>
                <a:lnTo>
                  <a:pt x="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1" name=""/>
          <p:cNvSpPr/>
          <p:nvPr/>
        </p:nvSpPr>
        <p:spPr>
          <a:xfrm>
            <a:off x="5162040" y="3474720"/>
            <a:ext cx="720" cy="720"/>
          </a:xfrm>
          <a:prstGeom prst="line">
            <a:avLst/>
          </a:prstGeom>
          <a:ln w="7920">
            <a:solidFill>
              <a:srgbClr val="4D4D4D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2" name=""/>
          <p:cNvSpPr/>
          <p:nvPr/>
        </p:nvSpPr>
        <p:spPr>
          <a:xfrm>
            <a:off x="5103720" y="3476520"/>
            <a:ext cx="4680" cy="6120"/>
          </a:xfrm>
          <a:custGeom>
            <a:avLst/>
            <a:gdLst/>
            <a:ahLst/>
            <a:rect l="0" t="0" r="r" b="b"/>
            <a:pathLst>
              <a:path fill="none" w="13" h="17">
                <a:moveTo>
                  <a:pt x="1" y="17"/>
                </a:moveTo>
                <a:lnTo>
                  <a:pt x="1" y="14"/>
                </a:lnTo>
                <a:lnTo>
                  <a:pt x="0" y="13"/>
                </a:lnTo>
                <a:lnTo>
                  <a:pt x="1" y="9"/>
                </a:lnTo>
                <a:lnTo>
                  <a:pt x="0" y="8"/>
                </a:lnTo>
                <a:lnTo>
                  <a:pt x="1" y="5"/>
                </a:lnTo>
                <a:lnTo>
                  <a:pt x="2" y="4"/>
                </a:lnTo>
                <a:lnTo>
                  <a:pt x="3" y="2"/>
                </a:lnTo>
                <a:lnTo>
                  <a:pt x="4" y="2"/>
                </a:lnTo>
                <a:lnTo>
                  <a:pt x="5" y="1"/>
                </a:lnTo>
                <a:lnTo>
                  <a:pt x="11" y="0"/>
                </a:lnTo>
                <a:lnTo>
                  <a:pt x="12" y="0"/>
                </a:lnTo>
                <a:lnTo>
                  <a:pt x="13" y="1"/>
                </a:lnTo>
                <a:lnTo>
                  <a:pt x="13" y="3"/>
                </a:lnTo>
                <a:lnTo>
                  <a:pt x="11" y="7"/>
                </a:lnTo>
                <a:lnTo>
                  <a:pt x="10" y="9"/>
                </a:lnTo>
                <a:lnTo>
                  <a:pt x="10" y="1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2160" rIns="39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3" name=""/>
          <p:cNvSpPr/>
          <p:nvPr/>
        </p:nvSpPr>
        <p:spPr>
          <a:xfrm>
            <a:off x="5161320" y="3475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2" y="2"/>
                </a:lnTo>
                <a:lnTo>
                  <a:pt x="4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4" name=""/>
          <p:cNvSpPr/>
          <p:nvPr/>
        </p:nvSpPr>
        <p:spPr>
          <a:xfrm>
            <a:off x="5104800" y="3478320"/>
            <a:ext cx="2160" cy="5760"/>
          </a:xfrm>
          <a:custGeom>
            <a:avLst/>
            <a:gdLst/>
            <a:ahLst/>
            <a:rect l="0" t="0" r="r" b="b"/>
            <a:pathLst>
              <a:path fill="none" w="6" h="16">
                <a:moveTo>
                  <a:pt x="1" y="11"/>
                </a:moveTo>
                <a:lnTo>
                  <a:pt x="1" y="8"/>
                </a:lnTo>
                <a:lnTo>
                  <a:pt x="1" y="6"/>
                </a:lnTo>
                <a:lnTo>
                  <a:pt x="1" y="2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5" y="3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  <a:lnTo>
                  <a:pt x="4" y="9"/>
                </a:lnTo>
                <a:lnTo>
                  <a:pt x="4" y="10"/>
                </a:lnTo>
                <a:lnTo>
                  <a:pt x="5" y="12"/>
                </a:lnTo>
                <a:lnTo>
                  <a:pt x="5" y="13"/>
                </a:lnTo>
                <a:lnTo>
                  <a:pt x="5" y="14"/>
                </a:lnTo>
                <a:lnTo>
                  <a:pt x="5" y="16"/>
                </a:lnTo>
                <a:lnTo>
                  <a:pt x="4" y="15"/>
                </a:lnTo>
                <a:lnTo>
                  <a:pt x="3" y="13"/>
                </a:lnTo>
                <a:lnTo>
                  <a:pt x="1" y="1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1800" rIns="39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5" name=""/>
          <p:cNvSpPr/>
          <p:nvPr/>
        </p:nvSpPr>
        <p:spPr>
          <a:xfrm>
            <a:off x="4981320" y="3495240"/>
            <a:ext cx="2880" cy="3240"/>
          </a:xfrm>
          <a:custGeom>
            <a:avLst/>
            <a:gdLst/>
            <a:ahLst/>
            <a:rect l="0" t="0" r="r" b="b"/>
            <a:pathLst>
              <a:path fill="none" w="8" h="9">
                <a:moveTo>
                  <a:pt x="1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1" y="6"/>
                </a:lnTo>
                <a:lnTo>
                  <a:pt x="1" y="7"/>
                </a:lnTo>
                <a:lnTo>
                  <a:pt x="2" y="8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7" y="8"/>
                </a:lnTo>
                <a:lnTo>
                  <a:pt x="8" y="8"/>
                </a:lnTo>
                <a:lnTo>
                  <a:pt x="8" y="7"/>
                </a:lnTo>
                <a:lnTo>
                  <a:pt x="8" y="6"/>
                </a:lnTo>
                <a:lnTo>
                  <a:pt x="7" y="5"/>
                </a:lnTo>
                <a:lnTo>
                  <a:pt x="5" y="3"/>
                </a:lnTo>
                <a:lnTo>
                  <a:pt x="5" y="2"/>
                </a:lnTo>
                <a:lnTo>
                  <a:pt x="4" y="1"/>
                </a:ln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720" rIns="39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6" name=""/>
          <p:cNvSpPr/>
          <p:nvPr/>
        </p:nvSpPr>
        <p:spPr>
          <a:xfrm>
            <a:off x="5104080" y="3481560"/>
            <a:ext cx="3600" cy="4680"/>
          </a:xfrm>
          <a:custGeom>
            <a:avLst/>
            <a:gdLst/>
            <a:ahLst/>
            <a:rect l="0" t="0" r="r" b="b"/>
            <a:pathLst>
              <a:path fill="none" w="10" h="13">
                <a:moveTo>
                  <a:pt x="10" y="0"/>
                </a:moveTo>
                <a:lnTo>
                  <a:pt x="10" y="2"/>
                </a:lnTo>
                <a:lnTo>
                  <a:pt x="10" y="4"/>
                </a:lnTo>
                <a:lnTo>
                  <a:pt x="10" y="5"/>
                </a:lnTo>
                <a:lnTo>
                  <a:pt x="10" y="8"/>
                </a:lnTo>
                <a:lnTo>
                  <a:pt x="8" y="12"/>
                </a:lnTo>
                <a:lnTo>
                  <a:pt x="8" y="13"/>
                </a:lnTo>
                <a:lnTo>
                  <a:pt x="6" y="13"/>
                </a:lnTo>
                <a:lnTo>
                  <a:pt x="5" y="13"/>
                </a:lnTo>
                <a:lnTo>
                  <a:pt x="4" y="12"/>
                </a:lnTo>
                <a:lnTo>
                  <a:pt x="4" y="11"/>
                </a:lnTo>
                <a:lnTo>
                  <a:pt x="4" y="10"/>
                </a:lnTo>
                <a:lnTo>
                  <a:pt x="4" y="9"/>
                </a:lnTo>
                <a:lnTo>
                  <a:pt x="3" y="6"/>
                </a:lnTo>
                <a:lnTo>
                  <a:pt x="3" y="5"/>
                </a:lnTo>
                <a:lnTo>
                  <a:pt x="0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720" rIns="39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7" name=""/>
          <p:cNvSpPr/>
          <p:nvPr/>
        </p:nvSpPr>
        <p:spPr>
          <a:xfrm>
            <a:off x="4884840" y="35056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7" y="2"/>
                </a:lnTo>
                <a:lnTo>
                  <a:pt x="7" y="3"/>
                </a:lnTo>
                <a:lnTo>
                  <a:pt x="7" y="5"/>
                </a:lnTo>
                <a:lnTo>
                  <a:pt x="4" y="5"/>
                </a:lnTo>
                <a:lnTo>
                  <a:pt x="3" y="5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8" name=""/>
          <p:cNvSpPr/>
          <p:nvPr/>
        </p:nvSpPr>
        <p:spPr>
          <a:xfrm>
            <a:off x="4881600" y="35071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3"/>
                </a:moveTo>
                <a:lnTo>
                  <a:pt x="4" y="3"/>
                </a:lnTo>
                <a:lnTo>
                  <a:pt x="2" y="5"/>
                </a:ln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9" name=""/>
          <p:cNvSpPr/>
          <p:nvPr/>
        </p:nvSpPr>
        <p:spPr>
          <a:xfrm>
            <a:off x="4883760" y="3507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0" name=""/>
          <p:cNvSpPr/>
          <p:nvPr/>
        </p:nvSpPr>
        <p:spPr>
          <a:xfrm>
            <a:off x="4884840" y="35074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1" name=""/>
          <p:cNvSpPr/>
          <p:nvPr/>
        </p:nvSpPr>
        <p:spPr>
          <a:xfrm>
            <a:off x="4878720" y="35089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2"/>
                </a:move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2" name=""/>
          <p:cNvSpPr/>
          <p:nvPr/>
        </p:nvSpPr>
        <p:spPr>
          <a:xfrm>
            <a:off x="4880160" y="3508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4" y="2"/>
                </a:lnTo>
                <a:lnTo>
                  <a:pt x="2" y="2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3" name=""/>
          <p:cNvSpPr/>
          <p:nvPr/>
        </p:nvSpPr>
        <p:spPr>
          <a:xfrm>
            <a:off x="4878360" y="35100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4" name=""/>
          <p:cNvSpPr/>
          <p:nvPr/>
        </p:nvSpPr>
        <p:spPr>
          <a:xfrm>
            <a:off x="4878360" y="3510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2" y="1"/>
                </a:lnTo>
                <a:lnTo>
                  <a:pt x="0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5" name=""/>
          <p:cNvSpPr/>
          <p:nvPr/>
        </p:nvSpPr>
        <p:spPr>
          <a:xfrm>
            <a:off x="5129280" y="3487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6" name=""/>
          <p:cNvSpPr/>
          <p:nvPr/>
        </p:nvSpPr>
        <p:spPr>
          <a:xfrm>
            <a:off x="4874400" y="35136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7" name=""/>
          <p:cNvSpPr/>
          <p:nvPr/>
        </p:nvSpPr>
        <p:spPr>
          <a:xfrm>
            <a:off x="4874400" y="3513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8" name=""/>
          <p:cNvSpPr/>
          <p:nvPr/>
        </p:nvSpPr>
        <p:spPr>
          <a:xfrm>
            <a:off x="4875480" y="35125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4" y="0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9" name=""/>
          <p:cNvSpPr/>
          <p:nvPr/>
        </p:nvSpPr>
        <p:spPr>
          <a:xfrm>
            <a:off x="4874400" y="35154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0" name=""/>
          <p:cNvSpPr/>
          <p:nvPr/>
        </p:nvSpPr>
        <p:spPr>
          <a:xfrm>
            <a:off x="4872960" y="351468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5" y="6"/>
                </a:moveTo>
                <a:lnTo>
                  <a:pt x="4" y="6"/>
                </a:lnTo>
                <a:lnTo>
                  <a:pt x="2" y="7"/>
                </a:lnTo>
                <a:lnTo>
                  <a:pt x="1" y="8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2" y="4"/>
                </a:lnTo>
                <a:lnTo>
                  <a:pt x="4" y="4"/>
                </a:lnTo>
                <a:lnTo>
                  <a:pt x="4" y="3"/>
                </a:lnTo>
                <a:lnTo>
                  <a:pt x="5" y="1"/>
                </a:lnTo>
                <a:lnTo>
                  <a:pt x="7" y="0"/>
                </a:lnTo>
                <a:lnTo>
                  <a:pt x="8" y="1"/>
                </a:lnTo>
                <a:lnTo>
                  <a:pt x="7" y="4"/>
                </a:lnTo>
                <a:lnTo>
                  <a:pt x="6" y="4"/>
                </a:lnTo>
                <a:lnTo>
                  <a:pt x="5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080" rIns="39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1" name=""/>
          <p:cNvSpPr/>
          <p:nvPr/>
        </p:nvSpPr>
        <p:spPr>
          <a:xfrm>
            <a:off x="5188320" y="349056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0" y="1"/>
                </a:moveTo>
                <a:lnTo>
                  <a:pt x="1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7" y="3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5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2" name=""/>
          <p:cNvSpPr/>
          <p:nvPr/>
        </p:nvSpPr>
        <p:spPr>
          <a:xfrm>
            <a:off x="5073840" y="35082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1" y="0"/>
                </a:moveTo>
                <a:lnTo>
                  <a:pt x="2" y="1"/>
                </a:lnTo>
                <a:lnTo>
                  <a:pt x="3" y="2"/>
                </a:lnTo>
                <a:lnTo>
                  <a:pt x="5" y="4"/>
                </a:lnTo>
                <a:lnTo>
                  <a:pt x="6" y="5"/>
                </a:lnTo>
                <a:lnTo>
                  <a:pt x="5" y="6"/>
                </a:lnTo>
                <a:lnTo>
                  <a:pt x="3" y="6"/>
                </a:lnTo>
                <a:lnTo>
                  <a:pt x="2" y="5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3" name=""/>
          <p:cNvSpPr/>
          <p:nvPr/>
        </p:nvSpPr>
        <p:spPr>
          <a:xfrm>
            <a:off x="5073120" y="3506760"/>
            <a:ext cx="3600" cy="4320"/>
          </a:xfrm>
          <a:custGeom>
            <a:avLst/>
            <a:gdLst/>
            <a:ahLst/>
            <a:rect l="0" t="0" r="r" b="b"/>
            <a:pathLst>
              <a:path fill="none" w="10" h="12">
                <a:moveTo>
                  <a:pt x="1" y="0"/>
                </a:moveTo>
                <a:lnTo>
                  <a:pt x="1" y="2"/>
                </a:lnTo>
                <a:lnTo>
                  <a:pt x="0" y="4"/>
                </a:lnTo>
                <a:lnTo>
                  <a:pt x="0" y="5"/>
                </a:lnTo>
                <a:lnTo>
                  <a:pt x="0" y="7"/>
                </a:lnTo>
                <a:lnTo>
                  <a:pt x="1" y="8"/>
                </a:lnTo>
                <a:lnTo>
                  <a:pt x="2" y="9"/>
                </a:lnTo>
                <a:lnTo>
                  <a:pt x="3" y="10"/>
                </a:lnTo>
                <a:lnTo>
                  <a:pt x="4" y="10"/>
                </a:lnTo>
                <a:lnTo>
                  <a:pt x="6" y="12"/>
                </a:lnTo>
                <a:lnTo>
                  <a:pt x="7" y="12"/>
                </a:lnTo>
                <a:lnTo>
                  <a:pt x="10" y="12"/>
                </a:lnTo>
                <a:lnTo>
                  <a:pt x="10" y="10"/>
                </a:lnTo>
                <a:lnTo>
                  <a:pt x="10" y="8"/>
                </a:lnTo>
                <a:lnTo>
                  <a:pt x="9" y="6"/>
                </a:lnTo>
                <a:lnTo>
                  <a:pt x="6" y="4"/>
                </a:lnTo>
                <a:lnTo>
                  <a:pt x="5" y="2"/>
                </a:lnTo>
                <a:lnTo>
                  <a:pt x="3" y="1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60" rIns="39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4" name=""/>
          <p:cNvSpPr/>
          <p:nvPr/>
        </p:nvSpPr>
        <p:spPr>
          <a:xfrm>
            <a:off x="5113800" y="3507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5" name=""/>
          <p:cNvSpPr/>
          <p:nvPr/>
        </p:nvSpPr>
        <p:spPr>
          <a:xfrm flipV="1">
            <a:off x="5114160" y="3507840"/>
            <a:ext cx="720" cy="360"/>
          </a:xfrm>
          <a:prstGeom prst="line">
            <a:avLst/>
          </a:prstGeom>
          <a:ln w="7920">
            <a:solidFill>
              <a:srgbClr val="4D4D4D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6" name=""/>
          <p:cNvSpPr/>
          <p:nvPr/>
        </p:nvSpPr>
        <p:spPr>
          <a:xfrm>
            <a:off x="5112360" y="3507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2"/>
                </a:lnTo>
                <a:lnTo>
                  <a:pt x="4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7" name=""/>
          <p:cNvSpPr/>
          <p:nvPr/>
        </p:nvSpPr>
        <p:spPr>
          <a:xfrm>
            <a:off x="5113080" y="3508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8" name=""/>
          <p:cNvSpPr/>
          <p:nvPr/>
        </p:nvSpPr>
        <p:spPr>
          <a:xfrm>
            <a:off x="5114520" y="3507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2"/>
                </a:lnTo>
                <a:lnTo>
                  <a:pt x="3" y="2"/>
                </a:lnTo>
                <a:lnTo>
                  <a:pt x="0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9" name=""/>
          <p:cNvSpPr/>
          <p:nvPr/>
        </p:nvSpPr>
        <p:spPr>
          <a:xfrm>
            <a:off x="5113440" y="3508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0" name=""/>
          <p:cNvSpPr/>
          <p:nvPr/>
        </p:nvSpPr>
        <p:spPr>
          <a:xfrm>
            <a:off x="5112720" y="350748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8" y="0"/>
                </a:moveTo>
                <a:lnTo>
                  <a:pt x="10" y="0"/>
                </a:lnTo>
                <a:lnTo>
                  <a:pt x="10" y="1"/>
                </a:lnTo>
                <a:lnTo>
                  <a:pt x="11" y="2"/>
                </a:lnTo>
                <a:lnTo>
                  <a:pt x="10" y="2"/>
                </a:lnTo>
                <a:lnTo>
                  <a:pt x="9" y="4"/>
                </a:lnTo>
                <a:lnTo>
                  <a:pt x="7" y="4"/>
                </a:lnTo>
                <a:lnTo>
                  <a:pt x="4" y="4"/>
                </a:lnTo>
                <a:lnTo>
                  <a:pt x="3" y="4"/>
                </a:lnTo>
                <a:lnTo>
                  <a:pt x="2" y="6"/>
                </a:lnTo>
                <a:lnTo>
                  <a:pt x="1" y="6"/>
                </a:lnTo>
                <a:lnTo>
                  <a:pt x="0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1" name=""/>
          <p:cNvSpPr/>
          <p:nvPr/>
        </p:nvSpPr>
        <p:spPr>
          <a:xfrm>
            <a:off x="5155560" y="35139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2" name=""/>
          <p:cNvSpPr/>
          <p:nvPr/>
        </p:nvSpPr>
        <p:spPr>
          <a:xfrm>
            <a:off x="5154840" y="351324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4" y="0"/>
                </a:moveTo>
                <a:lnTo>
                  <a:pt x="5" y="1"/>
                </a:lnTo>
                <a:lnTo>
                  <a:pt x="7" y="2"/>
                </a:lnTo>
                <a:lnTo>
                  <a:pt x="7" y="4"/>
                </a:lnTo>
                <a:lnTo>
                  <a:pt x="5" y="5"/>
                </a:lnTo>
                <a:lnTo>
                  <a:pt x="3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3" name=""/>
          <p:cNvSpPr/>
          <p:nvPr/>
        </p:nvSpPr>
        <p:spPr>
          <a:xfrm>
            <a:off x="5175360" y="351936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0"/>
                </a:moveTo>
                <a:lnTo>
                  <a:pt x="1" y="1"/>
                </a:lnTo>
                <a:lnTo>
                  <a:pt x="3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4" name=""/>
          <p:cNvSpPr/>
          <p:nvPr/>
        </p:nvSpPr>
        <p:spPr>
          <a:xfrm>
            <a:off x="5174280" y="351972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2" y="0"/>
                </a:moveTo>
                <a:lnTo>
                  <a:pt x="2" y="1"/>
                </a:lnTo>
                <a:lnTo>
                  <a:pt x="0" y="3"/>
                </a:lnTo>
                <a:lnTo>
                  <a:pt x="2" y="3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7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5" name=""/>
          <p:cNvSpPr/>
          <p:nvPr/>
        </p:nvSpPr>
        <p:spPr>
          <a:xfrm>
            <a:off x="4942800" y="3546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6" name=""/>
          <p:cNvSpPr/>
          <p:nvPr/>
        </p:nvSpPr>
        <p:spPr>
          <a:xfrm>
            <a:off x="4937040" y="3546000"/>
            <a:ext cx="7560" cy="4680"/>
          </a:xfrm>
          <a:custGeom>
            <a:avLst/>
            <a:gdLst/>
            <a:ahLst/>
            <a:rect l="0" t="0" r="r" b="b"/>
            <a:pathLst>
              <a:path fill="none" w="21" h="13">
                <a:moveTo>
                  <a:pt x="15" y="2"/>
                </a:moveTo>
                <a:lnTo>
                  <a:pt x="12" y="3"/>
                </a:lnTo>
                <a:lnTo>
                  <a:pt x="8" y="4"/>
                </a:lnTo>
                <a:lnTo>
                  <a:pt x="6" y="5"/>
                </a:lnTo>
                <a:lnTo>
                  <a:pt x="3" y="6"/>
                </a:lnTo>
                <a:lnTo>
                  <a:pt x="2" y="7"/>
                </a:lnTo>
                <a:lnTo>
                  <a:pt x="1" y="9"/>
                </a:lnTo>
                <a:lnTo>
                  <a:pt x="0" y="11"/>
                </a:lnTo>
                <a:lnTo>
                  <a:pt x="1" y="12"/>
                </a:lnTo>
                <a:lnTo>
                  <a:pt x="2" y="13"/>
                </a:lnTo>
                <a:lnTo>
                  <a:pt x="4" y="13"/>
                </a:lnTo>
                <a:lnTo>
                  <a:pt x="6" y="12"/>
                </a:lnTo>
                <a:lnTo>
                  <a:pt x="8" y="11"/>
                </a:lnTo>
                <a:lnTo>
                  <a:pt x="10" y="11"/>
                </a:lnTo>
                <a:lnTo>
                  <a:pt x="11" y="10"/>
                </a:lnTo>
                <a:lnTo>
                  <a:pt x="12" y="9"/>
                </a:lnTo>
                <a:lnTo>
                  <a:pt x="15" y="6"/>
                </a:lnTo>
                <a:lnTo>
                  <a:pt x="17" y="5"/>
                </a:lnTo>
                <a:lnTo>
                  <a:pt x="18" y="4"/>
                </a:lnTo>
                <a:lnTo>
                  <a:pt x="20" y="4"/>
                </a:lnTo>
                <a:lnTo>
                  <a:pt x="21" y="4"/>
                </a:lnTo>
                <a:lnTo>
                  <a:pt x="21" y="3"/>
                </a:lnTo>
                <a:lnTo>
                  <a:pt x="21" y="2"/>
                </a:lnTo>
                <a:lnTo>
                  <a:pt x="20" y="1"/>
                </a:lnTo>
                <a:lnTo>
                  <a:pt x="19" y="0"/>
                </a:lnTo>
                <a:lnTo>
                  <a:pt x="18" y="0"/>
                </a:lnTo>
                <a:lnTo>
                  <a:pt x="16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720" rIns="39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7" name=""/>
          <p:cNvSpPr/>
          <p:nvPr/>
        </p:nvSpPr>
        <p:spPr>
          <a:xfrm>
            <a:off x="4837680" y="35596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0"/>
                </a:moveTo>
                <a:lnTo>
                  <a:pt x="4" y="0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8" name=""/>
          <p:cNvSpPr/>
          <p:nvPr/>
        </p:nvSpPr>
        <p:spPr>
          <a:xfrm>
            <a:off x="4875480" y="3558960"/>
            <a:ext cx="360" cy="0"/>
          </a:xfrm>
          <a:prstGeom prst="line">
            <a:avLst/>
          </a:prstGeom>
          <a:ln w="7920">
            <a:solidFill>
              <a:srgbClr val="4D4D4D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9" name=""/>
          <p:cNvSpPr/>
          <p:nvPr/>
        </p:nvSpPr>
        <p:spPr>
          <a:xfrm>
            <a:off x="5142960" y="35326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1" y="3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0" name=""/>
          <p:cNvSpPr/>
          <p:nvPr/>
        </p:nvSpPr>
        <p:spPr>
          <a:xfrm>
            <a:off x="4877280" y="3558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1" name=""/>
          <p:cNvSpPr/>
          <p:nvPr/>
        </p:nvSpPr>
        <p:spPr>
          <a:xfrm>
            <a:off x="5143320" y="353268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4" y="0"/>
                </a:moveTo>
                <a:lnTo>
                  <a:pt x="6" y="0"/>
                </a:lnTo>
                <a:lnTo>
                  <a:pt x="8" y="2"/>
                </a:lnTo>
                <a:lnTo>
                  <a:pt x="8" y="3"/>
                </a:lnTo>
                <a:lnTo>
                  <a:pt x="8" y="4"/>
                </a:lnTo>
                <a:lnTo>
                  <a:pt x="6" y="5"/>
                </a:lnTo>
                <a:lnTo>
                  <a:pt x="6" y="7"/>
                </a:lnTo>
                <a:lnTo>
                  <a:pt x="5" y="7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2" name=""/>
          <p:cNvSpPr/>
          <p:nvPr/>
        </p:nvSpPr>
        <p:spPr>
          <a:xfrm>
            <a:off x="5142600" y="353412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3" name=""/>
          <p:cNvSpPr/>
          <p:nvPr/>
        </p:nvSpPr>
        <p:spPr>
          <a:xfrm>
            <a:off x="4828320" y="3563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2"/>
                </a:moveTo>
                <a:lnTo>
                  <a:pt x="1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4" name=""/>
          <p:cNvSpPr/>
          <p:nvPr/>
        </p:nvSpPr>
        <p:spPr>
          <a:xfrm>
            <a:off x="4873680" y="3558240"/>
            <a:ext cx="5400" cy="2520"/>
          </a:xfrm>
          <a:custGeom>
            <a:avLst/>
            <a:gdLst/>
            <a:ahLst/>
            <a:rect l="0" t="0" r="r" b="b"/>
            <a:pathLst>
              <a:path fill="none" w="15" h="7">
                <a:moveTo>
                  <a:pt x="1" y="1"/>
                </a:move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lnTo>
                  <a:pt x="10" y="1"/>
                </a:lnTo>
                <a:lnTo>
                  <a:pt x="12" y="1"/>
                </a:lnTo>
                <a:lnTo>
                  <a:pt x="13" y="2"/>
                </a:lnTo>
                <a:lnTo>
                  <a:pt x="14" y="3"/>
                </a:lnTo>
                <a:lnTo>
                  <a:pt x="15" y="5"/>
                </a:lnTo>
                <a:lnTo>
                  <a:pt x="12" y="6"/>
                </a:lnTo>
                <a:lnTo>
                  <a:pt x="11" y="7"/>
                </a:lnTo>
                <a:lnTo>
                  <a:pt x="10" y="7"/>
                </a:lnTo>
                <a:lnTo>
                  <a:pt x="8" y="7"/>
                </a:lnTo>
                <a:lnTo>
                  <a:pt x="6" y="7"/>
                </a:lnTo>
                <a:lnTo>
                  <a:pt x="4" y="5"/>
                </a:lnTo>
                <a:lnTo>
                  <a:pt x="3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5" name=""/>
          <p:cNvSpPr/>
          <p:nvPr/>
        </p:nvSpPr>
        <p:spPr>
          <a:xfrm>
            <a:off x="5142960" y="35344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0"/>
                </a:moveTo>
                <a:lnTo>
                  <a:pt x="3" y="1"/>
                </a:lnTo>
                <a:lnTo>
                  <a:pt x="3" y="2"/>
                </a:lnTo>
                <a:lnTo>
                  <a:pt x="5" y="4"/>
                </a:lnTo>
                <a:lnTo>
                  <a:pt x="3" y="4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6" name=""/>
          <p:cNvSpPr/>
          <p:nvPr/>
        </p:nvSpPr>
        <p:spPr>
          <a:xfrm>
            <a:off x="4829760" y="3565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7" name=""/>
          <p:cNvSpPr/>
          <p:nvPr/>
        </p:nvSpPr>
        <p:spPr>
          <a:xfrm>
            <a:off x="4829040" y="35643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0" y="4"/>
                </a:moveTo>
                <a:lnTo>
                  <a:pt x="0" y="5"/>
                </a:lnTo>
                <a:lnTo>
                  <a:pt x="0" y="7"/>
                </a:lnTo>
                <a:lnTo>
                  <a:pt x="1" y="5"/>
                </a:lnTo>
                <a:lnTo>
                  <a:pt x="2" y="7"/>
                </a:lnTo>
                <a:lnTo>
                  <a:pt x="3" y="7"/>
                </a:lnTo>
                <a:lnTo>
                  <a:pt x="5" y="5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1" y="2"/>
                </a:lnTo>
                <a:lnTo>
                  <a:pt x="0" y="3"/>
                </a:lnTo>
                <a:lnTo>
                  <a:pt x="0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8" name=""/>
          <p:cNvSpPr/>
          <p:nvPr/>
        </p:nvSpPr>
        <p:spPr>
          <a:xfrm>
            <a:off x="5014800" y="354924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3" y="5"/>
                </a:move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2" y="2"/>
                </a:lnTo>
                <a:lnTo>
                  <a:pt x="3" y="2"/>
                </a:lnTo>
                <a:lnTo>
                  <a:pt x="5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4"/>
                </a:lnTo>
                <a:lnTo>
                  <a:pt x="6" y="5"/>
                </a:lnTo>
                <a:lnTo>
                  <a:pt x="5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9" name=""/>
          <p:cNvSpPr/>
          <p:nvPr/>
        </p:nvSpPr>
        <p:spPr>
          <a:xfrm>
            <a:off x="4824360" y="3564360"/>
            <a:ext cx="2520" cy="3600"/>
          </a:xfrm>
          <a:custGeom>
            <a:avLst/>
            <a:gdLst/>
            <a:ahLst/>
            <a:rect l="0" t="0" r="r" b="b"/>
            <a:pathLst>
              <a:path fill="none" w="7" h="10">
                <a:moveTo>
                  <a:pt x="0" y="7"/>
                </a:move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3" y="2"/>
                </a:lnTo>
                <a:lnTo>
                  <a:pt x="4" y="0"/>
                </a:lnTo>
                <a:lnTo>
                  <a:pt x="5" y="0"/>
                </a:lnTo>
                <a:lnTo>
                  <a:pt x="7" y="2"/>
                </a:lnTo>
                <a:lnTo>
                  <a:pt x="7" y="3"/>
                </a:lnTo>
                <a:lnTo>
                  <a:pt x="5" y="4"/>
                </a:lnTo>
                <a:lnTo>
                  <a:pt x="3" y="5"/>
                </a:lnTo>
                <a:lnTo>
                  <a:pt x="3" y="6"/>
                </a:lnTo>
                <a:lnTo>
                  <a:pt x="3" y="8"/>
                </a:lnTo>
                <a:lnTo>
                  <a:pt x="3" y="10"/>
                </a:lnTo>
                <a:lnTo>
                  <a:pt x="2" y="8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" rIns="39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0" name=""/>
          <p:cNvSpPr/>
          <p:nvPr/>
        </p:nvSpPr>
        <p:spPr>
          <a:xfrm>
            <a:off x="4964760" y="355356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5" y="1"/>
                </a:moveTo>
                <a:lnTo>
                  <a:pt x="4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5"/>
                </a:lnTo>
                <a:lnTo>
                  <a:pt x="4" y="6"/>
                </a:lnTo>
                <a:lnTo>
                  <a:pt x="5" y="6"/>
                </a:lnTo>
                <a:lnTo>
                  <a:pt x="5" y="7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1" name=""/>
          <p:cNvSpPr/>
          <p:nvPr/>
        </p:nvSpPr>
        <p:spPr>
          <a:xfrm>
            <a:off x="4958640" y="355428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8" y="0"/>
                </a:move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1" y="1"/>
                </a:lnTo>
                <a:lnTo>
                  <a:pt x="1" y="2"/>
                </a:lnTo>
                <a:lnTo>
                  <a:pt x="0" y="3"/>
                </a:lnTo>
                <a:lnTo>
                  <a:pt x="1" y="4"/>
                </a:lnTo>
                <a:lnTo>
                  <a:pt x="2" y="6"/>
                </a:lnTo>
                <a:lnTo>
                  <a:pt x="3" y="6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5" y="4"/>
                </a:lnTo>
                <a:lnTo>
                  <a:pt x="7" y="3"/>
                </a:lnTo>
                <a:lnTo>
                  <a:pt x="9" y="2"/>
                </a:lnTo>
                <a:lnTo>
                  <a:pt x="10" y="2"/>
                </a:lnTo>
                <a:lnTo>
                  <a:pt x="9" y="1"/>
                </a:lnTo>
                <a:lnTo>
                  <a:pt x="8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2" name=""/>
          <p:cNvSpPr/>
          <p:nvPr/>
        </p:nvSpPr>
        <p:spPr>
          <a:xfrm>
            <a:off x="4852800" y="3565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3" name=""/>
          <p:cNvSpPr/>
          <p:nvPr/>
        </p:nvSpPr>
        <p:spPr>
          <a:xfrm>
            <a:off x="4963320" y="35557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1"/>
                </a:move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4" name=""/>
          <p:cNvSpPr/>
          <p:nvPr/>
        </p:nvSpPr>
        <p:spPr>
          <a:xfrm>
            <a:off x="4825800" y="356652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1" y="2"/>
                </a:moveTo>
                <a:lnTo>
                  <a:pt x="2" y="2"/>
                </a:lnTo>
                <a:lnTo>
                  <a:pt x="3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9" y="2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5" name=""/>
          <p:cNvSpPr/>
          <p:nvPr/>
        </p:nvSpPr>
        <p:spPr>
          <a:xfrm>
            <a:off x="4964400" y="3555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6" name=""/>
          <p:cNvSpPr/>
          <p:nvPr/>
        </p:nvSpPr>
        <p:spPr>
          <a:xfrm>
            <a:off x="5013360" y="3548520"/>
            <a:ext cx="5400" cy="4320"/>
          </a:xfrm>
          <a:custGeom>
            <a:avLst/>
            <a:gdLst/>
            <a:ahLst/>
            <a:rect l="0" t="0" r="r" b="b"/>
            <a:pathLst>
              <a:path fill="none" w="15" h="12">
                <a:moveTo>
                  <a:pt x="1" y="12"/>
                </a:moveTo>
                <a:lnTo>
                  <a:pt x="1" y="11"/>
                </a:lnTo>
                <a:lnTo>
                  <a:pt x="0" y="11"/>
                </a:lnTo>
                <a:lnTo>
                  <a:pt x="1" y="9"/>
                </a:lnTo>
                <a:lnTo>
                  <a:pt x="2" y="7"/>
                </a:lnTo>
                <a:lnTo>
                  <a:pt x="6" y="3"/>
                </a:lnTo>
                <a:lnTo>
                  <a:pt x="7" y="1"/>
                </a:lnTo>
                <a:lnTo>
                  <a:pt x="11" y="0"/>
                </a:lnTo>
                <a:lnTo>
                  <a:pt x="12" y="0"/>
                </a:lnTo>
                <a:lnTo>
                  <a:pt x="13" y="1"/>
                </a:lnTo>
                <a:lnTo>
                  <a:pt x="14" y="1"/>
                </a:lnTo>
                <a:lnTo>
                  <a:pt x="15" y="2"/>
                </a:lnTo>
                <a:lnTo>
                  <a:pt x="15" y="4"/>
                </a:lnTo>
                <a:lnTo>
                  <a:pt x="13" y="7"/>
                </a:lnTo>
                <a:lnTo>
                  <a:pt x="11" y="7"/>
                </a:lnTo>
                <a:lnTo>
                  <a:pt x="10" y="8"/>
                </a:lnTo>
                <a:lnTo>
                  <a:pt x="9" y="9"/>
                </a:lnTo>
                <a:lnTo>
                  <a:pt x="6" y="10"/>
                </a:lnTo>
                <a:lnTo>
                  <a:pt x="5" y="11"/>
                </a:lnTo>
                <a:lnTo>
                  <a:pt x="3" y="12"/>
                </a:lnTo>
                <a:lnTo>
                  <a:pt x="2" y="1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60" rIns="39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7" name=""/>
          <p:cNvSpPr/>
          <p:nvPr/>
        </p:nvSpPr>
        <p:spPr>
          <a:xfrm>
            <a:off x="4965120" y="3556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4" y="1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8" name=""/>
          <p:cNvSpPr/>
          <p:nvPr/>
        </p:nvSpPr>
        <p:spPr>
          <a:xfrm>
            <a:off x="4859640" y="3565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9" name=""/>
          <p:cNvSpPr/>
          <p:nvPr/>
        </p:nvSpPr>
        <p:spPr>
          <a:xfrm>
            <a:off x="4854240" y="3566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0" name=""/>
          <p:cNvSpPr/>
          <p:nvPr/>
        </p:nvSpPr>
        <p:spPr>
          <a:xfrm>
            <a:off x="4854960" y="3566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1" name=""/>
          <p:cNvSpPr/>
          <p:nvPr/>
        </p:nvSpPr>
        <p:spPr>
          <a:xfrm>
            <a:off x="4852080" y="3564000"/>
            <a:ext cx="8640" cy="3600"/>
          </a:xfrm>
          <a:custGeom>
            <a:avLst/>
            <a:gdLst/>
            <a:ahLst/>
            <a:rect l="0" t="0" r="r" b="b"/>
            <a:pathLst>
              <a:path fill="none" w="24" h="10">
                <a:moveTo>
                  <a:pt x="0" y="3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8" y="1"/>
                </a:lnTo>
                <a:lnTo>
                  <a:pt x="10" y="1"/>
                </a:lnTo>
                <a:lnTo>
                  <a:pt x="13" y="0"/>
                </a:lnTo>
                <a:lnTo>
                  <a:pt x="14" y="0"/>
                </a:lnTo>
                <a:lnTo>
                  <a:pt x="15" y="1"/>
                </a:lnTo>
                <a:lnTo>
                  <a:pt x="17" y="2"/>
                </a:lnTo>
                <a:lnTo>
                  <a:pt x="18" y="3"/>
                </a:lnTo>
                <a:lnTo>
                  <a:pt x="19" y="3"/>
                </a:lnTo>
                <a:lnTo>
                  <a:pt x="21" y="3"/>
                </a:lnTo>
                <a:lnTo>
                  <a:pt x="22" y="3"/>
                </a:lnTo>
                <a:lnTo>
                  <a:pt x="23" y="4"/>
                </a:lnTo>
                <a:lnTo>
                  <a:pt x="24" y="6"/>
                </a:lnTo>
                <a:lnTo>
                  <a:pt x="24" y="7"/>
                </a:lnTo>
                <a:lnTo>
                  <a:pt x="22" y="7"/>
                </a:lnTo>
                <a:lnTo>
                  <a:pt x="20" y="9"/>
                </a:lnTo>
                <a:lnTo>
                  <a:pt x="17" y="9"/>
                </a:lnTo>
                <a:lnTo>
                  <a:pt x="14" y="9"/>
                </a:lnTo>
                <a:lnTo>
                  <a:pt x="13" y="10"/>
                </a:lnTo>
                <a:lnTo>
                  <a:pt x="10" y="10"/>
                </a:lnTo>
                <a:lnTo>
                  <a:pt x="7" y="10"/>
                </a:lnTo>
                <a:lnTo>
                  <a:pt x="5" y="10"/>
                </a:lnTo>
                <a:lnTo>
                  <a:pt x="4" y="9"/>
                </a:lnTo>
                <a:lnTo>
                  <a:pt x="2" y="7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" rIns="39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2" name=""/>
          <p:cNvSpPr/>
          <p:nvPr/>
        </p:nvSpPr>
        <p:spPr>
          <a:xfrm>
            <a:off x="4965840" y="35571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1"/>
                </a:move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3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3" name=""/>
          <p:cNvSpPr/>
          <p:nvPr/>
        </p:nvSpPr>
        <p:spPr>
          <a:xfrm>
            <a:off x="4966560" y="3557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3"/>
                </a:moveTo>
                <a:lnTo>
                  <a:pt x="2" y="5"/>
                </a:lnTo>
                <a:lnTo>
                  <a:pt x="4" y="3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4" name=""/>
          <p:cNvSpPr/>
          <p:nvPr/>
        </p:nvSpPr>
        <p:spPr>
          <a:xfrm>
            <a:off x="4966560" y="3553920"/>
            <a:ext cx="5760" cy="6840"/>
          </a:xfrm>
          <a:custGeom>
            <a:avLst/>
            <a:gdLst/>
            <a:ahLst/>
            <a:rect l="0" t="0" r="r" b="b"/>
            <a:pathLst>
              <a:path fill="none" w="16" h="19">
                <a:moveTo>
                  <a:pt x="0" y="5"/>
                </a:moveTo>
                <a:lnTo>
                  <a:pt x="1" y="6"/>
                </a:lnTo>
                <a:lnTo>
                  <a:pt x="3" y="7"/>
                </a:lnTo>
                <a:lnTo>
                  <a:pt x="5" y="8"/>
                </a:lnTo>
                <a:lnTo>
                  <a:pt x="7" y="10"/>
                </a:lnTo>
                <a:lnTo>
                  <a:pt x="9" y="13"/>
                </a:lnTo>
                <a:lnTo>
                  <a:pt x="8" y="13"/>
                </a:lnTo>
                <a:lnTo>
                  <a:pt x="6" y="13"/>
                </a:lnTo>
                <a:lnTo>
                  <a:pt x="5" y="15"/>
                </a:lnTo>
                <a:lnTo>
                  <a:pt x="4" y="15"/>
                </a:lnTo>
                <a:lnTo>
                  <a:pt x="3" y="16"/>
                </a:lnTo>
                <a:lnTo>
                  <a:pt x="4" y="17"/>
                </a:lnTo>
                <a:lnTo>
                  <a:pt x="6" y="18"/>
                </a:lnTo>
                <a:lnTo>
                  <a:pt x="8" y="18"/>
                </a:lnTo>
                <a:lnTo>
                  <a:pt x="10" y="19"/>
                </a:lnTo>
                <a:lnTo>
                  <a:pt x="11" y="19"/>
                </a:lnTo>
                <a:lnTo>
                  <a:pt x="13" y="18"/>
                </a:lnTo>
                <a:lnTo>
                  <a:pt x="15" y="18"/>
                </a:lnTo>
                <a:lnTo>
                  <a:pt x="16" y="16"/>
                </a:lnTo>
                <a:lnTo>
                  <a:pt x="16" y="13"/>
                </a:lnTo>
                <a:lnTo>
                  <a:pt x="15" y="10"/>
                </a:lnTo>
                <a:lnTo>
                  <a:pt x="13" y="9"/>
                </a:lnTo>
                <a:lnTo>
                  <a:pt x="10" y="7"/>
                </a:lnTo>
                <a:lnTo>
                  <a:pt x="8" y="5"/>
                </a:lnTo>
                <a:lnTo>
                  <a:pt x="6" y="4"/>
                </a:lnTo>
                <a:lnTo>
                  <a:pt x="5" y="3"/>
                </a:lnTo>
                <a:lnTo>
                  <a:pt x="4" y="2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2880" rIns="3960" bIns="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5" name=""/>
          <p:cNvSpPr/>
          <p:nvPr/>
        </p:nvSpPr>
        <p:spPr>
          <a:xfrm>
            <a:off x="4982400" y="3558600"/>
            <a:ext cx="5040" cy="5760"/>
          </a:xfrm>
          <a:custGeom>
            <a:avLst/>
            <a:gdLst/>
            <a:ahLst/>
            <a:rect l="0" t="0" r="r" b="b"/>
            <a:pathLst>
              <a:path fill="none" w="14" h="16">
                <a:moveTo>
                  <a:pt x="8" y="16"/>
                </a:moveTo>
                <a:lnTo>
                  <a:pt x="7" y="16"/>
                </a:lnTo>
                <a:lnTo>
                  <a:pt x="5" y="15"/>
                </a:lnTo>
                <a:lnTo>
                  <a:pt x="4" y="14"/>
                </a:lnTo>
                <a:lnTo>
                  <a:pt x="2" y="13"/>
                </a:lnTo>
                <a:lnTo>
                  <a:pt x="1" y="11"/>
                </a:lnTo>
                <a:lnTo>
                  <a:pt x="1" y="10"/>
                </a:lnTo>
                <a:lnTo>
                  <a:pt x="0" y="8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2" y="1"/>
                </a:lnTo>
                <a:lnTo>
                  <a:pt x="4" y="0"/>
                </a:lnTo>
                <a:lnTo>
                  <a:pt x="7" y="1"/>
                </a:lnTo>
                <a:lnTo>
                  <a:pt x="8" y="2"/>
                </a:lnTo>
                <a:lnTo>
                  <a:pt x="10" y="4"/>
                </a:lnTo>
                <a:lnTo>
                  <a:pt x="11" y="5"/>
                </a:lnTo>
                <a:lnTo>
                  <a:pt x="12" y="8"/>
                </a:lnTo>
                <a:lnTo>
                  <a:pt x="14" y="11"/>
                </a:lnTo>
                <a:lnTo>
                  <a:pt x="14" y="12"/>
                </a:lnTo>
                <a:lnTo>
                  <a:pt x="12" y="14"/>
                </a:lnTo>
                <a:lnTo>
                  <a:pt x="11" y="14"/>
                </a:lnTo>
                <a:lnTo>
                  <a:pt x="10" y="13"/>
                </a:lnTo>
                <a:lnTo>
                  <a:pt x="10" y="12"/>
                </a:lnTo>
                <a:lnTo>
                  <a:pt x="8" y="9"/>
                </a:lnTo>
                <a:lnTo>
                  <a:pt x="8" y="7"/>
                </a:lnTo>
                <a:lnTo>
                  <a:pt x="7" y="5"/>
                </a:lnTo>
                <a:lnTo>
                  <a:pt x="6" y="5"/>
                </a:lnTo>
                <a:lnTo>
                  <a:pt x="5" y="8"/>
                </a:lnTo>
                <a:lnTo>
                  <a:pt x="7" y="10"/>
                </a:lnTo>
                <a:lnTo>
                  <a:pt x="8" y="12"/>
                </a:lnTo>
                <a:lnTo>
                  <a:pt x="8" y="13"/>
                </a:lnTo>
                <a:lnTo>
                  <a:pt x="9" y="15"/>
                </a:lnTo>
                <a:lnTo>
                  <a:pt x="8" y="16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1800" rIns="39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6" name=""/>
          <p:cNvSpPr/>
          <p:nvPr/>
        </p:nvSpPr>
        <p:spPr>
          <a:xfrm>
            <a:off x="4804200" y="3582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1" y="0"/>
                </a:lnTo>
                <a:lnTo>
                  <a:pt x="0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7" name=""/>
          <p:cNvSpPr/>
          <p:nvPr/>
        </p:nvSpPr>
        <p:spPr>
          <a:xfrm>
            <a:off x="4782960" y="358200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0" y="7"/>
                </a:moveTo>
                <a:lnTo>
                  <a:pt x="1" y="6"/>
                </a:lnTo>
                <a:lnTo>
                  <a:pt x="1" y="5"/>
                </a:lnTo>
                <a:lnTo>
                  <a:pt x="3" y="3"/>
                </a:lnTo>
                <a:lnTo>
                  <a:pt x="3" y="2"/>
                </a:lnTo>
                <a:lnTo>
                  <a:pt x="5" y="0"/>
                </a:lnTo>
                <a:lnTo>
                  <a:pt x="6" y="0"/>
                </a:lnTo>
                <a:lnTo>
                  <a:pt x="10" y="0"/>
                </a:lnTo>
                <a:lnTo>
                  <a:pt x="11" y="0"/>
                </a:lnTo>
                <a:lnTo>
                  <a:pt x="11" y="3"/>
                </a:lnTo>
                <a:lnTo>
                  <a:pt x="10" y="4"/>
                </a:lnTo>
                <a:lnTo>
                  <a:pt x="7" y="6"/>
                </a:lnTo>
                <a:lnTo>
                  <a:pt x="5" y="7"/>
                </a:lnTo>
                <a:lnTo>
                  <a:pt x="4" y="7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8" name=""/>
          <p:cNvSpPr/>
          <p:nvPr/>
        </p:nvSpPr>
        <p:spPr>
          <a:xfrm>
            <a:off x="4804560" y="35827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3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9" name=""/>
          <p:cNvSpPr/>
          <p:nvPr/>
        </p:nvSpPr>
        <p:spPr>
          <a:xfrm>
            <a:off x="4805640" y="35827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3"/>
                </a:move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0" name=""/>
          <p:cNvSpPr/>
          <p:nvPr/>
        </p:nvSpPr>
        <p:spPr>
          <a:xfrm>
            <a:off x="4803840" y="3583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0" y="2"/>
                </a:lnTo>
                <a:lnTo>
                  <a:pt x="2" y="4"/>
                </a:lnTo>
                <a:lnTo>
                  <a:pt x="4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1" name=""/>
          <p:cNvSpPr/>
          <p:nvPr/>
        </p:nvSpPr>
        <p:spPr>
          <a:xfrm>
            <a:off x="5062320" y="35794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2" name=""/>
          <p:cNvSpPr/>
          <p:nvPr/>
        </p:nvSpPr>
        <p:spPr>
          <a:xfrm>
            <a:off x="5063760" y="3579120"/>
            <a:ext cx="5760" cy="1080"/>
          </a:xfrm>
          <a:custGeom>
            <a:avLst/>
            <a:gdLst/>
            <a:ahLst/>
            <a:rect l="0" t="0" r="r" b="b"/>
            <a:pathLst>
              <a:path fill="none" w="16" h="3">
                <a:moveTo>
                  <a:pt x="2" y="2"/>
                </a:moveTo>
                <a:lnTo>
                  <a:pt x="3" y="0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11" y="2"/>
                </a:lnTo>
                <a:lnTo>
                  <a:pt x="14" y="0"/>
                </a:lnTo>
                <a:lnTo>
                  <a:pt x="16" y="0"/>
                </a:lnTo>
                <a:lnTo>
                  <a:pt x="15" y="2"/>
                </a:lnTo>
                <a:lnTo>
                  <a:pt x="14" y="3"/>
                </a:lnTo>
                <a:lnTo>
                  <a:pt x="13" y="3"/>
                </a:lnTo>
                <a:lnTo>
                  <a:pt x="11" y="3"/>
                </a:lnTo>
                <a:lnTo>
                  <a:pt x="9" y="3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0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3" name=""/>
          <p:cNvSpPr/>
          <p:nvPr/>
        </p:nvSpPr>
        <p:spPr>
          <a:xfrm>
            <a:off x="5059440" y="3578040"/>
            <a:ext cx="10800" cy="2880"/>
          </a:xfrm>
          <a:custGeom>
            <a:avLst/>
            <a:gdLst/>
            <a:ahLst/>
            <a:rect l="0" t="0" r="r" b="b"/>
            <a:pathLst>
              <a:path fill="none" w="30" h="8">
                <a:moveTo>
                  <a:pt x="0" y="2"/>
                </a:move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8" y="0"/>
                </a:lnTo>
                <a:lnTo>
                  <a:pt x="10" y="0"/>
                </a:lnTo>
                <a:lnTo>
                  <a:pt x="11" y="1"/>
                </a:lnTo>
                <a:lnTo>
                  <a:pt x="12" y="1"/>
                </a:lnTo>
                <a:lnTo>
                  <a:pt x="14" y="2"/>
                </a:lnTo>
                <a:lnTo>
                  <a:pt x="15" y="2"/>
                </a:lnTo>
                <a:lnTo>
                  <a:pt x="17" y="2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2" y="2"/>
                </a:lnTo>
                <a:lnTo>
                  <a:pt x="24" y="2"/>
                </a:lnTo>
                <a:lnTo>
                  <a:pt x="25" y="2"/>
                </a:lnTo>
                <a:lnTo>
                  <a:pt x="30" y="2"/>
                </a:lnTo>
                <a:lnTo>
                  <a:pt x="30" y="3"/>
                </a:lnTo>
                <a:lnTo>
                  <a:pt x="30" y="4"/>
                </a:lnTo>
                <a:lnTo>
                  <a:pt x="29" y="6"/>
                </a:lnTo>
                <a:lnTo>
                  <a:pt x="28" y="8"/>
                </a:lnTo>
                <a:lnTo>
                  <a:pt x="25" y="8"/>
                </a:lnTo>
                <a:lnTo>
                  <a:pt x="23" y="8"/>
                </a:lnTo>
                <a:lnTo>
                  <a:pt x="21" y="8"/>
                </a:lnTo>
                <a:lnTo>
                  <a:pt x="19" y="8"/>
                </a:lnTo>
                <a:lnTo>
                  <a:pt x="16" y="7"/>
                </a:lnTo>
                <a:lnTo>
                  <a:pt x="15" y="7"/>
                </a:lnTo>
                <a:lnTo>
                  <a:pt x="13" y="7"/>
                </a:lnTo>
                <a:lnTo>
                  <a:pt x="11" y="7"/>
                </a:lnTo>
                <a:lnTo>
                  <a:pt x="9" y="7"/>
                </a:lnTo>
                <a:lnTo>
                  <a:pt x="8" y="7"/>
                </a:lnTo>
                <a:lnTo>
                  <a:pt x="5" y="6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080" rIns="39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4" name=""/>
          <p:cNvSpPr/>
          <p:nvPr/>
        </p:nvSpPr>
        <p:spPr>
          <a:xfrm>
            <a:off x="4665960" y="361152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6"/>
                </a:moveTo>
                <a:lnTo>
                  <a:pt x="0" y="4"/>
                </a:lnTo>
                <a:lnTo>
                  <a:pt x="1" y="3"/>
                </a:lnTo>
                <a:lnTo>
                  <a:pt x="4" y="1"/>
                </a:lnTo>
                <a:lnTo>
                  <a:pt x="7" y="0"/>
                </a:lnTo>
                <a:lnTo>
                  <a:pt x="1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5" name=""/>
          <p:cNvSpPr/>
          <p:nvPr/>
        </p:nvSpPr>
        <p:spPr>
          <a:xfrm>
            <a:off x="4919760" y="3596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6" name=""/>
          <p:cNvSpPr/>
          <p:nvPr/>
        </p:nvSpPr>
        <p:spPr>
          <a:xfrm>
            <a:off x="4920480" y="359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7" name=""/>
          <p:cNvSpPr/>
          <p:nvPr/>
        </p:nvSpPr>
        <p:spPr>
          <a:xfrm>
            <a:off x="4665960" y="3612600"/>
            <a:ext cx="6120" cy="3240"/>
          </a:xfrm>
          <a:custGeom>
            <a:avLst/>
            <a:gdLst/>
            <a:ahLst/>
            <a:rect l="0" t="0" r="r" b="b"/>
            <a:pathLst>
              <a:path fill="none" w="17" h="9">
                <a:moveTo>
                  <a:pt x="17" y="0"/>
                </a:moveTo>
                <a:lnTo>
                  <a:pt x="17" y="2"/>
                </a:lnTo>
                <a:lnTo>
                  <a:pt x="17" y="3"/>
                </a:lnTo>
                <a:lnTo>
                  <a:pt x="14" y="6"/>
                </a:lnTo>
                <a:lnTo>
                  <a:pt x="11" y="8"/>
                </a:lnTo>
                <a:lnTo>
                  <a:pt x="6" y="9"/>
                </a:lnTo>
                <a:lnTo>
                  <a:pt x="2" y="8"/>
                </a:lnTo>
                <a:lnTo>
                  <a:pt x="0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720" rIns="39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8" name=""/>
          <p:cNvSpPr/>
          <p:nvPr/>
        </p:nvSpPr>
        <p:spPr>
          <a:xfrm>
            <a:off x="4919760" y="3600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9" name=""/>
          <p:cNvSpPr/>
          <p:nvPr/>
        </p:nvSpPr>
        <p:spPr>
          <a:xfrm>
            <a:off x="5024520" y="359280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6" y="0"/>
                </a:lnTo>
                <a:lnTo>
                  <a:pt x="7" y="2"/>
                </a:lnTo>
                <a:lnTo>
                  <a:pt x="8" y="2"/>
                </a:lnTo>
                <a:lnTo>
                  <a:pt x="9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0" name=""/>
          <p:cNvSpPr/>
          <p:nvPr/>
        </p:nvSpPr>
        <p:spPr>
          <a:xfrm>
            <a:off x="5024160" y="3593880"/>
            <a:ext cx="3600" cy="1440"/>
          </a:xfrm>
          <a:custGeom>
            <a:avLst/>
            <a:gdLst/>
            <a:ahLst/>
            <a:rect l="0" t="0" r="r" b="b"/>
            <a:pathLst>
              <a:path fill="none" w="10" h="4">
                <a:moveTo>
                  <a:pt x="0" y="0"/>
                </a:moveTo>
                <a:lnTo>
                  <a:pt x="1" y="2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7" y="2"/>
                </a:lnTo>
                <a:lnTo>
                  <a:pt x="9" y="2"/>
                </a:lnTo>
                <a:lnTo>
                  <a:pt x="10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1" name=""/>
          <p:cNvSpPr/>
          <p:nvPr/>
        </p:nvSpPr>
        <p:spPr>
          <a:xfrm>
            <a:off x="4918320" y="3605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2" name=""/>
          <p:cNvSpPr/>
          <p:nvPr/>
        </p:nvSpPr>
        <p:spPr>
          <a:xfrm>
            <a:off x="4917960" y="3605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3" name=""/>
          <p:cNvSpPr/>
          <p:nvPr/>
        </p:nvSpPr>
        <p:spPr>
          <a:xfrm>
            <a:off x="4691880" y="3620160"/>
            <a:ext cx="12240" cy="3240"/>
          </a:xfrm>
          <a:custGeom>
            <a:avLst/>
            <a:gdLst/>
            <a:ahLst/>
            <a:rect l="0" t="0" r="r" b="b"/>
            <a:pathLst>
              <a:path fill="none" w="34" h="9">
                <a:moveTo>
                  <a:pt x="0" y="9"/>
                </a:moveTo>
                <a:lnTo>
                  <a:pt x="2" y="8"/>
                </a:lnTo>
                <a:lnTo>
                  <a:pt x="5" y="5"/>
                </a:lnTo>
                <a:lnTo>
                  <a:pt x="11" y="2"/>
                </a:lnTo>
                <a:lnTo>
                  <a:pt x="18" y="0"/>
                </a:lnTo>
                <a:lnTo>
                  <a:pt x="25" y="0"/>
                </a:lnTo>
                <a:lnTo>
                  <a:pt x="31" y="1"/>
                </a:lnTo>
                <a:lnTo>
                  <a:pt x="34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720" rIns="39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4" name=""/>
          <p:cNvSpPr/>
          <p:nvPr/>
        </p:nvSpPr>
        <p:spPr>
          <a:xfrm>
            <a:off x="5015880" y="359820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0" y="2"/>
                </a:moveTo>
                <a:lnTo>
                  <a:pt x="3" y="2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5" name=""/>
          <p:cNvSpPr/>
          <p:nvPr/>
        </p:nvSpPr>
        <p:spPr>
          <a:xfrm>
            <a:off x="5012640" y="35989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1" y="4"/>
                </a:lnTo>
                <a:lnTo>
                  <a:pt x="3" y="2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6" name=""/>
          <p:cNvSpPr/>
          <p:nvPr/>
        </p:nvSpPr>
        <p:spPr>
          <a:xfrm>
            <a:off x="5016960" y="359784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3" y="0"/>
                </a:moveTo>
                <a:lnTo>
                  <a:pt x="6" y="0"/>
                </a:lnTo>
                <a:lnTo>
                  <a:pt x="7" y="1"/>
                </a:lnTo>
                <a:lnTo>
                  <a:pt x="7" y="2"/>
                </a:lnTo>
                <a:lnTo>
                  <a:pt x="4" y="3"/>
                </a:lnTo>
                <a:lnTo>
                  <a:pt x="3" y="5"/>
                </a:lnTo>
                <a:lnTo>
                  <a:pt x="1" y="5"/>
                </a:lnTo>
                <a:lnTo>
                  <a:pt x="0" y="6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7" name=""/>
          <p:cNvSpPr/>
          <p:nvPr/>
        </p:nvSpPr>
        <p:spPr>
          <a:xfrm>
            <a:off x="4916160" y="3608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8" name=""/>
          <p:cNvSpPr/>
          <p:nvPr/>
        </p:nvSpPr>
        <p:spPr>
          <a:xfrm>
            <a:off x="4915440" y="3609360"/>
            <a:ext cx="360" cy="0"/>
          </a:xfrm>
          <a:prstGeom prst="line">
            <a:avLst/>
          </a:prstGeom>
          <a:ln w="7920">
            <a:solidFill>
              <a:srgbClr val="4D4D4D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9" name=""/>
          <p:cNvSpPr/>
          <p:nvPr/>
        </p:nvSpPr>
        <p:spPr>
          <a:xfrm>
            <a:off x="5009760" y="36003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0" name=""/>
          <p:cNvSpPr/>
          <p:nvPr/>
        </p:nvSpPr>
        <p:spPr>
          <a:xfrm>
            <a:off x="5012640" y="3599640"/>
            <a:ext cx="3960" cy="1800"/>
          </a:xfrm>
          <a:custGeom>
            <a:avLst/>
            <a:gdLst/>
            <a:ahLst/>
            <a:rect l="0" t="0" r="r" b="b"/>
            <a:pathLst>
              <a:path fill="none" w="11" h="5">
                <a:moveTo>
                  <a:pt x="11" y="0"/>
                </a:moveTo>
                <a:lnTo>
                  <a:pt x="9" y="0"/>
                </a:lnTo>
                <a:lnTo>
                  <a:pt x="7" y="1"/>
                </a:lnTo>
                <a:lnTo>
                  <a:pt x="6" y="1"/>
                </a:lnTo>
                <a:lnTo>
                  <a:pt x="2" y="4"/>
                </a:lnTo>
                <a:lnTo>
                  <a:pt x="1" y="4"/>
                </a:lnTo>
                <a:lnTo>
                  <a:pt x="0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1" name=""/>
          <p:cNvSpPr/>
          <p:nvPr/>
        </p:nvSpPr>
        <p:spPr>
          <a:xfrm>
            <a:off x="4912920" y="3596400"/>
            <a:ext cx="9000" cy="14040"/>
          </a:xfrm>
          <a:custGeom>
            <a:avLst/>
            <a:gdLst/>
            <a:ahLst/>
            <a:rect l="0" t="0" r="r" b="b"/>
            <a:pathLst>
              <a:path fill="none" w="25" h="39">
                <a:moveTo>
                  <a:pt x="5" y="35"/>
                </a:moveTo>
                <a:lnTo>
                  <a:pt x="6" y="33"/>
                </a:lnTo>
                <a:lnTo>
                  <a:pt x="7" y="31"/>
                </a:lnTo>
                <a:lnTo>
                  <a:pt x="8" y="29"/>
                </a:lnTo>
                <a:lnTo>
                  <a:pt x="10" y="27"/>
                </a:lnTo>
                <a:lnTo>
                  <a:pt x="12" y="25"/>
                </a:lnTo>
                <a:lnTo>
                  <a:pt x="13" y="24"/>
                </a:lnTo>
                <a:lnTo>
                  <a:pt x="14" y="22"/>
                </a:lnTo>
                <a:lnTo>
                  <a:pt x="16" y="21"/>
                </a:lnTo>
                <a:lnTo>
                  <a:pt x="16" y="22"/>
                </a:lnTo>
                <a:lnTo>
                  <a:pt x="17" y="22"/>
                </a:lnTo>
                <a:lnTo>
                  <a:pt x="16" y="25"/>
                </a:lnTo>
                <a:lnTo>
                  <a:pt x="14" y="26"/>
                </a:lnTo>
                <a:lnTo>
                  <a:pt x="13" y="28"/>
                </a:lnTo>
                <a:lnTo>
                  <a:pt x="12" y="30"/>
                </a:lnTo>
                <a:lnTo>
                  <a:pt x="11" y="31"/>
                </a:lnTo>
                <a:lnTo>
                  <a:pt x="10" y="33"/>
                </a:lnTo>
                <a:lnTo>
                  <a:pt x="8" y="35"/>
                </a:lnTo>
                <a:lnTo>
                  <a:pt x="8" y="36"/>
                </a:lnTo>
                <a:lnTo>
                  <a:pt x="7" y="37"/>
                </a:lnTo>
                <a:lnTo>
                  <a:pt x="6" y="38"/>
                </a:lnTo>
                <a:lnTo>
                  <a:pt x="7" y="39"/>
                </a:lnTo>
                <a:lnTo>
                  <a:pt x="8" y="38"/>
                </a:lnTo>
                <a:lnTo>
                  <a:pt x="9" y="37"/>
                </a:lnTo>
                <a:lnTo>
                  <a:pt x="12" y="35"/>
                </a:lnTo>
                <a:lnTo>
                  <a:pt x="13" y="33"/>
                </a:lnTo>
                <a:lnTo>
                  <a:pt x="15" y="31"/>
                </a:lnTo>
                <a:lnTo>
                  <a:pt x="17" y="29"/>
                </a:lnTo>
                <a:lnTo>
                  <a:pt x="19" y="27"/>
                </a:lnTo>
                <a:lnTo>
                  <a:pt x="20" y="25"/>
                </a:lnTo>
                <a:lnTo>
                  <a:pt x="21" y="22"/>
                </a:lnTo>
                <a:lnTo>
                  <a:pt x="22" y="20"/>
                </a:lnTo>
                <a:lnTo>
                  <a:pt x="23" y="18"/>
                </a:lnTo>
                <a:lnTo>
                  <a:pt x="24" y="15"/>
                </a:lnTo>
                <a:lnTo>
                  <a:pt x="25" y="13"/>
                </a:lnTo>
                <a:lnTo>
                  <a:pt x="25" y="10"/>
                </a:lnTo>
                <a:lnTo>
                  <a:pt x="24" y="7"/>
                </a:lnTo>
                <a:lnTo>
                  <a:pt x="25" y="5"/>
                </a:lnTo>
                <a:lnTo>
                  <a:pt x="24" y="3"/>
                </a:lnTo>
                <a:lnTo>
                  <a:pt x="23" y="2"/>
                </a:lnTo>
                <a:lnTo>
                  <a:pt x="22" y="1"/>
                </a:lnTo>
                <a:lnTo>
                  <a:pt x="21" y="0"/>
                </a:lnTo>
                <a:lnTo>
                  <a:pt x="19" y="0"/>
                </a:lnTo>
                <a:lnTo>
                  <a:pt x="18" y="1"/>
                </a:lnTo>
                <a:lnTo>
                  <a:pt x="17" y="2"/>
                </a:lnTo>
                <a:lnTo>
                  <a:pt x="17" y="5"/>
                </a:lnTo>
                <a:lnTo>
                  <a:pt x="17" y="6"/>
                </a:lnTo>
                <a:lnTo>
                  <a:pt x="18" y="7"/>
                </a:lnTo>
                <a:lnTo>
                  <a:pt x="18" y="9"/>
                </a:lnTo>
                <a:lnTo>
                  <a:pt x="19" y="11"/>
                </a:lnTo>
                <a:lnTo>
                  <a:pt x="18" y="13"/>
                </a:lnTo>
                <a:lnTo>
                  <a:pt x="18" y="14"/>
                </a:lnTo>
                <a:lnTo>
                  <a:pt x="18" y="15"/>
                </a:lnTo>
                <a:lnTo>
                  <a:pt x="16" y="17"/>
                </a:lnTo>
                <a:lnTo>
                  <a:pt x="14" y="18"/>
                </a:lnTo>
                <a:lnTo>
                  <a:pt x="13" y="20"/>
                </a:lnTo>
                <a:lnTo>
                  <a:pt x="11" y="21"/>
                </a:lnTo>
                <a:lnTo>
                  <a:pt x="10" y="22"/>
                </a:lnTo>
                <a:lnTo>
                  <a:pt x="9" y="25"/>
                </a:lnTo>
                <a:lnTo>
                  <a:pt x="7" y="26"/>
                </a:lnTo>
                <a:lnTo>
                  <a:pt x="6" y="28"/>
                </a:lnTo>
                <a:lnTo>
                  <a:pt x="6" y="29"/>
                </a:lnTo>
                <a:lnTo>
                  <a:pt x="5" y="30"/>
                </a:lnTo>
                <a:lnTo>
                  <a:pt x="3" y="32"/>
                </a:lnTo>
                <a:lnTo>
                  <a:pt x="2" y="34"/>
                </a:lnTo>
                <a:lnTo>
                  <a:pt x="1" y="36"/>
                </a:lnTo>
                <a:lnTo>
                  <a:pt x="0" y="37"/>
                </a:lnTo>
                <a:lnTo>
                  <a:pt x="1" y="38"/>
                </a:lnTo>
                <a:lnTo>
                  <a:pt x="2" y="38"/>
                </a:lnTo>
                <a:lnTo>
                  <a:pt x="3" y="36"/>
                </a:lnTo>
                <a:lnTo>
                  <a:pt x="3" y="3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960" rIns="3960" bIns="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2" name=""/>
          <p:cNvSpPr/>
          <p:nvPr/>
        </p:nvSpPr>
        <p:spPr>
          <a:xfrm>
            <a:off x="5009760" y="36010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4"/>
                </a:lnTo>
                <a:lnTo>
                  <a:pt x="4" y="2"/>
                </a:lnTo>
                <a:lnTo>
                  <a:pt x="5" y="2"/>
                </a:lnTo>
                <a:lnTo>
                  <a:pt x="7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3" name=""/>
          <p:cNvSpPr/>
          <p:nvPr/>
        </p:nvSpPr>
        <p:spPr>
          <a:xfrm>
            <a:off x="4912200" y="360972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0"/>
                </a:moveTo>
                <a:lnTo>
                  <a:pt x="5" y="0"/>
                </a:lnTo>
                <a:lnTo>
                  <a:pt x="4" y="0"/>
                </a:lnTo>
                <a:lnTo>
                  <a:pt x="3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4" name=""/>
          <p:cNvSpPr/>
          <p:nvPr/>
        </p:nvSpPr>
        <p:spPr>
          <a:xfrm>
            <a:off x="5032080" y="359604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2" y="0"/>
                </a:moveTo>
                <a:lnTo>
                  <a:pt x="3" y="1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0"/>
                </a:lnTo>
                <a:lnTo>
                  <a:pt x="6" y="11"/>
                </a:lnTo>
                <a:lnTo>
                  <a:pt x="4" y="11"/>
                </a:lnTo>
                <a:lnTo>
                  <a:pt x="1" y="11"/>
                </a:lnTo>
                <a:lnTo>
                  <a:pt x="0" y="10"/>
                </a:lnTo>
                <a:lnTo>
                  <a:pt x="1" y="9"/>
                </a:lnTo>
                <a:lnTo>
                  <a:pt x="2" y="8"/>
                </a:lnTo>
                <a:lnTo>
                  <a:pt x="2" y="5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0" rIns="39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5" name=""/>
          <p:cNvSpPr/>
          <p:nvPr/>
        </p:nvSpPr>
        <p:spPr>
          <a:xfrm>
            <a:off x="4913640" y="3610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6" name=""/>
          <p:cNvSpPr/>
          <p:nvPr/>
        </p:nvSpPr>
        <p:spPr>
          <a:xfrm>
            <a:off x="4979520" y="360396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2" y="1"/>
                </a:moveTo>
                <a:lnTo>
                  <a:pt x="0" y="2"/>
                </a:lnTo>
                <a:lnTo>
                  <a:pt x="2" y="5"/>
                </a:lnTo>
                <a:lnTo>
                  <a:pt x="3" y="6"/>
                </a:lnTo>
                <a:lnTo>
                  <a:pt x="5" y="5"/>
                </a:lnTo>
                <a:lnTo>
                  <a:pt x="6" y="4"/>
                </a:lnTo>
                <a:lnTo>
                  <a:pt x="8" y="2"/>
                </a:lnTo>
                <a:lnTo>
                  <a:pt x="6" y="1"/>
                </a:lnTo>
                <a:lnTo>
                  <a:pt x="5" y="0"/>
                </a:lnTo>
                <a:lnTo>
                  <a:pt x="4" y="0"/>
                </a:lnTo>
                <a:lnTo>
                  <a:pt x="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7" name=""/>
          <p:cNvSpPr/>
          <p:nvPr/>
        </p:nvSpPr>
        <p:spPr>
          <a:xfrm>
            <a:off x="4690800" y="3622680"/>
            <a:ext cx="13680" cy="5760"/>
          </a:xfrm>
          <a:custGeom>
            <a:avLst/>
            <a:gdLst/>
            <a:ahLst/>
            <a:rect l="0" t="0" r="r" b="b"/>
            <a:pathLst>
              <a:path fill="none" w="38" h="16">
                <a:moveTo>
                  <a:pt x="38" y="0"/>
                </a:moveTo>
                <a:lnTo>
                  <a:pt x="37" y="1"/>
                </a:lnTo>
                <a:lnTo>
                  <a:pt x="36" y="3"/>
                </a:lnTo>
                <a:lnTo>
                  <a:pt x="34" y="5"/>
                </a:lnTo>
                <a:lnTo>
                  <a:pt x="31" y="8"/>
                </a:lnTo>
                <a:lnTo>
                  <a:pt x="29" y="12"/>
                </a:lnTo>
                <a:lnTo>
                  <a:pt x="24" y="14"/>
                </a:lnTo>
                <a:lnTo>
                  <a:pt x="16" y="15"/>
                </a:lnTo>
                <a:lnTo>
                  <a:pt x="8" y="16"/>
                </a:lnTo>
                <a:lnTo>
                  <a:pt x="2" y="14"/>
                </a:lnTo>
                <a:lnTo>
                  <a:pt x="0" y="1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1800" rIns="39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8" name=""/>
          <p:cNvSpPr/>
          <p:nvPr/>
        </p:nvSpPr>
        <p:spPr>
          <a:xfrm>
            <a:off x="4910400" y="3612960"/>
            <a:ext cx="360" cy="0"/>
          </a:xfrm>
          <a:prstGeom prst="line">
            <a:avLst/>
          </a:prstGeom>
          <a:ln w="7920">
            <a:solidFill>
              <a:srgbClr val="4D4D4D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9" name=""/>
          <p:cNvSpPr/>
          <p:nvPr/>
        </p:nvSpPr>
        <p:spPr>
          <a:xfrm>
            <a:off x="4909680" y="3609720"/>
            <a:ext cx="5400" cy="4320"/>
          </a:xfrm>
          <a:custGeom>
            <a:avLst/>
            <a:gdLst/>
            <a:ahLst/>
            <a:rect l="0" t="0" r="r" b="b"/>
            <a:pathLst>
              <a:path fill="none" w="15" h="12">
                <a:moveTo>
                  <a:pt x="7" y="3"/>
                </a:moveTo>
                <a:lnTo>
                  <a:pt x="4" y="4"/>
                </a:lnTo>
                <a:lnTo>
                  <a:pt x="3" y="5"/>
                </a:lnTo>
                <a:lnTo>
                  <a:pt x="2" y="7"/>
                </a:lnTo>
                <a:lnTo>
                  <a:pt x="1" y="9"/>
                </a:lnTo>
                <a:lnTo>
                  <a:pt x="1" y="10"/>
                </a:lnTo>
                <a:lnTo>
                  <a:pt x="0" y="11"/>
                </a:lnTo>
                <a:lnTo>
                  <a:pt x="1" y="12"/>
                </a:lnTo>
                <a:lnTo>
                  <a:pt x="2" y="12"/>
                </a:lnTo>
                <a:lnTo>
                  <a:pt x="4" y="12"/>
                </a:lnTo>
                <a:lnTo>
                  <a:pt x="7" y="10"/>
                </a:lnTo>
                <a:lnTo>
                  <a:pt x="8" y="9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3"/>
                </a:lnTo>
                <a:lnTo>
                  <a:pt x="15" y="2"/>
                </a:lnTo>
                <a:lnTo>
                  <a:pt x="15" y="1"/>
                </a:lnTo>
                <a:lnTo>
                  <a:pt x="14" y="1"/>
                </a:lnTo>
                <a:lnTo>
                  <a:pt x="1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60" rIns="39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0" name=""/>
          <p:cNvSpPr/>
          <p:nvPr/>
        </p:nvSpPr>
        <p:spPr>
          <a:xfrm>
            <a:off x="4962960" y="3611880"/>
            <a:ext cx="4320" cy="2520"/>
          </a:xfrm>
          <a:custGeom>
            <a:avLst/>
            <a:gdLst/>
            <a:ahLst/>
            <a:rect l="0" t="0" r="r" b="b"/>
            <a:pathLst>
              <a:path fill="none" w="12" h="7">
                <a:moveTo>
                  <a:pt x="2" y="7"/>
                </a:move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4" y="2"/>
                </a:lnTo>
                <a:lnTo>
                  <a:pt x="5" y="2"/>
                </a:lnTo>
                <a:lnTo>
                  <a:pt x="7" y="2"/>
                </a:lnTo>
                <a:lnTo>
                  <a:pt x="9" y="0"/>
                </a:lnTo>
                <a:lnTo>
                  <a:pt x="11" y="2"/>
                </a:lnTo>
                <a:lnTo>
                  <a:pt x="12" y="4"/>
                </a:lnTo>
                <a:lnTo>
                  <a:pt x="12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1" name=""/>
          <p:cNvSpPr/>
          <p:nvPr/>
        </p:nvSpPr>
        <p:spPr>
          <a:xfrm>
            <a:off x="4965480" y="361440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1"/>
                </a:move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2" name=""/>
          <p:cNvSpPr/>
          <p:nvPr/>
        </p:nvSpPr>
        <p:spPr>
          <a:xfrm>
            <a:off x="4703400" y="3629160"/>
            <a:ext cx="1440" cy="6120"/>
          </a:xfrm>
          <a:custGeom>
            <a:avLst/>
            <a:gdLst/>
            <a:ahLst/>
            <a:rect l="0" t="0" r="r" b="b"/>
            <a:pathLst>
              <a:path fill="none" w="4" h="17">
                <a:moveTo>
                  <a:pt x="4" y="17"/>
                </a:moveTo>
                <a:lnTo>
                  <a:pt x="1" y="16"/>
                </a:lnTo>
                <a:lnTo>
                  <a:pt x="0" y="10"/>
                </a:lnTo>
                <a:lnTo>
                  <a:pt x="0" y="5"/>
                </a:lnTo>
                <a:lnTo>
                  <a:pt x="0" y="2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2160" rIns="39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3" name=""/>
          <p:cNvSpPr/>
          <p:nvPr/>
        </p:nvSpPr>
        <p:spPr>
          <a:xfrm>
            <a:off x="4704840" y="3627720"/>
            <a:ext cx="2520" cy="7200"/>
          </a:xfrm>
          <a:custGeom>
            <a:avLst/>
            <a:gdLst/>
            <a:ahLst/>
            <a:rect l="0" t="0" r="r" b="b"/>
            <a:pathLst>
              <a:path fill="none" w="7" h="20">
                <a:moveTo>
                  <a:pt x="0" y="0"/>
                </a:moveTo>
                <a:lnTo>
                  <a:pt x="3" y="1"/>
                </a:lnTo>
                <a:lnTo>
                  <a:pt x="6" y="4"/>
                </a:lnTo>
                <a:lnTo>
                  <a:pt x="7" y="7"/>
                </a:lnTo>
                <a:lnTo>
                  <a:pt x="7" y="12"/>
                </a:lnTo>
                <a:lnTo>
                  <a:pt x="7" y="16"/>
                </a:lnTo>
                <a:lnTo>
                  <a:pt x="5" y="2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240" rIns="3960" bIns="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4" name=""/>
          <p:cNvSpPr/>
          <p:nvPr/>
        </p:nvSpPr>
        <p:spPr>
          <a:xfrm>
            <a:off x="4963680" y="3613680"/>
            <a:ext cx="5760" cy="3960"/>
          </a:xfrm>
          <a:custGeom>
            <a:avLst/>
            <a:gdLst/>
            <a:ahLst/>
            <a:rect l="0" t="0" r="r" b="b"/>
            <a:pathLst>
              <a:path fill="none" w="16" h="11">
                <a:moveTo>
                  <a:pt x="10" y="0"/>
                </a:moveTo>
                <a:lnTo>
                  <a:pt x="12" y="1"/>
                </a:lnTo>
                <a:lnTo>
                  <a:pt x="13" y="3"/>
                </a:lnTo>
                <a:lnTo>
                  <a:pt x="15" y="5"/>
                </a:lnTo>
                <a:lnTo>
                  <a:pt x="15" y="6"/>
                </a:lnTo>
                <a:lnTo>
                  <a:pt x="16" y="9"/>
                </a:lnTo>
                <a:lnTo>
                  <a:pt x="15" y="10"/>
                </a:lnTo>
                <a:lnTo>
                  <a:pt x="13" y="11"/>
                </a:lnTo>
                <a:lnTo>
                  <a:pt x="11" y="10"/>
                </a:lnTo>
                <a:lnTo>
                  <a:pt x="10" y="9"/>
                </a:lnTo>
                <a:lnTo>
                  <a:pt x="8" y="8"/>
                </a:lnTo>
                <a:lnTo>
                  <a:pt x="6" y="6"/>
                </a:lnTo>
                <a:lnTo>
                  <a:pt x="5" y="5"/>
                </a:lnTo>
                <a:lnTo>
                  <a:pt x="3" y="3"/>
                </a:lnTo>
                <a:lnTo>
                  <a:pt x="2" y="2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0" rIns="39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5" name=""/>
          <p:cNvSpPr/>
          <p:nvPr/>
        </p:nvSpPr>
        <p:spPr>
          <a:xfrm>
            <a:off x="4650840" y="3637440"/>
            <a:ext cx="6480" cy="5040"/>
          </a:xfrm>
          <a:custGeom>
            <a:avLst/>
            <a:gdLst/>
            <a:ahLst/>
            <a:rect l="0" t="0" r="r" b="b"/>
            <a:pathLst>
              <a:path fill="none" w="18" h="14">
                <a:moveTo>
                  <a:pt x="0" y="14"/>
                </a:moveTo>
                <a:lnTo>
                  <a:pt x="2" y="9"/>
                </a:lnTo>
                <a:lnTo>
                  <a:pt x="4" y="6"/>
                </a:lnTo>
                <a:lnTo>
                  <a:pt x="8" y="2"/>
                </a:lnTo>
                <a:lnTo>
                  <a:pt x="15" y="0"/>
                </a:lnTo>
                <a:lnTo>
                  <a:pt x="18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1080" rIns="39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6" name=""/>
          <p:cNvSpPr/>
          <p:nvPr/>
        </p:nvSpPr>
        <p:spPr>
          <a:xfrm>
            <a:off x="4786560" y="3630960"/>
            <a:ext cx="6840" cy="3240"/>
          </a:xfrm>
          <a:custGeom>
            <a:avLst/>
            <a:gdLst/>
            <a:ahLst/>
            <a:rect l="0" t="0" r="r" b="b"/>
            <a:pathLst>
              <a:path fill="none" w="19" h="9">
                <a:moveTo>
                  <a:pt x="0" y="3"/>
                </a:moveTo>
                <a:lnTo>
                  <a:pt x="0" y="2"/>
                </a:lnTo>
                <a:lnTo>
                  <a:pt x="2" y="1"/>
                </a:lnTo>
                <a:lnTo>
                  <a:pt x="5" y="0"/>
                </a:lnTo>
                <a:lnTo>
                  <a:pt x="10" y="0"/>
                </a:lnTo>
                <a:lnTo>
                  <a:pt x="13" y="0"/>
                </a:lnTo>
                <a:lnTo>
                  <a:pt x="17" y="1"/>
                </a:lnTo>
                <a:lnTo>
                  <a:pt x="18" y="4"/>
                </a:lnTo>
                <a:lnTo>
                  <a:pt x="19" y="7"/>
                </a:lnTo>
                <a:lnTo>
                  <a:pt x="19" y="9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720" rIns="39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7" name=""/>
          <p:cNvSpPr/>
          <p:nvPr/>
        </p:nvSpPr>
        <p:spPr>
          <a:xfrm>
            <a:off x="4786920" y="3633840"/>
            <a:ext cx="6480" cy="1440"/>
          </a:xfrm>
          <a:custGeom>
            <a:avLst/>
            <a:gdLst/>
            <a:ahLst/>
            <a:rect l="0" t="0" r="r" b="b"/>
            <a:pathLst>
              <a:path fill="none" w="18" h="4">
                <a:moveTo>
                  <a:pt x="18" y="2"/>
                </a:moveTo>
                <a:lnTo>
                  <a:pt x="17" y="4"/>
                </a:lnTo>
                <a:lnTo>
                  <a:pt x="16" y="2"/>
                </a:lnTo>
                <a:lnTo>
                  <a:pt x="14" y="1"/>
                </a:lnTo>
                <a:lnTo>
                  <a:pt x="12" y="0"/>
                </a:lnTo>
                <a:lnTo>
                  <a:pt x="9" y="0"/>
                </a:lnTo>
                <a:lnTo>
                  <a:pt x="3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8" name=""/>
          <p:cNvSpPr/>
          <p:nvPr/>
        </p:nvSpPr>
        <p:spPr>
          <a:xfrm>
            <a:off x="4651920" y="3638160"/>
            <a:ext cx="7560" cy="6120"/>
          </a:xfrm>
          <a:custGeom>
            <a:avLst/>
            <a:gdLst/>
            <a:ahLst/>
            <a:rect l="0" t="0" r="r" b="b"/>
            <a:pathLst>
              <a:path fill="none" w="21" h="17">
                <a:moveTo>
                  <a:pt x="21" y="0"/>
                </a:moveTo>
                <a:lnTo>
                  <a:pt x="21" y="4"/>
                </a:lnTo>
                <a:lnTo>
                  <a:pt x="20" y="8"/>
                </a:lnTo>
                <a:lnTo>
                  <a:pt x="16" y="12"/>
                </a:lnTo>
                <a:lnTo>
                  <a:pt x="12" y="15"/>
                </a:lnTo>
                <a:lnTo>
                  <a:pt x="9" y="16"/>
                </a:lnTo>
                <a:lnTo>
                  <a:pt x="0" y="17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2160" rIns="39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9" name=""/>
          <p:cNvSpPr/>
          <p:nvPr/>
        </p:nvSpPr>
        <p:spPr>
          <a:xfrm>
            <a:off x="4885920" y="36295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0" name=""/>
          <p:cNvSpPr/>
          <p:nvPr/>
        </p:nvSpPr>
        <p:spPr>
          <a:xfrm>
            <a:off x="4885200" y="36291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5" y="0"/>
                </a:lnTo>
                <a:lnTo>
                  <a:pt x="2" y="0"/>
                </a:lnTo>
                <a:lnTo>
                  <a:pt x="1" y="2"/>
                </a:lnTo>
                <a:lnTo>
                  <a:pt x="0" y="3"/>
                </a:lnTo>
                <a:lnTo>
                  <a:pt x="1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1" name=""/>
          <p:cNvSpPr/>
          <p:nvPr/>
        </p:nvSpPr>
        <p:spPr>
          <a:xfrm>
            <a:off x="4691880" y="3645000"/>
            <a:ext cx="7560" cy="3600"/>
          </a:xfrm>
          <a:custGeom>
            <a:avLst/>
            <a:gdLst/>
            <a:ahLst/>
            <a:rect l="0" t="0" r="r" b="b"/>
            <a:pathLst>
              <a:path fill="none" w="21" h="10">
                <a:moveTo>
                  <a:pt x="0" y="10"/>
                </a:moveTo>
                <a:lnTo>
                  <a:pt x="1" y="8"/>
                </a:lnTo>
                <a:lnTo>
                  <a:pt x="5" y="3"/>
                </a:lnTo>
                <a:lnTo>
                  <a:pt x="8" y="0"/>
                </a:lnTo>
                <a:lnTo>
                  <a:pt x="13" y="0"/>
                </a:lnTo>
                <a:lnTo>
                  <a:pt x="18" y="0"/>
                </a:lnTo>
                <a:lnTo>
                  <a:pt x="21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" rIns="39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2" name=""/>
          <p:cNvSpPr/>
          <p:nvPr/>
        </p:nvSpPr>
        <p:spPr>
          <a:xfrm>
            <a:off x="4692600" y="3646440"/>
            <a:ext cx="7200" cy="4680"/>
          </a:xfrm>
          <a:custGeom>
            <a:avLst/>
            <a:gdLst/>
            <a:ahLst/>
            <a:rect l="0" t="0" r="r" b="b"/>
            <a:pathLst>
              <a:path fill="none" w="20" h="13">
                <a:moveTo>
                  <a:pt x="20" y="0"/>
                </a:moveTo>
                <a:lnTo>
                  <a:pt x="19" y="1"/>
                </a:lnTo>
                <a:lnTo>
                  <a:pt x="18" y="4"/>
                </a:lnTo>
                <a:lnTo>
                  <a:pt x="16" y="6"/>
                </a:lnTo>
                <a:lnTo>
                  <a:pt x="13" y="10"/>
                </a:lnTo>
                <a:lnTo>
                  <a:pt x="8" y="12"/>
                </a:lnTo>
                <a:lnTo>
                  <a:pt x="3" y="13"/>
                </a:lnTo>
                <a:lnTo>
                  <a:pt x="0" y="1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720" rIns="39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3" name=""/>
          <p:cNvSpPr/>
          <p:nvPr/>
        </p:nvSpPr>
        <p:spPr>
          <a:xfrm>
            <a:off x="4790520" y="3645360"/>
            <a:ext cx="5040" cy="5400"/>
          </a:xfrm>
          <a:custGeom>
            <a:avLst/>
            <a:gdLst/>
            <a:ahLst/>
            <a:rect l="0" t="0" r="r" b="b"/>
            <a:pathLst>
              <a:path fill="none" w="14" h="15">
                <a:moveTo>
                  <a:pt x="0" y="15"/>
                </a:moveTo>
                <a:lnTo>
                  <a:pt x="1" y="13"/>
                </a:lnTo>
                <a:lnTo>
                  <a:pt x="1" y="11"/>
                </a:lnTo>
                <a:lnTo>
                  <a:pt x="1" y="9"/>
                </a:lnTo>
                <a:lnTo>
                  <a:pt x="3" y="6"/>
                </a:lnTo>
                <a:lnTo>
                  <a:pt x="5" y="4"/>
                </a:lnTo>
                <a:lnTo>
                  <a:pt x="9" y="2"/>
                </a:lnTo>
                <a:lnTo>
                  <a:pt x="11" y="0"/>
                </a:lnTo>
                <a:lnTo>
                  <a:pt x="14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1440" rIns="396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4" name=""/>
          <p:cNvSpPr/>
          <p:nvPr/>
        </p:nvSpPr>
        <p:spPr>
          <a:xfrm>
            <a:off x="4791240" y="3646080"/>
            <a:ext cx="6120" cy="6120"/>
          </a:xfrm>
          <a:custGeom>
            <a:avLst/>
            <a:gdLst/>
            <a:ahLst/>
            <a:rect l="0" t="0" r="r" b="b"/>
            <a:pathLst>
              <a:path fill="none" w="17" h="17">
                <a:moveTo>
                  <a:pt x="17" y="0"/>
                </a:moveTo>
                <a:lnTo>
                  <a:pt x="17" y="3"/>
                </a:lnTo>
                <a:lnTo>
                  <a:pt x="15" y="6"/>
                </a:lnTo>
                <a:lnTo>
                  <a:pt x="12" y="9"/>
                </a:lnTo>
                <a:lnTo>
                  <a:pt x="9" y="11"/>
                </a:lnTo>
                <a:lnTo>
                  <a:pt x="6" y="13"/>
                </a:lnTo>
                <a:lnTo>
                  <a:pt x="2" y="15"/>
                </a:lnTo>
                <a:lnTo>
                  <a:pt x="1" y="17"/>
                </a:lnTo>
                <a:lnTo>
                  <a:pt x="0" y="17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2160" rIns="39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5" name=""/>
          <p:cNvSpPr/>
          <p:nvPr/>
        </p:nvSpPr>
        <p:spPr>
          <a:xfrm>
            <a:off x="4954680" y="363852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6" y="0"/>
                </a:moveTo>
                <a:lnTo>
                  <a:pt x="3" y="1"/>
                </a:lnTo>
                <a:lnTo>
                  <a:pt x="1" y="3"/>
                </a:lnTo>
                <a:lnTo>
                  <a:pt x="0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6" name=""/>
          <p:cNvSpPr/>
          <p:nvPr/>
        </p:nvSpPr>
        <p:spPr>
          <a:xfrm>
            <a:off x="4955040" y="3637800"/>
            <a:ext cx="6120" cy="2520"/>
          </a:xfrm>
          <a:custGeom>
            <a:avLst/>
            <a:gdLst/>
            <a:ahLst/>
            <a:rect l="0" t="0" r="r" b="b"/>
            <a:pathLst>
              <a:path fill="none" w="17" h="7">
                <a:moveTo>
                  <a:pt x="0" y="7"/>
                </a:moveTo>
                <a:lnTo>
                  <a:pt x="3" y="5"/>
                </a:lnTo>
                <a:lnTo>
                  <a:pt x="5" y="5"/>
                </a:lnTo>
                <a:lnTo>
                  <a:pt x="9" y="4"/>
                </a:lnTo>
                <a:lnTo>
                  <a:pt x="12" y="3"/>
                </a:lnTo>
                <a:lnTo>
                  <a:pt x="15" y="3"/>
                </a:lnTo>
                <a:lnTo>
                  <a:pt x="12" y="4"/>
                </a:lnTo>
                <a:lnTo>
                  <a:pt x="15" y="5"/>
                </a:lnTo>
                <a:lnTo>
                  <a:pt x="17" y="4"/>
                </a:lnTo>
                <a:lnTo>
                  <a:pt x="17" y="2"/>
                </a:lnTo>
                <a:lnTo>
                  <a:pt x="16" y="0"/>
                </a:lnTo>
                <a:lnTo>
                  <a:pt x="12" y="0"/>
                </a:lnTo>
                <a:lnTo>
                  <a:pt x="9" y="2"/>
                </a:lnTo>
                <a:lnTo>
                  <a:pt x="5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7" name=""/>
          <p:cNvSpPr/>
          <p:nvPr/>
        </p:nvSpPr>
        <p:spPr>
          <a:xfrm>
            <a:off x="4955040" y="3638880"/>
            <a:ext cx="3960" cy="1800"/>
          </a:xfrm>
          <a:custGeom>
            <a:avLst/>
            <a:gdLst/>
            <a:ahLst/>
            <a:rect l="0" t="0" r="r" b="b"/>
            <a:pathLst>
              <a:path fill="none" w="11" h="5">
                <a:moveTo>
                  <a:pt x="11" y="0"/>
                </a:moveTo>
                <a:lnTo>
                  <a:pt x="9" y="2"/>
                </a:lnTo>
                <a:lnTo>
                  <a:pt x="7" y="3"/>
                </a:lnTo>
                <a:lnTo>
                  <a:pt x="4" y="3"/>
                </a:lnTo>
                <a:lnTo>
                  <a:pt x="2" y="3"/>
                </a:lnTo>
                <a:lnTo>
                  <a:pt x="0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8" name=""/>
          <p:cNvSpPr/>
          <p:nvPr/>
        </p:nvSpPr>
        <p:spPr>
          <a:xfrm>
            <a:off x="4954320" y="3639600"/>
            <a:ext cx="5040" cy="1080"/>
          </a:xfrm>
          <a:custGeom>
            <a:avLst/>
            <a:gdLst/>
            <a:ahLst/>
            <a:rect l="0" t="0" r="r" b="b"/>
            <a:pathLst>
              <a:path fill="none" w="14" h="3">
                <a:moveTo>
                  <a:pt x="14" y="0"/>
                </a:moveTo>
                <a:lnTo>
                  <a:pt x="11" y="0"/>
                </a:lnTo>
                <a:lnTo>
                  <a:pt x="8" y="2"/>
                </a:lnTo>
                <a:lnTo>
                  <a:pt x="5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9" name=""/>
          <p:cNvSpPr/>
          <p:nvPr/>
        </p:nvSpPr>
        <p:spPr>
          <a:xfrm>
            <a:off x="4967280" y="363744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0" y="6"/>
                </a:moveTo>
                <a:lnTo>
                  <a:pt x="1" y="6"/>
                </a:lnTo>
                <a:lnTo>
                  <a:pt x="3" y="6"/>
                </a:lnTo>
                <a:lnTo>
                  <a:pt x="5" y="6"/>
                </a:lnTo>
                <a:lnTo>
                  <a:pt x="8" y="6"/>
                </a:lnTo>
                <a:lnTo>
                  <a:pt x="9" y="5"/>
                </a:lnTo>
                <a:lnTo>
                  <a:pt x="9" y="3"/>
                </a:lnTo>
                <a:lnTo>
                  <a:pt x="9" y="1"/>
                </a:lnTo>
                <a:lnTo>
                  <a:pt x="5" y="1"/>
                </a:lnTo>
                <a:lnTo>
                  <a:pt x="4" y="0"/>
                </a:lnTo>
                <a:lnTo>
                  <a:pt x="1" y="1"/>
                </a:lnTo>
                <a:lnTo>
                  <a:pt x="0" y="3"/>
                </a:lnTo>
                <a:lnTo>
                  <a:pt x="0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0" name=""/>
          <p:cNvSpPr/>
          <p:nvPr/>
        </p:nvSpPr>
        <p:spPr>
          <a:xfrm>
            <a:off x="4631040" y="3665520"/>
            <a:ext cx="5760" cy="2160"/>
          </a:xfrm>
          <a:custGeom>
            <a:avLst/>
            <a:gdLst/>
            <a:ahLst/>
            <a:rect l="0" t="0" r="r" b="b"/>
            <a:pathLst>
              <a:path fill="none" w="16" h="6">
                <a:moveTo>
                  <a:pt x="0" y="6"/>
                </a:moveTo>
                <a:lnTo>
                  <a:pt x="1" y="6"/>
                </a:lnTo>
                <a:lnTo>
                  <a:pt x="5" y="2"/>
                </a:lnTo>
                <a:lnTo>
                  <a:pt x="8" y="1"/>
                </a:lnTo>
                <a:lnTo>
                  <a:pt x="12" y="1"/>
                </a:lnTo>
                <a:lnTo>
                  <a:pt x="16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1" name=""/>
          <p:cNvSpPr/>
          <p:nvPr/>
        </p:nvSpPr>
        <p:spPr>
          <a:xfrm>
            <a:off x="4643640" y="3665520"/>
            <a:ext cx="10440" cy="2880"/>
          </a:xfrm>
          <a:custGeom>
            <a:avLst/>
            <a:gdLst/>
            <a:ahLst/>
            <a:rect l="0" t="0" r="r" b="b"/>
            <a:pathLst>
              <a:path fill="none" w="29" h="8">
                <a:moveTo>
                  <a:pt x="0" y="0"/>
                </a:moveTo>
                <a:lnTo>
                  <a:pt x="4" y="0"/>
                </a:lnTo>
                <a:lnTo>
                  <a:pt x="8" y="0"/>
                </a:lnTo>
                <a:lnTo>
                  <a:pt x="13" y="2"/>
                </a:lnTo>
                <a:lnTo>
                  <a:pt x="19" y="2"/>
                </a:lnTo>
                <a:lnTo>
                  <a:pt x="23" y="2"/>
                </a:lnTo>
                <a:lnTo>
                  <a:pt x="26" y="3"/>
                </a:lnTo>
                <a:lnTo>
                  <a:pt x="28" y="5"/>
                </a:lnTo>
                <a:lnTo>
                  <a:pt x="29" y="8"/>
                </a:lnTo>
                <a:lnTo>
                  <a:pt x="28" y="8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080" rIns="39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2" name=""/>
          <p:cNvSpPr/>
          <p:nvPr/>
        </p:nvSpPr>
        <p:spPr>
          <a:xfrm>
            <a:off x="4779000" y="3654360"/>
            <a:ext cx="2880" cy="6840"/>
          </a:xfrm>
          <a:custGeom>
            <a:avLst/>
            <a:gdLst/>
            <a:ahLst/>
            <a:rect l="0" t="0" r="r" b="b"/>
            <a:pathLst>
              <a:path fill="none" w="8" h="19">
                <a:moveTo>
                  <a:pt x="1" y="19"/>
                </a:moveTo>
                <a:lnTo>
                  <a:pt x="1" y="18"/>
                </a:lnTo>
                <a:lnTo>
                  <a:pt x="0" y="15"/>
                </a:lnTo>
                <a:lnTo>
                  <a:pt x="0" y="13"/>
                </a:lnTo>
                <a:lnTo>
                  <a:pt x="1" y="11"/>
                </a:lnTo>
                <a:lnTo>
                  <a:pt x="1" y="8"/>
                </a:lnTo>
                <a:lnTo>
                  <a:pt x="3" y="3"/>
                </a:lnTo>
                <a:lnTo>
                  <a:pt x="8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2880" rIns="3960" bIns="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3" name=""/>
          <p:cNvSpPr/>
          <p:nvPr/>
        </p:nvSpPr>
        <p:spPr>
          <a:xfrm>
            <a:off x="4781520" y="3654720"/>
            <a:ext cx="2160" cy="6480"/>
          </a:xfrm>
          <a:custGeom>
            <a:avLst/>
            <a:gdLst/>
            <a:ahLst/>
            <a:rect l="0" t="0" r="r" b="b"/>
            <a:pathLst>
              <a:path fill="none" w="6" h="18">
                <a:moveTo>
                  <a:pt x="5" y="0"/>
                </a:moveTo>
                <a:lnTo>
                  <a:pt x="6" y="2"/>
                </a:lnTo>
                <a:lnTo>
                  <a:pt x="6" y="5"/>
                </a:lnTo>
                <a:lnTo>
                  <a:pt x="5" y="8"/>
                </a:lnTo>
                <a:lnTo>
                  <a:pt x="3" y="11"/>
                </a:lnTo>
                <a:lnTo>
                  <a:pt x="2" y="14"/>
                </a:lnTo>
                <a:lnTo>
                  <a:pt x="0" y="17"/>
                </a:lnTo>
                <a:lnTo>
                  <a:pt x="0" y="18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2520" rIns="396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4" name=""/>
          <p:cNvSpPr/>
          <p:nvPr/>
        </p:nvSpPr>
        <p:spPr>
          <a:xfrm>
            <a:off x="4633560" y="3669120"/>
            <a:ext cx="5760" cy="2160"/>
          </a:xfrm>
          <a:custGeom>
            <a:avLst/>
            <a:gdLst/>
            <a:ahLst/>
            <a:rect l="0" t="0" r="r" b="b"/>
            <a:pathLst>
              <a:path fill="none" w="16" h="6">
                <a:moveTo>
                  <a:pt x="16" y="0"/>
                </a:moveTo>
                <a:lnTo>
                  <a:pt x="14" y="2"/>
                </a:lnTo>
                <a:lnTo>
                  <a:pt x="12" y="4"/>
                </a:lnTo>
                <a:lnTo>
                  <a:pt x="10" y="6"/>
                </a:lnTo>
                <a:lnTo>
                  <a:pt x="6" y="6"/>
                </a:lnTo>
                <a:lnTo>
                  <a:pt x="0" y="6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5" name=""/>
          <p:cNvSpPr/>
          <p:nvPr/>
        </p:nvSpPr>
        <p:spPr>
          <a:xfrm>
            <a:off x="4644000" y="3668760"/>
            <a:ext cx="10080" cy="1800"/>
          </a:xfrm>
          <a:custGeom>
            <a:avLst/>
            <a:gdLst/>
            <a:ahLst/>
            <a:rect l="0" t="0" r="r" b="b"/>
            <a:pathLst>
              <a:path fill="none" w="28" h="5">
                <a:moveTo>
                  <a:pt x="28" y="3"/>
                </a:moveTo>
                <a:lnTo>
                  <a:pt x="28" y="4"/>
                </a:lnTo>
                <a:lnTo>
                  <a:pt x="26" y="5"/>
                </a:lnTo>
                <a:lnTo>
                  <a:pt x="22" y="5"/>
                </a:lnTo>
                <a:lnTo>
                  <a:pt x="18" y="5"/>
                </a:lnTo>
                <a:lnTo>
                  <a:pt x="14" y="4"/>
                </a:lnTo>
                <a:lnTo>
                  <a:pt x="10" y="3"/>
                </a:lnTo>
                <a:lnTo>
                  <a:pt x="6" y="3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6" name=""/>
          <p:cNvSpPr/>
          <p:nvPr/>
        </p:nvSpPr>
        <p:spPr>
          <a:xfrm>
            <a:off x="4624560" y="3668760"/>
            <a:ext cx="4320" cy="4320"/>
          </a:xfrm>
          <a:custGeom>
            <a:avLst/>
            <a:gdLst/>
            <a:ahLst/>
            <a:rect l="0" t="0" r="r" b="b"/>
            <a:pathLst>
              <a:path fill="none" w="12" h="12">
                <a:moveTo>
                  <a:pt x="0" y="12"/>
                </a:moveTo>
                <a:lnTo>
                  <a:pt x="3" y="7"/>
                </a:lnTo>
                <a:lnTo>
                  <a:pt x="5" y="5"/>
                </a:lnTo>
                <a:lnTo>
                  <a:pt x="11" y="0"/>
                </a:lnTo>
                <a:lnTo>
                  <a:pt x="1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60" rIns="39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7" name=""/>
          <p:cNvSpPr/>
          <p:nvPr/>
        </p:nvSpPr>
        <p:spPr>
          <a:xfrm>
            <a:off x="4627080" y="3671280"/>
            <a:ext cx="5040" cy="3600"/>
          </a:xfrm>
          <a:custGeom>
            <a:avLst/>
            <a:gdLst/>
            <a:ahLst/>
            <a:rect l="0" t="0" r="r" b="b"/>
            <a:pathLst>
              <a:path fill="none" w="14" h="10">
                <a:moveTo>
                  <a:pt x="14" y="0"/>
                </a:moveTo>
                <a:lnTo>
                  <a:pt x="13" y="2"/>
                </a:lnTo>
                <a:lnTo>
                  <a:pt x="12" y="3"/>
                </a:lnTo>
                <a:lnTo>
                  <a:pt x="10" y="5"/>
                </a:lnTo>
                <a:lnTo>
                  <a:pt x="5" y="8"/>
                </a:lnTo>
                <a:lnTo>
                  <a:pt x="1" y="10"/>
                </a:lnTo>
                <a:lnTo>
                  <a:pt x="0" y="1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" rIns="39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8" name=""/>
          <p:cNvSpPr/>
          <p:nvPr/>
        </p:nvSpPr>
        <p:spPr>
          <a:xfrm flipV="1">
            <a:off x="4962960" y="3654000"/>
            <a:ext cx="0" cy="720"/>
          </a:xfrm>
          <a:prstGeom prst="line">
            <a:avLst/>
          </a:prstGeom>
          <a:ln w="7920">
            <a:solidFill>
              <a:srgbClr val="4D4D4D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9" name=""/>
          <p:cNvSpPr/>
          <p:nvPr/>
        </p:nvSpPr>
        <p:spPr>
          <a:xfrm>
            <a:off x="4961520" y="36547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0" name=""/>
          <p:cNvSpPr/>
          <p:nvPr/>
        </p:nvSpPr>
        <p:spPr>
          <a:xfrm>
            <a:off x="4958640" y="3654000"/>
            <a:ext cx="3960" cy="1800"/>
          </a:xfrm>
          <a:custGeom>
            <a:avLst/>
            <a:gdLst/>
            <a:ahLst/>
            <a:rect l="0" t="0" r="r" b="b"/>
            <a:pathLst>
              <a:path fill="none" w="11" h="5">
                <a:moveTo>
                  <a:pt x="11" y="0"/>
                </a:moveTo>
                <a:lnTo>
                  <a:pt x="9" y="0"/>
                </a:lnTo>
                <a:lnTo>
                  <a:pt x="6" y="1"/>
                </a:lnTo>
                <a:lnTo>
                  <a:pt x="3" y="2"/>
                </a:lnTo>
                <a:lnTo>
                  <a:pt x="0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1" name=""/>
          <p:cNvSpPr/>
          <p:nvPr/>
        </p:nvSpPr>
        <p:spPr>
          <a:xfrm>
            <a:off x="4958280" y="365508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12" y="0"/>
                </a:moveTo>
                <a:lnTo>
                  <a:pt x="10" y="2"/>
                </a:lnTo>
                <a:lnTo>
                  <a:pt x="8" y="3"/>
                </a:lnTo>
                <a:lnTo>
                  <a:pt x="7" y="4"/>
                </a:lnTo>
                <a:lnTo>
                  <a:pt x="6" y="6"/>
                </a:lnTo>
                <a:lnTo>
                  <a:pt x="3" y="6"/>
                </a:lnTo>
                <a:lnTo>
                  <a:pt x="1" y="6"/>
                </a:lnTo>
                <a:lnTo>
                  <a:pt x="0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2" name=""/>
          <p:cNvSpPr/>
          <p:nvPr/>
        </p:nvSpPr>
        <p:spPr>
          <a:xfrm>
            <a:off x="5099040" y="3596400"/>
            <a:ext cx="49320" cy="61560"/>
          </a:xfrm>
          <a:custGeom>
            <a:avLst/>
            <a:gdLst/>
            <a:ahLst/>
            <a:rect l="0" t="0" r="r" b="b"/>
            <a:pathLst>
              <a:path fill="none" w="137" h="171">
                <a:moveTo>
                  <a:pt x="0" y="171"/>
                </a:moveTo>
                <a:lnTo>
                  <a:pt x="2" y="168"/>
                </a:lnTo>
                <a:lnTo>
                  <a:pt x="6" y="163"/>
                </a:lnTo>
                <a:lnTo>
                  <a:pt x="11" y="156"/>
                </a:lnTo>
                <a:lnTo>
                  <a:pt x="16" y="149"/>
                </a:lnTo>
                <a:lnTo>
                  <a:pt x="22" y="142"/>
                </a:lnTo>
                <a:lnTo>
                  <a:pt x="27" y="136"/>
                </a:lnTo>
                <a:lnTo>
                  <a:pt x="34" y="128"/>
                </a:lnTo>
                <a:lnTo>
                  <a:pt x="40" y="119"/>
                </a:lnTo>
                <a:lnTo>
                  <a:pt x="46" y="112"/>
                </a:lnTo>
                <a:lnTo>
                  <a:pt x="53" y="102"/>
                </a:lnTo>
                <a:lnTo>
                  <a:pt x="61" y="93"/>
                </a:lnTo>
                <a:lnTo>
                  <a:pt x="67" y="86"/>
                </a:lnTo>
                <a:lnTo>
                  <a:pt x="74" y="77"/>
                </a:lnTo>
                <a:lnTo>
                  <a:pt x="80" y="69"/>
                </a:lnTo>
                <a:lnTo>
                  <a:pt x="85" y="63"/>
                </a:lnTo>
                <a:lnTo>
                  <a:pt x="92" y="55"/>
                </a:lnTo>
                <a:lnTo>
                  <a:pt x="100" y="45"/>
                </a:lnTo>
                <a:lnTo>
                  <a:pt x="108" y="35"/>
                </a:lnTo>
                <a:lnTo>
                  <a:pt x="112" y="28"/>
                </a:lnTo>
                <a:lnTo>
                  <a:pt x="118" y="22"/>
                </a:lnTo>
                <a:lnTo>
                  <a:pt x="123" y="15"/>
                </a:lnTo>
                <a:lnTo>
                  <a:pt x="127" y="10"/>
                </a:lnTo>
                <a:lnTo>
                  <a:pt x="134" y="4"/>
                </a:lnTo>
                <a:lnTo>
                  <a:pt x="137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960" rIns="3960" bIns="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3" name=""/>
          <p:cNvSpPr/>
          <p:nvPr/>
        </p:nvSpPr>
        <p:spPr>
          <a:xfrm>
            <a:off x="4946040" y="3686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4" name=""/>
          <p:cNvSpPr/>
          <p:nvPr/>
        </p:nvSpPr>
        <p:spPr>
          <a:xfrm>
            <a:off x="4944960" y="36860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5" y="0"/>
                </a:moveTo>
                <a:lnTo>
                  <a:pt x="4" y="0"/>
                </a:lnTo>
                <a:lnTo>
                  <a:pt x="1" y="0"/>
                </a:lnTo>
                <a:lnTo>
                  <a:pt x="0" y="2"/>
                </a:lnTo>
                <a:lnTo>
                  <a:pt x="0" y="5"/>
                </a:lnTo>
                <a:lnTo>
                  <a:pt x="3" y="5"/>
                </a:lnTo>
                <a:lnTo>
                  <a:pt x="4" y="5"/>
                </a:lnTo>
                <a:lnTo>
                  <a:pt x="5" y="4"/>
                </a:lnTo>
                <a:lnTo>
                  <a:pt x="6" y="2"/>
                </a:lnTo>
                <a:lnTo>
                  <a:pt x="6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5" name=""/>
          <p:cNvSpPr/>
          <p:nvPr/>
        </p:nvSpPr>
        <p:spPr>
          <a:xfrm>
            <a:off x="4921560" y="3729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6" name=""/>
          <p:cNvSpPr/>
          <p:nvPr/>
        </p:nvSpPr>
        <p:spPr>
          <a:xfrm>
            <a:off x="4920480" y="3730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7" name=""/>
          <p:cNvSpPr/>
          <p:nvPr/>
        </p:nvSpPr>
        <p:spPr>
          <a:xfrm>
            <a:off x="4517640" y="3703680"/>
            <a:ext cx="10080" cy="71280"/>
          </a:xfrm>
          <a:custGeom>
            <a:avLst/>
            <a:gdLst/>
            <a:ahLst/>
            <a:rect l="0" t="0" r="r" b="b"/>
            <a:pathLst>
              <a:path fill="none" w="28" h="198">
                <a:moveTo>
                  <a:pt x="6" y="0"/>
                </a:moveTo>
                <a:lnTo>
                  <a:pt x="4" y="7"/>
                </a:lnTo>
                <a:lnTo>
                  <a:pt x="3" y="13"/>
                </a:lnTo>
                <a:lnTo>
                  <a:pt x="1" y="23"/>
                </a:lnTo>
                <a:lnTo>
                  <a:pt x="1" y="33"/>
                </a:lnTo>
                <a:lnTo>
                  <a:pt x="1" y="41"/>
                </a:lnTo>
                <a:lnTo>
                  <a:pt x="1" y="51"/>
                </a:lnTo>
                <a:lnTo>
                  <a:pt x="0" y="64"/>
                </a:lnTo>
                <a:lnTo>
                  <a:pt x="1" y="71"/>
                </a:lnTo>
                <a:lnTo>
                  <a:pt x="1" y="79"/>
                </a:lnTo>
                <a:lnTo>
                  <a:pt x="2" y="89"/>
                </a:lnTo>
                <a:lnTo>
                  <a:pt x="2" y="100"/>
                </a:lnTo>
                <a:lnTo>
                  <a:pt x="4" y="111"/>
                </a:lnTo>
                <a:lnTo>
                  <a:pt x="6" y="125"/>
                </a:lnTo>
                <a:lnTo>
                  <a:pt x="7" y="129"/>
                </a:lnTo>
                <a:lnTo>
                  <a:pt x="8" y="139"/>
                </a:lnTo>
                <a:lnTo>
                  <a:pt x="10" y="148"/>
                </a:lnTo>
                <a:lnTo>
                  <a:pt x="13" y="155"/>
                </a:lnTo>
                <a:lnTo>
                  <a:pt x="15" y="163"/>
                </a:lnTo>
                <a:lnTo>
                  <a:pt x="17" y="174"/>
                </a:lnTo>
                <a:lnTo>
                  <a:pt x="19" y="180"/>
                </a:lnTo>
                <a:lnTo>
                  <a:pt x="22" y="186"/>
                </a:lnTo>
                <a:lnTo>
                  <a:pt x="25" y="191"/>
                </a:lnTo>
                <a:lnTo>
                  <a:pt x="28" y="198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960" rIns="3960" bIns="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8" name=""/>
          <p:cNvSpPr/>
          <p:nvPr/>
        </p:nvSpPr>
        <p:spPr>
          <a:xfrm>
            <a:off x="4863960" y="3758040"/>
            <a:ext cx="1440" cy="6480"/>
          </a:xfrm>
          <a:custGeom>
            <a:avLst/>
            <a:gdLst/>
            <a:ahLst/>
            <a:rect l="0" t="0" r="r" b="b"/>
            <a:pathLst>
              <a:path fill="none" w="4" h="18">
                <a:moveTo>
                  <a:pt x="4" y="18"/>
                </a:moveTo>
                <a:lnTo>
                  <a:pt x="2" y="17"/>
                </a:lnTo>
                <a:lnTo>
                  <a:pt x="1" y="14"/>
                </a:lnTo>
                <a:lnTo>
                  <a:pt x="1" y="11"/>
                </a:lnTo>
                <a:lnTo>
                  <a:pt x="0" y="6"/>
                </a:lnTo>
                <a:lnTo>
                  <a:pt x="1" y="1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2520" rIns="396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9" name=""/>
          <p:cNvSpPr/>
          <p:nvPr/>
        </p:nvSpPr>
        <p:spPr>
          <a:xfrm>
            <a:off x="4866840" y="3758400"/>
            <a:ext cx="1440" cy="6120"/>
          </a:xfrm>
          <a:custGeom>
            <a:avLst/>
            <a:gdLst/>
            <a:ahLst/>
            <a:rect l="0" t="0" r="r" b="b"/>
            <a:pathLst>
              <a:path fill="none" w="4" h="17">
                <a:moveTo>
                  <a:pt x="0" y="0"/>
                </a:moveTo>
                <a:lnTo>
                  <a:pt x="2" y="2"/>
                </a:lnTo>
                <a:lnTo>
                  <a:pt x="3" y="5"/>
                </a:lnTo>
                <a:lnTo>
                  <a:pt x="3" y="8"/>
                </a:lnTo>
                <a:lnTo>
                  <a:pt x="4" y="11"/>
                </a:lnTo>
                <a:lnTo>
                  <a:pt x="3" y="14"/>
                </a:lnTo>
                <a:lnTo>
                  <a:pt x="2" y="17"/>
                </a:lnTo>
                <a:lnTo>
                  <a:pt x="0" y="17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2160" rIns="39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0" name=""/>
          <p:cNvSpPr/>
          <p:nvPr/>
        </p:nvSpPr>
        <p:spPr>
          <a:xfrm>
            <a:off x="4864320" y="3767760"/>
            <a:ext cx="5760" cy="3240"/>
          </a:xfrm>
          <a:custGeom>
            <a:avLst/>
            <a:gdLst/>
            <a:ahLst/>
            <a:rect l="0" t="0" r="r" b="b"/>
            <a:pathLst>
              <a:path fill="none" w="16" h="9">
                <a:moveTo>
                  <a:pt x="0" y="9"/>
                </a:moveTo>
                <a:lnTo>
                  <a:pt x="1" y="8"/>
                </a:lnTo>
                <a:lnTo>
                  <a:pt x="2" y="7"/>
                </a:lnTo>
                <a:lnTo>
                  <a:pt x="5" y="4"/>
                </a:lnTo>
                <a:lnTo>
                  <a:pt x="8" y="1"/>
                </a:lnTo>
                <a:lnTo>
                  <a:pt x="12" y="0"/>
                </a:lnTo>
                <a:lnTo>
                  <a:pt x="14" y="1"/>
                </a:lnTo>
                <a:lnTo>
                  <a:pt x="16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720" rIns="39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1" name=""/>
          <p:cNvSpPr/>
          <p:nvPr/>
        </p:nvSpPr>
        <p:spPr>
          <a:xfrm>
            <a:off x="4865400" y="3771360"/>
            <a:ext cx="5400" cy="3240"/>
          </a:xfrm>
          <a:custGeom>
            <a:avLst/>
            <a:gdLst/>
            <a:ahLst/>
            <a:rect l="0" t="0" r="r" b="b"/>
            <a:pathLst>
              <a:path fill="none" w="15" h="9">
                <a:moveTo>
                  <a:pt x="14" y="0"/>
                </a:moveTo>
                <a:lnTo>
                  <a:pt x="14" y="1"/>
                </a:lnTo>
                <a:lnTo>
                  <a:pt x="14" y="3"/>
                </a:lnTo>
                <a:lnTo>
                  <a:pt x="15" y="6"/>
                </a:lnTo>
                <a:lnTo>
                  <a:pt x="13" y="9"/>
                </a:lnTo>
                <a:lnTo>
                  <a:pt x="10" y="9"/>
                </a:lnTo>
                <a:lnTo>
                  <a:pt x="7" y="8"/>
                </a:lnTo>
                <a:lnTo>
                  <a:pt x="4" y="8"/>
                </a:lnTo>
                <a:lnTo>
                  <a:pt x="0" y="6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720" rIns="39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2" name=""/>
          <p:cNvSpPr/>
          <p:nvPr/>
        </p:nvSpPr>
        <p:spPr>
          <a:xfrm>
            <a:off x="4861080" y="3772080"/>
            <a:ext cx="1440" cy="4680"/>
          </a:xfrm>
          <a:custGeom>
            <a:avLst/>
            <a:gdLst/>
            <a:ahLst/>
            <a:rect l="0" t="0" r="r" b="b"/>
            <a:pathLst>
              <a:path fill="none" w="4" h="13">
                <a:moveTo>
                  <a:pt x="4" y="13"/>
                </a:moveTo>
                <a:lnTo>
                  <a:pt x="1" y="10"/>
                </a:lnTo>
                <a:lnTo>
                  <a:pt x="0" y="8"/>
                </a:lnTo>
                <a:lnTo>
                  <a:pt x="3" y="4"/>
                </a:lnTo>
                <a:lnTo>
                  <a:pt x="3" y="2"/>
                </a:lnTo>
                <a:lnTo>
                  <a:pt x="4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720" rIns="39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3" name=""/>
          <p:cNvSpPr/>
          <p:nvPr/>
        </p:nvSpPr>
        <p:spPr>
          <a:xfrm>
            <a:off x="4857480" y="3777120"/>
            <a:ext cx="5400" cy="3240"/>
          </a:xfrm>
          <a:custGeom>
            <a:avLst/>
            <a:gdLst/>
            <a:ahLst/>
            <a:rect l="0" t="0" r="r" b="b"/>
            <a:pathLst>
              <a:path fill="none" w="15" h="9">
                <a:moveTo>
                  <a:pt x="3" y="9"/>
                </a:moveTo>
                <a:lnTo>
                  <a:pt x="1" y="7"/>
                </a:lnTo>
                <a:lnTo>
                  <a:pt x="0" y="4"/>
                </a:lnTo>
                <a:lnTo>
                  <a:pt x="1" y="0"/>
                </a:lnTo>
                <a:lnTo>
                  <a:pt x="5" y="0"/>
                </a:lnTo>
                <a:lnTo>
                  <a:pt x="7" y="0"/>
                </a:lnTo>
                <a:lnTo>
                  <a:pt x="11" y="1"/>
                </a:lnTo>
                <a:lnTo>
                  <a:pt x="14" y="3"/>
                </a:lnTo>
                <a:lnTo>
                  <a:pt x="15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720" rIns="39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4" name=""/>
          <p:cNvSpPr/>
          <p:nvPr/>
        </p:nvSpPr>
        <p:spPr>
          <a:xfrm>
            <a:off x="4852440" y="3782160"/>
            <a:ext cx="5040" cy="3240"/>
          </a:xfrm>
          <a:custGeom>
            <a:avLst/>
            <a:gdLst/>
            <a:ahLst/>
            <a:rect l="0" t="0" r="r" b="b"/>
            <a:pathLst>
              <a:path fill="none" w="14" h="9">
                <a:moveTo>
                  <a:pt x="1" y="9"/>
                </a:moveTo>
                <a:lnTo>
                  <a:pt x="0" y="6"/>
                </a:lnTo>
                <a:lnTo>
                  <a:pt x="2" y="3"/>
                </a:lnTo>
                <a:lnTo>
                  <a:pt x="6" y="0"/>
                </a:lnTo>
                <a:lnTo>
                  <a:pt x="9" y="0"/>
                </a:lnTo>
                <a:lnTo>
                  <a:pt x="12" y="0"/>
                </a:lnTo>
                <a:lnTo>
                  <a:pt x="14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720" rIns="39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5" name=""/>
          <p:cNvSpPr/>
          <p:nvPr/>
        </p:nvSpPr>
        <p:spPr>
          <a:xfrm>
            <a:off x="4869000" y="3777480"/>
            <a:ext cx="1800" cy="6480"/>
          </a:xfrm>
          <a:custGeom>
            <a:avLst/>
            <a:gdLst/>
            <a:ahLst/>
            <a:rect l="0" t="0" r="r" b="b"/>
            <a:pathLst>
              <a:path fill="none" w="5" h="18">
                <a:moveTo>
                  <a:pt x="0" y="0"/>
                </a:moveTo>
                <a:lnTo>
                  <a:pt x="3" y="3"/>
                </a:lnTo>
                <a:lnTo>
                  <a:pt x="5" y="9"/>
                </a:lnTo>
                <a:lnTo>
                  <a:pt x="5" y="11"/>
                </a:lnTo>
                <a:lnTo>
                  <a:pt x="5" y="14"/>
                </a:lnTo>
                <a:lnTo>
                  <a:pt x="4" y="16"/>
                </a:lnTo>
                <a:lnTo>
                  <a:pt x="0" y="18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2520" rIns="396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6" name=""/>
          <p:cNvSpPr/>
          <p:nvPr/>
        </p:nvSpPr>
        <p:spPr>
          <a:xfrm>
            <a:off x="4861800" y="3789360"/>
            <a:ext cx="8280" cy="1800"/>
          </a:xfrm>
          <a:custGeom>
            <a:avLst/>
            <a:gdLst/>
            <a:ahLst/>
            <a:rect l="0" t="0" r="r" b="b"/>
            <a:pathLst>
              <a:path fill="none" w="23" h="5">
                <a:moveTo>
                  <a:pt x="0" y="3"/>
                </a:moveTo>
                <a:lnTo>
                  <a:pt x="2" y="2"/>
                </a:lnTo>
                <a:lnTo>
                  <a:pt x="7" y="0"/>
                </a:lnTo>
                <a:lnTo>
                  <a:pt x="13" y="1"/>
                </a:lnTo>
                <a:lnTo>
                  <a:pt x="17" y="2"/>
                </a:lnTo>
                <a:lnTo>
                  <a:pt x="22" y="3"/>
                </a:lnTo>
                <a:lnTo>
                  <a:pt x="23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7" name=""/>
          <p:cNvSpPr/>
          <p:nvPr/>
        </p:nvSpPr>
        <p:spPr>
          <a:xfrm>
            <a:off x="4862160" y="3791520"/>
            <a:ext cx="7560" cy="2160"/>
          </a:xfrm>
          <a:custGeom>
            <a:avLst/>
            <a:gdLst/>
            <a:ahLst/>
            <a:rect l="0" t="0" r="r" b="b"/>
            <a:pathLst>
              <a:path fill="none" w="21" h="6">
                <a:moveTo>
                  <a:pt x="21" y="3"/>
                </a:moveTo>
                <a:lnTo>
                  <a:pt x="20" y="5"/>
                </a:lnTo>
                <a:lnTo>
                  <a:pt x="17" y="6"/>
                </a:lnTo>
                <a:lnTo>
                  <a:pt x="12" y="5"/>
                </a:lnTo>
                <a:lnTo>
                  <a:pt x="7" y="4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8" name=""/>
          <p:cNvSpPr/>
          <p:nvPr/>
        </p:nvSpPr>
        <p:spPr>
          <a:xfrm>
            <a:off x="4878000" y="37969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0"/>
                </a:moveTo>
                <a:lnTo>
                  <a:pt x="0" y="1"/>
                </a:lnTo>
                <a:lnTo>
                  <a:pt x="2" y="2"/>
                </a:lnTo>
                <a:lnTo>
                  <a:pt x="3" y="4"/>
                </a:lnTo>
                <a:lnTo>
                  <a:pt x="5" y="4"/>
                </a:lnTo>
                <a:lnTo>
                  <a:pt x="5" y="2"/>
                </a:lnTo>
                <a:lnTo>
                  <a:pt x="5" y="1"/>
                </a:lnTo>
                <a:lnTo>
                  <a:pt x="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9" name=""/>
          <p:cNvSpPr/>
          <p:nvPr/>
        </p:nvSpPr>
        <p:spPr>
          <a:xfrm>
            <a:off x="4855320" y="38916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1"/>
                </a:moveTo>
                <a:lnTo>
                  <a:pt x="2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6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5" y="3"/>
                </a:lnTo>
                <a:lnTo>
                  <a:pt x="5" y="2"/>
                </a:lnTo>
                <a:lnTo>
                  <a:pt x="4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0" name=""/>
          <p:cNvSpPr/>
          <p:nvPr/>
        </p:nvSpPr>
        <p:spPr>
          <a:xfrm>
            <a:off x="4855680" y="38977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3"/>
                </a:moveTo>
                <a:lnTo>
                  <a:pt x="6" y="1"/>
                </a:lnTo>
                <a:lnTo>
                  <a:pt x="5" y="1"/>
                </a:lnTo>
                <a:lnTo>
                  <a:pt x="5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0" y="3"/>
                </a:lnTo>
                <a:lnTo>
                  <a:pt x="1" y="4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1" name=""/>
          <p:cNvSpPr/>
          <p:nvPr/>
        </p:nvSpPr>
        <p:spPr>
          <a:xfrm>
            <a:off x="4837320" y="3900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1"/>
                </a:moveTo>
                <a:lnTo>
                  <a:pt x="5" y="0"/>
                </a:lnTo>
                <a:lnTo>
                  <a:pt x="4" y="0"/>
                </a:lnTo>
                <a:lnTo>
                  <a:pt x="3" y="0"/>
                </a:lnTo>
                <a:lnTo>
                  <a:pt x="2" y="0"/>
                </a:lnTo>
                <a:lnTo>
                  <a:pt x="0" y="1"/>
                </a:lnTo>
                <a:lnTo>
                  <a:pt x="0" y="2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2" name=""/>
          <p:cNvSpPr/>
          <p:nvPr/>
        </p:nvSpPr>
        <p:spPr>
          <a:xfrm>
            <a:off x="4819320" y="3903840"/>
            <a:ext cx="84600" cy="28800"/>
          </a:xfrm>
          <a:custGeom>
            <a:avLst/>
            <a:gdLst/>
            <a:ahLst/>
            <a:rect l="0" t="0" r="r" b="b"/>
            <a:pathLst>
              <a:path fill="none" w="235" h="80">
                <a:moveTo>
                  <a:pt x="0" y="80"/>
                </a:moveTo>
                <a:lnTo>
                  <a:pt x="14" y="76"/>
                </a:lnTo>
                <a:lnTo>
                  <a:pt x="28" y="73"/>
                </a:lnTo>
                <a:lnTo>
                  <a:pt x="43" y="68"/>
                </a:lnTo>
                <a:lnTo>
                  <a:pt x="59" y="64"/>
                </a:lnTo>
                <a:lnTo>
                  <a:pt x="70" y="61"/>
                </a:lnTo>
                <a:lnTo>
                  <a:pt x="82" y="58"/>
                </a:lnTo>
                <a:lnTo>
                  <a:pt x="99" y="54"/>
                </a:lnTo>
                <a:lnTo>
                  <a:pt x="113" y="50"/>
                </a:lnTo>
                <a:lnTo>
                  <a:pt x="127" y="46"/>
                </a:lnTo>
                <a:lnTo>
                  <a:pt x="141" y="41"/>
                </a:lnTo>
                <a:lnTo>
                  <a:pt x="156" y="36"/>
                </a:lnTo>
                <a:lnTo>
                  <a:pt x="168" y="31"/>
                </a:lnTo>
                <a:lnTo>
                  <a:pt x="178" y="27"/>
                </a:lnTo>
                <a:lnTo>
                  <a:pt x="187" y="23"/>
                </a:lnTo>
                <a:lnTo>
                  <a:pt x="198" y="18"/>
                </a:lnTo>
                <a:lnTo>
                  <a:pt x="207" y="14"/>
                </a:lnTo>
                <a:lnTo>
                  <a:pt x="217" y="9"/>
                </a:lnTo>
                <a:lnTo>
                  <a:pt x="228" y="4"/>
                </a:lnTo>
                <a:lnTo>
                  <a:pt x="235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960" rIns="3960" bIns="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3" name=""/>
          <p:cNvSpPr/>
          <p:nvPr/>
        </p:nvSpPr>
        <p:spPr>
          <a:xfrm>
            <a:off x="4688280" y="23979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704" name=""/>
          <p:cNvSpPr/>
          <p:nvPr/>
        </p:nvSpPr>
        <p:spPr>
          <a:xfrm>
            <a:off x="4688280" y="23979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5" name=""/>
          <p:cNvSpPr/>
          <p:nvPr/>
        </p:nvSpPr>
        <p:spPr>
          <a:xfrm>
            <a:off x="3282480" y="149400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6" name=""/>
          <p:cNvSpPr/>
          <p:nvPr/>
        </p:nvSpPr>
        <p:spPr>
          <a:xfrm>
            <a:off x="3282480" y="149400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7" name=""/>
          <p:cNvSpPr/>
          <p:nvPr/>
        </p:nvSpPr>
        <p:spPr>
          <a:xfrm>
            <a:off x="4284360" y="145224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708" name=""/>
          <p:cNvSpPr/>
          <p:nvPr/>
        </p:nvSpPr>
        <p:spPr>
          <a:xfrm>
            <a:off x="4284360" y="145224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9" name=""/>
          <p:cNvSpPr/>
          <p:nvPr/>
        </p:nvSpPr>
        <p:spPr>
          <a:xfrm>
            <a:off x="4319280" y="17816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ECA3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0" name=""/>
          <p:cNvSpPr/>
          <p:nvPr/>
        </p:nvSpPr>
        <p:spPr>
          <a:xfrm>
            <a:off x="4319280" y="17816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ECA3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1" name=""/>
          <p:cNvSpPr/>
          <p:nvPr/>
        </p:nvSpPr>
        <p:spPr>
          <a:xfrm>
            <a:off x="5227920" y="5374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2" name=""/>
          <p:cNvSpPr/>
          <p:nvPr/>
        </p:nvSpPr>
        <p:spPr>
          <a:xfrm>
            <a:off x="5227920" y="5374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3" name=""/>
          <p:cNvSpPr/>
          <p:nvPr/>
        </p:nvSpPr>
        <p:spPr>
          <a:xfrm>
            <a:off x="4866120" y="12769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4" name=""/>
          <p:cNvSpPr/>
          <p:nvPr/>
        </p:nvSpPr>
        <p:spPr>
          <a:xfrm>
            <a:off x="4866120" y="12769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5" name=""/>
          <p:cNvSpPr/>
          <p:nvPr/>
        </p:nvSpPr>
        <p:spPr>
          <a:xfrm>
            <a:off x="5051160" y="19886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6" name=""/>
          <p:cNvSpPr/>
          <p:nvPr/>
        </p:nvSpPr>
        <p:spPr>
          <a:xfrm>
            <a:off x="5051160" y="19886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7" name=""/>
          <p:cNvSpPr/>
          <p:nvPr/>
        </p:nvSpPr>
        <p:spPr>
          <a:xfrm>
            <a:off x="4816080" y="18860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DAEFF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8" name=""/>
          <p:cNvSpPr/>
          <p:nvPr/>
        </p:nvSpPr>
        <p:spPr>
          <a:xfrm>
            <a:off x="4816080" y="18860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DAEFF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9" name=""/>
          <p:cNvSpPr/>
          <p:nvPr/>
        </p:nvSpPr>
        <p:spPr>
          <a:xfrm>
            <a:off x="4266360" y="18453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720" name=""/>
          <p:cNvSpPr/>
          <p:nvPr/>
        </p:nvSpPr>
        <p:spPr>
          <a:xfrm>
            <a:off x="4266360" y="18453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1" name=""/>
          <p:cNvSpPr/>
          <p:nvPr/>
        </p:nvSpPr>
        <p:spPr>
          <a:xfrm>
            <a:off x="5155200" y="13320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2" name=""/>
          <p:cNvSpPr/>
          <p:nvPr/>
        </p:nvSpPr>
        <p:spPr>
          <a:xfrm>
            <a:off x="5155200" y="13320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3" name=""/>
          <p:cNvSpPr/>
          <p:nvPr/>
        </p:nvSpPr>
        <p:spPr>
          <a:xfrm>
            <a:off x="4408200" y="179100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C7E2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4" name=""/>
          <p:cNvSpPr/>
          <p:nvPr/>
        </p:nvSpPr>
        <p:spPr>
          <a:xfrm>
            <a:off x="4408200" y="179100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C7E2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5" name=""/>
          <p:cNvSpPr/>
          <p:nvPr/>
        </p:nvSpPr>
        <p:spPr>
          <a:xfrm>
            <a:off x="4993560" y="18802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CFEC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6" name=""/>
          <p:cNvSpPr/>
          <p:nvPr/>
        </p:nvSpPr>
        <p:spPr>
          <a:xfrm>
            <a:off x="4993560" y="18802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CFEC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7" name=""/>
          <p:cNvSpPr/>
          <p:nvPr/>
        </p:nvSpPr>
        <p:spPr>
          <a:xfrm>
            <a:off x="5155200" y="13320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8" name=""/>
          <p:cNvSpPr/>
          <p:nvPr/>
        </p:nvSpPr>
        <p:spPr>
          <a:xfrm>
            <a:off x="5155200" y="13320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9" name=""/>
          <p:cNvSpPr/>
          <p:nvPr/>
        </p:nvSpPr>
        <p:spPr>
          <a:xfrm>
            <a:off x="4552200" y="18378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0" name=""/>
          <p:cNvSpPr/>
          <p:nvPr/>
        </p:nvSpPr>
        <p:spPr>
          <a:xfrm>
            <a:off x="4552200" y="18378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1" name=""/>
          <p:cNvSpPr/>
          <p:nvPr/>
        </p:nvSpPr>
        <p:spPr>
          <a:xfrm>
            <a:off x="4332240" y="14187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2" name=""/>
          <p:cNvSpPr/>
          <p:nvPr/>
        </p:nvSpPr>
        <p:spPr>
          <a:xfrm>
            <a:off x="4332240" y="14187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3" name=""/>
          <p:cNvSpPr/>
          <p:nvPr/>
        </p:nvSpPr>
        <p:spPr>
          <a:xfrm>
            <a:off x="4617000" y="204840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734" name=""/>
          <p:cNvSpPr/>
          <p:nvPr/>
        </p:nvSpPr>
        <p:spPr>
          <a:xfrm>
            <a:off x="4617000" y="204840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5" name=""/>
          <p:cNvSpPr/>
          <p:nvPr/>
        </p:nvSpPr>
        <p:spPr>
          <a:xfrm>
            <a:off x="4691880" y="26434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736" name=""/>
          <p:cNvSpPr/>
          <p:nvPr/>
        </p:nvSpPr>
        <p:spPr>
          <a:xfrm>
            <a:off x="4691880" y="26434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7" name=""/>
          <p:cNvSpPr/>
          <p:nvPr/>
        </p:nvSpPr>
        <p:spPr>
          <a:xfrm>
            <a:off x="4617720" y="20480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8" name=""/>
          <p:cNvSpPr/>
          <p:nvPr/>
        </p:nvSpPr>
        <p:spPr>
          <a:xfrm>
            <a:off x="4617720" y="20480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9" name=""/>
          <p:cNvSpPr/>
          <p:nvPr/>
        </p:nvSpPr>
        <p:spPr>
          <a:xfrm>
            <a:off x="4324320" y="16581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740" name=""/>
          <p:cNvSpPr/>
          <p:nvPr/>
        </p:nvSpPr>
        <p:spPr>
          <a:xfrm>
            <a:off x="4324320" y="16581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1" name=""/>
          <p:cNvSpPr/>
          <p:nvPr/>
        </p:nvSpPr>
        <p:spPr>
          <a:xfrm>
            <a:off x="4624920" y="16722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742" name=""/>
          <p:cNvSpPr/>
          <p:nvPr/>
        </p:nvSpPr>
        <p:spPr>
          <a:xfrm>
            <a:off x="4624920" y="16722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3" name=""/>
          <p:cNvSpPr/>
          <p:nvPr/>
        </p:nvSpPr>
        <p:spPr>
          <a:xfrm>
            <a:off x="5107680" y="18291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4" name=""/>
          <p:cNvSpPr/>
          <p:nvPr/>
        </p:nvSpPr>
        <p:spPr>
          <a:xfrm>
            <a:off x="5107680" y="18291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5" name=""/>
          <p:cNvSpPr/>
          <p:nvPr/>
        </p:nvSpPr>
        <p:spPr>
          <a:xfrm>
            <a:off x="4284720" y="17931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6" name=""/>
          <p:cNvSpPr/>
          <p:nvPr/>
        </p:nvSpPr>
        <p:spPr>
          <a:xfrm>
            <a:off x="4284720" y="17931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7" name=""/>
          <p:cNvSpPr/>
          <p:nvPr/>
        </p:nvSpPr>
        <p:spPr>
          <a:xfrm>
            <a:off x="4977720" y="19047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8" name=""/>
          <p:cNvSpPr/>
          <p:nvPr/>
        </p:nvSpPr>
        <p:spPr>
          <a:xfrm>
            <a:off x="4977720" y="19047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9" name=""/>
          <p:cNvSpPr/>
          <p:nvPr/>
        </p:nvSpPr>
        <p:spPr>
          <a:xfrm>
            <a:off x="4277160" y="183564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750" name=""/>
          <p:cNvSpPr/>
          <p:nvPr/>
        </p:nvSpPr>
        <p:spPr>
          <a:xfrm>
            <a:off x="4277160" y="183564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1" name=""/>
          <p:cNvSpPr/>
          <p:nvPr/>
        </p:nvSpPr>
        <p:spPr>
          <a:xfrm>
            <a:off x="4527720" y="267984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2" name=""/>
          <p:cNvSpPr/>
          <p:nvPr/>
        </p:nvSpPr>
        <p:spPr>
          <a:xfrm>
            <a:off x="4527720" y="267984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3" name=""/>
          <p:cNvSpPr/>
          <p:nvPr/>
        </p:nvSpPr>
        <p:spPr>
          <a:xfrm>
            <a:off x="5097960" y="181188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754" name=""/>
          <p:cNvSpPr/>
          <p:nvPr/>
        </p:nvSpPr>
        <p:spPr>
          <a:xfrm>
            <a:off x="5097960" y="181188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5" name=""/>
          <p:cNvSpPr/>
          <p:nvPr/>
        </p:nvSpPr>
        <p:spPr>
          <a:xfrm>
            <a:off x="4617000" y="20491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756" name=""/>
          <p:cNvSpPr/>
          <p:nvPr/>
        </p:nvSpPr>
        <p:spPr>
          <a:xfrm>
            <a:off x="4617000" y="20491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7" name=""/>
          <p:cNvSpPr/>
          <p:nvPr/>
        </p:nvSpPr>
        <p:spPr>
          <a:xfrm>
            <a:off x="4319640" y="153504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758" name=""/>
          <p:cNvSpPr/>
          <p:nvPr/>
        </p:nvSpPr>
        <p:spPr>
          <a:xfrm>
            <a:off x="4319640" y="153504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9" name=""/>
          <p:cNvSpPr/>
          <p:nvPr/>
        </p:nvSpPr>
        <p:spPr>
          <a:xfrm>
            <a:off x="4181400" y="160380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760" name=""/>
          <p:cNvSpPr/>
          <p:nvPr/>
        </p:nvSpPr>
        <p:spPr>
          <a:xfrm>
            <a:off x="4181400" y="160380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1" name=""/>
          <p:cNvSpPr/>
          <p:nvPr/>
        </p:nvSpPr>
        <p:spPr>
          <a:xfrm>
            <a:off x="5253840" y="21366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762" name=""/>
          <p:cNvSpPr/>
          <p:nvPr/>
        </p:nvSpPr>
        <p:spPr>
          <a:xfrm>
            <a:off x="5253840" y="21366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3" name=""/>
          <p:cNvSpPr/>
          <p:nvPr/>
        </p:nvSpPr>
        <p:spPr>
          <a:xfrm>
            <a:off x="3347280" y="6512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ECA3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4" name=""/>
          <p:cNvSpPr/>
          <p:nvPr/>
        </p:nvSpPr>
        <p:spPr>
          <a:xfrm>
            <a:off x="3347280" y="6512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ECA3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5" name=""/>
          <p:cNvSpPr/>
          <p:nvPr/>
        </p:nvSpPr>
        <p:spPr>
          <a:xfrm>
            <a:off x="4192920" y="16236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766" name=""/>
          <p:cNvSpPr/>
          <p:nvPr/>
        </p:nvSpPr>
        <p:spPr>
          <a:xfrm>
            <a:off x="4192920" y="16236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7" name=""/>
          <p:cNvSpPr/>
          <p:nvPr/>
        </p:nvSpPr>
        <p:spPr>
          <a:xfrm>
            <a:off x="4429440" y="21308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8" name=""/>
          <p:cNvSpPr/>
          <p:nvPr/>
        </p:nvSpPr>
        <p:spPr>
          <a:xfrm>
            <a:off x="4429440" y="21308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9" name=""/>
          <p:cNvSpPr/>
          <p:nvPr/>
        </p:nvSpPr>
        <p:spPr>
          <a:xfrm>
            <a:off x="4532760" y="15379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770" name=""/>
          <p:cNvSpPr/>
          <p:nvPr/>
        </p:nvSpPr>
        <p:spPr>
          <a:xfrm>
            <a:off x="4532760" y="15379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1" name=""/>
          <p:cNvSpPr/>
          <p:nvPr/>
        </p:nvSpPr>
        <p:spPr>
          <a:xfrm>
            <a:off x="4529880" y="26802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2" name=""/>
          <p:cNvSpPr/>
          <p:nvPr/>
        </p:nvSpPr>
        <p:spPr>
          <a:xfrm>
            <a:off x="4529880" y="26802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3" name=""/>
          <p:cNvSpPr/>
          <p:nvPr/>
        </p:nvSpPr>
        <p:spPr>
          <a:xfrm>
            <a:off x="5108760" y="10882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7DAAD0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4" name=""/>
          <p:cNvSpPr/>
          <p:nvPr/>
        </p:nvSpPr>
        <p:spPr>
          <a:xfrm>
            <a:off x="5108760" y="10882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7DAAD0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5" name=""/>
          <p:cNvSpPr/>
          <p:nvPr/>
        </p:nvSpPr>
        <p:spPr>
          <a:xfrm>
            <a:off x="3951000" y="25088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6" name=""/>
          <p:cNvSpPr/>
          <p:nvPr/>
        </p:nvSpPr>
        <p:spPr>
          <a:xfrm>
            <a:off x="3951000" y="25088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7" name=""/>
          <p:cNvSpPr/>
          <p:nvPr/>
        </p:nvSpPr>
        <p:spPr>
          <a:xfrm>
            <a:off x="3920400" y="22042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8" name=""/>
          <p:cNvSpPr/>
          <p:nvPr/>
        </p:nvSpPr>
        <p:spPr>
          <a:xfrm>
            <a:off x="3920400" y="22042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9" name=""/>
          <p:cNvSpPr/>
          <p:nvPr/>
        </p:nvSpPr>
        <p:spPr>
          <a:xfrm>
            <a:off x="5216400" y="1774080"/>
            <a:ext cx="32040" cy="31320"/>
          </a:xfrm>
          <a:custGeom>
            <a:avLst/>
            <a:gdLst/>
            <a:ahLst/>
            <a:rect l="0" t="0" r="r" b="b"/>
            <a:pathLst>
              <a:path w="89" h="87">
                <a:moveTo>
                  <a:pt x="89" y="44"/>
                </a:moveTo>
                <a:cubicBezTo>
                  <a:pt x="89" y="102"/>
                  <a:pt x="0" y="102"/>
                  <a:pt x="0" y="44"/>
                </a:cubicBezTo>
                <a:cubicBezTo>
                  <a:pt x="0" y="-14"/>
                  <a:pt x="89" y="-14"/>
                  <a:pt x="89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780" name=""/>
          <p:cNvSpPr/>
          <p:nvPr/>
        </p:nvSpPr>
        <p:spPr>
          <a:xfrm>
            <a:off x="5216400" y="1774080"/>
            <a:ext cx="32040" cy="31320"/>
          </a:xfrm>
          <a:custGeom>
            <a:avLst/>
            <a:gdLst/>
            <a:ahLst/>
            <a:rect l="0" t="0" r="r" b="b"/>
            <a:pathLst>
              <a:path fill="none" w="89" h="87">
                <a:moveTo>
                  <a:pt x="89" y="44"/>
                </a:moveTo>
                <a:cubicBezTo>
                  <a:pt x="89" y="102"/>
                  <a:pt x="0" y="102"/>
                  <a:pt x="0" y="44"/>
                </a:cubicBezTo>
                <a:cubicBezTo>
                  <a:pt x="0" y="-14"/>
                  <a:pt x="89" y="-14"/>
                  <a:pt x="89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1" name=""/>
          <p:cNvSpPr/>
          <p:nvPr/>
        </p:nvSpPr>
        <p:spPr>
          <a:xfrm>
            <a:off x="4621680" y="22503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782" name=""/>
          <p:cNvSpPr/>
          <p:nvPr/>
        </p:nvSpPr>
        <p:spPr>
          <a:xfrm>
            <a:off x="4621680" y="22503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3" name=""/>
          <p:cNvSpPr/>
          <p:nvPr/>
        </p:nvSpPr>
        <p:spPr>
          <a:xfrm>
            <a:off x="4686480" y="16984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FCFEC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4" name=""/>
          <p:cNvSpPr/>
          <p:nvPr/>
        </p:nvSpPr>
        <p:spPr>
          <a:xfrm>
            <a:off x="4686480" y="16984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FCFEC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5" name=""/>
          <p:cNvSpPr/>
          <p:nvPr/>
        </p:nvSpPr>
        <p:spPr>
          <a:xfrm>
            <a:off x="4628880" y="287532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786" name=""/>
          <p:cNvSpPr/>
          <p:nvPr/>
        </p:nvSpPr>
        <p:spPr>
          <a:xfrm>
            <a:off x="4628880" y="287532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7" name=""/>
          <p:cNvSpPr/>
          <p:nvPr/>
        </p:nvSpPr>
        <p:spPr>
          <a:xfrm>
            <a:off x="4617000" y="20491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8" name=""/>
          <p:cNvSpPr/>
          <p:nvPr/>
        </p:nvSpPr>
        <p:spPr>
          <a:xfrm>
            <a:off x="4617000" y="20491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9" name=""/>
          <p:cNvSpPr/>
          <p:nvPr/>
        </p:nvSpPr>
        <p:spPr>
          <a:xfrm>
            <a:off x="3642480" y="128700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0" name=""/>
          <p:cNvSpPr/>
          <p:nvPr/>
        </p:nvSpPr>
        <p:spPr>
          <a:xfrm>
            <a:off x="3642480" y="128700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1" name=""/>
          <p:cNvSpPr/>
          <p:nvPr/>
        </p:nvSpPr>
        <p:spPr>
          <a:xfrm>
            <a:off x="2991240" y="20552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2" name=""/>
          <p:cNvSpPr/>
          <p:nvPr/>
        </p:nvSpPr>
        <p:spPr>
          <a:xfrm>
            <a:off x="2991240" y="20552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3" name=""/>
          <p:cNvSpPr/>
          <p:nvPr/>
        </p:nvSpPr>
        <p:spPr>
          <a:xfrm>
            <a:off x="4489560" y="17316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4" name=""/>
          <p:cNvSpPr/>
          <p:nvPr/>
        </p:nvSpPr>
        <p:spPr>
          <a:xfrm>
            <a:off x="4489560" y="17316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5" name=""/>
          <p:cNvSpPr/>
          <p:nvPr/>
        </p:nvSpPr>
        <p:spPr>
          <a:xfrm>
            <a:off x="3751200" y="14817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6" name=""/>
          <p:cNvSpPr/>
          <p:nvPr/>
        </p:nvSpPr>
        <p:spPr>
          <a:xfrm>
            <a:off x="3751200" y="14817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7" name=""/>
          <p:cNvSpPr/>
          <p:nvPr/>
        </p:nvSpPr>
        <p:spPr>
          <a:xfrm>
            <a:off x="5030280" y="20084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8" name=""/>
          <p:cNvSpPr/>
          <p:nvPr/>
        </p:nvSpPr>
        <p:spPr>
          <a:xfrm>
            <a:off x="5030280" y="20084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9" name=""/>
          <p:cNvSpPr/>
          <p:nvPr/>
        </p:nvSpPr>
        <p:spPr>
          <a:xfrm>
            <a:off x="5040000" y="15408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00" name=""/>
          <p:cNvSpPr/>
          <p:nvPr/>
        </p:nvSpPr>
        <p:spPr>
          <a:xfrm>
            <a:off x="5040000" y="15408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1" name=""/>
          <p:cNvSpPr/>
          <p:nvPr/>
        </p:nvSpPr>
        <p:spPr>
          <a:xfrm>
            <a:off x="3634920" y="20685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2" name=""/>
          <p:cNvSpPr/>
          <p:nvPr/>
        </p:nvSpPr>
        <p:spPr>
          <a:xfrm>
            <a:off x="3634920" y="20685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3" name=""/>
          <p:cNvSpPr/>
          <p:nvPr/>
        </p:nvSpPr>
        <p:spPr>
          <a:xfrm>
            <a:off x="2616480" y="107100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CFEC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4" name=""/>
          <p:cNvSpPr/>
          <p:nvPr/>
        </p:nvSpPr>
        <p:spPr>
          <a:xfrm>
            <a:off x="2616480" y="107100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CFEC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5" name=""/>
          <p:cNvSpPr/>
          <p:nvPr/>
        </p:nvSpPr>
        <p:spPr>
          <a:xfrm>
            <a:off x="4229280" y="183960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C7E2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6" name=""/>
          <p:cNvSpPr/>
          <p:nvPr/>
        </p:nvSpPr>
        <p:spPr>
          <a:xfrm>
            <a:off x="4229280" y="183960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C7E2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7" name=""/>
          <p:cNvSpPr/>
          <p:nvPr/>
        </p:nvSpPr>
        <p:spPr>
          <a:xfrm>
            <a:off x="4300200" y="21967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8" name=""/>
          <p:cNvSpPr/>
          <p:nvPr/>
        </p:nvSpPr>
        <p:spPr>
          <a:xfrm>
            <a:off x="4300200" y="21967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9" name=""/>
          <p:cNvSpPr/>
          <p:nvPr/>
        </p:nvSpPr>
        <p:spPr>
          <a:xfrm>
            <a:off x="4963680" y="13147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5986BD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10" name=""/>
          <p:cNvSpPr/>
          <p:nvPr/>
        </p:nvSpPr>
        <p:spPr>
          <a:xfrm>
            <a:off x="4963680" y="13147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5986BD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1" name=""/>
          <p:cNvSpPr/>
          <p:nvPr/>
        </p:nvSpPr>
        <p:spPr>
          <a:xfrm>
            <a:off x="5301000" y="19011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2" name=""/>
          <p:cNvSpPr/>
          <p:nvPr/>
        </p:nvSpPr>
        <p:spPr>
          <a:xfrm>
            <a:off x="5301000" y="19011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3" name=""/>
          <p:cNvSpPr/>
          <p:nvPr/>
        </p:nvSpPr>
        <p:spPr>
          <a:xfrm>
            <a:off x="5223960" y="6886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4" name=""/>
          <p:cNvSpPr/>
          <p:nvPr/>
        </p:nvSpPr>
        <p:spPr>
          <a:xfrm>
            <a:off x="5223960" y="6886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5" name=""/>
          <p:cNvSpPr/>
          <p:nvPr/>
        </p:nvSpPr>
        <p:spPr>
          <a:xfrm>
            <a:off x="4345920" y="133020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16" name=""/>
          <p:cNvSpPr/>
          <p:nvPr/>
        </p:nvSpPr>
        <p:spPr>
          <a:xfrm>
            <a:off x="4345920" y="133020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7" name=""/>
          <p:cNvSpPr/>
          <p:nvPr/>
        </p:nvSpPr>
        <p:spPr>
          <a:xfrm>
            <a:off x="4866120" y="12769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8" name=""/>
          <p:cNvSpPr/>
          <p:nvPr/>
        </p:nvSpPr>
        <p:spPr>
          <a:xfrm>
            <a:off x="4866120" y="12769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9" name=""/>
          <p:cNvSpPr/>
          <p:nvPr/>
        </p:nvSpPr>
        <p:spPr>
          <a:xfrm>
            <a:off x="4042440" y="23155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0" name=""/>
          <p:cNvSpPr/>
          <p:nvPr/>
        </p:nvSpPr>
        <p:spPr>
          <a:xfrm>
            <a:off x="4042440" y="23155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1" name=""/>
          <p:cNvSpPr/>
          <p:nvPr/>
        </p:nvSpPr>
        <p:spPr>
          <a:xfrm>
            <a:off x="4925520" y="133164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2" name=""/>
          <p:cNvSpPr/>
          <p:nvPr/>
        </p:nvSpPr>
        <p:spPr>
          <a:xfrm>
            <a:off x="4925520" y="133164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3" name=""/>
          <p:cNvSpPr/>
          <p:nvPr/>
        </p:nvSpPr>
        <p:spPr>
          <a:xfrm>
            <a:off x="4774320" y="17708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4" name=""/>
          <p:cNvSpPr/>
          <p:nvPr/>
        </p:nvSpPr>
        <p:spPr>
          <a:xfrm>
            <a:off x="4774320" y="17708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5" name=""/>
          <p:cNvSpPr/>
          <p:nvPr/>
        </p:nvSpPr>
        <p:spPr>
          <a:xfrm>
            <a:off x="4347360" y="16430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26" name=""/>
          <p:cNvSpPr/>
          <p:nvPr/>
        </p:nvSpPr>
        <p:spPr>
          <a:xfrm>
            <a:off x="4347360" y="16430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7" name=""/>
          <p:cNvSpPr/>
          <p:nvPr/>
        </p:nvSpPr>
        <p:spPr>
          <a:xfrm>
            <a:off x="5155200" y="13320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8" name=""/>
          <p:cNvSpPr/>
          <p:nvPr/>
        </p:nvSpPr>
        <p:spPr>
          <a:xfrm>
            <a:off x="5155200" y="13320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9" name=""/>
          <p:cNvSpPr/>
          <p:nvPr/>
        </p:nvSpPr>
        <p:spPr>
          <a:xfrm>
            <a:off x="4489200" y="172188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0" name=""/>
          <p:cNvSpPr/>
          <p:nvPr/>
        </p:nvSpPr>
        <p:spPr>
          <a:xfrm>
            <a:off x="4489200" y="172188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1" name=""/>
          <p:cNvSpPr/>
          <p:nvPr/>
        </p:nvSpPr>
        <p:spPr>
          <a:xfrm>
            <a:off x="2985840" y="13752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ECA3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2" name=""/>
          <p:cNvSpPr/>
          <p:nvPr/>
        </p:nvSpPr>
        <p:spPr>
          <a:xfrm>
            <a:off x="2985840" y="13752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ECA3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3" name=""/>
          <p:cNvSpPr/>
          <p:nvPr/>
        </p:nvSpPr>
        <p:spPr>
          <a:xfrm>
            <a:off x="3373920" y="20228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4" name=""/>
          <p:cNvSpPr/>
          <p:nvPr/>
        </p:nvSpPr>
        <p:spPr>
          <a:xfrm>
            <a:off x="3373920" y="20228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5" name=""/>
          <p:cNvSpPr/>
          <p:nvPr/>
        </p:nvSpPr>
        <p:spPr>
          <a:xfrm>
            <a:off x="5096160" y="159552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36" name=""/>
          <p:cNvSpPr/>
          <p:nvPr/>
        </p:nvSpPr>
        <p:spPr>
          <a:xfrm>
            <a:off x="5096160" y="159552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7" name=""/>
          <p:cNvSpPr/>
          <p:nvPr/>
        </p:nvSpPr>
        <p:spPr>
          <a:xfrm>
            <a:off x="4293000" y="18342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38" name=""/>
          <p:cNvSpPr/>
          <p:nvPr/>
        </p:nvSpPr>
        <p:spPr>
          <a:xfrm>
            <a:off x="4293000" y="18342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9" name=""/>
          <p:cNvSpPr/>
          <p:nvPr/>
        </p:nvSpPr>
        <p:spPr>
          <a:xfrm>
            <a:off x="4640040" y="27864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6F5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0" name=""/>
          <p:cNvSpPr/>
          <p:nvPr/>
        </p:nvSpPr>
        <p:spPr>
          <a:xfrm>
            <a:off x="4640040" y="27864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6F5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1" name=""/>
          <p:cNvSpPr/>
          <p:nvPr/>
        </p:nvSpPr>
        <p:spPr>
          <a:xfrm>
            <a:off x="5128200" y="8701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5986BD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42" name=""/>
          <p:cNvSpPr/>
          <p:nvPr/>
        </p:nvSpPr>
        <p:spPr>
          <a:xfrm>
            <a:off x="5128200" y="8701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5986BD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3" name=""/>
          <p:cNvSpPr/>
          <p:nvPr/>
        </p:nvSpPr>
        <p:spPr>
          <a:xfrm>
            <a:off x="5044680" y="14216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4575B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44" name=""/>
          <p:cNvSpPr/>
          <p:nvPr/>
        </p:nvSpPr>
        <p:spPr>
          <a:xfrm>
            <a:off x="5044680" y="14216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4575B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5" name=""/>
          <p:cNvSpPr/>
          <p:nvPr/>
        </p:nvSpPr>
        <p:spPr>
          <a:xfrm>
            <a:off x="4195800" y="22899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46" name=""/>
          <p:cNvSpPr/>
          <p:nvPr/>
        </p:nvSpPr>
        <p:spPr>
          <a:xfrm>
            <a:off x="4195800" y="22899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7" name=""/>
          <p:cNvSpPr/>
          <p:nvPr/>
        </p:nvSpPr>
        <p:spPr>
          <a:xfrm>
            <a:off x="5192640" y="11761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8" name=""/>
          <p:cNvSpPr/>
          <p:nvPr/>
        </p:nvSpPr>
        <p:spPr>
          <a:xfrm>
            <a:off x="5192640" y="11761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9" name=""/>
          <p:cNvSpPr/>
          <p:nvPr/>
        </p:nvSpPr>
        <p:spPr>
          <a:xfrm>
            <a:off x="3924360" y="22917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8EBCD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0" name=""/>
          <p:cNvSpPr/>
          <p:nvPr/>
        </p:nvSpPr>
        <p:spPr>
          <a:xfrm>
            <a:off x="3924360" y="22917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8EBCD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1" name=""/>
          <p:cNvSpPr/>
          <p:nvPr/>
        </p:nvSpPr>
        <p:spPr>
          <a:xfrm>
            <a:off x="3664080" y="20847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2" name=""/>
          <p:cNvSpPr/>
          <p:nvPr/>
        </p:nvSpPr>
        <p:spPr>
          <a:xfrm>
            <a:off x="3664080" y="20847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3" name=""/>
          <p:cNvSpPr/>
          <p:nvPr/>
        </p:nvSpPr>
        <p:spPr>
          <a:xfrm>
            <a:off x="4611240" y="169092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4" name=""/>
          <p:cNvSpPr/>
          <p:nvPr/>
        </p:nvSpPr>
        <p:spPr>
          <a:xfrm>
            <a:off x="4611240" y="169092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5" name=""/>
          <p:cNvSpPr/>
          <p:nvPr/>
        </p:nvSpPr>
        <p:spPr>
          <a:xfrm>
            <a:off x="4337280" y="206892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C7E2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6" name=""/>
          <p:cNvSpPr/>
          <p:nvPr/>
        </p:nvSpPr>
        <p:spPr>
          <a:xfrm>
            <a:off x="4337280" y="206892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C7E2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7" name=""/>
          <p:cNvSpPr/>
          <p:nvPr/>
        </p:nvSpPr>
        <p:spPr>
          <a:xfrm>
            <a:off x="3749400" y="24285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8" name=""/>
          <p:cNvSpPr/>
          <p:nvPr/>
        </p:nvSpPr>
        <p:spPr>
          <a:xfrm>
            <a:off x="3749400" y="24285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9" name=""/>
          <p:cNvSpPr/>
          <p:nvPr/>
        </p:nvSpPr>
        <p:spPr>
          <a:xfrm>
            <a:off x="5123880" y="152460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60" name=""/>
          <p:cNvSpPr/>
          <p:nvPr/>
        </p:nvSpPr>
        <p:spPr>
          <a:xfrm>
            <a:off x="5123880" y="152460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1" name=""/>
          <p:cNvSpPr/>
          <p:nvPr/>
        </p:nvSpPr>
        <p:spPr>
          <a:xfrm>
            <a:off x="4544280" y="28735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2" name=""/>
          <p:cNvSpPr/>
          <p:nvPr/>
        </p:nvSpPr>
        <p:spPr>
          <a:xfrm>
            <a:off x="4544280" y="28735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3" name=""/>
          <p:cNvSpPr/>
          <p:nvPr/>
        </p:nvSpPr>
        <p:spPr>
          <a:xfrm>
            <a:off x="5205240" y="77256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CFEC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4" name=""/>
          <p:cNvSpPr/>
          <p:nvPr/>
        </p:nvSpPr>
        <p:spPr>
          <a:xfrm>
            <a:off x="5205240" y="77256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CFEC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5" name=""/>
          <p:cNvSpPr/>
          <p:nvPr/>
        </p:nvSpPr>
        <p:spPr>
          <a:xfrm>
            <a:off x="5203080" y="22863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6" name=""/>
          <p:cNvSpPr/>
          <p:nvPr/>
        </p:nvSpPr>
        <p:spPr>
          <a:xfrm>
            <a:off x="5203080" y="22863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7" name=""/>
          <p:cNvSpPr/>
          <p:nvPr/>
        </p:nvSpPr>
        <p:spPr>
          <a:xfrm>
            <a:off x="5000760" y="19558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8" name=""/>
          <p:cNvSpPr/>
          <p:nvPr/>
        </p:nvSpPr>
        <p:spPr>
          <a:xfrm>
            <a:off x="5000760" y="19558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9" name=""/>
          <p:cNvSpPr/>
          <p:nvPr/>
        </p:nvSpPr>
        <p:spPr>
          <a:xfrm>
            <a:off x="4701600" y="167940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0" name=""/>
          <p:cNvSpPr/>
          <p:nvPr/>
        </p:nvSpPr>
        <p:spPr>
          <a:xfrm>
            <a:off x="4701600" y="167940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1" name=""/>
          <p:cNvSpPr/>
          <p:nvPr/>
        </p:nvSpPr>
        <p:spPr>
          <a:xfrm>
            <a:off x="4942440" y="132264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2" name=""/>
          <p:cNvSpPr/>
          <p:nvPr/>
        </p:nvSpPr>
        <p:spPr>
          <a:xfrm>
            <a:off x="4942440" y="132264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3" name=""/>
          <p:cNvSpPr/>
          <p:nvPr/>
        </p:nvSpPr>
        <p:spPr>
          <a:xfrm>
            <a:off x="5231520" y="196488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4" name=""/>
          <p:cNvSpPr/>
          <p:nvPr/>
        </p:nvSpPr>
        <p:spPr>
          <a:xfrm>
            <a:off x="5231520" y="196488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5" name=""/>
          <p:cNvSpPr/>
          <p:nvPr/>
        </p:nvSpPr>
        <p:spPr>
          <a:xfrm>
            <a:off x="5287680" y="12247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76" name=""/>
          <p:cNvSpPr/>
          <p:nvPr/>
        </p:nvSpPr>
        <p:spPr>
          <a:xfrm>
            <a:off x="5287680" y="12247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7" name=""/>
          <p:cNvSpPr/>
          <p:nvPr/>
        </p:nvSpPr>
        <p:spPr>
          <a:xfrm>
            <a:off x="5216040" y="69408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78" name=""/>
          <p:cNvSpPr/>
          <p:nvPr/>
        </p:nvSpPr>
        <p:spPr>
          <a:xfrm>
            <a:off x="5216040" y="69408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9" name=""/>
          <p:cNvSpPr/>
          <p:nvPr/>
        </p:nvSpPr>
        <p:spPr>
          <a:xfrm>
            <a:off x="4992840" y="13176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80" name=""/>
          <p:cNvSpPr/>
          <p:nvPr/>
        </p:nvSpPr>
        <p:spPr>
          <a:xfrm>
            <a:off x="4992840" y="13176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1" name=""/>
          <p:cNvSpPr/>
          <p:nvPr/>
        </p:nvSpPr>
        <p:spPr>
          <a:xfrm>
            <a:off x="4818240" y="19756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2" name=""/>
          <p:cNvSpPr/>
          <p:nvPr/>
        </p:nvSpPr>
        <p:spPr>
          <a:xfrm>
            <a:off x="4818240" y="19756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3" name=""/>
          <p:cNvSpPr/>
          <p:nvPr/>
        </p:nvSpPr>
        <p:spPr>
          <a:xfrm>
            <a:off x="5138640" y="8607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4" name=""/>
          <p:cNvSpPr/>
          <p:nvPr/>
        </p:nvSpPr>
        <p:spPr>
          <a:xfrm>
            <a:off x="5138640" y="8607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5" name=""/>
          <p:cNvSpPr/>
          <p:nvPr/>
        </p:nvSpPr>
        <p:spPr>
          <a:xfrm>
            <a:off x="4198320" y="19825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6" name=""/>
          <p:cNvSpPr/>
          <p:nvPr/>
        </p:nvSpPr>
        <p:spPr>
          <a:xfrm>
            <a:off x="4198320" y="19825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7" name=""/>
          <p:cNvSpPr/>
          <p:nvPr/>
        </p:nvSpPr>
        <p:spPr>
          <a:xfrm>
            <a:off x="3159720" y="75060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88" name=""/>
          <p:cNvSpPr/>
          <p:nvPr/>
        </p:nvSpPr>
        <p:spPr>
          <a:xfrm>
            <a:off x="3159720" y="75060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9" name=""/>
          <p:cNvSpPr/>
          <p:nvPr/>
        </p:nvSpPr>
        <p:spPr>
          <a:xfrm>
            <a:off x="4853880" y="14529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0" name=""/>
          <p:cNvSpPr/>
          <p:nvPr/>
        </p:nvSpPr>
        <p:spPr>
          <a:xfrm>
            <a:off x="4853880" y="14529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1" name=""/>
          <p:cNvSpPr/>
          <p:nvPr/>
        </p:nvSpPr>
        <p:spPr>
          <a:xfrm>
            <a:off x="4708080" y="166680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DAEFF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2" name=""/>
          <p:cNvSpPr/>
          <p:nvPr/>
        </p:nvSpPr>
        <p:spPr>
          <a:xfrm>
            <a:off x="4708080" y="166680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DAEFF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3" name=""/>
          <p:cNvSpPr/>
          <p:nvPr/>
        </p:nvSpPr>
        <p:spPr>
          <a:xfrm>
            <a:off x="3924720" y="23544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4" name=""/>
          <p:cNvSpPr/>
          <p:nvPr/>
        </p:nvSpPr>
        <p:spPr>
          <a:xfrm>
            <a:off x="3924720" y="23544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5" name=""/>
          <p:cNvSpPr/>
          <p:nvPr/>
        </p:nvSpPr>
        <p:spPr>
          <a:xfrm>
            <a:off x="4348800" y="14785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96" name=""/>
          <p:cNvSpPr/>
          <p:nvPr/>
        </p:nvSpPr>
        <p:spPr>
          <a:xfrm>
            <a:off x="4348800" y="14785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7" name=""/>
          <p:cNvSpPr/>
          <p:nvPr/>
        </p:nvSpPr>
        <p:spPr>
          <a:xfrm>
            <a:off x="4973760" y="14720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8" name=""/>
          <p:cNvSpPr/>
          <p:nvPr/>
        </p:nvSpPr>
        <p:spPr>
          <a:xfrm>
            <a:off x="4973760" y="14720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9" name=""/>
          <p:cNvSpPr/>
          <p:nvPr/>
        </p:nvSpPr>
        <p:spPr>
          <a:xfrm>
            <a:off x="5094720" y="16182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0" name=""/>
          <p:cNvSpPr/>
          <p:nvPr/>
        </p:nvSpPr>
        <p:spPr>
          <a:xfrm>
            <a:off x="5094720" y="16182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1" name=""/>
          <p:cNvSpPr/>
          <p:nvPr/>
        </p:nvSpPr>
        <p:spPr>
          <a:xfrm>
            <a:off x="5025240" y="21560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2" name=""/>
          <p:cNvSpPr/>
          <p:nvPr/>
        </p:nvSpPr>
        <p:spPr>
          <a:xfrm>
            <a:off x="5025240" y="21560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3" name=""/>
          <p:cNvSpPr/>
          <p:nvPr/>
        </p:nvSpPr>
        <p:spPr>
          <a:xfrm>
            <a:off x="4688280" y="18968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904" name=""/>
          <p:cNvSpPr/>
          <p:nvPr/>
        </p:nvSpPr>
        <p:spPr>
          <a:xfrm>
            <a:off x="4688280" y="18968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5" name=""/>
          <p:cNvSpPr/>
          <p:nvPr/>
        </p:nvSpPr>
        <p:spPr>
          <a:xfrm>
            <a:off x="3674520" y="12700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DAEFF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6" name=""/>
          <p:cNvSpPr/>
          <p:nvPr/>
        </p:nvSpPr>
        <p:spPr>
          <a:xfrm>
            <a:off x="3674520" y="12700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DAEFF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7" name=""/>
          <p:cNvSpPr/>
          <p:nvPr/>
        </p:nvSpPr>
        <p:spPr>
          <a:xfrm>
            <a:off x="3931920" y="23029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8" name=""/>
          <p:cNvSpPr/>
          <p:nvPr/>
        </p:nvSpPr>
        <p:spPr>
          <a:xfrm>
            <a:off x="3931920" y="23029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9" name=""/>
          <p:cNvSpPr/>
          <p:nvPr/>
        </p:nvSpPr>
        <p:spPr>
          <a:xfrm>
            <a:off x="4465800" y="267264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0" name=""/>
          <p:cNvSpPr/>
          <p:nvPr/>
        </p:nvSpPr>
        <p:spPr>
          <a:xfrm>
            <a:off x="4465800" y="267264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1" name=""/>
          <p:cNvSpPr/>
          <p:nvPr/>
        </p:nvSpPr>
        <p:spPr>
          <a:xfrm>
            <a:off x="5151960" y="8614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2" name=""/>
          <p:cNvSpPr/>
          <p:nvPr/>
        </p:nvSpPr>
        <p:spPr>
          <a:xfrm>
            <a:off x="5151960" y="8614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3" name=""/>
          <p:cNvSpPr/>
          <p:nvPr/>
        </p:nvSpPr>
        <p:spPr>
          <a:xfrm>
            <a:off x="4406040" y="17344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4" name=""/>
          <p:cNvSpPr/>
          <p:nvPr/>
        </p:nvSpPr>
        <p:spPr>
          <a:xfrm>
            <a:off x="4406040" y="17344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5" name=""/>
          <p:cNvSpPr/>
          <p:nvPr/>
        </p:nvSpPr>
        <p:spPr>
          <a:xfrm>
            <a:off x="4355280" y="231480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6" name=""/>
          <p:cNvSpPr/>
          <p:nvPr/>
        </p:nvSpPr>
        <p:spPr>
          <a:xfrm>
            <a:off x="4355280" y="231480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7" name=""/>
          <p:cNvSpPr/>
          <p:nvPr/>
        </p:nvSpPr>
        <p:spPr>
          <a:xfrm>
            <a:off x="4963320" y="9471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8" name=""/>
          <p:cNvSpPr/>
          <p:nvPr/>
        </p:nvSpPr>
        <p:spPr>
          <a:xfrm>
            <a:off x="4963320" y="9471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9" name=""/>
          <p:cNvSpPr/>
          <p:nvPr/>
        </p:nvSpPr>
        <p:spPr>
          <a:xfrm>
            <a:off x="4879080" y="12762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0" name=""/>
          <p:cNvSpPr/>
          <p:nvPr/>
        </p:nvSpPr>
        <p:spPr>
          <a:xfrm>
            <a:off x="4879080" y="12762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1" name=""/>
          <p:cNvSpPr/>
          <p:nvPr/>
        </p:nvSpPr>
        <p:spPr>
          <a:xfrm>
            <a:off x="5205600" y="17485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922" name=""/>
          <p:cNvSpPr/>
          <p:nvPr/>
        </p:nvSpPr>
        <p:spPr>
          <a:xfrm>
            <a:off x="5205600" y="17485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3" name=""/>
          <p:cNvSpPr/>
          <p:nvPr/>
        </p:nvSpPr>
        <p:spPr>
          <a:xfrm>
            <a:off x="5140800" y="8568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C7E2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4" name=""/>
          <p:cNvSpPr/>
          <p:nvPr/>
        </p:nvSpPr>
        <p:spPr>
          <a:xfrm>
            <a:off x="5140800" y="8568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C7E2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5" name=""/>
          <p:cNvSpPr/>
          <p:nvPr/>
        </p:nvSpPr>
        <p:spPr>
          <a:xfrm>
            <a:off x="3340800" y="9201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926" name=""/>
          <p:cNvSpPr/>
          <p:nvPr/>
        </p:nvSpPr>
        <p:spPr>
          <a:xfrm>
            <a:off x="3340800" y="9201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7" name=""/>
          <p:cNvSpPr/>
          <p:nvPr/>
        </p:nvSpPr>
        <p:spPr>
          <a:xfrm>
            <a:off x="4055400" y="14587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8" name=""/>
          <p:cNvSpPr/>
          <p:nvPr/>
        </p:nvSpPr>
        <p:spPr>
          <a:xfrm>
            <a:off x="4055400" y="14587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9" name=""/>
          <p:cNvSpPr/>
          <p:nvPr/>
        </p:nvSpPr>
        <p:spPr>
          <a:xfrm>
            <a:off x="5298840" y="19000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0" name=""/>
          <p:cNvSpPr/>
          <p:nvPr/>
        </p:nvSpPr>
        <p:spPr>
          <a:xfrm>
            <a:off x="5298840" y="19000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1" name=""/>
          <p:cNvSpPr/>
          <p:nvPr/>
        </p:nvSpPr>
        <p:spPr>
          <a:xfrm>
            <a:off x="4846320" y="25804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932" name=""/>
          <p:cNvSpPr/>
          <p:nvPr/>
        </p:nvSpPr>
        <p:spPr>
          <a:xfrm>
            <a:off x="4846320" y="25804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3" name=""/>
          <p:cNvSpPr/>
          <p:nvPr/>
        </p:nvSpPr>
        <p:spPr>
          <a:xfrm>
            <a:off x="4693680" y="16768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934" name=""/>
          <p:cNvSpPr/>
          <p:nvPr/>
        </p:nvSpPr>
        <p:spPr>
          <a:xfrm>
            <a:off x="4693680" y="16768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5" name=""/>
          <p:cNvSpPr/>
          <p:nvPr/>
        </p:nvSpPr>
        <p:spPr>
          <a:xfrm>
            <a:off x="4291560" y="216720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936" name=""/>
          <p:cNvSpPr/>
          <p:nvPr/>
        </p:nvSpPr>
        <p:spPr>
          <a:xfrm>
            <a:off x="4291560" y="216720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7" name=""/>
          <p:cNvSpPr/>
          <p:nvPr/>
        </p:nvSpPr>
        <p:spPr>
          <a:xfrm>
            <a:off x="4493520" y="18511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8" name=""/>
          <p:cNvSpPr/>
          <p:nvPr/>
        </p:nvSpPr>
        <p:spPr>
          <a:xfrm>
            <a:off x="4493520" y="18511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9" name=""/>
          <p:cNvSpPr/>
          <p:nvPr/>
        </p:nvSpPr>
        <p:spPr>
          <a:xfrm>
            <a:off x="4131360" y="25290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0" name=""/>
          <p:cNvSpPr/>
          <p:nvPr/>
        </p:nvSpPr>
        <p:spPr>
          <a:xfrm>
            <a:off x="4131360" y="25290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1" name=""/>
          <p:cNvSpPr/>
          <p:nvPr/>
        </p:nvSpPr>
        <p:spPr>
          <a:xfrm>
            <a:off x="4834440" y="21661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942" name=""/>
          <p:cNvSpPr/>
          <p:nvPr/>
        </p:nvSpPr>
        <p:spPr>
          <a:xfrm>
            <a:off x="4834440" y="21661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3" name=""/>
          <p:cNvSpPr/>
          <p:nvPr/>
        </p:nvSpPr>
        <p:spPr>
          <a:xfrm>
            <a:off x="4344120" y="232020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944" name=""/>
          <p:cNvSpPr/>
          <p:nvPr/>
        </p:nvSpPr>
        <p:spPr>
          <a:xfrm>
            <a:off x="4344120" y="232020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5" name=""/>
          <p:cNvSpPr/>
          <p:nvPr/>
        </p:nvSpPr>
        <p:spPr>
          <a:xfrm>
            <a:off x="4498920" y="17978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6" name=""/>
          <p:cNvSpPr/>
          <p:nvPr/>
        </p:nvSpPr>
        <p:spPr>
          <a:xfrm>
            <a:off x="4498920" y="17978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7" name=""/>
          <p:cNvSpPr/>
          <p:nvPr/>
        </p:nvSpPr>
        <p:spPr>
          <a:xfrm>
            <a:off x="5294520" y="18903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8" name=""/>
          <p:cNvSpPr/>
          <p:nvPr/>
        </p:nvSpPr>
        <p:spPr>
          <a:xfrm>
            <a:off x="5294520" y="18903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9" name=""/>
          <p:cNvSpPr/>
          <p:nvPr/>
        </p:nvSpPr>
        <p:spPr>
          <a:xfrm>
            <a:off x="5310720" y="9122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950" name=""/>
          <p:cNvSpPr/>
          <p:nvPr/>
        </p:nvSpPr>
        <p:spPr>
          <a:xfrm>
            <a:off x="5310720" y="9122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1" name=""/>
          <p:cNvSpPr/>
          <p:nvPr/>
        </p:nvSpPr>
        <p:spPr>
          <a:xfrm>
            <a:off x="5029200" y="17668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2" name=""/>
          <p:cNvSpPr/>
          <p:nvPr/>
        </p:nvSpPr>
        <p:spPr>
          <a:xfrm>
            <a:off x="5029200" y="17668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3" name=""/>
          <p:cNvSpPr/>
          <p:nvPr/>
        </p:nvSpPr>
        <p:spPr>
          <a:xfrm>
            <a:off x="5247360" y="12452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954" name=""/>
          <p:cNvSpPr/>
          <p:nvPr/>
        </p:nvSpPr>
        <p:spPr>
          <a:xfrm>
            <a:off x="5247360" y="12452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5" name=""/>
          <p:cNvSpPr/>
          <p:nvPr/>
        </p:nvSpPr>
        <p:spPr>
          <a:xfrm>
            <a:off x="4235040" y="19558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956" name=""/>
          <p:cNvSpPr/>
          <p:nvPr/>
        </p:nvSpPr>
        <p:spPr>
          <a:xfrm>
            <a:off x="4235040" y="19558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7" name=""/>
          <p:cNvSpPr/>
          <p:nvPr/>
        </p:nvSpPr>
        <p:spPr>
          <a:xfrm>
            <a:off x="4516560" y="16930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8" name=""/>
          <p:cNvSpPr/>
          <p:nvPr/>
        </p:nvSpPr>
        <p:spPr>
          <a:xfrm>
            <a:off x="4516560" y="16930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9" name=""/>
          <p:cNvSpPr/>
          <p:nvPr/>
        </p:nvSpPr>
        <p:spPr>
          <a:xfrm>
            <a:off x="3390840" y="20116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960" name=""/>
          <p:cNvSpPr/>
          <p:nvPr/>
        </p:nvSpPr>
        <p:spPr>
          <a:xfrm>
            <a:off x="3390840" y="20116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1" name=""/>
          <p:cNvSpPr/>
          <p:nvPr/>
        </p:nvSpPr>
        <p:spPr>
          <a:xfrm>
            <a:off x="4602600" y="20422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2" name=""/>
          <p:cNvSpPr/>
          <p:nvPr/>
        </p:nvSpPr>
        <p:spPr>
          <a:xfrm>
            <a:off x="4602600" y="20422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3" name=""/>
          <p:cNvSpPr/>
          <p:nvPr/>
        </p:nvSpPr>
        <p:spPr>
          <a:xfrm>
            <a:off x="4365000" y="23126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4" name=""/>
          <p:cNvSpPr/>
          <p:nvPr/>
        </p:nvSpPr>
        <p:spPr>
          <a:xfrm>
            <a:off x="4365000" y="23126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5" name=""/>
          <p:cNvSpPr/>
          <p:nvPr/>
        </p:nvSpPr>
        <p:spPr>
          <a:xfrm>
            <a:off x="4985640" y="4204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6" name=""/>
          <p:cNvSpPr/>
          <p:nvPr/>
        </p:nvSpPr>
        <p:spPr>
          <a:xfrm>
            <a:off x="4985640" y="4204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7" name=""/>
          <p:cNvSpPr/>
          <p:nvPr/>
        </p:nvSpPr>
        <p:spPr>
          <a:xfrm>
            <a:off x="5112720" y="163080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8" name=""/>
          <p:cNvSpPr/>
          <p:nvPr/>
        </p:nvSpPr>
        <p:spPr>
          <a:xfrm>
            <a:off x="5112720" y="163080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9" name=""/>
          <p:cNvSpPr/>
          <p:nvPr/>
        </p:nvSpPr>
        <p:spPr>
          <a:xfrm>
            <a:off x="4640760" y="27813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0" name=""/>
          <p:cNvSpPr/>
          <p:nvPr/>
        </p:nvSpPr>
        <p:spPr>
          <a:xfrm>
            <a:off x="4640760" y="27813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1" name=""/>
          <p:cNvSpPr/>
          <p:nvPr/>
        </p:nvSpPr>
        <p:spPr>
          <a:xfrm>
            <a:off x="3630960" y="207720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972" name=""/>
          <p:cNvSpPr/>
          <p:nvPr/>
        </p:nvSpPr>
        <p:spPr>
          <a:xfrm>
            <a:off x="3630960" y="207720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3" name=""/>
          <p:cNvSpPr/>
          <p:nvPr/>
        </p:nvSpPr>
        <p:spPr>
          <a:xfrm>
            <a:off x="4817880" y="19854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5986BD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974" name=""/>
          <p:cNvSpPr/>
          <p:nvPr/>
        </p:nvSpPr>
        <p:spPr>
          <a:xfrm>
            <a:off x="4817880" y="19854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5986BD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5" name=""/>
          <p:cNvSpPr/>
          <p:nvPr/>
        </p:nvSpPr>
        <p:spPr>
          <a:xfrm>
            <a:off x="4137480" y="224640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976" name=""/>
          <p:cNvSpPr/>
          <p:nvPr/>
        </p:nvSpPr>
        <p:spPr>
          <a:xfrm>
            <a:off x="4137480" y="224640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7" name=""/>
          <p:cNvSpPr/>
          <p:nvPr/>
        </p:nvSpPr>
        <p:spPr>
          <a:xfrm>
            <a:off x="4353840" y="230616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978" name=""/>
          <p:cNvSpPr/>
          <p:nvPr/>
        </p:nvSpPr>
        <p:spPr>
          <a:xfrm>
            <a:off x="4353840" y="230616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9" name=""/>
          <p:cNvSpPr/>
          <p:nvPr/>
        </p:nvSpPr>
        <p:spPr>
          <a:xfrm>
            <a:off x="4930560" y="20433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980" name=""/>
          <p:cNvSpPr/>
          <p:nvPr/>
        </p:nvSpPr>
        <p:spPr>
          <a:xfrm>
            <a:off x="4930560" y="20433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1" name=""/>
          <p:cNvSpPr/>
          <p:nvPr/>
        </p:nvSpPr>
        <p:spPr>
          <a:xfrm>
            <a:off x="4131360" y="25304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2" name=""/>
          <p:cNvSpPr/>
          <p:nvPr/>
        </p:nvSpPr>
        <p:spPr>
          <a:xfrm>
            <a:off x="4131360" y="25304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3" name=""/>
          <p:cNvSpPr/>
          <p:nvPr/>
        </p:nvSpPr>
        <p:spPr>
          <a:xfrm>
            <a:off x="3343320" y="6526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4" name=""/>
          <p:cNvSpPr/>
          <p:nvPr/>
        </p:nvSpPr>
        <p:spPr>
          <a:xfrm>
            <a:off x="3343320" y="6526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5" name=""/>
          <p:cNvSpPr/>
          <p:nvPr/>
        </p:nvSpPr>
        <p:spPr>
          <a:xfrm>
            <a:off x="5217480" y="18388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6" name=""/>
          <p:cNvSpPr/>
          <p:nvPr/>
        </p:nvSpPr>
        <p:spPr>
          <a:xfrm>
            <a:off x="5217480" y="18388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7" name=""/>
          <p:cNvSpPr/>
          <p:nvPr/>
        </p:nvSpPr>
        <p:spPr>
          <a:xfrm>
            <a:off x="5263920" y="19450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8" name=""/>
          <p:cNvSpPr/>
          <p:nvPr/>
        </p:nvSpPr>
        <p:spPr>
          <a:xfrm>
            <a:off x="5263920" y="19450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9" name=""/>
          <p:cNvSpPr/>
          <p:nvPr/>
        </p:nvSpPr>
        <p:spPr>
          <a:xfrm>
            <a:off x="4131360" y="25290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0" name=""/>
          <p:cNvSpPr/>
          <p:nvPr/>
        </p:nvSpPr>
        <p:spPr>
          <a:xfrm>
            <a:off x="4131360" y="25290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1" name=""/>
          <p:cNvSpPr/>
          <p:nvPr/>
        </p:nvSpPr>
        <p:spPr>
          <a:xfrm>
            <a:off x="4399560" y="17870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2" name=""/>
          <p:cNvSpPr/>
          <p:nvPr/>
        </p:nvSpPr>
        <p:spPr>
          <a:xfrm>
            <a:off x="4399560" y="17870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3" name=""/>
          <p:cNvSpPr/>
          <p:nvPr/>
        </p:nvSpPr>
        <p:spPr>
          <a:xfrm>
            <a:off x="4570200" y="29084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4" name=""/>
          <p:cNvSpPr/>
          <p:nvPr/>
        </p:nvSpPr>
        <p:spPr>
          <a:xfrm>
            <a:off x="4570200" y="29084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5" name=""/>
          <p:cNvSpPr/>
          <p:nvPr/>
        </p:nvSpPr>
        <p:spPr>
          <a:xfrm>
            <a:off x="4032000" y="249444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996" name=""/>
          <p:cNvSpPr/>
          <p:nvPr/>
        </p:nvSpPr>
        <p:spPr>
          <a:xfrm>
            <a:off x="4032000" y="249444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7" name=""/>
          <p:cNvSpPr/>
          <p:nvPr/>
        </p:nvSpPr>
        <p:spPr>
          <a:xfrm>
            <a:off x="5158440" y="7783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8" name=""/>
          <p:cNvSpPr/>
          <p:nvPr/>
        </p:nvSpPr>
        <p:spPr>
          <a:xfrm>
            <a:off x="5158440" y="7783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9" name=""/>
          <p:cNvSpPr/>
          <p:nvPr/>
        </p:nvSpPr>
        <p:spPr>
          <a:xfrm>
            <a:off x="3501720" y="9669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0" name=""/>
          <p:cNvSpPr/>
          <p:nvPr/>
        </p:nvSpPr>
        <p:spPr>
          <a:xfrm>
            <a:off x="3501720" y="9669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1" name=""/>
          <p:cNvSpPr/>
          <p:nvPr/>
        </p:nvSpPr>
        <p:spPr>
          <a:xfrm>
            <a:off x="4656600" y="28112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2" name=""/>
          <p:cNvSpPr/>
          <p:nvPr/>
        </p:nvSpPr>
        <p:spPr>
          <a:xfrm>
            <a:off x="4656600" y="28112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3" name=""/>
          <p:cNvSpPr/>
          <p:nvPr/>
        </p:nvSpPr>
        <p:spPr>
          <a:xfrm>
            <a:off x="4980960" y="13953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4" name=""/>
          <p:cNvSpPr/>
          <p:nvPr/>
        </p:nvSpPr>
        <p:spPr>
          <a:xfrm>
            <a:off x="4980960" y="13953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5" name=""/>
          <p:cNvSpPr/>
          <p:nvPr/>
        </p:nvSpPr>
        <p:spPr>
          <a:xfrm>
            <a:off x="4611240" y="28526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6" name=""/>
          <p:cNvSpPr/>
          <p:nvPr/>
        </p:nvSpPr>
        <p:spPr>
          <a:xfrm>
            <a:off x="4611240" y="28526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7" name=""/>
          <p:cNvSpPr/>
          <p:nvPr/>
        </p:nvSpPr>
        <p:spPr>
          <a:xfrm>
            <a:off x="4353120" y="20761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8" name=""/>
          <p:cNvSpPr/>
          <p:nvPr/>
        </p:nvSpPr>
        <p:spPr>
          <a:xfrm>
            <a:off x="4353120" y="20761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9" name=""/>
          <p:cNvSpPr/>
          <p:nvPr/>
        </p:nvSpPr>
        <p:spPr>
          <a:xfrm>
            <a:off x="2685240" y="12078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CFEC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0" name=""/>
          <p:cNvSpPr/>
          <p:nvPr/>
        </p:nvSpPr>
        <p:spPr>
          <a:xfrm>
            <a:off x="2685240" y="12078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CFEC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1" name=""/>
          <p:cNvSpPr/>
          <p:nvPr/>
        </p:nvSpPr>
        <p:spPr>
          <a:xfrm>
            <a:off x="4640760" y="27813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2" name=""/>
          <p:cNvSpPr/>
          <p:nvPr/>
        </p:nvSpPr>
        <p:spPr>
          <a:xfrm>
            <a:off x="4640760" y="27813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3" name=""/>
          <p:cNvSpPr/>
          <p:nvPr/>
        </p:nvSpPr>
        <p:spPr>
          <a:xfrm>
            <a:off x="4471200" y="258012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014" name=""/>
          <p:cNvSpPr/>
          <p:nvPr/>
        </p:nvSpPr>
        <p:spPr>
          <a:xfrm>
            <a:off x="4471200" y="258012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5" name=""/>
          <p:cNvSpPr/>
          <p:nvPr/>
        </p:nvSpPr>
        <p:spPr>
          <a:xfrm>
            <a:off x="4610880" y="277632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6" name=""/>
          <p:cNvSpPr/>
          <p:nvPr/>
        </p:nvSpPr>
        <p:spPr>
          <a:xfrm>
            <a:off x="4610880" y="277632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7" name=""/>
          <p:cNvSpPr/>
          <p:nvPr/>
        </p:nvSpPr>
        <p:spPr>
          <a:xfrm>
            <a:off x="4964400" y="19670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018" name=""/>
          <p:cNvSpPr/>
          <p:nvPr/>
        </p:nvSpPr>
        <p:spPr>
          <a:xfrm>
            <a:off x="4964400" y="19670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9" name=""/>
          <p:cNvSpPr/>
          <p:nvPr/>
        </p:nvSpPr>
        <p:spPr>
          <a:xfrm>
            <a:off x="3812040" y="245664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020" name=""/>
          <p:cNvSpPr/>
          <p:nvPr/>
        </p:nvSpPr>
        <p:spPr>
          <a:xfrm>
            <a:off x="3812040" y="245664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1" name=""/>
          <p:cNvSpPr/>
          <p:nvPr/>
        </p:nvSpPr>
        <p:spPr>
          <a:xfrm>
            <a:off x="4937760" y="1333800"/>
            <a:ext cx="32040" cy="31320"/>
          </a:xfrm>
          <a:custGeom>
            <a:avLst/>
            <a:gdLst/>
            <a:ahLst/>
            <a:rect l="0" t="0" r="r" b="b"/>
            <a:pathLst>
              <a:path w="89" h="87">
                <a:moveTo>
                  <a:pt x="89" y="44"/>
                </a:moveTo>
                <a:cubicBezTo>
                  <a:pt x="89" y="102"/>
                  <a:pt x="0" y="102"/>
                  <a:pt x="0" y="44"/>
                </a:cubicBezTo>
                <a:cubicBezTo>
                  <a:pt x="0" y="-14"/>
                  <a:pt x="89" y="-14"/>
                  <a:pt x="89" y="44"/>
                </a:cubicBezTo>
                <a:close/>
              </a:path>
            </a:pathLst>
          </a:custGeom>
          <a:solidFill>
            <a:srgbClr val="FFECA3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2" name=""/>
          <p:cNvSpPr/>
          <p:nvPr/>
        </p:nvSpPr>
        <p:spPr>
          <a:xfrm>
            <a:off x="4937760" y="1333800"/>
            <a:ext cx="32040" cy="31320"/>
          </a:xfrm>
          <a:custGeom>
            <a:avLst/>
            <a:gdLst/>
            <a:ahLst/>
            <a:rect l="0" t="0" r="r" b="b"/>
            <a:pathLst>
              <a:path fill="none" w="89" h="87">
                <a:moveTo>
                  <a:pt x="89" y="44"/>
                </a:moveTo>
                <a:cubicBezTo>
                  <a:pt x="89" y="102"/>
                  <a:pt x="0" y="102"/>
                  <a:pt x="0" y="44"/>
                </a:cubicBezTo>
                <a:cubicBezTo>
                  <a:pt x="0" y="-14"/>
                  <a:pt x="89" y="-14"/>
                  <a:pt x="89" y="44"/>
                </a:cubicBezTo>
              </a:path>
            </a:pathLst>
          </a:custGeom>
          <a:ln w="0">
            <a:solidFill>
              <a:srgbClr val="FFECA3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3" name=""/>
          <p:cNvSpPr/>
          <p:nvPr/>
        </p:nvSpPr>
        <p:spPr>
          <a:xfrm>
            <a:off x="4419000" y="16452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024" name=""/>
          <p:cNvSpPr/>
          <p:nvPr/>
        </p:nvSpPr>
        <p:spPr>
          <a:xfrm>
            <a:off x="4419000" y="16452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5" name=""/>
          <p:cNvSpPr/>
          <p:nvPr/>
        </p:nvSpPr>
        <p:spPr>
          <a:xfrm>
            <a:off x="5213880" y="109368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026" name=""/>
          <p:cNvSpPr/>
          <p:nvPr/>
        </p:nvSpPr>
        <p:spPr>
          <a:xfrm>
            <a:off x="5213880" y="109368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7" name=""/>
          <p:cNvSpPr/>
          <p:nvPr/>
        </p:nvSpPr>
        <p:spPr>
          <a:xfrm>
            <a:off x="5104080" y="19537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028" name=""/>
          <p:cNvSpPr/>
          <p:nvPr/>
        </p:nvSpPr>
        <p:spPr>
          <a:xfrm>
            <a:off x="5104080" y="19537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9" name=""/>
          <p:cNvSpPr/>
          <p:nvPr/>
        </p:nvSpPr>
        <p:spPr>
          <a:xfrm>
            <a:off x="5207760" y="18511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0" name=""/>
          <p:cNvSpPr/>
          <p:nvPr/>
        </p:nvSpPr>
        <p:spPr>
          <a:xfrm>
            <a:off x="5207760" y="18511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1" name=""/>
          <p:cNvSpPr/>
          <p:nvPr/>
        </p:nvSpPr>
        <p:spPr>
          <a:xfrm>
            <a:off x="4092120" y="24390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DAEFF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2" name=""/>
          <p:cNvSpPr/>
          <p:nvPr/>
        </p:nvSpPr>
        <p:spPr>
          <a:xfrm>
            <a:off x="4092120" y="24390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DAEFF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3" name=""/>
          <p:cNvSpPr/>
          <p:nvPr/>
        </p:nvSpPr>
        <p:spPr>
          <a:xfrm>
            <a:off x="4836240" y="19962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4" name=""/>
          <p:cNvSpPr/>
          <p:nvPr/>
        </p:nvSpPr>
        <p:spPr>
          <a:xfrm>
            <a:off x="4836240" y="19962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5" name=""/>
          <p:cNvSpPr/>
          <p:nvPr/>
        </p:nvSpPr>
        <p:spPr>
          <a:xfrm>
            <a:off x="3989880" y="13813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036" name=""/>
          <p:cNvSpPr/>
          <p:nvPr/>
        </p:nvSpPr>
        <p:spPr>
          <a:xfrm>
            <a:off x="3989880" y="13813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7" name=""/>
          <p:cNvSpPr/>
          <p:nvPr/>
        </p:nvSpPr>
        <p:spPr>
          <a:xfrm>
            <a:off x="4831920" y="198180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8" name=""/>
          <p:cNvSpPr/>
          <p:nvPr/>
        </p:nvSpPr>
        <p:spPr>
          <a:xfrm>
            <a:off x="4831920" y="198180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9" name=""/>
          <p:cNvSpPr/>
          <p:nvPr/>
        </p:nvSpPr>
        <p:spPr>
          <a:xfrm>
            <a:off x="4777200" y="217044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0" name=""/>
          <p:cNvSpPr/>
          <p:nvPr/>
        </p:nvSpPr>
        <p:spPr>
          <a:xfrm>
            <a:off x="4777200" y="217044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1" name=""/>
          <p:cNvSpPr/>
          <p:nvPr/>
        </p:nvSpPr>
        <p:spPr>
          <a:xfrm>
            <a:off x="5221440" y="23094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2" name=""/>
          <p:cNvSpPr/>
          <p:nvPr/>
        </p:nvSpPr>
        <p:spPr>
          <a:xfrm>
            <a:off x="5221440" y="23094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3" name=""/>
          <p:cNvSpPr/>
          <p:nvPr/>
        </p:nvSpPr>
        <p:spPr>
          <a:xfrm>
            <a:off x="5203440" y="20980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4" name=""/>
          <p:cNvSpPr/>
          <p:nvPr/>
        </p:nvSpPr>
        <p:spPr>
          <a:xfrm>
            <a:off x="5203440" y="20980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5" name=""/>
          <p:cNvSpPr/>
          <p:nvPr/>
        </p:nvSpPr>
        <p:spPr>
          <a:xfrm>
            <a:off x="4089240" y="242496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A1C9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6" name=""/>
          <p:cNvSpPr/>
          <p:nvPr/>
        </p:nvSpPr>
        <p:spPr>
          <a:xfrm>
            <a:off x="4089240" y="242496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A1C9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7" name=""/>
          <p:cNvSpPr/>
          <p:nvPr/>
        </p:nvSpPr>
        <p:spPr>
          <a:xfrm>
            <a:off x="4253760" y="14918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048" name=""/>
          <p:cNvSpPr/>
          <p:nvPr/>
        </p:nvSpPr>
        <p:spPr>
          <a:xfrm>
            <a:off x="4253760" y="14918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9" name=""/>
          <p:cNvSpPr/>
          <p:nvPr/>
        </p:nvSpPr>
        <p:spPr>
          <a:xfrm>
            <a:off x="4838400" y="19767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0" name=""/>
          <p:cNvSpPr/>
          <p:nvPr/>
        </p:nvSpPr>
        <p:spPr>
          <a:xfrm>
            <a:off x="4838400" y="19767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1" name=""/>
          <p:cNvSpPr/>
          <p:nvPr/>
        </p:nvSpPr>
        <p:spPr>
          <a:xfrm>
            <a:off x="3369960" y="20199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052" name=""/>
          <p:cNvSpPr/>
          <p:nvPr/>
        </p:nvSpPr>
        <p:spPr>
          <a:xfrm>
            <a:off x="3369960" y="20199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3" name=""/>
          <p:cNvSpPr/>
          <p:nvPr/>
        </p:nvSpPr>
        <p:spPr>
          <a:xfrm>
            <a:off x="5156280" y="23958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054" name=""/>
          <p:cNvSpPr/>
          <p:nvPr/>
        </p:nvSpPr>
        <p:spPr>
          <a:xfrm>
            <a:off x="5156280" y="23958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5" name=""/>
          <p:cNvSpPr/>
          <p:nvPr/>
        </p:nvSpPr>
        <p:spPr>
          <a:xfrm>
            <a:off x="3375360" y="20041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056" name=""/>
          <p:cNvSpPr/>
          <p:nvPr/>
        </p:nvSpPr>
        <p:spPr>
          <a:xfrm>
            <a:off x="3375360" y="20041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7" name=""/>
          <p:cNvSpPr/>
          <p:nvPr/>
        </p:nvSpPr>
        <p:spPr>
          <a:xfrm>
            <a:off x="4577400" y="27889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8" name=""/>
          <p:cNvSpPr/>
          <p:nvPr/>
        </p:nvSpPr>
        <p:spPr>
          <a:xfrm>
            <a:off x="4577400" y="27889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9" name=""/>
          <p:cNvSpPr/>
          <p:nvPr/>
        </p:nvSpPr>
        <p:spPr>
          <a:xfrm>
            <a:off x="4015080" y="11253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060" name=""/>
          <p:cNvSpPr/>
          <p:nvPr/>
        </p:nvSpPr>
        <p:spPr>
          <a:xfrm>
            <a:off x="4015080" y="11253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1" name=""/>
          <p:cNvSpPr/>
          <p:nvPr/>
        </p:nvSpPr>
        <p:spPr>
          <a:xfrm>
            <a:off x="4818960" y="20070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062" name=""/>
          <p:cNvSpPr/>
          <p:nvPr/>
        </p:nvSpPr>
        <p:spPr>
          <a:xfrm>
            <a:off x="4818960" y="20070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3" name=""/>
          <p:cNvSpPr/>
          <p:nvPr/>
        </p:nvSpPr>
        <p:spPr>
          <a:xfrm>
            <a:off x="3370680" y="200196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4" name=""/>
          <p:cNvSpPr/>
          <p:nvPr/>
        </p:nvSpPr>
        <p:spPr>
          <a:xfrm>
            <a:off x="3370680" y="200196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5" name=""/>
          <p:cNvSpPr/>
          <p:nvPr/>
        </p:nvSpPr>
        <p:spPr>
          <a:xfrm>
            <a:off x="4964040" y="20689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066" name=""/>
          <p:cNvSpPr/>
          <p:nvPr/>
        </p:nvSpPr>
        <p:spPr>
          <a:xfrm>
            <a:off x="4964040" y="20689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7" name=""/>
          <p:cNvSpPr/>
          <p:nvPr/>
        </p:nvSpPr>
        <p:spPr>
          <a:xfrm>
            <a:off x="5156640" y="240840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068" name=""/>
          <p:cNvSpPr/>
          <p:nvPr/>
        </p:nvSpPr>
        <p:spPr>
          <a:xfrm>
            <a:off x="5156640" y="240840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9" name=""/>
          <p:cNvSpPr/>
          <p:nvPr/>
        </p:nvSpPr>
        <p:spPr>
          <a:xfrm>
            <a:off x="5267160" y="18806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0" name=""/>
          <p:cNvSpPr/>
          <p:nvPr/>
        </p:nvSpPr>
        <p:spPr>
          <a:xfrm>
            <a:off x="5267160" y="18806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1" name=""/>
          <p:cNvSpPr/>
          <p:nvPr/>
        </p:nvSpPr>
        <p:spPr>
          <a:xfrm>
            <a:off x="4670640" y="12535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2" name=""/>
          <p:cNvSpPr/>
          <p:nvPr/>
        </p:nvSpPr>
        <p:spPr>
          <a:xfrm>
            <a:off x="4670640" y="12535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3" name=""/>
          <p:cNvSpPr/>
          <p:nvPr/>
        </p:nvSpPr>
        <p:spPr>
          <a:xfrm>
            <a:off x="4618440" y="146340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4" name=""/>
          <p:cNvSpPr/>
          <p:nvPr/>
        </p:nvSpPr>
        <p:spPr>
          <a:xfrm>
            <a:off x="4618440" y="146340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5" name=""/>
          <p:cNvSpPr/>
          <p:nvPr/>
        </p:nvSpPr>
        <p:spPr>
          <a:xfrm>
            <a:off x="4181400" y="160380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076" name=""/>
          <p:cNvSpPr/>
          <p:nvPr/>
        </p:nvSpPr>
        <p:spPr>
          <a:xfrm>
            <a:off x="4181400" y="160380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7" name=""/>
          <p:cNvSpPr/>
          <p:nvPr/>
        </p:nvSpPr>
        <p:spPr>
          <a:xfrm>
            <a:off x="3419280" y="20005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ECA3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8" name=""/>
          <p:cNvSpPr/>
          <p:nvPr/>
        </p:nvSpPr>
        <p:spPr>
          <a:xfrm>
            <a:off x="3419280" y="20005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ECA3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9" name=""/>
          <p:cNvSpPr/>
          <p:nvPr/>
        </p:nvSpPr>
        <p:spPr>
          <a:xfrm>
            <a:off x="4995720" y="19490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080" name=""/>
          <p:cNvSpPr/>
          <p:nvPr/>
        </p:nvSpPr>
        <p:spPr>
          <a:xfrm>
            <a:off x="4995720" y="19490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1" name=""/>
          <p:cNvSpPr/>
          <p:nvPr/>
        </p:nvSpPr>
        <p:spPr>
          <a:xfrm>
            <a:off x="5180040" y="12988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2" name=""/>
          <p:cNvSpPr/>
          <p:nvPr/>
        </p:nvSpPr>
        <p:spPr>
          <a:xfrm>
            <a:off x="5180040" y="12988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3" name=""/>
          <p:cNvSpPr/>
          <p:nvPr/>
        </p:nvSpPr>
        <p:spPr>
          <a:xfrm>
            <a:off x="4348080" y="14806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4" name=""/>
          <p:cNvSpPr/>
          <p:nvPr/>
        </p:nvSpPr>
        <p:spPr>
          <a:xfrm>
            <a:off x="4348080" y="14806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5" name=""/>
          <p:cNvSpPr/>
          <p:nvPr/>
        </p:nvSpPr>
        <p:spPr>
          <a:xfrm>
            <a:off x="5166720" y="15217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6" name=""/>
          <p:cNvSpPr/>
          <p:nvPr/>
        </p:nvSpPr>
        <p:spPr>
          <a:xfrm>
            <a:off x="5166720" y="15217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7" name=""/>
          <p:cNvSpPr/>
          <p:nvPr/>
        </p:nvSpPr>
        <p:spPr>
          <a:xfrm>
            <a:off x="5221080" y="18442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088" name=""/>
          <p:cNvSpPr/>
          <p:nvPr/>
        </p:nvSpPr>
        <p:spPr>
          <a:xfrm>
            <a:off x="5221080" y="18442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9" name=""/>
          <p:cNvSpPr/>
          <p:nvPr/>
        </p:nvSpPr>
        <p:spPr>
          <a:xfrm>
            <a:off x="5266440" y="218844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0" name=""/>
          <p:cNvSpPr/>
          <p:nvPr/>
        </p:nvSpPr>
        <p:spPr>
          <a:xfrm>
            <a:off x="5266440" y="218844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1" name=""/>
          <p:cNvSpPr/>
          <p:nvPr/>
        </p:nvSpPr>
        <p:spPr>
          <a:xfrm>
            <a:off x="5102280" y="24613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6F5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2" name=""/>
          <p:cNvSpPr/>
          <p:nvPr/>
        </p:nvSpPr>
        <p:spPr>
          <a:xfrm>
            <a:off x="5102280" y="24613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6F5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3" name=""/>
          <p:cNvSpPr/>
          <p:nvPr/>
        </p:nvSpPr>
        <p:spPr>
          <a:xfrm>
            <a:off x="4121640" y="25462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094" name=""/>
          <p:cNvSpPr/>
          <p:nvPr/>
        </p:nvSpPr>
        <p:spPr>
          <a:xfrm>
            <a:off x="4121640" y="25462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5" name=""/>
          <p:cNvSpPr/>
          <p:nvPr/>
        </p:nvSpPr>
        <p:spPr>
          <a:xfrm>
            <a:off x="5161320" y="153720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6" name=""/>
          <p:cNvSpPr/>
          <p:nvPr/>
        </p:nvSpPr>
        <p:spPr>
          <a:xfrm>
            <a:off x="5161320" y="153720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7" name=""/>
          <p:cNvSpPr/>
          <p:nvPr/>
        </p:nvSpPr>
        <p:spPr>
          <a:xfrm>
            <a:off x="4539960" y="27176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8" name=""/>
          <p:cNvSpPr/>
          <p:nvPr/>
        </p:nvSpPr>
        <p:spPr>
          <a:xfrm>
            <a:off x="4539960" y="27176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9" name=""/>
          <p:cNvSpPr/>
          <p:nvPr/>
        </p:nvSpPr>
        <p:spPr>
          <a:xfrm>
            <a:off x="5218560" y="184104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100" name=""/>
          <p:cNvSpPr/>
          <p:nvPr/>
        </p:nvSpPr>
        <p:spPr>
          <a:xfrm>
            <a:off x="5218560" y="184104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1" name=""/>
          <p:cNvSpPr/>
          <p:nvPr/>
        </p:nvSpPr>
        <p:spPr>
          <a:xfrm>
            <a:off x="4043160" y="252612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102" name=""/>
          <p:cNvSpPr/>
          <p:nvPr/>
        </p:nvSpPr>
        <p:spPr>
          <a:xfrm>
            <a:off x="4043160" y="252612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3" name=""/>
          <p:cNvSpPr/>
          <p:nvPr/>
        </p:nvSpPr>
        <p:spPr>
          <a:xfrm>
            <a:off x="4089600" y="24271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6F5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4" name=""/>
          <p:cNvSpPr/>
          <p:nvPr/>
        </p:nvSpPr>
        <p:spPr>
          <a:xfrm>
            <a:off x="4089600" y="24271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6F5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5" name=""/>
          <p:cNvSpPr/>
          <p:nvPr/>
        </p:nvSpPr>
        <p:spPr>
          <a:xfrm>
            <a:off x="5311800" y="9176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106" name=""/>
          <p:cNvSpPr/>
          <p:nvPr/>
        </p:nvSpPr>
        <p:spPr>
          <a:xfrm>
            <a:off x="5311800" y="9176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7" name=""/>
          <p:cNvSpPr/>
          <p:nvPr/>
        </p:nvSpPr>
        <p:spPr>
          <a:xfrm>
            <a:off x="5000760" y="19558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108" name=""/>
          <p:cNvSpPr/>
          <p:nvPr/>
        </p:nvSpPr>
        <p:spPr>
          <a:xfrm>
            <a:off x="5000760" y="19558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9" name=""/>
          <p:cNvSpPr/>
          <p:nvPr/>
        </p:nvSpPr>
        <p:spPr>
          <a:xfrm>
            <a:off x="4762080" y="216864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110" name=""/>
          <p:cNvSpPr/>
          <p:nvPr/>
        </p:nvSpPr>
        <p:spPr>
          <a:xfrm>
            <a:off x="4762080" y="216864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1" name=""/>
          <p:cNvSpPr/>
          <p:nvPr/>
        </p:nvSpPr>
        <p:spPr>
          <a:xfrm>
            <a:off x="3642480" y="128700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DAEFF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2" name=""/>
          <p:cNvSpPr/>
          <p:nvPr/>
        </p:nvSpPr>
        <p:spPr>
          <a:xfrm>
            <a:off x="3642480" y="128700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DAEFF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3" name=""/>
          <p:cNvSpPr/>
          <p:nvPr/>
        </p:nvSpPr>
        <p:spPr>
          <a:xfrm>
            <a:off x="4434120" y="22075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114" name=""/>
          <p:cNvSpPr/>
          <p:nvPr/>
        </p:nvSpPr>
        <p:spPr>
          <a:xfrm>
            <a:off x="4434120" y="22075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5" name=""/>
          <p:cNvSpPr/>
          <p:nvPr/>
        </p:nvSpPr>
        <p:spPr>
          <a:xfrm>
            <a:off x="4059720" y="156240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6" name=""/>
          <p:cNvSpPr/>
          <p:nvPr/>
        </p:nvSpPr>
        <p:spPr>
          <a:xfrm>
            <a:off x="4059720" y="156240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7" name=""/>
          <p:cNvSpPr/>
          <p:nvPr/>
        </p:nvSpPr>
        <p:spPr>
          <a:xfrm>
            <a:off x="4490640" y="267084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8" name=""/>
          <p:cNvSpPr/>
          <p:nvPr/>
        </p:nvSpPr>
        <p:spPr>
          <a:xfrm>
            <a:off x="4490640" y="267084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9" name=""/>
          <p:cNvSpPr/>
          <p:nvPr/>
        </p:nvSpPr>
        <p:spPr>
          <a:xfrm>
            <a:off x="5047200" y="12866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0" name=""/>
          <p:cNvSpPr/>
          <p:nvPr/>
        </p:nvSpPr>
        <p:spPr>
          <a:xfrm>
            <a:off x="5047200" y="12866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1" name=""/>
          <p:cNvSpPr/>
          <p:nvPr/>
        </p:nvSpPr>
        <p:spPr>
          <a:xfrm>
            <a:off x="5296680" y="18716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2" name=""/>
          <p:cNvSpPr/>
          <p:nvPr/>
        </p:nvSpPr>
        <p:spPr>
          <a:xfrm>
            <a:off x="5296680" y="18716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3" name=""/>
          <p:cNvSpPr/>
          <p:nvPr/>
        </p:nvSpPr>
        <p:spPr>
          <a:xfrm>
            <a:off x="3900240" y="22039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4" name=""/>
          <p:cNvSpPr/>
          <p:nvPr/>
        </p:nvSpPr>
        <p:spPr>
          <a:xfrm>
            <a:off x="3900240" y="22039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5" name=""/>
          <p:cNvSpPr/>
          <p:nvPr/>
        </p:nvSpPr>
        <p:spPr>
          <a:xfrm>
            <a:off x="4325760" y="14317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6" name=""/>
          <p:cNvSpPr/>
          <p:nvPr/>
        </p:nvSpPr>
        <p:spPr>
          <a:xfrm>
            <a:off x="4325760" y="14317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7" name=""/>
          <p:cNvSpPr/>
          <p:nvPr/>
        </p:nvSpPr>
        <p:spPr>
          <a:xfrm>
            <a:off x="4136760" y="25412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8" name=""/>
          <p:cNvSpPr/>
          <p:nvPr/>
        </p:nvSpPr>
        <p:spPr>
          <a:xfrm>
            <a:off x="4136760" y="25412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9" name=""/>
          <p:cNvSpPr/>
          <p:nvPr/>
        </p:nvSpPr>
        <p:spPr>
          <a:xfrm>
            <a:off x="3124440" y="9752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4575B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130" name=""/>
          <p:cNvSpPr/>
          <p:nvPr/>
        </p:nvSpPr>
        <p:spPr>
          <a:xfrm>
            <a:off x="3124440" y="9752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4575B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1" name=""/>
          <p:cNvSpPr/>
          <p:nvPr/>
        </p:nvSpPr>
        <p:spPr>
          <a:xfrm>
            <a:off x="3205440" y="8715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2" name=""/>
          <p:cNvSpPr/>
          <p:nvPr/>
        </p:nvSpPr>
        <p:spPr>
          <a:xfrm>
            <a:off x="3205440" y="8715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3" name=""/>
          <p:cNvSpPr/>
          <p:nvPr/>
        </p:nvSpPr>
        <p:spPr>
          <a:xfrm>
            <a:off x="4507920" y="16948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4" name=""/>
          <p:cNvSpPr/>
          <p:nvPr/>
        </p:nvSpPr>
        <p:spPr>
          <a:xfrm>
            <a:off x="4507920" y="16948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5" name=""/>
          <p:cNvSpPr/>
          <p:nvPr/>
        </p:nvSpPr>
        <p:spPr>
          <a:xfrm>
            <a:off x="4093560" y="24300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6" name=""/>
          <p:cNvSpPr/>
          <p:nvPr/>
        </p:nvSpPr>
        <p:spPr>
          <a:xfrm>
            <a:off x="4093560" y="24300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7" name=""/>
          <p:cNvSpPr/>
          <p:nvPr/>
        </p:nvSpPr>
        <p:spPr>
          <a:xfrm>
            <a:off x="4101480" y="24382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8" name=""/>
          <p:cNvSpPr/>
          <p:nvPr/>
        </p:nvSpPr>
        <p:spPr>
          <a:xfrm>
            <a:off x="4101480" y="24382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9" name=""/>
          <p:cNvSpPr/>
          <p:nvPr/>
        </p:nvSpPr>
        <p:spPr>
          <a:xfrm>
            <a:off x="3375360" y="20041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0" name=""/>
          <p:cNvSpPr/>
          <p:nvPr/>
        </p:nvSpPr>
        <p:spPr>
          <a:xfrm>
            <a:off x="3375360" y="20041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1" name=""/>
          <p:cNvSpPr/>
          <p:nvPr/>
        </p:nvSpPr>
        <p:spPr>
          <a:xfrm>
            <a:off x="4341600" y="207324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2" name=""/>
          <p:cNvSpPr/>
          <p:nvPr/>
        </p:nvSpPr>
        <p:spPr>
          <a:xfrm>
            <a:off x="4341600" y="207324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3" name=""/>
          <p:cNvSpPr/>
          <p:nvPr/>
        </p:nvSpPr>
        <p:spPr>
          <a:xfrm>
            <a:off x="4492800" y="18511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4" name=""/>
          <p:cNvSpPr/>
          <p:nvPr/>
        </p:nvSpPr>
        <p:spPr>
          <a:xfrm>
            <a:off x="4492800" y="18511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5" name=""/>
          <p:cNvSpPr/>
          <p:nvPr/>
        </p:nvSpPr>
        <p:spPr>
          <a:xfrm>
            <a:off x="5258160" y="216000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146" name=""/>
          <p:cNvSpPr/>
          <p:nvPr/>
        </p:nvSpPr>
        <p:spPr>
          <a:xfrm>
            <a:off x="5258160" y="216000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7" name=""/>
          <p:cNvSpPr/>
          <p:nvPr/>
        </p:nvSpPr>
        <p:spPr>
          <a:xfrm>
            <a:off x="5209920" y="78840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8" name=""/>
          <p:cNvSpPr/>
          <p:nvPr/>
        </p:nvSpPr>
        <p:spPr>
          <a:xfrm>
            <a:off x="5209920" y="78840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9" name=""/>
          <p:cNvSpPr/>
          <p:nvPr/>
        </p:nvSpPr>
        <p:spPr>
          <a:xfrm>
            <a:off x="5142240" y="7984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0" name=""/>
          <p:cNvSpPr/>
          <p:nvPr/>
        </p:nvSpPr>
        <p:spPr>
          <a:xfrm>
            <a:off x="5142240" y="7984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1" name=""/>
          <p:cNvSpPr/>
          <p:nvPr/>
        </p:nvSpPr>
        <p:spPr>
          <a:xfrm>
            <a:off x="4508280" y="16941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2" name=""/>
          <p:cNvSpPr/>
          <p:nvPr/>
        </p:nvSpPr>
        <p:spPr>
          <a:xfrm>
            <a:off x="4508280" y="16941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3" name=""/>
          <p:cNvSpPr/>
          <p:nvPr/>
        </p:nvSpPr>
        <p:spPr>
          <a:xfrm>
            <a:off x="4097520" y="243324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4" name=""/>
          <p:cNvSpPr/>
          <p:nvPr/>
        </p:nvSpPr>
        <p:spPr>
          <a:xfrm>
            <a:off x="4097520" y="243324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5" name=""/>
          <p:cNvSpPr/>
          <p:nvPr/>
        </p:nvSpPr>
        <p:spPr>
          <a:xfrm>
            <a:off x="4957920" y="133200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C7E2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6" name=""/>
          <p:cNvSpPr/>
          <p:nvPr/>
        </p:nvSpPr>
        <p:spPr>
          <a:xfrm>
            <a:off x="4957920" y="133200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C7E2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7" name=""/>
          <p:cNvSpPr/>
          <p:nvPr/>
        </p:nvSpPr>
        <p:spPr>
          <a:xfrm>
            <a:off x="5291640" y="21088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158" name=""/>
          <p:cNvSpPr/>
          <p:nvPr/>
        </p:nvSpPr>
        <p:spPr>
          <a:xfrm>
            <a:off x="5291640" y="21088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9" name=""/>
          <p:cNvSpPr/>
          <p:nvPr/>
        </p:nvSpPr>
        <p:spPr>
          <a:xfrm>
            <a:off x="4640040" y="27864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0" name=""/>
          <p:cNvSpPr/>
          <p:nvPr/>
        </p:nvSpPr>
        <p:spPr>
          <a:xfrm>
            <a:off x="4640040" y="27864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1" name=""/>
          <p:cNvSpPr/>
          <p:nvPr/>
        </p:nvSpPr>
        <p:spPr>
          <a:xfrm>
            <a:off x="4748400" y="214920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162" name=""/>
          <p:cNvSpPr/>
          <p:nvPr/>
        </p:nvSpPr>
        <p:spPr>
          <a:xfrm>
            <a:off x="4748400" y="214920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3" name=""/>
          <p:cNvSpPr/>
          <p:nvPr/>
        </p:nvSpPr>
        <p:spPr>
          <a:xfrm>
            <a:off x="5154840" y="11707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4" name=""/>
          <p:cNvSpPr/>
          <p:nvPr/>
        </p:nvSpPr>
        <p:spPr>
          <a:xfrm>
            <a:off x="5154840" y="11707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5" name=""/>
          <p:cNvSpPr/>
          <p:nvPr/>
        </p:nvSpPr>
        <p:spPr>
          <a:xfrm>
            <a:off x="4384080" y="18201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166" name=""/>
          <p:cNvSpPr/>
          <p:nvPr/>
        </p:nvSpPr>
        <p:spPr>
          <a:xfrm>
            <a:off x="4384080" y="18201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7" name=""/>
          <p:cNvSpPr/>
          <p:nvPr/>
        </p:nvSpPr>
        <p:spPr>
          <a:xfrm>
            <a:off x="4092840" y="24300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8" name=""/>
          <p:cNvSpPr/>
          <p:nvPr/>
        </p:nvSpPr>
        <p:spPr>
          <a:xfrm>
            <a:off x="4092840" y="24300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9" name=""/>
          <p:cNvSpPr/>
          <p:nvPr/>
        </p:nvSpPr>
        <p:spPr>
          <a:xfrm>
            <a:off x="5141880" y="79812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CFEC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0" name=""/>
          <p:cNvSpPr/>
          <p:nvPr/>
        </p:nvSpPr>
        <p:spPr>
          <a:xfrm>
            <a:off x="5141880" y="79812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CFEC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1" name=""/>
          <p:cNvSpPr/>
          <p:nvPr/>
        </p:nvSpPr>
        <p:spPr>
          <a:xfrm>
            <a:off x="4218120" y="21459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2" name=""/>
          <p:cNvSpPr/>
          <p:nvPr/>
        </p:nvSpPr>
        <p:spPr>
          <a:xfrm>
            <a:off x="4218120" y="21459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3" name=""/>
          <p:cNvSpPr/>
          <p:nvPr/>
        </p:nvSpPr>
        <p:spPr>
          <a:xfrm>
            <a:off x="4959000" y="13320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C7E2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4" name=""/>
          <p:cNvSpPr/>
          <p:nvPr/>
        </p:nvSpPr>
        <p:spPr>
          <a:xfrm>
            <a:off x="4959000" y="13320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C7E2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5" name=""/>
          <p:cNvSpPr/>
          <p:nvPr/>
        </p:nvSpPr>
        <p:spPr>
          <a:xfrm>
            <a:off x="4511520" y="289152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176" name=""/>
          <p:cNvSpPr/>
          <p:nvPr/>
        </p:nvSpPr>
        <p:spPr>
          <a:xfrm>
            <a:off x="4511520" y="289152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7" name=""/>
          <p:cNvSpPr/>
          <p:nvPr/>
        </p:nvSpPr>
        <p:spPr>
          <a:xfrm>
            <a:off x="4817160" y="19980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178" name=""/>
          <p:cNvSpPr/>
          <p:nvPr/>
        </p:nvSpPr>
        <p:spPr>
          <a:xfrm>
            <a:off x="4817160" y="19980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9" name=""/>
          <p:cNvSpPr/>
          <p:nvPr/>
        </p:nvSpPr>
        <p:spPr>
          <a:xfrm>
            <a:off x="4758480" y="22024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180" name=""/>
          <p:cNvSpPr/>
          <p:nvPr/>
        </p:nvSpPr>
        <p:spPr>
          <a:xfrm>
            <a:off x="4758480" y="22024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1" name=""/>
          <p:cNvSpPr/>
          <p:nvPr/>
        </p:nvSpPr>
        <p:spPr>
          <a:xfrm>
            <a:off x="5303160" y="12225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2" name=""/>
          <p:cNvSpPr/>
          <p:nvPr/>
        </p:nvSpPr>
        <p:spPr>
          <a:xfrm>
            <a:off x="5303160" y="12225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3" name=""/>
          <p:cNvSpPr/>
          <p:nvPr/>
        </p:nvSpPr>
        <p:spPr>
          <a:xfrm>
            <a:off x="4397040" y="17384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4" name=""/>
          <p:cNvSpPr/>
          <p:nvPr/>
        </p:nvSpPr>
        <p:spPr>
          <a:xfrm>
            <a:off x="4397040" y="17384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5" name=""/>
          <p:cNvSpPr/>
          <p:nvPr/>
        </p:nvSpPr>
        <p:spPr>
          <a:xfrm>
            <a:off x="4953600" y="13816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C7E2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6" name=""/>
          <p:cNvSpPr/>
          <p:nvPr/>
        </p:nvSpPr>
        <p:spPr>
          <a:xfrm>
            <a:off x="4953600" y="13816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C7E2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7" name=""/>
          <p:cNvSpPr/>
          <p:nvPr/>
        </p:nvSpPr>
        <p:spPr>
          <a:xfrm>
            <a:off x="4682880" y="18223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8" name=""/>
          <p:cNvSpPr/>
          <p:nvPr/>
        </p:nvSpPr>
        <p:spPr>
          <a:xfrm>
            <a:off x="4682880" y="18223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9" name=""/>
          <p:cNvSpPr/>
          <p:nvPr/>
        </p:nvSpPr>
        <p:spPr>
          <a:xfrm>
            <a:off x="4365000" y="23126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0" name=""/>
          <p:cNvSpPr/>
          <p:nvPr/>
        </p:nvSpPr>
        <p:spPr>
          <a:xfrm>
            <a:off x="4365000" y="23126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1" name=""/>
          <p:cNvSpPr/>
          <p:nvPr/>
        </p:nvSpPr>
        <p:spPr>
          <a:xfrm>
            <a:off x="5305320" y="12214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2" name=""/>
          <p:cNvSpPr/>
          <p:nvPr/>
        </p:nvSpPr>
        <p:spPr>
          <a:xfrm>
            <a:off x="5305320" y="12214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3" name=""/>
          <p:cNvSpPr/>
          <p:nvPr/>
        </p:nvSpPr>
        <p:spPr>
          <a:xfrm>
            <a:off x="4430520" y="173880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4" name=""/>
          <p:cNvSpPr/>
          <p:nvPr/>
        </p:nvSpPr>
        <p:spPr>
          <a:xfrm>
            <a:off x="4430520" y="173880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5" name=""/>
          <p:cNvSpPr/>
          <p:nvPr/>
        </p:nvSpPr>
        <p:spPr>
          <a:xfrm>
            <a:off x="4976640" y="13935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6" name=""/>
          <p:cNvSpPr/>
          <p:nvPr/>
        </p:nvSpPr>
        <p:spPr>
          <a:xfrm>
            <a:off x="4976640" y="13935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7" name=""/>
          <p:cNvSpPr/>
          <p:nvPr/>
        </p:nvSpPr>
        <p:spPr>
          <a:xfrm>
            <a:off x="5482080" y="97416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8" name=""/>
          <p:cNvSpPr/>
          <p:nvPr/>
        </p:nvSpPr>
        <p:spPr>
          <a:xfrm>
            <a:off x="5482080" y="97416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9" name=""/>
          <p:cNvSpPr/>
          <p:nvPr/>
        </p:nvSpPr>
        <p:spPr>
          <a:xfrm>
            <a:off x="3205440" y="8715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0" name=""/>
          <p:cNvSpPr/>
          <p:nvPr/>
        </p:nvSpPr>
        <p:spPr>
          <a:xfrm>
            <a:off x="3205440" y="8715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1" name=""/>
          <p:cNvSpPr/>
          <p:nvPr/>
        </p:nvSpPr>
        <p:spPr>
          <a:xfrm>
            <a:off x="4093920" y="24418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ECA3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2" name=""/>
          <p:cNvSpPr/>
          <p:nvPr/>
        </p:nvSpPr>
        <p:spPr>
          <a:xfrm>
            <a:off x="4093920" y="24418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ECA3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3" name=""/>
          <p:cNvSpPr/>
          <p:nvPr/>
        </p:nvSpPr>
        <p:spPr>
          <a:xfrm>
            <a:off x="5141880" y="79812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4" name=""/>
          <p:cNvSpPr/>
          <p:nvPr/>
        </p:nvSpPr>
        <p:spPr>
          <a:xfrm>
            <a:off x="5141880" y="79812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5" name=""/>
          <p:cNvSpPr/>
          <p:nvPr/>
        </p:nvSpPr>
        <p:spPr>
          <a:xfrm>
            <a:off x="4217400" y="21459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6" name=""/>
          <p:cNvSpPr/>
          <p:nvPr/>
        </p:nvSpPr>
        <p:spPr>
          <a:xfrm>
            <a:off x="4217400" y="21459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7" name=""/>
          <p:cNvSpPr/>
          <p:nvPr/>
        </p:nvSpPr>
        <p:spPr>
          <a:xfrm>
            <a:off x="4203000" y="19846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8" name=""/>
          <p:cNvSpPr/>
          <p:nvPr/>
        </p:nvSpPr>
        <p:spPr>
          <a:xfrm>
            <a:off x="4203000" y="19846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9" name=""/>
          <p:cNvSpPr/>
          <p:nvPr/>
        </p:nvSpPr>
        <p:spPr>
          <a:xfrm>
            <a:off x="4512240" y="266796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0" name=""/>
          <p:cNvSpPr/>
          <p:nvPr/>
        </p:nvSpPr>
        <p:spPr>
          <a:xfrm>
            <a:off x="4512240" y="266796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1" name=""/>
          <p:cNvSpPr/>
          <p:nvPr/>
        </p:nvSpPr>
        <p:spPr>
          <a:xfrm>
            <a:off x="4836600" y="19976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2" name=""/>
          <p:cNvSpPr/>
          <p:nvPr/>
        </p:nvSpPr>
        <p:spPr>
          <a:xfrm>
            <a:off x="4836600" y="19976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3" name=""/>
          <p:cNvSpPr/>
          <p:nvPr/>
        </p:nvSpPr>
        <p:spPr>
          <a:xfrm>
            <a:off x="5294880" y="122436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4" name=""/>
          <p:cNvSpPr/>
          <p:nvPr/>
        </p:nvSpPr>
        <p:spPr>
          <a:xfrm>
            <a:off x="5294880" y="122436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5" name=""/>
          <p:cNvSpPr/>
          <p:nvPr/>
        </p:nvSpPr>
        <p:spPr>
          <a:xfrm>
            <a:off x="4555440" y="16804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6" name=""/>
          <p:cNvSpPr/>
          <p:nvPr/>
        </p:nvSpPr>
        <p:spPr>
          <a:xfrm>
            <a:off x="4555440" y="16804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7" name=""/>
          <p:cNvSpPr/>
          <p:nvPr/>
        </p:nvSpPr>
        <p:spPr>
          <a:xfrm>
            <a:off x="5263560" y="72432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8" name=""/>
          <p:cNvSpPr/>
          <p:nvPr/>
        </p:nvSpPr>
        <p:spPr>
          <a:xfrm>
            <a:off x="5263560" y="72432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9" name=""/>
          <p:cNvSpPr/>
          <p:nvPr/>
        </p:nvSpPr>
        <p:spPr>
          <a:xfrm>
            <a:off x="3205440" y="8715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0" name=""/>
          <p:cNvSpPr/>
          <p:nvPr/>
        </p:nvSpPr>
        <p:spPr>
          <a:xfrm>
            <a:off x="3205440" y="8715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1" name=""/>
          <p:cNvSpPr/>
          <p:nvPr/>
        </p:nvSpPr>
        <p:spPr>
          <a:xfrm>
            <a:off x="4509720" y="16941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2" name=""/>
          <p:cNvSpPr/>
          <p:nvPr/>
        </p:nvSpPr>
        <p:spPr>
          <a:xfrm>
            <a:off x="4509720" y="16941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3" name=""/>
          <p:cNvSpPr/>
          <p:nvPr/>
        </p:nvSpPr>
        <p:spPr>
          <a:xfrm>
            <a:off x="4085280" y="24505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4" name=""/>
          <p:cNvSpPr/>
          <p:nvPr/>
        </p:nvSpPr>
        <p:spPr>
          <a:xfrm>
            <a:off x="4085280" y="24505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5" name=""/>
          <p:cNvSpPr/>
          <p:nvPr/>
        </p:nvSpPr>
        <p:spPr>
          <a:xfrm>
            <a:off x="4329000" y="13950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6" name=""/>
          <p:cNvSpPr/>
          <p:nvPr/>
        </p:nvSpPr>
        <p:spPr>
          <a:xfrm>
            <a:off x="4329000" y="13950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7" name=""/>
          <p:cNvSpPr/>
          <p:nvPr/>
        </p:nvSpPr>
        <p:spPr>
          <a:xfrm>
            <a:off x="4399560" y="18183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C7E2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8" name=""/>
          <p:cNvSpPr/>
          <p:nvPr/>
        </p:nvSpPr>
        <p:spPr>
          <a:xfrm>
            <a:off x="4399560" y="18183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C7E2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9" name=""/>
          <p:cNvSpPr/>
          <p:nvPr/>
        </p:nvSpPr>
        <p:spPr>
          <a:xfrm>
            <a:off x="4021560" y="13953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230" name=""/>
          <p:cNvSpPr/>
          <p:nvPr/>
        </p:nvSpPr>
        <p:spPr>
          <a:xfrm>
            <a:off x="4021560" y="13953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1" name=""/>
          <p:cNvSpPr/>
          <p:nvPr/>
        </p:nvSpPr>
        <p:spPr>
          <a:xfrm>
            <a:off x="4091040" y="24271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2" name=""/>
          <p:cNvSpPr/>
          <p:nvPr/>
        </p:nvSpPr>
        <p:spPr>
          <a:xfrm>
            <a:off x="4091040" y="24271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3" name=""/>
          <p:cNvSpPr/>
          <p:nvPr/>
        </p:nvSpPr>
        <p:spPr>
          <a:xfrm>
            <a:off x="4872960" y="12657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4" name=""/>
          <p:cNvSpPr/>
          <p:nvPr/>
        </p:nvSpPr>
        <p:spPr>
          <a:xfrm>
            <a:off x="4872960" y="12657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5" name=""/>
          <p:cNvSpPr/>
          <p:nvPr/>
        </p:nvSpPr>
        <p:spPr>
          <a:xfrm>
            <a:off x="3980160" y="20484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CFEC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6" name=""/>
          <p:cNvSpPr/>
          <p:nvPr/>
        </p:nvSpPr>
        <p:spPr>
          <a:xfrm>
            <a:off x="3980160" y="20484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CFEC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7" name=""/>
          <p:cNvSpPr/>
          <p:nvPr/>
        </p:nvSpPr>
        <p:spPr>
          <a:xfrm>
            <a:off x="4703400" y="18208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8" name=""/>
          <p:cNvSpPr/>
          <p:nvPr/>
        </p:nvSpPr>
        <p:spPr>
          <a:xfrm>
            <a:off x="4703400" y="18208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9" name=""/>
          <p:cNvSpPr/>
          <p:nvPr/>
        </p:nvSpPr>
        <p:spPr>
          <a:xfrm>
            <a:off x="4624920" y="27784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240" name=""/>
          <p:cNvSpPr/>
          <p:nvPr/>
        </p:nvSpPr>
        <p:spPr>
          <a:xfrm>
            <a:off x="4624920" y="27784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1" name=""/>
          <p:cNvSpPr/>
          <p:nvPr/>
        </p:nvSpPr>
        <p:spPr>
          <a:xfrm>
            <a:off x="4188600" y="201420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CFEC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2" name=""/>
          <p:cNvSpPr/>
          <p:nvPr/>
        </p:nvSpPr>
        <p:spPr>
          <a:xfrm>
            <a:off x="4188600" y="201420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CFEC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3" name=""/>
          <p:cNvSpPr/>
          <p:nvPr/>
        </p:nvSpPr>
        <p:spPr>
          <a:xfrm>
            <a:off x="4846680" y="23331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6F5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4" name=""/>
          <p:cNvSpPr/>
          <p:nvPr/>
        </p:nvSpPr>
        <p:spPr>
          <a:xfrm>
            <a:off x="4846680" y="23331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6F5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5" name=""/>
          <p:cNvSpPr/>
          <p:nvPr/>
        </p:nvSpPr>
        <p:spPr>
          <a:xfrm>
            <a:off x="4703400" y="18208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ECA3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6" name=""/>
          <p:cNvSpPr/>
          <p:nvPr/>
        </p:nvSpPr>
        <p:spPr>
          <a:xfrm>
            <a:off x="4703400" y="18208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ECA3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7" name=""/>
          <p:cNvSpPr/>
          <p:nvPr/>
        </p:nvSpPr>
        <p:spPr>
          <a:xfrm>
            <a:off x="4242600" y="24202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248" name=""/>
          <p:cNvSpPr/>
          <p:nvPr/>
        </p:nvSpPr>
        <p:spPr>
          <a:xfrm>
            <a:off x="4242600" y="24202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9" name=""/>
          <p:cNvSpPr/>
          <p:nvPr/>
        </p:nvSpPr>
        <p:spPr>
          <a:xfrm>
            <a:off x="4507920" y="16948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0" name=""/>
          <p:cNvSpPr/>
          <p:nvPr/>
        </p:nvSpPr>
        <p:spPr>
          <a:xfrm>
            <a:off x="4507920" y="16948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1" name=""/>
          <p:cNvSpPr/>
          <p:nvPr/>
        </p:nvSpPr>
        <p:spPr>
          <a:xfrm>
            <a:off x="4105440" y="20523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2" name=""/>
          <p:cNvSpPr/>
          <p:nvPr/>
        </p:nvSpPr>
        <p:spPr>
          <a:xfrm>
            <a:off x="4105440" y="20523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3" name=""/>
          <p:cNvSpPr/>
          <p:nvPr/>
        </p:nvSpPr>
        <p:spPr>
          <a:xfrm>
            <a:off x="5300280" y="122328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4" name=""/>
          <p:cNvSpPr/>
          <p:nvPr/>
        </p:nvSpPr>
        <p:spPr>
          <a:xfrm>
            <a:off x="5300280" y="122328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5" name=""/>
          <p:cNvSpPr/>
          <p:nvPr/>
        </p:nvSpPr>
        <p:spPr>
          <a:xfrm>
            <a:off x="4519800" y="22132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256" name=""/>
          <p:cNvSpPr/>
          <p:nvPr/>
        </p:nvSpPr>
        <p:spPr>
          <a:xfrm>
            <a:off x="4519800" y="22132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7" name=""/>
          <p:cNvSpPr/>
          <p:nvPr/>
        </p:nvSpPr>
        <p:spPr>
          <a:xfrm>
            <a:off x="5198400" y="17838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8" name=""/>
          <p:cNvSpPr/>
          <p:nvPr/>
        </p:nvSpPr>
        <p:spPr>
          <a:xfrm>
            <a:off x="5198400" y="17838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9" name=""/>
          <p:cNvSpPr/>
          <p:nvPr/>
        </p:nvSpPr>
        <p:spPr>
          <a:xfrm>
            <a:off x="3947760" y="241776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0" name=""/>
          <p:cNvSpPr/>
          <p:nvPr/>
        </p:nvSpPr>
        <p:spPr>
          <a:xfrm>
            <a:off x="3947760" y="241776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1" name=""/>
          <p:cNvSpPr/>
          <p:nvPr/>
        </p:nvSpPr>
        <p:spPr>
          <a:xfrm>
            <a:off x="5162040" y="76500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2" name=""/>
          <p:cNvSpPr/>
          <p:nvPr/>
        </p:nvSpPr>
        <p:spPr>
          <a:xfrm>
            <a:off x="5162040" y="76500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3" name=""/>
          <p:cNvSpPr/>
          <p:nvPr/>
        </p:nvSpPr>
        <p:spPr>
          <a:xfrm>
            <a:off x="4195800" y="19818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4" name=""/>
          <p:cNvSpPr/>
          <p:nvPr/>
        </p:nvSpPr>
        <p:spPr>
          <a:xfrm>
            <a:off x="4195800" y="19818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5" name=""/>
          <p:cNvSpPr/>
          <p:nvPr/>
        </p:nvSpPr>
        <p:spPr>
          <a:xfrm>
            <a:off x="4610880" y="20523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6" name=""/>
          <p:cNvSpPr/>
          <p:nvPr/>
        </p:nvSpPr>
        <p:spPr>
          <a:xfrm>
            <a:off x="4610880" y="20523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7" name=""/>
          <p:cNvSpPr/>
          <p:nvPr/>
        </p:nvSpPr>
        <p:spPr>
          <a:xfrm>
            <a:off x="3028320" y="208296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268" name=""/>
          <p:cNvSpPr/>
          <p:nvPr/>
        </p:nvSpPr>
        <p:spPr>
          <a:xfrm>
            <a:off x="3028320" y="208296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9" name=""/>
          <p:cNvSpPr/>
          <p:nvPr/>
        </p:nvSpPr>
        <p:spPr>
          <a:xfrm>
            <a:off x="4519440" y="11898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C7E2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0" name=""/>
          <p:cNvSpPr/>
          <p:nvPr/>
        </p:nvSpPr>
        <p:spPr>
          <a:xfrm>
            <a:off x="4519440" y="11898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C7E2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1" name=""/>
          <p:cNvSpPr/>
          <p:nvPr/>
        </p:nvSpPr>
        <p:spPr>
          <a:xfrm>
            <a:off x="5005440" y="199224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272" name=""/>
          <p:cNvSpPr/>
          <p:nvPr/>
        </p:nvSpPr>
        <p:spPr>
          <a:xfrm>
            <a:off x="5005440" y="199224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3" name=""/>
          <p:cNvSpPr/>
          <p:nvPr/>
        </p:nvSpPr>
        <p:spPr>
          <a:xfrm>
            <a:off x="5266800" y="205956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274" name=""/>
          <p:cNvSpPr/>
          <p:nvPr/>
        </p:nvSpPr>
        <p:spPr>
          <a:xfrm>
            <a:off x="5266800" y="205956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5" name=""/>
          <p:cNvSpPr/>
          <p:nvPr/>
        </p:nvSpPr>
        <p:spPr>
          <a:xfrm>
            <a:off x="4124160" y="21744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6" name=""/>
          <p:cNvSpPr/>
          <p:nvPr/>
        </p:nvSpPr>
        <p:spPr>
          <a:xfrm>
            <a:off x="4124160" y="21744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7" name=""/>
          <p:cNvSpPr/>
          <p:nvPr/>
        </p:nvSpPr>
        <p:spPr>
          <a:xfrm>
            <a:off x="4767120" y="14187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278" name=""/>
          <p:cNvSpPr/>
          <p:nvPr/>
        </p:nvSpPr>
        <p:spPr>
          <a:xfrm>
            <a:off x="4767120" y="14187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9" name=""/>
          <p:cNvSpPr/>
          <p:nvPr/>
        </p:nvSpPr>
        <p:spPr>
          <a:xfrm>
            <a:off x="4776840" y="216684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280" name=""/>
          <p:cNvSpPr/>
          <p:nvPr/>
        </p:nvSpPr>
        <p:spPr>
          <a:xfrm>
            <a:off x="4776840" y="216684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1" name=""/>
          <p:cNvSpPr/>
          <p:nvPr/>
        </p:nvSpPr>
        <p:spPr>
          <a:xfrm>
            <a:off x="4400280" y="18151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2" name=""/>
          <p:cNvSpPr/>
          <p:nvPr/>
        </p:nvSpPr>
        <p:spPr>
          <a:xfrm>
            <a:off x="4400280" y="18151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3" name=""/>
          <p:cNvSpPr/>
          <p:nvPr/>
        </p:nvSpPr>
        <p:spPr>
          <a:xfrm>
            <a:off x="3731760" y="184392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284" name=""/>
          <p:cNvSpPr/>
          <p:nvPr/>
        </p:nvSpPr>
        <p:spPr>
          <a:xfrm>
            <a:off x="3731760" y="184392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5" name=""/>
          <p:cNvSpPr/>
          <p:nvPr/>
        </p:nvSpPr>
        <p:spPr>
          <a:xfrm>
            <a:off x="4950360" y="13600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5986BD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286" name=""/>
          <p:cNvSpPr/>
          <p:nvPr/>
        </p:nvSpPr>
        <p:spPr>
          <a:xfrm>
            <a:off x="4950360" y="13600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5986BD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7" name=""/>
          <p:cNvSpPr/>
          <p:nvPr/>
        </p:nvSpPr>
        <p:spPr>
          <a:xfrm>
            <a:off x="4288320" y="15166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8" name=""/>
          <p:cNvSpPr/>
          <p:nvPr/>
        </p:nvSpPr>
        <p:spPr>
          <a:xfrm>
            <a:off x="4288320" y="15166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9" name=""/>
          <p:cNvSpPr/>
          <p:nvPr/>
        </p:nvSpPr>
        <p:spPr>
          <a:xfrm>
            <a:off x="4248000" y="180828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290" name=""/>
          <p:cNvSpPr/>
          <p:nvPr/>
        </p:nvSpPr>
        <p:spPr>
          <a:xfrm>
            <a:off x="4248000" y="180828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1" name=""/>
          <p:cNvSpPr/>
          <p:nvPr/>
        </p:nvSpPr>
        <p:spPr>
          <a:xfrm>
            <a:off x="3899160" y="22046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2" name=""/>
          <p:cNvSpPr/>
          <p:nvPr/>
        </p:nvSpPr>
        <p:spPr>
          <a:xfrm>
            <a:off x="3899160" y="22046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3" name=""/>
          <p:cNvSpPr/>
          <p:nvPr/>
        </p:nvSpPr>
        <p:spPr>
          <a:xfrm>
            <a:off x="3858120" y="207900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4" name=""/>
          <p:cNvSpPr/>
          <p:nvPr/>
        </p:nvSpPr>
        <p:spPr>
          <a:xfrm>
            <a:off x="3858120" y="207900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5" name=""/>
          <p:cNvSpPr/>
          <p:nvPr/>
        </p:nvSpPr>
        <p:spPr>
          <a:xfrm>
            <a:off x="4136760" y="25412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6" name=""/>
          <p:cNvSpPr/>
          <p:nvPr/>
        </p:nvSpPr>
        <p:spPr>
          <a:xfrm>
            <a:off x="4136760" y="25412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7" name=""/>
          <p:cNvSpPr/>
          <p:nvPr/>
        </p:nvSpPr>
        <p:spPr>
          <a:xfrm>
            <a:off x="4358880" y="230832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6F5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8" name=""/>
          <p:cNvSpPr/>
          <p:nvPr/>
        </p:nvSpPr>
        <p:spPr>
          <a:xfrm>
            <a:off x="4358880" y="230832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6F5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9" name=""/>
          <p:cNvSpPr/>
          <p:nvPr/>
        </p:nvSpPr>
        <p:spPr>
          <a:xfrm>
            <a:off x="5043240" y="18838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300" name=""/>
          <p:cNvSpPr/>
          <p:nvPr/>
        </p:nvSpPr>
        <p:spPr>
          <a:xfrm>
            <a:off x="5043240" y="18838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1" name=""/>
          <p:cNvSpPr/>
          <p:nvPr/>
        </p:nvSpPr>
        <p:spPr>
          <a:xfrm>
            <a:off x="4876200" y="24343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2" name=""/>
          <p:cNvSpPr/>
          <p:nvPr/>
        </p:nvSpPr>
        <p:spPr>
          <a:xfrm>
            <a:off x="4876200" y="24343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3" name=""/>
          <p:cNvSpPr/>
          <p:nvPr/>
        </p:nvSpPr>
        <p:spPr>
          <a:xfrm>
            <a:off x="5226120" y="21664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4" name=""/>
          <p:cNvSpPr/>
          <p:nvPr/>
        </p:nvSpPr>
        <p:spPr>
          <a:xfrm>
            <a:off x="5226120" y="21664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5" name=""/>
          <p:cNvSpPr/>
          <p:nvPr/>
        </p:nvSpPr>
        <p:spPr>
          <a:xfrm>
            <a:off x="4682160" y="234252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6" name=""/>
          <p:cNvSpPr/>
          <p:nvPr/>
        </p:nvSpPr>
        <p:spPr>
          <a:xfrm>
            <a:off x="4682160" y="234252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7" name=""/>
          <p:cNvSpPr/>
          <p:nvPr/>
        </p:nvSpPr>
        <p:spPr>
          <a:xfrm>
            <a:off x="4038840" y="11538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8" name=""/>
          <p:cNvSpPr/>
          <p:nvPr/>
        </p:nvSpPr>
        <p:spPr>
          <a:xfrm>
            <a:off x="4038840" y="11538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9" name=""/>
          <p:cNvSpPr/>
          <p:nvPr/>
        </p:nvSpPr>
        <p:spPr>
          <a:xfrm>
            <a:off x="3881880" y="13057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310" name=""/>
          <p:cNvSpPr/>
          <p:nvPr/>
        </p:nvSpPr>
        <p:spPr>
          <a:xfrm>
            <a:off x="3881880" y="13057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1" name=""/>
          <p:cNvSpPr/>
          <p:nvPr/>
        </p:nvSpPr>
        <p:spPr>
          <a:xfrm>
            <a:off x="3988440" y="26463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2" name=""/>
          <p:cNvSpPr/>
          <p:nvPr/>
        </p:nvSpPr>
        <p:spPr>
          <a:xfrm>
            <a:off x="3988440" y="26463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3" name=""/>
          <p:cNvSpPr/>
          <p:nvPr/>
        </p:nvSpPr>
        <p:spPr>
          <a:xfrm>
            <a:off x="5215680" y="18579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314" name=""/>
          <p:cNvSpPr/>
          <p:nvPr/>
        </p:nvSpPr>
        <p:spPr>
          <a:xfrm>
            <a:off x="5215680" y="18579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5" name=""/>
          <p:cNvSpPr/>
          <p:nvPr/>
        </p:nvSpPr>
        <p:spPr>
          <a:xfrm>
            <a:off x="5160960" y="21470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6" name=""/>
          <p:cNvSpPr/>
          <p:nvPr/>
        </p:nvSpPr>
        <p:spPr>
          <a:xfrm>
            <a:off x="5160960" y="21470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7" name=""/>
          <p:cNvSpPr/>
          <p:nvPr/>
        </p:nvSpPr>
        <p:spPr>
          <a:xfrm>
            <a:off x="3536640" y="20635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8" name=""/>
          <p:cNvSpPr/>
          <p:nvPr/>
        </p:nvSpPr>
        <p:spPr>
          <a:xfrm>
            <a:off x="3536640" y="20635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9" name=""/>
          <p:cNvSpPr/>
          <p:nvPr/>
        </p:nvSpPr>
        <p:spPr>
          <a:xfrm>
            <a:off x="4615920" y="12380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0" name=""/>
          <p:cNvSpPr/>
          <p:nvPr/>
        </p:nvSpPr>
        <p:spPr>
          <a:xfrm>
            <a:off x="4615920" y="12380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1" name=""/>
          <p:cNvSpPr/>
          <p:nvPr/>
        </p:nvSpPr>
        <p:spPr>
          <a:xfrm>
            <a:off x="5314680" y="9169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322" name=""/>
          <p:cNvSpPr/>
          <p:nvPr/>
        </p:nvSpPr>
        <p:spPr>
          <a:xfrm>
            <a:off x="5314680" y="9169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3" name=""/>
          <p:cNvSpPr/>
          <p:nvPr/>
        </p:nvSpPr>
        <p:spPr>
          <a:xfrm>
            <a:off x="3811680" y="12585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324" name=""/>
          <p:cNvSpPr/>
          <p:nvPr/>
        </p:nvSpPr>
        <p:spPr>
          <a:xfrm>
            <a:off x="3811680" y="12585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5" name=""/>
          <p:cNvSpPr/>
          <p:nvPr/>
        </p:nvSpPr>
        <p:spPr>
          <a:xfrm>
            <a:off x="5228280" y="5367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6" name=""/>
          <p:cNvSpPr/>
          <p:nvPr/>
        </p:nvSpPr>
        <p:spPr>
          <a:xfrm>
            <a:off x="5228280" y="5367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7" name=""/>
          <p:cNvSpPr/>
          <p:nvPr/>
        </p:nvSpPr>
        <p:spPr>
          <a:xfrm>
            <a:off x="4761000" y="25408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328" name=""/>
          <p:cNvSpPr/>
          <p:nvPr/>
        </p:nvSpPr>
        <p:spPr>
          <a:xfrm>
            <a:off x="4761000" y="25408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9" name=""/>
          <p:cNvSpPr/>
          <p:nvPr/>
        </p:nvSpPr>
        <p:spPr>
          <a:xfrm>
            <a:off x="3934440" y="24267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330" name=""/>
          <p:cNvSpPr/>
          <p:nvPr/>
        </p:nvSpPr>
        <p:spPr>
          <a:xfrm>
            <a:off x="3934440" y="24267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1" name=""/>
          <p:cNvSpPr/>
          <p:nvPr/>
        </p:nvSpPr>
        <p:spPr>
          <a:xfrm>
            <a:off x="4876200" y="24343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2" name=""/>
          <p:cNvSpPr/>
          <p:nvPr/>
        </p:nvSpPr>
        <p:spPr>
          <a:xfrm>
            <a:off x="4876200" y="24343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3" name=""/>
          <p:cNvSpPr/>
          <p:nvPr/>
        </p:nvSpPr>
        <p:spPr>
          <a:xfrm>
            <a:off x="4629600" y="18190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334" name=""/>
          <p:cNvSpPr/>
          <p:nvPr/>
        </p:nvSpPr>
        <p:spPr>
          <a:xfrm>
            <a:off x="4629600" y="18190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5" name=""/>
          <p:cNvSpPr/>
          <p:nvPr/>
        </p:nvSpPr>
        <p:spPr>
          <a:xfrm>
            <a:off x="5194080" y="215712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6" name=""/>
          <p:cNvSpPr/>
          <p:nvPr/>
        </p:nvSpPr>
        <p:spPr>
          <a:xfrm>
            <a:off x="5194080" y="215712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7" name=""/>
          <p:cNvSpPr/>
          <p:nvPr/>
        </p:nvSpPr>
        <p:spPr>
          <a:xfrm>
            <a:off x="4761000" y="25408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338" name=""/>
          <p:cNvSpPr/>
          <p:nvPr/>
        </p:nvSpPr>
        <p:spPr>
          <a:xfrm>
            <a:off x="4761000" y="25408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9" name=""/>
          <p:cNvSpPr/>
          <p:nvPr/>
        </p:nvSpPr>
        <p:spPr>
          <a:xfrm>
            <a:off x="5052600" y="226584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0" name=""/>
          <p:cNvSpPr/>
          <p:nvPr/>
        </p:nvSpPr>
        <p:spPr>
          <a:xfrm>
            <a:off x="5052600" y="226584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1" name=""/>
          <p:cNvSpPr/>
          <p:nvPr/>
        </p:nvSpPr>
        <p:spPr>
          <a:xfrm>
            <a:off x="4867200" y="12556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2" name=""/>
          <p:cNvSpPr/>
          <p:nvPr/>
        </p:nvSpPr>
        <p:spPr>
          <a:xfrm>
            <a:off x="4867200" y="12556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3" name=""/>
          <p:cNvSpPr/>
          <p:nvPr/>
        </p:nvSpPr>
        <p:spPr>
          <a:xfrm>
            <a:off x="5242680" y="10699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344" name=""/>
          <p:cNvSpPr/>
          <p:nvPr/>
        </p:nvSpPr>
        <p:spPr>
          <a:xfrm>
            <a:off x="5242680" y="10699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5" name=""/>
          <p:cNvSpPr/>
          <p:nvPr/>
        </p:nvSpPr>
        <p:spPr>
          <a:xfrm>
            <a:off x="4486320" y="17233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6" name=""/>
          <p:cNvSpPr/>
          <p:nvPr/>
        </p:nvSpPr>
        <p:spPr>
          <a:xfrm>
            <a:off x="4486320" y="17233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7" name=""/>
          <p:cNvSpPr/>
          <p:nvPr/>
        </p:nvSpPr>
        <p:spPr>
          <a:xfrm>
            <a:off x="5101920" y="15868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DAEFF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8" name=""/>
          <p:cNvSpPr/>
          <p:nvPr/>
        </p:nvSpPr>
        <p:spPr>
          <a:xfrm>
            <a:off x="5101920" y="15868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DAEFF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9" name=""/>
          <p:cNvSpPr/>
          <p:nvPr/>
        </p:nvSpPr>
        <p:spPr>
          <a:xfrm>
            <a:off x="3766680" y="21268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0" name=""/>
          <p:cNvSpPr/>
          <p:nvPr/>
        </p:nvSpPr>
        <p:spPr>
          <a:xfrm>
            <a:off x="3766680" y="21268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1" name=""/>
          <p:cNvSpPr/>
          <p:nvPr/>
        </p:nvSpPr>
        <p:spPr>
          <a:xfrm>
            <a:off x="5239080" y="18979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6F5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2" name=""/>
          <p:cNvSpPr/>
          <p:nvPr/>
        </p:nvSpPr>
        <p:spPr>
          <a:xfrm>
            <a:off x="5239080" y="18979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6F5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3" name=""/>
          <p:cNvSpPr/>
          <p:nvPr/>
        </p:nvSpPr>
        <p:spPr>
          <a:xfrm>
            <a:off x="5109480" y="15746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354" name=""/>
          <p:cNvSpPr/>
          <p:nvPr/>
        </p:nvSpPr>
        <p:spPr>
          <a:xfrm>
            <a:off x="5109480" y="15746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5" name=""/>
          <p:cNvSpPr/>
          <p:nvPr/>
        </p:nvSpPr>
        <p:spPr>
          <a:xfrm>
            <a:off x="5081760" y="18424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6" name=""/>
          <p:cNvSpPr/>
          <p:nvPr/>
        </p:nvSpPr>
        <p:spPr>
          <a:xfrm>
            <a:off x="5081760" y="18424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7" name=""/>
          <p:cNvSpPr/>
          <p:nvPr/>
        </p:nvSpPr>
        <p:spPr>
          <a:xfrm>
            <a:off x="3632040" y="20775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8" name=""/>
          <p:cNvSpPr/>
          <p:nvPr/>
        </p:nvSpPr>
        <p:spPr>
          <a:xfrm>
            <a:off x="3632040" y="20775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9" name=""/>
          <p:cNvSpPr/>
          <p:nvPr/>
        </p:nvSpPr>
        <p:spPr>
          <a:xfrm>
            <a:off x="4897800" y="10508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FFECA3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0" name=""/>
          <p:cNvSpPr/>
          <p:nvPr/>
        </p:nvSpPr>
        <p:spPr>
          <a:xfrm>
            <a:off x="4897800" y="10508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FFECA3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1" name=""/>
          <p:cNvSpPr/>
          <p:nvPr/>
        </p:nvSpPr>
        <p:spPr>
          <a:xfrm>
            <a:off x="3624120" y="20826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2" name=""/>
          <p:cNvSpPr/>
          <p:nvPr/>
        </p:nvSpPr>
        <p:spPr>
          <a:xfrm>
            <a:off x="3624120" y="20826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3" name=""/>
          <p:cNvSpPr/>
          <p:nvPr/>
        </p:nvSpPr>
        <p:spPr>
          <a:xfrm>
            <a:off x="4110480" y="15778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4" name=""/>
          <p:cNvSpPr/>
          <p:nvPr/>
        </p:nvSpPr>
        <p:spPr>
          <a:xfrm>
            <a:off x="4110480" y="15778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5" name=""/>
          <p:cNvSpPr/>
          <p:nvPr/>
        </p:nvSpPr>
        <p:spPr>
          <a:xfrm>
            <a:off x="5212440" y="228096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6" name=""/>
          <p:cNvSpPr/>
          <p:nvPr/>
        </p:nvSpPr>
        <p:spPr>
          <a:xfrm>
            <a:off x="5212440" y="228096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7" name=""/>
          <p:cNvSpPr/>
          <p:nvPr/>
        </p:nvSpPr>
        <p:spPr>
          <a:xfrm>
            <a:off x="3802320" y="150408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368" name=""/>
          <p:cNvSpPr/>
          <p:nvPr/>
        </p:nvSpPr>
        <p:spPr>
          <a:xfrm>
            <a:off x="3802320" y="150408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9" name=""/>
          <p:cNvSpPr/>
          <p:nvPr/>
        </p:nvSpPr>
        <p:spPr>
          <a:xfrm>
            <a:off x="4626000" y="18180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370" name=""/>
          <p:cNvSpPr/>
          <p:nvPr/>
        </p:nvSpPr>
        <p:spPr>
          <a:xfrm>
            <a:off x="4626000" y="18180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1" name=""/>
          <p:cNvSpPr/>
          <p:nvPr/>
        </p:nvSpPr>
        <p:spPr>
          <a:xfrm>
            <a:off x="4397760" y="17838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2" name=""/>
          <p:cNvSpPr/>
          <p:nvPr/>
        </p:nvSpPr>
        <p:spPr>
          <a:xfrm>
            <a:off x="4397760" y="17838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3" name=""/>
          <p:cNvSpPr/>
          <p:nvPr/>
        </p:nvSpPr>
        <p:spPr>
          <a:xfrm>
            <a:off x="4943520" y="13888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7DAAD0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4" name=""/>
          <p:cNvSpPr/>
          <p:nvPr/>
        </p:nvSpPr>
        <p:spPr>
          <a:xfrm>
            <a:off x="4943520" y="13888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7DAAD0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5" name=""/>
          <p:cNvSpPr/>
          <p:nvPr/>
        </p:nvSpPr>
        <p:spPr>
          <a:xfrm>
            <a:off x="5204520" y="197064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7DAAD0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6" name=""/>
          <p:cNvSpPr/>
          <p:nvPr/>
        </p:nvSpPr>
        <p:spPr>
          <a:xfrm>
            <a:off x="5204520" y="197064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7DAAD0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7" name=""/>
          <p:cNvSpPr/>
          <p:nvPr/>
        </p:nvSpPr>
        <p:spPr>
          <a:xfrm>
            <a:off x="3633480" y="20768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378" name=""/>
          <p:cNvSpPr/>
          <p:nvPr/>
        </p:nvSpPr>
        <p:spPr>
          <a:xfrm>
            <a:off x="3633480" y="20768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9" name=""/>
          <p:cNvSpPr/>
          <p:nvPr/>
        </p:nvSpPr>
        <p:spPr>
          <a:xfrm>
            <a:off x="5270760" y="107316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380" name=""/>
          <p:cNvSpPr/>
          <p:nvPr/>
        </p:nvSpPr>
        <p:spPr>
          <a:xfrm>
            <a:off x="5270760" y="107316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1" name=""/>
          <p:cNvSpPr/>
          <p:nvPr/>
        </p:nvSpPr>
        <p:spPr>
          <a:xfrm>
            <a:off x="4825440" y="12826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7DAAD0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2" name=""/>
          <p:cNvSpPr/>
          <p:nvPr/>
        </p:nvSpPr>
        <p:spPr>
          <a:xfrm>
            <a:off x="4825440" y="12826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7DAAD0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3" name=""/>
          <p:cNvSpPr/>
          <p:nvPr/>
        </p:nvSpPr>
        <p:spPr>
          <a:xfrm>
            <a:off x="5277960" y="12250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384" name=""/>
          <p:cNvSpPr/>
          <p:nvPr/>
        </p:nvSpPr>
        <p:spPr>
          <a:xfrm>
            <a:off x="5277960" y="12250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5" name=""/>
          <p:cNvSpPr/>
          <p:nvPr/>
        </p:nvSpPr>
        <p:spPr>
          <a:xfrm>
            <a:off x="5453640" y="7214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6" name=""/>
          <p:cNvSpPr/>
          <p:nvPr/>
        </p:nvSpPr>
        <p:spPr>
          <a:xfrm>
            <a:off x="5453640" y="7214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7" name=""/>
          <p:cNvSpPr/>
          <p:nvPr/>
        </p:nvSpPr>
        <p:spPr>
          <a:xfrm>
            <a:off x="3839760" y="241200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8" name=""/>
          <p:cNvSpPr/>
          <p:nvPr/>
        </p:nvSpPr>
        <p:spPr>
          <a:xfrm>
            <a:off x="3839760" y="241200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9" name=""/>
          <p:cNvSpPr/>
          <p:nvPr/>
        </p:nvSpPr>
        <p:spPr>
          <a:xfrm>
            <a:off x="4654800" y="16394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0" name=""/>
          <p:cNvSpPr/>
          <p:nvPr/>
        </p:nvSpPr>
        <p:spPr>
          <a:xfrm>
            <a:off x="4654800" y="16394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1" name=""/>
          <p:cNvSpPr/>
          <p:nvPr/>
        </p:nvSpPr>
        <p:spPr>
          <a:xfrm>
            <a:off x="3099600" y="191160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2" name=""/>
          <p:cNvSpPr/>
          <p:nvPr/>
        </p:nvSpPr>
        <p:spPr>
          <a:xfrm>
            <a:off x="3099600" y="191160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3" name=""/>
          <p:cNvSpPr/>
          <p:nvPr/>
        </p:nvSpPr>
        <p:spPr>
          <a:xfrm>
            <a:off x="5091840" y="120420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4" name=""/>
          <p:cNvSpPr/>
          <p:nvPr/>
        </p:nvSpPr>
        <p:spPr>
          <a:xfrm>
            <a:off x="5091840" y="120420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5" name=""/>
          <p:cNvSpPr/>
          <p:nvPr/>
        </p:nvSpPr>
        <p:spPr>
          <a:xfrm>
            <a:off x="3445200" y="138456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396" name=""/>
          <p:cNvSpPr/>
          <p:nvPr/>
        </p:nvSpPr>
        <p:spPr>
          <a:xfrm>
            <a:off x="3445200" y="138456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7" name=""/>
          <p:cNvSpPr/>
          <p:nvPr/>
        </p:nvSpPr>
        <p:spPr>
          <a:xfrm>
            <a:off x="4397760" y="17838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8" name=""/>
          <p:cNvSpPr/>
          <p:nvPr/>
        </p:nvSpPr>
        <p:spPr>
          <a:xfrm>
            <a:off x="4397760" y="17838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9" name=""/>
          <p:cNvSpPr/>
          <p:nvPr/>
        </p:nvSpPr>
        <p:spPr>
          <a:xfrm>
            <a:off x="3913200" y="23101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0" name=""/>
          <p:cNvSpPr/>
          <p:nvPr/>
        </p:nvSpPr>
        <p:spPr>
          <a:xfrm>
            <a:off x="3913200" y="23101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1" name=""/>
          <p:cNvSpPr/>
          <p:nvPr/>
        </p:nvSpPr>
        <p:spPr>
          <a:xfrm>
            <a:off x="3629520" y="20779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2" name=""/>
          <p:cNvSpPr/>
          <p:nvPr/>
        </p:nvSpPr>
        <p:spPr>
          <a:xfrm>
            <a:off x="3629520" y="20779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3" name=""/>
          <p:cNvSpPr/>
          <p:nvPr/>
        </p:nvSpPr>
        <p:spPr>
          <a:xfrm>
            <a:off x="4621680" y="16754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C7E2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4" name=""/>
          <p:cNvSpPr/>
          <p:nvPr/>
        </p:nvSpPr>
        <p:spPr>
          <a:xfrm>
            <a:off x="4621680" y="16754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C7E2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5" name=""/>
          <p:cNvSpPr/>
          <p:nvPr/>
        </p:nvSpPr>
        <p:spPr>
          <a:xfrm>
            <a:off x="4672440" y="165312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06" name=""/>
          <p:cNvSpPr/>
          <p:nvPr/>
        </p:nvSpPr>
        <p:spPr>
          <a:xfrm>
            <a:off x="4672440" y="165312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7" name=""/>
          <p:cNvSpPr/>
          <p:nvPr/>
        </p:nvSpPr>
        <p:spPr>
          <a:xfrm>
            <a:off x="4876920" y="255096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08" name=""/>
          <p:cNvSpPr/>
          <p:nvPr/>
        </p:nvSpPr>
        <p:spPr>
          <a:xfrm>
            <a:off x="4876920" y="255096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9" name=""/>
          <p:cNvSpPr/>
          <p:nvPr/>
        </p:nvSpPr>
        <p:spPr>
          <a:xfrm>
            <a:off x="5149800" y="18997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0" name=""/>
          <p:cNvSpPr/>
          <p:nvPr/>
        </p:nvSpPr>
        <p:spPr>
          <a:xfrm>
            <a:off x="5149800" y="18997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1" name=""/>
          <p:cNvSpPr/>
          <p:nvPr/>
        </p:nvSpPr>
        <p:spPr>
          <a:xfrm>
            <a:off x="3210120" y="21790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12" name=""/>
          <p:cNvSpPr/>
          <p:nvPr/>
        </p:nvSpPr>
        <p:spPr>
          <a:xfrm>
            <a:off x="3210120" y="21790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3" name=""/>
          <p:cNvSpPr/>
          <p:nvPr/>
        </p:nvSpPr>
        <p:spPr>
          <a:xfrm>
            <a:off x="3920760" y="21945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4" name=""/>
          <p:cNvSpPr/>
          <p:nvPr/>
        </p:nvSpPr>
        <p:spPr>
          <a:xfrm>
            <a:off x="3920760" y="21945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5" name=""/>
          <p:cNvSpPr/>
          <p:nvPr/>
        </p:nvSpPr>
        <p:spPr>
          <a:xfrm>
            <a:off x="4203720" y="25653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16" name=""/>
          <p:cNvSpPr/>
          <p:nvPr/>
        </p:nvSpPr>
        <p:spPr>
          <a:xfrm>
            <a:off x="4203720" y="25653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7" name=""/>
          <p:cNvSpPr/>
          <p:nvPr/>
        </p:nvSpPr>
        <p:spPr>
          <a:xfrm>
            <a:off x="4332600" y="244080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8" name=""/>
          <p:cNvSpPr/>
          <p:nvPr/>
        </p:nvSpPr>
        <p:spPr>
          <a:xfrm>
            <a:off x="4332600" y="244080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9" name=""/>
          <p:cNvSpPr/>
          <p:nvPr/>
        </p:nvSpPr>
        <p:spPr>
          <a:xfrm>
            <a:off x="5084640" y="20440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20" name=""/>
          <p:cNvSpPr/>
          <p:nvPr/>
        </p:nvSpPr>
        <p:spPr>
          <a:xfrm>
            <a:off x="5084640" y="20440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1" name=""/>
          <p:cNvSpPr/>
          <p:nvPr/>
        </p:nvSpPr>
        <p:spPr>
          <a:xfrm>
            <a:off x="4568400" y="17226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2" name=""/>
          <p:cNvSpPr/>
          <p:nvPr/>
        </p:nvSpPr>
        <p:spPr>
          <a:xfrm>
            <a:off x="4568400" y="17226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3" name=""/>
          <p:cNvSpPr/>
          <p:nvPr/>
        </p:nvSpPr>
        <p:spPr>
          <a:xfrm>
            <a:off x="5460480" y="101880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CFEC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4" name=""/>
          <p:cNvSpPr/>
          <p:nvPr/>
        </p:nvSpPr>
        <p:spPr>
          <a:xfrm>
            <a:off x="5460480" y="101880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CFEC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5" name=""/>
          <p:cNvSpPr/>
          <p:nvPr/>
        </p:nvSpPr>
        <p:spPr>
          <a:xfrm>
            <a:off x="4201920" y="19846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6" name=""/>
          <p:cNvSpPr/>
          <p:nvPr/>
        </p:nvSpPr>
        <p:spPr>
          <a:xfrm>
            <a:off x="4201920" y="19846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7" name=""/>
          <p:cNvSpPr/>
          <p:nvPr/>
        </p:nvSpPr>
        <p:spPr>
          <a:xfrm>
            <a:off x="5133960" y="16934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6F5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8" name=""/>
          <p:cNvSpPr/>
          <p:nvPr/>
        </p:nvSpPr>
        <p:spPr>
          <a:xfrm>
            <a:off x="5133960" y="16934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6F5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9" name=""/>
          <p:cNvSpPr/>
          <p:nvPr/>
        </p:nvSpPr>
        <p:spPr>
          <a:xfrm>
            <a:off x="3907080" y="22273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30" name=""/>
          <p:cNvSpPr/>
          <p:nvPr/>
        </p:nvSpPr>
        <p:spPr>
          <a:xfrm>
            <a:off x="3907080" y="22273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1" name=""/>
          <p:cNvSpPr/>
          <p:nvPr/>
        </p:nvSpPr>
        <p:spPr>
          <a:xfrm>
            <a:off x="5234400" y="10828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32" name=""/>
          <p:cNvSpPr/>
          <p:nvPr/>
        </p:nvSpPr>
        <p:spPr>
          <a:xfrm>
            <a:off x="5234400" y="10828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3" name=""/>
          <p:cNvSpPr/>
          <p:nvPr/>
        </p:nvSpPr>
        <p:spPr>
          <a:xfrm>
            <a:off x="4494600" y="17222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4" name=""/>
          <p:cNvSpPr/>
          <p:nvPr/>
        </p:nvSpPr>
        <p:spPr>
          <a:xfrm>
            <a:off x="4494600" y="17222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5" name=""/>
          <p:cNvSpPr/>
          <p:nvPr/>
        </p:nvSpPr>
        <p:spPr>
          <a:xfrm>
            <a:off x="5338440" y="19692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36" name=""/>
          <p:cNvSpPr/>
          <p:nvPr/>
        </p:nvSpPr>
        <p:spPr>
          <a:xfrm>
            <a:off x="5338440" y="19692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7" name=""/>
          <p:cNvSpPr/>
          <p:nvPr/>
        </p:nvSpPr>
        <p:spPr>
          <a:xfrm>
            <a:off x="4944240" y="19501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8" name=""/>
          <p:cNvSpPr/>
          <p:nvPr/>
        </p:nvSpPr>
        <p:spPr>
          <a:xfrm>
            <a:off x="4944240" y="19501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9" name=""/>
          <p:cNvSpPr/>
          <p:nvPr/>
        </p:nvSpPr>
        <p:spPr>
          <a:xfrm>
            <a:off x="3255480" y="108684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40" name=""/>
          <p:cNvSpPr/>
          <p:nvPr/>
        </p:nvSpPr>
        <p:spPr>
          <a:xfrm>
            <a:off x="3255480" y="108684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1" name=""/>
          <p:cNvSpPr/>
          <p:nvPr/>
        </p:nvSpPr>
        <p:spPr>
          <a:xfrm>
            <a:off x="4858200" y="12394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6F5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2" name=""/>
          <p:cNvSpPr/>
          <p:nvPr/>
        </p:nvSpPr>
        <p:spPr>
          <a:xfrm>
            <a:off x="4858200" y="12394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6F5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3" name=""/>
          <p:cNvSpPr/>
          <p:nvPr/>
        </p:nvSpPr>
        <p:spPr>
          <a:xfrm>
            <a:off x="4941000" y="13197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6C98C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44" name=""/>
          <p:cNvSpPr/>
          <p:nvPr/>
        </p:nvSpPr>
        <p:spPr>
          <a:xfrm>
            <a:off x="4941000" y="13197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6C98C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5" name=""/>
          <p:cNvSpPr/>
          <p:nvPr/>
        </p:nvSpPr>
        <p:spPr>
          <a:xfrm>
            <a:off x="5003640" y="18867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6" name=""/>
          <p:cNvSpPr/>
          <p:nvPr/>
        </p:nvSpPr>
        <p:spPr>
          <a:xfrm>
            <a:off x="5003640" y="18867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7" name=""/>
          <p:cNvSpPr/>
          <p:nvPr/>
        </p:nvSpPr>
        <p:spPr>
          <a:xfrm>
            <a:off x="4133520" y="22978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48" name=""/>
          <p:cNvSpPr/>
          <p:nvPr/>
        </p:nvSpPr>
        <p:spPr>
          <a:xfrm>
            <a:off x="4133520" y="22978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9" name=""/>
          <p:cNvSpPr/>
          <p:nvPr/>
        </p:nvSpPr>
        <p:spPr>
          <a:xfrm>
            <a:off x="5191200" y="7804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0" name=""/>
          <p:cNvSpPr/>
          <p:nvPr/>
        </p:nvSpPr>
        <p:spPr>
          <a:xfrm>
            <a:off x="5191200" y="7804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1" name=""/>
          <p:cNvSpPr/>
          <p:nvPr/>
        </p:nvSpPr>
        <p:spPr>
          <a:xfrm>
            <a:off x="4999320" y="19418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2" name=""/>
          <p:cNvSpPr/>
          <p:nvPr/>
        </p:nvSpPr>
        <p:spPr>
          <a:xfrm>
            <a:off x="4999320" y="19418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3" name=""/>
          <p:cNvSpPr/>
          <p:nvPr/>
        </p:nvSpPr>
        <p:spPr>
          <a:xfrm>
            <a:off x="5206680" y="10472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4" name=""/>
          <p:cNvSpPr/>
          <p:nvPr/>
        </p:nvSpPr>
        <p:spPr>
          <a:xfrm>
            <a:off x="5206680" y="10472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5" name=""/>
          <p:cNvSpPr/>
          <p:nvPr/>
        </p:nvSpPr>
        <p:spPr>
          <a:xfrm>
            <a:off x="4276080" y="18590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56" name=""/>
          <p:cNvSpPr/>
          <p:nvPr/>
        </p:nvSpPr>
        <p:spPr>
          <a:xfrm>
            <a:off x="4276080" y="18590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7" name=""/>
          <p:cNvSpPr/>
          <p:nvPr/>
        </p:nvSpPr>
        <p:spPr>
          <a:xfrm>
            <a:off x="5234400" y="22064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58" name=""/>
          <p:cNvSpPr/>
          <p:nvPr/>
        </p:nvSpPr>
        <p:spPr>
          <a:xfrm>
            <a:off x="5234400" y="22064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9" name=""/>
          <p:cNvSpPr/>
          <p:nvPr/>
        </p:nvSpPr>
        <p:spPr>
          <a:xfrm>
            <a:off x="4298760" y="14781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0" name=""/>
          <p:cNvSpPr/>
          <p:nvPr/>
        </p:nvSpPr>
        <p:spPr>
          <a:xfrm>
            <a:off x="4298760" y="14781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1" name=""/>
          <p:cNvSpPr/>
          <p:nvPr/>
        </p:nvSpPr>
        <p:spPr>
          <a:xfrm>
            <a:off x="4541400" y="12664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62" name=""/>
          <p:cNvSpPr/>
          <p:nvPr/>
        </p:nvSpPr>
        <p:spPr>
          <a:xfrm>
            <a:off x="4541400" y="12664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3" name=""/>
          <p:cNvSpPr/>
          <p:nvPr/>
        </p:nvSpPr>
        <p:spPr>
          <a:xfrm>
            <a:off x="4277880" y="18565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64" name=""/>
          <p:cNvSpPr/>
          <p:nvPr/>
        </p:nvSpPr>
        <p:spPr>
          <a:xfrm>
            <a:off x="4277880" y="18565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5" name=""/>
          <p:cNvSpPr/>
          <p:nvPr/>
        </p:nvSpPr>
        <p:spPr>
          <a:xfrm>
            <a:off x="4630680" y="14461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6" name=""/>
          <p:cNvSpPr/>
          <p:nvPr/>
        </p:nvSpPr>
        <p:spPr>
          <a:xfrm>
            <a:off x="4630680" y="14461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7" name=""/>
          <p:cNvSpPr/>
          <p:nvPr/>
        </p:nvSpPr>
        <p:spPr>
          <a:xfrm>
            <a:off x="4021200" y="14299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68" name=""/>
          <p:cNvSpPr/>
          <p:nvPr/>
        </p:nvSpPr>
        <p:spPr>
          <a:xfrm>
            <a:off x="4021200" y="14299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9" name=""/>
          <p:cNvSpPr/>
          <p:nvPr/>
        </p:nvSpPr>
        <p:spPr>
          <a:xfrm>
            <a:off x="4135320" y="23014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0" name=""/>
          <p:cNvSpPr/>
          <p:nvPr/>
        </p:nvSpPr>
        <p:spPr>
          <a:xfrm>
            <a:off x="4135320" y="23014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1" name=""/>
          <p:cNvSpPr/>
          <p:nvPr/>
        </p:nvSpPr>
        <p:spPr>
          <a:xfrm>
            <a:off x="4567320" y="16606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72" name=""/>
          <p:cNvSpPr/>
          <p:nvPr/>
        </p:nvSpPr>
        <p:spPr>
          <a:xfrm>
            <a:off x="4567320" y="16606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3" name=""/>
          <p:cNvSpPr/>
          <p:nvPr/>
        </p:nvSpPr>
        <p:spPr>
          <a:xfrm>
            <a:off x="3931200" y="23014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4" name=""/>
          <p:cNvSpPr/>
          <p:nvPr/>
        </p:nvSpPr>
        <p:spPr>
          <a:xfrm>
            <a:off x="3931200" y="23014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5" name=""/>
          <p:cNvSpPr/>
          <p:nvPr/>
        </p:nvSpPr>
        <p:spPr>
          <a:xfrm>
            <a:off x="4292640" y="14112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76" name=""/>
          <p:cNvSpPr/>
          <p:nvPr/>
        </p:nvSpPr>
        <p:spPr>
          <a:xfrm>
            <a:off x="4292640" y="14112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7" name=""/>
          <p:cNvSpPr/>
          <p:nvPr/>
        </p:nvSpPr>
        <p:spPr>
          <a:xfrm>
            <a:off x="5198760" y="7754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6C98C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78" name=""/>
          <p:cNvSpPr/>
          <p:nvPr/>
        </p:nvSpPr>
        <p:spPr>
          <a:xfrm>
            <a:off x="5198760" y="7754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6C98C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9" name=""/>
          <p:cNvSpPr/>
          <p:nvPr/>
        </p:nvSpPr>
        <p:spPr>
          <a:xfrm>
            <a:off x="4006800" y="18536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ECA3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0" name=""/>
          <p:cNvSpPr/>
          <p:nvPr/>
        </p:nvSpPr>
        <p:spPr>
          <a:xfrm>
            <a:off x="4006800" y="18536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ECA3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1" name=""/>
          <p:cNvSpPr/>
          <p:nvPr/>
        </p:nvSpPr>
        <p:spPr>
          <a:xfrm>
            <a:off x="5255280" y="7023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2" name=""/>
          <p:cNvSpPr/>
          <p:nvPr/>
        </p:nvSpPr>
        <p:spPr>
          <a:xfrm>
            <a:off x="5255280" y="7023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3" name=""/>
          <p:cNvSpPr/>
          <p:nvPr/>
        </p:nvSpPr>
        <p:spPr>
          <a:xfrm>
            <a:off x="3937320" y="239760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8EBCD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4" name=""/>
          <p:cNvSpPr/>
          <p:nvPr/>
        </p:nvSpPr>
        <p:spPr>
          <a:xfrm>
            <a:off x="3937320" y="239760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8EBCD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5" name=""/>
          <p:cNvSpPr/>
          <p:nvPr/>
        </p:nvSpPr>
        <p:spPr>
          <a:xfrm>
            <a:off x="3934440" y="24267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CFEC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6" name=""/>
          <p:cNvSpPr/>
          <p:nvPr/>
        </p:nvSpPr>
        <p:spPr>
          <a:xfrm>
            <a:off x="3934440" y="24267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CFEC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7" name=""/>
          <p:cNvSpPr/>
          <p:nvPr/>
        </p:nvSpPr>
        <p:spPr>
          <a:xfrm>
            <a:off x="4453200" y="16005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8" name=""/>
          <p:cNvSpPr/>
          <p:nvPr/>
        </p:nvSpPr>
        <p:spPr>
          <a:xfrm>
            <a:off x="4453200" y="16005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9" name=""/>
          <p:cNvSpPr/>
          <p:nvPr/>
        </p:nvSpPr>
        <p:spPr>
          <a:xfrm>
            <a:off x="4948920" y="15512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90" name=""/>
          <p:cNvSpPr/>
          <p:nvPr/>
        </p:nvSpPr>
        <p:spPr>
          <a:xfrm>
            <a:off x="4948920" y="15512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1" name=""/>
          <p:cNvSpPr/>
          <p:nvPr/>
        </p:nvSpPr>
        <p:spPr>
          <a:xfrm>
            <a:off x="4846680" y="23331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6F5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2" name=""/>
          <p:cNvSpPr/>
          <p:nvPr/>
        </p:nvSpPr>
        <p:spPr>
          <a:xfrm>
            <a:off x="4846680" y="23331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6F5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3" name=""/>
          <p:cNvSpPr/>
          <p:nvPr/>
        </p:nvSpPr>
        <p:spPr>
          <a:xfrm>
            <a:off x="3989880" y="264960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94" name=""/>
          <p:cNvSpPr/>
          <p:nvPr/>
        </p:nvSpPr>
        <p:spPr>
          <a:xfrm>
            <a:off x="3989880" y="264960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5" name=""/>
          <p:cNvSpPr/>
          <p:nvPr/>
        </p:nvSpPr>
        <p:spPr>
          <a:xfrm>
            <a:off x="4910400" y="25840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5986BD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96" name=""/>
          <p:cNvSpPr/>
          <p:nvPr/>
        </p:nvSpPr>
        <p:spPr>
          <a:xfrm>
            <a:off x="4910400" y="25840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5986BD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7" name=""/>
          <p:cNvSpPr/>
          <p:nvPr/>
        </p:nvSpPr>
        <p:spPr>
          <a:xfrm>
            <a:off x="4284720" y="13982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98" name=""/>
          <p:cNvSpPr/>
          <p:nvPr/>
        </p:nvSpPr>
        <p:spPr>
          <a:xfrm>
            <a:off x="4284720" y="13982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9" name=""/>
          <p:cNvSpPr/>
          <p:nvPr/>
        </p:nvSpPr>
        <p:spPr>
          <a:xfrm>
            <a:off x="4318920" y="144504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0" name=""/>
          <p:cNvSpPr/>
          <p:nvPr/>
        </p:nvSpPr>
        <p:spPr>
          <a:xfrm>
            <a:off x="4318920" y="144504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01" name=""/>
          <p:cNvSpPr/>
          <p:nvPr/>
        </p:nvSpPr>
        <p:spPr>
          <a:xfrm>
            <a:off x="5013000" y="192096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2" name=""/>
          <p:cNvSpPr/>
          <p:nvPr/>
        </p:nvSpPr>
        <p:spPr>
          <a:xfrm>
            <a:off x="5013000" y="192096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03" name=""/>
          <p:cNvSpPr/>
          <p:nvPr/>
        </p:nvSpPr>
        <p:spPr>
          <a:xfrm>
            <a:off x="4399560" y="17870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4" name=""/>
          <p:cNvSpPr/>
          <p:nvPr/>
        </p:nvSpPr>
        <p:spPr>
          <a:xfrm>
            <a:off x="4399560" y="17870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05" name=""/>
          <p:cNvSpPr/>
          <p:nvPr/>
        </p:nvSpPr>
        <p:spPr>
          <a:xfrm>
            <a:off x="4773600" y="241164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6" name=""/>
          <p:cNvSpPr/>
          <p:nvPr/>
        </p:nvSpPr>
        <p:spPr>
          <a:xfrm>
            <a:off x="4773600" y="241164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07" name=""/>
          <p:cNvSpPr/>
          <p:nvPr/>
        </p:nvSpPr>
        <p:spPr>
          <a:xfrm>
            <a:off x="4465440" y="17362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8" name=""/>
          <p:cNvSpPr/>
          <p:nvPr/>
        </p:nvSpPr>
        <p:spPr>
          <a:xfrm>
            <a:off x="4465440" y="17362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09" name=""/>
          <p:cNvSpPr/>
          <p:nvPr/>
        </p:nvSpPr>
        <p:spPr>
          <a:xfrm>
            <a:off x="4037400" y="11530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0" name=""/>
          <p:cNvSpPr/>
          <p:nvPr/>
        </p:nvSpPr>
        <p:spPr>
          <a:xfrm>
            <a:off x="4037400" y="11530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11" name=""/>
          <p:cNvSpPr/>
          <p:nvPr/>
        </p:nvSpPr>
        <p:spPr>
          <a:xfrm>
            <a:off x="3632760" y="20775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2" name=""/>
          <p:cNvSpPr/>
          <p:nvPr/>
        </p:nvSpPr>
        <p:spPr>
          <a:xfrm>
            <a:off x="3632760" y="20775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13" name=""/>
          <p:cNvSpPr/>
          <p:nvPr/>
        </p:nvSpPr>
        <p:spPr>
          <a:xfrm>
            <a:off x="4497480" y="23198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14" name=""/>
          <p:cNvSpPr/>
          <p:nvPr/>
        </p:nvSpPr>
        <p:spPr>
          <a:xfrm>
            <a:off x="4497480" y="23198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15" name=""/>
          <p:cNvSpPr/>
          <p:nvPr/>
        </p:nvSpPr>
        <p:spPr>
          <a:xfrm>
            <a:off x="5257080" y="18536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16" name=""/>
          <p:cNvSpPr/>
          <p:nvPr/>
        </p:nvSpPr>
        <p:spPr>
          <a:xfrm>
            <a:off x="5257080" y="18536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17" name=""/>
          <p:cNvSpPr/>
          <p:nvPr/>
        </p:nvSpPr>
        <p:spPr>
          <a:xfrm>
            <a:off x="4187880" y="20070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18" name=""/>
          <p:cNvSpPr/>
          <p:nvPr/>
        </p:nvSpPr>
        <p:spPr>
          <a:xfrm>
            <a:off x="4187880" y="20070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19" name=""/>
          <p:cNvSpPr/>
          <p:nvPr/>
        </p:nvSpPr>
        <p:spPr>
          <a:xfrm>
            <a:off x="3632760" y="20775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0" name=""/>
          <p:cNvSpPr/>
          <p:nvPr/>
        </p:nvSpPr>
        <p:spPr>
          <a:xfrm>
            <a:off x="3632760" y="20775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21" name=""/>
          <p:cNvSpPr/>
          <p:nvPr/>
        </p:nvSpPr>
        <p:spPr>
          <a:xfrm>
            <a:off x="5171400" y="197100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2" name=""/>
          <p:cNvSpPr/>
          <p:nvPr/>
        </p:nvSpPr>
        <p:spPr>
          <a:xfrm>
            <a:off x="5171400" y="197100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23" name=""/>
          <p:cNvSpPr/>
          <p:nvPr/>
        </p:nvSpPr>
        <p:spPr>
          <a:xfrm>
            <a:off x="4836600" y="19969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24" name=""/>
          <p:cNvSpPr/>
          <p:nvPr/>
        </p:nvSpPr>
        <p:spPr>
          <a:xfrm>
            <a:off x="4836600" y="19969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25" name=""/>
          <p:cNvSpPr/>
          <p:nvPr/>
        </p:nvSpPr>
        <p:spPr>
          <a:xfrm>
            <a:off x="5301720" y="207180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6" name=""/>
          <p:cNvSpPr/>
          <p:nvPr/>
        </p:nvSpPr>
        <p:spPr>
          <a:xfrm>
            <a:off x="5301720" y="207180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27" name=""/>
          <p:cNvSpPr/>
          <p:nvPr/>
        </p:nvSpPr>
        <p:spPr>
          <a:xfrm>
            <a:off x="4411800" y="174564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C7E2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28" name=""/>
          <p:cNvSpPr/>
          <p:nvPr/>
        </p:nvSpPr>
        <p:spPr>
          <a:xfrm>
            <a:off x="4411800" y="174564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C7E2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29" name=""/>
          <p:cNvSpPr/>
          <p:nvPr/>
        </p:nvSpPr>
        <p:spPr>
          <a:xfrm>
            <a:off x="4951080" y="131868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30" name=""/>
          <p:cNvSpPr/>
          <p:nvPr/>
        </p:nvSpPr>
        <p:spPr>
          <a:xfrm>
            <a:off x="4951080" y="131868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31" name=""/>
          <p:cNvSpPr/>
          <p:nvPr/>
        </p:nvSpPr>
        <p:spPr>
          <a:xfrm>
            <a:off x="4976640" y="13935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2" name=""/>
          <p:cNvSpPr/>
          <p:nvPr/>
        </p:nvSpPr>
        <p:spPr>
          <a:xfrm>
            <a:off x="4976640" y="13935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33" name=""/>
          <p:cNvSpPr/>
          <p:nvPr/>
        </p:nvSpPr>
        <p:spPr>
          <a:xfrm>
            <a:off x="4856040" y="144720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4" name=""/>
          <p:cNvSpPr/>
          <p:nvPr/>
        </p:nvSpPr>
        <p:spPr>
          <a:xfrm>
            <a:off x="4856040" y="144720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35" name=""/>
          <p:cNvSpPr/>
          <p:nvPr/>
        </p:nvSpPr>
        <p:spPr>
          <a:xfrm>
            <a:off x="4403520" y="16282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36" name=""/>
          <p:cNvSpPr/>
          <p:nvPr/>
        </p:nvSpPr>
        <p:spPr>
          <a:xfrm>
            <a:off x="4403520" y="16282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37" name=""/>
          <p:cNvSpPr/>
          <p:nvPr/>
        </p:nvSpPr>
        <p:spPr>
          <a:xfrm>
            <a:off x="4645800" y="165132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38" name=""/>
          <p:cNvSpPr/>
          <p:nvPr/>
        </p:nvSpPr>
        <p:spPr>
          <a:xfrm>
            <a:off x="4645800" y="165132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39" name=""/>
          <p:cNvSpPr/>
          <p:nvPr/>
        </p:nvSpPr>
        <p:spPr>
          <a:xfrm>
            <a:off x="4599720" y="20440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40" name=""/>
          <p:cNvSpPr/>
          <p:nvPr/>
        </p:nvSpPr>
        <p:spPr>
          <a:xfrm>
            <a:off x="4599720" y="20440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41" name=""/>
          <p:cNvSpPr/>
          <p:nvPr/>
        </p:nvSpPr>
        <p:spPr>
          <a:xfrm>
            <a:off x="3849840" y="21639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42" name=""/>
          <p:cNvSpPr/>
          <p:nvPr/>
        </p:nvSpPr>
        <p:spPr>
          <a:xfrm>
            <a:off x="3849840" y="21639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43" name=""/>
          <p:cNvSpPr/>
          <p:nvPr/>
        </p:nvSpPr>
        <p:spPr>
          <a:xfrm>
            <a:off x="4072320" y="13838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4" name=""/>
          <p:cNvSpPr/>
          <p:nvPr/>
        </p:nvSpPr>
        <p:spPr>
          <a:xfrm>
            <a:off x="4072320" y="13838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45" name=""/>
          <p:cNvSpPr/>
          <p:nvPr/>
        </p:nvSpPr>
        <p:spPr>
          <a:xfrm>
            <a:off x="5071680" y="24739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6" name=""/>
          <p:cNvSpPr/>
          <p:nvPr/>
        </p:nvSpPr>
        <p:spPr>
          <a:xfrm>
            <a:off x="5071680" y="24739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47" name=""/>
          <p:cNvSpPr/>
          <p:nvPr/>
        </p:nvSpPr>
        <p:spPr>
          <a:xfrm>
            <a:off x="3861360" y="240732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8" name=""/>
          <p:cNvSpPr/>
          <p:nvPr/>
        </p:nvSpPr>
        <p:spPr>
          <a:xfrm>
            <a:off x="3861360" y="240732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49" name=""/>
          <p:cNvSpPr/>
          <p:nvPr/>
        </p:nvSpPr>
        <p:spPr>
          <a:xfrm>
            <a:off x="4777560" y="21668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0" name=""/>
          <p:cNvSpPr/>
          <p:nvPr/>
        </p:nvSpPr>
        <p:spPr>
          <a:xfrm>
            <a:off x="4777560" y="21668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51" name=""/>
          <p:cNvSpPr/>
          <p:nvPr/>
        </p:nvSpPr>
        <p:spPr>
          <a:xfrm>
            <a:off x="4982400" y="13975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2" name=""/>
          <p:cNvSpPr/>
          <p:nvPr/>
        </p:nvSpPr>
        <p:spPr>
          <a:xfrm>
            <a:off x="4982400" y="13975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53" name=""/>
          <p:cNvSpPr/>
          <p:nvPr/>
        </p:nvSpPr>
        <p:spPr>
          <a:xfrm>
            <a:off x="5229000" y="6922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54" name=""/>
          <p:cNvSpPr/>
          <p:nvPr/>
        </p:nvSpPr>
        <p:spPr>
          <a:xfrm>
            <a:off x="5229000" y="6922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55" name=""/>
          <p:cNvSpPr/>
          <p:nvPr/>
        </p:nvSpPr>
        <p:spPr>
          <a:xfrm>
            <a:off x="4660200" y="18014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56" name=""/>
          <p:cNvSpPr/>
          <p:nvPr/>
        </p:nvSpPr>
        <p:spPr>
          <a:xfrm>
            <a:off x="4660200" y="18014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57" name=""/>
          <p:cNvSpPr/>
          <p:nvPr/>
        </p:nvSpPr>
        <p:spPr>
          <a:xfrm>
            <a:off x="4899600" y="239904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58" name=""/>
          <p:cNvSpPr/>
          <p:nvPr/>
        </p:nvSpPr>
        <p:spPr>
          <a:xfrm>
            <a:off x="4899600" y="239904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59" name=""/>
          <p:cNvSpPr/>
          <p:nvPr/>
        </p:nvSpPr>
        <p:spPr>
          <a:xfrm>
            <a:off x="4681800" y="237060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0" name=""/>
          <p:cNvSpPr/>
          <p:nvPr/>
        </p:nvSpPr>
        <p:spPr>
          <a:xfrm>
            <a:off x="4681800" y="237060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61" name=""/>
          <p:cNvSpPr/>
          <p:nvPr/>
        </p:nvSpPr>
        <p:spPr>
          <a:xfrm>
            <a:off x="4448160" y="24069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ECA3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62" name=""/>
          <p:cNvSpPr/>
          <p:nvPr/>
        </p:nvSpPr>
        <p:spPr>
          <a:xfrm>
            <a:off x="4448160" y="24069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ECA3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63" name=""/>
          <p:cNvSpPr/>
          <p:nvPr/>
        </p:nvSpPr>
        <p:spPr>
          <a:xfrm>
            <a:off x="4318920" y="142416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4" name=""/>
          <p:cNvSpPr/>
          <p:nvPr/>
        </p:nvSpPr>
        <p:spPr>
          <a:xfrm>
            <a:off x="4318920" y="142416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65" name=""/>
          <p:cNvSpPr/>
          <p:nvPr/>
        </p:nvSpPr>
        <p:spPr>
          <a:xfrm>
            <a:off x="4197600" y="16146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66" name=""/>
          <p:cNvSpPr/>
          <p:nvPr/>
        </p:nvSpPr>
        <p:spPr>
          <a:xfrm>
            <a:off x="4197600" y="16146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67" name=""/>
          <p:cNvSpPr/>
          <p:nvPr/>
        </p:nvSpPr>
        <p:spPr>
          <a:xfrm>
            <a:off x="4057920" y="15577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68" name=""/>
          <p:cNvSpPr/>
          <p:nvPr/>
        </p:nvSpPr>
        <p:spPr>
          <a:xfrm>
            <a:off x="4057920" y="15577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69" name=""/>
          <p:cNvSpPr/>
          <p:nvPr/>
        </p:nvSpPr>
        <p:spPr>
          <a:xfrm>
            <a:off x="5180400" y="17096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70" name=""/>
          <p:cNvSpPr/>
          <p:nvPr/>
        </p:nvSpPr>
        <p:spPr>
          <a:xfrm>
            <a:off x="5180400" y="17096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71" name=""/>
          <p:cNvSpPr/>
          <p:nvPr/>
        </p:nvSpPr>
        <p:spPr>
          <a:xfrm>
            <a:off x="5281200" y="122688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2" name=""/>
          <p:cNvSpPr/>
          <p:nvPr/>
        </p:nvSpPr>
        <p:spPr>
          <a:xfrm>
            <a:off x="5281200" y="122688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73" name=""/>
          <p:cNvSpPr/>
          <p:nvPr/>
        </p:nvSpPr>
        <p:spPr>
          <a:xfrm>
            <a:off x="5202000" y="21812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74" name=""/>
          <p:cNvSpPr/>
          <p:nvPr/>
        </p:nvSpPr>
        <p:spPr>
          <a:xfrm>
            <a:off x="5202000" y="21812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75" name=""/>
          <p:cNvSpPr/>
          <p:nvPr/>
        </p:nvSpPr>
        <p:spPr>
          <a:xfrm>
            <a:off x="5309280" y="1216800"/>
            <a:ext cx="32040" cy="31320"/>
          </a:xfrm>
          <a:custGeom>
            <a:avLst/>
            <a:gdLst/>
            <a:ahLst/>
            <a:rect l="0" t="0" r="r" b="b"/>
            <a:pathLst>
              <a:path w="89" h="87">
                <a:moveTo>
                  <a:pt x="89" y="44"/>
                </a:moveTo>
                <a:cubicBezTo>
                  <a:pt x="89" y="101"/>
                  <a:pt x="0" y="101"/>
                  <a:pt x="0" y="44"/>
                </a:cubicBezTo>
                <a:cubicBezTo>
                  <a:pt x="0" y="-15"/>
                  <a:pt x="89" y="-15"/>
                  <a:pt x="89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76" name=""/>
          <p:cNvSpPr/>
          <p:nvPr/>
        </p:nvSpPr>
        <p:spPr>
          <a:xfrm>
            <a:off x="5309280" y="1216800"/>
            <a:ext cx="32040" cy="31320"/>
          </a:xfrm>
          <a:custGeom>
            <a:avLst/>
            <a:gdLst/>
            <a:ahLst/>
            <a:rect l="0" t="0" r="r" b="b"/>
            <a:pathLst>
              <a:path fill="none" w="89" h="87">
                <a:moveTo>
                  <a:pt x="89" y="44"/>
                </a:moveTo>
                <a:cubicBezTo>
                  <a:pt x="89" y="101"/>
                  <a:pt x="0" y="101"/>
                  <a:pt x="0" y="44"/>
                </a:cubicBezTo>
                <a:cubicBezTo>
                  <a:pt x="0" y="-15"/>
                  <a:pt x="89" y="-15"/>
                  <a:pt x="89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77" name=""/>
          <p:cNvSpPr/>
          <p:nvPr/>
        </p:nvSpPr>
        <p:spPr>
          <a:xfrm>
            <a:off x="4974480" y="13201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8" name=""/>
          <p:cNvSpPr/>
          <p:nvPr/>
        </p:nvSpPr>
        <p:spPr>
          <a:xfrm>
            <a:off x="4974480" y="13201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79" name=""/>
          <p:cNvSpPr/>
          <p:nvPr/>
        </p:nvSpPr>
        <p:spPr>
          <a:xfrm>
            <a:off x="4519440" y="287820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0" name=""/>
          <p:cNvSpPr/>
          <p:nvPr/>
        </p:nvSpPr>
        <p:spPr>
          <a:xfrm>
            <a:off x="4519440" y="287820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1" name=""/>
          <p:cNvSpPr/>
          <p:nvPr/>
        </p:nvSpPr>
        <p:spPr>
          <a:xfrm>
            <a:off x="4592880" y="12589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2" name=""/>
          <p:cNvSpPr/>
          <p:nvPr/>
        </p:nvSpPr>
        <p:spPr>
          <a:xfrm>
            <a:off x="4592880" y="12589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3" name=""/>
          <p:cNvSpPr/>
          <p:nvPr/>
        </p:nvSpPr>
        <p:spPr>
          <a:xfrm>
            <a:off x="5218920" y="184248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84" name=""/>
          <p:cNvSpPr/>
          <p:nvPr/>
        </p:nvSpPr>
        <p:spPr>
          <a:xfrm>
            <a:off x="5218920" y="184248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5" name=""/>
          <p:cNvSpPr/>
          <p:nvPr/>
        </p:nvSpPr>
        <p:spPr>
          <a:xfrm>
            <a:off x="4595760" y="20433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6" name=""/>
          <p:cNvSpPr/>
          <p:nvPr/>
        </p:nvSpPr>
        <p:spPr>
          <a:xfrm>
            <a:off x="4595760" y="20433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7" name=""/>
          <p:cNvSpPr/>
          <p:nvPr/>
        </p:nvSpPr>
        <p:spPr>
          <a:xfrm>
            <a:off x="5048640" y="20174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8" name=""/>
          <p:cNvSpPr/>
          <p:nvPr/>
        </p:nvSpPr>
        <p:spPr>
          <a:xfrm>
            <a:off x="5048640" y="20174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9" name=""/>
          <p:cNvSpPr/>
          <p:nvPr/>
        </p:nvSpPr>
        <p:spPr>
          <a:xfrm>
            <a:off x="4500720" y="19692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6F5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0" name=""/>
          <p:cNvSpPr/>
          <p:nvPr/>
        </p:nvSpPr>
        <p:spPr>
          <a:xfrm>
            <a:off x="4500720" y="19692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6F5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1" name=""/>
          <p:cNvSpPr/>
          <p:nvPr/>
        </p:nvSpPr>
        <p:spPr>
          <a:xfrm>
            <a:off x="5193000" y="17319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92" name=""/>
          <p:cNvSpPr/>
          <p:nvPr/>
        </p:nvSpPr>
        <p:spPr>
          <a:xfrm>
            <a:off x="5193000" y="17319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3" name=""/>
          <p:cNvSpPr/>
          <p:nvPr/>
        </p:nvSpPr>
        <p:spPr>
          <a:xfrm>
            <a:off x="4005720" y="18518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4" name=""/>
          <p:cNvSpPr/>
          <p:nvPr/>
        </p:nvSpPr>
        <p:spPr>
          <a:xfrm>
            <a:off x="4005720" y="18518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5" name=""/>
          <p:cNvSpPr/>
          <p:nvPr/>
        </p:nvSpPr>
        <p:spPr>
          <a:xfrm>
            <a:off x="4415040" y="175572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A1C9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6" name=""/>
          <p:cNvSpPr/>
          <p:nvPr/>
        </p:nvSpPr>
        <p:spPr>
          <a:xfrm>
            <a:off x="4415040" y="175572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A1C9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7" name=""/>
          <p:cNvSpPr/>
          <p:nvPr/>
        </p:nvSpPr>
        <p:spPr>
          <a:xfrm>
            <a:off x="4539240" y="28551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C7E2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8" name=""/>
          <p:cNvSpPr/>
          <p:nvPr/>
        </p:nvSpPr>
        <p:spPr>
          <a:xfrm>
            <a:off x="4539240" y="28551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C7E2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9" name=""/>
          <p:cNvSpPr/>
          <p:nvPr/>
        </p:nvSpPr>
        <p:spPr>
          <a:xfrm>
            <a:off x="5276520" y="12193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0" name=""/>
          <p:cNvSpPr/>
          <p:nvPr/>
        </p:nvSpPr>
        <p:spPr>
          <a:xfrm>
            <a:off x="5276520" y="12193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1" name=""/>
          <p:cNvSpPr/>
          <p:nvPr/>
        </p:nvSpPr>
        <p:spPr>
          <a:xfrm>
            <a:off x="4822920" y="23274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2" name=""/>
          <p:cNvSpPr/>
          <p:nvPr/>
        </p:nvSpPr>
        <p:spPr>
          <a:xfrm>
            <a:off x="4822920" y="23274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3" name=""/>
          <p:cNvSpPr/>
          <p:nvPr/>
        </p:nvSpPr>
        <p:spPr>
          <a:xfrm>
            <a:off x="4466520" y="232380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4" name=""/>
          <p:cNvSpPr/>
          <p:nvPr/>
        </p:nvSpPr>
        <p:spPr>
          <a:xfrm>
            <a:off x="4466520" y="232380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5" name=""/>
          <p:cNvSpPr/>
          <p:nvPr/>
        </p:nvSpPr>
        <p:spPr>
          <a:xfrm>
            <a:off x="5250600" y="18003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606" name=""/>
          <p:cNvSpPr/>
          <p:nvPr/>
        </p:nvSpPr>
        <p:spPr>
          <a:xfrm>
            <a:off x="5250600" y="18003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7" name=""/>
          <p:cNvSpPr/>
          <p:nvPr/>
        </p:nvSpPr>
        <p:spPr>
          <a:xfrm>
            <a:off x="4819320" y="20635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608" name=""/>
          <p:cNvSpPr/>
          <p:nvPr/>
        </p:nvSpPr>
        <p:spPr>
          <a:xfrm>
            <a:off x="4819320" y="20635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9" name=""/>
          <p:cNvSpPr/>
          <p:nvPr/>
        </p:nvSpPr>
        <p:spPr>
          <a:xfrm>
            <a:off x="4472640" y="184896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610" name=""/>
          <p:cNvSpPr/>
          <p:nvPr/>
        </p:nvSpPr>
        <p:spPr>
          <a:xfrm>
            <a:off x="4472640" y="184896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1" name=""/>
          <p:cNvSpPr/>
          <p:nvPr/>
        </p:nvSpPr>
        <p:spPr>
          <a:xfrm>
            <a:off x="4710960" y="24120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612" name=""/>
          <p:cNvSpPr/>
          <p:nvPr/>
        </p:nvSpPr>
        <p:spPr>
          <a:xfrm>
            <a:off x="4710960" y="24120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3" name=""/>
          <p:cNvSpPr/>
          <p:nvPr/>
        </p:nvSpPr>
        <p:spPr>
          <a:xfrm>
            <a:off x="4559400" y="16862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614" name=""/>
          <p:cNvSpPr/>
          <p:nvPr/>
        </p:nvSpPr>
        <p:spPr>
          <a:xfrm>
            <a:off x="4559400" y="16862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5" name=""/>
          <p:cNvSpPr/>
          <p:nvPr/>
        </p:nvSpPr>
        <p:spPr>
          <a:xfrm>
            <a:off x="5300640" y="18982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6" name=""/>
          <p:cNvSpPr/>
          <p:nvPr/>
        </p:nvSpPr>
        <p:spPr>
          <a:xfrm>
            <a:off x="5300640" y="18982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7" name=""/>
          <p:cNvSpPr/>
          <p:nvPr/>
        </p:nvSpPr>
        <p:spPr>
          <a:xfrm>
            <a:off x="3609720" y="125316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6F5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8" name=""/>
          <p:cNvSpPr/>
          <p:nvPr/>
        </p:nvSpPr>
        <p:spPr>
          <a:xfrm>
            <a:off x="3609720" y="125316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6F5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9" name=""/>
          <p:cNvSpPr/>
          <p:nvPr/>
        </p:nvSpPr>
        <p:spPr>
          <a:xfrm>
            <a:off x="4691160" y="26463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620" name=""/>
          <p:cNvSpPr/>
          <p:nvPr/>
        </p:nvSpPr>
        <p:spPr>
          <a:xfrm>
            <a:off x="4691160" y="26463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1" name=""/>
          <p:cNvSpPr/>
          <p:nvPr/>
        </p:nvSpPr>
        <p:spPr>
          <a:xfrm>
            <a:off x="4876200" y="24343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2" name=""/>
          <p:cNvSpPr/>
          <p:nvPr/>
        </p:nvSpPr>
        <p:spPr>
          <a:xfrm>
            <a:off x="4876200" y="24343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3" name=""/>
          <p:cNvSpPr/>
          <p:nvPr/>
        </p:nvSpPr>
        <p:spPr>
          <a:xfrm>
            <a:off x="4646520" y="17643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4" name=""/>
          <p:cNvSpPr/>
          <p:nvPr/>
        </p:nvSpPr>
        <p:spPr>
          <a:xfrm>
            <a:off x="4646520" y="17643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5" name=""/>
          <p:cNvSpPr/>
          <p:nvPr/>
        </p:nvSpPr>
        <p:spPr>
          <a:xfrm>
            <a:off x="4876200" y="24343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6" name=""/>
          <p:cNvSpPr/>
          <p:nvPr/>
        </p:nvSpPr>
        <p:spPr>
          <a:xfrm>
            <a:off x="4876200" y="24343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7" name=""/>
          <p:cNvSpPr/>
          <p:nvPr/>
        </p:nvSpPr>
        <p:spPr>
          <a:xfrm>
            <a:off x="3610080" y="19990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ECA3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8" name=""/>
          <p:cNvSpPr/>
          <p:nvPr/>
        </p:nvSpPr>
        <p:spPr>
          <a:xfrm>
            <a:off x="3610080" y="19990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ECA3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9" name=""/>
          <p:cNvSpPr/>
          <p:nvPr/>
        </p:nvSpPr>
        <p:spPr>
          <a:xfrm>
            <a:off x="4622040" y="27799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0" name=""/>
          <p:cNvSpPr/>
          <p:nvPr/>
        </p:nvSpPr>
        <p:spPr>
          <a:xfrm>
            <a:off x="4622040" y="27799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1" name=""/>
          <p:cNvSpPr/>
          <p:nvPr/>
        </p:nvSpPr>
        <p:spPr>
          <a:xfrm>
            <a:off x="4003200" y="155808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ECA3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2" name=""/>
          <p:cNvSpPr/>
          <p:nvPr/>
        </p:nvSpPr>
        <p:spPr>
          <a:xfrm>
            <a:off x="4003200" y="155808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ECA3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3" name=""/>
          <p:cNvSpPr/>
          <p:nvPr/>
        </p:nvSpPr>
        <p:spPr>
          <a:xfrm>
            <a:off x="5348520" y="7632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4" name=""/>
          <p:cNvSpPr/>
          <p:nvPr/>
        </p:nvSpPr>
        <p:spPr>
          <a:xfrm>
            <a:off x="5348520" y="7632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5" name=""/>
          <p:cNvSpPr/>
          <p:nvPr/>
        </p:nvSpPr>
        <p:spPr>
          <a:xfrm>
            <a:off x="3633120" y="20797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6" name=""/>
          <p:cNvSpPr/>
          <p:nvPr/>
        </p:nvSpPr>
        <p:spPr>
          <a:xfrm>
            <a:off x="3633120" y="20797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7" name=""/>
          <p:cNvSpPr/>
          <p:nvPr/>
        </p:nvSpPr>
        <p:spPr>
          <a:xfrm>
            <a:off x="4808880" y="20829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8" name=""/>
          <p:cNvSpPr/>
          <p:nvPr/>
        </p:nvSpPr>
        <p:spPr>
          <a:xfrm>
            <a:off x="4808880" y="20829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9" name=""/>
          <p:cNvSpPr/>
          <p:nvPr/>
        </p:nvSpPr>
        <p:spPr>
          <a:xfrm>
            <a:off x="3629520" y="20779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0" name=""/>
          <p:cNvSpPr/>
          <p:nvPr/>
        </p:nvSpPr>
        <p:spPr>
          <a:xfrm>
            <a:off x="3629520" y="20779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1" name=""/>
          <p:cNvSpPr/>
          <p:nvPr/>
        </p:nvSpPr>
        <p:spPr>
          <a:xfrm>
            <a:off x="3412800" y="16066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2" name=""/>
          <p:cNvSpPr/>
          <p:nvPr/>
        </p:nvSpPr>
        <p:spPr>
          <a:xfrm>
            <a:off x="3412800" y="16066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3" name=""/>
          <p:cNvSpPr/>
          <p:nvPr/>
        </p:nvSpPr>
        <p:spPr>
          <a:xfrm>
            <a:off x="4293000" y="18342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4" name=""/>
          <p:cNvSpPr/>
          <p:nvPr/>
        </p:nvSpPr>
        <p:spPr>
          <a:xfrm>
            <a:off x="4293000" y="18342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5" name=""/>
          <p:cNvSpPr/>
          <p:nvPr/>
        </p:nvSpPr>
        <p:spPr>
          <a:xfrm>
            <a:off x="3413160" y="16059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6" name=""/>
          <p:cNvSpPr/>
          <p:nvPr/>
        </p:nvSpPr>
        <p:spPr>
          <a:xfrm>
            <a:off x="3413160" y="16059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7" name=""/>
          <p:cNvSpPr/>
          <p:nvPr/>
        </p:nvSpPr>
        <p:spPr>
          <a:xfrm>
            <a:off x="3816360" y="214992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648" name=""/>
          <p:cNvSpPr/>
          <p:nvPr/>
        </p:nvSpPr>
        <p:spPr>
          <a:xfrm>
            <a:off x="3816360" y="214992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9" name=""/>
          <p:cNvSpPr/>
          <p:nvPr/>
        </p:nvSpPr>
        <p:spPr>
          <a:xfrm>
            <a:off x="4109760" y="162360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0" name=""/>
          <p:cNvSpPr/>
          <p:nvPr/>
        </p:nvSpPr>
        <p:spPr>
          <a:xfrm>
            <a:off x="4109760" y="162360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1" name=""/>
          <p:cNvSpPr/>
          <p:nvPr/>
        </p:nvSpPr>
        <p:spPr>
          <a:xfrm>
            <a:off x="5437080" y="7131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652" name=""/>
          <p:cNvSpPr/>
          <p:nvPr/>
        </p:nvSpPr>
        <p:spPr>
          <a:xfrm>
            <a:off x="5437080" y="7131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3" name=""/>
          <p:cNvSpPr/>
          <p:nvPr/>
        </p:nvSpPr>
        <p:spPr>
          <a:xfrm>
            <a:off x="4607280" y="20451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4" name=""/>
          <p:cNvSpPr/>
          <p:nvPr/>
        </p:nvSpPr>
        <p:spPr>
          <a:xfrm>
            <a:off x="4607280" y="20451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5" name=""/>
          <p:cNvSpPr/>
          <p:nvPr/>
        </p:nvSpPr>
        <p:spPr>
          <a:xfrm>
            <a:off x="5227920" y="5374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6" name=""/>
          <p:cNvSpPr/>
          <p:nvPr/>
        </p:nvSpPr>
        <p:spPr>
          <a:xfrm>
            <a:off x="5227920" y="5374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7" name=""/>
          <p:cNvSpPr/>
          <p:nvPr/>
        </p:nvSpPr>
        <p:spPr>
          <a:xfrm>
            <a:off x="4447800" y="13838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658" name=""/>
          <p:cNvSpPr/>
          <p:nvPr/>
        </p:nvSpPr>
        <p:spPr>
          <a:xfrm>
            <a:off x="4447800" y="13838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9" name=""/>
          <p:cNvSpPr/>
          <p:nvPr/>
        </p:nvSpPr>
        <p:spPr>
          <a:xfrm>
            <a:off x="4888440" y="17812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0" name=""/>
          <p:cNvSpPr/>
          <p:nvPr/>
        </p:nvSpPr>
        <p:spPr>
          <a:xfrm>
            <a:off x="4888440" y="17812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1" name=""/>
          <p:cNvSpPr/>
          <p:nvPr/>
        </p:nvSpPr>
        <p:spPr>
          <a:xfrm>
            <a:off x="4529160" y="26791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2" name=""/>
          <p:cNvSpPr/>
          <p:nvPr/>
        </p:nvSpPr>
        <p:spPr>
          <a:xfrm>
            <a:off x="4529160" y="26791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3" name=""/>
          <p:cNvSpPr/>
          <p:nvPr/>
        </p:nvSpPr>
        <p:spPr>
          <a:xfrm>
            <a:off x="4197600" y="22906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4" name=""/>
          <p:cNvSpPr/>
          <p:nvPr/>
        </p:nvSpPr>
        <p:spPr>
          <a:xfrm>
            <a:off x="4197600" y="22906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5" name=""/>
          <p:cNvSpPr/>
          <p:nvPr/>
        </p:nvSpPr>
        <p:spPr>
          <a:xfrm>
            <a:off x="3793320" y="20642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6" name=""/>
          <p:cNvSpPr/>
          <p:nvPr/>
        </p:nvSpPr>
        <p:spPr>
          <a:xfrm>
            <a:off x="3793320" y="20642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7" name=""/>
          <p:cNvSpPr/>
          <p:nvPr/>
        </p:nvSpPr>
        <p:spPr>
          <a:xfrm>
            <a:off x="4353840" y="230544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668" name=""/>
          <p:cNvSpPr/>
          <p:nvPr/>
        </p:nvSpPr>
        <p:spPr>
          <a:xfrm>
            <a:off x="4353840" y="230544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9" name=""/>
          <p:cNvSpPr/>
          <p:nvPr/>
        </p:nvSpPr>
        <p:spPr>
          <a:xfrm>
            <a:off x="5099400" y="187632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670" name=""/>
          <p:cNvSpPr/>
          <p:nvPr/>
        </p:nvSpPr>
        <p:spPr>
          <a:xfrm>
            <a:off x="5099400" y="187632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1" name=""/>
          <p:cNvSpPr/>
          <p:nvPr/>
        </p:nvSpPr>
        <p:spPr>
          <a:xfrm>
            <a:off x="4965480" y="210960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2" name=""/>
          <p:cNvSpPr/>
          <p:nvPr/>
        </p:nvSpPr>
        <p:spPr>
          <a:xfrm>
            <a:off x="4965480" y="210960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3" name=""/>
          <p:cNvSpPr/>
          <p:nvPr/>
        </p:nvSpPr>
        <p:spPr>
          <a:xfrm>
            <a:off x="4059720" y="156240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4" name=""/>
          <p:cNvSpPr/>
          <p:nvPr/>
        </p:nvSpPr>
        <p:spPr>
          <a:xfrm>
            <a:off x="4059720" y="156240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5" name=""/>
          <p:cNvSpPr/>
          <p:nvPr/>
        </p:nvSpPr>
        <p:spPr>
          <a:xfrm>
            <a:off x="2594160" y="11102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6" name=""/>
          <p:cNvSpPr/>
          <p:nvPr/>
        </p:nvSpPr>
        <p:spPr>
          <a:xfrm>
            <a:off x="2594160" y="11102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7" name=""/>
          <p:cNvSpPr/>
          <p:nvPr/>
        </p:nvSpPr>
        <p:spPr>
          <a:xfrm>
            <a:off x="5311080" y="19234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8" name=""/>
          <p:cNvSpPr/>
          <p:nvPr/>
        </p:nvSpPr>
        <p:spPr>
          <a:xfrm>
            <a:off x="5311080" y="19234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9" name=""/>
          <p:cNvSpPr/>
          <p:nvPr/>
        </p:nvSpPr>
        <p:spPr>
          <a:xfrm>
            <a:off x="5008320" y="183960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0" name=""/>
          <p:cNvSpPr/>
          <p:nvPr/>
        </p:nvSpPr>
        <p:spPr>
          <a:xfrm>
            <a:off x="5008320" y="183960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1" name=""/>
          <p:cNvSpPr/>
          <p:nvPr/>
        </p:nvSpPr>
        <p:spPr>
          <a:xfrm>
            <a:off x="4708800" y="20131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2" name=""/>
          <p:cNvSpPr/>
          <p:nvPr/>
        </p:nvSpPr>
        <p:spPr>
          <a:xfrm>
            <a:off x="4708800" y="20131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3" name=""/>
          <p:cNvSpPr/>
          <p:nvPr/>
        </p:nvSpPr>
        <p:spPr>
          <a:xfrm>
            <a:off x="4754520" y="21621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4" name=""/>
          <p:cNvSpPr/>
          <p:nvPr/>
        </p:nvSpPr>
        <p:spPr>
          <a:xfrm>
            <a:off x="4754520" y="21621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5" name=""/>
          <p:cNvSpPr/>
          <p:nvPr/>
        </p:nvSpPr>
        <p:spPr>
          <a:xfrm>
            <a:off x="4227840" y="183816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6" name=""/>
          <p:cNvSpPr/>
          <p:nvPr/>
        </p:nvSpPr>
        <p:spPr>
          <a:xfrm>
            <a:off x="4227840" y="183816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7" name=""/>
          <p:cNvSpPr/>
          <p:nvPr/>
        </p:nvSpPr>
        <p:spPr>
          <a:xfrm>
            <a:off x="3620520" y="20836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8" name=""/>
          <p:cNvSpPr/>
          <p:nvPr/>
        </p:nvSpPr>
        <p:spPr>
          <a:xfrm>
            <a:off x="3620520" y="20836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9" name=""/>
          <p:cNvSpPr/>
          <p:nvPr/>
        </p:nvSpPr>
        <p:spPr>
          <a:xfrm>
            <a:off x="3632400" y="20764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0" name=""/>
          <p:cNvSpPr/>
          <p:nvPr/>
        </p:nvSpPr>
        <p:spPr>
          <a:xfrm>
            <a:off x="3632400" y="20764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1" name=""/>
          <p:cNvSpPr/>
          <p:nvPr/>
        </p:nvSpPr>
        <p:spPr>
          <a:xfrm>
            <a:off x="4051800" y="15397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ECA3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2" name=""/>
          <p:cNvSpPr/>
          <p:nvPr/>
        </p:nvSpPr>
        <p:spPr>
          <a:xfrm>
            <a:off x="4051800" y="15397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ECA3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3" name=""/>
          <p:cNvSpPr/>
          <p:nvPr/>
        </p:nvSpPr>
        <p:spPr>
          <a:xfrm>
            <a:off x="4038840" y="164232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ECA3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4" name=""/>
          <p:cNvSpPr/>
          <p:nvPr/>
        </p:nvSpPr>
        <p:spPr>
          <a:xfrm>
            <a:off x="4038840" y="164232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ECA3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5" name=""/>
          <p:cNvSpPr/>
          <p:nvPr/>
        </p:nvSpPr>
        <p:spPr>
          <a:xfrm>
            <a:off x="4105080" y="20516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ECA3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6" name=""/>
          <p:cNvSpPr/>
          <p:nvPr/>
        </p:nvSpPr>
        <p:spPr>
          <a:xfrm>
            <a:off x="4105080" y="20516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ECA3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7" name=""/>
          <p:cNvSpPr/>
          <p:nvPr/>
        </p:nvSpPr>
        <p:spPr>
          <a:xfrm>
            <a:off x="2700360" y="17323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8" name=""/>
          <p:cNvSpPr/>
          <p:nvPr/>
        </p:nvSpPr>
        <p:spPr>
          <a:xfrm>
            <a:off x="2700360" y="17323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9" name=""/>
          <p:cNvSpPr/>
          <p:nvPr/>
        </p:nvSpPr>
        <p:spPr>
          <a:xfrm>
            <a:off x="5417280" y="6951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0" name=""/>
          <p:cNvSpPr/>
          <p:nvPr/>
        </p:nvSpPr>
        <p:spPr>
          <a:xfrm>
            <a:off x="5417280" y="6951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1" name=""/>
          <p:cNvSpPr/>
          <p:nvPr/>
        </p:nvSpPr>
        <p:spPr>
          <a:xfrm>
            <a:off x="3024360" y="20934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ECA3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2" name=""/>
          <p:cNvSpPr/>
          <p:nvPr/>
        </p:nvSpPr>
        <p:spPr>
          <a:xfrm>
            <a:off x="3024360" y="20934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ECA3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3" name=""/>
          <p:cNvSpPr/>
          <p:nvPr/>
        </p:nvSpPr>
        <p:spPr>
          <a:xfrm>
            <a:off x="4033800" y="11595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704" name=""/>
          <p:cNvSpPr/>
          <p:nvPr/>
        </p:nvSpPr>
        <p:spPr>
          <a:xfrm>
            <a:off x="4033800" y="11595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5" name=""/>
          <p:cNvSpPr/>
          <p:nvPr/>
        </p:nvSpPr>
        <p:spPr>
          <a:xfrm>
            <a:off x="3984480" y="156096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6" name=""/>
          <p:cNvSpPr/>
          <p:nvPr/>
        </p:nvSpPr>
        <p:spPr>
          <a:xfrm>
            <a:off x="3984480" y="156096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7" name=""/>
          <p:cNvSpPr/>
          <p:nvPr/>
        </p:nvSpPr>
        <p:spPr>
          <a:xfrm>
            <a:off x="3410280" y="15004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8" name=""/>
          <p:cNvSpPr/>
          <p:nvPr/>
        </p:nvSpPr>
        <p:spPr>
          <a:xfrm>
            <a:off x="3410280" y="15004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9" name=""/>
          <p:cNvSpPr/>
          <p:nvPr/>
        </p:nvSpPr>
        <p:spPr>
          <a:xfrm>
            <a:off x="4951440" y="154764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710" name=""/>
          <p:cNvSpPr/>
          <p:nvPr/>
        </p:nvSpPr>
        <p:spPr>
          <a:xfrm>
            <a:off x="4951440" y="154764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1" name=""/>
          <p:cNvSpPr/>
          <p:nvPr/>
        </p:nvSpPr>
        <p:spPr>
          <a:xfrm>
            <a:off x="4260240" y="24289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2" name=""/>
          <p:cNvSpPr/>
          <p:nvPr/>
        </p:nvSpPr>
        <p:spPr>
          <a:xfrm>
            <a:off x="4260240" y="24289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3" name=""/>
          <p:cNvSpPr/>
          <p:nvPr/>
        </p:nvSpPr>
        <p:spPr>
          <a:xfrm>
            <a:off x="3051000" y="92520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4575B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714" name=""/>
          <p:cNvSpPr/>
          <p:nvPr/>
        </p:nvSpPr>
        <p:spPr>
          <a:xfrm>
            <a:off x="3051000" y="92520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4575B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5" name=""/>
          <p:cNvSpPr/>
          <p:nvPr/>
        </p:nvSpPr>
        <p:spPr>
          <a:xfrm>
            <a:off x="4578120" y="27896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6" name=""/>
          <p:cNvSpPr/>
          <p:nvPr/>
        </p:nvSpPr>
        <p:spPr>
          <a:xfrm>
            <a:off x="4578120" y="27896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7" name=""/>
          <p:cNvSpPr/>
          <p:nvPr/>
        </p:nvSpPr>
        <p:spPr>
          <a:xfrm>
            <a:off x="3830040" y="239364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8" name=""/>
          <p:cNvSpPr/>
          <p:nvPr/>
        </p:nvSpPr>
        <p:spPr>
          <a:xfrm>
            <a:off x="3830040" y="239364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9" name=""/>
          <p:cNvSpPr/>
          <p:nvPr/>
        </p:nvSpPr>
        <p:spPr>
          <a:xfrm>
            <a:off x="5187240" y="18730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720" name=""/>
          <p:cNvSpPr/>
          <p:nvPr/>
        </p:nvSpPr>
        <p:spPr>
          <a:xfrm>
            <a:off x="5187240" y="18730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1" name=""/>
          <p:cNvSpPr/>
          <p:nvPr/>
        </p:nvSpPr>
        <p:spPr>
          <a:xfrm>
            <a:off x="4593240" y="205560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722" name=""/>
          <p:cNvSpPr/>
          <p:nvPr/>
        </p:nvSpPr>
        <p:spPr>
          <a:xfrm>
            <a:off x="4593240" y="205560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3" name=""/>
          <p:cNvSpPr/>
          <p:nvPr/>
        </p:nvSpPr>
        <p:spPr>
          <a:xfrm>
            <a:off x="4638600" y="20826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724" name=""/>
          <p:cNvSpPr/>
          <p:nvPr/>
        </p:nvSpPr>
        <p:spPr>
          <a:xfrm>
            <a:off x="4638600" y="20826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5" name=""/>
          <p:cNvSpPr/>
          <p:nvPr/>
        </p:nvSpPr>
        <p:spPr>
          <a:xfrm>
            <a:off x="3862800" y="13672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726" name=""/>
          <p:cNvSpPr/>
          <p:nvPr/>
        </p:nvSpPr>
        <p:spPr>
          <a:xfrm>
            <a:off x="3862800" y="13672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7" name=""/>
          <p:cNvSpPr/>
          <p:nvPr/>
        </p:nvSpPr>
        <p:spPr>
          <a:xfrm>
            <a:off x="4087080" y="15213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8" name=""/>
          <p:cNvSpPr/>
          <p:nvPr/>
        </p:nvSpPr>
        <p:spPr>
          <a:xfrm>
            <a:off x="4087080" y="15213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9" name=""/>
          <p:cNvSpPr/>
          <p:nvPr/>
        </p:nvSpPr>
        <p:spPr>
          <a:xfrm>
            <a:off x="4339080" y="14187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0" name=""/>
          <p:cNvSpPr/>
          <p:nvPr/>
        </p:nvSpPr>
        <p:spPr>
          <a:xfrm>
            <a:off x="4339080" y="14187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1" name=""/>
          <p:cNvSpPr/>
          <p:nvPr/>
        </p:nvSpPr>
        <p:spPr>
          <a:xfrm>
            <a:off x="4296240" y="13870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732" name=""/>
          <p:cNvSpPr/>
          <p:nvPr/>
        </p:nvSpPr>
        <p:spPr>
          <a:xfrm>
            <a:off x="4296240" y="13870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3" name=""/>
          <p:cNvSpPr/>
          <p:nvPr/>
        </p:nvSpPr>
        <p:spPr>
          <a:xfrm>
            <a:off x="4590000" y="189180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734" name=""/>
          <p:cNvSpPr/>
          <p:nvPr/>
        </p:nvSpPr>
        <p:spPr>
          <a:xfrm>
            <a:off x="4590000" y="189180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5" name=""/>
          <p:cNvSpPr/>
          <p:nvPr/>
        </p:nvSpPr>
        <p:spPr>
          <a:xfrm>
            <a:off x="5063400" y="14565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6F5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6" name=""/>
          <p:cNvSpPr/>
          <p:nvPr/>
        </p:nvSpPr>
        <p:spPr>
          <a:xfrm>
            <a:off x="5063400" y="14565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6F5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7" name=""/>
          <p:cNvSpPr/>
          <p:nvPr/>
        </p:nvSpPr>
        <p:spPr>
          <a:xfrm>
            <a:off x="4413960" y="17625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8" name=""/>
          <p:cNvSpPr/>
          <p:nvPr/>
        </p:nvSpPr>
        <p:spPr>
          <a:xfrm>
            <a:off x="4413960" y="17625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9" name=""/>
          <p:cNvSpPr/>
          <p:nvPr/>
        </p:nvSpPr>
        <p:spPr>
          <a:xfrm>
            <a:off x="4568400" y="17226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0" name=""/>
          <p:cNvSpPr/>
          <p:nvPr/>
        </p:nvSpPr>
        <p:spPr>
          <a:xfrm>
            <a:off x="4568400" y="17226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1" name=""/>
          <p:cNvSpPr/>
          <p:nvPr/>
        </p:nvSpPr>
        <p:spPr>
          <a:xfrm>
            <a:off x="4602960" y="204516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2" name=""/>
          <p:cNvSpPr/>
          <p:nvPr/>
        </p:nvSpPr>
        <p:spPr>
          <a:xfrm>
            <a:off x="4602960" y="204516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3" name=""/>
          <p:cNvSpPr/>
          <p:nvPr/>
        </p:nvSpPr>
        <p:spPr>
          <a:xfrm>
            <a:off x="4665600" y="17823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744" name=""/>
          <p:cNvSpPr/>
          <p:nvPr/>
        </p:nvSpPr>
        <p:spPr>
          <a:xfrm>
            <a:off x="4665600" y="17823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5" name=""/>
          <p:cNvSpPr/>
          <p:nvPr/>
        </p:nvSpPr>
        <p:spPr>
          <a:xfrm>
            <a:off x="4604040" y="20437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6" name=""/>
          <p:cNvSpPr/>
          <p:nvPr/>
        </p:nvSpPr>
        <p:spPr>
          <a:xfrm>
            <a:off x="4604040" y="20437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7" name=""/>
          <p:cNvSpPr/>
          <p:nvPr/>
        </p:nvSpPr>
        <p:spPr>
          <a:xfrm>
            <a:off x="4524480" y="19062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8" name=""/>
          <p:cNvSpPr/>
          <p:nvPr/>
        </p:nvSpPr>
        <p:spPr>
          <a:xfrm>
            <a:off x="4524480" y="19062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9" name=""/>
          <p:cNvSpPr/>
          <p:nvPr/>
        </p:nvSpPr>
        <p:spPr>
          <a:xfrm>
            <a:off x="3445200" y="138384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750" name=""/>
          <p:cNvSpPr/>
          <p:nvPr/>
        </p:nvSpPr>
        <p:spPr>
          <a:xfrm>
            <a:off x="3445200" y="138384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1" name=""/>
          <p:cNvSpPr/>
          <p:nvPr/>
        </p:nvSpPr>
        <p:spPr>
          <a:xfrm>
            <a:off x="4516200" y="14353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2" name=""/>
          <p:cNvSpPr/>
          <p:nvPr/>
        </p:nvSpPr>
        <p:spPr>
          <a:xfrm>
            <a:off x="4516200" y="14353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3" name=""/>
          <p:cNvSpPr/>
          <p:nvPr/>
        </p:nvSpPr>
        <p:spPr>
          <a:xfrm>
            <a:off x="3491640" y="121140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4" name=""/>
          <p:cNvSpPr/>
          <p:nvPr/>
        </p:nvSpPr>
        <p:spPr>
          <a:xfrm>
            <a:off x="3491640" y="121140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5" name=""/>
          <p:cNvSpPr/>
          <p:nvPr/>
        </p:nvSpPr>
        <p:spPr>
          <a:xfrm>
            <a:off x="3303360" y="130320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6" name=""/>
          <p:cNvSpPr/>
          <p:nvPr/>
        </p:nvSpPr>
        <p:spPr>
          <a:xfrm>
            <a:off x="3303360" y="130320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7" name=""/>
          <p:cNvSpPr/>
          <p:nvPr/>
        </p:nvSpPr>
        <p:spPr>
          <a:xfrm>
            <a:off x="4483800" y="200196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758" name=""/>
          <p:cNvSpPr/>
          <p:nvPr/>
        </p:nvSpPr>
        <p:spPr>
          <a:xfrm>
            <a:off x="4483800" y="200196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9" name=""/>
          <p:cNvSpPr/>
          <p:nvPr/>
        </p:nvSpPr>
        <p:spPr>
          <a:xfrm>
            <a:off x="4662720" y="178416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0" name=""/>
          <p:cNvSpPr/>
          <p:nvPr/>
        </p:nvSpPr>
        <p:spPr>
          <a:xfrm>
            <a:off x="4662720" y="178416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1" name=""/>
          <p:cNvSpPr/>
          <p:nvPr/>
        </p:nvSpPr>
        <p:spPr>
          <a:xfrm>
            <a:off x="4780080" y="29962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762" name=""/>
          <p:cNvSpPr/>
          <p:nvPr/>
        </p:nvSpPr>
        <p:spPr>
          <a:xfrm>
            <a:off x="4780080" y="29962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3" name=""/>
          <p:cNvSpPr/>
          <p:nvPr/>
        </p:nvSpPr>
        <p:spPr>
          <a:xfrm>
            <a:off x="4619520" y="27201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764" name=""/>
          <p:cNvSpPr/>
          <p:nvPr/>
        </p:nvSpPr>
        <p:spPr>
          <a:xfrm>
            <a:off x="4619520" y="27201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5" name=""/>
          <p:cNvSpPr/>
          <p:nvPr/>
        </p:nvSpPr>
        <p:spPr>
          <a:xfrm>
            <a:off x="5204520" y="18860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766" name=""/>
          <p:cNvSpPr/>
          <p:nvPr/>
        </p:nvSpPr>
        <p:spPr>
          <a:xfrm>
            <a:off x="5204520" y="18860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7" name=""/>
          <p:cNvSpPr/>
          <p:nvPr/>
        </p:nvSpPr>
        <p:spPr>
          <a:xfrm>
            <a:off x="4798080" y="20779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768" name=""/>
          <p:cNvSpPr/>
          <p:nvPr/>
        </p:nvSpPr>
        <p:spPr>
          <a:xfrm>
            <a:off x="4798080" y="20779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9" name=""/>
          <p:cNvSpPr/>
          <p:nvPr/>
        </p:nvSpPr>
        <p:spPr>
          <a:xfrm>
            <a:off x="4599720" y="27835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0" name=""/>
          <p:cNvSpPr/>
          <p:nvPr/>
        </p:nvSpPr>
        <p:spPr>
          <a:xfrm>
            <a:off x="4599720" y="27835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1" name=""/>
          <p:cNvSpPr/>
          <p:nvPr/>
        </p:nvSpPr>
        <p:spPr>
          <a:xfrm>
            <a:off x="3793680" y="20656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772" name=""/>
          <p:cNvSpPr/>
          <p:nvPr/>
        </p:nvSpPr>
        <p:spPr>
          <a:xfrm>
            <a:off x="3793680" y="20656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3" name=""/>
          <p:cNvSpPr/>
          <p:nvPr/>
        </p:nvSpPr>
        <p:spPr>
          <a:xfrm>
            <a:off x="4019040" y="23014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4" name=""/>
          <p:cNvSpPr/>
          <p:nvPr/>
        </p:nvSpPr>
        <p:spPr>
          <a:xfrm>
            <a:off x="4019040" y="23014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5" name=""/>
          <p:cNvSpPr/>
          <p:nvPr/>
        </p:nvSpPr>
        <p:spPr>
          <a:xfrm>
            <a:off x="5306040" y="209232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776" name=""/>
          <p:cNvSpPr/>
          <p:nvPr/>
        </p:nvSpPr>
        <p:spPr>
          <a:xfrm>
            <a:off x="5306040" y="209232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7" name=""/>
          <p:cNvSpPr/>
          <p:nvPr/>
        </p:nvSpPr>
        <p:spPr>
          <a:xfrm>
            <a:off x="4847400" y="12391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8" name=""/>
          <p:cNvSpPr/>
          <p:nvPr/>
        </p:nvSpPr>
        <p:spPr>
          <a:xfrm>
            <a:off x="4847400" y="12391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9" name=""/>
          <p:cNvSpPr/>
          <p:nvPr/>
        </p:nvSpPr>
        <p:spPr>
          <a:xfrm>
            <a:off x="4919760" y="13345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5986BD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780" name=""/>
          <p:cNvSpPr/>
          <p:nvPr/>
        </p:nvSpPr>
        <p:spPr>
          <a:xfrm>
            <a:off x="4919760" y="13345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5986BD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1" name=""/>
          <p:cNvSpPr/>
          <p:nvPr/>
        </p:nvSpPr>
        <p:spPr>
          <a:xfrm>
            <a:off x="4865040" y="23058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6F5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2" name=""/>
          <p:cNvSpPr/>
          <p:nvPr/>
        </p:nvSpPr>
        <p:spPr>
          <a:xfrm>
            <a:off x="4865040" y="23058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6F5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3" name=""/>
          <p:cNvSpPr/>
          <p:nvPr/>
        </p:nvSpPr>
        <p:spPr>
          <a:xfrm>
            <a:off x="4127400" y="24548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4" name=""/>
          <p:cNvSpPr/>
          <p:nvPr/>
        </p:nvSpPr>
        <p:spPr>
          <a:xfrm>
            <a:off x="4127400" y="24548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5" name=""/>
          <p:cNvSpPr/>
          <p:nvPr/>
        </p:nvSpPr>
        <p:spPr>
          <a:xfrm>
            <a:off x="2568240" y="125568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8EBCD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6" name=""/>
          <p:cNvSpPr/>
          <p:nvPr/>
        </p:nvSpPr>
        <p:spPr>
          <a:xfrm>
            <a:off x="2568240" y="125568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8EBCD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7" name=""/>
          <p:cNvSpPr/>
          <p:nvPr/>
        </p:nvSpPr>
        <p:spPr>
          <a:xfrm>
            <a:off x="4564800" y="19418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8" name=""/>
          <p:cNvSpPr/>
          <p:nvPr/>
        </p:nvSpPr>
        <p:spPr>
          <a:xfrm>
            <a:off x="4564800" y="19418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9" name=""/>
          <p:cNvSpPr/>
          <p:nvPr/>
        </p:nvSpPr>
        <p:spPr>
          <a:xfrm>
            <a:off x="4574520" y="19522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5986BD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790" name=""/>
          <p:cNvSpPr/>
          <p:nvPr/>
        </p:nvSpPr>
        <p:spPr>
          <a:xfrm>
            <a:off x="4574520" y="19522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5986BD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1" name=""/>
          <p:cNvSpPr/>
          <p:nvPr/>
        </p:nvSpPr>
        <p:spPr>
          <a:xfrm>
            <a:off x="5180760" y="131724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7DAAD0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2" name=""/>
          <p:cNvSpPr/>
          <p:nvPr/>
        </p:nvSpPr>
        <p:spPr>
          <a:xfrm>
            <a:off x="5180760" y="131724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7DAAD0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3" name=""/>
          <p:cNvSpPr/>
          <p:nvPr/>
        </p:nvSpPr>
        <p:spPr>
          <a:xfrm>
            <a:off x="4799880" y="244980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DAEFF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4" name=""/>
          <p:cNvSpPr/>
          <p:nvPr/>
        </p:nvSpPr>
        <p:spPr>
          <a:xfrm>
            <a:off x="4799880" y="244980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DAEFF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5" name=""/>
          <p:cNvSpPr/>
          <p:nvPr/>
        </p:nvSpPr>
        <p:spPr>
          <a:xfrm>
            <a:off x="5095800" y="18442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6F5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6" name=""/>
          <p:cNvSpPr/>
          <p:nvPr/>
        </p:nvSpPr>
        <p:spPr>
          <a:xfrm>
            <a:off x="5095800" y="18442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6F5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7" name=""/>
          <p:cNvSpPr/>
          <p:nvPr/>
        </p:nvSpPr>
        <p:spPr>
          <a:xfrm>
            <a:off x="4586760" y="19501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8" name=""/>
          <p:cNvSpPr/>
          <p:nvPr/>
        </p:nvSpPr>
        <p:spPr>
          <a:xfrm>
            <a:off x="4586760" y="19501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9" name=""/>
          <p:cNvSpPr/>
          <p:nvPr/>
        </p:nvSpPr>
        <p:spPr>
          <a:xfrm>
            <a:off x="4473360" y="1854720"/>
            <a:ext cx="32040" cy="31320"/>
          </a:xfrm>
          <a:custGeom>
            <a:avLst/>
            <a:gdLst/>
            <a:ahLst/>
            <a:rect l="0" t="0" r="r" b="b"/>
            <a:pathLst>
              <a:path w="89" h="87">
                <a:moveTo>
                  <a:pt x="89" y="43"/>
                </a:moveTo>
                <a:cubicBezTo>
                  <a:pt x="89" y="102"/>
                  <a:pt x="0" y="102"/>
                  <a:pt x="0" y="43"/>
                </a:cubicBezTo>
                <a:cubicBezTo>
                  <a:pt x="0" y="-14"/>
                  <a:pt x="89" y="-14"/>
                  <a:pt x="89" y="43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0" name=""/>
          <p:cNvSpPr/>
          <p:nvPr/>
        </p:nvSpPr>
        <p:spPr>
          <a:xfrm>
            <a:off x="4473360" y="1854720"/>
            <a:ext cx="32040" cy="31320"/>
          </a:xfrm>
          <a:custGeom>
            <a:avLst/>
            <a:gdLst/>
            <a:ahLst/>
            <a:rect l="0" t="0" r="r" b="b"/>
            <a:pathLst>
              <a:path fill="none" w="89" h="87">
                <a:moveTo>
                  <a:pt x="89" y="43"/>
                </a:moveTo>
                <a:cubicBezTo>
                  <a:pt x="89" y="102"/>
                  <a:pt x="0" y="102"/>
                  <a:pt x="0" y="43"/>
                </a:cubicBezTo>
                <a:cubicBezTo>
                  <a:pt x="0" y="-14"/>
                  <a:pt x="89" y="-14"/>
                  <a:pt x="89" y="43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1" name=""/>
          <p:cNvSpPr/>
          <p:nvPr/>
        </p:nvSpPr>
        <p:spPr>
          <a:xfrm>
            <a:off x="4568400" y="20160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CFEC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2" name=""/>
          <p:cNvSpPr/>
          <p:nvPr/>
        </p:nvSpPr>
        <p:spPr>
          <a:xfrm>
            <a:off x="4568400" y="20160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CFEC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3" name=""/>
          <p:cNvSpPr/>
          <p:nvPr/>
        </p:nvSpPr>
        <p:spPr>
          <a:xfrm>
            <a:off x="4508640" y="18964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CFEC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4" name=""/>
          <p:cNvSpPr/>
          <p:nvPr/>
        </p:nvSpPr>
        <p:spPr>
          <a:xfrm>
            <a:off x="4508640" y="18964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CFEC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5" name=""/>
          <p:cNvSpPr/>
          <p:nvPr/>
        </p:nvSpPr>
        <p:spPr>
          <a:xfrm>
            <a:off x="4325400" y="16560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6" name=""/>
          <p:cNvSpPr/>
          <p:nvPr/>
        </p:nvSpPr>
        <p:spPr>
          <a:xfrm>
            <a:off x="4325400" y="16560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7" name=""/>
          <p:cNvSpPr/>
          <p:nvPr/>
        </p:nvSpPr>
        <p:spPr>
          <a:xfrm>
            <a:off x="5096880" y="18450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6F5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8" name=""/>
          <p:cNvSpPr/>
          <p:nvPr/>
        </p:nvSpPr>
        <p:spPr>
          <a:xfrm>
            <a:off x="5096880" y="18450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6F5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9" name=""/>
          <p:cNvSpPr/>
          <p:nvPr/>
        </p:nvSpPr>
        <p:spPr>
          <a:xfrm>
            <a:off x="4007160" y="260640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C7E2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0" name=""/>
          <p:cNvSpPr/>
          <p:nvPr/>
        </p:nvSpPr>
        <p:spPr>
          <a:xfrm>
            <a:off x="4007160" y="260640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C7E2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1" name=""/>
          <p:cNvSpPr/>
          <p:nvPr/>
        </p:nvSpPr>
        <p:spPr>
          <a:xfrm>
            <a:off x="4626360" y="175068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2" name=""/>
          <p:cNvSpPr/>
          <p:nvPr/>
        </p:nvSpPr>
        <p:spPr>
          <a:xfrm>
            <a:off x="4626360" y="175068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3" name=""/>
          <p:cNvSpPr/>
          <p:nvPr/>
        </p:nvSpPr>
        <p:spPr>
          <a:xfrm>
            <a:off x="5096520" y="18442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6F5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4" name=""/>
          <p:cNvSpPr/>
          <p:nvPr/>
        </p:nvSpPr>
        <p:spPr>
          <a:xfrm>
            <a:off x="5096520" y="18442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6F5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5" name=""/>
          <p:cNvSpPr/>
          <p:nvPr/>
        </p:nvSpPr>
        <p:spPr>
          <a:xfrm>
            <a:off x="4880520" y="18968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6" name=""/>
          <p:cNvSpPr/>
          <p:nvPr/>
        </p:nvSpPr>
        <p:spPr>
          <a:xfrm>
            <a:off x="4880520" y="18968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7" name=""/>
          <p:cNvSpPr/>
          <p:nvPr/>
        </p:nvSpPr>
        <p:spPr>
          <a:xfrm>
            <a:off x="3632760" y="20775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818" name=""/>
          <p:cNvSpPr/>
          <p:nvPr/>
        </p:nvSpPr>
        <p:spPr>
          <a:xfrm>
            <a:off x="3632760" y="20775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9" name=""/>
          <p:cNvSpPr/>
          <p:nvPr/>
        </p:nvSpPr>
        <p:spPr>
          <a:xfrm>
            <a:off x="5002200" y="187416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0" name=""/>
          <p:cNvSpPr/>
          <p:nvPr/>
        </p:nvSpPr>
        <p:spPr>
          <a:xfrm>
            <a:off x="5002200" y="187416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1" name=""/>
          <p:cNvSpPr/>
          <p:nvPr/>
        </p:nvSpPr>
        <p:spPr>
          <a:xfrm>
            <a:off x="5289480" y="18558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2" name=""/>
          <p:cNvSpPr/>
          <p:nvPr/>
        </p:nvSpPr>
        <p:spPr>
          <a:xfrm>
            <a:off x="5289480" y="18558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3" name=""/>
          <p:cNvSpPr/>
          <p:nvPr/>
        </p:nvSpPr>
        <p:spPr>
          <a:xfrm>
            <a:off x="4368960" y="26380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A1C9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4" name=""/>
          <p:cNvSpPr/>
          <p:nvPr/>
        </p:nvSpPr>
        <p:spPr>
          <a:xfrm>
            <a:off x="4368960" y="26380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A1C9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5" name=""/>
          <p:cNvSpPr/>
          <p:nvPr/>
        </p:nvSpPr>
        <p:spPr>
          <a:xfrm>
            <a:off x="5257080" y="18536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6" name=""/>
          <p:cNvSpPr/>
          <p:nvPr/>
        </p:nvSpPr>
        <p:spPr>
          <a:xfrm>
            <a:off x="5257080" y="18536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7" name=""/>
          <p:cNvSpPr/>
          <p:nvPr/>
        </p:nvSpPr>
        <p:spPr>
          <a:xfrm>
            <a:off x="4381920" y="260784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828" name=""/>
          <p:cNvSpPr/>
          <p:nvPr/>
        </p:nvSpPr>
        <p:spPr>
          <a:xfrm>
            <a:off x="4381920" y="260784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9" name=""/>
          <p:cNvSpPr/>
          <p:nvPr/>
        </p:nvSpPr>
        <p:spPr>
          <a:xfrm>
            <a:off x="5180760" y="131724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7DAAD0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0" name=""/>
          <p:cNvSpPr/>
          <p:nvPr/>
        </p:nvSpPr>
        <p:spPr>
          <a:xfrm>
            <a:off x="5180760" y="131724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7DAAD0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1" name=""/>
          <p:cNvSpPr/>
          <p:nvPr/>
        </p:nvSpPr>
        <p:spPr>
          <a:xfrm>
            <a:off x="4601520" y="20462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2" name=""/>
          <p:cNvSpPr/>
          <p:nvPr/>
        </p:nvSpPr>
        <p:spPr>
          <a:xfrm>
            <a:off x="4601520" y="20462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3" name=""/>
          <p:cNvSpPr/>
          <p:nvPr/>
        </p:nvSpPr>
        <p:spPr>
          <a:xfrm>
            <a:off x="4384080" y="219096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4" name=""/>
          <p:cNvSpPr/>
          <p:nvPr/>
        </p:nvSpPr>
        <p:spPr>
          <a:xfrm>
            <a:off x="4384080" y="219096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5" name=""/>
          <p:cNvSpPr/>
          <p:nvPr/>
        </p:nvSpPr>
        <p:spPr>
          <a:xfrm>
            <a:off x="5206320" y="175248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6" name=""/>
          <p:cNvSpPr/>
          <p:nvPr/>
        </p:nvSpPr>
        <p:spPr>
          <a:xfrm>
            <a:off x="5206320" y="175248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7" name=""/>
          <p:cNvSpPr/>
          <p:nvPr/>
        </p:nvSpPr>
        <p:spPr>
          <a:xfrm>
            <a:off x="4426920" y="17920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C7E2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8" name=""/>
          <p:cNvSpPr/>
          <p:nvPr/>
        </p:nvSpPr>
        <p:spPr>
          <a:xfrm>
            <a:off x="4426920" y="17920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C7E2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9" name=""/>
          <p:cNvSpPr/>
          <p:nvPr/>
        </p:nvSpPr>
        <p:spPr>
          <a:xfrm>
            <a:off x="5003280" y="18874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840" name=""/>
          <p:cNvSpPr/>
          <p:nvPr/>
        </p:nvSpPr>
        <p:spPr>
          <a:xfrm>
            <a:off x="5003280" y="18874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1" name=""/>
          <p:cNvSpPr/>
          <p:nvPr/>
        </p:nvSpPr>
        <p:spPr>
          <a:xfrm>
            <a:off x="3618720" y="118332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2" name=""/>
          <p:cNvSpPr/>
          <p:nvPr/>
        </p:nvSpPr>
        <p:spPr>
          <a:xfrm>
            <a:off x="3618720" y="118332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3" name=""/>
          <p:cNvSpPr/>
          <p:nvPr/>
        </p:nvSpPr>
        <p:spPr>
          <a:xfrm>
            <a:off x="4730760" y="20062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ECA3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4" name=""/>
          <p:cNvSpPr/>
          <p:nvPr/>
        </p:nvSpPr>
        <p:spPr>
          <a:xfrm>
            <a:off x="4730760" y="20062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ECA3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5" name=""/>
          <p:cNvSpPr/>
          <p:nvPr/>
        </p:nvSpPr>
        <p:spPr>
          <a:xfrm>
            <a:off x="5207760" y="18511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846" name=""/>
          <p:cNvSpPr/>
          <p:nvPr/>
        </p:nvSpPr>
        <p:spPr>
          <a:xfrm>
            <a:off x="5207760" y="18511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7" name=""/>
          <p:cNvSpPr/>
          <p:nvPr/>
        </p:nvSpPr>
        <p:spPr>
          <a:xfrm>
            <a:off x="3645360" y="205416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8" name=""/>
          <p:cNvSpPr/>
          <p:nvPr/>
        </p:nvSpPr>
        <p:spPr>
          <a:xfrm>
            <a:off x="3645360" y="205416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9" name=""/>
          <p:cNvSpPr/>
          <p:nvPr/>
        </p:nvSpPr>
        <p:spPr>
          <a:xfrm>
            <a:off x="5180400" y="19688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0" name=""/>
          <p:cNvSpPr/>
          <p:nvPr/>
        </p:nvSpPr>
        <p:spPr>
          <a:xfrm>
            <a:off x="5180400" y="19688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1" name=""/>
          <p:cNvSpPr/>
          <p:nvPr/>
        </p:nvSpPr>
        <p:spPr>
          <a:xfrm>
            <a:off x="5216400" y="1774080"/>
            <a:ext cx="32040" cy="31320"/>
          </a:xfrm>
          <a:custGeom>
            <a:avLst/>
            <a:gdLst/>
            <a:ahLst/>
            <a:rect l="0" t="0" r="r" b="b"/>
            <a:pathLst>
              <a:path w="89" h="87">
                <a:moveTo>
                  <a:pt x="89" y="44"/>
                </a:moveTo>
                <a:cubicBezTo>
                  <a:pt x="89" y="102"/>
                  <a:pt x="0" y="102"/>
                  <a:pt x="0" y="44"/>
                </a:cubicBezTo>
                <a:cubicBezTo>
                  <a:pt x="0" y="-14"/>
                  <a:pt x="89" y="-14"/>
                  <a:pt x="89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852" name=""/>
          <p:cNvSpPr/>
          <p:nvPr/>
        </p:nvSpPr>
        <p:spPr>
          <a:xfrm>
            <a:off x="5216400" y="1774080"/>
            <a:ext cx="32040" cy="31320"/>
          </a:xfrm>
          <a:custGeom>
            <a:avLst/>
            <a:gdLst/>
            <a:ahLst/>
            <a:rect l="0" t="0" r="r" b="b"/>
            <a:pathLst>
              <a:path fill="none" w="89" h="87">
                <a:moveTo>
                  <a:pt x="89" y="44"/>
                </a:moveTo>
                <a:cubicBezTo>
                  <a:pt x="89" y="102"/>
                  <a:pt x="0" y="102"/>
                  <a:pt x="0" y="44"/>
                </a:cubicBezTo>
                <a:cubicBezTo>
                  <a:pt x="0" y="-14"/>
                  <a:pt x="89" y="-14"/>
                  <a:pt x="89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3" name=""/>
          <p:cNvSpPr/>
          <p:nvPr/>
        </p:nvSpPr>
        <p:spPr>
          <a:xfrm>
            <a:off x="4653360" y="214092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4" name=""/>
          <p:cNvSpPr/>
          <p:nvPr/>
        </p:nvSpPr>
        <p:spPr>
          <a:xfrm>
            <a:off x="4653360" y="214092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5" name=""/>
          <p:cNvSpPr/>
          <p:nvPr/>
        </p:nvSpPr>
        <p:spPr>
          <a:xfrm>
            <a:off x="4578840" y="194004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6" name=""/>
          <p:cNvSpPr/>
          <p:nvPr/>
        </p:nvSpPr>
        <p:spPr>
          <a:xfrm>
            <a:off x="4578840" y="194004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7" name=""/>
          <p:cNvSpPr/>
          <p:nvPr/>
        </p:nvSpPr>
        <p:spPr>
          <a:xfrm>
            <a:off x="4472280" y="258012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8" name=""/>
          <p:cNvSpPr/>
          <p:nvPr/>
        </p:nvSpPr>
        <p:spPr>
          <a:xfrm>
            <a:off x="4472280" y="258012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9" name=""/>
          <p:cNvSpPr/>
          <p:nvPr/>
        </p:nvSpPr>
        <p:spPr>
          <a:xfrm>
            <a:off x="4653720" y="16423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0" name=""/>
          <p:cNvSpPr/>
          <p:nvPr/>
        </p:nvSpPr>
        <p:spPr>
          <a:xfrm>
            <a:off x="4653720" y="16423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1" name=""/>
          <p:cNvSpPr/>
          <p:nvPr/>
        </p:nvSpPr>
        <p:spPr>
          <a:xfrm>
            <a:off x="5187240" y="18730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862" name=""/>
          <p:cNvSpPr/>
          <p:nvPr/>
        </p:nvSpPr>
        <p:spPr>
          <a:xfrm>
            <a:off x="5187240" y="18730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3" name=""/>
          <p:cNvSpPr/>
          <p:nvPr/>
        </p:nvSpPr>
        <p:spPr>
          <a:xfrm>
            <a:off x="4826160" y="18957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4" name=""/>
          <p:cNvSpPr/>
          <p:nvPr/>
        </p:nvSpPr>
        <p:spPr>
          <a:xfrm>
            <a:off x="4826160" y="18957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5" name=""/>
          <p:cNvSpPr/>
          <p:nvPr/>
        </p:nvSpPr>
        <p:spPr>
          <a:xfrm>
            <a:off x="4238640" y="21326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866" name=""/>
          <p:cNvSpPr/>
          <p:nvPr/>
        </p:nvSpPr>
        <p:spPr>
          <a:xfrm>
            <a:off x="4238640" y="21326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7" name=""/>
          <p:cNvSpPr/>
          <p:nvPr/>
        </p:nvSpPr>
        <p:spPr>
          <a:xfrm>
            <a:off x="4374000" y="25912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8" name=""/>
          <p:cNvSpPr/>
          <p:nvPr/>
        </p:nvSpPr>
        <p:spPr>
          <a:xfrm>
            <a:off x="4374000" y="25912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9" name=""/>
          <p:cNvSpPr/>
          <p:nvPr/>
        </p:nvSpPr>
        <p:spPr>
          <a:xfrm>
            <a:off x="4604040" y="20422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0" name=""/>
          <p:cNvSpPr/>
          <p:nvPr/>
        </p:nvSpPr>
        <p:spPr>
          <a:xfrm>
            <a:off x="4604040" y="20422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1" name=""/>
          <p:cNvSpPr/>
          <p:nvPr/>
        </p:nvSpPr>
        <p:spPr>
          <a:xfrm>
            <a:off x="4465800" y="144144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ECA3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2" name=""/>
          <p:cNvSpPr/>
          <p:nvPr/>
        </p:nvSpPr>
        <p:spPr>
          <a:xfrm>
            <a:off x="4465800" y="144144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ECA3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3" name=""/>
          <p:cNvSpPr/>
          <p:nvPr/>
        </p:nvSpPr>
        <p:spPr>
          <a:xfrm>
            <a:off x="5194080" y="215712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4" name=""/>
          <p:cNvSpPr/>
          <p:nvPr/>
        </p:nvSpPr>
        <p:spPr>
          <a:xfrm>
            <a:off x="5194080" y="215712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5" name=""/>
          <p:cNvSpPr/>
          <p:nvPr/>
        </p:nvSpPr>
        <p:spPr>
          <a:xfrm>
            <a:off x="4306680" y="218124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876" name=""/>
          <p:cNvSpPr/>
          <p:nvPr/>
        </p:nvSpPr>
        <p:spPr>
          <a:xfrm>
            <a:off x="4306680" y="218124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7" name=""/>
          <p:cNvSpPr/>
          <p:nvPr/>
        </p:nvSpPr>
        <p:spPr>
          <a:xfrm>
            <a:off x="5078520" y="20120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878" name=""/>
          <p:cNvSpPr/>
          <p:nvPr/>
        </p:nvSpPr>
        <p:spPr>
          <a:xfrm>
            <a:off x="5078520" y="20120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9" name=""/>
          <p:cNvSpPr/>
          <p:nvPr/>
        </p:nvSpPr>
        <p:spPr>
          <a:xfrm>
            <a:off x="5311440" y="9122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880" name=""/>
          <p:cNvSpPr/>
          <p:nvPr/>
        </p:nvSpPr>
        <p:spPr>
          <a:xfrm>
            <a:off x="5311440" y="9122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1" name=""/>
          <p:cNvSpPr/>
          <p:nvPr/>
        </p:nvSpPr>
        <p:spPr>
          <a:xfrm>
            <a:off x="4355640" y="13942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882" name=""/>
          <p:cNvSpPr/>
          <p:nvPr/>
        </p:nvSpPr>
        <p:spPr>
          <a:xfrm>
            <a:off x="4355640" y="13942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3" name=""/>
          <p:cNvSpPr/>
          <p:nvPr/>
        </p:nvSpPr>
        <p:spPr>
          <a:xfrm>
            <a:off x="3309840" y="12816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4" name=""/>
          <p:cNvSpPr/>
          <p:nvPr/>
        </p:nvSpPr>
        <p:spPr>
          <a:xfrm>
            <a:off x="3309840" y="12816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5" name=""/>
          <p:cNvSpPr/>
          <p:nvPr/>
        </p:nvSpPr>
        <p:spPr>
          <a:xfrm>
            <a:off x="3986640" y="13294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886" name=""/>
          <p:cNvSpPr/>
          <p:nvPr/>
        </p:nvSpPr>
        <p:spPr>
          <a:xfrm>
            <a:off x="3986640" y="13294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7" name=""/>
          <p:cNvSpPr/>
          <p:nvPr/>
        </p:nvSpPr>
        <p:spPr>
          <a:xfrm>
            <a:off x="4292640" y="14112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888" name=""/>
          <p:cNvSpPr/>
          <p:nvPr/>
        </p:nvSpPr>
        <p:spPr>
          <a:xfrm>
            <a:off x="4292640" y="14112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9" name=""/>
          <p:cNvSpPr/>
          <p:nvPr/>
        </p:nvSpPr>
        <p:spPr>
          <a:xfrm>
            <a:off x="4950000" y="13633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0" name=""/>
          <p:cNvSpPr/>
          <p:nvPr/>
        </p:nvSpPr>
        <p:spPr>
          <a:xfrm>
            <a:off x="4950000" y="13633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1" name=""/>
          <p:cNvSpPr/>
          <p:nvPr/>
        </p:nvSpPr>
        <p:spPr>
          <a:xfrm>
            <a:off x="5191560" y="18363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2" name=""/>
          <p:cNvSpPr/>
          <p:nvPr/>
        </p:nvSpPr>
        <p:spPr>
          <a:xfrm>
            <a:off x="5191560" y="18363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3" name=""/>
          <p:cNvSpPr/>
          <p:nvPr/>
        </p:nvSpPr>
        <p:spPr>
          <a:xfrm>
            <a:off x="4580280" y="28641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4" name=""/>
          <p:cNvSpPr/>
          <p:nvPr/>
        </p:nvSpPr>
        <p:spPr>
          <a:xfrm>
            <a:off x="4580280" y="28641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5" name=""/>
          <p:cNvSpPr/>
          <p:nvPr/>
        </p:nvSpPr>
        <p:spPr>
          <a:xfrm>
            <a:off x="4269960" y="18439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6" name=""/>
          <p:cNvSpPr/>
          <p:nvPr/>
        </p:nvSpPr>
        <p:spPr>
          <a:xfrm>
            <a:off x="4269960" y="18439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7" name=""/>
          <p:cNvSpPr/>
          <p:nvPr/>
        </p:nvSpPr>
        <p:spPr>
          <a:xfrm>
            <a:off x="4110480" y="162288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8" name=""/>
          <p:cNvSpPr/>
          <p:nvPr/>
        </p:nvSpPr>
        <p:spPr>
          <a:xfrm>
            <a:off x="4110480" y="162288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9" name=""/>
          <p:cNvSpPr/>
          <p:nvPr/>
        </p:nvSpPr>
        <p:spPr>
          <a:xfrm>
            <a:off x="3621600" y="20822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0" name=""/>
          <p:cNvSpPr/>
          <p:nvPr/>
        </p:nvSpPr>
        <p:spPr>
          <a:xfrm>
            <a:off x="3621600" y="20822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1" name=""/>
          <p:cNvSpPr/>
          <p:nvPr/>
        </p:nvSpPr>
        <p:spPr>
          <a:xfrm>
            <a:off x="5260680" y="18453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2" name=""/>
          <p:cNvSpPr/>
          <p:nvPr/>
        </p:nvSpPr>
        <p:spPr>
          <a:xfrm>
            <a:off x="5260680" y="18453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3" name=""/>
          <p:cNvSpPr/>
          <p:nvPr/>
        </p:nvSpPr>
        <p:spPr>
          <a:xfrm>
            <a:off x="4847400" y="22838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CFEC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4" name=""/>
          <p:cNvSpPr/>
          <p:nvPr/>
        </p:nvSpPr>
        <p:spPr>
          <a:xfrm>
            <a:off x="4847400" y="22838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CFEC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5" name=""/>
          <p:cNvSpPr/>
          <p:nvPr/>
        </p:nvSpPr>
        <p:spPr>
          <a:xfrm>
            <a:off x="4761720" y="21697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6" name=""/>
          <p:cNvSpPr/>
          <p:nvPr/>
        </p:nvSpPr>
        <p:spPr>
          <a:xfrm>
            <a:off x="4761720" y="21697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7" name=""/>
          <p:cNvSpPr/>
          <p:nvPr/>
        </p:nvSpPr>
        <p:spPr>
          <a:xfrm>
            <a:off x="4745160" y="138240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8" name=""/>
          <p:cNvSpPr/>
          <p:nvPr/>
        </p:nvSpPr>
        <p:spPr>
          <a:xfrm>
            <a:off x="4745160" y="138240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9" name=""/>
          <p:cNvSpPr/>
          <p:nvPr/>
        </p:nvSpPr>
        <p:spPr>
          <a:xfrm>
            <a:off x="4240080" y="24202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910" name=""/>
          <p:cNvSpPr/>
          <p:nvPr/>
        </p:nvSpPr>
        <p:spPr>
          <a:xfrm>
            <a:off x="4240080" y="24202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1" name=""/>
          <p:cNvSpPr/>
          <p:nvPr/>
        </p:nvSpPr>
        <p:spPr>
          <a:xfrm>
            <a:off x="4597920" y="20440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912" name=""/>
          <p:cNvSpPr/>
          <p:nvPr/>
        </p:nvSpPr>
        <p:spPr>
          <a:xfrm>
            <a:off x="4597920" y="20440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3" name=""/>
          <p:cNvSpPr/>
          <p:nvPr/>
        </p:nvSpPr>
        <p:spPr>
          <a:xfrm>
            <a:off x="4494240" y="210312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6F5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4" name=""/>
          <p:cNvSpPr/>
          <p:nvPr/>
        </p:nvSpPr>
        <p:spPr>
          <a:xfrm>
            <a:off x="4494240" y="210312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6F5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5" name=""/>
          <p:cNvSpPr/>
          <p:nvPr/>
        </p:nvSpPr>
        <p:spPr>
          <a:xfrm>
            <a:off x="4426920" y="17920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C7E2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6" name=""/>
          <p:cNvSpPr/>
          <p:nvPr/>
        </p:nvSpPr>
        <p:spPr>
          <a:xfrm>
            <a:off x="4426920" y="17920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C7E2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7" name=""/>
          <p:cNvSpPr/>
          <p:nvPr/>
        </p:nvSpPr>
        <p:spPr>
          <a:xfrm>
            <a:off x="2885040" y="14338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DAEFF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8" name=""/>
          <p:cNvSpPr/>
          <p:nvPr/>
        </p:nvSpPr>
        <p:spPr>
          <a:xfrm>
            <a:off x="2885040" y="14338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DAEFF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9" name=""/>
          <p:cNvSpPr/>
          <p:nvPr/>
        </p:nvSpPr>
        <p:spPr>
          <a:xfrm>
            <a:off x="4357080" y="231264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0" name=""/>
          <p:cNvSpPr/>
          <p:nvPr/>
        </p:nvSpPr>
        <p:spPr>
          <a:xfrm>
            <a:off x="4357080" y="231264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1" name=""/>
          <p:cNvSpPr/>
          <p:nvPr/>
        </p:nvSpPr>
        <p:spPr>
          <a:xfrm>
            <a:off x="4997160" y="18738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2" name=""/>
          <p:cNvSpPr/>
          <p:nvPr/>
        </p:nvSpPr>
        <p:spPr>
          <a:xfrm>
            <a:off x="4997160" y="18738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3" name=""/>
          <p:cNvSpPr/>
          <p:nvPr/>
        </p:nvSpPr>
        <p:spPr>
          <a:xfrm>
            <a:off x="4876200" y="24343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4" name=""/>
          <p:cNvSpPr/>
          <p:nvPr/>
        </p:nvSpPr>
        <p:spPr>
          <a:xfrm>
            <a:off x="4876200" y="24343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5" name=""/>
          <p:cNvSpPr/>
          <p:nvPr/>
        </p:nvSpPr>
        <p:spPr>
          <a:xfrm>
            <a:off x="5306400" y="12182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926" name=""/>
          <p:cNvSpPr/>
          <p:nvPr/>
        </p:nvSpPr>
        <p:spPr>
          <a:xfrm>
            <a:off x="5306400" y="12182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7" name=""/>
          <p:cNvSpPr/>
          <p:nvPr/>
        </p:nvSpPr>
        <p:spPr>
          <a:xfrm>
            <a:off x="5220000" y="18309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928" name=""/>
          <p:cNvSpPr/>
          <p:nvPr/>
        </p:nvSpPr>
        <p:spPr>
          <a:xfrm>
            <a:off x="5220000" y="18309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9" name=""/>
          <p:cNvSpPr/>
          <p:nvPr/>
        </p:nvSpPr>
        <p:spPr>
          <a:xfrm>
            <a:off x="5267880" y="187308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0" name=""/>
          <p:cNvSpPr/>
          <p:nvPr/>
        </p:nvSpPr>
        <p:spPr>
          <a:xfrm>
            <a:off x="5267880" y="187308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1" name=""/>
          <p:cNvSpPr/>
          <p:nvPr/>
        </p:nvSpPr>
        <p:spPr>
          <a:xfrm>
            <a:off x="5023080" y="12992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DAEFF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2" name=""/>
          <p:cNvSpPr/>
          <p:nvPr/>
        </p:nvSpPr>
        <p:spPr>
          <a:xfrm>
            <a:off x="5023080" y="12992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DAEFF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3" name=""/>
          <p:cNvSpPr/>
          <p:nvPr/>
        </p:nvSpPr>
        <p:spPr>
          <a:xfrm>
            <a:off x="4701960" y="208800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934" name=""/>
          <p:cNvSpPr/>
          <p:nvPr/>
        </p:nvSpPr>
        <p:spPr>
          <a:xfrm>
            <a:off x="4701960" y="208800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5" name=""/>
          <p:cNvSpPr/>
          <p:nvPr/>
        </p:nvSpPr>
        <p:spPr>
          <a:xfrm>
            <a:off x="4883760" y="26035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DAEFF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6" name=""/>
          <p:cNvSpPr/>
          <p:nvPr/>
        </p:nvSpPr>
        <p:spPr>
          <a:xfrm>
            <a:off x="4883760" y="26035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DAEFF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7" name=""/>
          <p:cNvSpPr/>
          <p:nvPr/>
        </p:nvSpPr>
        <p:spPr>
          <a:xfrm>
            <a:off x="4189680" y="201060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8" name=""/>
          <p:cNvSpPr/>
          <p:nvPr/>
        </p:nvSpPr>
        <p:spPr>
          <a:xfrm>
            <a:off x="4189680" y="201060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9" name=""/>
          <p:cNvSpPr/>
          <p:nvPr/>
        </p:nvSpPr>
        <p:spPr>
          <a:xfrm>
            <a:off x="4879440" y="127836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0" name=""/>
          <p:cNvSpPr/>
          <p:nvPr/>
        </p:nvSpPr>
        <p:spPr>
          <a:xfrm>
            <a:off x="4879440" y="127836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1" name=""/>
          <p:cNvSpPr/>
          <p:nvPr/>
        </p:nvSpPr>
        <p:spPr>
          <a:xfrm>
            <a:off x="4583520" y="19206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2" name=""/>
          <p:cNvSpPr/>
          <p:nvPr/>
        </p:nvSpPr>
        <p:spPr>
          <a:xfrm>
            <a:off x="4583520" y="19206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3" name=""/>
          <p:cNvSpPr/>
          <p:nvPr/>
        </p:nvSpPr>
        <p:spPr>
          <a:xfrm>
            <a:off x="4963320" y="9471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6F5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4" name=""/>
          <p:cNvSpPr/>
          <p:nvPr/>
        </p:nvSpPr>
        <p:spPr>
          <a:xfrm>
            <a:off x="4963320" y="9471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6F5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5" name=""/>
          <p:cNvSpPr/>
          <p:nvPr/>
        </p:nvSpPr>
        <p:spPr>
          <a:xfrm>
            <a:off x="4602600" y="20422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6" name=""/>
          <p:cNvSpPr/>
          <p:nvPr/>
        </p:nvSpPr>
        <p:spPr>
          <a:xfrm>
            <a:off x="4602600" y="20422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7" name=""/>
          <p:cNvSpPr/>
          <p:nvPr/>
        </p:nvSpPr>
        <p:spPr>
          <a:xfrm>
            <a:off x="4110480" y="162360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8" name=""/>
          <p:cNvSpPr/>
          <p:nvPr/>
        </p:nvSpPr>
        <p:spPr>
          <a:xfrm>
            <a:off x="4110480" y="162360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9" name=""/>
          <p:cNvSpPr/>
          <p:nvPr/>
        </p:nvSpPr>
        <p:spPr>
          <a:xfrm>
            <a:off x="4055760" y="20865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0" name=""/>
          <p:cNvSpPr/>
          <p:nvPr/>
        </p:nvSpPr>
        <p:spPr>
          <a:xfrm>
            <a:off x="4055760" y="20865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1" name=""/>
          <p:cNvSpPr/>
          <p:nvPr/>
        </p:nvSpPr>
        <p:spPr>
          <a:xfrm>
            <a:off x="5286960" y="20098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2" name=""/>
          <p:cNvSpPr/>
          <p:nvPr/>
        </p:nvSpPr>
        <p:spPr>
          <a:xfrm>
            <a:off x="5286960" y="20098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3" name=""/>
          <p:cNvSpPr/>
          <p:nvPr/>
        </p:nvSpPr>
        <p:spPr>
          <a:xfrm>
            <a:off x="4820040" y="19418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954" name=""/>
          <p:cNvSpPr/>
          <p:nvPr/>
        </p:nvSpPr>
        <p:spPr>
          <a:xfrm>
            <a:off x="4820040" y="19418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5" name=""/>
          <p:cNvSpPr/>
          <p:nvPr/>
        </p:nvSpPr>
        <p:spPr>
          <a:xfrm>
            <a:off x="5206320" y="175248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6" name=""/>
          <p:cNvSpPr/>
          <p:nvPr/>
        </p:nvSpPr>
        <p:spPr>
          <a:xfrm>
            <a:off x="5206320" y="175248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7" name=""/>
          <p:cNvSpPr/>
          <p:nvPr/>
        </p:nvSpPr>
        <p:spPr>
          <a:xfrm>
            <a:off x="4620600" y="27774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6F5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8" name=""/>
          <p:cNvSpPr/>
          <p:nvPr/>
        </p:nvSpPr>
        <p:spPr>
          <a:xfrm>
            <a:off x="4620600" y="27774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6F5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9" name=""/>
          <p:cNvSpPr/>
          <p:nvPr/>
        </p:nvSpPr>
        <p:spPr>
          <a:xfrm>
            <a:off x="4775040" y="21693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C7E2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0" name=""/>
          <p:cNvSpPr/>
          <p:nvPr/>
        </p:nvSpPr>
        <p:spPr>
          <a:xfrm>
            <a:off x="4775040" y="21693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C7E2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1" name=""/>
          <p:cNvSpPr/>
          <p:nvPr/>
        </p:nvSpPr>
        <p:spPr>
          <a:xfrm>
            <a:off x="4232160" y="186552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2" name=""/>
          <p:cNvSpPr/>
          <p:nvPr/>
        </p:nvSpPr>
        <p:spPr>
          <a:xfrm>
            <a:off x="4232160" y="186552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3" name=""/>
          <p:cNvSpPr/>
          <p:nvPr/>
        </p:nvSpPr>
        <p:spPr>
          <a:xfrm>
            <a:off x="4413240" y="17874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C7E2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4" name=""/>
          <p:cNvSpPr/>
          <p:nvPr/>
        </p:nvSpPr>
        <p:spPr>
          <a:xfrm>
            <a:off x="4413240" y="17874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C7E2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5" name=""/>
          <p:cNvSpPr/>
          <p:nvPr/>
        </p:nvSpPr>
        <p:spPr>
          <a:xfrm>
            <a:off x="4109400" y="162144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6" name=""/>
          <p:cNvSpPr/>
          <p:nvPr/>
        </p:nvSpPr>
        <p:spPr>
          <a:xfrm>
            <a:off x="4109400" y="162144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7" name=""/>
          <p:cNvSpPr/>
          <p:nvPr/>
        </p:nvSpPr>
        <p:spPr>
          <a:xfrm>
            <a:off x="3421080" y="8719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8" name=""/>
          <p:cNvSpPr/>
          <p:nvPr/>
        </p:nvSpPr>
        <p:spPr>
          <a:xfrm>
            <a:off x="3421080" y="8719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9" name=""/>
          <p:cNvSpPr/>
          <p:nvPr/>
        </p:nvSpPr>
        <p:spPr>
          <a:xfrm>
            <a:off x="5319720" y="202536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0" name=""/>
          <p:cNvSpPr/>
          <p:nvPr/>
        </p:nvSpPr>
        <p:spPr>
          <a:xfrm>
            <a:off x="5319720" y="202536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1" name=""/>
          <p:cNvSpPr/>
          <p:nvPr/>
        </p:nvSpPr>
        <p:spPr>
          <a:xfrm>
            <a:off x="4757400" y="21722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972" name=""/>
          <p:cNvSpPr/>
          <p:nvPr/>
        </p:nvSpPr>
        <p:spPr>
          <a:xfrm>
            <a:off x="4757400" y="21722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3" name=""/>
          <p:cNvSpPr/>
          <p:nvPr/>
        </p:nvSpPr>
        <p:spPr>
          <a:xfrm>
            <a:off x="5301000" y="19018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4" name=""/>
          <p:cNvSpPr/>
          <p:nvPr/>
        </p:nvSpPr>
        <p:spPr>
          <a:xfrm>
            <a:off x="5301000" y="19018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5" name=""/>
          <p:cNvSpPr/>
          <p:nvPr/>
        </p:nvSpPr>
        <p:spPr>
          <a:xfrm>
            <a:off x="5203440" y="174384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976" name=""/>
          <p:cNvSpPr/>
          <p:nvPr/>
        </p:nvSpPr>
        <p:spPr>
          <a:xfrm>
            <a:off x="5203440" y="174384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7" name=""/>
          <p:cNvSpPr/>
          <p:nvPr/>
        </p:nvSpPr>
        <p:spPr>
          <a:xfrm>
            <a:off x="4656240" y="17262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8" name=""/>
          <p:cNvSpPr/>
          <p:nvPr/>
        </p:nvSpPr>
        <p:spPr>
          <a:xfrm>
            <a:off x="4656240" y="17262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9" name=""/>
          <p:cNvSpPr/>
          <p:nvPr/>
        </p:nvSpPr>
        <p:spPr>
          <a:xfrm>
            <a:off x="4629960" y="20548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ECA3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0" name=""/>
          <p:cNvSpPr/>
          <p:nvPr/>
        </p:nvSpPr>
        <p:spPr>
          <a:xfrm>
            <a:off x="4629960" y="20548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ECA3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1" name=""/>
          <p:cNvSpPr/>
          <p:nvPr/>
        </p:nvSpPr>
        <p:spPr>
          <a:xfrm>
            <a:off x="4819680" y="21052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2" name=""/>
          <p:cNvSpPr/>
          <p:nvPr/>
        </p:nvSpPr>
        <p:spPr>
          <a:xfrm>
            <a:off x="4819680" y="21052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3" name=""/>
          <p:cNvSpPr/>
          <p:nvPr/>
        </p:nvSpPr>
        <p:spPr>
          <a:xfrm>
            <a:off x="5158440" y="21481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4" name=""/>
          <p:cNvSpPr/>
          <p:nvPr/>
        </p:nvSpPr>
        <p:spPr>
          <a:xfrm>
            <a:off x="5158440" y="21481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5" name=""/>
          <p:cNvSpPr/>
          <p:nvPr/>
        </p:nvSpPr>
        <p:spPr>
          <a:xfrm>
            <a:off x="4337280" y="246132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7DAAD0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6" name=""/>
          <p:cNvSpPr/>
          <p:nvPr/>
        </p:nvSpPr>
        <p:spPr>
          <a:xfrm>
            <a:off x="4337280" y="246132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7DAAD0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7" name=""/>
          <p:cNvSpPr/>
          <p:nvPr/>
        </p:nvSpPr>
        <p:spPr>
          <a:xfrm>
            <a:off x="5251320" y="14558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988" name=""/>
          <p:cNvSpPr/>
          <p:nvPr/>
        </p:nvSpPr>
        <p:spPr>
          <a:xfrm>
            <a:off x="5251320" y="14558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9" name=""/>
          <p:cNvSpPr/>
          <p:nvPr/>
        </p:nvSpPr>
        <p:spPr>
          <a:xfrm>
            <a:off x="4588920" y="21002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ECA3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0" name=""/>
          <p:cNvSpPr/>
          <p:nvPr/>
        </p:nvSpPr>
        <p:spPr>
          <a:xfrm>
            <a:off x="4588920" y="21002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ECA3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1" name=""/>
          <p:cNvSpPr/>
          <p:nvPr/>
        </p:nvSpPr>
        <p:spPr>
          <a:xfrm>
            <a:off x="5281200" y="186768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2" name=""/>
          <p:cNvSpPr/>
          <p:nvPr/>
        </p:nvSpPr>
        <p:spPr>
          <a:xfrm>
            <a:off x="5281200" y="186768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3" name=""/>
          <p:cNvSpPr/>
          <p:nvPr/>
        </p:nvSpPr>
        <p:spPr>
          <a:xfrm>
            <a:off x="3981240" y="203940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FCFEC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4" name=""/>
          <p:cNvSpPr/>
          <p:nvPr/>
        </p:nvSpPr>
        <p:spPr>
          <a:xfrm>
            <a:off x="3981240" y="203940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FCFEC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5" name=""/>
          <p:cNvSpPr/>
          <p:nvPr/>
        </p:nvSpPr>
        <p:spPr>
          <a:xfrm>
            <a:off x="5270400" y="21340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996" name=""/>
          <p:cNvSpPr/>
          <p:nvPr/>
        </p:nvSpPr>
        <p:spPr>
          <a:xfrm>
            <a:off x="5270400" y="21340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7" name=""/>
          <p:cNvSpPr/>
          <p:nvPr/>
        </p:nvSpPr>
        <p:spPr>
          <a:xfrm>
            <a:off x="5220000" y="184680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998" name=""/>
          <p:cNvSpPr/>
          <p:nvPr/>
        </p:nvSpPr>
        <p:spPr>
          <a:xfrm>
            <a:off x="5220000" y="184680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9" name=""/>
          <p:cNvSpPr/>
          <p:nvPr/>
        </p:nvSpPr>
        <p:spPr>
          <a:xfrm>
            <a:off x="3886200" y="13179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0" name=""/>
          <p:cNvSpPr/>
          <p:nvPr/>
        </p:nvSpPr>
        <p:spPr>
          <a:xfrm>
            <a:off x="3886200" y="13179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1" name=""/>
          <p:cNvSpPr/>
          <p:nvPr/>
        </p:nvSpPr>
        <p:spPr>
          <a:xfrm>
            <a:off x="4950000" y="158256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2" name=""/>
          <p:cNvSpPr/>
          <p:nvPr/>
        </p:nvSpPr>
        <p:spPr>
          <a:xfrm>
            <a:off x="4950000" y="158256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3" name=""/>
          <p:cNvSpPr/>
          <p:nvPr/>
        </p:nvSpPr>
        <p:spPr>
          <a:xfrm>
            <a:off x="4919400" y="20944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4" name=""/>
          <p:cNvSpPr/>
          <p:nvPr/>
        </p:nvSpPr>
        <p:spPr>
          <a:xfrm>
            <a:off x="4919400" y="20944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5" name=""/>
          <p:cNvSpPr/>
          <p:nvPr/>
        </p:nvSpPr>
        <p:spPr>
          <a:xfrm>
            <a:off x="2567520" y="122184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6" name=""/>
          <p:cNvSpPr/>
          <p:nvPr/>
        </p:nvSpPr>
        <p:spPr>
          <a:xfrm>
            <a:off x="2567520" y="122184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7" name=""/>
          <p:cNvSpPr/>
          <p:nvPr/>
        </p:nvSpPr>
        <p:spPr>
          <a:xfrm>
            <a:off x="5301000" y="19018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8" name=""/>
          <p:cNvSpPr/>
          <p:nvPr/>
        </p:nvSpPr>
        <p:spPr>
          <a:xfrm>
            <a:off x="5301000" y="19018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9" name=""/>
          <p:cNvSpPr/>
          <p:nvPr/>
        </p:nvSpPr>
        <p:spPr>
          <a:xfrm>
            <a:off x="5223600" y="17881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010" name=""/>
          <p:cNvSpPr/>
          <p:nvPr/>
        </p:nvSpPr>
        <p:spPr>
          <a:xfrm>
            <a:off x="5223600" y="17881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1" name=""/>
          <p:cNvSpPr/>
          <p:nvPr/>
        </p:nvSpPr>
        <p:spPr>
          <a:xfrm>
            <a:off x="5333040" y="20055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2" name=""/>
          <p:cNvSpPr/>
          <p:nvPr/>
        </p:nvSpPr>
        <p:spPr>
          <a:xfrm>
            <a:off x="5333040" y="20055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3" name=""/>
          <p:cNvSpPr/>
          <p:nvPr/>
        </p:nvSpPr>
        <p:spPr>
          <a:xfrm>
            <a:off x="4593600" y="21150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4" name=""/>
          <p:cNvSpPr/>
          <p:nvPr/>
        </p:nvSpPr>
        <p:spPr>
          <a:xfrm>
            <a:off x="4593600" y="21150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5" name=""/>
          <p:cNvSpPr/>
          <p:nvPr/>
        </p:nvSpPr>
        <p:spPr>
          <a:xfrm>
            <a:off x="4952880" y="154836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6" name=""/>
          <p:cNvSpPr/>
          <p:nvPr/>
        </p:nvSpPr>
        <p:spPr>
          <a:xfrm>
            <a:off x="4952880" y="154836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7" name=""/>
          <p:cNvSpPr/>
          <p:nvPr/>
        </p:nvSpPr>
        <p:spPr>
          <a:xfrm>
            <a:off x="4955400" y="133524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8" name=""/>
          <p:cNvSpPr/>
          <p:nvPr/>
        </p:nvSpPr>
        <p:spPr>
          <a:xfrm>
            <a:off x="4955400" y="133524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9" name=""/>
          <p:cNvSpPr/>
          <p:nvPr/>
        </p:nvSpPr>
        <p:spPr>
          <a:xfrm>
            <a:off x="3376440" y="6580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020" name=""/>
          <p:cNvSpPr/>
          <p:nvPr/>
        </p:nvSpPr>
        <p:spPr>
          <a:xfrm>
            <a:off x="3376440" y="6580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1" name=""/>
          <p:cNvSpPr/>
          <p:nvPr/>
        </p:nvSpPr>
        <p:spPr>
          <a:xfrm>
            <a:off x="4772160" y="16376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022" name=""/>
          <p:cNvSpPr/>
          <p:nvPr/>
        </p:nvSpPr>
        <p:spPr>
          <a:xfrm>
            <a:off x="4772160" y="16376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3" name=""/>
          <p:cNvSpPr/>
          <p:nvPr/>
        </p:nvSpPr>
        <p:spPr>
          <a:xfrm>
            <a:off x="4600080" y="209664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024" name=""/>
          <p:cNvSpPr/>
          <p:nvPr/>
        </p:nvSpPr>
        <p:spPr>
          <a:xfrm>
            <a:off x="4600080" y="209664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5" name=""/>
          <p:cNvSpPr/>
          <p:nvPr/>
        </p:nvSpPr>
        <p:spPr>
          <a:xfrm>
            <a:off x="4350240" y="233100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6" name=""/>
          <p:cNvSpPr/>
          <p:nvPr/>
        </p:nvSpPr>
        <p:spPr>
          <a:xfrm>
            <a:off x="4350240" y="233100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7" name=""/>
          <p:cNvSpPr/>
          <p:nvPr/>
        </p:nvSpPr>
        <p:spPr>
          <a:xfrm>
            <a:off x="4417560" y="178200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8" name=""/>
          <p:cNvSpPr/>
          <p:nvPr/>
        </p:nvSpPr>
        <p:spPr>
          <a:xfrm>
            <a:off x="4417560" y="178200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9" name=""/>
          <p:cNvSpPr/>
          <p:nvPr/>
        </p:nvSpPr>
        <p:spPr>
          <a:xfrm>
            <a:off x="5032080" y="20080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0" name=""/>
          <p:cNvSpPr/>
          <p:nvPr/>
        </p:nvSpPr>
        <p:spPr>
          <a:xfrm>
            <a:off x="5032080" y="20080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1" name=""/>
          <p:cNvSpPr/>
          <p:nvPr/>
        </p:nvSpPr>
        <p:spPr>
          <a:xfrm>
            <a:off x="4595760" y="204264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8EBCD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2" name=""/>
          <p:cNvSpPr/>
          <p:nvPr/>
        </p:nvSpPr>
        <p:spPr>
          <a:xfrm>
            <a:off x="4595760" y="204264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8EBCD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3" name=""/>
          <p:cNvSpPr/>
          <p:nvPr/>
        </p:nvSpPr>
        <p:spPr>
          <a:xfrm>
            <a:off x="4626360" y="175068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4" name=""/>
          <p:cNvSpPr/>
          <p:nvPr/>
        </p:nvSpPr>
        <p:spPr>
          <a:xfrm>
            <a:off x="4626360" y="175068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5" name=""/>
          <p:cNvSpPr/>
          <p:nvPr/>
        </p:nvSpPr>
        <p:spPr>
          <a:xfrm>
            <a:off x="3986640" y="26442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6" name=""/>
          <p:cNvSpPr/>
          <p:nvPr/>
        </p:nvSpPr>
        <p:spPr>
          <a:xfrm>
            <a:off x="3986640" y="26442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7" name=""/>
          <p:cNvSpPr/>
          <p:nvPr/>
        </p:nvSpPr>
        <p:spPr>
          <a:xfrm>
            <a:off x="3594600" y="160200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8" name=""/>
          <p:cNvSpPr/>
          <p:nvPr/>
        </p:nvSpPr>
        <p:spPr>
          <a:xfrm>
            <a:off x="3594600" y="160200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9" name=""/>
          <p:cNvSpPr/>
          <p:nvPr/>
        </p:nvSpPr>
        <p:spPr>
          <a:xfrm>
            <a:off x="4720680" y="168696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040" name=""/>
          <p:cNvSpPr/>
          <p:nvPr/>
        </p:nvSpPr>
        <p:spPr>
          <a:xfrm>
            <a:off x="4720680" y="168696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1" name=""/>
          <p:cNvSpPr/>
          <p:nvPr/>
        </p:nvSpPr>
        <p:spPr>
          <a:xfrm>
            <a:off x="4521960" y="13737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2" name=""/>
          <p:cNvSpPr/>
          <p:nvPr/>
        </p:nvSpPr>
        <p:spPr>
          <a:xfrm>
            <a:off x="4521960" y="13737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3" name=""/>
          <p:cNvSpPr/>
          <p:nvPr/>
        </p:nvSpPr>
        <p:spPr>
          <a:xfrm>
            <a:off x="3824640" y="21646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044" name=""/>
          <p:cNvSpPr/>
          <p:nvPr/>
        </p:nvSpPr>
        <p:spPr>
          <a:xfrm>
            <a:off x="3824640" y="21646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5" name=""/>
          <p:cNvSpPr/>
          <p:nvPr/>
        </p:nvSpPr>
        <p:spPr>
          <a:xfrm>
            <a:off x="4524120" y="19108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6" name=""/>
          <p:cNvSpPr/>
          <p:nvPr/>
        </p:nvSpPr>
        <p:spPr>
          <a:xfrm>
            <a:off x="4524120" y="19108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7" name=""/>
          <p:cNvSpPr/>
          <p:nvPr/>
        </p:nvSpPr>
        <p:spPr>
          <a:xfrm>
            <a:off x="4610880" y="20494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8" name=""/>
          <p:cNvSpPr/>
          <p:nvPr/>
        </p:nvSpPr>
        <p:spPr>
          <a:xfrm>
            <a:off x="4610880" y="20494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9" name=""/>
          <p:cNvSpPr/>
          <p:nvPr/>
        </p:nvSpPr>
        <p:spPr>
          <a:xfrm>
            <a:off x="5191200" y="78120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050" name=""/>
          <p:cNvSpPr/>
          <p:nvPr/>
        </p:nvSpPr>
        <p:spPr>
          <a:xfrm>
            <a:off x="5191200" y="78120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1" name=""/>
          <p:cNvSpPr/>
          <p:nvPr/>
        </p:nvSpPr>
        <p:spPr>
          <a:xfrm>
            <a:off x="4952520" y="131904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6C98C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052" name=""/>
          <p:cNvSpPr/>
          <p:nvPr/>
        </p:nvSpPr>
        <p:spPr>
          <a:xfrm>
            <a:off x="4952520" y="131904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6C98C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3" name=""/>
          <p:cNvSpPr/>
          <p:nvPr/>
        </p:nvSpPr>
        <p:spPr>
          <a:xfrm>
            <a:off x="4983840" y="177624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4" name=""/>
          <p:cNvSpPr/>
          <p:nvPr/>
        </p:nvSpPr>
        <p:spPr>
          <a:xfrm>
            <a:off x="4983840" y="177624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5" name=""/>
          <p:cNvSpPr/>
          <p:nvPr/>
        </p:nvSpPr>
        <p:spPr>
          <a:xfrm>
            <a:off x="4700520" y="16786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DAEFF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6" name=""/>
          <p:cNvSpPr/>
          <p:nvPr/>
        </p:nvSpPr>
        <p:spPr>
          <a:xfrm>
            <a:off x="4700520" y="16786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DAEFF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7" name=""/>
          <p:cNvSpPr/>
          <p:nvPr/>
        </p:nvSpPr>
        <p:spPr>
          <a:xfrm>
            <a:off x="4252680" y="246420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8" name=""/>
          <p:cNvSpPr/>
          <p:nvPr/>
        </p:nvSpPr>
        <p:spPr>
          <a:xfrm>
            <a:off x="4252680" y="246420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9" name=""/>
          <p:cNvSpPr/>
          <p:nvPr/>
        </p:nvSpPr>
        <p:spPr>
          <a:xfrm>
            <a:off x="4596480" y="20440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0" name=""/>
          <p:cNvSpPr/>
          <p:nvPr/>
        </p:nvSpPr>
        <p:spPr>
          <a:xfrm>
            <a:off x="4596480" y="20440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1" name=""/>
          <p:cNvSpPr/>
          <p:nvPr/>
        </p:nvSpPr>
        <p:spPr>
          <a:xfrm>
            <a:off x="4568400" y="19414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2" name=""/>
          <p:cNvSpPr/>
          <p:nvPr/>
        </p:nvSpPr>
        <p:spPr>
          <a:xfrm>
            <a:off x="4568400" y="19414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3" name=""/>
          <p:cNvSpPr/>
          <p:nvPr/>
        </p:nvSpPr>
        <p:spPr>
          <a:xfrm>
            <a:off x="4232160" y="186552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C7E2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4" name=""/>
          <p:cNvSpPr/>
          <p:nvPr/>
        </p:nvSpPr>
        <p:spPr>
          <a:xfrm>
            <a:off x="4232160" y="186552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C7E2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5" name=""/>
          <p:cNvSpPr/>
          <p:nvPr/>
        </p:nvSpPr>
        <p:spPr>
          <a:xfrm>
            <a:off x="4083480" y="15264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066" name=""/>
          <p:cNvSpPr/>
          <p:nvPr/>
        </p:nvSpPr>
        <p:spPr>
          <a:xfrm>
            <a:off x="4083480" y="15264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7" name=""/>
          <p:cNvSpPr/>
          <p:nvPr/>
        </p:nvSpPr>
        <p:spPr>
          <a:xfrm>
            <a:off x="4364280" y="25866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8" name=""/>
          <p:cNvSpPr/>
          <p:nvPr/>
        </p:nvSpPr>
        <p:spPr>
          <a:xfrm>
            <a:off x="4364280" y="25866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9" name=""/>
          <p:cNvSpPr/>
          <p:nvPr/>
        </p:nvSpPr>
        <p:spPr>
          <a:xfrm>
            <a:off x="4584240" y="19353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0" name=""/>
          <p:cNvSpPr/>
          <p:nvPr/>
        </p:nvSpPr>
        <p:spPr>
          <a:xfrm>
            <a:off x="4584240" y="19353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1" name=""/>
          <p:cNvSpPr/>
          <p:nvPr/>
        </p:nvSpPr>
        <p:spPr>
          <a:xfrm>
            <a:off x="5311800" y="9158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072" name=""/>
          <p:cNvSpPr/>
          <p:nvPr/>
        </p:nvSpPr>
        <p:spPr>
          <a:xfrm>
            <a:off x="5311800" y="9158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3" name=""/>
          <p:cNvSpPr/>
          <p:nvPr/>
        </p:nvSpPr>
        <p:spPr>
          <a:xfrm>
            <a:off x="4575600" y="193824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4" name=""/>
          <p:cNvSpPr/>
          <p:nvPr/>
        </p:nvSpPr>
        <p:spPr>
          <a:xfrm>
            <a:off x="4575600" y="193824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5" name=""/>
          <p:cNvSpPr/>
          <p:nvPr/>
        </p:nvSpPr>
        <p:spPr>
          <a:xfrm>
            <a:off x="3025080" y="20898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6" name=""/>
          <p:cNvSpPr/>
          <p:nvPr/>
        </p:nvSpPr>
        <p:spPr>
          <a:xfrm>
            <a:off x="3025080" y="20898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7" name=""/>
          <p:cNvSpPr/>
          <p:nvPr/>
        </p:nvSpPr>
        <p:spPr>
          <a:xfrm>
            <a:off x="5158440" y="21481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8" name=""/>
          <p:cNvSpPr/>
          <p:nvPr/>
        </p:nvSpPr>
        <p:spPr>
          <a:xfrm>
            <a:off x="5158440" y="21481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9" name=""/>
          <p:cNvSpPr/>
          <p:nvPr/>
        </p:nvSpPr>
        <p:spPr>
          <a:xfrm>
            <a:off x="3628080" y="20800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0" name=""/>
          <p:cNvSpPr/>
          <p:nvPr/>
        </p:nvSpPr>
        <p:spPr>
          <a:xfrm>
            <a:off x="3628080" y="20800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1" name=""/>
          <p:cNvSpPr/>
          <p:nvPr/>
        </p:nvSpPr>
        <p:spPr>
          <a:xfrm>
            <a:off x="5190840" y="7815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CFEC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2" name=""/>
          <p:cNvSpPr/>
          <p:nvPr/>
        </p:nvSpPr>
        <p:spPr>
          <a:xfrm>
            <a:off x="5190840" y="7815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CFEC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3" name=""/>
          <p:cNvSpPr/>
          <p:nvPr/>
        </p:nvSpPr>
        <p:spPr>
          <a:xfrm>
            <a:off x="4109760" y="162360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4" name=""/>
          <p:cNvSpPr/>
          <p:nvPr/>
        </p:nvSpPr>
        <p:spPr>
          <a:xfrm>
            <a:off x="4109760" y="162360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5" name=""/>
          <p:cNvSpPr/>
          <p:nvPr/>
        </p:nvSpPr>
        <p:spPr>
          <a:xfrm>
            <a:off x="5088240" y="11250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086" name=""/>
          <p:cNvSpPr/>
          <p:nvPr/>
        </p:nvSpPr>
        <p:spPr>
          <a:xfrm>
            <a:off x="5088240" y="11250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7" name=""/>
          <p:cNvSpPr/>
          <p:nvPr/>
        </p:nvSpPr>
        <p:spPr>
          <a:xfrm>
            <a:off x="4320720" y="25462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8" name=""/>
          <p:cNvSpPr/>
          <p:nvPr/>
        </p:nvSpPr>
        <p:spPr>
          <a:xfrm>
            <a:off x="4320720" y="25462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9" name=""/>
          <p:cNvSpPr/>
          <p:nvPr/>
        </p:nvSpPr>
        <p:spPr>
          <a:xfrm>
            <a:off x="4014720" y="13676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090" name=""/>
          <p:cNvSpPr/>
          <p:nvPr/>
        </p:nvSpPr>
        <p:spPr>
          <a:xfrm>
            <a:off x="4014720" y="13676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1" name=""/>
          <p:cNvSpPr/>
          <p:nvPr/>
        </p:nvSpPr>
        <p:spPr>
          <a:xfrm>
            <a:off x="5301000" y="19018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2" name=""/>
          <p:cNvSpPr/>
          <p:nvPr/>
        </p:nvSpPr>
        <p:spPr>
          <a:xfrm>
            <a:off x="5301000" y="19018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3" name=""/>
          <p:cNvSpPr/>
          <p:nvPr/>
        </p:nvSpPr>
        <p:spPr>
          <a:xfrm>
            <a:off x="4224240" y="183816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094" name=""/>
          <p:cNvSpPr/>
          <p:nvPr/>
        </p:nvSpPr>
        <p:spPr>
          <a:xfrm>
            <a:off x="4224240" y="183816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5" name=""/>
          <p:cNvSpPr/>
          <p:nvPr/>
        </p:nvSpPr>
        <p:spPr>
          <a:xfrm>
            <a:off x="3962880" y="171936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6" name=""/>
          <p:cNvSpPr/>
          <p:nvPr/>
        </p:nvSpPr>
        <p:spPr>
          <a:xfrm>
            <a:off x="3962880" y="171936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7" name=""/>
          <p:cNvSpPr/>
          <p:nvPr/>
        </p:nvSpPr>
        <p:spPr>
          <a:xfrm>
            <a:off x="4978800" y="11559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8" name=""/>
          <p:cNvSpPr/>
          <p:nvPr/>
        </p:nvSpPr>
        <p:spPr>
          <a:xfrm>
            <a:off x="4978800" y="11559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9" name=""/>
          <p:cNvSpPr/>
          <p:nvPr/>
        </p:nvSpPr>
        <p:spPr>
          <a:xfrm>
            <a:off x="4829760" y="12974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8EBCD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0" name=""/>
          <p:cNvSpPr/>
          <p:nvPr/>
        </p:nvSpPr>
        <p:spPr>
          <a:xfrm>
            <a:off x="4829760" y="12974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8EBCD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1" name=""/>
          <p:cNvSpPr/>
          <p:nvPr/>
        </p:nvSpPr>
        <p:spPr>
          <a:xfrm>
            <a:off x="3971880" y="25826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ECA3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2" name=""/>
          <p:cNvSpPr/>
          <p:nvPr/>
        </p:nvSpPr>
        <p:spPr>
          <a:xfrm>
            <a:off x="3971880" y="25826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ECA3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3" name=""/>
          <p:cNvSpPr/>
          <p:nvPr/>
        </p:nvSpPr>
        <p:spPr>
          <a:xfrm>
            <a:off x="4952160" y="20880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104" name=""/>
          <p:cNvSpPr/>
          <p:nvPr/>
        </p:nvSpPr>
        <p:spPr>
          <a:xfrm>
            <a:off x="4952160" y="20880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5" name=""/>
          <p:cNvSpPr/>
          <p:nvPr/>
        </p:nvSpPr>
        <p:spPr>
          <a:xfrm>
            <a:off x="5261040" y="21452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106" name=""/>
          <p:cNvSpPr/>
          <p:nvPr/>
        </p:nvSpPr>
        <p:spPr>
          <a:xfrm>
            <a:off x="5261040" y="21452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7" name=""/>
          <p:cNvSpPr/>
          <p:nvPr/>
        </p:nvSpPr>
        <p:spPr>
          <a:xfrm>
            <a:off x="4780080" y="29962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108" name=""/>
          <p:cNvSpPr/>
          <p:nvPr/>
        </p:nvSpPr>
        <p:spPr>
          <a:xfrm>
            <a:off x="4780080" y="29962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9" name=""/>
          <p:cNvSpPr/>
          <p:nvPr/>
        </p:nvSpPr>
        <p:spPr>
          <a:xfrm>
            <a:off x="4638240" y="19940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110" name=""/>
          <p:cNvSpPr/>
          <p:nvPr/>
        </p:nvSpPr>
        <p:spPr>
          <a:xfrm>
            <a:off x="4638240" y="19940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1" name=""/>
          <p:cNvSpPr/>
          <p:nvPr/>
        </p:nvSpPr>
        <p:spPr>
          <a:xfrm>
            <a:off x="4471560" y="17294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6F5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2" name=""/>
          <p:cNvSpPr/>
          <p:nvPr/>
        </p:nvSpPr>
        <p:spPr>
          <a:xfrm>
            <a:off x="4471560" y="17294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6F5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3" name=""/>
          <p:cNvSpPr/>
          <p:nvPr/>
        </p:nvSpPr>
        <p:spPr>
          <a:xfrm>
            <a:off x="4405680" y="14284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ECA3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4" name=""/>
          <p:cNvSpPr/>
          <p:nvPr/>
        </p:nvSpPr>
        <p:spPr>
          <a:xfrm>
            <a:off x="4405680" y="14284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ECA3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5" name=""/>
          <p:cNvSpPr/>
          <p:nvPr/>
        </p:nvSpPr>
        <p:spPr>
          <a:xfrm>
            <a:off x="4120560" y="19893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6" name=""/>
          <p:cNvSpPr/>
          <p:nvPr/>
        </p:nvSpPr>
        <p:spPr>
          <a:xfrm>
            <a:off x="4120560" y="19893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7" name=""/>
          <p:cNvSpPr/>
          <p:nvPr/>
        </p:nvSpPr>
        <p:spPr>
          <a:xfrm>
            <a:off x="3816360" y="22003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4575B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118" name=""/>
          <p:cNvSpPr/>
          <p:nvPr/>
        </p:nvSpPr>
        <p:spPr>
          <a:xfrm>
            <a:off x="3816360" y="22003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4575B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9" name=""/>
          <p:cNvSpPr/>
          <p:nvPr/>
        </p:nvSpPr>
        <p:spPr>
          <a:xfrm>
            <a:off x="4687560" y="261252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120" name=""/>
          <p:cNvSpPr/>
          <p:nvPr/>
        </p:nvSpPr>
        <p:spPr>
          <a:xfrm>
            <a:off x="4687560" y="261252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1" name=""/>
          <p:cNvSpPr/>
          <p:nvPr/>
        </p:nvSpPr>
        <p:spPr>
          <a:xfrm>
            <a:off x="4376160" y="261900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2" name=""/>
          <p:cNvSpPr/>
          <p:nvPr/>
        </p:nvSpPr>
        <p:spPr>
          <a:xfrm>
            <a:off x="4376160" y="261900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3" name=""/>
          <p:cNvSpPr/>
          <p:nvPr/>
        </p:nvSpPr>
        <p:spPr>
          <a:xfrm>
            <a:off x="4605120" y="23536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4" name=""/>
          <p:cNvSpPr/>
          <p:nvPr/>
        </p:nvSpPr>
        <p:spPr>
          <a:xfrm>
            <a:off x="4605120" y="23536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5" name=""/>
          <p:cNvSpPr/>
          <p:nvPr/>
        </p:nvSpPr>
        <p:spPr>
          <a:xfrm>
            <a:off x="5227920" y="5374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6" name=""/>
          <p:cNvSpPr/>
          <p:nvPr/>
        </p:nvSpPr>
        <p:spPr>
          <a:xfrm>
            <a:off x="5227920" y="5374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7" name=""/>
          <p:cNvSpPr/>
          <p:nvPr/>
        </p:nvSpPr>
        <p:spPr>
          <a:xfrm>
            <a:off x="5187240" y="18730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128" name=""/>
          <p:cNvSpPr/>
          <p:nvPr/>
        </p:nvSpPr>
        <p:spPr>
          <a:xfrm>
            <a:off x="5187240" y="18730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9" name=""/>
          <p:cNvSpPr/>
          <p:nvPr/>
        </p:nvSpPr>
        <p:spPr>
          <a:xfrm>
            <a:off x="5311080" y="19234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0" name=""/>
          <p:cNvSpPr/>
          <p:nvPr/>
        </p:nvSpPr>
        <p:spPr>
          <a:xfrm>
            <a:off x="5311080" y="19234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1" name=""/>
          <p:cNvSpPr/>
          <p:nvPr/>
        </p:nvSpPr>
        <p:spPr>
          <a:xfrm>
            <a:off x="4754880" y="217296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132" name=""/>
          <p:cNvSpPr/>
          <p:nvPr/>
        </p:nvSpPr>
        <p:spPr>
          <a:xfrm>
            <a:off x="4754880" y="217296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3" name=""/>
          <p:cNvSpPr/>
          <p:nvPr/>
        </p:nvSpPr>
        <p:spPr>
          <a:xfrm>
            <a:off x="4933080" y="13464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6C98C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134" name=""/>
          <p:cNvSpPr/>
          <p:nvPr/>
        </p:nvSpPr>
        <p:spPr>
          <a:xfrm>
            <a:off x="4933080" y="13464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6C98C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5" name=""/>
          <p:cNvSpPr/>
          <p:nvPr/>
        </p:nvSpPr>
        <p:spPr>
          <a:xfrm>
            <a:off x="4300560" y="25711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6" name=""/>
          <p:cNvSpPr/>
          <p:nvPr/>
        </p:nvSpPr>
        <p:spPr>
          <a:xfrm>
            <a:off x="4300560" y="25711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7" name=""/>
          <p:cNvSpPr/>
          <p:nvPr/>
        </p:nvSpPr>
        <p:spPr>
          <a:xfrm>
            <a:off x="3620160" y="20836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8" name=""/>
          <p:cNvSpPr/>
          <p:nvPr/>
        </p:nvSpPr>
        <p:spPr>
          <a:xfrm>
            <a:off x="3620160" y="20836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9" name=""/>
          <p:cNvSpPr/>
          <p:nvPr/>
        </p:nvSpPr>
        <p:spPr>
          <a:xfrm>
            <a:off x="5248080" y="18957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0" name=""/>
          <p:cNvSpPr/>
          <p:nvPr/>
        </p:nvSpPr>
        <p:spPr>
          <a:xfrm>
            <a:off x="5248080" y="18957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1" name=""/>
          <p:cNvSpPr/>
          <p:nvPr/>
        </p:nvSpPr>
        <p:spPr>
          <a:xfrm>
            <a:off x="5111280" y="19900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2" name=""/>
          <p:cNvSpPr/>
          <p:nvPr/>
        </p:nvSpPr>
        <p:spPr>
          <a:xfrm>
            <a:off x="5111280" y="19900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3" name=""/>
          <p:cNvSpPr/>
          <p:nvPr/>
        </p:nvSpPr>
        <p:spPr>
          <a:xfrm>
            <a:off x="5227920" y="5374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7DAAD0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4" name=""/>
          <p:cNvSpPr/>
          <p:nvPr/>
        </p:nvSpPr>
        <p:spPr>
          <a:xfrm>
            <a:off x="5227920" y="5374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7DAAD0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5" name=""/>
          <p:cNvSpPr/>
          <p:nvPr/>
        </p:nvSpPr>
        <p:spPr>
          <a:xfrm>
            <a:off x="5300640" y="18997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6" name=""/>
          <p:cNvSpPr/>
          <p:nvPr/>
        </p:nvSpPr>
        <p:spPr>
          <a:xfrm>
            <a:off x="5300640" y="18997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7" name=""/>
          <p:cNvSpPr/>
          <p:nvPr/>
        </p:nvSpPr>
        <p:spPr>
          <a:xfrm>
            <a:off x="4284720" y="13982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148" name=""/>
          <p:cNvSpPr/>
          <p:nvPr/>
        </p:nvSpPr>
        <p:spPr>
          <a:xfrm>
            <a:off x="4284720" y="13982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9" name=""/>
          <p:cNvSpPr/>
          <p:nvPr/>
        </p:nvSpPr>
        <p:spPr>
          <a:xfrm>
            <a:off x="4228200" y="19425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150" name=""/>
          <p:cNvSpPr/>
          <p:nvPr/>
        </p:nvSpPr>
        <p:spPr>
          <a:xfrm>
            <a:off x="4228200" y="19425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1" name=""/>
          <p:cNvSpPr/>
          <p:nvPr/>
        </p:nvSpPr>
        <p:spPr>
          <a:xfrm>
            <a:off x="4991400" y="180324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2" name=""/>
          <p:cNvSpPr/>
          <p:nvPr/>
        </p:nvSpPr>
        <p:spPr>
          <a:xfrm>
            <a:off x="4991400" y="180324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3" name=""/>
          <p:cNvSpPr/>
          <p:nvPr/>
        </p:nvSpPr>
        <p:spPr>
          <a:xfrm>
            <a:off x="4532400" y="270792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154" name=""/>
          <p:cNvSpPr/>
          <p:nvPr/>
        </p:nvSpPr>
        <p:spPr>
          <a:xfrm>
            <a:off x="4532400" y="270792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5" name=""/>
          <p:cNvSpPr/>
          <p:nvPr/>
        </p:nvSpPr>
        <p:spPr>
          <a:xfrm>
            <a:off x="4989240" y="17020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156" name=""/>
          <p:cNvSpPr/>
          <p:nvPr/>
        </p:nvSpPr>
        <p:spPr>
          <a:xfrm>
            <a:off x="4989240" y="17020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7" name=""/>
          <p:cNvSpPr/>
          <p:nvPr/>
        </p:nvSpPr>
        <p:spPr>
          <a:xfrm>
            <a:off x="5064120" y="20624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158" name=""/>
          <p:cNvSpPr/>
          <p:nvPr/>
        </p:nvSpPr>
        <p:spPr>
          <a:xfrm>
            <a:off x="5064120" y="20624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9" name=""/>
          <p:cNvSpPr/>
          <p:nvPr/>
        </p:nvSpPr>
        <p:spPr>
          <a:xfrm>
            <a:off x="4816800" y="187488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C7E2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0" name=""/>
          <p:cNvSpPr/>
          <p:nvPr/>
        </p:nvSpPr>
        <p:spPr>
          <a:xfrm>
            <a:off x="4816800" y="187488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C7E2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1" name=""/>
          <p:cNvSpPr/>
          <p:nvPr/>
        </p:nvSpPr>
        <p:spPr>
          <a:xfrm>
            <a:off x="4844160" y="19897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2" name=""/>
          <p:cNvSpPr/>
          <p:nvPr/>
        </p:nvSpPr>
        <p:spPr>
          <a:xfrm>
            <a:off x="4844160" y="19897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3" name=""/>
          <p:cNvSpPr/>
          <p:nvPr/>
        </p:nvSpPr>
        <p:spPr>
          <a:xfrm>
            <a:off x="3303360" y="13017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4" name=""/>
          <p:cNvSpPr/>
          <p:nvPr/>
        </p:nvSpPr>
        <p:spPr>
          <a:xfrm>
            <a:off x="3303360" y="13017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5" name=""/>
          <p:cNvSpPr/>
          <p:nvPr/>
        </p:nvSpPr>
        <p:spPr>
          <a:xfrm>
            <a:off x="4609080" y="20433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6" name=""/>
          <p:cNvSpPr/>
          <p:nvPr/>
        </p:nvSpPr>
        <p:spPr>
          <a:xfrm>
            <a:off x="4609080" y="20433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7" name=""/>
          <p:cNvSpPr/>
          <p:nvPr/>
        </p:nvSpPr>
        <p:spPr>
          <a:xfrm>
            <a:off x="4928760" y="13381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168" name=""/>
          <p:cNvSpPr/>
          <p:nvPr/>
        </p:nvSpPr>
        <p:spPr>
          <a:xfrm>
            <a:off x="4928760" y="13381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9" name=""/>
          <p:cNvSpPr/>
          <p:nvPr/>
        </p:nvSpPr>
        <p:spPr>
          <a:xfrm>
            <a:off x="5300640" y="18997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0" name=""/>
          <p:cNvSpPr/>
          <p:nvPr/>
        </p:nvSpPr>
        <p:spPr>
          <a:xfrm>
            <a:off x="5300640" y="18997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1" name=""/>
          <p:cNvSpPr/>
          <p:nvPr/>
        </p:nvSpPr>
        <p:spPr>
          <a:xfrm>
            <a:off x="4343400" y="25628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DAEFF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2" name=""/>
          <p:cNvSpPr/>
          <p:nvPr/>
        </p:nvSpPr>
        <p:spPr>
          <a:xfrm>
            <a:off x="4343400" y="25628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DAEFF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3" name=""/>
          <p:cNvSpPr/>
          <p:nvPr/>
        </p:nvSpPr>
        <p:spPr>
          <a:xfrm>
            <a:off x="4826160" y="18957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174" name=""/>
          <p:cNvSpPr/>
          <p:nvPr/>
        </p:nvSpPr>
        <p:spPr>
          <a:xfrm>
            <a:off x="4826160" y="18957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5" name=""/>
          <p:cNvSpPr/>
          <p:nvPr/>
        </p:nvSpPr>
        <p:spPr>
          <a:xfrm>
            <a:off x="4622760" y="27748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6" name=""/>
          <p:cNvSpPr/>
          <p:nvPr/>
        </p:nvSpPr>
        <p:spPr>
          <a:xfrm>
            <a:off x="4622760" y="27748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7" name=""/>
          <p:cNvSpPr/>
          <p:nvPr/>
        </p:nvSpPr>
        <p:spPr>
          <a:xfrm>
            <a:off x="4597920" y="20440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178" name=""/>
          <p:cNvSpPr/>
          <p:nvPr/>
        </p:nvSpPr>
        <p:spPr>
          <a:xfrm>
            <a:off x="4597920" y="20440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9" name=""/>
          <p:cNvSpPr/>
          <p:nvPr/>
        </p:nvSpPr>
        <p:spPr>
          <a:xfrm>
            <a:off x="4757400" y="21722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180" name=""/>
          <p:cNvSpPr/>
          <p:nvPr/>
        </p:nvSpPr>
        <p:spPr>
          <a:xfrm>
            <a:off x="4757400" y="21722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1" name=""/>
          <p:cNvSpPr/>
          <p:nvPr/>
        </p:nvSpPr>
        <p:spPr>
          <a:xfrm>
            <a:off x="4602960" y="204372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2" name=""/>
          <p:cNvSpPr/>
          <p:nvPr/>
        </p:nvSpPr>
        <p:spPr>
          <a:xfrm>
            <a:off x="4602960" y="204372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3" name=""/>
          <p:cNvSpPr/>
          <p:nvPr/>
        </p:nvSpPr>
        <p:spPr>
          <a:xfrm>
            <a:off x="4413600" y="17528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CFEC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4" name=""/>
          <p:cNvSpPr/>
          <p:nvPr/>
        </p:nvSpPr>
        <p:spPr>
          <a:xfrm>
            <a:off x="4413600" y="17528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CFEC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5" name=""/>
          <p:cNvSpPr/>
          <p:nvPr/>
        </p:nvSpPr>
        <p:spPr>
          <a:xfrm>
            <a:off x="4599720" y="20440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186" name=""/>
          <p:cNvSpPr/>
          <p:nvPr/>
        </p:nvSpPr>
        <p:spPr>
          <a:xfrm>
            <a:off x="4599720" y="20440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7" name=""/>
          <p:cNvSpPr/>
          <p:nvPr/>
        </p:nvSpPr>
        <p:spPr>
          <a:xfrm>
            <a:off x="4756680" y="21729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188" name=""/>
          <p:cNvSpPr/>
          <p:nvPr/>
        </p:nvSpPr>
        <p:spPr>
          <a:xfrm>
            <a:off x="4756680" y="21729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9" name=""/>
          <p:cNvSpPr/>
          <p:nvPr/>
        </p:nvSpPr>
        <p:spPr>
          <a:xfrm>
            <a:off x="5020200" y="20091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0" name=""/>
          <p:cNvSpPr/>
          <p:nvPr/>
        </p:nvSpPr>
        <p:spPr>
          <a:xfrm>
            <a:off x="5020200" y="20091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1" name=""/>
          <p:cNvSpPr/>
          <p:nvPr/>
        </p:nvSpPr>
        <p:spPr>
          <a:xfrm>
            <a:off x="5068080" y="21643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2" name=""/>
          <p:cNvSpPr/>
          <p:nvPr/>
        </p:nvSpPr>
        <p:spPr>
          <a:xfrm>
            <a:off x="5068080" y="21643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3" name=""/>
          <p:cNvSpPr/>
          <p:nvPr/>
        </p:nvSpPr>
        <p:spPr>
          <a:xfrm>
            <a:off x="4698360" y="16750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4" name=""/>
          <p:cNvSpPr/>
          <p:nvPr/>
        </p:nvSpPr>
        <p:spPr>
          <a:xfrm>
            <a:off x="4698360" y="16750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5" name=""/>
          <p:cNvSpPr/>
          <p:nvPr/>
        </p:nvSpPr>
        <p:spPr>
          <a:xfrm>
            <a:off x="3989520" y="13568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196" name=""/>
          <p:cNvSpPr/>
          <p:nvPr/>
        </p:nvSpPr>
        <p:spPr>
          <a:xfrm>
            <a:off x="3989520" y="13568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7" name=""/>
          <p:cNvSpPr/>
          <p:nvPr/>
        </p:nvSpPr>
        <p:spPr>
          <a:xfrm>
            <a:off x="5301000" y="19018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8" name=""/>
          <p:cNvSpPr/>
          <p:nvPr/>
        </p:nvSpPr>
        <p:spPr>
          <a:xfrm>
            <a:off x="5301000" y="19018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9" name=""/>
          <p:cNvSpPr/>
          <p:nvPr/>
        </p:nvSpPr>
        <p:spPr>
          <a:xfrm>
            <a:off x="4825440" y="12805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0" name=""/>
          <p:cNvSpPr/>
          <p:nvPr/>
        </p:nvSpPr>
        <p:spPr>
          <a:xfrm>
            <a:off x="4825440" y="12805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1" name=""/>
          <p:cNvSpPr/>
          <p:nvPr/>
        </p:nvSpPr>
        <p:spPr>
          <a:xfrm>
            <a:off x="5206680" y="17521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2" name=""/>
          <p:cNvSpPr/>
          <p:nvPr/>
        </p:nvSpPr>
        <p:spPr>
          <a:xfrm>
            <a:off x="5206680" y="17521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3" name=""/>
          <p:cNvSpPr/>
          <p:nvPr/>
        </p:nvSpPr>
        <p:spPr>
          <a:xfrm>
            <a:off x="4599720" y="20440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204" name=""/>
          <p:cNvSpPr/>
          <p:nvPr/>
        </p:nvSpPr>
        <p:spPr>
          <a:xfrm>
            <a:off x="4599720" y="20440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5" name=""/>
          <p:cNvSpPr/>
          <p:nvPr/>
        </p:nvSpPr>
        <p:spPr>
          <a:xfrm>
            <a:off x="4284000" y="139824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206" name=""/>
          <p:cNvSpPr/>
          <p:nvPr/>
        </p:nvSpPr>
        <p:spPr>
          <a:xfrm>
            <a:off x="4284000" y="139824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7" name=""/>
          <p:cNvSpPr/>
          <p:nvPr/>
        </p:nvSpPr>
        <p:spPr>
          <a:xfrm>
            <a:off x="4816080" y="188460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8" name=""/>
          <p:cNvSpPr/>
          <p:nvPr/>
        </p:nvSpPr>
        <p:spPr>
          <a:xfrm>
            <a:off x="4816080" y="188460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9" name=""/>
          <p:cNvSpPr/>
          <p:nvPr/>
        </p:nvSpPr>
        <p:spPr>
          <a:xfrm>
            <a:off x="4974480" y="13201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210" name=""/>
          <p:cNvSpPr/>
          <p:nvPr/>
        </p:nvSpPr>
        <p:spPr>
          <a:xfrm>
            <a:off x="4974480" y="13201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1" name=""/>
          <p:cNvSpPr/>
          <p:nvPr/>
        </p:nvSpPr>
        <p:spPr>
          <a:xfrm>
            <a:off x="5002200" y="187416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212" name=""/>
          <p:cNvSpPr/>
          <p:nvPr/>
        </p:nvSpPr>
        <p:spPr>
          <a:xfrm>
            <a:off x="5002200" y="187416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3" name=""/>
          <p:cNvSpPr/>
          <p:nvPr/>
        </p:nvSpPr>
        <p:spPr>
          <a:xfrm>
            <a:off x="4816800" y="233604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4" name=""/>
          <p:cNvSpPr/>
          <p:nvPr/>
        </p:nvSpPr>
        <p:spPr>
          <a:xfrm>
            <a:off x="4816800" y="233604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5" name=""/>
          <p:cNvSpPr/>
          <p:nvPr/>
        </p:nvSpPr>
        <p:spPr>
          <a:xfrm>
            <a:off x="4271760" y="182376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6" name=""/>
          <p:cNvSpPr/>
          <p:nvPr/>
        </p:nvSpPr>
        <p:spPr>
          <a:xfrm>
            <a:off x="4271760" y="182376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7" name=""/>
          <p:cNvSpPr/>
          <p:nvPr/>
        </p:nvSpPr>
        <p:spPr>
          <a:xfrm>
            <a:off x="4386600" y="21880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FCFEC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8" name=""/>
          <p:cNvSpPr/>
          <p:nvPr/>
        </p:nvSpPr>
        <p:spPr>
          <a:xfrm>
            <a:off x="4386600" y="21880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FCFEC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9" name=""/>
          <p:cNvSpPr/>
          <p:nvPr/>
        </p:nvSpPr>
        <p:spPr>
          <a:xfrm>
            <a:off x="5241600" y="17427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220" name=""/>
          <p:cNvSpPr/>
          <p:nvPr/>
        </p:nvSpPr>
        <p:spPr>
          <a:xfrm>
            <a:off x="5241600" y="17427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1" name=""/>
          <p:cNvSpPr/>
          <p:nvPr/>
        </p:nvSpPr>
        <p:spPr>
          <a:xfrm>
            <a:off x="4847400" y="22838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CFEC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2" name=""/>
          <p:cNvSpPr/>
          <p:nvPr/>
        </p:nvSpPr>
        <p:spPr>
          <a:xfrm>
            <a:off x="4847400" y="22838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CFEC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3" name=""/>
          <p:cNvSpPr/>
          <p:nvPr/>
        </p:nvSpPr>
        <p:spPr>
          <a:xfrm>
            <a:off x="4105440" y="20523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224" name=""/>
          <p:cNvSpPr/>
          <p:nvPr/>
        </p:nvSpPr>
        <p:spPr>
          <a:xfrm>
            <a:off x="4105440" y="20523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5" name=""/>
          <p:cNvSpPr/>
          <p:nvPr/>
        </p:nvSpPr>
        <p:spPr>
          <a:xfrm>
            <a:off x="4620600" y="27781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6" name=""/>
          <p:cNvSpPr/>
          <p:nvPr/>
        </p:nvSpPr>
        <p:spPr>
          <a:xfrm>
            <a:off x="4620600" y="27781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7" name=""/>
          <p:cNvSpPr/>
          <p:nvPr/>
        </p:nvSpPr>
        <p:spPr>
          <a:xfrm>
            <a:off x="5344920" y="89064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8" name=""/>
          <p:cNvSpPr/>
          <p:nvPr/>
        </p:nvSpPr>
        <p:spPr>
          <a:xfrm>
            <a:off x="5344920" y="89064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9" name=""/>
          <p:cNvSpPr/>
          <p:nvPr/>
        </p:nvSpPr>
        <p:spPr>
          <a:xfrm>
            <a:off x="4615200" y="198360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0" name=""/>
          <p:cNvSpPr/>
          <p:nvPr/>
        </p:nvSpPr>
        <p:spPr>
          <a:xfrm>
            <a:off x="4615200" y="198360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1" name=""/>
          <p:cNvSpPr/>
          <p:nvPr/>
        </p:nvSpPr>
        <p:spPr>
          <a:xfrm>
            <a:off x="4121640" y="194472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C7E2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2" name=""/>
          <p:cNvSpPr/>
          <p:nvPr/>
        </p:nvSpPr>
        <p:spPr>
          <a:xfrm>
            <a:off x="4121640" y="194472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C7E2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3" name=""/>
          <p:cNvSpPr/>
          <p:nvPr/>
        </p:nvSpPr>
        <p:spPr>
          <a:xfrm>
            <a:off x="3025080" y="20898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4" name=""/>
          <p:cNvSpPr/>
          <p:nvPr/>
        </p:nvSpPr>
        <p:spPr>
          <a:xfrm>
            <a:off x="3025080" y="20898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5" name=""/>
          <p:cNvSpPr/>
          <p:nvPr/>
        </p:nvSpPr>
        <p:spPr>
          <a:xfrm>
            <a:off x="4610880" y="20397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236" name=""/>
          <p:cNvSpPr/>
          <p:nvPr/>
        </p:nvSpPr>
        <p:spPr>
          <a:xfrm>
            <a:off x="4610880" y="20397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7" name=""/>
          <p:cNvSpPr/>
          <p:nvPr/>
        </p:nvSpPr>
        <p:spPr>
          <a:xfrm>
            <a:off x="4952880" y="154836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8" name=""/>
          <p:cNvSpPr/>
          <p:nvPr/>
        </p:nvSpPr>
        <p:spPr>
          <a:xfrm>
            <a:off x="4952880" y="154836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9" name=""/>
          <p:cNvSpPr/>
          <p:nvPr/>
        </p:nvSpPr>
        <p:spPr>
          <a:xfrm>
            <a:off x="4413240" y="17632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C7E2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0" name=""/>
          <p:cNvSpPr/>
          <p:nvPr/>
        </p:nvSpPr>
        <p:spPr>
          <a:xfrm>
            <a:off x="4413240" y="17632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C7E2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1" name=""/>
          <p:cNvSpPr/>
          <p:nvPr/>
        </p:nvSpPr>
        <p:spPr>
          <a:xfrm>
            <a:off x="3336120" y="9194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DAEFF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2" name=""/>
          <p:cNvSpPr/>
          <p:nvPr/>
        </p:nvSpPr>
        <p:spPr>
          <a:xfrm>
            <a:off x="3336120" y="9194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DAEFF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3" name=""/>
          <p:cNvSpPr/>
          <p:nvPr/>
        </p:nvSpPr>
        <p:spPr>
          <a:xfrm>
            <a:off x="5223600" y="17881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244" name=""/>
          <p:cNvSpPr/>
          <p:nvPr/>
        </p:nvSpPr>
        <p:spPr>
          <a:xfrm>
            <a:off x="5223600" y="17881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5" name=""/>
          <p:cNvSpPr/>
          <p:nvPr/>
        </p:nvSpPr>
        <p:spPr>
          <a:xfrm>
            <a:off x="4626360" y="175068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6" name=""/>
          <p:cNvSpPr/>
          <p:nvPr/>
        </p:nvSpPr>
        <p:spPr>
          <a:xfrm>
            <a:off x="4626360" y="175068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7" name=""/>
          <p:cNvSpPr/>
          <p:nvPr/>
        </p:nvSpPr>
        <p:spPr>
          <a:xfrm>
            <a:off x="4384080" y="219096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8" name=""/>
          <p:cNvSpPr/>
          <p:nvPr/>
        </p:nvSpPr>
        <p:spPr>
          <a:xfrm>
            <a:off x="4384080" y="219096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9" name=""/>
          <p:cNvSpPr/>
          <p:nvPr/>
        </p:nvSpPr>
        <p:spPr>
          <a:xfrm>
            <a:off x="5030280" y="20084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0" name=""/>
          <p:cNvSpPr/>
          <p:nvPr/>
        </p:nvSpPr>
        <p:spPr>
          <a:xfrm>
            <a:off x="5030280" y="20084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1" name=""/>
          <p:cNvSpPr/>
          <p:nvPr/>
        </p:nvSpPr>
        <p:spPr>
          <a:xfrm>
            <a:off x="5090400" y="15728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252" name=""/>
          <p:cNvSpPr/>
          <p:nvPr/>
        </p:nvSpPr>
        <p:spPr>
          <a:xfrm>
            <a:off x="5090400" y="15728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3" name=""/>
          <p:cNvSpPr/>
          <p:nvPr/>
        </p:nvSpPr>
        <p:spPr>
          <a:xfrm>
            <a:off x="4292280" y="18349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4" name=""/>
          <p:cNvSpPr/>
          <p:nvPr/>
        </p:nvSpPr>
        <p:spPr>
          <a:xfrm>
            <a:off x="4292280" y="18349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5" name=""/>
          <p:cNvSpPr/>
          <p:nvPr/>
        </p:nvSpPr>
        <p:spPr>
          <a:xfrm>
            <a:off x="4325400" y="16567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256" name=""/>
          <p:cNvSpPr/>
          <p:nvPr/>
        </p:nvSpPr>
        <p:spPr>
          <a:xfrm>
            <a:off x="4325400" y="16567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7" name=""/>
          <p:cNvSpPr/>
          <p:nvPr/>
        </p:nvSpPr>
        <p:spPr>
          <a:xfrm>
            <a:off x="4281480" y="183888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8" name=""/>
          <p:cNvSpPr/>
          <p:nvPr/>
        </p:nvSpPr>
        <p:spPr>
          <a:xfrm>
            <a:off x="4281480" y="183888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9" name=""/>
          <p:cNvSpPr/>
          <p:nvPr/>
        </p:nvSpPr>
        <p:spPr>
          <a:xfrm>
            <a:off x="4622040" y="27799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0" name=""/>
          <p:cNvSpPr/>
          <p:nvPr/>
        </p:nvSpPr>
        <p:spPr>
          <a:xfrm>
            <a:off x="4622040" y="27799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1" name=""/>
          <p:cNvSpPr/>
          <p:nvPr/>
        </p:nvSpPr>
        <p:spPr>
          <a:xfrm>
            <a:off x="4008960" y="2690640"/>
            <a:ext cx="32040" cy="31320"/>
          </a:xfrm>
          <a:custGeom>
            <a:avLst/>
            <a:gdLst/>
            <a:ahLst/>
            <a:rect l="0" t="0" r="r" b="b"/>
            <a:pathLst>
              <a:path w="89" h="87">
                <a:moveTo>
                  <a:pt x="89" y="44"/>
                </a:moveTo>
                <a:cubicBezTo>
                  <a:pt x="89" y="102"/>
                  <a:pt x="0" y="102"/>
                  <a:pt x="0" y="44"/>
                </a:cubicBezTo>
                <a:cubicBezTo>
                  <a:pt x="0" y="-14"/>
                  <a:pt x="89" y="-14"/>
                  <a:pt x="89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262" name=""/>
          <p:cNvSpPr/>
          <p:nvPr/>
        </p:nvSpPr>
        <p:spPr>
          <a:xfrm>
            <a:off x="4008960" y="2690640"/>
            <a:ext cx="32040" cy="31320"/>
          </a:xfrm>
          <a:custGeom>
            <a:avLst/>
            <a:gdLst/>
            <a:ahLst/>
            <a:rect l="0" t="0" r="r" b="b"/>
            <a:pathLst>
              <a:path fill="none" w="89" h="87">
                <a:moveTo>
                  <a:pt x="89" y="44"/>
                </a:moveTo>
                <a:cubicBezTo>
                  <a:pt x="89" y="102"/>
                  <a:pt x="0" y="102"/>
                  <a:pt x="0" y="44"/>
                </a:cubicBezTo>
                <a:cubicBezTo>
                  <a:pt x="0" y="-14"/>
                  <a:pt x="89" y="-14"/>
                  <a:pt x="89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3" name=""/>
          <p:cNvSpPr/>
          <p:nvPr/>
        </p:nvSpPr>
        <p:spPr>
          <a:xfrm>
            <a:off x="3989160" y="264600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4" name=""/>
          <p:cNvSpPr/>
          <p:nvPr/>
        </p:nvSpPr>
        <p:spPr>
          <a:xfrm>
            <a:off x="3989160" y="264600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5" name=""/>
          <p:cNvSpPr/>
          <p:nvPr/>
        </p:nvSpPr>
        <p:spPr>
          <a:xfrm>
            <a:off x="4226040" y="20109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6" name=""/>
          <p:cNvSpPr/>
          <p:nvPr/>
        </p:nvSpPr>
        <p:spPr>
          <a:xfrm>
            <a:off x="4226040" y="20109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7" name=""/>
          <p:cNvSpPr/>
          <p:nvPr/>
        </p:nvSpPr>
        <p:spPr>
          <a:xfrm>
            <a:off x="4764240" y="168408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8" name=""/>
          <p:cNvSpPr/>
          <p:nvPr/>
        </p:nvSpPr>
        <p:spPr>
          <a:xfrm>
            <a:off x="4764240" y="168408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9" name=""/>
          <p:cNvSpPr/>
          <p:nvPr/>
        </p:nvSpPr>
        <p:spPr>
          <a:xfrm>
            <a:off x="4622040" y="27799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0" name=""/>
          <p:cNvSpPr/>
          <p:nvPr/>
        </p:nvSpPr>
        <p:spPr>
          <a:xfrm>
            <a:off x="4622040" y="27799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1" name=""/>
          <p:cNvSpPr/>
          <p:nvPr/>
        </p:nvSpPr>
        <p:spPr>
          <a:xfrm>
            <a:off x="5118840" y="8528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272" name=""/>
          <p:cNvSpPr/>
          <p:nvPr/>
        </p:nvSpPr>
        <p:spPr>
          <a:xfrm>
            <a:off x="5118840" y="8528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3" name=""/>
          <p:cNvSpPr/>
          <p:nvPr/>
        </p:nvSpPr>
        <p:spPr>
          <a:xfrm>
            <a:off x="4887720" y="12466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7DAAD0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4" name=""/>
          <p:cNvSpPr/>
          <p:nvPr/>
        </p:nvSpPr>
        <p:spPr>
          <a:xfrm>
            <a:off x="4887720" y="12466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7DAAD0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5" name=""/>
          <p:cNvSpPr/>
          <p:nvPr/>
        </p:nvSpPr>
        <p:spPr>
          <a:xfrm>
            <a:off x="5315040" y="91692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6" name=""/>
          <p:cNvSpPr/>
          <p:nvPr/>
        </p:nvSpPr>
        <p:spPr>
          <a:xfrm>
            <a:off x="5315040" y="91692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7" name=""/>
          <p:cNvSpPr/>
          <p:nvPr/>
        </p:nvSpPr>
        <p:spPr>
          <a:xfrm>
            <a:off x="4344480" y="140364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8" name=""/>
          <p:cNvSpPr/>
          <p:nvPr/>
        </p:nvSpPr>
        <p:spPr>
          <a:xfrm>
            <a:off x="4344480" y="140364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9" name=""/>
          <p:cNvSpPr/>
          <p:nvPr/>
        </p:nvSpPr>
        <p:spPr>
          <a:xfrm>
            <a:off x="5177880" y="13136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0" name=""/>
          <p:cNvSpPr/>
          <p:nvPr/>
        </p:nvSpPr>
        <p:spPr>
          <a:xfrm>
            <a:off x="5177880" y="13136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1" name=""/>
          <p:cNvSpPr/>
          <p:nvPr/>
        </p:nvSpPr>
        <p:spPr>
          <a:xfrm>
            <a:off x="4057920" y="15598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2" name=""/>
          <p:cNvSpPr/>
          <p:nvPr/>
        </p:nvSpPr>
        <p:spPr>
          <a:xfrm>
            <a:off x="4057920" y="15598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3" name=""/>
          <p:cNvSpPr/>
          <p:nvPr/>
        </p:nvSpPr>
        <p:spPr>
          <a:xfrm>
            <a:off x="5300640" y="19022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4" name=""/>
          <p:cNvSpPr/>
          <p:nvPr/>
        </p:nvSpPr>
        <p:spPr>
          <a:xfrm>
            <a:off x="5300640" y="19022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5" name=""/>
          <p:cNvSpPr/>
          <p:nvPr/>
        </p:nvSpPr>
        <p:spPr>
          <a:xfrm>
            <a:off x="4329000" y="165384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6" name=""/>
          <p:cNvSpPr/>
          <p:nvPr/>
        </p:nvSpPr>
        <p:spPr>
          <a:xfrm>
            <a:off x="4329000" y="165384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7" name=""/>
          <p:cNvSpPr/>
          <p:nvPr/>
        </p:nvSpPr>
        <p:spPr>
          <a:xfrm>
            <a:off x="4875480" y="12794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288" name=""/>
          <p:cNvSpPr/>
          <p:nvPr/>
        </p:nvSpPr>
        <p:spPr>
          <a:xfrm>
            <a:off x="4875480" y="12794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9" name=""/>
          <p:cNvSpPr/>
          <p:nvPr/>
        </p:nvSpPr>
        <p:spPr>
          <a:xfrm>
            <a:off x="5101560" y="15847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0" name=""/>
          <p:cNvSpPr/>
          <p:nvPr/>
        </p:nvSpPr>
        <p:spPr>
          <a:xfrm>
            <a:off x="5101560" y="15847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1" name=""/>
          <p:cNvSpPr/>
          <p:nvPr/>
        </p:nvSpPr>
        <p:spPr>
          <a:xfrm>
            <a:off x="4766040" y="15012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2" name=""/>
          <p:cNvSpPr/>
          <p:nvPr/>
        </p:nvSpPr>
        <p:spPr>
          <a:xfrm>
            <a:off x="4766040" y="15012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3" name=""/>
          <p:cNvSpPr/>
          <p:nvPr/>
        </p:nvSpPr>
        <p:spPr>
          <a:xfrm>
            <a:off x="4996800" y="18716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4" name=""/>
          <p:cNvSpPr/>
          <p:nvPr/>
        </p:nvSpPr>
        <p:spPr>
          <a:xfrm>
            <a:off x="4996800" y="18716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5" name=""/>
          <p:cNvSpPr/>
          <p:nvPr/>
        </p:nvSpPr>
        <p:spPr>
          <a:xfrm>
            <a:off x="4761000" y="21697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296" name=""/>
          <p:cNvSpPr/>
          <p:nvPr/>
        </p:nvSpPr>
        <p:spPr>
          <a:xfrm>
            <a:off x="4761000" y="21697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7" name=""/>
          <p:cNvSpPr/>
          <p:nvPr/>
        </p:nvSpPr>
        <p:spPr>
          <a:xfrm>
            <a:off x="4271040" y="212076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8" name=""/>
          <p:cNvSpPr/>
          <p:nvPr/>
        </p:nvSpPr>
        <p:spPr>
          <a:xfrm>
            <a:off x="4271040" y="212076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9" name=""/>
          <p:cNvSpPr/>
          <p:nvPr/>
        </p:nvSpPr>
        <p:spPr>
          <a:xfrm>
            <a:off x="4474440" y="25995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ECA3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0" name=""/>
          <p:cNvSpPr/>
          <p:nvPr/>
        </p:nvSpPr>
        <p:spPr>
          <a:xfrm>
            <a:off x="4474440" y="25995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ECA3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1" name=""/>
          <p:cNvSpPr/>
          <p:nvPr/>
        </p:nvSpPr>
        <p:spPr>
          <a:xfrm>
            <a:off x="4355640" y="229860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302" name=""/>
          <p:cNvSpPr/>
          <p:nvPr/>
        </p:nvSpPr>
        <p:spPr>
          <a:xfrm>
            <a:off x="4355640" y="229860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3" name=""/>
          <p:cNvSpPr/>
          <p:nvPr/>
        </p:nvSpPr>
        <p:spPr>
          <a:xfrm>
            <a:off x="4510800" y="16941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ECA3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4" name=""/>
          <p:cNvSpPr/>
          <p:nvPr/>
        </p:nvSpPr>
        <p:spPr>
          <a:xfrm>
            <a:off x="4510800" y="16941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ECA3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5" name=""/>
          <p:cNvSpPr/>
          <p:nvPr/>
        </p:nvSpPr>
        <p:spPr>
          <a:xfrm>
            <a:off x="4058640" y="13669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306" name=""/>
          <p:cNvSpPr/>
          <p:nvPr/>
        </p:nvSpPr>
        <p:spPr>
          <a:xfrm>
            <a:off x="4058640" y="13669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7" name=""/>
          <p:cNvSpPr/>
          <p:nvPr/>
        </p:nvSpPr>
        <p:spPr>
          <a:xfrm>
            <a:off x="4159440" y="13874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308" name=""/>
          <p:cNvSpPr/>
          <p:nvPr/>
        </p:nvSpPr>
        <p:spPr>
          <a:xfrm>
            <a:off x="4159440" y="13874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9" name=""/>
          <p:cNvSpPr/>
          <p:nvPr/>
        </p:nvSpPr>
        <p:spPr>
          <a:xfrm>
            <a:off x="3106440" y="8269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310" name=""/>
          <p:cNvSpPr/>
          <p:nvPr/>
        </p:nvSpPr>
        <p:spPr>
          <a:xfrm>
            <a:off x="3106440" y="8269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1" name=""/>
          <p:cNvSpPr/>
          <p:nvPr/>
        </p:nvSpPr>
        <p:spPr>
          <a:xfrm>
            <a:off x="5301000" y="19018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2" name=""/>
          <p:cNvSpPr/>
          <p:nvPr/>
        </p:nvSpPr>
        <p:spPr>
          <a:xfrm>
            <a:off x="5301000" y="19018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3" name=""/>
          <p:cNvSpPr/>
          <p:nvPr/>
        </p:nvSpPr>
        <p:spPr>
          <a:xfrm>
            <a:off x="4316040" y="163440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314" name=""/>
          <p:cNvSpPr/>
          <p:nvPr/>
        </p:nvSpPr>
        <p:spPr>
          <a:xfrm>
            <a:off x="4316040" y="163440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5" name=""/>
          <p:cNvSpPr/>
          <p:nvPr/>
        </p:nvSpPr>
        <p:spPr>
          <a:xfrm>
            <a:off x="5078160" y="18475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6" name=""/>
          <p:cNvSpPr/>
          <p:nvPr/>
        </p:nvSpPr>
        <p:spPr>
          <a:xfrm>
            <a:off x="5078160" y="18475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7" name=""/>
          <p:cNvSpPr/>
          <p:nvPr/>
        </p:nvSpPr>
        <p:spPr>
          <a:xfrm>
            <a:off x="4989960" y="13165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318" name=""/>
          <p:cNvSpPr/>
          <p:nvPr/>
        </p:nvSpPr>
        <p:spPr>
          <a:xfrm>
            <a:off x="4989960" y="13165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9" name=""/>
          <p:cNvSpPr/>
          <p:nvPr/>
        </p:nvSpPr>
        <p:spPr>
          <a:xfrm>
            <a:off x="3637080" y="207180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0" name=""/>
          <p:cNvSpPr/>
          <p:nvPr/>
        </p:nvSpPr>
        <p:spPr>
          <a:xfrm>
            <a:off x="3637080" y="207180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1" name=""/>
          <p:cNvSpPr/>
          <p:nvPr/>
        </p:nvSpPr>
        <p:spPr>
          <a:xfrm>
            <a:off x="4415040" y="17582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2" name=""/>
          <p:cNvSpPr/>
          <p:nvPr/>
        </p:nvSpPr>
        <p:spPr>
          <a:xfrm>
            <a:off x="4415040" y="17582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3" name=""/>
          <p:cNvSpPr/>
          <p:nvPr/>
        </p:nvSpPr>
        <p:spPr>
          <a:xfrm>
            <a:off x="4574520" y="194040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4" name=""/>
          <p:cNvSpPr/>
          <p:nvPr/>
        </p:nvSpPr>
        <p:spPr>
          <a:xfrm>
            <a:off x="4574520" y="194040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5" name=""/>
          <p:cNvSpPr/>
          <p:nvPr/>
        </p:nvSpPr>
        <p:spPr>
          <a:xfrm>
            <a:off x="4680000" y="242424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326" name=""/>
          <p:cNvSpPr/>
          <p:nvPr/>
        </p:nvSpPr>
        <p:spPr>
          <a:xfrm>
            <a:off x="4680000" y="242424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7" name=""/>
          <p:cNvSpPr/>
          <p:nvPr/>
        </p:nvSpPr>
        <p:spPr>
          <a:xfrm>
            <a:off x="4830840" y="129960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FFECA3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8" name=""/>
          <p:cNvSpPr/>
          <p:nvPr/>
        </p:nvSpPr>
        <p:spPr>
          <a:xfrm>
            <a:off x="4830840" y="129960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FFECA3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9" name=""/>
          <p:cNvSpPr/>
          <p:nvPr/>
        </p:nvSpPr>
        <p:spPr>
          <a:xfrm>
            <a:off x="4240800" y="24202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330" name=""/>
          <p:cNvSpPr/>
          <p:nvPr/>
        </p:nvSpPr>
        <p:spPr>
          <a:xfrm>
            <a:off x="4240800" y="24202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1" name=""/>
          <p:cNvSpPr/>
          <p:nvPr/>
        </p:nvSpPr>
        <p:spPr>
          <a:xfrm>
            <a:off x="5078880" y="18752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2" name=""/>
          <p:cNvSpPr/>
          <p:nvPr/>
        </p:nvSpPr>
        <p:spPr>
          <a:xfrm>
            <a:off x="5078880" y="18752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3" name=""/>
          <p:cNvSpPr/>
          <p:nvPr/>
        </p:nvSpPr>
        <p:spPr>
          <a:xfrm>
            <a:off x="3637800" y="20721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4" name=""/>
          <p:cNvSpPr/>
          <p:nvPr/>
        </p:nvSpPr>
        <p:spPr>
          <a:xfrm>
            <a:off x="3637800" y="20721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5" name=""/>
          <p:cNvSpPr/>
          <p:nvPr/>
        </p:nvSpPr>
        <p:spPr>
          <a:xfrm>
            <a:off x="3634560" y="20775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6" name=""/>
          <p:cNvSpPr/>
          <p:nvPr/>
        </p:nvSpPr>
        <p:spPr>
          <a:xfrm>
            <a:off x="3634560" y="20775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7" name=""/>
          <p:cNvSpPr/>
          <p:nvPr/>
        </p:nvSpPr>
        <p:spPr>
          <a:xfrm>
            <a:off x="4976640" y="13935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338" name=""/>
          <p:cNvSpPr/>
          <p:nvPr/>
        </p:nvSpPr>
        <p:spPr>
          <a:xfrm>
            <a:off x="4976640" y="13935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9" name=""/>
          <p:cNvSpPr/>
          <p:nvPr/>
        </p:nvSpPr>
        <p:spPr>
          <a:xfrm>
            <a:off x="5348520" y="7632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0" name=""/>
          <p:cNvSpPr/>
          <p:nvPr/>
        </p:nvSpPr>
        <p:spPr>
          <a:xfrm>
            <a:off x="5348520" y="7632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1" name=""/>
          <p:cNvSpPr/>
          <p:nvPr/>
        </p:nvSpPr>
        <p:spPr>
          <a:xfrm>
            <a:off x="5322240" y="91620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342" name=""/>
          <p:cNvSpPr/>
          <p:nvPr/>
        </p:nvSpPr>
        <p:spPr>
          <a:xfrm>
            <a:off x="5322240" y="91620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3" name=""/>
          <p:cNvSpPr/>
          <p:nvPr/>
        </p:nvSpPr>
        <p:spPr>
          <a:xfrm>
            <a:off x="5173560" y="149040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344" name=""/>
          <p:cNvSpPr/>
          <p:nvPr/>
        </p:nvSpPr>
        <p:spPr>
          <a:xfrm>
            <a:off x="5173560" y="149040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5" name=""/>
          <p:cNvSpPr/>
          <p:nvPr/>
        </p:nvSpPr>
        <p:spPr>
          <a:xfrm>
            <a:off x="4926960" y="22957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346" name=""/>
          <p:cNvSpPr/>
          <p:nvPr/>
        </p:nvSpPr>
        <p:spPr>
          <a:xfrm>
            <a:off x="4926960" y="22957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7" name=""/>
          <p:cNvSpPr/>
          <p:nvPr/>
        </p:nvSpPr>
        <p:spPr>
          <a:xfrm>
            <a:off x="4346280" y="230256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8" name=""/>
          <p:cNvSpPr/>
          <p:nvPr/>
        </p:nvSpPr>
        <p:spPr>
          <a:xfrm>
            <a:off x="4346280" y="230256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9" name=""/>
          <p:cNvSpPr/>
          <p:nvPr/>
        </p:nvSpPr>
        <p:spPr>
          <a:xfrm>
            <a:off x="4343760" y="20977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0" name=""/>
          <p:cNvSpPr/>
          <p:nvPr/>
        </p:nvSpPr>
        <p:spPr>
          <a:xfrm>
            <a:off x="4343760" y="20977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1" name=""/>
          <p:cNvSpPr/>
          <p:nvPr/>
        </p:nvSpPr>
        <p:spPr>
          <a:xfrm>
            <a:off x="5256360" y="143136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352" name=""/>
          <p:cNvSpPr/>
          <p:nvPr/>
        </p:nvSpPr>
        <p:spPr>
          <a:xfrm>
            <a:off x="5256360" y="143136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3" name=""/>
          <p:cNvSpPr/>
          <p:nvPr/>
        </p:nvSpPr>
        <p:spPr>
          <a:xfrm>
            <a:off x="3604680" y="20275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354" name=""/>
          <p:cNvSpPr/>
          <p:nvPr/>
        </p:nvSpPr>
        <p:spPr>
          <a:xfrm>
            <a:off x="3604680" y="20275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5" name=""/>
          <p:cNvSpPr/>
          <p:nvPr/>
        </p:nvSpPr>
        <p:spPr>
          <a:xfrm>
            <a:off x="5012280" y="19828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6" name=""/>
          <p:cNvSpPr/>
          <p:nvPr/>
        </p:nvSpPr>
        <p:spPr>
          <a:xfrm>
            <a:off x="5012280" y="19828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7" name=""/>
          <p:cNvSpPr/>
          <p:nvPr/>
        </p:nvSpPr>
        <p:spPr>
          <a:xfrm>
            <a:off x="5259240" y="14151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358" name=""/>
          <p:cNvSpPr/>
          <p:nvPr/>
        </p:nvSpPr>
        <p:spPr>
          <a:xfrm>
            <a:off x="5259240" y="14151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9" name=""/>
          <p:cNvSpPr/>
          <p:nvPr/>
        </p:nvSpPr>
        <p:spPr>
          <a:xfrm>
            <a:off x="4640760" y="27813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0" name=""/>
          <p:cNvSpPr/>
          <p:nvPr/>
        </p:nvSpPr>
        <p:spPr>
          <a:xfrm>
            <a:off x="4640760" y="27813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1" name=""/>
          <p:cNvSpPr/>
          <p:nvPr/>
        </p:nvSpPr>
        <p:spPr>
          <a:xfrm>
            <a:off x="4341960" y="209340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2" name=""/>
          <p:cNvSpPr/>
          <p:nvPr/>
        </p:nvSpPr>
        <p:spPr>
          <a:xfrm>
            <a:off x="4341960" y="209340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3" name=""/>
          <p:cNvSpPr/>
          <p:nvPr/>
        </p:nvSpPr>
        <p:spPr>
          <a:xfrm>
            <a:off x="4899600" y="239904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364" name=""/>
          <p:cNvSpPr/>
          <p:nvPr/>
        </p:nvSpPr>
        <p:spPr>
          <a:xfrm>
            <a:off x="4899600" y="239904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5" name=""/>
          <p:cNvSpPr/>
          <p:nvPr/>
        </p:nvSpPr>
        <p:spPr>
          <a:xfrm>
            <a:off x="3399840" y="20120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6" name=""/>
          <p:cNvSpPr/>
          <p:nvPr/>
        </p:nvSpPr>
        <p:spPr>
          <a:xfrm>
            <a:off x="3399840" y="20120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7" name=""/>
          <p:cNvSpPr/>
          <p:nvPr/>
        </p:nvSpPr>
        <p:spPr>
          <a:xfrm>
            <a:off x="5225400" y="9028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368" name=""/>
          <p:cNvSpPr/>
          <p:nvPr/>
        </p:nvSpPr>
        <p:spPr>
          <a:xfrm>
            <a:off x="5225400" y="9028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9" name=""/>
          <p:cNvSpPr/>
          <p:nvPr/>
        </p:nvSpPr>
        <p:spPr>
          <a:xfrm>
            <a:off x="4937760" y="13370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5986BD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370" name=""/>
          <p:cNvSpPr/>
          <p:nvPr/>
        </p:nvSpPr>
        <p:spPr>
          <a:xfrm>
            <a:off x="4937760" y="13370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5986BD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1" name=""/>
          <p:cNvSpPr/>
          <p:nvPr/>
        </p:nvSpPr>
        <p:spPr>
          <a:xfrm>
            <a:off x="4249800" y="15001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372" name=""/>
          <p:cNvSpPr/>
          <p:nvPr/>
        </p:nvSpPr>
        <p:spPr>
          <a:xfrm>
            <a:off x="4249800" y="15001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3" name=""/>
          <p:cNvSpPr/>
          <p:nvPr/>
        </p:nvSpPr>
        <p:spPr>
          <a:xfrm>
            <a:off x="4276440" y="183420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ECA3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4" name=""/>
          <p:cNvSpPr/>
          <p:nvPr/>
        </p:nvSpPr>
        <p:spPr>
          <a:xfrm>
            <a:off x="4276440" y="183420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ECA3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5" name=""/>
          <p:cNvSpPr/>
          <p:nvPr/>
        </p:nvSpPr>
        <p:spPr>
          <a:xfrm>
            <a:off x="5304960" y="12110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6" name=""/>
          <p:cNvSpPr/>
          <p:nvPr/>
        </p:nvSpPr>
        <p:spPr>
          <a:xfrm>
            <a:off x="5304960" y="12110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7" name=""/>
          <p:cNvSpPr/>
          <p:nvPr/>
        </p:nvSpPr>
        <p:spPr>
          <a:xfrm>
            <a:off x="2566440" y="12722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378" name=""/>
          <p:cNvSpPr/>
          <p:nvPr/>
        </p:nvSpPr>
        <p:spPr>
          <a:xfrm>
            <a:off x="2566440" y="12722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9" name=""/>
          <p:cNvSpPr/>
          <p:nvPr/>
        </p:nvSpPr>
        <p:spPr>
          <a:xfrm>
            <a:off x="5133240" y="17038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0" name=""/>
          <p:cNvSpPr/>
          <p:nvPr/>
        </p:nvSpPr>
        <p:spPr>
          <a:xfrm>
            <a:off x="5133240" y="17038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1" name=""/>
          <p:cNvSpPr/>
          <p:nvPr/>
        </p:nvSpPr>
        <p:spPr>
          <a:xfrm>
            <a:off x="5021280" y="4111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2" name=""/>
          <p:cNvSpPr/>
          <p:nvPr/>
        </p:nvSpPr>
        <p:spPr>
          <a:xfrm>
            <a:off x="5021280" y="4111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3" name=""/>
          <p:cNvSpPr/>
          <p:nvPr/>
        </p:nvSpPr>
        <p:spPr>
          <a:xfrm>
            <a:off x="4931280" y="13370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6C98C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384" name=""/>
          <p:cNvSpPr/>
          <p:nvPr/>
        </p:nvSpPr>
        <p:spPr>
          <a:xfrm>
            <a:off x="4931280" y="13370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6C98C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5" name=""/>
          <p:cNvSpPr/>
          <p:nvPr/>
        </p:nvSpPr>
        <p:spPr>
          <a:xfrm>
            <a:off x="4516560" y="16930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6" name=""/>
          <p:cNvSpPr/>
          <p:nvPr/>
        </p:nvSpPr>
        <p:spPr>
          <a:xfrm>
            <a:off x="4516560" y="16930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7" name=""/>
          <p:cNvSpPr/>
          <p:nvPr/>
        </p:nvSpPr>
        <p:spPr>
          <a:xfrm>
            <a:off x="5205240" y="6832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DAEFF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8" name=""/>
          <p:cNvSpPr/>
          <p:nvPr/>
        </p:nvSpPr>
        <p:spPr>
          <a:xfrm>
            <a:off x="5205240" y="6832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DAEFF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9" name=""/>
          <p:cNvSpPr/>
          <p:nvPr/>
        </p:nvSpPr>
        <p:spPr>
          <a:xfrm>
            <a:off x="3210480" y="21726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390" name=""/>
          <p:cNvSpPr/>
          <p:nvPr/>
        </p:nvSpPr>
        <p:spPr>
          <a:xfrm>
            <a:off x="3210480" y="21726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1" name=""/>
          <p:cNvSpPr/>
          <p:nvPr/>
        </p:nvSpPr>
        <p:spPr>
          <a:xfrm>
            <a:off x="2763720" y="18633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2" name=""/>
          <p:cNvSpPr/>
          <p:nvPr/>
        </p:nvSpPr>
        <p:spPr>
          <a:xfrm>
            <a:off x="2763720" y="18633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3" name=""/>
          <p:cNvSpPr/>
          <p:nvPr/>
        </p:nvSpPr>
        <p:spPr>
          <a:xfrm>
            <a:off x="4622040" y="277488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394" name=""/>
          <p:cNvSpPr/>
          <p:nvPr/>
        </p:nvSpPr>
        <p:spPr>
          <a:xfrm>
            <a:off x="4622040" y="277488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5" name=""/>
          <p:cNvSpPr/>
          <p:nvPr/>
        </p:nvSpPr>
        <p:spPr>
          <a:xfrm>
            <a:off x="4265640" y="22582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396" name=""/>
          <p:cNvSpPr/>
          <p:nvPr/>
        </p:nvSpPr>
        <p:spPr>
          <a:xfrm>
            <a:off x="4265640" y="22582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7" name=""/>
          <p:cNvSpPr/>
          <p:nvPr/>
        </p:nvSpPr>
        <p:spPr>
          <a:xfrm>
            <a:off x="2646720" y="11152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8" name=""/>
          <p:cNvSpPr/>
          <p:nvPr/>
        </p:nvSpPr>
        <p:spPr>
          <a:xfrm>
            <a:off x="2646720" y="11152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9" name=""/>
          <p:cNvSpPr/>
          <p:nvPr/>
        </p:nvSpPr>
        <p:spPr>
          <a:xfrm>
            <a:off x="3025800" y="208872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0" name=""/>
          <p:cNvSpPr/>
          <p:nvPr/>
        </p:nvSpPr>
        <p:spPr>
          <a:xfrm>
            <a:off x="3025800" y="208872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1" name=""/>
          <p:cNvSpPr/>
          <p:nvPr/>
        </p:nvSpPr>
        <p:spPr>
          <a:xfrm>
            <a:off x="4374000" y="26197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2" name=""/>
          <p:cNvSpPr/>
          <p:nvPr/>
        </p:nvSpPr>
        <p:spPr>
          <a:xfrm>
            <a:off x="4374000" y="26197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3" name=""/>
          <p:cNvSpPr/>
          <p:nvPr/>
        </p:nvSpPr>
        <p:spPr>
          <a:xfrm>
            <a:off x="4381200" y="261000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A1C9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4" name=""/>
          <p:cNvSpPr/>
          <p:nvPr/>
        </p:nvSpPr>
        <p:spPr>
          <a:xfrm>
            <a:off x="4381200" y="261000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A1C9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5" name=""/>
          <p:cNvSpPr/>
          <p:nvPr/>
        </p:nvSpPr>
        <p:spPr>
          <a:xfrm>
            <a:off x="3634200" y="207756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6" name=""/>
          <p:cNvSpPr/>
          <p:nvPr/>
        </p:nvSpPr>
        <p:spPr>
          <a:xfrm>
            <a:off x="3634200" y="207756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7" name=""/>
          <p:cNvSpPr/>
          <p:nvPr/>
        </p:nvSpPr>
        <p:spPr>
          <a:xfrm>
            <a:off x="3643560" y="205848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ECA3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8" name=""/>
          <p:cNvSpPr/>
          <p:nvPr/>
        </p:nvSpPr>
        <p:spPr>
          <a:xfrm>
            <a:off x="3643560" y="205848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ECA3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9" name=""/>
          <p:cNvSpPr/>
          <p:nvPr/>
        </p:nvSpPr>
        <p:spPr>
          <a:xfrm>
            <a:off x="4876200" y="24343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0" name=""/>
          <p:cNvSpPr/>
          <p:nvPr/>
        </p:nvSpPr>
        <p:spPr>
          <a:xfrm>
            <a:off x="4876200" y="24343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1" name=""/>
          <p:cNvSpPr/>
          <p:nvPr/>
        </p:nvSpPr>
        <p:spPr>
          <a:xfrm>
            <a:off x="5063760" y="216540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2" name=""/>
          <p:cNvSpPr/>
          <p:nvPr/>
        </p:nvSpPr>
        <p:spPr>
          <a:xfrm>
            <a:off x="5063760" y="216540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3" name=""/>
          <p:cNvSpPr/>
          <p:nvPr/>
        </p:nvSpPr>
        <p:spPr>
          <a:xfrm>
            <a:off x="4497120" y="20026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6F5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4" name=""/>
          <p:cNvSpPr/>
          <p:nvPr/>
        </p:nvSpPr>
        <p:spPr>
          <a:xfrm>
            <a:off x="4497120" y="20026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6F5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5" name=""/>
          <p:cNvSpPr/>
          <p:nvPr/>
        </p:nvSpPr>
        <p:spPr>
          <a:xfrm>
            <a:off x="2991240" y="20606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416" name=""/>
          <p:cNvSpPr/>
          <p:nvPr/>
        </p:nvSpPr>
        <p:spPr>
          <a:xfrm>
            <a:off x="2991240" y="20606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7" name=""/>
          <p:cNvSpPr/>
          <p:nvPr/>
        </p:nvSpPr>
        <p:spPr>
          <a:xfrm>
            <a:off x="4410360" y="210960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6F5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8" name=""/>
          <p:cNvSpPr/>
          <p:nvPr/>
        </p:nvSpPr>
        <p:spPr>
          <a:xfrm>
            <a:off x="4410360" y="210960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6F5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9" name=""/>
          <p:cNvSpPr/>
          <p:nvPr/>
        </p:nvSpPr>
        <p:spPr>
          <a:xfrm>
            <a:off x="5277240" y="18817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0" name=""/>
          <p:cNvSpPr/>
          <p:nvPr/>
        </p:nvSpPr>
        <p:spPr>
          <a:xfrm>
            <a:off x="5277240" y="18817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1" name=""/>
          <p:cNvSpPr/>
          <p:nvPr/>
        </p:nvSpPr>
        <p:spPr>
          <a:xfrm>
            <a:off x="4971960" y="183960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2" name=""/>
          <p:cNvSpPr/>
          <p:nvPr/>
        </p:nvSpPr>
        <p:spPr>
          <a:xfrm>
            <a:off x="4971960" y="183960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3" name=""/>
          <p:cNvSpPr/>
          <p:nvPr/>
        </p:nvSpPr>
        <p:spPr>
          <a:xfrm>
            <a:off x="4244040" y="245520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4" name=""/>
          <p:cNvSpPr/>
          <p:nvPr/>
        </p:nvSpPr>
        <p:spPr>
          <a:xfrm>
            <a:off x="4244040" y="245520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5" name=""/>
          <p:cNvSpPr/>
          <p:nvPr/>
        </p:nvSpPr>
        <p:spPr>
          <a:xfrm>
            <a:off x="5140800" y="18770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6" name=""/>
          <p:cNvSpPr/>
          <p:nvPr/>
        </p:nvSpPr>
        <p:spPr>
          <a:xfrm>
            <a:off x="5140800" y="18770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7" name=""/>
          <p:cNvSpPr/>
          <p:nvPr/>
        </p:nvSpPr>
        <p:spPr>
          <a:xfrm>
            <a:off x="4860720" y="213480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FFECA3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8" name=""/>
          <p:cNvSpPr/>
          <p:nvPr/>
        </p:nvSpPr>
        <p:spPr>
          <a:xfrm>
            <a:off x="4860720" y="213480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FFECA3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9" name=""/>
          <p:cNvSpPr/>
          <p:nvPr/>
        </p:nvSpPr>
        <p:spPr>
          <a:xfrm>
            <a:off x="5293440" y="122472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430" name=""/>
          <p:cNvSpPr/>
          <p:nvPr/>
        </p:nvSpPr>
        <p:spPr>
          <a:xfrm>
            <a:off x="5293440" y="122472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1" name=""/>
          <p:cNvSpPr/>
          <p:nvPr/>
        </p:nvSpPr>
        <p:spPr>
          <a:xfrm>
            <a:off x="4326480" y="16642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2" name=""/>
          <p:cNvSpPr/>
          <p:nvPr/>
        </p:nvSpPr>
        <p:spPr>
          <a:xfrm>
            <a:off x="4326480" y="16642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3" name=""/>
          <p:cNvSpPr/>
          <p:nvPr/>
        </p:nvSpPr>
        <p:spPr>
          <a:xfrm>
            <a:off x="4909320" y="19274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434" name=""/>
          <p:cNvSpPr/>
          <p:nvPr/>
        </p:nvSpPr>
        <p:spPr>
          <a:xfrm>
            <a:off x="4909320" y="19274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5" name=""/>
          <p:cNvSpPr/>
          <p:nvPr/>
        </p:nvSpPr>
        <p:spPr>
          <a:xfrm>
            <a:off x="4841280" y="230400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6" name=""/>
          <p:cNvSpPr/>
          <p:nvPr/>
        </p:nvSpPr>
        <p:spPr>
          <a:xfrm>
            <a:off x="4841280" y="230400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7" name=""/>
          <p:cNvSpPr/>
          <p:nvPr/>
        </p:nvSpPr>
        <p:spPr>
          <a:xfrm>
            <a:off x="4664880" y="17823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8" name=""/>
          <p:cNvSpPr/>
          <p:nvPr/>
        </p:nvSpPr>
        <p:spPr>
          <a:xfrm>
            <a:off x="4664880" y="17823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9" name=""/>
          <p:cNvSpPr/>
          <p:nvPr/>
        </p:nvSpPr>
        <p:spPr>
          <a:xfrm>
            <a:off x="5169240" y="197064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440" name=""/>
          <p:cNvSpPr/>
          <p:nvPr/>
        </p:nvSpPr>
        <p:spPr>
          <a:xfrm>
            <a:off x="5169240" y="197064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1" name=""/>
          <p:cNvSpPr/>
          <p:nvPr/>
        </p:nvSpPr>
        <p:spPr>
          <a:xfrm>
            <a:off x="4608000" y="213624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2" name=""/>
          <p:cNvSpPr/>
          <p:nvPr/>
        </p:nvSpPr>
        <p:spPr>
          <a:xfrm>
            <a:off x="4608000" y="213624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3" name=""/>
          <p:cNvSpPr/>
          <p:nvPr/>
        </p:nvSpPr>
        <p:spPr>
          <a:xfrm>
            <a:off x="5071320" y="21632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4" name=""/>
          <p:cNvSpPr/>
          <p:nvPr/>
        </p:nvSpPr>
        <p:spPr>
          <a:xfrm>
            <a:off x="5071320" y="21632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5" name=""/>
          <p:cNvSpPr/>
          <p:nvPr/>
        </p:nvSpPr>
        <p:spPr>
          <a:xfrm>
            <a:off x="3407040" y="21513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6" name=""/>
          <p:cNvSpPr/>
          <p:nvPr/>
        </p:nvSpPr>
        <p:spPr>
          <a:xfrm>
            <a:off x="3407040" y="21513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7" name=""/>
          <p:cNvSpPr/>
          <p:nvPr/>
        </p:nvSpPr>
        <p:spPr>
          <a:xfrm>
            <a:off x="4426920" y="17920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C7E2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8" name=""/>
          <p:cNvSpPr/>
          <p:nvPr/>
        </p:nvSpPr>
        <p:spPr>
          <a:xfrm>
            <a:off x="4426920" y="17920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C7E2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9" name=""/>
          <p:cNvSpPr/>
          <p:nvPr/>
        </p:nvSpPr>
        <p:spPr>
          <a:xfrm>
            <a:off x="4110480" y="162288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450" name=""/>
          <p:cNvSpPr/>
          <p:nvPr/>
        </p:nvSpPr>
        <p:spPr>
          <a:xfrm>
            <a:off x="4110480" y="162288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1" name=""/>
          <p:cNvSpPr/>
          <p:nvPr/>
        </p:nvSpPr>
        <p:spPr>
          <a:xfrm>
            <a:off x="4875120" y="127512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2" name=""/>
          <p:cNvSpPr/>
          <p:nvPr/>
        </p:nvSpPr>
        <p:spPr>
          <a:xfrm>
            <a:off x="4875120" y="127512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3" name=""/>
          <p:cNvSpPr/>
          <p:nvPr/>
        </p:nvSpPr>
        <p:spPr>
          <a:xfrm>
            <a:off x="4489200" y="17308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4" name=""/>
          <p:cNvSpPr/>
          <p:nvPr/>
        </p:nvSpPr>
        <p:spPr>
          <a:xfrm>
            <a:off x="4489200" y="17308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5" name=""/>
          <p:cNvSpPr/>
          <p:nvPr/>
        </p:nvSpPr>
        <p:spPr>
          <a:xfrm>
            <a:off x="4188600" y="20098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FCFEC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6" name=""/>
          <p:cNvSpPr/>
          <p:nvPr/>
        </p:nvSpPr>
        <p:spPr>
          <a:xfrm>
            <a:off x="4188600" y="20098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FCFEC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7" name=""/>
          <p:cNvSpPr/>
          <p:nvPr/>
        </p:nvSpPr>
        <p:spPr>
          <a:xfrm>
            <a:off x="5002200" y="187488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458" name=""/>
          <p:cNvSpPr/>
          <p:nvPr/>
        </p:nvSpPr>
        <p:spPr>
          <a:xfrm>
            <a:off x="5002200" y="187488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9" name=""/>
          <p:cNvSpPr/>
          <p:nvPr/>
        </p:nvSpPr>
        <p:spPr>
          <a:xfrm>
            <a:off x="4385160" y="21895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0" name=""/>
          <p:cNvSpPr/>
          <p:nvPr/>
        </p:nvSpPr>
        <p:spPr>
          <a:xfrm>
            <a:off x="4385160" y="21895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1" name=""/>
          <p:cNvSpPr/>
          <p:nvPr/>
        </p:nvSpPr>
        <p:spPr>
          <a:xfrm>
            <a:off x="4872960" y="12754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2" name=""/>
          <p:cNvSpPr/>
          <p:nvPr/>
        </p:nvSpPr>
        <p:spPr>
          <a:xfrm>
            <a:off x="4872960" y="12754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3" name=""/>
          <p:cNvSpPr/>
          <p:nvPr/>
        </p:nvSpPr>
        <p:spPr>
          <a:xfrm>
            <a:off x="4933080" y="133596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4" name=""/>
          <p:cNvSpPr/>
          <p:nvPr/>
        </p:nvSpPr>
        <p:spPr>
          <a:xfrm>
            <a:off x="4933080" y="133596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5" name=""/>
          <p:cNvSpPr/>
          <p:nvPr/>
        </p:nvSpPr>
        <p:spPr>
          <a:xfrm>
            <a:off x="4317120" y="150876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6" name=""/>
          <p:cNvSpPr/>
          <p:nvPr/>
        </p:nvSpPr>
        <p:spPr>
          <a:xfrm>
            <a:off x="4317120" y="150876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7" name=""/>
          <p:cNvSpPr/>
          <p:nvPr/>
        </p:nvSpPr>
        <p:spPr>
          <a:xfrm>
            <a:off x="5343480" y="7639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468" name=""/>
          <p:cNvSpPr/>
          <p:nvPr/>
        </p:nvSpPr>
        <p:spPr>
          <a:xfrm>
            <a:off x="5343480" y="7639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9" name=""/>
          <p:cNvSpPr/>
          <p:nvPr/>
        </p:nvSpPr>
        <p:spPr>
          <a:xfrm>
            <a:off x="5467320" y="70956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470" name=""/>
          <p:cNvSpPr/>
          <p:nvPr/>
        </p:nvSpPr>
        <p:spPr>
          <a:xfrm>
            <a:off x="5467320" y="70956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1" name=""/>
          <p:cNvSpPr/>
          <p:nvPr/>
        </p:nvSpPr>
        <p:spPr>
          <a:xfrm>
            <a:off x="4471560" y="17449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472" name=""/>
          <p:cNvSpPr/>
          <p:nvPr/>
        </p:nvSpPr>
        <p:spPr>
          <a:xfrm>
            <a:off x="4471560" y="17449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3" name=""/>
          <p:cNvSpPr/>
          <p:nvPr/>
        </p:nvSpPr>
        <p:spPr>
          <a:xfrm>
            <a:off x="5192640" y="3931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CFEC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4" name=""/>
          <p:cNvSpPr/>
          <p:nvPr/>
        </p:nvSpPr>
        <p:spPr>
          <a:xfrm>
            <a:off x="5192640" y="3931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CFEC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5" name=""/>
          <p:cNvSpPr/>
          <p:nvPr/>
        </p:nvSpPr>
        <p:spPr>
          <a:xfrm>
            <a:off x="4172760" y="14374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476" name=""/>
          <p:cNvSpPr/>
          <p:nvPr/>
        </p:nvSpPr>
        <p:spPr>
          <a:xfrm>
            <a:off x="4172760" y="14374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7" name=""/>
          <p:cNvSpPr/>
          <p:nvPr/>
        </p:nvSpPr>
        <p:spPr>
          <a:xfrm>
            <a:off x="4643280" y="14731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8" name=""/>
          <p:cNvSpPr/>
          <p:nvPr/>
        </p:nvSpPr>
        <p:spPr>
          <a:xfrm>
            <a:off x="4643280" y="14731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9" name=""/>
          <p:cNvSpPr/>
          <p:nvPr/>
        </p:nvSpPr>
        <p:spPr>
          <a:xfrm>
            <a:off x="4901760" y="209700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0" name=""/>
          <p:cNvSpPr/>
          <p:nvPr/>
        </p:nvSpPr>
        <p:spPr>
          <a:xfrm>
            <a:off x="4901760" y="209700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1" name=""/>
          <p:cNvSpPr/>
          <p:nvPr/>
        </p:nvSpPr>
        <p:spPr>
          <a:xfrm>
            <a:off x="4816080" y="18867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2" name=""/>
          <p:cNvSpPr/>
          <p:nvPr/>
        </p:nvSpPr>
        <p:spPr>
          <a:xfrm>
            <a:off x="4816080" y="18867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3" name=""/>
          <p:cNvSpPr/>
          <p:nvPr/>
        </p:nvSpPr>
        <p:spPr>
          <a:xfrm>
            <a:off x="4927320" y="135108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4" name=""/>
          <p:cNvSpPr/>
          <p:nvPr/>
        </p:nvSpPr>
        <p:spPr>
          <a:xfrm>
            <a:off x="4927320" y="135108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5" name=""/>
          <p:cNvSpPr/>
          <p:nvPr/>
        </p:nvSpPr>
        <p:spPr>
          <a:xfrm>
            <a:off x="5140800" y="18770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6" name=""/>
          <p:cNvSpPr/>
          <p:nvPr/>
        </p:nvSpPr>
        <p:spPr>
          <a:xfrm>
            <a:off x="5140800" y="18770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7" name=""/>
          <p:cNvSpPr/>
          <p:nvPr/>
        </p:nvSpPr>
        <p:spPr>
          <a:xfrm>
            <a:off x="4034880" y="11476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488" name=""/>
          <p:cNvSpPr/>
          <p:nvPr/>
        </p:nvSpPr>
        <p:spPr>
          <a:xfrm>
            <a:off x="4034880" y="11476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9" name=""/>
          <p:cNvSpPr/>
          <p:nvPr/>
        </p:nvSpPr>
        <p:spPr>
          <a:xfrm>
            <a:off x="4304520" y="14043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490" name=""/>
          <p:cNvSpPr/>
          <p:nvPr/>
        </p:nvSpPr>
        <p:spPr>
          <a:xfrm>
            <a:off x="4304520" y="14043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1" name=""/>
          <p:cNvSpPr/>
          <p:nvPr/>
        </p:nvSpPr>
        <p:spPr>
          <a:xfrm>
            <a:off x="3886200" y="13179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2" name=""/>
          <p:cNvSpPr/>
          <p:nvPr/>
        </p:nvSpPr>
        <p:spPr>
          <a:xfrm>
            <a:off x="3886200" y="13179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3" name=""/>
          <p:cNvSpPr/>
          <p:nvPr/>
        </p:nvSpPr>
        <p:spPr>
          <a:xfrm>
            <a:off x="4543920" y="20512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4" name=""/>
          <p:cNvSpPr/>
          <p:nvPr/>
        </p:nvSpPr>
        <p:spPr>
          <a:xfrm>
            <a:off x="4543920" y="20512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5" name=""/>
          <p:cNvSpPr/>
          <p:nvPr/>
        </p:nvSpPr>
        <p:spPr>
          <a:xfrm>
            <a:off x="4569120" y="20656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6" name=""/>
          <p:cNvSpPr/>
          <p:nvPr/>
        </p:nvSpPr>
        <p:spPr>
          <a:xfrm>
            <a:off x="4569120" y="20656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7" name=""/>
          <p:cNvSpPr/>
          <p:nvPr/>
        </p:nvSpPr>
        <p:spPr>
          <a:xfrm>
            <a:off x="4609440" y="20566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8" name=""/>
          <p:cNvSpPr/>
          <p:nvPr/>
        </p:nvSpPr>
        <p:spPr>
          <a:xfrm>
            <a:off x="4609440" y="20566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9" name=""/>
          <p:cNvSpPr/>
          <p:nvPr/>
        </p:nvSpPr>
        <p:spPr>
          <a:xfrm>
            <a:off x="4420080" y="17496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C7E2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0" name=""/>
          <p:cNvSpPr/>
          <p:nvPr/>
        </p:nvSpPr>
        <p:spPr>
          <a:xfrm>
            <a:off x="4420080" y="17496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C7E2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1" name=""/>
          <p:cNvSpPr/>
          <p:nvPr/>
        </p:nvSpPr>
        <p:spPr>
          <a:xfrm>
            <a:off x="3763080" y="24811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C7E2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2" name=""/>
          <p:cNvSpPr/>
          <p:nvPr/>
        </p:nvSpPr>
        <p:spPr>
          <a:xfrm>
            <a:off x="3763080" y="24811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C7E2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3" name=""/>
          <p:cNvSpPr/>
          <p:nvPr/>
        </p:nvSpPr>
        <p:spPr>
          <a:xfrm>
            <a:off x="3407040" y="21513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4" name=""/>
          <p:cNvSpPr/>
          <p:nvPr/>
        </p:nvSpPr>
        <p:spPr>
          <a:xfrm>
            <a:off x="3407040" y="21513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5" name=""/>
          <p:cNvSpPr/>
          <p:nvPr/>
        </p:nvSpPr>
        <p:spPr>
          <a:xfrm>
            <a:off x="5206320" y="215244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6" name=""/>
          <p:cNvSpPr/>
          <p:nvPr/>
        </p:nvSpPr>
        <p:spPr>
          <a:xfrm>
            <a:off x="5206320" y="215244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7" name=""/>
          <p:cNvSpPr/>
          <p:nvPr/>
        </p:nvSpPr>
        <p:spPr>
          <a:xfrm>
            <a:off x="3633120" y="20797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8" name=""/>
          <p:cNvSpPr/>
          <p:nvPr/>
        </p:nvSpPr>
        <p:spPr>
          <a:xfrm>
            <a:off x="3633120" y="20797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9" name=""/>
          <p:cNvSpPr/>
          <p:nvPr/>
        </p:nvSpPr>
        <p:spPr>
          <a:xfrm>
            <a:off x="3628080" y="20800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0" name=""/>
          <p:cNvSpPr/>
          <p:nvPr/>
        </p:nvSpPr>
        <p:spPr>
          <a:xfrm>
            <a:off x="3628080" y="20800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1" name=""/>
          <p:cNvSpPr/>
          <p:nvPr/>
        </p:nvSpPr>
        <p:spPr>
          <a:xfrm>
            <a:off x="5101920" y="20311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2" name=""/>
          <p:cNvSpPr/>
          <p:nvPr/>
        </p:nvSpPr>
        <p:spPr>
          <a:xfrm>
            <a:off x="5101920" y="20311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3" name=""/>
          <p:cNvSpPr/>
          <p:nvPr/>
        </p:nvSpPr>
        <p:spPr>
          <a:xfrm>
            <a:off x="4605120" y="204876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4" name=""/>
          <p:cNvSpPr/>
          <p:nvPr/>
        </p:nvSpPr>
        <p:spPr>
          <a:xfrm>
            <a:off x="4605120" y="204876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5" name=""/>
          <p:cNvSpPr/>
          <p:nvPr/>
        </p:nvSpPr>
        <p:spPr>
          <a:xfrm>
            <a:off x="4323240" y="21801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6" name=""/>
          <p:cNvSpPr/>
          <p:nvPr/>
        </p:nvSpPr>
        <p:spPr>
          <a:xfrm>
            <a:off x="4323240" y="21801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7" name=""/>
          <p:cNvSpPr/>
          <p:nvPr/>
        </p:nvSpPr>
        <p:spPr>
          <a:xfrm>
            <a:off x="3829320" y="21301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8" name=""/>
          <p:cNvSpPr/>
          <p:nvPr/>
        </p:nvSpPr>
        <p:spPr>
          <a:xfrm>
            <a:off x="3829320" y="21301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9" name=""/>
          <p:cNvSpPr/>
          <p:nvPr/>
        </p:nvSpPr>
        <p:spPr>
          <a:xfrm>
            <a:off x="4826160" y="18957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520" name=""/>
          <p:cNvSpPr/>
          <p:nvPr/>
        </p:nvSpPr>
        <p:spPr>
          <a:xfrm>
            <a:off x="4826160" y="18957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1" name=""/>
          <p:cNvSpPr/>
          <p:nvPr/>
        </p:nvSpPr>
        <p:spPr>
          <a:xfrm>
            <a:off x="4275360" y="18432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522" name=""/>
          <p:cNvSpPr/>
          <p:nvPr/>
        </p:nvSpPr>
        <p:spPr>
          <a:xfrm>
            <a:off x="4275360" y="18432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3" name=""/>
          <p:cNvSpPr/>
          <p:nvPr/>
        </p:nvSpPr>
        <p:spPr>
          <a:xfrm>
            <a:off x="4269960" y="18432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4" name=""/>
          <p:cNvSpPr/>
          <p:nvPr/>
        </p:nvSpPr>
        <p:spPr>
          <a:xfrm>
            <a:off x="4269960" y="18432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5" name=""/>
          <p:cNvSpPr/>
          <p:nvPr/>
        </p:nvSpPr>
        <p:spPr>
          <a:xfrm>
            <a:off x="4384440" y="186624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C7E2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6" name=""/>
          <p:cNvSpPr/>
          <p:nvPr/>
        </p:nvSpPr>
        <p:spPr>
          <a:xfrm>
            <a:off x="4384440" y="186624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C7E2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7" name=""/>
          <p:cNvSpPr/>
          <p:nvPr/>
        </p:nvSpPr>
        <p:spPr>
          <a:xfrm>
            <a:off x="4109760" y="162360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8" name=""/>
          <p:cNvSpPr/>
          <p:nvPr/>
        </p:nvSpPr>
        <p:spPr>
          <a:xfrm>
            <a:off x="4109760" y="162360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9" name=""/>
          <p:cNvSpPr/>
          <p:nvPr/>
        </p:nvSpPr>
        <p:spPr>
          <a:xfrm>
            <a:off x="4707000" y="19504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530" name=""/>
          <p:cNvSpPr/>
          <p:nvPr/>
        </p:nvSpPr>
        <p:spPr>
          <a:xfrm>
            <a:off x="4707000" y="19504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1" name=""/>
          <p:cNvSpPr/>
          <p:nvPr/>
        </p:nvSpPr>
        <p:spPr>
          <a:xfrm>
            <a:off x="5310720" y="9064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532" name=""/>
          <p:cNvSpPr/>
          <p:nvPr/>
        </p:nvSpPr>
        <p:spPr>
          <a:xfrm>
            <a:off x="5310720" y="9064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3" name=""/>
          <p:cNvSpPr/>
          <p:nvPr/>
        </p:nvSpPr>
        <p:spPr>
          <a:xfrm>
            <a:off x="5307120" y="121032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4" name=""/>
          <p:cNvSpPr/>
          <p:nvPr/>
        </p:nvSpPr>
        <p:spPr>
          <a:xfrm>
            <a:off x="5307120" y="121032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5" name=""/>
          <p:cNvSpPr/>
          <p:nvPr/>
        </p:nvSpPr>
        <p:spPr>
          <a:xfrm>
            <a:off x="3057120" y="12448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5986BD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536" name=""/>
          <p:cNvSpPr/>
          <p:nvPr/>
        </p:nvSpPr>
        <p:spPr>
          <a:xfrm>
            <a:off x="3057120" y="12448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5986BD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7" name=""/>
          <p:cNvSpPr/>
          <p:nvPr/>
        </p:nvSpPr>
        <p:spPr>
          <a:xfrm>
            <a:off x="4089960" y="24242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8" name=""/>
          <p:cNvSpPr/>
          <p:nvPr/>
        </p:nvSpPr>
        <p:spPr>
          <a:xfrm>
            <a:off x="4089960" y="24242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9" name=""/>
          <p:cNvSpPr/>
          <p:nvPr/>
        </p:nvSpPr>
        <p:spPr>
          <a:xfrm>
            <a:off x="4654080" y="26532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540" name=""/>
          <p:cNvSpPr/>
          <p:nvPr/>
        </p:nvSpPr>
        <p:spPr>
          <a:xfrm>
            <a:off x="4654080" y="26532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1" name=""/>
          <p:cNvSpPr/>
          <p:nvPr/>
        </p:nvSpPr>
        <p:spPr>
          <a:xfrm>
            <a:off x="4604400" y="25876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542" name=""/>
          <p:cNvSpPr/>
          <p:nvPr/>
        </p:nvSpPr>
        <p:spPr>
          <a:xfrm>
            <a:off x="4604400" y="25876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3" name=""/>
          <p:cNvSpPr/>
          <p:nvPr/>
        </p:nvSpPr>
        <p:spPr>
          <a:xfrm>
            <a:off x="4941000" y="132444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6C98C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544" name=""/>
          <p:cNvSpPr/>
          <p:nvPr/>
        </p:nvSpPr>
        <p:spPr>
          <a:xfrm>
            <a:off x="4941000" y="132444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6C98C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5" name=""/>
          <p:cNvSpPr/>
          <p:nvPr/>
        </p:nvSpPr>
        <p:spPr>
          <a:xfrm>
            <a:off x="4622760" y="15933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6" name=""/>
          <p:cNvSpPr/>
          <p:nvPr/>
        </p:nvSpPr>
        <p:spPr>
          <a:xfrm>
            <a:off x="4622760" y="15933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7" name=""/>
          <p:cNvSpPr/>
          <p:nvPr/>
        </p:nvSpPr>
        <p:spPr>
          <a:xfrm>
            <a:off x="5255280" y="7023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8" name=""/>
          <p:cNvSpPr/>
          <p:nvPr/>
        </p:nvSpPr>
        <p:spPr>
          <a:xfrm>
            <a:off x="5255280" y="7023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9" name=""/>
          <p:cNvSpPr/>
          <p:nvPr/>
        </p:nvSpPr>
        <p:spPr>
          <a:xfrm>
            <a:off x="4963680" y="132012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0" name=""/>
          <p:cNvSpPr/>
          <p:nvPr/>
        </p:nvSpPr>
        <p:spPr>
          <a:xfrm>
            <a:off x="4963680" y="132012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1" name=""/>
          <p:cNvSpPr/>
          <p:nvPr/>
        </p:nvSpPr>
        <p:spPr>
          <a:xfrm>
            <a:off x="3795120" y="202860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ECA3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2" name=""/>
          <p:cNvSpPr/>
          <p:nvPr/>
        </p:nvSpPr>
        <p:spPr>
          <a:xfrm>
            <a:off x="3795120" y="202860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ECA3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3" name=""/>
          <p:cNvSpPr/>
          <p:nvPr/>
        </p:nvSpPr>
        <p:spPr>
          <a:xfrm>
            <a:off x="5252040" y="18054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554" name=""/>
          <p:cNvSpPr/>
          <p:nvPr/>
        </p:nvSpPr>
        <p:spPr>
          <a:xfrm>
            <a:off x="5252040" y="18054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5" name=""/>
          <p:cNvSpPr/>
          <p:nvPr/>
        </p:nvSpPr>
        <p:spPr>
          <a:xfrm>
            <a:off x="4654080" y="28072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556" name=""/>
          <p:cNvSpPr/>
          <p:nvPr/>
        </p:nvSpPr>
        <p:spPr>
          <a:xfrm>
            <a:off x="4654080" y="28072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7" name=""/>
          <p:cNvSpPr/>
          <p:nvPr/>
        </p:nvSpPr>
        <p:spPr>
          <a:xfrm>
            <a:off x="5025600" y="150660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8" name=""/>
          <p:cNvSpPr/>
          <p:nvPr/>
        </p:nvSpPr>
        <p:spPr>
          <a:xfrm>
            <a:off x="5025600" y="150660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9" name=""/>
          <p:cNvSpPr/>
          <p:nvPr/>
        </p:nvSpPr>
        <p:spPr>
          <a:xfrm>
            <a:off x="5099040" y="16419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0" name=""/>
          <p:cNvSpPr/>
          <p:nvPr/>
        </p:nvSpPr>
        <p:spPr>
          <a:xfrm>
            <a:off x="5099040" y="16419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1" name=""/>
          <p:cNvSpPr/>
          <p:nvPr/>
        </p:nvSpPr>
        <p:spPr>
          <a:xfrm>
            <a:off x="4065840" y="156564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2" name=""/>
          <p:cNvSpPr/>
          <p:nvPr/>
        </p:nvSpPr>
        <p:spPr>
          <a:xfrm>
            <a:off x="4065840" y="156564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3" name=""/>
          <p:cNvSpPr/>
          <p:nvPr/>
        </p:nvSpPr>
        <p:spPr>
          <a:xfrm>
            <a:off x="4469760" y="17240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ECA3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4" name=""/>
          <p:cNvSpPr/>
          <p:nvPr/>
        </p:nvSpPr>
        <p:spPr>
          <a:xfrm>
            <a:off x="4469760" y="17240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ECA3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5" name=""/>
          <p:cNvSpPr/>
          <p:nvPr/>
        </p:nvSpPr>
        <p:spPr>
          <a:xfrm>
            <a:off x="3887280" y="13194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6" name=""/>
          <p:cNvSpPr/>
          <p:nvPr/>
        </p:nvSpPr>
        <p:spPr>
          <a:xfrm>
            <a:off x="3887280" y="13194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7" name=""/>
          <p:cNvSpPr/>
          <p:nvPr/>
        </p:nvSpPr>
        <p:spPr>
          <a:xfrm>
            <a:off x="3364560" y="20491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8" name=""/>
          <p:cNvSpPr/>
          <p:nvPr/>
        </p:nvSpPr>
        <p:spPr>
          <a:xfrm>
            <a:off x="3364560" y="20491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9" name=""/>
          <p:cNvSpPr/>
          <p:nvPr/>
        </p:nvSpPr>
        <p:spPr>
          <a:xfrm>
            <a:off x="4014000" y="24937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0" name=""/>
          <p:cNvSpPr/>
          <p:nvPr/>
        </p:nvSpPr>
        <p:spPr>
          <a:xfrm>
            <a:off x="4014000" y="24937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1" name=""/>
          <p:cNvSpPr/>
          <p:nvPr/>
        </p:nvSpPr>
        <p:spPr>
          <a:xfrm>
            <a:off x="4293360" y="185940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2" name=""/>
          <p:cNvSpPr/>
          <p:nvPr/>
        </p:nvSpPr>
        <p:spPr>
          <a:xfrm>
            <a:off x="4293360" y="185940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3" name=""/>
          <p:cNvSpPr/>
          <p:nvPr/>
        </p:nvSpPr>
        <p:spPr>
          <a:xfrm>
            <a:off x="4857840" y="24058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4575B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574" name=""/>
          <p:cNvSpPr/>
          <p:nvPr/>
        </p:nvSpPr>
        <p:spPr>
          <a:xfrm>
            <a:off x="4857840" y="24058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4575B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5" name=""/>
          <p:cNvSpPr/>
          <p:nvPr/>
        </p:nvSpPr>
        <p:spPr>
          <a:xfrm>
            <a:off x="4803120" y="216972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6" name=""/>
          <p:cNvSpPr/>
          <p:nvPr/>
        </p:nvSpPr>
        <p:spPr>
          <a:xfrm>
            <a:off x="4803120" y="216972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7" name=""/>
          <p:cNvSpPr/>
          <p:nvPr/>
        </p:nvSpPr>
        <p:spPr>
          <a:xfrm>
            <a:off x="4462560" y="23180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DAEFF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8" name=""/>
          <p:cNvSpPr/>
          <p:nvPr/>
        </p:nvSpPr>
        <p:spPr>
          <a:xfrm>
            <a:off x="4462560" y="23180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DAEFF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9" name=""/>
          <p:cNvSpPr/>
          <p:nvPr/>
        </p:nvSpPr>
        <p:spPr>
          <a:xfrm>
            <a:off x="4450680" y="18309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580" name=""/>
          <p:cNvSpPr/>
          <p:nvPr/>
        </p:nvSpPr>
        <p:spPr>
          <a:xfrm>
            <a:off x="4450680" y="18309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1" name=""/>
          <p:cNvSpPr/>
          <p:nvPr/>
        </p:nvSpPr>
        <p:spPr>
          <a:xfrm>
            <a:off x="4198320" y="22928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582" name=""/>
          <p:cNvSpPr/>
          <p:nvPr/>
        </p:nvSpPr>
        <p:spPr>
          <a:xfrm>
            <a:off x="4198320" y="22928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3" name=""/>
          <p:cNvSpPr/>
          <p:nvPr/>
        </p:nvSpPr>
        <p:spPr>
          <a:xfrm>
            <a:off x="4314960" y="19965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8EBCD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4" name=""/>
          <p:cNvSpPr/>
          <p:nvPr/>
        </p:nvSpPr>
        <p:spPr>
          <a:xfrm>
            <a:off x="4314960" y="19965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8EBCD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5" name=""/>
          <p:cNvSpPr/>
          <p:nvPr/>
        </p:nvSpPr>
        <p:spPr>
          <a:xfrm>
            <a:off x="5009040" y="18514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6" name=""/>
          <p:cNvSpPr/>
          <p:nvPr/>
        </p:nvSpPr>
        <p:spPr>
          <a:xfrm>
            <a:off x="5009040" y="18514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7" name=""/>
          <p:cNvSpPr/>
          <p:nvPr/>
        </p:nvSpPr>
        <p:spPr>
          <a:xfrm>
            <a:off x="5073120" y="159408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8" name=""/>
          <p:cNvSpPr/>
          <p:nvPr/>
        </p:nvSpPr>
        <p:spPr>
          <a:xfrm>
            <a:off x="5073120" y="159408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9" name=""/>
          <p:cNvSpPr/>
          <p:nvPr/>
        </p:nvSpPr>
        <p:spPr>
          <a:xfrm>
            <a:off x="5161680" y="17380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0" name=""/>
          <p:cNvSpPr/>
          <p:nvPr/>
        </p:nvSpPr>
        <p:spPr>
          <a:xfrm>
            <a:off x="5161680" y="17380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1" name=""/>
          <p:cNvSpPr/>
          <p:nvPr/>
        </p:nvSpPr>
        <p:spPr>
          <a:xfrm>
            <a:off x="5211720" y="10969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592" name=""/>
          <p:cNvSpPr/>
          <p:nvPr/>
        </p:nvSpPr>
        <p:spPr>
          <a:xfrm>
            <a:off x="5211720" y="10969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3" name=""/>
          <p:cNvSpPr/>
          <p:nvPr/>
        </p:nvSpPr>
        <p:spPr>
          <a:xfrm>
            <a:off x="4328640" y="173520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594" name=""/>
          <p:cNvSpPr/>
          <p:nvPr/>
        </p:nvSpPr>
        <p:spPr>
          <a:xfrm>
            <a:off x="4328640" y="173520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5" name=""/>
          <p:cNvSpPr/>
          <p:nvPr/>
        </p:nvSpPr>
        <p:spPr>
          <a:xfrm>
            <a:off x="4991760" y="19749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6" name=""/>
          <p:cNvSpPr/>
          <p:nvPr/>
        </p:nvSpPr>
        <p:spPr>
          <a:xfrm>
            <a:off x="4991760" y="19749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7" name=""/>
          <p:cNvSpPr/>
          <p:nvPr/>
        </p:nvSpPr>
        <p:spPr>
          <a:xfrm>
            <a:off x="4078440" y="247284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8" name=""/>
          <p:cNvSpPr/>
          <p:nvPr/>
        </p:nvSpPr>
        <p:spPr>
          <a:xfrm>
            <a:off x="4078440" y="247284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9" name=""/>
          <p:cNvSpPr/>
          <p:nvPr/>
        </p:nvSpPr>
        <p:spPr>
          <a:xfrm>
            <a:off x="4941720" y="136044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0" name=""/>
          <p:cNvSpPr/>
          <p:nvPr/>
        </p:nvSpPr>
        <p:spPr>
          <a:xfrm>
            <a:off x="4941720" y="136044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1" name=""/>
          <p:cNvSpPr/>
          <p:nvPr/>
        </p:nvSpPr>
        <p:spPr>
          <a:xfrm>
            <a:off x="5203080" y="17596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2" name=""/>
          <p:cNvSpPr/>
          <p:nvPr/>
        </p:nvSpPr>
        <p:spPr>
          <a:xfrm>
            <a:off x="5203080" y="17596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3" name=""/>
          <p:cNvSpPr/>
          <p:nvPr/>
        </p:nvSpPr>
        <p:spPr>
          <a:xfrm>
            <a:off x="4969080" y="21085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4" name=""/>
          <p:cNvSpPr/>
          <p:nvPr/>
        </p:nvSpPr>
        <p:spPr>
          <a:xfrm>
            <a:off x="4969080" y="21085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5" name=""/>
          <p:cNvSpPr/>
          <p:nvPr/>
        </p:nvSpPr>
        <p:spPr>
          <a:xfrm>
            <a:off x="4821120" y="18856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FFECA3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6" name=""/>
          <p:cNvSpPr/>
          <p:nvPr/>
        </p:nvSpPr>
        <p:spPr>
          <a:xfrm>
            <a:off x="4821120" y="18856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FFECA3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7" name=""/>
          <p:cNvSpPr/>
          <p:nvPr/>
        </p:nvSpPr>
        <p:spPr>
          <a:xfrm>
            <a:off x="4551840" y="280152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608" name=""/>
          <p:cNvSpPr/>
          <p:nvPr/>
        </p:nvSpPr>
        <p:spPr>
          <a:xfrm>
            <a:off x="4551840" y="280152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9" name=""/>
          <p:cNvSpPr/>
          <p:nvPr/>
        </p:nvSpPr>
        <p:spPr>
          <a:xfrm>
            <a:off x="4818240" y="19756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0" name=""/>
          <p:cNvSpPr/>
          <p:nvPr/>
        </p:nvSpPr>
        <p:spPr>
          <a:xfrm>
            <a:off x="4818240" y="19756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1" name=""/>
          <p:cNvSpPr/>
          <p:nvPr/>
        </p:nvSpPr>
        <p:spPr>
          <a:xfrm>
            <a:off x="3258000" y="19029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2" name=""/>
          <p:cNvSpPr/>
          <p:nvPr/>
        </p:nvSpPr>
        <p:spPr>
          <a:xfrm>
            <a:off x="3258000" y="19029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3" name=""/>
          <p:cNvSpPr/>
          <p:nvPr/>
        </p:nvSpPr>
        <p:spPr>
          <a:xfrm>
            <a:off x="5285160" y="18504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4" name=""/>
          <p:cNvSpPr/>
          <p:nvPr/>
        </p:nvSpPr>
        <p:spPr>
          <a:xfrm>
            <a:off x="5285160" y="18504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5" name=""/>
          <p:cNvSpPr/>
          <p:nvPr/>
        </p:nvSpPr>
        <p:spPr>
          <a:xfrm>
            <a:off x="4133520" y="230076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6" name=""/>
          <p:cNvSpPr/>
          <p:nvPr/>
        </p:nvSpPr>
        <p:spPr>
          <a:xfrm>
            <a:off x="4133520" y="230076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7" name=""/>
          <p:cNvSpPr/>
          <p:nvPr/>
        </p:nvSpPr>
        <p:spPr>
          <a:xfrm>
            <a:off x="4047120" y="11354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8" name=""/>
          <p:cNvSpPr/>
          <p:nvPr/>
        </p:nvSpPr>
        <p:spPr>
          <a:xfrm>
            <a:off x="4047120" y="11354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9" name=""/>
          <p:cNvSpPr/>
          <p:nvPr/>
        </p:nvSpPr>
        <p:spPr>
          <a:xfrm>
            <a:off x="4894200" y="129492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0" name=""/>
          <p:cNvSpPr/>
          <p:nvPr/>
        </p:nvSpPr>
        <p:spPr>
          <a:xfrm>
            <a:off x="4894200" y="129492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1" name=""/>
          <p:cNvSpPr/>
          <p:nvPr/>
        </p:nvSpPr>
        <p:spPr>
          <a:xfrm>
            <a:off x="4201920" y="198468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2" name=""/>
          <p:cNvSpPr/>
          <p:nvPr/>
        </p:nvSpPr>
        <p:spPr>
          <a:xfrm>
            <a:off x="4201920" y="198468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3" name=""/>
          <p:cNvSpPr/>
          <p:nvPr/>
        </p:nvSpPr>
        <p:spPr>
          <a:xfrm>
            <a:off x="4941720" y="136044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4" name=""/>
          <p:cNvSpPr/>
          <p:nvPr/>
        </p:nvSpPr>
        <p:spPr>
          <a:xfrm>
            <a:off x="4941720" y="136044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5" name=""/>
          <p:cNvSpPr/>
          <p:nvPr/>
        </p:nvSpPr>
        <p:spPr>
          <a:xfrm>
            <a:off x="4320360" y="16023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6" name=""/>
          <p:cNvSpPr/>
          <p:nvPr/>
        </p:nvSpPr>
        <p:spPr>
          <a:xfrm>
            <a:off x="4320360" y="16023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7" name=""/>
          <p:cNvSpPr/>
          <p:nvPr/>
        </p:nvSpPr>
        <p:spPr>
          <a:xfrm>
            <a:off x="5000400" y="19875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628" name=""/>
          <p:cNvSpPr/>
          <p:nvPr/>
        </p:nvSpPr>
        <p:spPr>
          <a:xfrm>
            <a:off x="5000400" y="19875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9" name=""/>
          <p:cNvSpPr/>
          <p:nvPr/>
        </p:nvSpPr>
        <p:spPr>
          <a:xfrm>
            <a:off x="5042160" y="159948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0" name=""/>
          <p:cNvSpPr/>
          <p:nvPr/>
        </p:nvSpPr>
        <p:spPr>
          <a:xfrm>
            <a:off x="5042160" y="159948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1" name=""/>
          <p:cNvSpPr/>
          <p:nvPr/>
        </p:nvSpPr>
        <p:spPr>
          <a:xfrm>
            <a:off x="3353760" y="9374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4575B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632" name=""/>
          <p:cNvSpPr/>
          <p:nvPr/>
        </p:nvSpPr>
        <p:spPr>
          <a:xfrm>
            <a:off x="3353760" y="9374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4575B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3" name=""/>
          <p:cNvSpPr/>
          <p:nvPr/>
        </p:nvSpPr>
        <p:spPr>
          <a:xfrm>
            <a:off x="5143680" y="121716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634" name=""/>
          <p:cNvSpPr/>
          <p:nvPr/>
        </p:nvSpPr>
        <p:spPr>
          <a:xfrm>
            <a:off x="5143680" y="121716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5" name=""/>
          <p:cNvSpPr/>
          <p:nvPr/>
        </p:nvSpPr>
        <p:spPr>
          <a:xfrm>
            <a:off x="4486680" y="17265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EF8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6" name=""/>
          <p:cNvSpPr/>
          <p:nvPr/>
        </p:nvSpPr>
        <p:spPr>
          <a:xfrm>
            <a:off x="4486680" y="17265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EF8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7" name=""/>
          <p:cNvSpPr/>
          <p:nvPr/>
        </p:nvSpPr>
        <p:spPr>
          <a:xfrm>
            <a:off x="3807000" y="15433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8" name=""/>
          <p:cNvSpPr/>
          <p:nvPr/>
        </p:nvSpPr>
        <p:spPr>
          <a:xfrm>
            <a:off x="3807000" y="15433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9" name=""/>
          <p:cNvSpPr/>
          <p:nvPr/>
        </p:nvSpPr>
        <p:spPr>
          <a:xfrm>
            <a:off x="4120560" y="21178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640" name=""/>
          <p:cNvSpPr/>
          <p:nvPr/>
        </p:nvSpPr>
        <p:spPr>
          <a:xfrm>
            <a:off x="4120560" y="21178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1" name=""/>
          <p:cNvSpPr/>
          <p:nvPr/>
        </p:nvSpPr>
        <p:spPr>
          <a:xfrm>
            <a:off x="5152680" y="21153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2" name=""/>
          <p:cNvSpPr/>
          <p:nvPr/>
        </p:nvSpPr>
        <p:spPr>
          <a:xfrm>
            <a:off x="5152680" y="21153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3" name=""/>
          <p:cNvSpPr/>
          <p:nvPr/>
        </p:nvSpPr>
        <p:spPr>
          <a:xfrm>
            <a:off x="5106960" y="22460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4" name=""/>
          <p:cNvSpPr/>
          <p:nvPr/>
        </p:nvSpPr>
        <p:spPr>
          <a:xfrm>
            <a:off x="5106960" y="22460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5" name=""/>
          <p:cNvSpPr/>
          <p:nvPr/>
        </p:nvSpPr>
        <p:spPr>
          <a:xfrm>
            <a:off x="4157280" y="25765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E59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6" name=""/>
          <p:cNvSpPr/>
          <p:nvPr/>
        </p:nvSpPr>
        <p:spPr>
          <a:xfrm>
            <a:off x="4157280" y="25765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E59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7" name=""/>
          <p:cNvSpPr/>
          <p:nvPr/>
        </p:nvSpPr>
        <p:spPr>
          <a:xfrm>
            <a:off x="4374000" y="26197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DAEFF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8" name=""/>
          <p:cNvSpPr/>
          <p:nvPr/>
        </p:nvSpPr>
        <p:spPr>
          <a:xfrm>
            <a:off x="4374000" y="26197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DAEFF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9" name=""/>
          <p:cNvSpPr/>
          <p:nvPr/>
        </p:nvSpPr>
        <p:spPr>
          <a:xfrm>
            <a:off x="4277880" y="183636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0" name=""/>
          <p:cNvSpPr/>
          <p:nvPr/>
        </p:nvSpPr>
        <p:spPr>
          <a:xfrm>
            <a:off x="4277880" y="183636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1" name=""/>
          <p:cNvSpPr/>
          <p:nvPr/>
        </p:nvSpPr>
        <p:spPr>
          <a:xfrm>
            <a:off x="4004280" y="18532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ECA3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2" name=""/>
          <p:cNvSpPr/>
          <p:nvPr/>
        </p:nvSpPr>
        <p:spPr>
          <a:xfrm>
            <a:off x="4004280" y="18532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ECA3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3" name=""/>
          <p:cNvSpPr/>
          <p:nvPr/>
        </p:nvSpPr>
        <p:spPr>
          <a:xfrm>
            <a:off x="4948920" y="15465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4" name=""/>
          <p:cNvSpPr/>
          <p:nvPr/>
        </p:nvSpPr>
        <p:spPr>
          <a:xfrm>
            <a:off x="4948920" y="15465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5" name=""/>
          <p:cNvSpPr/>
          <p:nvPr/>
        </p:nvSpPr>
        <p:spPr>
          <a:xfrm>
            <a:off x="4343400" y="25628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6" name=""/>
          <p:cNvSpPr/>
          <p:nvPr/>
        </p:nvSpPr>
        <p:spPr>
          <a:xfrm>
            <a:off x="4343400" y="25628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7" name=""/>
          <p:cNvSpPr/>
          <p:nvPr/>
        </p:nvSpPr>
        <p:spPr>
          <a:xfrm>
            <a:off x="3634200" y="207756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8" name=""/>
          <p:cNvSpPr/>
          <p:nvPr/>
        </p:nvSpPr>
        <p:spPr>
          <a:xfrm>
            <a:off x="3634200" y="207756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9" name=""/>
          <p:cNvSpPr/>
          <p:nvPr/>
        </p:nvSpPr>
        <p:spPr>
          <a:xfrm>
            <a:off x="4713840" y="252396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0" name=""/>
          <p:cNvSpPr/>
          <p:nvPr/>
        </p:nvSpPr>
        <p:spPr>
          <a:xfrm>
            <a:off x="4713840" y="252396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1" name=""/>
          <p:cNvSpPr/>
          <p:nvPr/>
        </p:nvSpPr>
        <p:spPr>
          <a:xfrm>
            <a:off x="4565520" y="23403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2" name=""/>
          <p:cNvSpPr/>
          <p:nvPr/>
        </p:nvSpPr>
        <p:spPr>
          <a:xfrm>
            <a:off x="4565520" y="23403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3" name=""/>
          <p:cNvSpPr/>
          <p:nvPr/>
        </p:nvSpPr>
        <p:spPr>
          <a:xfrm>
            <a:off x="3989880" y="13820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4" name=""/>
          <p:cNvSpPr/>
          <p:nvPr/>
        </p:nvSpPr>
        <p:spPr>
          <a:xfrm>
            <a:off x="3989880" y="13820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5" name=""/>
          <p:cNvSpPr/>
          <p:nvPr/>
        </p:nvSpPr>
        <p:spPr>
          <a:xfrm>
            <a:off x="4492800" y="18511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6" name=""/>
          <p:cNvSpPr/>
          <p:nvPr/>
        </p:nvSpPr>
        <p:spPr>
          <a:xfrm>
            <a:off x="4492800" y="18511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7" name=""/>
          <p:cNvSpPr/>
          <p:nvPr/>
        </p:nvSpPr>
        <p:spPr>
          <a:xfrm>
            <a:off x="4026600" y="13917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DAEFF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8" name=""/>
          <p:cNvSpPr/>
          <p:nvPr/>
        </p:nvSpPr>
        <p:spPr>
          <a:xfrm>
            <a:off x="4026600" y="13917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DAEFF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9" name=""/>
          <p:cNvSpPr/>
          <p:nvPr/>
        </p:nvSpPr>
        <p:spPr>
          <a:xfrm>
            <a:off x="3789000" y="20930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0" name=""/>
          <p:cNvSpPr/>
          <p:nvPr/>
        </p:nvSpPr>
        <p:spPr>
          <a:xfrm>
            <a:off x="3789000" y="20930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1" name=""/>
          <p:cNvSpPr/>
          <p:nvPr/>
        </p:nvSpPr>
        <p:spPr>
          <a:xfrm>
            <a:off x="4362480" y="183708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C7E2EF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2" name=""/>
          <p:cNvSpPr/>
          <p:nvPr/>
        </p:nvSpPr>
        <p:spPr>
          <a:xfrm>
            <a:off x="4362480" y="183708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C7E2EF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3" name=""/>
          <p:cNvSpPr/>
          <p:nvPr/>
        </p:nvSpPr>
        <p:spPr>
          <a:xfrm>
            <a:off x="5187240" y="227808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A1C9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4" name=""/>
          <p:cNvSpPr/>
          <p:nvPr/>
        </p:nvSpPr>
        <p:spPr>
          <a:xfrm>
            <a:off x="5187240" y="227808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A1C9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5" name=""/>
          <p:cNvSpPr/>
          <p:nvPr/>
        </p:nvSpPr>
        <p:spPr>
          <a:xfrm>
            <a:off x="5195880" y="196668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676" name=""/>
          <p:cNvSpPr/>
          <p:nvPr/>
        </p:nvSpPr>
        <p:spPr>
          <a:xfrm>
            <a:off x="5195880" y="196668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7" name=""/>
          <p:cNvSpPr/>
          <p:nvPr/>
        </p:nvSpPr>
        <p:spPr>
          <a:xfrm>
            <a:off x="5255280" y="18741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FBB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8" name=""/>
          <p:cNvSpPr/>
          <p:nvPr/>
        </p:nvSpPr>
        <p:spPr>
          <a:xfrm>
            <a:off x="5255280" y="18741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FBB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9" name=""/>
          <p:cNvSpPr/>
          <p:nvPr/>
        </p:nvSpPr>
        <p:spPr>
          <a:xfrm>
            <a:off x="5155200" y="213732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0" name=""/>
          <p:cNvSpPr/>
          <p:nvPr/>
        </p:nvSpPr>
        <p:spPr>
          <a:xfrm>
            <a:off x="5155200" y="213732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1" name=""/>
          <p:cNvSpPr/>
          <p:nvPr/>
        </p:nvSpPr>
        <p:spPr>
          <a:xfrm>
            <a:off x="5016960" y="131976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2" name=""/>
          <p:cNvSpPr/>
          <p:nvPr/>
        </p:nvSpPr>
        <p:spPr>
          <a:xfrm>
            <a:off x="5016960" y="131976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3" name=""/>
          <p:cNvSpPr/>
          <p:nvPr/>
        </p:nvSpPr>
        <p:spPr>
          <a:xfrm>
            <a:off x="5243040" y="22237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684" name=""/>
          <p:cNvSpPr/>
          <p:nvPr/>
        </p:nvSpPr>
        <p:spPr>
          <a:xfrm>
            <a:off x="5243040" y="22237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5" name=""/>
          <p:cNvSpPr/>
          <p:nvPr/>
        </p:nvSpPr>
        <p:spPr>
          <a:xfrm>
            <a:off x="4125960" y="25790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6" name=""/>
          <p:cNvSpPr/>
          <p:nvPr/>
        </p:nvSpPr>
        <p:spPr>
          <a:xfrm>
            <a:off x="4125960" y="25790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7" name=""/>
          <p:cNvSpPr/>
          <p:nvPr/>
        </p:nvSpPr>
        <p:spPr>
          <a:xfrm>
            <a:off x="4946400" y="135756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8" name=""/>
          <p:cNvSpPr/>
          <p:nvPr/>
        </p:nvSpPr>
        <p:spPr>
          <a:xfrm>
            <a:off x="4946400" y="135756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9" name=""/>
          <p:cNvSpPr/>
          <p:nvPr/>
        </p:nvSpPr>
        <p:spPr>
          <a:xfrm>
            <a:off x="4997160" y="18709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CFEC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0" name=""/>
          <p:cNvSpPr/>
          <p:nvPr/>
        </p:nvSpPr>
        <p:spPr>
          <a:xfrm>
            <a:off x="4997160" y="18709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CFEC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1" name=""/>
          <p:cNvSpPr/>
          <p:nvPr/>
        </p:nvSpPr>
        <p:spPr>
          <a:xfrm>
            <a:off x="4393440" y="262944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2" name=""/>
          <p:cNvSpPr/>
          <p:nvPr/>
        </p:nvSpPr>
        <p:spPr>
          <a:xfrm>
            <a:off x="4393440" y="262944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3" name=""/>
          <p:cNvSpPr/>
          <p:nvPr/>
        </p:nvSpPr>
        <p:spPr>
          <a:xfrm>
            <a:off x="4390200" y="263376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A1C9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4" name=""/>
          <p:cNvSpPr/>
          <p:nvPr/>
        </p:nvSpPr>
        <p:spPr>
          <a:xfrm>
            <a:off x="4390200" y="263376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A1C9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5" name=""/>
          <p:cNvSpPr/>
          <p:nvPr/>
        </p:nvSpPr>
        <p:spPr>
          <a:xfrm>
            <a:off x="3877920" y="216936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6C98C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696" name=""/>
          <p:cNvSpPr/>
          <p:nvPr/>
        </p:nvSpPr>
        <p:spPr>
          <a:xfrm>
            <a:off x="3877920" y="216936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6C98C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7" name=""/>
          <p:cNvSpPr/>
          <p:nvPr/>
        </p:nvSpPr>
        <p:spPr>
          <a:xfrm>
            <a:off x="5163480" y="194292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698" name=""/>
          <p:cNvSpPr/>
          <p:nvPr/>
        </p:nvSpPr>
        <p:spPr>
          <a:xfrm>
            <a:off x="5163480" y="194292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9" name=""/>
          <p:cNvSpPr/>
          <p:nvPr/>
        </p:nvSpPr>
        <p:spPr>
          <a:xfrm>
            <a:off x="4376160" y="261900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F4A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0" name=""/>
          <p:cNvSpPr/>
          <p:nvPr/>
        </p:nvSpPr>
        <p:spPr>
          <a:xfrm>
            <a:off x="4376160" y="261900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F4A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1" name=""/>
          <p:cNvSpPr/>
          <p:nvPr/>
        </p:nvSpPr>
        <p:spPr>
          <a:xfrm>
            <a:off x="4395960" y="21427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2" name=""/>
          <p:cNvSpPr/>
          <p:nvPr/>
        </p:nvSpPr>
        <p:spPr>
          <a:xfrm>
            <a:off x="4395960" y="21427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3" name=""/>
          <p:cNvSpPr/>
          <p:nvPr/>
        </p:nvSpPr>
        <p:spPr>
          <a:xfrm>
            <a:off x="4878000" y="128160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DAEFF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4" name=""/>
          <p:cNvSpPr/>
          <p:nvPr/>
        </p:nvSpPr>
        <p:spPr>
          <a:xfrm>
            <a:off x="4878000" y="128160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DAEFF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5" name=""/>
          <p:cNvSpPr/>
          <p:nvPr/>
        </p:nvSpPr>
        <p:spPr>
          <a:xfrm>
            <a:off x="4650480" y="16268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706" name=""/>
          <p:cNvSpPr/>
          <p:nvPr/>
        </p:nvSpPr>
        <p:spPr>
          <a:xfrm>
            <a:off x="4650480" y="16268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7" name=""/>
          <p:cNvSpPr/>
          <p:nvPr/>
        </p:nvSpPr>
        <p:spPr>
          <a:xfrm>
            <a:off x="4667040" y="20786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708" name=""/>
          <p:cNvSpPr/>
          <p:nvPr/>
        </p:nvSpPr>
        <p:spPr>
          <a:xfrm>
            <a:off x="4667040" y="20786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9" name=""/>
          <p:cNvSpPr/>
          <p:nvPr/>
        </p:nvSpPr>
        <p:spPr>
          <a:xfrm>
            <a:off x="4256640" y="186120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710" name=""/>
          <p:cNvSpPr/>
          <p:nvPr/>
        </p:nvSpPr>
        <p:spPr>
          <a:xfrm>
            <a:off x="4256640" y="186120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1" name=""/>
          <p:cNvSpPr/>
          <p:nvPr/>
        </p:nvSpPr>
        <p:spPr>
          <a:xfrm>
            <a:off x="4566240" y="1238040"/>
            <a:ext cx="32040" cy="31320"/>
          </a:xfrm>
          <a:custGeom>
            <a:avLst/>
            <a:gdLst/>
            <a:ahLst/>
            <a:rect l="0" t="0" r="r" b="b"/>
            <a:pathLst>
              <a:path w="89" h="87">
                <a:moveTo>
                  <a:pt x="89" y="44"/>
                </a:moveTo>
                <a:cubicBezTo>
                  <a:pt x="89" y="101"/>
                  <a:pt x="0" y="101"/>
                  <a:pt x="0" y="44"/>
                </a:cubicBezTo>
                <a:cubicBezTo>
                  <a:pt x="0" y="-15"/>
                  <a:pt x="89" y="-15"/>
                  <a:pt x="89" y="44"/>
                </a:cubicBezTo>
                <a:close/>
              </a:path>
            </a:pathLst>
          </a:custGeom>
          <a:solidFill>
            <a:srgbClr val="F2764A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712" name=""/>
          <p:cNvSpPr/>
          <p:nvPr/>
        </p:nvSpPr>
        <p:spPr>
          <a:xfrm>
            <a:off x="4566240" y="1238040"/>
            <a:ext cx="32040" cy="31320"/>
          </a:xfrm>
          <a:custGeom>
            <a:avLst/>
            <a:gdLst/>
            <a:ahLst/>
            <a:rect l="0" t="0" r="r" b="b"/>
            <a:pathLst>
              <a:path fill="none" w="89" h="87">
                <a:moveTo>
                  <a:pt x="89" y="44"/>
                </a:moveTo>
                <a:cubicBezTo>
                  <a:pt x="89" y="101"/>
                  <a:pt x="0" y="101"/>
                  <a:pt x="0" y="44"/>
                </a:cubicBezTo>
                <a:cubicBezTo>
                  <a:pt x="0" y="-15"/>
                  <a:pt x="89" y="-15"/>
                  <a:pt x="89" y="44"/>
                </a:cubicBezTo>
              </a:path>
            </a:pathLst>
          </a:custGeom>
          <a:ln w="0">
            <a:solidFill>
              <a:srgbClr val="F2764A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3" name=""/>
          <p:cNvSpPr/>
          <p:nvPr/>
        </p:nvSpPr>
        <p:spPr>
          <a:xfrm>
            <a:off x="4816080" y="188604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FCFEC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4" name=""/>
          <p:cNvSpPr/>
          <p:nvPr/>
        </p:nvSpPr>
        <p:spPr>
          <a:xfrm>
            <a:off x="4816080" y="188604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FCFEC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5" name=""/>
          <p:cNvSpPr/>
          <p:nvPr/>
        </p:nvSpPr>
        <p:spPr>
          <a:xfrm>
            <a:off x="5131440" y="19724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FECA3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6" name=""/>
          <p:cNvSpPr/>
          <p:nvPr/>
        </p:nvSpPr>
        <p:spPr>
          <a:xfrm>
            <a:off x="5131440" y="19724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FECA3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7" name=""/>
          <p:cNvSpPr/>
          <p:nvPr/>
        </p:nvSpPr>
        <p:spPr>
          <a:xfrm>
            <a:off x="5073120" y="199620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A613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718" name=""/>
          <p:cNvSpPr/>
          <p:nvPr/>
        </p:nvSpPr>
        <p:spPr>
          <a:xfrm>
            <a:off x="5073120" y="199620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A613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9" name=""/>
          <p:cNvSpPr/>
          <p:nvPr/>
        </p:nvSpPr>
        <p:spPr>
          <a:xfrm>
            <a:off x="4876200" y="24343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0" name=""/>
          <p:cNvSpPr/>
          <p:nvPr/>
        </p:nvSpPr>
        <p:spPr>
          <a:xfrm>
            <a:off x="4876200" y="24343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1" name=""/>
          <p:cNvSpPr/>
          <p:nvPr/>
        </p:nvSpPr>
        <p:spPr>
          <a:xfrm>
            <a:off x="4389480" y="263376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8EBCD9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2" name=""/>
          <p:cNvSpPr/>
          <p:nvPr/>
        </p:nvSpPr>
        <p:spPr>
          <a:xfrm>
            <a:off x="4389480" y="263376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4"/>
                </a:moveTo>
                <a:cubicBezTo>
                  <a:pt x="87" y="101"/>
                  <a:pt x="0" y="101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8EBCD9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3" name=""/>
          <p:cNvSpPr/>
          <p:nvPr/>
        </p:nvSpPr>
        <p:spPr>
          <a:xfrm>
            <a:off x="4570200" y="290844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FB27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4" name=""/>
          <p:cNvSpPr/>
          <p:nvPr/>
        </p:nvSpPr>
        <p:spPr>
          <a:xfrm>
            <a:off x="4570200" y="290844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FB27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5" name=""/>
          <p:cNvSpPr/>
          <p:nvPr/>
        </p:nvSpPr>
        <p:spPr>
          <a:xfrm>
            <a:off x="3642120" y="206640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6" name=""/>
          <p:cNvSpPr/>
          <p:nvPr/>
        </p:nvSpPr>
        <p:spPr>
          <a:xfrm>
            <a:off x="3642120" y="206640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7" name=""/>
          <p:cNvSpPr/>
          <p:nvPr/>
        </p:nvSpPr>
        <p:spPr>
          <a:xfrm>
            <a:off x="4956840" y="140472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A1C9E1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8" name=""/>
          <p:cNvSpPr/>
          <p:nvPr/>
        </p:nvSpPr>
        <p:spPr>
          <a:xfrm>
            <a:off x="4956840" y="140472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A1C9E1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9" name=""/>
          <p:cNvSpPr/>
          <p:nvPr/>
        </p:nvSpPr>
        <p:spPr>
          <a:xfrm>
            <a:off x="3763440" y="24825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730" name=""/>
          <p:cNvSpPr/>
          <p:nvPr/>
        </p:nvSpPr>
        <p:spPr>
          <a:xfrm>
            <a:off x="3763440" y="24825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1" name=""/>
          <p:cNvSpPr/>
          <p:nvPr/>
        </p:nvSpPr>
        <p:spPr>
          <a:xfrm>
            <a:off x="5184720" y="229392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B4D6E8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2" name=""/>
          <p:cNvSpPr/>
          <p:nvPr/>
        </p:nvSpPr>
        <p:spPr>
          <a:xfrm>
            <a:off x="5184720" y="229392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B4D6E8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3" name=""/>
          <p:cNvSpPr/>
          <p:nvPr/>
        </p:nvSpPr>
        <p:spPr>
          <a:xfrm>
            <a:off x="5183280" y="131652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4" name=""/>
          <p:cNvSpPr/>
          <p:nvPr/>
        </p:nvSpPr>
        <p:spPr>
          <a:xfrm>
            <a:off x="5183280" y="131652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5" name=""/>
          <p:cNvSpPr/>
          <p:nvPr/>
        </p:nvSpPr>
        <p:spPr>
          <a:xfrm>
            <a:off x="4872240" y="126576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5FBD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6" name=""/>
          <p:cNvSpPr/>
          <p:nvPr/>
        </p:nvSpPr>
        <p:spPr>
          <a:xfrm>
            <a:off x="4872240" y="126576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5FBD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7" name=""/>
          <p:cNvSpPr/>
          <p:nvPr/>
        </p:nvSpPr>
        <p:spPr>
          <a:xfrm>
            <a:off x="4997880" y="21862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CFEC6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8" name=""/>
          <p:cNvSpPr/>
          <p:nvPr/>
        </p:nvSpPr>
        <p:spPr>
          <a:xfrm>
            <a:off x="4997880" y="21862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CFEC6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9" name=""/>
          <p:cNvSpPr/>
          <p:nvPr/>
        </p:nvSpPr>
        <p:spPr>
          <a:xfrm>
            <a:off x="5051880" y="1168920"/>
            <a:ext cx="31320" cy="31320"/>
          </a:xfrm>
          <a:custGeom>
            <a:avLst/>
            <a:gdLst/>
            <a:ahLst/>
            <a:rect l="0" t="0" r="r" b="b"/>
            <a:pathLst>
              <a:path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0" name=""/>
          <p:cNvSpPr/>
          <p:nvPr/>
        </p:nvSpPr>
        <p:spPr>
          <a:xfrm>
            <a:off x="5051880" y="1168920"/>
            <a:ext cx="31320" cy="31320"/>
          </a:xfrm>
          <a:custGeom>
            <a:avLst/>
            <a:gdLst/>
            <a:ahLst/>
            <a:rect l="0" t="0" r="r" b="b"/>
            <a:pathLst>
              <a:path fill="none" w="87" h="87">
                <a:moveTo>
                  <a:pt x="87" y="43"/>
                </a:moveTo>
                <a:cubicBezTo>
                  <a:pt x="87" y="102"/>
                  <a:pt x="0" y="102"/>
                  <a:pt x="0" y="43"/>
                </a:cubicBezTo>
                <a:cubicBezTo>
                  <a:pt x="0" y="-14"/>
                  <a:pt x="87" y="-14"/>
                  <a:pt x="87" y="43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1" name=""/>
          <p:cNvSpPr/>
          <p:nvPr/>
        </p:nvSpPr>
        <p:spPr>
          <a:xfrm>
            <a:off x="4421160" y="18050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2" name=""/>
          <p:cNvSpPr/>
          <p:nvPr/>
        </p:nvSpPr>
        <p:spPr>
          <a:xfrm>
            <a:off x="4421160" y="18050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3" name=""/>
          <p:cNvSpPr/>
          <p:nvPr/>
        </p:nvSpPr>
        <p:spPr>
          <a:xfrm>
            <a:off x="5263560" y="1841040"/>
            <a:ext cx="31680" cy="31680"/>
          </a:xfrm>
          <a:custGeom>
            <a:avLst/>
            <a:gdLst/>
            <a:ahLst/>
            <a:rect l="0" t="0" r="r" b="b"/>
            <a:pathLst>
              <a:path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744" name=""/>
          <p:cNvSpPr/>
          <p:nvPr/>
        </p:nvSpPr>
        <p:spPr>
          <a:xfrm>
            <a:off x="5263560" y="1841040"/>
            <a:ext cx="31680" cy="31680"/>
          </a:xfrm>
          <a:custGeom>
            <a:avLst/>
            <a:gdLst/>
            <a:ahLst/>
            <a:rect l="0" t="0" r="r" b="b"/>
            <a:pathLst>
              <a:path fill="none" w="88" h="88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5" name=""/>
          <p:cNvSpPr/>
          <p:nvPr/>
        </p:nvSpPr>
        <p:spPr>
          <a:xfrm>
            <a:off x="5039280" y="2588040"/>
            <a:ext cx="31680" cy="32040"/>
          </a:xfrm>
          <a:custGeom>
            <a:avLst/>
            <a:gdLst/>
            <a:ahLst/>
            <a:rect l="0" t="0" r="r" b="b"/>
            <a:pathLst>
              <a:path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746" name=""/>
          <p:cNvSpPr/>
          <p:nvPr/>
        </p:nvSpPr>
        <p:spPr>
          <a:xfrm>
            <a:off x="5039280" y="2588040"/>
            <a:ext cx="31680" cy="32040"/>
          </a:xfrm>
          <a:custGeom>
            <a:avLst/>
            <a:gdLst/>
            <a:ahLst/>
            <a:rect l="0" t="0" r="r" b="b"/>
            <a:pathLst>
              <a:path fill="none" w="88" h="89">
                <a:moveTo>
                  <a:pt x="88" y="44"/>
                </a:moveTo>
                <a:cubicBezTo>
                  <a:pt x="88" y="103"/>
                  <a:pt x="0" y="103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7" name=""/>
          <p:cNvSpPr/>
          <p:nvPr/>
        </p:nvSpPr>
        <p:spPr>
          <a:xfrm>
            <a:off x="5329080" y="19447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FB8A5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8" name=""/>
          <p:cNvSpPr/>
          <p:nvPr/>
        </p:nvSpPr>
        <p:spPr>
          <a:xfrm>
            <a:off x="5329080" y="19447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FB8A5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9" name=""/>
          <p:cNvSpPr/>
          <p:nvPr/>
        </p:nvSpPr>
        <p:spPr>
          <a:xfrm>
            <a:off x="5540040" y="219168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  <a:close/>
              </a:path>
            </a:pathLst>
          </a:custGeom>
          <a:solidFill>
            <a:srgbClr val="D73027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750" name=""/>
          <p:cNvSpPr/>
          <p:nvPr/>
        </p:nvSpPr>
        <p:spPr>
          <a:xfrm>
            <a:off x="5540040" y="219168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4"/>
                  <a:pt x="87" y="-14"/>
                  <a:pt x="87" y="44"/>
                </a:cubicBezTo>
              </a:path>
            </a:pathLst>
          </a:custGeom>
          <a:ln w="0">
            <a:solidFill>
              <a:srgbClr val="D73027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1" name=""/>
          <p:cNvSpPr/>
          <p:nvPr/>
        </p:nvSpPr>
        <p:spPr>
          <a:xfrm>
            <a:off x="5234400" y="182700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  <a:close/>
              </a:path>
            </a:pathLst>
          </a:custGeom>
          <a:solidFill>
            <a:srgbClr val="E14B32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752" name=""/>
          <p:cNvSpPr/>
          <p:nvPr/>
        </p:nvSpPr>
        <p:spPr>
          <a:xfrm>
            <a:off x="5234400" y="182700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1"/>
                  <a:pt x="0" y="101"/>
                  <a:pt x="0" y="44"/>
                </a:cubicBezTo>
                <a:cubicBezTo>
                  <a:pt x="0" y="-15"/>
                  <a:pt x="88" y="-15"/>
                  <a:pt x="88" y="44"/>
                </a:cubicBezTo>
              </a:path>
            </a:pathLst>
          </a:custGeom>
          <a:ln w="0">
            <a:solidFill>
              <a:srgbClr val="E14B32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3" name=""/>
          <p:cNvSpPr/>
          <p:nvPr/>
        </p:nvSpPr>
        <p:spPr>
          <a:xfrm>
            <a:off x="4883040" y="1466280"/>
            <a:ext cx="31320" cy="32040"/>
          </a:xfrm>
          <a:custGeom>
            <a:avLst/>
            <a:gdLst/>
            <a:ahLst/>
            <a:rect l="0" t="0" r="r" b="b"/>
            <a:pathLst>
              <a:path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FC67E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4" name=""/>
          <p:cNvSpPr/>
          <p:nvPr/>
        </p:nvSpPr>
        <p:spPr>
          <a:xfrm>
            <a:off x="4883040" y="1466280"/>
            <a:ext cx="31320" cy="32040"/>
          </a:xfrm>
          <a:custGeom>
            <a:avLst/>
            <a:gdLst/>
            <a:ahLst/>
            <a:rect l="0" t="0" r="r" b="b"/>
            <a:pathLst>
              <a:path fill="none" w="87" h="89">
                <a:moveTo>
                  <a:pt x="87" y="44"/>
                </a:moveTo>
                <a:cubicBezTo>
                  <a:pt x="87" y="103"/>
                  <a:pt x="0" y="103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FC67E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5" name=""/>
          <p:cNvSpPr/>
          <p:nvPr/>
        </p:nvSpPr>
        <p:spPr>
          <a:xfrm>
            <a:off x="5291280" y="197208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  <a:close/>
              </a:path>
            </a:pathLst>
          </a:custGeom>
          <a:solidFill>
            <a:srgbClr val="FEDA8B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6" name=""/>
          <p:cNvSpPr/>
          <p:nvPr/>
        </p:nvSpPr>
        <p:spPr>
          <a:xfrm>
            <a:off x="5291280" y="197208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4"/>
                </a:moveTo>
                <a:cubicBezTo>
                  <a:pt x="88" y="102"/>
                  <a:pt x="0" y="102"/>
                  <a:pt x="0" y="44"/>
                </a:cubicBezTo>
                <a:cubicBezTo>
                  <a:pt x="0" y="-14"/>
                  <a:pt x="88" y="-14"/>
                  <a:pt x="88" y="44"/>
                </a:cubicBezTo>
              </a:path>
            </a:pathLst>
          </a:custGeom>
          <a:ln w="0">
            <a:solidFill>
              <a:srgbClr val="FEDA8B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7" name=""/>
          <p:cNvSpPr/>
          <p:nvPr/>
        </p:nvSpPr>
        <p:spPr>
          <a:xfrm>
            <a:off x="5151240" y="2381040"/>
            <a:ext cx="31680" cy="31320"/>
          </a:xfrm>
          <a:custGeom>
            <a:avLst/>
            <a:gdLst/>
            <a:ahLst/>
            <a:rect l="0" t="0" r="r" b="b"/>
            <a:pathLst>
              <a:path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  <a:close/>
              </a:path>
            </a:pathLst>
          </a:custGeom>
          <a:solidFill>
            <a:srgbClr val="5986BD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758" name=""/>
          <p:cNvSpPr/>
          <p:nvPr/>
        </p:nvSpPr>
        <p:spPr>
          <a:xfrm>
            <a:off x="5151240" y="2381040"/>
            <a:ext cx="31680" cy="31320"/>
          </a:xfrm>
          <a:custGeom>
            <a:avLst/>
            <a:gdLst/>
            <a:ahLst/>
            <a:rect l="0" t="0" r="r" b="b"/>
            <a:pathLst>
              <a:path fill="none" w="88" h="87">
                <a:moveTo>
                  <a:pt x="88" y="43"/>
                </a:moveTo>
                <a:cubicBezTo>
                  <a:pt x="88" y="102"/>
                  <a:pt x="0" y="102"/>
                  <a:pt x="0" y="43"/>
                </a:cubicBezTo>
                <a:cubicBezTo>
                  <a:pt x="0" y="-14"/>
                  <a:pt x="88" y="-14"/>
                  <a:pt x="88" y="43"/>
                </a:cubicBezTo>
              </a:path>
            </a:pathLst>
          </a:custGeom>
          <a:ln w="0">
            <a:solidFill>
              <a:srgbClr val="5986BD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9" name=""/>
          <p:cNvSpPr/>
          <p:nvPr/>
        </p:nvSpPr>
        <p:spPr>
          <a:xfrm>
            <a:off x="3210480" y="2173320"/>
            <a:ext cx="31320" cy="31680"/>
          </a:xfrm>
          <a:custGeom>
            <a:avLst/>
            <a:gdLst/>
            <a:ahLst/>
            <a:rect l="0" t="0" r="r" b="b"/>
            <a:pathLst>
              <a:path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  <a:close/>
              </a:path>
            </a:pathLst>
          </a:custGeom>
          <a:solidFill>
            <a:srgbClr val="FE9E64">
              <a:alpha val="7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0" name=""/>
          <p:cNvSpPr/>
          <p:nvPr/>
        </p:nvSpPr>
        <p:spPr>
          <a:xfrm>
            <a:off x="3210480" y="2173320"/>
            <a:ext cx="31320" cy="31680"/>
          </a:xfrm>
          <a:custGeom>
            <a:avLst/>
            <a:gdLst/>
            <a:ahLst/>
            <a:rect l="0" t="0" r="r" b="b"/>
            <a:pathLst>
              <a:path fill="none" w="87" h="88">
                <a:moveTo>
                  <a:pt x="87" y="44"/>
                </a:moveTo>
                <a:cubicBezTo>
                  <a:pt x="87" y="102"/>
                  <a:pt x="0" y="102"/>
                  <a:pt x="0" y="44"/>
                </a:cubicBezTo>
                <a:cubicBezTo>
                  <a:pt x="0" y="-15"/>
                  <a:pt x="87" y="-15"/>
                  <a:pt x="87" y="44"/>
                </a:cubicBezTo>
              </a:path>
            </a:pathLst>
          </a:custGeom>
          <a:ln w="0">
            <a:solidFill>
              <a:srgbClr val="FE9E64">
                <a:alpha val="7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pic>
        <p:nvPicPr>
          <p:cNvPr id="3761" name=""/>
          <p:cNvPicPr/>
          <p:nvPr/>
        </p:nvPicPr>
        <p:blipFill>
          <a:blip r:embed="rId1"/>
          <a:stretch/>
        </p:blipFill>
        <p:spPr>
          <a:xfrm>
            <a:off x="3492720" y="4004280"/>
            <a:ext cx="1979640" cy="1076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3762" name=""/>
          <p:cNvSpPr/>
          <p:nvPr/>
        </p:nvSpPr>
        <p:spPr>
          <a:xfrm>
            <a:off x="3495960" y="4068360"/>
            <a:ext cx="0" cy="4392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3" name=""/>
          <p:cNvSpPr/>
          <p:nvPr/>
        </p:nvSpPr>
        <p:spPr>
          <a:xfrm>
            <a:off x="3890520" y="4068360"/>
            <a:ext cx="0" cy="4392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4" name=""/>
          <p:cNvSpPr/>
          <p:nvPr/>
        </p:nvSpPr>
        <p:spPr>
          <a:xfrm>
            <a:off x="4285080" y="4068360"/>
            <a:ext cx="0" cy="4392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5" name=""/>
          <p:cNvSpPr/>
          <p:nvPr/>
        </p:nvSpPr>
        <p:spPr>
          <a:xfrm>
            <a:off x="4680000" y="4068360"/>
            <a:ext cx="0" cy="4392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6" name=""/>
          <p:cNvSpPr/>
          <p:nvPr/>
        </p:nvSpPr>
        <p:spPr>
          <a:xfrm>
            <a:off x="5074560" y="4068360"/>
            <a:ext cx="0" cy="4392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7" name=""/>
          <p:cNvSpPr/>
          <p:nvPr/>
        </p:nvSpPr>
        <p:spPr>
          <a:xfrm>
            <a:off x="5469120" y="4068360"/>
            <a:ext cx="0" cy="4392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8" name=""/>
          <p:cNvSpPr/>
          <p:nvPr/>
        </p:nvSpPr>
        <p:spPr>
          <a:xfrm flipV="1">
            <a:off x="3495960" y="4004280"/>
            <a:ext cx="0" cy="4392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9" name=""/>
          <p:cNvSpPr/>
          <p:nvPr/>
        </p:nvSpPr>
        <p:spPr>
          <a:xfrm flipV="1">
            <a:off x="3890520" y="4004280"/>
            <a:ext cx="0" cy="4392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0" name=""/>
          <p:cNvSpPr/>
          <p:nvPr/>
        </p:nvSpPr>
        <p:spPr>
          <a:xfrm flipV="1">
            <a:off x="4285080" y="4004280"/>
            <a:ext cx="0" cy="4392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1" name=""/>
          <p:cNvSpPr/>
          <p:nvPr/>
        </p:nvSpPr>
        <p:spPr>
          <a:xfrm flipV="1">
            <a:off x="4680000" y="4004280"/>
            <a:ext cx="0" cy="4392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2" name=""/>
          <p:cNvSpPr/>
          <p:nvPr/>
        </p:nvSpPr>
        <p:spPr>
          <a:xfrm flipV="1">
            <a:off x="5074560" y="4004280"/>
            <a:ext cx="0" cy="4392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3" name=""/>
          <p:cNvSpPr/>
          <p:nvPr/>
        </p:nvSpPr>
        <p:spPr>
          <a:xfrm flipV="1">
            <a:off x="5469120" y="4004280"/>
            <a:ext cx="0" cy="4392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4" name=""/>
          <p:cNvSpPr txBox="1"/>
          <p:nvPr/>
        </p:nvSpPr>
        <p:spPr>
          <a:xfrm>
            <a:off x="2775240" y="4087080"/>
            <a:ext cx="693000" cy="102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0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Year of record</a:t>
            </a:r>
            <a:endParaRPr lang="en-US" sz="8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5" name=""/>
          <p:cNvSpPr txBox="1"/>
          <p:nvPr/>
        </p:nvSpPr>
        <p:spPr>
          <a:xfrm>
            <a:off x="3394440" y="4169520"/>
            <a:ext cx="21420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2000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6" name=""/>
          <p:cNvSpPr txBox="1"/>
          <p:nvPr/>
        </p:nvSpPr>
        <p:spPr>
          <a:xfrm>
            <a:off x="3789000" y="4169520"/>
            <a:ext cx="21420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2005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7" name=""/>
          <p:cNvSpPr txBox="1"/>
          <p:nvPr/>
        </p:nvSpPr>
        <p:spPr>
          <a:xfrm>
            <a:off x="4183560" y="4169520"/>
            <a:ext cx="21420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2010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8" name=""/>
          <p:cNvSpPr txBox="1"/>
          <p:nvPr/>
        </p:nvSpPr>
        <p:spPr>
          <a:xfrm>
            <a:off x="4578480" y="4169520"/>
            <a:ext cx="21420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2015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9" name=""/>
          <p:cNvSpPr txBox="1"/>
          <p:nvPr/>
        </p:nvSpPr>
        <p:spPr>
          <a:xfrm>
            <a:off x="4973040" y="4169520"/>
            <a:ext cx="21420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2020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0" name=""/>
          <p:cNvSpPr txBox="1"/>
          <p:nvPr/>
        </p:nvSpPr>
        <p:spPr>
          <a:xfrm>
            <a:off x="5367600" y="4169520"/>
            <a:ext cx="21420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2025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1" name=""/>
          <p:cNvSpPr/>
          <p:nvPr/>
        </p:nvSpPr>
        <p:spPr>
          <a:xfrm>
            <a:off x="8038440" y="1210320"/>
            <a:ext cx="109440" cy="121680"/>
          </a:xfrm>
          <a:custGeom>
            <a:avLst/>
            <a:gdLst/>
            <a:ahLst/>
            <a:rect l="0" t="0" r="r" b="b"/>
            <a:pathLst>
              <a:path w="304" h="338">
                <a:moveTo>
                  <a:pt x="168" y="3"/>
                </a:moveTo>
                <a:lnTo>
                  <a:pt x="168" y="2"/>
                </a:lnTo>
                <a:lnTo>
                  <a:pt x="169" y="2"/>
                </a:lnTo>
                <a:lnTo>
                  <a:pt x="169" y="3"/>
                </a:lnTo>
                <a:lnTo>
                  <a:pt x="170" y="4"/>
                </a:lnTo>
                <a:lnTo>
                  <a:pt x="170" y="5"/>
                </a:lnTo>
                <a:lnTo>
                  <a:pt x="170" y="6"/>
                </a:lnTo>
                <a:lnTo>
                  <a:pt x="172" y="7"/>
                </a:lnTo>
                <a:lnTo>
                  <a:pt x="170" y="10"/>
                </a:lnTo>
                <a:lnTo>
                  <a:pt x="169" y="11"/>
                </a:lnTo>
                <a:lnTo>
                  <a:pt x="169" y="12"/>
                </a:lnTo>
                <a:lnTo>
                  <a:pt x="169" y="13"/>
                </a:lnTo>
                <a:lnTo>
                  <a:pt x="169" y="14"/>
                </a:lnTo>
                <a:lnTo>
                  <a:pt x="168" y="16"/>
                </a:lnTo>
                <a:lnTo>
                  <a:pt x="169" y="17"/>
                </a:lnTo>
                <a:lnTo>
                  <a:pt x="169" y="18"/>
                </a:lnTo>
                <a:lnTo>
                  <a:pt x="170" y="19"/>
                </a:lnTo>
                <a:lnTo>
                  <a:pt x="172" y="20"/>
                </a:lnTo>
                <a:lnTo>
                  <a:pt x="172" y="21"/>
                </a:lnTo>
                <a:lnTo>
                  <a:pt x="174" y="24"/>
                </a:lnTo>
                <a:lnTo>
                  <a:pt x="175" y="25"/>
                </a:lnTo>
                <a:lnTo>
                  <a:pt x="176" y="25"/>
                </a:lnTo>
                <a:lnTo>
                  <a:pt x="177" y="26"/>
                </a:lnTo>
                <a:lnTo>
                  <a:pt x="177" y="27"/>
                </a:lnTo>
                <a:lnTo>
                  <a:pt x="176" y="29"/>
                </a:lnTo>
                <a:lnTo>
                  <a:pt x="177" y="29"/>
                </a:lnTo>
                <a:lnTo>
                  <a:pt x="178" y="30"/>
                </a:lnTo>
                <a:lnTo>
                  <a:pt x="179" y="31"/>
                </a:lnTo>
                <a:lnTo>
                  <a:pt x="180" y="31"/>
                </a:lnTo>
                <a:lnTo>
                  <a:pt x="180" y="32"/>
                </a:lnTo>
                <a:lnTo>
                  <a:pt x="181" y="32"/>
                </a:lnTo>
                <a:lnTo>
                  <a:pt x="183" y="33"/>
                </a:lnTo>
                <a:lnTo>
                  <a:pt x="184" y="33"/>
                </a:lnTo>
                <a:lnTo>
                  <a:pt x="184" y="34"/>
                </a:lnTo>
                <a:lnTo>
                  <a:pt x="184" y="35"/>
                </a:lnTo>
                <a:lnTo>
                  <a:pt x="185" y="35"/>
                </a:lnTo>
                <a:lnTo>
                  <a:pt x="185" y="34"/>
                </a:lnTo>
                <a:lnTo>
                  <a:pt x="187" y="35"/>
                </a:lnTo>
                <a:lnTo>
                  <a:pt x="188" y="35"/>
                </a:lnTo>
                <a:lnTo>
                  <a:pt x="190" y="38"/>
                </a:lnTo>
                <a:lnTo>
                  <a:pt x="190" y="39"/>
                </a:lnTo>
                <a:lnTo>
                  <a:pt x="191" y="40"/>
                </a:lnTo>
                <a:lnTo>
                  <a:pt x="191" y="41"/>
                </a:lnTo>
                <a:lnTo>
                  <a:pt x="192" y="42"/>
                </a:lnTo>
                <a:lnTo>
                  <a:pt x="193" y="41"/>
                </a:lnTo>
                <a:lnTo>
                  <a:pt x="193" y="40"/>
                </a:lnTo>
                <a:lnTo>
                  <a:pt x="194" y="40"/>
                </a:lnTo>
                <a:lnTo>
                  <a:pt x="195" y="41"/>
                </a:lnTo>
                <a:lnTo>
                  <a:pt x="196" y="41"/>
                </a:lnTo>
                <a:lnTo>
                  <a:pt x="197" y="41"/>
                </a:lnTo>
                <a:lnTo>
                  <a:pt x="199" y="42"/>
                </a:lnTo>
                <a:lnTo>
                  <a:pt x="200" y="42"/>
                </a:lnTo>
                <a:lnTo>
                  <a:pt x="200" y="43"/>
                </a:lnTo>
                <a:lnTo>
                  <a:pt x="201" y="43"/>
                </a:lnTo>
                <a:lnTo>
                  <a:pt x="201" y="44"/>
                </a:lnTo>
                <a:lnTo>
                  <a:pt x="203" y="45"/>
                </a:lnTo>
                <a:lnTo>
                  <a:pt x="204" y="46"/>
                </a:lnTo>
                <a:lnTo>
                  <a:pt x="204" y="47"/>
                </a:lnTo>
                <a:lnTo>
                  <a:pt x="205" y="47"/>
                </a:lnTo>
                <a:lnTo>
                  <a:pt x="204" y="47"/>
                </a:lnTo>
                <a:lnTo>
                  <a:pt x="204" y="48"/>
                </a:lnTo>
                <a:lnTo>
                  <a:pt x="205" y="48"/>
                </a:lnTo>
                <a:lnTo>
                  <a:pt x="205" y="49"/>
                </a:lnTo>
                <a:lnTo>
                  <a:pt x="206" y="49"/>
                </a:lnTo>
                <a:lnTo>
                  <a:pt x="207" y="49"/>
                </a:lnTo>
                <a:lnTo>
                  <a:pt x="207" y="50"/>
                </a:lnTo>
                <a:lnTo>
                  <a:pt x="207" y="51"/>
                </a:lnTo>
                <a:lnTo>
                  <a:pt x="207" y="53"/>
                </a:lnTo>
                <a:lnTo>
                  <a:pt x="207" y="52"/>
                </a:lnTo>
                <a:lnTo>
                  <a:pt x="207" y="53"/>
                </a:lnTo>
                <a:lnTo>
                  <a:pt x="208" y="53"/>
                </a:lnTo>
                <a:lnTo>
                  <a:pt x="208" y="54"/>
                </a:lnTo>
                <a:lnTo>
                  <a:pt x="208" y="53"/>
                </a:lnTo>
                <a:lnTo>
                  <a:pt x="210" y="53"/>
                </a:lnTo>
                <a:lnTo>
                  <a:pt x="211" y="54"/>
                </a:lnTo>
                <a:lnTo>
                  <a:pt x="212" y="54"/>
                </a:lnTo>
                <a:lnTo>
                  <a:pt x="212" y="55"/>
                </a:lnTo>
                <a:lnTo>
                  <a:pt x="212" y="56"/>
                </a:lnTo>
                <a:lnTo>
                  <a:pt x="212" y="58"/>
                </a:lnTo>
                <a:lnTo>
                  <a:pt x="213" y="59"/>
                </a:lnTo>
                <a:lnTo>
                  <a:pt x="214" y="60"/>
                </a:lnTo>
                <a:lnTo>
                  <a:pt x="215" y="60"/>
                </a:lnTo>
                <a:lnTo>
                  <a:pt x="216" y="62"/>
                </a:lnTo>
                <a:lnTo>
                  <a:pt x="216" y="63"/>
                </a:lnTo>
                <a:lnTo>
                  <a:pt x="217" y="63"/>
                </a:lnTo>
                <a:lnTo>
                  <a:pt x="219" y="64"/>
                </a:lnTo>
                <a:lnTo>
                  <a:pt x="220" y="65"/>
                </a:lnTo>
                <a:lnTo>
                  <a:pt x="220" y="66"/>
                </a:lnTo>
                <a:lnTo>
                  <a:pt x="222" y="67"/>
                </a:lnTo>
                <a:lnTo>
                  <a:pt x="223" y="67"/>
                </a:lnTo>
                <a:lnTo>
                  <a:pt x="226" y="68"/>
                </a:lnTo>
                <a:lnTo>
                  <a:pt x="230" y="68"/>
                </a:lnTo>
                <a:lnTo>
                  <a:pt x="231" y="67"/>
                </a:lnTo>
                <a:lnTo>
                  <a:pt x="232" y="67"/>
                </a:lnTo>
                <a:lnTo>
                  <a:pt x="232" y="66"/>
                </a:lnTo>
                <a:lnTo>
                  <a:pt x="234" y="66"/>
                </a:lnTo>
                <a:lnTo>
                  <a:pt x="236" y="66"/>
                </a:lnTo>
                <a:lnTo>
                  <a:pt x="237" y="66"/>
                </a:lnTo>
                <a:lnTo>
                  <a:pt x="238" y="66"/>
                </a:lnTo>
                <a:lnTo>
                  <a:pt x="238" y="65"/>
                </a:lnTo>
                <a:lnTo>
                  <a:pt x="239" y="65"/>
                </a:lnTo>
                <a:lnTo>
                  <a:pt x="240" y="65"/>
                </a:lnTo>
                <a:lnTo>
                  <a:pt x="241" y="64"/>
                </a:lnTo>
                <a:lnTo>
                  <a:pt x="242" y="64"/>
                </a:lnTo>
                <a:lnTo>
                  <a:pt x="242" y="65"/>
                </a:lnTo>
                <a:lnTo>
                  <a:pt x="243" y="65"/>
                </a:lnTo>
                <a:lnTo>
                  <a:pt x="245" y="65"/>
                </a:lnTo>
                <a:lnTo>
                  <a:pt x="246" y="66"/>
                </a:lnTo>
                <a:lnTo>
                  <a:pt x="249" y="65"/>
                </a:lnTo>
                <a:lnTo>
                  <a:pt x="251" y="65"/>
                </a:lnTo>
                <a:lnTo>
                  <a:pt x="254" y="65"/>
                </a:lnTo>
                <a:lnTo>
                  <a:pt x="257" y="65"/>
                </a:lnTo>
                <a:lnTo>
                  <a:pt x="258" y="65"/>
                </a:lnTo>
                <a:lnTo>
                  <a:pt x="260" y="66"/>
                </a:lnTo>
                <a:lnTo>
                  <a:pt x="261" y="67"/>
                </a:lnTo>
                <a:lnTo>
                  <a:pt x="262" y="68"/>
                </a:lnTo>
                <a:lnTo>
                  <a:pt x="263" y="68"/>
                </a:lnTo>
                <a:lnTo>
                  <a:pt x="264" y="67"/>
                </a:lnTo>
                <a:lnTo>
                  <a:pt x="265" y="66"/>
                </a:lnTo>
                <a:lnTo>
                  <a:pt x="266" y="67"/>
                </a:lnTo>
                <a:lnTo>
                  <a:pt x="268" y="69"/>
                </a:lnTo>
                <a:lnTo>
                  <a:pt x="269" y="70"/>
                </a:lnTo>
                <a:lnTo>
                  <a:pt x="270" y="70"/>
                </a:lnTo>
                <a:lnTo>
                  <a:pt x="275" y="70"/>
                </a:lnTo>
                <a:lnTo>
                  <a:pt x="277" y="69"/>
                </a:lnTo>
                <a:lnTo>
                  <a:pt x="277" y="68"/>
                </a:lnTo>
                <a:lnTo>
                  <a:pt x="277" y="67"/>
                </a:lnTo>
                <a:lnTo>
                  <a:pt x="278" y="66"/>
                </a:lnTo>
                <a:lnTo>
                  <a:pt x="280" y="66"/>
                </a:lnTo>
                <a:lnTo>
                  <a:pt x="281" y="65"/>
                </a:lnTo>
                <a:lnTo>
                  <a:pt x="283" y="65"/>
                </a:lnTo>
                <a:lnTo>
                  <a:pt x="285" y="64"/>
                </a:lnTo>
                <a:lnTo>
                  <a:pt x="287" y="62"/>
                </a:lnTo>
                <a:lnTo>
                  <a:pt x="288" y="62"/>
                </a:lnTo>
                <a:lnTo>
                  <a:pt x="289" y="62"/>
                </a:lnTo>
                <a:lnTo>
                  <a:pt x="290" y="63"/>
                </a:lnTo>
                <a:lnTo>
                  <a:pt x="293" y="64"/>
                </a:lnTo>
                <a:lnTo>
                  <a:pt x="296" y="64"/>
                </a:lnTo>
                <a:lnTo>
                  <a:pt x="297" y="64"/>
                </a:lnTo>
                <a:lnTo>
                  <a:pt x="299" y="63"/>
                </a:lnTo>
                <a:lnTo>
                  <a:pt x="301" y="63"/>
                </a:lnTo>
                <a:lnTo>
                  <a:pt x="302" y="64"/>
                </a:lnTo>
                <a:lnTo>
                  <a:pt x="302" y="65"/>
                </a:lnTo>
                <a:lnTo>
                  <a:pt x="303" y="65"/>
                </a:lnTo>
                <a:lnTo>
                  <a:pt x="304" y="66"/>
                </a:lnTo>
                <a:lnTo>
                  <a:pt x="304" y="67"/>
                </a:lnTo>
                <a:lnTo>
                  <a:pt x="303" y="67"/>
                </a:lnTo>
                <a:lnTo>
                  <a:pt x="303" y="68"/>
                </a:lnTo>
                <a:lnTo>
                  <a:pt x="303" y="69"/>
                </a:lnTo>
                <a:lnTo>
                  <a:pt x="303" y="71"/>
                </a:lnTo>
                <a:lnTo>
                  <a:pt x="301" y="72"/>
                </a:lnTo>
                <a:lnTo>
                  <a:pt x="299" y="72"/>
                </a:lnTo>
                <a:lnTo>
                  <a:pt x="299" y="71"/>
                </a:lnTo>
                <a:lnTo>
                  <a:pt x="299" y="70"/>
                </a:lnTo>
                <a:lnTo>
                  <a:pt x="298" y="70"/>
                </a:lnTo>
                <a:lnTo>
                  <a:pt x="298" y="69"/>
                </a:lnTo>
                <a:lnTo>
                  <a:pt x="297" y="68"/>
                </a:lnTo>
                <a:lnTo>
                  <a:pt x="296" y="68"/>
                </a:lnTo>
                <a:lnTo>
                  <a:pt x="295" y="69"/>
                </a:lnTo>
                <a:lnTo>
                  <a:pt x="294" y="69"/>
                </a:lnTo>
                <a:lnTo>
                  <a:pt x="295" y="70"/>
                </a:lnTo>
                <a:lnTo>
                  <a:pt x="295" y="72"/>
                </a:lnTo>
                <a:lnTo>
                  <a:pt x="295" y="73"/>
                </a:lnTo>
                <a:lnTo>
                  <a:pt x="295" y="74"/>
                </a:lnTo>
                <a:lnTo>
                  <a:pt x="294" y="74"/>
                </a:lnTo>
                <a:lnTo>
                  <a:pt x="293" y="75"/>
                </a:lnTo>
                <a:lnTo>
                  <a:pt x="293" y="74"/>
                </a:lnTo>
                <a:lnTo>
                  <a:pt x="292" y="73"/>
                </a:lnTo>
                <a:lnTo>
                  <a:pt x="292" y="72"/>
                </a:lnTo>
                <a:lnTo>
                  <a:pt x="291" y="72"/>
                </a:lnTo>
                <a:lnTo>
                  <a:pt x="291" y="73"/>
                </a:lnTo>
                <a:lnTo>
                  <a:pt x="291" y="74"/>
                </a:lnTo>
                <a:lnTo>
                  <a:pt x="291" y="75"/>
                </a:lnTo>
                <a:lnTo>
                  <a:pt x="292" y="76"/>
                </a:lnTo>
                <a:lnTo>
                  <a:pt x="291" y="76"/>
                </a:lnTo>
                <a:lnTo>
                  <a:pt x="291" y="77"/>
                </a:lnTo>
                <a:lnTo>
                  <a:pt x="290" y="78"/>
                </a:lnTo>
                <a:lnTo>
                  <a:pt x="290" y="79"/>
                </a:lnTo>
                <a:lnTo>
                  <a:pt x="290" y="80"/>
                </a:lnTo>
                <a:lnTo>
                  <a:pt x="292" y="84"/>
                </a:lnTo>
                <a:lnTo>
                  <a:pt x="293" y="84"/>
                </a:lnTo>
                <a:lnTo>
                  <a:pt x="294" y="85"/>
                </a:lnTo>
                <a:lnTo>
                  <a:pt x="293" y="85"/>
                </a:lnTo>
                <a:lnTo>
                  <a:pt x="292" y="86"/>
                </a:lnTo>
                <a:lnTo>
                  <a:pt x="292" y="87"/>
                </a:lnTo>
                <a:lnTo>
                  <a:pt x="290" y="86"/>
                </a:lnTo>
                <a:lnTo>
                  <a:pt x="289" y="86"/>
                </a:lnTo>
                <a:lnTo>
                  <a:pt x="288" y="88"/>
                </a:lnTo>
                <a:lnTo>
                  <a:pt x="288" y="89"/>
                </a:lnTo>
                <a:lnTo>
                  <a:pt x="287" y="89"/>
                </a:lnTo>
                <a:lnTo>
                  <a:pt x="286" y="89"/>
                </a:lnTo>
                <a:lnTo>
                  <a:pt x="286" y="88"/>
                </a:lnTo>
                <a:lnTo>
                  <a:pt x="283" y="86"/>
                </a:lnTo>
                <a:lnTo>
                  <a:pt x="281" y="85"/>
                </a:lnTo>
                <a:lnTo>
                  <a:pt x="280" y="85"/>
                </a:lnTo>
                <a:lnTo>
                  <a:pt x="279" y="86"/>
                </a:lnTo>
                <a:lnTo>
                  <a:pt x="278" y="87"/>
                </a:lnTo>
                <a:lnTo>
                  <a:pt x="278" y="86"/>
                </a:lnTo>
                <a:lnTo>
                  <a:pt x="276" y="87"/>
                </a:lnTo>
                <a:lnTo>
                  <a:pt x="275" y="87"/>
                </a:lnTo>
                <a:lnTo>
                  <a:pt x="275" y="88"/>
                </a:lnTo>
                <a:lnTo>
                  <a:pt x="274" y="89"/>
                </a:lnTo>
                <a:lnTo>
                  <a:pt x="272" y="90"/>
                </a:lnTo>
                <a:lnTo>
                  <a:pt x="271" y="91"/>
                </a:lnTo>
                <a:lnTo>
                  <a:pt x="270" y="91"/>
                </a:lnTo>
                <a:lnTo>
                  <a:pt x="267" y="94"/>
                </a:lnTo>
                <a:lnTo>
                  <a:pt x="267" y="95"/>
                </a:lnTo>
                <a:lnTo>
                  <a:pt x="268" y="98"/>
                </a:lnTo>
                <a:lnTo>
                  <a:pt x="269" y="100"/>
                </a:lnTo>
                <a:lnTo>
                  <a:pt x="270" y="100"/>
                </a:lnTo>
                <a:lnTo>
                  <a:pt x="270" y="101"/>
                </a:lnTo>
                <a:lnTo>
                  <a:pt x="269" y="101"/>
                </a:lnTo>
                <a:lnTo>
                  <a:pt x="267" y="101"/>
                </a:lnTo>
                <a:lnTo>
                  <a:pt x="266" y="101"/>
                </a:lnTo>
                <a:lnTo>
                  <a:pt x="265" y="102"/>
                </a:lnTo>
                <a:lnTo>
                  <a:pt x="264" y="102"/>
                </a:lnTo>
                <a:lnTo>
                  <a:pt x="263" y="102"/>
                </a:lnTo>
                <a:lnTo>
                  <a:pt x="263" y="101"/>
                </a:lnTo>
                <a:lnTo>
                  <a:pt x="263" y="102"/>
                </a:lnTo>
                <a:lnTo>
                  <a:pt x="262" y="102"/>
                </a:lnTo>
                <a:lnTo>
                  <a:pt x="262" y="105"/>
                </a:lnTo>
                <a:lnTo>
                  <a:pt x="263" y="106"/>
                </a:lnTo>
                <a:lnTo>
                  <a:pt x="263" y="105"/>
                </a:lnTo>
                <a:lnTo>
                  <a:pt x="263" y="106"/>
                </a:lnTo>
                <a:lnTo>
                  <a:pt x="264" y="106"/>
                </a:lnTo>
                <a:lnTo>
                  <a:pt x="265" y="108"/>
                </a:lnTo>
                <a:lnTo>
                  <a:pt x="265" y="109"/>
                </a:lnTo>
                <a:lnTo>
                  <a:pt x="266" y="110"/>
                </a:lnTo>
                <a:lnTo>
                  <a:pt x="267" y="112"/>
                </a:lnTo>
                <a:lnTo>
                  <a:pt x="267" y="113"/>
                </a:lnTo>
                <a:lnTo>
                  <a:pt x="269" y="114"/>
                </a:lnTo>
                <a:lnTo>
                  <a:pt x="271" y="116"/>
                </a:lnTo>
                <a:lnTo>
                  <a:pt x="271" y="117"/>
                </a:lnTo>
                <a:lnTo>
                  <a:pt x="270" y="119"/>
                </a:lnTo>
                <a:lnTo>
                  <a:pt x="269" y="120"/>
                </a:lnTo>
                <a:lnTo>
                  <a:pt x="268" y="121"/>
                </a:lnTo>
                <a:lnTo>
                  <a:pt x="269" y="125"/>
                </a:lnTo>
                <a:lnTo>
                  <a:pt x="269" y="126"/>
                </a:lnTo>
                <a:lnTo>
                  <a:pt x="268" y="128"/>
                </a:lnTo>
                <a:lnTo>
                  <a:pt x="267" y="130"/>
                </a:lnTo>
                <a:lnTo>
                  <a:pt x="267" y="131"/>
                </a:lnTo>
                <a:lnTo>
                  <a:pt x="268" y="131"/>
                </a:lnTo>
                <a:lnTo>
                  <a:pt x="269" y="131"/>
                </a:lnTo>
                <a:lnTo>
                  <a:pt x="270" y="131"/>
                </a:lnTo>
                <a:lnTo>
                  <a:pt x="271" y="131"/>
                </a:lnTo>
                <a:lnTo>
                  <a:pt x="271" y="132"/>
                </a:lnTo>
                <a:lnTo>
                  <a:pt x="272" y="134"/>
                </a:lnTo>
                <a:lnTo>
                  <a:pt x="273" y="134"/>
                </a:lnTo>
                <a:lnTo>
                  <a:pt x="273" y="135"/>
                </a:lnTo>
                <a:lnTo>
                  <a:pt x="273" y="136"/>
                </a:lnTo>
                <a:lnTo>
                  <a:pt x="274" y="137"/>
                </a:lnTo>
                <a:lnTo>
                  <a:pt x="274" y="138"/>
                </a:lnTo>
                <a:lnTo>
                  <a:pt x="275" y="138"/>
                </a:lnTo>
                <a:lnTo>
                  <a:pt x="275" y="137"/>
                </a:lnTo>
                <a:lnTo>
                  <a:pt x="276" y="138"/>
                </a:lnTo>
                <a:lnTo>
                  <a:pt x="276" y="139"/>
                </a:lnTo>
                <a:lnTo>
                  <a:pt x="276" y="140"/>
                </a:lnTo>
                <a:lnTo>
                  <a:pt x="276" y="141"/>
                </a:lnTo>
                <a:lnTo>
                  <a:pt x="277" y="143"/>
                </a:lnTo>
                <a:lnTo>
                  <a:pt x="279" y="144"/>
                </a:lnTo>
                <a:lnTo>
                  <a:pt x="280" y="145"/>
                </a:lnTo>
                <a:lnTo>
                  <a:pt x="280" y="146"/>
                </a:lnTo>
                <a:lnTo>
                  <a:pt x="280" y="147"/>
                </a:lnTo>
                <a:lnTo>
                  <a:pt x="280" y="148"/>
                </a:lnTo>
                <a:lnTo>
                  <a:pt x="281" y="149"/>
                </a:lnTo>
                <a:lnTo>
                  <a:pt x="282" y="149"/>
                </a:lnTo>
                <a:lnTo>
                  <a:pt x="282" y="148"/>
                </a:lnTo>
                <a:lnTo>
                  <a:pt x="283" y="148"/>
                </a:lnTo>
                <a:lnTo>
                  <a:pt x="285" y="147"/>
                </a:lnTo>
                <a:lnTo>
                  <a:pt x="285" y="146"/>
                </a:lnTo>
                <a:lnTo>
                  <a:pt x="286" y="146"/>
                </a:lnTo>
                <a:lnTo>
                  <a:pt x="287" y="148"/>
                </a:lnTo>
                <a:lnTo>
                  <a:pt x="287" y="150"/>
                </a:lnTo>
                <a:lnTo>
                  <a:pt x="288" y="152"/>
                </a:lnTo>
                <a:lnTo>
                  <a:pt x="289" y="153"/>
                </a:lnTo>
                <a:lnTo>
                  <a:pt x="288" y="153"/>
                </a:lnTo>
                <a:lnTo>
                  <a:pt x="288" y="154"/>
                </a:lnTo>
                <a:lnTo>
                  <a:pt x="288" y="155"/>
                </a:lnTo>
                <a:lnTo>
                  <a:pt x="290" y="156"/>
                </a:lnTo>
                <a:lnTo>
                  <a:pt x="290" y="158"/>
                </a:lnTo>
                <a:lnTo>
                  <a:pt x="291" y="158"/>
                </a:lnTo>
                <a:lnTo>
                  <a:pt x="292" y="157"/>
                </a:lnTo>
                <a:lnTo>
                  <a:pt x="293" y="157"/>
                </a:lnTo>
                <a:lnTo>
                  <a:pt x="294" y="157"/>
                </a:lnTo>
                <a:lnTo>
                  <a:pt x="295" y="157"/>
                </a:lnTo>
                <a:lnTo>
                  <a:pt x="296" y="158"/>
                </a:lnTo>
                <a:lnTo>
                  <a:pt x="296" y="157"/>
                </a:lnTo>
                <a:lnTo>
                  <a:pt x="297" y="158"/>
                </a:lnTo>
                <a:lnTo>
                  <a:pt x="297" y="159"/>
                </a:lnTo>
                <a:lnTo>
                  <a:pt x="296" y="159"/>
                </a:lnTo>
                <a:lnTo>
                  <a:pt x="295" y="159"/>
                </a:lnTo>
                <a:lnTo>
                  <a:pt x="295" y="161"/>
                </a:lnTo>
                <a:lnTo>
                  <a:pt x="296" y="162"/>
                </a:lnTo>
                <a:lnTo>
                  <a:pt x="298" y="162"/>
                </a:lnTo>
                <a:lnTo>
                  <a:pt x="297" y="162"/>
                </a:lnTo>
                <a:lnTo>
                  <a:pt x="296" y="163"/>
                </a:lnTo>
                <a:lnTo>
                  <a:pt x="296" y="162"/>
                </a:lnTo>
                <a:lnTo>
                  <a:pt x="296" y="163"/>
                </a:lnTo>
                <a:lnTo>
                  <a:pt x="297" y="167"/>
                </a:lnTo>
                <a:lnTo>
                  <a:pt x="297" y="165"/>
                </a:lnTo>
                <a:lnTo>
                  <a:pt x="298" y="165"/>
                </a:lnTo>
                <a:lnTo>
                  <a:pt x="298" y="164"/>
                </a:lnTo>
                <a:lnTo>
                  <a:pt x="299" y="164"/>
                </a:lnTo>
                <a:lnTo>
                  <a:pt x="299" y="165"/>
                </a:lnTo>
                <a:lnTo>
                  <a:pt x="300" y="165"/>
                </a:lnTo>
                <a:lnTo>
                  <a:pt x="300" y="167"/>
                </a:lnTo>
                <a:lnTo>
                  <a:pt x="298" y="168"/>
                </a:lnTo>
                <a:lnTo>
                  <a:pt x="297" y="169"/>
                </a:lnTo>
                <a:lnTo>
                  <a:pt x="295" y="170"/>
                </a:lnTo>
                <a:lnTo>
                  <a:pt x="292" y="170"/>
                </a:lnTo>
                <a:lnTo>
                  <a:pt x="292" y="171"/>
                </a:lnTo>
                <a:lnTo>
                  <a:pt x="293" y="172"/>
                </a:lnTo>
                <a:lnTo>
                  <a:pt x="294" y="173"/>
                </a:lnTo>
                <a:lnTo>
                  <a:pt x="294" y="174"/>
                </a:lnTo>
                <a:lnTo>
                  <a:pt x="293" y="175"/>
                </a:lnTo>
                <a:lnTo>
                  <a:pt x="294" y="176"/>
                </a:lnTo>
                <a:lnTo>
                  <a:pt x="294" y="177"/>
                </a:lnTo>
                <a:lnTo>
                  <a:pt x="293" y="177"/>
                </a:lnTo>
                <a:lnTo>
                  <a:pt x="293" y="178"/>
                </a:lnTo>
                <a:lnTo>
                  <a:pt x="292" y="178"/>
                </a:lnTo>
                <a:lnTo>
                  <a:pt x="291" y="179"/>
                </a:lnTo>
                <a:lnTo>
                  <a:pt x="290" y="179"/>
                </a:lnTo>
                <a:lnTo>
                  <a:pt x="289" y="178"/>
                </a:lnTo>
                <a:lnTo>
                  <a:pt x="287" y="178"/>
                </a:lnTo>
                <a:lnTo>
                  <a:pt x="286" y="179"/>
                </a:lnTo>
                <a:lnTo>
                  <a:pt x="286" y="180"/>
                </a:lnTo>
                <a:lnTo>
                  <a:pt x="286" y="181"/>
                </a:lnTo>
                <a:lnTo>
                  <a:pt x="285" y="182"/>
                </a:lnTo>
                <a:lnTo>
                  <a:pt x="285" y="183"/>
                </a:lnTo>
                <a:lnTo>
                  <a:pt x="284" y="182"/>
                </a:lnTo>
                <a:lnTo>
                  <a:pt x="283" y="182"/>
                </a:lnTo>
                <a:lnTo>
                  <a:pt x="282" y="184"/>
                </a:lnTo>
                <a:lnTo>
                  <a:pt x="281" y="184"/>
                </a:lnTo>
                <a:lnTo>
                  <a:pt x="280" y="184"/>
                </a:lnTo>
                <a:lnTo>
                  <a:pt x="278" y="184"/>
                </a:lnTo>
                <a:lnTo>
                  <a:pt x="276" y="185"/>
                </a:lnTo>
                <a:lnTo>
                  <a:pt x="275" y="187"/>
                </a:lnTo>
                <a:lnTo>
                  <a:pt x="275" y="188"/>
                </a:lnTo>
                <a:lnTo>
                  <a:pt x="275" y="189"/>
                </a:lnTo>
                <a:lnTo>
                  <a:pt x="273" y="189"/>
                </a:lnTo>
                <a:lnTo>
                  <a:pt x="273" y="190"/>
                </a:lnTo>
                <a:lnTo>
                  <a:pt x="273" y="191"/>
                </a:lnTo>
                <a:lnTo>
                  <a:pt x="273" y="192"/>
                </a:lnTo>
                <a:lnTo>
                  <a:pt x="272" y="192"/>
                </a:lnTo>
                <a:lnTo>
                  <a:pt x="272" y="193"/>
                </a:lnTo>
                <a:lnTo>
                  <a:pt x="273" y="193"/>
                </a:lnTo>
                <a:lnTo>
                  <a:pt x="272" y="194"/>
                </a:lnTo>
                <a:lnTo>
                  <a:pt x="271" y="195"/>
                </a:lnTo>
                <a:lnTo>
                  <a:pt x="271" y="194"/>
                </a:lnTo>
                <a:lnTo>
                  <a:pt x="270" y="194"/>
                </a:lnTo>
                <a:lnTo>
                  <a:pt x="270" y="193"/>
                </a:lnTo>
                <a:lnTo>
                  <a:pt x="270" y="192"/>
                </a:lnTo>
                <a:lnTo>
                  <a:pt x="269" y="192"/>
                </a:lnTo>
                <a:lnTo>
                  <a:pt x="268" y="192"/>
                </a:lnTo>
                <a:lnTo>
                  <a:pt x="268" y="193"/>
                </a:lnTo>
                <a:lnTo>
                  <a:pt x="269" y="193"/>
                </a:lnTo>
                <a:lnTo>
                  <a:pt x="269" y="194"/>
                </a:lnTo>
                <a:lnTo>
                  <a:pt x="269" y="195"/>
                </a:lnTo>
                <a:lnTo>
                  <a:pt x="268" y="195"/>
                </a:lnTo>
                <a:lnTo>
                  <a:pt x="267" y="194"/>
                </a:lnTo>
                <a:lnTo>
                  <a:pt x="266" y="194"/>
                </a:lnTo>
                <a:lnTo>
                  <a:pt x="265" y="194"/>
                </a:lnTo>
                <a:lnTo>
                  <a:pt x="265" y="195"/>
                </a:lnTo>
                <a:lnTo>
                  <a:pt x="263" y="196"/>
                </a:lnTo>
                <a:lnTo>
                  <a:pt x="262" y="197"/>
                </a:lnTo>
                <a:lnTo>
                  <a:pt x="261" y="197"/>
                </a:lnTo>
                <a:lnTo>
                  <a:pt x="260" y="196"/>
                </a:lnTo>
                <a:lnTo>
                  <a:pt x="259" y="195"/>
                </a:lnTo>
                <a:lnTo>
                  <a:pt x="256" y="195"/>
                </a:lnTo>
                <a:lnTo>
                  <a:pt x="254" y="195"/>
                </a:lnTo>
                <a:lnTo>
                  <a:pt x="254" y="196"/>
                </a:lnTo>
                <a:lnTo>
                  <a:pt x="253" y="197"/>
                </a:lnTo>
                <a:lnTo>
                  <a:pt x="252" y="197"/>
                </a:lnTo>
                <a:lnTo>
                  <a:pt x="251" y="198"/>
                </a:lnTo>
                <a:lnTo>
                  <a:pt x="251" y="199"/>
                </a:lnTo>
                <a:lnTo>
                  <a:pt x="250" y="199"/>
                </a:lnTo>
                <a:lnTo>
                  <a:pt x="249" y="200"/>
                </a:lnTo>
                <a:lnTo>
                  <a:pt x="248" y="201"/>
                </a:lnTo>
                <a:lnTo>
                  <a:pt x="247" y="202"/>
                </a:lnTo>
                <a:lnTo>
                  <a:pt x="246" y="204"/>
                </a:lnTo>
                <a:lnTo>
                  <a:pt x="246" y="205"/>
                </a:lnTo>
                <a:lnTo>
                  <a:pt x="246" y="206"/>
                </a:lnTo>
                <a:lnTo>
                  <a:pt x="245" y="206"/>
                </a:lnTo>
                <a:lnTo>
                  <a:pt x="242" y="206"/>
                </a:lnTo>
                <a:lnTo>
                  <a:pt x="241" y="205"/>
                </a:lnTo>
                <a:lnTo>
                  <a:pt x="240" y="205"/>
                </a:lnTo>
                <a:lnTo>
                  <a:pt x="239" y="205"/>
                </a:lnTo>
                <a:lnTo>
                  <a:pt x="238" y="205"/>
                </a:lnTo>
                <a:lnTo>
                  <a:pt x="237" y="203"/>
                </a:lnTo>
                <a:lnTo>
                  <a:pt x="235" y="203"/>
                </a:lnTo>
                <a:lnTo>
                  <a:pt x="235" y="204"/>
                </a:lnTo>
                <a:lnTo>
                  <a:pt x="234" y="204"/>
                </a:lnTo>
                <a:lnTo>
                  <a:pt x="233" y="205"/>
                </a:lnTo>
                <a:lnTo>
                  <a:pt x="232" y="204"/>
                </a:lnTo>
                <a:lnTo>
                  <a:pt x="231" y="203"/>
                </a:lnTo>
                <a:lnTo>
                  <a:pt x="230" y="204"/>
                </a:lnTo>
                <a:lnTo>
                  <a:pt x="229" y="204"/>
                </a:lnTo>
                <a:lnTo>
                  <a:pt x="228" y="203"/>
                </a:lnTo>
                <a:lnTo>
                  <a:pt x="227" y="203"/>
                </a:lnTo>
                <a:lnTo>
                  <a:pt x="227" y="204"/>
                </a:lnTo>
                <a:lnTo>
                  <a:pt x="226" y="205"/>
                </a:lnTo>
                <a:lnTo>
                  <a:pt x="225" y="205"/>
                </a:lnTo>
                <a:lnTo>
                  <a:pt x="224" y="205"/>
                </a:lnTo>
                <a:lnTo>
                  <a:pt x="223" y="206"/>
                </a:lnTo>
                <a:lnTo>
                  <a:pt x="222" y="206"/>
                </a:lnTo>
                <a:lnTo>
                  <a:pt x="222" y="207"/>
                </a:lnTo>
                <a:lnTo>
                  <a:pt x="221" y="206"/>
                </a:lnTo>
                <a:lnTo>
                  <a:pt x="220" y="205"/>
                </a:lnTo>
                <a:lnTo>
                  <a:pt x="220" y="204"/>
                </a:lnTo>
                <a:lnTo>
                  <a:pt x="218" y="204"/>
                </a:lnTo>
                <a:lnTo>
                  <a:pt x="218" y="205"/>
                </a:lnTo>
                <a:lnTo>
                  <a:pt x="216" y="205"/>
                </a:lnTo>
                <a:lnTo>
                  <a:pt x="215" y="207"/>
                </a:lnTo>
                <a:lnTo>
                  <a:pt x="214" y="208"/>
                </a:lnTo>
                <a:lnTo>
                  <a:pt x="214" y="209"/>
                </a:lnTo>
                <a:lnTo>
                  <a:pt x="214" y="210"/>
                </a:lnTo>
                <a:lnTo>
                  <a:pt x="211" y="210"/>
                </a:lnTo>
                <a:lnTo>
                  <a:pt x="210" y="210"/>
                </a:lnTo>
                <a:lnTo>
                  <a:pt x="210" y="209"/>
                </a:lnTo>
                <a:lnTo>
                  <a:pt x="208" y="209"/>
                </a:lnTo>
                <a:lnTo>
                  <a:pt x="208" y="210"/>
                </a:lnTo>
                <a:lnTo>
                  <a:pt x="208" y="211"/>
                </a:lnTo>
                <a:lnTo>
                  <a:pt x="208" y="214"/>
                </a:lnTo>
                <a:lnTo>
                  <a:pt x="208" y="215"/>
                </a:lnTo>
                <a:lnTo>
                  <a:pt x="208" y="216"/>
                </a:lnTo>
                <a:lnTo>
                  <a:pt x="208" y="217"/>
                </a:lnTo>
                <a:lnTo>
                  <a:pt x="208" y="218"/>
                </a:lnTo>
                <a:lnTo>
                  <a:pt x="209" y="218"/>
                </a:lnTo>
                <a:lnTo>
                  <a:pt x="208" y="218"/>
                </a:lnTo>
                <a:lnTo>
                  <a:pt x="208" y="219"/>
                </a:lnTo>
                <a:lnTo>
                  <a:pt x="208" y="220"/>
                </a:lnTo>
                <a:lnTo>
                  <a:pt x="207" y="221"/>
                </a:lnTo>
                <a:lnTo>
                  <a:pt x="207" y="222"/>
                </a:lnTo>
                <a:lnTo>
                  <a:pt x="207" y="223"/>
                </a:lnTo>
                <a:lnTo>
                  <a:pt x="206" y="224"/>
                </a:lnTo>
                <a:lnTo>
                  <a:pt x="206" y="225"/>
                </a:lnTo>
                <a:lnTo>
                  <a:pt x="207" y="226"/>
                </a:lnTo>
                <a:lnTo>
                  <a:pt x="208" y="226"/>
                </a:lnTo>
                <a:lnTo>
                  <a:pt x="209" y="226"/>
                </a:lnTo>
                <a:lnTo>
                  <a:pt x="210" y="226"/>
                </a:lnTo>
                <a:lnTo>
                  <a:pt x="210" y="227"/>
                </a:lnTo>
                <a:lnTo>
                  <a:pt x="211" y="228"/>
                </a:lnTo>
                <a:lnTo>
                  <a:pt x="211" y="230"/>
                </a:lnTo>
                <a:lnTo>
                  <a:pt x="211" y="231"/>
                </a:lnTo>
                <a:lnTo>
                  <a:pt x="211" y="233"/>
                </a:lnTo>
                <a:lnTo>
                  <a:pt x="211" y="234"/>
                </a:lnTo>
                <a:lnTo>
                  <a:pt x="212" y="235"/>
                </a:lnTo>
                <a:lnTo>
                  <a:pt x="212" y="236"/>
                </a:lnTo>
                <a:lnTo>
                  <a:pt x="212" y="238"/>
                </a:lnTo>
                <a:lnTo>
                  <a:pt x="212" y="240"/>
                </a:lnTo>
                <a:lnTo>
                  <a:pt x="213" y="240"/>
                </a:lnTo>
                <a:lnTo>
                  <a:pt x="214" y="241"/>
                </a:lnTo>
                <a:lnTo>
                  <a:pt x="215" y="241"/>
                </a:lnTo>
                <a:lnTo>
                  <a:pt x="216" y="241"/>
                </a:lnTo>
                <a:lnTo>
                  <a:pt x="216" y="240"/>
                </a:lnTo>
                <a:lnTo>
                  <a:pt x="216" y="239"/>
                </a:lnTo>
                <a:lnTo>
                  <a:pt x="217" y="239"/>
                </a:lnTo>
                <a:lnTo>
                  <a:pt x="217" y="240"/>
                </a:lnTo>
                <a:lnTo>
                  <a:pt x="218" y="241"/>
                </a:lnTo>
                <a:lnTo>
                  <a:pt x="219" y="241"/>
                </a:lnTo>
                <a:lnTo>
                  <a:pt x="220" y="242"/>
                </a:lnTo>
                <a:lnTo>
                  <a:pt x="220" y="243"/>
                </a:lnTo>
                <a:lnTo>
                  <a:pt x="222" y="245"/>
                </a:lnTo>
                <a:lnTo>
                  <a:pt x="223" y="245"/>
                </a:lnTo>
                <a:lnTo>
                  <a:pt x="224" y="246"/>
                </a:lnTo>
                <a:lnTo>
                  <a:pt x="225" y="246"/>
                </a:lnTo>
                <a:lnTo>
                  <a:pt x="227" y="246"/>
                </a:lnTo>
                <a:lnTo>
                  <a:pt x="228" y="246"/>
                </a:lnTo>
                <a:lnTo>
                  <a:pt x="229" y="246"/>
                </a:lnTo>
                <a:lnTo>
                  <a:pt x="229" y="247"/>
                </a:lnTo>
                <a:lnTo>
                  <a:pt x="230" y="248"/>
                </a:lnTo>
                <a:lnTo>
                  <a:pt x="231" y="249"/>
                </a:lnTo>
                <a:lnTo>
                  <a:pt x="232" y="249"/>
                </a:lnTo>
                <a:lnTo>
                  <a:pt x="233" y="249"/>
                </a:lnTo>
                <a:lnTo>
                  <a:pt x="233" y="248"/>
                </a:lnTo>
                <a:lnTo>
                  <a:pt x="232" y="248"/>
                </a:lnTo>
                <a:lnTo>
                  <a:pt x="232" y="247"/>
                </a:lnTo>
                <a:lnTo>
                  <a:pt x="231" y="246"/>
                </a:lnTo>
                <a:lnTo>
                  <a:pt x="231" y="245"/>
                </a:lnTo>
                <a:lnTo>
                  <a:pt x="232" y="245"/>
                </a:lnTo>
                <a:lnTo>
                  <a:pt x="233" y="245"/>
                </a:lnTo>
                <a:lnTo>
                  <a:pt x="234" y="246"/>
                </a:lnTo>
                <a:lnTo>
                  <a:pt x="235" y="246"/>
                </a:lnTo>
                <a:lnTo>
                  <a:pt x="236" y="248"/>
                </a:lnTo>
                <a:lnTo>
                  <a:pt x="236" y="249"/>
                </a:lnTo>
                <a:lnTo>
                  <a:pt x="236" y="251"/>
                </a:lnTo>
                <a:lnTo>
                  <a:pt x="236" y="252"/>
                </a:lnTo>
                <a:lnTo>
                  <a:pt x="236" y="253"/>
                </a:lnTo>
                <a:lnTo>
                  <a:pt x="237" y="253"/>
                </a:lnTo>
                <a:lnTo>
                  <a:pt x="238" y="254"/>
                </a:lnTo>
                <a:lnTo>
                  <a:pt x="238" y="255"/>
                </a:lnTo>
                <a:lnTo>
                  <a:pt x="238" y="256"/>
                </a:lnTo>
                <a:lnTo>
                  <a:pt x="239" y="257"/>
                </a:lnTo>
                <a:lnTo>
                  <a:pt x="240" y="258"/>
                </a:lnTo>
                <a:lnTo>
                  <a:pt x="240" y="259"/>
                </a:lnTo>
                <a:lnTo>
                  <a:pt x="240" y="260"/>
                </a:lnTo>
                <a:lnTo>
                  <a:pt x="240" y="259"/>
                </a:lnTo>
                <a:lnTo>
                  <a:pt x="239" y="259"/>
                </a:lnTo>
                <a:lnTo>
                  <a:pt x="238" y="259"/>
                </a:lnTo>
                <a:lnTo>
                  <a:pt x="237" y="259"/>
                </a:lnTo>
                <a:lnTo>
                  <a:pt x="236" y="259"/>
                </a:lnTo>
                <a:lnTo>
                  <a:pt x="236" y="260"/>
                </a:lnTo>
                <a:lnTo>
                  <a:pt x="235" y="260"/>
                </a:lnTo>
                <a:lnTo>
                  <a:pt x="235" y="261"/>
                </a:lnTo>
                <a:lnTo>
                  <a:pt x="235" y="262"/>
                </a:lnTo>
                <a:lnTo>
                  <a:pt x="234" y="262"/>
                </a:lnTo>
                <a:lnTo>
                  <a:pt x="234" y="263"/>
                </a:lnTo>
                <a:lnTo>
                  <a:pt x="233" y="263"/>
                </a:lnTo>
                <a:lnTo>
                  <a:pt x="233" y="264"/>
                </a:lnTo>
                <a:lnTo>
                  <a:pt x="233" y="265"/>
                </a:lnTo>
                <a:lnTo>
                  <a:pt x="234" y="265"/>
                </a:lnTo>
                <a:lnTo>
                  <a:pt x="235" y="265"/>
                </a:lnTo>
                <a:lnTo>
                  <a:pt x="236" y="266"/>
                </a:lnTo>
                <a:lnTo>
                  <a:pt x="236" y="267"/>
                </a:lnTo>
                <a:lnTo>
                  <a:pt x="236" y="268"/>
                </a:lnTo>
                <a:lnTo>
                  <a:pt x="235" y="268"/>
                </a:lnTo>
                <a:lnTo>
                  <a:pt x="236" y="269"/>
                </a:lnTo>
                <a:lnTo>
                  <a:pt x="236" y="270"/>
                </a:lnTo>
                <a:lnTo>
                  <a:pt x="235" y="270"/>
                </a:lnTo>
                <a:lnTo>
                  <a:pt x="234" y="270"/>
                </a:lnTo>
                <a:lnTo>
                  <a:pt x="235" y="270"/>
                </a:lnTo>
                <a:lnTo>
                  <a:pt x="234" y="271"/>
                </a:lnTo>
                <a:lnTo>
                  <a:pt x="233" y="271"/>
                </a:lnTo>
                <a:lnTo>
                  <a:pt x="232" y="271"/>
                </a:lnTo>
                <a:lnTo>
                  <a:pt x="232" y="273"/>
                </a:lnTo>
                <a:lnTo>
                  <a:pt x="233" y="274"/>
                </a:lnTo>
                <a:lnTo>
                  <a:pt x="233" y="275"/>
                </a:lnTo>
                <a:lnTo>
                  <a:pt x="233" y="276"/>
                </a:lnTo>
                <a:lnTo>
                  <a:pt x="234" y="277"/>
                </a:lnTo>
                <a:lnTo>
                  <a:pt x="234" y="278"/>
                </a:lnTo>
                <a:lnTo>
                  <a:pt x="235" y="278"/>
                </a:lnTo>
                <a:lnTo>
                  <a:pt x="236" y="278"/>
                </a:lnTo>
                <a:lnTo>
                  <a:pt x="236" y="279"/>
                </a:lnTo>
                <a:lnTo>
                  <a:pt x="237" y="280"/>
                </a:lnTo>
                <a:lnTo>
                  <a:pt x="236" y="280"/>
                </a:lnTo>
                <a:lnTo>
                  <a:pt x="236" y="281"/>
                </a:lnTo>
                <a:lnTo>
                  <a:pt x="235" y="281"/>
                </a:lnTo>
                <a:lnTo>
                  <a:pt x="234" y="282"/>
                </a:lnTo>
                <a:lnTo>
                  <a:pt x="234" y="281"/>
                </a:lnTo>
                <a:lnTo>
                  <a:pt x="233" y="282"/>
                </a:lnTo>
                <a:lnTo>
                  <a:pt x="232" y="282"/>
                </a:lnTo>
                <a:lnTo>
                  <a:pt x="231" y="283"/>
                </a:lnTo>
                <a:lnTo>
                  <a:pt x="230" y="283"/>
                </a:lnTo>
                <a:lnTo>
                  <a:pt x="230" y="284"/>
                </a:lnTo>
                <a:lnTo>
                  <a:pt x="229" y="284"/>
                </a:lnTo>
                <a:lnTo>
                  <a:pt x="228" y="284"/>
                </a:lnTo>
                <a:lnTo>
                  <a:pt x="228" y="285"/>
                </a:lnTo>
                <a:lnTo>
                  <a:pt x="228" y="286"/>
                </a:lnTo>
                <a:lnTo>
                  <a:pt x="228" y="287"/>
                </a:lnTo>
                <a:lnTo>
                  <a:pt x="227" y="288"/>
                </a:lnTo>
                <a:lnTo>
                  <a:pt x="226" y="289"/>
                </a:lnTo>
                <a:lnTo>
                  <a:pt x="225" y="290"/>
                </a:lnTo>
                <a:lnTo>
                  <a:pt x="225" y="291"/>
                </a:lnTo>
                <a:lnTo>
                  <a:pt x="225" y="292"/>
                </a:lnTo>
                <a:lnTo>
                  <a:pt x="226" y="292"/>
                </a:lnTo>
                <a:lnTo>
                  <a:pt x="226" y="293"/>
                </a:lnTo>
                <a:lnTo>
                  <a:pt x="227" y="293"/>
                </a:lnTo>
                <a:lnTo>
                  <a:pt x="227" y="295"/>
                </a:lnTo>
                <a:lnTo>
                  <a:pt x="226" y="295"/>
                </a:lnTo>
                <a:lnTo>
                  <a:pt x="225" y="295"/>
                </a:lnTo>
                <a:lnTo>
                  <a:pt x="225" y="294"/>
                </a:lnTo>
                <a:lnTo>
                  <a:pt x="224" y="294"/>
                </a:lnTo>
                <a:lnTo>
                  <a:pt x="224" y="295"/>
                </a:lnTo>
                <a:lnTo>
                  <a:pt x="223" y="295"/>
                </a:lnTo>
                <a:lnTo>
                  <a:pt x="223" y="296"/>
                </a:lnTo>
                <a:lnTo>
                  <a:pt x="222" y="296"/>
                </a:lnTo>
                <a:lnTo>
                  <a:pt x="220" y="297"/>
                </a:lnTo>
                <a:lnTo>
                  <a:pt x="220" y="298"/>
                </a:lnTo>
                <a:lnTo>
                  <a:pt x="220" y="300"/>
                </a:lnTo>
                <a:lnTo>
                  <a:pt x="219" y="301"/>
                </a:lnTo>
                <a:lnTo>
                  <a:pt x="219" y="300"/>
                </a:lnTo>
                <a:lnTo>
                  <a:pt x="218" y="299"/>
                </a:lnTo>
                <a:lnTo>
                  <a:pt x="218" y="298"/>
                </a:lnTo>
                <a:lnTo>
                  <a:pt x="217" y="298"/>
                </a:lnTo>
                <a:lnTo>
                  <a:pt x="216" y="297"/>
                </a:lnTo>
                <a:lnTo>
                  <a:pt x="216" y="296"/>
                </a:lnTo>
                <a:lnTo>
                  <a:pt x="214" y="296"/>
                </a:lnTo>
                <a:lnTo>
                  <a:pt x="213" y="296"/>
                </a:lnTo>
                <a:lnTo>
                  <a:pt x="212" y="296"/>
                </a:lnTo>
                <a:lnTo>
                  <a:pt x="212" y="297"/>
                </a:lnTo>
                <a:lnTo>
                  <a:pt x="211" y="296"/>
                </a:lnTo>
                <a:lnTo>
                  <a:pt x="210" y="295"/>
                </a:lnTo>
                <a:lnTo>
                  <a:pt x="209" y="295"/>
                </a:lnTo>
                <a:lnTo>
                  <a:pt x="209" y="296"/>
                </a:lnTo>
                <a:lnTo>
                  <a:pt x="208" y="296"/>
                </a:lnTo>
                <a:lnTo>
                  <a:pt x="208" y="297"/>
                </a:lnTo>
                <a:lnTo>
                  <a:pt x="207" y="296"/>
                </a:lnTo>
                <a:lnTo>
                  <a:pt x="206" y="296"/>
                </a:lnTo>
                <a:lnTo>
                  <a:pt x="206" y="297"/>
                </a:lnTo>
                <a:lnTo>
                  <a:pt x="207" y="298"/>
                </a:lnTo>
                <a:lnTo>
                  <a:pt x="207" y="299"/>
                </a:lnTo>
                <a:lnTo>
                  <a:pt x="208" y="299"/>
                </a:lnTo>
                <a:lnTo>
                  <a:pt x="209" y="300"/>
                </a:lnTo>
                <a:lnTo>
                  <a:pt x="211" y="301"/>
                </a:lnTo>
                <a:lnTo>
                  <a:pt x="211" y="302"/>
                </a:lnTo>
                <a:lnTo>
                  <a:pt x="210" y="302"/>
                </a:lnTo>
                <a:lnTo>
                  <a:pt x="209" y="302"/>
                </a:lnTo>
                <a:lnTo>
                  <a:pt x="208" y="303"/>
                </a:lnTo>
                <a:lnTo>
                  <a:pt x="207" y="303"/>
                </a:lnTo>
                <a:lnTo>
                  <a:pt x="207" y="302"/>
                </a:lnTo>
                <a:lnTo>
                  <a:pt x="206" y="302"/>
                </a:lnTo>
                <a:lnTo>
                  <a:pt x="206" y="301"/>
                </a:lnTo>
                <a:lnTo>
                  <a:pt x="205" y="301"/>
                </a:lnTo>
                <a:lnTo>
                  <a:pt x="203" y="301"/>
                </a:lnTo>
                <a:lnTo>
                  <a:pt x="202" y="300"/>
                </a:lnTo>
                <a:lnTo>
                  <a:pt x="201" y="300"/>
                </a:lnTo>
                <a:lnTo>
                  <a:pt x="200" y="300"/>
                </a:lnTo>
                <a:lnTo>
                  <a:pt x="200" y="301"/>
                </a:lnTo>
                <a:lnTo>
                  <a:pt x="198" y="302"/>
                </a:lnTo>
                <a:lnTo>
                  <a:pt x="198" y="301"/>
                </a:lnTo>
                <a:lnTo>
                  <a:pt x="197" y="301"/>
                </a:lnTo>
                <a:lnTo>
                  <a:pt x="197" y="302"/>
                </a:lnTo>
                <a:lnTo>
                  <a:pt x="196" y="302"/>
                </a:lnTo>
                <a:lnTo>
                  <a:pt x="195" y="302"/>
                </a:lnTo>
                <a:lnTo>
                  <a:pt x="194" y="302"/>
                </a:lnTo>
                <a:lnTo>
                  <a:pt x="193" y="301"/>
                </a:lnTo>
                <a:lnTo>
                  <a:pt x="193" y="300"/>
                </a:lnTo>
                <a:lnTo>
                  <a:pt x="193" y="299"/>
                </a:lnTo>
                <a:lnTo>
                  <a:pt x="192" y="298"/>
                </a:lnTo>
                <a:lnTo>
                  <a:pt x="192" y="297"/>
                </a:lnTo>
                <a:lnTo>
                  <a:pt x="191" y="297"/>
                </a:lnTo>
                <a:lnTo>
                  <a:pt x="190" y="298"/>
                </a:lnTo>
                <a:lnTo>
                  <a:pt x="191" y="298"/>
                </a:lnTo>
                <a:lnTo>
                  <a:pt x="190" y="299"/>
                </a:lnTo>
                <a:lnTo>
                  <a:pt x="189" y="298"/>
                </a:lnTo>
                <a:lnTo>
                  <a:pt x="188" y="298"/>
                </a:lnTo>
                <a:lnTo>
                  <a:pt x="187" y="298"/>
                </a:lnTo>
                <a:lnTo>
                  <a:pt x="187" y="299"/>
                </a:lnTo>
                <a:lnTo>
                  <a:pt x="186" y="299"/>
                </a:lnTo>
                <a:lnTo>
                  <a:pt x="185" y="299"/>
                </a:lnTo>
                <a:lnTo>
                  <a:pt x="185" y="300"/>
                </a:lnTo>
                <a:lnTo>
                  <a:pt x="186" y="300"/>
                </a:lnTo>
                <a:lnTo>
                  <a:pt x="186" y="301"/>
                </a:lnTo>
                <a:lnTo>
                  <a:pt x="185" y="302"/>
                </a:lnTo>
                <a:lnTo>
                  <a:pt x="184" y="303"/>
                </a:lnTo>
                <a:lnTo>
                  <a:pt x="183" y="304"/>
                </a:lnTo>
                <a:lnTo>
                  <a:pt x="182" y="304"/>
                </a:lnTo>
                <a:lnTo>
                  <a:pt x="183" y="304"/>
                </a:lnTo>
                <a:lnTo>
                  <a:pt x="183" y="303"/>
                </a:lnTo>
                <a:lnTo>
                  <a:pt x="182" y="303"/>
                </a:lnTo>
                <a:lnTo>
                  <a:pt x="182" y="304"/>
                </a:lnTo>
                <a:lnTo>
                  <a:pt x="181" y="305"/>
                </a:lnTo>
                <a:lnTo>
                  <a:pt x="181" y="304"/>
                </a:lnTo>
                <a:lnTo>
                  <a:pt x="180" y="304"/>
                </a:lnTo>
                <a:lnTo>
                  <a:pt x="179" y="306"/>
                </a:lnTo>
                <a:lnTo>
                  <a:pt x="179" y="307"/>
                </a:lnTo>
                <a:lnTo>
                  <a:pt x="179" y="308"/>
                </a:lnTo>
                <a:lnTo>
                  <a:pt x="180" y="308"/>
                </a:lnTo>
                <a:lnTo>
                  <a:pt x="180" y="309"/>
                </a:lnTo>
                <a:lnTo>
                  <a:pt x="179" y="310"/>
                </a:lnTo>
                <a:lnTo>
                  <a:pt x="179" y="311"/>
                </a:lnTo>
                <a:lnTo>
                  <a:pt x="178" y="311"/>
                </a:lnTo>
                <a:lnTo>
                  <a:pt x="178" y="312"/>
                </a:lnTo>
                <a:lnTo>
                  <a:pt x="178" y="313"/>
                </a:lnTo>
                <a:lnTo>
                  <a:pt x="178" y="314"/>
                </a:lnTo>
                <a:lnTo>
                  <a:pt x="176" y="314"/>
                </a:lnTo>
                <a:lnTo>
                  <a:pt x="175" y="315"/>
                </a:lnTo>
                <a:lnTo>
                  <a:pt x="175" y="314"/>
                </a:lnTo>
                <a:lnTo>
                  <a:pt x="173" y="314"/>
                </a:lnTo>
                <a:lnTo>
                  <a:pt x="173" y="315"/>
                </a:lnTo>
                <a:lnTo>
                  <a:pt x="174" y="316"/>
                </a:lnTo>
                <a:lnTo>
                  <a:pt x="174" y="317"/>
                </a:lnTo>
                <a:lnTo>
                  <a:pt x="174" y="318"/>
                </a:lnTo>
                <a:lnTo>
                  <a:pt x="173" y="318"/>
                </a:lnTo>
                <a:lnTo>
                  <a:pt x="172" y="318"/>
                </a:lnTo>
                <a:lnTo>
                  <a:pt x="172" y="319"/>
                </a:lnTo>
                <a:lnTo>
                  <a:pt x="172" y="320"/>
                </a:lnTo>
                <a:lnTo>
                  <a:pt x="169" y="320"/>
                </a:lnTo>
                <a:lnTo>
                  <a:pt x="167" y="320"/>
                </a:lnTo>
                <a:lnTo>
                  <a:pt x="167" y="321"/>
                </a:lnTo>
                <a:lnTo>
                  <a:pt x="167" y="323"/>
                </a:lnTo>
                <a:lnTo>
                  <a:pt x="168" y="323"/>
                </a:lnTo>
                <a:lnTo>
                  <a:pt x="168" y="324"/>
                </a:lnTo>
                <a:lnTo>
                  <a:pt x="167" y="324"/>
                </a:lnTo>
                <a:lnTo>
                  <a:pt x="166" y="324"/>
                </a:lnTo>
                <a:lnTo>
                  <a:pt x="165" y="324"/>
                </a:lnTo>
                <a:lnTo>
                  <a:pt x="165" y="323"/>
                </a:lnTo>
                <a:lnTo>
                  <a:pt x="165" y="322"/>
                </a:lnTo>
                <a:lnTo>
                  <a:pt x="164" y="321"/>
                </a:lnTo>
                <a:lnTo>
                  <a:pt x="163" y="321"/>
                </a:lnTo>
                <a:lnTo>
                  <a:pt x="162" y="321"/>
                </a:lnTo>
                <a:lnTo>
                  <a:pt x="161" y="321"/>
                </a:lnTo>
                <a:lnTo>
                  <a:pt x="162" y="322"/>
                </a:lnTo>
                <a:lnTo>
                  <a:pt x="162" y="324"/>
                </a:lnTo>
                <a:lnTo>
                  <a:pt x="163" y="324"/>
                </a:lnTo>
                <a:lnTo>
                  <a:pt x="164" y="325"/>
                </a:lnTo>
                <a:lnTo>
                  <a:pt x="165" y="326"/>
                </a:lnTo>
                <a:lnTo>
                  <a:pt x="165" y="327"/>
                </a:lnTo>
                <a:lnTo>
                  <a:pt x="164" y="327"/>
                </a:lnTo>
                <a:lnTo>
                  <a:pt x="164" y="328"/>
                </a:lnTo>
                <a:lnTo>
                  <a:pt x="164" y="329"/>
                </a:lnTo>
                <a:lnTo>
                  <a:pt x="164" y="330"/>
                </a:lnTo>
                <a:lnTo>
                  <a:pt x="165" y="329"/>
                </a:lnTo>
                <a:lnTo>
                  <a:pt x="166" y="329"/>
                </a:lnTo>
                <a:lnTo>
                  <a:pt x="167" y="330"/>
                </a:lnTo>
                <a:lnTo>
                  <a:pt x="166" y="330"/>
                </a:lnTo>
                <a:lnTo>
                  <a:pt x="166" y="331"/>
                </a:lnTo>
                <a:lnTo>
                  <a:pt x="167" y="331"/>
                </a:lnTo>
                <a:lnTo>
                  <a:pt x="167" y="330"/>
                </a:lnTo>
                <a:lnTo>
                  <a:pt x="168" y="330"/>
                </a:lnTo>
                <a:lnTo>
                  <a:pt x="168" y="329"/>
                </a:lnTo>
                <a:lnTo>
                  <a:pt x="169" y="329"/>
                </a:lnTo>
                <a:lnTo>
                  <a:pt x="169" y="330"/>
                </a:lnTo>
                <a:lnTo>
                  <a:pt x="170" y="331"/>
                </a:lnTo>
                <a:lnTo>
                  <a:pt x="170" y="332"/>
                </a:lnTo>
                <a:lnTo>
                  <a:pt x="170" y="333"/>
                </a:lnTo>
                <a:lnTo>
                  <a:pt x="172" y="334"/>
                </a:lnTo>
                <a:lnTo>
                  <a:pt x="172" y="335"/>
                </a:lnTo>
                <a:lnTo>
                  <a:pt x="172" y="336"/>
                </a:lnTo>
                <a:lnTo>
                  <a:pt x="170" y="337"/>
                </a:lnTo>
                <a:lnTo>
                  <a:pt x="169" y="337"/>
                </a:lnTo>
                <a:lnTo>
                  <a:pt x="168" y="337"/>
                </a:lnTo>
                <a:lnTo>
                  <a:pt x="168" y="338"/>
                </a:lnTo>
                <a:lnTo>
                  <a:pt x="167" y="337"/>
                </a:lnTo>
                <a:lnTo>
                  <a:pt x="166" y="337"/>
                </a:lnTo>
                <a:lnTo>
                  <a:pt x="164" y="337"/>
                </a:lnTo>
                <a:lnTo>
                  <a:pt x="163" y="337"/>
                </a:lnTo>
                <a:lnTo>
                  <a:pt x="162" y="337"/>
                </a:lnTo>
                <a:lnTo>
                  <a:pt x="162" y="336"/>
                </a:lnTo>
                <a:lnTo>
                  <a:pt x="161" y="337"/>
                </a:lnTo>
                <a:lnTo>
                  <a:pt x="160" y="337"/>
                </a:lnTo>
                <a:lnTo>
                  <a:pt x="158" y="337"/>
                </a:lnTo>
                <a:lnTo>
                  <a:pt x="157" y="337"/>
                </a:lnTo>
                <a:lnTo>
                  <a:pt x="155" y="337"/>
                </a:lnTo>
                <a:lnTo>
                  <a:pt x="154" y="337"/>
                </a:lnTo>
                <a:lnTo>
                  <a:pt x="152" y="337"/>
                </a:lnTo>
                <a:lnTo>
                  <a:pt x="151" y="336"/>
                </a:lnTo>
                <a:lnTo>
                  <a:pt x="150" y="335"/>
                </a:lnTo>
                <a:lnTo>
                  <a:pt x="150" y="334"/>
                </a:lnTo>
                <a:lnTo>
                  <a:pt x="149" y="333"/>
                </a:lnTo>
                <a:lnTo>
                  <a:pt x="148" y="332"/>
                </a:lnTo>
                <a:lnTo>
                  <a:pt x="148" y="331"/>
                </a:lnTo>
                <a:lnTo>
                  <a:pt x="147" y="330"/>
                </a:lnTo>
                <a:lnTo>
                  <a:pt x="145" y="330"/>
                </a:lnTo>
                <a:lnTo>
                  <a:pt x="143" y="330"/>
                </a:lnTo>
                <a:lnTo>
                  <a:pt x="140" y="329"/>
                </a:lnTo>
                <a:lnTo>
                  <a:pt x="140" y="328"/>
                </a:lnTo>
                <a:lnTo>
                  <a:pt x="139" y="328"/>
                </a:lnTo>
                <a:lnTo>
                  <a:pt x="139" y="327"/>
                </a:lnTo>
                <a:lnTo>
                  <a:pt x="138" y="327"/>
                </a:lnTo>
                <a:lnTo>
                  <a:pt x="137" y="326"/>
                </a:lnTo>
                <a:lnTo>
                  <a:pt x="137" y="325"/>
                </a:lnTo>
                <a:lnTo>
                  <a:pt x="137" y="323"/>
                </a:lnTo>
                <a:lnTo>
                  <a:pt x="137" y="322"/>
                </a:lnTo>
                <a:lnTo>
                  <a:pt x="137" y="321"/>
                </a:lnTo>
                <a:lnTo>
                  <a:pt x="137" y="320"/>
                </a:lnTo>
                <a:lnTo>
                  <a:pt x="136" y="320"/>
                </a:lnTo>
                <a:lnTo>
                  <a:pt x="136" y="318"/>
                </a:lnTo>
                <a:lnTo>
                  <a:pt x="137" y="318"/>
                </a:lnTo>
                <a:lnTo>
                  <a:pt x="137" y="317"/>
                </a:lnTo>
                <a:lnTo>
                  <a:pt x="136" y="317"/>
                </a:lnTo>
                <a:lnTo>
                  <a:pt x="136" y="316"/>
                </a:lnTo>
                <a:lnTo>
                  <a:pt x="135" y="316"/>
                </a:lnTo>
                <a:lnTo>
                  <a:pt x="134" y="316"/>
                </a:lnTo>
                <a:lnTo>
                  <a:pt x="133" y="316"/>
                </a:lnTo>
                <a:lnTo>
                  <a:pt x="133" y="315"/>
                </a:lnTo>
                <a:lnTo>
                  <a:pt x="133" y="314"/>
                </a:lnTo>
                <a:lnTo>
                  <a:pt x="132" y="313"/>
                </a:lnTo>
                <a:lnTo>
                  <a:pt x="132" y="314"/>
                </a:lnTo>
                <a:lnTo>
                  <a:pt x="131" y="314"/>
                </a:lnTo>
                <a:lnTo>
                  <a:pt x="130" y="314"/>
                </a:lnTo>
                <a:lnTo>
                  <a:pt x="129" y="313"/>
                </a:lnTo>
                <a:lnTo>
                  <a:pt x="129" y="312"/>
                </a:lnTo>
                <a:lnTo>
                  <a:pt x="128" y="312"/>
                </a:lnTo>
                <a:lnTo>
                  <a:pt x="127" y="312"/>
                </a:lnTo>
                <a:lnTo>
                  <a:pt x="126" y="312"/>
                </a:lnTo>
                <a:lnTo>
                  <a:pt x="125" y="312"/>
                </a:lnTo>
                <a:lnTo>
                  <a:pt x="125" y="313"/>
                </a:lnTo>
                <a:lnTo>
                  <a:pt x="123" y="313"/>
                </a:lnTo>
                <a:lnTo>
                  <a:pt x="123" y="314"/>
                </a:lnTo>
                <a:lnTo>
                  <a:pt x="122" y="314"/>
                </a:lnTo>
                <a:lnTo>
                  <a:pt x="121" y="314"/>
                </a:lnTo>
                <a:lnTo>
                  <a:pt x="121" y="315"/>
                </a:lnTo>
                <a:lnTo>
                  <a:pt x="121" y="316"/>
                </a:lnTo>
                <a:lnTo>
                  <a:pt x="120" y="316"/>
                </a:lnTo>
                <a:lnTo>
                  <a:pt x="120" y="317"/>
                </a:lnTo>
                <a:lnTo>
                  <a:pt x="119" y="317"/>
                </a:lnTo>
                <a:lnTo>
                  <a:pt x="117" y="317"/>
                </a:lnTo>
                <a:lnTo>
                  <a:pt x="117" y="316"/>
                </a:lnTo>
                <a:lnTo>
                  <a:pt x="116" y="316"/>
                </a:lnTo>
                <a:lnTo>
                  <a:pt x="116" y="317"/>
                </a:lnTo>
                <a:lnTo>
                  <a:pt x="115" y="317"/>
                </a:lnTo>
                <a:lnTo>
                  <a:pt x="114" y="317"/>
                </a:lnTo>
                <a:lnTo>
                  <a:pt x="114" y="316"/>
                </a:lnTo>
                <a:lnTo>
                  <a:pt x="114" y="315"/>
                </a:lnTo>
                <a:lnTo>
                  <a:pt x="114" y="316"/>
                </a:lnTo>
                <a:lnTo>
                  <a:pt x="113" y="316"/>
                </a:lnTo>
                <a:lnTo>
                  <a:pt x="110" y="317"/>
                </a:lnTo>
                <a:lnTo>
                  <a:pt x="107" y="317"/>
                </a:lnTo>
                <a:lnTo>
                  <a:pt x="104" y="318"/>
                </a:lnTo>
                <a:lnTo>
                  <a:pt x="103" y="318"/>
                </a:lnTo>
                <a:lnTo>
                  <a:pt x="103" y="317"/>
                </a:lnTo>
                <a:lnTo>
                  <a:pt x="102" y="317"/>
                </a:lnTo>
                <a:lnTo>
                  <a:pt x="102" y="318"/>
                </a:lnTo>
                <a:lnTo>
                  <a:pt x="102" y="316"/>
                </a:lnTo>
                <a:lnTo>
                  <a:pt x="102" y="315"/>
                </a:lnTo>
                <a:lnTo>
                  <a:pt x="101" y="315"/>
                </a:lnTo>
                <a:lnTo>
                  <a:pt x="100" y="315"/>
                </a:lnTo>
                <a:lnTo>
                  <a:pt x="100" y="316"/>
                </a:lnTo>
                <a:lnTo>
                  <a:pt x="100" y="317"/>
                </a:lnTo>
                <a:lnTo>
                  <a:pt x="99" y="317"/>
                </a:lnTo>
                <a:lnTo>
                  <a:pt x="99" y="318"/>
                </a:lnTo>
                <a:lnTo>
                  <a:pt x="97" y="318"/>
                </a:lnTo>
                <a:lnTo>
                  <a:pt x="97" y="317"/>
                </a:lnTo>
                <a:lnTo>
                  <a:pt x="97" y="316"/>
                </a:lnTo>
                <a:lnTo>
                  <a:pt x="96" y="316"/>
                </a:lnTo>
                <a:lnTo>
                  <a:pt x="96" y="315"/>
                </a:lnTo>
                <a:lnTo>
                  <a:pt x="96" y="314"/>
                </a:lnTo>
                <a:lnTo>
                  <a:pt x="94" y="314"/>
                </a:lnTo>
                <a:lnTo>
                  <a:pt x="94" y="315"/>
                </a:lnTo>
                <a:lnTo>
                  <a:pt x="94" y="318"/>
                </a:lnTo>
                <a:lnTo>
                  <a:pt x="95" y="318"/>
                </a:lnTo>
                <a:lnTo>
                  <a:pt x="95" y="319"/>
                </a:lnTo>
                <a:lnTo>
                  <a:pt x="94" y="319"/>
                </a:lnTo>
                <a:lnTo>
                  <a:pt x="93" y="319"/>
                </a:lnTo>
                <a:lnTo>
                  <a:pt x="93" y="320"/>
                </a:lnTo>
                <a:lnTo>
                  <a:pt x="93" y="321"/>
                </a:lnTo>
                <a:lnTo>
                  <a:pt x="92" y="322"/>
                </a:lnTo>
                <a:lnTo>
                  <a:pt x="92" y="321"/>
                </a:lnTo>
                <a:lnTo>
                  <a:pt x="91" y="321"/>
                </a:lnTo>
                <a:lnTo>
                  <a:pt x="90" y="320"/>
                </a:lnTo>
                <a:lnTo>
                  <a:pt x="90" y="319"/>
                </a:lnTo>
                <a:lnTo>
                  <a:pt x="89" y="319"/>
                </a:lnTo>
                <a:lnTo>
                  <a:pt x="88" y="319"/>
                </a:lnTo>
                <a:lnTo>
                  <a:pt x="88" y="318"/>
                </a:lnTo>
                <a:lnTo>
                  <a:pt x="88" y="317"/>
                </a:lnTo>
                <a:lnTo>
                  <a:pt x="88" y="316"/>
                </a:lnTo>
                <a:lnTo>
                  <a:pt x="87" y="315"/>
                </a:lnTo>
                <a:lnTo>
                  <a:pt x="85" y="315"/>
                </a:lnTo>
                <a:lnTo>
                  <a:pt x="85" y="314"/>
                </a:lnTo>
                <a:lnTo>
                  <a:pt x="84" y="315"/>
                </a:lnTo>
                <a:lnTo>
                  <a:pt x="84" y="314"/>
                </a:lnTo>
                <a:lnTo>
                  <a:pt x="83" y="316"/>
                </a:lnTo>
                <a:lnTo>
                  <a:pt x="84" y="318"/>
                </a:lnTo>
                <a:lnTo>
                  <a:pt x="85" y="318"/>
                </a:lnTo>
                <a:lnTo>
                  <a:pt x="85" y="319"/>
                </a:lnTo>
                <a:lnTo>
                  <a:pt x="85" y="320"/>
                </a:lnTo>
                <a:lnTo>
                  <a:pt x="84" y="321"/>
                </a:lnTo>
                <a:lnTo>
                  <a:pt x="83" y="321"/>
                </a:lnTo>
                <a:lnTo>
                  <a:pt x="82" y="321"/>
                </a:lnTo>
                <a:lnTo>
                  <a:pt x="81" y="321"/>
                </a:lnTo>
                <a:lnTo>
                  <a:pt x="81" y="322"/>
                </a:lnTo>
                <a:lnTo>
                  <a:pt x="82" y="322"/>
                </a:lnTo>
                <a:lnTo>
                  <a:pt x="82" y="323"/>
                </a:lnTo>
                <a:lnTo>
                  <a:pt x="82" y="324"/>
                </a:lnTo>
                <a:lnTo>
                  <a:pt x="81" y="325"/>
                </a:lnTo>
                <a:lnTo>
                  <a:pt x="81" y="326"/>
                </a:lnTo>
                <a:lnTo>
                  <a:pt x="80" y="326"/>
                </a:lnTo>
                <a:lnTo>
                  <a:pt x="79" y="326"/>
                </a:lnTo>
                <a:lnTo>
                  <a:pt x="78" y="326"/>
                </a:lnTo>
                <a:lnTo>
                  <a:pt x="77" y="326"/>
                </a:lnTo>
                <a:lnTo>
                  <a:pt x="77" y="325"/>
                </a:lnTo>
                <a:lnTo>
                  <a:pt x="76" y="325"/>
                </a:lnTo>
                <a:lnTo>
                  <a:pt x="75" y="326"/>
                </a:lnTo>
                <a:lnTo>
                  <a:pt x="75" y="327"/>
                </a:lnTo>
                <a:lnTo>
                  <a:pt x="74" y="328"/>
                </a:lnTo>
                <a:lnTo>
                  <a:pt x="73" y="328"/>
                </a:lnTo>
                <a:lnTo>
                  <a:pt x="72" y="328"/>
                </a:lnTo>
                <a:lnTo>
                  <a:pt x="72" y="329"/>
                </a:lnTo>
                <a:lnTo>
                  <a:pt x="72" y="330"/>
                </a:lnTo>
                <a:lnTo>
                  <a:pt x="71" y="330"/>
                </a:lnTo>
                <a:lnTo>
                  <a:pt x="72" y="333"/>
                </a:lnTo>
                <a:lnTo>
                  <a:pt x="72" y="334"/>
                </a:lnTo>
                <a:lnTo>
                  <a:pt x="73" y="334"/>
                </a:lnTo>
                <a:lnTo>
                  <a:pt x="73" y="335"/>
                </a:lnTo>
                <a:lnTo>
                  <a:pt x="72" y="335"/>
                </a:lnTo>
                <a:lnTo>
                  <a:pt x="69" y="335"/>
                </a:lnTo>
                <a:lnTo>
                  <a:pt x="68" y="335"/>
                </a:lnTo>
                <a:lnTo>
                  <a:pt x="67" y="335"/>
                </a:lnTo>
                <a:lnTo>
                  <a:pt x="66" y="335"/>
                </a:lnTo>
                <a:lnTo>
                  <a:pt x="65" y="335"/>
                </a:lnTo>
                <a:lnTo>
                  <a:pt x="63" y="334"/>
                </a:lnTo>
                <a:lnTo>
                  <a:pt x="64" y="335"/>
                </a:lnTo>
                <a:lnTo>
                  <a:pt x="64" y="336"/>
                </a:lnTo>
                <a:lnTo>
                  <a:pt x="63" y="335"/>
                </a:lnTo>
                <a:lnTo>
                  <a:pt x="63" y="334"/>
                </a:lnTo>
                <a:lnTo>
                  <a:pt x="62" y="335"/>
                </a:lnTo>
                <a:lnTo>
                  <a:pt x="61" y="335"/>
                </a:lnTo>
                <a:lnTo>
                  <a:pt x="61" y="334"/>
                </a:lnTo>
                <a:lnTo>
                  <a:pt x="60" y="333"/>
                </a:lnTo>
                <a:lnTo>
                  <a:pt x="60" y="332"/>
                </a:lnTo>
                <a:lnTo>
                  <a:pt x="59" y="330"/>
                </a:lnTo>
                <a:lnTo>
                  <a:pt x="59" y="329"/>
                </a:lnTo>
                <a:lnTo>
                  <a:pt x="58" y="328"/>
                </a:lnTo>
                <a:lnTo>
                  <a:pt x="57" y="328"/>
                </a:lnTo>
                <a:lnTo>
                  <a:pt x="57" y="329"/>
                </a:lnTo>
                <a:lnTo>
                  <a:pt x="56" y="329"/>
                </a:lnTo>
                <a:lnTo>
                  <a:pt x="56" y="328"/>
                </a:lnTo>
                <a:lnTo>
                  <a:pt x="55" y="328"/>
                </a:lnTo>
                <a:lnTo>
                  <a:pt x="55" y="327"/>
                </a:lnTo>
                <a:lnTo>
                  <a:pt x="55" y="326"/>
                </a:lnTo>
                <a:lnTo>
                  <a:pt x="54" y="326"/>
                </a:lnTo>
                <a:lnTo>
                  <a:pt x="53" y="325"/>
                </a:lnTo>
                <a:lnTo>
                  <a:pt x="52" y="326"/>
                </a:lnTo>
                <a:lnTo>
                  <a:pt x="51" y="325"/>
                </a:lnTo>
                <a:lnTo>
                  <a:pt x="51" y="324"/>
                </a:lnTo>
                <a:lnTo>
                  <a:pt x="52" y="324"/>
                </a:lnTo>
                <a:lnTo>
                  <a:pt x="52" y="323"/>
                </a:lnTo>
                <a:lnTo>
                  <a:pt x="51" y="322"/>
                </a:lnTo>
                <a:lnTo>
                  <a:pt x="51" y="321"/>
                </a:lnTo>
                <a:lnTo>
                  <a:pt x="50" y="320"/>
                </a:lnTo>
                <a:lnTo>
                  <a:pt x="49" y="318"/>
                </a:lnTo>
                <a:lnTo>
                  <a:pt x="48" y="317"/>
                </a:lnTo>
                <a:lnTo>
                  <a:pt x="47" y="317"/>
                </a:lnTo>
                <a:lnTo>
                  <a:pt x="47" y="316"/>
                </a:lnTo>
                <a:lnTo>
                  <a:pt x="46" y="316"/>
                </a:lnTo>
                <a:lnTo>
                  <a:pt x="46" y="315"/>
                </a:lnTo>
                <a:lnTo>
                  <a:pt x="46" y="316"/>
                </a:lnTo>
                <a:lnTo>
                  <a:pt x="46" y="317"/>
                </a:lnTo>
                <a:lnTo>
                  <a:pt x="45" y="319"/>
                </a:lnTo>
                <a:lnTo>
                  <a:pt x="44" y="319"/>
                </a:lnTo>
                <a:lnTo>
                  <a:pt x="43" y="319"/>
                </a:lnTo>
                <a:lnTo>
                  <a:pt x="42" y="319"/>
                </a:lnTo>
                <a:lnTo>
                  <a:pt x="42" y="318"/>
                </a:lnTo>
                <a:lnTo>
                  <a:pt x="41" y="318"/>
                </a:lnTo>
                <a:lnTo>
                  <a:pt x="41" y="319"/>
                </a:lnTo>
                <a:lnTo>
                  <a:pt x="41" y="320"/>
                </a:lnTo>
                <a:lnTo>
                  <a:pt x="40" y="319"/>
                </a:lnTo>
                <a:lnTo>
                  <a:pt x="39" y="319"/>
                </a:lnTo>
                <a:lnTo>
                  <a:pt x="38" y="319"/>
                </a:lnTo>
                <a:lnTo>
                  <a:pt x="37" y="319"/>
                </a:lnTo>
                <a:lnTo>
                  <a:pt x="37" y="320"/>
                </a:lnTo>
                <a:lnTo>
                  <a:pt x="36" y="320"/>
                </a:lnTo>
                <a:lnTo>
                  <a:pt x="35" y="320"/>
                </a:lnTo>
                <a:lnTo>
                  <a:pt x="35" y="321"/>
                </a:lnTo>
                <a:lnTo>
                  <a:pt x="34" y="321"/>
                </a:lnTo>
                <a:lnTo>
                  <a:pt x="34" y="322"/>
                </a:lnTo>
                <a:lnTo>
                  <a:pt x="33" y="322"/>
                </a:lnTo>
                <a:lnTo>
                  <a:pt x="32" y="322"/>
                </a:lnTo>
                <a:lnTo>
                  <a:pt x="32" y="321"/>
                </a:lnTo>
                <a:lnTo>
                  <a:pt x="31" y="320"/>
                </a:lnTo>
                <a:lnTo>
                  <a:pt x="30" y="320"/>
                </a:lnTo>
                <a:lnTo>
                  <a:pt x="30" y="319"/>
                </a:lnTo>
                <a:lnTo>
                  <a:pt x="29" y="319"/>
                </a:lnTo>
                <a:lnTo>
                  <a:pt x="28" y="317"/>
                </a:lnTo>
                <a:lnTo>
                  <a:pt x="27" y="317"/>
                </a:lnTo>
                <a:lnTo>
                  <a:pt x="26" y="317"/>
                </a:lnTo>
                <a:lnTo>
                  <a:pt x="25" y="318"/>
                </a:lnTo>
                <a:lnTo>
                  <a:pt x="25" y="319"/>
                </a:lnTo>
                <a:lnTo>
                  <a:pt x="25" y="320"/>
                </a:lnTo>
                <a:lnTo>
                  <a:pt x="24" y="321"/>
                </a:lnTo>
                <a:lnTo>
                  <a:pt x="23" y="322"/>
                </a:lnTo>
                <a:lnTo>
                  <a:pt x="23" y="323"/>
                </a:lnTo>
                <a:lnTo>
                  <a:pt x="23" y="322"/>
                </a:lnTo>
                <a:lnTo>
                  <a:pt x="22" y="321"/>
                </a:lnTo>
                <a:lnTo>
                  <a:pt x="22" y="320"/>
                </a:lnTo>
                <a:lnTo>
                  <a:pt x="22" y="319"/>
                </a:lnTo>
                <a:lnTo>
                  <a:pt x="22" y="318"/>
                </a:lnTo>
                <a:lnTo>
                  <a:pt x="23" y="317"/>
                </a:lnTo>
                <a:lnTo>
                  <a:pt x="23" y="316"/>
                </a:lnTo>
                <a:lnTo>
                  <a:pt x="23" y="315"/>
                </a:lnTo>
                <a:lnTo>
                  <a:pt x="23" y="314"/>
                </a:lnTo>
                <a:lnTo>
                  <a:pt x="23" y="313"/>
                </a:lnTo>
                <a:lnTo>
                  <a:pt x="22" y="313"/>
                </a:lnTo>
                <a:lnTo>
                  <a:pt x="21" y="312"/>
                </a:lnTo>
                <a:lnTo>
                  <a:pt x="21" y="311"/>
                </a:lnTo>
                <a:lnTo>
                  <a:pt x="20" y="311"/>
                </a:lnTo>
                <a:lnTo>
                  <a:pt x="20" y="310"/>
                </a:lnTo>
                <a:lnTo>
                  <a:pt x="19" y="310"/>
                </a:lnTo>
                <a:lnTo>
                  <a:pt x="19" y="311"/>
                </a:lnTo>
                <a:lnTo>
                  <a:pt x="18" y="311"/>
                </a:lnTo>
                <a:lnTo>
                  <a:pt x="16" y="311"/>
                </a:lnTo>
                <a:lnTo>
                  <a:pt x="16" y="310"/>
                </a:lnTo>
                <a:lnTo>
                  <a:pt x="16" y="309"/>
                </a:lnTo>
                <a:lnTo>
                  <a:pt x="16" y="308"/>
                </a:lnTo>
                <a:lnTo>
                  <a:pt x="17" y="308"/>
                </a:lnTo>
                <a:lnTo>
                  <a:pt x="17" y="307"/>
                </a:lnTo>
                <a:lnTo>
                  <a:pt x="18" y="307"/>
                </a:lnTo>
                <a:lnTo>
                  <a:pt x="17" y="307"/>
                </a:lnTo>
                <a:lnTo>
                  <a:pt x="17" y="306"/>
                </a:lnTo>
                <a:lnTo>
                  <a:pt x="17" y="305"/>
                </a:lnTo>
                <a:lnTo>
                  <a:pt x="17" y="304"/>
                </a:lnTo>
                <a:lnTo>
                  <a:pt x="18" y="304"/>
                </a:lnTo>
                <a:lnTo>
                  <a:pt x="18" y="303"/>
                </a:lnTo>
                <a:lnTo>
                  <a:pt x="18" y="302"/>
                </a:lnTo>
                <a:lnTo>
                  <a:pt x="18" y="301"/>
                </a:lnTo>
                <a:lnTo>
                  <a:pt x="17" y="301"/>
                </a:lnTo>
                <a:lnTo>
                  <a:pt x="17" y="300"/>
                </a:lnTo>
                <a:lnTo>
                  <a:pt x="17" y="299"/>
                </a:lnTo>
                <a:lnTo>
                  <a:pt x="17" y="298"/>
                </a:lnTo>
                <a:lnTo>
                  <a:pt x="16" y="296"/>
                </a:lnTo>
                <a:lnTo>
                  <a:pt x="16" y="295"/>
                </a:lnTo>
                <a:lnTo>
                  <a:pt x="16" y="294"/>
                </a:lnTo>
                <a:lnTo>
                  <a:pt x="16" y="293"/>
                </a:lnTo>
                <a:lnTo>
                  <a:pt x="15" y="292"/>
                </a:lnTo>
                <a:lnTo>
                  <a:pt x="13" y="292"/>
                </a:lnTo>
                <a:lnTo>
                  <a:pt x="13" y="293"/>
                </a:lnTo>
                <a:lnTo>
                  <a:pt x="12" y="293"/>
                </a:lnTo>
                <a:lnTo>
                  <a:pt x="9" y="292"/>
                </a:lnTo>
                <a:lnTo>
                  <a:pt x="8" y="291"/>
                </a:lnTo>
                <a:lnTo>
                  <a:pt x="7" y="291"/>
                </a:lnTo>
                <a:lnTo>
                  <a:pt x="7" y="290"/>
                </a:lnTo>
                <a:lnTo>
                  <a:pt x="7" y="289"/>
                </a:lnTo>
                <a:lnTo>
                  <a:pt x="7" y="288"/>
                </a:lnTo>
                <a:lnTo>
                  <a:pt x="7" y="287"/>
                </a:lnTo>
                <a:lnTo>
                  <a:pt x="6" y="287"/>
                </a:lnTo>
                <a:lnTo>
                  <a:pt x="5" y="288"/>
                </a:lnTo>
                <a:lnTo>
                  <a:pt x="5" y="287"/>
                </a:lnTo>
                <a:lnTo>
                  <a:pt x="5" y="286"/>
                </a:lnTo>
                <a:lnTo>
                  <a:pt x="6" y="286"/>
                </a:lnTo>
                <a:lnTo>
                  <a:pt x="6" y="285"/>
                </a:lnTo>
                <a:lnTo>
                  <a:pt x="8" y="284"/>
                </a:lnTo>
                <a:lnTo>
                  <a:pt x="9" y="285"/>
                </a:lnTo>
                <a:lnTo>
                  <a:pt x="10" y="285"/>
                </a:lnTo>
                <a:lnTo>
                  <a:pt x="10" y="284"/>
                </a:lnTo>
                <a:lnTo>
                  <a:pt x="11" y="283"/>
                </a:lnTo>
                <a:lnTo>
                  <a:pt x="12" y="283"/>
                </a:lnTo>
                <a:lnTo>
                  <a:pt x="12" y="282"/>
                </a:lnTo>
                <a:lnTo>
                  <a:pt x="13" y="281"/>
                </a:lnTo>
                <a:lnTo>
                  <a:pt x="15" y="281"/>
                </a:lnTo>
                <a:lnTo>
                  <a:pt x="16" y="282"/>
                </a:lnTo>
                <a:lnTo>
                  <a:pt x="17" y="283"/>
                </a:lnTo>
                <a:lnTo>
                  <a:pt x="18" y="283"/>
                </a:lnTo>
                <a:lnTo>
                  <a:pt x="18" y="282"/>
                </a:lnTo>
                <a:lnTo>
                  <a:pt x="19" y="282"/>
                </a:lnTo>
                <a:lnTo>
                  <a:pt x="20" y="282"/>
                </a:lnTo>
                <a:lnTo>
                  <a:pt x="22" y="281"/>
                </a:lnTo>
                <a:lnTo>
                  <a:pt x="22" y="280"/>
                </a:lnTo>
                <a:lnTo>
                  <a:pt x="23" y="280"/>
                </a:lnTo>
                <a:lnTo>
                  <a:pt x="24" y="280"/>
                </a:lnTo>
                <a:lnTo>
                  <a:pt x="25" y="279"/>
                </a:lnTo>
                <a:lnTo>
                  <a:pt x="26" y="278"/>
                </a:lnTo>
                <a:lnTo>
                  <a:pt x="26" y="277"/>
                </a:lnTo>
                <a:lnTo>
                  <a:pt x="26" y="276"/>
                </a:lnTo>
                <a:lnTo>
                  <a:pt x="26" y="275"/>
                </a:lnTo>
                <a:lnTo>
                  <a:pt x="26" y="276"/>
                </a:lnTo>
                <a:lnTo>
                  <a:pt x="25" y="276"/>
                </a:lnTo>
                <a:lnTo>
                  <a:pt x="24" y="275"/>
                </a:lnTo>
                <a:lnTo>
                  <a:pt x="23" y="274"/>
                </a:lnTo>
                <a:lnTo>
                  <a:pt x="22" y="274"/>
                </a:lnTo>
                <a:lnTo>
                  <a:pt x="21" y="273"/>
                </a:lnTo>
                <a:lnTo>
                  <a:pt x="20" y="273"/>
                </a:lnTo>
                <a:lnTo>
                  <a:pt x="19" y="272"/>
                </a:lnTo>
                <a:lnTo>
                  <a:pt x="18" y="272"/>
                </a:lnTo>
                <a:lnTo>
                  <a:pt x="17" y="271"/>
                </a:lnTo>
                <a:lnTo>
                  <a:pt x="17" y="270"/>
                </a:lnTo>
                <a:lnTo>
                  <a:pt x="18" y="269"/>
                </a:lnTo>
                <a:lnTo>
                  <a:pt x="18" y="268"/>
                </a:lnTo>
                <a:lnTo>
                  <a:pt x="18" y="267"/>
                </a:lnTo>
                <a:lnTo>
                  <a:pt x="18" y="266"/>
                </a:lnTo>
                <a:lnTo>
                  <a:pt x="18" y="265"/>
                </a:lnTo>
                <a:lnTo>
                  <a:pt x="19" y="265"/>
                </a:lnTo>
                <a:lnTo>
                  <a:pt x="19" y="264"/>
                </a:lnTo>
                <a:lnTo>
                  <a:pt x="18" y="264"/>
                </a:lnTo>
                <a:lnTo>
                  <a:pt x="17" y="263"/>
                </a:lnTo>
                <a:lnTo>
                  <a:pt x="16" y="263"/>
                </a:lnTo>
                <a:lnTo>
                  <a:pt x="16" y="262"/>
                </a:lnTo>
                <a:lnTo>
                  <a:pt x="16" y="261"/>
                </a:lnTo>
                <a:lnTo>
                  <a:pt x="17" y="261"/>
                </a:lnTo>
                <a:lnTo>
                  <a:pt x="17" y="260"/>
                </a:lnTo>
                <a:lnTo>
                  <a:pt x="17" y="259"/>
                </a:lnTo>
                <a:lnTo>
                  <a:pt x="17" y="258"/>
                </a:lnTo>
                <a:lnTo>
                  <a:pt x="16" y="258"/>
                </a:lnTo>
                <a:lnTo>
                  <a:pt x="15" y="257"/>
                </a:lnTo>
                <a:lnTo>
                  <a:pt x="15" y="256"/>
                </a:lnTo>
                <a:lnTo>
                  <a:pt x="14" y="256"/>
                </a:lnTo>
                <a:lnTo>
                  <a:pt x="13" y="256"/>
                </a:lnTo>
                <a:lnTo>
                  <a:pt x="12" y="256"/>
                </a:lnTo>
                <a:lnTo>
                  <a:pt x="11" y="255"/>
                </a:lnTo>
                <a:lnTo>
                  <a:pt x="11" y="254"/>
                </a:lnTo>
                <a:lnTo>
                  <a:pt x="10" y="252"/>
                </a:lnTo>
                <a:lnTo>
                  <a:pt x="9" y="252"/>
                </a:lnTo>
                <a:lnTo>
                  <a:pt x="8" y="252"/>
                </a:lnTo>
                <a:lnTo>
                  <a:pt x="7" y="251"/>
                </a:lnTo>
                <a:lnTo>
                  <a:pt x="6" y="251"/>
                </a:lnTo>
                <a:lnTo>
                  <a:pt x="5" y="250"/>
                </a:lnTo>
                <a:lnTo>
                  <a:pt x="4" y="250"/>
                </a:lnTo>
                <a:lnTo>
                  <a:pt x="4" y="249"/>
                </a:lnTo>
                <a:lnTo>
                  <a:pt x="3" y="249"/>
                </a:lnTo>
                <a:lnTo>
                  <a:pt x="3" y="250"/>
                </a:lnTo>
                <a:lnTo>
                  <a:pt x="2" y="250"/>
                </a:lnTo>
                <a:lnTo>
                  <a:pt x="1" y="250"/>
                </a:lnTo>
                <a:lnTo>
                  <a:pt x="1" y="249"/>
                </a:lnTo>
                <a:lnTo>
                  <a:pt x="1" y="248"/>
                </a:lnTo>
                <a:lnTo>
                  <a:pt x="1" y="247"/>
                </a:lnTo>
                <a:lnTo>
                  <a:pt x="1" y="246"/>
                </a:lnTo>
                <a:lnTo>
                  <a:pt x="0" y="246"/>
                </a:lnTo>
                <a:lnTo>
                  <a:pt x="1" y="245"/>
                </a:lnTo>
                <a:lnTo>
                  <a:pt x="1" y="244"/>
                </a:lnTo>
                <a:lnTo>
                  <a:pt x="1" y="242"/>
                </a:lnTo>
                <a:lnTo>
                  <a:pt x="3" y="241"/>
                </a:lnTo>
                <a:lnTo>
                  <a:pt x="4" y="240"/>
                </a:lnTo>
                <a:lnTo>
                  <a:pt x="4" y="239"/>
                </a:lnTo>
                <a:lnTo>
                  <a:pt x="3" y="238"/>
                </a:lnTo>
                <a:lnTo>
                  <a:pt x="2" y="238"/>
                </a:lnTo>
                <a:lnTo>
                  <a:pt x="3" y="236"/>
                </a:lnTo>
                <a:lnTo>
                  <a:pt x="4" y="236"/>
                </a:lnTo>
                <a:lnTo>
                  <a:pt x="4" y="235"/>
                </a:lnTo>
                <a:lnTo>
                  <a:pt x="4" y="233"/>
                </a:lnTo>
                <a:lnTo>
                  <a:pt x="5" y="233"/>
                </a:lnTo>
                <a:lnTo>
                  <a:pt x="6" y="233"/>
                </a:lnTo>
                <a:lnTo>
                  <a:pt x="7" y="232"/>
                </a:lnTo>
                <a:lnTo>
                  <a:pt x="8" y="231"/>
                </a:lnTo>
                <a:lnTo>
                  <a:pt x="9" y="230"/>
                </a:lnTo>
                <a:lnTo>
                  <a:pt x="9" y="229"/>
                </a:lnTo>
                <a:lnTo>
                  <a:pt x="10" y="228"/>
                </a:lnTo>
                <a:lnTo>
                  <a:pt x="11" y="227"/>
                </a:lnTo>
                <a:lnTo>
                  <a:pt x="12" y="226"/>
                </a:lnTo>
                <a:lnTo>
                  <a:pt x="12" y="225"/>
                </a:lnTo>
                <a:lnTo>
                  <a:pt x="14" y="223"/>
                </a:lnTo>
                <a:lnTo>
                  <a:pt x="15" y="222"/>
                </a:lnTo>
                <a:lnTo>
                  <a:pt x="16" y="222"/>
                </a:lnTo>
                <a:lnTo>
                  <a:pt x="17" y="222"/>
                </a:lnTo>
                <a:lnTo>
                  <a:pt x="18" y="222"/>
                </a:lnTo>
                <a:lnTo>
                  <a:pt x="18" y="221"/>
                </a:lnTo>
                <a:lnTo>
                  <a:pt x="18" y="220"/>
                </a:lnTo>
                <a:lnTo>
                  <a:pt x="18" y="219"/>
                </a:lnTo>
                <a:lnTo>
                  <a:pt x="18" y="218"/>
                </a:lnTo>
                <a:lnTo>
                  <a:pt x="19" y="217"/>
                </a:lnTo>
                <a:lnTo>
                  <a:pt x="21" y="217"/>
                </a:lnTo>
                <a:lnTo>
                  <a:pt x="22" y="218"/>
                </a:lnTo>
                <a:lnTo>
                  <a:pt x="23" y="218"/>
                </a:lnTo>
                <a:lnTo>
                  <a:pt x="23" y="217"/>
                </a:lnTo>
                <a:lnTo>
                  <a:pt x="24" y="217"/>
                </a:lnTo>
                <a:lnTo>
                  <a:pt x="24" y="216"/>
                </a:lnTo>
                <a:lnTo>
                  <a:pt x="23" y="216"/>
                </a:lnTo>
                <a:lnTo>
                  <a:pt x="23" y="215"/>
                </a:lnTo>
                <a:lnTo>
                  <a:pt x="24" y="213"/>
                </a:lnTo>
                <a:lnTo>
                  <a:pt x="24" y="212"/>
                </a:lnTo>
                <a:lnTo>
                  <a:pt x="25" y="212"/>
                </a:lnTo>
                <a:lnTo>
                  <a:pt x="26" y="212"/>
                </a:lnTo>
                <a:lnTo>
                  <a:pt x="30" y="213"/>
                </a:lnTo>
                <a:lnTo>
                  <a:pt x="31" y="212"/>
                </a:lnTo>
                <a:lnTo>
                  <a:pt x="31" y="211"/>
                </a:lnTo>
                <a:lnTo>
                  <a:pt x="31" y="210"/>
                </a:lnTo>
                <a:lnTo>
                  <a:pt x="32" y="209"/>
                </a:lnTo>
                <a:lnTo>
                  <a:pt x="33" y="209"/>
                </a:lnTo>
                <a:lnTo>
                  <a:pt x="34" y="209"/>
                </a:lnTo>
                <a:lnTo>
                  <a:pt x="35" y="209"/>
                </a:lnTo>
                <a:lnTo>
                  <a:pt x="36" y="209"/>
                </a:lnTo>
                <a:lnTo>
                  <a:pt x="36" y="208"/>
                </a:lnTo>
                <a:lnTo>
                  <a:pt x="38" y="208"/>
                </a:lnTo>
                <a:lnTo>
                  <a:pt x="39" y="209"/>
                </a:lnTo>
                <a:lnTo>
                  <a:pt x="40" y="209"/>
                </a:lnTo>
                <a:lnTo>
                  <a:pt x="40" y="208"/>
                </a:lnTo>
                <a:lnTo>
                  <a:pt x="39" y="208"/>
                </a:lnTo>
                <a:lnTo>
                  <a:pt x="41" y="207"/>
                </a:lnTo>
                <a:lnTo>
                  <a:pt x="42" y="208"/>
                </a:lnTo>
                <a:lnTo>
                  <a:pt x="43" y="208"/>
                </a:lnTo>
                <a:lnTo>
                  <a:pt x="45" y="208"/>
                </a:lnTo>
                <a:lnTo>
                  <a:pt x="46" y="207"/>
                </a:lnTo>
                <a:lnTo>
                  <a:pt x="47" y="206"/>
                </a:lnTo>
                <a:lnTo>
                  <a:pt x="47" y="205"/>
                </a:lnTo>
                <a:lnTo>
                  <a:pt x="48" y="204"/>
                </a:lnTo>
                <a:lnTo>
                  <a:pt x="47" y="204"/>
                </a:lnTo>
                <a:lnTo>
                  <a:pt x="47" y="203"/>
                </a:lnTo>
                <a:lnTo>
                  <a:pt x="46" y="203"/>
                </a:lnTo>
                <a:lnTo>
                  <a:pt x="47" y="201"/>
                </a:lnTo>
                <a:lnTo>
                  <a:pt x="49" y="199"/>
                </a:lnTo>
                <a:lnTo>
                  <a:pt x="50" y="198"/>
                </a:lnTo>
                <a:lnTo>
                  <a:pt x="50" y="197"/>
                </a:lnTo>
                <a:lnTo>
                  <a:pt x="51" y="197"/>
                </a:lnTo>
                <a:lnTo>
                  <a:pt x="52" y="197"/>
                </a:lnTo>
                <a:lnTo>
                  <a:pt x="52" y="198"/>
                </a:lnTo>
                <a:lnTo>
                  <a:pt x="52" y="199"/>
                </a:lnTo>
                <a:lnTo>
                  <a:pt x="53" y="200"/>
                </a:lnTo>
                <a:lnTo>
                  <a:pt x="54" y="201"/>
                </a:lnTo>
                <a:lnTo>
                  <a:pt x="55" y="202"/>
                </a:lnTo>
                <a:lnTo>
                  <a:pt x="56" y="202"/>
                </a:lnTo>
                <a:lnTo>
                  <a:pt x="57" y="202"/>
                </a:lnTo>
                <a:lnTo>
                  <a:pt x="58" y="202"/>
                </a:lnTo>
                <a:lnTo>
                  <a:pt x="59" y="202"/>
                </a:lnTo>
                <a:lnTo>
                  <a:pt x="59" y="203"/>
                </a:lnTo>
                <a:lnTo>
                  <a:pt x="60" y="203"/>
                </a:lnTo>
                <a:lnTo>
                  <a:pt x="62" y="203"/>
                </a:lnTo>
                <a:lnTo>
                  <a:pt x="62" y="202"/>
                </a:lnTo>
                <a:lnTo>
                  <a:pt x="63" y="202"/>
                </a:lnTo>
                <a:lnTo>
                  <a:pt x="62" y="201"/>
                </a:lnTo>
                <a:lnTo>
                  <a:pt x="61" y="200"/>
                </a:lnTo>
                <a:lnTo>
                  <a:pt x="61" y="199"/>
                </a:lnTo>
                <a:lnTo>
                  <a:pt x="61" y="198"/>
                </a:lnTo>
                <a:lnTo>
                  <a:pt x="61" y="197"/>
                </a:lnTo>
                <a:lnTo>
                  <a:pt x="62" y="196"/>
                </a:lnTo>
                <a:lnTo>
                  <a:pt x="62" y="195"/>
                </a:lnTo>
                <a:lnTo>
                  <a:pt x="61" y="195"/>
                </a:lnTo>
                <a:lnTo>
                  <a:pt x="62" y="194"/>
                </a:lnTo>
                <a:lnTo>
                  <a:pt x="63" y="194"/>
                </a:lnTo>
                <a:lnTo>
                  <a:pt x="64" y="194"/>
                </a:lnTo>
                <a:lnTo>
                  <a:pt x="66" y="190"/>
                </a:lnTo>
                <a:lnTo>
                  <a:pt x="66" y="189"/>
                </a:lnTo>
                <a:lnTo>
                  <a:pt x="66" y="188"/>
                </a:lnTo>
                <a:lnTo>
                  <a:pt x="67" y="185"/>
                </a:lnTo>
                <a:lnTo>
                  <a:pt x="67" y="184"/>
                </a:lnTo>
                <a:lnTo>
                  <a:pt x="70" y="184"/>
                </a:lnTo>
                <a:lnTo>
                  <a:pt x="70" y="183"/>
                </a:lnTo>
                <a:lnTo>
                  <a:pt x="70" y="182"/>
                </a:lnTo>
                <a:lnTo>
                  <a:pt x="70" y="181"/>
                </a:lnTo>
                <a:lnTo>
                  <a:pt x="71" y="180"/>
                </a:lnTo>
                <a:lnTo>
                  <a:pt x="72" y="179"/>
                </a:lnTo>
                <a:lnTo>
                  <a:pt x="73" y="179"/>
                </a:lnTo>
                <a:lnTo>
                  <a:pt x="74" y="179"/>
                </a:lnTo>
                <a:lnTo>
                  <a:pt x="76" y="178"/>
                </a:lnTo>
                <a:lnTo>
                  <a:pt x="77" y="177"/>
                </a:lnTo>
                <a:lnTo>
                  <a:pt x="77" y="176"/>
                </a:lnTo>
                <a:lnTo>
                  <a:pt x="76" y="176"/>
                </a:lnTo>
                <a:lnTo>
                  <a:pt x="75" y="173"/>
                </a:lnTo>
                <a:lnTo>
                  <a:pt x="74" y="173"/>
                </a:lnTo>
                <a:lnTo>
                  <a:pt x="74" y="171"/>
                </a:lnTo>
                <a:lnTo>
                  <a:pt x="73" y="169"/>
                </a:lnTo>
                <a:lnTo>
                  <a:pt x="72" y="169"/>
                </a:lnTo>
                <a:lnTo>
                  <a:pt x="72" y="167"/>
                </a:lnTo>
                <a:lnTo>
                  <a:pt x="71" y="167"/>
                </a:lnTo>
                <a:lnTo>
                  <a:pt x="70" y="165"/>
                </a:lnTo>
                <a:lnTo>
                  <a:pt x="69" y="163"/>
                </a:lnTo>
                <a:lnTo>
                  <a:pt x="69" y="161"/>
                </a:lnTo>
                <a:lnTo>
                  <a:pt x="68" y="159"/>
                </a:lnTo>
                <a:lnTo>
                  <a:pt x="68" y="158"/>
                </a:lnTo>
                <a:lnTo>
                  <a:pt x="66" y="157"/>
                </a:lnTo>
                <a:lnTo>
                  <a:pt x="65" y="157"/>
                </a:lnTo>
                <a:lnTo>
                  <a:pt x="63" y="157"/>
                </a:lnTo>
                <a:lnTo>
                  <a:pt x="62" y="157"/>
                </a:lnTo>
                <a:lnTo>
                  <a:pt x="59" y="158"/>
                </a:lnTo>
                <a:lnTo>
                  <a:pt x="59" y="157"/>
                </a:lnTo>
                <a:lnTo>
                  <a:pt x="58" y="157"/>
                </a:lnTo>
                <a:lnTo>
                  <a:pt x="59" y="157"/>
                </a:lnTo>
                <a:lnTo>
                  <a:pt x="59" y="156"/>
                </a:lnTo>
                <a:lnTo>
                  <a:pt x="59" y="155"/>
                </a:lnTo>
                <a:lnTo>
                  <a:pt x="58" y="154"/>
                </a:lnTo>
                <a:lnTo>
                  <a:pt x="57" y="154"/>
                </a:lnTo>
                <a:lnTo>
                  <a:pt x="57" y="155"/>
                </a:lnTo>
                <a:lnTo>
                  <a:pt x="56" y="155"/>
                </a:lnTo>
                <a:lnTo>
                  <a:pt x="55" y="154"/>
                </a:lnTo>
                <a:lnTo>
                  <a:pt x="55" y="153"/>
                </a:lnTo>
                <a:lnTo>
                  <a:pt x="54" y="152"/>
                </a:lnTo>
                <a:lnTo>
                  <a:pt x="48" y="145"/>
                </a:lnTo>
                <a:lnTo>
                  <a:pt x="44" y="142"/>
                </a:lnTo>
                <a:lnTo>
                  <a:pt x="43" y="142"/>
                </a:lnTo>
                <a:lnTo>
                  <a:pt x="43" y="141"/>
                </a:lnTo>
                <a:lnTo>
                  <a:pt x="43" y="139"/>
                </a:lnTo>
                <a:lnTo>
                  <a:pt x="43" y="138"/>
                </a:lnTo>
                <a:lnTo>
                  <a:pt x="43" y="137"/>
                </a:lnTo>
                <a:lnTo>
                  <a:pt x="42" y="137"/>
                </a:lnTo>
                <a:lnTo>
                  <a:pt x="42" y="136"/>
                </a:lnTo>
                <a:lnTo>
                  <a:pt x="43" y="136"/>
                </a:lnTo>
                <a:lnTo>
                  <a:pt x="44" y="132"/>
                </a:lnTo>
                <a:lnTo>
                  <a:pt x="44" y="131"/>
                </a:lnTo>
                <a:lnTo>
                  <a:pt x="43" y="131"/>
                </a:lnTo>
                <a:lnTo>
                  <a:pt x="41" y="130"/>
                </a:lnTo>
                <a:lnTo>
                  <a:pt x="38" y="131"/>
                </a:lnTo>
                <a:lnTo>
                  <a:pt x="37" y="131"/>
                </a:lnTo>
                <a:lnTo>
                  <a:pt x="36" y="130"/>
                </a:lnTo>
                <a:lnTo>
                  <a:pt x="37" y="129"/>
                </a:lnTo>
                <a:lnTo>
                  <a:pt x="37" y="128"/>
                </a:lnTo>
                <a:lnTo>
                  <a:pt x="37" y="127"/>
                </a:lnTo>
                <a:lnTo>
                  <a:pt x="38" y="126"/>
                </a:lnTo>
                <a:lnTo>
                  <a:pt x="38" y="125"/>
                </a:lnTo>
                <a:lnTo>
                  <a:pt x="39" y="124"/>
                </a:lnTo>
                <a:lnTo>
                  <a:pt x="38" y="123"/>
                </a:lnTo>
                <a:lnTo>
                  <a:pt x="39" y="122"/>
                </a:lnTo>
                <a:lnTo>
                  <a:pt x="41" y="120"/>
                </a:lnTo>
                <a:lnTo>
                  <a:pt x="42" y="119"/>
                </a:lnTo>
                <a:lnTo>
                  <a:pt x="43" y="118"/>
                </a:lnTo>
                <a:lnTo>
                  <a:pt x="44" y="117"/>
                </a:lnTo>
                <a:lnTo>
                  <a:pt x="45" y="118"/>
                </a:lnTo>
                <a:lnTo>
                  <a:pt x="47" y="118"/>
                </a:lnTo>
                <a:lnTo>
                  <a:pt x="48" y="117"/>
                </a:lnTo>
                <a:lnTo>
                  <a:pt x="48" y="116"/>
                </a:lnTo>
                <a:lnTo>
                  <a:pt x="48" y="115"/>
                </a:lnTo>
                <a:lnTo>
                  <a:pt x="48" y="112"/>
                </a:lnTo>
                <a:lnTo>
                  <a:pt x="49" y="111"/>
                </a:lnTo>
                <a:lnTo>
                  <a:pt x="50" y="110"/>
                </a:lnTo>
                <a:lnTo>
                  <a:pt x="51" y="110"/>
                </a:lnTo>
                <a:lnTo>
                  <a:pt x="52" y="110"/>
                </a:lnTo>
                <a:lnTo>
                  <a:pt x="53" y="110"/>
                </a:lnTo>
                <a:lnTo>
                  <a:pt x="54" y="110"/>
                </a:lnTo>
                <a:lnTo>
                  <a:pt x="57" y="108"/>
                </a:lnTo>
                <a:lnTo>
                  <a:pt x="58" y="108"/>
                </a:lnTo>
                <a:lnTo>
                  <a:pt x="58" y="107"/>
                </a:lnTo>
                <a:lnTo>
                  <a:pt x="58" y="106"/>
                </a:lnTo>
                <a:lnTo>
                  <a:pt x="60" y="104"/>
                </a:lnTo>
                <a:lnTo>
                  <a:pt x="61" y="104"/>
                </a:lnTo>
                <a:lnTo>
                  <a:pt x="62" y="104"/>
                </a:lnTo>
                <a:lnTo>
                  <a:pt x="64" y="104"/>
                </a:lnTo>
                <a:lnTo>
                  <a:pt x="69" y="105"/>
                </a:lnTo>
                <a:lnTo>
                  <a:pt x="70" y="105"/>
                </a:lnTo>
                <a:lnTo>
                  <a:pt x="70" y="106"/>
                </a:lnTo>
                <a:lnTo>
                  <a:pt x="71" y="106"/>
                </a:lnTo>
                <a:lnTo>
                  <a:pt x="71" y="107"/>
                </a:lnTo>
                <a:lnTo>
                  <a:pt x="71" y="108"/>
                </a:lnTo>
                <a:lnTo>
                  <a:pt x="72" y="110"/>
                </a:lnTo>
                <a:lnTo>
                  <a:pt x="73" y="110"/>
                </a:lnTo>
                <a:lnTo>
                  <a:pt x="74" y="110"/>
                </a:lnTo>
                <a:lnTo>
                  <a:pt x="76" y="108"/>
                </a:lnTo>
                <a:lnTo>
                  <a:pt x="77" y="107"/>
                </a:lnTo>
                <a:lnTo>
                  <a:pt x="77" y="106"/>
                </a:lnTo>
                <a:lnTo>
                  <a:pt x="78" y="105"/>
                </a:lnTo>
                <a:lnTo>
                  <a:pt x="78" y="104"/>
                </a:lnTo>
                <a:lnTo>
                  <a:pt x="79" y="104"/>
                </a:lnTo>
                <a:lnTo>
                  <a:pt x="79" y="105"/>
                </a:lnTo>
                <a:lnTo>
                  <a:pt x="79" y="106"/>
                </a:lnTo>
                <a:lnTo>
                  <a:pt x="80" y="105"/>
                </a:lnTo>
                <a:lnTo>
                  <a:pt x="81" y="104"/>
                </a:lnTo>
                <a:lnTo>
                  <a:pt x="82" y="104"/>
                </a:lnTo>
                <a:lnTo>
                  <a:pt x="84" y="102"/>
                </a:lnTo>
                <a:lnTo>
                  <a:pt x="86" y="101"/>
                </a:lnTo>
                <a:lnTo>
                  <a:pt x="86" y="100"/>
                </a:lnTo>
                <a:lnTo>
                  <a:pt x="87" y="99"/>
                </a:lnTo>
                <a:lnTo>
                  <a:pt x="88" y="98"/>
                </a:lnTo>
                <a:lnTo>
                  <a:pt x="89" y="98"/>
                </a:lnTo>
                <a:lnTo>
                  <a:pt x="90" y="98"/>
                </a:lnTo>
                <a:lnTo>
                  <a:pt x="91" y="98"/>
                </a:lnTo>
                <a:lnTo>
                  <a:pt x="92" y="98"/>
                </a:lnTo>
                <a:lnTo>
                  <a:pt x="92" y="97"/>
                </a:lnTo>
                <a:lnTo>
                  <a:pt x="91" y="96"/>
                </a:lnTo>
                <a:lnTo>
                  <a:pt x="91" y="95"/>
                </a:lnTo>
                <a:lnTo>
                  <a:pt x="90" y="94"/>
                </a:lnTo>
                <a:lnTo>
                  <a:pt x="91" y="94"/>
                </a:lnTo>
                <a:lnTo>
                  <a:pt x="91" y="93"/>
                </a:lnTo>
                <a:lnTo>
                  <a:pt x="92" y="92"/>
                </a:lnTo>
                <a:lnTo>
                  <a:pt x="93" y="91"/>
                </a:lnTo>
                <a:lnTo>
                  <a:pt x="93" y="90"/>
                </a:lnTo>
                <a:lnTo>
                  <a:pt x="94" y="90"/>
                </a:lnTo>
                <a:lnTo>
                  <a:pt x="95" y="90"/>
                </a:lnTo>
                <a:lnTo>
                  <a:pt x="96" y="90"/>
                </a:lnTo>
                <a:lnTo>
                  <a:pt x="98" y="90"/>
                </a:lnTo>
                <a:lnTo>
                  <a:pt x="99" y="86"/>
                </a:lnTo>
                <a:lnTo>
                  <a:pt x="99" y="84"/>
                </a:lnTo>
                <a:lnTo>
                  <a:pt x="99" y="82"/>
                </a:lnTo>
                <a:lnTo>
                  <a:pt x="99" y="80"/>
                </a:lnTo>
                <a:lnTo>
                  <a:pt x="101" y="77"/>
                </a:lnTo>
                <a:lnTo>
                  <a:pt x="101" y="76"/>
                </a:lnTo>
                <a:lnTo>
                  <a:pt x="103" y="74"/>
                </a:lnTo>
                <a:lnTo>
                  <a:pt x="105" y="72"/>
                </a:lnTo>
                <a:lnTo>
                  <a:pt x="105" y="71"/>
                </a:lnTo>
                <a:lnTo>
                  <a:pt x="105" y="70"/>
                </a:lnTo>
                <a:lnTo>
                  <a:pt x="106" y="68"/>
                </a:lnTo>
                <a:lnTo>
                  <a:pt x="106" y="66"/>
                </a:lnTo>
                <a:lnTo>
                  <a:pt x="106" y="64"/>
                </a:lnTo>
                <a:lnTo>
                  <a:pt x="108" y="62"/>
                </a:lnTo>
                <a:lnTo>
                  <a:pt x="109" y="62"/>
                </a:lnTo>
                <a:lnTo>
                  <a:pt x="109" y="63"/>
                </a:lnTo>
                <a:lnTo>
                  <a:pt x="111" y="65"/>
                </a:lnTo>
                <a:lnTo>
                  <a:pt x="112" y="65"/>
                </a:lnTo>
                <a:lnTo>
                  <a:pt x="112" y="66"/>
                </a:lnTo>
                <a:lnTo>
                  <a:pt x="112" y="67"/>
                </a:lnTo>
                <a:lnTo>
                  <a:pt x="113" y="67"/>
                </a:lnTo>
                <a:lnTo>
                  <a:pt x="114" y="67"/>
                </a:lnTo>
                <a:lnTo>
                  <a:pt x="115" y="67"/>
                </a:lnTo>
                <a:lnTo>
                  <a:pt x="116" y="68"/>
                </a:lnTo>
                <a:lnTo>
                  <a:pt x="118" y="69"/>
                </a:lnTo>
                <a:lnTo>
                  <a:pt x="118" y="68"/>
                </a:lnTo>
                <a:lnTo>
                  <a:pt x="118" y="67"/>
                </a:lnTo>
                <a:lnTo>
                  <a:pt x="118" y="66"/>
                </a:lnTo>
                <a:lnTo>
                  <a:pt x="118" y="65"/>
                </a:lnTo>
                <a:lnTo>
                  <a:pt x="119" y="65"/>
                </a:lnTo>
                <a:lnTo>
                  <a:pt x="120" y="64"/>
                </a:lnTo>
                <a:lnTo>
                  <a:pt x="122" y="64"/>
                </a:lnTo>
                <a:lnTo>
                  <a:pt x="123" y="64"/>
                </a:lnTo>
                <a:lnTo>
                  <a:pt x="124" y="64"/>
                </a:lnTo>
                <a:lnTo>
                  <a:pt x="125" y="64"/>
                </a:lnTo>
                <a:lnTo>
                  <a:pt x="128" y="64"/>
                </a:lnTo>
                <a:lnTo>
                  <a:pt x="129" y="63"/>
                </a:lnTo>
                <a:lnTo>
                  <a:pt x="130" y="63"/>
                </a:lnTo>
                <a:lnTo>
                  <a:pt x="132" y="62"/>
                </a:lnTo>
                <a:lnTo>
                  <a:pt x="133" y="62"/>
                </a:lnTo>
                <a:lnTo>
                  <a:pt x="134" y="63"/>
                </a:lnTo>
                <a:lnTo>
                  <a:pt x="134" y="64"/>
                </a:lnTo>
                <a:lnTo>
                  <a:pt x="135" y="64"/>
                </a:lnTo>
                <a:lnTo>
                  <a:pt x="137" y="64"/>
                </a:lnTo>
                <a:lnTo>
                  <a:pt x="139" y="63"/>
                </a:lnTo>
                <a:lnTo>
                  <a:pt x="140" y="64"/>
                </a:lnTo>
                <a:lnTo>
                  <a:pt x="141" y="63"/>
                </a:lnTo>
                <a:lnTo>
                  <a:pt x="141" y="62"/>
                </a:lnTo>
                <a:lnTo>
                  <a:pt x="141" y="61"/>
                </a:lnTo>
                <a:lnTo>
                  <a:pt x="140" y="60"/>
                </a:lnTo>
                <a:lnTo>
                  <a:pt x="140" y="59"/>
                </a:lnTo>
                <a:lnTo>
                  <a:pt x="140" y="58"/>
                </a:lnTo>
                <a:lnTo>
                  <a:pt x="140" y="57"/>
                </a:lnTo>
                <a:lnTo>
                  <a:pt x="139" y="57"/>
                </a:lnTo>
                <a:lnTo>
                  <a:pt x="138" y="56"/>
                </a:lnTo>
                <a:lnTo>
                  <a:pt x="137" y="56"/>
                </a:lnTo>
                <a:lnTo>
                  <a:pt x="137" y="55"/>
                </a:lnTo>
                <a:lnTo>
                  <a:pt x="137" y="54"/>
                </a:lnTo>
                <a:lnTo>
                  <a:pt x="136" y="53"/>
                </a:lnTo>
                <a:lnTo>
                  <a:pt x="135" y="53"/>
                </a:lnTo>
                <a:lnTo>
                  <a:pt x="133" y="53"/>
                </a:lnTo>
                <a:lnTo>
                  <a:pt x="131" y="51"/>
                </a:lnTo>
                <a:lnTo>
                  <a:pt x="131" y="50"/>
                </a:lnTo>
                <a:lnTo>
                  <a:pt x="131" y="49"/>
                </a:lnTo>
                <a:lnTo>
                  <a:pt x="130" y="47"/>
                </a:lnTo>
                <a:lnTo>
                  <a:pt x="129" y="47"/>
                </a:lnTo>
                <a:lnTo>
                  <a:pt x="128" y="46"/>
                </a:lnTo>
                <a:lnTo>
                  <a:pt x="127" y="45"/>
                </a:lnTo>
                <a:lnTo>
                  <a:pt x="126" y="45"/>
                </a:lnTo>
                <a:lnTo>
                  <a:pt x="124" y="43"/>
                </a:lnTo>
                <a:lnTo>
                  <a:pt x="124" y="42"/>
                </a:lnTo>
                <a:lnTo>
                  <a:pt x="123" y="42"/>
                </a:lnTo>
                <a:lnTo>
                  <a:pt x="123" y="41"/>
                </a:lnTo>
                <a:lnTo>
                  <a:pt x="122" y="41"/>
                </a:lnTo>
                <a:lnTo>
                  <a:pt x="122" y="40"/>
                </a:lnTo>
                <a:lnTo>
                  <a:pt x="121" y="40"/>
                </a:lnTo>
                <a:lnTo>
                  <a:pt x="118" y="37"/>
                </a:lnTo>
                <a:lnTo>
                  <a:pt x="118" y="34"/>
                </a:lnTo>
                <a:lnTo>
                  <a:pt x="119" y="32"/>
                </a:lnTo>
                <a:lnTo>
                  <a:pt x="120" y="31"/>
                </a:lnTo>
                <a:lnTo>
                  <a:pt x="120" y="30"/>
                </a:lnTo>
                <a:lnTo>
                  <a:pt x="121" y="30"/>
                </a:lnTo>
                <a:lnTo>
                  <a:pt x="122" y="29"/>
                </a:lnTo>
                <a:lnTo>
                  <a:pt x="123" y="29"/>
                </a:lnTo>
                <a:lnTo>
                  <a:pt x="124" y="29"/>
                </a:lnTo>
                <a:lnTo>
                  <a:pt x="124" y="30"/>
                </a:lnTo>
                <a:lnTo>
                  <a:pt x="125" y="31"/>
                </a:lnTo>
                <a:lnTo>
                  <a:pt x="125" y="32"/>
                </a:lnTo>
                <a:lnTo>
                  <a:pt x="126" y="34"/>
                </a:lnTo>
                <a:lnTo>
                  <a:pt x="128" y="36"/>
                </a:lnTo>
                <a:lnTo>
                  <a:pt x="130" y="37"/>
                </a:lnTo>
                <a:lnTo>
                  <a:pt x="131" y="37"/>
                </a:lnTo>
                <a:lnTo>
                  <a:pt x="131" y="36"/>
                </a:lnTo>
                <a:lnTo>
                  <a:pt x="133" y="36"/>
                </a:lnTo>
                <a:lnTo>
                  <a:pt x="134" y="36"/>
                </a:lnTo>
                <a:lnTo>
                  <a:pt x="134" y="37"/>
                </a:lnTo>
                <a:lnTo>
                  <a:pt x="135" y="36"/>
                </a:lnTo>
                <a:lnTo>
                  <a:pt x="136" y="36"/>
                </a:lnTo>
                <a:lnTo>
                  <a:pt x="137" y="36"/>
                </a:lnTo>
                <a:lnTo>
                  <a:pt x="138" y="36"/>
                </a:lnTo>
                <a:lnTo>
                  <a:pt x="138" y="37"/>
                </a:lnTo>
                <a:lnTo>
                  <a:pt x="139" y="37"/>
                </a:lnTo>
                <a:lnTo>
                  <a:pt x="140" y="37"/>
                </a:lnTo>
                <a:lnTo>
                  <a:pt x="140" y="36"/>
                </a:lnTo>
                <a:lnTo>
                  <a:pt x="140" y="35"/>
                </a:lnTo>
                <a:lnTo>
                  <a:pt x="139" y="32"/>
                </a:lnTo>
                <a:lnTo>
                  <a:pt x="139" y="31"/>
                </a:lnTo>
                <a:lnTo>
                  <a:pt x="138" y="31"/>
                </a:lnTo>
                <a:lnTo>
                  <a:pt x="137" y="29"/>
                </a:lnTo>
                <a:lnTo>
                  <a:pt x="135" y="26"/>
                </a:lnTo>
                <a:lnTo>
                  <a:pt x="135" y="24"/>
                </a:lnTo>
                <a:lnTo>
                  <a:pt x="134" y="22"/>
                </a:lnTo>
                <a:lnTo>
                  <a:pt x="135" y="21"/>
                </a:lnTo>
                <a:lnTo>
                  <a:pt x="135" y="20"/>
                </a:lnTo>
                <a:lnTo>
                  <a:pt x="136" y="19"/>
                </a:lnTo>
                <a:lnTo>
                  <a:pt x="137" y="19"/>
                </a:lnTo>
                <a:lnTo>
                  <a:pt x="139" y="19"/>
                </a:lnTo>
                <a:lnTo>
                  <a:pt x="140" y="19"/>
                </a:lnTo>
                <a:lnTo>
                  <a:pt x="141" y="19"/>
                </a:lnTo>
                <a:lnTo>
                  <a:pt x="142" y="20"/>
                </a:lnTo>
                <a:lnTo>
                  <a:pt x="144" y="20"/>
                </a:lnTo>
                <a:lnTo>
                  <a:pt x="144" y="19"/>
                </a:lnTo>
                <a:lnTo>
                  <a:pt x="146" y="18"/>
                </a:lnTo>
                <a:lnTo>
                  <a:pt x="146" y="17"/>
                </a:lnTo>
                <a:lnTo>
                  <a:pt x="148" y="16"/>
                </a:lnTo>
                <a:lnTo>
                  <a:pt x="149" y="16"/>
                </a:lnTo>
                <a:lnTo>
                  <a:pt x="150" y="16"/>
                </a:lnTo>
                <a:lnTo>
                  <a:pt x="150" y="15"/>
                </a:lnTo>
                <a:lnTo>
                  <a:pt x="151" y="15"/>
                </a:lnTo>
                <a:lnTo>
                  <a:pt x="152" y="15"/>
                </a:lnTo>
                <a:lnTo>
                  <a:pt x="153" y="16"/>
                </a:lnTo>
                <a:lnTo>
                  <a:pt x="153" y="17"/>
                </a:lnTo>
                <a:lnTo>
                  <a:pt x="154" y="17"/>
                </a:lnTo>
                <a:lnTo>
                  <a:pt x="155" y="18"/>
                </a:lnTo>
                <a:lnTo>
                  <a:pt x="156" y="18"/>
                </a:lnTo>
                <a:lnTo>
                  <a:pt x="157" y="18"/>
                </a:lnTo>
                <a:lnTo>
                  <a:pt x="159" y="16"/>
                </a:lnTo>
                <a:lnTo>
                  <a:pt x="159" y="15"/>
                </a:lnTo>
                <a:lnTo>
                  <a:pt x="159" y="13"/>
                </a:lnTo>
                <a:lnTo>
                  <a:pt x="159" y="11"/>
                </a:lnTo>
                <a:lnTo>
                  <a:pt x="159" y="9"/>
                </a:lnTo>
                <a:lnTo>
                  <a:pt x="159" y="8"/>
                </a:lnTo>
                <a:lnTo>
                  <a:pt x="159" y="7"/>
                </a:lnTo>
                <a:lnTo>
                  <a:pt x="158" y="6"/>
                </a:lnTo>
                <a:lnTo>
                  <a:pt x="158" y="5"/>
                </a:lnTo>
                <a:lnTo>
                  <a:pt x="157" y="5"/>
                </a:lnTo>
                <a:lnTo>
                  <a:pt x="157" y="4"/>
                </a:lnTo>
                <a:lnTo>
                  <a:pt x="158" y="2"/>
                </a:lnTo>
                <a:lnTo>
                  <a:pt x="160" y="0"/>
                </a:lnTo>
                <a:lnTo>
                  <a:pt x="161" y="0"/>
                </a:lnTo>
                <a:lnTo>
                  <a:pt x="162" y="0"/>
                </a:lnTo>
                <a:lnTo>
                  <a:pt x="163" y="0"/>
                </a:lnTo>
                <a:lnTo>
                  <a:pt x="164" y="1"/>
                </a:lnTo>
                <a:lnTo>
                  <a:pt x="164" y="2"/>
                </a:lnTo>
                <a:lnTo>
                  <a:pt x="165" y="2"/>
                </a:lnTo>
                <a:lnTo>
                  <a:pt x="167" y="3"/>
                </a:lnTo>
                <a:lnTo>
                  <a:pt x="168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2" name=""/>
          <p:cNvSpPr/>
          <p:nvPr/>
        </p:nvSpPr>
        <p:spPr>
          <a:xfrm>
            <a:off x="8117640" y="1264680"/>
            <a:ext cx="74520" cy="127440"/>
          </a:xfrm>
          <a:custGeom>
            <a:avLst/>
            <a:gdLst/>
            <a:ahLst/>
            <a:rect l="0" t="0" r="r" b="b"/>
            <a:pathLst>
              <a:path w="207" h="354">
                <a:moveTo>
                  <a:pt x="84" y="0"/>
                </a:moveTo>
                <a:lnTo>
                  <a:pt x="86" y="1"/>
                </a:lnTo>
                <a:lnTo>
                  <a:pt x="88" y="2"/>
                </a:lnTo>
                <a:lnTo>
                  <a:pt x="89" y="2"/>
                </a:lnTo>
                <a:lnTo>
                  <a:pt x="89" y="3"/>
                </a:lnTo>
                <a:lnTo>
                  <a:pt x="91" y="3"/>
                </a:lnTo>
                <a:lnTo>
                  <a:pt x="93" y="4"/>
                </a:lnTo>
                <a:lnTo>
                  <a:pt x="94" y="4"/>
                </a:lnTo>
                <a:lnTo>
                  <a:pt x="96" y="3"/>
                </a:lnTo>
                <a:lnTo>
                  <a:pt x="98" y="3"/>
                </a:lnTo>
                <a:lnTo>
                  <a:pt x="99" y="2"/>
                </a:lnTo>
                <a:lnTo>
                  <a:pt x="100" y="2"/>
                </a:lnTo>
                <a:lnTo>
                  <a:pt x="100" y="3"/>
                </a:lnTo>
                <a:lnTo>
                  <a:pt x="102" y="3"/>
                </a:lnTo>
                <a:lnTo>
                  <a:pt x="103" y="3"/>
                </a:lnTo>
                <a:lnTo>
                  <a:pt x="103" y="4"/>
                </a:lnTo>
                <a:lnTo>
                  <a:pt x="105" y="5"/>
                </a:lnTo>
                <a:lnTo>
                  <a:pt x="103" y="6"/>
                </a:lnTo>
                <a:lnTo>
                  <a:pt x="103" y="8"/>
                </a:lnTo>
                <a:lnTo>
                  <a:pt x="105" y="10"/>
                </a:lnTo>
                <a:lnTo>
                  <a:pt x="106" y="10"/>
                </a:lnTo>
                <a:lnTo>
                  <a:pt x="105" y="10"/>
                </a:lnTo>
                <a:lnTo>
                  <a:pt x="105" y="11"/>
                </a:lnTo>
                <a:lnTo>
                  <a:pt x="106" y="12"/>
                </a:lnTo>
                <a:lnTo>
                  <a:pt x="106" y="13"/>
                </a:lnTo>
                <a:lnTo>
                  <a:pt x="108" y="14"/>
                </a:lnTo>
                <a:lnTo>
                  <a:pt x="108" y="15"/>
                </a:lnTo>
                <a:lnTo>
                  <a:pt x="109" y="15"/>
                </a:lnTo>
                <a:lnTo>
                  <a:pt x="109" y="14"/>
                </a:lnTo>
                <a:lnTo>
                  <a:pt x="110" y="14"/>
                </a:lnTo>
                <a:lnTo>
                  <a:pt x="111" y="15"/>
                </a:lnTo>
                <a:lnTo>
                  <a:pt x="112" y="16"/>
                </a:lnTo>
                <a:lnTo>
                  <a:pt x="113" y="16"/>
                </a:lnTo>
                <a:lnTo>
                  <a:pt x="114" y="17"/>
                </a:lnTo>
                <a:lnTo>
                  <a:pt x="115" y="18"/>
                </a:lnTo>
                <a:lnTo>
                  <a:pt x="116" y="20"/>
                </a:lnTo>
                <a:lnTo>
                  <a:pt x="117" y="20"/>
                </a:lnTo>
                <a:lnTo>
                  <a:pt x="116" y="21"/>
                </a:lnTo>
                <a:lnTo>
                  <a:pt x="117" y="21"/>
                </a:lnTo>
                <a:lnTo>
                  <a:pt x="118" y="21"/>
                </a:lnTo>
                <a:lnTo>
                  <a:pt x="119" y="22"/>
                </a:lnTo>
                <a:lnTo>
                  <a:pt x="120" y="25"/>
                </a:lnTo>
                <a:lnTo>
                  <a:pt x="120" y="26"/>
                </a:lnTo>
                <a:lnTo>
                  <a:pt x="119" y="26"/>
                </a:lnTo>
                <a:lnTo>
                  <a:pt x="119" y="27"/>
                </a:lnTo>
                <a:lnTo>
                  <a:pt x="119" y="28"/>
                </a:lnTo>
                <a:lnTo>
                  <a:pt x="119" y="29"/>
                </a:lnTo>
                <a:lnTo>
                  <a:pt x="120" y="29"/>
                </a:lnTo>
                <a:lnTo>
                  <a:pt x="121" y="29"/>
                </a:lnTo>
                <a:lnTo>
                  <a:pt x="121" y="28"/>
                </a:lnTo>
                <a:lnTo>
                  <a:pt x="122" y="27"/>
                </a:lnTo>
                <a:lnTo>
                  <a:pt x="124" y="29"/>
                </a:lnTo>
                <a:lnTo>
                  <a:pt x="124" y="30"/>
                </a:lnTo>
                <a:lnTo>
                  <a:pt x="124" y="31"/>
                </a:lnTo>
                <a:lnTo>
                  <a:pt x="126" y="30"/>
                </a:lnTo>
                <a:lnTo>
                  <a:pt x="126" y="29"/>
                </a:lnTo>
                <a:lnTo>
                  <a:pt x="126" y="28"/>
                </a:lnTo>
                <a:lnTo>
                  <a:pt x="127" y="28"/>
                </a:lnTo>
                <a:lnTo>
                  <a:pt x="129" y="28"/>
                </a:lnTo>
                <a:lnTo>
                  <a:pt x="129" y="29"/>
                </a:lnTo>
                <a:lnTo>
                  <a:pt x="129" y="30"/>
                </a:lnTo>
                <a:lnTo>
                  <a:pt x="131" y="30"/>
                </a:lnTo>
                <a:lnTo>
                  <a:pt x="133" y="31"/>
                </a:lnTo>
                <a:lnTo>
                  <a:pt x="134" y="30"/>
                </a:lnTo>
                <a:lnTo>
                  <a:pt x="135" y="30"/>
                </a:lnTo>
                <a:lnTo>
                  <a:pt x="135" y="29"/>
                </a:lnTo>
                <a:lnTo>
                  <a:pt x="136" y="29"/>
                </a:lnTo>
                <a:lnTo>
                  <a:pt x="136" y="30"/>
                </a:lnTo>
                <a:lnTo>
                  <a:pt x="137" y="30"/>
                </a:lnTo>
                <a:lnTo>
                  <a:pt x="137" y="31"/>
                </a:lnTo>
                <a:lnTo>
                  <a:pt x="136" y="31"/>
                </a:lnTo>
                <a:lnTo>
                  <a:pt x="136" y="32"/>
                </a:lnTo>
                <a:lnTo>
                  <a:pt x="137" y="32"/>
                </a:lnTo>
                <a:lnTo>
                  <a:pt x="138" y="32"/>
                </a:lnTo>
                <a:lnTo>
                  <a:pt x="140" y="33"/>
                </a:lnTo>
                <a:lnTo>
                  <a:pt x="140" y="35"/>
                </a:lnTo>
                <a:lnTo>
                  <a:pt x="139" y="35"/>
                </a:lnTo>
                <a:lnTo>
                  <a:pt x="139" y="36"/>
                </a:lnTo>
                <a:lnTo>
                  <a:pt x="138" y="37"/>
                </a:lnTo>
                <a:lnTo>
                  <a:pt x="137" y="37"/>
                </a:lnTo>
                <a:lnTo>
                  <a:pt x="137" y="36"/>
                </a:lnTo>
                <a:lnTo>
                  <a:pt x="136" y="36"/>
                </a:lnTo>
                <a:lnTo>
                  <a:pt x="136" y="37"/>
                </a:lnTo>
                <a:lnTo>
                  <a:pt x="136" y="38"/>
                </a:lnTo>
                <a:lnTo>
                  <a:pt x="136" y="39"/>
                </a:lnTo>
                <a:lnTo>
                  <a:pt x="136" y="43"/>
                </a:lnTo>
                <a:lnTo>
                  <a:pt x="137" y="43"/>
                </a:lnTo>
                <a:lnTo>
                  <a:pt x="138" y="43"/>
                </a:lnTo>
                <a:lnTo>
                  <a:pt x="138" y="44"/>
                </a:lnTo>
                <a:lnTo>
                  <a:pt x="138" y="43"/>
                </a:lnTo>
                <a:lnTo>
                  <a:pt x="138" y="42"/>
                </a:lnTo>
                <a:lnTo>
                  <a:pt x="139" y="42"/>
                </a:lnTo>
                <a:lnTo>
                  <a:pt x="140" y="41"/>
                </a:lnTo>
                <a:lnTo>
                  <a:pt x="141" y="41"/>
                </a:lnTo>
                <a:lnTo>
                  <a:pt x="142" y="41"/>
                </a:lnTo>
                <a:lnTo>
                  <a:pt x="142" y="42"/>
                </a:lnTo>
                <a:lnTo>
                  <a:pt x="143" y="42"/>
                </a:lnTo>
                <a:lnTo>
                  <a:pt x="144" y="42"/>
                </a:lnTo>
                <a:lnTo>
                  <a:pt x="144" y="43"/>
                </a:lnTo>
                <a:lnTo>
                  <a:pt x="144" y="44"/>
                </a:lnTo>
                <a:lnTo>
                  <a:pt x="144" y="45"/>
                </a:lnTo>
                <a:lnTo>
                  <a:pt x="145" y="45"/>
                </a:lnTo>
                <a:lnTo>
                  <a:pt x="145" y="46"/>
                </a:lnTo>
                <a:lnTo>
                  <a:pt x="144" y="46"/>
                </a:lnTo>
                <a:lnTo>
                  <a:pt x="144" y="47"/>
                </a:lnTo>
                <a:lnTo>
                  <a:pt x="144" y="49"/>
                </a:lnTo>
                <a:lnTo>
                  <a:pt x="144" y="51"/>
                </a:lnTo>
                <a:lnTo>
                  <a:pt x="143" y="52"/>
                </a:lnTo>
                <a:lnTo>
                  <a:pt x="140" y="51"/>
                </a:lnTo>
                <a:lnTo>
                  <a:pt x="140" y="52"/>
                </a:lnTo>
                <a:lnTo>
                  <a:pt x="140" y="53"/>
                </a:lnTo>
                <a:lnTo>
                  <a:pt x="139" y="53"/>
                </a:lnTo>
                <a:lnTo>
                  <a:pt x="138" y="53"/>
                </a:lnTo>
                <a:lnTo>
                  <a:pt x="138" y="52"/>
                </a:lnTo>
                <a:lnTo>
                  <a:pt x="137" y="52"/>
                </a:lnTo>
                <a:lnTo>
                  <a:pt x="136" y="52"/>
                </a:lnTo>
                <a:lnTo>
                  <a:pt x="135" y="52"/>
                </a:lnTo>
                <a:lnTo>
                  <a:pt x="133" y="51"/>
                </a:lnTo>
                <a:lnTo>
                  <a:pt x="132" y="50"/>
                </a:lnTo>
                <a:lnTo>
                  <a:pt x="131" y="50"/>
                </a:lnTo>
                <a:lnTo>
                  <a:pt x="130" y="50"/>
                </a:lnTo>
                <a:lnTo>
                  <a:pt x="129" y="50"/>
                </a:lnTo>
                <a:lnTo>
                  <a:pt x="129" y="51"/>
                </a:lnTo>
                <a:lnTo>
                  <a:pt x="128" y="52"/>
                </a:lnTo>
                <a:lnTo>
                  <a:pt x="127" y="54"/>
                </a:lnTo>
                <a:lnTo>
                  <a:pt x="126" y="55"/>
                </a:lnTo>
                <a:lnTo>
                  <a:pt x="124" y="55"/>
                </a:lnTo>
                <a:lnTo>
                  <a:pt x="123" y="54"/>
                </a:lnTo>
                <a:lnTo>
                  <a:pt x="122" y="54"/>
                </a:lnTo>
                <a:lnTo>
                  <a:pt x="121" y="54"/>
                </a:lnTo>
                <a:lnTo>
                  <a:pt x="121" y="55"/>
                </a:lnTo>
                <a:lnTo>
                  <a:pt x="120" y="55"/>
                </a:lnTo>
                <a:lnTo>
                  <a:pt x="119" y="55"/>
                </a:lnTo>
                <a:lnTo>
                  <a:pt x="118" y="55"/>
                </a:lnTo>
                <a:lnTo>
                  <a:pt x="117" y="55"/>
                </a:lnTo>
                <a:lnTo>
                  <a:pt x="117" y="54"/>
                </a:lnTo>
                <a:lnTo>
                  <a:pt x="117" y="53"/>
                </a:lnTo>
                <a:lnTo>
                  <a:pt x="116" y="52"/>
                </a:lnTo>
                <a:lnTo>
                  <a:pt x="115" y="50"/>
                </a:lnTo>
                <a:lnTo>
                  <a:pt x="113" y="50"/>
                </a:lnTo>
                <a:lnTo>
                  <a:pt x="112" y="51"/>
                </a:lnTo>
                <a:lnTo>
                  <a:pt x="111" y="51"/>
                </a:lnTo>
                <a:lnTo>
                  <a:pt x="111" y="50"/>
                </a:lnTo>
                <a:lnTo>
                  <a:pt x="110" y="50"/>
                </a:lnTo>
                <a:lnTo>
                  <a:pt x="110" y="51"/>
                </a:lnTo>
                <a:lnTo>
                  <a:pt x="110" y="52"/>
                </a:lnTo>
                <a:lnTo>
                  <a:pt x="109" y="52"/>
                </a:lnTo>
                <a:lnTo>
                  <a:pt x="109" y="51"/>
                </a:lnTo>
                <a:lnTo>
                  <a:pt x="108" y="51"/>
                </a:lnTo>
                <a:lnTo>
                  <a:pt x="106" y="50"/>
                </a:lnTo>
                <a:lnTo>
                  <a:pt x="106" y="51"/>
                </a:lnTo>
                <a:lnTo>
                  <a:pt x="105" y="51"/>
                </a:lnTo>
                <a:lnTo>
                  <a:pt x="105" y="52"/>
                </a:lnTo>
                <a:lnTo>
                  <a:pt x="106" y="53"/>
                </a:lnTo>
                <a:lnTo>
                  <a:pt x="107" y="54"/>
                </a:lnTo>
                <a:lnTo>
                  <a:pt x="107" y="55"/>
                </a:lnTo>
                <a:lnTo>
                  <a:pt x="106" y="56"/>
                </a:lnTo>
                <a:lnTo>
                  <a:pt x="106" y="58"/>
                </a:lnTo>
                <a:lnTo>
                  <a:pt x="105" y="59"/>
                </a:lnTo>
                <a:lnTo>
                  <a:pt x="106" y="59"/>
                </a:lnTo>
                <a:lnTo>
                  <a:pt x="106" y="60"/>
                </a:lnTo>
                <a:lnTo>
                  <a:pt x="105" y="60"/>
                </a:lnTo>
                <a:lnTo>
                  <a:pt x="105" y="61"/>
                </a:lnTo>
                <a:lnTo>
                  <a:pt x="105" y="60"/>
                </a:lnTo>
                <a:lnTo>
                  <a:pt x="105" y="61"/>
                </a:lnTo>
                <a:lnTo>
                  <a:pt x="103" y="62"/>
                </a:lnTo>
                <a:lnTo>
                  <a:pt x="103" y="61"/>
                </a:lnTo>
                <a:lnTo>
                  <a:pt x="102" y="62"/>
                </a:lnTo>
                <a:lnTo>
                  <a:pt x="101" y="63"/>
                </a:lnTo>
                <a:lnTo>
                  <a:pt x="102" y="64"/>
                </a:lnTo>
                <a:lnTo>
                  <a:pt x="102" y="65"/>
                </a:lnTo>
                <a:lnTo>
                  <a:pt x="103" y="65"/>
                </a:lnTo>
                <a:lnTo>
                  <a:pt x="105" y="65"/>
                </a:lnTo>
                <a:lnTo>
                  <a:pt x="105" y="67"/>
                </a:lnTo>
                <a:lnTo>
                  <a:pt x="103" y="67"/>
                </a:lnTo>
                <a:lnTo>
                  <a:pt x="102" y="67"/>
                </a:lnTo>
                <a:lnTo>
                  <a:pt x="101" y="68"/>
                </a:lnTo>
                <a:lnTo>
                  <a:pt x="102" y="68"/>
                </a:lnTo>
                <a:lnTo>
                  <a:pt x="103" y="68"/>
                </a:lnTo>
                <a:lnTo>
                  <a:pt x="103" y="69"/>
                </a:lnTo>
                <a:lnTo>
                  <a:pt x="102" y="70"/>
                </a:lnTo>
                <a:lnTo>
                  <a:pt x="101" y="70"/>
                </a:lnTo>
                <a:lnTo>
                  <a:pt x="101" y="71"/>
                </a:lnTo>
                <a:lnTo>
                  <a:pt x="102" y="71"/>
                </a:lnTo>
                <a:lnTo>
                  <a:pt x="103" y="73"/>
                </a:lnTo>
                <a:lnTo>
                  <a:pt x="103" y="72"/>
                </a:lnTo>
                <a:lnTo>
                  <a:pt x="105" y="72"/>
                </a:lnTo>
                <a:lnTo>
                  <a:pt x="105" y="73"/>
                </a:lnTo>
                <a:lnTo>
                  <a:pt x="106" y="77"/>
                </a:lnTo>
                <a:lnTo>
                  <a:pt x="106" y="78"/>
                </a:lnTo>
                <a:lnTo>
                  <a:pt x="109" y="81"/>
                </a:lnTo>
                <a:lnTo>
                  <a:pt x="110" y="82"/>
                </a:lnTo>
                <a:lnTo>
                  <a:pt x="110" y="84"/>
                </a:lnTo>
                <a:lnTo>
                  <a:pt x="111" y="86"/>
                </a:lnTo>
                <a:lnTo>
                  <a:pt x="113" y="89"/>
                </a:lnTo>
                <a:lnTo>
                  <a:pt x="114" y="90"/>
                </a:lnTo>
                <a:lnTo>
                  <a:pt x="114" y="92"/>
                </a:lnTo>
                <a:lnTo>
                  <a:pt x="113" y="92"/>
                </a:lnTo>
                <a:lnTo>
                  <a:pt x="113" y="93"/>
                </a:lnTo>
                <a:lnTo>
                  <a:pt x="113" y="94"/>
                </a:lnTo>
                <a:lnTo>
                  <a:pt x="113" y="95"/>
                </a:lnTo>
                <a:lnTo>
                  <a:pt x="112" y="95"/>
                </a:lnTo>
                <a:lnTo>
                  <a:pt x="112" y="96"/>
                </a:lnTo>
                <a:lnTo>
                  <a:pt x="113" y="97"/>
                </a:lnTo>
                <a:lnTo>
                  <a:pt x="114" y="97"/>
                </a:lnTo>
                <a:lnTo>
                  <a:pt x="113" y="97"/>
                </a:lnTo>
                <a:lnTo>
                  <a:pt x="113" y="99"/>
                </a:lnTo>
                <a:lnTo>
                  <a:pt x="112" y="99"/>
                </a:lnTo>
                <a:lnTo>
                  <a:pt x="112" y="100"/>
                </a:lnTo>
                <a:lnTo>
                  <a:pt x="112" y="99"/>
                </a:lnTo>
                <a:lnTo>
                  <a:pt x="112" y="100"/>
                </a:lnTo>
                <a:lnTo>
                  <a:pt x="113" y="100"/>
                </a:lnTo>
                <a:lnTo>
                  <a:pt x="113" y="99"/>
                </a:lnTo>
                <a:lnTo>
                  <a:pt x="114" y="99"/>
                </a:lnTo>
                <a:lnTo>
                  <a:pt x="115" y="100"/>
                </a:lnTo>
                <a:lnTo>
                  <a:pt x="116" y="100"/>
                </a:lnTo>
                <a:lnTo>
                  <a:pt x="117" y="100"/>
                </a:lnTo>
                <a:lnTo>
                  <a:pt x="117" y="101"/>
                </a:lnTo>
                <a:lnTo>
                  <a:pt x="118" y="101"/>
                </a:lnTo>
                <a:lnTo>
                  <a:pt x="119" y="101"/>
                </a:lnTo>
                <a:lnTo>
                  <a:pt x="120" y="101"/>
                </a:lnTo>
                <a:lnTo>
                  <a:pt x="121" y="101"/>
                </a:lnTo>
                <a:lnTo>
                  <a:pt x="121" y="102"/>
                </a:lnTo>
                <a:lnTo>
                  <a:pt x="120" y="102"/>
                </a:lnTo>
                <a:lnTo>
                  <a:pt x="120" y="103"/>
                </a:lnTo>
                <a:lnTo>
                  <a:pt x="121" y="103"/>
                </a:lnTo>
                <a:lnTo>
                  <a:pt x="121" y="104"/>
                </a:lnTo>
                <a:lnTo>
                  <a:pt x="120" y="104"/>
                </a:lnTo>
                <a:lnTo>
                  <a:pt x="120" y="103"/>
                </a:lnTo>
                <a:lnTo>
                  <a:pt x="120" y="104"/>
                </a:lnTo>
                <a:lnTo>
                  <a:pt x="120" y="105"/>
                </a:lnTo>
                <a:lnTo>
                  <a:pt x="119" y="105"/>
                </a:lnTo>
                <a:lnTo>
                  <a:pt x="118" y="106"/>
                </a:lnTo>
                <a:lnTo>
                  <a:pt x="119" y="107"/>
                </a:lnTo>
                <a:lnTo>
                  <a:pt x="120" y="107"/>
                </a:lnTo>
                <a:lnTo>
                  <a:pt x="121" y="108"/>
                </a:lnTo>
                <a:lnTo>
                  <a:pt x="121" y="109"/>
                </a:lnTo>
                <a:lnTo>
                  <a:pt x="123" y="110"/>
                </a:lnTo>
                <a:lnTo>
                  <a:pt x="124" y="109"/>
                </a:lnTo>
                <a:lnTo>
                  <a:pt x="125" y="109"/>
                </a:lnTo>
                <a:lnTo>
                  <a:pt x="126" y="110"/>
                </a:lnTo>
                <a:lnTo>
                  <a:pt x="127" y="110"/>
                </a:lnTo>
                <a:lnTo>
                  <a:pt x="128" y="110"/>
                </a:lnTo>
                <a:lnTo>
                  <a:pt x="128" y="111"/>
                </a:lnTo>
                <a:lnTo>
                  <a:pt x="128" y="110"/>
                </a:lnTo>
                <a:lnTo>
                  <a:pt x="129" y="110"/>
                </a:lnTo>
                <a:lnTo>
                  <a:pt x="130" y="110"/>
                </a:lnTo>
                <a:lnTo>
                  <a:pt x="130" y="111"/>
                </a:lnTo>
                <a:lnTo>
                  <a:pt x="130" y="112"/>
                </a:lnTo>
                <a:lnTo>
                  <a:pt x="130" y="113"/>
                </a:lnTo>
                <a:lnTo>
                  <a:pt x="131" y="113"/>
                </a:lnTo>
                <a:lnTo>
                  <a:pt x="131" y="114"/>
                </a:lnTo>
                <a:lnTo>
                  <a:pt x="132" y="115"/>
                </a:lnTo>
                <a:lnTo>
                  <a:pt x="132" y="116"/>
                </a:lnTo>
                <a:lnTo>
                  <a:pt x="133" y="116"/>
                </a:lnTo>
                <a:lnTo>
                  <a:pt x="133" y="117"/>
                </a:lnTo>
                <a:lnTo>
                  <a:pt x="134" y="116"/>
                </a:lnTo>
                <a:lnTo>
                  <a:pt x="134" y="117"/>
                </a:lnTo>
                <a:lnTo>
                  <a:pt x="134" y="118"/>
                </a:lnTo>
                <a:lnTo>
                  <a:pt x="133" y="118"/>
                </a:lnTo>
                <a:lnTo>
                  <a:pt x="133" y="119"/>
                </a:lnTo>
                <a:lnTo>
                  <a:pt x="134" y="120"/>
                </a:lnTo>
                <a:lnTo>
                  <a:pt x="134" y="121"/>
                </a:lnTo>
                <a:lnTo>
                  <a:pt x="134" y="122"/>
                </a:lnTo>
                <a:lnTo>
                  <a:pt x="134" y="123"/>
                </a:lnTo>
                <a:lnTo>
                  <a:pt x="133" y="123"/>
                </a:lnTo>
                <a:lnTo>
                  <a:pt x="132" y="122"/>
                </a:lnTo>
                <a:lnTo>
                  <a:pt x="132" y="123"/>
                </a:lnTo>
                <a:lnTo>
                  <a:pt x="133" y="124"/>
                </a:lnTo>
                <a:lnTo>
                  <a:pt x="133" y="125"/>
                </a:lnTo>
                <a:lnTo>
                  <a:pt x="132" y="125"/>
                </a:lnTo>
                <a:lnTo>
                  <a:pt x="131" y="125"/>
                </a:lnTo>
                <a:lnTo>
                  <a:pt x="131" y="126"/>
                </a:lnTo>
                <a:lnTo>
                  <a:pt x="131" y="127"/>
                </a:lnTo>
                <a:lnTo>
                  <a:pt x="131" y="128"/>
                </a:lnTo>
                <a:lnTo>
                  <a:pt x="130" y="128"/>
                </a:lnTo>
                <a:lnTo>
                  <a:pt x="130" y="129"/>
                </a:lnTo>
                <a:lnTo>
                  <a:pt x="129" y="130"/>
                </a:lnTo>
                <a:lnTo>
                  <a:pt x="128" y="130"/>
                </a:lnTo>
                <a:lnTo>
                  <a:pt x="128" y="131"/>
                </a:lnTo>
                <a:lnTo>
                  <a:pt x="128" y="133"/>
                </a:lnTo>
                <a:lnTo>
                  <a:pt x="129" y="133"/>
                </a:lnTo>
                <a:lnTo>
                  <a:pt x="129" y="132"/>
                </a:lnTo>
                <a:lnTo>
                  <a:pt x="130" y="131"/>
                </a:lnTo>
                <a:lnTo>
                  <a:pt x="130" y="130"/>
                </a:lnTo>
                <a:lnTo>
                  <a:pt x="131" y="130"/>
                </a:lnTo>
                <a:lnTo>
                  <a:pt x="131" y="131"/>
                </a:lnTo>
                <a:lnTo>
                  <a:pt x="131" y="132"/>
                </a:lnTo>
                <a:lnTo>
                  <a:pt x="132" y="132"/>
                </a:lnTo>
                <a:lnTo>
                  <a:pt x="133" y="132"/>
                </a:lnTo>
                <a:lnTo>
                  <a:pt x="134" y="132"/>
                </a:lnTo>
                <a:lnTo>
                  <a:pt x="134" y="133"/>
                </a:lnTo>
                <a:lnTo>
                  <a:pt x="134" y="134"/>
                </a:lnTo>
                <a:lnTo>
                  <a:pt x="133" y="135"/>
                </a:lnTo>
                <a:lnTo>
                  <a:pt x="134" y="135"/>
                </a:lnTo>
                <a:lnTo>
                  <a:pt x="134" y="136"/>
                </a:lnTo>
                <a:lnTo>
                  <a:pt x="135" y="136"/>
                </a:lnTo>
                <a:lnTo>
                  <a:pt x="135" y="135"/>
                </a:lnTo>
                <a:lnTo>
                  <a:pt x="136" y="134"/>
                </a:lnTo>
                <a:lnTo>
                  <a:pt x="137" y="133"/>
                </a:lnTo>
                <a:lnTo>
                  <a:pt x="137" y="132"/>
                </a:lnTo>
                <a:lnTo>
                  <a:pt x="138" y="132"/>
                </a:lnTo>
                <a:lnTo>
                  <a:pt x="139" y="132"/>
                </a:lnTo>
                <a:lnTo>
                  <a:pt x="139" y="133"/>
                </a:lnTo>
                <a:lnTo>
                  <a:pt x="140" y="133"/>
                </a:lnTo>
                <a:lnTo>
                  <a:pt x="140" y="134"/>
                </a:lnTo>
                <a:lnTo>
                  <a:pt x="141" y="134"/>
                </a:lnTo>
                <a:lnTo>
                  <a:pt x="142" y="134"/>
                </a:lnTo>
                <a:lnTo>
                  <a:pt x="143" y="135"/>
                </a:lnTo>
                <a:lnTo>
                  <a:pt x="143" y="136"/>
                </a:lnTo>
                <a:lnTo>
                  <a:pt x="142" y="136"/>
                </a:lnTo>
                <a:lnTo>
                  <a:pt x="142" y="137"/>
                </a:lnTo>
                <a:lnTo>
                  <a:pt x="141" y="137"/>
                </a:lnTo>
                <a:lnTo>
                  <a:pt x="140" y="137"/>
                </a:lnTo>
                <a:lnTo>
                  <a:pt x="140" y="136"/>
                </a:lnTo>
                <a:lnTo>
                  <a:pt x="139" y="136"/>
                </a:lnTo>
                <a:lnTo>
                  <a:pt x="139" y="137"/>
                </a:lnTo>
                <a:lnTo>
                  <a:pt x="140" y="138"/>
                </a:lnTo>
                <a:lnTo>
                  <a:pt x="141" y="138"/>
                </a:lnTo>
                <a:lnTo>
                  <a:pt x="142" y="138"/>
                </a:lnTo>
                <a:lnTo>
                  <a:pt x="142" y="139"/>
                </a:lnTo>
                <a:lnTo>
                  <a:pt x="143" y="139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4" y="142"/>
                </a:lnTo>
                <a:lnTo>
                  <a:pt x="144" y="143"/>
                </a:lnTo>
                <a:lnTo>
                  <a:pt x="145" y="144"/>
                </a:lnTo>
                <a:lnTo>
                  <a:pt x="146" y="142"/>
                </a:lnTo>
                <a:lnTo>
                  <a:pt x="147" y="142"/>
                </a:lnTo>
                <a:lnTo>
                  <a:pt x="148" y="141"/>
                </a:lnTo>
                <a:lnTo>
                  <a:pt x="148" y="140"/>
                </a:lnTo>
                <a:lnTo>
                  <a:pt x="149" y="139"/>
                </a:lnTo>
                <a:lnTo>
                  <a:pt x="148" y="139"/>
                </a:lnTo>
                <a:lnTo>
                  <a:pt x="148" y="138"/>
                </a:lnTo>
                <a:lnTo>
                  <a:pt x="147" y="137"/>
                </a:lnTo>
                <a:lnTo>
                  <a:pt x="147" y="136"/>
                </a:lnTo>
                <a:lnTo>
                  <a:pt x="147" y="134"/>
                </a:lnTo>
                <a:lnTo>
                  <a:pt x="148" y="134"/>
                </a:lnTo>
                <a:lnTo>
                  <a:pt x="149" y="134"/>
                </a:lnTo>
                <a:lnTo>
                  <a:pt x="149" y="133"/>
                </a:lnTo>
                <a:lnTo>
                  <a:pt x="149" y="132"/>
                </a:lnTo>
                <a:lnTo>
                  <a:pt x="148" y="130"/>
                </a:lnTo>
                <a:lnTo>
                  <a:pt x="148" y="131"/>
                </a:lnTo>
                <a:lnTo>
                  <a:pt x="150" y="129"/>
                </a:lnTo>
                <a:lnTo>
                  <a:pt x="151" y="129"/>
                </a:lnTo>
                <a:lnTo>
                  <a:pt x="151" y="128"/>
                </a:lnTo>
                <a:lnTo>
                  <a:pt x="152" y="128"/>
                </a:lnTo>
                <a:lnTo>
                  <a:pt x="152" y="129"/>
                </a:lnTo>
                <a:lnTo>
                  <a:pt x="154" y="129"/>
                </a:lnTo>
                <a:lnTo>
                  <a:pt x="154" y="128"/>
                </a:lnTo>
                <a:lnTo>
                  <a:pt x="155" y="128"/>
                </a:lnTo>
                <a:lnTo>
                  <a:pt x="155" y="127"/>
                </a:lnTo>
                <a:lnTo>
                  <a:pt x="156" y="127"/>
                </a:lnTo>
                <a:lnTo>
                  <a:pt x="157" y="128"/>
                </a:lnTo>
                <a:lnTo>
                  <a:pt x="158" y="128"/>
                </a:lnTo>
                <a:lnTo>
                  <a:pt x="159" y="128"/>
                </a:lnTo>
                <a:lnTo>
                  <a:pt x="160" y="129"/>
                </a:lnTo>
                <a:lnTo>
                  <a:pt x="162" y="129"/>
                </a:lnTo>
                <a:lnTo>
                  <a:pt x="163" y="129"/>
                </a:lnTo>
                <a:lnTo>
                  <a:pt x="163" y="128"/>
                </a:lnTo>
                <a:lnTo>
                  <a:pt x="164" y="129"/>
                </a:lnTo>
                <a:lnTo>
                  <a:pt x="164" y="128"/>
                </a:lnTo>
                <a:lnTo>
                  <a:pt x="165" y="128"/>
                </a:lnTo>
                <a:lnTo>
                  <a:pt x="166" y="127"/>
                </a:lnTo>
                <a:lnTo>
                  <a:pt x="166" y="126"/>
                </a:lnTo>
                <a:lnTo>
                  <a:pt x="167" y="126"/>
                </a:lnTo>
                <a:lnTo>
                  <a:pt x="167" y="127"/>
                </a:lnTo>
                <a:lnTo>
                  <a:pt x="168" y="127"/>
                </a:lnTo>
                <a:lnTo>
                  <a:pt x="168" y="128"/>
                </a:lnTo>
                <a:lnTo>
                  <a:pt x="169" y="128"/>
                </a:lnTo>
                <a:lnTo>
                  <a:pt x="170" y="128"/>
                </a:lnTo>
                <a:lnTo>
                  <a:pt x="172" y="128"/>
                </a:lnTo>
                <a:lnTo>
                  <a:pt x="172" y="127"/>
                </a:lnTo>
                <a:lnTo>
                  <a:pt x="173" y="128"/>
                </a:lnTo>
                <a:lnTo>
                  <a:pt x="175" y="128"/>
                </a:lnTo>
                <a:lnTo>
                  <a:pt x="175" y="129"/>
                </a:lnTo>
                <a:lnTo>
                  <a:pt x="174" y="129"/>
                </a:lnTo>
                <a:lnTo>
                  <a:pt x="175" y="129"/>
                </a:lnTo>
                <a:lnTo>
                  <a:pt x="176" y="129"/>
                </a:lnTo>
                <a:lnTo>
                  <a:pt x="177" y="130"/>
                </a:lnTo>
                <a:lnTo>
                  <a:pt x="177" y="131"/>
                </a:lnTo>
                <a:lnTo>
                  <a:pt x="176" y="132"/>
                </a:lnTo>
                <a:lnTo>
                  <a:pt x="176" y="133"/>
                </a:lnTo>
                <a:lnTo>
                  <a:pt x="175" y="134"/>
                </a:lnTo>
                <a:lnTo>
                  <a:pt x="175" y="135"/>
                </a:lnTo>
                <a:lnTo>
                  <a:pt x="175" y="136"/>
                </a:lnTo>
                <a:lnTo>
                  <a:pt x="175" y="137"/>
                </a:lnTo>
                <a:lnTo>
                  <a:pt x="174" y="138"/>
                </a:lnTo>
                <a:lnTo>
                  <a:pt x="174" y="139"/>
                </a:lnTo>
                <a:lnTo>
                  <a:pt x="174" y="140"/>
                </a:lnTo>
                <a:lnTo>
                  <a:pt x="175" y="141"/>
                </a:lnTo>
                <a:lnTo>
                  <a:pt x="175" y="142"/>
                </a:lnTo>
                <a:lnTo>
                  <a:pt x="176" y="142"/>
                </a:lnTo>
                <a:lnTo>
                  <a:pt x="175" y="143"/>
                </a:lnTo>
                <a:lnTo>
                  <a:pt x="175" y="144"/>
                </a:lnTo>
                <a:lnTo>
                  <a:pt x="173" y="144"/>
                </a:lnTo>
                <a:lnTo>
                  <a:pt x="174" y="144"/>
                </a:lnTo>
                <a:lnTo>
                  <a:pt x="174" y="146"/>
                </a:lnTo>
                <a:lnTo>
                  <a:pt x="174" y="148"/>
                </a:lnTo>
                <a:lnTo>
                  <a:pt x="173" y="149"/>
                </a:lnTo>
                <a:lnTo>
                  <a:pt x="174" y="149"/>
                </a:lnTo>
                <a:lnTo>
                  <a:pt x="174" y="150"/>
                </a:lnTo>
                <a:lnTo>
                  <a:pt x="175" y="151"/>
                </a:lnTo>
                <a:lnTo>
                  <a:pt x="175" y="152"/>
                </a:lnTo>
                <a:lnTo>
                  <a:pt x="174" y="152"/>
                </a:lnTo>
                <a:lnTo>
                  <a:pt x="173" y="152"/>
                </a:lnTo>
                <a:lnTo>
                  <a:pt x="173" y="153"/>
                </a:lnTo>
                <a:lnTo>
                  <a:pt x="171" y="153"/>
                </a:lnTo>
                <a:lnTo>
                  <a:pt x="171" y="156"/>
                </a:lnTo>
                <a:lnTo>
                  <a:pt x="171" y="159"/>
                </a:lnTo>
                <a:lnTo>
                  <a:pt x="171" y="161"/>
                </a:lnTo>
                <a:lnTo>
                  <a:pt x="172" y="162"/>
                </a:lnTo>
                <a:lnTo>
                  <a:pt x="172" y="163"/>
                </a:lnTo>
                <a:lnTo>
                  <a:pt x="172" y="165"/>
                </a:lnTo>
                <a:lnTo>
                  <a:pt x="171" y="165"/>
                </a:lnTo>
                <a:lnTo>
                  <a:pt x="168" y="166"/>
                </a:lnTo>
                <a:lnTo>
                  <a:pt x="168" y="167"/>
                </a:lnTo>
                <a:lnTo>
                  <a:pt x="169" y="168"/>
                </a:lnTo>
                <a:lnTo>
                  <a:pt x="169" y="167"/>
                </a:lnTo>
                <a:lnTo>
                  <a:pt x="170" y="167"/>
                </a:lnTo>
                <a:lnTo>
                  <a:pt x="171" y="167"/>
                </a:lnTo>
                <a:lnTo>
                  <a:pt x="171" y="168"/>
                </a:lnTo>
                <a:lnTo>
                  <a:pt x="171" y="171"/>
                </a:lnTo>
                <a:lnTo>
                  <a:pt x="172" y="172"/>
                </a:lnTo>
                <a:lnTo>
                  <a:pt x="171" y="172"/>
                </a:lnTo>
                <a:lnTo>
                  <a:pt x="171" y="173"/>
                </a:lnTo>
                <a:lnTo>
                  <a:pt x="170" y="172"/>
                </a:lnTo>
                <a:lnTo>
                  <a:pt x="169" y="172"/>
                </a:lnTo>
                <a:lnTo>
                  <a:pt x="168" y="172"/>
                </a:lnTo>
                <a:lnTo>
                  <a:pt x="168" y="173"/>
                </a:lnTo>
                <a:lnTo>
                  <a:pt x="167" y="173"/>
                </a:lnTo>
                <a:lnTo>
                  <a:pt x="165" y="173"/>
                </a:lnTo>
                <a:lnTo>
                  <a:pt x="164" y="173"/>
                </a:lnTo>
                <a:lnTo>
                  <a:pt x="164" y="174"/>
                </a:lnTo>
                <a:lnTo>
                  <a:pt x="163" y="174"/>
                </a:lnTo>
                <a:lnTo>
                  <a:pt x="163" y="175"/>
                </a:lnTo>
                <a:lnTo>
                  <a:pt x="163" y="176"/>
                </a:lnTo>
                <a:lnTo>
                  <a:pt x="163" y="177"/>
                </a:lnTo>
                <a:lnTo>
                  <a:pt x="164" y="178"/>
                </a:lnTo>
                <a:lnTo>
                  <a:pt x="165" y="178"/>
                </a:lnTo>
                <a:lnTo>
                  <a:pt x="166" y="177"/>
                </a:lnTo>
                <a:lnTo>
                  <a:pt x="167" y="177"/>
                </a:lnTo>
                <a:lnTo>
                  <a:pt x="168" y="177"/>
                </a:lnTo>
                <a:lnTo>
                  <a:pt x="168" y="178"/>
                </a:lnTo>
                <a:lnTo>
                  <a:pt x="168" y="177"/>
                </a:lnTo>
                <a:lnTo>
                  <a:pt x="169" y="178"/>
                </a:lnTo>
                <a:lnTo>
                  <a:pt x="170" y="176"/>
                </a:lnTo>
                <a:lnTo>
                  <a:pt x="170" y="175"/>
                </a:lnTo>
                <a:lnTo>
                  <a:pt x="169" y="175"/>
                </a:lnTo>
                <a:lnTo>
                  <a:pt x="170" y="174"/>
                </a:lnTo>
                <a:lnTo>
                  <a:pt x="171" y="175"/>
                </a:lnTo>
                <a:lnTo>
                  <a:pt x="172" y="175"/>
                </a:lnTo>
                <a:lnTo>
                  <a:pt x="172" y="176"/>
                </a:lnTo>
                <a:lnTo>
                  <a:pt x="171" y="176"/>
                </a:lnTo>
                <a:lnTo>
                  <a:pt x="171" y="177"/>
                </a:lnTo>
                <a:lnTo>
                  <a:pt x="171" y="178"/>
                </a:lnTo>
                <a:lnTo>
                  <a:pt x="171" y="179"/>
                </a:lnTo>
                <a:lnTo>
                  <a:pt x="170" y="180"/>
                </a:lnTo>
                <a:lnTo>
                  <a:pt x="170" y="181"/>
                </a:lnTo>
                <a:lnTo>
                  <a:pt x="169" y="181"/>
                </a:lnTo>
                <a:lnTo>
                  <a:pt x="170" y="181"/>
                </a:lnTo>
                <a:lnTo>
                  <a:pt x="170" y="182"/>
                </a:lnTo>
                <a:lnTo>
                  <a:pt x="171" y="182"/>
                </a:lnTo>
                <a:lnTo>
                  <a:pt x="170" y="182"/>
                </a:lnTo>
                <a:lnTo>
                  <a:pt x="171" y="183"/>
                </a:lnTo>
                <a:lnTo>
                  <a:pt x="171" y="182"/>
                </a:lnTo>
                <a:lnTo>
                  <a:pt x="172" y="182"/>
                </a:lnTo>
                <a:lnTo>
                  <a:pt x="171" y="182"/>
                </a:lnTo>
                <a:lnTo>
                  <a:pt x="172" y="182"/>
                </a:lnTo>
                <a:lnTo>
                  <a:pt x="172" y="181"/>
                </a:lnTo>
                <a:lnTo>
                  <a:pt x="173" y="181"/>
                </a:lnTo>
                <a:lnTo>
                  <a:pt x="173" y="182"/>
                </a:lnTo>
                <a:lnTo>
                  <a:pt x="174" y="181"/>
                </a:lnTo>
                <a:lnTo>
                  <a:pt x="175" y="181"/>
                </a:lnTo>
                <a:lnTo>
                  <a:pt x="177" y="181"/>
                </a:lnTo>
                <a:lnTo>
                  <a:pt x="178" y="182"/>
                </a:lnTo>
                <a:lnTo>
                  <a:pt x="177" y="182"/>
                </a:lnTo>
                <a:lnTo>
                  <a:pt x="177" y="183"/>
                </a:lnTo>
                <a:lnTo>
                  <a:pt x="178" y="183"/>
                </a:lnTo>
                <a:lnTo>
                  <a:pt x="179" y="183"/>
                </a:lnTo>
                <a:lnTo>
                  <a:pt x="179" y="184"/>
                </a:lnTo>
                <a:lnTo>
                  <a:pt x="180" y="184"/>
                </a:lnTo>
                <a:lnTo>
                  <a:pt x="180" y="183"/>
                </a:lnTo>
                <a:lnTo>
                  <a:pt x="182" y="183"/>
                </a:lnTo>
                <a:lnTo>
                  <a:pt x="183" y="183"/>
                </a:lnTo>
                <a:lnTo>
                  <a:pt x="186" y="183"/>
                </a:lnTo>
                <a:lnTo>
                  <a:pt x="187" y="183"/>
                </a:lnTo>
                <a:lnTo>
                  <a:pt x="188" y="183"/>
                </a:lnTo>
                <a:lnTo>
                  <a:pt x="189" y="183"/>
                </a:lnTo>
                <a:lnTo>
                  <a:pt x="190" y="183"/>
                </a:lnTo>
                <a:lnTo>
                  <a:pt x="190" y="184"/>
                </a:lnTo>
                <a:lnTo>
                  <a:pt x="191" y="186"/>
                </a:lnTo>
                <a:lnTo>
                  <a:pt x="193" y="186"/>
                </a:lnTo>
                <a:lnTo>
                  <a:pt x="194" y="186"/>
                </a:lnTo>
                <a:lnTo>
                  <a:pt x="194" y="187"/>
                </a:lnTo>
                <a:lnTo>
                  <a:pt x="194" y="188"/>
                </a:lnTo>
                <a:lnTo>
                  <a:pt x="195" y="188"/>
                </a:lnTo>
                <a:lnTo>
                  <a:pt x="195" y="187"/>
                </a:lnTo>
                <a:lnTo>
                  <a:pt x="197" y="187"/>
                </a:lnTo>
                <a:lnTo>
                  <a:pt x="198" y="188"/>
                </a:lnTo>
                <a:lnTo>
                  <a:pt x="198" y="187"/>
                </a:lnTo>
                <a:lnTo>
                  <a:pt x="199" y="186"/>
                </a:lnTo>
                <a:lnTo>
                  <a:pt x="199" y="187"/>
                </a:lnTo>
                <a:lnTo>
                  <a:pt x="200" y="187"/>
                </a:lnTo>
                <a:lnTo>
                  <a:pt x="200" y="188"/>
                </a:lnTo>
                <a:lnTo>
                  <a:pt x="200" y="189"/>
                </a:lnTo>
                <a:lnTo>
                  <a:pt x="200" y="190"/>
                </a:lnTo>
                <a:lnTo>
                  <a:pt x="201" y="190"/>
                </a:lnTo>
                <a:lnTo>
                  <a:pt x="201" y="191"/>
                </a:lnTo>
                <a:lnTo>
                  <a:pt x="202" y="192"/>
                </a:lnTo>
                <a:lnTo>
                  <a:pt x="204" y="192"/>
                </a:lnTo>
                <a:lnTo>
                  <a:pt x="205" y="193"/>
                </a:lnTo>
                <a:lnTo>
                  <a:pt x="206" y="193"/>
                </a:lnTo>
                <a:lnTo>
                  <a:pt x="206" y="198"/>
                </a:lnTo>
                <a:lnTo>
                  <a:pt x="207" y="198"/>
                </a:lnTo>
                <a:lnTo>
                  <a:pt x="207" y="199"/>
                </a:lnTo>
                <a:lnTo>
                  <a:pt x="206" y="199"/>
                </a:lnTo>
                <a:lnTo>
                  <a:pt x="204" y="200"/>
                </a:lnTo>
                <a:lnTo>
                  <a:pt x="203" y="200"/>
                </a:lnTo>
                <a:lnTo>
                  <a:pt x="202" y="200"/>
                </a:lnTo>
                <a:lnTo>
                  <a:pt x="202" y="201"/>
                </a:lnTo>
                <a:lnTo>
                  <a:pt x="201" y="202"/>
                </a:lnTo>
                <a:lnTo>
                  <a:pt x="199" y="202"/>
                </a:lnTo>
                <a:lnTo>
                  <a:pt x="198" y="202"/>
                </a:lnTo>
                <a:lnTo>
                  <a:pt x="195" y="203"/>
                </a:lnTo>
                <a:lnTo>
                  <a:pt x="193" y="203"/>
                </a:lnTo>
                <a:lnTo>
                  <a:pt x="193" y="204"/>
                </a:lnTo>
                <a:lnTo>
                  <a:pt x="191" y="204"/>
                </a:lnTo>
                <a:lnTo>
                  <a:pt x="189" y="205"/>
                </a:lnTo>
                <a:lnTo>
                  <a:pt x="190" y="206"/>
                </a:lnTo>
                <a:lnTo>
                  <a:pt x="190" y="208"/>
                </a:lnTo>
                <a:lnTo>
                  <a:pt x="192" y="211"/>
                </a:lnTo>
                <a:lnTo>
                  <a:pt x="191" y="212"/>
                </a:lnTo>
                <a:lnTo>
                  <a:pt x="189" y="213"/>
                </a:lnTo>
                <a:lnTo>
                  <a:pt x="186" y="206"/>
                </a:lnTo>
                <a:lnTo>
                  <a:pt x="185" y="207"/>
                </a:lnTo>
                <a:lnTo>
                  <a:pt x="178" y="211"/>
                </a:lnTo>
                <a:lnTo>
                  <a:pt x="180" y="214"/>
                </a:lnTo>
                <a:lnTo>
                  <a:pt x="181" y="215"/>
                </a:lnTo>
                <a:lnTo>
                  <a:pt x="180" y="216"/>
                </a:lnTo>
                <a:lnTo>
                  <a:pt x="180" y="214"/>
                </a:lnTo>
                <a:lnTo>
                  <a:pt x="179" y="213"/>
                </a:lnTo>
                <a:lnTo>
                  <a:pt x="178" y="213"/>
                </a:lnTo>
                <a:lnTo>
                  <a:pt x="178" y="214"/>
                </a:lnTo>
                <a:lnTo>
                  <a:pt x="179" y="214"/>
                </a:lnTo>
                <a:lnTo>
                  <a:pt x="179" y="215"/>
                </a:lnTo>
                <a:lnTo>
                  <a:pt x="180" y="215"/>
                </a:lnTo>
                <a:lnTo>
                  <a:pt x="180" y="216"/>
                </a:lnTo>
                <a:lnTo>
                  <a:pt x="179" y="216"/>
                </a:lnTo>
                <a:lnTo>
                  <a:pt x="179" y="215"/>
                </a:lnTo>
                <a:lnTo>
                  <a:pt x="177" y="213"/>
                </a:lnTo>
                <a:lnTo>
                  <a:pt x="176" y="213"/>
                </a:lnTo>
                <a:lnTo>
                  <a:pt x="177" y="215"/>
                </a:lnTo>
                <a:lnTo>
                  <a:pt x="179" y="217"/>
                </a:lnTo>
                <a:lnTo>
                  <a:pt x="178" y="217"/>
                </a:lnTo>
                <a:lnTo>
                  <a:pt x="177" y="216"/>
                </a:lnTo>
                <a:lnTo>
                  <a:pt x="175" y="214"/>
                </a:lnTo>
                <a:lnTo>
                  <a:pt x="174" y="215"/>
                </a:lnTo>
                <a:lnTo>
                  <a:pt x="173" y="215"/>
                </a:lnTo>
                <a:lnTo>
                  <a:pt x="172" y="216"/>
                </a:lnTo>
                <a:lnTo>
                  <a:pt x="173" y="216"/>
                </a:lnTo>
                <a:lnTo>
                  <a:pt x="173" y="217"/>
                </a:lnTo>
                <a:lnTo>
                  <a:pt x="174" y="217"/>
                </a:lnTo>
                <a:lnTo>
                  <a:pt x="173" y="217"/>
                </a:lnTo>
                <a:lnTo>
                  <a:pt x="173" y="218"/>
                </a:lnTo>
                <a:lnTo>
                  <a:pt x="171" y="218"/>
                </a:lnTo>
                <a:lnTo>
                  <a:pt x="171" y="219"/>
                </a:lnTo>
                <a:lnTo>
                  <a:pt x="172" y="219"/>
                </a:lnTo>
                <a:lnTo>
                  <a:pt x="172" y="220"/>
                </a:lnTo>
                <a:lnTo>
                  <a:pt x="171" y="220"/>
                </a:lnTo>
                <a:lnTo>
                  <a:pt x="171" y="221"/>
                </a:lnTo>
                <a:lnTo>
                  <a:pt x="170" y="221"/>
                </a:lnTo>
                <a:lnTo>
                  <a:pt x="169" y="221"/>
                </a:lnTo>
                <a:lnTo>
                  <a:pt x="168" y="221"/>
                </a:lnTo>
                <a:lnTo>
                  <a:pt x="168" y="222"/>
                </a:lnTo>
                <a:lnTo>
                  <a:pt x="167" y="224"/>
                </a:lnTo>
                <a:lnTo>
                  <a:pt x="169" y="226"/>
                </a:lnTo>
                <a:lnTo>
                  <a:pt x="176" y="230"/>
                </a:lnTo>
                <a:lnTo>
                  <a:pt x="176" y="231"/>
                </a:lnTo>
                <a:lnTo>
                  <a:pt x="174" y="236"/>
                </a:lnTo>
                <a:lnTo>
                  <a:pt x="173" y="236"/>
                </a:lnTo>
                <a:lnTo>
                  <a:pt x="170" y="236"/>
                </a:lnTo>
                <a:lnTo>
                  <a:pt x="169" y="235"/>
                </a:lnTo>
                <a:lnTo>
                  <a:pt x="163" y="234"/>
                </a:lnTo>
                <a:lnTo>
                  <a:pt x="163" y="233"/>
                </a:lnTo>
                <a:lnTo>
                  <a:pt x="162" y="233"/>
                </a:lnTo>
                <a:lnTo>
                  <a:pt x="159" y="234"/>
                </a:lnTo>
                <a:lnTo>
                  <a:pt x="159" y="235"/>
                </a:lnTo>
                <a:lnTo>
                  <a:pt x="161" y="236"/>
                </a:lnTo>
                <a:lnTo>
                  <a:pt x="163" y="237"/>
                </a:lnTo>
                <a:lnTo>
                  <a:pt x="167" y="238"/>
                </a:lnTo>
                <a:lnTo>
                  <a:pt x="168" y="238"/>
                </a:lnTo>
                <a:lnTo>
                  <a:pt x="168" y="239"/>
                </a:lnTo>
                <a:lnTo>
                  <a:pt x="172" y="240"/>
                </a:lnTo>
                <a:lnTo>
                  <a:pt x="175" y="248"/>
                </a:lnTo>
                <a:lnTo>
                  <a:pt x="175" y="249"/>
                </a:lnTo>
                <a:lnTo>
                  <a:pt x="176" y="249"/>
                </a:lnTo>
                <a:lnTo>
                  <a:pt x="177" y="249"/>
                </a:lnTo>
                <a:lnTo>
                  <a:pt x="178" y="249"/>
                </a:lnTo>
                <a:lnTo>
                  <a:pt x="178" y="250"/>
                </a:lnTo>
                <a:lnTo>
                  <a:pt x="178" y="251"/>
                </a:lnTo>
                <a:lnTo>
                  <a:pt x="178" y="252"/>
                </a:lnTo>
                <a:lnTo>
                  <a:pt x="177" y="253"/>
                </a:lnTo>
                <a:lnTo>
                  <a:pt x="178" y="255"/>
                </a:lnTo>
                <a:lnTo>
                  <a:pt x="178" y="257"/>
                </a:lnTo>
                <a:lnTo>
                  <a:pt x="176" y="256"/>
                </a:lnTo>
                <a:lnTo>
                  <a:pt x="175" y="256"/>
                </a:lnTo>
                <a:lnTo>
                  <a:pt x="175" y="257"/>
                </a:lnTo>
                <a:lnTo>
                  <a:pt x="172" y="255"/>
                </a:lnTo>
                <a:lnTo>
                  <a:pt x="172" y="254"/>
                </a:lnTo>
                <a:lnTo>
                  <a:pt x="171" y="253"/>
                </a:lnTo>
                <a:lnTo>
                  <a:pt x="171" y="252"/>
                </a:lnTo>
                <a:lnTo>
                  <a:pt x="171" y="251"/>
                </a:lnTo>
                <a:lnTo>
                  <a:pt x="170" y="251"/>
                </a:lnTo>
                <a:lnTo>
                  <a:pt x="170" y="250"/>
                </a:lnTo>
                <a:lnTo>
                  <a:pt x="168" y="243"/>
                </a:lnTo>
                <a:lnTo>
                  <a:pt x="167" y="243"/>
                </a:lnTo>
                <a:lnTo>
                  <a:pt x="166" y="242"/>
                </a:lnTo>
                <a:lnTo>
                  <a:pt x="165" y="242"/>
                </a:lnTo>
                <a:lnTo>
                  <a:pt x="165" y="243"/>
                </a:lnTo>
                <a:lnTo>
                  <a:pt x="166" y="243"/>
                </a:lnTo>
                <a:lnTo>
                  <a:pt x="166" y="245"/>
                </a:lnTo>
                <a:lnTo>
                  <a:pt x="167" y="247"/>
                </a:lnTo>
                <a:lnTo>
                  <a:pt x="167" y="248"/>
                </a:lnTo>
                <a:lnTo>
                  <a:pt x="168" y="249"/>
                </a:lnTo>
                <a:lnTo>
                  <a:pt x="168" y="250"/>
                </a:lnTo>
                <a:lnTo>
                  <a:pt x="169" y="252"/>
                </a:lnTo>
                <a:lnTo>
                  <a:pt x="169" y="253"/>
                </a:lnTo>
                <a:lnTo>
                  <a:pt x="170" y="254"/>
                </a:lnTo>
                <a:lnTo>
                  <a:pt x="170" y="255"/>
                </a:lnTo>
                <a:lnTo>
                  <a:pt x="172" y="257"/>
                </a:lnTo>
                <a:lnTo>
                  <a:pt x="171" y="257"/>
                </a:lnTo>
                <a:lnTo>
                  <a:pt x="170" y="257"/>
                </a:lnTo>
                <a:lnTo>
                  <a:pt x="169" y="257"/>
                </a:lnTo>
                <a:lnTo>
                  <a:pt x="168" y="257"/>
                </a:lnTo>
                <a:lnTo>
                  <a:pt x="167" y="256"/>
                </a:lnTo>
                <a:lnTo>
                  <a:pt x="166" y="256"/>
                </a:lnTo>
                <a:lnTo>
                  <a:pt x="165" y="256"/>
                </a:lnTo>
                <a:lnTo>
                  <a:pt x="164" y="255"/>
                </a:lnTo>
                <a:lnTo>
                  <a:pt x="164" y="256"/>
                </a:lnTo>
                <a:lnTo>
                  <a:pt x="162" y="255"/>
                </a:lnTo>
                <a:lnTo>
                  <a:pt x="161" y="255"/>
                </a:lnTo>
                <a:lnTo>
                  <a:pt x="160" y="255"/>
                </a:lnTo>
                <a:lnTo>
                  <a:pt x="160" y="256"/>
                </a:lnTo>
                <a:lnTo>
                  <a:pt x="161" y="257"/>
                </a:lnTo>
                <a:lnTo>
                  <a:pt x="162" y="257"/>
                </a:lnTo>
                <a:lnTo>
                  <a:pt x="164" y="258"/>
                </a:lnTo>
                <a:lnTo>
                  <a:pt x="166" y="258"/>
                </a:lnTo>
                <a:lnTo>
                  <a:pt x="167" y="258"/>
                </a:lnTo>
                <a:lnTo>
                  <a:pt x="167" y="259"/>
                </a:lnTo>
                <a:lnTo>
                  <a:pt x="169" y="259"/>
                </a:lnTo>
                <a:lnTo>
                  <a:pt x="170" y="259"/>
                </a:lnTo>
                <a:lnTo>
                  <a:pt x="173" y="259"/>
                </a:lnTo>
                <a:lnTo>
                  <a:pt x="174" y="259"/>
                </a:lnTo>
                <a:lnTo>
                  <a:pt x="175" y="259"/>
                </a:lnTo>
                <a:lnTo>
                  <a:pt x="175" y="260"/>
                </a:lnTo>
                <a:lnTo>
                  <a:pt x="176" y="260"/>
                </a:lnTo>
                <a:lnTo>
                  <a:pt x="180" y="260"/>
                </a:lnTo>
                <a:lnTo>
                  <a:pt x="181" y="260"/>
                </a:lnTo>
                <a:lnTo>
                  <a:pt x="181" y="261"/>
                </a:lnTo>
                <a:lnTo>
                  <a:pt x="186" y="261"/>
                </a:lnTo>
                <a:lnTo>
                  <a:pt x="186" y="262"/>
                </a:lnTo>
                <a:lnTo>
                  <a:pt x="186" y="263"/>
                </a:lnTo>
                <a:lnTo>
                  <a:pt x="186" y="265"/>
                </a:lnTo>
                <a:lnTo>
                  <a:pt x="177" y="263"/>
                </a:lnTo>
                <a:lnTo>
                  <a:pt x="166" y="261"/>
                </a:lnTo>
                <a:lnTo>
                  <a:pt x="165" y="261"/>
                </a:lnTo>
                <a:lnTo>
                  <a:pt x="164" y="260"/>
                </a:lnTo>
                <a:lnTo>
                  <a:pt x="162" y="260"/>
                </a:lnTo>
                <a:lnTo>
                  <a:pt x="162" y="259"/>
                </a:lnTo>
                <a:lnTo>
                  <a:pt x="160" y="258"/>
                </a:lnTo>
                <a:lnTo>
                  <a:pt x="160" y="257"/>
                </a:lnTo>
                <a:lnTo>
                  <a:pt x="160" y="256"/>
                </a:lnTo>
                <a:lnTo>
                  <a:pt x="159" y="256"/>
                </a:lnTo>
                <a:lnTo>
                  <a:pt x="159" y="257"/>
                </a:lnTo>
                <a:lnTo>
                  <a:pt x="159" y="258"/>
                </a:lnTo>
                <a:lnTo>
                  <a:pt x="159" y="259"/>
                </a:lnTo>
                <a:lnTo>
                  <a:pt x="160" y="259"/>
                </a:lnTo>
                <a:lnTo>
                  <a:pt x="161" y="260"/>
                </a:lnTo>
                <a:lnTo>
                  <a:pt x="162" y="261"/>
                </a:lnTo>
                <a:lnTo>
                  <a:pt x="163" y="262"/>
                </a:lnTo>
                <a:lnTo>
                  <a:pt x="164" y="262"/>
                </a:lnTo>
                <a:lnTo>
                  <a:pt x="164" y="263"/>
                </a:lnTo>
                <a:lnTo>
                  <a:pt x="167" y="263"/>
                </a:lnTo>
                <a:lnTo>
                  <a:pt x="168" y="263"/>
                </a:lnTo>
                <a:lnTo>
                  <a:pt x="169" y="264"/>
                </a:lnTo>
                <a:lnTo>
                  <a:pt x="170" y="264"/>
                </a:lnTo>
                <a:lnTo>
                  <a:pt x="169" y="267"/>
                </a:lnTo>
                <a:lnTo>
                  <a:pt x="171" y="268"/>
                </a:lnTo>
                <a:lnTo>
                  <a:pt x="172" y="265"/>
                </a:lnTo>
                <a:lnTo>
                  <a:pt x="178" y="266"/>
                </a:lnTo>
                <a:lnTo>
                  <a:pt x="177" y="269"/>
                </a:lnTo>
                <a:lnTo>
                  <a:pt x="179" y="269"/>
                </a:lnTo>
                <a:lnTo>
                  <a:pt x="180" y="266"/>
                </a:lnTo>
                <a:lnTo>
                  <a:pt x="183" y="267"/>
                </a:lnTo>
                <a:lnTo>
                  <a:pt x="184" y="267"/>
                </a:lnTo>
                <a:lnTo>
                  <a:pt x="182" y="273"/>
                </a:lnTo>
                <a:lnTo>
                  <a:pt x="181" y="276"/>
                </a:lnTo>
                <a:lnTo>
                  <a:pt x="182" y="277"/>
                </a:lnTo>
                <a:lnTo>
                  <a:pt x="183" y="277"/>
                </a:lnTo>
                <a:lnTo>
                  <a:pt x="182" y="279"/>
                </a:lnTo>
                <a:lnTo>
                  <a:pt x="178" y="278"/>
                </a:lnTo>
                <a:lnTo>
                  <a:pt x="177" y="277"/>
                </a:lnTo>
                <a:lnTo>
                  <a:pt x="176" y="277"/>
                </a:lnTo>
                <a:lnTo>
                  <a:pt x="172" y="276"/>
                </a:lnTo>
                <a:lnTo>
                  <a:pt x="166" y="274"/>
                </a:lnTo>
                <a:lnTo>
                  <a:pt x="165" y="276"/>
                </a:lnTo>
                <a:lnTo>
                  <a:pt x="164" y="276"/>
                </a:lnTo>
                <a:lnTo>
                  <a:pt x="162" y="275"/>
                </a:lnTo>
                <a:lnTo>
                  <a:pt x="162" y="276"/>
                </a:lnTo>
                <a:lnTo>
                  <a:pt x="161" y="276"/>
                </a:lnTo>
                <a:lnTo>
                  <a:pt x="157" y="275"/>
                </a:lnTo>
                <a:lnTo>
                  <a:pt x="157" y="277"/>
                </a:lnTo>
                <a:lnTo>
                  <a:pt x="158" y="277"/>
                </a:lnTo>
                <a:lnTo>
                  <a:pt x="159" y="277"/>
                </a:lnTo>
                <a:lnTo>
                  <a:pt x="160" y="277"/>
                </a:lnTo>
                <a:lnTo>
                  <a:pt x="162" y="278"/>
                </a:lnTo>
                <a:lnTo>
                  <a:pt x="163" y="278"/>
                </a:lnTo>
                <a:lnTo>
                  <a:pt x="165" y="278"/>
                </a:lnTo>
                <a:lnTo>
                  <a:pt x="166" y="278"/>
                </a:lnTo>
                <a:lnTo>
                  <a:pt x="169" y="279"/>
                </a:lnTo>
                <a:lnTo>
                  <a:pt x="169" y="280"/>
                </a:lnTo>
                <a:lnTo>
                  <a:pt x="168" y="282"/>
                </a:lnTo>
                <a:lnTo>
                  <a:pt x="166" y="282"/>
                </a:lnTo>
                <a:lnTo>
                  <a:pt x="159" y="281"/>
                </a:lnTo>
                <a:lnTo>
                  <a:pt x="159" y="283"/>
                </a:lnTo>
                <a:lnTo>
                  <a:pt x="167" y="285"/>
                </a:lnTo>
                <a:lnTo>
                  <a:pt x="166" y="289"/>
                </a:lnTo>
                <a:lnTo>
                  <a:pt x="162" y="288"/>
                </a:lnTo>
                <a:lnTo>
                  <a:pt x="157" y="287"/>
                </a:lnTo>
                <a:lnTo>
                  <a:pt x="155" y="286"/>
                </a:lnTo>
                <a:lnTo>
                  <a:pt x="153" y="286"/>
                </a:lnTo>
                <a:lnTo>
                  <a:pt x="152" y="285"/>
                </a:lnTo>
                <a:lnTo>
                  <a:pt x="151" y="286"/>
                </a:lnTo>
                <a:lnTo>
                  <a:pt x="150" y="287"/>
                </a:lnTo>
                <a:lnTo>
                  <a:pt x="149" y="288"/>
                </a:lnTo>
                <a:lnTo>
                  <a:pt x="148" y="293"/>
                </a:lnTo>
                <a:lnTo>
                  <a:pt x="147" y="293"/>
                </a:lnTo>
                <a:lnTo>
                  <a:pt x="146" y="294"/>
                </a:lnTo>
                <a:lnTo>
                  <a:pt x="146" y="295"/>
                </a:lnTo>
                <a:lnTo>
                  <a:pt x="146" y="296"/>
                </a:lnTo>
                <a:lnTo>
                  <a:pt x="146" y="298"/>
                </a:lnTo>
                <a:lnTo>
                  <a:pt x="145" y="300"/>
                </a:lnTo>
                <a:lnTo>
                  <a:pt x="145" y="301"/>
                </a:lnTo>
                <a:lnTo>
                  <a:pt x="145" y="302"/>
                </a:lnTo>
                <a:lnTo>
                  <a:pt x="146" y="302"/>
                </a:lnTo>
                <a:lnTo>
                  <a:pt x="147" y="303"/>
                </a:lnTo>
                <a:lnTo>
                  <a:pt x="147" y="304"/>
                </a:lnTo>
                <a:lnTo>
                  <a:pt x="146" y="304"/>
                </a:lnTo>
                <a:lnTo>
                  <a:pt x="146" y="305"/>
                </a:lnTo>
                <a:lnTo>
                  <a:pt x="148" y="306"/>
                </a:lnTo>
                <a:lnTo>
                  <a:pt x="149" y="306"/>
                </a:lnTo>
                <a:lnTo>
                  <a:pt x="150" y="306"/>
                </a:lnTo>
                <a:lnTo>
                  <a:pt x="150" y="308"/>
                </a:lnTo>
                <a:lnTo>
                  <a:pt x="150" y="310"/>
                </a:lnTo>
                <a:lnTo>
                  <a:pt x="151" y="314"/>
                </a:lnTo>
                <a:lnTo>
                  <a:pt x="153" y="314"/>
                </a:lnTo>
                <a:lnTo>
                  <a:pt x="153" y="310"/>
                </a:lnTo>
                <a:lnTo>
                  <a:pt x="152" y="308"/>
                </a:lnTo>
                <a:lnTo>
                  <a:pt x="155" y="305"/>
                </a:lnTo>
                <a:lnTo>
                  <a:pt x="162" y="304"/>
                </a:lnTo>
                <a:lnTo>
                  <a:pt x="162" y="305"/>
                </a:lnTo>
                <a:lnTo>
                  <a:pt x="163" y="311"/>
                </a:lnTo>
                <a:lnTo>
                  <a:pt x="165" y="311"/>
                </a:lnTo>
                <a:lnTo>
                  <a:pt x="166" y="311"/>
                </a:lnTo>
                <a:lnTo>
                  <a:pt x="165" y="305"/>
                </a:lnTo>
                <a:lnTo>
                  <a:pt x="167" y="304"/>
                </a:lnTo>
                <a:lnTo>
                  <a:pt x="169" y="321"/>
                </a:lnTo>
                <a:lnTo>
                  <a:pt x="169" y="322"/>
                </a:lnTo>
                <a:lnTo>
                  <a:pt x="152" y="325"/>
                </a:lnTo>
                <a:lnTo>
                  <a:pt x="152" y="323"/>
                </a:lnTo>
                <a:lnTo>
                  <a:pt x="147" y="323"/>
                </a:lnTo>
                <a:lnTo>
                  <a:pt x="147" y="325"/>
                </a:lnTo>
                <a:lnTo>
                  <a:pt x="148" y="326"/>
                </a:lnTo>
                <a:lnTo>
                  <a:pt x="148" y="327"/>
                </a:lnTo>
                <a:lnTo>
                  <a:pt x="149" y="331"/>
                </a:lnTo>
                <a:lnTo>
                  <a:pt x="151" y="330"/>
                </a:lnTo>
                <a:lnTo>
                  <a:pt x="152" y="331"/>
                </a:lnTo>
                <a:lnTo>
                  <a:pt x="152" y="332"/>
                </a:lnTo>
                <a:lnTo>
                  <a:pt x="152" y="334"/>
                </a:lnTo>
                <a:lnTo>
                  <a:pt x="152" y="335"/>
                </a:lnTo>
                <a:lnTo>
                  <a:pt x="151" y="335"/>
                </a:lnTo>
                <a:lnTo>
                  <a:pt x="148" y="336"/>
                </a:lnTo>
                <a:lnTo>
                  <a:pt x="148" y="337"/>
                </a:lnTo>
                <a:lnTo>
                  <a:pt x="147" y="337"/>
                </a:lnTo>
                <a:lnTo>
                  <a:pt x="146" y="336"/>
                </a:lnTo>
                <a:lnTo>
                  <a:pt x="145" y="336"/>
                </a:lnTo>
                <a:lnTo>
                  <a:pt x="145" y="337"/>
                </a:lnTo>
                <a:lnTo>
                  <a:pt x="145" y="336"/>
                </a:lnTo>
                <a:lnTo>
                  <a:pt x="144" y="336"/>
                </a:lnTo>
                <a:lnTo>
                  <a:pt x="143" y="336"/>
                </a:lnTo>
                <a:lnTo>
                  <a:pt x="142" y="336"/>
                </a:lnTo>
                <a:lnTo>
                  <a:pt x="142" y="337"/>
                </a:lnTo>
                <a:lnTo>
                  <a:pt x="142" y="338"/>
                </a:lnTo>
                <a:lnTo>
                  <a:pt x="141" y="338"/>
                </a:lnTo>
                <a:lnTo>
                  <a:pt x="142" y="338"/>
                </a:lnTo>
                <a:lnTo>
                  <a:pt x="142" y="339"/>
                </a:lnTo>
                <a:lnTo>
                  <a:pt x="140" y="340"/>
                </a:lnTo>
                <a:lnTo>
                  <a:pt x="139" y="339"/>
                </a:lnTo>
                <a:lnTo>
                  <a:pt x="139" y="338"/>
                </a:lnTo>
                <a:lnTo>
                  <a:pt x="139" y="337"/>
                </a:lnTo>
                <a:lnTo>
                  <a:pt x="138" y="338"/>
                </a:lnTo>
                <a:lnTo>
                  <a:pt x="136" y="337"/>
                </a:lnTo>
                <a:lnTo>
                  <a:pt x="135" y="337"/>
                </a:lnTo>
                <a:lnTo>
                  <a:pt x="134" y="337"/>
                </a:lnTo>
                <a:lnTo>
                  <a:pt x="132" y="337"/>
                </a:lnTo>
                <a:lnTo>
                  <a:pt x="133" y="338"/>
                </a:lnTo>
                <a:lnTo>
                  <a:pt x="132" y="339"/>
                </a:lnTo>
                <a:lnTo>
                  <a:pt x="131" y="339"/>
                </a:lnTo>
                <a:lnTo>
                  <a:pt x="130" y="339"/>
                </a:lnTo>
                <a:lnTo>
                  <a:pt x="126" y="341"/>
                </a:lnTo>
                <a:lnTo>
                  <a:pt x="125" y="342"/>
                </a:lnTo>
                <a:lnTo>
                  <a:pt x="123" y="343"/>
                </a:lnTo>
                <a:lnTo>
                  <a:pt x="123" y="344"/>
                </a:lnTo>
                <a:lnTo>
                  <a:pt x="122" y="344"/>
                </a:lnTo>
                <a:lnTo>
                  <a:pt x="121" y="345"/>
                </a:lnTo>
                <a:lnTo>
                  <a:pt x="122" y="345"/>
                </a:lnTo>
                <a:lnTo>
                  <a:pt x="121" y="347"/>
                </a:lnTo>
                <a:lnTo>
                  <a:pt x="120" y="348"/>
                </a:lnTo>
                <a:lnTo>
                  <a:pt x="119" y="348"/>
                </a:lnTo>
                <a:lnTo>
                  <a:pt x="118" y="349"/>
                </a:lnTo>
                <a:lnTo>
                  <a:pt x="117" y="350"/>
                </a:lnTo>
                <a:lnTo>
                  <a:pt x="116" y="350"/>
                </a:lnTo>
                <a:lnTo>
                  <a:pt x="116" y="349"/>
                </a:lnTo>
                <a:lnTo>
                  <a:pt x="116" y="348"/>
                </a:lnTo>
                <a:lnTo>
                  <a:pt x="116" y="347"/>
                </a:lnTo>
                <a:lnTo>
                  <a:pt x="115" y="347"/>
                </a:lnTo>
                <a:lnTo>
                  <a:pt x="114" y="347"/>
                </a:lnTo>
                <a:lnTo>
                  <a:pt x="113" y="347"/>
                </a:lnTo>
                <a:lnTo>
                  <a:pt x="114" y="347"/>
                </a:lnTo>
                <a:lnTo>
                  <a:pt x="114" y="348"/>
                </a:lnTo>
                <a:lnTo>
                  <a:pt x="114" y="349"/>
                </a:lnTo>
                <a:lnTo>
                  <a:pt x="114" y="350"/>
                </a:lnTo>
                <a:lnTo>
                  <a:pt x="113" y="351"/>
                </a:lnTo>
                <a:lnTo>
                  <a:pt x="112" y="351"/>
                </a:lnTo>
                <a:lnTo>
                  <a:pt x="111" y="351"/>
                </a:lnTo>
                <a:lnTo>
                  <a:pt x="110" y="351"/>
                </a:lnTo>
                <a:lnTo>
                  <a:pt x="109" y="351"/>
                </a:lnTo>
                <a:lnTo>
                  <a:pt x="108" y="353"/>
                </a:lnTo>
                <a:lnTo>
                  <a:pt x="107" y="353"/>
                </a:lnTo>
                <a:lnTo>
                  <a:pt x="106" y="353"/>
                </a:lnTo>
                <a:lnTo>
                  <a:pt x="106" y="352"/>
                </a:lnTo>
                <a:lnTo>
                  <a:pt x="106" y="351"/>
                </a:lnTo>
                <a:lnTo>
                  <a:pt x="105" y="350"/>
                </a:lnTo>
                <a:lnTo>
                  <a:pt x="103" y="350"/>
                </a:lnTo>
                <a:lnTo>
                  <a:pt x="103" y="351"/>
                </a:lnTo>
                <a:lnTo>
                  <a:pt x="103" y="352"/>
                </a:lnTo>
                <a:lnTo>
                  <a:pt x="101" y="353"/>
                </a:lnTo>
                <a:lnTo>
                  <a:pt x="99" y="354"/>
                </a:lnTo>
                <a:lnTo>
                  <a:pt x="99" y="353"/>
                </a:lnTo>
                <a:lnTo>
                  <a:pt x="97" y="354"/>
                </a:lnTo>
                <a:lnTo>
                  <a:pt x="96" y="352"/>
                </a:lnTo>
                <a:lnTo>
                  <a:pt x="95" y="350"/>
                </a:lnTo>
                <a:lnTo>
                  <a:pt x="98" y="348"/>
                </a:lnTo>
                <a:lnTo>
                  <a:pt x="97" y="348"/>
                </a:lnTo>
                <a:lnTo>
                  <a:pt x="96" y="348"/>
                </a:lnTo>
                <a:lnTo>
                  <a:pt x="96" y="349"/>
                </a:lnTo>
                <a:lnTo>
                  <a:pt x="95" y="349"/>
                </a:lnTo>
                <a:lnTo>
                  <a:pt x="94" y="349"/>
                </a:lnTo>
                <a:lnTo>
                  <a:pt x="95" y="347"/>
                </a:lnTo>
                <a:lnTo>
                  <a:pt x="95" y="346"/>
                </a:lnTo>
                <a:lnTo>
                  <a:pt x="96" y="346"/>
                </a:lnTo>
                <a:lnTo>
                  <a:pt x="97" y="346"/>
                </a:lnTo>
                <a:lnTo>
                  <a:pt x="97" y="345"/>
                </a:lnTo>
                <a:lnTo>
                  <a:pt x="97" y="344"/>
                </a:lnTo>
                <a:lnTo>
                  <a:pt x="96" y="342"/>
                </a:lnTo>
                <a:lnTo>
                  <a:pt x="95" y="342"/>
                </a:lnTo>
                <a:lnTo>
                  <a:pt x="93" y="342"/>
                </a:lnTo>
                <a:lnTo>
                  <a:pt x="92" y="341"/>
                </a:lnTo>
                <a:lnTo>
                  <a:pt x="92" y="340"/>
                </a:lnTo>
                <a:lnTo>
                  <a:pt x="93" y="340"/>
                </a:lnTo>
                <a:lnTo>
                  <a:pt x="93" y="339"/>
                </a:lnTo>
                <a:lnTo>
                  <a:pt x="91" y="339"/>
                </a:lnTo>
                <a:lnTo>
                  <a:pt x="92" y="338"/>
                </a:lnTo>
                <a:lnTo>
                  <a:pt x="92" y="337"/>
                </a:lnTo>
                <a:lnTo>
                  <a:pt x="91" y="337"/>
                </a:lnTo>
                <a:lnTo>
                  <a:pt x="90" y="337"/>
                </a:lnTo>
                <a:lnTo>
                  <a:pt x="89" y="337"/>
                </a:lnTo>
                <a:lnTo>
                  <a:pt x="89" y="338"/>
                </a:lnTo>
                <a:lnTo>
                  <a:pt x="89" y="340"/>
                </a:lnTo>
                <a:lnTo>
                  <a:pt x="88" y="340"/>
                </a:lnTo>
                <a:lnTo>
                  <a:pt x="88" y="341"/>
                </a:lnTo>
                <a:lnTo>
                  <a:pt x="87" y="342"/>
                </a:lnTo>
                <a:lnTo>
                  <a:pt x="86" y="342"/>
                </a:lnTo>
                <a:lnTo>
                  <a:pt x="84" y="343"/>
                </a:lnTo>
                <a:lnTo>
                  <a:pt x="82" y="344"/>
                </a:lnTo>
                <a:lnTo>
                  <a:pt x="82" y="343"/>
                </a:lnTo>
                <a:lnTo>
                  <a:pt x="81" y="343"/>
                </a:lnTo>
                <a:lnTo>
                  <a:pt x="81" y="344"/>
                </a:lnTo>
                <a:lnTo>
                  <a:pt x="80" y="344"/>
                </a:lnTo>
                <a:lnTo>
                  <a:pt x="80" y="345"/>
                </a:lnTo>
                <a:lnTo>
                  <a:pt x="80" y="346"/>
                </a:lnTo>
                <a:lnTo>
                  <a:pt x="79" y="346"/>
                </a:lnTo>
                <a:lnTo>
                  <a:pt x="78" y="348"/>
                </a:lnTo>
                <a:lnTo>
                  <a:pt x="76" y="348"/>
                </a:lnTo>
                <a:lnTo>
                  <a:pt x="76" y="349"/>
                </a:lnTo>
                <a:lnTo>
                  <a:pt x="75" y="350"/>
                </a:lnTo>
                <a:lnTo>
                  <a:pt x="74" y="351"/>
                </a:lnTo>
                <a:lnTo>
                  <a:pt x="73" y="351"/>
                </a:lnTo>
                <a:lnTo>
                  <a:pt x="72" y="351"/>
                </a:lnTo>
                <a:lnTo>
                  <a:pt x="72" y="350"/>
                </a:lnTo>
                <a:lnTo>
                  <a:pt x="72" y="348"/>
                </a:lnTo>
                <a:lnTo>
                  <a:pt x="71" y="348"/>
                </a:lnTo>
                <a:lnTo>
                  <a:pt x="70" y="349"/>
                </a:lnTo>
                <a:lnTo>
                  <a:pt x="70" y="348"/>
                </a:lnTo>
                <a:lnTo>
                  <a:pt x="70" y="347"/>
                </a:lnTo>
                <a:lnTo>
                  <a:pt x="69" y="347"/>
                </a:lnTo>
                <a:lnTo>
                  <a:pt x="68" y="347"/>
                </a:lnTo>
                <a:lnTo>
                  <a:pt x="67" y="347"/>
                </a:lnTo>
                <a:lnTo>
                  <a:pt x="67" y="346"/>
                </a:lnTo>
                <a:lnTo>
                  <a:pt x="67" y="345"/>
                </a:lnTo>
                <a:lnTo>
                  <a:pt x="66" y="343"/>
                </a:lnTo>
                <a:lnTo>
                  <a:pt x="66" y="342"/>
                </a:lnTo>
                <a:lnTo>
                  <a:pt x="65" y="341"/>
                </a:lnTo>
                <a:lnTo>
                  <a:pt x="64" y="341"/>
                </a:lnTo>
                <a:lnTo>
                  <a:pt x="64" y="340"/>
                </a:lnTo>
                <a:lnTo>
                  <a:pt x="64" y="339"/>
                </a:lnTo>
                <a:lnTo>
                  <a:pt x="64" y="338"/>
                </a:lnTo>
                <a:lnTo>
                  <a:pt x="64" y="337"/>
                </a:lnTo>
                <a:lnTo>
                  <a:pt x="64" y="335"/>
                </a:lnTo>
                <a:lnTo>
                  <a:pt x="64" y="334"/>
                </a:lnTo>
                <a:lnTo>
                  <a:pt x="65" y="333"/>
                </a:lnTo>
                <a:lnTo>
                  <a:pt x="65" y="332"/>
                </a:lnTo>
                <a:lnTo>
                  <a:pt x="63" y="332"/>
                </a:lnTo>
                <a:lnTo>
                  <a:pt x="63" y="331"/>
                </a:lnTo>
                <a:lnTo>
                  <a:pt x="62" y="331"/>
                </a:lnTo>
                <a:lnTo>
                  <a:pt x="61" y="331"/>
                </a:lnTo>
                <a:lnTo>
                  <a:pt x="61" y="330"/>
                </a:lnTo>
                <a:lnTo>
                  <a:pt x="61" y="331"/>
                </a:lnTo>
                <a:lnTo>
                  <a:pt x="61" y="330"/>
                </a:lnTo>
                <a:lnTo>
                  <a:pt x="61" y="329"/>
                </a:lnTo>
                <a:lnTo>
                  <a:pt x="61" y="328"/>
                </a:lnTo>
                <a:lnTo>
                  <a:pt x="61" y="327"/>
                </a:lnTo>
                <a:lnTo>
                  <a:pt x="57" y="329"/>
                </a:lnTo>
                <a:lnTo>
                  <a:pt x="57" y="331"/>
                </a:lnTo>
                <a:lnTo>
                  <a:pt x="56" y="331"/>
                </a:lnTo>
                <a:lnTo>
                  <a:pt x="55" y="331"/>
                </a:lnTo>
                <a:lnTo>
                  <a:pt x="53" y="331"/>
                </a:lnTo>
                <a:lnTo>
                  <a:pt x="54" y="331"/>
                </a:lnTo>
                <a:lnTo>
                  <a:pt x="54" y="330"/>
                </a:lnTo>
                <a:lnTo>
                  <a:pt x="53" y="330"/>
                </a:lnTo>
                <a:lnTo>
                  <a:pt x="48" y="332"/>
                </a:lnTo>
                <a:lnTo>
                  <a:pt x="47" y="332"/>
                </a:lnTo>
                <a:lnTo>
                  <a:pt x="46" y="333"/>
                </a:lnTo>
                <a:lnTo>
                  <a:pt x="45" y="334"/>
                </a:lnTo>
                <a:lnTo>
                  <a:pt x="44" y="333"/>
                </a:lnTo>
                <a:lnTo>
                  <a:pt x="43" y="334"/>
                </a:lnTo>
                <a:lnTo>
                  <a:pt x="43" y="335"/>
                </a:lnTo>
                <a:lnTo>
                  <a:pt x="42" y="335"/>
                </a:lnTo>
                <a:lnTo>
                  <a:pt x="42" y="334"/>
                </a:lnTo>
                <a:lnTo>
                  <a:pt x="41" y="334"/>
                </a:lnTo>
                <a:lnTo>
                  <a:pt x="40" y="334"/>
                </a:lnTo>
                <a:lnTo>
                  <a:pt x="39" y="335"/>
                </a:lnTo>
                <a:lnTo>
                  <a:pt x="38" y="335"/>
                </a:lnTo>
                <a:lnTo>
                  <a:pt x="37" y="336"/>
                </a:lnTo>
                <a:lnTo>
                  <a:pt x="36" y="336"/>
                </a:lnTo>
                <a:lnTo>
                  <a:pt x="35" y="335"/>
                </a:lnTo>
                <a:lnTo>
                  <a:pt x="35" y="334"/>
                </a:lnTo>
                <a:lnTo>
                  <a:pt x="35" y="333"/>
                </a:lnTo>
                <a:lnTo>
                  <a:pt x="34" y="333"/>
                </a:lnTo>
                <a:lnTo>
                  <a:pt x="35" y="333"/>
                </a:lnTo>
                <a:lnTo>
                  <a:pt x="35" y="332"/>
                </a:lnTo>
                <a:lnTo>
                  <a:pt x="34" y="332"/>
                </a:lnTo>
                <a:lnTo>
                  <a:pt x="34" y="331"/>
                </a:lnTo>
                <a:lnTo>
                  <a:pt x="34" y="330"/>
                </a:lnTo>
                <a:lnTo>
                  <a:pt x="34" y="329"/>
                </a:lnTo>
                <a:lnTo>
                  <a:pt x="33" y="329"/>
                </a:lnTo>
                <a:lnTo>
                  <a:pt x="33" y="328"/>
                </a:lnTo>
                <a:lnTo>
                  <a:pt x="33" y="327"/>
                </a:lnTo>
                <a:lnTo>
                  <a:pt x="33" y="326"/>
                </a:lnTo>
                <a:lnTo>
                  <a:pt x="33" y="324"/>
                </a:lnTo>
                <a:lnTo>
                  <a:pt x="33" y="323"/>
                </a:lnTo>
                <a:lnTo>
                  <a:pt x="33" y="322"/>
                </a:lnTo>
                <a:lnTo>
                  <a:pt x="32" y="322"/>
                </a:lnTo>
                <a:lnTo>
                  <a:pt x="32" y="323"/>
                </a:lnTo>
                <a:lnTo>
                  <a:pt x="31" y="323"/>
                </a:lnTo>
                <a:lnTo>
                  <a:pt x="31" y="324"/>
                </a:lnTo>
                <a:lnTo>
                  <a:pt x="30" y="324"/>
                </a:lnTo>
                <a:lnTo>
                  <a:pt x="29" y="324"/>
                </a:lnTo>
                <a:lnTo>
                  <a:pt x="28" y="324"/>
                </a:lnTo>
                <a:lnTo>
                  <a:pt x="27" y="324"/>
                </a:lnTo>
                <a:lnTo>
                  <a:pt x="23" y="324"/>
                </a:lnTo>
                <a:lnTo>
                  <a:pt x="21" y="324"/>
                </a:lnTo>
                <a:lnTo>
                  <a:pt x="21" y="325"/>
                </a:lnTo>
                <a:lnTo>
                  <a:pt x="20" y="326"/>
                </a:lnTo>
                <a:lnTo>
                  <a:pt x="20" y="325"/>
                </a:lnTo>
                <a:lnTo>
                  <a:pt x="18" y="325"/>
                </a:lnTo>
                <a:lnTo>
                  <a:pt x="17" y="325"/>
                </a:lnTo>
                <a:lnTo>
                  <a:pt x="17" y="324"/>
                </a:lnTo>
                <a:lnTo>
                  <a:pt x="15" y="323"/>
                </a:lnTo>
                <a:lnTo>
                  <a:pt x="14" y="323"/>
                </a:lnTo>
                <a:lnTo>
                  <a:pt x="13" y="323"/>
                </a:lnTo>
                <a:lnTo>
                  <a:pt x="13" y="321"/>
                </a:lnTo>
                <a:lnTo>
                  <a:pt x="13" y="320"/>
                </a:lnTo>
                <a:lnTo>
                  <a:pt x="14" y="318"/>
                </a:lnTo>
                <a:lnTo>
                  <a:pt x="12" y="317"/>
                </a:lnTo>
                <a:lnTo>
                  <a:pt x="11" y="317"/>
                </a:lnTo>
                <a:lnTo>
                  <a:pt x="12" y="314"/>
                </a:lnTo>
                <a:lnTo>
                  <a:pt x="11" y="314"/>
                </a:lnTo>
                <a:lnTo>
                  <a:pt x="12" y="313"/>
                </a:lnTo>
                <a:lnTo>
                  <a:pt x="11" y="313"/>
                </a:lnTo>
                <a:lnTo>
                  <a:pt x="11" y="312"/>
                </a:lnTo>
                <a:lnTo>
                  <a:pt x="11" y="311"/>
                </a:lnTo>
                <a:lnTo>
                  <a:pt x="12" y="311"/>
                </a:lnTo>
                <a:lnTo>
                  <a:pt x="12" y="309"/>
                </a:lnTo>
                <a:lnTo>
                  <a:pt x="12" y="308"/>
                </a:lnTo>
                <a:lnTo>
                  <a:pt x="12" y="307"/>
                </a:lnTo>
                <a:lnTo>
                  <a:pt x="11" y="307"/>
                </a:lnTo>
                <a:lnTo>
                  <a:pt x="11" y="306"/>
                </a:lnTo>
                <a:lnTo>
                  <a:pt x="11" y="303"/>
                </a:lnTo>
                <a:lnTo>
                  <a:pt x="8" y="303"/>
                </a:lnTo>
                <a:lnTo>
                  <a:pt x="7" y="303"/>
                </a:lnTo>
                <a:lnTo>
                  <a:pt x="7" y="302"/>
                </a:lnTo>
                <a:lnTo>
                  <a:pt x="7" y="299"/>
                </a:lnTo>
                <a:lnTo>
                  <a:pt x="7" y="297"/>
                </a:lnTo>
                <a:lnTo>
                  <a:pt x="6" y="296"/>
                </a:lnTo>
                <a:lnTo>
                  <a:pt x="6" y="295"/>
                </a:lnTo>
                <a:lnTo>
                  <a:pt x="6" y="294"/>
                </a:lnTo>
                <a:lnTo>
                  <a:pt x="5" y="294"/>
                </a:lnTo>
                <a:lnTo>
                  <a:pt x="4" y="294"/>
                </a:lnTo>
                <a:lnTo>
                  <a:pt x="4" y="293"/>
                </a:lnTo>
                <a:lnTo>
                  <a:pt x="3" y="287"/>
                </a:lnTo>
                <a:lnTo>
                  <a:pt x="3" y="286"/>
                </a:lnTo>
                <a:lnTo>
                  <a:pt x="4" y="286"/>
                </a:lnTo>
                <a:lnTo>
                  <a:pt x="5" y="282"/>
                </a:lnTo>
                <a:lnTo>
                  <a:pt x="5" y="281"/>
                </a:lnTo>
                <a:lnTo>
                  <a:pt x="5" y="280"/>
                </a:lnTo>
                <a:lnTo>
                  <a:pt x="5" y="278"/>
                </a:lnTo>
                <a:lnTo>
                  <a:pt x="6" y="277"/>
                </a:lnTo>
                <a:lnTo>
                  <a:pt x="7" y="276"/>
                </a:lnTo>
                <a:lnTo>
                  <a:pt x="7" y="275"/>
                </a:lnTo>
                <a:lnTo>
                  <a:pt x="8" y="274"/>
                </a:lnTo>
                <a:lnTo>
                  <a:pt x="8" y="272"/>
                </a:lnTo>
                <a:lnTo>
                  <a:pt x="8" y="271"/>
                </a:lnTo>
                <a:lnTo>
                  <a:pt x="9" y="270"/>
                </a:lnTo>
                <a:lnTo>
                  <a:pt x="8" y="270"/>
                </a:lnTo>
                <a:lnTo>
                  <a:pt x="8" y="269"/>
                </a:lnTo>
                <a:lnTo>
                  <a:pt x="8" y="268"/>
                </a:lnTo>
                <a:lnTo>
                  <a:pt x="9" y="268"/>
                </a:lnTo>
                <a:lnTo>
                  <a:pt x="9" y="266"/>
                </a:lnTo>
                <a:lnTo>
                  <a:pt x="8" y="265"/>
                </a:lnTo>
                <a:lnTo>
                  <a:pt x="7" y="265"/>
                </a:lnTo>
                <a:lnTo>
                  <a:pt x="7" y="264"/>
                </a:lnTo>
                <a:lnTo>
                  <a:pt x="8" y="262"/>
                </a:lnTo>
                <a:lnTo>
                  <a:pt x="9" y="262"/>
                </a:lnTo>
                <a:lnTo>
                  <a:pt x="10" y="262"/>
                </a:lnTo>
                <a:lnTo>
                  <a:pt x="11" y="262"/>
                </a:lnTo>
                <a:lnTo>
                  <a:pt x="11" y="261"/>
                </a:lnTo>
                <a:lnTo>
                  <a:pt x="11" y="260"/>
                </a:lnTo>
                <a:lnTo>
                  <a:pt x="12" y="259"/>
                </a:lnTo>
                <a:lnTo>
                  <a:pt x="13" y="259"/>
                </a:lnTo>
                <a:lnTo>
                  <a:pt x="14" y="259"/>
                </a:lnTo>
                <a:lnTo>
                  <a:pt x="14" y="260"/>
                </a:lnTo>
                <a:lnTo>
                  <a:pt x="13" y="260"/>
                </a:lnTo>
                <a:lnTo>
                  <a:pt x="12" y="260"/>
                </a:lnTo>
                <a:lnTo>
                  <a:pt x="12" y="261"/>
                </a:lnTo>
                <a:lnTo>
                  <a:pt x="12" y="262"/>
                </a:lnTo>
                <a:lnTo>
                  <a:pt x="12" y="261"/>
                </a:lnTo>
                <a:lnTo>
                  <a:pt x="13" y="261"/>
                </a:lnTo>
                <a:lnTo>
                  <a:pt x="14" y="260"/>
                </a:lnTo>
                <a:lnTo>
                  <a:pt x="15" y="261"/>
                </a:lnTo>
                <a:lnTo>
                  <a:pt x="16" y="261"/>
                </a:lnTo>
                <a:lnTo>
                  <a:pt x="16" y="260"/>
                </a:lnTo>
                <a:lnTo>
                  <a:pt x="17" y="260"/>
                </a:lnTo>
                <a:lnTo>
                  <a:pt x="17" y="261"/>
                </a:lnTo>
                <a:lnTo>
                  <a:pt x="19" y="261"/>
                </a:lnTo>
                <a:lnTo>
                  <a:pt x="19" y="260"/>
                </a:lnTo>
                <a:lnTo>
                  <a:pt x="21" y="260"/>
                </a:lnTo>
                <a:lnTo>
                  <a:pt x="24" y="260"/>
                </a:lnTo>
                <a:lnTo>
                  <a:pt x="24" y="259"/>
                </a:lnTo>
                <a:lnTo>
                  <a:pt x="25" y="259"/>
                </a:lnTo>
                <a:lnTo>
                  <a:pt x="25" y="258"/>
                </a:lnTo>
                <a:lnTo>
                  <a:pt x="25" y="256"/>
                </a:lnTo>
                <a:lnTo>
                  <a:pt x="25" y="255"/>
                </a:lnTo>
                <a:lnTo>
                  <a:pt x="26" y="255"/>
                </a:lnTo>
                <a:lnTo>
                  <a:pt x="27" y="255"/>
                </a:lnTo>
                <a:lnTo>
                  <a:pt x="27" y="254"/>
                </a:lnTo>
                <a:lnTo>
                  <a:pt x="27" y="253"/>
                </a:lnTo>
                <a:lnTo>
                  <a:pt x="28" y="252"/>
                </a:lnTo>
                <a:lnTo>
                  <a:pt x="28" y="251"/>
                </a:lnTo>
                <a:lnTo>
                  <a:pt x="29" y="251"/>
                </a:lnTo>
                <a:lnTo>
                  <a:pt x="30" y="248"/>
                </a:lnTo>
                <a:lnTo>
                  <a:pt x="30" y="247"/>
                </a:lnTo>
                <a:lnTo>
                  <a:pt x="30" y="246"/>
                </a:lnTo>
                <a:lnTo>
                  <a:pt x="31" y="247"/>
                </a:lnTo>
                <a:lnTo>
                  <a:pt x="32" y="245"/>
                </a:lnTo>
                <a:lnTo>
                  <a:pt x="32" y="244"/>
                </a:lnTo>
                <a:lnTo>
                  <a:pt x="31" y="244"/>
                </a:lnTo>
                <a:lnTo>
                  <a:pt x="32" y="243"/>
                </a:lnTo>
                <a:lnTo>
                  <a:pt x="31" y="243"/>
                </a:lnTo>
                <a:lnTo>
                  <a:pt x="31" y="242"/>
                </a:lnTo>
                <a:lnTo>
                  <a:pt x="31" y="241"/>
                </a:lnTo>
                <a:lnTo>
                  <a:pt x="30" y="241"/>
                </a:lnTo>
                <a:lnTo>
                  <a:pt x="30" y="240"/>
                </a:lnTo>
                <a:lnTo>
                  <a:pt x="30" y="239"/>
                </a:lnTo>
                <a:lnTo>
                  <a:pt x="29" y="238"/>
                </a:lnTo>
                <a:lnTo>
                  <a:pt x="28" y="238"/>
                </a:lnTo>
                <a:lnTo>
                  <a:pt x="26" y="238"/>
                </a:lnTo>
                <a:lnTo>
                  <a:pt x="23" y="238"/>
                </a:lnTo>
                <a:lnTo>
                  <a:pt x="22" y="238"/>
                </a:lnTo>
                <a:lnTo>
                  <a:pt x="22" y="236"/>
                </a:lnTo>
                <a:lnTo>
                  <a:pt x="22" y="235"/>
                </a:lnTo>
                <a:lnTo>
                  <a:pt x="21" y="234"/>
                </a:lnTo>
                <a:lnTo>
                  <a:pt x="21" y="233"/>
                </a:lnTo>
                <a:lnTo>
                  <a:pt x="21" y="232"/>
                </a:lnTo>
                <a:lnTo>
                  <a:pt x="21" y="231"/>
                </a:lnTo>
                <a:lnTo>
                  <a:pt x="20" y="229"/>
                </a:lnTo>
                <a:lnTo>
                  <a:pt x="20" y="228"/>
                </a:lnTo>
                <a:lnTo>
                  <a:pt x="19" y="228"/>
                </a:lnTo>
                <a:lnTo>
                  <a:pt x="19" y="226"/>
                </a:lnTo>
                <a:lnTo>
                  <a:pt x="20" y="226"/>
                </a:lnTo>
                <a:lnTo>
                  <a:pt x="21" y="225"/>
                </a:lnTo>
                <a:lnTo>
                  <a:pt x="22" y="225"/>
                </a:lnTo>
                <a:lnTo>
                  <a:pt x="22" y="224"/>
                </a:lnTo>
                <a:lnTo>
                  <a:pt x="22" y="223"/>
                </a:lnTo>
                <a:lnTo>
                  <a:pt x="22" y="222"/>
                </a:lnTo>
                <a:lnTo>
                  <a:pt x="23" y="223"/>
                </a:lnTo>
                <a:lnTo>
                  <a:pt x="24" y="223"/>
                </a:lnTo>
                <a:lnTo>
                  <a:pt x="25" y="223"/>
                </a:lnTo>
                <a:lnTo>
                  <a:pt x="24" y="223"/>
                </a:lnTo>
                <a:lnTo>
                  <a:pt x="24" y="222"/>
                </a:lnTo>
                <a:lnTo>
                  <a:pt x="23" y="222"/>
                </a:lnTo>
                <a:lnTo>
                  <a:pt x="23" y="221"/>
                </a:lnTo>
                <a:lnTo>
                  <a:pt x="23" y="220"/>
                </a:lnTo>
                <a:lnTo>
                  <a:pt x="22" y="220"/>
                </a:lnTo>
                <a:lnTo>
                  <a:pt x="21" y="220"/>
                </a:lnTo>
                <a:lnTo>
                  <a:pt x="21" y="218"/>
                </a:lnTo>
                <a:lnTo>
                  <a:pt x="22" y="217"/>
                </a:lnTo>
                <a:lnTo>
                  <a:pt x="21" y="217"/>
                </a:lnTo>
                <a:lnTo>
                  <a:pt x="21" y="216"/>
                </a:lnTo>
                <a:lnTo>
                  <a:pt x="20" y="215"/>
                </a:lnTo>
                <a:lnTo>
                  <a:pt x="21" y="214"/>
                </a:lnTo>
                <a:lnTo>
                  <a:pt x="21" y="213"/>
                </a:lnTo>
                <a:lnTo>
                  <a:pt x="20" y="213"/>
                </a:lnTo>
                <a:lnTo>
                  <a:pt x="20" y="212"/>
                </a:lnTo>
                <a:lnTo>
                  <a:pt x="20" y="211"/>
                </a:lnTo>
                <a:lnTo>
                  <a:pt x="20" y="210"/>
                </a:lnTo>
                <a:lnTo>
                  <a:pt x="19" y="209"/>
                </a:lnTo>
                <a:lnTo>
                  <a:pt x="19" y="208"/>
                </a:lnTo>
                <a:lnTo>
                  <a:pt x="20" y="208"/>
                </a:lnTo>
                <a:lnTo>
                  <a:pt x="20" y="207"/>
                </a:lnTo>
                <a:lnTo>
                  <a:pt x="21" y="207"/>
                </a:lnTo>
                <a:lnTo>
                  <a:pt x="22" y="207"/>
                </a:lnTo>
                <a:lnTo>
                  <a:pt x="21" y="206"/>
                </a:lnTo>
                <a:lnTo>
                  <a:pt x="22" y="205"/>
                </a:lnTo>
                <a:lnTo>
                  <a:pt x="22" y="203"/>
                </a:lnTo>
                <a:lnTo>
                  <a:pt x="21" y="202"/>
                </a:lnTo>
                <a:lnTo>
                  <a:pt x="21" y="201"/>
                </a:lnTo>
                <a:lnTo>
                  <a:pt x="21" y="200"/>
                </a:lnTo>
                <a:lnTo>
                  <a:pt x="19" y="200"/>
                </a:lnTo>
                <a:lnTo>
                  <a:pt x="18" y="200"/>
                </a:lnTo>
                <a:lnTo>
                  <a:pt x="18" y="199"/>
                </a:lnTo>
                <a:lnTo>
                  <a:pt x="18" y="198"/>
                </a:lnTo>
                <a:lnTo>
                  <a:pt x="18" y="197"/>
                </a:lnTo>
                <a:lnTo>
                  <a:pt x="19" y="197"/>
                </a:lnTo>
                <a:lnTo>
                  <a:pt x="18" y="196"/>
                </a:lnTo>
                <a:lnTo>
                  <a:pt x="16" y="197"/>
                </a:lnTo>
                <a:lnTo>
                  <a:pt x="16" y="198"/>
                </a:lnTo>
                <a:lnTo>
                  <a:pt x="15" y="200"/>
                </a:lnTo>
                <a:lnTo>
                  <a:pt x="14" y="200"/>
                </a:lnTo>
                <a:lnTo>
                  <a:pt x="13" y="201"/>
                </a:lnTo>
                <a:lnTo>
                  <a:pt x="12" y="201"/>
                </a:lnTo>
                <a:lnTo>
                  <a:pt x="12" y="200"/>
                </a:lnTo>
                <a:lnTo>
                  <a:pt x="11" y="199"/>
                </a:lnTo>
                <a:lnTo>
                  <a:pt x="11" y="198"/>
                </a:lnTo>
                <a:lnTo>
                  <a:pt x="10" y="198"/>
                </a:lnTo>
                <a:lnTo>
                  <a:pt x="10" y="197"/>
                </a:lnTo>
                <a:lnTo>
                  <a:pt x="12" y="196"/>
                </a:lnTo>
                <a:lnTo>
                  <a:pt x="12" y="195"/>
                </a:lnTo>
                <a:lnTo>
                  <a:pt x="11" y="196"/>
                </a:lnTo>
                <a:lnTo>
                  <a:pt x="10" y="195"/>
                </a:lnTo>
                <a:lnTo>
                  <a:pt x="9" y="195"/>
                </a:lnTo>
                <a:lnTo>
                  <a:pt x="9" y="193"/>
                </a:lnTo>
                <a:lnTo>
                  <a:pt x="10" y="193"/>
                </a:lnTo>
                <a:lnTo>
                  <a:pt x="12" y="193"/>
                </a:lnTo>
                <a:lnTo>
                  <a:pt x="13" y="191"/>
                </a:lnTo>
                <a:lnTo>
                  <a:pt x="12" y="189"/>
                </a:lnTo>
                <a:lnTo>
                  <a:pt x="11" y="188"/>
                </a:lnTo>
                <a:lnTo>
                  <a:pt x="11" y="187"/>
                </a:lnTo>
                <a:lnTo>
                  <a:pt x="12" y="187"/>
                </a:lnTo>
                <a:lnTo>
                  <a:pt x="12" y="186"/>
                </a:lnTo>
                <a:lnTo>
                  <a:pt x="11" y="185"/>
                </a:lnTo>
                <a:lnTo>
                  <a:pt x="12" y="184"/>
                </a:lnTo>
                <a:lnTo>
                  <a:pt x="14" y="184"/>
                </a:lnTo>
                <a:lnTo>
                  <a:pt x="14" y="183"/>
                </a:lnTo>
                <a:lnTo>
                  <a:pt x="14" y="182"/>
                </a:lnTo>
                <a:lnTo>
                  <a:pt x="15" y="181"/>
                </a:lnTo>
                <a:lnTo>
                  <a:pt x="16" y="181"/>
                </a:lnTo>
                <a:lnTo>
                  <a:pt x="17" y="179"/>
                </a:lnTo>
                <a:lnTo>
                  <a:pt x="15" y="179"/>
                </a:lnTo>
                <a:lnTo>
                  <a:pt x="14" y="179"/>
                </a:lnTo>
                <a:lnTo>
                  <a:pt x="13" y="178"/>
                </a:lnTo>
                <a:lnTo>
                  <a:pt x="12" y="179"/>
                </a:lnTo>
                <a:lnTo>
                  <a:pt x="11" y="179"/>
                </a:lnTo>
                <a:lnTo>
                  <a:pt x="10" y="180"/>
                </a:lnTo>
                <a:lnTo>
                  <a:pt x="9" y="180"/>
                </a:lnTo>
                <a:lnTo>
                  <a:pt x="9" y="179"/>
                </a:lnTo>
                <a:lnTo>
                  <a:pt x="9" y="178"/>
                </a:lnTo>
                <a:lnTo>
                  <a:pt x="8" y="178"/>
                </a:lnTo>
                <a:lnTo>
                  <a:pt x="7" y="177"/>
                </a:lnTo>
                <a:lnTo>
                  <a:pt x="6" y="177"/>
                </a:lnTo>
                <a:lnTo>
                  <a:pt x="6" y="178"/>
                </a:lnTo>
                <a:lnTo>
                  <a:pt x="5" y="178"/>
                </a:lnTo>
                <a:lnTo>
                  <a:pt x="4" y="178"/>
                </a:lnTo>
                <a:lnTo>
                  <a:pt x="3" y="177"/>
                </a:lnTo>
                <a:lnTo>
                  <a:pt x="4" y="177"/>
                </a:lnTo>
                <a:lnTo>
                  <a:pt x="4" y="176"/>
                </a:lnTo>
                <a:lnTo>
                  <a:pt x="3" y="175"/>
                </a:lnTo>
                <a:lnTo>
                  <a:pt x="2" y="175"/>
                </a:lnTo>
                <a:lnTo>
                  <a:pt x="2" y="174"/>
                </a:lnTo>
                <a:lnTo>
                  <a:pt x="2" y="173"/>
                </a:lnTo>
                <a:lnTo>
                  <a:pt x="3" y="173"/>
                </a:lnTo>
                <a:lnTo>
                  <a:pt x="4" y="172"/>
                </a:lnTo>
                <a:lnTo>
                  <a:pt x="5" y="172"/>
                </a:lnTo>
                <a:lnTo>
                  <a:pt x="6" y="172"/>
                </a:lnTo>
                <a:lnTo>
                  <a:pt x="7" y="171"/>
                </a:lnTo>
                <a:lnTo>
                  <a:pt x="7" y="170"/>
                </a:lnTo>
                <a:lnTo>
                  <a:pt x="6" y="167"/>
                </a:lnTo>
                <a:lnTo>
                  <a:pt x="5" y="165"/>
                </a:lnTo>
                <a:lnTo>
                  <a:pt x="6" y="165"/>
                </a:lnTo>
                <a:lnTo>
                  <a:pt x="6" y="164"/>
                </a:lnTo>
                <a:lnTo>
                  <a:pt x="7" y="164"/>
                </a:lnTo>
                <a:lnTo>
                  <a:pt x="7" y="163"/>
                </a:lnTo>
                <a:lnTo>
                  <a:pt x="7" y="162"/>
                </a:lnTo>
                <a:lnTo>
                  <a:pt x="6" y="162"/>
                </a:lnTo>
                <a:lnTo>
                  <a:pt x="7" y="161"/>
                </a:lnTo>
                <a:lnTo>
                  <a:pt x="6" y="161"/>
                </a:lnTo>
                <a:lnTo>
                  <a:pt x="6" y="160"/>
                </a:lnTo>
                <a:lnTo>
                  <a:pt x="5" y="160"/>
                </a:lnTo>
                <a:lnTo>
                  <a:pt x="5" y="161"/>
                </a:lnTo>
                <a:lnTo>
                  <a:pt x="3" y="161"/>
                </a:lnTo>
                <a:lnTo>
                  <a:pt x="3" y="160"/>
                </a:lnTo>
                <a:lnTo>
                  <a:pt x="2" y="158"/>
                </a:lnTo>
                <a:lnTo>
                  <a:pt x="1" y="158"/>
                </a:lnTo>
                <a:lnTo>
                  <a:pt x="0" y="157"/>
                </a:lnTo>
                <a:lnTo>
                  <a:pt x="0" y="156"/>
                </a:lnTo>
                <a:lnTo>
                  <a:pt x="1" y="155"/>
                </a:lnTo>
                <a:lnTo>
                  <a:pt x="2" y="153"/>
                </a:lnTo>
                <a:lnTo>
                  <a:pt x="3" y="152"/>
                </a:lnTo>
                <a:lnTo>
                  <a:pt x="3" y="151"/>
                </a:lnTo>
                <a:lnTo>
                  <a:pt x="2" y="150"/>
                </a:lnTo>
                <a:lnTo>
                  <a:pt x="1" y="149"/>
                </a:lnTo>
                <a:lnTo>
                  <a:pt x="1" y="148"/>
                </a:lnTo>
                <a:lnTo>
                  <a:pt x="1" y="147"/>
                </a:lnTo>
                <a:lnTo>
                  <a:pt x="2" y="147"/>
                </a:lnTo>
                <a:lnTo>
                  <a:pt x="2" y="146"/>
                </a:lnTo>
                <a:lnTo>
                  <a:pt x="1" y="146"/>
                </a:lnTo>
                <a:lnTo>
                  <a:pt x="2" y="145"/>
                </a:lnTo>
                <a:lnTo>
                  <a:pt x="2" y="146"/>
                </a:lnTo>
                <a:lnTo>
                  <a:pt x="3" y="146"/>
                </a:lnTo>
                <a:lnTo>
                  <a:pt x="3" y="145"/>
                </a:lnTo>
                <a:lnTo>
                  <a:pt x="3" y="144"/>
                </a:lnTo>
                <a:lnTo>
                  <a:pt x="3" y="143"/>
                </a:lnTo>
                <a:lnTo>
                  <a:pt x="2" y="143"/>
                </a:lnTo>
                <a:lnTo>
                  <a:pt x="3" y="143"/>
                </a:lnTo>
                <a:lnTo>
                  <a:pt x="3" y="142"/>
                </a:lnTo>
                <a:lnTo>
                  <a:pt x="4" y="142"/>
                </a:lnTo>
                <a:lnTo>
                  <a:pt x="4" y="143"/>
                </a:lnTo>
                <a:lnTo>
                  <a:pt x="5" y="143"/>
                </a:lnTo>
                <a:lnTo>
                  <a:pt x="6" y="143"/>
                </a:lnTo>
                <a:lnTo>
                  <a:pt x="6" y="141"/>
                </a:lnTo>
                <a:lnTo>
                  <a:pt x="5" y="141"/>
                </a:lnTo>
                <a:lnTo>
                  <a:pt x="5" y="140"/>
                </a:lnTo>
                <a:lnTo>
                  <a:pt x="4" y="140"/>
                </a:lnTo>
                <a:lnTo>
                  <a:pt x="4" y="139"/>
                </a:lnTo>
                <a:lnTo>
                  <a:pt x="4" y="138"/>
                </a:lnTo>
                <a:lnTo>
                  <a:pt x="5" y="137"/>
                </a:lnTo>
                <a:lnTo>
                  <a:pt x="6" y="136"/>
                </a:lnTo>
                <a:lnTo>
                  <a:pt x="7" y="135"/>
                </a:lnTo>
                <a:lnTo>
                  <a:pt x="7" y="134"/>
                </a:lnTo>
                <a:lnTo>
                  <a:pt x="7" y="133"/>
                </a:lnTo>
                <a:lnTo>
                  <a:pt x="7" y="132"/>
                </a:lnTo>
                <a:lnTo>
                  <a:pt x="8" y="132"/>
                </a:lnTo>
                <a:lnTo>
                  <a:pt x="9" y="132"/>
                </a:lnTo>
                <a:lnTo>
                  <a:pt x="9" y="131"/>
                </a:lnTo>
                <a:lnTo>
                  <a:pt x="10" y="131"/>
                </a:lnTo>
                <a:lnTo>
                  <a:pt x="11" y="130"/>
                </a:lnTo>
                <a:lnTo>
                  <a:pt x="12" y="130"/>
                </a:lnTo>
                <a:lnTo>
                  <a:pt x="13" y="129"/>
                </a:lnTo>
                <a:lnTo>
                  <a:pt x="13" y="130"/>
                </a:lnTo>
                <a:lnTo>
                  <a:pt x="14" y="129"/>
                </a:lnTo>
                <a:lnTo>
                  <a:pt x="15" y="129"/>
                </a:lnTo>
                <a:lnTo>
                  <a:pt x="15" y="128"/>
                </a:lnTo>
                <a:lnTo>
                  <a:pt x="16" y="128"/>
                </a:lnTo>
                <a:lnTo>
                  <a:pt x="15" y="127"/>
                </a:lnTo>
                <a:lnTo>
                  <a:pt x="15" y="126"/>
                </a:lnTo>
                <a:lnTo>
                  <a:pt x="16" y="126"/>
                </a:lnTo>
                <a:lnTo>
                  <a:pt x="16" y="125"/>
                </a:lnTo>
                <a:lnTo>
                  <a:pt x="16" y="124"/>
                </a:lnTo>
                <a:lnTo>
                  <a:pt x="16" y="123"/>
                </a:lnTo>
                <a:lnTo>
                  <a:pt x="17" y="122"/>
                </a:lnTo>
                <a:lnTo>
                  <a:pt x="19" y="122"/>
                </a:lnTo>
                <a:lnTo>
                  <a:pt x="21" y="122"/>
                </a:lnTo>
                <a:lnTo>
                  <a:pt x="22" y="122"/>
                </a:lnTo>
                <a:lnTo>
                  <a:pt x="22" y="123"/>
                </a:lnTo>
                <a:lnTo>
                  <a:pt x="22" y="124"/>
                </a:lnTo>
                <a:lnTo>
                  <a:pt x="22" y="125"/>
                </a:lnTo>
                <a:lnTo>
                  <a:pt x="21" y="125"/>
                </a:lnTo>
                <a:lnTo>
                  <a:pt x="21" y="126"/>
                </a:lnTo>
                <a:lnTo>
                  <a:pt x="21" y="127"/>
                </a:lnTo>
                <a:lnTo>
                  <a:pt x="22" y="128"/>
                </a:lnTo>
                <a:lnTo>
                  <a:pt x="23" y="129"/>
                </a:lnTo>
                <a:lnTo>
                  <a:pt x="24" y="129"/>
                </a:lnTo>
                <a:lnTo>
                  <a:pt x="24" y="130"/>
                </a:lnTo>
                <a:lnTo>
                  <a:pt x="23" y="130"/>
                </a:lnTo>
                <a:lnTo>
                  <a:pt x="23" y="131"/>
                </a:lnTo>
                <a:lnTo>
                  <a:pt x="23" y="132"/>
                </a:lnTo>
                <a:lnTo>
                  <a:pt x="24" y="133"/>
                </a:lnTo>
                <a:lnTo>
                  <a:pt x="24" y="134"/>
                </a:lnTo>
                <a:lnTo>
                  <a:pt x="25" y="134"/>
                </a:lnTo>
                <a:lnTo>
                  <a:pt x="25" y="135"/>
                </a:lnTo>
                <a:lnTo>
                  <a:pt x="26" y="134"/>
                </a:lnTo>
                <a:lnTo>
                  <a:pt x="26" y="133"/>
                </a:lnTo>
                <a:lnTo>
                  <a:pt x="26" y="134"/>
                </a:lnTo>
                <a:lnTo>
                  <a:pt x="27" y="134"/>
                </a:lnTo>
                <a:lnTo>
                  <a:pt x="27" y="135"/>
                </a:lnTo>
                <a:lnTo>
                  <a:pt x="27" y="136"/>
                </a:lnTo>
                <a:lnTo>
                  <a:pt x="28" y="136"/>
                </a:lnTo>
                <a:lnTo>
                  <a:pt x="29" y="135"/>
                </a:lnTo>
                <a:lnTo>
                  <a:pt x="30" y="134"/>
                </a:lnTo>
                <a:lnTo>
                  <a:pt x="31" y="134"/>
                </a:lnTo>
                <a:lnTo>
                  <a:pt x="32" y="133"/>
                </a:lnTo>
                <a:lnTo>
                  <a:pt x="32" y="132"/>
                </a:lnTo>
                <a:lnTo>
                  <a:pt x="33" y="132"/>
                </a:lnTo>
                <a:lnTo>
                  <a:pt x="34" y="132"/>
                </a:lnTo>
                <a:lnTo>
                  <a:pt x="36" y="132"/>
                </a:lnTo>
                <a:lnTo>
                  <a:pt x="37" y="133"/>
                </a:lnTo>
                <a:lnTo>
                  <a:pt x="40" y="133"/>
                </a:lnTo>
                <a:lnTo>
                  <a:pt x="42" y="134"/>
                </a:lnTo>
                <a:lnTo>
                  <a:pt x="45" y="135"/>
                </a:lnTo>
                <a:lnTo>
                  <a:pt x="47" y="135"/>
                </a:lnTo>
                <a:lnTo>
                  <a:pt x="47" y="136"/>
                </a:lnTo>
                <a:lnTo>
                  <a:pt x="48" y="136"/>
                </a:lnTo>
                <a:lnTo>
                  <a:pt x="49" y="137"/>
                </a:lnTo>
                <a:lnTo>
                  <a:pt x="50" y="137"/>
                </a:lnTo>
                <a:lnTo>
                  <a:pt x="51" y="137"/>
                </a:lnTo>
                <a:lnTo>
                  <a:pt x="52" y="137"/>
                </a:lnTo>
                <a:lnTo>
                  <a:pt x="53" y="137"/>
                </a:lnTo>
                <a:lnTo>
                  <a:pt x="54" y="136"/>
                </a:lnTo>
                <a:lnTo>
                  <a:pt x="55" y="135"/>
                </a:lnTo>
                <a:lnTo>
                  <a:pt x="54" y="135"/>
                </a:lnTo>
                <a:lnTo>
                  <a:pt x="54" y="134"/>
                </a:lnTo>
                <a:lnTo>
                  <a:pt x="55" y="133"/>
                </a:lnTo>
                <a:lnTo>
                  <a:pt x="56" y="133"/>
                </a:lnTo>
                <a:lnTo>
                  <a:pt x="57" y="132"/>
                </a:lnTo>
                <a:lnTo>
                  <a:pt x="57" y="131"/>
                </a:lnTo>
                <a:lnTo>
                  <a:pt x="58" y="130"/>
                </a:lnTo>
                <a:lnTo>
                  <a:pt x="57" y="130"/>
                </a:lnTo>
                <a:lnTo>
                  <a:pt x="56" y="130"/>
                </a:lnTo>
                <a:lnTo>
                  <a:pt x="55" y="129"/>
                </a:lnTo>
                <a:lnTo>
                  <a:pt x="55" y="127"/>
                </a:lnTo>
                <a:lnTo>
                  <a:pt x="54" y="127"/>
                </a:lnTo>
                <a:lnTo>
                  <a:pt x="54" y="126"/>
                </a:lnTo>
                <a:lnTo>
                  <a:pt x="55" y="126"/>
                </a:lnTo>
                <a:lnTo>
                  <a:pt x="56" y="125"/>
                </a:lnTo>
                <a:lnTo>
                  <a:pt x="56" y="124"/>
                </a:lnTo>
                <a:lnTo>
                  <a:pt x="56" y="123"/>
                </a:lnTo>
                <a:lnTo>
                  <a:pt x="55" y="122"/>
                </a:lnTo>
                <a:lnTo>
                  <a:pt x="56" y="122"/>
                </a:lnTo>
                <a:lnTo>
                  <a:pt x="56" y="121"/>
                </a:lnTo>
                <a:lnTo>
                  <a:pt x="55" y="120"/>
                </a:lnTo>
                <a:lnTo>
                  <a:pt x="55" y="119"/>
                </a:lnTo>
                <a:lnTo>
                  <a:pt x="55" y="118"/>
                </a:lnTo>
                <a:lnTo>
                  <a:pt x="55" y="116"/>
                </a:lnTo>
                <a:lnTo>
                  <a:pt x="55" y="117"/>
                </a:lnTo>
                <a:lnTo>
                  <a:pt x="54" y="117"/>
                </a:lnTo>
                <a:lnTo>
                  <a:pt x="54" y="116"/>
                </a:lnTo>
                <a:lnTo>
                  <a:pt x="55" y="116"/>
                </a:lnTo>
                <a:lnTo>
                  <a:pt x="55" y="115"/>
                </a:lnTo>
                <a:lnTo>
                  <a:pt x="54" y="115"/>
                </a:lnTo>
                <a:lnTo>
                  <a:pt x="54" y="116"/>
                </a:lnTo>
                <a:lnTo>
                  <a:pt x="53" y="115"/>
                </a:lnTo>
                <a:lnTo>
                  <a:pt x="52" y="115"/>
                </a:lnTo>
                <a:lnTo>
                  <a:pt x="52" y="114"/>
                </a:lnTo>
                <a:lnTo>
                  <a:pt x="52" y="113"/>
                </a:lnTo>
                <a:lnTo>
                  <a:pt x="52" y="112"/>
                </a:lnTo>
                <a:lnTo>
                  <a:pt x="53" y="112"/>
                </a:lnTo>
                <a:lnTo>
                  <a:pt x="54" y="112"/>
                </a:lnTo>
                <a:lnTo>
                  <a:pt x="54" y="111"/>
                </a:lnTo>
                <a:lnTo>
                  <a:pt x="53" y="110"/>
                </a:lnTo>
                <a:lnTo>
                  <a:pt x="53" y="109"/>
                </a:lnTo>
                <a:lnTo>
                  <a:pt x="54" y="108"/>
                </a:lnTo>
                <a:lnTo>
                  <a:pt x="55" y="108"/>
                </a:lnTo>
                <a:lnTo>
                  <a:pt x="56" y="108"/>
                </a:lnTo>
                <a:lnTo>
                  <a:pt x="57" y="107"/>
                </a:lnTo>
                <a:lnTo>
                  <a:pt x="58" y="106"/>
                </a:lnTo>
                <a:lnTo>
                  <a:pt x="59" y="106"/>
                </a:lnTo>
                <a:lnTo>
                  <a:pt x="59" y="105"/>
                </a:lnTo>
                <a:lnTo>
                  <a:pt x="58" y="104"/>
                </a:lnTo>
                <a:lnTo>
                  <a:pt x="57" y="103"/>
                </a:lnTo>
                <a:lnTo>
                  <a:pt x="56" y="103"/>
                </a:lnTo>
                <a:lnTo>
                  <a:pt x="55" y="103"/>
                </a:lnTo>
                <a:lnTo>
                  <a:pt x="55" y="102"/>
                </a:lnTo>
                <a:lnTo>
                  <a:pt x="55" y="101"/>
                </a:lnTo>
                <a:lnTo>
                  <a:pt x="54" y="101"/>
                </a:lnTo>
                <a:lnTo>
                  <a:pt x="54" y="100"/>
                </a:lnTo>
                <a:lnTo>
                  <a:pt x="54" y="99"/>
                </a:lnTo>
                <a:lnTo>
                  <a:pt x="53" y="99"/>
                </a:lnTo>
                <a:lnTo>
                  <a:pt x="52" y="99"/>
                </a:lnTo>
                <a:lnTo>
                  <a:pt x="51" y="100"/>
                </a:lnTo>
                <a:lnTo>
                  <a:pt x="51" y="99"/>
                </a:lnTo>
                <a:lnTo>
                  <a:pt x="51" y="98"/>
                </a:lnTo>
                <a:lnTo>
                  <a:pt x="51" y="97"/>
                </a:lnTo>
                <a:lnTo>
                  <a:pt x="51" y="96"/>
                </a:lnTo>
                <a:lnTo>
                  <a:pt x="50" y="96"/>
                </a:lnTo>
                <a:lnTo>
                  <a:pt x="50" y="95"/>
                </a:lnTo>
                <a:lnTo>
                  <a:pt x="50" y="94"/>
                </a:lnTo>
                <a:lnTo>
                  <a:pt x="51" y="94"/>
                </a:lnTo>
                <a:lnTo>
                  <a:pt x="51" y="95"/>
                </a:lnTo>
                <a:lnTo>
                  <a:pt x="52" y="95"/>
                </a:lnTo>
                <a:lnTo>
                  <a:pt x="52" y="94"/>
                </a:lnTo>
                <a:lnTo>
                  <a:pt x="54" y="93"/>
                </a:lnTo>
                <a:lnTo>
                  <a:pt x="55" y="93"/>
                </a:lnTo>
                <a:lnTo>
                  <a:pt x="56" y="93"/>
                </a:lnTo>
                <a:lnTo>
                  <a:pt x="56" y="92"/>
                </a:lnTo>
                <a:lnTo>
                  <a:pt x="55" y="91"/>
                </a:lnTo>
                <a:lnTo>
                  <a:pt x="58" y="91"/>
                </a:lnTo>
                <a:lnTo>
                  <a:pt x="60" y="91"/>
                </a:lnTo>
                <a:lnTo>
                  <a:pt x="60" y="92"/>
                </a:lnTo>
                <a:lnTo>
                  <a:pt x="61" y="91"/>
                </a:lnTo>
                <a:lnTo>
                  <a:pt x="61" y="90"/>
                </a:lnTo>
                <a:lnTo>
                  <a:pt x="62" y="90"/>
                </a:lnTo>
                <a:lnTo>
                  <a:pt x="63" y="90"/>
                </a:lnTo>
                <a:lnTo>
                  <a:pt x="64" y="90"/>
                </a:lnTo>
                <a:lnTo>
                  <a:pt x="64" y="91"/>
                </a:lnTo>
                <a:lnTo>
                  <a:pt x="65" y="91"/>
                </a:lnTo>
                <a:lnTo>
                  <a:pt x="65" y="90"/>
                </a:lnTo>
                <a:lnTo>
                  <a:pt x="64" y="90"/>
                </a:lnTo>
                <a:lnTo>
                  <a:pt x="65" y="89"/>
                </a:lnTo>
                <a:lnTo>
                  <a:pt x="65" y="88"/>
                </a:lnTo>
                <a:lnTo>
                  <a:pt x="65" y="87"/>
                </a:lnTo>
                <a:lnTo>
                  <a:pt x="64" y="85"/>
                </a:lnTo>
                <a:lnTo>
                  <a:pt x="63" y="85"/>
                </a:lnTo>
                <a:lnTo>
                  <a:pt x="62" y="85"/>
                </a:lnTo>
                <a:lnTo>
                  <a:pt x="61" y="86"/>
                </a:lnTo>
                <a:lnTo>
                  <a:pt x="60" y="87"/>
                </a:lnTo>
                <a:lnTo>
                  <a:pt x="59" y="86"/>
                </a:lnTo>
                <a:lnTo>
                  <a:pt x="58" y="86"/>
                </a:lnTo>
                <a:lnTo>
                  <a:pt x="57" y="86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3" y="85"/>
                </a:lnTo>
                <a:lnTo>
                  <a:pt x="53" y="84"/>
                </a:lnTo>
                <a:lnTo>
                  <a:pt x="52" y="84"/>
                </a:lnTo>
                <a:lnTo>
                  <a:pt x="52" y="85"/>
                </a:lnTo>
                <a:lnTo>
                  <a:pt x="51" y="85"/>
                </a:lnTo>
                <a:lnTo>
                  <a:pt x="50" y="85"/>
                </a:lnTo>
                <a:lnTo>
                  <a:pt x="51" y="84"/>
                </a:lnTo>
                <a:lnTo>
                  <a:pt x="52" y="83"/>
                </a:lnTo>
                <a:lnTo>
                  <a:pt x="51" y="83"/>
                </a:lnTo>
                <a:lnTo>
                  <a:pt x="51" y="84"/>
                </a:lnTo>
                <a:lnTo>
                  <a:pt x="50" y="84"/>
                </a:lnTo>
                <a:lnTo>
                  <a:pt x="50" y="83"/>
                </a:lnTo>
                <a:lnTo>
                  <a:pt x="49" y="83"/>
                </a:lnTo>
                <a:lnTo>
                  <a:pt x="48" y="83"/>
                </a:lnTo>
                <a:lnTo>
                  <a:pt x="48" y="82"/>
                </a:lnTo>
                <a:lnTo>
                  <a:pt x="49" y="81"/>
                </a:lnTo>
                <a:lnTo>
                  <a:pt x="49" y="80"/>
                </a:lnTo>
                <a:lnTo>
                  <a:pt x="47" y="79"/>
                </a:lnTo>
                <a:lnTo>
                  <a:pt x="47" y="78"/>
                </a:lnTo>
                <a:lnTo>
                  <a:pt x="48" y="77"/>
                </a:lnTo>
                <a:lnTo>
                  <a:pt x="48" y="76"/>
                </a:lnTo>
                <a:lnTo>
                  <a:pt x="47" y="76"/>
                </a:lnTo>
                <a:lnTo>
                  <a:pt x="46" y="76"/>
                </a:lnTo>
                <a:lnTo>
                  <a:pt x="45" y="75"/>
                </a:lnTo>
                <a:lnTo>
                  <a:pt x="45" y="74"/>
                </a:lnTo>
                <a:lnTo>
                  <a:pt x="46" y="72"/>
                </a:lnTo>
                <a:lnTo>
                  <a:pt x="46" y="71"/>
                </a:lnTo>
                <a:lnTo>
                  <a:pt x="47" y="71"/>
                </a:lnTo>
                <a:lnTo>
                  <a:pt x="47" y="70"/>
                </a:lnTo>
                <a:lnTo>
                  <a:pt x="46" y="69"/>
                </a:lnTo>
                <a:lnTo>
                  <a:pt x="47" y="68"/>
                </a:lnTo>
                <a:lnTo>
                  <a:pt x="48" y="67"/>
                </a:lnTo>
                <a:lnTo>
                  <a:pt x="48" y="66"/>
                </a:lnTo>
                <a:lnTo>
                  <a:pt x="48" y="65"/>
                </a:lnTo>
                <a:lnTo>
                  <a:pt x="49" y="65"/>
                </a:lnTo>
                <a:lnTo>
                  <a:pt x="49" y="66"/>
                </a:lnTo>
                <a:lnTo>
                  <a:pt x="50" y="66"/>
                </a:lnTo>
                <a:lnTo>
                  <a:pt x="50" y="64"/>
                </a:lnTo>
                <a:lnTo>
                  <a:pt x="50" y="63"/>
                </a:lnTo>
                <a:lnTo>
                  <a:pt x="50" y="62"/>
                </a:lnTo>
                <a:lnTo>
                  <a:pt x="51" y="61"/>
                </a:lnTo>
                <a:lnTo>
                  <a:pt x="51" y="60"/>
                </a:lnTo>
                <a:lnTo>
                  <a:pt x="52" y="59"/>
                </a:lnTo>
                <a:lnTo>
                  <a:pt x="52" y="58"/>
                </a:lnTo>
                <a:lnTo>
                  <a:pt x="52" y="57"/>
                </a:lnTo>
                <a:lnTo>
                  <a:pt x="52" y="56"/>
                </a:lnTo>
                <a:lnTo>
                  <a:pt x="51" y="54"/>
                </a:lnTo>
                <a:lnTo>
                  <a:pt x="50" y="52"/>
                </a:lnTo>
                <a:lnTo>
                  <a:pt x="49" y="49"/>
                </a:lnTo>
                <a:lnTo>
                  <a:pt x="49" y="47"/>
                </a:lnTo>
                <a:lnTo>
                  <a:pt x="48" y="46"/>
                </a:lnTo>
                <a:lnTo>
                  <a:pt x="48" y="45"/>
                </a:lnTo>
                <a:lnTo>
                  <a:pt x="48" y="44"/>
                </a:lnTo>
                <a:lnTo>
                  <a:pt x="50" y="43"/>
                </a:lnTo>
                <a:lnTo>
                  <a:pt x="52" y="43"/>
                </a:lnTo>
                <a:lnTo>
                  <a:pt x="53" y="43"/>
                </a:lnTo>
                <a:lnTo>
                  <a:pt x="54" y="43"/>
                </a:lnTo>
                <a:lnTo>
                  <a:pt x="54" y="42"/>
                </a:lnTo>
                <a:lnTo>
                  <a:pt x="52" y="40"/>
                </a:lnTo>
                <a:lnTo>
                  <a:pt x="52" y="39"/>
                </a:lnTo>
                <a:lnTo>
                  <a:pt x="52" y="38"/>
                </a:lnTo>
                <a:lnTo>
                  <a:pt x="52" y="37"/>
                </a:lnTo>
                <a:lnTo>
                  <a:pt x="54" y="37"/>
                </a:lnTo>
                <a:lnTo>
                  <a:pt x="54" y="36"/>
                </a:lnTo>
                <a:lnTo>
                  <a:pt x="54" y="35"/>
                </a:lnTo>
                <a:lnTo>
                  <a:pt x="55" y="33"/>
                </a:lnTo>
                <a:lnTo>
                  <a:pt x="57" y="32"/>
                </a:lnTo>
                <a:lnTo>
                  <a:pt x="59" y="32"/>
                </a:lnTo>
                <a:lnTo>
                  <a:pt x="60" y="32"/>
                </a:lnTo>
                <a:lnTo>
                  <a:pt x="61" y="32"/>
                </a:lnTo>
                <a:lnTo>
                  <a:pt x="62" y="30"/>
                </a:lnTo>
                <a:lnTo>
                  <a:pt x="63" y="30"/>
                </a:lnTo>
                <a:lnTo>
                  <a:pt x="64" y="31"/>
                </a:lnTo>
                <a:lnTo>
                  <a:pt x="64" y="30"/>
                </a:lnTo>
                <a:lnTo>
                  <a:pt x="65" y="29"/>
                </a:lnTo>
                <a:lnTo>
                  <a:pt x="65" y="28"/>
                </a:lnTo>
                <a:lnTo>
                  <a:pt x="65" y="27"/>
                </a:lnTo>
                <a:lnTo>
                  <a:pt x="66" y="26"/>
                </a:lnTo>
                <a:lnTo>
                  <a:pt x="68" y="26"/>
                </a:lnTo>
                <a:lnTo>
                  <a:pt x="69" y="27"/>
                </a:lnTo>
                <a:lnTo>
                  <a:pt x="70" y="27"/>
                </a:lnTo>
                <a:lnTo>
                  <a:pt x="71" y="26"/>
                </a:lnTo>
                <a:lnTo>
                  <a:pt x="72" y="26"/>
                </a:lnTo>
                <a:lnTo>
                  <a:pt x="72" y="25"/>
                </a:lnTo>
                <a:lnTo>
                  <a:pt x="73" y="25"/>
                </a:lnTo>
                <a:lnTo>
                  <a:pt x="73" y="24"/>
                </a:lnTo>
                <a:lnTo>
                  <a:pt x="72" y="23"/>
                </a:lnTo>
                <a:lnTo>
                  <a:pt x="73" y="22"/>
                </a:lnTo>
                <a:lnTo>
                  <a:pt x="73" y="21"/>
                </a:lnTo>
                <a:lnTo>
                  <a:pt x="72" y="20"/>
                </a:lnTo>
                <a:lnTo>
                  <a:pt x="71" y="19"/>
                </a:lnTo>
                <a:lnTo>
                  <a:pt x="71" y="18"/>
                </a:lnTo>
                <a:lnTo>
                  <a:pt x="74" y="18"/>
                </a:lnTo>
                <a:lnTo>
                  <a:pt x="76" y="17"/>
                </a:lnTo>
                <a:lnTo>
                  <a:pt x="77" y="16"/>
                </a:lnTo>
                <a:lnTo>
                  <a:pt x="79" y="15"/>
                </a:lnTo>
                <a:lnTo>
                  <a:pt x="79" y="14"/>
                </a:lnTo>
                <a:lnTo>
                  <a:pt x="78" y="14"/>
                </a:lnTo>
                <a:lnTo>
                  <a:pt x="78" y="13"/>
                </a:lnTo>
                <a:lnTo>
                  <a:pt x="77" y="13"/>
                </a:lnTo>
                <a:lnTo>
                  <a:pt x="77" y="14"/>
                </a:lnTo>
                <a:lnTo>
                  <a:pt x="76" y="14"/>
                </a:lnTo>
                <a:lnTo>
                  <a:pt x="76" y="15"/>
                </a:lnTo>
                <a:lnTo>
                  <a:pt x="75" y="12"/>
                </a:lnTo>
                <a:lnTo>
                  <a:pt x="75" y="11"/>
                </a:lnTo>
                <a:lnTo>
                  <a:pt x="75" y="12"/>
                </a:lnTo>
                <a:lnTo>
                  <a:pt x="76" y="11"/>
                </a:lnTo>
                <a:lnTo>
                  <a:pt x="77" y="11"/>
                </a:lnTo>
                <a:lnTo>
                  <a:pt x="75" y="11"/>
                </a:lnTo>
                <a:lnTo>
                  <a:pt x="74" y="10"/>
                </a:lnTo>
                <a:lnTo>
                  <a:pt x="74" y="8"/>
                </a:lnTo>
                <a:lnTo>
                  <a:pt x="75" y="8"/>
                </a:lnTo>
                <a:lnTo>
                  <a:pt x="76" y="8"/>
                </a:lnTo>
                <a:lnTo>
                  <a:pt x="76" y="7"/>
                </a:lnTo>
                <a:lnTo>
                  <a:pt x="75" y="6"/>
                </a:lnTo>
                <a:lnTo>
                  <a:pt x="76" y="5"/>
                </a:lnTo>
                <a:lnTo>
                  <a:pt x="77" y="5"/>
                </a:lnTo>
                <a:lnTo>
                  <a:pt x="78" y="6"/>
                </a:lnTo>
                <a:lnTo>
                  <a:pt x="78" y="5"/>
                </a:lnTo>
                <a:lnTo>
                  <a:pt x="79" y="4"/>
                </a:lnTo>
                <a:lnTo>
                  <a:pt x="79" y="3"/>
                </a:lnTo>
                <a:lnTo>
                  <a:pt x="79" y="2"/>
                </a:lnTo>
                <a:lnTo>
                  <a:pt x="79" y="1"/>
                </a:lnTo>
                <a:lnTo>
                  <a:pt x="80" y="1"/>
                </a:lnTo>
                <a:lnTo>
                  <a:pt x="82" y="0"/>
                </a:lnTo>
                <a:lnTo>
                  <a:pt x="8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3" name=""/>
          <p:cNvSpPr/>
          <p:nvPr/>
        </p:nvSpPr>
        <p:spPr>
          <a:xfrm>
            <a:off x="7942680" y="1087200"/>
            <a:ext cx="340200" cy="506160"/>
          </a:xfrm>
          <a:custGeom>
            <a:avLst/>
            <a:gdLst/>
            <a:ahLst/>
            <a:rect l="0" t="0" r="r" b="b"/>
            <a:pathLst>
              <a:path w="945" h="1406">
                <a:moveTo>
                  <a:pt x="563" y="1"/>
                </a:moveTo>
                <a:lnTo>
                  <a:pt x="562" y="3"/>
                </a:lnTo>
                <a:lnTo>
                  <a:pt x="562" y="5"/>
                </a:lnTo>
                <a:lnTo>
                  <a:pt x="561" y="6"/>
                </a:lnTo>
                <a:lnTo>
                  <a:pt x="564" y="9"/>
                </a:lnTo>
                <a:lnTo>
                  <a:pt x="565" y="9"/>
                </a:lnTo>
                <a:lnTo>
                  <a:pt x="567" y="10"/>
                </a:lnTo>
                <a:lnTo>
                  <a:pt x="568" y="11"/>
                </a:lnTo>
                <a:lnTo>
                  <a:pt x="569" y="13"/>
                </a:lnTo>
                <a:lnTo>
                  <a:pt x="570" y="14"/>
                </a:lnTo>
                <a:lnTo>
                  <a:pt x="571" y="14"/>
                </a:lnTo>
                <a:lnTo>
                  <a:pt x="571" y="15"/>
                </a:lnTo>
                <a:lnTo>
                  <a:pt x="571" y="14"/>
                </a:lnTo>
                <a:lnTo>
                  <a:pt x="572" y="14"/>
                </a:lnTo>
                <a:lnTo>
                  <a:pt x="572" y="15"/>
                </a:lnTo>
                <a:lnTo>
                  <a:pt x="575" y="19"/>
                </a:lnTo>
                <a:lnTo>
                  <a:pt x="574" y="20"/>
                </a:lnTo>
                <a:lnTo>
                  <a:pt x="575" y="23"/>
                </a:lnTo>
                <a:lnTo>
                  <a:pt x="576" y="24"/>
                </a:lnTo>
                <a:lnTo>
                  <a:pt x="577" y="24"/>
                </a:lnTo>
                <a:lnTo>
                  <a:pt x="578" y="24"/>
                </a:lnTo>
                <a:lnTo>
                  <a:pt x="578" y="25"/>
                </a:lnTo>
                <a:lnTo>
                  <a:pt x="581" y="26"/>
                </a:lnTo>
                <a:lnTo>
                  <a:pt x="583" y="26"/>
                </a:lnTo>
                <a:lnTo>
                  <a:pt x="584" y="27"/>
                </a:lnTo>
                <a:lnTo>
                  <a:pt x="586" y="29"/>
                </a:lnTo>
                <a:lnTo>
                  <a:pt x="587" y="29"/>
                </a:lnTo>
                <a:lnTo>
                  <a:pt x="587" y="31"/>
                </a:lnTo>
                <a:lnTo>
                  <a:pt x="591" y="35"/>
                </a:lnTo>
                <a:lnTo>
                  <a:pt x="593" y="35"/>
                </a:lnTo>
                <a:lnTo>
                  <a:pt x="593" y="36"/>
                </a:lnTo>
                <a:lnTo>
                  <a:pt x="594" y="36"/>
                </a:lnTo>
                <a:lnTo>
                  <a:pt x="594" y="37"/>
                </a:lnTo>
                <a:lnTo>
                  <a:pt x="595" y="37"/>
                </a:lnTo>
                <a:lnTo>
                  <a:pt x="596" y="38"/>
                </a:lnTo>
                <a:lnTo>
                  <a:pt x="597" y="38"/>
                </a:lnTo>
                <a:lnTo>
                  <a:pt x="598" y="38"/>
                </a:lnTo>
                <a:lnTo>
                  <a:pt x="599" y="39"/>
                </a:lnTo>
                <a:lnTo>
                  <a:pt x="600" y="40"/>
                </a:lnTo>
                <a:lnTo>
                  <a:pt x="600" y="41"/>
                </a:lnTo>
                <a:lnTo>
                  <a:pt x="600" y="42"/>
                </a:lnTo>
                <a:lnTo>
                  <a:pt x="600" y="43"/>
                </a:lnTo>
                <a:lnTo>
                  <a:pt x="601" y="43"/>
                </a:lnTo>
                <a:lnTo>
                  <a:pt x="602" y="43"/>
                </a:lnTo>
                <a:lnTo>
                  <a:pt x="602" y="44"/>
                </a:lnTo>
                <a:lnTo>
                  <a:pt x="602" y="45"/>
                </a:lnTo>
                <a:lnTo>
                  <a:pt x="602" y="47"/>
                </a:lnTo>
                <a:lnTo>
                  <a:pt x="601" y="47"/>
                </a:lnTo>
                <a:lnTo>
                  <a:pt x="600" y="47"/>
                </a:lnTo>
                <a:lnTo>
                  <a:pt x="600" y="51"/>
                </a:lnTo>
                <a:lnTo>
                  <a:pt x="600" y="52"/>
                </a:lnTo>
                <a:lnTo>
                  <a:pt x="601" y="55"/>
                </a:lnTo>
                <a:lnTo>
                  <a:pt x="602" y="55"/>
                </a:lnTo>
                <a:lnTo>
                  <a:pt x="603" y="56"/>
                </a:lnTo>
                <a:lnTo>
                  <a:pt x="603" y="57"/>
                </a:lnTo>
                <a:lnTo>
                  <a:pt x="603" y="58"/>
                </a:lnTo>
                <a:lnTo>
                  <a:pt x="605" y="58"/>
                </a:lnTo>
                <a:lnTo>
                  <a:pt x="606" y="58"/>
                </a:lnTo>
                <a:lnTo>
                  <a:pt x="608" y="59"/>
                </a:lnTo>
                <a:lnTo>
                  <a:pt x="609" y="61"/>
                </a:lnTo>
                <a:lnTo>
                  <a:pt x="609" y="64"/>
                </a:lnTo>
                <a:lnTo>
                  <a:pt x="607" y="66"/>
                </a:lnTo>
                <a:lnTo>
                  <a:pt x="606" y="67"/>
                </a:lnTo>
                <a:lnTo>
                  <a:pt x="605" y="67"/>
                </a:lnTo>
                <a:lnTo>
                  <a:pt x="604" y="67"/>
                </a:lnTo>
                <a:lnTo>
                  <a:pt x="604" y="68"/>
                </a:lnTo>
                <a:lnTo>
                  <a:pt x="603" y="68"/>
                </a:lnTo>
                <a:lnTo>
                  <a:pt x="603" y="70"/>
                </a:lnTo>
                <a:lnTo>
                  <a:pt x="602" y="70"/>
                </a:lnTo>
                <a:lnTo>
                  <a:pt x="601" y="71"/>
                </a:lnTo>
                <a:lnTo>
                  <a:pt x="601" y="70"/>
                </a:lnTo>
                <a:lnTo>
                  <a:pt x="600" y="70"/>
                </a:lnTo>
                <a:lnTo>
                  <a:pt x="600" y="71"/>
                </a:lnTo>
                <a:lnTo>
                  <a:pt x="599" y="71"/>
                </a:lnTo>
                <a:lnTo>
                  <a:pt x="599" y="72"/>
                </a:lnTo>
                <a:lnTo>
                  <a:pt x="598" y="72"/>
                </a:lnTo>
                <a:lnTo>
                  <a:pt x="597" y="73"/>
                </a:lnTo>
                <a:lnTo>
                  <a:pt x="597" y="74"/>
                </a:lnTo>
                <a:lnTo>
                  <a:pt x="598" y="75"/>
                </a:lnTo>
                <a:lnTo>
                  <a:pt x="599" y="76"/>
                </a:lnTo>
                <a:lnTo>
                  <a:pt x="602" y="77"/>
                </a:lnTo>
                <a:lnTo>
                  <a:pt x="603" y="78"/>
                </a:lnTo>
                <a:lnTo>
                  <a:pt x="604" y="79"/>
                </a:lnTo>
                <a:lnTo>
                  <a:pt x="605" y="79"/>
                </a:lnTo>
                <a:lnTo>
                  <a:pt x="606" y="79"/>
                </a:lnTo>
                <a:lnTo>
                  <a:pt x="607" y="80"/>
                </a:lnTo>
                <a:lnTo>
                  <a:pt x="608" y="81"/>
                </a:lnTo>
                <a:lnTo>
                  <a:pt x="608" y="82"/>
                </a:lnTo>
                <a:lnTo>
                  <a:pt x="609" y="83"/>
                </a:lnTo>
                <a:lnTo>
                  <a:pt x="610" y="83"/>
                </a:lnTo>
                <a:lnTo>
                  <a:pt x="611" y="82"/>
                </a:lnTo>
                <a:lnTo>
                  <a:pt x="612" y="83"/>
                </a:lnTo>
                <a:lnTo>
                  <a:pt x="613" y="83"/>
                </a:lnTo>
                <a:lnTo>
                  <a:pt x="614" y="83"/>
                </a:lnTo>
                <a:lnTo>
                  <a:pt x="617" y="84"/>
                </a:lnTo>
                <a:lnTo>
                  <a:pt x="618" y="85"/>
                </a:lnTo>
                <a:lnTo>
                  <a:pt x="620" y="86"/>
                </a:lnTo>
                <a:lnTo>
                  <a:pt x="621" y="87"/>
                </a:lnTo>
                <a:lnTo>
                  <a:pt x="620" y="89"/>
                </a:lnTo>
                <a:lnTo>
                  <a:pt x="619" y="91"/>
                </a:lnTo>
                <a:lnTo>
                  <a:pt x="618" y="94"/>
                </a:lnTo>
                <a:lnTo>
                  <a:pt x="619" y="95"/>
                </a:lnTo>
                <a:lnTo>
                  <a:pt x="619" y="96"/>
                </a:lnTo>
                <a:lnTo>
                  <a:pt x="619" y="97"/>
                </a:lnTo>
                <a:lnTo>
                  <a:pt x="619" y="98"/>
                </a:lnTo>
                <a:lnTo>
                  <a:pt x="618" y="98"/>
                </a:lnTo>
                <a:lnTo>
                  <a:pt x="618" y="99"/>
                </a:lnTo>
                <a:lnTo>
                  <a:pt x="619" y="99"/>
                </a:lnTo>
                <a:lnTo>
                  <a:pt x="620" y="100"/>
                </a:lnTo>
                <a:lnTo>
                  <a:pt x="622" y="101"/>
                </a:lnTo>
                <a:lnTo>
                  <a:pt x="624" y="101"/>
                </a:lnTo>
                <a:lnTo>
                  <a:pt x="625" y="100"/>
                </a:lnTo>
                <a:lnTo>
                  <a:pt x="626" y="101"/>
                </a:lnTo>
                <a:lnTo>
                  <a:pt x="627" y="102"/>
                </a:lnTo>
                <a:lnTo>
                  <a:pt x="628" y="102"/>
                </a:lnTo>
                <a:lnTo>
                  <a:pt x="629" y="102"/>
                </a:lnTo>
                <a:lnTo>
                  <a:pt x="630" y="103"/>
                </a:lnTo>
                <a:lnTo>
                  <a:pt x="630" y="104"/>
                </a:lnTo>
                <a:lnTo>
                  <a:pt x="629" y="104"/>
                </a:lnTo>
                <a:lnTo>
                  <a:pt x="629" y="106"/>
                </a:lnTo>
                <a:lnTo>
                  <a:pt x="629" y="107"/>
                </a:lnTo>
                <a:lnTo>
                  <a:pt x="630" y="107"/>
                </a:lnTo>
                <a:lnTo>
                  <a:pt x="630" y="108"/>
                </a:lnTo>
                <a:lnTo>
                  <a:pt x="629" y="108"/>
                </a:lnTo>
                <a:lnTo>
                  <a:pt x="628" y="107"/>
                </a:lnTo>
                <a:lnTo>
                  <a:pt x="627" y="107"/>
                </a:lnTo>
                <a:lnTo>
                  <a:pt x="626" y="107"/>
                </a:lnTo>
                <a:lnTo>
                  <a:pt x="627" y="107"/>
                </a:lnTo>
                <a:lnTo>
                  <a:pt x="628" y="109"/>
                </a:lnTo>
                <a:lnTo>
                  <a:pt x="628" y="110"/>
                </a:lnTo>
                <a:lnTo>
                  <a:pt x="628" y="111"/>
                </a:lnTo>
                <a:lnTo>
                  <a:pt x="627" y="111"/>
                </a:lnTo>
                <a:lnTo>
                  <a:pt x="625" y="112"/>
                </a:lnTo>
                <a:lnTo>
                  <a:pt x="624" y="112"/>
                </a:lnTo>
                <a:lnTo>
                  <a:pt x="624" y="113"/>
                </a:lnTo>
                <a:lnTo>
                  <a:pt x="628" y="114"/>
                </a:lnTo>
                <a:lnTo>
                  <a:pt x="630" y="114"/>
                </a:lnTo>
                <a:lnTo>
                  <a:pt x="631" y="114"/>
                </a:lnTo>
                <a:lnTo>
                  <a:pt x="636" y="113"/>
                </a:lnTo>
                <a:lnTo>
                  <a:pt x="638" y="110"/>
                </a:lnTo>
                <a:lnTo>
                  <a:pt x="639" y="110"/>
                </a:lnTo>
                <a:lnTo>
                  <a:pt x="639" y="109"/>
                </a:lnTo>
                <a:lnTo>
                  <a:pt x="640" y="107"/>
                </a:lnTo>
                <a:lnTo>
                  <a:pt x="640" y="106"/>
                </a:lnTo>
                <a:lnTo>
                  <a:pt x="639" y="106"/>
                </a:lnTo>
                <a:lnTo>
                  <a:pt x="638" y="106"/>
                </a:lnTo>
                <a:lnTo>
                  <a:pt x="638" y="105"/>
                </a:lnTo>
                <a:lnTo>
                  <a:pt x="638" y="104"/>
                </a:lnTo>
                <a:lnTo>
                  <a:pt x="638" y="102"/>
                </a:lnTo>
                <a:lnTo>
                  <a:pt x="639" y="102"/>
                </a:lnTo>
                <a:lnTo>
                  <a:pt x="640" y="100"/>
                </a:lnTo>
                <a:lnTo>
                  <a:pt x="641" y="100"/>
                </a:lnTo>
                <a:lnTo>
                  <a:pt x="642" y="100"/>
                </a:lnTo>
                <a:lnTo>
                  <a:pt x="643" y="100"/>
                </a:lnTo>
                <a:lnTo>
                  <a:pt x="644" y="100"/>
                </a:lnTo>
                <a:lnTo>
                  <a:pt x="645" y="100"/>
                </a:lnTo>
                <a:lnTo>
                  <a:pt x="646" y="100"/>
                </a:lnTo>
                <a:lnTo>
                  <a:pt x="646" y="101"/>
                </a:lnTo>
                <a:lnTo>
                  <a:pt x="646" y="102"/>
                </a:lnTo>
                <a:lnTo>
                  <a:pt x="648" y="104"/>
                </a:lnTo>
                <a:lnTo>
                  <a:pt x="649" y="105"/>
                </a:lnTo>
                <a:lnTo>
                  <a:pt x="650" y="105"/>
                </a:lnTo>
                <a:lnTo>
                  <a:pt x="650" y="106"/>
                </a:lnTo>
                <a:lnTo>
                  <a:pt x="651" y="107"/>
                </a:lnTo>
                <a:lnTo>
                  <a:pt x="650" y="107"/>
                </a:lnTo>
                <a:lnTo>
                  <a:pt x="650" y="109"/>
                </a:lnTo>
                <a:lnTo>
                  <a:pt x="649" y="110"/>
                </a:lnTo>
                <a:lnTo>
                  <a:pt x="649" y="112"/>
                </a:lnTo>
                <a:lnTo>
                  <a:pt x="648" y="112"/>
                </a:lnTo>
                <a:lnTo>
                  <a:pt x="647" y="113"/>
                </a:lnTo>
                <a:lnTo>
                  <a:pt x="646" y="113"/>
                </a:lnTo>
                <a:lnTo>
                  <a:pt x="646" y="114"/>
                </a:lnTo>
                <a:lnTo>
                  <a:pt x="644" y="114"/>
                </a:lnTo>
                <a:lnTo>
                  <a:pt x="642" y="115"/>
                </a:lnTo>
                <a:lnTo>
                  <a:pt x="643" y="117"/>
                </a:lnTo>
                <a:lnTo>
                  <a:pt x="644" y="117"/>
                </a:lnTo>
                <a:lnTo>
                  <a:pt x="645" y="116"/>
                </a:lnTo>
                <a:lnTo>
                  <a:pt x="647" y="116"/>
                </a:lnTo>
                <a:lnTo>
                  <a:pt x="651" y="116"/>
                </a:lnTo>
                <a:lnTo>
                  <a:pt x="652" y="116"/>
                </a:lnTo>
                <a:lnTo>
                  <a:pt x="652" y="117"/>
                </a:lnTo>
                <a:lnTo>
                  <a:pt x="652" y="118"/>
                </a:lnTo>
                <a:lnTo>
                  <a:pt x="653" y="119"/>
                </a:lnTo>
                <a:lnTo>
                  <a:pt x="654" y="119"/>
                </a:lnTo>
                <a:lnTo>
                  <a:pt x="655" y="119"/>
                </a:lnTo>
                <a:lnTo>
                  <a:pt x="655" y="121"/>
                </a:lnTo>
                <a:lnTo>
                  <a:pt x="654" y="121"/>
                </a:lnTo>
                <a:lnTo>
                  <a:pt x="654" y="122"/>
                </a:lnTo>
                <a:lnTo>
                  <a:pt x="654" y="123"/>
                </a:lnTo>
                <a:lnTo>
                  <a:pt x="654" y="124"/>
                </a:lnTo>
                <a:lnTo>
                  <a:pt x="654" y="125"/>
                </a:lnTo>
                <a:lnTo>
                  <a:pt x="655" y="125"/>
                </a:lnTo>
                <a:lnTo>
                  <a:pt x="655" y="126"/>
                </a:lnTo>
                <a:lnTo>
                  <a:pt x="654" y="127"/>
                </a:lnTo>
                <a:lnTo>
                  <a:pt x="655" y="128"/>
                </a:lnTo>
                <a:lnTo>
                  <a:pt x="654" y="130"/>
                </a:lnTo>
                <a:lnTo>
                  <a:pt x="652" y="131"/>
                </a:lnTo>
                <a:lnTo>
                  <a:pt x="651" y="132"/>
                </a:lnTo>
                <a:lnTo>
                  <a:pt x="650" y="132"/>
                </a:lnTo>
                <a:lnTo>
                  <a:pt x="650" y="134"/>
                </a:lnTo>
                <a:lnTo>
                  <a:pt x="650" y="135"/>
                </a:lnTo>
                <a:lnTo>
                  <a:pt x="652" y="135"/>
                </a:lnTo>
                <a:lnTo>
                  <a:pt x="653" y="136"/>
                </a:lnTo>
                <a:lnTo>
                  <a:pt x="655" y="138"/>
                </a:lnTo>
                <a:lnTo>
                  <a:pt x="656" y="139"/>
                </a:lnTo>
                <a:lnTo>
                  <a:pt x="658" y="140"/>
                </a:lnTo>
                <a:lnTo>
                  <a:pt x="659" y="141"/>
                </a:lnTo>
                <a:lnTo>
                  <a:pt x="660" y="141"/>
                </a:lnTo>
                <a:lnTo>
                  <a:pt x="660" y="142"/>
                </a:lnTo>
                <a:lnTo>
                  <a:pt x="661" y="142"/>
                </a:lnTo>
                <a:lnTo>
                  <a:pt x="662" y="143"/>
                </a:lnTo>
                <a:lnTo>
                  <a:pt x="662" y="144"/>
                </a:lnTo>
                <a:lnTo>
                  <a:pt x="661" y="145"/>
                </a:lnTo>
                <a:lnTo>
                  <a:pt x="662" y="146"/>
                </a:lnTo>
                <a:lnTo>
                  <a:pt x="663" y="146"/>
                </a:lnTo>
                <a:lnTo>
                  <a:pt x="663" y="147"/>
                </a:lnTo>
                <a:lnTo>
                  <a:pt x="663" y="148"/>
                </a:lnTo>
                <a:lnTo>
                  <a:pt x="663" y="149"/>
                </a:lnTo>
                <a:lnTo>
                  <a:pt x="663" y="148"/>
                </a:lnTo>
                <a:lnTo>
                  <a:pt x="663" y="149"/>
                </a:lnTo>
                <a:lnTo>
                  <a:pt x="662" y="149"/>
                </a:lnTo>
                <a:lnTo>
                  <a:pt x="661" y="150"/>
                </a:lnTo>
                <a:lnTo>
                  <a:pt x="661" y="152"/>
                </a:lnTo>
                <a:lnTo>
                  <a:pt x="661" y="153"/>
                </a:lnTo>
                <a:lnTo>
                  <a:pt x="660" y="155"/>
                </a:lnTo>
                <a:lnTo>
                  <a:pt x="660" y="157"/>
                </a:lnTo>
                <a:lnTo>
                  <a:pt x="660" y="158"/>
                </a:lnTo>
                <a:lnTo>
                  <a:pt x="660" y="159"/>
                </a:lnTo>
                <a:lnTo>
                  <a:pt x="660" y="161"/>
                </a:lnTo>
                <a:lnTo>
                  <a:pt x="660" y="163"/>
                </a:lnTo>
                <a:lnTo>
                  <a:pt x="659" y="164"/>
                </a:lnTo>
                <a:lnTo>
                  <a:pt x="658" y="164"/>
                </a:lnTo>
                <a:lnTo>
                  <a:pt x="657" y="165"/>
                </a:lnTo>
                <a:lnTo>
                  <a:pt x="656" y="166"/>
                </a:lnTo>
                <a:lnTo>
                  <a:pt x="656" y="167"/>
                </a:lnTo>
                <a:lnTo>
                  <a:pt x="655" y="167"/>
                </a:lnTo>
                <a:lnTo>
                  <a:pt x="653" y="167"/>
                </a:lnTo>
                <a:lnTo>
                  <a:pt x="651" y="165"/>
                </a:lnTo>
                <a:lnTo>
                  <a:pt x="650" y="164"/>
                </a:lnTo>
                <a:lnTo>
                  <a:pt x="650" y="163"/>
                </a:lnTo>
                <a:lnTo>
                  <a:pt x="650" y="162"/>
                </a:lnTo>
                <a:lnTo>
                  <a:pt x="650" y="161"/>
                </a:lnTo>
                <a:lnTo>
                  <a:pt x="650" y="160"/>
                </a:lnTo>
                <a:lnTo>
                  <a:pt x="648" y="157"/>
                </a:lnTo>
                <a:lnTo>
                  <a:pt x="647" y="157"/>
                </a:lnTo>
                <a:lnTo>
                  <a:pt x="646" y="157"/>
                </a:lnTo>
                <a:lnTo>
                  <a:pt x="645" y="157"/>
                </a:lnTo>
                <a:lnTo>
                  <a:pt x="645" y="158"/>
                </a:lnTo>
                <a:lnTo>
                  <a:pt x="643" y="159"/>
                </a:lnTo>
                <a:lnTo>
                  <a:pt x="643" y="158"/>
                </a:lnTo>
                <a:lnTo>
                  <a:pt x="641" y="158"/>
                </a:lnTo>
                <a:lnTo>
                  <a:pt x="640" y="157"/>
                </a:lnTo>
                <a:lnTo>
                  <a:pt x="639" y="158"/>
                </a:lnTo>
                <a:lnTo>
                  <a:pt x="638" y="159"/>
                </a:lnTo>
                <a:lnTo>
                  <a:pt x="637" y="161"/>
                </a:lnTo>
                <a:lnTo>
                  <a:pt x="636" y="161"/>
                </a:lnTo>
                <a:lnTo>
                  <a:pt x="635" y="162"/>
                </a:lnTo>
                <a:lnTo>
                  <a:pt x="636" y="163"/>
                </a:lnTo>
                <a:lnTo>
                  <a:pt x="636" y="164"/>
                </a:lnTo>
                <a:lnTo>
                  <a:pt x="636" y="165"/>
                </a:lnTo>
                <a:lnTo>
                  <a:pt x="635" y="165"/>
                </a:lnTo>
                <a:lnTo>
                  <a:pt x="635" y="166"/>
                </a:lnTo>
                <a:lnTo>
                  <a:pt x="635" y="168"/>
                </a:lnTo>
                <a:lnTo>
                  <a:pt x="635" y="169"/>
                </a:lnTo>
                <a:lnTo>
                  <a:pt x="636" y="169"/>
                </a:lnTo>
                <a:lnTo>
                  <a:pt x="636" y="170"/>
                </a:lnTo>
                <a:lnTo>
                  <a:pt x="636" y="173"/>
                </a:lnTo>
                <a:lnTo>
                  <a:pt x="635" y="173"/>
                </a:lnTo>
                <a:lnTo>
                  <a:pt x="635" y="174"/>
                </a:lnTo>
                <a:lnTo>
                  <a:pt x="635" y="176"/>
                </a:lnTo>
                <a:lnTo>
                  <a:pt x="636" y="176"/>
                </a:lnTo>
                <a:lnTo>
                  <a:pt x="637" y="177"/>
                </a:lnTo>
                <a:lnTo>
                  <a:pt x="638" y="177"/>
                </a:lnTo>
                <a:lnTo>
                  <a:pt x="639" y="177"/>
                </a:lnTo>
                <a:lnTo>
                  <a:pt x="639" y="178"/>
                </a:lnTo>
                <a:lnTo>
                  <a:pt x="639" y="180"/>
                </a:lnTo>
                <a:lnTo>
                  <a:pt x="640" y="181"/>
                </a:lnTo>
                <a:lnTo>
                  <a:pt x="640" y="182"/>
                </a:lnTo>
                <a:lnTo>
                  <a:pt x="641" y="182"/>
                </a:lnTo>
                <a:lnTo>
                  <a:pt x="641" y="183"/>
                </a:lnTo>
                <a:lnTo>
                  <a:pt x="641" y="184"/>
                </a:lnTo>
                <a:lnTo>
                  <a:pt x="641" y="185"/>
                </a:lnTo>
                <a:lnTo>
                  <a:pt x="641" y="186"/>
                </a:lnTo>
                <a:lnTo>
                  <a:pt x="642" y="186"/>
                </a:lnTo>
                <a:lnTo>
                  <a:pt x="643" y="187"/>
                </a:lnTo>
                <a:lnTo>
                  <a:pt x="644" y="187"/>
                </a:lnTo>
                <a:lnTo>
                  <a:pt x="645" y="189"/>
                </a:lnTo>
                <a:lnTo>
                  <a:pt x="646" y="189"/>
                </a:lnTo>
                <a:lnTo>
                  <a:pt x="647" y="189"/>
                </a:lnTo>
                <a:lnTo>
                  <a:pt x="647" y="190"/>
                </a:lnTo>
                <a:lnTo>
                  <a:pt x="647" y="191"/>
                </a:lnTo>
                <a:lnTo>
                  <a:pt x="648" y="192"/>
                </a:lnTo>
                <a:lnTo>
                  <a:pt x="649" y="192"/>
                </a:lnTo>
                <a:lnTo>
                  <a:pt x="650" y="192"/>
                </a:lnTo>
                <a:lnTo>
                  <a:pt x="651" y="193"/>
                </a:lnTo>
                <a:lnTo>
                  <a:pt x="650" y="194"/>
                </a:lnTo>
                <a:lnTo>
                  <a:pt x="650" y="195"/>
                </a:lnTo>
                <a:lnTo>
                  <a:pt x="650" y="196"/>
                </a:lnTo>
                <a:lnTo>
                  <a:pt x="651" y="199"/>
                </a:lnTo>
                <a:lnTo>
                  <a:pt x="651" y="200"/>
                </a:lnTo>
                <a:lnTo>
                  <a:pt x="653" y="202"/>
                </a:lnTo>
                <a:lnTo>
                  <a:pt x="654" y="204"/>
                </a:lnTo>
                <a:lnTo>
                  <a:pt x="654" y="205"/>
                </a:lnTo>
                <a:lnTo>
                  <a:pt x="655" y="205"/>
                </a:lnTo>
                <a:lnTo>
                  <a:pt x="657" y="205"/>
                </a:lnTo>
                <a:lnTo>
                  <a:pt x="658" y="205"/>
                </a:lnTo>
                <a:lnTo>
                  <a:pt x="659" y="206"/>
                </a:lnTo>
                <a:lnTo>
                  <a:pt x="662" y="206"/>
                </a:lnTo>
                <a:lnTo>
                  <a:pt x="662" y="207"/>
                </a:lnTo>
                <a:lnTo>
                  <a:pt x="662" y="208"/>
                </a:lnTo>
                <a:lnTo>
                  <a:pt x="663" y="208"/>
                </a:lnTo>
                <a:lnTo>
                  <a:pt x="664" y="208"/>
                </a:lnTo>
                <a:lnTo>
                  <a:pt x="665" y="206"/>
                </a:lnTo>
                <a:lnTo>
                  <a:pt x="666" y="206"/>
                </a:lnTo>
                <a:lnTo>
                  <a:pt x="667" y="206"/>
                </a:lnTo>
                <a:lnTo>
                  <a:pt x="668" y="207"/>
                </a:lnTo>
                <a:lnTo>
                  <a:pt x="667" y="207"/>
                </a:lnTo>
                <a:lnTo>
                  <a:pt x="667" y="208"/>
                </a:lnTo>
                <a:lnTo>
                  <a:pt x="666" y="208"/>
                </a:lnTo>
                <a:lnTo>
                  <a:pt x="666" y="210"/>
                </a:lnTo>
                <a:lnTo>
                  <a:pt x="666" y="211"/>
                </a:lnTo>
                <a:lnTo>
                  <a:pt x="667" y="212"/>
                </a:lnTo>
                <a:lnTo>
                  <a:pt x="667" y="213"/>
                </a:lnTo>
                <a:lnTo>
                  <a:pt x="668" y="214"/>
                </a:lnTo>
                <a:lnTo>
                  <a:pt x="668" y="215"/>
                </a:lnTo>
                <a:lnTo>
                  <a:pt x="669" y="215"/>
                </a:lnTo>
                <a:lnTo>
                  <a:pt x="670" y="216"/>
                </a:lnTo>
                <a:lnTo>
                  <a:pt x="669" y="217"/>
                </a:lnTo>
                <a:lnTo>
                  <a:pt x="669" y="218"/>
                </a:lnTo>
                <a:lnTo>
                  <a:pt x="669" y="219"/>
                </a:lnTo>
                <a:lnTo>
                  <a:pt x="668" y="219"/>
                </a:lnTo>
                <a:lnTo>
                  <a:pt x="667" y="220"/>
                </a:lnTo>
                <a:lnTo>
                  <a:pt x="667" y="221"/>
                </a:lnTo>
                <a:lnTo>
                  <a:pt x="667" y="222"/>
                </a:lnTo>
                <a:lnTo>
                  <a:pt x="668" y="222"/>
                </a:lnTo>
                <a:lnTo>
                  <a:pt x="668" y="223"/>
                </a:lnTo>
                <a:lnTo>
                  <a:pt x="667" y="223"/>
                </a:lnTo>
                <a:lnTo>
                  <a:pt x="666" y="223"/>
                </a:lnTo>
                <a:lnTo>
                  <a:pt x="664" y="224"/>
                </a:lnTo>
                <a:lnTo>
                  <a:pt x="663" y="225"/>
                </a:lnTo>
                <a:lnTo>
                  <a:pt x="663" y="227"/>
                </a:lnTo>
                <a:lnTo>
                  <a:pt x="663" y="228"/>
                </a:lnTo>
                <a:lnTo>
                  <a:pt x="664" y="228"/>
                </a:lnTo>
                <a:lnTo>
                  <a:pt x="665" y="228"/>
                </a:lnTo>
                <a:lnTo>
                  <a:pt x="666" y="228"/>
                </a:lnTo>
                <a:lnTo>
                  <a:pt x="667" y="228"/>
                </a:lnTo>
                <a:lnTo>
                  <a:pt x="668" y="228"/>
                </a:lnTo>
                <a:lnTo>
                  <a:pt x="669" y="229"/>
                </a:lnTo>
                <a:lnTo>
                  <a:pt x="671" y="229"/>
                </a:lnTo>
                <a:lnTo>
                  <a:pt x="672" y="230"/>
                </a:lnTo>
                <a:lnTo>
                  <a:pt x="673" y="229"/>
                </a:lnTo>
                <a:lnTo>
                  <a:pt x="673" y="230"/>
                </a:lnTo>
                <a:lnTo>
                  <a:pt x="674" y="230"/>
                </a:lnTo>
                <a:lnTo>
                  <a:pt x="674" y="231"/>
                </a:lnTo>
                <a:lnTo>
                  <a:pt x="675" y="232"/>
                </a:lnTo>
                <a:lnTo>
                  <a:pt x="676" y="234"/>
                </a:lnTo>
                <a:lnTo>
                  <a:pt x="677" y="235"/>
                </a:lnTo>
                <a:lnTo>
                  <a:pt x="677" y="238"/>
                </a:lnTo>
                <a:lnTo>
                  <a:pt x="677" y="240"/>
                </a:lnTo>
                <a:lnTo>
                  <a:pt x="677" y="241"/>
                </a:lnTo>
                <a:lnTo>
                  <a:pt x="678" y="241"/>
                </a:lnTo>
                <a:lnTo>
                  <a:pt x="679" y="241"/>
                </a:lnTo>
                <a:lnTo>
                  <a:pt x="679" y="242"/>
                </a:lnTo>
                <a:lnTo>
                  <a:pt x="680" y="242"/>
                </a:lnTo>
                <a:lnTo>
                  <a:pt x="679" y="242"/>
                </a:lnTo>
                <a:lnTo>
                  <a:pt x="678" y="244"/>
                </a:lnTo>
                <a:lnTo>
                  <a:pt x="677" y="245"/>
                </a:lnTo>
                <a:lnTo>
                  <a:pt x="678" y="246"/>
                </a:lnTo>
                <a:lnTo>
                  <a:pt x="679" y="247"/>
                </a:lnTo>
                <a:lnTo>
                  <a:pt x="679" y="248"/>
                </a:lnTo>
                <a:lnTo>
                  <a:pt x="680" y="251"/>
                </a:lnTo>
                <a:lnTo>
                  <a:pt x="680" y="252"/>
                </a:lnTo>
                <a:lnTo>
                  <a:pt x="680" y="253"/>
                </a:lnTo>
                <a:lnTo>
                  <a:pt x="679" y="253"/>
                </a:lnTo>
                <a:lnTo>
                  <a:pt x="680" y="254"/>
                </a:lnTo>
                <a:lnTo>
                  <a:pt x="682" y="256"/>
                </a:lnTo>
                <a:lnTo>
                  <a:pt x="683" y="257"/>
                </a:lnTo>
                <a:lnTo>
                  <a:pt x="687" y="257"/>
                </a:lnTo>
                <a:lnTo>
                  <a:pt x="687" y="256"/>
                </a:lnTo>
                <a:lnTo>
                  <a:pt x="687" y="255"/>
                </a:lnTo>
                <a:lnTo>
                  <a:pt x="688" y="254"/>
                </a:lnTo>
                <a:lnTo>
                  <a:pt x="688" y="255"/>
                </a:lnTo>
                <a:lnTo>
                  <a:pt x="689" y="255"/>
                </a:lnTo>
                <a:lnTo>
                  <a:pt x="689" y="253"/>
                </a:lnTo>
                <a:lnTo>
                  <a:pt x="688" y="252"/>
                </a:lnTo>
                <a:lnTo>
                  <a:pt x="688" y="251"/>
                </a:lnTo>
                <a:lnTo>
                  <a:pt x="690" y="251"/>
                </a:lnTo>
                <a:lnTo>
                  <a:pt x="691" y="251"/>
                </a:lnTo>
                <a:lnTo>
                  <a:pt x="691" y="250"/>
                </a:lnTo>
                <a:lnTo>
                  <a:pt x="692" y="250"/>
                </a:lnTo>
                <a:lnTo>
                  <a:pt x="693" y="250"/>
                </a:lnTo>
                <a:lnTo>
                  <a:pt x="694" y="249"/>
                </a:lnTo>
                <a:lnTo>
                  <a:pt x="695" y="248"/>
                </a:lnTo>
                <a:lnTo>
                  <a:pt x="696" y="248"/>
                </a:lnTo>
                <a:lnTo>
                  <a:pt x="698" y="248"/>
                </a:lnTo>
                <a:lnTo>
                  <a:pt x="699" y="248"/>
                </a:lnTo>
                <a:lnTo>
                  <a:pt x="703" y="247"/>
                </a:lnTo>
                <a:lnTo>
                  <a:pt x="704" y="246"/>
                </a:lnTo>
                <a:lnTo>
                  <a:pt x="704" y="244"/>
                </a:lnTo>
                <a:lnTo>
                  <a:pt x="705" y="244"/>
                </a:lnTo>
                <a:lnTo>
                  <a:pt x="706" y="244"/>
                </a:lnTo>
                <a:lnTo>
                  <a:pt x="706" y="245"/>
                </a:lnTo>
                <a:lnTo>
                  <a:pt x="707" y="246"/>
                </a:lnTo>
                <a:lnTo>
                  <a:pt x="708" y="245"/>
                </a:lnTo>
                <a:lnTo>
                  <a:pt x="709" y="244"/>
                </a:lnTo>
                <a:lnTo>
                  <a:pt x="710" y="244"/>
                </a:lnTo>
                <a:lnTo>
                  <a:pt x="710" y="245"/>
                </a:lnTo>
                <a:lnTo>
                  <a:pt x="712" y="244"/>
                </a:lnTo>
                <a:lnTo>
                  <a:pt x="714" y="244"/>
                </a:lnTo>
                <a:lnTo>
                  <a:pt x="715" y="245"/>
                </a:lnTo>
                <a:lnTo>
                  <a:pt x="716" y="245"/>
                </a:lnTo>
                <a:lnTo>
                  <a:pt x="717" y="245"/>
                </a:lnTo>
                <a:lnTo>
                  <a:pt x="717" y="244"/>
                </a:lnTo>
                <a:lnTo>
                  <a:pt x="718" y="244"/>
                </a:lnTo>
                <a:lnTo>
                  <a:pt x="719" y="245"/>
                </a:lnTo>
                <a:lnTo>
                  <a:pt x="721" y="244"/>
                </a:lnTo>
                <a:lnTo>
                  <a:pt x="723" y="244"/>
                </a:lnTo>
                <a:lnTo>
                  <a:pt x="724" y="244"/>
                </a:lnTo>
                <a:lnTo>
                  <a:pt x="725" y="243"/>
                </a:lnTo>
                <a:lnTo>
                  <a:pt x="725" y="242"/>
                </a:lnTo>
                <a:lnTo>
                  <a:pt x="726" y="242"/>
                </a:lnTo>
                <a:lnTo>
                  <a:pt x="727" y="243"/>
                </a:lnTo>
                <a:lnTo>
                  <a:pt x="729" y="245"/>
                </a:lnTo>
                <a:lnTo>
                  <a:pt x="730" y="245"/>
                </a:lnTo>
                <a:lnTo>
                  <a:pt x="731" y="246"/>
                </a:lnTo>
                <a:lnTo>
                  <a:pt x="731" y="245"/>
                </a:lnTo>
                <a:lnTo>
                  <a:pt x="732" y="245"/>
                </a:lnTo>
                <a:lnTo>
                  <a:pt x="733" y="246"/>
                </a:lnTo>
                <a:lnTo>
                  <a:pt x="734" y="247"/>
                </a:lnTo>
                <a:lnTo>
                  <a:pt x="737" y="247"/>
                </a:lnTo>
                <a:lnTo>
                  <a:pt x="738" y="247"/>
                </a:lnTo>
                <a:lnTo>
                  <a:pt x="739" y="247"/>
                </a:lnTo>
                <a:lnTo>
                  <a:pt x="740" y="246"/>
                </a:lnTo>
                <a:lnTo>
                  <a:pt x="740" y="245"/>
                </a:lnTo>
                <a:lnTo>
                  <a:pt x="741" y="243"/>
                </a:lnTo>
                <a:lnTo>
                  <a:pt x="741" y="242"/>
                </a:lnTo>
                <a:lnTo>
                  <a:pt x="741" y="241"/>
                </a:lnTo>
                <a:lnTo>
                  <a:pt x="742" y="239"/>
                </a:lnTo>
                <a:lnTo>
                  <a:pt x="743" y="239"/>
                </a:lnTo>
                <a:lnTo>
                  <a:pt x="744" y="238"/>
                </a:lnTo>
                <a:lnTo>
                  <a:pt x="745" y="238"/>
                </a:lnTo>
                <a:lnTo>
                  <a:pt x="746" y="238"/>
                </a:lnTo>
                <a:lnTo>
                  <a:pt x="748" y="237"/>
                </a:lnTo>
                <a:lnTo>
                  <a:pt x="748" y="236"/>
                </a:lnTo>
                <a:lnTo>
                  <a:pt x="749" y="236"/>
                </a:lnTo>
                <a:lnTo>
                  <a:pt x="750" y="235"/>
                </a:lnTo>
                <a:lnTo>
                  <a:pt x="751" y="235"/>
                </a:lnTo>
                <a:lnTo>
                  <a:pt x="751" y="233"/>
                </a:lnTo>
                <a:lnTo>
                  <a:pt x="752" y="233"/>
                </a:lnTo>
                <a:lnTo>
                  <a:pt x="752" y="236"/>
                </a:lnTo>
                <a:lnTo>
                  <a:pt x="751" y="237"/>
                </a:lnTo>
                <a:lnTo>
                  <a:pt x="751" y="238"/>
                </a:lnTo>
                <a:lnTo>
                  <a:pt x="753" y="241"/>
                </a:lnTo>
                <a:lnTo>
                  <a:pt x="754" y="241"/>
                </a:lnTo>
                <a:lnTo>
                  <a:pt x="754" y="242"/>
                </a:lnTo>
                <a:lnTo>
                  <a:pt x="756" y="244"/>
                </a:lnTo>
                <a:lnTo>
                  <a:pt x="756" y="246"/>
                </a:lnTo>
                <a:lnTo>
                  <a:pt x="757" y="248"/>
                </a:lnTo>
                <a:lnTo>
                  <a:pt x="758" y="248"/>
                </a:lnTo>
                <a:lnTo>
                  <a:pt x="759" y="247"/>
                </a:lnTo>
                <a:lnTo>
                  <a:pt x="761" y="248"/>
                </a:lnTo>
                <a:lnTo>
                  <a:pt x="762" y="248"/>
                </a:lnTo>
                <a:lnTo>
                  <a:pt x="762" y="249"/>
                </a:lnTo>
                <a:lnTo>
                  <a:pt x="763" y="248"/>
                </a:lnTo>
                <a:lnTo>
                  <a:pt x="763" y="247"/>
                </a:lnTo>
                <a:lnTo>
                  <a:pt x="764" y="247"/>
                </a:lnTo>
                <a:lnTo>
                  <a:pt x="765" y="247"/>
                </a:lnTo>
                <a:lnTo>
                  <a:pt x="766" y="247"/>
                </a:lnTo>
                <a:lnTo>
                  <a:pt x="767" y="247"/>
                </a:lnTo>
                <a:lnTo>
                  <a:pt x="768" y="247"/>
                </a:lnTo>
                <a:lnTo>
                  <a:pt x="768" y="246"/>
                </a:lnTo>
                <a:lnTo>
                  <a:pt x="769" y="245"/>
                </a:lnTo>
                <a:lnTo>
                  <a:pt x="769" y="244"/>
                </a:lnTo>
                <a:lnTo>
                  <a:pt x="770" y="245"/>
                </a:lnTo>
                <a:lnTo>
                  <a:pt x="771" y="245"/>
                </a:lnTo>
                <a:lnTo>
                  <a:pt x="772" y="246"/>
                </a:lnTo>
                <a:lnTo>
                  <a:pt x="773" y="245"/>
                </a:lnTo>
                <a:lnTo>
                  <a:pt x="775" y="245"/>
                </a:lnTo>
                <a:lnTo>
                  <a:pt x="776" y="245"/>
                </a:lnTo>
                <a:lnTo>
                  <a:pt x="778" y="245"/>
                </a:lnTo>
                <a:lnTo>
                  <a:pt x="780" y="245"/>
                </a:lnTo>
                <a:lnTo>
                  <a:pt x="782" y="246"/>
                </a:lnTo>
                <a:lnTo>
                  <a:pt x="783" y="246"/>
                </a:lnTo>
                <a:lnTo>
                  <a:pt x="784" y="247"/>
                </a:lnTo>
                <a:lnTo>
                  <a:pt x="786" y="246"/>
                </a:lnTo>
                <a:lnTo>
                  <a:pt x="787" y="246"/>
                </a:lnTo>
                <a:lnTo>
                  <a:pt x="788" y="245"/>
                </a:lnTo>
                <a:lnTo>
                  <a:pt x="789" y="245"/>
                </a:lnTo>
                <a:lnTo>
                  <a:pt x="789" y="246"/>
                </a:lnTo>
                <a:lnTo>
                  <a:pt x="790" y="246"/>
                </a:lnTo>
                <a:lnTo>
                  <a:pt x="792" y="245"/>
                </a:lnTo>
                <a:lnTo>
                  <a:pt x="793" y="245"/>
                </a:lnTo>
                <a:lnTo>
                  <a:pt x="795" y="244"/>
                </a:lnTo>
                <a:lnTo>
                  <a:pt x="796" y="244"/>
                </a:lnTo>
                <a:lnTo>
                  <a:pt x="798" y="244"/>
                </a:lnTo>
                <a:lnTo>
                  <a:pt x="799" y="244"/>
                </a:lnTo>
                <a:lnTo>
                  <a:pt x="800" y="243"/>
                </a:lnTo>
                <a:lnTo>
                  <a:pt x="801" y="243"/>
                </a:lnTo>
                <a:lnTo>
                  <a:pt x="804" y="244"/>
                </a:lnTo>
                <a:lnTo>
                  <a:pt x="805" y="244"/>
                </a:lnTo>
                <a:lnTo>
                  <a:pt x="805" y="245"/>
                </a:lnTo>
                <a:lnTo>
                  <a:pt x="807" y="244"/>
                </a:lnTo>
                <a:lnTo>
                  <a:pt x="809" y="243"/>
                </a:lnTo>
                <a:lnTo>
                  <a:pt x="809" y="242"/>
                </a:lnTo>
                <a:lnTo>
                  <a:pt x="809" y="241"/>
                </a:lnTo>
                <a:lnTo>
                  <a:pt x="809" y="240"/>
                </a:lnTo>
                <a:lnTo>
                  <a:pt x="811" y="239"/>
                </a:lnTo>
                <a:lnTo>
                  <a:pt x="812" y="239"/>
                </a:lnTo>
                <a:lnTo>
                  <a:pt x="813" y="239"/>
                </a:lnTo>
                <a:lnTo>
                  <a:pt x="814" y="244"/>
                </a:lnTo>
                <a:lnTo>
                  <a:pt x="815" y="244"/>
                </a:lnTo>
                <a:lnTo>
                  <a:pt x="815" y="245"/>
                </a:lnTo>
                <a:lnTo>
                  <a:pt x="815" y="246"/>
                </a:lnTo>
                <a:lnTo>
                  <a:pt x="814" y="248"/>
                </a:lnTo>
                <a:lnTo>
                  <a:pt x="813" y="250"/>
                </a:lnTo>
                <a:lnTo>
                  <a:pt x="813" y="251"/>
                </a:lnTo>
                <a:lnTo>
                  <a:pt x="812" y="251"/>
                </a:lnTo>
                <a:lnTo>
                  <a:pt x="811" y="251"/>
                </a:lnTo>
                <a:lnTo>
                  <a:pt x="810" y="253"/>
                </a:lnTo>
                <a:lnTo>
                  <a:pt x="810" y="254"/>
                </a:lnTo>
                <a:lnTo>
                  <a:pt x="810" y="256"/>
                </a:lnTo>
                <a:lnTo>
                  <a:pt x="811" y="256"/>
                </a:lnTo>
                <a:lnTo>
                  <a:pt x="811" y="257"/>
                </a:lnTo>
                <a:lnTo>
                  <a:pt x="810" y="257"/>
                </a:lnTo>
                <a:lnTo>
                  <a:pt x="809" y="258"/>
                </a:lnTo>
                <a:lnTo>
                  <a:pt x="808" y="259"/>
                </a:lnTo>
                <a:lnTo>
                  <a:pt x="807" y="258"/>
                </a:lnTo>
                <a:lnTo>
                  <a:pt x="806" y="258"/>
                </a:lnTo>
                <a:lnTo>
                  <a:pt x="805" y="259"/>
                </a:lnTo>
                <a:lnTo>
                  <a:pt x="805" y="260"/>
                </a:lnTo>
                <a:lnTo>
                  <a:pt x="806" y="261"/>
                </a:lnTo>
                <a:lnTo>
                  <a:pt x="806" y="262"/>
                </a:lnTo>
                <a:lnTo>
                  <a:pt x="807" y="262"/>
                </a:lnTo>
                <a:lnTo>
                  <a:pt x="808" y="262"/>
                </a:lnTo>
                <a:lnTo>
                  <a:pt x="809" y="262"/>
                </a:lnTo>
                <a:lnTo>
                  <a:pt x="810" y="264"/>
                </a:lnTo>
                <a:lnTo>
                  <a:pt x="809" y="265"/>
                </a:lnTo>
                <a:lnTo>
                  <a:pt x="808" y="265"/>
                </a:lnTo>
                <a:lnTo>
                  <a:pt x="808" y="266"/>
                </a:lnTo>
                <a:lnTo>
                  <a:pt x="805" y="269"/>
                </a:lnTo>
                <a:lnTo>
                  <a:pt x="804" y="271"/>
                </a:lnTo>
                <a:lnTo>
                  <a:pt x="803" y="273"/>
                </a:lnTo>
                <a:lnTo>
                  <a:pt x="803" y="274"/>
                </a:lnTo>
                <a:lnTo>
                  <a:pt x="803" y="275"/>
                </a:lnTo>
                <a:lnTo>
                  <a:pt x="802" y="276"/>
                </a:lnTo>
                <a:lnTo>
                  <a:pt x="801" y="276"/>
                </a:lnTo>
                <a:lnTo>
                  <a:pt x="801" y="277"/>
                </a:lnTo>
                <a:lnTo>
                  <a:pt x="800" y="277"/>
                </a:lnTo>
                <a:lnTo>
                  <a:pt x="797" y="278"/>
                </a:lnTo>
                <a:lnTo>
                  <a:pt x="796" y="278"/>
                </a:lnTo>
                <a:lnTo>
                  <a:pt x="795" y="278"/>
                </a:lnTo>
                <a:lnTo>
                  <a:pt x="794" y="278"/>
                </a:lnTo>
                <a:lnTo>
                  <a:pt x="794" y="279"/>
                </a:lnTo>
                <a:lnTo>
                  <a:pt x="794" y="280"/>
                </a:lnTo>
                <a:lnTo>
                  <a:pt x="795" y="281"/>
                </a:lnTo>
                <a:lnTo>
                  <a:pt x="795" y="284"/>
                </a:lnTo>
                <a:lnTo>
                  <a:pt x="795" y="286"/>
                </a:lnTo>
                <a:lnTo>
                  <a:pt x="795" y="288"/>
                </a:lnTo>
                <a:lnTo>
                  <a:pt x="795" y="290"/>
                </a:lnTo>
                <a:lnTo>
                  <a:pt x="794" y="291"/>
                </a:lnTo>
                <a:lnTo>
                  <a:pt x="794" y="292"/>
                </a:lnTo>
                <a:lnTo>
                  <a:pt x="793" y="292"/>
                </a:lnTo>
                <a:lnTo>
                  <a:pt x="792" y="291"/>
                </a:lnTo>
                <a:lnTo>
                  <a:pt x="791" y="291"/>
                </a:lnTo>
                <a:lnTo>
                  <a:pt x="790" y="291"/>
                </a:lnTo>
                <a:lnTo>
                  <a:pt x="790" y="292"/>
                </a:lnTo>
                <a:lnTo>
                  <a:pt x="790" y="291"/>
                </a:lnTo>
                <a:lnTo>
                  <a:pt x="790" y="292"/>
                </a:lnTo>
                <a:lnTo>
                  <a:pt x="790" y="293"/>
                </a:lnTo>
                <a:lnTo>
                  <a:pt x="789" y="294"/>
                </a:lnTo>
                <a:lnTo>
                  <a:pt x="789" y="295"/>
                </a:lnTo>
                <a:lnTo>
                  <a:pt x="788" y="295"/>
                </a:lnTo>
                <a:lnTo>
                  <a:pt x="786" y="294"/>
                </a:lnTo>
                <a:lnTo>
                  <a:pt x="785" y="294"/>
                </a:lnTo>
                <a:lnTo>
                  <a:pt x="784" y="294"/>
                </a:lnTo>
                <a:lnTo>
                  <a:pt x="782" y="293"/>
                </a:lnTo>
                <a:lnTo>
                  <a:pt x="781" y="292"/>
                </a:lnTo>
                <a:lnTo>
                  <a:pt x="778" y="292"/>
                </a:lnTo>
                <a:lnTo>
                  <a:pt x="778" y="293"/>
                </a:lnTo>
                <a:lnTo>
                  <a:pt x="778" y="294"/>
                </a:lnTo>
                <a:lnTo>
                  <a:pt x="777" y="294"/>
                </a:lnTo>
                <a:lnTo>
                  <a:pt x="777" y="295"/>
                </a:lnTo>
                <a:lnTo>
                  <a:pt x="776" y="295"/>
                </a:lnTo>
                <a:lnTo>
                  <a:pt x="776" y="296"/>
                </a:lnTo>
                <a:lnTo>
                  <a:pt x="775" y="298"/>
                </a:lnTo>
                <a:lnTo>
                  <a:pt x="775" y="299"/>
                </a:lnTo>
                <a:lnTo>
                  <a:pt x="775" y="302"/>
                </a:lnTo>
                <a:lnTo>
                  <a:pt x="776" y="303"/>
                </a:lnTo>
                <a:lnTo>
                  <a:pt x="776" y="304"/>
                </a:lnTo>
                <a:lnTo>
                  <a:pt x="778" y="305"/>
                </a:lnTo>
                <a:lnTo>
                  <a:pt x="779" y="305"/>
                </a:lnTo>
                <a:lnTo>
                  <a:pt x="781" y="305"/>
                </a:lnTo>
                <a:lnTo>
                  <a:pt x="782" y="305"/>
                </a:lnTo>
                <a:lnTo>
                  <a:pt x="782" y="306"/>
                </a:lnTo>
                <a:lnTo>
                  <a:pt x="783" y="306"/>
                </a:lnTo>
                <a:lnTo>
                  <a:pt x="784" y="306"/>
                </a:lnTo>
                <a:lnTo>
                  <a:pt x="785" y="306"/>
                </a:lnTo>
                <a:lnTo>
                  <a:pt x="789" y="306"/>
                </a:lnTo>
                <a:lnTo>
                  <a:pt x="789" y="307"/>
                </a:lnTo>
                <a:lnTo>
                  <a:pt x="789" y="308"/>
                </a:lnTo>
                <a:lnTo>
                  <a:pt x="789" y="310"/>
                </a:lnTo>
                <a:lnTo>
                  <a:pt x="788" y="311"/>
                </a:lnTo>
                <a:lnTo>
                  <a:pt x="787" y="313"/>
                </a:lnTo>
                <a:lnTo>
                  <a:pt x="787" y="314"/>
                </a:lnTo>
                <a:lnTo>
                  <a:pt x="786" y="315"/>
                </a:lnTo>
                <a:lnTo>
                  <a:pt x="785" y="315"/>
                </a:lnTo>
                <a:lnTo>
                  <a:pt x="783" y="316"/>
                </a:lnTo>
                <a:lnTo>
                  <a:pt x="783" y="317"/>
                </a:lnTo>
                <a:lnTo>
                  <a:pt x="779" y="318"/>
                </a:lnTo>
                <a:lnTo>
                  <a:pt x="778" y="318"/>
                </a:lnTo>
                <a:lnTo>
                  <a:pt x="776" y="317"/>
                </a:lnTo>
                <a:lnTo>
                  <a:pt x="774" y="316"/>
                </a:lnTo>
                <a:lnTo>
                  <a:pt x="772" y="318"/>
                </a:lnTo>
                <a:lnTo>
                  <a:pt x="772" y="319"/>
                </a:lnTo>
                <a:lnTo>
                  <a:pt x="772" y="320"/>
                </a:lnTo>
                <a:lnTo>
                  <a:pt x="772" y="321"/>
                </a:lnTo>
                <a:lnTo>
                  <a:pt x="772" y="323"/>
                </a:lnTo>
                <a:lnTo>
                  <a:pt x="772" y="325"/>
                </a:lnTo>
                <a:lnTo>
                  <a:pt x="771" y="326"/>
                </a:lnTo>
                <a:lnTo>
                  <a:pt x="771" y="328"/>
                </a:lnTo>
                <a:lnTo>
                  <a:pt x="772" y="330"/>
                </a:lnTo>
                <a:lnTo>
                  <a:pt x="772" y="333"/>
                </a:lnTo>
                <a:lnTo>
                  <a:pt x="772" y="336"/>
                </a:lnTo>
                <a:lnTo>
                  <a:pt x="772" y="337"/>
                </a:lnTo>
                <a:lnTo>
                  <a:pt x="772" y="338"/>
                </a:lnTo>
                <a:lnTo>
                  <a:pt x="771" y="339"/>
                </a:lnTo>
                <a:lnTo>
                  <a:pt x="771" y="341"/>
                </a:lnTo>
                <a:lnTo>
                  <a:pt x="770" y="342"/>
                </a:lnTo>
                <a:lnTo>
                  <a:pt x="769" y="343"/>
                </a:lnTo>
                <a:lnTo>
                  <a:pt x="769" y="344"/>
                </a:lnTo>
                <a:lnTo>
                  <a:pt x="768" y="347"/>
                </a:lnTo>
                <a:lnTo>
                  <a:pt x="768" y="348"/>
                </a:lnTo>
                <a:lnTo>
                  <a:pt x="768" y="349"/>
                </a:lnTo>
                <a:lnTo>
                  <a:pt x="768" y="350"/>
                </a:lnTo>
                <a:lnTo>
                  <a:pt x="769" y="352"/>
                </a:lnTo>
                <a:lnTo>
                  <a:pt x="770" y="352"/>
                </a:lnTo>
                <a:lnTo>
                  <a:pt x="771" y="352"/>
                </a:lnTo>
                <a:lnTo>
                  <a:pt x="771" y="353"/>
                </a:lnTo>
                <a:lnTo>
                  <a:pt x="772" y="353"/>
                </a:lnTo>
                <a:lnTo>
                  <a:pt x="773" y="354"/>
                </a:lnTo>
                <a:lnTo>
                  <a:pt x="774" y="355"/>
                </a:lnTo>
                <a:lnTo>
                  <a:pt x="776" y="356"/>
                </a:lnTo>
                <a:lnTo>
                  <a:pt x="777" y="355"/>
                </a:lnTo>
                <a:lnTo>
                  <a:pt x="778" y="355"/>
                </a:lnTo>
                <a:lnTo>
                  <a:pt x="778" y="356"/>
                </a:lnTo>
                <a:lnTo>
                  <a:pt x="778" y="357"/>
                </a:lnTo>
                <a:lnTo>
                  <a:pt x="778" y="359"/>
                </a:lnTo>
                <a:lnTo>
                  <a:pt x="777" y="359"/>
                </a:lnTo>
                <a:lnTo>
                  <a:pt x="777" y="360"/>
                </a:lnTo>
                <a:lnTo>
                  <a:pt x="777" y="361"/>
                </a:lnTo>
                <a:lnTo>
                  <a:pt x="779" y="360"/>
                </a:lnTo>
                <a:lnTo>
                  <a:pt x="780" y="360"/>
                </a:lnTo>
                <a:lnTo>
                  <a:pt x="783" y="360"/>
                </a:lnTo>
                <a:lnTo>
                  <a:pt x="784" y="361"/>
                </a:lnTo>
                <a:lnTo>
                  <a:pt x="785" y="361"/>
                </a:lnTo>
                <a:lnTo>
                  <a:pt x="786" y="361"/>
                </a:lnTo>
                <a:lnTo>
                  <a:pt x="786" y="362"/>
                </a:lnTo>
                <a:lnTo>
                  <a:pt x="787" y="364"/>
                </a:lnTo>
                <a:lnTo>
                  <a:pt x="787" y="365"/>
                </a:lnTo>
                <a:lnTo>
                  <a:pt x="788" y="366"/>
                </a:lnTo>
                <a:lnTo>
                  <a:pt x="791" y="368"/>
                </a:lnTo>
                <a:lnTo>
                  <a:pt x="792" y="369"/>
                </a:lnTo>
                <a:lnTo>
                  <a:pt x="793" y="370"/>
                </a:lnTo>
                <a:lnTo>
                  <a:pt x="794" y="370"/>
                </a:lnTo>
                <a:lnTo>
                  <a:pt x="795" y="370"/>
                </a:lnTo>
                <a:lnTo>
                  <a:pt x="795" y="371"/>
                </a:lnTo>
                <a:lnTo>
                  <a:pt x="796" y="371"/>
                </a:lnTo>
                <a:lnTo>
                  <a:pt x="796" y="372"/>
                </a:lnTo>
                <a:lnTo>
                  <a:pt x="797" y="372"/>
                </a:lnTo>
                <a:lnTo>
                  <a:pt x="797" y="371"/>
                </a:lnTo>
                <a:lnTo>
                  <a:pt x="798" y="371"/>
                </a:lnTo>
                <a:lnTo>
                  <a:pt x="799" y="371"/>
                </a:lnTo>
                <a:lnTo>
                  <a:pt x="802" y="372"/>
                </a:lnTo>
                <a:lnTo>
                  <a:pt x="802" y="373"/>
                </a:lnTo>
                <a:lnTo>
                  <a:pt x="803" y="373"/>
                </a:lnTo>
                <a:lnTo>
                  <a:pt x="803" y="374"/>
                </a:lnTo>
                <a:lnTo>
                  <a:pt x="803" y="375"/>
                </a:lnTo>
                <a:lnTo>
                  <a:pt x="804" y="376"/>
                </a:lnTo>
                <a:lnTo>
                  <a:pt x="805" y="376"/>
                </a:lnTo>
                <a:lnTo>
                  <a:pt x="806" y="374"/>
                </a:lnTo>
                <a:lnTo>
                  <a:pt x="807" y="373"/>
                </a:lnTo>
                <a:lnTo>
                  <a:pt x="807" y="372"/>
                </a:lnTo>
                <a:lnTo>
                  <a:pt x="808" y="373"/>
                </a:lnTo>
                <a:lnTo>
                  <a:pt x="809" y="374"/>
                </a:lnTo>
                <a:lnTo>
                  <a:pt x="810" y="374"/>
                </a:lnTo>
                <a:lnTo>
                  <a:pt x="811" y="375"/>
                </a:lnTo>
                <a:lnTo>
                  <a:pt x="813" y="374"/>
                </a:lnTo>
                <a:lnTo>
                  <a:pt x="814" y="373"/>
                </a:lnTo>
                <a:lnTo>
                  <a:pt x="814" y="372"/>
                </a:lnTo>
                <a:lnTo>
                  <a:pt x="815" y="370"/>
                </a:lnTo>
                <a:lnTo>
                  <a:pt x="816" y="370"/>
                </a:lnTo>
                <a:lnTo>
                  <a:pt x="817" y="369"/>
                </a:lnTo>
                <a:lnTo>
                  <a:pt x="818" y="368"/>
                </a:lnTo>
                <a:lnTo>
                  <a:pt x="818" y="367"/>
                </a:lnTo>
                <a:lnTo>
                  <a:pt x="819" y="367"/>
                </a:lnTo>
                <a:lnTo>
                  <a:pt x="820" y="367"/>
                </a:lnTo>
                <a:lnTo>
                  <a:pt x="822" y="368"/>
                </a:lnTo>
                <a:lnTo>
                  <a:pt x="823" y="370"/>
                </a:lnTo>
                <a:lnTo>
                  <a:pt x="823" y="371"/>
                </a:lnTo>
                <a:lnTo>
                  <a:pt x="823" y="373"/>
                </a:lnTo>
                <a:lnTo>
                  <a:pt x="822" y="375"/>
                </a:lnTo>
                <a:lnTo>
                  <a:pt x="821" y="376"/>
                </a:lnTo>
                <a:lnTo>
                  <a:pt x="820" y="377"/>
                </a:lnTo>
                <a:lnTo>
                  <a:pt x="819" y="377"/>
                </a:lnTo>
                <a:lnTo>
                  <a:pt x="818" y="380"/>
                </a:lnTo>
                <a:lnTo>
                  <a:pt x="819" y="381"/>
                </a:lnTo>
                <a:lnTo>
                  <a:pt x="820" y="382"/>
                </a:lnTo>
                <a:lnTo>
                  <a:pt x="821" y="383"/>
                </a:lnTo>
                <a:lnTo>
                  <a:pt x="821" y="384"/>
                </a:lnTo>
                <a:lnTo>
                  <a:pt x="821" y="385"/>
                </a:lnTo>
                <a:lnTo>
                  <a:pt x="821" y="386"/>
                </a:lnTo>
                <a:lnTo>
                  <a:pt x="822" y="387"/>
                </a:lnTo>
                <a:lnTo>
                  <a:pt x="823" y="386"/>
                </a:lnTo>
                <a:lnTo>
                  <a:pt x="823" y="385"/>
                </a:lnTo>
                <a:lnTo>
                  <a:pt x="824" y="384"/>
                </a:lnTo>
                <a:lnTo>
                  <a:pt x="825" y="384"/>
                </a:lnTo>
                <a:lnTo>
                  <a:pt x="825" y="385"/>
                </a:lnTo>
                <a:lnTo>
                  <a:pt x="826" y="385"/>
                </a:lnTo>
                <a:lnTo>
                  <a:pt x="827" y="385"/>
                </a:lnTo>
                <a:lnTo>
                  <a:pt x="829" y="384"/>
                </a:lnTo>
                <a:lnTo>
                  <a:pt x="832" y="384"/>
                </a:lnTo>
                <a:lnTo>
                  <a:pt x="832" y="385"/>
                </a:lnTo>
                <a:lnTo>
                  <a:pt x="833" y="385"/>
                </a:lnTo>
                <a:lnTo>
                  <a:pt x="834" y="385"/>
                </a:lnTo>
                <a:lnTo>
                  <a:pt x="834" y="386"/>
                </a:lnTo>
                <a:lnTo>
                  <a:pt x="833" y="387"/>
                </a:lnTo>
                <a:lnTo>
                  <a:pt x="832" y="387"/>
                </a:lnTo>
                <a:lnTo>
                  <a:pt x="832" y="388"/>
                </a:lnTo>
                <a:lnTo>
                  <a:pt x="832" y="390"/>
                </a:lnTo>
                <a:lnTo>
                  <a:pt x="831" y="390"/>
                </a:lnTo>
                <a:lnTo>
                  <a:pt x="831" y="391"/>
                </a:lnTo>
                <a:lnTo>
                  <a:pt x="832" y="391"/>
                </a:lnTo>
                <a:lnTo>
                  <a:pt x="833" y="392"/>
                </a:lnTo>
                <a:lnTo>
                  <a:pt x="834" y="392"/>
                </a:lnTo>
                <a:lnTo>
                  <a:pt x="834" y="393"/>
                </a:lnTo>
                <a:lnTo>
                  <a:pt x="835" y="394"/>
                </a:lnTo>
                <a:lnTo>
                  <a:pt x="836" y="394"/>
                </a:lnTo>
                <a:lnTo>
                  <a:pt x="837" y="395"/>
                </a:lnTo>
                <a:lnTo>
                  <a:pt x="838" y="395"/>
                </a:lnTo>
                <a:lnTo>
                  <a:pt x="838" y="396"/>
                </a:lnTo>
                <a:lnTo>
                  <a:pt x="839" y="397"/>
                </a:lnTo>
                <a:lnTo>
                  <a:pt x="840" y="397"/>
                </a:lnTo>
                <a:lnTo>
                  <a:pt x="841" y="396"/>
                </a:lnTo>
                <a:lnTo>
                  <a:pt x="844" y="396"/>
                </a:lnTo>
                <a:lnTo>
                  <a:pt x="844" y="397"/>
                </a:lnTo>
                <a:lnTo>
                  <a:pt x="844" y="398"/>
                </a:lnTo>
                <a:lnTo>
                  <a:pt x="846" y="398"/>
                </a:lnTo>
                <a:lnTo>
                  <a:pt x="848" y="397"/>
                </a:lnTo>
                <a:lnTo>
                  <a:pt x="848" y="396"/>
                </a:lnTo>
                <a:lnTo>
                  <a:pt x="849" y="396"/>
                </a:lnTo>
                <a:lnTo>
                  <a:pt x="849" y="397"/>
                </a:lnTo>
                <a:lnTo>
                  <a:pt x="850" y="397"/>
                </a:lnTo>
                <a:lnTo>
                  <a:pt x="851" y="397"/>
                </a:lnTo>
                <a:lnTo>
                  <a:pt x="852" y="396"/>
                </a:lnTo>
                <a:lnTo>
                  <a:pt x="853" y="394"/>
                </a:lnTo>
                <a:lnTo>
                  <a:pt x="855" y="393"/>
                </a:lnTo>
                <a:lnTo>
                  <a:pt x="856" y="392"/>
                </a:lnTo>
                <a:lnTo>
                  <a:pt x="857" y="392"/>
                </a:lnTo>
                <a:lnTo>
                  <a:pt x="858" y="393"/>
                </a:lnTo>
                <a:lnTo>
                  <a:pt x="859" y="393"/>
                </a:lnTo>
                <a:lnTo>
                  <a:pt x="858" y="395"/>
                </a:lnTo>
                <a:lnTo>
                  <a:pt x="859" y="397"/>
                </a:lnTo>
                <a:lnTo>
                  <a:pt x="860" y="396"/>
                </a:lnTo>
                <a:lnTo>
                  <a:pt x="861" y="395"/>
                </a:lnTo>
                <a:lnTo>
                  <a:pt x="861" y="394"/>
                </a:lnTo>
                <a:lnTo>
                  <a:pt x="863" y="393"/>
                </a:lnTo>
                <a:lnTo>
                  <a:pt x="864" y="393"/>
                </a:lnTo>
                <a:lnTo>
                  <a:pt x="865" y="392"/>
                </a:lnTo>
                <a:lnTo>
                  <a:pt x="866" y="392"/>
                </a:lnTo>
                <a:lnTo>
                  <a:pt x="867" y="394"/>
                </a:lnTo>
                <a:lnTo>
                  <a:pt x="868" y="394"/>
                </a:lnTo>
                <a:lnTo>
                  <a:pt x="868" y="393"/>
                </a:lnTo>
                <a:lnTo>
                  <a:pt x="869" y="392"/>
                </a:lnTo>
                <a:lnTo>
                  <a:pt x="871" y="393"/>
                </a:lnTo>
                <a:lnTo>
                  <a:pt x="873" y="393"/>
                </a:lnTo>
                <a:lnTo>
                  <a:pt x="874" y="392"/>
                </a:lnTo>
                <a:lnTo>
                  <a:pt x="875" y="390"/>
                </a:lnTo>
                <a:lnTo>
                  <a:pt x="875" y="388"/>
                </a:lnTo>
                <a:lnTo>
                  <a:pt x="876" y="389"/>
                </a:lnTo>
                <a:lnTo>
                  <a:pt x="878" y="389"/>
                </a:lnTo>
                <a:lnTo>
                  <a:pt x="879" y="389"/>
                </a:lnTo>
                <a:lnTo>
                  <a:pt x="879" y="388"/>
                </a:lnTo>
                <a:lnTo>
                  <a:pt x="880" y="388"/>
                </a:lnTo>
                <a:lnTo>
                  <a:pt x="881" y="388"/>
                </a:lnTo>
                <a:lnTo>
                  <a:pt x="882" y="389"/>
                </a:lnTo>
                <a:lnTo>
                  <a:pt x="882" y="390"/>
                </a:lnTo>
                <a:lnTo>
                  <a:pt x="883" y="390"/>
                </a:lnTo>
                <a:lnTo>
                  <a:pt x="884" y="391"/>
                </a:lnTo>
                <a:lnTo>
                  <a:pt x="885" y="391"/>
                </a:lnTo>
                <a:lnTo>
                  <a:pt x="886" y="391"/>
                </a:lnTo>
                <a:lnTo>
                  <a:pt x="886" y="392"/>
                </a:lnTo>
                <a:lnTo>
                  <a:pt x="885" y="393"/>
                </a:lnTo>
                <a:lnTo>
                  <a:pt x="884" y="393"/>
                </a:lnTo>
                <a:lnTo>
                  <a:pt x="883" y="394"/>
                </a:lnTo>
                <a:lnTo>
                  <a:pt x="883" y="395"/>
                </a:lnTo>
                <a:lnTo>
                  <a:pt x="883" y="396"/>
                </a:lnTo>
                <a:lnTo>
                  <a:pt x="883" y="397"/>
                </a:lnTo>
                <a:lnTo>
                  <a:pt x="884" y="397"/>
                </a:lnTo>
                <a:lnTo>
                  <a:pt x="886" y="398"/>
                </a:lnTo>
                <a:lnTo>
                  <a:pt x="886" y="400"/>
                </a:lnTo>
                <a:lnTo>
                  <a:pt x="888" y="402"/>
                </a:lnTo>
                <a:lnTo>
                  <a:pt x="889" y="403"/>
                </a:lnTo>
                <a:lnTo>
                  <a:pt x="890" y="403"/>
                </a:lnTo>
                <a:lnTo>
                  <a:pt x="891" y="403"/>
                </a:lnTo>
                <a:lnTo>
                  <a:pt x="892" y="404"/>
                </a:lnTo>
                <a:lnTo>
                  <a:pt x="893" y="408"/>
                </a:lnTo>
                <a:lnTo>
                  <a:pt x="892" y="409"/>
                </a:lnTo>
                <a:lnTo>
                  <a:pt x="892" y="410"/>
                </a:lnTo>
                <a:lnTo>
                  <a:pt x="891" y="411"/>
                </a:lnTo>
                <a:lnTo>
                  <a:pt x="892" y="412"/>
                </a:lnTo>
                <a:lnTo>
                  <a:pt x="893" y="413"/>
                </a:lnTo>
                <a:lnTo>
                  <a:pt x="893" y="414"/>
                </a:lnTo>
                <a:lnTo>
                  <a:pt x="893" y="415"/>
                </a:lnTo>
                <a:lnTo>
                  <a:pt x="893" y="416"/>
                </a:lnTo>
                <a:lnTo>
                  <a:pt x="894" y="416"/>
                </a:lnTo>
                <a:lnTo>
                  <a:pt x="894" y="420"/>
                </a:lnTo>
                <a:lnTo>
                  <a:pt x="893" y="420"/>
                </a:lnTo>
                <a:lnTo>
                  <a:pt x="892" y="420"/>
                </a:lnTo>
                <a:lnTo>
                  <a:pt x="892" y="421"/>
                </a:lnTo>
                <a:lnTo>
                  <a:pt x="892" y="422"/>
                </a:lnTo>
                <a:lnTo>
                  <a:pt x="892" y="423"/>
                </a:lnTo>
                <a:lnTo>
                  <a:pt x="894" y="424"/>
                </a:lnTo>
                <a:lnTo>
                  <a:pt x="894" y="425"/>
                </a:lnTo>
                <a:lnTo>
                  <a:pt x="895" y="425"/>
                </a:lnTo>
                <a:lnTo>
                  <a:pt x="896" y="425"/>
                </a:lnTo>
                <a:lnTo>
                  <a:pt x="896" y="426"/>
                </a:lnTo>
                <a:lnTo>
                  <a:pt x="895" y="427"/>
                </a:lnTo>
                <a:lnTo>
                  <a:pt x="895" y="428"/>
                </a:lnTo>
                <a:lnTo>
                  <a:pt x="895" y="429"/>
                </a:lnTo>
                <a:lnTo>
                  <a:pt x="895" y="430"/>
                </a:lnTo>
                <a:lnTo>
                  <a:pt x="896" y="431"/>
                </a:lnTo>
                <a:lnTo>
                  <a:pt x="897" y="431"/>
                </a:lnTo>
                <a:lnTo>
                  <a:pt x="898" y="431"/>
                </a:lnTo>
                <a:lnTo>
                  <a:pt x="898" y="432"/>
                </a:lnTo>
                <a:lnTo>
                  <a:pt x="899" y="432"/>
                </a:lnTo>
                <a:lnTo>
                  <a:pt x="899" y="433"/>
                </a:lnTo>
                <a:lnTo>
                  <a:pt x="898" y="433"/>
                </a:lnTo>
                <a:lnTo>
                  <a:pt x="899" y="434"/>
                </a:lnTo>
                <a:lnTo>
                  <a:pt x="899" y="435"/>
                </a:lnTo>
                <a:lnTo>
                  <a:pt x="899" y="436"/>
                </a:lnTo>
                <a:lnTo>
                  <a:pt x="899" y="437"/>
                </a:lnTo>
                <a:lnTo>
                  <a:pt x="900" y="437"/>
                </a:lnTo>
                <a:lnTo>
                  <a:pt x="902" y="439"/>
                </a:lnTo>
                <a:lnTo>
                  <a:pt x="903" y="439"/>
                </a:lnTo>
                <a:lnTo>
                  <a:pt x="904" y="439"/>
                </a:lnTo>
                <a:lnTo>
                  <a:pt x="905" y="440"/>
                </a:lnTo>
                <a:lnTo>
                  <a:pt x="906" y="443"/>
                </a:lnTo>
                <a:lnTo>
                  <a:pt x="905" y="445"/>
                </a:lnTo>
                <a:lnTo>
                  <a:pt x="905" y="447"/>
                </a:lnTo>
                <a:lnTo>
                  <a:pt x="905" y="448"/>
                </a:lnTo>
                <a:lnTo>
                  <a:pt x="904" y="448"/>
                </a:lnTo>
                <a:lnTo>
                  <a:pt x="904" y="450"/>
                </a:lnTo>
                <a:lnTo>
                  <a:pt x="904" y="451"/>
                </a:lnTo>
                <a:lnTo>
                  <a:pt x="904" y="452"/>
                </a:lnTo>
                <a:lnTo>
                  <a:pt x="903" y="453"/>
                </a:lnTo>
                <a:lnTo>
                  <a:pt x="904" y="453"/>
                </a:lnTo>
                <a:lnTo>
                  <a:pt x="904" y="454"/>
                </a:lnTo>
                <a:lnTo>
                  <a:pt x="906" y="452"/>
                </a:lnTo>
                <a:lnTo>
                  <a:pt x="907" y="452"/>
                </a:lnTo>
                <a:lnTo>
                  <a:pt x="907" y="451"/>
                </a:lnTo>
                <a:lnTo>
                  <a:pt x="908" y="451"/>
                </a:lnTo>
                <a:lnTo>
                  <a:pt x="909" y="450"/>
                </a:lnTo>
                <a:lnTo>
                  <a:pt x="909" y="449"/>
                </a:lnTo>
                <a:lnTo>
                  <a:pt x="910" y="449"/>
                </a:lnTo>
                <a:lnTo>
                  <a:pt x="910" y="450"/>
                </a:lnTo>
                <a:lnTo>
                  <a:pt x="911" y="450"/>
                </a:lnTo>
                <a:lnTo>
                  <a:pt x="911" y="451"/>
                </a:lnTo>
                <a:lnTo>
                  <a:pt x="911" y="452"/>
                </a:lnTo>
                <a:lnTo>
                  <a:pt x="912" y="453"/>
                </a:lnTo>
                <a:lnTo>
                  <a:pt x="915" y="455"/>
                </a:lnTo>
                <a:lnTo>
                  <a:pt x="916" y="455"/>
                </a:lnTo>
                <a:lnTo>
                  <a:pt x="917" y="456"/>
                </a:lnTo>
                <a:lnTo>
                  <a:pt x="917" y="457"/>
                </a:lnTo>
                <a:lnTo>
                  <a:pt x="918" y="457"/>
                </a:lnTo>
                <a:lnTo>
                  <a:pt x="919" y="456"/>
                </a:lnTo>
                <a:lnTo>
                  <a:pt x="918" y="455"/>
                </a:lnTo>
                <a:lnTo>
                  <a:pt x="919" y="455"/>
                </a:lnTo>
                <a:lnTo>
                  <a:pt x="920" y="455"/>
                </a:lnTo>
                <a:lnTo>
                  <a:pt x="922" y="454"/>
                </a:lnTo>
                <a:lnTo>
                  <a:pt x="924" y="457"/>
                </a:lnTo>
                <a:lnTo>
                  <a:pt x="924" y="460"/>
                </a:lnTo>
                <a:lnTo>
                  <a:pt x="924" y="461"/>
                </a:lnTo>
                <a:lnTo>
                  <a:pt x="924" y="462"/>
                </a:lnTo>
                <a:lnTo>
                  <a:pt x="926" y="466"/>
                </a:lnTo>
                <a:lnTo>
                  <a:pt x="927" y="466"/>
                </a:lnTo>
                <a:lnTo>
                  <a:pt x="927" y="467"/>
                </a:lnTo>
                <a:lnTo>
                  <a:pt x="927" y="468"/>
                </a:lnTo>
                <a:lnTo>
                  <a:pt x="926" y="470"/>
                </a:lnTo>
                <a:lnTo>
                  <a:pt x="926" y="472"/>
                </a:lnTo>
                <a:lnTo>
                  <a:pt x="925" y="474"/>
                </a:lnTo>
                <a:lnTo>
                  <a:pt x="924" y="474"/>
                </a:lnTo>
                <a:lnTo>
                  <a:pt x="924" y="475"/>
                </a:lnTo>
                <a:lnTo>
                  <a:pt x="924" y="476"/>
                </a:lnTo>
                <a:lnTo>
                  <a:pt x="925" y="476"/>
                </a:lnTo>
                <a:lnTo>
                  <a:pt x="927" y="478"/>
                </a:lnTo>
                <a:lnTo>
                  <a:pt x="928" y="479"/>
                </a:lnTo>
                <a:lnTo>
                  <a:pt x="929" y="479"/>
                </a:lnTo>
                <a:lnTo>
                  <a:pt x="930" y="480"/>
                </a:lnTo>
                <a:lnTo>
                  <a:pt x="929" y="481"/>
                </a:lnTo>
                <a:lnTo>
                  <a:pt x="929" y="482"/>
                </a:lnTo>
                <a:lnTo>
                  <a:pt x="931" y="486"/>
                </a:lnTo>
                <a:lnTo>
                  <a:pt x="932" y="486"/>
                </a:lnTo>
                <a:lnTo>
                  <a:pt x="933" y="486"/>
                </a:lnTo>
                <a:lnTo>
                  <a:pt x="935" y="487"/>
                </a:lnTo>
                <a:lnTo>
                  <a:pt x="937" y="487"/>
                </a:lnTo>
                <a:lnTo>
                  <a:pt x="937" y="486"/>
                </a:lnTo>
                <a:lnTo>
                  <a:pt x="937" y="485"/>
                </a:lnTo>
                <a:lnTo>
                  <a:pt x="938" y="485"/>
                </a:lnTo>
                <a:lnTo>
                  <a:pt x="938" y="484"/>
                </a:lnTo>
                <a:lnTo>
                  <a:pt x="939" y="485"/>
                </a:lnTo>
                <a:lnTo>
                  <a:pt x="941" y="486"/>
                </a:lnTo>
                <a:lnTo>
                  <a:pt x="942" y="487"/>
                </a:lnTo>
                <a:lnTo>
                  <a:pt x="943" y="487"/>
                </a:lnTo>
                <a:lnTo>
                  <a:pt x="944" y="487"/>
                </a:lnTo>
                <a:lnTo>
                  <a:pt x="944" y="488"/>
                </a:lnTo>
                <a:lnTo>
                  <a:pt x="944" y="490"/>
                </a:lnTo>
                <a:lnTo>
                  <a:pt x="943" y="492"/>
                </a:lnTo>
                <a:lnTo>
                  <a:pt x="943" y="494"/>
                </a:lnTo>
                <a:lnTo>
                  <a:pt x="944" y="494"/>
                </a:lnTo>
                <a:lnTo>
                  <a:pt x="944" y="495"/>
                </a:lnTo>
                <a:lnTo>
                  <a:pt x="945" y="495"/>
                </a:lnTo>
                <a:lnTo>
                  <a:pt x="945" y="496"/>
                </a:lnTo>
                <a:lnTo>
                  <a:pt x="945" y="497"/>
                </a:lnTo>
                <a:lnTo>
                  <a:pt x="944" y="499"/>
                </a:lnTo>
                <a:lnTo>
                  <a:pt x="942" y="499"/>
                </a:lnTo>
                <a:lnTo>
                  <a:pt x="941" y="499"/>
                </a:lnTo>
                <a:lnTo>
                  <a:pt x="940" y="500"/>
                </a:lnTo>
                <a:lnTo>
                  <a:pt x="939" y="500"/>
                </a:lnTo>
                <a:lnTo>
                  <a:pt x="939" y="501"/>
                </a:lnTo>
                <a:lnTo>
                  <a:pt x="938" y="502"/>
                </a:lnTo>
                <a:lnTo>
                  <a:pt x="938" y="503"/>
                </a:lnTo>
                <a:lnTo>
                  <a:pt x="937" y="505"/>
                </a:lnTo>
                <a:lnTo>
                  <a:pt x="936" y="506"/>
                </a:lnTo>
                <a:lnTo>
                  <a:pt x="935" y="506"/>
                </a:lnTo>
                <a:lnTo>
                  <a:pt x="933" y="507"/>
                </a:lnTo>
                <a:lnTo>
                  <a:pt x="932" y="507"/>
                </a:lnTo>
                <a:lnTo>
                  <a:pt x="930" y="508"/>
                </a:lnTo>
                <a:lnTo>
                  <a:pt x="928" y="509"/>
                </a:lnTo>
                <a:lnTo>
                  <a:pt x="926" y="510"/>
                </a:lnTo>
                <a:lnTo>
                  <a:pt x="926" y="511"/>
                </a:lnTo>
                <a:lnTo>
                  <a:pt x="925" y="512"/>
                </a:lnTo>
                <a:lnTo>
                  <a:pt x="924" y="511"/>
                </a:lnTo>
                <a:lnTo>
                  <a:pt x="923" y="512"/>
                </a:lnTo>
                <a:lnTo>
                  <a:pt x="923" y="514"/>
                </a:lnTo>
                <a:lnTo>
                  <a:pt x="922" y="514"/>
                </a:lnTo>
                <a:lnTo>
                  <a:pt x="921" y="513"/>
                </a:lnTo>
                <a:lnTo>
                  <a:pt x="921" y="512"/>
                </a:lnTo>
                <a:lnTo>
                  <a:pt x="920" y="512"/>
                </a:lnTo>
                <a:lnTo>
                  <a:pt x="919" y="513"/>
                </a:lnTo>
                <a:lnTo>
                  <a:pt x="918" y="513"/>
                </a:lnTo>
                <a:lnTo>
                  <a:pt x="918" y="514"/>
                </a:lnTo>
                <a:lnTo>
                  <a:pt x="917" y="514"/>
                </a:lnTo>
                <a:lnTo>
                  <a:pt x="916" y="515"/>
                </a:lnTo>
                <a:lnTo>
                  <a:pt x="915" y="515"/>
                </a:lnTo>
                <a:lnTo>
                  <a:pt x="914" y="515"/>
                </a:lnTo>
                <a:lnTo>
                  <a:pt x="914" y="516"/>
                </a:lnTo>
                <a:lnTo>
                  <a:pt x="914" y="517"/>
                </a:lnTo>
                <a:lnTo>
                  <a:pt x="913" y="517"/>
                </a:lnTo>
                <a:lnTo>
                  <a:pt x="913" y="518"/>
                </a:lnTo>
                <a:lnTo>
                  <a:pt x="912" y="519"/>
                </a:lnTo>
                <a:lnTo>
                  <a:pt x="910" y="520"/>
                </a:lnTo>
                <a:lnTo>
                  <a:pt x="910" y="519"/>
                </a:lnTo>
                <a:lnTo>
                  <a:pt x="909" y="519"/>
                </a:lnTo>
                <a:lnTo>
                  <a:pt x="908" y="519"/>
                </a:lnTo>
                <a:lnTo>
                  <a:pt x="907" y="520"/>
                </a:lnTo>
                <a:lnTo>
                  <a:pt x="908" y="522"/>
                </a:lnTo>
                <a:lnTo>
                  <a:pt x="907" y="522"/>
                </a:lnTo>
                <a:lnTo>
                  <a:pt x="906" y="521"/>
                </a:lnTo>
                <a:lnTo>
                  <a:pt x="905" y="521"/>
                </a:lnTo>
                <a:lnTo>
                  <a:pt x="904" y="521"/>
                </a:lnTo>
                <a:lnTo>
                  <a:pt x="903" y="521"/>
                </a:lnTo>
                <a:lnTo>
                  <a:pt x="901" y="524"/>
                </a:lnTo>
                <a:lnTo>
                  <a:pt x="901" y="525"/>
                </a:lnTo>
                <a:lnTo>
                  <a:pt x="900" y="525"/>
                </a:lnTo>
                <a:lnTo>
                  <a:pt x="900" y="526"/>
                </a:lnTo>
                <a:lnTo>
                  <a:pt x="900" y="527"/>
                </a:lnTo>
                <a:lnTo>
                  <a:pt x="900" y="528"/>
                </a:lnTo>
                <a:lnTo>
                  <a:pt x="900" y="530"/>
                </a:lnTo>
                <a:lnTo>
                  <a:pt x="900" y="534"/>
                </a:lnTo>
                <a:lnTo>
                  <a:pt x="899" y="534"/>
                </a:lnTo>
                <a:lnTo>
                  <a:pt x="899" y="535"/>
                </a:lnTo>
                <a:lnTo>
                  <a:pt x="899" y="536"/>
                </a:lnTo>
                <a:lnTo>
                  <a:pt x="899" y="537"/>
                </a:lnTo>
                <a:lnTo>
                  <a:pt x="900" y="536"/>
                </a:lnTo>
                <a:lnTo>
                  <a:pt x="901" y="536"/>
                </a:lnTo>
                <a:lnTo>
                  <a:pt x="901" y="537"/>
                </a:lnTo>
                <a:lnTo>
                  <a:pt x="902" y="537"/>
                </a:lnTo>
                <a:lnTo>
                  <a:pt x="902" y="538"/>
                </a:lnTo>
                <a:lnTo>
                  <a:pt x="902" y="539"/>
                </a:lnTo>
                <a:lnTo>
                  <a:pt x="902" y="540"/>
                </a:lnTo>
                <a:lnTo>
                  <a:pt x="903" y="541"/>
                </a:lnTo>
                <a:lnTo>
                  <a:pt x="902" y="542"/>
                </a:lnTo>
                <a:lnTo>
                  <a:pt x="902" y="541"/>
                </a:lnTo>
                <a:lnTo>
                  <a:pt x="901" y="541"/>
                </a:lnTo>
                <a:lnTo>
                  <a:pt x="901" y="540"/>
                </a:lnTo>
                <a:lnTo>
                  <a:pt x="899" y="541"/>
                </a:lnTo>
                <a:lnTo>
                  <a:pt x="898" y="541"/>
                </a:lnTo>
                <a:lnTo>
                  <a:pt x="896" y="542"/>
                </a:lnTo>
                <a:lnTo>
                  <a:pt x="895" y="542"/>
                </a:lnTo>
                <a:lnTo>
                  <a:pt x="894" y="542"/>
                </a:lnTo>
                <a:lnTo>
                  <a:pt x="892" y="543"/>
                </a:lnTo>
                <a:lnTo>
                  <a:pt x="891" y="543"/>
                </a:lnTo>
                <a:lnTo>
                  <a:pt x="890" y="544"/>
                </a:lnTo>
                <a:lnTo>
                  <a:pt x="890" y="545"/>
                </a:lnTo>
                <a:lnTo>
                  <a:pt x="889" y="545"/>
                </a:lnTo>
                <a:lnTo>
                  <a:pt x="887" y="547"/>
                </a:lnTo>
                <a:lnTo>
                  <a:pt x="886" y="549"/>
                </a:lnTo>
                <a:lnTo>
                  <a:pt x="886" y="550"/>
                </a:lnTo>
                <a:lnTo>
                  <a:pt x="886" y="551"/>
                </a:lnTo>
                <a:lnTo>
                  <a:pt x="885" y="551"/>
                </a:lnTo>
                <a:lnTo>
                  <a:pt x="884" y="552"/>
                </a:lnTo>
                <a:lnTo>
                  <a:pt x="882" y="554"/>
                </a:lnTo>
                <a:lnTo>
                  <a:pt x="881" y="555"/>
                </a:lnTo>
                <a:lnTo>
                  <a:pt x="879" y="558"/>
                </a:lnTo>
                <a:lnTo>
                  <a:pt x="878" y="559"/>
                </a:lnTo>
                <a:lnTo>
                  <a:pt x="878" y="560"/>
                </a:lnTo>
                <a:lnTo>
                  <a:pt x="878" y="561"/>
                </a:lnTo>
                <a:lnTo>
                  <a:pt x="877" y="562"/>
                </a:lnTo>
                <a:lnTo>
                  <a:pt x="877" y="563"/>
                </a:lnTo>
                <a:lnTo>
                  <a:pt x="877" y="564"/>
                </a:lnTo>
                <a:lnTo>
                  <a:pt x="876" y="565"/>
                </a:lnTo>
                <a:lnTo>
                  <a:pt x="876" y="568"/>
                </a:lnTo>
                <a:lnTo>
                  <a:pt x="876" y="571"/>
                </a:lnTo>
                <a:lnTo>
                  <a:pt x="875" y="572"/>
                </a:lnTo>
                <a:lnTo>
                  <a:pt x="875" y="573"/>
                </a:lnTo>
                <a:lnTo>
                  <a:pt x="875" y="575"/>
                </a:lnTo>
                <a:lnTo>
                  <a:pt x="875" y="577"/>
                </a:lnTo>
                <a:lnTo>
                  <a:pt x="874" y="579"/>
                </a:lnTo>
                <a:lnTo>
                  <a:pt x="874" y="582"/>
                </a:lnTo>
                <a:lnTo>
                  <a:pt x="874" y="583"/>
                </a:lnTo>
                <a:lnTo>
                  <a:pt x="874" y="584"/>
                </a:lnTo>
                <a:lnTo>
                  <a:pt x="873" y="589"/>
                </a:lnTo>
                <a:lnTo>
                  <a:pt x="872" y="590"/>
                </a:lnTo>
                <a:lnTo>
                  <a:pt x="872" y="592"/>
                </a:lnTo>
                <a:lnTo>
                  <a:pt x="872" y="595"/>
                </a:lnTo>
                <a:lnTo>
                  <a:pt x="872" y="596"/>
                </a:lnTo>
                <a:lnTo>
                  <a:pt x="871" y="596"/>
                </a:lnTo>
                <a:lnTo>
                  <a:pt x="871" y="598"/>
                </a:lnTo>
                <a:lnTo>
                  <a:pt x="870" y="600"/>
                </a:lnTo>
                <a:lnTo>
                  <a:pt x="870" y="601"/>
                </a:lnTo>
                <a:lnTo>
                  <a:pt x="870" y="602"/>
                </a:lnTo>
                <a:lnTo>
                  <a:pt x="870" y="603"/>
                </a:lnTo>
                <a:lnTo>
                  <a:pt x="869" y="605"/>
                </a:lnTo>
                <a:lnTo>
                  <a:pt x="869" y="609"/>
                </a:lnTo>
                <a:lnTo>
                  <a:pt x="870" y="610"/>
                </a:lnTo>
                <a:lnTo>
                  <a:pt x="870" y="612"/>
                </a:lnTo>
                <a:lnTo>
                  <a:pt x="870" y="613"/>
                </a:lnTo>
                <a:lnTo>
                  <a:pt x="871" y="614"/>
                </a:lnTo>
                <a:lnTo>
                  <a:pt x="871" y="613"/>
                </a:lnTo>
                <a:lnTo>
                  <a:pt x="872" y="613"/>
                </a:lnTo>
                <a:lnTo>
                  <a:pt x="873" y="614"/>
                </a:lnTo>
                <a:lnTo>
                  <a:pt x="875" y="616"/>
                </a:lnTo>
                <a:lnTo>
                  <a:pt x="876" y="618"/>
                </a:lnTo>
                <a:lnTo>
                  <a:pt x="877" y="619"/>
                </a:lnTo>
                <a:lnTo>
                  <a:pt x="879" y="622"/>
                </a:lnTo>
                <a:lnTo>
                  <a:pt x="879" y="623"/>
                </a:lnTo>
                <a:lnTo>
                  <a:pt x="879" y="624"/>
                </a:lnTo>
                <a:lnTo>
                  <a:pt x="878" y="624"/>
                </a:lnTo>
                <a:lnTo>
                  <a:pt x="877" y="625"/>
                </a:lnTo>
                <a:lnTo>
                  <a:pt x="877" y="626"/>
                </a:lnTo>
                <a:lnTo>
                  <a:pt x="878" y="626"/>
                </a:lnTo>
                <a:lnTo>
                  <a:pt x="879" y="625"/>
                </a:lnTo>
                <a:lnTo>
                  <a:pt x="879" y="626"/>
                </a:lnTo>
                <a:lnTo>
                  <a:pt x="879" y="628"/>
                </a:lnTo>
                <a:lnTo>
                  <a:pt x="878" y="628"/>
                </a:lnTo>
                <a:lnTo>
                  <a:pt x="877" y="628"/>
                </a:lnTo>
                <a:lnTo>
                  <a:pt x="877" y="629"/>
                </a:lnTo>
                <a:lnTo>
                  <a:pt x="877" y="631"/>
                </a:lnTo>
                <a:lnTo>
                  <a:pt x="878" y="631"/>
                </a:lnTo>
                <a:lnTo>
                  <a:pt x="877" y="633"/>
                </a:lnTo>
                <a:lnTo>
                  <a:pt x="877" y="634"/>
                </a:lnTo>
                <a:lnTo>
                  <a:pt x="876" y="634"/>
                </a:lnTo>
                <a:lnTo>
                  <a:pt x="876" y="635"/>
                </a:lnTo>
                <a:lnTo>
                  <a:pt x="876" y="634"/>
                </a:lnTo>
                <a:lnTo>
                  <a:pt x="874" y="635"/>
                </a:lnTo>
                <a:lnTo>
                  <a:pt x="875" y="636"/>
                </a:lnTo>
                <a:lnTo>
                  <a:pt x="875" y="635"/>
                </a:lnTo>
                <a:lnTo>
                  <a:pt x="875" y="636"/>
                </a:lnTo>
                <a:lnTo>
                  <a:pt x="875" y="637"/>
                </a:lnTo>
                <a:lnTo>
                  <a:pt x="874" y="639"/>
                </a:lnTo>
                <a:lnTo>
                  <a:pt x="873" y="639"/>
                </a:lnTo>
                <a:lnTo>
                  <a:pt x="873" y="640"/>
                </a:lnTo>
                <a:lnTo>
                  <a:pt x="871" y="640"/>
                </a:lnTo>
                <a:lnTo>
                  <a:pt x="869" y="640"/>
                </a:lnTo>
                <a:lnTo>
                  <a:pt x="869" y="641"/>
                </a:lnTo>
                <a:lnTo>
                  <a:pt x="868" y="641"/>
                </a:lnTo>
                <a:lnTo>
                  <a:pt x="868" y="642"/>
                </a:lnTo>
                <a:lnTo>
                  <a:pt x="867" y="642"/>
                </a:lnTo>
                <a:lnTo>
                  <a:pt x="866" y="643"/>
                </a:lnTo>
                <a:lnTo>
                  <a:pt x="866" y="641"/>
                </a:lnTo>
                <a:lnTo>
                  <a:pt x="865" y="640"/>
                </a:lnTo>
                <a:lnTo>
                  <a:pt x="864" y="641"/>
                </a:lnTo>
                <a:lnTo>
                  <a:pt x="863" y="640"/>
                </a:lnTo>
                <a:lnTo>
                  <a:pt x="863" y="641"/>
                </a:lnTo>
                <a:lnTo>
                  <a:pt x="862" y="642"/>
                </a:lnTo>
                <a:lnTo>
                  <a:pt x="861" y="643"/>
                </a:lnTo>
                <a:lnTo>
                  <a:pt x="861" y="644"/>
                </a:lnTo>
                <a:lnTo>
                  <a:pt x="862" y="645"/>
                </a:lnTo>
                <a:lnTo>
                  <a:pt x="861" y="646"/>
                </a:lnTo>
                <a:lnTo>
                  <a:pt x="860" y="646"/>
                </a:lnTo>
                <a:lnTo>
                  <a:pt x="860" y="647"/>
                </a:lnTo>
                <a:lnTo>
                  <a:pt x="860" y="648"/>
                </a:lnTo>
                <a:lnTo>
                  <a:pt x="859" y="649"/>
                </a:lnTo>
                <a:lnTo>
                  <a:pt x="858" y="652"/>
                </a:lnTo>
                <a:lnTo>
                  <a:pt x="857" y="653"/>
                </a:lnTo>
                <a:lnTo>
                  <a:pt x="857" y="654"/>
                </a:lnTo>
                <a:lnTo>
                  <a:pt x="856" y="655"/>
                </a:lnTo>
                <a:lnTo>
                  <a:pt x="856" y="657"/>
                </a:lnTo>
                <a:lnTo>
                  <a:pt x="856" y="658"/>
                </a:lnTo>
                <a:lnTo>
                  <a:pt x="856" y="659"/>
                </a:lnTo>
                <a:lnTo>
                  <a:pt x="855" y="658"/>
                </a:lnTo>
                <a:lnTo>
                  <a:pt x="853" y="660"/>
                </a:lnTo>
                <a:lnTo>
                  <a:pt x="853" y="661"/>
                </a:lnTo>
                <a:lnTo>
                  <a:pt x="852" y="662"/>
                </a:lnTo>
                <a:lnTo>
                  <a:pt x="852" y="663"/>
                </a:lnTo>
                <a:lnTo>
                  <a:pt x="852" y="664"/>
                </a:lnTo>
                <a:lnTo>
                  <a:pt x="851" y="664"/>
                </a:lnTo>
                <a:lnTo>
                  <a:pt x="850" y="666"/>
                </a:lnTo>
                <a:lnTo>
                  <a:pt x="851" y="667"/>
                </a:lnTo>
                <a:lnTo>
                  <a:pt x="853" y="668"/>
                </a:lnTo>
                <a:lnTo>
                  <a:pt x="853" y="669"/>
                </a:lnTo>
                <a:lnTo>
                  <a:pt x="849" y="673"/>
                </a:lnTo>
                <a:lnTo>
                  <a:pt x="847" y="675"/>
                </a:lnTo>
                <a:lnTo>
                  <a:pt x="844" y="678"/>
                </a:lnTo>
                <a:lnTo>
                  <a:pt x="844" y="680"/>
                </a:lnTo>
                <a:lnTo>
                  <a:pt x="845" y="681"/>
                </a:lnTo>
                <a:lnTo>
                  <a:pt x="845" y="682"/>
                </a:lnTo>
                <a:lnTo>
                  <a:pt x="844" y="682"/>
                </a:lnTo>
                <a:lnTo>
                  <a:pt x="843" y="682"/>
                </a:lnTo>
                <a:lnTo>
                  <a:pt x="843" y="681"/>
                </a:lnTo>
                <a:lnTo>
                  <a:pt x="839" y="684"/>
                </a:lnTo>
                <a:lnTo>
                  <a:pt x="838" y="684"/>
                </a:lnTo>
                <a:lnTo>
                  <a:pt x="838" y="682"/>
                </a:lnTo>
                <a:lnTo>
                  <a:pt x="837" y="683"/>
                </a:lnTo>
                <a:lnTo>
                  <a:pt x="836" y="683"/>
                </a:lnTo>
                <a:lnTo>
                  <a:pt x="837" y="684"/>
                </a:lnTo>
                <a:lnTo>
                  <a:pt x="836" y="685"/>
                </a:lnTo>
                <a:lnTo>
                  <a:pt x="836" y="686"/>
                </a:lnTo>
                <a:lnTo>
                  <a:pt x="834" y="688"/>
                </a:lnTo>
                <a:lnTo>
                  <a:pt x="834" y="689"/>
                </a:lnTo>
                <a:lnTo>
                  <a:pt x="832" y="691"/>
                </a:lnTo>
                <a:lnTo>
                  <a:pt x="831" y="693"/>
                </a:lnTo>
                <a:lnTo>
                  <a:pt x="830" y="694"/>
                </a:lnTo>
                <a:lnTo>
                  <a:pt x="829" y="695"/>
                </a:lnTo>
                <a:lnTo>
                  <a:pt x="828" y="696"/>
                </a:lnTo>
                <a:lnTo>
                  <a:pt x="825" y="697"/>
                </a:lnTo>
                <a:lnTo>
                  <a:pt x="824" y="697"/>
                </a:lnTo>
                <a:lnTo>
                  <a:pt x="823" y="697"/>
                </a:lnTo>
                <a:lnTo>
                  <a:pt x="823" y="696"/>
                </a:lnTo>
                <a:lnTo>
                  <a:pt x="823" y="695"/>
                </a:lnTo>
                <a:lnTo>
                  <a:pt x="824" y="695"/>
                </a:lnTo>
                <a:lnTo>
                  <a:pt x="825" y="693"/>
                </a:lnTo>
                <a:lnTo>
                  <a:pt x="827" y="690"/>
                </a:lnTo>
                <a:lnTo>
                  <a:pt x="828" y="688"/>
                </a:lnTo>
                <a:lnTo>
                  <a:pt x="829" y="688"/>
                </a:lnTo>
                <a:lnTo>
                  <a:pt x="830" y="686"/>
                </a:lnTo>
                <a:lnTo>
                  <a:pt x="832" y="684"/>
                </a:lnTo>
                <a:lnTo>
                  <a:pt x="834" y="683"/>
                </a:lnTo>
                <a:lnTo>
                  <a:pt x="837" y="682"/>
                </a:lnTo>
                <a:lnTo>
                  <a:pt x="837" y="681"/>
                </a:lnTo>
                <a:lnTo>
                  <a:pt x="836" y="681"/>
                </a:lnTo>
                <a:lnTo>
                  <a:pt x="834" y="682"/>
                </a:lnTo>
                <a:lnTo>
                  <a:pt x="833" y="683"/>
                </a:lnTo>
                <a:lnTo>
                  <a:pt x="832" y="684"/>
                </a:lnTo>
                <a:lnTo>
                  <a:pt x="831" y="684"/>
                </a:lnTo>
                <a:lnTo>
                  <a:pt x="830" y="683"/>
                </a:lnTo>
                <a:lnTo>
                  <a:pt x="829" y="685"/>
                </a:lnTo>
                <a:lnTo>
                  <a:pt x="829" y="684"/>
                </a:lnTo>
                <a:lnTo>
                  <a:pt x="828" y="685"/>
                </a:lnTo>
                <a:lnTo>
                  <a:pt x="826" y="686"/>
                </a:lnTo>
                <a:lnTo>
                  <a:pt x="826" y="687"/>
                </a:lnTo>
                <a:lnTo>
                  <a:pt x="825" y="688"/>
                </a:lnTo>
                <a:lnTo>
                  <a:pt x="825" y="687"/>
                </a:lnTo>
                <a:lnTo>
                  <a:pt x="824" y="689"/>
                </a:lnTo>
                <a:lnTo>
                  <a:pt x="822" y="689"/>
                </a:lnTo>
                <a:lnTo>
                  <a:pt x="821" y="690"/>
                </a:lnTo>
                <a:lnTo>
                  <a:pt x="820" y="690"/>
                </a:lnTo>
                <a:lnTo>
                  <a:pt x="820" y="689"/>
                </a:lnTo>
                <a:lnTo>
                  <a:pt x="819" y="689"/>
                </a:lnTo>
                <a:lnTo>
                  <a:pt x="818" y="688"/>
                </a:lnTo>
                <a:lnTo>
                  <a:pt x="818" y="687"/>
                </a:lnTo>
                <a:lnTo>
                  <a:pt x="819" y="686"/>
                </a:lnTo>
                <a:lnTo>
                  <a:pt x="820" y="685"/>
                </a:lnTo>
                <a:lnTo>
                  <a:pt x="819" y="685"/>
                </a:lnTo>
                <a:lnTo>
                  <a:pt x="819" y="684"/>
                </a:lnTo>
                <a:lnTo>
                  <a:pt x="818" y="685"/>
                </a:lnTo>
                <a:lnTo>
                  <a:pt x="818" y="684"/>
                </a:lnTo>
                <a:lnTo>
                  <a:pt x="817" y="684"/>
                </a:lnTo>
                <a:lnTo>
                  <a:pt x="817" y="682"/>
                </a:lnTo>
                <a:lnTo>
                  <a:pt x="817" y="681"/>
                </a:lnTo>
                <a:lnTo>
                  <a:pt x="816" y="680"/>
                </a:lnTo>
                <a:lnTo>
                  <a:pt x="816" y="679"/>
                </a:lnTo>
                <a:lnTo>
                  <a:pt x="816" y="678"/>
                </a:lnTo>
                <a:lnTo>
                  <a:pt x="816" y="679"/>
                </a:lnTo>
                <a:lnTo>
                  <a:pt x="816" y="680"/>
                </a:lnTo>
                <a:lnTo>
                  <a:pt x="817" y="684"/>
                </a:lnTo>
                <a:lnTo>
                  <a:pt x="818" y="685"/>
                </a:lnTo>
                <a:lnTo>
                  <a:pt x="819" y="685"/>
                </a:lnTo>
                <a:lnTo>
                  <a:pt x="819" y="686"/>
                </a:lnTo>
                <a:lnTo>
                  <a:pt x="818" y="686"/>
                </a:lnTo>
                <a:lnTo>
                  <a:pt x="817" y="686"/>
                </a:lnTo>
                <a:lnTo>
                  <a:pt x="817" y="687"/>
                </a:lnTo>
                <a:lnTo>
                  <a:pt x="817" y="689"/>
                </a:lnTo>
                <a:lnTo>
                  <a:pt x="816" y="689"/>
                </a:lnTo>
                <a:lnTo>
                  <a:pt x="816" y="690"/>
                </a:lnTo>
                <a:lnTo>
                  <a:pt x="814" y="691"/>
                </a:lnTo>
                <a:lnTo>
                  <a:pt x="812" y="692"/>
                </a:lnTo>
                <a:lnTo>
                  <a:pt x="811" y="694"/>
                </a:lnTo>
                <a:lnTo>
                  <a:pt x="811" y="695"/>
                </a:lnTo>
                <a:lnTo>
                  <a:pt x="809" y="696"/>
                </a:lnTo>
                <a:lnTo>
                  <a:pt x="806" y="696"/>
                </a:lnTo>
                <a:lnTo>
                  <a:pt x="803" y="697"/>
                </a:lnTo>
                <a:lnTo>
                  <a:pt x="803" y="696"/>
                </a:lnTo>
                <a:lnTo>
                  <a:pt x="801" y="697"/>
                </a:lnTo>
                <a:lnTo>
                  <a:pt x="799" y="697"/>
                </a:lnTo>
                <a:lnTo>
                  <a:pt x="797" y="697"/>
                </a:lnTo>
                <a:lnTo>
                  <a:pt x="795" y="697"/>
                </a:lnTo>
                <a:lnTo>
                  <a:pt x="794" y="697"/>
                </a:lnTo>
                <a:lnTo>
                  <a:pt x="793" y="696"/>
                </a:lnTo>
                <a:lnTo>
                  <a:pt x="792" y="697"/>
                </a:lnTo>
                <a:lnTo>
                  <a:pt x="791" y="695"/>
                </a:lnTo>
                <a:lnTo>
                  <a:pt x="790" y="695"/>
                </a:lnTo>
                <a:lnTo>
                  <a:pt x="789" y="695"/>
                </a:lnTo>
                <a:lnTo>
                  <a:pt x="789" y="696"/>
                </a:lnTo>
                <a:lnTo>
                  <a:pt x="787" y="695"/>
                </a:lnTo>
                <a:lnTo>
                  <a:pt x="784" y="695"/>
                </a:lnTo>
                <a:lnTo>
                  <a:pt x="783" y="695"/>
                </a:lnTo>
                <a:lnTo>
                  <a:pt x="782" y="695"/>
                </a:lnTo>
                <a:lnTo>
                  <a:pt x="781" y="696"/>
                </a:lnTo>
                <a:lnTo>
                  <a:pt x="782" y="695"/>
                </a:lnTo>
                <a:lnTo>
                  <a:pt x="782" y="696"/>
                </a:lnTo>
                <a:lnTo>
                  <a:pt x="781" y="696"/>
                </a:lnTo>
                <a:lnTo>
                  <a:pt x="780" y="696"/>
                </a:lnTo>
                <a:lnTo>
                  <a:pt x="779" y="697"/>
                </a:lnTo>
                <a:lnTo>
                  <a:pt x="778" y="698"/>
                </a:lnTo>
                <a:lnTo>
                  <a:pt x="777" y="698"/>
                </a:lnTo>
                <a:lnTo>
                  <a:pt x="774" y="699"/>
                </a:lnTo>
                <a:lnTo>
                  <a:pt x="773" y="699"/>
                </a:lnTo>
                <a:lnTo>
                  <a:pt x="772" y="699"/>
                </a:lnTo>
                <a:lnTo>
                  <a:pt x="771" y="699"/>
                </a:lnTo>
                <a:lnTo>
                  <a:pt x="770" y="698"/>
                </a:lnTo>
                <a:lnTo>
                  <a:pt x="770" y="699"/>
                </a:lnTo>
                <a:lnTo>
                  <a:pt x="769" y="699"/>
                </a:lnTo>
                <a:lnTo>
                  <a:pt x="769" y="698"/>
                </a:lnTo>
                <a:lnTo>
                  <a:pt x="768" y="699"/>
                </a:lnTo>
                <a:lnTo>
                  <a:pt x="769" y="700"/>
                </a:lnTo>
                <a:lnTo>
                  <a:pt x="771" y="701"/>
                </a:lnTo>
                <a:lnTo>
                  <a:pt x="772" y="702"/>
                </a:lnTo>
                <a:lnTo>
                  <a:pt x="776" y="706"/>
                </a:lnTo>
                <a:lnTo>
                  <a:pt x="775" y="708"/>
                </a:lnTo>
                <a:lnTo>
                  <a:pt x="773" y="707"/>
                </a:lnTo>
                <a:lnTo>
                  <a:pt x="770" y="706"/>
                </a:lnTo>
                <a:lnTo>
                  <a:pt x="769" y="707"/>
                </a:lnTo>
                <a:lnTo>
                  <a:pt x="772" y="708"/>
                </a:lnTo>
                <a:lnTo>
                  <a:pt x="772" y="709"/>
                </a:lnTo>
                <a:lnTo>
                  <a:pt x="771" y="710"/>
                </a:lnTo>
                <a:lnTo>
                  <a:pt x="771" y="711"/>
                </a:lnTo>
                <a:lnTo>
                  <a:pt x="765" y="709"/>
                </a:lnTo>
                <a:lnTo>
                  <a:pt x="765" y="710"/>
                </a:lnTo>
                <a:lnTo>
                  <a:pt x="764" y="711"/>
                </a:lnTo>
                <a:lnTo>
                  <a:pt x="765" y="711"/>
                </a:lnTo>
                <a:lnTo>
                  <a:pt x="767" y="712"/>
                </a:lnTo>
                <a:lnTo>
                  <a:pt x="766" y="714"/>
                </a:lnTo>
                <a:lnTo>
                  <a:pt x="765" y="714"/>
                </a:lnTo>
                <a:lnTo>
                  <a:pt x="764" y="714"/>
                </a:lnTo>
                <a:lnTo>
                  <a:pt x="763" y="713"/>
                </a:lnTo>
                <a:lnTo>
                  <a:pt x="762" y="713"/>
                </a:lnTo>
                <a:lnTo>
                  <a:pt x="761" y="713"/>
                </a:lnTo>
                <a:lnTo>
                  <a:pt x="761" y="714"/>
                </a:lnTo>
                <a:lnTo>
                  <a:pt x="760" y="714"/>
                </a:lnTo>
                <a:lnTo>
                  <a:pt x="761" y="715"/>
                </a:lnTo>
                <a:lnTo>
                  <a:pt x="761" y="716"/>
                </a:lnTo>
                <a:lnTo>
                  <a:pt x="762" y="716"/>
                </a:lnTo>
                <a:lnTo>
                  <a:pt x="763" y="719"/>
                </a:lnTo>
                <a:lnTo>
                  <a:pt x="762" y="719"/>
                </a:lnTo>
                <a:lnTo>
                  <a:pt x="763" y="720"/>
                </a:lnTo>
                <a:lnTo>
                  <a:pt x="764" y="721"/>
                </a:lnTo>
                <a:lnTo>
                  <a:pt x="764" y="720"/>
                </a:lnTo>
                <a:lnTo>
                  <a:pt x="765" y="720"/>
                </a:lnTo>
                <a:lnTo>
                  <a:pt x="770" y="721"/>
                </a:lnTo>
                <a:lnTo>
                  <a:pt x="771" y="722"/>
                </a:lnTo>
                <a:lnTo>
                  <a:pt x="772" y="723"/>
                </a:lnTo>
                <a:lnTo>
                  <a:pt x="774" y="725"/>
                </a:lnTo>
                <a:lnTo>
                  <a:pt x="775" y="727"/>
                </a:lnTo>
                <a:lnTo>
                  <a:pt x="776" y="729"/>
                </a:lnTo>
                <a:lnTo>
                  <a:pt x="777" y="729"/>
                </a:lnTo>
                <a:lnTo>
                  <a:pt x="778" y="731"/>
                </a:lnTo>
                <a:lnTo>
                  <a:pt x="779" y="729"/>
                </a:lnTo>
                <a:lnTo>
                  <a:pt x="780" y="726"/>
                </a:lnTo>
                <a:lnTo>
                  <a:pt x="784" y="721"/>
                </a:lnTo>
                <a:lnTo>
                  <a:pt x="785" y="720"/>
                </a:lnTo>
                <a:lnTo>
                  <a:pt x="785" y="719"/>
                </a:lnTo>
                <a:lnTo>
                  <a:pt x="786" y="718"/>
                </a:lnTo>
                <a:lnTo>
                  <a:pt x="785" y="716"/>
                </a:lnTo>
                <a:lnTo>
                  <a:pt x="783" y="714"/>
                </a:lnTo>
                <a:lnTo>
                  <a:pt x="786" y="712"/>
                </a:lnTo>
                <a:lnTo>
                  <a:pt x="788" y="715"/>
                </a:lnTo>
                <a:lnTo>
                  <a:pt x="789" y="716"/>
                </a:lnTo>
                <a:lnTo>
                  <a:pt x="789" y="717"/>
                </a:lnTo>
                <a:lnTo>
                  <a:pt x="789" y="718"/>
                </a:lnTo>
                <a:lnTo>
                  <a:pt x="787" y="724"/>
                </a:lnTo>
                <a:lnTo>
                  <a:pt x="785" y="728"/>
                </a:lnTo>
                <a:lnTo>
                  <a:pt x="783" y="734"/>
                </a:lnTo>
                <a:lnTo>
                  <a:pt x="782" y="735"/>
                </a:lnTo>
                <a:lnTo>
                  <a:pt x="779" y="739"/>
                </a:lnTo>
                <a:lnTo>
                  <a:pt x="777" y="741"/>
                </a:lnTo>
                <a:lnTo>
                  <a:pt x="772" y="747"/>
                </a:lnTo>
                <a:lnTo>
                  <a:pt x="771" y="747"/>
                </a:lnTo>
                <a:lnTo>
                  <a:pt x="770" y="747"/>
                </a:lnTo>
                <a:lnTo>
                  <a:pt x="766" y="744"/>
                </a:lnTo>
                <a:lnTo>
                  <a:pt x="767" y="743"/>
                </a:lnTo>
                <a:lnTo>
                  <a:pt x="767" y="742"/>
                </a:lnTo>
                <a:lnTo>
                  <a:pt x="767" y="741"/>
                </a:lnTo>
                <a:lnTo>
                  <a:pt x="766" y="740"/>
                </a:lnTo>
                <a:lnTo>
                  <a:pt x="765" y="739"/>
                </a:lnTo>
                <a:lnTo>
                  <a:pt x="763" y="737"/>
                </a:lnTo>
                <a:lnTo>
                  <a:pt x="763" y="736"/>
                </a:lnTo>
                <a:lnTo>
                  <a:pt x="763" y="735"/>
                </a:lnTo>
                <a:lnTo>
                  <a:pt x="763" y="734"/>
                </a:lnTo>
                <a:lnTo>
                  <a:pt x="763" y="733"/>
                </a:lnTo>
                <a:lnTo>
                  <a:pt x="763" y="732"/>
                </a:lnTo>
                <a:lnTo>
                  <a:pt x="763" y="731"/>
                </a:lnTo>
                <a:lnTo>
                  <a:pt x="762" y="730"/>
                </a:lnTo>
                <a:lnTo>
                  <a:pt x="762" y="729"/>
                </a:lnTo>
                <a:lnTo>
                  <a:pt x="761" y="727"/>
                </a:lnTo>
                <a:lnTo>
                  <a:pt x="760" y="727"/>
                </a:lnTo>
                <a:lnTo>
                  <a:pt x="759" y="728"/>
                </a:lnTo>
                <a:lnTo>
                  <a:pt x="760" y="730"/>
                </a:lnTo>
                <a:lnTo>
                  <a:pt x="760" y="731"/>
                </a:lnTo>
                <a:lnTo>
                  <a:pt x="761" y="732"/>
                </a:lnTo>
                <a:lnTo>
                  <a:pt x="761" y="733"/>
                </a:lnTo>
                <a:lnTo>
                  <a:pt x="761" y="736"/>
                </a:lnTo>
                <a:lnTo>
                  <a:pt x="761" y="738"/>
                </a:lnTo>
                <a:lnTo>
                  <a:pt x="762" y="740"/>
                </a:lnTo>
                <a:lnTo>
                  <a:pt x="762" y="741"/>
                </a:lnTo>
                <a:lnTo>
                  <a:pt x="762" y="742"/>
                </a:lnTo>
                <a:lnTo>
                  <a:pt x="761" y="742"/>
                </a:lnTo>
                <a:lnTo>
                  <a:pt x="760" y="741"/>
                </a:lnTo>
                <a:lnTo>
                  <a:pt x="759" y="741"/>
                </a:lnTo>
                <a:lnTo>
                  <a:pt x="757" y="740"/>
                </a:lnTo>
                <a:lnTo>
                  <a:pt x="756" y="740"/>
                </a:lnTo>
                <a:lnTo>
                  <a:pt x="755" y="733"/>
                </a:lnTo>
                <a:lnTo>
                  <a:pt x="755" y="731"/>
                </a:lnTo>
                <a:lnTo>
                  <a:pt x="754" y="730"/>
                </a:lnTo>
                <a:lnTo>
                  <a:pt x="755" y="728"/>
                </a:lnTo>
                <a:lnTo>
                  <a:pt x="757" y="726"/>
                </a:lnTo>
                <a:lnTo>
                  <a:pt x="760" y="723"/>
                </a:lnTo>
                <a:lnTo>
                  <a:pt x="761" y="723"/>
                </a:lnTo>
                <a:lnTo>
                  <a:pt x="762" y="722"/>
                </a:lnTo>
                <a:lnTo>
                  <a:pt x="763" y="721"/>
                </a:lnTo>
                <a:lnTo>
                  <a:pt x="762" y="720"/>
                </a:lnTo>
                <a:lnTo>
                  <a:pt x="761" y="720"/>
                </a:lnTo>
                <a:lnTo>
                  <a:pt x="761" y="721"/>
                </a:lnTo>
                <a:lnTo>
                  <a:pt x="760" y="721"/>
                </a:lnTo>
                <a:lnTo>
                  <a:pt x="756" y="724"/>
                </a:lnTo>
                <a:lnTo>
                  <a:pt x="754" y="726"/>
                </a:lnTo>
                <a:lnTo>
                  <a:pt x="754" y="727"/>
                </a:lnTo>
                <a:lnTo>
                  <a:pt x="754" y="728"/>
                </a:lnTo>
                <a:lnTo>
                  <a:pt x="752" y="731"/>
                </a:lnTo>
                <a:lnTo>
                  <a:pt x="752" y="733"/>
                </a:lnTo>
                <a:lnTo>
                  <a:pt x="753" y="733"/>
                </a:lnTo>
                <a:lnTo>
                  <a:pt x="753" y="734"/>
                </a:lnTo>
                <a:lnTo>
                  <a:pt x="753" y="739"/>
                </a:lnTo>
                <a:lnTo>
                  <a:pt x="749" y="737"/>
                </a:lnTo>
                <a:lnTo>
                  <a:pt x="748" y="737"/>
                </a:lnTo>
                <a:lnTo>
                  <a:pt x="748" y="736"/>
                </a:lnTo>
                <a:lnTo>
                  <a:pt x="747" y="733"/>
                </a:lnTo>
                <a:lnTo>
                  <a:pt x="747" y="731"/>
                </a:lnTo>
                <a:lnTo>
                  <a:pt x="747" y="730"/>
                </a:lnTo>
                <a:lnTo>
                  <a:pt x="747" y="729"/>
                </a:lnTo>
                <a:lnTo>
                  <a:pt x="747" y="728"/>
                </a:lnTo>
                <a:lnTo>
                  <a:pt x="746" y="725"/>
                </a:lnTo>
                <a:lnTo>
                  <a:pt x="745" y="725"/>
                </a:lnTo>
                <a:lnTo>
                  <a:pt x="745" y="726"/>
                </a:lnTo>
                <a:lnTo>
                  <a:pt x="745" y="727"/>
                </a:lnTo>
                <a:lnTo>
                  <a:pt x="745" y="728"/>
                </a:lnTo>
                <a:lnTo>
                  <a:pt x="744" y="728"/>
                </a:lnTo>
                <a:lnTo>
                  <a:pt x="744" y="729"/>
                </a:lnTo>
                <a:lnTo>
                  <a:pt x="743" y="729"/>
                </a:lnTo>
                <a:lnTo>
                  <a:pt x="742" y="728"/>
                </a:lnTo>
                <a:lnTo>
                  <a:pt x="741" y="729"/>
                </a:lnTo>
                <a:lnTo>
                  <a:pt x="739" y="728"/>
                </a:lnTo>
                <a:lnTo>
                  <a:pt x="738" y="728"/>
                </a:lnTo>
                <a:lnTo>
                  <a:pt x="737" y="727"/>
                </a:lnTo>
                <a:lnTo>
                  <a:pt x="736" y="727"/>
                </a:lnTo>
                <a:lnTo>
                  <a:pt x="736" y="726"/>
                </a:lnTo>
                <a:lnTo>
                  <a:pt x="735" y="726"/>
                </a:lnTo>
                <a:lnTo>
                  <a:pt x="733" y="726"/>
                </a:lnTo>
                <a:lnTo>
                  <a:pt x="732" y="726"/>
                </a:lnTo>
                <a:lnTo>
                  <a:pt x="731" y="726"/>
                </a:lnTo>
                <a:lnTo>
                  <a:pt x="731" y="727"/>
                </a:lnTo>
                <a:lnTo>
                  <a:pt x="729" y="727"/>
                </a:lnTo>
                <a:lnTo>
                  <a:pt x="726" y="726"/>
                </a:lnTo>
                <a:lnTo>
                  <a:pt x="724" y="725"/>
                </a:lnTo>
                <a:lnTo>
                  <a:pt x="721" y="722"/>
                </a:lnTo>
                <a:lnTo>
                  <a:pt x="719" y="720"/>
                </a:lnTo>
                <a:lnTo>
                  <a:pt x="716" y="717"/>
                </a:lnTo>
                <a:lnTo>
                  <a:pt x="716" y="716"/>
                </a:lnTo>
                <a:lnTo>
                  <a:pt x="716" y="715"/>
                </a:lnTo>
                <a:lnTo>
                  <a:pt x="715" y="715"/>
                </a:lnTo>
                <a:lnTo>
                  <a:pt x="714" y="712"/>
                </a:lnTo>
                <a:lnTo>
                  <a:pt x="713" y="711"/>
                </a:lnTo>
                <a:lnTo>
                  <a:pt x="712" y="710"/>
                </a:lnTo>
                <a:lnTo>
                  <a:pt x="711" y="708"/>
                </a:lnTo>
                <a:lnTo>
                  <a:pt x="711" y="707"/>
                </a:lnTo>
                <a:lnTo>
                  <a:pt x="710" y="706"/>
                </a:lnTo>
                <a:lnTo>
                  <a:pt x="709" y="705"/>
                </a:lnTo>
                <a:lnTo>
                  <a:pt x="707" y="704"/>
                </a:lnTo>
                <a:lnTo>
                  <a:pt x="708" y="703"/>
                </a:lnTo>
                <a:lnTo>
                  <a:pt x="706" y="702"/>
                </a:lnTo>
                <a:lnTo>
                  <a:pt x="706" y="703"/>
                </a:lnTo>
                <a:lnTo>
                  <a:pt x="705" y="702"/>
                </a:lnTo>
                <a:lnTo>
                  <a:pt x="705" y="701"/>
                </a:lnTo>
                <a:lnTo>
                  <a:pt x="705" y="700"/>
                </a:lnTo>
                <a:lnTo>
                  <a:pt x="705" y="699"/>
                </a:lnTo>
                <a:lnTo>
                  <a:pt x="703" y="699"/>
                </a:lnTo>
                <a:lnTo>
                  <a:pt x="700" y="698"/>
                </a:lnTo>
                <a:lnTo>
                  <a:pt x="700" y="697"/>
                </a:lnTo>
                <a:lnTo>
                  <a:pt x="699" y="696"/>
                </a:lnTo>
                <a:lnTo>
                  <a:pt x="697" y="696"/>
                </a:lnTo>
                <a:lnTo>
                  <a:pt x="696" y="696"/>
                </a:lnTo>
                <a:lnTo>
                  <a:pt x="694" y="695"/>
                </a:lnTo>
                <a:lnTo>
                  <a:pt x="694" y="694"/>
                </a:lnTo>
                <a:lnTo>
                  <a:pt x="693" y="695"/>
                </a:lnTo>
                <a:lnTo>
                  <a:pt x="692" y="696"/>
                </a:lnTo>
                <a:lnTo>
                  <a:pt x="691" y="696"/>
                </a:lnTo>
                <a:lnTo>
                  <a:pt x="690" y="695"/>
                </a:lnTo>
                <a:lnTo>
                  <a:pt x="688" y="695"/>
                </a:lnTo>
                <a:lnTo>
                  <a:pt x="688" y="694"/>
                </a:lnTo>
                <a:lnTo>
                  <a:pt x="688" y="693"/>
                </a:lnTo>
                <a:lnTo>
                  <a:pt x="689" y="693"/>
                </a:lnTo>
                <a:lnTo>
                  <a:pt x="690" y="693"/>
                </a:lnTo>
                <a:lnTo>
                  <a:pt x="692" y="692"/>
                </a:lnTo>
                <a:lnTo>
                  <a:pt x="693" y="692"/>
                </a:lnTo>
                <a:lnTo>
                  <a:pt x="693" y="691"/>
                </a:lnTo>
                <a:lnTo>
                  <a:pt x="692" y="691"/>
                </a:lnTo>
                <a:lnTo>
                  <a:pt x="692" y="687"/>
                </a:lnTo>
                <a:lnTo>
                  <a:pt x="691" y="687"/>
                </a:lnTo>
                <a:lnTo>
                  <a:pt x="690" y="686"/>
                </a:lnTo>
                <a:lnTo>
                  <a:pt x="688" y="686"/>
                </a:lnTo>
                <a:lnTo>
                  <a:pt x="687" y="685"/>
                </a:lnTo>
                <a:lnTo>
                  <a:pt x="687" y="684"/>
                </a:lnTo>
                <a:lnTo>
                  <a:pt x="686" y="684"/>
                </a:lnTo>
                <a:lnTo>
                  <a:pt x="686" y="683"/>
                </a:lnTo>
                <a:lnTo>
                  <a:pt x="686" y="682"/>
                </a:lnTo>
                <a:lnTo>
                  <a:pt x="686" y="681"/>
                </a:lnTo>
                <a:lnTo>
                  <a:pt x="685" y="681"/>
                </a:lnTo>
                <a:lnTo>
                  <a:pt x="685" y="680"/>
                </a:lnTo>
                <a:lnTo>
                  <a:pt x="684" y="681"/>
                </a:lnTo>
                <a:lnTo>
                  <a:pt x="684" y="682"/>
                </a:lnTo>
                <a:lnTo>
                  <a:pt x="683" y="681"/>
                </a:lnTo>
                <a:lnTo>
                  <a:pt x="681" y="681"/>
                </a:lnTo>
                <a:lnTo>
                  <a:pt x="681" y="682"/>
                </a:lnTo>
                <a:lnTo>
                  <a:pt x="680" y="682"/>
                </a:lnTo>
                <a:lnTo>
                  <a:pt x="680" y="681"/>
                </a:lnTo>
                <a:lnTo>
                  <a:pt x="680" y="680"/>
                </a:lnTo>
                <a:lnTo>
                  <a:pt x="679" y="680"/>
                </a:lnTo>
                <a:lnTo>
                  <a:pt x="677" y="680"/>
                </a:lnTo>
                <a:lnTo>
                  <a:pt x="676" y="678"/>
                </a:lnTo>
                <a:lnTo>
                  <a:pt x="676" y="677"/>
                </a:lnTo>
                <a:lnTo>
                  <a:pt x="675" y="677"/>
                </a:lnTo>
                <a:lnTo>
                  <a:pt x="674" y="677"/>
                </a:lnTo>
                <a:lnTo>
                  <a:pt x="673" y="677"/>
                </a:lnTo>
                <a:lnTo>
                  <a:pt x="672" y="677"/>
                </a:lnTo>
                <a:lnTo>
                  <a:pt x="669" y="677"/>
                </a:lnTo>
                <a:lnTo>
                  <a:pt x="668" y="677"/>
                </a:lnTo>
                <a:lnTo>
                  <a:pt x="666" y="677"/>
                </a:lnTo>
                <a:lnTo>
                  <a:pt x="666" y="678"/>
                </a:lnTo>
                <a:lnTo>
                  <a:pt x="665" y="678"/>
                </a:lnTo>
                <a:lnTo>
                  <a:pt x="665" y="677"/>
                </a:lnTo>
                <a:lnTo>
                  <a:pt x="664" y="677"/>
                </a:lnTo>
                <a:lnTo>
                  <a:pt x="663" y="677"/>
                </a:lnTo>
                <a:lnTo>
                  <a:pt x="663" y="676"/>
                </a:lnTo>
                <a:lnTo>
                  <a:pt x="664" y="676"/>
                </a:lnTo>
                <a:lnTo>
                  <a:pt x="663" y="675"/>
                </a:lnTo>
                <a:lnTo>
                  <a:pt x="661" y="675"/>
                </a:lnTo>
                <a:lnTo>
                  <a:pt x="660" y="675"/>
                </a:lnTo>
                <a:lnTo>
                  <a:pt x="659" y="676"/>
                </a:lnTo>
                <a:lnTo>
                  <a:pt x="659" y="675"/>
                </a:lnTo>
                <a:lnTo>
                  <a:pt x="658" y="675"/>
                </a:lnTo>
                <a:lnTo>
                  <a:pt x="658" y="676"/>
                </a:lnTo>
                <a:lnTo>
                  <a:pt x="657" y="676"/>
                </a:lnTo>
                <a:lnTo>
                  <a:pt x="658" y="676"/>
                </a:lnTo>
                <a:lnTo>
                  <a:pt x="657" y="676"/>
                </a:lnTo>
                <a:lnTo>
                  <a:pt x="657" y="677"/>
                </a:lnTo>
                <a:lnTo>
                  <a:pt x="656" y="676"/>
                </a:lnTo>
                <a:lnTo>
                  <a:pt x="657" y="676"/>
                </a:lnTo>
                <a:lnTo>
                  <a:pt x="656" y="676"/>
                </a:lnTo>
                <a:lnTo>
                  <a:pt x="656" y="675"/>
                </a:lnTo>
                <a:lnTo>
                  <a:pt x="655" y="675"/>
                </a:lnTo>
                <a:lnTo>
                  <a:pt x="656" y="675"/>
                </a:lnTo>
                <a:lnTo>
                  <a:pt x="656" y="674"/>
                </a:lnTo>
                <a:lnTo>
                  <a:pt x="657" y="673"/>
                </a:lnTo>
                <a:lnTo>
                  <a:pt x="657" y="672"/>
                </a:lnTo>
                <a:lnTo>
                  <a:pt x="657" y="671"/>
                </a:lnTo>
                <a:lnTo>
                  <a:pt x="657" y="670"/>
                </a:lnTo>
                <a:lnTo>
                  <a:pt x="658" y="670"/>
                </a:lnTo>
                <a:lnTo>
                  <a:pt x="658" y="669"/>
                </a:lnTo>
                <a:lnTo>
                  <a:pt x="657" y="669"/>
                </a:lnTo>
                <a:lnTo>
                  <a:pt x="656" y="668"/>
                </a:lnTo>
                <a:lnTo>
                  <a:pt x="655" y="669"/>
                </a:lnTo>
                <a:lnTo>
                  <a:pt x="656" y="669"/>
                </a:lnTo>
                <a:lnTo>
                  <a:pt x="656" y="670"/>
                </a:lnTo>
                <a:lnTo>
                  <a:pt x="655" y="672"/>
                </a:lnTo>
                <a:lnTo>
                  <a:pt x="654" y="671"/>
                </a:lnTo>
                <a:lnTo>
                  <a:pt x="654" y="672"/>
                </a:lnTo>
                <a:lnTo>
                  <a:pt x="654" y="671"/>
                </a:lnTo>
                <a:lnTo>
                  <a:pt x="653" y="671"/>
                </a:lnTo>
                <a:lnTo>
                  <a:pt x="652" y="671"/>
                </a:lnTo>
                <a:lnTo>
                  <a:pt x="651" y="672"/>
                </a:lnTo>
                <a:lnTo>
                  <a:pt x="650" y="672"/>
                </a:lnTo>
                <a:lnTo>
                  <a:pt x="649" y="671"/>
                </a:lnTo>
                <a:lnTo>
                  <a:pt x="649" y="670"/>
                </a:lnTo>
                <a:lnTo>
                  <a:pt x="649" y="669"/>
                </a:lnTo>
                <a:lnTo>
                  <a:pt x="649" y="668"/>
                </a:lnTo>
                <a:lnTo>
                  <a:pt x="650" y="668"/>
                </a:lnTo>
                <a:lnTo>
                  <a:pt x="650" y="667"/>
                </a:lnTo>
                <a:lnTo>
                  <a:pt x="651" y="667"/>
                </a:lnTo>
                <a:lnTo>
                  <a:pt x="653" y="667"/>
                </a:lnTo>
                <a:lnTo>
                  <a:pt x="654" y="667"/>
                </a:lnTo>
                <a:lnTo>
                  <a:pt x="654" y="666"/>
                </a:lnTo>
                <a:lnTo>
                  <a:pt x="655" y="666"/>
                </a:lnTo>
                <a:lnTo>
                  <a:pt x="656" y="666"/>
                </a:lnTo>
                <a:lnTo>
                  <a:pt x="657" y="667"/>
                </a:lnTo>
                <a:lnTo>
                  <a:pt x="657" y="666"/>
                </a:lnTo>
                <a:lnTo>
                  <a:pt x="658" y="666"/>
                </a:lnTo>
                <a:lnTo>
                  <a:pt x="657" y="665"/>
                </a:lnTo>
                <a:lnTo>
                  <a:pt x="657" y="662"/>
                </a:lnTo>
                <a:lnTo>
                  <a:pt x="657" y="661"/>
                </a:lnTo>
                <a:lnTo>
                  <a:pt x="656" y="661"/>
                </a:lnTo>
                <a:lnTo>
                  <a:pt x="655" y="661"/>
                </a:lnTo>
                <a:lnTo>
                  <a:pt x="655" y="662"/>
                </a:lnTo>
                <a:lnTo>
                  <a:pt x="654" y="661"/>
                </a:lnTo>
                <a:lnTo>
                  <a:pt x="654" y="660"/>
                </a:lnTo>
                <a:lnTo>
                  <a:pt x="657" y="659"/>
                </a:lnTo>
                <a:lnTo>
                  <a:pt x="658" y="659"/>
                </a:lnTo>
                <a:lnTo>
                  <a:pt x="658" y="657"/>
                </a:lnTo>
                <a:lnTo>
                  <a:pt x="658" y="656"/>
                </a:lnTo>
                <a:lnTo>
                  <a:pt x="657" y="655"/>
                </a:lnTo>
                <a:lnTo>
                  <a:pt x="657" y="653"/>
                </a:lnTo>
                <a:lnTo>
                  <a:pt x="657" y="650"/>
                </a:lnTo>
                <a:lnTo>
                  <a:pt x="657" y="647"/>
                </a:lnTo>
                <a:lnTo>
                  <a:pt x="659" y="647"/>
                </a:lnTo>
                <a:lnTo>
                  <a:pt x="659" y="646"/>
                </a:lnTo>
                <a:lnTo>
                  <a:pt x="660" y="646"/>
                </a:lnTo>
                <a:lnTo>
                  <a:pt x="661" y="646"/>
                </a:lnTo>
                <a:lnTo>
                  <a:pt x="661" y="645"/>
                </a:lnTo>
                <a:lnTo>
                  <a:pt x="660" y="644"/>
                </a:lnTo>
                <a:lnTo>
                  <a:pt x="660" y="643"/>
                </a:lnTo>
                <a:lnTo>
                  <a:pt x="659" y="643"/>
                </a:lnTo>
                <a:lnTo>
                  <a:pt x="660" y="642"/>
                </a:lnTo>
                <a:lnTo>
                  <a:pt x="660" y="640"/>
                </a:lnTo>
                <a:lnTo>
                  <a:pt x="660" y="638"/>
                </a:lnTo>
                <a:lnTo>
                  <a:pt x="659" y="638"/>
                </a:lnTo>
                <a:lnTo>
                  <a:pt x="661" y="638"/>
                </a:lnTo>
                <a:lnTo>
                  <a:pt x="661" y="637"/>
                </a:lnTo>
                <a:lnTo>
                  <a:pt x="662" y="636"/>
                </a:lnTo>
                <a:lnTo>
                  <a:pt x="661" y="636"/>
                </a:lnTo>
                <a:lnTo>
                  <a:pt x="661" y="635"/>
                </a:lnTo>
                <a:lnTo>
                  <a:pt x="660" y="634"/>
                </a:lnTo>
                <a:lnTo>
                  <a:pt x="660" y="633"/>
                </a:lnTo>
                <a:lnTo>
                  <a:pt x="660" y="632"/>
                </a:lnTo>
                <a:lnTo>
                  <a:pt x="661" y="631"/>
                </a:lnTo>
                <a:lnTo>
                  <a:pt x="661" y="630"/>
                </a:lnTo>
                <a:lnTo>
                  <a:pt x="661" y="629"/>
                </a:lnTo>
                <a:lnTo>
                  <a:pt x="661" y="628"/>
                </a:lnTo>
                <a:lnTo>
                  <a:pt x="662" y="627"/>
                </a:lnTo>
                <a:lnTo>
                  <a:pt x="662" y="626"/>
                </a:lnTo>
                <a:lnTo>
                  <a:pt x="663" y="625"/>
                </a:lnTo>
                <a:lnTo>
                  <a:pt x="663" y="624"/>
                </a:lnTo>
                <a:lnTo>
                  <a:pt x="662" y="623"/>
                </a:lnTo>
                <a:lnTo>
                  <a:pt x="661" y="623"/>
                </a:lnTo>
                <a:lnTo>
                  <a:pt x="660" y="623"/>
                </a:lnTo>
                <a:lnTo>
                  <a:pt x="661" y="623"/>
                </a:lnTo>
                <a:lnTo>
                  <a:pt x="661" y="622"/>
                </a:lnTo>
                <a:lnTo>
                  <a:pt x="659" y="622"/>
                </a:lnTo>
                <a:lnTo>
                  <a:pt x="658" y="621"/>
                </a:lnTo>
                <a:lnTo>
                  <a:pt x="658" y="622"/>
                </a:lnTo>
                <a:lnTo>
                  <a:pt x="656" y="622"/>
                </a:lnTo>
                <a:lnTo>
                  <a:pt x="655" y="622"/>
                </a:lnTo>
                <a:lnTo>
                  <a:pt x="654" y="622"/>
                </a:lnTo>
                <a:lnTo>
                  <a:pt x="654" y="621"/>
                </a:lnTo>
                <a:lnTo>
                  <a:pt x="653" y="621"/>
                </a:lnTo>
                <a:lnTo>
                  <a:pt x="653" y="620"/>
                </a:lnTo>
                <a:lnTo>
                  <a:pt x="652" y="620"/>
                </a:lnTo>
                <a:lnTo>
                  <a:pt x="652" y="621"/>
                </a:lnTo>
                <a:lnTo>
                  <a:pt x="651" y="622"/>
                </a:lnTo>
                <a:lnTo>
                  <a:pt x="650" y="622"/>
                </a:lnTo>
                <a:lnTo>
                  <a:pt x="650" y="623"/>
                </a:lnTo>
                <a:lnTo>
                  <a:pt x="649" y="622"/>
                </a:lnTo>
                <a:lnTo>
                  <a:pt x="649" y="623"/>
                </a:lnTo>
                <a:lnTo>
                  <a:pt x="648" y="623"/>
                </a:lnTo>
                <a:lnTo>
                  <a:pt x="646" y="623"/>
                </a:lnTo>
                <a:lnTo>
                  <a:pt x="645" y="622"/>
                </a:lnTo>
                <a:lnTo>
                  <a:pt x="644" y="622"/>
                </a:lnTo>
                <a:lnTo>
                  <a:pt x="643" y="622"/>
                </a:lnTo>
                <a:lnTo>
                  <a:pt x="642" y="621"/>
                </a:lnTo>
                <a:lnTo>
                  <a:pt x="641" y="621"/>
                </a:lnTo>
                <a:lnTo>
                  <a:pt x="641" y="622"/>
                </a:lnTo>
                <a:lnTo>
                  <a:pt x="640" y="622"/>
                </a:lnTo>
                <a:lnTo>
                  <a:pt x="640" y="623"/>
                </a:lnTo>
                <a:lnTo>
                  <a:pt x="638" y="623"/>
                </a:lnTo>
                <a:lnTo>
                  <a:pt x="638" y="622"/>
                </a:lnTo>
                <a:lnTo>
                  <a:pt x="637" y="622"/>
                </a:lnTo>
                <a:lnTo>
                  <a:pt x="637" y="623"/>
                </a:lnTo>
                <a:lnTo>
                  <a:pt x="636" y="623"/>
                </a:lnTo>
                <a:lnTo>
                  <a:pt x="634" y="625"/>
                </a:lnTo>
                <a:lnTo>
                  <a:pt x="634" y="624"/>
                </a:lnTo>
                <a:lnTo>
                  <a:pt x="635" y="626"/>
                </a:lnTo>
                <a:lnTo>
                  <a:pt x="635" y="627"/>
                </a:lnTo>
                <a:lnTo>
                  <a:pt x="635" y="628"/>
                </a:lnTo>
                <a:lnTo>
                  <a:pt x="634" y="628"/>
                </a:lnTo>
                <a:lnTo>
                  <a:pt x="633" y="628"/>
                </a:lnTo>
                <a:lnTo>
                  <a:pt x="633" y="630"/>
                </a:lnTo>
                <a:lnTo>
                  <a:pt x="633" y="631"/>
                </a:lnTo>
                <a:lnTo>
                  <a:pt x="634" y="632"/>
                </a:lnTo>
                <a:lnTo>
                  <a:pt x="634" y="633"/>
                </a:lnTo>
                <a:lnTo>
                  <a:pt x="635" y="633"/>
                </a:lnTo>
                <a:lnTo>
                  <a:pt x="634" y="634"/>
                </a:lnTo>
                <a:lnTo>
                  <a:pt x="634" y="635"/>
                </a:lnTo>
                <a:lnTo>
                  <a:pt x="633" y="636"/>
                </a:lnTo>
                <a:lnTo>
                  <a:pt x="632" y="636"/>
                </a:lnTo>
                <a:lnTo>
                  <a:pt x="631" y="638"/>
                </a:lnTo>
                <a:lnTo>
                  <a:pt x="630" y="637"/>
                </a:lnTo>
                <a:lnTo>
                  <a:pt x="630" y="636"/>
                </a:lnTo>
                <a:lnTo>
                  <a:pt x="629" y="636"/>
                </a:lnTo>
                <a:lnTo>
                  <a:pt x="629" y="635"/>
                </a:lnTo>
                <a:lnTo>
                  <a:pt x="629" y="634"/>
                </a:lnTo>
                <a:lnTo>
                  <a:pt x="629" y="633"/>
                </a:lnTo>
                <a:lnTo>
                  <a:pt x="628" y="633"/>
                </a:lnTo>
                <a:lnTo>
                  <a:pt x="628" y="632"/>
                </a:lnTo>
                <a:lnTo>
                  <a:pt x="627" y="632"/>
                </a:lnTo>
                <a:lnTo>
                  <a:pt x="626" y="632"/>
                </a:lnTo>
                <a:lnTo>
                  <a:pt x="625" y="631"/>
                </a:lnTo>
                <a:lnTo>
                  <a:pt x="625" y="630"/>
                </a:lnTo>
                <a:lnTo>
                  <a:pt x="626" y="630"/>
                </a:lnTo>
                <a:lnTo>
                  <a:pt x="626" y="631"/>
                </a:lnTo>
                <a:lnTo>
                  <a:pt x="627" y="631"/>
                </a:lnTo>
                <a:lnTo>
                  <a:pt x="628" y="631"/>
                </a:lnTo>
                <a:lnTo>
                  <a:pt x="628" y="630"/>
                </a:lnTo>
                <a:lnTo>
                  <a:pt x="629" y="630"/>
                </a:lnTo>
                <a:lnTo>
                  <a:pt x="629" y="629"/>
                </a:lnTo>
                <a:lnTo>
                  <a:pt x="628" y="628"/>
                </a:lnTo>
                <a:lnTo>
                  <a:pt x="627" y="628"/>
                </a:lnTo>
                <a:lnTo>
                  <a:pt x="626" y="628"/>
                </a:lnTo>
                <a:lnTo>
                  <a:pt x="626" y="627"/>
                </a:lnTo>
                <a:lnTo>
                  <a:pt x="625" y="627"/>
                </a:lnTo>
                <a:lnTo>
                  <a:pt x="625" y="626"/>
                </a:lnTo>
                <a:lnTo>
                  <a:pt x="624" y="626"/>
                </a:lnTo>
                <a:lnTo>
                  <a:pt x="623" y="626"/>
                </a:lnTo>
                <a:lnTo>
                  <a:pt x="623" y="627"/>
                </a:lnTo>
                <a:lnTo>
                  <a:pt x="622" y="628"/>
                </a:lnTo>
                <a:lnTo>
                  <a:pt x="621" y="629"/>
                </a:lnTo>
                <a:lnTo>
                  <a:pt x="621" y="630"/>
                </a:lnTo>
                <a:lnTo>
                  <a:pt x="620" y="630"/>
                </a:lnTo>
                <a:lnTo>
                  <a:pt x="620" y="629"/>
                </a:lnTo>
                <a:lnTo>
                  <a:pt x="619" y="629"/>
                </a:lnTo>
                <a:lnTo>
                  <a:pt x="620" y="628"/>
                </a:lnTo>
                <a:lnTo>
                  <a:pt x="620" y="627"/>
                </a:lnTo>
                <a:lnTo>
                  <a:pt x="620" y="626"/>
                </a:lnTo>
                <a:lnTo>
                  <a:pt x="619" y="626"/>
                </a:lnTo>
                <a:lnTo>
                  <a:pt x="618" y="626"/>
                </a:lnTo>
                <a:lnTo>
                  <a:pt x="617" y="626"/>
                </a:lnTo>
                <a:lnTo>
                  <a:pt x="617" y="625"/>
                </a:lnTo>
                <a:lnTo>
                  <a:pt x="617" y="624"/>
                </a:lnTo>
                <a:lnTo>
                  <a:pt x="616" y="624"/>
                </a:lnTo>
                <a:lnTo>
                  <a:pt x="616" y="625"/>
                </a:lnTo>
                <a:lnTo>
                  <a:pt x="615" y="626"/>
                </a:lnTo>
                <a:lnTo>
                  <a:pt x="615" y="627"/>
                </a:lnTo>
                <a:lnTo>
                  <a:pt x="614" y="627"/>
                </a:lnTo>
                <a:lnTo>
                  <a:pt x="614" y="625"/>
                </a:lnTo>
                <a:lnTo>
                  <a:pt x="614" y="624"/>
                </a:lnTo>
                <a:lnTo>
                  <a:pt x="615" y="624"/>
                </a:lnTo>
                <a:lnTo>
                  <a:pt x="616" y="623"/>
                </a:lnTo>
                <a:lnTo>
                  <a:pt x="616" y="622"/>
                </a:lnTo>
                <a:lnTo>
                  <a:pt x="617" y="622"/>
                </a:lnTo>
                <a:lnTo>
                  <a:pt x="617" y="621"/>
                </a:lnTo>
                <a:lnTo>
                  <a:pt x="617" y="620"/>
                </a:lnTo>
                <a:lnTo>
                  <a:pt x="617" y="619"/>
                </a:lnTo>
                <a:lnTo>
                  <a:pt x="618" y="619"/>
                </a:lnTo>
                <a:lnTo>
                  <a:pt x="619" y="619"/>
                </a:lnTo>
                <a:lnTo>
                  <a:pt x="619" y="618"/>
                </a:lnTo>
                <a:lnTo>
                  <a:pt x="618" y="617"/>
                </a:lnTo>
                <a:lnTo>
                  <a:pt x="618" y="616"/>
                </a:lnTo>
                <a:lnTo>
                  <a:pt x="619" y="617"/>
                </a:lnTo>
                <a:lnTo>
                  <a:pt x="620" y="617"/>
                </a:lnTo>
                <a:lnTo>
                  <a:pt x="620" y="616"/>
                </a:lnTo>
                <a:lnTo>
                  <a:pt x="620" y="615"/>
                </a:lnTo>
                <a:lnTo>
                  <a:pt x="620" y="614"/>
                </a:lnTo>
                <a:lnTo>
                  <a:pt x="619" y="613"/>
                </a:lnTo>
                <a:lnTo>
                  <a:pt x="619" y="612"/>
                </a:lnTo>
                <a:lnTo>
                  <a:pt x="620" y="612"/>
                </a:lnTo>
                <a:lnTo>
                  <a:pt x="620" y="611"/>
                </a:lnTo>
                <a:lnTo>
                  <a:pt x="620" y="610"/>
                </a:lnTo>
                <a:lnTo>
                  <a:pt x="619" y="611"/>
                </a:lnTo>
                <a:lnTo>
                  <a:pt x="619" y="610"/>
                </a:lnTo>
                <a:lnTo>
                  <a:pt x="618" y="610"/>
                </a:lnTo>
                <a:lnTo>
                  <a:pt x="618" y="609"/>
                </a:lnTo>
                <a:lnTo>
                  <a:pt x="617" y="608"/>
                </a:lnTo>
                <a:lnTo>
                  <a:pt x="617" y="607"/>
                </a:lnTo>
                <a:lnTo>
                  <a:pt x="616" y="607"/>
                </a:lnTo>
                <a:lnTo>
                  <a:pt x="616" y="606"/>
                </a:lnTo>
                <a:lnTo>
                  <a:pt x="616" y="605"/>
                </a:lnTo>
                <a:lnTo>
                  <a:pt x="616" y="604"/>
                </a:lnTo>
                <a:lnTo>
                  <a:pt x="615" y="604"/>
                </a:lnTo>
                <a:lnTo>
                  <a:pt x="614" y="604"/>
                </a:lnTo>
                <a:lnTo>
                  <a:pt x="614" y="605"/>
                </a:lnTo>
                <a:lnTo>
                  <a:pt x="614" y="604"/>
                </a:lnTo>
                <a:lnTo>
                  <a:pt x="613" y="604"/>
                </a:lnTo>
                <a:lnTo>
                  <a:pt x="612" y="604"/>
                </a:lnTo>
                <a:lnTo>
                  <a:pt x="611" y="603"/>
                </a:lnTo>
                <a:lnTo>
                  <a:pt x="610" y="603"/>
                </a:lnTo>
                <a:lnTo>
                  <a:pt x="609" y="604"/>
                </a:lnTo>
                <a:lnTo>
                  <a:pt x="607" y="603"/>
                </a:lnTo>
                <a:lnTo>
                  <a:pt x="607" y="602"/>
                </a:lnTo>
                <a:lnTo>
                  <a:pt x="606" y="601"/>
                </a:lnTo>
                <a:lnTo>
                  <a:pt x="605" y="601"/>
                </a:lnTo>
                <a:lnTo>
                  <a:pt x="604" y="600"/>
                </a:lnTo>
                <a:lnTo>
                  <a:pt x="605" y="599"/>
                </a:lnTo>
                <a:lnTo>
                  <a:pt x="606" y="599"/>
                </a:lnTo>
                <a:lnTo>
                  <a:pt x="606" y="598"/>
                </a:lnTo>
                <a:lnTo>
                  <a:pt x="606" y="597"/>
                </a:lnTo>
                <a:lnTo>
                  <a:pt x="606" y="598"/>
                </a:lnTo>
                <a:lnTo>
                  <a:pt x="607" y="598"/>
                </a:lnTo>
                <a:lnTo>
                  <a:pt x="607" y="597"/>
                </a:lnTo>
                <a:lnTo>
                  <a:pt x="606" y="597"/>
                </a:lnTo>
                <a:lnTo>
                  <a:pt x="606" y="596"/>
                </a:lnTo>
                <a:lnTo>
                  <a:pt x="607" y="596"/>
                </a:lnTo>
                <a:lnTo>
                  <a:pt x="607" y="595"/>
                </a:lnTo>
                <a:lnTo>
                  <a:pt x="606" y="595"/>
                </a:lnTo>
                <a:lnTo>
                  <a:pt x="605" y="595"/>
                </a:lnTo>
                <a:lnTo>
                  <a:pt x="604" y="595"/>
                </a:lnTo>
                <a:lnTo>
                  <a:pt x="603" y="595"/>
                </a:lnTo>
                <a:lnTo>
                  <a:pt x="603" y="594"/>
                </a:lnTo>
                <a:lnTo>
                  <a:pt x="602" y="594"/>
                </a:lnTo>
                <a:lnTo>
                  <a:pt x="601" y="594"/>
                </a:lnTo>
                <a:lnTo>
                  <a:pt x="600" y="593"/>
                </a:lnTo>
                <a:lnTo>
                  <a:pt x="599" y="593"/>
                </a:lnTo>
                <a:lnTo>
                  <a:pt x="599" y="594"/>
                </a:lnTo>
                <a:lnTo>
                  <a:pt x="598" y="594"/>
                </a:lnTo>
                <a:lnTo>
                  <a:pt x="598" y="593"/>
                </a:lnTo>
                <a:lnTo>
                  <a:pt x="598" y="594"/>
                </a:lnTo>
                <a:lnTo>
                  <a:pt x="598" y="593"/>
                </a:lnTo>
                <a:lnTo>
                  <a:pt x="599" y="593"/>
                </a:lnTo>
                <a:lnTo>
                  <a:pt x="599" y="591"/>
                </a:lnTo>
                <a:lnTo>
                  <a:pt x="600" y="591"/>
                </a:lnTo>
                <a:lnTo>
                  <a:pt x="599" y="591"/>
                </a:lnTo>
                <a:lnTo>
                  <a:pt x="598" y="590"/>
                </a:lnTo>
                <a:lnTo>
                  <a:pt x="598" y="589"/>
                </a:lnTo>
                <a:lnTo>
                  <a:pt x="599" y="589"/>
                </a:lnTo>
                <a:lnTo>
                  <a:pt x="599" y="588"/>
                </a:lnTo>
                <a:lnTo>
                  <a:pt x="599" y="587"/>
                </a:lnTo>
                <a:lnTo>
                  <a:pt x="599" y="586"/>
                </a:lnTo>
                <a:lnTo>
                  <a:pt x="600" y="586"/>
                </a:lnTo>
                <a:lnTo>
                  <a:pt x="600" y="584"/>
                </a:lnTo>
                <a:lnTo>
                  <a:pt x="599" y="583"/>
                </a:lnTo>
                <a:lnTo>
                  <a:pt x="597" y="580"/>
                </a:lnTo>
                <a:lnTo>
                  <a:pt x="596" y="578"/>
                </a:lnTo>
                <a:lnTo>
                  <a:pt x="596" y="576"/>
                </a:lnTo>
                <a:lnTo>
                  <a:pt x="595" y="575"/>
                </a:lnTo>
                <a:lnTo>
                  <a:pt x="592" y="572"/>
                </a:lnTo>
                <a:lnTo>
                  <a:pt x="592" y="571"/>
                </a:lnTo>
                <a:lnTo>
                  <a:pt x="591" y="567"/>
                </a:lnTo>
                <a:lnTo>
                  <a:pt x="591" y="566"/>
                </a:lnTo>
                <a:lnTo>
                  <a:pt x="590" y="566"/>
                </a:lnTo>
                <a:lnTo>
                  <a:pt x="590" y="567"/>
                </a:lnTo>
                <a:lnTo>
                  <a:pt x="589" y="565"/>
                </a:lnTo>
                <a:lnTo>
                  <a:pt x="588" y="565"/>
                </a:lnTo>
                <a:lnTo>
                  <a:pt x="588" y="564"/>
                </a:lnTo>
                <a:lnTo>
                  <a:pt x="589" y="564"/>
                </a:lnTo>
                <a:lnTo>
                  <a:pt x="590" y="563"/>
                </a:lnTo>
                <a:lnTo>
                  <a:pt x="590" y="562"/>
                </a:lnTo>
                <a:lnTo>
                  <a:pt x="589" y="562"/>
                </a:lnTo>
                <a:lnTo>
                  <a:pt x="588" y="562"/>
                </a:lnTo>
                <a:lnTo>
                  <a:pt x="589" y="561"/>
                </a:lnTo>
                <a:lnTo>
                  <a:pt x="590" y="561"/>
                </a:lnTo>
                <a:lnTo>
                  <a:pt x="591" y="561"/>
                </a:lnTo>
                <a:lnTo>
                  <a:pt x="591" y="559"/>
                </a:lnTo>
                <a:lnTo>
                  <a:pt x="590" y="559"/>
                </a:lnTo>
                <a:lnTo>
                  <a:pt x="589" y="559"/>
                </a:lnTo>
                <a:lnTo>
                  <a:pt x="589" y="558"/>
                </a:lnTo>
                <a:lnTo>
                  <a:pt x="588" y="557"/>
                </a:lnTo>
                <a:lnTo>
                  <a:pt x="589" y="556"/>
                </a:lnTo>
                <a:lnTo>
                  <a:pt x="590" y="555"/>
                </a:lnTo>
                <a:lnTo>
                  <a:pt x="590" y="556"/>
                </a:lnTo>
                <a:lnTo>
                  <a:pt x="591" y="555"/>
                </a:lnTo>
                <a:lnTo>
                  <a:pt x="591" y="554"/>
                </a:lnTo>
                <a:lnTo>
                  <a:pt x="591" y="555"/>
                </a:lnTo>
                <a:lnTo>
                  <a:pt x="591" y="554"/>
                </a:lnTo>
                <a:lnTo>
                  <a:pt x="592" y="554"/>
                </a:lnTo>
                <a:lnTo>
                  <a:pt x="592" y="553"/>
                </a:lnTo>
                <a:lnTo>
                  <a:pt x="591" y="553"/>
                </a:lnTo>
                <a:lnTo>
                  <a:pt x="592" y="552"/>
                </a:lnTo>
                <a:lnTo>
                  <a:pt x="592" y="550"/>
                </a:lnTo>
                <a:lnTo>
                  <a:pt x="593" y="549"/>
                </a:lnTo>
                <a:lnTo>
                  <a:pt x="593" y="548"/>
                </a:lnTo>
                <a:lnTo>
                  <a:pt x="592" y="547"/>
                </a:lnTo>
                <a:lnTo>
                  <a:pt x="591" y="546"/>
                </a:lnTo>
                <a:lnTo>
                  <a:pt x="591" y="545"/>
                </a:lnTo>
                <a:lnTo>
                  <a:pt x="592" y="545"/>
                </a:lnTo>
                <a:lnTo>
                  <a:pt x="592" y="544"/>
                </a:lnTo>
                <a:lnTo>
                  <a:pt x="594" y="545"/>
                </a:lnTo>
                <a:lnTo>
                  <a:pt x="595" y="545"/>
                </a:lnTo>
                <a:lnTo>
                  <a:pt x="595" y="546"/>
                </a:lnTo>
                <a:lnTo>
                  <a:pt x="596" y="546"/>
                </a:lnTo>
                <a:lnTo>
                  <a:pt x="596" y="545"/>
                </a:lnTo>
                <a:lnTo>
                  <a:pt x="596" y="544"/>
                </a:lnTo>
                <a:lnTo>
                  <a:pt x="597" y="544"/>
                </a:lnTo>
                <a:lnTo>
                  <a:pt x="597" y="545"/>
                </a:lnTo>
                <a:lnTo>
                  <a:pt x="598" y="545"/>
                </a:lnTo>
                <a:lnTo>
                  <a:pt x="599" y="544"/>
                </a:lnTo>
                <a:lnTo>
                  <a:pt x="601" y="544"/>
                </a:lnTo>
                <a:lnTo>
                  <a:pt x="602" y="546"/>
                </a:lnTo>
                <a:lnTo>
                  <a:pt x="603" y="547"/>
                </a:lnTo>
                <a:lnTo>
                  <a:pt x="603" y="548"/>
                </a:lnTo>
                <a:lnTo>
                  <a:pt x="603" y="549"/>
                </a:lnTo>
                <a:lnTo>
                  <a:pt x="604" y="549"/>
                </a:lnTo>
                <a:lnTo>
                  <a:pt x="605" y="549"/>
                </a:lnTo>
                <a:lnTo>
                  <a:pt x="606" y="549"/>
                </a:lnTo>
                <a:lnTo>
                  <a:pt x="607" y="549"/>
                </a:lnTo>
                <a:lnTo>
                  <a:pt x="607" y="548"/>
                </a:lnTo>
                <a:lnTo>
                  <a:pt x="608" y="548"/>
                </a:lnTo>
                <a:lnTo>
                  <a:pt x="609" y="548"/>
                </a:lnTo>
                <a:lnTo>
                  <a:pt x="610" y="549"/>
                </a:lnTo>
                <a:lnTo>
                  <a:pt x="612" y="549"/>
                </a:lnTo>
                <a:lnTo>
                  <a:pt x="613" y="548"/>
                </a:lnTo>
                <a:lnTo>
                  <a:pt x="614" y="546"/>
                </a:lnTo>
                <a:lnTo>
                  <a:pt x="615" y="545"/>
                </a:lnTo>
                <a:lnTo>
                  <a:pt x="615" y="544"/>
                </a:lnTo>
                <a:lnTo>
                  <a:pt x="616" y="544"/>
                </a:lnTo>
                <a:lnTo>
                  <a:pt x="617" y="544"/>
                </a:lnTo>
                <a:lnTo>
                  <a:pt x="618" y="544"/>
                </a:lnTo>
                <a:lnTo>
                  <a:pt x="619" y="545"/>
                </a:lnTo>
                <a:lnTo>
                  <a:pt x="621" y="546"/>
                </a:lnTo>
                <a:lnTo>
                  <a:pt x="622" y="546"/>
                </a:lnTo>
                <a:lnTo>
                  <a:pt x="623" y="546"/>
                </a:lnTo>
                <a:lnTo>
                  <a:pt x="624" y="546"/>
                </a:lnTo>
                <a:lnTo>
                  <a:pt x="624" y="547"/>
                </a:lnTo>
                <a:lnTo>
                  <a:pt x="625" y="547"/>
                </a:lnTo>
                <a:lnTo>
                  <a:pt x="626" y="547"/>
                </a:lnTo>
                <a:lnTo>
                  <a:pt x="626" y="546"/>
                </a:lnTo>
                <a:lnTo>
                  <a:pt x="626" y="545"/>
                </a:lnTo>
                <a:lnTo>
                  <a:pt x="629" y="546"/>
                </a:lnTo>
                <a:lnTo>
                  <a:pt x="630" y="545"/>
                </a:lnTo>
                <a:lnTo>
                  <a:pt x="630" y="543"/>
                </a:lnTo>
                <a:lnTo>
                  <a:pt x="630" y="541"/>
                </a:lnTo>
                <a:lnTo>
                  <a:pt x="630" y="540"/>
                </a:lnTo>
                <a:lnTo>
                  <a:pt x="631" y="540"/>
                </a:lnTo>
                <a:lnTo>
                  <a:pt x="631" y="539"/>
                </a:lnTo>
                <a:lnTo>
                  <a:pt x="630" y="539"/>
                </a:lnTo>
                <a:lnTo>
                  <a:pt x="630" y="538"/>
                </a:lnTo>
                <a:lnTo>
                  <a:pt x="630" y="537"/>
                </a:lnTo>
                <a:lnTo>
                  <a:pt x="630" y="536"/>
                </a:lnTo>
                <a:lnTo>
                  <a:pt x="629" y="536"/>
                </a:lnTo>
                <a:lnTo>
                  <a:pt x="628" y="536"/>
                </a:lnTo>
                <a:lnTo>
                  <a:pt x="628" y="535"/>
                </a:lnTo>
                <a:lnTo>
                  <a:pt x="627" y="535"/>
                </a:lnTo>
                <a:lnTo>
                  <a:pt x="626" y="535"/>
                </a:lnTo>
                <a:lnTo>
                  <a:pt x="625" y="536"/>
                </a:lnTo>
                <a:lnTo>
                  <a:pt x="624" y="536"/>
                </a:lnTo>
                <a:lnTo>
                  <a:pt x="624" y="537"/>
                </a:lnTo>
                <a:lnTo>
                  <a:pt x="624" y="538"/>
                </a:lnTo>
                <a:lnTo>
                  <a:pt x="624" y="537"/>
                </a:lnTo>
                <a:lnTo>
                  <a:pt x="623" y="537"/>
                </a:lnTo>
                <a:lnTo>
                  <a:pt x="622" y="537"/>
                </a:lnTo>
                <a:lnTo>
                  <a:pt x="622" y="533"/>
                </a:lnTo>
                <a:lnTo>
                  <a:pt x="622" y="532"/>
                </a:lnTo>
                <a:lnTo>
                  <a:pt x="622" y="531"/>
                </a:lnTo>
                <a:lnTo>
                  <a:pt x="622" y="530"/>
                </a:lnTo>
                <a:lnTo>
                  <a:pt x="623" y="530"/>
                </a:lnTo>
                <a:lnTo>
                  <a:pt x="623" y="531"/>
                </a:lnTo>
                <a:lnTo>
                  <a:pt x="624" y="531"/>
                </a:lnTo>
                <a:lnTo>
                  <a:pt x="625" y="530"/>
                </a:lnTo>
                <a:lnTo>
                  <a:pt x="625" y="529"/>
                </a:lnTo>
                <a:lnTo>
                  <a:pt x="626" y="529"/>
                </a:lnTo>
                <a:lnTo>
                  <a:pt x="626" y="527"/>
                </a:lnTo>
                <a:lnTo>
                  <a:pt x="624" y="526"/>
                </a:lnTo>
                <a:lnTo>
                  <a:pt x="623" y="526"/>
                </a:lnTo>
                <a:lnTo>
                  <a:pt x="622" y="526"/>
                </a:lnTo>
                <a:lnTo>
                  <a:pt x="622" y="525"/>
                </a:lnTo>
                <a:lnTo>
                  <a:pt x="623" y="525"/>
                </a:lnTo>
                <a:lnTo>
                  <a:pt x="623" y="524"/>
                </a:lnTo>
                <a:lnTo>
                  <a:pt x="622" y="524"/>
                </a:lnTo>
                <a:lnTo>
                  <a:pt x="622" y="523"/>
                </a:lnTo>
                <a:lnTo>
                  <a:pt x="621" y="523"/>
                </a:lnTo>
                <a:lnTo>
                  <a:pt x="621" y="524"/>
                </a:lnTo>
                <a:lnTo>
                  <a:pt x="620" y="524"/>
                </a:lnTo>
                <a:lnTo>
                  <a:pt x="619" y="525"/>
                </a:lnTo>
                <a:lnTo>
                  <a:pt x="617" y="524"/>
                </a:lnTo>
                <a:lnTo>
                  <a:pt x="615" y="524"/>
                </a:lnTo>
                <a:lnTo>
                  <a:pt x="615" y="523"/>
                </a:lnTo>
                <a:lnTo>
                  <a:pt x="615" y="522"/>
                </a:lnTo>
                <a:lnTo>
                  <a:pt x="613" y="522"/>
                </a:lnTo>
                <a:lnTo>
                  <a:pt x="612" y="522"/>
                </a:lnTo>
                <a:lnTo>
                  <a:pt x="612" y="523"/>
                </a:lnTo>
                <a:lnTo>
                  <a:pt x="612" y="524"/>
                </a:lnTo>
                <a:lnTo>
                  <a:pt x="610" y="525"/>
                </a:lnTo>
                <a:lnTo>
                  <a:pt x="610" y="524"/>
                </a:lnTo>
                <a:lnTo>
                  <a:pt x="610" y="523"/>
                </a:lnTo>
                <a:lnTo>
                  <a:pt x="608" y="521"/>
                </a:lnTo>
                <a:lnTo>
                  <a:pt x="607" y="522"/>
                </a:lnTo>
                <a:lnTo>
                  <a:pt x="607" y="523"/>
                </a:lnTo>
                <a:lnTo>
                  <a:pt x="606" y="523"/>
                </a:lnTo>
                <a:lnTo>
                  <a:pt x="605" y="523"/>
                </a:lnTo>
                <a:lnTo>
                  <a:pt x="605" y="522"/>
                </a:lnTo>
                <a:lnTo>
                  <a:pt x="605" y="521"/>
                </a:lnTo>
                <a:lnTo>
                  <a:pt x="605" y="520"/>
                </a:lnTo>
                <a:lnTo>
                  <a:pt x="606" y="520"/>
                </a:lnTo>
                <a:lnTo>
                  <a:pt x="606" y="519"/>
                </a:lnTo>
                <a:lnTo>
                  <a:pt x="605" y="516"/>
                </a:lnTo>
                <a:lnTo>
                  <a:pt x="604" y="515"/>
                </a:lnTo>
                <a:lnTo>
                  <a:pt x="603" y="515"/>
                </a:lnTo>
                <a:lnTo>
                  <a:pt x="602" y="515"/>
                </a:lnTo>
                <a:lnTo>
                  <a:pt x="603" y="514"/>
                </a:lnTo>
                <a:lnTo>
                  <a:pt x="602" y="514"/>
                </a:lnTo>
                <a:lnTo>
                  <a:pt x="601" y="512"/>
                </a:lnTo>
                <a:lnTo>
                  <a:pt x="600" y="511"/>
                </a:lnTo>
                <a:lnTo>
                  <a:pt x="599" y="510"/>
                </a:lnTo>
                <a:lnTo>
                  <a:pt x="598" y="510"/>
                </a:lnTo>
                <a:lnTo>
                  <a:pt x="597" y="509"/>
                </a:lnTo>
                <a:lnTo>
                  <a:pt x="596" y="508"/>
                </a:lnTo>
                <a:lnTo>
                  <a:pt x="595" y="508"/>
                </a:lnTo>
                <a:lnTo>
                  <a:pt x="595" y="509"/>
                </a:lnTo>
                <a:lnTo>
                  <a:pt x="594" y="509"/>
                </a:lnTo>
                <a:lnTo>
                  <a:pt x="594" y="508"/>
                </a:lnTo>
                <a:lnTo>
                  <a:pt x="592" y="507"/>
                </a:lnTo>
                <a:lnTo>
                  <a:pt x="592" y="506"/>
                </a:lnTo>
                <a:lnTo>
                  <a:pt x="591" y="505"/>
                </a:lnTo>
                <a:lnTo>
                  <a:pt x="591" y="504"/>
                </a:lnTo>
                <a:lnTo>
                  <a:pt x="592" y="504"/>
                </a:lnTo>
                <a:lnTo>
                  <a:pt x="591" y="504"/>
                </a:lnTo>
                <a:lnTo>
                  <a:pt x="590" y="502"/>
                </a:lnTo>
                <a:lnTo>
                  <a:pt x="590" y="500"/>
                </a:lnTo>
                <a:lnTo>
                  <a:pt x="591" y="499"/>
                </a:lnTo>
                <a:lnTo>
                  <a:pt x="590" y="498"/>
                </a:lnTo>
                <a:lnTo>
                  <a:pt x="590" y="497"/>
                </a:lnTo>
                <a:lnTo>
                  <a:pt x="589" y="497"/>
                </a:lnTo>
                <a:lnTo>
                  <a:pt x="587" y="497"/>
                </a:lnTo>
                <a:lnTo>
                  <a:pt x="587" y="496"/>
                </a:lnTo>
                <a:lnTo>
                  <a:pt x="586" y="496"/>
                </a:lnTo>
                <a:lnTo>
                  <a:pt x="585" y="497"/>
                </a:lnTo>
                <a:lnTo>
                  <a:pt x="583" y="497"/>
                </a:lnTo>
                <a:lnTo>
                  <a:pt x="581" y="498"/>
                </a:lnTo>
                <a:lnTo>
                  <a:pt x="580" y="498"/>
                </a:lnTo>
                <a:lnTo>
                  <a:pt x="578" y="497"/>
                </a:lnTo>
                <a:lnTo>
                  <a:pt x="576" y="497"/>
                </a:lnTo>
                <a:lnTo>
                  <a:pt x="576" y="496"/>
                </a:lnTo>
                <a:lnTo>
                  <a:pt x="575" y="496"/>
                </a:lnTo>
                <a:lnTo>
                  <a:pt x="573" y="495"/>
                </a:lnTo>
                <a:lnTo>
                  <a:pt x="571" y="494"/>
                </a:lnTo>
                <a:lnTo>
                  <a:pt x="569" y="494"/>
                </a:lnTo>
                <a:lnTo>
                  <a:pt x="567" y="495"/>
                </a:lnTo>
                <a:lnTo>
                  <a:pt x="566" y="495"/>
                </a:lnTo>
                <a:lnTo>
                  <a:pt x="566" y="496"/>
                </a:lnTo>
                <a:lnTo>
                  <a:pt x="566" y="497"/>
                </a:lnTo>
                <a:lnTo>
                  <a:pt x="566" y="498"/>
                </a:lnTo>
                <a:lnTo>
                  <a:pt x="565" y="499"/>
                </a:lnTo>
                <a:lnTo>
                  <a:pt x="565" y="500"/>
                </a:lnTo>
                <a:lnTo>
                  <a:pt x="564" y="499"/>
                </a:lnTo>
                <a:lnTo>
                  <a:pt x="563" y="499"/>
                </a:lnTo>
                <a:lnTo>
                  <a:pt x="562" y="500"/>
                </a:lnTo>
                <a:lnTo>
                  <a:pt x="562" y="501"/>
                </a:lnTo>
                <a:lnTo>
                  <a:pt x="561" y="500"/>
                </a:lnTo>
                <a:lnTo>
                  <a:pt x="560" y="500"/>
                </a:lnTo>
                <a:lnTo>
                  <a:pt x="559" y="500"/>
                </a:lnTo>
                <a:lnTo>
                  <a:pt x="558" y="500"/>
                </a:lnTo>
                <a:lnTo>
                  <a:pt x="557" y="501"/>
                </a:lnTo>
                <a:lnTo>
                  <a:pt x="556" y="501"/>
                </a:lnTo>
                <a:lnTo>
                  <a:pt x="556" y="499"/>
                </a:lnTo>
                <a:lnTo>
                  <a:pt x="554" y="498"/>
                </a:lnTo>
                <a:lnTo>
                  <a:pt x="554" y="497"/>
                </a:lnTo>
                <a:lnTo>
                  <a:pt x="554" y="496"/>
                </a:lnTo>
                <a:lnTo>
                  <a:pt x="555" y="496"/>
                </a:lnTo>
                <a:lnTo>
                  <a:pt x="554" y="495"/>
                </a:lnTo>
                <a:lnTo>
                  <a:pt x="553" y="492"/>
                </a:lnTo>
                <a:lnTo>
                  <a:pt x="553" y="490"/>
                </a:lnTo>
                <a:lnTo>
                  <a:pt x="552" y="488"/>
                </a:lnTo>
                <a:lnTo>
                  <a:pt x="551" y="488"/>
                </a:lnTo>
                <a:lnTo>
                  <a:pt x="551" y="489"/>
                </a:lnTo>
                <a:lnTo>
                  <a:pt x="549" y="490"/>
                </a:lnTo>
                <a:lnTo>
                  <a:pt x="548" y="490"/>
                </a:lnTo>
                <a:lnTo>
                  <a:pt x="548" y="491"/>
                </a:lnTo>
                <a:lnTo>
                  <a:pt x="547" y="491"/>
                </a:lnTo>
                <a:lnTo>
                  <a:pt x="546" y="490"/>
                </a:lnTo>
                <a:lnTo>
                  <a:pt x="546" y="489"/>
                </a:lnTo>
                <a:lnTo>
                  <a:pt x="546" y="488"/>
                </a:lnTo>
                <a:lnTo>
                  <a:pt x="546" y="487"/>
                </a:lnTo>
                <a:lnTo>
                  <a:pt x="545" y="486"/>
                </a:lnTo>
                <a:lnTo>
                  <a:pt x="543" y="485"/>
                </a:lnTo>
                <a:lnTo>
                  <a:pt x="542" y="483"/>
                </a:lnTo>
                <a:lnTo>
                  <a:pt x="542" y="482"/>
                </a:lnTo>
                <a:lnTo>
                  <a:pt x="542" y="481"/>
                </a:lnTo>
                <a:lnTo>
                  <a:pt x="542" y="480"/>
                </a:lnTo>
                <a:lnTo>
                  <a:pt x="541" y="479"/>
                </a:lnTo>
                <a:lnTo>
                  <a:pt x="541" y="480"/>
                </a:lnTo>
                <a:lnTo>
                  <a:pt x="540" y="480"/>
                </a:lnTo>
                <a:lnTo>
                  <a:pt x="540" y="479"/>
                </a:lnTo>
                <a:lnTo>
                  <a:pt x="539" y="478"/>
                </a:lnTo>
                <a:lnTo>
                  <a:pt x="539" y="477"/>
                </a:lnTo>
                <a:lnTo>
                  <a:pt x="539" y="476"/>
                </a:lnTo>
                <a:lnTo>
                  <a:pt x="538" y="476"/>
                </a:lnTo>
                <a:lnTo>
                  <a:pt x="537" y="474"/>
                </a:lnTo>
                <a:lnTo>
                  <a:pt x="537" y="473"/>
                </a:lnTo>
                <a:lnTo>
                  <a:pt x="536" y="473"/>
                </a:lnTo>
                <a:lnTo>
                  <a:pt x="535" y="473"/>
                </a:lnTo>
                <a:lnTo>
                  <a:pt x="534" y="473"/>
                </a:lnTo>
                <a:lnTo>
                  <a:pt x="533" y="473"/>
                </a:lnTo>
                <a:lnTo>
                  <a:pt x="533" y="472"/>
                </a:lnTo>
                <a:lnTo>
                  <a:pt x="534" y="470"/>
                </a:lnTo>
                <a:lnTo>
                  <a:pt x="535" y="468"/>
                </a:lnTo>
                <a:lnTo>
                  <a:pt x="535" y="467"/>
                </a:lnTo>
                <a:lnTo>
                  <a:pt x="534" y="463"/>
                </a:lnTo>
                <a:lnTo>
                  <a:pt x="535" y="462"/>
                </a:lnTo>
                <a:lnTo>
                  <a:pt x="536" y="461"/>
                </a:lnTo>
                <a:lnTo>
                  <a:pt x="537" y="459"/>
                </a:lnTo>
                <a:lnTo>
                  <a:pt x="537" y="458"/>
                </a:lnTo>
                <a:lnTo>
                  <a:pt x="535" y="456"/>
                </a:lnTo>
                <a:lnTo>
                  <a:pt x="533" y="455"/>
                </a:lnTo>
                <a:lnTo>
                  <a:pt x="533" y="454"/>
                </a:lnTo>
                <a:lnTo>
                  <a:pt x="532" y="452"/>
                </a:lnTo>
                <a:lnTo>
                  <a:pt x="531" y="451"/>
                </a:lnTo>
                <a:lnTo>
                  <a:pt x="531" y="450"/>
                </a:lnTo>
                <a:lnTo>
                  <a:pt x="530" y="448"/>
                </a:lnTo>
                <a:lnTo>
                  <a:pt x="529" y="448"/>
                </a:lnTo>
                <a:lnTo>
                  <a:pt x="529" y="447"/>
                </a:lnTo>
                <a:lnTo>
                  <a:pt x="529" y="448"/>
                </a:lnTo>
                <a:lnTo>
                  <a:pt x="528" y="447"/>
                </a:lnTo>
                <a:lnTo>
                  <a:pt x="528" y="444"/>
                </a:lnTo>
                <a:lnTo>
                  <a:pt x="529" y="444"/>
                </a:lnTo>
                <a:lnTo>
                  <a:pt x="529" y="443"/>
                </a:lnTo>
                <a:lnTo>
                  <a:pt x="529" y="444"/>
                </a:lnTo>
                <a:lnTo>
                  <a:pt x="530" y="444"/>
                </a:lnTo>
                <a:lnTo>
                  <a:pt x="531" y="444"/>
                </a:lnTo>
                <a:lnTo>
                  <a:pt x="532" y="443"/>
                </a:lnTo>
                <a:lnTo>
                  <a:pt x="533" y="443"/>
                </a:lnTo>
                <a:lnTo>
                  <a:pt x="535" y="443"/>
                </a:lnTo>
                <a:lnTo>
                  <a:pt x="536" y="443"/>
                </a:lnTo>
                <a:lnTo>
                  <a:pt x="536" y="442"/>
                </a:lnTo>
                <a:lnTo>
                  <a:pt x="535" y="442"/>
                </a:lnTo>
                <a:lnTo>
                  <a:pt x="534" y="440"/>
                </a:lnTo>
                <a:lnTo>
                  <a:pt x="533" y="437"/>
                </a:lnTo>
                <a:lnTo>
                  <a:pt x="533" y="436"/>
                </a:lnTo>
                <a:lnTo>
                  <a:pt x="536" y="433"/>
                </a:lnTo>
                <a:lnTo>
                  <a:pt x="537" y="433"/>
                </a:lnTo>
                <a:lnTo>
                  <a:pt x="538" y="432"/>
                </a:lnTo>
                <a:lnTo>
                  <a:pt x="540" y="431"/>
                </a:lnTo>
                <a:lnTo>
                  <a:pt x="541" y="430"/>
                </a:lnTo>
                <a:lnTo>
                  <a:pt x="541" y="429"/>
                </a:lnTo>
                <a:lnTo>
                  <a:pt x="542" y="429"/>
                </a:lnTo>
                <a:lnTo>
                  <a:pt x="544" y="428"/>
                </a:lnTo>
                <a:lnTo>
                  <a:pt x="544" y="429"/>
                </a:lnTo>
                <a:lnTo>
                  <a:pt x="545" y="428"/>
                </a:lnTo>
                <a:lnTo>
                  <a:pt x="546" y="427"/>
                </a:lnTo>
                <a:lnTo>
                  <a:pt x="547" y="427"/>
                </a:lnTo>
                <a:lnTo>
                  <a:pt x="549" y="428"/>
                </a:lnTo>
                <a:lnTo>
                  <a:pt x="552" y="430"/>
                </a:lnTo>
                <a:lnTo>
                  <a:pt x="552" y="431"/>
                </a:lnTo>
                <a:lnTo>
                  <a:pt x="553" y="431"/>
                </a:lnTo>
                <a:lnTo>
                  <a:pt x="554" y="431"/>
                </a:lnTo>
                <a:lnTo>
                  <a:pt x="554" y="430"/>
                </a:lnTo>
                <a:lnTo>
                  <a:pt x="555" y="428"/>
                </a:lnTo>
                <a:lnTo>
                  <a:pt x="556" y="428"/>
                </a:lnTo>
                <a:lnTo>
                  <a:pt x="558" y="429"/>
                </a:lnTo>
                <a:lnTo>
                  <a:pt x="558" y="428"/>
                </a:lnTo>
                <a:lnTo>
                  <a:pt x="559" y="427"/>
                </a:lnTo>
                <a:lnTo>
                  <a:pt x="560" y="427"/>
                </a:lnTo>
                <a:lnTo>
                  <a:pt x="559" y="426"/>
                </a:lnTo>
                <a:lnTo>
                  <a:pt x="558" y="426"/>
                </a:lnTo>
                <a:lnTo>
                  <a:pt x="556" y="422"/>
                </a:lnTo>
                <a:lnTo>
                  <a:pt x="556" y="421"/>
                </a:lnTo>
                <a:lnTo>
                  <a:pt x="556" y="420"/>
                </a:lnTo>
                <a:lnTo>
                  <a:pt x="557" y="419"/>
                </a:lnTo>
                <a:lnTo>
                  <a:pt x="557" y="418"/>
                </a:lnTo>
                <a:lnTo>
                  <a:pt x="558" y="418"/>
                </a:lnTo>
                <a:lnTo>
                  <a:pt x="557" y="417"/>
                </a:lnTo>
                <a:lnTo>
                  <a:pt x="557" y="416"/>
                </a:lnTo>
                <a:lnTo>
                  <a:pt x="557" y="415"/>
                </a:lnTo>
                <a:lnTo>
                  <a:pt x="557" y="414"/>
                </a:lnTo>
                <a:lnTo>
                  <a:pt x="558" y="414"/>
                </a:lnTo>
                <a:lnTo>
                  <a:pt x="558" y="415"/>
                </a:lnTo>
                <a:lnTo>
                  <a:pt x="559" y="416"/>
                </a:lnTo>
                <a:lnTo>
                  <a:pt x="559" y="417"/>
                </a:lnTo>
                <a:lnTo>
                  <a:pt x="560" y="416"/>
                </a:lnTo>
                <a:lnTo>
                  <a:pt x="561" y="416"/>
                </a:lnTo>
                <a:lnTo>
                  <a:pt x="561" y="415"/>
                </a:lnTo>
                <a:lnTo>
                  <a:pt x="561" y="414"/>
                </a:lnTo>
                <a:lnTo>
                  <a:pt x="561" y="412"/>
                </a:lnTo>
                <a:lnTo>
                  <a:pt x="560" y="411"/>
                </a:lnTo>
                <a:lnTo>
                  <a:pt x="561" y="411"/>
                </a:lnTo>
                <a:lnTo>
                  <a:pt x="562" y="410"/>
                </a:lnTo>
                <a:lnTo>
                  <a:pt x="563" y="410"/>
                </a:lnTo>
                <a:lnTo>
                  <a:pt x="564" y="411"/>
                </a:lnTo>
                <a:lnTo>
                  <a:pt x="564" y="412"/>
                </a:lnTo>
                <a:lnTo>
                  <a:pt x="565" y="412"/>
                </a:lnTo>
                <a:lnTo>
                  <a:pt x="565" y="413"/>
                </a:lnTo>
                <a:lnTo>
                  <a:pt x="565" y="414"/>
                </a:lnTo>
                <a:lnTo>
                  <a:pt x="567" y="414"/>
                </a:lnTo>
                <a:lnTo>
                  <a:pt x="569" y="413"/>
                </a:lnTo>
                <a:lnTo>
                  <a:pt x="569" y="411"/>
                </a:lnTo>
                <a:lnTo>
                  <a:pt x="569" y="410"/>
                </a:lnTo>
                <a:lnTo>
                  <a:pt x="569" y="409"/>
                </a:lnTo>
                <a:lnTo>
                  <a:pt x="570" y="409"/>
                </a:lnTo>
                <a:lnTo>
                  <a:pt x="570" y="408"/>
                </a:lnTo>
                <a:lnTo>
                  <a:pt x="569" y="407"/>
                </a:lnTo>
                <a:lnTo>
                  <a:pt x="568" y="407"/>
                </a:lnTo>
                <a:lnTo>
                  <a:pt x="568" y="406"/>
                </a:lnTo>
                <a:lnTo>
                  <a:pt x="567" y="405"/>
                </a:lnTo>
                <a:lnTo>
                  <a:pt x="565" y="405"/>
                </a:lnTo>
                <a:lnTo>
                  <a:pt x="563" y="406"/>
                </a:lnTo>
                <a:lnTo>
                  <a:pt x="562" y="406"/>
                </a:lnTo>
                <a:lnTo>
                  <a:pt x="559" y="406"/>
                </a:lnTo>
                <a:lnTo>
                  <a:pt x="556" y="405"/>
                </a:lnTo>
                <a:lnTo>
                  <a:pt x="555" y="404"/>
                </a:lnTo>
                <a:lnTo>
                  <a:pt x="554" y="404"/>
                </a:lnTo>
                <a:lnTo>
                  <a:pt x="553" y="404"/>
                </a:lnTo>
                <a:lnTo>
                  <a:pt x="551" y="406"/>
                </a:lnTo>
                <a:lnTo>
                  <a:pt x="549" y="407"/>
                </a:lnTo>
                <a:lnTo>
                  <a:pt x="547" y="407"/>
                </a:lnTo>
                <a:lnTo>
                  <a:pt x="546" y="408"/>
                </a:lnTo>
                <a:lnTo>
                  <a:pt x="544" y="408"/>
                </a:lnTo>
                <a:lnTo>
                  <a:pt x="543" y="409"/>
                </a:lnTo>
                <a:lnTo>
                  <a:pt x="543" y="410"/>
                </a:lnTo>
                <a:lnTo>
                  <a:pt x="543" y="411"/>
                </a:lnTo>
                <a:lnTo>
                  <a:pt x="541" y="412"/>
                </a:lnTo>
                <a:lnTo>
                  <a:pt x="536" y="412"/>
                </a:lnTo>
                <a:lnTo>
                  <a:pt x="535" y="412"/>
                </a:lnTo>
                <a:lnTo>
                  <a:pt x="534" y="411"/>
                </a:lnTo>
                <a:lnTo>
                  <a:pt x="532" y="409"/>
                </a:lnTo>
                <a:lnTo>
                  <a:pt x="531" y="408"/>
                </a:lnTo>
                <a:lnTo>
                  <a:pt x="530" y="409"/>
                </a:lnTo>
                <a:lnTo>
                  <a:pt x="529" y="410"/>
                </a:lnTo>
                <a:lnTo>
                  <a:pt x="528" y="410"/>
                </a:lnTo>
                <a:lnTo>
                  <a:pt x="527" y="409"/>
                </a:lnTo>
                <a:lnTo>
                  <a:pt x="526" y="408"/>
                </a:lnTo>
                <a:lnTo>
                  <a:pt x="524" y="407"/>
                </a:lnTo>
                <a:lnTo>
                  <a:pt x="523" y="407"/>
                </a:lnTo>
                <a:lnTo>
                  <a:pt x="520" y="407"/>
                </a:lnTo>
                <a:lnTo>
                  <a:pt x="517" y="407"/>
                </a:lnTo>
                <a:lnTo>
                  <a:pt x="515" y="407"/>
                </a:lnTo>
                <a:lnTo>
                  <a:pt x="512" y="408"/>
                </a:lnTo>
                <a:lnTo>
                  <a:pt x="511" y="407"/>
                </a:lnTo>
                <a:lnTo>
                  <a:pt x="509" y="407"/>
                </a:lnTo>
                <a:lnTo>
                  <a:pt x="508" y="407"/>
                </a:lnTo>
                <a:lnTo>
                  <a:pt x="508" y="406"/>
                </a:lnTo>
                <a:lnTo>
                  <a:pt x="507" y="406"/>
                </a:lnTo>
                <a:lnTo>
                  <a:pt x="506" y="407"/>
                </a:lnTo>
                <a:lnTo>
                  <a:pt x="505" y="407"/>
                </a:lnTo>
                <a:lnTo>
                  <a:pt x="504" y="407"/>
                </a:lnTo>
                <a:lnTo>
                  <a:pt x="504" y="408"/>
                </a:lnTo>
                <a:lnTo>
                  <a:pt x="503" y="408"/>
                </a:lnTo>
                <a:lnTo>
                  <a:pt x="502" y="408"/>
                </a:lnTo>
                <a:lnTo>
                  <a:pt x="500" y="408"/>
                </a:lnTo>
                <a:lnTo>
                  <a:pt x="498" y="408"/>
                </a:lnTo>
                <a:lnTo>
                  <a:pt x="498" y="409"/>
                </a:lnTo>
                <a:lnTo>
                  <a:pt x="497" y="409"/>
                </a:lnTo>
                <a:lnTo>
                  <a:pt x="496" y="410"/>
                </a:lnTo>
                <a:lnTo>
                  <a:pt x="492" y="410"/>
                </a:lnTo>
                <a:lnTo>
                  <a:pt x="489" y="409"/>
                </a:lnTo>
                <a:lnTo>
                  <a:pt x="488" y="409"/>
                </a:lnTo>
                <a:lnTo>
                  <a:pt x="486" y="408"/>
                </a:lnTo>
                <a:lnTo>
                  <a:pt x="486" y="407"/>
                </a:lnTo>
                <a:lnTo>
                  <a:pt x="485" y="406"/>
                </a:lnTo>
                <a:lnTo>
                  <a:pt x="483" y="405"/>
                </a:lnTo>
                <a:lnTo>
                  <a:pt x="482" y="405"/>
                </a:lnTo>
                <a:lnTo>
                  <a:pt x="482" y="404"/>
                </a:lnTo>
                <a:lnTo>
                  <a:pt x="481" y="402"/>
                </a:lnTo>
                <a:lnTo>
                  <a:pt x="480" y="402"/>
                </a:lnTo>
                <a:lnTo>
                  <a:pt x="479" y="401"/>
                </a:lnTo>
                <a:lnTo>
                  <a:pt x="478" y="400"/>
                </a:lnTo>
                <a:lnTo>
                  <a:pt x="478" y="398"/>
                </a:lnTo>
                <a:lnTo>
                  <a:pt x="478" y="397"/>
                </a:lnTo>
                <a:lnTo>
                  <a:pt x="478" y="396"/>
                </a:lnTo>
                <a:lnTo>
                  <a:pt x="477" y="396"/>
                </a:lnTo>
                <a:lnTo>
                  <a:pt x="476" y="395"/>
                </a:lnTo>
                <a:lnTo>
                  <a:pt x="474" y="395"/>
                </a:lnTo>
                <a:lnTo>
                  <a:pt x="474" y="396"/>
                </a:lnTo>
                <a:lnTo>
                  <a:pt x="474" y="395"/>
                </a:lnTo>
                <a:lnTo>
                  <a:pt x="473" y="395"/>
                </a:lnTo>
                <a:lnTo>
                  <a:pt x="473" y="394"/>
                </a:lnTo>
                <a:lnTo>
                  <a:pt x="473" y="395"/>
                </a:lnTo>
                <a:lnTo>
                  <a:pt x="473" y="393"/>
                </a:lnTo>
                <a:lnTo>
                  <a:pt x="473" y="392"/>
                </a:lnTo>
                <a:lnTo>
                  <a:pt x="473" y="391"/>
                </a:lnTo>
                <a:lnTo>
                  <a:pt x="472" y="391"/>
                </a:lnTo>
                <a:lnTo>
                  <a:pt x="471" y="391"/>
                </a:lnTo>
                <a:lnTo>
                  <a:pt x="471" y="390"/>
                </a:lnTo>
                <a:lnTo>
                  <a:pt x="470" y="390"/>
                </a:lnTo>
                <a:lnTo>
                  <a:pt x="470" y="389"/>
                </a:lnTo>
                <a:lnTo>
                  <a:pt x="471" y="389"/>
                </a:lnTo>
                <a:lnTo>
                  <a:pt x="470" y="389"/>
                </a:lnTo>
                <a:lnTo>
                  <a:pt x="470" y="388"/>
                </a:lnTo>
                <a:lnTo>
                  <a:pt x="469" y="387"/>
                </a:lnTo>
                <a:lnTo>
                  <a:pt x="467" y="386"/>
                </a:lnTo>
                <a:lnTo>
                  <a:pt x="467" y="385"/>
                </a:lnTo>
                <a:lnTo>
                  <a:pt x="466" y="385"/>
                </a:lnTo>
                <a:lnTo>
                  <a:pt x="466" y="384"/>
                </a:lnTo>
                <a:lnTo>
                  <a:pt x="465" y="384"/>
                </a:lnTo>
                <a:lnTo>
                  <a:pt x="463" y="383"/>
                </a:lnTo>
                <a:lnTo>
                  <a:pt x="462" y="383"/>
                </a:lnTo>
                <a:lnTo>
                  <a:pt x="461" y="383"/>
                </a:lnTo>
                <a:lnTo>
                  <a:pt x="460" y="382"/>
                </a:lnTo>
                <a:lnTo>
                  <a:pt x="459" y="382"/>
                </a:lnTo>
                <a:lnTo>
                  <a:pt x="459" y="383"/>
                </a:lnTo>
                <a:lnTo>
                  <a:pt x="458" y="384"/>
                </a:lnTo>
                <a:lnTo>
                  <a:pt x="457" y="383"/>
                </a:lnTo>
                <a:lnTo>
                  <a:pt x="457" y="382"/>
                </a:lnTo>
                <a:lnTo>
                  <a:pt x="456" y="381"/>
                </a:lnTo>
                <a:lnTo>
                  <a:pt x="456" y="380"/>
                </a:lnTo>
                <a:lnTo>
                  <a:pt x="454" y="377"/>
                </a:lnTo>
                <a:lnTo>
                  <a:pt x="453" y="377"/>
                </a:lnTo>
                <a:lnTo>
                  <a:pt x="451" y="376"/>
                </a:lnTo>
                <a:lnTo>
                  <a:pt x="451" y="377"/>
                </a:lnTo>
                <a:lnTo>
                  <a:pt x="450" y="377"/>
                </a:lnTo>
                <a:lnTo>
                  <a:pt x="450" y="376"/>
                </a:lnTo>
                <a:lnTo>
                  <a:pt x="450" y="375"/>
                </a:lnTo>
                <a:lnTo>
                  <a:pt x="449" y="375"/>
                </a:lnTo>
                <a:lnTo>
                  <a:pt x="447" y="374"/>
                </a:lnTo>
                <a:lnTo>
                  <a:pt x="446" y="374"/>
                </a:lnTo>
                <a:lnTo>
                  <a:pt x="446" y="373"/>
                </a:lnTo>
                <a:lnTo>
                  <a:pt x="445" y="373"/>
                </a:lnTo>
                <a:lnTo>
                  <a:pt x="444" y="372"/>
                </a:lnTo>
                <a:lnTo>
                  <a:pt x="443" y="371"/>
                </a:lnTo>
                <a:lnTo>
                  <a:pt x="442" y="371"/>
                </a:lnTo>
                <a:lnTo>
                  <a:pt x="443" y="369"/>
                </a:lnTo>
                <a:lnTo>
                  <a:pt x="443" y="368"/>
                </a:lnTo>
                <a:lnTo>
                  <a:pt x="442" y="367"/>
                </a:lnTo>
                <a:lnTo>
                  <a:pt x="441" y="367"/>
                </a:lnTo>
                <a:lnTo>
                  <a:pt x="440" y="366"/>
                </a:lnTo>
                <a:lnTo>
                  <a:pt x="438" y="363"/>
                </a:lnTo>
                <a:lnTo>
                  <a:pt x="438" y="362"/>
                </a:lnTo>
                <a:lnTo>
                  <a:pt x="437" y="361"/>
                </a:lnTo>
                <a:lnTo>
                  <a:pt x="436" y="360"/>
                </a:lnTo>
                <a:lnTo>
                  <a:pt x="436" y="359"/>
                </a:lnTo>
                <a:lnTo>
                  <a:pt x="435" y="358"/>
                </a:lnTo>
                <a:lnTo>
                  <a:pt x="436" y="356"/>
                </a:lnTo>
                <a:lnTo>
                  <a:pt x="436" y="355"/>
                </a:lnTo>
                <a:lnTo>
                  <a:pt x="436" y="354"/>
                </a:lnTo>
                <a:lnTo>
                  <a:pt x="436" y="353"/>
                </a:lnTo>
                <a:lnTo>
                  <a:pt x="437" y="352"/>
                </a:lnTo>
                <a:lnTo>
                  <a:pt x="438" y="349"/>
                </a:lnTo>
                <a:lnTo>
                  <a:pt x="437" y="348"/>
                </a:lnTo>
                <a:lnTo>
                  <a:pt x="437" y="347"/>
                </a:lnTo>
                <a:lnTo>
                  <a:pt x="437" y="346"/>
                </a:lnTo>
                <a:lnTo>
                  <a:pt x="436" y="345"/>
                </a:lnTo>
                <a:lnTo>
                  <a:pt x="436" y="344"/>
                </a:lnTo>
                <a:lnTo>
                  <a:pt x="435" y="344"/>
                </a:lnTo>
                <a:lnTo>
                  <a:pt x="435" y="345"/>
                </a:lnTo>
                <a:lnTo>
                  <a:pt x="434" y="345"/>
                </a:lnTo>
                <a:lnTo>
                  <a:pt x="432" y="344"/>
                </a:lnTo>
                <a:lnTo>
                  <a:pt x="431" y="344"/>
                </a:lnTo>
                <a:lnTo>
                  <a:pt x="431" y="343"/>
                </a:lnTo>
                <a:lnTo>
                  <a:pt x="430" y="342"/>
                </a:lnTo>
                <a:lnTo>
                  <a:pt x="429" y="342"/>
                </a:lnTo>
                <a:lnTo>
                  <a:pt x="428" y="342"/>
                </a:lnTo>
                <a:lnTo>
                  <a:pt x="427" y="342"/>
                </a:lnTo>
                <a:lnTo>
                  <a:pt x="425" y="344"/>
                </a:lnTo>
                <a:lnTo>
                  <a:pt x="424" y="346"/>
                </a:lnTo>
                <a:lnTo>
                  <a:pt x="424" y="347"/>
                </a:lnTo>
                <a:lnTo>
                  <a:pt x="425" y="347"/>
                </a:lnTo>
                <a:lnTo>
                  <a:pt x="425" y="348"/>
                </a:lnTo>
                <a:lnTo>
                  <a:pt x="426" y="349"/>
                </a:lnTo>
                <a:lnTo>
                  <a:pt x="426" y="350"/>
                </a:lnTo>
                <a:lnTo>
                  <a:pt x="426" y="351"/>
                </a:lnTo>
                <a:lnTo>
                  <a:pt x="426" y="353"/>
                </a:lnTo>
                <a:lnTo>
                  <a:pt x="426" y="355"/>
                </a:lnTo>
                <a:lnTo>
                  <a:pt x="426" y="357"/>
                </a:lnTo>
                <a:lnTo>
                  <a:pt x="426" y="358"/>
                </a:lnTo>
                <a:lnTo>
                  <a:pt x="424" y="360"/>
                </a:lnTo>
                <a:lnTo>
                  <a:pt x="423" y="360"/>
                </a:lnTo>
                <a:lnTo>
                  <a:pt x="422" y="360"/>
                </a:lnTo>
                <a:lnTo>
                  <a:pt x="421" y="359"/>
                </a:lnTo>
                <a:lnTo>
                  <a:pt x="420" y="359"/>
                </a:lnTo>
                <a:lnTo>
                  <a:pt x="420" y="358"/>
                </a:lnTo>
                <a:lnTo>
                  <a:pt x="419" y="357"/>
                </a:lnTo>
                <a:lnTo>
                  <a:pt x="418" y="357"/>
                </a:lnTo>
                <a:lnTo>
                  <a:pt x="417" y="357"/>
                </a:lnTo>
                <a:lnTo>
                  <a:pt x="417" y="358"/>
                </a:lnTo>
                <a:lnTo>
                  <a:pt x="416" y="358"/>
                </a:lnTo>
                <a:lnTo>
                  <a:pt x="415" y="358"/>
                </a:lnTo>
                <a:lnTo>
                  <a:pt x="413" y="359"/>
                </a:lnTo>
                <a:lnTo>
                  <a:pt x="413" y="360"/>
                </a:lnTo>
                <a:lnTo>
                  <a:pt x="411" y="361"/>
                </a:lnTo>
                <a:lnTo>
                  <a:pt x="411" y="362"/>
                </a:lnTo>
                <a:lnTo>
                  <a:pt x="409" y="362"/>
                </a:lnTo>
                <a:lnTo>
                  <a:pt x="408" y="361"/>
                </a:lnTo>
                <a:lnTo>
                  <a:pt x="407" y="361"/>
                </a:lnTo>
                <a:lnTo>
                  <a:pt x="406" y="361"/>
                </a:lnTo>
                <a:lnTo>
                  <a:pt x="404" y="361"/>
                </a:lnTo>
                <a:lnTo>
                  <a:pt x="403" y="361"/>
                </a:lnTo>
                <a:lnTo>
                  <a:pt x="402" y="362"/>
                </a:lnTo>
                <a:lnTo>
                  <a:pt x="402" y="363"/>
                </a:lnTo>
                <a:lnTo>
                  <a:pt x="401" y="364"/>
                </a:lnTo>
                <a:lnTo>
                  <a:pt x="402" y="366"/>
                </a:lnTo>
                <a:lnTo>
                  <a:pt x="402" y="368"/>
                </a:lnTo>
                <a:lnTo>
                  <a:pt x="404" y="371"/>
                </a:lnTo>
                <a:lnTo>
                  <a:pt x="405" y="373"/>
                </a:lnTo>
                <a:lnTo>
                  <a:pt x="406" y="373"/>
                </a:lnTo>
                <a:lnTo>
                  <a:pt x="406" y="374"/>
                </a:lnTo>
                <a:lnTo>
                  <a:pt x="407" y="377"/>
                </a:lnTo>
                <a:lnTo>
                  <a:pt x="407" y="378"/>
                </a:lnTo>
                <a:lnTo>
                  <a:pt x="407" y="379"/>
                </a:lnTo>
                <a:lnTo>
                  <a:pt x="406" y="379"/>
                </a:lnTo>
                <a:lnTo>
                  <a:pt x="405" y="379"/>
                </a:lnTo>
                <a:lnTo>
                  <a:pt x="405" y="378"/>
                </a:lnTo>
                <a:lnTo>
                  <a:pt x="404" y="378"/>
                </a:lnTo>
                <a:lnTo>
                  <a:pt x="403" y="378"/>
                </a:lnTo>
                <a:lnTo>
                  <a:pt x="402" y="378"/>
                </a:lnTo>
                <a:lnTo>
                  <a:pt x="401" y="379"/>
                </a:lnTo>
                <a:lnTo>
                  <a:pt x="401" y="378"/>
                </a:lnTo>
                <a:lnTo>
                  <a:pt x="400" y="378"/>
                </a:lnTo>
                <a:lnTo>
                  <a:pt x="398" y="378"/>
                </a:lnTo>
                <a:lnTo>
                  <a:pt x="398" y="379"/>
                </a:lnTo>
                <a:lnTo>
                  <a:pt x="397" y="379"/>
                </a:lnTo>
                <a:lnTo>
                  <a:pt x="395" y="378"/>
                </a:lnTo>
                <a:lnTo>
                  <a:pt x="393" y="376"/>
                </a:lnTo>
                <a:lnTo>
                  <a:pt x="392" y="374"/>
                </a:lnTo>
                <a:lnTo>
                  <a:pt x="392" y="373"/>
                </a:lnTo>
                <a:lnTo>
                  <a:pt x="391" y="372"/>
                </a:lnTo>
                <a:lnTo>
                  <a:pt x="391" y="371"/>
                </a:lnTo>
                <a:lnTo>
                  <a:pt x="390" y="371"/>
                </a:lnTo>
                <a:lnTo>
                  <a:pt x="389" y="371"/>
                </a:lnTo>
                <a:lnTo>
                  <a:pt x="388" y="372"/>
                </a:lnTo>
                <a:lnTo>
                  <a:pt x="387" y="372"/>
                </a:lnTo>
                <a:lnTo>
                  <a:pt x="387" y="373"/>
                </a:lnTo>
                <a:lnTo>
                  <a:pt x="386" y="374"/>
                </a:lnTo>
                <a:lnTo>
                  <a:pt x="385" y="376"/>
                </a:lnTo>
                <a:lnTo>
                  <a:pt x="385" y="379"/>
                </a:lnTo>
                <a:lnTo>
                  <a:pt x="388" y="382"/>
                </a:lnTo>
                <a:lnTo>
                  <a:pt x="389" y="382"/>
                </a:lnTo>
                <a:lnTo>
                  <a:pt x="389" y="383"/>
                </a:lnTo>
                <a:lnTo>
                  <a:pt x="390" y="383"/>
                </a:lnTo>
                <a:lnTo>
                  <a:pt x="390" y="384"/>
                </a:lnTo>
                <a:lnTo>
                  <a:pt x="391" y="384"/>
                </a:lnTo>
                <a:lnTo>
                  <a:pt x="391" y="385"/>
                </a:lnTo>
                <a:lnTo>
                  <a:pt x="393" y="387"/>
                </a:lnTo>
                <a:lnTo>
                  <a:pt x="394" y="387"/>
                </a:lnTo>
                <a:lnTo>
                  <a:pt x="395" y="388"/>
                </a:lnTo>
                <a:lnTo>
                  <a:pt x="396" y="389"/>
                </a:lnTo>
                <a:lnTo>
                  <a:pt x="397" y="389"/>
                </a:lnTo>
                <a:lnTo>
                  <a:pt x="398" y="391"/>
                </a:lnTo>
                <a:lnTo>
                  <a:pt x="398" y="392"/>
                </a:lnTo>
                <a:lnTo>
                  <a:pt x="398" y="393"/>
                </a:lnTo>
                <a:lnTo>
                  <a:pt x="400" y="395"/>
                </a:lnTo>
                <a:lnTo>
                  <a:pt x="402" y="395"/>
                </a:lnTo>
                <a:lnTo>
                  <a:pt x="403" y="395"/>
                </a:lnTo>
                <a:lnTo>
                  <a:pt x="404" y="396"/>
                </a:lnTo>
                <a:lnTo>
                  <a:pt x="404" y="397"/>
                </a:lnTo>
                <a:lnTo>
                  <a:pt x="404" y="398"/>
                </a:lnTo>
                <a:lnTo>
                  <a:pt x="405" y="398"/>
                </a:lnTo>
                <a:lnTo>
                  <a:pt x="406" y="399"/>
                </a:lnTo>
                <a:lnTo>
                  <a:pt x="407" y="399"/>
                </a:lnTo>
                <a:lnTo>
                  <a:pt x="407" y="400"/>
                </a:lnTo>
                <a:lnTo>
                  <a:pt x="407" y="401"/>
                </a:lnTo>
                <a:lnTo>
                  <a:pt x="407" y="402"/>
                </a:lnTo>
                <a:lnTo>
                  <a:pt x="408" y="403"/>
                </a:lnTo>
                <a:lnTo>
                  <a:pt x="408" y="404"/>
                </a:lnTo>
                <a:lnTo>
                  <a:pt x="408" y="405"/>
                </a:lnTo>
                <a:lnTo>
                  <a:pt x="407" y="406"/>
                </a:lnTo>
                <a:lnTo>
                  <a:pt x="406" y="405"/>
                </a:lnTo>
                <a:lnTo>
                  <a:pt x="404" y="406"/>
                </a:lnTo>
                <a:lnTo>
                  <a:pt x="402" y="406"/>
                </a:lnTo>
                <a:lnTo>
                  <a:pt x="401" y="406"/>
                </a:lnTo>
                <a:lnTo>
                  <a:pt x="401" y="405"/>
                </a:lnTo>
                <a:lnTo>
                  <a:pt x="400" y="404"/>
                </a:lnTo>
                <a:lnTo>
                  <a:pt x="399" y="404"/>
                </a:lnTo>
                <a:lnTo>
                  <a:pt x="397" y="405"/>
                </a:lnTo>
                <a:lnTo>
                  <a:pt x="396" y="405"/>
                </a:lnTo>
                <a:lnTo>
                  <a:pt x="395" y="406"/>
                </a:lnTo>
                <a:lnTo>
                  <a:pt x="392" y="406"/>
                </a:lnTo>
                <a:lnTo>
                  <a:pt x="391" y="406"/>
                </a:lnTo>
                <a:lnTo>
                  <a:pt x="390" y="406"/>
                </a:lnTo>
                <a:lnTo>
                  <a:pt x="389" y="406"/>
                </a:lnTo>
                <a:lnTo>
                  <a:pt x="387" y="406"/>
                </a:lnTo>
                <a:lnTo>
                  <a:pt x="386" y="407"/>
                </a:lnTo>
                <a:lnTo>
                  <a:pt x="385" y="407"/>
                </a:lnTo>
                <a:lnTo>
                  <a:pt x="385" y="408"/>
                </a:lnTo>
                <a:lnTo>
                  <a:pt x="385" y="409"/>
                </a:lnTo>
                <a:lnTo>
                  <a:pt x="385" y="410"/>
                </a:lnTo>
                <a:lnTo>
                  <a:pt x="385" y="411"/>
                </a:lnTo>
                <a:lnTo>
                  <a:pt x="383" y="410"/>
                </a:lnTo>
                <a:lnTo>
                  <a:pt x="382" y="409"/>
                </a:lnTo>
                <a:lnTo>
                  <a:pt x="381" y="409"/>
                </a:lnTo>
                <a:lnTo>
                  <a:pt x="380" y="409"/>
                </a:lnTo>
                <a:lnTo>
                  <a:pt x="379" y="409"/>
                </a:lnTo>
                <a:lnTo>
                  <a:pt x="379" y="408"/>
                </a:lnTo>
                <a:lnTo>
                  <a:pt x="379" y="407"/>
                </a:lnTo>
                <a:lnTo>
                  <a:pt x="378" y="407"/>
                </a:lnTo>
                <a:lnTo>
                  <a:pt x="376" y="405"/>
                </a:lnTo>
                <a:lnTo>
                  <a:pt x="376" y="404"/>
                </a:lnTo>
                <a:lnTo>
                  <a:pt x="375" y="404"/>
                </a:lnTo>
                <a:lnTo>
                  <a:pt x="373" y="406"/>
                </a:lnTo>
                <a:lnTo>
                  <a:pt x="373" y="408"/>
                </a:lnTo>
                <a:lnTo>
                  <a:pt x="373" y="410"/>
                </a:lnTo>
                <a:lnTo>
                  <a:pt x="372" y="412"/>
                </a:lnTo>
                <a:lnTo>
                  <a:pt x="372" y="413"/>
                </a:lnTo>
                <a:lnTo>
                  <a:pt x="372" y="414"/>
                </a:lnTo>
                <a:lnTo>
                  <a:pt x="370" y="416"/>
                </a:lnTo>
                <a:lnTo>
                  <a:pt x="368" y="418"/>
                </a:lnTo>
                <a:lnTo>
                  <a:pt x="368" y="419"/>
                </a:lnTo>
                <a:lnTo>
                  <a:pt x="366" y="422"/>
                </a:lnTo>
                <a:lnTo>
                  <a:pt x="366" y="424"/>
                </a:lnTo>
                <a:lnTo>
                  <a:pt x="366" y="426"/>
                </a:lnTo>
                <a:lnTo>
                  <a:pt x="366" y="428"/>
                </a:lnTo>
                <a:lnTo>
                  <a:pt x="365" y="432"/>
                </a:lnTo>
                <a:lnTo>
                  <a:pt x="363" y="432"/>
                </a:lnTo>
                <a:lnTo>
                  <a:pt x="362" y="432"/>
                </a:lnTo>
                <a:lnTo>
                  <a:pt x="361" y="432"/>
                </a:lnTo>
                <a:lnTo>
                  <a:pt x="360" y="432"/>
                </a:lnTo>
                <a:lnTo>
                  <a:pt x="360" y="433"/>
                </a:lnTo>
                <a:lnTo>
                  <a:pt x="359" y="434"/>
                </a:lnTo>
                <a:lnTo>
                  <a:pt x="358" y="435"/>
                </a:lnTo>
                <a:lnTo>
                  <a:pt x="358" y="436"/>
                </a:lnTo>
                <a:lnTo>
                  <a:pt x="357" y="436"/>
                </a:lnTo>
                <a:lnTo>
                  <a:pt x="358" y="437"/>
                </a:lnTo>
                <a:lnTo>
                  <a:pt x="358" y="438"/>
                </a:lnTo>
                <a:lnTo>
                  <a:pt x="359" y="439"/>
                </a:lnTo>
                <a:lnTo>
                  <a:pt x="359" y="440"/>
                </a:lnTo>
                <a:lnTo>
                  <a:pt x="358" y="440"/>
                </a:lnTo>
                <a:lnTo>
                  <a:pt x="357" y="440"/>
                </a:lnTo>
                <a:lnTo>
                  <a:pt x="356" y="440"/>
                </a:lnTo>
                <a:lnTo>
                  <a:pt x="355" y="440"/>
                </a:lnTo>
                <a:lnTo>
                  <a:pt x="354" y="441"/>
                </a:lnTo>
                <a:lnTo>
                  <a:pt x="353" y="442"/>
                </a:lnTo>
                <a:lnTo>
                  <a:pt x="353" y="443"/>
                </a:lnTo>
                <a:lnTo>
                  <a:pt x="351" y="444"/>
                </a:lnTo>
                <a:lnTo>
                  <a:pt x="349" y="446"/>
                </a:lnTo>
                <a:lnTo>
                  <a:pt x="348" y="446"/>
                </a:lnTo>
                <a:lnTo>
                  <a:pt x="347" y="447"/>
                </a:lnTo>
                <a:lnTo>
                  <a:pt x="346" y="448"/>
                </a:lnTo>
                <a:lnTo>
                  <a:pt x="346" y="447"/>
                </a:lnTo>
                <a:lnTo>
                  <a:pt x="346" y="446"/>
                </a:lnTo>
                <a:lnTo>
                  <a:pt x="345" y="446"/>
                </a:lnTo>
                <a:lnTo>
                  <a:pt x="345" y="447"/>
                </a:lnTo>
                <a:lnTo>
                  <a:pt x="344" y="448"/>
                </a:lnTo>
                <a:lnTo>
                  <a:pt x="344" y="449"/>
                </a:lnTo>
                <a:lnTo>
                  <a:pt x="343" y="450"/>
                </a:lnTo>
                <a:lnTo>
                  <a:pt x="341" y="452"/>
                </a:lnTo>
                <a:lnTo>
                  <a:pt x="340" y="452"/>
                </a:lnTo>
                <a:lnTo>
                  <a:pt x="339" y="452"/>
                </a:lnTo>
                <a:lnTo>
                  <a:pt x="338" y="450"/>
                </a:lnTo>
                <a:lnTo>
                  <a:pt x="338" y="449"/>
                </a:lnTo>
                <a:lnTo>
                  <a:pt x="338" y="448"/>
                </a:lnTo>
                <a:lnTo>
                  <a:pt x="337" y="448"/>
                </a:lnTo>
                <a:lnTo>
                  <a:pt x="337" y="447"/>
                </a:lnTo>
                <a:lnTo>
                  <a:pt x="336" y="447"/>
                </a:lnTo>
                <a:lnTo>
                  <a:pt x="331" y="446"/>
                </a:lnTo>
                <a:lnTo>
                  <a:pt x="329" y="446"/>
                </a:lnTo>
                <a:lnTo>
                  <a:pt x="328" y="446"/>
                </a:lnTo>
                <a:lnTo>
                  <a:pt x="327" y="446"/>
                </a:lnTo>
                <a:lnTo>
                  <a:pt x="325" y="448"/>
                </a:lnTo>
                <a:lnTo>
                  <a:pt x="325" y="449"/>
                </a:lnTo>
                <a:lnTo>
                  <a:pt x="325" y="450"/>
                </a:lnTo>
                <a:lnTo>
                  <a:pt x="324" y="450"/>
                </a:lnTo>
                <a:lnTo>
                  <a:pt x="321" y="452"/>
                </a:lnTo>
                <a:lnTo>
                  <a:pt x="320" y="452"/>
                </a:lnTo>
                <a:lnTo>
                  <a:pt x="319" y="452"/>
                </a:lnTo>
                <a:lnTo>
                  <a:pt x="318" y="452"/>
                </a:lnTo>
                <a:lnTo>
                  <a:pt x="317" y="452"/>
                </a:lnTo>
                <a:lnTo>
                  <a:pt x="316" y="453"/>
                </a:lnTo>
                <a:lnTo>
                  <a:pt x="315" y="454"/>
                </a:lnTo>
                <a:lnTo>
                  <a:pt x="315" y="457"/>
                </a:lnTo>
                <a:lnTo>
                  <a:pt x="315" y="458"/>
                </a:lnTo>
                <a:lnTo>
                  <a:pt x="315" y="459"/>
                </a:lnTo>
                <a:lnTo>
                  <a:pt x="314" y="460"/>
                </a:lnTo>
                <a:lnTo>
                  <a:pt x="312" y="460"/>
                </a:lnTo>
                <a:lnTo>
                  <a:pt x="311" y="459"/>
                </a:lnTo>
                <a:lnTo>
                  <a:pt x="310" y="460"/>
                </a:lnTo>
                <a:lnTo>
                  <a:pt x="309" y="461"/>
                </a:lnTo>
                <a:lnTo>
                  <a:pt x="308" y="462"/>
                </a:lnTo>
                <a:lnTo>
                  <a:pt x="306" y="464"/>
                </a:lnTo>
                <a:lnTo>
                  <a:pt x="305" y="465"/>
                </a:lnTo>
                <a:lnTo>
                  <a:pt x="306" y="466"/>
                </a:lnTo>
                <a:lnTo>
                  <a:pt x="305" y="467"/>
                </a:lnTo>
                <a:lnTo>
                  <a:pt x="305" y="468"/>
                </a:lnTo>
                <a:lnTo>
                  <a:pt x="304" y="469"/>
                </a:lnTo>
                <a:lnTo>
                  <a:pt x="304" y="470"/>
                </a:lnTo>
                <a:lnTo>
                  <a:pt x="304" y="471"/>
                </a:lnTo>
                <a:lnTo>
                  <a:pt x="303" y="472"/>
                </a:lnTo>
                <a:lnTo>
                  <a:pt x="304" y="473"/>
                </a:lnTo>
                <a:lnTo>
                  <a:pt x="305" y="473"/>
                </a:lnTo>
                <a:lnTo>
                  <a:pt x="308" y="472"/>
                </a:lnTo>
                <a:lnTo>
                  <a:pt x="310" y="473"/>
                </a:lnTo>
                <a:lnTo>
                  <a:pt x="311" y="473"/>
                </a:lnTo>
                <a:lnTo>
                  <a:pt x="311" y="474"/>
                </a:lnTo>
                <a:lnTo>
                  <a:pt x="310" y="478"/>
                </a:lnTo>
                <a:lnTo>
                  <a:pt x="309" y="478"/>
                </a:lnTo>
                <a:lnTo>
                  <a:pt x="309" y="479"/>
                </a:lnTo>
                <a:lnTo>
                  <a:pt x="310" y="479"/>
                </a:lnTo>
                <a:lnTo>
                  <a:pt x="310" y="480"/>
                </a:lnTo>
                <a:lnTo>
                  <a:pt x="310" y="481"/>
                </a:lnTo>
                <a:lnTo>
                  <a:pt x="310" y="483"/>
                </a:lnTo>
                <a:lnTo>
                  <a:pt x="310" y="484"/>
                </a:lnTo>
                <a:lnTo>
                  <a:pt x="311" y="484"/>
                </a:lnTo>
                <a:lnTo>
                  <a:pt x="315" y="487"/>
                </a:lnTo>
                <a:lnTo>
                  <a:pt x="321" y="495"/>
                </a:lnTo>
                <a:lnTo>
                  <a:pt x="322" y="496"/>
                </a:lnTo>
                <a:lnTo>
                  <a:pt x="322" y="497"/>
                </a:lnTo>
                <a:lnTo>
                  <a:pt x="323" y="498"/>
                </a:lnTo>
                <a:lnTo>
                  <a:pt x="324" y="498"/>
                </a:lnTo>
                <a:lnTo>
                  <a:pt x="324" y="497"/>
                </a:lnTo>
                <a:lnTo>
                  <a:pt x="325" y="497"/>
                </a:lnTo>
                <a:lnTo>
                  <a:pt x="326" y="498"/>
                </a:lnTo>
                <a:lnTo>
                  <a:pt x="326" y="499"/>
                </a:lnTo>
                <a:lnTo>
                  <a:pt x="326" y="500"/>
                </a:lnTo>
                <a:lnTo>
                  <a:pt x="325" y="500"/>
                </a:lnTo>
                <a:lnTo>
                  <a:pt x="326" y="500"/>
                </a:lnTo>
                <a:lnTo>
                  <a:pt x="326" y="501"/>
                </a:lnTo>
                <a:lnTo>
                  <a:pt x="329" y="500"/>
                </a:lnTo>
                <a:lnTo>
                  <a:pt x="330" y="500"/>
                </a:lnTo>
                <a:lnTo>
                  <a:pt x="332" y="500"/>
                </a:lnTo>
                <a:lnTo>
                  <a:pt x="333" y="500"/>
                </a:lnTo>
                <a:lnTo>
                  <a:pt x="335" y="501"/>
                </a:lnTo>
                <a:lnTo>
                  <a:pt x="335" y="502"/>
                </a:lnTo>
                <a:lnTo>
                  <a:pt x="336" y="504"/>
                </a:lnTo>
                <a:lnTo>
                  <a:pt x="336" y="506"/>
                </a:lnTo>
                <a:lnTo>
                  <a:pt x="337" y="508"/>
                </a:lnTo>
                <a:lnTo>
                  <a:pt x="338" y="509"/>
                </a:lnTo>
                <a:lnTo>
                  <a:pt x="339" y="509"/>
                </a:lnTo>
                <a:lnTo>
                  <a:pt x="339" y="511"/>
                </a:lnTo>
                <a:lnTo>
                  <a:pt x="340" y="511"/>
                </a:lnTo>
                <a:lnTo>
                  <a:pt x="341" y="513"/>
                </a:lnTo>
                <a:lnTo>
                  <a:pt x="341" y="515"/>
                </a:lnTo>
                <a:lnTo>
                  <a:pt x="342" y="515"/>
                </a:lnTo>
                <a:lnTo>
                  <a:pt x="343" y="518"/>
                </a:lnTo>
                <a:lnTo>
                  <a:pt x="344" y="518"/>
                </a:lnTo>
                <a:lnTo>
                  <a:pt x="344" y="519"/>
                </a:lnTo>
                <a:lnTo>
                  <a:pt x="343" y="520"/>
                </a:lnTo>
                <a:lnTo>
                  <a:pt x="341" y="521"/>
                </a:lnTo>
                <a:lnTo>
                  <a:pt x="340" y="521"/>
                </a:lnTo>
                <a:lnTo>
                  <a:pt x="339" y="521"/>
                </a:lnTo>
                <a:lnTo>
                  <a:pt x="338" y="522"/>
                </a:lnTo>
                <a:lnTo>
                  <a:pt x="337" y="523"/>
                </a:lnTo>
                <a:lnTo>
                  <a:pt x="337" y="524"/>
                </a:lnTo>
                <a:lnTo>
                  <a:pt x="337" y="525"/>
                </a:lnTo>
                <a:lnTo>
                  <a:pt x="337" y="526"/>
                </a:lnTo>
                <a:lnTo>
                  <a:pt x="334" y="526"/>
                </a:lnTo>
                <a:lnTo>
                  <a:pt x="334" y="527"/>
                </a:lnTo>
                <a:lnTo>
                  <a:pt x="333" y="530"/>
                </a:lnTo>
                <a:lnTo>
                  <a:pt x="333" y="531"/>
                </a:lnTo>
                <a:lnTo>
                  <a:pt x="333" y="532"/>
                </a:lnTo>
                <a:lnTo>
                  <a:pt x="331" y="536"/>
                </a:lnTo>
                <a:lnTo>
                  <a:pt x="330" y="536"/>
                </a:lnTo>
                <a:lnTo>
                  <a:pt x="329" y="536"/>
                </a:lnTo>
                <a:lnTo>
                  <a:pt x="328" y="537"/>
                </a:lnTo>
                <a:lnTo>
                  <a:pt x="329" y="537"/>
                </a:lnTo>
                <a:lnTo>
                  <a:pt x="329" y="538"/>
                </a:lnTo>
                <a:lnTo>
                  <a:pt x="328" y="539"/>
                </a:lnTo>
                <a:lnTo>
                  <a:pt x="328" y="540"/>
                </a:lnTo>
                <a:lnTo>
                  <a:pt x="328" y="541"/>
                </a:lnTo>
                <a:lnTo>
                  <a:pt x="328" y="542"/>
                </a:lnTo>
                <a:lnTo>
                  <a:pt x="329" y="543"/>
                </a:lnTo>
                <a:lnTo>
                  <a:pt x="330" y="544"/>
                </a:lnTo>
                <a:lnTo>
                  <a:pt x="329" y="544"/>
                </a:lnTo>
                <a:lnTo>
                  <a:pt x="329" y="545"/>
                </a:lnTo>
                <a:lnTo>
                  <a:pt x="327" y="545"/>
                </a:lnTo>
                <a:lnTo>
                  <a:pt x="326" y="545"/>
                </a:lnTo>
                <a:lnTo>
                  <a:pt x="326" y="544"/>
                </a:lnTo>
                <a:lnTo>
                  <a:pt x="325" y="544"/>
                </a:lnTo>
                <a:lnTo>
                  <a:pt x="324" y="544"/>
                </a:lnTo>
                <a:lnTo>
                  <a:pt x="323" y="544"/>
                </a:lnTo>
                <a:lnTo>
                  <a:pt x="322" y="544"/>
                </a:lnTo>
                <a:lnTo>
                  <a:pt x="321" y="543"/>
                </a:lnTo>
                <a:lnTo>
                  <a:pt x="320" y="542"/>
                </a:lnTo>
                <a:lnTo>
                  <a:pt x="319" y="541"/>
                </a:lnTo>
                <a:lnTo>
                  <a:pt x="319" y="540"/>
                </a:lnTo>
                <a:lnTo>
                  <a:pt x="319" y="539"/>
                </a:lnTo>
                <a:lnTo>
                  <a:pt x="318" y="539"/>
                </a:lnTo>
                <a:lnTo>
                  <a:pt x="317" y="539"/>
                </a:lnTo>
                <a:lnTo>
                  <a:pt x="317" y="540"/>
                </a:lnTo>
                <a:lnTo>
                  <a:pt x="316" y="541"/>
                </a:lnTo>
                <a:lnTo>
                  <a:pt x="314" y="543"/>
                </a:lnTo>
                <a:lnTo>
                  <a:pt x="313" y="545"/>
                </a:lnTo>
                <a:lnTo>
                  <a:pt x="314" y="545"/>
                </a:lnTo>
                <a:lnTo>
                  <a:pt x="314" y="546"/>
                </a:lnTo>
                <a:lnTo>
                  <a:pt x="315" y="546"/>
                </a:lnTo>
                <a:lnTo>
                  <a:pt x="314" y="547"/>
                </a:lnTo>
                <a:lnTo>
                  <a:pt x="314" y="548"/>
                </a:lnTo>
                <a:lnTo>
                  <a:pt x="313" y="549"/>
                </a:lnTo>
                <a:lnTo>
                  <a:pt x="312" y="550"/>
                </a:lnTo>
                <a:lnTo>
                  <a:pt x="310" y="550"/>
                </a:lnTo>
                <a:lnTo>
                  <a:pt x="309" y="550"/>
                </a:lnTo>
                <a:lnTo>
                  <a:pt x="308" y="549"/>
                </a:lnTo>
                <a:lnTo>
                  <a:pt x="306" y="550"/>
                </a:lnTo>
                <a:lnTo>
                  <a:pt x="307" y="550"/>
                </a:lnTo>
                <a:lnTo>
                  <a:pt x="307" y="551"/>
                </a:lnTo>
                <a:lnTo>
                  <a:pt x="306" y="551"/>
                </a:lnTo>
                <a:lnTo>
                  <a:pt x="305" y="550"/>
                </a:lnTo>
                <a:lnTo>
                  <a:pt x="303" y="550"/>
                </a:lnTo>
                <a:lnTo>
                  <a:pt x="303" y="551"/>
                </a:lnTo>
                <a:lnTo>
                  <a:pt x="302" y="551"/>
                </a:lnTo>
                <a:lnTo>
                  <a:pt x="301" y="551"/>
                </a:lnTo>
                <a:lnTo>
                  <a:pt x="300" y="551"/>
                </a:lnTo>
                <a:lnTo>
                  <a:pt x="299" y="551"/>
                </a:lnTo>
                <a:lnTo>
                  <a:pt x="298" y="552"/>
                </a:lnTo>
                <a:lnTo>
                  <a:pt x="298" y="553"/>
                </a:lnTo>
                <a:lnTo>
                  <a:pt x="298" y="554"/>
                </a:lnTo>
                <a:lnTo>
                  <a:pt x="297" y="555"/>
                </a:lnTo>
                <a:lnTo>
                  <a:pt x="293" y="554"/>
                </a:lnTo>
                <a:lnTo>
                  <a:pt x="292" y="554"/>
                </a:lnTo>
                <a:lnTo>
                  <a:pt x="291" y="554"/>
                </a:lnTo>
                <a:lnTo>
                  <a:pt x="291" y="555"/>
                </a:lnTo>
                <a:lnTo>
                  <a:pt x="290" y="557"/>
                </a:lnTo>
                <a:lnTo>
                  <a:pt x="290" y="558"/>
                </a:lnTo>
                <a:lnTo>
                  <a:pt x="291" y="558"/>
                </a:lnTo>
                <a:lnTo>
                  <a:pt x="291" y="559"/>
                </a:lnTo>
                <a:lnTo>
                  <a:pt x="290" y="559"/>
                </a:lnTo>
                <a:lnTo>
                  <a:pt x="290" y="560"/>
                </a:lnTo>
                <a:lnTo>
                  <a:pt x="289" y="560"/>
                </a:lnTo>
                <a:lnTo>
                  <a:pt x="288" y="559"/>
                </a:lnTo>
                <a:lnTo>
                  <a:pt x="286" y="559"/>
                </a:lnTo>
                <a:lnTo>
                  <a:pt x="285" y="560"/>
                </a:lnTo>
                <a:lnTo>
                  <a:pt x="285" y="561"/>
                </a:lnTo>
                <a:lnTo>
                  <a:pt x="285" y="562"/>
                </a:lnTo>
                <a:lnTo>
                  <a:pt x="285" y="563"/>
                </a:lnTo>
                <a:lnTo>
                  <a:pt x="285" y="564"/>
                </a:lnTo>
                <a:lnTo>
                  <a:pt x="284" y="564"/>
                </a:lnTo>
                <a:lnTo>
                  <a:pt x="283" y="564"/>
                </a:lnTo>
                <a:lnTo>
                  <a:pt x="282" y="564"/>
                </a:lnTo>
                <a:lnTo>
                  <a:pt x="281" y="565"/>
                </a:lnTo>
                <a:lnTo>
                  <a:pt x="279" y="567"/>
                </a:lnTo>
                <a:lnTo>
                  <a:pt x="279" y="568"/>
                </a:lnTo>
                <a:lnTo>
                  <a:pt x="278" y="569"/>
                </a:lnTo>
                <a:lnTo>
                  <a:pt x="277" y="570"/>
                </a:lnTo>
                <a:lnTo>
                  <a:pt x="276" y="571"/>
                </a:lnTo>
                <a:lnTo>
                  <a:pt x="276" y="572"/>
                </a:lnTo>
                <a:lnTo>
                  <a:pt x="275" y="573"/>
                </a:lnTo>
                <a:lnTo>
                  <a:pt x="274" y="574"/>
                </a:lnTo>
                <a:lnTo>
                  <a:pt x="273" y="575"/>
                </a:lnTo>
                <a:lnTo>
                  <a:pt x="272" y="575"/>
                </a:lnTo>
                <a:lnTo>
                  <a:pt x="271" y="575"/>
                </a:lnTo>
                <a:lnTo>
                  <a:pt x="271" y="577"/>
                </a:lnTo>
                <a:lnTo>
                  <a:pt x="271" y="578"/>
                </a:lnTo>
                <a:lnTo>
                  <a:pt x="270" y="578"/>
                </a:lnTo>
                <a:lnTo>
                  <a:pt x="269" y="580"/>
                </a:lnTo>
                <a:lnTo>
                  <a:pt x="270" y="580"/>
                </a:lnTo>
                <a:lnTo>
                  <a:pt x="271" y="581"/>
                </a:lnTo>
                <a:lnTo>
                  <a:pt x="271" y="582"/>
                </a:lnTo>
                <a:lnTo>
                  <a:pt x="270" y="583"/>
                </a:lnTo>
                <a:lnTo>
                  <a:pt x="268" y="584"/>
                </a:lnTo>
                <a:lnTo>
                  <a:pt x="268" y="586"/>
                </a:lnTo>
                <a:lnTo>
                  <a:pt x="268" y="587"/>
                </a:lnTo>
                <a:lnTo>
                  <a:pt x="267" y="588"/>
                </a:lnTo>
                <a:lnTo>
                  <a:pt x="268" y="588"/>
                </a:lnTo>
                <a:lnTo>
                  <a:pt x="268" y="589"/>
                </a:lnTo>
                <a:lnTo>
                  <a:pt x="268" y="590"/>
                </a:lnTo>
                <a:lnTo>
                  <a:pt x="268" y="591"/>
                </a:lnTo>
                <a:lnTo>
                  <a:pt x="268" y="592"/>
                </a:lnTo>
                <a:lnTo>
                  <a:pt x="269" y="592"/>
                </a:lnTo>
                <a:lnTo>
                  <a:pt x="270" y="592"/>
                </a:lnTo>
                <a:lnTo>
                  <a:pt x="270" y="591"/>
                </a:lnTo>
                <a:lnTo>
                  <a:pt x="271" y="591"/>
                </a:lnTo>
                <a:lnTo>
                  <a:pt x="271" y="592"/>
                </a:lnTo>
                <a:lnTo>
                  <a:pt x="272" y="592"/>
                </a:lnTo>
                <a:lnTo>
                  <a:pt x="273" y="593"/>
                </a:lnTo>
                <a:lnTo>
                  <a:pt x="274" y="593"/>
                </a:lnTo>
                <a:lnTo>
                  <a:pt x="275" y="594"/>
                </a:lnTo>
                <a:lnTo>
                  <a:pt x="276" y="594"/>
                </a:lnTo>
                <a:lnTo>
                  <a:pt x="277" y="594"/>
                </a:lnTo>
                <a:lnTo>
                  <a:pt x="278" y="596"/>
                </a:lnTo>
                <a:lnTo>
                  <a:pt x="278" y="597"/>
                </a:lnTo>
                <a:lnTo>
                  <a:pt x="279" y="598"/>
                </a:lnTo>
                <a:lnTo>
                  <a:pt x="280" y="598"/>
                </a:lnTo>
                <a:lnTo>
                  <a:pt x="281" y="598"/>
                </a:lnTo>
                <a:lnTo>
                  <a:pt x="282" y="598"/>
                </a:lnTo>
                <a:lnTo>
                  <a:pt x="282" y="599"/>
                </a:lnTo>
                <a:lnTo>
                  <a:pt x="283" y="600"/>
                </a:lnTo>
                <a:lnTo>
                  <a:pt x="284" y="600"/>
                </a:lnTo>
                <a:lnTo>
                  <a:pt x="284" y="601"/>
                </a:lnTo>
                <a:lnTo>
                  <a:pt x="284" y="602"/>
                </a:lnTo>
                <a:lnTo>
                  <a:pt x="284" y="603"/>
                </a:lnTo>
                <a:lnTo>
                  <a:pt x="283" y="603"/>
                </a:lnTo>
                <a:lnTo>
                  <a:pt x="283" y="604"/>
                </a:lnTo>
                <a:lnTo>
                  <a:pt x="283" y="605"/>
                </a:lnTo>
                <a:lnTo>
                  <a:pt x="284" y="605"/>
                </a:lnTo>
                <a:lnTo>
                  <a:pt x="285" y="606"/>
                </a:lnTo>
                <a:lnTo>
                  <a:pt x="286" y="606"/>
                </a:lnTo>
                <a:lnTo>
                  <a:pt x="286" y="607"/>
                </a:lnTo>
                <a:lnTo>
                  <a:pt x="285" y="607"/>
                </a:lnTo>
                <a:lnTo>
                  <a:pt x="285" y="608"/>
                </a:lnTo>
                <a:lnTo>
                  <a:pt x="285" y="609"/>
                </a:lnTo>
                <a:lnTo>
                  <a:pt x="285" y="610"/>
                </a:lnTo>
                <a:lnTo>
                  <a:pt x="285" y="611"/>
                </a:lnTo>
                <a:lnTo>
                  <a:pt x="284" y="612"/>
                </a:lnTo>
                <a:lnTo>
                  <a:pt x="284" y="613"/>
                </a:lnTo>
                <a:lnTo>
                  <a:pt x="285" y="614"/>
                </a:lnTo>
                <a:lnTo>
                  <a:pt x="286" y="614"/>
                </a:lnTo>
                <a:lnTo>
                  <a:pt x="287" y="615"/>
                </a:lnTo>
                <a:lnTo>
                  <a:pt x="288" y="615"/>
                </a:lnTo>
                <a:lnTo>
                  <a:pt x="289" y="616"/>
                </a:lnTo>
                <a:lnTo>
                  <a:pt x="290" y="616"/>
                </a:lnTo>
                <a:lnTo>
                  <a:pt x="291" y="617"/>
                </a:lnTo>
                <a:lnTo>
                  <a:pt x="292" y="618"/>
                </a:lnTo>
                <a:lnTo>
                  <a:pt x="293" y="618"/>
                </a:lnTo>
                <a:lnTo>
                  <a:pt x="293" y="617"/>
                </a:lnTo>
                <a:lnTo>
                  <a:pt x="293" y="618"/>
                </a:lnTo>
                <a:lnTo>
                  <a:pt x="293" y="619"/>
                </a:lnTo>
                <a:lnTo>
                  <a:pt x="293" y="620"/>
                </a:lnTo>
                <a:lnTo>
                  <a:pt x="292" y="621"/>
                </a:lnTo>
                <a:lnTo>
                  <a:pt x="291" y="622"/>
                </a:lnTo>
                <a:lnTo>
                  <a:pt x="290" y="622"/>
                </a:lnTo>
                <a:lnTo>
                  <a:pt x="289" y="622"/>
                </a:lnTo>
                <a:lnTo>
                  <a:pt x="289" y="623"/>
                </a:lnTo>
                <a:lnTo>
                  <a:pt x="287" y="624"/>
                </a:lnTo>
                <a:lnTo>
                  <a:pt x="286" y="624"/>
                </a:lnTo>
                <a:lnTo>
                  <a:pt x="285" y="624"/>
                </a:lnTo>
                <a:lnTo>
                  <a:pt x="285" y="625"/>
                </a:lnTo>
                <a:lnTo>
                  <a:pt x="284" y="625"/>
                </a:lnTo>
                <a:lnTo>
                  <a:pt x="283" y="624"/>
                </a:lnTo>
                <a:lnTo>
                  <a:pt x="282" y="623"/>
                </a:lnTo>
                <a:lnTo>
                  <a:pt x="280" y="623"/>
                </a:lnTo>
                <a:lnTo>
                  <a:pt x="279" y="624"/>
                </a:lnTo>
                <a:lnTo>
                  <a:pt x="279" y="625"/>
                </a:lnTo>
                <a:lnTo>
                  <a:pt x="278" y="625"/>
                </a:lnTo>
                <a:lnTo>
                  <a:pt x="277" y="626"/>
                </a:lnTo>
                <a:lnTo>
                  <a:pt x="277" y="627"/>
                </a:lnTo>
                <a:lnTo>
                  <a:pt x="276" y="627"/>
                </a:lnTo>
                <a:lnTo>
                  <a:pt x="275" y="626"/>
                </a:lnTo>
                <a:lnTo>
                  <a:pt x="273" y="627"/>
                </a:lnTo>
                <a:lnTo>
                  <a:pt x="273" y="628"/>
                </a:lnTo>
                <a:lnTo>
                  <a:pt x="272" y="628"/>
                </a:lnTo>
                <a:lnTo>
                  <a:pt x="272" y="629"/>
                </a:lnTo>
                <a:lnTo>
                  <a:pt x="272" y="630"/>
                </a:lnTo>
                <a:lnTo>
                  <a:pt x="273" y="629"/>
                </a:lnTo>
                <a:lnTo>
                  <a:pt x="274" y="629"/>
                </a:lnTo>
                <a:lnTo>
                  <a:pt x="274" y="630"/>
                </a:lnTo>
                <a:lnTo>
                  <a:pt x="274" y="631"/>
                </a:lnTo>
                <a:lnTo>
                  <a:pt x="274" y="632"/>
                </a:lnTo>
                <a:lnTo>
                  <a:pt x="274" y="633"/>
                </a:lnTo>
                <a:lnTo>
                  <a:pt x="275" y="633"/>
                </a:lnTo>
                <a:lnTo>
                  <a:pt x="276" y="634"/>
                </a:lnTo>
                <a:lnTo>
                  <a:pt x="279" y="635"/>
                </a:lnTo>
                <a:lnTo>
                  <a:pt x="280" y="635"/>
                </a:lnTo>
                <a:lnTo>
                  <a:pt x="280" y="634"/>
                </a:lnTo>
                <a:lnTo>
                  <a:pt x="282" y="634"/>
                </a:lnTo>
                <a:lnTo>
                  <a:pt x="283" y="635"/>
                </a:lnTo>
                <a:lnTo>
                  <a:pt x="283" y="636"/>
                </a:lnTo>
                <a:lnTo>
                  <a:pt x="283" y="637"/>
                </a:lnTo>
                <a:lnTo>
                  <a:pt x="283" y="638"/>
                </a:lnTo>
                <a:lnTo>
                  <a:pt x="284" y="640"/>
                </a:lnTo>
                <a:lnTo>
                  <a:pt x="284" y="641"/>
                </a:lnTo>
                <a:lnTo>
                  <a:pt x="284" y="642"/>
                </a:lnTo>
                <a:lnTo>
                  <a:pt x="284" y="643"/>
                </a:lnTo>
                <a:lnTo>
                  <a:pt x="285" y="643"/>
                </a:lnTo>
                <a:lnTo>
                  <a:pt x="285" y="644"/>
                </a:lnTo>
                <a:lnTo>
                  <a:pt x="285" y="645"/>
                </a:lnTo>
                <a:lnTo>
                  <a:pt x="285" y="646"/>
                </a:lnTo>
                <a:lnTo>
                  <a:pt x="284" y="646"/>
                </a:lnTo>
                <a:lnTo>
                  <a:pt x="284" y="647"/>
                </a:lnTo>
                <a:lnTo>
                  <a:pt x="284" y="648"/>
                </a:lnTo>
                <a:lnTo>
                  <a:pt x="284" y="649"/>
                </a:lnTo>
                <a:lnTo>
                  <a:pt x="285" y="649"/>
                </a:lnTo>
                <a:lnTo>
                  <a:pt x="284" y="649"/>
                </a:lnTo>
                <a:lnTo>
                  <a:pt x="284" y="650"/>
                </a:lnTo>
                <a:lnTo>
                  <a:pt x="283" y="650"/>
                </a:lnTo>
                <a:lnTo>
                  <a:pt x="283" y="651"/>
                </a:lnTo>
                <a:lnTo>
                  <a:pt x="283" y="652"/>
                </a:lnTo>
                <a:lnTo>
                  <a:pt x="283" y="653"/>
                </a:lnTo>
                <a:lnTo>
                  <a:pt x="285" y="653"/>
                </a:lnTo>
                <a:lnTo>
                  <a:pt x="286" y="653"/>
                </a:lnTo>
                <a:lnTo>
                  <a:pt x="286" y="652"/>
                </a:lnTo>
                <a:lnTo>
                  <a:pt x="287" y="652"/>
                </a:lnTo>
                <a:lnTo>
                  <a:pt x="287" y="653"/>
                </a:lnTo>
                <a:lnTo>
                  <a:pt x="288" y="653"/>
                </a:lnTo>
                <a:lnTo>
                  <a:pt x="288" y="654"/>
                </a:lnTo>
                <a:lnTo>
                  <a:pt x="289" y="655"/>
                </a:lnTo>
                <a:lnTo>
                  <a:pt x="290" y="655"/>
                </a:lnTo>
                <a:lnTo>
                  <a:pt x="290" y="656"/>
                </a:lnTo>
                <a:lnTo>
                  <a:pt x="290" y="657"/>
                </a:lnTo>
                <a:lnTo>
                  <a:pt x="290" y="658"/>
                </a:lnTo>
                <a:lnTo>
                  <a:pt x="290" y="659"/>
                </a:lnTo>
                <a:lnTo>
                  <a:pt x="289" y="660"/>
                </a:lnTo>
                <a:lnTo>
                  <a:pt x="289" y="661"/>
                </a:lnTo>
                <a:lnTo>
                  <a:pt x="289" y="662"/>
                </a:lnTo>
                <a:lnTo>
                  <a:pt x="289" y="663"/>
                </a:lnTo>
                <a:lnTo>
                  <a:pt x="290" y="664"/>
                </a:lnTo>
                <a:lnTo>
                  <a:pt x="290" y="665"/>
                </a:lnTo>
                <a:lnTo>
                  <a:pt x="290" y="664"/>
                </a:lnTo>
                <a:lnTo>
                  <a:pt x="291" y="663"/>
                </a:lnTo>
                <a:lnTo>
                  <a:pt x="292" y="662"/>
                </a:lnTo>
                <a:lnTo>
                  <a:pt x="292" y="661"/>
                </a:lnTo>
                <a:lnTo>
                  <a:pt x="292" y="660"/>
                </a:lnTo>
                <a:lnTo>
                  <a:pt x="293" y="659"/>
                </a:lnTo>
                <a:lnTo>
                  <a:pt x="294" y="659"/>
                </a:lnTo>
                <a:lnTo>
                  <a:pt x="295" y="659"/>
                </a:lnTo>
                <a:lnTo>
                  <a:pt x="296" y="661"/>
                </a:lnTo>
                <a:lnTo>
                  <a:pt x="297" y="661"/>
                </a:lnTo>
                <a:lnTo>
                  <a:pt x="297" y="662"/>
                </a:lnTo>
                <a:lnTo>
                  <a:pt x="298" y="662"/>
                </a:lnTo>
                <a:lnTo>
                  <a:pt x="299" y="663"/>
                </a:lnTo>
                <a:lnTo>
                  <a:pt x="299" y="664"/>
                </a:lnTo>
                <a:lnTo>
                  <a:pt x="300" y="664"/>
                </a:lnTo>
                <a:lnTo>
                  <a:pt x="301" y="664"/>
                </a:lnTo>
                <a:lnTo>
                  <a:pt x="301" y="663"/>
                </a:lnTo>
                <a:lnTo>
                  <a:pt x="302" y="663"/>
                </a:lnTo>
                <a:lnTo>
                  <a:pt x="302" y="662"/>
                </a:lnTo>
                <a:lnTo>
                  <a:pt x="303" y="662"/>
                </a:lnTo>
                <a:lnTo>
                  <a:pt x="304" y="662"/>
                </a:lnTo>
                <a:lnTo>
                  <a:pt x="304" y="661"/>
                </a:lnTo>
                <a:lnTo>
                  <a:pt x="305" y="661"/>
                </a:lnTo>
                <a:lnTo>
                  <a:pt x="306" y="661"/>
                </a:lnTo>
                <a:lnTo>
                  <a:pt x="307" y="661"/>
                </a:lnTo>
                <a:lnTo>
                  <a:pt x="308" y="662"/>
                </a:lnTo>
                <a:lnTo>
                  <a:pt x="308" y="661"/>
                </a:lnTo>
                <a:lnTo>
                  <a:pt x="308" y="660"/>
                </a:lnTo>
                <a:lnTo>
                  <a:pt x="309" y="660"/>
                </a:lnTo>
                <a:lnTo>
                  <a:pt x="309" y="661"/>
                </a:lnTo>
                <a:lnTo>
                  <a:pt x="310" y="661"/>
                </a:lnTo>
                <a:lnTo>
                  <a:pt x="311" y="661"/>
                </a:lnTo>
                <a:lnTo>
                  <a:pt x="312" y="661"/>
                </a:lnTo>
                <a:lnTo>
                  <a:pt x="313" y="659"/>
                </a:lnTo>
                <a:lnTo>
                  <a:pt x="313" y="658"/>
                </a:lnTo>
                <a:lnTo>
                  <a:pt x="313" y="657"/>
                </a:lnTo>
                <a:lnTo>
                  <a:pt x="313" y="658"/>
                </a:lnTo>
                <a:lnTo>
                  <a:pt x="314" y="658"/>
                </a:lnTo>
                <a:lnTo>
                  <a:pt x="314" y="659"/>
                </a:lnTo>
                <a:lnTo>
                  <a:pt x="315" y="659"/>
                </a:lnTo>
                <a:lnTo>
                  <a:pt x="316" y="660"/>
                </a:lnTo>
                <a:lnTo>
                  <a:pt x="317" y="662"/>
                </a:lnTo>
                <a:lnTo>
                  <a:pt x="318" y="663"/>
                </a:lnTo>
                <a:lnTo>
                  <a:pt x="318" y="664"/>
                </a:lnTo>
                <a:lnTo>
                  <a:pt x="319" y="665"/>
                </a:lnTo>
                <a:lnTo>
                  <a:pt x="319" y="666"/>
                </a:lnTo>
                <a:lnTo>
                  <a:pt x="318" y="666"/>
                </a:lnTo>
                <a:lnTo>
                  <a:pt x="318" y="667"/>
                </a:lnTo>
                <a:lnTo>
                  <a:pt x="319" y="668"/>
                </a:lnTo>
                <a:lnTo>
                  <a:pt x="320" y="667"/>
                </a:lnTo>
                <a:lnTo>
                  <a:pt x="321" y="668"/>
                </a:lnTo>
                <a:lnTo>
                  <a:pt x="322" y="668"/>
                </a:lnTo>
                <a:lnTo>
                  <a:pt x="322" y="669"/>
                </a:lnTo>
                <a:lnTo>
                  <a:pt x="322" y="670"/>
                </a:lnTo>
                <a:lnTo>
                  <a:pt x="323" y="670"/>
                </a:lnTo>
                <a:lnTo>
                  <a:pt x="323" y="671"/>
                </a:lnTo>
                <a:lnTo>
                  <a:pt x="324" y="671"/>
                </a:lnTo>
                <a:lnTo>
                  <a:pt x="324" y="670"/>
                </a:lnTo>
                <a:lnTo>
                  <a:pt x="325" y="670"/>
                </a:lnTo>
                <a:lnTo>
                  <a:pt x="326" y="671"/>
                </a:lnTo>
                <a:lnTo>
                  <a:pt x="326" y="672"/>
                </a:lnTo>
                <a:lnTo>
                  <a:pt x="327" y="674"/>
                </a:lnTo>
                <a:lnTo>
                  <a:pt x="327" y="675"/>
                </a:lnTo>
                <a:lnTo>
                  <a:pt x="328" y="676"/>
                </a:lnTo>
                <a:lnTo>
                  <a:pt x="328" y="677"/>
                </a:lnTo>
                <a:lnTo>
                  <a:pt x="329" y="677"/>
                </a:lnTo>
                <a:lnTo>
                  <a:pt x="330" y="676"/>
                </a:lnTo>
                <a:lnTo>
                  <a:pt x="330" y="677"/>
                </a:lnTo>
                <a:lnTo>
                  <a:pt x="331" y="678"/>
                </a:lnTo>
                <a:lnTo>
                  <a:pt x="331" y="677"/>
                </a:lnTo>
                <a:lnTo>
                  <a:pt x="330" y="676"/>
                </a:lnTo>
                <a:lnTo>
                  <a:pt x="332" y="677"/>
                </a:lnTo>
                <a:lnTo>
                  <a:pt x="333" y="677"/>
                </a:lnTo>
                <a:lnTo>
                  <a:pt x="334" y="677"/>
                </a:lnTo>
                <a:lnTo>
                  <a:pt x="335" y="677"/>
                </a:lnTo>
                <a:lnTo>
                  <a:pt x="336" y="677"/>
                </a:lnTo>
                <a:lnTo>
                  <a:pt x="339" y="677"/>
                </a:lnTo>
                <a:lnTo>
                  <a:pt x="340" y="677"/>
                </a:lnTo>
                <a:lnTo>
                  <a:pt x="340" y="676"/>
                </a:lnTo>
                <a:lnTo>
                  <a:pt x="339" y="676"/>
                </a:lnTo>
                <a:lnTo>
                  <a:pt x="339" y="675"/>
                </a:lnTo>
                <a:lnTo>
                  <a:pt x="338" y="672"/>
                </a:lnTo>
                <a:lnTo>
                  <a:pt x="339" y="672"/>
                </a:lnTo>
                <a:lnTo>
                  <a:pt x="339" y="671"/>
                </a:lnTo>
                <a:lnTo>
                  <a:pt x="339" y="670"/>
                </a:lnTo>
                <a:lnTo>
                  <a:pt x="340" y="670"/>
                </a:lnTo>
                <a:lnTo>
                  <a:pt x="341" y="670"/>
                </a:lnTo>
                <a:lnTo>
                  <a:pt x="342" y="669"/>
                </a:lnTo>
                <a:lnTo>
                  <a:pt x="342" y="668"/>
                </a:lnTo>
                <a:lnTo>
                  <a:pt x="343" y="667"/>
                </a:lnTo>
                <a:lnTo>
                  <a:pt x="344" y="667"/>
                </a:lnTo>
                <a:lnTo>
                  <a:pt x="344" y="668"/>
                </a:lnTo>
                <a:lnTo>
                  <a:pt x="345" y="668"/>
                </a:lnTo>
                <a:lnTo>
                  <a:pt x="346" y="668"/>
                </a:lnTo>
                <a:lnTo>
                  <a:pt x="347" y="668"/>
                </a:lnTo>
                <a:lnTo>
                  <a:pt x="348" y="668"/>
                </a:lnTo>
                <a:lnTo>
                  <a:pt x="348" y="667"/>
                </a:lnTo>
                <a:lnTo>
                  <a:pt x="349" y="666"/>
                </a:lnTo>
                <a:lnTo>
                  <a:pt x="349" y="665"/>
                </a:lnTo>
                <a:lnTo>
                  <a:pt x="349" y="664"/>
                </a:lnTo>
                <a:lnTo>
                  <a:pt x="348" y="664"/>
                </a:lnTo>
                <a:lnTo>
                  <a:pt x="348" y="663"/>
                </a:lnTo>
                <a:lnTo>
                  <a:pt x="349" y="663"/>
                </a:lnTo>
                <a:lnTo>
                  <a:pt x="350" y="663"/>
                </a:lnTo>
                <a:lnTo>
                  <a:pt x="351" y="663"/>
                </a:lnTo>
                <a:lnTo>
                  <a:pt x="352" y="662"/>
                </a:lnTo>
                <a:lnTo>
                  <a:pt x="352" y="661"/>
                </a:lnTo>
                <a:lnTo>
                  <a:pt x="352" y="660"/>
                </a:lnTo>
                <a:lnTo>
                  <a:pt x="351" y="660"/>
                </a:lnTo>
                <a:lnTo>
                  <a:pt x="350" y="658"/>
                </a:lnTo>
                <a:lnTo>
                  <a:pt x="351" y="656"/>
                </a:lnTo>
                <a:lnTo>
                  <a:pt x="351" y="657"/>
                </a:lnTo>
                <a:lnTo>
                  <a:pt x="352" y="656"/>
                </a:lnTo>
                <a:lnTo>
                  <a:pt x="352" y="657"/>
                </a:lnTo>
                <a:lnTo>
                  <a:pt x="354" y="657"/>
                </a:lnTo>
                <a:lnTo>
                  <a:pt x="355" y="658"/>
                </a:lnTo>
                <a:lnTo>
                  <a:pt x="355" y="659"/>
                </a:lnTo>
                <a:lnTo>
                  <a:pt x="355" y="660"/>
                </a:lnTo>
                <a:lnTo>
                  <a:pt x="355" y="661"/>
                </a:lnTo>
                <a:lnTo>
                  <a:pt x="356" y="661"/>
                </a:lnTo>
                <a:lnTo>
                  <a:pt x="357" y="661"/>
                </a:lnTo>
                <a:lnTo>
                  <a:pt x="357" y="662"/>
                </a:lnTo>
                <a:lnTo>
                  <a:pt x="358" y="663"/>
                </a:lnTo>
                <a:lnTo>
                  <a:pt x="359" y="663"/>
                </a:lnTo>
                <a:lnTo>
                  <a:pt x="359" y="664"/>
                </a:lnTo>
                <a:lnTo>
                  <a:pt x="360" y="663"/>
                </a:lnTo>
                <a:lnTo>
                  <a:pt x="360" y="662"/>
                </a:lnTo>
                <a:lnTo>
                  <a:pt x="360" y="661"/>
                </a:lnTo>
                <a:lnTo>
                  <a:pt x="361" y="661"/>
                </a:lnTo>
                <a:lnTo>
                  <a:pt x="362" y="661"/>
                </a:lnTo>
                <a:lnTo>
                  <a:pt x="362" y="660"/>
                </a:lnTo>
                <a:lnTo>
                  <a:pt x="361" y="660"/>
                </a:lnTo>
                <a:lnTo>
                  <a:pt x="361" y="657"/>
                </a:lnTo>
                <a:lnTo>
                  <a:pt x="361" y="656"/>
                </a:lnTo>
                <a:lnTo>
                  <a:pt x="363" y="656"/>
                </a:lnTo>
                <a:lnTo>
                  <a:pt x="363" y="657"/>
                </a:lnTo>
                <a:lnTo>
                  <a:pt x="363" y="658"/>
                </a:lnTo>
                <a:lnTo>
                  <a:pt x="364" y="658"/>
                </a:lnTo>
                <a:lnTo>
                  <a:pt x="364" y="659"/>
                </a:lnTo>
                <a:lnTo>
                  <a:pt x="364" y="660"/>
                </a:lnTo>
                <a:lnTo>
                  <a:pt x="366" y="660"/>
                </a:lnTo>
                <a:lnTo>
                  <a:pt x="366" y="659"/>
                </a:lnTo>
                <a:lnTo>
                  <a:pt x="367" y="659"/>
                </a:lnTo>
                <a:lnTo>
                  <a:pt x="367" y="658"/>
                </a:lnTo>
                <a:lnTo>
                  <a:pt x="367" y="657"/>
                </a:lnTo>
                <a:lnTo>
                  <a:pt x="368" y="657"/>
                </a:lnTo>
                <a:lnTo>
                  <a:pt x="369" y="657"/>
                </a:lnTo>
                <a:lnTo>
                  <a:pt x="369" y="658"/>
                </a:lnTo>
                <a:lnTo>
                  <a:pt x="369" y="660"/>
                </a:lnTo>
                <a:lnTo>
                  <a:pt x="369" y="659"/>
                </a:lnTo>
                <a:lnTo>
                  <a:pt x="370" y="659"/>
                </a:lnTo>
                <a:lnTo>
                  <a:pt x="370" y="660"/>
                </a:lnTo>
                <a:lnTo>
                  <a:pt x="371" y="660"/>
                </a:lnTo>
                <a:lnTo>
                  <a:pt x="374" y="659"/>
                </a:lnTo>
                <a:lnTo>
                  <a:pt x="377" y="659"/>
                </a:lnTo>
                <a:lnTo>
                  <a:pt x="380" y="658"/>
                </a:lnTo>
                <a:lnTo>
                  <a:pt x="381" y="658"/>
                </a:lnTo>
                <a:lnTo>
                  <a:pt x="381" y="657"/>
                </a:lnTo>
                <a:lnTo>
                  <a:pt x="381" y="658"/>
                </a:lnTo>
                <a:lnTo>
                  <a:pt x="381" y="659"/>
                </a:lnTo>
                <a:lnTo>
                  <a:pt x="382" y="659"/>
                </a:lnTo>
                <a:lnTo>
                  <a:pt x="383" y="659"/>
                </a:lnTo>
                <a:lnTo>
                  <a:pt x="383" y="658"/>
                </a:lnTo>
                <a:lnTo>
                  <a:pt x="384" y="658"/>
                </a:lnTo>
                <a:lnTo>
                  <a:pt x="384" y="659"/>
                </a:lnTo>
                <a:lnTo>
                  <a:pt x="386" y="659"/>
                </a:lnTo>
                <a:lnTo>
                  <a:pt x="387" y="659"/>
                </a:lnTo>
                <a:lnTo>
                  <a:pt x="387" y="658"/>
                </a:lnTo>
                <a:lnTo>
                  <a:pt x="388" y="658"/>
                </a:lnTo>
                <a:lnTo>
                  <a:pt x="388" y="657"/>
                </a:lnTo>
                <a:lnTo>
                  <a:pt x="388" y="656"/>
                </a:lnTo>
                <a:lnTo>
                  <a:pt x="389" y="656"/>
                </a:lnTo>
                <a:lnTo>
                  <a:pt x="390" y="656"/>
                </a:lnTo>
                <a:lnTo>
                  <a:pt x="390" y="655"/>
                </a:lnTo>
                <a:lnTo>
                  <a:pt x="392" y="655"/>
                </a:lnTo>
                <a:lnTo>
                  <a:pt x="392" y="654"/>
                </a:lnTo>
                <a:lnTo>
                  <a:pt x="393" y="654"/>
                </a:lnTo>
                <a:lnTo>
                  <a:pt x="394" y="654"/>
                </a:lnTo>
                <a:lnTo>
                  <a:pt x="395" y="654"/>
                </a:lnTo>
                <a:lnTo>
                  <a:pt x="396" y="654"/>
                </a:lnTo>
                <a:lnTo>
                  <a:pt x="396" y="655"/>
                </a:lnTo>
                <a:lnTo>
                  <a:pt x="397" y="656"/>
                </a:lnTo>
                <a:lnTo>
                  <a:pt x="398" y="656"/>
                </a:lnTo>
                <a:lnTo>
                  <a:pt x="399" y="656"/>
                </a:lnTo>
                <a:lnTo>
                  <a:pt x="399" y="655"/>
                </a:lnTo>
                <a:lnTo>
                  <a:pt x="400" y="656"/>
                </a:lnTo>
                <a:lnTo>
                  <a:pt x="400" y="657"/>
                </a:lnTo>
                <a:lnTo>
                  <a:pt x="400" y="658"/>
                </a:lnTo>
                <a:lnTo>
                  <a:pt x="401" y="658"/>
                </a:lnTo>
                <a:lnTo>
                  <a:pt x="402" y="658"/>
                </a:lnTo>
                <a:lnTo>
                  <a:pt x="403" y="658"/>
                </a:lnTo>
                <a:lnTo>
                  <a:pt x="403" y="659"/>
                </a:lnTo>
                <a:lnTo>
                  <a:pt x="404" y="659"/>
                </a:lnTo>
                <a:lnTo>
                  <a:pt x="404" y="660"/>
                </a:lnTo>
                <a:lnTo>
                  <a:pt x="403" y="660"/>
                </a:lnTo>
                <a:lnTo>
                  <a:pt x="403" y="662"/>
                </a:lnTo>
                <a:lnTo>
                  <a:pt x="404" y="662"/>
                </a:lnTo>
                <a:lnTo>
                  <a:pt x="404" y="663"/>
                </a:lnTo>
                <a:lnTo>
                  <a:pt x="404" y="664"/>
                </a:lnTo>
                <a:lnTo>
                  <a:pt x="404" y="665"/>
                </a:lnTo>
                <a:lnTo>
                  <a:pt x="404" y="667"/>
                </a:lnTo>
                <a:lnTo>
                  <a:pt x="404" y="668"/>
                </a:lnTo>
                <a:lnTo>
                  <a:pt x="405" y="669"/>
                </a:lnTo>
                <a:lnTo>
                  <a:pt x="406" y="669"/>
                </a:lnTo>
                <a:lnTo>
                  <a:pt x="406" y="670"/>
                </a:lnTo>
                <a:lnTo>
                  <a:pt x="407" y="670"/>
                </a:lnTo>
                <a:lnTo>
                  <a:pt x="407" y="671"/>
                </a:lnTo>
                <a:lnTo>
                  <a:pt x="410" y="672"/>
                </a:lnTo>
                <a:lnTo>
                  <a:pt x="412" y="672"/>
                </a:lnTo>
                <a:lnTo>
                  <a:pt x="414" y="672"/>
                </a:lnTo>
                <a:lnTo>
                  <a:pt x="415" y="673"/>
                </a:lnTo>
                <a:lnTo>
                  <a:pt x="415" y="674"/>
                </a:lnTo>
                <a:lnTo>
                  <a:pt x="416" y="675"/>
                </a:lnTo>
                <a:lnTo>
                  <a:pt x="417" y="676"/>
                </a:lnTo>
                <a:lnTo>
                  <a:pt x="417" y="677"/>
                </a:lnTo>
                <a:lnTo>
                  <a:pt x="418" y="678"/>
                </a:lnTo>
                <a:lnTo>
                  <a:pt x="419" y="679"/>
                </a:lnTo>
                <a:lnTo>
                  <a:pt x="421" y="679"/>
                </a:lnTo>
                <a:lnTo>
                  <a:pt x="422" y="679"/>
                </a:lnTo>
                <a:lnTo>
                  <a:pt x="424" y="679"/>
                </a:lnTo>
                <a:lnTo>
                  <a:pt x="425" y="679"/>
                </a:lnTo>
                <a:lnTo>
                  <a:pt x="427" y="679"/>
                </a:lnTo>
                <a:lnTo>
                  <a:pt x="428" y="679"/>
                </a:lnTo>
                <a:lnTo>
                  <a:pt x="429" y="678"/>
                </a:lnTo>
                <a:lnTo>
                  <a:pt x="429" y="679"/>
                </a:lnTo>
                <a:lnTo>
                  <a:pt x="430" y="679"/>
                </a:lnTo>
                <a:lnTo>
                  <a:pt x="431" y="679"/>
                </a:lnTo>
                <a:lnTo>
                  <a:pt x="433" y="679"/>
                </a:lnTo>
                <a:lnTo>
                  <a:pt x="434" y="679"/>
                </a:lnTo>
                <a:lnTo>
                  <a:pt x="435" y="680"/>
                </a:lnTo>
                <a:lnTo>
                  <a:pt x="435" y="679"/>
                </a:lnTo>
                <a:lnTo>
                  <a:pt x="436" y="679"/>
                </a:lnTo>
                <a:lnTo>
                  <a:pt x="437" y="679"/>
                </a:lnTo>
                <a:lnTo>
                  <a:pt x="438" y="678"/>
                </a:lnTo>
                <a:lnTo>
                  <a:pt x="438" y="677"/>
                </a:lnTo>
                <a:lnTo>
                  <a:pt x="438" y="676"/>
                </a:lnTo>
                <a:lnTo>
                  <a:pt x="437" y="675"/>
                </a:lnTo>
                <a:lnTo>
                  <a:pt x="437" y="674"/>
                </a:lnTo>
                <a:lnTo>
                  <a:pt x="437" y="673"/>
                </a:lnTo>
                <a:lnTo>
                  <a:pt x="436" y="672"/>
                </a:lnTo>
                <a:lnTo>
                  <a:pt x="436" y="671"/>
                </a:lnTo>
                <a:lnTo>
                  <a:pt x="435" y="671"/>
                </a:lnTo>
                <a:lnTo>
                  <a:pt x="435" y="672"/>
                </a:lnTo>
                <a:lnTo>
                  <a:pt x="434" y="672"/>
                </a:lnTo>
                <a:lnTo>
                  <a:pt x="434" y="673"/>
                </a:lnTo>
                <a:lnTo>
                  <a:pt x="433" y="673"/>
                </a:lnTo>
                <a:lnTo>
                  <a:pt x="433" y="672"/>
                </a:lnTo>
                <a:lnTo>
                  <a:pt x="434" y="672"/>
                </a:lnTo>
                <a:lnTo>
                  <a:pt x="433" y="671"/>
                </a:lnTo>
                <a:lnTo>
                  <a:pt x="432" y="671"/>
                </a:lnTo>
                <a:lnTo>
                  <a:pt x="431" y="672"/>
                </a:lnTo>
                <a:lnTo>
                  <a:pt x="431" y="671"/>
                </a:lnTo>
                <a:lnTo>
                  <a:pt x="431" y="670"/>
                </a:lnTo>
                <a:lnTo>
                  <a:pt x="431" y="669"/>
                </a:lnTo>
                <a:lnTo>
                  <a:pt x="432" y="669"/>
                </a:lnTo>
                <a:lnTo>
                  <a:pt x="432" y="668"/>
                </a:lnTo>
                <a:lnTo>
                  <a:pt x="431" y="667"/>
                </a:lnTo>
                <a:lnTo>
                  <a:pt x="430" y="666"/>
                </a:lnTo>
                <a:lnTo>
                  <a:pt x="429" y="666"/>
                </a:lnTo>
                <a:lnTo>
                  <a:pt x="429" y="664"/>
                </a:lnTo>
                <a:lnTo>
                  <a:pt x="428" y="663"/>
                </a:lnTo>
                <a:lnTo>
                  <a:pt x="429" y="663"/>
                </a:lnTo>
                <a:lnTo>
                  <a:pt x="430" y="663"/>
                </a:lnTo>
                <a:lnTo>
                  <a:pt x="431" y="663"/>
                </a:lnTo>
                <a:lnTo>
                  <a:pt x="432" y="664"/>
                </a:lnTo>
                <a:lnTo>
                  <a:pt x="432" y="665"/>
                </a:lnTo>
                <a:lnTo>
                  <a:pt x="432" y="666"/>
                </a:lnTo>
                <a:lnTo>
                  <a:pt x="433" y="666"/>
                </a:lnTo>
                <a:lnTo>
                  <a:pt x="434" y="666"/>
                </a:lnTo>
                <a:lnTo>
                  <a:pt x="435" y="666"/>
                </a:lnTo>
                <a:lnTo>
                  <a:pt x="435" y="665"/>
                </a:lnTo>
                <a:lnTo>
                  <a:pt x="434" y="665"/>
                </a:lnTo>
                <a:lnTo>
                  <a:pt x="434" y="663"/>
                </a:lnTo>
                <a:lnTo>
                  <a:pt x="434" y="662"/>
                </a:lnTo>
                <a:lnTo>
                  <a:pt x="436" y="662"/>
                </a:lnTo>
                <a:lnTo>
                  <a:pt x="438" y="662"/>
                </a:lnTo>
                <a:lnTo>
                  <a:pt x="438" y="661"/>
                </a:lnTo>
                <a:lnTo>
                  <a:pt x="438" y="660"/>
                </a:lnTo>
                <a:lnTo>
                  <a:pt x="439" y="660"/>
                </a:lnTo>
                <a:lnTo>
                  <a:pt x="440" y="660"/>
                </a:lnTo>
                <a:lnTo>
                  <a:pt x="440" y="659"/>
                </a:lnTo>
                <a:lnTo>
                  <a:pt x="440" y="658"/>
                </a:lnTo>
                <a:lnTo>
                  <a:pt x="439" y="657"/>
                </a:lnTo>
                <a:lnTo>
                  <a:pt x="439" y="656"/>
                </a:lnTo>
                <a:lnTo>
                  <a:pt x="441" y="656"/>
                </a:lnTo>
                <a:lnTo>
                  <a:pt x="441" y="657"/>
                </a:lnTo>
                <a:lnTo>
                  <a:pt x="442" y="656"/>
                </a:lnTo>
                <a:lnTo>
                  <a:pt x="444" y="656"/>
                </a:lnTo>
                <a:lnTo>
                  <a:pt x="444" y="655"/>
                </a:lnTo>
                <a:lnTo>
                  <a:pt x="444" y="654"/>
                </a:lnTo>
                <a:lnTo>
                  <a:pt x="444" y="653"/>
                </a:lnTo>
                <a:lnTo>
                  <a:pt x="445" y="653"/>
                </a:lnTo>
                <a:lnTo>
                  <a:pt x="445" y="652"/>
                </a:lnTo>
                <a:lnTo>
                  <a:pt x="446" y="651"/>
                </a:lnTo>
                <a:lnTo>
                  <a:pt x="446" y="650"/>
                </a:lnTo>
                <a:lnTo>
                  <a:pt x="445" y="650"/>
                </a:lnTo>
                <a:lnTo>
                  <a:pt x="445" y="649"/>
                </a:lnTo>
                <a:lnTo>
                  <a:pt x="445" y="648"/>
                </a:lnTo>
                <a:lnTo>
                  <a:pt x="446" y="646"/>
                </a:lnTo>
                <a:lnTo>
                  <a:pt x="447" y="646"/>
                </a:lnTo>
                <a:lnTo>
                  <a:pt x="447" y="647"/>
                </a:lnTo>
                <a:lnTo>
                  <a:pt x="448" y="646"/>
                </a:lnTo>
                <a:lnTo>
                  <a:pt x="448" y="645"/>
                </a:lnTo>
                <a:lnTo>
                  <a:pt x="449" y="645"/>
                </a:lnTo>
                <a:lnTo>
                  <a:pt x="449" y="646"/>
                </a:lnTo>
                <a:lnTo>
                  <a:pt x="448" y="646"/>
                </a:lnTo>
                <a:lnTo>
                  <a:pt x="449" y="646"/>
                </a:lnTo>
                <a:lnTo>
                  <a:pt x="450" y="645"/>
                </a:lnTo>
                <a:lnTo>
                  <a:pt x="451" y="644"/>
                </a:lnTo>
                <a:lnTo>
                  <a:pt x="452" y="643"/>
                </a:lnTo>
                <a:lnTo>
                  <a:pt x="452" y="642"/>
                </a:lnTo>
                <a:lnTo>
                  <a:pt x="451" y="642"/>
                </a:lnTo>
                <a:lnTo>
                  <a:pt x="451" y="641"/>
                </a:lnTo>
                <a:lnTo>
                  <a:pt x="452" y="641"/>
                </a:lnTo>
                <a:lnTo>
                  <a:pt x="453" y="641"/>
                </a:lnTo>
                <a:lnTo>
                  <a:pt x="453" y="640"/>
                </a:lnTo>
                <a:lnTo>
                  <a:pt x="454" y="640"/>
                </a:lnTo>
                <a:lnTo>
                  <a:pt x="455" y="640"/>
                </a:lnTo>
                <a:lnTo>
                  <a:pt x="456" y="641"/>
                </a:lnTo>
                <a:lnTo>
                  <a:pt x="457" y="640"/>
                </a:lnTo>
                <a:lnTo>
                  <a:pt x="456" y="640"/>
                </a:lnTo>
                <a:lnTo>
                  <a:pt x="457" y="639"/>
                </a:lnTo>
                <a:lnTo>
                  <a:pt x="458" y="639"/>
                </a:lnTo>
                <a:lnTo>
                  <a:pt x="458" y="640"/>
                </a:lnTo>
                <a:lnTo>
                  <a:pt x="459" y="641"/>
                </a:lnTo>
                <a:lnTo>
                  <a:pt x="459" y="642"/>
                </a:lnTo>
                <a:lnTo>
                  <a:pt x="459" y="643"/>
                </a:lnTo>
                <a:lnTo>
                  <a:pt x="460" y="644"/>
                </a:lnTo>
                <a:lnTo>
                  <a:pt x="461" y="644"/>
                </a:lnTo>
                <a:lnTo>
                  <a:pt x="462" y="644"/>
                </a:lnTo>
                <a:lnTo>
                  <a:pt x="463" y="644"/>
                </a:lnTo>
                <a:lnTo>
                  <a:pt x="463" y="643"/>
                </a:lnTo>
                <a:lnTo>
                  <a:pt x="464" y="643"/>
                </a:lnTo>
                <a:lnTo>
                  <a:pt x="464" y="644"/>
                </a:lnTo>
                <a:lnTo>
                  <a:pt x="466" y="643"/>
                </a:lnTo>
                <a:lnTo>
                  <a:pt x="466" y="642"/>
                </a:lnTo>
                <a:lnTo>
                  <a:pt x="467" y="642"/>
                </a:lnTo>
                <a:lnTo>
                  <a:pt x="468" y="642"/>
                </a:lnTo>
                <a:lnTo>
                  <a:pt x="469" y="643"/>
                </a:lnTo>
                <a:lnTo>
                  <a:pt x="471" y="643"/>
                </a:lnTo>
                <a:lnTo>
                  <a:pt x="472" y="643"/>
                </a:lnTo>
                <a:lnTo>
                  <a:pt x="472" y="644"/>
                </a:lnTo>
                <a:lnTo>
                  <a:pt x="473" y="644"/>
                </a:lnTo>
                <a:lnTo>
                  <a:pt x="473" y="645"/>
                </a:lnTo>
                <a:lnTo>
                  <a:pt x="474" y="645"/>
                </a:lnTo>
                <a:lnTo>
                  <a:pt x="475" y="644"/>
                </a:lnTo>
                <a:lnTo>
                  <a:pt x="476" y="644"/>
                </a:lnTo>
                <a:lnTo>
                  <a:pt x="477" y="644"/>
                </a:lnTo>
                <a:lnTo>
                  <a:pt x="477" y="643"/>
                </a:lnTo>
                <a:lnTo>
                  <a:pt x="475" y="642"/>
                </a:lnTo>
                <a:lnTo>
                  <a:pt x="474" y="641"/>
                </a:lnTo>
                <a:lnTo>
                  <a:pt x="473" y="641"/>
                </a:lnTo>
                <a:lnTo>
                  <a:pt x="473" y="640"/>
                </a:lnTo>
                <a:lnTo>
                  <a:pt x="472" y="639"/>
                </a:lnTo>
                <a:lnTo>
                  <a:pt x="472" y="638"/>
                </a:lnTo>
                <a:lnTo>
                  <a:pt x="473" y="638"/>
                </a:lnTo>
                <a:lnTo>
                  <a:pt x="474" y="639"/>
                </a:lnTo>
                <a:lnTo>
                  <a:pt x="474" y="638"/>
                </a:lnTo>
                <a:lnTo>
                  <a:pt x="475" y="638"/>
                </a:lnTo>
                <a:lnTo>
                  <a:pt x="475" y="637"/>
                </a:lnTo>
                <a:lnTo>
                  <a:pt x="476" y="637"/>
                </a:lnTo>
                <a:lnTo>
                  <a:pt x="477" y="638"/>
                </a:lnTo>
                <a:lnTo>
                  <a:pt x="478" y="639"/>
                </a:lnTo>
                <a:lnTo>
                  <a:pt x="478" y="638"/>
                </a:lnTo>
                <a:lnTo>
                  <a:pt x="479" y="638"/>
                </a:lnTo>
                <a:lnTo>
                  <a:pt x="480" y="638"/>
                </a:lnTo>
                <a:lnTo>
                  <a:pt x="482" y="638"/>
                </a:lnTo>
                <a:lnTo>
                  <a:pt x="482" y="639"/>
                </a:lnTo>
                <a:lnTo>
                  <a:pt x="483" y="640"/>
                </a:lnTo>
                <a:lnTo>
                  <a:pt x="484" y="640"/>
                </a:lnTo>
                <a:lnTo>
                  <a:pt x="484" y="641"/>
                </a:lnTo>
                <a:lnTo>
                  <a:pt x="485" y="642"/>
                </a:lnTo>
                <a:lnTo>
                  <a:pt x="485" y="643"/>
                </a:lnTo>
                <a:lnTo>
                  <a:pt x="486" y="642"/>
                </a:lnTo>
                <a:lnTo>
                  <a:pt x="486" y="640"/>
                </a:lnTo>
                <a:lnTo>
                  <a:pt x="486" y="639"/>
                </a:lnTo>
                <a:lnTo>
                  <a:pt x="488" y="638"/>
                </a:lnTo>
                <a:lnTo>
                  <a:pt x="489" y="638"/>
                </a:lnTo>
                <a:lnTo>
                  <a:pt x="489" y="637"/>
                </a:lnTo>
                <a:lnTo>
                  <a:pt x="490" y="637"/>
                </a:lnTo>
                <a:lnTo>
                  <a:pt x="490" y="638"/>
                </a:lnTo>
                <a:lnTo>
                  <a:pt x="490" y="639"/>
                </a:lnTo>
                <a:lnTo>
                  <a:pt x="490" y="640"/>
                </a:lnTo>
                <a:lnTo>
                  <a:pt x="489" y="640"/>
                </a:lnTo>
                <a:lnTo>
                  <a:pt x="489" y="639"/>
                </a:lnTo>
                <a:lnTo>
                  <a:pt x="488" y="640"/>
                </a:lnTo>
                <a:lnTo>
                  <a:pt x="489" y="640"/>
                </a:lnTo>
                <a:lnTo>
                  <a:pt x="489" y="641"/>
                </a:lnTo>
                <a:lnTo>
                  <a:pt x="488" y="641"/>
                </a:lnTo>
                <a:lnTo>
                  <a:pt x="488" y="642"/>
                </a:lnTo>
                <a:lnTo>
                  <a:pt x="488" y="643"/>
                </a:lnTo>
                <a:lnTo>
                  <a:pt x="489" y="644"/>
                </a:lnTo>
                <a:lnTo>
                  <a:pt x="490" y="645"/>
                </a:lnTo>
                <a:lnTo>
                  <a:pt x="490" y="646"/>
                </a:lnTo>
                <a:lnTo>
                  <a:pt x="489" y="647"/>
                </a:lnTo>
                <a:lnTo>
                  <a:pt x="488" y="649"/>
                </a:lnTo>
                <a:lnTo>
                  <a:pt x="487" y="650"/>
                </a:lnTo>
                <a:lnTo>
                  <a:pt x="487" y="651"/>
                </a:lnTo>
                <a:lnTo>
                  <a:pt x="488" y="652"/>
                </a:lnTo>
                <a:lnTo>
                  <a:pt x="489" y="652"/>
                </a:lnTo>
                <a:lnTo>
                  <a:pt x="490" y="654"/>
                </a:lnTo>
                <a:lnTo>
                  <a:pt x="490" y="655"/>
                </a:lnTo>
                <a:lnTo>
                  <a:pt x="492" y="655"/>
                </a:lnTo>
                <a:lnTo>
                  <a:pt x="492" y="654"/>
                </a:lnTo>
                <a:lnTo>
                  <a:pt x="493" y="654"/>
                </a:lnTo>
                <a:lnTo>
                  <a:pt x="493" y="655"/>
                </a:lnTo>
                <a:lnTo>
                  <a:pt x="494" y="655"/>
                </a:lnTo>
                <a:lnTo>
                  <a:pt x="493" y="656"/>
                </a:lnTo>
                <a:lnTo>
                  <a:pt x="494" y="656"/>
                </a:lnTo>
                <a:lnTo>
                  <a:pt x="494" y="657"/>
                </a:lnTo>
                <a:lnTo>
                  <a:pt x="494" y="658"/>
                </a:lnTo>
                <a:lnTo>
                  <a:pt x="493" y="658"/>
                </a:lnTo>
                <a:lnTo>
                  <a:pt x="493" y="659"/>
                </a:lnTo>
                <a:lnTo>
                  <a:pt x="492" y="659"/>
                </a:lnTo>
                <a:lnTo>
                  <a:pt x="493" y="661"/>
                </a:lnTo>
                <a:lnTo>
                  <a:pt x="494" y="664"/>
                </a:lnTo>
                <a:lnTo>
                  <a:pt x="494" y="665"/>
                </a:lnTo>
                <a:lnTo>
                  <a:pt x="493" y="666"/>
                </a:lnTo>
                <a:lnTo>
                  <a:pt x="492" y="666"/>
                </a:lnTo>
                <a:lnTo>
                  <a:pt x="491" y="666"/>
                </a:lnTo>
                <a:lnTo>
                  <a:pt x="490" y="667"/>
                </a:lnTo>
                <a:lnTo>
                  <a:pt x="489" y="667"/>
                </a:lnTo>
                <a:lnTo>
                  <a:pt x="489" y="668"/>
                </a:lnTo>
                <a:lnTo>
                  <a:pt x="489" y="669"/>
                </a:lnTo>
                <a:lnTo>
                  <a:pt x="490" y="669"/>
                </a:lnTo>
                <a:lnTo>
                  <a:pt x="491" y="670"/>
                </a:lnTo>
                <a:lnTo>
                  <a:pt x="491" y="671"/>
                </a:lnTo>
                <a:lnTo>
                  <a:pt x="490" y="671"/>
                </a:lnTo>
                <a:lnTo>
                  <a:pt x="491" y="672"/>
                </a:lnTo>
                <a:lnTo>
                  <a:pt x="492" y="672"/>
                </a:lnTo>
                <a:lnTo>
                  <a:pt x="493" y="672"/>
                </a:lnTo>
                <a:lnTo>
                  <a:pt x="493" y="671"/>
                </a:lnTo>
                <a:lnTo>
                  <a:pt x="494" y="671"/>
                </a:lnTo>
                <a:lnTo>
                  <a:pt x="495" y="672"/>
                </a:lnTo>
                <a:lnTo>
                  <a:pt x="496" y="672"/>
                </a:lnTo>
                <a:lnTo>
                  <a:pt x="496" y="673"/>
                </a:lnTo>
                <a:lnTo>
                  <a:pt x="496" y="674"/>
                </a:lnTo>
                <a:lnTo>
                  <a:pt x="497" y="674"/>
                </a:lnTo>
                <a:lnTo>
                  <a:pt x="498" y="673"/>
                </a:lnTo>
                <a:lnTo>
                  <a:pt x="499" y="673"/>
                </a:lnTo>
                <a:lnTo>
                  <a:pt x="500" y="672"/>
                </a:lnTo>
                <a:lnTo>
                  <a:pt x="501" y="673"/>
                </a:lnTo>
                <a:lnTo>
                  <a:pt x="502" y="673"/>
                </a:lnTo>
                <a:lnTo>
                  <a:pt x="504" y="673"/>
                </a:lnTo>
                <a:lnTo>
                  <a:pt x="503" y="675"/>
                </a:lnTo>
                <a:lnTo>
                  <a:pt x="502" y="675"/>
                </a:lnTo>
                <a:lnTo>
                  <a:pt x="501" y="676"/>
                </a:lnTo>
                <a:lnTo>
                  <a:pt x="501" y="677"/>
                </a:lnTo>
                <a:lnTo>
                  <a:pt x="501" y="678"/>
                </a:lnTo>
                <a:lnTo>
                  <a:pt x="499" y="678"/>
                </a:lnTo>
                <a:lnTo>
                  <a:pt x="498" y="679"/>
                </a:lnTo>
                <a:lnTo>
                  <a:pt x="499" y="680"/>
                </a:lnTo>
                <a:lnTo>
                  <a:pt x="499" y="681"/>
                </a:lnTo>
                <a:lnTo>
                  <a:pt x="498" y="681"/>
                </a:lnTo>
                <a:lnTo>
                  <a:pt x="498" y="682"/>
                </a:lnTo>
                <a:lnTo>
                  <a:pt x="499" y="683"/>
                </a:lnTo>
                <a:lnTo>
                  <a:pt x="500" y="685"/>
                </a:lnTo>
                <a:lnTo>
                  <a:pt x="499" y="687"/>
                </a:lnTo>
                <a:lnTo>
                  <a:pt x="497" y="687"/>
                </a:lnTo>
                <a:lnTo>
                  <a:pt x="496" y="687"/>
                </a:lnTo>
                <a:lnTo>
                  <a:pt x="496" y="688"/>
                </a:lnTo>
                <a:lnTo>
                  <a:pt x="497" y="688"/>
                </a:lnTo>
                <a:lnTo>
                  <a:pt x="498" y="689"/>
                </a:lnTo>
                <a:lnTo>
                  <a:pt x="499" y="688"/>
                </a:lnTo>
                <a:lnTo>
                  <a:pt x="499" y="689"/>
                </a:lnTo>
                <a:lnTo>
                  <a:pt x="497" y="690"/>
                </a:lnTo>
                <a:lnTo>
                  <a:pt x="497" y="691"/>
                </a:lnTo>
                <a:lnTo>
                  <a:pt x="498" y="691"/>
                </a:lnTo>
                <a:lnTo>
                  <a:pt x="498" y="692"/>
                </a:lnTo>
                <a:lnTo>
                  <a:pt x="499" y="693"/>
                </a:lnTo>
                <a:lnTo>
                  <a:pt x="499" y="694"/>
                </a:lnTo>
                <a:lnTo>
                  <a:pt x="500" y="694"/>
                </a:lnTo>
                <a:lnTo>
                  <a:pt x="501" y="693"/>
                </a:lnTo>
                <a:lnTo>
                  <a:pt x="502" y="693"/>
                </a:lnTo>
                <a:lnTo>
                  <a:pt x="503" y="691"/>
                </a:lnTo>
                <a:lnTo>
                  <a:pt x="503" y="690"/>
                </a:lnTo>
                <a:lnTo>
                  <a:pt x="505" y="689"/>
                </a:lnTo>
                <a:lnTo>
                  <a:pt x="506" y="690"/>
                </a:lnTo>
                <a:lnTo>
                  <a:pt x="505" y="690"/>
                </a:lnTo>
                <a:lnTo>
                  <a:pt x="505" y="691"/>
                </a:lnTo>
                <a:lnTo>
                  <a:pt x="505" y="692"/>
                </a:lnTo>
                <a:lnTo>
                  <a:pt x="505" y="693"/>
                </a:lnTo>
                <a:lnTo>
                  <a:pt x="506" y="693"/>
                </a:lnTo>
                <a:lnTo>
                  <a:pt x="508" y="693"/>
                </a:lnTo>
                <a:lnTo>
                  <a:pt x="508" y="694"/>
                </a:lnTo>
                <a:lnTo>
                  <a:pt x="508" y="695"/>
                </a:lnTo>
                <a:lnTo>
                  <a:pt x="509" y="696"/>
                </a:lnTo>
                <a:lnTo>
                  <a:pt x="509" y="698"/>
                </a:lnTo>
                <a:lnTo>
                  <a:pt x="508" y="699"/>
                </a:lnTo>
                <a:lnTo>
                  <a:pt x="509" y="700"/>
                </a:lnTo>
                <a:lnTo>
                  <a:pt x="508" y="700"/>
                </a:lnTo>
                <a:lnTo>
                  <a:pt x="507" y="700"/>
                </a:lnTo>
                <a:lnTo>
                  <a:pt x="507" y="701"/>
                </a:lnTo>
                <a:lnTo>
                  <a:pt x="506" y="701"/>
                </a:lnTo>
                <a:lnTo>
                  <a:pt x="506" y="702"/>
                </a:lnTo>
                <a:lnTo>
                  <a:pt x="507" y="703"/>
                </a:lnTo>
                <a:lnTo>
                  <a:pt x="507" y="704"/>
                </a:lnTo>
                <a:lnTo>
                  <a:pt x="507" y="705"/>
                </a:lnTo>
                <a:lnTo>
                  <a:pt x="507" y="706"/>
                </a:lnTo>
                <a:lnTo>
                  <a:pt x="508" y="706"/>
                </a:lnTo>
                <a:lnTo>
                  <a:pt x="508" y="707"/>
                </a:lnTo>
                <a:lnTo>
                  <a:pt x="507" y="708"/>
                </a:lnTo>
                <a:lnTo>
                  <a:pt x="508" y="709"/>
                </a:lnTo>
                <a:lnTo>
                  <a:pt x="508" y="710"/>
                </a:lnTo>
                <a:lnTo>
                  <a:pt x="509" y="710"/>
                </a:lnTo>
                <a:lnTo>
                  <a:pt x="508" y="711"/>
                </a:lnTo>
                <a:lnTo>
                  <a:pt x="508" y="713"/>
                </a:lnTo>
                <a:lnTo>
                  <a:pt x="509" y="713"/>
                </a:lnTo>
                <a:lnTo>
                  <a:pt x="510" y="713"/>
                </a:lnTo>
                <a:lnTo>
                  <a:pt x="510" y="714"/>
                </a:lnTo>
                <a:lnTo>
                  <a:pt x="510" y="715"/>
                </a:lnTo>
                <a:lnTo>
                  <a:pt x="511" y="715"/>
                </a:lnTo>
                <a:lnTo>
                  <a:pt x="511" y="716"/>
                </a:lnTo>
                <a:lnTo>
                  <a:pt x="512" y="716"/>
                </a:lnTo>
                <a:lnTo>
                  <a:pt x="511" y="716"/>
                </a:lnTo>
                <a:lnTo>
                  <a:pt x="510" y="716"/>
                </a:lnTo>
                <a:lnTo>
                  <a:pt x="509" y="715"/>
                </a:lnTo>
                <a:lnTo>
                  <a:pt x="509" y="716"/>
                </a:lnTo>
                <a:lnTo>
                  <a:pt x="509" y="717"/>
                </a:lnTo>
                <a:lnTo>
                  <a:pt x="509" y="718"/>
                </a:lnTo>
                <a:lnTo>
                  <a:pt x="508" y="718"/>
                </a:lnTo>
                <a:lnTo>
                  <a:pt x="507" y="719"/>
                </a:lnTo>
                <a:lnTo>
                  <a:pt x="506" y="719"/>
                </a:lnTo>
                <a:lnTo>
                  <a:pt x="506" y="721"/>
                </a:lnTo>
                <a:lnTo>
                  <a:pt x="507" y="721"/>
                </a:lnTo>
                <a:lnTo>
                  <a:pt x="507" y="722"/>
                </a:lnTo>
                <a:lnTo>
                  <a:pt x="508" y="724"/>
                </a:lnTo>
                <a:lnTo>
                  <a:pt x="508" y="725"/>
                </a:lnTo>
                <a:lnTo>
                  <a:pt x="508" y="726"/>
                </a:lnTo>
                <a:lnTo>
                  <a:pt x="508" y="727"/>
                </a:lnTo>
                <a:lnTo>
                  <a:pt x="509" y="728"/>
                </a:lnTo>
                <a:lnTo>
                  <a:pt x="509" y="729"/>
                </a:lnTo>
                <a:lnTo>
                  <a:pt x="509" y="731"/>
                </a:lnTo>
                <a:lnTo>
                  <a:pt x="510" y="731"/>
                </a:lnTo>
                <a:lnTo>
                  <a:pt x="513" y="731"/>
                </a:lnTo>
                <a:lnTo>
                  <a:pt x="515" y="731"/>
                </a:lnTo>
                <a:lnTo>
                  <a:pt x="516" y="731"/>
                </a:lnTo>
                <a:lnTo>
                  <a:pt x="517" y="732"/>
                </a:lnTo>
                <a:lnTo>
                  <a:pt x="517" y="733"/>
                </a:lnTo>
                <a:lnTo>
                  <a:pt x="517" y="734"/>
                </a:lnTo>
                <a:lnTo>
                  <a:pt x="518" y="734"/>
                </a:lnTo>
                <a:lnTo>
                  <a:pt x="518" y="735"/>
                </a:lnTo>
                <a:lnTo>
                  <a:pt x="518" y="736"/>
                </a:lnTo>
                <a:lnTo>
                  <a:pt x="519" y="736"/>
                </a:lnTo>
                <a:lnTo>
                  <a:pt x="518" y="737"/>
                </a:lnTo>
                <a:lnTo>
                  <a:pt x="519" y="737"/>
                </a:lnTo>
                <a:lnTo>
                  <a:pt x="519" y="738"/>
                </a:lnTo>
                <a:lnTo>
                  <a:pt x="518" y="740"/>
                </a:lnTo>
                <a:lnTo>
                  <a:pt x="517" y="739"/>
                </a:lnTo>
                <a:lnTo>
                  <a:pt x="517" y="740"/>
                </a:lnTo>
                <a:lnTo>
                  <a:pt x="517" y="741"/>
                </a:lnTo>
                <a:lnTo>
                  <a:pt x="516" y="744"/>
                </a:lnTo>
                <a:lnTo>
                  <a:pt x="515" y="744"/>
                </a:lnTo>
                <a:lnTo>
                  <a:pt x="515" y="745"/>
                </a:lnTo>
                <a:lnTo>
                  <a:pt x="514" y="746"/>
                </a:lnTo>
                <a:lnTo>
                  <a:pt x="514" y="747"/>
                </a:lnTo>
                <a:lnTo>
                  <a:pt x="514" y="748"/>
                </a:lnTo>
                <a:lnTo>
                  <a:pt x="513" y="748"/>
                </a:lnTo>
                <a:lnTo>
                  <a:pt x="512" y="748"/>
                </a:lnTo>
                <a:lnTo>
                  <a:pt x="512" y="749"/>
                </a:lnTo>
                <a:lnTo>
                  <a:pt x="512" y="751"/>
                </a:lnTo>
                <a:lnTo>
                  <a:pt x="512" y="752"/>
                </a:lnTo>
                <a:lnTo>
                  <a:pt x="511" y="752"/>
                </a:lnTo>
                <a:lnTo>
                  <a:pt x="511" y="753"/>
                </a:lnTo>
                <a:lnTo>
                  <a:pt x="508" y="753"/>
                </a:lnTo>
                <a:lnTo>
                  <a:pt x="506" y="753"/>
                </a:lnTo>
                <a:lnTo>
                  <a:pt x="506" y="754"/>
                </a:lnTo>
                <a:lnTo>
                  <a:pt x="504" y="754"/>
                </a:lnTo>
                <a:lnTo>
                  <a:pt x="504" y="753"/>
                </a:lnTo>
                <a:lnTo>
                  <a:pt x="503" y="753"/>
                </a:lnTo>
                <a:lnTo>
                  <a:pt x="503" y="754"/>
                </a:lnTo>
                <a:lnTo>
                  <a:pt x="502" y="754"/>
                </a:lnTo>
                <a:lnTo>
                  <a:pt x="501" y="753"/>
                </a:lnTo>
                <a:lnTo>
                  <a:pt x="500" y="754"/>
                </a:lnTo>
                <a:lnTo>
                  <a:pt x="499" y="754"/>
                </a:lnTo>
                <a:lnTo>
                  <a:pt x="499" y="755"/>
                </a:lnTo>
                <a:lnTo>
                  <a:pt x="499" y="754"/>
                </a:lnTo>
                <a:lnTo>
                  <a:pt x="499" y="753"/>
                </a:lnTo>
                <a:lnTo>
                  <a:pt x="500" y="753"/>
                </a:lnTo>
                <a:lnTo>
                  <a:pt x="501" y="753"/>
                </a:lnTo>
                <a:lnTo>
                  <a:pt x="501" y="752"/>
                </a:lnTo>
                <a:lnTo>
                  <a:pt x="500" y="752"/>
                </a:lnTo>
                <a:lnTo>
                  <a:pt x="499" y="752"/>
                </a:lnTo>
                <a:lnTo>
                  <a:pt x="498" y="753"/>
                </a:lnTo>
                <a:lnTo>
                  <a:pt x="498" y="754"/>
                </a:lnTo>
                <a:lnTo>
                  <a:pt x="498" y="755"/>
                </a:lnTo>
                <a:lnTo>
                  <a:pt x="497" y="755"/>
                </a:lnTo>
                <a:lnTo>
                  <a:pt x="496" y="755"/>
                </a:lnTo>
                <a:lnTo>
                  <a:pt x="495" y="755"/>
                </a:lnTo>
                <a:lnTo>
                  <a:pt x="494" y="757"/>
                </a:lnTo>
                <a:lnTo>
                  <a:pt x="494" y="758"/>
                </a:lnTo>
                <a:lnTo>
                  <a:pt x="495" y="758"/>
                </a:lnTo>
                <a:lnTo>
                  <a:pt x="496" y="759"/>
                </a:lnTo>
                <a:lnTo>
                  <a:pt x="496" y="761"/>
                </a:lnTo>
                <a:lnTo>
                  <a:pt x="495" y="761"/>
                </a:lnTo>
                <a:lnTo>
                  <a:pt x="495" y="762"/>
                </a:lnTo>
                <a:lnTo>
                  <a:pt x="495" y="763"/>
                </a:lnTo>
                <a:lnTo>
                  <a:pt x="496" y="763"/>
                </a:lnTo>
                <a:lnTo>
                  <a:pt x="495" y="764"/>
                </a:lnTo>
                <a:lnTo>
                  <a:pt x="495" y="765"/>
                </a:lnTo>
                <a:lnTo>
                  <a:pt x="495" y="767"/>
                </a:lnTo>
                <a:lnTo>
                  <a:pt x="494" y="768"/>
                </a:lnTo>
                <a:lnTo>
                  <a:pt x="494" y="769"/>
                </a:lnTo>
                <a:lnTo>
                  <a:pt x="493" y="770"/>
                </a:lnTo>
                <a:lnTo>
                  <a:pt x="492" y="771"/>
                </a:lnTo>
                <a:lnTo>
                  <a:pt x="492" y="773"/>
                </a:lnTo>
                <a:lnTo>
                  <a:pt x="492" y="774"/>
                </a:lnTo>
                <a:lnTo>
                  <a:pt x="492" y="775"/>
                </a:lnTo>
                <a:lnTo>
                  <a:pt x="491" y="779"/>
                </a:lnTo>
                <a:lnTo>
                  <a:pt x="490" y="779"/>
                </a:lnTo>
                <a:lnTo>
                  <a:pt x="490" y="780"/>
                </a:lnTo>
                <a:lnTo>
                  <a:pt x="491" y="786"/>
                </a:lnTo>
                <a:lnTo>
                  <a:pt x="491" y="787"/>
                </a:lnTo>
                <a:lnTo>
                  <a:pt x="492" y="787"/>
                </a:lnTo>
                <a:lnTo>
                  <a:pt x="493" y="787"/>
                </a:lnTo>
                <a:lnTo>
                  <a:pt x="493" y="788"/>
                </a:lnTo>
                <a:lnTo>
                  <a:pt x="493" y="789"/>
                </a:lnTo>
                <a:lnTo>
                  <a:pt x="494" y="790"/>
                </a:lnTo>
                <a:lnTo>
                  <a:pt x="494" y="792"/>
                </a:lnTo>
                <a:lnTo>
                  <a:pt x="494" y="795"/>
                </a:lnTo>
                <a:lnTo>
                  <a:pt x="494" y="796"/>
                </a:lnTo>
                <a:lnTo>
                  <a:pt x="495" y="796"/>
                </a:lnTo>
                <a:lnTo>
                  <a:pt x="498" y="796"/>
                </a:lnTo>
                <a:lnTo>
                  <a:pt x="498" y="799"/>
                </a:lnTo>
                <a:lnTo>
                  <a:pt x="498" y="800"/>
                </a:lnTo>
                <a:lnTo>
                  <a:pt x="499" y="800"/>
                </a:lnTo>
                <a:lnTo>
                  <a:pt x="499" y="801"/>
                </a:lnTo>
                <a:lnTo>
                  <a:pt x="499" y="802"/>
                </a:lnTo>
                <a:lnTo>
                  <a:pt x="499" y="804"/>
                </a:lnTo>
                <a:lnTo>
                  <a:pt x="498" y="804"/>
                </a:lnTo>
                <a:lnTo>
                  <a:pt x="498" y="805"/>
                </a:lnTo>
                <a:lnTo>
                  <a:pt x="498" y="806"/>
                </a:lnTo>
                <a:lnTo>
                  <a:pt x="499" y="806"/>
                </a:lnTo>
                <a:lnTo>
                  <a:pt x="498" y="807"/>
                </a:lnTo>
                <a:lnTo>
                  <a:pt x="499" y="807"/>
                </a:lnTo>
                <a:lnTo>
                  <a:pt x="498" y="810"/>
                </a:lnTo>
                <a:lnTo>
                  <a:pt x="499" y="810"/>
                </a:lnTo>
                <a:lnTo>
                  <a:pt x="501" y="811"/>
                </a:lnTo>
                <a:lnTo>
                  <a:pt x="500" y="813"/>
                </a:lnTo>
                <a:lnTo>
                  <a:pt x="500" y="814"/>
                </a:lnTo>
                <a:lnTo>
                  <a:pt x="500" y="816"/>
                </a:lnTo>
                <a:lnTo>
                  <a:pt x="501" y="816"/>
                </a:lnTo>
                <a:lnTo>
                  <a:pt x="502" y="816"/>
                </a:lnTo>
                <a:lnTo>
                  <a:pt x="504" y="817"/>
                </a:lnTo>
                <a:lnTo>
                  <a:pt x="504" y="818"/>
                </a:lnTo>
                <a:lnTo>
                  <a:pt x="505" y="818"/>
                </a:lnTo>
                <a:lnTo>
                  <a:pt x="507" y="818"/>
                </a:lnTo>
                <a:lnTo>
                  <a:pt x="507" y="819"/>
                </a:lnTo>
                <a:lnTo>
                  <a:pt x="508" y="818"/>
                </a:lnTo>
                <a:lnTo>
                  <a:pt x="508" y="817"/>
                </a:lnTo>
                <a:lnTo>
                  <a:pt x="510" y="817"/>
                </a:lnTo>
                <a:lnTo>
                  <a:pt x="514" y="817"/>
                </a:lnTo>
                <a:lnTo>
                  <a:pt x="515" y="817"/>
                </a:lnTo>
                <a:lnTo>
                  <a:pt x="516" y="817"/>
                </a:lnTo>
                <a:lnTo>
                  <a:pt x="517" y="817"/>
                </a:lnTo>
                <a:lnTo>
                  <a:pt x="518" y="817"/>
                </a:lnTo>
                <a:lnTo>
                  <a:pt x="518" y="816"/>
                </a:lnTo>
                <a:lnTo>
                  <a:pt x="519" y="816"/>
                </a:lnTo>
                <a:lnTo>
                  <a:pt x="519" y="815"/>
                </a:lnTo>
                <a:lnTo>
                  <a:pt x="520" y="815"/>
                </a:lnTo>
                <a:lnTo>
                  <a:pt x="520" y="816"/>
                </a:lnTo>
                <a:lnTo>
                  <a:pt x="520" y="817"/>
                </a:lnTo>
                <a:lnTo>
                  <a:pt x="520" y="819"/>
                </a:lnTo>
                <a:lnTo>
                  <a:pt x="520" y="820"/>
                </a:lnTo>
                <a:lnTo>
                  <a:pt x="520" y="821"/>
                </a:lnTo>
                <a:lnTo>
                  <a:pt x="520" y="822"/>
                </a:lnTo>
                <a:lnTo>
                  <a:pt x="521" y="822"/>
                </a:lnTo>
                <a:lnTo>
                  <a:pt x="521" y="823"/>
                </a:lnTo>
                <a:lnTo>
                  <a:pt x="521" y="824"/>
                </a:lnTo>
                <a:lnTo>
                  <a:pt x="521" y="825"/>
                </a:lnTo>
                <a:lnTo>
                  <a:pt x="522" y="825"/>
                </a:lnTo>
                <a:lnTo>
                  <a:pt x="522" y="826"/>
                </a:lnTo>
                <a:lnTo>
                  <a:pt x="521" y="826"/>
                </a:lnTo>
                <a:lnTo>
                  <a:pt x="522" y="826"/>
                </a:lnTo>
                <a:lnTo>
                  <a:pt x="522" y="827"/>
                </a:lnTo>
                <a:lnTo>
                  <a:pt x="522" y="828"/>
                </a:lnTo>
                <a:lnTo>
                  <a:pt x="523" y="829"/>
                </a:lnTo>
                <a:lnTo>
                  <a:pt x="524" y="829"/>
                </a:lnTo>
                <a:lnTo>
                  <a:pt x="525" y="828"/>
                </a:lnTo>
                <a:lnTo>
                  <a:pt x="526" y="828"/>
                </a:lnTo>
                <a:lnTo>
                  <a:pt x="527" y="827"/>
                </a:lnTo>
                <a:lnTo>
                  <a:pt x="528" y="827"/>
                </a:lnTo>
                <a:lnTo>
                  <a:pt x="529" y="827"/>
                </a:lnTo>
                <a:lnTo>
                  <a:pt x="529" y="828"/>
                </a:lnTo>
                <a:lnTo>
                  <a:pt x="530" y="828"/>
                </a:lnTo>
                <a:lnTo>
                  <a:pt x="530" y="827"/>
                </a:lnTo>
                <a:lnTo>
                  <a:pt x="531" y="826"/>
                </a:lnTo>
                <a:lnTo>
                  <a:pt x="532" y="827"/>
                </a:lnTo>
                <a:lnTo>
                  <a:pt x="533" y="826"/>
                </a:lnTo>
                <a:lnTo>
                  <a:pt x="534" y="825"/>
                </a:lnTo>
                <a:lnTo>
                  <a:pt x="535" y="825"/>
                </a:lnTo>
                <a:lnTo>
                  <a:pt x="540" y="823"/>
                </a:lnTo>
                <a:lnTo>
                  <a:pt x="541" y="823"/>
                </a:lnTo>
                <a:lnTo>
                  <a:pt x="541" y="824"/>
                </a:lnTo>
                <a:lnTo>
                  <a:pt x="540" y="824"/>
                </a:lnTo>
                <a:lnTo>
                  <a:pt x="542" y="824"/>
                </a:lnTo>
                <a:lnTo>
                  <a:pt x="543" y="824"/>
                </a:lnTo>
                <a:lnTo>
                  <a:pt x="544" y="824"/>
                </a:lnTo>
                <a:lnTo>
                  <a:pt x="544" y="822"/>
                </a:lnTo>
                <a:lnTo>
                  <a:pt x="548" y="820"/>
                </a:lnTo>
                <a:lnTo>
                  <a:pt x="548" y="821"/>
                </a:lnTo>
                <a:lnTo>
                  <a:pt x="548" y="822"/>
                </a:lnTo>
                <a:lnTo>
                  <a:pt x="548" y="823"/>
                </a:lnTo>
                <a:lnTo>
                  <a:pt x="548" y="824"/>
                </a:lnTo>
                <a:lnTo>
                  <a:pt x="548" y="823"/>
                </a:lnTo>
                <a:lnTo>
                  <a:pt x="548" y="824"/>
                </a:lnTo>
                <a:lnTo>
                  <a:pt x="549" y="824"/>
                </a:lnTo>
                <a:lnTo>
                  <a:pt x="550" y="824"/>
                </a:lnTo>
                <a:lnTo>
                  <a:pt x="550" y="825"/>
                </a:lnTo>
                <a:lnTo>
                  <a:pt x="552" y="825"/>
                </a:lnTo>
                <a:lnTo>
                  <a:pt x="552" y="826"/>
                </a:lnTo>
                <a:lnTo>
                  <a:pt x="551" y="827"/>
                </a:lnTo>
                <a:lnTo>
                  <a:pt x="551" y="828"/>
                </a:lnTo>
                <a:lnTo>
                  <a:pt x="551" y="830"/>
                </a:lnTo>
                <a:lnTo>
                  <a:pt x="551" y="831"/>
                </a:lnTo>
                <a:lnTo>
                  <a:pt x="551" y="832"/>
                </a:lnTo>
                <a:lnTo>
                  <a:pt x="551" y="833"/>
                </a:lnTo>
                <a:lnTo>
                  <a:pt x="551" y="834"/>
                </a:lnTo>
                <a:lnTo>
                  <a:pt x="552" y="834"/>
                </a:lnTo>
                <a:lnTo>
                  <a:pt x="553" y="835"/>
                </a:lnTo>
                <a:lnTo>
                  <a:pt x="553" y="836"/>
                </a:lnTo>
                <a:lnTo>
                  <a:pt x="554" y="838"/>
                </a:lnTo>
                <a:lnTo>
                  <a:pt x="554" y="839"/>
                </a:lnTo>
                <a:lnTo>
                  <a:pt x="554" y="840"/>
                </a:lnTo>
                <a:lnTo>
                  <a:pt x="555" y="840"/>
                </a:lnTo>
                <a:lnTo>
                  <a:pt x="556" y="840"/>
                </a:lnTo>
                <a:lnTo>
                  <a:pt x="557" y="840"/>
                </a:lnTo>
                <a:lnTo>
                  <a:pt x="557" y="841"/>
                </a:lnTo>
                <a:lnTo>
                  <a:pt x="557" y="842"/>
                </a:lnTo>
                <a:lnTo>
                  <a:pt x="558" y="841"/>
                </a:lnTo>
                <a:lnTo>
                  <a:pt x="559" y="841"/>
                </a:lnTo>
                <a:lnTo>
                  <a:pt x="559" y="843"/>
                </a:lnTo>
                <a:lnTo>
                  <a:pt x="559" y="844"/>
                </a:lnTo>
                <a:lnTo>
                  <a:pt x="560" y="844"/>
                </a:lnTo>
                <a:lnTo>
                  <a:pt x="561" y="844"/>
                </a:lnTo>
                <a:lnTo>
                  <a:pt x="562" y="843"/>
                </a:lnTo>
                <a:lnTo>
                  <a:pt x="563" y="842"/>
                </a:lnTo>
                <a:lnTo>
                  <a:pt x="563" y="841"/>
                </a:lnTo>
                <a:lnTo>
                  <a:pt x="565" y="841"/>
                </a:lnTo>
                <a:lnTo>
                  <a:pt x="566" y="839"/>
                </a:lnTo>
                <a:lnTo>
                  <a:pt x="567" y="839"/>
                </a:lnTo>
                <a:lnTo>
                  <a:pt x="567" y="838"/>
                </a:lnTo>
                <a:lnTo>
                  <a:pt x="567" y="837"/>
                </a:lnTo>
                <a:lnTo>
                  <a:pt x="568" y="837"/>
                </a:lnTo>
                <a:lnTo>
                  <a:pt x="568" y="836"/>
                </a:lnTo>
                <a:lnTo>
                  <a:pt x="569" y="836"/>
                </a:lnTo>
                <a:lnTo>
                  <a:pt x="569" y="837"/>
                </a:lnTo>
                <a:lnTo>
                  <a:pt x="571" y="836"/>
                </a:lnTo>
                <a:lnTo>
                  <a:pt x="573" y="835"/>
                </a:lnTo>
                <a:lnTo>
                  <a:pt x="574" y="835"/>
                </a:lnTo>
                <a:lnTo>
                  <a:pt x="575" y="834"/>
                </a:lnTo>
                <a:lnTo>
                  <a:pt x="575" y="833"/>
                </a:lnTo>
                <a:lnTo>
                  <a:pt x="576" y="833"/>
                </a:lnTo>
                <a:lnTo>
                  <a:pt x="576" y="831"/>
                </a:lnTo>
                <a:lnTo>
                  <a:pt x="576" y="830"/>
                </a:lnTo>
                <a:lnTo>
                  <a:pt x="577" y="830"/>
                </a:lnTo>
                <a:lnTo>
                  <a:pt x="578" y="830"/>
                </a:lnTo>
                <a:lnTo>
                  <a:pt x="579" y="830"/>
                </a:lnTo>
                <a:lnTo>
                  <a:pt x="579" y="831"/>
                </a:lnTo>
                <a:lnTo>
                  <a:pt x="578" y="832"/>
                </a:lnTo>
                <a:lnTo>
                  <a:pt x="580" y="832"/>
                </a:lnTo>
                <a:lnTo>
                  <a:pt x="580" y="833"/>
                </a:lnTo>
                <a:lnTo>
                  <a:pt x="579" y="833"/>
                </a:lnTo>
                <a:lnTo>
                  <a:pt x="579" y="834"/>
                </a:lnTo>
                <a:lnTo>
                  <a:pt x="580" y="835"/>
                </a:lnTo>
                <a:lnTo>
                  <a:pt x="582" y="835"/>
                </a:lnTo>
                <a:lnTo>
                  <a:pt x="583" y="835"/>
                </a:lnTo>
                <a:lnTo>
                  <a:pt x="584" y="837"/>
                </a:lnTo>
                <a:lnTo>
                  <a:pt x="584" y="838"/>
                </a:lnTo>
                <a:lnTo>
                  <a:pt x="584" y="839"/>
                </a:lnTo>
                <a:lnTo>
                  <a:pt x="583" y="839"/>
                </a:lnTo>
                <a:lnTo>
                  <a:pt x="582" y="839"/>
                </a:lnTo>
                <a:lnTo>
                  <a:pt x="582" y="840"/>
                </a:lnTo>
                <a:lnTo>
                  <a:pt x="581" y="842"/>
                </a:lnTo>
                <a:lnTo>
                  <a:pt x="582" y="842"/>
                </a:lnTo>
                <a:lnTo>
                  <a:pt x="583" y="842"/>
                </a:lnTo>
                <a:lnTo>
                  <a:pt x="583" y="841"/>
                </a:lnTo>
                <a:lnTo>
                  <a:pt x="584" y="841"/>
                </a:lnTo>
                <a:lnTo>
                  <a:pt x="585" y="841"/>
                </a:lnTo>
                <a:lnTo>
                  <a:pt x="582" y="843"/>
                </a:lnTo>
                <a:lnTo>
                  <a:pt x="583" y="845"/>
                </a:lnTo>
                <a:lnTo>
                  <a:pt x="584" y="847"/>
                </a:lnTo>
                <a:lnTo>
                  <a:pt x="586" y="846"/>
                </a:lnTo>
                <a:lnTo>
                  <a:pt x="586" y="847"/>
                </a:lnTo>
                <a:lnTo>
                  <a:pt x="588" y="846"/>
                </a:lnTo>
                <a:lnTo>
                  <a:pt x="590" y="845"/>
                </a:lnTo>
                <a:lnTo>
                  <a:pt x="590" y="844"/>
                </a:lnTo>
                <a:lnTo>
                  <a:pt x="590" y="843"/>
                </a:lnTo>
                <a:lnTo>
                  <a:pt x="591" y="843"/>
                </a:lnTo>
                <a:lnTo>
                  <a:pt x="592" y="844"/>
                </a:lnTo>
                <a:lnTo>
                  <a:pt x="592" y="845"/>
                </a:lnTo>
                <a:lnTo>
                  <a:pt x="592" y="846"/>
                </a:lnTo>
                <a:lnTo>
                  <a:pt x="593" y="846"/>
                </a:lnTo>
                <a:lnTo>
                  <a:pt x="594" y="846"/>
                </a:lnTo>
                <a:lnTo>
                  <a:pt x="595" y="844"/>
                </a:lnTo>
                <a:lnTo>
                  <a:pt x="596" y="844"/>
                </a:lnTo>
                <a:lnTo>
                  <a:pt x="597" y="844"/>
                </a:lnTo>
                <a:lnTo>
                  <a:pt x="598" y="844"/>
                </a:lnTo>
                <a:lnTo>
                  <a:pt x="599" y="844"/>
                </a:lnTo>
                <a:lnTo>
                  <a:pt x="600" y="843"/>
                </a:lnTo>
                <a:lnTo>
                  <a:pt x="600" y="842"/>
                </a:lnTo>
                <a:lnTo>
                  <a:pt x="600" y="841"/>
                </a:lnTo>
                <a:lnTo>
                  <a:pt x="600" y="840"/>
                </a:lnTo>
                <a:lnTo>
                  <a:pt x="599" y="840"/>
                </a:lnTo>
                <a:lnTo>
                  <a:pt x="600" y="840"/>
                </a:lnTo>
                <a:lnTo>
                  <a:pt x="601" y="840"/>
                </a:lnTo>
                <a:lnTo>
                  <a:pt x="602" y="840"/>
                </a:lnTo>
                <a:lnTo>
                  <a:pt x="602" y="841"/>
                </a:lnTo>
                <a:lnTo>
                  <a:pt x="602" y="842"/>
                </a:lnTo>
                <a:lnTo>
                  <a:pt x="602" y="843"/>
                </a:lnTo>
                <a:lnTo>
                  <a:pt x="603" y="843"/>
                </a:lnTo>
                <a:lnTo>
                  <a:pt x="604" y="842"/>
                </a:lnTo>
                <a:lnTo>
                  <a:pt x="605" y="841"/>
                </a:lnTo>
                <a:lnTo>
                  <a:pt x="606" y="841"/>
                </a:lnTo>
                <a:lnTo>
                  <a:pt x="607" y="840"/>
                </a:lnTo>
                <a:lnTo>
                  <a:pt x="608" y="838"/>
                </a:lnTo>
                <a:lnTo>
                  <a:pt x="607" y="838"/>
                </a:lnTo>
                <a:lnTo>
                  <a:pt x="608" y="837"/>
                </a:lnTo>
                <a:lnTo>
                  <a:pt x="609" y="837"/>
                </a:lnTo>
                <a:lnTo>
                  <a:pt x="609" y="836"/>
                </a:lnTo>
                <a:lnTo>
                  <a:pt x="611" y="835"/>
                </a:lnTo>
                <a:lnTo>
                  <a:pt x="612" y="834"/>
                </a:lnTo>
                <a:lnTo>
                  <a:pt x="616" y="832"/>
                </a:lnTo>
                <a:lnTo>
                  <a:pt x="617" y="832"/>
                </a:lnTo>
                <a:lnTo>
                  <a:pt x="618" y="832"/>
                </a:lnTo>
                <a:lnTo>
                  <a:pt x="619" y="831"/>
                </a:lnTo>
                <a:lnTo>
                  <a:pt x="618" y="830"/>
                </a:lnTo>
                <a:lnTo>
                  <a:pt x="620" y="830"/>
                </a:lnTo>
                <a:lnTo>
                  <a:pt x="621" y="830"/>
                </a:lnTo>
                <a:lnTo>
                  <a:pt x="622" y="830"/>
                </a:lnTo>
                <a:lnTo>
                  <a:pt x="624" y="831"/>
                </a:lnTo>
                <a:lnTo>
                  <a:pt x="625" y="830"/>
                </a:lnTo>
                <a:lnTo>
                  <a:pt x="625" y="831"/>
                </a:lnTo>
                <a:lnTo>
                  <a:pt x="625" y="832"/>
                </a:lnTo>
                <a:lnTo>
                  <a:pt x="626" y="833"/>
                </a:lnTo>
                <a:lnTo>
                  <a:pt x="628" y="832"/>
                </a:lnTo>
                <a:lnTo>
                  <a:pt x="628" y="831"/>
                </a:lnTo>
                <a:lnTo>
                  <a:pt x="627" y="831"/>
                </a:lnTo>
                <a:lnTo>
                  <a:pt x="628" y="831"/>
                </a:lnTo>
                <a:lnTo>
                  <a:pt x="628" y="830"/>
                </a:lnTo>
                <a:lnTo>
                  <a:pt x="628" y="829"/>
                </a:lnTo>
                <a:lnTo>
                  <a:pt x="629" y="829"/>
                </a:lnTo>
                <a:lnTo>
                  <a:pt x="630" y="829"/>
                </a:lnTo>
                <a:lnTo>
                  <a:pt x="631" y="829"/>
                </a:lnTo>
                <a:lnTo>
                  <a:pt x="631" y="830"/>
                </a:lnTo>
                <a:lnTo>
                  <a:pt x="631" y="829"/>
                </a:lnTo>
                <a:lnTo>
                  <a:pt x="632" y="829"/>
                </a:lnTo>
                <a:lnTo>
                  <a:pt x="633" y="830"/>
                </a:lnTo>
                <a:lnTo>
                  <a:pt x="634" y="830"/>
                </a:lnTo>
                <a:lnTo>
                  <a:pt x="634" y="829"/>
                </a:lnTo>
                <a:lnTo>
                  <a:pt x="635" y="829"/>
                </a:lnTo>
                <a:lnTo>
                  <a:pt x="636" y="829"/>
                </a:lnTo>
                <a:lnTo>
                  <a:pt x="637" y="832"/>
                </a:lnTo>
                <a:lnTo>
                  <a:pt x="638" y="834"/>
                </a:lnTo>
                <a:lnTo>
                  <a:pt x="637" y="834"/>
                </a:lnTo>
                <a:lnTo>
                  <a:pt x="638" y="834"/>
                </a:lnTo>
                <a:lnTo>
                  <a:pt x="638" y="835"/>
                </a:lnTo>
                <a:lnTo>
                  <a:pt x="639" y="836"/>
                </a:lnTo>
                <a:lnTo>
                  <a:pt x="638" y="836"/>
                </a:lnTo>
                <a:lnTo>
                  <a:pt x="638" y="837"/>
                </a:lnTo>
                <a:lnTo>
                  <a:pt x="639" y="837"/>
                </a:lnTo>
                <a:lnTo>
                  <a:pt x="639" y="838"/>
                </a:lnTo>
                <a:lnTo>
                  <a:pt x="640" y="839"/>
                </a:lnTo>
                <a:lnTo>
                  <a:pt x="641" y="842"/>
                </a:lnTo>
                <a:lnTo>
                  <a:pt x="642" y="842"/>
                </a:lnTo>
                <a:lnTo>
                  <a:pt x="642" y="843"/>
                </a:lnTo>
                <a:lnTo>
                  <a:pt x="642" y="844"/>
                </a:lnTo>
                <a:lnTo>
                  <a:pt x="644" y="847"/>
                </a:lnTo>
                <a:lnTo>
                  <a:pt x="645" y="848"/>
                </a:lnTo>
                <a:lnTo>
                  <a:pt x="646" y="852"/>
                </a:lnTo>
                <a:lnTo>
                  <a:pt x="646" y="853"/>
                </a:lnTo>
                <a:lnTo>
                  <a:pt x="645" y="853"/>
                </a:lnTo>
                <a:lnTo>
                  <a:pt x="646" y="854"/>
                </a:lnTo>
                <a:lnTo>
                  <a:pt x="646" y="853"/>
                </a:lnTo>
                <a:lnTo>
                  <a:pt x="647" y="853"/>
                </a:lnTo>
                <a:lnTo>
                  <a:pt x="647" y="854"/>
                </a:lnTo>
                <a:lnTo>
                  <a:pt x="648" y="855"/>
                </a:lnTo>
                <a:lnTo>
                  <a:pt x="650" y="857"/>
                </a:lnTo>
                <a:lnTo>
                  <a:pt x="651" y="859"/>
                </a:lnTo>
                <a:lnTo>
                  <a:pt x="652" y="860"/>
                </a:lnTo>
                <a:lnTo>
                  <a:pt x="653" y="860"/>
                </a:lnTo>
                <a:lnTo>
                  <a:pt x="653" y="861"/>
                </a:lnTo>
                <a:lnTo>
                  <a:pt x="654" y="863"/>
                </a:lnTo>
                <a:lnTo>
                  <a:pt x="656" y="866"/>
                </a:lnTo>
                <a:lnTo>
                  <a:pt x="657" y="867"/>
                </a:lnTo>
                <a:lnTo>
                  <a:pt x="658" y="869"/>
                </a:lnTo>
                <a:lnTo>
                  <a:pt x="660" y="872"/>
                </a:lnTo>
                <a:lnTo>
                  <a:pt x="660" y="873"/>
                </a:lnTo>
                <a:lnTo>
                  <a:pt x="662" y="875"/>
                </a:lnTo>
                <a:lnTo>
                  <a:pt x="663" y="876"/>
                </a:lnTo>
                <a:lnTo>
                  <a:pt x="664" y="876"/>
                </a:lnTo>
                <a:lnTo>
                  <a:pt x="664" y="877"/>
                </a:lnTo>
                <a:lnTo>
                  <a:pt x="666" y="879"/>
                </a:lnTo>
                <a:lnTo>
                  <a:pt x="665" y="880"/>
                </a:lnTo>
                <a:lnTo>
                  <a:pt x="667" y="881"/>
                </a:lnTo>
                <a:lnTo>
                  <a:pt x="669" y="882"/>
                </a:lnTo>
                <a:lnTo>
                  <a:pt x="670" y="883"/>
                </a:lnTo>
                <a:lnTo>
                  <a:pt x="671" y="884"/>
                </a:lnTo>
                <a:lnTo>
                  <a:pt x="672" y="883"/>
                </a:lnTo>
                <a:lnTo>
                  <a:pt x="671" y="882"/>
                </a:lnTo>
                <a:lnTo>
                  <a:pt x="672" y="881"/>
                </a:lnTo>
                <a:lnTo>
                  <a:pt x="673" y="879"/>
                </a:lnTo>
                <a:lnTo>
                  <a:pt x="674" y="880"/>
                </a:lnTo>
                <a:lnTo>
                  <a:pt x="676" y="878"/>
                </a:lnTo>
                <a:lnTo>
                  <a:pt x="678" y="879"/>
                </a:lnTo>
                <a:lnTo>
                  <a:pt x="681" y="876"/>
                </a:lnTo>
                <a:lnTo>
                  <a:pt x="684" y="876"/>
                </a:lnTo>
                <a:lnTo>
                  <a:pt x="685" y="877"/>
                </a:lnTo>
                <a:lnTo>
                  <a:pt x="681" y="882"/>
                </a:lnTo>
                <a:lnTo>
                  <a:pt x="681" y="883"/>
                </a:lnTo>
                <a:lnTo>
                  <a:pt x="682" y="883"/>
                </a:lnTo>
                <a:lnTo>
                  <a:pt x="687" y="877"/>
                </a:lnTo>
                <a:lnTo>
                  <a:pt x="693" y="873"/>
                </a:lnTo>
                <a:lnTo>
                  <a:pt x="696" y="870"/>
                </a:lnTo>
                <a:lnTo>
                  <a:pt x="698" y="873"/>
                </a:lnTo>
                <a:lnTo>
                  <a:pt x="695" y="875"/>
                </a:lnTo>
                <a:lnTo>
                  <a:pt x="695" y="876"/>
                </a:lnTo>
                <a:lnTo>
                  <a:pt x="695" y="877"/>
                </a:lnTo>
                <a:lnTo>
                  <a:pt x="693" y="879"/>
                </a:lnTo>
                <a:lnTo>
                  <a:pt x="691" y="880"/>
                </a:lnTo>
                <a:lnTo>
                  <a:pt x="688" y="880"/>
                </a:lnTo>
                <a:lnTo>
                  <a:pt x="687" y="881"/>
                </a:lnTo>
                <a:lnTo>
                  <a:pt x="687" y="882"/>
                </a:lnTo>
                <a:lnTo>
                  <a:pt x="689" y="884"/>
                </a:lnTo>
                <a:lnTo>
                  <a:pt x="691" y="883"/>
                </a:lnTo>
                <a:lnTo>
                  <a:pt x="693" y="882"/>
                </a:lnTo>
                <a:lnTo>
                  <a:pt x="693" y="883"/>
                </a:lnTo>
                <a:lnTo>
                  <a:pt x="692" y="883"/>
                </a:lnTo>
                <a:lnTo>
                  <a:pt x="690" y="886"/>
                </a:lnTo>
                <a:lnTo>
                  <a:pt x="685" y="892"/>
                </a:lnTo>
                <a:lnTo>
                  <a:pt x="685" y="893"/>
                </a:lnTo>
                <a:lnTo>
                  <a:pt x="686" y="894"/>
                </a:lnTo>
                <a:lnTo>
                  <a:pt x="685" y="895"/>
                </a:lnTo>
                <a:lnTo>
                  <a:pt x="685" y="896"/>
                </a:lnTo>
                <a:lnTo>
                  <a:pt x="683" y="896"/>
                </a:lnTo>
                <a:lnTo>
                  <a:pt x="682" y="896"/>
                </a:lnTo>
                <a:lnTo>
                  <a:pt x="681" y="896"/>
                </a:lnTo>
                <a:lnTo>
                  <a:pt x="679" y="894"/>
                </a:lnTo>
                <a:lnTo>
                  <a:pt x="678" y="894"/>
                </a:lnTo>
                <a:lnTo>
                  <a:pt x="677" y="896"/>
                </a:lnTo>
                <a:lnTo>
                  <a:pt x="677" y="897"/>
                </a:lnTo>
                <a:lnTo>
                  <a:pt x="676" y="897"/>
                </a:lnTo>
                <a:lnTo>
                  <a:pt x="677" y="897"/>
                </a:lnTo>
                <a:lnTo>
                  <a:pt x="680" y="900"/>
                </a:lnTo>
                <a:lnTo>
                  <a:pt x="680" y="901"/>
                </a:lnTo>
                <a:lnTo>
                  <a:pt x="681" y="901"/>
                </a:lnTo>
                <a:lnTo>
                  <a:pt x="681" y="903"/>
                </a:lnTo>
                <a:lnTo>
                  <a:pt x="679" y="904"/>
                </a:lnTo>
                <a:lnTo>
                  <a:pt x="679" y="905"/>
                </a:lnTo>
                <a:lnTo>
                  <a:pt x="680" y="906"/>
                </a:lnTo>
                <a:lnTo>
                  <a:pt x="679" y="908"/>
                </a:lnTo>
                <a:lnTo>
                  <a:pt x="678" y="908"/>
                </a:lnTo>
                <a:lnTo>
                  <a:pt x="678" y="909"/>
                </a:lnTo>
                <a:lnTo>
                  <a:pt x="678" y="910"/>
                </a:lnTo>
                <a:lnTo>
                  <a:pt x="679" y="911"/>
                </a:lnTo>
                <a:lnTo>
                  <a:pt x="679" y="912"/>
                </a:lnTo>
                <a:lnTo>
                  <a:pt x="678" y="914"/>
                </a:lnTo>
                <a:lnTo>
                  <a:pt x="679" y="915"/>
                </a:lnTo>
                <a:lnTo>
                  <a:pt x="680" y="915"/>
                </a:lnTo>
                <a:lnTo>
                  <a:pt x="679" y="917"/>
                </a:lnTo>
                <a:lnTo>
                  <a:pt x="679" y="916"/>
                </a:lnTo>
                <a:lnTo>
                  <a:pt x="678" y="916"/>
                </a:lnTo>
                <a:lnTo>
                  <a:pt x="677" y="917"/>
                </a:lnTo>
                <a:lnTo>
                  <a:pt x="676" y="917"/>
                </a:lnTo>
                <a:lnTo>
                  <a:pt x="675" y="918"/>
                </a:lnTo>
                <a:lnTo>
                  <a:pt x="675" y="919"/>
                </a:lnTo>
                <a:lnTo>
                  <a:pt x="676" y="921"/>
                </a:lnTo>
                <a:lnTo>
                  <a:pt x="676" y="922"/>
                </a:lnTo>
                <a:lnTo>
                  <a:pt x="676" y="923"/>
                </a:lnTo>
                <a:lnTo>
                  <a:pt x="677" y="924"/>
                </a:lnTo>
                <a:lnTo>
                  <a:pt x="676" y="924"/>
                </a:lnTo>
                <a:lnTo>
                  <a:pt x="675" y="925"/>
                </a:lnTo>
                <a:lnTo>
                  <a:pt x="674" y="926"/>
                </a:lnTo>
                <a:lnTo>
                  <a:pt x="673" y="926"/>
                </a:lnTo>
                <a:lnTo>
                  <a:pt x="672" y="927"/>
                </a:lnTo>
                <a:lnTo>
                  <a:pt x="672" y="929"/>
                </a:lnTo>
                <a:lnTo>
                  <a:pt x="671" y="930"/>
                </a:lnTo>
                <a:lnTo>
                  <a:pt x="671" y="931"/>
                </a:lnTo>
                <a:lnTo>
                  <a:pt x="671" y="932"/>
                </a:lnTo>
                <a:lnTo>
                  <a:pt x="671" y="933"/>
                </a:lnTo>
                <a:lnTo>
                  <a:pt x="670" y="934"/>
                </a:lnTo>
                <a:lnTo>
                  <a:pt x="669" y="935"/>
                </a:lnTo>
                <a:lnTo>
                  <a:pt x="668" y="937"/>
                </a:lnTo>
                <a:lnTo>
                  <a:pt x="667" y="938"/>
                </a:lnTo>
                <a:lnTo>
                  <a:pt x="666" y="937"/>
                </a:lnTo>
                <a:lnTo>
                  <a:pt x="664" y="937"/>
                </a:lnTo>
                <a:lnTo>
                  <a:pt x="662" y="938"/>
                </a:lnTo>
                <a:lnTo>
                  <a:pt x="662" y="939"/>
                </a:lnTo>
                <a:lnTo>
                  <a:pt x="661" y="939"/>
                </a:lnTo>
                <a:lnTo>
                  <a:pt x="660" y="939"/>
                </a:lnTo>
                <a:lnTo>
                  <a:pt x="658" y="939"/>
                </a:lnTo>
                <a:lnTo>
                  <a:pt x="657" y="940"/>
                </a:lnTo>
                <a:lnTo>
                  <a:pt x="654" y="941"/>
                </a:lnTo>
                <a:lnTo>
                  <a:pt x="654" y="940"/>
                </a:lnTo>
                <a:lnTo>
                  <a:pt x="653" y="940"/>
                </a:lnTo>
                <a:lnTo>
                  <a:pt x="652" y="940"/>
                </a:lnTo>
                <a:lnTo>
                  <a:pt x="651" y="940"/>
                </a:lnTo>
                <a:lnTo>
                  <a:pt x="649" y="941"/>
                </a:lnTo>
                <a:lnTo>
                  <a:pt x="648" y="941"/>
                </a:lnTo>
                <a:lnTo>
                  <a:pt x="648" y="942"/>
                </a:lnTo>
                <a:lnTo>
                  <a:pt x="647" y="942"/>
                </a:lnTo>
                <a:lnTo>
                  <a:pt x="647" y="943"/>
                </a:lnTo>
                <a:lnTo>
                  <a:pt x="646" y="943"/>
                </a:lnTo>
                <a:lnTo>
                  <a:pt x="646" y="944"/>
                </a:lnTo>
                <a:lnTo>
                  <a:pt x="645" y="944"/>
                </a:lnTo>
                <a:lnTo>
                  <a:pt x="645" y="946"/>
                </a:lnTo>
                <a:lnTo>
                  <a:pt x="645" y="947"/>
                </a:lnTo>
                <a:lnTo>
                  <a:pt x="646" y="947"/>
                </a:lnTo>
                <a:lnTo>
                  <a:pt x="645" y="948"/>
                </a:lnTo>
                <a:lnTo>
                  <a:pt x="645" y="949"/>
                </a:lnTo>
                <a:lnTo>
                  <a:pt x="644" y="950"/>
                </a:lnTo>
                <a:lnTo>
                  <a:pt x="644" y="951"/>
                </a:lnTo>
                <a:lnTo>
                  <a:pt x="644" y="952"/>
                </a:lnTo>
                <a:lnTo>
                  <a:pt x="644" y="953"/>
                </a:lnTo>
                <a:lnTo>
                  <a:pt x="644" y="954"/>
                </a:lnTo>
                <a:lnTo>
                  <a:pt x="642" y="956"/>
                </a:lnTo>
                <a:lnTo>
                  <a:pt x="642" y="957"/>
                </a:lnTo>
                <a:lnTo>
                  <a:pt x="642" y="958"/>
                </a:lnTo>
                <a:lnTo>
                  <a:pt x="642" y="964"/>
                </a:lnTo>
                <a:lnTo>
                  <a:pt x="641" y="966"/>
                </a:lnTo>
                <a:lnTo>
                  <a:pt x="641" y="967"/>
                </a:lnTo>
                <a:lnTo>
                  <a:pt x="641" y="969"/>
                </a:lnTo>
                <a:lnTo>
                  <a:pt x="640" y="970"/>
                </a:lnTo>
                <a:lnTo>
                  <a:pt x="640" y="971"/>
                </a:lnTo>
                <a:lnTo>
                  <a:pt x="639" y="971"/>
                </a:lnTo>
                <a:lnTo>
                  <a:pt x="638" y="972"/>
                </a:lnTo>
                <a:lnTo>
                  <a:pt x="637" y="975"/>
                </a:lnTo>
                <a:lnTo>
                  <a:pt x="636" y="978"/>
                </a:lnTo>
                <a:lnTo>
                  <a:pt x="635" y="979"/>
                </a:lnTo>
                <a:lnTo>
                  <a:pt x="635" y="980"/>
                </a:lnTo>
                <a:lnTo>
                  <a:pt x="632" y="988"/>
                </a:lnTo>
                <a:lnTo>
                  <a:pt x="631" y="989"/>
                </a:lnTo>
                <a:lnTo>
                  <a:pt x="629" y="990"/>
                </a:lnTo>
                <a:lnTo>
                  <a:pt x="629" y="991"/>
                </a:lnTo>
                <a:lnTo>
                  <a:pt x="628" y="991"/>
                </a:lnTo>
                <a:lnTo>
                  <a:pt x="627" y="991"/>
                </a:lnTo>
                <a:lnTo>
                  <a:pt x="626" y="991"/>
                </a:lnTo>
                <a:lnTo>
                  <a:pt x="625" y="991"/>
                </a:lnTo>
                <a:lnTo>
                  <a:pt x="624" y="990"/>
                </a:lnTo>
                <a:lnTo>
                  <a:pt x="623" y="990"/>
                </a:lnTo>
                <a:lnTo>
                  <a:pt x="622" y="990"/>
                </a:lnTo>
                <a:lnTo>
                  <a:pt x="621" y="990"/>
                </a:lnTo>
                <a:lnTo>
                  <a:pt x="620" y="990"/>
                </a:lnTo>
                <a:lnTo>
                  <a:pt x="619" y="990"/>
                </a:lnTo>
                <a:lnTo>
                  <a:pt x="618" y="989"/>
                </a:lnTo>
                <a:lnTo>
                  <a:pt x="617" y="989"/>
                </a:lnTo>
                <a:lnTo>
                  <a:pt x="616" y="989"/>
                </a:lnTo>
                <a:lnTo>
                  <a:pt x="613" y="989"/>
                </a:lnTo>
                <a:lnTo>
                  <a:pt x="612" y="989"/>
                </a:lnTo>
                <a:lnTo>
                  <a:pt x="611" y="991"/>
                </a:lnTo>
                <a:lnTo>
                  <a:pt x="610" y="992"/>
                </a:lnTo>
                <a:lnTo>
                  <a:pt x="608" y="993"/>
                </a:lnTo>
                <a:lnTo>
                  <a:pt x="607" y="994"/>
                </a:lnTo>
                <a:lnTo>
                  <a:pt x="606" y="995"/>
                </a:lnTo>
                <a:lnTo>
                  <a:pt x="605" y="995"/>
                </a:lnTo>
                <a:lnTo>
                  <a:pt x="604" y="995"/>
                </a:lnTo>
                <a:lnTo>
                  <a:pt x="603" y="995"/>
                </a:lnTo>
                <a:lnTo>
                  <a:pt x="601" y="995"/>
                </a:lnTo>
                <a:lnTo>
                  <a:pt x="599" y="995"/>
                </a:lnTo>
                <a:lnTo>
                  <a:pt x="595" y="995"/>
                </a:lnTo>
                <a:lnTo>
                  <a:pt x="593" y="995"/>
                </a:lnTo>
                <a:lnTo>
                  <a:pt x="592" y="994"/>
                </a:lnTo>
                <a:lnTo>
                  <a:pt x="591" y="994"/>
                </a:lnTo>
                <a:lnTo>
                  <a:pt x="590" y="995"/>
                </a:lnTo>
                <a:lnTo>
                  <a:pt x="589" y="996"/>
                </a:lnTo>
                <a:lnTo>
                  <a:pt x="589" y="997"/>
                </a:lnTo>
                <a:lnTo>
                  <a:pt x="588" y="997"/>
                </a:lnTo>
                <a:lnTo>
                  <a:pt x="587" y="997"/>
                </a:lnTo>
                <a:lnTo>
                  <a:pt x="584" y="997"/>
                </a:lnTo>
                <a:lnTo>
                  <a:pt x="579" y="996"/>
                </a:lnTo>
                <a:lnTo>
                  <a:pt x="577" y="996"/>
                </a:lnTo>
                <a:lnTo>
                  <a:pt x="576" y="996"/>
                </a:lnTo>
                <a:lnTo>
                  <a:pt x="575" y="997"/>
                </a:lnTo>
                <a:lnTo>
                  <a:pt x="574" y="997"/>
                </a:lnTo>
                <a:lnTo>
                  <a:pt x="573" y="997"/>
                </a:lnTo>
                <a:lnTo>
                  <a:pt x="572" y="998"/>
                </a:lnTo>
                <a:lnTo>
                  <a:pt x="571" y="999"/>
                </a:lnTo>
                <a:lnTo>
                  <a:pt x="571" y="998"/>
                </a:lnTo>
                <a:lnTo>
                  <a:pt x="570" y="998"/>
                </a:lnTo>
                <a:lnTo>
                  <a:pt x="569" y="1000"/>
                </a:lnTo>
                <a:lnTo>
                  <a:pt x="568" y="1001"/>
                </a:lnTo>
                <a:lnTo>
                  <a:pt x="567" y="1001"/>
                </a:lnTo>
                <a:lnTo>
                  <a:pt x="564" y="1001"/>
                </a:lnTo>
                <a:lnTo>
                  <a:pt x="563" y="1001"/>
                </a:lnTo>
                <a:lnTo>
                  <a:pt x="560" y="1000"/>
                </a:lnTo>
                <a:lnTo>
                  <a:pt x="559" y="1000"/>
                </a:lnTo>
                <a:lnTo>
                  <a:pt x="558" y="1000"/>
                </a:lnTo>
                <a:lnTo>
                  <a:pt x="557" y="1001"/>
                </a:lnTo>
                <a:lnTo>
                  <a:pt x="556" y="1001"/>
                </a:lnTo>
                <a:lnTo>
                  <a:pt x="555" y="1001"/>
                </a:lnTo>
                <a:lnTo>
                  <a:pt x="554" y="1001"/>
                </a:lnTo>
                <a:lnTo>
                  <a:pt x="553" y="1001"/>
                </a:lnTo>
                <a:lnTo>
                  <a:pt x="554" y="1001"/>
                </a:lnTo>
                <a:lnTo>
                  <a:pt x="550" y="1000"/>
                </a:lnTo>
                <a:lnTo>
                  <a:pt x="548" y="1000"/>
                </a:lnTo>
                <a:lnTo>
                  <a:pt x="546" y="1001"/>
                </a:lnTo>
                <a:lnTo>
                  <a:pt x="545" y="1001"/>
                </a:lnTo>
                <a:lnTo>
                  <a:pt x="544" y="1001"/>
                </a:lnTo>
                <a:lnTo>
                  <a:pt x="539" y="1004"/>
                </a:lnTo>
                <a:lnTo>
                  <a:pt x="538" y="1004"/>
                </a:lnTo>
                <a:lnTo>
                  <a:pt x="537" y="1004"/>
                </a:lnTo>
                <a:lnTo>
                  <a:pt x="537" y="1003"/>
                </a:lnTo>
                <a:lnTo>
                  <a:pt x="536" y="1003"/>
                </a:lnTo>
                <a:lnTo>
                  <a:pt x="534" y="1003"/>
                </a:lnTo>
                <a:lnTo>
                  <a:pt x="534" y="1002"/>
                </a:lnTo>
                <a:lnTo>
                  <a:pt x="533" y="1003"/>
                </a:lnTo>
                <a:lnTo>
                  <a:pt x="533" y="1002"/>
                </a:lnTo>
                <a:lnTo>
                  <a:pt x="532" y="1002"/>
                </a:lnTo>
                <a:lnTo>
                  <a:pt x="531" y="1002"/>
                </a:lnTo>
                <a:lnTo>
                  <a:pt x="530" y="1002"/>
                </a:lnTo>
                <a:lnTo>
                  <a:pt x="529" y="1004"/>
                </a:lnTo>
                <a:lnTo>
                  <a:pt x="530" y="1004"/>
                </a:lnTo>
                <a:lnTo>
                  <a:pt x="529" y="1007"/>
                </a:lnTo>
                <a:lnTo>
                  <a:pt x="529" y="1008"/>
                </a:lnTo>
                <a:lnTo>
                  <a:pt x="527" y="1010"/>
                </a:lnTo>
                <a:lnTo>
                  <a:pt x="526" y="1012"/>
                </a:lnTo>
                <a:lnTo>
                  <a:pt x="525" y="1014"/>
                </a:lnTo>
                <a:lnTo>
                  <a:pt x="525" y="1015"/>
                </a:lnTo>
                <a:lnTo>
                  <a:pt x="526" y="1019"/>
                </a:lnTo>
                <a:lnTo>
                  <a:pt x="525" y="1020"/>
                </a:lnTo>
                <a:lnTo>
                  <a:pt x="525" y="1021"/>
                </a:lnTo>
                <a:lnTo>
                  <a:pt x="524" y="1022"/>
                </a:lnTo>
                <a:lnTo>
                  <a:pt x="522" y="1022"/>
                </a:lnTo>
                <a:lnTo>
                  <a:pt x="523" y="1021"/>
                </a:lnTo>
                <a:lnTo>
                  <a:pt x="522" y="1021"/>
                </a:lnTo>
                <a:lnTo>
                  <a:pt x="521" y="1020"/>
                </a:lnTo>
                <a:lnTo>
                  <a:pt x="520" y="1021"/>
                </a:lnTo>
                <a:lnTo>
                  <a:pt x="520" y="1022"/>
                </a:lnTo>
                <a:lnTo>
                  <a:pt x="521" y="1023"/>
                </a:lnTo>
                <a:lnTo>
                  <a:pt x="521" y="1024"/>
                </a:lnTo>
                <a:lnTo>
                  <a:pt x="522" y="1025"/>
                </a:lnTo>
                <a:lnTo>
                  <a:pt x="521" y="1026"/>
                </a:lnTo>
                <a:lnTo>
                  <a:pt x="520" y="1027"/>
                </a:lnTo>
                <a:lnTo>
                  <a:pt x="519" y="1027"/>
                </a:lnTo>
                <a:lnTo>
                  <a:pt x="519" y="1026"/>
                </a:lnTo>
                <a:lnTo>
                  <a:pt x="518" y="1026"/>
                </a:lnTo>
                <a:lnTo>
                  <a:pt x="518" y="1027"/>
                </a:lnTo>
                <a:lnTo>
                  <a:pt x="518" y="1028"/>
                </a:lnTo>
                <a:lnTo>
                  <a:pt x="517" y="1028"/>
                </a:lnTo>
                <a:lnTo>
                  <a:pt x="517" y="1029"/>
                </a:lnTo>
                <a:lnTo>
                  <a:pt x="517" y="1028"/>
                </a:lnTo>
                <a:lnTo>
                  <a:pt x="515" y="1029"/>
                </a:lnTo>
                <a:lnTo>
                  <a:pt x="514" y="1030"/>
                </a:lnTo>
                <a:lnTo>
                  <a:pt x="514" y="1031"/>
                </a:lnTo>
                <a:lnTo>
                  <a:pt x="514" y="1035"/>
                </a:lnTo>
                <a:lnTo>
                  <a:pt x="514" y="1037"/>
                </a:lnTo>
                <a:lnTo>
                  <a:pt x="513" y="1038"/>
                </a:lnTo>
                <a:lnTo>
                  <a:pt x="513" y="1039"/>
                </a:lnTo>
                <a:lnTo>
                  <a:pt x="512" y="1040"/>
                </a:lnTo>
                <a:lnTo>
                  <a:pt x="511" y="1040"/>
                </a:lnTo>
                <a:lnTo>
                  <a:pt x="510" y="1039"/>
                </a:lnTo>
                <a:lnTo>
                  <a:pt x="510" y="1040"/>
                </a:lnTo>
                <a:lnTo>
                  <a:pt x="509" y="1040"/>
                </a:lnTo>
                <a:lnTo>
                  <a:pt x="509" y="1041"/>
                </a:lnTo>
                <a:lnTo>
                  <a:pt x="510" y="1042"/>
                </a:lnTo>
                <a:lnTo>
                  <a:pt x="511" y="1042"/>
                </a:lnTo>
                <a:lnTo>
                  <a:pt x="510" y="1044"/>
                </a:lnTo>
                <a:lnTo>
                  <a:pt x="509" y="1044"/>
                </a:lnTo>
                <a:lnTo>
                  <a:pt x="509" y="1046"/>
                </a:lnTo>
                <a:lnTo>
                  <a:pt x="508" y="1047"/>
                </a:lnTo>
                <a:lnTo>
                  <a:pt x="508" y="1048"/>
                </a:lnTo>
                <a:lnTo>
                  <a:pt x="507" y="1049"/>
                </a:lnTo>
                <a:lnTo>
                  <a:pt x="506" y="1051"/>
                </a:lnTo>
                <a:lnTo>
                  <a:pt x="506" y="1052"/>
                </a:lnTo>
                <a:lnTo>
                  <a:pt x="504" y="1053"/>
                </a:lnTo>
                <a:lnTo>
                  <a:pt x="501" y="1055"/>
                </a:lnTo>
                <a:lnTo>
                  <a:pt x="501" y="1056"/>
                </a:lnTo>
                <a:lnTo>
                  <a:pt x="501" y="1057"/>
                </a:lnTo>
                <a:lnTo>
                  <a:pt x="500" y="1059"/>
                </a:lnTo>
                <a:lnTo>
                  <a:pt x="499" y="1060"/>
                </a:lnTo>
                <a:lnTo>
                  <a:pt x="497" y="1062"/>
                </a:lnTo>
                <a:lnTo>
                  <a:pt x="497" y="1063"/>
                </a:lnTo>
                <a:lnTo>
                  <a:pt x="497" y="1064"/>
                </a:lnTo>
                <a:lnTo>
                  <a:pt x="496" y="1065"/>
                </a:lnTo>
                <a:lnTo>
                  <a:pt x="495" y="1066"/>
                </a:lnTo>
                <a:lnTo>
                  <a:pt x="494" y="1067"/>
                </a:lnTo>
                <a:lnTo>
                  <a:pt x="493" y="1067"/>
                </a:lnTo>
                <a:lnTo>
                  <a:pt x="493" y="1069"/>
                </a:lnTo>
                <a:lnTo>
                  <a:pt x="492" y="1070"/>
                </a:lnTo>
                <a:lnTo>
                  <a:pt x="492" y="1071"/>
                </a:lnTo>
                <a:lnTo>
                  <a:pt x="491" y="1072"/>
                </a:lnTo>
                <a:lnTo>
                  <a:pt x="490" y="1073"/>
                </a:lnTo>
                <a:lnTo>
                  <a:pt x="490" y="1074"/>
                </a:lnTo>
                <a:lnTo>
                  <a:pt x="489" y="1075"/>
                </a:lnTo>
                <a:lnTo>
                  <a:pt x="488" y="1075"/>
                </a:lnTo>
                <a:lnTo>
                  <a:pt x="486" y="1076"/>
                </a:lnTo>
                <a:lnTo>
                  <a:pt x="485" y="1077"/>
                </a:lnTo>
                <a:lnTo>
                  <a:pt x="485" y="1078"/>
                </a:lnTo>
                <a:lnTo>
                  <a:pt x="484" y="1079"/>
                </a:lnTo>
                <a:lnTo>
                  <a:pt x="484" y="1080"/>
                </a:lnTo>
                <a:lnTo>
                  <a:pt x="483" y="1085"/>
                </a:lnTo>
                <a:lnTo>
                  <a:pt x="483" y="1086"/>
                </a:lnTo>
                <a:lnTo>
                  <a:pt x="482" y="1085"/>
                </a:lnTo>
                <a:lnTo>
                  <a:pt x="481" y="1085"/>
                </a:lnTo>
                <a:lnTo>
                  <a:pt x="480" y="1085"/>
                </a:lnTo>
                <a:lnTo>
                  <a:pt x="478" y="1082"/>
                </a:lnTo>
                <a:lnTo>
                  <a:pt x="478" y="1081"/>
                </a:lnTo>
                <a:lnTo>
                  <a:pt x="478" y="1080"/>
                </a:lnTo>
                <a:lnTo>
                  <a:pt x="477" y="1079"/>
                </a:lnTo>
                <a:lnTo>
                  <a:pt x="476" y="1079"/>
                </a:lnTo>
                <a:lnTo>
                  <a:pt x="475" y="1079"/>
                </a:lnTo>
                <a:lnTo>
                  <a:pt x="473" y="1079"/>
                </a:lnTo>
                <a:lnTo>
                  <a:pt x="474" y="1078"/>
                </a:lnTo>
                <a:lnTo>
                  <a:pt x="474" y="1077"/>
                </a:lnTo>
                <a:lnTo>
                  <a:pt x="473" y="1077"/>
                </a:lnTo>
                <a:lnTo>
                  <a:pt x="472" y="1077"/>
                </a:lnTo>
                <a:lnTo>
                  <a:pt x="471" y="1076"/>
                </a:lnTo>
                <a:lnTo>
                  <a:pt x="470" y="1075"/>
                </a:lnTo>
                <a:lnTo>
                  <a:pt x="470" y="1074"/>
                </a:lnTo>
                <a:lnTo>
                  <a:pt x="471" y="1073"/>
                </a:lnTo>
                <a:lnTo>
                  <a:pt x="472" y="1073"/>
                </a:lnTo>
                <a:lnTo>
                  <a:pt x="472" y="1072"/>
                </a:lnTo>
                <a:lnTo>
                  <a:pt x="471" y="1072"/>
                </a:lnTo>
                <a:lnTo>
                  <a:pt x="471" y="1070"/>
                </a:lnTo>
                <a:lnTo>
                  <a:pt x="471" y="1069"/>
                </a:lnTo>
                <a:lnTo>
                  <a:pt x="470" y="1068"/>
                </a:lnTo>
                <a:lnTo>
                  <a:pt x="469" y="1068"/>
                </a:lnTo>
                <a:lnTo>
                  <a:pt x="468" y="1069"/>
                </a:lnTo>
                <a:lnTo>
                  <a:pt x="467" y="1069"/>
                </a:lnTo>
                <a:lnTo>
                  <a:pt x="466" y="1069"/>
                </a:lnTo>
                <a:lnTo>
                  <a:pt x="466" y="1068"/>
                </a:lnTo>
                <a:lnTo>
                  <a:pt x="465" y="1067"/>
                </a:lnTo>
                <a:lnTo>
                  <a:pt x="464" y="1067"/>
                </a:lnTo>
                <a:lnTo>
                  <a:pt x="464" y="1066"/>
                </a:lnTo>
                <a:lnTo>
                  <a:pt x="463" y="1066"/>
                </a:lnTo>
                <a:lnTo>
                  <a:pt x="462" y="1066"/>
                </a:lnTo>
                <a:lnTo>
                  <a:pt x="462" y="1067"/>
                </a:lnTo>
                <a:lnTo>
                  <a:pt x="464" y="1067"/>
                </a:lnTo>
                <a:lnTo>
                  <a:pt x="464" y="1068"/>
                </a:lnTo>
                <a:lnTo>
                  <a:pt x="463" y="1068"/>
                </a:lnTo>
                <a:lnTo>
                  <a:pt x="462" y="1068"/>
                </a:lnTo>
                <a:lnTo>
                  <a:pt x="461" y="1069"/>
                </a:lnTo>
                <a:lnTo>
                  <a:pt x="460" y="1069"/>
                </a:lnTo>
                <a:lnTo>
                  <a:pt x="460" y="1070"/>
                </a:lnTo>
                <a:lnTo>
                  <a:pt x="459" y="1070"/>
                </a:lnTo>
                <a:lnTo>
                  <a:pt x="459" y="1069"/>
                </a:lnTo>
                <a:lnTo>
                  <a:pt x="459" y="1070"/>
                </a:lnTo>
                <a:lnTo>
                  <a:pt x="459" y="1071"/>
                </a:lnTo>
                <a:lnTo>
                  <a:pt x="458" y="1071"/>
                </a:lnTo>
                <a:lnTo>
                  <a:pt x="458" y="1072"/>
                </a:lnTo>
                <a:lnTo>
                  <a:pt x="457" y="1072"/>
                </a:lnTo>
                <a:lnTo>
                  <a:pt x="458" y="1073"/>
                </a:lnTo>
                <a:lnTo>
                  <a:pt x="458" y="1074"/>
                </a:lnTo>
                <a:lnTo>
                  <a:pt x="458" y="1075"/>
                </a:lnTo>
                <a:lnTo>
                  <a:pt x="458" y="1076"/>
                </a:lnTo>
                <a:lnTo>
                  <a:pt x="457" y="1076"/>
                </a:lnTo>
                <a:lnTo>
                  <a:pt x="457" y="1077"/>
                </a:lnTo>
                <a:lnTo>
                  <a:pt x="458" y="1077"/>
                </a:lnTo>
                <a:lnTo>
                  <a:pt x="458" y="1078"/>
                </a:lnTo>
                <a:lnTo>
                  <a:pt x="459" y="1078"/>
                </a:lnTo>
                <a:lnTo>
                  <a:pt x="459" y="1079"/>
                </a:lnTo>
                <a:lnTo>
                  <a:pt x="458" y="1079"/>
                </a:lnTo>
                <a:lnTo>
                  <a:pt x="458" y="1078"/>
                </a:lnTo>
                <a:lnTo>
                  <a:pt x="456" y="1078"/>
                </a:lnTo>
                <a:lnTo>
                  <a:pt x="456" y="1079"/>
                </a:lnTo>
                <a:lnTo>
                  <a:pt x="457" y="1079"/>
                </a:lnTo>
                <a:lnTo>
                  <a:pt x="457" y="1080"/>
                </a:lnTo>
                <a:lnTo>
                  <a:pt x="457" y="1081"/>
                </a:lnTo>
                <a:lnTo>
                  <a:pt x="458" y="1081"/>
                </a:lnTo>
                <a:lnTo>
                  <a:pt x="459" y="1082"/>
                </a:lnTo>
                <a:lnTo>
                  <a:pt x="458" y="1082"/>
                </a:lnTo>
                <a:lnTo>
                  <a:pt x="458" y="1083"/>
                </a:lnTo>
                <a:lnTo>
                  <a:pt x="458" y="1084"/>
                </a:lnTo>
                <a:lnTo>
                  <a:pt x="459" y="1084"/>
                </a:lnTo>
                <a:lnTo>
                  <a:pt x="459" y="1085"/>
                </a:lnTo>
                <a:lnTo>
                  <a:pt x="458" y="1085"/>
                </a:lnTo>
                <a:lnTo>
                  <a:pt x="458" y="1086"/>
                </a:lnTo>
                <a:lnTo>
                  <a:pt x="459" y="1086"/>
                </a:lnTo>
                <a:lnTo>
                  <a:pt x="459" y="1087"/>
                </a:lnTo>
                <a:lnTo>
                  <a:pt x="458" y="1087"/>
                </a:lnTo>
                <a:lnTo>
                  <a:pt x="456" y="1088"/>
                </a:lnTo>
                <a:lnTo>
                  <a:pt x="457" y="1089"/>
                </a:lnTo>
                <a:lnTo>
                  <a:pt x="458" y="1089"/>
                </a:lnTo>
                <a:lnTo>
                  <a:pt x="458" y="1090"/>
                </a:lnTo>
                <a:lnTo>
                  <a:pt x="458" y="1091"/>
                </a:lnTo>
                <a:lnTo>
                  <a:pt x="457" y="1091"/>
                </a:lnTo>
                <a:lnTo>
                  <a:pt x="455" y="1089"/>
                </a:lnTo>
                <a:lnTo>
                  <a:pt x="455" y="1088"/>
                </a:lnTo>
                <a:lnTo>
                  <a:pt x="454" y="1088"/>
                </a:lnTo>
                <a:lnTo>
                  <a:pt x="454" y="1087"/>
                </a:lnTo>
                <a:lnTo>
                  <a:pt x="452" y="1087"/>
                </a:lnTo>
                <a:lnTo>
                  <a:pt x="452" y="1086"/>
                </a:lnTo>
                <a:lnTo>
                  <a:pt x="451" y="1086"/>
                </a:lnTo>
                <a:lnTo>
                  <a:pt x="451" y="1087"/>
                </a:lnTo>
                <a:lnTo>
                  <a:pt x="451" y="1088"/>
                </a:lnTo>
                <a:lnTo>
                  <a:pt x="450" y="1089"/>
                </a:lnTo>
                <a:lnTo>
                  <a:pt x="449" y="1089"/>
                </a:lnTo>
                <a:lnTo>
                  <a:pt x="449" y="1090"/>
                </a:lnTo>
                <a:lnTo>
                  <a:pt x="450" y="1091"/>
                </a:lnTo>
                <a:lnTo>
                  <a:pt x="450" y="1092"/>
                </a:lnTo>
                <a:lnTo>
                  <a:pt x="450" y="1093"/>
                </a:lnTo>
                <a:lnTo>
                  <a:pt x="451" y="1093"/>
                </a:lnTo>
                <a:lnTo>
                  <a:pt x="452" y="1093"/>
                </a:lnTo>
                <a:lnTo>
                  <a:pt x="453" y="1095"/>
                </a:lnTo>
                <a:lnTo>
                  <a:pt x="452" y="1095"/>
                </a:lnTo>
                <a:lnTo>
                  <a:pt x="451" y="1096"/>
                </a:lnTo>
                <a:lnTo>
                  <a:pt x="451" y="1097"/>
                </a:lnTo>
                <a:lnTo>
                  <a:pt x="450" y="1098"/>
                </a:lnTo>
                <a:lnTo>
                  <a:pt x="450" y="1099"/>
                </a:lnTo>
                <a:lnTo>
                  <a:pt x="451" y="1100"/>
                </a:lnTo>
                <a:lnTo>
                  <a:pt x="454" y="1100"/>
                </a:lnTo>
                <a:lnTo>
                  <a:pt x="454" y="1099"/>
                </a:lnTo>
                <a:lnTo>
                  <a:pt x="456" y="1099"/>
                </a:lnTo>
                <a:lnTo>
                  <a:pt x="456" y="1098"/>
                </a:lnTo>
                <a:lnTo>
                  <a:pt x="457" y="1098"/>
                </a:lnTo>
                <a:lnTo>
                  <a:pt x="458" y="1098"/>
                </a:lnTo>
                <a:lnTo>
                  <a:pt x="458" y="1099"/>
                </a:lnTo>
                <a:lnTo>
                  <a:pt x="457" y="1099"/>
                </a:lnTo>
                <a:lnTo>
                  <a:pt x="457" y="1100"/>
                </a:lnTo>
                <a:lnTo>
                  <a:pt x="456" y="1100"/>
                </a:lnTo>
                <a:lnTo>
                  <a:pt x="457" y="1100"/>
                </a:lnTo>
                <a:lnTo>
                  <a:pt x="457" y="1101"/>
                </a:lnTo>
                <a:lnTo>
                  <a:pt x="457" y="1100"/>
                </a:lnTo>
                <a:lnTo>
                  <a:pt x="458" y="1100"/>
                </a:lnTo>
                <a:lnTo>
                  <a:pt x="458" y="1101"/>
                </a:lnTo>
                <a:lnTo>
                  <a:pt x="458" y="1102"/>
                </a:lnTo>
                <a:lnTo>
                  <a:pt x="459" y="1103"/>
                </a:lnTo>
                <a:lnTo>
                  <a:pt x="460" y="1103"/>
                </a:lnTo>
                <a:lnTo>
                  <a:pt x="460" y="1104"/>
                </a:lnTo>
                <a:lnTo>
                  <a:pt x="459" y="1104"/>
                </a:lnTo>
                <a:lnTo>
                  <a:pt x="459" y="1105"/>
                </a:lnTo>
                <a:lnTo>
                  <a:pt x="458" y="1105"/>
                </a:lnTo>
                <a:lnTo>
                  <a:pt x="459" y="1105"/>
                </a:lnTo>
                <a:lnTo>
                  <a:pt x="459" y="1106"/>
                </a:lnTo>
                <a:lnTo>
                  <a:pt x="457" y="1106"/>
                </a:lnTo>
                <a:lnTo>
                  <a:pt x="457" y="1107"/>
                </a:lnTo>
                <a:lnTo>
                  <a:pt x="457" y="1108"/>
                </a:lnTo>
                <a:lnTo>
                  <a:pt x="456" y="1108"/>
                </a:lnTo>
                <a:lnTo>
                  <a:pt x="456" y="1109"/>
                </a:lnTo>
                <a:lnTo>
                  <a:pt x="455" y="1110"/>
                </a:lnTo>
                <a:lnTo>
                  <a:pt x="455" y="1111"/>
                </a:lnTo>
                <a:lnTo>
                  <a:pt x="454" y="1111"/>
                </a:lnTo>
                <a:lnTo>
                  <a:pt x="454" y="1112"/>
                </a:lnTo>
                <a:lnTo>
                  <a:pt x="454" y="1113"/>
                </a:lnTo>
                <a:lnTo>
                  <a:pt x="453" y="1113"/>
                </a:lnTo>
                <a:lnTo>
                  <a:pt x="452" y="1113"/>
                </a:lnTo>
                <a:lnTo>
                  <a:pt x="451" y="1113"/>
                </a:lnTo>
                <a:lnTo>
                  <a:pt x="450" y="1113"/>
                </a:lnTo>
                <a:lnTo>
                  <a:pt x="449" y="1113"/>
                </a:lnTo>
                <a:lnTo>
                  <a:pt x="447" y="1113"/>
                </a:lnTo>
                <a:lnTo>
                  <a:pt x="446" y="1113"/>
                </a:lnTo>
                <a:lnTo>
                  <a:pt x="445" y="1112"/>
                </a:lnTo>
                <a:lnTo>
                  <a:pt x="444" y="1111"/>
                </a:lnTo>
                <a:lnTo>
                  <a:pt x="443" y="1110"/>
                </a:lnTo>
                <a:lnTo>
                  <a:pt x="442" y="1109"/>
                </a:lnTo>
                <a:lnTo>
                  <a:pt x="442" y="1110"/>
                </a:lnTo>
                <a:lnTo>
                  <a:pt x="441" y="1110"/>
                </a:lnTo>
                <a:lnTo>
                  <a:pt x="439" y="1111"/>
                </a:lnTo>
                <a:lnTo>
                  <a:pt x="438" y="1111"/>
                </a:lnTo>
                <a:lnTo>
                  <a:pt x="436" y="1112"/>
                </a:lnTo>
                <a:lnTo>
                  <a:pt x="435" y="1112"/>
                </a:lnTo>
                <a:lnTo>
                  <a:pt x="434" y="1112"/>
                </a:lnTo>
                <a:lnTo>
                  <a:pt x="434" y="1113"/>
                </a:lnTo>
                <a:lnTo>
                  <a:pt x="433" y="1114"/>
                </a:lnTo>
                <a:lnTo>
                  <a:pt x="432" y="1114"/>
                </a:lnTo>
                <a:lnTo>
                  <a:pt x="429" y="1113"/>
                </a:lnTo>
                <a:lnTo>
                  <a:pt x="428" y="1113"/>
                </a:lnTo>
                <a:lnTo>
                  <a:pt x="428" y="1114"/>
                </a:lnTo>
                <a:lnTo>
                  <a:pt x="427" y="1114"/>
                </a:lnTo>
                <a:lnTo>
                  <a:pt x="427" y="1115"/>
                </a:lnTo>
                <a:lnTo>
                  <a:pt x="426" y="1115"/>
                </a:lnTo>
                <a:lnTo>
                  <a:pt x="425" y="1115"/>
                </a:lnTo>
                <a:lnTo>
                  <a:pt x="425" y="1116"/>
                </a:lnTo>
                <a:lnTo>
                  <a:pt x="424" y="1116"/>
                </a:lnTo>
                <a:lnTo>
                  <a:pt x="424" y="1117"/>
                </a:lnTo>
                <a:lnTo>
                  <a:pt x="422" y="1117"/>
                </a:lnTo>
                <a:lnTo>
                  <a:pt x="421" y="1118"/>
                </a:lnTo>
                <a:lnTo>
                  <a:pt x="419" y="1118"/>
                </a:lnTo>
                <a:lnTo>
                  <a:pt x="419" y="1119"/>
                </a:lnTo>
                <a:lnTo>
                  <a:pt x="418" y="1120"/>
                </a:lnTo>
                <a:lnTo>
                  <a:pt x="418" y="1121"/>
                </a:lnTo>
                <a:lnTo>
                  <a:pt x="416" y="1121"/>
                </a:lnTo>
                <a:lnTo>
                  <a:pt x="414" y="1121"/>
                </a:lnTo>
                <a:lnTo>
                  <a:pt x="413" y="1122"/>
                </a:lnTo>
                <a:lnTo>
                  <a:pt x="413" y="1123"/>
                </a:lnTo>
                <a:lnTo>
                  <a:pt x="414" y="1124"/>
                </a:lnTo>
                <a:lnTo>
                  <a:pt x="414" y="1125"/>
                </a:lnTo>
                <a:lnTo>
                  <a:pt x="415" y="1126"/>
                </a:lnTo>
                <a:lnTo>
                  <a:pt x="415" y="1127"/>
                </a:lnTo>
                <a:lnTo>
                  <a:pt x="414" y="1128"/>
                </a:lnTo>
                <a:lnTo>
                  <a:pt x="414" y="1129"/>
                </a:lnTo>
                <a:lnTo>
                  <a:pt x="414" y="1130"/>
                </a:lnTo>
                <a:lnTo>
                  <a:pt x="413" y="1130"/>
                </a:lnTo>
                <a:lnTo>
                  <a:pt x="413" y="1131"/>
                </a:lnTo>
                <a:lnTo>
                  <a:pt x="413" y="1132"/>
                </a:lnTo>
                <a:lnTo>
                  <a:pt x="413" y="1133"/>
                </a:lnTo>
                <a:lnTo>
                  <a:pt x="413" y="1134"/>
                </a:lnTo>
                <a:lnTo>
                  <a:pt x="414" y="1134"/>
                </a:lnTo>
                <a:lnTo>
                  <a:pt x="414" y="1135"/>
                </a:lnTo>
                <a:lnTo>
                  <a:pt x="414" y="1139"/>
                </a:lnTo>
                <a:lnTo>
                  <a:pt x="414" y="1140"/>
                </a:lnTo>
                <a:lnTo>
                  <a:pt x="413" y="1141"/>
                </a:lnTo>
                <a:lnTo>
                  <a:pt x="414" y="1141"/>
                </a:lnTo>
                <a:lnTo>
                  <a:pt x="414" y="1142"/>
                </a:lnTo>
                <a:lnTo>
                  <a:pt x="414" y="1143"/>
                </a:lnTo>
                <a:lnTo>
                  <a:pt x="413" y="1143"/>
                </a:lnTo>
                <a:lnTo>
                  <a:pt x="413" y="1144"/>
                </a:lnTo>
                <a:lnTo>
                  <a:pt x="412" y="1144"/>
                </a:lnTo>
                <a:lnTo>
                  <a:pt x="412" y="1145"/>
                </a:lnTo>
                <a:lnTo>
                  <a:pt x="411" y="1146"/>
                </a:lnTo>
                <a:lnTo>
                  <a:pt x="410" y="1146"/>
                </a:lnTo>
                <a:lnTo>
                  <a:pt x="408" y="1147"/>
                </a:lnTo>
                <a:lnTo>
                  <a:pt x="408" y="1148"/>
                </a:lnTo>
                <a:lnTo>
                  <a:pt x="407" y="1149"/>
                </a:lnTo>
                <a:lnTo>
                  <a:pt x="406" y="1150"/>
                </a:lnTo>
                <a:lnTo>
                  <a:pt x="405" y="1151"/>
                </a:lnTo>
                <a:lnTo>
                  <a:pt x="405" y="1152"/>
                </a:lnTo>
                <a:lnTo>
                  <a:pt x="405" y="1153"/>
                </a:lnTo>
                <a:lnTo>
                  <a:pt x="405" y="1154"/>
                </a:lnTo>
                <a:lnTo>
                  <a:pt x="405" y="1155"/>
                </a:lnTo>
                <a:lnTo>
                  <a:pt x="406" y="1156"/>
                </a:lnTo>
                <a:lnTo>
                  <a:pt x="406" y="1157"/>
                </a:lnTo>
                <a:lnTo>
                  <a:pt x="406" y="1158"/>
                </a:lnTo>
                <a:lnTo>
                  <a:pt x="405" y="1159"/>
                </a:lnTo>
                <a:lnTo>
                  <a:pt x="404" y="1160"/>
                </a:lnTo>
                <a:lnTo>
                  <a:pt x="403" y="1161"/>
                </a:lnTo>
                <a:lnTo>
                  <a:pt x="402" y="1161"/>
                </a:lnTo>
                <a:lnTo>
                  <a:pt x="402" y="1162"/>
                </a:lnTo>
                <a:lnTo>
                  <a:pt x="402" y="1163"/>
                </a:lnTo>
                <a:lnTo>
                  <a:pt x="402" y="1165"/>
                </a:lnTo>
                <a:lnTo>
                  <a:pt x="402" y="1166"/>
                </a:lnTo>
                <a:lnTo>
                  <a:pt x="403" y="1167"/>
                </a:lnTo>
                <a:lnTo>
                  <a:pt x="403" y="1168"/>
                </a:lnTo>
                <a:lnTo>
                  <a:pt x="403" y="1170"/>
                </a:lnTo>
                <a:lnTo>
                  <a:pt x="403" y="1171"/>
                </a:lnTo>
                <a:lnTo>
                  <a:pt x="403" y="1172"/>
                </a:lnTo>
                <a:lnTo>
                  <a:pt x="402" y="1173"/>
                </a:lnTo>
                <a:lnTo>
                  <a:pt x="402" y="1175"/>
                </a:lnTo>
                <a:lnTo>
                  <a:pt x="401" y="1176"/>
                </a:lnTo>
                <a:lnTo>
                  <a:pt x="401" y="1178"/>
                </a:lnTo>
                <a:lnTo>
                  <a:pt x="401" y="1179"/>
                </a:lnTo>
                <a:lnTo>
                  <a:pt x="400" y="1181"/>
                </a:lnTo>
                <a:lnTo>
                  <a:pt x="400" y="1182"/>
                </a:lnTo>
                <a:lnTo>
                  <a:pt x="399" y="1182"/>
                </a:lnTo>
                <a:lnTo>
                  <a:pt x="399" y="1183"/>
                </a:lnTo>
                <a:lnTo>
                  <a:pt x="398" y="1184"/>
                </a:lnTo>
                <a:lnTo>
                  <a:pt x="396" y="1185"/>
                </a:lnTo>
                <a:lnTo>
                  <a:pt x="396" y="1187"/>
                </a:lnTo>
                <a:lnTo>
                  <a:pt x="396" y="1188"/>
                </a:lnTo>
                <a:lnTo>
                  <a:pt x="395" y="1188"/>
                </a:lnTo>
                <a:lnTo>
                  <a:pt x="395" y="1189"/>
                </a:lnTo>
                <a:lnTo>
                  <a:pt x="394" y="1189"/>
                </a:lnTo>
                <a:lnTo>
                  <a:pt x="394" y="1190"/>
                </a:lnTo>
                <a:lnTo>
                  <a:pt x="394" y="1191"/>
                </a:lnTo>
                <a:lnTo>
                  <a:pt x="393" y="1191"/>
                </a:lnTo>
                <a:lnTo>
                  <a:pt x="393" y="1192"/>
                </a:lnTo>
                <a:lnTo>
                  <a:pt x="394" y="1192"/>
                </a:lnTo>
                <a:lnTo>
                  <a:pt x="393" y="1193"/>
                </a:lnTo>
                <a:lnTo>
                  <a:pt x="392" y="1194"/>
                </a:lnTo>
                <a:lnTo>
                  <a:pt x="391" y="1194"/>
                </a:lnTo>
                <a:lnTo>
                  <a:pt x="390" y="1195"/>
                </a:lnTo>
                <a:lnTo>
                  <a:pt x="389" y="1197"/>
                </a:lnTo>
                <a:lnTo>
                  <a:pt x="389" y="1198"/>
                </a:lnTo>
                <a:lnTo>
                  <a:pt x="390" y="1199"/>
                </a:lnTo>
                <a:lnTo>
                  <a:pt x="391" y="1199"/>
                </a:lnTo>
                <a:lnTo>
                  <a:pt x="391" y="1200"/>
                </a:lnTo>
                <a:lnTo>
                  <a:pt x="390" y="1200"/>
                </a:lnTo>
                <a:lnTo>
                  <a:pt x="390" y="1201"/>
                </a:lnTo>
                <a:lnTo>
                  <a:pt x="390" y="1202"/>
                </a:lnTo>
                <a:lnTo>
                  <a:pt x="391" y="1202"/>
                </a:lnTo>
                <a:lnTo>
                  <a:pt x="391" y="1201"/>
                </a:lnTo>
                <a:lnTo>
                  <a:pt x="392" y="1200"/>
                </a:lnTo>
                <a:lnTo>
                  <a:pt x="392" y="1201"/>
                </a:lnTo>
                <a:lnTo>
                  <a:pt x="393" y="1202"/>
                </a:lnTo>
                <a:lnTo>
                  <a:pt x="392" y="1205"/>
                </a:lnTo>
                <a:lnTo>
                  <a:pt x="391" y="1206"/>
                </a:lnTo>
                <a:lnTo>
                  <a:pt x="391" y="1207"/>
                </a:lnTo>
                <a:lnTo>
                  <a:pt x="390" y="1207"/>
                </a:lnTo>
                <a:lnTo>
                  <a:pt x="389" y="1209"/>
                </a:lnTo>
                <a:lnTo>
                  <a:pt x="389" y="1208"/>
                </a:lnTo>
                <a:lnTo>
                  <a:pt x="388" y="1208"/>
                </a:lnTo>
                <a:lnTo>
                  <a:pt x="388" y="1209"/>
                </a:lnTo>
                <a:lnTo>
                  <a:pt x="388" y="1210"/>
                </a:lnTo>
                <a:lnTo>
                  <a:pt x="388" y="1211"/>
                </a:lnTo>
                <a:lnTo>
                  <a:pt x="388" y="1212"/>
                </a:lnTo>
                <a:lnTo>
                  <a:pt x="389" y="1212"/>
                </a:lnTo>
                <a:lnTo>
                  <a:pt x="389" y="1213"/>
                </a:lnTo>
                <a:lnTo>
                  <a:pt x="389" y="1215"/>
                </a:lnTo>
                <a:lnTo>
                  <a:pt x="388" y="1215"/>
                </a:lnTo>
                <a:lnTo>
                  <a:pt x="388" y="1216"/>
                </a:lnTo>
                <a:lnTo>
                  <a:pt x="387" y="1216"/>
                </a:lnTo>
                <a:lnTo>
                  <a:pt x="387" y="1215"/>
                </a:lnTo>
                <a:lnTo>
                  <a:pt x="387" y="1216"/>
                </a:lnTo>
                <a:lnTo>
                  <a:pt x="386" y="1216"/>
                </a:lnTo>
                <a:lnTo>
                  <a:pt x="385" y="1216"/>
                </a:lnTo>
                <a:lnTo>
                  <a:pt x="385" y="1217"/>
                </a:lnTo>
                <a:lnTo>
                  <a:pt x="384" y="1217"/>
                </a:lnTo>
                <a:lnTo>
                  <a:pt x="384" y="1218"/>
                </a:lnTo>
                <a:lnTo>
                  <a:pt x="383" y="1218"/>
                </a:lnTo>
                <a:lnTo>
                  <a:pt x="383" y="1219"/>
                </a:lnTo>
                <a:lnTo>
                  <a:pt x="382" y="1219"/>
                </a:lnTo>
                <a:lnTo>
                  <a:pt x="382" y="1220"/>
                </a:lnTo>
                <a:lnTo>
                  <a:pt x="381" y="1220"/>
                </a:lnTo>
                <a:lnTo>
                  <a:pt x="381" y="1221"/>
                </a:lnTo>
                <a:lnTo>
                  <a:pt x="381" y="1222"/>
                </a:lnTo>
                <a:lnTo>
                  <a:pt x="380" y="1222"/>
                </a:lnTo>
                <a:lnTo>
                  <a:pt x="380" y="1223"/>
                </a:lnTo>
                <a:lnTo>
                  <a:pt x="380" y="1224"/>
                </a:lnTo>
                <a:lnTo>
                  <a:pt x="379" y="1224"/>
                </a:lnTo>
                <a:lnTo>
                  <a:pt x="380" y="1225"/>
                </a:lnTo>
                <a:lnTo>
                  <a:pt x="380" y="1226"/>
                </a:lnTo>
                <a:lnTo>
                  <a:pt x="379" y="1228"/>
                </a:lnTo>
                <a:lnTo>
                  <a:pt x="378" y="1229"/>
                </a:lnTo>
                <a:lnTo>
                  <a:pt x="378" y="1230"/>
                </a:lnTo>
                <a:lnTo>
                  <a:pt x="378" y="1231"/>
                </a:lnTo>
                <a:lnTo>
                  <a:pt x="379" y="1231"/>
                </a:lnTo>
                <a:lnTo>
                  <a:pt x="379" y="1232"/>
                </a:lnTo>
                <a:lnTo>
                  <a:pt x="379" y="1233"/>
                </a:lnTo>
                <a:lnTo>
                  <a:pt x="379" y="1234"/>
                </a:lnTo>
                <a:lnTo>
                  <a:pt x="378" y="1234"/>
                </a:lnTo>
                <a:lnTo>
                  <a:pt x="378" y="1235"/>
                </a:lnTo>
                <a:lnTo>
                  <a:pt x="378" y="1236"/>
                </a:lnTo>
                <a:lnTo>
                  <a:pt x="377" y="1236"/>
                </a:lnTo>
                <a:lnTo>
                  <a:pt x="376" y="1237"/>
                </a:lnTo>
                <a:lnTo>
                  <a:pt x="375" y="1236"/>
                </a:lnTo>
                <a:lnTo>
                  <a:pt x="374" y="1237"/>
                </a:lnTo>
                <a:lnTo>
                  <a:pt x="372" y="1238"/>
                </a:lnTo>
                <a:lnTo>
                  <a:pt x="371" y="1239"/>
                </a:lnTo>
                <a:lnTo>
                  <a:pt x="370" y="1239"/>
                </a:lnTo>
                <a:lnTo>
                  <a:pt x="369" y="1241"/>
                </a:lnTo>
                <a:lnTo>
                  <a:pt x="368" y="1241"/>
                </a:lnTo>
                <a:lnTo>
                  <a:pt x="365" y="1243"/>
                </a:lnTo>
                <a:lnTo>
                  <a:pt x="364" y="1243"/>
                </a:lnTo>
                <a:lnTo>
                  <a:pt x="363" y="1244"/>
                </a:lnTo>
                <a:lnTo>
                  <a:pt x="362" y="1244"/>
                </a:lnTo>
                <a:lnTo>
                  <a:pt x="362" y="1245"/>
                </a:lnTo>
                <a:lnTo>
                  <a:pt x="361" y="1246"/>
                </a:lnTo>
                <a:lnTo>
                  <a:pt x="359" y="1246"/>
                </a:lnTo>
                <a:lnTo>
                  <a:pt x="358" y="1246"/>
                </a:lnTo>
                <a:lnTo>
                  <a:pt x="356" y="1246"/>
                </a:lnTo>
                <a:lnTo>
                  <a:pt x="355" y="1247"/>
                </a:lnTo>
                <a:lnTo>
                  <a:pt x="354" y="1247"/>
                </a:lnTo>
                <a:lnTo>
                  <a:pt x="353" y="1247"/>
                </a:lnTo>
                <a:lnTo>
                  <a:pt x="354" y="1248"/>
                </a:lnTo>
                <a:lnTo>
                  <a:pt x="354" y="1249"/>
                </a:lnTo>
                <a:lnTo>
                  <a:pt x="353" y="1249"/>
                </a:lnTo>
                <a:lnTo>
                  <a:pt x="352" y="1248"/>
                </a:lnTo>
                <a:lnTo>
                  <a:pt x="351" y="1248"/>
                </a:lnTo>
                <a:lnTo>
                  <a:pt x="348" y="1249"/>
                </a:lnTo>
                <a:lnTo>
                  <a:pt x="348" y="1250"/>
                </a:lnTo>
                <a:lnTo>
                  <a:pt x="347" y="1250"/>
                </a:lnTo>
                <a:lnTo>
                  <a:pt x="346" y="1250"/>
                </a:lnTo>
                <a:lnTo>
                  <a:pt x="346" y="1251"/>
                </a:lnTo>
                <a:lnTo>
                  <a:pt x="346" y="1252"/>
                </a:lnTo>
                <a:lnTo>
                  <a:pt x="346" y="1253"/>
                </a:lnTo>
                <a:lnTo>
                  <a:pt x="346" y="1254"/>
                </a:lnTo>
                <a:lnTo>
                  <a:pt x="345" y="1255"/>
                </a:lnTo>
                <a:lnTo>
                  <a:pt x="345" y="1256"/>
                </a:lnTo>
                <a:lnTo>
                  <a:pt x="345" y="1257"/>
                </a:lnTo>
                <a:lnTo>
                  <a:pt x="344" y="1257"/>
                </a:lnTo>
                <a:lnTo>
                  <a:pt x="344" y="1258"/>
                </a:lnTo>
                <a:lnTo>
                  <a:pt x="343" y="1259"/>
                </a:lnTo>
                <a:lnTo>
                  <a:pt x="343" y="1260"/>
                </a:lnTo>
                <a:lnTo>
                  <a:pt x="343" y="1261"/>
                </a:lnTo>
                <a:lnTo>
                  <a:pt x="343" y="1262"/>
                </a:lnTo>
                <a:lnTo>
                  <a:pt x="343" y="1263"/>
                </a:lnTo>
                <a:lnTo>
                  <a:pt x="342" y="1264"/>
                </a:lnTo>
                <a:lnTo>
                  <a:pt x="342" y="1265"/>
                </a:lnTo>
                <a:lnTo>
                  <a:pt x="340" y="1266"/>
                </a:lnTo>
                <a:lnTo>
                  <a:pt x="338" y="1266"/>
                </a:lnTo>
                <a:lnTo>
                  <a:pt x="338" y="1268"/>
                </a:lnTo>
                <a:lnTo>
                  <a:pt x="337" y="1269"/>
                </a:lnTo>
                <a:lnTo>
                  <a:pt x="337" y="1270"/>
                </a:lnTo>
                <a:lnTo>
                  <a:pt x="337" y="1271"/>
                </a:lnTo>
                <a:lnTo>
                  <a:pt x="337" y="1272"/>
                </a:lnTo>
                <a:lnTo>
                  <a:pt x="336" y="1272"/>
                </a:lnTo>
                <a:lnTo>
                  <a:pt x="335" y="1272"/>
                </a:lnTo>
                <a:lnTo>
                  <a:pt x="334" y="1273"/>
                </a:lnTo>
                <a:lnTo>
                  <a:pt x="334" y="1274"/>
                </a:lnTo>
                <a:lnTo>
                  <a:pt x="334" y="1275"/>
                </a:lnTo>
                <a:lnTo>
                  <a:pt x="334" y="1276"/>
                </a:lnTo>
                <a:lnTo>
                  <a:pt x="333" y="1278"/>
                </a:lnTo>
                <a:lnTo>
                  <a:pt x="332" y="1279"/>
                </a:lnTo>
                <a:lnTo>
                  <a:pt x="331" y="1281"/>
                </a:lnTo>
                <a:lnTo>
                  <a:pt x="330" y="1280"/>
                </a:lnTo>
                <a:lnTo>
                  <a:pt x="330" y="1279"/>
                </a:lnTo>
                <a:lnTo>
                  <a:pt x="329" y="1279"/>
                </a:lnTo>
                <a:lnTo>
                  <a:pt x="329" y="1280"/>
                </a:lnTo>
                <a:lnTo>
                  <a:pt x="329" y="1281"/>
                </a:lnTo>
                <a:lnTo>
                  <a:pt x="329" y="1282"/>
                </a:lnTo>
                <a:lnTo>
                  <a:pt x="328" y="1282"/>
                </a:lnTo>
                <a:lnTo>
                  <a:pt x="328" y="1283"/>
                </a:lnTo>
                <a:lnTo>
                  <a:pt x="328" y="1284"/>
                </a:lnTo>
                <a:lnTo>
                  <a:pt x="328" y="1285"/>
                </a:lnTo>
                <a:lnTo>
                  <a:pt x="327" y="1286"/>
                </a:lnTo>
                <a:lnTo>
                  <a:pt x="328" y="1286"/>
                </a:lnTo>
                <a:lnTo>
                  <a:pt x="328" y="1287"/>
                </a:lnTo>
                <a:lnTo>
                  <a:pt x="327" y="1289"/>
                </a:lnTo>
                <a:lnTo>
                  <a:pt x="327" y="1290"/>
                </a:lnTo>
                <a:lnTo>
                  <a:pt x="327" y="1291"/>
                </a:lnTo>
                <a:lnTo>
                  <a:pt x="327" y="1293"/>
                </a:lnTo>
                <a:lnTo>
                  <a:pt x="327" y="1294"/>
                </a:lnTo>
                <a:lnTo>
                  <a:pt x="327" y="1295"/>
                </a:lnTo>
                <a:lnTo>
                  <a:pt x="327" y="1296"/>
                </a:lnTo>
                <a:lnTo>
                  <a:pt x="327" y="1297"/>
                </a:lnTo>
                <a:lnTo>
                  <a:pt x="326" y="1298"/>
                </a:lnTo>
                <a:lnTo>
                  <a:pt x="324" y="1300"/>
                </a:lnTo>
                <a:lnTo>
                  <a:pt x="324" y="1301"/>
                </a:lnTo>
                <a:lnTo>
                  <a:pt x="323" y="1302"/>
                </a:lnTo>
                <a:lnTo>
                  <a:pt x="322" y="1305"/>
                </a:lnTo>
                <a:lnTo>
                  <a:pt x="322" y="1306"/>
                </a:lnTo>
                <a:lnTo>
                  <a:pt x="322" y="1307"/>
                </a:lnTo>
                <a:lnTo>
                  <a:pt x="321" y="1308"/>
                </a:lnTo>
                <a:lnTo>
                  <a:pt x="321" y="1309"/>
                </a:lnTo>
                <a:lnTo>
                  <a:pt x="321" y="1310"/>
                </a:lnTo>
                <a:lnTo>
                  <a:pt x="321" y="1311"/>
                </a:lnTo>
                <a:lnTo>
                  <a:pt x="321" y="1312"/>
                </a:lnTo>
                <a:lnTo>
                  <a:pt x="322" y="1312"/>
                </a:lnTo>
                <a:lnTo>
                  <a:pt x="323" y="1312"/>
                </a:lnTo>
                <a:lnTo>
                  <a:pt x="323" y="1313"/>
                </a:lnTo>
                <a:lnTo>
                  <a:pt x="322" y="1313"/>
                </a:lnTo>
                <a:lnTo>
                  <a:pt x="322" y="1314"/>
                </a:lnTo>
                <a:lnTo>
                  <a:pt x="322" y="1315"/>
                </a:lnTo>
                <a:lnTo>
                  <a:pt x="323" y="1315"/>
                </a:lnTo>
                <a:lnTo>
                  <a:pt x="323" y="1316"/>
                </a:lnTo>
                <a:lnTo>
                  <a:pt x="323" y="1315"/>
                </a:lnTo>
                <a:lnTo>
                  <a:pt x="324" y="1314"/>
                </a:lnTo>
                <a:lnTo>
                  <a:pt x="325" y="1314"/>
                </a:lnTo>
                <a:lnTo>
                  <a:pt x="325" y="1315"/>
                </a:lnTo>
                <a:lnTo>
                  <a:pt x="326" y="1316"/>
                </a:lnTo>
                <a:lnTo>
                  <a:pt x="327" y="1316"/>
                </a:lnTo>
                <a:lnTo>
                  <a:pt x="327" y="1317"/>
                </a:lnTo>
                <a:lnTo>
                  <a:pt x="327" y="1320"/>
                </a:lnTo>
                <a:lnTo>
                  <a:pt x="327" y="1321"/>
                </a:lnTo>
                <a:lnTo>
                  <a:pt x="326" y="1321"/>
                </a:lnTo>
                <a:lnTo>
                  <a:pt x="326" y="1322"/>
                </a:lnTo>
                <a:lnTo>
                  <a:pt x="326" y="1323"/>
                </a:lnTo>
                <a:lnTo>
                  <a:pt x="325" y="1324"/>
                </a:lnTo>
                <a:lnTo>
                  <a:pt x="325" y="1325"/>
                </a:lnTo>
                <a:lnTo>
                  <a:pt x="326" y="1325"/>
                </a:lnTo>
                <a:lnTo>
                  <a:pt x="327" y="1326"/>
                </a:lnTo>
                <a:lnTo>
                  <a:pt x="328" y="1326"/>
                </a:lnTo>
                <a:lnTo>
                  <a:pt x="330" y="1327"/>
                </a:lnTo>
                <a:lnTo>
                  <a:pt x="330" y="1328"/>
                </a:lnTo>
                <a:lnTo>
                  <a:pt x="331" y="1328"/>
                </a:lnTo>
                <a:lnTo>
                  <a:pt x="332" y="1328"/>
                </a:lnTo>
                <a:lnTo>
                  <a:pt x="332" y="1327"/>
                </a:lnTo>
                <a:lnTo>
                  <a:pt x="333" y="1328"/>
                </a:lnTo>
                <a:lnTo>
                  <a:pt x="332" y="1329"/>
                </a:lnTo>
                <a:lnTo>
                  <a:pt x="332" y="1330"/>
                </a:lnTo>
                <a:lnTo>
                  <a:pt x="332" y="1332"/>
                </a:lnTo>
                <a:lnTo>
                  <a:pt x="332" y="1331"/>
                </a:lnTo>
                <a:lnTo>
                  <a:pt x="332" y="1332"/>
                </a:lnTo>
                <a:lnTo>
                  <a:pt x="333" y="1333"/>
                </a:lnTo>
                <a:lnTo>
                  <a:pt x="333" y="1334"/>
                </a:lnTo>
                <a:lnTo>
                  <a:pt x="334" y="1334"/>
                </a:lnTo>
                <a:lnTo>
                  <a:pt x="334" y="1336"/>
                </a:lnTo>
                <a:lnTo>
                  <a:pt x="334" y="1337"/>
                </a:lnTo>
                <a:lnTo>
                  <a:pt x="335" y="1337"/>
                </a:lnTo>
                <a:lnTo>
                  <a:pt x="336" y="1337"/>
                </a:lnTo>
                <a:lnTo>
                  <a:pt x="337" y="1337"/>
                </a:lnTo>
                <a:lnTo>
                  <a:pt x="338" y="1338"/>
                </a:lnTo>
                <a:lnTo>
                  <a:pt x="338" y="1341"/>
                </a:lnTo>
                <a:lnTo>
                  <a:pt x="338" y="1342"/>
                </a:lnTo>
                <a:lnTo>
                  <a:pt x="337" y="1343"/>
                </a:lnTo>
                <a:lnTo>
                  <a:pt x="336" y="1343"/>
                </a:lnTo>
                <a:lnTo>
                  <a:pt x="336" y="1345"/>
                </a:lnTo>
                <a:lnTo>
                  <a:pt x="337" y="1346"/>
                </a:lnTo>
                <a:lnTo>
                  <a:pt x="338" y="1346"/>
                </a:lnTo>
                <a:lnTo>
                  <a:pt x="339" y="1345"/>
                </a:lnTo>
                <a:lnTo>
                  <a:pt x="340" y="1344"/>
                </a:lnTo>
                <a:lnTo>
                  <a:pt x="340" y="1342"/>
                </a:lnTo>
                <a:lnTo>
                  <a:pt x="341" y="1343"/>
                </a:lnTo>
                <a:lnTo>
                  <a:pt x="342" y="1343"/>
                </a:lnTo>
                <a:lnTo>
                  <a:pt x="343" y="1343"/>
                </a:lnTo>
                <a:lnTo>
                  <a:pt x="343" y="1342"/>
                </a:lnTo>
                <a:lnTo>
                  <a:pt x="344" y="1342"/>
                </a:lnTo>
                <a:lnTo>
                  <a:pt x="344" y="1341"/>
                </a:lnTo>
                <a:lnTo>
                  <a:pt x="345" y="1341"/>
                </a:lnTo>
                <a:lnTo>
                  <a:pt x="346" y="1341"/>
                </a:lnTo>
                <a:lnTo>
                  <a:pt x="347" y="1342"/>
                </a:lnTo>
                <a:lnTo>
                  <a:pt x="347" y="1344"/>
                </a:lnTo>
                <a:lnTo>
                  <a:pt x="347" y="1345"/>
                </a:lnTo>
                <a:lnTo>
                  <a:pt x="347" y="1346"/>
                </a:lnTo>
                <a:lnTo>
                  <a:pt x="347" y="1347"/>
                </a:lnTo>
                <a:lnTo>
                  <a:pt x="346" y="1348"/>
                </a:lnTo>
                <a:lnTo>
                  <a:pt x="347" y="1349"/>
                </a:lnTo>
                <a:lnTo>
                  <a:pt x="348" y="1349"/>
                </a:lnTo>
                <a:lnTo>
                  <a:pt x="349" y="1349"/>
                </a:lnTo>
                <a:lnTo>
                  <a:pt x="349" y="1350"/>
                </a:lnTo>
                <a:lnTo>
                  <a:pt x="349" y="1351"/>
                </a:lnTo>
                <a:lnTo>
                  <a:pt x="350" y="1351"/>
                </a:lnTo>
                <a:lnTo>
                  <a:pt x="352" y="1351"/>
                </a:lnTo>
                <a:lnTo>
                  <a:pt x="353" y="1351"/>
                </a:lnTo>
                <a:lnTo>
                  <a:pt x="354" y="1351"/>
                </a:lnTo>
                <a:lnTo>
                  <a:pt x="355" y="1352"/>
                </a:lnTo>
                <a:lnTo>
                  <a:pt x="355" y="1353"/>
                </a:lnTo>
                <a:lnTo>
                  <a:pt x="355" y="1354"/>
                </a:lnTo>
                <a:lnTo>
                  <a:pt x="355" y="1355"/>
                </a:lnTo>
                <a:lnTo>
                  <a:pt x="355" y="1356"/>
                </a:lnTo>
                <a:lnTo>
                  <a:pt x="356" y="1356"/>
                </a:lnTo>
                <a:lnTo>
                  <a:pt x="357" y="1356"/>
                </a:lnTo>
                <a:lnTo>
                  <a:pt x="357" y="1357"/>
                </a:lnTo>
                <a:lnTo>
                  <a:pt x="357" y="1358"/>
                </a:lnTo>
                <a:lnTo>
                  <a:pt x="357" y="1359"/>
                </a:lnTo>
                <a:lnTo>
                  <a:pt x="357" y="1361"/>
                </a:lnTo>
                <a:lnTo>
                  <a:pt x="358" y="1361"/>
                </a:lnTo>
                <a:lnTo>
                  <a:pt x="358" y="1362"/>
                </a:lnTo>
                <a:lnTo>
                  <a:pt x="357" y="1362"/>
                </a:lnTo>
                <a:lnTo>
                  <a:pt x="357" y="1363"/>
                </a:lnTo>
                <a:lnTo>
                  <a:pt x="358" y="1364"/>
                </a:lnTo>
                <a:lnTo>
                  <a:pt x="359" y="1365"/>
                </a:lnTo>
                <a:lnTo>
                  <a:pt x="359" y="1366"/>
                </a:lnTo>
                <a:lnTo>
                  <a:pt x="358" y="1366"/>
                </a:lnTo>
                <a:lnTo>
                  <a:pt x="358" y="1367"/>
                </a:lnTo>
                <a:lnTo>
                  <a:pt x="358" y="1368"/>
                </a:lnTo>
                <a:lnTo>
                  <a:pt x="359" y="1368"/>
                </a:lnTo>
                <a:lnTo>
                  <a:pt x="359" y="1370"/>
                </a:lnTo>
                <a:lnTo>
                  <a:pt x="359" y="1371"/>
                </a:lnTo>
                <a:lnTo>
                  <a:pt x="360" y="1372"/>
                </a:lnTo>
                <a:lnTo>
                  <a:pt x="359" y="1372"/>
                </a:lnTo>
                <a:lnTo>
                  <a:pt x="359" y="1373"/>
                </a:lnTo>
                <a:lnTo>
                  <a:pt x="360" y="1374"/>
                </a:lnTo>
                <a:lnTo>
                  <a:pt x="360" y="1375"/>
                </a:lnTo>
                <a:lnTo>
                  <a:pt x="361" y="1376"/>
                </a:lnTo>
                <a:lnTo>
                  <a:pt x="360" y="1376"/>
                </a:lnTo>
                <a:lnTo>
                  <a:pt x="360" y="1377"/>
                </a:lnTo>
                <a:lnTo>
                  <a:pt x="360" y="1376"/>
                </a:lnTo>
                <a:lnTo>
                  <a:pt x="359" y="1376"/>
                </a:lnTo>
                <a:lnTo>
                  <a:pt x="358" y="1376"/>
                </a:lnTo>
                <a:lnTo>
                  <a:pt x="358" y="1375"/>
                </a:lnTo>
                <a:lnTo>
                  <a:pt x="358" y="1374"/>
                </a:lnTo>
                <a:lnTo>
                  <a:pt x="358" y="1373"/>
                </a:lnTo>
                <a:lnTo>
                  <a:pt x="357" y="1373"/>
                </a:lnTo>
                <a:lnTo>
                  <a:pt x="356" y="1372"/>
                </a:lnTo>
                <a:lnTo>
                  <a:pt x="355" y="1371"/>
                </a:lnTo>
                <a:lnTo>
                  <a:pt x="355" y="1372"/>
                </a:lnTo>
                <a:lnTo>
                  <a:pt x="354" y="1373"/>
                </a:lnTo>
                <a:lnTo>
                  <a:pt x="354" y="1374"/>
                </a:lnTo>
                <a:lnTo>
                  <a:pt x="355" y="1375"/>
                </a:lnTo>
                <a:lnTo>
                  <a:pt x="355" y="1376"/>
                </a:lnTo>
                <a:lnTo>
                  <a:pt x="355" y="1377"/>
                </a:lnTo>
                <a:lnTo>
                  <a:pt x="355" y="1378"/>
                </a:lnTo>
                <a:lnTo>
                  <a:pt x="354" y="1377"/>
                </a:lnTo>
                <a:lnTo>
                  <a:pt x="353" y="1377"/>
                </a:lnTo>
                <a:lnTo>
                  <a:pt x="352" y="1378"/>
                </a:lnTo>
                <a:lnTo>
                  <a:pt x="352" y="1379"/>
                </a:lnTo>
                <a:lnTo>
                  <a:pt x="351" y="1380"/>
                </a:lnTo>
                <a:lnTo>
                  <a:pt x="350" y="1380"/>
                </a:lnTo>
                <a:lnTo>
                  <a:pt x="349" y="1380"/>
                </a:lnTo>
                <a:lnTo>
                  <a:pt x="348" y="1379"/>
                </a:lnTo>
                <a:lnTo>
                  <a:pt x="348" y="1378"/>
                </a:lnTo>
                <a:lnTo>
                  <a:pt x="348" y="1377"/>
                </a:lnTo>
                <a:lnTo>
                  <a:pt x="348" y="1376"/>
                </a:lnTo>
                <a:lnTo>
                  <a:pt x="347" y="1376"/>
                </a:lnTo>
                <a:lnTo>
                  <a:pt x="347" y="1377"/>
                </a:lnTo>
                <a:lnTo>
                  <a:pt x="347" y="1378"/>
                </a:lnTo>
                <a:lnTo>
                  <a:pt x="347" y="1379"/>
                </a:lnTo>
                <a:lnTo>
                  <a:pt x="347" y="1380"/>
                </a:lnTo>
                <a:lnTo>
                  <a:pt x="346" y="1382"/>
                </a:lnTo>
                <a:lnTo>
                  <a:pt x="345" y="1382"/>
                </a:lnTo>
                <a:lnTo>
                  <a:pt x="344" y="1382"/>
                </a:lnTo>
                <a:lnTo>
                  <a:pt x="343" y="1382"/>
                </a:lnTo>
                <a:lnTo>
                  <a:pt x="343" y="1383"/>
                </a:lnTo>
                <a:lnTo>
                  <a:pt x="343" y="1384"/>
                </a:lnTo>
                <a:lnTo>
                  <a:pt x="343" y="1385"/>
                </a:lnTo>
                <a:lnTo>
                  <a:pt x="344" y="1385"/>
                </a:lnTo>
                <a:lnTo>
                  <a:pt x="344" y="1386"/>
                </a:lnTo>
                <a:lnTo>
                  <a:pt x="343" y="1386"/>
                </a:lnTo>
                <a:lnTo>
                  <a:pt x="343" y="1388"/>
                </a:lnTo>
                <a:lnTo>
                  <a:pt x="342" y="1389"/>
                </a:lnTo>
                <a:lnTo>
                  <a:pt x="342" y="1390"/>
                </a:lnTo>
                <a:lnTo>
                  <a:pt x="339" y="1391"/>
                </a:lnTo>
                <a:lnTo>
                  <a:pt x="339" y="1392"/>
                </a:lnTo>
                <a:lnTo>
                  <a:pt x="338" y="1392"/>
                </a:lnTo>
                <a:lnTo>
                  <a:pt x="338" y="1391"/>
                </a:lnTo>
                <a:lnTo>
                  <a:pt x="337" y="1391"/>
                </a:lnTo>
                <a:lnTo>
                  <a:pt x="337" y="1392"/>
                </a:lnTo>
                <a:lnTo>
                  <a:pt x="336" y="1392"/>
                </a:lnTo>
                <a:lnTo>
                  <a:pt x="335" y="1392"/>
                </a:lnTo>
                <a:lnTo>
                  <a:pt x="334" y="1392"/>
                </a:lnTo>
                <a:lnTo>
                  <a:pt x="333" y="1391"/>
                </a:lnTo>
                <a:lnTo>
                  <a:pt x="333" y="1390"/>
                </a:lnTo>
                <a:lnTo>
                  <a:pt x="332" y="1390"/>
                </a:lnTo>
                <a:lnTo>
                  <a:pt x="331" y="1390"/>
                </a:lnTo>
                <a:lnTo>
                  <a:pt x="331" y="1389"/>
                </a:lnTo>
                <a:lnTo>
                  <a:pt x="331" y="1387"/>
                </a:lnTo>
                <a:lnTo>
                  <a:pt x="332" y="1387"/>
                </a:lnTo>
                <a:lnTo>
                  <a:pt x="332" y="1386"/>
                </a:lnTo>
                <a:lnTo>
                  <a:pt x="332" y="1385"/>
                </a:lnTo>
                <a:lnTo>
                  <a:pt x="332" y="1383"/>
                </a:lnTo>
                <a:lnTo>
                  <a:pt x="331" y="1383"/>
                </a:lnTo>
                <a:lnTo>
                  <a:pt x="330" y="1383"/>
                </a:lnTo>
                <a:lnTo>
                  <a:pt x="329" y="1383"/>
                </a:lnTo>
                <a:lnTo>
                  <a:pt x="328" y="1383"/>
                </a:lnTo>
                <a:lnTo>
                  <a:pt x="327" y="1382"/>
                </a:lnTo>
                <a:lnTo>
                  <a:pt x="326" y="1381"/>
                </a:lnTo>
                <a:lnTo>
                  <a:pt x="326" y="1380"/>
                </a:lnTo>
                <a:lnTo>
                  <a:pt x="326" y="1379"/>
                </a:lnTo>
                <a:lnTo>
                  <a:pt x="325" y="1379"/>
                </a:lnTo>
                <a:lnTo>
                  <a:pt x="324" y="1378"/>
                </a:lnTo>
                <a:lnTo>
                  <a:pt x="324" y="1376"/>
                </a:lnTo>
                <a:lnTo>
                  <a:pt x="324" y="1375"/>
                </a:lnTo>
                <a:lnTo>
                  <a:pt x="323" y="1374"/>
                </a:lnTo>
                <a:lnTo>
                  <a:pt x="322" y="1374"/>
                </a:lnTo>
                <a:lnTo>
                  <a:pt x="322" y="1372"/>
                </a:lnTo>
                <a:lnTo>
                  <a:pt x="321" y="1372"/>
                </a:lnTo>
                <a:lnTo>
                  <a:pt x="320" y="1371"/>
                </a:lnTo>
                <a:lnTo>
                  <a:pt x="319" y="1370"/>
                </a:lnTo>
                <a:lnTo>
                  <a:pt x="318" y="1370"/>
                </a:lnTo>
                <a:lnTo>
                  <a:pt x="318" y="1371"/>
                </a:lnTo>
                <a:lnTo>
                  <a:pt x="317" y="1371"/>
                </a:lnTo>
                <a:lnTo>
                  <a:pt x="316" y="1370"/>
                </a:lnTo>
                <a:lnTo>
                  <a:pt x="315" y="1370"/>
                </a:lnTo>
                <a:lnTo>
                  <a:pt x="314" y="1370"/>
                </a:lnTo>
                <a:lnTo>
                  <a:pt x="314" y="1369"/>
                </a:lnTo>
                <a:lnTo>
                  <a:pt x="314" y="1368"/>
                </a:lnTo>
                <a:lnTo>
                  <a:pt x="313" y="1368"/>
                </a:lnTo>
                <a:lnTo>
                  <a:pt x="313" y="1369"/>
                </a:lnTo>
                <a:lnTo>
                  <a:pt x="313" y="1370"/>
                </a:lnTo>
                <a:lnTo>
                  <a:pt x="313" y="1371"/>
                </a:lnTo>
                <a:lnTo>
                  <a:pt x="312" y="1372"/>
                </a:lnTo>
                <a:lnTo>
                  <a:pt x="311" y="1372"/>
                </a:lnTo>
                <a:lnTo>
                  <a:pt x="311" y="1373"/>
                </a:lnTo>
                <a:lnTo>
                  <a:pt x="309" y="1373"/>
                </a:lnTo>
                <a:lnTo>
                  <a:pt x="308" y="1373"/>
                </a:lnTo>
                <a:lnTo>
                  <a:pt x="308" y="1372"/>
                </a:lnTo>
                <a:lnTo>
                  <a:pt x="307" y="1372"/>
                </a:lnTo>
                <a:lnTo>
                  <a:pt x="306" y="1371"/>
                </a:lnTo>
                <a:lnTo>
                  <a:pt x="306" y="1370"/>
                </a:lnTo>
                <a:lnTo>
                  <a:pt x="305" y="1369"/>
                </a:lnTo>
                <a:lnTo>
                  <a:pt x="304" y="1369"/>
                </a:lnTo>
                <a:lnTo>
                  <a:pt x="304" y="1370"/>
                </a:lnTo>
                <a:lnTo>
                  <a:pt x="302" y="1370"/>
                </a:lnTo>
                <a:lnTo>
                  <a:pt x="301" y="1370"/>
                </a:lnTo>
                <a:lnTo>
                  <a:pt x="301" y="1371"/>
                </a:lnTo>
                <a:lnTo>
                  <a:pt x="300" y="1371"/>
                </a:lnTo>
                <a:lnTo>
                  <a:pt x="299" y="1371"/>
                </a:lnTo>
                <a:lnTo>
                  <a:pt x="299" y="1372"/>
                </a:lnTo>
                <a:lnTo>
                  <a:pt x="299" y="1373"/>
                </a:lnTo>
                <a:lnTo>
                  <a:pt x="298" y="1373"/>
                </a:lnTo>
                <a:lnTo>
                  <a:pt x="297" y="1376"/>
                </a:lnTo>
                <a:lnTo>
                  <a:pt x="298" y="1376"/>
                </a:lnTo>
                <a:lnTo>
                  <a:pt x="298" y="1377"/>
                </a:lnTo>
                <a:lnTo>
                  <a:pt x="299" y="1377"/>
                </a:lnTo>
                <a:lnTo>
                  <a:pt x="299" y="1378"/>
                </a:lnTo>
                <a:lnTo>
                  <a:pt x="298" y="1378"/>
                </a:lnTo>
                <a:lnTo>
                  <a:pt x="297" y="1378"/>
                </a:lnTo>
                <a:lnTo>
                  <a:pt x="296" y="1378"/>
                </a:lnTo>
                <a:lnTo>
                  <a:pt x="295" y="1378"/>
                </a:lnTo>
                <a:lnTo>
                  <a:pt x="294" y="1378"/>
                </a:lnTo>
                <a:lnTo>
                  <a:pt x="294" y="1377"/>
                </a:lnTo>
                <a:lnTo>
                  <a:pt x="293" y="1377"/>
                </a:lnTo>
                <a:lnTo>
                  <a:pt x="291" y="1377"/>
                </a:lnTo>
                <a:lnTo>
                  <a:pt x="291" y="1379"/>
                </a:lnTo>
                <a:lnTo>
                  <a:pt x="291" y="1380"/>
                </a:lnTo>
                <a:lnTo>
                  <a:pt x="290" y="1381"/>
                </a:lnTo>
                <a:lnTo>
                  <a:pt x="289" y="1382"/>
                </a:lnTo>
                <a:lnTo>
                  <a:pt x="290" y="1383"/>
                </a:lnTo>
                <a:lnTo>
                  <a:pt x="291" y="1384"/>
                </a:lnTo>
                <a:lnTo>
                  <a:pt x="291" y="1385"/>
                </a:lnTo>
                <a:lnTo>
                  <a:pt x="290" y="1387"/>
                </a:lnTo>
                <a:lnTo>
                  <a:pt x="290" y="1388"/>
                </a:lnTo>
                <a:lnTo>
                  <a:pt x="291" y="1389"/>
                </a:lnTo>
                <a:lnTo>
                  <a:pt x="291" y="1391"/>
                </a:lnTo>
                <a:lnTo>
                  <a:pt x="289" y="1392"/>
                </a:lnTo>
                <a:lnTo>
                  <a:pt x="290" y="1393"/>
                </a:lnTo>
                <a:lnTo>
                  <a:pt x="289" y="1394"/>
                </a:lnTo>
                <a:lnTo>
                  <a:pt x="288" y="1394"/>
                </a:lnTo>
                <a:lnTo>
                  <a:pt x="285" y="1398"/>
                </a:lnTo>
                <a:lnTo>
                  <a:pt x="285" y="1399"/>
                </a:lnTo>
                <a:lnTo>
                  <a:pt x="285" y="1400"/>
                </a:lnTo>
                <a:lnTo>
                  <a:pt x="284" y="1402"/>
                </a:lnTo>
                <a:lnTo>
                  <a:pt x="283" y="1402"/>
                </a:lnTo>
                <a:lnTo>
                  <a:pt x="282" y="1403"/>
                </a:lnTo>
                <a:lnTo>
                  <a:pt x="282" y="1402"/>
                </a:lnTo>
                <a:lnTo>
                  <a:pt x="281" y="1402"/>
                </a:lnTo>
                <a:lnTo>
                  <a:pt x="280" y="1402"/>
                </a:lnTo>
                <a:lnTo>
                  <a:pt x="279" y="1402"/>
                </a:lnTo>
                <a:lnTo>
                  <a:pt x="279" y="1401"/>
                </a:lnTo>
                <a:lnTo>
                  <a:pt x="277" y="1402"/>
                </a:lnTo>
                <a:lnTo>
                  <a:pt x="276" y="1403"/>
                </a:lnTo>
                <a:lnTo>
                  <a:pt x="275" y="1403"/>
                </a:lnTo>
                <a:lnTo>
                  <a:pt x="274" y="1404"/>
                </a:lnTo>
                <a:lnTo>
                  <a:pt x="273" y="1404"/>
                </a:lnTo>
                <a:lnTo>
                  <a:pt x="272" y="1405"/>
                </a:lnTo>
                <a:lnTo>
                  <a:pt x="272" y="1406"/>
                </a:lnTo>
                <a:lnTo>
                  <a:pt x="271" y="1406"/>
                </a:lnTo>
                <a:lnTo>
                  <a:pt x="271" y="1405"/>
                </a:lnTo>
                <a:lnTo>
                  <a:pt x="271" y="1404"/>
                </a:lnTo>
                <a:lnTo>
                  <a:pt x="270" y="1404"/>
                </a:lnTo>
                <a:lnTo>
                  <a:pt x="270" y="1403"/>
                </a:lnTo>
                <a:lnTo>
                  <a:pt x="271" y="1403"/>
                </a:lnTo>
                <a:lnTo>
                  <a:pt x="271" y="1402"/>
                </a:lnTo>
                <a:lnTo>
                  <a:pt x="271" y="1401"/>
                </a:lnTo>
                <a:lnTo>
                  <a:pt x="272" y="1398"/>
                </a:lnTo>
                <a:lnTo>
                  <a:pt x="271" y="1398"/>
                </a:lnTo>
                <a:lnTo>
                  <a:pt x="272" y="1398"/>
                </a:lnTo>
                <a:lnTo>
                  <a:pt x="272" y="1397"/>
                </a:lnTo>
                <a:lnTo>
                  <a:pt x="272" y="1396"/>
                </a:lnTo>
                <a:lnTo>
                  <a:pt x="271" y="1395"/>
                </a:lnTo>
                <a:lnTo>
                  <a:pt x="270" y="1395"/>
                </a:lnTo>
                <a:lnTo>
                  <a:pt x="269" y="1394"/>
                </a:lnTo>
                <a:lnTo>
                  <a:pt x="269" y="1393"/>
                </a:lnTo>
                <a:lnTo>
                  <a:pt x="268" y="1393"/>
                </a:lnTo>
                <a:lnTo>
                  <a:pt x="268" y="1392"/>
                </a:lnTo>
                <a:lnTo>
                  <a:pt x="268" y="1390"/>
                </a:lnTo>
                <a:lnTo>
                  <a:pt x="268" y="1389"/>
                </a:lnTo>
                <a:lnTo>
                  <a:pt x="268" y="1388"/>
                </a:lnTo>
                <a:lnTo>
                  <a:pt x="266" y="1388"/>
                </a:lnTo>
                <a:lnTo>
                  <a:pt x="265" y="1388"/>
                </a:lnTo>
                <a:lnTo>
                  <a:pt x="265" y="1387"/>
                </a:lnTo>
                <a:lnTo>
                  <a:pt x="264" y="1387"/>
                </a:lnTo>
                <a:lnTo>
                  <a:pt x="263" y="1388"/>
                </a:lnTo>
                <a:lnTo>
                  <a:pt x="263" y="1387"/>
                </a:lnTo>
                <a:lnTo>
                  <a:pt x="262" y="1387"/>
                </a:lnTo>
                <a:lnTo>
                  <a:pt x="261" y="1387"/>
                </a:lnTo>
                <a:lnTo>
                  <a:pt x="261" y="1388"/>
                </a:lnTo>
                <a:lnTo>
                  <a:pt x="260" y="1388"/>
                </a:lnTo>
                <a:lnTo>
                  <a:pt x="259" y="1389"/>
                </a:lnTo>
                <a:lnTo>
                  <a:pt x="260" y="1389"/>
                </a:lnTo>
                <a:lnTo>
                  <a:pt x="260" y="1391"/>
                </a:lnTo>
                <a:lnTo>
                  <a:pt x="259" y="1391"/>
                </a:lnTo>
                <a:lnTo>
                  <a:pt x="258" y="1391"/>
                </a:lnTo>
                <a:lnTo>
                  <a:pt x="257" y="1391"/>
                </a:lnTo>
                <a:lnTo>
                  <a:pt x="256" y="1391"/>
                </a:lnTo>
                <a:lnTo>
                  <a:pt x="255" y="1391"/>
                </a:lnTo>
                <a:lnTo>
                  <a:pt x="255" y="1392"/>
                </a:lnTo>
                <a:lnTo>
                  <a:pt x="255" y="1393"/>
                </a:lnTo>
                <a:lnTo>
                  <a:pt x="254" y="1392"/>
                </a:lnTo>
                <a:lnTo>
                  <a:pt x="253" y="1392"/>
                </a:lnTo>
                <a:lnTo>
                  <a:pt x="252" y="1392"/>
                </a:lnTo>
                <a:lnTo>
                  <a:pt x="251" y="1392"/>
                </a:lnTo>
                <a:lnTo>
                  <a:pt x="251" y="1391"/>
                </a:lnTo>
                <a:lnTo>
                  <a:pt x="248" y="1391"/>
                </a:lnTo>
                <a:lnTo>
                  <a:pt x="247" y="1391"/>
                </a:lnTo>
                <a:lnTo>
                  <a:pt x="247" y="1392"/>
                </a:lnTo>
                <a:lnTo>
                  <a:pt x="246" y="1392"/>
                </a:lnTo>
                <a:lnTo>
                  <a:pt x="246" y="1393"/>
                </a:lnTo>
                <a:lnTo>
                  <a:pt x="245" y="1393"/>
                </a:lnTo>
                <a:lnTo>
                  <a:pt x="245" y="1392"/>
                </a:lnTo>
                <a:lnTo>
                  <a:pt x="244" y="1391"/>
                </a:lnTo>
                <a:lnTo>
                  <a:pt x="243" y="1391"/>
                </a:lnTo>
                <a:lnTo>
                  <a:pt x="242" y="1391"/>
                </a:lnTo>
                <a:lnTo>
                  <a:pt x="242" y="1390"/>
                </a:lnTo>
                <a:lnTo>
                  <a:pt x="242" y="1389"/>
                </a:lnTo>
                <a:lnTo>
                  <a:pt x="242" y="1388"/>
                </a:lnTo>
                <a:lnTo>
                  <a:pt x="241" y="1388"/>
                </a:lnTo>
                <a:lnTo>
                  <a:pt x="240" y="1388"/>
                </a:lnTo>
                <a:lnTo>
                  <a:pt x="240" y="1387"/>
                </a:lnTo>
                <a:lnTo>
                  <a:pt x="239" y="1387"/>
                </a:lnTo>
                <a:lnTo>
                  <a:pt x="239" y="1388"/>
                </a:lnTo>
                <a:lnTo>
                  <a:pt x="239" y="1389"/>
                </a:lnTo>
                <a:lnTo>
                  <a:pt x="238" y="1389"/>
                </a:lnTo>
                <a:lnTo>
                  <a:pt x="238" y="1390"/>
                </a:lnTo>
                <a:lnTo>
                  <a:pt x="237" y="1391"/>
                </a:lnTo>
                <a:lnTo>
                  <a:pt x="236" y="1391"/>
                </a:lnTo>
                <a:lnTo>
                  <a:pt x="236" y="1390"/>
                </a:lnTo>
                <a:lnTo>
                  <a:pt x="234" y="1390"/>
                </a:lnTo>
                <a:lnTo>
                  <a:pt x="233" y="1390"/>
                </a:lnTo>
                <a:lnTo>
                  <a:pt x="233" y="1392"/>
                </a:lnTo>
                <a:lnTo>
                  <a:pt x="230" y="1392"/>
                </a:lnTo>
                <a:lnTo>
                  <a:pt x="228" y="1392"/>
                </a:lnTo>
                <a:lnTo>
                  <a:pt x="227" y="1392"/>
                </a:lnTo>
                <a:lnTo>
                  <a:pt x="226" y="1392"/>
                </a:lnTo>
                <a:lnTo>
                  <a:pt x="225" y="1392"/>
                </a:lnTo>
                <a:lnTo>
                  <a:pt x="225" y="1393"/>
                </a:lnTo>
                <a:lnTo>
                  <a:pt x="224" y="1393"/>
                </a:lnTo>
                <a:lnTo>
                  <a:pt x="224" y="1394"/>
                </a:lnTo>
                <a:lnTo>
                  <a:pt x="223" y="1395"/>
                </a:lnTo>
                <a:lnTo>
                  <a:pt x="223" y="1396"/>
                </a:lnTo>
                <a:lnTo>
                  <a:pt x="222" y="1396"/>
                </a:lnTo>
                <a:lnTo>
                  <a:pt x="221" y="1396"/>
                </a:lnTo>
                <a:lnTo>
                  <a:pt x="221" y="1395"/>
                </a:lnTo>
                <a:lnTo>
                  <a:pt x="220" y="1395"/>
                </a:lnTo>
                <a:lnTo>
                  <a:pt x="219" y="1395"/>
                </a:lnTo>
                <a:lnTo>
                  <a:pt x="219" y="1396"/>
                </a:lnTo>
                <a:lnTo>
                  <a:pt x="218" y="1396"/>
                </a:lnTo>
                <a:lnTo>
                  <a:pt x="217" y="1397"/>
                </a:lnTo>
                <a:lnTo>
                  <a:pt x="216" y="1397"/>
                </a:lnTo>
                <a:lnTo>
                  <a:pt x="216" y="1398"/>
                </a:lnTo>
                <a:lnTo>
                  <a:pt x="215" y="1398"/>
                </a:lnTo>
                <a:lnTo>
                  <a:pt x="215" y="1397"/>
                </a:lnTo>
                <a:lnTo>
                  <a:pt x="215" y="1396"/>
                </a:lnTo>
                <a:lnTo>
                  <a:pt x="216" y="1395"/>
                </a:lnTo>
                <a:lnTo>
                  <a:pt x="216" y="1396"/>
                </a:lnTo>
                <a:lnTo>
                  <a:pt x="216" y="1395"/>
                </a:lnTo>
                <a:lnTo>
                  <a:pt x="217" y="1395"/>
                </a:lnTo>
                <a:lnTo>
                  <a:pt x="216" y="1394"/>
                </a:lnTo>
                <a:lnTo>
                  <a:pt x="216" y="1393"/>
                </a:lnTo>
                <a:lnTo>
                  <a:pt x="214" y="1392"/>
                </a:lnTo>
                <a:lnTo>
                  <a:pt x="213" y="1392"/>
                </a:lnTo>
                <a:lnTo>
                  <a:pt x="213" y="1391"/>
                </a:lnTo>
                <a:lnTo>
                  <a:pt x="212" y="1391"/>
                </a:lnTo>
                <a:lnTo>
                  <a:pt x="211" y="1391"/>
                </a:lnTo>
                <a:lnTo>
                  <a:pt x="209" y="1390"/>
                </a:lnTo>
                <a:lnTo>
                  <a:pt x="208" y="1390"/>
                </a:lnTo>
                <a:lnTo>
                  <a:pt x="208" y="1389"/>
                </a:lnTo>
                <a:lnTo>
                  <a:pt x="207" y="1389"/>
                </a:lnTo>
                <a:lnTo>
                  <a:pt x="206" y="1389"/>
                </a:lnTo>
                <a:lnTo>
                  <a:pt x="206" y="1388"/>
                </a:lnTo>
                <a:lnTo>
                  <a:pt x="206" y="1387"/>
                </a:lnTo>
                <a:lnTo>
                  <a:pt x="205" y="1387"/>
                </a:lnTo>
                <a:lnTo>
                  <a:pt x="204" y="1388"/>
                </a:lnTo>
                <a:lnTo>
                  <a:pt x="203" y="1389"/>
                </a:lnTo>
                <a:lnTo>
                  <a:pt x="203" y="1388"/>
                </a:lnTo>
                <a:lnTo>
                  <a:pt x="203" y="1387"/>
                </a:lnTo>
                <a:lnTo>
                  <a:pt x="201" y="1387"/>
                </a:lnTo>
                <a:lnTo>
                  <a:pt x="200" y="1387"/>
                </a:lnTo>
                <a:lnTo>
                  <a:pt x="199" y="1387"/>
                </a:lnTo>
                <a:lnTo>
                  <a:pt x="199" y="1386"/>
                </a:lnTo>
                <a:lnTo>
                  <a:pt x="198" y="1386"/>
                </a:lnTo>
                <a:lnTo>
                  <a:pt x="197" y="1387"/>
                </a:lnTo>
                <a:lnTo>
                  <a:pt x="197" y="1386"/>
                </a:lnTo>
                <a:lnTo>
                  <a:pt x="196" y="1386"/>
                </a:lnTo>
                <a:lnTo>
                  <a:pt x="196" y="1385"/>
                </a:lnTo>
                <a:lnTo>
                  <a:pt x="196" y="1384"/>
                </a:lnTo>
                <a:lnTo>
                  <a:pt x="195" y="1384"/>
                </a:lnTo>
                <a:lnTo>
                  <a:pt x="194" y="1383"/>
                </a:lnTo>
                <a:lnTo>
                  <a:pt x="194" y="1381"/>
                </a:lnTo>
                <a:lnTo>
                  <a:pt x="193" y="1381"/>
                </a:lnTo>
                <a:lnTo>
                  <a:pt x="192" y="1381"/>
                </a:lnTo>
                <a:lnTo>
                  <a:pt x="191" y="1382"/>
                </a:lnTo>
                <a:lnTo>
                  <a:pt x="190" y="1382"/>
                </a:lnTo>
                <a:lnTo>
                  <a:pt x="190" y="1383"/>
                </a:lnTo>
                <a:lnTo>
                  <a:pt x="189" y="1383"/>
                </a:lnTo>
                <a:lnTo>
                  <a:pt x="188" y="1382"/>
                </a:lnTo>
                <a:lnTo>
                  <a:pt x="186" y="1382"/>
                </a:lnTo>
                <a:lnTo>
                  <a:pt x="186" y="1380"/>
                </a:lnTo>
                <a:lnTo>
                  <a:pt x="186" y="1379"/>
                </a:lnTo>
                <a:lnTo>
                  <a:pt x="185" y="1378"/>
                </a:lnTo>
                <a:lnTo>
                  <a:pt x="185" y="1377"/>
                </a:lnTo>
                <a:lnTo>
                  <a:pt x="183" y="1377"/>
                </a:lnTo>
                <a:lnTo>
                  <a:pt x="184" y="1378"/>
                </a:lnTo>
                <a:lnTo>
                  <a:pt x="184" y="1379"/>
                </a:lnTo>
                <a:lnTo>
                  <a:pt x="183" y="1379"/>
                </a:lnTo>
                <a:lnTo>
                  <a:pt x="181" y="1379"/>
                </a:lnTo>
                <a:lnTo>
                  <a:pt x="180" y="1379"/>
                </a:lnTo>
                <a:lnTo>
                  <a:pt x="179" y="1379"/>
                </a:lnTo>
                <a:lnTo>
                  <a:pt x="178" y="1379"/>
                </a:lnTo>
                <a:lnTo>
                  <a:pt x="178" y="1378"/>
                </a:lnTo>
                <a:lnTo>
                  <a:pt x="177" y="1378"/>
                </a:lnTo>
                <a:lnTo>
                  <a:pt x="177" y="1377"/>
                </a:lnTo>
                <a:lnTo>
                  <a:pt x="176" y="1376"/>
                </a:lnTo>
                <a:lnTo>
                  <a:pt x="176" y="1375"/>
                </a:lnTo>
                <a:lnTo>
                  <a:pt x="175" y="1375"/>
                </a:lnTo>
                <a:lnTo>
                  <a:pt x="175" y="1374"/>
                </a:lnTo>
                <a:lnTo>
                  <a:pt x="175" y="1373"/>
                </a:lnTo>
                <a:lnTo>
                  <a:pt x="174" y="1373"/>
                </a:lnTo>
                <a:lnTo>
                  <a:pt x="173" y="1373"/>
                </a:lnTo>
                <a:lnTo>
                  <a:pt x="172" y="1373"/>
                </a:lnTo>
                <a:lnTo>
                  <a:pt x="172" y="1375"/>
                </a:lnTo>
                <a:lnTo>
                  <a:pt x="171" y="1375"/>
                </a:lnTo>
                <a:lnTo>
                  <a:pt x="171" y="1374"/>
                </a:lnTo>
                <a:lnTo>
                  <a:pt x="170" y="1374"/>
                </a:lnTo>
                <a:lnTo>
                  <a:pt x="169" y="1374"/>
                </a:lnTo>
                <a:lnTo>
                  <a:pt x="169" y="1375"/>
                </a:lnTo>
                <a:lnTo>
                  <a:pt x="168" y="1375"/>
                </a:lnTo>
                <a:lnTo>
                  <a:pt x="167" y="1375"/>
                </a:lnTo>
                <a:lnTo>
                  <a:pt x="166" y="1375"/>
                </a:lnTo>
                <a:lnTo>
                  <a:pt x="164" y="1374"/>
                </a:lnTo>
                <a:lnTo>
                  <a:pt x="163" y="1374"/>
                </a:lnTo>
                <a:lnTo>
                  <a:pt x="162" y="1373"/>
                </a:lnTo>
                <a:lnTo>
                  <a:pt x="161" y="1373"/>
                </a:lnTo>
                <a:lnTo>
                  <a:pt x="160" y="1373"/>
                </a:lnTo>
                <a:lnTo>
                  <a:pt x="159" y="1374"/>
                </a:lnTo>
                <a:lnTo>
                  <a:pt x="159" y="1375"/>
                </a:lnTo>
                <a:lnTo>
                  <a:pt x="158" y="1375"/>
                </a:lnTo>
                <a:lnTo>
                  <a:pt x="157" y="1375"/>
                </a:lnTo>
                <a:lnTo>
                  <a:pt x="156" y="1375"/>
                </a:lnTo>
                <a:lnTo>
                  <a:pt x="156" y="1373"/>
                </a:lnTo>
                <a:lnTo>
                  <a:pt x="155" y="1373"/>
                </a:lnTo>
                <a:lnTo>
                  <a:pt x="155" y="1372"/>
                </a:lnTo>
                <a:lnTo>
                  <a:pt x="154" y="1372"/>
                </a:lnTo>
                <a:lnTo>
                  <a:pt x="154" y="1371"/>
                </a:lnTo>
                <a:lnTo>
                  <a:pt x="153" y="1371"/>
                </a:lnTo>
                <a:lnTo>
                  <a:pt x="152" y="1371"/>
                </a:lnTo>
                <a:lnTo>
                  <a:pt x="152" y="1372"/>
                </a:lnTo>
                <a:lnTo>
                  <a:pt x="152" y="1374"/>
                </a:lnTo>
                <a:lnTo>
                  <a:pt x="152" y="1375"/>
                </a:lnTo>
                <a:lnTo>
                  <a:pt x="152" y="1376"/>
                </a:lnTo>
                <a:lnTo>
                  <a:pt x="151" y="1377"/>
                </a:lnTo>
                <a:lnTo>
                  <a:pt x="150" y="1377"/>
                </a:lnTo>
                <a:lnTo>
                  <a:pt x="149" y="1377"/>
                </a:lnTo>
                <a:lnTo>
                  <a:pt x="148" y="1377"/>
                </a:lnTo>
                <a:lnTo>
                  <a:pt x="148" y="1378"/>
                </a:lnTo>
                <a:lnTo>
                  <a:pt x="146" y="1378"/>
                </a:lnTo>
                <a:lnTo>
                  <a:pt x="146" y="1377"/>
                </a:lnTo>
                <a:lnTo>
                  <a:pt x="147" y="1377"/>
                </a:lnTo>
                <a:lnTo>
                  <a:pt x="147" y="1376"/>
                </a:lnTo>
                <a:lnTo>
                  <a:pt x="147" y="1374"/>
                </a:lnTo>
                <a:lnTo>
                  <a:pt x="147" y="1373"/>
                </a:lnTo>
                <a:lnTo>
                  <a:pt x="146" y="1373"/>
                </a:lnTo>
                <a:lnTo>
                  <a:pt x="145" y="1372"/>
                </a:lnTo>
                <a:lnTo>
                  <a:pt x="145" y="1373"/>
                </a:lnTo>
                <a:lnTo>
                  <a:pt x="144" y="1373"/>
                </a:lnTo>
                <a:lnTo>
                  <a:pt x="143" y="1373"/>
                </a:lnTo>
                <a:lnTo>
                  <a:pt x="142" y="1372"/>
                </a:lnTo>
                <a:lnTo>
                  <a:pt x="141" y="1371"/>
                </a:lnTo>
                <a:lnTo>
                  <a:pt x="140" y="1371"/>
                </a:lnTo>
                <a:lnTo>
                  <a:pt x="139" y="1371"/>
                </a:lnTo>
                <a:lnTo>
                  <a:pt x="139" y="1372"/>
                </a:lnTo>
                <a:lnTo>
                  <a:pt x="138" y="1373"/>
                </a:lnTo>
                <a:lnTo>
                  <a:pt x="138" y="1372"/>
                </a:lnTo>
                <a:lnTo>
                  <a:pt x="137" y="1372"/>
                </a:lnTo>
                <a:lnTo>
                  <a:pt x="137" y="1373"/>
                </a:lnTo>
                <a:lnTo>
                  <a:pt x="136" y="1373"/>
                </a:lnTo>
                <a:lnTo>
                  <a:pt x="135" y="1372"/>
                </a:lnTo>
                <a:lnTo>
                  <a:pt x="134" y="1372"/>
                </a:lnTo>
                <a:lnTo>
                  <a:pt x="133" y="1372"/>
                </a:lnTo>
                <a:lnTo>
                  <a:pt x="133" y="1373"/>
                </a:lnTo>
                <a:lnTo>
                  <a:pt x="132" y="1374"/>
                </a:lnTo>
                <a:lnTo>
                  <a:pt x="131" y="1374"/>
                </a:lnTo>
                <a:lnTo>
                  <a:pt x="131" y="1373"/>
                </a:lnTo>
                <a:lnTo>
                  <a:pt x="128" y="1373"/>
                </a:lnTo>
                <a:lnTo>
                  <a:pt x="128" y="1372"/>
                </a:lnTo>
                <a:lnTo>
                  <a:pt x="127" y="1371"/>
                </a:lnTo>
                <a:lnTo>
                  <a:pt x="126" y="1369"/>
                </a:lnTo>
                <a:lnTo>
                  <a:pt x="125" y="1369"/>
                </a:lnTo>
                <a:lnTo>
                  <a:pt x="124" y="1367"/>
                </a:lnTo>
                <a:lnTo>
                  <a:pt x="125" y="1367"/>
                </a:lnTo>
                <a:lnTo>
                  <a:pt x="125" y="1366"/>
                </a:lnTo>
                <a:lnTo>
                  <a:pt x="126" y="1366"/>
                </a:lnTo>
                <a:lnTo>
                  <a:pt x="126" y="1365"/>
                </a:lnTo>
                <a:lnTo>
                  <a:pt x="127" y="1365"/>
                </a:lnTo>
                <a:lnTo>
                  <a:pt x="127" y="1364"/>
                </a:lnTo>
                <a:lnTo>
                  <a:pt x="127" y="1363"/>
                </a:lnTo>
                <a:lnTo>
                  <a:pt x="126" y="1362"/>
                </a:lnTo>
                <a:lnTo>
                  <a:pt x="125" y="1363"/>
                </a:lnTo>
                <a:lnTo>
                  <a:pt x="124" y="1363"/>
                </a:lnTo>
                <a:lnTo>
                  <a:pt x="122" y="1363"/>
                </a:lnTo>
                <a:lnTo>
                  <a:pt x="120" y="1363"/>
                </a:lnTo>
                <a:lnTo>
                  <a:pt x="120" y="1362"/>
                </a:lnTo>
                <a:lnTo>
                  <a:pt x="122" y="1362"/>
                </a:lnTo>
                <a:lnTo>
                  <a:pt x="122" y="1361"/>
                </a:lnTo>
                <a:lnTo>
                  <a:pt x="122" y="1360"/>
                </a:lnTo>
                <a:lnTo>
                  <a:pt x="122" y="1359"/>
                </a:lnTo>
                <a:lnTo>
                  <a:pt x="122" y="1358"/>
                </a:lnTo>
                <a:lnTo>
                  <a:pt x="122" y="1357"/>
                </a:lnTo>
                <a:lnTo>
                  <a:pt x="120" y="1357"/>
                </a:lnTo>
                <a:lnTo>
                  <a:pt x="119" y="1357"/>
                </a:lnTo>
                <a:lnTo>
                  <a:pt x="118" y="1358"/>
                </a:lnTo>
                <a:lnTo>
                  <a:pt x="118" y="1359"/>
                </a:lnTo>
                <a:lnTo>
                  <a:pt x="118" y="1360"/>
                </a:lnTo>
                <a:lnTo>
                  <a:pt x="117" y="1360"/>
                </a:lnTo>
                <a:lnTo>
                  <a:pt x="116" y="1359"/>
                </a:lnTo>
                <a:lnTo>
                  <a:pt x="115" y="1358"/>
                </a:lnTo>
                <a:lnTo>
                  <a:pt x="114" y="1357"/>
                </a:lnTo>
                <a:lnTo>
                  <a:pt x="113" y="1357"/>
                </a:lnTo>
                <a:lnTo>
                  <a:pt x="112" y="1357"/>
                </a:lnTo>
                <a:lnTo>
                  <a:pt x="112" y="1358"/>
                </a:lnTo>
                <a:lnTo>
                  <a:pt x="112" y="1359"/>
                </a:lnTo>
                <a:lnTo>
                  <a:pt x="112" y="1360"/>
                </a:lnTo>
                <a:lnTo>
                  <a:pt x="113" y="1360"/>
                </a:lnTo>
                <a:lnTo>
                  <a:pt x="114" y="1360"/>
                </a:lnTo>
                <a:lnTo>
                  <a:pt x="115" y="1360"/>
                </a:lnTo>
                <a:lnTo>
                  <a:pt x="116" y="1361"/>
                </a:lnTo>
                <a:lnTo>
                  <a:pt x="116" y="1362"/>
                </a:lnTo>
                <a:lnTo>
                  <a:pt x="117" y="1362"/>
                </a:lnTo>
                <a:lnTo>
                  <a:pt x="115" y="1366"/>
                </a:lnTo>
                <a:lnTo>
                  <a:pt x="114" y="1366"/>
                </a:lnTo>
                <a:lnTo>
                  <a:pt x="114" y="1365"/>
                </a:lnTo>
                <a:lnTo>
                  <a:pt x="113" y="1365"/>
                </a:lnTo>
                <a:lnTo>
                  <a:pt x="113" y="1364"/>
                </a:lnTo>
                <a:lnTo>
                  <a:pt x="113" y="1363"/>
                </a:lnTo>
                <a:lnTo>
                  <a:pt x="112" y="1362"/>
                </a:lnTo>
                <a:lnTo>
                  <a:pt x="110" y="1358"/>
                </a:lnTo>
                <a:lnTo>
                  <a:pt x="109" y="1357"/>
                </a:lnTo>
                <a:lnTo>
                  <a:pt x="108" y="1357"/>
                </a:lnTo>
                <a:lnTo>
                  <a:pt x="107" y="1357"/>
                </a:lnTo>
                <a:lnTo>
                  <a:pt x="107" y="1358"/>
                </a:lnTo>
                <a:lnTo>
                  <a:pt x="107" y="1359"/>
                </a:lnTo>
                <a:lnTo>
                  <a:pt x="107" y="1360"/>
                </a:lnTo>
                <a:lnTo>
                  <a:pt x="108" y="1360"/>
                </a:lnTo>
                <a:lnTo>
                  <a:pt x="109" y="1360"/>
                </a:lnTo>
                <a:lnTo>
                  <a:pt x="109" y="1361"/>
                </a:lnTo>
                <a:lnTo>
                  <a:pt x="109" y="1362"/>
                </a:lnTo>
                <a:lnTo>
                  <a:pt x="107" y="1362"/>
                </a:lnTo>
                <a:lnTo>
                  <a:pt x="106" y="1362"/>
                </a:lnTo>
                <a:lnTo>
                  <a:pt x="105" y="1362"/>
                </a:lnTo>
                <a:lnTo>
                  <a:pt x="106" y="1363"/>
                </a:lnTo>
                <a:lnTo>
                  <a:pt x="106" y="1365"/>
                </a:lnTo>
                <a:lnTo>
                  <a:pt x="105" y="1366"/>
                </a:lnTo>
                <a:lnTo>
                  <a:pt x="103" y="1367"/>
                </a:lnTo>
                <a:lnTo>
                  <a:pt x="102" y="1367"/>
                </a:lnTo>
                <a:lnTo>
                  <a:pt x="101" y="1366"/>
                </a:lnTo>
                <a:lnTo>
                  <a:pt x="98" y="1361"/>
                </a:lnTo>
                <a:lnTo>
                  <a:pt x="98" y="1360"/>
                </a:lnTo>
                <a:lnTo>
                  <a:pt x="97" y="1359"/>
                </a:lnTo>
                <a:lnTo>
                  <a:pt x="95" y="1360"/>
                </a:lnTo>
                <a:lnTo>
                  <a:pt x="94" y="1360"/>
                </a:lnTo>
                <a:lnTo>
                  <a:pt x="93" y="1360"/>
                </a:lnTo>
                <a:lnTo>
                  <a:pt x="92" y="1360"/>
                </a:lnTo>
                <a:lnTo>
                  <a:pt x="92" y="1361"/>
                </a:lnTo>
                <a:lnTo>
                  <a:pt x="92" y="1363"/>
                </a:lnTo>
                <a:lnTo>
                  <a:pt x="93" y="1364"/>
                </a:lnTo>
                <a:lnTo>
                  <a:pt x="94" y="1364"/>
                </a:lnTo>
                <a:lnTo>
                  <a:pt x="94" y="1365"/>
                </a:lnTo>
                <a:lnTo>
                  <a:pt x="93" y="1365"/>
                </a:lnTo>
                <a:lnTo>
                  <a:pt x="92" y="1364"/>
                </a:lnTo>
                <a:lnTo>
                  <a:pt x="91" y="1364"/>
                </a:lnTo>
                <a:lnTo>
                  <a:pt x="89" y="1364"/>
                </a:lnTo>
                <a:lnTo>
                  <a:pt x="88" y="1364"/>
                </a:lnTo>
                <a:lnTo>
                  <a:pt x="87" y="1365"/>
                </a:lnTo>
                <a:lnTo>
                  <a:pt x="86" y="1365"/>
                </a:lnTo>
                <a:lnTo>
                  <a:pt x="84" y="1364"/>
                </a:lnTo>
                <a:lnTo>
                  <a:pt x="84" y="1363"/>
                </a:lnTo>
                <a:lnTo>
                  <a:pt x="83" y="1362"/>
                </a:lnTo>
                <a:lnTo>
                  <a:pt x="81" y="1362"/>
                </a:lnTo>
                <a:lnTo>
                  <a:pt x="80" y="1362"/>
                </a:lnTo>
                <a:lnTo>
                  <a:pt x="77" y="1361"/>
                </a:lnTo>
                <a:lnTo>
                  <a:pt x="77" y="1360"/>
                </a:lnTo>
                <a:lnTo>
                  <a:pt x="76" y="1359"/>
                </a:lnTo>
                <a:lnTo>
                  <a:pt x="75" y="1359"/>
                </a:lnTo>
                <a:lnTo>
                  <a:pt x="74" y="1359"/>
                </a:lnTo>
                <a:lnTo>
                  <a:pt x="74" y="1360"/>
                </a:lnTo>
                <a:lnTo>
                  <a:pt x="74" y="1361"/>
                </a:lnTo>
                <a:lnTo>
                  <a:pt x="74" y="1360"/>
                </a:lnTo>
                <a:lnTo>
                  <a:pt x="73" y="1360"/>
                </a:lnTo>
                <a:lnTo>
                  <a:pt x="73" y="1359"/>
                </a:lnTo>
                <a:lnTo>
                  <a:pt x="74" y="1358"/>
                </a:lnTo>
                <a:lnTo>
                  <a:pt x="74" y="1357"/>
                </a:lnTo>
                <a:lnTo>
                  <a:pt x="72" y="1356"/>
                </a:lnTo>
                <a:lnTo>
                  <a:pt x="70" y="1353"/>
                </a:lnTo>
                <a:lnTo>
                  <a:pt x="68" y="1350"/>
                </a:lnTo>
                <a:lnTo>
                  <a:pt x="68" y="1348"/>
                </a:lnTo>
                <a:lnTo>
                  <a:pt x="67" y="1347"/>
                </a:lnTo>
                <a:lnTo>
                  <a:pt x="65" y="1347"/>
                </a:lnTo>
                <a:lnTo>
                  <a:pt x="64" y="1348"/>
                </a:lnTo>
                <a:lnTo>
                  <a:pt x="63" y="1348"/>
                </a:lnTo>
                <a:lnTo>
                  <a:pt x="59" y="1347"/>
                </a:lnTo>
                <a:lnTo>
                  <a:pt x="58" y="1346"/>
                </a:lnTo>
                <a:lnTo>
                  <a:pt x="57" y="1344"/>
                </a:lnTo>
                <a:lnTo>
                  <a:pt x="54" y="1342"/>
                </a:lnTo>
                <a:lnTo>
                  <a:pt x="54" y="1341"/>
                </a:lnTo>
                <a:lnTo>
                  <a:pt x="51" y="1341"/>
                </a:lnTo>
                <a:lnTo>
                  <a:pt x="50" y="1342"/>
                </a:lnTo>
                <a:lnTo>
                  <a:pt x="48" y="1343"/>
                </a:lnTo>
                <a:lnTo>
                  <a:pt x="47" y="1342"/>
                </a:lnTo>
                <a:lnTo>
                  <a:pt x="46" y="1339"/>
                </a:lnTo>
                <a:lnTo>
                  <a:pt x="46" y="1338"/>
                </a:lnTo>
                <a:lnTo>
                  <a:pt x="46" y="1337"/>
                </a:lnTo>
                <a:lnTo>
                  <a:pt x="46" y="1336"/>
                </a:lnTo>
                <a:lnTo>
                  <a:pt x="45" y="1336"/>
                </a:lnTo>
                <a:lnTo>
                  <a:pt x="43" y="1335"/>
                </a:lnTo>
                <a:lnTo>
                  <a:pt x="42" y="1335"/>
                </a:lnTo>
                <a:lnTo>
                  <a:pt x="41" y="1334"/>
                </a:lnTo>
                <a:lnTo>
                  <a:pt x="41" y="1332"/>
                </a:lnTo>
                <a:lnTo>
                  <a:pt x="42" y="1328"/>
                </a:lnTo>
                <a:lnTo>
                  <a:pt x="42" y="1327"/>
                </a:lnTo>
                <a:lnTo>
                  <a:pt x="41" y="1327"/>
                </a:lnTo>
                <a:lnTo>
                  <a:pt x="40" y="1327"/>
                </a:lnTo>
                <a:lnTo>
                  <a:pt x="39" y="1327"/>
                </a:lnTo>
                <a:lnTo>
                  <a:pt x="39" y="1326"/>
                </a:lnTo>
                <a:lnTo>
                  <a:pt x="39" y="1325"/>
                </a:lnTo>
                <a:lnTo>
                  <a:pt x="42" y="1325"/>
                </a:lnTo>
                <a:lnTo>
                  <a:pt x="43" y="1324"/>
                </a:lnTo>
                <a:lnTo>
                  <a:pt x="44" y="1325"/>
                </a:lnTo>
                <a:lnTo>
                  <a:pt x="45" y="1325"/>
                </a:lnTo>
                <a:lnTo>
                  <a:pt x="46" y="1325"/>
                </a:lnTo>
                <a:lnTo>
                  <a:pt x="46" y="1324"/>
                </a:lnTo>
                <a:lnTo>
                  <a:pt x="46" y="1323"/>
                </a:lnTo>
                <a:lnTo>
                  <a:pt x="46" y="1322"/>
                </a:lnTo>
                <a:lnTo>
                  <a:pt x="46" y="1321"/>
                </a:lnTo>
                <a:lnTo>
                  <a:pt x="46" y="1320"/>
                </a:lnTo>
                <a:lnTo>
                  <a:pt x="45" y="1320"/>
                </a:lnTo>
                <a:lnTo>
                  <a:pt x="42" y="1318"/>
                </a:lnTo>
                <a:lnTo>
                  <a:pt x="39" y="1316"/>
                </a:lnTo>
                <a:lnTo>
                  <a:pt x="38" y="1316"/>
                </a:lnTo>
                <a:lnTo>
                  <a:pt x="37" y="1315"/>
                </a:lnTo>
                <a:lnTo>
                  <a:pt x="37" y="1314"/>
                </a:lnTo>
                <a:lnTo>
                  <a:pt x="37" y="1312"/>
                </a:lnTo>
                <a:lnTo>
                  <a:pt x="38" y="1312"/>
                </a:lnTo>
                <a:lnTo>
                  <a:pt x="38" y="1311"/>
                </a:lnTo>
                <a:lnTo>
                  <a:pt x="38" y="1310"/>
                </a:lnTo>
                <a:lnTo>
                  <a:pt x="38" y="1309"/>
                </a:lnTo>
                <a:lnTo>
                  <a:pt x="38" y="1308"/>
                </a:lnTo>
                <a:lnTo>
                  <a:pt x="37" y="1309"/>
                </a:lnTo>
                <a:lnTo>
                  <a:pt x="34" y="1309"/>
                </a:lnTo>
                <a:lnTo>
                  <a:pt x="27" y="1307"/>
                </a:lnTo>
                <a:lnTo>
                  <a:pt x="27" y="1306"/>
                </a:lnTo>
                <a:lnTo>
                  <a:pt x="26" y="1306"/>
                </a:lnTo>
                <a:lnTo>
                  <a:pt x="26" y="1305"/>
                </a:lnTo>
                <a:lnTo>
                  <a:pt x="26" y="1303"/>
                </a:lnTo>
                <a:lnTo>
                  <a:pt x="26" y="1302"/>
                </a:lnTo>
                <a:lnTo>
                  <a:pt x="26" y="1301"/>
                </a:lnTo>
                <a:lnTo>
                  <a:pt x="28" y="1298"/>
                </a:lnTo>
                <a:lnTo>
                  <a:pt x="29" y="1298"/>
                </a:lnTo>
                <a:lnTo>
                  <a:pt x="31" y="1295"/>
                </a:lnTo>
                <a:lnTo>
                  <a:pt x="31" y="1293"/>
                </a:lnTo>
                <a:lnTo>
                  <a:pt x="29" y="1291"/>
                </a:lnTo>
                <a:lnTo>
                  <a:pt x="28" y="1291"/>
                </a:lnTo>
                <a:lnTo>
                  <a:pt x="27" y="1292"/>
                </a:lnTo>
                <a:lnTo>
                  <a:pt x="25" y="1293"/>
                </a:lnTo>
                <a:lnTo>
                  <a:pt x="24" y="1293"/>
                </a:lnTo>
                <a:lnTo>
                  <a:pt x="23" y="1292"/>
                </a:lnTo>
                <a:lnTo>
                  <a:pt x="22" y="1291"/>
                </a:lnTo>
                <a:lnTo>
                  <a:pt x="22" y="1290"/>
                </a:lnTo>
                <a:lnTo>
                  <a:pt x="23" y="1289"/>
                </a:lnTo>
                <a:lnTo>
                  <a:pt x="25" y="1285"/>
                </a:lnTo>
                <a:lnTo>
                  <a:pt x="26" y="1285"/>
                </a:lnTo>
                <a:lnTo>
                  <a:pt x="27" y="1285"/>
                </a:lnTo>
                <a:lnTo>
                  <a:pt x="28" y="1285"/>
                </a:lnTo>
                <a:lnTo>
                  <a:pt x="29" y="1285"/>
                </a:lnTo>
                <a:lnTo>
                  <a:pt x="30" y="1285"/>
                </a:lnTo>
                <a:lnTo>
                  <a:pt x="31" y="1286"/>
                </a:lnTo>
                <a:lnTo>
                  <a:pt x="31" y="1287"/>
                </a:lnTo>
                <a:lnTo>
                  <a:pt x="32" y="1286"/>
                </a:lnTo>
                <a:lnTo>
                  <a:pt x="33" y="1286"/>
                </a:lnTo>
                <a:lnTo>
                  <a:pt x="34" y="1285"/>
                </a:lnTo>
                <a:lnTo>
                  <a:pt x="35" y="1284"/>
                </a:lnTo>
                <a:lnTo>
                  <a:pt x="35" y="1283"/>
                </a:lnTo>
                <a:lnTo>
                  <a:pt x="35" y="1282"/>
                </a:lnTo>
                <a:lnTo>
                  <a:pt x="34" y="1282"/>
                </a:lnTo>
                <a:lnTo>
                  <a:pt x="34" y="1281"/>
                </a:lnTo>
                <a:lnTo>
                  <a:pt x="40" y="1279"/>
                </a:lnTo>
                <a:lnTo>
                  <a:pt x="40" y="1280"/>
                </a:lnTo>
                <a:lnTo>
                  <a:pt x="41" y="1280"/>
                </a:lnTo>
                <a:lnTo>
                  <a:pt x="41" y="1281"/>
                </a:lnTo>
                <a:lnTo>
                  <a:pt x="42" y="1281"/>
                </a:lnTo>
                <a:lnTo>
                  <a:pt x="44" y="1281"/>
                </a:lnTo>
                <a:lnTo>
                  <a:pt x="46" y="1279"/>
                </a:lnTo>
                <a:lnTo>
                  <a:pt x="50" y="1274"/>
                </a:lnTo>
                <a:lnTo>
                  <a:pt x="53" y="1273"/>
                </a:lnTo>
                <a:lnTo>
                  <a:pt x="54" y="1272"/>
                </a:lnTo>
                <a:lnTo>
                  <a:pt x="55" y="1272"/>
                </a:lnTo>
                <a:lnTo>
                  <a:pt x="55" y="1271"/>
                </a:lnTo>
                <a:lnTo>
                  <a:pt x="55" y="1270"/>
                </a:lnTo>
                <a:lnTo>
                  <a:pt x="55" y="1269"/>
                </a:lnTo>
                <a:lnTo>
                  <a:pt x="55" y="1264"/>
                </a:lnTo>
                <a:lnTo>
                  <a:pt x="55" y="1263"/>
                </a:lnTo>
                <a:lnTo>
                  <a:pt x="54" y="1260"/>
                </a:lnTo>
                <a:lnTo>
                  <a:pt x="54" y="1259"/>
                </a:lnTo>
                <a:lnTo>
                  <a:pt x="55" y="1258"/>
                </a:lnTo>
                <a:lnTo>
                  <a:pt x="55" y="1255"/>
                </a:lnTo>
                <a:lnTo>
                  <a:pt x="56" y="1253"/>
                </a:lnTo>
                <a:lnTo>
                  <a:pt x="57" y="1252"/>
                </a:lnTo>
                <a:lnTo>
                  <a:pt x="59" y="1251"/>
                </a:lnTo>
                <a:lnTo>
                  <a:pt x="62" y="1252"/>
                </a:lnTo>
                <a:lnTo>
                  <a:pt x="63" y="1253"/>
                </a:lnTo>
                <a:lnTo>
                  <a:pt x="63" y="1256"/>
                </a:lnTo>
                <a:lnTo>
                  <a:pt x="65" y="1259"/>
                </a:lnTo>
                <a:lnTo>
                  <a:pt x="66" y="1259"/>
                </a:lnTo>
                <a:lnTo>
                  <a:pt x="67" y="1258"/>
                </a:lnTo>
                <a:lnTo>
                  <a:pt x="67" y="1256"/>
                </a:lnTo>
                <a:lnTo>
                  <a:pt x="71" y="1254"/>
                </a:lnTo>
                <a:lnTo>
                  <a:pt x="72" y="1254"/>
                </a:lnTo>
                <a:lnTo>
                  <a:pt x="73" y="1252"/>
                </a:lnTo>
                <a:lnTo>
                  <a:pt x="73" y="1251"/>
                </a:lnTo>
                <a:lnTo>
                  <a:pt x="73" y="1250"/>
                </a:lnTo>
                <a:lnTo>
                  <a:pt x="71" y="1246"/>
                </a:lnTo>
                <a:lnTo>
                  <a:pt x="70" y="1245"/>
                </a:lnTo>
                <a:lnTo>
                  <a:pt x="70" y="1244"/>
                </a:lnTo>
                <a:lnTo>
                  <a:pt x="68" y="1241"/>
                </a:lnTo>
                <a:lnTo>
                  <a:pt x="66" y="1237"/>
                </a:lnTo>
                <a:lnTo>
                  <a:pt x="66" y="1236"/>
                </a:lnTo>
                <a:lnTo>
                  <a:pt x="66" y="1235"/>
                </a:lnTo>
                <a:lnTo>
                  <a:pt x="67" y="1235"/>
                </a:lnTo>
                <a:lnTo>
                  <a:pt x="69" y="1231"/>
                </a:lnTo>
                <a:lnTo>
                  <a:pt x="70" y="1228"/>
                </a:lnTo>
                <a:lnTo>
                  <a:pt x="71" y="1228"/>
                </a:lnTo>
                <a:lnTo>
                  <a:pt x="69" y="1227"/>
                </a:lnTo>
                <a:lnTo>
                  <a:pt x="68" y="1226"/>
                </a:lnTo>
                <a:lnTo>
                  <a:pt x="66" y="1224"/>
                </a:lnTo>
                <a:lnTo>
                  <a:pt x="66" y="1223"/>
                </a:lnTo>
                <a:lnTo>
                  <a:pt x="67" y="1221"/>
                </a:lnTo>
                <a:lnTo>
                  <a:pt x="68" y="1220"/>
                </a:lnTo>
                <a:lnTo>
                  <a:pt x="69" y="1219"/>
                </a:lnTo>
                <a:lnTo>
                  <a:pt x="69" y="1216"/>
                </a:lnTo>
                <a:lnTo>
                  <a:pt x="68" y="1215"/>
                </a:lnTo>
                <a:lnTo>
                  <a:pt x="67" y="1215"/>
                </a:lnTo>
                <a:lnTo>
                  <a:pt x="66" y="1215"/>
                </a:lnTo>
                <a:lnTo>
                  <a:pt x="64" y="1213"/>
                </a:lnTo>
                <a:lnTo>
                  <a:pt x="64" y="1212"/>
                </a:lnTo>
                <a:lnTo>
                  <a:pt x="64" y="1211"/>
                </a:lnTo>
                <a:lnTo>
                  <a:pt x="63" y="1208"/>
                </a:lnTo>
                <a:lnTo>
                  <a:pt x="64" y="1208"/>
                </a:lnTo>
                <a:lnTo>
                  <a:pt x="64" y="1207"/>
                </a:lnTo>
                <a:lnTo>
                  <a:pt x="65" y="1207"/>
                </a:lnTo>
                <a:lnTo>
                  <a:pt x="65" y="1206"/>
                </a:lnTo>
                <a:lnTo>
                  <a:pt x="65" y="1202"/>
                </a:lnTo>
                <a:lnTo>
                  <a:pt x="65" y="1200"/>
                </a:lnTo>
                <a:lnTo>
                  <a:pt x="64" y="1200"/>
                </a:lnTo>
                <a:lnTo>
                  <a:pt x="64" y="1198"/>
                </a:lnTo>
                <a:lnTo>
                  <a:pt x="64" y="1195"/>
                </a:lnTo>
                <a:lnTo>
                  <a:pt x="65" y="1195"/>
                </a:lnTo>
                <a:lnTo>
                  <a:pt x="67" y="1195"/>
                </a:lnTo>
                <a:lnTo>
                  <a:pt x="68" y="1195"/>
                </a:lnTo>
                <a:lnTo>
                  <a:pt x="69" y="1194"/>
                </a:lnTo>
                <a:lnTo>
                  <a:pt x="69" y="1193"/>
                </a:lnTo>
                <a:lnTo>
                  <a:pt x="70" y="1192"/>
                </a:lnTo>
                <a:lnTo>
                  <a:pt x="72" y="1191"/>
                </a:lnTo>
                <a:lnTo>
                  <a:pt x="73" y="1191"/>
                </a:lnTo>
                <a:lnTo>
                  <a:pt x="73" y="1190"/>
                </a:lnTo>
                <a:lnTo>
                  <a:pt x="74" y="1190"/>
                </a:lnTo>
                <a:lnTo>
                  <a:pt x="74" y="1189"/>
                </a:lnTo>
                <a:lnTo>
                  <a:pt x="74" y="1187"/>
                </a:lnTo>
                <a:lnTo>
                  <a:pt x="76" y="1183"/>
                </a:lnTo>
                <a:lnTo>
                  <a:pt x="78" y="1180"/>
                </a:lnTo>
                <a:lnTo>
                  <a:pt x="80" y="1174"/>
                </a:lnTo>
                <a:lnTo>
                  <a:pt x="80" y="1173"/>
                </a:lnTo>
                <a:lnTo>
                  <a:pt x="80" y="1172"/>
                </a:lnTo>
                <a:lnTo>
                  <a:pt x="80" y="1169"/>
                </a:lnTo>
                <a:lnTo>
                  <a:pt x="81" y="1169"/>
                </a:lnTo>
                <a:lnTo>
                  <a:pt x="82" y="1168"/>
                </a:lnTo>
                <a:lnTo>
                  <a:pt x="81" y="1161"/>
                </a:lnTo>
                <a:lnTo>
                  <a:pt x="82" y="1160"/>
                </a:lnTo>
                <a:lnTo>
                  <a:pt x="83" y="1159"/>
                </a:lnTo>
                <a:lnTo>
                  <a:pt x="84" y="1158"/>
                </a:lnTo>
                <a:lnTo>
                  <a:pt x="84" y="1157"/>
                </a:lnTo>
                <a:lnTo>
                  <a:pt x="85" y="1157"/>
                </a:lnTo>
                <a:lnTo>
                  <a:pt x="84" y="1156"/>
                </a:lnTo>
                <a:lnTo>
                  <a:pt x="84" y="1155"/>
                </a:lnTo>
                <a:lnTo>
                  <a:pt x="84" y="1154"/>
                </a:lnTo>
                <a:lnTo>
                  <a:pt x="85" y="1154"/>
                </a:lnTo>
                <a:lnTo>
                  <a:pt x="85" y="1153"/>
                </a:lnTo>
                <a:lnTo>
                  <a:pt x="86" y="1153"/>
                </a:lnTo>
                <a:lnTo>
                  <a:pt x="87" y="1154"/>
                </a:lnTo>
                <a:lnTo>
                  <a:pt x="88" y="1154"/>
                </a:lnTo>
                <a:lnTo>
                  <a:pt x="88" y="1155"/>
                </a:lnTo>
                <a:lnTo>
                  <a:pt x="89" y="1153"/>
                </a:lnTo>
                <a:lnTo>
                  <a:pt x="90" y="1153"/>
                </a:lnTo>
                <a:lnTo>
                  <a:pt x="90" y="1152"/>
                </a:lnTo>
                <a:lnTo>
                  <a:pt x="89" y="1149"/>
                </a:lnTo>
                <a:lnTo>
                  <a:pt x="90" y="1149"/>
                </a:lnTo>
                <a:lnTo>
                  <a:pt x="90" y="1148"/>
                </a:lnTo>
                <a:lnTo>
                  <a:pt x="89" y="1147"/>
                </a:lnTo>
                <a:lnTo>
                  <a:pt x="89" y="1146"/>
                </a:lnTo>
                <a:lnTo>
                  <a:pt x="90" y="1145"/>
                </a:lnTo>
                <a:lnTo>
                  <a:pt x="91" y="1143"/>
                </a:lnTo>
                <a:lnTo>
                  <a:pt x="92" y="1142"/>
                </a:lnTo>
                <a:lnTo>
                  <a:pt x="92" y="1141"/>
                </a:lnTo>
                <a:lnTo>
                  <a:pt x="92" y="1140"/>
                </a:lnTo>
                <a:lnTo>
                  <a:pt x="94" y="1137"/>
                </a:lnTo>
                <a:lnTo>
                  <a:pt x="95" y="1137"/>
                </a:lnTo>
                <a:lnTo>
                  <a:pt x="97" y="1137"/>
                </a:lnTo>
                <a:lnTo>
                  <a:pt x="98" y="1137"/>
                </a:lnTo>
                <a:lnTo>
                  <a:pt x="98" y="1136"/>
                </a:lnTo>
                <a:lnTo>
                  <a:pt x="99" y="1133"/>
                </a:lnTo>
                <a:lnTo>
                  <a:pt x="100" y="1133"/>
                </a:lnTo>
                <a:lnTo>
                  <a:pt x="100" y="1131"/>
                </a:lnTo>
                <a:lnTo>
                  <a:pt x="100" y="1130"/>
                </a:lnTo>
                <a:lnTo>
                  <a:pt x="101" y="1129"/>
                </a:lnTo>
                <a:lnTo>
                  <a:pt x="100" y="1128"/>
                </a:lnTo>
                <a:lnTo>
                  <a:pt x="100" y="1127"/>
                </a:lnTo>
                <a:lnTo>
                  <a:pt x="99" y="1126"/>
                </a:lnTo>
                <a:lnTo>
                  <a:pt x="99" y="1125"/>
                </a:lnTo>
                <a:lnTo>
                  <a:pt x="100" y="1124"/>
                </a:lnTo>
                <a:lnTo>
                  <a:pt x="100" y="1123"/>
                </a:lnTo>
                <a:lnTo>
                  <a:pt x="101" y="1123"/>
                </a:lnTo>
                <a:lnTo>
                  <a:pt x="101" y="1122"/>
                </a:lnTo>
                <a:lnTo>
                  <a:pt x="102" y="1122"/>
                </a:lnTo>
                <a:lnTo>
                  <a:pt x="102" y="1121"/>
                </a:lnTo>
                <a:lnTo>
                  <a:pt x="102" y="1120"/>
                </a:lnTo>
                <a:lnTo>
                  <a:pt x="103" y="1119"/>
                </a:lnTo>
                <a:lnTo>
                  <a:pt x="103" y="1118"/>
                </a:lnTo>
                <a:lnTo>
                  <a:pt x="104" y="1117"/>
                </a:lnTo>
                <a:lnTo>
                  <a:pt x="105" y="1117"/>
                </a:lnTo>
                <a:lnTo>
                  <a:pt x="105" y="1116"/>
                </a:lnTo>
                <a:lnTo>
                  <a:pt x="106" y="1114"/>
                </a:lnTo>
                <a:lnTo>
                  <a:pt x="106" y="1112"/>
                </a:lnTo>
                <a:lnTo>
                  <a:pt x="106" y="1111"/>
                </a:lnTo>
                <a:lnTo>
                  <a:pt x="107" y="1110"/>
                </a:lnTo>
                <a:lnTo>
                  <a:pt x="108" y="1110"/>
                </a:lnTo>
                <a:lnTo>
                  <a:pt x="108" y="1109"/>
                </a:lnTo>
                <a:lnTo>
                  <a:pt x="108" y="1108"/>
                </a:lnTo>
                <a:lnTo>
                  <a:pt x="108" y="1107"/>
                </a:lnTo>
                <a:lnTo>
                  <a:pt x="108" y="1106"/>
                </a:lnTo>
                <a:lnTo>
                  <a:pt x="108" y="1105"/>
                </a:lnTo>
                <a:lnTo>
                  <a:pt x="109" y="1105"/>
                </a:lnTo>
                <a:lnTo>
                  <a:pt x="110" y="1104"/>
                </a:lnTo>
                <a:lnTo>
                  <a:pt x="110" y="1102"/>
                </a:lnTo>
                <a:lnTo>
                  <a:pt x="111" y="1101"/>
                </a:lnTo>
                <a:lnTo>
                  <a:pt x="112" y="1100"/>
                </a:lnTo>
                <a:lnTo>
                  <a:pt x="112" y="1098"/>
                </a:lnTo>
                <a:lnTo>
                  <a:pt x="113" y="1098"/>
                </a:lnTo>
                <a:lnTo>
                  <a:pt x="113" y="1097"/>
                </a:lnTo>
                <a:lnTo>
                  <a:pt x="112" y="1096"/>
                </a:lnTo>
                <a:lnTo>
                  <a:pt x="111" y="1095"/>
                </a:lnTo>
                <a:lnTo>
                  <a:pt x="110" y="1095"/>
                </a:lnTo>
                <a:lnTo>
                  <a:pt x="109" y="1095"/>
                </a:lnTo>
                <a:lnTo>
                  <a:pt x="109" y="1094"/>
                </a:lnTo>
                <a:lnTo>
                  <a:pt x="110" y="1094"/>
                </a:lnTo>
                <a:lnTo>
                  <a:pt x="110" y="1093"/>
                </a:lnTo>
                <a:lnTo>
                  <a:pt x="110" y="1092"/>
                </a:lnTo>
                <a:lnTo>
                  <a:pt x="110" y="1091"/>
                </a:lnTo>
                <a:lnTo>
                  <a:pt x="111" y="1090"/>
                </a:lnTo>
                <a:lnTo>
                  <a:pt x="112" y="1089"/>
                </a:lnTo>
                <a:lnTo>
                  <a:pt x="113" y="1089"/>
                </a:lnTo>
                <a:lnTo>
                  <a:pt x="113" y="1088"/>
                </a:lnTo>
                <a:lnTo>
                  <a:pt x="113" y="1087"/>
                </a:lnTo>
                <a:lnTo>
                  <a:pt x="112" y="1085"/>
                </a:lnTo>
                <a:lnTo>
                  <a:pt x="112" y="1084"/>
                </a:lnTo>
                <a:lnTo>
                  <a:pt x="113" y="1084"/>
                </a:lnTo>
                <a:lnTo>
                  <a:pt x="113" y="1082"/>
                </a:lnTo>
                <a:lnTo>
                  <a:pt x="112" y="1081"/>
                </a:lnTo>
                <a:lnTo>
                  <a:pt x="111" y="1078"/>
                </a:lnTo>
                <a:lnTo>
                  <a:pt x="109" y="1077"/>
                </a:lnTo>
                <a:lnTo>
                  <a:pt x="109" y="1076"/>
                </a:lnTo>
                <a:lnTo>
                  <a:pt x="108" y="1076"/>
                </a:lnTo>
                <a:lnTo>
                  <a:pt x="108" y="1075"/>
                </a:lnTo>
                <a:lnTo>
                  <a:pt x="108" y="1076"/>
                </a:lnTo>
                <a:lnTo>
                  <a:pt x="107" y="1076"/>
                </a:lnTo>
                <a:lnTo>
                  <a:pt x="107" y="1075"/>
                </a:lnTo>
                <a:lnTo>
                  <a:pt x="106" y="1075"/>
                </a:lnTo>
                <a:lnTo>
                  <a:pt x="106" y="1074"/>
                </a:lnTo>
                <a:lnTo>
                  <a:pt x="106" y="1075"/>
                </a:lnTo>
                <a:lnTo>
                  <a:pt x="105" y="1075"/>
                </a:lnTo>
                <a:lnTo>
                  <a:pt x="105" y="1076"/>
                </a:lnTo>
                <a:lnTo>
                  <a:pt x="104" y="1075"/>
                </a:lnTo>
                <a:lnTo>
                  <a:pt x="103" y="1075"/>
                </a:lnTo>
                <a:lnTo>
                  <a:pt x="102" y="1075"/>
                </a:lnTo>
                <a:lnTo>
                  <a:pt x="101" y="1075"/>
                </a:lnTo>
                <a:lnTo>
                  <a:pt x="100" y="1074"/>
                </a:lnTo>
                <a:lnTo>
                  <a:pt x="99" y="1073"/>
                </a:lnTo>
                <a:lnTo>
                  <a:pt x="98" y="1073"/>
                </a:lnTo>
                <a:lnTo>
                  <a:pt x="97" y="1073"/>
                </a:lnTo>
                <a:lnTo>
                  <a:pt x="96" y="1073"/>
                </a:lnTo>
                <a:lnTo>
                  <a:pt x="95" y="1073"/>
                </a:lnTo>
                <a:lnTo>
                  <a:pt x="95" y="1074"/>
                </a:lnTo>
                <a:lnTo>
                  <a:pt x="96" y="1075"/>
                </a:lnTo>
                <a:lnTo>
                  <a:pt x="95" y="1076"/>
                </a:lnTo>
                <a:lnTo>
                  <a:pt x="94" y="1076"/>
                </a:lnTo>
                <a:lnTo>
                  <a:pt x="94" y="1075"/>
                </a:lnTo>
                <a:lnTo>
                  <a:pt x="93" y="1075"/>
                </a:lnTo>
                <a:lnTo>
                  <a:pt x="92" y="1076"/>
                </a:lnTo>
                <a:lnTo>
                  <a:pt x="91" y="1076"/>
                </a:lnTo>
                <a:lnTo>
                  <a:pt x="90" y="1077"/>
                </a:lnTo>
                <a:lnTo>
                  <a:pt x="89" y="1076"/>
                </a:lnTo>
                <a:lnTo>
                  <a:pt x="88" y="1075"/>
                </a:lnTo>
                <a:lnTo>
                  <a:pt x="89" y="1071"/>
                </a:lnTo>
                <a:lnTo>
                  <a:pt x="89" y="1070"/>
                </a:lnTo>
                <a:lnTo>
                  <a:pt x="90" y="1070"/>
                </a:lnTo>
                <a:lnTo>
                  <a:pt x="91" y="1070"/>
                </a:lnTo>
                <a:lnTo>
                  <a:pt x="92" y="1069"/>
                </a:lnTo>
                <a:lnTo>
                  <a:pt x="93" y="1069"/>
                </a:lnTo>
                <a:lnTo>
                  <a:pt x="94" y="1069"/>
                </a:lnTo>
                <a:lnTo>
                  <a:pt x="96" y="1068"/>
                </a:lnTo>
                <a:lnTo>
                  <a:pt x="96" y="1067"/>
                </a:lnTo>
                <a:lnTo>
                  <a:pt x="96" y="1066"/>
                </a:lnTo>
                <a:lnTo>
                  <a:pt x="96" y="1065"/>
                </a:lnTo>
                <a:lnTo>
                  <a:pt x="96" y="1064"/>
                </a:lnTo>
                <a:lnTo>
                  <a:pt x="95" y="1063"/>
                </a:lnTo>
                <a:lnTo>
                  <a:pt x="96" y="1062"/>
                </a:lnTo>
                <a:lnTo>
                  <a:pt x="96" y="1061"/>
                </a:lnTo>
                <a:lnTo>
                  <a:pt x="96" y="1060"/>
                </a:lnTo>
                <a:lnTo>
                  <a:pt x="95" y="1060"/>
                </a:lnTo>
                <a:lnTo>
                  <a:pt x="94" y="1060"/>
                </a:lnTo>
                <a:lnTo>
                  <a:pt x="93" y="1059"/>
                </a:lnTo>
                <a:lnTo>
                  <a:pt x="92" y="1059"/>
                </a:lnTo>
                <a:lnTo>
                  <a:pt x="91" y="1058"/>
                </a:lnTo>
                <a:lnTo>
                  <a:pt x="90" y="1058"/>
                </a:lnTo>
                <a:lnTo>
                  <a:pt x="90" y="1057"/>
                </a:lnTo>
                <a:lnTo>
                  <a:pt x="91" y="1056"/>
                </a:lnTo>
                <a:lnTo>
                  <a:pt x="90" y="1056"/>
                </a:lnTo>
                <a:lnTo>
                  <a:pt x="89" y="1055"/>
                </a:lnTo>
                <a:lnTo>
                  <a:pt x="88" y="1055"/>
                </a:lnTo>
                <a:lnTo>
                  <a:pt x="87" y="1055"/>
                </a:lnTo>
                <a:lnTo>
                  <a:pt x="86" y="1055"/>
                </a:lnTo>
                <a:lnTo>
                  <a:pt x="85" y="1055"/>
                </a:lnTo>
                <a:lnTo>
                  <a:pt x="84" y="1055"/>
                </a:lnTo>
                <a:lnTo>
                  <a:pt x="82" y="1053"/>
                </a:lnTo>
                <a:lnTo>
                  <a:pt x="82" y="1049"/>
                </a:lnTo>
                <a:lnTo>
                  <a:pt x="82" y="1047"/>
                </a:lnTo>
                <a:lnTo>
                  <a:pt x="84" y="1046"/>
                </a:lnTo>
                <a:lnTo>
                  <a:pt x="83" y="1043"/>
                </a:lnTo>
                <a:lnTo>
                  <a:pt x="79" y="1035"/>
                </a:lnTo>
                <a:lnTo>
                  <a:pt x="78" y="1035"/>
                </a:lnTo>
                <a:lnTo>
                  <a:pt x="77" y="1034"/>
                </a:lnTo>
                <a:lnTo>
                  <a:pt x="76" y="1034"/>
                </a:lnTo>
                <a:lnTo>
                  <a:pt x="74" y="1030"/>
                </a:lnTo>
                <a:lnTo>
                  <a:pt x="74" y="1029"/>
                </a:lnTo>
                <a:lnTo>
                  <a:pt x="74" y="1028"/>
                </a:lnTo>
                <a:lnTo>
                  <a:pt x="69" y="1022"/>
                </a:lnTo>
                <a:lnTo>
                  <a:pt x="69" y="1021"/>
                </a:lnTo>
                <a:lnTo>
                  <a:pt x="68" y="1021"/>
                </a:lnTo>
                <a:lnTo>
                  <a:pt x="67" y="1020"/>
                </a:lnTo>
                <a:lnTo>
                  <a:pt x="67" y="1021"/>
                </a:lnTo>
                <a:lnTo>
                  <a:pt x="66" y="1021"/>
                </a:lnTo>
                <a:lnTo>
                  <a:pt x="65" y="1021"/>
                </a:lnTo>
                <a:lnTo>
                  <a:pt x="64" y="1020"/>
                </a:lnTo>
                <a:lnTo>
                  <a:pt x="63" y="1019"/>
                </a:lnTo>
                <a:lnTo>
                  <a:pt x="65" y="1016"/>
                </a:lnTo>
                <a:lnTo>
                  <a:pt x="64" y="1007"/>
                </a:lnTo>
                <a:lnTo>
                  <a:pt x="61" y="1003"/>
                </a:lnTo>
                <a:lnTo>
                  <a:pt x="60" y="1002"/>
                </a:lnTo>
                <a:lnTo>
                  <a:pt x="57" y="999"/>
                </a:lnTo>
                <a:lnTo>
                  <a:pt x="55" y="997"/>
                </a:lnTo>
                <a:lnTo>
                  <a:pt x="53" y="997"/>
                </a:lnTo>
                <a:lnTo>
                  <a:pt x="53" y="996"/>
                </a:lnTo>
                <a:lnTo>
                  <a:pt x="53" y="995"/>
                </a:lnTo>
                <a:lnTo>
                  <a:pt x="53" y="993"/>
                </a:lnTo>
                <a:lnTo>
                  <a:pt x="54" y="990"/>
                </a:lnTo>
                <a:lnTo>
                  <a:pt x="56" y="986"/>
                </a:lnTo>
                <a:lnTo>
                  <a:pt x="56" y="985"/>
                </a:lnTo>
                <a:lnTo>
                  <a:pt x="55" y="985"/>
                </a:lnTo>
                <a:lnTo>
                  <a:pt x="53" y="985"/>
                </a:lnTo>
                <a:lnTo>
                  <a:pt x="51" y="986"/>
                </a:lnTo>
                <a:lnTo>
                  <a:pt x="50" y="986"/>
                </a:lnTo>
                <a:lnTo>
                  <a:pt x="49" y="986"/>
                </a:lnTo>
                <a:lnTo>
                  <a:pt x="47" y="986"/>
                </a:lnTo>
                <a:lnTo>
                  <a:pt x="42" y="985"/>
                </a:lnTo>
                <a:lnTo>
                  <a:pt x="38" y="981"/>
                </a:lnTo>
                <a:lnTo>
                  <a:pt x="37" y="979"/>
                </a:lnTo>
                <a:lnTo>
                  <a:pt x="36" y="978"/>
                </a:lnTo>
                <a:lnTo>
                  <a:pt x="34" y="978"/>
                </a:lnTo>
                <a:lnTo>
                  <a:pt x="32" y="979"/>
                </a:lnTo>
                <a:lnTo>
                  <a:pt x="31" y="979"/>
                </a:lnTo>
                <a:lnTo>
                  <a:pt x="29" y="977"/>
                </a:lnTo>
                <a:lnTo>
                  <a:pt x="28" y="976"/>
                </a:lnTo>
                <a:lnTo>
                  <a:pt x="27" y="976"/>
                </a:lnTo>
                <a:lnTo>
                  <a:pt x="27" y="975"/>
                </a:lnTo>
                <a:lnTo>
                  <a:pt x="26" y="974"/>
                </a:lnTo>
                <a:lnTo>
                  <a:pt x="25" y="974"/>
                </a:lnTo>
                <a:lnTo>
                  <a:pt x="21" y="974"/>
                </a:lnTo>
                <a:lnTo>
                  <a:pt x="17" y="974"/>
                </a:lnTo>
                <a:lnTo>
                  <a:pt x="16" y="974"/>
                </a:lnTo>
                <a:lnTo>
                  <a:pt x="15" y="974"/>
                </a:lnTo>
                <a:lnTo>
                  <a:pt x="14" y="974"/>
                </a:lnTo>
                <a:lnTo>
                  <a:pt x="12" y="973"/>
                </a:lnTo>
                <a:lnTo>
                  <a:pt x="8" y="970"/>
                </a:lnTo>
                <a:lnTo>
                  <a:pt x="7" y="968"/>
                </a:lnTo>
                <a:lnTo>
                  <a:pt x="7" y="964"/>
                </a:lnTo>
                <a:lnTo>
                  <a:pt x="8" y="958"/>
                </a:lnTo>
                <a:lnTo>
                  <a:pt x="9" y="956"/>
                </a:lnTo>
                <a:lnTo>
                  <a:pt x="10" y="955"/>
                </a:lnTo>
                <a:lnTo>
                  <a:pt x="9" y="953"/>
                </a:lnTo>
                <a:lnTo>
                  <a:pt x="10" y="953"/>
                </a:lnTo>
                <a:lnTo>
                  <a:pt x="9" y="953"/>
                </a:lnTo>
                <a:lnTo>
                  <a:pt x="9" y="952"/>
                </a:lnTo>
                <a:lnTo>
                  <a:pt x="8" y="951"/>
                </a:lnTo>
                <a:lnTo>
                  <a:pt x="7" y="950"/>
                </a:lnTo>
                <a:lnTo>
                  <a:pt x="6" y="950"/>
                </a:lnTo>
                <a:lnTo>
                  <a:pt x="5" y="949"/>
                </a:lnTo>
                <a:lnTo>
                  <a:pt x="4" y="948"/>
                </a:lnTo>
                <a:lnTo>
                  <a:pt x="4" y="947"/>
                </a:lnTo>
                <a:lnTo>
                  <a:pt x="3" y="946"/>
                </a:lnTo>
                <a:lnTo>
                  <a:pt x="4" y="937"/>
                </a:lnTo>
                <a:lnTo>
                  <a:pt x="4" y="936"/>
                </a:lnTo>
                <a:lnTo>
                  <a:pt x="6" y="935"/>
                </a:lnTo>
                <a:lnTo>
                  <a:pt x="7" y="935"/>
                </a:lnTo>
                <a:lnTo>
                  <a:pt x="8" y="935"/>
                </a:lnTo>
                <a:lnTo>
                  <a:pt x="9" y="932"/>
                </a:lnTo>
                <a:lnTo>
                  <a:pt x="9" y="931"/>
                </a:lnTo>
                <a:lnTo>
                  <a:pt x="9" y="930"/>
                </a:lnTo>
                <a:lnTo>
                  <a:pt x="8" y="930"/>
                </a:lnTo>
                <a:lnTo>
                  <a:pt x="9" y="930"/>
                </a:lnTo>
                <a:lnTo>
                  <a:pt x="9" y="929"/>
                </a:lnTo>
                <a:lnTo>
                  <a:pt x="10" y="929"/>
                </a:lnTo>
                <a:lnTo>
                  <a:pt x="11" y="928"/>
                </a:lnTo>
                <a:lnTo>
                  <a:pt x="12" y="928"/>
                </a:lnTo>
                <a:lnTo>
                  <a:pt x="12" y="927"/>
                </a:lnTo>
                <a:lnTo>
                  <a:pt x="12" y="926"/>
                </a:lnTo>
                <a:lnTo>
                  <a:pt x="11" y="926"/>
                </a:lnTo>
                <a:lnTo>
                  <a:pt x="10" y="926"/>
                </a:lnTo>
                <a:lnTo>
                  <a:pt x="9" y="925"/>
                </a:lnTo>
                <a:lnTo>
                  <a:pt x="8" y="924"/>
                </a:lnTo>
                <a:lnTo>
                  <a:pt x="7" y="924"/>
                </a:lnTo>
                <a:lnTo>
                  <a:pt x="6" y="923"/>
                </a:lnTo>
                <a:lnTo>
                  <a:pt x="6" y="922"/>
                </a:lnTo>
                <a:lnTo>
                  <a:pt x="5" y="920"/>
                </a:lnTo>
                <a:lnTo>
                  <a:pt x="6" y="919"/>
                </a:lnTo>
                <a:lnTo>
                  <a:pt x="5" y="918"/>
                </a:lnTo>
                <a:lnTo>
                  <a:pt x="4" y="916"/>
                </a:lnTo>
                <a:lnTo>
                  <a:pt x="6" y="915"/>
                </a:lnTo>
                <a:lnTo>
                  <a:pt x="6" y="913"/>
                </a:lnTo>
                <a:lnTo>
                  <a:pt x="6" y="911"/>
                </a:lnTo>
                <a:lnTo>
                  <a:pt x="5" y="909"/>
                </a:lnTo>
                <a:lnTo>
                  <a:pt x="5" y="908"/>
                </a:lnTo>
                <a:lnTo>
                  <a:pt x="4" y="908"/>
                </a:lnTo>
                <a:lnTo>
                  <a:pt x="5" y="907"/>
                </a:lnTo>
                <a:lnTo>
                  <a:pt x="6" y="905"/>
                </a:lnTo>
                <a:lnTo>
                  <a:pt x="8" y="904"/>
                </a:lnTo>
                <a:lnTo>
                  <a:pt x="10" y="902"/>
                </a:lnTo>
                <a:lnTo>
                  <a:pt x="12" y="900"/>
                </a:lnTo>
                <a:lnTo>
                  <a:pt x="12" y="899"/>
                </a:lnTo>
                <a:lnTo>
                  <a:pt x="13" y="898"/>
                </a:lnTo>
                <a:lnTo>
                  <a:pt x="12" y="897"/>
                </a:lnTo>
                <a:lnTo>
                  <a:pt x="11" y="897"/>
                </a:lnTo>
                <a:lnTo>
                  <a:pt x="11" y="896"/>
                </a:lnTo>
                <a:lnTo>
                  <a:pt x="11" y="895"/>
                </a:lnTo>
                <a:lnTo>
                  <a:pt x="11" y="892"/>
                </a:lnTo>
                <a:lnTo>
                  <a:pt x="12" y="891"/>
                </a:lnTo>
                <a:lnTo>
                  <a:pt x="13" y="888"/>
                </a:lnTo>
                <a:lnTo>
                  <a:pt x="15" y="887"/>
                </a:lnTo>
                <a:lnTo>
                  <a:pt x="19" y="887"/>
                </a:lnTo>
                <a:lnTo>
                  <a:pt x="21" y="888"/>
                </a:lnTo>
                <a:lnTo>
                  <a:pt x="24" y="887"/>
                </a:lnTo>
                <a:lnTo>
                  <a:pt x="26" y="886"/>
                </a:lnTo>
                <a:lnTo>
                  <a:pt x="27" y="885"/>
                </a:lnTo>
                <a:lnTo>
                  <a:pt x="28" y="883"/>
                </a:lnTo>
                <a:lnTo>
                  <a:pt x="28" y="882"/>
                </a:lnTo>
                <a:lnTo>
                  <a:pt x="27" y="881"/>
                </a:lnTo>
                <a:lnTo>
                  <a:pt x="27" y="880"/>
                </a:lnTo>
                <a:lnTo>
                  <a:pt x="26" y="877"/>
                </a:lnTo>
                <a:lnTo>
                  <a:pt x="26" y="874"/>
                </a:lnTo>
                <a:lnTo>
                  <a:pt x="26" y="873"/>
                </a:lnTo>
                <a:lnTo>
                  <a:pt x="28" y="873"/>
                </a:lnTo>
                <a:lnTo>
                  <a:pt x="29" y="873"/>
                </a:lnTo>
                <a:lnTo>
                  <a:pt x="29" y="874"/>
                </a:lnTo>
                <a:lnTo>
                  <a:pt x="31" y="875"/>
                </a:lnTo>
                <a:lnTo>
                  <a:pt x="33" y="876"/>
                </a:lnTo>
                <a:lnTo>
                  <a:pt x="35" y="874"/>
                </a:lnTo>
                <a:lnTo>
                  <a:pt x="36" y="873"/>
                </a:lnTo>
                <a:lnTo>
                  <a:pt x="36" y="871"/>
                </a:lnTo>
                <a:lnTo>
                  <a:pt x="36" y="869"/>
                </a:lnTo>
                <a:lnTo>
                  <a:pt x="38" y="864"/>
                </a:lnTo>
                <a:lnTo>
                  <a:pt x="39" y="862"/>
                </a:lnTo>
                <a:lnTo>
                  <a:pt x="40" y="862"/>
                </a:lnTo>
                <a:lnTo>
                  <a:pt x="42" y="863"/>
                </a:lnTo>
                <a:lnTo>
                  <a:pt x="43" y="863"/>
                </a:lnTo>
                <a:lnTo>
                  <a:pt x="44" y="862"/>
                </a:lnTo>
                <a:lnTo>
                  <a:pt x="44" y="861"/>
                </a:lnTo>
                <a:lnTo>
                  <a:pt x="44" y="860"/>
                </a:lnTo>
                <a:lnTo>
                  <a:pt x="44" y="857"/>
                </a:lnTo>
                <a:lnTo>
                  <a:pt x="43" y="856"/>
                </a:lnTo>
                <a:lnTo>
                  <a:pt x="43" y="855"/>
                </a:lnTo>
                <a:lnTo>
                  <a:pt x="44" y="853"/>
                </a:lnTo>
                <a:lnTo>
                  <a:pt x="45" y="852"/>
                </a:lnTo>
                <a:lnTo>
                  <a:pt x="46" y="852"/>
                </a:lnTo>
                <a:lnTo>
                  <a:pt x="46" y="851"/>
                </a:lnTo>
                <a:lnTo>
                  <a:pt x="47" y="851"/>
                </a:lnTo>
                <a:lnTo>
                  <a:pt x="47" y="850"/>
                </a:lnTo>
                <a:lnTo>
                  <a:pt x="45" y="847"/>
                </a:lnTo>
                <a:lnTo>
                  <a:pt x="45" y="846"/>
                </a:lnTo>
                <a:lnTo>
                  <a:pt x="44" y="845"/>
                </a:lnTo>
                <a:lnTo>
                  <a:pt x="43" y="845"/>
                </a:lnTo>
                <a:lnTo>
                  <a:pt x="41" y="845"/>
                </a:lnTo>
                <a:lnTo>
                  <a:pt x="40" y="845"/>
                </a:lnTo>
                <a:lnTo>
                  <a:pt x="40" y="844"/>
                </a:lnTo>
                <a:lnTo>
                  <a:pt x="38" y="843"/>
                </a:lnTo>
                <a:lnTo>
                  <a:pt x="37" y="842"/>
                </a:lnTo>
                <a:lnTo>
                  <a:pt x="37" y="841"/>
                </a:lnTo>
                <a:lnTo>
                  <a:pt x="36" y="840"/>
                </a:lnTo>
                <a:lnTo>
                  <a:pt x="35" y="839"/>
                </a:lnTo>
                <a:lnTo>
                  <a:pt x="34" y="837"/>
                </a:lnTo>
                <a:lnTo>
                  <a:pt x="33" y="836"/>
                </a:lnTo>
                <a:lnTo>
                  <a:pt x="32" y="836"/>
                </a:lnTo>
                <a:lnTo>
                  <a:pt x="32" y="835"/>
                </a:lnTo>
                <a:lnTo>
                  <a:pt x="33" y="832"/>
                </a:lnTo>
                <a:lnTo>
                  <a:pt x="32" y="828"/>
                </a:lnTo>
                <a:lnTo>
                  <a:pt x="31" y="826"/>
                </a:lnTo>
                <a:lnTo>
                  <a:pt x="31" y="825"/>
                </a:lnTo>
                <a:lnTo>
                  <a:pt x="30" y="822"/>
                </a:lnTo>
                <a:lnTo>
                  <a:pt x="30" y="821"/>
                </a:lnTo>
                <a:lnTo>
                  <a:pt x="30" y="818"/>
                </a:lnTo>
                <a:lnTo>
                  <a:pt x="31" y="815"/>
                </a:lnTo>
                <a:lnTo>
                  <a:pt x="32" y="814"/>
                </a:lnTo>
                <a:lnTo>
                  <a:pt x="33" y="814"/>
                </a:lnTo>
                <a:lnTo>
                  <a:pt x="33" y="815"/>
                </a:lnTo>
                <a:lnTo>
                  <a:pt x="34" y="815"/>
                </a:lnTo>
                <a:lnTo>
                  <a:pt x="36" y="814"/>
                </a:lnTo>
                <a:lnTo>
                  <a:pt x="37" y="814"/>
                </a:lnTo>
                <a:lnTo>
                  <a:pt x="37" y="813"/>
                </a:lnTo>
                <a:lnTo>
                  <a:pt x="37" y="812"/>
                </a:lnTo>
                <a:lnTo>
                  <a:pt x="37" y="810"/>
                </a:lnTo>
                <a:lnTo>
                  <a:pt x="38" y="810"/>
                </a:lnTo>
                <a:lnTo>
                  <a:pt x="41" y="808"/>
                </a:lnTo>
                <a:lnTo>
                  <a:pt x="43" y="806"/>
                </a:lnTo>
                <a:lnTo>
                  <a:pt x="45" y="803"/>
                </a:lnTo>
                <a:lnTo>
                  <a:pt x="46" y="800"/>
                </a:lnTo>
                <a:lnTo>
                  <a:pt x="47" y="798"/>
                </a:lnTo>
                <a:lnTo>
                  <a:pt x="49" y="797"/>
                </a:lnTo>
                <a:lnTo>
                  <a:pt x="49" y="798"/>
                </a:lnTo>
                <a:lnTo>
                  <a:pt x="51" y="798"/>
                </a:lnTo>
                <a:lnTo>
                  <a:pt x="52" y="798"/>
                </a:lnTo>
                <a:lnTo>
                  <a:pt x="53" y="798"/>
                </a:lnTo>
                <a:lnTo>
                  <a:pt x="54" y="797"/>
                </a:lnTo>
                <a:lnTo>
                  <a:pt x="54" y="796"/>
                </a:lnTo>
                <a:lnTo>
                  <a:pt x="54" y="795"/>
                </a:lnTo>
                <a:lnTo>
                  <a:pt x="55" y="794"/>
                </a:lnTo>
                <a:lnTo>
                  <a:pt x="56" y="792"/>
                </a:lnTo>
                <a:lnTo>
                  <a:pt x="58" y="790"/>
                </a:lnTo>
                <a:lnTo>
                  <a:pt x="59" y="790"/>
                </a:lnTo>
                <a:lnTo>
                  <a:pt x="60" y="790"/>
                </a:lnTo>
                <a:lnTo>
                  <a:pt x="60" y="791"/>
                </a:lnTo>
                <a:lnTo>
                  <a:pt x="61" y="792"/>
                </a:lnTo>
                <a:lnTo>
                  <a:pt x="62" y="792"/>
                </a:lnTo>
                <a:lnTo>
                  <a:pt x="62" y="791"/>
                </a:lnTo>
                <a:lnTo>
                  <a:pt x="63" y="790"/>
                </a:lnTo>
                <a:lnTo>
                  <a:pt x="64" y="789"/>
                </a:lnTo>
                <a:lnTo>
                  <a:pt x="63" y="788"/>
                </a:lnTo>
                <a:lnTo>
                  <a:pt x="64" y="787"/>
                </a:lnTo>
                <a:lnTo>
                  <a:pt x="64" y="786"/>
                </a:lnTo>
                <a:lnTo>
                  <a:pt x="65" y="785"/>
                </a:lnTo>
                <a:lnTo>
                  <a:pt x="66" y="784"/>
                </a:lnTo>
                <a:lnTo>
                  <a:pt x="68" y="783"/>
                </a:lnTo>
                <a:lnTo>
                  <a:pt x="69" y="783"/>
                </a:lnTo>
                <a:lnTo>
                  <a:pt x="70" y="783"/>
                </a:lnTo>
                <a:lnTo>
                  <a:pt x="70" y="782"/>
                </a:lnTo>
                <a:lnTo>
                  <a:pt x="71" y="782"/>
                </a:lnTo>
                <a:lnTo>
                  <a:pt x="71" y="783"/>
                </a:lnTo>
                <a:lnTo>
                  <a:pt x="71" y="784"/>
                </a:lnTo>
                <a:lnTo>
                  <a:pt x="72" y="784"/>
                </a:lnTo>
                <a:lnTo>
                  <a:pt x="72" y="785"/>
                </a:lnTo>
                <a:lnTo>
                  <a:pt x="73" y="787"/>
                </a:lnTo>
                <a:lnTo>
                  <a:pt x="74" y="787"/>
                </a:lnTo>
                <a:lnTo>
                  <a:pt x="74" y="788"/>
                </a:lnTo>
                <a:lnTo>
                  <a:pt x="75" y="789"/>
                </a:lnTo>
                <a:lnTo>
                  <a:pt x="74" y="789"/>
                </a:lnTo>
                <a:lnTo>
                  <a:pt x="74" y="790"/>
                </a:lnTo>
                <a:lnTo>
                  <a:pt x="75" y="790"/>
                </a:lnTo>
                <a:lnTo>
                  <a:pt x="76" y="790"/>
                </a:lnTo>
                <a:lnTo>
                  <a:pt x="77" y="790"/>
                </a:lnTo>
                <a:lnTo>
                  <a:pt x="78" y="790"/>
                </a:lnTo>
                <a:lnTo>
                  <a:pt x="79" y="791"/>
                </a:lnTo>
                <a:lnTo>
                  <a:pt x="80" y="791"/>
                </a:lnTo>
                <a:lnTo>
                  <a:pt x="80" y="792"/>
                </a:lnTo>
                <a:lnTo>
                  <a:pt x="81" y="793"/>
                </a:lnTo>
                <a:lnTo>
                  <a:pt x="82" y="794"/>
                </a:lnTo>
                <a:lnTo>
                  <a:pt x="82" y="795"/>
                </a:lnTo>
                <a:lnTo>
                  <a:pt x="82" y="797"/>
                </a:lnTo>
                <a:lnTo>
                  <a:pt x="84" y="798"/>
                </a:lnTo>
                <a:lnTo>
                  <a:pt x="85" y="798"/>
                </a:lnTo>
                <a:lnTo>
                  <a:pt x="87" y="798"/>
                </a:lnTo>
                <a:lnTo>
                  <a:pt x="88" y="798"/>
                </a:lnTo>
                <a:lnTo>
                  <a:pt x="89" y="798"/>
                </a:lnTo>
                <a:lnTo>
                  <a:pt x="90" y="797"/>
                </a:lnTo>
                <a:lnTo>
                  <a:pt x="90" y="796"/>
                </a:lnTo>
                <a:lnTo>
                  <a:pt x="91" y="795"/>
                </a:lnTo>
                <a:lnTo>
                  <a:pt x="91" y="794"/>
                </a:lnTo>
                <a:lnTo>
                  <a:pt x="92" y="794"/>
                </a:lnTo>
                <a:lnTo>
                  <a:pt x="92" y="795"/>
                </a:lnTo>
                <a:lnTo>
                  <a:pt x="93" y="796"/>
                </a:lnTo>
                <a:lnTo>
                  <a:pt x="94" y="796"/>
                </a:lnTo>
                <a:lnTo>
                  <a:pt x="94" y="797"/>
                </a:lnTo>
                <a:lnTo>
                  <a:pt x="95" y="797"/>
                </a:lnTo>
                <a:lnTo>
                  <a:pt x="96" y="797"/>
                </a:lnTo>
                <a:lnTo>
                  <a:pt x="97" y="797"/>
                </a:lnTo>
                <a:lnTo>
                  <a:pt x="98" y="797"/>
                </a:lnTo>
                <a:lnTo>
                  <a:pt x="98" y="796"/>
                </a:lnTo>
                <a:lnTo>
                  <a:pt x="98" y="795"/>
                </a:lnTo>
                <a:lnTo>
                  <a:pt x="98" y="794"/>
                </a:lnTo>
                <a:lnTo>
                  <a:pt x="99" y="794"/>
                </a:lnTo>
                <a:lnTo>
                  <a:pt x="100" y="793"/>
                </a:lnTo>
                <a:lnTo>
                  <a:pt x="101" y="793"/>
                </a:lnTo>
                <a:lnTo>
                  <a:pt x="102" y="793"/>
                </a:lnTo>
                <a:lnTo>
                  <a:pt x="104" y="792"/>
                </a:lnTo>
                <a:lnTo>
                  <a:pt x="104" y="791"/>
                </a:lnTo>
                <a:lnTo>
                  <a:pt x="105" y="791"/>
                </a:lnTo>
                <a:lnTo>
                  <a:pt x="106" y="791"/>
                </a:lnTo>
                <a:lnTo>
                  <a:pt x="107" y="791"/>
                </a:lnTo>
                <a:lnTo>
                  <a:pt x="109" y="790"/>
                </a:lnTo>
                <a:lnTo>
                  <a:pt x="109" y="791"/>
                </a:lnTo>
                <a:lnTo>
                  <a:pt x="110" y="791"/>
                </a:lnTo>
                <a:lnTo>
                  <a:pt x="110" y="790"/>
                </a:lnTo>
                <a:lnTo>
                  <a:pt x="111" y="790"/>
                </a:lnTo>
                <a:lnTo>
                  <a:pt x="111" y="789"/>
                </a:lnTo>
                <a:lnTo>
                  <a:pt x="112" y="790"/>
                </a:lnTo>
                <a:lnTo>
                  <a:pt x="114" y="791"/>
                </a:lnTo>
                <a:lnTo>
                  <a:pt x="115" y="790"/>
                </a:lnTo>
                <a:lnTo>
                  <a:pt x="116" y="790"/>
                </a:lnTo>
                <a:lnTo>
                  <a:pt x="117" y="790"/>
                </a:lnTo>
                <a:lnTo>
                  <a:pt x="118" y="790"/>
                </a:lnTo>
                <a:lnTo>
                  <a:pt x="119" y="789"/>
                </a:lnTo>
                <a:lnTo>
                  <a:pt x="120" y="786"/>
                </a:lnTo>
                <a:lnTo>
                  <a:pt x="122" y="785"/>
                </a:lnTo>
                <a:lnTo>
                  <a:pt x="120" y="785"/>
                </a:lnTo>
                <a:lnTo>
                  <a:pt x="120" y="784"/>
                </a:lnTo>
                <a:lnTo>
                  <a:pt x="122" y="783"/>
                </a:lnTo>
                <a:lnTo>
                  <a:pt x="122" y="782"/>
                </a:lnTo>
                <a:lnTo>
                  <a:pt x="122" y="781"/>
                </a:lnTo>
                <a:lnTo>
                  <a:pt x="122" y="780"/>
                </a:lnTo>
                <a:lnTo>
                  <a:pt x="122" y="779"/>
                </a:lnTo>
                <a:lnTo>
                  <a:pt x="122" y="778"/>
                </a:lnTo>
                <a:lnTo>
                  <a:pt x="120" y="778"/>
                </a:lnTo>
                <a:lnTo>
                  <a:pt x="120" y="777"/>
                </a:lnTo>
                <a:lnTo>
                  <a:pt x="119" y="777"/>
                </a:lnTo>
                <a:lnTo>
                  <a:pt x="119" y="776"/>
                </a:lnTo>
                <a:lnTo>
                  <a:pt x="122" y="774"/>
                </a:lnTo>
                <a:lnTo>
                  <a:pt x="123" y="774"/>
                </a:lnTo>
                <a:lnTo>
                  <a:pt x="123" y="773"/>
                </a:lnTo>
                <a:lnTo>
                  <a:pt x="122" y="772"/>
                </a:lnTo>
                <a:lnTo>
                  <a:pt x="123" y="771"/>
                </a:lnTo>
                <a:lnTo>
                  <a:pt x="123" y="770"/>
                </a:lnTo>
                <a:lnTo>
                  <a:pt x="123" y="769"/>
                </a:lnTo>
                <a:lnTo>
                  <a:pt x="124" y="768"/>
                </a:lnTo>
                <a:lnTo>
                  <a:pt x="125" y="768"/>
                </a:lnTo>
                <a:lnTo>
                  <a:pt x="126" y="768"/>
                </a:lnTo>
                <a:lnTo>
                  <a:pt x="127" y="767"/>
                </a:lnTo>
                <a:lnTo>
                  <a:pt x="128" y="767"/>
                </a:lnTo>
                <a:lnTo>
                  <a:pt x="129" y="768"/>
                </a:lnTo>
                <a:lnTo>
                  <a:pt x="130" y="768"/>
                </a:lnTo>
                <a:lnTo>
                  <a:pt x="131" y="768"/>
                </a:lnTo>
                <a:lnTo>
                  <a:pt x="132" y="768"/>
                </a:lnTo>
                <a:lnTo>
                  <a:pt x="133" y="768"/>
                </a:lnTo>
                <a:lnTo>
                  <a:pt x="133" y="767"/>
                </a:lnTo>
                <a:lnTo>
                  <a:pt x="133" y="766"/>
                </a:lnTo>
                <a:lnTo>
                  <a:pt x="132" y="766"/>
                </a:lnTo>
                <a:lnTo>
                  <a:pt x="132" y="765"/>
                </a:lnTo>
                <a:lnTo>
                  <a:pt x="133" y="765"/>
                </a:lnTo>
                <a:lnTo>
                  <a:pt x="133" y="764"/>
                </a:lnTo>
                <a:lnTo>
                  <a:pt x="134" y="764"/>
                </a:lnTo>
                <a:lnTo>
                  <a:pt x="135" y="764"/>
                </a:lnTo>
                <a:lnTo>
                  <a:pt x="135" y="765"/>
                </a:lnTo>
                <a:lnTo>
                  <a:pt x="136" y="765"/>
                </a:lnTo>
                <a:lnTo>
                  <a:pt x="136" y="763"/>
                </a:lnTo>
                <a:lnTo>
                  <a:pt x="137" y="762"/>
                </a:lnTo>
                <a:lnTo>
                  <a:pt x="136" y="761"/>
                </a:lnTo>
                <a:lnTo>
                  <a:pt x="136" y="760"/>
                </a:lnTo>
                <a:lnTo>
                  <a:pt x="137" y="760"/>
                </a:lnTo>
                <a:lnTo>
                  <a:pt x="137" y="759"/>
                </a:lnTo>
                <a:lnTo>
                  <a:pt x="137" y="758"/>
                </a:lnTo>
                <a:lnTo>
                  <a:pt x="135" y="757"/>
                </a:lnTo>
                <a:lnTo>
                  <a:pt x="134" y="757"/>
                </a:lnTo>
                <a:lnTo>
                  <a:pt x="133" y="756"/>
                </a:lnTo>
                <a:lnTo>
                  <a:pt x="131" y="756"/>
                </a:lnTo>
                <a:lnTo>
                  <a:pt x="130" y="756"/>
                </a:lnTo>
                <a:lnTo>
                  <a:pt x="129" y="756"/>
                </a:lnTo>
                <a:lnTo>
                  <a:pt x="128" y="756"/>
                </a:lnTo>
                <a:lnTo>
                  <a:pt x="128" y="755"/>
                </a:lnTo>
                <a:lnTo>
                  <a:pt x="127" y="754"/>
                </a:lnTo>
                <a:lnTo>
                  <a:pt x="127" y="753"/>
                </a:lnTo>
                <a:lnTo>
                  <a:pt x="128" y="753"/>
                </a:lnTo>
                <a:lnTo>
                  <a:pt x="129" y="753"/>
                </a:lnTo>
                <a:lnTo>
                  <a:pt x="130" y="751"/>
                </a:lnTo>
                <a:lnTo>
                  <a:pt x="130" y="750"/>
                </a:lnTo>
                <a:lnTo>
                  <a:pt x="130" y="749"/>
                </a:lnTo>
                <a:lnTo>
                  <a:pt x="129" y="749"/>
                </a:lnTo>
                <a:lnTo>
                  <a:pt x="128" y="748"/>
                </a:lnTo>
                <a:lnTo>
                  <a:pt x="128" y="747"/>
                </a:lnTo>
                <a:lnTo>
                  <a:pt x="128" y="746"/>
                </a:lnTo>
                <a:lnTo>
                  <a:pt x="128" y="745"/>
                </a:lnTo>
                <a:lnTo>
                  <a:pt x="128" y="744"/>
                </a:lnTo>
                <a:lnTo>
                  <a:pt x="128" y="743"/>
                </a:lnTo>
                <a:lnTo>
                  <a:pt x="129" y="743"/>
                </a:lnTo>
                <a:lnTo>
                  <a:pt x="129" y="742"/>
                </a:lnTo>
                <a:lnTo>
                  <a:pt x="128" y="742"/>
                </a:lnTo>
                <a:lnTo>
                  <a:pt x="128" y="741"/>
                </a:lnTo>
                <a:lnTo>
                  <a:pt x="128" y="740"/>
                </a:lnTo>
                <a:lnTo>
                  <a:pt x="128" y="739"/>
                </a:lnTo>
                <a:lnTo>
                  <a:pt x="128" y="738"/>
                </a:lnTo>
                <a:lnTo>
                  <a:pt x="129" y="738"/>
                </a:lnTo>
                <a:lnTo>
                  <a:pt x="130" y="738"/>
                </a:lnTo>
                <a:lnTo>
                  <a:pt x="130" y="737"/>
                </a:lnTo>
                <a:lnTo>
                  <a:pt x="131" y="737"/>
                </a:lnTo>
                <a:lnTo>
                  <a:pt x="131" y="736"/>
                </a:lnTo>
                <a:lnTo>
                  <a:pt x="130" y="736"/>
                </a:lnTo>
                <a:lnTo>
                  <a:pt x="131" y="736"/>
                </a:lnTo>
                <a:lnTo>
                  <a:pt x="132" y="736"/>
                </a:lnTo>
                <a:lnTo>
                  <a:pt x="133" y="736"/>
                </a:lnTo>
                <a:lnTo>
                  <a:pt x="133" y="735"/>
                </a:lnTo>
                <a:lnTo>
                  <a:pt x="133" y="734"/>
                </a:lnTo>
                <a:lnTo>
                  <a:pt x="133" y="733"/>
                </a:lnTo>
                <a:lnTo>
                  <a:pt x="134" y="732"/>
                </a:lnTo>
                <a:lnTo>
                  <a:pt x="135" y="732"/>
                </a:lnTo>
                <a:lnTo>
                  <a:pt x="135" y="731"/>
                </a:lnTo>
                <a:lnTo>
                  <a:pt x="134" y="730"/>
                </a:lnTo>
                <a:lnTo>
                  <a:pt x="133" y="730"/>
                </a:lnTo>
                <a:lnTo>
                  <a:pt x="133" y="729"/>
                </a:lnTo>
                <a:lnTo>
                  <a:pt x="133" y="728"/>
                </a:lnTo>
                <a:lnTo>
                  <a:pt x="134" y="728"/>
                </a:lnTo>
                <a:lnTo>
                  <a:pt x="133" y="727"/>
                </a:lnTo>
                <a:lnTo>
                  <a:pt x="133" y="726"/>
                </a:lnTo>
                <a:lnTo>
                  <a:pt x="133" y="725"/>
                </a:lnTo>
                <a:lnTo>
                  <a:pt x="133" y="724"/>
                </a:lnTo>
                <a:lnTo>
                  <a:pt x="133" y="723"/>
                </a:lnTo>
                <a:lnTo>
                  <a:pt x="133" y="722"/>
                </a:lnTo>
                <a:lnTo>
                  <a:pt x="133" y="721"/>
                </a:lnTo>
                <a:lnTo>
                  <a:pt x="133" y="720"/>
                </a:lnTo>
                <a:lnTo>
                  <a:pt x="133" y="719"/>
                </a:lnTo>
                <a:lnTo>
                  <a:pt x="133" y="718"/>
                </a:lnTo>
                <a:lnTo>
                  <a:pt x="134" y="718"/>
                </a:lnTo>
                <a:lnTo>
                  <a:pt x="134" y="716"/>
                </a:lnTo>
                <a:lnTo>
                  <a:pt x="135" y="715"/>
                </a:lnTo>
                <a:lnTo>
                  <a:pt x="135" y="714"/>
                </a:lnTo>
                <a:lnTo>
                  <a:pt x="136" y="714"/>
                </a:lnTo>
                <a:lnTo>
                  <a:pt x="136" y="712"/>
                </a:lnTo>
                <a:lnTo>
                  <a:pt x="136" y="711"/>
                </a:lnTo>
                <a:lnTo>
                  <a:pt x="136" y="710"/>
                </a:lnTo>
                <a:lnTo>
                  <a:pt x="136" y="707"/>
                </a:lnTo>
                <a:lnTo>
                  <a:pt x="136" y="706"/>
                </a:lnTo>
                <a:lnTo>
                  <a:pt x="136" y="705"/>
                </a:lnTo>
                <a:lnTo>
                  <a:pt x="136" y="704"/>
                </a:lnTo>
                <a:lnTo>
                  <a:pt x="138" y="704"/>
                </a:lnTo>
                <a:lnTo>
                  <a:pt x="138" y="703"/>
                </a:lnTo>
                <a:lnTo>
                  <a:pt x="139" y="702"/>
                </a:lnTo>
                <a:lnTo>
                  <a:pt x="140" y="702"/>
                </a:lnTo>
                <a:lnTo>
                  <a:pt x="141" y="700"/>
                </a:lnTo>
                <a:lnTo>
                  <a:pt x="141" y="698"/>
                </a:lnTo>
                <a:lnTo>
                  <a:pt x="140" y="697"/>
                </a:lnTo>
                <a:lnTo>
                  <a:pt x="140" y="696"/>
                </a:lnTo>
                <a:lnTo>
                  <a:pt x="141" y="696"/>
                </a:lnTo>
                <a:lnTo>
                  <a:pt x="141" y="695"/>
                </a:lnTo>
                <a:lnTo>
                  <a:pt x="141" y="694"/>
                </a:lnTo>
                <a:lnTo>
                  <a:pt x="142" y="694"/>
                </a:lnTo>
                <a:lnTo>
                  <a:pt x="142" y="693"/>
                </a:lnTo>
                <a:lnTo>
                  <a:pt x="143" y="693"/>
                </a:lnTo>
                <a:lnTo>
                  <a:pt x="143" y="692"/>
                </a:lnTo>
                <a:lnTo>
                  <a:pt x="143" y="689"/>
                </a:lnTo>
                <a:lnTo>
                  <a:pt x="143" y="688"/>
                </a:lnTo>
                <a:lnTo>
                  <a:pt x="144" y="687"/>
                </a:lnTo>
                <a:lnTo>
                  <a:pt x="143" y="686"/>
                </a:lnTo>
                <a:lnTo>
                  <a:pt x="144" y="685"/>
                </a:lnTo>
                <a:lnTo>
                  <a:pt x="144" y="683"/>
                </a:lnTo>
                <a:lnTo>
                  <a:pt x="144" y="682"/>
                </a:lnTo>
                <a:lnTo>
                  <a:pt x="142" y="682"/>
                </a:lnTo>
                <a:lnTo>
                  <a:pt x="140" y="683"/>
                </a:lnTo>
                <a:lnTo>
                  <a:pt x="139" y="684"/>
                </a:lnTo>
                <a:lnTo>
                  <a:pt x="139" y="685"/>
                </a:lnTo>
                <a:lnTo>
                  <a:pt x="138" y="686"/>
                </a:lnTo>
                <a:lnTo>
                  <a:pt x="136" y="686"/>
                </a:lnTo>
                <a:lnTo>
                  <a:pt x="134" y="682"/>
                </a:lnTo>
                <a:lnTo>
                  <a:pt x="134" y="681"/>
                </a:lnTo>
                <a:lnTo>
                  <a:pt x="134" y="680"/>
                </a:lnTo>
                <a:lnTo>
                  <a:pt x="134" y="679"/>
                </a:lnTo>
                <a:lnTo>
                  <a:pt x="133" y="678"/>
                </a:lnTo>
                <a:lnTo>
                  <a:pt x="132" y="678"/>
                </a:lnTo>
                <a:lnTo>
                  <a:pt x="132" y="679"/>
                </a:lnTo>
                <a:lnTo>
                  <a:pt x="131" y="679"/>
                </a:lnTo>
                <a:lnTo>
                  <a:pt x="131" y="678"/>
                </a:lnTo>
                <a:lnTo>
                  <a:pt x="130" y="678"/>
                </a:lnTo>
                <a:lnTo>
                  <a:pt x="129" y="677"/>
                </a:lnTo>
                <a:lnTo>
                  <a:pt x="127" y="677"/>
                </a:lnTo>
                <a:lnTo>
                  <a:pt x="126" y="678"/>
                </a:lnTo>
                <a:lnTo>
                  <a:pt x="125" y="678"/>
                </a:lnTo>
                <a:lnTo>
                  <a:pt x="124" y="678"/>
                </a:lnTo>
                <a:lnTo>
                  <a:pt x="123" y="678"/>
                </a:lnTo>
                <a:lnTo>
                  <a:pt x="122" y="677"/>
                </a:lnTo>
                <a:lnTo>
                  <a:pt x="120" y="676"/>
                </a:lnTo>
                <a:lnTo>
                  <a:pt x="120" y="675"/>
                </a:lnTo>
                <a:lnTo>
                  <a:pt x="119" y="674"/>
                </a:lnTo>
                <a:lnTo>
                  <a:pt x="118" y="674"/>
                </a:lnTo>
                <a:lnTo>
                  <a:pt x="118" y="673"/>
                </a:lnTo>
                <a:lnTo>
                  <a:pt x="118" y="672"/>
                </a:lnTo>
                <a:lnTo>
                  <a:pt x="117" y="671"/>
                </a:lnTo>
                <a:lnTo>
                  <a:pt x="116" y="671"/>
                </a:lnTo>
                <a:lnTo>
                  <a:pt x="116" y="670"/>
                </a:lnTo>
                <a:lnTo>
                  <a:pt x="115" y="669"/>
                </a:lnTo>
                <a:lnTo>
                  <a:pt x="115" y="668"/>
                </a:lnTo>
                <a:lnTo>
                  <a:pt x="116" y="667"/>
                </a:lnTo>
                <a:lnTo>
                  <a:pt x="116" y="666"/>
                </a:lnTo>
                <a:lnTo>
                  <a:pt x="115" y="666"/>
                </a:lnTo>
                <a:lnTo>
                  <a:pt x="116" y="666"/>
                </a:lnTo>
                <a:lnTo>
                  <a:pt x="116" y="663"/>
                </a:lnTo>
                <a:lnTo>
                  <a:pt x="115" y="662"/>
                </a:lnTo>
                <a:lnTo>
                  <a:pt x="115" y="661"/>
                </a:lnTo>
                <a:lnTo>
                  <a:pt x="115" y="660"/>
                </a:lnTo>
                <a:lnTo>
                  <a:pt x="115" y="659"/>
                </a:lnTo>
                <a:lnTo>
                  <a:pt x="115" y="658"/>
                </a:lnTo>
                <a:lnTo>
                  <a:pt x="115" y="657"/>
                </a:lnTo>
                <a:lnTo>
                  <a:pt x="115" y="655"/>
                </a:lnTo>
                <a:lnTo>
                  <a:pt x="115" y="654"/>
                </a:lnTo>
                <a:lnTo>
                  <a:pt x="115" y="653"/>
                </a:lnTo>
                <a:lnTo>
                  <a:pt x="115" y="652"/>
                </a:lnTo>
                <a:lnTo>
                  <a:pt x="115" y="650"/>
                </a:lnTo>
                <a:lnTo>
                  <a:pt x="116" y="649"/>
                </a:lnTo>
                <a:lnTo>
                  <a:pt x="116" y="648"/>
                </a:lnTo>
                <a:lnTo>
                  <a:pt x="115" y="647"/>
                </a:lnTo>
                <a:lnTo>
                  <a:pt x="115" y="646"/>
                </a:lnTo>
                <a:lnTo>
                  <a:pt x="114" y="645"/>
                </a:lnTo>
                <a:lnTo>
                  <a:pt x="115" y="645"/>
                </a:lnTo>
                <a:lnTo>
                  <a:pt x="116" y="644"/>
                </a:lnTo>
                <a:lnTo>
                  <a:pt x="115" y="643"/>
                </a:lnTo>
                <a:lnTo>
                  <a:pt x="115" y="642"/>
                </a:lnTo>
                <a:lnTo>
                  <a:pt x="115" y="643"/>
                </a:lnTo>
                <a:lnTo>
                  <a:pt x="114" y="643"/>
                </a:lnTo>
                <a:lnTo>
                  <a:pt x="114" y="642"/>
                </a:lnTo>
                <a:lnTo>
                  <a:pt x="114" y="641"/>
                </a:lnTo>
                <a:lnTo>
                  <a:pt x="113" y="640"/>
                </a:lnTo>
                <a:lnTo>
                  <a:pt x="112" y="639"/>
                </a:lnTo>
                <a:lnTo>
                  <a:pt x="112" y="638"/>
                </a:lnTo>
                <a:lnTo>
                  <a:pt x="112" y="637"/>
                </a:lnTo>
                <a:lnTo>
                  <a:pt x="112" y="636"/>
                </a:lnTo>
                <a:lnTo>
                  <a:pt x="111" y="636"/>
                </a:lnTo>
                <a:lnTo>
                  <a:pt x="111" y="635"/>
                </a:lnTo>
                <a:lnTo>
                  <a:pt x="111" y="634"/>
                </a:lnTo>
                <a:lnTo>
                  <a:pt x="112" y="634"/>
                </a:lnTo>
                <a:lnTo>
                  <a:pt x="113" y="634"/>
                </a:lnTo>
                <a:lnTo>
                  <a:pt x="113" y="633"/>
                </a:lnTo>
                <a:lnTo>
                  <a:pt x="113" y="632"/>
                </a:lnTo>
                <a:lnTo>
                  <a:pt x="112" y="631"/>
                </a:lnTo>
                <a:lnTo>
                  <a:pt x="111" y="630"/>
                </a:lnTo>
                <a:lnTo>
                  <a:pt x="111" y="627"/>
                </a:lnTo>
                <a:lnTo>
                  <a:pt x="111" y="626"/>
                </a:lnTo>
                <a:lnTo>
                  <a:pt x="111" y="625"/>
                </a:lnTo>
                <a:lnTo>
                  <a:pt x="110" y="625"/>
                </a:lnTo>
                <a:lnTo>
                  <a:pt x="109" y="625"/>
                </a:lnTo>
                <a:lnTo>
                  <a:pt x="108" y="625"/>
                </a:lnTo>
                <a:lnTo>
                  <a:pt x="107" y="625"/>
                </a:lnTo>
                <a:lnTo>
                  <a:pt x="107" y="626"/>
                </a:lnTo>
                <a:lnTo>
                  <a:pt x="106" y="626"/>
                </a:lnTo>
                <a:lnTo>
                  <a:pt x="105" y="626"/>
                </a:lnTo>
                <a:lnTo>
                  <a:pt x="104" y="627"/>
                </a:lnTo>
                <a:lnTo>
                  <a:pt x="103" y="627"/>
                </a:lnTo>
                <a:lnTo>
                  <a:pt x="102" y="627"/>
                </a:lnTo>
                <a:lnTo>
                  <a:pt x="101" y="627"/>
                </a:lnTo>
                <a:lnTo>
                  <a:pt x="100" y="627"/>
                </a:lnTo>
                <a:lnTo>
                  <a:pt x="99" y="627"/>
                </a:lnTo>
                <a:lnTo>
                  <a:pt x="99" y="628"/>
                </a:lnTo>
                <a:lnTo>
                  <a:pt x="98" y="628"/>
                </a:lnTo>
                <a:lnTo>
                  <a:pt x="97" y="628"/>
                </a:lnTo>
                <a:lnTo>
                  <a:pt x="96" y="628"/>
                </a:lnTo>
                <a:lnTo>
                  <a:pt x="95" y="628"/>
                </a:lnTo>
                <a:lnTo>
                  <a:pt x="94" y="629"/>
                </a:lnTo>
                <a:lnTo>
                  <a:pt x="94" y="628"/>
                </a:lnTo>
                <a:lnTo>
                  <a:pt x="94" y="627"/>
                </a:lnTo>
                <a:lnTo>
                  <a:pt x="94" y="626"/>
                </a:lnTo>
                <a:lnTo>
                  <a:pt x="93" y="626"/>
                </a:lnTo>
                <a:lnTo>
                  <a:pt x="93" y="625"/>
                </a:lnTo>
                <a:lnTo>
                  <a:pt x="92" y="625"/>
                </a:lnTo>
                <a:lnTo>
                  <a:pt x="92" y="626"/>
                </a:lnTo>
                <a:lnTo>
                  <a:pt x="91" y="627"/>
                </a:lnTo>
                <a:lnTo>
                  <a:pt x="90" y="627"/>
                </a:lnTo>
                <a:lnTo>
                  <a:pt x="89" y="627"/>
                </a:lnTo>
                <a:lnTo>
                  <a:pt x="88" y="628"/>
                </a:lnTo>
                <a:lnTo>
                  <a:pt x="87" y="628"/>
                </a:lnTo>
                <a:lnTo>
                  <a:pt x="87" y="629"/>
                </a:lnTo>
                <a:lnTo>
                  <a:pt x="86" y="628"/>
                </a:lnTo>
                <a:lnTo>
                  <a:pt x="86" y="629"/>
                </a:lnTo>
                <a:lnTo>
                  <a:pt x="85" y="629"/>
                </a:lnTo>
                <a:lnTo>
                  <a:pt x="84" y="630"/>
                </a:lnTo>
                <a:lnTo>
                  <a:pt x="85" y="630"/>
                </a:lnTo>
                <a:lnTo>
                  <a:pt x="85" y="631"/>
                </a:lnTo>
                <a:lnTo>
                  <a:pt x="84" y="631"/>
                </a:lnTo>
                <a:lnTo>
                  <a:pt x="84" y="630"/>
                </a:lnTo>
                <a:lnTo>
                  <a:pt x="84" y="629"/>
                </a:lnTo>
                <a:lnTo>
                  <a:pt x="83" y="629"/>
                </a:lnTo>
                <a:lnTo>
                  <a:pt x="82" y="628"/>
                </a:lnTo>
                <a:lnTo>
                  <a:pt x="81" y="627"/>
                </a:lnTo>
                <a:lnTo>
                  <a:pt x="80" y="627"/>
                </a:lnTo>
                <a:lnTo>
                  <a:pt x="80" y="626"/>
                </a:lnTo>
                <a:lnTo>
                  <a:pt x="80" y="625"/>
                </a:lnTo>
                <a:lnTo>
                  <a:pt x="81" y="624"/>
                </a:lnTo>
                <a:lnTo>
                  <a:pt x="82" y="623"/>
                </a:lnTo>
                <a:lnTo>
                  <a:pt x="83" y="623"/>
                </a:lnTo>
                <a:lnTo>
                  <a:pt x="83" y="622"/>
                </a:lnTo>
                <a:lnTo>
                  <a:pt x="84" y="622"/>
                </a:lnTo>
                <a:lnTo>
                  <a:pt x="84" y="621"/>
                </a:lnTo>
                <a:lnTo>
                  <a:pt x="84" y="619"/>
                </a:lnTo>
                <a:lnTo>
                  <a:pt x="83" y="618"/>
                </a:lnTo>
                <a:lnTo>
                  <a:pt x="82" y="618"/>
                </a:lnTo>
                <a:lnTo>
                  <a:pt x="82" y="617"/>
                </a:lnTo>
                <a:lnTo>
                  <a:pt x="82" y="618"/>
                </a:lnTo>
                <a:lnTo>
                  <a:pt x="81" y="618"/>
                </a:lnTo>
                <a:lnTo>
                  <a:pt x="81" y="617"/>
                </a:lnTo>
                <a:lnTo>
                  <a:pt x="81" y="618"/>
                </a:lnTo>
                <a:lnTo>
                  <a:pt x="81" y="619"/>
                </a:lnTo>
                <a:lnTo>
                  <a:pt x="80" y="619"/>
                </a:lnTo>
                <a:lnTo>
                  <a:pt x="80" y="620"/>
                </a:lnTo>
                <a:lnTo>
                  <a:pt x="78" y="620"/>
                </a:lnTo>
                <a:lnTo>
                  <a:pt x="78" y="621"/>
                </a:lnTo>
                <a:lnTo>
                  <a:pt x="77" y="621"/>
                </a:lnTo>
                <a:lnTo>
                  <a:pt x="77" y="622"/>
                </a:lnTo>
                <a:lnTo>
                  <a:pt x="76" y="622"/>
                </a:lnTo>
                <a:lnTo>
                  <a:pt x="75" y="622"/>
                </a:lnTo>
                <a:lnTo>
                  <a:pt x="75" y="621"/>
                </a:lnTo>
                <a:lnTo>
                  <a:pt x="74" y="622"/>
                </a:lnTo>
                <a:lnTo>
                  <a:pt x="73" y="622"/>
                </a:lnTo>
                <a:lnTo>
                  <a:pt x="73" y="623"/>
                </a:lnTo>
                <a:lnTo>
                  <a:pt x="72" y="623"/>
                </a:lnTo>
                <a:lnTo>
                  <a:pt x="71" y="623"/>
                </a:lnTo>
                <a:lnTo>
                  <a:pt x="71" y="622"/>
                </a:lnTo>
                <a:lnTo>
                  <a:pt x="70" y="622"/>
                </a:lnTo>
                <a:lnTo>
                  <a:pt x="70" y="621"/>
                </a:lnTo>
                <a:lnTo>
                  <a:pt x="69" y="621"/>
                </a:lnTo>
                <a:lnTo>
                  <a:pt x="68" y="621"/>
                </a:lnTo>
                <a:lnTo>
                  <a:pt x="67" y="621"/>
                </a:lnTo>
                <a:lnTo>
                  <a:pt x="67" y="620"/>
                </a:lnTo>
                <a:lnTo>
                  <a:pt x="65" y="620"/>
                </a:lnTo>
                <a:lnTo>
                  <a:pt x="64" y="620"/>
                </a:lnTo>
                <a:lnTo>
                  <a:pt x="63" y="621"/>
                </a:lnTo>
                <a:lnTo>
                  <a:pt x="62" y="621"/>
                </a:lnTo>
                <a:lnTo>
                  <a:pt x="62" y="620"/>
                </a:lnTo>
                <a:lnTo>
                  <a:pt x="61" y="620"/>
                </a:lnTo>
                <a:lnTo>
                  <a:pt x="60" y="619"/>
                </a:lnTo>
                <a:lnTo>
                  <a:pt x="60" y="618"/>
                </a:lnTo>
                <a:lnTo>
                  <a:pt x="59" y="618"/>
                </a:lnTo>
                <a:lnTo>
                  <a:pt x="59" y="619"/>
                </a:lnTo>
                <a:lnTo>
                  <a:pt x="58" y="619"/>
                </a:lnTo>
                <a:lnTo>
                  <a:pt x="57" y="619"/>
                </a:lnTo>
                <a:lnTo>
                  <a:pt x="56" y="620"/>
                </a:lnTo>
                <a:lnTo>
                  <a:pt x="55" y="619"/>
                </a:lnTo>
                <a:lnTo>
                  <a:pt x="55" y="617"/>
                </a:lnTo>
                <a:lnTo>
                  <a:pt x="54" y="617"/>
                </a:lnTo>
                <a:lnTo>
                  <a:pt x="54" y="615"/>
                </a:lnTo>
                <a:lnTo>
                  <a:pt x="54" y="614"/>
                </a:lnTo>
                <a:lnTo>
                  <a:pt x="53" y="613"/>
                </a:lnTo>
                <a:lnTo>
                  <a:pt x="53" y="612"/>
                </a:lnTo>
                <a:lnTo>
                  <a:pt x="52" y="612"/>
                </a:lnTo>
                <a:lnTo>
                  <a:pt x="52" y="611"/>
                </a:lnTo>
                <a:lnTo>
                  <a:pt x="52" y="610"/>
                </a:lnTo>
                <a:lnTo>
                  <a:pt x="52" y="606"/>
                </a:lnTo>
                <a:lnTo>
                  <a:pt x="51" y="605"/>
                </a:lnTo>
                <a:lnTo>
                  <a:pt x="50" y="605"/>
                </a:lnTo>
                <a:lnTo>
                  <a:pt x="49" y="605"/>
                </a:lnTo>
                <a:lnTo>
                  <a:pt x="48" y="605"/>
                </a:lnTo>
                <a:lnTo>
                  <a:pt x="47" y="605"/>
                </a:lnTo>
                <a:lnTo>
                  <a:pt x="46" y="604"/>
                </a:lnTo>
                <a:lnTo>
                  <a:pt x="41" y="604"/>
                </a:lnTo>
                <a:lnTo>
                  <a:pt x="40" y="603"/>
                </a:lnTo>
                <a:lnTo>
                  <a:pt x="39" y="603"/>
                </a:lnTo>
                <a:lnTo>
                  <a:pt x="38" y="603"/>
                </a:lnTo>
                <a:lnTo>
                  <a:pt x="37" y="603"/>
                </a:lnTo>
                <a:lnTo>
                  <a:pt x="36" y="603"/>
                </a:lnTo>
                <a:lnTo>
                  <a:pt x="35" y="604"/>
                </a:lnTo>
                <a:lnTo>
                  <a:pt x="34" y="604"/>
                </a:lnTo>
                <a:lnTo>
                  <a:pt x="33" y="603"/>
                </a:lnTo>
                <a:lnTo>
                  <a:pt x="33" y="602"/>
                </a:lnTo>
                <a:lnTo>
                  <a:pt x="33" y="600"/>
                </a:lnTo>
                <a:lnTo>
                  <a:pt x="34" y="600"/>
                </a:lnTo>
                <a:lnTo>
                  <a:pt x="35" y="600"/>
                </a:lnTo>
                <a:lnTo>
                  <a:pt x="36" y="599"/>
                </a:lnTo>
                <a:lnTo>
                  <a:pt x="37" y="599"/>
                </a:lnTo>
                <a:lnTo>
                  <a:pt x="39" y="598"/>
                </a:lnTo>
                <a:lnTo>
                  <a:pt x="40" y="598"/>
                </a:lnTo>
                <a:lnTo>
                  <a:pt x="40" y="597"/>
                </a:lnTo>
                <a:lnTo>
                  <a:pt x="40" y="596"/>
                </a:lnTo>
                <a:lnTo>
                  <a:pt x="41" y="596"/>
                </a:lnTo>
                <a:lnTo>
                  <a:pt x="41" y="595"/>
                </a:lnTo>
                <a:lnTo>
                  <a:pt x="41" y="594"/>
                </a:lnTo>
                <a:lnTo>
                  <a:pt x="42" y="593"/>
                </a:lnTo>
                <a:lnTo>
                  <a:pt x="42" y="592"/>
                </a:lnTo>
                <a:lnTo>
                  <a:pt x="42" y="591"/>
                </a:lnTo>
                <a:lnTo>
                  <a:pt x="43" y="589"/>
                </a:lnTo>
                <a:lnTo>
                  <a:pt x="43" y="588"/>
                </a:lnTo>
                <a:lnTo>
                  <a:pt x="42" y="585"/>
                </a:lnTo>
                <a:lnTo>
                  <a:pt x="42" y="584"/>
                </a:lnTo>
                <a:lnTo>
                  <a:pt x="41" y="584"/>
                </a:lnTo>
                <a:lnTo>
                  <a:pt x="41" y="583"/>
                </a:lnTo>
                <a:lnTo>
                  <a:pt x="41" y="582"/>
                </a:lnTo>
                <a:lnTo>
                  <a:pt x="42" y="581"/>
                </a:lnTo>
                <a:lnTo>
                  <a:pt x="42" y="580"/>
                </a:lnTo>
                <a:lnTo>
                  <a:pt x="44" y="580"/>
                </a:lnTo>
                <a:lnTo>
                  <a:pt x="45" y="580"/>
                </a:lnTo>
                <a:lnTo>
                  <a:pt x="45" y="581"/>
                </a:lnTo>
                <a:lnTo>
                  <a:pt x="46" y="581"/>
                </a:lnTo>
                <a:lnTo>
                  <a:pt x="47" y="581"/>
                </a:lnTo>
                <a:lnTo>
                  <a:pt x="48" y="582"/>
                </a:lnTo>
                <a:lnTo>
                  <a:pt x="48" y="583"/>
                </a:lnTo>
                <a:lnTo>
                  <a:pt x="49" y="584"/>
                </a:lnTo>
                <a:lnTo>
                  <a:pt x="51" y="586"/>
                </a:lnTo>
                <a:lnTo>
                  <a:pt x="51" y="587"/>
                </a:lnTo>
                <a:lnTo>
                  <a:pt x="51" y="588"/>
                </a:lnTo>
                <a:lnTo>
                  <a:pt x="51" y="589"/>
                </a:lnTo>
                <a:lnTo>
                  <a:pt x="51" y="590"/>
                </a:lnTo>
                <a:lnTo>
                  <a:pt x="52" y="591"/>
                </a:lnTo>
                <a:lnTo>
                  <a:pt x="53" y="591"/>
                </a:lnTo>
                <a:lnTo>
                  <a:pt x="54" y="591"/>
                </a:lnTo>
                <a:lnTo>
                  <a:pt x="54" y="590"/>
                </a:lnTo>
                <a:lnTo>
                  <a:pt x="55" y="589"/>
                </a:lnTo>
                <a:lnTo>
                  <a:pt x="56" y="588"/>
                </a:lnTo>
                <a:lnTo>
                  <a:pt x="57" y="588"/>
                </a:lnTo>
                <a:lnTo>
                  <a:pt x="58" y="588"/>
                </a:lnTo>
                <a:lnTo>
                  <a:pt x="59" y="588"/>
                </a:lnTo>
                <a:lnTo>
                  <a:pt x="59" y="587"/>
                </a:lnTo>
                <a:lnTo>
                  <a:pt x="60" y="587"/>
                </a:lnTo>
                <a:lnTo>
                  <a:pt x="60" y="586"/>
                </a:lnTo>
                <a:lnTo>
                  <a:pt x="60" y="584"/>
                </a:lnTo>
                <a:lnTo>
                  <a:pt x="60" y="583"/>
                </a:lnTo>
                <a:lnTo>
                  <a:pt x="60" y="582"/>
                </a:lnTo>
                <a:lnTo>
                  <a:pt x="61" y="582"/>
                </a:lnTo>
                <a:lnTo>
                  <a:pt x="61" y="581"/>
                </a:lnTo>
                <a:lnTo>
                  <a:pt x="61" y="580"/>
                </a:lnTo>
                <a:lnTo>
                  <a:pt x="60" y="580"/>
                </a:lnTo>
                <a:lnTo>
                  <a:pt x="60" y="579"/>
                </a:lnTo>
                <a:lnTo>
                  <a:pt x="60" y="578"/>
                </a:lnTo>
                <a:lnTo>
                  <a:pt x="59" y="578"/>
                </a:lnTo>
                <a:lnTo>
                  <a:pt x="59" y="577"/>
                </a:lnTo>
                <a:lnTo>
                  <a:pt x="58" y="577"/>
                </a:lnTo>
                <a:lnTo>
                  <a:pt x="58" y="576"/>
                </a:lnTo>
                <a:lnTo>
                  <a:pt x="58" y="575"/>
                </a:lnTo>
                <a:lnTo>
                  <a:pt x="57" y="575"/>
                </a:lnTo>
                <a:lnTo>
                  <a:pt x="57" y="574"/>
                </a:lnTo>
                <a:lnTo>
                  <a:pt x="57" y="573"/>
                </a:lnTo>
                <a:lnTo>
                  <a:pt x="57" y="572"/>
                </a:lnTo>
                <a:lnTo>
                  <a:pt x="56" y="570"/>
                </a:lnTo>
                <a:lnTo>
                  <a:pt x="55" y="568"/>
                </a:lnTo>
                <a:lnTo>
                  <a:pt x="55" y="567"/>
                </a:lnTo>
                <a:lnTo>
                  <a:pt x="54" y="565"/>
                </a:lnTo>
                <a:lnTo>
                  <a:pt x="54" y="564"/>
                </a:lnTo>
                <a:lnTo>
                  <a:pt x="55" y="564"/>
                </a:lnTo>
                <a:lnTo>
                  <a:pt x="56" y="564"/>
                </a:lnTo>
                <a:lnTo>
                  <a:pt x="57" y="564"/>
                </a:lnTo>
                <a:lnTo>
                  <a:pt x="58" y="563"/>
                </a:lnTo>
                <a:lnTo>
                  <a:pt x="58" y="562"/>
                </a:lnTo>
                <a:lnTo>
                  <a:pt x="59" y="562"/>
                </a:lnTo>
                <a:lnTo>
                  <a:pt x="60" y="562"/>
                </a:lnTo>
                <a:lnTo>
                  <a:pt x="62" y="563"/>
                </a:lnTo>
                <a:lnTo>
                  <a:pt x="63" y="564"/>
                </a:lnTo>
                <a:lnTo>
                  <a:pt x="62" y="564"/>
                </a:lnTo>
                <a:lnTo>
                  <a:pt x="62" y="565"/>
                </a:lnTo>
                <a:lnTo>
                  <a:pt x="63" y="565"/>
                </a:lnTo>
                <a:lnTo>
                  <a:pt x="64" y="565"/>
                </a:lnTo>
                <a:lnTo>
                  <a:pt x="65" y="565"/>
                </a:lnTo>
                <a:lnTo>
                  <a:pt x="66" y="565"/>
                </a:lnTo>
                <a:lnTo>
                  <a:pt x="67" y="565"/>
                </a:lnTo>
                <a:lnTo>
                  <a:pt x="68" y="564"/>
                </a:lnTo>
                <a:lnTo>
                  <a:pt x="68" y="563"/>
                </a:lnTo>
                <a:lnTo>
                  <a:pt x="69" y="563"/>
                </a:lnTo>
                <a:lnTo>
                  <a:pt x="71" y="562"/>
                </a:lnTo>
                <a:lnTo>
                  <a:pt x="71" y="561"/>
                </a:lnTo>
                <a:lnTo>
                  <a:pt x="73" y="561"/>
                </a:lnTo>
                <a:lnTo>
                  <a:pt x="75" y="561"/>
                </a:lnTo>
                <a:lnTo>
                  <a:pt x="76" y="561"/>
                </a:lnTo>
                <a:lnTo>
                  <a:pt x="77" y="561"/>
                </a:lnTo>
                <a:lnTo>
                  <a:pt x="77" y="560"/>
                </a:lnTo>
                <a:lnTo>
                  <a:pt x="77" y="559"/>
                </a:lnTo>
                <a:lnTo>
                  <a:pt x="78" y="559"/>
                </a:lnTo>
                <a:lnTo>
                  <a:pt x="78" y="560"/>
                </a:lnTo>
                <a:lnTo>
                  <a:pt x="79" y="560"/>
                </a:lnTo>
                <a:lnTo>
                  <a:pt x="80" y="559"/>
                </a:lnTo>
                <a:lnTo>
                  <a:pt x="80" y="558"/>
                </a:lnTo>
                <a:lnTo>
                  <a:pt x="79" y="558"/>
                </a:lnTo>
                <a:lnTo>
                  <a:pt x="79" y="557"/>
                </a:lnTo>
                <a:lnTo>
                  <a:pt x="78" y="556"/>
                </a:lnTo>
                <a:lnTo>
                  <a:pt x="79" y="556"/>
                </a:lnTo>
                <a:lnTo>
                  <a:pt x="80" y="555"/>
                </a:lnTo>
                <a:lnTo>
                  <a:pt x="80" y="554"/>
                </a:lnTo>
                <a:lnTo>
                  <a:pt x="82" y="553"/>
                </a:lnTo>
                <a:lnTo>
                  <a:pt x="82" y="551"/>
                </a:lnTo>
                <a:lnTo>
                  <a:pt x="83" y="551"/>
                </a:lnTo>
                <a:lnTo>
                  <a:pt x="84" y="551"/>
                </a:lnTo>
                <a:lnTo>
                  <a:pt x="84" y="552"/>
                </a:lnTo>
                <a:lnTo>
                  <a:pt x="84" y="553"/>
                </a:lnTo>
                <a:lnTo>
                  <a:pt x="85" y="553"/>
                </a:lnTo>
                <a:lnTo>
                  <a:pt x="86" y="553"/>
                </a:lnTo>
                <a:lnTo>
                  <a:pt x="87" y="553"/>
                </a:lnTo>
                <a:lnTo>
                  <a:pt x="87" y="552"/>
                </a:lnTo>
                <a:lnTo>
                  <a:pt x="88" y="552"/>
                </a:lnTo>
                <a:lnTo>
                  <a:pt x="89" y="552"/>
                </a:lnTo>
                <a:lnTo>
                  <a:pt x="90" y="551"/>
                </a:lnTo>
                <a:lnTo>
                  <a:pt x="90" y="550"/>
                </a:lnTo>
                <a:lnTo>
                  <a:pt x="91" y="550"/>
                </a:lnTo>
                <a:lnTo>
                  <a:pt x="92" y="550"/>
                </a:lnTo>
                <a:lnTo>
                  <a:pt x="93" y="550"/>
                </a:lnTo>
                <a:lnTo>
                  <a:pt x="94" y="549"/>
                </a:lnTo>
                <a:lnTo>
                  <a:pt x="94" y="548"/>
                </a:lnTo>
                <a:lnTo>
                  <a:pt x="95" y="548"/>
                </a:lnTo>
                <a:lnTo>
                  <a:pt x="97" y="547"/>
                </a:lnTo>
                <a:lnTo>
                  <a:pt x="98" y="547"/>
                </a:lnTo>
                <a:lnTo>
                  <a:pt x="100" y="547"/>
                </a:lnTo>
                <a:lnTo>
                  <a:pt x="101" y="548"/>
                </a:lnTo>
                <a:lnTo>
                  <a:pt x="102" y="549"/>
                </a:lnTo>
                <a:lnTo>
                  <a:pt x="106" y="547"/>
                </a:lnTo>
                <a:lnTo>
                  <a:pt x="107" y="547"/>
                </a:lnTo>
                <a:lnTo>
                  <a:pt x="107" y="546"/>
                </a:lnTo>
                <a:lnTo>
                  <a:pt x="109" y="545"/>
                </a:lnTo>
                <a:lnTo>
                  <a:pt x="110" y="545"/>
                </a:lnTo>
                <a:lnTo>
                  <a:pt x="112" y="544"/>
                </a:lnTo>
                <a:lnTo>
                  <a:pt x="114" y="543"/>
                </a:lnTo>
                <a:lnTo>
                  <a:pt x="116" y="541"/>
                </a:lnTo>
                <a:lnTo>
                  <a:pt x="117" y="540"/>
                </a:lnTo>
                <a:lnTo>
                  <a:pt x="117" y="539"/>
                </a:lnTo>
                <a:lnTo>
                  <a:pt x="118" y="539"/>
                </a:lnTo>
                <a:lnTo>
                  <a:pt x="118" y="537"/>
                </a:lnTo>
                <a:lnTo>
                  <a:pt x="118" y="536"/>
                </a:lnTo>
                <a:lnTo>
                  <a:pt x="119" y="535"/>
                </a:lnTo>
                <a:lnTo>
                  <a:pt x="120" y="534"/>
                </a:lnTo>
                <a:lnTo>
                  <a:pt x="122" y="533"/>
                </a:lnTo>
                <a:lnTo>
                  <a:pt x="122" y="532"/>
                </a:lnTo>
                <a:lnTo>
                  <a:pt x="123" y="530"/>
                </a:lnTo>
                <a:lnTo>
                  <a:pt x="122" y="530"/>
                </a:lnTo>
                <a:lnTo>
                  <a:pt x="122" y="529"/>
                </a:lnTo>
                <a:lnTo>
                  <a:pt x="122" y="528"/>
                </a:lnTo>
                <a:lnTo>
                  <a:pt x="123" y="528"/>
                </a:lnTo>
                <a:lnTo>
                  <a:pt x="123" y="526"/>
                </a:lnTo>
                <a:lnTo>
                  <a:pt x="123" y="525"/>
                </a:lnTo>
                <a:lnTo>
                  <a:pt x="122" y="524"/>
                </a:lnTo>
                <a:lnTo>
                  <a:pt x="120" y="524"/>
                </a:lnTo>
                <a:lnTo>
                  <a:pt x="120" y="523"/>
                </a:lnTo>
                <a:lnTo>
                  <a:pt x="119" y="522"/>
                </a:lnTo>
                <a:lnTo>
                  <a:pt x="118" y="523"/>
                </a:lnTo>
                <a:lnTo>
                  <a:pt x="117" y="524"/>
                </a:lnTo>
                <a:lnTo>
                  <a:pt x="116" y="525"/>
                </a:lnTo>
                <a:lnTo>
                  <a:pt x="114" y="525"/>
                </a:lnTo>
                <a:lnTo>
                  <a:pt x="113" y="525"/>
                </a:lnTo>
                <a:lnTo>
                  <a:pt x="112" y="524"/>
                </a:lnTo>
                <a:lnTo>
                  <a:pt x="111" y="522"/>
                </a:lnTo>
                <a:lnTo>
                  <a:pt x="109" y="520"/>
                </a:lnTo>
                <a:lnTo>
                  <a:pt x="108" y="521"/>
                </a:lnTo>
                <a:lnTo>
                  <a:pt x="107" y="521"/>
                </a:lnTo>
                <a:lnTo>
                  <a:pt x="107" y="522"/>
                </a:lnTo>
                <a:lnTo>
                  <a:pt x="106" y="522"/>
                </a:lnTo>
                <a:lnTo>
                  <a:pt x="105" y="522"/>
                </a:lnTo>
                <a:lnTo>
                  <a:pt x="104" y="522"/>
                </a:lnTo>
                <a:lnTo>
                  <a:pt x="103" y="523"/>
                </a:lnTo>
                <a:lnTo>
                  <a:pt x="103" y="524"/>
                </a:lnTo>
                <a:lnTo>
                  <a:pt x="102" y="525"/>
                </a:lnTo>
                <a:lnTo>
                  <a:pt x="101" y="525"/>
                </a:lnTo>
                <a:lnTo>
                  <a:pt x="100" y="525"/>
                </a:lnTo>
                <a:lnTo>
                  <a:pt x="99" y="525"/>
                </a:lnTo>
                <a:lnTo>
                  <a:pt x="99" y="524"/>
                </a:lnTo>
                <a:lnTo>
                  <a:pt x="99" y="523"/>
                </a:lnTo>
                <a:lnTo>
                  <a:pt x="98" y="523"/>
                </a:lnTo>
                <a:lnTo>
                  <a:pt x="97" y="523"/>
                </a:lnTo>
                <a:lnTo>
                  <a:pt x="96" y="523"/>
                </a:lnTo>
                <a:lnTo>
                  <a:pt x="95" y="523"/>
                </a:lnTo>
                <a:lnTo>
                  <a:pt x="94" y="523"/>
                </a:lnTo>
                <a:lnTo>
                  <a:pt x="92" y="523"/>
                </a:lnTo>
                <a:lnTo>
                  <a:pt x="89" y="524"/>
                </a:lnTo>
                <a:lnTo>
                  <a:pt x="88" y="524"/>
                </a:lnTo>
                <a:lnTo>
                  <a:pt x="87" y="524"/>
                </a:lnTo>
                <a:lnTo>
                  <a:pt x="87" y="523"/>
                </a:lnTo>
                <a:lnTo>
                  <a:pt x="86" y="522"/>
                </a:lnTo>
                <a:lnTo>
                  <a:pt x="87" y="522"/>
                </a:lnTo>
                <a:lnTo>
                  <a:pt x="87" y="521"/>
                </a:lnTo>
                <a:lnTo>
                  <a:pt x="86" y="519"/>
                </a:lnTo>
                <a:lnTo>
                  <a:pt x="86" y="518"/>
                </a:lnTo>
                <a:lnTo>
                  <a:pt x="85" y="517"/>
                </a:lnTo>
                <a:lnTo>
                  <a:pt x="85" y="516"/>
                </a:lnTo>
                <a:lnTo>
                  <a:pt x="84" y="515"/>
                </a:lnTo>
                <a:lnTo>
                  <a:pt x="85" y="515"/>
                </a:lnTo>
                <a:lnTo>
                  <a:pt x="84" y="514"/>
                </a:lnTo>
                <a:lnTo>
                  <a:pt x="84" y="513"/>
                </a:lnTo>
                <a:lnTo>
                  <a:pt x="84" y="512"/>
                </a:lnTo>
                <a:lnTo>
                  <a:pt x="83" y="512"/>
                </a:lnTo>
                <a:lnTo>
                  <a:pt x="83" y="511"/>
                </a:lnTo>
                <a:lnTo>
                  <a:pt x="83" y="510"/>
                </a:lnTo>
                <a:lnTo>
                  <a:pt x="84" y="510"/>
                </a:lnTo>
                <a:lnTo>
                  <a:pt x="84" y="509"/>
                </a:lnTo>
                <a:lnTo>
                  <a:pt x="84" y="507"/>
                </a:lnTo>
                <a:lnTo>
                  <a:pt x="83" y="506"/>
                </a:lnTo>
                <a:lnTo>
                  <a:pt x="82" y="506"/>
                </a:lnTo>
                <a:lnTo>
                  <a:pt x="82" y="505"/>
                </a:lnTo>
                <a:lnTo>
                  <a:pt x="81" y="505"/>
                </a:lnTo>
                <a:lnTo>
                  <a:pt x="80" y="505"/>
                </a:lnTo>
                <a:lnTo>
                  <a:pt x="80" y="504"/>
                </a:lnTo>
                <a:lnTo>
                  <a:pt x="79" y="502"/>
                </a:lnTo>
                <a:lnTo>
                  <a:pt x="79" y="501"/>
                </a:lnTo>
                <a:lnTo>
                  <a:pt x="80" y="499"/>
                </a:lnTo>
                <a:lnTo>
                  <a:pt x="80" y="498"/>
                </a:lnTo>
                <a:lnTo>
                  <a:pt x="81" y="497"/>
                </a:lnTo>
                <a:lnTo>
                  <a:pt x="81" y="494"/>
                </a:lnTo>
                <a:lnTo>
                  <a:pt x="81" y="491"/>
                </a:lnTo>
                <a:lnTo>
                  <a:pt x="81" y="489"/>
                </a:lnTo>
                <a:lnTo>
                  <a:pt x="82" y="489"/>
                </a:lnTo>
                <a:lnTo>
                  <a:pt x="82" y="488"/>
                </a:lnTo>
                <a:lnTo>
                  <a:pt x="82" y="487"/>
                </a:lnTo>
                <a:lnTo>
                  <a:pt x="82" y="486"/>
                </a:lnTo>
                <a:lnTo>
                  <a:pt x="82" y="485"/>
                </a:lnTo>
                <a:lnTo>
                  <a:pt x="81" y="485"/>
                </a:lnTo>
                <a:lnTo>
                  <a:pt x="80" y="485"/>
                </a:lnTo>
                <a:lnTo>
                  <a:pt x="79" y="485"/>
                </a:lnTo>
                <a:lnTo>
                  <a:pt x="79" y="484"/>
                </a:lnTo>
                <a:lnTo>
                  <a:pt x="78" y="484"/>
                </a:lnTo>
                <a:lnTo>
                  <a:pt x="79" y="483"/>
                </a:lnTo>
                <a:lnTo>
                  <a:pt x="78" y="480"/>
                </a:lnTo>
                <a:lnTo>
                  <a:pt x="78" y="479"/>
                </a:lnTo>
                <a:lnTo>
                  <a:pt x="79" y="479"/>
                </a:lnTo>
                <a:lnTo>
                  <a:pt x="79" y="478"/>
                </a:lnTo>
                <a:lnTo>
                  <a:pt x="80" y="478"/>
                </a:lnTo>
                <a:lnTo>
                  <a:pt x="80" y="477"/>
                </a:lnTo>
                <a:lnTo>
                  <a:pt x="79" y="475"/>
                </a:lnTo>
                <a:lnTo>
                  <a:pt x="78" y="475"/>
                </a:lnTo>
                <a:lnTo>
                  <a:pt x="77" y="474"/>
                </a:lnTo>
                <a:lnTo>
                  <a:pt x="77" y="473"/>
                </a:lnTo>
                <a:lnTo>
                  <a:pt x="76" y="473"/>
                </a:lnTo>
                <a:lnTo>
                  <a:pt x="75" y="472"/>
                </a:lnTo>
                <a:lnTo>
                  <a:pt x="75" y="473"/>
                </a:lnTo>
                <a:lnTo>
                  <a:pt x="74" y="474"/>
                </a:lnTo>
                <a:lnTo>
                  <a:pt x="73" y="474"/>
                </a:lnTo>
                <a:lnTo>
                  <a:pt x="71" y="474"/>
                </a:lnTo>
                <a:lnTo>
                  <a:pt x="71" y="473"/>
                </a:lnTo>
                <a:lnTo>
                  <a:pt x="70" y="473"/>
                </a:lnTo>
                <a:lnTo>
                  <a:pt x="69" y="472"/>
                </a:lnTo>
                <a:lnTo>
                  <a:pt x="69" y="471"/>
                </a:lnTo>
                <a:lnTo>
                  <a:pt x="68" y="471"/>
                </a:lnTo>
                <a:lnTo>
                  <a:pt x="68" y="470"/>
                </a:lnTo>
                <a:lnTo>
                  <a:pt x="67" y="470"/>
                </a:lnTo>
                <a:lnTo>
                  <a:pt x="67" y="469"/>
                </a:lnTo>
                <a:lnTo>
                  <a:pt x="68" y="469"/>
                </a:lnTo>
                <a:lnTo>
                  <a:pt x="68" y="468"/>
                </a:lnTo>
                <a:lnTo>
                  <a:pt x="68" y="467"/>
                </a:lnTo>
                <a:lnTo>
                  <a:pt x="67" y="467"/>
                </a:lnTo>
                <a:lnTo>
                  <a:pt x="67" y="466"/>
                </a:lnTo>
                <a:lnTo>
                  <a:pt x="66" y="466"/>
                </a:lnTo>
                <a:lnTo>
                  <a:pt x="64" y="463"/>
                </a:lnTo>
                <a:lnTo>
                  <a:pt x="62" y="460"/>
                </a:lnTo>
                <a:lnTo>
                  <a:pt x="61" y="458"/>
                </a:lnTo>
                <a:lnTo>
                  <a:pt x="60" y="457"/>
                </a:lnTo>
                <a:lnTo>
                  <a:pt x="61" y="457"/>
                </a:lnTo>
                <a:lnTo>
                  <a:pt x="61" y="456"/>
                </a:lnTo>
                <a:lnTo>
                  <a:pt x="60" y="456"/>
                </a:lnTo>
                <a:lnTo>
                  <a:pt x="60" y="455"/>
                </a:lnTo>
                <a:lnTo>
                  <a:pt x="59" y="455"/>
                </a:lnTo>
                <a:lnTo>
                  <a:pt x="59" y="454"/>
                </a:lnTo>
                <a:lnTo>
                  <a:pt x="58" y="453"/>
                </a:lnTo>
                <a:lnTo>
                  <a:pt x="58" y="452"/>
                </a:lnTo>
                <a:lnTo>
                  <a:pt x="56" y="451"/>
                </a:lnTo>
                <a:lnTo>
                  <a:pt x="56" y="450"/>
                </a:lnTo>
                <a:lnTo>
                  <a:pt x="56" y="449"/>
                </a:lnTo>
                <a:lnTo>
                  <a:pt x="55" y="448"/>
                </a:lnTo>
                <a:lnTo>
                  <a:pt x="54" y="448"/>
                </a:lnTo>
                <a:lnTo>
                  <a:pt x="54" y="447"/>
                </a:lnTo>
                <a:lnTo>
                  <a:pt x="53" y="446"/>
                </a:lnTo>
                <a:lnTo>
                  <a:pt x="52" y="446"/>
                </a:lnTo>
                <a:lnTo>
                  <a:pt x="51" y="445"/>
                </a:lnTo>
                <a:lnTo>
                  <a:pt x="50" y="445"/>
                </a:lnTo>
                <a:lnTo>
                  <a:pt x="49" y="445"/>
                </a:lnTo>
                <a:lnTo>
                  <a:pt x="49" y="444"/>
                </a:lnTo>
                <a:lnTo>
                  <a:pt x="48" y="442"/>
                </a:lnTo>
                <a:lnTo>
                  <a:pt x="49" y="440"/>
                </a:lnTo>
                <a:lnTo>
                  <a:pt x="49" y="439"/>
                </a:lnTo>
                <a:lnTo>
                  <a:pt x="48" y="439"/>
                </a:lnTo>
                <a:lnTo>
                  <a:pt x="48" y="437"/>
                </a:lnTo>
                <a:lnTo>
                  <a:pt x="48" y="436"/>
                </a:lnTo>
                <a:lnTo>
                  <a:pt x="46" y="437"/>
                </a:lnTo>
                <a:lnTo>
                  <a:pt x="45" y="437"/>
                </a:lnTo>
                <a:lnTo>
                  <a:pt x="45" y="438"/>
                </a:lnTo>
                <a:lnTo>
                  <a:pt x="44" y="438"/>
                </a:lnTo>
                <a:lnTo>
                  <a:pt x="43" y="437"/>
                </a:lnTo>
                <a:lnTo>
                  <a:pt x="43" y="436"/>
                </a:lnTo>
                <a:lnTo>
                  <a:pt x="42" y="435"/>
                </a:lnTo>
                <a:lnTo>
                  <a:pt x="41" y="434"/>
                </a:lnTo>
                <a:lnTo>
                  <a:pt x="40" y="433"/>
                </a:lnTo>
                <a:lnTo>
                  <a:pt x="40" y="432"/>
                </a:lnTo>
                <a:lnTo>
                  <a:pt x="40" y="431"/>
                </a:lnTo>
                <a:lnTo>
                  <a:pt x="39" y="431"/>
                </a:lnTo>
                <a:lnTo>
                  <a:pt x="39" y="430"/>
                </a:lnTo>
                <a:lnTo>
                  <a:pt x="38" y="430"/>
                </a:lnTo>
                <a:lnTo>
                  <a:pt x="39" y="428"/>
                </a:lnTo>
                <a:lnTo>
                  <a:pt x="40" y="427"/>
                </a:lnTo>
                <a:lnTo>
                  <a:pt x="41" y="427"/>
                </a:lnTo>
                <a:lnTo>
                  <a:pt x="42" y="426"/>
                </a:lnTo>
                <a:lnTo>
                  <a:pt x="42" y="425"/>
                </a:lnTo>
                <a:lnTo>
                  <a:pt x="41" y="424"/>
                </a:lnTo>
                <a:lnTo>
                  <a:pt x="40" y="424"/>
                </a:lnTo>
                <a:lnTo>
                  <a:pt x="39" y="424"/>
                </a:lnTo>
                <a:lnTo>
                  <a:pt x="39" y="423"/>
                </a:lnTo>
                <a:lnTo>
                  <a:pt x="38" y="419"/>
                </a:lnTo>
                <a:lnTo>
                  <a:pt x="38" y="418"/>
                </a:lnTo>
                <a:lnTo>
                  <a:pt x="37" y="416"/>
                </a:lnTo>
                <a:lnTo>
                  <a:pt x="37" y="415"/>
                </a:lnTo>
                <a:lnTo>
                  <a:pt x="36" y="412"/>
                </a:lnTo>
                <a:lnTo>
                  <a:pt x="37" y="411"/>
                </a:lnTo>
                <a:lnTo>
                  <a:pt x="38" y="411"/>
                </a:lnTo>
                <a:lnTo>
                  <a:pt x="38" y="410"/>
                </a:lnTo>
                <a:lnTo>
                  <a:pt x="37" y="409"/>
                </a:lnTo>
                <a:lnTo>
                  <a:pt x="34" y="409"/>
                </a:lnTo>
                <a:lnTo>
                  <a:pt x="31" y="409"/>
                </a:lnTo>
                <a:lnTo>
                  <a:pt x="30" y="408"/>
                </a:lnTo>
                <a:lnTo>
                  <a:pt x="30" y="407"/>
                </a:lnTo>
                <a:lnTo>
                  <a:pt x="29" y="407"/>
                </a:lnTo>
                <a:lnTo>
                  <a:pt x="29" y="408"/>
                </a:lnTo>
                <a:lnTo>
                  <a:pt x="29" y="409"/>
                </a:lnTo>
                <a:lnTo>
                  <a:pt x="28" y="408"/>
                </a:lnTo>
                <a:lnTo>
                  <a:pt x="27" y="408"/>
                </a:lnTo>
                <a:lnTo>
                  <a:pt x="26" y="407"/>
                </a:lnTo>
                <a:lnTo>
                  <a:pt x="26" y="406"/>
                </a:lnTo>
                <a:lnTo>
                  <a:pt x="26" y="405"/>
                </a:lnTo>
                <a:lnTo>
                  <a:pt x="26" y="404"/>
                </a:lnTo>
                <a:lnTo>
                  <a:pt x="26" y="403"/>
                </a:lnTo>
                <a:lnTo>
                  <a:pt x="26" y="400"/>
                </a:lnTo>
                <a:lnTo>
                  <a:pt x="25" y="398"/>
                </a:lnTo>
                <a:lnTo>
                  <a:pt x="25" y="397"/>
                </a:lnTo>
                <a:lnTo>
                  <a:pt x="24" y="397"/>
                </a:lnTo>
                <a:lnTo>
                  <a:pt x="24" y="398"/>
                </a:lnTo>
                <a:lnTo>
                  <a:pt x="24" y="399"/>
                </a:lnTo>
                <a:lnTo>
                  <a:pt x="23" y="399"/>
                </a:lnTo>
                <a:lnTo>
                  <a:pt x="23" y="398"/>
                </a:lnTo>
                <a:lnTo>
                  <a:pt x="22" y="396"/>
                </a:lnTo>
                <a:lnTo>
                  <a:pt x="22" y="395"/>
                </a:lnTo>
                <a:lnTo>
                  <a:pt x="20" y="395"/>
                </a:lnTo>
                <a:lnTo>
                  <a:pt x="19" y="395"/>
                </a:lnTo>
                <a:lnTo>
                  <a:pt x="17" y="394"/>
                </a:lnTo>
                <a:lnTo>
                  <a:pt x="16" y="393"/>
                </a:lnTo>
                <a:lnTo>
                  <a:pt x="16" y="392"/>
                </a:lnTo>
                <a:lnTo>
                  <a:pt x="15" y="391"/>
                </a:lnTo>
                <a:lnTo>
                  <a:pt x="16" y="391"/>
                </a:lnTo>
                <a:lnTo>
                  <a:pt x="15" y="390"/>
                </a:lnTo>
                <a:lnTo>
                  <a:pt x="15" y="389"/>
                </a:lnTo>
                <a:lnTo>
                  <a:pt x="14" y="389"/>
                </a:lnTo>
                <a:lnTo>
                  <a:pt x="13" y="388"/>
                </a:lnTo>
                <a:lnTo>
                  <a:pt x="12" y="388"/>
                </a:lnTo>
                <a:lnTo>
                  <a:pt x="11" y="388"/>
                </a:lnTo>
                <a:lnTo>
                  <a:pt x="11" y="387"/>
                </a:lnTo>
                <a:lnTo>
                  <a:pt x="11" y="386"/>
                </a:lnTo>
                <a:lnTo>
                  <a:pt x="10" y="386"/>
                </a:lnTo>
                <a:lnTo>
                  <a:pt x="9" y="386"/>
                </a:lnTo>
                <a:lnTo>
                  <a:pt x="8" y="385"/>
                </a:lnTo>
                <a:lnTo>
                  <a:pt x="8" y="384"/>
                </a:lnTo>
                <a:lnTo>
                  <a:pt x="7" y="383"/>
                </a:lnTo>
                <a:lnTo>
                  <a:pt x="7" y="382"/>
                </a:lnTo>
                <a:lnTo>
                  <a:pt x="6" y="381"/>
                </a:lnTo>
                <a:lnTo>
                  <a:pt x="4" y="382"/>
                </a:lnTo>
                <a:lnTo>
                  <a:pt x="3" y="382"/>
                </a:lnTo>
                <a:lnTo>
                  <a:pt x="1" y="380"/>
                </a:lnTo>
                <a:lnTo>
                  <a:pt x="0" y="379"/>
                </a:lnTo>
                <a:lnTo>
                  <a:pt x="0" y="378"/>
                </a:lnTo>
                <a:lnTo>
                  <a:pt x="0" y="377"/>
                </a:lnTo>
                <a:lnTo>
                  <a:pt x="2" y="376"/>
                </a:lnTo>
                <a:lnTo>
                  <a:pt x="5" y="375"/>
                </a:lnTo>
                <a:lnTo>
                  <a:pt x="6" y="375"/>
                </a:lnTo>
                <a:lnTo>
                  <a:pt x="9" y="376"/>
                </a:lnTo>
                <a:lnTo>
                  <a:pt x="9" y="375"/>
                </a:lnTo>
                <a:lnTo>
                  <a:pt x="8" y="374"/>
                </a:lnTo>
                <a:lnTo>
                  <a:pt x="7" y="374"/>
                </a:lnTo>
                <a:lnTo>
                  <a:pt x="8" y="374"/>
                </a:lnTo>
                <a:lnTo>
                  <a:pt x="8" y="373"/>
                </a:lnTo>
                <a:lnTo>
                  <a:pt x="8" y="372"/>
                </a:lnTo>
                <a:lnTo>
                  <a:pt x="8" y="371"/>
                </a:lnTo>
                <a:lnTo>
                  <a:pt x="8" y="370"/>
                </a:lnTo>
                <a:lnTo>
                  <a:pt x="9" y="369"/>
                </a:lnTo>
                <a:lnTo>
                  <a:pt x="9" y="370"/>
                </a:lnTo>
                <a:lnTo>
                  <a:pt x="10" y="370"/>
                </a:lnTo>
                <a:lnTo>
                  <a:pt x="10" y="369"/>
                </a:lnTo>
                <a:lnTo>
                  <a:pt x="11" y="368"/>
                </a:lnTo>
                <a:lnTo>
                  <a:pt x="11" y="366"/>
                </a:lnTo>
                <a:lnTo>
                  <a:pt x="11" y="365"/>
                </a:lnTo>
                <a:lnTo>
                  <a:pt x="12" y="364"/>
                </a:lnTo>
                <a:lnTo>
                  <a:pt x="12" y="362"/>
                </a:lnTo>
                <a:lnTo>
                  <a:pt x="13" y="361"/>
                </a:lnTo>
                <a:lnTo>
                  <a:pt x="14" y="361"/>
                </a:lnTo>
                <a:lnTo>
                  <a:pt x="15" y="361"/>
                </a:lnTo>
                <a:lnTo>
                  <a:pt x="16" y="361"/>
                </a:lnTo>
                <a:lnTo>
                  <a:pt x="16" y="360"/>
                </a:lnTo>
                <a:lnTo>
                  <a:pt x="17" y="360"/>
                </a:lnTo>
                <a:lnTo>
                  <a:pt x="18" y="360"/>
                </a:lnTo>
                <a:lnTo>
                  <a:pt x="18" y="361"/>
                </a:lnTo>
                <a:lnTo>
                  <a:pt x="19" y="361"/>
                </a:lnTo>
                <a:lnTo>
                  <a:pt x="20" y="360"/>
                </a:lnTo>
                <a:lnTo>
                  <a:pt x="21" y="360"/>
                </a:lnTo>
                <a:lnTo>
                  <a:pt x="21" y="359"/>
                </a:lnTo>
                <a:lnTo>
                  <a:pt x="22" y="358"/>
                </a:lnTo>
                <a:lnTo>
                  <a:pt x="24" y="358"/>
                </a:lnTo>
                <a:lnTo>
                  <a:pt x="25" y="358"/>
                </a:lnTo>
                <a:lnTo>
                  <a:pt x="25" y="357"/>
                </a:lnTo>
                <a:lnTo>
                  <a:pt x="25" y="355"/>
                </a:lnTo>
                <a:lnTo>
                  <a:pt x="25" y="354"/>
                </a:lnTo>
                <a:lnTo>
                  <a:pt x="25" y="353"/>
                </a:lnTo>
                <a:lnTo>
                  <a:pt x="25" y="350"/>
                </a:lnTo>
                <a:lnTo>
                  <a:pt x="26" y="350"/>
                </a:lnTo>
                <a:lnTo>
                  <a:pt x="26" y="348"/>
                </a:lnTo>
                <a:lnTo>
                  <a:pt x="25" y="347"/>
                </a:lnTo>
                <a:lnTo>
                  <a:pt x="25" y="346"/>
                </a:lnTo>
                <a:lnTo>
                  <a:pt x="25" y="345"/>
                </a:lnTo>
                <a:lnTo>
                  <a:pt x="25" y="344"/>
                </a:lnTo>
                <a:lnTo>
                  <a:pt x="24" y="344"/>
                </a:lnTo>
                <a:lnTo>
                  <a:pt x="24" y="343"/>
                </a:lnTo>
                <a:lnTo>
                  <a:pt x="23" y="343"/>
                </a:lnTo>
                <a:lnTo>
                  <a:pt x="23" y="342"/>
                </a:lnTo>
                <a:lnTo>
                  <a:pt x="22" y="341"/>
                </a:lnTo>
                <a:lnTo>
                  <a:pt x="23" y="341"/>
                </a:lnTo>
                <a:lnTo>
                  <a:pt x="22" y="341"/>
                </a:lnTo>
                <a:lnTo>
                  <a:pt x="22" y="340"/>
                </a:lnTo>
                <a:lnTo>
                  <a:pt x="21" y="340"/>
                </a:lnTo>
                <a:lnTo>
                  <a:pt x="21" y="341"/>
                </a:lnTo>
                <a:lnTo>
                  <a:pt x="20" y="341"/>
                </a:lnTo>
                <a:lnTo>
                  <a:pt x="20" y="342"/>
                </a:lnTo>
                <a:lnTo>
                  <a:pt x="20" y="343"/>
                </a:lnTo>
                <a:lnTo>
                  <a:pt x="20" y="344"/>
                </a:lnTo>
                <a:lnTo>
                  <a:pt x="20" y="346"/>
                </a:lnTo>
                <a:lnTo>
                  <a:pt x="20" y="347"/>
                </a:lnTo>
                <a:lnTo>
                  <a:pt x="19" y="347"/>
                </a:lnTo>
                <a:lnTo>
                  <a:pt x="18" y="346"/>
                </a:lnTo>
                <a:lnTo>
                  <a:pt x="18" y="344"/>
                </a:lnTo>
                <a:lnTo>
                  <a:pt x="17" y="343"/>
                </a:lnTo>
                <a:lnTo>
                  <a:pt x="16" y="342"/>
                </a:lnTo>
                <a:lnTo>
                  <a:pt x="16" y="339"/>
                </a:lnTo>
                <a:lnTo>
                  <a:pt x="16" y="338"/>
                </a:lnTo>
                <a:lnTo>
                  <a:pt x="16" y="337"/>
                </a:lnTo>
                <a:lnTo>
                  <a:pt x="15" y="337"/>
                </a:lnTo>
                <a:lnTo>
                  <a:pt x="13" y="336"/>
                </a:lnTo>
                <a:lnTo>
                  <a:pt x="12" y="336"/>
                </a:lnTo>
                <a:lnTo>
                  <a:pt x="11" y="337"/>
                </a:lnTo>
                <a:lnTo>
                  <a:pt x="10" y="336"/>
                </a:lnTo>
                <a:lnTo>
                  <a:pt x="9" y="335"/>
                </a:lnTo>
                <a:lnTo>
                  <a:pt x="9" y="334"/>
                </a:lnTo>
                <a:lnTo>
                  <a:pt x="8" y="334"/>
                </a:lnTo>
                <a:lnTo>
                  <a:pt x="8" y="333"/>
                </a:lnTo>
                <a:lnTo>
                  <a:pt x="8" y="332"/>
                </a:lnTo>
                <a:lnTo>
                  <a:pt x="7" y="332"/>
                </a:lnTo>
                <a:lnTo>
                  <a:pt x="8" y="331"/>
                </a:lnTo>
                <a:lnTo>
                  <a:pt x="9" y="330"/>
                </a:lnTo>
                <a:lnTo>
                  <a:pt x="10" y="330"/>
                </a:lnTo>
                <a:lnTo>
                  <a:pt x="11" y="330"/>
                </a:lnTo>
                <a:lnTo>
                  <a:pt x="11" y="329"/>
                </a:lnTo>
                <a:lnTo>
                  <a:pt x="10" y="329"/>
                </a:lnTo>
                <a:lnTo>
                  <a:pt x="10" y="328"/>
                </a:lnTo>
                <a:lnTo>
                  <a:pt x="11" y="328"/>
                </a:lnTo>
                <a:lnTo>
                  <a:pt x="11" y="327"/>
                </a:lnTo>
                <a:lnTo>
                  <a:pt x="10" y="327"/>
                </a:lnTo>
                <a:lnTo>
                  <a:pt x="10" y="326"/>
                </a:lnTo>
                <a:lnTo>
                  <a:pt x="11" y="326"/>
                </a:lnTo>
                <a:lnTo>
                  <a:pt x="11" y="324"/>
                </a:lnTo>
                <a:lnTo>
                  <a:pt x="12" y="324"/>
                </a:lnTo>
                <a:lnTo>
                  <a:pt x="12" y="323"/>
                </a:lnTo>
                <a:lnTo>
                  <a:pt x="12" y="321"/>
                </a:lnTo>
                <a:lnTo>
                  <a:pt x="12" y="320"/>
                </a:lnTo>
                <a:lnTo>
                  <a:pt x="12" y="321"/>
                </a:lnTo>
                <a:lnTo>
                  <a:pt x="11" y="320"/>
                </a:lnTo>
                <a:lnTo>
                  <a:pt x="11" y="319"/>
                </a:lnTo>
                <a:lnTo>
                  <a:pt x="12" y="318"/>
                </a:lnTo>
                <a:lnTo>
                  <a:pt x="13" y="316"/>
                </a:lnTo>
                <a:lnTo>
                  <a:pt x="13" y="315"/>
                </a:lnTo>
                <a:lnTo>
                  <a:pt x="12" y="315"/>
                </a:lnTo>
                <a:lnTo>
                  <a:pt x="11" y="315"/>
                </a:lnTo>
                <a:lnTo>
                  <a:pt x="10" y="315"/>
                </a:lnTo>
                <a:lnTo>
                  <a:pt x="9" y="314"/>
                </a:lnTo>
                <a:lnTo>
                  <a:pt x="8" y="314"/>
                </a:lnTo>
                <a:lnTo>
                  <a:pt x="7" y="313"/>
                </a:lnTo>
                <a:lnTo>
                  <a:pt x="6" y="313"/>
                </a:lnTo>
                <a:lnTo>
                  <a:pt x="5" y="313"/>
                </a:lnTo>
                <a:lnTo>
                  <a:pt x="2" y="312"/>
                </a:lnTo>
                <a:lnTo>
                  <a:pt x="1" y="312"/>
                </a:lnTo>
                <a:lnTo>
                  <a:pt x="1" y="311"/>
                </a:lnTo>
                <a:lnTo>
                  <a:pt x="2" y="310"/>
                </a:lnTo>
                <a:lnTo>
                  <a:pt x="2" y="309"/>
                </a:lnTo>
                <a:lnTo>
                  <a:pt x="2" y="308"/>
                </a:lnTo>
                <a:lnTo>
                  <a:pt x="2" y="307"/>
                </a:lnTo>
                <a:lnTo>
                  <a:pt x="3" y="307"/>
                </a:lnTo>
                <a:lnTo>
                  <a:pt x="4" y="307"/>
                </a:lnTo>
                <a:lnTo>
                  <a:pt x="4" y="306"/>
                </a:lnTo>
                <a:lnTo>
                  <a:pt x="5" y="306"/>
                </a:lnTo>
                <a:lnTo>
                  <a:pt x="6" y="305"/>
                </a:lnTo>
                <a:lnTo>
                  <a:pt x="7" y="305"/>
                </a:lnTo>
                <a:lnTo>
                  <a:pt x="7" y="304"/>
                </a:lnTo>
                <a:lnTo>
                  <a:pt x="8" y="303"/>
                </a:lnTo>
                <a:lnTo>
                  <a:pt x="8" y="302"/>
                </a:lnTo>
                <a:lnTo>
                  <a:pt x="8" y="301"/>
                </a:lnTo>
                <a:lnTo>
                  <a:pt x="8" y="300"/>
                </a:lnTo>
                <a:lnTo>
                  <a:pt x="8" y="299"/>
                </a:lnTo>
                <a:lnTo>
                  <a:pt x="9" y="298"/>
                </a:lnTo>
                <a:lnTo>
                  <a:pt x="9" y="297"/>
                </a:lnTo>
                <a:lnTo>
                  <a:pt x="9" y="296"/>
                </a:lnTo>
                <a:lnTo>
                  <a:pt x="10" y="296"/>
                </a:lnTo>
                <a:lnTo>
                  <a:pt x="10" y="297"/>
                </a:lnTo>
                <a:lnTo>
                  <a:pt x="11" y="297"/>
                </a:lnTo>
                <a:lnTo>
                  <a:pt x="12" y="297"/>
                </a:lnTo>
                <a:lnTo>
                  <a:pt x="13" y="296"/>
                </a:lnTo>
                <a:lnTo>
                  <a:pt x="13" y="295"/>
                </a:lnTo>
                <a:lnTo>
                  <a:pt x="14" y="294"/>
                </a:lnTo>
                <a:lnTo>
                  <a:pt x="15" y="293"/>
                </a:lnTo>
                <a:lnTo>
                  <a:pt x="16" y="293"/>
                </a:lnTo>
                <a:lnTo>
                  <a:pt x="16" y="292"/>
                </a:lnTo>
                <a:lnTo>
                  <a:pt x="16" y="291"/>
                </a:lnTo>
                <a:lnTo>
                  <a:pt x="18" y="291"/>
                </a:lnTo>
                <a:lnTo>
                  <a:pt x="18" y="290"/>
                </a:lnTo>
                <a:lnTo>
                  <a:pt x="19" y="290"/>
                </a:lnTo>
                <a:lnTo>
                  <a:pt x="19" y="289"/>
                </a:lnTo>
                <a:lnTo>
                  <a:pt x="21" y="289"/>
                </a:lnTo>
                <a:lnTo>
                  <a:pt x="21" y="288"/>
                </a:lnTo>
                <a:lnTo>
                  <a:pt x="22" y="287"/>
                </a:lnTo>
                <a:lnTo>
                  <a:pt x="23" y="287"/>
                </a:lnTo>
                <a:lnTo>
                  <a:pt x="23" y="286"/>
                </a:lnTo>
                <a:lnTo>
                  <a:pt x="25" y="286"/>
                </a:lnTo>
                <a:lnTo>
                  <a:pt x="27" y="287"/>
                </a:lnTo>
                <a:lnTo>
                  <a:pt x="27" y="286"/>
                </a:lnTo>
                <a:lnTo>
                  <a:pt x="28" y="286"/>
                </a:lnTo>
                <a:lnTo>
                  <a:pt x="29" y="285"/>
                </a:lnTo>
                <a:lnTo>
                  <a:pt x="30" y="285"/>
                </a:lnTo>
                <a:lnTo>
                  <a:pt x="31" y="286"/>
                </a:lnTo>
                <a:lnTo>
                  <a:pt x="31" y="285"/>
                </a:lnTo>
                <a:lnTo>
                  <a:pt x="32" y="285"/>
                </a:lnTo>
                <a:lnTo>
                  <a:pt x="33" y="284"/>
                </a:lnTo>
                <a:lnTo>
                  <a:pt x="34" y="283"/>
                </a:lnTo>
                <a:lnTo>
                  <a:pt x="35" y="283"/>
                </a:lnTo>
                <a:lnTo>
                  <a:pt x="37" y="284"/>
                </a:lnTo>
                <a:lnTo>
                  <a:pt x="38" y="284"/>
                </a:lnTo>
                <a:lnTo>
                  <a:pt x="39" y="284"/>
                </a:lnTo>
                <a:lnTo>
                  <a:pt x="40" y="285"/>
                </a:lnTo>
                <a:lnTo>
                  <a:pt x="42" y="285"/>
                </a:lnTo>
                <a:lnTo>
                  <a:pt x="43" y="285"/>
                </a:lnTo>
                <a:lnTo>
                  <a:pt x="45" y="285"/>
                </a:lnTo>
                <a:lnTo>
                  <a:pt x="49" y="286"/>
                </a:lnTo>
                <a:lnTo>
                  <a:pt x="50" y="287"/>
                </a:lnTo>
                <a:lnTo>
                  <a:pt x="51" y="287"/>
                </a:lnTo>
                <a:lnTo>
                  <a:pt x="52" y="287"/>
                </a:lnTo>
                <a:lnTo>
                  <a:pt x="53" y="287"/>
                </a:lnTo>
                <a:lnTo>
                  <a:pt x="53" y="286"/>
                </a:lnTo>
                <a:lnTo>
                  <a:pt x="53" y="285"/>
                </a:lnTo>
                <a:lnTo>
                  <a:pt x="53" y="284"/>
                </a:lnTo>
                <a:lnTo>
                  <a:pt x="53" y="281"/>
                </a:lnTo>
                <a:lnTo>
                  <a:pt x="53" y="280"/>
                </a:lnTo>
                <a:lnTo>
                  <a:pt x="52" y="279"/>
                </a:lnTo>
                <a:lnTo>
                  <a:pt x="52" y="277"/>
                </a:lnTo>
                <a:lnTo>
                  <a:pt x="51" y="277"/>
                </a:lnTo>
                <a:lnTo>
                  <a:pt x="51" y="275"/>
                </a:lnTo>
                <a:lnTo>
                  <a:pt x="51" y="274"/>
                </a:lnTo>
                <a:lnTo>
                  <a:pt x="51" y="273"/>
                </a:lnTo>
                <a:lnTo>
                  <a:pt x="51" y="272"/>
                </a:lnTo>
                <a:lnTo>
                  <a:pt x="53" y="270"/>
                </a:lnTo>
                <a:lnTo>
                  <a:pt x="52" y="268"/>
                </a:lnTo>
                <a:lnTo>
                  <a:pt x="52" y="267"/>
                </a:lnTo>
                <a:lnTo>
                  <a:pt x="51" y="267"/>
                </a:lnTo>
                <a:lnTo>
                  <a:pt x="51" y="266"/>
                </a:lnTo>
                <a:lnTo>
                  <a:pt x="51" y="265"/>
                </a:lnTo>
                <a:lnTo>
                  <a:pt x="52" y="264"/>
                </a:lnTo>
                <a:lnTo>
                  <a:pt x="53" y="264"/>
                </a:lnTo>
                <a:lnTo>
                  <a:pt x="55" y="264"/>
                </a:lnTo>
                <a:lnTo>
                  <a:pt x="55" y="262"/>
                </a:lnTo>
                <a:lnTo>
                  <a:pt x="52" y="258"/>
                </a:lnTo>
                <a:lnTo>
                  <a:pt x="49" y="254"/>
                </a:lnTo>
                <a:lnTo>
                  <a:pt x="48" y="252"/>
                </a:lnTo>
                <a:lnTo>
                  <a:pt x="48" y="249"/>
                </a:lnTo>
                <a:lnTo>
                  <a:pt x="48" y="248"/>
                </a:lnTo>
                <a:lnTo>
                  <a:pt x="49" y="249"/>
                </a:lnTo>
                <a:lnTo>
                  <a:pt x="50" y="249"/>
                </a:lnTo>
                <a:lnTo>
                  <a:pt x="51" y="248"/>
                </a:lnTo>
                <a:lnTo>
                  <a:pt x="50" y="247"/>
                </a:lnTo>
                <a:lnTo>
                  <a:pt x="50" y="246"/>
                </a:lnTo>
                <a:lnTo>
                  <a:pt x="50" y="245"/>
                </a:lnTo>
                <a:lnTo>
                  <a:pt x="50" y="244"/>
                </a:lnTo>
                <a:lnTo>
                  <a:pt x="48" y="243"/>
                </a:lnTo>
                <a:lnTo>
                  <a:pt x="47" y="242"/>
                </a:lnTo>
                <a:lnTo>
                  <a:pt x="45" y="241"/>
                </a:lnTo>
                <a:lnTo>
                  <a:pt x="46" y="241"/>
                </a:lnTo>
                <a:lnTo>
                  <a:pt x="46" y="239"/>
                </a:lnTo>
                <a:lnTo>
                  <a:pt x="47" y="237"/>
                </a:lnTo>
                <a:lnTo>
                  <a:pt x="46" y="237"/>
                </a:lnTo>
                <a:lnTo>
                  <a:pt x="45" y="237"/>
                </a:lnTo>
                <a:lnTo>
                  <a:pt x="45" y="236"/>
                </a:lnTo>
                <a:lnTo>
                  <a:pt x="45" y="235"/>
                </a:lnTo>
                <a:lnTo>
                  <a:pt x="45" y="234"/>
                </a:lnTo>
                <a:lnTo>
                  <a:pt x="44" y="233"/>
                </a:lnTo>
                <a:lnTo>
                  <a:pt x="44" y="232"/>
                </a:lnTo>
                <a:lnTo>
                  <a:pt x="44" y="230"/>
                </a:lnTo>
                <a:lnTo>
                  <a:pt x="44" y="229"/>
                </a:lnTo>
                <a:lnTo>
                  <a:pt x="45" y="227"/>
                </a:lnTo>
                <a:lnTo>
                  <a:pt x="46" y="227"/>
                </a:lnTo>
                <a:lnTo>
                  <a:pt x="46" y="226"/>
                </a:lnTo>
                <a:lnTo>
                  <a:pt x="47" y="226"/>
                </a:lnTo>
                <a:lnTo>
                  <a:pt x="47" y="225"/>
                </a:lnTo>
                <a:lnTo>
                  <a:pt x="48" y="225"/>
                </a:lnTo>
                <a:lnTo>
                  <a:pt x="49" y="222"/>
                </a:lnTo>
                <a:lnTo>
                  <a:pt x="49" y="221"/>
                </a:lnTo>
                <a:lnTo>
                  <a:pt x="50" y="220"/>
                </a:lnTo>
                <a:lnTo>
                  <a:pt x="51" y="218"/>
                </a:lnTo>
                <a:lnTo>
                  <a:pt x="52" y="218"/>
                </a:lnTo>
                <a:lnTo>
                  <a:pt x="52" y="217"/>
                </a:lnTo>
                <a:lnTo>
                  <a:pt x="53" y="217"/>
                </a:lnTo>
                <a:lnTo>
                  <a:pt x="54" y="217"/>
                </a:lnTo>
                <a:lnTo>
                  <a:pt x="55" y="216"/>
                </a:lnTo>
                <a:lnTo>
                  <a:pt x="55" y="215"/>
                </a:lnTo>
                <a:lnTo>
                  <a:pt x="55" y="214"/>
                </a:lnTo>
                <a:lnTo>
                  <a:pt x="55" y="212"/>
                </a:lnTo>
                <a:lnTo>
                  <a:pt x="56" y="212"/>
                </a:lnTo>
                <a:lnTo>
                  <a:pt x="57" y="212"/>
                </a:lnTo>
                <a:lnTo>
                  <a:pt x="56" y="210"/>
                </a:lnTo>
                <a:lnTo>
                  <a:pt x="56" y="209"/>
                </a:lnTo>
                <a:lnTo>
                  <a:pt x="57" y="207"/>
                </a:lnTo>
                <a:lnTo>
                  <a:pt x="58" y="207"/>
                </a:lnTo>
                <a:lnTo>
                  <a:pt x="59" y="205"/>
                </a:lnTo>
                <a:lnTo>
                  <a:pt x="60" y="204"/>
                </a:lnTo>
                <a:lnTo>
                  <a:pt x="61" y="203"/>
                </a:lnTo>
                <a:lnTo>
                  <a:pt x="61" y="202"/>
                </a:lnTo>
                <a:lnTo>
                  <a:pt x="60" y="202"/>
                </a:lnTo>
                <a:lnTo>
                  <a:pt x="60" y="201"/>
                </a:lnTo>
                <a:lnTo>
                  <a:pt x="60" y="200"/>
                </a:lnTo>
                <a:lnTo>
                  <a:pt x="61" y="200"/>
                </a:lnTo>
                <a:lnTo>
                  <a:pt x="62" y="200"/>
                </a:lnTo>
                <a:lnTo>
                  <a:pt x="63" y="200"/>
                </a:lnTo>
                <a:lnTo>
                  <a:pt x="63" y="199"/>
                </a:lnTo>
                <a:lnTo>
                  <a:pt x="63" y="198"/>
                </a:lnTo>
                <a:lnTo>
                  <a:pt x="63" y="197"/>
                </a:lnTo>
                <a:lnTo>
                  <a:pt x="63" y="196"/>
                </a:lnTo>
                <a:lnTo>
                  <a:pt x="63" y="195"/>
                </a:lnTo>
                <a:lnTo>
                  <a:pt x="63" y="194"/>
                </a:lnTo>
                <a:lnTo>
                  <a:pt x="64" y="194"/>
                </a:lnTo>
                <a:lnTo>
                  <a:pt x="64" y="195"/>
                </a:lnTo>
                <a:lnTo>
                  <a:pt x="65" y="195"/>
                </a:lnTo>
                <a:lnTo>
                  <a:pt x="66" y="195"/>
                </a:lnTo>
                <a:lnTo>
                  <a:pt x="66" y="194"/>
                </a:lnTo>
                <a:lnTo>
                  <a:pt x="66" y="193"/>
                </a:lnTo>
                <a:lnTo>
                  <a:pt x="67" y="193"/>
                </a:lnTo>
                <a:lnTo>
                  <a:pt x="69" y="194"/>
                </a:lnTo>
                <a:lnTo>
                  <a:pt x="71" y="194"/>
                </a:lnTo>
                <a:lnTo>
                  <a:pt x="71" y="195"/>
                </a:lnTo>
                <a:lnTo>
                  <a:pt x="73" y="196"/>
                </a:lnTo>
                <a:lnTo>
                  <a:pt x="74" y="196"/>
                </a:lnTo>
                <a:lnTo>
                  <a:pt x="74" y="195"/>
                </a:lnTo>
                <a:lnTo>
                  <a:pt x="75" y="195"/>
                </a:lnTo>
                <a:lnTo>
                  <a:pt x="80" y="193"/>
                </a:lnTo>
                <a:lnTo>
                  <a:pt x="82" y="193"/>
                </a:lnTo>
                <a:lnTo>
                  <a:pt x="82" y="192"/>
                </a:lnTo>
                <a:lnTo>
                  <a:pt x="83" y="190"/>
                </a:lnTo>
                <a:lnTo>
                  <a:pt x="83" y="189"/>
                </a:lnTo>
                <a:lnTo>
                  <a:pt x="84" y="189"/>
                </a:lnTo>
                <a:lnTo>
                  <a:pt x="86" y="188"/>
                </a:lnTo>
                <a:lnTo>
                  <a:pt x="87" y="188"/>
                </a:lnTo>
                <a:lnTo>
                  <a:pt x="87" y="186"/>
                </a:lnTo>
                <a:lnTo>
                  <a:pt x="85" y="184"/>
                </a:lnTo>
                <a:lnTo>
                  <a:pt x="84" y="184"/>
                </a:lnTo>
                <a:lnTo>
                  <a:pt x="83" y="184"/>
                </a:lnTo>
                <a:lnTo>
                  <a:pt x="83" y="183"/>
                </a:lnTo>
                <a:lnTo>
                  <a:pt x="82" y="183"/>
                </a:lnTo>
                <a:lnTo>
                  <a:pt x="82" y="182"/>
                </a:lnTo>
                <a:lnTo>
                  <a:pt x="82" y="181"/>
                </a:lnTo>
                <a:lnTo>
                  <a:pt x="81" y="181"/>
                </a:lnTo>
                <a:lnTo>
                  <a:pt x="81" y="180"/>
                </a:lnTo>
                <a:lnTo>
                  <a:pt x="82" y="180"/>
                </a:lnTo>
                <a:lnTo>
                  <a:pt x="82" y="179"/>
                </a:lnTo>
                <a:lnTo>
                  <a:pt x="81" y="179"/>
                </a:lnTo>
                <a:lnTo>
                  <a:pt x="80" y="179"/>
                </a:lnTo>
                <a:lnTo>
                  <a:pt x="80" y="178"/>
                </a:lnTo>
                <a:lnTo>
                  <a:pt x="79" y="176"/>
                </a:lnTo>
                <a:lnTo>
                  <a:pt x="79" y="175"/>
                </a:lnTo>
                <a:lnTo>
                  <a:pt x="79" y="174"/>
                </a:lnTo>
                <a:lnTo>
                  <a:pt x="79" y="173"/>
                </a:lnTo>
                <a:lnTo>
                  <a:pt x="80" y="173"/>
                </a:lnTo>
                <a:lnTo>
                  <a:pt x="80" y="172"/>
                </a:lnTo>
                <a:lnTo>
                  <a:pt x="80" y="171"/>
                </a:lnTo>
                <a:lnTo>
                  <a:pt x="80" y="170"/>
                </a:lnTo>
                <a:lnTo>
                  <a:pt x="81" y="170"/>
                </a:lnTo>
                <a:lnTo>
                  <a:pt x="82" y="170"/>
                </a:lnTo>
                <a:lnTo>
                  <a:pt x="82" y="171"/>
                </a:lnTo>
                <a:lnTo>
                  <a:pt x="82" y="170"/>
                </a:lnTo>
                <a:lnTo>
                  <a:pt x="83" y="169"/>
                </a:lnTo>
                <a:lnTo>
                  <a:pt x="84" y="166"/>
                </a:lnTo>
                <a:lnTo>
                  <a:pt x="83" y="164"/>
                </a:lnTo>
                <a:lnTo>
                  <a:pt x="84" y="163"/>
                </a:lnTo>
                <a:lnTo>
                  <a:pt x="84" y="162"/>
                </a:lnTo>
                <a:lnTo>
                  <a:pt x="84" y="161"/>
                </a:lnTo>
                <a:lnTo>
                  <a:pt x="84" y="160"/>
                </a:lnTo>
                <a:lnTo>
                  <a:pt x="84" y="159"/>
                </a:lnTo>
                <a:lnTo>
                  <a:pt x="84" y="158"/>
                </a:lnTo>
                <a:lnTo>
                  <a:pt x="85" y="158"/>
                </a:lnTo>
                <a:lnTo>
                  <a:pt x="85" y="157"/>
                </a:lnTo>
                <a:lnTo>
                  <a:pt x="89" y="157"/>
                </a:lnTo>
                <a:lnTo>
                  <a:pt x="90" y="157"/>
                </a:lnTo>
                <a:lnTo>
                  <a:pt x="91" y="156"/>
                </a:lnTo>
                <a:lnTo>
                  <a:pt x="91" y="155"/>
                </a:lnTo>
                <a:lnTo>
                  <a:pt x="94" y="154"/>
                </a:lnTo>
                <a:lnTo>
                  <a:pt x="95" y="154"/>
                </a:lnTo>
                <a:lnTo>
                  <a:pt x="97" y="154"/>
                </a:lnTo>
                <a:lnTo>
                  <a:pt x="98" y="154"/>
                </a:lnTo>
                <a:lnTo>
                  <a:pt x="98" y="155"/>
                </a:lnTo>
                <a:lnTo>
                  <a:pt x="100" y="156"/>
                </a:lnTo>
                <a:lnTo>
                  <a:pt x="101" y="156"/>
                </a:lnTo>
                <a:lnTo>
                  <a:pt x="103" y="157"/>
                </a:lnTo>
                <a:lnTo>
                  <a:pt x="104" y="159"/>
                </a:lnTo>
                <a:lnTo>
                  <a:pt x="105" y="159"/>
                </a:lnTo>
                <a:lnTo>
                  <a:pt x="106" y="158"/>
                </a:lnTo>
                <a:lnTo>
                  <a:pt x="107" y="157"/>
                </a:lnTo>
                <a:lnTo>
                  <a:pt x="107" y="156"/>
                </a:lnTo>
                <a:lnTo>
                  <a:pt x="108" y="156"/>
                </a:lnTo>
                <a:lnTo>
                  <a:pt x="109" y="156"/>
                </a:lnTo>
                <a:lnTo>
                  <a:pt x="110" y="155"/>
                </a:lnTo>
                <a:lnTo>
                  <a:pt x="113" y="155"/>
                </a:lnTo>
                <a:lnTo>
                  <a:pt x="116" y="155"/>
                </a:lnTo>
                <a:lnTo>
                  <a:pt x="117" y="155"/>
                </a:lnTo>
                <a:lnTo>
                  <a:pt x="118" y="155"/>
                </a:lnTo>
                <a:lnTo>
                  <a:pt x="120" y="155"/>
                </a:lnTo>
                <a:lnTo>
                  <a:pt x="123" y="154"/>
                </a:lnTo>
                <a:lnTo>
                  <a:pt x="124" y="153"/>
                </a:lnTo>
                <a:lnTo>
                  <a:pt x="124" y="152"/>
                </a:lnTo>
                <a:lnTo>
                  <a:pt x="125" y="152"/>
                </a:lnTo>
                <a:lnTo>
                  <a:pt x="126" y="151"/>
                </a:lnTo>
                <a:lnTo>
                  <a:pt x="126" y="150"/>
                </a:lnTo>
                <a:lnTo>
                  <a:pt x="126" y="149"/>
                </a:lnTo>
                <a:lnTo>
                  <a:pt x="126" y="148"/>
                </a:lnTo>
                <a:lnTo>
                  <a:pt x="126" y="147"/>
                </a:lnTo>
                <a:lnTo>
                  <a:pt x="127" y="147"/>
                </a:lnTo>
                <a:lnTo>
                  <a:pt x="128" y="147"/>
                </a:lnTo>
                <a:lnTo>
                  <a:pt x="129" y="147"/>
                </a:lnTo>
                <a:lnTo>
                  <a:pt x="130" y="147"/>
                </a:lnTo>
                <a:lnTo>
                  <a:pt x="131" y="147"/>
                </a:lnTo>
                <a:lnTo>
                  <a:pt x="131" y="148"/>
                </a:lnTo>
                <a:lnTo>
                  <a:pt x="131" y="149"/>
                </a:lnTo>
                <a:lnTo>
                  <a:pt x="131" y="150"/>
                </a:lnTo>
                <a:lnTo>
                  <a:pt x="132" y="150"/>
                </a:lnTo>
                <a:lnTo>
                  <a:pt x="133" y="151"/>
                </a:lnTo>
                <a:lnTo>
                  <a:pt x="135" y="153"/>
                </a:lnTo>
                <a:lnTo>
                  <a:pt x="135" y="154"/>
                </a:lnTo>
                <a:lnTo>
                  <a:pt x="137" y="156"/>
                </a:lnTo>
                <a:lnTo>
                  <a:pt x="138" y="157"/>
                </a:lnTo>
                <a:lnTo>
                  <a:pt x="138" y="158"/>
                </a:lnTo>
                <a:lnTo>
                  <a:pt x="137" y="158"/>
                </a:lnTo>
                <a:lnTo>
                  <a:pt x="137" y="160"/>
                </a:lnTo>
                <a:lnTo>
                  <a:pt x="138" y="161"/>
                </a:lnTo>
                <a:lnTo>
                  <a:pt x="138" y="162"/>
                </a:lnTo>
                <a:lnTo>
                  <a:pt x="138" y="166"/>
                </a:lnTo>
                <a:lnTo>
                  <a:pt x="139" y="166"/>
                </a:lnTo>
                <a:lnTo>
                  <a:pt x="140" y="168"/>
                </a:lnTo>
                <a:lnTo>
                  <a:pt x="141" y="168"/>
                </a:lnTo>
                <a:lnTo>
                  <a:pt x="141" y="169"/>
                </a:lnTo>
                <a:lnTo>
                  <a:pt x="142" y="169"/>
                </a:lnTo>
                <a:lnTo>
                  <a:pt x="143" y="171"/>
                </a:lnTo>
                <a:lnTo>
                  <a:pt x="143" y="172"/>
                </a:lnTo>
                <a:lnTo>
                  <a:pt x="142" y="172"/>
                </a:lnTo>
                <a:lnTo>
                  <a:pt x="141" y="172"/>
                </a:lnTo>
                <a:lnTo>
                  <a:pt x="141" y="173"/>
                </a:lnTo>
                <a:lnTo>
                  <a:pt x="144" y="174"/>
                </a:lnTo>
                <a:lnTo>
                  <a:pt x="145" y="174"/>
                </a:lnTo>
                <a:lnTo>
                  <a:pt x="146" y="175"/>
                </a:lnTo>
                <a:lnTo>
                  <a:pt x="147" y="176"/>
                </a:lnTo>
                <a:lnTo>
                  <a:pt x="148" y="179"/>
                </a:lnTo>
                <a:lnTo>
                  <a:pt x="148" y="180"/>
                </a:lnTo>
                <a:lnTo>
                  <a:pt x="148" y="181"/>
                </a:lnTo>
                <a:lnTo>
                  <a:pt x="148" y="182"/>
                </a:lnTo>
                <a:lnTo>
                  <a:pt x="148" y="183"/>
                </a:lnTo>
                <a:lnTo>
                  <a:pt x="148" y="185"/>
                </a:lnTo>
                <a:lnTo>
                  <a:pt x="149" y="186"/>
                </a:lnTo>
                <a:lnTo>
                  <a:pt x="150" y="186"/>
                </a:lnTo>
                <a:lnTo>
                  <a:pt x="150" y="187"/>
                </a:lnTo>
                <a:lnTo>
                  <a:pt x="151" y="188"/>
                </a:lnTo>
                <a:lnTo>
                  <a:pt x="151" y="189"/>
                </a:lnTo>
                <a:lnTo>
                  <a:pt x="150" y="189"/>
                </a:lnTo>
                <a:lnTo>
                  <a:pt x="149" y="189"/>
                </a:lnTo>
                <a:lnTo>
                  <a:pt x="149" y="190"/>
                </a:lnTo>
                <a:lnTo>
                  <a:pt x="150" y="191"/>
                </a:lnTo>
                <a:lnTo>
                  <a:pt x="150" y="193"/>
                </a:lnTo>
                <a:lnTo>
                  <a:pt x="149" y="193"/>
                </a:lnTo>
                <a:lnTo>
                  <a:pt x="149" y="194"/>
                </a:lnTo>
                <a:lnTo>
                  <a:pt x="149" y="195"/>
                </a:lnTo>
                <a:lnTo>
                  <a:pt x="150" y="195"/>
                </a:lnTo>
                <a:lnTo>
                  <a:pt x="151" y="195"/>
                </a:lnTo>
                <a:lnTo>
                  <a:pt x="151" y="196"/>
                </a:lnTo>
                <a:lnTo>
                  <a:pt x="151" y="197"/>
                </a:lnTo>
                <a:lnTo>
                  <a:pt x="151" y="198"/>
                </a:lnTo>
                <a:lnTo>
                  <a:pt x="149" y="200"/>
                </a:lnTo>
                <a:lnTo>
                  <a:pt x="150" y="201"/>
                </a:lnTo>
                <a:lnTo>
                  <a:pt x="150" y="202"/>
                </a:lnTo>
                <a:lnTo>
                  <a:pt x="150" y="203"/>
                </a:lnTo>
                <a:lnTo>
                  <a:pt x="151" y="206"/>
                </a:lnTo>
                <a:lnTo>
                  <a:pt x="152" y="206"/>
                </a:lnTo>
                <a:lnTo>
                  <a:pt x="153" y="206"/>
                </a:lnTo>
                <a:lnTo>
                  <a:pt x="154" y="207"/>
                </a:lnTo>
                <a:lnTo>
                  <a:pt x="154" y="208"/>
                </a:lnTo>
                <a:lnTo>
                  <a:pt x="154" y="209"/>
                </a:lnTo>
                <a:lnTo>
                  <a:pt x="153" y="209"/>
                </a:lnTo>
                <a:lnTo>
                  <a:pt x="153" y="210"/>
                </a:lnTo>
                <a:lnTo>
                  <a:pt x="152" y="211"/>
                </a:lnTo>
                <a:lnTo>
                  <a:pt x="152" y="212"/>
                </a:lnTo>
                <a:lnTo>
                  <a:pt x="151" y="214"/>
                </a:lnTo>
                <a:lnTo>
                  <a:pt x="147" y="216"/>
                </a:lnTo>
                <a:lnTo>
                  <a:pt x="146" y="215"/>
                </a:lnTo>
                <a:lnTo>
                  <a:pt x="144" y="216"/>
                </a:lnTo>
                <a:lnTo>
                  <a:pt x="144" y="217"/>
                </a:lnTo>
                <a:lnTo>
                  <a:pt x="144" y="218"/>
                </a:lnTo>
                <a:lnTo>
                  <a:pt x="145" y="218"/>
                </a:lnTo>
                <a:lnTo>
                  <a:pt x="147" y="220"/>
                </a:lnTo>
                <a:lnTo>
                  <a:pt x="148" y="221"/>
                </a:lnTo>
                <a:lnTo>
                  <a:pt x="149" y="221"/>
                </a:lnTo>
                <a:lnTo>
                  <a:pt x="150" y="227"/>
                </a:lnTo>
                <a:lnTo>
                  <a:pt x="151" y="230"/>
                </a:lnTo>
                <a:lnTo>
                  <a:pt x="151" y="231"/>
                </a:lnTo>
                <a:lnTo>
                  <a:pt x="151" y="234"/>
                </a:lnTo>
                <a:lnTo>
                  <a:pt x="152" y="240"/>
                </a:lnTo>
                <a:lnTo>
                  <a:pt x="152" y="241"/>
                </a:lnTo>
                <a:lnTo>
                  <a:pt x="153" y="243"/>
                </a:lnTo>
                <a:lnTo>
                  <a:pt x="153" y="244"/>
                </a:lnTo>
                <a:lnTo>
                  <a:pt x="153" y="247"/>
                </a:lnTo>
                <a:lnTo>
                  <a:pt x="153" y="249"/>
                </a:lnTo>
                <a:lnTo>
                  <a:pt x="153" y="250"/>
                </a:lnTo>
                <a:lnTo>
                  <a:pt x="153" y="251"/>
                </a:lnTo>
                <a:lnTo>
                  <a:pt x="152" y="253"/>
                </a:lnTo>
                <a:lnTo>
                  <a:pt x="151" y="254"/>
                </a:lnTo>
                <a:lnTo>
                  <a:pt x="150" y="254"/>
                </a:lnTo>
                <a:lnTo>
                  <a:pt x="150" y="255"/>
                </a:lnTo>
                <a:lnTo>
                  <a:pt x="149" y="257"/>
                </a:lnTo>
                <a:lnTo>
                  <a:pt x="148" y="259"/>
                </a:lnTo>
                <a:lnTo>
                  <a:pt x="148" y="260"/>
                </a:lnTo>
                <a:lnTo>
                  <a:pt x="149" y="260"/>
                </a:lnTo>
                <a:lnTo>
                  <a:pt x="150" y="260"/>
                </a:lnTo>
                <a:lnTo>
                  <a:pt x="151" y="260"/>
                </a:lnTo>
                <a:lnTo>
                  <a:pt x="151" y="259"/>
                </a:lnTo>
                <a:lnTo>
                  <a:pt x="150" y="259"/>
                </a:lnTo>
                <a:lnTo>
                  <a:pt x="150" y="258"/>
                </a:lnTo>
                <a:lnTo>
                  <a:pt x="151" y="258"/>
                </a:lnTo>
                <a:lnTo>
                  <a:pt x="152" y="258"/>
                </a:lnTo>
                <a:lnTo>
                  <a:pt x="154" y="257"/>
                </a:lnTo>
                <a:lnTo>
                  <a:pt x="157" y="257"/>
                </a:lnTo>
                <a:lnTo>
                  <a:pt x="158" y="256"/>
                </a:lnTo>
                <a:lnTo>
                  <a:pt x="159" y="256"/>
                </a:lnTo>
                <a:lnTo>
                  <a:pt x="162" y="255"/>
                </a:lnTo>
                <a:lnTo>
                  <a:pt x="163" y="255"/>
                </a:lnTo>
                <a:lnTo>
                  <a:pt x="164" y="255"/>
                </a:lnTo>
                <a:lnTo>
                  <a:pt x="164" y="256"/>
                </a:lnTo>
                <a:lnTo>
                  <a:pt x="165" y="256"/>
                </a:lnTo>
                <a:lnTo>
                  <a:pt x="166" y="256"/>
                </a:lnTo>
                <a:lnTo>
                  <a:pt x="167" y="256"/>
                </a:lnTo>
                <a:lnTo>
                  <a:pt x="169" y="255"/>
                </a:lnTo>
                <a:lnTo>
                  <a:pt x="170" y="255"/>
                </a:lnTo>
                <a:lnTo>
                  <a:pt x="171" y="255"/>
                </a:lnTo>
                <a:lnTo>
                  <a:pt x="174" y="256"/>
                </a:lnTo>
                <a:lnTo>
                  <a:pt x="174" y="257"/>
                </a:lnTo>
                <a:lnTo>
                  <a:pt x="177" y="257"/>
                </a:lnTo>
                <a:lnTo>
                  <a:pt x="178" y="257"/>
                </a:lnTo>
                <a:lnTo>
                  <a:pt x="179" y="256"/>
                </a:lnTo>
                <a:lnTo>
                  <a:pt x="179" y="255"/>
                </a:lnTo>
                <a:lnTo>
                  <a:pt x="180" y="254"/>
                </a:lnTo>
                <a:lnTo>
                  <a:pt x="181" y="254"/>
                </a:lnTo>
                <a:lnTo>
                  <a:pt x="181" y="252"/>
                </a:lnTo>
                <a:lnTo>
                  <a:pt x="182" y="252"/>
                </a:lnTo>
                <a:lnTo>
                  <a:pt x="183" y="251"/>
                </a:lnTo>
                <a:lnTo>
                  <a:pt x="183" y="252"/>
                </a:lnTo>
                <a:lnTo>
                  <a:pt x="184" y="252"/>
                </a:lnTo>
                <a:lnTo>
                  <a:pt x="185" y="252"/>
                </a:lnTo>
                <a:lnTo>
                  <a:pt x="185" y="253"/>
                </a:lnTo>
                <a:lnTo>
                  <a:pt x="186" y="253"/>
                </a:lnTo>
                <a:lnTo>
                  <a:pt x="188" y="252"/>
                </a:lnTo>
                <a:lnTo>
                  <a:pt x="190" y="252"/>
                </a:lnTo>
                <a:lnTo>
                  <a:pt x="191" y="253"/>
                </a:lnTo>
                <a:lnTo>
                  <a:pt x="191" y="254"/>
                </a:lnTo>
                <a:lnTo>
                  <a:pt x="191" y="255"/>
                </a:lnTo>
                <a:lnTo>
                  <a:pt x="194" y="254"/>
                </a:lnTo>
                <a:lnTo>
                  <a:pt x="195" y="254"/>
                </a:lnTo>
                <a:lnTo>
                  <a:pt x="196" y="254"/>
                </a:lnTo>
                <a:lnTo>
                  <a:pt x="197" y="254"/>
                </a:lnTo>
                <a:lnTo>
                  <a:pt x="198" y="254"/>
                </a:lnTo>
                <a:lnTo>
                  <a:pt x="199" y="255"/>
                </a:lnTo>
                <a:lnTo>
                  <a:pt x="200" y="256"/>
                </a:lnTo>
                <a:lnTo>
                  <a:pt x="200" y="259"/>
                </a:lnTo>
                <a:lnTo>
                  <a:pt x="200" y="260"/>
                </a:lnTo>
                <a:lnTo>
                  <a:pt x="201" y="260"/>
                </a:lnTo>
                <a:lnTo>
                  <a:pt x="205" y="259"/>
                </a:lnTo>
                <a:lnTo>
                  <a:pt x="207" y="258"/>
                </a:lnTo>
                <a:lnTo>
                  <a:pt x="208" y="257"/>
                </a:lnTo>
                <a:lnTo>
                  <a:pt x="209" y="256"/>
                </a:lnTo>
                <a:lnTo>
                  <a:pt x="209" y="255"/>
                </a:lnTo>
                <a:lnTo>
                  <a:pt x="208" y="253"/>
                </a:lnTo>
                <a:lnTo>
                  <a:pt x="208" y="252"/>
                </a:lnTo>
                <a:lnTo>
                  <a:pt x="208" y="251"/>
                </a:lnTo>
                <a:lnTo>
                  <a:pt x="208" y="250"/>
                </a:lnTo>
                <a:lnTo>
                  <a:pt x="210" y="249"/>
                </a:lnTo>
                <a:lnTo>
                  <a:pt x="211" y="249"/>
                </a:lnTo>
                <a:lnTo>
                  <a:pt x="213" y="250"/>
                </a:lnTo>
                <a:lnTo>
                  <a:pt x="214" y="253"/>
                </a:lnTo>
                <a:lnTo>
                  <a:pt x="215" y="253"/>
                </a:lnTo>
                <a:lnTo>
                  <a:pt x="215" y="254"/>
                </a:lnTo>
                <a:lnTo>
                  <a:pt x="216" y="254"/>
                </a:lnTo>
                <a:lnTo>
                  <a:pt x="218" y="254"/>
                </a:lnTo>
                <a:lnTo>
                  <a:pt x="220" y="254"/>
                </a:lnTo>
                <a:lnTo>
                  <a:pt x="223" y="253"/>
                </a:lnTo>
                <a:lnTo>
                  <a:pt x="224" y="253"/>
                </a:lnTo>
                <a:lnTo>
                  <a:pt x="225" y="251"/>
                </a:lnTo>
                <a:lnTo>
                  <a:pt x="224" y="251"/>
                </a:lnTo>
                <a:lnTo>
                  <a:pt x="224" y="250"/>
                </a:lnTo>
                <a:lnTo>
                  <a:pt x="223" y="250"/>
                </a:lnTo>
                <a:lnTo>
                  <a:pt x="223" y="249"/>
                </a:lnTo>
                <a:lnTo>
                  <a:pt x="222" y="248"/>
                </a:lnTo>
                <a:lnTo>
                  <a:pt x="221" y="248"/>
                </a:lnTo>
                <a:lnTo>
                  <a:pt x="221" y="247"/>
                </a:lnTo>
                <a:lnTo>
                  <a:pt x="220" y="246"/>
                </a:lnTo>
                <a:lnTo>
                  <a:pt x="220" y="245"/>
                </a:lnTo>
                <a:lnTo>
                  <a:pt x="221" y="242"/>
                </a:lnTo>
                <a:lnTo>
                  <a:pt x="221" y="240"/>
                </a:lnTo>
                <a:lnTo>
                  <a:pt x="221" y="238"/>
                </a:lnTo>
                <a:lnTo>
                  <a:pt x="220" y="237"/>
                </a:lnTo>
                <a:lnTo>
                  <a:pt x="219" y="237"/>
                </a:lnTo>
                <a:lnTo>
                  <a:pt x="218" y="237"/>
                </a:lnTo>
                <a:lnTo>
                  <a:pt x="217" y="237"/>
                </a:lnTo>
                <a:lnTo>
                  <a:pt x="216" y="236"/>
                </a:lnTo>
                <a:lnTo>
                  <a:pt x="214" y="234"/>
                </a:lnTo>
                <a:lnTo>
                  <a:pt x="214" y="233"/>
                </a:lnTo>
                <a:lnTo>
                  <a:pt x="213" y="232"/>
                </a:lnTo>
                <a:lnTo>
                  <a:pt x="214" y="231"/>
                </a:lnTo>
                <a:lnTo>
                  <a:pt x="215" y="230"/>
                </a:lnTo>
                <a:lnTo>
                  <a:pt x="217" y="229"/>
                </a:lnTo>
                <a:lnTo>
                  <a:pt x="218" y="229"/>
                </a:lnTo>
                <a:lnTo>
                  <a:pt x="220" y="228"/>
                </a:lnTo>
                <a:lnTo>
                  <a:pt x="221" y="227"/>
                </a:lnTo>
                <a:lnTo>
                  <a:pt x="225" y="226"/>
                </a:lnTo>
                <a:lnTo>
                  <a:pt x="226" y="225"/>
                </a:lnTo>
                <a:lnTo>
                  <a:pt x="229" y="224"/>
                </a:lnTo>
                <a:lnTo>
                  <a:pt x="229" y="223"/>
                </a:lnTo>
                <a:lnTo>
                  <a:pt x="231" y="222"/>
                </a:lnTo>
                <a:lnTo>
                  <a:pt x="231" y="221"/>
                </a:lnTo>
                <a:lnTo>
                  <a:pt x="232" y="221"/>
                </a:lnTo>
                <a:lnTo>
                  <a:pt x="233" y="221"/>
                </a:lnTo>
                <a:lnTo>
                  <a:pt x="234" y="220"/>
                </a:lnTo>
                <a:lnTo>
                  <a:pt x="238" y="218"/>
                </a:lnTo>
                <a:lnTo>
                  <a:pt x="238" y="217"/>
                </a:lnTo>
                <a:lnTo>
                  <a:pt x="239" y="217"/>
                </a:lnTo>
                <a:lnTo>
                  <a:pt x="240" y="217"/>
                </a:lnTo>
                <a:lnTo>
                  <a:pt x="241" y="217"/>
                </a:lnTo>
                <a:lnTo>
                  <a:pt x="241" y="216"/>
                </a:lnTo>
                <a:lnTo>
                  <a:pt x="242" y="216"/>
                </a:lnTo>
                <a:lnTo>
                  <a:pt x="244" y="214"/>
                </a:lnTo>
                <a:lnTo>
                  <a:pt x="245" y="214"/>
                </a:lnTo>
                <a:lnTo>
                  <a:pt x="248" y="212"/>
                </a:lnTo>
                <a:lnTo>
                  <a:pt x="248" y="210"/>
                </a:lnTo>
                <a:lnTo>
                  <a:pt x="249" y="210"/>
                </a:lnTo>
                <a:lnTo>
                  <a:pt x="250" y="209"/>
                </a:lnTo>
                <a:lnTo>
                  <a:pt x="251" y="208"/>
                </a:lnTo>
                <a:lnTo>
                  <a:pt x="254" y="206"/>
                </a:lnTo>
                <a:lnTo>
                  <a:pt x="256" y="205"/>
                </a:lnTo>
                <a:lnTo>
                  <a:pt x="256" y="204"/>
                </a:lnTo>
                <a:lnTo>
                  <a:pt x="257" y="204"/>
                </a:lnTo>
                <a:lnTo>
                  <a:pt x="257" y="203"/>
                </a:lnTo>
                <a:lnTo>
                  <a:pt x="259" y="202"/>
                </a:lnTo>
                <a:lnTo>
                  <a:pt x="261" y="201"/>
                </a:lnTo>
                <a:lnTo>
                  <a:pt x="261" y="200"/>
                </a:lnTo>
                <a:lnTo>
                  <a:pt x="262" y="198"/>
                </a:lnTo>
                <a:lnTo>
                  <a:pt x="268" y="193"/>
                </a:lnTo>
                <a:lnTo>
                  <a:pt x="269" y="192"/>
                </a:lnTo>
                <a:lnTo>
                  <a:pt x="271" y="191"/>
                </a:lnTo>
                <a:lnTo>
                  <a:pt x="272" y="190"/>
                </a:lnTo>
                <a:lnTo>
                  <a:pt x="272" y="189"/>
                </a:lnTo>
                <a:lnTo>
                  <a:pt x="272" y="188"/>
                </a:lnTo>
                <a:lnTo>
                  <a:pt x="272" y="186"/>
                </a:lnTo>
                <a:lnTo>
                  <a:pt x="272" y="185"/>
                </a:lnTo>
                <a:lnTo>
                  <a:pt x="273" y="185"/>
                </a:lnTo>
                <a:lnTo>
                  <a:pt x="274" y="185"/>
                </a:lnTo>
                <a:lnTo>
                  <a:pt x="274" y="186"/>
                </a:lnTo>
                <a:lnTo>
                  <a:pt x="275" y="186"/>
                </a:lnTo>
                <a:lnTo>
                  <a:pt x="276" y="187"/>
                </a:lnTo>
                <a:lnTo>
                  <a:pt x="277" y="187"/>
                </a:lnTo>
                <a:lnTo>
                  <a:pt x="277" y="186"/>
                </a:lnTo>
                <a:lnTo>
                  <a:pt x="278" y="186"/>
                </a:lnTo>
                <a:lnTo>
                  <a:pt x="280" y="184"/>
                </a:lnTo>
                <a:lnTo>
                  <a:pt x="281" y="182"/>
                </a:lnTo>
                <a:lnTo>
                  <a:pt x="281" y="181"/>
                </a:lnTo>
                <a:lnTo>
                  <a:pt x="281" y="180"/>
                </a:lnTo>
                <a:lnTo>
                  <a:pt x="282" y="180"/>
                </a:lnTo>
                <a:lnTo>
                  <a:pt x="283" y="180"/>
                </a:lnTo>
                <a:lnTo>
                  <a:pt x="284" y="179"/>
                </a:lnTo>
                <a:lnTo>
                  <a:pt x="285" y="178"/>
                </a:lnTo>
                <a:lnTo>
                  <a:pt x="285" y="177"/>
                </a:lnTo>
                <a:lnTo>
                  <a:pt x="285" y="176"/>
                </a:lnTo>
                <a:lnTo>
                  <a:pt x="286" y="176"/>
                </a:lnTo>
                <a:lnTo>
                  <a:pt x="288" y="175"/>
                </a:lnTo>
                <a:lnTo>
                  <a:pt x="289" y="175"/>
                </a:lnTo>
                <a:lnTo>
                  <a:pt x="290" y="175"/>
                </a:lnTo>
                <a:lnTo>
                  <a:pt x="291" y="175"/>
                </a:lnTo>
                <a:lnTo>
                  <a:pt x="293" y="174"/>
                </a:lnTo>
                <a:lnTo>
                  <a:pt x="294" y="174"/>
                </a:lnTo>
                <a:lnTo>
                  <a:pt x="295" y="174"/>
                </a:lnTo>
                <a:lnTo>
                  <a:pt x="296" y="173"/>
                </a:lnTo>
                <a:lnTo>
                  <a:pt x="297" y="172"/>
                </a:lnTo>
                <a:lnTo>
                  <a:pt x="298" y="172"/>
                </a:lnTo>
                <a:lnTo>
                  <a:pt x="298" y="171"/>
                </a:lnTo>
                <a:lnTo>
                  <a:pt x="299" y="171"/>
                </a:lnTo>
                <a:lnTo>
                  <a:pt x="299" y="172"/>
                </a:lnTo>
                <a:lnTo>
                  <a:pt x="300" y="173"/>
                </a:lnTo>
                <a:lnTo>
                  <a:pt x="300" y="174"/>
                </a:lnTo>
                <a:lnTo>
                  <a:pt x="301" y="175"/>
                </a:lnTo>
                <a:lnTo>
                  <a:pt x="301" y="176"/>
                </a:lnTo>
                <a:lnTo>
                  <a:pt x="301" y="177"/>
                </a:lnTo>
                <a:lnTo>
                  <a:pt x="302" y="178"/>
                </a:lnTo>
                <a:lnTo>
                  <a:pt x="302" y="179"/>
                </a:lnTo>
                <a:lnTo>
                  <a:pt x="303" y="180"/>
                </a:lnTo>
                <a:lnTo>
                  <a:pt x="303" y="181"/>
                </a:lnTo>
                <a:lnTo>
                  <a:pt x="304" y="182"/>
                </a:lnTo>
                <a:lnTo>
                  <a:pt x="305" y="183"/>
                </a:lnTo>
                <a:lnTo>
                  <a:pt x="305" y="184"/>
                </a:lnTo>
                <a:lnTo>
                  <a:pt x="306" y="185"/>
                </a:lnTo>
                <a:lnTo>
                  <a:pt x="306" y="186"/>
                </a:lnTo>
                <a:lnTo>
                  <a:pt x="307" y="186"/>
                </a:lnTo>
                <a:lnTo>
                  <a:pt x="307" y="187"/>
                </a:lnTo>
                <a:lnTo>
                  <a:pt x="308" y="188"/>
                </a:lnTo>
                <a:lnTo>
                  <a:pt x="309" y="188"/>
                </a:lnTo>
                <a:lnTo>
                  <a:pt x="309" y="189"/>
                </a:lnTo>
                <a:lnTo>
                  <a:pt x="314" y="194"/>
                </a:lnTo>
                <a:lnTo>
                  <a:pt x="314" y="195"/>
                </a:lnTo>
                <a:lnTo>
                  <a:pt x="314" y="196"/>
                </a:lnTo>
                <a:lnTo>
                  <a:pt x="314" y="197"/>
                </a:lnTo>
                <a:lnTo>
                  <a:pt x="314" y="199"/>
                </a:lnTo>
                <a:lnTo>
                  <a:pt x="314" y="200"/>
                </a:lnTo>
                <a:lnTo>
                  <a:pt x="315" y="200"/>
                </a:lnTo>
                <a:lnTo>
                  <a:pt x="315" y="201"/>
                </a:lnTo>
                <a:lnTo>
                  <a:pt x="316" y="201"/>
                </a:lnTo>
                <a:lnTo>
                  <a:pt x="316" y="202"/>
                </a:lnTo>
                <a:lnTo>
                  <a:pt x="317" y="205"/>
                </a:lnTo>
                <a:lnTo>
                  <a:pt x="320" y="205"/>
                </a:lnTo>
                <a:lnTo>
                  <a:pt x="320" y="204"/>
                </a:lnTo>
                <a:lnTo>
                  <a:pt x="322" y="203"/>
                </a:lnTo>
                <a:lnTo>
                  <a:pt x="327" y="203"/>
                </a:lnTo>
                <a:lnTo>
                  <a:pt x="327" y="204"/>
                </a:lnTo>
                <a:lnTo>
                  <a:pt x="329" y="204"/>
                </a:lnTo>
                <a:lnTo>
                  <a:pt x="330" y="204"/>
                </a:lnTo>
                <a:lnTo>
                  <a:pt x="330" y="203"/>
                </a:lnTo>
                <a:lnTo>
                  <a:pt x="330" y="202"/>
                </a:lnTo>
                <a:lnTo>
                  <a:pt x="330" y="201"/>
                </a:lnTo>
                <a:lnTo>
                  <a:pt x="331" y="201"/>
                </a:lnTo>
                <a:lnTo>
                  <a:pt x="333" y="199"/>
                </a:lnTo>
                <a:lnTo>
                  <a:pt x="333" y="197"/>
                </a:lnTo>
                <a:lnTo>
                  <a:pt x="333" y="196"/>
                </a:lnTo>
                <a:lnTo>
                  <a:pt x="333" y="195"/>
                </a:lnTo>
                <a:lnTo>
                  <a:pt x="332" y="195"/>
                </a:lnTo>
                <a:lnTo>
                  <a:pt x="331" y="193"/>
                </a:lnTo>
                <a:lnTo>
                  <a:pt x="330" y="193"/>
                </a:lnTo>
                <a:lnTo>
                  <a:pt x="329" y="192"/>
                </a:lnTo>
                <a:lnTo>
                  <a:pt x="329" y="189"/>
                </a:lnTo>
                <a:lnTo>
                  <a:pt x="330" y="188"/>
                </a:lnTo>
                <a:lnTo>
                  <a:pt x="331" y="185"/>
                </a:lnTo>
                <a:lnTo>
                  <a:pt x="332" y="184"/>
                </a:lnTo>
                <a:lnTo>
                  <a:pt x="333" y="184"/>
                </a:lnTo>
                <a:lnTo>
                  <a:pt x="334" y="184"/>
                </a:lnTo>
                <a:lnTo>
                  <a:pt x="336" y="185"/>
                </a:lnTo>
                <a:lnTo>
                  <a:pt x="337" y="184"/>
                </a:lnTo>
                <a:lnTo>
                  <a:pt x="338" y="184"/>
                </a:lnTo>
                <a:lnTo>
                  <a:pt x="338" y="183"/>
                </a:lnTo>
                <a:lnTo>
                  <a:pt x="338" y="182"/>
                </a:lnTo>
                <a:lnTo>
                  <a:pt x="338" y="183"/>
                </a:lnTo>
                <a:lnTo>
                  <a:pt x="340" y="184"/>
                </a:lnTo>
                <a:lnTo>
                  <a:pt x="341" y="184"/>
                </a:lnTo>
                <a:lnTo>
                  <a:pt x="341" y="185"/>
                </a:lnTo>
                <a:lnTo>
                  <a:pt x="342" y="185"/>
                </a:lnTo>
                <a:lnTo>
                  <a:pt x="342" y="184"/>
                </a:lnTo>
                <a:lnTo>
                  <a:pt x="343" y="183"/>
                </a:lnTo>
                <a:lnTo>
                  <a:pt x="343" y="182"/>
                </a:lnTo>
                <a:lnTo>
                  <a:pt x="344" y="179"/>
                </a:lnTo>
                <a:lnTo>
                  <a:pt x="343" y="178"/>
                </a:lnTo>
                <a:lnTo>
                  <a:pt x="344" y="177"/>
                </a:lnTo>
                <a:lnTo>
                  <a:pt x="344" y="175"/>
                </a:lnTo>
                <a:lnTo>
                  <a:pt x="345" y="173"/>
                </a:lnTo>
                <a:lnTo>
                  <a:pt x="346" y="171"/>
                </a:lnTo>
                <a:lnTo>
                  <a:pt x="346" y="170"/>
                </a:lnTo>
                <a:lnTo>
                  <a:pt x="345" y="170"/>
                </a:lnTo>
                <a:lnTo>
                  <a:pt x="345" y="168"/>
                </a:lnTo>
                <a:lnTo>
                  <a:pt x="346" y="167"/>
                </a:lnTo>
                <a:lnTo>
                  <a:pt x="347" y="167"/>
                </a:lnTo>
                <a:lnTo>
                  <a:pt x="348" y="167"/>
                </a:lnTo>
                <a:lnTo>
                  <a:pt x="349" y="165"/>
                </a:lnTo>
                <a:lnTo>
                  <a:pt x="349" y="164"/>
                </a:lnTo>
                <a:lnTo>
                  <a:pt x="350" y="164"/>
                </a:lnTo>
                <a:lnTo>
                  <a:pt x="351" y="164"/>
                </a:lnTo>
                <a:lnTo>
                  <a:pt x="352" y="163"/>
                </a:lnTo>
                <a:lnTo>
                  <a:pt x="353" y="163"/>
                </a:lnTo>
                <a:lnTo>
                  <a:pt x="353" y="162"/>
                </a:lnTo>
                <a:lnTo>
                  <a:pt x="353" y="160"/>
                </a:lnTo>
                <a:lnTo>
                  <a:pt x="354" y="160"/>
                </a:lnTo>
                <a:lnTo>
                  <a:pt x="355" y="161"/>
                </a:lnTo>
                <a:lnTo>
                  <a:pt x="355" y="160"/>
                </a:lnTo>
                <a:lnTo>
                  <a:pt x="356" y="159"/>
                </a:lnTo>
                <a:lnTo>
                  <a:pt x="356" y="158"/>
                </a:lnTo>
                <a:lnTo>
                  <a:pt x="356" y="157"/>
                </a:lnTo>
                <a:lnTo>
                  <a:pt x="356" y="155"/>
                </a:lnTo>
                <a:lnTo>
                  <a:pt x="357" y="155"/>
                </a:lnTo>
                <a:lnTo>
                  <a:pt x="357" y="153"/>
                </a:lnTo>
                <a:lnTo>
                  <a:pt x="358" y="153"/>
                </a:lnTo>
                <a:lnTo>
                  <a:pt x="359" y="152"/>
                </a:lnTo>
                <a:lnTo>
                  <a:pt x="360" y="152"/>
                </a:lnTo>
                <a:lnTo>
                  <a:pt x="362" y="152"/>
                </a:lnTo>
                <a:lnTo>
                  <a:pt x="362" y="151"/>
                </a:lnTo>
                <a:lnTo>
                  <a:pt x="365" y="151"/>
                </a:lnTo>
                <a:lnTo>
                  <a:pt x="366" y="151"/>
                </a:lnTo>
                <a:lnTo>
                  <a:pt x="366" y="152"/>
                </a:lnTo>
                <a:lnTo>
                  <a:pt x="367" y="152"/>
                </a:lnTo>
                <a:lnTo>
                  <a:pt x="369" y="153"/>
                </a:lnTo>
                <a:lnTo>
                  <a:pt x="370" y="153"/>
                </a:lnTo>
                <a:lnTo>
                  <a:pt x="371" y="153"/>
                </a:lnTo>
                <a:lnTo>
                  <a:pt x="372" y="153"/>
                </a:lnTo>
                <a:lnTo>
                  <a:pt x="373" y="154"/>
                </a:lnTo>
                <a:lnTo>
                  <a:pt x="373" y="155"/>
                </a:lnTo>
                <a:lnTo>
                  <a:pt x="372" y="158"/>
                </a:lnTo>
                <a:lnTo>
                  <a:pt x="372" y="159"/>
                </a:lnTo>
                <a:lnTo>
                  <a:pt x="372" y="160"/>
                </a:lnTo>
                <a:lnTo>
                  <a:pt x="370" y="163"/>
                </a:lnTo>
                <a:lnTo>
                  <a:pt x="369" y="163"/>
                </a:lnTo>
                <a:lnTo>
                  <a:pt x="369" y="164"/>
                </a:lnTo>
                <a:lnTo>
                  <a:pt x="371" y="164"/>
                </a:lnTo>
                <a:lnTo>
                  <a:pt x="372" y="164"/>
                </a:lnTo>
                <a:lnTo>
                  <a:pt x="373" y="164"/>
                </a:lnTo>
                <a:lnTo>
                  <a:pt x="374" y="164"/>
                </a:lnTo>
                <a:lnTo>
                  <a:pt x="374" y="165"/>
                </a:lnTo>
                <a:lnTo>
                  <a:pt x="376" y="164"/>
                </a:lnTo>
                <a:lnTo>
                  <a:pt x="379" y="162"/>
                </a:lnTo>
                <a:lnTo>
                  <a:pt x="380" y="161"/>
                </a:lnTo>
                <a:lnTo>
                  <a:pt x="382" y="158"/>
                </a:lnTo>
                <a:lnTo>
                  <a:pt x="383" y="157"/>
                </a:lnTo>
                <a:lnTo>
                  <a:pt x="383" y="155"/>
                </a:lnTo>
                <a:lnTo>
                  <a:pt x="384" y="155"/>
                </a:lnTo>
                <a:lnTo>
                  <a:pt x="384" y="154"/>
                </a:lnTo>
                <a:lnTo>
                  <a:pt x="384" y="155"/>
                </a:lnTo>
                <a:lnTo>
                  <a:pt x="385" y="155"/>
                </a:lnTo>
                <a:lnTo>
                  <a:pt x="387" y="157"/>
                </a:lnTo>
                <a:lnTo>
                  <a:pt x="388" y="158"/>
                </a:lnTo>
                <a:lnTo>
                  <a:pt x="389" y="159"/>
                </a:lnTo>
                <a:lnTo>
                  <a:pt x="390" y="159"/>
                </a:lnTo>
                <a:lnTo>
                  <a:pt x="391" y="160"/>
                </a:lnTo>
                <a:lnTo>
                  <a:pt x="391" y="161"/>
                </a:lnTo>
                <a:lnTo>
                  <a:pt x="390" y="161"/>
                </a:lnTo>
                <a:lnTo>
                  <a:pt x="391" y="161"/>
                </a:lnTo>
                <a:lnTo>
                  <a:pt x="393" y="164"/>
                </a:lnTo>
                <a:lnTo>
                  <a:pt x="394" y="164"/>
                </a:lnTo>
                <a:lnTo>
                  <a:pt x="395" y="164"/>
                </a:lnTo>
                <a:lnTo>
                  <a:pt x="395" y="163"/>
                </a:lnTo>
                <a:lnTo>
                  <a:pt x="396" y="163"/>
                </a:lnTo>
                <a:lnTo>
                  <a:pt x="397" y="164"/>
                </a:lnTo>
                <a:lnTo>
                  <a:pt x="399" y="165"/>
                </a:lnTo>
                <a:lnTo>
                  <a:pt x="400" y="165"/>
                </a:lnTo>
                <a:lnTo>
                  <a:pt x="400" y="164"/>
                </a:lnTo>
                <a:lnTo>
                  <a:pt x="400" y="163"/>
                </a:lnTo>
                <a:lnTo>
                  <a:pt x="399" y="163"/>
                </a:lnTo>
                <a:lnTo>
                  <a:pt x="400" y="162"/>
                </a:lnTo>
                <a:lnTo>
                  <a:pt x="401" y="162"/>
                </a:lnTo>
                <a:lnTo>
                  <a:pt x="402" y="163"/>
                </a:lnTo>
                <a:lnTo>
                  <a:pt x="404" y="162"/>
                </a:lnTo>
                <a:lnTo>
                  <a:pt x="404" y="163"/>
                </a:lnTo>
                <a:lnTo>
                  <a:pt x="405" y="163"/>
                </a:lnTo>
                <a:lnTo>
                  <a:pt x="406" y="163"/>
                </a:lnTo>
                <a:lnTo>
                  <a:pt x="407" y="163"/>
                </a:lnTo>
                <a:lnTo>
                  <a:pt x="408" y="161"/>
                </a:lnTo>
                <a:lnTo>
                  <a:pt x="408" y="160"/>
                </a:lnTo>
                <a:lnTo>
                  <a:pt x="409" y="159"/>
                </a:lnTo>
                <a:lnTo>
                  <a:pt x="410" y="159"/>
                </a:lnTo>
                <a:lnTo>
                  <a:pt x="411" y="159"/>
                </a:lnTo>
                <a:lnTo>
                  <a:pt x="415" y="159"/>
                </a:lnTo>
                <a:lnTo>
                  <a:pt x="414" y="158"/>
                </a:lnTo>
                <a:lnTo>
                  <a:pt x="419" y="157"/>
                </a:lnTo>
                <a:lnTo>
                  <a:pt x="420" y="155"/>
                </a:lnTo>
                <a:lnTo>
                  <a:pt x="420" y="154"/>
                </a:lnTo>
                <a:lnTo>
                  <a:pt x="420" y="153"/>
                </a:lnTo>
                <a:lnTo>
                  <a:pt x="420" y="152"/>
                </a:lnTo>
                <a:lnTo>
                  <a:pt x="421" y="152"/>
                </a:lnTo>
                <a:lnTo>
                  <a:pt x="421" y="150"/>
                </a:lnTo>
                <a:lnTo>
                  <a:pt x="423" y="148"/>
                </a:lnTo>
                <a:lnTo>
                  <a:pt x="424" y="147"/>
                </a:lnTo>
                <a:lnTo>
                  <a:pt x="425" y="147"/>
                </a:lnTo>
                <a:lnTo>
                  <a:pt x="425" y="148"/>
                </a:lnTo>
                <a:lnTo>
                  <a:pt x="425" y="149"/>
                </a:lnTo>
                <a:lnTo>
                  <a:pt x="427" y="151"/>
                </a:lnTo>
                <a:lnTo>
                  <a:pt x="428" y="151"/>
                </a:lnTo>
                <a:lnTo>
                  <a:pt x="434" y="147"/>
                </a:lnTo>
                <a:lnTo>
                  <a:pt x="435" y="146"/>
                </a:lnTo>
                <a:lnTo>
                  <a:pt x="435" y="145"/>
                </a:lnTo>
                <a:lnTo>
                  <a:pt x="436" y="144"/>
                </a:lnTo>
                <a:lnTo>
                  <a:pt x="438" y="144"/>
                </a:lnTo>
                <a:lnTo>
                  <a:pt x="440" y="142"/>
                </a:lnTo>
                <a:lnTo>
                  <a:pt x="441" y="141"/>
                </a:lnTo>
                <a:lnTo>
                  <a:pt x="441" y="140"/>
                </a:lnTo>
                <a:lnTo>
                  <a:pt x="441" y="139"/>
                </a:lnTo>
                <a:lnTo>
                  <a:pt x="441" y="138"/>
                </a:lnTo>
                <a:lnTo>
                  <a:pt x="440" y="138"/>
                </a:lnTo>
                <a:lnTo>
                  <a:pt x="440" y="135"/>
                </a:lnTo>
                <a:lnTo>
                  <a:pt x="441" y="133"/>
                </a:lnTo>
                <a:lnTo>
                  <a:pt x="440" y="132"/>
                </a:lnTo>
                <a:lnTo>
                  <a:pt x="440" y="131"/>
                </a:lnTo>
                <a:lnTo>
                  <a:pt x="439" y="130"/>
                </a:lnTo>
                <a:lnTo>
                  <a:pt x="439" y="128"/>
                </a:lnTo>
                <a:lnTo>
                  <a:pt x="440" y="128"/>
                </a:lnTo>
                <a:lnTo>
                  <a:pt x="440" y="127"/>
                </a:lnTo>
                <a:lnTo>
                  <a:pt x="440" y="126"/>
                </a:lnTo>
                <a:lnTo>
                  <a:pt x="440" y="123"/>
                </a:lnTo>
                <a:lnTo>
                  <a:pt x="440" y="122"/>
                </a:lnTo>
                <a:lnTo>
                  <a:pt x="439" y="121"/>
                </a:lnTo>
                <a:lnTo>
                  <a:pt x="438" y="120"/>
                </a:lnTo>
                <a:lnTo>
                  <a:pt x="437" y="120"/>
                </a:lnTo>
                <a:lnTo>
                  <a:pt x="436" y="119"/>
                </a:lnTo>
                <a:lnTo>
                  <a:pt x="437" y="118"/>
                </a:lnTo>
                <a:lnTo>
                  <a:pt x="436" y="118"/>
                </a:lnTo>
                <a:lnTo>
                  <a:pt x="435" y="117"/>
                </a:lnTo>
                <a:lnTo>
                  <a:pt x="434" y="116"/>
                </a:lnTo>
                <a:lnTo>
                  <a:pt x="434" y="115"/>
                </a:lnTo>
                <a:lnTo>
                  <a:pt x="433" y="115"/>
                </a:lnTo>
                <a:lnTo>
                  <a:pt x="433" y="114"/>
                </a:lnTo>
                <a:lnTo>
                  <a:pt x="433" y="113"/>
                </a:lnTo>
                <a:lnTo>
                  <a:pt x="432" y="113"/>
                </a:lnTo>
                <a:lnTo>
                  <a:pt x="431" y="113"/>
                </a:lnTo>
                <a:lnTo>
                  <a:pt x="430" y="113"/>
                </a:lnTo>
                <a:lnTo>
                  <a:pt x="429" y="113"/>
                </a:lnTo>
                <a:lnTo>
                  <a:pt x="428" y="112"/>
                </a:lnTo>
                <a:lnTo>
                  <a:pt x="427" y="111"/>
                </a:lnTo>
                <a:lnTo>
                  <a:pt x="425" y="108"/>
                </a:lnTo>
                <a:lnTo>
                  <a:pt x="423" y="106"/>
                </a:lnTo>
                <a:lnTo>
                  <a:pt x="422" y="104"/>
                </a:lnTo>
                <a:lnTo>
                  <a:pt x="421" y="103"/>
                </a:lnTo>
                <a:lnTo>
                  <a:pt x="423" y="104"/>
                </a:lnTo>
                <a:lnTo>
                  <a:pt x="425" y="104"/>
                </a:lnTo>
                <a:lnTo>
                  <a:pt x="426" y="104"/>
                </a:lnTo>
                <a:lnTo>
                  <a:pt x="427" y="104"/>
                </a:lnTo>
                <a:lnTo>
                  <a:pt x="429" y="104"/>
                </a:lnTo>
                <a:lnTo>
                  <a:pt x="430" y="104"/>
                </a:lnTo>
                <a:lnTo>
                  <a:pt x="431" y="104"/>
                </a:lnTo>
                <a:lnTo>
                  <a:pt x="432" y="104"/>
                </a:lnTo>
                <a:lnTo>
                  <a:pt x="433" y="105"/>
                </a:lnTo>
                <a:lnTo>
                  <a:pt x="433" y="106"/>
                </a:lnTo>
                <a:lnTo>
                  <a:pt x="435" y="105"/>
                </a:lnTo>
                <a:lnTo>
                  <a:pt x="436" y="104"/>
                </a:lnTo>
                <a:lnTo>
                  <a:pt x="437" y="104"/>
                </a:lnTo>
                <a:lnTo>
                  <a:pt x="438" y="104"/>
                </a:lnTo>
                <a:lnTo>
                  <a:pt x="439" y="105"/>
                </a:lnTo>
                <a:lnTo>
                  <a:pt x="440" y="105"/>
                </a:lnTo>
                <a:lnTo>
                  <a:pt x="441" y="104"/>
                </a:lnTo>
                <a:lnTo>
                  <a:pt x="442" y="104"/>
                </a:lnTo>
                <a:lnTo>
                  <a:pt x="442" y="102"/>
                </a:lnTo>
                <a:lnTo>
                  <a:pt x="442" y="100"/>
                </a:lnTo>
                <a:lnTo>
                  <a:pt x="441" y="99"/>
                </a:lnTo>
                <a:lnTo>
                  <a:pt x="441" y="96"/>
                </a:lnTo>
                <a:lnTo>
                  <a:pt x="440" y="95"/>
                </a:lnTo>
                <a:lnTo>
                  <a:pt x="439" y="95"/>
                </a:lnTo>
                <a:lnTo>
                  <a:pt x="439" y="94"/>
                </a:lnTo>
                <a:lnTo>
                  <a:pt x="438" y="94"/>
                </a:lnTo>
                <a:lnTo>
                  <a:pt x="438" y="85"/>
                </a:lnTo>
                <a:lnTo>
                  <a:pt x="438" y="84"/>
                </a:lnTo>
                <a:lnTo>
                  <a:pt x="437" y="82"/>
                </a:lnTo>
                <a:lnTo>
                  <a:pt x="437" y="81"/>
                </a:lnTo>
                <a:lnTo>
                  <a:pt x="436" y="79"/>
                </a:lnTo>
                <a:lnTo>
                  <a:pt x="436" y="78"/>
                </a:lnTo>
                <a:lnTo>
                  <a:pt x="434" y="76"/>
                </a:lnTo>
                <a:lnTo>
                  <a:pt x="434" y="75"/>
                </a:lnTo>
                <a:lnTo>
                  <a:pt x="433" y="72"/>
                </a:lnTo>
                <a:lnTo>
                  <a:pt x="433" y="71"/>
                </a:lnTo>
                <a:lnTo>
                  <a:pt x="433" y="69"/>
                </a:lnTo>
                <a:lnTo>
                  <a:pt x="433" y="68"/>
                </a:lnTo>
                <a:lnTo>
                  <a:pt x="433" y="67"/>
                </a:lnTo>
                <a:lnTo>
                  <a:pt x="434" y="66"/>
                </a:lnTo>
                <a:lnTo>
                  <a:pt x="434" y="65"/>
                </a:lnTo>
                <a:lnTo>
                  <a:pt x="433" y="64"/>
                </a:lnTo>
                <a:lnTo>
                  <a:pt x="434" y="64"/>
                </a:lnTo>
                <a:lnTo>
                  <a:pt x="436" y="62"/>
                </a:lnTo>
                <a:lnTo>
                  <a:pt x="439" y="59"/>
                </a:lnTo>
                <a:lnTo>
                  <a:pt x="442" y="57"/>
                </a:lnTo>
                <a:lnTo>
                  <a:pt x="444" y="55"/>
                </a:lnTo>
                <a:lnTo>
                  <a:pt x="445" y="54"/>
                </a:lnTo>
                <a:lnTo>
                  <a:pt x="446" y="55"/>
                </a:lnTo>
                <a:lnTo>
                  <a:pt x="447" y="55"/>
                </a:lnTo>
                <a:lnTo>
                  <a:pt x="448" y="54"/>
                </a:lnTo>
                <a:lnTo>
                  <a:pt x="449" y="53"/>
                </a:lnTo>
                <a:lnTo>
                  <a:pt x="449" y="52"/>
                </a:lnTo>
                <a:lnTo>
                  <a:pt x="449" y="51"/>
                </a:lnTo>
                <a:lnTo>
                  <a:pt x="449" y="50"/>
                </a:lnTo>
                <a:lnTo>
                  <a:pt x="449" y="49"/>
                </a:lnTo>
                <a:lnTo>
                  <a:pt x="449" y="48"/>
                </a:lnTo>
                <a:lnTo>
                  <a:pt x="451" y="47"/>
                </a:lnTo>
                <a:lnTo>
                  <a:pt x="452" y="47"/>
                </a:lnTo>
                <a:lnTo>
                  <a:pt x="453" y="48"/>
                </a:lnTo>
                <a:lnTo>
                  <a:pt x="455" y="48"/>
                </a:lnTo>
                <a:lnTo>
                  <a:pt x="456" y="47"/>
                </a:lnTo>
                <a:lnTo>
                  <a:pt x="458" y="46"/>
                </a:lnTo>
                <a:lnTo>
                  <a:pt x="459" y="46"/>
                </a:lnTo>
                <a:lnTo>
                  <a:pt x="459" y="45"/>
                </a:lnTo>
                <a:lnTo>
                  <a:pt x="459" y="44"/>
                </a:lnTo>
                <a:lnTo>
                  <a:pt x="460" y="42"/>
                </a:lnTo>
                <a:lnTo>
                  <a:pt x="461" y="41"/>
                </a:lnTo>
                <a:lnTo>
                  <a:pt x="462" y="42"/>
                </a:lnTo>
                <a:lnTo>
                  <a:pt x="463" y="42"/>
                </a:lnTo>
                <a:lnTo>
                  <a:pt x="464" y="43"/>
                </a:lnTo>
                <a:lnTo>
                  <a:pt x="465" y="43"/>
                </a:lnTo>
                <a:lnTo>
                  <a:pt x="465" y="42"/>
                </a:lnTo>
                <a:lnTo>
                  <a:pt x="466" y="42"/>
                </a:lnTo>
                <a:lnTo>
                  <a:pt x="470" y="43"/>
                </a:lnTo>
                <a:lnTo>
                  <a:pt x="471" y="43"/>
                </a:lnTo>
                <a:lnTo>
                  <a:pt x="473" y="43"/>
                </a:lnTo>
                <a:lnTo>
                  <a:pt x="477" y="42"/>
                </a:lnTo>
                <a:lnTo>
                  <a:pt x="479" y="41"/>
                </a:lnTo>
                <a:lnTo>
                  <a:pt x="482" y="40"/>
                </a:lnTo>
                <a:lnTo>
                  <a:pt x="483" y="40"/>
                </a:lnTo>
                <a:lnTo>
                  <a:pt x="484" y="40"/>
                </a:lnTo>
                <a:lnTo>
                  <a:pt x="485" y="40"/>
                </a:lnTo>
                <a:lnTo>
                  <a:pt x="486" y="40"/>
                </a:lnTo>
                <a:lnTo>
                  <a:pt x="486" y="39"/>
                </a:lnTo>
                <a:lnTo>
                  <a:pt x="487" y="38"/>
                </a:lnTo>
                <a:lnTo>
                  <a:pt x="488" y="38"/>
                </a:lnTo>
                <a:lnTo>
                  <a:pt x="489" y="38"/>
                </a:lnTo>
                <a:lnTo>
                  <a:pt x="490" y="39"/>
                </a:lnTo>
                <a:lnTo>
                  <a:pt x="491" y="39"/>
                </a:lnTo>
                <a:lnTo>
                  <a:pt x="492" y="40"/>
                </a:lnTo>
                <a:lnTo>
                  <a:pt x="494" y="40"/>
                </a:lnTo>
                <a:lnTo>
                  <a:pt x="495" y="40"/>
                </a:lnTo>
                <a:lnTo>
                  <a:pt x="495" y="41"/>
                </a:lnTo>
                <a:lnTo>
                  <a:pt x="496" y="41"/>
                </a:lnTo>
                <a:lnTo>
                  <a:pt x="497" y="41"/>
                </a:lnTo>
                <a:lnTo>
                  <a:pt x="498" y="41"/>
                </a:lnTo>
                <a:lnTo>
                  <a:pt x="499" y="41"/>
                </a:lnTo>
                <a:lnTo>
                  <a:pt x="500" y="41"/>
                </a:lnTo>
                <a:lnTo>
                  <a:pt x="501" y="41"/>
                </a:lnTo>
                <a:lnTo>
                  <a:pt x="502" y="41"/>
                </a:lnTo>
                <a:lnTo>
                  <a:pt x="504" y="40"/>
                </a:lnTo>
                <a:lnTo>
                  <a:pt x="505" y="40"/>
                </a:lnTo>
                <a:lnTo>
                  <a:pt x="506" y="39"/>
                </a:lnTo>
                <a:lnTo>
                  <a:pt x="507" y="38"/>
                </a:lnTo>
                <a:lnTo>
                  <a:pt x="508" y="38"/>
                </a:lnTo>
                <a:lnTo>
                  <a:pt x="508" y="37"/>
                </a:lnTo>
                <a:lnTo>
                  <a:pt x="508" y="36"/>
                </a:lnTo>
                <a:lnTo>
                  <a:pt x="508" y="34"/>
                </a:lnTo>
                <a:lnTo>
                  <a:pt x="508" y="33"/>
                </a:lnTo>
                <a:lnTo>
                  <a:pt x="508" y="32"/>
                </a:lnTo>
                <a:lnTo>
                  <a:pt x="507" y="29"/>
                </a:lnTo>
                <a:lnTo>
                  <a:pt x="507" y="28"/>
                </a:lnTo>
                <a:lnTo>
                  <a:pt x="506" y="28"/>
                </a:lnTo>
                <a:lnTo>
                  <a:pt x="505" y="28"/>
                </a:lnTo>
                <a:lnTo>
                  <a:pt x="504" y="29"/>
                </a:lnTo>
                <a:lnTo>
                  <a:pt x="504" y="28"/>
                </a:lnTo>
                <a:lnTo>
                  <a:pt x="504" y="27"/>
                </a:lnTo>
                <a:lnTo>
                  <a:pt x="504" y="25"/>
                </a:lnTo>
                <a:lnTo>
                  <a:pt x="505" y="23"/>
                </a:lnTo>
                <a:lnTo>
                  <a:pt x="507" y="22"/>
                </a:lnTo>
                <a:lnTo>
                  <a:pt x="507" y="21"/>
                </a:lnTo>
                <a:lnTo>
                  <a:pt x="509" y="20"/>
                </a:lnTo>
                <a:lnTo>
                  <a:pt x="509" y="18"/>
                </a:lnTo>
                <a:lnTo>
                  <a:pt x="509" y="17"/>
                </a:lnTo>
                <a:lnTo>
                  <a:pt x="509" y="15"/>
                </a:lnTo>
                <a:lnTo>
                  <a:pt x="509" y="14"/>
                </a:lnTo>
                <a:lnTo>
                  <a:pt x="510" y="13"/>
                </a:lnTo>
                <a:lnTo>
                  <a:pt x="511" y="13"/>
                </a:lnTo>
                <a:lnTo>
                  <a:pt x="511" y="12"/>
                </a:lnTo>
                <a:lnTo>
                  <a:pt x="512" y="12"/>
                </a:lnTo>
                <a:lnTo>
                  <a:pt x="512" y="11"/>
                </a:lnTo>
                <a:lnTo>
                  <a:pt x="512" y="10"/>
                </a:lnTo>
                <a:lnTo>
                  <a:pt x="513" y="10"/>
                </a:lnTo>
                <a:lnTo>
                  <a:pt x="514" y="10"/>
                </a:lnTo>
                <a:lnTo>
                  <a:pt x="515" y="10"/>
                </a:lnTo>
                <a:lnTo>
                  <a:pt x="516" y="10"/>
                </a:lnTo>
                <a:lnTo>
                  <a:pt x="517" y="10"/>
                </a:lnTo>
                <a:lnTo>
                  <a:pt x="518" y="10"/>
                </a:lnTo>
                <a:lnTo>
                  <a:pt x="519" y="10"/>
                </a:lnTo>
                <a:lnTo>
                  <a:pt x="520" y="9"/>
                </a:lnTo>
                <a:lnTo>
                  <a:pt x="520" y="10"/>
                </a:lnTo>
                <a:lnTo>
                  <a:pt x="521" y="11"/>
                </a:lnTo>
                <a:lnTo>
                  <a:pt x="522" y="11"/>
                </a:lnTo>
                <a:lnTo>
                  <a:pt x="523" y="9"/>
                </a:lnTo>
                <a:lnTo>
                  <a:pt x="523" y="8"/>
                </a:lnTo>
                <a:lnTo>
                  <a:pt x="525" y="7"/>
                </a:lnTo>
                <a:lnTo>
                  <a:pt x="526" y="7"/>
                </a:lnTo>
                <a:lnTo>
                  <a:pt x="527" y="7"/>
                </a:lnTo>
                <a:lnTo>
                  <a:pt x="528" y="7"/>
                </a:lnTo>
                <a:lnTo>
                  <a:pt x="529" y="7"/>
                </a:lnTo>
                <a:lnTo>
                  <a:pt x="532" y="7"/>
                </a:lnTo>
                <a:lnTo>
                  <a:pt x="534" y="9"/>
                </a:lnTo>
                <a:lnTo>
                  <a:pt x="537" y="9"/>
                </a:lnTo>
                <a:lnTo>
                  <a:pt x="540" y="9"/>
                </a:lnTo>
                <a:lnTo>
                  <a:pt x="543" y="10"/>
                </a:lnTo>
                <a:lnTo>
                  <a:pt x="544" y="10"/>
                </a:lnTo>
                <a:lnTo>
                  <a:pt x="544" y="9"/>
                </a:lnTo>
                <a:lnTo>
                  <a:pt x="545" y="9"/>
                </a:lnTo>
                <a:lnTo>
                  <a:pt x="546" y="10"/>
                </a:lnTo>
                <a:lnTo>
                  <a:pt x="548" y="8"/>
                </a:lnTo>
                <a:lnTo>
                  <a:pt x="549" y="8"/>
                </a:lnTo>
                <a:lnTo>
                  <a:pt x="551" y="6"/>
                </a:lnTo>
                <a:lnTo>
                  <a:pt x="553" y="5"/>
                </a:lnTo>
                <a:lnTo>
                  <a:pt x="555" y="5"/>
                </a:lnTo>
                <a:lnTo>
                  <a:pt x="555" y="4"/>
                </a:lnTo>
                <a:lnTo>
                  <a:pt x="556" y="3"/>
                </a:lnTo>
                <a:lnTo>
                  <a:pt x="558" y="2"/>
                </a:lnTo>
                <a:lnTo>
                  <a:pt x="560" y="1"/>
                </a:lnTo>
                <a:lnTo>
                  <a:pt x="561" y="1"/>
                </a:lnTo>
                <a:lnTo>
                  <a:pt x="562" y="0"/>
                </a:lnTo>
                <a:lnTo>
                  <a:pt x="562" y="1"/>
                </a:lnTo>
                <a:lnTo>
                  <a:pt x="563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4" name=""/>
          <p:cNvSpPr/>
          <p:nvPr/>
        </p:nvSpPr>
        <p:spPr>
          <a:xfrm>
            <a:off x="8236800" y="133740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0" y="6"/>
                </a:moveTo>
                <a:lnTo>
                  <a:pt x="0" y="4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0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5" name=""/>
          <p:cNvSpPr/>
          <p:nvPr/>
        </p:nvSpPr>
        <p:spPr>
          <a:xfrm>
            <a:off x="8234640" y="133596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1" y="7"/>
                </a:move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3" y="4"/>
                </a:lnTo>
                <a:lnTo>
                  <a:pt x="2" y="7"/>
                </a:lnTo>
                <a:lnTo>
                  <a:pt x="1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6" name=""/>
          <p:cNvSpPr/>
          <p:nvPr/>
        </p:nvSpPr>
        <p:spPr>
          <a:xfrm>
            <a:off x="8112240" y="1279080"/>
            <a:ext cx="29160" cy="35280"/>
          </a:xfrm>
          <a:custGeom>
            <a:avLst/>
            <a:gdLst/>
            <a:ahLst/>
            <a:rect l="0" t="0" r="r" b="b"/>
            <a:pathLst>
              <a:path w="81" h="98">
                <a:moveTo>
                  <a:pt x="67" y="2"/>
                </a:moveTo>
                <a:lnTo>
                  <a:pt x="68" y="1"/>
                </a:lnTo>
                <a:lnTo>
                  <a:pt x="67" y="1"/>
                </a:lnTo>
                <a:lnTo>
                  <a:pt x="67" y="0"/>
                </a:lnTo>
                <a:lnTo>
                  <a:pt x="68" y="0"/>
                </a:lnTo>
                <a:lnTo>
                  <a:pt x="70" y="2"/>
                </a:lnTo>
                <a:lnTo>
                  <a:pt x="70" y="3"/>
                </a:lnTo>
                <a:lnTo>
                  <a:pt x="69" y="3"/>
                </a:lnTo>
                <a:lnTo>
                  <a:pt x="68" y="3"/>
                </a:lnTo>
                <a:lnTo>
                  <a:pt x="65" y="3"/>
                </a:lnTo>
                <a:lnTo>
                  <a:pt x="63" y="4"/>
                </a:lnTo>
                <a:lnTo>
                  <a:pt x="63" y="5"/>
                </a:lnTo>
                <a:lnTo>
                  <a:pt x="63" y="6"/>
                </a:lnTo>
                <a:lnTo>
                  <a:pt x="64" y="7"/>
                </a:lnTo>
                <a:lnTo>
                  <a:pt x="64" y="9"/>
                </a:lnTo>
                <a:lnTo>
                  <a:pt x="65" y="12"/>
                </a:lnTo>
                <a:lnTo>
                  <a:pt x="67" y="14"/>
                </a:lnTo>
                <a:lnTo>
                  <a:pt x="68" y="16"/>
                </a:lnTo>
                <a:lnTo>
                  <a:pt x="68" y="17"/>
                </a:lnTo>
                <a:lnTo>
                  <a:pt x="68" y="18"/>
                </a:lnTo>
                <a:lnTo>
                  <a:pt x="68" y="19"/>
                </a:lnTo>
                <a:lnTo>
                  <a:pt x="67" y="20"/>
                </a:lnTo>
                <a:lnTo>
                  <a:pt x="67" y="21"/>
                </a:lnTo>
                <a:lnTo>
                  <a:pt x="65" y="22"/>
                </a:lnTo>
                <a:lnTo>
                  <a:pt x="65" y="23"/>
                </a:lnTo>
                <a:lnTo>
                  <a:pt x="65" y="24"/>
                </a:lnTo>
                <a:lnTo>
                  <a:pt x="65" y="26"/>
                </a:lnTo>
                <a:lnTo>
                  <a:pt x="64" y="26"/>
                </a:lnTo>
                <a:lnTo>
                  <a:pt x="64" y="25"/>
                </a:lnTo>
                <a:lnTo>
                  <a:pt x="63" y="25"/>
                </a:lnTo>
                <a:lnTo>
                  <a:pt x="63" y="26"/>
                </a:lnTo>
                <a:lnTo>
                  <a:pt x="63" y="27"/>
                </a:lnTo>
                <a:lnTo>
                  <a:pt x="62" y="28"/>
                </a:lnTo>
                <a:lnTo>
                  <a:pt x="61" y="29"/>
                </a:lnTo>
                <a:lnTo>
                  <a:pt x="62" y="30"/>
                </a:lnTo>
                <a:lnTo>
                  <a:pt x="62" y="31"/>
                </a:lnTo>
                <a:lnTo>
                  <a:pt x="61" y="31"/>
                </a:lnTo>
                <a:lnTo>
                  <a:pt x="61" y="32"/>
                </a:lnTo>
                <a:lnTo>
                  <a:pt x="60" y="34"/>
                </a:lnTo>
                <a:lnTo>
                  <a:pt x="60" y="35"/>
                </a:lnTo>
                <a:lnTo>
                  <a:pt x="61" y="36"/>
                </a:lnTo>
                <a:lnTo>
                  <a:pt x="62" y="36"/>
                </a:lnTo>
                <a:lnTo>
                  <a:pt x="63" y="36"/>
                </a:lnTo>
                <a:lnTo>
                  <a:pt x="63" y="37"/>
                </a:lnTo>
                <a:lnTo>
                  <a:pt x="62" y="38"/>
                </a:lnTo>
                <a:lnTo>
                  <a:pt x="62" y="39"/>
                </a:lnTo>
                <a:lnTo>
                  <a:pt x="64" y="40"/>
                </a:lnTo>
                <a:lnTo>
                  <a:pt x="64" y="41"/>
                </a:lnTo>
                <a:lnTo>
                  <a:pt x="63" y="42"/>
                </a:lnTo>
                <a:lnTo>
                  <a:pt x="63" y="43"/>
                </a:lnTo>
                <a:lnTo>
                  <a:pt x="64" y="43"/>
                </a:lnTo>
                <a:lnTo>
                  <a:pt x="65" y="43"/>
                </a:lnTo>
                <a:lnTo>
                  <a:pt x="65" y="44"/>
                </a:lnTo>
                <a:lnTo>
                  <a:pt x="67" y="44"/>
                </a:lnTo>
                <a:lnTo>
                  <a:pt x="67" y="43"/>
                </a:lnTo>
                <a:lnTo>
                  <a:pt x="68" y="43"/>
                </a:lnTo>
                <a:lnTo>
                  <a:pt x="67" y="44"/>
                </a:lnTo>
                <a:lnTo>
                  <a:pt x="65" y="45"/>
                </a:lnTo>
                <a:lnTo>
                  <a:pt x="67" y="45"/>
                </a:lnTo>
                <a:lnTo>
                  <a:pt x="68" y="45"/>
                </a:lnTo>
                <a:lnTo>
                  <a:pt x="68" y="44"/>
                </a:lnTo>
                <a:lnTo>
                  <a:pt x="69" y="44"/>
                </a:lnTo>
                <a:lnTo>
                  <a:pt x="69" y="45"/>
                </a:lnTo>
                <a:lnTo>
                  <a:pt x="70" y="45"/>
                </a:lnTo>
                <a:lnTo>
                  <a:pt x="71" y="45"/>
                </a:lnTo>
                <a:lnTo>
                  <a:pt x="72" y="45"/>
                </a:lnTo>
                <a:lnTo>
                  <a:pt x="73" y="46"/>
                </a:lnTo>
                <a:lnTo>
                  <a:pt x="74" y="46"/>
                </a:lnTo>
                <a:lnTo>
                  <a:pt x="75" y="46"/>
                </a:lnTo>
                <a:lnTo>
                  <a:pt x="76" y="47"/>
                </a:lnTo>
                <a:lnTo>
                  <a:pt x="77" y="46"/>
                </a:lnTo>
                <a:lnTo>
                  <a:pt x="78" y="45"/>
                </a:lnTo>
                <a:lnTo>
                  <a:pt x="79" y="45"/>
                </a:lnTo>
                <a:lnTo>
                  <a:pt x="80" y="45"/>
                </a:lnTo>
                <a:lnTo>
                  <a:pt x="81" y="47"/>
                </a:lnTo>
                <a:lnTo>
                  <a:pt x="81" y="48"/>
                </a:lnTo>
                <a:lnTo>
                  <a:pt x="81" y="49"/>
                </a:lnTo>
                <a:lnTo>
                  <a:pt x="80" y="50"/>
                </a:lnTo>
                <a:lnTo>
                  <a:pt x="81" y="50"/>
                </a:lnTo>
                <a:lnTo>
                  <a:pt x="81" y="51"/>
                </a:lnTo>
                <a:lnTo>
                  <a:pt x="80" y="51"/>
                </a:lnTo>
                <a:lnTo>
                  <a:pt x="80" y="50"/>
                </a:lnTo>
                <a:lnTo>
                  <a:pt x="79" y="50"/>
                </a:lnTo>
                <a:lnTo>
                  <a:pt x="78" y="50"/>
                </a:lnTo>
                <a:lnTo>
                  <a:pt x="77" y="50"/>
                </a:lnTo>
                <a:lnTo>
                  <a:pt x="77" y="51"/>
                </a:lnTo>
                <a:lnTo>
                  <a:pt x="76" y="52"/>
                </a:lnTo>
                <a:lnTo>
                  <a:pt x="76" y="51"/>
                </a:lnTo>
                <a:lnTo>
                  <a:pt x="74" y="51"/>
                </a:lnTo>
                <a:lnTo>
                  <a:pt x="71" y="51"/>
                </a:lnTo>
                <a:lnTo>
                  <a:pt x="72" y="52"/>
                </a:lnTo>
                <a:lnTo>
                  <a:pt x="72" y="53"/>
                </a:lnTo>
                <a:lnTo>
                  <a:pt x="71" y="53"/>
                </a:lnTo>
                <a:lnTo>
                  <a:pt x="70" y="53"/>
                </a:lnTo>
                <a:lnTo>
                  <a:pt x="68" y="54"/>
                </a:lnTo>
                <a:lnTo>
                  <a:pt x="68" y="55"/>
                </a:lnTo>
                <a:lnTo>
                  <a:pt x="67" y="55"/>
                </a:lnTo>
                <a:lnTo>
                  <a:pt x="67" y="54"/>
                </a:lnTo>
                <a:lnTo>
                  <a:pt x="65" y="54"/>
                </a:lnTo>
                <a:lnTo>
                  <a:pt x="65" y="55"/>
                </a:lnTo>
                <a:lnTo>
                  <a:pt x="65" y="56"/>
                </a:lnTo>
                <a:lnTo>
                  <a:pt x="67" y="56"/>
                </a:lnTo>
                <a:lnTo>
                  <a:pt x="67" y="57"/>
                </a:lnTo>
                <a:lnTo>
                  <a:pt x="67" y="58"/>
                </a:lnTo>
                <a:lnTo>
                  <a:pt x="67" y="59"/>
                </a:lnTo>
                <a:lnTo>
                  <a:pt x="67" y="60"/>
                </a:lnTo>
                <a:lnTo>
                  <a:pt x="68" y="59"/>
                </a:lnTo>
                <a:lnTo>
                  <a:pt x="69" y="59"/>
                </a:lnTo>
                <a:lnTo>
                  <a:pt x="70" y="59"/>
                </a:lnTo>
                <a:lnTo>
                  <a:pt x="70" y="60"/>
                </a:lnTo>
                <a:lnTo>
                  <a:pt x="70" y="61"/>
                </a:lnTo>
                <a:lnTo>
                  <a:pt x="71" y="61"/>
                </a:lnTo>
                <a:lnTo>
                  <a:pt x="71" y="62"/>
                </a:lnTo>
                <a:lnTo>
                  <a:pt x="71" y="63"/>
                </a:lnTo>
                <a:lnTo>
                  <a:pt x="72" y="63"/>
                </a:lnTo>
                <a:lnTo>
                  <a:pt x="73" y="63"/>
                </a:lnTo>
                <a:lnTo>
                  <a:pt x="74" y="64"/>
                </a:lnTo>
                <a:lnTo>
                  <a:pt x="75" y="65"/>
                </a:lnTo>
                <a:lnTo>
                  <a:pt x="75" y="66"/>
                </a:lnTo>
                <a:lnTo>
                  <a:pt x="74" y="66"/>
                </a:lnTo>
                <a:lnTo>
                  <a:pt x="73" y="67"/>
                </a:lnTo>
                <a:lnTo>
                  <a:pt x="72" y="68"/>
                </a:lnTo>
                <a:lnTo>
                  <a:pt x="71" y="68"/>
                </a:lnTo>
                <a:lnTo>
                  <a:pt x="70" y="68"/>
                </a:lnTo>
                <a:lnTo>
                  <a:pt x="69" y="69"/>
                </a:lnTo>
                <a:lnTo>
                  <a:pt x="69" y="70"/>
                </a:lnTo>
                <a:lnTo>
                  <a:pt x="70" y="71"/>
                </a:lnTo>
                <a:lnTo>
                  <a:pt x="70" y="72"/>
                </a:lnTo>
                <a:lnTo>
                  <a:pt x="69" y="72"/>
                </a:lnTo>
                <a:lnTo>
                  <a:pt x="68" y="72"/>
                </a:lnTo>
                <a:lnTo>
                  <a:pt x="68" y="73"/>
                </a:lnTo>
                <a:lnTo>
                  <a:pt x="68" y="74"/>
                </a:lnTo>
                <a:lnTo>
                  <a:pt x="68" y="75"/>
                </a:lnTo>
                <a:lnTo>
                  <a:pt x="69" y="75"/>
                </a:lnTo>
                <a:lnTo>
                  <a:pt x="70" y="76"/>
                </a:lnTo>
                <a:lnTo>
                  <a:pt x="70" y="75"/>
                </a:lnTo>
                <a:lnTo>
                  <a:pt x="71" y="75"/>
                </a:lnTo>
                <a:lnTo>
                  <a:pt x="71" y="76"/>
                </a:lnTo>
                <a:lnTo>
                  <a:pt x="70" y="76"/>
                </a:lnTo>
                <a:lnTo>
                  <a:pt x="70" y="77"/>
                </a:lnTo>
                <a:lnTo>
                  <a:pt x="71" y="77"/>
                </a:lnTo>
                <a:lnTo>
                  <a:pt x="71" y="76"/>
                </a:lnTo>
                <a:lnTo>
                  <a:pt x="71" y="78"/>
                </a:lnTo>
                <a:lnTo>
                  <a:pt x="71" y="79"/>
                </a:lnTo>
                <a:lnTo>
                  <a:pt x="71" y="80"/>
                </a:lnTo>
                <a:lnTo>
                  <a:pt x="72" y="81"/>
                </a:lnTo>
                <a:lnTo>
                  <a:pt x="72" y="82"/>
                </a:lnTo>
                <a:lnTo>
                  <a:pt x="71" y="82"/>
                </a:lnTo>
                <a:lnTo>
                  <a:pt x="72" y="83"/>
                </a:lnTo>
                <a:lnTo>
                  <a:pt x="72" y="84"/>
                </a:lnTo>
                <a:lnTo>
                  <a:pt x="72" y="86"/>
                </a:lnTo>
                <a:lnTo>
                  <a:pt x="71" y="87"/>
                </a:lnTo>
                <a:lnTo>
                  <a:pt x="70" y="87"/>
                </a:lnTo>
                <a:lnTo>
                  <a:pt x="70" y="88"/>
                </a:lnTo>
                <a:lnTo>
                  <a:pt x="71" y="88"/>
                </a:lnTo>
                <a:lnTo>
                  <a:pt x="71" y="90"/>
                </a:lnTo>
                <a:lnTo>
                  <a:pt x="72" y="91"/>
                </a:lnTo>
                <a:lnTo>
                  <a:pt x="73" y="91"/>
                </a:lnTo>
                <a:lnTo>
                  <a:pt x="74" y="91"/>
                </a:lnTo>
                <a:lnTo>
                  <a:pt x="73" y="92"/>
                </a:lnTo>
                <a:lnTo>
                  <a:pt x="73" y="93"/>
                </a:lnTo>
                <a:lnTo>
                  <a:pt x="72" y="94"/>
                </a:lnTo>
                <a:lnTo>
                  <a:pt x="71" y="94"/>
                </a:lnTo>
                <a:lnTo>
                  <a:pt x="70" y="95"/>
                </a:lnTo>
                <a:lnTo>
                  <a:pt x="70" y="96"/>
                </a:lnTo>
                <a:lnTo>
                  <a:pt x="71" y="96"/>
                </a:lnTo>
                <a:lnTo>
                  <a:pt x="70" y="97"/>
                </a:lnTo>
                <a:lnTo>
                  <a:pt x="69" y="98"/>
                </a:lnTo>
                <a:lnTo>
                  <a:pt x="68" y="98"/>
                </a:lnTo>
                <a:lnTo>
                  <a:pt x="67" y="98"/>
                </a:lnTo>
                <a:lnTo>
                  <a:pt x="65" y="98"/>
                </a:lnTo>
                <a:lnTo>
                  <a:pt x="64" y="98"/>
                </a:lnTo>
                <a:lnTo>
                  <a:pt x="63" y="97"/>
                </a:lnTo>
                <a:lnTo>
                  <a:pt x="62" y="97"/>
                </a:lnTo>
                <a:lnTo>
                  <a:pt x="62" y="96"/>
                </a:lnTo>
                <a:lnTo>
                  <a:pt x="60" y="96"/>
                </a:lnTo>
                <a:lnTo>
                  <a:pt x="57" y="95"/>
                </a:lnTo>
                <a:lnTo>
                  <a:pt x="55" y="94"/>
                </a:lnTo>
                <a:lnTo>
                  <a:pt x="52" y="94"/>
                </a:lnTo>
                <a:lnTo>
                  <a:pt x="51" y="93"/>
                </a:lnTo>
                <a:lnTo>
                  <a:pt x="49" y="93"/>
                </a:lnTo>
                <a:lnTo>
                  <a:pt x="48" y="93"/>
                </a:lnTo>
                <a:lnTo>
                  <a:pt x="47" y="93"/>
                </a:lnTo>
                <a:lnTo>
                  <a:pt x="47" y="94"/>
                </a:lnTo>
                <a:lnTo>
                  <a:pt x="46" y="95"/>
                </a:lnTo>
                <a:lnTo>
                  <a:pt x="45" y="95"/>
                </a:lnTo>
                <a:lnTo>
                  <a:pt x="44" y="96"/>
                </a:lnTo>
                <a:lnTo>
                  <a:pt x="43" y="97"/>
                </a:lnTo>
                <a:lnTo>
                  <a:pt x="42" y="97"/>
                </a:lnTo>
                <a:lnTo>
                  <a:pt x="42" y="96"/>
                </a:lnTo>
                <a:lnTo>
                  <a:pt x="42" y="95"/>
                </a:lnTo>
                <a:lnTo>
                  <a:pt x="41" y="95"/>
                </a:lnTo>
                <a:lnTo>
                  <a:pt x="41" y="94"/>
                </a:lnTo>
                <a:lnTo>
                  <a:pt x="41" y="95"/>
                </a:lnTo>
                <a:lnTo>
                  <a:pt x="40" y="96"/>
                </a:lnTo>
                <a:lnTo>
                  <a:pt x="40" y="95"/>
                </a:lnTo>
                <a:lnTo>
                  <a:pt x="39" y="95"/>
                </a:lnTo>
                <a:lnTo>
                  <a:pt x="39" y="94"/>
                </a:lnTo>
                <a:lnTo>
                  <a:pt x="38" y="93"/>
                </a:lnTo>
                <a:lnTo>
                  <a:pt x="38" y="92"/>
                </a:lnTo>
                <a:lnTo>
                  <a:pt x="38" y="91"/>
                </a:lnTo>
                <a:lnTo>
                  <a:pt x="39" y="91"/>
                </a:lnTo>
                <a:lnTo>
                  <a:pt x="39" y="90"/>
                </a:lnTo>
                <a:lnTo>
                  <a:pt x="38" y="90"/>
                </a:lnTo>
                <a:lnTo>
                  <a:pt x="37" y="89"/>
                </a:lnTo>
                <a:lnTo>
                  <a:pt x="36" y="88"/>
                </a:lnTo>
                <a:lnTo>
                  <a:pt x="36" y="87"/>
                </a:lnTo>
                <a:lnTo>
                  <a:pt x="36" y="86"/>
                </a:lnTo>
                <a:lnTo>
                  <a:pt x="37" y="86"/>
                </a:lnTo>
                <a:lnTo>
                  <a:pt x="37" y="84"/>
                </a:lnTo>
                <a:lnTo>
                  <a:pt x="37" y="83"/>
                </a:lnTo>
                <a:lnTo>
                  <a:pt x="37" y="82"/>
                </a:lnTo>
                <a:lnTo>
                  <a:pt x="36" y="82"/>
                </a:lnTo>
                <a:lnTo>
                  <a:pt x="34" y="82"/>
                </a:lnTo>
                <a:lnTo>
                  <a:pt x="32" y="82"/>
                </a:lnTo>
                <a:lnTo>
                  <a:pt x="31" y="83"/>
                </a:lnTo>
                <a:lnTo>
                  <a:pt x="31" y="84"/>
                </a:lnTo>
                <a:lnTo>
                  <a:pt x="31" y="86"/>
                </a:lnTo>
                <a:lnTo>
                  <a:pt x="31" y="87"/>
                </a:lnTo>
                <a:lnTo>
                  <a:pt x="30" y="87"/>
                </a:lnTo>
                <a:lnTo>
                  <a:pt x="30" y="88"/>
                </a:lnTo>
                <a:lnTo>
                  <a:pt x="30" y="87"/>
                </a:lnTo>
                <a:lnTo>
                  <a:pt x="29" y="87"/>
                </a:lnTo>
                <a:lnTo>
                  <a:pt x="28" y="87"/>
                </a:lnTo>
                <a:lnTo>
                  <a:pt x="28" y="86"/>
                </a:lnTo>
                <a:lnTo>
                  <a:pt x="27" y="84"/>
                </a:lnTo>
                <a:lnTo>
                  <a:pt x="27" y="83"/>
                </a:lnTo>
                <a:lnTo>
                  <a:pt x="27" y="82"/>
                </a:lnTo>
                <a:lnTo>
                  <a:pt x="26" y="81"/>
                </a:lnTo>
                <a:lnTo>
                  <a:pt x="26" y="79"/>
                </a:lnTo>
                <a:lnTo>
                  <a:pt x="27" y="79"/>
                </a:lnTo>
                <a:lnTo>
                  <a:pt x="28" y="79"/>
                </a:lnTo>
                <a:lnTo>
                  <a:pt x="29" y="78"/>
                </a:lnTo>
                <a:lnTo>
                  <a:pt x="28" y="78"/>
                </a:lnTo>
                <a:lnTo>
                  <a:pt x="29" y="78"/>
                </a:lnTo>
                <a:lnTo>
                  <a:pt x="30" y="78"/>
                </a:lnTo>
                <a:lnTo>
                  <a:pt x="30" y="77"/>
                </a:lnTo>
                <a:lnTo>
                  <a:pt x="29" y="76"/>
                </a:lnTo>
                <a:lnTo>
                  <a:pt x="30" y="76"/>
                </a:lnTo>
                <a:lnTo>
                  <a:pt x="30" y="75"/>
                </a:lnTo>
                <a:lnTo>
                  <a:pt x="30" y="74"/>
                </a:lnTo>
                <a:lnTo>
                  <a:pt x="29" y="73"/>
                </a:lnTo>
                <a:lnTo>
                  <a:pt x="28" y="73"/>
                </a:lnTo>
                <a:lnTo>
                  <a:pt x="27" y="73"/>
                </a:lnTo>
                <a:lnTo>
                  <a:pt x="27" y="72"/>
                </a:lnTo>
                <a:lnTo>
                  <a:pt x="27" y="71"/>
                </a:lnTo>
                <a:lnTo>
                  <a:pt x="28" y="71"/>
                </a:lnTo>
                <a:lnTo>
                  <a:pt x="28" y="70"/>
                </a:lnTo>
                <a:lnTo>
                  <a:pt x="29" y="70"/>
                </a:lnTo>
                <a:lnTo>
                  <a:pt x="29" y="69"/>
                </a:lnTo>
                <a:lnTo>
                  <a:pt x="29" y="68"/>
                </a:lnTo>
                <a:lnTo>
                  <a:pt x="30" y="68"/>
                </a:lnTo>
                <a:lnTo>
                  <a:pt x="30" y="67"/>
                </a:lnTo>
                <a:lnTo>
                  <a:pt x="31" y="67"/>
                </a:lnTo>
                <a:lnTo>
                  <a:pt x="32" y="67"/>
                </a:lnTo>
                <a:lnTo>
                  <a:pt x="33" y="67"/>
                </a:lnTo>
                <a:lnTo>
                  <a:pt x="34" y="67"/>
                </a:lnTo>
                <a:lnTo>
                  <a:pt x="34" y="68"/>
                </a:lnTo>
                <a:lnTo>
                  <a:pt x="34" y="67"/>
                </a:lnTo>
                <a:lnTo>
                  <a:pt x="34" y="66"/>
                </a:lnTo>
                <a:lnTo>
                  <a:pt x="33" y="65"/>
                </a:lnTo>
                <a:lnTo>
                  <a:pt x="32" y="64"/>
                </a:lnTo>
                <a:lnTo>
                  <a:pt x="32" y="63"/>
                </a:lnTo>
                <a:lnTo>
                  <a:pt x="32" y="62"/>
                </a:lnTo>
                <a:lnTo>
                  <a:pt x="31" y="61"/>
                </a:lnTo>
                <a:lnTo>
                  <a:pt x="30" y="61"/>
                </a:lnTo>
                <a:lnTo>
                  <a:pt x="30" y="60"/>
                </a:lnTo>
                <a:lnTo>
                  <a:pt x="30" y="59"/>
                </a:lnTo>
                <a:lnTo>
                  <a:pt x="30" y="57"/>
                </a:lnTo>
                <a:lnTo>
                  <a:pt x="30" y="56"/>
                </a:lnTo>
                <a:lnTo>
                  <a:pt x="29" y="54"/>
                </a:lnTo>
                <a:lnTo>
                  <a:pt x="28" y="54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5" y="54"/>
                </a:lnTo>
                <a:lnTo>
                  <a:pt x="26" y="55"/>
                </a:lnTo>
                <a:lnTo>
                  <a:pt x="26" y="56"/>
                </a:lnTo>
                <a:lnTo>
                  <a:pt x="27" y="56"/>
                </a:lnTo>
                <a:lnTo>
                  <a:pt x="27" y="57"/>
                </a:lnTo>
                <a:lnTo>
                  <a:pt x="26" y="57"/>
                </a:lnTo>
                <a:lnTo>
                  <a:pt x="25" y="57"/>
                </a:lnTo>
                <a:lnTo>
                  <a:pt x="24" y="56"/>
                </a:lnTo>
                <a:lnTo>
                  <a:pt x="23" y="55"/>
                </a:lnTo>
                <a:lnTo>
                  <a:pt x="23" y="54"/>
                </a:lnTo>
                <a:lnTo>
                  <a:pt x="22" y="54"/>
                </a:lnTo>
                <a:lnTo>
                  <a:pt x="21" y="54"/>
                </a:lnTo>
                <a:lnTo>
                  <a:pt x="19" y="54"/>
                </a:lnTo>
                <a:lnTo>
                  <a:pt x="18" y="54"/>
                </a:lnTo>
                <a:lnTo>
                  <a:pt x="17" y="53"/>
                </a:lnTo>
                <a:lnTo>
                  <a:pt x="16" y="53"/>
                </a:lnTo>
                <a:lnTo>
                  <a:pt x="14" y="51"/>
                </a:lnTo>
                <a:lnTo>
                  <a:pt x="14" y="50"/>
                </a:lnTo>
                <a:lnTo>
                  <a:pt x="13" y="49"/>
                </a:lnTo>
                <a:lnTo>
                  <a:pt x="12" y="49"/>
                </a:lnTo>
                <a:lnTo>
                  <a:pt x="11" y="48"/>
                </a:lnTo>
                <a:lnTo>
                  <a:pt x="11" y="47"/>
                </a:lnTo>
                <a:lnTo>
                  <a:pt x="10" y="47"/>
                </a:lnTo>
                <a:lnTo>
                  <a:pt x="10" y="48"/>
                </a:lnTo>
                <a:lnTo>
                  <a:pt x="10" y="49"/>
                </a:lnTo>
                <a:lnTo>
                  <a:pt x="9" y="49"/>
                </a:lnTo>
                <a:lnTo>
                  <a:pt x="8" y="49"/>
                </a:lnTo>
                <a:lnTo>
                  <a:pt x="7" y="48"/>
                </a:lnTo>
                <a:lnTo>
                  <a:pt x="6" y="48"/>
                </a:lnTo>
                <a:lnTo>
                  <a:pt x="6" y="46"/>
                </a:lnTo>
                <a:lnTo>
                  <a:pt x="6" y="44"/>
                </a:lnTo>
                <a:lnTo>
                  <a:pt x="6" y="43"/>
                </a:lnTo>
                <a:lnTo>
                  <a:pt x="5" y="42"/>
                </a:lnTo>
                <a:lnTo>
                  <a:pt x="5" y="41"/>
                </a:lnTo>
                <a:lnTo>
                  <a:pt x="5" y="39"/>
                </a:lnTo>
                <a:lnTo>
                  <a:pt x="5" y="38"/>
                </a:lnTo>
                <a:lnTo>
                  <a:pt x="5" y="36"/>
                </a:lnTo>
                <a:lnTo>
                  <a:pt x="4" y="35"/>
                </a:lnTo>
                <a:lnTo>
                  <a:pt x="4" y="34"/>
                </a:lnTo>
                <a:lnTo>
                  <a:pt x="3" y="34"/>
                </a:lnTo>
                <a:lnTo>
                  <a:pt x="2" y="34"/>
                </a:lnTo>
                <a:lnTo>
                  <a:pt x="1" y="34"/>
                </a:lnTo>
                <a:lnTo>
                  <a:pt x="0" y="33"/>
                </a:lnTo>
                <a:lnTo>
                  <a:pt x="0" y="32"/>
                </a:lnTo>
                <a:lnTo>
                  <a:pt x="1" y="31"/>
                </a:lnTo>
                <a:lnTo>
                  <a:pt x="1" y="30"/>
                </a:lnTo>
                <a:lnTo>
                  <a:pt x="1" y="29"/>
                </a:lnTo>
                <a:lnTo>
                  <a:pt x="2" y="28"/>
                </a:lnTo>
                <a:lnTo>
                  <a:pt x="2" y="27"/>
                </a:lnTo>
                <a:lnTo>
                  <a:pt x="2" y="26"/>
                </a:lnTo>
                <a:lnTo>
                  <a:pt x="3" y="26"/>
                </a:lnTo>
                <a:lnTo>
                  <a:pt x="2" y="26"/>
                </a:lnTo>
                <a:lnTo>
                  <a:pt x="2" y="25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4" y="17"/>
                </a:lnTo>
                <a:lnTo>
                  <a:pt x="4" y="18"/>
                </a:lnTo>
                <a:lnTo>
                  <a:pt x="5" y="18"/>
                </a:lnTo>
                <a:lnTo>
                  <a:pt x="8" y="18"/>
                </a:lnTo>
                <a:lnTo>
                  <a:pt x="8" y="17"/>
                </a:lnTo>
                <a:lnTo>
                  <a:pt x="8" y="16"/>
                </a:lnTo>
                <a:lnTo>
                  <a:pt x="9" y="15"/>
                </a:lnTo>
                <a:lnTo>
                  <a:pt x="10" y="13"/>
                </a:lnTo>
                <a:lnTo>
                  <a:pt x="12" y="13"/>
                </a:lnTo>
                <a:lnTo>
                  <a:pt x="12" y="12"/>
                </a:lnTo>
                <a:lnTo>
                  <a:pt x="14" y="12"/>
                </a:lnTo>
                <a:lnTo>
                  <a:pt x="14" y="13"/>
                </a:lnTo>
                <a:lnTo>
                  <a:pt x="15" y="14"/>
                </a:lnTo>
                <a:lnTo>
                  <a:pt x="16" y="15"/>
                </a:lnTo>
                <a:lnTo>
                  <a:pt x="16" y="14"/>
                </a:lnTo>
                <a:lnTo>
                  <a:pt x="17" y="14"/>
                </a:lnTo>
                <a:lnTo>
                  <a:pt x="18" y="13"/>
                </a:lnTo>
                <a:lnTo>
                  <a:pt x="19" y="13"/>
                </a:lnTo>
                <a:lnTo>
                  <a:pt x="20" y="13"/>
                </a:lnTo>
                <a:lnTo>
                  <a:pt x="21" y="12"/>
                </a:lnTo>
                <a:lnTo>
                  <a:pt x="21" y="11"/>
                </a:lnTo>
                <a:lnTo>
                  <a:pt x="22" y="11"/>
                </a:lnTo>
                <a:lnTo>
                  <a:pt x="23" y="12"/>
                </a:lnTo>
                <a:lnTo>
                  <a:pt x="24" y="12"/>
                </a:lnTo>
                <a:lnTo>
                  <a:pt x="25" y="11"/>
                </a:lnTo>
                <a:lnTo>
                  <a:pt x="26" y="12"/>
                </a:lnTo>
                <a:lnTo>
                  <a:pt x="27" y="13"/>
                </a:lnTo>
                <a:lnTo>
                  <a:pt x="28" y="12"/>
                </a:lnTo>
                <a:lnTo>
                  <a:pt x="29" y="12"/>
                </a:lnTo>
                <a:lnTo>
                  <a:pt x="29" y="11"/>
                </a:lnTo>
                <a:lnTo>
                  <a:pt x="31" y="11"/>
                </a:lnTo>
                <a:lnTo>
                  <a:pt x="32" y="13"/>
                </a:lnTo>
                <a:lnTo>
                  <a:pt x="33" y="13"/>
                </a:lnTo>
                <a:lnTo>
                  <a:pt x="34" y="13"/>
                </a:lnTo>
                <a:lnTo>
                  <a:pt x="35" y="13"/>
                </a:lnTo>
                <a:lnTo>
                  <a:pt x="36" y="14"/>
                </a:lnTo>
                <a:lnTo>
                  <a:pt x="39" y="14"/>
                </a:lnTo>
                <a:lnTo>
                  <a:pt x="40" y="14"/>
                </a:lnTo>
                <a:lnTo>
                  <a:pt x="40" y="13"/>
                </a:lnTo>
                <a:lnTo>
                  <a:pt x="40" y="12"/>
                </a:lnTo>
                <a:lnTo>
                  <a:pt x="41" y="10"/>
                </a:lnTo>
                <a:lnTo>
                  <a:pt x="42" y="9"/>
                </a:lnTo>
                <a:lnTo>
                  <a:pt x="43" y="8"/>
                </a:lnTo>
                <a:lnTo>
                  <a:pt x="44" y="7"/>
                </a:lnTo>
                <a:lnTo>
                  <a:pt x="45" y="7"/>
                </a:lnTo>
                <a:lnTo>
                  <a:pt x="45" y="6"/>
                </a:lnTo>
                <a:lnTo>
                  <a:pt x="46" y="5"/>
                </a:lnTo>
                <a:lnTo>
                  <a:pt x="47" y="5"/>
                </a:lnTo>
                <a:lnTo>
                  <a:pt x="48" y="4"/>
                </a:lnTo>
                <a:lnTo>
                  <a:pt x="48" y="3"/>
                </a:lnTo>
                <a:lnTo>
                  <a:pt x="50" y="3"/>
                </a:lnTo>
                <a:lnTo>
                  <a:pt x="53" y="3"/>
                </a:lnTo>
                <a:lnTo>
                  <a:pt x="54" y="4"/>
                </a:lnTo>
                <a:lnTo>
                  <a:pt x="55" y="5"/>
                </a:lnTo>
                <a:lnTo>
                  <a:pt x="56" y="5"/>
                </a:lnTo>
                <a:lnTo>
                  <a:pt x="57" y="4"/>
                </a:lnTo>
                <a:lnTo>
                  <a:pt x="59" y="3"/>
                </a:lnTo>
                <a:lnTo>
                  <a:pt x="59" y="2"/>
                </a:lnTo>
                <a:lnTo>
                  <a:pt x="60" y="2"/>
                </a:lnTo>
                <a:lnTo>
                  <a:pt x="61" y="2"/>
                </a:lnTo>
                <a:lnTo>
                  <a:pt x="62" y="3"/>
                </a:lnTo>
                <a:lnTo>
                  <a:pt x="63" y="3"/>
                </a:lnTo>
                <a:lnTo>
                  <a:pt x="63" y="2"/>
                </a:lnTo>
                <a:lnTo>
                  <a:pt x="63" y="1"/>
                </a:lnTo>
                <a:lnTo>
                  <a:pt x="62" y="1"/>
                </a:lnTo>
                <a:lnTo>
                  <a:pt x="62" y="0"/>
                </a:lnTo>
                <a:lnTo>
                  <a:pt x="63" y="0"/>
                </a:lnTo>
                <a:lnTo>
                  <a:pt x="64" y="0"/>
                </a:lnTo>
                <a:lnTo>
                  <a:pt x="64" y="1"/>
                </a:lnTo>
                <a:lnTo>
                  <a:pt x="64" y="2"/>
                </a:lnTo>
                <a:lnTo>
                  <a:pt x="65" y="2"/>
                </a:lnTo>
                <a:lnTo>
                  <a:pt x="65" y="3"/>
                </a:lnTo>
                <a:lnTo>
                  <a:pt x="67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7" name=""/>
          <p:cNvSpPr/>
          <p:nvPr/>
        </p:nvSpPr>
        <p:spPr>
          <a:xfrm>
            <a:off x="7770960" y="1247760"/>
            <a:ext cx="223560" cy="475200"/>
          </a:xfrm>
          <a:custGeom>
            <a:avLst/>
            <a:gdLst/>
            <a:ahLst/>
            <a:rect l="0" t="0" r="r" b="b"/>
            <a:pathLst>
              <a:path w="621" h="1320">
                <a:moveTo>
                  <a:pt x="533" y="2"/>
                </a:moveTo>
                <a:lnTo>
                  <a:pt x="534" y="3"/>
                </a:lnTo>
                <a:lnTo>
                  <a:pt x="534" y="4"/>
                </a:lnTo>
                <a:lnTo>
                  <a:pt x="534" y="5"/>
                </a:lnTo>
                <a:lnTo>
                  <a:pt x="536" y="6"/>
                </a:lnTo>
                <a:lnTo>
                  <a:pt x="536" y="7"/>
                </a:lnTo>
                <a:lnTo>
                  <a:pt x="537" y="8"/>
                </a:lnTo>
                <a:lnTo>
                  <a:pt x="537" y="9"/>
                </a:lnTo>
                <a:lnTo>
                  <a:pt x="538" y="9"/>
                </a:lnTo>
                <a:lnTo>
                  <a:pt x="538" y="10"/>
                </a:lnTo>
                <a:lnTo>
                  <a:pt x="539" y="10"/>
                </a:lnTo>
                <a:lnTo>
                  <a:pt x="539" y="11"/>
                </a:lnTo>
                <a:lnTo>
                  <a:pt x="538" y="11"/>
                </a:lnTo>
                <a:lnTo>
                  <a:pt x="539" y="12"/>
                </a:lnTo>
                <a:lnTo>
                  <a:pt x="540" y="14"/>
                </a:lnTo>
                <a:lnTo>
                  <a:pt x="542" y="17"/>
                </a:lnTo>
                <a:lnTo>
                  <a:pt x="544" y="20"/>
                </a:lnTo>
                <a:lnTo>
                  <a:pt x="545" y="20"/>
                </a:lnTo>
                <a:lnTo>
                  <a:pt x="545" y="21"/>
                </a:lnTo>
                <a:lnTo>
                  <a:pt x="546" y="21"/>
                </a:lnTo>
                <a:lnTo>
                  <a:pt x="546" y="22"/>
                </a:lnTo>
                <a:lnTo>
                  <a:pt x="546" y="23"/>
                </a:lnTo>
                <a:lnTo>
                  <a:pt x="545" y="23"/>
                </a:lnTo>
                <a:lnTo>
                  <a:pt x="545" y="24"/>
                </a:lnTo>
                <a:lnTo>
                  <a:pt x="546" y="24"/>
                </a:lnTo>
                <a:lnTo>
                  <a:pt x="546" y="25"/>
                </a:lnTo>
                <a:lnTo>
                  <a:pt x="547" y="25"/>
                </a:lnTo>
                <a:lnTo>
                  <a:pt x="547" y="26"/>
                </a:lnTo>
                <a:lnTo>
                  <a:pt x="548" y="27"/>
                </a:lnTo>
                <a:lnTo>
                  <a:pt x="549" y="27"/>
                </a:lnTo>
                <a:lnTo>
                  <a:pt x="549" y="28"/>
                </a:lnTo>
                <a:lnTo>
                  <a:pt x="551" y="28"/>
                </a:lnTo>
                <a:lnTo>
                  <a:pt x="552" y="28"/>
                </a:lnTo>
                <a:lnTo>
                  <a:pt x="553" y="27"/>
                </a:lnTo>
                <a:lnTo>
                  <a:pt x="553" y="26"/>
                </a:lnTo>
                <a:lnTo>
                  <a:pt x="554" y="27"/>
                </a:lnTo>
                <a:lnTo>
                  <a:pt x="555" y="27"/>
                </a:lnTo>
                <a:lnTo>
                  <a:pt x="555" y="28"/>
                </a:lnTo>
                <a:lnTo>
                  <a:pt x="556" y="29"/>
                </a:lnTo>
                <a:lnTo>
                  <a:pt x="557" y="29"/>
                </a:lnTo>
                <a:lnTo>
                  <a:pt x="558" y="31"/>
                </a:lnTo>
                <a:lnTo>
                  <a:pt x="558" y="32"/>
                </a:lnTo>
                <a:lnTo>
                  <a:pt x="557" y="32"/>
                </a:lnTo>
                <a:lnTo>
                  <a:pt x="557" y="33"/>
                </a:lnTo>
                <a:lnTo>
                  <a:pt x="556" y="33"/>
                </a:lnTo>
                <a:lnTo>
                  <a:pt x="556" y="34"/>
                </a:lnTo>
                <a:lnTo>
                  <a:pt x="557" y="37"/>
                </a:lnTo>
                <a:lnTo>
                  <a:pt x="556" y="38"/>
                </a:lnTo>
                <a:lnTo>
                  <a:pt x="557" y="38"/>
                </a:lnTo>
                <a:lnTo>
                  <a:pt x="557" y="39"/>
                </a:lnTo>
                <a:lnTo>
                  <a:pt x="558" y="39"/>
                </a:lnTo>
                <a:lnTo>
                  <a:pt x="559" y="39"/>
                </a:lnTo>
                <a:lnTo>
                  <a:pt x="560" y="39"/>
                </a:lnTo>
                <a:lnTo>
                  <a:pt x="560" y="40"/>
                </a:lnTo>
                <a:lnTo>
                  <a:pt x="560" y="41"/>
                </a:lnTo>
                <a:lnTo>
                  <a:pt x="560" y="42"/>
                </a:lnTo>
                <a:lnTo>
                  <a:pt x="560" y="43"/>
                </a:lnTo>
                <a:lnTo>
                  <a:pt x="559" y="43"/>
                </a:lnTo>
                <a:lnTo>
                  <a:pt x="559" y="45"/>
                </a:lnTo>
                <a:lnTo>
                  <a:pt x="559" y="47"/>
                </a:lnTo>
                <a:lnTo>
                  <a:pt x="559" y="50"/>
                </a:lnTo>
                <a:lnTo>
                  <a:pt x="558" y="51"/>
                </a:lnTo>
                <a:lnTo>
                  <a:pt x="558" y="52"/>
                </a:lnTo>
                <a:lnTo>
                  <a:pt x="557" y="54"/>
                </a:lnTo>
                <a:lnTo>
                  <a:pt x="557" y="55"/>
                </a:lnTo>
                <a:lnTo>
                  <a:pt x="558" y="57"/>
                </a:lnTo>
                <a:lnTo>
                  <a:pt x="558" y="58"/>
                </a:lnTo>
                <a:lnTo>
                  <a:pt x="559" y="58"/>
                </a:lnTo>
                <a:lnTo>
                  <a:pt x="560" y="58"/>
                </a:lnTo>
                <a:lnTo>
                  <a:pt x="560" y="59"/>
                </a:lnTo>
                <a:lnTo>
                  <a:pt x="561" y="59"/>
                </a:lnTo>
                <a:lnTo>
                  <a:pt x="562" y="60"/>
                </a:lnTo>
                <a:lnTo>
                  <a:pt x="562" y="62"/>
                </a:lnTo>
                <a:lnTo>
                  <a:pt x="562" y="63"/>
                </a:lnTo>
                <a:lnTo>
                  <a:pt x="561" y="63"/>
                </a:lnTo>
                <a:lnTo>
                  <a:pt x="561" y="64"/>
                </a:lnTo>
                <a:lnTo>
                  <a:pt x="561" y="65"/>
                </a:lnTo>
                <a:lnTo>
                  <a:pt x="562" y="65"/>
                </a:lnTo>
                <a:lnTo>
                  <a:pt x="562" y="66"/>
                </a:lnTo>
                <a:lnTo>
                  <a:pt x="562" y="67"/>
                </a:lnTo>
                <a:lnTo>
                  <a:pt x="563" y="68"/>
                </a:lnTo>
                <a:lnTo>
                  <a:pt x="562" y="68"/>
                </a:lnTo>
                <a:lnTo>
                  <a:pt x="563" y="69"/>
                </a:lnTo>
                <a:lnTo>
                  <a:pt x="563" y="70"/>
                </a:lnTo>
                <a:lnTo>
                  <a:pt x="564" y="71"/>
                </a:lnTo>
                <a:lnTo>
                  <a:pt x="564" y="72"/>
                </a:lnTo>
                <a:lnTo>
                  <a:pt x="565" y="74"/>
                </a:lnTo>
                <a:lnTo>
                  <a:pt x="565" y="75"/>
                </a:lnTo>
                <a:lnTo>
                  <a:pt x="564" y="75"/>
                </a:lnTo>
                <a:lnTo>
                  <a:pt x="565" y="76"/>
                </a:lnTo>
                <a:lnTo>
                  <a:pt x="565" y="77"/>
                </a:lnTo>
                <a:lnTo>
                  <a:pt x="566" y="77"/>
                </a:lnTo>
                <a:lnTo>
                  <a:pt x="567" y="77"/>
                </a:lnTo>
                <a:lnTo>
                  <a:pt x="570" y="76"/>
                </a:lnTo>
                <a:lnTo>
                  <a:pt x="572" y="76"/>
                </a:lnTo>
                <a:lnTo>
                  <a:pt x="573" y="76"/>
                </a:lnTo>
                <a:lnTo>
                  <a:pt x="574" y="76"/>
                </a:lnTo>
                <a:lnTo>
                  <a:pt x="575" y="76"/>
                </a:lnTo>
                <a:lnTo>
                  <a:pt x="576" y="76"/>
                </a:lnTo>
                <a:lnTo>
                  <a:pt x="577" y="76"/>
                </a:lnTo>
                <a:lnTo>
                  <a:pt x="577" y="77"/>
                </a:lnTo>
                <a:lnTo>
                  <a:pt x="577" y="78"/>
                </a:lnTo>
                <a:lnTo>
                  <a:pt x="578" y="78"/>
                </a:lnTo>
                <a:lnTo>
                  <a:pt x="579" y="78"/>
                </a:lnTo>
                <a:lnTo>
                  <a:pt x="580" y="78"/>
                </a:lnTo>
                <a:lnTo>
                  <a:pt x="581" y="77"/>
                </a:lnTo>
                <a:lnTo>
                  <a:pt x="581" y="76"/>
                </a:lnTo>
                <a:lnTo>
                  <a:pt x="582" y="75"/>
                </a:lnTo>
                <a:lnTo>
                  <a:pt x="583" y="75"/>
                </a:lnTo>
                <a:lnTo>
                  <a:pt x="584" y="75"/>
                </a:lnTo>
                <a:lnTo>
                  <a:pt x="585" y="75"/>
                </a:lnTo>
                <a:lnTo>
                  <a:pt x="585" y="74"/>
                </a:lnTo>
                <a:lnTo>
                  <a:pt x="586" y="74"/>
                </a:lnTo>
                <a:lnTo>
                  <a:pt x="587" y="73"/>
                </a:lnTo>
                <a:lnTo>
                  <a:pt x="589" y="75"/>
                </a:lnTo>
                <a:lnTo>
                  <a:pt x="590" y="77"/>
                </a:lnTo>
                <a:lnTo>
                  <a:pt x="591" y="78"/>
                </a:lnTo>
                <a:lnTo>
                  <a:pt x="592" y="78"/>
                </a:lnTo>
                <a:lnTo>
                  <a:pt x="594" y="78"/>
                </a:lnTo>
                <a:lnTo>
                  <a:pt x="595" y="77"/>
                </a:lnTo>
                <a:lnTo>
                  <a:pt x="596" y="76"/>
                </a:lnTo>
                <a:lnTo>
                  <a:pt x="597" y="75"/>
                </a:lnTo>
                <a:lnTo>
                  <a:pt x="598" y="76"/>
                </a:lnTo>
                <a:lnTo>
                  <a:pt x="598" y="77"/>
                </a:lnTo>
                <a:lnTo>
                  <a:pt x="599" y="77"/>
                </a:lnTo>
                <a:lnTo>
                  <a:pt x="600" y="78"/>
                </a:lnTo>
                <a:lnTo>
                  <a:pt x="600" y="79"/>
                </a:lnTo>
                <a:lnTo>
                  <a:pt x="600" y="81"/>
                </a:lnTo>
                <a:lnTo>
                  <a:pt x="599" y="81"/>
                </a:lnTo>
                <a:lnTo>
                  <a:pt x="599" y="82"/>
                </a:lnTo>
                <a:lnTo>
                  <a:pt x="599" y="83"/>
                </a:lnTo>
                <a:lnTo>
                  <a:pt x="600" y="83"/>
                </a:lnTo>
                <a:lnTo>
                  <a:pt x="599" y="85"/>
                </a:lnTo>
                <a:lnTo>
                  <a:pt x="599" y="86"/>
                </a:lnTo>
                <a:lnTo>
                  <a:pt x="598" y="87"/>
                </a:lnTo>
                <a:lnTo>
                  <a:pt x="597" y="88"/>
                </a:lnTo>
                <a:lnTo>
                  <a:pt x="596" y="89"/>
                </a:lnTo>
                <a:lnTo>
                  <a:pt x="596" y="90"/>
                </a:lnTo>
                <a:lnTo>
                  <a:pt x="596" y="92"/>
                </a:lnTo>
                <a:lnTo>
                  <a:pt x="595" y="92"/>
                </a:lnTo>
                <a:lnTo>
                  <a:pt x="595" y="93"/>
                </a:lnTo>
                <a:lnTo>
                  <a:pt x="594" y="94"/>
                </a:lnTo>
                <a:lnTo>
                  <a:pt x="592" y="96"/>
                </a:lnTo>
                <a:lnTo>
                  <a:pt x="590" y="97"/>
                </a:lnTo>
                <a:lnTo>
                  <a:pt x="588" y="98"/>
                </a:lnTo>
                <a:lnTo>
                  <a:pt x="587" y="98"/>
                </a:lnTo>
                <a:lnTo>
                  <a:pt x="585" y="99"/>
                </a:lnTo>
                <a:lnTo>
                  <a:pt x="585" y="100"/>
                </a:lnTo>
                <a:lnTo>
                  <a:pt x="584" y="100"/>
                </a:lnTo>
                <a:lnTo>
                  <a:pt x="580" y="102"/>
                </a:lnTo>
                <a:lnTo>
                  <a:pt x="579" y="101"/>
                </a:lnTo>
                <a:lnTo>
                  <a:pt x="578" y="100"/>
                </a:lnTo>
                <a:lnTo>
                  <a:pt x="576" y="100"/>
                </a:lnTo>
                <a:lnTo>
                  <a:pt x="575" y="100"/>
                </a:lnTo>
                <a:lnTo>
                  <a:pt x="573" y="101"/>
                </a:lnTo>
                <a:lnTo>
                  <a:pt x="572" y="101"/>
                </a:lnTo>
                <a:lnTo>
                  <a:pt x="572" y="102"/>
                </a:lnTo>
                <a:lnTo>
                  <a:pt x="571" y="103"/>
                </a:lnTo>
                <a:lnTo>
                  <a:pt x="570" y="103"/>
                </a:lnTo>
                <a:lnTo>
                  <a:pt x="569" y="103"/>
                </a:lnTo>
                <a:lnTo>
                  <a:pt x="568" y="103"/>
                </a:lnTo>
                <a:lnTo>
                  <a:pt x="568" y="104"/>
                </a:lnTo>
                <a:lnTo>
                  <a:pt x="567" y="105"/>
                </a:lnTo>
                <a:lnTo>
                  <a:pt x="566" y="105"/>
                </a:lnTo>
                <a:lnTo>
                  <a:pt x="565" y="105"/>
                </a:lnTo>
                <a:lnTo>
                  <a:pt x="565" y="106"/>
                </a:lnTo>
                <a:lnTo>
                  <a:pt x="564" y="106"/>
                </a:lnTo>
                <a:lnTo>
                  <a:pt x="563" y="106"/>
                </a:lnTo>
                <a:lnTo>
                  <a:pt x="562" y="106"/>
                </a:lnTo>
                <a:lnTo>
                  <a:pt x="562" y="105"/>
                </a:lnTo>
                <a:lnTo>
                  <a:pt x="562" y="104"/>
                </a:lnTo>
                <a:lnTo>
                  <a:pt x="561" y="104"/>
                </a:lnTo>
                <a:lnTo>
                  <a:pt x="560" y="104"/>
                </a:lnTo>
                <a:lnTo>
                  <a:pt x="560" y="106"/>
                </a:lnTo>
                <a:lnTo>
                  <a:pt x="558" y="107"/>
                </a:lnTo>
                <a:lnTo>
                  <a:pt x="558" y="108"/>
                </a:lnTo>
                <a:lnTo>
                  <a:pt x="557" y="109"/>
                </a:lnTo>
                <a:lnTo>
                  <a:pt x="556" y="109"/>
                </a:lnTo>
                <a:lnTo>
                  <a:pt x="557" y="110"/>
                </a:lnTo>
                <a:lnTo>
                  <a:pt x="557" y="111"/>
                </a:lnTo>
                <a:lnTo>
                  <a:pt x="558" y="111"/>
                </a:lnTo>
                <a:lnTo>
                  <a:pt x="558" y="112"/>
                </a:lnTo>
                <a:lnTo>
                  <a:pt x="557" y="113"/>
                </a:lnTo>
                <a:lnTo>
                  <a:pt x="556" y="113"/>
                </a:lnTo>
                <a:lnTo>
                  <a:pt x="556" y="112"/>
                </a:lnTo>
                <a:lnTo>
                  <a:pt x="555" y="112"/>
                </a:lnTo>
                <a:lnTo>
                  <a:pt x="555" y="113"/>
                </a:lnTo>
                <a:lnTo>
                  <a:pt x="555" y="114"/>
                </a:lnTo>
                <a:lnTo>
                  <a:pt x="554" y="114"/>
                </a:lnTo>
                <a:lnTo>
                  <a:pt x="553" y="114"/>
                </a:lnTo>
                <a:lnTo>
                  <a:pt x="551" y="114"/>
                </a:lnTo>
                <a:lnTo>
                  <a:pt x="549" y="114"/>
                </a:lnTo>
                <a:lnTo>
                  <a:pt x="549" y="115"/>
                </a:lnTo>
                <a:lnTo>
                  <a:pt x="547" y="116"/>
                </a:lnTo>
                <a:lnTo>
                  <a:pt x="546" y="116"/>
                </a:lnTo>
                <a:lnTo>
                  <a:pt x="546" y="117"/>
                </a:lnTo>
                <a:lnTo>
                  <a:pt x="545" y="118"/>
                </a:lnTo>
                <a:lnTo>
                  <a:pt x="544" y="118"/>
                </a:lnTo>
                <a:lnTo>
                  <a:pt x="543" y="118"/>
                </a:lnTo>
                <a:lnTo>
                  <a:pt x="542" y="118"/>
                </a:lnTo>
                <a:lnTo>
                  <a:pt x="541" y="118"/>
                </a:lnTo>
                <a:lnTo>
                  <a:pt x="540" y="118"/>
                </a:lnTo>
                <a:lnTo>
                  <a:pt x="540" y="117"/>
                </a:lnTo>
                <a:lnTo>
                  <a:pt x="541" y="117"/>
                </a:lnTo>
                <a:lnTo>
                  <a:pt x="540" y="116"/>
                </a:lnTo>
                <a:lnTo>
                  <a:pt x="538" y="115"/>
                </a:lnTo>
                <a:lnTo>
                  <a:pt x="537" y="115"/>
                </a:lnTo>
                <a:lnTo>
                  <a:pt x="536" y="115"/>
                </a:lnTo>
                <a:lnTo>
                  <a:pt x="536" y="116"/>
                </a:lnTo>
                <a:lnTo>
                  <a:pt x="535" y="117"/>
                </a:lnTo>
                <a:lnTo>
                  <a:pt x="534" y="117"/>
                </a:lnTo>
                <a:lnTo>
                  <a:pt x="533" y="117"/>
                </a:lnTo>
                <a:lnTo>
                  <a:pt x="532" y="117"/>
                </a:lnTo>
                <a:lnTo>
                  <a:pt x="532" y="118"/>
                </a:lnTo>
                <a:lnTo>
                  <a:pt x="533" y="120"/>
                </a:lnTo>
                <a:lnTo>
                  <a:pt x="533" y="121"/>
                </a:lnTo>
                <a:lnTo>
                  <a:pt x="534" y="123"/>
                </a:lnTo>
                <a:lnTo>
                  <a:pt x="535" y="125"/>
                </a:lnTo>
                <a:lnTo>
                  <a:pt x="535" y="126"/>
                </a:lnTo>
                <a:lnTo>
                  <a:pt x="535" y="127"/>
                </a:lnTo>
                <a:lnTo>
                  <a:pt x="535" y="128"/>
                </a:lnTo>
                <a:lnTo>
                  <a:pt x="536" y="128"/>
                </a:lnTo>
                <a:lnTo>
                  <a:pt x="536" y="129"/>
                </a:lnTo>
                <a:lnTo>
                  <a:pt x="536" y="130"/>
                </a:lnTo>
                <a:lnTo>
                  <a:pt x="537" y="130"/>
                </a:lnTo>
                <a:lnTo>
                  <a:pt x="537" y="131"/>
                </a:lnTo>
                <a:lnTo>
                  <a:pt x="538" y="131"/>
                </a:lnTo>
                <a:lnTo>
                  <a:pt x="538" y="132"/>
                </a:lnTo>
                <a:lnTo>
                  <a:pt x="538" y="133"/>
                </a:lnTo>
                <a:lnTo>
                  <a:pt x="539" y="133"/>
                </a:lnTo>
                <a:lnTo>
                  <a:pt x="539" y="134"/>
                </a:lnTo>
                <a:lnTo>
                  <a:pt x="539" y="135"/>
                </a:lnTo>
                <a:lnTo>
                  <a:pt x="538" y="135"/>
                </a:lnTo>
                <a:lnTo>
                  <a:pt x="538" y="136"/>
                </a:lnTo>
                <a:lnTo>
                  <a:pt x="538" y="137"/>
                </a:lnTo>
                <a:lnTo>
                  <a:pt x="538" y="139"/>
                </a:lnTo>
                <a:lnTo>
                  <a:pt x="538" y="140"/>
                </a:lnTo>
                <a:lnTo>
                  <a:pt x="537" y="140"/>
                </a:lnTo>
                <a:lnTo>
                  <a:pt x="537" y="141"/>
                </a:lnTo>
                <a:lnTo>
                  <a:pt x="536" y="141"/>
                </a:lnTo>
                <a:lnTo>
                  <a:pt x="535" y="141"/>
                </a:lnTo>
                <a:lnTo>
                  <a:pt x="534" y="141"/>
                </a:lnTo>
                <a:lnTo>
                  <a:pt x="533" y="142"/>
                </a:lnTo>
                <a:lnTo>
                  <a:pt x="532" y="143"/>
                </a:lnTo>
                <a:lnTo>
                  <a:pt x="532" y="144"/>
                </a:lnTo>
                <a:lnTo>
                  <a:pt x="531" y="144"/>
                </a:lnTo>
                <a:lnTo>
                  <a:pt x="530" y="144"/>
                </a:lnTo>
                <a:lnTo>
                  <a:pt x="529" y="143"/>
                </a:lnTo>
                <a:lnTo>
                  <a:pt x="529" y="142"/>
                </a:lnTo>
                <a:lnTo>
                  <a:pt x="529" y="141"/>
                </a:lnTo>
                <a:lnTo>
                  <a:pt x="529" y="140"/>
                </a:lnTo>
                <a:lnTo>
                  <a:pt x="529" y="139"/>
                </a:lnTo>
                <a:lnTo>
                  <a:pt x="527" y="137"/>
                </a:lnTo>
                <a:lnTo>
                  <a:pt x="526" y="136"/>
                </a:lnTo>
                <a:lnTo>
                  <a:pt x="526" y="135"/>
                </a:lnTo>
                <a:lnTo>
                  <a:pt x="525" y="134"/>
                </a:lnTo>
                <a:lnTo>
                  <a:pt x="524" y="134"/>
                </a:lnTo>
                <a:lnTo>
                  <a:pt x="523" y="134"/>
                </a:lnTo>
                <a:lnTo>
                  <a:pt x="523" y="133"/>
                </a:lnTo>
                <a:lnTo>
                  <a:pt x="522" y="133"/>
                </a:lnTo>
                <a:lnTo>
                  <a:pt x="520" y="133"/>
                </a:lnTo>
                <a:lnTo>
                  <a:pt x="520" y="134"/>
                </a:lnTo>
                <a:lnTo>
                  <a:pt x="519" y="135"/>
                </a:lnTo>
                <a:lnTo>
                  <a:pt x="519" y="136"/>
                </a:lnTo>
                <a:lnTo>
                  <a:pt x="519" y="137"/>
                </a:lnTo>
                <a:lnTo>
                  <a:pt x="520" y="137"/>
                </a:lnTo>
                <a:lnTo>
                  <a:pt x="520" y="138"/>
                </a:lnTo>
                <a:lnTo>
                  <a:pt x="521" y="141"/>
                </a:lnTo>
                <a:lnTo>
                  <a:pt x="521" y="142"/>
                </a:lnTo>
                <a:lnTo>
                  <a:pt x="520" y="144"/>
                </a:lnTo>
                <a:lnTo>
                  <a:pt x="520" y="145"/>
                </a:lnTo>
                <a:lnTo>
                  <a:pt x="520" y="146"/>
                </a:lnTo>
                <a:lnTo>
                  <a:pt x="519" y="147"/>
                </a:lnTo>
                <a:lnTo>
                  <a:pt x="519" y="148"/>
                </a:lnTo>
                <a:lnTo>
                  <a:pt x="519" y="149"/>
                </a:lnTo>
                <a:lnTo>
                  <a:pt x="518" y="149"/>
                </a:lnTo>
                <a:lnTo>
                  <a:pt x="518" y="150"/>
                </a:lnTo>
                <a:lnTo>
                  <a:pt x="518" y="151"/>
                </a:lnTo>
                <a:lnTo>
                  <a:pt x="517" y="151"/>
                </a:lnTo>
                <a:lnTo>
                  <a:pt x="515" y="152"/>
                </a:lnTo>
                <a:lnTo>
                  <a:pt x="514" y="152"/>
                </a:lnTo>
                <a:lnTo>
                  <a:pt x="513" y="153"/>
                </a:lnTo>
                <a:lnTo>
                  <a:pt x="512" y="153"/>
                </a:lnTo>
                <a:lnTo>
                  <a:pt x="511" y="153"/>
                </a:lnTo>
                <a:lnTo>
                  <a:pt x="511" y="155"/>
                </a:lnTo>
                <a:lnTo>
                  <a:pt x="511" y="156"/>
                </a:lnTo>
                <a:lnTo>
                  <a:pt x="512" y="157"/>
                </a:lnTo>
                <a:lnTo>
                  <a:pt x="513" y="157"/>
                </a:lnTo>
                <a:lnTo>
                  <a:pt x="514" y="156"/>
                </a:lnTo>
                <a:lnTo>
                  <a:pt x="515" y="156"/>
                </a:lnTo>
                <a:lnTo>
                  <a:pt x="516" y="156"/>
                </a:lnTo>
                <a:lnTo>
                  <a:pt x="517" y="156"/>
                </a:lnTo>
                <a:lnTo>
                  <a:pt x="518" y="156"/>
                </a:lnTo>
                <a:lnTo>
                  <a:pt x="519" y="157"/>
                </a:lnTo>
                <a:lnTo>
                  <a:pt x="524" y="157"/>
                </a:lnTo>
                <a:lnTo>
                  <a:pt x="525" y="158"/>
                </a:lnTo>
                <a:lnTo>
                  <a:pt x="526" y="158"/>
                </a:lnTo>
                <a:lnTo>
                  <a:pt x="527" y="158"/>
                </a:lnTo>
                <a:lnTo>
                  <a:pt x="528" y="158"/>
                </a:lnTo>
                <a:lnTo>
                  <a:pt x="529" y="158"/>
                </a:lnTo>
                <a:lnTo>
                  <a:pt x="530" y="159"/>
                </a:lnTo>
                <a:lnTo>
                  <a:pt x="530" y="163"/>
                </a:lnTo>
                <a:lnTo>
                  <a:pt x="530" y="164"/>
                </a:lnTo>
                <a:lnTo>
                  <a:pt x="530" y="165"/>
                </a:lnTo>
                <a:lnTo>
                  <a:pt x="531" y="165"/>
                </a:lnTo>
                <a:lnTo>
                  <a:pt x="531" y="166"/>
                </a:lnTo>
                <a:lnTo>
                  <a:pt x="532" y="167"/>
                </a:lnTo>
                <a:lnTo>
                  <a:pt x="532" y="168"/>
                </a:lnTo>
                <a:lnTo>
                  <a:pt x="532" y="170"/>
                </a:lnTo>
                <a:lnTo>
                  <a:pt x="533" y="170"/>
                </a:lnTo>
                <a:lnTo>
                  <a:pt x="533" y="172"/>
                </a:lnTo>
                <a:lnTo>
                  <a:pt x="534" y="173"/>
                </a:lnTo>
                <a:lnTo>
                  <a:pt x="535" y="172"/>
                </a:lnTo>
                <a:lnTo>
                  <a:pt x="536" y="172"/>
                </a:lnTo>
                <a:lnTo>
                  <a:pt x="537" y="172"/>
                </a:lnTo>
                <a:lnTo>
                  <a:pt x="537" y="171"/>
                </a:lnTo>
                <a:lnTo>
                  <a:pt x="538" y="171"/>
                </a:lnTo>
                <a:lnTo>
                  <a:pt x="538" y="172"/>
                </a:lnTo>
                <a:lnTo>
                  <a:pt x="539" y="173"/>
                </a:lnTo>
                <a:lnTo>
                  <a:pt x="540" y="173"/>
                </a:lnTo>
                <a:lnTo>
                  <a:pt x="540" y="174"/>
                </a:lnTo>
                <a:lnTo>
                  <a:pt x="541" y="174"/>
                </a:lnTo>
                <a:lnTo>
                  <a:pt x="542" y="173"/>
                </a:lnTo>
                <a:lnTo>
                  <a:pt x="543" y="173"/>
                </a:lnTo>
                <a:lnTo>
                  <a:pt x="545" y="173"/>
                </a:lnTo>
                <a:lnTo>
                  <a:pt x="545" y="174"/>
                </a:lnTo>
                <a:lnTo>
                  <a:pt x="546" y="174"/>
                </a:lnTo>
                <a:lnTo>
                  <a:pt x="547" y="174"/>
                </a:lnTo>
                <a:lnTo>
                  <a:pt x="548" y="174"/>
                </a:lnTo>
                <a:lnTo>
                  <a:pt x="548" y="175"/>
                </a:lnTo>
                <a:lnTo>
                  <a:pt x="549" y="175"/>
                </a:lnTo>
                <a:lnTo>
                  <a:pt x="549" y="176"/>
                </a:lnTo>
                <a:lnTo>
                  <a:pt x="550" y="176"/>
                </a:lnTo>
                <a:lnTo>
                  <a:pt x="551" y="176"/>
                </a:lnTo>
                <a:lnTo>
                  <a:pt x="551" y="175"/>
                </a:lnTo>
                <a:lnTo>
                  <a:pt x="552" y="175"/>
                </a:lnTo>
                <a:lnTo>
                  <a:pt x="553" y="174"/>
                </a:lnTo>
                <a:lnTo>
                  <a:pt x="553" y="175"/>
                </a:lnTo>
                <a:lnTo>
                  <a:pt x="554" y="175"/>
                </a:lnTo>
                <a:lnTo>
                  <a:pt x="555" y="175"/>
                </a:lnTo>
                <a:lnTo>
                  <a:pt x="555" y="174"/>
                </a:lnTo>
                <a:lnTo>
                  <a:pt x="556" y="174"/>
                </a:lnTo>
                <a:lnTo>
                  <a:pt x="556" y="173"/>
                </a:lnTo>
                <a:lnTo>
                  <a:pt x="558" y="173"/>
                </a:lnTo>
                <a:lnTo>
                  <a:pt x="558" y="172"/>
                </a:lnTo>
                <a:lnTo>
                  <a:pt x="559" y="172"/>
                </a:lnTo>
                <a:lnTo>
                  <a:pt x="559" y="171"/>
                </a:lnTo>
                <a:lnTo>
                  <a:pt x="559" y="170"/>
                </a:lnTo>
                <a:lnTo>
                  <a:pt x="559" y="171"/>
                </a:lnTo>
                <a:lnTo>
                  <a:pt x="560" y="171"/>
                </a:lnTo>
                <a:lnTo>
                  <a:pt x="560" y="170"/>
                </a:lnTo>
                <a:lnTo>
                  <a:pt x="560" y="171"/>
                </a:lnTo>
                <a:lnTo>
                  <a:pt x="561" y="171"/>
                </a:lnTo>
                <a:lnTo>
                  <a:pt x="562" y="172"/>
                </a:lnTo>
                <a:lnTo>
                  <a:pt x="562" y="174"/>
                </a:lnTo>
                <a:lnTo>
                  <a:pt x="562" y="175"/>
                </a:lnTo>
                <a:lnTo>
                  <a:pt x="561" y="175"/>
                </a:lnTo>
                <a:lnTo>
                  <a:pt x="561" y="176"/>
                </a:lnTo>
                <a:lnTo>
                  <a:pt x="560" y="176"/>
                </a:lnTo>
                <a:lnTo>
                  <a:pt x="559" y="177"/>
                </a:lnTo>
                <a:lnTo>
                  <a:pt x="558" y="178"/>
                </a:lnTo>
                <a:lnTo>
                  <a:pt x="558" y="179"/>
                </a:lnTo>
                <a:lnTo>
                  <a:pt x="558" y="180"/>
                </a:lnTo>
                <a:lnTo>
                  <a:pt x="559" y="180"/>
                </a:lnTo>
                <a:lnTo>
                  <a:pt x="560" y="181"/>
                </a:lnTo>
                <a:lnTo>
                  <a:pt x="561" y="182"/>
                </a:lnTo>
                <a:lnTo>
                  <a:pt x="562" y="182"/>
                </a:lnTo>
                <a:lnTo>
                  <a:pt x="562" y="183"/>
                </a:lnTo>
                <a:lnTo>
                  <a:pt x="562" y="184"/>
                </a:lnTo>
                <a:lnTo>
                  <a:pt x="563" y="184"/>
                </a:lnTo>
                <a:lnTo>
                  <a:pt x="563" y="183"/>
                </a:lnTo>
                <a:lnTo>
                  <a:pt x="562" y="183"/>
                </a:lnTo>
                <a:lnTo>
                  <a:pt x="563" y="182"/>
                </a:lnTo>
                <a:lnTo>
                  <a:pt x="564" y="182"/>
                </a:lnTo>
                <a:lnTo>
                  <a:pt x="564" y="181"/>
                </a:lnTo>
                <a:lnTo>
                  <a:pt x="565" y="182"/>
                </a:lnTo>
                <a:lnTo>
                  <a:pt x="565" y="181"/>
                </a:lnTo>
                <a:lnTo>
                  <a:pt x="566" y="181"/>
                </a:lnTo>
                <a:lnTo>
                  <a:pt x="567" y="180"/>
                </a:lnTo>
                <a:lnTo>
                  <a:pt x="568" y="180"/>
                </a:lnTo>
                <a:lnTo>
                  <a:pt x="569" y="180"/>
                </a:lnTo>
                <a:lnTo>
                  <a:pt x="570" y="179"/>
                </a:lnTo>
                <a:lnTo>
                  <a:pt x="570" y="178"/>
                </a:lnTo>
                <a:lnTo>
                  <a:pt x="571" y="178"/>
                </a:lnTo>
                <a:lnTo>
                  <a:pt x="571" y="179"/>
                </a:lnTo>
                <a:lnTo>
                  <a:pt x="572" y="179"/>
                </a:lnTo>
                <a:lnTo>
                  <a:pt x="572" y="180"/>
                </a:lnTo>
                <a:lnTo>
                  <a:pt x="572" y="181"/>
                </a:lnTo>
                <a:lnTo>
                  <a:pt x="572" y="182"/>
                </a:lnTo>
                <a:lnTo>
                  <a:pt x="573" y="181"/>
                </a:lnTo>
                <a:lnTo>
                  <a:pt x="574" y="181"/>
                </a:lnTo>
                <a:lnTo>
                  <a:pt x="575" y="181"/>
                </a:lnTo>
                <a:lnTo>
                  <a:pt x="576" y="181"/>
                </a:lnTo>
                <a:lnTo>
                  <a:pt x="577" y="181"/>
                </a:lnTo>
                <a:lnTo>
                  <a:pt x="577" y="180"/>
                </a:lnTo>
                <a:lnTo>
                  <a:pt x="578" y="180"/>
                </a:lnTo>
                <a:lnTo>
                  <a:pt x="579" y="180"/>
                </a:lnTo>
                <a:lnTo>
                  <a:pt x="580" y="180"/>
                </a:lnTo>
                <a:lnTo>
                  <a:pt x="581" y="180"/>
                </a:lnTo>
                <a:lnTo>
                  <a:pt x="582" y="180"/>
                </a:lnTo>
                <a:lnTo>
                  <a:pt x="583" y="179"/>
                </a:lnTo>
                <a:lnTo>
                  <a:pt x="584" y="179"/>
                </a:lnTo>
                <a:lnTo>
                  <a:pt x="585" y="179"/>
                </a:lnTo>
                <a:lnTo>
                  <a:pt x="585" y="178"/>
                </a:lnTo>
                <a:lnTo>
                  <a:pt x="586" y="178"/>
                </a:lnTo>
                <a:lnTo>
                  <a:pt x="587" y="178"/>
                </a:lnTo>
                <a:lnTo>
                  <a:pt x="588" y="178"/>
                </a:lnTo>
                <a:lnTo>
                  <a:pt x="589" y="178"/>
                </a:lnTo>
                <a:lnTo>
                  <a:pt x="589" y="179"/>
                </a:lnTo>
                <a:lnTo>
                  <a:pt x="589" y="180"/>
                </a:lnTo>
                <a:lnTo>
                  <a:pt x="589" y="183"/>
                </a:lnTo>
                <a:lnTo>
                  <a:pt x="590" y="184"/>
                </a:lnTo>
                <a:lnTo>
                  <a:pt x="591" y="185"/>
                </a:lnTo>
                <a:lnTo>
                  <a:pt x="591" y="186"/>
                </a:lnTo>
                <a:lnTo>
                  <a:pt x="591" y="187"/>
                </a:lnTo>
                <a:lnTo>
                  <a:pt x="590" y="187"/>
                </a:lnTo>
                <a:lnTo>
                  <a:pt x="589" y="187"/>
                </a:lnTo>
                <a:lnTo>
                  <a:pt x="589" y="188"/>
                </a:lnTo>
                <a:lnTo>
                  <a:pt x="589" y="189"/>
                </a:lnTo>
                <a:lnTo>
                  <a:pt x="590" y="189"/>
                </a:lnTo>
                <a:lnTo>
                  <a:pt x="590" y="190"/>
                </a:lnTo>
                <a:lnTo>
                  <a:pt x="590" y="191"/>
                </a:lnTo>
                <a:lnTo>
                  <a:pt x="590" y="192"/>
                </a:lnTo>
                <a:lnTo>
                  <a:pt x="591" y="193"/>
                </a:lnTo>
                <a:lnTo>
                  <a:pt x="592" y="194"/>
                </a:lnTo>
                <a:lnTo>
                  <a:pt x="592" y="195"/>
                </a:lnTo>
                <a:lnTo>
                  <a:pt x="592" y="196"/>
                </a:lnTo>
                <a:lnTo>
                  <a:pt x="593" y="196"/>
                </a:lnTo>
                <a:lnTo>
                  <a:pt x="593" y="195"/>
                </a:lnTo>
                <a:lnTo>
                  <a:pt x="593" y="196"/>
                </a:lnTo>
                <a:lnTo>
                  <a:pt x="594" y="197"/>
                </a:lnTo>
                <a:lnTo>
                  <a:pt x="593" y="198"/>
                </a:lnTo>
                <a:lnTo>
                  <a:pt x="592" y="198"/>
                </a:lnTo>
                <a:lnTo>
                  <a:pt x="593" y="199"/>
                </a:lnTo>
                <a:lnTo>
                  <a:pt x="593" y="200"/>
                </a:lnTo>
                <a:lnTo>
                  <a:pt x="594" y="201"/>
                </a:lnTo>
                <a:lnTo>
                  <a:pt x="594" y="202"/>
                </a:lnTo>
                <a:lnTo>
                  <a:pt x="593" y="203"/>
                </a:lnTo>
                <a:lnTo>
                  <a:pt x="593" y="205"/>
                </a:lnTo>
                <a:lnTo>
                  <a:pt x="593" y="206"/>
                </a:lnTo>
                <a:lnTo>
                  <a:pt x="593" y="207"/>
                </a:lnTo>
                <a:lnTo>
                  <a:pt x="593" y="208"/>
                </a:lnTo>
                <a:lnTo>
                  <a:pt x="593" y="210"/>
                </a:lnTo>
                <a:lnTo>
                  <a:pt x="593" y="211"/>
                </a:lnTo>
                <a:lnTo>
                  <a:pt x="593" y="212"/>
                </a:lnTo>
                <a:lnTo>
                  <a:pt x="593" y="213"/>
                </a:lnTo>
                <a:lnTo>
                  <a:pt x="593" y="214"/>
                </a:lnTo>
                <a:lnTo>
                  <a:pt x="593" y="215"/>
                </a:lnTo>
                <a:lnTo>
                  <a:pt x="594" y="216"/>
                </a:lnTo>
                <a:lnTo>
                  <a:pt x="594" y="219"/>
                </a:lnTo>
                <a:lnTo>
                  <a:pt x="593" y="219"/>
                </a:lnTo>
                <a:lnTo>
                  <a:pt x="594" y="219"/>
                </a:lnTo>
                <a:lnTo>
                  <a:pt x="594" y="220"/>
                </a:lnTo>
                <a:lnTo>
                  <a:pt x="593" y="221"/>
                </a:lnTo>
                <a:lnTo>
                  <a:pt x="593" y="222"/>
                </a:lnTo>
                <a:lnTo>
                  <a:pt x="594" y="223"/>
                </a:lnTo>
                <a:lnTo>
                  <a:pt x="594" y="224"/>
                </a:lnTo>
                <a:lnTo>
                  <a:pt x="595" y="224"/>
                </a:lnTo>
                <a:lnTo>
                  <a:pt x="596" y="225"/>
                </a:lnTo>
                <a:lnTo>
                  <a:pt x="596" y="226"/>
                </a:lnTo>
                <a:lnTo>
                  <a:pt x="596" y="227"/>
                </a:lnTo>
                <a:lnTo>
                  <a:pt x="597" y="227"/>
                </a:lnTo>
                <a:lnTo>
                  <a:pt x="598" y="228"/>
                </a:lnTo>
                <a:lnTo>
                  <a:pt x="598" y="229"/>
                </a:lnTo>
                <a:lnTo>
                  <a:pt x="599" y="230"/>
                </a:lnTo>
                <a:lnTo>
                  <a:pt x="600" y="231"/>
                </a:lnTo>
                <a:lnTo>
                  <a:pt x="601" y="231"/>
                </a:lnTo>
                <a:lnTo>
                  <a:pt x="602" y="231"/>
                </a:lnTo>
                <a:lnTo>
                  <a:pt x="603" y="231"/>
                </a:lnTo>
                <a:lnTo>
                  <a:pt x="604" y="230"/>
                </a:lnTo>
                <a:lnTo>
                  <a:pt x="606" y="230"/>
                </a:lnTo>
                <a:lnTo>
                  <a:pt x="607" y="231"/>
                </a:lnTo>
                <a:lnTo>
                  <a:pt x="608" y="231"/>
                </a:lnTo>
                <a:lnTo>
                  <a:pt x="608" y="232"/>
                </a:lnTo>
                <a:lnTo>
                  <a:pt x="609" y="232"/>
                </a:lnTo>
                <a:lnTo>
                  <a:pt x="609" y="231"/>
                </a:lnTo>
                <a:lnTo>
                  <a:pt x="610" y="231"/>
                </a:lnTo>
                <a:lnTo>
                  <a:pt x="611" y="232"/>
                </a:lnTo>
                <a:lnTo>
                  <a:pt x="611" y="233"/>
                </a:lnTo>
                <a:lnTo>
                  <a:pt x="611" y="234"/>
                </a:lnTo>
                <a:lnTo>
                  <a:pt x="611" y="235"/>
                </a:lnTo>
                <a:lnTo>
                  <a:pt x="613" y="239"/>
                </a:lnTo>
                <a:lnTo>
                  <a:pt x="615" y="239"/>
                </a:lnTo>
                <a:lnTo>
                  <a:pt x="616" y="238"/>
                </a:lnTo>
                <a:lnTo>
                  <a:pt x="616" y="237"/>
                </a:lnTo>
                <a:lnTo>
                  <a:pt x="617" y="236"/>
                </a:lnTo>
                <a:lnTo>
                  <a:pt x="619" y="235"/>
                </a:lnTo>
                <a:lnTo>
                  <a:pt x="621" y="235"/>
                </a:lnTo>
                <a:lnTo>
                  <a:pt x="621" y="236"/>
                </a:lnTo>
                <a:lnTo>
                  <a:pt x="621" y="238"/>
                </a:lnTo>
                <a:lnTo>
                  <a:pt x="620" y="239"/>
                </a:lnTo>
                <a:lnTo>
                  <a:pt x="621" y="240"/>
                </a:lnTo>
                <a:lnTo>
                  <a:pt x="620" y="241"/>
                </a:lnTo>
                <a:lnTo>
                  <a:pt x="620" y="242"/>
                </a:lnTo>
                <a:lnTo>
                  <a:pt x="620" y="245"/>
                </a:lnTo>
                <a:lnTo>
                  <a:pt x="620" y="246"/>
                </a:lnTo>
                <a:lnTo>
                  <a:pt x="619" y="246"/>
                </a:lnTo>
                <a:lnTo>
                  <a:pt x="619" y="247"/>
                </a:lnTo>
                <a:lnTo>
                  <a:pt x="618" y="247"/>
                </a:lnTo>
                <a:lnTo>
                  <a:pt x="618" y="248"/>
                </a:lnTo>
                <a:lnTo>
                  <a:pt x="618" y="249"/>
                </a:lnTo>
                <a:lnTo>
                  <a:pt x="617" y="249"/>
                </a:lnTo>
                <a:lnTo>
                  <a:pt x="617" y="250"/>
                </a:lnTo>
                <a:lnTo>
                  <a:pt x="618" y="251"/>
                </a:lnTo>
                <a:lnTo>
                  <a:pt x="618" y="253"/>
                </a:lnTo>
                <a:lnTo>
                  <a:pt x="617" y="255"/>
                </a:lnTo>
                <a:lnTo>
                  <a:pt x="616" y="255"/>
                </a:lnTo>
                <a:lnTo>
                  <a:pt x="615" y="256"/>
                </a:lnTo>
                <a:lnTo>
                  <a:pt x="615" y="257"/>
                </a:lnTo>
                <a:lnTo>
                  <a:pt x="613" y="257"/>
                </a:lnTo>
                <a:lnTo>
                  <a:pt x="613" y="258"/>
                </a:lnTo>
                <a:lnTo>
                  <a:pt x="613" y="259"/>
                </a:lnTo>
                <a:lnTo>
                  <a:pt x="613" y="260"/>
                </a:lnTo>
                <a:lnTo>
                  <a:pt x="613" y="263"/>
                </a:lnTo>
                <a:lnTo>
                  <a:pt x="613" y="264"/>
                </a:lnTo>
                <a:lnTo>
                  <a:pt x="613" y="265"/>
                </a:lnTo>
                <a:lnTo>
                  <a:pt x="613" y="267"/>
                </a:lnTo>
                <a:lnTo>
                  <a:pt x="612" y="267"/>
                </a:lnTo>
                <a:lnTo>
                  <a:pt x="612" y="268"/>
                </a:lnTo>
                <a:lnTo>
                  <a:pt x="611" y="269"/>
                </a:lnTo>
                <a:lnTo>
                  <a:pt x="611" y="271"/>
                </a:lnTo>
                <a:lnTo>
                  <a:pt x="610" y="271"/>
                </a:lnTo>
                <a:lnTo>
                  <a:pt x="610" y="272"/>
                </a:lnTo>
                <a:lnTo>
                  <a:pt x="610" y="273"/>
                </a:lnTo>
                <a:lnTo>
                  <a:pt x="610" y="274"/>
                </a:lnTo>
                <a:lnTo>
                  <a:pt x="610" y="275"/>
                </a:lnTo>
                <a:lnTo>
                  <a:pt x="610" y="276"/>
                </a:lnTo>
                <a:lnTo>
                  <a:pt x="610" y="277"/>
                </a:lnTo>
                <a:lnTo>
                  <a:pt x="610" y="278"/>
                </a:lnTo>
                <a:lnTo>
                  <a:pt x="610" y="279"/>
                </a:lnTo>
                <a:lnTo>
                  <a:pt x="610" y="280"/>
                </a:lnTo>
                <a:lnTo>
                  <a:pt x="611" y="281"/>
                </a:lnTo>
                <a:lnTo>
                  <a:pt x="610" y="281"/>
                </a:lnTo>
                <a:lnTo>
                  <a:pt x="610" y="282"/>
                </a:lnTo>
                <a:lnTo>
                  <a:pt x="610" y="283"/>
                </a:lnTo>
                <a:lnTo>
                  <a:pt x="611" y="283"/>
                </a:lnTo>
                <a:lnTo>
                  <a:pt x="612" y="284"/>
                </a:lnTo>
                <a:lnTo>
                  <a:pt x="612" y="285"/>
                </a:lnTo>
                <a:lnTo>
                  <a:pt x="611" y="285"/>
                </a:lnTo>
                <a:lnTo>
                  <a:pt x="610" y="286"/>
                </a:lnTo>
                <a:lnTo>
                  <a:pt x="610" y="287"/>
                </a:lnTo>
                <a:lnTo>
                  <a:pt x="610" y="288"/>
                </a:lnTo>
                <a:lnTo>
                  <a:pt x="610" y="289"/>
                </a:lnTo>
                <a:lnTo>
                  <a:pt x="609" y="289"/>
                </a:lnTo>
                <a:lnTo>
                  <a:pt x="608" y="289"/>
                </a:lnTo>
                <a:lnTo>
                  <a:pt x="607" y="289"/>
                </a:lnTo>
                <a:lnTo>
                  <a:pt x="608" y="289"/>
                </a:lnTo>
                <a:lnTo>
                  <a:pt x="608" y="290"/>
                </a:lnTo>
                <a:lnTo>
                  <a:pt x="607" y="290"/>
                </a:lnTo>
                <a:lnTo>
                  <a:pt x="607" y="291"/>
                </a:lnTo>
                <a:lnTo>
                  <a:pt x="606" y="291"/>
                </a:lnTo>
                <a:lnTo>
                  <a:pt x="605" y="291"/>
                </a:lnTo>
                <a:lnTo>
                  <a:pt x="605" y="292"/>
                </a:lnTo>
                <a:lnTo>
                  <a:pt x="605" y="293"/>
                </a:lnTo>
                <a:lnTo>
                  <a:pt x="605" y="294"/>
                </a:lnTo>
                <a:lnTo>
                  <a:pt x="605" y="295"/>
                </a:lnTo>
                <a:lnTo>
                  <a:pt x="606" y="295"/>
                </a:lnTo>
                <a:lnTo>
                  <a:pt x="606" y="296"/>
                </a:lnTo>
                <a:lnTo>
                  <a:pt x="605" y="296"/>
                </a:lnTo>
                <a:lnTo>
                  <a:pt x="605" y="297"/>
                </a:lnTo>
                <a:lnTo>
                  <a:pt x="605" y="298"/>
                </a:lnTo>
                <a:lnTo>
                  <a:pt x="605" y="299"/>
                </a:lnTo>
                <a:lnTo>
                  <a:pt x="605" y="300"/>
                </a:lnTo>
                <a:lnTo>
                  <a:pt x="605" y="301"/>
                </a:lnTo>
                <a:lnTo>
                  <a:pt x="606" y="302"/>
                </a:lnTo>
                <a:lnTo>
                  <a:pt x="607" y="302"/>
                </a:lnTo>
                <a:lnTo>
                  <a:pt x="607" y="303"/>
                </a:lnTo>
                <a:lnTo>
                  <a:pt x="607" y="304"/>
                </a:lnTo>
                <a:lnTo>
                  <a:pt x="606" y="306"/>
                </a:lnTo>
                <a:lnTo>
                  <a:pt x="605" y="306"/>
                </a:lnTo>
                <a:lnTo>
                  <a:pt x="604" y="306"/>
                </a:lnTo>
                <a:lnTo>
                  <a:pt x="604" y="307"/>
                </a:lnTo>
                <a:lnTo>
                  <a:pt x="605" y="308"/>
                </a:lnTo>
                <a:lnTo>
                  <a:pt x="605" y="309"/>
                </a:lnTo>
                <a:lnTo>
                  <a:pt x="606" y="309"/>
                </a:lnTo>
                <a:lnTo>
                  <a:pt x="607" y="309"/>
                </a:lnTo>
                <a:lnTo>
                  <a:pt x="608" y="309"/>
                </a:lnTo>
                <a:lnTo>
                  <a:pt x="610" y="309"/>
                </a:lnTo>
                <a:lnTo>
                  <a:pt x="611" y="310"/>
                </a:lnTo>
                <a:lnTo>
                  <a:pt x="612" y="310"/>
                </a:lnTo>
                <a:lnTo>
                  <a:pt x="614" y="311"/>
                </a:lnTo>
                <a:lnTo>
                  <a:pt x="614" y="312"/>
                </a:lnTo>
                <a:lnTo>
                  <a:pt x="614" y="313"/>
                </a:lnTo>
                <a:lnTo>
                  <a:pt x="613" y="313"/>
                </a:lnTo>
                <a:lnTo>
                  <a:pt x="613" y="314"/>
                </a:lnTo>
                <a:lnTo>
                  <a:pt x="614" y="315"/>
                </a:lnTo>
                <a:lnTo>
                  <a:pt x="613" y="316"/>
                </a:lnTo>
                <a:lnTo>
                  <a:pt x="613" y="318"/>
                </a:lnTo>
                <a:lnTo>
                  <a:pt x="612" y="318"/>
                </a:lnTo>
                <a:lnTo>
                  <a:pt x="612" y="317"/>
                </a:lnTo>
                <a:lnTo>
                  <a:pt x="611" y="317"/>
                </a:lnTo>
                <a:lnTo>
                  <a:pt x="610" y="317"/>
                </a:lnTo>
                <a:lnTo>
                  <a:pt x="610" y="318"/>
                </a:lnTo>
                <a:lnTo>
                  <a:pt x="609" y="318"/>
                </a:lnTo>
                <a:lnTo>
                  <a:pt x="609" y="319"/>
                </a:lnTo>
                <a:lnTo>
                  <a:pt x="610" y="319"/>
                </a:lnTo>
                <a:lnTo>
                  <a:pt x="610" y="320"/>
                </a:lnTo>
                <a:lnTo>
                  <a:pt x="610" y="321"/>
                </a:lnTo>
                <a:lnTo>
                  <a:pt x="609" y="321"/>
                </a:lnTo>
                <a:lnTo>
                  <a:pt x="608" y="321"/>
                </a:lnTo>
                <a:lnTo>
                  <a:pt x="607" y="321"/>
                </a:lnTo>
                <a:lnTo>
                  <a:pt x="606" y="321"/>
                </a:lnTo>
                <a:lnTo>
                  <a:pt x="605" y="320"/>
                </a:lnTo>
                <a:lnTo>
                  <a:pt x="604" y="320"/>
                </a:lnTo>
                <a:lnTo>
                  <a:pt x="603" y="321"/>
                </a:lnTo>
                <a:lnTo>
                  <a:pt x="602" y="321"/>
                </a:lnTo>
                <a:lnTo>
                  <a:pt x="601" y="321"/>
                </a:lnTo>
                <a:lnTo>
                  <a:pt x="600" y="322"/>
                </a:lnTo>
                <a:lnTo>
                  <a:pt x="600" y="323"/>
                </a:lnTo>
                <a:lnTo>
                  <a:pt x="600" y="324"/>
                </a:lnTo>
                <a:lnTo>
                  <a:pt x="599" y="325"/>
                </a:lnTo>
                <a:lnTo>
                  <a:pt x="600" y="326"/>
                </a:lnTo>
                <a:lnTo>
                  <a:pt x="600" y="327"/>
                </a:lnTo>
                <a:lnTo>
                  <a:pt x="599" y="327"/>
                </a:lnTo>
                <a:lnTo>
                  <a:pt x="597" y="329"/>
                </a:lnTo>
                <a:lnTo>
                  <a:pt x="597" y="330"/>
                </a:lnTo>
                <a:lnTo>
                  <a:pt x="598" y="330"/>
                </a:lnTo>
                <a:lnTo>
                  <a:pt x="598" y="331"/>
                </a:lnTo>
                <a:lnTo>
                  <a:pt x="599" y="331"/>
                </a:lnTo>
                <a:lnTo>
                  <a:pt x="599" y="332"/>
                </a:lnTo>
                <a:lnTo>
                  <a:pt x="599" y="333"/>
                </a:lnTo>
                <a:lnTo>
                  <a:pt x="599" y="334"/>
                </a:lnTo>
                <a:lnTo>
                  <a:pt x="599" y="335"/>
                </a:lnTo>
                <a:lnTo>
                  <a:pt x="599" y="336"/>
                </a:lnTo>
                <a:lnTo>
                  <a:pt x="598" y="337"/>
                </a:lnTo>
                <a:lnTo>
                  <a:pt x="598" y="338"/>
                </a:lnTo>
                <a:lnTo>
                  <a:pt x="599" y="338"/>
                </a:lnTo>
                <a:lnTo>
                  <a:pt x="598" y="339"/>
                </a:lnTo>
                <a:lnTo>
                  <a:pt x="597" y="342"/>
                </a:lnTo>
                <a:lnTo>
                  <a:pt x="596" y="343"/>
                </a:lnTo>
                <a:lnTo>
                  <a:pt x="595" y="343"/>
                </a:lnTo>
                <a:lnTo>
                  <a:pt x="594" y="343"/>
                </a:lnTo>
                <a:lnTo>
                  <a:pt x="593" y="343"/>
                </a:lnTo>
                <a:lnTo>
                  <a:pt x="592" y="344"/>
                </a:lnTo>
                <a:lnTo>
                  <a:pt x="590" y="343"/>
                </a:lnTo>
                <a:lnTo>
                  <a:pt x="589" y="342"/>
                </a:lnTo>
                <a:lnTo>
                  <a:pt x="589" y="343"/>
                </a:lnTo>
                <a:lnTo>
                  <a:pt x="588" y="343"/>
                </a:lnTo>
                <a:lnTo>
                  <a:pt x="588" y="344"/>
                </a:lnTo>
                <a:lnTo>
                  <a:pt x="587" y="344"/>
                </a:lnTo>
                <a:lnTo>
                  <a:pt x="587" y="343"/>
                </a:lnTo>
                <a:lnTo>
                  <a:pt x="585" y="344"/>
                </a:lnTo>
                <a:lnTo>
                  <a:pt x="584" y="344"/>
                </a:lnTo>
                <a:lnTo>
                  <a:pt x="583" y="344"/>
                </a:lnTo>
                <a:lnTo>
                  <a:pt x="582" y="344"/>
                </a:lnTo>
                <a:lnTo>
                  <a:pt x="582" y="345"/>
                </a:lnTo>
                <a:lnTo>
                  <a:pt x="580" y="346"/>
                </a:lnTo>
                <a:lnTo>
                  <a:pt x="579" y="346"/>
                </a:lnTo>
                <a:lnTo>
                  <a:pt x="578" y="346"/>
                </a:lnTo>
                <a:lnTo>
                  <a:pt x="577" y="347"/>
                </a:lnTo>
                <a:lnTo>
                  <a:pt x="576" y="347"/>
                </a:lnTo>
                <a:lnTo>
                  <a:pt x="576" y="348"/>
                </a:lnTo>
                <a:lnTo>
                  <a:pt x="576" y="349"/>
                </a:lnTo>
                <a:lnTo>
                  <a:pt x="576" y="350"/>
                </a:lnTo>
                <a:lnTo>
                  <a:pt x="575" y="350"/>
                </a:lnTo>
                <a:lnTo>
                  <a:pt x="574" y="350"/>
                </a:lnTo>
                <a:lnTo>
                  <a:pt x="573" y="350"/>
                </a:lnTo>
                <a:lnTo>
                  <a:pt x="572" y="350"/>
                </a:lnTo>
                <a:lnTo>
                  <a:pt x="572" y="349"/>
                </a:lnTo>
                <a:lnTo>
                  <a:pt x="571" y="349"/>
                </a:lnTo>
                <a:lnTo>
                  <a:pt x="570" y="348"/>
                </a:lnTo>
                <a:lnTo>
                  <a:pt x="570" y="347"/>
                </a:lnTo>
                <a:lnTo>
                  <a:pt x="569" y="347"/>
                </a:lnTo>
                <a:lnTo>
                  <a:pt x="569" y="348"/>
                </a:lnTo>
                <a:lnTo>
                  <a:pt x="568" y="349"/>
                </a:lnTo>
                <a:lnTo>
                  <a:pt x="568" y="350"/>
                </a:lnTo>
                <a:lnTo>
                  <a:pt x="567" y="351"/>
                </a:lnTo>
                <a:lnTo>
                  <a:pt x="566" y="351"/>
                </a:lnTo>
                <a:lnTo>
                  <a:pt x="565" y="351"/>
                </a:lnTo>
                <a:lnTo>
                  <a:pt x="563" y="351"/>
                </a:lnTo>
                <a:lnTo>
                  <a:pt x="562" y="351"/>
                </a:lnTo>
                <a:lnTo>
                  <a:pt x="560" y="350"/>
                </a:lnTo>
                <a:lnTo>
                  <a:pt x="560" y="348"/>
                </a:lnTo>
                <a:lnTo>
                  <a:pt x="560" y="347"/>
                </a:lnTo>
                <a:lnTo>
                  <a:pt x="559" y="346"/>
                </a:lnTo>
                <a:lnTo>
                  <a:pt x="558" y="345"/>
                </a:lnTo>
                <a:lnTo>
                  <a:pt x="558" y="344"/>
                </a:lnTo>
                <a:lnTo>
                  <a:pt x="557" y="344"/>
                </a:lnTo>
                <a:lnTo>
                  <a:pt x="556" y="343"/>
                </a:lnTo>
                <a:lnTo>
                  <a:pt x="555" y="343"/>
                </a:lnTo>
                <a:lnTo>
                  <a:pt x="554" y="343"/>
                </a:lnTo>
                <a:lnTo>
                  <a:pt x="553" y="343"/>
                </a:lnTo>
                <a:lnTo>
                  <a:pt x="552" y="343"/>
                </a:lnTo>
                <a:lnTo>
                  <a:pt x="552" y="342"/>
                </a:lnTo>
                <a:lnTo>
                  <a:pt x="553" y="342"/>
                </a:lnTo>
                <a:lnTo>
                  <a:pt x="552" y="341"/>
                </a:lnTo>
                <a:lnTo>
                  <a:pt x="552" y="340"/>
                </a:lnTo>
                <a:lnTo>
                  <a:pt x="551" y="340"/>
                </a:lnTo>
                <a:lnTo>
                  <a:pt x="550" y="338"/>
                </a:lnTo>
                <a:lnTo>
                  <a:pt x="550" y="337"/>
                </a:lnTo>
                <a:lnTo>
                  <a:pt x="549" y="337"/>
                </a:lnTo>
                <a:lnTo>
                  <a:pt x="549" y="336"/>
                </a:lnTo>
                <a:lnTo>
                  <a:pt x="549" y="335"/>
                </a:lnTo>
                <a:lnTo>
                  <a:pt x="548" y="335"/>
                </a:lnTo>
                <a:lnTo>
                  <a:pt x="548" y="336"/>
                </a:lnTo>
                <a:lnTo>
                  <a:pt x="547" y="336"/>
                </a:lnTo>
                <a:lnTo>
                  <a:pt x="546" y="336"/>
                </a:lnTo>
                <a:lnTo>
                  <a:pt x="544" y="337"/>
                </a:lnTo>
                <a:lnTo>
                  <a:pt x="543" y="338"/>
                </a:lnTo>
                <a:lnTo>
                  <a:pt x="542" y="339"/>
                </a:lnTo>
                <a:lnTo>
                  <a:pt x="542" y="340"/>
                </a:lnTo>
                <a:lnTo>
                  <a:pt x="541" y="341"/>
                </a:lnTo>
                <a:lnTo>
                  <a:pt x="542" y="342"/>
                </a:lnTo>
                <a:lnTo>
                  <a:pt x="541" y="343"/>
                </a:lnTo>
                <a:lnTo>
                  <a:pt x="540" y="344"/>
                </a:lnTo>
                <a:lnTo>
                  <a:pt x="540" y="345"/>
                </a:lnTo>
                <a:lnTo>
                  <a:pt x="539" y="345"/>
                </a:lnTo>
                <a:lnTo>
                  <a:pt x="538" y="344"/>
                </a:lnTo>
                <a:lnTo>
                  <a:pt x="538" y="343"/>
                </a:lnTo>
                <a:lnTo>
                  <a:pt x="537" y="343"/>
                </a:lnTo>
                <a:lnTo>
                  <a:pt x="536" y="343"/>
                </a:lnTo>
                <a:lnTo>
                  <a:pt x="534" y="345"/>
                </a:lnTo>
                <a:lnTo>
                  <a:pt x="533" y="347"/>
                </a:lnTo>
                <a:lnTo>
                  <a:pt x="532" y="348"/>
                </a:lnTo>
                <a:lnTo>
                  <a:pt x="532" y="349"/>
                </a:lnTo>
                <a:lnTo>
                  <a:pt x="532" y="350"/>
                </a:lnTo>
                <a:lnTo>
                  <a:pt x="531" y="351"/>
                </a:lnTo>
                <a:lnTo>
                  <a:pt x="530" y="351"/>
                </a:lnTo>
                <a:lnTo>
                  <a:pt x="529" y="351"/>
                </a:lnTo>
                <a:lnTo>
                  <a:pt x="527" y="351"/>
                </a:lnTo>
                <a:lnTo>
                  <a:pt x="527" y="350"/>
                </a:lnTo>
                <a:lnTo>
                  <a:pt x="525" y="351"/>
                </a:lnTo>
                <a:lnTo>
                  <a:pt x="524" y="353"/>
                </a:lnTo>
                <a:lnTo>
                  <a:pt x="523" y="356"/>
                </a:lnTo>
                <a:lnTo>
                  <a:pt x="521" y="359"/>
                </a:lnTo>
                <a:lnTo>
                  <a:pt x="519" y="361"/>
                </a:lnTo>
                <a:lnTo>
                  <a:pt x="516" y="363"/>
                </a:lnTo>
                <a:lnTo>
                  <a:pt x="515" y="363"/>
                </a:lnTo>
                <a:lnTo>
                  <a:pt x="515" y="365"/>
                </a:lnTo>
                <a:lnTo>
                  <a:pt x="515" y="366"/>
                </a:lnTo>
                <a:lnTo>
                  <a:pt x="515" y="367"/>
                </a:lnTo>
                <a:lnTo>
                  <a:pt x="514" y="367"/>
                </a:lnTo>
                <a:lnTo>
                  <a:pt x="512" y="368"/>
                </a:lnTo>
                <a:lnTo>
                  <a:pt x="511" y="368"/>
                </a:lnTo>
                <a:lnTo>
                  <a:pt x="511" y="367"/>
                </a:lnTo>
                <a:lnTo>
                  <a:pt x="510" y="367"/>
                </a:lnTo>
                <a:lnTo>
                  <a:pt x="509" y="368"/>
                </a:lnTo>
                <a:lnTo>
                  <a:pt x="508" y="371"/>
                </a:lnTo>
                <a:lnTo>
                  <a:pt x="508" y="374"/>
                </a:lnTo>
                <a:lnTo>
                  <a:pt x="508" y="375"/>
                </a:lnTo>
                <a:lnTo>
                  <a:pt x="509" y="378"/>
                </a:lnTo>
                <a:lnTo>
                  <a:pt x="509" y="379"/>
                </a:lnTo>
                <a:lnTo>
                  <a:pt x="510" y="381"/>
                </a:lnTo>
                <a:lnTo>
                  <a:pt x="511" y="385"/>
                </a:lnTo>
                <a:lnTo>
                  <a:pt x="510" y="388"/>
                </a:lnTo>
                <a:lnTo>
                  <a:pt x="510" y="389"/>
                </a:lnTo>
                <a:lnTo>
                  <a:pt x="511" y="389"/>
                </a:lnTo>
                <a:lnTo>
                  <a:pt x="512" y="390"/>
                </a:lnTo>
                <a:lnTo>
                  <a:pt x="513" y="392"/>
                </a:lnTo>
                <a:lnTo>
                  <a:pt x="514" y="393"/>
                </a:lnTo>
                <a:lnTo>
                  <a:pt x="515" y="394"/>
                </a:lnTo>
                <a:lnTo>
                  <a:pt x="515" y="395"/>
                </a:lnTo>
                <a:lnTo>
                  <a:pt x="516" y="396"/>
                </a:lnTo>
                <a:lnTo>
                  <a:pt x="518" y="397"/>
                </a:lnTo>
                <a:lnTo>
                  <a:pt x="518" y="398"/>
                </a:lnTo>
                <a:lnTo>
                  <a:pt x="519" y="398"/>
                </a:lnTo>
                <a:lnTo>
                  <a:pt x="521" y="398"/>
                </a:lnTo>
                <a:lnTo>
                  <a:pt x="522" y="398"/>
                </a:lnTo>
                <a:lnTo>
                  <a:pt x="523" y="399"/>
                </a:lnTo>
                <a:lnTo>
                  <a:pt x="523" y="400"/>
                </a:lnTo>
                <a:lnTo>
                  <a:pt x="525" y="403"/>
                </a:lnTo>
                <a:lnTo>
                  <a:pt x="525" y="404"/>
                </a:lnTo>
                <a:lnTo>
                  <a:pt x="524" y="404"/>
                </a:lnTo>
                <a:lnTo>
                  <a:pt x="524" y="405"/>
                </a:lnTo>
                <a:lnTo>
                  <a:pt x="523" y="405"/>
                </a:lnTo>
                <a:lnTo>
                  <a:pt x="522" y="406"/>
                </a:lnTo>
                <a:lnTo>
                  <a:pt x="521" y="408"/>
                </a:lnTo>
                <a:lnTo>
                  <a:pt x="521" y="409"/>
                </a:lnTo>
                <a:lnTo>
                  <a:pt x="522" y="410"/>
                </a:lnTo>
                <a:lnTo>
                  <a:pt x="522" y="413"/>
                </a:lnTo>
                <a:lnTo>
                  <a:pt x="522" y="414"/>
                </a:lnTo>
                <a:lnTo>
                  <a:pt x="522" y="415"/>
                </a:lnTo>
                <a:lnTo>
                  <a:pt x="521" y="416"/>
                </a:lnTo>
                <a:lnTo>
                  <a:pt x="520" y="416"/>
                </a:lnTo>
                <a:lnTo>
                  <a:pt x="518" y="415"/>
                </a:lnTo>
                <a:lnTo>
                  <a:pt x="517" y="415"/>
                </a:lnTo>
                <a:lnTo>
                  <a:pt x="516" y="417"/>
                </a:lnTo>
                <a:lnTo>
                  <a:pt x="514" y="422"/>
                </a:lnTo>
                <a:lnTo>
                  <a:pt x="514" y="424"/>
                </a:lnTo>
                <a:lnTo>
                  <a:pt x="514" y="426"/>
                </a:lnTo>
                <a:lnTo>
                  <a:pt x="513" y="427"/>
                </a:lnTo>
                <a:lnTo>
                  <a:pt x="511" y="429"/>
                </a:lnTo>
                <a:lnTo>
                  <a:pt x="509" y="428"/>
                </a:lnTo>
                <a:lnTo>
                  <a:pt x="507" y="427"/>
                </a:lnTo>
                <a:lnTo>
                  <a:pt x="507" y="426"/>
                </a:lnTo>
                <a:lnTo>
                  <a:pt x="506" y="426"/>
                </a:lnTo>
                <a:lnTo>
                  <a:pt x="504" y="426"/>
                </a:lnTo>
                <a:lnTo>
                  <a:pt x="504" y="427"/>
                </a:lnTo>
                <a:lnTo>
                  <a:pt x="504" y="430"/>
                </a:lnTo>
                <a:lnTo>
                  <a:pt x="505" y="433"/>
                </a:lnTo>
                <a:lnTo>
                  <a:pt x="505" y="434"/>
                </a:lnTo>
                <a:lnTo>
                  <a:pt x="506" y="435"/>
                </a:lnTo>
                <a:lnTo>
                  <a:pt x="506" y="436"/>
                </a:lnTo>
                <a:lnTo>
                  <a:pt x="505" y="438"/>
                </a:lnTo>
                <a:lnTo>
                  <a:pt x="504" y="439"/>
                </a:lnTo>
                <a:lnTo>
                  <a:pt x="502" y="440"/>
                </a:lnTo>
                <a:lnTo>
                  <a:pt x="499" y="441"/>
                </a:lnTo>
                <a:lnTo>
                  <a:pt x="497" y="440"/>
                </a:lnTo>
                <a:lnTo>
                  <a:pt x="493" y="440"/>
                </a:lnTo>
                <a:lnTo>
                  <a:pt x="491" y="441"/>
                </a:lnTo>
                <a:lnTo>
                  <a:pt x="490" y="444"/>
                </a:lnTo>
                <a:lnTo>
                  <a:pt x="489" y="445"/>
                </a:lnTo>
                <a:lnTo>
                  <a:pt x="489" y="448"/>
                </a:lnTo>
                <a:lnTo>
                  <a:pt x="489" y="449"/>
                </a:lnTo>
                <a:lnTo>
                  <a:pt x="489" y="450"/>
                </a:lnTo>
                <a:lnTo>
                  <a:pt x="490" y="450"/>
                </a:lnTo>
                <a:lnTo>
                  <a:pt x="491" y="451"/>
                </a:lnTo>
                <a:lnTo>
                  <a:pt x="490" y="452"/>
                </a:lnTo>
                <a:lnTo>
                  <a:pt x="490" y="453"/>
                </a:lnTo>
                <a:lnTo>
                  <a:pt x="488" y="455"/>
                </a:lnTo>
                <a:lnTo>
                  <a:pt x="486" y="457"/>
                </a:lnTo>
                <a:lnTo>
                  <a:pt x="484" y="458"/>
                </a:lnTo>
                <a:lnTo>
                  <a:pt x="483" y="460"/>
                </a:lnTo>
                <a:lnTo>
                  <a:pt x="482" y="461"/>
                </a:lnTo>
                <a:lnTo>
                  <a:pt x="483" y="461"/>
                </a:lnTo>
                <a:lnTo>
                  <a:pt x="483" y="462"/>
                </a:lnTo>
                <a:lnTo>
                  <a:pt x="484" y="464"/>
                </a:lnTo>
                <a:lnTo>
                  <a:pt x="484" y="466"/>
                </a:lnTo>
                <a:lnTo>
                  <a:pt x="484" y="468"/>
                </a:lnTo>
                <a:lnTo>
                  <a:pt x="482" y="469"/>
                </a:lnTo>
                <a:lnTo>
                  <a:pt x="483" y="471"/>
                </a:lnTo>
                <a:lnTo>
                  <a:pt x="484" y="472"/>
                </a:lnTo>
                <a:lnTo>
                  <a:pt x="483" y="473"/>
                </a:lnTo>
                <a:lnTo>
                  <a:pt x="484" y="475"/>
                </a:lnTo>
                <a:lnTo>
                  <a:pt x="484" y="476"/>
                </a:lnTo>
                <a:lnTo>
                  <a:pt x="485" y="477"/>
                </a:lnTo>
                <a:lnTo>
                  <a:pt x="486" y="477"/>
                </a:lnTo>
                <a:lnTo>
                  <a:pt x="487" y="478"/>
                </a:lnTo>
                <a:lnTo>
                  <a:pt x="488" y="479"/>
                </a:lnTo>
                <a:lnTo>
                  <a:pt x="489" y="479"/>
                </a:lnTo>
                <a:lnTo>
                  <a:pt x="490" y="479"/>
                </a:lnTo>
                <a:lnTo>
                  <a:pt x="490" y="480"/>
                </a:lnTo>
                <a:lnTo>
                  <a:pt x="490" y="481"/>
                </a:lnTo>
                <a:lnTo>
                  <a:pt x="489" y="481"/>
                </a:lnTo>
                <a:lnTo>
                  <a:pt x="488" y="482"/>
                </a:lnTo>
                <a:lnTo>
                  <a:pt x="487" y="482"/>
                </a:lnTo>
                <a:lnTo>
                  <a:pt x="487" y="483"/>
                </a:lnTo>
                <a:lnTo>
                  <a:pt x="486" y="483"/>
                </a:lnTo>
                <a:lnTo>
                  <a:pt x="487" y="483"/>
                </a:lnTo>
                <a:lnTo>
                  <a:pt x="487" y="484"/>
                </a:lnTo>
                <a:lnTo>
                  <a:pt x="487" y="485"/>
                </a:lnTo>
                <a:lnTo>
                  <a:pt x="486" y="488"/>
                </a:lnTo>
                <a:lnTo>
                  <a:pt x="485" y="488"/>
                </a:lnTo>
                <a:lnTo>
                  <a:pt x="484" y="488"/>
                </a:lnTo>
                <a:lnTo>
                  <a:pt x="482" y="489"/>
                </a:lnTo>
                <a:lnTo>
                  <a:pt x="482" y="490"/>
                </a:lnTo>
                <a:lnTo>
                  <a:pt x="481" y="499"/>
                </a:lnTo>
                <a:lnTo>
                  <a:pt x="482" y="500"/>
                </a:lnTo>
                <a:lnTo>
                  <a:pt x="482" y="501"/>
                </a:lnTo>
                <a:lnTo>
                  <a:pt x="483" y="502"/>
                </a:lnTo>
                <a:lnTo>
                  <a:pt x="484" y="503"/>
                </a:lnTo>
                <a:lnTo>
                  <a:pt x="485" y="503"/>
                </a:lnTo>
                <a:lnTo>
                  <a:pt x="486" y="504"/>
                </a:lnTo>
                <a:lnTo>
                  <a:pt x="487" y="505"/>
                </a:lnTo>
                <a:lnTo>
                  <a:pt x="487" y="506"/>
                </a:lnTo>
                <a:lnTo>
                  <a:pt x="488" y="506"/>
                </a:lnTo>
                <a:lnTo>
                  <a:pt x="487" y="506"/>
                </a:lnTo>
                <a:lnTo>
                  <a:pt x="488" y="508"/>
                </a:lnTo>
                <a:lnTo>
                  <a:pt x="487" y="509"/>
                </a:lnTo>
                <a:lnTo>
                  <a:pt x="486" y="511"/>
                </a:lnTo>
                <a:lnTo>
                  <a:pt x="485" y="517"/>
                </a:lnTo>
                <a:lnTo>
                  <a:pt x="485" y="521"/>
                </a:lnTo>
                <a:lnTo>
                  <a:pt x="486" y="523"/>
                </a:lnTo>
                <a:lnTo>
                  <a:pt x="490" y="526"/>
                </a:lnTo>
                <a:lnTo>
                  <a:pt x="492" y="527"/>
                </a:lnTo>
                <a:lnTo>
                  <a:pt x="493" y="527"/>
                </a:lnTo>
                <a:lnTo>
                  <a:pt x="494" y="527"/>
                </a:lnTo>
                <a:lnTo>
                  <a:pt x="495" y="527"/>
                </a:lnTo>
                <a:lnTo>
                  <a:pt x="499" y="527"/>
                </a:lnTo>
                <a:lnTo>
                  <a:pt x="503" y="527"/>
                </a:lnTo>
                <a:lnTo>
                  <a:pt x="504" y="527"/>
                </a:lnTo>
                <a:lnTo>
                  <a:pt x="505" y="528"/>
                </a:lnTo>
                <a:lnTo>
                  <a:pt x="505" y="529"/>
                </a:lnTo>
                <a:lnTo>
                  <a:pt x="506" y="529"/>
                </a:lnTo>
                <a:lnTo>
                  <a:pt x="507" y="530"/>
                </a:lnTo>
                <a:lnTo>
                  <a:pt x="509" y="532"/>
                </a:lnTo>
                <a:lnTo>
                  <a:pt x="510" y="532"/>
                </a:lnTo>
                <a:lnTo>
                  <a:pt x="512" y="531"/>
                </a:lnTo>
                <a:lnTo>
                  <a:pt x="514" y="531"/>
                </a:lnTo>
                <a:lnTo>
                  <a:pt x="515" y="532"/>
                </a:lnTo>
                <a:lnTo>
                  <a:pt x="516" y="534"/>
                </a:lnTo>
                <a:lnTo>
                  <a:pt x="520" y="538"/>
                </a:lnTo>
                <a:lnTo>
                  <a:pt x="525" y="539"/>
                </a:lnTo>
                <a:lnTo>
                  <a:pt x="527" y="539"/>
                </a:lnTo>
                <a:lnTo>
                  <a:pt x="528" y="539"/>
                </a:lnTo>
                <a:lnTo>
                  <a:pt x="529" y="539"/>
                </a:lnTo>
                <a:lnTo>
                  <a:pt x="531" y="538"/>
                </a:lnTo>
                <a:lnTo>
                  <a:pt x="533" y="538"/>
                </a:lnTo>
                <a:lnTo>
                  <a:pt x="534" y="538"/>
                </a:lnTo>
                <a:lnTo>
                  <a:pt x="534" y="539"/>
                </a:lnTo>
                <a:lnTo>
                  <a:pt x="532" y="543"/>
                </a:lnTo>
                <a:lnTo>
                  <a:pt x="531" y="546"/>
                </a:lnTo>
                <a:lnTo>
                  <a:pt x="531" y="548"/>
                </a:lnTo>
                <a:lnTo>
                  <a:pt x="531" y="549"/>
                </a:lnTo>
                <a:lnTo>
                  <a:pt x="531" y="550"/>
                </a:lnTo>
                <a:lnTo>
                  <a:pt x="533" y="550"/>
                </a:lnTo>
                <a:lnTo>
                  <a:pt x="535" y="552"/>
                </a:lnTo>
                <a:lnTo>
                  <a:pt x="538" y="555"/>
                </a:lnTo>
                <a:lnTo>
                  <a:pt x="539" y="556"/>
                </a:lnTo>
                <a:lnTo>
                  <a:pt x="542" y="560"/>
                </a:lnTo>
                <a:lnTo>
                  <a:pt x="543" y="569"/>
                </a:lnTo>
                <a:lnTo>
                  <a:pt x="541" y="572"/>
                </a:lnTo>
                <a:lnTo>
                  <a:pt x="542" y="573"/>
                </a:lnTo>
                <a:lnTo>
                  <a:pt x="543" y="574"/>
                </a:lnTo>
                <a:lnTo>
                  <a:pt x="544" y="574"/>
                </a:lnTo>
                <a:lnTo>
                  <a:pt x="545" y="574"/>
                </a:lnTo>
                <a:lnTo>
                  <a:pt x="545" y="573"/>
                </a:lnTo>
                <a:lnTo>
                  <a:pt x="546" y="574"/>
                </a:lnTo>
                <a:lnTo>
                  <a:pt x="547" y="574"/>
                </a:lnTo>
                <a:lnTo>
                  <a:pt x="547" y="575"/>
                </a:lnTo>
                <a:lnTo>
                  <a:pt x="552" y="581"/>
                </a:lnTo>
                <a:lnTo>
                  <a:pt x="552" y="582"/>
                </a:lnTo>
                <a:lnTo>
                  <a:pt x="552" y="583"/>
                </a:lnTo>
                <a:lnTo>
                  <a:pt x="554" y="587"/>
                </a:lnTo>
                <a:lnTo>
                  <a:pt x="555" y="587"/>
                </a:lnTo>
                <a:lnTo>
                  <a:pt x="556" y="588"/>
                </a:lnTo>
                <a:lnTo>
                  <a:pt x="557" y="588"/>
                </a:lnTo>
                <a:lnTo>
                  <a:pt x="561" y="596"/>
                </a:lnTo>
                <a:lnTo>
                  <a:pt x="562" y="599"/>
                </a:lnTo>
                <a:lnTo>
                  <a:pt x="560" y="600"/>
                </a:lnTo>
                <a:lnTo>
                  <a:pt x="560" y="602"/>
                </a:lnTo>
                <a:lnTo>
                  <a:pt x="560" y="606"/>
                </a:lnTo>
                <a:lnTo>
                  <a:pt x="562" y="608"/>
                </a:lnTo>
                <a:lnTo>
                  <a:pt x="563" y="608"/>
                </a:lnTo>
                <a:lnTo>
                  <a:pt x="564" y="608"/>
                </a:lnTo>
                <a:lnTo>
                  <a:pt x="565" y="608"/>
                </a:lnTo>
                <a:lnTo>
                  <a:pt x="566" y="608"/>
                </a:lnTo>
                <a:lnTo>
                  <a:pt x="567" y="608"/>
                </a:lnTo>
                <a:lnTo>
                  <a:pt x="568" y="609"/>
                </a:lnTo>
                <a:lnTo>
                  <a:pt x="569" y="609"/>
                </a:lnTo>
                <a:lnTo>
                  <a:pt x="568" y="610"/>
                </a:lnTo>
                <a:lnTo>
                  <a:pt x="568" y="611"/>
                </a:lnTo>
                <a:lnTo>
                  <a:pt x="569" y="611"/>
                </a:lnTo>
                <a:lnTo>
                  <a:pt x="570" y="612"/>
                </a:lnTo>
                <a:lnTo>
                  <a:pt x="571" y="612"/>
                </a:lnTo>
                <a:lnTo>
                  <a:pt x="572" y="613"/>
                </a:lnTo>
                <a:lnTo>
                  <a:pt x="573" y="613"/>
                </a:lnTo>
                <a:lnTo>
                  <a:pt x="574" y="613"/>
                </a:lnTo>
                <a:lnTo>
                  <a:pt x="574" y="614"/>
                </a:lnTo>
                <a:lnTo>
                  <a:pt x="574" y="615"/>
                </a:lnTo>
                <a:lnTo>
                  <a:pt x="573" y="616"/>
                </a:lnTo>
                <a:lnTo>
                  <a:pt x="574" y="617"/>
                </a:lnTo>
                <a:lnTo>
                  <a:pt x="574" y="618"/>
                </a:lnTo>
                <a:lnTo>
                  <a:pt x="574" y="619"/>
                </a:lnTo>
                <a:lnTo>
                  <a:pt x="574" y="620"/>
                </a:lnTo>
                <a:lnTo>
                  <a:pt x="574" y="621"/>
                </a:lnTo>
                <a:lnTo>
                  <a:pt x="572" y="622"/>
                </a:lnTo>
                <a:lnTo>
                  <a:pt x="571" y="622"/>
                </a:lnTo>
                <a:lnTo>
                  <a:pt x="570" y="622"/>
                </a:lnTo>
                <a:lnTo>
                  <a:pt x="569" y="623"/>
                </a:lnTo>
                <a:lnTo>
                  <a:pt x="568" y="623"/>
                </a:lnTo>
                <a:lnTo>
                  <a:pt x="567" y="623"/>
                </a:lnTo>
                <a:lnTo>
                  <a:pt x="567" y="624"/>
                </a:lnTo>
                <a:lnTo>
                  <a:pt x="566" y="628"/>
                </a:lnTo>
                <a:lnTo>
                  <a:pt x="567" y="629"/>
                </a:lnTo>
                <a:lnTo>
                  <a:pt x="568" y="630"/>
                </a:lnTo>
                <a:lnTo>
                  <a:pt x="569" y="629"/>
                </a:lnTo>
                <a:lnTo>
                  <a:pt x="570" y="629"/>
                </a:lnTo>
                <a:lnTo>
                  <a:pt x="571" y="628"/>
                </a:lnTo>
                <a:lnTo>
                  <a:pt x="572" y="628"/>
                </a:lnTo>
                <a:lnTo>
                  <a:pt x="572" y="629"/>
                </a:lnTo>
                <a:lnTo>
                  <a:pt x="573" y="629"/>
                </a:lnTo>
                <a:lnTo>
                  <a:pt x="574" y="628"/>
                </a:lnTo>
                <a:lnTo>
                  <a:pt x="573" y="627"/>
                </a:lnTo>
                <a:lnTo>
                  <a:pt x="573" y="626"/>
                </a:lnTo>
                <a:lnTo>
                  <a:pt x="574" y="626"/>
                </a:lnTo>
                <a:lnTo>
                  <a:pt x="575" y="626"/>
                </a:lnTo>
                <a:lnTo>
                  <a:pt x="576" y="626"/>
                </a:lnTo>
                <a:lnTo>
                  <a:pt x="577" y="626"/>
                </a:lnTo>
                <a:lnTo>
                  <a:pt x="578" y="627"/>
                </a:lnTo>
                <a:lnTo>
                  <a:pt x="579" y="628"/>
                </a:lnTo>
                <a:lnTo>
                  <a:pt x="580" y="628"/>
                </a:lnTo>
                <a:lnTo>
                  <a:pt x="581" y="628"/>
                </a:lnTo>
                <a:lnTo>
                  <a:pt x="582" y="628"/>
                </a:lnTo>
                <a:lnTo>
                  <a:pt x="583" y="629"/>
                </a:lnTo>
                <a:lnTo>
                  <a:pt x="583" y="628"/>
                </a:lnTo>
                <a:lnTo>
                  <a:pt x="584" y="628"/>
                </a:lnTo>
                <a:lnTo>
                  <a:pt x="584" y="627"/>
                </a:lnTo>
                <a:lnTo>
                  <a:pt x="584" y="628"/>
                </a:lnTo>
                <a:lnTo>
                  <a:pt x="585" y="628"/>
                </a:lnTo>
                <a:lnTo>
                  <a:pt x="585" y="629"/>
                </a:lnTo>
                <a:lnTo>
                  <a:pt x="586" y="629"/>
                </a:lnTo>
                <a:lnTo>
                  <a:pt x="586" y="628"/>
                </a:lnTo>
                <a:lnTo>
                  <a:pt x="586" y="629"/>
                </a:lnTo>
                <a:lnTo>
                  <a:pt x="587" y="629"/>
                </a:lnTo>
                <a:lnTo>
                  <a:pt x="587" y="630"/>
                </a:lnTo>
                <a:lnTo>
                  <a:pt x="589" y="631"/>
                </a:lnTo>
                <a:lnTo>
                  <a:pt x="590" y="634"/>
                </a:lnTo>
                <a:lnTo>
                  <a:pt x="591" y="635"/>
                </a:lnTo>
                <a:lnTo>
                  <a:pt x="591" y="637"/>
                </a:lnTo>
                <a:lnTo>
                  <a:pt x="590" y="637"/>
                </a:lnTo>
                <a:lnTo>
                  <a:pt x="590" y="638"/>
                </a:lnTo>
                <a:lnTo>
                  <a:pt x="591" y="640"/>
                </a:lnTo>
                <a:lnTo>
                  <a:pt x="591" y="641"/>
                </a:lnTo>
                <a:lnTo>
                  <a:pt x="591" y="642"/>
                </a:lnTo>
                <a:lnTo>
                  <a:pt x="590" y="642"/>
                </a:lnTo>
                <a:lnTo>
                  <a:pt x="589" y="643"/>
                </a:lnTo>
                <a:lnTo>
                  <a:pt x="588" y="644"/>
                </a:lnTo>
                <a:lnTo>
                  <a:pt x="588" y="645"/>
                </a:lnTo>
                <a:lnTo>
                  <a:pt x="588" y="646"/>
                </a:lnTo>
                <a:lnTo>
                  <a:pt x="588" y="647"/>
                </a:lnTo>
                <a:lnTo>
                  <a:pt x="587" y="647"/>
                </a:lnTo>
                <a:lnTo>
                  <a:pt x="587" y="648"/>
                </a:lnTo>
                <a:lnTo>
                  <a:pt x="588" y="648"/>
                </a:lnTo>
                <a:lnTo>
                  <a:pt x="589" y="648"/>
                </a:lnTo>
                <a:lnTo>
                  <a:pt x="590" y="649"/>
                </a:lnTo>
                <a:lnTo>
                  <a:pt x="591" y="650"/>
                </a:lnTo>
                <a:lnTo>
                  <a:pt x="591" y="651"/>
                </a:lnTo>
                <a:lnTo>
                  <a:pt x="590" y="651"/>
                </a:lnTo>
                <a:lnTo>
                  <a:pt x="590" y="653"/>
                </a:lnTo>
                <a:lnTo>
                  <a:pt x="589" y="654"/>
                </a:lnTo>
                <a:lnTo>
                  <a:pt x="588" y="655"/>
                </a:lnTo>
                <a:lnTo>
                  <a:pt x="588" y="657"/>
                </a:lnTo>
                <a:lnTo>
                  <a:pt x="587" y="658"/>
                </a:lnTo>
                <a:lnTo>
                  <a:pt x="586" y="658"/>
                </a:lnTo>
                <a:lnTo>
                  <a:pt x="586" y="659"/>
                </a:lnTo>
                <a:lnTo>
                  <a:pt x="586" y="660"/>
                </a:lnTo>
                <a:lnTo>
                  <a:pt x="586" y="661"/>
                </a:lnTo>
                <a:lnTo>
                  <a:pt x="586" y="662"/>
                </a:lnTo>
                <a:lnTo>
                  <a:pt x="586" y="663"/>
                </a:lnTo>
                <a:lnTo>
                  <a:pt x="585" y="663"/>
                </a:lnTo>
                <a:lnTo>
                  <a:pt x="584" y="664"/>
                </a:lnTo>
                <a:lnTo>
                  <a:pt x="584" y="665"/>
                </a:lnTo>
                <a:lnTo>
                  <a:pt x="584" y="667"/>
                </a:lnTo>
                <a:lnTo>
                  <a:pt x="583" y="669"/>
                </a:lnTo>
                <a:lnTo>
                  <a:pt x="583" y="670"/>
                </a:lnTo>
                <a:lnTo>
                  <a:pt x="582" y="670"/>
                </a:lnTo>
                <a:lnTo>
                  <a:pt x="581" y="671"/>
                </a:lnTo>
                <a:lnTo>
                  <a:pt x="581" y="672"/>
                </a:lnTo>
                <a:lnTo>
                  <a:pt x="580" y="673"/>
                </a:lnTo>
                <a:lnTo>
                  <a:pt x="580" y="674"/>
                </a:lnTo>
                <a:lnTo>
                  <a:pt x="580" y="675"/>
                </a:lnTo>
                <a:lnTo>
                  <a:pt x="579" y="675"/>
                </a:lnTo>
                <a:lnTo>
                  <a:pt x="579" y="676"/>
                </a:lnTo>
                <a:lnTo>
                  <a:pt x="578" y="676"/>
                </a:lnTo>
                <a:lnTo>
                  <a:pt x="578" y="677"/>
                </a:lnTo>
                <a:lnTo>
                  <a:pt x="577" y="678"/>
                </a:lnTo>
                <a:lnTo>
                  <a:pt x="577" y="679"/>
                </a:lnTo>
                <a:lnTo>
                  <a:pt x="578" y="680"/>
                </a:lnTo>
                <a:lnTo>
                  <a:pt x="578" y="681"/>
                </a:lnTo>
                <a:lnTo>
                  <a:pt x="579" y="682"/>
                </a:lnTo>
                <a:lnTo>
                  <a:pt x="578" y="683"/>
                </a:lnTo>
                <a:lnTo>
                  <a:pt x="578" y="684"/>
                </a:lnTo>
                <a:lnTo>
                  <a:pt x="578" y="686"/>
                </a:lnTo>
                <a:lnTo>
                  <a:pt x="577" y="686"/>
                </a:lnTo>
                <a:lnTo>
                  <a:pt x="576" y="689"/>
                </a:lnTo>
                <a:lnTo>
                  <a:pt x="576" y="690"/>
                </a:lnTo>
                <a:lnTo>
                  <a:pt x="575" y="690"/>
                </a:lnTo>
                <a:lnTo>
                  <a:pt x="573" y="690"/>
                </a:lnTo>
                <a:lnTo>
                  <a:pt x="572" y="690"/>
                </a:lnTo>
                <a:lnTo>
                  <a:pt x="570" y="693"/>
                </a:lnTo>
                <a:lnTo>
                  <a:pt x="570" y="694"/>
                </a:lnTo>
                <a:lnTo>
                  <a:pt x="570" y="695"/>
                </a:lnTo>
                <a:lnTo>
                  <a:pt x="569" y="696"/>
                </a:lnTo>
                <a:lnTo>
                  <a:pt x="568" y="698"/>
                </a:lnTo>
                <a:lnTo>
                  <a:pt x="567" y="699"/>
                </a:lnTo>
                <a:lnTo>
                  <a:pt x="567" y="700"/>
                </a:lnTo>
                <a:lnTo>
                  <a:pt x="568" y="701"/>
                </a:lnTo>
                <a:lnTo>
                  <a:pt x="568" y="702"/>
                </a:lnTo>
                <a:lnTo>
                  <a:pt x="567" y="702"/>
                </a:lnTo>
                <a:lnTo>
                  <a:pt x="568" y="705"/>
                </a:lnTo>
                <a:lnTo>
                  <a:pt x="568" y="706"/>
                </a:lnTo>
                <a:lnTo>
                  <a:pt x="567" y="706"/>
                </a:lnTo>
                <a:lnTo>
                  <a:pt x="566" y="708"/>
                </a:lnTo>
                <a:lnTo>
                  <a:pt x="566" y="707"/>
                </a:lnTo>
                <a:lnTo>
                  <a:pt x="565" y="707"/>
                </a:lnTo>
                <a:lnTo>
                  <a:pt x="564" y="706"/>
                </a:lnTo>
                <a:lnTo>
                  <a:pt x="563" y="706"/>
                </a:lnTo>
                <a:lnTo>
                  <a:pt x="563" y="707"/>
                </a:lnTo>
                <a:lnTo>
                  <a:pt x="562" y="707"/>
                </a:lnTo>
                <a:lnTo>
                  <a:pt x="562" y="708"/>
                </a:lnTo>
                <a:lnTo>
                  <a:pt x="562" y="709"/>
                </a:lnTo>
                <a:lnTo>
                  <a:pt x="563" y="710"/>
                </a:lnTo>
                <a:lnTo>
                  <a:pt x="562" y="710"/>
                </a:lnTo>
                <a:lnTo>
                  <a:pt x="562" y="711"/>
                </a:lnTo>
                <a:lnTo>
                  <a:pt x="561" y="712"/>
                </a:lnTo>
                <a:lnTo>
                  <a:pt x="560" y="713"/>
                </a:lnTo>
                <a:lnTo>
                  <a:pt x="559" y="714"/>
                </a:lnTo>
                <a:lnTo>
                  <a:pt x="560" y="721"/>
                </a:lnTo>
                <a:lnTo>
                  <a:pt x="559" y="722"/>
                </a:lnTo>
                <a:lnTo>
                  <a:pt x="558" y="722"/>
                </a:lnTo>
                <a:lnTo>
                  <a:pt x="558" y="725"/>
                </a:lnTo>
                <a:lnTo>
                  <a:pt x="558" y="726"/>
                </a:lnTo>
                <a:lnTo>
                  <a:pt x="558" y="727"/>
                </a:lnTo>
                <a:lnTo>
                  <a:pt x="556" y="733"/>
                </a:lnTo>
                <a:lnTo>
                  <a:pt x="554" y="736"/>
                </a:lnTo>
                <a:lnTo>
                  <a:pt x="552" y="740"/>
                </a:lnTo>
                <a:lnTo>
                  <a:pt x="552" y="742"/>
                </a:lnTo>
                <a:lnTo>
                  <a:pt x="552" y="743"/>
                </a:lnTo>
                <a:lnTo>
                  <a:pt x="551" y="743"/>
                </a:lnTo>
                <a:lnTo>
                  <a:pt x="551" y="744"/>
                </a:lnTo>
                <a:lnTo>
                  <a:pt x="550" y="744"/>
                </a:lnTo>
                <a:lnTo>
                  <a:pt x="548" y="745"/>
                </a:lnTo>
                <a:lnTo>
                  <a:pt x="547" y="746"/>
                </a:lnTo>
                <a:lnTo>
                  <a:pt x="547" y="747"/>
                </a:lnTo>
                <a:lnTo>
                  <a:pt x="546" y="748"/>
                </a:lnTo>
                <a:lnTo>
                  <a:pt x="545" y="748"/>
                </a:lnTo>
                <a:lnTo>
                  <a:pt x="543" y="748"/>
                </a:lnTo>
                <a:lnTo>
                  <a:pt x="542" y="748"/>
                </a:lnTo>
                <a:lnTo>
                  <a:pt x="542" y="751"/>
                </a:lnTo>
                <a:lnTo>
                  <a:pt x="542" y="753"/>
                </a:lnTo>
                <a:lnTo>
                  <a:pt x="543" y="753"/>
                </a:lnTo>
                <a:lnTo>
                  <a:pt x="543" y="755"/>
                </a:lnTo>
                <a:lnTo>
                  <a:pt x="543" y="759"/>
                </a:lnTo>
                <a:lnTo>
                  <a:pt x="543" y="760"/>
                </a:lnTo>
                <a:lnTo>
                  <a:pt x="542" y="760"/>
                </a:lnTo>
                <a:lnTo>
                  <a:pt x="542" y="761"/>
                </a:lnTo>
                <a:lnTo>
                  <a:pt x="541" y="761"/>
                </a:lnTo>
                <a:lnTo>
                  <a:pt x="542" y="764"/>
                </a:lnTo>
                <a:lnTo>
                  <a:pt x="542" y="765"/>
                </a:lnTo>
                <a:lnTo>
                  <a:pt x="542" y="766"/>
                </a:lnTo>
                <a:lnTo>
                  <a:pt x="544" y="768"/>
                </a:lnTo>
                <a:lnTo>
                  <a:pt x="545" y="768"/>
                </a:lnTo>
                <a:lnTo>
                  <a:pt x="546" y="768"/>
                </a:lnTo>
                <a:lnTo>
                  <a:pt x="547" y="769"/>
                </a:lnTo>
                <a:lnTo>
                  <a:pt x="547" y="772"/>
                </a:lnTo>
                <a:lnTo>
                  <a:pt x="546" y="773"/>
                </a:lnTo>
                <a:lnTo>
                  <a:pt x="545" y="774"/>
                </a:lnTo>
                <a:lnTo>
                  <a:pt x="544" y="776"/>
                </a:lnTo>
                <a:lnTo>
                  <a:pt x="544" y="777"/>
                </a:lnTo>
                <a:lnTo>
                  <a:pt x="546" y="779"/>
                </a:lnTo>
                <a:lnTo>
                  <a:pt x="547" y="780"/>
                </a:lnTo>
                <a:lnTo>
                  <a:pt x="549" y="781"/>
                </a:lnTo>
                <a:lnTo>
                  <a:pt x="548" y="781"/>
                </a:lnTo>
                <a:lnTo>
                  <a:pt x="547" y="784"/>
                </a:lnTo>
                <a:lnTo>
                  <a:pt x="545" y="788"/>
                </a:lnTo>
                <a:lnTo>
                  <a:pt x="544" y="788"/>
                </a:lnTo>
                <a:lnTo>
                  <a:pt x="544" y="789"/>
                </a:lnTo>
                <a:lnTo>
                  <a:pt x="544" y="790"/>
                </a:lnTo>
                <a:lnTo>
                  <a:pt x="546" y="794"/>
                </a:lnTo>
                <a:lnTo>
                  <a:pt x="548" y="797"/>
                </a:lnTo>
                <a:lnTo>
                  <a:pt x="548" y="798"/>
                </a:lnTo>
                <a:lnTo>
                  <a:pt x="549" y="799"/>
                </a:lnTo>
                <a:lnTo>
                  <a:pt x="551" y="803"/>
                </a:lnTo>
                <a:lnTo>
                  <a:pt x="551" y="804"/>
                </a:lnTo>
                <a:lnTo>
                  <a:pt x="551" y="805"/>
                </a:lnTo>
                <a:lnTo>
                  <a:pt x="550" y="807"/>
                </a:lnTo>
                <a:lnTo>
                  <a:pt x="549" y="807"/>
                </a:lnTo>
                <a:lnTo>
                  <a:pt x="545" y="809"/>
                </a:lnTo>
                <a:lnTo>
                  <a:pt x="545" y="811"/>
                </a:lnTo>
                <a:lnTo>
                  <a:pt x="544" y="812"/>
                </a:lnTo>
                <a:lnTo>
                  <a:pt x="543" y="812"/>
                </a:lnTo>
                <a:lnTo>
                  <a:pt x="541" y="809"/>
                </a:lnTo>
                <a:lnTo>
                  <a:pt x="541" y="806"/>
                </a:lnTo>
                <a:lnTo>
                  <a:pt x="540" y="805"/>
                </a:lnTo>
                <a:lnTo>
                  <a:pt x="537" y="804"/>
                </a:lnTo>
                <a:lnTo>
                  <a:pt x="535" y="805"/>
                </a:lnTo>
                <a:lnTo>
                  <a:pt x="534" y="806"/>
                </a:lnTo>
                <a:lnTo>
                  <a:pt x="533" y="808"/>
                </a:lnTo>
                <a:lnTo>
                  <a:pt x="533" y="811"/>
                </a:lnTo>
                <a:lnTo>
                  <a:pt x="532" y="812"/>
                </a:lnTo>
                <a:lnTo>
                  <a:pt x="532" y="813"/>
                </a:lnTo>
                <a:lnTo>
                  <a:pt x="533" y="816"/>
                </a:lnTo>
                <a:lnTo>
                  <a:pt x="533" y="817"/>
                </a:lnTo>
                <a:lnTo>
                  <a:pt x="533" y="822"/>
                </a:lnTo>
                <a:lnTo>
                  <a:pt x="533" y="823"/>
                </a:lnTo>
                <a:lnTo>
                  <a:pt x="533" y="824"/>
                </a:lnTo>
                <a:lnTo>
                  <a:pt x="533" y="825"/>
                </a:lnTo>
                <a:lnTo>
                  <a:pt x="532" y="825"/>
                </a:lnTo>
                <a:lnTo>
                  <a:pt x="531" y="826"/>
                </a:lnTo>
                <a:lnTo>
                  <a:pt x="528" y="827"/>
                </a:lnTo>
                <a:lnTo>
                  <a:pt x="524" y="832"/>
                </a:lnTo>
                <a:lnTo>
                  <a:pt x="522" y="834"/>
                </a:lnTo>
                <a:lnTo>
                  <a:pt x="520" y="834"/>
                </a:lnTo>
                <a:lnTo>
                  <a:pt x="519" y="834"/>
                </a:lnTo>
                <a:lnTo>
                  <a:pt x="519" y="833"/>
                </a:lnTo>
                <a:lnTo>
                  <a:pt x="518" y="833"/>
                </a:lnTo>
                <a:lnTo>
                  <a:pt x="518" y="832"/>
                </a:lnTo>
                <a:lnTo>
                  <a:pt x="512" y="834"/>
                </a:lnTo>
                <a:lnTo>
                  <a:pt x="512" y="835"/>
                </a:lnTo>
                <a:lnTo>
                  <a:pt x="513" y="835"/>
                </a:lnTo>
                <a:lnTo>
                  <a:pt x="513" y="836"/>
                </a:lnTo>
                <a:lnTo>
                  <a:pt x="513" y="837"/>
                </a:lnTo>
                <a:lnTo>
                  <a:pt x="512" y="838"/>
                </a:lnTo>
                <a:lnTo>
                  <a:pt x="511" y="839"/>
                </a:lnTo>
                <a:lnTo>
                  <a:pt x="510" y="839"/>
                </a:lnTo>
                <a:lnTo>
                  <a:pt x="509" y="840"/>
                </a:lnTo>
                <a:lnTo>
                  <a:pt x="509" y="839"/>
                </a:lnTo>
                <a:lnTo>
                  <a:pt x="508" y="838"/>
                </a:lnTo>
                <a:lnTo>
                  <a:pt x="507" y="838"/>
                </a:lnTo>
                <a:lnTo>
                  <a:pt x="506" y="838"/>
                </a:lnTo>
                <a:lnTo>
                  <a:pt x="505" y="838"/>
                </a:lnTo>
                <a:lnTo>
                  <a:pt x="504" y="838"/>
                </a:lnTo>
                <a:lnTo>
                  <a:pt x="503" y="838"/>
                </a:lnTo>
                <a:lnTo>
                  <a:pt x="501" y="842"/>
                </a:lnTo>
                <a:lnTo>
                  <a:pt x="500" y="843"/>
                </a:lnTo>
                <a:lnTo>
                  <a:pt x="500" y="844"/>
                </a:lnTo>
                <a:lnTo>
                  <a:pt x="501" y="845"/>
                </a:lnTo>
                <a:lnTo>
                  <a:pt x="502" y="846"/>
                </a:lnTo>
                <a:lnTo>
                  <a:pt x="503" y="846"/>
                </a:lnTo>
                <a:lnTo>
                  <a:pt x="505" y="845"/>
                </a:lnTo>
                <a:lnTo>
                  <a:pt x="506" y="844"/>
                </a:lnTo>
                <a:lnTo>
                  <a:pt x="507" y="844"/>
                </a:lnTo>
                <a:lnTo>
                  <a:pt x="509" y="846"/>
                </a:lnTo>
                <a:lnTo>
                  <a:pt x="509" y="848"/>
                </a:lnTo>
                <a:lnTo>
                  <a:pt x="507" y="851"/>
                </a:lnTo>
                <a:lnTo>
                  <a:pt x="506" y="851"/>
                </a:lnTo>
                <a:lnTo>
                  <a:pt x="504" y="854"/>
                </a:lnTo>
                <a:lnTo>
                  <a:pt x="504" y="855"/>
                </a:lnTo>
                <a:lnTo>
                  <a:pt x="504" y="856"/>
                </a:lnTo>
                <a:lnTo>
                  <a:pt x="504" y="858"/>
                </a:lnTo>
                <a:lnTo>
                  <a:pt x="504" y="859"/>
                </a:lnTo>
                <a:lnTo>
                  <a:pt x="505" y="859"/>
                </a:lnTo>
                <a:lnTo>
                  <a:pt x="505" y="860"/>
                </a:lnTo>
                <a:lnTo>
                  <a:pt x="512" y="862"/>
                </a:lnTo>
                <a:lnTo>
                  <a:pt x="515" y="862"/>
                </a:lnTo>
                <a:lnTo>
                  <a:pt x="516" y="861"/>
                </a:lnTo>
                <a:lnTo>
                  <a:pt x="516" y="862"/>
                </a:lnTo>
                <a:lnTo>
                  <a:pt x="516" y="863"/>
                </a:lnTo>
                <a:lnTo>
                  <a:pt x="516" y="864"/>
                </a:lnTo>
                <a:lnTo>
                  <a:pt x="516" y="865"/>
                </a:lnTo>
                <a:lnTo>
                  <a:pt x="515" y="865"/>
                </a:lnTo>
                <a:lnTo>
                  <a:pt x="515" y="867"/>
                </a:lnTo>
                <a:lnTo>
                  <a:pt x="515" y="868"/>
                </a:lnTo>
                <a:lnTo>
                  <a:pt x="516" y="869"/>
                </a:lnTo>
                <a:lnTo>
                  <a:pt x="517" y="869"/>
                </a:lnTo>
                <a:lnTo>
                  <a:pt x="520" y="871"/>
                </a:lnTo>
                <a:lnTo>
                  <a:pt x="523" y="873"/>
                </a:lnTo>
                <a:lnTo>
                  <a:pt x="524" y="873"/>
                </a:lnTo>
                <a:lnTo>
                  <a:pt x="524" y="874"/>
                </a:lnTo>
                <a:lnTo>
                  <a:pt x="524" y="875"/>
                </a:lnTo>
                <a:lnTo>
                  <a:pt x="524" y="876"/>
                </a:lnTo>
                <a:lnTo>
                  <a:pt x="524" y="877"/>
                </a:lnTo>
                <a:lnTo>
                  <a:pt x="524" y="878"/>
                </a:lnTo>
                <a:lnTo>
                  <a:pt x="523" y="878"/>
                </a:lnTo>
                <a:lnTo>
                  <a:pt x="522" y="878"/>
                </a:lnTo>
                <a:lnTo>
                  <a:pt x="521" y="877"/>
                </a:lnTo>
                <a:lnTo>
                  <a:pt x="520" y="878"/>
                </a:lnTo>
                <a:lnTo>
                  <a:pt x="517" y="878"/>
                </a:lnTo>
                <a:lnTo>
                  <a:pt x="517" y="879"/>
                </a:lnTo>
                <a:lnTo>
                  <a:pt x="517" y="880"/>
                </a:lnTo>
                <a:lnTo>
                  <a:pt x="518" y="880"/>
                </a:lnTo>
                <a:lnTo>
                  <a:pt x="519" y="880"/>
                </a:lnTo>
                <a:lnTo>
                  <a:pt x="520" y="880"/>
                </a:lnTo>
                <a:lnTo>
                  <a:pt x="520" y="881"/>
                </a:lnTo>
                <a:lnTo>
                  <a:pt x="519" y="885"/>
                </a:lnTo>
                <a:lnTo>
                  <a:pt x="519" y="887"/>
                </a:lnTo>
                <a:lnTo>
                  <a:pt x="520" y="888"/>
                </a:lnTo>
                <a:lnTo>
                  <a:pt x="521" y="888"/>
                </a:lnTo>
                <a:lnTo>
                  <a:pt x="523" y="889"/>
                </a:lnTo>
                <a:lnTo>
                  <a:pt x="524" y="889"/>
                </a:lnTo>
                <a:lnTo>
                  <a:pt x="524" y="890"/>
                </a:lnTo>
                <a:lnTo>
                  <a:pt x="524" y="891"/>
                </a:lnTo>
                <a:lnTo>
                  <a:pt x="524" y="892"/>
                </a:lnTo>
                <a:lnTo>
                  <a:pt x="525" y="895"/>
                </a:lnTo>
                <a:lnTo>
                  <a:pt x="526" y="896"/>
                </a:lnTo>
                <a:lnTo>
                  <a:pt x="528" y="895"/>
                </a:lnTo>
                <a:lnTo>
                  <a:pt x="529" y="894"/>
                </a:lnTo>
                <a:lnTo>
                  <a:pt x="532" y="894"/>
                </a:lnTo>
                <a:lnTo>
                  <a:pt x="532" y="895"/>
                </a:lnTo>
                <a:lnTo>
                  <a:pt x="535" y="897"/>
                </a:lnTo>
                <a:lnTo>
                  <a:pt x="536" y="899"/>
                </a:lnTo>
                <a:lnTo>
                  <a:pt x="537" y="900"/>
                </a:lnTo>
                <a:lnTo>
                  <a:pt x="541" y="901"/>
                </a:lnTo>
                <a:lnTo>
                  <a:pt x="542" y="901"/>
                </a:lnTo>
                <a:lnTo>
                  <a:pt x="543" y="900"/>
                </a:lnTo>
                <a:lnTo>
                  <a:pt x="545" y="900"/>
                </a:lnTo>
                <a:lnTo>
                  <a:pt x="546" y="901"/>
                </a:lnTo>
                <a:lnTo>
                  <a:pt x="546" y="903"/>
                </a:lnTo>
                <a:lnTo>
                  <a:pt x="548" y="906"/>
                </a:lnTo>
                <a:lnTo>
                  <a:pt x="550" y="909"/>
                </a:lnTo>
                <a:lnTo>
                  <a:pt x="552" y="910"/>
                </a:lnTo>
                <a:lnTo>
                  <a:pt x="552" y="911"/>
                </a:lnTo>
                <a:lnTo>
                  <a:pt x="551" y="912"/>
                </a:lnTo>
                <a:lnTo>
                  <a:pt x="551" y="913"/>
                </a:lnTo>
                <a:lnTo>
                  <a:pt x="552" y="913"/>
                </a:lnTo>
                <a:lnTo>
                  <a:pt x="552" y="914"/>
                </a:lnTo>
                <a:lnTo>
                  <a:pt x="552" y="913"/>
                </a:lnTo>
                <a:lnTo>
                  <a:pt x="552" y="914"/>
                </a:lnTo>
                <a:lnTo>
                  <a:pt x="550" y="918"/>
                </a:lnTo>
                <a:lnTo>
                  <a:pt x="552" y="920"/>
                </a:lnTo>
                <a:lnTo>
                  <a:pt x="552" y="921"/>
                </a:lnTo>
                <a:lnTo>
                  <a:pt x="553" y="921"/>
                </a:lnTo>
                <a:lnTo>
                  <a:pt x="552" y="921"/>
                </a:lnTo>
                <a:lnTo>
                  <a:pt x="551" y="924"/>
                </a:lnTo>
                <a:lnTo>
                  <a:pt x="550" y="924"/>
                </a:lnTo>
                <a:lnTo>
                  <a:pt x="550" y="925"/>
                </a:lnTo>
                <a:lnTo>
                  <a:pt x="549" y="925"/>
                </a:lnTo>
                <a:lnTo>
                  <a:pt x="548" y="925"/>
                </a:lnTo>
                <a:lnTo>
                  <a:pt x="547" y="926"/>
                </a:lnTo>
                <a:lnTo>
                  <a:pt x="547" y="927"/>
                </a:lnTo>
                <a:lnTo>
                  <a:pt x="549" y="931"/>
                </a:lnTo>
                <a:lnTo>
                  <a:pt x="549" y="934"/>
                </a:lnTo>
                <a:lnTo>
                  <a:pt x="547" y="934"/>
                </a:lnTo>
                <a:lnTo>
                  <a:pt x="547" y="935"/>
                </a:lnTo>
                <a:lnTo>
                  <a:pt x="547" y="936"/>
                </a:lnTo>
                <a:lnTo>
                  <a:pt x="547" y="937"/>
                </a:lnTo>
                <a:lnTo>
                  <a:pt x="547" y="941"/>
                </a:lnTo>
                <a:lnTo>
                  <a:pt x="546" y="944"/>
                </a:lnTo>
                <a:lnTo>
                  <a:pt x="547" y="944"/>
                </a:lnTo>
                <a:lnTo>
                  <a:pt x="548" y="944"/>
                </a:lnTo>
                <a:lnTo>
                  <a:pt x="549" y="946"/>
                </a:lnTo>
                <a:lnTo>
                  <a:pt x="549" y="947"/>
                </a:lnTo>
                <a:lnTo>
                  <a:pt x="548" y="947"/>
                </a:lnTo>
                <a:lnTo>
                  <a:pt x="546" y="947"/>
                </a:lnTo>
                <a:lnTo>
                  <a:pt x="546" y="948"/>
                </a:lnTo>
                <a:lnTo>
                  <a:pt x="547" y="949"/>
                </a:lnTo>
                <a:lnTo>
                  <a:pt x="548" y="949"/>
                </a:lnTo>
                <a:lnTo>
                  <a:pt x="548" y="950"/>
                </a:lnTo>
                <a:lnTo>
                  <a:pt x="547" y="951"/>
                </a:lnTo>
                <a:lnTo>
                  <a:pt x="544" y="952"/>
                </a:lnTo>
                <a:lnTo>
                  <a:pt x="543" y="952"/>
                </a:lnTo>
                <a:lnTo>
                  <a:pt x="541" y="953"/>
                </a:lnTo>
                <a:lnTo>
                  <a:pt x="542" y="954"/>
                </a:lnTo>
                <a:lnTo>
                  <a:pt x="542" y="955"/>
                </a:lnTo>
                <a:lnTo>
                  <a:pt x="543" y="955"/>
                </a:lnTo>
                <a:lnTo>
                  <a:pt x="544" y="955"/>
                </a:lnTo>
                <a:lnTo>
                  <a:pt x="545" y="955"/>
                </a:lnTo>
                <a:lnTo>
                  <a:pt x="548" y="956"/>
                </a:lnTo>
                <a:lnTo>
                  <a:pt x="550" y="957"/>
                </a:lnTo>
                <a:lnTo>
                  <a:pt x="550" y="958"/>
                </a:lnTo>
                <a:lnTo>
                  <a:pt x="551" y="960"/>
                </a:lnTo>
                <a:lnTo>
                  <a:pt x="551" y="961"/>
                </a:lnTo>
                <a:lnTo>
                  <a:pt x="550" y="962"/>
                </a:lnTo>
                <a:lnTo>
                  <a:pt x="548" y="963"/>
                </a:lnTo>
                <a:lnTo>
                  <a:pt x="546" y="963"/>
                </a:lnTo>
                <a:lnTo>
                  <a:pt x="545" y="963"/>
                </a:lnTo>
                <a:lnTo>
                  <a:pt x="545" y="965"/>
                </a:lnTo>
                <a:lnTo>
                  <a:pt x="547" y="969"/>
                </a:lnTo>
                <a:lnTo>
                  <a:pt x="548" y="972"/>
                </a:lnTo>
                <a:lnTo>
                  <a:pt x="548" y="973"/>
                </a:lnTo>
                <a:lnTo>
                  <a:pt x="549" y="975"/>
                </a:lnTo>
                <a:lnTo>
                  <a:pt x="549" y="976"/>
                </a:lnTo>
                <a:lnTo>
                  <a:pt x="548" y="977"/>
                </a:lnTo>
                <a:lnTo>
                  <a:pt x="547" y="978"/>
                </a:lnTo>
                <a:lnTo>
                  <a:pt x="546" y="978"/>
                </a:lnTo>
                <a:lnTo>
                  <a:pt x="545" y="979"/>
                </a:lnTo>
                <a:lnTo>
                  <a:pt x="544" y="980"/>
                </a:lnTo>
                <a:lnTo>
                  <a:pt x="545" y="982"/>
                </a:lnTo>
                <a:lnTo>
                  <a:pt x="545" y="983"/>
                </a:lnTo>
                <a:lnTo>
                  <a:pt x="546" y="983"/>
                </a:lnTo>
                <a:lnTo>
                  <a:pt x="548" y="983"/>
                </a:lnTo>
                <a:lnTo>
                  <a:pt x="550" y="983"/>
                </a:lnTo>
                <a:lnTo>
                  <a:pt x="551" y="983"/>
                </a:lnTo>
                <a:lnTo>
                  <a:pt x="552" y="983"/>
                </a:lnTo>
                <a:lnTo>
                  <a:pt x="552" y="984"/>
                </a:lnTo>
                <a:lnTo>
                  <a:pt x="551" y="987"/>
                </a:lnTo>
                <a:lnTo>
                  <a:pt x="552" y="988"/>
                </a:lnTo>
                <a:lnTo>
                  <a:pt x="552" y="989"/>
                </a:lnTo>
                <a:lnTo>
                  <a:pt x="552" y="990"/>
                </a:lnTo>
                <a:lnTo>
                  <a:pt x="550" y="991"/>
                </a:lnTo>
                <a:lnTo>
                  <a:pt x="549" y="991"/>
                </a:lnTo>
                <a:lnTo>
                  <a:pt x="547" y="992"/>
                </a:lnTo>
                <a:lnTo>
                  <a:pt x="546" y="992"/>
                </a:lnTo>
                <a:lnTo>
                  <a:pt x="546" y="991"/>
                </a:lnTo>
                <a:lnTo>
                  <a:pt x="544" y="990"/>
                </a:lnTo>
                <a:lnTo>
                  <a:pt x="543" y="990"/>
                </a:lnTo>
                <a:lnTo>
                  <a:pt x="543" y="991"/>
                </a:lnTo>
                <a:lnTo>
                  <a:pt x="543" y="992"/>
                </a:lnTo>
                <a:lnTo>
                  <a:pt x="542" y="992"/>
                </a:lnTo>
                <a:lnTo>
                  <a:pt x="541" y="992"/>
                </a:lnTo>
                <a:lnTo>
                  <a:pt x="541" y="993"/>
                </a:lnTo>
                <a:lnTo>
                  <a:pt x="542" y="994"/>
                </a:lnTo>
                <a:lnTo>
                  <a:pt x="543" y="994"/>
                </a:lnTo>
                <a:lnTo>
                  <a:pt x="543" y="995"/>
                </a:lnTo>
                <a:lnTo>
                  <a:pt x="544" y="995"/>
                </a:lnTo>
                <a:lnTo>
                  <a:pt x="544" y="996"/>
                </a:lnTo>
                <a:lnTo>
                  <a:pt x="545" y="997"/>
                </a:lnTo>
                <a:lnTo>
                  <a:pt x="545" y="998"/>
                </a:lnTo>
                <a:lnTo>
                  <a:pt x="545" y="1000"/>
                </a:lnTo>
                <a:lnTo>
                  <a:pt x="546" y="1000"/>
                </a:lnTo>
                <a:lnTo>
                  <a:pt x="546" y="1001"/>
                </a:lnTo>
                <a:lnTo>
                  <a:pt x="546" y="1002"/>
                </a:lnTo>
                <a:lnTo>
                  <a:pt x="546" y="1003"/>
                </a:lnTo>
                <a:lnTo>
                  <a:pt x="545" y="1003"/>
                </a:lnTo>
                <a:lnTo>
                  <a:pt x="545" y="1004"/>
                </a:lnTo>
                <a:lnTo>
                  <a:pt x="544" y="1004"/>
                </a:lnTo>
                <a:lnTo>
                  <a:pt x="544" y="1005"/>
                </a:lnTo>
                <a:lnTo>
                  <a:pt x="544" y="1006"/>
                </a:lnTo>
                <a:lnTo>
                  <a:pt x="545" y="1006"/>
                </a:lnTo>
                <a:lnTo>
                  <a:pt x="546" y="1008"/>
                </a:lnTo>
                <a:lnTo>
                  <a:pt x="545" y="1008"/>
                </a:lnTo>
                <a:lnTo>
                  <a:pt x="545" y="1009"/>
                </a:lnTo>
                <a:lnTo>
                  <a:pt x="545" y="1010"/>
                </a:lnTo>
                <a:lnTo>
                  <a:pt x="545" y="1011"/>
                </a:lnTo>
                <a:lnTo>
                  <a:pt x="545" y="1013"/>
                </a:lnTo>
                <a:lnTo>
                  <a:pt x="545" y="1014"/>
                </a:lnTo>
                <a:lnTo>
                  <a:pt x="544" y="1014"/>
                </a:lnTo>
                <a:lnTo>
                  <a:pt x="544" y="1015"/>
                </a:lnTo>
                <a:lnTo>
                  <a:pt x="544" y="1017"/>
                </a:lnTo>
                <a:lnTo>
                  <a:pt x="544" y="1018"/>
                </a:lnTo>
                <a:lnTo>
                  <a:pt x="545" y="1019"/>
                </a:lnTo>
                <a:lnTo>
                  <a:pt x="546" y="1019"/>
                </a:lnTo>
                <a:lnTo>
                  <a:pt x="547" y="1019"/>
                </a:lnTo>
                <a:lnTo>
                  <a:pt x="548" y="1019"/>
                </a:lnTo>
                <a:lnTo>
                  <a:pt x="548" y="1020"/>
                </a:lnTo>
                <a:lnTo>
                  <a:pt x="547" y="1022"/>
                </a:lnTo>
                <a:lnTo>
                  <a:pt x="548" y="1022"/>
                </a:lnTo>
                <a:lnTo>
                  <a:pt x="549" y="1022"/>
                </a:lnTo>
                <a:lnTo>
                  <a:pt x="549" y="1023"/>
                </a:lnTo>
                <a:lnTo>
                  <a:pt x="548" y="1023"/>
                </a:lnTo>
                <a:lnTo>
                  <a:pt x="547" y="1025"/>
                </a:lnTo>
                <a:lnTo>
                  <a:pt x="546" y="1025"/>
                </a:lnTo>
                <a:lnTo>
                  <a:pt x="546" y="1026"/>
                </a:lnTo>
                <a:lnTo>
                  <a:pt x="545" y="1025"/>
                </a:lnTo>
                <a:lnTo>
                  <a:pt x="544" y="1025"/>
                </a:lnTo>
                <a:lnTo>
                  <a:pt x="544" y="1024"/>
                </a:lnTo>
                <a:lnTo>
                  <a:pt x="544" y="1023"/>
                </a:lnTo>
                <a:lnTo>
                  <a:pt x="542" y="1023"/>
                </a:lnTo>
                <a:lnTo>
                  <a:pt x="542" y="1024"/>
                </a:lnTo>
                <a:lnTo>
                  <a:pt x="542" y="1025"/>
                </a:lnTo>
                <a:lnTo>
                  <a:pt x="541" y="1025"/>
                </a:lnTo>
                <a:lnTo>
                  <a:pt x="540" y="1026"/>
                </a:lnTo>
                <a:lnTo>
                  <a:pt x="539" y="1026"/>
                </a:lnTo>
                <a:lnTo>
                  <a:pt x="537" y="1026"/>
                </a:lnTo>
                <a:lnTo>
                  <a:pt x="536" y="1026"/>
                </a:lnTo>
                <a:lnTo>
                  <a:pt x="536" y="1027"/>
                </a:lnTo>
                <a:lnTo>
                  <a:pt x="536" y="1028"/>
                </a:lnTo>
                <a:lnTo>
                  <a:pt x="537" y="1028"/>
                </a:lnTo>
                <a:lnTo>
                  <a:pt x="537" y="1029"/>
                </a:lnTo>
                <a:lnTo>
                  <a:pt x="537" y="1030"/>
                </a:lnTo>
                <a:lnTo>
                  <a:pt x="539" y="1030"/>
                </a:lnTo>
                <a:lnTo>
                  <a:pt x="540" y="1031"/>
                </a:lnTo>
                <a:lnTo>
                  <a:pt x="540" y="1032"/>
                </a:lnTo>
                <a:lnTo>
                  <a:pt x="539" y="1032"/>
                </a:lnTo>
                <a:lnTo>
                  <a:pt x="538" y="1032"/>
                </a:lnTo>
                <a:lnTo>
                  <a:pt x="537" y="1032"/>
                </a:lnTo>
                <a:lnTo>
                  <a:pt x="537" y="1033"/>
                </a:lnTo>
                <a:lnTo>
                  <a:pt x="536" y="1033"/>
                </a:lnTo>
                <a:lnTo>
                  <a:pt x="536" y="1034"/>
                </a:lnTo>
                <a:lnTo>
                  <a:pt x="537" y="1034"/>
                </a:lnTo>
                <a:lnTo>
                  <a:pt x="538" y="1035"/>
                </a:lnTo>
                <a:lnTo>
                  <a:pt x="540" y="1036"/>
                </a:lnTo>
                <a:lnTo>
                  <a:pt x="541" y="1037"/>
                </a:lnTo>
                <a:lnTo>
                  <a:pt x="541" y="1039"/>
                </a:lnTo>
                <a:lnTo>
                  <a:pt x="539" y="1040"/>
                </a:lnTo>
                <a:lnTo>
                  <a:pt x="538" y="1041"/>
                </a:lnTo>
                <a:lnTo>
                  <a:pt x="538" y="1042"/>
                </a:lnTo>
                <a:lnTo>
                  <a:pt x="538" y="1043"/>
                </a:lnTo>
                <a:lnTo>
                  <a:pt x="539" y="1044"/>
                </a:lnTo>
                <a:lnTo>
                  <a:pt x="539" y="1045"/>
                </a:lnTo>
                <a:lnTo>
                  <a:pt x="540" y="1046"/>
                </a:lnTo>
                <a:lnTo>
                  <a:pt x="541" y="1047"/>
                </a:lnTo>
                <a:lnTo>
                  <a:pt x="542" y="1048"/>
                </a:lnTo>
                <a:lnTo>
                  <a:pt x="541" y="1048"/>
                </a:lnTo>
                <a:lnTo>
                  <a:pt x="541" y="1049"/>
                </a:lnTo>
                <a:lnTo>
                  <a:pt x="541" y="1050"/>
                </a:lnTo>
                <a:lnTo>
                  <a:pt x="541" y="1052"/>
                </a:lnTo>
                <a:lnTo>
                  <a:pt x="541" y="1053"/>
                </a:lnTo>
                <a:lnTo>
                  <a:pt x="540" y="1053"/>
                </a:lnTo>
                <a:lnTo>
                  <a:pt x="542" y="1054"/>
                </a:lnTo>
                <a:lnTo>
                  <a:pt x="543" y="1054"/>
                </a:lnTo>
                <a:lnTo>
                  <a:pt x="544" y="1054"/>
                </a:lnTo>
                <a:lnTo>
                  <a:pt x="545" y="1056"/>
                </a:lnTo>
                <a:lnTo>
                  <a:pt x="545" y="1057"/>
                </a:lnTo>
                <a:lnTo>
                  <a:pt x="546" y="1057"/>
                </a:lnTo>
                <a:lnTo>
                  <a:pt x="545" y="1057"/>
                </a:lnTo>
                <a:lnTo>
                  <a:pt x="544" y="1058"/>
                </a:lnTo>
                <a:lnTo>
                  <a:pt x="545" y="1059"/>
                </a:lnTo>
                <a:lnTo>
                  <a:pt x="545" y="1060"/>
                </a:lnTo>
                <a:lnTo>
                  <a:pt x="546" y="1060"/>
                </a:lnTo>
                <a:lnTo>
                  <a:pt x="546" y="1061"/>
                </a:lnTo>
                <a:lnTo>
                  <a:pt x="546" y="1063"/>
                </a:lnTo>
                <a:lnTo>
                  <a:pt x="546" y="1064"/>
                </a:lnTo>
                <a:lnTo>
                  <a:pt x="546" y="1065"/>
                </a:lnTo>
                <a:lnTo>
                  <a:pt x="545" y="1065"/>
                </a:lnTo>
                <a:lnTo>
                  <a:pt x="544" y="1065"/>
                </a:lnTo>
                <a:lnTo>
                  <a:pt x="543" y="1065"/>
                </a:lnTo>
                <a:lnTo>
                  <a:pt x="543" y="1066"/>
                </a:lnTo>
                <a:lnTo>
                  <a:pt x="542" y="1066"/>
                </a:lnTo>
                <a:lnTo>
                  <a:pt x="541" y="1066"/>
                </a:lnTo>
                <a:lnTo>
                  <a:pt x="539" y="1066"/>
                </a:lnTo>
                <a:lnTo>
                  <a:pt x="538" y="1066"/>
                </a:lnTo>
                <a:lnTo>
                  <a:pt x="538" y="1065"/>
                </a:lnTo>
                <a:lnTo>
                  <a:pt x="536" y="1064"/>
                </a:lnTo>
                <a:lnTo>
                  <a:pt x="535" y="1063"/>
                </a:lnTo>
                <a:lnTo>
                  <a:pt x="535" y="1062"/>
                </a:lnTo>
                <a:lnTo>
                  <a:pt x="534" y="1062"/>
                </a:lnTo>
                <a:lnTo>
                  <a:pt x="534" y="1063"/>
                </a:lnTo>
                <a:lnTo>
                  <a:pt x="534" y="1064"/>
                </a:lnTo>
                <a:lnTo>
                  <a:pt x="534" y="1065"/>
                </a:lnTo>
                <a:lnTo>
                  <a:pt x="534" y="1066"/>
                </a:lnTo>
                <a:lnTo>
                  <a:pt x="534" y="1067"/>
                </a:lnTo>
                <a:lnTo>
                  <a:pt x="535" y="1067"/>
                </a:lnTo>
                <a:lnTo>
                  <a:pt x="535" y="1069"/>
                </a:lnTo>
                <a:lnTo>
                  <a:pt x="534" y="1069"/>
                </a:lnTo>
                <a:lnTo>
                  <a:pt x="534" y="1070"/>
                </a:lnTo>
                <a:lnTo>
                  <a:pt x="533" y="1072"/>
                </a:lnTo>
                <a:lnTo>
                  <a:pt x="533" y="1073"/>
                </a:lnTo>
                <a:lnTo>
                  <a:pt x="534" y="1073"/>
                </a:lnTo>
                <a:lnTo>
                  <a:pt x="534" y="1074"/>
                </a:lnTo>
                <a:lnTo>
                  <a:pt x="533" y="1074"/>
                </a:lnTo>
                <a:lnTo>
                  <a:pt x="532" y="1075"/>
                </a:lnTo>
                <a:lnTo>
                  <a:pt x="531" y="1075"/>
                </a:lnTo>
                <a:lnTo>
                  <a:pt x="530" y="1076"/>
                </a:lnTo>
                <a:lnTo>
                  <a:pt x="530" y="1077"/>
                </a:lnTo>
                <a:lnTo>
                  <a:pt x="530" y="1078"/>
                </a:lnTo>
                <a:lnTo>
                  <a:pt x="529" y="1078"/>
                </a:lnTo>
                <a:lnTo>
                  <a:pt x="528" y="1079"/>
                </a:lnTo>
                <a:lnTo>
                  <a:pt x="527" y="1079"/>
                </a:lnTo>
                <a:lnTo>
                  <a:pt x="527" y="1080"/>
                </a:lnTo>
                <a:lnTo>
                  <a:pt x="528" y="1080"/>
                </a:lnTo>
                <a:lnTo>
                  <a:pt x="528" y="1082"/>
                </a:lnTo>
                <a:lnTo>
                  <a:pt x="529" y="1082"/>
                </a:lnTo>
                <a:lnTo>
                  <a:pt x="528" y="1083"/>
                </a:lnTo>
                <a:lnTo>
                  <a:pt x="527" y="1084"/>
                </a:lnTo>
                <a:lnTo>
                  <a:pt x="527" y="1085"/>
                </a:lnTo>
                <a:lnTo>
                  <a:pt x="527" y="1086"/>
                </a:lnTo>
                <a:lnTo>
                  <a:pt x="527" y="1087"/>
                </a:lnTo>
                <a:lnTo>
                  <a:pt x="528" y="1089"/>
                </a:lnTo>
                <a:lnTo>
                  <a:pt x="529" y="1089"/>
                </a:lnTo>
                <a:lnTo>
                  <a:pt x="529" y="1091"/>
                </a:lnTo>
                <a:lnTo>
                  <a:pt x="528" y="1091"/>
                </a:lnTo>
                <a:lnTo>
                  <a:pt x="527" y="1091"/>
                </a:lnTo>
                <a:lnTo>
                  <a:pt x="526" y="1090"/>
                </a:lnTo>
                <a:lnTo>
                  <a:pt x="525" y="1090"/>
                </a:lnTo>
                <a:lnTo>
                  <a:pt x="524" y="1090"/>
                </a:lnTo>
                <a:lnTo>
                  <a:pt x="524" y="1091"/>
                </a:lnTo>
                <a:lnTo>
                  <a:pt x="524" y="1092"/>
                </a:lnTo>
                <a:lnTo>
                  <a:pt x="524" y="1093"/>
                </a:lnTo>
                <a:lnTo>
                  <a:pt x="523" y="1093"/>
                </a:lnTo>
                <a:lnTo>
                  <a:pt x="523" y="1092"/>
                </a:lnTo>
                <a:lnTo>
                  <a:pt x="522" y="1092"/>
                </a:lnTo>
                <a:lnTo>
                  <a:pt x="521" y="1092"/>
                </a:lnTo>
                <a:lnTo>
                  <a:pt x="519" y="1093"/>
                </a:lnTo>
                <a:lnTo>
                  <a:pt x="518" y="1093"/>
                </a:lnTo>
                <a:lnTo>
                  <a:pt x="516" y="1094"/>
                </a:lnTo>
                <a:lnTo>
                  <a:pt x="515" y="1094"/>
                </a:lnTo>
                <a:lnTo>
                  <a:pt x="515" y="1095"/>
                </a:lnTo>
                <a:lnTo>
                  <a:pt x="514" y="1095"/>
                </a:lnTo>
                <a:lnTo>
                  <a:pt x="513" y="1095"/>
                </a:lnTo>
                <a:lnTo>
                  <a:pt x="513" y="1094"/>
                </a:lnTo>
                <a:lnTo>
                  <a:pt x="513" y="1093"/>
                </a:lnTo>
                <a:lnTo>
                  <a:pt x="512" y="1093"/>
                </a:lnTo>
                <a:lnTo>
                  <a:pt x="512" y="1094"/>
                </a:lnTo>
                <a:lnTo>
                  <a:pt x="511" y="1095"/>
                </a:lnTo>
                <a:lnTo>
                  <a:pt x="510" y="1095"/>
                </a:lnTo>
                <a:lnTo>
                  <a:pt x="509" y="1095"/>
                </a:lnTo>
                <a:lnTo>
                  <a:pt x="509" y="1096"/>
                </a:lnTo>
                <a:lnTo>
                  <a:pt x="509" y="1097"/>
                </a:lnTo>
                <a:lnTo>
                  <a:pt x="509" y="1098"/>
                </a:lnTo>
                <a:lnTo>
                  <a:pt x="508" y="1100"/>
                </a:lnTo>
                <a:lnTo>
                  <a:pt x="506" y="1101"/>
                </a:lnTo>
                <a:lnTo>
                  <a:pt x="505" y="1101"/>
                </a:lnTo>
                <a:lnTo>
                  <a:pt x="504" y="1102"/>
                </a:lnTo>
                <a:lnTo>
                  <a:pt x="504" y="1103"/>
                </a:lnTo>
                <a:lnTo>
                  <a:pt x="502" y="1103"/>
                </a:lnTo>
                <a:lnTo>
                  <a:pt x="501" y="1103"/>
                </a:lnTo>
                <a:lnTo>
                  <a:pt x="500" y="1103"/>
                </a:lnTo>
                <a:lnTo>
                  <a:pt x="500" y="1102"/>
                </a:lnTo>
                <a:lnTo>
                  <a:pt x="499" y="1102"/>
                </a:lnTo>
                <a:lnTo>
                  <a:pt x="499" y="1101"/>
                </a:lnTo>
                <a:lnTo>
                  <a:pt x="498" y="1101"/>
                </a:lnTo>
                <a:lnTo>
                  <a:pt x="497" y="1101"/>
                </a:lnTo>
                <a:lnTo>
                  <a:pt x="495" y="1103"/>
                </a:lnTo>
                <a:lnTo>
                  <a:pt x="495" y="1104"/>
                </a:lnTo>
                <a:lnTo>
                  <a:pt x="497" y="1104"/>
                </a:lnTo>
                <a:lnTo>
                  <a:pt x="498" y="1104"/>
                </a:lnTo>
                <a:lnTo>
                  <a:pt x="499" y="1105"/>
                </a:lnTo>
                <a:lnTo>
                  <a:pt x="500" y="1105"/>
                </a:lnTo>
                <a:lnTo>
                  <a:pt x="500" y="1106"/>
                </a:lnTo>
                <a:lnTo>
                  <a:pt x="499" y="1107"/>
                </a:lnTo>
                <a:lnTo>
                  <a:pt x="498" y="1106"/>
                </a:lnTo>
                <a:lnTo>
                  <a:pt x="498" y="1105"/>
                </a:lnTo>
                <a:lnTo>
                  <a:pt x="497" y="1105"/>
                </a:lnTo>
                <a:lnTo>
                  <a:pt x="497" y="1106"/>
                </a:lnTo>
                <a:lnTo>
                  <a:pt x="497" y="1107"/>
                </a:lnTo>
                <a:lnTo>
                  <a:pt x="496" y="1108"/>
                </a:lnTo>
                <a:lnTo>
                  <a:pt x="496" y="1110"/>
                </a:lnTo>
                <a:lnTo>
                  <a:pt x="497" y="1111"/>
                </a:lnTo>
                <a:lnTo>
                  <a:pt x="498" y="1112"/>
                </a:lnTo>
                <a:lnTo>
                  <a:pt x="497" y="1113"/>
                </a:lnTo>
                <a:lnTo>
                  <a:pt x="496" y="1112"/>
                </a:lnTo>
                <a:lnTo>
                  <a:pt x="495" y="1112"/>
                </a:lnTo>
                <a:lnTo>
                  <a:pt x="495" y="1111"/>
                </a:lnTo>
                <a:lnTo>
                  <a:pt x="493" y="1111"/>
                </a:lnTo>
                <a:lnTo>
                  <a:pt x="491" y="1111"/>
                </a:lnTo>
                <a:lnTo>
                  <a:pt x="490" y="1110"/>
                </a:lnTo>
                <a:lnTo>
                  <a:pt x="489" y="1110"/>
                </a:lnTo>
                <a:lnTo>
                  <a:pt x="488" y="1110"/>
                </a:lnTo>
                <a:lnTo>
                  <a:pt x="488" y="1109"/>
                </a:lnTo>
                <a:lnTo>
                  <a:pt x="487" y="1109"/>
                </a:lnTo>
                <a:lnTo>
                  <a:pt x="487" y="1108"/>
                </a:lnTo>
                <a:lnTo>
                  <a:pt x="487" y="1107"/>
                </a:lnTo>
                <a:lnTo>
                  <a:pt x="485" y="1108"/>
                </a:lnTo>
                <a:lnTo>
                  <a:pt x="483" y="1108"/>
                </a:lnTo>
                <a:lnTo>
                  <a:pt x="483" y="1109"/>
                </a:lnTo>
                <a:lnTo>
                  <a:pt x="482" y="1109"/>
                </a:lnTo>
                <a:lnTo>
                  <a:pt x="481" y="1109"/>
                </a:lnTo>
                <a:lnTo>
                  <a:pt x="480" y="1109"/>
                </a:lnTo>
                <a:lnTo>
                  <a:pt x="479" y="1109"/>
                </a:lnTo>
                <a:lnTo>
                  <a:pt x="479" y="1110"/>
                </a:lnTo>
                <a:lnTo>
                  <a:pt x="478" y="1111"/>
                </a:lnTo>
                <a:lnTo>
                  <a:pt x="478" y="1112"/>
                </a:lnTo>
                <a:lnTo>
                  <a:pt x="479" y="1112"/>
                </a:lnTo>
                <a:lnTo>
                  <a:pt x="479" y="1113"/>
                </a:lnTo>
                <a:lnTo>
                  <a:pt x="478" y="1114"/>
                </a:lnTo>
                <a:lnTo>
                  <a:pt x="478" y="1115"/>
                </a:lnTo>
                <a:lnTo>
                  <a:pt x="478" y="1116"/>
                </a:lnTo>
                <a:lnTo>
                  <a:pt x="479" y="1116"/>
                </a:lnTo>
                <a:lnTo>
                  <a:pt x="479" y="1117"/>
                </a:lnTo>
                <a:lnTo>
                  <a:pt x="478" y="1118"/>
                </a:lnTo>
                <a:lnTo>
                  <a:pt x="478" y="1117"/>
                </a:lnTo>
                <a:lnTo>
                  <a:pt x="477" y="1117"/>
                </a:lnTo>
                <a:lnTo>
                  <a:pt x="475" y="1117"/>
                </a:lnTo>
                <a:lnTo>
                  <a:pt x="475" y="1118"/>
                </a:lnTo>
                <a:lnTo>
                  <a:pt x="476" y="1119"/>
                </a:lnTo>
                <a:lnTo>
                  <a:pt x="477" y="1119"/>
                </a:lnTo>
                <a:lnTo>
                  <a:pt x="477" y="1120"/>
                </a:lnTo>
                <a:lnTo>
                  <a:pt x="476" y="1121"/>
                </a:lnTo>
                <a:lnTo>
                  <a:pt x="476" y="1122"/>
                </a:lnTo>
                <a:lnTo>
                  <a:pt x="475" y="1123"/>
                </a:lnTo>
                <a:lnTo>
                  <a:pt x="474" y="1124"/>
                </a:lnTo>
                <a:lnTo>
                  <a:pt x="474" y="1125"/>
                </a:lnTo>
                <a:lnTo>
                  <a:pt x="473" y="1126"/>
                </a:lnTo>
                <a:lnTo>
                  <a:pt x="473" y="1127"/>
                </a:lnTo>
                <a:lnTo>
                  <a:pt x="473" y="1129"/>
                </a:lnTo>
                <a:lnTo>
                  <a:pt x="473" y="1130"/>
                </a:lnTo>
                <a:lnTo>
                  <a:pt x="474" y="1130"/>
                </a:lnTo>
                <a:lnTo>
                  <a:pt x="473" y="1130"/>
                </a:lnTo>
                <a:lnTo>
                  <a:pt x="472" y="1131"/>
                </a:lnTo>
                <a:lnTo>
                  <a:pt x="471" y="1131"/>
                </a:lnTo>
                <a:lnTo>
                  <a:pt x="472" y="1131"/>
                </a:lnTo>
                <a:lnTo>
                  <a:pt x="472" y="1132"/>
                </a:lnTo>
                <a:lnTo>
                  <a:pt x="472" y="1133"/>
                </a:lnTo>
                <a:lnTo>
                  <a:pt x="471" y="1134"/>
                </a:lnTo>
                <a:lnTo>
                  <a:pt x="470" y="1134"/>
                </a:lnTo>
                <a:lnTo>
                  <a:pt x="470" y="1135"/>
                </a:lnTo>
                <a:lnTo>
                  <a:pt x="469" y="1134"/>
                </a:lnTo>
                <a:lnTo>
                  <a:pt x="468" y="1134"/>
                </a:lnTo>
                <a:lnTo>
                  <a:pt x="467" y="1134"/>
                </a:lnTo>
                <a:lnTo>
                  <a:pt x="467" y="1133"/>
                </a:lnTo>
                <a:lnTo>
                  <a:pt x="466" y="1133"/>
                </a:lnTo>
                <a:lnTo>
                  <a:pt x="465" y="1133"/>
                </a:lnTo>
                <a:lnTo>
                  <a:pt x="465" y="1134"/>
                </a:lnTo>
                <a:lnTo>
                  <a:pt x="464" y="1134"/>
                </a:lnTo>
                <a:lnTo>
                  <a:pt x="464" y="1133"/>
                </a:lnTo>
                <a:lnTo>
                  <a:pt x="463" y="1133"/>
                </a:lnTo>
                <a:lnTo>
                  <a:pt x="462" y="1133"/>
                </a:lnTo>
                <a:lnTo>
                  <a:pt x="461" y="1131"/>
                </a:lnTo>
                <a:lnTo>
                  <a:pt x="459" y="1132"/>
                </a:lnTo>
                <a:lnTo>
                  <a:pt x="459" y="1131"/>
                </a:lnTo>
                <a:lnTo>
                  <a:pt x="458" y="1131"/>
                </a:lnTo>
                <a:lnTo>
                  <a:pt x="457" y="1131"/>
                </a:lnTo>
                <a:lnTo>
                  <a:pt x="456" y="1130"/>
                </a:lnTo>
                <a:lnTo>
                  <a:pt x="455" y="1130"/>
                </a:lnTo>
                <a:lnTo>
                  <a:pt x="454" y="1130"/>
                </a:lnTo>
                <a:lnTo>
                  <a:pt x="453" y="1131"/>
                </a:lnTo>
                <a:lnTo>
                  <a:pt x="452" y="1131"/>
                </a:lnTo>
                <a:lnTo>
                  <a:pt x="452" y="1130"/>
                </a:lnTo>
                <a:lnTo>
                  <a:pt x="451" y="1130"/>
                </a:lnTo>
                <a:lnTo>
                  <a:pt x="450" y="1130"/>
                </a:lnTo>
                <a:lnTo>
                  <a:pt x="449" y="1130"/>
                </a:lnTo>
                <a:lnTo>
                  <a:pt x="448" y="1130"/>
                </a:lnTo>
                <a:lnTo>
                  <a:pt x="447" y="1131"/>
                </a:lnTo>
                <a:lnTo>
                  <a:pt x="447" y="1132"/>
                </a:lnTo>
                <a:lnTo>
                  <a:pt x="448" y="1132"/>
                </a:lnTo>
                <a:lnTo>
                  <a:pt x="447" y="1134"/>
                </a:lnTo>
                <a:lnTo>
                  <a:pt x="447" y="1135"/>
                </a:lnTo>
                <a:lnTo>
                  <a:pt x="447" y="1136"/>
                </a:lnTo>
                <a:lnTo>
                  <a:pt x="447" y="1138"/>
                </a:lnTo>
                <a:lnTo>
                  <a:pt x="447" y="1140"/>
                </a:lnTo>
                <a:lnTo>
                  <a:pt x="448" y="1141"/>
                </a:lnTo>
                <a:lnTo>
                  <a:pt x="449" y="1143"/>
                </a:lnTo>
                <a:lnTo>
                  <a:pt x="449" y="1144"/>
                </a:lnTo>
                <a:lnTo>
                  <a:pt x="448" y="1145"/>
                </a:lnTo>
                <a:lnTo>
                  <a:pt x="448" y="1146"/>
                </a:lnTo>
                <a:lnTo>
                  <a:pt x="446" y="1145"/>
                </a:lnTo>
                <a:lnTo>
                  <a:pt x="445" y="1145"/>
                </a:lnTo>
                <a:lnTo>
                  <a:pt x="445" y="1144"/>
                </a:lnTo>
                <a:lnTo>
                  <a:pt x="444" y="1145"/>
                </a:lnTo>
                <a:lnTo>
                  <a:pt x="442" y="1146"/>
                </a:lnTo>
                <a:lnTo>
                  <a:pt x="441" y="1146"/>
                </a:lnTo>
                <a:lnTo>
                  <a:pt x="440" y="1148"/>
                </a:lnTo>
                <a:lnTo>
                  <a:pt x="439" y="1148"/>
                </a:lnTo>
                <a:lnTo>
                  <a:pt x="440" y="1149"/>
                </a:lnTo>
                <a:lnTo>
                  <a:pt x="440" y="1150"/>
                </a:lnTo>
                <a:lnTo>
                  <a:pt x="440" y="1151"/>
                </a:lnTo>
                <a:lnTo>
                  <a:pt x="440" y="1152"/>
                </a:lnTo>
                <a:lnTo>
                  <a:pt x="439" y="1154"/>
                </a:lnTo>
                <a:lnTo>
                  <a:pt x="439" y="1155"/>
                </a:lnTo>
                <a:lnTo>
                  <a:pt x="438" y="1155"/>
                </a:lnTo>
                <a:lnTo>
                  <a:pt x="438" y="1156"/>
                </a:lnTo>
                <a:lnTo>
                  <a:pt x="436" y="1156"/>
                </a:lnTo>
                <a:lnTo>
                  <a:pt x="432" y="1158"/>
                </a:lnTo>
                <a:lnTo>
                  <a:pt x="429" y="1157"/>
                </a:lnTo>
                <a:lnTo>
                  <a:pt x="428" y="1156"/>
                </a:lnTo>
                <a:lnTo>
                  <a:pt x="427" y="1156"/>
                </a:lnTo>
                <a:lnTo>
                  <a:pt x="427" y="1155"/>
                </a:lnTo>
                <a:lnTo>
                  <a:pt x="426" y="1155"/>
                </a:lnTo>
                <a:lnTo>
                  <a:pt x="423" y="1155"/>
                </a:lnTo>
                <a:lnTo>
                  <a:pt x="422" y="1155"/>
                </a:lnTo>
                <a:lnTo>
                  <a:pt x="421" y="1155"/>
                </a:lnTo>
                <a:lnTo>
                  <a:pt x="420" y="1155"/>
                </a:lnTo>
                <a:lnTo>
                  <a:pt x="420" y="1156"/>
                </a:lnTo>
                <a:lnTo>
                  <a:pt x="420" y="1157"/>
                </a:lnTo>
                <a:lnTo>
                  <a:pt x="419" y="1158"/>
                </a:lnTo>
                <a:lnTo>
                  <a:pt x="418" y="1159"/>
                </a:lnTo>
                <a:lnTo>
                  <a:pt x="417" y="1159"/>
                </a:lnTo>
                <a:lnTo>
                  <a:pt x="416" y="1159"/>
                </a:lnTo>
                <a:lnTo>
                  <a:pt x="416" y="1158"/>
                </a:lnTo>
                <a:lnTo>
                  <a:pt x="414" y="1158"/>
                </a:lnTo>
                <a:lnTo>
                  <a:pt x="414" y="1159"/>
                </a:lnTo>
                <a:lnTo>
                  <a:pt x="413" y="1159"/>
                </a:lnTo>
                <a:lnTo>
                  <a:pt x="414" y="1160"/>
                </a:lnTo>
                <a:lnTo>
                  <a:pt x="414" y="1161"/>
                </a:lnTo>
                <a:lnTo>
                  <a:pt x="414" y="1162"/>
                </a:lnTo>
                <a:lnTo>
                  <a:pt x="414" y="1163"/>
                </a:lnTo>
                <a:lnTo>
                  <a:pt x="412" y="1164"/>
                </a:lnTo>
                <a:lnTo>
                  <a:pt x="412" y="1165"/>
                </a:lnTo>
                <a:lnTo>
                  <a:pt x="411" y="1166"/>
                </a:lnTo>
                <a:lnTo>
                  <a:pt x="411" y="1167"/>
                </a:lnTo>
                <a:lnTo>
                  <a:pt x="410" y="1167"/>
                </a:lnTo>
                <a:lnTo>
                  <a:pt x="409" y="1167"/>
                </a:lnTo>
                <a:lnTo>
                  <a:pt x="408" y="1167"/>
                </a:lnTo>
                <a:lnTo>
                  <a:pt x="408" y="1166"/>
                </a:lnTo>
                <a:lnTo>
                  <a:pt x="407" y="1166"/>
                </a:lnTo>
                <a:lnTo>
                  <a:pt x="407" y="1165"/>
                </a:lnTo>
                <a:lnTo>
                  <a:pt x="406" y="1165"/>
                </a:lnTo>
                <a:lnTo>
                  <a:pt x="406" y="1166"/>
                </a:lnTo>
                <a:lnTo>
                  <a:pt x="405" y="1166"/>
                </a:lnTo>
                <a:lnTo>
                  <a:pt x="404" y="1167"/>
                </a:lnTo>
                <a:lnTo>
                  <a:pt x="404" y="1168"/>
                </a:lnTo>
                <a:lnTo>
                  <a:pt x="404" y="1169"/>
                </a:lnTo>
                <a:lnTo>
                  <a:pt x="404" y="1170"/>
                </a:lnTo>
                <a:lnTo>
                  <a:pt x="404" y="1171"/>
                </a:lnTo>
                <a:lnTo>
                  <a:pt x="403" y="1171"/>
                </a:lnTo>
                <a:lnTo>
                  <a:pt x="403" y="1170"/>
                </a:lnTo>
                <a:lnTo>
                  <a:pt x="402" y="1168"/>
                </a:lnTo>
                <a:lnTo>
                  <a:pt x="402" y="1167"/>
                </a:lnTo>
                <a:lnTo>
                  <a:pt x="402" y="1166"/>
                </a:lnTo>
                <a:lnTo>
                  <a:pt x="402" y="1165"/>
                </a:lnTo>
                <a:lnTo>
                  <a:pt x="403" y="1165"/>
                </a:lnTo>
                <a:lnTo>
                  <a:pt x="402" y="1165"/>
                </a:lnTo>
                <a:lnTo>
                  <a:pt x="402" y="1164"/>
                </a:lnTo>
                <a:lnTo>
                  <a:pt x="401" y="1165"/>
                </a:lnTo>
                <a:lnTo>
                  <a:pt x="400" y="1164"/>
                </a:lnTo>
                <a:lnTo>
                  <a:pt x="399" y="1163"/>
                </a:lnTo>
                <a:lnTo>
                  <a:pt x="398" y="1163"/>
                </a:lnTo>
                <a:lnTo>
                  <a:pt x="398" y="1162"/>
                </a:lnTo>
                <a:lnTo>
                  <a:pt x="398" y="1161"/>
                </a:lnTo>
                <a:lnTo>
                  <a:pt x="397" y="1161"/>
                </a:lnTo>
                <a:lnTo>
                  <a:pt x="396" y="1161"/>
                </a:lnTo>
                <a:lnTo>
                  <a:pt x="394" y="1161"/>
                </a:lnTo>
                <a:lnTo>
                  <a:pt x="394" y="1160"/>
                </a:lnTo>
                <a:lnTo>
                  <a:pt x="393" y="1159"/>
                </a:lnTo>
                <a:lnTo>
                  <a:pt x="393" y="1158"/>
                </a:lnTo>
                <a:lnTo>
                  <a:pt x="393" y="1157"/>
                </a:lnTo>
                <a:lnTo>
                  <a:pt x="392" y="1157"/>
                </a:lnTo>
                <a:lnTo>
                  <a:pt x="392" y="1156"/>
                </a:lnTo>
                <a:lnTo>
                  <a:pt x="392" y="1157"/>
                </a:lnTo>
                <a:lnTo>
                  <a:pt x="391" y="1157"/>
                </a:lnTo>
                <a:lnTo>
                  <a:pt x="390" y="1155"/>
                </a:lnTo>
                <a:lnTo>
                  <a:pt x="389" y="1155"/>
                </a:lnTo>
                <a:lnTo>
                  <a:pt x="389" y="1154"/>
                </a:lnTo>
                <a:lnTo>
                  <a:pt x="388" y="1154"/>
                </a:lnTo>
                <a:lnTo>
                  <a:pt x="388" y="1155"/>
                </a:lnTo>
                <a:lnTo>
                  <a:pt x="389" y="1155"/>
                </a:lnTo>
                <a:lnTo>
                  <a:pt x="389" y="1156"/>
                </a:lnTo>
                <a:lnTo>
                  <a:pt x="388" y="1156"/>
                </a:lnTo>
                <a:lnTo>
                  <a:pt x="388" y="1157"/>
                </a:lnTo>
                <a:lnTo>
                  <a:pt x="388" y="1158"/>
                </a:lnTo>
                <a:lnTo>
                  <a:pt x="387" y="1158"/>
                </a:lnTo>
                <a:lnTo>
                  <a:pt x="387" y="1159"/>
                </a:lnTo>
                <a:lnTo>
                  <a:pt x="388" y="1160"/>
                </a:lnTo>
                <a:lnTo>
                  <a:pt x="389" y="1160"/>
                </a:lnTo>
                <a:lnTo>
                  <a:pt x="390" y="1160"/>
                </a:lnTo>
                <a:lnTo>
                  <a:pt x="391" y="1160"/>
                </a:lnTo>
                <a:lnTo>
                  <a:pt x="391" y="1161"/>
                </a:lnTo>
                <a:lnTo>
                  <a:pt x="390" y="1162"/>
                </a:lnTo>
                <a:lnTo>
                  <a:pt x="390" y="1163"/>
                </a:lnTo>
                <a:lnTo>
                  <a:pt x="389" y="1163"/>
                </a:lnTo>
                <a:lnTo>
                  <a:pt x="389" y="1164"/>
                </a:lnTo>
                <a:lnTo>
                  <a:pt x="388" y="1165"/>
                </a:lnTo>
                <a:lnTo>
                  <a:pt x="387" y="1165"/>
                </a:lnTo>
                <a:lnTo>
                  <a:pt x="386" y="1165"/>
                </a:lnTo>
                <a:lnTo>
                  <a:pt x="384" y="1165"/>
                </a:lnTo>
                <a:lnTo>
                  <a:pt x="383" y="1165"/>
                </a:lnTo>
                <a:lnTo>
                  <a:pt x="381" y="1165"/>
                </a:lnTo>
                <a:lnTo>
                  <a:pt x="380" y="1165"/>
                </a:lnTo>
                <a:lnTo>
                  <a:pt x="380" y="1166"/>
                </a:lnTo>
                <a:lnTo>
                  <a:pt x="379" y="1166"/>
                </a:lnTo>
                <a:lnTo>
                  <a:pt x="379" y="1168"/>
                </a:lnTo>
                <a:lnTo>
                  <a:pt x="378" y="1168"/>
                </a:lnTo>
                <a:lnTo>
                  <a:pt x="376" y="1166"/>
                </a:lnTo>
                <a:lnTo>
                  <a:pt x="375" y="1166"/>
                </a:lnTo>
                <a:lnTo>
                  <a:pt x="374" y="1165"/>
                </a:lnTo>
                <a:lnTo>
                  <a:pt x="373" y="1165"/>
                </a:lnTo>
                <a:lnTo>
                  <a:pt x="373" y="1166"/>
                </a:lnTo>
                <a:lnTo>
                  <a:pt x="371" y="1166"/>
                </a:lnTo>
                <a:lnTo>
                  <a:pt x="371" y="1167"/>
                </a:lnTo>
                <a:lnTo>
                  <a:pt x="369" y="1166"/>
                </a:lnTo>
                <a:lnTo>
                  <a:pt x="368" y="1165"/>
                </a:lnTo>
                <a:lnTo>
                  <a:pt x="367" y="1165"/>
                </a:lnTo>
                <a:lnTo>
                  <a:pt x="367" y="1164"/>
                </a:lnTo>
                <a:lnTo>
                  <a:pt x="366" y="1164"/>
                </a:lnTo>
                <a:lnTo>
                  <a:pt x="366" y="1165"/>
                </a:lnTo>
                <a:lnTo>
                  <a:pt x="365" y="1165"/>
                </a:lnTo>
                <a:lnTo>
                  <a:pt x="365" y="1166"/>
                </a:lnTo>
                <a:lnTo>
                  <a:pt x="364" y="1165"/>
                </a:lnTo>
                <a:lnTo>
                  <a:pt x="363" y="1165"/>
                </a:lnTo>
                <a:lnTo>
                  <a:pt x="362" y="1165"/>
                </a:lnTo>
                <a:lnTo>
                  <a:pt x="360" y="1165"/>
                </a:lnTo>
                <a:lnTo>
                  <a:pt x="360" y="1164"/>
                </a:lnTo>
                <a:lnTo>
                  <a:pt x="357" y="1164"/>
                </a:lnTo>
                <a:lnTo>
                  <a:pt x="354" y="1164"/>
                </a:lnTo>
                <a:lnTo>
                  <a:pt x="353" y="1163"/>
                </a:lnTo>
                <a:lnTo>
                  <a:pt x="352" y="1163"/>
                </a:lnTo>
                <a:lnTo>
                  <a:pt x="351" y="1163"/>
                </a:lnTo>
                <a:lnTo>
                  <a:pt x="350" y="1164"/>
                </a:lnTo>
                <a:lnTo>
                  <a:pt x="350" y="1165"/>
                </a:lnTo>
                <a:lnTo>
                  <a:pt x="349" y="1165"/>
                </a:lnTo>
                <a:lnTo>
                  <a:pt x="349" y="1166"/>
                </a:lnTo>
                <a:lnTo>
                  <a:pt x="346" y="1168"/>
                </a:lnTo>
                <a:lnTo>
                  <a:pt x="345" y="1168"/>
                </a:lnTo>
                <a:lnTo>
                  <a:pt x="344" y="1168"/>
                </a:lnTo>
                <a:lnTo>
                  <a:pt x="343" y="1168"/>
                </a:lnTo>
                <a:lnTo>
                  <a:pt x="341" y="1169"/>
                </a:lnTo>
                <a:lnTo>
                  <a:pt x="336" y="1169"/>
                </a:lnTo>
                <a:lnTo>
                  <a:pt x="335" y="1169"/>
                </a:lnTo>
                <a:lnTo>
                  <a:pt x="334" y="1169"/>
                </a:lnTo>
                <a:lnTo>
                  <a:pt x="334" y="1170"/>
                </a:lnTo>
                <a:lnTo>
                  <a:pt x="333" y="1170"/>
                </a:lnTo>
                <a:lnTo>
                  <a:pt x="333" y="1169"/>
                </a:lnTo>
                <a:lnTo>
                  <a:pt x="334" y="1168"/>
                </a:lnTo>
                <a:lnTo>
                  <a:pt x="334" y="1167"/>
                </a:lnTo>
                <a:lnTo>
                  <a:pt x="335" y="1165"/>
                </a:lnTo>
                <a:lnTo>
                  <a:pt x="335" y="1163"/>
                </a:lnTo>
                <a:lnTo>
                  <a:pt x="335" y="1162"/>
                </a:lnTo>
                <a:lnTo>
                  <a:pt x="334" y="1163"/>
                </a:lnTo>
                <a:lnTo>
                  <a:pt x="333" y="1163"/>
                </a:lnTo>
                <a:lnTo>
                  <a:pt x="332" y="1163"/>
                </a:lnTo>
                <a:lnTo>
                  <a:pt x="331" y="1163"/>
                </a:lnTo>
                <a:lnTo>
                  <a:pt x="330" y="1163"/>
                </a:lnTo>
                <a:lnTo>
                  <a:pt x="329" y="1164"/>
                </a:lnTo>
                <a:lnTo>
                  <a:pt x="328" y="1164"/>
                </a:lnTo>
                <a:lnTo>
                  <a:pt x="327" y="1166"/>
                </a:lnTo>
                <a:lnTo>
                  <a:pt x="326" y="1166"/>
                </a:lnTo>
                <a:lnTo>
                  <a:pt x="326" y="1167"/>
                </a:lnTo>
                <a:lnTo>
                  <a:pt x="323" y="1166"/>
                </a:lnTo>
                <a:lnTo>
                  <a:pt x="322" y="1166"/>
                </a:lnTo>
                <a:lnTo>
                  <a:pt x="321" y="1166"/>
                </a:lnTo>
                <a:lnTo>
                  <a:pt x="320" y="1165"/>
                </a:lnTo>
                <a:lnTo>
                  <a:pt x="320" y="1164"/>
                </a:lnTo>
                <a:lnTo>
                  <a:pt x="319" y="1163"/>
                </a:lnTo>
                <a:lnTo>
                  <a:pt x="318" y="1163"/>
                </a:lnTo>
                <a:lnTo>
                  <a:pt x="315" y="1162"/>
                </a:lnTo>
                <a:lnTo>
                  <a:pt x="313" y="1161"/>
                </a:lnTo>
                <a:lnTo>
                  <a:pt x="312" y="1161"/>
                </a:lnTo>
                <a:lnTo>
                  <a:pt x="311" y="1161"/>
                </a:lnTo>
                <a:lnTo>
                  <a:pt x="310" y="1161"/>
                </a:lnTo>
                <a:lnTo>
                  <a:pt x="308" y="1160"/>
                </a:lnTo>
                <a:lnTo>
                  <a:pt x="307" y="1160"/>
                </a:lnTo>
                <a:lnTo>
                  <a:pt x="307" y="1161"/>
                </a:lnTo>
                <a:lnTo>
                  <a:pt x="306" y="1161"/>
                </a:lnTo>
                <a:lnTo>
                  <a:pt x="306" y="1162"/>
                </a:lnTo>
                <a:lnTo>
                  <a:pt x="305" y="1162"/>
                </a:lnTo>
                <a:lnTo>
                  <a:pt x="304" y="1162"/>
                </a:lnTo>
                <a:lnTo>
                  <a:pt x="304" y="1161"/>
                </a:lnTo>
                <a:lnTo>
                  <a:pt x="303" y="1160"/>
                </a:lnTo>
                <a:lnTo>
                  <a:pt x="302" y="1160"/>
                </a:lnTo>
                <a:lnTo>
                  <a:pt x="300" y="1159"/>
                </a:lnTo>
                <a:lnTo>
                  <a:pt x="298" y="1160"/>
                </a:lnTo>
                <a:lnTo>
                  <a:pt x="296" y="1160"/>
                </a:lnTo>
                <a:lnTo>
                  <a:pt x="295" y="1160"/>
                </a:lnTo>
                <a:lnTo>
                  <a:pt x="295" y="1159"/>
                </a:lnTo>
                <a:lnTo>
                  <a:pt x="295" y="1160"/>
                </a:lnTo>
                <a:lnTo>
                  <a:pt x="294" y="1160"/>
                </a:lnTo>
                <a:lnTo>
                  <a:pt x="294" y="1161"/>
                </a:lnTo>
                <a:lnTo>
                  <a:pt x="296" y="1163"/>
                </a:lnTo>
                <a:lnTo>
                  <a:pt x="298" y="1165"/>
                </a:lnTo>
                <a:lnTo>
                  <a:pt x="298" y="1166"/>
                </a:lnTo>
                <a:lnTo>
                  <a:pt x="299" y="1167"/>
                </a:lnTo>
                <a:lnTo>
                  <a:pt x="299" y="1168"/>
                </a:lnTo>
                <a:lnTo>
                  <a:pt x="300" y="1171"/>
                </a:lnTo>
                <a:lnTo>
                  <a:pt x="300" y="1172"/>
                </a:lnTo>
                <a:lnTo>
                  <a:pt x="299" y="1172"/>
                </a:lnTo>
                <a:lnTo>
                  <a:pt x="298" y="1172"/>
                </a:lnTo>
                <a:lnTo>
                  <a:pt x="298" y="1173"/>
                </a:lnTo>
                <a:lnTo>
                  <a:pt x="297" y="1173"/>
                </a:lnTo>
                <a:lnTo>
                  <a:pt x="297" y="1174"/>
                </a:lnTo>
                <a:lnTo>
                  <a:pt x="296" y="1174"/>
                </a:lnTo>
                <a:lnTo>
                  <a:pt x="294" y="1176"/>
                </a:lnTo>
                <a:lnTo>
                  <a:pt x="293" y="1177"/>
                </a:lnTo>
                <a:lnTo>
                  <a:pt x="294" y="1179"/>
                </a:lnTo>
                <a:lnTo>
                  <a:pt x="296" y="1181"/>
                </a:lnTo>
                <a:lnTo>
                  <a:pt x="296" y="1182"/>
                </a:lnTo>
                <a:lnTo>
                  <a:pt x="297" y="1183"/>
                </a:lnTo>
                <a:lnTo>
                  <a:pt x="298" y="1185"/>
                </a:lnTo>
                <a:lnTo>
                  <a:pt x="298" y="1186"/>
                </a:lnTo>
                <a:lnTo>
                  <a:pt x="298" y="1187"/>
                </a:lnTo>
                <a:lnTo>
                  <a:pt x="297" y="1189"/>
                </a:lnTo>
                <a:lnTo>
                  <a:pt x="298" y="1190"/>
                </a:lnTo>
                <a:lnTo>
                  <a:pt x="298" y="1191"/>
                </a:lnTo>
                <a:lnTo>
                  <a:pt x="298" y="1193"/>
                </a:lnTo>
                <a:lnTo>
                  <a:pt x="298" y="1195"/>
                </a:lnTo>
                <a:lnTo>
                  <a:pt x="297" y="1196"/>
                </a:lnTo>
                <a:lnTo>
                  <a:pt x="297" y="1198"/>
                </a:lnTo>
                <a:lnTo>
                  <a:pt x="297" y="1199"/>
                </a:lnTo>
                <a:lnTo>
                  <a:pt x="298" y="1199"/>
                </a:lnTo>
                <a:lnTo>
                  <a:pt x="298" y="1200"/>
                </a:lnTo>
                <a:lnTo>
                  <a:pt x="299" y="1201"/>
                </a:lnTo>
                <a:lnTo>
                  <a:pt x="299" y="1203"/>
                </a:lnTo>
                <a:lnTo>
                  <a:pt x="299" y="1205"/>
                </a:lnTo>
                <a:lnTo>
                  <a:pt x="299" y="1206"/>
                </a:lnTo>
                <a:lnTo>
                  <a:pt x="297" y="1208"/>
                </a:lnTo>
                <a:lnTo>
                  <a:pt x="296" y="1208"/>
                </a:lnTo>
                <a:lnTo>
                  <a:pt x="295" y="1208"/>
                </a:lnTo>
                <a:lnTo>
                  <a:pt x="295" y="1207"/>
                </a:lnTo>
                <a:lnTo>
                  <a:pt x="294" y="1206"/>
                </a:lnTo>
                <a:lnTo>
                  <a:pt x="293" y="1206"/>
                </a:lnTo>
                <a:lnTo>
                  <a:pt x="293" y="1205"/>
                </a:lnTo>
                <a:lnTo>
                  <a:pt x="292" y="1205"/>
                </a:lnTo>
                <a:lnTo>
                  <a:pt x="292" y="1204"/>
                </a:lnTo>
                <a:lnTo>
                  <a:pt x="291" y="1204"/>
                </a:lnTo>
                <a:lnTo>
                  <a:pt x="289" y="1204"/>
                </a:lnTo>
                <a:lnTo>
                  <a:pt x="288" y="1204"/>
                </a:lnTo>
                <a:lnTo>
                  <a:pt x="287" y="1204"/>
                </a:lnTo>
                <a:lnTo>
                  <a:pt x="286" y="1204"/>
                </a:lnTo>
                <a:lnTo>
                  <a:pt x="285" y="1204"/>
                </a:lnTo>
                <a:lnTo>
                  <a:pt x="284" y="1204"/>
                </a:lnTo>
                <a:lnTo>
                  <a:pt x="284" y="1203"/>
                </a:lnTo>
                <a:lnTo>
                  <a:pt x="283" y="1203"/>
                </a:lnTo>
                <a:lnTo>
                  <a:pt x="283" y="1202"/>
                </a:lnTo>
                <a:lnTo>
                  <a:pt x="282" y="1202"/>
                </a:lnTo>
                <a:lnTo>
                  <a:pt x="281" y="1202"/>
                </a:lnTo>
                <a:lnTo>
                  <a:pt x="277" y="1202"/>
                </a:lnTo>
                <a:lnTo>
                  <a:pt x="276" y="1202"/>
                </a:lnTo>
                <a:lnTo>
                  <a:pt x="276" y="1203"/>
                </a:lnTo>
                <a:lnTo>
                  <a:pt x="275" y="1204"/>
                </a:lnTo>
                <a:lnTo>
                  <a:pt x="274" y="1204"/>
                </a:lnTo>
                <a:lnTo>
                  <a:pt x="273" y="1203"/>
                </a:lnTo>
                <a:lnTo>
                  <a:pt x="272" y="1202"/>
                </a:lnTo>
                <a:lnTo>
                  <a:pt x="271" y="1203"/>
                </a:lnTo>
                <a:lnTo>
                  <a:pt x="271" y="1204"/>
                </a:lnTo>
                <a:lnTo>
                  <a:pt x="270" y="1205"/>
                </a:lnTo>
                <a:lnTo>
                  <a:pt x="269" y="1205"/>
                </a:lnTo>
                <a:lnTo>
                  <a:pt x="268" y="1204"/>
                </a:lnTo>
                <a:lnTo>
                  <a:pt x="267" y="1204"/>
                </a:lnTo>
                <a:lnTo>
                  <a:pt x="266" y="1204"/>
                </a:lnTo>
                <a:lnTo>
                  <a:pt x="265" y="1204"/>
                </a:lnTo>
                <a:lnTo>
                  <a:pt x="264" y="1205"/>
                </a:lnTo>
                <a:lnTo>
                  <a:pt x="262" y="1205"/>
                </a:lnTo>
                <a:lnTo>
                  <a:pt x="261" y="1205"/>
                </a:lnTo>
                <a:lnTo>
                  <a:pt x="259" y="1206"/>
                </a:lnTo>
                <a:lnTo>
                  <a:pt x="258" y="1206"/>
                </a:lnTo>
                <a:lnTo>
                  <a:pt x="257" y="1207"/>
                </a:lnTo>
                <a:lnTo>
                  <a:pt x="258" y="1208"/>
                </a:lnTo>
                <a:lnTo>
                  <a:pt x="258" y="1209"/>
                </a:lnTo>
                <a:lnTo>
                  <a:pt x="258" y="1210"/>
                </a:lnTo>
                <a:lnTo>
                  <a:pt x="258" y="1212"/>
                </a:lnTo>
                <a:lnTo>
                  <a:pt x="258" y="1213"/>
                </a:lnTo>
                <a:lnTo>
                  <a:pt x="257" y="1213"/>
                </a:lnTo>
                <a:lnTo>
                  <a:pt x="257" y="1214"/>
                </a:lnTo>
                <a:lnTo>
                  <a:pt x="256" y="1214"/>
                </a:lnTo>
                <a:lnTo>
                  <a:pt x="256" y="1215"/>
                </a:lnTo>
                <a:lnTo>
                  <a:pt x="255" y="1215"/>
                </a:lnTo>
                <a:lnTo>
                  <a:pt x="254" y="1215"/>
                </a:lnTo>
                <a:lnTo>
                  <a:pt x="254" y="1214"/>
                </a:lnTo>
                <a:lnTo>
                  <a:pt x="253" y="1214"/>
                </a:lnTo>
                <a:lnTo>
                  <a:pt x="253" y="1215"/>
                </a:lnTo>
                <a:lnTo>
                  <a:pt x="253" y="1216"/>
                </a:lnTo>
                <a:lnTo>
                  <a:pt x="252" y="1216"/>
                </a:lnTo>
                <a:lnTo>
                  <a:pt x="252" y="1217"/>
                </a:lnTo>
                <a:lnTo>
                  <a:pt x="251" y="1217"/>
                </a:lnTo>
                <a:lnTo>
                  <a:pt x="250" y="1217"/>
                </a:lnTo>
                <a:lnTo>
                  <a:pt x="249" y="1217"/>
                </a:lnTo>
                <a:lnTo>
                  <a:pt x="248" y="1217"/>
                </a:lnTo>
                <a:lnTo>
                  <a:pt x="247" y="1218"/>
                </a:lnTo>
                <a:lnTo>
                  <a:pt x="247" y="1219"/>
                </a:lnTo>
                <a:lnTo>
                  <a:pt x="247" y="1220"/>
                </a:lnTo>
                <a:lnTo>
                  <a:pt x="246" y="1220"/>
                </a:lnTo>
                <a:lnTo>
                  <a:pt x="245" y="1220"/>
                </a:lnTo>
                <a:lnTo>
                  <a:pt x="244" y="1220"/>
                </a:lnTo>
                <a:lnTo>
                  <a:pt x="243" y="1221"/>
                </a:lnTo>
                <a:lnTo>
                  <a:pt x="242" y="1221"/>
                </a:lnTo>
                <a:lnTo>
                  <a:pt x="240" y="1222"/>
                </a:lnTo>
                <a:lnTo>
                  <a:pt x="239" y="1222"/>
                </a:lnTo>
                <a:lnTo>
                  <a:pt x="239" y="1223"/>
                </a:lnTo>
                <a:lnTo>
                  <a:pt x="238" y="1224"/>
                </a:lnTo>
                <a:lnTo>
                  <a:pt x="237" y="1224"/>
                </a:lnTo>
                <a:lnTo>
                  <a:pt x="236" y="1224"/>
                </a:lnTo>
                <a:lnTo>
                  <a:pt x="235" y="1224"/>
                </a:lnTo>
                <a:lnTo>
                  <a:pt x="235" y="1225"/>
                </a:lnTo>
                <a:lnTo>
                  <a:pt x="235" y="1226"/>
                </a:lnTo>
                <a:lnTo>
                  <a:pt x="236" y="1226"/>
                </a:lnTo>
                <a:lnTo>
                  <a:pt x="236" y="1227"/>
                </a:lnTo>
                <a:lnTo>
                  <a:pt x="237" y="1227"/>
                </a:lnTo>
                <a:lnTo>
                  <a:pt x="237" y="1228"/>
                </a:lnTo>
                <a:lnTo>
                  <a:pt x="238" y="1231"/>
                </a:lnTo>
                <a:lnTo>
                  <a:pt x="238" y="1232"/>
                </a:lnTo>
                <a:lnTo>
                  <a:pt x="237" y="1233"/>
                </a:lnTo>
                <a:lnTo>
                  <a:pt x="236" y="1234"/>
                </a:lnTo>
                <a:lnTo>
                  <a:pt x="235" y="1234"/>
                </a:lnTo>
                <a:lnTo>
                  <a:pt x="233" y="1234"/>
                </a:lnTo>
                <a:lnTo>
                  <a:pt x="233" y="1235"/>
                </a:lnTo>
                <a:lnTo>
                  <a:pt x="232" y="1235"/>
                </a:lnTo>
                <a:lnTo>
                  <a:pt x="231" y="1236"/>
                </a:lnTo>
                <a:lnTo>
                  <a:pt x="231" y="1237"/>
                </a:lnTo>
                <a:lnTo>
                  <a:pt x="230" y="1237"/>
                </a:lnTo>
                <a:lnTo>
                  <a:pt x="230" y="1238"/>
                </a:lnTo>
                <a:lnTo>
                  <a:pt x="229" y="1239"/>
                </a:lnTo>
                <a:lnTo>
                  <a:pt x="229" y="1241"/>
                </a:lnTo>
                <a:lnTo>
                  <a:pt x="229" y="1242"/>
                </a:lnTo>
                <a:lnTo>
                  <a:pt x="228" y="1244"/>
                </a:lnTo>
                <a:lnTo>
                  <a:pt x="228" y="1245"/>
                </a:lnTo>
                <a:lnTo>
                  <a:pt x="226" y="1245"/>
                </a:lnTo>
                <a:lnTo>
                  <a:pt x="225" y="1246"/>
                </a:lnTo>
                <a:lnTo>
                  <a:pt x="224" y="1246"/>
                </a:lnTo>
                <a:lnTo>
                  <a:pt x="224" y="1247"/>
                </a:lnTo>
                <a:lnTo>
                  <a:pt x="224" y="1248"/>
                </a:lnTo>
                <a:lnTo>
                  <a:pt x="224" y="1250"/>
                </a:lnTo>
                <a:lnTo>
                  <a:pt x="224" y="1251"/>
                </a:lnTo>
                <a:lnTo>
                  <a:pt x="224" y="1252"/>
                </a:lnTo>
                <a:lnTo>
                  <a:pt x="223" y="1253"/>
                </a:lnTo>
                <a:lnTo>
                  <a:pt x="221" y="1255"/>
                </a:lnTo>
                <a:lnTo>
                  <a:pt x="220" y="1255"/>
                </a:lnTo>
                <a:lnTo>
                  <a:pt x="219" y="1255"/>
                </a:lnTo>
                <a:lnTo>
                  <a:pt x="219" y="1254"/>
                </a:lnTo>
                <a:lnTo>
                  <a:pt x="218" y="1254"/>
                </a:lnTo>
                <a:lnTo>
                  <a:pt x="218" y="1253"/>
                </a:lnTo>
                <a:lnTo>
                  <a:pt x="217" y="1253"/>
                </a:lnTo>
                <a:lnTo>
                  <a:pt x="216" y="1254"/>
                </a:lnTo>
                <a:lnTo>
                  <a:pt x="214" y="1254"/>
                </a:lnTo>
                <a:lnTo>
                  <a:pt x="214" y="1255"/>
                </a:lnTo>
                <a:lnTo>
                  <a:pt x="213" y="1255"/>
                </a:lnTo>
                <a:lnTo>
                  <a:pt x="211" y="1257"/>
                </a:lnTo>
                <a:lnTo>
                  <a:pt x="211" y="1258"/>
                </a:lnTo>
                <a:lnTo>
                  <a:pt x="210" y="1259"/>
                </a:lnTo>
                <a:lnTo>
                  <a:pt x="209" y="1259"/>
                </a:lnTo>
                <a:lnTo>
                  <a:pt x="207" y="1260"/>
                </a:lnTo>
                <a:lnTo>
                  <a:pt x="206" y="1260"/>
                </a:lnTo>
                <a:lnTo>
                  <a:pt x="204" y="1260"/>
                </a:lnTo>
                <a:lnTo>
                  <a:pt x="203" y="1260"/>
                </a:lnTo>
                <a:lnTo>
                  <a:pt x="203" y="1259"/>
                </a:lnTo>
                <a:lnTo>
                  <a:pt x="202" y="1258"/>
                </a:lnTo>
                <a:lnTo>
                  <a:pt x="200" y="1258"/>
                </a:lnTo>
                <a:lnTo>
                  <a:pt x="199" y="1258"/>
                </a:lnTo>
                <a:lnTo>
                  <a:pt x="199" y="1259"/>
                </a:lnTo>
                <a:lnTo>
                  <a:pt x="198" y="1260"/>
                </a:lnTo>
                <a:lnTo>
                  <a:pt x="197" y="1260"/>
                </a:lnTo>
                <a:lnTo>
                  <a:pt x="196" y="1260"/>
                </a:lnTo>
                <a:lnTo>
                  <a:pt x="195" y="1261"/>
                </a:lnTo>
                <a:lnTo>
                  <a:pt x="194" y="1262"/>
                </a:lnTo>
                <a:lnTo>
                  <a:pt x="194" y="1263"/>
                </a:lnTo>
                <a:lnTo>
                  <a:pt x="193" y="1263"/>
                </a:lnTo>
                <a:lnTo>
                  <a:pt x="192" y="1263"/>
                </a:lnTo>
                <a:lnTo>
                  <a:pt x="191" y="1263"/>
                </a:lnTo>
                <a:lnTo>
                  <a:pt x="189" y="1262"/>
                </a:lnTo>
                <a:lnTo>
                  <a:pt x="188" y="1262"/>
                </a:lnTo>
                <a:lnTo>
                  <a:pt x="187" y="1262"/>
                </a:lnTo>
                <a:lnTo>
                  <a:pt x="186" y="1262"/>
                </a:lnTo>
                <a:lnTo>
                  <a:pt x="185" y="1261"/>
                </a:lnTo>
                <a:lnTo>
                  <a:pt x="185" y="1260"/>
                </a:lnTo>
                <a:lnTo>
                  <a:pt x="184" y="1260"/>
                </a:lnTo>
                <a:lnTo>
                  <a:pt x="183" y="1260"/>
                </a:lnTo>
                <a:lnTo>
                  <a:pt x="182" y="1261"/>
                </a:lnTo>
                <a:lnTo>
                  <a:pt x="181" y="1262"/>
                </a:lnTo>
                <a:lnTo>
                  <a:pt x="180" y="1263"/>
                </a:lnTo>
                <a:lnTo>
                  <a:pt x="178" y="1264"/>
                </a:lnTo>
                <a:lnTo>
                  <a:pt x="176" y="1265"/>
                </a:lnTo>
                <a:lnTo>
                  <a:pt x="176" y="1266"/>
                </a:lnTo>
                <a:lnTo>
                  <a:pt x="175" y="1266"/>
                </a:lnTo>
                <a:lnTo>
                  <a:pt x="174" y="1265"/>
                </a:lnTo>
                <a:lnTo>
                  <a:pt x="173" y="1265"/>
                </a:lnTo>
                <a:lnTo>
                  <a:pt x="172" y="1264"/>
                </a:lnTo>
                <a:lnTo>
                  <a:pt x="171" y="1264"/>
                </a:lnTo>
                <a:lnTo>
                  <a:pt x="171" y="1263"/>
                </a:lnTo>
                <a:lnTo>
                  <a:pt x="170" y="1263"/>
                </a:lnTo>
                <a:lnTo>
                  <a:pt x="169" y="1263"/>
                </a:lnTo>
                <a:lnTo>
                  <a:pt x="169" y="1264"/>
                </a:lnTo>
                <a:lnTo>
                  <a:pt x="168" y="1265"/>
                </a:lnTo>
                <a:lnTo>
                  <a:pt x="168" y="1266"/>
                </a:lnTo>
                <a:lnTo>
                  <a:pt x="168" y="1267"/>
                </a:lnTo>
                <a:lnTo>
                  <a:pt x="168" y="1268"/>
                </a:lnTo>
                <a:lnTo>
                  <a:pt x="167" y="1269"/>
                </a:lnTo>
                <a:lnTo>
                  <a:pt x="167" y="1270"/>
                </a:lnTo>
                <a:lnTo>
                  <a:pt x="166" y="1270"/>
                </a:lnTo>
                <a:lnTo>
                  <a:pt x="165" y="1270"/>
                </a:lnTo>
                <a:lnTo>
                  <a:pt x="164" y="1270"/>
                </a:lnTo>
                <a:lnTo>
                  <a:pt x="164" y="1269"/>
                </a:lnTo>
                <a:lnTo>
                  <a:pt x="163" y="1269"/>
                </a:lnTo>
                <a:lnTo>
                  <a:pt x="163" y="1268"/>
                </a:lnTo>
                <a:lnTo>
                  <a:pt x="162" y="1268"/>
                </a:lnTo>
                <a:lnTo>
                  <a:pt x="161" y="1268"/>
                </a:lnTo>
                <a:lnTo>
                  <a:pt x="160" y="1268"/>
                </a:lnTo>
                <a:lnTo>
                  <a:pt x="159" y="1268"/>
                </a:lnTo>
                <a:lnTo>
                  <a:pt x="158" y="1268"/>
                </a:lnTo>
                <a:lnTo>
                  <a:pt x="157" y="1268"/>
                </a:lnTo>
                <a:lnTo>
                  <a:pt x="156" y="1267"/>
                </a:lnTo>
                <a:lnTo>
                  <a:pt x="156" y="1266"/>
                </a:lnTo>
                <a:lnTo>
                  <a:pt x="155" y="1266"/>
                </a:lnTo>
                <a:lnTo>
                  <a:pt x="155" y="1265"/>
                </a:lnTo>
                <a:lnTo>
                  <a:pt x="154" y="1265"/>
                </a:lnTo>
                <a:lnTo>
                  <a:pt x="153" y="1266"/>
                </a:lnTo>
                <a:lnTo>
                  <a:pt x="152" y="1266"/>
                </a:lnTo>
                <a:lnTo>
                  <a:pt x="152" y="1267"/>
                </a:lnTo>
                <a:lnTo>
                  <a:pt x="150" y="1270"/>
                </a:lnTo>
                <a:lnTo>
                  <a:pt x="150" y="1271"/>
                </a:lnTo>
                <a:lnTo>
                  <a:pt x="150" y="1272"/>
                </a:lnTo>
                <a:lnTo>
                  <a:pt x="150" y="1273"/>
                </a:lnTo>
                <a:lnTo>
                  <a:pt x="149" y="1274"/>
                </a:lnTo>
                <a:lnTo>
                  <a:pt x="149" y="1275"/>
                </a:lnTo>
                <a:lnTo>
                  <a:pt x="149" y="1277"/>
                </a:lnTo>
                <a:lnTo>
                  <a:pt x="148" y="1277"/>
                </a:lnTo>
                <a:lnTo>
                  <a:pt x="148" y="1278"/>
                </a:lnTo>
                <a:lnTo>
                  <a:pt x="147" y="1278"/>
                </a:lnTo>
                <a:lnTo>
                  <a:pt x="146" y="1278"/>
                </a:lnTo>
                <a:lnTo>
                  <a:pt x="145" y="1278"/>
                </a:lnTo>
                <a:lnTo>
                  <a:pt x="145" y="1279"/>
                </a:lnTo>
                <a:lnTo>
                  <a:pt x="144" y="1279"/>
                </a:lnTo>
                <a:lnTo>
                  <a:pt x="142" y="1279"/>
                </a:lnTo>
                <a:lnTo>
                  <a:pt x="141" y="1279"/>
                </a:lnTo>
                <a:lnTo>
                  <a:pt x="140" y="1279"/>
                </a:lnTo>
                <a:lnTo>
                  <a:pt x="139" y="1279"/>
                </a:lnTo>
                <a:lnTo>
                  <a:pt x="139" y="1280"/>
                </a:lnTo>
                <a:lnTo>
                  <a:pt x="138" y="1280"/>
                </a:lnTo>
                <a:lnTo>
                  <a:pt x="137" y="1280"/>
                </a:lnTo>
                <a:lnTo>
                  <a:pt x="136" y="1281"/>
                </a:lnTo>
                <a:lnTo>
                  <a:pt x="134" y="1282"/>
                </a:lnTo>
                <a:lnTo>
                  <a:pt x="133" y="1283"/>
                </a:lnTo>
                <a:lnTo>
                  <a:pt x="131" y="1284"/>
                </a:lnTo>
                <a:lnTo>
                  <a:pt x="129" y="1286"/>
                </a:lnTo>
                <a:lnTo>
                  <a:pt x="129" y="1287"/>
                </a:lnTo>
                <a:lnTo>
                  <a:pt x="128" y="1287"/>
                </a:lnTo>
                <a:lnTo>
                  <a:pt x="127" y="1288"/>
                </a:lnTo>
                <a:lnTo>
                  <a:pt x="126" y="1289"/>
                </a:lnTo>
                <a:lnTo>
                  <a:pt x="125" y="1290"/>
                </a:lnTo>
                <a:lnTo>
                  <a:pt x="125" y="1291"/>
                </a:lnTo>
                <a:lnTo>
                  <a:pt x="124" y="1291"/>
                </a:lnTo>
                <a:lnTo>
                  <a:pt x="123" y="1291"/>
                </a:lnTo>
                <a:lnTo>
                  <a:pt x="123" y="1290"/>
                </a:lnTo>
                <a:lnTo>
                  <a:pt x="123" y="1289"/>
                </a:lnTo>
                <a:lnTo>
                  <a:pt x="122" y="1288"/>
                </a:lnTo>
                <a:lnTo>
                  <a:pt x="121" y="1287"/>
                </a:lnTo>
                <a:lnTo>
                  <a:pt x="120" y="1286"/>
                </a:lnTo>
                <a:lnTo>
                  <a:pt x="119" y="1286"/>
                </a:lnTo>
                <a:lnTo>
                  <a:pt x="118" y="1285"/>
                </a:lnTo>
                <a:lnTo>
                  <a:pt x="117" y="1285"/>
                </a:lnTo>
                <a:lnTo>
                  <a:pt x="116" y="1285"/>
                </a:lnTo>
                <a:lnTo>
                  <a:pt x="116" y="1286"/>
                </a:lnTo>
                <a:lnTo>
                  <a:pt x="115" y="1286"/>
                </a:lnTo>
                <a:lnTo>
                  <a:pt x="115" y="1287"/>
                </a:lnTo>
                <a:lnTo>
                  <a:pt x="116" y="1287"/>
                </a:lnTo>
                <a:lnTo>
                  <a:pt x="116" y="1288"/>
                </a:lnTo>
                <a:lnTo>
                  <a:pt x="115" y="1289"/>
                </a:lnTo>
                <a:lnTo>
                  <a:pt x="115" y="1290"/>
                </a:lnTo>
                <a:lnTo>
                  <a:pt x="114" y="1291"/>
                </a:lnTo>
                <a:lnTo>
                  <a:pt x="114" y="1293"/>
                </a:lnTo>
                <a:lnTo>
                  <a:pt x="114" y="1294"/>
                </a:lnTo>
                <a:lnTo>
                  <a:pt x="114" y="1295"/>
                </a:lnTo>
                <a:lnTo>
                  <a:pt x="114" y="1296"/>
                </a:lnTo>
                <a:lnTo>
                  <a:pt x="113" y="1299"/>
                </a:lnTo>
                <a:lnTo>
                  <a:pt x="113" y="1300"/>
                </a:lnTo>
                <a:lnTo>
                  <a:pt x="112" y="1302"/>
                </a:lnTo>
                <a:lnTo>
                  <a:pt x="110" y="1304"/>
                </a:lnTo>
                <a:lnTo>
                  <a:pt x="108" y="1305"/>
                </a:lnTo>
                <a:lnTo>
                  <a:pt x="106" y="1305"/>
                </a:lnTo>
                <a:lnTo>
                  <a:pt x="105" y="1305"/>
                </a:lnTo>
                <a:lnTo>
                  <a:pt x="104" y="1306"/>
                </a:lnTo>
                <a:lnTo>
                  <a:pt x="104" y="1308"/>
                </a:lnTo>
                <a:lnTo>
                  <a:pt x="103" y="1309"/>
                </a:lnTo>
                <a:lnTo>
                  <a:pt x="102" y="1310"/>
                </a:lnTo>
                <a:lnTo>
                  <a:pt x="101" y="1310"/>
                </a:lnTo>
                <a:lnTo>
                  <a:pt x="100" y="1310"/>
                </a:lnTo>
                <a:lnTo>
                  <a:pt x="99" y="1309"/>
                </a:lnTo>
                <a:lnTo>
                  <a:pt x="98" y="1307"/>
                </a:lnTo>
                <a:lnTo>
                  <a:pt x="98" y="1306"/>
                </a:lnTo>
                <a:lnTo>
                  <a:pt x="97" y="1304"/>
                </a:lnTo>
                <a:lnTo>
                  <a:pt x="96" y="1304"/>
                </a:lnTo>
                <a:lnTo>
                  <a:pt x="95" y="1303"/>
                </a:lnTo>
                <a:lnTo>
                  <a:pt x="94" y="1303"/>
                </a:lnTo>
                <a:lnTo>
                  <a:pt x="89" y="1303"/>
                </a:lnTo>
                <a:lnTo>
                  <a:pt x="88" y="1303"/>
                </a:lnTo>
                <a:lnTo>
                  <a:pt x="88" y="1304"/>
                </a:lnTo>
                <a:lnTo>
                  <a:pt x="87" y="1305"/>
                </a:lnTo>
                <a:lnTo>
                  <a:pt x="87" y="1306"/>
                </a:lnTo>
                <a:lnTo>
                  <a:pt x="86" y="1307"/>
                </a:lnTo>
                <a:lnTo>
                  <a:pt x="85" y="1307"/>
                </a:lnTo>
                <a:lnTo>
                  <a:pt x="85" y="1308"/>
                </a:lnTo>
                <a:lnTo>
                  <a:pt x="84" y="1308"/>
                </a:lnTo>
                <a:lnTo>
                  <a:pt x="84" y="1309"/>
                </a:lnTo>
                <a:lnTo>
                  <a:pt x="83" y="1309"/>
                </a:lnTo>
                <a:lnTo>
                  <a:pt x="83" y="1310"/>
                </a:lnTo>
                <a:lnTo>
                  <a:pt x="83" y="1311"/>
                </a:lnTo>
                <a:lnTo>
                  <a:pt x="83" y="1312"/>
                </a:lnTo>
                <a:lnTo>
                  <a:pt x="83" y="1313"/>
                </a:lnTo>
                <a:lnTo>
                  <a:pt x="82" y="1313"/>
                </a:lnTo>
                <a:lnTo>
                  <a:pt x="82" y="1314"/>
                </a:lnTo>
                <a:lnTo>
                  <a:pt x="81" y="1314"/>
                </a:lnTo>
                <a:lnTo>
                  <a:pt x="81" y="1313"/>
                </a:lnTo>
                <a:lnTo>
                  <a:pt x="80" y="1313"/>
                </a:lnTo>
                <a:lnTo>
                  <a:pt x="80" y="1312"/>
                </a:lnTo>
                <a:lnTo>
                  <a:pt x="79" y="1312"/>
                </a:lnTo>
                <a:lnTo>
                  <a:pt x="79" y="1313"/>
                </a:lnTo>
                <a:lnTo>
                  <a:pt x="78" y="1313"/>
                </a:lnTo>
                <a:lnTo>
                  <a:pt x="78" y="1314"/>
                </a:lnTo>
                <a:lnTo>
                  <a:pt x="78" y="1315"/>
                </a:lnTo>
                <a:lnTo>
                  <a:pt x="78" y="1316"/>
                </a:lnTo>
                <a:lnTo>
                  <a:pt x="77" y="1316"/>
                </a:lnTo>
                <a:lnTo>
                  <a:pt x="77" y="1317"/>
                </a:lnTo>
                <a:lnTo>
                  <a:pt x="76" y="1317"/>
                </a:lnTo>
                <a:lnTo>
                  <a:pt x="75" y="1317"/>
                </a:lnTo>
                <a:lnTo>
                  <a:pt x="74" y="1317"/>
                </a:lnTo>
                <a:lnTo>
                  <a:pt x="73" y="1317"/>
                </a:lnTo>
                <a:lnTo>
                  <a:pt x="73" y="1316"/>
                </a:lnTo>
                <a:lnTo>
                  <a:pt x="72" y="1316"/>
                </a:lnTo>
                <a:lnTo>
                  <a:pt x="71" y="1315"/>
                </a:lnTo>
                <a:lnTo>
                  <a:pt x="70" y="1315"/>
                </a:lnTo>
                <a:lnTo>
                  <a:pt x="69" y="1315"/>
                </a:lnTo>
                <a:lnTo>
                  <a:pt x="69" y="1314"/>
                </a:lnTo>
                <a:lnTo>
                  <a:pt x="68" y="1314"/>
                </a:lnTo>
                <a:lnTo>
                  <a:pt x="67" y="1314"/>
                </a:lnTo>
                <a:lnTo>
                  <a:pt x="67" y="1313"/>
                </a:lnTo>
                <a:lnTo>
                  <a:pt x="66" y="1313"/>
                </a:lnTo>
                <a:lnTo>
                  <a:pt x="65" y="1313"/>
                </a:lnTo>
                <a:lnTo>
                  <a:pt x="65" y="1314"/>
                </a:lnTo>
                <a:lnTo>
                  <a:pt x="64" y="1314"/>
                </a:lnTo>
                <a:lnTo>
                  <a:pt x="64" y="1315"/>
                </a:lnTo>
                <a:lnTo>
                  <a:pt x="63" y="1315"/>
                </a:lnTo>
                <a:lnTo>
                  <a:pt x="63" y="1316"/>
                </a:lnTo>
                <a:lnTo>
                  <a:pt x="62" y="1316"/>
                </a:lnTo>
                <a:lnTo>
                  <a:pt x="62" y="1317"/>
                </a:lnTo>
                <a:lnTo>
                  <a:pt x="61" y="1317"/>
                </a:lnTo>
                <a:lnTo>
                  <a:pt x="60" y="1317"/>
                </a:lnTo>
                <a:lnTo>
                  <a:pt x="60" y="1318"/>
                </a:lnTo>
                <a:lnTo>
                  <a:pt x="59" y="1318"/>
                </a:lnTo>
                <a:lnTo>
                  <a:pt x="58" y="1318"/>
                </a:lnTo>
                <a:lnTo>
                  <a:pt x="57" y="1318"/>
                </a:lnTo>
                <a:lnTo>
                  <a:pt x="57" y="1319"/>
                </a:lnTo>
                <a:lnTo>
                  <a:pt x="56" y="1319"/>
                </a:lnTo>
                <a:lnTo>
                  <a:pt x="55" y="1319"/>
                </a:lnTo>
                <a:lnTo>
                  <a:pt x="55" y="1320"/>
                </a:lnTo>
                <a:lnTo>
                  <a:pt x="53" y="1320"/>
                </a:lnTo>
                <a:lnTo>
                  <a:pt x="53" y="1319"/>
                </a:lnTo>
                <a:lnTo>
                  <a:pt x="52" y="1319"/>
                </a:lnTo>
                <a:lnTo>
                  <a:pt x="52" y="1318"/>
                </a:lnTo>
                <a:lnTo>
                  <a:pt x="51" y="1318"/>
                </a:lnTo>
                <a:lnTo>
                  <a:pt x="50" y="1318"/>
                </a:lnTo>
                <a:lnTo>
                  <a:pt x="50" y="1317"/>
                </a:lnTo>
                <a:lnTo>
                  <a:pt x="49" y="1317"/>
                </a:lnTo>
                <a:lnTo>
                  <a:pt x="49" y="1316"/>
                </a:lnTo>
                <a:lnTo>
                  <a:pt x="48" y="1316"/>
                </a:lnTo>
                <a:lnTo>
                  <a:pt x="47" y="1316"/>
                </a:lnTo>
                <a:lnTo>
                  <a:pt x="47" y="1315"/>
                </a:lnTo>
                <a:lnTo>
                  <a:pt x="46" y="1315"/>
                </a:lnTo>
                <a:lnTo>
                  <a:pt x="46" y="1314"/>
                </a:lnTo>
                <a:lnTo>
                  <a:pt x="45" y="1314"/>
                </a:lnTo>
                <a:lnTo>
                  <a:pt x="44" y="1314"/>
                </a:lnTo>
                <a:lnTo>
                  <a:pt x="44" y="1313"/>
                </a:lnTo>
                <a:lnTo>
                  <a:pt x="43" y="1313"/>
                </a:lnTo>
                <a:lnTo>
                  <a:pt x="42" y="1313"/>
                </a:lnTo>
                <a:lnTo>
                  <a:pt x="41" y="1313"/>
                </a:lnTo>
                <a:lnTo>
                  <a:pt x="41" y="1314"/>
                </a:lnTo>
                <a:lnTo>
                  <a:pt x="40" y="1315"/>
                </a:lnTo>
                <a:lnTo>
                  <a:pt x="40" y="1316"/>
                </a:lnTo>
                <a:lnTo>
                  <a:pt x="39" y="1316"/>
                </a:lnTo>
                <a:lnTo>
                  <a:pt x="38" y="1317"/>
                </a:lnTo>
                <a:lnTo>
                  <a:pt x="37" y="1318"/>
                </a:lnTo>
                <a:lnTo>
                  <a:pt x="36" y="1318"/>
                </a:lnTo>
                <a:lnTo>
                  <a:pt x="36" y="1319"/>
                </a:lnTo>
                <a:lnTo>
                  <a:pt x="35" y="1319"/>
                </a:lnTo>
                <a:lnTo>
                  <a:pt x="32" y="1319"/>
                </a:lnTo>
                <a:lnTo>
                  <a:pt x="31" y="1319"/>
                </a:lnTo>
                <a:lnTo>
                  <a:pt x="30" y="1318"/>
                </a:lnTo>
                <a:lnTo>
                  <a:pt x="29" y="1318"/>
                </a:lnTo>
                <a:lnTo>
                  <a:pt x="29" y="1317"/>
                </a:lnTo>
                <a:lnTo>
                  <a:pt x="28" y="1317"/>
                </a:lnTo>
                <a:lnTo>
                  <a:pt x="28" y="1318"/>
                </a:lnTo>
                <a:lnTo>
                  <a:pt x="27" y="1318"/>
                </a:lnTo>
                <a:lnTo>
                  <a:pt x="26" y="1317"/>
                </a:lnTo>
                <a:lnTo>
                  <a:pt x="25" y="1317"/>
                </a:lnTo>
                <a:lnTo>
                  <a:pt x="24" y="1316"/>
                </a:lnTo>
                <a:lnTo>
                  <a:pt x="23" y="1316"/>
                </a:lnTo>
                <a:lnTo>
                  <a:pt x="21" y="1316"/>
                </a:lnTo>
                <a:lnTo>
                  <a:pt x="16" y="1316"/>
                </a:lnTo>
                <a:lnTo>
                  <a:pt x="16" y="1317"/>
                </a:lnTo>
                <a:lnTo>
                  <a:pt x="15" y="1317"/>
                </a:lnTo>
                <a:lnTo>
                  <a:pt x="15" y="1316"/>
                </a:lnTo>
                <a:lnTo>
                  <a:pt x="14" y="1316"/>
                </a:lnTo>
                <a:lnTo>
                  <a:pt x="13" y="1316"/>
                </a:lnTo>
                <a:lnTo>
                  <a:pt x="12" y="1315"/>
                </a:lnTo>
                <a:lnTo>
                  <a:pt x="11" y="1315"/>
                </a:lnTo>
                <a:lnTo>
                  <a:pt x="10" y="1314"/>
                </a:lnTo>
                <a:lnTo>
                  <a:pt x="9" y="1314"/>
                </a:lnTo>
                <a:lnTo>
                  <a:pt x="9" y="1313"/>
                </a:lnTo>
                <a:lnTo>
                  <a:pt x="8" y="1313"/>
                </a:lnTo>
                <a:lnTo>
                  <a:pt x="7" y="1313"/>
                </a:lnTo>
                <a:lnTo>
                  <a:pt x="7" y="1312"/>
                </a:lnTo>
                <a:lnTo>
                  <a:pt x="6" y="1311"/>
                </a:lnTo>
                <a:lnTo>
                  <a:pt x="5" y="1310"/>
                </a:lnTo>
                <a:lnTo>
                  <a:pt x="4" y="1309"/>
                </a:lnTo>
                <a:lnTo>
                  <a:pt x="4" y="1308"/>
                </a:lnTo>
                <a:lnTo>
                  <a:pt x="4" y="1307"/>
                </a:lnTo>
                <a:lnTo>
                  <a:pt x="4" y="1306"/>
                </a:lnTo>
                <a:lnTo>
                  <a:pt x="4" y="1305"/>
                </a:lnTo>
                <a:lnTo>
                  <a:pt x="4" y="1303"/>
                </a:lnTo>
                <a:lnTo>
                  <a:pt x="4" y="1302"/>
                </a:lnTo>
                <a:lnTo>
                  <a:pt x="4" y="1301"/>
                </a:lnTo>
                <a:lnTo>
                  <a:pt x="4" y="1300"/>
                </a:lnTo>
                <a:lnTo>
                  <a:pt x="5" y="1299"/>
                </a:lnTo>
                <a:lnTo>
                  <a:pt x="5" y="1298"/>
                </a:lnTo>
                <a:lnTo>
                  <a:pt x="5" y="1297"/>
                </a:lnTo>
                <a:lnTo>
                  <a:pt x="5" y="1296"/>
                </a:lnTo>
                <a:lnTo>
                  <a:pt x="5" y="1295"/>
                </a:lnTo>
                <a:lnTo>
                  <a:pt x="5" y="1294"/>
                </a:lnTo>
                <a:lnTo>
                  <a:pt x="5" y="1293"/>
                </a:lnTo>
                <a:lnTo>
                  <a:pt x="6" y="1293"/>
                </a:lnTo>
                <a:lnTo>
                  <a:pt x="6" y="1292"/>
                </a:lnTo>
                <a:lnTo>
                  <a:pt x="6" y="1291"/>
                </a:lnTo>
                <a:lnTo>
                  <a:pt x="6" y="1290"/>
                </a:lnTo>
                <a:lnTo>
                  <a:pt x="6" y="1287"/>
                </a:lnTo>
                <a:lnTo>
                  <a:pt x="6" y="1285"/>
                </a:lnTo>
                <a:lnTo>
                  <a:pt x="6" y="1284"/>
                </a:lnTo>
                <a:lnTo>
                  <a:pt x="6" y="1283"/>
                </a:lnTo>
                <a:lnTo>
                  <a:pt x="6" y="1282"/>
                </a:lnTo>
                <a:lnTo>
                  <a:pt x="5" y="1282"/>
                </a:lnTo>
                <a:lnTo>
                  <a:pt x="5" y="1281"/>
                </a:lnTo>
                <a:lnTo>
                  <a:pt x="5" y="1280"/>
                </a:lnTo>
                <a:lnTo>
                  <a:pt x="5" y="1279"/>
                </a:lnTo>
                <a:lnTo>
                  <a:pt x="5" y="1278"/>
                </a:lnTo>
                <a:lnTo>
                  <a:pt x="4" y="1278"/>
                </a:lnTo>
                <a:lnTo>
                  <a:pt x="4" y="1277"/>
                </a:lnTo>
                <a:lnTo>
                  <a:pt x="4" y="1276"/>
                </a:lnTo>
                <a:lnTo>
                  <a:pt x="4" y="1275"/>
                </a:lnTo>
                <a:lnTo>
                  <a:pt x="4" y="1274"/>
                </a:lnTo>
                <a:lnTo>
                  <a:pt x="4" y="1273"/>
                </a:lnTo>
                <a:lnTo>
                  <a:pt x="4" y="1272"/>
                </a:lnTo>
                <a:lnTo>
                  <a:pt x="3" y="1272"/>
                </a:lnTo>
                <a:lnTo>
                  <a:pt x="3" y="1271"/>
                </a:lnTo>
                <a:lnTo>
                  <a:pt x="3" y="1270"/>
                </a:lnTo>
                <a:lnTo>
                  <a:pt x="3" y="1269"/>
                </a:lnTo>
                <a:lnTo>
                  <a:pt x="3" y="1268"/>
                </a:lnTo>
                <a:lnTo>
                  <a:pt x="3" y="1267"/>
                </a:lnTo>
                <a:lnTo>
                  <a:pt x="2" y="1267"/>
                </a:lnTo>
                <a:lnTo>
                  <a:pt x="2" y="1266"/>
                </a:lnTo>
                <a:lnTo>
                  <a:pt x="2" y="1265"/>
                </a:lnTo>
                <a:lnTo>
                  <a:pt x="2" y="1264"/>
                </a:lnTo>
                <a:lnTo>
                  <a:pt x="2" y="1263"/>
                </a:lnTo>
                <a:lnTo>
                  <a:pt x="2" y="1262"/>
                </a:lnTo>
                <a:lnTo>
                  <a:pt x="2" y="1261"/>
                </a:lnTo>
                <a:lnTo>
                  <a:pt x="1" y="1261"/>
                </a:lnTo>
                <a:lnTo>
                  <a:pt x="1" y="1260"/>
                </a:lnTo>
                <a:lnTo>
                  <a:pt x="1" y="1259"/>
                </a:lnTo>
                <a:lnTo>
                  <a:pt x="1" y="1258"/>
                </a:lnTo>
                <a:lnTo>
                  <a:pt x="1" y="1257"/>
                </a:lnTo>
                <a:lnTo>
                  <a:pt x="0" y="1257"/>
                </a:lnTo>
                <a:lnTo>
                  <a:pt x="0" y="1254"/>
                </a:lnTo>
                <a:lnTo>
                  <a:pt x="0" y="1251"/>
                </a:lnTo>
                <a:lnTo>
                  <a:pt x="1" y="1250"/>
                </a:lnTo>
                <a:lnTo>
                  <a:pt x="1" y="1249"/>
                </a:lnTo>
                <a:lnTo>
                  <a:pt x="1" y="1248"/>
                </a:lnTo>
                <a:lnTo>
                  <a:pt x="2" y="1248"/>
                </a:lnTo>
                <a:lnTo>
                  <a:pt x="2" y="1247"/>
                </a:lnTo>
                <a:lnTo>
                  <a:pt x="3" y="1247"/>
                </a:lnTo>
                <a:lnTo>
                  <a:pt x="3" y="1246"/>
                </a:lnTo>
                <a:lnTo>
                  <a:pt x="4" y="1245"/>
                </a:lnTo>
                <a:lnTo>
                  <a:pt x="5" y="1245"/>
                </a:lnTo>
                <a:lnTo>
                  <a:pt x="6" y="1244"/>
                </a:lnTo>
                <a:lnTo>
                  <a:pt x="6" y="1242"/>
                </a:lnTo>
                <a:lnTo>
                  <a:pt x="6" y="1241"/>
                </a:lnTo>
                <a:lnTo>
                  <a:pt x="6" y="1240"/>
                </a:lnTo>
                <a:lnTo>
                  <a:pt x="7" y="1239"/>
                </a:lnTo>
                <a:lnTo>
                  <a:pt x="8" y="1238"/>
                </a:lnTo>
                <a:lnTo>
                  <a:pt x="10" y="1238"/>
                </a:lnTo>
                <a:lnTo>
                  <a:pt x="10" y="1237"/>
                </a:lnTo>
                <a:lnTo>
                  <a:pt x="11" y="1237"/>
                </a:lnTo>
                <a:lnTo>
                  <a:pt x="11" y="1236"/>
                </a:lnTo>
                <a:lnTo>
                  <a:pt x="11" y="1235"/>
                </a:lnTo>
                <a:lnTo>
                  <a:pt x="11" y="1233"/>
                </a:lnTo>
                <a:lnTo>
                  <a:pt x="11" y="1232"/>
                </a:lnTo>
                <a:lnTo>
                  <a:pt x="10" y="1231"/>
                </a:lnTo>
                <a:lnTo>
                  <a:pt x="11" y="1231"/>
                </a:lnTo>
                <a:lnTo>
                  <a:pt x="11" y="1230"/>
                </a:lnTo>
                <a:lnTo>
                  <a:pt x="12" y="1230"/>
                </a:lnTo>
                <a:lnTo>
                  <a:pt x="13" y="1230"/>
                </a:lnTo>
                <a:lnTo>
                  <a:pt x="13" y="1229"/>
                </a:lnTo>
                <a:lnTo>
                  <a:pt x="14" y="1229"/>
                </a:lnTo>
                <a:lnTo>
                  <a:pt x="15" y="1227"/>
                </a:lnTo>
                <a:lnTo>
                  <a:pt x="15" y="1226"/>
                </a:lnTo>
                <a:lnTo>
                  <a:pt x="16" y="1225"/>
                </a:lnTo>
                <a:lnTo>
                  <a:pt x="16" y="1224"/>
                </a:lnTo>
                <a:lnTo>
                  <a:pt x="16" y="1222"/>
                </a:lnTo>
                <a:lnTo>
                  <a:pt x="16" y="1221"/>
                </a:lnTo>
                <a:lnTo>
                  <a:pt x="15" y="1221"/>
                </a:lnTo>
                <a:lnTo>
                  <a:pt x="14" y="1220"/>
                </a:lnTo>
                <a:lnTo>
                  <a:pt x="14" y="1219"/>
                </a:lnTo>
                <a:lnTo>
                  <a:pt x="14" y="1218"/>
                </a:lnTo>
                <a:lnTo>
                  <a:pt x="14" y="1217"/>
                </a:lnTo>
                <a:lnTo>
                  <a:pt x="15" y="1217"/>
                </a:lnTo>
                <a:lnTo>
                  <a:pt x="16" y="1216"/>
                </a:lnTo>
                <a:lnTo>
                  <a:pt x="17" y="1216"/>
                </a:lnTo>
                <a:lnTo>
                  <a:pt x="18" y="1216"/>
                </a:lnTo>
                <a:lnTo>
                  <a:pt x="18" y="1215"/>
                </a:lnTo>
                <a:lnTo>
                  <a:pt x="18" y="1214"/>
                </a:lnTo>
                <a:lnTo>
                  <a:pt x="19" y="1212"/>
                </a:lnTo>
                <a:lnTo>
                  <a:pt x="19" y="1211"/>
                </a:lnTo>
                <a:lnTo>
                  <a:pt x="20" y="1210"/>
                </a:lnTo>
                <a:lnTo>
                  <a:pt x="20" y="1209"/>
                </a:lnTo>
                <a:lnTo>
                  <a:pt x="21" y="1207"/>
                </a:lnTo>
                <a:lnTo>
                  <a:pt x="21" y="1206"/>
                </a:lnTo>
                <a:lnTo>
                  <a:pt x="21" y="1205"/>
                </a:lnTo>
                <a:lnTo>
                  <a:pt x="20" y="1205"/>
                </a:lnTo>
                <a:lnTo>
                  <a:pt x="20" y="1204"/>
                </a:lnTo>
                <a:lnTo>
                  <a:pt x="19" y="1204"/>
                </a:lnTo>
                <a:lnTo>
                  <a:pt x="19" y="1203"/>
                </a:lnTo>
                <a:lnTo>
                  <a:pt x="19" y="1201"/>
                </a:lnTo>
                <a:lnTo>
                  <a:pt x="18" y="1199"/>
                </a:lnTo>
                <a:lnTo>
                  <a:pt x="18" y="1198"/>
                </a:lnTo>
                <a:lnTo>
                  <a:pt x="18" y="1197"/>
                </a:lnTo>
                <a:lnTo>
                  <a:pt x="18" y="1195"/>
                </a:lnTo>
                <a:lnTo>
                  <a:pt x="18" y="1194"/>
                </a:lnTo>
                <a:lnTo>
                  <a:pt x="18" y="1193"/>
                </a:lnTo>
                <a:lnTo>
                  <a:pt x="19" y="1191"/>
                </a:lnTo>
                <a:lnTo>
                  <a:pt x="19" y="1190"/>
                </a:lnTo>
                <a:lnTo>
                  <a:pt x="19" y="1189"/>
                </a:lnTo>
                <a:lnTo>
                  <a:pt x="19" y="1186"/>
                </a:lnTo>
                <a:lnTo>
                  <a:pt x="19" y="1185"/>
                </a:lnTo>
                <a:lnTo>
                  <a:pt x="19" y="1184"/>
                </a:lnTo>
                <a:lnTo>
                  <a:pt x="19" y="1182"/>
                </a:lnTo>
                <a:lnTo>
                  <a:pt x="19" y="1181"/>
                </a:lnTo>
                <a:lnTo>
                  <a:pt x="20" y="1180"/>
                </a:lnTo>
                <a:lnTo>
                  <a:pt x="20" y="1179"/>
                </a:lnTo>
                <a:lnTo>
                  <a:pt x="20" y="1178"/>
                </a:lnTo>
                <a:lnTo>
                  <a:pt x="21" y="1178"/>
                </a:lnTo>
                <a:lnTo>
                  <a:pt x="21" y="1177"/>
                </a:lnTo>
                <a:lnTo>
                  <a:pt x="21" y="1176"/>
                </a:lnTo>
                <a:lnTo>
                  <a:pt x="22" y="1176"/>
                </a:lnTo>
                <a:lnTo>
                  <a:pt x="23" y="1176"/>
                </a:lnTo>
                <a:lnTo>
                  <a:pt x="24" y="1175"/>
                </a:lnTo>
                <a:lnTo>
                  <a:pt x="24" y="1174"/>
                </a:lnTo>
                <a:lnTo>
                  <a:pt x="25" y="1174"/>
                </a:lnTo>
                <a:lnTo>
                  <a:pt x="25" y="1172"/>
                </a:lnTo>
                <a:lnTo>
                  <a:pt x="24" y="1172"/>
                </a:lnTo>
                <a:lnTo>
                  <a:pt x="25" y="1172"/>
                </a:lnTo>
                <a:lnTo>
                  <a:pt x="25" y="1171"/>
                </a:lnTo>
                <a:lnTo>
                  <a:pt x="25" y="1170"/>
                </a:lnTo>
                <a:lnTo>
                  <a:pt x="25" y="1169"/>
                </a:lnTo>
                <a:lnTo>
                  <a:pt x="25" y="1168"/>
                </a:lnTo>
                <a:lnTo>
                  <a:pt x="26" y="1167"/>
                </a:lnTo>
                <a:lnTo>
                  <a:pt x="26" y="1166"/>
                </a:lnTo>
                <a:lnTo>
                  <a:pt x="26" y="1165"/>
                </a:lnTo>
                <a:lnTo>
                  <a:pt x="26" y="1164"/>
                </a:lnTo>
                <a:lnTo>
                  <a:pt x="26" y="1163"/>
                </a:lnTo>
                <a:lnTo>
                  <a:pt x="26" y="1162"/>
                </a:lnTo>
                <a:lnTo>
                  <a:pt x="27" y="1161"/>
                </a:lnTo>
                <a:lnTo>
                  <a:pt x="27" y="1160"/>
                </a:lnTo>
                <a:lnTo>
                  <a:pt x="28" y="1159"/>
                </a:lnTo>
                <a:lnTo>
                  <a:pt x="29" y="1158"/>
                </a:lnTo>
                <a:lnTo>
                  <a:pt x="29" y="1157"/>
                </a:lnTo>
                <a:lnTo>
                  <a:pt x="29" y="1156"/>
                </a:lnTo>
                <a:lnTo>
                  <a:pt x="29" y="1154"/>
                </a:lnTo>
                <a:lnTo>
                  <a:pt x="30" y="1152"/>
                </a:lnTo>
                <a:lnTo>
                  <a:pt x="31" y="1152"/>
                </a:lnTo>
                <a:lnTo>
                  <a:pt x="32" y="1151"/>
                </a:lnTo>
                <a:lnTo>
                  <a:pt x="33" y="1150"/>
                </a:lnTo>
                <a:lnTo>
                  <a:pt x="34" y="1150"/>
                </a:lnTo>
                <a:lnTo>
                  <a:pt x="34" y="1148"/>
                </a:lnTo>
                <a:lnTo>
                  <a:pt x="34" y="1146"/>
                </a:lnTo>
                <a:lnTo>
                  <a:pt x="35" y="1143"/>
                </a:lnTo>
                <a:lnTo>
                  <a:pt x="36" y="1143"/>
                </a:lnTo>
                <a:lnTo>
                  <a:pt x="37" y="1143"/>
                </a:lnTo>
                <a:lnTo>
                  <a:pt x="38" y="1143"/>
                </a:lnTo>
                <a:lnTo>
                  <a:pt x="38" y="1142"/>
                </a:lnTo>
                <a:lnTo>
                  <a:pt x="39" y="1142"/>
                </a:lnTo>
                <a:lnTo>
                  <a:pt x="42" y="1138"/>
                </a:lnTo>
                <a:lnTo>
                  <a:pt x="43" y="1137"/>
                </a:lnTo>
                <a:lnTo>
                  <a:pt x="43" y="1136"/>
                </a:lnTo>
                <a:lnTo>
                  <a:pt x="44" y="1135"/>
                </a:lnTo>
                <a:lnTo>
                  <a:pt x="44" y="1134"/>
                </a:lnTo>
                <a:lnTo>
                  <a:pt x="45" y="1132"/>
                </a:lnTo>
                <a:lnTo>
                  <a:pt x="45" y="1131"/>
                </a:lnTo>
                <a:lnTo>
                  <a:pt x="45" y="1130"/>
                </a:lnTo>
                <a:lnTo>
                  <a:pt x="45" y="1129"/>
                </a:lnTo>
                <a:lnTo>
                  <a:pt x="46" y="1127"/>
                </a:lnTo>
                <a:lnTo>
                  <a:pt x="47" y="1125"/>
                </a:lnTo>
                <a:lnTo>
                  <a:pt x="47" y="1124"/>
                </a:lnTo>
                <a:lnTo>
                  <a:pt x="47" y="1123"/>
                </a:lnTo>
                <a:lnTo>
                  <a:pt x="48" y="1122"/>
                </a:lnTo>
                <a:lnTo>
                  <a:pt x="48" y="1120"/>
                </a:lnTo>
                <a:lnTo>
                  <a:pt x="49" y="1118"/>
                </a:lnTo>
                <a:lnTo>
                  <a:pt x="49" y="1117"/>
                </a:lnTo>
                <a:lnTo>
                  <a:pt x="50" y="1116"/>
                </a:lnTo>
                <a:lnTo>
                  <a:pt x="51" y="1115"/>
                </a:lnTo>
                <a:lnTo>
                  <a:pt x="53" y="1114"/>
                </a:lnTo>
                <a:lnTo>
                  <a:pt x="54" y="1113"/>
                </a:lnTo>
                <a:lnTo>
                  <a:pt x="55" y="1110"/>
                </a:lnTo>
                <a:lnTo>
                  <a:pt x="54" y="1108"/>
                </a:lnTo>
                <a:lnTo>
                  <a:pt x="54" y="1107"/>
                </a:lnTo>
                <a:lnTo>
                  <a:pt x="54" y="1106"/>
                </a:lnTo>
                <a:lnTo>
                  <a:pt x="54" y="1105"/>
                </a:lnTo>
                <a:lnTo>
                  <a:pt x="54" y="1104"/>
                </a:lnTo>
                <a:lnTo>
                  <a:pt x="54" y="1102"/>
                </a:lnTo>
                <a:lnTo>
                  <a:pt x="54" y="1100"/>
                </a:lnTo>
                <a:lnTo>
                  <a:pt x="54" y="1099"/>
                </a:lnTo>
                <a:lnTo>
                  <a:pt x="54" y="1098"/>
                </a:lnTo>
                <a:lnTo>
                  <a:pt x="54" y="1097"/>
                </a:lnTo>
                <a:lnTo>
                  <a:pt x="54" y="1096"/>
                </a:lnTo>
                <a:lnTo>
                  <a:pt x="53" y="1096"/>
                </a:lnTo>
                <a:lnTo>
                  <a:pt x="52" y="1095"/>
                </a:lnTo>
                <a:lnTo>
                  <a:pt x="51" y="1095"/>
                </a:lnTo>
                <a:lnTo>
                  <a:pt x="51" y="1094"/>
                </a:lnTo>
                <a:lnTo>
                  <a:pt x="50" y="1094"/>
                </a:lnTo>
                <a:lnTo>
                  <a:pt x="50" y="1090"/>
                </a:lnTo>
                <a:lnTo>
                  <a:pt x="50" y="1089"/>
                </a:lnTo>
                <a:lnTo>
                  <a:pt x="49" y="1089"/>
                </a:lnTo>
                <a:lnTo>
                  <a:pt x="48" y="1088"/>
                </a:lnTo>
                <a:lnTo>
                  <a:pt x="48" y="1087"/>
                </a:lnTo>
                <a:lnTo>
                  <a:pt x="48" y="1086"/>
                </a:lnTo>
                <a:lnTo>
                  <a:pt x="47" y="1086"/>
                </a:lnTo>
                <a:lnTo>
                  <a:pt x="47" y="1085"/>
                </a:lnTo>
                <a:lnTo>
                  <a:pt x="48" y="1084"/>
                </a:lnTo>
                <a:lnTo>
                  <a:pt x="48" y="1082"/>
                </a:lnTo>
                <a:lnTo>
                  <a:pt x="47" y="1082"/>
                </a:lnTo>
                <a:lnTo>
                  <a:pt x="47" y="1081"/>
                </a:lnTo>
                <a:lnTo>
                  <a:pt x="47" y="1080"/>
                </a:lnTo>
                <a:lnTo>
                  <a:pt x="47" y="1079"/>
                </a:lnTo>
                <a:lnTo>
                  <a:pt x="47" y="1078"/>
                </a:lnTo>
                <a:lnTo>
                  <a:pt x="47" y="1077"/>
                </a:lnTo>
                <a:lnTo>
                  <a:pt x="47" y="1076"/>
                </a:lnTo>
                <a:lnTo>
                  <a:pt x="46" y="1076"/>
                </a:lnTo>
                <a:lnTo>
                  <a:pt x="46" y="1075"/>
                </a:lnTo>
                <a:lnTo>
                  <a:pt x="47" y="1075"/>
                </a:lnTo>
                <a:lnTo>
                  <a:pt x="47" y="1073"/>
                </a:lnTo>
                <a:lnTo>
                  <a:pt x="46" y="1073"/>
                </a:lnTo>
                <a:lnTo>
                  <a:pt x="46" y="1072"/>
                </a:lnTo>
                <a:lnTo>
                  <a:pt x="46" y="1071"/>
                </a:lnTo>
                <a:lnTo>
                  <a:pt x="45" y="1071"/>
                </a:lnTo>
                <a:lnTo>
                  <a:pt x="45" y="1070"/>
                </a:lnTo>
                <a:lnTo>
                  <a:pt x="44" y="1070"/>
                </a:lnTo>
                <a:lnTo>
                  <a:pt x="44" y="1069"/>
                </a:lnTo>
                <a:lnTo>
                  <a:pt x="44" y="1068"/>
                </a:lnTo>
                <a:lnTo>
                  <a:pt x="45" y="1068"/>
                </a:lnTo>
                <a:lnTo>
                  <a:pt x="45" y="1067"/>
                </a:lnTo>
                <a:lnTo>
                  <a:pt x="45" y="1066"/>
                </a:lnTo>
                <a:lnTo>
                  <a:pt x="45" y="1065"/>
                </a:lnTo>
                <a:lnTo>
                  <a:pt x="44" y="1062"/>
                </a:lnTo>
                <a:lnTo>
                  <a:pt x="43" y="1060"/>
                </a:lnTo>
                <a:lnTo>
                  <a:pt x="42" y="1060"/>
                </a:lnTo>
                <a:lnTo>
                  <a:pt x="42" y="1059"/>
                </a:lnTo>
                <a:lnTo>
                  <a:pt x="42" y="1058"/>
                </a:lnTo>
                <a:lnTo>
                  <a:pt x="41" y="1058"/>
                </a:lnTo>
                <a:lnTo>
                  <a:pt x="41" y="1057"/>
                </a:lnTo>
                <a:lnTo>
                  <a:pt x="41" y="1056"/>
                </a:lnTo>
                <a:lnTo>
                  <a:pt x="41" y="1054"/>
                </a:lnTo>
                <a:lnTo>
                  <a:pt x="41" y="1051"/>
                </a:lnTo>
                <a:lnTo>
                  <a:pt x="41" y="1050"/>
                </a:lnTo>
                <a:lnTo>
                  <a:pt x="40" y="1050"/>
                </a:lnTo>
                <a:lnTo>
                  <a:pt x="39" y="1050"/>
                </a:lnTo>
                <a:lnTo>
                  <a:pt x="38" y="1050"/>
                </a:lnTo>
                <a:lnTo>
                  <a:pt x="38" y="1051"/>
                </a:lnTo>
                <a:lnTo>
                  <a:pt x="36" y="1051"/>
                </a:lnTo>
                <a:lnTo>
                  <a:pt x="35" y="1051"/>
                </a:lnTo>
                <a:lnTo>
                  <a:pt x="35" y="1050"/>
                </a:lnTo>
                <a:lnTo>
                  <a:pt x="35" y="1049"/>
                </a:lnTo>
                <a:lnTo>
                  <a:pt x="35" y="1047"/>
                </a:lnTo>
                <a:lnTo>
                  <a:pt x="35" y="1046"/>
                </a:lnTo>
                <a:lnTo>
                  <a:pt x="35" y="1045"/>
                </a:lnTo>
                <a:lnTo>
                  <a:pt x="35" y="1044"/>
                </a:lnTo>
                <a:lnTo>
                  <a:pt x="35" y="1043"/>
                </a:lnTo>
                <a:lnTo>
                  <a:pt x="35" y="1042"/>
                </a:lnTo>
                <a:lnTo>
                  <a:pt x="35" y="1041"/>
                </a:lnTo>
                <a:lnTo>
                  <a:pt x="35" y="1040"/>
                </a:lnTo>
                <a:lnTo>
                  <a:pt x="34" y="1040"/>
                </a:lnTo>
                <a:lnTo>
                  <a:pt x="34" y="1039"/>
                </a:lnTo>
                <a:lnTo>
                  <a:pt x="33" y="1039"/>
                </a:lnTo>
                <a:lnTo>
                  <a:pt x="33" y="1038"/>
                </a:lnTo>
                <a:lnTo>
                  <a:pt x="33" y="1037"/>
                </a:lnTo>
                <a:lnTo>
                  <a:pt x="32" y="1036"/>
                </a:lnTo>
                <a:lnTo>
                  <a:pt x="33" y="1035"/>
                </a:lnTo>
                <a:lnTo>
                  <a:pt x="34" y="1035"/>
                </a:lnTo>
                <a:lnTo>
                  <a:pt x="34" y="1034"/>
                </a:lnTo>
                <a:lnTo>
                  <a:pt x="34" y="1033"/>
                </a:lnTo>
                <a:lnTo>
                  <a:pt x="35" y="1033"/>
                </a:lnTo>
                <a:lnTo>
                  <a:pt x="35" y="1031"/>
                </a:lnTo>
                <a:lnTo>
                  <a:pt x="34" y="1031"/>
                </a:lnTo>
                <a:lnTo>
                  <a:pt x="34" y="1030"/>
                </a:lnTo>
                <a:lnTo>
                  <a:pt x="33" y="1030"/>
                </a:lnTo>
                <a:lnTo>
                  <a:pt x="33" y="1029"/>
                </a:lnTo>
                <a:lnTo>
                  <a:pt x="32" y="1029"/>
                </a:lnTo>
                <a:lnTo>
                  <a:pt x="31" y="1029"/>
                </a:lnTo>
                <a:lnTo>
                  <a:pt x="31" y="1028"/>
                </a:lnTo>
                <a:lnTo>
                  <a:pt x="30" y="1027"/>
                </a:lnTo>
                <a:lnTo>
                  <a:pt x="30" y="1026"/>
                </a:lnTo>
                <a:lnTo>
                  <a:pt x="31" y="1025"/>
                </a:lnTo>
                <a:lnTo>
                  <a:pt x="31" y="1024"/>
                </a:lnTo>
                <a:lnTo>
                  <a:pt x="31" y="1023"/>
                </a:lnTo>
                <a:lnTo>
                  <a:pt x="31" y="1022"/>
                </a:lnTo>
                <a:lnTo>
                  <a:pt x="30" y="1022"/>
                </a:lnTo>
                <a:lnTo>
                  <a:pt x="30" y="1021"/>
                </a:lnTo>
                <a:lnTo>
                  <a:pt x="30" y="1020"/>
                </a:lnTo>
                <a:lnTo>
                  <a:pt x="30" y="1019"/>
                </a:lnTo>
                <a:lnTo>
                  <a:pt x="30" y="1018"/>
                </a:lnTo>
                <a:lnTo>
                  <a:pt x="29" y="1017"/>
                </a:lnTo>
                <a:lnTo>
                  <a:pt x="29" y="1016"/>
                </a:lnTo>
                <a:lnTo>
                  <a:pt x="28" y="1015"/>
                </a:lnTo>
                <a:lnTo>
                  <a:pt x="28" y="1014"/>
                </a:lnTo>
                <a:lnTo>
                  <a:pt x="28" y="1013"/>
                </a:lnTo>
                <a:lnTo>
                  <a:pt x="27" y="1013"/>
                </a:lnTo>
                <a:lnTo>
                  <a:pt x="27" y="1012"/>
                </a:lnTo>
                <a:lnTo>
                  <a:pt x="26" y="1011"/>
                </a:lnTo>
                <a:lnTo>
                  <a:pt x="25" y="1010"/>
                </a:lnTo>
                <a:lnTo>
                  <a:pt x="25" y="1009"/>
                </a:lnTo>
                <a:lnTo>
                  <a:pt x="26" y="1009"/>
                </a:lnTo>
                <a:lnTo>
                  <a:pt x="26" y="1008"/>
                </a:lnTo>
                <a:lnTo>
                  <a:pt x="26" y="1006"/>
                </a:lnTo>
                <a:lnTo>
                  <a:pt x="25" y="1006"/>
                </a:lnTo>
                <a:lnTo>
                  <a:pt x="25" y="1005"/>
                </a:lnTo>
                <a:lnTo>
                  <a:pt x="24" y="1004"/>
                </a:lnTo>
                <a:lnTo>
                  <a:pt x="23" y="1003"/>
                </a:lnTo>
                <a:lnTo>
                  <a:pt x="23" y="1001"/>
                </a:lnTo>
                <a:lnTo>
                  <a:pt x="22" y="1000"/>
                </a:lnTo>
                <a:lnTo>
                  <a:pt x="22" y="998"/>
                </a:lnTo>
                <a:lnTo>
                  <a:pt x="22" y="996"/>
                </a:lnTo>
                <a:lnTo>
                  <a:pt x="22" y="995"/>
                </a:lnTo>
                <a:lnTo>
                  <a:pt x="21" y="995"/>
                </a:lnTo>
                <a:lnTo>
                  <a:pt x="21" y="994"/>
                </a:lnTo>
                <a:lnTo>
                  <a:pt x="21" y="993"/>
                </a:lnTo>
                <a:lnTo>
                  <a:pt x="21" y="992"/>
                </a:lnTo>
                <a:lnTo>
                  <a:pt x="21" y="991"/>
                </a:lnTo>
                <a:lnTo>
                  <a:pt x="21" y="990"/>
                </a:lnTo>
                <a:lnTo>
                  <a:pt x="21" y="989"/>
                </a:lnTo>
                <a:lnTo>
                  <a:pt x="22" y="988"/>
                </a:lnTo>
                <a:lnTo>
                  <a:pt x="22" y="987"/>
                </a:lnTo>
                <a:lnTo>
                  <a:pt x="22" y="986"/>
                </a:lnTo>
                <a:lnTo>
                  <a:pt x="23" y="986"/>
                </a:lnTo>
                <a:lnTo>
                  <a:pt x="23" y="985"/>
                </a:lnTo>
                <a:lnTo>
                  <a:pt x="23" y="984"/>
                </a:lnTo>
                <a:lnTo>
                  <a:pt x="22" y="983"/>
                </a:lnTo>
                <a:lnTo>
                  <a:pt x="22" y="982"/>
                </a:lnTo>
                <a:lnTo>
                  <a:pt x="21" y="982"/>
                </a:lnTo>
                <a:lnTo>
                  <a:pt x="21" y="981"/>
                </a:lnTo>
                <a:lnTo>
                  <a:pt x="21" y="980"/>
                </a:lnTo>
                <a:lnTo>
                  <a:pt x="22" y="979"/>
                </a:lnTo>
                <a:lnTo>
                  <a:pt x="22" y="978"/>
                </a:lnTo>
                <a:lnTo>
                  <a:pt x="23" y="977"/>
                </a:lnTo>
                <a:lnTo>
                  <a:pt x="23" y="976"/>
                </a:lnTo>
                <a:lnTo>
                  <a:pt x="24" y="975"/>
                </a:lnTo>
                <a:lnTo>
                  <a:pt x="24" y="974"/>
                </a:lnTo>
                <a:lnTo>
                  <a:pt x="25" y="973"/>
                </a:lnTo>
                <a:lnTo>
                  <a:pt x="25" y="972"/>
                </a:lnTo>
                <a:lnTo>
                  <a:pt x="25" y="971"/>
                </a:lnTo>
                <a:lnTo>
                  <a:pt x="24" y="971"/>
                </a:lnTo>
                <a:lnTo>
                  <a:pt x="24" y="970"/>
                </a:lnTo>
                <a:lnTo>
                  <a:pt x="24" y="967"/>
                </a:lnTo>
                <a:lnTo>
                  <a:pt x="23" y="965"/>
                </a:lnTo>
                <a:lnTo>
                  <a:pt x="23" y="964"/>
                </a:lnTo>
                <a:lnTo>
                  <a:pt x="23" y="963"/>
                </a:lnTo>
                <a:lnTo>
                  <a:pt x="23" y="962"/>
                </a:lnTo>
                <a:lnTo>
                  <a:pt x="24" y="962"/>
                </a:lnTo>
                <a:lnTo>
                  <a:pt x="24" y="961"/>
                </a:lnTo>
                <a:lnTo>
                  <a:pt x="23" y="961"/>
                </a:lnTo>
                <a:lnTo>
                  <a:pt x="23" y="960"/>
                </a:lnTo>
                <a:lnTo>
                  <a:pt x="22" y="959"/>
                </a:lnTo>
                <a:lnTo>
                  <a:pt x="22" y="958"/>
                </a:lnTo>
                <a:lnTo>
                  <a:pt x="21" y="958"/>
                </a:lnTo>
                <a:lnTo>
                  <a:pt x="21" y="957"/>
                </a:lnTo>
                <a:lnTo>
                  <a:pt x="21" y="956"/>
                </a:lnTo>
                <a:lnTo>
                  <a:pt x="21" y="955"/>
                </a:lnTo>
                <a:lnTo>
                  <a:pt x="22" y="955"/>
                </a:lnTo>
                <a:lnTo>
                  <a:pt x="22" y="953"/>
                </a:lnTo>
                <a:lnTo>
                  <a:pt x="22" y="951"/>
                </a:lnTo>
                <a:lnTo>
                  <a:pt x="22" y="950"/>
                </a:lnTo>
                <a:lnTo>
                  <a:pt x="22" y="949"/>
                </a:lnTo>
                <a:lnTo>
                  <a:pt x="23" y="948"/>
                </a:lnTo>
                <a:lnTo>
                  <a:pt x="23" y="947"/>
                </a:lnTo>
                <a:lnTo>
                  <a:pt x="24" y="947"/>
                </a:lnTo>
                <a:lnTo>
                  <a:pt x="24" y="946"/>
                </a:lnTo>
                <a:lnTo>
                  <a:pt x="24" y="945"/>
                </a:lnTo>
                <a:lnTo>
                  <a:pt x="25" y="943"/>
                </a:lnTo>
                <a:lnTo>
                  <a:pt x="25" y="942"/>
                </a:lnTo>
                <a:lnTo>
                  <a:pt x="25" y="941"/>
                </a:lnTo>
                <a:lnTo>
                  <a:pt x="25" y="940"/>
                </a:lnTo>
                <a:lnTo>
                  <a:pt x="25" y="939"/>
                </a:lnTo>
                <a:lnTo>
                  <a:pt x="25" y="938"/>
                </a:lnTo>
                <a:lnTo>
                  <a:pt x="25" y="937"/>
                </a:lnTo>
                <a:lnTo>
                  <a:pt x="24" y="936"/>
                </a:lnTo>
                <a:lnTo>
                  <a:pt x="23" y="934"/>
                </a:lnTo>
                <a:lnTo>
                  <a:pt x="22" y="934"/>
                </a:lnTo>
                <a:lnTo>
                  <a:pt x="22" y="933"/>
                </a:lnTo>
                <a:lnTo>
                  <a:pt x="22" y="932"/>
                </a:lnTo>
                <a:lnTo>
                  <a:pt x="22" y="931"/>
                </a:lnTo>
                <a:lnTo>
                  <a:pt x="23" y="930"/>
                </a:lnTo>
                <a:lnTo>
                  <a:pt x="23" y="929"/>
                </a:lnTo>
                <a:lnTo>
                  <a:pt x="24" y="929"/>
                </a:lnTo>
                <a:lnTo>
                  <a:pt x="24" y="928"/>
                </a:lnTo>
                <a:lnTo>
                  <a:pt x="25" y="928"/>
                </a:lnTo>
                <a:lnTo>
                  <a:pt x="25" y="927"/>
                </a:lnTo>
                <a:lnTo>
                  <a:pt x="26" y="927"/>
                </a:lnTo>
                <a:lnTo>
                  <a:pt x="26" y="926"/>
                </a:lnTo>
                <a:lnTo>
                  <a:pt x="26" y="925"/>
                </a:lnTo>
                <a:lnTo>
                  <a:pt x="26" y="924"/>
                </a:lnTo>
                <a:lnTo>
                  <a:pt x="26" y="923"/>
                </a:lnTo>
                <a:lnTo>
                  <a:pt x="26" y="922"/>
                </a:lnTo>
                <a:lnTo>
                  <a:pt x="26" y="921"/>
                </a:lnTo>
                <a:lnTo>
                  <a:pt x="26" y="920"/>
                </a:lnTo>
                <a:lnTo>
                  <a:pt x="26" y="919"/>
                </a:lnTo>
                <a:lnTo>
                  <a:pt x="26" y="918"/>
                </a:lnTo>
                <a:lnTo>
                  <a:pt x="26" y="915"/>
                </a:lnTo>
                <a:lnTo>
                  <a:pt x="25" y="914"/>
                </a:lnTo>
                <a:lnTo>
                  <a:pt x="25" y="913"/>
                </a:lnTo>
                <a:lnTo>
                  <a:pt x="24" y="912"/>
                </a:lnTo>
                <a:lnTo>
                  <a:pt x="23" y="911"/>
                </a:lnTo>
                <a:lnTo>
                  <a:pt x="23" y="910"/>
                </a:lnTo>
                <a:lnTo>
                  <a:pt x="23" y="909"/>
                </a:lnTo>
                <a:lnTo>
                  <a:pt x="23" y="908"/>
                </a:lnTo>
                <a:lnTo>
                  <a:pt x="24" y="908"/>
                </a:lnTo>
                <a:lnTo>
                  <a:pt x="24" y="907"/>
                </a:lnTo>
                <a:lnTo>
                  <a:pt x="24" y="906"/>
                </a:lnTo>
                <a:lnTo>
                  <a:pt x="24" y="905"/>
                </a:lnTo>
                <a:lnTo>
                  <a:pt x="24" y="904"/>
                </a:lnTo>
                <a:lnTo>
                  <a:pt x="23" y="904"/>
                </a:lnTo>
                <a:lnTo>
                  <a:pt x="22" y="903"/>
                </a:lnTo>
                <a:lnTo>
                  <a:pt x="21" y="903"/>
                </a:lnTo>
                <a:lnTo>
                  <a:pt x="21" y="902"/>
                </a:lnTo>
                <a:lnTo>
                  <a:pt x="20" y="902"/>
                </a:lnTo>
                <a:lnTo>
                  <a:pt x="19" y="901"/>
                </a:lnTo>
                <a:lnTo>
                  <a:pt x="16" y="898"/>
                </a:lnTo>
                <a:lnTo>
                  <a:pt x="16" y="897"/>
                </a:lnTo>
                <a:lnTo>
                  <a:pt x="15" y="894"/>
                </a:lnTo>
                <a:lnTo>
                  <a:pt x="14" y="893"/>
                </a:lnTo>
                <a:lnTo>
                  <a:pt x="14" y="892"/>
                </a:lnTo>
                <a:lnTo>
                  <a:pt x="13" y="892"/>
                </a:lnTo>
                <a:lnTo>
                  <a:pt x="13" y="891"/>
                </a:lnTo>
                <a:lnTo>
                  <a:pt x="12" y="890"/>
                </a:lnTo>
                <a:lnTo>
                  <a:pt x="12" y="889"/>
                </a:lnTo>
                <a:lnTo>
                  <a:pt x="11" y="889"/>
                </a:lnTo>
                <a:lnTo>
                  <a:pt x="10" y="888"/>
                </a:lnTo>
                <a:lnTo>
                  <a:pt x="9" y="888"/>
                </a:lnTo>
                <a:lnTo>
                  <a:pt x="7" y="887"/>
                </a:lnTo>
                <a:lnTo>
                  <a:pt x="7" y="886"/>
                </a:lnTo>
                <a:lnTo>
                  <a:pt x="6" y="885"/>
                </a:lnTo>
                <a:lnTo>
                  <a:pt x="6" y="884"/>
                </a:lnTo>
                <a:lnTo>
                  <a:pt x="6" y="883"/>
                </a:lnTo>
                <a:lnTo>
                  <a:pt x="7" y="882"/>
                </a:lnTo>
                <a:lnTo>
                  <a:pt x="8" y="882"/>
                </a:lnTo>
                <a:lnTo>
                  <a:pt x="9" y="882"/>
                </a:lnTo>
                <a:lnTo>
                  <a:pt x="10" y="882"/>
                </a:lnTo>
                <a:lnTo>
                  <a:pt x="10" y="883"/>
                </a:lnTo>
                <a:lnTo>
                  <a:pt x="10" y="884"/>
                </a:lnTo>
                <a:lnTo>
                  <a:pt x="11" y="884"/>
                </a:lnTo>
                <a:lnTo>
                  <a:pt x="11" y="885"/>
                </a:lnTo>
                <a:lnTo>
                  <a:pt x="12" y="885"/>
                </a:lnTo>
                <a:lnTo>
                  <a:pt x="13" y="885"/>
                </a:lnTo>
                <a:lnTo>
                  <a:pt x="13" y="884"/>
                </a:lnTo>
                <a:lnTo>
                  <a:pt x="14" y="884"/>
                </a:lnTo>
                <a:lnTo>
                  <a:pt x="14" y="883"/>
                </a:lnTo>
                <a:lnTo>
                  <a:pt x="13" y="883"/>
                </a:lnTo>
                <a:lnTo>
                  <a:pt x="13" y="882"/>
                </a:lnTo>
                <a:lnTo>
                  <a:pt x="13" y="881"/>
                </a:lnTo>
                <a:lnTo>
                  <a:pt x="13" y="880"/>
                </a:lnTo>
                <a:lnTo>
                  <a:pt x="13" y="879"/>
                </a:lnTo>
                <a:lnTo>
                  <a:pt x="13" y="878"/>
                </a:lnTo>
                <a:lnTo>
                  <a:pt x="14" y="877"/>
                </a:lnTo>
                <a:lnTo>
                  <a:pt x="15" y="876"/>
                </a:lnTo>
                <a:lnTo>
                  <a:pt x="15" y="875"/>
                </a:lnTo>
                <a:lnTo>
                  <a:pt x="15" y="874"/>
                </a:lnTo>
                <a:lnTo>
                  <a:pt x="15" y="873"/>
                </a:lnTo>
                <a:lnTo>
                  <a:pt x="14" y="873"/>
                </a:lnTo>
                <a:lnTo>
                  <a:pt x="13" y="873"/>
                </a:lnTo>
                <a:lnTo>
                  <a:pt x="12" y="874"/>
                </a:lnTo>
                <a:lnTo>
                  <a:pt x="12" y="875"/>
                </a:lnTo>
                <a:lnTo>
                  <a:pt x="12" y="876"/>
                </a:lnTo>
                <a:lnTo>
                  <a:pt x="11" y="876"/>
                </a:lnTo>
                <a:lnTo>
                  <a:pt x="10" y="876"/>
                </a:lnTo>
                <a:lnTo>
                  <a:pt x="9" y="876"/>
                </a:lnTo>
                <a:lnTo>
                  <a:pt x="9" y="875"/>
                </a:lnTo>
                <a:lnTo>
                  <a:pt x="9" y="874"/>
                </a:lnTo>
                <a:lnTo>
                  <a:pt x="10" y="874"/>
                </a:lnTo>
                <a:lnTo>
                  <a:pt x="10" y="873"/>
                </a:lnTo>
                <a:lnTo>
                  <a:pt x="11" y="873"/>
                </a:lnTo>
                <a:lnTo>
                  <a:pt x="12" y="872"/>
                </a:lnTo>
                <a:lnTo>
                  <a:pt x="12" y="871"/>
                </a:lnTo>
                <a:lnTo>
                  <a:pt x="11" y="869"/>
                </a:lnTo>
                <a:lnTo>
                  <a:pt x="10" y="869"/>
                </a:lnTo>
                <a:lnTo>
                  <a:pt x="10" y="868"/>
                </a:lnTo>
                <a:lnTo>
                  <a:pt x="9" y="868"/>
                </a:lnTo>
                <a:lnTo>
                  <a:pt x="7" y="868"/>
                </a:lnTo>
                <a:lnTo>
                  <a:pt x="5" y="868"/>
                </a:lnTo>
                <a:lnTo>
                  <a:pt x="4" y="868"/>
                </a:lnTo>
                <a:lnTo>
                  <a:pt x="4" y="867"/>
                </a:lnTo>
                <a:lnTo>
                  <a:pt x="4" y="866"/>
                </a:lnTo>
                <a:lnTo>
                  <a:pt x="5" y="866"/>
                </a:lnTo>
                <a:lnTo>
                  <a:pt x="6" y="866"/>
                </a:lnTo>
                <a:lnTo>
                  <a:pt x="7" y="866"/>
                </a:lnTo>
                <a:lnTo>
                  <a:pt x="8" y="865"/>
                </a:lnTo>
                <a:lnTo>
                  <a:pt x="9" y="861"/>
                </a:lnTo>
                <a:lnTo>
                  <a:pt x="9" y="860"/>
                </a:lnTo>
                <a:lnTo>
                  <a:pt x="10" y="859"/>
                </a:lnTo>
                <a:lnTo>
                  <a:pt x="10" y="857"/>
                </a:lnTo>
                <a:lnTo>
                  <a:pt x="10" y="856"/>
                </a:lnTo>
                <a:lnTo>
                  <a:pt x="9" y="856"/>
                </a:lnTo>
                <a:lnTo>
                  <a:pt x="8" y="856"/>
                </a:lnTo>
                <a:lnTo>
                  <a:pt x="7" y="855"/>
                </a:lnTo>
                <a:lnTo>
                  <a:pt x="7" y="854"/>
                </a:lnTo>
                <a:lnTo>
                  <a:pt x="8" y="853"/>
                </a:lnTo>
                <a:lnTo>
                  <a:pt x="9" y="853"/>
                </a:lnTo>
                <a:lnTo>
                  <a:pt x="9" y="852"/>
                </a:lnTo>
                <a:lnTo>
                  <a:pt x="9" y="851"/>
                </a:lnTo>
                <a:lnTo>
                  <a:pt x="9" y="850"/>
                </a:lnTo>
                <a:lnTo>
                  <a:pt x="9" y="848"/>
                </a:lnTo>
                <a:lnTo>
                  <a:pt x="9" y="847"/>
                </a:lnTo>
                <a:lnTo>
                  <a:pt x="8" y="847"/>
                </a:lnTo>
                <a:lnTo>
                  <a:pt x="7" y="846"/>
                </a:lnTo>
                <a:lnTo>
                  <a:pt x="6" y="846"/>
                </a:lnTo>
                <a:lnTo>
                  <a:pt x="3" y="846"/>
                </a:lnTo>
                <a:lnTo>
                  <a:pt x="2" y="846"/>
                </a:lnTo>
                <a:lnTo>
                  <a:pt x="1" y="845"/>
                </a:lnTo>
                <a:lnTo>
                  <a:pt x="1" y="844"/>
                </a:lnTo>
                <a:lnTo>
                  <a:pt x="1" y="843"/>
                </a:lnTo>
                <a:lnTo>
                  <a:pt x="2" y="843"/>
                </a:lnTo>
                <a:lnTo>
                  <a:pt x="4" y="843"/>
                </a:lnTo>
                <a:lnTo>
                  <a:pt x="5" y="843"/>
                </a:lnTo>
                <a:lnTo>
                  <a:pt x="5" y="842"/>
                </a:lnTo>
                <a:lnTo>
                  <a:pt x="6" y="842"/>
                </a:lnTo>
                <a:lnTo>
                  <a:pt x="6" y="841"/>
                </a:lnTo>
                <a:lnTo>
                  <a:pt x="7" y="841"/>
                </a:lnTo>
                <a:lnTo>
                  <a:pt x="7" y="840"/>
                </a:lnTo>
                <a:lnTo>
                  <a:pt x="7" y="839"/>
                </a:lnTo>
                <a:lnTo>
                  <a:pt x="7" y="835"/>
                </a:lnTo>
                <a:lnTo>
                  <a:pt x="7" y="833"/>
                </a:lnTo>
                <a:lnTo>
                  <a:pt x="7" y="832"/>
                </a:lnTo>
                <a:lnTo>
                  <a:pt x="8" y="830"/>
                </a:lnTo>
                <a:lnTo>
                  <a:pt x="8" y="829"/>
                </a:lnTo>
                <a:lnTo>
                  <a:pt x="8" y="827"/>
                </a:lnTo>
                <a:lnTo>
                  <a:pt x="8" y="826"/>
                </a:lnTo>
                <a:lnTo>
                  <a:pt x="7" y="824"/>
                </a:lnTo>
                <a:lnTo>
                  <a:pt x="7" y="823"/>
                </a:lnTo>
                <a:lnTo>
                  <a:pt x="6" y="823"/>
                </a:lnTo>
                <a:lnTo>
                  <a:pt x="6" y="822"/>
                </a:lnTo>
                <a:lnTo>
                  <a:pt x="5" y="821"/>
                </a:lnTo>
                <a:lnTo>
                  <a:pt x="5" y="820"/>
                </a:lnTo>
                <a:lnTo>
                  <a:pt x="4" y="820"/>
                </a:lnTo>
                <a:lnTo>
                  <a:pt x="3" y="820"/>
                </a:lnTo>
                <a:lnTo>
                  <a:pt x="2" y="819"/>
                </a:lnTo>
                <a:lnTo>
                  <a:pt x="1" y="818"/>
                </a:lnTo>
                <a:lnTo>
                  <a:pt x="0" y="818"/>
                </a:lnTo>
                <a:lnTo>
                  <a:pt x="0" y="817"/>
                </a:lnTo>
                <a:lnTo>
                  <a:pt x="0" y="816"/>
                </a:lnTo>
                <a:lnTo>
                  <a:pt x="0" y="815"/>
                </a:lnTo>
                <a:lnTo>
                  <a:pt x="1" y="815"/>
                </a:lnTo>
                <a:lnTo>
                  <a:pt x="1" y="814"/>
                </a:lnTo>
                <a:lnTo>
                  <a:pt x="2" y="814"/>
                </a:lnTo>
                <a:lnTo>
                  <a:pt x="3" y="814"/>
                </a:lnTo>
                <a:lnTo>
                  <a:pt x="5" y="814"/>
                </a:lnTo>
                <a:lnTo>
                  <a:pt x="5" y="815"/>
                </a:lnTo>
                <a:lnTo>
                  <a:pt x="6" y="815"/>
                </a:lnTo>
                <a:lnTo>
                  <a:pt x="7" y="816"/>
                </a:lnTo>
                <a:lnTo>
                  <a:pt x="8" y="817"/>
                </a:lnTo>
                <a:lnTo>
                  <a:pt x="9" y="817"/>
                </a:lnTo>
                <a:lnTo>
                  <a:pt x="10" y="817"/>
                </a:lnTo>
                <a:lnTo>
                  <a:pt x="11" y="817"/>
                </a:lnTo>
                <a:lnTo>
                  <a:pt x="12" y="816"/>
                </a:lnTo>
                <a:lnTo>
                  <a:pt x="12" y="815"/>
                </a:lnTo>
                <a:lnTo>
                  <a:pt x="11" y="814"/>
                </a:lnTo>
                <a:lnTo>
                  <a:pt x="10" y="814"/>
                </a:lnTo>
                <a:lnTo>
                  <a:pt x="9" y="814"/>
                </a:lnTo>
                <a:lnTo>
                  <a:pt x="8" y="814"/>
                </a:lnTo>
                <a:lnTo>
                  <a:pt x="7" y="814"/>
                </a:lnTo>
                <a:lnTo>
                  <a:pt x="7" y="813"/>
                </a:lnTo>
                <a:lnTo>
                  <a:pt x="6" y="813"/>
                </a:lnTo>
                <a:lnTo>
                  <a:pt x="6" y="812"/>
                </a:lnTo>
                <a:lnTo>
                  <a:pt x="6" y="811"/>
                </a:lnTo>
                <a:lnTo>
                  <a:pt x="7" y="811"/>
                </a:lnTo>
                <a:lnTo>
                  <a:pt x="7" y="810"/>
                </a:lnTo>
                <a:lnTo>
                  <a:pt x="8" y="810"/>
                </a:lnTo>
                <a:lnTo>
                  <a:pt x="9" y="810"/>
                </a:lnTo>
                <a:lnTo>
                  <a:pt x="10" y="810"/>
                </a:lnTo>
                <a:lnTo>
                  <a:pt x="12" y="810"/>
                </a:lnTo>
                <a:lnTo>
                  <a:pt x="12" y="809"/>
                </a:lnTo>
                <a:lnTo>
                  <a:pt x="13" y="809"/>
                </a:lnTo>
                <a:lnTo>
                  <a:pt x="14" y="808"/>
                </a:lnTo>
                <a:lnTo>
                  <a:pt x="14" y="807"/>
                </a:lnTo>
                <a:lnTo>
                  <a:pt x="15" y="806"/>
                </a:lnTo>
                <a:lnTo>
                  <a:pt x="15" y="805"/>
                </a:lnTo>
                <a:lnTo>
                  <a:pt x="16" y="804"/>
                </a:lnTo>
                <a:lnTo>
                  <a:pt x="16" y="803"/>
                </a:lnTo>
                <a:lnTo>
                  <a:pt x="17" y="803"/>
                </a:lnTo>
                <a:lnTo>
                  <a:pt x="17" y="802"/>
                </a:lnTo>
                <a:lnTo>
                  <a:pt x="18" y="801"/>
                </a:lnTo>
                <a:lnTo>
                  <a:pt x="18" y="800"/>
                </a:lnTo>
                <a:lnTo>
                  <a:pt x="19" y="799"/>
                </a:lnTo>
                <a:lnTo>
                  <a:pt x="20" y="798"/>
                </a:lnTo>
                <a:lnTo>
                  <a:pt x="21" y="797"/>
                </a:lnTo>
                <a:lnTo>
                  <a:pt x="23" y="796"/>
                </a:lnTo>
                <a:lnTo>
                  <a:pt x="24" y="795"/>
                </a:lnTo>
                <a:lnTo>
                  <a:pt x="24" y="794"/>
                </a:lnTo>
                <a:lnTo>
                  <a:pt x="24" y="793"/>
                </a:lnTo>
                <a:lnTo>
                  <a:pt x="24" y="792"/>
                </a:lnTo>
                <a:lnTo>
                  <a:pt x="24" y="791"/>
                </a:lnTo>
                <a:lnTo>
                  <a:pt x="24" y="790"/>
                </a:lnTo>
                <a:lnTo>
                  <a:pt x="24" y="789"/>
                </a:lnTo>
                <a:lnTo>
                  <a:pt x="24" y="788"/>
                </a:lnTo>
                <a:lnTo>
                  <a:pt x="25" y="787"/>
                </a:lnTo>
                <a:lnTo>
                  <a:pt x="26" y="786"/>
                </a:lnTo>
                <a:lnTo>
                  <a:pt x="28" y="784"/>
                </a:lnTo>
                <a:lnTo>
                  <a:pt x="28" y="783"/>
                </a:lnTo>
                <a:lnTo>
                  <a:pt x="30" y="782"/>
                </a:lnTo>
                <a:lnTo>
                  <a:pt x="30" y="781"/>
                </a:lnTo>
                <a:lnTo>
                  <a:pt x="31" y="781"/>
                </a:lnTo>
                <a:lnTo>
                  <a:pt x="31" y="780"/>
                </a:lnTo>
                <a:lnTo>
                  <a:pt x="32" y="779"/>
                </a:lnTo>
                <a:lnTo>
                  <a:pt x="32" y="778"/>
                </a:lnTo>
                <a:lnTo>
                  <a:pt x="34" y="776"/>
                </a:lnTo>
                <a:lnTo>
                  <a:pt x="34" y="775"/>
                </a:lnTo>
                <a:lnTo>
                  <a:pt x="34" y="774"/>
                </a:lnTo>
                <a:lnTo>
                  <a:pt x="35" y="774"/>
                </a:lnTo>
                <a:lnTo>
                  <a:pt x="35" y="773"/>
                </a:lnTo>
                <a:lnTo>
                  <a:pt x="35" y="772"/>
                </a:lnTo>
                <a:lnTo>
                  <a:pt x="36" y="772"/>
                </a:lnTo>
                <a:lnTo>
                  <a:pt x="36" y="771"/>
                </a:lnTo>
                <a:lnTo>
                  <a:pt x="38" y="769"/>
                </a:lnTo>
                <a:lnTo>
                  <a:pt x="39" y="768"/>
                </a:lnTo>
                <a:lnTo>
                  <a:pt x="39" y="767"/>
                </a:lnTo>
                <a:lnTo>
                  <a:pt x="39" y="766"/>
                </a:lnTo>
                <a:lnTo>
                  <a:pt x="39" y="765"/>
                </a:lnTo>
                <a:lnTo>
                  <a:pt x="40" y="765"/>
                </a:lnTo>
                <a:lnTo>
                  <a:pt x="41" y="764"/>
                </a:lnTo>
                <a:lnTo>
                  <a:pt x="41" y="763"/>
                </a:lnTo>
                <a:lnTo>
                  <a:pt x="42" y="762"/>
                </a:lnTo>
                <a:lnTo>
                  <a:pt x="42" y="761"/>
                </a:lnTo>
                <a:lnTo>
                  <a:pt x="41" y="761"/>
                </a:lnTo>
                <a:lnTo>
                  <a:pt x="41" y="760"/>
                </a:lnTo>
                <a:lnTo>
                  <a:pt x="42" y="760"/>
                </a:lnTo>
                <a:lnTo>
                  <a:pt x="42" y="759"/>
                </a:lnTo>
                <a:lnTo>
                  <a:pt x="43" y="758"/>
                </a:lnTo>
                <a:lnTo>
                  <a:pt x="44" y="758"/>
                </a:lnTo>
                <a:lnTo>
                  <a:pt x="45" y="758"/>
                </a:lnTo>
                <a:lnTo>
                  <a:pt x="46" y="758"/>
                </a:lnTo>
                <a:lnTo>
                  <a:pt x="47" y="758"/>
                </a:lnTo>
                <a:lnTo>
                  <a:pt x="47" y="757"/>
                </a:lnTo>
                <a:lnTo>
                  <a:pt x="47" y="756"/>
                </a:lnTo>
                <a:lnTo>
                  <a:pt x="47" y="755"/>
                </a:lnTo>
                <a:lnTo>
                  <a:pt x="46" y="754"/>
                </a:lnTo>
                <a:lnTo>
                  <a:pt x="45" y="753"/>
                </a:lnTo>
                <a:lnTo>
                  <a:pt x="45" y="752"/>
                </a:lnTo>
                <a:lnTo>
                  <a:pt x="45" y="751"/>
                </a:lnTo>
                <a:lnTo>
                  <a:pt x="45" y="750"/>
                </a:lnTo>
                <a:lnTo>
                  <a:pt x="46" y="750"/>
                </a:lnTo>
                <a:lnTo>
                  <a:pt x="47" y="749"/>
                </a:lnTo>
                <a:lnTo>
                  <a:pt x="47" y="748"/>
                </a:lnTo>
                <a:lnTo>
                  <a:pt x="48" y="748"/>
                </a:lnTo>
                <a:lnTo>
                  <a:pt x="48" y="747"/>
                </a:lnTo>
                <a:lnTo>
                  <a:pt x="48" y="745"/>
                </a:lnTo>
                <a:lnTo>
                  <a:pt x="48" y="744"/>
                </a:lnTo>
                <a:lnTo>
                  <a:pt x="47" y="743"/>
                </a:lnTo>
                <a:lnTo>
                  <a:pt x="46" y="743"/>
                </a:lnTo>
                <a:lnTo>
                  <a:pt x="46" y="742"/>
                </a:lnTo>
                <a:lnTo>
                  <a:pt x="45" y="742"/>
                </a:lnTo>
                <a:lnTo>
                  <a:pt x="45" y="743"/>
                </a:lnTo>
                <a:lnTo>
                  <a:pt x="43" y="743"/>
                </a:lnTo>
                <a:lnTo>
                  <a:pt x="42" y="743"/>
                </a:lnTo>
                <a:lnTo>
                  <a:pt x="41" y="743"/>
                </a:lnTo>
                <a:lnTo>
                  <a:pt x="40" y="743"/>
                </a:lnTo>
                <a:lnTo>
                  <a:pt x="39" y="742"/>
                </a:lnTo>
                <a:lnTo>
                  <a:pt x="38" y="742"/>
                </a:lnTo>
                <a:lnTo>
                  <a:pt x="38" y="741"/>
                </a:lnTo>
                <a:lnTo>
                  <a:pt x="37" y="741"/>
                </a:lnTo>
                <a:lnTo>
                  <a:pt x="37" y="740"/>
                </a:lnTo>
                <a:lnTo>
                  <a:pt x="36" y="739"/>
                </a:lnTo>
                <a:lnTo>
                  <a:pt x="36" y="738"/>
                </a:lnTo>
                <a:lnTo>
                  <a:pt x="36" y="735"/>
                </a:lnTo>
                <a:lnTo>
                  <a:pt x="37" y="733"/>
                </a:lnTo>
                <a:lnTo>
                  <a:pt x="37" y="728"/>
                </a:lnTo>
                <a:lnTo>
                  <a:pt x="38" y="727"/>
                </a:lnTo>
                <a:lnTo>
                  <a:pt x="38" y="726"/>
                </a:lnTo>
                <a:lnTo>
                  <a:pt x="38" y="725"/>
                </a:lnTo>
                <a:lnTo>
                  <a:pt x="39" y="725"/>
                </a:lnTo>
                <a:lnTo>
                  <a:pt x="40" y="725"/>
                </a:lnTo>
                <a:lnTo>
                  <a:pt x="41" y="725"/>
                </a:lnTo>
                <a:lnTo>
                  <a:pt x="43" y="725"/>
                </a:lnTo>
                <a:lnTo>
                  <a:pt x="44" y="725"/>
                </a:lnTo>
                <a:lnTo>
                  <a:pt x="45" y="724"/>
                </a:lnTo>
                <a:lnTo>
                  <a:pt x="46" y="724"/>
                </a:lnTo>
                <a:lnTo>
                  <a:pt x="50" y="723"/>
                </a:lnTo>
                <a:lnTo>
                  <a:pt x="52" y="723"/>
                </a:lnTo>
                <a:lnTo>
                  <a:pt x="53" y="722"/>
                </a:lnTo>
                <a:lnTo>
                  <a:pt x="54" y="722"/>
                </a:lnTo>
                <a:lnTo>
                  <a:pt x="54" y="721"/>
                </a:lnTo>
                <a:lnTo>
                  <a:pt x="55" y="721"/>
                </a:lnTo>
                <a:lnTo>
                  <a:pt x="56" y="718"/>
                </a:lnTo>
                <a:lnTo>
                  <a:pt x="56" y="717"/>
                </a:lnTo>
                <a:lnTo>
                  <a:pt x="56" y="716"/>
                </a:lnTo>
                <a:lnTo>
                  <a:pt x="55" y="716"/>
                </a:lnTo>
                <a:lnTo>
                  <a:pt x="55" y="715"/>
                </a:lnTo>
                <a:lnTo>
                  <a:pt x="55" y="714"/>
                </a:lnTo>
                <a:lnTo>
                  <a:pt x="55" y="713"/>
                </a:lnTo>
                <a:lnTo>
                  <a:pt x="55" y="712"/>
                </a:lnTo>
                <a:lnTo>
                  <a:pt x="55" y="711"/>
                </a:lnTo>
                <a:lnTo>
                  <a:pt x="56" y="711"/>
                </a:lnTo>
                <a:lnTo>
                  <a:pt x="56" y="710"/>
                </a:lnTo>
                <a:lnTo>
                  <a:pt x="56" y="709"/>
                </a:lnTo>
                <a:lnTo>
                  <a:pt x="57" y="708"/>
                </a:lnTo>
                <a:lnTo>
                  <a:pt x="57" y="706"/>
                </a:lnTo>
                <a:lnTo>
                  <a:pt x="57" y="705"/>
                </a:lnTo>
                <a:lnTo>
                  <a:pt x="57" y="704"/>
                </a:lnTo>
                <a:lnTo>
                  <a:pt x="57" y="703"/>
                </a:lnTo>
                <a:lnTo>
                  <a:pt x="58" y="703"/>
                </a:lnTo>
                <a:lnTo>
                  <a:pt x="59" y="702"/>
                </a:lnTo>
                <a:lnTo>
                  <a:pt x="59" y="701"/>
                </a:lnTo>
                <a:lnTo>
                  <a:pt x="60" y="700"/>
                </a:lnTo>
                <a:lnTo>
                  <a:pt x="61" y="700"/>
                </a:lnTo>
                <a:lnTo>
                  <a:pt x="61" y="699"/>
                </a:lnTo>
                <a:lnTo>
                  <a:pt x="60" y="698"/>
                </a:lnTo>
                <a:lnTo>
                  <a:pt x="60" y="697"/>
                </a:lnTo>
                <a:lnTo>
                  <a:pt x="59" y="696"/>
                </a:lnTo>
                <a:lnTo>
                  <a:pt x="58" y="695"/>
                </a:lnTo>
                <a:lnTo>
                  <a:pt x="57" y="694"/>
                </a:lnTo>
                <a:lnTo>
                  <a:pt x="57" y="693"/>
                </a:lnTo>
                <a:lnTo>
                  <a:pt x="57" y="692"/>
                </a:lnTo>
                <a:lnTo>
                  <a:pt x="56" y="691"/>
                </a:lnTo>
                <a:lnTo>
                  <a:pt x="56" y="690"/>
                </a:lnTo>
                <a:lnTo>
                  <a:pt x="56" y="689"/>
                </a:lnTo>
                <a:lnTo>
                  <a:pt x="56" y="688"/>
                </a:lnTo>
                <a:lnTo>
                  <a:pt x="56" y="686"/>
                </a:lnTo>
                <a:lnTo>
                  <a:pt x="55" y="686"/>
                </a:lnTo>
                <a:lnTo>
                  <a:pt x="55" y="685"/>
                </a:lnTo>
                <a:lnTo>
                  <a:pt x="55" y="684"/>
                </a:lnTo>
                <a:lnTo>
                  <a:pt x="54" y="684"/>
                </a:lnTo>
                <a:lnTo>
                  <a:pt x="54" y="683"/>
                </a:lnTo>
                <a:lnTo>
                  <a:pt x="55" y="683"/>
                </a:lnTo>
                <a:lnTo>
                  <a:pt x="55" y="682"/>
                </a:lnTo>
                <a:lnTo>
                  <a:pt x="56" y="681"/>
                </a:lnTo>
                <a:lnTo>
                  <a:pt x="58" y="681"/>
                </a:lnTo>
                <a:lnTo>
                  <a:pt x="59" y="681"/>
                </a:lnTo>
                <a:lnTo>
                  <a:pt x="59" y="680"/>
                </a:lnTo>
                <a:lnTo>
                  <a:pt x="59" y="679"/>
                </a:lnTo>
                <a:lnTo>
                  <a:pt x="60" y="679"/>
                </a:lnTo>
                <a:lnTo>
                  <a:pt x="60" y="678"/>
                </a:lnTo>
                <a:lnTo>
                  <a:pt x="59" y="678"/>
                </a:lnTo>
                <a:lnTo>
                  <a:pt x="59" y="677"/>
                </a:lnTo>
                <a:lnTo>
                  <a:pt x="58" y="676"/>
                </a:lnTo>
                <a:lnTo>
                  <a:pt x="57" y="675"/>
                </a:lnTo>
                <a:lnTo>
                  <a:pt x="56" y="674"/>
                </a:lnTo>
                <a:lnTo>
                  <a:pt x="55" y="674"/>
                </a:lnTo>
                <a:lnTo>
                  <a:pt x="54" y="673"/>
                </a:lnTo>
                <a:lnTo>
                  <a:pt x="53" y="673"/>
                </a:lnTo>
                <a:lnTo>
                  <a:pt x="50" y="673"/>
                </a:lnTo>
                <a:lnTo>
                  <a:pt x="49" y="672"/>
                </a:lnTo>
                <a:lnTo>
                  <a:pt x="47" y="672"/>
                </a:lnTo>
                <a:lnTo>
                  <a:pt x="47" y="671"/>
                </a:lnTo>
                <a:lnTo>
                  <a:pt x="46" y="671"/>
                </a:lnTo>
                <a:lnTo>
                  <a:pt x="45" y="671"/>
                </a:lnTo>
                <a:lnTo>
                  <a:pt x="45" y="670"/>
                </a:lnTo>
                <a:lnTo>
                  <a:pt x="44" y="669"/>
                </a:lnTo>
                <a:lnTo>
                  <a:pt x="44" y="668"/>
                </a:lnTo>
                <a:lnTo>
                  <a:pt x="44" y="667"/>
                </a:lnTo>
                <a:lnTo>
                  <a:pt x="44" y="666"/>
                </a:lnTo>
                <a:lnTo>
                  <a:pt x="46" y="665"/>
                </a:lnTo>
                <a:lnTo>
                  <a:pt x="47" y="665"/>
                </a:lnTo>
                <a:lnTo>
                  <a:pt x="47" y="664"/>
                </a:lnTo>
                <a:lnTo>
                  <a:pt x="49" y="664"/>
                </a:lnTo>
                <a:lnTo>
                  <a:pt x="51" y="663"/>
                </a:lnTo>
                <a:lnTo>
                  <a:pt x="52" y="663"/>
                </a:lnTo>
                <a:lnTo>
                  <a:pt x="52" y="662"/>
                </a:lnTo>
                <a:lnTo>
                  <a:pt x="52" y="661"/>
                </a:lnTo>
                <a:lnTo>
                  <a:pt x="52" y="660"/>
                </a:lnTo>
                <a:lnTo>
                  <a:pt x="52" y="659"/>
                </a:lnTo>
                <a:lnTo>
                  <a:pt x="51" y="658"/>
                </a:lnTo>
                <a:lnTo>
                  <a:pt x="49" y="657"/>
                </a:lnTo>
                <a:lnTo>
                  <a:pt x="49" y="656"/>
                </a:lnTo>
                <a:lnTo>
                  <a:pt x="46" y="655"/>
                </a:lnTo>
                <a:lnTo>
                  <a:pt x="43" y="653"/>
                </a:lnTo>
                <a:lnTo>
                  <a:pt x="42" y="653"/>
                </a:lnTo>
                <a:lnTo>
                  <a:pt x="41" y="653"/>
                </a:lnTo>
                <a:lnTo>
                  <a:pt x="40" y="653"/>
                </a:lnTo>
                <a:lnTo>
                  <a:pt x="39" y="653"/>
                </a:lnTo>
                <a:lnTo>
                  <a:pt x="39" y="652"/>
                </a:lnTo>
                <a:lnTo>
                  <a:pt x="38" y="651"/>
                </a:lnTo>
                <a:lnTo>
                  <a:pt x="38" y="650"/>
                </a:lnTo>
                <a:lnTo>
                  <a:pt x="37" y="650"/>
                </a:lnTo>
                <a:lnTo>
                  <a:pt x="37" y="649"/>
                </a:lnTo>
                <a:lnTo>
                  <a:pt x="35" y="644"/>
                </a:lnTo>
                <a:lnTo>
                  <a:pt x="33" y="641"/>
                </a:lnTo>
                <a:lnTo>
                  <a:pt x="30" y="636"/>
                </a:lnTo>
                <a:lnTo>
                  <a:pt x="30" y="635"/>
                </a:lnTo>
                <a:lnTo>
                  <a:pt x="29" y="635"/>
                </a:lnTo>
                <a:lnTo>
                  <a:pt x="29" y="633"/>
                </a:lnTo>
                <a:lnTo>
                  <a:pt x="28" y="633"/>
                </a:lnTo>
                <a:lnTo>
                  <a:pt x="28" y="632"/>
                </a:lnTo>
                <a:lnTo>
                  <a:pt x="25" y="627"/>
                </a:lnTo>
                <a:lnTo>
                  <a:pt x="24" y="626"/>
                </a:lnTo>
                <a:lnTo>
                  <a:pt x="23" y="625"/>
                </a:lnTo>
                <a:lnTo>
                  <a:pt x="22" y="624"/>
                </a:lnTo>
                <a:lnTo>
                  <a:pt x="19" y="622"/>
                </a:lnTo>
                <a:lnTo>
                  <a:pt x="18" y="622"/>
                </a:lnTo>
                <a:lnTo>
                  <a:pt x="17" y="621"/>
                </a:lnTo>
                <a:lnTo>
                  <a:pt x="16" y="621"/>
                </a:lnTo>
                <a:lnTo>
                  <a:pt x="15" y="621"/>
                </a:lnTo>
                <a:lnTo>
                  <a:pt x="14" y="621"/>
                </a:lnTo>
                <a:lnTo>
                  <a:pt x="13" y="620"/>
                </a:lnTo>
                <a:lnTo>
                  <a:pt x="12" y="619"/>
                </a:lnTo>
                <a:lnTo>
                  <a:pt x="12" y="618"/>
                </a:lnTo>
                <a:lnTo>
                  <a:pt x="11" y="616"/>
                </a:lnTo>
                <a:lnTo>
                  <a:pt x="12" y="615"/>
                </a:lnTo>
                <a:lnTo>
                  <a:pt x="12" y="614"/>
                </a:lnTo>
                <a:lnTo>
                  <a:pt x="13" y="613"/>
                </a:lnTo>
                <a:lnTo>
                  <a:pt x="13" y="612"/>
                </a:lnTo>
                <a:lnTo>
                  <a:pt x="13" y="611"/>
                </a:lnTo>
                <a:lnTo>
                  <a:pt x="12" y="610"/>
                </a:lnTo>
                <a:lnTo>
                  <a:pt x="12" y="609"/>
                </a:lnTo>
                <a:lnTo>
                  <a:pt x="11" y="609"/>
                </a:lnTo>
                <a:lnTo>
                  <a:pt x="11" y="608"/>
                </a:lnTo>
                <a:lnTo>
                  <a:pt x="10" y="608"/>
                </a:lnTo>
                <a:lnTo>
                  <a:pt x="9" y="607"/>
                </a:lnTo>
                <a:lnTo>
                  <a:pt x="9" y="606"/>
                </a:lnTo>
                <a:lnTo>
                  <a:pt x="8" y="604"/>
                </a:lnTo>
                <a:lnTo>
                  <a:pt x="8" y="602"/>
                </a:lnTo>
                <a:lnTo>
                  <a:pt x="8" y="601"/>
                </a:lnTo>
                <a:lnTo>
                  <a:pt x="9" y="601"/>
                </a:lnTo>
                <a:lnTo>
                  <a:pt x="9" y="600"/>
                </a:lnTo>
                <a:lnTo>
                  <a:pt x="9" y="598"/>
                </a:lnTo>
                <a:lnTo>
                  <a:pt x="9" y="597"/>
                </a:lnTo>
                <a:lnTo>
                  <a:pt x="9" y="596"/>
                </a:lnTo>
                <a:lnTo>
                  <a:pt x="9" y="595"/>
                </a:lnTo>
                <a:lnTo>
                  <a:pt x="8" y="595"/>
                </a:lnTo>
                <a:lnTo>
                  <a:pt x="8" y="594"/>
                </a:lnTo>
                <a:lnTo>
                  <a:pt x="8" y="593"/>
                </a:lnTo>
                <a:lnTo>
                  <a:pt x="7" y="593"/>
                </a:lnTo>
                <a:lnTo>
                  <a:pt x="7" y="592"/>
                </a:lnTo>
                <a:lnTo>
                  <a:pt x="7" y="590"/>
                </a:lnTo>
                <a:lnTo>
                  <a:pt x="8" y="590"/>
                </a:lnTo>
                <a:lnTo>
                  <a:pt x="8" y="589"/>
                </a:lnTo>
                <a:lnTo>
                  <a:pt x="9" y="588"/>
                </a:lnTo>
                <a:lnTo>
                  <a:pt x="10" y="587"/>
                </a:lnTo>
                <a:lnTo>
                  <a:pt x="10" y="586"/>
                </a:lnTo>
                <a:lnTo>
                  <a:pt x="10" y="585"/>
                </a:lnTo>
                <a:lnTo>
                  <a:pt x="10" y="584"/>
                </a:lnTo>
                <a:lnTo>
                  <a:pt x="10" y="583"/>
                </a:lnTo>
                <a:lnTo>
                  <a:pt x="10" y="582"/>
                </a:lnTo>
                <a:lnTo>
                  <a:pt x="9" y="582"/>
                </a:lnTo>
                <a:lnTo>
                  <a:pt x="9" y="581"/>
                </a:lnTo>
                <a:lnTo>
                  <a:pt x="9" y="580"/>
                </a:lnTo>
                <a:lnTo>
                  <a:pt x="7" y="577"/>
                </a:lnTo>
                <a:lnTo>
                  <a:pt x="7" y="572"/>
                </a:lnTo>
                <a:lnTo>
                  <a:pt x="7" y="571"/>
                </a:lnTo>
                <a:lnTo>
                  <a:pt x="8" y="570"/>
                </a:lnTo>
                <a:lnTo>
                  <a:pt x="8" y="569"/>
                </a:lnTo>
                <a:lnTo>
                  <a:pt x="9" y="568"/>
                </a:lnTo>
                <a:lnTo>
                  <a:pt x="9" y="567"/>
                </a:lnTo>
                <a:lnTo>
                  <a:pt x="10" y="567"/>
                </a:lnTo>
                <a:lnTo>
                  <a:pt x="10" y="566"/>
                </a:lnTo>
                <a:lnTo>
                  <a:pt x="11" y="566"/>
                </a:lnTo>
                <a:lnTo>
                  <a:pt x="12" y="566"/>
                </a:lnTo>
                <a:lnTo>
                  <a:pt x="13" y="566"/>
                </a:lnTo>
                <a:lnTo>
                  <a:pt x="14" y="566"/>
                </a:lnTo>
                <a:lnTo>
                  <a:pt x="15" y="566"/>
                </a:lnTo>
                <a:lnTo>
                  <a:pt x="16" y="566"/>
                </a:lnTo>
                <a:lnTo>
                  <a:pt x="16" y="565"/>
                </a:lnTo>
                <a:lnTo>
                  <a:pt x="16" y="564"/>
                </a:lnTo>
                <a:lnTo>
                  <a:pt x="17" y="564"/>
                </a:lnTo>
                <a:lnTo>
                  <a:pt x="17" y="563"/>
                </a:lnTo>
                <a:lnTo>
                  <a:pt x="17" y="562"/>
                </a:lnTo>
                <a:lnTo>
                  <a:pt x="17" y="561"/>
                </a:lnTo>
                <a:lnTo>
                  <a:pt x="16" y="560"/>
                </a:lnTo>
                <a:lnTo>
                  <a:pt x="16" y="558"/>
                </a:lnTo>
                <a:lnTo>
                  <a:pt x="17" y="557"/>
                </a:lnTo>
                <a:lnTo>
                  <a:pt x="17" y="556"/>
                </a:lnTo>
                <a:lnTo>
                  <a:pt x="17" y="555"/>
                </a:lnTo>
                <a:lnTo>
                  <a:pt x="17" y="553"/>
                </a:lnTo>
                <a:lnTo>
                  <a:pt x="16" y="551"/>
                </a:lnTo>
                <a:lnTo>
                  <a:pt x="16" y="550"/>
                </a:lnTo>
                <a:lnTo>
                  <a:pt x="17" y="550"/>
                </a:lnTo>
                <a:lnTo>
                  <a:pt x="17" y="549"/>
                </a:lnTo>
                <a:lnTo>
                  <a:pt x="17" y="548"/>
                </a:lnTo>
                <a:lnTo>
                  <a:pt x="18" y="548"/>
                </a:lnTo>
                <a:lnTo>
                  <a:pt x="18" y="547"/>
                </a:lnTo>
                <a:lnTo>
                  <a:pt x="19" y="546"/>
                </a:lnTo>
                <a:lnTo>
                  <a:pt x="20" y="546"/>
                </a:lnTo>
                <a:lnTo>
                  <a:pt x="22" y="546"/>
                </a:lnTo>
                <a:lnTo>
                  <a:pt x="23" y="546"/>
                </a:lnTo>
                <a:lnTo>
                  <a:pt x="24" y="546"/>
                </a:lnTo>
                <a:lnTo>
                  <a:pt x="25" y="546"/>
                </a:lnTo>
                <a:lnTo>
                  <a:pt x="26" y="546"/>
                </a:lnTo>
                <a:lnTo>
                  <a:pt x="27" y="546"/>
                </a:lnTo>
                <a:lnTo>
                  <a:pt x="28" y="546"/>
                </a:lnTo>
                <a:lnTo>
                  <a:pt x="29" y="546"/>
                </a:lnTo>
                <a:lnTo>
                  <a:pt x="30" y="545"/>
                </a:lnTo>
                <a:lnTo>
                  <a:pt x="31" y="544"/>
                </a:lnTo>
                <a:lnTo>
                  <a:pt x="32" y="543"/>
                </a:lnTo>
                <a:lnTo>
                  <a:pt x="32" y="542"/>
                </a:lnTo>
                <a:lnTo>
                  <a:pt x="33" y="542"/>
                </a:lnTo>
                <a:lnTo>
                  <a:pt x="33" y="541"/>
                </a:lnTo>
                <a:lnTo>
                  <a:pt x="34" y="540"/>
                </a:lnTo>
                <a:lnTo>
                  <a:pt x="35" y="538"/>
                </a:lnTo>
                <a:lnTo>
                  <a:pt x="35" y="537"/>
                </a:lnTo>
                <a:lnTo>
                  <a:pt x="36" y="537"/>
                </a:lnTo>
                <a:lnTo>
                  <a:pt x="39" y="534"/>
                </a:lnTo>
                <a:lnTo>
                  <a:pt x="40" y="534"/>
                </a:lnTo>
                <a:lnTo>
                  <a:pt x="41" y="534"/>
                </a:lnTo>
                <a:lnTo>
                  <a:pt x="42" y="533"/>
                </a:lnTo>
                <a:lnTo>
                  <a:pt x="43" y="533"/>
                </a:lnTo>
                <a:lnTo>
                  <a:pt x="43" y="532"/>
                </a:lnTo>
                <a:lnTo>
                  <a:pt x="44" y="531"/>
                </a:lnTo>
                <a:lnTo>
                  <a:pt x="44" y="529"/>
                </a:lnTo>
                <a:lnTo>
                  <a:pt x="44" y="528"/>
                </a:lnTo>
                <a:lnTo>
                  <a:pt x="44" y="526"/>
                </a:lnTo>
                <a:lnTo>
                  <a:pt x="46" y="521"/>
                </a:lnTo>
                <a:lnTo>
                  <a:pt x="47" y="516"/>
                </a:lnTo>
                <a:lnTo>
                  <a:pt x="47" y="515"/>
                </a:lnTo>
                <a:lnTo>
                  <a:pt x="48" y="515"/>
                </a:lnTo>
                <a:lnTo>
                  <a:pt x="48" y="514"/>
                </a:lnTo>
                <a:lnTo>
                  <a:pt x="49" y="514"/>
                </a:lnTo>
                <a:lnTo>
                  <a:pt x="50" y="514"/>
                </a:lnTo>
                <a:lnTo>
                  <a:pt x="52" y="514"/>
                </a:lnTo>
                <a:lnTo>
                  <a:pt x="53" y="514"/>
                </a:lnTo>
                <a:lnTo>
                  <a:pt x="54" y="514"/>
                </a:lnTo>
                <a:lnTo>
                  <a:pt x="55" y="515"/>
                </a:lnTo>
                <a:lnTo>
                  <a:pt x="56" y="515"/>
                </a:lnTo>
                <a:lnTo>
                  <a:pt x="56" y="516"/>
                </a:lnTo>
                <a:lnTo>
                  <a:pt x="57" y="516"/>
                </a:lnTo>
                <a:lnTo>
                  <a:pt x="58" y="516"/>
                </a:lnTo>
                <a:lnTo>
                  <a:pt x="61" y="514"/>
                </a:lnTo>
                <a:lnTo>
                  <a:pt x="62" y="513"/>
                </a:lnTo>
                <a:lnTo>
                  <a:pt x="62" y="512"/>
                </a:lnTo>
                <a:lnTo>
                  <a:pt x="63" y="512"/>
                </a:lnTo>
                <a:lnTo>
                  <a:pt x="63" y="511"/>
                </a:lnTo>
                <a:lnTo>
                  <a:pt x="62" y="511"/>
                </a:lnTo>
                <a:lnTo>
                  <a:pt x="62" y="510"/>
                </a:lnTo>
                <a:lnTo>
                  <a:pt x="61" y="508"/>
                </a:lnTo>
                <a:lnTo>
                  <a:pt x="62" y="507"/>
                </a:lnTo>
                <a:lnTo>
                  <a:pt x="62" y="504"/>
                </a:lnTo>
                <a:lnTo>
                  <a:pt x="61" y="503"/>
                </a:lnTo>
                <a:lnTo>
                  <a:pt x="61" y="502"/>
                </a:lnTo>
                <a:lnTo>
                  <a:pt x="61" y="501"/>
                </a:lnTo>
                <a:lnTo>
                  <a:pt x="62" y="500"/>
                </a:lnTo>
                <a:lnTo>
                  <a:pt x="63" y="500"/>
                </a:lnTo>
                <a:lnTo>
                  <a:pt x="65" y="500"/>
                </a:lnTo>
                <a:lnTo>
                  <a:pt x="66" y="500"/>
                </a:lnTo>
                <a:lnTo>
                  <a:pt x="66" y="499"/>
                </a:lnTo>
                <a:lnTo>
                  <a:pt x="66" y="498"/>
                </a:lnTo>
                <a:lnTo>
                  <a:pt x="67" y="498"/>
                </a:lnTo>
                <a:lnTo>
                  <a:pt x="67" y="497"/>
                </a:lnTo>
                <a:lnTo>
                  <a:pt x="67" y="495"/>
                </a:lnTo>
                <a:lnTo>
                  <a:pt x="67" y="493"/>
                </a:lnTo>
                <a:lnTo>
                  <a:pt x="66" y="493"/>
                </a:lnTo>
                <a:lnTo>
                  <a:pt x="66" y="492"/>
                </a:lnTo>
                <a:lnTo>
                  <a:pt x="66" y="491"/>
                </a:lnTo>
                <a:lnTo>
                  <a:pt x="66" y="490"/>
                </a:lnTo>
                <a:lnTo>
                  <a:pt x="66" y="489"/>
                </a:lnTo>
                <a:lnTo>
                  <a:pt x="67" y="489"/>
                </a:lnTo>
                <a:lnTo>
                  <a:pt x="67" y="488"/>
                </a:lnTo>
                <a:lnTo>
                  <a:pt x="68" y="488"/>
                </a:lnTo>
                <a:lnTo>
                  <a:pt x="68" y="487"/>
                </a:lnTo>
                <a:lnTo>
                  <a:pt x="68" y="486"/>
                </a:lnTo>
                <a:lnTo>
                  <a:pt x="67" y="486"/>
                </a:lnTo>
                <a:lnTo>
                  <a:pt x="66" y="486"/>
                </a:lnTo>
                <a:lnTo>
                  <a:pt x="65" y="486"/>
                </a:lnTo>
                <a:lnTo>
                  <a:pt x="65" y="485"/>
                </a:lnTo>
                <a:lnTo>
                  <a:pt x="64" y="485"/>
                </a:lnTo>
                <a:lnTo>
                  <a:pt x="64" y="484"/>
                </a:lnTo>
                <a:lnTo>
                  <a:pt x="63" y="484"/>
                </a:lnTo>
                <a:lnTo>
                  <a:pt x="63" y="483"/>
                </a:lnTo>
                <a:lnTo>
                  <a:pt x="61" y="480"/>
                </a:lnTo>
                <a:lnTo>
                  <a:pt x="61" y="479"/>
                </a:lnTo>
                <a:lnTo>
                  <a:pt x="61" y="478"/>
                </a:lnTo>
                <a:lnTo>
                  <a:pt x="61" y="477"/>
                </a:lnTo>
                <a:lnTo>
                  <a:pt x="61" y="476"/>
                </a:lnTo>
                <a:lnTo>
                  <a:pt x="62" y="476"/>
                </a:lnTo>
                <a:lnTo>
                  <a:pt x="62" y="474"/>
                </a:lnTo>
                <a:lnTo>
                  <a:pt x="62" y="472"/>
                </a:lnTo>
                <a:lnTo>
                  <a:pt x="62" y="471"/>
                </a:lnTo>
                <a:lnTo>
                  <a:pt x="63" y="471"/>
                </a:lnTo>
                <a:lnTo>
                  <a:pt x="63" y="470"/>
                </a:lnTo>
                <a:lnTo>
                  <a:pt x="64" y="470"/>
                </a:lnTo>
                <a:lnTo>
                  <a:pt x="64" y="469"/>
                </a:lnTo>
                <a:lnTo>
                  <a:pt x="65" y="468"/>
                </a:lnTo>
                <a:lnTo>
                  <a:pt x="66" y="468"/>
                </a:lnTo>
                <a:lnTo>
                  <a:pt x="66" y="466"/>
                </a:lnTo>
                <a:lnTo>
                  <a:pt x="66" y="465"/>
                </a:lnTo>
                <a:lnTo>
                  <a:pt x="65" y="465"/>
                </a:lnTo>
                <a:lnTo>
                  <a:pt x="65" y="464"/>
                </a:lnTo>
                <a:lnTo>
                  <a:pt x="65" y="462"/>
                </a:lnTo>
                <a:lnTo>
                  <a:pt x="66" y="460"/>
                </a:lnTo>
                <a:lnTo>
                  <a:pt x="66" y="459"/>
                </a:lnTo>
                <a:lnTo>
                  <a:pt x="67" y="459"/>
                </a:lnTo>
                <a:lnTo>
                  <a:pt x="68" y="458"/>
                </a:lnTo>
                <a:lnTo>
                  <a:pt x="69" y="458"/>
                </a:lnTo>
                <a:lnTo>
                  <a:pt x="69" y="457"/>
                </a:lnTo>
                <a:lnTo>
                  <a:pt x="69" y="456"/>
                </a:lnTo>
                <a:lnTo>
                  <a:pt x="70" y="456"/>
                </a:lnTo>
                <a:lnTo>
                  <a:pt x="70" y="455"/>
                </a:lnTo>
                <a:lnTo>
                  <a:pt x="70" y="454"/>
                </a:lnTo>
                <a:lnTo>
                  <a:pt x="71" y="454"/>
                </a:lnTo>
                <a:lnTo>
                  <a:pt x="71" y="453"/>
                </a:lnTo>
                <a:lnTo>
                  <a:pt x="72" y="453"/>
                </a:lnTo>
                <a:lnTo>
                  <a:pt x="72" y="452"/>
                </a:lnTo>
                <a:lnTo>
                  <a:pt x="73" y="450"/>
                </a:lnTo>
                <a:lnTo>
                  <a:pt x="73" y="449"/>
                </a:lnTo>
                <a:lnTo>
                  <a:pt x="72" y="449"/>
                </a:lnTo>
                <a:lnTo>
                  <a:pt x="72" y="448"/>
                </a:lnTo>
                <a:lnTo>
                  <a:pt x="71" y="447"/>
                </a:lnTo>
                <a:lnTo>
                  <a:pt x="71" y="446"/>
                </a:lnTo>
                <a:lnTo>
                  <a:pt x="71" y="445"/>
                </a:lnTo>
                <a:lnTo>
                  <a:pt x="72" y="444"/>
                </a:lnTo>
                <a:lnTo>
                  <a:pt x="73" y="444"/>
                </a:lnTo>
                <a:lnTo>
                  <a:pt x="73" y="443"/>
                </a:lnTo>
                <a:lnTo>
                  <a:pt x="74" y="443"/>
                </a:lnTo>
                <a:lnTo>
                  <a:pt x="74" y="442"/>
                </a:lnTo>
                <a:lnTo>
                  <a:pt x="75" y="442"/>
                </a:lnTo>
                <a:lnTo>
                  <a:pt x="75" y="441"/>
                </a:lnTo>
                <a:lnTo>
                  <a:pt x="75" y="440"/>
                </a:lnTo>
                <a:lnTo>
                  <a:pt x="76" y="439"/>
                </a:lnTo>
                <a:lnTo>
                  <a:pt x="76" y="438"/>
                </a:lnTo>
                <a:lnTo>
                  <a:pt x="76" y="436"/>
                </a:lnTo>
                <a:lnTo>
                  <a:pt x="77" y="434"/>
                </a:lnTo>
                <a:lnTo>
                  <a:pt x="78" y="433"/>
                </a:lnTo>
                <a:lnTo>
                  <a:pt x="78" y="432"/>
                </a:lnTo>
                <a:lnTo>
                  <a:pt x="78" y="431"/>
                </a:lnTo>
                <a:lnTo>
                  <a:pt x="78" y="430"/>
                </a:lnTo>
                <a:lnTo>
                  <a:pt x="78" y="429"/>
                </a:lnTo>
                <a:lnTo>
                  <a:pt x="77" y="429"/>
                </a:lnTo>
                <a:lnTo>
                  <a:pt x="77" y="428"/>
                </a:lnTo>
                <a:lnTo>
                  <a:pt x="76" y="427"/>
                </a:lnTo>
                <a:lnTo>
                  <a:pt x="76" y="426"/>
                </a:lnTo>
                <a:lnTo>
                  <a:pt x="76" y="425"/>
                </a:lnTo>
                <a:lnTo>
                  <a:pt x="77" y="425"/>
                </a:lnTo>
                <a:lnTo>
                  <a:pt x="78" y="424"/>
                </a:lnTo>
                <a:lnTo>
                  <a:pt x="79" y="422"/>
                </a:lnTo>
                <a:lnTo>
                  <a:pt x="79" y="421"/>
                </a:lnTo>
                <a:lnTo>
                  <a:pt x="79" y="420"/>
                </a:lnTo>
                <a:lnTo>
                  <a:pt x="78" y="416"/>
                </a:lnTo>
                <a:lnTo>
                  <a:pt x="78" y="415"/>
                </a:lnTo>
                <a:lnTo>
                  <a:pt x="78" y="413"/>
                </a:lnTo>
                <a:lnTo>
                  <a:pt x="75" y="408"/>
                </a:lnTo>
                <a:lnTo>
                  <a:pt x="75" y="407"/>
                </a:lnTo>
                <a:lnTo>
                  <a:pt x="74" y="407"/>
                </a:lnTo>
                <a:lnTo>
                  <a:pt x="73" y="406"/>
                </a:lnTo>
                <a:lnTo>
                  <a:pt x="72" y="405"/>
                </a:lnTo>
                <a:lnTo>
                  <a:pt x="72" y="404"/>
                </a:lnTo>
                <a:lnTo>
                  <a:pt x="73" y="402"/>
                </a:lnTo>
                <a:lnTo>
                  <a:pt x="74" y="400"/>
                </a:lnTo>
                <a:lnTo>
                  <a:pt x="74" y="399"/>
                </a:lnTo>
                <a:lnTo>
                  <a:pt x="75" y="399"/>
                </a:lnTo>
                <a:lnTo>
                  <a:pt x="79" y="395"/>
                </a:lnTo>
                <a:lnTo>
                  <a:pt x="80" y="394"/>
                </a:lnTo>
                <a:lnTo>
                  <a:pt x="81" y="394"/>
                </a:lnTo>
                <a:lnTo>
                  <a:pt x="83" y="394"/>
                </a:lnTo>
                <a:lnTo>
                  <a:pt x="84" y="394"/>
                </a:lnTo>
                <a:lnTo>
                  <a:pt x="85" y="393"/>
                </a:lnTo>
                <a:lnTo>
                  <a:pt x="86" y="393"/>
                </a:lnTo>
                <a:lnTo>
                  <a:pt x="87" y="393"/>
                </a:lnTo>
                <a:lnTo>
                  <a:pt x="88" y="392"/>
                </a:lnTo>
                <a:lnTo>
                  <a:pt x="89" y="392"/>
                </a:lnTo>
                <a:lnTo>
                  <a:pt x="89" y="391"/>
                </a:lnTo>
                <a:lnTo>
                  <a:pt x="90" y="391"/>
                </a:lnTo>
                <a:lnTo>
                  <a:pt x="90" y="390"/>
                </a:lnTo>
                <a:lnTo>
                  <a:pt x="91" y="390"/>
                </a:lnTo>
                <a:lnTo>
                  <a:pt x="91" y="389"/>
                </a:lnTo>
                <a:lnTo>
                  <a:pt x="93" y="388"/>
                </a:lnTo>
                <a:lnTo>
                  <a:pt x="95" y="384"/>
                </a:lnTo>
                <a:lnTo>
                  <a:pt x="96" y="384"/>
                </a:lnTo>
                <a:lnTo>
                  <a:pt x="96" y="383"/>
                </a:lnTo>
                <a:lnTo>
                  <a:pt x="96" y="382"/>
                </a:lnTo>
                <a:lnTo>
                  <a:pt x="97" y="382"/>
                </a:lnTo>
                <a:lnTo>
                  <a:pt x="97" y="381"/>
                </a:lnTo>
                <a:lnTo>
                  <a:pt x="97" y="378"/>
                </a:lnTo>
                <a:lnTo>
                  <a:pt x="96" y="378"/>
                </a:lnTo>
                <a:lnTo>
                  <a:pt x="96" y="377"/>
                </a:lnTo>
                <a:lnTo>
                  <a:pt x="97" y="376"/>
                </a:lnTo>
                <a:lnTo>
                  <a:pt x="98" y="376"/>
                </a:lnTo>
                <a:lnTo>
                  <a:pt x="98" y="375"/>
                </a:lnTo>
                <a:lnTo>
                  <a:pt x="99" y="375"/>
                </a:lnTo>
                <a:lnTo>
                  <a:pt x="99" y="374"/>
                </a:lnTo>
                <a:lnTo>
                  <a:pt x="99" y="373"/>
                </a:lnTo>
                <a:lnTo>
                  <a:pt x="100" y="372"/>
                </a:lnTo>
                <a:lnTo>
                  <a:pt x="100" y="371"/>
                </a:lnTo>
                <a:lnTo>
                  <a:pt x="100" y="369"/>
                </a:lnTo>
                <a:lnTo>
                  <a:pt x="100" y="368"/>
                </a:lnTo>
                <a:lnTo>
                  <a:pt x="100" y="367"/>
                </a:lnTo>
                <a:lnTo>
                  <a:pt x="99" y="367"/>
                </a:lnTo>
                <a:lnTo>
                  <a:pt x="99" y="366"/>
                </a:lnTo>
                <a:lnTo>
                  <a:pt x="98" y="366"/>
                </a:lnTo>
                <a:lnTo>
                  <a:pt x="98" y="365"/>
                </a:lnTo>
                <a:lnTo>
                  <a:pt x="99" y="364"/>
                </a:lnTo>
                <a:lnTo>
                  <a:pt x="99" y="363"/>
                </a:lnTo>
                <a:lnTo>
                  <a:pt x="100" y="362"/>
                </a:lnTo>
                <a:lnTo>
                  <a:pt x="101" y="361"/>
                </a:lnTo>
                <a:lnTo>
                  <a:pt x="101" y="360"/>
                </a:lnTo>
                <a:lnTo>
                  <a:pt x="102" y="359"/>
                </a:lnTo>
                <a:lnTo>
                  <a:pt x="102" y="357"/>
                </a:lnTo>
                <a:lnTo>
                  <a:pt x="103" y="355"/>
                </a:lnTo>
                <a:lnTo>
                  <a:pt x="103" y="353"/>
                </a:lnTo>
                <a:lnTo>
                  <a:pt x="103" y="352"/>
                </a:lnTo>
                <a:lnTo>
                  <a:pt x="104" y="351"/>
                </a:lnTo>
                <a:lnTo>
                  <a:pt x="104" y="350"/>
                </a:lnTo>
                <a:lnTo>
                  <a:pt x="105" y="349"/>
                </a:lnTo>
                <a:lnTo>
                  <a:pt x="105" y="348"/>
                </a:lnTo>
                <a:lnTo>
                  <a:pt x="106" y="348"/>
                </a:lnTo>
                <a:lnTo>
                  <a:pt x="106" y="347"/>
                </a:lnTo>
                <a:lnTo>
                  <a:pt x="106" y="346"/>
                </a:lnTo>
                <a:lnTo>
                  <a:pt x="106" y="345"/>
                </a:lnTo>
                <a:lnTo>
                  <a:pt x="105" y="345"/>
                </a:lnTo>
                <a:lnTo>
                  <a:pt x="105" y="344"/>
                </a:lnTo>
                <a:lnTo>
                  <a:pt x="105" y="342"/>
                </a:lnTo>
                <a:lnTo>
                  <a:pt x="105" y="341"/>
                </a:lnTo>
                <a:lnTo>
                  <a:pt x="107" y="338"/>
                </a:lnTo>
                <a:lnTo>
                  <a:pt x="107" y="337"/>
                </a:lnTo>
                <a:lnTo>
                  <a:pt x="108" y="337"/>
                </a:lnTo>
                <a:lnTo>
                  <a:pt x="108" y="336"/>
                </a:lnTo>
                <a:lnTo>
                  <a:pt x="110" y="334"/>
                </a:lnTo>
                <a:lnTo>
                  <a:pt x="109" y="333"/>
                </a:lnTo>
                <a:lnTo>
                  <a:pt x="108" y="333"/>
                </a:lnTo>
                <a:lnTo>
                  <a:pt x="107" y="334"/>
                </a:lnTo>
                <a:lnTo>
                  <a:pt x="105" y="334"/>
                </a:lnTo>
                <a:lnTo>
                  <a:pt x="104" y="334"/>
                </a:lnTo>
                <a:lnTo>
                  <a:pt x="103" y="334"/>
                </a:lnTo>
                <a:lnTo>
                  <a:pt x="102" y="333"/>
                </a:lnTo>
                <a:lnTo>
                  <a:pt x="101" y="332"/>
                </a:lnTo>
                <a:lnTo>
                  <a:pt x="99" y="329"/>
                </a:lnTo>
                <a:lnTo>
                  <a:pt x="99" y="328"/>
                </a:lnTo>
                <a:lnTo>
                  <a:pt x="99" y="327"/>
                </a:lnTo>
                <a:lnTo>
                  <a:pt x="100" y="327"/>
                </a:lnTo>
                <a:lnTo>
                  <a:pt x="101" y="327"/>
                </a:lnTo>
                <a:lnTo>
                  <a:pt x="101" y="326"/>
                </a:lnTo>
                <a:lnTo>
                  <a:pt x="101" y="325"/>
                </a:lnTo>
                <a:lnTo>
                  <a:pt x="101" y="324"/>
                </a:lnTo>
                <a:lnTo>
                  <a:pt x="100" y="324"/>
                </a:lnTo>
                <a:lnTo>
                  <a:pt x="99" y="324"/>
                </a:lnTo>
                <a:lnTo>
                  <a:pt x="98" y="324"/>
                </a:lnTo>
                <a:lnTo>
                  <a:pt x="98" y="325"/>
                </a:lnTo>
                <a:lnTo>
                  <a:pt x="97" y="325"/>
                </a:lnTo>
                <a:lnTo>
                  <a:pt x="97" y="326"/>
                </a:lnTo>
                <a:lnTo>
                  <a:pt x="97" y="327"/>
                </a:lnTo>
                <a:lnTo>
                  <a:pt x="96" y="327"/>
                </a:lnTo>
                <a:lnTo>
                  <a:pt x="96" y="328"/>
                </a:lnTo>
                <a:lnTo>
                  <a:pt x="95" y="328"/>
                </a:lnTo>
                <a:lnTo>
                  <a:pt x="94" y="327"/>
                </a:lnTo>
                <a:lnTo>
                  <a:pt x="94" y="326"/>
                </a:lnTo>
                <a:lnTo>
                  <a:pt x="95" y="325"/>
                </a:lnTo>
                <a:lnTo>
                  <a:pt x="95" y="324"/>
                </a:lnTo>
                <a:lnTo>
                  <a:pt x="95" y="323"/>
                </a:lnTo>
                <a:lnTo>
                  <a:pt x="95" y="322"/>
                </a:lnTo>
                <a:lnTo>
                  <a:pt x="95" y="321"/>
                </a:lnTo>
                <a:lnTo>
                  <a:pt x="94" y="321"/>
                </a:lnTo>
                <a:lnTo>
                  <a:pt x="93" y="321"/>
                </a:lnTo>
                <a:lnTo>
                  <a:pt x="92" y="321"/>
                </a:lnTo>
                <a:lnTo>
                  <a:pt x="91" y="321"/>
                </a:lnTo>
                <a:lnTo>
                  <a:pt x="90" y="321"/>
                </a:lnTo>
                <a:lnTo>
                  <a:pt x="89" y="321"/>
                </a:lnTo>
                <a:lnTo>
                  <a:pt x="88" y="321"/>
                </a:lnTo>
                <a:lnTo>
                  <a:pt x="88" y="320"/>
                </a:lnTo>
                <a:lnTo>
                  <a:pt x="88" y="319"/>
                </a:lnTo>
                <a:lnTo>
                  <a:pt x="89" y="319"/>
                </a:lnTo>
                <a:lnTo>
                  <a:pt x="91" y="317"/>
                </a:lnTo>
                <a:lnTo>
                  <a:pt x="92" y="314"/>
                </a:lnTo>
                <a:lnTo>
                  <a:pt x="92" y="313"/>
                </a:lnTo>
                <a:lnTo>
                  <a:pt x="92" y="312"/>
                </a:lnTo>
                <a:lnTo>
                  <a:pt x="93" y="312"/>
                </a:lnTo>
                <a:lnTo>
                  <a:pt x="93" y="311"/>
                </a:lnTo>
                <a:lnTo>
                  <a:pt x="94" y="311"/>
                </a:lnTo>
                <a:lnTo>
                  <a:pt x="94" y="310"/>
                </a:lnTo>
                <a:lnTo>
                  <a:pt x="95" y="310"/>
                </a:lnTo>
                <a:lnTo>
                  <a:pt x="96" y="310"/>
                </a:lnTo>
                <a:lnTo>
                  <a:pt x="96" y="309"/>
                </a:lnTo>
                <a:lnTo>
                  <a:pt x="97" y="309"/>
                </a:lnTo>
                <a:lnTo>
                  <a:pt x="98" y="310"/>
                </a:lnTo>
                <a:lnTo>
                  <a:pt x="100" y="310"/>
                </a:lnTo>
                <a:lnTo>
                  <a:pt x="101" y="310"/>
                </a:lnTo>
                <a:lnTo>
                  <a:pt x="101" y="309"/>
                </a:lnTo>
                <a:lnTo>
                  <a:pt x="102" y="309"/>
                </a:lnTo>
                <a:lnTo>
                  <a:pt x="102" y="308"/>
                </a:lnTo>
                <a:lnTo>
                  <a:pt x="103" y="308"/>
                </a:lnTo>
                <a:lnTo>
                  <a:pt x="104" y="309"/>
                </a:lnTo>
                <a:lnTo>
                  <a:pt x="105" y="309"/>
                </a:lnTo>
                <a:lnTo>
                  <a:pt x="105" y="308"/>
                </a:lnTo>
                <a:lnTo>
                  <a:pt x="106" y="308"/>
                </a:lnTo>
                <a:lnTo>
                  <a:pt x="107" y="307"/>
                </a:lnTo>
                <a:lnTo>
                  <a:pt x="108" y="308"/>
                </a:lnTo>
                <a:lnTo>
                  <a:pt x="109" y="308"/>
                </a:lnTo>
                <a:lnTo>
                  <a:pt x="111" y="308"/>
                </a:lnTo>
                <a:lnTo>
                  <a:pt x="112" y="308"/>
                </a:lnTo>
                <a:lnTo>
                  <a:pt x="113" y="308"/>
                </a:lnTo>
                <a:lnTo>
                  <a:pt x="113" y="309"/>
                </a:lnTo>
                <a:lnTo>
                  <a:pt x="114" y="309"/>
                </a:lnTo>
                <a:lnTo>
                  <a:pt x="115" y="309"/>
                </a:lnTo>
                <a:lnTo>
                  <a:pt x="116" y="309"/>
                </a:lnTo>
                <a:lnTo>
                  <a:pt x="116" y="308"/>
                </a:lnTo>
                <a:lnTo>
                  <a:pt x="117" y="308"/>
                </a:lnTo>
                <a:lnTo>
                  <a:pt x="120" y="308"/>
                </a:lnTo>
                <a:lnTo>
                  <a:pt x="121" y="308"/>
                </a:lnTo>
                <a:lnTo>
                  <a:pt x="122" y="308"/>
                </a:lnTo>
                <a:lnTo>
                  <a:pt x="123" y="308"/>
                </a:lnTo>
                <a:lnTo>
                  <a:pt x="124" y="307"/>
                </a:lnTo>
                <a:lnTo>
                  <a:pt x="125" y="306"/>
                </a:lnTo>
                <a:lnTo>
                  <a:pt x="125" y="305"/>
                </a:lnTo>
                <a:lnTo>
                  <a:pt x="126" y="303"/>
                </a:lnTo>
                <a:lnTo>
                  <a:pt x="126" y="300"/>
                </a:lnTo>
                <a:lnTo>
                  <a:pt x="125" y="298"/>
                </a:lnTo>
                <a:lnTo>
                  <a:pt x="127" y="295"/>
                </a:lnTo>
                <a:lnTo>
                  <a:pt x="128" y="294"/>
                </a:lnTo>
                <a:lnTo>
                  <a:pt x="129" y="293"/>
                </a:lnTo>
                <a:lnTo>
                  <a:pt x="130" y="292"/>
                </a:lnTo>
                <a:lnTo>
                  <a:pt x="131" y="292"/>
                </a:lnTo>
                <a:lnTo>
                  <a:pt x="132" y="291"/>
                </a:lnTo>
                <a:lnTo>
                  <a:pt x="134" y="291"/>
                </a:lnTo>
                <a:lnTo>
                  <a:pt x="134" y="290"/>
                </a:lnTo>
                <a:lnTo>
                  <a:pt x="135" y="290"/>
                </a:lnTo>
                <a:lnTo>
                  <a:pt x="135" y="289"/>
                </a:lnTo>
                <a:lnTo>
                  <a:pt x="136" y="286"/>
                </a:lnTo>
                <a:lnTo>
                  <a:pt x="135" y="285"/>
                </a:lnTo>
                <a:lnTo>
                  <a:pt x="134" y="284"/>
                </a:lnTo>
                <a:lnTo>
                  <a:pt x="134" y="283"/>
                </a:lnTo>
                <a:lnTo>
                  <a:pt x="134" y="282"/>
                </a:lnTo>
                <a:lnTo>
                  <a:pt x="134" y="281"/>
                </a:lnTo>
                <a:lnTo>
                  <a:pt x="134" y="280"/>
                </a:lnTo>
                <a:lnTo>
                  <a:pt x="135" y="279"/>
                </a:lnTo>
                <a:lnTo>
                  <a:pt x="136" y="272"/>
                </a:lnTo>
                <a:lnTo>
                  <a:pt x="136" y="271"/>
                </a:lnTo>
                <a:lnTo>
                  <a:pt x="136" y="270"/>
                </a:lnTo>
                <a:lnTo>
                  <a:pt x="134" y="268"/>
                </a:lnTo>
                <a:lnTo>
                  <a:pt x="134" y="267"/>
                </a:lnTo>
                <a:lnTo>
                  <a:pt x="134" y="266"/>
                </a:lnTo>
                <a:lnTo>
                  <a:pt x="135" y="266"/>
                </a:lnTo>
                <a:lnTo>
                  <a:pt x="137" y="267"/>
                </a:lnTo>
                <a:lnTo>
                  <a:pt x="137" y="268"/>
                </a:lnTo>
                <a:lnTo>
                  <a:pt x="138" y="268"/>
                </a:lnTo>
                <a:lnTo>
                  <a:pt x="139" y="268"/>
                </a:lnTo>
                <a:lnTo>
                  <a:pt x="139" y="267"/>
                </a:lnTo>
                <a:lnTo>
                  <a:pt x="139" y="265"/>
                </a:lnTo>
                <a:lnTo>
                  <a:pt x="138" y="264"/>
                </a:lnTo>
                <a:lnTo>
                  <a:pt x="136" y="264"/>
                </a:lnTo>
                <a:lnTo>
                  <a:pt x="135" y="263"/>
                </a:lnTo>
                <a:lnTo>
                  <a:pt x="135" y="262"/>
                </a:lnTo>
                <a:lnTo>
                  <a:pt x="135" y="261"/>
                </a:lnTo>
                <a:lnTo>
                  <a:pt x="136" y="261"/>
                </a:lnTo>
                <a:lnTo>
                  <a:pt x="137" y="260"/>
                </a:lnTo>
                <a:lnTo>
                  <a:pt x="138" y="260"/>
                </a:lnTo>
                <a:lnTo>
                  <a:pt x="139" y="259"/>
                </a:lnTo>
                <a:lnTo>
                  <a:pt x="141" y="258"/>
                </a:lnTo>
                <a:lnTo>
                  <a:pt x="143" y="257"/>
                </a:lnTo>
                <a:lnTo>
                  <a:pt x="144" y="257"/>
                </a:lnTo>
                <a:lnTo>
                  <a:pt x="145" y="256"/>
                </a:lnTo>
                <a:lnTo>
                  <a:pt x="146" y="256"/>
                </a:lnTo>
                <a:lnTo>
                  <a:pt x="147" y="256"/>
                </a:lnTo>
                <a:lnTo>
                  <a:pt x="148" y="256"/>
                </a:lnTo>
                <a:lnTo>
                  <a:pt x="148" y="257"/>
                </a:lnTo>
                <a:lnTo>
                  <a:pt x="149" y="257"/>
                </a:lnTo>
                <a:lnTo>
                  <a:pt x="151" y="258"/>
                </a:lnTo>
                <a:lnTo>
                  <a:pt x="156" y="259"/>
                </a:lnTo>
                <a:lnTo>
                  <a:pt x="158" y="259"/>
                </a:lnTo>
                <a:lnTo>
                  <a:pt x="158" y="260"/>
                </a:lnTo>
                <a:lnTo>
                  <a:pt x="159" y="260"/>
                </a:lnTo>
                <a:lnTo>
                  <a:pt x="162" y="262"/>
                </a:lnTo>
                <a:lnTo>
                  <a:pt x="163" y="262"/>
                </a:lnTo>
                <a:lnTo>
                  <a:pt x="164" y="261"/>
                </a:lnTo>
                <a:lnTo>
                  <a:pt x="164" y="260"/>
                </a:lnTo>
                <a:lnTo>
                  <a:pt x="165" y="260"/>
                </a:lnTo>
                <a:lnTo>
                  <a:pt x="166" y="259"/>
                </a:lnTo>
                <a:lnTo>
                  <a:pt x="167" y="259"/>
                </a:lnTo>
                <a:lnTo>
                  <a:pt x="168" y="260"/>
                </a:lnTo>
                <a:lnTo>
                  <a:pt x="170" y="260"/>
                </a:lnTo>
                <a:lnTo>
                  <a:pt x="173" y="261"/>
                </a:lnTo>
                <a:lnTo>
                  <a:pt x="175" y="262"/>
                </a:lnTo>
                <a:lnTo>
                  <a:pt x="177" y="263"/>
                </a:lnTo>
                <a:lnTo>
                  <a:pt x="178" y="264"/>
                </a:lnTo>
                <a:lnTo>
                  <a:pt x="178" y="265"/>
                </a:lnTo>
                <a:lnTo>
                  <a:pt x="178" y="266"/>
                </a:lnTo>
                <a:lnTo>
                  <a:pt x="179" y="266"/>
                </a:lnTo>
                <a:lnTo>
                  <a:pt x="184" y="268"/>
                </a:lnTo>
                <a:lnTo>
                  <a:pt x="188" y="269"/>
                </a:lnTo>
                <a:lnTo>
                  <a:pt x="189" y="269"/>
                </a:lnTo>
                <a:lnTo>
                  <a:pt x="190" y="269"/>
                </a:lnTo>
                <a:lnTo>
                  <a:pt x="192" y="266"/>
                </a:lnTo>
                <a:lnTo>
                  <a:pt x="194" y="265"/>
                </a:lnTo>
                <a:lnTo>
                  <a:pt x="195" y="263"/>
                </a:lnTo>
                <a:lnTo>
                  <a:pt x="196" y="262"/>
                </a:lnTo>
                <a:lnTo>
                  <a:pt x="196" y="261"/>
                </a:lnTo>
                <a:lnTo>
                  <a:pt x="197" y="261"/>
                </a:lnTo>
                <a:lnTo>
                  <a:pt x="198" y="262"/>
                </a:lnTo>
                <a:lnTo>
                  <a:pt x="199" y="262"/>
                </a:lnTo>
                <a:lnTo>
                  <a:pt x="200" y="263"/>
                </a:lnTo>
                <a:lnTo>
                  <a:pt x="203" y="265"/>
                </a:lnTo>
                <a:lnTo>
                  <a:pt x="204" y="264"/>
                </a:lnTo>
                <a:lnTo>
                  <a:pt x="204" y="263"/>
                </a:lnTo>
                <a:lnTo>
                  <a:pt x="204" y="262"/>
                </a:lnTo>
                <a:lnTo>
                  <a:pt x="207" y="262"/>
                </a:lnTo>
                <a:lnTo>
                  <a:pt x="209" y="262"/>
                </a:lnTo>
                <a:lnTo>
                  <a:pt x="210" y="262"/>
                </a:lnTo>
                <a:lnTo>
                  <a:pt x="211" y="263"/>
                </a:lnTo>
                <a:lnTo>
                  <a:pt x="212" y="263"/>
                </a:lnTo>
                <a:lnTo>
                  <a:pt x="212" y="262"/>
                </a:lnTo>
                <a:lnTo>
                  <a:pt x="212" y="261"/>
                </a:lnTo>
                <a:lnTo>
                  <a:pt x="212" y="257"/>
                </a:lnTo>
                <a:lnTo>
                  <a:pt x="212" y="255"/>
                </a:lnTo>
                <a:lnTo>
                  <a:pt x="211" y="254"/>
                </a:lnTo>
                <a:lnTo>
                  <a:pt x="210" y="253"/>
                </a:lnTo>
                <a:lnTo>
                  <a:pt x="210" y="252"/>
                </a:lnTo>
                <a:lnTo>
                  <a:pt x="210" y="251"/>
                </a:lnTo>
                <a:lnTo>
                  <a:pt x="213" y="248"/>
                </a:lnTo>
                <a:lnTo>
                  <a:pt x="214" y="247"/>
                </a:lnTo>
                <a:lnTo>
                  <a:pt x="215" y="245"/>
                </a:lnTo>
                <a:lnTo>
                  <a:pt x="216" y="241"/>
                </a:lnTo>
                <a:lnTo>
                  <a:pt x="216" y="240"/>
                </a:lnTo>
                <a:lnTo>
                  <a:pt x="215" y="240"/>
                </a:lnTo>
                <a:lnTo>
                  <a:pt x="215" y="239"/>
                </a:lnTo>
                <a:lnTo>
                  <a:pt x="215" y="232"/>
                </a:lnTo>
                <a:lnTo>
                  <a:pt x="215" y="225"/>
                </a:lnTo>
                <a:lnTo>
                  <a:pt x="215" y="224"/>
                </a:lnTo>
                <a:lnTo>
                  <a:pt x="218" y="221"/>
                </a:lnTo>
                <a:lnTo>
                  <a:pt x="220" y="218"/>
                </a:lnTo>
                <a:lnTo>
                  <a:pt x="222" y="214"/>
                </a:lnTo>
                <a:lnTo>
                  <a:pt x="223" y="212"/>
                </a:lnTo>
                <a:lnTo>
                  <a:pt x="224" y="212"/>
                </a:lnTo>
                <a:lnTo>
                  <a:pt x="224" y="211"/>
                </a:lnTo>
                <a:lnTo>
                  <a:pt x="224" y="210"/>
                </a:lnTo>
                <a:lnTo>
                  <a:pt x="225" y="207"/>
                </a:lnTo>
                <a:lnTo>
                  <a:pt x="225" y="206"/>
                </a:lnTo>
                <a:lnTo>
                  <a:pt x="225" y="205"/>
                </a:lnTo>
                <a:lnTo>
                  <a:pt x="225" y="204"/>
                </a:lnTo>
                <a:lnTo>
                  <a:pt x="226" y="203"/>
                </a:lnTo>
                <a:lnTo>
                  <a:pt x="226" y="201"/>
                </a:lnTo>
                <a:lnTo>
                  <a:pt x="228" y="200"/>
                </a:lnTo>
                <a:lnTo>
                  <a:pt x="229" y="198"/>
                </a:lnTo>
                <a:lnTo>
                  <a:pt x="229" y="197"/>
                </a:lnTo>
                <a:lnTo>
                  <a:pt x="230" y="196"/>
                </a:lnTo>
                <a:lnTo>
                  <a:pt x="230" y="195"/>
                </a:lnTo>
                <a:lnTo>
                  <a:pt x="230" y="194"/>
                </a:lnTo>
                <a:lnTo>
                  <a:pt x="230" y="193"/>
                </a:lnTo>
                <a:lnTo>
                  <a:pt x="231" y="192"/>
                </a:lnTo>
                <a:lnTo>
                  <a:pt x="231" y="191"/>
                </a:lnTo>
                <a:lnTo>
                  <a:pt x="232" y="189"/>
                </a:lnTo>
                <a:lnTo>
                  <a:pt x="234" y="186"/>
                </a:lnTo>
                <a:lnTo>
                  <a:pt x="235" y="184"/>
                </a:lnTo>
                <a:lnTo>
                  <a:pt x="235" y="183"/>
                </a:lnTo>
                <a:lnTo>
                  <a:pt x="235" y="182"/>
                </a:lnTo>
                <a:lnTo>
                  <a:pt x="236" y="182"/>
                </a:lnTo>
                <a:lnTo>
                  <a:pt x="236" y="181"/>
                </a:lnTo>
                <a:lnTo>
                  <a:pt x="237" y="181"/>
                </a:lnTo>
                <a:lnTo>
                  <a:pt x="237" y="180"/>
                </a:lnTo>
                <a:lnTo>
                  <a:pt x="237" y="178"/>
                </a:lnTo>
                <a:lnTo>
                  <a:pt x="237" y="177"/>
                </a:lnTo>
                <a:lnTo>
                  <a:pt x="237" y="176"/>
                </a:lnTo>
                <a:lnTo>
                  <a:pt x="238" y="176"/>
                </a:lnTo>
                <a:lnTo>
                  <a:pt x="238" y="174"/>
                </a:lnTo>
                <a:lnTo>
                  <a:pt x="239" y="173"/>
                </a:lnTo>
                <a:lnTo>
                  <a:pt x="240" y="172"/>
                </a:lnTo>
                <a:lnTo>
                  <a:pt x="241" y="171"/>
                </a:lnTo>
                <a:lnTo>
                  <a:pt x="241" y="170"/>
                </a:lnTo>
                <a:lnTo>
                  <a:pt x="242" y="169"/>
                </a:lnTo>
                <a:lnTo>
                  <a:pt x="243" y="169"/>
                </a:lnTo>
                <a:lnTo>
                  <a:pt x="243" y="166"/>
                </a:lnTo>
                <a:lnTo>
                  <a:pt x="243" y="165"/>
                </a:lnTo>
                <a:lnTo>
                  <a:pt x="243" y="163"/>
                </a:lnTo>
                <a:lnTo>
                  <a:pt x="243" y="162"/>
                </a:lnTo>
                <a:lnTo>
                  <a:pt x="244" y="161"/>
                </a:lnTo>
                <a:lnTo>
                  <a:pt x="245" y="159"/>
                </a:lnTo>
                <a:lnTo>
                  <a:pt x="246" y="158"/>
                </a:lnTo>
                <a:lnTo>
                  <a:pt x="247" y="156"/>
                </a:lnTo>
                <a:lnTo>
                  <a:pt x="248" y="155"/>
                </a:lnTo>
                <a:lnTo>
                  <a:pt x="248" y="154"/>
                </a:lnTo>
                <a:lnTo>
                  <a:pt x="249" y="153"/>
                </a:lnTo>
                <a:lnTo>
                  <a:pt x="249" y="152"/>
                </a:lnTo>
                <a:lnTo>
                  <a:pt x="249" y="151"/>
                </a:lnTo>
                <a:lnTo>
                  <a:pt x="250" y="151"/>
                </a:lnTo>
                <a:lnTo>
                  <a:pt x="250" y="150"/>
                </a:lnTo>
                <a:lnTo>
                  <a:pt x="249" y="149"/>
                </a:lnTo>
                <a:lnTo>
                  <a:pt x="249" y="147"/>
                </a:lnTo>
                <a:lnTo>
                  <a:pt x="249" y="146"/>
                </a:lnTo>
                <a:lnTo>
                  <a:pt x="249" y="145"/>
                </a:lnTo>
                <a:lnTo>
                  <a:pt x="250" y="144"/>
                </a:lnTo>
                <a:lnTo>
                  <a:pt x="250" y="143"/>
                </a:lnTo>
                <a:lnTo>
                  <a:pt x="251" y="142"/>
                </a:lnTo>
                <a:lnTo>
                  <a:pt x="252" y="142"/>
                </a:lnTo>
                <a:lnTo>
                  <a:pt x="253" y="140"/>
                </a:lnTo>
                <a:lnTo>
                  <a:pt x="254" y="140"/>
                </a:lnTo>
                <a:lnTo>
                  <a:pt x="256" y="138"/>
                </a:lnTo>
                <a:lnTo>
                  <a:pt x="256" y="137"/>
                </a:lnTo>
                <a:lnTo>
                  <a:pt x="257" y="137"/>
                </a:lnTo>
                <a:lnTo>
                  <a:pt x="258" y="136"/>
                </a:lnTo>
                <a:lnTo>
                  <a:pt x="259" y="134"/>
                </a:lnTo>
                <a:lnTo>
                  <a:pt x="259" y="133"/>
                </a:lnTo>
                <a:lnTo>
                  <a:pt x="258" y="132"/>
                </a:lnTo>
                <a:lnTo>
                  <a:pt x="258" y="131"/>
                </a:lnTo>
                <a:lnTo>
                  <a:pt x="259" y="129"/>
                </a:lnTo>
                <a:lnTo>
                  <a:pt x="260" y="128"/>
                </a:lnTo>
                <a:lnTo>
                  <a:pt x="260" y="125"/>
                </a:lnTo>
                <a:lnTo>
                  <a:pt x="261" y="125"/>
                </a:lnTo>
                <a:lnTo>
                  <a:pt x="262" y="125"/>
                </a:lnTo>
                <a:lnTo>
                  <a:pt x="262" y="124"/>
                </a:lnTo>
                <a:lnTo>
                  <a:pt x="263" y="124"/>
                </a:lnTo>
                <a:lnTo>
                  <a:pt x="264" y="124"/>
                </a:lnTo>
                <a:lnTo>
                  <a:pt x="264" y="125"/>
                </a:lnTo>
                <a:lnTo>
                  <a:pt x="265" y="125"/>
                </a:lnTo>
                <a:lnTo>
                  <a:pt x="266" y="125"/>
                </a:lnTo>
                <a:lnTo>
                  <a:pt x="267" y="125"/>
                </a:lnTo>
                <a:lnTo>
                  <a:pt x="268" y="124"/>
                </a:lnTo>
                <a:lnTo>
                  <a:pt x="272" y="120"/>
                </a:lnTo>
                <a:lnTo>
                  <a:pt x="273" y="120"/>
                </a:lnTo>
                <a:lnTo>
                  <a:pt x="274" y="118"/>
                </a:lnTo>
                <a:lnTo>
                  <a:pt x="275" y="116"/>
                </a:lnTo>
                <a:lnTo>
                  <a:pt x="281" y="114"/>
                </a:lnTo>
                <a:lnTo>
                  <a:pt x="283" y="114"/>
                </a:lnTo>
                <a:lnTo>
                  <a:pt x="288" y="118"/>
                </a:lnTo>
                <a:lnTo>
                  <a:pt x="289" y="118"/>
                </a:lnTo>
                <a:lnTo>
                  <a:pt x="294" y="121"/>
                </a:lnTo>
                <a:lnTo>
                  <a:pt x="295" y="121"/>
                </a:lnTo>
                <a:lnTo>
                  <a:pt x="296" y="121"/>
                </a:lnTo>
                <a:lnTo>
                  <a:pt x="299" y="122"/>
                </a:lnTo>
                <a:lnTo>
                  <a:pt x="300" y="122"/>
                </a:lnTo>
                <a:lnTo>
                  <a:pt x="301" y="122"/>
                </a:lnTo>
                <a:lnTo>
                  <a:pt x="306" y="124"/>
                </a:lnTo>
                <a:lnTo>
                  <a:pt x="308" y="125"/>
                </a:lnTo>
                <a:lnTo>
                  <a:pt x="309" y="125"/>
                </a:lnTo>
                <a:lnTo>
                  <a:pt x="310" y="125"/>
                </a:lnTo>
                <a:lnTo>
                  <a:pt x="311" y="126"/>
                </a:lnTo>
                <a:lnTo>
                  <a:pt x="312" y="127"/>
                </a:lnTo>
                <a:lnTo>
                  <a:pt x="313" y="128"/>
                </a:lnTo>
                <a:lnTo>
                  <a:pt x="314" y="128"/>
                </a:lnTo>
                <a:lnTo>
                  <a:pt x="314" y="129"/>
                </a:lnTo>
                <a:lnTo>
                  <a:pt x="315" y="130"/>
                </a:lnTo>
                <a:lnTo>
                  <a:pt x="317" y="132"/>
                </a:lnTo>
                <a:lnTo>
                  <a:pt x="319" y="134"/>
                </a:lnTo>
                <a:lnTo>
                  <a:pt x="320" y="134"/>
                </a:lnTo>
                <a:lnTo>
                  <a:pt x="323" y="136"/>
                </a:lnTo>
                <a:lnTo>
                  <a:pt x="326" y="139"/>
                </a:lnTo>
                <a:lnTo>
                  <a:pt x="328" y="139"/>
                </a:lnTo>
                <a:lnTo>
                  <a:pt x="329" y="139"/>
                </a:lnTo>
                <a:lnTo>
                  <a:pt x="330" y="138"/>
                </a:lnTo>
                <a:lnTo>
                  <a:pt x="331" y="138"/>
                </a:lnTo>
                <a:lnTo>
                  <a:pt x="334" y="135"/>
                </a:lnTo>
                <a:lnTo>
                  <a:pt x="336" y="134"/>
                </a:lnTo>
                <a:lnTo>
                  <a:pt x="337" y="133"/>
                </a:lnTo>
                <a:lnTo>
                  <a:pt x="340" y="132"/>
                </a:lnTo>
                <a:lnTo>
                  <a:pt x="340" y="131"/>
                </a:lnTo>
                <a:lnTo>
                  <a:pt x="342" y="130"/>
                </a:lnTo>
                <a:lnTo>
                  <a:pt x="344" y="130"/>
                </a:lnTo>
                <a:lnTo>
                  <a:pt x="345" y="129"/>
                </a:lnTo>
                <a:lnTo>
                  <a:pt x="345" y="128"/>
                </a:lnTo>
                <a:lnTo>
                  <a:pt x="345" y="127"/>
                </a:lnTo>
                <a:lnTo>
                  <a:pt x="345" y="126"/>
                </a:lnTo>
                <a:lnTo>
                  <a:pt x="345" y="125"/>
                </a:lnTo>
                <a:lnTo>
                  <a:pt x="346" y="125"/>
                </a:lnTo>
                <a:lnTo>
                  <a:pt x="346" y="124"/>
                </a:lnTo>
                <a:lnTo>
                  <a:pt x="346" y="123"/>
                </a:lnTo>
                <a:lnTo>
                  <a:pt x="346" y="122"/>
                </a:lnTo>
                <a:lnTo>
                  <a:pt x="346" y="121"/>
                </a:lnTo>
                <a:lnTo>
                  <a:pt x="347" y="120"/>
                </a:lnTo>
                <a:lnTo>
                  <a:pt x="347" y="119"/>
                </a:lnTo>
                <a:lnTo>
                  <a:pt x="347" y="118"/>
                </a:lnTo>
                <a:lnTo>
                  <a:pt x="347" y="117"/>
                </a:lnTo>
                <a:lnTo>
                  <a:pt x="347" y="116"/>
                </a:lnTo>
                <a:lnTo>
                  <a:pt x="347" y="115"/>
                </a:lnTo>
                <a:lnTo>
                  <a:pt x="348" y="115"/>
                </a:lnTo>
                <a:lnTo>
                  <a:pt x="348" y="114"/>
                </a:lnTo>
                <a:lnTo>
                  <a:pt x="348" y="113"/>
                </a:lnTo>
                <a:lnTo>
                  <a:pt x="348" y="112"/>
                </a:lnTo>
                <a:lnTo>
                  <a:pt x="349" y="111"/>
                </a:lnTo>
                <a:lnTo>
                  <a:pt x="349" y="110"/>
                </a:lnTo>
                <a:lnTo>
                  <a:pt x="349" y="109"/>
                </a:lnTo>
                <a:lnTo>
                  <a:pt x="349" y="108"/>
                </a:lnTo>
                <a:lnTo>
                  <a:pt x="349" y="107"/>
                </a:lnTo>
                <a:lnTo>
                  <a:pt x="349" y="105"/>
                </a:lnTo>
                <a:lnTo>
                  <a:pt x="349" y="104"/>
                </a:lnTo>
                <a:lnTo>
                  <a:pt x="349" y="103"/>
                </a:lnTo>
                <a:lnTo>
                  <a:pt x="350" y="102"/>
                </a:lnTo>
                <a:lnTo>
                  <a:pt x="351" y="102"/>
                </a:lnTo>
                <a:lnTo>
                  <a:pt x="352" y="101"/>
                </a:lnTo>
                <a:lnTo>
                  <a:pt x="353" y="101"/>
                </a:lnTo>
                <a:lnTo>
                  <a:pt x="355" y="100"/>
                </a:lnTo>
                <a:lnTo>
                  <a:pt x="356" y="99"/>
                </a:lnTo>
                <a:lnTo>
                  <a:pt x="357" y="99"/>
                </a:lnTo>
                <a:lnTo>
                  <a:pt x="359" y="98"/>
                </a:lnTo>
                <a:lnTo>
                  <a:pt x="361" y="97"/>
                </a:lnTo>
                <a:lnTo>
                  <a:pt x="363" y="96"/>
                </a:lnTo>
                <a:lnTo>
                  <a:pt x="364" y="96"/>
                </a:lnTo>
                <a:lnTo>
                  <a:pt x="365" y="96"/>
                </a:lnTo>
                <a:lnTo>
                  <a:pt x="365" y="95"/>
                </a:lnTo>
                <a:lnTo>
                  <a:pt x="366" y="95"/>
                </a:lnTo>
                <a:lnTo>
                  <a:pt x="367" y="95"/>
                </a:lnTo>
                <a:lnTo>
                  <a:pt x="367" y="94"/>
                </a:lnTo>
                <a:lnTo>
                  <a:pt x="368" y="94"/>
                </a:lnTo>
                <a:lnTo>
                  <a:pt x="369" y="94"/>
                </a:lnTo>
                <a:lnTo>
                  <a:pt x="372" y="93"/>
                </a:lnTo>
                <a:lnTo>
                  <a:pt x="373" y="93"/>
                </a:lnTo>
                <a:lnTo>
                  <a:pt x="374" y="92"/>
                </a:lnTo>
                <a:lnTo>
                  <a:pt x="375" y="92"/>
                </a:lnTo>
                <a:lnTo>
                  <a:pt x="376" y="92"/>
                </a:lnTo>
                <a:lnTo>
                  <a:pt x="377" y="91"/>
                </a:lnTo>
                <a:lnTo>
                  <a:pt x="378" y="91"/>
                </a:lnTo>
                <a:lnTo>
                  <a:pt x="381" y="90"/>
                </a:lnTo>
                <a:lnTo>
                  <a:pt x="382" y="90"/>
                </a:lnTo>
                <a:lnTo>
                  <a:pt x="383" y="90"/>
                </a:lnTo>
                <a:lnTo>
                  <a:pt x="384" y="90"/>
                </a:lnTo>
                <a:lnTo>
                  <a:pt x="385" y="89"/>
                </a:lnTo>
                <a:lnTo>
                  <a:pt x="386" y="88"/>
                </a:lnTo>
                <a:lnTo>
                  <a:pt x="387" y="88"/>
                </a:lnTo>
                <a:lnTo>
                  <a:pt x="387" y="87"/>
                </a:lnTo>
                <a:lnTo>
                  <a:pt x="388" y="87"/>
                </a:lnTo>
                <a:lnTo>
                  <a:pt x="389" y="87"/>
                </a:lnTo>
                <a:lnTo>
                  <a:pt x="389" y="86"/>
                </a:lnTo>
                <a:lnTo>
                  <a:pt x="390" y="86"/>
                </a:lnTo>
                <a:lnTo>
                  <a:pt x="391" y="86"/>
                </a:lnTo>
                <a:lnTo>
                  <a:pt x="392" y="86"/>
                </a:lnTo>
                <a:lnTo>
                  <a:pt x="394" y="85"/>
                </a:lnTo>
                <a:lnTo>
                  <a:pt x="395" y="85"/>
                </a:lnTo>
                <a:lnTo>
                  <a:pt x="396" y="85"/>
                </a:lnTo>
                <a:lnTo>
                  <a:pt x="397" y="84"/>
                </a:lnTo>
                <a:lnTo>
                  <a:pt x="398" y="84"/>
                </a:lnTo>
                <a:lnTo>
                  <a:pt x="399" y="83"/>
                </a:lnTo>
                <a:lnTo>
                  <a:pt x="401" y="82"/>
                </a:lnTo>
                <a:lnTo>
                  <a:pt x="401" y="81"/>
                </a:lnTo>
                <a:lnTo>
                  <a:pt x="402" y="81"/>
                </a:lnTo>
                <a:lnTo>
                  <a:pt x="403" y="81"/>
                </a:lnTo>
                <a:lnTo>
                  <a:pt x="403" y="82"/>
                </a:lnTo>
                <a:lnTo>
                  <a:pt x="403" y="83"/>
                </a:lnTo>
                <a:lnTo>
                  <a:pt x="404" y="84"/>
                </a:lnTo>
                <a:lnTo>
                  <a:pt x="405" y="85"/>
                </a:lnTo>
                <a:lnTo>
                  <a:pt x="406" y="86"/>
                </a:lnTo>
                <a:lnTo>
                  <a:pt x="407" y="88"/>
                </a:lnTo>
                <a:lnTo>
                  <a:pt x="408" y="88"/>
                </a:lnTo>
                <a:lnTo>
                  <a:pt x="409" y="91"/>
                </a:lnTo>
                <a:lnTo>
                  <a:pt x="410" y="93"/>
                </a:lnTo>
                <a:lnTo>
                  <a:pt x="410" y="94"/>
                </a:lnTo>
                <a:lnTo>
                  <a:pt x="410" y="95"/>
                </a:lnTo>
                <a:lnTo>
                  <a:pt x="411" y="96"/>
                </a:lnTo>
                <a:lnTo>
                  <a:pt x="411" y="97"/>
                </a:lnTo>
                <a:lnTo>
                  <a:pt x="412" y="98"/>
                </a:lnTo>
                <a:lnTo>
                  <a:pt x="413" y="99"/>
                </a:lnTo>
                <a:lnTo>
                  <a:pt x="415" y="99"/>
                </a:lnTo>
                <a:lnTo>
                  <a:pt x="415" y="100"/>
                </a:lnTo>
                <a:lnTo>
                  <a:pt x="416" y="100"/>
                </a:lnTo>
                <a:lnTo>
                  <a:pt x="417" y="100"/>
                </a:lnTo>
                <a:lnTo>
                  <a:pt x="417" y="99"/>
                </a:lnTo>
                <a:lnTo>
                  <a:pt x="420" y="99"/>
                </a:lnTo>
                <a:lnTo>
                  <a:pt x="420" y="100"/>
                </a:lnTo>
                <a:lnTo>
                  <a:pt x="421" y="100"/>
                </a:lnTo>
                <a:lnTo>
                  <a:pt x="422" y="100"/>
                </a:lnTo>
                <a:lnTo>
                  <a:pt x="426" y="99"/>
                </a:lnTo>
                <a:lnTo>
                  <a:pt x="427" y="99"/>
                </a:lnTo>
                <a:lnTo>
                  <a:pt x="428" y="98"/>
                </a:lnTo>
                <a:lnTo>
                  <a:pt x="429" y="98"/>
                </a:lnTo>
                <a:lnTo>
                  <a:pt x="430" y="98"/>
                </a:lnTo>
                <a:lnTo>
                  <a:pt x="432" y="98"/>
                </a:lnTo>
                <a:lnTo>
                  <a:pt x="433" y="97"/>
                </a:lnTo>
                <a:lnTo>
                  <a:pt x="434" y="97"/>
                </a:lnTo>
                <a:lnTo>
                  <a:pt x="435" y="97"/>
                </a:lnTo>
                <a:lnTo>
                  <a:pt x="435" y="96"/>
                </a:lnTo>
                <a:lnTo>
                  <a:pt x="437" y="96"/>
                </a:lnTo>
                <a:lnTo>
                  <a:pt x="439" y="95"/>
                </a:lnTo>
                <a:lnTo>
                  <a:pt x="440" y="95"/>
                </a:lnTo>
                <a:lnTo>
                  <a:pt x="442" y="94"/>
                </a:lnTo>
                <a:lnTo>
                  <a:pt x="443" y="94"/>
                </a:lnTo>
                <a:lnTo>
                  <a:pt x="444" y="94"/>
                </a:lnTo>
                <a:lnTo>
                  <a:pt x="444" y="93"/>
                </a:lnTo>
                <a:lnTo>
                  <a:pt x="446" y="93"/>
                </a:lnTo>
                <a:lnTo>
                  <a:pt x="447" y="94"/>
                </a:lnTo>
                <a:lnTo>
                  <a:pt x="448" y="94"/>
                </a:lnTo>
                <a:lnTo>
                  <a:pt x="448" y="93"/>
                </a:lnTo>
                <a:lnTo>
                  <a:pt x="449" y="93"/>
                </a:lnTo>
                <a:lnTo>
                  <a:pt x="449" y="92"/>
                </a:lnTo>
                <a:lnTo>
                  <a:pt x="450" y="92"/>
                </a:lnTo>
                <a:lnTo>
                  <a:pt x="451" y="91"/>
                </a:lnTo>
                <a:lnTo>
                  <a:pt x="452" y="91"/>
                </a:lnTo>
                <a:lnTo>
                  <a:pt x="452" y="90"/>
                </a:lnTo>
                <a:lnTo>
                  <a:pt x="453" y="90"/>
                </a:lnTo>
                <a:lnTo>
                  <a:pt x="454" y="89"/>
                </a:lnTo>
                <a:lnTo>
                  <a:pt x="454" y="88"/>
                </a:lnTo>
                <a:lnTo>
                  <a:pt x="454" y="87"/>
                </a:lnTo>
                <a:lnTo>
                  <a:pt x="456" y="85"/>
                </a:lnTo>
                <a:lnTo>
                  <a:pt x="457" y="84"/>
                </a:lnTo>
                <a:lnTo>
                  <a:pt x="457" y="83"/>
                </a:lnTo>
                <a:lnTo>
                  <a:pt x="458" y="83"/>
                </a:lnTo>
                <a:lnTo>
                  <a:pt x="459" y="82"/>
                </a:lnTo>
                <a:lnTo>
                  <a:pt x="460" y="81"/>
                </a:lnTo>
                <a:lnTo>
                  <a:pt x="461" y="79"/>
                </a:lnTo>
                <a:lnTo>
                  <a:pt x="461" y="78"/>
                </a:lnTo>
                <a:lnTo>
                  <a:pt x="462" y="78"/>
                </a:lnTo>
                <a:lnTo>
                  <a:pt x="462" y="77"/>
                </a:lnTo>
                <a:lnTo>
                  <a:pt x="463" y="77"/>
                </a:lnTo>
                <a:lnTo>
                  <a:pt x="464" y="77"/>
                </a:lnTo>
                <a:lnTo>
                  <a:pt x="464" y="76"/>
                </a:lnTo>
                <a:lnTo>
                  <a:pt x="466" y="75"/>
                </a:lnTo>
                <a:lnTo>
                  <a:pt x="466" y="74"/>
                </a:lnTo>
                <a:lnTo>
                  <a:pt x="467" y="74"/>
                </a:lnTo>
                <a:lnTo>
                  <a:pt x="467" y="73"/>
                </a:lnTo>
                <a:lnTo>
                  <a:pt x="468" y="72"/>
                </a:lnTo>
                <a:lnTo>
                  <a:pt x="468" y="71"/>
                </a:lnTo>
                <a:lnTo>
                  <a:pt x="468" y="70"/>
                </a:lnTo>
                <a:lnTo>
                  <a:pt x="468" y="69"/>
                </a:lnTo>
                <a:lnTo>
                  <a:pt x="469" y="69"/>
                </a:lnTo>
                <a:lnTo>
                  <a:pt x="471" y="67"/>
                </a:lnTo>
                <a:lnTo>
                  <a:pt x="473" y="66"/>
                </a:lnTo>
                <a:lnTo>
                  <a:pt x="475" y="64"/>
                </a:lnTo>
                <a:lnTo>
                  <a:pt x="476" y="64"/>
                </a:lnTo>
                <a:lnTo>
                  <a:pt x="476" y="63"/>
                </a:lnTo>
                <a:lnTo>
                  <a:pt x="477" y="63"/>
                </a:lnTo>
                <a:lnTo>
                  <a:pt x="479" y="63"/>
                </a:lnTo>
                <a:lnTo>
                  <a:pt x="480" y="62"/>
                </a:lnTo>
                <a:lnTo>
                  <a:pt x="480" y="61"/>
                </a:lnTo>
                <a:lnTo>
                  <a:pt x="481" y="60"/>
                </a:lnTo>
                <a:lnTo>
                  <a:pt x="481" y="59"/>
                </a:lnTo>
                <a:lnTo>
                  <a:pt x="482" y="59"/>
                </a:lnTo>
                <a:lnTo>
                  <a:pt x="482" y="58"/>
                </a:lnTo>
                <a:lnTo>
                  <a:pt x="483" y="58"/>
                </a:lnTo>
                <a:lnTo>
                  <a:pt x="483" y="57"/>
                </a:lnTo>
                <a:lnTo>
                  <a:pt x="483" y="55"/>
                </a:lnTo>
                <a:lnTo>
                  <a:pt x="484" y="53"/>
                </a:lnTo>
                <a:lnTo>
                  <a:pt x="484" y="52"/>
                </a:lnTo>
                <a:lnTo>
                  <a:pt x="485" y="52"/>
                </a:lnTo>
                <a:lnTo>
                  <a:pt x="486" y="53"/>
                </a:lnTo>
                <a:lnTo>
                  <a:pt x="487" y="54"/>
                </a:lnTo>
                <a:lnTo>
                  <a:pt x="487" y="55"/>
                </a:lnTo>
                <a:lnTo>
                  <a:pt x="488" y="55"/>
                </a:lnTo>
                <a:lnTo>
                  <a:pt x="489" y="55"/>
                </a:lnTo>
                <a:lnTo>
                  <a:pt x="489" y="56"/>
                </a:lnTo>
                <a:lnTo>
                  <a:pt x="490" y="56"/>
                </a:lnTo>
                <a:lnTo>
                  <a:pt x="490" y="58"/>
                </a:lnTo>
                <a:lnTo>
                  <a:pt x="491" y="58"/>
                </a:lnTo>
                <a:lnTo>
                  <a:pt x="491" y="59"/>
                </a:lnTo>
                <a:lnTo>
                  <a:pt x="492" y="59"/>
                </a:lnTo>
                <a:lnTo>
                  <a:pt x="492" y="60"/>
                </a:lnTo>
                <a:lnTo>
                  <a:pt x="495" y="63"/>
                </a:lnTo>
                <a:lnTo>
                  <a:pt x="496" y="63"/>
                </a:lnTo>
                <a:lnTo>
                  <a:pt x="496" y="64"/>
                </a:lnTo>
                <a:lnTo>
                  <a:pt x="496" y="65"/>
                </a:lnTo>
                <a:lnTo>
                  <a:pt x="497" y="65"/>
                </a:lnTo>
                <a:lnTo>
                  <a:pt x="498" y="65"/>
                </a:lnTo>
                <a:lnTo>
                  <a:pt x="501" y="62"/>
                </a:lnTo>
                <a:lnTo>
                  <a:pt x="501" y="61"/>
                </a:lnTo>
                <a:lnTo>
                  <a:pt x="501" y="60"/>
                </a:lnTo>
                <a:lnTo>
                  <a:pt x="501" y="59"/>
                </a:lnTo>
                <a:lnTo>
                  <a:pt x="502" y="58"/>
                </a:lnTo>
                <a:lnTo>
                  <a:pt x="503" y="56"/>
                </a:lnTo>
                <a:lnTo>
                  <a:pt x="504" y="56"/>
                </a:lnTo>
                <a:lnTo>
                  <a:pt x="505" y="56"/>
                </a:lnTo>
                <a:lnTo>
                  <a:pt x="507" y="54"/>
                </a:lnTo>
                <a:lnTo>
                  <a:pt x="507" y="53"/>
                </a:lnTo>
                <a:lnTo>
                  <a:pt x="507" y="52"/>
                </a:lnTo>
                <a:lnTo>
                  <a:pt x="507" y="50"/>
                </a:lnTo>
                <a:lnTo>
                  <a:pt x="508" y="50"/>
                </a:lnTo>
                <a:lnTo>
                  <a:pt x="508" y="49"/>
                </a:lnTo>
                <a:lnTo>
                  <a:pt x="509" y="49"/>
                </a:lnTo>
                <a:lnTo>
                  <a:pt x="510" y="49"/>
                </a:lnTo>
                <a:lnTo>
                  <a:pt x="511" y="49"/>
                </a:lnTo>
                <a:lnTo>
                  <a:pt x="511" y="48"/>
                </a:lnTo>
                <a:lnTo>
                  <a:pt x="512" y="48"/>
                </a:lnTo>
                <a:lnTo>
                  <a:pt x="515" y="48"/>
                </a:lnTo>
                <a:lnTo>
                  <a:pt x="516" y="48"/>
                </a:lnTo>
                <a:lnTo>
                  <a:pt x="516" y="49"/>
                </a:lnTo>
                <a:lnTo>
                  <a:pt x="517" y="48"/>
                </a:lnTo>
                <a:lnTo>
                  <a:pt x="517" y="49"/>
                </a:lnTo>
                <a:lnTo>
                  <a:pt x="518" y="49"/>
                </a:lnTo>
                <a:lnTo>
                  <a:pt x="519" y="48"/>
                </a:lnTo>
                <a:lnTo>
                  <a:pt x="520" y="47"/>
                </a:lnTo>
                <a:lnTo>
                  <a:pt x="521" y="47"/>
                </a:lnTo>
                <a:lnTo>
                  <a:pt x="523" y="46"/>
                </a:lnTo>
                <a:lnTo>
                  <a:pt x="526" y="43"/>
                </a:lnTo>
                <a:lnTo>
                  <a:pt x="527" y="40"/>
                </a:lnTo>
                <a:lnTo>
                  <a:pt x="526" y="40"/>
                </a:lnTo>
                <a:lnTo>
                  <a:pt x="526" y="39"/>
                </a:lnTo>
                <a:lnTo>
                  <a:pt x="526" y="38"/>
                </a:lnTo>
                <a:lnTo>
                  <a:pt x="526" y="36"/>
                </a:lnTo>
                <a:lnTo>
                  <a:pt x="526" y="35"/>
                </a:lnTo>
                <a:lnTo>
                  <a:pt x="525" y="35"/>
                </a:lnTo>
                <a:lnTo>
                  <a:pt x="524" y="34"/>
                </a:lnTo>
                <a:lnTo>
                  <a:pt x="523" y="34"/>
                </a:lnTo>
                <a:lnTo>
                  <a:pt x="523" y="33"/>
                </a:lnTo>
                <a:lnTo>
                  <a:pt x="522" y="31"/>
                </a:lnTo>
                <a:lnTo>
                  <a:pt x="521" y="31"/>
                </a:lnTo>
                <a:lnTo>
                  <a:pt x="520" y="30"/>
                </a:lnTo>
                <a:lnTo>
                  <a:pt x="520" y="29"/>
                </a:lnTo>
                <a:lnTo>
                  <a:pt x="521" y="27"/>
                </a:lnTo>
                <a:lnTo>
                  <a:pt x="521" y="26"/>
                </a:lnTo>
                <a:lnTo>
                  <a:pt x="522" y="25"/>
                </a:lnTo>
                <a:lnTo>
                  <a:pt x="523" y="24"/>
                </a:lnTo>
                <a:lnTo>
                  <a:pt x="523" y="23"/>
                </a:lnTo>
                <a:lnTo>
                  <a:pt x="523" y="22"/>
                </a:lnTo>
                <a:lnTo>
                  <a:pt x="523" y="19"/>
                </a:lnTo>
                <a:lnTo>
                  <a:pt x="523" y="18"/>
                </a:lnTo>
                <a:lnTo>
                  <a:pt x="523" y="17"/>
                </a:lnTo>
                <a:lnTo>
                  <a:pt x="523" y="15"/>
                </a:lnTo>
                <a:lnTo>
                  <a:pt x="523" y="13"/>
                </a:lnTo>
                <a:lnTo>
                  <a:pt x="523" y="12"/>
                </a:lnTo>
                <a:lnTo>
                  <a:pt x="522" y="11"/>
                </a:lnTo>
                <a:lnTo>
                  <a:pt x="521" y="10"/>
                </a:lnTo>
                <a:lnTo>
                  <a:pt x="521" y="7"/>
                </a:lnTo>
                <a:lnTo>
                  <a:pt x="521" y="6"/>
                </a:lnTo>
                <a:lnTo>
                  <a:pt x="522" y="5"/>
                </a:lnTo>
                <a:lnTo>
                  <a:pt x="523" y="5"/>
                </a:lnTo>
                <a:lnTo>
                  <a:pt x="523" y="4"/>
                </a:lnTo>
                <a:lnTo>
                  <a:pt x="524" y="4"/>
                </a:lnTo>
                <a:lnTo>
                  <a:pt x="524" y="3"/>
                </a:lnTo>
                <a:lnTo>
                  <a:pt x="525" y="3"/>
                </a:lnTo>
                <a:lnTo>
                  <a:pt x="526" y="2"/>
                </a:lnTo>
                <a:lnTo>
                  <a:pt x="527" y="2"/>
                </a:lnTo>
                <a:lnTo>
                  <a:pt x="528" y="3"/>
                </a:lnTo>
                <a:lnTo>
                  <a:pt x="529" y="3"/>
                </a:lnTo>
                <a:lnTo>
                  <a:pt x="531" y="1"/>
                </a:lnTo>
                <a:lnTo>
                  <a:pt x="531" y="0"/>
                </a:lnTo>
                <a:lnTo>
                  <a:pt x="532" y="1"/>
                </a:lnTo>
                <a:lnTo>
                  <a:pt x="532" y="2"/>
                </a:lnTo>
                <a:lnTo>
                  <a:pt x="53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8" name=""/>
          <p:cNvSpPr/>
          <p:nvPr/>
        </p:nvSpPr>
        <p:spPr>
          <a:xfrm>
            <a:off x="7042320" y="285480"/>
            <a:ext cx="1409760" cy="1235160"/>
          </a:xfrm>
          <a:custGeom>
            <a:avLst/>
            <a:gdLst/>
            <a:ahLst/>
            <a:rect l="0" t="0" r="r" b="b"/>
            <a:pathLst>
              <a:path w="3916" h="3431">
                <a:moveTo>
                  <a:pt x="3248" y="1"/>
                </a:moveTo>
                <a:lnTo>
                  <a:pt x="3249" y="2"/>
                </a:lnTo>
                <a:lnTo>
                  <a:pt x="3249" y="3"/>
                </a:lnTo>
                <a:lnTo>
                  <a:pt x="3250" y="3"/>
                </a:lnTo>
                <a:lnTo>
                  <a:pt x="3250" y="2"/>
                </a:lnTo>
                <a:lnTo>
                  <a:pt x="3251" y="2"/>
                </a:lnTo>
                <a:lnTo>
                  <a:pt x="3252" y="2"/>
                </a:lnTo>
                <a:lnTo>
                  <a:pt x="3252" y="3"/>
                </a:lnTo>
                <a:lnTo>
                  <a:pt x="3253" y="4"/>
                </a:lnTo>
                <a:lnTo>
                  <a:pt x="3253" y="5"/>
                </a:lnTo>
                <a:lnTo>
                  <a:pt x="3255" y="5"/>
                </a:lnTo>
                <a:lnTo>
                  <a:pt x="3255" y="7"/>
                </a:lnTo>
                <a:lnTo>
                  <a:pt x="3256" y="7"/>
                </a:lnTo>
                <a:lnTo>
                  <a:pt x="3256" y="6"/>
                </a:lnTo>
                <a:lnTo>
                  <a:pt x="3257" y="6"/>
                </a:lnTo>
                <a:lnTo>
                  <a:pt x="3258" y="6"/>
                </a:lnTo>
                <a:lnTo>
                  <a:pt x="3258" y="5"/>
                </a:lnTo>
                <a:lnTo>
                  <a:pt x="3258" y="6"/>
                </a:lnTo>
                <a:lnTo>
                  <a:pt x="3259" y="7"/>
                </a:lnTo>
                <a:lnTo>
                  <a:pt x="3260" y="7"/>
                </a:lnTo>
                <a:lnTo>
                  <a:pt x="3260" y="8"/>
                </a:lnTo>
                <a:lnTo>
                  <a:pt x="3261" y="9"/>
                </a:lnTo>
                <a:lnTo>
                  <a:pt x="3262" y="9"/>
                </a:lnTo>
                <a:lnTo>
                  <a:pt x="3262" y="10"/>
                </a:lnTo>
                <a:lnTo>
                  <a:pt x="3262" y="11"/>
                </a:lnTo>
                <a:lnTo>
                  <a:pt x="3263" y="11"/>
                </a:lnTo>
                <a:lnTo>
                  <a:pt x="3264" y="12"/>
                </a:lnTo>
                <a:lnTo>
                  <a:pt x="3265" y="12"/>
                </a:lnTo>
                <a:lnTo>
                  <a:pt x="3267" y="12"/>
                </a:lnTo>
                <a:lnTo>
                  <a:pt x="3268" y="11"/>
                </a:lnTo>
                <a:lnTo>
                  <a:pt x="3269" y="11"/>
                </a:lnTo>
                <a:lnTo>
                  <a:pt x="3269" y="12"/>
                </a:lnTo>
                <a:lnTo>
                  <a:pt x="3270" y="13"/>
                </a:lnTo>
                <a:lnTo>
                  <a:pt x="3271" y="13"/>
                </a:lnTo>
                <a:lnTo>
                  <a:pt x="3272" y="14"/>
                </a:lnTo>
                <a:lnTo>
                  <a:pt x="3273" y="14"/>
                </a:lnTo>
                <a:lnTo>
                  <a:pt x="3273" y="15"/>
                </a:lnTo>
                <a:lnTo>
                  <a:pt x="3273" y="17"/>
                </a:lnTo>
                <a:lnTo>
                  <a:pt x="3273" y="18"/>
                </a:lnTo>
                <a:lnTo>
                  <a:pt x="3273" y="19"/>
                </a:lnTo>
                <a:lnTo>
                  <a:pt x="3273" y="20"/>
                </a:lnTo>
                <a:lnTo>
                  <a:pt x="3273" y="21"/>
                </a:lnTo>
                <a:lnTo>
                  <a:pt x="3274" y="22"/>
                </a:lnTo>
                <a:lnTo>
                  <a:pt x="3273" y="23"/>
                </a:lnTo>
                <a:lnTo>
                  <a:pt x="3272" y="24"/>
                </a:lnTo>
                <a:lnTo>
                  <a:pt x="3271" y="24"/>
                </a:lnTo>
                <a:lnTo>
                  <a:pt x="3271" y="25"/>
                </a:lnTo>
                <a:lnTo>
                  <a:pt x="3272" y="27"/>
                </a:lnTo>
                <a:lnTo>
                  <a:pt x="3273" y="28"/>
                </a:lnTo>
                <a:lnTo>
                  <a:pt x="3274" y="28"/>
                </a:lnTo>
                <a:lnTo>
                  <a:pt x="3275" y="29"/>
                </a:lnTo>
                <a:lnTo>
                  <a:pt x="3276" y="29"/>
                </a:lnTo>
                <a:lnTo>
                  <a:pt x="3277" y="29"/>
                </a:lnTo>
                <a:lnTo>
                  <a:pt x="3277" y="30"/>
                </a:lnTo>
                <a:lnTo>
                  <a:pt x="3278" y="30"/>
                </a:lnTo>
                <a:lnTo>
                  <a:pt x="3279" y="30"/>
                </a:lnTo>
                <a:lnTo>
                  <a:pt x="3280" y="31"/>
                </a:lnTo>
                <a:lnTo>
                  <a:pt x="3281" y="32"/>
                </a:lnTo>
                <a:lnTo>
                  <a:pt x="3283" y="32"/>
                </a:lnTo>
                <a:lnTo>
                  <a:pt x="3283" y="31"/>
                </a:lnTo>
                <a:lnTo>
                  <a:pt x="3284" y="31"/>
                </a:lnTo>
                <a:lnTo>
                  <a:pt x="3285" y="31"/>
                </a:lnTo>
                <a:lnTo>
                  <a:pt x="3287" y="32"/>
                </a:lnTo>
                <a:lnTo>
                  <a:pt x="3287" y="33"/>
                </a:lnTo>
                <a:lnTo>
                  <a:pt x="3287" y="34"/>
                </a:lnTo>
                <a:lnTo>
                  <a:pt x="3288" y="35"/>
                </a:lnTo>
                <a:lnTo>
                  <a:pt x="3288" y="36"/>
                </a:lnTo>
                <a:lnTo>
                  <a:pt x="3289" y="36"/>
                </a:lnTo>
                <a:lnTo>
                  <a:pt x="3290" y="36"/>
                </a:lnTo>
                <a:lnTo>
                  <a:pt x="3290" y="37"/>
                </a:lnTo>
                <a:lnTo>
                  <a:pt x="3290" y="38"/>
                </a:lnTo>
                <a:lnTo>
                  <a:pt x="3291" y="39"/>
                </a:lnTo>
                <a:lnTo>
                  <a:pt x="3290" y="39"/>
                </a:lnTo>
                <a:lnTo>
                  <a:pt x="3290" y="40"/>
                </a:lnTo>
                <a:lnTo>
                  <a:pt x="3290" y="41"/>
                </a:lnTo>
                <a:lnTo>
                  <a:pt x="3290" y="42"/>
                </a:lnTo>
                <a:lnTo>
                  <a:pt x="3291" y="42"/>
                </a:lnTo>
                <a:lnTo>
                  <a:pt x="3292" y="43"/>
                </a:lnTo>
                <a:lnTo>
                  <a:pt x="3293" y="44"/>
                </a:lnTo>
                <a:lnTo>
                  <a:pt x="3294" y="44"/>
                </a:lnTo>
                <a:lnTo>
                  <a:pt x="3295" y="45"/>
                </a:lnTo>
                <a:lnTo>
                  <a:pt x="3297" y="46"/>
                </a:lnTo>
                <a:lnTo>
                  <a:pt x="3296" y="46"/>
                </a:lnTo>
                <a:lnTo>
                  <a:pt x="3296" y="47"/>
                </a:lnTo>
                <a:lnTo>
                  <a:pt x="3296" y="48"/>
                </a:lnTo>
                <a:lnTo>
                  <a:pt x="3295" y="48"/>
                </a:lnTo>
                <a:lnTo>
                  <a:pt x="3295" y="49"/>
                </a:lnTo>
                <a:lnTo>
                  <a:pt x="3294" y="50"/>
                </a:lnTo>
                <a:lnTo>
                  <a:pt x="3294" y="51"/>
                </a:lnTo>
                <a:lnTo>
                  <a:pt x="3294" y="52"/>
                </a:lnTo>
                <a:lnTo>
                  <a:pt x="3294" y="53"/>
                </a:lnTo>
                <a:lnTo>
                  <a:pt x="3294" y="54"/>
                </a:lnTo>
                <a:lnTo>
                  <a:pt x="3294" y="55"/>
                </a:lnTo>
                <a:lnTo>
                  <a:pt x="3293" y="56"/>
                </a:lnTo>
                <a:lnTo>
                  <a:pt x="3292" y="56"/>
                </a:lnTo>
                <a:lnTo>
                  <a:pt x="3292" y="57"/>
                </a:lnTo>
                <a:lnTo>
                  <a:pt x="3291" y="58"/>
                </a:lnTo>
                <a:lnTo>
                  <a:pt x="3290" y="59"/>
                </a:lnTo>
                <a:lnTo>
                  <a:pt x="3289" y="59"/>
                </a:lnTo>
                <a:lnTo>
                  <a:pt x="3288" y="60"/>
                </a:lnTo>
                <a:lnTo>
                  <a:pt x="3287" y="60"/>
                </a:lnTo>
                <a:lnTo>
                  <a:pt x="3286" y="60"/>
                </a:lnTo>
                <a:lnTo>
                  <a:pt x="3285" y="61"/>
                </a:lnTo>
                <a:lnTo>
                  <a:pt x="3286" y="62"/>
                </a:lnTo>
                <a:lnTo>
                  <a:pt x="3286" y="63"/>
                </a:lnTo>
                <a:lnTo>
                  <a:pt x="3285" y="63"/>
                </a:lnTo>
                <a:lnTo>
                  <a:pt x="3285" y="64"/>
                </a:lnTo>
                <a:lnTo>
                  <a:pt x="3284" y="66"/>
                </a:lnTo>
                <a:lnTo>
                  <a:pt x="3284" y="67"/>
                </a:lnTo>
                <a:lnTo>
                  <a:pt x="3284" y="68"/>
                </a:lnTo>
                <a:lnTo>
                  <a:pt x="3284" y="69"/>
                </a:lnTo>
                <a:lnTo>
                  <a:pt x="3283" y="70"/>
                </a:lnTo>
                <a:lnTo>
                  <a:pt x="3283" y="72"/>
                </a:lnTo>
                <a:lnTo>
                  <a:pt x="3283" y="73"/>
                </a:lnTo>
                <a:lnTo>
                  <a:pt x="3283" y="75"/>
                </a:lnTo>
                <a:lnTo>
                  <a:pt x="3283" y="76"/>
                </a:lnTo>
                <a:lnTo>
                  <a:pt x="3282" y="76"/>
                </a:lnTo>
                <a:lnTo>
                  <a:pt x="3282" y="77"/>
                </a:lnTo>
                <a:lnTo>
                  <a:pt x="3282" y="78"/>
                </a:lnTo>
                <a:lnTo>
                  <a:pt x="3282" y="79"/>
                </a:lnTo>
                <a:lnTo>
                  <a:pt x="3281" y="80"/>
                </a:lnTo>
                <a:lnTo>
                  <a:pt x="3280" y="80"/>
                </a:lnTo>
                <a:lnTo>
                  <a:pt x="3279" y="81"/>
                </a:lnTo>
                <a:lnTo>
                  <a:pt x="3279" y="82"/>
                </a:lnTo>
                <a:lnTo>
                  <a:pt x="3278" y="83"/>
                </a:lnTo>
                <a:lnTo>
                  <a:pt x="3277" y="83"/>
                </a:lnTo>
                <a:lnTo>
                  <a:pt x="3276" y="84"/>
                </a:lnTo>
                <a:lnTo>
                  <a:pt x="3275" y="84"/>
                </a:lnTo>
                <a:lnTo>
                  <a:pt x="3276" y="84"/>
                </a:lnTo>
                <a:lnTo>
                  <a:pt x="3276" y="85"/>
                </a:lnTo>
                <a:lnTo>
                  <a:pt x="3276" y="87"/>
                </a:lnTo>
                <a:lnTo>
                  <a:pt x="3275" y="88"/>
                </a:lnTo>
                <a:lnTo>
                  <a:pt x="3276" y="88"/>
                </a:lnTo>
                <a:lnTo>
                  <a:pt x="3277" y="89"/>
                </a:lnTo>
                <a:lnTo>
                  <a:pt x="3278" y="89"/>
                </a:lnTo>
                <a:lnTo>
                  <a:pt x="3278" y="90"/>
                </a:lnTo>
                <a:lnTo>
                  <a:pt x="3278" y="91"/>
                </a:lnTo>
                <a:lnTo>
                  <a:pt x="3279" y="91"/>
                </a:lnTo>
                <a:lnTo>
                  <a:pt x="3278" y="92"/>
                </a:lnTo>
                <a:lnTo>
                  <a:pt x="3277" y="93"/>
                </a:lnTo>
                <a:lnTo>
                  <a:pt x="3277" y="94"/>
                </a:lnTo>
                <a:lnTo>
                  <a:pt x="3276" y="95"/>
                </a:lnTo>
                <a:lnTo>
                  <a:pt x="3276" y="96"/>
                </a:lnTo>
                <a:lnTo>
                  <a:pt x="3276" y="97"/>
                </a:lnTo>
                <a:lnTo>
                  <a:pt x="3275" y="98"/>
                </a:lnTo>
                <a:lnTo>
                  <a:pt x="3274" y="99"/>
                </a:lnTo>
                <a:lnTo>
                  <a:pt x="3273" y="100"/>
                </a:lnTo>
                <a:lnTo>
                  <a:pt x="3271" y="101"/>
                </a:lnTo>
                <a:lnTo>
                  <a:pt x="3270" y="103"/>
                </a:lnTo>
                <a:lnTo>
                  <a:pt x="3269" y="103"/>
                </a:lnTo>
                <a:lnTo>
                  <a:pt x="3269" y="104"/>
                </a:lnTo>
                <a:lnTo>
                  <a:pt x="3269" y="105"/>
                </a:lnTo>
                <a:lnTo>
                  <a:pt x="3268" y="107"/>
                </a:lnTo>
                <a:lnTo>
                  <a:pt x="3267" y="108"/>
                </a:lnTo>
                <a:lnTo>
                  <a:pt x="3267" y="109"/>
                </a:lnTo>
                <a:lnTo>
                  <a:pt x="3266" y="109"/>
                </a:lnTo>
                <a:lnTo>
                  <a:pt x="3265" y="109"/>
                </a:lnTo>
                <a:lnTo>
                  <a:pt x="3264" y="109"/>
                </a:lnTo>
                <a:lnTo>
                  <a:pt x="3263" y="110"/>
                </a:lnTo>
                <a:lnTo>
                  <a:pt x="3263" y="112"/>
                </a:lnTo>
                <a:lnTo>
                  <a:pt x="3262" y="112"/>
                </a:lnTo>
                <a:lnTo>
                  <a:pt x="3262" y="113"/>
                </a:lnTo>
                <a:lnTo>
                  <a:pt x="3262" y="114"/>
                </a:lnTo>
                <a:lnTo>
                  <a:pt x="3262" y="115"/>
                </a:lnTo>
                <a:lnTo>
                  <a:pt x="3261" y="116"/>
                </a:lnTo>
                <a:lnTo>
                  <a:pt x="3261" y="117"/>
                </a:lnTo>
                <a:lnTo>
                  <a:pt x="3261" y="118"/>
                </a:lnTo>
                <a:lnTo>
                  <a:pt x="3260" y="119"/>
                </a:lnTo>
                <a:lnTo>
                  <a:pt x="3260" y="120"/>
                </a:lnTo>
                <a:lnTo>
                  <a:pt x="3259" y="120"/>
                </a:lnTo>
                <a:lnTo>
                  <a:pt x="3259" y="121"/>
                </a:lnTo>
                <a:lnTo>
                  <a:pt x="3258" y="121"/>
                </a:lnTo>
                <a:lnTo>
                  <a:pt x="3258" y="122"/>
                </a:lnTo>
                <a:lnTo>
                  <a:pt x="3257" y="124"/>
                </a:lnTo>
                <a:lnTo>
                  <a:pt x="3256" y="125"/>
                </a:lnTo>
                <a:lnTo>
                  <a:pt x="3256" y="126"/>
                </a:lnTo>
                <a:lnTo>
                  <a:pt x="3255" y="126"/>
                </a:lnTo>
                <a:lnTo>
                  <a:pt x="3254" y="126"/>
                </a:lnTo>
                <a:lnTo>
                  <a:pt x="3254" y="127"/>
                </a:lnTo>
                <a:lnTo>
                  <a:pt x="3254" y="128"/>
                </a:lnTo>
                <a:lnTo>
                  <a:pt x="3254" y="129"/>
                </a:lnTo>
                <a:lnTo>
                  <a:pt x="3253" y="129"/>
                </a:lnTo>
                <a:lnTo>
                  <a:pt x="3252" y="130"/>
                </a:lnTo>
                <a:lnTo>
                  <a:pt x="3251" y="130"/>
                </a:lnTo>
                <a:lnTo>
                  <a:pt x="3250" y="130"/>
                </a:lnTo>
                <a:lnTo>
                  <a:pt x="3249" y="130"/>
                </a:lnTo>
                <a:lnTo>
                  <a:pt x="3249" y="131"/>
                </a:lnTo>
                <a:lnTo>
                  <a:pt x="3248" y="131"/>
                </a:lnTo>
                <a:lnTo>
                  <a:pt x="3247" y="132"/>
                </a:lnTo>
                <a:lnTo>
                  <a:pt x="3246" y="132"/>
                </a:lnTo>
                <a:lnTo>
                  <a:pt x="3245" y="132"/>
                </a:lnTo>
                <a:lnTo>
                  <a:pt x="3245" y="133"/>
                </a:lnTo>
                <a:lnTo>
                  <a:pt x="3245" y="134"/>
                </a:lnTo>
                <a:lnTo>
                  <a:pt x="3244" y="135"/>
                </a:lnTo>
                <a:lnTo>
                  <a:pt x="3243" y="135"/>
                </a:lnTo>
                <a:lnTo>
                  <a:pt x="3243" y="136"/>
                </a:lnTo>
                <a:lnTo>
                  <a:pt x="3243" y="137"/>
                </a:lnTo>
                <a:lnTo>
                  <a:pt x="3244" y="137"/>
                </a:lnTo>
                <a:lnTo>
                  <a:pt x="3244" y="138"/>
                </a:lnTo>
                <a:lnTo>
                  <a:pt x="3243" y="138"/>
                </a:lnTo>
                <a:lnTo>
                  <a:pt x="3242" y="139"/>
                </a:lnTo>
                <a:lnTo>
                  <a:pt x="3242" y="140"/>
                </a:lnTo>
                <a:lnTo>
                  <a:pt x="3241" y="140"/>
                </a:lnTo>
                <a:lnTo>
                  <a:pt x="3241" y="141"/>
                </a:lnTo>
                <a:lnTo>
                  <a:pt x="3240" y="141"/>
                </a:lnTo>
                <a:lnTo>
                  <a:pt x="3239" y="142"/>
                </a:lnTo>
                <a:lnTo>
                  <a:pt x="3238" y="143"/>
                </a:lnTo>
                <a:lnTo>
                  <a:pt x="3238" y="144"/>
                </a:lnTo>
                <a:lnTo>
                  <a:pt x="3237" y="145"/>
                </a:lnTo>
                <a:lnTo>
                  <a:pt x="3237" y="146"/>
                </a:lnTo>
                <a:lnTo>
                  <a:pt x="3236" y="146"/>
                </a:lnTo>
                <a:lnTo>
                  <a:pt x="3235" y="146"/>
                </a:lnTo>
                <a:lnTo>
                  <a:pt x="3235" y="147"/>
                </a:lnTo>
                <a:lnTo>
                  <a:pt x="3234" y="147"/>
                </a:lnTo>
                <a:lnTo>
                  <a:pt x="3234" y="148"/>
                </a:lnTo>
                <a:lnTo>
                  <a:pt x="3233" y="150"/>
                </a:lnTo>
                <a:lnTo>
                  <a:pt x="3232" y="150"/>
                </a:lnTo>
                <a:lnTo>
                  <a:pt x="3232" y="151"/>
                </a:lnTo>
                <a:lnTo>
                  <a:pt x="3233" y="151"/>
                </a:lnTo>
                <a:lnTo>
                  <a:pt x="3234" y="152"/>
                </a:lnTo>
                <a:lnTo>
                  <a:pt x="3236" y="153"/>
                </a:lnTo>
                <a:lnTo>
                  <a:pt x="3238" y="154"/>
                </a:lnTo>
                <a:lnTo>
                  <a:pt x="3239" y="153"/>
                </a:lnTo>
                <a:lnTo>
                  <a:pt x="3240" y="152"/>
                </a:lnTo>
                <a:lnTo>
                  <a:pt x="3242" y="152"/>
                </a:lnTo>
                <a:lnTo>
                  <a:pt x="3243" y="152"/>
                </a:lnTo>
                <a:lnTo>
                  <a:pt x="3243" y="151"/>
                </a:lnTo>
                <a:lnTo>
                  <a:pt x="3243" y="150"/>
                </a:lnTo>
                <a:lnTo>
                  <a:pt x="3244" y="150"/>
                </a:lnTo>
                <a:lnTo>
                  <a:pt x="3246" y="151"/>
                </a:lnTo>
                <a:lnTo>
                  <a:pt x="3247" y="152"/>
                </a:lnTo>
                <a:lnTo>
                  <a:pt x="3248" y="152"/>
                </a:lnTo>
                <a:lnTo>
                  <a:pt x="3249" y="152"/>
                </a:lnTo>
                <a:lnTo>
                  <a:pt x="3250" y="152"/>
                </a:lnTo>
                <a:lnTo>
                  <a:pt x="3250" y="153"/>
                </a:lnTo>
                <a:lnTo>
                  <a:pt x="3251" y="153"/>
                </a:lnTo>
                <a:lnTo>
                  <a:pt x="3251" y="156"/>
                </a:lnTo>
                <a:lnTo>
                  <a:pt x="3252" y="156"/>
                </a:lnTo>
                <a:lnTo>
                  <a:pt x="3253" y="156"/>
                </a:lnTo>
                <a:lnTo>
                  <a:pt x="3253" y="157"/>
                </a:lnTo>
                <a:lnTo>
                  <a:pt x="3254" y="157"/>
                </a:lnTo>
                <a:lnTo>
                  <a:pt x="3254" y="158"/>
                </a:lnTo>
                <a:lnTo>
                  <a:pt x="3255" y="158"/>
                </a:lnTo>
                <a:lnTo>
                  <a:pt x="3255" y="159"/>
                </a:lnTo>
                <a:lnTo>
                  <a:pt x="3256" y="160"/>
                </a:lnTo>
                <a:lnTo>
                  <a:pt x="3257" y="160"/>
                </a:lnTo>
                <a:lnTo>
                  <a:pt x="3257" y="159"/>
                </a:lnTo>
                <a:lnTo>
                  <a:pt x="3258" y="159"/>
                </a:lnTo>
                <a:lnTo>
                  <a:pt x="3259" y="159"/>
                </a:lnTo>
                <a:lnTo>
                  <a:pt x="3259" y="160"/>
                </a:lnTo>
                <a:lnTo>
                  <a:pt x="3260" y="160"/>
                </a:lnTo>
                <a:lnTo>
                  <a:pt x="3261" y="160"/>
                </a:lnTo>
                <a:lnTo>
                  <a:pt x="3262" y="160"/>
                </a:lnTo>
                <a:lnTo>
                  <a:pt x="3263" y="160"/>
                </a:lnTo>
                <a:lnTo>
                  <a:pt x="3263" y="161"/>
                </a:lnTo>
                <a:lnTo>
                  <a:pt x="3263" y="162"/>
                </a:lnTo>
                <a:lnTo>
                  <a:pt x="3263" y="163"/>
                </a:lnTo>
                <a:lnTo>
                  <a:pt x="3264" y="164"/>
                </a:lnTo>
                <a:lnTo>
                  <a:pt x="3265" y="165"/>
                </a:lnTo>
                <a:lnTo>
                  <a:pt x="3266" y="165"/>
                </a:lnTo>
                <a:lnTo>
                  <a:pt x="3267" y="165"/>
                </a:lnTo>
                <a:lnTo>
                  <a:pt x="3268" y="165"/>
                </a:lnTo>
                <a:lnTo>
                  <a:pt x="3268" y="166"/>
                </a:lnTo>
                <a:lnTo>
                  <a:pt x="3269" y="166"/>
                </a:lnTo>
                <a:lnTo>
                  <a:pt x="3270" y="166"/>
                </a:lnTo>
                <a:lnTo>
                  <a:pt x="3271" y="166"/>
                </a:lnTo>
                <a:lnTo>
                  <a:pt x="3271" y="167"/>
                </a:lnTo>
                <a:lnTo>
                  <a:pt x="3272" y="167"/>
                </a:lnTo>
                <a:lnTo>
                  <a:pt x="3273" y="166"/>
                </a:lnTo>
                <a:lnTo>
                  <a:pt x="3274" y="166"/>
                </a:lnTo>
                <a:lnTo>
                  <a:pt x="3275" y="166"/>
                </a:lnTo>
                <a:lnTo>
                  <a:pt x="3275" y="167"/>
                </a:lnTo>
                <a:lnTo>
                  <a:pt x="3276" y="167"/>
                </a:lnTo>
                <a:lnTo>
                  <a:pt x="3277" y="168"/>
                </a:lnTo>
                <a:lnTo>
                  <a:pt x="3277" y="169"/>
                </a:lnTo>
                <a:lnTo>
                  <a:pt x="3278" y="169"/>
                </a:lnTo>
                <a:lnTo>
                  <a:pt x="3278" y="170"/>
                </a:lnTo>
                <a:lnTo>
                  <a:pt x="3279" y="171"/>
                </a:lnTo>
                <a:lnTo>
                  <a:pt x="3280" y="171"/>
                </a:lnTo>
                <a:lnTo>
                  <a:pt x="3281" y="171"/>
                </a:lnTo>
                <a:lnTo>
                  <a:pt x="3282" y="170"/>
                </a:lnTo>
                <a:lnTo>
                  <a:pt x="3282" y="169"/>
                </a:lnTo>
                <a:lnTo>
                  <a:pt x="3283" y="169"/>
                </a:lnTo>
                <a:lnTo>
                  <a:pt x="3284" y="169"/>
                </a:lnTo>
                <a:lnTo>
                  <a:pt x="3285" y="170"/>
                </a:lnTo>
                <a:lnTo>
                  <a:pt x="3286" y="170"/>
                </a:lnTo>
                <a:lnTo>
                  <a:pt x="3287" y="170"/>
                </a:lnTo>
                <a:lnTo>
                  <a:pt x="3287" y="171"/>
                </a:lnTo>
                <a:lnTo>
                  <a:pt x="3288" y="172"/>
                </a:lnTo>
                <a:lnTo>
                  <a:pt x="3290" y="172"/>
                </a:lnTo>
                <a:lnTo>
                  <a:pt x="3291" y="172"/>
                </a:lnTo>
                <a:lnTo>
                  <a:pt x="3292" y="171"/>
                </a:lnTo>
                <a:lnTo>
                  <a:pt x="3293" y="171"/>
                </a:lnTo>
                <a:lnTo>
                  <a:pt x="3295" y="170"/>
                </a:lnTo>
                <a:lnTo>
                  <a:pt x="3296" y="171"/>
                </a:lnTo>
                <a:lnTo>
                  <a:pt x="3296" y="172"/>
                </a:lnTo>
                <a:lnTo>
                  <a:pt x="3297" y="173"/>
                </a:lnTo>
                <a:lnTo>
                  <a:pt x="3298" y="173"/>
                </a:lnTo>
                <a:lnTo>
                  <a:pt x="3299" y="173"/>
                </a:lnTo>
                <a:lnTo>
                  <a:pt x="3300" y="175"/>
                </a:lnTo>
                <a:lnTo>
                  <a:pt x="3300" y="176"/>
                </a:lnTo>
                <a:lnTo>
                  <a:pt x="3299" y="176"/>
                </a:lnTo>
                <a:lnTo>
                  <a:pt x="3300" y="177"/>
                </a:lnTo>
                <a:lnTo>
                  <a:pt x="3299" y="179"/>
                </a:lnTo>
                <a:lnTo>
                  <a:pt x="3299" y="180"/>
                </a:lnTo>
                <a:lnTo>
                  <a:pt x="3299" y="181"/>
                </a:lnTo>
                <a:lnTo>
                  <a:pt x="3300" y="181"/>
                </a:lnTo>
                <a:lnTo>
                  <a:pt x="3301" y="182"/>
                </a:lnTo>
                <a:lnTo>
                  <a:pt x="3302" y="183"/>
                </a:lnTo>
                <a:lnTo>
                  <a:pt x="3303" y="183"/>
                </a:lnTo>
                <a:lnTo>
                  <a:pt x="3304" y="184"/>
                </a:lnTo>
                <a:lnTo>
                  <a:pt x="3305" y="185"/>
                </a:lnTo>
                <a:lnTo>
                  <a:pt x="3305" y="186"/>
                </a:lnTo>
                <a:lnTo>
                  <a:pt x="3306" y="187"/>
                </a:lnTo>
                <a:lnTo>
                  <a:pt x="3307" y="188"/>
                </a:lnTo>
                <a:lnTo>
                  <a:pt x="3308" y="190"/>
                </a:lnTo>
                <a:lnTo>
                  <a:pt x="3308" y="191"/>
                </a:lnTo>
                <a:lnTo>
                  <a:pt x="3308" y="192"/>
                </a:lnTo>
                <a:lnTo>
                  <a:pt x="3308" y="194"/>
                </a:lnTo>
                <a:lnTo>
                  <a:pt x="3309" y="194"/>
                </a:lnTo>
                <a:lnTo>
                  <a:pt x="3310" y="194"/>
                </a:lnTo>
                <a:lnTo>
                  <a:pt x="3311" y="194"/>
                </a:lnTo>
                <a:lnTo>
                  <a:pt x="3311" y="195"/>
                </a:lnTo>
                <a:lnTo>
                  <a:pt x="3312" y="195"/>
                </a:lnTo>
                <a:lnTo>
                  <a:pt x="3312" y="194"/>
                </a:lnTo>
                <a:lnTo>
                  <a:pt x="3313" y="195"/>
                </a:lnTo>
                <a:lnTo>
                  <a:pt x="3314" y="195"/>
                </a:lnTo>
                <a:lnTo>
                  <a:pt x="3315" y="195"/>
                </a:lnTo>
                <a:lnTo>
                  <a:pt x="3316" y="195"/>
                </a:lnTo>
                <a:lnTo>
                  <a:pt x="3317" y="195"/>
                </a:lnTo>
                <a:lnTo>
                  <a:pt x="3318" y="196"/>
                </a:lnTo>
                <a:lnTo>
                  <a:pt x="3319" y="196"/>
                </a:lnTo>
                <a:lnTo>
                  <a:pt x="3320" y="196"/>
                </a:lnTo>
                <a:lnTo>
                  <a:pt x="3321" y="197"/>
                </a:lnTo>
                <a:lnTo>
                  <a:pt x="3322" y="197"/>
                </a:lnTo>
                <a:lnTo>
                  <a:pt x="3323" y="197"/>
                </a:lnTo>
                <a:lnTo>
                  <a:pt x="3325" y="198"/>
                </a:lnTo>
                <a:lnTo>
                  <a:pt x="3327" y="198"/>
                </a:lnTo>
                <a:lnTo>
                  <a:pt x="3328" y="197"/>
                </a:lnTo>
                <a:lnTo>
                  <a:pt x="3329" y="197"/>
                </a:lnTo>
                <a:lnTo>
                  <a:pt x="3329" y="196"/>
                </a:lnTo>
                <a:lnTo>
                  <a:pt x="3329" y="197"/>
                </a:lnTo>
                <a:lnTo>
                  <a:pt x="3330" y="197"/>
                </a:lnTo>
                <a:lnTo>
                  <a:pt x="3331" y="197"/>
                </a:lnTo>
                <a:lnTo>
                  <a:pt x="3333" y="197"/>
                </a:lnTo>
                <a:lnTo>
                  <a:pt x="3334" y="197"/>
                </a:lnTo>
                <a:lnTo>
                  <a:pt x="3334" y="196"/>
                </a:lnTo>
                <a:lnTo>
                  <a:pt x="3335" y="196"/>
                </a:lnTo>
                <a:lnTo>
                  <a:pt x="3336" y="196"/>
                </a:lnTo>
                <a:lnTo>
                  <a:pt x="3337" y="195"/>
                </a:lnTo>
                <a:lnTo>
                  <a:pt x="3338" y="194"/>
                </a:lnTo>
                <a:lnTo>
                  <a:pt x="3338" y="192"/>
                </a:lnTo>
                <a:lnTo>
                  <a:pt x="3339" y="190"/>
                </a:lnTo>
                <a:lnTo>
                  <a:pt x="3338" y="189"/>
                </a:lnTo>
                <a:lnTo>
                  <a:pt x="3339" y="188"/>
                </a:lnTo>
                <a:lnTo>
                  <a:pt x="3340" y="187"/>
                </a:lnTo>
                <a:lnTo>
                  <a:pt x="3341" y="187"/>
                </a:lnTo>
                <a:lnTo>
                  <a:pt x="3341" y="186"/>
                </a:lnTo>
                <a:lnTo>
                  <a:pt x="3341" y="185"/>
                </a:lnTo>
                <a:lnTo>
                  <a:pt x="3341" y="184"/>
                </a:lnTo>
                <a:lnTo>
                  <a:pt x="3341" y="183"/>
                </a:lnTo>
                <a:lnTo>
                  <a:pt x="3342" y="183"/>
                </a:lnTo>
                <a:lnTo>
                  <a:pt x="3342" y="182"/>
                </a:lnTo>
                <a:lnTo>
                  <a:pt x="3343" y="179"/>
                </a:lnTo>
                <a:lnTo>
                  <a:pt x="3344" y="179"/>
                </a:lnTo>
                <a:lnTo>
                  <a:pt x="3344" y="178"/>
                </a:lnTo>
                <a:lnTo>
                  <a:pt x="3345" y="178"/>
                </a:lnTo>
                <a:lnTo>
                  <a:pt x="3346" y="177"/>
                </a:lnTo>
                <a:lnTo>
                  <a:pt x="3346" y="175"/>
                </a:lnTo>
                <a:lnTo>
                  <a:pt x="3347" y="174"/>
                </a:lnTo>
                <a:lnTo>
                  <a:pt x="3347" y="173"/>
                </a:lnTo>
                <a:lnTo>
                  <a:pt x="3348" y="173"/>
                </a:lnTo>
                <a:lnTo>
                  <a:pt x="3348" y="172"/>
                </a:lnTo>
                <a:lnTo>
                  <a:pt x="3347" y="171"/>
                </a:lnTo>
                <a:lnTo>
                  <a:pt x="3346" y="169"/>
                </a:lnTo>
                <a:lnTo>
                  <a:pt x="3347" y="169"/>
                </a:lnTo>
                <a:lnTo>
                  <a:pt x="3347" y="168"/>
                </a:lnTo>
                <a:lnTo>
                  <a:pt x="3348" y="168"/>
                </a:lnTo>
                <a:lnTo>
                  <a:pt x="3349" y="167"/>
                </a:lnTo>
                <a:lnTo>
                  <a:pt x="3349" y="166"/>
                </a:lnTo>
                <a:lnTo>
                  <a:pt x="3350" y="166"/>
                </a:lnTo>
                <a:lnTo>
                  <a:pt x="3351" y="166"/>
                </a:lnTo>
                <a:lnTo>
                  <a:pt x="3352" y="166"/>
                </a:lnTo>
                <a:lnTo>
                  <a:pt x="3352" y="164"/>
                </a:lnTo>
                <a:lnTo>
                  <a:pt x="3351" y="164"/>
                </a:lnTo>
                <a:lnTo>
                  <a:pt x="3351" y="163"/>
                </a:lnTo>
                <a:lnTo>
                  <a:pt x="3351" y="161"/>
                </a:lnTo>
                <a:lnTo>
                  <a:pt x="3352" y="161"/>
                </a:lnTo>
                <a:lnTo>
                  <a:pt x="3353" y="160"/>
                </a:lnTo>
                <a:lnTo>
                  <a:pt x="3354" y="159"/>
                </a:lnTo>
                <a:lnTo>
                  <a:pt x="3354" y="158"/>
                </a:lnTo>
                <a:lnTo>
                  <a:pt x="3354" y="157"/>
                </a:lnTo>
                <a:lnTo>
                  <a:pt x="3354" y="156"/>
                </a:lnTo>
                <a:lnTo>
                  <a:pt x="3354" y="155"/>
                </a:lnTo>
                <a:lnTo>
                  <a:pt x="3355" y="154"/>
                </a:lnTo>
                <a:lnTo>
                  <a:pt x="3356" y="154"/>
                </a:lnTo>
                <a:lnTo>
                  <a:pt x="3356" y="153"/>
                </a:lnTo>
                <a:lnTo>
                  <a:pt x="3356" y="152"/>
                </a:lnTo>
                <a:lnTo>
                  <a:pt x="3355" y="152"/>
                </a:lnTo>
                <a:lnTo>
                  <a:pt x="3355" y="151"/>
                </a:lnTo>
                <a:lnTo>
                  <a:pt x="3356" y="151"/>
                </a:lnTo>
                <a:lnTo>
                  <a:pt x="3356" y="150"/>
                </a:lnTo>
                <a:lnTo>
                  <a:pt x="3356" y="149"/>
                </a:lnTo>
                <a:lnTo>
                  <a:pt x="3356" y="148"/>
                </a:lnTo>
                <a:lnTo>
                  <a:pt x="3355" y="147"/>
                </a:lnTo>
                <a:lnTo>
                  <a:pt x="3356" y="147"/>
                </a:lnTo>
                <a:lnTo>
                  <a:pt x="3357" y="146"/>
                </a:lnTo>
                <a:lnTo>
                  <a:pt x="3357" y="145"/>
                </a:lnTo>
                <a:lnTo>
                  <a:pt x="3358" y="145"/>
                </a:lnTo>
                <a:lnTo>
                  <a:pt x="3359" y="145"/>
                </a:lnTo>
                <a:lnTo>
                  <a:pt x="3359" y="146"/>
                </a:lnTo>
                <a:lnTo>
                  <a:pt x="3359" y="147"/>
                </a:lnTo>
                <a:lnTo>
                  <a:pt x="3360" y="148"/>
                </a:lnTo>
                <a:lnTo>
                  <a:pt x="3360" y="149"/>
                </a:lnTo>
                <a:lnTo>
                  <a:pt x="3360" y="150"/>
                </a:lnTo>
                <a:lnTo>
                  <a:pt x="3361" y="151"/>
                </a:lnTo>
                <a:lnTo>
                  <a:pt x="3362" y="151"/>
                </a:lnTo>
                <a:lnTo>
                  <a:pt x="3363" y="152"/>
                </a:lnTo>
                <a:lnTo>
                  <a:pt x="3364" y="152"/>
                </a:lnTo>
                <a:lnTo>
                  <a:pt x="3365" y="153"/>
                </a:lnTo>
                <a:lnTo>
                  <a:pt x="3365" y="154"/>
                </a:lnTo>
                <a:lnTo>
                  <a:pt x="3366" y="154"/>
                </a:lnTo>
                <a:lnTo>
                  <a:pt x="3366" y="153"/>
                </a:lnTo>
                <a:lnTo>
                  <a:pt x="3367" y="153"/>
                </a:lnTo>
                <a:lnTo>
                  <a:pt x="3368" y="152"/>
                </a:lnTo>
                <a:lnTo>
                  <a:pt x="3368" y="153"/>
                </a:lnTo>
                <a:lnTo>
                  <a:pt x="3370" y="153"/>
                </a:lnTo>
                <a:lnTo>
                  <a:pt x="3371" y="152"/>
                </a:lnTo>
                <a:lnTo>
                  <a:pt x="3372" y="152"/>
                </a:lnTo>
                <a:lnTo>
                  <a:pt x="3373" y="153"/>
                </a:lnTo>
                <a:lnTo>
                  <a:pt x="3374" y="152"/>
                </a:lnTo>
                <a:lnTo>
                  <a:pt x="3374" y="151"/>
                </a:lnTo>
                <a:lnTo>
                  <a:pt x="3375" y="151"/>
                </a:lnTo>
                <a:lnTo>
                  <a:pt x="3375" y="150"/>
                </a:lnTo>
                <a:lnTo>
                  <a:pt x="3377" y="150"/>
                </a:lnTo>
                <a:lnTo>
                  <a:pt x="3378" y="150"/>
                </a:lnTo>
                <a:lnTo>
                  <a:pt x="3379" y="150"/>
                </a:lnTo>
                <a:lnTo>
                  <a:pt x="3379" y="151"/>
                </a:lnTo>
                <a:lnTo>
                  <a:pt x="3379" y="152"/>
                </a:lnTo>
                <a:lnTo>
                  <a:pt x="3380" y="152"/>
                </a:lnTo>
                <a:lnTo>
                  <a:pt x="3381" y="152"/>
                </a:lnTo>
                <a:lnTo>
                  <a:pt x="3381" y="153"/>
                </a:lnTo>
                <a:lnTo>
                  <a:pt x="3381" y="154"/>
                </a:lnTo>
                <a:lnTo>
                  <a:pt x="3381" y="155"/>
                </a:lnTo>
                <a:lnTo>
                  <a:pt x="3382" y="157"/>
                </a:lnTo>
                <a:lnTo>
                  <a:pt x="3383" y="158"/>
                </a:lnTo>
                <a:lnTo>
                  <a:pt x="3384" y="159"/>
                </a:lnTo>
                <a:lnTo>
                  <a:pt x="3385" y="159"/>
                </a:lnTo>
                <a:lnTo>
                  <a:pt x="3385" y="160"/>
                </a:lnTo>
                <a:lnTo>
                  <a:pt x="3385" y="161"/>
                </a:lnTo>
                <a:lnTo>
                  <a:pt x="3385" y="162"/>
                </a:lnTo>
                <a:lnTo>
                  <a:pt x="3386" y="162"/>
                </a:lnTo>
                <a:lnTo>
                  <a:pt x="3386" y="161"/>
                </a:lnTo>
                <a:lnTo>
                  <a:pt x="3387" y="161"/>
                </a:lnTo>
                <a:lnTo>
                  <a:pt x="3388" y="161"/>
                </a:lnTo>
                <a:lnTo>
                  <a:pt x="3388" y="162"/>
                </a:lnTo>
                <a:lnTo>
                  <a:pt x="3389" y="162"/>
                </a:lnTo>
                <a:lnTo>
                  <a:pt x="3389" y="163"/>
                </a:lnTo>
                <a:lnTo>
                  <a:pt x="3390" y="164"/>
                </a:lnTo>
                <a:lnTo>
                  <a:pt x="3391" y="164"/>
                </a:lnTo>
                <a:lnTo>
                  <a:pt x="3392" y="164"/>
                </a:lnTo>
                <a:lnTo>
                  <a:pt x="3393" y="164"/>
                </a:lnTo>
                <a:lnTo>
                  <a:pt x="3393" y="165"/>
                </a:lnTo>
                <a:lnTo>
                  <a:pt x="3394" y="167"/>
                </a:lnTo>
                <a:lnTo>
                  <a:pt x="3395" y="167"/>
                </a:lnTo>
                <a:lnTo>
                  <a:pt x="3395" y="166"/>
                </a:lnTo>
                <a:lnTo>
                  <a:pt x="3396" y="166"/>
                </a:lnTo>
                <a:lnTo>
                  <a:pt x="3397" y="166"/>
                </a:lnTo>
                <a:lnTo>
                  <a:pt x="3397" y="165"/>
                </a:lnTo>
                <a:lnTo>
                  <a:pt x="3397" y="164"/>
                </a:lnTo>
                <a:lnTo>
                  <a:pt x="3398" y="163"/>
                </a:lnTo>
                <a:lnTo>
                  <a:pt x="3399" y="164"/>
                </a:lnTo>
                <a:lnTo>
                  <a:pt x="3399" y="165"/>
                </a:lnTo>
                <a:lnTo>
                  <a:pt x="3399" y="166"/>
                </a:lnTo>
                <a:lnTo>
                  <a:pt x="3400" y="166"/>
                </a:lnTo>
                <a:lnTo>
                  <a:pt x="3401" y="167"/>
                </a:lnTo>
                <a:lnTo>
                  <a:pt x="3401" y="168"/>
                </a:lnTo>
                <a:lnTo>
                  <a:pt x="3402" y="169"/>
                </a:lnTo>
                <a:lnTo>
                  <a:pt x="3403" y="169"/>
                </a:lnTo>
                <a:lnTo>
                  <a:pt x="3404" y="170"/>
                </a:lnTo>
                <a:lnTo>
                  <a:pt x="3404" y="171"/>
                </a:lnTo>
                <a:lnTo>
                  <a:pt x="3404" y="172"/>
                </a:lnTo>
                <a:lnTo>
                  <a:pt x="3404" y="173"/>
                </a:lnTo>
                <a:lnTo>
                  <a:pt x="3405" y="174"/>
                </a:lnTo>
                <a:lnTo>
                  <a:pt x="3404" y="175"/>
                </a:lnTo>
                <a:lnTo>
                  <a:pt x="3404" y="176"/>
                </a:lnTo>
                <a:lnTo>
                  <a:pt x="3405" y="177"/>
                </a:lnTo>
                <a:lnTo>
                  <a:pt x="3405" y="179"/>
                </a:lnTo>
                <a:lnTo>
                  <a:pt x="3405" y="180"/>
                </a:lnTo>
                <a:lnTo>
                  <a:pt x="3404" y="180"/>
                </a:lnTo>
                <a:lnTo>
                  <a:pt x="3405" y="181"/>
                </a:lnTo>
                <a:lnTo>
                  <a:pt x="3406" y="181"/>
                </a:lnTo>
                <a:lnTo>
                  <a:pt x="3407" y="181"/>
                </a:lnTo>
                <a:lnTo>
                  <a:pt x="3408" y="181"/>
                </a:lnTo>
                <a:lnTo>
                  <a:pt x="3408" y="182"/>
                </a:lnTo>
                <a:lnTo>
                  <a:pt x="3409" y="182"/>
                </a:lnTo>
                <a:lnTo>
                  <a:pt x="3411" y="182"/>
                </a:lnTo>
                <a:lnTo>
                  <a:pt x="3412" y="182"/>
                </a:lnTo>
                <a:lnTo>
                  <a:pt x="3413" y="182"/>
                </a:lnTo>
                <a:lnTo>
                  <a:pt x="3414" y="182"/>
                </a:lnTo>
                <a:lnTo>
                  <a:pt x="3415" y="182"/>
                </a:lnTo>
                <a:lnTo>
                  <a:pt x="3416" y="182"/>
                </a:lnTo>
                <a:lnTo>
                  <a:pt x="3417" y="182"/>
                </a:lnTo>
                <a:lnTo>
                  <a:pt x="3418" y="182"/>
                </a:lnTo>
                <a:lnTo>
                  <a:pt x="3419" y="183"/>
                </a:lnTo>
                <a:lnTo>
                  <a:pt x="3420" y="183"/>
                </a:lnTo>
                <a:lnTo>
                  <a:pt x="3420" y="184"/>
                </a:lnTo>
                <a:lnTo>
                  <a:pt x="3422" y="184"/>
                </a:lnTo>
                <a:lnTo>
                  <a:pt x="3423" y="184"/>
                </a:lnTo>
                <a:lnTo>
                  <a:pt x="3424" y="184"/>
                </a:lnTo>
                <a:lnTo>
                  <a:pt x="3425" y="183"/>
                </a:lnTo>
                <a:lnTo>
                  <a:pt x="3426" y="183"/>
                </a:lnTo>
                <a:lnTo>
                  <a:pt x="3426" y="182"/>
                </a:lnTo>
                <a:lnTo>
                  <a:pt x="3427" y="182"/>
                </a:lnTo>
                <a:lnTo>
                  <a:pt x="3428" y="182"/>
                </a:lnTo>
                <a:lnTo>
                  <a:pt x="3429" y="181"/>
                </a:lnTo>
                <a:lnTo>
                  <a:pt x="3429" y="180"/>
                </a:lnTo>
                <a:lnTo>
                  <a:pt x="3430" y="180"/>
                </a:lnTo>
                <a:lnTo>
                  <a:pt x="3431" y="181"/>
                </a:lnTo>
                <a:lnTo>
                  <a:pt x="3433" y="181"/>
                </a:lnTo>
                <a:lnTo>
                  <a:pt x="3434" y="181"/>
                </a:lnTo>
                <a:lnTo>
                  <a:pt x="3435" y="181"/>
                </a:lnTo>
                <a:lnTo>
                  <a:pt x="3434" y="182"/>
                </a:lnTo>
                <a:lnTo>
                  <a:pt x="3434" y="183"/>
                </a:lnTo>
                <a:lnTo>
                  <a:pt x="3435" y="184"/>
                </a:lnTo>
                <a:lnTo>
                  <a:pt x="3436" y="184"/>
                </a:lnTo>
                <a:lnTo>
                  <a:pt x="3437" y="184"/>
                </a:lnTo>
                <a:lnTo>
                  <a:pt x="3438" y="183"/>
                </a:lnTo>
                <a:lnTo>
                  <a:pt x="3439" y="183"/>
                </a:lnTo>
                <a:lnTo>
                  <a:pt x="3440" y="182"/>
                </a:lnTo>
                <a:lnTo>
                  <a:pt x="3441" y="182"/>
                </a:lnTo>
                <a:lnTo>
                  <a:pt x="3442" y="182"/>
                </a:lnTo>
                <a:lnTo>
                  <a:pt x="3443" y="181"/>
                </a:lnTo>
                <a:lnTo>
                  <a:pt x="3444" y="181"/>
                </a:lnTo>
                <a:lnTo>
                  <a:pt x="3444" y="182"/>
                </a:lnTo>
                <a:lnTo>
                  <a:pt x="3445" y="182"/>
                </a:lnTo>
                <a:lnTo>
                  <a:pt x="3446" y="182"/>
                </a:lnTo>
                <a:lnTo>
                  <a:pt x="3447" y="183"/>
                </a:lnTo>
                <a:lnTo>
                  <a:pt x="3447" y="184"/>
                </a:lnTo>
                <a:lnTo>
                  <a:pt x="3447" y="185"/>
                </a:lnTo>
                <a:lnTo>
                  <a:pt x="3447" y="186"/>
                </a:lnTo>
                <a:lnTo>
                  <a:pt x="3446" y="186"/>
                </a:lnTo>
                <a:lnTo>
                  <a:pt x="3445" y="187"/>
                </a:lnTo>
                <a:lnTo>
                  <a:pt x="3444" y="188"/>
                </a:lnTo>
                <a:lnTo>
                  <a:pt x="3445" y="189"/>
                </a:lnTo>
                <a:lnTo>
                  <a:pt x="3445" y="190"/>
                </a:lnTo>
                <a:lnTo>
                  <a:pt x="3446" y="191"/>
                </a:lnTo>
                <a:lnTo>
                  <a:pt x="3446" y="192"/>
                </a:lnTo>
                <a:lnTo>
                  <a:pt x="3447" y="193"/>
                </a:lnTo>
                <a:lnTo>
                  <a:pt x="3447" y="194"/>
                </a:lnTo>
                <a:lnTo>
                  <a:pt x="3447" y="195"/>
                </a:lnTo>
                <a:lnTo>
                  <a:pt x="3447" y="196"/>
                </a:lnTo>
                <a:lnTo>
                  <a:pt x="3447" y="197"/>
                </a:lnTo>
                <a:lnTo>
                  <a:pt x="3448" y="197"/>
                </a:lnTo>
                <a:lnTo>
                  <a:pt x="3448" y="198"/>
                </a:lnTo>
                <a:lnTo>
                  <a:pt x="3447" y="198"/>
                </a:lnTo>
                <a:lnTo>
                  <a:pt x="3446" y="198"/>
                </a:lnTo>
                <a:lnTo>
                  <a:pt x="3446" y="199"/>
                </a:lnTo>
                <a:lnTo>
                  <a:pt x="3445" y="200"/>
                </a:lnTo>
                <a:lnTo>
                  <a:pt x="3444" y="200"/>
                </a:lnTo>
                <a:lnTo>
                  <a:pt x="3444" y="201"/>
                </a:lnTo>
                <a:lnTo>
                  <a:pt x="3444" y="202"/>
                </a:lnTo>
                <a:lnTo>
                  <a:pt x="3444" y="204"/>
                </a:lnTo>
                <a:lnTo>
                  <a:pt x="3443" y="204"/>
                </a:lnTo>
                <a:lnTo>
                  <a:pt x="3442" y="205"/>
                </a:lnTo>
                <a:lnTo>
                  <a:pt x="3441" y="205"/>
                </a:lnTo>
                <a:lnTo>
                  <a:pt x="3440" y="205"/>
                </a:lnTo>
                <a:lnTo>
                  <a:pt x="3439" y="205"/>
                </a:lnTo>
                <a:lnTo>
                  <a:pt x="3439" y="206"/>
                </a:lnTo>
                <a:lnTo>
                  <a:pt x="3438" y="207"/>
                </a:lnTo>
                <a:lnTo>
                  <a:pt x="3438" y="208"/>
                </a:lnTo>
                <a:lnTo>
                  <a:pt x="3437" y="208"/>
                </a:lnTo>
                <a:lnTo>
                  <a:pt x="3435" y="208"/>
                </a:lnTo>
                <a:lnTo>
                  <a:pt x="3434" y="208"/>
                </a:lnTo>
                <a:lnTo>
                  <a:pt x="3433" y="209"/>
                </a:lnTo>
                <a:lnTo>
                  <a:pt x="3433" y="208"/>
                </a:lnTo>
                <a:lnTo>
                  <a:pt x="3432" y="209"/>
                </a:lnTo>
                <a:lnTo>
                  <a:pt x="3431" y="209"/>
                </a:lnTo>
                <a:lnTo>
                  <a:pt x="3431" y="211"/>
                </a:lnTo>
                <a:lnTo>
                  <a:pt x="3432" y="212"/>
                </a:lnTo>
                <a:lnTo>
                  <a:pt x="3433" y="214"/>
                </a:lnTo>
                <a:lnTo>
                  <a:pt x="3434" y="214"/>
                </a:lnTo>
                <a:lnTo>
                  <a:pt x="3434" y="215"/>
                </a:lnTo>
                <a:lnTo>
                  <a:pt x="3434" y="216"/>
                </a:lnTo>
                <a:lnTo>
                  <a:pt x="3433" y="216"/>
                </a:lnTo>
                <a:lnTo>
                  <a:pt x="3433" y="217"/>
                </a:lnTo>
                <a:lnTo>
                  <a:pt x="3434" y="217"/>
                </a:lnTo>
                <a:lnTo>
                  <a:pt x="3434" y="218"/>
                </a:lnTo>
                <a:lnTo>
                  <a:pt x="3434" y="219"/>
                </a:lnTo>
                <a:lnTo>
                  <a:pt x="3433" y="220"/>
                </a:lnTo>
                <a:lnTo>
                  <a:pt x="3433" y="221"/>
                </a:lnTo>
                <a:lnTo>
                  <a:pt x="3432" y="221"/>
                </a:lnTo>
                <a:lnTo>
                  <a:pt x="3432" y="222"/>
                </a:lnTo>
                <a:lnTo>
                  <a:pt x="3433" y="223"/>
                </a:lnTo>
                <a:lnTo>
                  <a:pt x="3434" y="223"/>
                </a:lnTo>
                <a:lnTo>
                  <a:pt x="3435" y="223"/>
                </a:lnTo>
                <a:lnTo>
                  <a:pt x="3436" y="223"/>
                </a:lnTo>
                <a:lnTo>
                  <a:pt x="3437" y="225"/>
                </a:lnTo>
                <a:lnTo>
                  <a:pt x="3437" y="226"/>
                </a:lnTo>
                <a:lnTo>
                  <a:pt x="3437" y="227"/>
                </a:lnTo>
                <a:lnTo>
                  <a:pt x="3437" y="229"/>
                </a:lnTo>
                <a:lnTo>
                  <a:pt x="3438" y="230"/>
                </a:lnTo>
                <a:lnTo>
                  <a:pt x="3439" y="231"/>
                </a:lnTo>
                <a:lnTo>
                  <a:pt x="3440" y="231"/>
                </a:lnTo>
                <a:lnTo>
                  <a:pt x="3440" y="232"/>
                </a:lnTo>
                <a:lnTo>
                  <a:pt x="3439" y="232"/>
                </a:lnTo>
                <a:lnTo>
                  <a:pt x="3439" y="233"/>
                </a:lnTo>
                <a:lnTo>
                  <a:pt x="3440" y="235"/>
                </a:lnTo>
                <a:lnTo>
                  <a:pt x="3440" y="236"/>
                </a:lnTo>
                <a:lnTo>
                  <a:pt x="3441" y="236"/>
                </a:lnTo>
                <a:lnTo>
                  <a:pt x="3441" y="237"/>
                </a:lnTo>
                <a:lnTo>
                  <a:pt x="3442" y="238"/>
                </a:lnTo>
                <a:lnTo>
                  <a:pt x="3442" y="239"/>
                </a:lnTo>
                <a:lnTo>
                  <a:pt x="3443" y="240"/>
                </a:lnTo>
                <a:lnTo>
                  <a:pt x="3444" y="240"/>
                </a:lnTo>
                <a:lnTo>
                  <a:pt x="3445" y="239"/>
                </a:lnTo>
                <a:lnTo>
                  <a:pt x="3446" y="239"/>
                </a:lnTo>
                <a:lnTo>
                  <a:pt x="3447" y="238"/>
                </a:lnTo>
                <a:lnTo>
                  <a:pt x="3448" y="238"/>
                </a:lnTo>
                <a:lnTo>
                  <a:pt x="3448" y="239"/>
                </a:lnTo>
                <a:lnTo>
                  <a:pt x="3449" y="242"/>
                </a:lnTo>
                <a:lnTo>
                  <a:pt x="3449" y="243"/>
                </a:lnTo>
                <a:lnTo>
                  <a:pt x="3449" y="244"/>
                </a:lnTo>
                <a:lnTo>
                  <a:pt x="3449" y="245"/>
                </a:lnTo>
                <a:lnTo>
                  <a:pt x="3451" y="248"/>
                </a:lnTo>
                <a:lnTo>
                  <a:pt x="3451" y="249"/>
                </a:lnTo>
                <a:lnTo>
                  <a:pt x="3451" y="250"/>
                </a:lnTo>
                <a:lnTo>
                  <a:pt x="3450" y="250"/>
                </a:lnTo>
                <a:lnTo>
                  <a:pt x="3450" y="251"/>
                </a:lnTo>
                <a:lnTo>
                  <a:pt x="3449" y="252"/>
                </a:lnTo>
                <a:lnTo>
                  <a:pt x="3448" y="256"/>
                </a:lnTo>
                <a:lnTo>
                  <a:pt x="3449" y="257"/>
                </a:lnTo>
                <a:lnTo>
                  <a:pt x="3450" y="257"/>
                </a:lnTo>
                <a:lnTo>
                  <a:pt x="3451" y="257"/>
                </a:lnTo>
                <a:lnTo>
                  <a:pt x="3452" y="258"/>
                </a:lnTo>
                <a:lnTo>
                  <a:pt x="3452" y="259"/>
                </a:lnTo>
                <a:lnTo>
                  <a:pt x="3452" y="260"/>
                </a:lnTo>
                <a:lnTo>
                  <a:pt x="3453" y="260"/>
                </a:lnTo>
                <a:lnTo>
                  <a:pt x="3453" y="261"/>
                </a:lnTo>
                <a:lnTo>
                  <a:pt x="3454" y="263"/>
                </a:lnTo>
                <a:lnTo>
                  <a:pt x="3454" y="266"/>
                </a:lnTo>
                <a:lnTo>
                  <a:pt x="3455" y="268"/>
                </a:lnTo>
                <a:lnTo>
                  <a:pt x="3456" y="268"/>
                </a:lnTo>
                <a:lnTo>
                  <a:pt x="3457" y="271"/>
                </a:lnTo>
                <a:lnTo>
                  <a:pt x="3459" y="272"/>
                </a:lnTo>
                <a:lnTo>
                  <a:pt x="3460" y="274"/>
                </a:lnTo>
                <a:lnTo>
                  <a:pt x="3462" y="277"/>
                </a:lnTo>
                <a:lnTo>
                  <a:pt x="3462" y="278"/>
                </a:lnTo>
                <a:lnTo>
                  <a:pt x="3460" y="282"/>
                </a:lnTo>
                <a:lnTo>
                  <a:pt x="3459" y="283"/>
                </a:lnTo>
                <a:lnTo>
                  <a:pt x="3460" y="283"/>
                </a:lnTo>
                <a:lnTo>
                  <a:pt x="3460" y="284"/>
                </a:lnTo>
                <a:lnTo>
                  <a:pt x="3461" y="285"/>
                </a:lnTo>
                <a:lnTo>
                  <a:pt x="3462" y="285"/>
                </a:lnTo>
                <a:lnTo>
                  <a:pt x="3463" y="285"/>
                </a:lnTo>
                <a:lnTo>
                  <a:pt x="3463" y="286"/>
                </a:lnTo>
                <a:lnTo>
                  <a:pt x="3464" y="288"/>
                </a:lnTo>
                <a:lnTo>
                  <a:pt x="3464" y="289"/>
                </a:lnTo>
                <a:lnTo>
                  <a:pt x="3466" y="293"/>
                </a:lnTo>
                <a:lnTo>
                  <a:pt x="3466" y="294"/>
                </a:lnTo>
                <a:lnTo>
                  <a:pt x="3468" y="295"/>
                </a:lnTo>
                <a:lnTo>
                  <a:pt x="3469" y="296"/>
                </a:lnTo>
                <a:lnTo>
                  <a:pt x="3470" y="298"/>
                </a:lnTo>
                <a:lnTo>
                  <a:pt x="3471" y="298"/>
                </a:lnTo>
                <a:lnTo>
                  <a:pt x="3471" y="299"/>
                </a:lnTo>
                <a:lnTo>
                  <a:pt x="3472" y="299"/>
                </a:lnTo>
                <a:lnTo>
                  <a:pt x="3472" y="300"/>
                </a:lnTo>
                <a:lnTo>
                  <a:pt x="3472" y="301"/>
                </a:lnTo>
                <a:lnTo>
                  <a:pt x="3473" y="303"/>
                </a:lnTo>
                <a:lnTo>
                  <a:pt x="3473" y="304"/>
                </a:lnTo>
                <a:lnTo>
                  <a:pt x="3474" y="304"/>
                </a:lnTo>
                <a:lnTo>
                  <a:pt x="3475" y="304"/>
                </a:lnTo>
                <a:lnTo>
                  <a:pt x="3476" y="304"/>
                </a:lnTo>
                <a:lnTo>
                  <a:pt x="3478" y="306"/>
                </a:lnTo>
                <a:lnTo>
                  <a:pt x="3479" y="308"/>
                </a:lnTo>
                <a:lnTo>
                  <a:pt x="3479" y="309"/>
                </a:lnTo>
                <a:lnTo>
                  <a:pt x="3478" y="309"/>
                </a:lnTo>
                <a:lnTo>
                  <a:pt x="3478" y="310"/>
                </a:lnTo>
                <a:lnTo>
                  <a:pt x="3477" y="310"/>
                </a:lnTo>
                <a:lnTo>
                  <a:pt x="3477" y="311"/>
                </a:lnTo>
                <a:lnTo>
                  <a:pt x="3476" y="313"/>
                </a:lnTo>
                <a:lnTo>
                  <a:pt x="3477" y="314"/>
                </a:lnTo>
                <a:lnTo>
                  <a:pt x="3478" y="314"/>
                </a:lnTo>
                <a:lnTo>
                  <a:pt x="3480" y="315"/>
                </a:lnTo>
                <a:lnTo>
                  <a:pt x="3484" y="317"/>
                </a:lnTo>
                <a:lnTo>
                  <a:pt x="3484" y="318"/>
                </a:lnTo>
                <a:lnTo>
                  <a:pt x="3485" y="318"/>
                </a:lnTo>
                <a:lnTo>
                  <a:pt x="3485" y="321"/>
                </a:lnTo>
                <a:lnTo>
                  <a:pt x="3484" y="321"/>
                </a:lnTo>
                <a:lnTo>
                  <a:pt x="3483" y="322"/>
                </a:lnTo>
                <a:lnTo>
                  <a:pt x="3482" y="322"/>
                </a:lnTo>
                <a:lnTo>
                  <a:pt x="3481" y="323"/>
                </a:lnTo>
                <a:lnTo>
                  <a:pt x="3483" y="326"/>
                </a:lnTo>
                <a:lnTo>
                  <a:pt x="3484" y="326"/>
                </a:lnTo>
                <a:lnTo>
                  <a:pt x="3485" y="326"/>
                </a:lnTo>
                <a:lnTo>
                  <a:pt x="3486" y="327"/>
                </a:lnTo>
                <a:lnTo>
                  <a:pt x="3486" y="328"/>
                </a:lnTo>
                <a:lnTo>
                  <a:pt x="3486" y="330"/>
                </a:lnTo>
                <a:lnTo>
                  <a:pt x="3485" y="330"/>
                </a:lnTo>
                <a:lnTo>
                  <a:pt x="3485" y="331"/>
                </a:lnTo>
                <a:lnTo>
                  <a:pt x="3484" y="332"/>
                </a:lnTo>
                <a:lnTo>
                  <a:pt x="3484" y="333"/>
                </a:lnTo>
                <a:lnTo>
                  <a:pt x="3483" y="334"/>
                </a:lnTo>
                <a:lnTo>
                  <a:pt x="3484" y="334"/>
                </a:lnTo>
                <a:lnTo>
                  <a:pt x="3485" y="335"/>
                </a:lnTo>
                <a:lnTo>
                  <a:pt x="3486" y="336"/>
                </a:lnTo>
                <a:lnTo>
                  <a:pt x="3486" y="338"/>
                </a:lnTo>
                <a:lnTo>
                  <a:pt x="3487" y="338"/>
                </a:lnTo>
                <a:lnTo>
                  <a:pt x="3488" y="338"/>
                </a:lnTo>
                <a:lnTo>
                  <a:pt x="3489" y="338"/>
                </a:lnTo>
                <a:lnTo>
                  <a:pt x="3491" y="338"/>
                </a:lnTo>
                <a:lnTo>
                  <a:pt x="3490" y="339"/>
                </a:lnTo>
                <a:lnTo>
                  <a:pt x="3490" y="340"/>
                </a:lnTo>
                <a:lnTo>
                  <a:pt x="3490" y="341"/>
                </a:lnTo>
                <a:lnTo>
                  <a:pt x="3490" y="342"/>
                </a:lnTo>
                <a:lnTo>
                  <a:pt x="3490" y="343"/>
                </a:lnTo>
                <a:lnTo>
                  <a:pt x="3491" y="344"/>
                </a:lnTo>
                <a:lnTo>
                  <a:pt x="3493" y="345"/>
                </a:lnTo>
                <a:lnTo>
                  <a:pt x="3494" y="345"/>
                </a:lnTo>
                <a:lnTo>
                  <a:pt x="3495" y="345"/>
                </a:lnTo>
                <a:lnTo>
                  <a:pt x="3496" y="345"/>
                </a:lnTo>
                <a:lnTo>
                  <a:pt x="3497" y="345"/>
                </a:lnTo>
                <a:lnTo>
                  <a:pt x="3497" y="346"/>
                </a:lnTo>
                <a:lnTo>
                  <a:pt x="3498" y="347"/>
                </a:lnTo>
                <a:lnTo>
                  <a:pt x="3499" y="348"/>
                </a:lnTo>
                <a:lnTo>
                  <a:pt x="3500" y="348"/>
                </a:lnTo>
                <a:lnTo>
                  <a:pt x="3501" y="348"/>
                </a:lnTo>
                <a:lnTo>
                  <a:pt x="3501" y="351"/>
                </a:lnTo>
                <a:lnTo>
                  <a:pt x="3501" y="352"/>
                </a:lnTo>
                <a:lnTo>
                  <a:pt x="3500" y="353"/>
                </a:lnTo>
                <a:lnTo>
                  <a:pt x="3500" y="354"/>
                </a:lnTo>
                <a:lnTo>
                  <a:pt x="3501" y="355"/>
                </a:lnTo>
                <a:lnTo>
                  <a:pt x="3502" y="357"/>
                </a:lnTo>
                <a:lnTo>
                  <a:pt x="3503" y="358"/>
                </a:lnTo>
                <a:lnTo>
                  <a:pt x="3504" y="359"/>
                </a:lnTo>
                <a:lnTo>
                  <a:pt x="3505" y="360"/>
                </a:lnTo>
                <a:lnTo>
                  <a:pt x="3507" y="362"/>
                </a:lnTo>
                <a:lnTo>
                  <a:pt x="3508" y="363"/>
                </a:lnTo>
                <a:lnTo>
                  <a:pt x="3510" y="363"/>
                </a:lnTo>
                <a:lnTo>
                  <a:pt x="3510" y="362"/>
                </a:lnTo>
                <a:lnTo>
                  <a:pt x="3510" y="361"/>
                </a:lnTo>
                <a:lnTo>
                  <a:pt x="3511" y="360"/>
                </a:lnTo>
                <a:lnTo>
                  <a:pt x="3516" y="359"/>
                </a:lnTo>
                <a:lnTo>
                  <a:pt x="3518" y="360"/>
                </a:lnTo>
                <a:lnTo>
                  <a:pt x="3519" y="360"/>
                </a:lnTo>
                <a:lnTo>
                  <a:pt x="3519" y="361"/>
                </a:lnTo>
                <a:lnTo>
                  <a:pt x="3521" y="361"/>
                </a:lnTo>
                <a:lnTo>
                  <a:pt x="3521" y="360"/>
                </a:lnTo>
                <a:lnTo>
                  <a:pt x="3522" y="360"/>
                </a:lnTo>
                <a:lnTo>
                  <a:pt x="3522" y="361"/>
                </a:lnTo>
                <a:lnTo>
                  <a:pt x="3523" y="361"/>
                </a:lnTo>
                <a:lnTo>
                  <a:pt x="3524" y="362"/>
                </a:lnTo>
                <a:lnTo>
                  <a:pt x="3525" y="362"/>
                </a:lnTo>
                <a:lnTo>
                  <a:pt x="3526" y="362"/>
                </a:lnTo>
                <a:lnTo>
                  <a:pt x="3526" y="361"/>
                </a:lnTo>
                <a:lnTo>
                  <a:pt x="3526" y="360"/>
                </a:lnTo>
                <a:lnTo>
                  <a:pt x="3527" y="360"/>
                </a:lnTo>
                <a:lnTo>
                  <a:pt x="3529" y="361"/>
                </a:lnTo>
                <a:lnTo>
                  <a:pt x="3529" y="362"/>
                </a:lnTo>
                <a:lnTo>
                  <a:pt x="3529" y="363"/>
                </a:lnTo>
                <a:lnTo>
                  <a:pt x="3530" y="363"/>
                </a:lnTo>
                <a:lnTo>
                  <a:pt x="3532" y="364"/>
                </a:lnTo>
                <a:lnTo>
                  <a:pt x="3533" y="364"/>
                </a:lnTo>
                <a:lnTo>
                  <a:pt x="3534" y="363"/>
                </a:lnTo>
                <a:lnTo>
                  <a:pt x="3535" y="363"/>
                </a:lnTo>
                <a:lnTo>
                  <a:pt x="3536" y="363"/>
                </a:lnTo>
                <a:lnTo>
                  <a:pt x="3537" y="363"/>
                </a:lnTo>
                <a:lnTo>
                  <a:pt x="3538" y="363"/>
                </a:lnTo>
                <a:lnTo>
                  <a:pt x="3538" y="364"/>
                </a:lnTo>
                <a:lnTo>
                  <a:pt x="3539" y="365"/>
                </a:lnTo>
                <a:lnTo>
                  <a:pt x="3541" y="367"/>
                </a:lnTo>
                <a:lnTo>
                  <a:pt x="3542" y="367"/>
                </a:lnTo>
                <a:lnTo>
                  <a:pt x="3543" y="367"/>
                </a:lnTo>
                <a:lnTo>
                  <a:pt x="3545" y="368"/>
                </a:lnTo>
                <a:lnTo>
                  <a:pt x="3546" y="368"/>
                </a:lnTo>
                <a:lnTo>
                  <a:pt x="3547" y="367"/>
                </a:lnTo>
                <a:lnTo>
                  <a:pt x="3547" y="366"/>
                </a:lnTo>
                <a:lnTo>
                  <a:pt x="3548" y="366"/>
                </a:lnTo>
                <a:lnTo>
                  <a:pt x="3548" y="365"/>
                </a:lnTo>
                <a:lnTo>
                  <a:pt x="3549" y="364"/>
                </a:lnTo>
                <a:lnTo>
                  <a:pt x="3550" y="363"/>
                </a:lnTo>
                <a:lnTo>
                  <a:pt x="3552" y="362"/>
                </a:lnTo>
                <a:lnTo>
                  <a:pt x="3553" y="362"/>
                </a:lnTo>
                <a:lnTo>
                  <a:pt x="3554" y="362"/>
                </a:lnTo>
                <a:lnTo>
                  <a:pt x="3555" y="362"/>
                </a:lnTo>
                <a:lnTo>
                  <a:pt x="3555" y="363"/>
                </a:lnTo>
                <a:lnTo>
                  <a:pt x="3556" y="363"/>
                </a:lnTo>
                <a:lnTo>
                  <a:pt x="3557" y="363"/>
                </a:lnTo>
                <a:lnTo>
                  <a:pt x="3558" y="363"/>
                </a:lnTo>
                <a:lnTo>
                  <a:pt x="3558" y="362"/>
                </a:lnTo>
                <a:lnTo>
                  <a:pt x="3558" y="361"/>
                </a:lnTo>
                <a:lnTo>
                  <a:pt x="3559" y="361"/>
                </a:lnTo>
                <a:lnTo>
                  <a:pt x="3559" y="360"/>
                </a:lnTo>
                <a:lnTo>
                  <a:pt x="3560" y="359"/>
                </a:lnTo>
                <a:lnTo>
                  <a:pt x="3561" y="359"/>
                </a:lnTo>
                <a:lnTo>
                  <a:pt x="3562" y="359"/>
                </a:lnTo>
                <a:lnTo>
                  <a:pt x="3562" y="360"/>
                </a:lnTo>
                <a:lnTo>
                  <a:pt x="3563" y="360"/>
                </a:lnTo>
                <a:lnTo>
                  <a:pt x="3564" y="360"/>
                </a:lnTo>
                <a:lnTo>
                  <a:pt x="3565" y="360"/>
                </a:lnTo>
                <a:lnTo>
                  <a:pt x="3567" y="359"/>
                </a:lnTo>
                <a:lnTo>
                  <a:pt x="3567" y="358"/>
                </a:lnTo>
                <a:lnTo>
                  <a:pt x="3567" y="356"/>
                </a:lnTo>
                <a:lnTo>
                  <a:pt x="3568" y="356"/>
                </a:lnTo>
                <a:lnTo>
                  <a:pt x="3568" y="355"/>
                </a:lnTo>
                <a:lnTo>
                  <a:pt x="3571" y="354"/>
                </a:lnTo>
                <a:lnTo>
                  <a:pt x="3573" y="354"/>
                </a:lnTo>
                <a:lnTo>
                  <a:pt x="3573" y="355"/>
                </a:lnTo>
                <a:lnTo>
                  <a:pt x="3574" y="355"/>
                </a:lnTo>
                <a:lnTo>
                  <a:pt x="3576" y="355"/>
                </a:lnTo>
                <a:lnTo>
                  <a:pt x="3577" y="355"/>
                </a:lnTo>
                <a:lnTo>
                  <a:pt x="3577" y="354"/>
                </a:lnTo>
                <a:lnTo>
                  <a:pt x="3578" y="354"/>
                </a:lnTo>
                <a:lnTo>
                  <a:pt x="3579" y="353"/>
                </a:lnTo>
                <a:lnTo>
                  <a:pt x="3580" y="353"/>
                </a:lnTo>
                <a:lnTo>
                  <a:pt x="3581" y="353"/>
                </a:lnTo>
                <a:lnTo>
                  <a:pt x="3583" y="352"/>
                </a:lnTo>
                <a:lnTo>
                  <a:pt x="3583" y="351"/>
                </a:lnTo>
                <a:lnTo>
                  <a:pt x="3582" y="350"/>
                </a:lnTo>
                <a:lnTo>
                  <a:pt x="3582" y="349"/>
                </a:lnTo>
                <a:lnTo>
                  <a:pt x="3582" y="348"/>
                </a:lnTo>
                <a:lnTo>
                  <a:pt x="3583" y="348"/>
                </a:lnTo>
                <a:lnTo>
                  <a:pt x="3584" y="348"/>
                </a:lnTo>
                <a:lnTo>
                  <a:pt x="3585" y="348"/>
                </a:lnTo>
                <a:lnTo>
                  <a:pt x="3588" y="346"/>
                </a:lnTo>
                <a:lnTo>
                  <a:pt x="3589" y="345"/>
                </a:lnTo>
                <a:lnTo>
                  <a:pt x="3590" y="345"/>
                </a:lnTo>
                <a:lnTo>
                  <a:pt x="3591" y="345"/>
                </a:lnTo>
                <a:lnTo>
                  <a:pt x="3592" y="345"/>
                </a:lnTo>
                <a:lnTo>
                  <a:pt x="3592" y="344"/>
                </a:lnTo>
                <a:lnTo>
                  <a:pt x="3592" y="343"/>
                </a:lnTo>
                <a:lnTo>
                  <a:pt x="3591" y="343"/>
                </a:lnTo>
                <a:lnTo>
                  <a:pt x="3591" y="342"/>
                </a:lnTo>
                <a:lnTo>
                  <a:pt x="3591" y="341"/>
                </a:lnTo>
                <a:lnTo>
                  <a:pt x="3591" y="340"/>
                </a:lnTo>
                <a:lnTo>
                  <a:pt x="3591" y="339"/>
                </a:lnTo>
                <a:lnTo>
                  <a:pt x="3592" y="339"/>
                </a:lnTo>
                <a:lnTo>
                  <a:pt x="3593" y="338"/>
                </a:lnTo>
                <a:lnTo>
                  <a:pt x="3593" y="336"/>
                </a:lnTo>
                <a:lnTo>
                  <a:pt x="3593" y="335"/>
                </a:lnTo>
                <a:lnTo>
                  <a:pt x="3593" y="334"/>
                </a:lnTo>
                <a:lnTo>
                  <a:pt x="3595" y="329"/>
                </a:lnTo>
                <a:lnTo>
                  <a:pt x="3597" y="328"/>
                </a:lnTo>
                <a:lnTo>
                  <a:pt x="3598" y="328"/>
                </a:lnTo>
                <a:lnTo>
                  <a:pt x="3598" y="329"/>
                </a:lnTo>
                <a:lnTo>
                  <a:pt x="3598" y="330"/>
                </a:lnTo>
                <a:lnTo>
                  <a:pt x="3599" y="330"/>
                </a:lnTo>
                <a:lnTo>
                  <a:pt x="3602" y="332"/>
                </a:lnTo>
                <a:lnTo>
                  <a:pt x="3605" y="332"/>
                </a:lnTo>
                <a:lnTo>
                  <a:pt x="3608" y="333"/>
                </a:lnTo>
                <a:lnTo>
                  <a:pt x="3610" y="332"/>
                </a:lnTo>
                <a:lnTo>
                  <a:pt x="3611" y="331"/>
                </a:lnTo>
                <a:lnTo>
                  <a:pt x="3612" y="331"/>
                </a:lnTo>
                <a:lnTo>
                  <a:pt x="3613" y="331"/>
                </a:lnTo>
                <a:lnTo>
                  <a:pt x="3614" y="332"/>
                </a:lnTo>
                <a:lnTo>
                  <a:pt x="3615" y="332"/>
                </a:lnTo>
                <a:lnTo>
                  <a:pt x="3616" y="333"/>
                </a:lnTo>
                <a:lnTo>
                  <a:pt x="3616" y="334"/>
                </a:lnTo>
                <a:lnTo>
                  <a:pt x="3617" y="334"/>
                </a:lnTo>
                <a:lnTo>
                  <a:pt x="3617" y="335"/>
                </a:lnTo>
                <a:lnTo>
                  <a:pt x="3618" y="336"/>
                </a:lnTo>
                <a:lnTo>
                  <a:pt x="3622" y="340"/>
                </a:lnTo>
                <a:lnTo>
                  <a:pt x="3626" y="342"/>
                </a:lnTo>
                <a:lnTo>
                  <a:pt x="3627" y="342"/>
                </a:lnTo>
                <a:lnTo>
                  <a:pt x="3628" y="341"/>
                </a:lnTo>
                <a:lnTo>
                  <a:pt x="3629" y="339"/>
                </a:lnTo>
                <a:lnTo>
                  <a:pt x="3633" y="336"/>
                </a:lnTo>
                <a:lnTo>
                  <a:pt x="3635" y="336"/>
                </a:lnTo>
                <a:lnTo>
                  <a:pt x="3636" y="336"/>
                </a:lnTo>
                <a:lnTo>
                  <a:pt x="3637" y="335"/>
                </a:lnTo>
                <a:lnTo>
                  <a:pt x="3638" y="336"/>
                </a:lnTo>
                <a:lnTo>
                  <a:pt x="3639" y="336"/>
                </a:lnTo>
                <a:lnTo>
                  <a:pt x="3640" y="336"/>
                </a:lnTo>
                <a:lnTo>
                  <a:pt x="3641" y="336"/>
                </a:lnTo>
                <a:lnTo>
                  <a:pt x="3641" y="335"/>
                </a:lnTo>
                <a:lnTo>
                  <a:pt x="3642" y="335"/>
                </a:lnTo>
                <a:lnTo>
                  <a:pt x="3644" y="335"/>
                </a:lnTo>
                <a:lnTo>
                  <a:pt x="3645" y="335"/>
                </a:lnTo>
                <a:lnTo>
                  <a:pt x="3646" y="334"/>
                </a:lnTo>
                <a:lnTo>
                  <a:pt x="3646" y="333"/>
                </a:lnTo>
                <a:lnTo>
                  <a:pt x="3646" y="332"/>
                </a:lnTo>
                <a:lnTo>
                  <a:pt x="3646" y="331"/>
                </a:lnTo>
                <a:lnTo>
                  <a:pt x="3647" y="331"/>
                </a:lnTo>
                <a:lnTo>
                  <a:pt x="3647" y="330"/>
                </a:lnTo>
                <a:lnTo>
                  <a:pt x="3650" y="328"/>
                </a:lnTo>
                <a:lnTo>
                  <a:pt x="3652" y="329"/>
                </a:lnTo>
                <a:lnTo>
                  <a:pt x="3653" y="329"/>
                </a:lnTo>
                <a:lnTo>
                  <a:pt x="3654" y="329"/>
                </a:lnTo>
                <a:lnTo>
                  <a:pt x="3654" y="328"/>
                </a:lnTo>
                <a:lnTo>
                  <a:pt x="3656" y="328"/>
                </a:lnTo>
                <a:lnTo>
                  <a:pt x="3658" y="328"/>
                </a:lnTo>
                <a:lnTo>
                  <a:pt x="3661" y="327"/>
                </a:lnTo>
                <a:lnTo>
                  <a:pt x="3661" y="326"/>
                </a:lnTo>
                <a:lnTo>
                  <a:pt x="3662" y="325"/>
                </a:lnTo>
                <a:lnTo>
                  <a:pt x="3665" y="326"/>
                </a:lnTo>
                <a:lnTo>
                  <a:pt x="3667" y="327"/>
                </a:lnTo>
                <a:lnTo>
                  <a:pt x="3669" y="329"/>
                </a:lnTo>
                <a:lnTo>
                  <a:pt x="3670" y="329"/>
                </a:lnTo>
                <a:lnTo>
                  <a:pt x="3671" y="330"/>
                </a:lnTo>
                <a:lnTo>
                  <a:pt x="3673" y="332"/>
                </a:lnTo>
                <a:lnTo>
                  <a:pt x="3675" y="333"/>
                </a:lnTo>
                <a:lnTo>
                  <a:pt x="3676" y="334"/>
                </a:lnTo>
                <a:lnTo>
                  <a:pt x="3676" y="335"/>
                </a:lnTo>
                <a:lnTo>
                  <a:pt x="3677" y="335"/>
                </a:lnTo>
                <a:lnTo>
                  <a:pt x="3678" y="334"/>
                </a:lnTo>
                <a:lnTo>
                  <a:pt x="3680" y="333"/>
                </a:lnTo>
                <a:lnTo>
                  <a:pt x="3680" y="334"/>
                </a:lnTo>
                <a:lnTo>
                  <a:pt x="3680" y="335"/>
                </a:lnTo>
                <a:lnTo>
                  <a:pt x="3680" y="336"/>
                </a:lnTo>
                <a:lnTo>
                  <a:pt x="3682" y="337"/>
                </a:lnTo>
                <a:lnTo>
                  <a:pt x="3683" y="336"/>
                </a:lnTo>
                <a:lnTo>
                  <a:pt x="3683" y="335"/>
                </a:lnTo>
                <a:lnTo>
                  <a:pt x="3685" y="335"/>
                </a:lnTo>
                <a:lnTo>
                  <a:pt x="3686" y="335"/>
                </a:lnTo>
                <a:lnTo>
                  <a:pt x="3687" y="335"/>
                </a:lnTo>
                <a:lnTo>
                  <a:pt x="3688" y="335"/>
                </a:lnTo>
                <a:lnTo>
                  <a:pt x="3690" y="336"/>
                </a:lnTo>
                <a:lnTo>
                  <a:pt x="3690" y="333"/>
                </a:lnTo>
                <a:lnTo>
                  <a:pt x="3691" y="332"/>
                </a:lnTo>
                <a:lnTo>
                  <a:pt x="3691" y="331"/>
                </a:lnTo>
                <a:lnTo>
                  <a:pt x="3691" y="330"/>
                </a:lnTo>
                <a:lnTo>
                  <a:pt x="3692" y="330"/>
                </a:lnTo>
                <a:lnTo>
                  <a:pt x="3692" y="328"/>
                </a:lnTo>
                <a:lnTo>
                  <a:pt x="3691" y="325"/>
                </a:lnTo>
                <a:lnTo>
                  <a:pt x="3690" y="322"/>
                </a:lnTo>
                <a:lnTo>
                  <a:pt x="3690" y="321"/>
                </a:lnTo>
                <a:lnTo>
                  <a:pt x="3690" y="319"/>
                </a:lnTo>
                <a:lnTo>
                  <a:pt x="3692" y="317"/>
                </a:lnTo>
                <a:lnTo>
                  <a:pt x="3694" y="316"/>
                </a:lnTo>
                <a:lnTo>
                  <a:pt x="3695" y="316"/>
                </a:lnTo>
                <a:lnTo>
                  <a:pt x="3696" y="316"/>
                </a:lnTo>
                <a:lnTo>
                  <a:pt x="3696" y="314"/>
                </a:lnTo>
                <a:lnTo>
                  <a:pt x="3696" y="313"/>
                </a:lnTo>
                <a:lnTo>
                  <a:pt x="3697" y="312"/>
                </a:lnTo>
                <a:lnTo>
                  <a:pt x="3698" y="312"/>
                </a:lnTo>
                <a:lnTo>
                  <a:pt x="3698" y="311"/>
                </a:lnTo>
                <a:lnTo>
                  <a:pt x="3698" y="312"/>
                </a:lnTo>
                <a:lnTo>
                  <a:pt x="3699" y="312"/>
                </a:lnTo>
                <a:lnTo>
                  <a:pt x="3700" y="312"/>
                </a:lnTo>
                <a:lnTo>
                  <a:pt x="3701" y="312"/>
                </a:lnTo>
                <a:lnTo>
                  <a:pt x="3703" y="313"/>
                </a:lnTo>
                <a:lnTo>
                  <a:pt x="3703" y="312"/>
                </a:lnTo>
                <a:lnTo>
                  <a:pt x="3704" y="311"/>
                </a:lnTo>
                <a:lnTo>
                  <a:pt x="3705" y="311"/>
                </a:lnTo>
                <a:lnTo>
                  <a:pt x="3706" y="311"/>
                </a:lnTo>
                <a:lnTo>
                  <a:pt x="3706" y="312"/>
                </a:lnTo>
                <a:lnTo>
                  <a:pt x="3708" y="313"/>
                </a:lnTo>
                <a:lnTo>
                  <a:pt x="3709" y="313"/>
                </a:lnTo>
                <a:lnTo>
                  <a:pt x="3710" y="313"/>
                </a:lnTo>
                <a:lnTo>
                  <a:pt x="3710" y="314"/>
                </a:lnTo>
                <a:lnTo>
                  <a:pt x="3711" y="315"/>
                </a:lnTo>
                <a:lnTo>
                  <a:pt x="3711" y="316"/>
                </a:lnTo>
                <a:lnTo>
                  <a:pt x="3712" y="316"/>
                </a:lnTo>
                <a:lnTo>
                  <a:pt x="3714" y="318"/>
                </a:lnTo>
                <a:lnTo>
                  <a:pt x="3717" y="320"/>
                </a:lnTo>
                <a:lnTo>
                  <a:pt x="3717" y="319"/>
                </a:lnTo>
                <a:lnTo>
                  <a:pt x="3717" y="318"/>
                </a:lnTo>
                <a:lnTo>
                  <a:pt x="3719" y="317"/>
                </a:lnTo>
                <a:lnTo>
                  <a:pt x="3719" y="316"/>
                </a:lnTo>
                <a:lnTo>
                  <a:pt x="3720" y="317"/>
                </a:lnTo>
                <a:lnTo>
                  <a:pt x="3721" y="317"/>
                </a:lnTo>
                <a:lnTo>
                  <a:pt x="3722" y="317"/>
                </a:lnTo>
                <a:lnTo>
                  <a:pt x="3727" y="314"/>
                </a:lnTo>
                <a:lnTo>
                  <a:pt x="3729" y="312"/>
                </a:lnTo>
                <a:lnTo>
                  <a:pt x="3731" y="311"/>
                </a:lnTo>
                <a:lnTo>
                  <a:pt x="3731" y="310"/>
                </a:lnTo>
                <a:lnTo>
                  <a:pt x="3731" y="309"/>
                </a:lnTo>
                <a:lnTo>
                  <a:pt x="3731" y="308"/>
                </a:lnTo>
                <a:lnTo>
                  <a:pt x="3730" y="307"/>
                </a:lnTo>
                <a:lnTo>
                  <a:pt x="3731" y="307"/>
                </a:lnTo>
                <a:lnTo>
                  <a:pt x="3731" y="306"/>
                </a:lnTo>
                <a:lnTo>
                  <a:pt x="3731" y="305"/>
                </a:lnTo>
                <a:lnTo>
                  <a:pt x="3733" y="303"/>
                </a:lnTo>
                <a:lnTo>
                  <a:pt x="3733" y="302"/>
                </a:lnTo>
                <a:lnTo>
                  <a:pt x="3734" y="302"/>
                </a:lnTo>
                <a:lnTo>
                  <a:pt x="3735" y="302"/>
                </a:lnTo>
                <a:lnTo>
                  <a:pt x="3736" y="302"/>
                </a:lnTo>
                <a:lnTo>
                  <a:pt x="3737" y="303"/>
                </a:lnTo>
                <a:lnTo>
                  <a:pt x="3738" y="303"/>
                </a:lnTo>
                <a:lnTo>
                  <a:pt x="3740" y="303"/>
                </a:lnTo>
                <a:lnTo>
                  <a:pt x="3741" y="303"/>
                </a:lnTo>
                <a:lnTo>
                  <a:pt x="3743" y="303"/>
                </a:lnTo>
                <a:lnTo>
                  <a:pt x="3745" y="303"/>
                </a:lnTo>
                <a:lnTo>
                  <a:pt x="3746" y="302"/>
                </a:lnTo>
                <a:lnTo>
                  <a:pt x="3747" y="300"/>
                </a:lnTo>
                <a:lnTo>
                  <a:pt x="3747" y="299"/>
                </a:lnTo>
                <a:lnTo>
                  <a:pt x="3746" y="299"/>
                </a:lnTo>
                <a:lnTo>
                  <a:pt x="3745" y="298"/>
                </a:lnTo>
                <a:lnTo>
                  <a:pt x="3746" y="298"/>
                </a:lnTo>
                <a:lnTo>
                  <a:pt x="3747" y="295"/>
                </a:lnTo>
                <a:lnTo>
                  <a:pt x="3748" y="293"/>
                </a:lnTo>
                <a:lnTo>
                  <a:pt x="3748" y="292"/>
                </a:lnTo>
                <a:lnTo>
                  <a:pt x="3748" y="291"/>
                </a:lnTo>
                <a:lnTo>
                  <a:pt x="3749" y="291"/>
                </a:lnTo>
                <a:lnTo>
                  <a:pt x="3750" y="291"/>
                </a:lnTo>
                <a:lnTo>
                  <a:pt x="3750" y="290"/>
                </a:lnTo>
                <a:lnTo>
                  <a:pt x="3751" y="289"/>
                </a:lnTo>
                <a:lnTo>
                  <a:pt x="3752" y="288"/>
                </a:lnTo>
                <a:lnTo>
                  <a:pt x="3751" y="286"/>
                </a:lnTo>
                <a:lnTo>
                  <a:pt x="3750" y="284"/>
                </a:lnTo>
                <a:lnTo>
                  <a:pt x="3749" y="283"/>
                </a:lnTo>
                <a:lnTo>
                  <a:pt x="3748" y="282"/>
                </a:lnTo>
                <a:lnTo>
                  <a:pt x="3747" y="279"/>
                </a:lnTo>
                <a:lnTo>
                  <a:pt x="3747" y="278"/>
                </a:lnTo>
                <a:lnTo>
                  <a:pt x="3747" y="277"/>
                </a:lnTo>
                <a:lnTo>
                  <a:pt x="3748" y="277"/>
                </a:lnTo>
                <a:lnTo>
                  <a:pt x="3749" y="277"/>
                </a:lnTo>
                <a:lnTo>
                  <a:pt x="3750" y="276"/>
                </a:lnTo>
                <a:lnTo>
                  <a:pt x="3752" y="276"/>
                </a:lnTo>
                <a:lnTo>
                  <a:pt x="3753" y="276"/>
                </a:lnTo>
                <a:lnTo>
                  <a:pt x="3755" y="275"/>
                </a:lnTo>
                <a:lnTo>
                  <a:pt x="3755" y="274"/>
                </a:lnTo>
                <a:lnTo>
                  <a:pt x="3755" y="272"/>
                </a:lnTo>
                <a:lnTo>
                  <a:pt x="3756" y="271"/>
                </a:lnTo>
                <a:lnTo>
                  <a:pt x="3757" y="270"/>
                </a:lnTo>
                <a:lnTo>
                  <a:pt x="3760" y="269"/>
                </a:lnTo>
                <a:lnTo>
                  <a:pt x="3762" y="269"/>
                </a:lnTo>
                <a:lnTo>
                  <a:pt x="3764" y="267"/>
                </a:lnTo>
                <a:lnTo>
                  <a:pt x="3763" y="267"/>
                </a:lnTo>
                <a:lnTo>
                  <a:pt x="3763" y="266"/>
                </a:lnTo>
                <a:lnTo>
                  <a:pt x="3763" y="265"/>
                </a:lnTo>
                <a:lnTo>
                  <a:pt x="3763" y="264"/>
                </a:lnTo>
                <a:lnTo>
                  <a:pt x="3764" y="264"/>
                </a:lnTo>
                <a:lnTo>
                  <a:pt x="3764" y="263"/>
                </a:lnTo>
                <a:lnTo>
                  <a:pt x="3765" y="263"/>
                </a:lnTo>
                <a:lnTo>
                  <a:pt x="3764" y="262"/>
                </a:lnTo>
                <a:lnTo>
                  <a:pt x="3763" y="261"/>
                </a:lnTo>
                <a:lnTo>
                  <a:pt x="3762" y="259"/>
                </a:lnTo>
                <a:lnTo>
                  <a:pt x="3762" y="258"/>
                </a:lnTo>
                <a:lnTo>
                  <a:pt x="3761" y="255"/>
                </a:lnTo>
                <a:lnTo>
                  <a:pt x="3761" y="253"/>
                </a:lnTo>
                <a:lnTo>
                  <a:pt x="3761" y="249"/>
                </a:lnTo>
                <a:lnTo>
                  <a:pt x="3762" y="247"/>
                </a:lnTo>
                <a:lnTo>
                  <a:pt x="3763" y="246"/>
                </a:lnTo>
                <a:lnTo>
                  <a:pt x="3764" y="243"/>
                </a:lnTo>
                <a:lnTo>
                  <a:pt x="3764" y="242"/>
                </a:lnTo>
                <a:lnTo>
                  <a:pt x="3765" y="241"/>
                </a:lnTo>
                <a:lnTo>
                  <a:pt x="3766" y="241"/>
                </a:lnTo>
                <a:lnTo>
                  <a:pt x="3767" y="241"/>
                </a:lnTo>
                <a:lnTo>
                  <a:pt x="3768" y="244"/>
                </a:lnTo>
                <a:lnTo>
                  <a:pt x="3768" y="246"/>
                </a:lnTo>
                <a:lnTo>
                  <a:pt x="3769" y="246"/>
                </a:lnTo>
                <a:lnTo>
                  <a:pt x="3771" y="246"/>
                </a:lnTo>
                <a:lnTo>
                  <a:pt x="3771" y="245"/>
                </a:lnTo>
                <a:lnTo>
                  <a:pt x="3773" y="244"/>
                </a:lnTo>
                <a:lnTo>
                  <a:pt x="3774" y="244"/>
                </a:lnTo>
                <a:lnTo>
                  <a:pt x="3776" y="244"/>
                </a:lnTo>
                <a:lnTo>
                  <a:pt x="3778" y="245"/>
                </a:lnTo>
                <a:lnTo>
                  <a:pt x="3779" y="245"/>
                </a:lnTo>
                <a:lnTo>
                  <a:pt x="3780" y="245"/>
                </a:lnTo>
                <a:lnTo>
                  <a:pt x="3780" y="244"/>
                </a:lnTo>
                <a:lnTo>
                  <a:pt x="3780" y="243"/>
                </a:lnTo>
                <a:lnTo>
                  <a:pt x="3781" y="243"/>
                </a:lnTo>
                <a:lnTo>
                  <a:pt x="3781" y="242"/>
                </a:lnTo>
                <a:lnTo>
                  <a:pt x="3783" y="243"/>
                </a:lnTo>
                <a:lnTo>
                  <a:pt x="3785" y="244"/>
                </a:lnTo>
                <a:lnTo>
                  <a:pt x="3785" y="243"/>
                </a:lnTo>
                <a:lnTo>
                  <a:pt x="3786" y="243"/>
                </a:lnTo>
                <a:lnTo>
                  <a:pt x="3786" y="242"/>
                </a:lnTo>
                <a:lnTo>
                  <a:pt x="3788" y="242"/>
                </a:lnTo>
                <a:lnTo>
                  <a:pt x="3789" y="242"/>
                </a:lnTo>
                <a:lnTo>
                  <a:pt x="3790" y="243"/>
                </a:lnTo>
                <a:lnTo>
                  <a:pt x="3790" y="244"/>
                </a:lnTo>
                <a:lnTo>
                  <a:pt x="3790" y="245"/>
                </a:lnTo>
                <a:lnTo>
                  <a:pt x="3791" y="245"/>
                </a:lnTo>
                <a:lnTo>
                  <a:pt x="3793" y="246"/>
                </a:lnTo>
                <a:lnTo>
                  <a:pt x="3793" y="245"/>
                </a:lnTo>
                <a:lnTo>
                  <a:pt x="3794" y="244"/>
                </a:lnTo>
                <a:lnTo>
                  <a:pt x="3795" y="243"/>
                </a:lnTo>
                <a:lnTo>
                  <a:pt x="3797" y="242"/>
                </a:lnTo>
                <a:lnTo>
                  <a:pt x="3798" y="242"/>
                </a:lnTo>
                <a:lnTo>
                  <a:pt x="3799" y="243"/>
                </a:lnTo>
                <a:lnTo>
                  <a:pt x="3800" y="243"/>
                </a:lnTo>
                <a:lnTo>
                  <a:pt x="3800" y="244"/>
                </a:lnTo>
                <a:lnTo>
                  <a:pt x="3800" y="245"/>
                </a:lnTo>
                <a:lnTo>
                  <a:pt x="3801" y="245"/>
                </a:lnTo>
                <a:lnTo>
                  <a:pt x="3801" y="246"/>
                </a:lnTo>
                <a:lnTo>
                  <a:pt x="3801" y="247"/>
                </a:lnTo>
                <a:lnTo>
                  <a:pt x="3802" y="247"/>
                </a:lnTo>
                <a:lnTo>
                  <a:pt x="3802" y="248"/>
                </a:lnTo>
                <a:lnTo>
                  <a:pt x="3802" y="249"/>
                </a:lnTo>
                <a:lnTo>
                  <a:pt x="3803" y="249"/>
                </a:lnTo>
                <a:lnTo>
                  <a:pt x="3804" y="250"/>
                </a:lnTo>
                <a:lnTo>
                  <a:pt x="3806" y="251"/>
                </a:lnTo>
                <a:lnTo>
                  <a:pt x="3807" y="252"/>
                </a:lnTo>
                <a:lnTo>
                  <a:pt x="3808" y="252"/>
                </a:lnTo>
                <a:lnTo>
                  <a:pt x="3809" y="252"/>
                </a:lnTo>
                <a:lnTo>
                  <a:pt x="3810" y="253"/>
                </a:lnTo>
                <a:lnTo>
                  <a:pt x="3810" y="254"/>
                </a:lnTo>
                <a:lnTo>
                  <a:pt x="3811" y="254"/>
                </a:lnTo>
                <a:lnTo>
                  <a:pt x="3812" y="255"/>
                </a:lnTo>
                <a:lnTo>
                  <a:pt x="3813" y="255"/>
                </a:lnTo>
                <a:lnTo>
                  <a:pt x="3813" y="256"/>
                </a:lnTo>
                <a:lnTo>
                  <a:pt x="3814" y="256"/>
                </a:lnTo>
                <a:lnTo>
                  <a:pt x="3814" y="257"/>
                </a:lnTo>
                <a:lnTo>
                  <a:pt x="3815" y="257"/>
                </a:lnTo>
                <a:lnTo>
                  <a:pt x="3816" y="258"/>
                </a:lnTo>
                <a:lnTo>
                  <a:pt x="3816" y="257"/>
                </a:lnTo>
                <a:lnTo>
                  <a:pt x="3817" y="258"/>
                </a:lnTo>
                <a:lnTo>
                  <a:pt x="3817" y="259"/>
                </a:lnTo>
                <a:lnTo>
                  <a:pt x="3818" y="259"/>
                </a:lnTo>
                <a:lnTo>
                  <a:pt x="3820" y="260"/>
                </a:lnTo>
                <a:lnTo>
                  <a:pt x="3821" y="261"/>
                </a:lnTo>
                <a:lnTo>
                  <a:pt x="3821" y="262"/>
                </a:lnTo>
                <a:lnTo>
                  <a:pt x="3822" y="262"/>
                </a:lnTo>
                <a:lnTo>
                  <a:pt x="3824" y="263"/>
                </a:lnTo>
                <a:lnTo>
                  <a:pt x="3825" y="264"/>
                </a:lnTo>
                <a:lnTo>
                  <a:pt x="3826" y="265"/>
                </a:lnTo>
                <a:lnTo>
                  <a:pt x="3828" y="266"/>
                </a:lnTo>
                <a:lnTo>
                  <a:pt x="3828" y="267"/>
                </a:lnTo>
                <a:lnTo>
                  <a:pt x="3828" y="268"/>
                </a:lnTo>
                <a:lnTo>
                  <a:pt x="3829" y="268"/>
                </a:lnTo>
                <a:lnTo>
                  <a:pt x="3830" y="269"/>
                </a:lnTo>
                <a:lnTo>
                  <a:pt x="3831" y="269"/>
                </a:lnTo>
                <a:lnTo>
                  <a:pt x="3831" y="270"/>
                </a:lnTo>
                <a:lnTo>
                  <a:pt x="3832" y="270"/>
                </a:lnTo>
                <a:lnTo>
                  <a:pt x="3833" y="270"/>
                </a:lnTo>
                <a:lnTo>
                  <a:pt x="3833" y="271"/>
                </a:lnTo>
                <a:lnTo>
                  <a:pt x="3833" y="272"/>
                </a:lnTo>
                <a:lnTo>
                  <a:pt x="3832" y="273"/>
                </a:lnTo>
                <a:lnTo>
                  <a:pt x="3833" y="273"/>
                </a:lnTo>
                <a:lnTo>
                  <a:pt x="3833" y="274"/>
                </a:lnTo>
                <a:lnTo>
                  <a:pt x="3834" y="274"/>
                </a:lnTo>
                <a:lnTo>
                  <a:pt x="3835" y="274"/>
                </a:lnTo>
                <a:lnTo>
                  <a:pt x="3836" y="275"/>
                </a:lnTo>
                <a:lnTo>
                  <a:pt x="3836" y="276"/>
                </a:lnTo>
                <a:lnTo>
                  <a:pt x="3837" y="276"/>
                </a:lnTo>
                <a:lnTo>
                  <a:pt x="3838" y="277"/>
                </a:lnTo>
                <a:lnTo>
                  <a:pt x="3839" y="278"/>
                </a:lnTo>
                <a:lnTo>
                  <a:pt x="3839" y="279"/>
                </a:lnTo>
                <a:lnTo>
                  <a:pt x="3840" y="279"/>
                </a:lnTo>
                <a:lnTo>
                  <a:pt x="3841" y="279"/>
                </a:lnTo>
                <a:lnTo>
                  <a:pt x="3841" y="280"/>
                </a:lnTo>
                <a:lnTo>
                  <a:pt x="3841" y="281"/>
                </a:lnTo>
                <a:lnTo>
                  <a:pt x="3842" y="281"/>
                </a:lnTo>
                <a:lnTo>
                  <a:pt x="3842" y="282"/>
                </a:lnTo>
                <a:lnTo>
                  <a:pt x="3842" y="283"/>
                </a:lnTo>
                <a:lnTo>
                  <a:pt x="3844" y="283"/>
                </a:lnTo>
                <a:lnTo>
                  <a:pt x="3845" y="284"/>
                </a:lnTo>
                <a:lnTo>
                  <a:pt x="3845" y="285"/>
                </a:lnTo>
                <a:lnTo>
                  <a:pt x="3846" y="286"/>
                </a:lnTo>
                <a:lnTo>
                  <a:pt x="3847" y="287"/>
                </a:lnTo>
                <a:lnTo>
                  <a:pt x="3848" y="287"/>
                </a:lnTo>
                <a:lnTo>
                  <a:pt x="3849" y="287"/>
                </a:lnTo>
                <a:lnTo>
                  <a:pt x="3849" y="288"/>
                </a:lnTo>
                <a:lnTo>
                  <a:pt x="3849" y="289"/>
                </a:lnTo>
                <a:lnTo>
                  <a:pt x="3850" y="289"/>
                </a:lnTo>
                <a:lnTo>
                  <a:pt x="3851" y="289"/>
                </a:lnTo>
                <a:lnTo>
                  <a:pt x="3852" y="289"/>
                </a:lnTo>
                <a:lnTo>
                  <a:pt x="3853" y="289"/>
                </a:lnTo>
                <a:lnTo>
                  <a:pt x="3854" y="290"/>
                </a:lnTo>
                <a:lnTo>
                  <a:pt x="3854" y="291"/>
                </a:lnTo>
                <a:lnTo>
                  <a:pt x="3854" y="292"/>
                </a:lnTo>
                <a:lnTo>
                  <a:pt x="3855" y="293"/>
                </a:lnTo>
                <a:lnTo>
                  <a:pt x="3856" y="293"/>
                </a:lnTo>
                <a:lnTo>
                  <a:pt x="3856" y="294"/>
                </a:lnTo>
                <a:lnTo>
                  <a:pt x="3856" y="295"/>
                </a:lnTo>
                <a:lnTo>
                  <a:pt x="3857" y="295"/>
                </a:lnTo>
                <a:lnTo>
                  <a:pt x="3858" y="297"/>
                </a:lnTo>
                <a:lnTo>
                  <a:pt x="3859" y="298"/>
                </a:lnTo>
                <a:lnTo>
                  <a:pt x="3860" y="298"/>
                </a:lnTo>
                <a:lnTo>
                  <a:pt x="3862" y="301"/>
                </a:lnTo>
                <a:lnTo>
                  <a:pt x="3863" y="301"/>
                </a:lnTo>
                <a:lnTo>
                  <a:pt x="3864" y="302"/>
                </a:lnTo>
                <a:lnTo>
                  <a:pt x="3865" y="302"/>
                </a:lnTo>
                <a:lnTo>
                  <a:pt x="3865" y="303"/>
                </a:lnTo>
                <a:lnTo>
                  <a:pt x="3865" y="304"/>
                </a:lnTo>
                <a:lnTo>
                  <a:pt x="3866" y="305"/>
                </a:lnTo>
                <a:lnTo>
                  <a:pt x="3865" y="307"/>
                </a:lnTo>
                <a:lnTo>
                  <a:pt x="3864" y="307"/>
                </a:lnTo>
                <a:lnTo>
                  <a:pt x="3864" y="308"/>
                </a:lnTo>
                <a:lnTo>
                  <a:pt x="3865" y="308"/>
                </a:lnTo>
                <a:lnTo>
                  <a:pt x="3865" y="309"/>
                </a:lnTo>
                <a:lnTo>
                  <a:pt x="3867" y="309"/>
                </a:lnTo>
                <a:lnTo>
                  <a:pt x="3868" y="308"/>
                </a:lnTo>
                <a:lnTo>
                  <a:pt x="3869" y="308"/>
                </a:lnTo>
                <a:lnTo>
                  <a:pt x="3870" y="308"/>
                </a:lnTo>
                <a:lnTo>
                  <a:pt x="3871" y="308"/>
                </a:lnTo>
                <a:lnTo>
                  <a:pt x="3872" y="308"/>
                </a:lnTo>
                <a:lnTo>
                  <a:pt x="3873" y="307"/>
                </a:lnTo>
                <a:lnTo>
                  <a:pt x="3874" y="307"/>
                </a:lnTo>
                <a:lnTo>
                  <a:pt x="3876" y="308"/>
                </a:lnTo>
                <a:lnTo>
                  <a:pt x="3877" y="309"/>
                </a:lnTo>
                <a:lnTo>
                  <a:pt x="3878" y="310"/>
                </a:lnTo>
                <a:lnTo>
                  <a:pt x="3879" y="310"/>
                </a:lnTo>
                <a:lnTo>
                  <a:pt x="3879" y="311"/>
                </a:lnTo>
                <a:lnTo>
                  <a:pt x="3878" y="311"/>
                </a:lnTo>
                <a:lnTo>
                  <a:pt x="3879" y="311"/>
                </a:lnTo>
                <a:lnTo>
                  <a:pt x="3879" y="312"/>
                </a:lnTo>
                <a:lnTo>
                  <a:pt x="3880" y="312"/>
                </a:lnTo>
                <a:lnTo>
                  <a:pt x="3880" y="313"/>
                </a:lnTo>
                <a:lnTo>
                  <a:pt x="3881" y="314"/>
                </a:lnTo>
                <a:lnTo>
                  <a:pt x="3881" y="315"/>
                </a:lnTo>
                <a:lnTo>
                  <a:pt x="3881" y="316"/>
                </a:lnTo>
                <a:lnTo>
                  <a:pt x="3882" y="316"/>
                </a:lnTo>
                <a:lnTo>
                  <a:pt x="3881" y="316"/>
                </a:lnTo>
                <a:lnTo>
                  <a:pt x="3881" y="317"/>
                </a:lnTo>
                <a:lnTo>
                  <a:pt x="3883" y="318"/>
                </a:lnTo>
                <a:lnTo>
                  <a:pt x="3884" y="318"/>
                </a:lnTo>
                <a:lnTo>
                  <a:pt x="3884" y="319"/>
                </a:lnTo>
                <a:lnTo>
                  <a:pt x="3883" y="320"/>
                </a:lnTo>
                <a:lnTo>
                  <a:pt x="3883" y="322"/>
                </a:lnTo>
                <a:lnTo>
                  <a:pt x="3884" y="323"/>
                </a:lnTo>
                <a:lnTo>
                  <a:pt x="3885" y="323"/>
                </a:lnTo>
                <a:lnTo>
                  <a:pt x="3886" y="322"/>
                </a:lnTo>
                <a:lnTo>
                  <a:pt x="3886" y="323"/>
                </a:lnTo>
                <a:lnTo>
                  <a:pt x="3888" y="322"/>
                </a:lnTo>
                <a:lnTo>
                  <a:pt x="3889" y="322"/>
                </a:lnTo>
                <a:lnTo>
                  <a:pt x="3890" y="322"/>
                </a:lnTo>
                <a:lnTo>
                  <a:pt x="3890" y="323"/>
                </a:lnTo>
                <a:lnTo>
                  <a:pt x="3890" y="324"/>
                </a:lnTo>
                <a:lnTo>
                  <a:pt x="3891" y="323"/>
                </a:lnTo>
                <a:lnTo>
                  <a:pt x="3892" y="323"/>
                </a:lnTo>
                <a:lnTo>
                  <a:pt x="3892" y="324"/>
                </a:lnTo>
                <a:lnTo>
                  <a:pt x="3891" y="324"/>
                </a:lnTo>
                <a:lnTo>
                  <a:pt x="3891" y="325"/>
                </a:lnTo>
                <a:lnTo>
                  <a:pt x="3892" y="325"/>
                </a:lnTo>
                <a:lnTo>
                  <a:pt x="3892" y="326"/>
                </a:lnTo>
                <a:lnTo>
                  <a:pt x="3893" y="326"/>
                </a:lnTo>
                <a:lnTo>
                  <a:pt x="3895" y="327"/>
                </a:lnTo>
                <a:lnTo>
                  <a:pt x="3895" y="326"/>
                </a:lnTo>
                <a:lnTo>
                  <a:pt x="3896" y="325"/>
                </a:lnTo>
                <a:lnTo>
                  <a:pt x="3896" y="324"/>
                </a:lnTo>
                <a:lnTo>
                  <a:pt x="3897" y="324"/>
                </a:lnTo>
                <a:lnTo>
                  <a:pt x="3897" y="323"/>
                </a:lnTo>
                <a:lnTo>
                  <a:pt x="3898" y="323"/>
                </a:lnTo>
                <a:lnTo>
                  <a:pt x="3899" y="323"/>
                </a:lnTo>
                <a:lnTo>
                  <a:pt x="3899" y="324"/>
                </a:lnTo>
                <a:lnTo>
                  <a:pt x="3899" y="325"/>
                </a:lnTo>
                <a:lnTo>
                  <a:pt x="3900" y="324"/>
                </a:lnTo>
                <a:lnTo>
                  <a:pt x="3900" y="323"/>
                </a:lnTo>
                <a:lnTo>
                  <a:pt x="3900" y="324"/>
                </a:lnTo>
                <a:lnTo>
                  <a:pt x="3900" y="325"/>
                </a:lnTo>
                <a:lnTo>
                  <a:pt x="3900" y="327"/>
                </a:lnTo>
                <a:lnTo>
                  <a:pt x="3901" y="327"/>
                </a:lnTo>
                <a:lnTo>
                  <a:pt x="3901" y="328"/>
                </a:lnTo>
                <a:lnTo>
                  <a:pt x="3900" y="328"/>
                </a:lnTo>
                <a:lnTo>
                  <a:pt x="3899" y="329"/>
                </a:lnTo>
                <a:lnTo>
                  <a:pt x="3899" y="330"/>
                </a:lnTo>
                <a:lnTo>
                  <a:pt x="3900" y="330"/>
                </a:lnTo>
                <a:lnTo>
                  <a:pt x="3901" y="330"/>
                </a:lnTo>
                <a:lnTo>
                  <a:pt x="3901" y="331"/>
                </a:lnTo>
                <a:lnTo>
                  <a:pt x="3900" y="330"/>
                </a:lnTo>
                <a:lnTo>
                  <a:pt x="3899" y="330"/>
                </a:lnTo>
                <a:lnTo>
                  <a:pt x="3899" y="331"/>
                </a:lnTo>
                <a:lnTo>
                  <a:pt x="3900" y="331"/>
                </a:lnTo>
                <a:lnTo>
                  <a:pt x="3901" y="331"/>
                </a:lnTo>
                <a:lnTo>
                  <a:pt x="3903" y="332"/>
                </a:lnTo>
                <a:lnTo>
                  <a:pt x="3903" y="333"/>
                </a:lnTo>
                <a:lnTo>
                  <a:pt x="3904" y="333"/>
                </a:lnTo>
                <a:lnTo>
                  <a:pt x="3905" y="333"/>
                </a:lnTo>
                <a:lnTo>
                  <a:pt x="3905" y="332"/>
                </a:lnTo>
                <a:lnTo>
                  <a:pt x="3906" y="332"/>
                </a:lnTo>
                <a:lnTo>
                  <a:pt x="3906" y="333"/>
                </a:lnTo>
                <a:lnTo>
                  <a:pt x="3906" y="334"/>
                </a:lnTo>
                <a:lnTo>
                  <a:pt x="3905" y="334"/>
                </a:lnTo>
                <a:lnTo>
                  <a:pt x="3905" y="335"/>
                </a:lnTo>
                <a:lnTo>
                  <a:pt x="3906" y="335"/>
                </a:lnTo>
                <a:lnTo>
                  <a:pt x="3907" y="335"/>
                </a:lnTo>
                <a:lnTo>
                  <a:pt x="3907" y="336"/>
                </a:lnTo>
                <a:lnTo>
                  <a:pt x="3909" y="336"/>
                </a:lnTo>
                <a:lnTo>
                  <a:pt x="3909" y="337"/>
                </a:lnTo>
                <a:lnTo>
                  <a:pt x="3910" y="337"/>
                </a:lnTo>
                <a:lnTo>
                  <a:pt x="3910" y="336"/>
                </a:lnTo>
                <a:lnTo>
                  <a:pt x="3911" y="336"/>
                </a:lnTo>
                <a:lnTo>
                  <a:pt x="3912" y="336"/>
                </a:lnTo>
                <a:lnTo>
                  <a:pt x="3912" y="337"/>
                </a:lnTo>
                <a:lnTo>
                  <a:pt x="3912" y="338"/>
                </a:lnTo>
                <a:lnTo>
                  <a:pt x="3912" y="339"/>
                </a:lnTo>
                <a:lnTo>
                  <a:pt x="3911" y="339"/>
                </a:lnTo>
                <a:lnTo>
                  <a:pt x="3910" y="338"/>
                </a:lnTo>
                <a:lnTo>
                  <a:pt x="3910" y="339"/>
                </a:lnTo>
                <a:lnTo>
                  <a:pt x="3911" y="339"/>
                </a:lnTo>
                <a:lnTo>
                  <a:pt x="3911" y="342"/>
                </a:lnTo>
                <a:lnTo>
                  <a:pt x="3910" y="343"/>
                </a:lnTo>
                <a:lnTo>
                  <a:pt x="3910" y="344"/>
                </a:lnTo>
                <a:lnTo>
                  <a:pt x="3910" y="345"/>
                </a:lnTo>
                <a:lnTo>
                  <a:pt x="3911" y="345"/>
                </a:lnTo>
                <a:lnTo>
                  <a:pt x="3911" y="346"/>
                </a:lnTo>
                <a:lnTo>
                  <a:pt x="3912" y="346"/>
                </a:lnTo>
                <a:lnTo>
                  <a:pt x="3913" y="347"/>
                </a:lnTo>
                <a:lnTo>
                  <a:pt x="3913" y="348"/>
                </a:lnTo>
                <a:lnTo>
                  <a:pt x="3912" y="348"/>
                </a:lnTo>
                <a:lnTo>
                  <a:pt x="3912" y="349"/>
                </a:lnTo>
                <a:lnTo>
                  <a:pt x="3913" y="350"/>
                </a:lnTo>
                <a:lnTo>
                  <a:pt x="3914" y="350"/>
                </a:lnTo>
                <a:lnTo>
                  <a:pt x="3915" y="349"/>
                </a:lnTo>
                <a:lnTo>
                  <a:pt x="3916" y="348"/>
                </a:lnTo>
                <a:lnTo>
                  <a:pt x="3916" y="349"/>
                </a:lnTo>
                <a:lnTo>
                  <a:pt x="3916" y="351"/>
                </a:lnTo>
                <a:lnTo>
                  <a:pt x="3916" y="352"/>
                </a:lnTo>
                <a:lnTo>
                  <a:pt x="3915" y="353"/>
                </a:lnTo>
                <a:lnTo>
                  <a:pt x="3914" y="356"/>
                </a:lnTo>
                <a:lnTo>
                  <a:pt x="3914" y="357"/>
                </a:lnTo>
                <a:lnTo>
                  <a:pt x="3915" y="358"/>
                </a:lnTo>
                <a:lnTo>
                  <a:pt x="3915" y="360"/>
                </a:lnTo>
                <a:lnTo>
                  <a:pt x="3914" y="360"/>
                </a:lnTo>
                <a:lnTo>
                  <a:pt x="3914" y="359"/>
                </a:lnTo>
                <a:lnTo>
                  <a:pt x="3913" y="359"/>
                </a:lnTo>
                <a:lnTo>
                  <a:pt x="3912" y="360"/>
                </a:lnTo>
                <a:lnTo>
                  <a:pt x="3912" y="361"/>
                </a:lnTo>
                <a:lnTo>
                  <a:pt x="3913" y="363"/>
                </a:lnTo>
                <a:lnTo>
                  <a:pt x="3913" y="364"/>
                </a:lnTo>
                <a:lnTo>
                  <a:pt x="3914" y="364"/>
                </a:lnTo>
                <a:lnTo>
                  <a:pt x="3914" y="365"/>
                </a:lnTo>
                <a:lnTo>
                  <a:pt x="3913" y="365"/>
                </a:lnTo>
                <a:lnTo>
                  <a:pt x="3912" y="364"/>
                </a:lnTo>
                <a:lnTo>
                  <a:pt x="3911" y="364"/>
                </a:lnTo>
                <a:lnTo>
                  <a:pt x="3911" y="365"/>
                </a:lnTo>
                <a:lnTo>
                  <a:pt x="3910" y="365"/>
                </a:lnTo>
                <a:lnTo>
                  <a:pt x="3909" y="365"/>
                </a:lnTo>
                <a:lnTo>
                  <a:pt x="3909" y="366"/>
                </a:lnTo>
                <a:lnTo>
                  <a:pt x="3910" y="366"/>
                </a:lnTo>
                <a:lnTo>
                  <a:pt x="3911" y="366"/>
                </a:lnTo>
                <a:lnTo>
                  <a:pt x="3911" y="367"/>
                </a:lnTo>
                <a:lnTo>
                  <a:pt x="3910" y="367"/>
                </a:lnTo>
                <a:lnTo>
                  <a:pt x="3910" y="369"/>
                </a:lnTo>
                <a:lnTo>
                  <a:pt x="3911" y="369"/>
                </a:lnTo>
                <a:lnTo>
                  <a:pt x="3911" y="370"/>
                </a:lnTo>
                <a:lnTo>
                  <a:pt x="3911" y="372"/>
                </a:lnTo>
                <a:lnTo>
                  <a:pt x="3910" y="372"/>
                </a:lnTo>
                <a:lnTo>
                  <a:pt x="3909" y="372"/>
                </a:lnTo>
                <a:lnTo>
                  <a:pt x="3908" y="372"/>
                </a:lnTo>
                <a:lnTo>
                  <a:pt x="3908" y="371"/>
                </a:lnTo>
                <a:lnTo>
                  <a:pt x="3907" y="371"/>
                </a:lnTo>
                <a:lnTo>
                  <a:pt x="3907" y="370"/>
                </a:lnTo>
                <a:lnTo>
                  <a:pt x="3907" y="369"/>
                </a:lnTo>
                <a:lnTo>
                  <a:pt x="3907" y="368"/>
                </a:lnTo>
                <a:lnTo>
                  <a:pt x="3907" y="367"/>
                </a:lnTo>
                <a:lnTo>
                  <a:pt x="3906" y="367"/>
                </a:lnTo>
                <a:lnTo>
                  <a:pt x="3905" y="367"/>
                </a:lnTo>
                <a:lnTo>
                  <a:pt x="3905" y="369"/>
                </a:lnTo>
                <a:lnTo>
                  <a:pt x="3905" y="370"/>
                </a:lnTo>
                <a:lnTo>
                  <a:pt x="3905" y="372"/>
                </a:lnTo>
                <a:lnTo>
                  <a:pt x="3904" y="373"/>
                </a:lnTo>
                <a:lnTo>
                  <a:pt x="3904" y="374"/>
                </a:lnTo>
                <a:lnTo>
                  <a:pt x="3905" y="374"/>
                </a:lnTo>
                <a:lnTo>
                  <a:pt x="3906" y="374"/>
                </a:lnTo>
                <a:lnTo>
                  <a:pt x="3906" y="375"/>
                </a:lnTo>
                <a:lnTo>
                  <a:pt x="3906" y="376"/>
                </a:lnTo>
                <a:lnTo>
                  <a:pt x="3905" y="376"/>
                </a:lnTo>
                <a:lnTo>
                  <a:pt x="3905" y="377"/>
                </a:lnTo>
                <a:lnTo>
                  <a:pt x="3904" y="377"/>
                </a:lnTo>
                <a:lnTo>
                  <a:pt x="3903" y="377"/>
                </a:lnTo>
                <a:lnTo>
                  <a:pt x="3902" y="377"/>
                </a:lnTo>
                <a:lnTo>
                  <a:pt x="3902" y="378"/>
                </a:lnTo>
                <a:lnTo>
                  <a:pt x="3902" y="377"/>
                </a:lnTo>
                <a:lnTo>
                  <a:pt x="3901" y="377"/>
                </a:lnTo>
                <a:lnTo>
                  <a:pt x="3900" y="377"/>
                </a:lnTo>
                <a:lnTo>
                  <a:pt x="3899" y="377"/>
                </a:lnTo>
                <a:lnTo>
                  <a:pt x="3898" y="378"/>
                </a:lnTo>
                <a:lnTo>
                  <a:pt x="3899" y="378"/>
                </a:lnTo>
                <a:lnTo>
                  <a:pt x="3900" y="378"/>
                </a:lnTo>
                <a:lnTo>
                  <a:pt x="3902" y="378"/>
                </a:lnTo>
                <a:lnTo>
                  <a:pt x="3903" y="379"/>
                </a:lnTo>
                <a:lnTo>
                  <a:pt x="3903" y="381"/>
                </a:lnTo>
                <a:lnTo>
                  <a:pt x="3903" y="382"/>
                </a:lnTo>
                <a:lnTo>
                  <a:pt x="3902" y="383"/>
                </a:lnTo>
                <a:lnTo>
                  <a:pt x="3902" y="384"/>
                </a:lnTo>
                <a:lnTo>
                  <a:pt x="3901" y="384"/>
                </a:lnTo>
                <a:lnTo>
                  <a:pt x="3900" y="384"/>
                </a:lnTo>
                <a:lnTo>
                  <a:pt x="3899" y="384"/>
                </a:lnTo>
                <a:lnTo>
                  <a:pt x="3899" y="385"/>
                </a:lnTo>
                <a:lnTo>
                  <a:pt x="3898" y="385"/>
                </a:lnTo>
                <a:lnTo>
                  <a:pt x="3898" y="386"/>
                </a:lnTo>
                <a:lnTo>
                  <a:pt x="3899" y="387"/>
                </a:lnTo>
                <a:lnTo>
                  <a:pt x="3900" y="387"/>
                </a:lnTo>
                <a:lnTo>
                  <a:pt x="3900" y="388"/>
                </a:lnTo>
                <a:lnTo>
                  <a:pt x="3899" y="389"/>
                </a:lnTo>
                <a:lnTo>
                  <a:pt x="3898" y="390"/>
                </a:lnTo>
                <a:lnTo>
                  <a:pt x="3898" y="391"/>
                </a:lnTo>
                <a:lnTo>
                  <a:pt x="3897" y="391"/>
                </a:lnTo>
                <a:lnTo>
                  <a:pt x="3897" y="392"/>
                </a:lnTo>
                <a:lnTo>
                  <a:pt x="3896" y="392"/>
                </a:lnTo>
                <a:lnTo>
                  <a:pt x="3895" y="392"/>
                </a:lnTo>
                <a:lnTo>
                  <a:pt x="3895" y="391"/>
                </a:lnTo>
                <a:lnTo>
                  <a:pt x="3894" y="391"/>
                </a:lnTo>
                <a:lnTo>
                  <a:pt x="3894" y="392"/>
                </a:lnTo>
                <a:lnTo>
                  <a:pt x="3893" y="393"/>
                </a:lnTo>
                <a:lnTo>
                  <a:pt x="3893" y="394"/>
                </a:lnTo>
                <a:lnTo>
                  <a:pt x="3894" y="394"/>
                </a:lnTo>
                <a:lnTo>
                  <a:pt x="3894" y="395"/>
                </a:lnTo>
                <a:lnTo>
                  <a:pt x="3895" y="395"/>
                </a:lnTo>
                <a:lnTo>
                  <a:pt x="3895" y="396"/>
                </a:lnTo>
                <a:lnTo>
                  <a:pt x="3896" y="396"/>
                </a:lnTo>
                <a:lnTo>
                  <a:pt x="3896" y="397"/>
                </a:lnTo>
                <a:lnTo>
                  <a:pt x="3896" y="398"/>
                </a:lnTo>
                <a:lnTo>
                  <a:pt x="3896" y="399"/>
                </a:lnTo>
                <a:lnTo>
                  <a:pt x="3895" y="399"/>
                </a:lnTo>
                <a:lnTo>
                  <a:pt x="3894" y="399"/>
                </a:lnTo>
                <a:lnTo>
                  <a:pt x="3894" y="398"/>
                </a:lnTo>
                <a:lnTo>
                  <a:pt x="3893" y="398"/>
                </a:lnTo>
                <a:lnTo>
                  <a:pt x="3892" y="398"/>
                </a:lnTo>
                <a:lnTo>
                  <a:pt x="3891" y="397"/>
                </a:lnTo>
                <a:lnTo>
                  <a:pt x="3890" y="397"/>
                </a:lnTo>
                <a:lnTo>
                  <a:pt x="3889" y="397"/>
                </a:lnTo>
                <a:lnTo>
                  <a:pt x="3887" y="399"/>
                </a:lnTo>
                <a:lnTo>
                  <a:pt x="3886" y="400"/>
                </a:lnTo>
                <a:lnTo>
                  <a:pt x="3886" y="401"/>
                </a:lnTo>
                <a:lnTo>
                  <a:pt x="3886" y="402"/>
                </a:lnTo>
                <a:lnTo>
                  <a:pt x="3885" y="402"/>
                </a:lnTo>
                <a:lnTo>
                  <a:pt x="3885" y="403"/>
                </a:lnTo>
                <a:lnTo>
                  <a:pt x="3886" y="403"/>
                </a:lnTo>
                <a:lnTo>
                  <a:pt x="3887" y="403"/>
                </a:lnTo>
                <a:lnTo>
                  <a:pt x="3887" y="402"/>
                </a:lnTo>
                <a:lnTo>
                  <a:pt x="3888" y="402"/>
                </a:lnTo>
                <a:lnTo>
                  <a:pt x="3890" y="403"/>
                </a:lnTo>
                <a:lnTo>
                  <a:pt x="3890" y="404"/>
                </a:lnTo>
                <a:lnTo>
                  <a:pt x="3891" y="404"/>
                </a:lnTo>
                <a:lnTo>
                  <a:pt x="3891" y="405"/>
                </a:lnTo>
                <a:lnTo>
                  <a:pt x="3890" y="405"/>
                </a:lnTo>
                <a:lnTo>
                  <a:pt x="3889" y="406"/>
                </a:lnTo>
                <a:lnTo>
                  <a:pt x="3889" y="407"/>
                </a:lnTo>
                <a:lnTo>
                  <a:pt x="3890" y="407"/>
                </a:lnTo>
                <a:lnTo>
                  <a:pt x="3891" y="408"/>
                </a:lnTo>
                <a:lnTo>
                  <a:pt x="3893" y="408"/>
                </a:lnTo>
                <a:lnTo>
                  <a:pt x="3893" y="409"/>
                </a:lnTo>
                <a:lnTo>
                  <a:pt x="3895" y="409"/>
                </a:lnTo>
                <a:lnTo>
                  <a:pt x="3896" y="409"/>
                </a:lnTo>
                <a:lnTo>
                  <a:pt x="3896" y="410"/>
                </a:lnTo>
                <a:lnTo>
                  <a:pt x="3896" y="411"/>
                </a:lnTo>
                <a:lnTo>
                  <a:pt x="3896" y="412"/>
                </a:lnTo>
                <a:lnTo>
                  <a:pt x="3896" y="413"/>
                </a:lnTo>
                <a:lnTo>
                  <a:pt x="3895" y="413"/>
                </a:lnTo>
                <a:lnTo>
                  <a:pt x="3895" y="414"/>
                </a:lnTo>
                <a:lnTo>
                  <a:pt x="3894" y="414"/>
                </a:lnTo>
                <a:lnTo>
                  <a:pt x="3893" y="415"/>
                </a:lnTo>
                <a:lnTo>
                  <a:pt x="3892" y="415"/>
                </a:lnTo>
                <a:lnTo>
                  <a:pt x="3892" y="416"/>
                </a:lnTo>
                <a:lnTo>
                  <a:pt x="3893" y="417"/>
                </a:lnTo>
                <a:lnTo>
                  <a:pt x="3894" y="418"/>
                </a:lnTo>
                <a:lnTo>
                  <a:pt x="3895" y="418"/>
                </a:lnTo>
                <a:lnTo>
                  <a:pt x="3895" y="419"/>
                </a:lnTo>
                <a:lnTo>
                  <a:pt x="3895" y="420"/>
                </a:lnTo>
                <a:lnTo>
                  <a:pt x="3894" y="421"/>
                </a:lnTo>
                <a:lnTo>
                  <a:pt x="3894" y="422"/>
                </a:lnTo>
                <a:lnTo>
                  <a:pt x="3895" y="423"/>
                </a:lnTo>
                <a:lnTo>
                  <a:pt x="3895" y="424"/>
                </a:lnTo>
                <a:lnTo>
                  <a:pt x="3896" y="424"/>
                </a:lnTo>
                <a:lnTo>
                  <a:pt x="3896" y="425"/>
                </a:lnTo>
                <a:lnTo>
                  <a:pt x="3897" y="425"/>
                </a:lnTo>
                <a:lnTo>
                  <a:pt x="3898" y="425"/>
                </a:lnTo>
                <a:lnTo>
                  <a:pt x="3898" y="426"/>
                </a:lnTo>
                <a:lnTo>
                  <a:pt x="3898" y="428"/>
                </a:lnTo>
                <a:lnTo>
                  <a:pt x="3898" y="429"/>
                </a:lnTo>
                <a:lnTo>
                  <a:pt x="3898" y="430"/>
                </a:lnTo>
                <a:lnTo>
                  <a:pt x="3899" y="431"/>
                </a:lnTo>
                <a:lnTo>
                  <a:pt x="3899" y="432"/>
                </a:lnTo>
                <a:lnTo>
                  <a:pt x="3900" y="433"/>
                </a:lnTo>
                <a:lnTo>
                  <a:pt x="3900" y="434"/>
                </a:lnTo>
                <a:lnTo>
                  <a:pt x="3901" y="434"/>
                </a:lnTo>
                <a:lnTo>
                  <a:pt x="3901" y="435"/>
                </a:lnTo>
                <a:lnTo>
                  <a:pt x="3902" y="436"/>
                </a:lnTo>
                <a:lnTo>
                  <a:pt x="3902" y="437"/>
                </a:lnTo>
                <a:lnTo>
                  <a:pt x="3902" y="438"/>
                </a:lnTo>
                <a:lnTo>
                  <a:pt x="3902" y="439"/>
                </a:lnTo>
                <a:lnTo>
                  <a:pt x="3902" y="440"/>
                </a:lnTo>
                <a:lnTo>
                  <a:pt x="3901" y="440"/>
                </a:lnTo>
                <a:lnTo>
                  <a:pt x="3901" y="441"/>
                </a:lnTo>
                <a:lnTo>
                  <a:pt x="3900" y="441"/>
                </a:lnTo>
                <a:lnTo>
                  <a:pt x="3900" y="442"/>
                </a:lnTo>
                <a:lnTo>
                  <a:pt x="3899" y="442"/>
                </a:lnTo>
                <a:lnTo>
                  <a:pt x="3899" y="443"/>
                </a:lnTo>
                <a:lnTo>
                  <a:pt x="3899" y="444"/>
                </a:lnTo>
                <a:lnTo>
                  <a:pt x="3899" y="445"/>
                </a:lnTo>
                <a:lnTo>
                  <a:pt x="3898" y="445"/>
                </a:lnTo>
                <a:lnTo>
                  <a:pt x="3897" y="445"/>
                </a:lnTo>
                <a:lnTo>
                  <a:pt x="3896" y="445"/>
                </a:lnTo>
                <a:lnTo>
                  <a:pt x="3896" y="446"/>
                </a:lnTo>
                <a:lnTo>
                  <a:pt x="3897" y="446"/>
                </a:lnTo>
                <a:lnTo>
                  <a:pt x="3897" y="447"/>
                </a:lnTo>
                <a:lnTo>
                  <a:pt x="3897" y="448"/>
                </a:lnTo>
                <a:lnTo>
                  <a:pt x="3896" y="448"/>
                </a:lnTo>
                <a:lnTo>
                  <a:pt x="3896" y="449"/>
                </a:lnTo>
                <a:lnTo>
                  <a:pt x="3895" y="450"/>
                </a:lnTo>
                <a:lnTo>
                  <a:pt x="3893" y="450"/>
                </a:lnTo>
                <a:lnTo>
                  <a:pt x="3893" y="449"/>
                </a:lnTo>
                <a:lnTo>
                  <a:pt x="3894" y="449"/>
                </a:lnTo>
                <a:lnTo>
                  <a:pt x="3895" y="449"/>
                </a:lnTo>
                <a:lnTo>
                  <a:pt x="3894" y="448"/>
                </a:lnTo>
                <a:lnTo>
                  <a:pt x="3893" y="448"/>
                </a:lnTo>
                <a:lnTo>
                  <a:pt x="3892" y="448"/>
                </a:lnTo>
                <a:lnTo>
                  <a:pt x="3891" y="449"/>
                </a:lnTo>
                <a:lnTo>
                  <a:pt x="3890" y="450"/>
                </a:lnTo>
                <a:lnTo>
                  <a:pt x="3890" y="451"/>
                </a:lnTo>
                <a:lnTo>
                  <a:pt x="3890" y="452"/>
                </a:lnTo>
                <a:lnTo>
                  <a:pt x="3889" y="453"/>
                </a:lnTo>
                <a:lnTo>
                  <a:pt x="3888" y="454"/>
                </a:lnTo>
                <a:lnTo>
                  <a:pt x="3887" y="454"/>
                </a:lnTo>
                <a:lnTo>
                  <a:pt x="3887" y="455"/>
                </a:lnTo>
                <a:lnTo>
                  <a:pt x="3886" y="455"/>
                </a:lnTo>
                <a:lnTo>
                  <a:pt x="3886" y="456"/>
                </a:lnTo>
                <a:lnTo>
                  <a:pt x="3887" y="456"/>
                </a:lnTo>
                <a:lnTo>
                  <a:pt x="3888" y="456"/>
                </a:lnTo>
                <a:lnTo>
                  <a:pt x="3889" y="456"/>
                </a:lnTo>
                <a:lnTo>
                  <a:pt x="3889" y="457"/>
                </a:lnTo>
                <a:lnTo>
                  <a:pt x="3888" y="457"/>
                </a:lnTo>
                <a:lnTo>
                  <a:pt x="3887" y="457"/>
                </a:lnTo>
                <a:lnTo>
                  <a:pt x="3887" y="458"/>
                </a:lnTo>
                <a:lnTo>
                  <a:pt x="3886" y="458"/>
                </a:lnTo>
                <a:lnTo>
                  <a:pt x="3885" y="458"/>
                </a:lnTo>
                <a:lnTo>
                  <a:pt x="3884" y="460"/>
                </a:lnTo>
                <a:lnTo>
                  <a:pt x="3883" y="460"/>
                </a:lnTo>
                <a:lnTo>
                  <a:pt x="3883" y="462"/>
                </a:lnTo>
                <a:lnTo>
                  <a:pt x="3883" y="464"/>
                </a:lnTo>
                <a:lnTo>
                  <a:pt x="3883" y="465"/>
                </a:lnTo>
                <a:lnTo>
                  <a:pt x="3882" y="466"/>
                </a:lnTo>
                <a:lnTo>
                  <a:pt x="3881" y="466"/>
                </a:lnTo>
                <a:lnTo>
                  <a:pt x="3880" y="466"/>
                </a:lnTo>
                <a:lnTo>
                  <a:pt x="3879" y="466"/>
                </a:lnTo>
                <a:lnTo>
                  <a:pt x="3879" y="465"/>
                </a:lnTo>
                <a:lnTo>
                  <a:pt x="3876" y="465"/>
                </a:lnTo>
                <a:lnTo>
                  <a:pt x="3876" y="466"/>
                </a:lnTo>
                <a:lnTo>
                  <a:pt x="3875" y="466"/>
                </a:lnTo>
                <a:lnTo>
                  <a:pt x="3875" y="467"/>
                </a:lnTo>
                <a:lnTo>
                  <a:pt x="3874" y="467"/>
                </a:lnTo>
                <a:lnTo>
                  <a:pt x="3875" y="467"/>
                </a:lnTo>
                <a:lnTo>
                  <a:pt x="3875" y="468"/>
                </a:lnTo>
                <a:lnTo>
                  <a:pt x="3876" y="468"/>
                </a:lnTo>
                <a:lnTo>
                  <a:pt x="3875" y="468"/>
                </a:lnTo>
                <a:lnTo>
                  <a:pt x="3873" y="468"/>
                </a:lnTo>
                <a:lnTo>
                  <a:pt x="3873" y="469"/>
                </a:lnTo>
                <a:lnTo>
                  <a:pt x="3873" y="470"/>
                </a:lnTo>
                <a:lnTo>
                  <a:pt x="3874" y="471"/>
                </a:lnTo>
                <a:lnTo>
                  <a:pt x="3875" y="472"/>
                </a:lnTo>
                <a:lnTo>
                  <a:pt x="3875" y="473"/>
                </a:lnTo>
                <a:lnTo>
                  <a:pt x="3876" y="473"/>
                </a:lnTo>
                <a:lnTo>
                  <a:pt x="3876" y="474"/>
                </a:lnTo>
                <a:lnTo>
                  <a:pt x="3877" y="474"/>
                </a:lnTo>
                <a:lnTo>
                  <a:pt x="3877" y="475"/>
                </a:lnTo>
                <a:lnTo>
                  <a:pt x="3877" y="476"/>
                </a:lnTo>
                <a:lnTo>
                  <a:pt x="3876" y="476"/>
                </a:lnTo>
                <a:lnTo>
                  <a:pt x="3875" y="476"/>
                </a:lnTo>
                <a:lnTo>
                  <a:pt x="3874" y="476"/>
                </a:lnTo>
                <a:lnTo>
                  <a:pt x="3872" y="474"/>
                </a:lnTo>
                <a:lnTo>
                  <a:pt x="3871" y="474"/>
                </a:lnTo>
                <a:lnTo>
                  <a:pt x="3871" y="473"/>
                </a:lnTo>
                <a:lnTo>
                  <a:pt x="3870" y="473"/>
                </a:lnTo>
                <a:lnTo>
                  <a:pt x="3869" y="473"/>
                </a:lnTo>
                <a:lnTo>
                  <a:pt x="3869" y="474"/>
                </a:lnTo>
                <a:lnTo>
                  <a:pt x="3869" y="475"/>
                </a:lnTo>
                <a:lnTo>
                  <a:pt x="3869" y="476"/>
                </a:lnTo>
                <a:lnTo>
                  <a:pt x="3868" y="476"/>
                </a:lnTo>
                <a:lnTo>
                  <a:pt x="3868" y="477"/>
                </a:lnTo>
                <a:lnTo>
                  <a:pt x="3869" y="477"/>
                </a:lnTo>
                <a:lnTo>
                  <a:pt x="3870" y="477"/>
                </a:lnTo>
                <a:lnTo>
                  <a:pt x="3870" y="478"/>
                </a:lnTo>
                <a:lnTo>
                  <a:pt x="3870" y="479"/>
                </a:lnTo>
                <a:lnTo>
                  <a:pt x="3871" y="480"/>
                </a:lnTo>
                <a:lnTo>
                  <a:pt x="3872" y="481"/>
                </a:lnTo>
                <a:lnTo>
                  <a:pt x="3872" y="482"/>
                </a:lnTo>
                <a:lnTo>
                  <a:pt x="3871" y="482"/>
                </a:lnTo>
                <a:lnTo>
                  <a:pt x="3870" y="483"/>
                </a:lnTo>
                <a:lnTo>
                  <a:pt x="3870" y="484"/>
                </a:lnTo>
                <a:lnTo>
                  <a:pt x="3871" y="484"/>
                </a:lnTo>
                <a:lnTo>
                  <a:pt x="3871" y="485"/>
                </a:lnTo>
                <a:lnTo>
                  <a:pt x="3872" y="485"/>
                </a:lnTo>
                <a:lnTo>
                  <a:pt x="3872" y="484"/>
                </a:lnTo>
                <a:lnTo>
                  <a:pt x="3873" y="484"/>
                </a:lnTo>
                <a:lnTo>
                  <a:pt x="3874" y="485"/>
                </a:lnTo>
                <a:lnTo>
                  <a:pt x="3874" y="486"/>
                </a:lnTo>
                <a:lnTo>
                  <a:pt x="3873" y="487"/>
                </a:lnTo>
                <a:lnTo>
                  <a:pt x="3872" y="487"/>
                </a:lnTo>
                <a:lnTo>
                  <a:pt x="3871" y="487"/>
                </a:lnTo>
                <a:lnTo>
                  <a:pt x="3871" y="488"/>
                </a:lnTo>
                <a:lnTo>
                  <a:pt x="3871" y="489"/>
                </a:lnTo>
                <a:lnTo>
                  <a:pt x="3871" y="490"/>
                </a:lnTo>
                <a:lnTo>
                  <a:pt x="3872" y="490"/>
                </a:lnTo>
                <a:lnTo>
                  <a:pt x="3872" y="491"/>
                </a:lnTo>
                <a:lnTo>
                  <a:pt x="3873" y="491"/>
                </a:lnTo>
                <a:lnTo>
                  <a:pt x="3873" y="492"/>
                </a:lnTo>
                <a:lnTo>
                  <a:pt x="3872" y="492"/>
                </a:lnTo>
                <a:lnTo>
                  <a:pt x="3872" y="493"/>
                </a:lnTo>
                <a:lnTo>
                  <a:pt x="3871" y="493"/>
                </a:lnTo>
                <a:lnTo>
                  <a:pt x="3870" y="493"/>
                </a:lnTo>
                <a:lnTo>
                  <a:pt x="3870" y="494"/>
                </a:lnTo>
                <a:lnTo>
                  <a:pt x="3871" y="495"/>
                </a:lnTo>
                <a:lnTo>
                  <a:pt x="3871" y="494"/>
                </a:lnTo>
                <a:lnTo>
                  <a:pt x="3872" y="494"/>
                </a:lnTo>
                <a:lnTo>
                  <a:pt x="3873" y="495"/>
                </a:lnTo>
                <a:lnTo>
                  <a:pt x="3872" y="495"/>
                </a:lnTo>
                <a:lnTo>
                  <a:pt x="3872" y="496"/>
                </a:lnTo>
                <a:lnTo>
                  <a:pt x="3871" y="496"/>
                </a:lnTo>
                <a:lnTo>
                  <a:pt x="3870" y="496"/>
                </a:lnTo>
                <a:lnTo>
                  <a:pt x="3869" y="496"/>
                </a:lnTo>
                <a:lnTo>
                  <a:pt x="3869" y="497"/>
                </a:lnTo>
                <a:lnTo>
                  <a:pt x="3868" y="497"/>
                </a:lnTo>
                <a:lnTo>
                  <a:pt x="3868" y="498"/>
                </a:lnTo>
                <a:lnTo>
                  <a:pt x="3868" y="499"/>
                </a:lnTo>
                <a:lnTo>
                  <a:pt x="3867" y="500"/>
                </a:lnTo>
                <a:lnTo>
                  <a:pt x="3866" y="499"/>
                </a:lnTo>
                <a:lnTo>
                  <a:pt x="3866" y="500"/>
                </a:lnTo>
                <a:lnTo>
                  <a:pt x="3866" y="501"/>
                </a:lnTo>
                <a:lnTo>
                  <a:pt x="3866" y="502"/>
                </a:lnTo>
                <a:lnTo>
                  <a:pt x="3866" y="503"/>
                </a:lnTo>
                <a:lnTo>
                  <a:pt x="3867" y="503"/>
                </a:lnTo>
                <a:lnTo>
                  <a:pt x="3867" y="504"/>
                </a:lnTo>
                <a:lnTo>
                  <a:pt x="3867" y="505"/>
                </a:lnTo>
                <a:lnTo>
                  <a:pt x="3867" y="506"/>
                </a:lnTo>
                <a:lnTo>
                  <a:pt x="3866" y="506"/>
                </a:lnTo>
                <a:lnTo>
                  <a:pt x="3865" y="506"/>
                </a:lnTo>
                <a:lnTo>
                  <a:pt x="3865" y="507"/>
                </a:lnTo>
                <a:lnTo>
                  <a:pt x="3865" y="508"/>
                </a:lnTo>
                <a:lnTo>
                  <a:pt x="3866" y="508"/>
                </a:lnTo>
                <a:lnTo>
                  <a:pt x="3866" y="509"/>
                </a:lnTo>
                <a:lnTo>
                  <a:pt x="3866" y="510"/>
                </a:lnTo>
                <a:lnTo>
                  <a:pt x="3866" y="511"/>
                </a:lnTo>
                <a:lnTo>
                  <a:pt x="3867" y="511"/>
                </a:lnTo>
                <a:lnTo>
                  <a:pt x="3867" y="512"/>
                </a:lnTo>
                <a:lnTo>
                  <a:pt x="3868" y="512"/>
                </a:lnTo>
                <a:lnTo>
                  <a:pt x="3869" y="513"/>
                </a:lnTo>
                <a:lnTo>
                  <a:pt x="3868" y="513"/>
                </a:lnTo>
                <a:lnTo>
                  <a:pt x="3868" y="514"/>
                </a:lnTo>
                <a:lnTo>
                  <a:pt x="3867" y="513"/>
                </a:lnTo>
                <a:lnTo>
                  <a:pt x="3866" y="513"/>
                </a:lnTo>
                <a:lnTo>
                  <a:pt x="3865" y="513"/>
                </a:lnTo>
                <a:lnTo>
                  <a:pt x="3865" y="514"/>
                </a:lnTo>
                <a:lnTo>
                  <a:pt x="3865" y="515"/>
                </a:lnTo>
                <a:lnTo>
                  <a:pt x="3866" y="515"/>
                </a:lnTo>
                <a:lnTo>
                  <a:pt x="3867" y="515"/>
                </a:lnTo>
                <a:lnTo>
                  <a:pt x="3867" y="516"/>
                </a:lnTo>
                <a:lnTo>
                  <a:pt x="3867" y="517"/>
                </a:lnTo>
                <a:lnTo>
                  <a:pt x="3867" y="518"/>
                </a:lnTo>
                <a:lnTo>
                  <a:pt x="3866" y="518"/>
                </a:lnTo>
                <a:lnTo>
                  <a:pt x="3866" y="519"/>
                </a:lnTo>
                <a:lnTo>
                  <a:pt x="3865" y="519"/>
                </a:lnTo>
                <a:lnTo>
                  <a:pt x="3865" y="520"/>
                </a:lnTo>
                <a:lnTo>
                  <a:pt x="3864" y="520"/>
                </a:lnTo>
                <a:lnTo>
                  <a:pt x="3864" y="521"/>
                </a:lnTo>
                <a:lnTo>
                  <a:pt x="3863" y="521"/>
                </a:lnTo>
                <a:lnTo>
                  <a:pt x="3862" y="521"/>
                </a:lnTo>
                <a:lnTo>
                  <a:pt x="3861" y="521"/>
                </a:lnTo>
                <a:lnTo>
                  <a:pt x="3860" y="521"/>
                </a:lnTo>
                <a:lnTo>
                  <a:pt x="3860" y="522"/>
                </a:lnTo>
                <a:lnTo>
                  <a:pt x="3860" y="523"/>
                </a:lnTo>
                <a:lnTo>
                  <a:pt x="3860" y="524"/>
                </a:lnTo>
                <a:lnTo>
                  <a:pt x="3861" y="524"/>
                </a:lnTo>
                <a:lnTo>
                  <a:pt x="3861" y="525"/>
                </a:lnTo>
                <a:lnTo>
                  <a:pt x="3861" y="526"/>
                </a:lnTo>
                <a:lnTo>
                  <a:pt x="3860" y="527"/>
                </a:lnTo>
                <a:lnTo>
                  <a:pt x="3859" y="527"/>
                </a:lnTo>
                <a:lnTo>
                  <a:pt x="3859" y="528"/>
                </a:lnTo>
                <a:lnTo>
                  <a:pt x="3858" y="528"/>
                </a:lnTo>
                <a:lnTo>
                  <a:pt x="3858" y="529"/>
                </a:lnTo>
                <a:lnTo>
                  <a:pt x="3857" y="529"/>
                </a:lnTo>
                <a:lnTo>
                  <a:pt x="3855" y="529"/>
                </a:lnTo>
                <a:lnTo>
                  <a:pt x="3854" y="529"/>
                </a:lnTo>
                <a:lnTo>
                  <a:pt x="3855" y="529"/>
                </a:lnTo>
                <a:lnTo>
                  <a:pt x="3855" y="530"/>
                </a:lnTo>
                <a:lnTo>
                  <a:pt x="3857" y="531"/>
                </a:lnTo>
                <a:lnTo>
                  <a:pt x="3858" y="532"/>
                </a:lnTo>
                <a:lnTo>
                  <a:pt x="3860" y="532"/>
                </a:lnTo>
                <a:lnTo>
                  <a:pt x="3861" y="532"/>
                </a:lnTo>
                <a:lnTo>
                  <a:pt x="3861" y="533"/>
                </a:lnTo>
                <a:lnTo>
                  <a:pt x="3861" y="534"/>
                </a:lnTo>
                <a:lnTo>
                  <a:pt x="3860" y="534"/>
                </a:lnTo>
                <a:lnTo>
                  <a:pt x="3859" y="534"/>
                </a:lnTo>
                <a:lnTo>
                  <a:pt x="3858" y="534"/>
                </a:lnTo>
                <a:lnTo>
                  <a:pt x="3858" y="535"/>
                </a:lnTo>
                <a:lnTo>
                  <a:pt x="3857" y="535"/>
                </a:lnTo>
                <a:lnTo>
                  <a:pt x="3856" y="535"/>
                </a:lnTo>
                <a:lnTo>
                  <a:pt x="3855" y="535"/>
                </a:lnTo>
                <a:lnTo>
                  <a:pt x="3855" y="536"/>
                </a:lnTo>
                <a:lnTo>
                  <a:pt x="3855" y="537"/>
                </a:lnTo>
                <a:lnTo>
                  <a:pt x="3856" y="538"/>
                </a:lnTo>
                <a:lnTo>
                  <a:pt x="3855" y="538"/>
                </a:lnTo>
                <a:lnTo>
                  <a:pt x="3855" y="539"/>
                </a:lnTo>
                <a:lnTo>
                  <a:pt x="3854" y="538"/>
                </a:lnTo>
                <a:lnTo>
                  <a:pt x="3853" y="538"/>
                </a:lnTo>
                <a:lnTo>
                  <a:pt x="3853" y="537"/>
                </a:lnTo>
                <a:lnTo>
                  <a:pt x="3853" y="536"/>
                </a:lnTo>
                <a:lnTo>
                  <a:pt x="3853" y="535"/>
                </a:lnTo>
                <a:lnTo>
                  <a:pt x="3852" y="535"/>
                </a:lnTo>
                <a:lnTo>
                  <a:pt x="3851" y="535"/>
                </a:lnTo>
                <a:lnTo>
                  <a:pt x="3851" y="536"/>
                </a:lnTo>
                <a:lnTo>
                  <a:pt x="3850" y="537"/>
                </a:lnTo>
                <a:lnTo>
                  <a:pt x="3849" y="538"/>
                </a:lnTo>
                <a:lnTo>
                  <a:pt x="3849" y="539"/>
                </a:lnTo>
                <a:lnTo>
                  <a:pt x="3849" y="540"/>
                </a:lnTo>
                <a:lnTo>
                  <a:pt x="3850" y="540"/>
                </a:lnTo>
                <a:lnTo>
                  <a:pt x="3850" y="541"/>
                </a:lnTo>
                <a:lnTo>
                  <a:pt x="3849" y="542"/>
                </a:lnTo>
                <a:lnTo>
                  <a:pt x="3849" y="543"/>
                </a:lnTo>
                <a:lnTo>
                  <a:pt x="3848" y="543"/>
                </a:lnTo>
                <a:lnTo>
                  <a:pt x="3847" y="543"/>
                </a:lnTo>
                <a:lnTo>
                  <a:pt x="3847" y="544"/>
                </a:lnTo>
                <a:lnTo>
                  <a:pt x="3848" y="544"/>
                </a:lnTo>
                <a:lnTo>
                  <a:pt x="3849" y="544"/>
                </a:lnTo>
                <a:lnTo>
                  <a:pt x="3851" y="544"/>
                </a:lnTo>
                <a:lnTo>
                  <a:pt x="3851" y="545"/>
                </a:lnTo>
                <a:lnTo>
                  <a:pt x="3852" y="545"/>
                </a:lnTo>
                <a:lnTo>
                  <a:pt x="3851" y="545"/>
                </a:lnTo>
                <a:lnTo>
                  <a:pt x="3851" y="546"/>
                </a:lnTo>
                <a:lnTo>
                  <a:pt x="3850" y="547"/>
                </a:lnTo>
                <a:lnTo>
                  <a:pt x="3850" y="548"/>
                </a:lnTo>
                <a:lnTo>
                  <a:pt x="3850" y="549"/>
                </a:lnTo>
                <a:lnTo>
                  <a:pt x="3851" y="549"/>
                </a:lnTo>
                <a:lnTo>
                  <a:pt x="3852" y="549"/>
                </a:lnTo>
                <a:lnTo>
                  <a:pt x="3854" y="549"/>
                </a:lnTo>
                <a:lnTo>
                  <a:pt x="3855" y="549"/>
                </a:lnTo>
                <a:lnTo>
                  <a:pt x="3856" y="549"/>
                </a:lnTo>
                <a:lnTo>
                  <a:pt x="3857" y="549"/>
                </a:lnTo>
                <a:lnTo>
                  <a:pt x="3858" y="549"/>
                </a:lnTo>
                <a:lnTo>
                  <a:pt x="3859" y="549"/>
                </a:lnTo>
                <a:lnTo>
                  <a:pt x="3859" y="550"/>
                </a:lnTo>
                <a:lnTo>
                  <a:pt x="3859" y="551"/>
                </a:lnTo>
                <a:lnTo>
                  <a:pt x="3859" y="552"/>
                </a:lnTo>
                <a:lnTo>
                  <a:pt x="3858" y="552"/>
                </a:lnTo>
                <a:lnTo>
                  <a:pt x="3857" y="553"/>
                </a:lnTo>
                <a:lnTo>
                  <a:pt x="3856" y="553"/>
                </a:lnTo>
                <a:lnTo>
                  <a:pt x="3856" y="554"/>
                </a:lnTo>
                <a:lnTo>
                  <a:pt x="3855" y="553"/>
                </a:lnTo>
                <a:lnTo>
                  <a:pt x="3854" y="553"/>
                </a:lnTo>
                <a:lnTo>
                  <a:pt x="3854" y="552"/>
                </a:lnTo>
                <a:lnTo>
                  <a:pt x="3853" y="552"/>
                </a:lnTo>
                <a:lnTo>
                  <a:pt x="3853" y="551"/>
                </a:lnTo>
                <a:lnTo>
                  <a:pt x="3852" y="551"/>
                </a:lnTo>
                <a:lnTo>
                  <a:pt x="3852" y="552"/>
                </a:lnTo>
                <a:lnTo>
                  <a:pt x="3851" y="552"/>
                </a:lnTo>
                <a:lnTo>
                  <a:pt x="3851" y="553"/>
                </a:lnTo>
                <a:lnTo>
                  <a:pt x="3850" y="554"/>
                </a:lnTo>
                <a:lnTo>
                  <a:pt x="3849" y="555"/>
                </a:lnTo>
                <a:lnTo>
                  <a:pt x="3848" y="555"/>
                </a:lnTo>
                <a:lnTo>
                  <a:pt x="3849" y="555"/>
                </a:lnTo>
                <a:lnTo>
                  <a:pt x="3849" y="556"/>
                </a:lnTo>
                <a:lnTo>
                  <a:pt x="3850" y="556"/>
                </a:lnTo>
                <a:lnTo>
                  <a:pt x="3851" y="556"/>
                </a:lnTo>
                <a:lnTo>
                  <a:pt x="3852" y="556"/>
                </a:lnTo>
                <a:lnTo>
                  <a:pt x="3853" y="556"/>
                </a:lnTo>
                <a:lnTo>
                  <a:pt x="3854" y="556"/>
                </a:lnTo>
                <a:lnTo>
                  <a:pt x="3854" y="557"/>
                </a:lnTo>
                <a:lnTo>
                  <a:pt x="3855" y="557"/>
                </a:lnTo>
                <a:lnTo>
                  <a:pt x="3855" y="558"/>
                </a:lnTo>
                <a:lnTo>
                  <a:pt x="3856" y="559"/>
                </a:lnTo>
                <a:lnTo>
                  <a:pt x="3856" y="561"/>
                </a:lnTo>
                <a:lnTo>
                  <a:pt x="3856" y="562"/>
                </a:lnTo>
                <a:lnTo>
                  <a:pt x="3855" y="563"/>
                </a:lnTo>
                <a:lnTo>
                  <a:pt x="3854" y="564"/>
                </a:lnTo>
                <a:lnTo>
                  <a:pt x="3853" y="564"/>
                </a:lnTo>
                <a:lnTo>
                  <a:pt x="3852" y="565"/>
                </a:lnTo>
                <a:lnTo>
                  <a:pt x="3851" y="565"/>
                </a:lnTo>
                <a:lnTo>
                  <a:pt x="3850" y="565"/>
                </a:lnTo>
                <a:lnTo>
                  <a:pt x="3850" y="566"/>
                </a:lnTo>
                <a:lnTo>
                  <a:pt x="3850" y="568"/>
                </a:lnTo>
                <a:lnTo>
                  <a:pt x="3850" y="569"/>
                </a:lnTo>
                <a:lnTo>
                  <a:pt x="3850" y="570"/>
                </a:lnTo>
                <a:lnTo>
                  <a:pt x="3850" y="572"/>
                </a:lnTo>
                <a:lnTo>
                  <a:pt x="3850" y="573"/>
                </a:lnTo>
                <a:lnTo>
                  <a:pt x="3849" y="573"/>
                </a:lnTo>
                <a:lnTo>
                  <a:pt x="3848" y="573"/>
                </a:lnTo>
                <a:lnTo>
                  <a:pt x="3847" y="573"/>
                </a:lnTo>
                <a:lnTo>
                  <a:pt x="3846" y="573"/>
                </a:lnTo>
                <a:lnTo>
                  <a:pt x="3845" y="573"/>
                </a:lnTo>
                <a:lnTo>
                  <a:pt x="3844" y="574"/>
                </a:lnTo>
                <a:lnTo>
                  <a:pt x="3843" y="574"/>
                </a:lnTo>
                <a:lnTo>
                  <a:pt x="3843" y="575"/>
                </a:lnTo>
                <a:lnTo>
                  <a:pt x="3844" y="576"/>
                </a:lnTo>
                <a:lnTo>
                  <a:pt x="3845" y="576"/>
                </a:lnTo>
                <a:lnTo>
                  <a:pt x="3846" y="577"/>
                </a:lnTo>
                <a:lnTo>
                  <a:pt x="3846" y="578"/>
                </a:lnTo>
                <a:lnTo>
                  <a:pt x="3847" y="578"/>
                </a:lnTo>
                <a:lnTo>
                  <a:pt x="3847" y="579"/>
                </a:lnTo>
                <a:lnTo>
                  <a:pt x="3848" y="579"/>
                </a:lnTo>
                <a:lnTo>
                  <a:pt x="3849" y="580"/>
                </a:lnTo>
                <a:lnTo>
                  <a:pt x="3850" y="580"/>
                </a:lnTo>
                <a:lnTo>
                  <a:pt x="3849" y="581"/>
                </a:lnTo>
                <a:lnTo>
                  <a:pt x="3849" y="582"/>
                </a:lnTo>
                <a:lnTo>
                  <a:pt x="3849" y="583"/>
                </a:lnTo>
                <a:lnTo>
                  <a:pt x="3849" y="584"/>
                </a:lnTo>
                <a:lnTo>
                  <a:pt x="3850" y="584"/>
                </a:lnTo>
                <a:lnTo>
                  <a:pt x="3851" y="585"/>
                </a:lnTo>
                <a:lnTo>
                  <a:pt x="3852" y="585"/>
                </a:lnTo>
                <a:lnTo>
                  <a:pt x="3852" y="586"/>
                </a:lnTo>
                <a:lnTo>
                  <a:pt x="3853" y="586"/>
                </a:lnTo>
                <a:lnTo>
                  <a:pt x="3853" y="587"/>
                </a:lnTo>
                <a:lnTo>
                  <a:pt x="3854" y="588"/>
                </a:lnTo>
                <a:lnTo>
                  <a:pt x="3855" y="589"/>
                </a:lnTo>
                <a:lnTo>
                  <a:pt x="3855" y="590"/>
                </a:lnTo>
                <a:lnTo>
                  <a:pt x="3854" y="591"/>
                </a:lnTo>
                <a:lnTo>
                  <a:pt x="3853" y="591"/>
                </a:lnTo>
                <a:lnTo>
                  <a:pt x="3852" y="591"/>
                </a:lnTo>
                <a:lnTo>
                  <a:pt x="3852" y="592"/>
                </a:lnTo>
                <a:lnTo>
                  <a:pt x="3853" y="593"/>
                </a:lnTo>
                <a:lnTo>
                  <a:pt x="3854" y="593"/>
                </a:lnTo>
                <a:lnTo>
                  <a:pt x="3855" y="594"/>
                </a:lnTo>
                <a:lnTo>
                  <a:pt x="3855" y="595"/>
                </a:lnTo>
                <a:lnTo>
                  <a:pt x="3855" y="596"/>
                </a:lnTo>
                <a:lnTo>
                  <a:pt x="3854" y="596"/>
                </a:lnTo>
                <a:lnTo>
                  <a:pt x="3854" y="597"/>
                </a:lnTo>
                <a:lnTo>
                  <a:pt x="3853" y="597"/>
                </a:lnTo>
                <a:lnTo>
                  <a:pt x="3852" y="598"/>
                </a:lnTo>
                <a:lnTo>
                  <a:pt x="3851" y="598"/>
                </a:lnTo>
                <a:lnTo>
                  <a:pt x="3850" y="598"/>
                </a:lnTo>
                <a:lnTo>
                  <a:pt x="3849" y="599"/>
                </a:lnTo>
                <a:lnTo>
                  <a:pt x="3848" y="599"/>
                </a:lnTo>
                <a:lnTo>
                  <a:pt x="3848" y="600"/>
                </a:lnTo>
                <a:lnTo>
                  <a:pt x="3848" y="601"/>
                </a:lnTo>
                <a:lnTo>
                  <a:pt x="3848" y="602"/>
                </a:lnTo>
                <a:lnTo>
                  <a:pt x="3849" y="602"/>
                </a:lnTo>
                <a:lnTo>
                  <a:pt x="3850" y="602"/>
                </a:lnTo>
                <a:lnTo>
                  <a:pt x="3851" y="602"/>
                </a:lnTo>
                <a:lnTo>
                  <a:pt x="3851" y="603"/>
                </a:lnTo>
                <a:lnTo>
                  <a:pt x="3852" y="603"/>
                </a:lnTo>
                <a:lnTo>
                  <a:pt x="3853" y="603"/>
                </a:lnTo>
                <a:lnTo>
                  <a:pt x="3854" y="604"/>
                </a:lnTo>
                <a:lnTo>
                  <a:pt x="3855" y="605"/>
                </a:lnTo>
                <a:lnTo>
                  <a:pt x="3856" y="606"/>
                </a:lnTo>
                <a:lnTo>
                  <a:pt x="3856" y="607"/>
                </a:lnTo>
                <a:lnTo>
                  <a:pt x="3855" y="607"/>
                </a:lnTo>
                <a:lnTo>
                  <a:pt x="3855" y="608"/>
                </a:lnTo>
                <a:lnTo>
                  <a:pt x="3856" y="608"/>
                </a:lnTo>
                <a:lnTo>
                  <a:pt x="3856" y="609"/>
                </a:lnTo>
                <a:lnTo>
                  <a:pt x="3856" y="611"/>
                </a:lnTo>
                <a:lnTo>
                  <a:pt x="3856" y="613"/>
                </a:lnTo>
                <a:lnTo>
                  <a:pt x="3856" y="614"/>
                </a:lnTo>
                <a:lnTo>
                  <a:pt x="3856" y="615"/>
                </a:lnTo>
                <a:lnTo>
                  <a:pt x="3855" y="615"/>
                </a:lnTo>
                <a:lnTo>
                  <a:pt x="3855" y="616"/>
                </a:lnTo>
                <a:lnTo>
                  <a:pt x="3855" y="617"/>
                </a:lnTo>
                <a:lnTo>
                  <a:pt x="3855" y="618"/>
                </a:lnTo>
                <a:lnTo>
                  <a:pt x="3856" y="618"/>
                </a:lnTo>
                <a:lnTo>
                  <a:pt x="3857" y="618"/>
                </a:lnTo>
                <a:lnTo>
                  <a:pt x="3858" y="619"/>
                </a:lnTo>
                <a:lnTo>
                  <a:pt x="3858" y="620"/>
                </a:lnTo>
                <a:lnTo>
                  <a:pt x="3858" y="621"/>
                </a:lnTo>
                <a:lnTo>
                  <a:pt x="3858" y="622"/>
                </a:lnTo>
                <a:lnTo>
                  <a:pt x="3858" y="623"/>
                </a:lnTo>
                <a:lnTo>
                  <a:pt x="3858" y="624"/>
                </a:lnTo>
                <a:lnTo>
                  <a:pt x="3859" y="625"/>
                </a:lnTo>
                <a:lnTo>
                  <a:pt x="3859" y="626"/>
                </a:lnTo>
                <a:lnTo>
                  <a:pt x="3859" y="627"/>
                </a:lnTo>
                <a:lnTo>
                  <a:pt x="3859" y="628"/>
                </a:lnTo>
                <a:lnTo>
                  <a:pt x="3859" y="629"/>
                </a:lnTo>
                <a:lnTo>
                  <a:pt x="3860" y="629"/>
                </a:lnTo>
                <a:lnTo>
                  <a:pt x="3860" y="630"/>
                </a:lnTo>
                <a:lnTo>
                  <a:pt x="3859" y="632"/>
                </a:lnTo>
                <a:lnTo>
                  <a:pt x="3859" y="633"/>
                </a:lnTo>
                <a:lnTo>
                  <a:pt x="3858" y="633"/>
                </a:lnTo>
                <a:lnTo>
                  <a:pt x="3858" y="634"/>
                </a:lnTo>
                <a:lnTo>
                  <a:pt x="3858" y="635"/>
                </a:lnTo>
                <a:lnTo>
                  <a:pt x="3858" y="636"/>
                </a:lnTo>
                <a:lnTo>
                  <a:pt x="3858" y="637"/>
                </a:lnTo>
                <a:lnTo>
                  <a:pt x="3858" y="638"/>
                </a:lnTo>
                <a:lnTo>
                  <a:pt x="3858" y="639"/>
                </a:lnTo>
                <a:lnTo>
                  <a:pt x="3857" y="639"/>
                </a:lnTo>
                <a:lnTo>
                  <a:pt x="3857" y="638"/>
                </a:lnTo>
                <a:lnTo>
                  <a:pt x="3856" y="638"/>
                </a:lnTo>
                <a:lnTo>
                  <a:pt x="3856" y="636"/>
                </a:lnTo>
                <a:lnTo>
                  <a:pt x="3856" y="635"/>
                </a:lnTo>
                <a:lnTo>
                  <a:pt x="3856" y="633"/>
                </a:lnTo>
                <a:lnTo>
                  <a:pt x="3855" y="633"/>
                </a:lnTo>
                <a:lnTo>
                  <a:pt x="3854" y="633"/>
                </a:lnTo>
                <a:lnTo>
                  <a:pt x="3854" y="632"/>
                </a:lnTo>
                <a:lnTo>
                  <a:pt x="3853" y="632"/>
                </a:lnTo>
                <a:lnTo>
                  <a:pt x="3852" y="632"/>
                </a:lnTo>
                <a:lnTo>
                  <a:pt x="3851" y="632"/>
                </a:lnTo>
                <a:lnTo>
                  <a:pt x="3849" y="631"/>
                </a:lnTo>
                <a:lnTo>
                  <a:pt x="3849" y="632"/>
                </a:lnTo>
                <a:lnTo>
                  <a:pt x="3848" y="632"/>
                </a:lnTo>
                <a:lnTo>
                  <a:pt x="3848" y="633"/>
                </a:lnTo>
                <a:lnTo>
                  <a:pt x="3848" y="634"/>
                </a:lnTo>
                <a:lnTo>
                  <a:pt x="3848" y="635"/>
                </a:lnTo>
                <a:lnTo>
                  <a:pt x="3848" y="636"/>
                </a:lnTo>
                <a:lnTo>
                  <a:pt x="3849" y="638"/>
                </a:lnTo>
                <a:lnTo>
                  <a:pt x="3850" y="639"/>
                </a:lnTo>
                <a:lnTo>
                  <a:pt x="3850" y="640"/>
                </a:lnTo>
                <a:lnTo>
                  <a:pt x="3851" y="640"/>
                </a:lnTo>
                <a:lnTo>
                  <a:pt x="3851" y="641"/>
                </a:lnTo>
                <a:lnTo>
                  <a:pt x="3851" y="642"/>
                </a:lnTo>
                <a:lnTo>
                  <a:pt x="3852" y="642"/>
                </a:lnTo>
                <a:lnTo>
                  <a:pt x="3853" y="642"/>
                </a:lnTo>
                <a:lnTo>
                  <a:pt x="3854" y="642"/>
                </a:lnTo>
                <a:lnTo>
                  <a:pt x="3855" y="641"/>
                </a:lnTo>
                <a:lnTo>
                  <a:pt x="3854" y="640"/>
                </a:lnTo>
                <a:lnTo>
                  <a:pt x="3855" y="639"/>
                </a:lnTo>
                <a:lnTo>
                  <a:pt x="3855" y="640"/>
                </a:lnTo>
                <a:lnTo>
                  <a:pt x="3856" y="640"/>
                </a:lnTo>
                <a:lnTo>
                  <a:pt x="3856" y="641"/>
                </a:lnTo>
                <a:lnTo>
                  <a:pt x="3857" y="642"/>
                </a:lnTo>
                <a:lnTo>
                  <a:pt x="3858" y="643"/>
                </a:lnTo>
                <a:lnTo>
                  <a:pt x="3859" y="644"/>
                </a:lnTo>
                <a:lnTo>
                  <a:pt x="3860" y="644"/>
                </a:lnTo>
                <a:lnTo>
                  <a:pt x="3860" y="645"/>
                </a:lnTo>
                <a:lnTo>
                  <a:pt x="3861" y="646"/>
                </a:lnTo>
                <a:lnTo>
                  <a:pt x="3862" y="646"/>
                </a:lnTo>
                <a:lnTo>
                  <a:pt x="3863" y="645"/>
                </a:lnTo>
                <a:lnTo>
                  <a:pt x="3864" y="645"/>
                </a:lnTo>
                <a:lnTo>
                  <a:pt x="3865" y="645"/>
                </a:lnTo>
                <a:lnTo>
                  <a:pt x="3865" y="646"/>
                </a:lnTo>
                <a:lnTo>
                  <a:pt x="3864" y="646"/>
                </a:lnTo>
                <a:lnTo>
                  <a:pt x="3864" y="647"/>
                </a:lnTo>
                <a:lnTo>
                  <a:pt x="3865" y="647"/>
                </a:lnTo>
                <a:lnTo>
                  <a:pt x="3865" y="648"/>
                </a:lnTo>
                <a:lnTo>
                  <a:pt x="3866" y="648"/>
                </a:lnTo>
                <a:lnTo>
                  <a:pt x="3866" y="649"/>
                </a:lnTo>
                <a:lnTo>
                  <a:pt x="3865" y="649"/>
                </a:lnTo>
                <a:lnTo>
                  <a:pt x="3864" y="649"/>
                </a:lnTo>
                <a:lnTo>
                  <a:pt x="3864" y="650"/>
                </a:lnTo>
                <a:lnTo>
                  <a:pt x="3864" y="651"/>
                </a:lnTo>
                <a:lnTo>
                  <a:pt x="3863" y="651"/>
                </a:lnTo>
                <a:lnTo>
                  <a:pt x="3864" y="651"/>
                </a:lnTo>
                <a:lnTo>
                  <a:pt x="3866" y="651"/>
                </a:lnTo>
                <a:lnTo>
                  <a:pt x="3866" y="652"/>
                </a:lnTo>
                <a:lnTo>
                  <a:pt x="3866" y="653"/>
                </a:lnTo>
                <a:lnTo>
                  <a:pt x="3867" y="653"/>
                </a:lnTo>
                <a:lnTo>
                  <a:pt x="3867" y="654"/>
                </a:lnTo>
                <a:lnTo>
                  <a:pt x="3867" y="655"/>
                </a:lnTo>
                <a:lnTo>
                  <a:pt x="3867" y="656"/>
                </a:lnTo>
                <a:lnTo>
                  <a:pt x="3866" y="657"/>
                </a:lnTo>
                <a:lnTo>
                  <a:pt x="3866" y="656"/>
                </a:lnTo>
                <a:lnTo>
                  <a:pt x="3865" y="656"/>
                </a:lnTo>
                <a:lnTo>
                  <a:pt x="3864" y="656"/>
                </a:lnTo>
                <a:lnTo>
                  <a:pt x="3864" y="657"/>
                </a:lnTo>
                <a:lnTo>
                  <a:pt x="3865" y="657"/>
                </a:lnTo>
                <a:lnTo>
                  <a:pt x="3865" y="658"/>
                </a:lnTo>
                <a:lnTo>
                  <a:pt x="3865" y="659"/>
                </a:lnTo>
                <a:lnTo>
                  <a:pt x="3866" y="659"/>
                </a:lnTo>
                <a:lnTo>
                  <a:pt x="3866" y="660"/>
                </a:lnTo>
                <a:lnTo>
                  <a:pt x="3867" y="660"/>
                </a:lnTo>
                <a:lnTo>
                  <a:pt x="3867" y="661"/>
                </a:lnTo>
                <a:lnTo>
                  <a:pt x="3867" y="662"/>
                </a:lnTo>
                <a:lnTo>
                  <a:pt x="3867" y="663"/>
                </a:lnTo>
                <a:lnTo>
                  <a:pt x="3868" y="663"/>
                </a:lnTo>
                <a:lnTo>
                  <a:pt x="3869" y="663"/>
                </a:lnTo>
                <a:lnTo>
                  <a:pt x="3869" y="662"/>
                </a:lnTo>
                <a:lnTo>
                  <a:pt x="3869" y="663"/>
                </a:lnTo>
                <a:lnTo>
                  <a:pt x="3870" y="663"/>
                </a:lnTo>
                <a:lnTo>
                  <a:pt x="3870" y="664"/>
                </a:lnTo>
                <a:lnTo>
                  <a:pt x="3869" y="664"/>
                </a:lnTo>
                <a:lnTo>
                  <a:pt x="3868" y="665"/>
                </a:lnTo>
                <a:lnTo>
                  <a:pt x="3868" y="666"/>
                </a:lnTo>
                <a:lnTo>
                  <a:pt x="3869" y="666"/>
                </a:lnTo>
                <a:lnTo>
                  <a:pt x="3870" y="667"/>
                </a:lnTo>
                <a:lnTo>
                  <a:pt x="3871" y="668"/>
                </a:lnTo>
                <a:lnTo>
                  <a:pt x="3873" y="670"/>
                </a:lnTo>
                <a:lnTo>
                  <a:pt x="3874" y="671"/>
                </a:lnTo>
                <a:lnTo>
                  <a:pt x="3875" y="671"/>
                </a:lnTo>
                <a:lnTo>
                  <a:pt x="3875" y="672"/>
                </a:lnTo>
                <a:lnTo>
                  <a:pt x="3875" y="673"/>
                </a:lnTo>
                <a:lnTo>
                  <a:pt x="3875" y="674"/>
                </a:lnTo>
                <a:lnTo>
                  <a:pt x="3874" y="675"/>
                </a:lnTo>
                <a:lnTo>
                  <a:pt x="3874" y="676"/>
                </a:lnTo>
                <a:lnTo>
                  <a:pt x="3875" y="677"/>
                </a:lnTo>
                <a:lnTo>
                  <a:pt x="3875" y="679"/>
                </a:lnTo>
                <a:lnTo>
                  <a:pt x="3876" y="681"/>
                </a:lnTo>
                <a:lnTo>
                  <a:pt x="3876" y="682"/>
                </a:lnTo>
                <a:lnTo>
                  <a:pt x="3876" y="683"/>
                </a:lnTo>
                <a:lnTo>
                  <a:pt x="3875" y="683"/>
                </a:lnTo>
                <a:lnTo>
                  <a:pt x="3876" y="683"/>
                </a:lnTo>
                <a:lnTo>
                  <a:pt x="3876" y="684"/>
                </a:lnTo>
                <a:lnTo>
                  <a:pt x="3877" y="684"/>
                </a:lnTo>
                <a:lnTo>
                  <a:pt x="3878" y="684"/>
                </a:lnTo>
                <a:lnTo>
                  <a:pt x="3879" y="685"/>
                </a:lnTo>
                <a:lnTo>
                  <a:pt x="3879" y="686"/>
                </a:lnTo>
                <a:lnTo>
                  <a:pt x="3879" y="687"/>
                </a:lnTo>
                <a:lnTo>
                  <a:pt x="3879" y="688"/>
                </a:lnTo>
                <a:lnTo>
                  <a:pt x="3879" y="689"/>
                </a:lnTo>
                <a:lnTo>
                  <a:pt x="3880" y="689"/>
                </a:lnTo>
                <a:lnTo>
                  <a:pt x="3880" y="690"/>
                </a:lnTo>
                <a:lnTo>
                  <a:pt x="3879" y="690"/>
                </a:lnTo>
                <a:lnTo>
                  <a:pt x="3878" y="690"/>
                </a:lnTo>
                <a:lnTo>
                  <a:pt x="3877" y="690"/>
                </a:lnTo>
                <a:lnTo>
                  <a:pt x="3877" y="691"/>
                </a:lnTo>
                <a:lnTo>
                  <a:pt x="3877" y="692"/>
                </a:lnTo>
                <a:lnTo>
                  <a:pt x="3878" y="693"/>
                </a:lnTo>
                <a:lnTo>
                  <a:pt x="3879" y="694"/>
                </a:lnTo>
                <a:lnTo>
                  <a:pt x="3879" y="695"/>
                </a:lnTo>
                <a:lnTo>
                  <a:pt x="3879" y="696"/>
                </a:lnTo>
                <a:lnTo>
                  <a:pt x="3878" y="696"/>
                </a:lnTo>
                <a:lnTo>
                  <a:pt x="3878" y="697"/>
                </a:lnTo>
                <a:lnTo>
                  <a:pt x="3878" y="698"/>
                </a:lnTo>
                <a:lnTo>
                  <a:pt x="3879" y="698"/>
                </a:lnTo>
                <a:lnTo>
                  <a:pt x="3880" y="698"/>
                </a:lnTo>
                <a:lnTo>
                  <a:pt x="3880" y="699"/>
                </a:lnTo>
                <a:lnTo>
                  <a:pt x="3879" y="699"/>
                </a:lnTo>
                <a:lnTo>
                  <a:pt x="3879" y="700"/>
                </a:lnTo>
                <a:lnTo>
                  <a:pt x="3878" y="701"/>
                </a:lnTo>
                <a:lnTo>
                  <a:pt x="3878" y="702"/>
                </a:lnTo>
                <a:lnTo>
                  <a:pt x="3877" y="703"/>
                </a:lnTo>
                <a:lnTo>
                  <a:pt x="3877" y="704"/>
                </a:lnTo>
                <a:lnTo>
                  <a:pt x="3877" y="705"/>
                </a:lnTo>
                <a:lnTo>
                  <a:pt x="3876" y="706"/>
                </a:lnTo>
                <a:lnTo>
                  <a:pt x="3876" y="707"/>
                </a:lnTo>
                <a:lnTo>
                  <a:pt x="3875" y="707"/>
                </a:lnTo>
                <a:lnTo>
                  <a:pt x="3875" y="708"/>
                </a:lnTo>
                <a:lnTo>
                  <a:pt x="3875" y="709"/>
                </a:lnTo>
                <a:lnTo>
                  <a:pt x="3876" y="709"/>
                </a:lnTo>
                <a:lnTo>
                  <a:pt x="3876" y="708"/>
                </a:lnTo>
                <a:lnTo>
                  <a:pt x="3877" y="709"/>
                </a:lnTo>
                <a:lnTo>
                  <a:pt x="3877" y="710"/>
                </a:lnTo>
                <a:lnTo>
                  <a:pt x="3876" y="710"/>
                </a:lnTo>
                <a:lnTo>
                  <a:pt x="3876" y="711"/>
                </a:lnTo>
                <a:lnTo>
                  <a:pt x="3877" y="711"/>
                </a:lnTo>
                <a:lnTo>
                  <a:pt x="3878" y="711"/>
                </a:lnTo>
                <a:lnTo>
                  <a:pt x="3879" y="711"/>
                </a:lnTo>
                <a:lnTo>
                  <a:pt x="3879" y="712"/>
                </a:lnTo>
                <a:lnTo>
                  <a:pt x="3878" y="712"/>
                </a:lnTo>
                <a:lnTo>
                  <a:pt x="3877" y="712"/>
                </a:lnTo>
                <a:lnTo>
                  <a:pt x="3876" y="713"/>
                </a:lnTo>
                <a:lnTo>
                  <a:pt x="3876" y="714"/>
                </a:lnTo>
                <a:lnTo>
                  <a:pt x="3877" y="715"/>
                </a:lnTo>
                <a:lnTo>
                  <a:pt x="3878" y="715"/>
                </a:lnTo>
                <a:lnTo>
                  <a:pt x="3878" y="716"/>
                </a:lnTo>
                <a:lnTo>
                  <a:pt x="3879" y="716"/>
                </a:lnTo>
                <a:lnTo>
                  <a:pt x="3879" y="717"/>
                </a:lnTo>
                <a:lnTo>
                  <a:pt x="3879" y="718"/>
                </a:lnTo>
                <a:lnTo>
                  <a:pt x="3879" y="719"/>
                </a:lnTo>
                <a:lnTo>
                  <a:pt x="3879" y="720"/>
                </a:lnTo>
                <a:lnTo>
                  <a:pt x="3879" y="721"/>
                </a:lnTo>
                <a:lnTo>
                  <a:pt x="3879" y="722"/>
                </a:lnTo>
                <a:lnTo>
                  <a:pt x="3879" y="723"/>
                </a:lnTo>
                <a:lnTo>
                  <a:pt x="3879" y="724"/>
                </a:lnTo>
                <a:lnTo>
                  <a:pt x="3879" y="725"/>
                </a:lnTo>
                <a:lnTo>
                  <a:pt x="3879" y="726"/>
                </a:lnTo>
                <a:lnTo>
                  <a:pt x="3878" y="726"/>
                </a:lnTo>
                <a:lnTo>
                  <a:pt x="3876" y="726"/>
                </a:lnTo>
                <a:lnTo>
                  <a:pt x="3875" y="726"/>
                </a:lnTo>
                <a:lnTo>
                  <a:pt x="3875" y="727"/>
                </a:lnTo>
                <a:lnTo>
                  <a:pt x="3875" y="728"/>
                </a:lnTo>
                <a:lnTo>
                  <a:pt x="3875" y="729"/>
                </a:lnTo>
                <a:lnTo>
                  <a:pt x="3875" y="730"/>
                </a:lnTo>
                <a:lnTo>
                  <a:pt x="3874" y="730"/>
                </a:lnTo>
                <a:lnTo>
                  <a:pt x="3873" y="731"/>
                </a:lnTo>
                <a:lnTo>
                  <a:pt x="3873" y="732"/>
                </a:lnTo>
                <a:lnTo>
                  <a:pt x="3873" y="733"/>
                </a:lnTo>
                <a:lnTo>
                  <a:pt x="3873" y="734"/>
                </a:lnTo>
                <a:lnTo>
                  <a:pt x="3873" y="735"/>
                </a:lnTo>
                <a:lnTo>
                  <a:pt x="3872" y="736"/>
                </a:lnTo>
                <a:lnTo>
                  <a:pt x="3872" y="737"/>
                </a:lnTo>
                <a:lnTo>
                  <a:pt x="3871" y="737"/>
                </a:lnTo>
                <a:lnTo>
                  <a:pt x="3870" y="737"/>
                </a:lnTo>
                <a:lnTo>
                  <a:pt x="3869" y="738"/>
                </a:lnTo>
                <a:lnTo>
                  <a:pt x="3869" y="739"/>
                </a:lnTo>
                <a:lnTo>
                  <a:pt x="3869" y="740"/>
                </a:lnTo>
                <a:lnTo>
                  <a:pt x="3868" y="740"/>
                </a:lnTo>
                <a:lnTo>
                  <a:pt x="3868" y="741"/>
                </a:lnTo>
                <a:lnTo>
                  <a:pt x="3867" y="741"/>
                </a:lnTo>
                <a:lnTo>
                  <a:pt x="3866" y="741"/>
                </a:lnTo>
                <a:lnTo>
                  <a:pt x="3866" y="740"/>
                </a:lnTo>
                <a:lnTo>
                  <a:pt x="3865" y="740"/>
                </a:lnTo>
                <a:lnTo>
                  <a:pt x="3863" y="739"/>
                </a:lnTo>
                <a:lnTo>
                  <a:pt x="3862" y="739"/>
                </a:lnTo>
                <a:lnTo>
                  <a:pt x="3861" y="739"/>
                </a:lnTo>
                <a:lnTo>
                  <a:pt x="3860" y="739"/>
                </a:lnTo>
                <a:lnTo>
                  <a:pt x="3859" y="738"/>
                </a:lnTo>
                <a:lnTo>
                  <a:pt x="3858" y="738"/>
                </a:lnTo>
                <a:lnTo>
                  <a:pt x="3857" y="738"/>
                </a:lnTo>
                <a:lnTo>
                  <a:pt x="3857" y="737"/>
                </a:lnTo>
                <a:lnTo>
                  <a:pt x="3856" y="737"/>
                </a:lnTo>
                <a:lnTo>
                  <a:pt x="3856" y="736"/>
                </a:lnTo>
                <a:lnTo>
                  <a:pt x="3856" y="735"/>
                </a:lnTo>
                <a:lnTo>
                  <a:pt x="3856" y="734"/>
                </a:lnTo>
                <a:lnTo>
                  <a:pt x="3856" y="733"/>
                </a:lnTo>
                <a:lnTo>
                  <a:pt x="3855" y="733"/>
                </a:lnTo>
                <a:lnTo>
                  <a:pt x="3854" y="734"/>
                </a:lnTo>
                <a:lnTo>
                  <a:pt x="3853" y="734"/>
                </a:lnTo>
                <a:lnTo>
                  <a:pt x="3852" y="734"/>
                </a:lnTo>
                <a:lnTo>
                  <a:pt x="3851" y="734"/>
                </a:lnTo>
                <a:lnTo>
                  <a:pt x="3851" y="735"/>
                </a:lnTo>
                <a:lnTo>
                  <a:pt x="3850" y="736"/>
                </a:lnTo>
                <a:lnTo>
                  <a:pt x="3850" y="737"/>
                </a:lnTo>
                <a:lnTo>
                  <a:pt x="3849" y="737"/>
                </a:lnTo>
                <a:lnTo>
                  <a:pt x="3848" y="737"/>
                </a:lnTo>
                <a:lnTo>
                  <a:pt x="3847" y="737"/>
                </a:lnTo>
                <a:lnTo>
                  <a:pt x="3846" y="737"/>
                </a:lnTo>
                <a:lnTo>
                  <a:pt x="3845" y="737"/>
                </a:lnTo>
                <a:lnTo>
                  <a:pt x="3844" y="737"/>
                </a:lnTo>
                <a:lnTo>
                  <a:pt x="3843" y="737"/>
                </a:lnTo>
                <a:lnTo>
                  <a:pt x="3843" y="736"/>
                </a:lnTo>
                <a:lnTo>
                  <a:pt x="3841" y="736"/>
                </a:lnTo>
                <a:lnTo>
                  <a:pt x="3841" y="735"/>
                </a:lnTo>
                <a:lnTo>
                  <a:pt x="3840" y="735"/>
                </a:lnTo>
                <a:lnTo>
                  <a:pt x="3839" y="735"/>
                </a:lnTo>
                <a:lnTo>
                  <a:pt x="3838" y="735"/>
                </a:lnTo>
                <a:lnTo>
                  <a:pt x="3837" y="736"/>
                </a:lnTo>
                <a:lnTo>
                  <a:pt x="3836" y="736"/>
                </a:lnTo>
                <a:lnTo>
                  <a:pt x="3836" y="737"/>
                </a:lnTo>
                <a:lnTo>
                  <a:pt x="3835" y="737"/>
                </a:lnTo>
                <a:lnTo>
                  <a:pt x="3833" y="739"/>
                </a:lnTo>
                <a:lnTo>
                  <a:pt x="3833" y="740"/>
                </a:lnTo>
                <a:lnTo>
                  <a:pt x="3833" y="744"/>
                </a:lnTo>
                <a:lnTo>
                  <a:pt x="3832" y="746"/>
                </a:lnTo>
                <a:lnTo>
                  <a:pt x="3832" y="747"/>
                </a:lnTo>
                <a:lnTo>
                  <a:pt x="3832" y="748"/>
                </a:lnTo>
                <a:lnTo>
                  <a:pt x="3832" y="749"/>
                </a:lnTo>
                <a:lnTo>
                  <a:pt x="3831" y="749"/>
                </a:lnTo>
                <a:lnTo>
                  <a:pt x="3830" y="750"/>
                </a:lnTo>
                <a:lnTo>
                  <a:pt x="3829" y="750"/>
                </a:lnTo>
                <a:lnTo>
                  <a:pt x="3828" y="750"/>
                </a:lnTo>
                <a:lnTo>
                  <a:pt x="3828" y="751"/>
                </a:lnTo>
                <a:lnTo>
                  <a:pt x="3828" y="752"/>
                </a:lnTo>
                <a:lnTo>
                  <a:pt x="3828" y="753"/>
                </a:lnTo>
                <a:lnTo>
                  <a:pt x="3829" y="754"/>
                </a:lnTo>
                <a:lnTo>
                  <a:pt x="3830" y="755"/>
                </a:lnTo>
                <a:lnTo>
                  <a:pt x="3831" y="756"/>
                </a:lnTo>
                <a:lnTo>
                  <a:pt x="3831" y="757"/>
                </a:lnTo>
                <a:lnTo>
                  <a:pt x="3832" y="757"/>
                </a:lnTo>
                <a:lnTo>
                  <a:pt x="3832" y="758"/>
                </a:lnTo>
                <a:lnTo>
                  <a:pt x="3832" y="759"/>
                </a:lnTo>
                <a:lnTo>
                  <a:pt x="3832" y="760"/>
                </a:lnTo>
                <a:lnTo>
                  <a:pt x="3831" y="761"/>
                </a:lnTo>
                <a:lnTo>
                  <a:pt x="3831" y="762"/>
                </a:lnTo>
                <a:lnTo>
                  <a:pt x="3831" y="763"/>
                </a:lnTo>
                <a:lnTo>
                  <a:pt x="3832" y="763"/>
                </a:lnTo>
                <a:lnTo>
                  <a:pt x="3832" y="764"/>
                </a:lnTo>
                <a:lnTo>
                  <a:pt x="3832" y="765"/>
                </a:lnTo>
                <a:lnTo>
                  <a:pt x="3832" y="767"/>
                </a:lnTo>
                <a:lnTo>
                  <a:pt x="3831" y="767"/>
                </a:lnTo>
                <a:lnTo>
                  <a:pt x="3831" y="768"/>
                </a:lnTo>
                <a:lnTo>
                  <a:pt x="3832" y="769"/>
                </a:lnTo>
                <a:lnTo>
                  <a:pt x="3832" y="770"/>
                </a:lnTo>
                <a:lnTo>
                  <a:pt x="3831" y="771"/>
                </a:lnTo>
                <a:lnTo>
                  <a:pt x="3831" y="772"/>
                </a:lnTo>
                <a:lnTo>
                  <a:pt x="3831" y="773"/>
                </a:lnTo>
                <a:lnTo>
                  <a:pt x="3830" y="774"/>
                </a:lnTo>
                <a:lnTo>
                  <a:pt x="3829" y="775"/>
                </a:lnTo>
                <a:lnTo>
                  <a:pt x="3828" y="778"/>
                </a:lnTo>
                <a:lnTo>
                  <a:pt x="3827" y="779"/>
                </a:lnTo>
                <a:lnTo>
                  <a:pt x="3827" y="782"/>
                </a:lnTo>
                <a:lnTo>
                  <a:pt x="3826" y="785"/>
                </a:lnTo>
                <a:lnTo>
                  <a:pt x="3826" y="786"/>
                </a:lnTo>
                <a:lnTo>
                  <a:pt x="3827" y="787"/>
                </a:lnTo>
                <a:lnTo>
                  <a:pt x="3827" y="788"/>
                </a:lnTo>
                <a:lnTo>
                  <a:pt x="3828" y="788"/>
                </a:lnTo>
                <a:lnTo>
                  <a:pt x="3828" y="789"/>
                </a:lnTo>
                <a:lnTo>
                  <a:pt x="3828" y="790"/>
                </a:lnTo>
                <a:lnTo>
                  <a:pt x="3828" y="791"/>
                </a:lnTo>
                <a:lnTo>
                  <a:pt x="3827" y="792"/>
                </a:lnTo>
                <a:lnTo>
                  <a:pt x="3824" y="792"/>
                </a:lnTo>
                <a:lnTo>
                  <a:pt x="3823" y="794"/>
                </a:lnTo>
                <a:lnTo>
                  <a:pt x="3823" y="796"/>
                </a:lnTo>
                <a:lnTo>
                  <a:pt x="3823" y="798"/>
                </a:lnTo>
                <a:lnTo>
                  <a:pt x="3824" y="799"/>
                </a:lnTo>
                <a:lnTo>
                  <a:pt x="3824" y="804"/>
                </a:lnTo>
                <a:lnTo>
                  <a:pt x="3823" y="809"/>
                </a:lnTo>
                <a:lnTo>
                  <a:pt x="3822" y="809"/>
                </a:lnTo>
                <a:lnTo>
                  <a:pt x="3821" y="809"/>
                </a:lnTo>
                <a:lnTo>
                  <a:pt x="3819" y="811"/>
                </a:lnTo>
                <a:lnTo>
                  <a:pt x="3818" y="813"/>
                </a:lnTo>
                <a:lnTo>
                  <a:pt x="3818" y="814"/>
                </a:lnTo>
                <a:lnTo>
                  <a:pt x="3818" y="815"/>
                </a:lnTo>
                <a:lnTo>
                  <a:pt x="3818" y="816"/>
                </a:lnTo>
                <a:lnTo>
                  <a:pt x="3818" y="817"/>
                </a:lnTo>
                <a:lnTo>
                  <a:pt x="3819" y="818"/>
                </a:lnTo>
                <a:lnTo>
                  <a:pt x="3820" y="820"/>
                </a:lnTo>
                <a:lnTo>
                  <a:pt x="3820" y="821"/>
                </a:lnTo>
                <a:lnTo>
                  <a:pt x="3820" y="822"/>
                </a:lnTo>
                <a:lnTo>
                  <a:pt x="3820" y="823"/>
                </a:lnTo>
                <a:lnTo>
                  <a:pt x="3819" y="823"/>
                </a:lnTo>
                <a:lnTo>
                  <a:pt x="3817" y="825"/>
                </a:lnTo>
                <a:lnTo>
                  <a:pt x="3817" y="826"/>
                </a:lnTo>
                <a:lnTo>
                  <a:pt x="3817" y="827"/>
                </a:lnTo>
                <a:lnTo>
                  <a:pt x="3817" y="828"/>
                </a:lnTo>
                <a:lnTo>
                  <a:pt x="3817" y="829"/>
                </a:lnTo>
                <a:lnTo>
                  <a:pt x="3817" y="830"/>
                </a:lnTo>
                <a:lnTo>
                  <a:pt x="3817" y="832"/>
                </a:lnTo>
                <a:lnTo>
                  <a:pt x="3819" y="835"/>
                </a:lnTo>
                <a:lnTo>
                  <a:pt x="3819" y="837"/>
                </a:lnTo>
                <a:lnTo>
                  <a:pt x="3820" y="837"/>
                </a:lnTo>
                <a:lnTo>
                  <a:pt x="3820" y="838"/>
                </a:lnTo>
                <a:lnTo>
                  <a:pt x="3820" y="842"/>
                </a:lnTo>
                <a:lnTo>
                  <a:pt x="3820" y="845"/>
                </a:lnTo>
                <a:lnTo>
                  <a:pt x="3820" y="846"/>
                </a:lnTo>
                <a:lnTo>
                  <a:pt x="3819" y="846"/>
                </a:lnTo>
                <a:lnTo>
                  <a:pt x="3819" y="847"/>
                </a:lnTo>
                <a:lnTo>
                  <a:pt x="3819" y="848"/>
                </a:lnTo>
                <a:lnTo>
                  <a:pt x="3820" y="851"/>
                </a:lnTo>
                <a:lnTo>
                  <a:pt x="3820" y="853"/>
                </a:lnTo>
                <a:lnTo>
                  <a:pt x="3819" y="853"/>
                </a:lnTo>
                <a:lnTo>
                  <a:pt x="3819" y="854"/>
                </a:lnTo>
                <a:lnTo>
                  <a:pt x="3818" y="855"/>
                </a:lnTo>
                <a:lnTo>
                  <a:pt x="3817" y="856"/>
                </a:lnTo>
                <a:lnTo>
                  <a:pt x="3818" y="858"/>
                </a:lnTo>
                <a:lnTo>
                  <a:pt x="3817" y="861"/>
                </a:lnTo>
                <a:lnTo>
                  <a:pt x="3817" y="862"/>
                </a:lnTo>
                <a:lnTo>
                  <a:pt x="3816" y="862"/>
                </a:lnTo>
                <a:lnTo>
                  <a:pt x="3816" y="863"/>
                </a:lnTo>
                <a:lnTo>
                  <a:pt x="3814" y="864"/>
                </a:lnTo>
                <a:lnTo>
                  <a:pt x="3813" y="865"/>
                </a:lnTo>
                <a:lnTo>
                  <a:pt x="3812" y="869"/>
                </a:lnTo>
                <a:lnTo>
                  <a:pt x="3813" y="872"/>
                </a:lnTo>
                <a:lnTo>
                  <a:pt x="3814" y="872"/>
                </a:lnTo>
                <a:lnTo>
                  <a:pt x="3815" y="872"/>
                </a:lnTo>
                <a:lnTo>
                  <a:pt x="3815" y="873"/>
                </a:lnTo>
                <a:lnTo>
                  <a:pt x="3816" y="873"/>
                </a:lnTo>
                <a:lnTo>
                  <a:pt x="3817" y="874"/>
                </a:lnTo>
                <a:lnTo>
                  <a:pt x="3816" y="875"/>
                </a:lnTo>
                <a:lnTo>
                  <a:pt x="3816" y="876"/>
                </a:lnTo>
                <a:lnTo>
                  <a:pt x="3815" y="876"/>
                </a:lnTo>
                <a:lnTo>
                  <a:pt x="3815" y="877"/>
                </a:lnTo>
                <a:lnTo>
                  <a:pt x="3815" y="878"/>
                </a:lnTo>
                <a:lnTo>
                  <a:pt x="3815" y="879"/>
                </a:lnTo>
                <a:lnTo>
                  <a:pt x="3816" y="881"/>
                </a:lnTo>
                <a:lnTo>
                  <a:pt x="3816" y="882"/>
                </a:lnTo>
                <a:lnTo>
                  <a:pt x="3817" y="882"/>
                </a:lnTo>
                <a:lnTo>
                  <a:pt x="3817" y="884"/>
                </a:lnTo>
                <a:lnTo>
                  <a:pt x="3817" y="885"/>
                </a:lnTo>
                <a:lnTo>
                  <a:pt x="3818" y="886"/>
                </a:lnTo>
                <a:lnTo>
                  <a:pt x="3819" y="886"/>
                </a:lnTo>
                <a:lnTo>
                  <a:pt x="3820" y="886"/>
                </a:lnTo>
                <a:lnTo>
                  <a:pt x="3820" y="887"/>
                </a:lnTo>
                <a:lnTo>
                  <a:pt x="3820" y="888"/>
                </a:lnTo>
                <a:lnTo>
                  <a:pt x="3818" y="888"/>
                </a:lnTo>
                <a:lnTo>
                  <a:pt x="3818" y="889"/>
                </a:lnTo>
                <a:lnTo>
                  <a:pt x="3817" y="890"/>
                </a:lnTo>
                <a:lnTo>
                  <a:pt x="3817" y="891"/>
                </a:lnTo>
                <a:lnTo>
                  <a:pt x="3816" y="891"/>
                </a:lnTo>
                <a:lnTo>
                  <a:pt x="3815" y="891"/>
                </a:lnTo>
                <a:lnTo>
                  <a:pt x="3814" y="891"/>
                </a:lnTo>
                <a:lnTo>
                  <a:pt x="3814" y="892"/>
                </a:lnTo>
                <a:lnTo>
                  <a:pt x="3814" y="893"/>
                </a:lnTo>
                <a:lnTo>
                  <a:pt x="3815" y="893"/>
                </a:lnTo>
                <a:lnTo>
                  <a:pt x="3816" y="894"/>
                </a:lnTo>
                <a:lnTo>
                  <a:pt x="3817" y="895"/>
                </a:lnTo>
                <a:lnTo>
                  <a:pt x="3817" y="896"/>
                </a:lnTo>
                <a:lnTo>
                  <a:pt x="3818" y="896"/>
                </a:lnTo>
                <a:lnTo>
                  <a:pt x="3818" y="897"/>
                </a:lnTo>
                <a:lnTo>
                  <a:pt x="3818" y="898"/>
                </a:lnTo>
                <a:lnTo>
                  <a:pt x="3818" y="899"/>
                </a:lnTo>
                <a:lnTo>
                  <a:pt x="3818" y="900"/>
                </a:lnTo>
                <a:lnTo>
                  <a:pt x="3818" y="901"/>
                </a:lnTo>
                <a:lnTo>
                  <a:pt x="3818" y="902"/>
                </a:lnTo>
                <a:lnTo>
                  <a:pt x="3819" y="902"/>
                </a:lnTo>
                <a:lnTo>
                  <a:pt x="3819" y="903"/>
                </a:lnTo>
                <a:lnTo>
                  <a:pt x="3819" y="904"/>
                </a:lnTo>
                <a:lnTo>
                  <a:pt x="3818" y="904"/>
                </a:lnTo>
                <a:lnTo>
                  <a:pt x="3818" y="905"/>
                </a:lnTo>
                <a:lnTo>
                  <a:pt x="3818" y="906"/>
                </a:lnTo>
                <a:lnTo>
                  <a:pt x="3819" y="906"/>
                </a:lnTo>
                <a:lnTo>
                  <a:pt x="3820" y="907"/>
                </a:lnTo>
                <a:lnTo>
                  <a:pt x="3821" y="907"/>
                </a:lnTo>
                <a:lnTo>
                  <a:pt x="3822" y="907"/>
                </a:lnTo>
                <a:lnTo>
                  <a:pt x="3822" y="908"/>
                </a:lnTo>
                <a:lnTo>
                  <a:pt x="3823" y="908"/>
                </a:lnTo>
                <a:lnTo>
                  <a:pt x="3823" y="909"/>
                </a:lnTo>
                <a:lnTo>
                  <a:pt x="3823" y="910"/>
                </a:lnTo>
                <a:lnTo>
                  <a:pt x="3824" y="910"/>
                </a:lnTo>
                <a:lnTo>
                  <a:pt x="3824" y="911"/>
                </a:lnTo>
                <a:lnTo>
                  <a:pt x="3823" y="912"/>
                </a:lnTo>
                <a:lnTo>
                  <a:pt x="3823" y="913"/>
                </a:lnTo>
                <a:lnTo>
                  <a:pt x="3824" y="914"/>
                </a:lnTo>
                <a:lnTo>
                  <a:pt x="3824" y="915"/>
                </a:lnTo>
                <a:lnTo>
                  <a:pt x="3825" y="915"/>
                </a:lnTo>
                <a:lnTo>
                  <a:pt x="3826" y="915"/>
                </a:lnTo>
                <a:lnTo>
                  <a:pt x="3827" y="915"/>
                </a:lnTo>
                <a:lnTo>
                  <a:pt x="3827" y="916"/>
                </a:lnTo>
                <a:lnTo>
                  <a:pt x="3827" y="917"/>
                </a:lnTo>
                <a:lnTo>
                  <a:pt x="3828" y="917"/>
                </a:lnTo>
                <a:lnTo>
                  <a:pt x="3827" y="918"/>
                </a:lnTo>
                <a:lnTo>
                  <a:pt x="3828" y="918"/>
                </a:lnTo>
                <a:lnTo>
                  <a:pt x="3828" y="919"/>
                </a:lnTo>
                <a:lnTo>
                  <a:pt x="3829" y="918"/>
                </a:lnTo>
                <a:lnTo>
                  <a:pt x="3829" y="919"/>
                </a:lnTo>
                <a:lnTo>
                  <a:pt x="3830" y="919"/>
                </a:lnTo>
                <a:lnTo>
                  <a:pt x="3830" y="920"/>
                </a:lnTo>
                <a:lnTo>
                  <a:pt x="3830" y="921"/>
                </a:lnTo>
                <a:lnTo>
                  <a:pt x="3829" y="921"/>
                </a:lnTo>
                <a:lnTo>
                  <a:pt x="3828" y="921"/>
                </a:lnTo>
                <a:lnTo>
                  <a:pt x="3828" y="923"/>
                </a:lnTo>
                <a:lnTo>
                  <a:pt x="3828" y="925"/>
                </a:lnTo>
                <a:lnTo>
                  <a:pt x="3828" y="926"/>
                </a:lnTo>
                <a:lnTo>
                  <a:pt x="3828" y="927"/>
                </a:lnTo>
                <a:lnTo>
                  <a:pt x="3829" y="927"/>
                </a:lnTo>
                <a:lnTo>
                  <a:pt x="3831" y="927"/>
                </a:lnTo>
                <a:lnTo>
                  <a:pt x="3831" y="928"/>
                </a:lnTo>
                <a:lnTo>
                  <a:pt x="3832" y="929"/>
                </a:lnTo>
                <a:lnTo>
                  <a:pt x="3832" y="930"/>
                </a:lnTo>
                <a:lnTo>
                  <a:pt x="3831" y="930"/>
                </a:lnTo>
                <a:lnTo>
                  <a:pt x="3831" y="931"/>
                </a:lnTo>
                <a:lnTo>
                  <a:pt x="3830" y="931"/>
                </a:lnTo>
                <a:lnTo>
                  <a:pt x="3830" y="932"/>
                </a:lnTo>
                <a:lnTo>
                  <a:pt x="3830" y="933"/>
                </a:lnTo>
                <a:lnTo>
                  <a:pt x="3829" y="933"/>
                </a:lnTo>
                <a:lnTo>
                  <a:pt x="3829" y="934"/>
                </a:lnTo>
                <a:lnTo>
                  <a:pt x="3830" y="934"/>
                </a:lnTo>
                <a:lnTo>
                  <a:pt x="3830" y="935"/>
                </a:lnTo>
                <a:lnTo>
                  <a:pt x="3830" y="936"/>
                </a:lnTo>
                <a:lnTo>
                  <a:pt x="3830" y="937"/>
                </a:lnTo>
                <a:lnTo>
                  <a:pt x="3829" y="937"/>
                </a:lnTo>
                <a:lnTo>
                  <a:pt x="3829" y="939"/>
                </a:lnTo>
                <a:lnTo>
                  <a:pt x="3830" y="939"/>
                </a:lnTo>
                <a:lnTo>
                  <a:pt x="3830" y="940"/>
                </a:lnTo>
                <a:lnTo>
                  <a:pt x="3829" y="942"/>
                </a:lnTo>
                <a:lnTo>
                  <a:pt x="3828" y="943"/>
                </a:lnTo>
                <a:lnTo>
                  <a:pt x="3827" y="944"/>
                </a:lnTo>
                <a:lnTo>
                  <a:pt x="3826" y="944"/>
                </a:lnTo>
                <a:lnTo>
                  <a:pt x="3826" y="945"/>
                </a:lnTo>
                <a:lnTo>
                  <a:pt x="3827" y="946"/>
                </a:lnTo>
                <a:lnTo>
                  <a:pt x="3828" y="946"/>
                </a:lnTo>
                <a:lnTo>
                  <a:pt x="3828" y="947"/>
                </a:lnTo>
                <a:lnTo>
                  <a:pt x="3828" y="948"/>
                </a:lnTo>
                <a:lnTo>
                  <a:pt x="3827" y="948"/>
                </a:lnTo>
                <a:lnTo>
                  <a:pt x="3826" y="948"/>
                </a:lnTo>
                <a:lnTo>
                  <a:pt x="3826" y="949"/>
                </a:lnTo>
                <a:lnTo>
                  <a:pt x="3827" y="949"/>
                </a:lnTo>
                <a:lnTo>
                  <a:pt x="3828" y="950"/>
                </a:lnTo>
                <a:lnTo>
                  <a:pt x="3829" y="951"/>
                </a:lnTo>
                <a:lnTo>
                  <a:pt x="3829" y="953"/>
                </a:lnTo>
                <a:lnTo>
                  <a:pt x="3828" y="953"/>
                </a:lnTo>
                <a:lnTo>
                  <a:pt x="3828" y="954"/>
                </a:lnTo>
                <a:lnTo>
                  <a:pt x="3827" y="954"/>
                </a:lnTo>
                <a:lnTo>
                  <a:pt x="3827" y="955"/>
                </a:lnTo>
                <a:lnTo>
                  <a:pt x="3827" y="956"/>
                </a:lnTo>
                <a:lnTo>
                  <a:pt x="3827" y="957"/>
                </a:lnTo>
                <a:lnTo>
                  <a:pt x="3827" y="958"/>
                </a:lnTo>
                <a:lnTo>
                  <a:pt x="3826" y="958"/>
                </a:lnTo>
                <a:lnTo>
                  <a:pt x="3825" y="958"/>
                </a:lnTo>
                <a:lnTo>
                  <a:pt x="3824" y="957"/>
                </a:lnTo>
                <a:lnTo>
                  <a:pt x="3823" y="958"/>
                </a:lnTo>
                <a:lnTo>
                  <a:pt x="3823" y="959"/>
                </a:lnTo>
                <a:lnTo>
                  <a:pt x="3823" y="960"/>
                </a:lnTo>
                <a:lnTo>
                  <a:pt x="3824" y="960"/>
                </a:lnTo>
                <a:lnTo>
                  <a:pt x="3824" y="961"/>
                </a:lnTo>
                <a:lnTo>
                  <a:pt x="3824" y="962"/>
                </a:lnTo>
                <a:lnTo>
                  <a:pt x="3823" y="962"/>
                </a:lnTo>
                <a:lnTo>
                  <a:pt x="3823" y="964"/>
                </a:lnTo>
                <a:lnTo>
                  <a:pt x="3822" y="964"/>
                </a:lnTo>
                <a:lnTo>
                  <a:pt x="3821" y="964"/>
                </a:lnTo>
                <a:lnTo>
                  <a:pt x="3820" y="964"/>
                </a:lnTo>
                <a:lnTo>
                  <a:pt x="3819" y="965"/>
                </a:lnTo>
                <a:lnTo>
                  <a:pt x="3819" y="966"/>
                </a:lnTo>
                <a:lnTo>
                  <a:pt x="3819" y="967"/>
                </a:lnTo>
                <a:lnTo>
                  <a:pt x="3819" y="968"/>
                </a:lnTo>
                <a:lnTo>
                  <a:pt x="3818" y="968"/>
                </a:lnTo>
                <a:lnTo>
                  <a:pt x="3817" y="967"/>
                </a:lnTo>
                <a:lnTo>
                  <a:pt x="3816" y="967"/>
                </a:lnTo>
                <a:lnTo>
                  <a:pt x="3817" y="967"/>
                </a:lnTo>
                <a:lnTo>
                  <a:pt x="3817" y="966"/>
                </a:lnTo>
                <a:lnTo>
                  <a:pt x="3817" y="965"/>
                </a:lnTo>
                <a:lnTo>
                  <a:pt x="3816" y="964"/>
                </a:lnTo>
                <a:lnTo>
                  <a:pt x="3816" y="963"/>
                </a:lnTo>
                <a:lnTo>
                  <a:pt x="3817" y="963"/>
                </a:lnTo>
                <a:lnTo>
                  <a:pt x="3818" y="963"/>
                </a:lnTo>
                <a:lnTo>
                  <a:pt x="3818" y="962"/>
                </a:lnTo>
                <a:lnTo>
                  <a:pt x="3818" y="961"/>
                </a:lnTo>
                <a:lnTo>
                  <a:pt x="3817" y="961"/>
                </a:lnTo>
                <a:lnTo>
                  <a:pt x="3817" y="960"/>
                </a:lnTo>
                <a:lnTo>
                  <a:pt x="3817" y="959"/>
                </a:lnTo>
                <a:lnTo>
                  <a:pt x="3818" y="959"/>
                </a:lnTo>
                <a:lnTo>
                  <a:pt x="3819" y="958"/>
                </a:lnTo>
                <a:lnTo>
                  <a:pt x="3821" y="957"/>
                </a:lnTo>
                <a:lnTo>
                  <a:pt x="3822" y="957"/>
                </a:lnTo>
                <a:lnTo>
                  <a:pt x="3822" y="956"/>
                </a:lnTo>
                <a:lnTo>
                  <a:pt x="3822" y="955"/>
                </a:lnTo>
                <a:lnTo>
                  <a:pt x="3821" y="955"/>
                </a:lnTo>
                <a:lnTo>
                  <a:pt x="3821" y="954"/>
                </a:lnTo>
                <a:lnTo>
                  <a:pt x="3820" y="953"/>
                </a:lnTo>
                <a:lnTo>
                  <a:pt x="3820" y="952"/>
                </a:lnTo>
                <a:lnTo>
                  <a:pt x="3820" y="951"/>
                </a:lnTo>
                <a:lnTo>
                  <a:pt x="3821" y="951"/>
                </a:lnTo>
                <a:lnTo>
                  <a:pt x="3821" y="950"/>
                </a:lnTo>
                <a:lnTo>
                  <a:pt x="3820" y="948"/>
                </a:lnTo>
                <a:lnTo>
                  <a:pt x="3820" y="949"/>
                </a:lnTo>
                <a:lnTo>
                  <a:pt x="3819" y="949"/>
                </a:lnTo>
                <a:lnTo>
                  <a:pt x="3820" y="948"/>
                </a:lnTo>
                <a:lnTo>
                  <a:pt x="3819" y="948"/>
                </a:lnTo>
                <a:lnTo>
                  <a:pt x="3819" y="947"/>
                </a:lnTo>
                <a:lnTo>
                  <a:pt x="3819" y="948"/>
                </a:lnTo>
                <a:lnTo>
                  <a:pt x="3819" y="949"/>
                </a:lnTo>
                <a:lnTo>
                  <a:pt x="3818" y="949"/>
                </a:lnTo>
                <a:lnTo>
                  <a:pt x="3817" y="949"/>
                </a:lnTo>
                <a:lnTo>
                  <a:pt x="3816" y="948"/>
                </a:lnTo>
                <a:lnTo>
                  <a:pt x="3816" y="949"/>
                </a:lnTo>
                <a:lnTo>
                  <a:pt x="3814" y="949"/>
                </a:lnTo>
                <a:lnTo>
                  <a:pt x="3814" y="948"/>
                </a:lnTo>
                <a:lnTo>
                  <a:pt x="3813" y="948"/>
                </a:lnTo>
                <a:lnTo>
                  <a:pt x="3812" y="947"/>
                </a:lnTo>
                <a:lnTo>
                  <a:pt x="3812" y="946"/>
                </a:lnTo>
                <a:lnTo>
                  <a:pt x="3812" y="945"/>
                </a:lnTo>
                <a:lnTo>
                  <a:pt x="3812" y="944"/>
                </a:lnTo>
                <a:lnTo>
                  <a:pt x="3811" y="943"/>
                </a:lnTo>
                <a:lnTo>
                  <a:pt x="3811" y="942"/>
                </a:lnTo>
                <a:lnTo>
                  <a:pt x="3810" y="942"/>
                </a:lnTo>
                <a:lnTo>
                  <a:pt x="3810" y="941"/>
                </a:lnTo>
                <a:lnTo>
                  <a:pt x="3811" y="941"/>
                </a:lnTo>
                <a:lnTo>
                  <a:pt x="3811" y="940"/>
                </a:lnTo>
                <a:lnTo>
                  <a:pt x="3812" y="940"/>
                </a:lnTo>
                <a:lnTo>
                  <a:pt x="3812" y="939"/>
                </a:lnTo>
                <a:lnTo>
                  <a:pt x="3812" y="937"/>
                </a:lnTo>
                <a:lnTo>
                  <a:pt x="3811" y="937"/>
                </a:lnTo>
                <a:lnTo>
                  <a:pt x="3811" y="936"/>
                </a:lnTo>
                <a:lnTo>
                  <a:pt x="3811" y="935"/>
                </a:lnTo>
                <a:lnTo>
                  <a:pt x="3810" y="935"/>
                </a:lnTo>
                <a:lnTo>
                  <a:pt x="3810" y="936"/>
                </a:lnTo>
                <a:lnTo>
                  <a:pt x="3808" y="936"/>
                </a:lnTo>
                <a:lnTo>
                  <a:pt x="3808" y="935"/>
                </a:lnTo>
                <a:lnTo>
                  <a:pt x="3807" y="934"/>
                </a:lnTo>
                <a:lnTo>
                  <a:pt x="3807" y="933"/>
                </a:lnTo>
                <a:lnTo>
                  <a:pt x="3807" y="932"/>
                </a:lnTo>
                <a:lnTo>
                  <a:pt x="3806" y="931"/>
                </a:lnTo>
                <a:lnTo>
                  <a:pt x="3805" y="931"/>
                </a:lnTo>
                <a:lnTo>
                  <a:pt x="3804" y="931"/>
                </a:lnTo>
                <a:lnTo>
                  <a:pt x="3803" y="931"/>
                </a:lnTo>
                <a:lnTo>
                  <a:pt x="3803" y="930"/>
                </a:lnTo>
                <a:lnTo>
                  <a:pt x="3802" y="928"/>
                </a:lnTo>
                <a:lnTo>
                  <a:pt x="3801" y="928"/>
                </a:lnTo>
                <a:lnTo>
                  <a:pt x="3799" y="926"/>
                </a:lnTo>
                <a:lnTo>
                  <a:pt x="3799" y="925"/>
                </a:lnTo>
                <a:lnTo>
                  <a:pt x="3800" y="924"/>
                </a:lnTo>
                <a:lnTo>
                  <a:pt x="3798" y="923"/>
                </a:lnTo>
                <a:lnTo>
                  <a:pt x="3798" y="924"/>
                </a:lnTo>
                <a:lnTo>
                  <a:pt x="3797" y="923"/>
                </a:lnTo>
                <a:lnTo>
                  <a:pt x="3796" y="921"/>
                </a:lnTo>
                <a:lnTo>
                  <a:pt x="3795" y="919"/>
                </a:lnTo>
                <a:lnTo>
                  <a:pt x="3794" y="918"/>
                </a:lnTo>
                <a:lnTo>
                  <a:pt x="3794" y="917"/>
                </a:lnTo>
                <a:lnTo>
                  <a:pt x="3793" y="917"/>
                </a:lnTo>
                <a:lnTo>
                  <a:pt x="3793" y="916"/>
                </a:lnTo>
                <a:lnTo>
                  <a:pt x="3793" y="915"/>
                </a:lnTo>
                <a:lnTo>
                  <a:pt x="3793" y="914"/>
                </a:lnTo>
                <a:lnTo>
                  <a:pt x="3792" y="913"/>
                </a:lnTo>
                <a:lnTo>
                  <a:pt x="3791" y="912"/>
                </a:lnTo>
                <a:lnTo>
                  <a:pt x="3792" y="912"/>
                </a:lnTo>
                <a:lnTo>
                  <a:pt x="3793" y="911"/>
                </a:lnTo>
                <a:lnTo>
                  <a:pt x="3793" y="910"/>
                </a:lnTo>
                <a:lnTo>
                  <a:pt x="3792" y="909"/>
                </a:lnTo>
                <a:lnTo>
                  <a:pt x="3792" y="908"/>
                </a:lnTo>
                <a:lnTo>
                  <a:pt x="3792" y="907"/>
                </a:lnTo>
                <a:lnTo>
                  <a:pt x="3791" y="907"/>
                </a:lnTo>
                <a:lnTo>
                  <a:pt x="3791" y="906"/>
                </a:lnTo>
                <a:lnTo>
                  <a:pt x="3790" y="905"/>
                </a:lnTo>
                <a:lnTo>
                  <a:pt x="3789" y="905"/>
                </a:lnTo>
                <a:lnTo>
                  <a:pt x="3789" y="904"/>
                </a:lnTo>
                <a:lnTo>
                  <a:pt x="3789" y="903"/>
                </a:lnTo>
                <a:lnTo>
                  <a:pt x="3789" y="902"/>
                </a:lnTo>
                <a:lnTo>
                  <a:pt x="3790" y="902"/>
                </a:lnTo>
                <a:lnTo>
                  <a:pt x="3791" y="902"/>
                </a:lnTo>
                <a:lnTo>
                  <a:pt x="3791" y="901"/>
                </a:lnTo>
                <a:lnTo>
                  <a:pt x="3791" y="900"/>
                </a:lnTo>
                <a:lnTo>
                  <a:pt x="3792" y="900"/>
                </a:lnTo>
                <a:lnTo>
                  <a:pt x="3791" y="900"/>
                </a:lnTo>
                <a:lnTo>
                  <a:pt x="3791" y="899"/>
                </a:lnTo>
                <a:lnTo>
                  <a:pt x="3790" y="899"/>
                </a:lnTo>
                <a:lnTo>
                  <a:pt x="3789" y="898"/>
                </a:lnTo>
                <a:lnTo>
                  <a:pt x="3787" y="896"/>
                </a:lnTo>
                <a:lnTo>
                  <a:pt x="3786" y="895"/>
                </a:lnTo>
                <a:lnTo>
                  <a:pt x="3786" y="893"/>
                </a:lnTo>
                <a:lnTo>
                  <a:pt x="3786" y="892"/>
                </a:lnTo>
                <a:lnTo>
                  <a:pt x="3787" y="892"/>
                </a:lnTo>
                <a:lnTo>
                  <a:pt x="3787" y="891"/>
                </a:lnTo>
                <a:lnTo>
                  <a:pt x="3787" y="890"/>
                </a:lnTo>
                <a:lnTo>
                  <a:pt x="3786" y="889"/>
                </a:lnTo>
                <a:lnTo>
                  <a:pt x="3786" y="888"/>
                </a:lnTo>
                <a:lnTo>
                  <a:pt x="3786" y="887"/>
                </a:lnTo>
                <a:lnTo>
                  <a:pt x="3786" y="886"/>
                </a:lnTo>
                <a:lnTo>
                  <a:pt x="3785" y="885"/>
                </a:lnTo>
                <a:lnTo>
                  <a:pt x="3785" y="884"/>
                </a:lnTo>
                <a:lnTo>
                  <a:pt x="3784" y="884"/>
                </a:lnTo>
                <a:lnTo>
                  <a:pt x="3784" y="883"/>
                </a:lnTo>
                <a:lnTo>
                  <a:pt x="3783" y="883"/>
                </a:lnTo>
                <a:lnTo>
                  <a:pt x="3782" y="883"/>
                </a:lnTo>
                <a:lnTo>
                  <a:pt x="3781" y="882"/>
                </a:lnTo>
                <a:lnTo>
                  <a:pt x="3780" y="882"/>
                </a:lnTo>
                <a:lnTo>
                  <a:pt x="3779" y="881"/>
                </a:lnTo>
                <a:lnTo>
                  <a:pt x="3778" y="881"/>
                </a:lnTo>
                <a:lnTo>
                  <a:pt x="3777" y="881"/>
                </a:lnTo>
                <a:lnTo>
                  <a:pt x="3775" y="885"/>
                </a:lnTo>
                <a:lnTo>
                  <a:pt x="3775" y="886"/>
                </a:lnTo>
                <a:lnTo>
                  <a:pt x="3774" y="886"/>
                </a:lnTo>
                <a:lnTo>
                  <a:pt x="3768" y="893"/>
                </a:lnTo>
                <a:lnTo>
                  <a:pt x="3766" y="896"/>
                </a:lnTo>
                <a:lnTo>
                  <a:pt x="3765" y="897"/>
                </a:lnTo>
                <a:lnTo>
                  <a:pt x="3765" y="898"/>
                </a:lnTo>
                <a:lnTo>
                  <a:pt x="3764" y="898"/>
                </a:lnTo>
                <a:lnTo>
                  <a:pt x="3763" y="899"/>
                </a:lnTo>
                <a:lnTo>
                  <a:pt x="3762" y="901"/>
                </a:lnTo>
                <a:lnTo>
                  <a:pt x="3760" y="903"/>
                </a:lnTo>
                <a:lnTo>
                  <a:pt x="3759" y="903"/>
                </a:lnTo>
                <a:lnTo>
                  <a:pt x="3759" y="904"/>
                </a:lnTo>
                <a:lnTo>
                  <a:pt x="3758" y="905"/>
                </a:lnTo>
                <a:lnTo>
                  <a:pt x="3757" y="905"/>
                </a:lnTo>
                <a:lnTo>
                  <a:pt x="3757" y="906"/>
                </a:lnTo>
                <a:lnTo>
                  <a:pt x="3757" y="907"/>
                </a:lnTo>
                <a:lnTo>
                  <a:pt x="3756" y="907"/>
                </a:lnTo>
                <a:lnTo>
                  <a:pt x="3756" y="908"/>
                </a:lnTo>
                <a:lnTo>
                  <a:pt x="3755" y="909"/>
                </a:lnTo>
                <a:lnTo>
                  <a:pt x="3755" y="910"/>
                </a:lnTo>
                <a:lnTo>
                  <a:pt x="3754" y="912"/>
                </a:lnTo>
                <a:lnTo>
                  <a:pt x="3753" y="912"/>
                </a:lnTo>
                <a:lnTo>
                  <a:pt x="3752" y="914"/>
                </a:lnTo>
                <a:lnTo>
                  <a:pt x="3751" y="915"/>
                </a:lnTo>
                <a:lnTo>
                  <a:pt x="3750" y="917"/>
                </a:lnTo>
                <a:lnTo>
                  <a:pt x="3746" y="924"/>
                </a:lnTo>
                <a:lnTo>
                  <a:pt x="3746" y="925"/>
                </a:lnTo>
                <a:lnTo>
                  <a:pt x="3745" y="926"/>
                </a:lnTo>
                <a:lnTo>
                  <a:pt x="3744" y="927"/>
                </a:lnTo>
                <a:lnTo>
                  <a:pt x="3744" y="928"/>
                </a:lnTo>
                <a:lnTo>
                  <a:pt x="3743" y="929"/>
                </a:lnTo>
                <a:lnTo>
                  <a:pt x="3743" y="930"/>
                </a:lnTo>
                <a:lnTo>
                  <a:pt x="3743" y="931"/>
                </a:lnTo>
                <a:lnTo>
                  <a:pt x="3742" y="932"/>
                </a:lnTo>
                <a:lnTo>
                  <a:pt x="3742" y="933"/>
                </a:lnTo>
                <a:lnTo>
                  <a:pt x="3739" y="936"/>
                </a:lnTo>
                <a:lnTo>
                  <a:pt x="3739" y="937"/>
                </a:lnTo>
                <a:lnTo>
                  <a:pt x="3737" y="939"/>
                </a:lnTo>
                <a:lnTo>
                  <a:pt x="3736" y="942"/>
                </a:lnTo>
                <a:lnTo>
                  <a:pt x="3735" y="943"/>
                </a:lnTo>
                <a:lnTo>
                  <a:pt x="3735" y="944"/>
                </a:lnTo>
                <a:lnTo>
                  <a:pt x="3734" y="946"/>
                </a:lnTo>
                <a:lnTo>
                  <a:pt x="3732" y="948"/>
                </a:lnTo>
                <a:lnTo>
                  <a:pt x="3730" y="951"/>
                </a:lnTo>
                <a:lnTo>
                  <a:pt x="3729" y="953"/>
                </a:lnTo>
                <a:lnTo>
                  <a:pt x="3728" y="954"/>
                </a:lnTo>
                <a:lnTo>
                  <a:pt x="3726" y="957"/>
                </a:lnTo>
                <a:lnTo>
                  <a:pt x="3723" y="961"/>
                </a:lnTo>
                <a:lnTo>
                  <a:pt x="3723" y="962"/>
                </a:lnTo>
                <a:lnTo>
                  <a:pt x="3722" y="962"/>
                </a:lnTo>
                <a:lnTo>
                  <a:pt x="3722" y="963"/>
                </a:lnTo>
                <a:lnTo>
                  <a:pt x="3721" y="963"/>
                </a:lnTo>
                <a:lnTo>
                  <a:pt x="3721" y="964"/>
                </a:lnTo>
                <a:lnTo>
                  <a:pt x="3720" y="968"/>
                </a:lnTo>
                <a:lnTo>
                  <a:pt x="3718" y="972"/>
                </a:lnTo>
                <a:lnTo>
                  <a:pt x="3718" y="973"/>
                </a:lnTo>
                <a:lnTo>
                  <a:pt x="3717" y="973"/>
                </a:lnTo>
                <a:lnTo>
                  <a:pt x="3717" y="974"/>
                </a:lnTo>
                <a:lnTo>
                  <a:pt x="3716" y="976"/>
                </a:lnTo>
                <a:lnTo>
                  <a:pt x="3716" y="977"/>
                </a:lnTo>
                <a:lnTo>
                  <a:pt x="3714" y="979"/>
                </a:lnTo>
                <a:lnTo>
                  <a:pt x="3713" y="982"/>
                </a:lnTo>
                <a:lnTo>
                  <a:pt x="3712" y="983"/>
                </a:lnTo>
                <a:lnTo>
                  <a:pt x="3711" y="984"/>
                </a:lnTo>
                <a:lnTo>
                  <a:pt x="3711" y="985"/>
                </a:lnTo>
                <a:lnTo>
                  <a:pt x="3708" y="991"/>
                </a:lnTo>
                <a:lnTo>
                  <a:pt x="3707" y="993"/>
                </a:lnTo>
                <a:lnTo>
                  <a:pt x="3705" y="997"/>
                </a:lnTo>
                <a:lnTo>
                  <a:pt x="3705" y="998"/>
                </a:lnTo>
                <a:lnTo>
                  <a:pt x="3704" y="998"/>
                </a:lnTo>
                <a:lnTo>
                  <a:pt x="3703" y="1000"/>
                </a:lnTo>
                <a:lnTo>
                  <a:pt x="3700" y="1003"/>
                </a:lnTo>
                <a:lnTo>
                  <a:pt x="3699" y="1004"/>
                </a:lnTo>
                <a:lnTo>
                  <a:pt x="3698" y="1004"/>
                </a:lnTo>
                <a:lnTo>
                  <a:pt x="3698" y="1005"/>
                </a:lnTo>
                <a:lnTo>
                  <a:pt x="3696" y="1006"/>
                </a:lnTo>
                <a:lnTo>
                  <a:pt x="3693" y="1008"/>
                </a:lnTo>
                <a:lnTo>
                  <a:pt x="3692" y="1008"/>
                </a:lnTo>
                <a:lnTo>
                  <a:pt x="3691" y="1009"/>
                </a:lnTo>
                <a:lnTo>
                  <a:pt x="3687" y="1012"/>
                </a:lnTo>
                <a:lnTo>
                  <a:pt x="3686" y="1013"/>
                </a:lnTo>
                <a:lnTo>
                  <a:pt x="3685" y="1013"/>
                </a:lnTo>
                <a:lnTo>
                  <a:pt x="3680" y="1017"/>
                </a:lnTo>
                <a:lnTo>
                  <a:pt x="3678" y="1019"/>
                </a:lnTo>
                <a:lnTo>
                  <a:pt x="3677" y="1019"/>
                </a:lnTo>
                <a:lnTo>
                  <a:pt x="3676" y="1020"/>
                </a:lnTo>
                <a:lnTo>
                  <a:pt x="3673" y="1021"/>
                </a:lnTo>
                <a:lnTo>
                  <a:pt x="3672" y="1022"/>
                </a:lnTo>
                <a:lnTo>
                  <a:pt x="3670" y="1023"/>
                </a:lnTo>
                <a:lnTo>
                  <a:pt x="3670" y="1024"/>
                </a:lnTo>
                <a:lnTo>
                  <a:pt x="3669" y="1025"/>
                </a:lnTo>
                <a:lnTo>
                  <a:pt x="3669" y="1026"/>
                </a:lnTo>
                <a:lnTo>
                  <a:pt x="3669" y="1030"/>
                </a:lnTo>
                <a:lnTo>
                  <a:pt x="3669" y="1032"/>
                </a:lnTo>
                <a:lnTo>
                  <a:pt x="3668" y="1035"/>
                </a:lnTo>
                <a:lnTo>
                  <a:pt x="3667" y="1038"/>
                </a:lnTo>
                <a:lnTo>
                  <a:pt x="3666" y="1043"/>
                </a:lnTo>
                <a:lnTo>
                  <a:pt x="3665" y="1046"/>
                </a:lnTo>
                <a:lnTo>
                  <a:pt x="3665" y="1048"/>
                </a:lnTo>
                <a:lnTo>
                  <a:pt x="3664" y="1050"/>
                </a:lnTo>
                <a:lnTo>
                  <a:pt x="3664" y="1051"/>
                </a:lnTo>
                <a:lnTo>
                  <a:pt x="3663" y="1052"/>
                </a:lnTo>
                <a:lnTo>
                  <a:pt x="3662" y="1054"/>
                </a:lnTo>
                <a:lnTo>
                  <a:pt x="3661" y="1057"/>
                </a:lnTo>
                <a:lnTo>
                  <a:pt x="3659" y="1060"/>
                </a:lnTo>
                <a:lnTo>
                  <a:pt x="3657" y="1062"/>
                </a:lnTo>
                <a:lnTo>
                  <a:pt x="3655" y="1063"/>
                </a:lnTo>
                <a:lnTo>
                  <a:pt x="3653" y="1065"/>
                </a:lnTo>
                <a:lnTo>
                  <a:pt x="3648" y="1067"/>
                </a:lnTo>
                <a:lnTo>
                  <a:pt x="3647" y="1068"/>
                </a:lnTo>
                <a:lnTo>
                  <a:pt x="3645" y="1070"/>
                </a:lnTo>
                <a:lnTo>
                  <a:pt x="3643" y="1071"/>
                </a:lnTo>
                <a:lnTo>
                  <a:pt x="3642" y="1072"/>
                </a:lnTo>
                <a:lnTo>
                  <a:pt x="3642" y="1073"/>
                </a:lnTo>
                <a:lnTo>
                  <a:pt x="3641" y="1074"/>
                </a:lnTo>
                <a:lnTo>
                  <a:pt x="3636" y="1078"/>
                </a:lnTo>
                <a:lnTo>
                  <a:pt x="3633" y="1081"/>
                </a:lnTo>
                <a:lnTo>
                  <a:pt x="3632" y="1082"/>
                </a:lnTo>
                <a:lnTo>
                  <a:pt x="3630" y="1083"/>
                </a:lnTo>
                <a:lnTo>
                  <a:pt x="3628" y="1084"/>
                </a:lnTo>
                <a:lnTo>
                  <a:pt x="3627" y="1085"/>
                </a:lnTo>
                <a:lnTo>
                  <a:pt x="3624" y="1087"/>
                </a:lnTo>
                <a:lnTo>
                  <a:pt x="3622" y="1089"/>
                </a:lnTo>
                <a:lnTo>
                  <a:pt x="3620" y="1089"/>
                </a:lnTo>
                <a:lnTo>
                  <a:pt x="3619" y="1090"/>
                </a:lnTo>
                <a:lnTo>
                  <a:pt x="3618" y="1093"/>
                </a:lnTo>
                <a:lnTo>
                  <a:pt x="3617" y="1093"/>
                </a:lnTo>
                <a:lnTo>
                  <a:pt x="3615" y="1097"/>
                </a:lnTo>
                <a:lnTo>
                  <a:pt x="3614" y="1098"/>
                </a:lnTo>
                <a:lnTo>
                  <a:pt x="3614" y="1099"/>
                </a:lnTo>
                <a:lnTo>
                  <a:pt x="3612" y="1101"/>
                </a:lnTo>
                <a:lnTo>
                  <a:pt x="3612" y="1102"/>
                </a:lnTo>
                <a:lnTo>
                  <a:pt x="3611" y="1103"/>
                </a:lnTo>
                <a:lnTo>
                  <a:pt x="3610" y="1104"/>
                </a:lnTo>
                <a:lnTo>
                  <a:pt x="3610" y="1105"/>
                </a:lnTo>
                <a:lnTo>
                  <a:pt x="3607" y="1107"/>
                </a:lnTo>
                <a:lnTo>
                  <a:pt x="3601" y="1112"/>
                </a:lnTo>
                <a:lnTo>
                  <a:pt x="3597" y="1116"/>
                </a:lnTo>
                <a:lnTo>
                  <a:pt x="3594" y="1118"/>
                </a:lnTo>
                <a:lnTo>
                  <a:pt x="3589" y="1122"/>
                </a:lnTo>
                <a:lnTo>
                  <a:pt x="3588" y="1124"/>
                </a:lnTo>
                <a:lnTo>
                  <a:pt x="3587" y="1125"/>
                </a:lnTo>
                <a:lnTo>
                  <a:pt x="3587" y="1126"/>
                </a:lnTo>
                <a:lnTo>
                  <a:pt x="3586" y="1129"/>
                </a:lnTo>
                <a:lnTo>
                  <a:pt x="3586" y="1130"/>
                </a:lnTo>
                <a:lnTo>
                  <a:pt x="3585" y="1131"/>
                </a:lnTo>
                <a:lnTo>
                  <a:pt x="3584" y="1134"/>
                </a:lnTo>
                <a:lnTo>
                  <a:pt x="3584" y="1135"/>
                </a:lnTo>
                <a:lnTo>
                  <a:pt x="3584" y="1136"/>
                </a:lnTo>
                <a:lnTo>
                  <a:pt x="3584" y="1139"/>
                </a:lnTo>
                <a:lnTo>
                  <a:pt x="3584" y="1142"/>
                </a:lnTo>
                <a:lnTo>
                  <a:pt x="3583" y="1144"/>
                </a:lnTo>
                <a:lnTo>
                  <a:pt x="3583" y="1149"/>
                </a:lnTo>
                <a:lnTo>
                  <a:pt x="3583" y="1150"/>
                </a:lnTo>
                <a:lnTo>
                  <a:pt x="3583" y="1151"/>
                </a:lnTo>
                <a:lnTo>
                  <a:pt x="3583" y="1153"/>
                </a:lnTo>
                <a:lnTo>
                  <a:pt x="3582" y="1155"/>
                </a:lnTo>
                <a:lnTo>
                  <a:pt x="3581" y="1155"/>
                </a:lnTo>
                <a:lnTo>
                  <a:pt x="3581" y="1156"/>
                </a:lnTo>
                <a:lnTo>
                  <a:pt x="3578" y="1159"/>
                </a:lnTo>
                <a:lnTo>
                  <a:pt x="3576" y="1161"/>
                </a:lnTo>
                <a:lnTo>
                  <a:pt x="3575" y="1162"/>
                </a:lnTo>
                <a:lnTo>
                  <a:pt x="3575" y="1163"/>
                </a:lnTo>
                <a:lnTo>
                  <a:pt x="3573" y="1165"/>
                </a:lnTo>
                <a:lnTo>
                  <a:pt x="3572" y="1166"/>
                </a:lnTo>
                <a:lnTo>
                  <a:pt x="3573" y="1169"/>
                </a:lnTo>
                <a:lnTo>
                  <a:pt x="3573" y="1170"/>
                </a:lnTo>
                <a:lnTo>
                  <a:pt x="3574" y="1170"/>
                </a:lnTo>
                <a:lnTo>
                  <a:pt x="3575" y="1170"/>
                </a:lnTo>
                <a:lnTo>
                  <a:pt x="3575" y="1171"/>
                </a:lnTo>
                <a:lnTo>
                  <a:pt x="3576" y="1172"/>
                </a:lnTo>
                <a:lnTo>
                  <a:pt x="3576" y="1173"/>
                </a:lnTo>
                <a:lnTo>
                  <a:pt x="3577" y="1174"/>
                </a:lnTo>
                <a:lnTo>
                  <a:pt x="3578" y="1174"/>
                </a:lnTo>
                <a:lnTo>
                  <a:pt x="3579" y="1174"/>
                </a:lnTo>
                <a:lnTo>
                  <a:pt x="3579" y="1175"/>
                </a:lnTo>
                <a:lnTo>
                  <a:pt x="3580" y="1175"/>
                </a:lnTo>
                <a:lnTo>
                  <a:pt x="3580" y="1176"/>
                </a:lnTo>
                <a:lnTo>
                  <a:pt x="3580" y="1177"/>
                </a:lnTo>
                <a:lnTo>
                  <a:pt x="3581" y="1178"/>
                </a:lnTo>
                <a:lnTo>
                  <a:pt x="3581" y="1179"/>
                </a:lnTo>
                <a:lnTo>
                  <a:pt x="3582" y="1180"/>
                </a:lnTo>
                <a:lnTo>
                  <a:pt x="3583" y="1181"/>
                </a:lnTo>
                <a:lnTo>
                  <a:pt x="3583" y="1182"/>
                </a:lnTo>
                <a:lnTo>
                  <a:pt x="3584" y="1182"/>
                </a:lnTo>
                <a:lnTo>
                  <a:pt x="3585" y="1182"/>
                </a:lnTo>
                <a:lnTo>
                  <a:pt x="3586" y="1183"/>
                </a:lnTo>
                <a:lnTo>
                  <a:pt x="3588" y="1184"/>
                </a:lnTo>
                <a:lnTo>
                  <a:pt x="3588" y="1185"/>
                </a:lnTo>
                <a:lnTo>
                  <a:pt x="3589" y="1185"/>
                </a:lnTo>
                <a:lnTo>
                  <a:pt x="3589" y="1186"/>
                </a:lnTo>
                <a:lnTo>
                  <a:pt x="3589" y="1187"/>
                </a:lnTo>
                <a:lnTo>
                  <a:pt x="3590" y="1187"/>
                </a:lnTo>
                <a:lnTo>
                  <a:pt x="3590" y="1188"/>
                </a:lnTo>
                <a:lnTo>
                  <a:pt x="3591" y="1189"/>
                </a:lnTo>
                <a:lnTo>
                  <a:pt x="3592" y="1190"/>
                </a:lnTo>
                <a:lnTo>
                  <a:pt x="3592" y="1191"/>
                </a:lnTo>
                <a:lnTo>
                  <a:pt x="3593" y="1191"/>
                </a:lnTo>
                <a:lnTo>
                  <a:pt x="3593" y="1192"/>
                </a:lnTo>
                <a:lnTo>
                  <a:pt x="3594" y="1193"/>
                </a:lnTo>
                <a:lnTo>
                  <a:pt x="3595" y="1194"/>
                </a:lnTo>
                <a:lnTo>
                  <a:pt x="3595" y="1195"/>
                </a:lnTo>
                <a:lnTo>
                  <a:pt x="3596" y="1195"/>
                </a:lnTo>
                <a:lnTo>
                  <a:pt x="3596" y="1196"/>
                </a:lnTo>
                <a:lnTo>
                  <a:pt x="3597" y="1197"/>
                </a:lnTo>
                <a:lnTo>
                  <a:pt x="3597" y="1198"/>
                </a:lnTo>
                <a:lnTo>
                  <a:pt x="3598" y="1198"/>
                </a:lnTo>
                <a:lnTo>
                  <a:pt x="3599" y="1198"/>
                </a:lnTo>
                <a:lnTo>
                  <a:pt x="3599" y="1199"/>
                </a:lnTo>
                <a:lnTo>
                  <a:pt x="3600" y="1199"/>
                </a:lnTo>
                <a:lnTo>
                  <a:pt x="3601" y="1199"/>
                </a:lnTo>
                <a:lnTo>
                  <a:pt x="3601" y="1200"/>
                </a:lnTo>
                <a:lnTo>
                  <a:pt x="3602" y="1200"/>
                </a:lnTo>
                <a:lnTo>
                  <a:pt x="3602" y="1201"/>
                </a:lnTo>
                <a:lnTo>
                  <a:pt x="3603" y="1201"/>
                </a:lnTo>
                <a:lnTo>
                  <a:pt x="3604" y="1201"/>
                </a:lnTo>
                <a:lnTo>
                  <a:pt x="3607" y="1204"/>
                </a:lnTo>
                <a:lnTo>
                  <a:pt x="3606" y="1204"/>
                </a:lnTo>
                <a:lnTo>
                  <a:pt x="3606" y="1205"/>
                </a:lnTo>
                <a:lnTo>
                  <a:pt x="3607" y="1205"/>
                </a:lnTo>
                <a:lnTo>
                  <a:pt x="3607" y="1206"/>
                </a:lnTo>
                <a:lnTo>
                  <a:pt x="3608" y="1206"/>
                </a:lnTo>
                <a:lnTo>
                  <a:pt x="3608" y="1207"/>
                </a:lnTo>
                <a:lnTo>
                  <a:pt x="3609" y="1207"/>
                </a:lnTo>
                <a:lnTo>
                  <a:pt x="3610" y="1208"/>
                </a:lnTo>
                <a:lnTo>
                  <a:pt x="3611" y="1208"/>
                </a:lnTo>
                <a:lnTo>
                  <a:pt x="3612" y="1208"/>
                </a:lnTo>
                <a:lnTo>
                  <a:pt x="3612" y="1209"/>
                </a:lnTo>
                <a:lnTo>
                  <a:pt x="3614" y="1209"/>
                </a:lnTo>
                <a:lnTo>
                  <a:pt x="3615" y="1209"/>
                </a:lnTo>
                <a:lnTo>
                  <a:pt x="3615" y="1210"/>
                </a:lnTo>
                <a:lnTo>
                  <a:pt x="3616" y="1210"/>
                </a:lnTo>
                <a:lnTo>
                  <a:pt x="3617" y="1210"/>
                </a:lnTo>
                <a:lnTo>
                  <a:pt x="3618" y="1211"/>
                </a:lnTo>
                <a:lnTo>
                  <a:pt x="3619" y="1211"/>
                </a:lnTo>
                <a:lnTo>
                  <a:pt x="3619" y="1210"/>
                </a:lnTo>
                <a:lnTo>
                  <a:pt x="3620" y="1210"/>
                </a:lnTo>
                <a:lnTo>
                  <a:pt x="3621" y="1210"/>
                </a:lnTo>
                <a:lnTo>
                  <a:pt x="3624" y="1211"/>
                </a:lnTo>
                <a:lnTo>
                  <a:pt x="3626" y="1210"/>
                </a:lnTo>
                <a:lnTo>
                  <a:pt x="3626" y="1211"/>
                </a:lnTo>
                <a:lnTo>
                  <a:pt x="3626" y="1212"/>
                </a:lnTo>
                <a:lnTo>
                  <a:pt x="3627" y="1212"/>
                </a:lnTo>
                <a:lnTo>
                  <a:pt x="3628" y="1212"/>
                </a:lnTo>
                <a:lnTo>
                  <a:pt x="3629" y="1212"/>
                </a:lnTo>
                <a:lnTo>
                  <a:pt x="3630" y="1212"/>
                </a:lnTo>
                <a:lnTo>
                  <a:pt x="3631" y="1212"/>
                </a:lnTo>
                <a:lnTo>
                  <a:pt x="3632" y="1212"/>
                </a:lnTo>
                <a:lnTo>
                  <a:pt x="3633" y="1211"/>
                </a:lnTo>
                <a:lnTo>
                  <a:pt x="3635" y="1211"/>
                </a:lnTo>
                <a:lnTo>
                  <a:pt x="3636" y="1211"/>
                </a:lnTo>
                <a:lnTo>
                  <a:pt x="3637" y="1212"/>
                </a:lnTo>
                <a:lnTo>
                  <a:pt x="3637" y="1213"/>
                </a:lnTo>
                <a:lnTo>
                  <a:pt x="3638" y="1213"/>
                </a:lnTo>
                <a:lnTo>
                  <a:pt x="3639" y="1213"/>
                </a:lnTo>
                <a:lnTo>
                  <a:pt x="3640" y="1213"/>
                </a:lnTo>
                <a:lnTo>
                  <a:pt x="3640" y="1212"/>
                </a:lnTo>
                <a:lnTo>
                  <a:pt x="3641" y="1212"/>
                </a:lnTo>
                <a:lnTo>
                  <a:pt x="3642" y="1212"/>
                </a:lnTo>
                <a:lnTo>
                  <a:pt x="3642" y="1211"/>
                </a:lnTo>
                <a:lnTo>
                  <a:pt x="3642" y="1212"/>
                </a:lnTo>
                <a:lnTo>
                  <a:pt x="3643" y="1214"/>
                </a:lnTo>
                <a:lnTo>
                  <a:pt x="3642" y="1214"/>
                </a:lnTo>
                <a:lnTo>
                  <a:pt x="3642" y="1215"/>
                </a:lnTo>
                <a:lnTo>
                  <a:pt x="3642" y="1216"/>
                </a:lnTo>
                <a:lnTo>
                  <a:pt x="3642" y="1217"/>
                </a:lnTo>
                <a:lnTo>
                  <a:pt x="3641" y="1217"/>
                </a:lnTo>
                <a:lnTo>
                  <a:pt x="3641" y="1218"/>
                </a:lnTo>
                <a:lnTo>
                  <a:pt x="3639" y="1219"/>
                </a:lnTo>
                <a:lnTo>
                  <a:pt x="3638" y="1220"/>
                </a:lnTo>
                <a:lnTo>
                  <a:pt x="3637" y="1222"/>
                </a:lnTo>
                <a:lnTo>
                  <a:pt x="3637" y="1223"/>
                </a:lnTo>
                <a:lnTo>
                  <a:pt x="3636" y="1223"/>
                </a:lnTo>
                <a:lnTo>
                  <a:pt x="3634" y="1227"/>
                </a:lnTo>
                <a:lnTo>
                  <a:pt x="3635" y="1229"/>
                </a:lnTo>
                <a:lnTo>
                  <a:pt x="3634" y="1230"/>
                </a:lnTo>
                <a:lnTo>
                  <a:pt x="3635" y="1232"/>
                </a:lnTo>
                <a:lnTo>
                  <a:pt x="3635" y="1233"/>
                </a:lnTo>
                <a:lnTo>
                  <a:pt x="3636" y="1234"/>
                </a:lnTo>
                <a:lnTo>
                  <a:pt x="3637" y="1235"/>
                </a:lnTo>
                <a:lnTo>
                  <a:pt x="3639" y="1235"/>
                </a:lnTo>
                <a:lnTo>
                  <a:pt x="3639" y="1236"/>
                </a:lnTo>
                <a:lnTo>
                  <a:pt x="3638" y="1237"/>
                </a:lnTo>
                <a:lnTo>
                  <a:pt x="3638" y="1239"/>
                </a:lnTo>
                <a:lnTo>
                  <a:pt x="3639" y="1239"/>
                </a:lnTo>
                <a:lnTo>
                  <a:pt x="3640" y="1239"/>
                </a:lnTo>
                <a:lnTo>
                  <a:pt x="3642" y="1239"/>
                </a:lnTo>
                <a:lnTo>
                  <a:pt x="3643" y="1239"/>
                </a:lnTo>
                <a:lnTo>
                  <a:pt x="3644" y="1238"/>
                </a:lnTo>
                <a:lnTo>
                  <a:pt x="3645" y="1239"/>
                </a:lnTo>
                <a:lnTo>
                  <a:pt x="3645" y="1238"/>
                </a:lnTo>
                <a:lnTo>
                  <a:pt x="3646" y="1238"/>
                </a:lnTo>
                <a:lnTo>
                  <a:pt x="3647" y="1237"/>
                </a:lnTo>
                <a:lnTo>
                  <a:pt x="3648" y="1236"/>
                </a:lnTo>
                <a:lnTo>
                  <a:pt x="3649" y="1235"/>
                </a:lnTo>
                <a:lnTo>
                  <a:pt x="3649" y="1234"/>
                </a:lnTo>
                <a:lnTo>
                  <a:pt x="3650" y="1234"/>
                </a:lnTo>
                <a:lnTo>
                  <a:pt x="3650" y="1233"/>
                </a:lnTo>
                <a:lnTo>
                  <a:pt x="3651" y="1233"/>
                </a:lnTo>
                <a:lnTo>
                  <a:pt x="3652" y="1232"/>
                </a:lnTo>
                <a:lnTo>
                  <a:pt x="3652" y="1233"/>
                </a:lnTo>
                <a:lnTo>
                  <a:pt x="3653" y="1234"/>
                </a:lnTo>
                <a:lnTo>
                  <a:pt x="3653" y="1235"/>
                </a:lnTo>
                <a:lnTo>
                  <a:pt x="3653" y="1236"/>
                </a:lnTo>
                <a:lnTo>
                  <a:pt x="3653" y="1238"/>
                </a:lnTo>
                <a:lnTo>
                  <a:pt x="3653" y="1239"/>
                </a:lnTo>
                <a:lnTo>
                  <a:pt x="3654" y="1240"/>
                </a:lnTo>
                <a:lnTo>
                  <a:pt x="3654" y="1241"/>
                </a:lnTo>
                <a:lnTo>
                  <a:pt x="3654" y="1242"/>
                </a:lnTo>
                <a:lnTo>
                  <a:pt x="3654" y="1244"/>
                </a:lnTo>
                <a:lnTo>
                  <a:pt x="3654" y="1245"/>
                </a:lnTo>
                <a:lnTo>
                  <a:pt x="3653" y="1246"/>
                </a:lnTo>
                <a:lnTo>
                  <a:pt x="3652" y="1246"/>
                </a:lnTo>
                <a:lnTo>
                  <a:pt x="3652" y="1247"/>
                </a:lnTo>
                <a:lnTo>
                  <a:pt x="3653" y="1247"/>
                </a:lnTo>
                <a:lnTo>
                  <a:pt x="3653" y="1248"/>
                </a:lnTo>
                <a:lnTo>
                  <a:pt x="3654" y="1249"/>
                </a:lnTo>
                <a:lnTo>
                  <a:pt x="3654" y="1250"/>
                </a:lnTo>
                <a:lnTo>
                  <a:pt x="3655" y="1250"/>
                </a:lnTo>
                <a:lnTo>
                  <a:pt x="3656" y="1251"/>
                </a:lnTo>
                <a:lnTo>
                  <a:pt x="3656" y="1252"/>
                </a:lnTo>
                <a:lnTo>
                  <a:pt x="3656" y="1253"/>
                </a:lnTo>
                <a:lnTo>
                  <a:pt x="3656" y="1254"/>
                </a:lnTo>
                <a:lnTo>
                  <a:pt x="3657" y="1254"/>
                </a:lnTo>
                <a:lnTo>
                  <a:pt x="3657" y="1255"/>
                </a:lnTo>
                <a:lnTo>
                  <a:pt x="3657" y="1256"/>
                </a:lnTo>
                <a:lnTo>
                  <a:pt x="3657" y="1257"/>
                </a:lnTo>
                <a:lnTo>
                  <a:pt x="3657" y="1258"/>
                </a:lnTo>
                <a:lnTo>
                  <a:pt x="3657" y="1259"/>
                </a:lnTo>
                <a:lnTo>
                  <a:pt x="3658" y="1260"/>
                </a:lnTo>
                <a:lnTo>
                  <a:pt x="3659" y="1260"/>
                </a:lnTo>
                <a:lnTo>
                  <a:pt x="3659" y="1261"/>
                </a:lnTo>
                <a:lnTo>
                  <a:pt x="3659" y="1263"/>
                </a:lnTo>
                <a:lnTo>
                  <a:pt x="3661" y="1263"/>
                </a:lnTo>
                <a:lnTo>
                  <a:pt x="3661" y="1264"/>
                </a:lnTo>
                <a:lnTo>
                  <a:pt x="3662" y="1264"/>
                </a:lnTo>
                <a:lnTo>
                  <a:pt x="3662" y="1265"/>
                </a:lnTo>
                <a:lnTo>
                  <a:pt x="3663" y="1266"/>
                </a:lnTo>
                <a:lnTo>
                  <a:pt x="3662" y="1266"/>
                </a:lnTo>
                <a:lnTo>
                  <a:pt x="3663" y="1267"/>
                </a:lnTo>
                <a:lnTo>
                  <a:pt x="3664" y="1267"/>
                </a:lnTo>
                <a:lnTo>
                  <a:pt x="3664" y="1266"/>
                </a:lnTo>
                <a:lnTo>
                  <a:pt x="3665" y="1266"/>
                </a:lnTo>
                <a:lnTo>
                  <a:pt x="3665" y="1267"/>
                </a:lnTo>
                <a:lnTo>
                  <a:pt x="3666" y="1267"/>
                </a:lnTo>
                <a:lnTo>
                  <a:pt x="3667" y="1268"/>
                </a:lnTo>
                <a:lnTo>
                  <a:pt x="3669" y="1269"/>
                </a:lnTo>
                <a:lnTo>
                  <a:pt x="3671" y="1269"/>
                </a:lnTo>
                <a:lnTo>
                  <a:pt x="3672" y="1269"/>
                </a:lnTo>
                <a:lnTo>
                  <a:pt x="3672" y="1270"/>
                </a:lnTo>
                <a:lnTo>
                  <a:pt x="3673" y="1270"/>
                </a:lnTo>
                <a:lnTo>
                  <a:pt x="3674" y="1272"/>
                </a:lnTo>
                <a:lnTo>
                  <a:pt x="3674" y="1274"/>
                </a:lnTo>
                <a:lnTo>
                  <a:pt x="3675" y="1274"/>
                </a:lnTo>
                <a:lnTo>
                  <a:pt x="3675" y="1275"/>
                </a:lnTo>
                <a:lnTo>
                  <a:pt x="3676" y="1276"/>
                </a:lnTo>
                <a:lnTo>
                  <a:pt x="3677" y="1277"/>
                </a:lnTo>
                <a:lnTo>
                  <a:pt x="3677" y="1276"/>
                </a:lnTo>
                <a:lnTo>
                  <a:pt x="3678" y="1277"/>
                </a:lnTo>
                <a:lnTo>
                  <a:pt x="3679" y="1277"/>
                </a:lnTo>
                <a:lnTo>
                  <a:pt x="3679" y="1276"/>
                </a:lnTo>
                <a:lnTo>
                  <a:pt x="3680" y="1276"/>
                </a:lnTo>
                <a:lnTo>
                  <a:pt x="3680" y="1275"/>
                </a:lnTo>
                <a:lnTo>
                  <a:pt x="3681" y="1274"/>
                </a:lnTo>
                <a:lnTo>
                  <a:pt x="3682" y="1274"/>
                </a:lnTo>
                <a:lnTo>
                  <a:pt x="3683" y="1273"/>
                </a:lnTo>
                <a:lnTo>
                  <a:pt x="3684" y="1273"/>
                </a:lnTo>
                <a:lnTo>
                  <a:pt x="3684" y="1272"/>
                </a:lnTo>
                <a:lnTo>
                  <a:pt x="3685" y="1271"/>
                </a:lnTo>
                <a:lnTo>
                  <a:pt x="3685" y="1272"/>
                </a:lnTo>
                <a:lnTo>
                  <a:pt x="3686" y="1272"/>
                </a:lnTo>
                <a:lnTo>
                  <a:pt x="3687" y="1272"/>
                </a:lnTo>
                <a:lnTo>
                  <a:pt x="3688" y="1272"/>
                </a:lnTo>
                <a:lnTo>
                  <a:pt x="3689" y="1272"/>
                </a:lnTo>
                <a:lnTo>
                  <a:pt x="3690" y="1272"/>
                </a:lnTo>
                <a:lnTo>
                  <a:pt x="3690" y="1273"/>
                </a:lnTo>
                <a:lnTo>
                  <a:pt x="3690" y="1272"/>
                </a:lnTo>
                <a:lnTo>
                  <a:pt x="3691" y="1272"/>
                </a:lnTo>
                <a:lnTo>
                  <a:pt x="3692" y="1272"/>
                </a:lnTo>
                <a:lnTo>
                  <a:pt x="3693" y="1271"/>
                </a:lnTo>
                <a:lnTo>
                  <a:pt x="3694" y="1270"/>
                </a:lnTo>
                <a:lnTo>
                  <a:pt x="3695" y="1270"/>
                </a:lnTo>
                <a:lnTo>
                  <a:pt x="3696" y="1270"/>
                </a:lnTo>
                <a:lnTo>
                  <a:pt x="3697" y="1268"/>
                </a:lnTo>
                <a:lnTo>
                  <a:pt x="3698" y="1267"/>
                </a:lnTo>
                <a:lnTo>
                  <a:pt x="3698" y="1266"/>
                </a:lnTo>
                <a:lnTo>
                  <a:pt x="3698" y="1265"/>
                </a:lnTo>
                <a:lnTo>
                  <a:pt x="3698" y="1264"/>
                </a:lnTo>
                <a:lnTo>
                  <a:pt x="3698" y="1263"/>
                </a:lnTo>
                <a:lnTo>
                  <a:pt x="3698" y="1260"/>
                </a:lnTo>
                <a:lnTo>
                  <a:pt x="3699" y="1259"/>
                </a:lnTo>
                <a:lnTo>
                  <a:pt x="3699" y="1258"/>
                </a:lnTo>
                <a:lnTo>
                  <a:pt x="3700" y="1257"/>
                </a:lnTo>
                <a:lnTo>
                  <a:pt x="3700" y="1256"/>
                </a:lnTo>
                <a:lnTo>
                  <a:pt x="3701" y="1255"/>
                </a:lnTo>
                <a:lnTo>
                  <a:pt x="3701" y="1253"/>
                </a:lnTo>
                <a:lnTo>
                  <a:pt x="3700" y="1253"/>
                </a:lnTo>
                <a:lnTo>
                  <a:pt x="3701" y="1253"/>
                </a:lnTo>
                <a:lnTo>
                  <a:pt x="3702" y="1253"/>
                </a:lnTo>
                <a:lnTo>
                  <a:pt x="3702" y="1252"/>
                </a:lnTo>
                <a:lnTo>
                  <a:pt x="3702" y="1251"/>
                </a:lnTo>
                <a:lnTo>
                  <a:pt x="3701" y="1251"/>
                </a:lnTo>
                <a:lnTo>
                  <a:pt x="3701" y="1249"/>
                </a:lnTo>
                <a:lnTo>
                  <a:pt x="3701" y="1248"/>
                </a:lnTo>
                <a:lnTo>
                  <a:pt x="3701" y="1246"/>
                </a:lnTo>
                <a:lnTo>
                  <a:pt x="3700" y="1246"/>
                </a:lnTo>
                <a:lnTo>
                  <a:pt x="3701" y="1245"/>
                </a:lnTo>
                <a:lnTo>
                  <a:pt x="3702" y="1243"/>
                </a:lnTo>
                <a:lnTo>
                  <a:pt x="3703" y="1244"/>
                </a:lnTo>
                <a:lnTo>
                  <a:pt x="3705" y="1245"/>
                </a:lnTo>
                <a:lnTo>
                  <a:pt x="3705" y="1244"/>
                </a:lnTo>
                <a:lnTo>
                  <a:pt x="3706" y="1244"/>
                </a:lnTo>
                <a:lnTo>
                  <a:pt x="3706" y="1243"/>
                </a:lnTo>
                <a:lnTo>
                  <a:pt x="3708" y="1243"/>
                </a:lnTo>
                <a:lnTo>
                  <a:pt x="3709" y="1243"/>
                </a:lnTo>
                <a:lnTo>
                  <a:pt x="3710" y="1243"/>
                </a:lnTo>
                <a:lnTo>
                  <a:pt x="3710" y="1242"/>
                </a:lnTo>
                <a:lnTo>
                  <a:pt x="3711" y="1241"/>
                </a:lnTo>
                <a:lnTo>
                  <a:pt x="3712" y="1242"/>
                </a:lnTo>
                <a:lnTo>
                  <a:pt x="3713" y="1242"/>
                </a:lnTo>
                <a:lnTo>
                  <a:pt x="3715" y="1243"/>
                </a:lnTo>
                <a:lnTo>
                  <a:pt x="3716" y="1245"/>
                </a:lnTo>
                <a:lnTo>
                  <a:pt x="3716" y="1246"/>
                </a:lnTo>
                <a:lnTo>
                  <a:pt x="3717" y="1246"/>
                </a:lnTo>
                <a:lnTo>
                  <a:pt x="3717" y="1247"/>
                </a:lnTo>
                <a:lnTo>
                  <a:pt x="3717" y="1248"/>
                </a:lnTo>
                <a:lnTo>
                  <a:pt x="3718" y="1248"/>
                </a:lnTo>
                <a:lnTo>
                  <a:pt x="3718" y="1247"/>
                </a:lnTo>
                <a:lnTo>
                  <a:pt x="3719" y="1247"/>
                </a:lnTo>
                <a:lnTo>
                  <a:pt x="3720" y="1247"/>
                </a:lnTo>
                <a:lnTo>
                  <a:pt x="3720" y="1246"/>
                </a:lnTo>
                <a:lnTo>
                  <a:pt x="3721" y="1246"/>
                </a:lnTo>
                <a:lnTo>
                  <a:pt x="3721" y="1245"/>
                </a:lnTo>
                <a:lnTo>
                  <a:pt x="3722" y="1245"/>
                </a:lnTo>
                <a:lnTo>
                  <a:pt x="3724" y="1234"/>
                </a:lnTo>
                <a:lnTo>
                  <a:pt x="3724" y="1230"/>
                </a:lnTo>
                <a:lnTo>
                  <a:pt x="3724" y="1228"/>
                </a:lnTo>
                <a:lnTo>
                  <a:pt x="3723" y="1228"/>
                </a:lnTo>
                <a:lnTo>
                  <a:pt x="3723" y="1225"/>
                </a:lnTo>
                <a:lnTo>
                  <a:pt x="3721" y="1224"/>
                </a:lnTo>
                <a:lnTo>
                  <a:pt x="3720" y="1223"/>
                </a:lnTo>
                <a:lnTo>
                  <a:pt x="3720" y="1222"/>
                </a:lnTo>
                <a:lnTo>
                  <a:pt x="3719" y="1221"/>
                </a:lnTo>
                <a:lnTo>
                  <a:pt x="3718" y="1221"/>
                </a:lnTo>
                <a:lnTo>
                  <a:pt x="3715" y="1219"/>
                </a:lnTo>
                <a:lnTo>
                  <a:pt x="3714" y="1219"/>
                </a:lnTo>
                <a:lnTo>
                  <a:pt x="3711" y="1220"/>
                </a:lnTo>
                <a:lnTo>
                  <a:pt x="3708" y="1221"/>
                </a:lnTo>
                <a:lnTo>
                  <a:pt x="3707" y="1218"/>
                </a:lnTo>
                <a:lnTo>
                  <a:pt x="3707" y="1217"/>
                </a:lnTo>
                <a:lnTo>
                  <a:pt x="3706" y="1217"/>
                </a:lnTo>
                <a:lnTo>
                  <a:pt x="3706" y="1216"/>
                </a:lnTo>
                <a:lnTo>
                  <a:pt x="3707" y="1215"/>
                </a:lnTo>
                <a:lnTo>
                  <a:pt x="3706" y="1214"/>
                </a:lnTo>
                <a:lnTo>
                  <a:pt x="3707" y="1215"/>
                </a:lnTo>
                <a:lnTo>
                  <a:pt x="3708" y="1215"/>
                </a:lnTo>
                <a:lnTo>
                  <a:pt x="3709" y="1215"/>
                </a:lnTo>
                <a:lnTo>
                  <a:pt x="3710" y="1216"/>
                </a:lnTo>
                <a:lnTo>
                  <a:pt x="3710" y="1215"/>
                </a:lnTo>
                <a:lnTo>
                  <a:pt x="3711" y="1216"/>
                </a:lnTo>
                <a:lnTo>
                  <a:pt x="3712" y="1216"/>
                </a:lnTo>
                <a:lnTo>
                  <a:pt x="3713" y="1216"/>
                </a:lnTo>
                <a:lnTo>
                  <a:pt x="3714" y="1217"/>
                </a:lnTo>
                <a:lnTo>
                  <a:pt x="3715" y="1218"/>
                </a:lnTo>
                <a:lnTo>
                  <a:pt x="3716" y="1218"/>
                </a:lnTo>
                <a:lnTo>
                  <a:pt x="3716" y="1219"/>
                </a:lnTo>
                <a:lnTo>
                  <a:pt x="3718" y="1220"/>
                </a:lnTo>
                <a:lnTo>
                  <a:pt x="3719" y="1221"/>
                </a:lnTo>
                <a:lnTo>
                  <a:pt x="3720" y="1222"/>
                </a:lnTo>
                <a:lnTo>
                  <a:pt x="3721" y="1223"/>
                </a:lnTo>
                <a:lnTo>
                  <a:pt x="3721" y="1224"/>
                </a:lnTo>
                <a:lnTo>
                  <a:pt x="3723" y="1224"/>
                </a:lnTo>
                <a:lnTo>
                  <a:pt x="3724" y="1224"/>
                </a:lnTo>
                <a:lnTo>
                  <a:pt x="3725" y="1224"/>
                </a:lnTo>
                <a:lnTo>
                  <a:pt x="3726" y="1223"/>
                </a:lnTo>
                <a:lnTo>
                  <a:pt x="3727" y="1224"/>
                </a:lnTo>
                <a:lnTo>
                  <a:pt x="3727" y="1223"/>
                </a:lnTo>
                <a:lnTo>
                  <a:pt x="3728" y="1223"/>
                </a:lnTo>
                <a:lnTo>
                  <a:pt x="3728" y="1222"/>
                </a:lnTo>
                <a:lnTo>
                  <a:pt x="3729" y="1222"/>
                </a:lnTo>
                <a:lnTo>
                  <a:pt x="3730" y="1221"/>
                </a:lnTo>
                <a:lnTo>
                  <a:pt x="3731" y="1221"/>
                </a:lnTo>
                <a:lnTo>
                  <a:pt x="3731" y="1220"/>
                </a:lnTo>
                <a:lnTo>
                  <a:pt x="3731" y="1219"/>
                </a:lnTo>
                <a:lnTo>
                  <a:pt x="3732" y="1219"/>
                </a:lnTo>
                <a:lnTo>
                  <a:pt x="3733" y="1219"/>
                </a:lnTo>
                <a:lnTo>
                  <a:pt x="3733" y="1218"/>
                </a:lnTo>
                <a:lnTo>
                  <a:pt x="3734" y="1219"/>
                </a:lnTo>
                <a:lnTo>
                  <a:pt x="3735" y="1219"/>
                </a:lnTo>
                <a:lnTo>
                  <a:pt x="3738" y="1218"/>
                </a:lnTo>
                <a:lnTo>
                  <a:pt x="3739" y="1217"/>
                </a:lnTo>
                <a:lnTo>
                  <a:pt x="3739" y="1218"/>
                </a:lnTo>
                <a:lnTo>
                  <a:pt x="3739" y="1219"/>
                </a:lnTo>
                <a:lnTo>
                  <a:pt x="3740" y="1220"/>
                </a:lnTo>
                <a:lnTo>
                  <a:pt x="3739" y="1220"/>
                </a:lnTo>
                <a:lnTo>
                  <a:pt x="3739" y="1222"/>
                </a:lnTo>
                <a:lnTo>
                  <a:pt x="3740" y="1222"/>
                </a:lnTo>
                <a:lnTo>
                  <a:pt x="3740" y="1224"/>
                </a:lnTo>
                <a:lnTo>
                  <a:pt x="3739" y="1224"/>
                </a:lnTo>
                <a:lnTo>
                  <a:pt x="3739" y="1225"/>
                </a:lnTo>
                <a:lnTo>
                  <a:pt x="3739" y="1226"/>
                </a:lnTo>
                <a:lnTo>
                  <a:pt x="3739" y="1227"/>
                </a:lnTo>
                <a:lnTo>
                  <a:pt x="3739" y="1229"/>
                </a:lnTo>
                <a:lnTo>
                  <a:pt x="3738" y="1230"/>
                </a:lnTo>
                <a:lnTo>
                  <a:pt x="3738" y="1231"/>
                </a:lnTo>
                <a:lnTo>
                  <a:pt x="3738" y="1232"/>
                </a:lnTo>
                <a:lnTo>
                  <a:pt x="3738" y="1234"/>
                </a:lnTo>
                <a:lnTo>
                  <a:pt x="3738" y="1235"/>
                </a:lnTo>
                <a:lnTo>
                  <a:pt x="3737" y="1236"/>
                </a:lnTo>
                <a:lnTo>
                  <a:pt x="3737" y="1237"/>
                </a:lnTo>
                <a:lnTo>
                  <a:pt x="3737" y="1238"/>
                </a:lnTo>
                <a:lnTo>
                  <a:pt x="3737" y="1239"/>
                </a:lnTo>
                <a:lnTo>
                  <a:pt x="3737" y="1240"/>
                </a:lnTo>
                <a:lnTo>
                  <a:pt x="3737" y="1241"/>
                </a:lnTo>
                <a:lnTo>
                  <a:pt x="3738" y="1242"/>
                </a:lnTo>
                <a:lnTo>
                  <a:pt x="3739" y="1242"/>
                </a:lnTo>
                <a:lnTo>
                  <a:pt x="3739" y="1243"/>
                </a:lnTo>
                <a:lnTo>
                  <a:pt x="3740" y="1243"/>
                </a:lnTo>
                <a:lnTo>
                  <a:pt x="3740" y="1244"/>
                </a:lnTo>
                <a:lnTo>
                  <a:pt x="3741" y="1244"/>
                </a:lnTo>
                <a:lnTo>
                  <a:pt x="3742" y="1244"/>
                </a:lnTo>
                <a:lnTo>
                  <a:pt x="3743" y="1244"/>
                </a:lnTo>
                <a:lnTo>
                  <a:pt x="3743" y="1243"/>
                </a:lnTo>
                <a:lnTo>
                  <a:pt x="3744" y="1243"/>
                </a:lnTo>
                <a:lnTo>
                  <a:pt x="3745" y="1242"/>
                </a:lnTo>
                <a:lnTo>
                  <a:pt x="3746" y="1242"/>
                </a:lnTo>
                <a:lnTo>
                  <a:pt x="3747" y="1243"/>
                </a:lnTo>
                <a:lnTo>
                  <a:pt x="3748" y="1243"/>
                </a:lnTo>
                <a:lnTo>
                  <a:pt x="3749" y="1242"/>
                </a:lnTo>
                <a:lnTo>
                  <a:pt x="3750" y="1242"/>
                </a:lnTo>
                <a:lnTo>
                  <a:pt x="3750" y="1241"/>
                </a:lnTo>
                <a:lnTo>
                  <a:pt x="3750" y="1238"/>
                </a:lnTo>
                <a:lnTo>
                  <a:pt x="3750" y="1237"/>
                </a:lnTo>
                <a:lnTo>
                  <a:pt x="3749" y="1237"/>
                </a:lnTo>
                <a:lnTo>
                  <a:pt x="3749" y="1236"/>
                </a:lnTo>
                <a:lnTo>
                  <a:pt x="3748" y="1235"/>
                </a:lnTo>
                <a:lnTo>
                  <a:pt x="3748" y="1234"/>
                </a:lnTo>
                <a:lnTo>
                  <a:pt x="3748" y="1233"/>
                </a:lnTo>
                <a:lnTo>
                  <a:pt x="3749" y="1233"/>
                </a:lnTo>
                <a:lnTo>
                  <a:pt x="3749" y="1232"/>
                </a:lnTo>
                <a:lnTo>
                  <a:pt x="3749" y="1231"/>
                </a:lnTo>
                <a:lnTo>
                  <a:pt x="3749" y="1230"/>
                </a:lnTo>
                <a:lnTo>
                  <a:pt x="3748" y="1230"/>
                </a:lnTo>
                <a:lnTo>
                  <a:pt x="3748" y="1229"/>
                </a:lnTo>
                <a:lnTo>
                  <a:pt x="3749" y="1228"/>
                </a:lnTo>
                <a:lnTo>
                  <a:pt x="3750" y="1228"/>
                </a:lnTo>
                <a:lnTo>
                  <a:pt x="3750" y="1229"/>
                </a:lnTo>
                <a:lnTo>
                  <a:pt x="3750" y="1228"/>
                </a:lnTo>
                <a:lnTo>
                  <a:pt x="3751" y="1228"/>
                </a:lnTo>
                <a:lnTo>
                  <a:pt x="3752" y="1228"/>
                </a:lnTo>
                <a:lnTo>
                  <a:pt x="3753" y="1229"/>
                </a:lnTo>
                <a:lnTo>
                  <a:pt x="3753" y="1230"/>
                </a:lnTo>
                <a:lnTo>
                  <a:pt x="3753" y="1231"/>
                </a:lnTo>
                <a:lnTo>
                  <a:pt x="3752" y="1232"/>
                </a:lnTo>
                <a:lnTo>
                  <a:pt x="3752" y="1233"/>
                </a:lnTo>
                <a:lnTo>
                  <a:pt x="3752" y="1234"/>
                </a:lnTo>
                <a:lnTo>
                  <a:pt x="3753" y="1234"/>
                </a:lnTo>
                <a:lnTo>
                  <a:pt x="3753" y="1235"/>
                </a:lnTo>
                <a:lnTo>
                  <a:pt x="3754" y="1235"/>
                </a:lnTo>
                <a:lnTo>
                  <a:pt x="3755" y="1235"/>
                </a:lnTo>
                <a:lnTo>
                  <a:pt x="3756" y="1236"/>
                </a:lnTo>
                <a:lnTo>
                  <a:pt x="3756" y="1237"/>
                </a:lnTo>
                <a:lnTo>
                  <a:pt x="3756" y="1238"/>
                </a:lnTo>
                <a:lnTo>
                  <a:pt x="3756" y="1239"/>
                </a:lnTo>
                <a:lnTo>
                  <a:pt x="3755" y="1239"/>
                </a:lnTo>
                <a:lnTo>
                  <a:pt x="3754" y="1240"/>
                </a:lnTo>
                <a:lnTo>
                  <a:pt x="3753" y="1240"/>
                </a:lnTo>
                <a:lnTo>
                  <a:pt x="3753" y="1241"/>
                </a:lnTo>
                <a:lnTo>
                  <a:pt x="3752" y="1241"/>
                </a:lnTo>
                <a:lnTo>
                  <a:pt x="3751" y="1241"/>
                </a:lnTo>
                <a:lnTo>
                  <a:pt x="3751" y="1242"/>
                </a:lnTo>
                <a:lnTo>
                  <a:pt x="3752" y="1242"/>
                </a:lnTo>
                <a:lnTo>
                  <a:pt x="3752" y="1243"/>
                </a:lnTo>
                <a:lnTo>
                  <a:pt x="3753" y="1243"/>
                </a:lnTo>
                <a:lnTo>
                  <a:pt x="3753" y="1244"/>
                </a:lnTo>
                <a:lnTo>
                  <a:pt x="3754" y="1244"/>
                </a:lnTo>
                <a:lnTo>
                  <a:pt x="3755" y="1244"/>
                </a:lnTo>
                <a:lnTo>
                  <a:pt x="3756" y="1244"/>
                </a:lnTo>
                <a:lnTo>
                  <a:pt x="3756" y="1243"/>
                </a:lnTo>
                <a:lnTo>
                  <a:pt x="3757" y="1243"/>
                </a:lnTo>
                <a:lnTo>
                  <a:pt x="3758" y="1243"/>
                </a:lnTo>
                <a:lnTo>
                  <a:pt x="3759" y="1243"/>
                </a:lnTo>
                <a:lnTo>
                  <a:pt x="3759" y="1244"/>
                </a:lnTo>
                <a:lnTo>
                  <a:pt x="3758" y="1245"/>
                </a:lnTo>
                <a:lnTo>
                  <a:pt x="3759" y="1247"/>
                </a:lnTo>
                <a:lnTo>
                  <a:pt x="3759" y="1248"/>
                </a:lnTo>
                <a:lnTo>
                  <a:pt x="3759" y="1249"/>
                </a:lnTo>
                <a:lnTo>
                  <a:pt x="3761" y="1253"/>
                </a:lnTo>
                <a:lnTo>
                  <a:pt x="3760" y="1253"/>
                </a:lnTo>
                <a:lnTo>
                  <a:pt x="3760" y="1255"/>
                </a:lnTo>
                <a:lnTo>
                  <a:pt x="3761" y="1257"/>
                </a:lnTo>
                <a:lnTo>
                  <a:pt x="3761" y="1258"/>
                </a:lnTo>
                <a:lnTo>
                  <a:pt x="3762" y="1260"/>
                </a:lnTo>
                <a:lnTo>
                  <a:pt x="3761" y="1261"/>
                </a:lnTo>
                <a:lnTo>
                  <a:pt x="3761" y="1262"/>
                </a:lnTo>
                <a:lnTo>
                  <a:pt x="3760" y="1266"/>
                </a:lnTo>
                <a:lnTo>
                  <a:pt x="3760" y="1269"/>
                </a:lnTo>
                <a:lnTo>
                  <a:pt x="3759" y="1269"/>
                </a:lnTo>
                <a:lnTo>
                  <a:pt x="3755" y="1270"/>
                </a:lnTo>
                <a:lnTo>
                  <a:pt x="3750" y="1271"/>
                </a:lnTo>
                <a:lnTo>
                  <a:pt x="3749" y="1271"/>
                </a:lnTo>
                <a:lnTo>
                  <a:pt x="3747" y="1272"/>
                </a:lnTo>
                <a:lnTo>
                  <a:pt x="3746" y="1272"/>
                </a:lnTo>
                <a:lnTo>
                  <a:pt x="3744" y="1272"/>
                </a:lnTo>
                <a:lnTo>
                  <a:pt x="3743" y="1272"/>
                </a:lnTo>
                <a:lnTo>
                  <a:pt x="3742" y="1273"/>
                </a:lnTo>
                <a:lnTo>
                  <a:pt x="3735" y="1275"/>
                </a:lnTo>
                <a:lnTo>
                  <a:pt x="3734" y="1275"/>
                </a:lnTo>
                <a:lnTo>
                  <a:pt x="3727" y="1277"/>
                </a:lnTo>
                <a:lnTo>
                  <a:pt x="3726" y="1279"/>
                </a:lnTo>
                <a:lnTo>
                  <a:pt x="3725" y="1279"/>
                </a:lnTo>
                <a:lnTo>
                  <a:pt x="3724" y="1280"/>
                </a:lnTo>
                <a:lnTo>
                  <a:pt x="3723" y="1280"/>
                </a:lnTo>
                <a:lnTo>
                  <a:pt x="3722" y="1280"/>
                </a:lnTo>
                <a:lnTo>
                  <a:pt x="3722" y="1281"/>
                </a:lnTo>
                <a:lnTo>
                  <a:pt x="3721" y="1282"/>
                </a:lnTo>
                <a:lnTo>
                  <a:pt x="3720" y="1282"/>
                </a:lnTo>
                <a:lnTo>
                  <a:pt x="3718" y="1282"/>
                </a:lnTo>
                <a:lnTo>
                  <a:pt x="3716" y="1283"/>
                </a:lnTo>
                <a:lnTo>
                  <a:pt x="3715" y="1284"/>
                </a:lnTo>
                <a:lnTo>
                  <a:pt x="3715" y="1285"/>
                </a:lnTo>
                <a:lnTo>
                  <a:pt x="3716" y="1285"/>
                </a:lnTo>
                <a:lnTo>
                  <a:pt x="3716" y="1286"/>
                </a:lnTo>
                <a:lnTo>
                  <a:pt x="3716" y="1287"/>
                </a:lnTo>
                <a:lnTo>
                  <a:pt x="3717" y="1288"/>
                </a:lnTo>
                <a:lnTo>
                  <a:pt x="3717" y="1289"/>
                </a:lnTo>
                <a:lnTo>
                  <a:pt x="3717" y="1290"/>
                </a:lnTo>
                <a:lnTo>
                  <a:pt x="3718" y="1292"/>
                </a:lnTo>
                <a:lnTo>
                  <a:pt x="3717" y="1293"/>
                </a:lnTo>
                <a:lnTo>
                  <a:pt x="3715" y="1293"/>
                </a:lnTo>
                <a:lnTo>
                  <a:pt x="3715" y="1294"/>
                </a:lnTo>
                <a:lnTo>
                  <a:pt x="3713" y="1295"/>
                </a:lnTo>
                <a:lnTo>
                  <a:pt x="3713" y="1296"/>
                </a:lnTo>
                <a:lnTo>
                  <a:pt x="3713" y="1297"/>
                </a:lnTo>
                <a:lnTo>
                  <a:pt x="3714" y="1297"/>
                </a:lnTo>
                <a:lnTo>
                  <a:pt x="3713" y="1297"/>
                </a:lnTo>
                <a:lnTo>
                  <a:pt x="3713" y="1298"/>
                </a:lnTo>
                <a:lnTo>
                  <a:pt x="3713" y="1297"/>
                </a:lnTo>
                <a:lnTo>
                  <a:pt x="3712" y="1299"/>
                </a:lnTo>
                <a:lnTo>
                  <a:pt x="3711" y="1299"/>
                </a:lnTo>
                <a:lnTo>
                  <a:pt x="3711" y="1298"/>
                </a:lnTo>
                <a:lnTo>
                  <a:pt x="3710" y="1299"/>
                </a:lnTo>
                <a:lnTo>
                  <a:pt x="3709" y="1299"/>
                </a:lnTo>
                <a:lnTo>
                  <a:pt x="3708" y="1299"/>
                </a:lnTo>
                <a:lnTo>
                  <a:pt x="3707" y="1298"/>
                </a:lnTo>
                <a:lnTo>
                  <a:pt x="3706" y="1297"/>
                </a:lnTo>
                <a:lnTo>
                  <a:pt x="3705" y="1295"/>
                </a:lnTo>
                <a:lnTo>
                  <a:pt x="3704" y="1295"/>
                </a:lnTo>
                <a:lnTo>
                  <a:pt x="3701" y="1296"/>
                </a:lnTo>
                <a:lnTo>
                  <a:pt x="3699" y="1297"/>
                </a:lnTo>
                <a:lnTo>
                  <a:pt x="3697" y="1298"/>
                </a:lnTo>
                <a:lnTo>
                  <a:pt x="3696" y="1298"/>
                </a:lnTo>
                <a:lnTo>
                  <a:pt x="3694" y="1299"/>
                </a:lnTo>
                <a:lnTo>
                  <a:pt x="3693" y="1299"/>
                </a:lnTo>
                <a:lnTo>
                  <a:pt x="3694" y="1301"/>
                </a:lnTo>
                <a:lnTo>
                  <a:pt x="3692" y="1302"/>
                </a:lnTo>
                <a:lnTo>
                  <a:pt x="3690" y="1299"/>
                </a:lnTo>
                <a:lnTo>
                  <a:pt x="3690" y="1298"/>
                </a:lnTo>
                <a:lnTo>
                  <a:pt x="3689" y="1296"/>
                </a:lnTo>
                <a:lnTo>
                  <a:pt x="3688" y="1296"/>
                </a:lnTo>
                <a:lnTo>
                  <a:pt x="3686" y="1297"/>
                </a:lnTo>
                <a:lnTo>
                  <a:pt x="3685" y="1298"/>
                </a:lnTo>
                <a:lnTo>
                  <a:pt x="3686" y="1299"/>
                </a:lnTo>
                <a:lnTo>
                  <a:pt x="3686" y="1300"/>
                </a:lnTo>
                <a:lnTo>
                  <a:pt x="3686" y="1301"/>
                </a:lnTo>
                <a:lnTo>
                  <a:pt x="3687" y="1302"/>
                </a:lnTo>
                <a:lnTo>
                  <a:pt x="3688" y="1305"/>
                </a:lnTo>
                <a:lnTo>
                  <a:pt x="3684" y="1306"/>
                </a:lnTo>
                <a:lnTo>
                  <a:pt x="3682" y="1307"/>
                </a:lnTo>
                <a:lnTo>
                  <a:pt x="3681" y="1307"/>
                </a:lnTo>
                <a:lnTo>
                  <a:pt x="3681" y="1308"/>
                </a:lnTo>
                <a:lnTo>
                  <a:pt x="3681" y="1309"/>
                </a:lnTo>
                <a:lnTo>
                  <a:pt x="3681" y="1310"/>
                </a:lnTo>
                <a:lnTo>
                  <a:pt x="3683" y="1314"/>
                </a:lnTo>
                <a:lnTo>
                  <a:pt x="3683" y="1315"/>
                </a:lnTo>
                <a:lnTo>
                  <a:pt x="3684" y="1317"/>
                </a:lnTo>
                <a:lnTo>
                  <a:pt x="3686" y="1330"/>
                </a:lnTo>
                <a:lnTo>
                  <a:pt x="3686" y="1331"/>
                </a:lnTo>
                <a:lnTo>
                  <a:pt x="3686" y="1332"/>
                </a:lnTo>
                <a:lnTo>
                  <a:pt x="3686" y="1333"/>
                </a:lnTo>
                <a:lnTo>
                  <a:pt x="3687" y="1335"/>
                </a:lnTo>
                <a:lnTo>
                  <a:pt x="3702" y="1352"/>
                </a:lnTo>
                <a:lnTo>
                  <a:pt x="3709" y="1358"/>
                </a:lnTo>
                <a:lnTo>
                  <a:pt x="3710" y="1359"/>
                </a:lnTo>
                <a:lnTo>
                  <a:pt x="3717" y="1369"/>
                </a:lnTo>
                <a:lnTo>
                  <a:pt x="3716" y="1370"/>
                </a:lnTo>
                <a:lnTo>
                  <a:pt x="3713" y="1373"/>
                </a:lnTo>
                <a:lnTo>
                  <a:pt x="3712" y="1378"/>
                </a:lnTo>
                <a:lnTo>
                  <a:pt x="3713" y="1384"/>
                </a:lnTo>
                <a:lnTo>
                  <a:pt x="3713" y="1385"/>
                </a:lnTo>
                <a:lnTo>
                  <a:pt x="3710" y="1386"/>
                </a:lnTo>
                <a:lnTo>
                  <a:pt x="3710" y="1388"/>
                </a:lnTo>
                <a:lnTo>
                  <a:pt x="3713" y="1394"/>
                </a:lnTo>
                <a:lnTo>
                  <a:pt x="3707" y="1397"/>
                </a:lnTo>
                <a:lnTo>
                  <a:pt x="3704" y="1402"/>
                </a:lnTo>
                <a:lnTo>
                  <a:pt x="3699" y="1404"/>
                </a:lnTo>
                <a:lnTo>
                  <a:pt x="3692" y="1406"/>
                </a:lnTo>
                <a:lnTo>
                  <a:pt x="3670" y="1414"/>
                </a:lnTo>
                <a:lnTo>
                  <a:pt x="3681" y="1445"/>
                </a:lnTo>
                <a:lnTo>
                  <a:pt x="3681" y="1446"/>
                </a:lnTo>
                <a:lnTo>
                  <a:pt x="3681" y="1447"/>
                </a:lnTo>
                <a:lnTo>
                  <a:pt x="3681" y="1448"/>
                </a:lnTo>
                <a:lnTo>
                  <a:pt x="3681" y="1450"/>
                </a:lnTo>
                <a:lnTo>
                  <a:pt x="3681" y="1451"/>
                </a:lnTo>
                <a:lnTo>
                  <a:pt x="3681" y="1452"/>
                </a:lnTo>
                <a:lnTo>
                  <a:pt x="3679" y="1457"/>
                </a:lnTo>
                <a:lnTo>
                  <a:pt x="3675" y="1458"/>
                </a:lnTo>
                <a:lnTo>
                  <a:pt x="3675" y="1459"/>
                </a:lnTo>
                <a:lnTo>
                  <a:pt x="3675" y="1460"/>
                </a:lnTo>
                <a:lnTo>
                  <a:pt x="3674" y="1461"/>
                </a:lnTo>
                <a:lnTo>
                  <a:pt x="3673" y="1462"/>
                </a:lnTo>
                <a:lnTo>
                  <a:pt x="3673" y="1463"/>
                </a:lnTo>
                <a:lnTo>
                  <a:pt x="3675" y="1465"/>
                </a:lnTo>
                <a:lnTo>
                  <a:pt x="3676" y="1466"/>
                </a:lnTo>
                <a:lnTo>
                  <a:pt x="3677" y="1468"/>
                </a:lnTo>
                <a:lnTo>
                  <a:pt x="3677" y="1469"/>
                </a:lnTo>
                <a:lnTo>
                  <a:pt x="3678" y="1470"/>
                </a:lnTo>
                <a:lnTo>
                  <a:pt x="3678" y="1471"/>
                </a:lnTo>
                <a:lnTo>
                  <a:pt x="3679" y="1472"/>
                </a:lnTo>
                <a:lnTo>
                  <a:pt x="3680" y="1473"/>
                </a:lnTo>
                <a:lnTo>
                  <a:pt x="3681" y="1474"/>
                </a:lnTo>
                <a:lnTo>
                  <a:pt x="3681" y="1475"/>
                </a:lnTo>
                <a:lnTo>
                  <a:pt x="3681" y="1476"/>
                </a:lnTo>
                <a:lnTo>
                  <a:pt x="3679" y="1479"/>
                </a:lnTo>
                <a:lnTo>
                  <a:pt x="3680" y="1479"/>
                </a:lnTo>
                <a:lnTo>
                  <a:pt x="3679" y="1479"/>
                </a:lnTo>
                <a:lnTo>
                  <a:pt x="3679" y="1480"/>
                </a:lnTo>
                <a:lnTo>
                  <a:pt x="3678" y="1482"/>
                </a:lnTo>
                <a:lnTo>
                  <a:pt x="3677" y="1483"/>
                </a:lnTo>
                <a:lnTo>
                  <a:pt x="3677" y="1484"/>
                </a:lnTo>
                <a:lnTo>
                  <a:pt x="3678" y="1485"/>
                </a:lnTo>
                <a:lnTo>
                  <a:pt x="3679" y="1485"/>
                </a:lnTo>
                <a:lnTo>
                  <a:pt x="3677" y="1486"/>
                </a:lnTo>
                <a:lnTo>
                  <a:pt x="3677" y="1488"/>
                </a:lnTo>
                <a:lnTo>
                  <a:pt x="3676" y="1489"/>
                </a:lnTo>
                <a:lnTo>
                  <a:pt x="3677" y="1489"/>
                </a:lnTo>
                <a:lnTo>
                  <a:pt x="3672" y="1491"/>
                </a:lnTo>
                <a:lnTo>
                  <a:pt x="3667" y="1492"/>
                </a:lnTo>
                <a:lnTo>
                  <a:pt x="3666" y="1489"/>
                </a:lnTo>
                <a:lnTo>
                  <a:pt x="3666" y="1488"/>
                </a:lnTo>
                <a:lnTo>
                  <a:pt x="3665" y="1488"/>
                </a:lnTo>
                <a:lnTo>
                  <a:pt x="3665" y="1486"/>
                </a:lnTo>
                <a:lnTo>
                  <a:pt x="3664" y="1486"/>
                </a:lnTo>
                <a:lnTo>
                  <a:pt x="3663" y="1486"/>
                </a:lnTo>
                <a:lnTo>
                  <a:pt x="3662" y="1484"/>
                </a:lnTo>
                <a:lnTo>
                  <a:pt x="3662" y="1483"/>
                </a:lnTo>
                <a:lnTo>
                  <a:pt x="3662" y="1482"/>
                </a:lnTo>
                <a:lnTo>
                  <a:pt x="3661" y="1482"/>
                </a:lnTo>
                <a:lnTo>
                  <a:pt x="3661" y="1481"/>
                </a:lnTo>
                <a:lnTo>
                  <a:pt x="3661" y="1480"/>
                </a:lnTo>
                <a:lnTo>
                  <a:pt x="3660" y="1479"/>
                </a:lnTo>
                <a:lnTo>
                  <a:pt x="3655" y="1479"/>
                </a:lnTo>
                <a:lnTo>
                  <a:pt x="3655" y="1478"/>
                </a:lnTo>
                <a:lnTo>
                  <a:pt x="3654" y="1478"/>
                </a:lnTo>
                <a:lnTo>
                  <a:pt x="3651" y="1475"/>
                </a:lnTo>
                <a:lnTo>
                  <a:pt x="3649" y="1474"/>
                </a:lnTo>
                <a:lnTo>
                  <a:pt x="3648" y="1473"/>
                </a:lnTo>
                <a:lnTo>
                  <a:pt x="3648" y="1472"/>
                </a:lnTo>
                <a:lnTo>
                  <a:pt x="3647" y="1471"/>
                </a:lnTo>
                <a:lnTo>
                  <a:pt x="3647" y="1470"/>
                </a:lnTo>
                <a:lnTo>
                  <a:pt x="3646" y="1470"/>
                </a:lnTo>
                <a:lnTo>
                  <a:pt x="3646" y="1471"/>
                </a:lnTo>
                <a:lnTo>
                  <a:pt x="3645" y="1471"/>
                </a:lnTo>
                <a:lnTo>
                  <a:pt x="3645" y="1473"/>
                </a:lnTo>
                <a:lnTo>
                  <a:pt x="3644" y="1474"/>
                </a:lnTo>
                <a:lnTo>
                  <a:pt x="3644" y="1475"/>
                </a:lnTo>
                <a:lnTo>
                  <a:pt x="3644" y="1476"/>
                </a:lnTo>
                <a:lnTo>
                  <a:pt x="3643" y="1478"/>
                </a:lnTo>
                <a:lnTo>
                  <a:pt x="3642" y="1479"/>
                </a:lnTo>
                <a:lnTo>
                  <a:pt x="3641" y="1479"/>
                </a:lnTo>
                <a:lnTo>
                  <a:pt x="3640" y="1479"/>
                </a:lnTo>
                <a:lnTo>
                  <a:pt x="3640" y="1478"/>
                </a:lnTo>
                <a:lnTo>
                  <a:pt x="3640" y="1476"/>
                </a:lnTo>
                <a:lnTo>
                  <a:pt x="3639" y="1475"/>
                </a:lnTo>
                <a:lnTo>
                  <a:pt x="3639" y="1474"/>
                </a:lnTo>
                <a:lnTo>
                  <a:pt x="3640" y="1474"/>
                </a:lnTo>
                <a:lnTo>
                  <a:pt x="3639" y="1474"/>
                </a:lnTo>
                <a:lnTo>
                  <a:pt x="3639" y="1473"/>
                </a:lnTo>
                <a:lnTo>
                  <a:pt x="3639" y="1472"/>
                </a:lnTo>
                <a:lnTo>
                  <a:pt x="3638" y="1470"/>
                </a:lnTo>
                <a:lnTo>
                  <a:pt x="3638" y="1469"/>
                </a:lnTo>
                <a:lnTo>
                  <a:pt x="3637" y="1467"/>
                </a:lnTo>
                <a:lnTo>
                  <a:pt x="3637" y="1466"/>
                </a:lnTo>
                <a:lnTo>
                  <a:pt x="3637" y="1465"/>
                </a:lnTo>
                <a:lnTo>
                  <a:pt x="3636" y="1464"/>
                </a:lnTo>
                <a:lnTo>
                  <a:pt x="3636" y="1463"/>
                </a:lnTo>
                <a:lnTo>
                  <a:pt x="3634" y="1462"/>
                </a:lnTo>
                <a:lnTo>
                  <a:pt x="3633" y="1461"/>
                </a:lnTo>
                <a:lnTo>
                  <a:pt x="3632" y="1459"/>
                </a:lnTo>
                <a:lnTo>
                  <a:pt x="3627" y="1454"/>
                </a:lnTo>
                <a:lnTo>
                  <a:pt x="3618" y="1455"/>
                </a:lnTo>
                <a:lnTo>
                  <a:pt x="3617" y="1455"/>
                </a:lnTo>
                <a:lnTo>
                  <a:pt x="3616" y="1456"/>
                </a:lnTo>
                <a:lnTo>
                  <a:pt x="3616" y="1459"/>
                </a:lnTo>
                <a:lnTo>
                  <a:pt x="3617" y="1462"/>
                </a:lnTo>
                <a:lnTo>
                  <a:pt x="3618" y="1467"/>
                </a:lnTo>
                <a:lnTo>
                  <a:pt x="3619" y="1467"/>
                </a:lnTo>
                <a:lnTo>
                  <a:pt x="3619" y="1468"/>
                </a:lnTo>
                <a:lnTo>
                  <a:pt x="3618" y="1468"/>
                </a:lnTo>
                <a:lnTo>
                  <a:pt x="3617" y="1469"/>
                </a:lnTo>
                <a:lnTo>
                  <a:pt x="3617" y="1468"/>
                </a:lnTo>
                <a:lnTo>
                  <a:pt x="3615" y="1468"/>
                </a:lnTo>
                <a:lnTo>
                  <a:pt x="3614" y="1468"/>
                </a:lnTo>
                <a:lnTo>
                  <a:pt x="3614" y="1469"/>
                </a:lnTo>
                <a:lnTo>
                  <a:pt x="3615" y="1469"/>
                </a:lnTo>
                <a:lnTo>
                  <a:pt x="3614" y="1470"/>
                </a:lnTo>
                <a:lnTo>
                  <a:pt x="3615" y="1470"/>
                </a:lnTo>
                <a:lnTo>
                  <a:pt x="3614" y="1470"/>
                </a:lnTo>
                <a:lnTo>
                  <a:pt x="3613" y="1471"/>
                </a:lnTo>
                <a:lnTo>
                  <a:pt x="3613" y="1472"/>
                </a:lnTo>
                <a:lnTo>
                  <a:pt x="3613" y="1473"/>
                </a:lnTo>
                <a:lnTo>
                  <a:pt x="3612" y="1474"/>
                </a:lnTo>
                <a:lnTo>
                  <a:pt x="3613" y="1474"/>
                </a:lnTo>
                <a:lnTo>
                  <a:pt x="3613" y="1475"/>
                </a:lnTo>
                <a:lnTo>
                  <a:pt x="3612" y="1475"/>
                </a:lnTo>
                <a:lnTo>
                  <a:pt x="3610" y="1475"/>
                </a:lnTo>
                <a:lnTo>
                  <a:pt x="3611" y="1476"/>
                </a:lnTo>
                <a:lnTo>
                  <a:pt x="3612" y="1476"/>
                </a:lnTo>
                <a:lnTo>
                  <a:pt x="3611" y="1477"/>
                </a:lnTo>
                <a:lnTo>
                  <a:pt x="3610" y="1478"/>
                </a:lnTo>
                <a:lnTo>
                  <a:pt x="3611" y="1478"/>
                </a:lnTo>
                <a:lnTo>
                  <a:pt x="3611" y="1479"/>
                </a:lnTo>
                <a:lnTo>
                  <a:pt x="3610" y="1479"/>
                </a:lnTo>
                <a:lnTo>
                  <a:pt x="3609" y="1480"/>
                </a:lnTo>
                <a:lnTo>
                  <a:pt x="3609" y="1481"/>
                </a:lnTo>
                <a:lnTo>
                  <a:pt x="3608" y="1481"/>
                </a:lnTo>
                <a:lnTo>
                  <a:pt x="3607" y="1481"/>
                </a:lnTo>
                <a:lnTo>
                  <a:pt x="3607" y="1482"/>
                </a:lnTo>
                <a:lnTo>
                  <a:pt x="3606" y="1483"/>
                </a:lnTo>
                <a:lnTo>
                  <a:pt x="3605" y="1483"/>
                </a:lnTo>
                <a:lnTo>
                  <a:pt x="3605" y="1482"/>
                </a:lnTo>
                <a:lnTo>
                  <a:pt x="3604" y="1481"/>
                </a:lnTo>
                <a:lnTo>
                  <a:pt x="3603" y="1481"/>
                </a:lnTo>
                <a:lnTo>
                  <a:pt x="3603" y="1480"/>
                </a:lnTo>
                <a:lnTo>
                  <a:pt x="3603" y="1479"/>
                </a:lnTo>
                <a:lnTo>
                  <a:pt x="3603" y="1478"/>
                </a:lnTo>
                <a:lnTo>
                  <a:pt x="3602" y="1478"/>
                </a:lnTo>
                <a:lnTo>
                  <a:pt x="3602" y="1477"/>
                </a:lnTo>
                <a:lnTo>
                  <a:pt x="3601" y="1476"/>
                </a:lnTo>
                <a:lnTo>
                  <a:pt x="3600" y="1477"/>
                </a:lnTo>
                <a:lnTo>
                  <a:pt x="3599" y="1477"/>
                </a:lnTo>
                <a:lnTo>
                  <a:pt x="3598" y="1476"/>
                </a:lnTo>
                <a:lnTo>
                  <a:pt x="3598" y="1475"/>
                </a:lnTo>
                <a:lnTo>
                  <a:pt x="3598" y="1474"/>
                </a:lnTo>
                <a:lnTo>
                  <a:pt x="3597" y="1474"/>
                </a:lnTo>
                <a:lnTo>
                  <a:pt x="3596" y="1473"/>
                </a:lnTo>
                <a:lnTo>
                  <a:pt x="3595" y="1472"/>
                </a:lnTo>
                <a:lnTo>
                  <a:pt x="3594" y="1473"/>
                </a:lnTo>
                <a:lnTo>
                  <a:pt x="3594" y="1472"/>
                </a:lnTo>
                <a:lnTo>
                  <a:pt x="3593" y="1472"/>
                </a:lnTo>
                <a:lnTo>
                  <a:pt x="3592" y="1472"/>
                </a:lnTo>
                <a:lnTo>
                  <a:pt x="3591" y="1472"/>
                </a:lnTo>
                <a:lnTo>
                  <a:pt x="3590" y="1471"/>
                </a:lnTo>
                <a:lnTo>
                  <a:pt x="3589" y="1471"/>
                </a:lnTo>
                <a:lnTo>
                  <a:pt x="3588" y="1471"/>
                </a:lnTo>
                <a:lnTo>
                  <a:pt x="3588" y="1472"/>
                </a:lnTo>
                <a:lnTo>
                  <a:pt x="3587" y="1472"/>
                </a:lnTo>
                <a:lnTo>
                  <a:pt x="3586" y="1471"/>
                </a:lnTo>
                <a:lnTo>
                  <a:pt x="3586" y="1470"/>
                </a:lnTo>
                <a:lnTo>
                  <a:pt x="3585" y="1471"/>
                </a:lnTo>
                <a:lnTo>
                  <a:pt x="3583" y="1471"/>
                </a:lnTo>
                <a:lnTo>
                  <a:pt x="3582" y="1470"/>
                </a:lnTo>
                <a:lnTo>
                  <a:pt x="3581" y="1470"/>
                </a:lnTo>
                <a:lnTo>
                  <a:pt x="3580" y="1470"/>
                </a:lnTo>
                <a:lnTo>
                  <a:pt x="3579" y="1470"/>
                </a:lnTo>
                <a:lnTo>
                  <a:pt x="3579" y="1469"/>
                </a:lnTo>
                <a:lnTo>
                  <a:pt x="3579" y="1468"/>
                </a:lnTo>
                <a:lnTo>
                  <a:pt x="3578" y="1468"/>
                </a:lnTo>
                <a:lnTo>
                  <a:pt x="3578" y="1467"/>
                </a:lnTo>
                <a:lnTo>
                  <a:pt x="3577" y="1467"/>
                </a:lnTo>
                <a:lnTo>
                  <a:pt x="3577" y="1466"/>
                </a:lnTo>
                <a:lnTo>
                  <a:pt x="3577" y="1465"/>
                </a:lnTo>
                <a:lnTo>
                  <a:pt x="3577" y="1464"/>
                </a:lnTo>
                <a:lnTo>
                  <a:pt x="3577" y="1463"/>
                </a:lnTo>
                <a:lnTo>
                  <a:pt x="3576" y="1462"/>
                </a:lnTo>
                <a:lnTo>
                  <a:pt x="3575" y="1461"/>
                </a:lnTo>
                <a:lnTo>
                  <a:pt x="3575" y="1460"/>
                </a:lnTo>
                <a:lnTo>
                  <a:pt x="3574" y="1461"/>
                </a:lnTo>
                <a:lnTo>
                  <a:pt x="3574" y="1460"/>
                </a:lnTo>
                <a:lnTo>
                  <a:pt x="3573" y="1461"/>
                </a:lnTo>
                <a:lnTo>
                  <a:pt x="3573" y="1460"/>
                </a:lnTo>
                <a:lnTo>
                  <a:pt x="3572" y="1460"/>
                </a:lnTo>
                <a:lnTo>
                  <a:pt x="3571" y="1459"/>
                </a:lnTo>
                <a:lnTo>
                  <a:pt x="3570" y="1458"/>
                </a:lnTo>
                <a:lnTo>
                  <a:pt x="3569" y="1457"/>
                </a:lnTo>
                <a:lnTo>
                  <a:pt x="3569" y="1456"/>
                </a:lnTo>
                <a:lnTo>
                  <a:pt x="3569" y="1455"/>
                </a:lnTo>
                <a:lnTo>
                  <a:pt x="3569" y="1456"/>
                </a:lnTo>
                <a:lnTo>
                  <a:pt x="3568" y="1455"/>
                </a:lnTo>
                <a:lnTo>
                  <a:pt x="3567" y="1455"/>
                </a:lnTo>
                <a:lnTo>
                  <a:pt x="3566" y="1456"/>
                </a:lnTo>
                <a:lnTo>
                  <a:pt x="3565" y="1455"/>
                </a:lnTo>
                <a:lnTo>
                  <a:pt x="3564" y="1455"/>
                </a:lnTo>
                <a:lnTo>
                  <a:pt x="3564" y="1454"/>
                </a:lnTo>
                <a:lnTo>
                  <a:pt x="3564" y="1453"/>
                </a:lnTo>
                <a:lnTo>
                  <a:pt x="3564" y="1452"/>
                </a:lnTo>
                <a:lnTo>
                  <a:pt x="3563" y="1451"/>
                </a:lnTo>
                <a:lnTo>
                  <a:pt x="3562" y="1451"/>
                </a:lnTo>
                <a:lnTo>
                  <a:pt x="3562" y="1452"/>
                </a:lnTo>
                <a:lnTo>
                  <a:pt x="3562" y="1453"/>
                </a:lnTo>
                <a:lnTo>
                  <a:pt x="3562" y="1454"/>
                </a:lnTo>
                <a:lnTo>
                  <a:pt x="3561" y="1454"/>
                </a:lnTo>
                <a:lnTo>
                  <a:pt x="3561" y="1453"/>
                </a:lnTo>
                <a:lnTo>
                  <a:pt x="3560" y="1453"/>
                </a:lnTo>
                <a:lnTo>
                  <a:pt x="3559" y="1453"/>
                </a:lnTo>
                <a:lnTo>
                  <a:pt x="3558" y="1453"/>
                </a:lnTo>
                <a:lnTo>
                  <a:pt x="3557" y="1453"/>
                </a:lnTo>
                <a:lnTo>
                  <a:pt x="3557" y="1452"/>
                </a:lnTo>
                <a:lnTo>
                  <a:pt x="3556" y="1452"/>
                </a:lnTo>
                <a:lnTo>
                  <a:pt x="3555" y="1452"/>
                </a:lnTo>
                <a:lnTo>
                  <a:pt x="3554" y="1452"/>
                </a:lnTo>
                <a:lnTo>
                  <a:pt x="3553" y="1452"/>
                </a:lnTo>
                <a:lnTo>
                  <a:pt x="3552" y="1452"/>
                </a:lnTo>
                <a:lnTo>
                  <a:pt x="3552" y="1451"/>
                </a:lnTo>
                <a:lnTo>
                  <a:pt x="3552" y="1450"/>
                </a:lnTo>
                <a:lnTo>
                  <a:pt x="3551" y="1449"/>
                </a:lnTo>
                <a:lnTo>
                  <a:pt x="3551" y="1448"/>
                </a:lnTo>
                <a:lnTo>
                  <a:pt x="3550" y="1448"/>
                </a:lnTo>
                <a:lnTo>
                  <a:pt x="3550" y="1449"/>
                </a:lnTo>
                <a:lnTo>
                  <a:pt x="3547" y="1449"/>
                </a:lnTo>
                <a:lnTo>
                  <a:pt x="3547" y="1450"/>
                </a:lnTo>
                <a:lnTo>
                  <a:pt x="3546" y="1450"/>
                </a:lnTo>
                <a:lnTo>
                  <a:pt x="3546" y="1451"/>
                </a:lnTo>
                <a:lnTo>
                  <a:pt x="3545" y="1451"/>
                </a:lnTo>
                <a:lnTo>
                  <a:pt x="3544" y="1451"/>
                </a:lnTo>
                <a:lnTo>
                  <a:pt x="3543" y="1451"/>
                </a:lnTo>
                <a:lnTo>
                  <a:pt x="3542" y="1450"/>
                </a:lnTo>
                <a:lnTo>
                  <a:pt x="3542" y="1449"/>
                </a:lnTo>
                <a:lnTo>
                  <a:pt x="3540" y="1449"/>
                </a:lnTo>
                <a:lnTo>
                  <a:pt x="3540" y="1448"/>
                </a:lnTo>
                <a:lnTo>
                  <a:pt x="3540" y="1447"/>
                </a:lnTo>
                <a:lnTo>
                  <a:pt x="3539" y="1447"/>
                </a:lnTo>
                <a:lnTo>
                  <a:pt x="3538" y="1447"/>
                </a:lnTo>
                <a:lnTo>
                  <a:pt x="3537" y="1447"/>
                </a:lnTo>
                <a:lnTo>
                  <a:pt x="3536" y="1447"/>
                </a:lnTo>
                <a:lnTo>
                  <a:pt x="3536" y="1448"/>
                </a:lnTo>
                <a:lnTo>
                  <a:pt x="3536" y="1447"/>
                </a:lnTo>
                <a:lnTo>
                  <a:pt x="3535" y="1447"/>
                </a:lnTo>
                <a:lnTo>
                  <a:pt x="3536" y="1448"/>
                </a:lnTo>
                <a:lnTo>
                  <a:pt x="3535" y="1449"/>
                </a:lnTo>
                <a:lnTo>
                  <a:pt x="3534" y="1450"/>
                </a:lnTo>
                <a:lnTo>
                  <a:pt x="3533" y="1450"/>
                </a:lnTo>
                <a:lnTo>
                  <a:pt x="3532" y="1451"/>
                </a:lnTo>
                <a:lnTo>
                  <a:pt x="3532" y="1452"/>
                </a:lnTo>
                <a:lnTo>
                  <a:pt x="3532" y="1453"/>
                </a:lnTo>
                <a:lnTo>
                  <a:pt x="3531" y="1453"/>
                </a:lnTo>
                <a:lnTo>
                  <a:pt x="3530" y="1453"/>
                </a:lnTo>
                <a:lnTo>
                  <a:pt x="3530" y="1454"/>
                </a:lnTo>
                <a:lnTo>
                  <a:pt x="3529" y="1454"/>
                </a:lnTo>
                <a:lnTo>
                  <a:pt x="3529" y="1455"/>
                </a:lnTo>
                <a:lnTo>
                  <a:pt x="3530" y="1456"/>
                </a:lnTo>
                <a:lnTo>
                  <a:pt x="3530" y="1457"/>
                </a:lnTo>
                <a:lnTo>
                  <a:pt x="3531" y="1457"/>
                </a:lnTo>
                <a:lnTo>
                  <a:pt x="3531" y="1456"/>
                </a:lnTo>
                <a:lnTo>
                  <a:pt x="3532" y="1456"/>
                </a:lnTo>
                <a:lnTo>
                  <a:pt x="3533" y="1456"/>
                </a:lnTo>
                <a:lnTo>
                  <a:pt x="3533" y="1457"/>
                </a:lnTo>
                <a:lnTo>
                  <a:pt x="3534" y="1457"/>
                </a:lnTo>
                <a:lnTo>
                  <a:pt x="3534" y="1458"/>
                </a:lnTo>
                <a:lnTo>
                  <a:pt x="3535" y="1459"/>
                </a:lnTo>
                <a:lnTo>
                  <a:pt x="3536" y="1459"/>
                </a:lnTo>
                <a:lnTo>
                  <a:pt x="3536" y="1460"/>
                </a:lnTo>
                <a:lnTo>
                  <a:pt x="3537" y="1460"/>
                </a:lnTo>
                <a:lnTo>
                  <a:pt x="3537" y="1461"/>
                </a:lnTo>
                <a:lnTo>
                  <a:pt x="3536" y="1461"/>
                </a:lnTo>
                <a:lnTo>
                  <a:pt x="3537" y="1462"/>
                </a:lnTo>
                <a:lnTo>
                  <a:pt x="3537" y="1463"/>
                </a:lnTo>
                <a:lnTo>
                  <a:pt x="3537" y="1464"/>
                </a:lnTo>
                <a:lnTo>
                  <a:pt x="3537" y="1465"/>
                </a:lnTo>
                <a:lnTo>
                  <a:pt x="3538" y="1465"/>
                </a:lnTo>
                <a:lnTo>
                  <a:pt x="3538" y="1466"/>
                </a:lnTo>
                <a:lnTo>
                  <a:pt x="3538" y="1467"/>
                </a:lnTo>
                <a:lnTo>
                  <a:pt x="3539" y="1467"/>
                </a:lnTo>
                <a:lnTo>
                  <a:pt x="3539" y="1468"/>
                </a:lnTo>
                <a:lnTo>
                  <a:pt x="3540" y="1468"/>
                </a:lnTo>
                <a:lnTo>
                  <a:pt x="3540" y="1469"/>
                </a:lnTo>
                <a:lnTo>
                  <a:pt x="3540" y="1470"/>
                </a:lnTo>
                <a:lnTo>
                  <a:pt x="3539" y="1471"/>
                </a:lnTo>
                <a:lnTo>
                  <a:pt x="3539" y="1472"/>
                </a:lnTo>
                <a:lnTo>
                  <a:pt x="3538" y="1473"/>
                </a:lnTo>
                <a:lnTo>
                  <a:pt x="3539" y="1473"/>
                </a:lnTo>
                <a:lnTo>
                  <a:pt x="3539" y="1474"/>
                </a:lnTo>
                <a:lnTo>
                  <a:pt x="3540" y="1475"/>
                </a:lnTo>
                <a:lnTo>
                  <a:pt x="3539" y="1475"/>
                </a:lnTo>
                <a:lnTo>
                  <a:pt x="3540" y="1476"/>
                </a:lnTo>
                <a:lnTo>
                  <a:pt x="3541" y="1477"/>
                </a:lnTo>
                <a:lnTo>
                  <a:pt x="3541" y="1478"/>
                </a:lnTo>
                <a:lnTo>
                  <a:pt x="3540" y="1478"/>
                </a:lnTo>
                <a:lnTo>
                  <a:pt x="3539" y="1478"/>
                </a:lnTo>
                <a:lnTo>
                  <a:pt x="3539" y="1479"/>
                </a:lnTo>
                <a:lnTo>
                  <a:pt x="3538" y="1480"/>
                </a:lnTo>
                <a:lnTo>
                  <a:pt x="3537" y="1481"/>
                </a:lnTo>
                <a:lnTo>
                  <a:pt x="3537" y="1482"/>
                </a:lnTo>
                <a:lnTo>
                  <a:pt x="3537" y="1483"/>
                </a:lnTo>
                <a:lnTo>
                  <a:pt x="3536" y="1484"/>
                </a:lnTo>
                <a:lnTo>
                  <a:pt x="3536" y="1485"/>
                </a:lnTo>
                <a:lnTo>
                  <a:pt x="3535" y="1486"/>
                </a:lnTo>
                <a:lnTo>
                  <a:pt x="3535" y="1487"/>
                </a:lnTo>
                <a:lnTo>
                  <a:pt x="3535" y="1488"/>
                </a:lnTo>
                <a:lnTo>
                  <a:pt x="3536" y="1488"/>
                </a:lnTo>
                <a:lnTo>
                  <a:pt x="3536" y="1489"/>
                </a:lnTo>
                <a:lnTo>
                  <a:pt x="3536" y="1490"/>
                </a:lnTo>
                <a:lnTo>
                  <a:pt x="3535" y="1491"/>
                </a:lnTo>
                <a:lnTo>
                  <a:pt x="3534" y="1491"/>
                </a:lnTo>
                <a:lnTo>
                  <a:pt x="3534" y="1492"/>
                </a:lnTo>
                <a:lnTo>
                  <a:pt x="3534" y="1493"/>
                </a:lnTo>
                <a:lnTo>
                  <a:pt x="3535" y="1493"/>
                </a:lnTo>
                <a:lnTo>
                  <a:pt x="3535" y="1494"/>
                </a:lnTo>
                <a:lnTo>
                  <a:pt x="3534" y="1494"/>
                </a:lnTo>
                <a:lnTo>
                  <a:pt x="3534" y="1493"/>
                </a:lnTo>
                <a:lnTo>
                  <a:pt x="3534" y="1494"/>
                </a:lnTo>
                <a:lnTo>
                  <a:pt x="3535" y="1495"/>
                </a:lnTo>
                <a:lnTo>
                  <a:pt x="3534" y="1495"/>
                </a:lnTo>
                <a:lnTo>
                  <a:pt x="3534" y="1496"/>
                </a:lnTo>
                <a:lnTo>
                  <a:pt x="3533" y="1496"/>
                </a:lnTo>
                <a:lnTo>
                  <a:pt x="3534" y="1497"/>
                </a:lnTo>
                <a:lnTo>
                  <a:pt x="3533" y="1497"/>
                </a:lnTo>
                <a:lnTo>
                  <a:pt x="3532" y="1498"/>
                </a:lnTo>
                <a:lnTo>
                  <a:pt x="3532" y="1497"/>
                </a:lnTo>
                <a:lnTo>
                  <a:pt x="3531" y="1497"/>
                </a:lnTo>
                <a:lnTo>
                  <a:pt x="3532" y="1497"/>
                </a:lnTo>
                <a:lnTo>
                  <a:pt x="3531" y="1496"/>
                </a:lnTo>
                <a:lnTo>
                  <a:pt x="3530" y="1496"/>
                </a:lnTo>
                <a:lnTo>
                  <a:pt x="3531" y="1498"/>
                </a:lnTo>
                <a:lnTo>
                  <a:pt x="3531" y="1497"/>
                </a:lnTo>
                <a:lnTo>
                  <a:pt x="3532" y="1498"/>
                </a:lnTo>
                <a:lnTo>
                  <a:pt x="3531" y="1498"/>
                </a:lnTo>
                <a:lnTo>
                  <a:pt x="3530" y="1499"/>
                </a:lnTo>
                <a:lnTo>
                  <a:pt x="3529" y="1499"/>
                </a:lnTo>
                <a:lnTo>
                  <a:pt x="3529" y="1500"/>
                </a:lnTo>
                <a:lnTo>
                  <a:pt x="3529" y="1501"/>
                </a:lnTo>
                <a:lnTo>
                  <a:pt x="3528" y="1502"/>
                </a:lnTo>
                <a:lnTo>
                  <a:pt x="3527" y="1502"/>
                </a:lnTo>
                <a:lnTo>
                  <a:pt x="3528" y="1502"/>
                </a:lnTo>
                <a:lnTo>
                  <a:pt x="3528" y="1503"/>
                </a:lnTo>
                <a:lnTo>
                  <a:pt x="3527" y="1503"/>
                </a:lnTo>
                <a:lnTo>
                  <a:pt x="3526" y="1503"/>
                </a:lnTo>
                <a:lnTo>
                  <a:pt x="3525" y="1503"/>
                </a:lnTo>
                <a:lnTo>
                  <a:pt x="3524" y="1503"/>
                </a:lnTo>
                <a:lnTo>
                  <a:pt x="3523" y="1503"/>
                </a:lnTo>
                <a:lnTo>
                  <a:pt x="3522" y="1502"/>
                </a:lnTo>
                <a:lnTo>
                  <a:pt x="3522" y="1503"/>
                </a:lnTo>
                <a:lnTo>
                  <a:pt x="3522" y="1504"/>
                </a:lnTo>
                <a:lnTo>
                  <a:pt x="3521" y="1505"/>
                </a:lnTo>
                <a:lnTo>
                  <a:pt x="3521" y="1506"/>
                </a:lnTo>
                <a:lnTo>
                  <a:pt x="3521" y="1507"/>
                </a:lnTo>
                <a:lnTo>
                  <a:pt x="3522" y="1508"/>
                </a:lnTo>
                <a:lnTo>
                  <a:pt x="3523" y="1508"/>
                </a:lnTo>
                <a:lnTo>
                  <a:pt x="3524" y="1508"/>
                </a:lnTo>
                <a:lnTo>
                  <a:pt x="3525" y="1509"/>
                </a:lnTo>
                <a:lnTo>
                  <a:pt x="3525" y="1510"/>
                </a:lnTo>
                <a:lnTo>
                  <a:pt x="3524" y="1511"/>
                </a:lnTo>
                <a:lnTo>
                  <a:pt x="3525" y="1511"/>
                </a:lnTo>
                <a:lnTo>
                  <a:pt x="3526" y="1512"/>
                </a:lnTo>
                <a:lnTo>
                  <a:pt x="3527" y="1512"/>
                </a:lnTo>
                <a:lnTo>
                  <a:pt x="3528" y="1514"/>
                </a:lnTo>
                <a:lnTo>
                  <a:pt x="3529" y="1514"/>
                </a:lnTo>
                <a:lnTo>
                  <a:pt x="3532" y="1515"/>
                </a:lnTo>
                <a:lnTo>
                  <a:pt x="3535" y="1515"/>
                </a:lnTo>
                <a:lnTo>
                  <a:pt x="3536" y="1516"/>
                </a:lnTo>
                <a:lnTo>
                  <a:pt x="3537" y="1516"/>
                </a:lnTo>
                <a:lnTo>
                  <a:pt x="3538" y="1516"/>
                </a:lnTo>
                <a:lnTo>
                  <a:pt x="3539" y="1516"/>
                </a:lnTo>
                <a:lnTo>
                  <a:pt x="3540" y="1516"/>
                </a:lnTo>
                <a:lnTo>
                  <a:pt x="3541" y="1515"/>
                </a:lnTo>
                <a:lnTo>
                  <a:pt x="3542" y="1515"/>
                </a:lnTo>
                <a:lnTo>
                  <a:pt x="3545" y="1516"/>
                </a:lnTo>
                <a:lnTo>
                  <a:pt x="3547" y="1516"/>
                </a:lnTo>
                <a:lnTo>
                  <a:pt x="3546" y="1515"/>
                </a:lnTo>
                <a:lnTo>
                  <a:pt x="3546" y="1514"/>
                </a:lnTo>
                <a:lnTo>
                  <a:pt x="3546" y="1513"/>
                </a:lnTo>
                <a:lnTo>
                  <a:pt x="3547" y="1513"/>
                </a:lnTo>
                <a:lnTo>
                  <a:pt x="3547" y="1512"/>
                </a:lnTo>
                <a:lnTo>
                  <a:pt x="3548" y="1511"/>
                </a:lnTo>
                <a:lnTo>
                  <a:pt x="3549" y="1511"/>
                </a:lnTo>
                <a:lnTo>
                  <a:pt x="3549" y="1510"/>
                </a:lnTo>
                <a:lnTo>
                  <a:pt x="3550" y="1510"/>
                </a:lnTo>
                <a:lnTo>
                  <a:pt x="3551" y="1509"/>
                </a:lnTo>
                <a:lnTo>
                  <a:pt x="3552" y="1508"/>
                </a:lnTo>
                <a:lnTo>
                  <a:pt x="3553" y="1508"/>
                </a:lnTo>
                <a:lnTo>
                  <a:pt x="3554" y="1508"/>
                </a:lnTo>
                <a:lnTo>
                  <a:pt x="3557" y="1509"/>
                </a:lnTo>
                <a:lnTo>
                  <a:pt x="3558" y="1508"/>
                </a:lnTo>
                <a:lnTo>
                  <a:pt x="3559" y="1508"/>
                </a:lnTo>
                <a:lnTo>
                  <a:pt x="3560" y="1507"/>
                </a:lnTo>
                <a:lnTo>
                  <a:pt x="3562" y="1507"/>
                </a:lnTo>
                <a:lnTo>
                  <a:pt x="3563" y="1508"/>
                </a:lnTo>
                <a:lnTo>
                  <a:pt x="3564" y="1507"/>
                </a:lnTo>
                <a:lnTo>
                  <a:pt x="3565" y="1508"/>
                </a:lnTo>
                <a:lnTo>
                  <a:pt x="3569" y="1511"/>
                </a:lnTo>
                <a:lnTo>
                  <a:pt x="3570" y="1513"/>
                </a:lnTo>
                <a:lnTo>
                  <a:pt x="3572" y="1517"/>
                </a:lnTo>
                <a:lnTo>
                  <a:pt x="3574" y="1521"/>
                </a:lnTo>
                <a:lnTo>
                  <a:pt x="3574" y="1522"/>
                </a:lnTo>
                <a:lnTo>
                  <a:pt x="3575" y="1522"/>
                </a:lnTo>
                <a:lnTo>
                  <a:pt x="3576" y="1524"/>
                </a:lnTo>
                <a:lnTo>
                  <a:pt x="3575" y="1528"/>
                </a:lnTo>
                <a:lnTo>
                  <a:pt x="3576" y="1529"/>
                </a:lnTo>
                <a:lnTo>
                  <a:pt x="3573" y="1530"/>
                </a:lnTo>
                <a:lnTo>
                  <a:pt x="3572" y="1530"/>
                </a:lnTo>
                <a:lnTo>
                  <a:pt x="3571" y="1531"/>
                </a:lnTo>
                <a:lnTo>
                  <a:pt x="3573" y="1533"/>
                </a:lnTo>
                <a:lnTo>
                  <a:pt x="3573" y="1534"/>
                </a:lnTo>
                <a:lnTo>
                  <a:pt x="3573" y="1535"/>
                </a:lnTo>
                <a:lnTo>
                  <a:pt x="3573" y="1536"/>
                </a:lnTo>
                <a:lnTo>
                  <a:pt x="3574" y="1536"/>
                </a:lnTo>
                <a:lnTo>
                  <a:pt x="3574" y="1537"/>
                </a:lnTo>
                <a:lnTo>
                  <a:pt x="3575" y="1537"/>
                </a:lnTo>
                <a:lnTo>
                  <a:pt x="3577" y="1539"/>
                </a:lnTo>
                <a:lnTo>
                  <a:pt x="3577" y="1540"/>
                </a:lnTo>
                <a:lnTo>
                  <a:pt x="3577" y="1541"/>
                </a:lnTo>
                <a:lnTo>
                  <a:pt x="3578" y="1542"/>
                </a:lnTo>
                <a:lnTo>
                  <a:pt x="3579" y="1544"/>
                </a:lnTo>
                <a:lnTo>
                  <a:pt x="3580" y="1548"/>
                </a:lnTo>
                <a:lnTo>
                  <a:pt x="3581" y="1548"/>
                </a:lnTo>
                <a:lnTo>
                  <a:pt x="3583" y="1551"/>
                </a:lnTo>
                <a:lnTo>
                  <a:pt x="3585" y="1551"/>
                </a:lnTo>
                <a:lnTo>
                  <a:pt x="3586" y="1551"/>
                </a:lnTo>
                <a:lnTo>
                  <a:pt x="3590" y="1553"/>
                </a:lnTo>
                <a:lnTo>
                  <a:pt x="3593" y="1554"/>
                </a:lnTo>
                <a:lnTo>
                  <a:pt x="3596" y="1554"/>
                </a:lnTo>
                <a:lnTo>
                  <a:pt x="3598" y="1556"/>
                </a:lnTo>
                <a:lnTo>
                  <a:pt x="3602" y="1556"/>
                </a:lnTo>
                <a:lnTo>
                  <a:pt x="3604" y="1556"/>
                </a:lnTo>
                <a:lnTo>
                  <a:pt x="3605" y="1556"/>
                </a:lnTo>
                <a:lnTo>
                  <a:pt x="3605" y="1557"/>
                </a:lnTo>
                <a:lnTo>
                  <a:pt x="3606" y="1558"/>
                </a:lnTo>
                <a:lnTo>
                  <a:pt x="3607" y="1561"/>
                </a:lnTo>
                <a:lnTo>
                  <a:pt x="3608" y="1563"/>
                </a:lnTo>
                <a:lnTo>
                  <a:pt x="3605" y="1570"/>
                </a:lnTo>
                <a:lnTo>
                  <a:pt x="3606" y="1570"/>
                </a:lnTo>
                <a:lnTo>
                  <a:pt x="3605" y="1571"/>
                </a:lnTo>
                <a:lnTo>
                  <a:pt x="3605" y="1572"/>
                </a:lnTo>
                <a:lnTo>
                  <a:pt x="3605" y="1574"/>
                </a:lnTo>
                <a:lnTo>
                  <a:pt x="3605" y="1575"/>
                </a:lnTo>
                <a:lnTo>
                  <a:pt x="3605" y="1578"/>
                </a:lnTo>
                <a:lnTo>
                  <a:pt x="3606" y="1579"/>
                </a:lnTo>
                <a:lnTo>
                  <a:pt x="3605" y="1579"/>
                </a:lnTo>
                <a:lnTo>
                  <a:pt x="3606" y="1581"/>
                </a:lnTo>
                <a:lnTo>
                  <a:pt x="3606" y="1583"/>
                </a:lnTo>
                <a:lnTo>
                  <a:pt x="3607" y="1585"/>
                </a:lnTo>
                <a:lnTo>
                  <a:pt x="3607" y="1586"/>
                </a:lnTo>
                <a:lnTo>
                  <a:pt x="3607" y="1585"/>
                </a:lnTo>
                <a:lnTo>
                  <a:pt x="3608" y="1587"/>
                </a:lnTo>
                <a:lnTo>
                  <a:pt x="3618" y="1588"/>
                </a:lnTo>
                <a:lnTo>
                  <a:pt x="3621" y="1589"/>
                </a:lnTo>
                <a:lnTo>
                  <a:pt x="3622" y="1591"/>
                </a:lnTo>
                <a:lnTo>
                  <a:pt x="3623" y="1594"/>
                </a:lnTo>
                <a:lnTo>
                  <a:pt x="3622" y="1603"/>
                </a:lnTo>
                <a:lnTo>
                  <a:pt x="3621" y="1606"/>
                </a:lnTo>
                <a:lnTo>
                  <a:pt x="3618" y="1609"/>
                </a:lnTo>
                <a:lnTo>
                  <a:pt x="3611" y="1610"/>
                </a:lnTo>
                <a:lnTo>
                  <a:pt x="3610" y="1613"/>
                </a:lnTo>
                <a:lnTo>
                  <a:pt x="3610" y="1615"/>
                </a:lnTo>
                <a:lnTo>
                  <a:pt x="3608" y="1619"/>
                </a:lnTo>
                <a:lnTo>
                  <a:pt x="3610" y="1627"/>
                </a:lnTo>
                <a:lnTo>
                  <a:pt x="3612" y="1634"/>
                </a:lnTo>
                <a:lnTo>
                  <a:pt x="3611" y="1638"/>
                </a:lnTo>
                <a:lnTo>
                  <a:pt x="3610" y="1644"/>
                </a:lnTo>
                <a:lnTo>
                  <a:pt x="3607" y="1647"/>
                </a:lnTo>
                <a:lnTo>
                  <a:pt x="3608" y="1648"/>
                </a:lnTo>
                <a:lnTo>
                  <a:pt x="3611" y="1658"/>
                </a:lnTo>
                <a:lnTo>
                  <a:pt x="3611" y="1666"/>
                </a:lnTo>
                <a:lnTo>
                  <a:pt x="3610" y="1666"/>
                </a:lnTo>
                <a:lnTo>
                  <a:pt x="3610" y="1667"/>
                </a:lnTo>
                <a:lnTo>
                  <a:pt x="3609" y="1667"/>
                </a:lnTo>
                <a:lnTo>
                  <a:pt x="3609" y="1666"/>
                </a:lnTo>
                <a:lnTo>
                  <a:pt x="3608" y="1667"/>
                </a:lnTo>
                <a:lnTo>
                  <a:pt x="3607" y="1668"/>
                </a:lnTo>
                <a:lnTo>
                  <a:pt x="3607" y="1670"/>
                </a:lnTo>
                <a:lnTo>
                  <a:pt x="3608" y="1670"/>
                </a:lnTo>
                <a:lnTo>
                  <a:pt x="3609" y="1671"/>
                </a:lnTo>
                <a:lnTo>
                  <a:pt x="3609" y="1672"/>
                </a:lnTo>
                <a:lnTo>
                  <a:pt x="3609" y="1673"/>
                </a:lnTo>
                <a:lnTo>
                  <a:pt x="3610" y="1673"/>
                </a:lnTo>
                <a:lnTo>
                  <a:pt x="3610" y="1672"/>
                </a:lnTo>
                <a:lnTo>
                  <a:pt x="3611" y="1673"/>
                </a:lnTo>
                <a:lnTo>
                  <a:pt x="3612" y="1674"/>
                </a:lnTo>
                <a:lnTo>
                  <a:pt x="3612" y="1675"/>
                </a:lnTo>
                <a:lnTo>
                  <a:pt x="3612" y="1676"/>
                </a:lnTo>
                <a:lnTo>
                  <a:pt x="3613" y="1677"/>
                </a:lnTo>
                <a:lnTo>
                  <a:pt x="3614" y="1677"/>
                </a:lnTo>
                <a:lnTo>
                  <a:pt x="3614" y="1678"/>
                </a:lnTo>
                <a:lnTo>
                  <a:pt x="3614" y="1679"/>
                </a:lnTo>
                <a:lnTo>
                  <a:pt x="3614" y="1681"/>
                </a:lnTo>
                <a:lnTo>
                  <a:pt x="3615" y="1681"/>
                </a:lnTo>
                <a:lnTo>
                  <a:pt x="3615" y="1682"/>
                </a:lnTo>
                <a:lnTo>
                  <a:pt x="3616" y="1682"/>
                </a:lnTo>
                <a:lnTo>
                  <a:pt x="3617" y="1684"/>
                </a:lnTo>
                <a:lnTo>
                  <a:pt x="3617" y="1685"/>
                </a:lnTo>
                <a:lnTo>
                  <a:pt x="3618" y="1685"/>
                </a:lnTo>
                <a:lnTo>
                  <a:pt x="3618" y="1687"/>
                </a:lnTo>
                <a:lnTo>
                  <a:pt x="3617" y="1689"/>
                </a:lnTo>
                <a:lnTo>
                  <a:pt x="3618" y="1690"/>
                </a:lnTo>
                <a:lnTo>
                  <a:pt x="3619" y="1692"/>
                </a:lnTo>
                <a:lnTo>
                  <a:pt x="3621" y="1693"/>
                </a:lnTo>
                <a:lnTo>
                  <a:pt x="3622" y="1693"/>
                </a:lnTo>
                <a:lnTo>
                  <a:pt x="3624" y="1692"/>
                </a:lnTo>
                <a:lnTo>
                  <a:pt x="3627" y="1692"/>
                </a:lnTo>
                <a:lnTo>
                  <a:pt x="3629" y="1693"/>
                </a:lnTo>
                <a:lnTo>
                  <a:pt x="3629" y="1694"/>
                </a:lnTo>
                <a:lnTo>
                  <a:pt x="3627" y="1695"/>
                </a:lnTo>
                <a:lnTo>
                  <a:pt x="3626" y="1697"/>
                </a:lnTo>
                <a:lnTo>
                  <a:pt x="3625" y="1697"/>
                </a:lnTo>
                <a:lnTo>
                  <a:pt x="3624" y="1697"/>
                </a:lnTo>
                <a:lnTo>
                  <a:pt x="3622" y="1695"/>
                </a:lnTo>
                <a:lnTo>
                  <a:pt x="3621" y="1695"/>
                </a:lnTo>
                <a:lnTo>
                  <a:pt x="3620" y="1700"/>
                </a:lnTo>
                <a:lnTo>
                  <a:pt x="3621" y="1701"/>
                </a:lnTo>
                <a:lnTo>
                  <a:pt x="3623" y="1700"/>
                </a:lnTo>
                <a:lnTo>
                  <a:pt x="3626" y="1699"/>
                </a:lnTo>
                <a:lnTo>
                  <a:pt x="3628" y="1699"/>
                </a:lnTo>
                <a:lnTo>
                  <a:pt x="3630" y="1702"/>
                </a:lnTo>
                <a:lnTo>
                  <a:pt x="3629" y="1702"/>
                </a:lnTo>
                <a:lnTo>
                  <a:pt x="3629" y="1703"/>
                </a:lnTo>
                <a:lnTo>
                  <a:pt x="3628" y="1704"/>
                </a:lnTo>
                <a:lnTo>
                  <a:pt x="3626" y="1706"/>
                </a:lnTo>
                <a:lnTo>
                  <a:pt x="3624" y="1708"/>
                </a:lnTo>
                <a:lnTo>
                  <a:pt x="3625" y="1709"/>
                </a:lnTo>
                <a:lnTo>
                  <a:pt x="3625" y="1710"/>
                </a:lnTo>
                <a:lnTo>
                  <a:pt x="3625" y="1711"/>
                </a:lnTo>
                <a:lnTo>
                  <a:pt x="3623" y="1714"/>
                </a:lnTo>
                <a:lnTo>
                  <a:pt x="3624" y="1715"/>
                </a:lnTo>
                <a:lnTo>
                  <a:pt x="3625" y="1718"/>
                </a:lnTo>
                <a:lnTo>
                  <a:pt x="3627" y="1726"/>
                </a:lnTo>
                <a:lnTo>
                  <a:pt x="3630" y="1728"/>
                </a:lnTo>
                <a:lnTo>
                  <a:pt x="3631" y="1731"/>
                </a:lnTo>
                <a:lnTo>
                  <a:pt x="3631" y="1733"/>
                </a:lnTo>
                <a:lnTo>
                  <a:pt x="3636" y="1734"/>
                </a:lnTo>
                <a:lnTo>
                  <a:pt x="3641" y="1735"/>
                </a:lnTo>
                <a:lnTo>
                  <a:pt x="3642" y="1736"/>
                </a:lnTo>
                <a:lnTo>
                  <a:pt x="3642" y="1737"/>
                </a:lnTo>
                <a:lnTo>
                  <a:pt x="3643" y="1737"/>
                </a:lnTo>
                <a:lnTo>
                  <a:pt x="3643" y="1738"/>
                </a:lnTo>
                <a:lnTo>
                  <a:pt x="3643" y="1739"/>
                </a:lnTo>
                <a:lnTo>
                  <a:pt x="3644" y="1739"/>
                </a:lnTo>
                <a:lnTo>
                  <a:pt x="3644" y="1740"/>
                </a:lnTo>
                <a:lnTo>
                  <a:pt x="3645" y="1740"/>
                </a:lnTo>
                <a:lnTo>
                  <a:pt x="3646" y="1741"/>
                </a:lnTo>
                <a:lnTo>
                  <a:pt x="3646" y="1743"/>
                </a:lnTo>
                <a:lnTo>
                  <a:pt x="3647" y="1747"/>
                </a:lnTo>
                <a:lnTo>
                  <a:pt x="3646" y="1747"/>
                </a:lnTo>
                <a:lnTo>
                  <a:pt x="3646" y="1748"/>
                </a:lnTo>
                <a:lnTo>
                  <a:pt x="3648" y="1750"/>
                </a:lnTo>
                <a:lnTo>
                  <a:pt x="3651" y="1751"/>
                </a:lnTo>
                <a:lnTo>
                  <a:pt x="3653" y="1750"/>
                </a:lnTo>
                <a:lnTo>
                  <a:pt x="3655" y="1751"/>
                </a:lnTo>
                <a:lnTo>
                  <a:pt x="3656" y="1749"/>
                </a:lnTo>
                <a:lnTo>
                  <a:pt x="3659" y="1760"/>
                </a:lnTo>
                <a:lnTo>
                  <a:pt x="3660" y="1763"/>
                </a:lnTo>
                <a:lnTo>
                  <a:pt x="3663" y="1783"/>
                </a:lnTo>
                <a:lnTo>
                  <a:pt x="3662" y="1791"/>
                </a:lnTo>
                <a:lnTo>
                  <a:pt x="3661" y="1792"/>
                </a:lnTo>
                <a:lnTo>
                  <a:pt x="3661" y="1793"/>
                </a:lnTo>
                <a:lnTo>
                  <a:pt x="3662" y="1795"/>
                </a:lnTo>
                <a:lnTo>
                  <a:pt x="3666" y="1797"/>
                </a:lnTo>
                <a:lnTo>
                  <a:pt x="3669" y="1798"/>
                </a:lnTo>
                <a:lnTo>
                  <a:pt x="3670" y="1798"/>
                </a:lnTo>
                <a:lnTo>
                  <a:pt x="3672" y="1797"/>
                </a:lnTo>
                <a:lnTo>
                  <a:pt x="3677" y="1796"/>
                </a:lnTo>
                <a:lnTo>
                  <a:pt x="3693" y="1793"/>
                </a:lnTo>
                <a:lnTo>
                  <a:pt x="3694" y="1792"/>
                </a:lnTo>
                <a:lnTo>
                  <a:pt x="3696" y="1791"/>
                </a:lnTo>
                <a:lnTo>
                  <a:pt x="3697" y="1790"/>
                </a:lnTo>
                <a:lnTo>
                  <a:pt x="3700" y="1788"/>
                </a:lnTo>
                <a:lnTo>
                  <a:pt x="3703" y="1786"/>
                </a:lnTo>
                <a:lnTo>
                  <a:pt x="3706" y="1785"/>
                </a:lnTo>
                <a:lnTo>
                  <a:pt x="3708" y="1783"/>
                </a:lnTo>
                <a:lnTo>
                  <a:pt x="3709" y="1783"/>
                </a:lnTo>
                <a:lnTo>
                  <a:pt x="3714" y="1780"/>
                </a:lnTo>
                <a:lnTo>
                  <a:pt x="3719" y="1778"/>
                </a:lnTo>
                <a:lnTo>
                  <a:pt x="3721" y="1776"/>
                </a:lnTo>
                <a:lnTo>
                  <a:pt x="3721" y="1774"/>
                </a:lnTo>
                <a:lnTo>
                  <a:pt x="3721" y="1772"/>
                </a:lnTo>
                <a:lnTo>
                  <a:pt x="3722" y="1771"/>
                </a:lnTo>
                <a:lnTo>
                  <a:pt x="3722" y="1770"/>
                </a:lnTo>
                <a:lnTo>
                  <a:pt x="3722" y="1769"/>
                </a:lnTo>
                <a:lnTo>
                  <a:pt x="3724" y="1766"/>
                </a:lnTo>
                <a:lnTo>
                  <a:pt x="3726" y="1763"/>
                </a:lnTo>
                <a:lnTo>
                  <a:pt x="3727" y="1761"/>
                </a:lnTo>
                <a:lnTo>
                  <a:pt x="3728" y="1759"/>
                </a:lnTo>
                <a:lnTo>
                  <a:pt x="3730" y="1757"/>
                </a:lnTo>
                <a:lnTo>
                  <a:pt x="3740" y="1751"/>
                </a:lnTo>
                <a:lnTo>
                  <a:pt x="3742" y="1750"/>
                </a:lnTo>
                <a:lnTo>
                  <a:pt x="3742" y="1749"/>
                </a:lnTo>
                <a:lnTo>
                  <a:pt x="3743" y="1748"/>
                </a:lnTo>
                <a:lnTo>
                  <a:pt x="3745" y="1746"/>
                </a:lnTo>
                <a:lnTo>
                  <a:pt x="3746" y="1745"/>
                </a:lnTo>
                <a:lnTo>
                  <a:pt x="3747" y="1744"/>
                </a:lnTo>
                <a:lnTo>
                  <a:pt x="3748" y="1743"/>
                </a:lnTo>
                <a:lnTo>
                  <a:pt x="3749" y="1742"/>
                </a:lnTo>
                <a:lnTo>
                  <a:pt x="3751" y="1739"/>
                </a:lnTo>
                <a:lnTo>
                  <a:pt x="3752" y="1738"/>
                </a:lnTo>
                <a:lnTo>
                  <a:pt x="3753" y="1737"/>
                </a:lnTo>
                <a:lnTo>
                  <a:pt x="3754" y="1736"/>
                </a:lnTo>
                <a:lnTo>
                  <a:pt x="3755" y="1736"/>
                </a:lnTo>
                <a:lnTo>
                  <a:pt x="3756" y="1733"/>
                </a:lnTo>
                <a:lnTo>
                  <a:pt x="3757" y="1732"/>
                </a:lnTo>
                <a:lnTo>
                  <a:pt x="3758" y="1731"/>
                </a:lnTo>
                <a:lnTo>
                  <a:pt x="3758" y="1732"/>
                </a:lnTo>
                <a:lnTo>
                  <a:pt x="3758" y="1731"/>
                </a:lnTo>
                <a:lnTo>
                  <a:pt x="3758" y="1730"/>
                </a:lnTo>
                <a:lnTo>
                  <a:pt x="3760" y="1729"/>
                </a:lnTo>
                <a:lnTo>
                  <a:pt x="3761" y="1727"/>
                </a:lnTo>
                <a:lnTo>
                  <a:pt x="3763" y="1726"/>
                </a:lnTo>
                <a:lnTo>
                  <a:pt x="3765" y="1725"/>
                </a:lnTo>
                <a:lnTo>
                  <a:pt x="3767" y="1724"/>
                </a:lnTo>
                <a:lnTo>
                  <a:pt x="3768" y="1723"/>
                </a:lnTo>
                <a:lnTo>
                  <a:pt x="3770" y="1723"/>
                </a:lnTo>
                <a:lnTo>
                  <a:pt x="3771" y="1722"/>
                </a:lnTo>
                <a:lnTo>
                  <a:pt x="3772" y="1722"/>
                </a:lnTo>
                <a:lnTo>
                  <a:pt x="3773" y="1722"/>
                </a:lnTo>
                <a:lnTo>
                  <a:pt x="3774" y="1721"/>
                </a:lnTo>
                <a:lnTo>
                  <a:pt x="3775" y="1721"/>
                </a:lnTo>
                <a:lnTo>
                  <a:pt x="3776" y="1722"/>
                </a:lnTo>
                <a:lnTo>
                  <a:pt x="3777" y="1722"/>
                </a:lnTo>
                <a:lnTo>
                  <a:pt x="3777" y="1724"/>
                </a:lnTo>
                <a:lnTo>
                  <a:pt x="3777" y="1725"/>
                </a:lnTo>
                <a:lnTo>
                  <a:pt x="3777" y="1726"/>
                </a:lnTo>
                <a:lnTo>
                  <a:pt x="3777" y="1727"/>
                </a:lnTo>
                <a:lnTo>
                  <a:pt x="3777" y="1728"/>
                </a:lnTo>
                <a:lnTo>
                  <a:pt x="3776" y="1728"/>
                </a:lnTo>
                <a:lnTo>
                  <a:pt x="3777" y="1729"/>
                </a:lnTo>
                <a:lnTo>
                  <a:pt x="3778" y="1730"/>
                </a:lnTo>
                <a:lnTo>
                  <a:pt x="3778" y="1731"/>
                </a:lnTo>
                <a:lnTo>
                  <a:pt x="3777" y="1732"/>
                </a:lnTo>
                <a:lnTo>
                  <a:pt x="3780" y="1737"/>
                </a:lnTo>
                <a:lnTo>
                  <a:pt x="3780" y="1740"/>
                </a:lnTo>
                <a:lnTo>
                  <a:pt x="3780" y="1742"/>
                </a:lnTo>
                <a:lnTo>
                  <a:pt x="3779" y="1742"/>
                </a:lnTo>
                <a:lnTo>
                  <a:pt x="3778" y="1743"/>
                </a:lnTo>
                <a:lnTo>
                  <a:pt x="3777" y="1743"/>
                </a:lnTo>
                <a:lnTo>
                  <a:pt x="3777" y="1744"/>
                </a:lnTo>
                <a:lnTo>
                  <a:pt x="3778" y="1745"/>
                </a:lnTo>
                <a:lnTo>
                  <a:pt x="3780" y="1750"/>
                </a:lnTo>
                <a:lnTo>
                  <a:pt x="3781" y="1750"/>
                </a:lnTo>
                <a:lnTo>
                  <a:pt x="3780" y="1750"/>
                </a:lnTo>
                <a:lnTo>
                  <a:pt x="3780" y="1751"/>
                </a:lnTo>
                <a:lnTo>
                  <a:pt x="3781" y="1751"/>
                </a:lnTo>
                <a:lnTo>
                  <a:pt x="3784" y="1751"/>
                </a:lnTo>
                <a:lnTo>
                  <a:pt x="3787" y="1752"/>
                </a:lnTo>
                <a:lnTo>
                  <a:pt x="3788" y="1753"/>
                </a:lnTo>
                <a:lnTo>
                  <a:pt x="3790" y="1753"/>
                </a:lnTo>
                <a:lnTo>
                  <a:pt x="3791" y="1753"/>
                </a:lnTo>
                <a:lnTo>
                  <a:pt x="3792" y="1754"/>
                </a:lnTo>
                <a:lnTo>
                  <a:pt x="3794" y="1756"/>
                </a:lnTo>
                <a:lnTo>
                  <a:pt x="3799" y="1761"/>
                </a:lnTo>
                <a:lnTo>
                  <a:pt x="3799" y="1762"/>
                </a:lnTo>
                <a:lnTo>
                  <a:pt x="3806" y="1769"/>
                </a:lnTo>
                <a:lnTo>
                  <a:pt x="3809" y="1777"/>
                </a:lnTo>
                <a:lnTo>
                  <a:pt x="3810" y="1777"/>
                </a:lnTo>
                <a:lnTo>
                  <a:pt x="3811" y="1779"/>
                </a:lnTo>
                <a:lnTo>
                  <a:pt x="3812" y="1780"/>
                </a:lnTo>
                <a:lnTo>
                  <a:pt x="3814" y="1781"/>
                </a:lnTo>
                <a:lnTo>
                  <a:pt x="3814" y="1782"/>
                </a:lnTo>
                <a:lnTo>
                  <a:pt x="3815" y="1782"/>
                </a:lnTo>
                <a:lnTo>
                  <a:pt x="3816" y="1783"/>
                </a:lnTo>
                <a:lnTo>
                  <a:pt x="3825" y="1785"/>
                </a:lnTo>
                <a:lnTo>
                  <a:pt x="3826" y="1785"/>
                </a:lnTo>
                <a:lnTo>
                  <a:pt x="3825" y="1786"/>
                </a:lnTo>
                <a:lnTo>
                  <a:pt x="3825" y="1787"/>
                </a:lnTo>
                <a:lnTo>
                  <a:pt x="3825" y="1788"/>
                </a:lnTo>
                <a:lnTo>
                  <a:pt x="3826" y="1789"/>
                </a:lnTo>
                <a:lnTo>
                  <a:pt x="3824" y="1791"/>
                </a:lnTo>
                <a:lnTo>
                  <a:pt x="3823" y="1791"/>
                </a:lnTo>
                <a:lnTo>
                  <a:pt x="3823" y="1792"/>
                </a:lnTo>
                <a:lnTo>
                  <a:pt x="3823" y="1794"/>
                </a:lnTo>
                <a:lnTo>
                  <a:pt x="3823" y="1795"/>
                </a:lnTo>
                <a:lnTo>
                  <a:pt x="3823" y="1796"/>
                </a:lnTo>
                <a:lnTo>
                  <a:pt x="3823" y="1797"/>
                </a:lnTo>
                <a:lnTo>
                  <a:pt x="3822" y="1799"/>
                </a:lnTo>
                <a:lnTo>
                  <a:pt x="3823" y="1800"/>
                </a:lnTo>
                <a:lnTo>
                  <a:pt x="3822" y="1801"/>
                </a:lnTo>
                <a:lnTo>
                  <a:pt x="3821" y="1801"/>
                </a:lnTo>
                <a:lnTo>
                  <a:pt x="3820" y="1802"/>
                </a:lnTo>
                <a:lnTo>
                  <a:pt x="3820" y="1803"/>
                </a:lnTo>
                <a:lnTo>
                  <a:pt x="3821" y="1804"/>
                </a:lnTo>
                <a:lnTo>
                  <a:pt x="3821" y="1805"/>
                </a:lnTo>
                <a:lnTo>
                  <a:pt x="3820" y="1805"/>
                </a:lnTo>
                <a:lnTo>
                  <a:pt x="3821" y="1806"/>
                </a:lnTo>
                <a:lnTo>
                  <a:pt x="3821" y="1807"/>
                </a:lnTo>
                <a:lnTo>
                  <a:pt x="3821" y="1808"/>
                </a:lnTo>
                <a:lnTo>
                  <a:pt x="3820" y="1809"/>
                </a:lnTo>
                <a:lnTo>
                  <a:pt x="3821" y="1810"/>
                </a:lnTo>
                <a:lnTo>
                  <a:pt x="3821" y="1811"/>
                </a:lnTo>
                <a:lnTo>
                  <a:pt x="3822" y="1811"/>
                </a:lnTo>
                <a:lnTo>
                  <a:pt x="3822" y="1812"/>
                </a:lnTo>
                <a:lnTo>
                  <a:pt x="3822" y="1813"/>
                </a:lnTo>
                <a:lnTo>
                  <a:pt x="3823" y="1813"/>
                </a:lnTo>
                <a:lnTo>
                  <a:pt x="3824" y="1814"/>
                </a:lnTo>
                <a:lnTo>
                  <a:pt x="3825" y="1814"/>
                </a:lnTo>
                <a:lnTo>
                  <a:pt x="3827" y="1815"/>
                </a:lnTo>
                <a:lnTo>
                  <a:pt x="3828" y="1815"/>
                </a:lnTo>
                <a:lnTo>
                  <a:pt x="3829" y="1817"/>
                </a:lnTo>
                <a:lnTo>
                  <a:pt x="3829" y="1818"/>
                </a:lnTo>
                <a:lnTo>
                  <a:pt x="3832" y="1820"/>
                </a:lnTo>
                <a:lnTo>
                  <a:pt x="3833" y="1821"/>
                </a:lnTo>
                <a:lnTo>
                  <a:pt x="3834" y="1822"/>
                </a:lnTo>
                <a:lnTo>
                  <a:pt x="3833" y="1822"/>
                </a:lnTo>
                <a:lnTo>
                  <a:pt x="3833" y="1823"/>
                </a:lnTo>
                <a:lnTo>
                  <a:pt x="3832" y="1823"/>
                </a:lnTo>
                <a:lnTo>
                  <a:pt x="3832" y="1825"/>
                </a:lnTo>
                <a:lnTo>
                  <a:pt x="3832" y="1826"/>
                </a:lnTo>
                <a:lnTo>
                  <a:pt x="3833" y="1827"/>
                </a:lnTo>
                <a:lnTo>
                  <a:pt x="3834" y="1827"/>
                </a:lnTo>
                <a:lnTo>
                  <a:pt x="3836" y="1828"/>
                </a:lnTo>
                <a:lnTo>
                  <a:pt x="3837" y="1829"/>
                </a:lnTo>
                <a:lnTo>
                  <a:pt x="3838" y="1830"/>
                </a:lnTo>
                <a:lnTo>
                  <a:pt x="3839" y="1831"/>
                </a:lnTo>
                <a:lnTo>
                  <a:pt x="3840" y="1833"/>
                </a:lnTo>
                <a:lnTo>
                  <a:pt x="3841" y="1833"/>
                </a:lnTo>
                <a:lnTo>
                  <a:pt x="3841" y="1834"/>
                </a:lnTo>
                <a:lnTo>
                  <a:pt x="3842" y="1835"/>
                </a:lnTo>
                <a:lnTo>
                  <a:pt x="3842" y="1836"/>
                </a:lnTo>
                <a:lnTo>
                  <a:pt x="3843" y="1836"/>
                </a:lnTo>
                <a:lnTo>
                  <a:pt x="3843" y="1837"/>
                </a:lnTo>
                <a:lnTo>
                  <a:pt x="3843" y="1838"/>
                </a:lnTo>
                <a:lnTo>
                  <a:pt x="3843" y="1839"/>
                </a:lnTo>
                <a:lnTo>
                  <a:pt x="3844" y="1841"/>
                </a:lnTo>
                <a:lnTo>
                  <a:pt x="3845" y="1841"/>
                </a:lnTo>
                <a:lnTo>
                  <a:pt x="3846" y="1841"/>
                </a:lnTo>
                <a:lnTo>
                  <a:pt x="3847" y="1842"/>
                </a:lnTo>
                <a:lnTo>
                  <a:pt x="3848" y="1844"/>
                </a:lnTo>
                <a:lnTo>
                  <a:pt x="3849" y="1845"/>
                </a:lnTo>
                <a:lnTo>
                  <a:pt x="3849" y="1848"/>
                </a:lnTo>
                <a:lnTo>
                  <a:pt x="3849" y="1849"/>
                </a:lnTo>
                <a:lnTo>
                  <a:pt x="3849" y="1850"/>
                </a:lnTo>
                <a:lnTo>
                  <a:pt x="3849" y="1852"/>
                </a:lnTo>
                <a:lnTo>
                  <a:pt x="3850" y="1853"/>
                </a:lnTo>
                <a:lnTo>
                  <a:pt x="3851" y="1853"/>
                </a:lnTo>
                <a:lnTo>
                  <a:pt x="3851" y="1854"/>
                </a:lnTo>
                <a:lnTo>
                  <a:pt x="3852" y="1856"/>
                </a:lnTo>
                <a:lnTo>
                  <a:pt x="3853" y="1857"/>
                </a:lnTo>
                <a:lnTo>
                  <a:pt x="3854" y="1857"/>
                </a:lnTo>
                <a:lnTo>
                  <a:pt x="3855" y="1858"/>
                </a:lnTo>
                <a:lnTo>
                  <a:pt x="3856" y="1859"/>
                </a:lnTo>
                <a:lnTo>
                  <a:pt x="3856" y="1861"/>
                </a:lnTo>
                <a:lnTo>
                  <a:pt x="3855" y="1863"/>
                </a:lnTo>
                <a:lnTo>
                  <a:pt x="3855" y="1865"/>
                </a:lnTo>
                <a:lnTo>
                  <a:pt x="3855" y="1866"/>
                </a:lnTo>
                <a:lnTo>
                  <a:pt x="3855" y="1867"/>
                </a:lnTo>
                <a:lnTo>
                  <a:pt x="3855" y="1868"/>
                </a:lnTo>
                <a:lnTo>
                  <a:pt x="3856" y="1869"/>
                </a:lnTo>
                <a:lnTo>
                  <a:pt x="3857" y="1870"/>
                </a:lnTo>
                <a:lnTo>
                  <a:pt x="3858" y="1869"/>
                </a:lnTo>
                <a:lnTo>
                  <a:pt x="3858" y="1870"/>
                </a:lnTo>
                <a:lnTo>
                  <a:pt x="3859" y="1870"/>
                </a:lnTo>
                <a:lnTo>
                  <a:pt x="3861" y="1872"/>
                </a:lnTo>
                <a:lnTo>
                  <a:pt x="3862" y="1873"/>
                </a:lnTo>
                <a:lnTo>
                  <a:pt x="3862" y="1874"/>
                </a:lnTo>
                <a:lnTo>
                  <a:pt x="3862" y="1875"/>
                </a:lnTo>
                <a:lnTo>
                  <a:pt x="3863" y="1876"/>
                </a:lnTo>
                <a:lnTo>
                  <a:pt x="3863" y="1877"/>
                </a:lnTo>
                <a:lnTo>
                  <a:pt x="3863" y="1878"/>
                </a:lnTo>
                <a:lnTo>
                  <a:pt x="3863" y="1879"/>
                </a:lnTo>
                <a:lnTo>
                  <a:pt x="3863" y="1880"/>
                </a:lnTo>
                <a:lnTo>
                  <a:pt x="3864" y="1880"/>
                </a:lnTo>
                <a:lnTo>
                  <a:pt x="3864" y="1881"/>
                </a:lnTo>
                <a:lnTo>
                  <a:pt x="3865" y="1882"/>
                </a:lnTo>
                <a:lnTo>
                  <a:pt x="3865" y="1883"/>
                </a:lnTo>
                <a:lnTo>
                  <a:pt x="3866" y="1883"/>
                </a:lnTo>
                <a:lnTo>
                  <a:pt x="3866" y="1884"/>
                </a:lnTo>
                <a:lnTo>
                  <a:pt x="3866" y="1885"/>
                </a:lnTo>
                <a:lnTo>
                  <a:pt x="3867" y="1885"/>
                </a:lnTo>
                <a:lnTo>
                  <a:pt x="3867" y="1886"/>
                </a:lnTo>
                <a:lnTo>
                  <a:pt x="3867" y="1888"/>
                </a:lnTo>
                <a:lnTo>
                  <a:pt x="3867" y="1889"/>
                </a:lnTo>
                <a:lnTo>
                  <a:pt x="3866" y="1889"/>
                </a:lnTo>
                <a:lnTo>
                  <a:pt x="3865" y="1889"/>
                </a:lnTo>
                <a:lnTo>
                  <a:pt x="3864" y="1890"/>
                </a:lnTo>
                <a:lnTo>
                  <a:pt x="3863" y="1891"/>
                </a:lnTo>
                <a:lnTo>
                  <a:pt x="3863" y="1892"/>
                </a:lnTo>
                <a:lnTo>
                  <a:pt x="3864" y="1893"/>
                </a:lnTo>
                <a:lnTo>
                  <a:pt x="3865" y="1894"/>
                </a:lnTo>
                <a:lnTo>
                  <a:pt x="3865" y="1895"/>
                </a:lnTo>
                <a:lnTo>
                  <a:pt x="3865" y="1896"/>
                </a:lnTo>
                <a:lnTo>
                  <a:pt x="3865" y="1897"/>
                </a:lnTo>
                <a:lnTo>
                  <a:pt x="3862" y="1898"/>
                </a:lnTo>
                <a:lnTo>
                  <a:pt x="3860" y="1899"/>
                </a:lnTo>
                <a:lnTo>
                  <a:pt x="3858" y="1899"/>
                </a:lnTo>
                <a:lnTo>
                  <a:pt x="3857" y="1899"/>
                </a:lnTo>
                <a:lnTo>
                  <a:pt x="3854" y="1897"/>
                </a:lnTo>
                <a:lnTo>
                  <a:pt x="3853" y="1897"/>
                </a:lnTo>
                <a:lnTo>
                  <a:pt x="3852" y="1897"/>
                </a:lnTo>
                <a:lnTo>
                  <a:pt x="3852" y="1896"/>
                </a:lnTo>
                <a:lnTo>
                  <a:pt x="3852" y="1895"/>
                </a:lnTo>
                <a:lnTo>
                  <a:pt x="3852" y="1896"/>
                </a:lnTo>
                <a:lnTo>
                  <a:pt x="3852" y="1898"/>
                </a:lnTo>
                <a:lnTo>
                  <a:pt x="3852" y="1899"/>
                </a:lnTo>
                <a:lnTo>
                  <a:pt x="3852" y="1900"/>
                </a:lnTo>
                <a:lnTo>
                  <a:pt x="3853" y="1901"/>
                </a:lnTo>
                <a:lnTo>
                  <a:pt x="3854" y="1902"/>
                </a:lnTo>
                <a:lnTo>
                  <a:pt x="3854" y="1903"/>
                </a:lnTo>
                <a:lnTo>
                  <a:pt x="3855" y="1902"/>
                </a:lnTo>
                <a:lnTo>
                  <a:pt x="3855" y="1901"/>
                </a:lnTo>
                <a:lnTo>
                  <a:pt x="3856" y="1901"/>
                </a:lnTo>
                <a:lnTo>
                  <a:pt x="3858" y="1903"/>
                </a:lnTo>
                <a:lnTo>
                  <a:pt x="3859" y="1903"/>
                </a:lnTo>
                <a:lnTo>
                  <a:pt x="3859" y="1904"/>
                </a:lnTo>
                <a:lnTo>
                  <a:pt x="3859" y="1905"/>
                </a:lnTo>
                <a:lnTo>
                  <a:pt x="3859" y="1907"/>
                </a:lnTo>
                <a:lnTo>
                  <a:pt x="3858" y="1908"/>
                </a:lnTo>
                <a:lnTo>
                  <a:pt x="3857" y="1908"/>
                </a:lnTo>
                <a:lnTo>
                  <a:pt x="3855" y="1907"/>
                </a:lnTo>
                <a:lnTo>
                  <a:pt x="3854" y="1907"/>
                </a:lnTo>
                <a:lnTo>
                  <a:pt x="3853" y="1907"/>
                </a:lnTo>
                <a:lnTo>
                  <a:pt x="3852" y="1907"/>
                </a:lnTo>
                <a:lnTo>
                  <a:pt x="3850" y="1907"/>
                </a:lnTo>
                <a:lnTo>
                  <a:pt x="3848" y="1907"/>
                </a:lnTo>
                <a:lnTo>
                  <a:pt x="3847" y="1906"/>
                </a:lnTo>
                <a:lnTo>
                  <a:pt x="3844" y="1906"/>
                </a:lnTo>
                <a:lnTo>
                  <a:pt x="3843" y="1906"/>
                </a:lnTo>
                <a:lnTo>
                  <a:pt x="3843" y="1907"/>
                </a:lnTo>
                <a:lnTo>
                  <a:pt x="3842" y="1907"/>
                </a:lnTo>
                <a:lnTo>
                  <a:pt x="3842" y="1908"/>
                </a:lnTo>
                <a:lnTo>
                  <a:pt x="3840" y="1909"/>
                </a:lnTo>
                <a:lnTo>
                  <a:pt x="3839" y="1909"/>
                </a:lnTo>
                <a:lnTo>
                  <a:pt x="3839" y="1910"/>
                </a:lnTo>
                <a:lnTo>
                  <a:pt x="3838" y="1910"/>
                </a:lnTo>
                <a:lnTo>
                  <a:pt x="3837" y="1911"/>
                </a:lnTo>
                <a:lnTo>
                  <a:pt x="3837" y="1914"/>
                </a:lnTo>
                <a:lnTo>
                  <a:pt x="3838" y="1914"/>
                </a:lnTo>
                <a:lnTo>
                  <a:pt x="3838" y="1915"/>
                </a:lnTo>
                <a:lnTo>
                  <a:pt x="3840" y="1916"/>
                </a:lnTo>
                <a:lnTo>
                  <a:pt x="3841" y="1916"/>
                </a:lnTo>
                <a:lnTo>
                  <a:pt x="3841" y="1917"/>
                </a:lnTo>
                <a:lnTo>
                  <a:pt x="3842" y="1917"/>
                </a:lnTo>
                <a:lnTo>
                  <a:pt x="3841" y="1919"/>
                </a:lnTo>
                <a:lnTo>
                  <a:pt x="3841" y="1920"/>
                </a:lnTo>
                <a:lnTo>
                  <a:pt x="3841" y="1923"/>
                </a:lnTo>
                <a:lnTo>
                  <a:pt x="3843" y="1924"/>
                </a:lnTo>
                <a:lnTo>
                  <a:pt x="3844" y="1924"/>
                </a:lnTo>
                <a:lnTo>
                  <a:pt x="3848" y="1923"/>
                </a:lnTo>
                <a:lnTo>
                  <a:pt x="3849" y="1924"/>
                </a:lnTo>
                <a:lnTo>
                  <a:pt x="3850" y="1924"/>
                </a:lnTo>
                <a:lnTo>
                  <a:pt x="3850" y="1925"/>
                </a:lnTo>
                <a:lnTo>
                  <a:pt x="3851" y="1925"/>
                </a:lnTo>
                <a:lnTo>
                  <a:pt x="3851" y="1926"/>
                </a:lnTo>
                <a:lnTo>
                  <a:pt x="3852" y="1927"/>
                </a:lnTo>
                <a:lnTo>
                  <a:pt x="3852" y="1928"/>
                </a:lnTo>
                <a:lnTo>
                  <a:pt x="3853" y="1929"/>
                </a:lnTo>
                <a:lnTo>
                  <a:pt x="3854" y="1931"/>
                </a:lnTo>
                <a:lnTo>
                  <a:pt x="3855" y="1931"/>
                </a:lnTo>
                <a:lnTo>
                  <a:pt x="3856" y="1932"/>
                </a:lnTo>
                <a:lnTo>
                  <a:pt x="3857" y="1933"/>
                </a:lnTo>
                <a:lnTo>
                  <a:pt x="3859" y="1936"/>
                </a:lnTo>
                <a:lnTo>
                  <a:pt x="3861" y="1934"/>
                </a:lnTo>
                <a:lnTo>
                  <a:pt x="3862" y="1934"/>
                </a:lnTo>
                <a:lnTo>
                  <a:pt x="3862" y="1933"/>
                </a:lnTo>
                <a:lnTo>
                  <a:pt x="3861" y="1933"/>
                </a:lnTo>
                <a:lnTo>
                  <a:pt x="3861" y="1932"/>
                </a:lnTo>
                <a:lnTo>
                  <a:pt x="3861" y="1930"/>
                </a:lnTo>
                <a:lnTo>
                  <a:pt x="3867" y="1927"/>
                </a:lnTo>
                <a:lnTo>
                  <a:pt x="3868" y="1928"/>
                </a:lnTo>
                <a:lnTo>
                  <a:pt x="3869" y="1930"/>
                </a:lnTo>
                <a:lnTo>
                  <a:pt x="3869" y="1931"/>
                </a:lnTo>
                <a:lnTo>
                  <a:pt x="3870" y="1931"/>
                </a:lnTo>
                <a:lnTo>
                  <a:pt x="3872" y="1934"/>
                </a:lnTo>
                <a:lnTo>
                  <a:pt x="3873" y="1934"/>
                </a:lnTo>
                <a:lnTo>
                  <a:pt x="3874" y="1935"/>
                </a:lnTo>
                <a:lnTo>
                  <a:pt x="3874" y="1936"/>
                </a:lnTo>
                <a:lnTo>
                  <a:pt x="3875" y="1935"/>
                </a:lnTo>
                <a:lnTo>
                  <a:pt x="3876" y="1934"/>
                </a:lnTo>
                <a:lnTo>
                  <a:pt x="3877" y="1932"/>
                </a:lnTo>
                <a:lnTo>
                  <a:pt x="3878" y="1933"/>
                </a:lnTo>
                <a:lnTo>
                  <a:pt x="3879" y="1933"/>
                </a:lnTo>
                <a:lnTo>
                  <a:pt x="3880" y="1935"/>
                </a:lnTo>
                <a:lnTo>
                  <a:pt x="3884" y="1939"/>
                </a:lnTo>
                <a:lnTo>
                  <a:pt x="3885" y="1939"/>
                </a:lnTo>
                <a:lnTo>
                  <a:pt x="3887" y="1940"/>
                </a:lnTo>
                <a:lnTo>
                  <a:pt x="3888" y="1940"/>
                </a:lnTo>
                <a:lnTo>
                  <a:pt x="3889" y="1940"/>
                </a:lnTo>
                <a:lnTo>
                  <a:pt x="3890" y="1940"/>
                </a:lnTo>
                <a:lnTo>
                  <a:pt x="3893" y="1939"/>
                </a:lnTo>
                <a:lnTo>
                  <a:pt x="3896" y="1938"/>
                </a:lnTo>
                <a:lnTo>
                  <a:pt x="3900" y="1937"/>
                </a:lnTo>
                <a:lnTo>
                  <a:pt x="3901" y="1937"/>
                </a:lnTo>
                <a:lnTo>
                  <a:pt x="3902" y="1937"/>
                </a:lnTo>
                <a:lnTo>
                  <a:pt x="3902" y="1938"/>
                </a:lnTo>
                <a:lnTo>
                  <a:pt x="3904" y="1944"/>
                </a:lnTo>
                <a:lnTo>
                  <a:pt x="3904" y="1945"/>
                </a:lnTo>
                <a:lnTo>
                  <a:pt x="3903" y="1945"/>
                </a:lnTo>
                <a:lnTo>
                  <a:pt x="3903" y="1946"/>
                </a:lnTo>
                <a:lnTo>
                  <a:pt x="3904" y="1947"/>
                </a:lnTo>
                <a:lnTo>
                  <a:pt x="3905" y="1947"/>
                </a:lnTo>
                <a:lnTo>
                  <a:pt x="3906" y="1947"/>
                </a:lnTo>
                <a:lnTo>
                  <a:pt x="3906" y="1948"/>
                </a:lnTo>
                <a:lnTo>
                  <a:pt x="3905" y="1948"/>
                </a:lnTo>
                <a:lnTo>
                  <a:pt x="3905" y="1949"/>
                </a:lnTo>
                <a:lnTo>
                  <a:pt x="3904" y="1949"/>
                </a:lnTo>
                <a:lnTo>
                  <a:pt x="3903" y="1950"/>
                </a:lnTo>
                <a:lnTo>
                  <a:pt x="3903" y="1952"/>
                </a:lnTo>
                <a:lnTo>
                  <a:pt x="3903" y="1953"/>
                </a:lnTo>
                <a:lnTo>
                  <a:pt x="3904" y="1954"/>
                </a:lnTo>
                <a:lnTo>
                  <a:pt x="3904" y="1955"/>
                </a:lnTo>
                <a:lnTo>
                  <a:pt x="3905" y="1955"/>
                </a:lnTo>
                <a:lnTo>
                  <a:pt x="3905" y="1956"/>
                </a:lnTo>
                <a:lnTo>
                  <a:pt x="3905" y="1957"/>
                </a:lnTo>
                <a:lnTo>
                  <a:pt x="3904" y="1957"/>
                </a:lnTo>
                <a:lnTo>
                  <a:pt x="3903" y="1957"/>
                </a:lnTo>
                <a:lnTo>
                  <a:pt x="3903" y="1956"/>
                </a:lnTo>
                <a:lnTo>
                  <a:pt x="3902" y="1956"/>
                </a:lnTo>
                <a:lnTo>
                  <a:pt x="3902" y="1957"/>
                </a:lnTo>
                <a:lnTo>
                  <a:pt x="3901" y="1958"/>
                </a:lnTo>
                <a:lnTo>
                  <a:pt x="3900" y="1958"/>
                </a:lnTo>
                <a:lnTo>
                  <a:pt x="3900" y="1959"/>
                </a:lnTo>
                <a:lnTo>
                  <a:pt x="3900" y="1960"/>
                </a:lnTo>
                <a:lnTo>
                  <a:pt x="3900" y="1961"/>
                </a:lnTo>
                <a:lnTo>
                  <a:pt x="3901" y="1961"/>
                </a:lnTo>
                <a:lnTo>
                  <a:pt x="3902" y="1962"/>
                </a:lnTo>
                <a:lnTo>
                  <a:pt x="3902" y="1963"/>
                </a:lnTo>
                <a:lnTo>
                  <a:pt x="3902" y="1964"/>
                </a:lnTo>
                <a:lnTo>
                  <a:pt x="3901" y="1965"/>
                </a:lnTo>
                <a:lnTo>
                  <a:pt x="3902" y="1965"/>
                </a:lnTo>
                <a:lnTo>
                  <a:pt x="3902" y="1966"/>
                </a:lnTo>
                <a:lnTo>
                  <a:pt x="3903" y="1966"/>
                </a:lnTo>
                <a:lnTo>
                  <a:pt x="3903" y="1967"/>
                </a:lnTo>
                <a:lnTo>
                  <a:pt x="3903" y="1968"/>
                </a:lnTo>
                <a:lnTo>
                  <a:pt x="3902" y="1968"/>
                </a:lnTo>
                <a:lnTo>
                  <a:pt x="3901" y="1968"/>
                </a:lnTo>
                <a:lnTo>
                  <a:pt x="3900" y="1968"/>
                </a:lnTo>
                <a:lnTo>
                  <a:pt x="3899" y="1970"/>
                </a:lnTo>
                <a:lnTo>
                  <a:pt x="3899" y="1971"/>
                </a:lnTo>
                <a:lnTo>
                  <a:pt x="3900" y="1972"/>
                </a:lnTo>
                <a:lnTo>
                  <a:pt x="3901" y="1974"/>
                </a:lnTo>
                <a:lnTo>
                  <a:pt x="3902" y="1974"/>
                </a:lnTo>
                <a:lnTo>
                  <a:pt x="3903" y="1974"/>
                </a:lnTo>
                <a:lnTo>
                  <a:pt x="3904" y="1975"/>
                </a:lnTo>
                <a:lnTo>
                  <a:pt x="3904" y="1976"/>
                </a:lnTo>
                <a:lnTo>
                  <a:pt x="3903" y="1976"/>
                </a:lnTo>
                <a:lnTo>
                  <a:pt x="3903" y="1977"/>
                </a:lnTo>
                <a:lnTo>
                  <a:pt x="3902" y="1978"/>
                </a:lnTo>
                <a:lnTo>
                  <a:pt x="3901" y="1978"/>
                </a:lnTo>
                <a:lnTo>
                  <a:pt x="3901" y="1979"/>
                </a:lnTo>
                <a:lnTo>
                  <a:pt x="3902" y="1980"/>
                </a:lnTo>
                <a:lnTo>
                  <a:pt x="3902" y="1981"/>
                </a:lnTo>
                <a:lnTo>
                  <a:pt x="3902" y="1982"/>
                </a:lnTo>
                <a:lnTo>
                  <a:pt x="3902" y="1983"/>
                </a:lnTo>
                <a:lnTo>
                  <a:pt x="3901" y="1983"/>
                </a:lnTo>
                <a:lnTo>
                  <a:pt x="3900" y="1985"/>
                </a:lnTo>
                <a:lnTo>
                  <a:pt x="3900" y="1986"/>
                </a:lnTo>
                <a:lnTo>
                  <a:pt x="3901" y="1986"/>
                </a:lnTo>
                <a:lnTo>
                  <a:pt x="3901" y="1987"/>
                </a:lnTo>
                <a:lnTo>
                  <a:pt x="3902" y="1987"/>
                </a:lnTo>
                <a:lnTo>
                  <a:pt x="3901" y="1988"/>
                </a:lnTo>
                <a:lnTo>
                  <a:pt x="3901" y="1989"/>
                </a:lnTo>
                <a:lnTo>
                  <a:pt x="3900" y="1989"/>
                </a:lnTo>
                <a:lnTo>
                  <a:pt x="3900" y="1990"/>
                </a:lnTo>
                <a:lnTo>
                  <a:pt x="3901" y="1992"/>
                </a:lnTo>
                <a:lnTo>
                  <a:pt x="3902" y="1996"/>
                </a:lnTo>
                <a:lnTo>
                  <a:pt x="3901" y="1998"/>
                </a:lnTo>
                <a:lnTo>
                  <a:pt x="3900" y="1998"/>
                </a:lnTo>
                <a:lnTo>
                  <a:pt x="3900" y="1999"/>
                </a:lnTo>
                <a:lnTo>
                  <a:pt x="3899" y="2000"/>
                </a:lnTo>
                <a:lnTo>
                  <a:pt x="3899" y="2001"/>
                </a:lnTo>
                <a:lnTo>
                  <a:pt x="3899" y="2002"/>
                </a:lnTo>
                <a:lnTo>
                  <a:pt x="3899" y="2003"/>
                </a:lnTo>
                <a:lnTo>
                  <a:pt x="3899" y="2004"/>
                </a:lnTo>
                <a:lnTo>
                  <a:pt x="3900" y="2004"/>
                </a:lnTo>
                <a:lnTo>
                  <a:pt x="3900" y="2005"/>
                </a:lnTo>
                <a:lnTo>
                  <a:pt x="3898" y="2008"/>
                </a:lnTo>
                <a:lnTo>
                  <a:pt x="3897" y="2008"/>
                </a:lnTo>
                <a:lnTo>
                  <a:pt x="3896" y="2008"/>
                </a:lnTo>
                <a:lnTo>
                  <a:pt x="3897" y="2009"/>
                </a:lnTo>
                <a:lnTo>
                  <a:pt x="3897" y="2011"/>
                </a:lnTo>
                <a:lnTo>
                  <a:pt x="3898" y="2012"/>
                </a:lnTo>
                <a:lnTo>
                  <a:pt x="3897" y="2013"/>
                </a:lnTo>
                <a:lnTo>
                  <a:pt x="3896" y="2013"/>
                </a:lnTo>
                <a:lnTo>
                  <a:pt x="3895" y="2014"/>
                </a:lnTo>
                <a:lnTo>
                  <a:pt x="3895" y="2015"/>
                </a:lnTo>
                <a:lnTo>
                  <a:pt x="3894" y="2015"/>
                </a:lnTo>
                <a:lnTo>
                  <a:pt x="3894" y="2014"/>
                </a:lnTo>
                <a:lnTo>
                  <a:pt x="3893" y="2014"/>
                </a:lnTo>
                <a:lnTo>
                  <a:pt x="3893" y="2015"/>
                </a:lnTo>
                <a:lnTo>
                  <a:pt x="3891" y="2015"/>
                </a:lnTo>
                <a:lnTo>
                  <a:pt x="3891" y="2016"/>
                </a:lnTo>
                <a:lnTo>
                  <a:pt x="3891" y="2015"/>
                </a:lnTo>
                <a:lnTo>
                  <a:pt x="3890" y="2015"/>
                </a:lnTo>
                <a:lnTo>
                  <a:pt x="3890" y="2014"/>
                </a:lnTo>
                <a:lnTo>
                  <a:pt x="3889" y="2013"/>
                </a:lnTo>
                <a:lnTo>
                  <a:pt x="3888" y="2013"/>
                </a:lnTo>
                <a:lnTo>
                  <a:pt x="3887" y="2013"/>
                </a:lnTo>
                <a:lnTo>
                  <a:pt x="3887" y="2012"/>
                </a:lnTo>
                <a:lnTo>
                  <a:pt x="3886" y="2013"/>
                </a:lnTo>
                <a:lnTo>
                  <a:pt x="3885" y="2013"/>
                </a:lnTo>
                <a:lnTo>
                  <a:pt x="3884" y="2013"/>
                </a:lnTo>
                <a:lnTo>
                  <a:pt x="3884" y="2012"/>
                </a:lnTo>
                <a:lnTo>
                  <a:pt x="3883" y="2012"/>
                </a:lnTo>
                <a:lnTo>
                  <a:pt x="3883" y="2011"/>
                </a:lnTo>
                <a:lnTo>
                  <a:pt x="3881" y="2010"/>
                </a:lnTo>
                <a:lnTo>
                  <a:pt x="3880" y="2010"/>
                </a:lnTo>
                <a:lnTo>
                  <a:pt x="3879" y="2011"/>
                </a:lnTo>
                <a:lnTo>
                  <a:pt x="3878" y="2011"/>
                </a:lnTo>
                <a:lnTo>
                  <a:pt x="3877" y="2011"/>
                </a:lnTo>
                <a:lnTo>
                  <a:pt x="3876" y="2013"/>
                </a:lnTo>
                <a:lnTo>
                  <a:pt x="3875" y="2014"/>
                </a:lnTo>
                <a:lnTo>
                  <a:pt x="3874" y="2014"/>
                </a:lnTo>
                <a:lnTo>
                  <a:pt x="3873" y="2014"/>
                </a:lnTo>
                <a:lnTo>
                  <a:pt x="3872" y="2014"/>
                </a:lnTo>
                <a:lnTo>
                  <a:pt x="3872" y="2015"/>
                </a:lnTo>
                <a:lnTo>
                  <a:pt x="3871" y="2016"/>
                </a:lnTo>
                <a:lnTo>
                  <a:pt x="3870" y="2016"/>
                </a:lnTo>
                <a:lnTo>
                  <a:pt x="3870" y="2017"/>
                </a:lnTo>
                <a:lnTo>
                  <a:pt x="3869" y="2017"/>
                </a:lnTo>
                <a:lnTo>
                  <a:pt x="3868" y="2017"/>
                </a:lnTo>
                <a:lnTo>
                  <a:pt x="3868" y="2018"/>
                </a:lnTo>
                <a:lnTo>
                  <a:pt x="3867" y="2018"/>
                </a:lnTo>
                <a:lnTo>
                  <a:pt x="3867" y="2019"/>
                </a:lnTo>
                <a:lnTo>
                  <a:pt x="3863" y="2020"/>
                </a:lnTo>
                <a:lnTo>
                  <a:pt x="3862" y="2021"/>
                </a:lnTo>
                <a:lnTo>
                  <a:pt x="3861" y="2021"/>
                </a:lnTo>
                <a:lnTo>
                  <a:pt x="3861" y="2022"/>
                </a:lnTo>
                <a:lnTo>
                  <a:pt x="3860" y="2022"/>
                </a:lnTo>
                <a:lnTo>
                  <a:pt x="3859" y="2023"/>
                </a:lnTo>
                <a:lnTo>
                  <a:pt x="3857" y="2023"/>
                </a:lnTo>
                <a:lnTo>
                  <a:pt x="3856" y="2023"/>
                </a:lnTo>
                <a:lnTo>
                  <a:pt x="3855" y="2024"/>
                </a:lnTo>
                <a:lnTo>
                  <a:pt x="3854" y="2024"/>
                </a:lnTo>
                <a:lnTo>
                  <a:pt x="3853" y="2024"/>
                </a:lnTo>
                <a:lnTo>
                  <a:pt x="3851" y="2025"/>
                </a:lnTo>
                <a:lnTo>
                  <a:pt x="3851" y="2026"/>
                </a:lnTo>
                <a:lnTo>
                  <a:pt x="3851" y="2027"/>
                </a:lnTo>
                <a:lnTo>
                  <a:pt x="3850" y="2027"/>
                </a:lnTo>
                <a:lnTo>
                  <a:pt x="3850" y="2028"/>
                </a:lnTo>
                <a:lnTo>
                  <a:pt x="3849" y="2029"/>
                </a:lnTo>
                <a:lnTo>
                  <a:pt x="3849" y="2030"/>
                </a:lnTo>
                <a:lnTo>
                  <a:pt x="3848" y="2030"/>
                </a:lnTo>
                <a:lnTo>
                  <a:pt x="3848" y="2031"/>
                </a:lnTo>
                <a:lnTo>
                  <a:pt x="3848" y="2032"/>
                </a:lnTo>
                <a:lnTo>
                  <a:pt x="3848" y="2033"/>
                </a:lnTo>
                <a:lnTo>
                  <a:pt x="3847" y="2034"/>
                </a:lnTo>
                <a:lnTo>
                  <a:pt x="3847" y="2035"/>
                </a:lnTo>
                <a:lnTo>
                  <a:pt x="3846" y="2035"/>
                </a:lnTo>
                <a:lnTo>
                  <a:pt x="3845" y="2035"/>
                </a:lnTo>
                <a:lnTo>
                  <a:pt x="3845" y="2036"/>
                </a:lnTo>
                <a:lnTo>
                  <a:pt x="3845" y="2037"/>
                </a:lnTo>
                <a:lnTo>
                  <a:pt x="3844" y="2037"/>
                </a:lnTo>
                <a:lnTo>
                  <a:pt x="3844" y="2038"/>
                </a:lnTo>
                <a:lnTo>
                  <a:pt x="3844" y="2039"/>
                </a:lnTo>
                <a:lnTo>
                  <a:pt x="3843" y="2040"/>
                </a:lnTo>
                <a:lnTo>
                  <a:pt x="3843" y="2041"/>
                </a:lnTo>
                <a:lnTo>
                  <a:pt x="3843" y="2042"/>
                </a:lnTo>
                <a:lnTo>
                  <a:pt x="3843" y="2043"/>
                </a:lnTo>
                <a:lnTo>
                  <a:pt x="3844" y="2043"/>
                </a:lnTo>
                <a:lnTo>
                  <a:pt x="3844" y="2044"/>
                </a:lnTo>
                <a:lnTo>
                  <a:pt x="3844" y="2046"/>
                </a:lnTo>
                <a:lnTo>
                  <a:pt x="3844" y="2047"/>
                </a:lnTo>
                <a:lnTo>
                  <a:pt x="3845" y="2047"/>
                </a:lnTo>
                <a:lnTo>
                  <a:pt x="3845" y="2049"/>
                </a:lnTo>
                <a:lnTo>
                  <a:pt x="3844" y="2050"/>
                </a:lnTo>
                <a:lnTo>
                  <a:pt x="3844" y="2051"/>
                </a:lnTo>
                <a:lnTo>
                  <a:pt x="3844" y="2053"/>
                </a:lnTo>
                <a:lnTo>
                  <a:pt x="3843" y="2054"/>
                </a:lnTo>
                <a:lnTo>
                  <a:pt x="3843" y="2055"/>
                </a:lnTo>
                <a:lnTo>
                  <a:pt x="3844" y="2056"/>
                </a:lnTo>
                <a:lnTo>
                  <a:pt x="3844" y="2057"/>
                </a:lnTo>
                <a:lnTo>
                  <a:pt x="3846" y="2057"/>
                </a:lnTo>
                <a:lnTo>
                  <a:pt x="3847" y="2057"/>
                </a:lnTo>
                <a:lnTo>
                  <a:pt x="3848" y="2057"/>
                </a:lnTo>
                <a:lnTo>
                  <a:pt x="3849" y="2058"/>
                </a:lnTo>
                <a:lnTo>
                  <a:pt x="3851" y="2058"/>
                </a:lnTo>
                <a:lnTo>
                  <a:pt x="3852" y="2059"/>
                </a:lnTo>
                <a:lnTo>
                  <a:pt x="3852" y="2060"/>
                </a:lnTo>
                <a:lnTo>
                  <a:pt x="3852" y="2061"/>
                </a:lnTo>
                <a:lnTo>
                  <a:pt x="3852" y="2060"/>
                </a:lnTo>
                <a:lnTo>
                  <a:pt x="3851" y="2060"/>
                </a:lnTo>
                <a:lnTo>
                  <a:pt x="3851" y="2061"/>
                </a:lnTo>
                <a:lnTo>
                  <a:pt x="3850" y="2061"/>
                </a:lnTo>
                <a:lnTo>
                  <a:pt x="3849" y="2061"/>
                </a:lnTo>
                <a:lnTo>
                  <a:pt x="3847" y="2061"/>
                </a:lnTo>
                <a:lnTo>
                  <a:pt x="3847" y="2062"/>
                </a:lnTo>
                <a:lnTo>
                  <a:pt x="3846" y="2062"/>
                </a:lnTo>
                <a:lnTo>
                  <a:pt x="3846" y="2063"/>
                </a:lnTo>
                <a:lnTo>
                  <a:pt x="3845" y="2064"/>
                </a:lnTo>
                <a:lnTo>
                  <a:pt x="3845" y="2065"/>
                </a:lnTo>
                <a:lnTo>
                  <a:pt x="3844" y="2065"/>
                </a:lnTo>
                <a:lnTo>
                  <a:pt x="3844" y="2066"/>
                </a:lnTo>
                <a:lnTo>
                  <a:pt x="3843" y="2066"/>
                </a:lnTo>
                <a:lnTo>
                  <a:pt x="3842" y="2066"/>
                </a:lnTo>
                <a:lnTo>
                  <a:pt x="3842" y="2067"/>
                </a:lnTo>
                <a:lnTo>
                  <a:pt x="3841" y="2067"/>
                </a:lnTo>
                <a:lnTo>
                  <a:pt x="3840" y="2067"/>
                </a:lnTo>
                <a:lnTo>
                  <a:pt x="3840" y="2068"/>
                </a:lnTo>
                <a:lnTo>
                  <a:pt x="3839" y="2068"/>
                </a:lnTo>
                <a:lnTo>
                  <a:pt x="3838" y="2068"/>
                </a:lnTo>
                <a:lnTo>
                  <a:pt x="3838" y="2069"/>
                </a:lnTo>
                <a:lnTo>
                  <a:pt x="3837" y="2069"/>
                </a:lnTo>
                <a:lnTo>
                  <a:pt x="3837" y="2070"/>
                </a:lnTo>
                <a:lnTo>
                  <a:pt x="3836" y="2070"/>
                </a:lnTo>
                <a:lnTo>
                  <a:pt x="3836" y="2071"/>
                </a:lnTo>
                <a:lnTo>
                  <a:pt x="3835" y="2071"/>
                </a:lnTo>
                <a:lnTo>
                  <a:pt x="3834" y="2071"/>
                </a:lnTo>
                <a:lnTo>
                  <a:pt x="3834" y="2072"/>
                </a:lnTo>
                <a:lnTo>
                  <a:pt x="3833" y="2072"/>
                </a:lnTo>
                <a:lnTo>
                  <a:pt x="3832" y="2073"/>
                </a:lnTo>
                <a:lnTo>
                  <a:pt x="3832" y="2074"/>
                </a:lnTo>
                <a:lnTo>
                  <a:pt x="3831" y="2075"/>
                </a:lnTo>
                <a:lnTo>
                  <a:pt x="3831" y="2076"/>
                </a:lnTo>
                <a:lnTo>
                  <a:pt x="3829" y="2076"/>
                </a:lnTo>
                <a:lnTo>
                  <a:pt x="3828" y="2077"/>
                </a:lnTo>
                <a:lnTo>
                  <a:pt x="3827" y="2077"/>
                </a:lnTo>
                <a:lnTo>
                  <a:pt x="3825" y="2077"/>
                </a:lnTo>
                <a:lnTo>
                  <a:pt x="3821" y="2077"/>
                </a:lnTo>
                <a:lnTo>
                  <a:pt x="3820" y="2077"/>
                </a:lnTo>
                <a:lnTo>
                  <a:pt x="3820" y="2076"/>
                </a:lnTo>
                <a:lnTo>
                  <a:pt x="3819" y="2077"/>
                </a:lnTo>
                <a:lnTo>
                  <a:pt x="3818" y="2077"/>
                </a:lnTo>
                <a:lnTo>
                  <a:pt x="3818" y="2079"/>
                </a:lnTo>
                <a:lnTo>
                  <a:pt x="3817" y="2079"/>
                </a:lnTo>
                <a:lnTo>
                  <a:pt x="3818" y="2079"/>
                </a:lnTo>
                <a:lnTo>
                  <a:pt x="3818" y="2080"/>
                </a:lnTo>
                <a:lnTo>
                  <a:pt x="3817" y="2081"/>
                </a:lnTo>
                <a:lnTo>
                  <a:pt x="3817" y="2082"/>
                </a:lnTo>
                <a:lnTo>
                  <a:pt x="3816" y="2082"/>
                </a:lnTo>
                <a:lnTo>
                  <a:pt x="3815" y="2082"/>
                </a:lnTo>
                <a:lnTo>
                  <a:pt x="3814" y="2082"/>
                </a:lnTo>
                <a:lnTo>
                  <a:pt x="3813" y="2081"/>
                </a:lnTo>
                <a:lnTo>
                  <a:pt x="3812" y="2080"/>
                </a:lnTo>
                <a:lnTo>
                  <a:pt x="3812" y="2079"/>
                </a:lnTo>
                <a:lnTo>
                  <a:pt x="3811" y="2079"/>
                </a:lnTo>
                <a:lnTo>
                  <a:pt x="3810" y="2080"/>
                </a:lnTo>
                <a:lnTo>
                  <a:pt x="3808" y="2080"/>
                </a:lnTo>
                <a:lnTo>
                  <a:pt x="3807" y="2080"/>
                </a:lnTo>
                <a:lnTo>
                  <a:pt x="3805" y="2081"/>
                </a:lnTo>
                <a:lnTo>
                  <a:pt x="3805" y="2082"/>
                </a:lnTo>
                <a:lnTo>
                  <a:pt x="3805" y="2083"/>
                </a:lnTo>
                <a:lnTo>
                  <a:pt x="3805" y="2084"/>
                </a:lnTo>
                <a:lnTo>
                  <a:pt x="3805" y="2085"/>
                </a:lnTo>
                <a:lnTo>
                  <a:pt x="3805" y="2086"/>
                </a:lnTo>
                <a:lnTo>
                  <a:pt x="3804" y="2087"/>
                </a:lnTo>
                <a:lnTo>
                  <a:pt x="3805" y="2087"/>
                </a:lnTo>
                <a:lnTo>
                  <a:pt x="3805" y="2088"/>
                </a:lnTo>
                <a:lnTo>
                  <a:pt x="3804" y="2089"/>
                </a:lnTo>
                <a:lnTo>
                  <a:pt x="3804" y="2090"/>
                </a:lnTo>
                <a:lnTo>
                  <a:pt x="3803" y="2090"/>
                </a:lnTo>
                <a:lnTo>
                  <a:pt x="3803" y="2091"/>
                </a:lnTo>
                <a:lnTo>
                  <a:pt x="3803" y="2094"/>
                </a:lnTo>
                <a:lnTo>
                  <a:pt x="3802" y="2094"/>
                </a:lnTo>
                <a:lnTo>
                  <a:pt x="3802" y="2093"/>
                </a:lnTo>
                <a:lnTo>
                  <a:pt x="3802" y="2092"/>
                </a:lnTo>
                <a:lnTo>
                  <a:pt x="3801" y="2092"/>
                </a:lnTo>
                <a:lnTo>
                  <a:pt x="3801" y="2093"/>
                </a:lnTo>
                <a:lnTo>
                  <a:pt x="3800" y="2093"/>
                </a:lnTo>
                <a:lnTo>
                  <a:pt x="3798" y="2092"/>
                </a:lnTo>
                <a:lnTo>
                  <a:pt x="3797" y="2090"/>
                </a:lnTo>
                <a:lnTo>
                  <a:pt x="3796" y="2090"/>
                </a:lnTo>
                <a:lnTo>
                  <a:pt x="3795" y="2089"/>
                </a:lnTo>
                <a:lnTo>
                  <a:pt x="3794" y="2089"/>
                </a:lnTo>
                <a:lnTo>
                  <a:pt x="3793" y="2089"/>
                </a:lnTo>
                <a:lnTo>
                  <a:pt x="3792" y="2088"/>
                </a:lnTo>
                <a:lnTo>
                  <a:pt x="3792" y="2087"/>
                </a:lnTo>
                <a:lnTo>
                  <a:pt x="3791" y="2086"/>
                </a:lnTo>
                <a:lnTo>
                  <a:pt x="3789" y="2086"/>
                </a:lnTo>
                <a:lnTo>
                  <a:pt x="3788" y="2086"/>
                </a:lnTo>
                <a:lnTo>
                  <a:pt x="3787" y="2086"/>
                </a:lnTo>
                <a:lnTo>
                  <a:pt x="3787" y="2085"/>
                </a:lnTo>
                <a:lnTo>
                  <a:pt x="3786" y="2085"/>
                </a:lnTo>
                <a:lnTo>
                  <a:pt x="3785" y="2085"/>
                </a:lnTo>
                <a:lnTo>
                  <a:pt x="3784" y="2085"/>
                </a:lnTo>
                <a:lnTo>
                  <a:pt x="3783" y="2085"/>
                </a:lnTo>
                <a:lnTo>
                  <a:pt x="3783" y="2084"/>
                </a:lnTo>
                <a:lnTo>
                  <a:pt x="3783" y="2083"/>
                </a:lnTo>
                <a:lnTo>
                  <a:pt x="3782" y="2082"/>
                </a:lnTo>
                <a:lnTo>
                  <a:pt x="3781" y="2082"/>
                </a:lnTo>
                <a:lnTo>
                  <a:pt x="3780" y="2082"/>
                </a:lnTo>
                <a:lnTo>
                  <a:pt x="3779" y="2082"/>
                </a:lnTo>
                <a:lnTo>
                  <a:pt x="3779" y="2083"/>
                </a:lnTo>
                <a:lnTo>
                  <a:pt x="3778" y="2083"/>
                </a:lnTo>
                <a:lnTo>
                  <a:pt x="3777" y="2083"/>
                </a:lnTo>
                <a:lnTo>
                  <a:pt x="3776" y="2084"/>
                </a:lnTo>
                <a:lnTo>
                  <a:pt x="3775" y="2084"/>
                </a:lnTo>
                <a:lnTo>
                  <a:pt x="3774" y="2084"/>
                </a:lnTo>
                <a:lnTo>
                  <a:pt x="3773" y="2084"/>
                </a:lnTo>
                <a:lnTo>
                  <a:pt x="3772" y="2084"/>
                </a:lnTo>
                <a:lnTo>
                  <a:pt x="3771" y="2084"/>
                </a:lnTo>
                <a:lnTo>
                  <a:pt x="3771" y="2085"/>
                </a:lnTo>
                <a:lnTo>
                  <a:pt x="3770" y="2085"/>
                </a:lnTo>
                <a:lnTo>
                  <a:pt x="3769" y="2086"/>
                </a:lnTo>
                <a:lnTo>
                  <a:pt x="3768" y="2086"/>
                </a:lnTo>
                <a:lnTo>
                  <a:pt x="3767" y="2087"/>
                </a:lnTo>
                <a:lnTo>
                  <a:pt x="3766" y="2087"/>
                </a:lnTo>
                <a:lnTo>
                  <a:pt x="3766" y="2086"/>
                </a:lnTo>
                <a:lnTo>
                  <a:pt x="3765" y="2086"/>
                </a:lnTo>
                <a:lnTo>
                  <a:pt x="3764" y="2086"/>
                </a:lnTo>
                <a:lnTo>
                  <a:pt x="3762" y="2086"/>
                </a:lnTo>
                <a:lnTo>
                  <a:pt x="3761" y="2085"/>
                </a:lnTo>
                <a:lnTo>
                  <a:pt x="3760" y="2085"/>
                </a:lnTo>
                <a:lnTo>
                  <a:pt x="3760" y="2084"/>
                </a:lnTo>
                <a:lnTo>
                  <a:pt x="3759" y="2084"/>
                </a:lnTo>
                <a:lnTo>
                  <a:pt x="3759" y="2083"/>
                </a:lnTo>
                <a:lnTo>
                  <a:pt x="3758" y="2082"/>
                </a:lnTo>
                <a:lnTo>
                  <a:pt x="3758" y="2081"/>
                </a:lnTo>
                <a:lnTo>
                  <a:pt x="3758" y="2080"/>
                </a:lnTo>
                <a:lnTo>
                  <a:pt x="3758" y="2079"/>
                </a:lnTo>
                <a:lnTo>
                  <a:pt x="3757" y="2078"/>
                </a:lnTo>
                <a:lnTo>
                  <a:pt x="3756" y="2078"/>
                </a:lnTo>
                <a:lnTo>
                  <a:pt x="3755" y="2078"/>
                </a:lnTo>
                <a:lnTo>
                  <a:pt x="3754" y="2078"/>
                </a:lnTo>
                <a:lnTo>
                  <a:pt x="3752" y="2078"/>
                </a:lnTo>
                <a:lnTo>
                  <a:pt x="3750" y="2078"/>
                </a:lnTo>
                <a:lnTo>
                  <a:pt x="3749" y="2078"/>
                </a:lnTo>
                <a:lnTo>
                  <a:pt x="3747" y="2077"/>
                </a:lnTo>
                <a:lnTo>
                  <a:pt x="3746" y="2078"/>
                </a:lnTo>
                <a:lnTo>
                  <a:pt x="3745" y="2078"/>
                </a:lnTo>
                <a:lnTo>
                  <a:pt x="3744" y="2078"/>
                </a:lnTo>
                <a:lnTo>
                  <a:pt x="3742" y="2078"/>
                </a:lnTo>
                <a:lnTo>
                  <a:pt x="3741" y="2078"/>
                </a:lnTo>
                <a:lnTo>
                  <a:pt x="3739" y="2078"/>
                </a:lnTo>
                <a:lnTo>
                  <a:pt x="3737" y="2078"/>
                </a:lnTo>
                <a:lnTo>
                  <a:pt x="3736" y="2078"/>
                </a:lnTo>
                <a:lnTo>
                  <a:pt x="3734" y="2078"/>
                </a:lnTo>
                <a:lnTo>
                  <a:pt x="3734" y="2079"/>
                </a:lnTo>
                <a:lnTo>
                  <a:pt x="3733" y="2079"/>
                </a:lnTo>
                <a:lnTo>
                  <a:pt x="3732" y="2079"/>
                </a:lnTo>
                <a:lnTo>
                  <a:pt x="3731" y="2080"/>
                </a:lnTo>
                <a:lnTo>
                  <a:pt x="3730" y="2080"/>
                </a:lnTo>
                <a:lnTo>
                  <a:pt x="3728" y="2081"/>
                </a:lnTo>
                <a:lnTo>
                  <a:pt x="3727" y="2081"/>
                </a:lnTo>
                <a:lnTo>
                  <a:pt x="3726" y="2081"/>
                </a:lnTo>
                <a:lnTo>
                  <a:pt x="3725" y="2082"/>
                </a:lnTo>
                <a:lnTo>
                  <a:pt x="3725" y="2083"/>
                </a:lnTo>
                <a:lnTo>
                  <a:pt x="3725" y="2084"/>
                </a:lnTo>
                <a:lnTo>
                  <a:pt x="3725" y="2085"/>
                </a:lnTo>
                <a:lnTo>
                  <a:pt x="3726" y="2085"/>
                </a:lnTo>
                <a:lnTo>
                  <a:pt x="3726" y="2086"/>
                </a:lnTo>
                <a:lnTo>
                  <a:pt x="3727" y="2087"/>
                </a:lnTo>
                <a:lnTo>
                  <a:pt x="3727" y="2089"/>
                </a:lnTo>
                <a:lnTo>
                  <a:pt x="3728" y="2090"/>
                </a:lnTo>
                <a:lnTo>
                  <a:pt x="3728" y="2091"/>
                </a:lnTo>
                <a:lnTo>
                  <a:pt x="3729" y="2093"/>
                </a:lnTo>
                <a:lnTo>
                  <a:pt x="3730" y="2093"/>
                </a:lnTo>
                <a:lnTo>
                  <a:pt x="3732" y="2093"/>
                </a:lnTo>
                <a:lnTo>
                  <a:pt x="3733" y="2093"/>
                </a:lnTo>
                <a:lnTo>
                  <a:pt x="3736" y="2093"/>
                </a:lnTo>
                <a:lnTo>
                  <a:pt x="3740" y="2093"/>
                </a:lnTo>
                <a:lnTo>
                  <a:pt x="3740" y="2092"/>
                </a:lnTo>
                <a:lnTo>
                  <a:pt x="3742" y="2091"/>
                </a:lnTo>
                <a:lnTo>
                  <a:pt x="3743" y="2092"/>
                </a:lnTo>
                <a:lnTo>
                  <a:pt x="3743" y="2093"/>
                </a:lnTo>
                <a:lnTo>
                  <a:pt x="3743" y="2094"/>
                </a:lnTo>
                <a:lnTo>
                  <a:pt x="3744" y="2095"/>
                </a:lnTo>
                <a:lnTo>
                  <a:pt x="3743" y="2095"/>
                </a:lnTo>
                <a:lnTo>
                  <a:pt x="3743" y="2096"/>
                </a:lnTo>
                <a:lnTo>
                  <a:pt x="3742" y="2096"/>
                </a:lnTo>
                <a:lnTo>
                  <a:pt x="3742" y="2097"/>
                </a:lnTo>
                <a:lnTo>
                  <a:pt x="3741" y="2097"/>
                </a:lnTo>
                <a:lnTo>
                  <a:pt x="3741" y="2098"/>
                </a:lnTo>
                <a:lnTo>
                  <a:pt x="3741" y="2099"/>
                </a:lnTo>
                <a:lnTo>
                  <a:pt x="3741" y="2100"/>
                </a:lnTo>
                <a:lnTo>
                  <a:pt x="3741" y="2101"/>
                </a:lnTo>
                <a:lnTo>
                  <a:pt x="3740" y="2101"/>
                </a:lnTo>
                <a:lnTo>
                  <a:pt x="3739" y="2102"/>
                </a:lnTo>
                <a:lnTo>
                  <a:pt x="3739" y="2103"/>
                </a:lnTo>
                <a:lnTo>
                  <a:pt x="3738" y="2104"/>
                </a:lnTo>
                <a:lnTo>
                  <a:pt x="3737" y="2104"/>
                </a:lnTo>
                <a:lnTo>
                  <a:pt x="3736" y="2105"/>
                </a:lnTo>
                <a:lnTo>
                  <a:pt x="3736" y="2106"/>
                </a:lnTo>
                <a:lnTo>
                  <a:pt x="3736" y="2107"/>
                </a:lnTo>
                <a:lnTo>
                  <a:pt x="3736" y="2109"/>
                </a:lnTo>
                <a:lnTo>
                  <a:pt x="3737" y="2110"/>
                </a:lnTo>
                <a:lnTo>
                  <a:pt x="3737" y="2111"/>
                </a:lnTo>
                <a:lnTo>
                  <a:pt x="3736" y="2111"/>
                </a:lnTo>
                <a:lnTo>
                  <a:pt x="3735" y="2112"/>
                </a:lnTo>
                <a:lnTo>
                  <a:pt x="3734" y="2112"/>
                </a:lnTo>
                <a:lnTo>
                  <a:pt x="3733" y="2112"/>
                </a:lnTo>
                <a:lnTo>
                  <a:pt x="3732" y="2112"/>
                </a:lnTo>
                <a:lnTo>
                  <a:pt x="3730" y="2114"/>
                </a:lnTo>
                <a:lnTo>
                  <a:pt x="3729" y="2114"/>
                </a:lnTo>
                <a:lnTo>
                  <a:pt x="3729" y="2115"/>
                </a:lnTo>
                <a:lnTo>
                  <a:pt x="3729" y="2116"/>
                </a:lnTo>
                <a:lnTo>
                  <a:pt x="3728" y="2115"/>
                </a:lnTo>
                <a:lnTo>
                  <a:pt x="3728" y="2114"/>
                </a:lnTo>
                <a:lnTo>
                  <a:pt x="3726" y="2113"/>
                </a:lnTo>
                <a:lnTo>
                  <a:pt x="3725" y="2113"/>
                </a:lnTo>
                <a:lnTo>
                  <a:pt x="3724" y="2113"/>
                </a:lnTo>
                <a:lnTo>
                  <a:pt x="3723" y="2112"/>
                </a:lnTo>
                <a:lnTo>
                  <a:pt x="3722" y="2112"/>
                </a:lnTo>
                <a:lnTo>
                  <a:pt x="3721" y="2112"/>
                </a:lnTo>
                <a:lnTo>
                  <a:pt x="3720" y="2112"/>
                </a:lnTo>
                <a:lnTo>
                  <a:pt x="3719" y="2112"/>
                </a:lnTo>
                <a:lnTo>
                  <a:pt x="3718" y="2112"/>
                </a:lnTo>
                <a:lnTo>
                  <a:pt x="3717" y="2112"/>
                </a:lnTo>
                <a:lnTo>
                  <a:pt x="3716" y="2112"/>
                </a:lnTo>
                <a:lnTo>
                  <a:pt x="3716" y="2111"/>
                </a:lnTo>
                <a:lnTo>
                  <a:pt x="3715" y="2110"/>
                </a:lnTo>
                <a:lnTo>
                  <a:pt x="3714" y="2110"/>
                </a:lnTo>
                <a:lnTo>
                  <a:pt x="3713" y="2110"/>
                </a:lnTo>
                <a:lnTo>
                  <a:pt x="3713" y="2109"/>
                </a:lnTo>
                <a:lnTo>
                  <a:pt x="3712" y="2109"/>
                </a:lnTo>
                <a:lnTo>
                  <a:pt x="3712" y="2108"/>
                </a:lnTo>
                <a:lnTo>
                  <a:pt x="3710" y="2107"/>
                </a:lnTo>
                <a:lnTo>
                  <a:pt x="3710" y="2106"/>
                </a:lnTo>
                <a:lnTo>
                  <a:pt x="3709" y="2106"/>
                </a:lnTo>
                <a:lnTo>
                  <a:pt x="3708" y="2106"/>
                </a:lnTo>
                <a:lnTo>
                  <a:pt x="3707" y="2106"/>
                </a:lnTo>
                <a:lnTo>
                  <a:pt x="3707" y="2108"/>
                </a:lnTo>
                <a:lnTo>
                  <a:pt x="3708" y="2109"/>
                </a:lnTo>
                <a:lnTo>
                  <a:pt x="3708" y="2110"/>
                </a:lnTo>
                <a:lnTo>
                  <a:pt x="3708" y="2111"/>
                </a:lnTo>
                <a:lnTo>
                  <a:pt x="3708" y="2113"/>
                </a:lnTo>
                <a:lnTo>
                  <a:pt x="3708" y="2114"/>
                </a:lnTo>
                <a:lnTo>
                  <a:pt x="3708" y="2117"/>
                </a:lnTo>
                <a:lnTo>
                  <a:pt x="3707" y="2117"/>
                </a:lnTo>
                <a:lnTo>
                  <a:pt x="3708" y="2117"/>
                </a:lnTo>
                <a:lnTo>
                  <a:pt x="3708" y="2116"/>
                </a:lnTo>
                <a:lnTo>
                  <a:pt x="3708" y="2115"/>
                </a:lnTo>
                <a:lnTo>
                  <a:pt x="3707" y="2115"/>
                </a:lnTo>
                <a:lnTo>
                  <a:pt x="3706" y="2115"/>
                </a:lnTo>
                <a:lnTo>
                  <a:pt x="3705" y="2116"/>
                </a:lnTo>
                <a:lnTo>
                  <a:pt x="3703" y="2116"/>
                </a:lnTo>
                <a:lnTo>
                  <a:pt x="3702" y="2116"/>
                </a:lnTo>
                <a:lnTo>
                  <a:pt x="3702" y="2117"/>
                </a:lnTo>
                <a:lnTo>
                  <a:pt x="3701" y="2117"/>
                </a:lnTo>
                <a:lnTo>
                  <a:pt x="3699" y="2117"/>
                </a:lnTo>
                <a:lnTo>
                  <a:pt x="3697" y="2116"/>
                </a:lnTo>
                <a:lnTo>
                  <a:pt x="3695" y="2115"/>
                </a:lnTo>
                <a:lnTo>
                  <a:pt x="3694" y="2114"/>
                </a:lnTo>
                <a:lnTo>
                  <a:pt x="3694" y="2115"/>
                </a:lnTo>
                <a:lnTo>
                  <a:pt x="3693" y="2115"/>
                </a:lnTo>
                <a:lnTo>
                  <a:pt x="3692" y="2115"/>
                </a:lnTo>
                <a:lnTo>
                  <a:pt x="3689" y="2114"/>
                </a:lnTo>
                <a:lnTo>
                  <a:pt x="3688" y="2114"/>
                </a:lnTo>
                <a:lnTo>
                  <a:pt x="3688" y="2113"/>
                </a:lnTo>
                <a:lnTo>
                  <a:pt x="3687" y="2112"/>
                </a:lnTo>
                <a:lnTo>
                  <a:pt x="3686" y="2112"/>
                </a:lnTo>
                <a:lnTo>
                  <a:pt x="3685" y="2112"/>
                </a:lnTo>
                <a:lnTo>
                  <a:pt x="3685" y="2113"/>
                </a:lnTo>
                <a:lnTo>
                  <a:pt x="3685" y="2114"/>
                </a:lnTo>
                <a:lnTo>
                  <a:pt x="3683" y="2116"/>
                </a:lnTo>
                <a:lnTo>
                  <a:pt x="3681" y="2117"/>
                </a:lnTo>
                <a:lnTo>
                  <a:pt x="3680" y="2117"/>
                </a:lnTo>
                <a:lnTo>
                  <a:pt x="3679" y="2117"/>
                </a:lnTo>
                <a:lnTo>
                  <a:pt x="3677" y="2117"/>
                </a:lnTo>
                <a:lnTo>
                  <a:pt x="3676" y="2117"/>
                </a:lnTo>
                <a:lnTo>
                  <a:pt x="3676" y="2118"/>
                </a:lnTo>
                <a:lnTo>
                  <a:pt x="3677" y="2118"/>
                </a:lnTo>
                <a:lnTo>
                  <a:pt x="3677" y="2119"/>
                </a:lnTo>
                <a:lnTo>
                  <a:pt x="3677" y="2120"/>
                </a:lnTo>
                <a:lnTo>
                  <a:pt x="3676" y="2120"/>
                </a:lnTo>
                <a:lnTo>
                  <a:pt x="3675" y="2119"/>
                </a:lnTo>
                <a:lnTo>
                  <a:pt x="3674" y="2119"/>
                </a:lnTo>
                <a:lnTo>
                  <a:pt x="3674" y="2118"/>
                </a:lnTo>
                <a:lnTo>
                  <a:pt x="3674" y="2119"/>
                </a:lnTo>
                <a:lnTo>
                  <a:pt x="3673" y="2119"/>
                </a:lnTo>
                <a:lnTo>
                  <a:pt x="3672" y="2119"/>
                </a:lnTo>
                <a:lnTo>
                  <a:pt x="3672" y="2120"/>
                </a:lnTo>
                <a:lnTo>
                  <a:pt x="3673" y="2121"/>
                </a:lnTo>
                <a:lnTo>
                  <a:pt x="3673" y="2122"/>
                </a:lnTo>
                <a:lnTo>
                  <a:pt x="3672" y="2122"/>
                </a:lnTo>
                <a:lnTo>
                  <a:pt x="3669" y="2122"/>
                </a:lnTo>
                <a:lnTo>
                  <a:pt x="3669" y="2123"/>
                </a:lnTo>
                <a:lnTo>
                  <a:pt x="3670" y="2124"/>
                </a:lnTo>
                <a:lnTo>
                  <a:pt x="3670" y="2125"/>
                </a:lnTo>
                <a:lnTo>
                  <a:pt x="3671" y="2126"/>
                </a:lnTo>
                <a:lnTo>
                  <a:pt x="3671" y="2127"/>
                </a:lnTo>
                <a:lnTo>
                  <a:pt x="3670" y="2127"/>
                </a:lnTo>
                <a:lnTo>
                  <a:pt x="3669" y="2127"/>
                </a:lnTo>
                <a:lnTo>
                  <a:pt x="3668" y="2127"/>
                </a:lnTo>
                <a:lnTo>
                  <a:pt x="3668" y="2128"/>
                </a:lnTo>
                <a:lnTo>
                  <a:pt x="3668" y="2129"/>
                </a:lnTo>
                <a:lnTo>
                  <a:pt x="3668" y="2130"/>
                </a:lnTo>
                <a:lnTo>
                  <a:pt x="3668" y="2133"/>
                </a:lnTo>
                <a:lnTo>
                  <a:pt x="3667" y="2133"/>
                </a:lnTo>
                <a:lnTo>
                  <a:pt x="3666" y="2133"/>
                </a:lnTo>
                <a:lnTo>
                  <a:pt x="3666" y="2134"/>
                </a:lnTo>
                <a:lnTo>
                  <a:pt x="3667" y="2134"/>
                </a:lnTo>
                <a:lnTo>
                  <a:pt x="3667" y="2135"/>
                </a:lnTo>
                <a:lnTo>
                  <a:pt x="3668" y="2134"/>
                </a:lnTo>
                <a:lnTo>
                  <a:pt x="3669" y="2134"/>
                </a:lnTo>
                <a:lnTo>
                  <a:pt x="3669" y="2135"/>
                </a:lnTo>
                <a:lnTo>
                  <a:pt x="3668" y="2136"/>
                </a:lnTo>
                <a:lnTo>
                  <a:pt x="3667" y="2136"/>
                </a:lnTo>
                <a:lnTo>
                  <a:pt x="3666" y="2136"/>
                </a:lnTo>
                <a:lnTo>
                  <a:pt x="3666" y="2137"/>
                </a:lnTo>
                <a:lnTo>
                  <a:pt x="3667" y="2137"/>
                </a:lnTo>
                <a:lnTo>
                  <a:pt x="3668" y="2138"/>
                </a:lnTo>
                <a:lnTo>
                  <a:pt x="3669" y="2138"/>
                </a:lnTo>
                <a:lnTo>
                  <a:pt x="3670" y="2139"/>
                </a:lnTo>
                <a:lnTo>
                  <a:pt x="3669" y="2140"/>
                </a:lnTo>
                <a:lnTo>
                  <a:pt x="3669" y="2141"/>
                </a:lnTo>
                <a:lnTo>
                  <a:pt x="3669" y="2142"/>
                </a:lnTo>
                <a:lnTo>
                  <a:pt x="3670" y="2142"/>
                </a:lnTo>
                <a:lnTo>
                  <a:pt x="3670" y="2143"/>
                </a:lnTo>
                <a:lnTo>
                  <a:pt x="3669" y="2143"/>
                </a:lnTo>
                <a:lnTo>
                  <a:pt x="3669" y="2144"/>
                </a:lnTo>
                <a:lnTo>
                  <a:pt x="3668" y="2143"/>
                </a:lnTo>
                <a:lnTo>
                  <a:pt x="3668" y="2142"/>
                </a:lnTo>
                <a:lnTo>
                  <a:pt x="3667" y="2142"/>
                </a:lnTo>
                <a:lnTo>
                  <a:pt x="3667" y="2144"/>
                </a:lnTo>
                <a:lnTo>
                  <a:pt x="3668" y="2145"/>
                </a:lnTo>
                <a:lnTo>
                  <a:pt x="3669" y="2145"/>
                </a:lnTo>
                <a:lnTo>
                  <a:pt x="3669" y="2146"/>
                </a:lnTo>
                <a:lnTo>
                  <a:pt x="3669" y="2147"/>
                </a:lnTo>
                <a:lnTo>
                  <a:pt x="3668" y="2149"/>
                </a:lnTo>
                <a:lnTo>
                  <a:pt x="3666" y="2150"/>
                </a:lnTo>
                <a:lnTo>
                  <a:pt x="3666" y="2149"/>
                </a:lnTo>
                <a:lnTo>
                  <a:pt x="3665" y="2149"/>
                </a:lnTo>
                <a:lnTo>
                  <a:pt x="3664" y="2149"/>
                </a:lnTo>
                <a:lnTo>
                  <a:pt x="3664" y="2150"/>
                </a:lnTo>
                <a:lnTo>
                  <a:pt x="3664" y="2152"/>
                </a:lnTo>
                <a:lnTo>
                  <a:pt x="3664" y="2153"/>
                </a:lnTo>
                <a:lnTo>
                  <a:pt x="3664" y="2154"/>
                </a:lnTo>
                <a:lnTo>
                  <a:pt x="3664" y="2155"/>
                </a:lnTo>
                <a:lnTo>
                  <a:pt x="3665" y="2155"/>
                </a:lnTo>
                <a:lnTo>
                  <a:pt x="3665" y="2156"/>
                </a:lnTo>
                <a:lnTo>
                  <a:pt x="3664" y="2156"/>
                </a:lnTo>
                <a:lnTo>
                  <a:pt x="3664" y="2155"/>
                </a:lnTo>
                <a:lnTo>
                  <a:pt x="3663" y="2155"/>
                </a:lnTo>
                <a:lnTo>
                  <a:pt x="3663" y="2154"/>
                </a:lnTo>
                <a:lnTo>
                  <a:pt x="3662" y="2154"/>
                </a:lnTo>
                <a:lnTo>
                  <a:pt x="3662" y="2155"/>
                </a:lnTo>
                <a:lnTo>
                  <a:pt x="3662" y="2156"/>
                </a:lnTo>
                <a:lnTo>
                  <a:pt x="3661" y="2156"/>
                </a:lnTo>
                <a:lnTo>
                  <a:pt x="3661" y="2155"/>
                </a:lnTo>
                <a:lnTo>
                  <a:pt x="3660" y="2155"/>
                </a:lnTo>
                <a:lnTo>
                  <a:pt x="3659" y="2155"/>
                </a:lnTo>
                <a:lnTo>
                  <a:pt x="3659" y="2156"/>
                </a:lnTo>
                <a:lnTo>
                  <a:pt x="3659" y="2157"/>
                </a:lnTo>
                <a:lnTo>
                  <a:pt x="3658" y="2158"/>
                </a:lnTo>
                <a:lnTo>
                  <a:pt x="3658" y="2160"/>
                </a:lnTo>
                <a:lnTo>
                  <a:pt x="3658" y="2162"/>
                </a:lnTo>
                <a:lnTo>
                  <a:pt x="3658" y="2163"/>
                </a:lnTo>
                <a:lnTo>
                  <a:pt x="3657" y="2164"/>
                </a:lnTo>
                <a:lnTo>
                  <a:pt x="3656" y="2164"/>
                </a:lnTo>
                <a:lnTo>
                  <a:pt x="3656" y="2163"/>
                </a:lnTo>
                <a:lnTo>
                  <a:pt x="3656" y="2162"/>
                </a:lnTo>
                <a:lnTo>
                  <a:pt x="3656" y="2161"/>
                </a:lnTo>
                <a:lnTo>
                  <a:pt x="3654" y="2164"/>
                </a:lnTo>
                <a:lnTo>
                  <a:pt x="3654" y="2165"/>
                </a:lnTo>
                <a:lnTo>
                  <a:pt x="3653" y="2165"/>
                </a:lnTo>
                <a:lnTo>
                  <a:pt x="3651" y="2167"/>
                </a:lnTo>
                <a:lnTo>
                  <a:pt x="3650" y="2168"/>
                </a:lnTo>
                <a:lnTo>
                  <a:pt x="3650" y="2167"/>
                </a:lnTo>
                <a:lnTo>
                  <a:pt x="3649" y="2167"/>
                </a:lnTo>
                <a:lnTo>
                  <a:pt x="3648" y="2168"/>
                </a:lnTo>
                <a:lnTo>
                  <a:pt x="3648" y="2170"/>
                </a:lnTo>
                <a:lnTo>
                  <a:pt x="3648" y="2171"/>
                </a:lnTo>
                <a:lnTo>
                  <a:pt x="3647" y="2171"/>
                </a:lnTo>
                <a:lnTo>
                  <a:pt x="3647" y="2172"/>
                </a:lnTo>
                <a:lnTo>
                  <a:pt x="3646" y="2173"/>
                </a:lnTo>
                <a:lnTo>
                  <a:pt x="3646" y="2174"/>
                </a:lnTo>
                <a:lnTo>
                  <a:pt x="3646" y="2175"/>
                </a:lnTo>
                <a:lnTo>
                  <a:pt x="3646" y="2176"/>
                </a:lnTo>
                <a:lnTo>
                  <a:pt x="3645" y="2176"/>
                </a:lnTo>
                <a:lnTo>
                  <a:pt x="3645" y="2177"/>
                </a:lnTo>
                <a:lnTo>
                  <a:pt x="3644" y="2178"/>
                </a:lnTo>
                <a:lnTo>
                  <a:pt x="3644" y="2179"/>
                </a:lnTo>
                <a:lnTo>
                  <a:pt x="3643" y="2179"/>
                </a:lnTo>
                <a:lnTo>
                  <a:pt x="3642" y="2179"/>
                </a:lnTo>
                <a:lnTo>
                  <a:pt x="3641" y="2179"/>
                </a:lnTo>
                <a:lnTo>
                  <a:pt x="3640" y="2179"/>
                </a:lnTo>
                <a:lnTo>
                  <a:pt x="3639" y="2179"/>
                </a:lnTo>
                <a:lnTo>
                  <a:pt x="3639" y="2180"/>
                </a:lnTo>
                <a:lnTo>
                  <a:pt x="3638" y="2180"/>
                </a:lnTo>
                <a:lnTo>
                  <a:pt x="3637" y="2179"/>
                </a:lnTo>
                <a:lnTo>
                  <a:pt x="3635" y="2177"/>
                </a:lnTo>
                <a:lnTo>
                  <a:pt x="3634" y="2176"/>
                </a:lnTo>
                <a:lnTo>
                  <a:pt x="3633" y="2174"/>
                </a:lnTo>
                <a:lnTo>
                  <a:pt x="3633" y="2173"/>
                </a:lnTo>
                <a:lnTo>
                  <a:pt x="3633" y="2172"/>
                </a:lnTo>
                <a:lnTo>
                  <a:pt x="3632" y="2172"/>
                </a:lnTo>
                <a:lnTo>
                  <a:pt x="3632" y="2173"/>
                </a:lnTo>
                <a:lnTo>
                  <a:pt x="3631" y="2173"/>
                </a:lnTo>
                <a:lnTo>
                  <a:pt x="3629" y="2172"/>
                </a:lnTo>
                <a:lnTo>
                  <a:pt x="3628" y="2170"/>
                </a:lnTo>
                <a:lnTo>
                  <a:pt x="3627" y="2170"/>
                </a:lnTo>
                <a:lnTo>
                  <a:pt x="3626" y="2169"/>
                </a:lnTo>
                <a:lnTo>
                  <a:pt x="3626" y="2168"/>
                </a:lnTo>
                <a:lnTo>
                  <a:pt x="3627" y="2168"/>
                </a:lnTo>
                <a:lnTo>
                  <a:pt x="3627" y="2167"/>
                </a:lnTo>
                <a:lnTo>
                  <a:pt x="3628" y="2167"/>
                </a:lnTo>
                <a:lnTo>
                  <a:pt x="3627" y="2167"/>
                </a:lnTo>
                <a:lnTo>
                  <a:pt x="3627" y="2166"/>
                </a:lnTo>
                <a:lnTo>
                  <a:pt x="3627" y="2165"/>
                </a:lnTo>
                <a:lnTo>
                  <a:pt x="3626" y="2166"/>
                </a:lnTo>
                <a:lnTo>
                  <a:pt x="3626" y="2167"/>
                </a:lnTo>
                <a:lnTo>
                  <a:pt x="3625" y="2167"/>
                </a:lnTo>
                <a:lnTo>
                  <a:pt x="3625" y="2168"/>
                </a:lnTo>
                <a:lnTo>
                  <a:pt x="3625" y="2169"/>
                </a:lnTo>
                <a:lnTo>
                  <a:pt x="3624" y="2169"/>
                </a:lnTo>
                <a:lnTo>
                  <a:pt x="3624" y="2170"/>
                </a:lnTo>
                <a:lnTo>
                  <a:pt x="3623" y="2171"/>
                </a:lnTo>
                <a:lnTo>
                  <a:pt x="3622" y="2172"/>
                </a:lnTo>
                <a:lnTo>
                  <a:pt x="3621" y="2172"/>
                </a:lnTo>
                <a:lnTo>
                  <a:pt x="3620" y="2172"/>
                </a:lnTo>
                <a:lnTo>
                  <a:pt x="3619" y="2172"/>
                </a:lnTo>
                <a:lnTo>
                  <a:pt x="3618" y="2173"/>
                </a:lnTo>
                <a:lnTo>
                  <a:pt x="3617" y="2174"/>
                </a:lnTo>
                <a:lnTo>
                  <a:pt x="3616" y="2174"/>
                </a:lnTo>
                <a:lnTo>
                  <a:pt x="3615" y="2173"/>
                </a:lnTo>
                <a:lnTo>
                  <a:pt x="3614" y="2173"/>
                </a:lnTo>
                <a:lnTo>
                  <a:pt x="3613" y="2173"/>
                </a:lnTo>
                <a:lnTo>
                  <a:pt x="3613" y="2174"/>
                </a:lnTo>
                <a:lnTo>
                  <a:pt x="3614" y="2174"/>
                </a:lnTo>
                <a:lnTo>
                  <a:pt x="3613" y="2175"/>
                </a:lnTo>
                <a:lnTo>
                  <a:pt x="3612" y="2175"/>
                </a:lnTo>
                <a:lnTo>
                  <a:pt x="3612" y="2174"/>
                </a:lnTo>
                <a:lnTo>
                  <a:pt x="3611" y="2173"/>
                </a:lnTo>
                <a:lnTo>
                  <a:pt x="3610" y="2173"/>
                </a:lnTo>
                <a:lnTo>
                  <a:pt x="3609" y="2173"/>
                </a:lnTo>
                <a:lnTo>
                  <a:pt x="3608" y="2173"/>
                </a:lnTo>
                <a:lnTo>
                  <a:pt x="3608" y="2174"/>
                </a:lnTo>
                <a:lnTo>
                  <a:pt x="3608" y="2175"/>
                </a:lnTo>
                <a:lnTo>
                  <a:pt x="3607" y="2176"/>
                </a:lnTo>
                <a:lnTo>
                  <a:pt x="3605" y="2177"/>
                </a:lnTo>
                <a:lnTo>
                  <a:pt x="3604" y="2177"/>
                </a:lnTo>
                <a:lnTo>
                  <a:pt x="3604" y="2178"/>
                </a:lnTo>
                <a:lnTo>
                  <a:pt x="3603" y="2178"/>
                </a:lnTo>
                <a:lnTo>
                  <a:pt x="3602" y="2178"/>
                </a:lnTo>
                <a:lnTo>
                  <a:pt x="3602" y="2177"/>
                </a:lnTo>
                <a:lnTo>
                  <a:pt x="3601" y="2177"/>
                </a:lnTo>
                <a:lnTo>
                  <a:pt x="3601" y="2176"/>
                </a:lnTo>
                <a:lnTo>
                  <a:pt x="3599" y="2176"/>
                </a:lnTo>
                <a:lnTo>
                  <a:pt x="3600" y="2177"/>
                </a:lnTo>
                <a:lnTo>
                  <a:pt x="3600" y="2178"/>
                </a:lnTo>
                <a:lnTo>
                  <a:pt x="3599" y="2178"/>
                </a:lnTo>
                <a:lnTo>
                  <a:pt x="3599" y="2179"/>
                </a:lnTo>
                <a:lnTo>
                  <a:pt x="3597" y="2179"/>
                </a:lnTo>
                <a:lnTo>
                  <a:pt x="3596" y="2179"/>
                </a:lnTo>
                <a:lnTo>
                  <a:pt x="3596" y="2180"/>
                </a:lnTo>
                <a:lnTo>
                  <a:pt x="3595" y="2180"/>
                </a:lnTo>
                <a:lnTo>
                  <a:pt x="3596" y="2180"/>
                </a:lnTo>
                <a:lnTo>
                  <a:pt x="3596" y="2181"/>
                </a:lnTo>
                <a:lnTo>
                  <a:pt x="3596" y="2182"/>
                </a:lnTo>
                <a:lnTo>
                  <a:pt x="3596" y="2184"/>
                </a:lnTo>
                <a:lnTo>
                  <a:pt x="3595" y="2184"/>
                </a:lnTo>
                <a:lnTo>
                  <a:pt x="3594" y="2184"/>
                </a:lnTo>
                <a:lnTo>
                  <a:pt x="3594" y="2183"/>
                </a:lnTo>
                <a:lnTo>
                  <a:pt x="3593" y="2183"/>
                </a:lnTo>
                <a:lnTo>
                  <a:pt x="3592" y="2183"/>
                </a:lnTo>
                <a:lnTo>
                  <a:pt x="3591" y="2183"/>
                </a:lnTo>
                <a:lnTo>
                  <a:pt x="3591" y="2184"/>
                </a:lnTo>
                <a:lnTo>
                  <a:pt x="3590" y="2185"/>
                </a:lnTo>
                <a:lnTo>
                  <a:pt x="3590" y="2186"/>
                </a:lnTo>
                <a:lnTo>
                  <a:pt x="3589" y="2187"/>
                </a:lnTo>
                <a:lnTo>
                  <a:pt x="3588" y="2187"/>
                </a:lnTo>
                <a:lnTo>
                  <a:pt x="3587" y="2188"/>
                </a:lnTo>
                <a:lnTo>
                  <a:pt x="3586" y="2188"/>
                </a:lnTo>
                <a:lnTo>
                  <a:pt x="3585" y="2189"/>
                </a:lnTo>
                <a:lnTo>
                  <a:pt x="3585" y="2190"/>
                </a:lnTo>
                <a:lnTo>
                  <a:pt x="3586" y="2190"/>
                </a:lnTo>
                <a:lnTo>
                  <a:pt x="3587" y="2191"/>
                </a:lnTo>
                <a:lnTo>
                  <a:pt x="3586" y="2192"/>
                </a:lnTo>
                <a:lnTo>
                  <a:pt x="3586" y="2193"/>
                </a:lnTo>
                <a:lnTo>
                  <a:pt x="3586" y="2194"/>
                </a:lnTo>
                <a:lnTo>
                  <a:pt x="3586" y="2195"/>
                </a:lnTo>
                <a:lnTo>
                  <a:pt x="3586" y="2196"/>
                </a:lnTo>
                <a:lnTo>
                  <a:pt x="3585" y="2197"/>
                </a:lnTo>
                <a:lnTo>
                  <a:pt x="3585" y="2198"/>
                </a:lnTo>
                <a:lnTo>
                  <a:pt x="3584" y="2198"/>
                </a:lnTo>
                <a:lnTo>
                  <a:pt x="3584" y="2199"/>
                </a:lnTo>
                <a:lnTo>
                  <a:pt x="3584" y="2200"/>
                </a:lnTo>
                <a:lnTo>
                  <a:pt x="3583" y="2200"/>
                </a:lnTo>
                <a:lnTo>
                  <a:pt x="3582" y="2200"/>
                </a:lnTo>
                <a:lnTo>
                  <a:pt x="3582" y="2201"/>
                </a:lnTo>
                <a:lnTo>
                  <a:pt x="3581" y="2201"/>
                </a:lnTo>
                <a:lnTo>
                  <a:pt x="3581" y="2202"/>
                </a:lnTo>
                <a:lnTo>
                  <a:pt x="3580" y="2202"/>
                </a:lnTo>
                <a:lnTo>
                  <a:pt x="3579" y="2201"/>
                </a:lnTo>
                <a:lnTo>
                  <a:pt x="3579" y="2202"/>
                </a:lnTo>
                <a:lnTo>
                  <a:pt x="3580" y="2202"/>
                </a:lnTo>
                <a:lnTo>
                  <a:pt x="3579" y="2203"/>
                </a:lnTo>
                <a:lnTo>
                  <a:pt x="3578" y="2204"/>
                </a:lnTo>
                <a:lnTo>
                  <a:pt x="3576" y="2204"/>
                </a:lnTo>
                <a:lnTo>
                  <a:pt x="3575" y="2204"/>
                </a:lnTo>
                <a:lnTo>
                  <a:pt x="3574" y="2205"/>
                </a:lnTo>
                <a:lnTo>
                  <a:pt x="3574" y="2207"/>
                </a:lnTo>
                <a:lnTo>
                  <a:pt x="3573" y="2208"/>
                </a:lnTo>
                <a:lnTo>
                  <a:pt x="3572" y="2208"/>
                </a:lnTo>
                <a:lnTo>
                  <a:pt x="3572" y="2209"/>
                </a:lnTo>
                <a:lnTo>
                  <a:pt x="3571" y="2209"/>
                </a:lnTo>
                <a:lnTo>
                  <a:pt x="3570" y="2210"/>
                </a:lnTo>
                <a:lnTo>
                  <a:pt x="3570" y="2211"/>
                </a:lnTo>
                <a:lnTo>
                  <a:pt x="3571" y="2211"/>
                </a:lnTo>
                <a:lnTo>
                  <a:pt x="3571" y="2213"/>
                </a:lnTo>
                <a:lnTo>
                  <a:pt x="3570" y="2214"/>
                </a:lnTo>
                <a:lnTo>
                  <a:pt x="3569" y="2215"/>
                </a:lnTo>
                <a:lnTo>
                  <a:pt x="3569" y="2216"/>
                </a:lnTo>
                <a:lnTo>
                  <a:pt x="3568" y="2217"/>
                </a:lnTo>
                <a:lnTo>
                  <a:pt x="3567" y="2217"/>
                </a:lnTo>
                <a:lnTo>
                  <a:pt x="3567" y="2218"/>
                </a:lnTo>
                <a:lnTo>
                  <a:pt x="3566" y="2218"/>
                </a:lnTo>
                <a:lnTo>
                  <a:pt x="3567" y="2218"/>
                </a:lnTo>
                <a:lnTo>
                  <a:pt x="3567" y="2219"/>
                </a:lnTo>
                <a:lnTo>
                  <a:pt x="3567" y="2221"/>
                </a:lnTo>
                <a:lnTo>
                  <a:pt x="3566" y="2221"/>
                </a:lnTo>
                <a:lnTo>
                  <a:pt x="3565" y="2221"/>
                </a:lnTo>
                <a:lnTo>
                  <a:pt x="3565" y="2220"/>
                </a:lnTo>
                <a:lnTo>
                  <a:pt x="3564" y="2221"/>
                </a:lnTo>
                <a:lnTo>
                  <a:pt x="3564" y="2222"/>
                </a:lnTo>
                <a:lnTo>
                  <a:pt x="3564" y="2223"/>
                </a:lnTo>
                <a:lnTo>
                  <a:pt x="3563" y="2224"/>
                </a:lnTo>
                <a:lnTo>
                  <a:pt x="3563" y="2225"/>
                </a:lnTo>
                <a:lnTo>
                  <a:pt x="3562" y="2226"/>
                </a:lnTo>
                <a:lnTo>
                  <a:pt x="3561" y="2226"/>
                </a:lnTo>
                <a:lnTo>
                  <a:pt x="3560" y="2225"/>
                </a:lnTo>
                <a:lnTo>
                  <a:pt x="3560" y="2226"/>
                </a:lnTo>
                <a:lnTo>
                  <a:pt x="3559" y="2226"/>
                </a:lnTo>
                <a:lnTo>
                  <a:pt x="3558" y="2227"/>
                </a:lnTo>
                <a:lnTo>
                  <a:pt x="3557" y="2230"/>
                </a:lnTo>
                <a:lnTo>
                  <a:pt x="3557" y="2231"/>
                </a:lnTo>
                <a:lnTo>
                  <a:pt x="3556" y="2232"/>
                </a:lnTo>
                <a:lnTo>
                  <a:pt x="3555" y="2232"/>
                </a:lnTo>
                <a:lnTo>
                  <a:pt x="3554" y="2232"/>
                </a:lnTo>
                <a:lnTo>
                  <a:pt x="3553" y="2231"/>
                </a:lnTo>
                <a:lnTo>
                  <a:pt x="3552" y="2233"/>
                </a:lnTo>
                <a:lnTo>
                  <a:pt x="3551" y="2233"/>
                </a:lnTo>
                <a:lnTo>
                  <a:pt x="3552" y="2234"/>
                </a:lnTo>
                <a:lnTo>
                  <a:pt x="3552" y="2235"/>
                </a:lnTo>
                <a:lnTo>
                  <a:pt x="3551" y="2235"/>
                </a:lnTo>
                <a:lnTo>
                  <a:pt x="3550" y="2235"/>
                </a:lnTo>
                <a:lnTo>
                  <a:pt x="3549" y="2235"/>
                </a:lnTo>
                <a:lnTo>
                  <a:pt x="3549" y="2234"/>
                </a:lnTo>
                <a:lnTo>
                  <a:pt x="3548" y="2234"/>
                </a:lnTo>
                <a:lnTo>
                  <a:pt x="3547" y="2234"/>
                </a:lnTo>
                <a:lnTo>
                  <a:pt x="3547" y="2233"/>
                </a:lnTo>
                <a:lnTo>
                  <a:pt x="3548" y="2233"/>
                </a:lnTo>
                <a:lnTo>
                  <a:pt x="3548" y="2232"/>
                </a:lnTo>
                <a:lnTo>
                  <a:pt x="3547" y="2232"/>
                </a:lnTo>
                <a:lnTo>
                  <a:pt x="3546" y="2232"/>
                </a:lnTo>
                <a:lnTo>
                  <a:pt x="3546" y="2233"/>
                </a:lnTo>
                <a:lnTo>
                  <a:pt x="3546" y="2232"/>
                </a:lnTo>
                <a:lnTo>
                  <a:pt x="3545" y="2232"/>
                </a:lnTo>
                <a:lnTo>
                  <a:pt x="3544" y="2232"/>
                </a:lnTo>
                <a:lnTo>
                  <a:pt x="3543" y="2232"/>
                </a:lnTo>
                <a:lnTo>
                  <a:pt x="3542" y="2233"/>
                </a:lnTo>
                <a:lnTo>
                  <a:pt x="3541" y="2233"/>
                </a:lnTo>
                <a:lnTo>
                  <a:pt x="3540" y="2232"/>
                </a:lnTo>
                <a:lnTo>
                  <a:pt x="3540" y="2231"/>
                </a:lnTo>
                <a:lnTo>
                  <a:pt x="3539" y="2231"/>
                </a:lnTo>
                <a:lnTo>
                  <a:pt x="3539" y="2230"/>
                </a:lnTo>
                <a:lnTo>
                  <a:pt x="3537" y="2230"/>
                </a:lnTo>
                <a:lnTo>
                  <a:pt x="3536" y="2230"/>
                </a:lnTo>
                <a:lnTo>
                  <a:pt x="3535" y="2230"/>
                </a:lnTo>
                <a:lnTo>
                  <a:pt x="3535" y="2231"/>
                </a:lnTo>
                <a:lnTo>
                  <a:pt x="3534" y="2231"/>
                </a:lnTo>
                <a:lnTo>
                  <a:pt x="3533" y="2232"/>
                </a:lnTo>
                <a:lnTo>
                  <a:pt x="3532" y="2232"/>
                </a:lnTo>
                <a:lnTo>
                  <a:pt x="3532" y="2233"/>
                </a:lnTo>
                <a:lnTo>
                  <a:pt x="3531" y="2233"/>
                </a:lnTo>
                <a:lnTo>
                  <a:pt x="3530" y="2233"/>
                </a:lnTo>
                <a:lnTo>
                  <a:pt x="3529" y="2233"/>
                </a:lnTo>
                <a:lnTo>
                  <a:pt x="3528" y="2233"/>
                </a:lnTo>
                <a:lnTo>
                  <a:pt x="3529" y="2234"/>
                </a:lnTo>
                <a:lnTo>
                  <a:pt x="3529" y="2235"/>
                </a:lnTo>
                <a:lnTo>
                  <a:pt x="3530" y="2236"/>
                </a:lnTo>
                <a:lnTo>
                  <a:pt x="3530" y="2237"/>
                </a:lnTo>
                <a:lnTo>
                  <a:pt x="3530" y="2238"/>
                </a:lnTo>
                <a:lnTo>
                  <a:pt x="3530" y="2239"/>
                </a:lnTo>
                <a:lnTo>
                  <a:pt x="3529" y="2239"/>
                </a:lnTo>
                <a:lnTo>
                  <a:pt x="3529" y="2238"/>
                </a:lnTo>
                <a:lnTo>
                  <a:pt x="3528" y="2238"/>
                </a:lnTo>
                <a:lnTo>
                  <a:pt x="3527" y="2238"/>
                </a:lnTo>
                <a:lnTo>
                  <a:pt x="3527" y="2237"/>
                </a:lnTo>
                <a:lnTo>
                  <a:pt x="3526" y="2238"/>
                </a:lnTo>
                <a:lnTo>
                  <a:pt x="3525" y="2238"/>
                </a:lnTo>
                <a:lnTo>
                  <a:pt x="3525" y="2237"/>
                </a:lnTo>
                <a:lnTo>
                  <a:pt x="3525" y="2238"/>
                </a:lnTo>
                <a:lnTo>
                  <a:pt x="3524" y="2238"/>
                </a:lnTo>
                <a:lnTo>
                  <a:pt x="3523" y="2238"/>
                </a:lnTo>
                <a:lnTo>
                  <a:pt x="3523" y="2239"/>
                </a:lnTo>
                <a:lnTo>
                  <a:pt x="3522" y="2239"/>
                </a:lnTo>
                <a:lnTo>
                  <a:pt x="3522" y="2238"/>
                </a:lnTo>
                <a:lnTo>
                  <a:pt x="3521" y="2238"/>
                </a:lnTo>
                <a:lnTo>
                  <a:pt x="3521" y="2241"/>
                </a:lnTo>
                <a:lnTo>
                  <a:pt x="3521" y="2242"/>
                </a:lnTo>
                <a:lnTo>
                  <a:pt x="3522" y="2243"/>
                </a:lnTo>
                <a:lnTo>
                  <a:pt x="3521" y="2244"/>
                </a:lnTo>
                <a:lnTo>
                  <a:pt x="3520" y="2243"/>
                </a:lnTo>
                <a:lnTo>
                  <a:pt x="3520" y="2242"/>
                </a:lnTo>
                <a:lnTo>
                  <a:pt x="3519" y="2242"/>
                </a:lnTo>
                <a:lnTo>
                  <a:pt x="3518" y="2242"/>
                </a:lnTo>
                <a:lnTo>
                  <a:pt x="3517" y="2242"/>
                </a:lnTo>
                <a:lnTo>
                  <a:pt x="3517" y="2243"/>
                </a:lnTo>
                <a:lnTo>
                  <a:pt x="3516" y="2243"/>
                </a:lnTo>
                <a:lnTo>
                  <a:pt x="3516" y="2244"/>
                </a:lnTo>
                <a:lnTo>
                  <a:pt x="3517" y="2245"/>
                </a:lnTo>
                <a:lnTo>
                  <a:pt x="3517" y="2246"/>
                </a:lnTo>
                <a:lnTo>
                  <a:pt x="3516" y="2246"/>
                </a:lnTo>
                <a:lnTo>
                  <a:pt x="3515" y="2246"/>
                </a:lnTo>
                <a:lnTo>
                  <a:pt x="3514" y="2246"/>
                </a:lnTo>
                <a:lnTo>
                  <a:pt x="3512" y="2246"/>
                </a:lnTo>
                <a:lnTo>
                  <a:pt x="3511" y="2246"/>
                </a:lnTo>
                <a:lnTo>
                  <a:pt x="3510" y="2246"/>
                </a:lnTo>
                <a:lnTo>
                  <a:pt x="3509" y="2246"/>
                </a:lnTo>
                <a:lnTo>
                  <a:pt x="3508" y="2246"/>
                </a:lnTo>
                <a:lnTo>
                  <a:pt x="3508" y="2247"/>
                </a:lnTo>
                <a:lnTo>
                  <a:pt x="3508" y="2248"/>
                </a:lnTo>
                <a:lnTo>
                  <a:pt x="3508" y="2249"/>
                </a:lnTo>
                <a:lnTo>
                  <a:pt x="3507" y="2250"/>
                </a:lnTo>
                <a:lnTo>
                  <a:pt x="3507" y="2251"/>
                </a:lnTo>
                <a:lnTo>
                  <a:pt x="3506" y="2251"/>
                </a:lnTo>
                <a:lnTo>
                  <a:pt x="3505" y="2251"/>
                </a:lnTo>
                <a:lnTo>
                  <a:pt x="3504" y="2251"/>
                </a:lnTo>
                <a:lnTo>
                  <a:pt x="3504" y="2252"/>
                </a:lnTo>
                <a:lnTo>
                  <a:pt x="3504" y="2253"/>
                </a:lnTo>
                <a:lnTo>
                  <a:pt x="3503" y="2253"/>
                </a:lnTo>
                <a:lnTo>
                  <a:pt x="3503" y="2254"/>
                </a:lnTo>
                <a:lnTo>
                  <a:pt x="3503" y="2255"/>
                </a:lnTo>
                <a:lnTo>
                  <a:pt x="3502" y="2256"/>
                </a:lnTo>
                <a:lnTo>
                  <a:pt x="3501" y="2256"/>
                </a:lnTo>
                <a:lnTo>
                  <a:pt x="3501" y="2257"/>
                </a:lnTo>
                <a:lnTo>
                  <a:pt x="3500" y="2257"/>
                </a:lnTo>
                <a:lnTo>
                  <a:pt x="3499" y="2258"/>
                </a:lnTo>
                <a:lnTo>
                  <a:pt x="3498" y="2258"/>
                </a:lnTo>
                <a:lnTo>
                  <a:pt x="3498" y="2259"/>
                </a:lnTo>
                <a:lnTo>
                  <a:pt x="3498" y="2260"/>
                </a:lnTo>
                <a:lnTo>
                  <a:pt x="3497" y="2260"/>
                </a:lnTo>
                <a:lnTo>
                  <a:pt x="3496" y="2260"/>
                </a:lnTo>
                <a:lnTo>
                  <a:pt x="3495" y="2260"/>
                </a:lnTo>
                <a:lnTo>
                  <a:pt x="3495" y="2261"/>
                </a:lnTo>
                <a:lnTo>
                  <a:pt x="3492" y="2263"/>
                </a:lnTo>
                <a:lnTo>
                  <a:pt x="3492" y="2262"/>
                </a:lnTo>
                <a:lnTo>
                  <a:pt x="3491" y="2262"/>
                </a:lnTo>
                <a:lnTo>
                  <a:pt x="3490" y="2261"/>
                </a:lnTo>
                <a:lnTo>
                  <a:pt x="3489" y="2262"/>
                </a:lnTo>
                <a:lnTo>
                  <a:pt x="3489" y="2261"/>
                </a:lnTo>
                <a:lnTo>
                  <a:pt x="3488" y="2261"/>
                </a:lnTo>
                <a:lnTo>
                  <a:pt x="3488" y="2262"/>
                </a:lnTo>
                <a:lnTo>
                  <a:pt x="3487" y="2263"/>
                </a:lnTo>
                <a:lnTo>
                  <a:pt x="3487" y="2264"/>
                </a:lnTo>
                <a:lnTo>
                  <a:pt x="3486" y="2264"/>
                </a:lnTo>
                <a:lnTo>
                  <a:pt x="3486" y="2265"/>
                </a:lnTo>
                <a:lnTo>
                  <a:pt x="3486" y="2266"/>
                </a:lnTo>
                <a:lnTo>
                  <a:pt x="3485" y="2266"/>
                </a:lnTo>
                <a:lnTo>
                  <a:pt x="3485" y="2267"/>
                </a:lnTo>
                <a:lnTo>
                  <a:pt x="3484" y="2267"/>
                </a:lnTo>
                <a:lnTo>
                  <a:pt x="3483" y="2267"/>
                </a:lnTo>
                <a:lnTo>
                  <a:pt x="3482" y="2267"/>
                </a:lnTo>
                <a:lnTo>
                  <a:pt x="3482" y="2268"/>
                </a:lnTo>
                <a:lnTo>
                  <a:pt x="3481" y="2268"/>
                </a:lnTo>
                <a:lnTo>
                  <a:pt x="3481" y="2269"/>
                </a:lnTo>
                <a:lnTo>
                  <a:pt x="3480" y="2270"/>
                </a:lnTo>
                <a:lnTo>
                  <a:pt x="3479" y="2270"/>
                </a:lnTo>
                <a:lnTo>
                  <a:pt x="3478" y="2270"/>
                </a:lnTo>
                <a:lnTo>
                  <a:pt x="3478" y="2271"/>
                </a:lnTo>
                <a:lnTo>
                  <a:pt x="3477" y="2272"/>
                </a:lnTo>
                <a:lnTo>
                  <a:pt x="3476" y="2273"/>
                </a:lnTo>
                <a:lnTo>
                  <a:pt x="3475" y="2273"/>
                </a:lnTo>
                <a:lnTo>
                  <a:pt x="3475" y="2274"/>
                </a:lnTo>
                <a:lnTo>
                  <a:pt x="3474" y="2275"/>
                </a:lnTo>
                <a:lnTo>
                  <a:pt x="3473" y="2275"/>
                </a:lnTo>
                <a:lnTo>
                  <a:pt x="3473" y="2276"/>
                </a:lnTo>
                <a:lnTo>
                  <a:pt x="3473" y="2277"/>
                </a:lnTo>
                <a:lnTo>
                  <a:pt x="3472" y="2277"/>
                </a:lnTo>
                <a:lnTo>
                  <a:pt x="3473" y="2278"/>
                </a:lnTo>
                <a:lnTo>
                  <a:pt x="3474" y="2279"/>
                </a:lnTo>
                <a:lnTo>
                  <a:pt x="3475" y="2279"/>
                </a:lnTo>
                <a:lnTo>
                  <a:pt x="3475" y="2278"/>
                </a:lnTo>
                <a:lnTo>
                  <a:pt x="3476" y="2278"/>
                </a:lnTo>
                <a:lnTo>
                  <a:pt x="3477" y="2279"/>
                </a:lnTo>
                <a:lnTo>
                  <a:pt x="3477" y="2280"/>
                </a:lnTo>
                <a:lnTo>
                  <a:pt x="3476" y="2280"/>
                </a:lnTo>
                <a:lnTo>
                  <a:pt x="3475" y="2280"/>
                </a:lnTo>
                <a:lnTo>
                  <a:pt x="3475" y="2281"/>
                </a:lnTo>
                <a:lnTo>
                  <a:pt x="3476" y="2281"/>
                </a:lnTo>
                <a:lnTo>
                  <a:pt x="3477" y="2282"/>
                </a:lnTo>
                <a:lnTo>
                  <a:pt x="3477" y="2283"/>
                </a:lnTo>
                <a:lnTo>
                  <a:pt x="3477" y="2284"/>
                </a:lnTo>
                <a:lnTo>
                  <a:pt x="3476" y="2284"/>
                </a:lnTo>
                <a:lnTo>
                  <a:pt x="3476" y="2285"/>
                </a:lnTo>
                <a:lnTo>
                  <a:pt x="3475" y="2285"/>
                </a:lnTo>
                <a:lnTo>
                  <a:pt x="3474" y="2286"/>
                </a:lnTo>
                <a:lnTo>
                  <a:pt x="3473" y="2286"/>
                </a:lnTo>
                <a:lnTo>
                  <a:pt x="3472" y="2287"/>
                </a:lnTo>
                <a:lnTo>
                  <a:pt x="3471" y="2287"/>
                </a:lnTo>
                <a:lnTo>
                  <a:pt x="3471" y="2288"/>
                </a:lnTo>
                <a:lnTo>
                  <a:pt x="3471" y="2289"/>
                </a:lnTo>
                <a:lnTo>
                  <a:pt x="3472" y="2289"/>
                </a:lnTo>
                <a:lnTo>
                  <a:pt x="3472" y="2290"/>
                </a:lnTo>
                <a:lnTo>
                  <a:pt x="3472" y="2291"/>
                </a:lnTo>
                <a:lnTo>
                  <a:pt x="3473" y="2292"/>
                </a:lnTo>
                <a:lnTo>
                  <a:pt x="3473" y="2293"/>
                </a:lnTo>
                <a:lnTo>
                  <a:pt x="3472" y="2294"/>
                </a:lnTo>
                <a:lnTo>
                  <a:pt x="3473" y="2294"/>
                </a:lnTo>
                <a:lnTo>
                  <a:pt x="3473" y="2295"/>
                </a:lnTo>
                <a:lnTo>
                  <a:pt x="3473" y="2296"/>
                </a:lnTo>
                <a:lnTo>
                  <a:pt x="3472" y="2296"/>
                </a:lnTo>
                <a:lnTo>
                  <a:pt x="3472" y="2297"/>
                </a:lnTo>
                <a:lnTo>
                  <a:pt x="3471" y="2297"/>
                </a:lnTo>
                <a:lnTo>
                  <a:pt x="3471" y="2298"/>
                </a:lnTo>
                <a:lnTo>
                  <a:pt x="3470" y="2298"/>
                </a:lnTo>
                <a:lnTo>
                  <a:pt x="3469" y="2298"/>
                </a:lnTo>
                <a:lnTo>
                  <a:pt x="3469" y="2299"/>
                </a:lnTo>
                <a:lnTo>
                  <a:pt x="3468" y="2300"/>
                </a:lnTo>
                <a:lnTo>
                  <a:pt x="3468" y="2301"/>
                </a:lnTo>
                <a:lnTo>
                  <a:pt x="3469" y="2301"/>
                </a:lnTo>
                <a:lnTo>
                  <a:pt x="3469" y="2302"/>
                </a:lnTo>
                <a:lnTo>
                  <a:pt x="3469" y="2303"/>
                </a:lnTo>
                <a:lnTo>
                  <a:pt x="3468" y="2303"/>
                </a:lnTo>
                <a:lnTo>
                  <a:pt x="3466" y="2303"/>
                </a:lnTo>
                <a:lnTo>
                  <a:pt x="3465" y="2303"/>
                </a:lnTo>
                <a:lnTo>
                  <a:pt x="3464" y="2303"/>
                </a:lnTo>
                <a:lnTo>
                  <a:pt x="3464" y="2302"/>
                </a:lnTo>
                <a:lnTo>
                  <a:pt x="3463" y="2302"/>
                </a:lnTo>
                <a:lnTo>
                  <a:pt x="3462" y="2302"/>
                </a:lnTo>
                <a:lnTo>
                  <a:pt x="3461" y="2302"/>
                </a:lnTo>
                <a:lnTo>
                  <a:pt x="3461" y="2303"/>
                </a:lnTo>
                <a:lnTo>
                  <a:pt x="3460" y="2303"/>
                </a:lnTo>
                <a:lnTo>
                  <a:pt x="3460" y="2304"/>
                </a:lnTo>
                <a:lnTo>
                  <a:pt x="3459" y="2304"/>
                </a:lnTo>
                <a:lnTo>
                  <a:pt x="3459" y="2305"/>
                </a:lnTo>
                <a:lnTo>
                  <a:pt x="3458" y="2306"/>
                </a:lnTo>
                <a:lnTo>
                  <a:pt x="3457" y="2306"/>
                </a:lnTo>
                <a:lnTo>
                  <a:pt x="3457" y="2307"/>
                </a:lnTo>
                <a:lnTo>
                  <a:pt x="3457" y="2308"/>
                </a:lnTo>
                <a:lnTo>
                  <a:pt x="3457" y="2309"/>
                </a:lnTo>
                <a:lnTo>
                  <a:pt x="3456" y="2309"/>
                </a:lnTo>
                <a:lnTo>
                  <a:pt x="3456" y="2310"/>
                </a:lnTo>
                <a:lnTo>
                  <a:pt x="3454" y="2311"/>
                </a:lnTo>
                <a:lnTo>
                  <a:pt x="3454" y="2312"/>
                </a:lnTo>
                <a:lnTo>
                  <a:pt x="3454" y="2314"/>
                </a:lnTo>
                <a:lnTo>
                  <a:pt x="3455" y="2314"/>
                </a:lnTo>
                <a:lnTo>
                  <a:pt x="3455" y="2315"/>
                </a:lnTo>
                <a:lnTo>
                  <a:pt x="3454" y="2317"/>
                </a:lnTo>
                <a:lnTo>
                  <a:pt x="3453" y="2318"/>
                </a:lnTo>
                <a:lnTo>
                  <a:pt x="3454" y="2317"/>
                </a:lnTo>
                <a:lnTo>
                  <a:pt x="3454" y="2316"/>
                </a:lnTo>
                <a:lnTo>
                  <a:pt x="3454" y="2315"/>
                </a:lnTo>
                <a:lnTo>
                  <a:pt x="3452" y="2315"/>
                </a:lnTo>
                <a:lnTo>
                  <a:pt x="3451" y="2316"/>
                </a:lnTo>
                <a:lnTo>
                  <a:pt x="3450" y="2318"/>
                </a:lnTo>
                <a:lnTo>
                  <a:pt x="3451" y="2319"/>
                </a:lnTo>
                <a:lnTo>
                  <a:pt x="3452" y="2319"/>
                </a:lnTo>
                <a:lnTo>
                  <a:pt x="3451" y="2320"/>
                </a:lnTo>
                <a:lnTo>
                  <a:pt x="3450" y="2320"/>
                </a:lnTo>
                <a:lnTo>
                  <a:pt x="3450" y="2319"/>
                </a:lnTo>
                <a:lnTo>
                  <a:pt x="3450" y="2318"/>
                </a:lnTo>
                <a:lnTo>
                  <a:pt x="3449" y="2318"/>
                </a:lnTo>
                <a:lnTo>
                  <a:pt x="3449" y="2319"/>
                </a:lnTo>
                <a:lnTo>
                  <a:pt x="3449" y="2320"/>
                </a:lnTo>
                <a:lnTo>
                  <a:pt x="3448" y="2320"/>
                </a:lnTo>
                <a:lnTo>
                  <a:pt x="3449" y="2320"/>
                </a:lnTo>
                <a:lnTo>
                  <a:pt x="3449" y="2321"/>
                </a:lnTo>
                <a:lnTo>
                  <a:pt x="3449" y="2322"/>
                </a:lnTo>
                <a:lnTo>
                  <a:pt x="3448" y="2322"/>
                </a:lnTo>
                <a:lnTo>
                  <a:pt x="3448" y="2323"/>
                </a:lnTo>
                <a:lnTo>
                  <a:pt x="3449" y="2323"/>
                </a:lnTo>
                <a:lnTo>
                  <a:pt x="3450" y="2324"/>
                </a:lnTo>
                <a:lnTo>
                  <a:pt x="3451" y="2323"/>
                </a:lnTo>
                <a:lnTo>
                  <a:pt x="3452" y="2323"/>
                </a:lnTo>
                <a:lnTo>
                  <a:pt x="3453" y="2323"/>
                </a:lnTo>
                <a:lnTo>
                  <a:pt x="3453" y="2324"/>
                </a:lnTo>
                <a:lnTo>
                  <a:pt x="3454" y="2325"/>
                </a:lnTo>
                <a:lnTo>
                  <a:pt x="3453" y="2326"/>
                </a:lnTo>
                <a:lnTo>
                  <a:pt x="3453" y="2327"/>
                </a:lnTo>
                <a:lnTo>
                  <a:pt x="3452" y="2327"/>
                </a:lnTo>
                <a:lnTo>
                  <a:pt x="3451" y="2327"/>
                </a:lnTo>
                <a:lnTo>
                  <a:pt x="3448" y="2327"/>
                </a:lnTo>
                <a:lnTo>
                  <a:pt x="3447" y="2327"/>
                </a:lnTo>
                <a:lnTo>
                  <a:pt x="3446" y="2328"/>
                </a:lnTo>
                <a:lnTo>
                  <a:pt x="3446" y="2329"/>
                </a:lnTo>
                <a:lnTo>
                  <a:pt x="3446" y="2330"/>
                </a:lnTo>
                <a:lnTo>
                  <a:pt x="3445" y="2330"/>
                </a:lnTo>
                <a:lnTo>
                  <a:pt x="3445" y="2331"/>
                </a:lnTo>
                <a:lnTo>
                  <a:pt x="3444" y="2332"/>
                </a:lnTo>
                <a:lnTo>
                  <a:pt x="3444" y="2333"/>
                </a:lnTo>
                <a:lnTo>
                  <a:pt x="3443" y="2333"/>
                </a:lnTo>
                <a:lnTo>
                  <a:pt x="3443" y="2334"/>
                </a:lnTo>
                <a:lnTo>
                  <a:pt x="3442" y="2334"/>
                </a:lnTo>
                <a:lnTo>
                  <a:pt x="3441" y="2335"/>
                </a:lnTo>
                <a:lnTo>
                  <a:pt x="3440" y="2335"/>
                </a:lnTo>
                <a:lnTo>
                  <a:pt x="3439" y="2335"/>
                </a:lnTo>
                <a:lnTo>
                  <a:pt x="3439" y="2336"/>
                </a:lnTo>
                <a:lnTo>
                  <a:pt x="3439" y="2337"/>
                </a:lnTo>
                <a:lnTo>
                  <a:pt x="3439" y="2338"/>
                </a:lnTo>
                <a:lnTo>
                  <a:pt x="3439" y="2339"/>
                </a:lnTo>
                <a:lnTo>
                  <a:pt x="3439" y="2340"/>
                </a:lnTo>
                <a:lnTo>
                  <a:pt x="3439" y="2341"/>
                </a:lnTo>
                <a:lnTo>
                  <a:pt x="3439" y="2342"/>
                </a:lnTo>
                <a:lnTo>
                  <a:pt x="3438" y="2342"/>
                </a:lnTo>
                <a:lnTo>
                  <a:pt x="3437" y="2342"/>
                </a:lnTo>
                <a:lnTo>
                  <a:pt x="3437" y="2343"/>
                </a:lnTo>
                <a:lnTo>
                  <a:pt x="3437" y="2344"/>
                </a:lnTo>
                <a:lnTo>
                  <a:pt x="3437" y="2345"/>
                </a:lnTo>
                <a:lnTo>
                  <a:pt x="3436" y="2345"/>
                </a:lnTo>
                <a:lnTo>
                  <a:pt x="3436" y="2346"/>
                </a:lnTo>
                <a:lnTo>
                  <a:pt x="3436" y="2347"/>
                </a:lnTo>
                <a:lnTo>
                  <a:pt x="3436" y="2348"/>
                </a:lnTo>
                <a:lnTo>
                  <a:pt x="3435" y="2348"/>
                </a:lnTo>
                <a:lnTo>
                  <a:pt x="3435" y="2349"/>
                </a:lnTo>
                <a:lnTo>
                  <a:pt x="3434" y="2349"/>
                </a:lnTo>
                <a:lnTo>
                  <a:pt x="3434" y="2350"/>
                </a:lnTo>
                <a:lnTo>
                  <a:pt x="3434" y="2351"/>
                </a:lnTo>
                <a:lnTo>
                  <a:pt x="3433" y="2351"/>
                </a:lnTo>
                <a:lnTo>
                  <a:pt x="3432" y="2353"/>
                </a:lnTo>
                <a:lnTo>
                  <a:pt x="3432" y="2354"/>
                </a:lnTo>
                <a:lnTo>
                  <a:pt x="3433" y="2354"/>
                </a:lnTo>
                <a:lnTo>
                  <a:pt x="3433" y="2355"/>
                </a:lnTo>
                <a:lnTo>
                  <a:pt x="3433" y="2356"/>
                </a:lnTo>
                <a:lnTo>
                  <a:pt x="3433" y="2357"/>
                </a:lnTo>
                <a:lnTo>
                  <a:pt x="3433" y="2358"/>
                </a:lnTo>
                <a:lnTo>
                  <a:pt x="3434" y="2359"/>
                </a:lnTo>
                <a:lnTo>
                  <a:pt x="3434" y="2360"/>
                </a:lnTo>
                <a:lnTo>
                  <a:pt x="3435" y="2360"/>
                </a:lnTo>
                <a:lnTo>
                  <a:pt x="3435" y="2361"/>
                </a:lnTo>
                <a:lnTo>
                  <a:pt x="3435" y="2362"/>
                </a:lnTo>
                <a:lnTo>
                  <a:pt x="3434" y="2363"/>
                </a:lnTo>
                <a:lnTo>
                  <a:pt x="3433" y="2364"/>
                </a:lnTo>
                <a:lnTo>
                  <a:pt x="3432" y="2365"/>
                </a:lnTo>
                <a:lnTo>
                  <a:pt x="3431" y="2367"/>
                </a:lnTo>
                <a:lnTo>
                  <a:pt x="3431" y="2368"/>
                </a:lnTo>
                <a:lnTo>
                  <a:pt x="3431" y="2369"/>
                </a:lnTo>
                <a:lnTo>
                  <a:pt x="3430" y="2368"/>
                </a:lnTo>
                <a:lnTo>
                  <a:pt x="3429" y="2369"/>
                </a:lnTo>
                <a:lnTo>
                  <a:pt x="3428" y="2370"/>
                </a:lnTo>
                <a:lnTo>
                  <a:pt x="3427" y="2369"/>
                </a:lnTo>
                <a:lnTo>
                  <a:pt x="3426" y="2369"/>
                </a:lnTo>
                <a:lnTo>
                  <a:pt x="3425" y="2369"/>
                </a:lnTo>
                <a:lnTo>
                  <a:pt x="3424" y="2368"/>
                </a:lnTo>
                <a:lnTo>
                  <a:pt x="3423" y="2368"/>
                </a:lnTo>
                <a:lnTo>
                  <a:pt x="3423" y="2367"/>
                </a:lnTo>
                <a:lnTo>
                  <a:pt x="3421" y="2368"/>
                </a:lnTo>
                <a:lnTo>
                  <a:pt x="3420" y="2368"/>
                </a:lnTo>
                <a:lnTo>
                  <a:pt x="3420" y="2367"/>
                </a:lnTo>
                <a:lnTo>
                  <a:pt x="3420" y="2366"/>
                </a:lnTo>
                <a:lnTo>
                  <a:pt x="3420" y="2365"/>
                </a:lnTo>
                <a:lnTo>
                  <a:pt x="3420" y="2364"/>
                </a:lnTo>
                <a:lnTo>
                  <a:pt x="3419" y="2364"/>
                </a:lnTo>
                <a:lnTo>
                  <a:pt x="3419" y="2363"/>
                </a:lnTo>
                <a:lnTo>
                  <a:pt x="3418" y="2363"/>
                </a:lnTo>
                <a:lnTo>
                  <a:pt x="3418" y="2362"/>
                </a:lnTo>
                <a:lnTo>
                  <a:pt x="3419" y="2361"/>
                </a:lnTo>
                <a:lnTo>
                  <a:pt x="3419" y="2360"/>
                </a:lnTo>
                <a:lnTo>
                  <a:pt x="3419" y="2359"/>
                </a:lnTo>
                <a:lnTo>
                  <a:pt x="3419" y="2358"/>
                </a:lnTo>
                <a:lnTo>
                  <a:pt x="3419" y="2357"/>
                </a:lnTo>
                <a:lnTo>
                  <a:pt x="3419" y="2356"/>
                </a:lnTo>
                <a:lnTo>
                  <a:pt x="3420" y="2356"/>
                </a:lnTo>
                <a:lnTo>
                  <a:pt x="3420" y="2355"/>
                </a:lnTo>
                <a:lnTo>
                  <a:pt x="3421" y="2355"/>
                </a:lnTo>
                <a:lnTo>
                  <a:pt x="3421" y="2354"/>
                </a:lnTo>
                <a:lnTo>
                  <a:pt x="3420" y="2354"/>
                </a:lnTo>
                <a:lnTo>
                  <a:pt x="3419" y="2354"/>
                </a:lnTo>
                <a:lnTo>
                  <a:pt x="3418" y="2353"/>
                </a:lnTo>
                <a:lnTo>
                  <a:pt x="3418" y="2352"/>
                </a:lnTo>
                <a:lnTo>
                  <a:pt x="3419" y="2352"/>
                </a:lnTo>
                <a:lnTo>
                  <a:pt x="3419" y="2351"/>
                </a:lnTo>
                <a:lnTo>
                  <a:pt x="3419" y="2350"/>
                </a:lnTo>
                <a:lnTo>
                  <a:pt x="3419" y="2348"/>
                </a:lnTo>
                <a:lnTo>
                  <a:pt x="3418" y="2347"/>
                </a:lnTo>
                <a:lnTo>
                  <a:pt x="3418" y="2346"/>
                </a:lnTo>
                <a:lnTo>
                  <a:pt x="3418" y="2344"/>
                </a:lnTo>
                <a:lnTo>
                  <a:pt x="3419" y="2344"/>
                </a:lnTo>
                <a:lnTo>
                  <a:pt x="3419" y="2343"/>
                </a:lnTo>
                <a:lnTo>
                  <a:pt x="3418" y="2343"/>
                </a:lnTo>
                <a:lnTo>
                  <a:pt x="3418" y="2344"/>
                </a:lnTo>
                <a:lnTo>
                  <a:pt x="3417" y="2345"/>
                </a:lnTo>
                <a:lnTo>
                  <a:pt x="3416" y="2345"/>
                </a:lnTo>
                <a:lnTo>
                  <a:pt x="3416" y="2346"/>
                </a:lnTo>
                <a:lnTo>
                  <a:pt x="3415" y="2346"/>
                </a:lnTo>
                <a:lnTo>
                  <a:pt x="3415" y="2345"/>
                </a:lnTo>
                <a:lnTo>
                  <a:pt x="3415" y="2344"/>
                </a:lnTo>
                <a:lnTo>
                  <a:pt x="3414" y="2343"/>
                </a:lnTo>
                <a:lnTo>
                  <a:pt x="3413" y="2343"/>
                </a:lnTo>
                <a:lnTo>
                  <a:pt x="3413" y="2342"/>
                </a:lnTo>
                <a:lnTo>
                  <a:pt x="3413" y="2341"/>
                </a:lnTo>
                <a:lnTo>
                  <a:pt x="3412" y="2340"/>
                </a:lnTo>
                <a:lnTo>
                  <a:pt x="3412" y="2339"/>
                </a:lnTo>
                <a:lnTo>
                  <a:pt x="3412" y="2338"/>
                </a:lnTo>
                <a:lnTo>
                  <a:pt x="3411" y="2338"/>
                </a:lnTo>
                <a:lnTo>
                  <a:pt x="3411" y="2337"/>
                </a:lnTo>
                <a:lnTo>
                  <a:pt x="3409" y="2335"/>
                </a:lnTo>
                <a:lnTo>
                  <a:pt x="3409" y="2334"/>
                </a:lnTo>
                <a:lnTo>
                  <a:pt x="3408" y="2332"/>
                </a:lnTo>
                <a:lnTo>
                  <a:pt x="3408" y="2331"/>
                </a:lnTo>
                <a:lnTo>
                  <a:pt x="3408" y="2330"/>
                </a:lnTo>
                <a:lnTo>
                  <a:pt x="3405" y="2328"/>
                </a:lnTo>
                <a:lnTo>
                  <a:pt x="3402" y="2326"/>
                </a:lnTo>
                <a:lnTo>
                  <a:pt x="3402" y="2325"/>
                </a:lnTo>
                <a:lnTo>
                  <a:pt x="3402" y="2321"/>
                </a:lnTo>
                <a:lnTo>
                  <a:pt x="3402" y="2320"/>
                </a:lnTo>
                <a:lnTo>
                  <a:pt x="3402" y="2318"/>
                </a:lnTo>
                <a:lnTo>
                  <a:pt x="3402" y="2317"/>
                </a:lnTo>
                <a:lnTo>
                  <a:pt x="3401" y="2316"/>
                </a:lnTo>
                <a:lnTo>
                  <a:pt x="3400" y="2315"/>
                </a:lnTo>
                <a:lnTo>
                  <a:pt x="3399" y="2315"/>
                </a:lnTo>
                <a:lnTo>
                  <a:pt x="3399" y="2314"/>
                </a:lnTo>
                <a:lnTo>
                  <a:pt x="3398" y="2314"/>
                </a:lnTo>
                <a:lnTo>
                  <a:pt x="3397" y="2314"/>
                </a:lnTo>
                <a:lnTo>
                  <a:pt x="3396" y="2313"/>
                </a:lnTo>
                <a:lnTo>
                  <a:pt x="3395" y="2311"/>
                </a:lnTo>
                <a:lnTo>
                  <a:pt x="3395" y="2309"/>
                </a:lnTo>
                <a:lnTo>
                  <a:pt x="3394" y="2308"/>
                </a:lnTo>
                <a:lnTo>
                  <a:pt x="3392" y="2308"/>
                </a:lnTo>
                <a:lnTo>
                  <a:pt x="3391" y="2307"/>
                </a:lnTo>
                <a:lnTo>
                  <a:pt x="3391" y="2306"/>
                </a:lnTo>
                <a:lnTo>
                  <a:pt x="3391" y="2305"/>
                </a:lnTo>
                <a:lnTo>
                  <a:pt x="3389" y="2302"/>
                </a:lnTo>
                <a:lnTo>
                  <a:pt x="3388" y="2301"/>
                </a:lnTo>
                <a:lnTo>
                  <a:pt x="3387" y="2300"/>
                </a:lnTo>
                <a:lnTo>
                  <a:pt x="3387" y="2299"/>
                </a:lnTo>
                <a:lnTo>
                  <a:pt x="3386" y="2297"/>
                </a:lnTo>
                <a:lnTo>
                  <a:pt x="3382" y="2293"/>
                </a:lnTo>
                <a:lnTo>
                  <a:pt x="3381" y="2293"/>
                </a:lnTo>
                <a:lnTo>
                  <a:pt x="3380" y="2293"/>
                </a:lnTo>
                <a:lnTo>
                  <a:pt x="3380" y="2292"/>
                </a:lnTo>
                <a:lnTo>
                  <a:pt x="3379" y="2290"/>
                </a:lnTo>
                <a:lnTo>
                  <a:pt x="3379" y="2288"/>
                </a:lnTo>
                <a:lnTo>
                  <a:pt x="3378" y="2287"/>
                </a:lnTo>
                <a:lnTo>
                  <a:pt x="3377" y="2284"/>
                </a:lnTo>
                <a:lnTo>
                  <a:pt x="3377" y="2283"/>
                </a:lnTo>
                <a:lnTo>
                  <a:pt x="3379" y="2282"/>
                </a:lnTo>
                <a:lnTo>
                  <a:pt x="3380" y="2280"/>
                </a:lnTo>
                <a:lnTo>
                  <a:pt x="3380" y="2279"/>
                </a:lnTo>
                <a:lnTo>
                  <a:pt x="3379" y="2279"/>
                </a:lnTo>
                <a:lnTo>
                  <a:pt x="3379" y="2278"/>
                </a:lnTo>
                <a:lnTo>
                  <a:pt x="3380" y="2277"/>
                </a:lnTo>
                <a:lnTo>
                  <a:pt x="3380" y="2275"/>
                </a:lnTo>
                <a:lnTo>
                  <a:pt x="3379" y="2275"/>
                </a:lnTo>
                <a:lnTo>
                  <a:pt x="3379" y="2274"/>
                </a:lnTo>
                <a:lnTo>
                  <a:pt x="3379" y="2273"/>
                </a:lnTo>
                <a:lnTo>
                  <a:pt x="3378" y="2271"/>
                </a:lnTo>
                <a:lnTo>
                  <a:pt x="3377" y="2270"/>
                </a:lnTo>
                <a:lnTo>
                  <a:pt x="3377" y="2269"/>
                </a:lnTo>
                <a:lnTo>
                  <a:pt x="3376" y="2269"/>
                </a:lnTo>
                <a:lnTo>
                  <a:pt x="3374" y="2269"/>
                </a:lnTo>
                <a:lnTo>
                  <a:pt x="3372" y="2270"/>
                </a:lnTo>
                <a:lnTo>
                  <a:pt x="3371" y="2270"/>
                </a:lnTo>
                <a:lnTo>
                  <a:pt x="3370" y="2270"/>
                </a:lnTo>
                <a:lnTo>
                  <a:pt x="3368" y="2270"/>
                </a:lnTo>
                <a:lnTo>
                  <a:pt x="3367" y="2271"/>
                </a:lnTo>
                <a:lnTo>
                  <a:pt x="3365" y="2271"/>
                </a:lnTo>
                <a:lnTo>
                  <a:pt x="3365" y="2270"/>
                </a:lnTo>
                <a:lnTo>
                  <a:pt x="3364" y="2270"/>
                </a:lnTo>
                <a:lnTo>
                  <a:pt x="3363" y="2271"/>
                </a:lnTo>
                <a:lnTo>
                  <a:pt x="3361" y="2271"/>
                </a:lnTo>
                <a:lnTo>
                  <a:pt x="3361" y="2270"/>
                </a:lnTo>
                <a:lnTo>
                  <a:pt x="3360" y="2270"/>
                </a:lnTo>
                <a:lnTo>
                  <a:pt x="3359" y="2270"/>
                </a:lnTo>
                <a:lnTo>
                  <a:pt x="3358" y="2270"/>
                </a:lnTo>
                <a:lnTo>
                  <a:pt x="3357" y="2270"/>
                </a:lnTo>
                <a:lnTo>
                  <a:pt x="3358" y="2270"/>
                </a:lnTo>
                <a:lnTo>
                  <a:pt x="3358" y="2269"/>
                </a:lnTo>
                <a:lnTo>
                  <a:pt x="3358" y="2268"/>
                </a:lnTo>
                <a:lnTo>
                  <a:pt x="3357" y="2268"/>
                </a:lnTo>
                <a:lnTo>
                  <a:pt x="3357" y="2269"/>
                </a:lnTo>
                <a:lnTo>
                  <a:pt x="3356" y="2270"/>
                </a:lnTo>
                <a:lnTo>
                  <a:pt x="3355" y="2270"/>
                </a:lnTo>
                <a:lnTo>
                  <a:pt x="3352" y="2268"/>
                </a:lnTo>
                <a:lnTo>
                  <a:pt x="3352" y="2267"/>
                </a:lnTo>
                <a:lnTo>
                  <a:pt x="3351" y="2267"/>
                </a:lnTo>
                <a:lnTo>
                  <a:pt x="3350" y="2267"/>
                </a:lnTo>
                <a:lnTo>
                  <a:pt x="3349" y="2267"/>
                </a:lnTo>
                <a:lnTo>
                  <a:pt x="3347" y="2268"/>
                </a:lnTo>
                <a:lnTo>
                  <a:pt x="3346" y="2268"/>
                </a:lnTo>
                <a:lnTo>
                  <a:pt x="3345" y="2268"/>
                </a:lnTo>
                <a:lnTo>
                  <a:pt x="3345" y="2267"/>
                </a:lnTo>
                <a:lnTo>
                  <a:pt x="3344" y="2266"/>
                </a:lnTo>
                <a:lnTo>
                  <a:pt x="3343" y="2265"/>
                </a:lnTo>
                <a:lnTo>
                  <a:pt x="3342" y="2266"/>
                </a:lnTo>
                <a:lnTo>
                  <a:pt x="3341" y="2265"/>
                </a:lnTo>
                <a:lnTo>
                  <a:pt x="3341" y="2264"/>
                </a:lnTo>
                <a:lnTo>
                  <a:pt x="3341" y="2263"/>
                </a:lnTo>
                <a:lnTo>
                  <a:pt x="3340" y="2261"/>
                </a:lnTo>
                <a:lnTo>
                  <a:pt x="3339" y="2261"/>
                </a:lnTo>
                <a:lnTo>
                  <a:pt x="3337" y="2261"/>
                </a:lnTo>
                <a:lnTo>
                  <a:pt x="3335" y="2260"/>
                </a:lnTo>
                <a:lnTo>
                  <a:pt x="3334" y="2261"/>
                </a:lnTo>
                <a:lnTo>
                  <a:pt x="3333" y="2261"/>
                </a:lnTo>
                <a:lnTo>
                  <a:pt x="3333" y="2260"/>
                </a:lnTo>
                <a:lnTo>
                  <a:pt x="3334" y="2260"/>
                </a:lnTo>
                <a:lnTo>
                  <a:pt x="3334" y="2259"/>
                </a:lnTo>
                <a:lnTo>
                  <a:pt x="3334" y="2258"/>
                </a:lnTo>
                <a:lnTo>
                  <a:pt x="3333" y="2258"/>
                </a:lnTo>
                <a:lnTo>
                  <a:pt x="3332" y="2259"/>
                </a:lnTo>
                <a:lnTo>
                  <a:pt x="3331" y="2259"/>
                </a:lnTo>
                <a:lnTo>
                  <a:pt x="3329" y="2259"/>
                </a:lnTo>
                <a:lnTo>
                  <a:pt x="3329" y="2258"/>
                </a:lnTo>
                <a:lnTo>
                  <a:pt x="3329" y="2256"/>
                </a:lnTo>
                <a:lnTo>
                  <a:pt x="3330" y="2253"/>
                </a:lnTo>
                <a:lnTo>
                  <a:pt x="3331" y="2252"/>
                </a:lnTo>
                <a:lnTo>
                  <a:pt x="3332" y="2251"/>
                </a:lnTo>
                <a:lnTo>
                  <a:pt x="3332" y="2249"/>
                </a:lnTo>
                <a:lnTo>
                  <a:pt x="3332" y="2246"/>
                </a:lnTo>
                <a:lnTo>
                  <a:pt x="3332" y="2245"/>
                </a:lnTo>
                <a:lnTo>
                  <a:pt x="3331" y="2245"/>
                </a:lnTo>
                <a:lnTo>
                  <a:pt x="3328" y="2244"/>
                </a:lnTo>
                <a:lnTo>
                  <a:pt x="3327" y="2245"/>
                </a:lnTo>
                <a:lnTo>
                  <a:pt x="3325" y="2243"/>
                </a:lnTo>
                <a:lnTo>
                  <a:pt x="3324" y="2243"/>
                </a:lnTo>
                <a:lnTo>
                  <a:pt x="3323" y="2243"/>
                </a:lnTo>
                <a:lnTo>
                  <a:pt x="3323" y="2242"/>
                </a:lnTo>
                <a:lnTo>
                  <a:pt x="3323" y="2241"/>
                </a:lnTo>
                <a:lnTo>
                  <a:pt x="3322" y="2240"/>
                </a:lnTo>
                <a:lnTo>
                  <a:pt x="3320" y="2240"/>
                </a:lnTo>
                <a:lnTo>
                  <a:pt x="3320" y="2241"/>
                </a:lnTo>
                <a:lnTo>
                  <a:pt x="3321" y="2243"/>
                </a:lnTo>
                <a:lnTo>
                  <a:pt x="3321" y="2244"/>
                </a:lnTo>
                <a:lnTo>
                  <a:pt x="3320" y="2245"/>
                </a:lnTo>
                <a:lnTo>
                  <a:pt x="3320" y="2246"/>
                </a:lnTo>
                <a:lnTo>
                  <a:pt x="3320" y="2247"/>
                </a:lnTo>
                <a:lnTo>
                  <a:pt x="3320" y="2248"/>
                </a:lnTo>
                <a:lnTo>
                  <a:pt x="3319" y="2248"/>
                </a:lnTo>
                <a:lnTo>
                  <a:pt x="3319" y="2249"/>
                </a:lnTo>
                <a:lnTo>
                  <a:pt x="3318" y="2250"/>
                </a:lnTo>
                <a:lnTo>
                  <a:pt x="3315" y="2253"/>
                </a:lnTo>
                <a:lnTo>
                  <a:pt x="3314" y="2253"/>
                </a:lnTo>
                <a:lnTo>
                  <a:pt x="3313" y="2254"/>
                </a:lnTo>
                <a:lnTo>
                  <a:pt x="3312" y="2255"/>
                </a:lnTo>
                <a:lnTo>
                  <a:pt x="3313" y="2255"/>
                </a:lnTo>
                <a:lnTo>
                  <a:pt x="3313" y="2256"/>
                </a:lnTo>
                <a:lnTo>
                  <a:pt x="3312" y="2257"/>
                </a:lnTo>
                <a:lnTo>
                  <a:pt x="3310" y="2258"/>
                </a:lnTo>
                <a:lnTo>
                  <a:pt x="3310" y="2259"/>
                </a:lnTo>
                <a:lnTo>
                  <a:pt x="3307" y="2260"/>
                </a:lnTo>
                <a:lnTo>
                  <a:pt x="3305" y="2261"/>
                </a:lnTo>
                <a:lnTo>
                  <a:pt x="3302" y="2261"/>
                </a:lnTo>
                <a:lnTo>
                  <a:pt x="3300" y="2262"/>
                </a:lnTo>
                <a:lnTo>
                  <a:pt x="3299" y="2262"/>
                </a:lnTo>
                <a:lnTo>
                  <a:pt x="3299" y="2263"/>
                </a:lnTo>
                <a:lnTo>
                  <a:pt x="3299" y="2264"/>
                </a:lnTo>
                <a:lnTo>
                  <a:pt x="3299" y="2265"/>
                </a:lnTo>
                <a:lnTo>
                  <a:pt x="3298" y="2265"/>
                </a:lnTo>
                <a:lnTo>
                  <a:pt x="3298" y="2266"/>
                </a:lnTo>
                <a:lnTo>
                  <a:pt x="3295" y="2269"/>
                </a:lnTo>
                <a:lnTo>
                  <a:pt x="3294" y="2269"/>
                </a:lnTo>
                <a:lnTo>
                  <a:pt x="3294" y="2270"/>
                </a:lnTo>
                <a:lnTo>
                  <a:pt x="3293" y="2270"/>
                </a:lnTo>
                <a:lnTo>
                  <a:pt x="3292" y="2270"/>
                </a:lnTo>
                <a:lnTo>
                  <a:pt x="3292" y="2271"/>
                </a:lnTo>
                <a:lnTo>
                  <a:pt x="3291" y="2272"/>
                </a:lnTo>
                <a:lnTo>
                  <a:pt x="3291" y="2273"/>
                </a:lnTo>
                <a:lnTo>
                  <a:pt x="3291" y="2274"/>
                </a:lnTo>
                <a:lnTo>
                  <a:pt x="3291" y="2275"/>
                </a:lnTo>
                <a:lnTo>
                  <a:pt x="3291" y="2276"/>
                </a:lnTo>
                <a:lnTo>
                  <a:pt x="3290" y="2278"/>
                </a:lnTo>
                <a:lnTo>
                  <a:pt x="3289" y="2279"/>
                </a:lnTo>
                <a:lnTo>
                  <a:pt x="3289" y="2280"/>
                </a:lnTo>
                <a:lnTo>
                  <a:pt x="3289" y="2281"/>
                </a:lnTo>
                <a:lnTo>
                  <a:pt x="3288" y="2281"/>
                </a:lnTo>
                <a:lnTo>
                  <a:pt x="3288" y="2283"/>
                </a:lnTo>
                <a:lnTo>
                  <a:pt x="3287" y="2285"/>
                </a:lnTo>
                <a:lnTo>
                  <a:pt x="3288" y="2285"/>
                </a:lnTo>
                <a:lnTo>
                  <a:pt x="3289" y="2286"/>
                </a:lnTo>
                <a:lnTo>
                  <a:pt x="3289" y="2287"/>
                </a:lnTo>
                <a:lnTo>
                  <a:pt x="3290" y="2287"/>
                </a:lnTo>
                <a:lnTo>
                  <a:pt x="3291" y="2287"/>
                </a:lnTo>
                <a:lnTo>
                  <a:pt x="3291" y="2286"/>
                </a:lnTo>
                <a:lnTo>
                  <a:pt x="3292" y="2286"/>
                </a:lnTo>
                <a:lnTo>
                  <a:pt x="3293" y="2287"/>
                </a:lnTo>
                <a:lnTo>
                  <a:pt x="3293" y="2288"/>
                </a:lnTo>
                <a:lnTo>
                  <a:pt x="3295" y="2291"/>
                </a:lnTo>
                <a:lnTo>
                  <a:pt x="3295" y="2292"/>
                </a:lnTo>
                <a:lnTo>
                  <a:pt x="3295" y="2293"/>
                </a:lnTo>
                <a:lnTo>
                  <a:pt x="3296" y="2293"/>
                </a:lnTo>
                <a:lnTo>
                  <a:pt x="3296" y="2294"/>
                </a:lnTo>
                <a:lnTo>
                  <a:pt x="3297" y="2294"/>
                </a:lnTo>
                <a:lnTo>
                  <a:pt x="3298" y="2294"/>
                </a:lnTo>
                <a:lnTo>
                  <a:pt x="3299" y="2294"/>
                </a:lnTo>
                <a:lnTo>
                  <a:pt x="3299" y="2295"/>
                </a:lnTo>
                <a:lnTo>
                  <a:pt x="3298" y="2295"/>
                </a:lnTo>
                <a:lnTo>
                  <a:pt x="3298" y="2296"/>
                </a:lnTo>
                <a:lnTo>
                  <a:pt x="3298" y="2297"/>
                </a:lnTo>
                <a:lnTo>
                  <a:pt x="3299" y="2298"/>
                </a:lnTo>
                <a:lnTo>
                  <a:pt x="3299" y="2299"/>
                </a:lnTo>
                <a:lnTo>
                  <a:pt x="3300" y="2299"/>
                </a:lnTo>
                <a:lnTo>
                  <a:pt x="3301" y="2300"/>
                </a:lnTo>
                <a:lnTo>
                  <a:pt x="3302" y="2300"/>
                </a:lnTo>
                <a:lnTo>
                  <a:pt x="3303" y="2300"/>
                </a:lnTo>
                <a:lnTo>
                  <a:pt x="3305" y="2299"/>
                </a:lnTo>
                <a:lnTo>
                  <a:pt x="3306" y="2299"/>
                </a:lnTo>
                <a:lnTo>
                  <a:pt x="3308" y="2300"/>
                </a:lnTo>
                <a:lnTo>
                  <a:pt x="3310" y="2301"/>
                </a:lnTo>
                <a:lnTo>
                  <a:pt x="3310" y="2302"/>
                </a:lnTo>
                <a:lnTo>
                  <a:pt x="3312" y="2304"/>
                </a:lnTo>
                <a:lnTo>
                  <a:pt x="3312" y="2306"/>
                </a:lnTo>
                <a:lnTo>
                  <a:pt x="3312" y="2308"/>
                </a:lnTo>
                <a:lnTo>
                  <a:pt x="3311" y="2308"/>
                </a:lnTo>
                <a:lnTo>
                  <a:pt x="3312" y="2309"/>
                </a:lnTo>
                <a:lnTo>
                  <a:pt x="3312" y="2310"/>
                </a:lnTo>
                <a:lnTo>
                  <a:pt x="3313" y="2312"/>
                </a:lnTo>
                <a:lnTo>
                  <a:pt x="3313" y="2313"/>
                </a:lnTo>
                <a:lnTo>
                  <a:pt x="3313" y="2314"/>
                </a:lnTo>
                <a:lnTo>
                  <a:pt x="3313" y="2316"/>
                </a:lnTo>
                <a:lnTo>
                  <a:pt x="3312" y="2318"/>
                </a:lnTo>
                <a:lnTo>
                  <a:pt x="3312" y="2320"/>
                </a:lnTo>
                <a:lnTo>
                  <a:pt x="3311" y="2320"/>
                </a:lnTo>
                <a:lnTo>
                  <a:pt x="3311" y="2322"/>
                </a:lnTo>
                <a:lnTo>
                  <a:pt x="3311" y="2323"/>
                </a:lnTo>
                <a:lnTo>
                  <a:pt x="3311" y="2324"/>
                </a:lnTo>
                <a:lnTo>
                  <a:pt x="3310" y="2324"/>
                </a:lnTo>
                <a:lnTo>
                  <a:pt x="3309" y="2326"/>
                </a:lnTo>
                <a:lnTo>
                  <a:pt x="3309" y="2327"/>
                </a:lnTo>
                <a:lnTo>
                  <a:pt x="3308" y="2328"/>
                </a:lnTo>
                <a:lnTo>
                  <a:pt x="3307" y="2328"/>
                </a:lnTo>
                <a:lnTo>
                  <a:pt x="3307" y="2329"/>
                </a:lnTo>
                <a:lnTo>
                  <a:pt x="3307" y="2330"/>
                </a:lnTo>
                <a:lnTo>
                  <a:pt x="3307" y="2331"/>
                </a:lnTo>
                <a:lnTo>
                  <a:pt x="3308" y="2333"/>
                </a:lnTo>
                <a:lnTo>
                  <a:pt x="3308" y="2334"/>
                </a:lnTo>
                <a:lnTo>
                  <a:pt x="3308" y="2335"/>
                </a:lnTo>
                <a:lnTo>
                  <a:pt x="3307" y="2336"/>
                </a:lnTo>
                <a:lnTo>
                  <a:pt x="3308" y="2336"/>
                </a:lnTo>
                <a:lnTo>
                  <a:pt x="3308" y="2337"/>
                </a:lnTo>
                <a:lnTo>
                  <a:pt x="3308" y="2338"/>
                </a:lnTo>
                <a:lnTo>
                  <a:pt x="3309" y="2338"/>
                </a:lnTo>
                <a:lnTo>
                  <a:pt x="3309" y="2339"/>
                </a:lnTo>
                <a:lnTo>
                  <a:pt x="3310" y="2343"/>
                </a:lnTo>
                <a:lnTo>
                  <a:pt x="3310" y="2344"/>
                </a:lnTo>
                <a:lnTo>
                  <a:pt x="3310" y="2345"/>
                </a:lnTo>
                <a:lnTo>
                  <a:pt x="3309" y="2345"/>
                </a:lnTo>
                <a:lnTo>
                  <a:pt x="3309" y="2346"/>
                </a:lnTo>
                <a:lnTo>
                  <a:pt x="3309" y="2347"/>
                </a:lnTo>
                <a:lnTo>
                  <a:pt x="3310" y="2348"/>
                </a:lnTo>
                <a:lnTo>
                  <a:pt x="3310" y="2349"/>
                </a:lnTo>
                <a:lnTo>
                  <a:pt x="3311" y="2349"/>
                </a:lnTo>
                <a:lnTo>
                  <a:pt x="3311" y="2350"/>
                </a:lnTo>
                <a:lnTo>
                  <a:pt x="3311" y="2351"/>
                </a:lnTo>
                <a:lnTo>
                  <a:pt x="3310" y="2352"/>
                </a:lnTo>
                <a:lnTo>
                  <a:pt x="3310" y="2354"/>
                </a:lnTo>
                <a:lnTo>
                  <a:pt x="3310" y="2355"/>
                </a:lnTo>
                <a:lnTo>
                  <a:pt x="3310" y="2356"/>
                </a:lnTo>
                <a:lnTo>
                  <a:pt x="3310" y="2357"/>
                </a:lnTo>
                <a:lnTo>
                  <a:pt x="3309" y="2358"/>
                </a:lnTo>
                <a:lnTo>
                  <a:pt x="3310" y="2359"/>
                </a:lnTo>
                <a:lnTo>
                  <a:pt x="3310" y="2361"/>
                </a:lnTo>
                <a:lnTo>
                  <a:pt x="3310" y="2362"/>
                </a:lnTo>
                <a:lnTo>
                  <a:pt x="3310" y="2364"/>
                </a:lnTo>
                <a:lnTo>
                  <a:pt x="3309" y="2365"/>
                </a:lnTo>
                <a:lnTo>
                  <a:pt x="3308" y="2366"/>
                </a:lnTo>
                <a:lnTo>
                  <a:pt x="3307" y="2367"/>
                </a:lnTo>
                <a:lnTo>
                  <a:pt x="3307" y="2369"/>
                </a:lnTo>
                <a:lnTo>
                  <a:pt x="3308" y="2370"/>
                </a:lnTo>
                <a:lnTo>
                  <a:pt x="3309" y="2371"/>
                </a:lnTo>
                <a:lnTo>
                  <a:pt x="3310" y="2372"/>
                </a:lnTo>
                <a:lnTo>
                  <a:pt x="3311" y="2372"/>
                </a:lnTo>
                <a:lnTo>
                  <a:pt x="3312" y="2372"/>
                </a:lnTo>
                <a:lnTo>
                  <a:pt x="3312" y="2373"/>
                </a:lnTo>
                <a:lnTo>
                  <a:pt x="3311" y="2375"/>
                </a:lnTo>
                <a:lnTo>
                  <a:pt x="3310" y="2376"/>
                </a:lnTo>
                <a:lnTo>
                  <a:pt x="3310" y="2377"/>
                </a:lnTo>
                <a:lnTo>
                  <a:pt x="3310" y="2378"/>
                </a:lnTo>
                <a:lnTo>
                  <a:pt x="3311" y="2377"/>
                </a:lnTo>
                <a:lnTo>
                  <a:pt x="3312" y="2377"/>
                </a:lnTo>
                <a:lnTo>
                  <a:pt x="3312" y="2378"/>
                </a:lnTo>
                <a:lnTo>
                  <a:pt x="3313" y="2379"/>
                </a:lnTo>
                <a:lnTo>
                  <a:pt x="3313" y="2380"/>
                </a:lnTo>
                <a:lnTo>
                  <a:pt x="3312" y="2381"/>
                </a:lnTo>
                <a:lnTo>
                  <a:pt x="3311" y="2382"/>
                </a:lnTo>
                <a:lnTo>
                  <a:pt x="3311" y="2383"/>
                </a:lnTo>
                <a:lnTo>
                  <a:pt x="3311" y="2384"/>
                </a:lnTo>
                <a:lnTo>
                  <a:pt x="3311" y="2385"/>
                </a:lnTo>
                <a:lnTo>
                  <a:pt x="3312" y="2387"/>
                </a:lnTo>
                <a:lnTo>
                  <a:pt x="3313" y="2388"/>
                </a:lnTo>
                <a:lnTo>
                  <a:pt x="3314" y="2389"/>
                </a:lnTo>
                <a:lnTo>
                  <a:pt x="3314" y="2390"/>
                </a:lnTo>
                <a:lnTo>
                  <a:pt x="3314" y="2392"/>
                </a:lnTo>
                <a:lnTo>
                  <a:pt x="3314" y="2393"/>
                </a:lnTo>
                <a:lnTo>
                  <a:pt x="3314" y="2394"/>
                </a:lnTo>
                <a:lnTo>
                  <a:pt x="3313" y="2394"/>
                </a:lnTo>
                <a:lnTo>
                  <a:pt x="3314" y="2396"/>
                </a:lnTo>
                <a:lnTo>
                  <a:pt x="3315" y="2398"/>
                </a:lnTo>
                <a:lnTo>
                  <a:pt x="3316" y="2397"/>
                </a:lnTo>
                <a:lnTo>
                  <a:pt x="3317" y="2398"/>
                </a:lnTo>
                <a:lnTo>
                  <a:pt x="3317" y="2399"/>
                </a:lnTo>
                <a:lnTo>
                  <a:pt x="3318" y="2400"/>
                </a:lnTo>
                <a:lnTo>
                  <a:pt x="3319" y="2401"/>
                </a:lnTo>
                <a:lnTo>
                  <a:pt x="3320" y="2401"/>
                </a:lnTo>
                <a:lnTo>
                  <a:pt x="3320" y="2402"/>
                </a:lnTo>
                <a:lnTo>
                  <a:pt x="3321" y="2403"/>
                </a:lnTo>
                <a:lnTo>
                  <a:pt x="3322" y="2403"/>
                </a:lnTo>
                <a:lnTo>
                  <a:pt x="3323" y="2403"/>
                </a:lnTo>
                <a:lnTo>
                  <a:pt x="3324" y="2403"/>
                </a:lnTo>
                <a:lnTo>
                  <a:pt x="3326" y="2405"/>
                </a:lnTo>
                <a:lnTo>
                  <a:pt x="3327" y="2405"/>
                </a:lnTo>
                <a:lnTo>
                  <a:pt x="3329" y="2405"/>
                </a:lnTo>
                <a:lnTo>
                  <a:pt x="3331" y="2406"/>
                </a:lnTo>
                <a:lnTo>
                  <a:pt x="3332" y="2406"/>
                </a:lnTo>
                <a:lnTo>
                  <a:pt x="3332" y="2407"/>
                </a:lnTo>
                <a:lnTo>
                  <a:pt x="3332" y="2408"/>
                </a:lnTo>
                <a:lnTo>
                  <a:pt x="3331" y="2408"/>
                </a:lnTo>
                <a:lnTo>
                  <a:pt x="3332" y="2409"/>
                </a:lnTo>
                <a:lnTo>
                  <a:pt x="3333" y="2410"/>
                </a:lnTo>
                <a:lnTo>
                  <a:pt x="3333" y="2411"/>
                </a:lnTo>
                <a:lnTo>
                  <a:pt x="3332" y="2412"/>
                </a:lnTo>
                <a:lnTo>
                  <a:pt x="3330" y="2412"/>
                </a:lnTo>
                <a:lnTo>
                  <a:pt x="3329" y="2412"/>
                </a:lnTo>
                <a:lnTo>
                  <a:pt x="3328" y="2412"/>
                </a:lnTo>
                <a:lnTo>
                  <a:pt x="3324" y="2412"/>
                </a:lnTo>
                <a:lnTo>
                  <a:pt x="3325" y="2414"/>
                </a:lnTo>
                <a:lnTo>
                  <a:pt x="3326" y="2416"/>
                </a:lnTo>
                <a:lnTo>
                  <a:pt x="3326" y="2417"/>
                </a:lnTo>
                <a:lnTo>
                  <a:pt x="3327" y="2418"/>
                </a:lnTo>
                <a:lnTo>
                  <a:pt x="3328" y="2419"/>
                </a:lnTo>
                <a:lnTo>
                  <a:pt x="3329" y="2419"/>
                </a:lnTo>
                <a:lnTo>
                  <a:pt x="3329" y="2420"/>
                </a:lnTo>
                <a:lnTo>
                  <a:pt x="3328" y="2420"/>
                </a:lnTo>
                <a:lnTo>
                  <a:pt x="3329" y="2420"/>
                </a:lnTo>
                <a:lnTo>
                  <a:pt x="3329" y="2421"/>
                </a:lnTo>
                <a:lnTo>
                  <a:pt x="3330" y="2421"/>
                </a:lnTo>
                <a:lnTo>
                  <a:pt x="3331" y="2421"/>
                </a:lnTo>
                <a:lnTo>
                  <a:pt x="3332" y="2423"/>
                </a:lnTo>
                <a:lnTo>
                  <a:pt x="3333" y="2423"/>
                </a:lnTo>
                <a:lnTo>
                  <a:pt x="3333" y="2424"/>
                </a:lnTo>
                <a:lnTo>
                  <a:pt x="3332" y="2424"/>
                </a:lnTo>
                <a:lnTo>
                  <a:pt x="3331" y="2425"/>
                </a:lnTo>
                <a:lnTo>
                  <a:pt x="3332" y="2426"/>
                </a:lnTo>
                <a:lnTo>
                  <a:pt x="3332" y="2427"/>
                </a:lnTo>
                <a:lnTo>
                  <a:pt x="3333" y="2428"/>
                </a:lnTo>
                <a:lnTo>
                  <a:pt x="3333" y="2429"/>
                </a:lnTo>
                <a:lnTo>
                  <a:pt x="3332" y="2430"/>
                </a:lnTo>
                <a:lnTo>
                  <a:pt x="3331" y="2431"/>
                </a:lnTo>
                <a:lnTo>
                  <a:pt x="3331" y="2432"/>
                </a:lnTo>
                <a:lnTo>
                  <a:pt x="3330" y="2432"/>
                </a:lnTo>
                <a:lnTo>
                  <a:pt x="3329" y="2435"/>
                </a:lnTo>
                <a:lnTo>
                  <a:pt x="3329" y="2437"/>
                </a:lnTo>
                <a:lnTo>
                  <a:pt x="3330" y="2439"/>
                </a:lnTo>
                <a:lnTo>
                  <a:pt x="3331" y="2441"/>
                </a:lnTo>
                <a:lnTo>
                  <a:pt x="3330" y="2442"/>
                </a:lnTo>
                <a:lnTo>
                  <a:pt x="3329" y="2442"/>
                </a:lnTo>
                <a:lnTo>
                  <a:pt x="3328" y="2442"/>
                </a:lnTo>
                <a:lnTo>
                  <a:pt x="3328" y="2443"/>
                </a:lnTo>
                <a:lnTo>
                  <a:pt x="3327" y="2444"/>
                </a:lnTo>
                <a:lnTo>
                  <a:pt x="3326" y="2444"/>
                </a:lnTo>
                <a:lnTo>
                  <a:pt x="3324" y="2444"/>
                </a:lnTo>
                <a:lnTo>
                  <a:pt x="3324" y="2445"/>
                </a:lnTo>
                <a:lnTo>
                  <a:pt x="3322" y="2446"/>
                </a:lnTo>
                <a:lnTo>
                  <a:pt x="3322" y="2447"/>
                </a:lnTo>
                <a:lnTo>
                  <a:pt x="3322" y="2448"/>
                </a:lnTo>
                <a:lnTo>
                  <a:pt x="3324" y="2448"/>
                </a:lnTo>
                <a:lnTo>
                  <a:pt x="3324" y="2449"/>
                </a:lnTo>
                <a:lnTo>
                  <a:pt x="3325" y="2449"/>
                </a:lnTo>
                <a:lnTo>
                  <a:pt x="3325" y="2452"/>
                </a:lnTo>
                <a:lnTo>
                  <a:pt x="3325" y="2453"/>
                </a:lnTo>
                <a:lnTo>
                  <a:pt x="3324" y="2454"/>
                </a:lnTo>
                <a:lnTo>
                  <a:pt x="3324" y="2455"/>
                </a:lnTo>
                <a:lnTo>
                  <a:pt x="3325" y="2456"/>
                </a:lnTo>
                <a:lnTo>
                  <a:pt x="3326" y="2457"/>
                </a:lnTo>
                <a:lnTo>
                  <a:pt x="3326" y="2459"/>
                </a:lnTo>
                <a:lnTo>
                  <a:pt x="3326" y="2460"/>
                </a:lnTo>
                <a:lnTo>
                  <a:pt x="3326" y="2461"/>
                </a:lnTo>
                <a:lnTo>
                  <a:pt x="3325" y="2461"/>
                </a:lnTo>
                <a:lnTo>
                  <a:pt x="3324" y="2460"/>
                </a:lnTo>
                <a:lnTo>
                  <a:pt x="3324" y="2459"/>
                </a:lnTo>
                <a:lnTo>
                  <a:pt x="3324" y="2458"/>
                </a:lnTo>
                <a:lnTo>
                  <a:pt x="3323" y="2458"/>
                </a:lnTo>
                <a:lnTo>
                  <a:pt x="3323" y="2460"/>
                </a:lnTo>
                <a:lnTo>
                  <a:pt x="3323" y="2461"/>
                </a:lnTo>
                <a:lnTo>
                  <a:pt x="3323" y="2462"/>
                </a:lnTo>
                <a:lnTo>
                  <a:pt x="3322" y="2463"/>
                </a:lnTo>
                <a:lnTo>
                  <a:pt x="3321" y="2463"/>
                </a:lnTo>
                <a:lnTo>
                  <a:pt x="3320" y="2462"/>
                </a:lnTo>
                <a:lnTo>
                  <a:pt x="3319" y="2462"/>
                </a:lnTo>
                <a:lnTo>
                  <a:pt x="3316" y="2463"/>
                </a:lnTo>
                <a:lnTo>
                  <a:pt x="3315" y="2464"/>
                </a:lnTo>
                <a:lnTo>
                  <a:pt x="3314" y="2465"/>
                </a:lnTo>
                <a:lnTo>
                  <a:pt x="3314" y="2466"/>
                </a:lnTo>
                <a:lnTo>
                  <a:pt x="3313" y="2467"/>
                </a:lnTo>
                <a:lnTo>
                  <a:pt x="3312" y="2467"/>
                </a:lnTo>
                <a:lnTo>
                  <a:pt x="3310" y="2468"/>
                </a:lnTo>
                <a:lnTo>
                  <a:pt x="3310" y="2469"/>
                </a:lnTo>
                <a:lnTo>
                  <a:pt x="3310" y="2470"/>
                </a:lnTo>
                <a:lnTo>
                  <a:pt x="3310" y="2471"/>
                </a:lnTo>
                <a:lnTo>
                  <a:pt x="3308" y="2472"/>
                </a:lnTo>
                <a:lnTo>
                  <a:pt x="3306" y="2473"/>
                </a:lnTo>
                <a:lnTo>
                  <a:pt x="3306" y="2472"/>
                </a:lnTo>
                <a:lnTo>
                  <a:pt x="3305" y="2472"/>
                </a:lnTo>
                <a:lnTo>
                  <a:pt x="3302" y="2471"/>
                </a:lnTo>
                <a:lnTo>
                  <a:pt x="3301" y="2471"/>
                </a:lnTo>
                <a:lnTo>
                  <a:pt x="3300" y="2472"/>
                </a:lnTo>
                <a:lnTo>
                  <a:pt x="3299" y="2472"/>
                </a:lnTo>
                <a:lnTo>
                  <a:pt x="3297" y="2472"/>
                </a:lnTo>
                <a:lnTo>
                  <a:pt x="3296" y="2472"/>
                </a:lnTo>
                <a:lnTo>
                  <a:pt x="3294" y="2473"/>
                </a:lnTo>
                <a:lnTo>
                  <a:pt x="3293" y="2473"/>
                </a:lnTo>
                <a:lnTo>
                  <a:pt x="3291" y="2474"/>
                </a:lnTo>
                <a:lnTo>
                  <a:pt x="3290" y="2474"/>
                </a:lnTo>
                <a:lnTo>
                  <a:pt x="3290" y="2473"/>
                </a:lnTo>
                <a:lnTo>
                  <a:pt x="3289" y="2473"/>
                </a:lnTo>
                <a:lnTo>
                  <a:pt x="3288" y="2474"/>
                </a:lnTo>
                <a:lnTo>
                  <a:pt x="3287" y="2474"/>
                </a:lnTo>
                <a:lnTo>
                  <a:pt x="3285" y="2475"/>
                </a:lnTo>
                <a:lnTo>
                  <a:pt x="3284" y="2474"/>
                </a:lnTo>
                <a:lnTo>
                  <a:pt x="3283" y="2474"/>
                </a:lnTo>
                <a:lnTo>
                  <a:pt x="3281" y="2473"/>
                </a:lnTo>
                <a:lnTo>
                  <a:pt x="3279" y="2473"/>
                </a:lnTo>
                <a:lnTo>
                  <a:pt x="3277" y="2473"/>
                </a:lnTo>
                <a:lnTo>
                  <a:pt x="3276" y="2473"/>
                </a:lnTo>
                <a:lnTo>
                  <a:pt x="3274" y="2473"/>
                </a:lnTo>
                <a:lnTo>
                  <a:pt x="3273" y="2474"/>
                </a:lnTo>
                <a:lnTo>
                  <a:pt x="3272" y="2473"/>
                </a:lnTo>
                <a:lnTo>
                  <a:pt x="3271" y="2473"/>
                </a:lnTo>
                <a:lnTo>
                  <a:pt x="3270" y="2472"/>
                </a:lnTo>
                <a:lnTo>
                  <a:pt x="3270" y="2473"/>
                </a:lnTo>
                <a:lnTo>
                  <a:pt x="3269" y="2474"/>
                </a:lnTo>
                <a:lnTo>
                  <a:pt x="3269" y="2475"/>
                </a:lnTo>
                <a:lnTo>
                  <a:pt x="3268" y="2475"/>
                </a:lnTo>
                <a:lnTo>
                  <a:pt x="3267" y="2475"/>
                </a:lnTo>
                <a:lnTo>
                  <a:pt x="3266" y="2475"/>
                </a:lnTo>
                <a:lnTo>
                  <a:pt x="3265" y="2475"/>
                </a:lnTo>
                <a:lnTo>
                  <a:pt x="3264" y="2475"/>
                </a:lnTo>
                <a:lnTo>
                  <a:pt x="3264" y="2476"/>
                </a:lnTo>
                <a:lnTo>
                  <a:pt x="3263" y="2477"/>
                </a:lnTo>
                <a:lnTo>
                  <a:pt x="3263" y="2476"/>
                </a:lnTo>
                <a:lnTo>
                  <a:pt x="3262" y="2476"/>
                </a:lnTo>
                <a:lnTo>
                  <a:pt x="3260" y="2475"/>
                </a:lnTo>
                <a:lnTo>
                  <a:pt x="3259" y="2476"/>
                </a:lnTo>
                <a:lnTo>
                  <a:pt x="3258" y="2476"/>
                </a:lnTo>
                <a:lnTo>
                  <a:pt x="3257" y="2474"/>
                </a:lnTo>
                <a:lnTo>
                  <a:pt x="3257" y="2472"/>
                </a:lnTo>
                <a:lnTo>
                  <a:pt x="3255" y="2470"/>
                </a:lnTo>
                <a:lnTo>
                  <a:pt x="3255" y="2469"/>
                </a:lnTo>
                <a:lnTo>
                  <a:pt x="3254" y="2469"/>
                </a:lnTo>
                <a:lnTo>
                  <a:pt x="3252" y="2466"/>
                </a:lnTo>
                <a:lnTo>
                  <a:pt x="3252" y="2465"/>
                </a:lnTo>
                <a:lnTo>
                  <a:pt x="3253" y="2464"/>
                </a:lnTo>
                <a:lnTo>
                  <a:pt x="3253" y="2461"/>
                </a:lnTo>
                <a:lnTo>
                  <a:pt x="3252" y="2461"/>
                </a:lnTo>
                <a:lnTo>
                  <a:pt x="3252" y="2463"/>
                </a:lnTo>
                <a:lnTo>
                  <a:pt x="3251" y="2463"/>
                </a:lnTo>
                <a:lnTo>
                  <a:pt x="3250" y="2464"/>
                </a:lnTo>
                <a:lnTo>
                  <a:pt x="3249" y="2464"/>
                </a:lnTo>
                <a:lnTo>
                  <a:pt x="3249" y="2465"/>
                </a:lnTo>
                <a:lnTo>
                  <a:pt x="3247" y="2466"/>
                </a:lnTo>
                <a:lnTo>
                  <a:pt x="3246" y="2466"/>
                </a:lnTo>
                <a:lnTo>
                  <a:pt x="3245" y="2466"/>
                </a:lnTo>
                <a:lnTo>
                  <a:pt x="3244" y="2467"/>
                </a:lnTo>
                <a:lnTo>
                  <a:pt x="3243" y="2467"/>
                </a:lnTo>
                <a:lnTo>
                  <a:pt x="3242" y="2469"/>
                </a:lnTo>
                <a:lnTo>
                  <a:pt x="3242" y="2470"/>
                </a:lnTo>
                <a:lnTo>
                  <a:pt x="3242" y="2471"/>
                </a:lnTo>
                <a:lnTo>
                  <a:pt x="3241" y="2473"/>
                </a:lnTo>
                <a:lnTo>
                  <a:pt x="3241" y="2474"/>
                </a:lnTo>
                <a:lnTo>
                  <a:pt x="3240" y="2475"/>
                </a:lnTo>
                <a:lnTo>
                  <a:pt x="3239" y="2475"/>
                </a:lnTo>
                <a:lnTo>
                  <a:pt x="3238" y="2475"/>
                </a:lnTo>
                <a:lnTo>
                  <a:pt x="3235" y="2475"/>
                </a:lnTo>
                <a:lnTo>
                  <a:pt x="3234" y="2474"/>
                </a:lnTo>
                <a:lnTo>
                  <a:pt x="3233" y="2473"/>
                </a:lnTo>
                <a:lnTo>
                  <a:pt x="3232" y="2473"/>
                </a:lnTo>
                <a:lnTo>
                  <a:pt x="3232" y="2474"/>
                </a:lnTo>
                <a:lnTo>
                  <a:pt x="3231" y="2473"/>
                </a:lnTo>
                <a:lnTo>
                  <a:pt x="3230" y="2473"/>
                </a:lnTo>
                <a:lnTo>
                  <a:pt x="3228" y="2471"/>
                </a:lnTo>
                <a:lnTo>
                  <a:pt x="3227" y="2470"/>
                </a:lnTo>
                <a:lnTo>
                  <a:pt x="3226" y="2470"/>
                </a:lnTo>
                <a:lnTo>
                  <a:pt x="3226" y="2471"/>
                </a:lnTo>
                <a:lnTo>
                  <a:pt x="3225" y="2472"/>
                </a:lnTo>
                <a:lnTo>
                  <a:pt x="3224" y="2472"/>
                </a:lnTo>
                <a:lnTo>
                  <a:pt x="3222" y="2472"/>
                </a:lnTo>
                <a:lnTo>
                  <a:pt x="3220" y="2473"/>
                </a:lnTo>
                <a:lnTo>
                  <a:pt x="3219" y="2472"/>
                </a:lnTo>
                <a:lnTo>
                  <a:pt x="3218" y="2472"/>
                </a:lnTo>
                <a:lnTo>
                  <a:pt x="3218" y="2473"/>
                </a:lnTo>
                <a:lnTo>
                  <a:pt x="3217" y="2473"/>
                </a:lnTo>
                <a:lnTo>
                  <a:pt x="3216" y="2473"/>
                </a:lnTo>
                <a:lnTo>
                  <a:pt x="3215" y="2472"/>
                </a:lnTo>
                <a:lnTo>
                  <a:pt x="3213" y="2472"/>
                </a:lnTo>
                <a:lnTo>
                  <a:pt x="3211" y="2473"/>
                </a:lnTo>
                <a:lnTo>
                  <a:pt x="3211" y="2472"/>
                </a:lnTo>
                <a:lnTo>
                  <a:pt x="3210" y="2472"/>
                </a:lnTo>
                <a:lnTo>
                  <a:pt x="3209" y="2473"/>
                </a:lnTo>
                <a:lnTo>
                  <a:pt x="3208" y="2474"/>
                </a:lnTo>
                <a:lnTo>
                  <a:pt x="3207" y="2473"/>
                </a:lnTo>
                <a:lnTo>
                  <a:pt x="3207" y="2472"/>
                </a:lnTo>
                <a:lnTo>
                  <a:pt x="3206" y="2472"/>
                </a:lnTo>
                <a:lnTo>
                  <a:pt x="3205" y="2472"/>
                </a:lnTo>
                <a:lnTo>
                  <a:pt x="3205" y="2474"/>
                </a:lnTo>
                <a:lnTo>
                  <a:pt x="3204" y="2475"/>
                </a:lnTo>
                <a:lnTo>
                  <a:pt x="3200" y="2476"/>
                </a:lnTo>
                <a:lnTo>
                  <a:pt x="3199" y="2476"/>
                </a:lnTo>
                <a:lnTo>
                  <a:pt x="3197" y="2476"/>
                </a:lnTo>
                <a:lnTo>
                  <a:pt x="3196" y="2476"/>
                </a:lnTo>
                <a:lnTo>
                  <a:pt x="3195" y="2477"/>
                </a:lnTo>
                <a:lnTo>
                  <a:pt x="3194" y="2478"/>
                </a:lnTo>
                <a:lnTo>
                  <a:pt x="3193" y="2478"/>
                </a:lnTo>
                <a:lnTo>
                  <a:pt x="3192" y="2478"/>
                </a:lnTo>
                <a:lnTo>
                  <a:pt x="3192" y="2479"/>
                </a:lnTo>
                <a:lnTo>
                  <a:pt x="3191" y="2479"/>
                </a:lnTo>
                <a:lnTo>
                  <a:pt x="3189" y="2479"/>
                </a:lnTo>
                <a:lnTo>
                  <a:pt x="3189" y="2480"/>
                </a:lnTo>
                <a:lnTo>
                  <a:pt x="3190" y="2481"/>
                </a:lnTo>
                <a:lnTo>
                  <a:pt x="3190" y="2483"/>
                </a:lnTo>
                <a:lnTo>
                  <a:pt x="3189" y="2483"/>
                </a:lnTo>
                <a:lnTo>
                  <a:pt x="3189" y="2482"/>
                </a:lnTo>
                <a:lnTo>
                  <a:pt x="3188" y="2483"/>
                </a:lnTo>
                <a:lnTo>
                  <a:pt x="3188" y="2484"/>
                </a:lnTo>
                <a:lnTo>
                  <a:pt x="3188" y="2485"/>
                </a:lnTo>
                <a:lnTo>
                  <a:pt x="3184" y="2485"/>
                </a:lnTo>
                <a:lnTo>
                  <a:pt x="3183" y="2484"/>
                </a:lnTo>
                <a:lnTo>
                  <a:pt x="3181" y="2482"/>
                </a:lnTo>
                <a:lnTo>
                  <a:pt x="3180" y="2481"/>
                </a:lnTo>
                <a:lnTo>
                  <a:pt x="3181" y="2481"/>
                </a:lnTo>
                <a:lnTo>
                  <a:pt x="3181" y="2480"/>
                </a:lnTo>
                <a:lnTo>
                  <a:pt x="3181" y="2479"/>
                </a:lnTo>
                <a:lnTo>
                  <a:pt x="3180" y="2476"/>
                </a:lnTo>
                <a:lnTo>
                  <a:pt x="3180" y="2475"/>
                </a:lnTo>
                <a:lnTo>
                  <a:pt x="3179" y="2474"/>
                </a:lnTo>
                <a:lnTo>
                  <a:pt x="3178" y="2473"/>
                </a:lnTo>
                <a:lnTo>
                  <a:pt x="3179" y="2472"/>
                </a:lnTo>
                <a:lnTo>
                  <a:pt x="3180" y="2470"/>
                </a:lnTo>
                <a:lnTo>
                  <a:pt x="3181" y="2470"/>
                </a:lnTo>
                <a:lnTo>
                  <a:pt x="3180" y="2470"/>
                </a:lnTo>
                <a:lnTo>
                  <a:pt x="3180" y="2469"/>
                </a:lnTo>
                <a:lnTo>
                  <a:pt x="3179" y="2469"/>
                </a:lnTo>
                <a:lnTo>
                  <a:pt x="3178" y="2469"/>
                </a:lnTo>
                <a:lnTo>
                  <a:pt x="3178" y="2468"/>
                </a:lnTo>
                <a:lnTo>
                  <a:pt x="3178" y="2466"/>
                </a:lnTo>
                <a:lnTo>
                  <a:pt x="3178" y="2463"/>
                </a:lnTo>
                <a:lnTo>
                  <a:pt x="3177" y="2462"/>
                </a:lnTo>
                <a:lnTo>
                  <a:pt x="3176" y="2460"/>
                </a:lnTo>
                <a:lnTo>
                  <a:pt x="3175" y="2459"/>
                </a:lnTo>
                <a:lnTo>
                  <a:pt x="3175" y="2458"/>
                </a:lnTo>
                <a:lnTo>
                  <a:pt x="3174" y="2458"/>
                </a:lnTo>
                <a:lnTo>
                  <a:pt x="3174" y="2457"/>
                </a:lnTo>
                <a:lnTo>
                  <a:pt x="3173" y="2458"/>
                </a:lnTo>
                <a:lnTo>
                  <a:pt x="3172" y="2457"/>
                </a:lnTo>
                <a:lnTo>
                  <a:pt x="3170" y="2457"/>
                </a:lnTo>
                <a:lnTo>
                  <a:pt x="3169" y="2456"/>
                </a:lnTo>
                <a:lnTo>
                  <a:pt x="3168" y="2456"/>
                </a:lnTo>
                <a:lnTo>
                  <a:pt x="3167" y="2456"/>
                </a:lnTo>
                <a:lnTo>
                  <a:pt x="3166" y="2456"/>
                </a:lnTo>
                <a:lnTo>
                  <a:pt x="3165" y="2456"/>
                </a:lnTo>
                <a:lnTo>
                  <a:pt x="3164" y="2456"/>
                </a:lnTo>
                <a:lnTo>
                  <a:pt x="3164" y="2455"/>
                </a:lnTo>
                <a:lnTo>
                  <a:pt x="3164" y="2453"/>
                </a:lnTo>
                <a:lnTo>
                  <a:pt x="3165" y="2452"/>
                </a:lnTo>
                <a:lnTo>
                  <a:pt x="3167" y="2451"/>
                </a:lnTo>
                <a:lnTo>
                  <a:pt x="3168" y="2451"/>
                </a:lnTo>
                <a:lnTo>
                  <a:pt x="3169" y="2451"/>
                </a:lnTo>
                <a:lnTo>
                  <a:pt x="3169" y="2450"/>
                </a:lnTo>
                <a:lnTo>
                  <a:pt x="3168" y="2450"/>
                </a:lnTo>
                <a:lnTo>
                  <a:pt x="3168" y="2449"/>
                </a:lnTo>
                <a:lnTo>
                  <a:pt x="3168" y="2448"/>
                </a:lnTo>
                <a:lnTo>
                  <a:pt x="3169" y="2447"/>
                </a:lnTo>
                <a:lnTo>
                  <a:pt x="3170" y="2447"/>
                </a:lnTo>
                <a:lnTo>
                  <a:pt x="3170" y="2446"/>
                </a:lnTo>
                <a:lnTo>
                  <a:pt x="3170" y="2445"/>
                </a:lnTo>
                <a:lnTo>
                  <a:pt x="3171" y="2444"/>
                </a:lnTo>
                <a:lnTo>
                  <a:pt x="3170" y="2443"/>
                </a:lnTo>
                <a:lnTo>
                  <a:pt x="3169" y="2443"/>
                </a:lnTo>
                <a:lnTo>
                  <a:pt x="3169" y="2442"/>
                </a:lnTo>
                <a:lnTo>
                  <a:pt x="3168" y="2441"/>
                </a:lnTo>
                <a:lnTo>
                  <a:pt x="3168" y="2440"/>
                </a:lnTo>
                <a:lnTo>
                  <a:pt x="3167" y="2439"/>
                </a:lnTo>
                <a:lnTo>
                  <a:pt x="3167" y="2438"/>
                </a:lnTo>
                <a:lnTo>
                  <a:pt x="3167" y="2436"/>
                </a:lnTo>
                <a:lnTo>
                  <a:pt x="3168" y="2436"/>
                </a:lnTo>
                <a:lnTo>
                  <a:pt x="3168" y="2435"/>
                </a:lnTo>
                <a:lnTo>
                  <a:pt x="3169" y="2435"/>
                </a:lnTo>
                <a:lnTo>
                  <a:pt x="3168" y="2434"/>
                </a:lnTo>
                <a:lnTo>
                  <a:pt x="3167" y="2434"/>
                </a:lnTo>
                <a:lnTo>
                  <a:pt x="3166" y="2434"/>
                </a:lnTo>
                <a:lnTo>
                  <a:pt x="3165" y="2436"/>
                </a:lnTo>
                <a:lnTo>
                  <a:pt x="3164" y="2436"/>
                </a:lnTo>
                <a:lnTo>
                  <a:pt x="3163" y="2436"/>
                </a:lnTo>
                <a:lnTo>
                  <a:pt x="3163" y="2435"/>
                </a:lnTo>
                <a:lnTo>
                  <a:pt x="3163" y="2434"/>
                </a:lnTo>
                <a:lnTo>
                  <a:pt x="3160" y="2434"/>
                </a:lnTo>
                <a:lnTo>
                  <a:pt x="3159" y="2433"/>
                </a:lnTo>
                <a:lnTo>
                  <a:pt x="3158" y="2433"/>
                </a:lnTo>
                <a:lnTo>
                  <a:pt x="3156" y="2433"/>
                </a:lnTo>
                <a:lnTo>
                  <a:pt x="3155" y="2433"/>
                </a:lnTo>
                <a:lnTo>
                  <a:pt x="3155" y="2432"/>
                </a:lnTo>
                <a:lnTo>
                  <a:pt x="3154" y="2430"/>
                </a:lnTo>
                <a:lnTo>
                  <a:pt x="3152" y="2428"/>
                </a:lnTo>
                <a:lnTo>
                  <a:pt x="3152" y="2427"/>
                </a:lnTo>
                <a:lnTo>
                  <a:pt x="3151" y="2424"/>
                </a:lnTo>
                <a:lnTo>
                  <a:pt x="3151" y="2423"/>
                </a:lnTo>
                <a:lnTo>
                  <a:pt x="3151" y="2422"/>
                </a:lnTo>
                <a:lnTo>
                  <a:pt x="3152" y="2421"/>
                </a:lnTo>
                <a:lnTo>
                  <a:pt x="3151" y="2420"/>
                </a:lnTo>
                <a:lnTo>
                  <a:pt x="3150" y="2420"/>
                </a:lnTo>
                <a:lnTo>
                  <a:pt x="3149" y="2420"/>
                </a:lnTo>
                <a:lnTo>
                  <a:pt x="3148" y="2419"/>
                </a:lnTo>
                <a:lnTo>
                  <a:pt x="3148" y="2418"/>
                </a:lnTo>
                <a:lnTo>
                  <a:pt x="3148" y="2417"/>
                </a:lnTo>
                <a:lnTo>
                  <a:pt x="3147" y="2417"/>
                </a:lnTo>
                <a:lnTo>
                  <a:pt x="3146" y="2417"/>
                </a:lnTo>
                <a:lnTo>
                  <a:pt x="3145" y="2415"/>
                </a:lnTo>
                <a:lnTo>
                  <a:pt x="3144" y="2415"/>
                </a:lnTo>
                <a:lnTo>
                  <a:pt x="3143" y="2414"/>
                </a:lnTo>
                <a:lnTo>
                  <a:pt x="3142" y="2414"/>
                </a:lnTo>
                <a:lnTo>
                  <a:pt x="3142" y="2413"/>
                </a:lnTo>
                <a:lnTo>
                  <a:pt x="3142" y="2412"/>
                </a:lnTo>
                <a:lnTo>
                  <a:pt x="3142" y="2411"/>
                </a:lnTo>
                <a:lnTo>
                  <a:pt x="3142" y="2410"/>
                </a:lnTo>
                <a:lnTo>
                  <a:pt x="3141" y="2410"/>
                </a:lnTo>
                <a:lnTo>
                  <a:pt x="3141" y="2409"/>
                </a:lnTo>
                <a:lnTo>
                  <a:pt x="3140" y="2408"/>
                </a:lnTo>
                <a:lnTo>
                  <a:pt x="3140" y="2406"/>
                </a:lnTo>
                <a:lnTo>
                  <a:pt x="3140" y="2405"/>
                </a:lnTo>
                <a:lnTo>
                  <a:pt x="3139" y="2405"/>
                </a:lnTo>
                <a:lnTo>
                  <a:pt x="3138" y="2405"/>
                </a:lnTo>
                <a:lnTo>
                  <a:pt x="3137" y="2404"/>
                </a:lnTo>
                <a:lnTo>
                  <a:pt x="3136" y="2404"/>
                </a:lnTo>
                <a:lnTo>
                  <a:pt x="3136" y="2402"/>
                </a:lnTo>
                <a:lnTo>
                  <a:pt x="3136" y="2401"/>
                </a:lnTo>
                <a:lnTo>
                  <a:pt x="3137" y="2401"/>
                </a:lnTo>
                <a:lnTo>
                  <a:pt x="3137" y="2398"/>
                </a:lnTo>
                <a:lnTo>
                  <a:pt x="3137" y="2397"/>
                </a:lnTo>
                <a:lnTo>
                  <a:pt x="3136" y="2397"/>
                </a:lnTo>
                <a:lnTo>
                  <a:pt x="3136" y="2396"/>
                </a:lnTo>
                <a:lnTo>
                  <a:pt x="3136" y="2394"/>
                </a:lnTo>
                <a:lnTo>
                  <a:pt x="3136" y="2393"/>
                </a:lnTo>
                <a:lnTo>
                  <a:pt x="3137" y="2393"/>
                </a:lnTo>
                <a:lnTo>
                  <a:pt x="3137" y="2392"/>
                </a:lnTo>
                <a:lnTo>
                  <a:pt x="3137" y="2391"/>
                </a:lnTo>
                <a:lnTo>
                  <a:pt x="3136" y="2390"/>
                </a:lnTo>
                <a:lnTo>
                  <a:pt x="3137" y="2389"/>
                </a:lnTo>
                <a:lnTo>
                  <a:pt x="3138" y="2389"/>
                </a:lnTo>
                <a:lnTo>
                  <a:pt x="3139" y="2387"/>
                </a:lnTo>
                <a:lnTo>
                  <a:pt x="3140" y="2386"/>
                </a:lnTo>
                <a:lnTo>
                  <a:pt x="3141" y="2385"/>
                </a:lnTo>
                <a:lnTo>
                  <a:pt x="3142" y="2386"/>
                </a:lnTo>
                <a:lnTo>
                  <a:pt x="3144" y="2386"/>
                </a:lnTo>
                <a:lnTo>
                  <a:pt x="3144" y="2387"/>
                </a:lnTo>
                <a:lnTo>
                  <a:pt x="3146" y="2386"/>
                </a:lnTo>
                <a:lnTo>
                  <a:pt x="3146" y="2385"/>
                </a:lnTo>
                <a:lnTo>
                  <a:pt x="3147" y="2385"/>
                </a:lnTo>
                <a:lnTo>
                  <a:pt x="3148" y="2385"/>
                </a:lnTo>
                <a:lnTo>
                  <a:pt x="3149" y="2385"/>
                </a:lnTo>
                <a:lnTo>
                  <a:pt x="3151" y="2388"/>
                </a:lnTo>
                <a:lnTo>
                  <a:pt x="3151" y="2389"/>
                </a:lnTo>
                <a:lnTo>
                  <a:pt x="3151" y="2390"/>
                </a:lnTo>
                <a:lnTo>
                  <a:pt x="3151" y="2391"/>
                </a:lnTo>
                <a:lnTo>
                  <a:pt x="3151" y="2392"/>
                </a:lnTo>
                <a:lnTo>
                  <a:pt x="3152" y="2393"/>
                </a:lnTo>
                <a:lnTo>
                  <a:pt x="3154" y="2395"/>
                </a:lnTo>
                <a:lnTo>
                  <a:pt x="3156" y="2395"/>
                </a:lnTo>
                <a:lnTo>
                  <a:pt x="3157" y="2395"/>
                </a:lnTo>
                <a:lnTo>
                  <a:pt x="3157" y="2394"/>
                </a:lnTo>
                <a:lnTo>
                  <a:pt x="3158" y="2393"/>
                </a:lnTo>
                <a:lnTo>
                  <a:pt x="3159" y="2392"/>
                </a:lnTo>
                <a:lnTo>
                  <a:pt x="3160" y="2392"/>
                </a:lnTo>
                <a:lnTo>
                  <a:pt x="3161" y="2391"/>
                </a:lnTo>
                <a:lnTo>
                  <a:pt x="3161" y="2389"/>
                </a:lnTo>
                <a:lnTo>
                  <a:pt x="3161" y="2387"/>
                </a:lnTo>
                <a:lnTo>
                  <a:pt x="3161" y="2386"/>
                </a:lnTo>
                <a:lnTo>
                  <a:pt x="3161" y="2385"/>
                </a:lnTo>
                <a:lnTo>
                  <a:pt x="3161" y="2383"/>
                </a:lnTo>
                <a:lnTo>
                  <a:pt x="3162" y="2381"/>
                </a:lnTo>
                <a:lnTo>
                  <a:pt x="3162" y="2380"/>
                </a:lnTo>
                <a:lnTo>
                  <a:pt x="3162" y="2378"/>
                </a:lnTo>
                <a:lnTo>
                  <a:pt x="3163" y="2377"/>
                </a:lnTo>
                <a:lnTo>
                  <a:pt x="3164" y="2377"/>
                </a:lnTo>
                <a:lnTo>
                  <a:pt x="3164" y="2376"/>
                </a:lnTo>
                <a:lnTo>
                  <a:pt x="3164" y="2377"/>
                </a:lnTo>
                <a:lnTo>
                  <a:pt x="3164" y="2376"/>
                </a:lnTo>
                <a:lnTo>
                  <a:pt x="3164" y="2375"/>
                </a:lnTo>
                <a:lnTo>
                  <a:pt x="3164" y="2374"/>
                </a:lnTo>
                <a:lnTo>
                  <a:pt x="3163" y="2374"/>
                </a:lnTo>
                <a:lnTo>
                  <a:pt x="3162" y="2373"/>
                </a:lnTo>
                <a:lnTo>
                  <a:pt x="3163" y="2372"/>
                </a:lnTo>
                <a:lnTo>
                  <a:pt x="3163" y="2371"/>
                </a:lnTo>
                <a:lnTo>
                  <a:pt x="3162" y="2370"/>
                </a:lnTo>
                <a:lnTo>
                  <a:pt x="3161" y="2370"/>
                </a:lnTo>
                <a:lnTo>
                  <a:pt x="3161" y="2369"/>
                </a:lnTo>
                <a:lnTo>
                  <a:pt x="3160" y="2369"/>
                </a:lnTo>
                <a:lnTo>
                  <a:pt x="3159" y="2368"/>
                </a:lnTo>
                <a:lnTo>
                  <a:pt x="3157" y="2367"/>
                </a:lnTo>
                <a:lnTo>
                  <a:pt x="3156" y="2366"/>
                </a:lnTo>
                <a:lnTo>
                  <a:pt x="3154" y="2364"/>
                </a:lnTo>
                <a:lnTo>
                  <a:pt x="3153" y="2363"/>
                </a:lnTo>
                <a:lnTo>
                  <a:pt x="3151" y="2363"/>
                </a:lnTo>
                <a:lnTo>
                  <a:pt x="3151" y="2362"/>
                </a:lnTo>
                <a:lnTo>
                  <a:pt x="3151" y="2360"/>
                </a:lnTo>
                <a:lnTo>
                  <a:pt x="3152" y="2360"/>
                </a:lnTo>
                <a:lnTo>
                  <a:pt x="3153" y="2359"/>
                </a:lnTo>
                <a:lnTo>
                  <a:pt x="3155" y="2358"/>
                </a:lnTo>
                <a:lnTo>
                  <a:pt x="3156" y="2356"/>
                </a:lnTo>
                <a:lnTo>
                  <a:pt x="3155" y="2355"/>
                </a:lnTo>
                <a:lnTo>
                  <a:pt x="3156" y="2354"/>
                </a:lnTo>
                <a:lnTo>
                  <a:pt x="3156" y="2353"/>
                </a:lnTo>
                <a:lnTo>
                  <a:pt x="3155" y="2353"/>
                </a:lnTo>
                <a:lnTo>
                  <a:pt x="3155" y="2352"/>
                </a:lnTo>
                <a:lnTo>
                  <a:pt x="3155" y="2351"/>
                </a:lnTo>
                <a:lnTo>
                  <a:pt x="3155" y="2350"/>
                </a:lnTo>
                <a:lnTo>
                  <a:pt x="3155" y="2349"/>
                </a:lnTo>
                <a:lnTo>
                  <a:pt x="3156" y="2349"/>
                </a:lnTo>
                <a:lnTo>
                  <a:pt x="3156" y="2347"/>
                </a:lnTo>
                <a:lnTo>
                  <a:pt x="3155" y="2347"/>
                </a:lnTo>
                <a:lnTo>
                  <a:pt x="3154" y="2347"/>
                </a:lnTo>
                <a:lnTo>
                  <a:pt x="3153" y="2346"/>
                </a:lnTo>
                <a:lnTo>
                  <a:pt x="3153" y="2345"/>
                </a:lnTo>
                <a:lnTo>
                  <a:pt x="3153" y="2344"/>
                </a:lnTo>
                <a:lnTo>
                  <a:pt x="3152" y="2344"/>
                </a:lnTo>
                <a:lnTo>
                  <a:pt x="3148" y="2344"/>
                </a:lnTo>
                <a:lnTo>
                  <a:pt x="3146" y="2344"/>
                </a:lnTo>
                <a:lnTo>
                  <a:pt x="3145" y="2345"/>
                </a:lnTo>
                <a:lnTo>
                  <a:pt x="3144" y="2345"/>
                </a:lnTo>
                <a:lnTo>
                  <a:pt x="3143" y="2343"/>
                </a:lnTo>
                <a:lnTo>
                  <a:pt x="3145" y="2342"/>
                </a:lnTo>
                <a:lnTo>
                  <a:pt x="3147" y="2342"/>
                </a:lnTo>
                <a:lnTo>
                  <a:pt x="3147" y="2341"/>
                </a:lnTo>
                <a:lnTo>
                  <a:pt x="3148" y="2341"/>
                </a:lnTo>
                <a:lnTo>
                  <a:pt x="3149" y="2340"/>
                </a:lnTo>
                <a:lnTo>
                  <a:pt x="3150" y="2340"/>
                </a:lnTo>
                <a:lnTo>
                  <a:pt x="3150" y="2338"/>
                </a:lnTo>
                <a:lnTo>
                  <a:pt x="3151" y="2337"/>
                </a:lnTo>
                <a:lnTo>
                  <a:pt x="3151" y="2335"/>
                </a:lnTo>
                <a:lnTo>
                  <a:pt x="3152" y="2335"/>
                </a:lnTo>
                <a:lnTo>
                  <a:pt x="3151" y="2334"/>
                </a:lnTo>
                <a:lnTo>
                  <a:pt x="3151" y="2333"/>
                </a:lnTo>
                <a:lnTo>
                  <a:pt x="3150" y="2333"/>
                </a:lnTo>
                <a:lnTo>
                  <a:pt x="3149" y="2332"/>
                </a:lnTo>
                <a:lnTo>
                  <a:pt x="3147" y="2330"/>
                </a:lnTo>
                <a:lnTo>
                  <a:pt x="3147" y="2329"/>
                </a:lnTo>
                <a:lnTo>
                  <a:pt x="3147" y="2328"/>
                </a:lnTo>
                <a:lnTo>
                  <a:pt x="3146" y="2328"/>
                </a:lnTo>
                <a:lnTo>
                  <a:pt x="3145" y="2328"/>
                </a:lnTo>
                <a:lnTo>
                  <a:pt x="3144" y="2328"/>
                </a:lnTo>
                <a:lnTo>
                  <a:pt x="3143" y="2328"/>
                </a:lnTo>
                <a:lnTo>
                  <a:pt x="3142" y="2328"/>
                </a:lnTo>
                <a:lnTo>
                  <a:pt x="3141" y="2328"/>
                </a:lnTo>
                <a:lnTo>
                  <a:pt x="3140" y="2330"/>
                </a:lnTo>
                <a:lnTo>
                  <a:pt x="3139" y="2330"/>
                </a:lnTo>
                <a:lnTo>
                  <a:pt x="3139" y="2332"/>
                </a:lnTo>
                <a:lnTo>
                  <a:pt x="3139" y="2333"/>
                </a:lnTo>
                <a:lnTo>
                  <a:pt x="3139" y="2334"/>
                </a:lnTo>
                <a:lnTo>
                  <a:pt x="3140" y="2334"/>
                </a:lnTo>
                <a:lnTo>
                  <a:pt x="3141" y="2334"/>
                </a:lnTo>
                <a:lnTo>
                  <a:pt x="3141" y="2335"/>
                </a:lnTo>
                <a:lnTo>
                  <a:pt x="3140" y="2337"/>
                </a:lnTo>
                <a:lnTo>
                  <a:pt x="3140" y="2338"/>
                </a:lnTo>
                <a:lnTo>
                  <a:pt x="3139" y="2338"/>
                </a:lnTo>
                <a:lnTo>
                  <a:pt x="3137" y="2341"/>
                </a:lnTo>
                <a:lnTo>
                  <a:pt x="3132" y="2342"/>
                </a:lnTo>
                <a:lnTo>
                  <a:pt x="3131" y="2342"/>
                </a:lnTo>
                <a:lnTo>
                  <a:pt x="3129" y="2342"/>
                </a:lnTo>
                <a:lnTo>
                  <a:pt x="3125" y="2341"/>
                </a:lnTo>
                <a:lnTo>
                  <a:pt x="3125" y="2340"/>
                </a:lnTo>
                <a:lnTo>
                  <a:pt x="3126" y="2340"/>
                </a:lnTo>
                <a:lnTo>
                  <a:pt x="3128" y="2339"/>
                </a:lnTo>
                <a:lnTo>
                  <a:pt x="3129" y="2339"/>
                </a:lnTo>
                <a:lnTo>
                  <a:pt x="3129" y="2338"/>
                </a:lnTo>
                <a:lnTo>
                  <a:pt x="3129" y="2337"/>
                </a:lnTo>
                <a:lnTo>
                  <a:pt x="3128" y="2335"/>
                </a:lnTo>
                <a:lnTo>
                  <a:pt x="3127" y="2335"/>
                </a:lnTo>
                <a:lnTo>
                  <a:pt x="3128" y="2335"/>
                </a:lnTo>
                <a:lnTo>
                  <a:pt x="3129" y="2335"/>
                </a:lnTo>
                <a:lnTo>
                  <a:pt x="3130" y="2336"/>
                </a:lnTo>
                <a:lnTo>
                  <a:pt x="3131" y="2336"/>
                </a:lnTo>
                <a:lnTo>
                  <a:pt x="3131" y="2335"/>
                </a:lnTo>
                <a:lnTo>
                  <a:pt x="3130" y="2335"/>
                </a:lnTo>
                <a:lnTo>
                  <a:pt x="3130" y="2334"/>
                </a:lnTo>
                <a:lnTo>
                  <a:pt x="3130" y="2332"/>
                </a:lnTo>
                <a:lnTo>
                  <a:pt x="3131" y="2332"/>
                </a:lnTo>
                <a:lnTo>
                  <a:pt x="3131" y="2331"/>
                </a:lnTo>
                <a:lnTo>
                  <a:pt x="3130" y="2330"/>
                </a:lnTo>
                <a:lnTo>
                  <a:pt x="3129" y="2330"/>
                </a:lnTo>
                <a:lnTo>
                  <a:pt x="3128" y="2330"/>
                </a:lnTo>
                <a:lnTo>
                  <a:pt x="3127" y="2329"/>
                </a:lnTo>
                <a:lnTo>
                  <a:pt x="3126" y="2328"/>
                </a:lnTo>
                <a:lnTo>
                  <a:pt x="3125" y="2329"/>
                </a:lnTo>
                <a:lnTo>
                  <a:pt x="3123" y="2329"/>
                </a:lnTo>
                <a:lnTo>
                  <a:pt x="3121" y="2328"/>
                </a:lnTo>
                <a:lnTo>
                  <a:pt x="3120" y="2327"/>
                </a:lnTo>
                <a:lnTo>
                  <a:pt x="3119" y="2327"/>
                </a:lnTo>
                <a:lnTo>
                  <a:pt x="3119" y="2326"/>
                </a:lnTo>
                <a:lnTo>
                  <a:pt x="3120" y="2326"/>
                </a:lnTo>
                <a:lnTo>
                  <a:pt x="3120" y="2325"/>
                </a:lnTo>
                <a:lnTo>
                  <a:pt x="3120" y="2324"/>
                </a:lnTo>
                <a:lnTo>
                  <a:pt x="3120" y="2323"/>
                </a:lnTo>
                <a:lnTo>
                  <a:pt x="3119" y="2322"/>
                </a:lnTo>
                <a:lnTo>
                  <a:pt x="3120" y="2319"/>
                </a:lnTo>
                <a:lnTo>
                  <a:pt x="3121" y="2317"/>
                </a:lnTo>
                <a:lnTo>
                  <a:pt x="3122" y="2315"/>
                </a:lnTo>
                <a:lnTo>
                  <a:pt x="3121" y="2314"/>
                </a:lnTo>
                <a:lnTo>
                  <a:pt x="3119" y="2313"/>
                </a:lnTo>
                <a:lnTo>
                  <a:pt x="3118" y="2312"/>
                </a:lnTo>
                <a:lnTo>
                  <a:pt x="3115" y="2311"/>
                </a:lnTo>
                <a:lnTo>
                  <a:pt x="3114" y="2311"/>
                </a:lnTo>
                <a:lnTo>
                  <a:pt x="3113" y="2311"/>
                </a:lnTo>
                <a:lnTo>
                  <a:pt x="3112" y="2310"/>
                </a:lnTo>
                <a:lnTo>
                  <a:pt x="3111" y="2311"/>
                </a:lnTo>
                <a:lnTo>
                  <a:pt x="3110" y="2311"/>
                </a:lnTo>
                <a:lnTo>
                  <a:pt x="3109" y="2310"/>
                </a:lnTo>
                <a:lnTo>
                  <a:pt x="3109" y="2309"/>
                </a:lnTo>
                <a:lnTo>
                  <a:pt x="3108" y="2308"/>
                </a:lnTo>
                <a:lnTo>
                  <a:pt x="3107" y="2307"/>
                </a:lnTo>
                <a:lnTo>
                  <a:pt x="3106" y="2307"/>
                </a:lnTo>
                <a:lnTo>
                  <a:pt x="3105" y="2307"/>
                </a:lnTo>
                <a:lnTo>
                  <a:pt x="3104" y="2306"/>
                </a:lnTo>
                <a:lnTo>
                  <a:pt x="3103" y="2305"/>
                </a:lnTo>
                <a:lnTo>
                  <a:pt x="3100" y="2304"/>
                </a:lnTo>
                <a:lnTo>
                  <a:pt x="3099" y="2303"/>
                </a:lnTo>
                <a:lnTo>
                  <a:pt x="3098" y="2302"/>
                </a:lnTo>
                <a:lnTo>
                  <a:pt x="3098" y="2301"/>
                </a:lnTo>
                <a:lnTo>
                  <a:pt x="3099" y="2300"/>
                </a:lnTo>
                <a:lnTo>
                  <a:pt x="3100" y="2300"/>
                </a:lnTo>
                <a:lnTo>
                  <a:pt x="3100" y="2299"/>
                </a:lnTo>
                <a:lnTo>
                  <a:pt x="3101" y="2299"/>
                </a:lnTo>
                <a:lnTo>
                  <a:pt x="3101" y="2298"/>
                </a:lnTo>
                <a:lnTo>
                  <a:pt x="3102" y="2298"/>
                </a:lnTo>
                <a:lnTo>
                  <a:pt x="3102" y="2299"/>
                </a:lnTo>
                <a:lnTo>
                  <a:pt x="3103" y="2298"/>
                </a:lnTo>
                <a:lnTo>
                  <a:pt x="3104" y="2298"/>
                </a:lnTo>
                <a:lnTo>
                  <a:pt x="3104" y="2296"/>
                </a:lnTo>
                <a:lnTo>
                  <a:pt x="3105" y="2296"/>
                </a:lnTo>
                <a:lnTo>
                  <a:pt x="3105" y="2295"/>
                </a:lnTo>
                <a:lnTo>
                  <a:pt x="3106" y="2295"/>
                </a:lnTo>
                <a:lnTo>
                  <a:pt x="3107" y="2295"/>
                </a:lnTo>
                <a:lnTo>
                  <a:pt x="3108" y="2294"/>
                </a:lnTo>
                <a:lnTo>
                  <a:pt x="3110" y="2292"/>
                </a:lnTo>
                <a:lnTo>
                  <a:pt x="3110" y="2289"/>
                </a:lnTo>
                <a:lnTo>
                  <a:pt x="3109" y="2287"/>
                </a:lnTo>
                <a:lnTo>
                  <a:pt x="3107" y="2286"/>
                </a:lnTo>
                <a:lnTo>
                  <a:pt x="3106" y="2286"/>
                </a:lnTo>
                <a:lnTo>
                  <a:pt x="3104" y="2286"/>
                </a:lnTo>
                <a:lnTo>
                  <a:pt x="3104" y="2285"/>
                </a:lnTo>
                <a:lnTo>
                  <a:pt x="3104" y="2284"/>
                </a:lnTo>
                <a:lnTo>
                  <a:pt x="3103" y="2283"/>
                </a:lnTo>
                <a:lnTo>
                  <a:pt x="3102" y="2283"/>
                </a:lnTo>
                <a:lnTo>
                  <a:pt x="3101" y="2280"/>
                </a:lnTo>
                <a:lnTo>
                  <a:pt x="3101" y="2279"/>
                </a:lnTo>
                <a:lnTo>
                  <a:pt x="3101" y="2275"/>
                </a:lnTo>
                <a:lnTo>
                  <a:pt x="3102" y="2275"/>
                </a:lnTo>
                <a:lnTo>
                  <a:pt x="3103" y="2275"/>
                </a:lnTo>
                <a:lnTo>
                  <a:pt x="3103" y="2273"/>
                </a:lnTo>
                <a:lnTo>
                  <a:pt x="3103" y="2272"/>
                </a:lnTo>
                <a:lnTo>
                  <a:pt x="3103" y="2271"/>
                </a:lnTo>
                <a:lnTo>
                  <a:pt x="3102" y="2271"/>
                </a:lnTo>
                <a:lnTo>
                  <a:pt x="3101" y="2271"/>
                </a:lnTo>
                <a:lnTo>
                  <a:pt x="3101" y="2270"/>
                </a:lnTo>
                <a:lnTo>
                  <a:pt x="3101" y="2269"/>
                </a:lnTo>
                <a:lnTo>
                  <a:pt x="3101" y="2268"/>
                </a:lnTo>
                <a:lnTo>
                  <a:pt x="3100" y="2267"/>
                </a:lnTo>
                <a:lnTo>
                  <a:pt x="3099" y="2266"/>
                </a:lnTo>
                <a:lnTo>
                  <a:pt x="3098" y="2266"/>
                </a:lnTo>
                <a:lnTo>
                  <a:pt x="3097" y="2266"/>
                </a:lnTo>
                <a:lnTo>
                  <a:pt x="3096" y="2265"/>
                </a:lnTo>
                <a:lnTo>
                  <a:pt x="3095" y="2265"/>
                </a:lnTo>
                <a:lnTo>
                  <a:pt x="3095" y="2264"/>
                </a:lnTo>
                <a:lnTo>
                  <a:pt x="3094" y="2264"/>
                </a:lnTo>
                <a:lnTo>
                  <a:pt x="3094" y="2263"/>
                </a:lnTo>
                <a:lnTo>
                  <a:pt x="3092" y="2263"/>
                </a:lnTo>
                <a:lnTo>
                  <a:pt x="3088" y="2259"/>
                </a:lnTo>
                <a:lnTo>
                  <a:pt x="3088" y="2257"/>
                </a:lnTo>
                <a:lnTo>
                  <a:pt x="3087" y="2257"/>
                </a:lnTo>
                <a:lnTo>
                  <a:pt x="3085" y="2255"/>
                </a:lnTo>
                <a:lnTo>
                  <a:pt x="3084" y="2254"/>
                </a:lnTo>
                <a:lnTo>
                  <a:pt x="3082" y="2254"/>
                </a:lnTo>
                <a:lnTo>
                  <a:pt x="3079" y="2253"/>
                </a:lnTo>
                <a:lnTo>
                  <a:pt x="3079" y="2252"/>
                </a:lnTo>
                <a:lnTo>
                  <a:pt x="3078" y="2252"/>
                </a:lnTo>
                <a:lnTo>
                  <a:pt x="3077" y="2252"/>
                </a:lnTo>
                <a:lnTo>
                  <a:pt x="3076" y="2251"/>
                </a:lnTo>
                <a:lnTo>
                  <a:pt x="3075" y="2248"/>
                </a:lnTo>
                <a:lnTo>
                  <a:pt x="3076" y="2247"/>
                </a:lnTo>
                <a:lnTo>
                  <a:pt x="3073" y="2243"/>
                </a:lnTo>
                <a:lnTo>
                  <a:pt x="3073" y="2242"/>
                </a:lnTo>
                <a:lnTo>
                  <a:pt x="3072" y="2242"/>
                </a:lnTo>
                <a:lnTo>
                  <a:pt x="3072" y="2243"/>
                </a:lnTo>
                <a:lnTo>
                  <a:pt x="3072" y="2242"/>
                </a:lnTo>
                <a:lnTo>
                  <a:pt x="3071" y="2242"/>
                </a:lnTo>
                <a:lnTo>
                  <a:pt x="3070" y="2241"/>
                </a:lnTo>
                <a:lnTo>
                  <a:pt x="3069" y="2239"/>
                </a:lnTo>
                <a:lnTo>
                  <a:pt x="3068" y="2238"/>
                </a:lnTo>
                <a:lnTo>
                  <a:pt x="3066" y="2237"/>
                </a:lnTo>
                <a:lnTo>
                  <a:pt x="3065" y="2237"/>
                </a:lnTo>
                <a:lnTo>
                  <a:pt x="3062" y="2234"/>
                </a:lnTo>
                <a:lnTo>
                  <a:pt x="3063" y="2233"/>
                </a:lnTo>
                <a:lnTo>
                  <a:pt x="3063" y="2231"/>
                </a:lnTo>
                <a:lnTo>
                  <a:pt x="3064" y="2229"/>
                </a:lnTo>
                <a:lnTo>
                  <a:pt x="3063" y="2229"/>
                </a:lnTo>
                <a:lnTo>
                  <a:pt x="3063" y="2228"/>
                </a:lnTo>
                <a:lnTo>
                  <a:pt x="3062" y="2229"/>
                </a:lnTo>
                <a:lnTo>
                  <a:pt x="3061" y="2229"/>
                </a:lnTo>
                <a:lnTo>
                  <a:pt x="3059" y="2230"/>
                </a:lnTo>
                <a:lnTo>
                  <a:pt x="3057" y="2231"/>
                </a:lnTo>
                <a:lnTo>
                  <a:pt x="3056" y="2232"/>
                </a:lnTo>
                <a:lnTo>
                  <a:pt x="3056" y="2233"/>
                </a:lnTo>
                <a:lnTo>
                  <a:pt x="3054" y="2233"/>
                </a:lnTo>
                <a:lnTo>
                  <a:pt x="3052" y="2234"/>
                </a:lnTo>
                <a:lnTo>
                  <a:pt x="3050" y="2236"/>
                </a:lnTo>
                <a:lnTo>
                  <a:pt x="3049" y="2236"/>
                </a:lnTo>
                <a:lnTo>
                  <a:pt x="3047" y="2238"/>
                </a:lnTo>
                <a:lnTo>
                  <a:pt x="3046" y="2237"/>
                </a:lnTo>
                <a:lnTo>
                  <a:pt x="3045" y="2237"/>
                </a:lnTo>
                <a:lnTo>
                  <a:pt x="3045" y="2238"/>
                </a:lnTo>
                <a:lnTo>
                  <a:pt x="3044" y="2238"/>
                </a:lnTo>
                <a:lnTo>
                  <a:pt x="3041" y="2237"/>
                </a:lnTo>
                <a:lnTo>
                  <a:pt x="3038" y="2237"/>
                </a:lnTo>
                <a:lnTo>
                  <a:pt x="3035" y="2237"/>
                </a:lnTo>
                <a:lnTo>
                  <a:pt x="3033" y="2235"/>
                </a:lnTo>
                <a:lnTo>
                  <a:pt x="3030" y="2235"/>
                </a:lnTo>
                <a:lnTo>
                  <a:pt x="3029" y="2235"/>
                </a:lnTo>
                <a:lnTo>
                  <a:pt x="3028" y="2235"/>
                </a:lnTo>
                <a:lnTo>
                  <a:pt x="3027" y="2235"/>
                </a:lnTo>
                <a:lnTo>
                  <a:pt x="3026" y="2235"/>
                </a:lnTo>
                <a:lnTo>
                  <a:pt x="3024" y="2236"/>
                </a:lnTo>
                <a:lnTo>
                  <a:pt x="3024" y="2237"/>
                </a:lnTo>
                <a:lnTo>
                  <a:pt x="3023" y="2239"/>
                </a:lnTo>
                <a:lnTo>
                  <a:pt x="3022" y="2239"/>
                </a:lnTo>
                <a:lnTo>
                  <a:pt x="3021" y="2238"/>
                </a:lnTo>
                <a:lnTo>
                  <a:pt x="3021" y="2237"/>
                </a:lnTo>
                <a:lnTo>
                  <a:pt x="3020" y="2238"/>
                </a:lnTo>
                <a:lnTo>
                  <a:pt x="3019" y="2238"/>
                </a:lnTo>
                <a:lnTo>
                  <a:pt x="3018" y="2238"/>
                </a:lnTo>
                <a:lnTo>
                  <a:pt x="3017" y="2238"/>
                </a:lnTo>
                <a:lnTo>
                  <a:pt x="3016" y="2238"/>
                </a:lnTo>
                <a:lnTo>
                  <a:pt x="3015" y="2238"/>
                </a:lnTo>
                <a:lnTo>
                  <a:pt x="3014" y="2238"/>
                </a:lnTo>
                <a:lnTo>
                  <a:pt x="3013" y="2238"/>
                </a:lnTo>
                <a:lnTo>
                  <a:pt x="3013" y="2239"/>
                </a:lnTo>
                <a:lnTo>
                  <a:pt x="3013" y="2240"/>
                </a:lnTo>
                <a:lnTo>
                  <a:pt x="3012" y="2240"/>
                </a:lnTo>
                <a:lnTo>
                  <a:pt x="3012" y="2241"/>
                </a:lnTo>
                <a:lnTo>
                  <a:pt x="3011" y="2241"/>
                </a:lnTo>
                <a:lnTo>
                  <a:pt x="3010" y="2242"/>
                </a:lnTo>
                <a:lnTo>
                  <a:pt x="3010" y="2243"/>
                </a:lnTo>
                <a:lnTo>
                  <a:pt x="3010" y="2245"/>
                </a:lnTo>
                <a:lnTo>
                  <a:pt x="3010" y="2246"/>
                </a:lnTo>
                <a:lnTo>
                  <a:pt x="3010" y="2248"/>
                </a:lnTo>
                <a:lnTo>
                  <a:pt x="3008" y="2249"/>
                </a:lnTo>
                <a:lnTo>
                  <a:pt x="3008" y="2250"/>
                </a:lnTo>
                <a:lnTo>
                  <a:pt x="3006" y="2251"/>
                </a:lnTo>
                <a:lnTo>
                  <a:pt x="3005" y="2253"/>
                </a:lnTo>
                <a:lnTo>
                  <a:pt x="3005" y="2255"/>
                </a:lnTo>
                <a:lnTo>
                  <a:pt x="3005" y="2256"/>
                </a:lnTo>
                <a:lnTo>
                  <a:pt x="3005" y="2257"/>
                </a:lnTo>
                <a:lnTo>
                  <a:pt x="3006" y="2256"/>
                </a:lnTo>
                <a:lnTo>
                  <a:pt x="3007" y="2256"/>
                </a:lnTo>
                <a:lnTo>
                  <a:pt x="3008" y="2256"/>
                </a:lnTo>
                <a:lnTo>
                  <a:pt x="3008" y="2257"/>
                </a:lnTo>
                <a:lnTo>
                  <a:pt x="3009" y="2260"/>
                </a:lnTo>
                <a:lnTo>
                  <a:pt x="3009" y="2261"/>
                </a:lnTo>
                <a:lnTo>
                  <a:pt x="3009" y="2262"/>
                </a:lnTo>
                <a:lnTo>
                  <a:pt x="3009" y="2264"/>
                </a:lnTo>
                <a:lnTo>
                  <a:pt x="3009" y="2265"/>
                </a:lnTo>
                <a:lnTo>
                  <a:pt x="3009" y="2266"/>
                </a:lnTo>
                <a:lnTo>
                  <a:pt x="3008" y="2266"/>
                </a:lnTo>
                <a:lnTo>
                  <a:pt x="3007" y="2267"/>
                </a:lnTo>
                <a:lnTo>
                  <a:pt x="3006" y="2268"/>
                </a:lnTo>
                <a:lnTo>
                  <a:pt x="3005" y="2268"/>
                </a:lnTo>
                <a:lnTo>
                  <a:pt x="3003" y="2269"/>
                </a:lnTo>
                <a:lnTo>
                  <a:pt x="3002" y="2269"/>
                </a:lnTo>
                <a:lnTo>
                  <a:pt x="3001" y="2269"/>
                </a:lnTo>
                <a:lnTo>
                  <a:pt x="3000" y="2269"/>
                </a:lnTo>
                <a:lnTo>
                  <a:pt x="2999" y="2269"/>
                </a:lnTo>
                <a:lnTo>
                  <a:pt x="2998" y="2269"/>
                </a:lnTo>
                <a:lnTo>
                  <a:pt x="2997" y="2269"/>
                </a:lnTo>
                <a:lnTo>
                  <a:pt x="2996" y="2269"/>
                </a:lnTo>
                <a:lnTo>
                  <a:pt x="2996" y="2268"/>
                </a:lnTo>
                <a:lnTo>
                  <a:pt x="2995" y="2268"/>
                </a:lnTo>
                <a:lnTo>
                  <a:pt x="2993" y="2268"/>
                </a:lnTo>
                <a:lnTo>
                  <a:pt x="2992" y="2267"/>
                </a:lnTo>
                <a:lnTo>
                  <a:pt x="2991" y="2267"/>
                </a:lnTo>
                <a:lnTo>
                  <a:pt x="2990" y="2266"/>
                </a:lnTo>
                <a:lnTo>
                  <a:pt x="2989" y="2266"/>
                </a:lnTo>
                <a:lnTo>
                  <a:pt x="2988" y="2266"/>
                </a:lnTo>
                <a:lnTo>
                  <a:pt x="2987" y="2267"/>
                </a:lnTo>
                <a:lnTo>
                  <a:pt x="2987" y="2268"/>
                </a:lnTo>
                <a:lnTo>
                  <a:pt x="2986" y="2268"/>
                </a:lnTo>
                <a:lnTo>
                  <a:pt x="2985" y="2268"/>
                </a:lnTo>
                <a:lnTo>
                  <a:pt x="2984" y="2268"/>
                </a:lnTo>
                <a:lnTo>
                  <a:pt x="2983" y="2268"/>
                </a:lnTo>
                <a:lnTo>
                  <a:pt x="2980" y="2269"/>
                </a:lnTo>
                <a:lnTo>
                  <a:pt x="2978" y="2270"/>
                </a:lnTo>
                <a:lnTo>
                  <a:pt x="2974" y="2271"/>
                </a:lnTo>
                <a:lnTo>
                  <a:pt x="2972" y="2271"/>
                </a:lnTo>
                <a:lnTo>
                  <a:pt x="2971" y="2271"/>
                </a:lnTo>
                <a:lnTo>
                  <a:pt x="2967" y="2270"/>
                </a:lnTo>
                <a:lnTo>
                  <a:pt x="2966" y="2270"/>
                </a:lnTo>
                <a:lnTo>
                  <a:pt x="2966" y="2271"/>
                </a:lnTo>
                <a:lnTo>
                  <a:pt x="2965" y="2271"/>
                </a:lnTo>
                <a:lnTo>
                  <a:pt x="2964" y="2270"/>
                </a:lnTo>
                <a:lnTo>
                  <a:pt x="2963" y="2270"/>
                </a:lnTo>
                <a:lnTo>
                  <a:pt x="2962" y="2269"/>
                </a:lnTo>
                <a:lnTo>
                  <a:pt x="2961" y="2270"/>
                </a:lnTo>
                <a:lnTo>
                  <a:pt x="2960" y="2272"/>
                </a:lnTo>
                <a:lnTo>
                  <a:pt x="2960" y="2273"/>
                </a:lnTo>
                <a:lnTo>
                  <a:pt x="2960" y="2274"/>
                </a:lnTo>
                <a:lnTo>
                  <a:pt x="2959" y="2274"/>
                </a:lnTo>
                <a:lnTo>
                  <a:pt x="2957" y="2275"/>
                </a:lnTo>
                <a:lnTo>
                  <a:pt x="2956" y="2276"/>
                </a:lnTo>
                <a:lnTo>
                  <a:pt x="2954" y="2276"/>
                </a:lnTo>
                <a:lnTo>
                  <a:pt x="2953" y="2275"/>
                </a:lnTo>
                <a:lnTo>
                  <a:pt x="2952" y="2275"/>
                </a:lnTo>
                <a:lnTo>
                  <a:pt x="2950" y="2276"/>
                </a:lnTo>
                <a:lnTo>
                  <a:pt x="2950" y="2277"/>
                </a:lnTo>
                <a:lnTo>
                  <a:pt x="2950" y="2278"/>
                </a:lnTo>
                <a:lnTo>
                  <a:pt x="2950" y="2279"/>
                </a:lnTo>
                <a:lnTo>
                  <a:pt x="2950" y="2280"/>
                </a:lnTo>
                <a:lnTo>
                  <a:pt x="2950" y="2281"/>
                </a:lnTo>
                <a:lnTo>
                  <a:pt x="2949" y="2282"/>
                </a:lnTo>
                <a:lnTo>
                  <a:pt x="2948" y="2283"/>
                </a:lnTo>
                <a:lnTo>
                  <a:pt x="2947" y="2283"/>
                </a:lnTo>
                <a:lnTo>
                  <a:pt x="2946" y="2282"/>
                </a:lnTo>
                <a:lnTo>
                  <a:pt x="2945" y="2283"/>
                </a:lnTo>
                <a:lnTo>
                  <a:pt x="2943" y="2285"/>
                </a:lnTo>
                <a:lnTo>
                  <a:pt x="2940" y="2287"/>
                </a:lnTo>
                <a:lnTo>
                  <a:pt x="2937" y="2290"/>
                </a:lnTo>
                <a:lnTo>
                  <a:pt x="2935" y="2292"/>
                </a:lnTo>
                <a:lnTo>
                  <a:pt x="2934" y="2292"/>
                </a:lnTo>
                <a:lnTo>
                  <a:pt x="2935" y="2293"/>
                </a:lnTo>
                <a:lnTo>
                  <a:pt x="2935" y="2294"/>
                </a:lnTo>
                <a:lnTo>
                  <a:pt x="2934" y="2295"/>
                </a:lnTo>
                <a:lnTo>
                  <a:pt x="2934" y="2296"/>
                </a:lnTo>
                <a:lnTo>
                  <a:pt x="2934" y="2297"/>
                </a:lnTo>
                <a:lnTo>
                  <a:pt x="2934" y="2299"/>
                </a:lnTo>
                <a:lnTo>
                  <a:pt x="2934" y="2300"/>
                </a:lnTo>
                <a:lnTo>
                  <a:pt x="2935" y="2303"/>
                </a:lnTo>
                <a:lnTo>
                  <a:pt x="2935" y="2304"/>
                </a:lnTo>
                <a:lnTo>
                  <a:pt x="2937" y="2306"/>
                </a:lnTo>
                <a:lnTo>
                  <a:pt x="2937" y="2307"/>
                </a:lnTo>
                <a:lnTo>
                  <a:pt x="2938" y="2309"/>
                </a:lnTo>
                <a:lnTo>
                  <a:pt x="2938" y="2310"/>
                </a:lnTo>
                <a:lnTo>
                  <a:pt x="2939" y="2312"/>
                </a:lnTo>
                <a:lnTo>
                  <a:pt x="2939" y="2313"/>
                </a:lnTo>
                <a:lnTo>
                  <a:pt x="2939" y="2322"/>
                </a:lnTo>
                <a:lnTo>
                  <a:pt x="2940" y="2322"/>
                </a:lnTo>
                <a:lnTo>
                  <a:pt x="2940" y="2323"/>
                </a:lnTo>
                <a:lnTo>
                  <a:pt x="2941" y="2323"/>
                </a:lnTo>
                <a:lnTo>
                  <a:pt x="2942" y="2324"/>
                </a:lnTo>
                <a:lnTo>
                  <a:pt x="2942" y="2327"/>
                </a:lnTo>
                <a:lnTo>
                  <a:pt x="2943" y="2328"/>
                </a:lnTo>
                <a:lnTo>
                  <a:pt x="2943" y="2330"/>
                </a:lnTo>
                <a:lnTo>
                  <a:pt x="2943" y="2332"/>
                </a:lnTo>
                <a:lnTo>
                  <a:pt x="2942" y="2332"/>
                </a:lnTo>
                <a:lnTo>
                  <a:pt x="2941" y="2333"/>
                </a:lnTo>
                <a:lnTo>
                  <a:pt x="2940" y="2333"/>
                </a:lnTo>
                <a:lnTo>
                  <a:pt x="2939" y="2332"/>
                </a:lnTo>
                <a:lnTo>
                  <a:pt x="2938" y="2332"/>
                </a:lnTo>
                <a:lnTo>
                  <a:pt x="2937" y="2332"/>
                </a:lnTo>
                <a:lnTo>
                  <a:pt x="2936" y="2333"/>
                </a:lnTo>
                <a:lnTo>
                  <a:pt x="2934" y="2334"/>
                </a:lnTo>
                <a:lnTo>
                  <a:pt x="2934" y="2333"/>
                </a:lnTo>
                <a:lnTo>
                  <a:pt x="2933" y="2332"/>
                </a:lnTo>
                <a:lnTo>
                  <a:pt x="2932" y="2332"/>
                </a:lnTo>
                <a:lnTo>
                  <a:pt x="2931" y="2332"/>
                </a:lnTo>
                <a:lnTo>
                  <a:pt x="2930" y="2332"/>
                </a:lnTo>
                <a:lnTo>
                  <a:pt x="2928" y="2332"/>
                </a:lnTo>
                <a:lnTo>
                  <a:pt x="2927" y="2332"/>
                </a:lnTo>
                <a:lnTo>
                  <a:pt x="2926" y="2332"/>
                </a:lnTo>
                <a:lnTo>
                  <a:pt x="2924" y="2332"/>
                </a:lnTo>
                <a:lnTo>
                  <a:pt x="2922" y="2331"/>
                </a:lnTo>
                <a:lnTo>
                  <a:pt x="2923" y="2332"/>
                </a:lnTo>
                <a:lnTo>
                  <a:pt x="2924" y="2334"/>
                </a:lnTo>
                <a:lnTo>
                  <a:pt x="2926" y="2336"/>
                </a:lnTo>
                <a:lnTo>
                  <a:pt x="2928" y="2339"/>
                </a:lnTo>
                <a:lnTo>
                  <a:pt x="2929" y="2340"/>
                </a:lnTo>
                <a:lnTo>
                  <a:pt x="2930" y="2341"/>
                </a:lnTo>
                <a:lnTo>
                  <a:pt x="2931" y="2341"/>
                </a:lnTo>
                <a:lnTo>
                  <a:pt x="2932" y="2341"/>
                </a:lnTo>
                <a:lnTo>
                  <a:pt x="2933" y="2341"/>
                </a:lnTo>
                <a:lnTo>
                  <a:pt x="2934" y="2341"/>
                </a:lnTo>
                <a:lnTo>
                  <a:pt x="2934" y="2342"/>
                </a:lnTo>
                <a:lnTo>
                  <a:pt x="2934" y="2343"/>
                </a:lnTo>
                <a:lnTo>
                  <a:pt x="2935" y="2343"/>
                </a:lnTo>
                <a:lnTo>
                  <a:pt x="2935" y="2344"/>
                </a:lnTo>
                <a:lnTo>
                  <a:pt x="2936" y="2345"/>
                </a:lnTo>
                <a:lnTo>
                  <a:pt x="2937" y="2346"/>
                </a:lnTo>
                <a:lnTo>
                  <a:pt x="2938" y="2346"/>
                </a:lnTo>
                <a:lnTo>
                  <a:pt x="2937" y="2347"/>
                </a:lnTo>
                <a:lnTo>
                  <a:pt x="2938" y="2348"/>
                </a:lnTo>
                <a:lnTo>
                  <a:pt x="2939" y="2348"/>
                </a:lnTo>
                <a:lnTo>
                  <a:pt x="2940" y="2349"/>
                </a:lnTo>
                <a:lnTo>
                  <a:pt x="2941" y="2350"/>
                </a:lnTo>
                <a:lnTo>
                  <a:pt x="2941" y="2351"/>
                </a:lnTo>
                <a:lnTo>
                  <a:pt x="2941" y="2354"/>
                </a:lnTo>
                <a:lnTo>
                  <a:pt x="2941" y="2355"/>
                </a:lnTo>
                <a:lnTo>
                  <a:pt x="2941" y="2356"/>
                </a:lnTo>
                <a:lnTo>
                  <a:pt x="2940" y="2356"/>
                </a:lnTo>
                <a:lnTo>
                  <a:pt x="2940" y="2358"/>
                </a:lnTo>
                <a:lnTo>
                  <a:pt x="2941" y="2359"/>
                </a:lnTo>
                <a:lnTo>
                  <a:pt x="2941" y="2360"/>
                </a:lnTo>
                <a:lnTo>
                  <a:pt x="2942" y="2361"/>
                </a:lnTo>
                <a:lnTo>
                  <a:pt x="2941" y="2363"/>
                </a:lnTo>
                <a:lnTo>
                  <a:pt x="2941" y="2366"/>
                </a:lnTo>
                <a:lnTo>
                  <a:pt x="2942" y="2366"/>
                </a:lnTo>
                <a:lnTo>
                  <a:pt x="2942" y="2367"/>
                </a:lnTo>
                <a:lnTo>
                  <a:pt x="2942" y="2368"/>
                </a:lnTo>
                <a:lnTo>
                  <a:pt x="2942" y="2369"/>
                </a:lnTo>
                <a:lnTo>
                  <a:pt x="2941" y="2370"/>
                </a:lnTo>
                <a:lnTo>
                  <a:pt x="2939" y="2372"/>
                </a:lnTo>
                <a:lnTo>
                  <a:pt x="2937" y="2372"/>
                </a:lnTo>
                <a:lnTo>
                  <a:pt x="2936" y="2373"/>
                </a:lnTo>
                <a:lnTo>
                  <a:pt x="2936" y="2374"/>
                </a:lnTo>
                <a:lnTo>
                  <a:pt x="2935" y="2375"/>
                </a:lnTo>
                <a:lnTo>
                  <a:pt x="2929" y="2379"/>
                </a:lnTo>
                <a:lnTo>
                  <a:pt x="2928" y="2379"/>
                </a:lnTo>
                <a:lnTo>
                  <a:pt x="2926" y="2377"/>
                </a:lnTo>
                <a:lnTo>
                  <a:pt x="2926" y="2376"/>
                </a:lnTo>
                <a:lnTo>
                  <a:pt x="2926" y="2375"/>
                </a:lnTo>
                <a:lnTo>
                  <a:pt x="2925" y="2375"/>
                </a:lnTo>
                <a:lnTo>
                  <a:pt x="2924" y="2376"/>
                </a:lnTo>
                <a:lnTo>
                  <a:pt x="2922" y="2378"/>
                </a:lnTo>
                <a:lnTo>
                  <a:pt x="2922" y="2380"/>
                </a:lnTo>
                <a:lnTo>
                  <a:pt x="2921" y="2380"/>
                </a:lnTo>
                <a:lnTo>
                  <a:pt x="2921" y="2381"/>
                </a:lnTo>
                <a:lnTo>
                  <a:pt x="2921" y="2382"/>
                </a:lnTo>
                <a:lnTo>
                  <a:pt x="2921" y="2383"/>
                </a:lnTo>
                <a:lnTo>
                  <a:pt x="2920" y="2385"/>
                </a:lnTo>
                <a:lnTo>
                  <a:pt x="2915" y="2386"/>
                </a:lnTo>
                <a:lnTo>
                  <a:pt x="2916" y="2387"/>
                </a:lnTo>
                <a:lnTo>
                  <a:pt x="2912" y="2387"/>
                </a:lnTo>
                <a:lnTo>
                  <a:pt x="2911" y="2387"/>
                </a:lnTo>
                <a:lnTo>
                  <a:pt x="2910" y="2387"/>
                </a:lnTo>
                <a:lnTo>
                  <a:pt x="2909" y="2388"/>
                </a:lnTo>
                <a:lnTo>
                  <a:pt x="2909" y="2389"/>
                </a:lnTo>
                <a:lnTo>
                  <a:pt x="2908" y="2391"/>
                </a:lnTo>
                <a:lnTo>
                  <a:pt x="2907" y="2391"/>
                </a:lnTo>
                <a:lnTo>
                  <a:pt x="2906" y="2391"/>
                </a:lnTo>
                <a:lnTo>
                  <a:pt x="2905" y="2391"/>
                </a:lnTo>
                <a:lnTo>
                  <a:pt x="2905" y="2390"/>
                </a:lnTo>
                <a:lnTo>
                  <a:pt x="2903" y="2391"/>
                </a:lnTo>
                <a:lnTo>
                  <a:pt x="2902" y="2390"/>
                </a:lnTo>
                <a:lnTo>
                  <a:pt x="2901" y="2390"/>
                </a:lnTo>
                <a:lnTo>
                  <a:pt x="2900" y="2391"/>
                </a:lnTo>
                <a:lnTo>
                  <a:pt x="2901" y="2391"/>
                </a:lnTo>
                <a:lnTo>
                  <a:pt x="2901" y="2392"/>
                </a:lnTo>
                <a:lnTo>
                  <a:pt x="2901" y="2393"/>
                </a:lnTo>
                <a:lnTo>
                  <a:pt x="2900" y="2393"/>
                </a:lnTo>
                <a:lnTo>
                  <a:pt x="2898" y="2392"/>
                </a:lnTo>
                <a:lnTo>
                  <a:pt x="2897" y="2391"/>
                </a:lnTo>
                <a:lnTo>
                  <a:pt x="2896" y="2391"/>
                </a:lnTo>
                <a:lnTo>
                  <a:pt x="2896" y="2392"/>
                </a:lnTo>
                <a:lnTo>
                  <a:pt x="2895" y="2392"/>
                </a:lnTo>
                <a:lnTo>
                  <a:pt x="2894" y="2392"/>
                </a:lnTo>
                <a:lnTo>
                  <a:pt x="2892" y="2389"/>
                </a:lnTo>
                <a:lnTo>
                  <a:pt x="2891" y="2389"/>
                </a:lnTo>
                <a:lnTo>
                  <a:pt x="2892" y="2389"/>
                </a:lnTo>
                <a:lnTo>
                  <a:pt x="2892" y="2388"/>
                </a:lnTo>
                <a:lnTo>
                  <a:pt x="2891" y="2387"/>
                </a:lnTo>
                <a:lnTo>
                  <a:pt x="2890" y="2387"/>
                </a:lnTo>
                <a:lnTo>
                  <a:pt x="2889" y="2386"/>
                </a:lnTo>
                <a:lnTo>
                  <a:pt x="2888" y="2385"/>
                </a:lnTo>
                <a:lnTo>
                  <a:pt x="2886" y="2383"/>
                </a:lnTo>
                <a:lnTo>
                  <a:pt x="2885" y="2383"/>
                </a:lnTo>
                <a:lnTo>
                  <a:pt x="2885" y="2382"/>
                </a:lnTo>
                <a:lnTo>
                  <a:pt x="2885" y="2383"/>
                </a:lnTo>
                <a:lnTo>
                  <a:pt x="2884" y="2383"/>
                </a:lnTo>
                <a:lnTo>
                  <a:pt x="2884" y="2385"/>
                </a:lnTo>
                <a:lnTo>
                  <a:pt x="2883" y="2386"/>
                </a:lnTo>
                <a:lnTo>
                  <a:pt x="2881" y="2389"/>
                </a:lnTo>
                <a:lnTo>
                  <a:pt x="2880" y="2390"/>
                </a:lnTo>
                <a:lnTo>
                  <a:pt x="2877" y="2392"/>
                </a:lnTo>
                <a:lnTo>
                  <a:pt x="2875" y="2393"/>
                </a:lnTo>
                <a:lnTo>
                  <a:pt x="2875" y="2392"/>
                </a:lnTo>
                <a:lnTo>
                  <a:pt x="2874" y="2392"/>
                </a:lnTo>
                <a:lnTo>
                  <a:pt x="2873" y="2392"/>
                </a:lnTo>
                <a:lnTo>
                  <a:pt x="2872" y="2392"/>
                </a:lnTo>
                <a:lnTo>
                  <a:pt x="2870" y="2392"/>
                </a:lnTo>
                <a:lnTo>
                  <a:pt x="2870" y="2391"/>
                </a:lnTo>
                <a:lnTo>
                  <a:pt x="2871" y="2391"/>
                </a:lnTo>
                <a:lnTo>
                  <a:pt x="2873" y="2388"/>
                </a:lnTo>
                <a:lnTo>
                  <a:pt x="2873" y="2387"/>
                </a:lnTo>
                <a:lnTo>
                  <a:pt x="2873" y="2386"/>
                </a:lnTo>
                <a:lnTo>
                  <a:pt x="2874" y="2383"/>
                </a:lnTo>
                <a:lnTo>
                  <a:pt x="2874" y="2382"/>
                </a:lnTo>
                <a:lnTo>
                  <a:pt x="2873" y="2381"/>
                </a:lnTo>
                <a:lnTo>
                  <a:pt x="2872" y="2381"/>
                </a:lnTo>
                <a:lnTo>
                  <a:pt x="2871" y="2381"/>
                </a:lnTo>
                <a:lnTo>
                  <a:pt x="2870" y="2381"/>
                </a:lnTo>
                <a:lnTo>
                  <a:pt x="2868" y="2380"/>
                </a:lnTo>
                <a:lnTo>
                  <a:pt x="2867" y="2380"/>
                </a:lnTo>
                <a:lnTo>
                  <a:pt x="2867" y="2379"/>
                </a:lnTo>
                <a:lnTo>
                  <a:pt x="2866" y="2379"/>
                </a:lnTo>
                <a:lnTo>
                  <a:pt x="2863" y="2379"/>
                </a:lnTo>
                <a:lnTo>
                  <a:pt x="2863" y="2380"/>
                </a:lnTo>
                <a:lnTo>
                  <a:pt x="2861" y="2380"/>
                </a:lnTo>
                <a:lnTo>
                  <a:pt x="2860" y="2380"/>
                </a:lnTo>
                <a:lnTo>
                  <a:pt x="2859" y="2381"/>
                </a:lnTo>
                <a:lnTo>
                  <a:pt x="2858" y="2381"/>
                </a:lnTo>
                <a:lnTo>
                  <a:pt x="2858" y="2383"/>
                </a:lnTo>
                <a:lnTo>
                  <a:pt x="2857" y="2383"/>
                </a:lnTo>
                <a:lnTo>
                  <a:pt x="2857" y="2385"/>
                </a:lnTo>
                <a:lnTo>
                  <a:pt x="2857" y="2386"/>
                </a:lnTo>
                <a:lnTo>
                  <a:pt x="2857" y="2387"/>
                </a:lnTo>
                <a:lnTo>
                  <a:pt x="2856" y="2388"/>
                </a:lnTo>
                <a:lnTo>
                  <a:pt x="2856" y="2389"/>
                </a:lnTo>
                <a:lnTo>
                  <a:pt x="2855" y="2388"/>
                </a:lnTo>
                <a:lnTo>
                  <a:pt x="2854" y="2388"/>
                </a:lnTo>
                <a:lnTo>
                  <a:pt x="2854" y="2390"/>
                </a:lnTo>
                <a:lnTo>
                  <a:pt x="2854" y="2391"/>
                </a:lnTo>
                <a:lnTo>
                  <a:pt x="2853" y="2391"/>
                </a:lnTo>
                <a:lnTo>
                  <a:pt x="2852" y="2392"/>
                </a:lnTo>
                <a:lnTo>
                  <a:pt x="2851" y="2392"/>
                </a:lnTo>
                <a:lnTo>
                  <a:pt x="2850" y="2392"/>
                </a:lnTo>
                <a:lnTo>
                  <a:pt x="2850" y="2393"/>
                </a:lnTo>
                <a:lnTo>
                  <a:pt x="2849" y="2395"/>
                </a:lnTo>
                <a:lnTo>
                  <a:pt x="2848" y="2395"/>
                </a:lnTo>
                <a:lnTo>
                  <a:pt x="2847" y="2395"/>
                </a:lnTo>
                <a:lnTo>
                  <a:pt x="2846" y="2396"/>
                </a:lnTo>
                <a:lnTo>
                  <a:pt x="2846" y="2398"/>
                </a:lnTo>
                <a:lnTo>
                  <a:pt x="2847" y="2398"/>
                </a:lnTo>
                <a:lnTo>
                  <a:pt x="2847" y="2399"/>
                </a:lnTo>
                <a:lnTo>
                  <a:pt x="2846" y="2401"/>
                </a:lnTo>
                <a:lnTo>
                  <a:pt x="2845" y="2403"/>
                </a:lnTo>
                <a:lnTo>
                  <a:pt x="2845" y="2405"/>
                </a:lnTo>
                <a:lnTo>
                  <a:pt x="2844" y="2406"/>
                </a:lnTo>
                <a:lnTo>
                  <a:pt x="2845" y="2407"/>
                </a:lnTo>
                <a:lnTo>
                  <a:pt x="2844" y="2410"/>
                </a:lnTo>
                <a:lnTo>
                  <a:pt x="2844" y="2411"/>
                </a:lnTo>
                <a:lnTo>
                  <a:pt x="2843" y="2412"/>
                </a:lnTo>
                <a:lnTo>
                  <a:pt x="2843" y="2413"/>
                </a:lnTo>
                <a:lnTo>
                  <a:pt x="2842" y="2413"/>
                </a:lnTo>
                <a:lnTo>
                  <a:pt x="2842" y="2412"/>
                </a:lnTo>
                <a:lnTo>
                  <a:pt x="2841" y="2412"/>
                </a:lnTo>
                <a:lnTo>
                  <a:pt x="2839" y="2411"/>
                </a:lnTo>
                <a:lnTo>
                  <a:pt x="2839" y="2410"/>
                </a:lnTo>
                <a:lnTo>
                  <a:pt x="2839" y="2411"/>
                </a:lnTo>
                <a:lnTo>
                  <a:pt x="2839" y="2412"/>
                </a:lnTo>
                <a:lnTo>
                  <a:pt x="2838" y="2412"/>
                </a:lnTo>
                <a:lnTo>
                  <a:pt x="2837" y="2413"/>
                </a:lnTo>
                <a:lnTo>
                  <a:pt x="2835" y="2412"/>
                </a:lnTo>
                <a:lnTo>
                  <a:pt x="2834" y="2412"/>
                </a:lnTo>
                <a:lnTo>
                  <a:pt x="2833" y="2412"/>
                </a:lnTo>
                <a:lnTo>
                  <a:pt x="2832" y="2413"/>
                </a:lnTo>
                <a:lnTo>
                  <a:pt x="2831" y="2416"/>
                </a:lnTo>
                <a:lnTo>
                  <a:pt x="2830" y="2417"/>
                </a:lnTo>
                <a:lnTo>
                  <a:pt x="2830" y="2420"/>
                </a:lnTo>
                <a:lnTo>
                  <a:pt x="2831" y="2421"/>
                </a:lnTo>
                <a:lnTo>
                  <a:pt x="2832" y="2421"/>
                </a:lnTo>
                <a:lnTo>
                  <a:pt x="2833" y="2423"/>
                </a:lnTo>
                <a:lnTo>
                  <a:pt x="2834" y="2423"/>
                </a:lnTo>
                <a:lnTo>
                  <a:pt x="2834" y="2424"/>
                </a:lnTo>
                <a:lnTo>
                  <a:pt x="2834" y="2425"/>
                </a:lnTo>
                <a:lnTo>
                  <a:pt x="2834" y="2427"/>
                </a:lnTo>
                <a:lnTo>
                  <a:pt x="2832" y="2429"/>
                </a:lnTo>
                <a:lnTo>
                  <a:pt x="2831" y="2429"/>
                </a:lnTo>
                <a:lnTo>
                  <a:pt x="2831" y="2430"/>
                </a:lnTo>
                <a:lnTo>
                  <a:pt x="2831" y="2431"/>
                </a:lnTo>
                <a:lnTo>
                  <a:pt x="2831" y="2432"/>
                </a:lnTo>
                <a:lnTo>
                  <a:pt x="2830" y="2432"/>
                </a:lnTo>
                <a:lnTo>
                  <a:pt x="2828" y="2432"/>
                </a:lnTo>
                <a:lnTo>
                  <a:pt x="2828" y="2431"/>
                </a:lnTo>
                <a:lnTo>
                  <a:pt x="2823" y="2431"/>
                </a:lnTo>
                <a:lnTo>
                  <a:pt x="2821" y="2432"/>
                </a:lnTo>
                <a:lnTo>
                  <a:pt x="2821" y="2433"/>
                </a:lnTo>
                <a:lnTo>
                  <a:pt x="2818" y="2433"/>
                </a:lnTo>
                <a:lnTo>
                  <a:pt x="2817" y="2430"/>
                </a:lnTo>
                <a:lnTo>
                  <a:pt x="2817" y="2429"/>
                </a:lnTo>
                <a:lnTo>
                  <a:pt x="2816" y="2429"/>
                </a:lnTo>
                <a:lnTo>
                  <a:pt x="2816" y="2428"/>
                </a:lnTo>
                <a:lnTo>
                  <a:pt x="2815" y="2428"/>
                </a:lnTo>
                <a:lnTo>
                  <a:pt x="2815" y="2427"/>
                </a:lnTo>
                <a:lnTo>
                  <a:pt x="2815" y="2425"/>
                </a:lnTo>
                <a:lnTo>
                  <a:pt x="2815" y="2424"/>
                </a:lnTo>
                <a:lnTo>
                  <a:pt x="2815" y="2423"/>
                </a:lnTo>
                <a:lnTo>
                  <a:pt x="2815" y="2422"/>
                </a:lnTo>
                <a:lnTo>
                  <a:pt x="2810" y="2417"/>
                </a:lnTo>
                <a:lnTo>
                  <a:pt x="2810" y="2416"/>
                </a:lnTo>
                <a:lnTo>
                  <a:pt x="2809" y="2416"/>
                </a:lnTo>
                <a:lnTo>
                  <a:pt x="2808" y="2415"/>
                </a:lnTo>
                <a:lnTo>
                  <a:pt x="2808" y="2414"/>
                </a:lnTo>
                <a:lnTo>
                  <a:pt x="2807" y="2414"/>
                </a:lnTo>
                <a:lnTo>
                  <a:pt x="2807" y="2413"/>
                </a:lnTo>
                <a:lnTo>
                  <a:pt x="2806" y="2412"/>
                </a:lnTo>
                <a:lnTo>
                  <a:pt x="2806" y="2411"/>
                </a:lnTo>
                <a:lnTo>
                  <a:pt x="2805" y="2410"/>
                </a:lnTo>
                <a:lnTo>
                  <a:pt x="2804" y="2409"/>
                </a:lnTo>
                <a:lnTo>
                  <a:pt x="2804" y="2408"/>
                </a:lnTo>
                <a:lnTo>
                  <a:pt x="2803" y="2407"/>
                </a:lnTo>
                <a:lnTo>
                  <a:pt x="2803" y="2406"/>
                </a:lnTo>
                <a:lnTo>
                  <a:pt x="2802" y="2405"/>
                </a:lnTo>
                <a:lnTo>
                  <a:pt x="2802" y="2404"/>
                </a:lnTo>
                <a:lnTo>
                  <a:pt x="2802" y="2403"/>
                </a:lnTo>
                <a:lnTo>
                  <a:pt x="2801" y="2402"/>
                </a:lnTo>
                <a:lnTo>
                  <a:pt x="2801" y="2401"/>
                </a:lnTo>
                <a:lnTo>
                  <a:pt x="2800" y="2400"/>
                </a:lnTo>
                <a:lnTo>
                  <a:pt x="2800" y="2399"/>
                </a:lnTo>
                <a:lnTo>
                  <a:pt x="2799" y="2399"/>
                </a:lnTo>
                <a:lnTo>
                  <a:pt x="2799" y="2400"/>
                </a:lnTo>
                <a:lnTo>
                  <a:pt x="2798" y="2400"/>
                </a:lnTo>
                <a:lnTo>
                  <a:pt x="2797" y="2401"/>
                </a:lnTo>
                <a:lnTo>
                  <a:pt x="2796" y="2402"/>
                </a:lnTo>
                <a:lnTo>
                  <a:pt x="2795" y="2402"/>
                </a:lnTo>
                <a:lnTo>
                  <a:pt x="2794" y="2402"/>
                </a:lnTo>
                <a:lnTo>
                  <a:pt x="2792" y="2403"/>
                </a:lnTo>
                <a:lnTo>
                  <a:pt x="2791" y="2403"/>
                </a:lnTo>
                <a:lnTo>
                  <a:pt x="2790" y="2403"/>
                </a:lnTo>
                <a:lnTo>
                  <a:pt x="2789" y="2403"/>
                </a:lnTo>
                <a:lnTo>
                  <a:pt x="2787" y="2404"/>
                </a:lnTo>
                <a:lnTo>
                  <a:pt x="2786" y="2404"/>
                </a:lnTo>
                <a:lnTo>
                  <a:pt x="2786" y="2405"/>
                </a:lnTo>
                <a:lnTo>
                  <a:pt x="2786" y="2406"/>
                </a:lnTo>
                <a:lnTo>
                  <a:pt x="2785" y="2407"/>
                </a:lnTo>
                <a:lnTo>
                  <a:pt x="2784" y="2408"/>
                </a:lnTo>
                <a:lnTo>
                  <a:pt x="2783" y="2408"/>
                </a:lnTo>
                <a:lnTo>
                  <a:pt x="2782" y="2408"/>
                </a:lnTo>
                <a:lnTo>
                  <a:pt x="2782" y="2409"/>
                </a:lnTo>
                <a:lnTo>
                  <a:pt x="2782" y="2410"/>
                </a:lnTo>
                <a:lnTo>
                  <a:pt x="2781" y="2412"/>
                </a:lnTo>
                <a:lnTo>
                  <a:pt x="2779" y="2414"/>
                </a:lnTo>
                <a:lnTo>
                  <a:pt x="2778" y="2414"/>
                </a:lnTo>
                <a:lnTo>
                  <a:pt x="2778" y="2415"/>
                </a:lnTo>
                <a:lnTo>
                  <a:pt x="2777" y="2415"/>
                </a:lnTo>
                <a:lnTo>
                  <a:pt x="2776" y="2414"/>
                </a:lnTo>
                <a:lnTo>
                  <a:pt x="2775" y="2414"/>
                </a:lnTo>
                <a:lnTo>
                  <a:pt x="2775" y="2413"/>
                </a:lnTo>
                <a:lnTo>
                  <a:pt x="2774" y="2413"/>
                </a:lnTo>
                <a:lnTo>
                  <a:pt x="2773" y="2413"/>
                </a:lnTo>
                <a:lnTo>
                  <a:pt x="2773" y="2414"/>
                </a:lnTo>
                <a:lnTo>
                  <a:pt x="2773" y="2416"/>
                </a:lnTo>
                <a:lnTo>
                  <a:pt x="2773" y="2417"/>
                </a:lnTo>
                <a:lnTo>
                  <a:pt x="2773" y="2418"/>
                </a:lnTo>
                <a:lnTo>
                  <a:pt x="2772" y="2419"/>
                </a:lnTo>
                <a:lnTo>
                  <a:pt x="2770" y="2420"/>
                </a:lnTo>
                <a:lnTo>
                  <a:pt x="2769" y="2421"/>
                </a:lnTo>
                <a:lnTo>
                  <a:pt x="2763" y="2426"/>
                </a:lnTo>
                <a:lnTo>
                  <a:pt x="2762" y="2428"/>
                </a:lnTo>
                <a:lnTo>
                  <a:pt x="2762" y="2429"/>
                </a:lnTo>
                <a:lnTo>
                  <a:pt x="2760" y="2430"/>
                </a:lnTo>
                <a:lnTo>
                  <a:pt x="2758" y="2431"/>
                </a:lnTo>
                <a:lnTo>
                  <a:pt x="2758" y="2432"/>
                </a:lnTo>
                <a:lnTo>
                  <a:pt x="2757" y="2432"/>
                </a:lnTo>
                <a:lnTo>
                  <a:pt x="2757" y="2433"/>
                </a:lnTo>
                <a:lnTo>
                  <a:pt x="2755" y="2434"/>
                </a:lnTo>
                <a:lnTo>
                  <a:pt x="2752" y="2436"/>
                </a:lnTo>
                <a:lnTo>
                  <a:pt x="2751" y="2437"/>
                </a:lnTo>
                <a:lnTo>
                  <a:pt x="2750" y="2438"/>
                </a:lnTo>
                <a:lnTo>
                  <a:pt x="2749" y="2438"/>
                </a:lnTo>
                <a:lnTo>
                  <a:pt x="2749" y="2440"/>
                </a:lnTo>
                <a:lnTo>
                  <a:pt x="2746" y="2442"/>
                </a:lnTo>
                <a:lnTo>
                  <a:pt x="2745" y="2442"/>
                </a:lnTo>
                <a:lnTo>
                  <a:pt x="2743" y="2444"/>
                </a:lnTo>
                <a:lnTo>
                  <a:pt x="2742" y="2444"/>
                </a:lnTo>
                <a:lnTo>
                  <a:pt x="2742" y="2445"/>
                </a:lnTo>
                <a:lnTo>
                  <a:pt x="2741" y="2445"/>
                </a:lnTo>
                <a:lnTo>
                  <a:pt x="2740" y="2445"/>
                </a:lnTo>
                <a:lnTo>
                  <a:pt x="2739" y="2445"/>
                </a:lnTo>
                <a:lnTo>
                  <a:pt x="2739" y="2446"/>
                </a:lnTo>
                <a:lnTo>
                  <a:pt x="2735" y="2448"/>
                </a:lnTo>
                <a:lnTo>
                  <a:pt x="2734" y="2449"/>
                </a:lnTo>
                <a:lnTo>
                  <a:pt x="2733" y="2449"/>
                </a:lnTo>
                <a:lnTo>
                  <a:pt x="2732" y="2449"/>
                </a:lnTo>
                <a:lnTo>
                  <a:pt x="2732" y="2450"/>
                </a:lnTo>
                <a:lnTo>
                  <a:pt x="2730" y="2451"/>
                </a:lnTo>
                <a:lnTo>
                  <a:pt x="2730" y="2452"/>
                </a:lnTo>
                <a:lnTo>
                  <a:pt x="2727" y="2453"/>
                </a:lnTo>
                <a:lnTo>
                  <a:pt x="2726" y="2454"/>
                </a:lnTo>
                <a:lnTo>
                  <a:pt x="2722" y="2455"/>
                </a:lnTo>
                <a:lnTo>
                  <a:pt x="2721" y="2456"/>
                </a:lnTo>
                <a:lnTo>
                  <a:pt x="2719" y="2457"/>
                </a:lnTo>
                <a:lnTo>
                  <a:pt x="2718" y="2457"/>
                </a:lnTo>
                <a:lnTo>
                  <a:pt x="2716" y="2458"/>
                </a:lnTo>
                <a:lnTo>
                  <a:pt x="2715" y="2459"/>
                </a:lnTo>
                <a:lnTo>
                  <a:pt x="2714" y="2460"/>
                </a:lnTo>
                <a:lnTo>
                  <a:pt x="2715" y="2461"/>
                </a:lnTo>
                <a:lnTo>
                  <a:pt x="2715" y="2462"/>
                </a:lnTo>
                <a:lnTo>
                  <a:pt x="2717" y="2464"/>
                </a:lnTo>
                <a:lnTo>
                  <a:pt x="2718" y="2465"/>
                </a:lnTo>
                <a:lnTo>
                  <a:pt x="2719" y="2465"/>
                </a:lnTo>
                <a:lnTo>
                  <a:pt x="2720" y="2465"/>
                </a:lnTo>
                <a:lnTo>
                  <a:pt x="2721" y="2465"/>
                </a:lnTo>
                <a:lnTo>
                  <a:pt x="2722" y="2466"/>
                </a:lnTo>
                <a:lnTo>
                  <a:pt x="2722" y="2468"/>
                </a:lnTo>
                <a:lnTo>
                  <a:pt x="2722" y="2470"/>
                </a:lnTo>
                <a:lnTo>
                  <a:pt x="2721" y="2473"/>
                </a:lnTo>
                <a:lnTo>
                  <a:pt x="2721" y="2474"/>
                </a:lnTo>
                <a:lnTo>
                  <a:pt x="2722" y="2475"/>
                </a:lnTo>
                <a:lnTo>
                  <a:pt x="2722" y="2476"/>
                </a:lnTo>
                <a:lnTo>
                  <a:pt x="2723" y="2476"/>
                </a:lnTo>
                <a:lnTo>
                  <a:pt x="2724" y="2477"/>
                </a:lnTo>
                <a:lnTo>
                  <a:pt x="2724" y="2478"/>
                </a:lnTo>
                <a:lnTo>
                  <a:pt x="2725" y="2478"/>
                </a:lnTo>
                <a:lnTo>
                  <a:pt x="2725" y="2479"/>
                </a:lnTo>
                <a:lnTo>
                  <a:pt x="2726" y="2479"/>
                </a:lnTo>
                <a:lnTo>
                  <a:pt x="2725" y="2481"/>
                </a:lnTo>
                <a:lnTo>
                  <a:pt x="2724" y="2481"/>
                </a:lnTo>
                <a:lnTo>
                  <a:pt x="2721" y="2482"/>
                </a:lnTo>
                <a:lnTo>
                  <a:pt x="2719" y="2482"/>
                </a:lnTo>
                <a:lnTo>
                  <a:pt x="2717" y="2482"/>
                </a:lnTo>
                <a:lnTo>
                  <a:pt x="2716" y="2482"/>
                </a:lnTo>
                <a:lnTo>
                  <a:pt x="2716" y="2481"/>
                </a:lnTo>
                <a:lnTo>
                  <a:pt x="2715" y="2481"/>
                </a:lnTo>
                <a:lnTo>
                  <a:pt x="2714" y="2478"/>
                </a:lnTo>
                <a:lnTo>
                  <a:pt x="2712" y="2477"/>
                </a:lnTo>
                <a:lnTo>
                  <a:pt x="2711" y="2477"/>
                </a:lnTo>
                <a:lnTo>
                  <a:pt x="2709" y="2478"/>
                </a:lnTo>
                <a:lnTo>
                  <a:pt x="2709" y="2479"/>
                </a:lnTo>
                <a:lnTo>
                  <a:pt x="2709" y="2480"/>
                </a:lnTo>
                <a:lnTo>
                  <a:pt x="2709" y="2481"/>
                </a:lnTo>
                <a:lnTo>
                  <a:pt x="2710" y="2483"/>
                </a:lnTo>
                <a:lnTo>
                  <a:pt x="2710" y="2484"/>
                </a:lnTo>
                <a:lnTo>
                  <a:pt x="2709" y="2485"/>
                </a:lnTo>
                <a:lnTo>
                  <a:pt x="2708" y="2486"/>
                </a:lnTo>
                <a:lnTo>
                  <a:pt x="2706" y="2487"/>
                </a:lnTo>
                <a:lnTo>
                  <a:pt x="2702" y="2488"/>
                </a:lnTo>
                <a:lnTo>
                  <a:pt x="2701" y="2488"/>
                </a:lnTo>
                <a:lnTo>
                  <a:pt x="2701" y="2487"/>
                </a:lnTo>
                <a:lnTo>
                  <a:pt x="2701" y="2484"/>
                </a:lnTo>
                <a:lnTo>
                  <a:pt x="2700" y="2483"/>
                </a:lnTo>
                <a:lnTo>
                  <a:pt x="2699" y="2482"/>
                </a:lnTo>
                <a:lnTo>
                  <a:pt x="2698" y="2482"/>
                </a:lnTo>
                <a:lnTo>
                  <a:pt x="2697" y="2482"/>
                </a:lnTo>
                <a:lnTo>
                  <a:pt x="2696" y="2482"/>
                </a:lnTo>
                <a:lnTo>
                  <a:pt x="2695" y="2482"/>
                </a:lnTo>
                <a:lnTo>
                  <a:pt x="2692" y="2483"/>
                </a:lnTo>
                <a:lnTo>
                  <a:pt x="2692" y="2482"/>
                </a:lnTo>
                <a:lnTo>
                  <a:pt x="2692" y="2481"/>
                </a:lnTo>
                <a:lnTo>
                  <a:pt x="2691" y="2480"/>
                </a:lnTo>
                <a:lnTo>
                  <a:pt x="2689" y="2480"/>
                </a:lnTo>
                <a:lnTo>
                  <a:pt x="2687" y="2481"/>
                </a:lnTo>
                <a:lnTo>
                  <a:pt x="2686" y="2481"/>
                </a:lnTo>
                <a:lnTo>
                  <a:pt x="2686" y="2480"/>
                </a:lnTo>
                <a:lnTo>
                  <a:pt x="2685" y="2480"/>
                </a:lnTo>
                <a:lnTo>
                  <a:pt x="2684" y="2480"/>
                </a:lnTo>
                <a:lnTo>
                  <a:pt x="2684" y="2479"/>
                </a:lnTo>
                <a:lnTo>
                  <a:pt x="2683" y="2480"/>
                </a:lnTo>
                <a:lnTo>
                  <a:pt x="2682" y="2480"/>
                </a:lnTo>
                <a:lnTo>
                  <a:pt x="2682" y="2482"/>
                </a:lnTo>
                <a:lnTo>
                  <a:pt x="2681" y="2482"/>
                </a:lnTo>
                <a:lnTo>
                  <a:pt x="2680" y="2483"/>
                </a:lnTo>
                <a:lnTo>
                  <a:pt x="2680" y="2484"/>
                </a:lnTo>
                <a:lnTo>
                  <a:pt x="2679" y="2485"/>
                </a:lnTo>
                <a:lnTo>
                  <a:pt x="2678" y="2485"/>
                </a:lnTo>
                <a:lnTo>
                  <a:pt x="2675" y="2485"/>
                </a:lnTo>
                <a:lnTo>
                  <a:pt x="2675" y="2484"/>
                </a:lnTo>
                <a:lnTo>
                  <a:pt x="2672" y="2483"/>
                </a:lnTo>
                <a:lnTo>
                  <a:pt x="2671" y="2483"/>
                </a:lnTo>
                <a:lnTo>
                  <a:pt x="2670" y="2483"/>
                </a:lnTo>
                <a:lnTo>
                  <a:pt x="2668" y="2484"/>
                </a:lnTo>
                <a:lnTo>
                  <a:pt x="2667" y="2484"/>
                </a:lnTo>
                <a:lnTo>
                  <a:pt x="2666" y="2484"/>
                </a:lnTo>
                <a:lnTo>
                  <a:pt x="2665" y="2484"/>
                </a:lnTo>
                <a:lnTo>
                  <a:pt x="2665" y="2483"/>
                </a:lnTo>
                <a:lnTo>
                  <a:pt x="2664" y="2483"/>
                </a:lnTo>
                <a:lnTo>
                  <a:pt x="2663" y="2483"/>
                </a:lnTo>
                <a:lnTo>
                  <a:pt x="2660" y="2484"/>
                </a:lnTo>
                <a:lnTo>
                  <a:pt x="2659" y="2484"/>
                </a:lnTo>
                <a:lnTo>
                  <a:pt x="2658" y="2485"/>
                </a:lnTo>
                <a:lnTo>
                  <a:pt x="2655" y="2485"/>
                </a:lnTo>
                <a:lnTo>
                  <a:pt x="2653" y="2486"/>
                </a:lnTo>
                <a:lnTo>
                  <a:pt x="2652" y="2486"/>
                </a:lnTo>
                <a:lnTo>
                  <a:pt x="2651" y="2486"/>
                </a:lnTo>
                <a:lnTo>
                  <a:pt x="2651" y="2487"/>
                </a:lnTo>
                <a:lnTo>
                  <a:pt x="2652" y="2487"/>
                </a:lnTo>
                <a:lnTo>
                  <a:pt x="2652" y="2488"/>
                </a:lnTo>
                <a:lnTo>
                  <a:pt x="2651" y="2488"/>
                </a:lnTo>
                <a:lnTo>
                  <a:pt x="2650" y="2488"/>
                </a:lnTo>
                <a:lnTo>
                  <a:pt x="2649" y="2488"/>
                </a:lnTo>
                <a:lnTo>
                  <a:pt x="2649" y="2487"/>
                </a:lnTo>
                <a:lnTo>
                  <a:pt x="2650" y="2485"/>
                </a:lnTo>
                <a:lnTo>
                  <a:pt x="2651" y="2483"/>
                </a:lnTo>
                <a:lnTo>
                  <a:pt x="2651" y="2482"/>
                </a:lnTo>
                <a:lnTo>
                  <a:pt x="2652" y="2482"/>
                </a:lnTo>
                <a:lnTo>
                  <a:pt x="2653" y="2481"/>
                </a:lnTo>
                <a:lnTo>
                  <a:pt x="2654" y="2479"/>
                </a:lnTo>
                <a:lnTo>
                  <a:pt x="2654" y="2478"/>
                </a:lnTo>
                <a:lnTo>
                  <a:pt x="2654" y="2477"/>
                </a:lnTo>
                <a:lnTo>
                  <a:pt x="2654" y="2475"/>
                </a:lnTo>
                <a:lnTo>
                  <a:pt x="2654" y="2472"/>
                </a:lnTo>
                <a:lnTo>
                  <a:pt x="2654" y="2471"/>
                </a:lnTo>
                <a:lnTo>
                  <a:pt x="2653" y="2469"/>
                </a:lnTo>
                <a:lnTo>
                  <a:pt x="2653" y="2468"/>
                </a:lnTo>
                <a:lnTo>
                  <a:pt x="2652" y="2462"/>
                </a:lnTo>
                <a:lnTo>
                  <a:pt x="2652" y="2459"/>
                </a:lnTo>
                <a:lnTo>
                  <a:pt x="2652" y="2458"/>
                </a:lnTo>
                <a:lnTo>
                  <a:pt x="2651" y="2455"/>
                </a:lnTo>
                <a:lnTo>
                  <a:pt x="2650" y="2449"/>
                </a:lnTo>
                <a:lnTo>
                  <a:pt x="2649" y="2449"/>
                </a:lnTo>
                <a:lnTo>
                  <a:pt x="2648" y="2448"/>
                </a:lnTo>
                <a:lnTo>
                  <a:pt x="2646" y="2446"/>
                </a:lnTo>
                <a:lnTo>
                  <a:pt x="2645" y="2446"/>
                </a:lnTo>
                <a:lnTo>
                  <a:pt x="2645" y="2445"/>
                </a:lnTo>
                <a:lnTo>
                  <a:pt x="2645" y="2444"/>
                </a:lnTo>
                <a:lnTo>
                  <a:pt x="2647" y="2443"/>
                </a:lnTo>
                <a:lnTo>
                  <a:pt x="2648" y="2444"/>
                </a:lnTo>
                <a:lnTo>
                  <a:pt x="2652" y="2442"/>
                </a:lnTo>
                <a:lnTo>
                  <a:pt x="2653" y="2440"/>
                </a:lnTo>
                <a:lnTo>
                  <a:pt x="2653" y="2439"/>
                </a:lnTo>
                <a:lnTo>
                  <a:pt x="2654" y="2438"/>
                </a:lnTo>
                <a:lnTo>
                  <a:pt x="2654" y="2437"/>
                </a:lnTo>
                <a:lnTo>
                  <a:pt x="2655" y="2437"/>
                </a:lnTo>
                <a:lnTo>
                  <a:pt x="2655" y="2436"/>
                </a:lnTo>
                <a:lnTo>
                  <a:pt x="2655" y="2435"/>
                </a:lnTo>
                <a:lnTo>
                  <a:pt x="2654" y="2434"/>
                </a:lnTo>
                <a:lnTo>
                  <a:pt x="2653" y="2434"/>
                </a:lnTo>
                <a:lnTo>
                  <a:pt x="2652" y="2434"/>
                </a:lnTo>
                <a:lnTo>
                  <a:pt x="2651" y="2431"/>
                </a:lnTo>
                <a:lnTo>
                  <a:pt x="2651" y="2430"/>
                </a:lnTo>
                <a:lnTo>
                  <a:pt x="2651" y="2429"/>
                </a:lnTo>
                <a:lnTo>
                  <a:pt x="2650" y="2428"/>
                </a:lnTo>
                <a:lnTo>
                  <a:pt x="2652" y="2426"/>
                </a:lnTo>
                <a:lnTo>
                  <a:pt x="2652" y="2425"/>
                </a:lnTo>
                <a:lnTo>
                  <a:pt x="2652" y="2424"/>
                </a:lnTo>
                <a:lnTo>
                  <a:pt x="2652" y="2423"/>
                </a:lnTo>
                <a:lnTo>
                  <a:pt x="2651" y="2423"/>
                </a:lnTo>
                <a:lnTo>
                  <a:pt x="2650" y="2423"/>
                </a:lnTo>
                <a:lnTo>
                  <a:pt x="2650" y="2422"/>
                </a:lnTo>
                <a:lnTo>
                  <a:pt x="2650" y="2421"/>
                </a:lnTo>
                <a:lnTo>
                  <a:pt x="2651" y="2421"/>
                </a:lnTo>
                <a:lnTo>
                  <a:pt x="2651" y="2419"/>
                </a:lnTo>
                <a:lnTo>
                  <a:pt x="2650" y="2418"/>
                </a:lnTo>
                <a:lnTo>
                  <a:pt x="2650" y="2417"/>
                </a:lnTo>
                <a:lnTo>
                  <a:pt x="2651" y="2417"/>
                </a:lnTo>
                <a:lnTo>
                  <a:pt x="2652" y="2417"/>
                </a:lnTo>
                <a:lnTo>
                  <a:pt x="2652" y="2416"/>
                </a:lnTo>
                <a:lnTo>
                  <a:pt x="2651" y="2415"/>
                </a:lnTo>
                <a:lnTo>
                  <a:pt x="2651" y="2414"/>
                </a:lnTo>
                <a:lnTo>
                  <a:pt x="2650" y="2414"/>
                </a:lnTo>
                <a:lnTo>
                  <a:pt x="2649" y="2413"/>
                </a:lnTo>
                <a:lnTo>
                  <a:pt x="2649" y="2411"/>
                </a:lnTo>
                <a:lnTo>
                  <a:pt x="2649" y="2410"/>
                </a:lnTo>
                <a:lnTo>
                  <a:pt x="2649" y="2409"/>
                </a:lnTo>
                <a:lnTo>
                  <a:pt x="2649" y="2408"/>
                </a:lnTo>
                <a:lnTo>
                  <a:pt x="2649" y="2407"/>
                </a:lnTo>
                <a:lnTo>
                  <a:pt x="2648" y="2404"/>
                </a:lnTo>
                <a:lnTo>
                  <a:pt x="2647" y="2403"/>
                </a:lnTo>
                <a:lnTo>
                  <a:pt x="2646" y="2402"/>
                </a:lnTo>
                <a:lnTo>
                  <a:pt x="2645" y="2402"/>
                </a:lnTo>
                <a:lnTo>
                  <a:pt x="2642" y="2401"/>
                </a:lnTo>
                <a:lnTo>
                  <a:pt x="2642" y="2400"/>
                </a:lnTo>
                <a:lnTo>
                  <a:pt x="2643" y="2400"/>
                </a:lnTo>
                <a:lnTo>
                  <a:pt x="2644" y="2400"/>
                </a:lnTo>
                <a:lnTo>
                  <a:pt x="2644" y="2399"/>
                </a:lnTo>
                <a:lnTo>
                  <a:pt x="2643" y="2397"/>
                </a:lnTo>
                <a:lnTo>
                  <a:pt x="2642" y="2397"/>
                </a:lnTo>
                <a:lnTo>
                  <a:pt x="2642" y="2396"/>
                </a:lnTo>
                <a:lnTo>
                  <a:pt x="2641" y="2396"/>
                </a:lnTo>
                <a:lnTo>
                  <a:pt x="2640" y="2394"/>
                </a:lnTo>
                <a:lnTo>
                  <a:pt x="2639" y="2394"/>
                </a:lnTo>
                <a:lnTo>
                  <a:pt x="2639" y="2390"/>
                </a:lnTo>
                <a:lnTo>
                  <a:pt x="2639" y="2389"/>
                </a:lnTo>
                <a:lnTo>
                  <a:pt x="2638" y="2388"/>
                </a:lnTo>
                <a:lnTo>
                  <a:pt x="2638" y="2386"/>
                </a:lnTo>
                <a:lnTo>
                  <a:pt x="2639" y="2386"/>
                </a:lnTo>
                <a:lnTo>
                  <a:pt x="2639" y="2385"/>
                </a:lnTo>
                <a:lnTo>
                  <a:pt x="2638" y="2384"/>
                </a:lnTo>
                <a:lnTo>
                  <a:pt x="2636" y="2382"/>
                </a:lnTo>
                <a:lnTo>
                  <a:pt x="2636" y="2381"/>
                </a:lnTo>
                <a:lnTo>
                  <a:pt x="2634" y="2379"/>
                </a:lnTo>
                <a:lnTo>
                  <a:pt x="2633" y="2378"/>
                </a:lnTo>
                <a:lnTo>
                  <a:pt x="2632" y="2378"/>
                </a:lnTo>
                <a:lnTo>
                  <a:pt x="2632" y="2377"/>
                </a:lnTo>
                <a:lnTo>
                  <a:pt x="2632" y="2376"/>
                </a:lnTo>
                <a:lnTo>
                  <a:pt x="2632" y="2375"/>
                </a:lnTo>
                <a:lnTo>
                  <a:pt x="2631" y="2375"/>
                </a:lnTo>
                <a:lnTo>
                  <a:pt x="2630" y="2375"/>
                </a:lnTo>
                <a:lnTo>
                  <a:pt x="2629" y="2375"/>
                </a:lnTo>
                <a:lnTo>
                  <a:pt x="2628" y="2375"/>
                </a:lnTo>
                <a:lnTo>
                  <a:pt x="2627" y="2375"/>
                </a:lnTo>
                <a:lnTo>
                  <a:pt x="2627" y="2376"/>
                </a:lnTo>
                <a:lnTo>
                  <a:pt x="2627" y="2377"/>
                </a:lnTo>
                <a:lnTo>
                  <a:pt x="2627" y="2378"/>
                </a:lnTo>
                <a:lnTo>
                  <a:pt x="2627" y="2379"/>
                </a:lnTo>
                <a:lnTo>
                  <a:pt x="2626" y="2380"/>
                </a:lnTo>
                <a:lnTo>
                  <a:pt x="2625" y="2380"/>
                </a:lnTo>
                <a:lnTo>
                  <a:pt x="2625" y="2381"/>
                </a:lnTo>
                <a:lnTo>
                  <a:pt x="2624" y="2382"/>
                </a:lnTo>
                <a:lnTo>
                  <a:pt x="2622" y="2383"/>
                </a:lnTo>
                <a:lnTo>
                  <a:pt x="2620" y="2383"/>
                </a:lnTo>
                <a:lnTo>
                  <a:pt x="2619" y="2383"/>
                </a:lnTo>
                <a:lnTo>
                  <a:pt x="2618" y="2383"/>
                </a:lnTo>
                <a:lnTo>
                  <a:pt x="2615" y="2383"/>
                </a:lnTo>
                <a:lnTo>
                  <a:pt x="2612" y="2383"/>
                </a:lnTo>
                <a:lnTo>
                  <a:pt x="2611" y="2384"/>
                </a:lnTo>
                <a:lnTo>
                  <a:pt x="2610" y="2384"/>
                </a:lnTo>
                <a:lnTo>
                  <a:pt x="2609" y="2384"/>
                </a:lnTo>
                <a:lnTo>
                  <a:pt x="2609" y="2385"/>
                </a:lnTo>
                <a:lnTo>
                  <a:pt x="2608" y="2386"/>
                </a:lnTo>
                <a:lnTo>
                  <a:pt x="2607" y="2387"/>
                </a:lnTo>
                <a:lnTo>
                  <a:pt x="2606" y="2387"/>
                </a:lnTo>
                <a:lnTo>
                  <a:pt x="2605" y="2385"/>
                </a:lnTo>
                <a:lnTo>
                  <a:pt x="2603" y="2384"/>
                </a:lnTo>
                <a:lnTo>
                  <a:pt x="2602" y="2384"/>
                </a:lnTo>
                <a:lnTo>
                  <a:pt x="2600" y="2383"/>
                </a:lnTo>
                <a:lnTo>
                  <a:pt x="2600" y="2382"/>
                </a:lnTo>
                <a:lnTo>
                  <a:pt x="2599" y="2382"/>
                </a:lnTo>
                <a:lnTo>
                  <a:pt x="2597" y="2382"/>
                </a:lnTo>
                <a:lnTo>
                  <a:pt x="2596" y="2382"/>
                </a:lnTo>
                <a:lnTo>
                  <a:pt x="2593" y="2383"/>
                </a:lnTo>
                <a:lnTo>
                  <a:pt x="2593" y="2384"/>
                </a:lnTo>
                <a:lnTo>
                  <a:pt x="2592" y="2385"/>
                </a:lnTo>
                <a:lnTo>
                  <a:pt x="2591" y="2385"/>
                </a:lnTo>
                <a:lnTo>
                  <a:pt x="2587" y="2385"/>
                </a:lnTo>
                <a:lnTo>
                  <a:pt x="2587" y="2386"/>
                </a:lnTo>
                <a:lnTo>
                  <a:pt x="2586" y="2386"/>
                </a:lnTo>
                <a:lnTo>
                  <a:pt x="2586" y="2387"/>
                </a:lnTo>
                <a:lnTo>
                  <a:pt x="2586" y="2388"/>
                </a:lnTo>
                <a:lnTo>
                  <a:pt x="2586" y="2389"/>
                </a:lnTo>
                <a:lnTo>
                  <a:pt x="2586" y="2390"/>
                </a:lnTo>
                <a:lnTo>
                  <a:pt x="2586" y="2391"/>
                </a:lnTo>
                <a:lnTo>
                  <a:pt x="2585" y="2392"/>
                </a:lnTo>
                <a:lnTo>
                  <a:pt x="2586" y="2394"/>
                </a:lnTo>
                <a:lnTo>
                  <a:pt x="2585" y="2397"/>
                </a:lnTo>
                <a:lnTo>
                  <a:pt x="2584" y="2398"/>
                </a:lnTo>
                <a:lnTo>
                  <a:pt x="2584" y="2399"/>
                </a:lnTo>
                <a:lnTo>
                  <a:pt x="2584" y="2398"/>
                </a:lnTo>
                <a:lnTo>
                  <a:pt x="2583" y="2398"/>
                </a:lnTo>
                <a:lnTo>
                  <a:pt x="2582" y="2398"/>
                </a:lnTo>
                <a:lnTo>
                  <a:pt x="2582" y="2399"/>
                </a:lnTo>
                <a:lnTo>
                  <a:pt x="2582" y="2400"/>
                </a:lnTo>
                <a:lnTo>
                  <a:pt x="2582" y="2401"/>
                </a:lnTo>
                <a:lnTo>
                  <a:pt x="2581" y="2401"/>
                </a:lnTo>
                <a:lnTo>
                  <a:pt x="2581" y="2402"/>
                </a:lnTo>
                <a:lnTo>
                  <a:pt x="2581" y="2403"/>
                </a:lnTo>
                <a:lnTo>
                  <a:pt x="2581" y="2404"/>
                </a:lnTo>
                <a:lnTo>
                  <a:pt x="2582" y="2406"/>
                </a:lnTo>
                <a:lnTo>
                  <a:pt x="2582" y="2407"/>
                </a:lnTo>
                <a:lnTo>
                  <a:pt x="2583" y="2407"/>
                </a:lnTo>
                <a:lnTo>
                  <a:pt x="2584" y="2407"/>
                </a:lnTo>
                <a:lnTo>
                  <a:pt x="2584" y="2408"/>
                </a:lnTo>
                <a:lnTo>
                  <a:pt x="2583" y="2408"/>
                </a:lnTo>
                <a:lnTo>
                  <a:pt x="2583" y="2409"/>
                </a:lnTo>
                <a:lnTo>
                  <a:pt x="2584" y="2409"/>
                </a:lnTo>
                <a:lnTo>
                  <a:pt x="2584" y="2410"/>
                </a:lnTo>
                <a:lnTo>
                  <a:pt x="2584" y="2411"/>
                </a:lnTo>
                <a:lnTo>
                  <a:pt x="2585" y="2411"/>
                </a:lnTo>
                <a:lnTo>
                  <a:pt x="2585" y="2412"/>
                </a:lnTo>
                <a:lnTo>
                  <a:pt x="2586" y="2412"/>
                </a:lnTo>
                <a:lnTo>
                  <a:pt x="2587" y="2412"/>
                </a:lnTo>
                <a:lnTo>
                  <a:pt x="2589" y="2414"/>
                </a:lnTo>
                <a:lnTo>
                  <a:pt x="2589" y="2416"/>
                </a:lnTo>
                <a:lnTo>
                  <a:pt x="2588" y="2416"/>
                </a:lnTo>
                <a:lnTo>
                  <a:pt x="2586" y="2417"/>
                </a:lnTo>
                <a:lnTo>
                  <a:pt x="2585" y="2417"/>
                </a:lnTo>
                <a:lnTo>
                  <a:pt x="2585" y="2418"/>
                </a:lnTo>
                <a:lnTo>
                  <a:pt x="2584" y="2420"/>
                </a:lnTo>
                <a:lnTo>
                  <a:pt x="2584" y="2421"/>
                </a:lnTo>
                <a:lnTo>
                  <a:pt x="2582" y="2421"/>
                </a:lnTo>
                <a:lnTo>
                  <a:pt x="2577" y="2423"/>
                </a:lnTo>
                <a:lnTo>
                  <a:pt x="2576" y="2423"/>
                </a:lnTo>
                <a:lnTo>
                  <a:pt x="2576" y="2424"/>
                </a:lnTo>
                <a:lnTo>
                  <a:pt x="2575" y="2424"/>
                </a:lnTo>
                <a:lnTo>
                  <a:pt x="2573" y="2423"/>
                </a:lnTo>
                <a:lnTo>
                  <a:pt x="2573" y="2422"/>
                </a:lnTo>
                <a:lnTo>
                  <a:pt x="2571" y="2422"/>
                </a:lnTo>
                <a:lnTo>
                  <a:pt x="2569" y="2421"/>
                </a:lnTo>
                <a:lnTo>
                  <a:pt x="2568" y="2421"/>
                </a:lnTo>
                <a:lnTo>
                  <a:pt x="2568" y="2422"/>
                </a:lnTo>
                <a:lnTo>
                  <a:pt x="2568" y="2423"/>
                </a:lnTo>
                <a:lnTo>
                  <a:pt x="2567" y="2423"/>
                </a:lnTo>
                <a:lnTo>
                  <a:pt x="2566" y="2423"/>
                </a:lnTo>
                <a:lnTo>
                  <a:pt x="2566" y="2422"/>
                </a:lnTo>
                <a:lnTo>
                  <a:pt x="2565" y="2422"/>
                </a:lnTo>
                <a:lnTo>
                  <a:pt x="2565" y="2423"/>
                </a:lnTo>
                <a:lnTo>
                  <a:pt x="2565" y="2424"/>
                </a:lnTo>
                <a:lnTo>
                  <a:pt x="2565" y="2425"/>
                </a:lnTo>
                <a:lnTo>
                  <a:pt x="2565" y="2426"/>
                </a:lnTo>
                <a:lnTo>
                  <a:pt x="2565" y="2427"/>
                </a:lnTo>
                <a:lnTo>
                  <a:pt x="2565" y="2428"/>
                </a:lnTo>
                <a:lnTo>
                  <a:pt x="2564" y="2428"/>
                </a:lnTo>
                <a:lnTo>
                  <a:pt x="2563" y="2428"/>
                </a:lnTo>
                <a:lnTo>
                  <a:pt x="2562" y="2428"/>
                </a:lnTo>
                <a:lnTo>
                  <a:pt x="2562" y="2429"/>
                </a:lnTo>
                <a:lnTo>
                  <a:pt x="2562" y="2430"/>
                </a:lnTo>
                <a:lnTo>
                  <a:pt x="2563" y="2430"/>
                </a:lnTo>
                <a:lnTo>
                  <a:pt x="2563" y="2431"/>
                </a:lnTo>
                <a:lnTo>
                  <a:pt x="2562" y="2432"/>
                </a:lnTo>
                <a:lnTo>
                  <a:pt x="2561" y="2433"/>
                </a:lnTo>
                <a:lnTo>
                  <a:pt x="2560" y="2435"/>
                </a:lnTo>
                <a:lnTo>
                  <a:pt x="2559" y="2435"/>
                </a:lnTo>
                <a:lnTo>
                  <a:pt x="2558" y="2437"/>
                </a:lnTo>
                <a:lnTo>
                  <a:pt x="2558" y="2438"/>
                </a:lnTo>
                <a:lnTo>
                  <a:pt x="2559" y="2440"/>
                </a:lnTo>
                <a:lnTo>
                  <a:pt x="2558" y="2440"/>
                </a:lnTo>
                <a:lnTo>
                  <a:pt x="2557" y="2440"/>
                </a:lnTo>
                <a:lnTo>
                  <a:pt x="2557" y="2442"/>
                </a:lnTo>
                <a:lnTo>
                  <a:pt x="2557" y="2443"/>
                </a:lnTo>
                <a:lnTo>
                  <a:pt x="2557" y="2444"/>
                </a:lnTo>
                <a:lnTo>
                  <a:pt x="2556" y="2445"/>
                </a:lnTo>
                <a:lnTo>
                  <a:pt x="2555" y="2445"/>
                </a:lnTo>
                <a:lnTo>
                  <a:pt x="2554" y="2445"/>
                </a:lnTo>
                <a:lnTo>
                  <a:pt x="2554" y="2446"/>
                </a:lnTo>
                <a:lnTo>
                  <a:pt x="2553" y="2446"/>
                </a:lnTo>
                <a:lnTo>
                  <a:pt x="2552" y="2448"/>
                </a:lnTo>
                <a:lnTo>
                  <a:pt x="2551" y="2449"/>
                </a:lnTo>
                <a:lnTo>
                  <a:pt x="2551" y="2450"/>
                </a:lnTo>
                <a:lnTo>
                  <a:pt x="2550" y="2453"/>
                </a:lnTo>
                <a:lnTo>
                  <a:pt x="2549" y="2453"/>
                </a:lnTo>
                <a:lnTo>
                  <a:pt x="2549" y="2454"/>
                </a:lnTo>
                <a:lnTo>
                  <a:pt x="2548" y="2454"/>
                </a:lnTo>
                <a:lnTo>
                  <a:pt x="2548" y="2455"/>
                </a:lnTo>
                <a:lnTo>
                  <a:pt x="2547" y="2455"/>
                </a:lnTo>
                <a:lnTo>
                  <a:pt x="2546" y="2457"/>
                </a:lnTo>
                <a:lnTo>
                  <a:pt x="2546" y="2458"/>
                </a:lnTo>
                <a:lnTo>
                  <a:pt x="2546" y="2460"/>
                </a:lnTo>
                <a:lnTo>
                  <a:pt x="2546" y="2461"/>
                </a:lnTo>
                <a:lnTo>
                  <a:pt x="2547" y="2462"/>
                </a:lnTo>
                <a:lnTo>
                  <a:pt x="2547" y="2463"/>
                </a:lnTo>
                <a:lnTo>
                  <a:pt x="2547" y="2464"/>
                </a:lnTo>
                <a:lnTo>
                  <a:pt x="2547" y="2465"/>
                </a:lnTo>
                <a:lnTo>
                  <a:pt x="2548" y="2465"/>
                </a:lnTo>
                <a:lnTo>
                  <a:pt x="2549" y="2465"/>
                </a:lnTo>
                <a:lnTo>
                  <a:pt x="2548" y="2467"/>
                </a:lnTo>
                <a:lnTo>
                  <a:pt x="2548" y="2469"/>
                </a:lnTo>
                <a:lnTo>
                  <a:pt x="2547" y="2469"/>
                </a:lnTo>
                <a:lnTo>
                  <a:pt x="2549" y="2470"/>
                </a:lnTo>
                <a:lnTo>
                  <a:pt x="2550" y="2471"/>
                </a:lnTo>
                <a:lnTo>
                  <a:pt x="2552" y="2472"/>
                </a:lnTo>
                <a:lnTo>
                  <a:pt x="2552" y="2473"/>
                </a:lnTo>
                <a:lnTo>
                  <a:pt x="2552" y="2474"/>
                </a:lnTo>
                <a:lnTo>
                  <a:pt x="2552" y="2475"/>
                </a:lnTo>
                <a:lnTo>
                  <a:pt x="2553" y="2476"/>
                </a:lnTo>
                <a:lnTo>
                  <a:pt x="2552" y="2477"/>
                </a:lnTo>
                <a:lnTo>
                  <a:pt x="2551" y="2477"/>
                </a:lnTo>
                <a:lnTo>
                  <a:pt x="2550" y="2476"/>
                </a:lnTo>
                <a:lnTo>
                  <a:pt x="2550" y="2477"/>
                </a:lnTo>
                <a:lnTo>
                  <a:pt x="2550" y="2480"/>
                </a:lnTo>
                <a:lnTo>
                  <a:pt x="2551" y="2482"/>
                </a:lnTo>
                <a:lnTo>
                  <a:pt x="2554" y="2486"/>
                </a:lnTo>
                <a:lnTo>
                  <a:pt x="2557" y="2490"/>
                </a:lnTo>
                <a:lnTo>
                  <a:pt x="2557" y="2492"/>
                </a:lnTo>
                <a:lnTo>
                  <a:pt x="2555" y="2492"/>
                </a:lnTo>
                <a:lnTo>
                  <a:pt x="2554" y="2492"/>
                </a:lnTo>
                <a:lnTo>
                  <a:pt x="2553" y="2493"/>
                </a:lnTo>
                <a:lnTo>
                  <a:pt x="2553" y="2494"/>
                </a:lnTo>
                <a:lnTo>
                  <a:pt x="2553" y="2495"/>
                </a:lnTo>
                <a:lnTo>
                  <a:pt x="2554" y="2495"/>
                </a:lnTo>
                <a:lnTo>
                  <a:pt x="2554" y="2496"/>
                </a:lnTo>
                <a:lnTo>
                  <a:pt x="2555" y="2498"/>
                </a:lnTo>
                <a:lnTo>
                  <a:pt x="2553" y="2500"/>
                </a:lnTo>
                <a:lnTo>
                  <a:pt x="2553" y="2501"/>
                </a:lnTo>
                <a:lnTo>
                  <a:pt x="2553" y="2502"/>
                </a:lnTo>
                <a:lnTo>
                  <a:pt x="2553" y="2503"/>
                </a:lnTo>
                <a:lnTo>
                  <a:pt x="2553" y="2505"/>
                </a:lnTo>
                <a:lnTo>
                  <a:pt x="2554" y="2505"/>
                </a:lnTo>
                <a:lnTo>
                  <a:pt x="2554" y="2507"/>
                </a:lnTo>
                <a:lnTo>
                  <a:pt x="2555" y="2508"/>
                </a:lnTo>
                <a:lnTo>
                  <a:pt x="2555" y="2509"/>
                </a:lnTo>
                <a:lnTo>
                  <a:pt x="2555" y="2512"/>
                </a:lnTo>
                <a:lnTo>
                  <a:pt x="2555" y="2513"/>
                </a:lnTo>
                <a:lnTo>
                  <a:pt x="2555" y="2514"/>
                </a:lnTo>
                <a:lnTo>
                  <a:pt x="2555" y="2515"/>
                </a:lnTo>
                <a:lnTo>
                  <a:pt x="2554" y="2515"/>
                </a:lnTo>
                <a:lnTo>
                  <a:pt x="2553" y="2515"/>
                </a:lnTo>
                <a:lnTo>
                  <a:pt x="2552" y="2515"/>
                </a:lnTo>
                <a:lnTo>
                  <a:pt x="2551" y="2514"/>
                </a:lnTo>
                <a:lnTo>
                  <a:pt x="2547" y="2513"/>
                </a:lnTo>
                <a:lnTo>
                  <a:pt x="2545" y="2513"/>
                </a:lnTo>
                <a:lnTo>
                  <a:pt x="2544" y="2513"/>
                </a:lnTo>
                <a:lnTo>
                  <a:pt x="2542" y="2513"/>
                </a:lnTo>
                <a:lnTo>
                  <a:pt x="2541" y="2512"/>
                </a:lnTo>
                <a:lnTo>
                  <a:pt x="2540" y="2512"/>
                </a:lnTo>
                <a:lnTo>
                  <a:pt x="2539" y="2512"/>
                </a:lnTo>
                <a:lnTo>
                  <a:pt x="2537" y="2511"/>
                </a:lnTo>
                <a:lnTo>
                  <a:pt x="2536" y="2511"/>
                </a:lnTo>
                <a:lnTo>
                  <a:pt x="2535" y="2512"/>
                </a:lnTo>
                <a:lnTo>
                  <a:pt x="2534" y="2513"/>
                </a:lnTo>
                <a:lnTo>
                  <a:pt x="2533" y="2513"/>
                </a:lnTo>
                <a:lnTo>
                  <a:pt x="2533" y="2514"/>
                </a:lnTo>
                <a:lnTo>
                  <a:pt x="2532" y="2513"/>
                </a:lnTo>
                <a:lnTo>
                  <a:pt x="2531" y="2513"/>
                </a:lnTo>
                <a:lnTo>
                  <a:pt x="2530" y="2514"/>
                </a:lnTo>
                <a:lnTo>
                  <a:pt x="2529" y="2514"/>
                </a:lnTo>
                <a:lnTo>
                  <a:pt x="2529" y="2515"/>
                </a:lnTo>
                <a:lnTo>
                  <a:pt x="2527" y="2514"/>
                </a:lnTo>
                <a:lnTo>
                  <a:pt x="2525" y="2514"/>
                </a:lnTo>
                <a:lnTo>
                  <a:pt x="2525" y="2515"/>
                </a:lnTo>
                <a:lnTo>
                  <a:pt x="2524" y="2515"/>
                </a:lnTo>
                <a:lnTo>
                  <a:pt x="2523" y="2516"/>
                </a:lnTo>
                <a:lnTo>
                  <a:pt x="2523" y="2517"/>
                </a:lnTo>
                <a:lnTo>
                  <a:pt x="2521" y="2517"/>
                </a:lnTo>
                <a:lnTo>
                  <a:pt x="2521" y="2518"/>
                </a:lnTo>
                <a:lnTo>
                  <a:pt x="2520" y="2518"/>
                </a:lnTo>
                <a:lnTo>
                  <a:pt x="2520" y="2519"/>
                </a:lnTo>
                <a:lnTo>
                  <a:pt x="2518" y="2519"/>
                </a:lnTo>
                <a:lnTo>
                  <a:pt x="2518" y="2520"/>
                </a:lnTo>
                <a:lnTo>
                  <a:pt x="2518" y="2521"/>
                </a:lnTo>
                <a:lnTo>
                  <a:pt x="2517" y="2521"/>
                </a:lnTo>
                <a:lnTo>
                  <a:pt x="2516" y="2522"/>
                </a:lnTo>
                <a:lnTo>
                  <a:pt x="2515" y="2523"/>
                </a:lnTo>
                <a:lnTo>
                  <a:pt x="2515" y="2524"/>
                </a:lnTo>
                <a:lnTo>
                  <a:pt x="2514" y="2525"/>
                </a:lnTo>
                <a:lnTo>
                  <a:pt x="2513" y="2525"/>
                </a:lnTo>
                <a:lnTo>
                  <a:pt x="2512" y="2525"/>
                </a:lnTo>
                <a:lnTo>
                  <a:pt x="2512" y="2524"/>
                </a:lnTo>
                <a:lnTo>
                  <a:pt x="2511" y="2524"/>
                </a:lnTo>
                <a:lnTo>
                  <a:pt x="2511" y="2525"/>
                </a:lnTo>
                <a:lnTo>
                  <a:pt x="2511" y="2526"/>
                </a:lnTo>
                <a:lnTo>
                  <a:pt x="2510" y="2527"/>
                </a:lnTo>
                <a:lnTo>
                  <a:pt x="2510" y="2528"/>
                </a:lnTo>
                <a:lnTo>
                  <a:pt x="2510" y="2529"/>
                </a:lnTo>
                <a:lnTo>
                  <a:pt x="2510" y="2530"/>
                </a:lnTo>
                <a:lnTo>
                  <a:pt x="2510" y="2531"/>
                </a:lnTo>
                <a:lnTo>
                  <a:pt x="2509" y="2532"/>
                </a:lnTo>
                <a:lnTo>
                  <a:pt x="2509" y="2533"/>
                </a:lnTo>
                <a:lnTo>
                  <a:pt x="2508" y="2533"/>
                </a:lnTo>
                <a:lnTo>
                  <a:pt x="2507" y="2534"/>
                </a:lnTo>
                <a:lnTo>
                  <a:pt x="2506" y="2534"/>
                </a:lnTo>
                <a:lnTo>
                  <a:pt x="2506" y="2535"/>
                </a:lnTo>
                <a:lnTo>
                  <a:pt x="2505" y="2535"/>
                </a:lnTo>
                <a:lnTo>
                  <a:pt x="2504" y="2535"/>
                </a:lnTo>
                <a:lnTo>
                  <a:pt x="2504" y="2536"/>
                </a:lnTo>
                <a:lnTo>
                  <a:pt x="2504" y="2537"/>
                </a:lnTo>
                <a:lnTo>
                  <a:pt x="2504" y="2538"/>
                </a:lnTo>
                <a:lnTo>
                  <a:pt x="2503" y="2539"/>
                </a:lnTo>
                <a:lnTo>
                  <a:pt x="2503" y="2540"/>
                </a:lnTo>
                <a:lnTo>
                  <a:pt x="2504" y="2540"/>
                </a:lnTo>
                <a:lnTo>
                  <a:pt x="2507" y="2541"/>
                </a:lnTo>
                <a:lnTo>
                  <a:pt x="2508" y="2541"/>
                </a:lnTo>
                <a:lnTo>
                  <a:pt x="2509" y="2541"/>
                </a:lnTo>
                <a:lnTo>
                  <a:pt x="2510" y="2542"/>
                </a:lnTo>
                <a:lnTo>
                  <a:pt x="2511" y="2542"/>
                </a:lnTo>
                <a:lnTo>
                  <a:pt x="2512" y="2543"/>
                </a:lnTo>
                <a:lnTo>
                  <a:pt x="2513" y="2543"/>
                </a:lnTo>
                <a:lnTo>
                  <a:pt x="2514" y="2543"/>
                </a:lnTo>
                <a:lnTo>
                  <a:pt x="2515" y="2543"/>
                </a:lnTo>
                <a:lnTo>
                  <a:pt x="2515" y="2544"/>
                </a:lnTo>
                <a:lnTo>
                  <a:pt x="2514" y="2546"/>
                </a:lnTo>
                <a:lnTo>
                  <a:pt x="2513" y="2547"/>
                </a:lnTo>
                <a:lnTo>
                  <a:pt x="2513" y="2548"/>
                </a:lnTo>
                <a:lnTo>
                  <a:pt x="2514" y="2549"/>
                </a:lnTo>
                <a:lnTo>
                  <a:pt x="2514" y="2548"/>
                </a:lnTo>
                <a:lnTo>
                  <a:pt x="2514" y="2549"/>
                </a:lnTo>
                <a:lnTo>
                  <a:pt x="2514" y="2551"/>
                </a:lnTo>
                <a:lnTo>
                  <a:pt x="2514" y="2552"/>
                </a:lnTo>
                <a:lnTo>
                  <a:pt x="2513" y="2552"/>
                </a:lnTo>
                <a:lnTo>
                  <a:pt x="2513" y="2554"/>
                </a:lnTo>
                <a:lnTo>
                  <a:pt x="2512" y="2554"/>
                </a:lnTo>
                <a:lnTo>
                  <a:pt x="2512" y="2555"/>
                </a:lnTo>
                <a:lnTo>
                  <a:pt x="2513" y="2555"/>
                </a:lnTo>
                <a:lnTo>
                  <a:pt x="2513" y="2556"/>
                </a:lnTo>
                <a:lnTo>
                  <a:pt x="2512" y="2556"/>
                </a:lnTo>
                <a:lnTo>
                  <a:pt x="2512" y="2557"/>
                </a:lnTo>
                <a:lnTo>
                  <a:pt x="2513" y="2557"/>
                </a:lnTo>
                <a:lnTo>
                  <a:pt x="2513" y="2558"/>
                </a:lnTo>
                <a:lnTo>
                  <a:pt x="2512" y="2558"/>
                </a:lnTo>
                <a:lnTo>
                  <a:pt x="2511" y="2558"/>
                </a:lnTo>
                <a:lnTo>
                  <a:pt x="2510" y="2559"/>
                </a:lnTo>
                <a:lnTo>
                  <a:pt x="2509" y="2560"/>
                </a:lnTo>
                <a:lnTo>
                  <a:pt x="2510" y="2560"/>
                </a:lnTo>
                <a:lnTo>
                  <a:pt x="2510" y="2561"/>
                </a:lnTo>
                <a:lnTo>
                  <a:pt x="2510" y="2562"/>
                </a:lnTo>
                <a:lnTo>
                  <a:pt x="2511" y="2562"/>
                </a:lnTo>
                <a:lnTo>
                  <a:pt x="2511" y="2563"/>
                </a:lnTo>
                <a:lnTo>
                  <a:pt x="2512" y="2564"/>
                </a:lnTo>
                <a:lnTo>
                  <a:pt x="2513" y="2565"/>
                </a:lnTo>
                <a:lnTo>
                  <a:pt x="2514" y="2564"/>
                </a:lnTo>
                <a:lnTo>
                  <a:pt x="2515" y="2564"/>
                </a:lnTo>
                <a:lnTo>
                  <a:pt x="2517" y="2565"/>
                </a:lnTo>
                <a:lnTo>
                  <a:pt x="2518" y="2565"/>
                </a:lnTo>
                <a:lnTo>
                  <a:pt x="2518" y="2566"/>
                </a:lnTo>
                <a:lnTo>
                  <a:pt x="2518" y="2567"/>
                </a:lnTo>
                <a:lnTo>
                  <a:pt x="2518" y="2570"/>
                </a:lnTo>
                <a:lnTo>
                  <a:pt x="2519" y="2571"/>
                </a:lnTo>
                <a:lnTo>
                  <a:pt x="2520" y="2572"/>
                </a:lnTo>
                <a:lnTo>
                  <a:pt x="2520" y="2574"/>
                </a:lnTo>
                <a:lnTo>
                  <a:pt x="2521" y="2575"/>
                </a:lnTo>
                <a:lnTo>
                  <a:pt x="2522" y="2575"/>
                </a:lnTo>
                <a:lnTo>
                  <a:pt x="2522" y="2574"/>
                </a:lnTo>
                <a:lnTo>
                  <a:pt x="2522" y="2572"/>
                </a:lnTo>
                <a:lnTo>
                  <a:pt x="2522" y="2571"/>
                </a:lnTo>
                <a:lnTo>
                  <a:pt x="2522" y="2570"/>
                </a:lnTo>
                <a:lnTo>
                  <a:pt x="2522" y="2569"/>
                </a:lnTo>
                <a:lnTo>
                  <a:pt x="2523" y="2569"/>
                </a:lnTo>
                <a:lnTo>
                  <a:pt x="2523" y="2568"/>
                </a:lnTo>
                <a:lnTo>
                  <a:pt x="2524" y="2568"/>
                </a:lnTo>
                <a:lnTo>
                  <a:pt x="2524" y="2569"/>
                </a:lnTo>
                <a:lnTo>
                  <a:pt x="2525" y="2569"/>
                </a:lnTo>
                <a:lnTo>
                  <a:pt x="2524" y="2569"/>
                </a:lnTo>
                <a:lnTo>
                  <a:pt x="2525" y="2570"/>
                </a:lnTo>
                <a:lnTo>
                  <a:pt x="2525" y="2571"/>
                </a:lnTo>
                <a:lnTo>
                  <a:pt x="2526" y="2571"/>
                </a:lnTo>
                <a:lnTo>
                  <a:pt x="2526" y="2572"/>
                </a:lnTo>
                <a:lnTo>
                  <a:pt x="2527" y="2572"/>
                </a:lnTo>
                <a:lnTo>
                  <a:pt x="2527" y="2573"/>
                </a:lnTo>
                <a:lnTo>
                  <a:pt x="2527" y="2574"/>
                </a:lnTo>
                <a:lnTo>
                  <a:pt x="2527" y="2575"/>
                </a:lnTo>
                <a:lnTo>
                  <a:pt x="2528" y="2576"/>
                </a:lnTo>
                <a:lnTo>
                  <a:pt x="2528" y="2578"/>
                </a:lnTo>
                <a:lnTo>
                  <a:pt x="2527" y="2578"/>
                </a:lnTo>
                <a:lnTo>
                  <a:pt x="2527" y="2581"/>
                </a:lnTo>
                <a:lnTo>
                  <a:pt x="2527" y="2582"/>
                </a:lnTo>
                <a:lnTo>
                  <a:pt x="2527" y="2583"/>
                </a:lnTo>
                <a:lnTo>
                  <a:pt x="2527" y="2585"/>
                </a:lnTo>
                <a:lnTo>
                  <a:pt x="2527" y="2586"/>
                </a:lnTo>
                <a:lnTo>
                  <a:pt x="2526" y="2586"/>
                </a:lnTo>
                <a:lnTo>
                  <a:pt x="2524" y="2586"/>
                </a:lnTo>
                <a:lnTo>
                  <a:pt x="2523" y="2587"/>
                </a:lnTo>
                <a:lnTo>
                  <a:pt x="2523" y="2588"/>
                </a:lnTo>
                <a:lnTo>
                  <a:pt x="2522" y="2588"/>
                </a:lnTo>
                <a:lnTo>
                  <a:pt x="2521" y="2589"/>
                </a:lnTo>
                <a:lnTo>
                  <a:pt x="2520" y="2589"/>
                </a:lnTo>
                <a:lnTo>
                  <a:pt x="2520" y="2588"/>
                </a:lnTo>
                <a:lnTo>
                  <a:pt x="2519" y="2588"/>
                </a:lnTo>
                <a:lnTo>
                  <a:pt x="2518" y="2588"/>
                </a:lnTo>
                <a:lnTo>
                  <a:pt x="2518" y="2589"/>
                </a:lnTo>
                <a:lnTo>
                  <a:pt x="2517" y="2589"/>
                </a:lnTo>
                <a:lnTo>
                  <a:pt x="2516" y="2589"/>
                </a:lnTo>
                <a:lnTo>
                  <a:pt x="2515" y="2589"/>
                </a:lnTo>
                <a:lnTo>
                  <a:pt x="2514" y="2590"/>
                </a:lnTo>
                <a:lnTo>
                  <a:pt x="2514" y="2592"/>
                </a:lnTo>
                <a:lnTo>
                  <a:pt x="2513" y="2593"/>
                </a:lnTo>
                <a:lnTo>
                  <a:pt x="2513" y="2594"/>
                </a:lnTo>
                <a:lnTo>
                  <a:pt x="2513" y="2596"/>
                </a:lnTo>
                <a:lnTo>
                  <a:pt x="2512" y="2597"/>
                </a:lnTo>
                <a:lnTo>
                  <a:pt x="2512" y="2598"/>
                </a:lnTo>
                <a:lnTo>
                  <a:pt x="2511" y="2598"/>
                </a:lnTo>
                <a:lnTo>
                  <a:pt x="2511" y="2597"/>
                </a:lnTo>
                <a:lnTo>
                  <a:pt x="2510" y="2598"/>
                </a:lnTo>
                <a:lnTo>
                  <a:pt x="2510" y="2599"/>
                </a:lnTo>
                <a:lnTo>
                  <a:pt x="2510" y="2600"/>
                </a:lnTo>
                <a:lnTo>
                  <a:pt x="2510" y="2601"/>
                </a:lnTo>
                <a:lnTo>
                  <a:pt x="2510" y="2602"/>
                </a:lnTo>
                <a:lnTo>
                  <a:pt x="2509" y="2602"/>
                </a:lnTo>
                <a:lnTo>
                  <a:pt x="2510" y="2602"/>
                </a:lnTo>
                <a:lnTo>
                  <a:pt x="2511" y="2603"/>
                </a:lnTo>
                <a:lnTo>
                  <a:pt x="2511" y="2604"/>
                </a:lnTo>
                <a:lnTo>
                  <a:pt x="2508" y="2603"/>
                </a:lnTo>
                <a:lnTo>
                  <a:pt x="2507" y="2603"/>
                </a:lnTo>
                <a:lnTo>
                  <a:pt x="2504" y="2604"/>
                </a:lnTo>
                <a:lnTo>
                  <a:pt x="2502" y="2605"/>
                </a:lnTo>
                <a:lnTo>
                  <a:pt x="2502" y="2606"/>
                </a:lnTo>
                <a:lnTo>
                  <a:pt x="2502" y="2607"/>
                </a:lnTo>
                <a:lnTo>
                  <a:pt x="2503" y="2608"/>
                </a:lnTo>
                <a:lnTo>
                  <a:pt x="2505" y="2610"/>
                </a:lnTo>
                <a:lnTo>
                  <a:pt x="2506" y="2610"/>
                </a:lnTo>
                <a:lnTo>
                  <a:pt x="2508" y="2609"/>
                </a:lnTo>
                <a:lnTo>
                  <a:pt x="2509" y="2610"/>
                </a:lnTo>
                <a:lnTo>
                  <a:pt x="2509" y="2611"/>
                </a:lnTo>
                <a:lnTo>
                  <a:pt x="2510" y="2612"/>
                </a:lnTo>
                <a:lnTo>
                  <a:pt x="2510" y="2613"/>
                </a:lnTo>
                <a:lnTo>
                  <a:pt x="2511" y="2614"/>
                </a:lnTo>
                <a:lnTo>
                  <a:pt x="2512" y="2614"/>
                </a:lnTo>
                <a:lnTo>
                  <a:pt x="2513" y="2614"/>
                </a:lnTo>
                <a:lnTo>
                  <a:pt x="2513" y="2615"/>
                </a:lnTo>
                <a:lnTo>
                  <a:pt x="2513" y="2616"/>
                </a:lnTo>
                <a:lnTo>
                  <a:pt x="2514" y="2616"/>
                </a:lnTo>
                <a:lnTo>
                  <a:pt x="2515" y="2616"/>
                </a:lnTo>
                <a:lnTo>
                  <a:pt x="2516" y="2617"/>
                </a:lnTo>
                <a:lnTo>
                  <a:pt x="2517" y="2617"/>
                </a:lnTo>
                <a:lnTo>
                  <a:pt x="2517" y="2618"/>
                </a:lnTo>
                <a:lnTo>
                  <a:pt x="2518" y="2619"/>
                </a:lnTo>
                <a:lnTo>
                  <a:pt x="2517" y="2619"/>
                </a:lnTo>
                <a:lnTo>
                  <a:pt x="2518" y="2620"/>
                </a:lnTo>
                <a:lnTo>
                  <a:pt x="2518" y="2621"/>
                </a:lnTo>
                <a:lnTo>
                  <a:pt x="2519" y="2622"/>
                </a:lnTo>
                <a:lnTo>
                  <a:pt x="2521" y="2623"/>
                </a:lnTo>
                <a:lnTo>
                  <a:pt x="2522" y="2623"/>
                </a:lnTo>
                <a:lnTo>
                  <a:pt x="2524" y="2623"/>
                </a:lnTo>
                <a:lnTo>
                  <a:pt x="2524" y="2624"/>
                </a:lnTo>
                <a:lnTo>
                  <a:pt x="2525" y="2626"/>
                </a:lnTo>
                <a:lnTo>
                  <a:pt x="2525" y="2627"/>
                </a:lnTo>
                <a:lnTo>
                  <a:pt x="2526" y="2627"/>
                </a:lnTo>
                <a:lnTo>
                  <a:pt x="2526" y="2626"/>
                </a:lnTo>
                <a:lnTo>
                  <a:pt x="2526" y="2625"/>
                </a:lnTo>
                <a:lnTo>
                  <a:pt x="2527" y="2625"/>
                </a:lnTo>
                <a:lnTo>
                  <a:pt x="2527" y="2626"/>
                </a:lnTo>
                <a:lnTo>
                  <a:pt x="2528" y="2628"/>
                </a:lnTo>
                <a:lnTo>
                  <a:pt x="2528" y="2631"/>
                </a:lnTo>
                <a:lnTo>
                  <a:pt x="2528" y="2632"/>
                </a:lnTo>
                <a:lnTo>
                  <a:pt x="2528" y="2633"/>
                </a:lnTo>
                <a:lnTo>
                  <a:pt x="2528" y="2634"/>
                </a:lnTo>
                <a:lnTo>
                  <a:pt x="2528" y="2635"/>
                </a:lnTo>
                <a:lnTo>
                  <a:pt x="2529" y="2636"/>
                </a:lnTo>
                <a:lnTo>
                  <a:pt x="2530" y="2636"/>
                </a:lnTo>
                <a:lnTo>
                  <a:pt x="2531" y="2637"/>
                </a:lnTo>
                <a:lnTo>
                  <a:pt x="2531" y="2636"/>
                </a:lnTo>
                <a:lnTo>
                  <a:pt x="2531" y="2635"/>
                </a:lnTo>
                <a:lnTo>
                  <a:pt x="2532" y="2635"/>
                </a:lnTo>
                <a:lnTo>
                  <a:pt x="2532" y="2636"/>
                </a:lnTo>
                <a:lnTo>
                  <a:pt x="2533" y="2637"/>
                </a:lnTo>
                <a:lnTo>
                  <a:pt x="2536" y="2637"/>
                </a:lnTo>
                <a:lnTo>
                  <a:pt x="2539" y="2637"/>
                </a:lnTo>
                <a:lnTo>
                  <a:pt x="2540" y="2638"/>
                </a:lnTo>
                <a:lnTo>
                  <a:pt x="2540" y="2639"/>
                </a:lnTo>
                <a:lnTo>
                  <a:pt x="2539" y="2639"/>
                </a:lnTo>
                <a:lnTo>
                  <a:pt x="2538" y="2640"/>
                </a:lnTo>
                <a:lnTo>
                  <a:pt x="2539" y="2643"/>
                </a:lnTo>
                <a:lnTo>
                  <a:pt x="2539" y="2644"/>
                </a:lnTo>
                <a:lnTo>
                  <a:pt x="2540" y="2646"/>
                </a:lnTo>
                <a:lnTo>
                  <a:pt x="2540" y="2647"/>
                </a:lnTo>
                <a:lnTo>
                  <a:pt x="2541" y="2651"/>
                </a:lnTo>
                <a:lnTo>
                  <a:pt x="2541" y="2652"/>
                </a:lnTo>
                <a:lnTo>
                  <a:pt x="2542" y="2652"/>
                </a:lnTo>
                <a:lnTo>
                  <a:pt x="2543" y="2652"/>
                </a:lnTo>
                <a:lnTo>
                  <a:pt x="2544" y="2653"/>
                </a:lnTo>
                <a:lnTo>
                  <a:pt x="2544" y="2654"/>
                </a:lnTo>
                <a:lnTo>
                  <a:pt x="2543" y="2655"/>
                </a:lnTo>
                <a:lnTo>
                  <a:pt x="2542" y="2655"/>
                </a:lnTo>
                <a:lnTo>
                  <a:pt x="2541" y="2656"/>
                </a:lnTo>
                <a:lnTo>
                  <a:pt x="2540" y="2658"/>
                </a:lnTo>
                <a:lnTo>
                  <a:pt x="2541" y="2658"/>
                </a:lnTo>
                <a:lnTo>
                  <a:pt x="2541" y="2659"/>
                </a:lnTo>
                <a:lnTo>
                  <a:pt x="2542" y="2659"/>
                </a:lnTo>
                <a:lnTo>
                  <a:pt x="2542" y="2660"/>
                </a:lnTo>
                <a:lnTo>
                  <a:pt x="2542" y="2661"/>
                </a:lnTo>
                <a:lnTo>
                  <a:pt x="2543" y="2662"/>
                </a:lnTo>
                <a:lnTo>
                  <a:pt x="2544" y="2663"/>
                </a:lnTo>
                <a:lnTo>
                  <a:pt x="2545" y="2664"/>
                </a:lnTo>
                <a:lnTo>
                  <a:pt x="2545" y="2665"/>
                </a:lnTo>
                <a:lnTo>
                  <a:pt x="2546" y="2666"/>
                </a:lnTo>
                <a:lnTo>
                  <a:pt x="2547" y="2666"/>
                </a:lnTo>
                <a:lnTo>
                  <a:pt x="2547" y="2665"/>
                </a:lnTo>
                <a:lnTo>
                  <a:pt x="2548" y="2665"/>
                </a:lnTo>
                <a:lnTo>
                  <a:pt x="2550" y="2664"/>
                </a:lnTo>
                <a:lnTo>
                  <a:pt x="2550" y="2665"/>
                </a:lnTo>
                <a:lnTo>
                  <a:pt x="2550" y="2667"/>
                </a:lnTo>
                <a:lnTo>
                  <a:pt x="2551" y="2667"/>
                </a:lnTo>
                <a:lnTo>
                  <a:pt x="2551" y="2668"/>
                </a:lnTo>
                <a:lnTo>
                  <a:pt x="2550" y="2670"/>
                </a:lnTo>
                <a:lnTo>
                  <a:pt x="2551" y="2672"/>
                </a:lnTo>
                <a:lnTo>
                  <a:pt x="2551" y="2673"/>
                </a:lnTo>
                <a:lnTo>
                  <a:pt x="2552" y="2673"/>
                </a:lnTo>
                <a:lnTo>
                  <a:pt x="2553" y="2673"/>
                </a:lnTo>
                <a:lnTo>
                  <a:pt x="2554" y="2674"/>
                </a:lnTo>
                <a:lnTo>
                  <a:pt x="2555" y="2674"/>
                </a:lnTo>
                <a:lnTo>
                  <a:pt x="2555" y="2675"/>
                </a:lnTo>
                <a:lnTo>
                  <a:pt x="2553" y="2677"/>
                </a:lnTo>
                <a:lnTo>
                  <a:pt x="2552" y="2677"/>
                </a:lnTo>
                <a:lnTo>
                  <a:pt x="2551" y="2676"/>
                </a:lnTo>
                <a:lnTo>
                  <a:pt x="2550" y="2676"/>
                </a:lnTo>
                <a:lnTo>
                  <a:pt x="2549" y="2677"/>
                </a:lnTo>
                <a:lnTo>
                  <a:pt x="2548" y="2677"/>
                </a:lnTo>
                <a:lnTo>
                  <a:pt x="2548" y="2678"/>
                </a:lnTo>
                <a:lnTo>
                  <a:pt x="2547" y="2678"/>
                </a:lnTo>
                <a:lnTo>
                  <a:pt x="2547" y="2679"/>
                </a:lnTo>
                <a:lnTo>
                  <a:pt x="2546" y="2679"/>
                </a:lnTo>
                <a:lnTo>
                  <a:pt x="2545" y="2680"/>
                </a:lnTo>
                <a:lnTo>
                  <a:pt x="2545" y="2681"/>
                </a:lnTo>
                <a:lnTo>
                  <a:pt x="2545" y="2684"/>
                </a:lnTo>
                <a:lnTo>
                  <a:pt x="2546" y="2685"/>
                </a:lnTo>
                <a:lnTo>
                  <a:pt x="2547" y="2686"/>
                </a:lnTo>
                <a:lnTo>
                  <a:pt x="2547" y="2687"/>
                </a:lnTo>
                <a:lnTo>
                  <a:pt x="2547" y="2689"/>
                </a:lnTo>
                <a:lnTo>
                  <a:pt x="2547" y="2691"/>
                </a:lnTo>
                <a:lnTo>
                  <a:pt x="2547" y="2692"/>
                </a:lnTo>
                <a:lnTo>
                  <a:pt x="2547" y="2693"/>
                </a:lnTo>
                <a:lnTo>
                  <a:pt x="2547" y="2696"/>
                </a:lnTo>
                <a:lnTo>
                  <a:pt x="2547" y="2697"/>
                </a:lnTo>
                <a:lnTo>
                  <a:pt x="2547" y="2698"/>
                </a:lnTo>
                <a:lnTo>
                  <a:pt x="2546" y="2699"/>
                </a:lnTo>
                <a:lnTo>
                  <a:pt x="2545" y="2700"/>
                </a:lnTo>
                <a:lnTo>
                  <a:pt x="2545" y="2701"/>
                </a:lnTo>
                <a:lnTo>
                  <a:pt x="2544" y="2703"/>
                </a:lnTo>
                <a:lnTo>
                  <a:pt x="2544" y="2704"/>
                </a:lnTo>
                <a:lnTo>
                  <a:pt x="2545" y="2705"/>
                </a:lnTo>
                <a:lnTo>
                  <a:pt x="2546" y="2705"/>
                </a:lnTo>
                <a:lnTo>
                  <a:pt x="2547" y="2707"/>
                </a:lnTo>
                <a:lnTo>
                  <a:pt x="2547" y="2708"/>
                </a:lnTo>
                <a:lnTo>
                  <a:pt x="2548" y="2708"/>
                </a:lnTo>
                <a:lnTo>
                  <a:pt x="2549" y="2709"/>
                </a:lnTo>
                <a:lnTo>
                  <a:pt x="2550" y="2709"/>
                </a:lnTo>
                <a:lnTo>
                  <a:pt x="2550" y="2710"/>
                </a:lnTo>
                <a:lnTo>
                  <a:pt x="2550" y="2712"/>
                </a:lnTo>
                <a:lnTo>
                  <a:pt x="2550" y="2713"/>
                </a:lnTo>
                <a:lnTo>
                  <a:pt x="2550" y="2714"/>
                </a:lnTo>
                <a:lnTo>
                  <a:pt x="2551" y="2714"/>
                </a:lnTo>
                <a:lnTo>
                  <a:pt x="2550" y="2717"/>
                </a:lnTo>
                <a:lnTo>
                  <a:pt x="2547" y="2720"/>
                </a:lnTo>
                <a:lnTo>
                  <a:pt x="2545" y="2721"/>
                </a:lnTo>
                <a:lnTo>
                  <a:pt x="2544" y="2721"/>
                </a:lnTo>
                <a:lnTo>
                  <a:pt x="2543" y="2722"/>
                </a:lnTo>
                <a:lnTo>
                  <a:pt x="2542" y="2723"/>
                </a:lnTo>
                <a:lnTo>
                  <a:pt x="2541" y="2723"/>
                </a:lnTo>
                <a:lnTo>
                  <a:pt x="2541" y="2722"/>
                </a:lnTo>
                <a:lnTo>
                  <a:pt x="2540" y="2723"/>
                </a:lnTo>
                <a:lnTo>
                  <a:pt x="2540" y="2722"/>
                </a:lnTo>
                <a:lnTo>
                  <a:pt x="2539" y="2722"/>
                </a:lnTo>
                <a:lnTo>
                  <a:pt x="2536" y="2722"/>
                </a:lnTo>
                <a:lnTo>
                  <a:pt x="2535" y="2722"/>
                </a:lnTo>
                <a:lnTo>
                  <a:pt x="2535" y="2723"/>
                </a:lnTo>
                <a:lnTo>
                  <a:pt x="2534" y="2723"/>
                </a:lnTo>
                <a:lnTo>
                  <a:pt x="2533" y="2723"/>
                </a:lnTo>
                <a:lnTo>
                  <a:pt x="2532" y="2723"/>
                </a:lnTo>
                <a:lnTo>
                  <a:pt x="2532" y="2724"/>
                </a:lnTo>
                <a:lnTo>
                  <a:pt x="2531" y="2724"/>
                </a:lnTo>
                <a:lnTo>
                  <a:pt x="2531" y="2726"/>
                </a:lnTo>
                <a:lnTo>
                  <a:pt x="2531" y="2727"/>
                </a:lnTo>
                <a:lnTo>
                  <a:pt x="2531" y="2728"/>
                </a:lnTo>
                <a:lnTo>
                  <a:pt x="2529" y="2730"/>
                </a:lnTo>
                <a:lnTo>
                  <a:pt x="2528" y="2730"/>
                </a:lnTo>
                <a:lnTo>
                  <a:pt x="2527" y="2730"/>
                </a:lnTo>
                <a:lnTo>
                  <a:pt x="2526" y="2732"/>
                </a:lnTo>
                <a:lnTo>
                  <a:pt x="2525" y="2733"/>
                </a:lnTo>
                <a:lnTo>
                  <a:pt x="2525" y="2734"/>
                </a:lnTo>
                <a:lnTo>
                  <a:pt x="2525" y="2735"/>
                </a:lnTo>
                <a:lnTo>
                  <a:pt x="2525" y="2736"/>
                </a:lnTo>
                <a:lnTo>
                  <a:pt x="2522" y="2739"/>
                </a:lnTo>
                <a:lnTo>
                  <a:pt x="2521" y="2739"/>
                </a:lnTo>
                <a:lnTo>
                  <a:pt x="2520" y="2739"/>
                </a:lnTo>
                <a:lnTo>
                  <a:pt x="2520" y="2738"/>
                </a:lnTo>
                <a:lnTo>
                  <a:pt x="2520" y="2737"/>
                </a:lnTo>
                <a:lnTo>
                  <a:pt x="2519" y="2737"/>
                </a:lnTo>
                <a:lnTo>
                  <a:pt x="2516" y="2734"/>
                </a:lnTo>
                <a:lnTo>
                  <a:pt x="2516" y="2733"/>
                </a:lnTo>
                <a:lnTo>
                  <a:pt x="2515" y="2733"/>
                </a:lnTo>
                <a:lnTo>
                  <a:pt x="2515" y="2732"/>
                </a:lnTo>
                <a:lnTo>
                  <a:pt x="2514" y="2732"/>
                </a:lnTo>
                <a:lnTo>
                  <a:pt x="2514" y="2730"/>
                </a:lnTo>
                <a:lnTo>
                  <a:pt x="2513" y="2730"/>
                </a:lnTo>
                <a:lnTo>
                  <a:pt x="2513" y="2729"/>
                </a:lnTo>
                <a:lnTo>
                  <a:pt x="2512" y="2729"/>
                </a:lnTo>
                <a:lnTo>
                  <a:pt x="2511" y="2729"/>
                </a:lnTo>
                <a:lnTo>
                  <a:pt x="2511" y="2728"/>
                </a:lnTo>
                <a:lnTo>
                  <a:pt x="2510" y="2727"/>
                </a:lnTo>
                <a:lnTo>
                  <a:pt x="2509" y="2726"/>
                </a:lnTo>
                <a:lnTo>
                  <a:pt x="2508" y="2726"/>
                </a:lnTo>
                <a:lnTo>
                  <a:pt x="2508" y="2727"/>
                </a:lnTo>
                <a:lnTo>
                  <a:pt x="2507" y="2729"/>
                </a:lnTo>
                <a:lnTo>
                  <a:pt x="2507" y="2731"/>
                </a:lnTo>
                <a:lnTo>
                  <a:pt x="2507" y="2732"/>
                </a:lnTo>
                <a:lnTo>
                  <a:pt x="2506" y="2732"/>
                </a:lnTo>
                <a:lnTo>
                  <a:pt x="2506" y="2733"/>
                </a:lnTo>
                <a:lnTo>
                  <a:pt x="2505" y="2733"/>
                </a:lnTo>
                <a:lnTo>
                  <a:pt x="2505" y="2734"/>
                </a:lnTo>
                <a:lnTo>
                  <a:pt x="2504" y="2735"/>
                </a:lnTo>
                <a:lnTo>
                  <a:pt x="2504" y="2736"/>
                </a:lnTo>
                <a:lnTo>
                  <a:pt x="2503" y="2737"/>
                </a:lnTo>
                <a:lnTo>
                  <a:pt x="2501" y="2737"/>
                </a:lnTo>
                <a:lnTo>
                  <a:pt x="2500" y="2737"/>
                </a:lnTo>
                <a:lnTo>
                  <a:pt x="2500" y="2738"/>
                </a:lnTo>
                <a:lnTo>
                  <a:pt x="2499" y="2738"/>
                </a:lnTo>
                <a:lnTo>
                  <a:pt x="2497" y="2740"/>
                </a:lnTo>
                <a:lnTo>
                  <a:pt x="2495" y="2741"/>
                </a:lnTo>
                <a:lnTo>
                  <a:pt x="2493" y="2743"/>
                </a:lnTo>
                <a:lnTo>
                  <a:pt x="2492" y="2743"/>
                </a:lnTo>
                <a:lnTo>
                  <a:pt x="2492" y="2744"/>
                </a:lnTo>
                <a:lnTo>
                  <a:pt x="2492" y="2745"/>
                </a:lnTo>
                <a:lnTo>
                  <a:pt x="2492" y="2746"/>
                </a:lnTo>
                <a:lnTo>
                  <a:pt x="2491" y="2747"/>
                </a:lnTo>
                <a:lnTo>
                  <a:pt x="2491" y="2748"/>
                </a:lnTo>
                <a:lnTo>
                  <a:pt x="2490" y="2748"/>
                </a:lnTo>
                <a:lnTo>
                  <a:pt x="2490" y="2749"/>
                </a:lnTo>
                <a:lnTo>
                  <a:pt x="2488" y="2750"/>
                </a:lnTo>
                <a:lnTo>
                  <a:pt x="2488" y="2751"/>
                </a:lnTo>
                <a:lnTo>
                  <a:pt x="2487" y="2751"/>
                </a:lnTo>
                <a:lnTo>
                  <a:pt x="2486" y="2751"/>
                </a:lnTo>
                <a:lnTo>
                  <a:pt x="2486" y="2752"/>
                </a:lnTo>
                <a:lnTo>
                  <a:pt x="2485" y="2752"/>
                </a:lnTo>
                <a:lnTo>
                  <a:pt x="2485" y="2753"/>
                </a:lnTo>
                <a:lnTo>
                  <a:pt x="2484" y="2755"/>
                </a:lnTo>
                <a:lnTo>
                  <a:pt x="2483" y="2756"/>
                </a:lnTo>
                <a:lnTo>
                  <a:pt x="2482" y="2757"/>
                </a:lnTo>
                <a:lnTo>
                  <a:pt x="2481" y="2757"/>
                </a:lnTo>
                <a:lnTo>
                  <a:pt x="2481" y="2758"/>
                </a:lnTo>
                <a:lnTo>
                  <a:pt x="2480" y="2759"/>
                </a:lnTo>
                <a:lnTo>
                  <a:pt x="2478" y="2761"/>
                </a:lnTo>
                <a:lnTo>
                  <a:pt x="2478" y="2762"/>
                </a:lnTo>
                <a:lnTo>
                  <a:pt x="2478" y="2763"/>
                </a:lnTo>
                <a:lnTo>
                  <a:pt x="2477" y="2764"/>
                </a:lnTo>
                <a:lnTo>
                  <a:pt x="2476" y="2764"/>
                </a:lnTo>
                <a:lnTo>
                  <a:pt x="2476" y="2765"/>
                </a:lnTo>
                <a:lnTo>
                  <a:pt x="2475" y="2765"/>
                </a:lnTo>
                <a:lnTo>
                  <a:pt x="2474" y="2766"/>
                </a:lnTo>
                <a:lnTo>
                  <a:pt x="2473" y="2766"/>
                </a:lnTo>
                <a:lnTo>
                  <a:pt x="2473" y="2767"/>
                </a:lnTo>
                <a:lnTo>
                  <a:pt x="2472" y="2767"/>
                </a:lnTo>
                <a:lnTo>
                  <a:pt x="2472" y="2768"/>
                </a:lnTo>
                <a:lnTo>
                  <a:pt x="2471" y="2768"/>
                </a:lnTo>
                <a:lnTo>
                  <a:pt x="2470" y="2767"/>
                </a:lnTo>
                <a:lnTo>
                  <a:pt x="2468" y="2767"/>
                </a:lnTo>
                <a:lnTo>
                  <a:pt x="2468" y="2768"/>
                </a:lnTo>
                <a:lnTo>
                  <a:pt x="2467" y="2768"/>
                </a:lnTo>
                <a:lnTo>
                  <a:pt x="2466" y="2768"/>
                </a:lnTo>
                <a:lnTo>
                  <a:pt x="2464" y="2769"/>
                </a:lnTo>
                <a:lnTo>
                  <a:pt x="2463" y="2769"/>
                </a:lnTo>
                <a:lnTo>
                  <a:pt x="2461" y="2770"/>
                </a:lnTo>
                <a:lnTo>
                  <a:pt x="2459" y="2770"/>
                </a:lnTo>
                <a:lnTo>
                  <a:pt x="2459" y="2771"/>
                </a:lnTo>
                <a:lnTo>
                  <a:pt x="2458" y="2771"/>
                </a:lnTo>
                <a:lnTo>
                  <a:pt x="2457" y="2771"/>
                </a:lnTo>
                <a:lnTo>
                  <a:pt x="2456" y="2772"/>
                </a:lnTo>
                <a:lnTo>
                  <a:pt x="2454" y="2772"/>
                </a:lnTo>
                <a:lnTo>
                  <a:pt x="2453" y="2772"/>
                </a:lnTo>
                <a:lnTo>
                  <a:pt x="2452" y="2772"/>
                </a:lnTo>
                <a:lnTo>
                  <a:pt x="2451" y="2773"/>
                </a:lnTo>
                <a:lnTo>
                  <a:pt x="2450" y="2773"/>
                </a:lnTo>
                <a:lnTo>
                  <a:pt x="2447" y="2774"/>
                </a:lnTo>
                <a:lnTo>
                  <a:pt x="2446" y="2774"/>
                </a:lnTo>
                <a:lnTo>
                  <a:pt x="2445" y="2774"/>
                </a:lnTo>
                <a:lnTo>
                  <a:pt x="2445" y="2773"/>
                </a:lnTo>
                <a:lnTo>
                  <a:pt x="2442" y="2773"/>
                </a:lnTo>
                <a:lnTo>
                  <a:pt x="2442" y="2774"/>
                </a:lnTo>
                <a:lnTo>
                  <a:pt x="2441" y="2774"/>
                </a:lnTo>
                <a:lnTo>
                  <a:pt x="2440" y="2774"/>
                </a:lnTo>
                <a:lnTo>
                  <a:pt x="2440" y="2773"/>
                </a:lnTo>
                <a:lnTo>
                  <a:pt x="2438" y="2773"/>
                </a:lnTo>
                <a:lnTo>
                  <a:pt x="2437" y="2772"/>
                </a:lnTo>
                <a:lnTo>
                  <a:pt x="2436" y="2771"/>
                </a:lnTo>
                <a:lnTo>
                  <a:pt x="2436" y="2770"/>
                </a:lnTo>
                <a:lnTo>
                  <a:pt x="2435" y="2769"/>
                </a:lnTo>
                <a:lnTo>
                  <a:pt x="2435" y="2768"/>
                </a:lnTo>
                <a:lnTo>
                  <a:pt x="2435" y="2767"/>
                </a:lnTo>
                <a:lnTo>
                  <a:pt x="2434" y="2765"/>
                </a:lnTo>
                <a:lnTo>
                  <a:pt x="2433" y="2762"/>
                </a:lnTo>
                <a:lnTo>
                  <a:pt x="2432" y="2762"/>
                </a:lnTo>
                <a:lnTo>
                  <a:pt x="2431" y="2760"/>
                </a:lnTo>
                <a:lnTo>
                  <a:pt x="2430" y="2759"/>
                </a:lnTo>
                <a:lnTo>
                  <a:pt x="2429" y="2758"/>
                </a:lnTo>
                <a:lnTo>
                  <a:pt x="2428" y="2757"/>
                </a:lnTo>
                <a:lnTo>
                  <a:pt x="2428" y="2756"/>
                </a:lnTo>
                <a:lnTo>
                  <a:pt x="2428" y="2755"/>
                </a:lnTo>
                <a:lnTo>
                  <a:pt x="2427" y="2755"/>
                </a:lnTo>
                <a:lnTo>
                  <a:pt x="2426" y="2755"/>
                </a:lnTo>
                <a:lnTo>
                  <a:pt x="2426" y="2756"/>
                </a:lnTo>
                <a:lnTo>
                  <a:pt x="2424" y="2757"/>
                </a:lnTo>
                <a:lnTo>
                  <a:pt x="2423" y="2758"/>
                </a:lnTo>
                <a:lnTo>
                  <a:pt x="2422" y="2758"/>
                </a:lnTo>
                <a:lnTo>
                  <a:pt x="2421" y="2759"/>
                </a:lnTo>
                <a:lnTo>
                  <a:pt x="2420" y="2759"/>
                </a:lnTo>
                <a:lnTo>
                  <a:pt x="2419" y="2759"/>
                </a:lnTo>
                <a:lnTo>
                  <a:pt x="2417" y="2760"/>
                </a:lnTo>
                <a:lnTo>
                  <a:pt x="2416" y="2760"/>
                </a:lnTo>
                <a:lnTo>
                  <a:pt x="2415" y="2760"/>
                </a:lnTo>
                <a:lnTo>
                  <a:pt x="2414" y="2760"/>
                </a:lnTo>
                <a:lnTo>
                  <a:pt x="2414" y="2761"/>
                </a:lnTo>
                <a:lnTo>
                  <a:pt x="2413" y="2761"/>
                </a:lnTo>
                <a:lnTo>
                  <a:pt x="2412" y="2761"/>
                </a:lnTo>
                <a:lnTo>
                  <a:pt x="2412" y="2762"/>
                </a:lnTo>
                <a:lnTo>
                  <a:pt x="2411" y="2762"/>
                </a:lnTo>
                <a:lnTo>
                  <a:pt x="2410" y="2763"/>
                </a:lnTo>
                <a:lnTo>
                  <a:pt x="2409" y="2764"/>
                </a:lnTo>
                <a:lnTo>
                  <a:pt x="2408" y="2764"/>
                </a:lnTo>
                <a:lnTo>
                  <a:pt x="2407" y="2764"/>
                </a:lnTo>
                <a:lnTo>
                  <a:pt x="2406" y="2764"/>
                </a:lnTo>
                <a:lnTo>
                  <a:pt x="2403" y="2765"/>
                </a:lnTo>
                <a:lnTo>
                  <a:pt x="2402" y="2765"/>
                </a:lnTo>
                <a:lnTo>
                  <a:pt x="2401" y="2766"/>
                </a:lnTo>
                <a:lnTo>
                  <a:pt x="2400" y="2766"/>
                </a:lnTo>
                <a:lnTo>
                  <a:pt x="2399" y="2766"/>
                </a:lnTo>
                <a:lnTo>
                  <a:pt x="2398" y="2767"/>
                </a:lnTo>
                <a:lnTo>
                  <a:pt x="2397" y="2767"/>
                </a:lnTo>
                <a:lnTo>
                  <a:pt x="2394" y="2768"/>
                </a:lnTo>
                <a:lnTo>
                  <a:pt x="2393" y="2768"/>
                </a:lnTo>
                <a:lnTo>
                  <a:pt x="2392" y="2768"/>
                </a:lnTo>
                <a:lnTo>
                  <a:pt x="2392" y="2769"/>
                </a:lnTo>
                <a:lnTo>
                  <a:pt x="2391" y="2769"/>
                </a:lnTo>
                <a:lnTo>
                  <a:pt x="2390" y="2769"/>
                </a:lnTo>
                <a:lnTo>
                  <a:pt x="2390" y="2770"/>
                </a:lnTo>
                <a:lnTo>
                  <a:pt x="2389" y="2770"/>
                </a:lnTo>
                <a:lnTo>
                  <a:pt x="2388" y="2770"/>
                </a:lnTo>
                <a:lnTo>
                  <a:pt x="2386" y="2771"/>
                </a:lnTo>
                <a:lnTo>
                  <a:pt x="2384" y="2772"/>
                </a:lnTo>
                <a:lnTo>
                  <a:pt x="2382" y="2773"/>
                </a:lnTo>
                <a:lnTo>
                  <a:pt x="2381" y="2773"/>
                </a:lnTo>
                <a:lnTo>
                  <a:pt x="2380" y="2774"/>
                </a:lnTo>
                <a:lnTo>
                  <a:pt x="2378" y="2775"/>
                </a:lnTo>
                <a:lnTo>
                  <a:pt x="2377" y="2775"/>
                </a:lnTo>
                <a:lnTo>
                  <a:pt x="2376" y="2776"/>
                </a:lnTo>
                <a:lnTo>
                  <a:pt x="2375" y="2776"/>
                </a:lnTo>
                <a:lnTo>
                  <a:pt x="2374" y="2777"/>
                </a:lnTo>
                <a:lnTo>
                  <a:pt x="2374" y="2778"/>
                </a:lnTo>
                <a:lnTo>
                  <a:pt x="2374" y="2779"/>
                </a:lnTo>
                <a:lnTo>
                  <a:pt x="2374" y="2781"/>
                </a:lnTo>
                <a:lnTo>
                  <a:pt x="2374" y="2782"/>
                </a:lnTo>
                <a:lnTo>
                  <a:pt x="2374" y="2783"/>
                </a:lnTo>
                <a:lnTo>
                  <a:pt x="2374" y="2784"/>
                </a:lnTo>
                <a:lnTo>
                  <a:pt x="2374" y="2785"/>
                </a:lnTo>
                <a:lnTo>
                  <a:pt x="2373" y="2786"/>
                </a:lnTo>
                <a:lnTo>
                  <a:pt x="2373" y="2787"/>
                </a:lnTo>
                <a:lnTo>
                  <a:pt x="2373" y="2788"/>
                </a:lnTo>
                <a:lnTo>
                  <a:pt x="2373" y="2789"/>
                </a:lnTo>
                <a:lnTo>
                  <a:pt x="2372" y="2789"/>
                </a:lnTo>
                <a:lnTo>
                  <a:pt x="2372" y="2790"/>
                </a:lnTo>
                <a:lnTo>
                  <a:pt x="2372" y="2791"/>
                </a:lnTo>
                <a:lnTo>
                  <a:pt x="2372" y="2792"/>
                </a:lnTo>
                <a:lnTo>
                  <a:pt x="2372" y="2793"/>
                </a:lnTo>
                <a:lnTo>
                  <a:pt x="2372" y="2794"/>
                </a:lnTo>
                <a:lnTo>
                  <a:pt x="2371" y="2795"/>
                </a:lnTo>
                <a:lnTo>
                  <a:pt x="2371" y="2796"/>
                </a:lnTo>
                <a:lnTo>
                  <a:pt x="2371" y="2797"/>
                </a:lnTo>
                <a:lnTo>
                  <a:pt x="2371" y="2798"/>
                </a:lnTo>
                <a:lnTo>
                  <a:pt x="2371" y="2799"/>
                </a:lnTo>
                <a:lnTo>
                  <a:pt x="2370" y="2799"/>
                </a:lnTo>
                <a:lnTo>
                  <a:pt x="2370" y="2800"/>
                </a:lnTo>
                <a:lnTo>
                  <a:pt x="2370" y="2801"/>
                </a:lnTo>
                <a:lnTo>
                  <a:pt x="2370" y="2802"/>
                </a:lnTo>
                <a:lnTo>
                  <a:pt x="2370" y="2803"/>
                </a:lnTo>
                <a:lnTo>
                  <a:pt x="2369" y="2804"/>
                </a:lnTo>
                <a:lnTo>
                  <a:pt x="2367" y="2804"/>
                </a:lnTo>
                <a:lnTo>
                  <a:pt x="2365" y="2805"/>
                </a:lnTo>
                <a:lnTo>
                  <a:pt x="2365" y="2806"/>
                </a:lnTo>
                <a:lnTo>
                  <a:pt x="2362" y="2807"/>
                </a:lnTo>
                <a:lnTo>
                  <a:pt x="2361" y="2808"/>
                </a:lnTo>
                <a:lnTo>
                  <a:pt x="2359" y="2809"/>
                </a:lnTo>
                <a:lnTo>
                  <a:pt x="2356" y="2812"/>
                </a:lnTo>
                <a:lnTo>
                  <a:pt x="2355" y="2812"/>
                </a:lnTo>
                <a:lnTo>
                  <a:pt x="2354" y="2813"/>
                </a:lnTo>
                <a:lnTo>
                  <a:pt x="2353" y="2813"/>
                </a:lnTo>
                <a:lnTo>
                  <a:pt x="2351" y="2813"/>
                </a:lnTo>
                <a:lnTo>
                  <a:pt x="2348" y="2810"/>
                </a:lnTo>
                <a:lnTo>
                  <a:pt x="2345" y="2808"/>
                </a:lnTo>
                <a:lnTo>
                  <a:pt x="2344" y="2808"/>
                </a:lnTo>
                <a:lnTo>
                  <a:pt x="2342" y="2806"/>
                </a:lnTo>
                <a:lnTo>
                  <a:pt x="2340" y="2804"/>
                </a:lnTo>
                <a:lnTo>
                  <a:pt x="2339" y="2803"/>
                </a:lnTo>
                <a:lnTo>
                  <a:pt x="2339" y="2802"/>
                </a:lnTo>
                <a:lnTo>
                  <a:pt x="2338" y="2802"/>
                </a:lnTo>
                <a:lnTo>
                  <a:pt x="2337" y="2801"/>
                </a:lnTo>
                <a:lnTo>
                  <a:pt x="2336" y="2800"/>
                </a:lnTo>
                <a:lnTo>
                  <a:pt x="2335" y="2799"/>
                </a:lnTo>
                <a:lnTo>
                  <a:pt x="2334" y="2799"/>
                </a:lnTo>
                <a:lnTo>
                  <a:pt x="2333" y="2799"/>
                </a:lnTo>
                <a:lnTo>
                  <a:pt x="2331" y="2798"/>
                </a:lnTo>
                <a:lnTo>
                  <a:pt x="2326" y="2796"/>
                </a:lnTo>
                <a:lnTo>
                  <a:pt x="2325" y="2796"/>
                </a:lnTo>
                <a:lnTo>
                  <a:pt x="2324" y="2796"/>
                </a:lnTo>
                <a:lnTo>
                  <a:pt x="2321" y="2795"/>
                </a:lnTo>
                <a:lnTo>
                  <a:pt x="2320" y="2795"/>
                </a:lnTo>
                <a:lnTo>
                  <a:pt x="2319" y="2795"/>
                </a:lnTo>
                <a:lnTo>
                  <a:pt x="2314" y="2792"/>
                </a:lnTo>
                <a:lnTo>
                  <a:pt x="2313" y="2792"/>
                </a:lnTo>
                <a:lnTo>
                  <a:pt x="2308" y="2788"/>
                </a:lnTo>
                <a:lnTo>
                  <a:pt x="2306" y="2788"/>
                </a:lnTo>
                <a:lnTo>
                  <a:pt x="2300" y="2790"/>
                </a:lnTo>
                <a:lnTo>
                  <a:pt x="2299" y="2792"/>
                </a:lnTo>
                <a:lnTo>
                  <a:pt x="2298" y="2794"/>
                </a:lnTo>
                <a:lnTo>
                  <a:pt x="2297" y="2794"/>
                </a:lnTo>
                <a:lnTo>
                  <a:pt x="2293" y="2798"/>
                </a:lnTo>
                <a:lnTo>
                  <a:pt x="2292" y="2799"/>
                </a:lnTo>
                <a:lnTo>
                  <a:pt x="2291" y="2799"/>
                </a:lnTo>
                <a:lnTo>
                  <a:pt x="2290" y="2799"/>
                </a:lnTo>
                <a:lnTo>
                  <a:pt x="2289" y="2799"/>
                </a:lnTo>
                <a:lnTo>
                  <a:pt x="2289" y="2798"/>
                </a:lnTo>
                <a:lnTo>
                  <a:pt x="2288" y="2798"/>
                </a:lnTo>
                <a:lnTo>
                  <a:pt x="2287" y="2798"/>
                </a:lnTo>
                <a:lnTo>
                  <a:pt x="2287" y="2799"/>
                </a:lnTo>
                <a:lnTo>
                  <a:pt x="2286" y="2799"/>
                </a:lnTo>
                <a:lnTo>
                  <a:pt x="2285" y="2799"/>
                </a:lnTo>
                <a:lnTo>
                  <a:pt x="2285" y="2802"/>
                </a:lnTo>
                <a:lnTo>
                  <a:pt x="2284" y="2803"/>
                </a:lnTo>
                <a:lnTo>
                  <a:pt x="2283" y="2805"/>
                </a:lnTo>
                <a:lnTo>
                  <a:pt x="2283" y="2806"/>
                </a:lnTo>
                <a:lnTo>
                  <a:pt x="2284" y="2807"/>
                </a:lnTo>
                <a:lnTo>
                  <a:pt x="2284" y="2808"/>
                </a:lnTo>
                <a:lnTo>
                  <a:pt x="2283" y="2810"/>
                </a:lnTo>
                <a:lnTo>
                  <a:pt x="2282" y="2811"/>
                </a:lnTo>
                <a:lnTo>
                  <a:pt x="2281" y="2811"/>
                </a:lnTo>
                <a:lnTo>
                  <a:pt x="2281" y="2812"/>
                </a:lnTo>
                <a:lnTo>
                  <a:pt x="2279" y="2814"/>
                </a:lnTo>
                <a:lnTo>
                  <a:pt x="2278" y="2814"/>
                </a:lnTo>
                <a:lnTo>
                  <a:pt x="2277" y="2816"/>
                </a:lnTo>
                <a:lnTo>
                  <a:pt x="2276" y="2816"/>
                </a:lnTo>
                <a:lnTo>
                  <a:pt x="2275" y="2817"/>
                </a:lnTo>
                <a:lnTo>
                  <a:pt x="2275" y="2818"/>
                </a:lnTo>
                <a:lnTo>
                  <a:pt x="2274" y="2819"/>
                </a:lnTo>
                <a:lnTo>
                  <a:pt x="2274" y="2820"/>
                </a:lnTo>
                <a:lnTo>
                  <a:pt x="2274" y="2821"/>
                </a:lnTo>
                <a:lnTo>
                  <a:pt x="2274" y="2823"/>
                </a:lnTo>
                <a:lnTo>
                  <a:pt x="2275" y="2824"/>
                </a:lnTo>
                <a:lnTo>
                  <a:pt x="2275" y="2825"/>
                </a:lnTo>
                <a:lnTo>
                  <a:pt x="2274" y="2825"/>
                </a:lnTo>
                <a:lnTo>
                  <a:pt x="2274" y="2826"/>
                </a:lnTo>
                <a:lnTo>
                  <a:pt x="2274" y="2827"/>
                </a:lnTo>
                <a:lnTo>
                  <a:pt x="2273" y="2828"/>
                </a:lnTo>
                <a:lnTo>
                  <a:pt x="2273" y="2829"/>
                </a:lnTo>
                <a:lnTo>
                  <a:pt x="2272" y="2830"/>
                </a:lnTo>
                <a:lnTo>
                  <a:pt x="2271" y="2832"/>
                </a:lnTo>
                <a:lnTo>
                  <a:pt x="2270" y="2833"/>
                </a:lnTo>
                <a:lnTo>
                  <a:pt x="2269" y="2835"/>
                </a:lnTo>
                <a:lnTo>
                  <a:pt x="2268" y="2836"/>
                </a:lnTo>
                <a:lnTo>
                  <a:pt x="2268" y="2837"/>
                </a:lnTo>
                <a:lnTo>
                  <a:pt x="2268" y="2839"/>
                </a:lnTo>
                <a:lnTo>
                  <a:pt x="2268" y="2840"/>
                </a:lnTo>
                <a:lnTo>
                  <a:pt x="2268" y="2843"/>
                </a:lnTo>
                <a:lnTo>
                  <a:pt x="2267" y="2843"/>
                </a:lnTo>
                <a:lnTo>
                  <a:pt x="2266" y="2844"/>
                </a:lnTo>
                <a:lnTo>
                  <a:pt x="2266" y="2845"/>
                </a:lnTo>
                <a:lnTo>
                  <a:pt x="2265" y="2846"/>
                </a:lnTo>
                <a:lnTo>
                  <a:pt x="2264" y="2847"/>
                </a:lnTo>
                <a:lnTo>
                  <a:pt x="2263" y="2848"/>
                </a:lnTo>
                <a:lnTo>
                  <a:pt x="2263" y="2850"/>
                </a:lnTo>
                <a:lnTo>
                  <a:pt x="2262" y="2850"/>
                </a:lnTo>
                <a:lnTo>
                  <a:pt x="2262" y="2851"/>
                </a:lnTo>
                <a:lnTo>
                  <a:pt x="2262" y="2852"/>
                </a:lnTo>
                <a:lnTo>
                  <a:pt x="2262" y="2854"/>
                </a:lnTo>
                <a:lnTo>
                  <a:pt x="2262" y="2855"/>
                </a:lnTo>
                <a:lnTo>
                  <a:pt x="2261" y="2855"/>
                </a:lnTo>
                <a:lnTo>
                  <a:pt x="2261" y="2856"/>
                </a:lnTo>
                <a:lnTo>
                  <a:pt x="2260" y="2856"/>
                </a:lnTo>
                <a:lnTo>
                  <a:pt x="2260" y="2857"/>
                </a:lnTo>
                <a:lnTo>
                  <a:pt x="2260" y="2858"/>
                </a:lnTo>
                <a:lnTo>
                  <a:pt x="2259" y="2860"/>
                </a:lnTo>
                <a:lnTo>
                  <a:pt x="2257" y="2863"/>
                </a:lnTo>
                <a:lnTo>
                  <a:pt x="2256" y="2865"/>
                </a:lnTo>
                <a:lnTo>
                  <a:pt x="2256" y="2866"/>
                </a:lnTo>
                <a:lnTo>
                  <a:pt x="2255" y="2867"/>
                </a:lnTo>
                <a:lnTo>
                  <a:pt x="2255" y="2868"/>
                </a:lnTo>
                <a:lnTo>
                  <a:pt x="2255" y="2869"/>
                </a:lnTo>
                <a:lnTo>
                  <a:pt x="2255" y="2870"/>
                </a:lnTo>
                <a:lnTo>
                  <a:pt x="2254" y="2871"/>
                </a:lnTo>
                <a:lnTo>
                  <a:pt x="2254" y="2872"/>
                </a:lnTo>
                <a:lnTo>
                  <a:pt x="2253" y="2874"/>
                </a:lnTo>
                <a:lnTo>
                  <a:pt x="2251" y="2875"/>
                </a:lnTo>
                <a:lnTo>
                  <a:pt x="2251" y="2877"/>
                </a:lnTo>
                <a:lnTo>
                  <a:pt x="2250" y="2878"/>
                </a:lnTo>
                <a:lnTo>
                  <a:pt x="2250" y="2879"/>
                </a:lnTo>
                <a:lnTo>
                  <a:pt x="2250" y="2880"/>
                </a:lnTo>
                <a:lnTo>
                  <a:pt x="2250" y="2881"/>
                </a:lnTo>
                <a:lnTo>
                  <a:pt x="2249" y="2884"/>
                </a:lnTo>
                <a:lnTo>
                  <a:pt x="2249" y="2885"/>
                </a:lnTo>
                <a:lnTo>
                  <a:pt x="2249" y="2886"/>
                </a:lnTo>
                <a:lnTo>
                  <a:pt x="2248" y="2886"/>
                </a:lnTo>
                <a:lnTo>
                  <a:pt x="2247" y="2888"/>
                </a:lnTo>
                <a:lnTo>
                  <a:pt x="2245" y="2892"/>
                </a:lnTo>
                <a:lnTo>
                  <a:pt x="2243" y="2895"/>
                </a:lnTo>
                <a:lnTo>
                  <a:pt x="2240" y="2898"/>
                </a:lnTo>
                <a:lnTo>
                  <a:pt x="2240" y="2899"/>
                </a:lnTo>
                <a:lnTo>
                  <a:pt x="2240" y="2906"/>
                </a:lnTo>
                <a:lnTo>
                  <a:pt x="2240" y="2913"/>
                </a:lnTo>
                <a:lnTo>
                  <a:pt x="2240" y="2914"/>
                </a:lnTo>
                <a:lnTo>
                  <a:pt x="2241" y="2914"/>
                </a:lnTo>
                <a:lnTo>
                  <a:pt x="2241" y="2915"/>
                </a:lnTo>
                <a:lnTo>
                  <a:pt x="2240" y="2919"/>
                </a:lnTo>
                <a:lnTo>
                  <a:pt x="2239" y="2921"/>
                </a:lnTo>
                <a:lnTo>
                  <a:pt x="2238" y="2922"/>
                </a:lnTo>
                <a:lnTo>
                  <a:pt x="2235" y="2925"/>
                </a:lnTo>
                <a:lnTo>
                  <a:pt x="2235" y="2926"/>
                </a:lnTo>
                <a:lnTo>
                  <a:pt x="2235" y="2927"/>
                </a:lnTo>
                <a:lnTo>
                  <a:pt x="2236" y="2928"/>
                </a:lnTo>
                <a:lnTo>
                  <a:pt x="2237" y="2929"/>
                </a:lnTo>
                <a:lnTo>
                  <a:pt x="2237" y="2931"/>
                </a:lnTo>
                <a:lnTo>
                  <a:pt x="2237" y="2935"/>
                </a:lnTo>
                <a:lnTo>
                  <a:pt x="2237" y="2936"/>
                </a:lnTo>
                <a:lnTo>
                  <a:pt x="2237" y="2937"/>
                </a:lnTo>
                <a:lnTo>
                  <a:pt x="2236" y="2937"/>
                </a:lnTo>
                <a:lnTo>
                  <a:pt x="2235" y="2936"/>
                </a:lnTo>
                <a:lnTo>
                  <a:pt x="2234" y="2936"/>
                </a:lnTo>
                <a:lnTo>
                  <a:pt x="2232" y="2936"/>
                </a:lnTo>
                <a:lnTo>
                  <a:pt x="2229" y="2936"/>
                </a:lnTo>
                <a:lnTo>
                  <a:pt x="2229" y="2937"/>
                </a:lnTo>
                <a:lnTo>
                  <a:pt x="2229" y="2938"/>
                </a:lnTo>
                <a:lnTo>
                  <a:pt x="2228" y="2939"/>
                </a:lnTo>
                <a:lnTo>
                  <a:pt x="2225" y="2937"/>
                </a:lnTo>
                <a:lnTo>
                  <a:pt x="2224" y="2936"/>
                </a:lnTo>
                <a:lnTo>
                  <a:pt x="2223" y="2936"/>
                </a:lnTo>
                <a:lnTo>
                  <a:pt x="2222" y="2935"/>
                </a:lnTo>
                <a:lnTo>
                  <a:pt x="2221" y="2935"/>
                </a:lnTo>
                <a:lnTo>
                  <a:pt x="2221" y="2936"/>
                </a:lnTo>
                <a:lnTo>
                  <a:pt x="2220" y="2937"/>
                </a:lnTo>
                <a:lnTo>
                  <a:pt x="2219" y="2939"/>
                </a:lnTo>
                <a:lnTo>
                  <a:pt x="2217" y="2940"/>
                </a:lnTo>
                <a:lnTo>
                  <a:pt x="2215" y="2943"/>
                </a:lnTo>
                <a:lnTo>
                  <a:pt x="2214" y="2943"/>
                </a:lnTo>
                <a:lnTo>
                  <a:pt x="2213" y="2943"/>
                </a:lnTo>
                <a:lnTo>
                  <a:pt x="2209" y="2942"/>
                </a:lnTo>
                <a:lnTo>
                  <a:pt x="2204" y="2940"/>
                </a:lnTo>
                <a:lnTo>
                  <a:pt x="2203" y="2940"/>
                </a:lnTo>
                <a:lnTo>
                  <a:pt x="2203" y="2939"/>
                </a:lnTo>
                <a:lnTo>
                  <a:pt x="2203" y="2938"/>
                </a:lnTo>
                <a:lnTo>
                  <a:pt x="2202" y="2937"/>
                </a:lnTo>
                <a:lnTo>
                  <a:pt x="2200" y="2936"/>
                </a:lnTo>
                <a:lnTo>
                  <a:pt x="2198" y="2935"/>
                </a:lnTo>
                <a:lnTo>
                  <a:pt x="2195" y="2934"/>
                </a:lnTo>
                <a:lnTo>
                  <a:pt x="2193" y="2934"/>
                </a:lnTo>
                <a:lnTo>
                  <a:pt x="2192" y="2933"/>
                </a:lnTo>
                <a:lnTo>
                  <a:pt x="2191" y="2933"/>
                </a:lnTo>
                <a:lnTo>
                  <a:pt x="2190" y="2934"/>
                </a:lnTo>
                <a:lnTo>
                  <a:pt x="2189" y="2934"/>
                </a:lnTo>
                <a:lnTo>
                  <a:pt x="2189" y="2935"/>
                </a:lnTo>
                <a:lnTo>
                  <a:pt x="2188" y="2936"/>
                </a:lnTo>
                <a:lnTo>
                  <a:pt x="2187" y="2936"/>
                </a:lnTo>
                <a:lnTo>
                  <a:pt x="2184" y="2934"/>
                </a:lnTo>
                <a:lnTo>
                  <a:pt x="2183" y="2934"/>
                </a:lnTo>
                <a:lnTo>
                  <a:pt x="2183" y="2933"/>
                </a:lnTo>
                <a:lnTo>
                  <a:pt x="2181" y="2933"/>
                </a:lnTo>
                <a:lnTo>
                  <a:pt x="2176" y="2932"/>
                </a:lnTo>
                <a:lnTo>
                  <a:pt x="2174" y="2931"/>
                </a:lnTo>
                <a:lnTo>
                  <a:pt x="2173" y="2931"/>
                </a:lnTo>
                <a:lnTo>
                  <a:pt x="2173" y="2930"/>
                </a:lnTo>
                <a:lnTo>
                  <a:pt x="2172" y="2930"/>
                </a:lnTo>
                <a:lnTo>
                  <a:pt x="2171" y="2930"/>
                </a:lnTo>
                <a:lnTo>
                  <a:pt x="2170" y="2930"/>
                </a:lnTo>
                <a:lnTo>
                  <a:pt x="2169" y="2931"/>
                </a:lnTo>
                <a:lnTo>
                  <a:pt x="2168" y="2931"/>
                </a:lnTo>
                <a:lnTo>
                  <a:pt x="2166" y="2932"/>
                </a:lnTo>
                <a:lnTo>
                  <a:pt x="2164" y="2933"/>
                </a:lnTo>
                <a:lnTo>
                  <a:pt x="2163" y="2934"/>
                </a:lnTo>
                <a:lnTo>
                  <a:pt x="2162" y="2934"/>
                </a:lnTo>
                <a:lnTo>
                  <a:pt x="2161" y="2935"/>
                </a:lnTo>
                <a:lnTo>
                  <a:pt x="2160" y="2935"/>
                </a:lnTo>
                <a:lnTo>
                  <a:pt x="2160" y="2936"/>
                </a:lnTo>
                <a:lnTo>
                  <a:pt x="2160" y="2937"/>
                </a:lnTo>
                <a:lnTo>
                  <a:pt x="2161" y="2938"/>
                </a:lnTo>
                <a:lnTo>
                  <a:pt x="2163" y="2938"/>
                </a:lnTo>
                <a:lnTo>
                  <a:pt x="2164" y="2939"/>
                </a:lnTo>
                <a:lnTo>
                  <a:pt x="2164" y="2941"/>
                </a:lnTo>
                <a:lnTo>
                  <a:pt x="2164" y="2942"/>
                </a:lnTo>
                <a:lnTo>
                  <a:pt x="2163" y="2942"/>
                </a:lnTo>
                <a:lnTo>
                  <a:pt x="2162" y="2942"/>
                </a:lnTo>
                <a:lnTo>
                  <a:pt x="2162" y="2941"/>
                </a:lnTo>
                <a:lnTo>
                  <a:pt x="2160" y="2940"/>
                </a:lnTo>
                <a:lnTo>
                  <a:pt x="2159" y="2940"/>
                </a:lnTo>
                <a:lnTo>
                  <a:pt x="2159" y="2941"/>
                </a:lnTo>
                <a:lnTo>
                  <a:pt x="2159" y="2942"/>
                </a:lnTo>
                <a:lnTo>
                  <a:pt x="2161" y="2944"/>
                </a:lnTo>
                <a:lnTo>
                  <a:pt x="2161" y="2945"/>
                </a:lnTo>
                <a:lnTo>
                  <a:pt x="2161" y="2946"/>
                </a:lnTo>
                <a:lnTo>
                  <a:pt x="2160" y="2953"/>
                </a:lnTo>
                <a:lnTo>
                  <a:pt x="2159" y="2954"/>
                </a:lnTo>
                <a:lnTo>
                  <a:pt x="2159" y="2955"/>
                </a:lnTo>
                <a:lnTo>
                  <a:pt x="2159" y="2956"/>
                </a:lnTo>
                <a:lnTo>
                  <a:pt x="2159" y="2957"/>
                </a:lnTo>
                <a:lnTo>
                  <a:pt x="2159" y="2958"/>
                </a:lnTo>
                <a:lnTo>
                  <a:pt x="2160" y="2959"/>
                </a:lnTo>
                <a:lnTo>
                  <a:pt x="2161" y="2960"/>
                </a:lnTo>
                <a:lnTo>
                  <a:pt x="2160" y="2963"/>
                </a:lnTo>
                <a:lnTo>
                  <a:pt x="2160" y="2964"/>
                </a:lnTo>
                <a:lnTo>
                  <a:pt x="2159" y="2964"/>
                </a:lnTo>
                <a:lnTo>
                  <a:pt x="2159" y="2965"/>
                </a:lnTo>
                <a:lnTo>
                  <a:pt x="2157" y="2965"/>
                </a:lnTo>
                <a:lnTo>
                  <a:pt x="2156" y="2966"/>
                </a:lnTo>
                <a:lnTo>
                  <a:pt x="2155" y="2966"/>
                </a:lnTo>
                <a:lnTo>
                  <a:pt x="2154" y="2967"/>
                </a:lnTo>
                <a:lnTo>
                  <a:pt x="2153" y="2968"/>
                </a:lnTo>
                <a:lnTo>
                  <a:pt x="2152" y="2969"/>
                </a:lnTo>
                <a:lnTo>
                  <a:pt x="2150" y="2972"/>
                </a:lnTo>
                <a:lnTo>
                  <a:pt x="2151" y="2974"/>
                </a:lnTo>
                <a:lnTo>
                  <a:pt x="2151" y="2977"/>
                </a:lnTo>
                <a:lnTo>
                  <a:pt x="2150" y="2979"/>
                </a:lnTo>
                <a:lnTo>
                  <a:pt x="2150" y="2980"/>
                </a:lnTo>
                <a:lnTo>
                  <a:pt x="2149" y="2981"/>
                </a:lnTo>
                <a:lnTo>
                  <a:pt x="2148" y="2982"/>
                </a:lnTo>
                <a:lnTo>
                  <a:pt x="2147" y="2982"/>
                </a:lnTo>
                <a:lnTo>
                  <a:pt x="2146" y="2982"/>
                </a:lnTo>
                <a:lnTo>
                  <a:pt x="2145" y="2982"/>
                </a:lnTo>
                <a:lnTo>
                  <a:pt x="2142" y="2982"/>
                </a:lnTo>
                <a:lnTo>
                  <a:pt x="2141" y="2982"/>
                </a:lnTo>
                <a:lnTo>
                  <a:pt x="2141" y="2983"/>
                </a:lnTo>
                <a:lnTo>
                  <a:pt x="2140" y="2983"/>
                </a:lnTo>
                <a:lnTo>
                  <a:pt x="2139" y="2983"/>
                </a:lnTo>
                <a:lnTo>
                  <a:pt x="2138" y="2983"/>
                </a:lnTo>
                <a:lnTo>
                  <a:pt x="2138" y="2982"/>
                </a:lnTo>
                <a:lnTo>
                  <a:pt x="2137" y="2982"/>
                </a:lnTo>
                <a:lnTo>
                  <a:pt x="2136" y="2982"/>
                </a:lnTo>
                <a:lnTo>
                  <a:pt x="2134" y="2982"/>
                </a:lnTo>
                <a:lnTo>
                  <a:pt x="2133" y="2982"/>
                </a:lnTo>
                <a:lnTo>
                  <a:pt x="2132" y="2981"/>
                </a:lnTo>
                <a:lnTo>
                  <a:pt x="2131" y="2982"/>
                </a:lnTo>
                <a:lnTo>
                  <a:pt x="2130" y="2982"/>
                </a:lnTo>
                <a:lnTo>
                  <a:pt x="2130" y="2983"/>
                </a:lnTo>
                <a:lnTo>
                  <a:pt x="2129" y="2983"/>
                </a:lnTo>
                <a:lnTo>
                  <a:pt x="2128" y="2982"/>
                </a:lnTo>
                <a:lnTo>
                  <a:pt x="2127" y="2982"/>
                </a:lnTo>
                <a:lnTo>
                  <a:pt x="2127" y="2983"/>
                </a:lnTo>
                <a:lnTo>
                  <a:pt x="2126" y="2983"/>
                </a:lnTo>
                <a:lnTo>
                  <a:pt x="2126" y="2984"/>
                </a:lnTo>
                <a:lnTo>
                  <a:pt x="2125" y="2984"/>
                </a:lnTo>
                <a:lnTo>
                  <a:pt x="2123" y="2984"/>
                </a:lnTo>
                <a:lnTo>
                  <a:pt x="2122" y="2983"/>
                </a:lnTo>
                <a:lnTo>
                  <a:pt x="2121" y="2983"/>
                </a:lnTo>
                <a:lnTo>
                  <a:pt x="2121" y="2984"/>
                </a:lnTo>
                <a:lnTo>
                  <a:pt x="2120" y="2984"/>
                </a:lnTo>
                <a:lnTo>
                  <a:pt x="2119" y="2984"/>
                </a:lnTo>
                <a:lnTo>
                  <a:pt x="2119" y="2985"/>
                </a:lnTo>
                <a:lnTo>
                  <a:pt x="2118" y="2985"/>
                </a:lnTo>
                <a:lnTo>
                  <a:pt x="2118" y="2986"/>
                </a:lnTo>
                <a:lnTo>
                  <a:pt x="2117" y="2986"/>
                </a:lnTo>
                <a:lnTo>
                  <a:pt x="2117" y="2987"/>
                </a:lnTo>
                <a:lnTo>
                  <a:pt x="2117" y="2988"/>
                </a:lnTo>
                <a:lnTo>
                  <a:pt x="2116" y="2991"/>
                </a:lnTo>
                <a:lnTo>
                  <a:pt x="2114" y="2993"/>
                </a:lnTo>
                <a:lnTo>
                  <a:pt x="2113" y="2993"/>
                </a:lnTo>
                <a:lnTo>
                  <a:pt x="2113" y="2994"/>
                </a:lnTo>
                <a:lnTo>
                  <a:pt x="2113" y="2995"/>
                </a:lnTo>
                <a:lnTo>
                  <a:pt x="2114" y="2995"/>
                </a:lnTo>
                <a:lnTo>
                  <a:pt x="2115" y="2995"/>
                </a:lnTo>
                <a:lnTo>
                  <a:pt x="2115" y="2996"/>
                </a:lnTo>
                <a:lnTo>
                  <a:pt x="2114" y="2997"/>
                </a:lnTo>
                <a:lnTo>
                  <a:pt x="2113" y="2998"/>
                </a:lnTo>
                <a:lnTo>
                  <a:pt x="2112" y="2998"/>
                </a:lnTo>
                <a:lnTo>
                  <a:pt x="2111" y="2997"/>
                </a:lnTo>
                <a:lnTo>
                  <a:pt x="2109" y="2994"/>
                </a:lnTo>
                <a:lnTo>
                  <a:pt x="2108" y="2993"/>
                </a:lnTo>
                <a:lnTo>
                  <a:pt x="2109" y="2992"/>
                </a:lnTo>
                <a:lnTo>
                  <a:pt x="2110" y="2988"/>
                </a:lnTo>
                <a:lnTo>
                  <a:pt x="2109" y="2986"/>
                </a:lnTo>
                <a:lnTo>
                  <a:pt x="2108" y="2986"/>
                </a:lnTo>
                <a:lnTo>
                  <a:pt x="2107" y="2987"/>
                </a:lnTo>
                <a:lnTo>
                  <a:pt x="2107" y="2988"/>
                </a:lnTo>
                <a:lnTo>
                  <a:pt x="2106" y="2988"/>
                </a:lnTo>
                <a:lnTo>
                  <a:pt x="2106" y="2989"/>
                </a:lnTo>
                <a:lnTo>
                  <a:pt x="2105" y="2989"/>
                </a:lnTo>
                <a:lnTo>
                  <a:pt x="2104" y="2988"/>
                </a:lnTo>
                <a:lnTo>
                  <a:pt x="2103" y="2983"/>
                </a:lnTo>
                <a:lnTo>
                  <a:pt x="2103" y="2980"/>
                </a:lnTo>
                <a:lnTo>
                  <a:pt x="2103" y="2979"/>
                </a:lnTo>
                <a:lnTo>
                  <a:pt x="2104" y="2979"/>
                </a:lnTo>
                <a:lnTo>
                  <a:pt x="2105" y="2978"/>
                </a:lnTo>
                <a:lnTo>
                  <a:pt x="2106" y="2978"/>
                </a:lnTo>
                <a:lnTo>
                  <a:pt x="2108" y="2976"/>
                </a:lnTo>
                <a:lnTo>
                  <a:pt x="2109" y="2974"/>
                </a:lnTo>
                <a:lnTo>
                  <a:pt x="2109" y="2971"/>
                </a:lnTo>
                <a:lnTo>
                  <a:pt x="2110" y="2968"/>
                </a:lnTo>
                <a:lnTo>
                  <a:pt x="2113" y="2965"/>
                </a:lnTo>
                <a:lnTo>
                  <a:pt x="2115" y="2963"/>
                </a:lnTo>
                <a:lnTo>
                  <a:pt x="2116" y="2963"/>
                </a:lnTo>
                <a:lnTo>
                  <a:pt x="2116" y="2961"/>
                </a:lnTo>
                <a:lnTo>
                  <a:pt x="2117" y="2954"/>
                </a:lnTo>
                <a:lnTo>
                  <a:pt x="2117" y="2953"/>
                </a:lnTo>
                <a:lnTo>
                  <a:pt x="2116" y="2953"/>
                </a:lnTo>
                <a:lnTo>
                  <a:pt x="2114" y="2950"/>
                </a:lnTo>
                <a:lnTo>
                  <a:pt x="2112" y="2951"/>
                </a:lnTo>
                <a:lnTo>
                  <a:pt x="2111" y="2951"/>
                </a:lnTo>
                <a:lnTo>
                  <a:pt x="2111" y="2953"/>
                </a:lnTo>
                <a:lnTo>
                  <a:pt x="2111" y="2954"/>
                </a:lnTo>
                <a:lnTo>
                  <a:pt x="2110" y="2955"/>
                </a:lnTo>
                <a:lnTo>
                  <a:pt x="2109" y="2956"/>
                </a:lnTo>
                <a:lnTo>
                  <a:pt x="2106" y="2956"/>
                </a:lnTo>
                <a:lnTo>
                  <a:pt x="2101" y="2957"/>
                </a:lnTo>
                <a:lnTo>
                  <a:pt x="2098" y="2956"/>
                </a:lnTo>
                <a:lnTo>
                  <a:pt x="2095" y="2958"/>
                </a:lnTo>
                <a:lnTo>
                  <a:pt x="2093" y="2959"/>
                </a:lnTo>
                <a:lnTo>
                  <a:pt x="2092" y="2961"/>
                </a:lnTo>
                <a:lnTo>
                  <a:pt x="2091" y="2962"/>
                </a:lnTo>
                <a:lnTo>
                  <a:pt x="2087" y="2965"/>
                </a:lnTo>
                <a:lnTo>
                  <a:pt x="2081" y="2967"/>
                </a:lnTo>
                <a:lnTo>
                  <a:pt x="2080" y="2968"/>
                </a:lnTo>
                <a:lnTo>
                  <a:pt x="2079" y="2968"/>
                </a:lnTo>
                <a:lnTo>
                  <a:pt x="2079" y="2967"/>
                </a:lnTo>
                <a:lnTo>
                  <a:pt x="2078" y="2967"/>
                </a:lnTo>
                <a:lnTo>
                  <a:pt x="2076" y="2968"/>
                </a:lnTo>
                <a:lnTo>
                  <a:pt x="2073" y="2972"/>
                </a:lnTo>
                <a:lnTo>
                  <a:pt x="2073" y="2973"/>
                </a:lnTo>
                <a:lnTo>
                  <a:pt x="2073" y="2974"/>
                </a:lnTo>
                <a:lnTo>
                  <a:pt x="2070" y="2979"/>
                </a:lnTo>
                <a:lnTo>
                  <a:pt x="2068" y="2983"/>
                </a:lnTo>
                <a:lnTo>
                  <a:pt x="2067" y="2984"/>
                </a:lnTo>
                <a:lnTo>
                  <a:pt x="2065" y="2987"/>
                </a:lnTo>
                <a:lnTo>
                  <a:pt x="2063" y="2989"/>
                </a:lnTo>
                <a:lnTo>
                  <a:pt x="2063" y="2990"/>
                </a:lnTo>
                <a:lnTo>
                  <a:pt x="2062" y="2991"/>
                </a:lnTo>
                <a:lnTo>
                  <a:pt x="2062" y="2992"/>
                </a:lnTo>
                <a:lnTo>
                  <a:pt x="2062" y="2993"/>
                </a:lnTo>
                <a:lnTo>
                  <a:pt x="2062" y="2994"/>
                </a:lnTo>
                <a:lnTo>
                  <a:pt x="2061" y="2994"/>
                </a:lnTo>
                <a:lnTo>
                  <a:pt x="2059" y="2996"/>
                </a:lnTo>
                <a:lnTo>
                  <a:pt x="2056" y="3001"/>
                </a:lnTo>
                <a:lnTo>
                  <a:pt x="2055" y="3002"/>
                </a:lnTo>
                <a:lnTo>
                  <a:pt x="2054" y="3013"/>
                </a:lnTo>
                <a:lnTo>
                  <a:pt x="2051" y="3018"/>
                </a:lnTo>
                <a:lnTo>
                  <a:pt x="2050" y="3019"/>
                </a:lnTo>
                <a:lnTo>
                  <a:pt x="2048" y="3020"/>
                </a:lnTo>
                <a:lnTo>
                  <a:pt x="2039" y="3021"/>
                </a:lnTo>
                <a:lnTo>
                  <a:pt x="2038" y="3020"/>
                </a:lnTo>
                <a:lnTo>
                  <a:pt x="2034" y="3018"/>
                </a:lnTo>
                <a:lnTo>
                  <a:pt x="2031" y="3015"/>
                </a:lnTo>
                <a:lnTo>
                  <a:pt x="2029" y="3012"/>
                </a:lnTo>
                <a:lnTo>
                  <a:pt x="2029" y="3010"/>
                </a:lnTo>
                <a:lnTo>
                  <a:pt x="2029" y="3008"/>
                </a:lnTo>
                <a:lnTo>
                  <a:pt x="2027" y="3004"/>
                </a:lnTo>
                <a:lnTo>
                  <a:pt x="2027" y="3003"/>
                </a:lnTo>
                <a:lnTo>
                  <a:pt x="2024" y="3000"/>
                </a:lnTo>
                <a:lnTo>
                  <a:pt x="2024" y="2999"/>
                </a:lnTo>
                <a:lnTo>
                  <a:pt x="2023" y="2999"/>
                </a:lnTo>
                <a:lnTo>
                  <a:pt x="2021" y="2998"/>
                </a:lnTo>
                <a:lnTo>
                  <a:pt x="2020" y="2998"/>
                </a:lnTo>
                <a:lnTo>
                  <a:pt x="2019" y="2998"/>
                </a:lnTo>
                <a:lnTo>
                  <a:pt x="2019" y="2999"/>
                </a:lnTo>
                <a:lnTo>
                  <a:pt x="2019" y="3000"/>
                </a:lnTo>
                <a:lnTo>
                  <a:pt x="2020" y="3000"/>
                </a:lnTo>
                <a:lnTo>
                  <a:pt x="2019" y="3001"/>
                </a:lnTo>
                <a:lnTo>
                  <a:pt x="2019" y="3002"/>
                </a:lnTo>
                <a:lnTo>
                  <a:pt x="2018" y="3003"/>
                </a:lnTo>
                <a:lnTo>
                  <a:pt x="2017" y="3003"/>
                </a:lnTo>
                <a:lnTo>
                  <a:pt x="2016" y="3002"/>
                </a:lnTo>
                <a:lnTo>
                  <a:pt x="2015" y="3002"/>
                </a:lnTo>
                <a:lnTo>
                  <a:pt x="2014" y="3002"/>
                </a:lnTo>
                <a:lnTo>
                  <a:pt x="2013" y="3000"/>
                </a:lnTo>
                <a:lnTo>
                  <a:pt x="2012" y="2999"/>
                </a:lnTo>
                <a:lnTo>
                  <a:pt x="2010" y="2998"/>
                </a:lnTo>
                <a:lnTo>
                  <a:pt x="2009" y="2998"/>
                </a:lnTo>
                <a:lnTo>
                  <a:pt x="2008" y="2999"/>
                </a:lnTo>
                <a:lnTo>
                  <a:pt x="2007" y="2999"/>
                </a:lnTo>
                <a:lnTo>
                  <a:pt x="2005" y="3003"/>
                </a:lnTo>
                <a:lnTo>
                  <a:pt x="2005" y="3005"/>
                </a:lnTo>
                <a:lnTo>
                  <a:pt x="2005" y="3006"/>
                </a:lnTo>
                <a:lnTo>
                  <a:pt x="2006" y="3006"/>
                </a:lnTo>
                <a:lnTo>
                  <a:pt x="2007" y="3006"/>
                </a:lnTo>
                <a:lnTo>
                  <a:pt x="2007" y="3007"/>
                </a:lnTo>
                <a:lnTo>
                  <a:pt x="2007" y="3008"/>
                </a:lnTo>
                <a:lnTo>
                  <a:pt x="2004" y="3012"/>
                </a:lnTo>
                <a:lnTo>
                  <a:pt x="2002" y="3013"/>
                </a:lnTo>
                <a:lnTo>
                  <a:pt x="2001" y="3014"/>
                </a:lnTo>
                <a:lnTo>
                  <a:pt x="2000" y="3013"/>
                </a:lnTo>
                <a:lnTo>
                  <a:pt x="2000" y="3012"/>
                </a:lnTo>
                <a:lnTo>
                  <a:pt x="1999" y="3012"/>
                </a:lnTo>
                <a:lnTo>
                  <a:pt x="1998" y="3010"/>
                </a:lnTo>
                <a:lnTo>
                  <a:pt x="1996" y="3009"/>
                </a:lnTo>
                <a:lnTo>
                  <a:pt x="1993" y="3007"/>
                </a:lnTo>
                <a:lnTo>
                  <a:pt x="1992" y="3007"/>
                </a:lnTo>
                <a:lnTo>
                  <a:pt x="1991" y="3005"/>
                </a:lnTo>
                <a:lnTo>
                  <a:pt x="1990" y="3004"/>
                </a:lnTo>
                <a:lnTo>
                  <a:pt x="1988" y="3003"/>
                </a:lnTo>
                <a:lnTo>
                  <a:pt x="1986" y="3001"/>
                </a:lnTo>
                <a:lnTo>
                  <a:pt x="1986" y="3000"/>
                </a:lnTo>
                <a:lnTo>
                  <a:pt x="1985" y="2999"/>
                </a:lnTo>
                <a:lnTo>
                  <a:pt x="1983" y="2997"/>
                </a:lnTo>
                <a:lnTo>
                  <a:pt x="1982" y="2996"/>
                </a:lnTo>
                <a:lnTo>
                  <a:pt x="1981" y="2996"/>
                </a:lnTo>
                <a:lnTo>
                  <a:pt x="1982" y="2995"/>
                </a:lnTo>
                <a:lnTo>
                  <a:pt x="1982" y="2992"/>
                </a:lnTo>
                <a:lnTo>
                  <a:pt x="1982" y="2991"/>
                </a:lnTo>
                <a:lnTo>
                  <a:pt x="1979" y="2991"/>
                </a:lnTo>
                <a:lnTo>
                  <a:pt x="1976" y="2991"/>
                </a:lnTo>
                <a:lnTo>
                  <a:pt x="1976" y="2990"/>
                </a:lnTo>
                <a:lnTo>
                  <a:pt x="1975" y="2989"/>
                </a:lnTo>
                <a:lnTo>
                  <a:pt x="1973" y="2987"/>
                </a:lnTo>
                <a:lnTo>
                  <a:pt x="1969" y="2989"/>
                </a:lnTo>
                <a:lnTo>
                  <a:pt x="1961" y="2986"/>
                </a:lnTo>
                <a:lnTo>
                  <a:pt x="1959" y="2986"/>
                </a:lnTo>
                <a:lnTo>
                  <a:pt x="1958" y="2987"/>
                </a:lnTo>
                <a:lnTo>
                  <a:pt x="1958" y="2992"/>
                </a:lnTo>
                <a:lnTo>
                  <a:pt x="1958" y="2993"/>
                </a:lnTo>
                <a:lnTo>
                  <a:pt x="1958" y="2994"/>
                </a:lnTo>
                <a:lnTo>
                  <a:pt x="1958" y="2995"/>
                </a:lnTo>
                <a:lnTo>
                  <a:pt x="1960" y="2999"/>
                </a:lnTo>
                <a:lnTo>
                  <a:pt x="1961" y="2999"/>
                </a:lnTo>
                <a:lnTo>
                  <a:pt x="1961" y="3000"/>
                </a:lnTo>
                <a:lnTo>
                  <a:pt x="1962" y="3000"/>
                </a:lnTo>
                <a:lnTo>
                  <a:pt x="1962" y="2999"/>
                </a:lnTo>
                <a:lnTo>
                  <a:pt x="1963" y="2999"/>
                </a:lnTo>
                <a:lnTo>
                  <a:pt x="1964" y="2999"/>
                </a:lnTo>
                <a:lnTo>
                  <a:pt x="1964" y="3000"/>
                </a:lnTo>
                <a:lnTo>
                  <a:pt x="1965" y="3000"/>
                </a:lnTo>
                <a:lnTo>
                  <a:pt x="1965" y="3001"/>
                </a:lnTo>
                <a:lnTo>
                  <a:pt x="1965" y="3002"/>
                </a:lnTo>
                <a:lnTo>
                  <a:pt x="1965" y="3003"/>
                </a:lnTo>
                <a:lnTo>
                  <a:pt x="1966" y="3003"/>
                </a:lnTo>
                <a:lnTo>
                  <a:pt x="1967" y="3005"/>
                </a:lnTo>
                <a:lnTo>
                  <a:pt x="1968" y="3006"/>
                </a:lnTo>
                <a:lnTo>
                  <a:pt x="1969" y="3010"/>
                </a:lnTo>
                <a:lnTo>
                  <a:pt x="1970" y="3011"/>
                </a:lnTo>
                <a:lnTo>
                  <a:pt x="1970" y="3012"/>
                </a:lnTo>
                <a:lnTo>
                  <a:pt x="1972" y="3013"/>
                </a:lnTo>
                <a:lnTo>
                  <a:pt x="1973" y="3016"/>
                </a:lnTo>
                <a:lnTo>
                  <a:pt x="1973" y="3017"/>
                </a:lnTo>
                <a:lnTo>
                  <a:pt x="1973" y="3018"/>
                </a:lnTo>
                <a:lnTo>
                  <a:pt x="1973" y="3019"/>
                </a:lnTo>
                <a:lnTo>
                  <a:pt x="1973" y="3020"/>
                </a:lnTo>
                <a:lnTo>
                  <a:pt x="1974" y="3020"/>
                </a:lnTo>
                <a:lnTo>
                  <a:pt x="1974" y="3021"/>
                </a:lnTo>
                <a:lnTo>
                  <a:pt x="1970" y="3021"/>
                </a:lnTo>
                <a:lnTo>
                  <a:pt x="1962" y="3026"/>
                </a:lnTo>
                <a:lnTo>
                  <a:pt x="1958" y="3029"/>
                </a:lnTo>
                <a:lnTo>
                  <a:pt x="1957" y="3029"/>
                </a:lnTo>
                <a:lnTo>
                  <a:pt x="1956" y="3030"/>
                </a:lnTo>
                <a:lnTo>
                  <a:pt x="1955" y="3031"/>
                </a:lnTo>
                <a:lnTo>
                  <a:pt x="1954" y="3032"/>
                </a:lnTo>
                <a:lnTo>
                  <a:pt x="1954" y="3033"/>
                </a:lnTo>
                <a:lnTo>
                  <a:pt x="1953" y="3033"/>
                </a:lnTo>
                <a:lnTo>
                  <a:pt x="1951" y="3034"/>
                </a:lnTo>
                <a:lnTo>
                  <a:pt x="1949" y="3035"/>
                </a:lnTo>
                <a:lnTo>
                  <a:pt x="1947" y="3036"/>
                </a:lnTo>
                <a:lnTo>
                  <a:pt x="1946" y="3036"/>
                </a:lnTo>
                <a:lnTo>
                  <a:pt x="1943" y="3037"/>
                </a:lnTo>
                <a:lnTo>
                  <a:pt x="1940" y="3038"/>
                </a:lnTo>
                <a:lnTo>
                  <a:pt x="1940" y="3037"/>
                </a:lnTo>
                <a:lnTo>
                  <a:pt x="1938" y="3037"/>
                </a:lnTo>
                <a:lnTo>
                  <a:pt x="1935" y="3038"/>
                </a:lnTo>
                <a:lnTo>
                  <a:pt x="1935" y="3037"/>
                </a:lnTo>
                <a:lnTo>
                  <a:pt x="1933" y="3035"/>
                </a:lnTo>
                <a:lnTo>
                  <a:pt x="1932" y="3034"/>
                </a:lnTo>
                <a:lnTo>
                  <a:pt x="1931" y="3032"/>
                </a:lnTo>
                <a:lnTo>
                  <a:pt x="1930" y="3031"/>
                </a:lnTo>
                <a:lnTo>
                  <a:pt x="1929" y="3029"/>
                </a:lnTo>
                <a:lnTo>
                  <a:pt x="1925" y="3026"/>
                </a:lnTo>
                <a:lnTo>
                  <a:pt x="1924" y="3026"/>
                </a:lnTo>
                <a:lnTo>
                  <a:pt x="1922" y="3027"/>
                </a:lnTo>
                <a:lnTo>
                  <a:pt x="1920" y="3030"/>
                </a:lnTo>
                <a:lnTo>
                  <a:pt x="1920" y="3032"/>
                </a:lnTo>
                <a:lnTo>
                  <a:pt x="1921" y="3032"/>
                </a:lnTo>
                <a:lnTo>
                  <a:pt x="1922" y="3033"/>
                </a:lnTo>
                <a:lnTo>
                  <a:pt x="1922" y="3034"/>
                </a:lnTo>
                <a:lnTo>
                  <a:pt x="1925" y="3035"/>
                </a:lnTo>
                <a:lnTo>
                  <a:pt x="1928" y="3037"/>
                </a:lnTo>
                <a:lnTo>
                  <a:pt x="1934" y="3041"/>
                </a:lnTo>
                <a:lnTo>
                  <a:pt x="1935" y="3042"/>
                </a:lnTo>
                <a:lnTo>
                  <a:pt x="1935" y="3043"/>
                </a:lnTo>
                <a:lnTo>
                  <a:pt x="1934" y="3043"/>
                </a:lnTo>
                <a:lnTo>
                  <a:pt x="1934" y="3044"/>
                </a:lnTo>
                <a:lnTo>
                  <a:pt x="1933" y="3045"/>
                </a:lnTo>
                <a:lnTo>
                  <a:pt x="1932" y="3045"/>
                </a:lnTo>
                <a:lnTo>
                  <a:pt x="1931" y="3046"/>
                </a:lnTo>
                <a:lnTo>
                  <a:pt x="1931" y="3047"/>
                </a:lnTo>
                <a:lnTo>
                  <a:pt x="1926" y="3052"/>
                </a:lnTo>
                <a:lnTo>
                  <a:pt x="1926" y="3053"/>
                </a:lnTo>
                <a:lnTo>
                  <a:pt x="1927" y="3054"/>
                </a:lnTo>
                <a:lnTo>
                  <a:pt x="1926" y="3054"/>
                </a:lnTo>
                <a:lnTo>
                  <a:pt x="1927" y="3056"/>
                </a:lnTo>
                <a:lnTo>
                  <a:pt x="1927" y="3058"/>
                </a:lnTo>
                <a:lnTo>
                  <a:pt x="1927" y="3059"/>
                </a:lnTo>
                <a:lnTo>
                  <a:pt x="1927" y="3060"/>
                </a:lnTo>
                <a:lnTo>
                  <a:pt x="1926" y="3061"/>
                </a:lnTo>
                <a:lnTo>
                  <a:pt x="1926" y="3062"/>
                </a:lnTo>
                <a:lnTo>
                  <a:pt x="1925" y="3062"/>
                </a:lnTo>
                <a:lnTo>
                  <a:pt x="1924" y="3063"/>
                </a:lnTo>
                <a:lnTo>
                  <a:pt x="1923" y="3063"/>
                </a:lnTo>
                <a:lnTo>
                  <a:pt x="1922" y="3063"/>
                </a:lnTo>
                <a:lnTo>
                  <a:pt x="1920" y="3063"/>
                </a:lnTo>
                <a:lnTo>
                  <a:pt x="1919" y="3063"/>
                </a:lnTo>
                <a:lnTo>
                  <a:pt x="1919" y="3064"/>
                </a:lnTo>
                <a:lnTo>
                  <a:pt x="1918" y="3064"/>
                </a:lnTo>
                <a:lnTo>
                  <a:pt x="1917" y="3065"/>
                </a:lnTo>
                <a:lnTo>
                  <a:pt x="1916" y="3065"/>
                </a:lnTo>
                <a:lnTo>
                  <a:pt x="1915" y="3067"/>
                </a:lnTo>
                <a:lnTo>
                  <a:pt x="1907" y="3069"/>
                </a:lnTo>
                <a:lnTo>
                  <a:pt x="1907" y="3070"/>
                </a:lnTo>
                <a:lnTo>
                  <a:pt x="1906" y="3070"/>
                </a:lnTo>
                <a:lnTo>
                  <a:pt x="1904" y="3072"/>
                </a:lnTo>
                <a:lnTo>
                  <a:pt x="1903" y="3074"/>
                </a:lnTo>
                <a:lnTo>
                  <a:pt x="1900" y="3079"/>
                </a:lnTo>
                <a:lnTo>
                  <a:pt x="1896" y="3080"/>
                </a:lnTo>
                <a:lnTo>
                  <a:pt x="1895" y="3083"/>
                </a:lnTo>
                <a:lnTo>
                  <a:pt x="1894" y="3091"/>
                </a:lnTo>
                <a:lnTo>
                  <a:pt x="1894" y="3095"/>
                </a:lnTo>
                <a:lnTo>
                  <a:pt x="1894" y="3097"/>
                </a:lnTo>
                <a:lnTo>
                  <a:pt x="1893" y="3100"/>
                </a:lnTo>
                <a:lnTo>
                  <a:pt x="1891" y="3103"/>
                </a:lnTo>
                <a:lnTo>
                  <a:pt x="1889" y="3108"/>
                </a:lnTo>
                <a:lnTo>
                  <a:pt x="1886" y="3114"/>
                </a:lnTo>
                <a:lnTo>
                  <a:pt x="1884" y="3115"/>
                </a:lnTo>
                <a:lnTo>
                  <a:pt x="1881" y="3118"/>
                </a:lnTo>
                <a:lnTo>
                  <a:pt x="1876" y="3125"/>
                </a:lnTo>
                <a:lnTo>
                  <a:pt x="1875" y="3125"/>
                </a:lnTo>
                <a:lnTo>
                  <a:pt x="1874" y="3125"/>
                </a:lnTo>
                <a:lnTo>
                  <a:pt x="1872" y="3123"/>
                </a:lnTo>
                <a:lnTo>
                  <a:pt x="1869" y="3120"/>
                </a:lnTo>
                <a:lnTo>
                  <a:pt x="1868" y="3120"/>
                </a:lnTo>
                <a:lnTo>
                  <a:pt x="1863" y="3125"/>
                </a:lnTo>
                <a:lnTo>
                  <a:pt x="1859" y="3130"/>
                </a:lnTo>
                <a:lnTo>
                  <a:pt x="1859" y="3131"/>
                </a:lnTo>
                <a:lnTo>
                  <a:pt x="1854" y="3138"/>
                </a:lnTo>
                <a:lnTo>
                  <a:pt x="1852" y="3141"/>
                </a:lnTo>
                <a:lnTo>
                  <a:pt x="1849" y="3145"/>
                </a:lnTo>
                <a:lnTo>
                  <a:pt x="1847" y="3146"/>
                </a:lnTo>
                <a:lnTo>
                  <a:pt x="1846" y="3147"/>
                </a:lnTo>
                <a:lnTo>
                  <a:pt x="1845" y="3147"/>
                </a:lnTo>
                <a:lnTo>
                  <a:pt x="1844" y="3148"/>
                </a:lnTo>
                <a:lnTo>
                  <a:pt x="1843" y="3148"/>
                </a:lnTo>
                <a:lnTo>
                  <a:pt x="1843" y="3149"/>
                </a:lnTo>
                <a:lnTo>
                  <a:pt x="1842" y="3149"/>
                </a:lnTo>
                <a:lnTo>
                  <a:pt x="1842" y="3150"/>
                </a:lnTo>
                <a:lnTo>
                  <a:pt x="1842" y="3151"/>
                </a:lnTo>
                <a:lnTo>
                  <a:pt x="1840" y="3155"/>
                </a:lnTo>
                <a:lnTo>
                  <a:pt x="1841" y="3155"/>
                </a:lnTo>
                <a:lnTo>
                  <a:pt x="1841" y="3156"/>
                </a:lnTo>
                <a:lnTo>
                  <a:pt x="1842" y="3158"/>
                </a:lnTo>
                <a:lnTo>
                  <a:pt x="1844" y="3162"/>
                </a:lnTo>
                <a:lnTo>
                  <a:pt x="1844" y="3165"/>
                </a:lnTo>
                <a:lnTo>
                  <a:pt x="1843" y="3165"/>
                </a:lnTo>
                <a:lnTo>
                  <a:pt x="1841" y="3166"/>
                </a:lnTo>
                <a:lnTo>
                  <a:pt x="1840" y="3167"/>
                </a:lnTo>
                <a:lnTo>
                  <a:pt x="1838" y="3166"/>
                </a:lnTo>
                <a:lnTo>
                  <a:pt x="1836" y="3165"/>
                </a:lnTo>
                <a:lnTo>
                  <a:pt x="1835" y="3165"/>
                </a:lnTo>
                <a:lnTo>
                  <a:pt x="1834" y="3165"/>
                </a:lnTo>
                <a:lnTo>
                  <a:pt x="1832" y="3166"/>
                </a:lnTo>
                <a:lnTo>
                  <a:pt x="1830" y="3168"/>
                </a:lnTo>
                <a:lnTo>
                  <a:pt x="1829" y="3169"/>
                </a:lnTo>
                <a:lnTo>
                  <a:pt x="1828" y="3171"/>
                </a:lnTo>
                <a:lnTo>
                  <a:pt x="1824" y="3178"/>
                </a:lnTo>
                <a:lnTo>
                  <a:pt x="1820" y="3185"/>
                </a:lnTo>
                <a:lnTo>
                  <a:pt x="1814" y="3189"/>
                </a:lnTo>
                <a:lnTo>
                  <a:pt x="1814" y="3190"/>
                </a:lnTo>
                <a:lnTo>
                  <a:pt x="1811" y="3195"/>
                </a:lnTo>
                <a:lnTo>
                  <a:pt x="1811" y="3196"/>
                </a:lnTo>
                <a:lnTo>
                  <a:pt x="1810" y="3197"/>
                </a:lnTo>
                <a:lnTo>
                  <a:pt x="1810" y="3198"/>
                </a:lnTo>
                <a:lnTo>
                  <a:pt x="1806" y="3200"/>
                </a:lnTo>
                <a:lnTo>
                  <a:pt x="1800" y="3206"/>
                </a:lnTo>
                <a:lnTo>
                  <a:pt x="1799" y="3206"/>
                </a:lnTo>
                <a:lnTo>
                  <a:pt x="1800" y="3207"/>
                </a:lnTo>
                <a:lnTo>
                  <a:pt x="1801" y="3208"/>
                </a:lnTo>
                <a:lnTo>
                  <a:pt x="1801" y="3209"/>
                </a:lnTo>
                <a:lnTo>
                  <a:pt x="1802" y="3212"/>
                </a:lnTo>
                <a:lnTo>
                  <a:pt x="1802" y="3213"/>
                </a:lnTo>
                <a:lnTo>
                  <a:pt x="1797" y="3218"/>
                </a:lnTo>
                <a:lnTo>
                  <a:pt x="1797" y="3219"/>
                </a:lnTo>
                <a:lnTo>
                  <a:pt x="1796" y="3220"/>
                </a:lnTo>
                <a:lnTo>
                  <a:pt x="1794" y="3221"/>
                </a:lnTo>
                <a:lnTo>
                  <a:pt x="1790" y="3232"/>
                </a:lnTo>
                <a:lnTo>
                  <a:pt x="1790" y="3233"/>
                </a:lnTo>
                <a:lnTo>
                  <a:pt x="1790" y="3234"/>
                </a:lnTo>
                <a:lnTo>
                  <a:pt x="1789" y="3234"/>
                </a:lnTo>
                <a:lnTo>
                  <a:pt x="1789" y="3235"/>
                </a:lnTo>
                <a:lnTo>
                  <a:pt x="1788" y="3236"/>
                </a:lnTo>
                <a:lnTo>
                  <a:pt x="1788" y="3238"/>
                </a:lnTo>
                <a:lnTo>
                  <a:pt x="1788" y="3239"/>
                </a:lnTo>
                <a:lnTo>
                  <a:pt x="1788" y="3241"/>
                </a:lnTo>
                <a:lnTo>
                  <a:pt x="1788" y="3242"/>
                </a:lnTo>
                <a:lnTo>
                  <a:pt x="1789" y="3242"/>
                </a:lnTo>
                <a:lnTo>
                  <a:pt x="1789" y="3244"/>
                </a:lnTo>
                <a:lnTo>
                  <a:pt x="1787" y="3247"/>
                </a:lnTo>
                <a:lnTo>
                  <a:pt x="1787" y="3248"/>
                </a:lnTo>
                <a:lnTo>
                  <a:pt x="1786" y="3249"/>
                </a:lnTo>
                <a:lnTo>
                  <a:pt x="1786" y="3250"/>
                </a:lnTo>
                <a:lnTo>
                  <a:pt x="1785" y="3251"/>
                </a:lnTo>
                <a:lnTo>
                  <a:pt x="1785" y="3252"/>
                </a:lnTo>
                <a:lnTo>
                  <a:pt x="1785" y="3259"/>
                </a:lnTo>
                <a:lnTo>
                  <a:pt x="1786" y="3261"/>
                </a:lnTo>
                <a:lnTo>
                  <a:pt x="1786" y="3262"/>
                </a:lnTo>
                <a:lnTo>
                  <a:pt x="1787" y="3262"/>
                </a:lnTo>
                <a:lnTo>
                  <a:pt x="1790" y="3265"/>
                </a:lnTo>
                <a:lnTo>
                  <a:pt x="1795" y="3268"/>
                </a:lnTo>
                <a:lnTo>
                  <a:pt x="1797" y="3270"/>
                </a:lnTo>
                <a:lnTo>
                  <a:pt x="1802" y="3273"/>
                </a:lnTo>
                <a:lnTo>
                  <a:pt x="1804" y="3275"/>
                </a:lnTo>
                <a:lnTo>
                  <a:pt x="1805" y="3276"/>
                </a:lnTo>
                <a:lnTo>
                  <a:pt x="1804" y="3277"/>
                </a:lnTo>
                <a:lnTo>
                  <a:pt x="1803" y="3280"/>
                </a:lnTo>
                <a:lnTo>
                  <a:pt x="1803" y="3281"/>
                </a:lnTo>
                <a:lnTo>
                  <a:pt x="1803" y="3282"/>
                </a:lnTo>
                <a:lnTo>
                  <a:pt x="1802" y="3284"/>
                </a:lnTo>
                <a:lnTo>
                  <a:pt x="1803" y="3286"/>
                </a:lnTo>
                <a:lnTo>
                  <a:pt x="1804" y="3287"/>
                </a:lnTo>
                <a:lnTo>
                  <a:pt x="1806" y="3290"/>
                </a:lnTo>
                <a:lnTo>
                  <a:pt x="1805" y="3291"/>
                </a:lnTo>
                <a:lnTo>
                  <a:pt x="1802" y="3294"/>
                </a:lnTo>
                <a:lnTo>
                  <a:pt x="1799" y="3298"/>
                </a:lnTo>
                <a:lnTo>
                  <a:pt x="1798" y="3300"/>
                </a:lnTo>
                <a:lnTo>
                  <a:pt x="1795" y="3303"/>
                </a:lnTo>
                <a:lnTo>
                  <a:pt x="1793" y="3304"/>
                </a:lnTo>
                <a:lnTo>
                  <a:pt x="1792" y="3305"/>
                </a:lnTo>
                <a:lnTo>
                  <a:pt x="1792" y="3306"/>
                </a:lnTo>
                <a:lnTo>
                  <a:pt x="1793" y="3307"/>
                </a:lnTo>
                <a:lnTo>
                  <a:pt x="1792" y="3308"/>
                </a:lnTo>
                <a:lnTo>
                  <a:pt x="1791" y="3310"/>
                </a:lnTo>
                <a:lnTo>
                  <a:pt x="1791" y="3311"/>
                </a:lnTo>
                <a:lnTo>
                  <a:pt x="1787" y="3312"/>
                </a:lnTo>
                <a:lnTo>
                  <a:pt x="1787" y="3313"/>
                </a:lnTo>
                <a:lnTo>
                  <a:pt x="1786" y="3313"/>
                </a:lnTo>
                <a:lnTo>
                  <a:pt x="1785" y="3312"/>
                </a:lnTo>
                <a:lnTo>
                  <a:pt x="1784" y="3311"/>
                </a:lnTo>
                <a:lnTo>
                  <a:pt x="1783" y="3308"/>
                </a:lnTo>
                <a:lnTo>
                  <a:pt x="1779" y="3303"/>
                </a:lnTo>
                <a:lnTo>
                  <a:pt x="1779" y="3302"/>
                </a:lnTo>
                <a:lnTo>
                  <a:pt x="1778" y="3301"/>
                </a:lnTo>
                <a:lnTo>
                  <a:pt x="1778" y="3299"/>
                </a:lnTo>
                <a:lnTo>
                  <a:pt x="1778" y="3297"/>
                </a:lnTo>
                <a:lnTo>
                  <a:pt x="1775" y="3290"/>
                </a:lnTo>
                <a:lnTo>
                  <a:pt x="1770" y="3287"/>
                </a:lnTo>
                <a:lnTo>
                  <a:pt x="1768" y="3286"/>
                </a:lnTo>
                <a:lnTo>
                  <a:pt x="1762" y="3286"/>
                </a:lnTo>
                <a:lnTo>
                  <a:pt x="1762" y="3287"/>
                </a:lnTo>
                <a:lnTo>
                  <a:pt x="1765" y="3291"/>
                </a:lnTo>
                <a:lnTo>
                  <a:pt x="1766" y="3293"/>
                </a:lnTo>
                <a:lnTo>
                  <a:pt x="1767" y="3294"/>
                </a:lnTo>
                <a:lnTo>
                  <a:pt x="1768" y="3300"/>
                </a:lnTo>
                <a:lnTo>
                  <a:pt x="1767" y="3301"/>
                </a:lnTo>
                <a:lnTo>
                  <a:pt x="1764" y="3309"/>
                </a:lnTo>
                <a:lnTo>
                  <a:pt x="1763" y="3312"/>
                </a:lnTo>
                <a:lnTo>
                  <a:pt x="1763" y="3314"/>
                </a:lnTo>
                <a:lnTo>
                  <a:pt x="1763" y="3321"/>
                </a:lnTo>
                <a:lnTo>
                  <a:pt x="1763" y="3325"/>
                </a:lnTo>
                <a:lnTo>
                  <a:pt x="1764" y="3332"/>
                </a:lnTo>
                <a:lnTo>
                  <a:pt x="1765" y="3337"/>
                </a:lnTo>
                <a:lnTo>
                  <a:pt x="1765" y="3339"/>
                </a:lnTo>
                <a:lnTo>
                  <a:pt x="1765" y="3342"/>
                </a:lnTo>
                <a:lnTo>
                  <a:pt x="1765" y="3343"/>
                </a:lnTo>
                <a:lnTo>
                  <a:pt x="1764" y="3343"/>
                </a:lnTo>
                <a:lnTo>
                  <a:pt x="1763" y="3346"/>
                </a:lnTo>
                <a:lnTo>
                  <a:pt x="1763" y="3347"/>
                </a:lnTo>
                <a:lnTo>
                  <a:pt x="1762" y="3348"/>
                </a:lnTo>
                <a:lnTo>
                  <a:pt x="1763" y="3352"/>
                </a:lnTo>
                <a:lnTo>
                  <a:pt x="1763" y="3353"/>
                </a:lnTo>
                <a:lnTo>
                  <a:pt x="1764" y="3354"/>
                </a:lnTo>
                <a:lnTo>
                  <a:pt x="1764" y="3356"/>
                </a:lnTo>
                <a:lnTo>
                  <a:pt x="1765" y="3357"/>
                </a:lnTo>
                <a:lnTo>
                  <a:pt x="1765" y="3359"/>
                </a:lnTo>
                <a:lnTo>
                  <a:pt x="1763" y="3362"/>
                </a:lnTo>
                <a:lnTo>
                  <a:pt x="1761" y="3364"/>
                </a:lnTo>
                <a:lnTo>
                  <a:pt x="1760" y="3364"/>
                </a:lnTo>
                <a:lnTo>
                  <a:pt x="1759" y="3363"/>
                </a:lnTo>
                <a:lnTo>
                  <a:pt x="1758" y="3362"/>
                </a:lnTo>
                <a:lnTo>
                  <a:pt x="1755" y="3363"/>
                </a:lnTo>
                <a:lnTo>
                  <a:pt x="1754" y="3363"/>
                </a:lnTo>
                <a:lnTo>
                  <a:pt x="1753" y="3363"/>
                </a:lnTo>
                <a:lnTo>
                  <a:pt x="1751" y="3365"/>
                </a:lnTo>
                <a:lnTo>
                  <a:pt x="1750" y="3366"/>
                </a:lnTo>
                <a:lnTo>
                  <a:pt x="1747" y="3367"/>
                </a:lnTo>
                <a:lnTo>
                  <a:pt x="1744" y="3368"/>
                </a:lnTo>
                <a:lnTo>
                  <a:pt x="1740" y="3370"/>
                </a:lnTo>
                <a:lnTo>
                  <a:pt x="1735" y="3369"/>
                </a:lnTo>
                <a:lnTo>
                  <a:pt x="1734" y="3369"/>
                </a:lnTo>
                <a:lnTo>
                  <a:pt x="1734" y="3368"/>
                </a:lnTo>
                <a:lnTo>
                  <a:pt x="1732" y="3367"/>
                </a:lnTo>
                <a:lnTo>
                  <a:pt x="1730" y="3366"/>
                </a:lnTo>
                <a:lnTo>
                  <a:pt x="1728" y="3365"/>
                </a:lnTo>
                <a:lnTo>
                  <a:pt x="1727" y="3364"/>
                </a:lnTo>
                <a:lnTo>
                  <a:pt x="1725" y="3363"/>
                </a:lnTo>
                <a:lnTo>
                  <a:pt x="1724" y="3363"/>
                </a:lnTo>
                <a:lnTo>
                  <a:pt x="1723" y="3363"/>
                </a:lnTo>
                <a:lnTo>
                  <a:pt x="1716" y="3366"/>
                </a:lnTo>
                <a:lnTo>
                  <a:pt x="1714" y="3367"/>
                </a:lnTo>
                <a:lnTo>
                  <a:pt x="1712" y="3368"/>
                </a:lnTo>
                <a:lnTo>
                  <a:pt x="1710" y="3370"/>
                </a:lnTo>
                <a:lnTo>
                  <a:pt x="1709" y="3370"/>
                </a:lnTo>
                <a:lnTo>
                  <a:pt x="1709" y="3371"/>
                </a:lnTo>
                <a:lnTo>
                  <a:pt x="1708" y="3372"/>
                </a:lnTo>
                <a:lnTo>
                  <a:pt x="1707" y="3372"/>
                </a:lnTo>
                <a:lnTo>
                  <a:pt x="1705" y="3372"/>
                </a:lnTo>
                <a:lnTo>
                  <a:pt x="1704" y="3373"/>
                </a:lnTo>
                <a:lnTo>
                  <a:pt x="1703" y="3373"/>
                </a:lnTo>
                <a:lnTo>
                  <a:pt x="1697" y="3374"/>
                </a:lnTo>
                <a:lnTo>
                  <a:pt x="1693" y="3376"/>
                </a:lnTo>
                <a:lnTo>
                  <a:pt x="1691" y="3376"/>
                </a:lnTo>
                <a:lnTo>
                  <a:pt x="1689" y="3375"/>
                </a:lnTo>
                <a:lnTo>
                  <a:pt x="1687" y="3375"/>
                </a:lnTo>
                <a:lnTo>
                  <a:pt x="1686" y="3374"/>
                </a:lnTo>
                <a:lnTo>
                  <a:pt x="1686" y="3373"/>
                </a:lnTo>
                <a:lnTo>
                  <a:pt x="1685" y="3371"/>
                </a:lnTo>
                <a:lnTo>
                  <a:pt x="1684" y="3370"/>
                </a:lnTo>
                <a:lnTo>
                  <a:pt x="1681" y="3370"/>
                </a:lnTo>
                <a:lnTo>
                  <a:pt x="1677" y="3370"/>
                </a:lnTo>
                <a:lnTo>
                  <a:pt x="1672" y="3371"/>
                </a:lnTo>
                <a:lnTo>
                  <a:pt x="1671" y="3372"/>
                </a:lnTo>
                <a:lnTo>
                  <a:pt x="1671" y="3374"/>
                </a:lnTo>
                <a:lnTo>
                  <a:pt x="1668" y="3377"/>
                </a:lnTo>
                <a:lnTo>
                  <a:pt x="1664" y="3379"/>
                </a:lnTo>
                <a:lnTo>
                  <a:pt x="1662" y="3379"/>
                </a:lnTo>
                <a:lnTo>
                  <a:pt x="1660" y="3379"/>
                </a:lnTo>
                <a:lnTo>
                  <a:pt x="1658" y="3378"/>
                </a:lnTo>
                <a:lnTo>
                  <a:pt x="1658" y="3377"/>
                </a:lnTo>
                <a:lnTo>
                  <a:pt x="1656" y="3376"/>
                </a:lnTo>
                <a:lnTo>
                  <a:pt x="1653" y="3375"/>
                </a:lnTo>
                <a:lnTo>
                  <a:pt x="1651" y="3375"/>
                </a:lnTo>
                <a:lnTo>
                  <a:pt x="1648" y="3373"/>
                </a:lnTo>
                <a:lnTo>
                  <a:pt x="1643" y="3374"/>
                </a:lnTo>
                <a:lnTo>
                  <a:pt x="1642" y="3374"/>
                </a:lnTo>
                <a:lnTo>
                  <a:pt x="1641" y="3372"/>
                </a:lnTo>
                <a:lnTo>
                  <a:pt x="1641" y="3369"/>
                </a:lnTo>
                <a:lnTo>
                  <a:pt x="1642" y="3368"/>
                </a:lnTo>
                <a:lnTo>
                  <a:pt x="1642" y="3367"/>
                </a:lnTo>
                <a:lnTo>
                  <a:pt x="1642" y="3365"/>
                </a:lnTo>
                <a:lnTo>
                  <a:pt x="1642" y="3364"/>
                </a:lnTo>
                <a:lnTo>
                  <a:pt x="1641" y="3359"/>
                </a:lnTo>
                <a:lnTo>
                  <a:pt x="1640" y="3358"/>
                </a:lnTo>
                <a:lnTo>
                  <a:pt x="1639" y="3357"/>
                </a:lnTo>
                <a:lnTo>
                  <a:pt x="1639" y="3356"/>
                </a:lnTo>
                <a:lnTo>
                  <a:pt x="1637" y="3356"/>
                </a:lnTo>
                <a:lnTo>
                  <a:pt x="1637" y="3354"/>
                </a:lnTo>
                <a:lnTo>
                  <a:pt x="1635" y="3350"/>
                </a:lnTo>
                <a:lnTo>
                  <a:pt x="1635" y="3346"/>
                </a:lnTo>
                <a:lnTo>
                  <a:pt x="1628" y="3344"/>
                </a:lnTo>
                <a:lnTo>
                  <a:pt x="1626" y="3342"/>
                </a:lnTo>
                <a:lnTo>
                  <a:pt x="1625" y="3342"/>
                </a:lnTo>
                <a:lnTo>
                  <a:pt x="1622" y="3341"/>
                </a:lnTo>
                <a:lnTo>
                  <a:pt x="1621" y="3341"/>
                </a:lnTo>
                <a:lnTo>
                  <a:pt x="1620" y="3341"/>
                </a:lnTo>
                <a:lnTo>
                  <a:pt x="1619" y="3342"/>
                </a:lnTo>
                <a:lnTo>
                  <a:pt x="1614" y="3339"/>
                </a:lnTo>
                <a:lnTo>
                  <a:pt x="1613" y="3338"/>
                </a:lnTo>
                <a:lnTo>
                  <a:pt x="1612" y="3337"/>
                </a:lnTo>
                <a:lnTo>
                  <a:pt x="1611" y="3337"/>
                </a:lnTo>
                <a:lnTo>
                  <a:pt x="1610" y="3337"/>
                </a:lnTo>
                <a:lnTo>
                  <a:pt x="1609" y="3337"/>
                </a:lnTo>
                <a:lnTo>
                  <a:pt x="1608" y="3338"/>
                </a:lnTo>
                <a:lnTo>
                  <a:pt x="1606" y="3337"/>
                </a:lnTo>
                <a:lnTo>
                  <a:pt x="1604" y="3337"/>
                </a:lnTo>
                <a:lnTo>
                  <a:pt x="1602" y="3336"/>
                </a:lnTo>
                <a:lnTo>
                  <a:pt x="1599" y="3335"/>
                </a:lnTo>
                <a:lnTo>
                  <a:pt x="1597" y="3335"/>
                </a:lnTo>
                <a:lnTo>
                  <a:pt x="1595" y="3334"/>
                </a:lnTo>
                <a:lnTo>
                  <a:pt x="1591" y="3330"/>
                </a:lnTo>
                <a:lnTo>
                  <a:pt x="1588" y="3329"/>
                </a:lnTo>
                <a:lnTo>
                  <a:pt x="1588" y="3328"/>
                </a:lnTo>
                <a:lnTo>
                  <a:pt x="1589" y="3327"/>
                </a:lnTo>
                <a:lnTo>
                  <a:pt x="1588" y="3326"/>
                </a:lnTo>
                <a:lnTo>
                  <a:pt x="1587" y="3326"/>
                </a:lnTo>
                <a:lnTo>
                  <a:pt x="1586" y="3329"/>
                </a:lnTo>
                <a:lnTo>
                  <a:pt x="1582" y="3331"/>
                </a:lnTo>
                <a:lnTo>
                  <a:pt x="1581" y="3331"/>
                </a:lnTo>
                <a:lnTo>
                  <a:pt x="1580" y="3329"/>
                </a:lnTo>
                <a:lnTo>
                  <a:pt x="1568" y="3325"/>
                </a:lnTo>
                <a:lnTo>
                  <a:pt x="1567" y="3325"/>
                </a:lnTo>
                <a:lnTo>
                  <a:pt x="1566" y="3325"/>
                </a:lnTo>
                <a:lnTo>
                  <a:pt x="1566" y="3324"/>
                </a:lnTo>
                <a:lnTo>
                  <a:pt x="1558" y="3318"/>
                </a:lnTo>
                <a:lnTo>
                  <a:pt x="1557" y="3315"/>
                </a:lnTo>
                <a:lnTo>
                  <a:pt x="1554" y="3315"/>
                </a:lnTo>
                <a:lnTo>
                  <a:pt x="1551" y="3316"/>
                </a:lnTo>
                <a:lnTo>
                  <a:pt x="1550" y="3318"/>
                </a:lnTo>
                <a:lnTo>
                  <a:pt x="1545" y="3317"/>
                </a:lnTo>
                <a:lnTo>
                  <a:pt x="1545" y="3316"/>
                </a:lnTo>
                <a:lnTo>
                  <a:pt x="1543" y="3315"/>
                </a:lnTo>
                <a:lnTo>
                  <a:pt x="1544" y="3312"/>
                </a:lnTo>
                <a:lnTo>
                  <a:pt x="1548" y="3305"/>
                </a:lnTo>
                <a:lnTo>
                  <a:pt x="1547" y="3304"/>
                </a:lnTo>
                <a:lnTo>
                  <a:pt x="1546" y="3303"/>
                </a:lnTo>
                <a:lnTo>
                  <a:pt x="1544" y="3301"/>
                </a:lnTo>
                <a:lnTo>
                  <a:pt x="1542" y="3300"/>
                </a:lnTo>
                <a:lnTo>
                  <a:pt x="1540" y="3298"/>
                </a:lnTo>
                <a:lnTo>
                  <a:pt x="1539" y="3298"/>
                </a:lnTo>
                <a:lnTo>
                  <a:pt x="1538" y="3297"/>
                </a:lnTo>
                <a:lnTo>
                  <a:pt x="1537" y="3296"/>
                </a:lnTo>
                <a:lnTo>
                  <a:pt x="1536" y="3295"/>
                </a:lnTo>
                <a:lnTo>
                  <a:pt x="1535" y="3294"/>
                </a:lnTo>
                <a:lnTo>
                  <a:pt x="1534" y="3293"/>
                </a:lnTo>
                <a:lnTo>
                  <a:pt x="1533" y="3291"/>
                </a:lnTo>
                <a:lnTo>
                  <a:pt x="1533" y="3289"/>
                </a:lnTo>
                <a:lnTo>
                  <a:pt x="1532" y="3287"/>
                </a:lnTo>
                <a:lnTo>
                  <a:pt x="1531" y="3287"/>
                </a:lnTo>
                <a:lnTo>
                  <a:pt x="1531" y="3286"/>
                </a:lnTo>
                <a:lnTo>
                  <a:pt x="1530" y="3286"/>
                </a:lnTo>
                <a:lnTo>
                  <a:pt x="1530" y="3285"/>
                </a:lnTo>
                <a:lnTo>
                  <a:pt x="1526" y="3284"/>
                </a:lnTo>
                <a:lnTo>
                  <a:pt x="1524" y="3284"/>
                </a:lnTo>
                <a:lnTo>
                  <a:pt x="1523" y="3284"/>
                </a:lnTo>
                <a:lnTo>
                  <a:pt x="1522" y="3284"/>
                </a:lnTo>
                <a:lnTo>
                  <a:pt x="1521" y="3283"/>
                </a:lnTo>
                <a:lnTo>
                  <a:pt x="1520" y="3283"/>
                </a:lnTo>
                <a:lnTo>
                  <a:pt x="1519" y="3283"/>
                </a:lnTo>
                <a:lnTo>
                  <a:pt x="1518" y="3283"/>
                </a:lnTo>
                <a:lnTo>
                  <a:pt x="1516" y="3282"/>
                </a:lnTo>
                <a:lnTo>
                  <a:pt x="1516" y="3281"/>
                </a:lnTo>
                <a:lnTo>
                  <a:pt x="1514" y="3279"/>
                </a:lnTo>
                <a:lnTo>
                  <a:pt x="1513" y="3279"/>
                </a:lnTo>
                <a:lnTo>
                  <a:pt x="1511" y="3278"/>
                </a:lnTo>
                <a:lnTo>
                  <a:pt x="1511" y="3277"/>
                </a:lnTo>
                <a:lnTo>
                  <a:pt x="1510" y="3276"/>
                </a:lnTo>
                <a:lnTo>
                  <a:pt x="1509" y="3275"/>
                </a:lnTo>
                <a:lnTo>
                  <a:pt x="1508" y="3274"/>
                </a:lnTo>
                <a:lnTo>
                  <a:pt x="1507" y="3273"/>
                </a:lnTo>
                <a:lnTo>
                  <a:pt x="1505" y="3272"/>
                </a:lnTo>
                <a:lnTo>
                  <a:pt x="1504" y="3271"/>
                </a:lnTo>
                <a:lnTo>
                  <a:pt x="1503" y="3271"/>
                </a:lnTo>
                <a:lnTo>
                  <a:pt x="1503" y="3272"/>
                </a:lnTo>
                <a:lnTo>
                  <a:pt x="1502" y="3273"/>
                </a:lnTo>
                <a:lnTo>
                  <a:pt x="1501" y="3273"/>
                </a:lnTo>
                <a:lnTo>
                  <a:pt x="1500" y="3272"/>
                </a:lnTo>
                <a:lnTo>
                  <a:pt x="1499" y="3272"/>
                </a:lnTo>
                <a:lnTo>
                  <a:pt x="1498" y="3272"/>
                </a:lnTo>
                <a:lnTo>
                  <a:pt x="1498" y="3273"/>
                </a:lnTo>
                <a:lnTo>
                  <a:pt x="1497" y="3275"/>
                </a:lnTo>
                <a:lnTo>
                  <a:pt x="1484" y="3279"/>
                </a:lnTo>
                <a:lnTo>
                  <a:pt x="1483" y="3280"/>
                </a:lnTo>
                <a:lnTo>
                  <a:pt x="1483" y="3281"/>
                </a:lnTo>
                <a:lnTo>
                  <a:pt x="1478" y="3280"/>
                </a:lnTo>
                <a:lnTo>
                  <a:pt x="1471" y="3279"/>
                </a:lnTo>
                <a:lnTo>
                  <a:pt x="1469" y="3278"/>
                </a:lnTo>
                <a:lnTo>
                  <a:pt x="1464" y="3277"/>
                </a:lnTo>
                <a:lnTo>
                  <a:pt x="1463" y="3276"/>
                </a:lnTo>
                <a:lnTo>
                  <a:pt x="1461" y="3275"/>
                </a:lnTo>
                <a:lnTo>
                  <a:pt x="1459" y="3275"/>
                </a:lnTo>
                <a:lnTo>
                  <a:pt x="1458" y="3275"/>
                </a:lnTo>
                <a:lnTo>
                  <a:pt x="1456" y="3274"/>
                </a:lnTo>
                <a:lnTo>
                  <a:pt x="1454" y="3274"/>
                </a:lnTo>
                <a:lnTo>
                  <a:pt x="1453" y="3273"/>
                </a:lnTo>
                <a:lnTo>
                  <a:pt x="1452" y="3273"/>
                </a:lnTo>
                <a:lnTo>
                  <a:pt x="1450" y="3273"/>
                </a:lnTo>
                <a:lnTo>
                  <a:pt x="1450" y="3272"/>
                </a:lnTo>
                <a:lnTo>
                  <a:pt x="1449" y="3272"/>
                </a:lnTo>
                <a:lnTo>
                  <a:pt x="1447" y="3271"/>
                </a:lnTo>
                <a:lnTo>
                  <a:pt x="1443" y="3271"/>
                </a:lnTo>
                <a:lnTo>
                  <a:pt x="1441" y="3270"/>
                </a:lnTo>
                <a:lnTo>
                  <a:pt x="1439" y="3269"/>
                </a:lnTo>
                <a:lnTo>
                  <a:pt x="1438" y="3268"/>
                </a:lnTo>
                <a:lnTo>
                  <a:pt x="1437" y="3267"/>
                </a:lnTo>
                <a:lnTo>
                  <a:pt x="1436" y="3266"/>
                </a:lnTo>
                <a:lnTo>
                  <a:pt x="1434" y="3264"/>
                </a:lnTo>
                <a:lnTo>
                  <a:pt x="1431" y="3263"/>
                </a:lnTo>
                <a:lnTo>
                  <a:pt x="1430" y="3262"/>
                </a:lnTo>
                <a:lnTo>
                  <a:pt x="1427" y="3261"/>
                </a:lnTo>
                <a:lnTo>
                  <a:pt x="1425" y="3260"/>
                </a:lnTo>
                <a:lnTo>
                  <a:pt x="1424" y="3260"/>
                </a:lnTo>
                <a:lnTo>
                  <a:pt x="1423" y="3259"/>
                </a:lnTo>
                <a:lnTo>
                  <a:pt x="1422" y="3259"/>
                </a:lnTo>
                <a:lnTo>
                  <a:pt x="1420" y="3259"/>
                </a:lnTo>
                <a:lnTo>
                  <a:pt x="1418" y="3258"/>
                </a:lnTo>
                <a:lnTo>
                  <a:pt x="1417" y="3258"/>
                </a:lnTo>
                <a:lnTo>
                  <a:pt x="1416" y="3257"/>
                </a:lnTo>
                <a:lnTo>
                  <a:pt x="1412" y="3255"/>
                </a:lnTo>
                <a:lnTo>
                  <a:pt x="1410" y="3254"/>
                </a:lnTo>
                <a:lnTo>
                  <a:pt x="1407" y="3252"/>
                </a:lnTo>
                <a:lnTo>
                  <a:pt x="1406" y="3251"/>
                </a:lnTo>
                <a:lnTo>
                  <a:pt x="1405" y="3251"/>
                </a:lnTo>
                <a:lnTo>
                  <a:pt x="1403" y="3248"/>
                </a:lnTo>
                <a:lnTo>
                  <a:pt x="1402" y="3246"/>
                </a:lnTo>
                <a:lnTo>
                  <a:pt x="1401" y="3245"/>
                </a:lnTo>
                <a:lnTo>
                  <a:pt x="1400" y="3245"/>
                </a:lnTo>
                <a:lnTo>
                  <a:pt x="1398" y="3244"/>
                </a:lnTo>
                <a:lnTo>
                  <a:pt x="1396" y="3243"/>
                </a:lnTo>
                <a:lnTo>
                  <a:pt x="1396" y="3242"/>
                </a:lnTo>
                <a:lnTo>
                  <a:pt x="1395" y="3241"/>
                </a:lnTo>
                <a:lnTo>
                  <a:pt x="1395" y="3240"/>
                </a:lnTo>
                <a:lnTo>
                  <a:pt x="1413" y="3225"/>
                </a:lnTo>
                <a:lnTo>
                  <a:pt x="1421" y="3208"/>
                </a:lnTo>
                <a:lnTo>
                  <a:pt x="1421" y="3202"/>
                </a:lnTo>
                <a:lnTo>
                  <a:pt x="1422" y="3197"/>
                </a:lnTo>
                <a:lnTo>
                  <a:pt x="1423" y="3181"/>
                </a:lnTo>
                <a:lnTo>
                  <a:pt x="1426" y="3168"/>
                </a:lnTo>
                <a:lnTo>
                  <a:pt x="1429" y="3158"/>
                </a:lnTo>
                <a:lnTo>
                  <a:pt x="1436" y="3151"/>
                </a:lnTo>
                <a:lnTo>
                  <a:pt x="1437" y="3150"/>
                </a:lnTo>
                <a:lnTo>
                  <a:pt x="1443" y="3139"/>
                </a:lnTo>
                <a:lnTo>
                  <a:pt x="1447" y="3132"/>
                </a:lnTo>
                <a:lnTo>
                  <a:pt x="1468" y="3109"/>
                </a:lnTo>
                <a:lnTo>
                  <a:pt x="1469" y="3092"/>
                </a:lnTo>
                <a:lnTo>
                  <a:pt x="1469" y="3088"/>
                </a:lnTo>
                <a:lnTo>
                  <a:pt x="1469" y="3087"/>
                </a:lnTo>
                <a:lnTo>
                  <a:pt x="1467" y="3087"/>
                </a:lnTo>
                <a:lnTo>
                  <a:pt x="1465" y="3084"/>
                </a:lnTo>
                <a:lnTo>
                  <a:pt x="1465" y="3083"/>
                </a:lnTo>
                <a:lnTo>
                  <a:pt x="1463" y="3082"/>
                </a:lnTo>
                <a:lnTo>
                  <a:pt x="1462" y="3082"/>
                </a:lnTo>
                <a:lnTo>
                  <a:pt x="1461" y="3081"/>
                </a:lnTo>
                <a:lnTo>
                  <a:pt x="1460" y="3081"/>
                </a:lnTo>
                <a:lnTo>
                  <a:pt x="1459" y="3081"/>
                </a:lnTo>
                <a:lnTo>
                  <a:pt x="1458" y="3080"/>
                </a:lnTo>
                <a:lnTo>
                  <a:pt x="1455" y="3080"/>
                </a:lnTo>
                <a:lnTo>
                  <a:pt x="1454" y="3080"/>
                </a:lnTo>
                <a:lnTo>
                  <a:pt x="1453" y="3079"/>
                </a:lnTo>
                <a:lnTo>
                  <a:pt x="1453" y="3078"/>
                </a:lnTo>
                <a:lnTo>
                  <a:pt x="1452" y="3078"/>
                </a:lnTo>
                <a:lnTo>
                  <a:pt x="1452" y="3077"/>
                </a:lnTo>
                <a:lnTo>
                  <a:pt x="1452" y="3076"/>
                </a:lnTo>
                <a:lnTo>
                  <a:pt x="1451" y="3075"/>
                </a:lnTo>
                <a:lnTo>
                  <a:pt x="1451" y="3074"/>
                </a:lnTo>
                <a:lnTo>
                  <a:pt x="1450" y="3073"/>
                </a:lnTo>
                <a:lnTo>
                  <a:pt x="1450" y="3072"/>
                </a:lnTo>
                <a:lnTo>
                  <a:pt x="1450" y="3071"/>
                </a:lnTo>
                <a:lnTo>
                  <a:pt x="1450" y="3070"/>
                </a:lnTo>
                <a:lnTo>
                  <a:pt x="1449" y="3069"/>
                </a:lnTo>
                <a:lnTo>
                  <a:pt x="1449" y="3068"/>
                </a:lnTo>
                <a:lnTo>
                  <a:pt x="1449" y="3066"/>
                </a:lnTo>
                <a:lnTo>
                  <a:pt x="1449" y="3065"/>
                </a:lnTo>
                <a:lnTo>
                  <a:pt x="1448" y="3065"/>
                </a:lnTo>
                <a:lnTo>
                  <a:pt x="1448" y="3064"/>
                </a:lnTo>
                <a:lnTo>
                  <a:pt x="1447" y="3064"/>
                </a:lnTo>
                <a:lnTo>
                  <a:pt x="1447" y="3063"/>
                </a:lnTo>
                <a:lnTo>
                  <a:pt x="1447" y="3062"/>
                </a:lnTo>
                <a:lnTo>
                  <a:pt x="1447" y="3061"/>
                </a:lnTo>
                <a:lnTo>
                  <a:pt x="1446" y="3060"/>
                </a:lnTo>
                <a:lnTo>
                  <a:pt x="1446" y="3059"/>
                </a:lnTo>
                <a:lnTo>
                  <a:pt x="1446" y="3058"/>
                </a:lnTo>
                <a:lnTo>
                  <a:pt x="1446" y="3057"/>
                </a:lnTo>
                <a:lnTo>
                  <a:pt x="1445" y="3056"/>
                </a:lnTo>
                <a:lnTo>
                  <a:pt x="1445" y="3055"/>
                </a:lnTo>
                <a:lnTo>
                  <a:pt x="1445" y="3054"/>
                </a:lnTo>
                <a:lnTo>
                  <a:pt x="1444" y="3053"/>
                </a:lnTo>
                <a:lnTo>
                  <a:pt x="1443" y="3052"/>
                </a:lnTo>
                <a:lnTo>
                  <a:pt x="1442" y="3051"/>
                </a:lnTo>
                <a:lnTo>
                  <a:pt x="1442" y="3049"/>
                </a:lnTo>
                <a:lnTo>
                  <a:pt x="1440" y="3048"/>
                </a:lnTo>
                <a:lnTo>
                  <a:pt x="1440" y="3047"/>
                </a:lnTo>
                <a:lnTo>
                  <a:pt x="1441" y="3046"/>
                </a:lnTo>
                <a:lnTo>
                  <a:pt x="1441" y="3045"/>
                </a:lnTo>
                <a:lnTo>
                  <a:pt x="1442" y="3043"/>
                </a:lnTo>
                <a:lnTo>
                  <a:pt x="1443" y="3041"/>
                </a:lnTo>
                <a:lnTo>
                  <a:pt x="1442" y="3040"/>
                </a:lnTo>
                <a:lnTo>
                  <a:pt x="1442" y="3038"/>
                </a:lnTo>
                <a:lnTo>
                  <a:pt x="1442" y="3037"/>
                </a:lnTo>
                <a:lnTo>
                  <a:pt x="1442" y="3035"/>
                </a:lnTo>
                <a:lnTo>
                  <a:pt x="1443" y="3033"/>
                </a:lnTo>
                <a:lnTo>
                  <a:pt x="1443" y="3032"/>
                </a:lnTo>
                <a:lnTo>
                  <a:pt x="1442" y="3032"/>
                </a:lnTo>
                <a:lnTo>
                  <a:pt x="1442" y="3031"/>
                </a:lnTo>
                <a:lnTo>
                  <a:pt x="1441" y="3030"/>
                </a:lnTo>
                <a:lnTo>
                  <a:pt x="1440" y="3029"/>
                </a:lnTo>
                <a:lnTo>
                  <a:pt x="1440" y="3028"/>
                </a:lnTo>
                <a:lnTo>
                  <a:pt x="1441" y="3027"/>
                </a:lnTo>
                <a:lnTo>
                  <a:pt x="1441" y="3026"/>
                </a:lnTo>
                <a:lnTo>
                  <a:pt x="1440" y="3023"/>
                </a:lnTo>
                <a:lnTo>
                  <a:pt x="1439" y="3022"/>
                </a:lnTo>
                <a:lnTo>
                  <a:pt x="1438" y="3021"/>
                </a:lnTo>
                <a:lnTo>
                  <a:pt x="1437" y="3021"/>
                </a:lnTo>
                <a:lnTo>
                  <a:pt x="1435" y="3021"/>
                </a:lnTo>
                <a:lnTo>
                  <a:pt x="1434" y="3021"/>
                </a:lnTo>
                <a:lnTo>
                  <a:pt x="1434" y="3020"/>
                </a:lnTo>
                <a:lnTo>
                  <a:pt x="1434" y="3018"/>
                </a:lnTo>
                <a:lnTo>
                  <a:pt x="1433" y="3018"/>
                </a:lnTo>
                <a:lnTo>
                  <a:pt x="1431" y="3019"/>
                </a:lnTo>
                <a:lnTo>
                  <a:pt x="1431" y="3020"/>
                </a:lnTo>
                <a:lnTo>
                  <a:pt x="1427" y="3022"/>
                </a:lnTo>
                <a:lnTo>
                  <a:pt x="1425" y="3023"/>
                </a:lnTo>
                <a:lnTo>
                  <a:pt x="1424" y="3023"/>
                </a:lnTo>
                <a:lnTo>
                  <a:pt x="1424" y="3024"/>
                </a:lnTo>
                <a:lnTo>
                  <a:pt x="1423" y="3025"/>
                </a:lnTo>
                <a:lnTo>
                  <a:pt x="1422" y="3025"/>
                </a:lnTo>
                <a:lnTo>
                  <a:pt x="1421" y="3025"/>
                </a:lnTo>
                <a:lnTo>
                  <a:pt x="1417" y="3025"/>
                </a:lnTo>
                <a:lnTo>
                  <a:pt x="1416" y="3024"/>
                </a:lnTo>
                <a:lnTo>
                  <a:pt x="1416" y="3023"/>
                </a:lnTo>
                <a:lnTo>
                  <a:pt x="1415" y="3023"/>
                </a:lnTo>
                <a:lnTo>
                  <a:pt x="1414" y="3022"/>
                </a:lnTo>
                <a:lnTo>
                  <a:pt x="1411" y="3021"/>
                </a:lnTo>
                <a:lnTo>
                  <a:pt x="1407" y="3027"/>
                </a:lnTo>
                <a:lnTo>
                  <a:pt x="1404" y="3030"/>
                </a:lnTo>
                <a:lnTo>
                  <a:pt x="1399" y="3037"/>
                </a:lnTo>
                <a:lnTo>
                  <a:pt x="1397" y="3042"/>
                </a:lnTo>
                <a:lnTo>
                  <a:pt x="1396" y="3043"/>
                </a:lnTo>
                <a:lnTo>
                  <a:pt x="1394" y="3042"/>
                </a:lnTo>
                <a:lnTo>
                  <a:pt x="1392" y="3042"/>
                </a:lnTo>
                <a:lnTo>
                  <a:pt x="1392" y="3041"/>
                </a:lnTo>
                <a:lnTo>
                  <a:pt x="1389" y="3040"/>
                </a:lnTo>
                <a:lnTo>
                  <a:pt x="1388" y="3040"/>
                </a:lnTo>
                <a:lnTo>
                  <a:pt x="1387" y="3040"/>
                </a:lnTo>
                <a:lnTo>
                  <a:pt x="1386" y="3040"/>
                </a:lnTo>
                <a:lnTo>
                  <a:pt x="1385" y="3040"/>
                </a:lnTo>
                <a:lnTo>
                  <a:pt x="1384" y="3040"/>
                </a:lnTo>
                <a:lnTo>
                  <a:pt x="1379" y="3040"/>
                </a:lnTo>
                <a:lnTo>
                  <a:pt x="1375" y="3040"/>
                </a:lnTo>
                <a:lnTo>
                  <a:pt x="1373" y="3041"/>
                </a:lnTo>
                <a:lnTo>
                  <a:pt x="1372" y="3041"/>
                </a:lnTo>
                <a:lnTo>
                  <a:pt x="1371" y="3041"/>
                </a:lnTo>
                <a:lnTo>
                  <a:pt x="1367" y="3041"/>
                </a:lnTo>
                <a:lnTo>
                  <a:pt x="1367" y="3042"/>
                </a:lnTo>
                <a:lnTo>
                  <a:pt x="1365" y="3042"/>
                </a:lnTo>
                <a:lnTo>
                  <a:pt x="1364" y="3042"/>
                </a:lnTo>
                <a:lnTo>
                  <a:pt x="1363" y="3042"/>
                </a:lnTo>
                <a:lnTo>
                  <a:pt x="1362" y="3042"/>
                </a:lnTo>
                <a:lnTo>
                  <a:pt x="1361" y="3043"/>
                </a:lnTo>
                <a:lnTo>
                  <a:pt x="1360" y="3044"/>
                </a:lnTo>
                <a:lnTo>
                  <a:pt x="1360" y="3045"/>
                </a:lnTo>
                <a:lnTo>
                  <a:pt x="1360" y="3046"/>
                </a:lnTo>
                <a:lnTo>
                  <a:pt x="1361" y="3047"/>
                </a:lnTo>
                <a:lnTo>
                  <a:pt x="1361" y="3049"/>
                </a:lnTo>
                <a:lnTo>
                  <a:pt x="1361" y="3050"/>
                </a:lnTo>
                <a:lnTo>
                  <a:pt x="1362" y="3052"/>
                </a:lnTo>
                <a:lnTo>
                  <a:pt x="1362" y="3053"/>
                </a:lnTo>
                <a:lnTo>
                  <a:pt x="1362" y="3054"/>
                </a:lnTo>
                <a:lnTo>
                  <a:pt x="1362" y="3056"/>
                </a:lnTo>
                <a:lnTo>
                  <a:pt x="1361" y="3056"/>
                </a:lnTo>
                <a:lnTo>
                  <a:pt x="1361" y="3057"/>
                </a:lnTo>
                <a:lnTo>
                  <a:pt x="1361" y="3059"/>
                </a:lnTo>
                <a:lnTo>
                  <a:pt x="1361" y="3060"/>
                </a:lnTo>
                <a:lnTo>
                  <a:pt x="1362" y="3060"/>
                </a:lnTo>
                <a:lnTo>
                  <a:pt x="1362" y="3061"/>
                </a:lnTo>
                <a:lnTo>
                  <a:pt x="1363" y="3061"/>
                </a:lnTo>
                <a:lnTo>
                  <a:pt x="1363" y="3067"/>
                </a:lnTo>
                <a:lnTo>
                  <a:pt x="1362" y="3070"/>
                </a:lnTo>
                <a:lnTo>
                  <a:pt x="1360" y="3071"/>
                </a:lnTo>
                <a:lnTo>
                  <a:pt x="1357" y="3072"/>
                </a:lnTo>
                <a:lnTo>
                  <a:pt x="1354" y="3071"/>
                </a:lnTo>
                <a:lnTo>
                  <a:pt x="1353" y="3071"/>
                </a:lnTo>
                <a:lnTo>
                  <a:pt x="1352" y="3071"/>
                </a:lnTo>
                <a:lnTo>
                  <a:pt x="1351" y="3072"/>
                </a:lnTo>
                <a:lnTo>
                  <a:pt x="1349" y="3072"/>
                </a:lnTo>
                <a:lnTo>
                  <a:pt x="1348" y="3071"/>
                </a:lnTo>
                <a:lnTo>
                  <a:pt x="1348" y="3070"/>
                </a:lnTo>
                <a:lnTo>
                  <a:pt x="1347" y="3070"/>
                </a:lnTo>
                <a:lnTo>
                  <a:pt x="1346" y="3069"/>
                </a:lnTo>
                <a:lnTo>
                  <a:pt x="1344" y="3068"/>
                </a:lnTo>
                <a:lnTo>
                  <a:pt x="1344" y="3067"/>
                </a:lnTo>
                <a:lnTo>
                  <a:pt x="1343" y="3067"/>
                </a:lnTo>
                <a:lnTo>
                  <a:pt x="1342" y="3067"/>
                </a:lnTo>
                <a:lnTo>
                  <a:pt x="1341" y="3067"/>
                </a:lnTo>
                <a:lnTo>
                  <a:pt x="1340" y="3068"/>
                </a:lnTo>
                <a:lnTo>
                  <a:pt x="1338" y="3071"/>
                </a:lnTo>
                <a:lnTo>
                  <a:pt x="1337" y="3073"/>
                </a:lnTo>
                <a:lnTo>
                  <a:pt x="1337" y="3074"/>
                </a:lnTo>
                <a:lnTo>
                  <a:pt x="1336" y="3074"/>
                </a:lnTo>
                <a:lnTo>
                  <a:pt x="1335" y="3075"/>
                </a:lnTo>
                <a:lnTo>
                  <a:pt x="1335" y="3076"/>
                </a:lnTo>
                <a:lnTo>
                  <a:pt x="1335" y="3078"/>
                </a:lnTo>
                <a:lnTo>
                  <a:pt x="1334" y="3080"/>
                </a:lnTo>
                <a:lnTo>
                  <a:pt x="1333" y="3081"/>
                </a:lnTo>
                <a:lnTo>
                  <a:pt x="1332" y="3083"/>
                </a:lnTo>
                <a:lnTo>
                  <a:pt x="1333" y="3083"/>
                </a:lnTo>
                <a:lnTo>
                  <a:pt x="1332" y="3084"/>
                </a:lnTo>
                <a:lnTo>
                  <a:pt x="1332" y="3085"/>
                </a:lnTo>
                <a:lnTo>
                  <a:pt x="1331" y="3085"/>
                </a:lnTo>
                <a:lnTo>
                  <a:pt x="1331" y="3086"/>
                </a:lnTo>
                <a:lnTo>
                  <a:pt x="1331" y="3088"/>
                </a:lnTo>
                <a:lnTo>
                  <a:pt x="1330" y="3090"/>
                </a:lnTo>
                <a:lnTo>
                  <a:pt x="1331" y="3091"/>
                </a:lnTo>
                <a:lnTo>
                  <a:pt x="1330" y="3092"/>
                </a:lnTo>
                <a:lnTo>
                  <a:pt x="1330" y="3093"/>
                </a:lnTo>
                <a:lnTo>
                  <a:pt x="1329" y="3094"/>
                </a:lnTo>
                <a:lnTo>
                  <a:pt x="1330" y="3094"/>
                </a:lnTo>
                <a:lnTo>
                  <a:pt x="1331" y="3095"/>
                </a:lnTo>
                <a:lnTo>
                  <a:pt x="1331" y="3096"/>
                </a:lnTo>
                <a:lnTo>
                  <a:pt x="1331" y="3097"/>
                </a:lnTo>
                <a:lnTo>
                  <a:pt x="1331" y="3099"/>
                </a:lnTo>
                <a:lnTo>
                  <a:pt x="1330" y="3100"/>
                </a:lnTo>
                <a:lnTo>
                  <a:pt x="1328" y="3102"/>
                </a:lnTo>
                <a:lnTo>
                  <a:pt x="1328" y="3103"/>
                </a:lnTo>
                <a:lnTo>
                  <a:pt x="1327" y="3104"/>
                </a:lnTo>
                <a:lnTo>
                  <a:pt x="1327" y="3105"/>
                </a:lnTo>
                <a:lnTo>
                  <a:pt x="1327" y="3106"/>
                </a:lnTo>
                <a:lnTo>
                  <a:pt x="1327" y="3107"/>
                </a:lnTo>
                <a:lnTo>
                  <a:pt x="1325" y="3108"/>
                </a:lnTo>
                <a:lnTo>
                  <a:pt x="1324" y="3108"/>
                </a:lnTo>
                <a:lnTo>
                  <a:pt x="1323" y="3108"/>
                </a:lnTo>
                <a:lnTo>
                  <a:pt x="1322" y="3109"/>
                </a:lnTo>
                <a:lnTo>
                  <a:pt x="1322" y="3110"/>
                </a:lnTo>
                <a:lnTo>
                  <a:pt x="1321" y="3110"/>
                </a:lnTo>
                <a:lnTo>
                  <a:pt x="1321" y="3111"/>
                </a:lnTo>
                <a:lnTo>
                  <a:pt x="1320" y="3112"/>
                </a:lnTo>
                <a:lnTo>
                  <a:pt x="1319" y="3112"/>
                </a:lnTo>
                <a:lnTo>
                  <a:pt x="1318" y="3112"/>
                </a:lnTo>
                <a:lnTo>
                  <a:pt x="1318" y="3113"/>
                </a:lnTo>
                <a:lnTo>
                  <a:pt x="1318" y="3114"/>
                </a:lnTo>
                <a:lnTo>
                  <a:pt x="1318" y="3115"/>
                </a:lnTo>
                <a:lnTo>
                  <a:pt x="1318" y="3116"/>
                </a:lnTo>
                <a:lnTo>
                  <a:pt x="1317" y="3116"/>
                </a:lnTo>
                <a:lnTo>
                  <a:pt x="1316" y="3117"/>
                </a:lnTo>
                <a:lnTo>
                  <a:pt x="1313" y="3121"/>
                </a:lnTo>
                <a:lnTo>
                  <a:pt x="1313" y="3122"/>
                </a:lnTo>
                <a:lnTo>
                  <a:pt x="1315" y="3126"/>
                </a:lnTo>
                <a:lnTo>
                  <a:pt x="1316" y="3126"/>
                </a:lnTo>
                <a:lnTo>
                  <a:pt x="1317" y="3126"/>
                </a:lnTo>
                <a:lnTo>
                  <a:pt x="1318" y="3126"/>
                </a:lnTo>
                <a:lnTo>
                  <a:pt x="1318" y="3127"/>
                </a:lnTo>
                <a:lnTo>
                  <a:pt x="1318" y="3128"/>
                </a:lnTo>
                <a:lnTo>
                  <a:pt x="1317" y="3130"/>
                </a:lnTo>
                <a:lnTo>
                  <a:pt x="1316" y="3130"/>
                </a:lnTo>
                <a:lnTo>
                  <a:pt x="1315" y="3131"/>
                </a:lnTo>
                <a:lnTo>
                  <a:pt x="1314" y="3132"/>
                </a:lnTo>
                <a:lnTo>
                  <a:pt x="1310" y="3137"/>
                </a:lnTo>
                <a:lnTo>
                  <a:pt x="1309" y="3137"/>
                </a:lnTo>
                <a:lnTo>
                  <a:pt x="1308" y="3140"/>
                </a:lnTo>
                <a:lnTo>
                  <a:pt x="1308" y="3141"/>
                </a:lnTo>
                <a:lnTo>
                  <a:pt x="1304" y="3143"/>
                </a:lnTo>
                <a:lnTo>
                  <a:pt x="1303" y="3144"/>
                </a:lnTo>
                <a:lnTo>
                  <a:pt x="1302" y="3144"/>
                </a:lnTo>
                <a:lnTo>
                  <a:pt x="1302" y="3146"/>
                </a:lnTo>
                <a:lnTo>
                  <a:pt x="1303" y="3147"/>
                </a:lnTo>
                <a:lnTo>
                  <a:pt x="1303" y="3148"/>
                </a:lnTo>
                <a:lnTo>
                  <a:pt x="1303" y="3149"/>
                </a:lnTo>
                <a:lnTo>
                  <a:pt x="1303" y="3150"/>
                </a:lnTo>
                <a:lnTo>
                  <a:pt x="1303" y="3151"/>
                </a:lnTo>
                <a:lnTo>
                  <a:pt x="1303" y="3152"/>
                </a:lnTo>
                <a:lnTo>
                  <a:pt x="1303" y="3153"/>
                </a:lnTo>
                <a:lnTo>
                  <a:pt x="1304" y="3153"/>
                </a:lnTo>
                <a:lnTo>
                  <a:pt x="1304" y="3154"/>
                </a:lnTo>
                <a:lnTo>
                  <a:pt x="1303" y="3156"/>
                </a:lnTo>
                <a:lnTo>
                  <a:pt x="1300" y="3160"/>
                </a:lnTo>
                <a:lnTo>
                  <a:pt x="1300" y="3161"/>
                </a:lnTo>
                <a:lnTo>
                  <a:pt x="1301" y="3161"/>
                </a:lnTo>
                <a:lnTo>
                  <a:pt x="1301" y="3162"/>
                </a:lnTo>
                <a:lnTo>
                  <a:pt x="1302" y="3163"/>
                </a:lnTo>
                <a:lnTo>
                  <a:pt x="1302" y="3164"/>
                </a:lnTo>
                <a:lnTo>
                  <a:pt x="1301" y="3165"/>
                </a:lnTo>
                <a:lnTo>
                  <a:pt x="1300" y="3167"/>
                </a:lnTo>
                <a:lnTo>
                  <a:pt x="1299" y="3168"/>
                </a:lnTo>
                <a:lnTo>
                  <a:pt x="1298" y="3168"/>
                </a:lnTo>
                <a:lnTo>
                  <a:pt x="1298" y="3169"/>
                </a:lnTo>
                <a:lnTo>
                  <a:pt x="1298" y="3170"/>
                </a:lnTo>
                <a:lnTo>
                  <a:pt x="1299" y="3170"/>
                </a:lnTo>
                <a:lnTo>
                  <a:pt x="1299" y="3171"/>
                </a:lnTo>
                <a:lnTo>
                  <a:pt x="1298" y="3172"/>
                </a:lnTo>
                <a:lnTo>
                  <a:pt x="1297" y="3172"/>
                </a:lnTo>
                <a:lnTo>
                  <a:pt x="1296" y="3172"/>
                </a:lnTo>
                <a:lnTo>
                  <a:pt x="1296" y="3173"/>
                </a:lnTo>
                <a:lnTo>
                  <a:pt x="1295" y="3175"/>
                </a:lnTo>
                <a:lnTo>
                  <a:pt x="1295" y="3176"/>
                </a:lnTo>
                <a:lnTo>
                  <a:pt x="1295" y="3177"/>
                </a:lnTo>
                <a:lnTo>
                  <a:pt x="1295" y="3178"/>
                </a:lnTo>
                <a:lnTo>
                  <a:pt x="1296" y="3179"/>
                </a:lnTo>
                <a:lnTo>
                  <a:pt x="1296" y="3181"/>
                </a:lnTo>
                <a:lnTo>
                  <a:pt x="1297" y="3182"/>
                </a:lnTo>
                <a:lnTo>
                  <a:pt x="1298" y="3183"/>
                </a:lnTo>
                <a:lnTo>
                  <a:pt x="1299" y="3185"/>
                </a:lnTo>
                <a:lnTo>
                  <a:pt x="1299" y="3187"/>
                </a:lnTo>
                <a:lnTo>
                  <a:pt x="1298" y="3187"/>
                </a:lnTo>
                <a:lnTo>
                  <a:pt x="1297" y="3187"/>
                </a:lnTo>
                <a:lnTo>
                  <a:pt x="1297" y="3188"/>
                </a:lnTo>
                <a:lnTo>
                  <a:pt x="1296" y="3188"/>
                </a:lnTo>
                <a:lnTo>
                  <a:pt x="1296" y="3189"/>
                </a:lnTo>
                <a:lnTo>
                  <a:pt x="1295" y="3190"/>
                </a:lnTo>
                <a:lnTo>
                  <a:pt x="1295" y="3191"/>
                </a:lnTo>
                <a:lnTo>
                  <a:pt x="1296" y="3191"/>
                </a:lnTo>
                <a:lnTo>
                  <a:pt x="1296" y="3192"/>
                </a:lnTo>
                <a:lnTo>
                  <a:pt x="1296" y="3193"/>
                </a:lnTo>
                <a:lnTo>
                  <a:pt x="1297" y="3193"/>
                </a:lnTo>
                <a:lnTo>
                  <a:pt x="1297" y="3194"/>
                </a:lnTo>
                <a:lnTo>
                  <a:pt x="1297" y="3196"/>
                </a:lnTo>
                <a:lnTo>
                  <a:pt x="1297" y="3199"/>
                </a:lnTo>
                <a:lnTo>
                  <a:pt x="1295" y="3201"/>
                </a:lnTo>
                <a:lnTo>
                  <a:pt x="1294" y="3203"/>
                </a:lnTo>
                <a:lnTo>
                  <a:pt x="1293" y="3207"/>
                </a:lnTo>
                <a:lnTo>
                  <a:pt x="1293" y="3209"/>
                </a:lnTo>
                <a:lnTo>
                  <a:pt x="1293" y="3210"/>
                </a:lnTo>
                <a:lnTo>
                  <a:pt x="1293" y="3211"/>
                </a:lnTo>
                <a:lnTo>
                  <a:pt x="1294" y="3212"/>
                </a:lnTo>
                <a:lnTo>
                  <a:pt x="1294" y="3213"/>
                </a:lnTo>
                <a:lnTo>
                  <a:pt x="1295" y="3215"/>
                </a:lnTo>
                <a:lnTo>
                  <a:pt x="1295" y="3216"/>
                </a:lnTo>
                <a:lnTo>
                  <a:pt x="1294" y="3217"/>
                </a:lnTo>
                <a:lnTo>
                  <a:pt x="1293" y="3217"/>
                </a:lnTo>
                <a:lnTo>
                  <a:pt x="1292" y="3217"/>
                </a:lnTo>
                <a:lnTo>
                  <a:pt x="1291" y="3218"/>
                </a:lnTo>
                <a:lnTo>
                  <a:pt x="1292" y="3219"/>
                </a:lnTo>
                <a:lnTo>
                  <a:pt x="1292" y="3221"/>
                </a:lnTo>
                <a:lnTo>
                  <a:pt x="1291" y="3222"/>
                </a:lnTo>
                <a:lnTo>
                  <a:pt x="1292" y="3223"/>
                </a:lnTo>
                <a:lnTo>
                  <a:pt x="1292" y="3224"/>
                </a:lnTo>
                <a:lnTo>
                  <a:pt x="1292" y="3225"/>
                </a:lnTo>
                <a:lnTo>
                  <a:pt x="1293" y="3227"/>
                </a:lnTo>
                <a:lnTo>
                  <a:pt x="1293" y="3228"/>
                </a:lnTo>
                <a:lnTo>
                  <a:pt x="1292" y="3229"/>
                </a:lnTo>
                <a:lnTo>
                  <a:pt x="1291" y="3231"/>
                </a:lnTo>
                <a:lnTo>
                  <a:pt x="1291" y="3232"/>
                </a:lnTo>
                <a:lnTo>
                  <a:pt x="1291" y="3233"/>
                </a:lnTo>
                <a:lnTo>
                  <a:pt x="1291" y="3236"/>
                </a:lnTo>
                <a:lnTo>
                  <a:pt x="1292" y="3236"/>
                </a:lnTo>
                <a:lnTo>
                  <a:pt x="1292" y="3237"/>
                </a:lnTo>
                <a:lnTo>
                  <a:pt x="1293" y="3238"/>
                </a:lnTo>
                <a:lnTo>
                  <a:pt x="1294" y="3239"/>
                </a:lnTo>
                <a:lnTo>
                  <a:pt x="1294" y="3241"/>
                </a:lnTo>
                <a:lnTo>
                  <a:pt x="1295" y="3242"/>
                </a:lnTo>
                <a:lnTo>
                  <a:pt x="1296" y="3243"/>
                </a:lnTo>
                <a:lnTo>
                  <a:pt x="1298" y="3246"/>
                </a:lnTo>
                <a:lnTo>
                  <a:pt x="1298" y="3247"/>
                </a:lnTo>
                <a:lnTo>
                  <a:pt x="1298" y="3248"/>
                </a:lnTo>
                <a:lnTo>
                  <a:pt x="1297" y="3248"/>
                </a:lnTo>
                <a:lnTo>
                  <a:pt x="1296" y="3253"/>
                </a:lnTo>
                <a:lnTo>
                  <a:pt x="1295" y="3255"/>
                </a:lnTo>
                <a:lnTo>
                  <a:pt x="1294" y="3257"/>
                </a:lnTo>
                <a:lnTo>
                  <a:pt x="1294" y="3258"/>
                </a:lnTo>
                <a:lnTo>
                  <a:pt x="1294" y="3259"/>
                </a:lnTo>
                <a:lnTo>
                  <a:pt x="1293" y="3260"/>
                </a:lnTo>
                <a:lnTo>
                  <a:pt x="1292" y="3262"/>
                </a:lnTo>
                <a:lnTo>
                  <a:pt x="1291" y="3262"/>
                </a:lnTo>
                <a:lnTo>
                  <a:pt x="1288" y="3263"/>
                </a:lnTo>
                <a:lnTo>
                  <a:pt x="1285" y="3264"/>
                </a:lnTo>
                <a:lnTo>
                  <a:pt x="1284" y="3264"/>
                </a:lnTo>
                <a:lnTo>
                  <a:pt x="1284" y="3268"/>
                </a:lnTo>
                <a:lnTo>
                  <a:pt x="1283" y="3272"/>
                </a:lnTo>
                <a:lnTo>
                  <a:pt x="1283" y="3275"/>
                </a:lnTo>
                <a:lnTo>
                  <a:pt x="1283" y="3277"/>
                </a:lnTo>
                <a:lnTo>
                  <a:pt x="1282" y="3283"/>
                </a:lnTo>
                <a:lnTo>
                  <a:pt x="1283" y="3283"/>
                </a:lnTo>
                <a:lnTo>
                  <a:pt x="1283" y="3284"/>
                </a:lnTo>
                <a:lnTo>
                  <a:pt x="1284" y="3287"/>
                </a:lnTo>
                <a:lnTo>
                  <a:pt x="1285" y="3291"/>
                </a:lnTo>
                <a:lnTo>
                  <a:pt x="1285" y="3292"/>
                </a:lnTo>
                <a:lnTo>
                  <a:pt x="1286" y="3294"/>
                </a:lnTo>
                <a:lnTo>
                  <a:pt x="1287" y="3295"/>
                </a:lnTo>
                <a:lnTo>
                  <a:pt x="1288" y="3296"/>
                </a:lnTo>
                <a:lnTo>
                  <a:pt x="1288" y="3297"/>
                </a:lnTo>
                <a:lnTo>
                  <a:pt x="1290" y="3300"/>
                </a:lnTo>
                <a:lnTo>
                  <a:pt x="1290" y="3301"/>
                </a:lnTo>
                <a:lnTo>
                  <a:pt x="1291" y="3301"/>
                </a:lnTo>
                <a:lnTo>
                  <a:pt x="1293" y="3304"/>
                </a:lnTo>
                <a:lnTo>
                  <a:pt x="1295" y="3306"/>
                </a:lnTo>
                <a:lnTo>
                  <a:pt x="1295" y="3307"/>
                </a:lnTo>
                <a:lnTo>
                  <a:pt x="1295" y="3308"/>
                </a:lnTo>
                <a:lnTo>
                  <a:pt x="1294" y="3309"/>
                </a:lnTo>
                <a:lnTo>
                  <a:pt x="1293" y="3310"/>
                </a:lnTo>
                <a:lnTo>
                  <a:pt x="1290" y="3315"/>
                </a:lnTo>
                <a:lnTo>
                  <a:pt x="1290" y="3316"/>
                </a:lnTo>
                <a:lnTo>
                  <a:pt x="1289" y="3316"/>
                </a:lnTo>
                <a:lnTo>
                  <a:pt x="1288" y="3317"/>
                </a:lnTo>
                <a:lnTo>
                  <a:pt x="1288" y="3318"/>
                </a:lnTo>
                <a:lnTo>
                  <a:pt x="1288" y="3319"/>
                </a:lnTo>
                <a:lnTo>
                  <a:pt x="1288" y="3321"/>
                </a:lnTo>
                <a:lnTo>
                  <a:pt x="1288" y="3323"/>
                </a:lnTo>
                <a:lnTo>
                  <a:pt x="1288" y="3325"/>
                </a:lnTo>
                <a:lnTo>
                  <a:pt x="1287" y="3326"/>
                </a:lnTo>
                <a:lnTo>
                  <a:pt x="1287" y="3327"/>
                </a:lnTo>
                <a:lnTo>
                  <a:pt x="1288" y="3329"/>
                </a:lnTo>
                <a:lnTo>
                  <a:pt x="1289" y="3330"/>
                </a:lnTo>
                <a:lnTo>
                  <a:pt x="1289" y="3332"/>
                </a:lnTo>
                <a:lnTo>
                  <a:pt x="1289" y="3335"/>
                </a:lnTo>
                <a:lnTo>
                  <a:pt x="1289" y="3337"/>
                </a:lnTo>
                <a:lnTo>
                  <a:pt x="1289" y="3338"/>
                </a:lnTo>
                <a:lnTo>
                  <a:pt x="1288" y="3339"/>
                </a:lnTo>
                <a:lnTo>
                  <a:pt x="1287" y="3340"/>
                </a:lnTo>
                <a:lnTo>
                  <a:pt x="1286" y="3342"/>
                </a:lnTo>
                <a:lnTo>
                  <a:pt x="1284" y="3345"/>
                </a:lnTo>
                <a:lnTo>
                  <a:pt x="1284" y="3346"/>
                </a:lnTo>
                <a:lnTo>
                  <a:pt x="1284" y="3347"/>
                </a:lnTo>
                <a:lnTo>
                  <a:pt x="1284" y="3348"/>
                </a:lnTo>
                <a:lnTo>
                  <a:pt x="1284" y="3350"/>
                </a:lnTo>
                <a:lnTo>
                  <a:pt x="1284" y="3351"/>
                </a:lnTo>
                <a:lnTo>
                  <a:pt x="1282" y="3351"/>
                </a:lnTo>
                <a:lnTo>
                  <a:pt x="1281" y="3351"/>
                </a:lnTo>
                <a:lnTo>
                  <a:pt x="1281" y="3350"/>
                </a:lnTo>
                <a:lnTo>
                  <a:pt x="1279" y="3350"/>
                </a:lnTo>
                <a:lnTo>
                  <a:pt x="1277" y="3351"/>
                </a:lnTo>
                <a:lnTo>
                  <a:pt x="1275" y="3352"/>
                </a:lnTo>
                <a:lnTo>
                  <a:pt x="1272" y="3353"/>
                </a:lnTo>
                <a:lnTo>
                  <a:pt x="1270" y="3354"/>
                </a:lnTo>
                <a:lnTo>
                  <a:pt x="1269" y="3355"/>
                </a:lnTo>
                <a:lnTo>
                  <a:pt x="1268" y="3355"/>
                </a:lnTo>
                <a:lnTo>
                  <a:pt x="1267" y="3356"/>
                </a:lnTo>
                <a:lnTo>
                  <a:pt x="1266" y="3356"/>
                </a:lnTo>
                <a:lnTo>
                  <a:pt x="1266" y="3355"/>
                </a:lnTo>
                <a:lnTo>
                  <a:pt x="1265" y="3355"/>
                </a:lnTo>
                <a:lnTo>
                  <a:pt x="1265" y="3354"/>
                </a:lnTo>
                <a:lnTo>
                  <a:pt x="1263" y="3354"/>
                </a:lnTo>
                <a:lnTo>
                  <a:pt x="1262" y="3354"/>
                </a:lnTo>
                <a:lnTo>
                  <a:pt x="1261" y="3354"/>
                </a:lnTo>
                <a:lnTo>
                  <a:pt x="1260" y="3354"/>
                </a:lnTo>
                <a:lnTo>
                  <a:pt x="1259" y="3359"/>
                </a:lnTo>
                <a:lnTo>
                  <a:pt x="1259" y="3367"/>
                </a:lnTo>
                <a:lnTo>
                  <a:pt x="1257" y="3369"/>
                </a:lnTo>
                <a:lnTo>
                  <a:pt x="1254" y="3370"/>
                </a:lnTo>
                <a:lnTo>
                  <a:pt x="1252" y="3370"/>
                </a:lnTo>
                <a:lnTo>
                  <a:pt x="1241" y="3370"/>
                </a:lnTo>
                <a:lnTo>
                  <a:pt x="1236" y="3370"/>
                </a:lnTo>
                <a:lnTo>
                  <a:pt x="1233" y="3371"/>
                </a:lnTo>
                <a:lnTo>
                  <a:pt x="1223" y="3369"/>
                </a:lnTo>
                <a:lnTo>
                  <a:pt x="1220" y="3368"/>
                </a:lnTo>
                <a:lnTo>
                  <a:pt x="1219" y="3368"/>
                </a:lnTo>
                <a:lnTo>
                  <a:pt x="1214" y="3370"/>
                </a:lnTo>
                <a:lnTo>
                  <a:pt x="1203" y="3374"/>
                </a:lnTo>
                <a:lnTo>
                  <a:pt x="1199" y="3377"/>
                </a:lnTo>
                <a:lnTo>
                  <a:pt x="1194" y="3377"/>
                </a:lnTo>
                <a:lnTo>
                  <a:pt x="1189" y="3378"/>
                </a:lnTo>
                <a:lnTo>
                  <a:pt x="1187" y="3380"/>
                </a:lnTo>
                <a:lnTo>
                  <a:pt x="1176" y="3388"/>
                </a:lnTo>
                <a:lnTo>
                  <a:pt x="1167" y="3395"/>
                </a:lnTo>
                <a:lnTo>
                  <a:pt x="1165" y="3396"/>
                </a:lnTo>
                <a:lnTo>
                  <a:pt x="1162" y="3396"/>
                </a:lnTo>
                <a:lnTo>
                  <a:pt x="1149" y="3397"/>
                </a:lnTo>
                <a:lnTo>
                  <a:pt x="1146" y="3399"/>
                </a:lnTo>
                <a:lnTo>
                  <a:pt x="1140" y="3399"/>
                </a:lnTo>
                <a:lnTo>
                  <a:pt x="1135" y="3401"/>
                </a:lnTo>
                <a:lnTo>
                  <a:pt x="1130" y="3404"/>
                </a:lnTo>
                <a:lnTo>
                  <a:pt x="1122" y="3405"/>
                </a:lnTo>
                <a:lnTo>
                  <a:pt x="1100" y="3408"/>
                </a:lnTo>
                <a:lnTo>
                  <a:pt x="1082" y="3409"/>
                </a:lnTo>
                <a:lnTo>
                  <a:pt x="1071" y="3409"/>
                </a:lnTo>
                <a:lnTo>
                  <a:pt x="1070" y="3410"/>
                </a:lnTo>
                <a:lnTo>
                  <a:pt x="1069" y="3410"/>
                </a:lnTo>
                <a:lnTo>
                  <a:pt x="1067" y="3415"/>
                </a:lnTo>
                <a:lnTo>
                  <a:pt x="1067" y="3419"/>
                </a:lnTo>
                <a:lnTo>
                  <a:pt x="1065" y="3420"/>
                </a:lnTo>
                <a:lnTo>
                  <a:pt x="1064" y="3420"/>
                </a:lnTo>
                <a:lnTo>
                  <a:pt x="1061" y="3420"/>
                </a:lnTo>
                <a:lnTo>
                  <a:pt x="1060" y="3421"/>
                </a:lnTo>
                <a:lnTo>
                  <a:pt x="1059" y="3422"/>
                </a:lnTo>
                <a:lnTo>
                  <a:pt x="1057" y="3423"/>
                </a:lnTo>
                <a:lnTo>
                  <a:pt x="1056" y="3424"/>
                </a:lnTo>
                <a:lnTo>
                  <a:pt x="1055" y="3424"/>
                </a:lnTo>
                <a:lnTo>
                  <a:pt x="1055" y="3423"/>
                </a:lnTo>
                <a:lnTo>
                  <a:pt x="1054" y="3423"/>
                </a:lnTo>
                <a:lnTo>
                  <a:pt x="1053" y="3423"/>
                </a:lnTo>
                <a:lnTo>
                  <a:pt x="1050" y="3424"/>
                </a:lnTo>
                <a:lnTo>
                  <a:pt x="1047" y="3427"/>
                </a:lnTo>
                <a:lnTo>
                  <a:pt x="1039" y="3430"/>
                </a:lnTo>
                <a:lnTo>
                  <a:pt x="1031" y="3431"/>
                </a:lnTo>
                <a:lnTo>
                  <a:pt x="1014" y="3418"/>
                </a:lnTo>
                <a:lnTo>
                  <a:pt x="1002" y="3406"/>
                </a:lnTo>
                <a:lnTo>
                  <a:pt x="992" y="3397"/>
                </a:lnTo>
                <a:lnTo>
                  <a:pt x="981" y="3389"/>
                </a:lnTo>
                <a:lnTo>
                  <a:pt x="977" y="3381"/>
                </a:lnTo>
                <a:lnTo>
                  <a:pt x="973" y="3377"/>
                </a:lnTo>
                <a:lnTo>
                  <a:pt x="951" y="3352"/>
                </a:lnTo>
                <a:lnTo>
                  <a:pt x="925" y="3342"/>
                </a:lnTo>
                <a:lnTo>
                  <a:pt x="923" y="3341"/>
                </a:lnTo>
                <a:lnTo>
                  <a:pt x="909" y="3336"/>
                </a:lnTo>
                <a:lnTo>
                  <a:pt x="907" y="3335"/>
                </a:lnTo>
                <a:lnTo>
                  <a:pt x="907" y="3330"/>
                </a:lnTo>
                <a:lnTo>
                  <a:pt x="907" y="3328"/>
                </a:lnTo>
                <a:lnTo>
                  <a:pt x="906" y="3326"/>
                </a:lnTo>
                <a:lnTo>
                  <a:pt x="906" y="3325"/>
                </a:lnTo>
                <a:lnTo>
                  <a:pt x="906" y="3323"/>
                </a:lnTo>
                <a:lnTo>
                  <a:pt x="905" y="3320"/>
                </a:lnTo>
                <a:lnTo>
                  <a:pt x="905" y="3319"/>
                </a:lnTo>
                <a:lnTo>
                  <a:pt x="905" y="3317"/>
                </a:lnTo>
                <a:lnTo>
                  <a:pt x="905" y="3315"/>
                </a:lnTo>
                <a:lnTo>
                  <a:pt x="904" y="3313"/>
                </a:lnTo>
                <a:lnTo>
                  <a:pt x="904" y="3312"/>
                </a:lnTo>
                <a:lnTo>
                  <a:pt x="903" y="3312"/>
                </a:lnTo>
                <a:lnTo>
                  <a:pt x="903" y="3311"/>
                </a:lnTo>
                <a:lnTo>
                  <a:pt x="903" y="3309"/>
                </a:lnTo>
                <a:lnTo>
                  <a:pt x="902" y="3306"/>
                </a:lnTo>
                <a:lnTo>
                  <a:pt x="901" y="3302"/>
                </a:lnTo>
                <a:lnTo>
                  <a:pt x="901" y="3301"/>
                </a:lnTo>
                <a:lnTo>
                  <a:pt x="901" y="3299"/>
                </a:lnTo>
                <a:lnTo>
                  <a:pt x="901" y="3298"/>
                </a:lnTo>
                <a:lnTo>
                  <a:pt x="902" y="3298"/>
                </a:lnTo>
                <a:lnTo>
                  <a:pt x="902" y="3296"/>
                </a:lnTo>
                <a:lnTo>
                  <a:pt x="901" y="3295"/>
                </a:lnTo>
                <a:lnTo>
                  <a:pt x="901" y="3291"/>
                </a:lnTo>
                <a:lnTo>
                  <a:pt x="903" y="3288"/>
                </a:lnTo>
                <a:lnTo>
                  <a:pt x="923" y="3278"/>
                </a:lnTo>
                <a:lnTo>
                  <a:pt x="932" y="3274"/>
                </a:lnTo>
                <a:lnTo>
                  <a:pt x="920" y="3237"/>
                </a:lnTo>
                <a:lnTo>
                  <a:pt x="919" y="3234"/>
                </a:lnTo>
                <a:lnTo>
                  <a:pt x="916" y="3228"/>
                </a:lnTo>
                <a:lnTo>
                  <a:pt x="913" y="3224"/>
                </a:lnTo>
                <a:lnTo>
                  <a:pt x="911" y="3222"/>
                </a:lnTo>
                <a:lnTo>
                  <a:pt x="925" y="3213"/>
                </a:lnTo>
                <a:lnTo>
                  <a:pt x="926" y="3212"/>
                </a:lnTo>
                <a:lnTo>
                  <a:pt x="938" y="3204"/>
                </a:lnTo>
                <a:lnTo>
                  <a:pt x="982" y="3173"/>
                </a:lnTo>
                <a:lnTo>
                  <a:pt x="989" y="3162"/>
                </a:lnTo>
                <a:lnTo>
                  <a:pt x="991" y="3158"/>
                </a:lnTo>
                <a:lnTo>
                  <a:pt x="991" y="3157"/>
                </a:lnTo>
                <a:lnTo>
                  <a:pt x="992" y="3156"/>
                </a:lnTo>
                <a:lnTo>
                  <a:pt x="994" y="3152"/>
                </a:lnTo>
                <a:lnTo>
                  <a:pt x="1005" y="3132"/>
                </a:lnTo>
                <a:lnTo>
                  <a:pt x="1010" y="3122"/>
                </a:lnTo>
                <a:lnTo>
                  <a:pt x="1032" y="3113"/>
                </a:lnTo>
                <a:lnTo>
                  <a:pt x="1036" y="3103"/>
                </a:lnTo>
                <a:lnTo>
                  <a:pt x="1035" y="3101"/>
                </a:lnTo>
                <a:lnTo>
                  <a:pt x="1035" y="3099"/>
                </a:lnTo>
                <a:lnTo>
                  <a:pt x="1035" y="3091"/>
                </a:lnTo>
                <a:lnTo>
                  <a:pt x="1035" y="3089"/>
                </a:lnTo>
                <a:lnTo>
                  <a:pt x="1036" y="3088"/>
                </a:lnTo>
                <a:lnTo>
                  <a:pt x="1036" y="3086"/>
                </a:lnTo>
                <a:lnTo>
                  <a:pt x="1037" y="3083"/>
                </a:lnTo>
                <a:lnTo>
                  <a:pt x="1037" y="3082"/>
                </a:lnTo>
                <a:lnTo>
                  <a:pt x="1036" y="3082"/>
                </a:lnTo>
                <a:lnTo>
                  <a:pt x="1033" y="3068"/>
                </a:lnTo>
                <a:lnTo>
                  <a:pt x="1020" y="3050"/>
                </a:lnTo>
                <a:lnTo>
                  <a:pt x="1013" y="3038"/>
                </a:lnTo>
                <a:lnTo>
                  <a:pt x="1015" y="3031"/>
                </a:lnTo>
                <a:lnTo>
                  <a:pt x="1020" y="3013"/>
                </a:lnTo>
                <a:lnTo>
                  <a:pt x="1006" y="3008"/>
                </a:lnTo>
                <a:lnTo>
                  <a:pt x="997" y="3005"/>
                </a:lnTo>
                <a:lnTo>
                  <a:pt x="983" y="3004"/>
                </a:lnTo>
                <a:lnTo>
                  <a:pt x="926" y="3023"/>
                </a:lnTo>
                <a:lnTo>
                  <a:pt x="906" y="3029"/>
                </a:lnTo>
                <a:lnTo>
                  <a:pt x="904" y="3030"/>
                </a:lnTo>
                <a:lnTo>
                  <a:pt x="895" y="3039"/>
                </a:lnTo>
                <a:lnTo>
                  <a:pt x="890" y="3043"/>
                </a:lnTo>
                <a:lnTo>
                  <a:pt x="884" y="3049"/>
                </a:lnTo>
                <a:lnTo>
                  <a:pt x="876" y="3055"/>
                </a:lnTo>
                <a:lnTo>
                  <a:pt x="871" y="3057"/>
                </a:lnTo>
                <a:lnTo>
                  <a:pt x="851" y="3077"/>
                </a:lnTo>
                <a:lnTo>
                  <a:pt x="849" y="3077"/>
                </a:lnTo>
                <a:lnTo>
                  <a:pt x="832" y="3072"/>
                </a:lnTo>
                <a:lnTo>
                  <a:pt x="818" y="3068"/>
                </a:lnTo>
                <a:lnTo>
                  <a:pt x="788" y="3060"/>
                </a:lnTo>
                <a:lnTo>
                  <a:pt x="773" y="3049"/>
                </a:lnTo>
                <a:lnTo>
                  <a:pt x="768" y="3045"/>
                </a:lnTo>
                <a:lnTo>
                  <a:pt x="765" y="3043"/>
                </a:lnTo>
                <a:lnTo>
                  <a:pt x="749" y="3047"/>
                </a:lnTo>
                <a:lnTo>
                  <a:pt x="738" y="3055"/>
                </a:lnTo>
                <a:lnTo>
                  <a:pt x="716" y="3061"/>
                </a:lnTo>
                <a:lnTo>
                  <a:pt x="693" y="3066"/>
                </a:lnTo>
                <a:lnTo>
                  <a:pt x="669" y="3073"/>
                </a:lnTo>
                <a:lnTo>
                  <a:pt x="666" y="3073"/>
                </a:lnTo>
                <a:lnTo>
                  <a:pt x="666" y="3074"/>
                </a:lnTo>
                <a:lnTo>
                  <a:pt x="682" y="3092"/>
                </a:lnTo>
                <a:lnTo>
                  <a:pt x="684" y="3094"/>
                </a:lnTo>
                <a:lnTo>
                  <a:pt x="688" y="3100"/>
                </a:lnTo>
                <a:lnTo>
                  <a:pt x="692" y="3104"/>
                </a:lnTo>
                <a:lnTo>
                  <a:pt x="703" y="3117"/>
                </a:lnTo>
                <a:lnTo>
                  <a:pt x="691" y="3125"/>
                </a:lnTo>
                <a:lnTo>
                  <a:pt x="681" y="3132"/>
                </a:lnTo>
                <a:lnTo>
                  <a:pt x="668" y="3151"/>
                </a:lnTo>
                <a:lnTo>
                  <a:pt x="657" y="3161"/>
                </a:lnTo>
                <a:lnTo>
                  <a:pt x="656" y="3162"/>
                </a:lnTo>
                <a:lnTo>
                  <a:pt x="655" y="3163"/>
                </a:lnTo>
                <a:lnTo>
                  <a:pt x="653" y="3161"/>
                </a:lnTo>
                <a:lnTo>
                  <a:pt x="652" y="3161"/>
                </a:lnTo>
                <a:lnTo>
                  <a:pt x="651" y="3160"/>
                </a:lnTo>
                <a:lnTo>
                  <a:pt x="650" y="3159"/>
                </a:lnTo>
                <a:lnTo>
                  <a:pt x="649" y="3159"/>
                </a:lnTo>
                <a:lnTo>
                  <a:pt x="646" y="3159"/>
                </a:lnTo>
                <a:lnTo>
                  <a:pt x="645" y="3159"/>
                </a:lnTo>
                <a:lnTo>
                  <a:pt x="645" y="3158"/>
                </a:lnTo>
                <a:lnTo>
                  <a:pt x="644" y="3158"/>
                </a:lnTo>
                <a:lnTo>
                  <a:pt x="643" y="3158"/>
                </a:lnTo>
                <a:lnTo>
                  <a:pt x="642" y="3158"/>
                </a:lnTo>
                <a:lnTo>
                  <a:pt x="642" y="3157"/>
                </a:lnTo>
                <a:lnTo>
                  <a:pt x="641" y="3157"/>
                </a:lnTo>
                <a:lnTo>
                  <a:pt x="640" y="3156"/>
                </a:lnTo>
                <a:lnTo>
                  <a:pt x="640" y="3157"/>
                </a:lnTo>
                <a:lnTo>
                  <a:pt x="639" y="3157"/>
                </a:lnTo>
                <a:lnTo>
                  <a:pt x="639" y="3156"/>
                </a:lnTo>
                <a:lnTo>
                  <a:pt x="638" y="3156"/>
                </a:lnTo>
                <a:lnTo>
                  <a:pt x="637" y="3157"/>
                </a:lnTo>
                <a:lnTo>
                  <a:pt x="636" y="3157"/>
                </a:lnTo>
                <a:lnTo>
                  <a:pt x="635" y="3157"/>
                </a:lnTo>
                <a:lnTo>
                  <a:pt x="635" y="3158"/>
                </a:lnTo>
                <a:lnTo>
                  <a:pt x="634" y="3158"/>
                </a:lnTo>
                <a:lnTo>
                  <a:pt x="634" y="3159"/>
                </a:lnTo>
                <a:lnTo>
                  <a:pt x="633" y="3159"/>
                </a:lnTo>
                <a:lnTo>
                  <a:pt x="633" y="3160"/>
                </a:lnTo>
                <a:lnTo>
                  <a:pt x="632" y="3161"/>
                </a:lnTo>
                <a:lnTo>
                  <a:pt x="631" y="3162"/>
                </a:lnTo>
                <a:lnTo>
                  <a:pt x="630" y="3162"/>
                </a:lnTo>
                <a:lnTo>
                  <a:pt x="630" y="3163"/>
                </a:lnTo>
                <a:lnTo>
                  <a:pt x="629" y="3163"/>
                </a:lnTo>
                <a:lnTo>
                  <a:pt x="629" y="3164"/>
                </a:lnTo>
                <a:lnTo>
                  <a:pt x="628" y="3165"/>
                </a:lnTo>
                <a:lnTo>
                  <a:pt x="626" y="3161"/>
                </a:lnTo>
                <a:lnTo>
                  <a:pt x="625" y="3160"/>
                </a:lnTo>
                <a:lnTo>
                  <a:pt x="623" y="3155"/>
                </a:lnTo>
                <a:lnTo>
                  <a:pt x="623" y="3154"/>
                </a:lnTo>
                <a:lnTo>
                  <a:pt x="621" y="3151"/>
                </a:lnTo>
                <a:lnTo>
                  <a:pt x="612" y="3147"/>
                </a:lnTo>
                <a:lnTo>
                  <a:pt x="611" y="3147"/>
                </a:lnTo>
                <a:lnTo>
                  <a:pt x="611" y="3146"/>
                </a:lnTo>
                <a:lnTo>
                  <a:pt x="610" y="3146"/>
                </a:lnTo>
                <a:lnTo>
                  <a:pt x="609" y="3146"/>
                </a:lnTo>
                <a:lnTo>
                  <a:pt x="608" y="3146"/>
                </a:lnTo>
                <a:lnTo>
                  <a:pt x="607" y="3145"/>
                </a:lnTo>
                <a:lnTo>
                  <a:pt x="607" y="3144"/>
                </a:lnTo>
                <a:lnTo>
                  <a:pt x="606" y="3144"/>
                </a:lnTo>
                <a:lnTo>
                  <a:pt x="606" y="3143"/>
                </a:lnTo>
                <a:lnTo>
                  <a:pt x="605" y="3143"/>
                </a:lnTo>
                <a:lnTo>
                  <a:pt x="605" y="3142"/>
                </a:lnTo>
                <a:lnTo>
                  <a:pt x="604" y="3142"/>
                </a:lnTo>
                <a:lnTo>
                  <a:pt x="603" y="3142"/>
                </a:lnTo>
                <a:lnTo>
                  <a:pt x="603" y="3141"/>
                </a:lnTo>
                <a:lnTo>
                  <a:pt x="602" y="3141"/>
                </a:lnTo>
                <a:lnTo>
                  <a:pt x="601" y="3141"/>
                </a:lnTo>
                <a:lnTo>
                  <a:pt x="600" y="3141"/>
                </a:lnTo>
                <a:lnTo>
                  <a:pt x="600" y="3140"/>
                </a:lnTo>
                <a:lnTo>
                  <a:pt x="599" y="3140"/>
                </a:lnTo>
                <a:lnTo>
                  <a:pt x="598" y="3140"/>
                </a:lnTo>
                <a:lnTo>
                  <a:pt x="598" y="3139"/>
                </a:lnTo>
                <a:lnTo>
                  <a:pt x="597" y="3139"/>
                </a:lnTo>
                <a:lnTo>
                  <a:pt x="597" y="3138"/>
                </a:lnTo>
                <a:lnTo>
                  <a:pt x="596" y="3138"/>
                </a:lnTo>
                <a:lnTo>
                  <a:pt x="595" y="3138"/>
                </a:lnTo>
                <a:lnTo>
                  <a:pt x="594" y="3138"/>
                </a:lnTo>
                <a:lnTo>
                  <a:pt x="593" y="3138"/>
                </a:lnTo>
                <a:lnTo>
                  <a:pt x="592" y="3138"/>
                </a:lnTo>
                <a:lnTo>
                  <a:pt x="592" y="3137"/>
                </a:lnTo>
                <a:lnTo>
                  <a:pt x="591" y="3138"/>
                </a:lnTo>
                <a:lnTo>
                  <a:pt x="591" y="3137"/>
                </a:lnTo>
                <a:lnTo>
                  <a:pt x="591" y="3138"/>
                </a:lnTo>
                <a:lnTo>
                  <a:pt x="590" y="3138"/>
                </a:lnTo>
                <a:lnTo>
                  <a:pt x="590" y="3137"/>
                </a:lnTo>
                <a:lnTo>
                  <a:pt x="589" y="3137"/>
                </a:lnTo>
                <a:lnTo>
                  <a:pt x="588" y="3137"/>
                </a:lnTo>
                <a:lnTo>
                  <a:pt x="588" y="3136"/>
                </a:lnTo>
                <a:lnTo>
                  <a:pt x="587" y="3136"/>
                </a:lnTo>
                <a:lnTo>
                  <a:pt x="586" y="3136"/>
                </a:lnTo>
                <a:lnTo>
                  <a:pt x="585" y="3136"/>
                </a:lnTo>
                <a:lnTo>
                  <a:pt x="584" y="3135"/>
                </a:lnTo>
                <a:lnTo>
                  <a:pt x="583" y="3135"/>
                </a:lnTo>
                <a:lnTo>
                  <a:pt x="583" y="3134"/>
                </a:lnTo>
                <a:lnTo>
                  <a:pt x="582" y="3134"/>
                </a:lnTo>
                <a:lnTo>
                  <a:pt x="582" y="3133"/>
                </a:lnTo>
                <a:lnTo>
                  <a:pt x="582" y="3132"/>
                </a:lnTo>
                <a:lnTo>
                  <a:pt x="582" y="3131"/>
                </a:lnTo>
                <a:lnTo>
                  <a:pt x="583" y="3131"/>
                </a:lnTo>
                <a:lnTo>
                  <a:pt x="584" y="3131"/>
                </a:lnTo>
                <a:lnTo>
                  <a:pt x="585" y="3131"/>
                </a:lnTo>
                <a:lnTo>
                  <a:pt x="585" y="3130"/>
                </a:lnTo>
                <a:lnTo>
                  <a:pt x="586" y="3130"/>
                </a:lnTo>
                <a:lnTo>
                  <a:pt x="587" y="3130"/>
                </a:lnTo>
                <a:lnTo>
                  <a:pt x="587" y="3129"/>
                </a:lnTo>
                <a:lnTo>
                  <a:pt x="586" y="3129"/>
                </a:lnTo>
                <a:lnTo>
                  <a:pt x="587" y="3129"/>
                </a:lnTo>
                <a:lnTo>
                  <a:pt x="587" y="3128"/>
                </a:lnTo>
                <a:lnTo>
                  <a:pt x="587" y="3127"/>
                </a:lnTo>
                <a:lnTo>
                  <a:pt x="588" y="3127"/>
                </a:lnTo>
                <a:lnTo>
                  <a:pt x="588" y="3126"/>
                </a:lnTo>
                <a:lnTo>
                  <a:pt x="588" y="3125"/>
                </a:lnTo>
                <a:lnTo>
                  <a:pt x="587" y="3124"/>
                </a:lnTo>
                <a:lnTo>
                  <a:pt x="587" y="3123"/>
                </a:lnTo>
                <a:lnTo>
                  <a:pt x="587" y="3122"/>
                </a:lnTo>
                <a:lnTo>
                  <a:pt x="582" y="3121"/>
                </a:lnTo>
                <a:lnTo>
                  <a:pt x="578" y="3121"/>
                </a:lnTo>
                <a:lnTo>
                  <a:pt x="575" y="3119"/>
                </a:lnTo>
                <a:lnTo>
                  <a:pt x="572" y="3119"/>
                </a:lnTo>
                <a:lnTo>
                  <a:pt x="572" y="3113"/>
                </a:lnTo>
                <a:lnTo>
                  <a:pt x="572" y="3112"/>
                </a:lnTo>
                <a:lnTo>
                  <a:pt x="572" y="3111"/>
                </a:lnTo>
                <a:lnTo>
                  <a:pt x="572" y="3110"/>
                </a:lnTo>
                <a:lnTo>
                  <a:pt x="572" y="3109"/>
                </a:lnTo>
                <a:lnTo>
                  <a:pt x="570" y="3106"/>
                </a:lnTo>
                <a:lnTo>
                  <a:pt x="566" y="3100"/>
                </a:lnTo>
                <a:lnTo>
                  <a:pt x="567" y="3098"/>
                </a:lnTo>
                <a:lnTo>
                  <a:pt x="568" y="3095"/>
                </a:lnTo>
                <a:lnTo>
                  <a:pt x="569" y="3092"/>
                </a:lnTo>
                <a:lnTo>
                  <a:pt x="570" y="3089"/>
                </a:lnTo>
                <a:lnTo>
                  <a:pt x="572" y="3085"/>
                </a:lnTo>
                <a:lnTo>
                  <a:pt x="564" y="3089"/>
                </a:lnTo>
                <a:lnTo>
                  <a:pt x="562" y="3090"/>
                </a:lnTo>
                <a:lnTo>
                  <a:pt x="556" y="3093"/>
                </a:lnTo>
                <a:lnTo>
                  <a:pt x="555" y="3094"/>
                </a:lnTo>
                <a:lnTo>
                  <a:pt x="541" y="3097"/>
                </a:lnTo>
                <a:lnTo>
                  <a:pt x="532" y="3099"/>
                </a:lnTo>
                <a:lnTo>
                  <a:pt x="530" y="3099"/>
                </a:lnTo>
                <a:lnTo>
                  <a:pt x="530" y="3098"/>
                </a:lnTo>
                <a:lnTo>
                  <a:pt x="530" y="3097"/>
                </a:lnTo>
                <a:lnTo>
                  <a:pt x="531" y="3095"/>
                </a:lnTo>
                <a:lnTo>
                  <a:pt x="531" y="3093"/>
                </a:lnTo>
                <a:lnTo>
                  <a:pt x="531" y="3091"/>
                </a:lnTo>
                <a:lnTo>
                  <a:pt x="531" y="3088"/>
                </a:lnTo>
                <a:lnTo>
                  <a:pt x="530" y="3087"/>
                </a:lnTo>
                <a:lnTo>
                  <a:pt x="525" y="3084"/>
                </a:lnTo>
                <a:lnTo>
                  <a:pt x="521" y="3081"/>
                </a:lnTo>
                <a:lnTo>
                  <a:pt x="518" y="3087"/>
                </a:lnTo>
                <a:lnTo>
                  <a:pt x="517" y="3088"/>
                </a:lnTo>
                <a:lnTo>
                  <a:pt x="516" y="3087"/>
                </a:lnTo>
                <a:lnTo>
                  <a:pt x="514" y="3085"/>
                </a:lnTo>
                <a:lnTo>
                  <a:pt x="512" y="3084"/>
                </a:lnTo>
                <a:lnTo>
                  <a:pt x="512" y="3083"/>
                </a:lnTo>
                <a:lnTo>
                  <a:pt x="511" y="3082"/>
                </a:lnTo>
                <a:lnTo>
                  <a:pt x="510" y="3082"/>
                </a:lnTo>
                <a:lnTo>
                  <a:pt x="510" y="3081"/>
                </a:lnTo>
                <a:lnTo>
                  <a:pt x="510" y="3079"/>
                </a:lnTo>
                <a:lnTo>
                  <a:pt x="510" y="3074"/>
                </a:lnTo>
                <a:lnTo>
                  <a:pt x="510" y="3072"/>
                </a:lnTo>
                <a:lnTo>
                  <a:pt x="510" y="3071"/>
                </a:lnTo>
                <a:lnTo>
                  <a:pt x="515" y="3065"/>
                </a:lnTo>
                <a:lnTo>
                  <a:pt x="516" y="3064"/>
                </a:lnTo>
                <a:lnTo>
                  <a:pt x="516" y="3063"/>
                </a:lnTo>
                <a:lnTo>
                  <a:pt x="516" y="3062"/>
                </a:lnTo>
                <a:lnTo>
                  <a:pt x="516" y="3061"/>
                </a:lnTo>
                <a:lnTo>
                  <a:pt x="515" y="3060"/>
                </a:lnTo>
                <a:lnTo>
                  <a:pt x="515" y="3059"/>
                </a:lnTo>
                <a:lnTo>
                  <a:pt x="515" y="3058"/>
                </a:lnTo>
                <a:lnTo>
                  <a:pt x="515" y="3057"/>
                </a:lnTo>
                <a:lnTo>
                  <a:pt x="515" y="3056"/>
                </a:lnTo>
                <a:lnTo>
                  <a:pt x="514" y="3056"/>
                </a:lnTo>
                <a:lnTo>
                  <a:pt x="514" y="3055"/>
                </a:lnTo>
                <a:lnTo>
                  <a:pt x="514" y="3054"/>
                </a:lnTo>
                <a:lnTo>
                  <a:pt x="514" y="3053"/>
                </a:lnTo>
                <a:lnTo>
                  <a:pt x="514" y="3052"/>
                </a:lnTo>
                <a:lnTo>
                  <a:pt x="514" y="3051"/>
                </a:lnTo>
                <a:lnTo>
                  <a:pt x="513" y="3050"/>
                </a:lnTo>
                <a:lnTo>
                  <a:pt x="513" y="3049"/>
                </a:lnTo>
                <a:lnTo>
                  <a:pt x="514" y="3049"/>
                </a:lnTo>
                <a:lnTo>
                  <a:pt x="514" y="3048"/>
                </a:lnTo>
                <a:lnTo>
                  <a:pt x="514" y="3047"/>
                </a:lnTo>
                <a:lnTo>
                  <a:pt x="513" y="3046"/>
                </a:lnTo>
                <a:lnTo>
                  <a:pt x="513" y="3045"/>
                </a:lnTo>
                <a:lnTo>
                  <a:pt x="513" y="3044"/>
                </a:lnTo>
                <a:lnTo>
                  <a:pt x="513" y="3036"/>
                </a:lnTo>
                <a:lnTo>
                  <a:pt x="513" y="3035"/>
                </a:lnTo>
                <a:lnTo>
                  <a:pt x="513" y="3027"/>
                </a:lnTo>
                <a:lnTo>
                  <a:pt x="513" y="3014"/>
                </a:lnTo>
                <a:lnTo>
                  <a:pt x="513" y="3003"/>
                </a:lnTo>
                <a:lnTo>
                  <a:pt x="501" y="3003"/>
                </a:lnTo>
                <a:lnTo>
                  <a:pt x="499" y="3003"/>
                </a:lnTo>
                <a:lnTo>
                  <a:pt x="497" y="3003"/>
                </a:lnTo>
                <a:lnTo>
                  <a:pt x="495" y="3002"/>
                </a:lnTo>
                <a:lnTo>
                  <a:pt x="494" y="3002"/>
                </a:lnTo>
                <a:lnTo>
                  <a:pt x="493" y="3002"/>
                </a:lnTo>
                <a:lnTo>
                  <a:pt x="493" y="3003"/>
                </a:lnTo>
                <a:lnTo>
                  <a:pt x="492" y="3003"/>
                </a:lnTo>
                <a:lnTo>
                  <a:pt x="491" y="3003"/>
                </a:lnTo>
                <a:lnTo>
                  <a:pt x="489" y="3004"/>
                </a:lnTo>
                <a:lnTo>
                  <a:pt x="487" y="3004"/>
                </a:lnTo>
                <a:lnTo>
                  <a:pt x="485" y="3005"/>
                </a:lnTo>
                <a:lnTo>
                  <a:pt x="484" y="3005"/>
                </a:lnTo>
                <a:lnTo>
                  <a:pt x="483" y="3005"/>
                </a:lnTo>
                <a:lnTo>
                  <a:pt x="482" y="3005"/>
                </a:lnTo>
                <a:lnTo>
                  <a:pt x="481" y="3005"/>
                </a:lnTo>
                <a:lnTo>
                  <a:pt x="478" y="3005"/>
                </a:lnTo>
                <a:lnTo>
                  <a:pt x="476" y="3005"/>
                </a:lnTo>
                <a:lnTo>
                  <a:pt x="476" y="3004"/>
                </a:lnTo>
                <a:lnTo>
                  <a:pt x="475" y="3004"/>
                </a:lnTo>
                <a:lnTo>
                  <a:pt x="474" y="3004"/>
                </a:lnTo>
                <a:lnTo>
                  <a:pt x="473" y="3003"/>
                </a:lnTo>
                <a:lnTo>
                  <a:pt x="472" y="3004"/>
                </a:lnTo>
                <a:lnTo>
                  <a:pt x="471" y="3003"/>
                </a:lnTo>
                <a:lnTo>
                  <a:pt x="470" y="3003"/>
                </a:lnTo>
                <a:lnTo>
                  <a:pt x="468" y="3003"/>
                </a:lnTo>
                <a:lnTo>
                  <a:pt x="468" y="3002"/>
                </a:lnTo>
                <a:lnTo>
                  <a:pt x="467" y="3002"/>
                </a:lnTo>
                <a:lnTo>
                  <a:pt x="466" y="3002"/>
                </a:lnTo>
                <a:lnTo>
                  <a:pt x="465" y="3002"/>
                </a:lnTo>
                <a:lnTo>
                  <a:pt x="464" y="3002"/>
                </a:lnTo>
                <a:lnTo>
                  <a:pt x="463" y="3002"/>
                </a:lnTo>
                <a:lnTo>
                  <a:pt x="461" y="3002"/>
                </a:lnTo>
                <a:lnTo>
                  <a:pt x="462" y="2985"/>
                </a:lnTo>
                <a:lnTo>
                  <a:pt x="453" y="2984"/>
                </a:lnTo>
                <a:lnTo>
                  <a:pt x="435" y="2978"/>
                </a:lnTo>
                <a:lnTo>
                  <a:pt x="432" y="2965"/>
                </a:lnTo>
                <a:lnTo>
                  <a:pt x="434" y="2957"/>
                </a:lnTo>
                <a:lnTo>
                  <a:pt x="427" y="2945"/>
                </a:lnTo>
                <a:lnTo>
                  <a:pt x="426" y="2944"/>
                </a:lnTo>
                <a:lnTo>
                  <a:pt x="425" y="2941"/>
                </a:lnTo>
                <a:lnTo>
                  <a:pt x="405" y="2936"/>
                </a:lnTo>
                <a:lnTo>
                  <a:pt x="393" y="2925"/>
                </a:lnTo>
                <a:lnTo>
                  <a:pt x="382" y="2922"/>
                </a:lnTo>
                <a:lnTo>
                  <a:pt x="373" y="2917"/>
                </a:lnTo>
                <a:lnTo>
                  <a:pt x="371" y="2914"/>
                </a:lnTo>
                <a:lnTo>
                  <a:pt x="361" y="2901"/>
                </a:lnTo>
                <a:lnTo>
                  <a:pt x="360" y="2900"/>
                </a:lnTo>
                <a:lnTo>
                  <a:pt x="358" y="2900"/>
                </a:lnTo>
                <a:lnTo>
                  <a:pt x="353" y="2899"/>
                </a:lnTo>
                <a:lnTo>
                  <a:pt x="352" y="2899"/>
                </a:lnTo>
                <a:lnTo>
                  <a:pt x="351" y="2898"/>
                </a:lnTo>
                <a:lnTo>
                  <a:pt x="349" y="2897"/>
                </a:lnTo>
                <a:lnTo>
                  <a:pt x="346" y="2897"/>
                </a:lnTo>
                <a:lnTo>
                  <a:pt x="344" y="2896"/>
                </a:lnTo>
                <a:lnTo>
                  <a:pt x="342" y="2895"/>
                </a:lnTo>
                <a:lnTo>
                  <a:pt x="341" y="2895"/>
                </a:lnTo>
                <a:lnTo>
                  <a:pt x="339" y="2894"/>
                </a:lnTo>
                <a:lnTo>
                  <a:pt x="338" y="2894"/>
                </a:lnTo>
                <a:lnTo>
                  <a:pt x="336" y="2894"/>
                </a:lnTo>
                <a:lnTo>
                  <a:pt x="335" y="2894"/>
                </a:lnTo>
                <a:lnTo>
                  <a:pt x="304" y="2895"/>
                </a:lnTo>
                <a:lnTo>
                  <a:pt x="304" y="2894"/>
                </a:lnTo>
                <a:lnTo>
                  <a:pt x="303" y="2893"/>
                </a:lnTo>
                <a:lnTo>
                  <a:pt x="303" y="2892"/>
                </a:lnTo>
                <a:lnTo>
                  <a:pt x="303" y="2891"/>
                </a:lnTo>
                <a:lnTo>
                  <a:pt x="304" y="2891"/>
                </a:lnTo>
                <a:lnTo>
                  <a:pt x="305" y="2891"/>
                </a:lnTo>
                <a:lnTo>
                  <a:pt x="306" y="2891"/>
                </a:lnTo>
                <a:lnTo>
                  <a:pt x="307" y="2891"/>
                </a:lnTo>
                <a:lnTo>
                  <a:pt x="308" y="2892"/>
                </a:lnTo>
                <a:lnTo>
                  <a:pt x="308" y="2893"/>
                </a:lnTo>
                <a:lnTo>
                  <a:pt x="310" y="2893"/>
                </a:lnTo>
                <a:lnTo>
                  <a:pt x="310" y="2894"/>
                </a:lnTo>
                <a:lnTo>
                  <a:pt x="313" y="2894"/>
                </a:lnTo>
                <a:lnTo>
                  <a:pt x="314" y="2893"/>
                </a:lnTo>
                <a:lnTo>
                  <a:pt x="315" y="2893"/>
                </a:lnTo>
                <a:lnTo>
                  <a:pt x="316" y="2893"/>
                </a:lnTo>
                <a:lnTo>
                  <a:pt x="317" y="2892"/>
                </a:lnTo>
                <a:lnTo>
                  <a:pt x="318" y="2892"/>
                </a:lnTo>
                <a:lnTo>
                  <a:pt x="319" y="2891"/>
                </a:lnTo>
                <a:lnTo>
                  <a:pt x="320" y="2890"/>
                </a:lnTo>
                <a:lnTo>
                  <a:pt x="321" y="2890"/>
                </a:lnTo>
                <a:lnTo>
                  <a:pt x="322" y="2890"/>
                </a:lnTo>
                <a:lnTo>
                  <a:pt x="325" y="2888"/>
                </a:lnTo>
                <a:lnTo>
                  <a:pt x="328" y="2887"/>
                </a:lnTo>
                <a:lnTo>
                  <a:pt x="329" y="2886"/>
                </a:lnTo>
                <a:lnTo>
                  <a:pt x="331" y="2886"/>
                </a:lnTo>
                <a:lnTo>
                  <a:pt x="332" y="2885"/>
                </a:lnTo>
                <a:lnTo>
                  <a:pt x="333" y="2885"/>
                </a:lnTo>
                <a:lnTo>
                  <a:pt x="333" y="2884"/>
                </a:lnTo>
                <a:lnTo>
                  <a:pt x="338" y="2882"/>
                </a:lnTo>
                <a:lnTo>
                  <a:pt x="339" y="2881"/>
                </a:lnTo>
                <a:lnTo>
                  <a:pt x="340" y="2881"/>
                </a:lnTo>
                <a:lnTo>
                  <a:pt x="341" y="2881"/>
                </a:lnTo>
                <a:lnTo>
                  <a:pt x="343" y="2879"/>
                </a:lnTo>
                <a:lnTo>
                  <a:pt x="344" y="2878"/>
                </a:lnTo>
                <a:lnTo>
                  <a:pt x="346" y="2877"/>
                </a:lnTo>
                <a:lnTo>
                  <a:pt x="346" y="2876"/>
                </a:lnTo>
                <a:lnTo>
                  <a:pt x="347" y="2876"/>
                </a:lnTo>
                <a:lnTo>
                  <a:pt x="348" y="2876"/>
                </a:lnTo>
                <a:lnTo>
                  <a:pt x="348" y="2875"/>
                </a:lnTo>
                <a:lnTo>
                  <a:pt x="349" y="2874"/>
                </a:lnTo>
                <a:lnTo>
                  <a:pt x="349" y="2873"/>
                </a:lnTo>
                <a:lnTo>
                  <a:pt x="351" y="2872"/>
                </a:lnTo>
                <a:lnTo>
                  <a:pt x="351" y="2871"/>
                </a:lnTo>
                <a:lnTo>
                  <a:pt x="352" y="2871"/>
                </a:lnTo>
                <a:lnTo>
                  <a:pt x="352" y="2870"/>
                </a:lnTo>
                <a:lnTo>
                  <a:pt x="353" y="2870"/>
                </a:lnTo>
                <a:lnTo>
                  <a:pt x="354" y="2870"/>
                </a:lnTo>
                <a:lnTo>
                  <a:pt x="355" y="2870"/>
                </a:lnTo>
                <a:lnTo>
                  <a:pt x="359" y="2870"/>
                </a:lnTo>
                <a:lnTo>
                  <a:pt x="360" y="2870"/>
                </a:lnTo>
                <a:lnTo>
                  <a:pt x="363" y="2870"/>
                </a:lnTo>
                <a:lnTo>
                  <a:pt x="364" y="2870"/>
                </a:lnTo>
                <a:lnTo>
                  <a:pt x="365" y="2870"/>
                </a:lnTo>
                <a:lnTo>
                  <a:pt x="366" y="2870"/>
                </a:lnTo>
                <a:lnTo>
                  <a:pt x="367" y="2869"/>
                </a:lnTo>
                <a:lnTo>
                  <a:pt x="368" y="2869"/>
                </a:lnTo>
                <a:lnTo>
                  <a:pt x="369" y="2869"/>
                </a:lnTo>
                <a:lnTo>
                  <a:pt x="369" y="2868"/>
                </a:lnTo>
                <a:lnTo>
                  <a:pt x="370" y="2868"/>
                </a:lnTo>
                <a:lnTo>
                  <a:pt x="371" y="2867"/>
                </a:lnTo>
                <a:lnTo>
                  <a:pt x="372" y="2867"/>
                </a:lnTo>
                <a:lnTo>
                  <a:pt x="372" y="2866"/>
                </a:lnTo>
                <a:lnTo>
                  <a:pt x="373" y="2866"/>
                </a:lnTo>
                <a:lnTo>
                  <a:pt x="374" y="2865"/>
                </a:lnTo>
                <a:lnTo>
                  <a:pt x="375" y="2864"/>
                </a:lnTo>
                <a:lnTo>
                  <a:pt x="376" y="2863"/>
                </a:lnTo>
                <a:lnTo>
                  <a:pt x="378" y="2861"/>
                </a:lnTo>
                <a:lnTo>
                  <a:pt x="379" y="2861"/>
                </a:lnTo>
                <a:lnTo>
                  <a:pt x="380" y="2860"/>
                </a:lnTo>
                <a:lnTo>
                  <a:pt x="380" y="2859"/>
                </a:lnTo>
                <a:lnTo>
                  <a:pt x="380" y="2857"/>
                </a:lnTo>
                <a:lnTo>
                  <a:pt x="381" y="2856"/>
                </a:lnTo>
                <a:lnTo>
                  <a:pt x="381" y="2854"/>
                </a:lnTo>
                <a:lnTo>
                  <a:pt x="382" y="2852"/>
                </a:lnTo>
                <a:lnTo>
                  <a:pt x="383" y="2850"/>
                </a:lnTo>
                <a:lnTo>
                  <a:pt x="383" y="2847"/>
                </a:lnTo>
                <a:lnTo>
                  <a:pt x="384" y="2846"/>
                </a:lnTo>
                <a:lnTo>
                  <a:pt x="384" y="2845"/>
                </a:lnTo>
                <a:lnTo>
                  <a:pt x="384" y="2844"/>
                </a:lnTo>
                <a:lnTo>
                  <a:pt x="384" y="2843"/>
                </a:lnTo>
                <a:lnTo>
                  <a:pt x="385" y="2843"/>
                </a:lnTo>
                <a:lnTo>
                  <a:pt x="385" y="2842"/>
                </a:lnTo>
                <a:lnTo>
                  <a:pt x="386" y="2840"/>
                </a:lnTo>
                <a:lnTo>
                  <a:pt x="386" y="2839"/>
                </a:lnTo>
                <a:lnTo>
                  <a:pt x="387" y="2839"/>
                </a:lnTo>
                <a:lnTo>
                  <a:pt x="387" y="2838"/>
                </a:lnTo>
                <a:lnTo>
                  <a:pt x="388" y="2838"/>
                </a:lnTo>
                <a:lnTo>
                  <a:pt x="388" y="2837"/>
                </a:lnTo>
                <a:lnTo>
                  <a:pt x="389" y="2837"/>
                </a:lnTo>
                <a:lnTo>
                  <a:pt x="389" y="2836"/>
                </a:lnTo>
                <a:lnTo>
                  <a:pt x="390" y="2836"/>
                </a:lnTo>
                <a:lnTo>
                  <a:pt x="390" y="2835"/>
                </a:lnTo>
                <a:lnTo>
                  <a:pt x="391" y="2834"/>
                </a:lnTo>
                <a:lnTo>
                  <a:pt x="392" y="2833"/>
                </a:lnTo>
                <a:lnTo>
                  <a:pt x="393" y="2832"/>
                </a:lnTo>
                <a:lnTo>
                  <a:pt x="395" y="2831"/>
                </a:lnTo>
                <a:lnTo>
                  <a:pt x="396" y="2831"/>
                </a:lnTo>
                <a:lnTo>
                  <a:pt x="398" y="2830"/>
                </a:lnTo>
                <a:lnTo>
                  <a:pt x="398" y="2829"/>
                </a:lnTo>
                <a:lnTo>
                  <a:pt x="401" y="2828"/>
                </a:lnTo>
                <a:lnTo>
                  <a:pt x="403" y="2827"/>
                </a:lnTo>
                <a:lnTo>
                  <a:pt x="406" y="2825"/>
                </a:lnTo>
                <a:lnTo>
                  <a:pt x="408" y="2824"/>
                </a:lnTo>
                <a:lnTo>
                  <a:pt x="410" y="2823"/>
                </a:lnTo>
                <a:lnTo>
                  <a:pt x="410" y="2822"/>
                </a:lnTo>
                <a:lnTo>
                  <a:pt x="413" y="2821"/>
                </a:lnTo>
                <a:lnTo>
                  <a:pt x="415" y="2820"/>
                </a:lnTo>
                <a:lnTo>
                  <a:pt x="417" y="2818"/>
                </a:lnTo>
                <a:lnTo>
                  <a:pt x="419" y="2818"/>
                </a:lnTo>
                <a:lnTo>
                  <a:pt x="419" y="2806"/>
                </a:lnTo>
                <a:lnTo>
                  <a:pt x="420" y="2788"/>
                </a:lnTo>
                <a:lnTo>
                  <a:pt x="421" y="2771"/>
                </a:lnTo>
                <a:lnTo>
                  <a:pt x="422" y="2763"/>
                </a:lnTo>
                <a:lnTo>
                  <a:pt x="434" y="2747"/>
                </a:lnTo>
                <a:lnTo>
                  <a:pt x="434" y="2737"/>
                </a:lnTo>
                <a:lnTo>
                  <a:pt x="434" y="2727"/>
                </a:lnTo>
                <a:lnTo>
                  <a:pt x="432" y="2725"/>
                </a:lnTo>
                <a:lnTo>
                  <a:pt x="422" y="2706"/>
                </a:lnTo>
                <a:lnTo>
                  <a:pt x="420" y="2702"/>
                </a:lnTo>
                <a:lnTo>
                  <a:pt x="416" y="2693"/>
                </a:lnTo>
                <a:lnTo>
                  <a:pt x="408" y="2686"/>
                </a:lnTo>
                <a:lnTo>
                  <a:pt x="400" y="2685"/>
                </a:lnTo>
                <a:lnTo>
                  <a:pt x="397" y="2685"/>
                </a:lnTo>
                <a:lnTo>
                  <a:pt x="374" y="2681"/>
                </a:lnTo>
                <a:lnTo>
                  <a:pt x="362" y="2680"/>
                </a:lnTo>
                <a:lnTo>
                  <a:pt x="350" y="2678"/>
                </a:lnTo>
                <a:lnTo>
                  <a:pt x="333" y="2695"/>
                </a:lnTo>
                <a:lnTo>
                  <a:pt x="323" y="2694"/>
                </a:lnTo>
                <a:lnTo>
                  <a:pt x="313" y="2693"/>
                </a:lnTo>
                <a:lnTo>
                  <a:pt x="302" y="2692"/>
                </a:lnTo>
                <a:lnTo>
                  <a:pt x="290" y="2691"/>
                </a:lnTo>
                <a:lnTo>
                  <a:pt x="285" y="2690"/>
                </a:lnTo>
                <a:lnTo>
                  <a:pt x="273" y="2689"/>
                </a:lnTo>
                <a:lnTo>
                  <a:pt x="273" y="2694"/>
                </a:lnTo>
                <a:lnTo>
                  <a:pt x="272" y="2712"/>
                </a:lnTo>
                <a:lnTo>
                  <a:pt x="271" y="2712"/>
                </a:lnTo>
                <a:lnTo>
                  <a:pt x="264" y="2718"/>
                </a:lnTo>
                <a:lnTo>
                  <a:pt x="263" y="2720"/>
                </a:lnTo>
                <a:lnTo>
                  <a:pt x="262" y="2722"/>
                </a:lnTo>
                <a:lnTo>
                  <a:pt x="261" y="2724"/>
                </a:lnTo>
                <a:lnTo>
                  <a:pt x="260" y="2726"/>
                </a:lnTo>
                <a:lnTo>
                  <a:pt x="259" y="2726"/>
                </a:lnTo>
                <a:lnTo>
                  <a:pt x="258" y="2725"/>
                </a:lnTo>
                <a:lnTo>
                  <a:pt x="257" y="2725"/>
                </a:lnTo>
                <a:lnTo>
                  <a:pt x="256" y="2725"/>
                </a:lnTo>
                <a:lnTo>
                  <a:pt x="256" y="2724"/>
                </a:lnTo>
                <a:lnTo>
                  <a:pt x="255" y="2724"/>
                </a:lnTo>
                <a:lnTo>
                  <a:pt x="254" y="2724"/>
                </a:lnTo>
                <a:lnTo>
                  <a:pt x="254" y="2723"/>
                </a:lnTo>
                <a:lnTo>
                  <a:pt x="253" y="2723"/>
                </a:lnTo>
                <a:lnTo>
                  <a:pt x="251" y="2722"/>
                </a:lnTo>
                <a:lnTo>
                  <a:pt x="251" y="2721"/>
                </a:lnTo>
                <a:lnTo>
                  <a:pt x="250" y="2720"/>
                </a:lnTo>
                <a:lnTo>
                  <a:pt x="250" y="2719"/>
                </a:lnTo>
                <a:lnTo>
                  <a:pt x="249" y="2718"/>
                </a:lnTo>
                <a:lnTo>
                  <a:pt x="249" y="2717"/>
                </a:lnTo>
                <a:lnTo>
                  <a:pt x="248" y="2715"/>
                </a:lnTo>
                <a:lnTo>
                  <a:pt x="248" y="2714"/>
                </a:lnTo>
                <a:lnTo>
                  <a:pt x="247" y="2713"/>
                </a:lnTo>
                <a:lnTo>
                  <a:pt x="247" y="2712"/>
                </a:lnTo>
                <a:lnTo>
                  <a:pt x="246" y="2709"/>
                </a:lnTo>
                <a:lnTo>
                  <a:pt x="246" y="2708"/>
                </a:lnTo>
                <a:lnTo>
                  <a:pt x="244" y="2706"/>
                </a:lnTo>
                <a:lnTo>
                  <a:pt x="244" y="2703"/>
                </a:lnTo>
                <a:lnTo>
                  <a:pt x="243" y="2703"/>
                </a:lnTo>
                <a:lnTo>
                  <a:pt x="237" y="2706"/>
                </a:lnTo>
                <a:lnTo>
                  <a:pt x="234" y="2707"/>
                </a:lnTo>
                <a:lnTo>
                  <a:pt x="233" y="2708"/>
                </a:lnTo>
                <a:lnTo>
                  <a:pt x="230" y="2709"/>
                </a:lnTo>
                <a:lnTo>
                  <a:pt x="228" y="2710"/>
                </a:lnTo>
                <a:lnTo>
                  <a:pt x="225" y="2711"/>
                </a:lnTo>
                <a:lnTo>
                  <a:pt x="222" y="2713"/>
                </a:lnTo>
                <a:lnTo>
                  <a:pt x="219" y="2714"/>
                </a:lnTo>
                <a:lnTo>
                  <a:pt x="216" y="2716"/>
                </a:lnTo>
                <a:lnTo>
                  <a:pt x="214" y="2717"/>
                </a:lnTo>
                <a:lnTo>
                  <a:pt x="213" y="2717"/>
                </a:lnTo>
                <a:lnTo>
                  <a:pt x="213" y="2719"/>
                </a:lnTo>
                <a:lnTo>
                  <a:pt x="213" y="2720"/>
                </a:lnTo>
                <a:lnTo>
                  <a:pt x="212" y="2720"/>
                </a:lnTo>
                <a:lnTo>
                  <a:pt x="212" y="2721"/>
                </a:lnTo>
                <a:lnTo>
                  <a:pt x="212" y="2722"/>
                </a:lnTo>
                <a:lnTo>
                  <a:pt x="212" y="2723"/>
                </a:lnTo>
                <a:lnTo>
                  <a:pt x="213" y="2723"/>
                </a:lnTo>
                <a:lnTo>
                  <a:pt x="213" y="2724"/>
                </a:lnTo>
                <a:lnTo>
                  <a:pt x="213" y="2725"/>
                </a:lnTo>
                <a:lnTo>
                  <a:pt x="214" y="2725"/>
                </a:lnTo>
                <a:lnTo>
                  <a:pt x="214" y="2726"/>
                </a:lnTo>
                <a:lnTo>
                  <a:pt x="215" y="2727"/>
                </a:lnTo>
                <a:lnTo>
                  <a:pt x="214" y="2727"/>
                </a:lnTo>
                <a:lnTo>
                  <a:pt x="214" y="2728"/>
                </a:lnTo>
                <a:lnTo>
                  <a:pt x="214" y="2729"/>
                </a:lnTo>
                <a:lnTo>
                  <a:pt x="214" y="2730"/>
                </a:lnTo>
                <a:lnTo>
                  <a:pt x="213" y="2731"/>
                </a:lnTo>
                <a:lnTo>
                  <a:pt x="213" y="2732"/>
                </a:lnTo>
                <a:lnTo>
                  <a:pt x="213" y="2733"/>
                </a:lnTo>
                <a:lnTo>
                  <a:pt x="213" y="2734"/>
                </a:lnTo>
                <a:lnTo>
                  <a:pt x="213" y="2735"/>
                </a:lnTo>
                <a:lnTo>
                  <a:pt x="213" y="2736"/>
                </a:lnTo>
                <a:lnTo>
                  <a:pt x="214" y="2736"/>
                </a:lnTo>
                <a:lnTo>
                  <a:pt x="213" y="2736"/>
                </a:lnTo>
                <a:lnTo>
                  <a:pt x="213" y="2737"/>
                </a:lnTo>
                <a:lnTo>
                  <a:pt x="214" y="2737"/>
                </a:lnTo>
                <a:lnTo>
                  <a:pt x="213" y="2737"/>
                </a:lnTo>
                <a:lnTo>
                  <a:pt x="213" y="2738"/>
                </a:lnTo>
                <a:lnTo>
                  <a:pt x="213" y="2737"/>
                </a:lnTo>
                <a:lnTo>
                  <a:pt x="212" y="2736"/>
                </a:lnTo>
                <a:lnTo>
                  <a:pt x="210" y="2733"/>
                </a:lnTo>
                <a:lnTo>
                  <a:pt x="209" y="2732"/>
                </a:lnTo>
                <a:lnTo>
                  <a:pt x="208" y="2731"/>
                </a:lnTo>
                <a:lnTo>
                  <a:pt x="206" y="2729"/>
                </a:lnTo>
                <a:lnTo>
                  <a:pt x="203" y="2727"/>
                </a:lnTo>
                <a:lnTo>
                  <a:pt x="202" y="2726"/>
                </a:lnTo>
                <a:lnTo>
                  <a:pt x="201" y="2725"/>
                </a:lnTo>
                <a:lnTo>
                  <a:pt x="199" y="2723"/>
                </a:lnTo>
                <a:lnTo>
                  <a:pt x="198" y="2721"/>
                </a:lnTo>
                <a:lnTo>
                  <a:pt x="198" y="2720"/>
                </a:lnTo>
                <a:lnTo>
                  <a:pt x="197" y="2719"/>
                </a:lnTo>
                <a:lnTo>
                  <a:pt x="197" y="2718"/>
                </a:lnTo>
                <a:lnTo>
                  <a:pt x="197" y="2716"/>
                </a:lnTo>
                <a:lnTo>
                  <a:pt x="197" y="2714"/>
                </a:lnTo>
                <a:lnTo>
                  <a:pt x="196" y="2711"/>
                </a:lnTo>
                <a:lnTo>
                  <a:pt x="196" y="2705"/>
                </a:lnTo>
                <a:lnTo>
                  <a:pt x="195" y="2702"/>
                </a:lnTo>
                <a:lnTo>
                  <a:pt x="193" y="2702"/>
                </a:lnTo>
                <a:lnTo>
                  <a:pt x="192" y="2703"/>
                </a:lnTo>
                <a:lnTo>
                  <a:pt x="190" y="2703"/>
                </a:lnTo>
                <a:lnTo>
                  <a:pt x="188" y="2704"/>
                </a:lnTo>
                <a:lnTo>
                  <a:pt x="184" y="2705"/>
                </a:lnTo>
                <a:lnTo>
                  <a:pt x="180" y="2706"/>
                </a:lnTo>
                <a:lnTo>
                  <a:pt x="181" y="2708"/>
                </a:lnTo>
                <a:lnTo>
                  <a:pt x="182" y="2710"/>
                </a:lnTo>
                <a:lnTo>
                  <a:pt x="182" y="2711"/>
                </a:lnTo>
                <a:lnTo>
                  <a:pt x="183" y="2713"/>
                </a:lnTo>
                <a:lnTo>
                  <a:pt x="184" y="2715"/>
                </a:lnTo>
                <a:lnTo>
                  <a:pt x="185" y="2717"/>
                </a:lnTo>
                <a:lnTo>
                  <a:pt x="186" y="2717"/>
                </a:lnTo>
                <a:lnTo>
                  <a:pt x="187" y="2721"/>
                </a:lnTo>
                <a:lnTo>
                  <a:pt x="188" y="2721"/>
                </a:lnTo>
                <a:lnTo>
                  <a:pt x="187" y="2721"/>
                </a:lnTo>
                <a:lnTo>
                  <a:pt x="186" y="2722"/>
                </a:lnTo>
                <a:lnTo>
                  <a:pt x="184" y="2723"/>
                </a:lnTo>
                <a:lnTo>
                  <a:pt x="183" y="2723"/>
                </a:lnTo>
                <a:lnTo>
                  <a:pt x="182" y="2724"/>
                </a:lnTo>
                <a:lnTo>
                  <a:pt x="180" y="2725"/>
                </a:lnTo>
                <a:lnTo>
                  <a:pt x="177" y="2726"/>
                </a:lnTo>
                <a:lnTo>
                  <a:pt x="173" y="2728"/>
                </a:lnTo>
                <a:lnTo>
                  <a:pt x="172" y="2728"/>
                </a:lnTo>
                <a:lnTo>
                  <a:pt x="171" y="2729"/>
                </a:lnTo>
                <a:lnTo>
                  <a:pt x="168" y="2730"/>
                </a:lnTo>
                <a:lnTo>
                  <a:pt x="155" y="2736"/>
                </a:lnTo>
                <a:lnTo>
                  <a:pt x="143" y="2741"/>
                </a:lnTo>
                <a:lnTo>
                  <a:pt x="143" y="2735"/>
                </a:lnTo>
                <a:lnTo>
                  <a:pt x="143" y="2728"/>
                </a:lnTo>
                <a:lnTo>
                  <a:pt x="143" y="2727"/>
                </a:lnTo>
                <a:lnTo>
                  <a:pt x="144" y="2727"/>
                </a:lnTo>
                <a:lnTo>
                  <a:pt x="144" y="2725"/>
                </a:lnTo>
                <a:lnTo>
                  <a:pt x="144" y="2722"/>
                </a:lnTo>
                <a:lnTo>
                  <a:pt x="144" y="2720"/>
                </a:lnTo>
                <a:lnTo>
                  <a:pt x="144" y="2717"/>
                </a:lnTo>
                <a:lnTo>
                  <a:pt x="144" y="2716"/>
                </a:lnTo>
                <a:lnTo>
                  <a:pt x="144" y="2709"/>
                </a:lnTo>
                <a:lnTo>
                  <a:pt x="144" y="2707"/>
                </a:lnTo>
                <a:lnTo>
                  <a:pt x="144" y="2705"/>
                </a:lnTo>
                <a:lnTo>
                  <a:pt x="144" y="2703"/>
                </a:lnTo>
                <a:lnTo>
                  <a:pt x="145" y="2702"/>
                </a:lnTo>
                <a:lnTo>
                  <a:pt x="145" y="2700"/>
                </a:lnTo>
                <a:lnTo>
                  <a:pt x="145" y="2698"/>
                </a:lnTo>
                <a:lnTo>
                  <a:pt x="145" y="2696"/>
                </a:lnTo>
                <a:lnTo>
                  <a:pt x="145" y="2695"/>
                </a:lnTo>
                <a:lnTo>
                  <a:pt x="145" y="2693"/>
                </a:lnTo>
                <a:lnTo>
                  <a:pt x="145" y="2691"/>
                </a:lnTo>
                <a:lnTo>
                  <a:pt x="145" y="2689"/>
                </a:lnTo>
                <a:lnTo>
                  <a:pt x="145" y="2688"/>
                </a:lnTo>
                <a:lnTo>
                  <a:pt x="145" y="2686"/>
                </a:lnTo>
                <a:lnTo>
                  <a:pt x="145" y="2684"/>
                </a:lnTo>
                <a:lnTo>
                  <a:pt x="145" y="2682"/>
                </a:lnTo>
                <a:lnTo>
                  <a:pt x="146" y="2680"/>
                </a:lnTo>
                <a:lnTo>
                  <a:pt x="146" y="2679"/>
                </a:lnTo>
                <a:lnTo>
                  <a:pt x="146" y="2677"/>
                </a:lnTo>
                <a:lnTo>
                  <a:pt x="146" y="2675"/>
                </a:lnTo>
                <a:lnTo>
                  <a:pt x="146" y="2672"/>
                </a:lnTo>
                <a:lnTo>
                  <a:pt x="146" y="2670"/>
                </a:lnTo>
                <a:lnTo>
                  <a:pt x="146" y="2668"/>
                </a:lnTo>
                <a:lnTo>
                  <a:pt x="143" y="2667"/>
                </a:lnTo>
                <a:lnTo>
                  <a:pt x="141" y="2666"/>
                </a:lnTo>
                <a:lnTo>
                  <a:pt x="140" y="2665"/>
                </a:lnTo>
                <a:lnTo>
                  <a:pt x="139" y="2665"/>
                </a:lnTo>
                <a:lnTo>
                  <a:pt x="137" y="2664"/>
                </a:lnTo>
                <a:lnTo>
                  <a:pt x="135" y="2664"/>
                </a:lnTo>
                <a:lnTo>
                  <a:pt x="134" y="2663"/>
                </a:lnTo>
                <a:lnTo>
                  <a:pt x="133" y="2662"/>
                </a:lnTo>
                <a:lnTo>
                  <a:pt x="132" y="2662"/>
                </a:lnTo>
                <a:lnTo>
                  <a:pt x="132" y="2661"/>
                </a:lnTo>
                <a:lnTo>
                  <a:pt x="131" y="2660"/>
                </a:lnTo>
                <a:lnTo>
                  <a:pt x="129" y="2658"/>
                </a:lnTo>
                <a:lnTo>
                  <a:pt x="128" y="2656"/>
                </a:lnTo>
                <a:lnTo>
                  <a:pt x="127" y="2656"/>
                </a:lnTo>
                <a:lnTo>
                  <a:pt x="126" y="2655"/>
                </a:lnTo>
                <a:lnTo>
                  <a:pt x="126" y="2654"/>
                </a:lnTo>
                <a:lnTo>
                  <a:pt x="124" y="2653"/>
                </a:lnTo>
                <a:lnTo>
                  <a:pt x="122" y="2651"/>
                </a:lnTo>
                <a:lnTo>
                  <a:pt x="120" y="2650"/>
                </a:lnTo>
                <a:lnTo>
                  <a:pt x="118" y="2649"/>
                </a:lnTo>
                <a:lnTo>
                  <a:pt x="116" y="2647"/>
                </a:lnTo>
                <a:lnTo>
                  <a:pt x="114" y="2646"/>
                </a:lnTo>
                <a:lnTo>
                  <a:pt x="113" y="2645"/>
                </a:lnTo>
                <a:lnTo>
                  <a:pt x="112" y="2643"/>
                </a:lnTo>
                <a:lnTo>
                  <a:pt x="107" y="2639"/>
                </a:lnTo>
                <a:lnTo>
                  <a:pt x="104" y="2637"/>
                </a:lnTo>
                <a:lnTo>
                  <a:pt x="98" y="2631"/>
                </a:lnTo>
                <a:lnTo>
                  <a:pt x="94" y="2628"/>
                </a:lnTo>
                <a:lnTo>
                  <a:pt x="85" y="2614"/>
                </a:lnTo>
                <a:lnTo>
                  <a:pt x="84" y="2612"/>
                </a:lnTo>
                <a:lnTo>
                  <a:pt x="64" y="2580"/>
                </a:lnTo>
                <a:lnTo>
                  <a:pt x="61" y="2576"/>
                </a:lnTo>
                <a:lnTo>
                  <a:pt x="47" y="2553"/>
                </a:lnTo>
                <a:lnTo>
                  <a:pt x="47" y="2552"/>
                </a:lnTo>
                <a:lnTo>
                  <a:pt x="48" y="2551"/>
                </a:lnTo>
                <a:lnTo>
                  <a:pt x="48" y="2550"/>
                </a:lnTo>
                <a:lnTo>
                  <a:pt x="47" y="2549"/>
                </a:lnTo>
                <a:lnTo>
                  <a:pt x="46" y="2548"/>
                </a:lnTo>
                <a:lnTo>
                  <a:pt x="45" y="2548"/>
                </a:lnTo>
                <a:lnTo>
                  <a:pt x="45" y="2545"/>
                </a:lnTo>
                <a:lnTo>
                  <a:pt x="47" y="2544"/>
                </a:lnTo>
                <a:lnTo>
                  <a:pt x="48" y="2543"/>
                </a:lnTo>
                <a:lnTo>
                  <a:pt x="49" y="2542"/>
                </a:lnTo>
                <a:lnTo>
                  <a:pt x="50" y="2541"/>
                </a:lnTo>
                <a:lnTo>
                  <a:pt x="51" y="2540"/>
                </a:lnTo>
                <a:lnTo>
                  <a:pt x="52" y="2539"/>
                </a:lnTo>
                <a:lnTo>
                  <a:pt x="53" y="2538"/>
                </a:lnTo>
                <a:lnTo>
                  <a:pt x="54" y="2538"/>
                </a:lnTo>
                <a:lnTo>
                  <a:pt x="54" y="2537"/>
                </a:lnTo>
                <a:lnTo>
                  <a:pt x="55" y="2536"/>
                </a:lnTo>
                <a:lnTo>
                  <a:pt x="56" y="2536"/>
                </a:lnTo>
                <a:lnTo>
                  <a:pt x="56" y="2535"/>
                </a:lnTo>
                <a:lnTo>
                  <a:pt x="58" y="2534"/>
                </a:lnTo>
                <a:lnTo>
                  <a:pt x="59" y="2533"/>
                </a:lnTo>
                <a:lnTo>
                  <a:pt x="60" y="2532"/>
                </a:lnTo>
                <a:lnTo>
                  <a:pt x="61" y="2531"/>
                </a:lnTo>
                <a:lnTo>
                  <a:pt x="64" y="2528"/>
                </a:lnTo>
                <a:lnTo>
                  <a:pt x="65" y="2527"/>
                </a:lnTo>
                <a:lnTo>
                  <a:pt x="66" y="2527"/>
                </a:lnTo>
                <a:lnTo>
                  <a:pt x="66" y="2526"/>
                </a:lnTo>
                <a:lnTo>
                  <a:pt x="67" y="2525"/>
                </a:lnTo>
                <a:lnTo>
                  <a:pt x="68" y="2525"/>
                </a:lnTo>
                <a:lnTo>
                  <a:pt x="71" y="2522"/>
                </a:lnTo>
                <a:lnTo>
                  <a:pt x="73" y="2520"/>
                </a:lnTo>
                <a:lnTo>
                  <a:pt x="75" y="2518"/>
                </a:lnTo>
                <a:lnTo>
                  <a:pt x="77" y="2517"/>
                </a:lnTo>
                <a:lnTo>
                  <a:pt x="78" y="2515"/>
                </a:lnTo>
                <a:lnTo>
                  <a:pt x="79" y="2514"/>
                </a:lnTo>
                <a:lnTo>
                  <a:pt x="83" y="2511"/>
                </a:lnTo>
                <a:lnTo>
                  <a:pt x="83" y="2510"/>
                </a:lnTo>
                <a:lnTo>
                  <a:pt x="82" y="2509"/>
                </a:lnTo>
                <a:lnTo>
                  <a:pt x="82" y="2508"/>
                </a:lnTo>
                <a:lnTo>
                  <a:pt x="82" y="2506"/>
                </a:lnTo>
                <a:lnTo>
                  <a:pt x="81" y="2504"/>
                </a:lnTo>
                <a:lnTo>
                  <a:pt x="80" y="2503"/>
                </a:lnTo>
                <a:lnTo>
                  <a:pt x="80" y="2501"/>
                </a:lnTo>
                <a:lnTo>
                  <a:pt x="79" y="2499"/>
                </a:lnTo>
                <a:lnTo>
                  <a:pt x="78" y="2497"/>
                </a:lnTo>
                <a:lnTo>
                  <a:pt x="78" y="2495"/>
                </a:lnTo>
                <a:lnTo>
                  <a:pt x="77" y="2493"/>
                </a:lnTo>
                <a:lnTo>
                  <a:pt x="76" y="2491"/>
                </a:lnTo>
                <a:lnTo>
                  <a:pt x="76" y="2490"/>
                </a:lnTo>
                <a:lnTo>
                  <a:pt x="76" y="2489"/>
                </a:lnTo>
                <a:lnTo>
                  <a:pt x="75" y="2488"/>
                </a:lnTo>
                <a:lnTo>
                  <a:pt x="75" y="2486"/>
                </a:lnTo>
                <a:lnTo>
                  <a:pt x="74" y="2484"/>
                </a:lnTo>
                <a:lnTo>
                  <a:pt x="72" y="2480"/>
                </a:lnTo>
                <a:lnTo>
                  <a:pt x="72" y="2478"/>
                </a:lnTo>
                <a:lnTo>
                  <a:pt x="71" y="2476"/>
                </a:lnTo>
                <a:lnTo>
                  <a:pt x="71" y="2474"/>
                </a:lnTo>
                <a:lnTo>
                  <a:pt x="70" y="2473"/>
                </a:lnTo>
                <a:lnTo>
                  <a:pt x="69" y="2471"/>
                </a:lnTo>
                <a:lnTo>
                  <a:pt x="69" y="2469"/>
                </a:lnTo>
                <a:lnTo>
                  <a:pt x="68" y="2467"/>
                </a:lnTo>
                <a:lnTo>
                  <a:pt x="67" y="2465"/>
                </a:lnTo>
                <a:lnTo>
                  <a:pt x="66" y="2461"/>
                </a:lnTo>
                <a:lnTo>
                  <a:pt x="65" y="2459"/>
                </a:lnTo>
                <a:lnTo>
                  <a:pt x="65" y="2457"/>
                </a:lnTo>
                <a:lnTo>
                  <a:pt x="64" y="2456"/>
                </a:lnTo>
                <a:lnTo>
                  <a:pt x="64" y="2454"/>
                </a:lnTo>
                <a:lnTo>
                  <a:pt x="63" y="2452"/>
                </a:lnTo>
                <a:lnTo>
                  <a:pt x="62" y="2450"/>
                </a:lnTo>
                <a:lnTo>
                  <a:pt x="62" y="2448"/>
                </a:lnTo>
                <a:lnTo>
                  <a:pt x="61" y="2446"/>
                </a:lnTo>
                <a:lnTo>
                  <a:pt x="60" y="2444"/>
                </a:lnTo>
                <a:lnTo>
                  <a:pt x="59" y="2441"/>
                </a:lnTo>
                <a:lnTo>
                  <a:pt x="59" y="2439"/>
                </a:lnTo>
                <a:lnTo>
                  <a:pt x="58" y="2437"/>
                </a:lnTo>
                <a:lnTo>
                  <a:pt x="57" y="2435"/>
                </a:lnTo>
                <a:lnTo>
                  <a:pt x="57" y="2434"/>
                </a:lnTo>
                <a:lnTo>
                  <a:pt x="56" y="2433"/>
                </a:lnTo>
                <a:lnTo>
                  <a:pt x="56" y="2431"/>
                </a:lnTo>
                <a:lnTo>
                  <a:pt x="55" y="2429"/>
                </a:lnTo>
                <a:lnTo>
                  <a:pt x="55" y="2428"/>
                </a:lnTo>
                <a:lnTo>
                  <a:pt x="54" y="2427"/>
                </a:lnTo>
                <a:lnTo>
                  <a:pt x="54" y="2425"/>
                </a:lnTo>
                <a:lnTo>
                  <a:pt x="53" y="2423"/>
                </a:lnTo>
                <a:lnTo>
                  <a:pt x="52" y="2421"/>
                </a:lnTo>
                <a:lnTo>
                  <a:pt x="51" y="2416"/>
                </a:lnTo>
                <a:lnTo>
                  <a:pt x="50" y="2414"/>
                </a:lnTo>
                <a:lnTo>
                  <a:pt x="50" y="2413"/>
                </a:lnTo>
                <a:lnTo>
                  <a:pt x="49" y="2412"/>
                </a:lnTo>
                <a:lnTo>
                  <a:pt x="49" y="2410"/>
                </a:lnTo>
                <a:lnTo>
                  <a:pt x="48" y="2409"/>
                </a:lnTo>
                <a:lnTo>
                  <a:pt x="47" y="2405"/>
                </a:lnTo>
                <a:lnTo>
                  <a:pt x="46" y="2402"/>
                </a:lnTo>
                <a:lnTo>
                  <a:pt x="45" y="2401"/>
                </a:lnTo>
                <a:lnTo>
                  <a:pt x="45" y="2400"/>
                </a:lnTo>
                <a:lnTo>
                  <a:pt x="45" y="2398"/>
                </a:lnTo>
                <a:lnTo>
                  <a:pt x="41" y="2389"/>
                </a:lnTo>
                <a:lnTo>
                  <a:pt x="40" y="2385"/>
                </a:lnTo>
                <a:lnTo>
                  <a:pt x="39" y="2382"/>
                </a:lnTo>
                <a:lnTo>
                  <a:pt x="38" y="2381"/>
                </a:lnTo>
                <a:lnTo>
                  <a:pt x="36" y="2375"/>
                </a:lnTo>
                <a:lnTo>
                  <a:pt x="36" y="2373"/>
                </a:lnTo>
                <a:lnTo>
                  <a:pt x="35" y="2370"/>
                </a:lnTo>
                <a:lnTo>
                  <a:pt x="34" y="2370"/>
                </a:lnTo>
                <a:lnTo>
                  <a:pt x="33" y="2366"/>
                </a:lnTo>
                <a:lnTo>
                  <a:pt x="33" y="2365"/>
                </a:lnTo>
                <a:lnTo>
                  <a:pt x="21" y="2331"/>
                </a:lnTo>
                <a:lnTo>
                  <a:pt x="9" y="2299"/>
                </a:lnTo>
                <a:lnTo>
                  <a:pt x="8" y="2295"/>
                </a:lnTo>
                <a:lnTo>
                  <a:pt x="8" y="2294"/>
                </a:lnTo>
                <a:lnTo>
                  <a:pt x="2" y="2275"/>
                </a:lnTo>
                <a:lnTo>
                  <a:pt x="0" y="2268"/>
                </a:lnTo>
                <a:lnTo>
                  <a:pt x="76" y="2288"/>
                </a:lnTo>
                <a:lnTo>
                  <a:pt x="105" y="2296"/>
                </a:lnTo>
                <a:lnTo>
                  <a:pt x="150" y="2309"/>
                </a:lnTo>
                <a:lnTo>
                  <a:pt x="201" y="2315"/>
                </a:lnTo>
                <a:lnTo>
                  <a:pt x="217" y="2318"/>
                </a:lnTo>
                <a:lnTo>
                  <a:pt x="251" y="2324"/>
                </a:lnTo>
                <a:lnTo>
                  <a:pt x="261" y="2326"/>
                </a:lnTo>
                <a:lnTo>
                  <a:pt x="269" y="2327"/>
                </a:lnTo>
                <a:lnTo>
                  <a:pt x="343" y="2338"/>
                </a:lnTo>
                <a:lnTo>
                  <a:pt x="413" y="2325"/>
                </a:lnTo>
                <a:lnTo>
                  <a:pt x="457" y="2330"/>
                </a:lnTo>
                <a:lnTo>
                  <a:pt x="458" y="2329"/>
                </a:lnTo>
                <a:lnTo>
                  <a:pt x="466" y="2319"/>
                </a:lnTo>
                <a:lnTo>
                  <a:pt x="544" y="2326"/>
                </a:lnTo>
                <a:lnTo>
                  <a:pt x="629" y="2354"/>
                </a:lnTo>
                <a:lnTo>
                  <a:pt x="650" y="2360"/>
                </a:lnTo>
                <a:lnTo>
                  <a:pt x="685" y="2366"/>
                </a:lnTo>
                <a:lnTo>
                  <a:pt x="713" y="2409"/>
                </a:lnTo>
                <a:lnTo>
                  <a:pt x="724" y="2425"/>
                </a:lnTo>
                <a:lnTo>
                  <a:pt x="779" y="2443"/>
                </a:lnTo>
                <a:lnTo>
                  <a:pt x="794" y="2440"/>
                </a:lnTo>
                <a:lnTo>
                  <a:pt x="808" y="2442"/>
                </a:lnTo>
                <a:lnTo>
                  <a:pt x="819" y="2442"/>
                </a:lnTo>
                <a:lnTo>
                  <a:pt x="850" y="2462"/>
                </a:lnTo>
                <a:lnTo>
                  <a:pt x="861" y="2468"/>
                </a:lnTo>
                <a:lnTo>
                  <a:pt x="924" y="2501"/>
                </a:lnTo>
                <a:lnTo>
                  <a:pt x="939" y="2505"/>
                </a:lnTo>
                <a:lnTo>
                  <a:pt x="973" y="2513"/>
                </a:lnTo>
                <a:lnTo>
                  <a:pt x="990" y="2519"/>
                </a:lnTo>
                <a:lnTo>
                  <a:pt x="1022" y="2518"/>
                </a:lnTo>
                <a:lnTo>
                  <a:pt x="1057" y="2511"/>
                </a:lnTo>
                <a:lnTo>
                  <a:pt x="1090" y="2504"/>
                </a:lnTo>
                <a:lnTo>
                  <a:pt x="1089" y="2549"/>
                </a:lnTo>
                <a:lnTo>
                  <a:pt x="1114" y="2552"/>
                </a:lnTo>
                <a:lnTo>
                  <a:pt x="1149" y="2550"/>
                </a:lnTo>
                <a:lnTo>
                  <a:pt x="1162" y="2566"/>
                </a:lnTo>
                <a:lnTo>
                  <a:pt x="1196" y="2530"/>
                </a:lnTo>
                <a:lnTo>
                  <a:pt x="1205" y="2531"/>
                </a:lnTo>
                <a:lnTo>
                  <a:pt x="1216" y="2524"/>
                </a:lnTo>
                <a:lnTo>
                  <a:pt x="1219" y="2521"/>
                </a:lnTo>
                <a:lnTo>
                  <a:pt x="1234" y="2512"/>
                </a:lnTo>
                <a:lnTo>
                  <a:pt x="1249" y="2502"/>
                </a:lnTo>
                <a:lnTo>
                  <a:pt x="1269" y="2491"/>
                </a:lnTo>
                <a:lnTo>
                  <a:pt x="1295" y="2480"/>
                </a:lnTo>
                <a:lnTo>
                  <a:pt x="1323" y="2466"/>
                </a:lnTo>
                <a:lnTo>
                  <a:pt x="1367" y="2444"/>
                </a:lnTo>
                <a:lnTo>
                  <a:pt x="1402" y="2426"/>
                </a:lnTo>
                <a:lnTo>
                  <a:pt x="1428" y="2415"/>
                </a:lnTo>
                <a:lnTo>
                  <a:pt x="1468" y="2409"/>
                </a:lnTo>
                <a:lnTo>
                  <a:pt x="1500" y="2398"/>
                </a:lnTo>
                <a:lnTo>
                  <a:pt x="1503" y="2389"/>
                </a:lnTo>
                <a:lnTo>
                  <a:pt x="1529" y="2378"/>
                </a:lnTo>
                <a:lnTo>
                  <a:pt x="1534" y="2379"/>
                </a:lnTo>
                <a:lnTo>
                  <a:pt x="1545" y="2387"/>
                </a:lnTo>
                <a:lnTo>
                  <a:pt x="1569" y="2386"/>
                </a:lnTo>
                <a:lnTo>
                  <a:pt x="1599" y="2388"/>
                </a:lnTo>
                <a:lnTo>
                  <a:pt x="1603" y="2386"/>
                </a:lnTo>
                <a:lnTo>
                  <a:pt x="1606" y="2386"/>
                </a:lnTo>
                <a:lnTo>
                  <a:pt x="1610" y="2384"/>
                </a:lnTo>
                <a:lnTo>
                  <a:pt x="1612" y="2382"/>
                </a:lnTo>
                <a:lnTo>
                  <a:pt x="1622" y="2381"/>
                </a:lnTo>
                <a:lnTo>
                  <a:pt x="1645" y="2375"/>
                </a:lnTo>
                <a:lnTo>
                  <a:pt x="1653" y="2380"/>
                </a:lnTo>
                <a:lnTo>
                  <a:pt x="1680" y="2378"/>
                </a:lnTo>
                <a:lnTo>
                  <a:pt x="1688" y="2377"/>
                </a:lnTo>
                <a:lnTo>
                  <a:pt x="1714" y="2383"/>
                </a:lnTo>
                <a:lnTo>
                  <a:pt x="1727" y="2382"/>
                </a:lnTo>
                <a:lnTo>
                  <a:pt x="1733" y="2384"/>
                </a:lnTo>
                <a:lnTo>
                  <a:pt x="1735" y="2386"/>
                </a:lnTo>
                <a:lnTo>
                  <a:pt x="1751" y="2376"/>
                </a:lnTo>
                <a:lnTo>
                  <a:pt x="1756" y="2373"/>
                </a:lnTo>
                <a:lnTo>
                  <a:pt x="1757" y="2372"/>
                </a:lnTo>
                <a:lnTo>
                  <a:pt x="1759" y="2374"/>
                </a:lnTo>
                <a:lnTo>
                  <a:pt x="1761" y="2371"/>
                </a:lnTo>
                <a:lnTo>
                  <a:pt x="1795" y="2374"/>
                </a:lnTo>
                <a:lnTo>
                  <a:pt x="1801" y="2375"/>
                </a:lnTo>
                <a:lnTo>
                  <a:pt x="1804" y="2373"/>
                </a:lnTo>
                <a:lnTo>
                  <a:pt x="1813" y="2372"/>
                </a:lnTo>
                <a:lnTo>
                  <a:pt x="1815" y="2371"/>
                </a:lnTo>
                <a:lnTo>
                  <a:pt x="1817" y="2371"/>
                </a:lnTo>
                <a:lnTo>
                  <a:pt x="1819" y="2371"/>
                </a:lnTo>
                <a:lnTo>
                  <a:pt x="1824" y="2370"/>
                </a:lnTo>
                <a:lnTo>
                  <a:pt x="1830" y="2369"/>
                </a:lnTo>
                <a:lnTo>
                  <a:pt x="1832" y="2366"/>
                </a:lnTo>
                <a:lnTo>
                  <a:pt x="1835" y="2366"/>
                </a:lnTo>
                <a:lnTo>
                  <a:pt x="1838" y="2365"/>
                </a:lnTo>
                <a:lnTo>
                  <a:pt x="1858" y="2346"/>
                </a:lnTo>
                <a:lnTo>
                  <a:pt x="1864" y="2343"/>
                </a:lnTo>
                <a:lnTo>
                  <a:pt x="1891" y="2329"/>
                </a:lnTo>
                <a:lnTo>
                  <a:pt x="1902" y="2328"/>
                </a:lnTo>
                <a:lnTo>
                  <a:pt x="1921" y="2326"/>
                </a:lnTo>
                <a:lnTo>
                  <a:pt x="1925" y="2319"/>
                </a:lnTo>
                <a:lnTo>
                  <a:pt x="1930" y="2317"/>
                </a:lnTo>
                <a:lnTo>
                  <a:pt x="1946" y="2309"/>
                </a:lnTo>
                <a:lnTo>
                  <a:pt x="1950" y="2307"/>
                </a:lnTo>
                <a:lnTo>
                  <a:pt x="1954" y="2305"/>
                </a:lnTo>
                <a:lnTo>
                  <a:pt x="1969" y="2295"/>
                </a:lnTo>
                <a:lnTo>
                  <a:pt x="1973" y="2283"/>
                </a:lnTo>
                <a:lnTo>
                  <a:pt x="1990" y="2267"/>
                </a:lnTo>
                <a:lnTo>
                  <a:pt x="1996" y="2261"/>
                </a:lnTo>
                <a:lnTo>
                  <a:pt x="2004" y="2244"/>
                </a:lnTo>
                <a:lnTo>
                  <a:pt x="2003" y="2240"/>
                </a:lnTo>
                <a:lnTo>
                  <a:pt x="2010" y="2229"/>
                </a:lnTo>
                <a:lnTo>
                  <a:pt x="2015" y="2226"/>
                </a:lnTo>
                <a:lnTo>
                  <a:pt x="2030" y="2204"/>
                </a:lnTo>
                <a:lnTo>
                  <a:pt x="2048" y="2177"/>
                </a:lnTo>
                <a:lnTo>
                  <a:pt x="2055" y="2172"/>
                </a:lnTo>
                <a:lnTo>
                  <a:pt x="2055" y="2171"/>
                </a:lnTo>
                <a:lnTo>
                  <a:pt x="2059" y="2169"/>
                </a:lnTo>
                <a:lnTo>
                  <a:pt x="2067" y="2165"/>
                </a:lnTo>
                <a:lnTo>
                  <a:pt x="2072" y="2162"/>
                </a:lnTo>
                <a:lnTo>
                  <a:pt x="2084" y="2156"/>
                </a:lnTo>
                <a:lnTo>
                  <a:pt x="2091" y="2153"/>
                </a:lnTo>
                <a:lnTo>
                  <a:pt x="2095" y="2152"/>
                </a:lnTo>
                <a:lnTo>
                  <a:pt x="2097" y="2151"/>
                </a:lnTo>
                <a:lnTo>
                  <a:pt x="2102" y="2144"/>
                </a:lnTo>
                <a:lnTo>
                  <a:pt x="2111" y="2139"/>
                </a:lnTo>
                <a:lnTo>
                  <a:pt x="2119" y="2139"/>
                </a:lnTo>
                <a:lnTo>
                  <a:pt x="2127" y="2139"/>
                </a:lnTo>
                <a:lnTo>
                  <a:pt x="2133" y="2133"/>
                </a:lnTo>
                <a:lnTo>
                  <a:pt x="2149" y="2111"/>
                </a:lnTo>
                <a:lnTo>
                  <a:pt x="2157" y="2099"/>
                </a:lnTo>
                <a:lnTo>
                  <a:pt x="2172" y="2097"/>
                </a:lnTo>
                <a:lnTo>
                  <a:pt x="2177" y="2094"/>
                </a:lnTo>
                <a:lnTo>
                  <a:pt x="2180" y="2093"/>
                </a:lnTo>
                <a:lnTo>
                  <a:pt x="2182" y="2082"/>
                </a:lnTo>
                <a:lnTo>
                  <a:pt x="2181" y="2071"/>
                </a:lnTo>
                <a:lnTo>
                  <a:pt x="2180" y="2066"/>
                </a:lnTo>
                <a:lnTo>
                  <a:pt x="2165" y="2043"/>
                </a:lnTo>
                <a:lnTo>
                  <a:pt x="2152" y="2031"/>
                </a:lnTo>
                <a:lnTo>
                  <a:pt x="2151" y="2030"/>
                </a:lnTo>
                <a:lnTo>
                  <a:pt x="2146" y="2029"/>
                </a:lnTo>
                <a:lnTo>
                  <a:pt x="2142" y="2027"/>
                </a:lnTo>
                <a:lnTo>
                  <a:pt x="2137" y="2023"/>
                </a:lnTo>
                <a:lnTo>
                  <a:pt x="2133" y="2020"/>
                </a:lnTo>
                <a:lnTo>
                  <a:pt x="2130" y="2016"/>
                </a:lnTo>
                <a:lnTo>
                  <a:pt x="2125" y="2010"/>
                </a:lnTo>
                <a:lnTo>
                  <a:pt x="2122" y="2005"/>
                </a:lnTo>
                <a:lnTo>
                  <a:pt x="2120" y="2003"/>
                </a:lnTo>
                <a:lnTo>
                  <a:pt x="2117" y="2000"/>
                </a:lnTo>
                <a:lnTo>
                  <a:pt x="2115" y="1996"/>
                </a:lnTo>
                <a:lnTo>
                  <a:pt x="2113" y="1990"/>
                </a:lnTo>
                <a:lnTo>
                  <a:pt x="2112" y="1984"/>
                </a:lnTo>
                <a:lnTo>
                  <a:pt x="2112" y="1979"/>
                </a:lnTo>
                <a:lnTo>
                  <a:pt x="2109" y="1976"/>
                </a:lnTo>
                <a:lnTo>
                  <a:pt x="2104" y="1972"/>
                </a:lnTo>
                <a:lnTo>
                  <a:pt x="2096" y="1969"/>
                </a:lnTo>
                <a:lnTo>
                  <a:pt x="2093" y="1961"/>
                </a:lnTo>
                <a:lnTo>
                  <a:pt x="2094" y="1954"/>
                </a:lnTo>
                <a:lnTo>
                  <a:pt x="2100" y="1935"/>
                </a:lnTo>
                <a:lnTo>
                  <a:pt x="2106" y="1930"/>
                </a:lnTo>
                <a:lnTo>
                  <a:pt x="2107" y="1920"/>
                </a:lnTo>
                <a:lnTo>
                  <a:pt x="2111" y="1917"/>
                </a:lnTo>
                <a:lnTo>
                  <a:pt x="2113" y="1915"/>
                </a:lnTo>
                <a:lnTo>
                  <a:pt x="2110" y="1901"/>
                </a:lnTo>
                <a:lnTo>
                  <a:pt x="2113" y="1888"/>
                </a:lnTo>
                <a:lnTo>
                  <a:pt x="2116" y="1879"/>
                </a:lnTo>
                <a:lnTo>
                  <a:pt x="2118" y="1873"/>
                </a:lnTo>
                <a:lnTo>
                  <a:pt x="2124" y="1860"/>
                </a:lnTo>
                <a:lnTo>
                  <a:pt x="2127" y="1853"/>
                </a:lnTo>
                <a:lnTo>
                  <a:pt x="2133" y="1838"/>
                </a:lnTo>
                <a:lnTo>
                  <a:pt x="2136" y="1831"/>
                </a:lnTo>
                <a:lnTo>
                  <a:pt x="2152" y="1815"/>
                </a:lnTo>
                <a:lnTo>
                  <a:pt x="2161" y="1810"/>
                </a:lnTo>
                <a:lnTo>
                  <a:pt x="2168" y="1805"/>
                </a:lnTo>
                <a:lnTo>
                  <a:pt x="2177" y="1804"/>
                </a:lnTo>
                <a:lnTo>
                  <a:pt x="2184" y="1808"/>
                </a:lnTo>
                <a:lnTo>
                  <a:pt x="2225" y="1806"/>
                </a:lnTo>
                <a:lnTo>
                  <a:pt x="2229" y="1804"/>
                </a:lnTo>
                <a:lnTo>
                  <a:pt x="2246" y="1818"/>
                </a:lnTo>
                <a:lnTo>
                  <a:pt x="2256" y="1831"/>
                </a:lnTo>
                <a:lnTo>
                  <a:pt x="2273" y="1841"/>
                </a:lnTo>
                <a:lnTo>
                  <a:pt x="2294" y="1847"/>
                </a:lnTo>
                <a:lnTo>
                  <a:pt x="2305" y="1846"/>
                </a:lnTo>
                <a:lnTo>
                  <a:pt x="2316" y="1848"/>
                </a:lnTo>
                <a:lnTo>
                  <a:pt x="2318" y="1848"/>
                </a:lnTo>
                <a:lnTo>
                  <a:pt x="2333" y="1853"/>
                </a:lnTo>
                <a:lnTo>
                  <a:pt x="2356" y="1853"/>
                </a:lnTo>
                <a:lnTo>
                  <a:pt x="2388" y="1853"/>
                </a:lnTo>
                <a:lnTo>
                  <a:pt x="2395" y="1856"/>
                </a:lnTo>
                <a:lnTo>
                  <a:pt x="2407" y="1857"/>
                </a:lnTo>
                <a:lnTo>
                  <a:pt x="2418" y="1848"/>
                </a:lnTo>
                <a:lnTo>
                  <a:pt x="2424" y="1841"/>
                </a:lnTo>
                <a:lnTo>
                  <a:pt x="2429" y="1834"/>
                </a:lnTo>
                <a:lnTo>
                  <a:pt x="2438" y="1831"/>
                </a:lnTo>
                <a:lnTo>
                  <a:pt x="2438" y="1829"/>
                </a:lnTo>
                <a:lnTo>
                  <a:pt x="2439" y="1828"/>
                </a:lnTo>
                <a:lnTo>
                  <a:pt x="2440" y="1828"/>
                </a:lnTo>
                <a:lnTo>
                  <a:pt x="2441" y="1827"/>
                </a:lnTo>
                <a:lnTo>
                  <a:pt x="2441" y="1826"/>
                </a:lnTo>
                <a:lnTo>
                  <a:pt x="2441" y="1825"/>
                </a:lnTo>
                <a:lnTo>
                  <a:pt x="2442" y="1824"/>
                </a:lnTo>
                <a:lnTo>
                  <a:pt x="2443" y="1823"/>
                </a:lnTo>
                <a:lnTo>
                  <a:pt x="2443" y="1822"/>
                </a:lnTo>
                <a:lnTo>
                  <a:pt x="2443" y="1820"/>
                </a:lnTo>
                <a:lnTo>
                  <a:pt x="2444" y="1820"/>
                </a:lnTo>
                <a:lnTo>
                  <a:pt x="2445" y="1819"/>
                </a:lnTo>
                <a:lnTo>
                  <a:pt x="2448" y="1819"/>
                </a:lnTo>
                <a:lnTo>
                  <a:pt x="2451" y="1818"/>
                </a:lnTo>
                <a:lnTo>
                  <a:pt x="2452" y="1817"/>
                </a:lnTo>
                <a:lnTo>
                  <a:pt x="2458" y="1816"/>
                </a:lnTo>
                <a:lnTo>
                  <a:pt x="2466" y="1814"/>
                </a:lnTo>
                <a:lnTo>
                  <a:pt x="2473" y="1808"/>
                </a:lnTo>
                <a:lnTo>
                  <a:pt x="2478" y="1800"/>
                </a:lnTo>
                <a:lnTo>
                  <a:pt x="2479" y="1798"/>
                </a:lnTo>
                <a:lnTo>
                  <a:pt x="2480" y="1791"/>
                </a:lnTo>
                <a:lnTo>
                  <a:pt x="2482" y="1791"/>
                </a:lnTo>
                <a:lnTo>
                  <a:pt x="2490" y="1782"/>
                </a:lnTo>
                <a:lnTo>
                  <a:pt x="2500" y="1773"/>
                </a:lnTo>
                <a:lnTo>
                  <a:pt x="2502" y="1772"/>
                </a:lnTo>
                <a:lnTo>
                  <a:pt x="2503" y="1772"/>
                </a:lnTo>
                <a:lnTo>
                  <a:pt x="2511" y="1758"/>
                </a:lnTo>
                <a:lnTo>
                  <a:pt x="2517" y="1751"/>
                </a:lnTo>
                <a:lnTo>
                  <a:pt x="2518" y="1749"/>
                </a:lnTo>
                <a:lnTo>
                  <a:pt x="2525" y="1735"/>
                </a:lnTo>
                <a:lnTo>
                  <a:pt x="2527" y="1726"/>
                </a:lnTo>
                <a:lnTo>
                  <a:pt x="2527" y="1714"/>
                </a:lnTo>
                <a:lnTo>
                  <a:pt x="2553" y="1701"/>
                </a:lnTo>
                <a:lnTo>
                  <a:pt x="2554" y="1701"/>
                </a:lnTo>
                <a:lnTo>
                  <a:pt x="2581" y="1710"/>
                </a:lnTo>
                <a:lnTo>
                  <a:pt x="2588" y="1710"/>
                </a:lnTo>
                <a:lnTo>
                  <a:pt x="2592" y="1709"/>
                </a:lnTo>
                <a:lnTo>
                  <a:pt x="2593" y="1709"/>
                </a:lnTo>
                <a:lnTo>
                  <a:pt x="2594" y="1708"/>
                </a:lnTo>
                <a:lnTo>
                  <a:pt x="2597" y="1708"/>
                </a:lnTo>
                <a:lnTo>
                  <a:pt x="2602" y="1706"/>
                </a:lnTo>
                <a:lnTo>
                  <a:pt x="2606" y="1706"/>
                </a:lnTo>
                <a:lnTo>
                  <a:pt x="2615" y="1703"/>
                </a:lnTo>
                <a:lnTo>
                  <a:pt x="2643" y="1701"/>
                </a:lnTo>
                <a:lnTo>
                  <a:pt x="2645" y="1700"/>
                </a:lnTo>
                <a:lnTo>
                  <a:pt x="2669" y="1690"/>
                </a:lnTo>
                <a:lnTo>
                  <a:pt x="2688" y="1682"/>
                </a:lnTo>
                <a:lnTo>
                  <a:pt x="2693" y="1677"/>
                </a:lnTo>
                <a:lnTo>
                  <a:pt x="2711" y="1654"/>
                </a:lnTo>
                <a:lnTo>
                  <a:pt x="2719" y="1643"/>
                </a:lnTo>
                <a:lnTo>
                  <a:pt x="2728" y="1638"/>
                </a:lnTo>
                <a:lnTo>
                  <a:pt x="2731" y="1636"/>
                </a:lnTo>
                <a:lnTo>
                  <a:pt x="2731" y="1632"/>
                </a:lnTo>
                <a:lnTo>
                  <a:pt x="2733" y="1630"/>
                </a:lnTo>
                <a:lnTo>
                  <a:pt x="2739" y="1630"/>
                </a:lnTo>
                <a:lnTo>
                  <a:pt x="2744" y="1631"/>
                </a:lnTo>
                <a:lnTo>
                  <a:pt x="2746" y="1629"/>
                </a:lnTo>
                <a:lnTo>
                  <a:pt x="2751" y="1628"/>
                </a:lnTo>
                <a:lnTo>
                  <a:pt x="2755" y="1623"/>
                </a:lnTo>
                <a:lnTo>
                  <a:pt x="2756" y="1620"/>
                </a:lnTo>
                <a:lnTo>
                  <a:pt x="2757" y="1616"/>
                </a:lnTo>
                <a:lnTo>
                  <a:pt x="2758" y="1613"/>
                </a:lnTo>
                <a:lnTo>
                  <a:pt x="2762" y="1609"/>
                </a:lnTo>
                <a:lnTo>
                  <a:pt x="2765" y="1608"/>
                </a:lnTo>
                <a:lnTo>
                  <a:pt x="2762" y="1598"/>
                </a:lnTo>
                <a:lnTo>
                  <a:pt x="2763" y="1596"/>
                </a:lnTo>
                <a:lnTo>
                  <a:pt x="2760" y="1591"/>
                </a:lnTo>
                <a:lnTo>
                  <a:pt x="2756" y="1589"/>
                </a:lnTo>
                <a:lnTo>
                  <a:pt x="2758" y="1570"/>
                </a:lnTo>
                <a:lnTo>
                  <a:pt x="2761" y="1562"/>
                </a:lnTo>
                <a:lnTo>
                  <a:pt x="2774" y="1534"/>
                </a:lnTo>
                <a:lnTo>
                  <a:pt x="2777" y="1533"/>
                </a:lnTo>
                <a:lnTo>
                  <a:pt x="2789" y="1512"/>
                </a:lnTo>
                <a:lnTo>
                  <a:pt x="2793" y="1507"/>
                </a:lnTo>
                <a:lnTo>
                  <a:pt x="2795" y="1499"/>
                </a:lnTo>
                <a:lnTo>
                  <a:pt x="2797" y="1496"/>
                </a:lnTo>
                <a:lnTo>
                  <a:pt x="2807" y="1491"/>
                </a:lnTo>
                <a:lnTo>
                  <a:pt x="2817" y="1488"/>
                </a:lnTo>
                <a:lnTo>
                  <a:pt x="2820" y="1487"/>
                </a:lnTo>
                <a:lnTo>
                  <a:pt x="2821" y="1484"/>
                </a:lnTo>
                <a:lnTo>
                  <a:pt x="2822" y="1483"/>
                </a:lnTo>
                <a:lnTo>
                  <a:pt x="2824" y="1483"/>
                </a:lnTo>
                <a:lnTo>
                  <a:pt x="2825" y="1482"/>
                </a:lnTo>
                <a:lnTo>
                  <a:pt x="2826" y="1479"/>
                </a:lnTo>
                <a:lnTo>
                  <a:pt x="2826" y="1477"/>
                </a:lnTo>
                <a:lnTo>
                  <a:pt x="2827" y="1476"/>
                </a:lnTo>
                <a:lnTo>
                  <a:pt x="2828" y="1476"/>
                </a:lnTo>
                <a:lnTo>
                  <a:pt x="2837" y="1477"/>
                </a:lnTo>
                <a:lnTo>
                  <a:pt x="2852" y="1477"/>
                </a:lnTo>
                <a:lnTo>
                  <a:pt x="2855" y="1477"/>
                </a:lnTo>
                <a:lnTo>
                  <a:pt x="2864" y="1477"/>
                </a:lnTo>
                <a:lnTo>
                  <a:pt x="2886" y="1473"/>
                </a:lnTo>
                <a:lnTo>
                  <a:pt x="2903" y="1471"/>
                </a:lnTo>
                <a:lnTo>
                  <a:pt x="2904" y="1464"/>
                </a:lnTo>
                <a:lnTo>
                  <a:pt x="2902" y="1460"/>
                </a:lnTo>
                <a:lnTo>
                  <a:pt x="2904" y="1448"/>
                </a:lnTo>
                <a:lnTo>
                  <a:pt x="2909" y="1436"/>
                </a:lnTo>
                <a:lnTo>
                  <a:pt x="2904" y="1426"/>
                </a:lnTo>
                <a:lnTo>
                  <a:pt x="2909" y="1424"/>
                </a:lnTo>
                <a:lnTo>
                  <a:pt x="2914" y="1421"/>
                </a:lnTo>
                <a:lnTo>
                  <a:pt x="2917" y="1421"/>
                </a:lnTo>
                <a:lnTo>
                  <a:pt x="2922" y="1420"/>
                </a:lnTo>
                <a:lnTo>
                  <a:pt x="2926" y="1421"/>
                </a:lnTo>
                <a:lnTo>
                  <a:pt x="2928" y="1418"/>
                </a:lnTo>
                <a:lnTo>
                  <a:pt x="2932" y="1420"/>
                </a:lnTo>
                <a:lnTo>
                  <a:pt x="2934" y="1421"/>
                </a:lnTo>
                <a:lnTo>
                  <a:pt x="2936" y="1423"/>
                </a:lnTo>
                <a:lnTo>
                  <a:pt x="2936" y="1426"/>
                </a:lnTo>
                <a:lnTo>
                  <a:pt x="2937" y="1428"/>
                </a:lnTo>
                <a:lnTo>
                  <a:pt x="2941" y="1431"/>
                </a:lnTo>
                <a:lnTo>
                  <a:pt x="2945" y="1434"/>
                </a:lnTo>
                <a:lnTo>
                  <a:pt x="2948" y="1433"/>
                </a:lnTo>
                <a:lnTo>
                  <a:pt x="2952" y="1432"/>
                </a:lnTo>
                <a:lnTo>
                  <a:pt x="2954" y="1430"/>
                </a:lnTo>
                <a:lnTo>
                  <a:pt x="2954" y="1429"/>
                </a:lnTo>
                <a:lnTo>
                  <a:pt x="2955" y="1429"/>
                </a:lnTo>
                <a:lnTo>
                  <a:pt x="2960" y="1429"/>
                </a:lnTo>
                <a:lnTo>
                  <a:pt x="2963" y="1429"/>
                </a:lnTo>
                <a:lnTo>
                  <a:pt x="2965" y="1427"/>
                </a:lnTo>
                <a:lnTo>
                  <a:pt x="2967" y="1426"/>
                </a:lnTo>
                <a:lnTo>
                  <a:pt x="2968" y="1424"/>
                </a:lnTo>
                <a:lnTo>
                  <a:pt x="2966" y="1421"/>
                </a:lnTo>
                <a:lnTo>
                  <a:pt x="2966" y="1420"/>
                </a:lnTo>
                <a:lnTo>
                  <a:pt x="2967" y="1419"/>
                </a:lnTo>
                <a:lnTo>
                  <a:pt x="2970" y="1418"/>
                </a:lnTo>
                <a:lnTo>
                  <a:pt x="2970" y="1417"/>
                </a:lnTo>
                <a:lnTo>
                  <a:pt x="2971" y="1414"/>
                </a:lnTo>
                <a:lnTo>
                  <a:pt x="2973" y="1411"/>
                </a:lnTo>
                <a:lnTo>
                  <a:pt x="2974" y="1410"/>
                </a:lnTo>
                <a:lnTo>
                  <a:pt x="2977" y="1409"/>
                </a:lnTo>
                <a:lnTo>
                  <a:pt x="2980" y="1409"/>
                </a:lnTo>
                <a:lnTo>
                  <a:pt x="2981" y="1409"/>
                </a:lnTo>
                <a:lnTo>
                  <a:pt x="2983" y="1408"/>
                </a:lnTo>
                <a:lnTo>
                  <a:pt x="2983" y="1405"/>
                </a:lnTo>
                <a:lnTo>
                  <a:pt x="2985" y="1405"/>
                </a:lnTo>
                <a:lnTo>
                  <a:pt x="2989" y="1405"/>
                </a:lnTo>
                <a:lnTo>
                  <a:pt x="2990" y="1405"/>
                </a:lnTo>
                <a:lnTo>
                  <a:pt x="2992" y="1404"/>
                </a:lnTo>
                <a:lnTo>
                  <a:pt x="3000" y="1393"/>
                </a:lnTo>
                <a:lnTo>
                  <a:pt x="3003" y="1392"/>
                </a:lnTo>
                <a:lnTo>
                  <a:pt x="3008" y="1392"/>
                </a:lnTo>
                <a:lnTo>
                  <a:pt x="3010" y="1391"/>
                </a:lnTo>
                <a:lnTo>
                  <a:pt x="3013" y="1388"/>
                </a:lnTo>
                <a:lnTo>
                  <a:pt x="3014" y="1385"/>
                </a:lnTo>
                <a:lnTo>
                  <a:pt x="3016" y="1384"/>
                </a:lnTo>
                <a:lnTo>
                  <a:pt x="3020" y="1383"/>
                </a:lnTo>
                <a:lnTo>
                  <a:pt x="3025" y="1378"/>
                </a:lnTo>
                <a:lnTo>
                  <a:pt x="3038" y="1378"/>
                </a:lnTo>
                <a:lnTo>
                  <a:pt x="3044" y="1382"/>
                </a:lnTo>
                <a:lnTo>
                  <a:pt x="3065" y="1382"/>
                </a:lnTo>
                <a:lnTo>
                  <a:pt x="3070" y="1375"/>
                </a:lnTo>
                <a:lnTo>
                  <a:pt x="3072" y="1374"/>
                </a:lnTo>
                <a:lnTo>
                  <a:pt x="3074" y="1375"/>
                </a:lnTo>
                <a:lnTo>
                  <a:pt x="3076" y="1379"/>
                </a:lnTo>
                <a:lnTo>
                  <a:pt x="3083" y="1379"/>
                </a:lnTo>
                <a:lnTo>
                  <a:pt x="3092" y="1380"/>
                </a:lnTo>
                <a:lnTo>
                  <a:pt x="3093" y="1379"/>
                </a:lnTo>
                <a:lnTo>
                  <a:pt x="3094" y="1377"/>
                </a:lnTo>
                <a:lnTo>
                  <a:pt x="3093" y="1375"/>
                </a:lnTo>
                <a:lnTo>
                  <a:pt x="3091" y="1373"/>
                </a:lnTo>
                <a:lnTo>
                  <a:pt x="3098" y="1361"/>
                </a:lnTo>
                <a:lnTo>
                  <a:pt x="3102" y="1361"/>
                </a:lnTo>
                <a:lnTo>
                  <a:pt x="3106" y="1359"/>
                </a:lnTo>
                <a:lnTo>
                  <a:pt x="3107" y="1359"/>
                </a:lnTo>
                <a:lnTo>
                  <a:pt x="3108" y="1361"/>
                </a:lnTo>
                <a:lnTo>
                  <a:pt x="3109" y="1365"/>
                </a:lnTo>
                <a:lnTo>
                  <a:pt x="3108" y="1367"/>
                </a:lnTo>
                <a:lnTo>
                  <a:pt x="3110" y="1369"/>
                </a:lnTo>
                <a:lnTo>
                  <a:pt x="3114" y="1369"/>
                </a:lnTo>
                <a:lnTo>
                  <a:pt x="3116" y="1366"/>
                </a:lnTo>
                <a:lnTo>
                  <a:pt x="3121" y="1363"/>
                </a:lnTo>
                <a:lnTo>
                  <a:pt x="3124" y="1368"/>
                </a:lnTo>
                <a:lnTo>
                  <a:pt x="3131" y="1375"/>
                </a:lnTo>
                <a:lnTo>
                  <a:pt x="3137" y="1380"/>
                </a:lnTo>
                <a:lnTo>
                  <a:pt x="3139" y="1382"/>
                </a:lnTo>
                <a:lnTo>
                  <a:pt x="3140" y="1381"/>
                </a:lnTo>
                <a:lnTo>
                  <a:pt x="3144" y="1378"/>
                </a:lnTo>
                <a:lnTo>
                  <a:pt x="3145" y="1378"/>
                </a:lnTo>
                <a:lnTo>
                  <a:pt x="3151" y="1379"/>
                </a:lnTo>
                <a:lnTo>
                  <a:pt x="3156" y="1378"/>
                </a:lnTo>
                <a:lnTo>
                  <a:pt x="3159" y="1378"/>
                </a:lnTo>
                <a:lnTo>
                  <a:pt x="3160" y="1380"/>
                </a:lnTo>
                <a:lnTo>
                  <a:pt x="3164" y="1381"/>
                </a:lnTo>
                <a:lnTo>
                  <a:pt x="3168" y="1385"/>
                </a:lnTo>
                <a:lnTo>
                  <a:pt x="3169" y="1385"/>
                </a:lnTo>
                <a:lnTo>
                  <a:pt x="3172" y="1382"/>
                </a:lnTo>
                <a:lnTo>
                  <a:pt x="3174" y="1382"/>
                </a:lnTo>
                <a:lnTo>
                  <a:pt x="3175" y="1383"/>
                </a:lnTo>
                <a:lnTo>
                  <a:pt x="3176" y="1385"/>
                </a:lnTo>
                <a:lnTo>
                  <a:pt x="3178" y="1384"/>
                </a:lnTo>
                <a:lnTo>
                  <a:pt x="3179" y="1382"/>
                </a:lnTo>
                <a:lnTo>
                  <a:pt x="3183" y="1376"/>
                </a:lnTo>
                <a:lnTo>
                  <a:pt x="3191" y="1377"/>
                </a:lnTo>
                <a:lnTo>
                  <a:pt x="3193" y="1376"/>
                </a:lnTo>
                <a:lnTo>
                  <a:pt x="3195" y="1375"/>
                </a:lnTo>
                <a:lnTo>
                  <a:pt x="3201" y="1375"/>
                </a:lnTo>
                <a:lnTo>
                  <a:pt x="3205" y="1377"/>
                </a:lnTo>
                <a:lnTo>
                  <a:pt x="3209" y="1377"/>
                </a:lnTo>
                <a:lnTo>
                  <a:pt x="3213" y="1375"/>
                </a:lnTo>
                <a:lnTo>
                  <a:pt x="3214" y="1374"/>
                </a:lnTo>
                <a:lnTo>
                  <a:pt x="3216" y="1375"/>
                </a:lnTo>
                <a:lnTo>
                  <a:pt x="3218" y="1376"/>
                </a:lnTo>
                <a:lnTo>
                  <a:pt x="3219" y="1378"/>
                </a:lnTo>
                <a:lnTo>
                  <a:pt x="3220" y="1380"/>
                </a:lnTo>
                <a:lnTo>
                  <a:pt x="3219" y="1382"/>
                </a:lnTo>
                <a:lnTo>
                  <a:pt x="3224" y="1378"/>
                </a:lnTo>
                <a:lnTo>
                  <a:pt x="3226" y="1376"/>
                </a:lnTo>
                <a:lnTo>
                  <a:pt x="3227" y="1374"/>
                </a:lnTo>
                <a:lnTo>
                  <a:pt x="3230" y="1374"/>
                </a:lnTo>
                <a:lnTo>
                  <a:pt x="3232" y="1373"/>
                </a:lnTo>
                <a:lnTo>
                  <a:pt x="3233" y="1368"/>
                </a:lnTo>
                <a:lnTo>
                  <a:pt x="3235" y="1365"/>
                </a:lnTo>
                <a:lnTo>
                  <a:pt x="3235" y="1362"/>
                </a:lnTo>
                <a:lnTo>
                  <a:pt x="3233" y="1360"/>
                </a:lnTo>
                <a:lnTo>
                  <a:pt x="3244" y="1361"/>
                </a:lnTo>
                <a:lnTo>
                  <a:pt x="3245" y="1361"/>
                </a:lnTo>
                <a:lnTo>
                  <a:pt x="3249" y="1360"/>
                </a:lnTo>
                <a:lnTo>
                  <a:pt x="3248" y="1356"/>
                </a:lnTo>
                <a:lnTo>
                  <a:pt x="3249" y="1355"/>
                </a:lnTo>
                <a:lnTo>
                  <a:pt x="3250" y="1353"/>
                </a:lnTo>
                <a:lnTo>
                  <a:pt x="3251" y="1351"/>
                </a:lnTo>
                <a:lnTo>
                  <a:pt x="3248" y="1347"/>
                </a:lnTo>
                <a:lnTo>
                  <a:pt x="3247" y="1343"/>
                </a:lnTo>
                <a:lnTo>
                  <a:pt x="3246" y="1342"/>
                </a:lnTo>
                <a:lnTo>
                  <a:pt x="3246" y="1340"/>
                </a:lnTo>
                <a:lnTo>
                  <a:pt x="3249" y="1335"/>
                </a:lnTo>
                <a:lnTo>
                  <a:pt x="3249" y="1333"/>
                </a:lnTo>
                <a:lnTo>
                  <a:pt x="3246" y="1328"/>
                </a:lnTo>
                <a:lnTo>
                  <a:pt x="3246" y="1325"/>
                </a:lnTo>
                <a:lnTo>
                  <a:pt x="3247" y="1323"/>
                </a:lnTo>
                <a:lnTo>
                  <a:pt x="3244" y="1323"/>
                </a:lnTo>
                <a:lnTo>
                  <a:pt x="3243" y="1315"/>
                </a:lnTo>
                <a:lnTo>
                  <a:pt x="3244" y="1312"/>
                </a:lnTo>
                <a:lnTo>
                  <a:pt x="3234" y="1311"/>
                </a:lnTo>
                <a:lnTo>
                  <a:pt x="3232" y="1306"/>
                </a:lnTo>
                <a:lnTo>
                  <a:pt x="3235" y="1302"/>
                </a:lnTo>
                <a:lnTo>
                  <a:pt x="3231" y="1302"/>
                </a:lnTo>
                <a:lnTo>
                  <a:pt x="3225" y="1296"/>
                </a:lnTo>
                <a:lnTo>
                  <a:pt x="3224" y="1295"/>
                </a:lnTo>
                <a:lnTo>
                  <a:pt x="3222" y="1293"/>
                </a:lnTo>
                <a:lnTo>
                  <a:pt x="3221" y="1291"/>
                </a:lnTo>
                <a:lnTo>
                  <a:pt x="3221" y="1290"/>
                </a:lnTo>
                <a:lnTo>
                  <a:pt x="3221" y="1289"/>
                </a:lnTo>
                <a:lnTo>
                  <a:pt x="3221" y="1288"/>
                </a:lnTo>
                <a:lnTo>
                  <a:pt x="3221" y="1287"/>
                </a:lnTo>
                <a:lnTo>
                  <a:pt x="3223" y="1284"/>
                </a:lnTo>
                <a:lnTo>
                  <a:pt x="3215" y="1271"/>
                </a:lnTo>
                <a:lnTo>
                  <a:pt x="3214" y="1269"/>
                </a:lnTo>
                <a:lnTo>
                  <a:pt x="3209" y="1263"/>
                </a:lnTo>
                <a:lnTo>
                  <a:pt x="3208" y="1261"/>
                </a:lnTo>
                <a:lnTo>
                  <a:pt x="3207" y="1261"/>
                </a:lnTo>
                <a:lnTo>
                  <a:pt x="3204" y="1258"/>
                </a:lnTo>
                <a:lnTo>
                  <a:pt x="3202" y="1257"/>
                </a:lnTo>
                <a:lnTo>
                  <a:pt x="3200" y="1255"/>
                </a:lnTo>
                <a:lnTo>
                  <a:pt x="3197" y="1252"/>
                </a:lnTo>
                <a:lnTo>
                  <a:pt x="3196" y="1252"/>
                </a:lnTo>
                <a:lnTo>
                  <a:pt x="3196" y="1251"/>
                </a:lnTo>
                <a:lnTo>
                  <a:pt x="3195" y="1250"/>
                </a:lnTo>
                <a:lnTo>
                  <a:pt x="3194" y="1250"/>
                </a:lnTo>
                <a:lnTo>
                  <a:pt x="3193" y="1249"/>
                </a:lnTo>
                <a:lnTo>
                  <a:pt x="3192" y="1249"/>
                </a:lnTo>
                <a:lnTo>
                  <a:pt x="3190" y="1249"/>
                </a:lnTo>
                <a:lnTo>
                  <a:pt x="3189" y="1249"/>
                </a:lnTo>
                <a:lnTo>
                  <a:pt x="3188" y="1249"/>
                </a:lnTo>
                <a:lnTo>
                  <a:pt x="3187" y="1249"/>
                </a:lnTo>
                <a:lnTo>
                  <a:pt x="3186" y="1250"/>
                </a:lnTo>
                <a:lnTo>
                  <a:pt x="3185" y="1250"/>
                </a:lnTo>
                <a:lnTo>
                  <a:pt x="3184" y="1250"/>
                </a:lnTo>
                <a:lnTo>
                  <a:pt x="3183" y="1250"/>
                </a:lnTo>
                <a:lnTo>
                  <a:pt x="3183" y="1249"/>
                </a:lnTo>
                <a:lnTo>
                  <a:pt x="3182" y="1249"/>
                </a:lnTo>
                <a:lnTo>
                  <a:pt x="3182" y="1248"/>
                </a:lnTo>
                <a:lnTo>
                  <a:pt x="3183" y="1248"/>
                </a:lnTo>
                <a:lnTo>
                  <a:pt x="3183" y="1247"/>
                </a:lnTo>
                <a:lnTo>
                  <a:pt x="3183" y="1246"/>
                </a:lnTo>
                <a:lnTo>
                  <a:pt x="3183" y="1245"/>
                </a:lnTo>
                <a:lnTo>
                  <a:pt x="3183" y="1244"/>
                </a:lnTo>
                <a:lnTo>
                  <a:pt x="3182" y="1244"/>
                </a:lnTo>
                <a:lnTo>
                  <a:pt x="3182" y="1245"/>
                </a:lnTo>
                <a:lnTo>
                  <a:pt x="3183" y="1245"/>
                </a:lnTo>
                <a:lnTo>
                  <a:pt x="3182" y="1245"/>
                </a:lnTo>
                <a:lnTo>
                  <a:pt x="3182" y="1244"/>
                </a:lnTo>
                <a:lnTo>
                  <a:pt x="3181" y="1244"/>
                </a:lnTo>
                <a:lnTo>
                  <a:pt x="3182" y="1243"/>
                </a:lnTo>
                <a:lnTo>
                  <a:pt x="3182" y="1244"/>
                </a:lnTo>
                <a:lnTo>
                  <a:pt x="3183" y="1244"/>
                </a:lnTo>
                <a:lnTo>
                  <a:pt x="3183" y="1243"/>
                </a:lnTo>
                <a:lnTo>
                  <a:pt x="3183" y="1242"/>
                </a:lnTo>
                <a:lnTo>
                  <a:pt x="3182" y="1243"/>
                </a:lnTo>
                <a:lnTo>
                  <a:pt x="3183" y="1243"/>
                </a:lnTo>
                <a:lnTo>
                  <a:pt x="3182" y="1243"/>
                </a:lnTo>
                <a:lnTo>
                  <a:pt x="3182" y="1242"/>
                </a:lnTo>
                <a:lnTo>
                  <a:pt x="3182" y="1243"/>
                </a:lnTo>
                <a:lnTo>
                  <a:pt x="3183" y="1242"/>
                </a:lnTo>
                <a:lnTo>
                  <a:pt x="3182" y="1242"/>
                </a:lnTo>
                <a:lnTo>
                  <a:pt x="3181" y="1242"/>
                </a:lnTo>
                <a:lnTo>
                  <a:pt x="3181" y="1241"/>
                </a:lnTo>
                <a:lnTo>
                  <a:pt x="3181" y="1240"/>
                </a:lnTo>
                <a:lnTo>
                  <a:pt x="3181" y="1239"/>
                </a:lnTo>
                <a:lnTo>
                  <a:pt x="3180" y="1239"/>
                </a:lnTo>
                <a:lnTo>
                  <a:pt x="3179" y="1240"/>
                </a:lnTo>
                <a:lnTo>
                  <a:pt x="3178" y="1240"/>
                </a:lnTo>
                <a:lnTo>
                  <a:pt x="3178" y="1239"/>
                </a:lnTo>
                <a:lnTo>
                  <a:pt x="3178" y="1238"/>
                </a:lnTo>
                <a:lnTo>
                  <a:pt x="3177" y="1239"/>
                </a:lnTo>
                <a:lnTo>
                  <a:pt x="3178" y="1239"/>
                </a:lnTo>
                <a:lnTo>
                  <a:pt x="3177" y="1239"/>
                </a:lnTo>
                <a:lnTo>
                  <a:pt x="3176" y="1238"/>
                </a:lnTo>
                <a:lnTo>
                  <a:pt x="3177" y="1238"/>
                </a:lnTo>
                <a:lnTo>
                  <a:pt x="3177" y="1237"/>
                </a:lnTo>
                <a:lnTo>
                  <a:pt x="3176" y="1237"/>
                </a:lnTo>
                <a:lnTo>
                  <a:pt x="3175" y="1236"/>
                </a:lnTo>
                <a:lnTo>
                  <a:pt x="3174" y="1236"/>
                </a:lnTo>
                <a:lnTo>
                  <a:pt x="3173" y="1236"/>
                </a:lnTo>
                <a:lnTo>
                  <a:pt x="3173" y="1235"/>
                </a:lnTo>
                <a:lnTo>
                  <a:pt x="3173" y="1236"/>
                </a:lnTo>
                <a:lnTo>
                  <a:pt x="3172" y="1236"/>
                </a:lnTo>
                <a:lnTo>
                  <a:pt x="3171" y="1236"/>
                </a:lnTo>
                <a:lnTo>
                  <a:pt x="3171" y="1235"/>
                </a:lnTo>
                <a:lnTo>
                  <a:pt x="3170" y="1235"/>
                </a:lnTo>
                <a:lnTo>
                  <a:pt x="3170" y="1234"/>
                </a:lnTo>
                <a:lnTo>
                  <a:pt x="3169" y="1234"/>
                </a:lnTo>
                <a:lnTo>
                  <a:pt x="3169" y="1233"/>
                </a:lnTo>
                <a:lnTo>
                  <a:pt x="3168" y="1233"/>
                </a:lnTo>
                <a:lnTo>
                  <a:pt x="3167" y="1233"/>
                </a:lnTo>
                <a:lnTo>
                  <a:pt x="3166" y="1233"/>
                </a:lnTo>
                <a:lnTo>
                  <a:pt x="3166" y="1232"/>
                </a:lnTo>
                <a:lnTo>
                  <a:pt x="3166" y="1231"/>
                </a:lnTo>
                <a:lnTo>
                  <a:pt x="3166" y="1232"/>
                </a:lnTo>
                <a:lnTo>
                  <a:pt x="3165" y="1232"/>
                </a:lnTo>
                <a:lnTo>
                  <a:pt x="3165" y="1231"/>
                </a:lnTo>
                <a:lnTo>
                  <a:pt x="3165" y="1230"/>
                </a:lnTo>
                <a:lnTo>
                  <a:pt x="3164" y="1230"/>
                </a:lnTo>
                <a:lnTo>
                  <a:pt x="3163" y="1230"/>
                </a:lnTo>
                <a:lnTo>
                  <a:pt x="3163" y="1229"/>
                </a:lnTo>
                <a:lnTo>
                  <a:pt x="3163" y="1228"/>
                </a:lnTo>
                <a:lnTo>
                  <a:pt x="3162" y="1226"/>
                </a:lnTo>
                <a:lnTo>
                  <a:pt x="3161" y="1226"/>
                </a:lnTo>
                <a:lnTo>
                  <a:pt x="3161" y="1227"/>
                </a:lnTo>
                <a:lnTo>
                  <a:pt x="3160" y="1227"/>
                </a:lnTo>
                <a:lnTo>
                  <a:pt x="3160" y="1226"/>
                </a:lnTo>
                <a:lnTo>
                  <a:pt x="3159" y="1226"/>
                </a:lnTo>
                <a:lnTo>
                  <a:pt x="3159" y="1225"/>
                </a:lnTo>
                <a:lnTo>
                  <a:pt x="3158" y="1225"/>
                </a:lnTo>
                <a:lnTo>
                  <a:pt x="3157" y="1224"/>
                </a:lnTo>
                <a:lnTo>
                  <a:pt x="3155" y="1224"/>
                </a:lnTo>
                <a:lnTo>
                  <a:pt x="3155" y="1223"/>
                </a:lnTo>
                <a:lnTo>
                  <a:pt x="3154" y="1224"/>
                </a:lnTo>
                <a:lnTo>
                  <a:pt x="3154" y="1223"/>
                </a:lnTo>
                <a:lnTo>
                  <a:pt x="3153" y="1223"/>
                </a:lnTo>
                <a:lnTo>
                  <a:pt x="3154" y="1222"/>
                </a:lnTo>
                <a:lnTo>
                  <a:pt x="3153" y="1222"/>
                </a:lnTo>
                <a:lnTo>
                  <a:pt x="3152" y="1222"/>
                </a:lnTo>
                <a:lnTo>
                  <a:pt x="3153" y="1222"/>
                </a:lnTo>
                <a:lnTo>
                  <a:pt x="3153" y="1221"/>
                </a:lnTo>
                <a:lnTo>
                  <a:pt x="3152" y="1221"/>
                </a:lnTo>
                <a:lnTo>
                  <a:pt x="3151" y="1221"/>
                </a:lnTo>
                <a:lnTo>
                  <a:pt x="3151" y="1220"/>
                </a:lnTo>
                <a:lnTo>
                  <a:pt x="3151" y="1219"/>
                </a:lnTo>
                <a:lnTo>
                  <a:pt x="3150" y="1218"/>
                </a:lnTo>
                <a:lnTo>
                  <a:pt x="3149" y="1218"/>
                </a:lnTo>
                <a:lnTo>
                  <a:pt x="3149" y="1219"/>
                </a:lnTo>
                <a:lnTo>
                  <a:pt x="3149" y="1218"/>
                </a:lnTo>
                <a:lnTo>
                  <a:pt x="3149" y="1217"/>
                </a:lnTo>
                <a:lnTo>
                  <a:pt x="3148" y="1218"/>
                </a:lnTo>
                <a:lnTo>
                  <a:pt x="3147" y="1217"/>
                </a:lnTo>
                <a:lnTo>
                  <a:pt x="3147" y="1218"/>
                </a:lnTo>
                <a:lnTo>
                  <a:pt x="3147" y="1219"/>
                </a:lnTo>
                <a:lnTo>
                  <a:pt x="3146" y="1219"/>
                </a:lnTo>
                <a:lnTo>
                  <a:pt x="3145" y="1219"/>
                </a:lnTo>
                <a:lnTo>
                  <a:pt x="3145" y="1218"/>
                </a:lnTo>
                <a:lnTo>
                  <a:pt x="3149" y="1208"/>
                </a:lnTo>
                <a:lnTo>
                  <a:pt x="3145" y="1207"/>
                </a:lnTo>
                <a:lnTo>
                  <a:pt x="3126" y="1202"/>
                </a:lnTo>
                <a:lnTo>
                  <a:pt x="3125" y="1202"/>
                </a:lnTo>
                <a:lnTo>
                  <a:pt x="3118" y="1199"/>
                </a:lnTo>
                <a:lnTo>
                  <a:pt x="3116" y="1194"/>
                </a:lnTo>
                <a:lnTo>
                  <a:pt x="3114" y="1185"/>
                </a:lnTo>
                <a:lnTo>
                  <a:pt x="3114" y="1183"/>
                </a:lnTo>
                <a:lnTo>
                  <a:pt x="3112" y="1175"/>
                </a:lnTo>
                <a:lnTo>
                  <a:pt x="3102" y="1173"/>
                </a:lnTo>
                <a:lnTo>
                  <a:pt x="3094" y="1170"/>
                </a:lnTo>
                <a:lnTo>
                  <a:pt x="3084" y="1167"/>
                </a:lnTo>
                <a:lnTo>
                  <a:pt x="3060" y="1160"/>
                </a:lnTo>
                <a:lnTo>
                  <a:pt x="3058" y="1158"/>
                </a:lnTo>
                <a:lnTo>
                  <a:pt x="3041" y="1138"/>
                </a:lnTo>
                <a:lnTo>
                  <a:pt x="3026" y="1121"/>
                </a:lnTo>
                <a:lnTo>
                  <a:pt x="3025" y="1119"/>
                </a:lnTo>
                <a:lnTo>
                  <a:pt x="3022" y="1120"/>
                </a:lnTo>
                <a:lnTo>
                  <a:pt x="3010" y="1120"/>
                </a:lnTo>
                <a:lnTo>
                  <a:pt x="3009" y="1120"/>
                </a:lnTo>
                <a:lnTo>
                  <a:pt x="3009" y="1121"/>
                </a:lnTo>
                <a:lnTo>
                  <a:pt x="3008" y="1121"/>
                </a:lnTo>
                <a:lnTo>
                  <a:pt x="3008" y="1120"/>
                </a:lnTo>
                <a:lnTo>
                  <a:pt x="3007" y="1119"/>
                </a:lnTo>
                <a:lnTo>
                  <a:pt x="3006" y="1118"/>
                </a:lnTo>
                <a:lnTo>
                  <a:pt x="3005" y="1117"/>
                </a:lnTo>
                <a:lnTo>
                  <a:pt x="3005" y="1118"/>
                </a:lnTo>
                <a:lnTo>
                  <a:pt x="3004" y="1118"/>
                </a:lnTo>
                <a:lnTo>
                  <a:pt x="3004" y="1119"/>
                </a:lnTo>
                <a:lnTo>
                  <a:pt x="3002" y="1119"/>
                </a:lnTo>
                <a:lnTo>
                  <a:pt x="3001" y="1119"/>
                </a:lnTo>
                <a:lnTo>
                  <a:pt x="3000" y="1119"/>
                </a:lnTo>
                <a:lnTo>
                  <a:pt x="2999" y="1118"/>
                </a:lnTo>
                <a:lnTo>
                  <a:pt x="2998" y="1118"/>
                </a:lnTo>
                <a:lnTo>
                  <a:pt x="2997" y="1119"/>
                </a:lnTo>
                <a:lnTo>
                  <a:pt x="2997" y="1120"/>
                </a:lnTo>
                <a:lnTo>
                  <a:pt x="2996" y="1120"/>
                </a:lnTo>
                <a:lnTo>
                  <a:pt x="2996" y="1121"/>
                </a:lnTo>
                <a:lnTo>
                  <a:pt x="2995" y="1121"/>
                </a:lnTo>
                <a:lnTo>
                  <a:pt x="2995" y="1120"/>
                </a:lnTo>
                <a:lnTo>
                  <a:pt x="2994" y="1120"/>
                </a:lnTo>
                <a:lnTo>
                  <a:pt x="2994" y="1121"/>
                </a:lnTo>
                <a:lnTo>
                  <a:pt x="2993" y="1121"/>
                </a:lnTo>
                <a:lnTo>
                  <a:pt x="2992" y="1121"/>
                </a:lnTo>
                <a:lnTo>
                  <a:pt x="2991" y="1121"/>
                </a:lnTo>
                <a:lnTo>
                  <a:pt x="2991" y="1120"/>
                </a:lnTo>
                <a:lnTo>
                  <a:pt x="2990" y="1120"/>
                </a:lnTo>
                <a:lnTo>
                  <a:pt x="2989" y="1120"/>
                </a:lnTo>
                <a:lnTo>
                  <a:pt x="2989" y="1121"/>
                </a:lnTo>
                <a:lnTo>
                  <a:pt x="2990" y="1121"/>
                </a:lnTo>
                <a:lnTo>
                  <a:pt x="2989" y="1121"/>
                </a:lnTo>
                <a:lnTo>
                  <a:pt x="2989" y="1122"/>
                </a:lnTo>
                <a:lnTo>
                  <a:pt x="2988" y="1122"/>
                </a:lnTo>
                <a:lnTo>
                  <a:pt x="2987" y="1121"/>
                </a:lnTo>
                <a:lnTo>
                  <a:pt x="2986" y="1121"/>
                </a:lnTo>
                <a:lnTo>
                  <a:pt x="2985" y="1120"/>
                </a:lnTo>
                <a:lnTo>
                  <a:pt x="2984" y="1120"/>
                </a:lnTo>
                <a:lnTo>
                  <a:pt x="2983" y="1120"/>
                </a:lnTo>
                <a:lnTo>
                  <a:pt x="2983" y="1119"/>
                </a:lnTo>
                <a:lnTo>
                  <a:pt x="2983" y="1118"/>
                </a:lnTo>
                <a:lnTo>
                  <a:pt x="2982" y="1118"/>
                </a:lnTo>
                <a:lnTo>
                  <a:pt x="2981" y="1118"/>
                </a:lnTo>
                <a:lnTo>
                  <a:pt x="2980" y="1118"/>
                </a:lnTo>
                <a:lnTo>
                  <a:pt x="2979" y="1118"/>
                </a:lnTo>
                <a:lnTo>
                  <a:pt x="2979" y="1117"/>
                </a:lnTo>
                <a:lnTo>
                  <a:pt x="2979" y="1116"/>
                </a:lnTo>
                <a:lnTo>
                  <a:pt x="2979" y="1115"/>
                </a:lnTo>
                <a:lnTo>
                  <a:pt x="2978" y="1116"/>
                </a:lnTo>
                <a:lnTo>
                  <a:pt x="2977" y="1116"/>
                </a:lnTo>
                <a:lnTo>
                  <a:pt x="2976" y="1116"/>
                </a:lnTo>
                <a:lnTo>
                  <a:pt x="2975" y="1116"/>
                </a:lnTo>
                <a:lnTo>
                  <a:pt x="2974" y="1115"/>
                </a:lnTo>
                <a:lnTo>
                  <a:pt x="2974" y="1116"/>
                </a:lnTo>
                <a:lnTo>
                  <a:pt x="2973" y="1116"/>
                </a:lnTo>
                <a:lnTo>
                  <a:pt x="2972" y="1117"/>
                </a:lnTo>
                <a:lnTo>
                  <a:pt x="2972" y="1116"/>
                </a:lnTo>
                <a:lnTo>
                  <a:pt x="2971" y="1115"/>
                </a:lnTo>
                <a:lnTo>
                  <a:pt x="2970" y="1115"/>
                </a:lnTo>
                <a:lnTo>
                  <a:pt x="2970" y="1116"/>
                </a:lnTo>
                <a:lnTo>
                  <a:pt x="2969" y="1116"/>
                </a:lnTo>
                <a:lnTo>
                  <a:pt x="2968" y="1116"/>
                </a:lnTo>
                <a:lnTo>
                  <a:pt x="2968" y="1117"/>
                </a:lnTo>
                <a:lnTo>
                  <a:pt x="2967" y="1118"/>
                </a:lnTo>
                <a:lnTo>
                  <a:pt x="2966" y="1118"/>
                </a:lnTo>
                <a:lnTo>
                  <a:pt x="2966" y="1119"/>
                </a:lnTo>
                <a:lnTo>
                  <a:pt x="2965" y="1119"/>
                </a:lnTo>
                <a:lnTo>
                  <a:pt x="2964" y="1118"/>
                </a:lnTo>
                <a:lnTo>
                  <a:pt x="2964" y="1117"/>
                </a:lnTo>
                <a:lnTo>
                  <a:pt x="2963" y="1116"/>
                </a:lnTo>
                <a:lnTo>
                  <a:pt x="2963" y="1117"/>
                </a:lnTo>
                <a:lnTo>
                  <a:pt x="2962" y="1117"/>
                </a:lnTo>
                <a:lnTo>
                  <a:pt x="2962" y="1118"/>
                </a:lnTo>
                <a:lnTo>
                  <a:pt x="2961" y="1119"/>
                </a:lnTo>
                <a:lnTo>
                  <a:pt x="2962" y="1120"/>
                </a:lnTo>
                <a:lnTo>
                  <a:pt x="2961" y="1120"/>
                </a:lnTo>
                <a:lnTo>
                  <a:pt x="2960" y="1120"/>
                </a:lnTo>
                <a:lnTo>
                  <a:pt x="2960" y="1121"/>
                </a:lnTo>
                <a:lnTo>
                  <a:pt x="2959" y="1121"/>
                </a:lnTo>
                <a:lnTo>
                  <a:pt x="2958" y="1121"/>
                </a:lnTo>
                <a:lnTo>
                  <a:pt x="2958" y="1122"/>
                </a:lnTo>
                <a:lnTo>
                  <a:pt x="2957" y="1122"/>
                </a:lnTo>
                <a:lnTo>
                  <a:pt x="2956" y="1122"/>
                </a:lnTo>
                <a:lnTo>
                  <a:pt x="2956" y="1123"/>
                </a:lnTo>
                <a:lnTo>
                  <a:pt x="2955" y="1123"/>
                </a:lnTo>
                <a:lnTo>
                  <a:pt x="2955" y="1122"/>
                </a:lnTo>
                <a:lnTo>
                  <a:pt x="2955" y="1123"/>
                </a:lnTo>
                <a:lnTo>
                  <a:pt x="2954" y="1123"/>
                </a:lnTo>
                <a:lnTo>
                  <a:pt x="2953" y="1123"/>
                </a:lnTo>
                <a:lnTo>
                  <a:pt x="2953" y="1124"/>
                </a:lnTo>
                <a:lnTo>
                  <a:pt x="2954" y="1124"/>
                </a:lnTo>
                <a:lnTo>
                  <a:pt x="2954" y="1125"/>
                </a:lnTo>
                <a:lnTo>
                  <a:pt x="2953" y="1125"/>
                </a:lnTo>
                <a:lnTo>
                  <a:pt x="2953" y="1124"/>
                </a:lnTo>
                <a:lnTo>
                  <a:pt x="2952" y="1125"/>
                </a:lnTo>
                <a:lnTo>
                  <a:pt x="2951" y="1125"/>
                </a:lnTo>
                <a:lnTo>
                  <a:pt x="2950" y="1125"/>
                </a:lnTo>
                <a:lnTo>
                  <a:pt x="2949" y="1125"/>
                </a:lnTo>
                <a:lnTo>
                  <a:pt x="2948" y="1125"/>
                </a:lnTo>
                <a:lnTo>
                  <a:pt x="2948" y="1126"/>
                </a:lnTo>
                <a:lnTo>
                  <a:pt x="2947" y="1126"/>
                </a:lnTo>
                <a:lnTo>
                  <a:pt x="2946" y="1125"/>
                </a:lnTo>
                <a:lnTo>
                  <a:pt x="2945" y="1125"/>
                </a:lnTo>
                <a:lnTo>
                  <a:pt x="2944" y="1125"/>
                </a:lnTo>
                <a:lnTo>
                  <a:pt x="2944" y="1126"/>
                </a:lnTo>
                <a:lnTo>
                  <a:pt x="2943" y="1126"/>
                </a:lnTo>
                <a:lnTo>
                  <a:pt x="2943" y="1125"/>
                </a:lnTo>
                <a:lnTo>
                  <a:pt x="2942" y="1125"/>
                </a:lnTo>
                <a:lnTo>
                  <a:pt x="2942" y="1126"/>
                </a:lnTo>
                <a:lnTo>
                  <a:pt x="2942" y="1127"/>
                </a:lnTo>
                <a:lnTo>
                  <a:pt x="2941" y="1127"/>
                </a:lnTo>
                <a:lnTo>
                  <a:pt x="2940" y="1126"/>
                </a:lnTo>
                <a:lnTo>
                  <a:pt x="2939" y="1126"/>
                </a:lnTo>
                <a:lnTo>
                  <a:pt x="2938" y="1126"/>
                </a:lnTo>
                <a:lnTo>
                  <a:pt x="2937" y="1126"/>
                </a:lnTo>
                <a:lnTo>
                  <a:pt x="2937" y="1125"/>
                </a:lnTo>
                <a:lnTo>
                  <a:pt x="2936" y="1125"/>
                </a:lnTo>
                <a:lnTo>
                  <a:pt x="2935" y="1125"/>
                </a:lnTo>
                <a:lnTo>
                  <a:pt x="2934" y="1126"/>
                </a:lnTo>
                <a:lnTo>
                  <a:pt x="2934" y="1125"/>
                </a:lnTo>
                <a:lnTo>
                  <a:pt x="2933" y="1124"/>
                </a:lnTo>
                <a:lnTo>
                  <a:pt x="2932" y="1124"/>
                </a:lnTo>
                <a:lnTo>
                  <a:pt x="2922" y="1128"/>
                </a:lnTo>
                <a:lnTo>
                  <a:pt x="2921" y="1128"/>
                </a:lnTo>
                <a:lnTo>
                  <a:pt x="2920" y="1131"/>
                </a:lnTo>
                <a:lnTo>
                  <a:pt x="2919" y="1132"/>
                </a:lnTo>
                <a:lnTo>
                  <a:pt x="2889" y="1181"/>
                </a:lnTo>
                <a:lnTo>
                  <a:pt x="2889" y="1182"/>
                </a:lnTo>
                <a:lnTo>
                  <a:pt x="2889" y="1184"/>
                </a:lnTo>
                <a:lnTo>
                  <a:pt x="2887" y="1185"/>
                </a:lnTo>
                <a:lnTo>
                  <a:pt x="2884" y="1186"/>
                </a:lnTo>
                <a:lnTo>
                  <a:pt x="2884" y="1187"/>
                </a:lnTo>
                <a:lnTo>
                  <a:pt x="2873" y="1212"/>
                </a:lnTo>
                <a:lnTo>
                  <a:pt x="2828" y="1180"/>
                </a:lnTo>
                <a:lnTo>
                  <a:pt x="2815" y="1175"/>
                </a:lnTo>
                <a:lnTo>
                  <a:pt x="2797" y="1169"/>
                </a:lnTo>
                <a:lnTo>
                  <a:pt x="2785" y="1169"/>
                </a:lnTo>
                <a:lnTo>
                  <a:pt x="2769" y="1173"/>
                </a:lnTo>
                <a:lnTo>
                  <a:pt x="2739" y="1188"/>
                </a:lnTo>
                <a:lnTo>
                  <a:pt x="2713" y="1182"/>
                </a:lnTo>
                <a:lnTo>
                  <a:pt x="2694" y="1197"/>
                </a:lnTo>
                <a:lnTo>
                  <a:pt x="2681" y="1218"/>
                </a:lnTo>
                <a:lnTo>
                  <a:pt x="2677" y="1225"/>
                </a:lnTo>
                <a:lnTo>
                  <a:pt x="2673" y="1227"/>
                </a:lnTo>
                <a:lnTo>
                  <a:pt x="2618" y="1184"/>
                </a:lnTo>
                <a:lnTo>
                  <a:pt x="2617" y="1175"/>
                </a:lnTo>
                <a:lnTo>
                  <a:pt x="2615" y="1167"/>
                </a:lnTo>
                <a:lnTo>
                  <a:pt x="2612" y="1157"/>
                </a:lnTo>
                <a:lnTo>
                  <a:pt x="2609" y="1148"/>
                </a:lnTo>
                <a:lnTo>
                  <a:pt x="2609" y="1147"/>
                </a:lnTo>
                <a:lnTo>
                  <a:pt x="2608" y="1147"/>
                </a:lnTo>
                <a:lnTo>
                  <a:pt x="2608" y="1146"/>
                </a:lnTo>
                <a:lnTo>
                  <a:pt x="2608" y="1145"/>
                </a:lnTo>
                <a:lnTo>
                  <a:pt x="2609" y="1143"/>
                </a:lnTo>
                <a:lnTo>
                  <a:pt x="2610" y="1142"/>
                </a:lnTo>
                <a:lnTo>
                  <a:pt x="2610" y="1141"/>
                </a:lnTo>
                <a:lnTo>
                  <a:pt x="2609" y="1141"/>
                </a:lnTo>
                <a:lnTo>
                  <a:pt x="2608" y="1140"/>
                </a:lnTo>
                <a:lnTo>
                  <a:pt x="2608" y="1138"/>
                </a:lnTo>
                <a:lnTo>
                  <a:pt x="2644" y="1112"/>
                </a:lnTo>
                <a:lnTo>
                  <a:pt x="2635" y="1059"/>
                </a:lnTo>
                <a:lnTo>
                  <a:pt x="2666" y="995"/>
                </a:lnTo>
                <a:lnTo>
                  <a:pt x="2666" y="994"/>
                </a:lnTo>
                <a:lnTo>
                  <a:pt x="2661" y="985"/>
                </a:lnTo>
                <a:lnTo>
                  <a:pt x="2729" y="777"/>
                </a:lnTo>
                <a:lnTo>
                  <a:pt x="2729" y="776"/>
                </a:lnTo>
                <a:lnTo>
                  <a:pt x="2752" y="788"/>
                </a:lnTo>
                <a:lnTo>
                  <a:pt x="2778" y="802"/>
                </a:lnTo>
                <a:lnTo>
                  <a:pt x="2787" y="805"/>
                </a:lnTo>
                <a:lnTo>
                  <a:pt x="2808" y="811"/>
                </a:lnTo>
                <a:lnTo>
                  <a:pt x="2835" y="808"/>
                </a:lnTo>
                <a:lnTo>
                  <a:pt x="2857" y="817"/>
                </a:lnTo>
                <a:lnTo>
                  <a:pt x="2882" y="825"/>
                </a:lnTo>
                <a:lnTo>
                  <a:pt x="2883" y="825"/>
                </a:lnTo>
                <a:lnTo>
                  <a:pt x="2883" y="824"/>
                </a:lnTo>
                <a:lnTo>
                  <a:pt x="2882" y="824"/>
                </a:lnTo>
                <a:lnTo>
                  <a:pt x="2882" y="822"/>
                </a:lnTo>
                <a:lnTo>
                  <a:pt x="2883" y="822"/>
                </a:lnTo>
                <a:lnTo>
                  <a:pt x="2883" y="821"/>
                </a:lnTo>
                <a:lnTo>
                  <a:pt x="2884" y="821"/>
                </a:lnTo>
                <a:lnTo>
                  <a:pt x="2884" y="820"/>
                </a:lnTo>
                <a:lnTo>
                  <a:pt x="2885" y="820"/>
                </a:lnTo>
                <a:lnTo>
                  <a:pt x="2885" y="819"/>
                </a:lnTo>
                <a:lnTo>
                  <a:pt x="2886" y="819"/>
                </a:lnTo>
                <a:lnTo>
                  <a:pt x="2886" y="818"/>
                </a:lnTo>
                <a:lnTo>
                  <a:pt x="2887" y="817"/>
                </a:lnTo>
                <a:lnTo>
                  <a:pt x="2886" y="816"/>
                </a:lnTo>
                <a:lnTo>
                  <a:pt x="2886" y="815"/>
                </a:lnTo>
                <a:lnTo>
                  <a:pt x="2887" y="814"/>
                </a:lnTo>
                <a:lnTo>
                  <a:pt x="2888" y="813"/>
                </a:lnTo>
                <a:lnTo>
                  <a:pt x="2888" y="812"/>
                </a:lnTo>
                <a:lnTo>
                  <a:pt x="2887" y="812"/>
                </a:lnTo>
                <a:lnTo>
                  <a:pt x="2888" y="811"/>
                </a:lnTo>
                <a:lnTo>
                  <a:pt x="2888" y="809"/>
                </a:lnTo>
                <a:lnTo>
                  <a:pt x="2890" y="808"/>
                </a:lnTo>
                <a:lnTo>
                  <a:pt x="2890" y="809"/>
                </a:lnTo>
                <a:lnTo>
                  <a:pt x="2891" y="808"/>
                </a:lnTo>
                <a:lnTo>
                  <a:pt x="2892" y="808"/>
                </a:lnTo>
                <a:lnTo>
                  <a:pt x="2893" y="808"/>
                </a:lnTo>
                <a:lnTo>
                  <a:pt x="2894" y="808"/>
                </a:lnTo>
                <a:lnTo>
                  <a:pt x="2895" y="808"/>
                </a:lnTo>
                <a:lnTo>
                  <a:pt x="2895" y="807"/>
                </a:lnTo>
                <a:lnTo>
                  <a:pt x="2896" y="807"/>
                </a:lnTo>
                <a:lnTo>
                  <a:pt x="2897" y="807"/>
                </a:lnTo>
                <a:lnTo>
                  <a:pt x="2898" y="807"/>
                </a:lnTo>
                <a:lnTo>
                  <a:pt x="2899" y="807"/>
                </a:lnTo>
                <a:lnTo>
                  <a:pt x="2899" y="806"/>
                </a:lnTo>
                <a:lnTo>
                  <a:pt x="2899" y="805"/>
                </a:lnTo>
                <a:lnTo>
                  <a:pt x="2899" y="804"/>
                </a:lnTo>
                <a:lnTo>
                  <a:pt x="2900" y="804"/>
                </a:lnTo>
                <a:lnTo>
                  <a:pt x="2901" y="804"/>
                </a:lnTo>
                <a:lnTo>
                  <a:pt x="2902" y="804"/>
                </a:lnTo>
                <a:lnTo>
                  <a:pt x="2902" y="803"/>
                </a:lnTo>
                <a:lnTo>
                  <a:pt x="2902" y="802"/>
                </a:lnTo>
                <a:lnTo>
                  <a:pt x="2903" y="801"/>
                </a:lnTo>
                <a:lnTo>
                  <a:pt x="2904" y="801"/>
                </a:lnTo>
                <a:lnTo>
                  <a:pt x="2905" y="801"/>
                </a:lnTo>
                <a:lnTo>
                  <a:pt x="2905" y="802"/>
                </a:lnTo>
                <a:lnTo>
                  <a:pt x="2906" y="802"/>
                </a:lnTo>
                <a:lnTo>
                  <a:pt x="2907" y="802"/>
                </a:lnTo>
                <a:lnTo>
                  <a:pt x="2908" y="802"/>
                </a:lnTo>
                <a:lnTo>
                  <a:pt x="2909" y="802"/>
                </a:lnTo>
                <a:lnTo>
                  <a:pt x="2910" y="802"/>
                </a:lnTo>
                <a:lnTo>
                  <a:pt x="2911" y="802"/>
                </a:lnTo>
                <a:lnTo>
                  <a:pt x="2912" y="802"/>
                </a:lnTo>
                <a:lnTo>
                  <a:pt x="2913" y="802"/>
                </a:lnTo>
                <a:lnTo>
                  <a:pt x="2913" y="801"/>
                </a:lnTo>
                <a:lnTo>
                  <a:pt x="2914" y="801"/>
                </a:lnTo>
                <a:lnTo>
                  <a:pt x="2916" y="800"/>
                </a:lnTo>
                <a:lnTo>
                  <a:pt x="2916" y="798"/>
                </a:lnTo>
                <a:lnTo>
                  <a:pt x="2917" y="797"/>
                </a:lnTo>
                <a:lnTo>
                  <a:pt x="2917" y="796"/>
                </a:lnTo>
                <a:lnTo>
                  <a:pt x="2918" y="796"/>
                </a:lnTo>
                <a:lnTo>
                  <a:pt x="2918" y="795"/>
                </a:lnTo>
                <a:lnTo>
                  <a:pt x="2918" y="794"/>
                </a:lnTo>
                <a:lnTo>
                  <a:pt x="2918" y="793"/>
                </a:lnTo>
                <a:lnTo>
                  <a:pt x="2919" y="793"/>
                </a:lnTo>
                <a:lnTo>
                  <a:pt x="2919" y="792"/>
                </a:lnTo>
                <a:lnTo>
                  <a:pt x="2919" y="791"/>
                </a:lnTo>
                <a:lnTo>
                  <a:pt x="2919" y="789"/>
                </a:lnTo>
                <a:lnTo>
                  <a:pt x="2920" y="789"/>
                </a:lnTo>
                <a:lnTo>
                  <a:pt x="2922" y="790"/>
                </a:lnTo>
                <a:lnTo>
                  <a:pt x="2923" y="790"/>
                </a:lnTo>
                <a:lnTo>
                  <a:pt x="2924" y="791"/>
                </a:lnTo>
                <a:lnTo>
                  <a:pt x="2926" y="791"/>
                </a:lnTo>
                <a:lnTo>
                  <a:pt x="2926" y="790"/>
                </a:lnTo>
                <a:lnTo>
                  <a:pt x="2927" y="790"/>
                </a:lnTo>
                <a:lnTo>
                  <a:pt x="2926" y="790"/>
                </a:lnTo>
                <a:lnTo>
                  <a:pt x="2926" y="789"/>
                </a:lnTo>
                <a:lnTo>
                  <a:pt x="2926" y="788"/>
                </a:lnTo>
                <a:lnTo>
                  <a:pt x="2927" y="788"/>
                </a:lnTo>
                <a:lnTo>
                  <a:pt x="2927" y="787"/>
                </a:lnTo>
                <a:lnTo>
                  <a:pt x="2927" y="786"/>
                </a:lnTo>
                <a:lnTo>
                  <a:pt x="2927" y="785"/>
                </a:lnTo>
                <a:lnTo>
                  <a:pt x="2928" y="785"/>
                </a:lnTo>
                <a:lnTo>
                  <a:pt x="2928" y="786"/>
                </a:lnTo>
                <a:lnTo>
                  <a:pt x="2929" y="786"/>
                </a:lnTo>
                <a:lnTo>
                  <a:pt x="2929" y="785"/>
                </a:lnTo>
                <a:lnTo>
                  <a:pt x="2930" y="785"/>
                </a:lnTo>
                <a:lnTo>
                  <a:pt x="2931" y="784"/>
                </a:lnTo>
                <a:lnTo>
                  <a:pt x="2931" y="783"/>
                </a:lnTo>
                <a:lnTo>
                  <a:pt x="2931" y="782"/>
                </a:lnTo>
                <a:lnTo>
                  <a:pt x="2931" y="781"/>
                </a:lnTo>
                <a:lnTo>
                  <a:pt x="2931" y="780"/>
                </a:lnTo>
                <a:lnTo>
                  <a:pt x="2930" y="780"/>
                </a:lnTo>
                <a:lnTo>
                  <a:pt x="2930" y="779"/>
                </a:lnTo>
                <a:lnTo>
                  <a:pt x="2931" y="778"/>
                </a:lnTo>
                <a:lnTo>
                  <a:pt x="2932" y="778"/>
                </a:lnTo>
                <a:lnTo>
                  <a:pt x="2933" y="778"/>
                </a:lnTo>
                <a:lnTo>
                  <a:pt x="2933" y="777"/>
                </a:lnTo>
                <a:lnTo>
                  <a:pt x="2933" y="776"/>
                </a:lnTo>
                <a:lnTo>
                  <a:pt x="2933" y="775"/>
                </a:lnTo>
                <a:lnTo>
                  <a:pt x="2934" y="775"/>
                </a:lnTo>
                <a:lnTo>
                  <a:pt x="2934" y="774"/>
                </a:lnTo>
                <a:lnTo>
                  <a:pt x="2933" y="774"/>
                </a:lnTo>
                <a:lnTo>
                  <a:pt x="2933" y="773"/>
                </a:lnTo>
                <a:lnTo>
                  <a:pt x="2934" y="773"/>
                </a:lnTo>
                <a:lnTo>
                  <a:pt x="2935" y="773"/>
                </a:lnTo>
                <a:lnTo>
                  <a:pt x="2935" y="774"/>
                </a:lnTo>
                <a:lnTo>
                  <a:pt x="2935" y="773"/>
                </a:lnTo>
                <a:lnTo>
                  <a:pt x="2936" y="772"/>
                </a:lnTo>
                <a:lnTo>
                  <a:pt x="2937" y="772"/>
                </a:lnTo>
                <a:lnTo>
                  <a:pt x="2938" y="772"/>
                </a:lnTo>
                <a:lnTo>
                  <a:pt x="2939" y="772"/>
                </a:lnTo>
                <a:lnTo>
                  <a:pt x="2940" y="771"/>
                </a:lnTo>
                <a:lnTo>
                  <a:pt x="2941" y="770"/>
                </a:lnTo>
                <a:lnTo>
                  <a:pt x="2940" y="770"/>
                </a:lnTo>
                <a:lnTo>
                  <a:pt x="2940" y="769"/>
                </a:lnTo>
                <a:lnTo>
                  <a:pt x="2941" y="769"/>
                </a:lnTo>
                <a:lnTo>
                  <a:pt x="2942" y="769"/>
                </a:lnTo>
                <a:lnTo>
                  <a:pt x="2941" y="769"/>
                </a:lnTo>
                <a:lnTo>
                  <a:pt x="2941" y="768"/>
                </a:lnTo>
                <a:lnTo>
                  <a:pt x="2942" y="768"/>
                </a:lnTo>
                <a:lnTo>
                  <a:pt x="2942" y="767"/>
                </a:lnTo>
                <a:lnTo>
                  <a:pt x="2943" y="766"/>
                </a:lnTo>
                <a:lnTo>
                  <a:pt x="2942" y="766"/>
                </a:lnTo>
                <a:lnTo>
                  <a:pt x="2942" y="765"/>
                </a:lnTo>
                <a:lnTo>
                  <a:pt x="2943" y="765"/>
                </a:lnTo>
                <a:lnTo>
                  <a:pt x="2944" y="765"/>
                </a:lnTo>
                <a:lnTo>
                  <a:pt x="2944" y="766"/>
                </a:lnTo>
                <a:lnTo>
                  <a:pt x="2945" y="766"/>
                </a:lnTo>
                <a:lnTo>
                  <a:pt x="2946" y="766"/>
                </a:lnTo>
                <a:lnTo>
                  <a:pt x="2946" y="765"/>
                </a:lnTo>
                <a:lnTo>
                  <a:pt x="2945" y="765"/>
                </a:lnTo>
                <a:lnTo>
                  <a:pt x="2946" y="764"/>
                </a:lnTo>
                <a:lnTo>
                  <a:pt x="2947" y="764"/>
                </a:lnTo>
                <a:lnTo>
                  <a:pt x="2947" y="763"/>
                </a:lnTo>
                <a:lnTo>
                  <a:pt x="2948" y="763"/>
                </a:lnTo>
                <a:lnTo>
                  <a:pt x="2948" y="764"/>
                </a:lnTo>
                <a:lnTo>
                  <a:pt x="2949" y="764"/>
                </a:lnTo>
                <a:lnTo>
                  <a:pt x="2949" y="763"/>
                </a:lnTo>
                <a:lnTo>
                  <a:pt x="2950" y="763"/>
                </a:lnTo>
                <a:lnTo>
                  <a:pt x="2951" y="763"/>
                </a:lnTo>
                <a:lnTo>
                  <a:pt x="2951" y="762"/>
                </a:lnTo>
                <a:lnTo>
                  <a:pt x="2952" y="763"/>
                </a:lnTo>
                <a:lnTo>
                  <a:pt x="2952" y="762"/>
                </a:lnTo>
                <a:lnTo>
                  <a:pt x="2952" y="761"/>
                </a:lnTo>
                <a:lnTo>
                  <a:pt x="2951" y="761"/>
                </a:lnTo>
                <a:lnTo>
                  <a:pt x="2951" y="760"/>
                </a:lnTo>
                <a:lnTo>
                  <a:pt x="2952" y="760"/>
                </a:lnTo>
                <a:lnTo>
                  <a:pt x="2952" y="759"/>
                </a:lnTo>
                <a:lnTo>
                  <a:pt x="2951" y="759"/>
                </a:lnTo>
                <a:lnTo>
                  <a:pt x="2951" y="758"/>
                </a:lnTo>
                <a:lnTo>
                  <a:pt x="2951" y="757"/>
                </a:lnTo>
                <a:lnTo>
                  <a:pt x="2952" y="757"/>
                </a:lnTo>
                <a:lnTo>
                  <a:pt x="2952" y="758"/>
                </a:lnTo>
                <a:lnTo>
                  <a:pt x="2953" y="758"/>
                </a:lnTo>
                <a:lnTo>
                  <a:pt x="2953" y="757"/>
                </a:lnTo>
                <a:lnTo>
                  <a:pt x="2953" y="756"/>
                </a:lnTo>
                <a:lnTo>
                  <a:pt x="2952" y="756"/>
                </a:lnTo>
                <a:lnTo>
                  <a:pt x="2952" y="755"/>
                </a:lnTo>
                <a:lnTo>
                  <a:pt x="2952" y="754"/>
                </a:lnTo>
                <a:lnTo>
                  <a:pt x="2951" y="755"/>
                </a:lnTo>
                <a:lnTo>
                  <a:pt x="2951" y="754"/>
                </a:lnTo>
                <a:lnTo>
                  <a:pt x="2950" y="753"/>
                </a:lnTo>
                <a:lnTo>
                  <a:pt x="2951" y="753"/>
                </a:lnTo>
                <a:lnTo>
                  <a:pt x="2952" y="753"/>
                </a:lnTo>
                <a:lnTo>
                  <a:pt x="2952" y="752"/>
                </a:lnTo>
                <a:lnTo>
                  <a:pt x="2953" y="752"/>
                </a:lnTo>
                <a:lnTo>
                  <a:pt x="2953" y="753"/>
                </a:lnTo>
                <a:lnTo>
                  <a:pt x="2954" y="753"/>
                </a:lnTo>
                <a:lnTo>
                  <a:pt x="2955" y="753"/>
                </a:lnTo>
                <a:lnTo>
                  <a:pt x="2956" y="753"/>
                </a:lnTo>
                <a:lnTo>
                  <a:pt x="2957" y="752"/>
                </a:lnTo>
                <a:lnTo>
                  <a:pt x="2956" y="752"/>
                </a:lnTo>
                <a:lnTo>
                  <a:pt x="2957" y="751"/>
                </a:lnTo>
                <a:lnTo>
                  <a:pt x="2957" y="750"/>
                </a:lnTo>
                <a:lnTo>
                  <a:pt x="2958" y="750"/>
                </a:lnTo>
                <a:lnTo>
                  <a:pt x="2958" y="751"/>
                </a:lnTo>
                <a:lnTo>
                  <a:pt x="2959" y="750"/>
                </a:lnTo>
                <a:lnTo>
                  <a:pt x="2960" y="750"/>
                </a:lnTo>
                <a:lnTo>
                  <a:pt x="2961" y="750"/>
                </a:lnTo>
                <a:lnTo>
                  <a:pt x="2961" y="751"/>
                </a:lnTo>
                <a:lnTo>
                  <a:pt x="2962" y="752"/>
                </a:lnTo>
                <a:lnTo>
                  <a:pt x="2963" y="751"/>
                </a:lnTo>
                <a:lnTo>
                  <a:pt x="2964" y="751"/>
                </a:lnTo>
                <a:lnTo>
                  <a:pt x="2963" y="751"/>
                </a:lnTo>
                <a:lnTo>
                  <a:pt x="2963" y="750"/>
                </a:lnTo>
                <a:lnTo>
                  <a:pt x="2963" y="749"/>
                </a:lnTo>
                <a:lnTo>
                  <a:pt x="2962" y="749"/>
                </a:lnTo>
                <a:lnTo>
                  <a:pt x="2962" y="748"/>
                </a:lnTo>
                <a:lnTo>
                  <a:pt x="2963" y="748"/>
                </a:lnTo>
                <a:lnTo>
                  <a:pt x="2964" y="749"/>
                </a:lnTo>
                <a:lnTo>
                  <a:pt x="2965" y="748"/>
                </a:lnTo>
                <a:lnTo>
                  <a:pt x="2965" y="747"/>
                </a:lnTo>
                <a:lnTo>
                  <a:pt x="2964" y="747"/>
                </a:lnTo>
                <a:lnTo>
                  <a:pt x="2963" y="747"/>
                </a:lnTo>
                <a:lnTo>
                  <a:pt x="2963" y="745"/>
                </a:lnTo>
                <a:lnTo>
                  <a:pt x="2964" y="745"/>
                </a:lnTo>
                <a:lnTo>
                  <a:pt x="2963" y="745"/>
                </a:lnTo>
                <a:lnTo>
                  <a:pt x="2963" y="744"/>
                </a:lnTo>
                <a:lnTo>
                  <a:pt x="2963" y="743"/>
                </a:lnTo>
                <a:lnTo>
                  <a:pt x="2963" y="742"/>
                </a:lnTo>
                <a:lnTo>
                  <a:pt x="2964" y="742"/>
                </a:lnTo>
                <a:lnTo>
                  <a:pt x="2964" y="741"/>
                </a:lnTo>
                <a:lnTo>
                  <a:pt x="2965" y="740"/>
                </a:lnTo>
                <a:lnTo>
                  <a:pt x="2966" y="740"/>
                </a:lnTo>
                <a:lnTo>
                  <a:pt x="2966" y="741"/>
                </a:lnTo>
                <a:lnTo>
                  <a:pt x="2967" y="740"/>
                </a:lnTo>
                <a:lnTo>
                  <a:pt x="2967" y="739"/>
                </a:lnTo>
                <a:lnTo>
                  <a:pt x="2968" y="739"/>
                </a:lnTo>
                <a:lnTo>
                  <a:pt x="2968" y="738"/>
                </a:lnTo>
                <a:lnTo>
                  <a:pt x="2967" y="738"/>
                </a:lnTo>
                <a:lnTo>
                  <a:pt x="2968" y="738"/>
                </a:lnTo>
                <a:lnTo>
                  <a:pt x="2968" y="737"/>
                </a:lnTo>
                <a:lnTo>
                  <a:pt x="2967" y="737"/>
                </a:lnTo>
                <a:lnTo>
                  <a:pt x="2968" y="736"/>
                </a:lnTo>
                <a:lnTo>
                  <a:pt x="2968" y="735"/>
                </a:lnTo>
                <a:lnTo>
                  <a:pt x="2969" y="735"/>
                </a:lnTo>
                <a:lnTo>
                  <a:pt x="2970" y="735"/>
                </a:lnTo>
                <a:lnTo>
                  <a:pt x="2971" y="734"/>
                </a:lnTo>
                <a:lnTo>
                  <a:pt x="2972" y="734"/>
                </a:lnTo>
                <a:lnTo>
                  <a:pt x="2972" y="735"/>
                </a:lnTo>
                <a:lnTo>
                  <a:pt x="2972" y="734"/>
                </a:lnTo>
                <a:lnTo>
                  <a:pt x="2971" y="734"/>
                </a:lnTo>
                <a:lnTo>
                  <a:pt x="2970" y="734"/>
                </a:lnTo>
                <a:lnTo>
                  <a:pt x="2970" y="733"/>
                </a:lnTo>
                <a:lnTo>
                  <a:pt x="2971" y="733"/>
                </a:lnTo>
                <a:lnTo>
                  <a:pt x="2972" y="733"/>
                </a:lnTo>
                <a:lnTo>
                  <a:pt x="2972" y="732"/>
                </a:lnTo>
                <a:lnTo>
                  <a:pt x="2971" y="732"/>
                </a:lnTo>
                <a:lnTo>
                  <a:pt x="2971" y="731"/>
                </a:lnTo>
                <a:lnTo>
                  <a:pt x="2972" y="730"/>
                </a:lnTo>
                <a:lnTo>
                  <a:pt x="2972" y="729"/>
                </a:lnTo>
                <a:lnTo>
                  <a:pt x="2973" y="729"/>
                </a:lnTo>
                <a:lnTo>
                  <a:pt x="2974" y="730"/>
                </a:lnTo>
                <a:lnTo>
                  <a:pt x="2974" y="729"/>
                </a:lnTo>
                <a:lnTo>
                  <a:pt x="2975" y="729"/>
                </a:lnTo>
                <a:lnTo>
                  <a:pt x="2975" y="728"/>
                </a:lnTo>
                <a:lnTo>
                  <a:pt x="2976" y="728"/>
                </a:lnTo>
                <a:lnTo>
                  <a:pt x="2976" y="729"/>
                </a:lnTo>
                <a:lnTo>
                  <a:pt x="2977" y="729"/>
                </a:lnTo>
                <a:lnTo>
                  <a:pt x="2978" y="729"/>
                </a:lnTo>
                <a:lnTo>
                  <a:pt x="2979" y="729"/>
                </a:lnTo>
                <a:lnTo>
                  <a:pt x="2978" y="729"/>
                </a:lnTo>
                <a:lnTo>
                  <a:pt x="2978" y="728"/>
                </a:lnTo>
                <a:lnTo>
                  <a:pt x="2977" y="728"/>
                </a:lnTo>
                <a:lnTo>
                  <a:pt x="2977" y="727"/>
                </a:lnTo>
                <a:lnTo>
                  <a:pt x="2978" y="727"/>
                </a:lnTo>
                <a:lnTo>
                  <a:pt x="2979" y="727"/>
                </a:lnTo>
                <a:lnTo>
                  <a:pt x="2979" y="726"/>
                </a:lnTo>
                <a:lnTo>
                  <a:pt x="2978" y="726"/>
                </a:lnTo>
                <a:lnTo>
                  <a:pt x="2978" y="725"/>
                </a:lnTo>
                <a:lnTo>
                  <a:pt x="2979" y="724"/>
                </a:lnTo>
                <a:lnTo>
                  <a:pt x="2979" y="725"/>
                </a:lnTo>
                <a:lnTo>
                  <a:pt x="2979" y="726"/>
                </a:lnTo>
                <a:lnTo>
                  <a:pt x="2980" y="726"/>
                </a:lnTo>
                <a:lnTo>
                  <a:pt x="2981" y="726"/>
                </a:lnTo>
                <a:lnTo>
                  <a:pt x="2982" y="726"/>
                </a:lnTo>
                <a:lnTo>
                  <a:pt x="2983" y="726"/>
                </a:lnTo>
                <a:lnTo>
                  <a:pt x="2983" y="725"/>
                </a:lnTo>
                <a:lnTo>
                  <a:pt x="2983" y="724"/>
                </a:lnTo>
                <a:lnTo>
                  <a:pt x="2982" y="724"/>
                </a:lnTo>
                <a:lnTo>
                  <a:pt x="2982" y="723"/>
                </a:lnTo>
                <a:lnTo>
                  <a:pt x="2983" y="723"/>
                </a:lnTo>
                <a:lnTo>
                  <a:pt x="2984" y="723"/>
                </a:lnTo>
                <a:lnTo>
                  <a:pt x="2984" y="724"/>
                </a:lnTo>
                <a:lnTo>
                  <a:pt x="2985" y="723"/>
                </a:lnTo>
                <a:lnTo>
                  <a:pt x="2986" y="723"/>
                </a:lnTo>
                <a:lnTo>
                  <a:pt x="2987" y="722"/>
                </a:lnTo>
                <a:lnTo>
                  <a:pt x="2988" y="722"/>
                </a:lnTo>
                <a:lnTo>
                  <a:pt x="2988" y="723"/>
                </a:lnTo>
                <a:lnTo>
                  <a:pt x="2989" y="723"/>
                </a:lnTo>
                <a:lnTo>
                  <a:pt x="2990" y="723"/>
                </a:lnTo>
                <a:lnTo>
                  <a:pt x="2990" y="722"/>
                </a:lnTo>
                <a:lnTo>
                  <a:pt x="2989" y="722"/>
                </a:lnTo>
                <a:lnTo>
                  <a:pt x="2990" y="722"/>
                </a:lnTo>
                <a:lnTo>
                  <a:pt x="2990" y="723"/>
                </a:lnTo>
                <a:lnTo>
                  <a:pt x="2991" y="723"/>
                </a:lnTo>
                <a:lnTo>
                  <a:pt x="2991" y="722"/>
                </a:lnTo>
                <a:lnTo>
                  <a:pt x="2992" y="722"/>
                </a:lnTo>
                <a:lnTo>
                  <a:pt x="2992" y="723"/>
                </a:lnTo>
                <a:lnTo>
                  <a:pt x="2993" y="723"/>
                </a:lnTo>
                <a:lnTo>
                  <a:pt x="2993" y="722"/>
                </a:lnTo>
                <a:lnTo>
                  <a:pt x="2994" y="722"/>
                </a:lnTo>
                <a:lnTo>
                  <a:pt x="2994" y="723"/>
                </a:lnTo>
                <a:lnTo>
                  <a:pt x="2995" y="723"/>
                </a:lnTo>
                <a:lnTo>
                  <a:pt x="2995" y="722"/>
                </a:lnTo>
                <a:lnTo>
                  <a:pt x="2996" y="722"/>
                </a:lnTo>
                <a:lnTo>
                  <a:pt x="2996" y="721"/>
                </a:lnTo>
                <a:lnTo>
                  <a:pt x="2997" y="720"/>
                </a:lnTo>
                <a:lnTo>
                  <a:pt x="2998" y="720"/>
                </a:lnTo>
                <a:lnTo>
                  <a:pt x="3000" y="721"/>
                </a:lnTo>
                <a:lnTo>
                  <a:pt x="3000" y="720"/>
                </a:lnTo>
                <a:lnTo>
                  <a:pt x="3001" y="720"/>
                </a:lnTo>
                <a:lnTo>
                  <a:pt x="3001" y="719"/>
                </a:lnTo>
                <a:lnTo>
                  <a:pt x="3000" y="719"/>
                </a:lnTo>
                <a:lnTo>
                  <a:pt x="3001" y="719"/>
                </a:lnTo>
                <a:lnTo>
                  <a:pt x="3002" y="718"/>
                </a:lnTo>
                <a:lnTo>
                  <a:pt x="3002" y="717"/>
                </a:lnTo>
                <a:lnTo>
                  <a:pt x="3003" y="717"/>
                </a:lnTo>
                <a:lnTo>
                  <a:pt x="3004" y="717"/>
                </a:lnTo>
                <a:lnTo>
                  <a:pt x="3004" y="718"/>
                </a:lnTo>
                <a:lnTo>
                  <a:pt x="3005" y="718"/>
                </a:lnTo>
                <a:lnTo>
                  <a:pt x="3006" y="718"/>
                </a:lnTo>
                <a:lnTo>
                  <a:pt x="3007" y="718"/>
                </a:lnTo>
                <a:lnTo>
                  <a:pt x="3006" y="718"/>
                </a:lnTo>
                <a:lnTo>
                  <a:pt x="3007" y="718"/>
                </a:lnTo>
                <a:lnTo>
                  <a:pt x="3007" y="717"/>
                </a:lnTo>
                <a:lnTo>
                  <a:pt x="3008" y="717"/>
                </a:lnTo>
                <a:lnTo>
                  <a:pt x="3008" y="716"/>
                </a:lnTo>
                <a:lnTo>
                  <a:pt x="3009" y="716"/>
                </a:lnTo>
                <a:lnTo>
                  <a:pt x="3010" y="716"/>
                </a:lnTo>
                <a:lnTo>
                  <a:pt x="3010" y="715"/>
                </a:lnTo>
                <a:lnTo>
                  <a:pt x="3011" y="715"/>
                </a:lnTo>
                <a:lnTo>
                  <a:pt x="3012" y="715"/>
                </a:lnTo>
                <a:lnTo>
                  <a:pt x="3012" y="714"/>
                </a:lnTo>
                <a:lnTo>
                  <a:pt x="3011" y="714"/>
                </a:lnTo>
                <a:lnTo>
                  <a:pt x="3011" y="713"/>
                </a:lnTo>
                <a:lnTo>
                  <a:pt x="3012" y="713"/>
                </a:lnTo>
                <a:lnTo>
                  <a:pt x="3012" y="714"/>
                </a:lnTo>
                <a:lnTo>
                  <a:pt x="3013" y="714"/>
                </a:lnTo>
                <a:lnTo>
                  <a:pt x="3014" y="714"/>
                </a:lnTo>
                <a:lnTo>
                  <a:pt x="3014" y="713"/>
                </a:lnTo>
                <a:lnTo>
                  <a:pt x="3015" y="713"/>
                </a:lnTo>
                <a:lnTo>
                  <a:pt x="3015" y="714"/>
                </a:lnTo>
                <a:lnTo>
                  <a:pt x="3016" y="713"/>
                </a:lnTo>
                <a:lnTo>
                  <a:pt x="3017" y="713"/>
                </a:lnTo>
                <a:lnTo>
                  <a:pt x="3017" y="712"/>
                </a:lnTo>
                <a:lnTo>
                  <a:pt x="3017" y="711"/>
                </a:lnTo>
                <a:lnTo>
                  <a:pt x="3018" y="711"/>
                </a:lnTo>
                <a:lnTo>
                  <a:pt x="3019" y="711"/>
                </a:lnTo>
                <a:lnTo>
                  <a:pt x="3020" y="711"/>
                </a:lnTo>
                <a:lnTo>
                  <a:pt x="3021" y="711"/>
                </a:lnTo>
                <a:lnTo>
                  <a:pt x="3021" y="710"/>
                </a:lnTo>
                <a:lnTo>
                  <a:pt x="3022" y="710"/>
                </a:lnTo>
                <a:lnTo>
                  <a:pt x="3022" y="711"/>
                </a:lnTo>
                <a:lnTo>
                  <a:pt x="3022" y="710"/>
                </a:lnTo>
                <a:lnTo>
                  <a:pt x="3023" y="710"/>
                </a:lnTo>
                <a:lnTo>
                  <a:pt x="3024" y="710"/>
                </a:lnTo>
                <a:lnTo>
                  <a:pt x="3025" y="710"/>
                </a:lnTo>
                <a:lnTo>
                  <a:pt x="3025" y="711"/>
                </a:lnTo>
                <a:lnTo>
                  <a:pt x="3024" y="711"/>
                </a:lnTo>
                <a:lnTo>
                  <a:pt x="3025" y="712"/>
                </a:lnTo>
                <a:lnTo>
                  <a:pt x="3026" y="712"/>
                </a:lnTo>
                <a:lnTo>
                  <a:pt x="3026" y="711"/>
                </a:lnTo>
                <a:lnTo>
                  <a:pt x="3026" y="712"/>
                </a:lnTo>
                <a:lnTo>
                  <a:pt x="3027" y="712"/>
                </a:lnTo>
                <a:lnTo>
                  <a:pt x="3028" y="712"/>
                </a:lnTo>
                <a:lnTo>
                  <a:pt x="3028" y="711"/>
                </a:lnTo>
                <a:lnTo>
                  <a:pt x="3029" y="711"/>
                </a:lnTo>
                <a:lnTo>
                  <a:pt x="3030" y="711"/>
                </a:lnTo>
                <a:lnTo>
                  <a:pt x="3031" y="710"/>
                </a:lnTo>
                <a:lnTo>
                  <a:pt x="3031" y="709"/>
                </a:lnTo>
                <a:lnTo>
                  <a:pt x="3032" y="709"/>
                </a:lnTo>
                <a:lnTo>
                  <a:pt x="3033" y="709"/>
                </a:lnTo>
                <a:lnTo>
                  <a:pt x="3034" y="709"/>
                </a:lnTo>
                <a:lnTo>
                  <a:pt x="3034" y="710"/>
                </a:lnTo>
                <a:lnTo>
                  <a:pt x="3035" y="710"/>
                </a:lnTo>
                <a:lnTo>
                  <a:pt x="3035" y="709"/>
                </a:lnTo>
                <a:lnTo>
                  <a:pt x="3036" y="708"/>
                </a:lnTo>
                <a:lnTo>
                  <a:pt x="3037" y="708"/>
                </a:lnTo>
                <a:lnTo>
                  <a:pt x="3038" y="708"/>
                </a:lnTo>
                <a:lnTo>
                  <a:pt x="3039" y="708"/>
                </a:lnTo>
                <a:lnTo>
                  <a:pt x="3040" y="708"/>
                </a:lnTo>
                <a:lnTo>
                  <a:pt x="3040" y="707"/>
                </a:lnTo>
                <a:lnTo>
                  <a:pt x="3041" y="707"/>
                </a:lnTo>
                <a:lnTo>
                  <a:pt x="3042" y="706"/>
                </a:lnTo>
                <a:lnTo>
                  <a:pt x="3042" y="705"/>
                </a:lnTo>
                <a:lnTo>
                  <a:pt x="3043" y="704"/>
                </a:lnTo>
                <a:lnTo>
                  <a:pt x="3044" y="703"/>
                </a:lnTo>
                <a:lnTo>
                  <a:pt x="3043" y="703"/>
                </a:lnTo>
                <a:lnTo>
                  <a:pt x="3043" y="702"/>
                </a:lnTo>
                <a:lnTo>
                  <a:pt x="3043" y="701"/>
                </a:lnTo>
                <a:lnTo>
                  <a:pt x="3043" y="700"/>
                </a:lnTo>
                <a:lnTo>
                  <a:pt x="3044" y="700"/>
                </a:lnTo>
                <a:lnTo>
                  <a:pt x="3045" y="700"/>
                </a:lnTo>
                <a:lnTo>
                  <a:pt x="3046" y="700"/>
                </a:lnTo>
                <a:lnTo>
                  <a:pt x="3045" y="699"/>
                </a:lnTo>
                <a:lnTo>
                  <a:pt x="3045" y="698"/>
                </a:lnTo>
                <a:lnTo>
                  <a:pt x="3046" y="698"/>
                </a:lnTo>
                <a:lnTo>
                  <a:pt x="3047" y="699"/>
                </a:lnTo>
                <a:lnTo>
                  <a:pt x="3048" y="699"/>
                </a:lnTo>
                <a:lnTo>
                  <a:pt x="3048" y="698"/>
                </a:lnTo>
                <a:lnTo>
                  <a:pt x="3048" y="697"/>
                </a:lnTo>
                <a:lnTo>
                  <a:pt x="3048" y="696"/>
                </a:lnTo>
                <a:lnTo>
                  <a:pt x="3049" y="695"/>
                </a:lnTo>
                <a:lnTo>
                  <a:pt x="3049" y="694"/>
                </a:lnTo>
                <a:lnTo>
                  <a:pt x="3049" y="693"/>
                </a:lnTo>
                <a:lnTo>
                  <a:pt x="3049" y="691"/>
                </a:lnTo>
                <a:lnTo>
                  <a:pt x="3050" y="691"/>
                </a:lnTo>
                <a:lnTo>
                  <a:pt x="3051" y="690"/>
                </a:lnTo>
                <a:lnTo>
                  <a:pt x="3050" y="690"/>
                </a:lnTo>
                <a:lnTo>
                  <a:pt x="3050" y="689"/>
                </a:lnTo>
                <a:lnTo>
                  <a:pt x="3049" y="689"/>
                </a:lnTo>
                <a:lnTo>
                  <a:pt x="3050" y="689"/>
                </a:lnTo>
                <a:lnTo>
                  <a:pt x="3051" y="688"/>
                </a:lnTo>
                <a:lnTo>
                  <a:pt x="3050" y="688"/>
                </a:lnTo>
                <a:lnTo>
                  <a:pt x="3050" y="687"/>
                </a:lnTo>
                <a:lnTo>
                  <a:pt x="3049" y="687"/>
                </a:lnTo>
                <a:lnTo>
                  <a:pt x="3049" y="686"/>
                </a:lnTo>
                <a:lnTo>
                  <a:pt x="3050" y="686"/>
                </a:lnTo>
                <a:lnTo>
                  <a:pt x="3051" y="686"/>
                </a:lnTo>
                <a:lnTo>
                  <a:pt x="3051" y="687"/>
                </a:lnTo>
                <a:lnTo>
                  <a:pt x="3052" y="687"/>
                </a:lnTo>
                <a:lnTo>
                  <a:pt x="3053" y="687"/>
                </a:lnTo>
                <a:lnTo>
                  <a:pt x="3054" y="687"/>
                </a:lnTo>
                <a:lnTo>
                  <a:pt x="3055" y="687"/>
                </a:lnTo>
                <a:lnTo>
                  <a:pt x="3055" y="688"/>
                </a:lnTo>
                <a:lnTo>
                  <a:pt x="3056" y="688"/>
                </a:lnTo>
                <a:lnTo>
                  <a:pt x="3056" y="687"/>
                </a:lnTo>
                <a:lnTo>
                  <a:pt x="3056" y="686"/>
                </a:lnTo>
                <a:lnTo>
                  <a:pt x="3057" y="685"/>
                </a:lnTo>
                <a:lnTo>
                  <a:pt x="3057" y="684"/>
                </a:lnTo>
                <a:lnTo>
                  <a:pt x="3058" y="684"/>
                </a:lnTo>
                <a:lnTo>
                  <a:pt x="3058" y="683"/>
                </a:lnTo>
                <a:lnTo>
                  <a:pt x="3058" y="682"/>
                </a:lnTo>
                <a:lnTo>
                  <a:pt x="3059" y="682"/>
                </a:lnTo>
                <a:lnTo>
                  <a:pt x="3060" y="682"/>
                </a:lnTo>
                <a:lnTo>
                  <a:pt x="3060" y="681"/>
                </a:lnTo>
                <a:lnTo>
                  <a:pt x="3060" y="680"/>
                </a:lnTo>
                <a:lnTo>
                  <a:pt x="3061" y="680"/>
                </a:lnTo>
                <a:lnTo>
                  <a:pt x="3062" y="680"/>
                </a:lnTo>
                <a:lnTo>
                  <a:pt x="3063" y="680"/>
                </a:lnTo>
                <a:lnTo>
                  <a:pt x="3063" y="679"/>
                </a:lnTo>
                <a:lnTo>
                  <a:pt x="3063" y="678"/>
                </a:lnTo>
                <a:lnTo>
                  <a:pt x="3063" y="677"/>
                </a:lnTo>
                <a:lnTo>
                  <a:pt x="3062" y="675"/>
                </a:lnTo>
                <a:lnTo>
                  <a:pt x="3062" y="674"/>
                </a:lnTo>
                <a:lnTo>
                  <a:pt x="3063" y="674"/>
                </a:lnTo>
                <a:lnTo>
                  <a:pt x="3064" y="674"/>
                </a:lnTo>
                <a:lnTo>
                  <a:pt x="3065" y="673"/>
                </a:lnTo>
                <a:lnTo>
                  <a:pt x="3065" y="672"/>
                </a:lnTo>
                <a:lnTo>
                  <a:pt x="3065" y="671"/>
                </a:lnTo>
                <a:lnTo>
                  <a:pt x="3064" y="670"/>
                </a:lnTo>
                <a:lnTo>
                  <a:pt x="3064" y="669"/>
                </a:lnTo>
                <a:lnTo>
                  <a:pt x="3065" y="668"/>
                </a:lnTo>
                <a:lnTo>
                  <a:pt x="3066" y="668"/>
                </a:lnTo>
                <a:lnTo>
                  <a:pt x="3067" y="668"/>
                </a:lnTo>
                <a:lnTo>
                  <a:pt x="3068" y="668"/>
                </a:lnTo>
                <a:lnTo>
                  <a:pt x="3068" y="667"/>
                </a:lnTo>
                <a:lnTo>
                  <a:pt x="3067" y="667"/>
                </a:lnTo>
                <a:lnTo>
                  <a:pt x="3067" y="666"/>
                </a:lnTo>
                <a:lnTo>
                  <a:pt x="3066" y="665"/>
                </a:lnTo>
                <a:lnTo>
                  <a:pt x="3066" y="664"/>
                </a:lnTo>
                <a:lnTo>
                  <a:pt x="3067" y="664"/>
                </a:lnTo>
                <a:lnTo>
                  <a:pt x="3067" y="663"/>
                </a:lnTo>
                <a:lnTo>
                  <a:pt x="3068" y="662"/>
                </a:lnTo>
                <a:lnTo>
                  <a:pt x="3069" y="662"/>
                </a:lnTo>
                <a:lnTo>
                  <a:pt x="3069" y="661"/>
                </a:lnTo>
                <a:lnTo>
                  <a:pt x="3068" y="660"/>
                </a:lnTo>
                <a:lnTo>
                  <a:pt x="3067" y="660"/>
                </a:lnTo>
                <a:lnTo>
                  <a:pt x="3066" y="659"/>
                </a:lnTo>
                <a:lnTo>
                  <a:pt x="3065" y="659"/>
                </a:lnTo>
                <a:lnTo>
                  <a:pt x="3064" y="659"/>
                </a:lnTo>
                <a:lnTo>
                  <a:pt x="3064" y="658"/>
                </a:lnTo>
                <a:lnTo>
                  <a:pt x="3063" y="658"/>
                </a:lnTo>
                <a:lnTo>
                  <a:pt x="3063" y="657"/>
                </a:lnTo>
                <a:lnTo>
                  <a:pt x="3063" y="656"/>
                </a:lnTo>
                <a:lnTo>
                  <a:pt x="3063" y="655"/>
                </a:lnTo>
                <a:lnTo>
                  <a:pt x="3063" y="654"/>
                </a:lnTo>
                <a:lnTo>
                  <a:pt x="3063" y="653"/>
                </a:lnTo>
                <a:lnTo>
                  <a:pt x="3064" y="653"/>
                </a:lnTo>
                <a:lnTo>
                  <a:pt x="3065" y="652"/>
                </a:lnTo>
                <a:lnTo>
                  <a:pt x="3065" y="651"/>
                </a:lnTo>
                <a:lnTo>
                  <a:pt x="3064" y="650"/>
                </a:lnTo>
                <a:lnTo>
                  <a:pt x="3064" y="649"/>
                </a:lnTo>
                <a:lnTo>
                  <a:pt x="3065" y="649"/>
                </a:lnTo>
                <a:lnTo>
                  <a:pt x="3065" y="650"/>
                </a:lnTo>
                <a:lnTo>
                  <a:pt x="3066" y="650"/>
                </a:lnTo>
                <a:lnTo>
                  <a:pt x="3066" y="649"/>
                </a:lnTo>
                <a:lnTo>
                  <a:pt x="3065" y="649"/>
                </a:lnTo>
                <a:lnTo>
                  <a:pt x="3065" y="648"/>
                </a:lnTo>
                <a:lnTo>
                  <a:pt x="3064" y="648"/>
                </a:lnTo>
                <a:lnTo>
                  <a:pt x="3064" y="649"/>
                </a:lnTo>
                <a:lnTo>
                  <a:pt x="3063" y="648"/>
                </a:lnTo>
                <a:lnTo>
                  <a:pt x="3064" y="647"/>
                </a:lnTo>
                <a:lnTo>
                  <a:pt x="3064" y="646"/>
                </a:lnTo>
                <a:lnTo>
                  <a:pt x="3064" y="645"/>
                </a:lnTo>
                <a:lnTo>
                  <a:pt x="3063" y="646"/>
                </a:lnTo>
                <a:lnTo>
                  <a:pt x="3063" y="645"/>
                </a:lnTo>
                <a:lnTo>
                  <a:pt x="3062" y="645"/>
                </a:lnTo>
                <a:lnTo>
                  <a:pt x="3062" y="644"/>
                </a:lnTo>
                <a:lnTo>
                  <a:pt x="3063" y="644"/>
                </a:lnTo>
                <a:lnTo>
                  <a:pt x="3064" y="644"/>
                </a:lnTo>
                <a:lnTo>
                  <a:pt x="3065" y="644"/>
                </a:lnTo>
                <a:lnTo>
                  <a:pt x="3065" y="643"/>
                </a:lnTo>
                <a:lnTo>
                  <a:pt x="3065" y="642"/>
                </a:lnTo>
                <a:lnTo>
                  <a:pt x="3064" y="641"/>
                </a:lnTo>
                <a:lnTo>
                  <a:pt x="3065" y="641"/>
                </a:lnTo>
                <a:lnTo>
                  <a:pt x="3065" y="640"/>
                </a:lnTo>
                <a:lnTo>
                  <a:pt x="3065" y="639"/>
                </a:lnTo>
                <a:lnTo>
                  <a:pt x="3066" y="639"/>
                </a:lnTo>
                <a:lnTo>
                  <a:pt x="3067" y="639"/>
                </a:lnTo>
                <a:lnTo>
                  <a:pt x="3067" y="638"/>
                </a:lnTo>
                <a:lnTo>
                  <a:pt x="3068" y="638"/>
                </a:lnTo>
                <a:lnTo>
                  <a:pt x="3068" y="637"/>
                </a:lnTo>
                <a:lnTo>
                  <a:pt x="3068" y="636"/>
                </a:lnTo>
                <a:lnTo>
                  <a:pt x="3069" y="636"/>
                </a:lnTo>
                <a:lnTo>
                  <a:pt x="3068" y="635"/>
                </a:lnTo>
                <a:lnTo>
                  <a:pt x="3068" y="636"/>
                </a:lnTo>
                <a:lnTo>
                  <a:pt x="3067" y="636"/>
                </a:lnTo>
                <a:lnTo>
                  <a:pt x="3066" y="636"/>
                </a:lnTo>
                <a:lnTo>
                  <a:pt x="3065" y="636"/>
                </a:lnTo>
                <a:lnTo>
                  <a:pt x="3065" y="635"/>
                </a:lnTo>
                <a:lnTo>
                  <a:pt x="3065" y="634"/>
                </a:lnTo>
                <a:lnTo>
                  <a:pt x="3066" y="634"/>
                </a:lnTo>
                <a:lnTo>
                  <a:pt x="3067" y="634"/>
                </a:lnTo>
                <a:lnTo>
                  <a:pt x="3066" y="632"/>
                </a:lnTo>
                <a:lnTo>
                  <a:pt x="3065" y="632"/>
                </a:lnTo>
                <a:lnTo>
                  <a:pt x="3065" y="631"/>
                </a:lnTo>
                <a:lnTo>
                  <a:pt x="3066" y="631"/>
                </a:lnTo>
                <a:lnTo>
                  <a:pt x="3066" y="630"/>
                </a:lnTo>
                <a:lnTo>
                  <a:pt x="3065" y="630"/>
                </a:lnTo>
                <a:lnTo>
                  <a:pt x="3064" y="630"/>
                </a:lnTo>
                <a:lnTo>
                  <a:pt x="3064" y="629"/>
                </a:lnTo>
                <a:lnTo>
                  <a:pt x="3063" y="629"/>
                </a:lnTo>
                <a:lnTo>
                  <a:pt x="3062" y="630"/>
                </a:lnTo>
                <a:lnTo>
                  <a:pt x="3061" y="629"/>
                </a:lnTo>
                <a:lnTo>
                  <a:pt x="3060" y="629"/>
                </a:lnTo>
                <a:lnTo>
                  <a:pt x="3060" y="630"/>
                </a:lnTo>
                <a:lnTo>
                  <a:pt x="3059" y="630"/>
                </a:lnTo>
                <a:lnTo>
                  <a:pt x="3060" y="631"/>
                </a:lnTo>
                <a:lnTo>
                  <a:pt x="3059" y="631"/>
                </a:lnTo>
                <a:lnTo>
                  <a:pt x="3058" y="631"/>
                </a:lnTo>
                <a:lnTo>
                  <a:pt x="3058" y="630"/>
                </a:lnTo>
                <a:lnTo>
                  <a:pt x="3057" y="630"/>
                </a:lnTo>
                <a:lnTo>
                  <a:pt x="3057" y="631"/>
                </a:lnTo>
                <a:lnTo>
                  <a:pt x="3058" y="632"/>
                </a:lnTo>
                <a:lnTo>
                  <a:pt x="3057" y="633"/>
                </a:lnTo>
                <a:lnTo>
                  <a:pt x="3057" y="632"/>
                </a:lnTo>
                <a:lnTo>
                  <a:pt x="3057" y="631"/>
                </a:lnTo>
                <a:lnTo>
                  <a:pt x="3056" y="631"/>
                </a:lnTo>
                <a:lnTo>
                  <a:pt x="3056" y="630"/>
                </a:lnTo>
                <a:lnTo>
                  <a:pt x="3055" y="630"/>
                </a:lnTo>
                <a:lnTo>
                  <a:pt x="3054" y="630"/>
                </a:lnTo>
                <a:lnTo>
                  <a:pt x="3054" y="629"/>
                </a:lnTo>
                <a:lnTo>
                  <a:pt x="3053" y="629"/>
                </a:lnTo>
                <a:lnTo>
                  <a:pt x="3053" y="630"/>
                </a:lnTo>
                <a:lnTo>
                  <a:pt x="3052" y="630"/>
                </a:lnTo>
                <a:lnTo>
                  <a:pt x="3052" y="631"/>
                </a:lnTo>
                <a:lnTo>
                  <a:pt x="3053" y="631"/>
                </a:lnTo>
                <a:lnTo>
                  <a:pt x="3053" y="632"/>
                </a:lnTo>
                <a:lnTo>
                  <a:pt x="3052" y="632"/>
                </a:lnTo>
                <a:lnTo>
                  <a:pt x="3051" y="632"/>
                </a:lnTo>
                <a:lnTo>
                  <a:pt x="3051" y="633"/>
                </a:lnTo>
                <a:lnTo>
                  <a:pt x="3052" y="633"/>
                </a:lnTo>
                <a:lnTo>
                  <a:pt x="3051" y="634"/>
                </a:lnTo>
                <a:lnTo>
                  <a:pt x="3050" y="634"/>
                </a:lnTo>
                <a:lnTo>
                  <a:pt x="3049" y="634"/>
                </a:lnTo>
                <a:lnTo>
                  <a:pt x="3048" y="634"/>
                </a:lnTo>
                <a:lnTo>
                  <a:pt x="3048" y="633"/>
                </a:lnTo>
                <a:lnTo>
                  <a:pt x="3048" y="632"/>
                </a:lnTo>
                <a:lnTo>
                  <a:pt x="3048" y="630"/>
                </a:lnTo>
                <a:lnTo>
                  <a:pt x="3047" y="630"/>
                </a:lnTo>
                <a:lnTo>
                  <a:pt x="3045" y="631"/>
                </a:lnTo>
                <a:lnTo>
                  <a:pt x="3044" y="631"/>
                </a:lnTo>
                <a:lnTo>
                  <a:pt x="3044" y="632"/>
                </a:lnTo>
                <a:lnTo>
                  <a:pt x="3043" y="632"/>
                </a:lnTo>
                <a:lnTo>
                  <a:pt x="3043" y="633"/>
                </a:lnTo>
                <a:lnTo>
                  <a:pt x="3043" y="634"/>
                </a:lnTo>
                <a:lnTo>
                  <a:pt x="3042" y="634"/>
                </a:lnTo>
                <a:lnTo>
                  <a:pt x="3041" y="634"/>
                </a:lnTo>
                <a:lnTo>
                  <a:pt x="3041" y="633"/>
                </a:lnTo>
                <a:lnTo>
                  <a:pt x="3042" y="633"/>
                </a:lnTo>
                <a:lnTo>
                  <a:pt x="3042" y="632"/>
                </a:lnTo>
                <a:lnTo>
                  <a:pt x="3043" y="632"/>
                </a:lnTo>
                <a:lnTo>
                  <a:pt x="3043" y="631"/>
                </a:lnTo>
                <a:lnTo>
                  <a:pt x="3042" y="631"/>
                </a:lnTo>
                <a:lnTo>
                  <a:pt x="3041" y="632"/>
                </a:lnTo>
                <a:lnTo>
                  <a:pt x="3040" y="632"/>
                </a:lnTo>
                <a:lnTo>
                  <a:pt x="3038" y="632"/>
                </a:lnTo>
                <a:lnTo>
                  <a:pt x="3037" y="632"/>
                </a:lnTo>
                <a:lnTo>
                  <a:pt x="3038" y="631"/>
                </a:lnTo>
                <a:lnTo>
                  <a:pt x="3038" y="630"/>
                </a:lnTo>
                <a:lnTo>
                  <a:pt x="3039" y="630"/>
                </a:lnTo>
                <a:lnTo>
                  <a:pt x="3040" y="629"/>
                </a:lnTo>
                <a:lnTo>
                  <a:pt x="3039" y="628"/>
                </a:lnTo>
                <a:lnTo>
                  <a:pt x="3038" y="628"/>
                </a:lnTo>
                <a:lnTo>
                  <a:pt x="3038" y="629"/>
                </a:lnTo>
                <a:lnTo>
                  <a:pt x="3037" y="629"/>
                </a:lnTo>
                <a:lnTo>
                  <a:pt x="3037" y="628"/>
                </a:lnTo>
                <a:lnTo>
                  <a:pt x="3036" y="628"/>
                </a:lnTo>
                <a:lnTo>
                  <a:pt x="3036" y="627"/>
                </a:lnTo>
                <a:lnTo>
                  <a:pt x="3036" y="626"/>
                </a:lnTo>
                <a:lnTo>
                  <a:pt x="3035" y="626"/>
                </a:lnTo>
                <a:lnTo>
                  <a:pt x="3035" y="627"/>
                </a:lnTo>
                <a:lnTo>
                  <a:pt x="3035" y="628"/>
                </a:lnTo>
                <a:lnTo>
                  <a:pt x="3035" y="629"/>
                </a:lnTo>
                <a:lnTo>
                  <a:pt x="3034" y="629"/>
                </a:lnTo>
                <a:lnTo>
                  <a:pt x="3033" y="629"/>
                </a:lnTo>
                <a:lnTo>
                  <a:pt x="3033" y="628"/>
                </a:lnTo>
                <a:lnTo>
                  <a:pt x="3033" y="627"/>
                </a:lnTo>
                <a:lnTo>
                  <a:pt x="3033" y="626"/>
                </a:lnTo>
                <a:lnTo>
                  <a:pt x="3034" y="626"/>
                </a:lnTo>
                <a:lnTo>
                  <a:pt x="3034" y="625"/>
                </a:lnTo>
                <a:lnTo>
                  <a:pt x="3034" y="624"/>
                </a:lnTo>
                <a:lnTo>
                  <a:pt x="3035" y="624"/>
                </a:lnTo>
                <a:lnTo>
                  <a:pt x="3035" y="623"/>
                </a:lnTo>
                <a:lnTo>
                  <a:pt x="3035" y="622"/>
                </a:lnTo>
                <a:lnTo>
                  <a:pt x="3036" y="622"/>
                </a:lnTo>
                <a:lnTo>
                  <a:pt x="3037" y="622"/>
                </a:lnTo>
                <a:lnTo>
                  <a:pt x="3037" y="621"/>
                </a:lnTo>
                <a:lnTo>
                  <a:pt x="3037" y="620"/>
                </a:lnTo>
                <a:lnTo>
                  <a:pt x="3038" y="620"/>
                </a:lnTo>
                <a:lnTo>
                  <a:pt x="3039" y="620"/>
                </a:lnTo>
                <a:lnTo>
                  <a:pt x="3039" y="619"/>
                </a:lnTo>
                <a:lnTo>
                  <a:pt x="3040" y="619"/>
                </a:lnTo>
                <a:lnTo>
                  <a:pt x="3040" y="620"/>
                </a:lnTo>
                <a:lnTo>
                  <a:pt x="3041" y="620"/>
                </a:lnTo>
                <a:lnTo>
                  <a:pt x="3041" y="621"/>
                </a:lnTo>
                <a:lnTo>
                  <a:pt x="3042" y="621"/>
                </a:lnTo>
                <a:lnTo>
                  <a:pt x="3043" y="622"/>
                </a:lnTo>
                <a:lnTo>
                  <a:pt x="3043" y="621"/>
                </a:lnTo>
                <a:lnTo>
                  <a:pt x="3044" y="621"/>
                </a:lnTo>
                <a:lnTo>
                  <a:pt x="3044" y="620"/>
                </a:lnTo>
                <a:lnTo>
                  <a:pt x="3043" y="619"/>
                </a:lnTo>
                <a:lnTo>
                  <a:pt x="3043" y="618"/>
                </a:lnTo>
                <a:lnTo>
                  <a:pt x="3044" y="618"/>
                </a:lnTo>
                <a:lnTo>
                  <a:pt x="3044" y="617"/>
                </a:lnTo>
                <a:lnTo>
                  <a:pt x="3045" y="617"/>
                </a:lnTo>
                <a:lnTo>
                  <a:pt x="3044" y="617"/>
                </a:lnTo>
                <a:lnTo>
                  <a:pt x="3044" y="616"/>
                </a:lnTo>
                <a:lnTo>
                  <a:pt x="3044" y="615"/>
                </a:lnTo>
                <a:lnTo>
                  <a:pt x="3045" y="615"/>
                </a:lnTo>
                <a:lnTo>
                  <a:pt x="3045" y="614"/>
                </a:lnTo>
                <a:lnTo>
                  <a:pt x="3045" y="615"/>
                </a:lnTo>
                <a:lnTo>
                  <a:pt x="3046" y="615"/>
                </a:lnTo>
                <a:lnTo>
                  <a:pt x="3047" y="614"/>
                </a:lnTo>
                <a:lnTo>
                  <a:pt x="3047" y="613"/>
                </a:lnTo>
                <a:lnTo>
                  <a:pt x="3047" y="612"/>
                </a:lnTo>
                <a:lnTo>
                  <a:pt x="3046" y="612"/>
                </a:lnTo>
                <a:lnTo>
                  <a:pt x="3046" y="611"/>
                </a:lnTo>
                <a:lnTo>
                  <a:pt x="3046" y="610"/>
                </a:lnTo>
                <a:lnTo>
                  <a:pt x="3047" y="610"/>
                </a:lnTo>
                <a:lnTo>
                  <a:pt x="3047" y="609"/>
                </a:lnTo>
                <a:lnTo>
                  <a:pt x="3048" y="609"/>
                </a:lnTo>
                <a:lnTo>
                  <a:pt x="3049" y="609"/>
                </a:lnTo>
                <a:lnTo>
                  <a:pt x="3049" y="608"/>
                </a:lnTo>
                <a:lnTo>
                  <a:pt x="3048" y="607"/>
                </a:lnTo>
                <a:lnTo>
                  <a:pt x="3048" y="606"/>
                </a:lnTo>
                <a:lnTo>
                  <a:pt x="3048" y="605"/>
                </a:lnTo>
                <a:lnTo>
                  <a:pt x="3047" y="604"/>
                </a:lnTo>
                <a:lnTo>
                  <a:pt x="3046" y="604"/>
                </a:lnTo>
                <a:lnTo>
                  <a:pt x="3045" y="604"/>
                </a:lnTo>
                <a:lnTo>
                  <a:pt x="3044" y="604"/>
                </a:lnTo>
                <a:lnTo>
                  <a:pt x="3044" y="603"/>
                </a:lnTo>
                <a:lnTo>
                  <a:pt x="3044" y="602"/>
                </a:lnTo>
                <a:lnTo>
                  <a:pt x="3046" y="602"/>
                </a:lnTo>
                <a:lnTo>
                  <a:pt x="3046" y="601"/>
                </a:lnTo>
                <a:lnTo>
                  <a:pt x="3047" y="601"/>
                </a:lnTo>
                <a:lnTo>
                  <a:pt x="3047" y="600"/>
                </a:lnTo>
                <a:lnTo>
                  <a:pt x="3047" y="599"/>
                </a:lnTo>
                <a:lnTo>
                  <a:pt x="3047" y="598"/>
                </a:lnTo>
                <a:lnTo>
                  <a:pt x="3047" y="597"/>
                </a:lnTo>
                <a:lnTo>
                  <a:pt x="3047" y="596"/>
                </a:lnTo>
                <a:lnTo>
                  <a:pt x="3047" y="595"/>
                </a:lnTo>
                <a:lnTo>
                  <a:pt x="3047" y="594"/>
                </a:lnTo>
                <a:lnTo>
                  <a:pt x="3048" y="594"/>
                </a:lnTo>
                <a:lnTo>
                  <a:pt x="3048" y="593"/>
                </a:lnTo>
                <a:lnTo>
                  <a:pt x="3049" y="592"/>
                </a:lnTo>
                <a:lnTo>
                  <a:pt x="3048" y="591"/>
                </a:lnTo>
                <a:lnTo>
                  <a:pt x="3047" y="591"/>
                </a:lnTo>
                <a:lnTo>
                  <a:pt x="3046" y="591"/>
                </a:lnTo>
                <a:lnTo>
                  <a:pt x="3046" y="590"/>
                </a:lnTo>
                <a:lnTo>
                  <a:pt x="3046" y="589"/>
                </a:lnTo>
                <a:lnTo>
                  <a:pt x="3047" y="588"/>
                </a:lnTo>
                <a:lnTo>
                  <a:pt x="3048" y="588"/>
                </a:lnTo>
                <a:lnTo>
                  <a:pt x="3049" y="588"/>
                </a:lnTo>
                <a:lnTo>
                  <a:pt x="3050" y="587"/>
                </a:lnTo>
                <a:lnTo>
                  <a:pt x="3050" y="586"/>
                </a:lnTo>
                <a:lnTo>
                  <a:pt x="3050" y="585"/>
                </a:lnTo>
                <a:lnTo>
                  <a:pt x="3049" y="585"/>
                </a:lnTo>
                <a:lnTo>
                  <a:pt x="3048" y="584"/>
                </a:lnTo>
                <a:lnTo>
                  <a:pt x="3048" y="583"/>
                </a:lnTo>
                <a:lnTo>
                  <a:pt x="3047" y="582"/>
                </a:lnTo>
                <a:lnTo>
                  <a:pt x="3047" y="581"/>
                </a:lnTo>
                <a:lnTo>
                  <a:pt x="3048" y="580"/>
                </a:lnTo>
                <a:lnTo>
                  <a:pt x="3048" y="579"/>
                </a:lnTo>
                <a:lnTo>
                  <a:pt x="3049" y="579"/>
                </a:lnTo>
                <a:lnTo>
                  <a:pt x="3050" y="579"/>
                </a:lnTo>
                <a:lnTo>
                  <a:pt x="3051" y="579"/>
                </a:lnTo>
                <a:lnTo>
                  <a:pt x="3051" y="578"/>
                </a:lnTo>
                <a:lnTo>
                  <a:pt x="3052" y="577"/>
                </a:lnTo>
                <a:lnTo>
                  <a:pt x="3053" y="577"/>
                </a:lnTo>
                <a:lnTo>
                  <a:pt x="3053" y="576"/>
                </a:lnTo>
                <a:lnTo>
                  <a:pt x="3053" y="575"/>
                </a:lnTo>
                <a:lnTo>
                  <a:pt x="3053" y="574"/>
                </a:lnTo>
                <a:lnTo>
                  <a:pt x="3053" y="573"/>
                </a:lnTo>
                <a:lnTo>
                  <a:pt x="3054" y="573"/>
                </a:lnTo>
                <a:lnTo>
                  <a:pt x="3054" y="574"/>
                </a:lnTo>
                <a:lnTo>
                  <a:pt x="3055" y="575"/>
                </a:lnTo>
                <a:lnTo>
                  <a:pt x="3056" y="575"/>
                </a:lnTo>
                <a:lnTo>
                  <a:pt x="3057" y="574"/>
                </a:lnTo>
                <a:lnTo>
                  <a:pt x="3057" y="573"/>
                </a:lnTo>
                <a:lnTo>
                  <a:pt x="3057" y="572"/>
                </a:lnTo>
                <a:lnTo>
                  <a:pt x="3058" y="572"/>
                </a:lnTo>
                <a:lnTo>
                  <a:pt x="3058" y="571"/>
                </a:lnTo>
                <a:lnTo>
                  <a:pt x="3058" y="570"/>
                </a:lnTo>
                <a:lnTo>
                  <a:pt x="3058" y="569"/>
                </a:lnTo>
                <a:lnTo>
                  <a:pt x="3059" y="568"/>
                </a:lnTo>
                <a:lnTo>
                  <a:pt x="3060" y="568"/>
                </a:lnTo>
                <a:lnTo>
                  <a:pt x="3060" y="567"/>
                </a:lnTo>
                <a:lnTo>
                  <a:pt x="3059" y="567"/>
                </a:lnTo>
                <a:lnTo>
                  <a:pt x="3059" y="566"/>
                </a:lnTo>
                <a:lnTo>
                  <a:pt x="3058" y="566"/>
                </a:lnTo>
                <a:lnTo>
                  <a:pt x="3058" y="565"/>
                </a:lnTo>
                <a:lnTo>
                  <a:pt x="3058" y="564"/>
                </a:lnTo>
                <a:lnTo>
                  <a:pt x="3059" y="564"/>
                </a:lnTo>
                <a:lnTo>
                  <a:pt x="3060" y="564"/>
                </a:lnTo>
                <a:lnTo>
                  <a:pt x="3061" y="564"/>
                </a:lnTo>
                <a:lnTo>
                  <a:pt x="3061" y="563"/>
                </a:lnTo>
                <a:lnTo>
                  <a:pt x="3062" y="563"/>
                </a:lnTo>
                <a:lnTo>
                  <a:pt x="3063" y="563"/>
                </a:lnTo>
                <a:lnTo>
                  <a:pt x="3064" y="563"/>
                </a:lnTo>
                <a:lnTo>
                  <a:pt x="3065" y="563"/>
                </a:lnTo>
                <a:lnTo>
                  <a:pt x="3065" y="562"/>
                </a:lnTo>
                <a:lnTo>
                  <a:pt x="3066" y="561"/>
                </a:lnTo>
                <a:lnTo>
                  <a:pt x="3066" y="559"/>
                </a:lnTo>
                <a:lnTo>
                  <a:pt x="3066" y="558"/>
                </a:lnTo>
                <a:lnTo>
                  <a:pt x="3066" y="557"/>
                </a:lnTo>
                <a:lnTo>
                  <a:pt x="3067" y="557"/>
                </a:lnTo>
                <a:lnTo>
                  <a:pt x="3068" y="556"/>
                </a:lnTo>
                <a:lnTo>
                  <a:pt x="3068" y="555"/>
                </a:lnTo>
                <a:lnTo>
                  <a:pt x="3068" y="554"/>
                </a:lnTo>
                <a:lnTo>
                  <a:pt x="3069" y="554"/>
                </a:lnTo>
                <a:lnTo>
                  <a:pt x="3069" y="553"/>
                </a:lnTo>
                <a:lnTo>
                  <a:pt x="3069" y="552"/>
                </a:lnTo>
                <a:lnTo>
                  <a:pt x="3069" y="551"/>
                </a:lnTo>
                <a:lnTo>
                  <a:pt x="3070" y="551"/>
                </a:lnTo>
                <a:lnTo>
                  <a:pt x="3070" y="550"/>
                </a:lnTo>
                <a:lnTo>
                  <a:pt x="3071" y="550"/>
                </a:lnTo>
                <a:lnTo>
                  <a:pt x="3071" y="549"/>
                </a:lnTo>
                <a:lnTo>
                  <a:pt x="3071" y="548"/>
                </a:lnTo>
                <a:lnTo>
                  <a:pt x="3071" y="547"/>
                </a:lnTo>
                <a:lnTo>
                  <a:pt x="3071" y="546"/>
                </a:lnTo>
                <a:lnTo>
                  <a:pt x="3072" y="546"/>
                </a:lnTo>
                <a:lnTo>
                  <a:pt x="3072" y="545"/>
                </a:lnTo>
                <a:lnTo>
                  <a:pt x="3070" y="544"/>
                </a:lnTo>
                <a:lnTo>
                  <a:pt x="3070" y="543"/>
                </a:lnTo>
                <a:lnTo>
                  <a:pt x="3071" y="543"/>
                </a:lnTo>
                <a:lnTo>
                  <a:pt x="3072" y="543"/>
                </a:lnTo>
                <a:lnTo>
                  <a:pt x="3071" y="542"/>
                </a:lnTo>
                <a:lnTo>
                  <a:pt x="3071" y="541"/>
                </a:lnTo>
                <a:lnTo>
                  <a:pt x="3072" y="541"/>
                </a:lnTo>
                <a:lnTo>
                  <a:pt x="3072" y="540"/>
                </a:lnTo>
                <a:lnTo>
                  <a:pt x="3073" y="540"/>
                </a:lnTo>
                <a:lnTo>
                  <a:pt x="3072" y="540"/>
                </a:lnTo>
                <a:lnTo>
                  <a:pt x="3072" y="539"/>
                </a:lnTo>
                <a:lnTo>
                  <a:pt x="3071" y="537"/>
                </a:lnTo>
                <a:lnTo>
                  <a:pt x="3071" y="536"/>
                </a:lnTo>
                <a:lnTo>
                  <a:pt x="3072" y="536"/>
                </a:lnTo>
                <a:lnTo>
                  <a:pt x="3071" y="535"/>
                </a:lnTo>
                <a:lnTo>
                  <a:pt x="3071" y="534"/>
                </a:lnTo>
                <a:lnTo>
                  <a:pt x="3070" y="534"/>
                </a:lnTo>
                <a:lnTo>
                  <a:pt x="3069" y="533"/>
                </a:lnTo>
                <a:lnTo>
                  <a:pt x="3068" y="532"/>
                </a:lnTo>
                <a:lnTo>
                  <a:pt x="3068" y="530"/>
                </a:lnTo>
                <a:lnTo>
                  <a:pt x="3068" y="529"/>
                </a:lnTo>
                <a:lnTo>
                  <a:pt x="3068" y="528"/>
                </a:lnTo>
                <a:lnTo>
                  <a:pt x="3069" y="528"/>
                </a:lnTo>
                <a:lnTo>
                  <a:pt x="3069" y="527"/>
                </a:lnTo>
                <a:lnTo>
                  <a:pt x="3068" y="526"/>
                </a:lnTo>
                <a:lnTo>
                  <a:pt x="3067" y="526"/>
                </a:lnTo>
                <a:lnTo>
                  <a:pt x="3067" y="525"/>
                </a:lnTo>
                <a:lnTo>
                  <a:pt x="3066" y="525"/>
                </a:lnTo>
                <a:lnTo>
                  <a:pt x="3066" y="524"/>
                </a:lnTo>
                <a:lnTo>
                  <a:pt x="3066" y="523"/>
                </a:lnTo>
                <a:lnTo>
                  <a:pt x="3067" y="523"/>
                </a:lnTo>
                <a:lnTo>
                  <a:pt x="3067" y="522"/>
                </a:lnTo>
                <a:lnTo>
                  <a:pt x="3068" y="522"/>
                </a:lnTo>
                <a:lnTo>
                  <a:pt x="3069" y="520"/>
                </a:lnTo>
                <a:lnTo>
                  <a:pt x="3069" y="519"/>
                </a:lnTo>
                <a:lnTo>
                  <a:pt x="3070" y="518"/>
                </a:lnTo>
                <a:lnTo>
                  <a:pt x="3070" y="517"/>
                </a:lnTo>
                <a:lnTo>
                  <a:pt x="3071" y="516"/>
                </a:lnTo>
                <a:lnTo>
                  <a:pt x="3071" y="515"/>
                </a:lnTo>
                <a:lnTo>
                  <a:pt x="3072" y="515"/>
                </a:lnTo>
                <a:lnTo>
                  <a:pt x="3072" y="514"/>
                </a:lnTo>
                <a:lnTo>
                  <a:pt x="3073" y="514"/>
                </a:lnTo>
                <a:lnTo>
                  <a:pt x="3073" y="513"/>
                </a:lnTo>
                <a:lnTo>
                  <a:pt x="3074" y="513"/>
                </a:lnTo>
                <a:lnTo>
                  <a:pt x="3074" y="512"/>
                </a:lnTo>
                <a:lnTo>
                  <a:pt x="3074" y="511"/>
                </a:lnTo>
                <a:lnTo>
                  <a:pt x="3075" y="511"/>
                </a:lnTo>
                <a:lnTo>
                  <a:pt x="3075" y="510"/>
                </a:lnTo>
                <a:lnTo>
                  <a:pt x="3075" y="508"/>
                </a:lnTo>
                <a:lnTo>
                  <a:pt x="3076" y="508"/>
                </a:lnTo>
                <a:lnTo>
                  <a:pt x="3076" y="507"/>
                </a:lnTo>
                <a:lnTo>
                  <a:pt x="3076" y="505"/>
                </a:lnTo>
                <a:lnTo>
                  <a:pt x="3076" y="504"/>
                </a:lnTo>
                <a:lnTo>
                  <a:pt x="3077" y="504"/>
                </a:lnTo>
                <a:lnTo>
                  <a:pt x="3077" y="502"/>
                </a:lnTo>
                <a:lnTo>
                  <a:pt x="3076" y="502"/>
                </a:lnTo>
                <a:lnTo>
                  <a:pt x="3077" y="501"/>
                </a:lnTo>
                <a:lnTo>
                  <a:pt x="3077" y="500"/>
                </a:lnTo>
                <a:lnTo>
                  <a:pt x="3078" y="499"/>
                </a:lnTo>
                <a:lnTo>
                  <a:pt x="3079" y="499"/>
                </a:lnTo>
                <a:lnTo>
                  <a:pt x="3080" y="498"/>
                </a:lnTo>
                <a:lnTo>
                  <a:pt x="3081" y="498"/>
                </a:lnTo>
                <a:lnTo>
                  <a:pt x="3081" y="497"/>
                </a:lnTo>
                <a:lnTo>
                  <a:pt x="3081" y="496"/>
                </a:lnTo>
                <a:lnTo>
                  <a:pt x="3080" y="496"/>
                </a:lnTo>
                <a:lnTo>
                  <a:pt x="3080" y="495"/>
                </a:lnTo>
                <a:lnTo>
                  <a:pt x="3081" y="495"/>
                </a:lnTo>
                <a:lnTo>
                  <a:pt x="3081" y="494"/>
                </a:lnTo>
                <a:lnTo>
                  <a:pt x="3082" y="494"/>
                </a:lnTo>
                <a:lnTo>
                  <a:pt x="3083" y="494"/>
                </a:lnTo>
                <a:lnTo>
                  <a:pt x="3084" y="493"/>
                </a:lnTo>
                <a:lnTo>
                  <a:pt x="3085" y="493"/>
                </a:lnTo>
                <a:lnTo>
                  <a:pt x="3086" y="493"/>
                </a:lnTo>
                <a:lnTo>
                  <a:pt x="3087" y="492"/>
                </a:lnTo>
                <a:lnTo>
                  <a:pt x="3087" y="491"/>
                </a:lnTo>
                <a:lnTo>
                  <a:pt x="3088" y="491"/>
                </a:lnTo>
                <a:lnTo>
                  <a:pt x="3088" y="490"/>
                </a:lnTo>
                <a:lnTo>
                  <a:pt x="3088" y="489"/>
                </a:lnTo>
                <a:lnTo>
                  <a:pt x="3087" y="489"/>
                </a:lnTo>
                <a:lnTo>
                  <a:pt x="3087" y="488"/>
                </a:lnTo>
                <a:lnTo>
                  <a:pt x="3088" y="488"/>
                </a:lnTo>
                <a:lnTo>
                  <a:pt x="3089" y="488"/>
                </a:lnTo>
                <a:lnTo>
                  <a:pt x="3089" y="487"/>
                </a:lnTo>
                <a:lnTo>
                  <a:pt x="3090" y="486"/>
                </a:lnTo>
                <a:lnTo>
                  <a:pt x="3090" y="485"/>
                </a:lnTo>
                <a:lnTo>
                  <a:pt x="3091" y="485"/>
                </a:lnTo>
                <a:lnTo>
                  <a:pt x="3092" y="485"/>
                </a:lnTo>
                <a:lnTo>
                  <a:pt x="3092" y="483"/>
                </a:lnTo>
                <a:lnTo>
                  <a:pt x="3092" y="482"/>
                </a:lnTo>
                <a:lnTo>
                  <a:pt x="3092" y="481"/>
                </a:lnTo>
                <a:lnTo>
                  <a:pt x="3091" y="481"/>
                </a:lnTo>
                <a:lnTo>
                  <a:pt x="3090" y="481"/>
                </a:lnTo>
                <a:lnTo>
                  <a:pt x="3090" y="480"/>
                </a:lnTo>
                <a:lnTo>
                  <a:pt x="3091" y="479"/>
                </a:lnTo>
                <a:lnTo>
                  <a:pt x="3092" y="480"/>
                </a:lnTo>
                <a:lnTo>
                  <a:pt x="3093" y="480"/>
                </a:lnTo>
                <a:lnTo>
                  <a:pt x="3093" y="479"/>
                </a:lnTo>
                <a:lnTo>
                  <a:pt x="3094" y="479"/>
                </a:lnTo>
                <a:lnTo>
                  <a:pt x="3094" y="478"/>
                </a:lnTo>
                <a:lnTo>
                  <a:pt x="3093" y="478"/>
                </a:lnTo>
                <a:lnTo>
                  <a:pt x="3093" y="477"/>
                </a:lnTo>
                <a:lnTo>
                  <a:pt x="3093" y="476"/>
                </a:lnTo>
                <a:lnTo>
                  <a:pt x="3094" y="476"/>
                </a:lnTo>
                <a:lnTo>
                  <a:pt x="3095" y="476"/>
                </a:lnTo>
                <a:lnTo>
                  <a:pt x="3096" y="476"/>
                </a:lnTo>
                <a:lnTo>
                  <a:pt x="3096" y="475"/>
                </a:lnTo>
                <a:lnTo>
                  <a:pt x="3096" y="474"/>
                </a:lnTo>
                <a:lnTo>
                  <a:pt x="3095" y="474"/>
                </a:lnTo>
                <a:lnTo>
                  <a:pt x="3095" y="473"/>
                </a:lnTo>
                <a:lnTo>
                  <a:pt x="3094" y="472"/>
                </a:lnTo>
                <a:lnTo>
                  <a:pt x="3093" y="471"/>
                </a:lnTo>
                <a:lnTo>
                  <a:pt x="3094" y="470"/>
                </a:lnTo>
                <a:lnTo>
                  <a:pt x="3094" y="469"/>
                </a:lnTo>
                <a:lnTo>
                  <a:pt x="3095" y="469"/>
                </a:lnTo>
                <a:lnTo>
                  <a:pt x="3096" y="469"/>
                </a:lnTo>
                <a:lnTo>
                  <a:pt x="3096" y="467"/>
                </a:lnTo>
                <a:lnTo>
                  <a:pt x="3096" y="466"/>
                </a:lnTo>
                <a:lnTo>
                  <a:pt x="3096" y="465"/>
                </a:lnTo>
                <a:lnTo>
                  <a:pt x="3096" y="464"/>
                </a:lnTo>
                <a:lnTo>
                  <a:pt x="3096" y="463"/>
                </a:lnTo>
                <a:lnTo>
                  <a:pt x="3096" y="462"/>
                </a:lnTo>
                <a:lnTo>
                  <a:pt x="3095" y="462"/>
                </a:lnTo>
                <a:lnTo>
                  <a:pt x="3094" y="462"/>
                </a:lnTo>
                <a:lnTo>
                  <a:pt x="3093" y="462"/>
                </a:lnTo>
                <a:lnTo>
                  <a:pt x="3093" y="461"/>
                </a:lnTo>
                <a:lnTo>
                  <a:pt x="3094" y="461"/>
                </a:lnTo>
                <a:lnTo>
                  <a:pt x="3094" y="460"/>
                </a:lnTo>
                <a:lnTo>
                  <a:pt x="3094" y="461"/>
                </a:lnTo>
                <a:lnTo>
                  <a:pt x="3095" y="461"/>
                </a:lnTo>
                <a:lnTo>
                  <a:pt x="3096" y="461"/>
                </a:lnTo>
                <a:lnTo>
                  <a:pt x="3096" y="460"/>
                </a:lnTo>
                <a:lnTo>
                  <a:pt x="3097" y="460"/>
                </a:lnTo>
                <a:lnTo>
                  <a:pt x="3096" y="460"/>
                </a:lnTo>
                <a:lnTo>
                  <a:pt x="3096" y="459"/>
                </a:lnTo>
                <a:lnTo>
                  <a:pt x="3096" y="458"/>
                </a:lnTo>
                <a:lnTo>
                  <a:pt x="3095" y="458"/>
                </a:lnTo>
                <a:lnTo>
                  <a:pt x="3094" y="457"/>
                </a:lnTo>
                <a:lnTo>
                  <a:pt x="3094" y="456"/>
                </a:lnTo>
                <a:lnTo>
                  <a:pt x="3093" y="455"/>
                </a:lnTo>
                <a:lnTo>
                  <a:pt x="3093" y="454"/>
                </a:lnTo>
                <a:lnTo>
                  <a:pt x="3093" y="453"/>
                </a:lnTo>
                <a:lnTo>
                  <a:pt x="3092" y="452"/>
                </a:lnTo>
                <a:lnTo>
                  <a:pt x="3092" y="451"/>
                </a:lnTo>
                <a:lnTo>
                  <a:pt x="3092" y="450"/>
                </a:lnTo>
                <a:lnTo>
                  <a:pt x="3093" y="450"/>
                </a:lnTo>
                <a:lnTo>
                  <a:pt x="3093" y="449"/>
                </a:lnTo>
                <a:lnTo>
                  <a:pt x="3094" y="449"/>
                </a:lnTo>
                <a:lnTo>
                  <a:pt x="3095" y="449"/>
                </a:lnTo>
                <a:lnTo>
                  <a:pt x="3096" y="449"/>
                </a:lnTo>
                <a:lnTo>
                  <a:pt x="3097" y="449"/>
                </a:lnTo>
                <a:lnTo>
                  <a:pt x="3097" y="450"/>
                </a:lnTo>
                <a:lnTo>
                  <a:pt x="3098" y="450"/>
                </a:lnTo>
                <a:lnTo>
                  <a:pt x="3099" y="450"/>
                </a:lnTo>
                <a:lnTo>
                  <a:pt x="3100" y="450"/>
                </a:lnTo>
                <a:lnTo>
                  <a:pt x="3100" y="449"/>
                </a:lnTo>
                <a:lnTo>
                  <a:pt x="3100" y="448"/>
                </a:lnTo>
                <a:lnTo>
                  <a:pt x="3099" y="448"/>
                </a:lnTo>
                <a:lnTo>
                  <a:pt x="3098" y="447"/>
                </a:lnTo>
                <a:lnTo>
                  <a:pt x="3097" y="446"/>
                </a:lnTo>
                <a:lnTo>
                  <a:pt x="3096" y="446"/>
                </a:lnTo>
                <a:lnTo>
                  <a:pt x="3096" y="445"/>
                </a:lnTo>
                <a:lnTo>
                  <a:pt x="3095" y="445"/>
                </a:lnTo>
                <a:lnTo>
                  <a:pt x="3095" y="444"/>
                </a:lnTo>
                <a:lnTo>
                  <a:pt x="3096" y="443"/>
                </a:lnTo>
                <a:lnTo>
                  <a:pt x="3097" y="442"/>
                </a:lnTo>
                <a:lnTo>
                  <a:pt x="3098" y="442"/>
                </a:lnTo>
                <a:lnTo>
                  <a:pt x="3098" y="441"/>
                </a:lnTo>
                <a:lnTo>
                  <a:pt x="3099" y="441"/>
                </a:lnTo>
                <a:lnTo>
                  <a:pt x="3099" y="440"/>
                </a:lnTo>
                <a:lnTo>
                  <a:pt x="3098" y="440"/>
                </a:lnTo>
                <a:lnTo>
                  <a:pt x="3098" y="439"/>
                </a:lnTo>
                <a:lnTo>
                  <a:pt x="3097" y="439"/>
                </a:lnTo>
                <a:lnTo>
                  <a:pt x="3097" y="438"/>
                </a:lnTo>
                <a:lnTo>
                  <a:pt x="3096" y="438"/>
                </a:lnTo>
                <a:lnTo>
                  <a:pt x="3096" y="437"/>
                </a:lnTo>
                <a:lnTo>
                  <a:pt x="3096" y="436"/>
                </a:lnTo>
                <a:lnTo>
                  <a:pt x="3097" y="435"/>
                </a:lnTo>
                <a:lnTo>
                  <a:pt x="3098" y="435"/>
                </a:lnTo>
                <a:lnTo>
                  <a:pt x="3099" y="434"/>
                </a:lnTo>
                <a:lnTo>
                  <a:pt x="3100" y="434"/>
                </a:lnTo>
                <a:lnTo>
                  <a:pt x="3101" y="433"/>
                </a:lnTo>
                <a:lnTo>
                  <a:pt x="3102" y="433"/>
                </a:lnTo>
                <a:lnTo>
                  <a:pt x="3103" y="433"/>
                </a:lnTo>
                <a:lnTo>
                  <a:pt x="3104" y="433"/>
                </a:lnTo>
                <a:lnTo>
                  <a:pt x="3105" y="433"/>
                </a:lnTo>
                <a:lnTo>
                  <a:pt x="3105" y="432"/>
                </a:lnTo>
                <a:lnTo>
                  <a:pt x="3105" y="431"/>
                </a:lnTo>
                <a:lnTo>
                  <a:pt x="3105" y="430"/>
                </a:lnTo>
                <a:lnTo>
                  <a:pt x="3105" y="429"/>
                </a:lnTo>
                <a:lnTo>
                  <a:pt x="3105" y="428"/>
                </a:lnTo>
                <a:lnTo>
                  <a:pt x="3104" y="427"/>
                </a:lnTo>
                <a:lnTo>
                  <a:pt x="3104" y="426"/>
                </a:lnTo>
                <a:lnTo>
                  <a:pt x="3104" y="425"/>
                </a:lnTo>
                <a:lnTo>
                  <a:pt x="3104" y="424"/>
                </a:lnTo>
                <a:lnTo>
                  <a:pt x="3105" y="423"/>
                </a:lnTo>
                <a:lnTo>
                  <a:pt x="3106" y="422"/>
                </a:lnTo>
                <a:lnTo>
                  <a:pt x="3107" y="422"/>
                </a:lnTo>
                <a:lnTo>
                  <a:pt x="3108" y="422"/>
                </a:lnTo>
                <a:lnTo>
                  <a:pt x="3109" y="422"/>
                </a:lnTo>
                <a:lnTo>
                  <a:pt x="3109" y="421"/>
                </a:lnTo>
                <a:lnTo>
                  <a:pt x="3110" y="421"/>
                </a:lnTo>
                <a:lnTo>
                  <a:pt x="3111" y="420"/>
                </a:lnTo>
                <a:lnTo>
                  <a:pt x="3111" y="419"/>
                </a:lnTo>
                <a:lnTo>
                  <a:pt x="3111" y="418"/>
                </a:lnTo>
                <a:lnTo>
                  <a:pt x="3111" y="417"/>
                </a:lnTo>
                <a:lnTo>
                  <a:pt x="3110" y="417"/>
                </a:lnTo>
                <a:lnTo>
                  <a:pt x="3108" y="417"/>
                </a:lnTo>
                <a:lnTo>
                  <a:pt x="3107" y="417"/>
                </a:lnTo>
                <a:lnTo>
                  <a:pt x="3107" y="416"/>
                </a:lnTo>
                <a:lnTo>
                  <a:pt x="3106" y="416"/>
                </a:lnTo>
                <a:lnTo>
                  <a:pt x="3106" y="415"/>
                </a:lnTo>
                <a:lnTo>
                  <a:pt x="3106" y="414"/>
                </a:lnTo>
                <a:lnTo>
                  <a:pt x="3106" y="413"/>
                </a:lnTo>
                <a:lnTo>
                  <a:pt x="3107" y="412"/>
                </a:lnTo>
                <a:lnTo>
                  <a:pt x="3108" y="412"/>
                </a:lnTo>
                <a:lnTo>
                  <a:pt x="3109" y="412"/>
                </a:lnTo>
                <a:lnTo>
                  <a:pt x="3109" y="411"/>
                </a:lnTo>
                <a:lnTo>
                  <a:pt x="3110" y="411"/>
                </a:lnTo>
                <a:lnTo>
                  <a:pt x="3110" y="412"/>
                </a:lnTo>
                <a:lnTo>
                  <a:pt x="3111" y="411"/>
                </a:lnTo>
                <a:lnTo>
                  <a:pt x="3112" y="411"/>
                </a:lnTo>
                <a:lnTo>
                  <a:pt x="3113" y="411"/>
                </a:lnTo>
                <a:lnTo>
                  <a:pt x="3113" y="410"/>
                </a:lnTo>
                <a:lnTo>
                  <a:pt x="3113" y="409"/>
                </a:lnTo>
                <a:lnTo>
                  <a:pt x="3114" y="409"/>
                </a:lnTo>
                <a:lnTo>
                  <a:pt x="3114" y="408"/>
                </a:lnTo>
                <a:lnTo>
                  <a:pt x="3113" y="408"/>
                </a:lnTo>
                <a:lnTo>
                  <a:pt x="3113" y="407"/>
                </a:lnTo>
                <a:lnTo>
                  <a:pt x="3113" y="406"/>
                </a:lnTo>
                <a:lnTo>
                  <a:pt x="3113" y="405"/>
                </a:lnTo>
                <a:lnTo>
                  <a:pt x="3113" y="404"/>
                </a:lnTo>
                <a:lnTo>
                  <a:pt x="3113" y="403"/>
                </a:lnTo>
                <a:lnTo>
                  <a:pt x="3113" y="402"/>
                </a:lnTo>
                <a:lnTo>
                  <a:pt x="3113" y="401"/>
                </a:lnTo>
                <a:lnTo>
                  <a:pt x="3114" y="401"/>
                </a:lnTo>
                <a:lnTo>
                  <a:pt x="3115" y="401"/>
                </a:lnTo>
                <a:lnTo>
                  <a:pt x="3115" y="400"/>
                </a:lnTo>
                <a:lnTo>
                  <a:pt x="3116" y="400"/>
                </a:lnTo>
                <a:lnTo>
                  <a:pt x="3116" y="399"/>
                </a:lnTo>
                <a:lnTo>
                  <a:pt x="3116" y="398"/>
                </a:lnTo>
                <a:lnTo>
                  <a:pt x="3115" y="398"/>
                </a:lnTo>
                <a:lnTo>
                  <a:pt x="3115" y="397"/>
                </a:lnTo>
                <a:lnTo>
                  <a:pt x="3115" y="396"/>
                </a:lnTo>
                <a:lnTo>
                  <a:pt x="3114" y="396"/>
                </a:lnTo>
                <a:lnTo>
                  <a:pt x="3114" y="395"/>
                </a:lnTo>
                <a:lnTo>
                  <a:pt x="3113" y="395"/>
                </a:lnTo>
                <a:lnTo>
                  <a:pt x="3113" y="394"/>
                </a:lnTo>
                <a:lnTo>
                  <a:pt x="3112" y="394"/>
                </a:lnTo>
                <a:lnTo>
                  <a:pt x="3112" y="393"/>
                </a:lnTo>
                <a:lnTo>
                  <a:pt x="3113" y="392"/>
                </a:lnTo>
                <a:lnTo>
                  <a:pt x="3113" y="391"/>
                </a:lnTo>
                <a:lnTo>
                  <a:pt x="3113" y="390"/>
                </a:lnTo>
                <a:lnTo>
                  <a:pt x="3112" y="390"/>
                </a:lnTo>
                <a:lnTo>
                  <a:pt x="3112" y="389"/>
                </a:lnTo>
                <a:lnTo>
                  <a:pt x="3113" y="389"/>
                </a:lnTo>
                <a:lnTo>
                  <a:pt x="3113" y="388"/>
                </a:lnTo>
                <a:lnTo>
                  <a:pt x="3114" y="388"/>
                </a:lnTo>
                <a:lnTo>
                  <a:pt x="3114" y="387"/>
                </a:lnTo>
                <a:lnTo>
                  <a:pt x="3115" y="387"/>
                </a:lnTo>
                <a:lnTo>
                  <a:pt x="3115" y="386"/>
                </a:lnTo>
                <a:lnTo>
                  <a:pt x="3116" y="386"/>
                </a:lnTo>
                <a:lnTo>
                  <a:pt x="3116" y="385"/>
                </a:lnTo>
                <a:lnTo>
                  <a:pt x="3116" y="384"/>
                </a:lnTo>
                <a:lnTo>
                  <a:pt x="3117" y="384"/>
                </a:lnTo>
                <a:lnTo>
                  <a:pt x="3117" y="383"/>
                </a:lnTo>
                <a:lnTo>
                  <a:pt x="3117" y="381"/>
                </a:lnTo>
                <a:lnTo>
                  <a:pt x="3117" y="380"/>
                </a:lnTo>
                <a:lnTo>
                  <a:pt x="3118" y="380"/>
                </a:lnTo>
                <a:lnTo>
                  <a:pt x="3119" y="379"/>
                </a:lnTo>
                <a:lnTo>
                  <a:pt x="3119" y="378"/>
                </a:lnTo>
                <a:lnTo>
                  <a:pt x="3119" y="377"/>
                </a:lnTo>
                <a:lnTo>
                  <a:pt x="3119" y="376"/>
                </a:lnTo>
                <a:lnTo>
                  <a:pt x="3118" y="376"/>
                </a:lnTo>
                <a:lnTo>
                  <a:pt x="3119" y="376"/>
                </a:lnTo>
                <a:lnTo>
                  <a:pt x="3118" y="375"/>
                </a:lnTo>
                <a:lnTo>
                  <a:pt x="3118" y="374"/>
                </a:lnTo>
                <a:lnTo>
                  <a:pt x="3117" y="374"/>
                </a:lnTo>
                <a:lnTo>
                  <a:pt x="3116" y="373"/>
                </a:lnTo>
                <a:lnTo>
                  <a:pt x="3116" y="372"/>
                </a:lnTo>
                <a:lnTo>
                  <a:pt x="3116" y="371"/>
                </a:lnTo>
                <a:lnTo>
                  <a:pt x="3117" y="371"/>
                </a:lnTo>
                <a:lnTo>
                  <a:pt x="3117" y="370"/>
                </a:lnTo>
                <a:lnTo>
                  <a:pt x="3117" y="369"/>
                </a:lnTo>
                <a:lnTo>
                  <a:pt x="3117" y="368"/>
                </a:lnTo>
                <a:lnTo>
                  <a:pt x="3117" y="367"/>
                </a:lnTo>
                <a:lnTo>
                  <a:pt x="3117" y="366"/>
                </a:lnTo>
                <a:lnTo>
                  <a:pt x="3118" y="366"/>
                </a:lnTo>
                <a:lnTo>
                  <a:pt x="3118" y="365"/>
                </a:lnTo>
                <a:lnTo>
                  <a:pt x="3118" y="364"/>
                </a:lnTo>
                <a:lnTo>
                  <a:pt x="3117" y="363"/>
                </a:lnTo>
                <a:lnTo>
                  <a:pt x="3118" y="363"/>
                </a:lnTo>
                <a:lnTo>
                  <a:pt x="3118" y="362"/>
                </a:lnTo>
                <a:lnTo>
                  <a:pt x="3118" y="361"/>
                </a:lnTo>
                <a:lnTo>
                  <a:pt x="3119" y="361"/>
                </a:lnTo>
                <a:lnTo>
                  <a:pt x="3120" y="360"/>
                </a:lnTo>
                <a:lnTo>
                  <a:pt x="3121" y="360"/>
                </a:lnTo>
                <a:lnTo>
                  <a:pt x="3122" y="359"/>
                </a:lnTo>
                <a:lnTo>
                  <a:pt x="3123" y="359"/>
                </a:lnTo>
                <a:lnTo>
                  <a:pt x="3123" y="358"/>
                </a:lnTo>
                <a:lnTo>
                  <a:pt x="3123" y="357"/>
                </a:lnTo>
                <a:lnTo>
                  <a:pt x="3122" y="357"/>
                </a:lnTo>
                <a:lnTo>
                  <a:pt x="3122" y="356"/>
                </a:lnTo>
                <a:lnTo>
                  <a:pt x="3121" y="356"/>
                </a:lnTo>
                <a:lnTo>
                  <a:pt x="3121" y="355"/>
                </a:lnTo>
                <a:lnTo>
                  <a:pt x="3121" y="354"/>
                </a:lnTo>
                <a:lnTo>
                  <a:pt x="3120" y="354"/>
                </a:lnTo>
                <a:lnTo>
                  <a:pt x="3120" y="353"/>
                </a:lnTo>
                <a:lnTo>
                  <a:pt x="3120" y="352"/>
                </a:lnTo>
                <a:lnTo>
                  <a:pt x="3121" y="352"/>
                </a:lnTo>
                <a:lnTo>
                  <a:pt x="3122" y="352"/>
                </a:lnTo>
                <a:lnTo>
                  <a:pt x="3122" y="353"/>
                </a:lnTo>
                <a:lnTo>
                  <a:pt x="3123" y="353"/>
                </a:lnTo>
                <a:lnTo>
                  <a:pt x="3124" y="353"/>
                </a:lnTo>
                <a:lnTo>
                  <a:pt x="3125" y="353"/>
                </a:lnTo>
                <a:lnTo>
                  <a:pt x="3126" y="353"/>
                </a:lnTo>
                <a:lnTo>
                  <a:pt x="3127" y="353"/>
                </a:lnTo>
                <a:lnTo>
                  <a:pt x="3128" y="353"/>
                </a:lnTo>
                <a:lnTo>
                  <a:pt x="3128" y="352"/>
                </a:lnTo>
                <a:lnTo>
                  <a:pt x="3129" y="352"/>
                </a:lnTo>
                <a:lnTo>
                  <a:pt x="3130" y="352"/>
                </a:lnTo>
                <a:lnTo>
                  <a:pt x="3131" y="351"/>
                </a:lnTo>
                <a:lnTo>
                  <a:pt x="3132" y="350"/>
                </a:lnTo>
                <a:lnTo>
                  <a:pt x="3132" y="349"/>
                </a:lnTo>
                <a:lnTo>
                  <a:pt x="3133" y="349"/>
                </a:lnTo>
                <a:lnTo>
                  <a:pt x="3133" y="348"/>
                </a:lnTo>
                <a:lnTo>
                  <a:pt x="3134" y="347"/>
                </a:lnTo>
                <a:lnTo>
                  <a:pt x="3134" y="346"/>
                </a:lnTo>
                <a:lnTo>
                  <a:pt x="3135" y="346"/>
                </a:lnTo>
                <a:lnTo>
                  <a:pt x="3135" y="345"/>
                </a:lnTo>
                <a:lnTo>
                  <a:pt x="3135" y="344"/>
                </a:lnTo>
                <a:lnTo>
                  <a:pt x="3136" y="344"/>
                </a:lnTo>
                <a:lnTo>
                  <a:pt x="3136" y="343"/>
                </a:lnTo>
                <a:lnTo>
                  <a:pt x="3137" y="343"/>
                </a:lnTo>
                <a:lnTo>
                  <a:pt x="3137" y="341"/>
                </a:lnTo>
                <a:lnTo>
                  <a:pt x="3138" y="341"/>
                </a:lnTo>
                <a:lnTo>
                  <a:pt x="3138" y="340"/>
                </a:lnTo>
                <a:lnTo>
                  <a:pt x="3139" y="340"/>
                </a:lnTo>
                <a:lnTo>
                  <a:pt x="3140" y="340"/>
                </a:lnTo>
                <a:lnTo>
                  <a:pt x="3140" y="339"/>
                </a:lnTo>
                <a:lnTo>
                  <a:pt x="3141" y="339"/>
                </a:lnTo>
                <a:lnTo>
                  <a:pt x="3141" y="338"/>
                </a:lnTo>
                <a:lnTo>
                  <a:pt x="3141" y="336"/>
                </a:lnTo>
                <a:lnTo>
                  <a:pt x="3141" y="335"/>
                </a:lnTo>
                <a:lnTo>
                  <a:pt x="3142" y="335"/>
                </a:lnTo>
                <a:lnTo>
                  <a:pt x="3143" y="335"/>
                </a:lnTo>
                <a:lnTo>
                  <a:pt x="3144" y="335"/>
                </a:lnTo>
                <a:lnTo>
                  <a:pt x="3144" y="334"/>
                </a:lnTo>
                <a:lnTo>
                  <a:pt x="3144" y="333"/>
                </a:lnTo>
                <a:lnTo>
                  <a:pt x="3145" y="332"/>
                </a:lnTo>
                <a:lnTo>
                  <a:pt x="3145" y="330"/>
                </a:lnTo>
                <a:lnTo>
                  <a:pt x="3146" y="330"/>
                </a:lnTo>
                <a:lnTo>
                  <a:pt x="3146" y="329"/>
                </a:lnTo>
                <a:lnTo>
                  <a:pt x="3146" y="328"/>
                </a:lnTo>
                <a:lnTo>
                  <a:pt x="3146" y="327"/>
                </a:lnTo>
                <a:lnTo>
                  <a:pt x="3147" y="327"/>
                </a:lnTo>
                <a:lnTo>
                  <a:pt x="3148" y="327"/>
                </a:lnTo>
                <a:lnTo>
                  <a:pt x="3149" y="327"/>
                </a:lnTo>
                <a:lnTo>
                  <a:pt x="3149" y="326"/>
                </a:lnTo>
                <a:lnTo>
                  <a:pt x="3150" y="326"/>
                </a:lnTo>
                <a:lnTo>
                  <a:pt x="3151" y="326"/>
                </a:lnTo>
                <a:lnTo>
                  <a:pt x="3152" y="326"/>
                </a:lnTo>
                <a:lnTo>
                  <a:pt x="3152" y="325"/>
                </a:lnTo>
                <a:lnTo>
                  <a:pt x="3152" y="324"/>
                </a:lnTo>
                <a:lnTo>
                  <a:pt x="3152" y="323"/>
                </a:lnTo>
                <a:lnTo>
                  <a:pt x="3153" y="323"/>
                </a:lnTo>
                <a:lnTo>
                  <a:pt x="3153" y="322"/>
                </a:lnTo>
                <a:lnTo>
                  <a:pt x="3153" y="321"/>
                </a:lnTo>
                <a:lnTo>
                  <a:pt x="3154" y="321"/>
                </a:lnTo>
                <a:lnTo>
                  <a:pt x="3155" y="321"/>
                </a:lnTo>
                <a:lnTo>
                  <a:pt x="3156" y="321"/>
                </a:lnTo>
                <a:lnTo>
                  <a:pt x="3157" y="321"/>
                </a:lnTo>
                <a:lnTo>
                  <a:pt x="3157" y="320"/>
                </a:lnTo>
                <a:lnTo>
                  <a:pt x="3157" y="319"/>
                </a:lnTo>
                <a:lnTo>
                  <a:pt x="3156" y="319"/>
                </a:lnTo>
                <a:lnTo>
                  <a:pt x="3156" y="318"/>
                </a:lnTo>
                <a:lnTo>
                  <a:pt x="3155" y="318"/>
                </a:lnTo>
                <a:lnTo>
                  <a:pt x="3155" y="317"/>
                </a:lnTo>
                <a:lnTo>
                  <a:pt x="3155" y="316"/>
                </a:lnTo>
                <a:lnTo>
                  <a:pt x="3156" y="316"/>
                </a:lnTo>
                <a:lnTo>
                  <a:pt x="3157" y="316"/>
                </a:lnTo>
                <a:lnTo>
                  <a:pt x="3157" y="315"/>
                </a:lnTo>
                <a:lnTo>
                  <a:pt x="3158" y="315"/>
                </a:lnTo>
                <a:lnTo>
                  <a:pt x="3159" y="315"/>
                </a:lnTo>
                <a:lnTo>
                  <a:pt x="3160" y="315"/>
                </a:lnTo>
                <a:lnTo>
                  <a:pt x="3160" y="314"/>
                </a:lnTo>
                <a:lnTo>
                  <a:pt x="3161" y="314"/>
                </a:lnTo>
                <a:lnTo>
                  <a:pt x="3162" y="314"/>
                </a:lnTo>
                <a:lnTo>
                  <a:pt x="3162" y="313"/>
                </a:lnTo>
                <a:lnTo>
                  <a:pt x="3163" y="313"/>
                </a:lnTo>
                <a:lnTo>
                  <a:pt x="3163" y="312"/>
                </a:lnTo>
                <a:lnTo>
                  <a:pt x="3164" y="312"/>
                </a:lnTo>
                <a:lnTo>
                  <a:pt x="3164" y="311"/>
                </a:lnTo>
                <a:lnTo>
                  <a:pt x="3165" y="311"/>
                </a:lnTo>
                <a:lnTo>
                  <a:pt x="3165" y="310"/>
                </a:lnTo>
                <a:lnTo>
                  <a:pt x="3165" y="309"/>
                </a:lnTo>
                <a:lnTo>
                  <a:pt x="3165" y="308"/>
                </a:lnTo>
                <a:lnTo>
                  <a:pt x="3164" y="308"/>
                </a:lnTo>
                <a:lnTo>
                  <a:pt x="3164" y="307"/>
                </a:lnTo>
                <a:lnTo>
                  <a:pt x="3163" y="307"/>
                </a:lnTo>
                <a:lnTo>
                  <a:pt x="3163" y="306"/>
                </a:lnTo>
                <a:lnTo>
                  <a:pt x="3163" y="305"/>
                </a:lnTo>
                <a:lnTo>
                  <a:pt x="3164" y="305"/>
                </a:lnTo>
                <a:lnTo>
                  <a:pt x="3164" y="304"/>
                </a:lnTo>
                <a:lnTo>
                  <a:pt x="3165" y="304"/>
                </a:lnTo>
                <a:lnTo>
                  <a:pt x="3166" y="304"/>
                </a:lnTo>
                <a:lnTo>
                  <a:pt x="3168" y="304"/>
                </a:lnTo>
                <a:lnTo>
                  <a:pt x="3169" y="304"/>
                </a:lnTo>
                <a:lnTo>
                  <a:pt x="3169" y="305"/>
                </a:lnTo>
                <a:lnTo>
                  <a:pt x="3170" y="305"/>
                </a:lnTo>
                <a:lnTo>
                  <a:pt x="3171" y="305"/>
                </a:lnTo>
                <a:lnTo>
                  <a:pt x="3172" y="305"/>
                </a:lnTo>
                <a:lnTo>
                  <a:pt x="3172" y="304"/>
                </a:lnTo>
                <a:lnTo>
                  <a:pt x="3173" y="304"/>
                </a:lnTo>
                <a:lnTo>
                  <a:pt x="3173" y="303"/>
                </a:lnTo>
                <a:lnTo>
                  <a:pt x="3173" y="302"/>
                </a:lnTo>
                <a:lnTo>
                  <a:pt x="3173" y="301"/>
                </a:lnTo>
                <a:lnTo>
                  <a:pt x="3173" y="300"/>
                </a:lnTo>
                <a:lnTo>
                  <a:pt x="3172" y="300"/>
                </a:lnTo>
                <a:lnTo>
                  <a:pt x="3172" y="299"/>
                </a:lnTo>
                <a:lnTo>
                  <a:pt x="3173" y="298"/>
                </a:lnTo>
                <a:lnTo>
                  <a:pt x="3173" y="297"/>
                </a:lnTo>
                <a:lnTo>
                  <a:pt x="3174" y="297"/>
                </a:lnTo>
                <a:lnTo>
                  <a:pt x="3174" y="298"/>
                </a:lnTo>
                <a:lnTo>
                  <a:pt x="3175" y="298"/>
                </a:lnTo>
                <a:lnTo>
                  <a:pt x="3177" y="298"/>
                </a:lnTo>
                <a:lnTo>
                  <a:pt x="3177" y="297"/>
                </a:lnTo>
                <a:lnTo>
                  <a:pt x="3178" y="297"/>
                </a:lnTo>
                <a:lnTo>
                  <a:pt x="3179" y="296"/>
                </a:lnTo>
                <a:lnTo>
                  <a:pt x="3180" y="296"/>
                </a:lnTo>
                <a:lnTo>
                  <a:pt x="3180" y="295"/>
                </a:lnTo>
                <a:lnTo>
                  <a:pt x="3181" y="295"/>
                </a:lnTo>
                <a:lnTo>
                  <a:pt x="3182" y="295"/>
                </a:lnTo>
                <a:lnTo>
                  <a:pt x="3182" y="294"/>
                </a:lnTo>
                <a:lnTo>
                  <a:pt x="3183" y="294"/>
                </a:lnTo>
                <a:lnTo>
                  <a:pt x="3184" y="294"/>
                </a:lnTo>
                <a:lnTo>
                  <a:pt x="3185" y="293"/>
                </a:lnTo>
                <a:lnTo>
                  <a:pt x="3186" y="293"/>
                </a:lnTo>
                <a:lnTo>
                  <a:pt x="3186" y="292"/>
                </a:lnTo>
                <a:lnTo>
                  <a:pt x="3186" y="291"/>
                </a:lnTo>
                <a:lnTo>
                  <a:pt x="3186" y="289"/>
                </a:lnTo>
                <a:lnTo>
                  <a:pt x="3185" y="288"/>
                </a:lnTo>
                <a:lnTo>
                  <a:pt x="3185" y="287"/>
                </a:lnTo>
                <a:lnTo>
                  <a:pt x="3185" y="286"/>
                </a:lnTo>
                <a:lnTo>
                  <a:pt x="3186" y="286"/>
                </a:lnTo>
                <a:lnTo>
                  <a:pt x="3186" y="285"/>
                </a:lnTo>
                <a:lnTo>
                  <a:pt x="3186" y="284"/>
                </a:lnTo>
                <a:lnTo>
                  <a:pt x="3187" y="284"/>
                </a:lnTo>
                <a:lnTo>
                  <a:pt x="3188" y="283"/>
                </a:lnTo>
                <a:lnTo>
                  <a:pt x="3189" y="283"/>
                </a:lnTo>
                <a:lnTo>
                  <a:pt x="3189" y="282"/>
                </a:lnTo>
                <a:lnTo>
                  <a:pt x="3189" y="281"/>
                </a:lnTo>
                <a:lnTo>
                  <a:pt x="3190" y="281"/>
                </a:lnTo>
                <a:lnTo>
                  <a:pt x="3190" y="280"/>
                </a:lnTo>
                <a:lnTo>
                  <a:pt x="3190" y="279"/>
                </a:lnTo>
                <a:lnTo>
                  <a:pt x="3190" y="278"/>
                </a:lnTo>
                <a:lnTo>
                  <a:pt x="3191" y="277"/>
                </a:lnTo>
                <a:lnTo>
                  <a:pt x="3191" y="276"/>
                </a:lnTo>
                <a:lnTo>
                  <a:pt x="3191" y="274"/>
                </a:lnTo>
                <a:lnTo>
                  <a:pt x="3190" y="274"/>
                </a:lnTo>
                <a:lnTo>
                  <a:pt x="3189" y="273"/>
                </a:lnTo>
                <a:lnTo>
                  <a:pt x="3188" y="273"/>
                </a:lnTo>
                <a:lnTo>
                  <a:pt x="3187" y="273"/>
                </a:lnTo>
                <a:lnTo>
                  <a:pt x="3186" y="272"/>
                </a:lnTo>
                <a:lnTo>
                  <a:pt x="3186" y="271"/>
                </a:lnTo>
                <a:lnTo>
                  <a:pt x="3186" y="270"/>
                </a:lnTo>
                <a:lnTo>
                  <a:pt x="3186" y="268"/>
                </a:lnTo>
                <a:lnTo>
                  <a:pt x="3187" y="266"/>
                </a:lnTo>
                <a:lnTo>
                  <a:pt x="3188" y="265"/>
                </a:lnTo>
                <a:lnTo>
                  <a:pt x="3188" y="264"/>
                </a:lnTo>
                <a:lnTo>
                  <a:pt x="3188" y="263"/>
                </a:lnTo>
                <a:lnTo>
                  <a:pt x="3189" y="263"/>
                </a:lnTo>
                <a:lnTo>
                  <a:pt x="3190" y="261"/>
                </a:lnTo>
                <a:lnTo>
                  <a:pt x="3191" y="261"/>
                </a:lnTo>
                <a:lnTo>
                  <a:pt x="3192" y="261"/>
                </a:lnTo>
                <a:lnTo>
                  <a:pt x="3193" y="261"/>
                </a:lnTo>
                <a:lnTo>
                  <a:pt x="3193" y="260"/>
                </a:lnTo>
                <a:lnTo>
                  <a:pt x="3193" y="259"/>
                </a:lnTo>
                <a:lnTo>
                  <a:pt x="3192" y="259"/>
                </a:lnTo>
                <a:lnTo>
                  <a:pt x="3191" y="259"/>
                </a:lnTo>
                <a:lnTo>
                  <a:pt x="3191" y="258"/>
                </a:lnTo>
                <a:lnTo>
                  <a:pt x="3192" y="258"/>
                </a:lnTo>
                <a:lnTo>
                  <a:pt x="3192" y="257"/>
                </a:lnTo>
                <a:lnTo>
                  <a:pt x="3192" y="256"/>
                </a:lnTo>
                <a:lnTo>
                  <a:pt x="3193" y="256"/>
                </a:lnTo>
                <a:lnTo>
                  <a:pt x="3194" y="255"/>
                </a:lnTo>
                <a:lnTo>
                  <a:pt x="3194" y="254"/>
                </a:lnTo>
                <a:lnTo>
                  <a:pt x="3194" y="253"/>
                </a:lnTo>
                <a:lnTo>
                  <a:pt x="3194" y="252"/>
                </a:lnTo>
                <a:lnTo>
                  <a:pt x="3194" y="251"/>
                </a:lnTo>
                <a:lnTo>
                  <a:pt x="3193" y="251"/>
                </a:lnTo>
                <a:lnTo>
                  <a:pt x="3193" y="250"/>
                </a:lnTo>
                <a:lnTo>
                  <a:pt x="3192" y="250"/>
                </a:lnTo>
                <a:lnTo>
                  <a:pt x="3192" y="249"/>
                </a:lnTo>
                <a:lnTo>
                  <a:pt x="3192" y="248"/>
                </a:lnTo>
                <a:lnTo>
                  <a:pt x="3193" y="248"/>
                </a:lnTo>
                <a:lnTo>
                  <a:pt x="3194" y="246"/>
                </a:lnTo>
                <a:lnTo>
                  <a:pt x="3195" y="246"/>
                </a:lnTo>
                <a:lnTo>
                  <a:pt x="3195" y="245"/>
                </a:lnTo>
                <a:lnTo>
                  <a:pt x="3195" y="244"/>
                </a:lnTo>
                <a:lnTo>
                  <a:pt x="3195" y="243"/>
                </a:lnTo>
                <a:lnTo>
                  <a:pt x="3194" y="243"/>
                </a:lnTo>
                <a:lnTo>
                  <a:pt x="3194" y="242"/>
                </a:lnTo>
                <a:lnTo>
                  <a:pt x="3193" y="242"/>
                </a:lnTo>
                <a:lnTo>
                  <a:pt x="3192" y="241"/>
                </a:lnTo>
                <a:lnTo>
                  <a:pt x="3191" y="240"/>
                </a:lnTo>
                <a:lnTo>
                  <a:pt x="3191" y="239"/>
                </a:lnTo>
                <a:lnTo>
                  <a:pt x="3190" y="239"/>
                </a:lnTo>
                <a:lnTo>
                  <a:pt x="3190" y="238"/>
                </a:lnTo>
                <a:lnTo>
                  <a:pt x="3189" y="238"/>
                </a:lnTo>
                <a:lnTo>
                  <a:pt x="3188" y="236"/>
                </a:lnTo>
                <a:lnTo>
                  <a:pt x="3188" y="235"/>
                </a:lnTo>
                <a:lnTo>
                  <a:pt x="3188" y="234"/>
                </a:lnTo>
                <a:lnTo>
                  <a:pt x="3187" y="234"/>
                </a:lnTo>
                <a:lnTo>
                  <a:pt x="3187" y="233"/>
                </a:lnTo>
                <a:lnTo>
                  <a:pt x="3187" y="232"/>
                </a:lnTo>
                <a:lnTo>
                  <a:pt x="3188" y="231"/>
                </a:lnTo>
                <a:lnTo>
                  <a:pt x="3188" y="230"/>
                </a:lnTo>
                <a:lnTo>
                  <a:pt x="3188" y="229"/>
                </a:lnTo>
                <a:lnTo>
                  <a:pt x="3189" y="229"/>
                </a:lnTo>
                <a:lnTo>
                  <a:pt x="3189" y="228"/>
                </a:lnTo>
                <a:lnTo>
                  <a:pt x="3189" y="227"/>
                </a:lnTo>
                <a:lnTo>
                  <a:pt x="3188" y="226"/>
                </a:lnTo>
                <a:lnTo>
                  <a:pt x="3187" y="226"/>
                </a:lnTo>
                <a:lnTo>
                  <a:pt x="3187" y="225"/>
                </a:lnTo>
                <a:lnTo>
                  <a:pt x="3185" y="225"/>
                </a:lnTo>
                <a:lnTo>
                  <a:pt x="3185" y="226"/>
                </a:lnTo>
                <a:lnTo>
                  <a:pt x="3184" y="226"/>
                </a:lnTo>
                <a:lnTo>
                  <a:pt x="3183" y="226"/>
                </a:lnTo>
                <a:lnTo>
                  <a:pt x="3182" y="226"/>
                </a:lnTo>
                <a:lnTo>
                  <a:pt x="3182" y="225"/>
                </a:lnTo>
                <a:lnTo>
                  <a:pt x="3181" y="223"/>
                </a:lnTo>
                <a:lnTo>
                  <a:pt x="3181" y="222"/>
                </a:lnTo>
                <a:lnTo>
                  <a:pt x="3180" y="222"/>
                </a:lnTo>
                <a:lnTo>
                  <a:pt x="3180" y="221"/>
                </a:lnTo>
                <a:lnTo>
                  <a:pt x="3179" y="221"/>
                </a:lnTo>
                <a:lnTo>
                  <a:pt x="3178" y="220"/>
                </a:lnTo>
                <a:lnTo>
                  <a:pt x="3177" y="220"/>
                </a:lnTo>
                <a:lnTo>
                  <a:pt x="3176" y="220"/>
                </a:lnTo>
                <a:lnTo>
                  <a:pt x="3175" y="220"/>
                </a:lnTo>
                <a:lnTo>
                  <a:pt x="3174" y="220"/>
                </a:lnTo>
                <a:lnTo>
                  <a:pt x="3174" y="219"/>
                </a:lnTo>
                <a:lnTo>
                  <a:pt x="3173" y="219"/>
                </a:lnTo>
                <a:lnTo>
                  <a:pt x="3173" y="218"/>
                </a:lnTo>
                <a:lnTo>
                  <a:pt x="3171" y="217"/>
                </a:lnTo>
                <a:lnTo>
                  <a:pt x="3170" y="217"/>
                </a:lnTo>
                <a:lnTo>
                  <a:pt x="3170" y="215"/>
                </a:lnTo>
                <a:lnTo>
                  <a:pt x="3169" y="215"/>
                </a:lnTo>
                <a:lnTo>
                  <a:pt x="3169" y="213"/>
                </a:lnTo>
                <a:lnTo>
                  <a:pt x="3169" y="212"/>
                </a:lnTo>
                <a:lnTo>
                  <a:pt x="3169" y="211"/>
                </a:lnTo>
                <a:lnTo>
                  <a:pt x="3168" y="211"/>
                </a:lnTo>
                <a:lnTo>
                  <a:pt x="3168" y="210"/>
                </a:lnTo>
                <a:lnTo>
                  <a:pt x="3167" y="209"/>
                </a:lnTo>
                <a:lnTo>
                  <a:pt x="3168" y="208"/>
                </a:lnTo>
                <a:lnTo>
                  <a:pt x="3169" y="208"/>
                </a:lnTo>
                <a:lnTo>
                  <a:pt x="3170" y="208"/>
                </a:lnTo>
                <a:lnTo>
                  <a:pt x="3171" y="207"/>
                </a:lnTo>
                <a:lnTo>
                  <a:pt x="3171" y="206"/>
                </a:lnTo>
                <a:lnTo>
                  <a:pt x="3171" y="205"/>
                </a:lnTo>
                <a:lnTo>
                  <a:pt x="3171" y="204"/>
                </a:lnTo>
                <a:lnTo>
                  <a:pt x="3170" y="204"/>
                </a:lnTo>
                <a:lnTo>
                  <a:pt x="3170" y="203"/>
                </a:lnTo>
                <a:lnTo>
                  <a:pt x="3170" y="202"/>
                </a:lnTo>
                <a:lnTo>
                  <a:pt x="3171" y="200"/>
                </a:lnTo>
                <a:lnTo>
                  <a:pt x="3172" y="200"/>
                </a:lnTo>
                <a:lnTo>
                  <a:pt x="3172" y="199"/>
                </a:lnTo>
                <a:lnTo>
                  <a:pt x="3172" y="198"/>
                </a:lnTo>
                <a:lnTo>
                  <a:pt x="3172" y="197"/>
                </a:lnTo>
                <a:lnTo>
                  <a:pt x="3172" y="196"/>
                </a:lnTo>
                <a:lnTo>
                  <a:pt x="3173" y="196"/>
                </a:lnTo>
                <a:lnTo>
                  <a:pt x="3173" y="195"/>
                </a:lnTo>
                <a:lnTo>
                  <a:pt x="3174" y="194"/>
                </a:lnTo>
                <a:lnTo>
                  <a:pt x="3174" y="193"/>
                </a:lnTo>
                <a:lnTo>
                  <a:pt x="3174" y="191"/>
                </a:lnTo>
                <a:lnTo>
                  <a:pt x="3173" y="190"/>
                </a:lnTo>
                <a:lnTo>
                  <a:pt x="3173" y="189"/>
                </a:lnTo>
                <a:lnTo>
                  <a:pt x="3172" y="187"/>
                </a:lnTo>
                <a:lnTo>
                  <a:pt x="3172" y="186"/>
                </a:lnTo>
                <a:lnTo>
                  <a:pt x="3172" y="185"/>
                </a:lnTo>
                <a:lnTo>
                  <a:pt x="3172" y="184"/>
                </a:lnTo>
                <a:lnTo>
                  <a:pt x="3173" y="184"/>
                </a:lnTo>
                <a:lnTo>
                  <a:pt x="3173" y="183"/>
                </a:lnTo>
                <a:lnTo>
                  <a:pt x="3174" y="183"/>
                </a:lnTo>
                <a:lnTo>
                  <a:pt x="3174" y="182"/>
                </a:lnTo>
                <a:lnTo>
                  <a:pt x="3174" y="181"/>
                </a:lnTo>
                <a:lnTo>
                  <a:pt x="3174" y="180"/>
                </a:lnTo>
                <a:lnTo>
                  <a:pt x="3173" y="179"/>
                </a:lnTo>
                <a:lnTo>
                  <a:pt x="3172" y="179"/>
                </a:lnTo>
                <a:lnTo>
                  <a:pt x="3172" y="178"/>
                </a:lnTo>
                <a:lnTo>
                  <a:pt x="3171" y="178"/>
                </a:lnTo>
                <a:lnTo>
                  <a:pt x="3171" y="177"/>
                </a:lnTo>
                <a:lnTo>
                  <a:pt x="3171" y="176"/>
                </a:lnTo>
                <a:lnTo>
                  <a:pt x="3172" y="176"/>
                </a:lnTo>
                <a:lnTo>
                  <a:pt x="3172" y="175"/>
                </a:lnTo>
                <a:lnTo>
                  <a:pt x="3173" y="175"/>
                </a:lnTo>
                <a:lnTo>
                  <a:pt x="3174" y="175"/>
                </a:lnTo>
                <a:lnTo>
                  <a:pt x="3174" y="174"/>
                </a:lnTo>
                <a:lnTo>
                  <a:pt x="3175" y="174"/>
                </a:lnTo>
                <a:lnTo>
                  <a:pt x="3176" y="173"/>
                </a:lnTo>
                <a:lnTo>
                  <a:pt x="3176" y="172"/>
                </a:lnTo>
                <a:lnTo>
                  <a:pt x="3176" y="171"/>
                </a:lnTo>
                <a:lnTo>
                  <a:pt x="3176" y="170"/>
                </a:lnTo>
                <a:lnTo>
                  <a:pt x="3175" y="170"/>
                </a:lnTo>
                <a:lnTo>
                  <a:pt x="3175" y="169"/>
                </a:lnTo>
                <a:lnTo>
                  <a:pt x="3174" y="169"/>
                </a:lnTo>
                <a:lnTo>
                  <a:pt x="3173" y="169"/>
                </a:lnTo>
                <a:lnTo>
                  <a:pt x="3172" y="169"/>
                </a:lnTo>
                <a:lnTo>
                  <a:pt x="3171" y="170"/>
                </a:lnTo>
                <a:lnTo>
                  <a:pt x="3170" y="170"/>
                </a:lnTo>
                <a:lnTo>
                  <a:pt x="3169" y="170"/>
                </a:lnTo>
                <a:lnTo>
                  <a:pt x="3169" y="169"/>
                </a:lnTo>
                <a:lnTo>
                  <a:pt x="3168" y="168"/>
                </a:lnTo>
                <a:lnTo>
                  <a:pt x="3167" y="167"/>
                </a:lnTo>
                <a:lnTo>
                  <a:pt x="3166" y="167"/>
                </a:lnTo>
                <a:lnTo>
                  <a:pt x="3165" y="167"/>
                </a:lnTo>
                <a:lnTo>
                  <a:pt x="3164" y="167"/>
                </a:lnTo>
                <a:lnTo>
                  <a:pt x="3162" y="167"/>
                </a:lnTo>
                <a:lnTo>
                  <a:pt x="3161" y="167"/>
                </a:lnTo>
                <a:lnTo>
                  <a:pt x="3160" y="166"/>
                </a:lnTo>
                <a:lnTo>
                  <a:pt x="3159" y="165"/>
                </a:lnTo>
                <a:lnTo>
                  <a:pt x="3159" y="164"/>
                </a:lnTo>
                <a:lnTo>
                  <a:pt x="3158" y="164"/>
                </a:lnTo>
                <a:lnTo>
                  <a:pt x="3158" y="163"/>
                </a:lnTo>
                <a:lnTo>
                  <a:pt x="3157" y="163"/>
                </a:lnTo>
                <a:lnTo>
                  <a:pt x="3156" y="163"/>
                </a:lnTo>
                <a:lnTo>
                  <a:pt x="3155" y="163"/>
                </a:lnTo>
                <a:lnTo>
                  <a:pt x="3154" y="164"/>
                </a:lnTo>
                <a:lnTo>
                  <a:pt x="3153" y="164"/>
                </a:lnTo>
                <a:lnTo>
                  <a:pt x="3153" y="163"/>
                </a:lnTo>
                <a:lnTo>
                  <a:pt x="3152" y="163"/>
                </a:lnTo>
                <a:lnTo>
                  <a:pt x="3151" y="162"/>
                </a:lnTo>
                <a:lnTo>
                  <a:pt x="3150" y="162"/>
                </a:lnTo>
                <a:lnTo>
                  <a:pt x="3149" y="161"/>
                </a:lnTo>
                <a:lnTo>
                  <a:pt x="3147" y="161"/>
                </a:lnTo>
                <a:lnTo>
                  <a:pt x="3145" y="160"/>
                </a:lnTo>
                <a:lnTo>
                  <a:pt x="3143" y="159"/>
                </a:lnTo>
                <a:lnTo>
                  <a:pt x="3142" y="158"/>
                </a:lnTo>
                <a:lnTo>
                  <a:pt x="3140" y="157"/>
                </a:lnTo>
                <a:lnTo>
                  <a:pt x="3139" y="156"/>
                </a:lnTo>
                <a:lnTo>
                  <a:pt x="3138" y="156"/>
                </a:lnTo>
                <a:lnTo>
                  <a:pt x="3137" y="156"/>
                </a:lnTo>
                <a:lnTo>
                  <a:pt x="3136" y="157"/>
                </a:lnTo>
                <a:lnTo>
                  <a:pt x="3135" y="157"/>
                </a:lnTo>
                <a:lnTo>
                  <a:pt x="3135" y="158"/>
                </a:lnTo>
                <a:lnTo>
                  <a:pt x="3135" y="159"/>
                </a:lnTo>
                <a:lnTo>
                  <a:pt x="3134" y="159"/>
                </a:lnTo>
                <a:lnTo>
                  <a:pt x="3133" y="160"/>
                </a:lnTo>
                <a:lnTo>
                  <a:pt x="3133" y="161"/>
                </a:lnTo>
                <a:lnTo>
                  <a:pt x="3132" y="161"/>
                </a:lnTo>
                <a:lnTo>
                  <a:pt x="3132" y="162"/>
                </a:lnTo>
                <a:lnTo>
                  <a:pt x="3131" y="162"/>
                </a:lnTo>
                <a:lnTo>
                  <a:pt x="3131" y="163"/>
                </a:lnTo>
                <a:lnTo>
                  <a:pt x="3130" y="163"/>
                </a:lnTo>
                <a:lnTo>
                  <a:pt x="3129" y="163"/>
                </a:lnTo>
                <a:lnTo>
                  <a:pt x="3128" y="163"/>
                </a:lnTo>
                <a:lnTo>
                  <a:pt x="3127" y="163"/>
                </a:lnTo>
                <a:lnTo>
                  <a:pt x="3126" y="163"/>
                </a:lnTo>
                <a:lnTo>
                  <a:pt x="3124" y="163"/>
                </a:lnTo>
                <a:lnTo>
                  <a:pt x="3123" y="163"/>
                </a:lnTo>
                <a:lnTo>
                  <a:pt x="3122" y="163"/>
                </a:lnTo>
                <a:lnTo>
                  <a:pt x="3122" y="164"/>
                </a:lnTo>
                <a:lnTo>
                  <a:pt x="3121" y="164"/>
                </a:lnTo>
                <a:lnTo>
                  <a:pt x="3120" y="164"/>
                </a:lnTo>
                <a:lnTo>
                  <a:pt x="3119" y="164"/>
                </a:lnTo>
                <a:lnTo>
                  <a:pt x="3119" y="163"/>
                </a:lnTo>
                <a:lnTo>
                  <a:pt x="3118" y="163"/>
                </a:lnTo>
                <a:lnTo>
                  <a:pt x="3117" y="163"/>
                </a:lnTo>
                <a:lnTo>
                  <a:pt x="3117" y="164"/>
                </a:lnTo>
                <a:lnTo>
                  <a:pt x="3116" y="164"/>
                </a:lnTo>
                <a:lnTo>
                  <a:pt x="3115" y="165"/>
                </a:lnTo>
                <a:lnTo>
                  <a:pt x="3115" y="166"/>
                </a:lnTo>
                <a:lnTo>
                  <a:pt x="3114" y="166"/>
                </a:lnTo>
                <a:lnTo>
                  <a:pt x="3114" y="167"/>
                </a:lnTo>
                <a:lnTo>
                  <a:pt x="3113" y="167"/>
                </a:lnTo>
                <a:lnTo>
                  <a:pt x="3113" y="168"/>
                </a:lnTo>
                <a:lnTo>
                  <a:pt x="3112" y="168"/>
                </a:lnTo>
                <a:lnTo>
                  <a:pt x="3111" y="169"/>
                </a:lnTo>
                <a:lnTo>
                  <a:pt x="3110" y="170"/>
                </a:lnTo>
                <a:lnTo>
                  <a:pt x="3109" y="171"/>
                </a:lnTo>
                <a:lnTo>
                  <a:pt x="3109" y="172"/>
                </a:lnTo>
                <a:lnTo>
                  <a:pt x="3108" y="172"/>
                </a:lnTo>
                <a:lnTo>
                  <a:pt x="3108" y="173"/>
                </a:lnTo>
                <a:lnTo>
                  <a:pt x="3107" y="174"/>
                </a:lnTo>
                <a:lnTo>
                  <a:pt x="3106" y="174"/>
                </a:lnTo>
                <a:lnTo>
                  <a:pt x="3104" y="174"/>
                </a:lnTo>
                <a:lnTo>
                  <a:pt x="3102" y="174"/>
                </a:lnTo>
                <a:lnTo>
                  <a:pt x="3097" y="174"/>
                </a:lnTo>
                <a:lnTo>
                  <a:pt x="3096" y="174"/>
                </a:lnTo>
                <a:lnTo>
                  <a:pt x="3095" y="175"/>
                </a:lnTo>
                <a:lnTo>
                  <a:pt x="3095" y="174"/>
                </a:lnTo>
                <a:lnTo>
                  <a:pt x="3094" y="174"/>
                </a:lnTo>
                <a:lnTo>
                  <a:pt x="3094" y="175"/>
                </a:lnTo>
                <a:lnTo>
                  <a:pt x="3093" y="175"/>
                </a:lnTo>
                <a:lnTo>
                  <a:pt x="3091" y="175"/>
                </a:lnTo>
                <a:lnTo>
                  <a:pt x="3090" y="175"/>
                </a:lnTo>
                <a:lnTo>
                  <a:pt x="3089" y="174"/>
                </a:lnTo>
                <a:lnTo>
                  <a:pt x="3088" y="174"/>
                </a:lnTo>
                <a:lnTo>
                  <a:pt x="3088" y="173"/>
                </a:lnTo>
                <a:lnTo>
                  <a:pt x="3087" y="173"/>
                </a:lnTo>
                <a:lnTo>
                  <a:pt x="3086" y="171"/>
                </a:lnTo>
                <a:lnTo>
                  <a:pt x="3086" y="170"/>
                </a:lnTo>
                <a:lnTo>
                  <a:pt x="3086" y="169"/>
                </a:lnTo>
                <a:lnTo>
                  <a:pt x="3086" y="168"/>
                </a:lnTo>
                <a:lnTo>
                  <a:pt x="3085" y="168"/>
                </a:lnTo>
                <a:lnTo>
                  <a:pt x="3085" y="167"/>
                </a:lnTo>
                <a:lnTo>
                  <a:pt x="3085" y="166"/>
                </a:lnTo>
                <a:lnTo>
                  <a:pt x="3084" y="166"/>
                </a:lnTo>
                <a:lnTo>
                  <a:pt x="3084" y="165"/>
                </a:lnTo>
                <a:lnTo>
                  <a:pt x="3084" y="164"/>
                </a:lnTo>
                <a:lnTo>
                  <a:pt x="3085" y="162"/>
                </a:lnTo>
                <a:lnTo>
                  <a:pt x="3085" y="161"/>
                </a:lnTo>
                <a:lnTo>
                  <a:pt x="3085" y="160"/>
                </a:lnTo>
                <a:lnTo>
                  <a:pt x="3085" y="159"/>
                </a:lnTo>
                <a:lnTo>
                  <a:pt x="3085" y="158"/>
                </a:lnTo>
                <a:lnTo>
                  <a:pt x="3085" y="156"/>
                </a:lnTo>
                <a:lnTo>
                  <a:pt x="3085" y="155"/>
                </a:lnTo>
                <a:lnTo>
                  <a:pt x="3086" y="155"/>
                </a:lnTo>
                <a:lnTo>
                  <a:pt x="3086" y="154"/>
                </a:lnTo>
                <a:lnTo>
                  <a:pt x="3086" y="153"/>
                </a:lnTo>
                <a:lnTo>
                  <a:pt x="3087" y="153"/>
                </a:lnTo>
                <a:lnTo>
                  <a:pt x="3087" y="152"/>
                </a:lnTo>
                <a:lnTo>
                  <a:pt x="3087" y="151"/>
                </a:lnTo>
                <a:lnTo>
                  <a:pt x="3086" y="151"/>
                </a:lnTo>
                <a:lnTo>
                  <a:pt x="3086" y="150"/>
                </a:lnTo>
                <a:lnTo>
                  <a:pt x="3085" y="150"/>
                </a:lnTo>
                <a:lnTo>
                  <a:pt x="3085" y="149"/>
                </a:lnTo>
                <a:lnTo>
                  <a:pt x="3085" y="148"/>
                </a:lnTo>
                <a:lnTo>
                  <a:pt x="3085" y="147"/>
                </a:lnTo>
                <a:lnTo>
                  <a:pt x="3084" y="146"/>
                </a:lnTo>
                <a:lnTo>
                  <a:pt x="3084" y="145"/>
                </a:lnTo>
                <a:lnTo>
                  <a:pt x="3083" y="144"/>
                </a:lnTo>
                <a:lnTo>
                  <a:pt x="3082" y="143"/>
                </a:lnTo>
                <a:lnTo>
                  <a:pt x="3082" y="142"/>
                </a:lnTo>
                <a:lnTo>
                  <a:pt x="3081" y="142"/>
                </a:lnTo>
                <a:lnTo>
                  <a:pt x="3081" y="141"/>
                </a:lnTo>
                <a:lnTo>
                  <a:pt x="3080" y="141"/>
                </a:lnTo>
                <a:lnTo>
                  <a:pt x="3080" y="140"/>
                </a:lnTo>
                <a:lnTo>
                  <a:pt x="3080" y="139"/>
                </a:lnTo>
                <a:lnTo>
                  <a:pt x="3080" y="138"/>
                </a:lnTo>
                <a:lnTo>
                  <a:pt x="3081" y="138"/>
                </a:lnTo>
                <a:lnTo>
                  <a:pt x="3081" y="137"/>
                </a:lnTo>
                <a:lnTo>
                  <a:pt x="3082" y="137"/>
                </a:lnTo>
                <a:lnTo>
                  <a:pt x="3083" y="137"/>
                </a:lnTo>
                <a:lnTo>
                  <a:pt x="3084" y="137"/>
                </a:lnTo>
                <a:lnTo>
                  <a:pt x="3085" y="137"/>
                </a:lnTo>
                <a:lnTo>
                  <a:pt x="3085" y="136"/>
                </a:lnTo>
                <a:lnTo>
                  <a:pt x="3086" y="136"/>
                </a:lnTo>
                <a:lnTo>
                  <a:pt x="3087" y="136"/>
                </a:lnTo>
                <a:lnTo>
                  <a:pt x="3088" y="135"/>
                </a:lnTo>
                <a:lnTo>
                  <a:pt x="3088" y="134"/>
                </a:lnTo>
                <a:lnTo>
                  <a:pt x="3088" y="133"/>
                </a:lnTo>
                <a:lnTo>
                  <a:pt x="3089" y="133"/>
                </a:lnTo>
                <a:lnTo>
                  <a:pt x="3089" y="132"/>
                </a:lnTo>
                <a:lnTo>
                  <a:pt x="3090" y="132"/>
                </a:lnTo>
                <a:lnTo>
                  <a:pt x="3091" y="131"/>
                </a:lnTo>
                <a:lnTo>
                  <a:pt x="3092" y="131"/>
                </a:lnTo>
                <a:lnTo>
                  <a:pt x="3092" y="130"/>
                </a:lnTo>
                <a:lnTo>
                  <a:pt x="3092" y="129"/>
                </a:lnTo>
                <a:lnTo>
                  <a:pt x="3093" y="129"/>
                </a:lnTo>
                <a:lnTo>
                  <a:pt x="3094" y="129"/>
                </a:lnTo>
                <a:lnTo>
                  <a:pt x="3095" y="129"/>
                </a:lnTo>
                <a:lnTo>
                  <a:pt x="3096" y="129"/>
                </a:lnTo>
                <a:lnTo>
                  <a:pt x="3098" y="130"/>
                </a:lnTo>
                <a:lnTo>
                  <a:pt x="3098" y="129"/>
                </a:lnTo>
                <a:lnTo>
                  <a:pt x="3099" y="129"/>
                </a:lnTo>
                <a:lnTo>
                  <a:pt x="3099" y="128"/>
                </a:lnTo>
                <a:lnTo>
                  <a:pt x="3099" y="127"/>
                </a:lnTo>
                <a:lnTo>
                  <a:pt x="3099" y="126"/>
                </a:lnTo>
                <a:lnTo>
                  <a:pt x="3100" y="126"/>
                </a:lnTo>
                <a:lnTo>
                  <a:pt x="3100" y="125"/>
                </a:lnTo>
                <a:lnTo>
                  <a:pt x="3100" y="124"/>
                </a:lnTo>
                <a:lnTo>
                  <a:pt x="3101" y="124"/>
                </a:lnTo>
                <a:lnTo>
                  <a:pt x="3101" y="123"/>
                </a:lnTo>
                <a:lnTo>
                  <a:pt x="3102" y="123"/>
                </a:lnTo>
                <a:lnTo>
                  <a:pt x="3102" y="122"/>
                </a:lnTo>
                <a:lnTo>
                  <a:pt x="3103" y="121"/>
                </a:lnTo>
                <a:lnTo>
                  <a:pt x="3104" y="121"/>
                </a:lnTo>
                <a:lnTo>
                  <a:pt x="3104" y="120"/>
                </a:lnTo>
                <a:lnTo>
                  <a:pt x="3105" y="119"/>
                </a:lnTo>
                <a:lnTo>
                  <a:pt x="3106" y="119"/>
                </a:lnTo>
                <a:lnTo>
                  <a:pt x="3106" y="118"/>
                </a:lnTo>
                <a:lnTo>
                  <a:pt x="3107" y="118"/>
                </a:lnTo>
                <a:lnTo>
                  <a:pt x="3108" y="118"/>
                </a:lnTo>
                <a:lnTo>
                  <a:pt x="3108" y="117"/>
                </a:lnTo>
                <a:lnTo>
                  <a:pt x="3109" y="117"/>
                </a:lnTo>
                <a:lnTo>
                  <a:pt x="3110" y="117"/>
                </a:lnTo>
                <a:lnTo>
                  <a:pt x="3110" y="116"/>
                </a:lnTo>
                <a:lnTo>
                  <a:pt x="3111" y="115"/>
                </a:lnTo>
                <a:lnTo>
                  <a:pt x="3111" y="114"/>
                </a:lnTo>
                <a:lnTo>
                  <a:pt x="3110" y="114"/>
                </a:lnTo>
                <a:lnTo>
                  <a:pt x="3110" y="113"/>
                </a:lnTo>
                <a:lnTo>
                  <a:pt x="3110" y="112"/>
                </a:lnTo>
                <a:lnTo>
                  <a:pt x="3110" y="111"/>
                </a:lnTo>
                <a:lnTo>
                  <a:pt x="3110" y="110"/>
                </a:lnTo>
                <a:lnTo>
                  <a:pt x="3111" y="109"/>
                </a:lnTo>
                <a:lnTo>
                  <a:pt x="3112" y="109"/>
                </a:lnTo>
                <a:lnTo>
                  <a:pt x="3113" y="109"/>
                </a:lnTo>
                <a:lnTo>
                  <a:pt x="3115" y="108"/>
                </a:lnTo>
                <a:lnTo>
                  <a:pt x="3116" y="108"/>
                </a:lnTo>
                <a:lnTo>
                  <a:pt x="3116" y="107"/>
                </a:lnTo>
                <a:lnTo>
                  <a:pt x="3116" y="106"/>
                </a:lnTo>
                <a:lnTo>
                  <a:pt x="3116" y="105"/>
                </a:lnTo>
                <a:lnTo>
                  <a:pt x="3116" y="103"/>
                </a:lnTo>
                <a:lnTo>
                  <a:pt x="3116" y="102"/>
                </a:lnTo>
                <a:lnTo>
                  <a:pt x="3116" y="101"/>
                </a:lnTo>
                <a:lnTo>
                  <a:pt x="3116" y="100"/>
                </a:lnTo>
                <a:lnTo>
                  <a:pt x="3117" y="100"/>
                </a:lnTo>
                <a:lnTo>
                  <a:pt x="3117" y="99"/>
                </a:lnTo>
                <a:lnTo>
                  <a:pt x="3118" y="99"/>
                </a:lnTo>
                <a:lnTo>
                  <a:pt x="3118" y="98"/>
                </a:lnTo>
                <a:lnTo>
                  <a:pt x="3119" y="98"/>
                </a:lnTo>
                <a:lnTo>
                  <a:pt x="3120" y="98"/>
                </a:lnTo>
                <a:lnTo>
                  <a:pt x="3120" y="97"/>
                </a:lnTo>
                <a:lnTo>
                  <a:pt x="3121" y="97"/>
                </a:lnTo>
                <a:lnTo>
                  <a:pt x="3122" y="96"/>
                </a:lnTo>
                <a:lnTo>
                  <a:pt x="3122" y="95"/>
                </a:lnTo>
                <a:lnTo>
                  <a:pt x="3123" y="95"/>
                </a:lnTo>
                <a:lnTo>
                  <a:pt x="3123" y="92"/>
                </a:lnTo>
                <a:lnTo>
                  <a:pt x="3123" y="91"/>
                </a:lnTo>
                <a:lnTo>
                  <a:pt x="3123" y="90"/>
                </a:lnTo>
                <a:lnTo>
                  <a:pt x="3124" y="90"/>
                </a:lnTo>
                <a:lnTo>
                  <a:pt x="3124" y="89"/>
                </a:lnTo>
                <a:lnTo>
                  <a:pt x="3124" y="88"/>
                </a:lnTo>
                <a:lnTo>
                  <a:pt x="3125" y="87"/>
                </a:lnTo>
                <a:lnTo>
                  <a:pt x="3125" y="86"/>
                </a:lnTo>
                <a:lnTo>
                  <a:pt x="3126" y="85"/>
                </a:lnTo>
                <a:lnTo>
                  <a:pt x="3127" y="84"/>
                </a:lnTo>
                <a:lnTo>
                  <a:pt x="3127" y="83"/>
                </a:lnTo>
                <a:lnTo>
                  <a:pt x="3128" y="83"/>
                </a:lnTo>
                <a:lnTo>
                  <a:pt x="3129" y="82"/>
                </a:lnTo>
                <a:lnTo>
                  <a:pt x="3130" y="81"/>
                </a:lnTo>
                <a:lnTo>
                  <a:pt x="3131" y="81"/>
                </a:lnTo>
                <a:lnTo>
                  <a:pt x="3131" y="80"/>
                </a:lnTo>
                <a:lnTo>
                  <a:pt x="3132" y="79"/>
                </a:lnTo>
                <a:lnTo>
                  <a:pt x="3132" y="78"/>
                </a:lnTo>
                <a:lnTo>
                  <a:pt x="3132" y="77"/>
                </a:lnTo>
                <a:lnTo>
                  <a:pt x="3133" y="77"/>
                </a:lnTo>
                <a:lnTo>
                  <a:pt x="3134" y="77"/>
                </a:lnTo>
                <a:lnTo>
                  <a:pt x="3134" y="76"/>
                </a:lnTo>
                <a:lnTo>
                  <a:pt x="3135" y="76"/>
                </a:lnTo>
                <a:lnTo>
                  <a:pt x="3135" y="74"/>
                </a:lnTo>
                <a:lnTo>
                  <a:pt x="3135" y="72"/>
                </a:lnTo>
                <a:lnTo>
                  <a:pt x="3135" y="71"/>
                </a:lnTo>
                <a:lnTo>
                  <a:pt x="3136" y="71"/>
                </a:lnTo>
                <a:lnTo>
                  <a:pt x="3136" y="70"/>
                </a:lnTo>
                <a:lnTo>
                  <a:pt x="3137" y="69"/>
                </a:lnTo>
                <a:lnTo>
                  <a:pt x="3137" y="68"/>
                </a:lnTo>
                <a:lnTo>
                  <a:pt x="3138" y="68"/>
                </a:lnTo>
                <a:lnTo>
                  <a:pt x="3139" y="68"/>
                </a:lnTo>
                <a:lnTo>
                  <a:pt x="3139" y="67"/>
                </a:lnTo>
                <a:lnTo>
                  <a:pt x="3140" y="67"/>
                </a:lnTo>
                <a:lnTo>
                  <a:pt x="3141" y="67"/>
                </a:lnTo>
                <a:lnTo>
                  <a:pt x="3141" y="66"/>
                </a:lnTo>
                <a:lnTo>
                  <a:pt x="3142" y="65"/>
                </a:lnTo>
                <a:lnTo>
                  <a:pt x="3142" y="64"/>
                </a:lnTo>
                <a:lnTo>
                  <a:pt x="3143" y="64"/>
                </a:lnTo>
                <a:lnTo>
                  <a:pt x="3144" y="64"/>
                </a:lnTo>
                <a:lnTo>
                  <a:pt x="3144" y="63"/>
                </a:lnTo>
                <a:lnTo>
                  <a:pt x="3145" y="63"/>
                </a:lnTo>
                <a:lnTo>
                  <a:pt x="3146" y="63"/>
                </a:lnTo>
                <a:lnTo>
                  <a:pt x="3147" y="62"/>
                </a:lnTo>
                <a:lnTo>
                  <a:pt x="3147" y="61"/>
                </a:lnTo>
                <a:lnTo>
                  <a:pt x="3147" y="60"/>
                </a:lnTo>
                <a:lnTo>
                  <a:pt x="3148" y="60"/>
                </a:lnTo>
                <a:lnTo>
                  <a:pt x="3147" y="59"/>
                </a:lnTo>
                <a:lnTo>
                  <a:pt x="3147" y="58"/>
                </a:lnTo>
                <a:lnTo>
                  <a:pt x="3148" y="57"/>
                </a:lnTo>
                <a:lnTo>
                  <a:pt x="3148" y="56"/>
                </a:lnTo>
                <a:lnTo>
                  <a:pt x="3148" y="55"/>
                </a:lnTo>
                <a:lnTo>
                  <a:pt x="3149" y="55"/>
                </a:lnTo>
                <a:lnTo>
                  <a:pt x="3150" y="55"/>
                </a:lnTo>
                <a:lnTo>
                  <a:pt x="3151" y="55"/>
                </a:lnTo>
                <a:lnTo>
                  <a:pt x="3151" y="54"/>
                </a:lnTo>
                <a:lnTo>
                  <a:pt x="3152" y="54"/>
                </a:lnTo>
                <a:lnTo>
                  <a:pt x="3152" y="53"/>
                </a:lnTo>
                <a:lnTo>
                  <a:pt x="3152" y="52"/>
                </a:lnTo>
                <a:lnTo>
                  <a:pt x="3152" y="51"/>
                </a:lnTo>
                <a:lnTo>
                  <a:pt x="3152" y="50"/>
                </a:lnTo>
                <a:lnTo>
                  <a:pt x="3152" y="49"/>
                </a:lnTo>
                <a:lnTo>
                  <a:pt x="3151" y="48"/>
                </a:lnTo>
                <a:lnTo>
                  <a:pt x="3151" y="47"/>
                </a:lnTo>
                <a:lnTo>
                  <a:pt x="3152" y="47"/>
                </a:lnTo>
                <a:lnTo>
                  <a:pt x="3153" y="46"/>
                </a:lnTo>
                <a:lnTo>
                  <a:pt x="3153" y="45"/>
                </a:lnTo>
                <a:lnTo>
                  <a:pt x="3154" y="44"/>
                </a:lnTo>
                <a:lnTo>
                  <a:pt x="3155" y="43"/>
                </a:lnTo>
                <a:lnTo>
                  <a:pt x="3155" y="42"/>
                </a:lnTo>
                <a:lnTo>
                  <a:pt x="3155" y="41"/>
                </a:lnTo>
                <a:lnTo>
                  <a:pt x="3158" y="39"/>
                </a:lnTo>
                <a:lnTo>
                  <a:pt x="3159" y="39"/>
                </a:lnTo>
                <a:lnTo>
                  <a:pt x="3160" y="38"/>
                </a:lnTo>
                <a:lnTo>
                  <a:pt x="3162" y="36"/>
                </a:lnTo>
                <a:lnTo>
                  <a:pt x="3163" y="35"/>
                </a:lnTo>
                <a:lnTo>
                  <a:pt x="3163" y="34"/>
                </a:lnTo>
                <a:lnTo>
                  <a:pt x="3164" y="34"/>
                </a:lnTo>
                <a:lnTo>
                  <a:pt x="3164" y="33"/>
                </a:lnTo>
                <a:lnTo>
                  <a:pt x="3164" y="32"/>
                </a:lnTo>
                <a:lnTo>
                  <a:pt x="3165" y="32"/>
                </a:lnTo>
                <a:lnTo>
                  <a:pt x="3166" y="32"/>
                </a:lnTo>
                <a:lnTo>
                  <a:pt x="3167" y="32"/>
                </a:lnTo>
                <a:lnTo>
                  <a:pt x="3168" y="32"/>
                </a:lnTo>
                <a:lnTo>
                  <a:pt x="3168" y="31"/>
                </a:lnTo>
                <a:lnTo>
                  <a:pt x="3167" y="30"/>
                </a:lnTo>
                <a:lnTo>
                  <a:pt x="3166" y="29"/>
                </a:lnTo>
                <a:lnTo>
                  <a:pt x="3166" y="28"/>
                </a:lnTo>
                <a:lnTo>
                  <a:pt x="3165" y="28"/>
                </a:lnTo>
                <a:lnTo>
                  <a:pt x="3164" y="27"/>
                </a:lnTo>
                <a:lnTo>
                  <a:pt x="3165" y="26"/>
                </a:lnTo>
                <a:lnTo>
                  <a:pt x="3166" y="26"/>
                </a:lnTo>
                <a:lnTo>
                  <a:pt x="3166" y="25"/>
                </a:lnTo>
                <a:lnTo>
                  <a:pt x="3167" y="25"/>
                </a:lnTo>
                <a:lnTo>
                  <a:pt x="3168" y="25"/>
                </a:lnTo>
                <a:lnTo>
                  <a:pt x="3169" y="24"/>
                </a:lnTo>
                <a:lnTo>
                  <a:pt x="3170" y="24"/>
                </a:lnTo>
                <a:lnTo>
                  <a:pt x="3170" y="23"/>
                </a:lnTo>
                <a:lnTo>
                  <a:pt x="3171" y="23"/>
                </a:lnTo>
                <a:lnTo>
                  <a:pt x="3172" y="23"/>
                </a:lnTo>
                <a:lnTo>
                  <a:pt x="3172" y="22"/>
                </a:lnTo>
                <a:lnTo>
                  <a:pt x="3171" y="21"/>
                </a:lnTo>
                <a:lnTo>
                  <a:pt x="3171" y="20"/>
                </a:lnTo>
                <a:lnTo>
                  <a:pt x="3172" y="20"/>
                </a:lnTo>
                <a:lnTo>
                  <a:pt x="3173" y="21"/>
                </a:lnTo>
                <a:lnTo>
                  <a:pt x="3174" y="21"/>
                </a:lnTo>
                <a:lnTo>
                  <a:pt x="3175" y="21"/>
                </a:lnTo>
                <a:lnTo>
                  <a:pt x="3176" y="21"/>
                </a:lnTo>
                <a:lnTo>
                  <a:pt x="3177" y="21"/>
                </a:lnTo>
                <a:lnTo>
                  <a:pt x="3178" y="21"/>
                </a:lnTo>
                <a:lnTo>
                  <a:pt x="3178" y="20"/>
                </a:lnTo>
                <a:lnTo>
                  <a:pt x="3179" y="20"/>
                </a:lnTo>
                <a:lnTo>
                  <a:pt x="3179" y="19"/>
                </a:lnTo>
                <a:lnTo>
                  <a:pt x="3180" y="18"/>
                </a:lnTo>
                <a:lnTo>
                  <a:pt x="3181" y="18"/>
                </a:lnTo>
                <a:lnTo>
                  <a:pt x="3182" y="18"/>
                </a:lnTo>
                <a:lnTo>
                  <a:pt x="3183" y="18"/>
                </a:lnTo>
                <a:lnTo>
                  <a:pt x="3184" y="19"/>
                </a:lnTo>
                <a:lnTo>
                  <a:pt x="3185" y="19"/>
                </a:lnTo>
                <a:lnTo>
                  <a:pt x="3186" y="19"/>
                </a:lnTo>
                <a:lnTo>
                  <a:pt x="3187" y="18"/>
                </a:lnTo>
                <a:lnTo>
                  <a:pt x="3189" y="18"/>
                </a:lnTo>
                <a:lnTo>
                  <a:pt x="3190" y="18"/>
                </a:lnTo>
                <a:lnTo>
                  <a:pt x="3192" y="18"/>
                </a:lnTo>
                <a:lnTo>
                  <a:pt x="3193" y="18"/>
                </a:lnTo>
                <a:lnTo>
                  <a:pt x="3193" y="17"/>
                </a:lnTo>
                <a:lnTo>
                  <a:pt x="3194" y="15"/>
                </a:lnTo>
                <a:lnTo>
                  <a:pt x="3195" y="15"/>
                </a:lnTo>
                <a:lnTo>
                  <a:pt x="3195" y="14"/>
                </a:lnTo>
                <a:lnTo>
                  <a:pt x="3196" y="14"/>
                </a:lnTo>
                <a:lnTo>
                  <a:pt x="3197" y="14"/>
                </a:lnTo>
                <a:lnTo>
                  <a:pt x="3198" y="14"/>
                </a:lnTo>
                <a:lnTo>
                  <a:pt x="3198" y="15"/>
                </a:lnTo>
                <a:lnTo>
                  <a:pt x="3199" y="15"/>
                </a:lnTo>
                <a:lnTo>
                  <a:pt x="3200" y="15"/>
                </a:lnTo>
                <a:lnTo>
                  <a:pt x="3201" y="15"/>
                </a:lnTo>
                <a:lnTo>
                  <a:pt x="3201" y="16"/>
                </a:lnTo>
                <a:lnTo>
                  <a:pt x="3201" y="17"/>
                </a:lnTo>
                <a:lnTo>
                  <a:pt x="3201" y="18"/>
                </a:lnTo>
                <a:lnTo>
                  <a:pt x="3202" y="18"/>
                </a:lnTo>
                <a:lnTo>
                  <a:pt x="3202" y="19"/>
                </a:lnTo>
                <a:lnTo>
                  <a:pt x="3203" y="19"/>
                </a:lnTo>
                <a:lnTo>
                  <a:pt x="3204" y="19"/>
                </a:lnTo>
                <a:lnTo>
                  <a:pt x="3204" y="18"/>
                </a:lnTo>
                <a:lnTo>
                  <a:pt x="3205" y="18"/>
                </a:lnTo>
                <a:lnTo>
                  <a:pt x="3205" y="17"/>
                </a:lnTo>
                <a:lnTo>
                  <a:pt x="3206" y="17"/>
                </a:lnTo>
                <a:lnTo>
                  <a:pt x="3207" y="17"/>
                </a:lnTo>
                <a:lnTo>
                  <a:pt x="3208" y="17"/>
                </a:lnTo>
                <a:lnTo>
                  <a:pt x="3209" y="17"/>
                </a:lnTo>
                <a:lnTo>
                  <a:pt x="3209" y="16"/>
                </a:lnTo>
                <a:lnTo>
                  <a:pt x="3212" y="16"/>
                </a:lnTo>
                <a:lnTo>
                  <a:pt x="3213" y="16"/>
                </a:lnTo>
                <a:lnTo>
                  <a:pt x="3214" y="16"/>
                </a:lnTo>
                <a:lnTo>
                  <a:pt x="3215" y="16"/>
                </a:lnTo>
                <a:lnTo>
                  <a:pt x="3216" y="16"/>
                </a:lnTo>
                <a:lnTo>
                  <a:pt x="3217" y="15"/>
                </a:lnTo>
                <a:lnTo>
                  <a:pt x="3217" y="14"/>
                </a:lnTo>
                <a:lnTo>
                  <a:pt x="3218" y="13"/>
                </a:lnTo>
                <a:lnTo>
                  <a:pt x="3219" y="13"/>
                </a:lnTo>
                <a:lnTo>
                  <a:pt x="3220" y="13"/>
                </a:lnTo>
                <a:lnTo>
                  <a:pt x="3221" y="13"/>
                </a:lnTo>
                <a:lnTo>
                  <a:pt x="3222" y="13"/>
                </a:lnTo>
                <a:lnTo>
                  <a:pt x="3222" y="12"/>
                </a:lnTo>
                <a:lnTo>
                  <a:pt x="3223" y="12"/>
                </a:lnTo>
                <a:lnTo>
                  <a:pt x="3223" y="11"/>
                </a:lnTo>
                <a:lnTo>
                  <a:pt x="3224" y="10"/>
                </a:lnTo>
                <a:lnTo>
                  <a:pt x="3225" y="10"/>
                </a:lnTo>
                <a:lnTo>
                  <a:pt x="3225" y="9"/>
                </a:lnTo>
                <a:lnTo>
                  <a:pt x="3226" y="8"/>
                </a:lnTo>
                <a:lnTo>
                  <a:pt x="3226" y="6"/>
                </a:lnTo>
                <a:lnTo>
                  <a:pt x="3227" y="5"/>
                </a:lnTo>
                <a:lnTo>
                  <a:pt x="3228" y="5"/>
                </a:lnTo>
                <a:lnTo>
                  <a:pt x="3229" y="5"/>
                </a:lnTo>
                <a:lnTo>
                  <a:pt x="3230" y="5"/>
                </a:lnTo>
                <a:lnTo>
                  <a:pt x="3231" y="4"/>
                </a:lnTo>
                <a:lnTo>
                  <a:pt x="3232" y="4"/>
                </a:lnTo>
                <a:lnTo>
                  <a:pt x="3233" y="5"/>
                </a:lnTo>
                <a:lnTo>
                  <a:pt x="3235" y="5"/>
                </a:lnTo>
                <a:lnTo>
                  <a:pt x="3236" y="5"/>
                </a:lnTo>
                <a:lnTo>
                  <a:pt x="3237" y="5"/>
                </a:lnTo>
                <a:lnTo>
                  <a:pt x="3238" y="5"/>
                </a:lnTo>
                <a:lnTo>
                  <a:pt x="3238" y="4"/>
                </a:lnTo>
                <a:lnTo>
                  <a:pt x="3238" y="3"/>
                </a:lnTo>
                <a:lnTo>
                  <a:pt x="3239" y="3"/>
                </a:lnTo>
                <a:lnTo>
                  <a:pt x="3240" y="3"/>
                </a:lnTo>
                <a:lnTo>
                  <a:pt x="3241" y="3"/>
                </a:lnTo>
                <a:lnTo>
                  <a:pt x="3242" y="3"/>
                </a:lnTo>
                <a:lnTo>
                  <a:pt x="3244" y="2"/>
                </a:lnTo>
                <a:lnTo>
                  <a:pt x="3245" y="1"/>
                </a:lnTo>
                <a:lnTo>
                  <a:pt x="3246" y="0"/>
                </a:lnTo>
                <a:lnTo>
                  <a:pt x="3247" y="0"/>
                </a:lnTo>
                <a:lnTo>
                  <a:pt x="3248" y="0"/>
                </a:lnTo>
                <a:lnTo>
                  <a:pt x="3248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9" name=""/>
          <p:cNvSpPr/>
          <p:nvPr/>
        </p:nvSpPr>
        <p:spPr>
          <a:xfrm>
            <a:off x="8526240" y="12254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3960">
            <a:solidFill>
              <a:srgbClr val="FFFFFF"/>
            </a:solidFill>
            <a:round/>
          </a:ln>
        </p:spPr>
        <p:txBody>
          <a:bodyPr lIns="1800" tIns="-1800" rIns="18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0" name=""/>
          <p:cNvSpPr/>
          <p:nvPr/>
        </p:nvSpPr>
        <p:spPr>
          <a:xfrm>
            <a:off x="8526240" y="12254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3960">
            <a:solidFill>
              <a:srgbClr val="FFFFFF"/>
            </a:solidFill>
            <a:round/>
          </a:ln>
        </p:spPr>
        <p:txBody>
          <a:bodyPr lIns="1800" tIns="-1800" rIns="18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1" name=""/>
          <p:cNvSpPr/>
          <p:nvPr/>
        </p:nvSpPr>
        <p:spPr>
          <a:xfrm>
            <a:off x="8526240" y="12254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3960">
            <a:solidFill>
              <a:srgbClr val="FFFFFF"/>
            </a:solidFill>
            <a:round/>
          </a:ln>
        </p:spPr>
        <p:txBody>
          <a:bodyPr lIns="1800" tIns="-1800" rIns="18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2" name=""/>
          <p:cNvSpPr/>
          <p:nvPr/>
        </p:nvSpPr>
        <p:spPr>
          <a:xfrm>
            <a:off x="8526240" y="12250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3" name=""/>
          <p:cNvSpPr/>
          <p:nvPr/>
        </p:nvSpPr>
        <p:spPr>
          <a:xfrm>
            <a:off x="8534160" y="1209240"/>
            <a:ext cx="0" cy="1800"/>
          </a:xfrm>
          <a:custGeom>
            <a:avLst/>
            <a:gdLst/>
            <a:ahLst/>
            <a:rect l="0" t="0" r="r" b="b"/>
            <a:pathLst>
              <a:path w="0" h="5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4" name=""/>
          <p:cNvSpPr/>
          <p:nvPr/>
        </p:nvSpPr>
        <p:spPr>
          <a:xfrm>
            <a:off x="8534160" y="12110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800" rIns="18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5" name=""/>
          <p:cNvSpPr/>
          <p:nvPr/>
        </p:nvSpPr>
        <p:spPr>
          <a:xfrm>
            <a:off x="8540280" y="1197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6" name=""/>
          <p:cNvSpPr/>
          <p:nvPr/>
        </p:nvSpPr>
        <p:spPr>
          <a:xfrm>
            <a:off x="8539920" y="11966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7" name=""/>
          <p:cNvSpPr/>
          <p:nvPr/>
        </p:nvSpPr>
        <p:spPr>
          <a:xfrm>
            <a:off x="8541360" y="119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8" name=""/>
          <p:cNvSpPr/>
          <p:nvPr/>
        </p:nvSpPr>
        <p:spPr>
          <a:xfrm>
            <a:off x="8521200" y="1137600"/>
            <a:ext cx="84960" cy="99360"/>
          </a:xfrm>
          <a:custGeom>
            <a:avLst/>
            <a:gdLst/>
            <a:ahLst/>
            <a:rect l="0" t="0" r="r" b="b"/>
            <a:pathLst>
              <a:path w="236" h="276">
                <a:moveTo>
                  <a:pt x="14" y="245"/>
                </a:moveTo>
                <a:lnTo>
                  <a:pt x="13" y="245"/>
                </a:lnTo>
                <a:lnTo>
                  <a:pt x="13" y="246"/>
                </a:lnTo>
                <a:lnTo>
                  <a:pt x="14" y="246"/>
                </a:lnTo>
                <a:lnTo>
                  <a:pt x="14" y="248"/>
                </a:lnTo>
                <a:lnTo>
                  <a:pt x="14" y="249"/>
                </a:lnTo>
                <a:lnTo>
                  <a:pt x="15" y="249"/>
                </a:lnTo>
                <a:lnTo>
                  <a:pt x="16" y="249"/>
                </a:lnTo>
                <a:lnTo>
                  <a:pt x="15" y="249"/>
                </a:lnTo>
                <a:lnTo>
                  <a:pt x="15" y="250"/>
                </a:lnTo>
                <a:lnTo>
                  <a:pt x="14" y="250"/>
                </a:lnTo>
                <a:lnTo>
                  <a:pt x="14" y="251"/>
                </a:lnTo>
                <a:lnTo>
                  <a:pt x="15" y="251"/>
                </a:lnTo>
                <a:lnTo>
                  <a:pt x="14" y="252"/>
                </a:lnTo>
                <a:lnTo>
                  <a:pt x="15" y="252"/>
                </a:lnTo>
                <a:lnTo>
                  <a:pt x="15" y="251"/>
                </a:lnTo>
                <a:lnTo>
                  <a:pt x="16" y="251"/>
                </a:lnTo>
                <a:lnTo>
                  <a:pt x="16" y="250"/>
                </a:lnTo>
                <a:lnTo>
                  <a:pt x="17" y="249"/>
                </a:lnTo>
                <a:lnTo>
                  <a:pt x="17" y="248"/>
                </a:lnTo>
                <a:lnTo>
                  <a:pt x="18" y="248"/>
                </a:lnTo>
                <a:lnTo>
                  <a:pt x="18" y="247"/>
                </a:lnTo>
                <a:lnTo>
                  <a:pt x="20" y="246"/>
                </a:lnTo>
                <a:lnTo>
                  <a:pt x="20" y="245"/>
                </a:lnTo>
                <a:lnTo>
                  <a:pt x="21" y="245"/>
                </a:lnTo>
                <a:lnTo>
                  <a:pt x="22" y="245"/>
                </a:lnTo>
                <a:lnTo>
                  <a:pt x="22" y="244"/>
                </a:lnTo>
                <a:lnTo>
                  <a:pt x="22" y="243"/>
                </a:lnTo>
                <a:lnTo>
                  <a:pt x="22" y="242"/>
                </a:lnTo>
                <a:lnTo>
                  <a:pt x="22" y="241"/>
                </a:lnTo>
                <a:lnTo>
                  <a:pt x="22" y="240"/>
                </a:lnTo>
                <a:lnTo>
                  <a:pt x="21" y="240"/>
                </a:lnTo>
                <a:lnTo>
                  <a:pt x="21" y="239"/>
                </a:lnTo>
                <a:lnTo>
                  <a:pt x="22" y="239"/>
                </a:lnTo>
                <a:lnTo>
                  <a:pt x="22" y="238"/>
                </a:lnTo>
                <a:lnTo>
                  <a:pt x="22" y="240"/>
                </a:lnTo>
                <a:lnTo>
                  <a:pt x="22" y="241"/>
                </a:lnTo>
                <a:lnTo>
                  <a:pt x="23" y="241"/>
                </a:lnTo>
                <a:lnTo>
                  <a:pt x="23" y="240"/>
                </a:lnTo>
                <a:lnTo>
                  <a:pt x="23" y="239"/>
                </a:lnTo>
                <a:lnTo>
                  <a:pt x="23" y="238"/>
                </a:lnTo>
                <a:lnTo>
                  <a:pt x="23" y="237"/>
                </a:lnTo>
                <a:lnTo>
                  <a:pt x="23" y="236"/>
                </a:lnTo>
                <a:lnTo>
                  <a:pt x="24" y="236"/>
                </a:lnTo>
                <a:lnTo>
                  <a:pt x="24" y="233"/>
                </a:lnTo>
                <a:lnTo>
                  <a:pt x="24" y="232"/>
                </a:lnTo>
                <a:lnTo>
                  <a:pt x="23" y="231"/>
                </a:lnTo>
                <a:lnTo>
                  <a:pt x="23" y="230"/>
                </a:lnTo>
                <a:lnTo>
                  <a:pt x="22" y="230"/>
                </a:lnTo>
                <a:lnTo>
                  <a:pt x="22" y="229"/>
                </a:lnTo>
                <a:lnTo>
                  <a:pt x="21" y="228"/>
                </a:lnTo>
                <a:lnTo>
                  <a:pt x="20" y="228"/>
                </a:lnTo>
                <a:lnTo>
                  <a:pt x="20" y="227"/>
                </a:lnTo>
                <a:lnTo>
                  <a:pt x="19" y="227"/>
                </a:lnTo>
                <a:lnTo>
                  <a:pt x="19" y="228"/>
                </a:lnTo>
                <a:lnTo>
                  <a:pt x="18" y="228"/>
                </a:lnTo>
                <a:lnTo>
                  <a:pt x="18" y="227"/>
                </a:lnTo>
                <a:lnTo>
                  <a:pt x="17" y="227"/>
                </a:lnTo>
                <a:lnTo>
                  <a:pt x="17" y="226"/>
                </a:lnTo>
                <a:lnTo>
                  <a:pt x="16" y="225"/>
                </a:lnTo>
                <a:lnTo>
                  <a:pt x="16" y="224"/>
                </a:lnTo>
                <a:lnTo>
                  <a:pt x="17" y="224"/>
                </a:lnTo>
                <a:lnTo>
                  <a:pt x="17" y="223"/>
                </a:lnTo>
                <a:lnTo>
                  <a:pt x="17" y="222"/>
                </a:lnTo>
                <a:lnTo>
                  <a:pt x="17" y="220"/>
                </a:lnTo>
                <a:lnTo>
                  <a:pt x="18" y="220"/>
                </a:lnTo>
                <a:lnTo>
                  <a:pt x="18" y="219"/>
                </a:lnTo>
                <a:lnTo>
                  <a:pt x="18" y="218"/>
                </a:lnTo>
                <a:lnTo>
                  <a:pt x="19" y="218"/>
                </a:lnTo>
                <a:lnTo>
                  <a:pt x="19" y="217"/>
                </a:lnTo>
                <a:lnTo>
                  <a:pt x="19" y="216"/>
                </a:lnTo>
                <a:lnTo>
                  <a:pt x="20" y="216"/>
                </a:lnTo>
                <a:lnTo>
                  <a:pt x="20" y="215"/>
                </a:lnTo>
                <a:lnTo>
                  <a:pt x="20" y="214"/>
                </a:lnTo>
                <a:lnTo>
                  <a:pt x="21" y="214"/>
                </a:lnTo>
                <a:lnTo>
                  <a:pt x="22" y="213"/>
                </a:lnTo>
                <a:lnTo>
                  <a:pt x="22" y="212"/>
                </a:lnTo>
                <a:lnTo>
                  <a:pt x="23" y="211"/>
                </a:lnTo>
                <a:lnTo>
                  <a:pt x="23" y="210"/>
                </a:lnTo>
                <a:lnTo>
                  <a:pt x="24" y="209"/>
                </a:lnTo>
                <a:lnTo>
                  <a:pt x="24" y="208"/>
                </a:lnTo>
                <a:lnTo>
                  <a:pt x="24" y="207"/>
                </a:lnTo>
                <a:lnTo>
                  <a:pt x="24" y="206"/>
                </a:lnTo>
                <a:lnTo>
                  <a:pt x="25" y="206"/>
                </a:lnTo>
                <a:lnTo>
                  <a:pt x="25" y="205"/>
                </a:lnTo>
                <a:lnTo>
                  <a:pt x="26" y="205"/>
                </a:lnTo>
                <a:lnTo>
                  <a:pt x="26" y="204"/>
                </a:lnTo>
                <a:lnTo>
                  <a:pt x="27" y="204"/>
                </a:lnTo>
                <a:lnTo>
                  <a:pt x="27" y="203"/>
                </a:lnTo>
                <a:lnTo>
                  <a:pt x="28" y="203"/>
                </a:lnTo>
                <a:lnTo>
                  <a:pt x="28" y="202"/>
                </a:lnTo>
                <a:lnTo>
                  <a:pt x="28" y="201"/>
                </a:lnTo>
                <a:lnTo>
                  <a:pt x="29" y="201"/>
                </a:lnTo>
                <a:lnTo>
                  <a:pt x="29" y="200"/>
                </a:lnTo>
                <a:lnTo>
                  <a:pt x="29" y="199"/>
                </a:lnTo>
                <a:lnTo>
                  <a:pt x="29" y="198"/>
                </a:lnTo>
                <a:lnTo>
                  <a:pt x="30" y="198"/>
                </a:lnTo>
                <a:lnTo>
                  <a:pt x="30" y="197"/>
                </a:lnTo>
                <a:lnTo>
                  <a:pt x="31" y="197"/>
                </a:lnTo>
                <a:lnTo>
                  <a:pt x="31" y="196"/>
                </a:lnTo>
                <a:lnTo>
                  <a:pt x="32" y="196"/>
                </a:lnTo>
                <a:lnTo>
                  <a:pt x="33" y="196"/>
                </a:lnTo>
                <a:lnTo>
                  <a:pt x="33" y="195"/>
                </a:lnTo>
                <a:lnTo>
                  <a:pt x="34" y="195"/>
                </a:lnTo>
                <a:lnTo>
                  <a:pt x="34" y="196"/>
                </a:lnTo>
                <a:lnTo>
                  <a:pt x="33" y="196"/>
                </a:lnTo>
                <a:lnTo>
                  <a:pt x="32" y="196"/>
                </a:lnTo>
                <a:lnTo>
                  <a:pt x="32" y="197"/>
                </a:lnTo>
                <a:lnTo>
                  <a:pt x="33" y="196"/>
                </a:lnTo>
                <a:lnTo>
                  <a:pt x="34" y="196"/>
                </a:lnTo>
                <a:lnTo>
                  <a:pt x="34" y="197"/>
                </a:lnTo>
                <a:lnTo>
                  <a:pt x="35" y="197"/>
                </a:lnTo>
                <a:lnTo>
                  <a:pt x="35" y="196"/>
                </a:lnTo>
                <a:lnTo>
                  <a:pt x="35" y="195"/>
                </a:lnTo>
                <a:lnTo>
                  <a:pt x="35" y="193"/>
                </a:lnTo>
                <a:lnTo>
                  <a:pt x="35" y="192"/>
                </a:lnTo>
                <a:lnTo>
                  <a:pt x="36" y="192"/>
                </a:lnTo>
                <a:lnTo>
                  <a:pt x="36" y="191"/>
                </a:lnTo>
                <a:lnTo>
                  <a:pt x="36" y="190"/>
                </a:lnTo>
                <a:lnTo>
                  <a:pt x="37" y="190"/>
                </a:lnTo>
                <a:lnTo>
                  <a:pt x="37" y="189"/>
                </a:lnTo>
                <a:lnTo>
                  <a:pt x="38" y="189"/>
                </a:lnTo>
                <a:lnTo>
                  <a:pt x="38" y="188"/>
                </a:lnTo>
                <a:lnTo>
                  <a:pt x="39" y="187"/>
                </a:lnTo>
                <a:lnTo>
                  <a:pt x="40" y="187"/>
                </a:lnTo>
                <a:lnTo>
                  <a:pt x="40" y="186"/>
                </a:lnTo>
                <a:lnTo>
                  <a:pt x="41" y="186"/>
                </a:lnTo>
                <a:lnTo>
                  <a:pt x="42" y="186"/>
                </a:lnTo>
                <a:lnTo>
                  <a:pt x="42" y="185"/>
                </a:lnTo>
                <a:lnTo>
                  <a:pt x="43" y="185"/>
                </a:lnTo>
                <a:lnTo>
                  <a:pt x="43" y="184"/>
                </a:lnTo>
                <a:lnTo>
                  <a:pt x="42" y="184"/>
                </a:lnTo>
                <a:lnTo>
                  <a:pt x="42" y="183"/>
                </a:lnTo>
                <a:lnTo>
                  <a:pt x="42" y="184"/>
                </a:lnTo>
                <a:lnTo>
                  <a:pt x="41" y="184"/>
                </a:lnTo>
                <a:lnTo>
                  <a:pt x="41" y="183"/>
                </a:lnTo>
                <a:lnTo>
                  <a:pt x="42" y="183"/>
                </a:lnTo>
                <a:lnTo>
                  <a:pt x="41" y="183"/>
                </a:lnTo>
                <a:lnTo>
                  <a:pt x="41" y="182"/>
                </a:lnTo>
                <a:lnTo>
                  <a:pt x="42" y="182"/>
                </a:lnTo>
                <a:lnTo>
                  <a:pt x="42" y="181"/>
                </a:lnTo>
                <a:lnTo>
                  <a:pt x="42" y="180"/>
                </a:lnTo>
                <a:lnTo>
                  <a:pt x="43" y="180"/>
                </a:lnTo>
                <a:lnTo>
                  <a:pt x="43" y="179"/>
                </a:lnTo>
                <a:lnTo>
                  <a:pt x="44" y="179"/>
                </a:lnTo>
                <a:lnTo>
                  <a:pt x="44" y="178"/>
                </a:lnTo>
                <a:lnTo>
                  <a:pt x="44" y="177"/>
                </a:lnTo>
                <a:lnTo>
                  <a:pt x="45" y="177"/>
                </a:lnTo>
                <a:lnTo>
                  <a:pt x="45" y="176"/>
                </a:lnTo>
                <a:lnTo>
                  <a:pt x="46" y="176"/>
                </a:lnTo>
                <a:lnTo>
                  <a:pt x="46" y="175"/>
                </a:lnTo>
                <a:lnTo>
                  <a:pt x="46" y="174"/>
                </a:lnTo>
                <a:lnTo>
                  <a:pt x="47" y="174"/>
                </a:lnTo>
                <a:lnTo>
                  <a:pt x="47" y="173"/>
                </a:lnTo>
                <a:lnTo>
                  <a:pt x="48" y="173"/>
                </a:lnTo>
                <a:lnTo>
                  <a:pt x="48" y="172"/>
                </a:lnTo>
                <a:lnTo>
                  <a:pt x="48" y="171"/>
                </a:lnTo>
                <a:lnTo>
                  <a:pt x="49" y="171"/>
                </a:lnTo>
                <a:lnTo>
                  <a:pt x="49" y="170"/>
                </a:lnTo>
                <a:lnTo>
                  <a:pt x="50" y="170"/>
                </a:lnTo>
                <a:lnTo>
                  <a:pt x="50" y="169"/>
                </a:lnTo>
                <a:lnTo>
                  <a:pt x="51" y="169"/>
                </a:lnTo>
                <a:lnTo>
                  <a:pt x="51" y="168"/>
                </a:lnTo>
                <a:lnTo>
                  <a:pt x="52" y="168"/>
                </a:lnTo>
                <a:lnTo>
                  <a:pt x="52" y="167"/>
                </a:lnTo>
                <a:lnTo>
                  <a:pt x="52" y="168"/>
                </a:lnTo>
                <a:lnTo>
                  <a:pt x="53" y="168"/>
                </a:lnTo>
                <a:lnTo>
                  <a:pt x="54" y="168"/>
                </a:lnTo>
                <a:lnTo>
                  <a:pt x="54" y="167"/>
                </a:lnTo>
                <a:lnTo>
                  <a:pt x="55" y="167"/>
                </a:lnTo>
                <a:lnTo>
                  <a:pt x="56" y="166"/>
                </a:lnTo>
                <a:lnTo>
                  <a:pt x="57" y="166"/>
                </a:lnTo>
                <a:lnTo>
                  <a:pt x="57" y="165"/>
                </a:lnTo>
                <a:lnTo>
                  <a:pt x="58" y="165"/>
                </a:lnTo>
                <a:lnTo>
                  <a:pt x="58" y="164"/>
                </a:lnTo>
                <a:lnTo>
                  <a:pt x="59" y="164"/>
                </a:lnTo>
                <a:lnTo>
                  <a:pt x="59" y="163"/>
                </a:lnTo>
                <a:lnTo>
                  <a:pt x="60" y="163"/>
                </a:lnTo>
                <a:lnTo>
                  <a:pt x="60" y="162"/>
                </a:lnTo>
                <a:lnTo>
                  <a:pt x="61" y="162"/>
                </a:lnTo>
                <a:lnTo>
                  <a:pt x="62" y="162"/>
                </a:lnTo>
                <a:lnTo>
                  <a:pt x="62" y="161"/>
                </a:lnTo>
                <a:lnTo>
                  <a:pt x="62" y="162"/>
                </a:lnTo>
                <a:lnTo>
                  <a:pt x="61" y="162"/>
                </a:lnTo>
                <a:lnTo>
                  <a:pt x="62" y="162"/>
                </a:lnTo>
                <a:lnTo>
                  <a:pt x="62" y="161"/>
                </a:lnTo>
                <a:lnTo>
                  <a:pt x="62" y="160"/>
                </a:lnTo>
                <a:lnTo>
                  <a:pt x="63" y="161"/>
                </a:lnTo>
                <a:lnTo>
                  <a:pt x="63" y="160"/>
                </a:lnTo>
                <a:lnTo>
                  <a:pt x="64" y="160"/>
                </a:lnTo>
                <a:lnTo>
                  <a:pt x="64" y="159"/>
                </a:lnTo>
                <a:lnTo>
                  <a:pt x="64" y="160"/>
                </a:lnTo>
                <a:lnTo>
                  <a:pt x="64" y="159"/>
                </a:lnTo>
                <a:lnTo>
                  <a:pt x="65" y="159"/>
                </a:lnTo>
                <a:lnTo>
                  <a:pt x="65" y="158"/>
                </a:lnTo>
                <a:lnTo>
                  <a:pt x="65" y="157"/>
                </a:lnTo>
                <a:lnTo>
                  <a:pt x="65" y="156"/>
                </a:lnTo>
                <a:lnTo>
                  <a:pt x="65" y="155"/>
                </a:lnTo>
                <a:lnTo>
                  <a:pt x="65" y="154"/>
                </a:lnTo>
                <a:lnTo>
                  <a:pt x="65" y="153"/>
                </a:lnTo>
                <a:lnTo>
                  <a:pt x="65" y="152"/>
                </a:lnTo>
                <a:lnTo>
                  <a:pt x="65" y="151"/>
                </a:lnTo>
                <a:lnTo>
                  <a:pt x="65" y="150"/>
                </a:lnTo>
                <a:lnTo>
                  <a:pt x="65" y="149"/>
                </a:lnTo>
                <a:lnTo>
                  <a:pt x="64" y="149"/>
                </a:lnTo>
                <a:lnTo>
                  <a:pt x="65" y="149"/>
                </a:lnTo>
                <a:lnTo>
                  <a:pt x="65" y="148"/>
                </a:lnTo>
                <a:lnTo>
                  <a:pt x="66" y="148"/>
                </a:lnTo>
                <a:lnTo>
                  <a:pt x="66" y="147"/>
                </a:lnTo>
                <a:lnTo>
                  <a:pt x="66" y="146"/>
                </a:lnTo>
                <a:lnTo>
                  <a:pt x="67" y="146"/>
                </a:lnTo>
                <a:lnTo>
                  <a:pt x="67" y="145"/>
                </a:lnTo>
                <a:lnTo>
                  <a:pt x="68" y="144"/>
                </a:lnTo>
                <a:lnTo>
                  <a:pt x="69" y="144"/>
                </a:lnTo>
                <a:lnTo>
                  <a:pt x="69" y="143"/>
                </a:lnTo>
                <a:lnTo>
                  <a:pt x="70" y="143"/>
                </a:lnTo>
                <a:lnTo>
                  <a:pt x="70" y="142"/>
                </a:lnTo>
                <a:lnTo>
                  <a:pt x="71" y="142"/>
                </a:lnTo>
                <a:lnTo>
                  <a:pt x="71" y="141"/>
                </a:lnTo>
                <a:lnTo>
                  <a:pt x="72" y="141"/>
                </a:lnTo>
                <a:lnTo>
                  <a:pt x="72" y="140"/>
                </a:lnTo>
                <a:lnTo>
                  <a:pt x="73" y="140"/>
                </a:lnTo>
                <a:lnTo>
                  <a:pt x="73" y="139"/>
                </a:lnTo>
                <a:lnTo>
                  <a:pt x="74" y="139"/>
                </a:lnTo>
                <a:lnTo>
                  <a:pt x="74" y="138"/>
                </a:lnTo>
                <a:lnTo>
                  <a:pt x="75" y="137"/>
                </a:lnTo>
                <a:lnTo>
                  <a:pt x="76" y="136"/>
                </a:lnTo>
                <a:lnTo>
                  <a:pt x="77" y="136"/>
                </a:lnTo>
                <a:lnTo>
                  <a:pt x="77" y="135"/>
                </a:lnTo>
                <a:lnTo>
                  <a:pt x="78" y="134"/>
                </a:lnTo>
                <a:lnTo>
                  <a:pt x="78" y="133"/>
                </a:lnTo>
                <a:lnTo>
                  <a:pt x="79" y="133"/>
                </a:lnTo>
                <a:lnTo>
                  <a:pt x="79" y="132"/>
                </a:lnTo>
                <a:lnTo>
                  <a:pt x="80" y="132"/>
                </a:lnTo>
                <a:lnTo>
                  <a:pt x="80" y="131"/>
                </a:lnTo>
                <a:lnTo>
                  <a:pt x="81" y="130"/>
                </a:lnTo>
                <a:lnTo>
                  <a:pt x="81" y="129"/>
                </a:lnTo>
                <a:lnTo>
                  <a:pt x="82" y="128"/>
                </a:lnTo>
                <a:lnTo>
                  <a:pt x="82" y="127"/>
                </a:lnTo>
                <a:lnTo>
                  <a:pt x="82" y="126"/>
                </a:lnTo>
                <a:lnTo>
                  <a:pt x="83" y="126"/>
                </a:lnTo>
                <a:lnTo>
                  <a:pt x="83" y="125"/>
                </a:lnTo>
                <a:lnTo>
                  <a:pt x="83" y="124"/>
                </a:lnTo>
                <a:lnTo>
                  <a:pt x="83" y="123"/>
                </a:lnTo>
                <a:lnTo>
                  <a:pt x="83" y="122"/>
                </a:lnTo>
                <a:lnTo>
                  <a:pt x="84" y="122"/>
                </a:lnTo>
                <a:lnTo>
                  <a:pt x="85" y="121"/>
                </a:lnTo>
                <a:lnTo>
                  <a:pt x="85" y="120"/>
                </a:lnTo>
                <a:lnTo>
                  <a:pt x="86" y="120"/>
                </a:lnTo>
                <a:lnTo>
                  <a:pt x="86" y="121"/>
                </a:lnTo>
                <a:lnTo>
                  <a:pt x="87" y="121"/>
                </a:lnTo>
                <a:lnTo>
                  <a:pt x="87" y="122"/>
                </a:lnTo>
                <a:lnTo>
                  <a:pt x="87" y="123"/>
                </a:lnTo>
                <a:lnTo>
                  <a:pt x="87" y="124"/>
                </a:lnTo>
                <a:lnTo>
                  <a:pt x="87" y="125"/>
                </a:lnTo>
                <a:lnTo>
                  <a:pt x="88" y="125"/>
                </a:lnTo>
                <a:lnTo>
                  <a:pt x="89" y="126"/>
                </a:lnTo>
                <a:lnTo>
                  <a:pt x="92" y="126"/>
                </a:lnTo>
                <a:lnTo>
                  <a:pt x="92" y="125"/>
                </a:lnTo>
                <a:lnTo>
                  <a:pt x="93" y="125"/>
                </a:lnTo>
                <a:lnTo>
                  <a:pt x="93" y="124"/>
                </a:lnTo>
                <a:lnTo>
                  <a:pt x="94" y="124"/>
                </a:lnTo>
                <a:lnTo>
                  <a:pt x="95" y="123"/>
                </a:lnTo>
                <a:lnTo>
                  <a:pt x="95" y="122"/>
                </a:lnTo>
                <a:lnTo>
                  <a:pt x="96" y="122"/>
                </a:lnTo>
                <a:lnTo>
                  <a:pt x="96" y="121"/>
                </a:lnTo>
                <a:lnTo>
                  <a:pt x="97" y="120"/>
                </a:lnTo>
                <a:lnTo>
                  <a:pt x="98" y="120"/>
                </a:lnTo>
                <a:lnTo>
                  <a:pt x="99" y="120"/>
                </a:lnTo>
                <a:lnTo>
                  <a:pt x="99" y="119"/>
                </a:lnTo>
                <a:lnTo>
                  <a:pt x="100" y="119"/>
                </a:lnTo>
                <a:lnTo>
                  <a:pt x="100" y="120"/>
                </a:lnTo>
                <a:lnTo>
                  <a:pt x="101" y="120"/>
                </a:lnTo>
                <a:lnTo>
                  <a:pt x="101" y="121"/>
                </a:lnTo>
                <a:lnTo>
                  <a:pt x="102" y="121"/>
                </a:lnTo>
                <a:lnTo>
                  <a:pt x="102" y="120"/>
                </a:lnTo>
                <a:lnTo>
                  <a:pt x="103" y="119"/>
                </a:lnTo>
                <a:lnTo>
                  <a:pt x="103" y="120"/>
                </a:lnTo>
                <a:lnTo>
                  <a:pt x="103" y="121"/>
                </a:lnTo>
                <a:lnTo>
                  <a:pt x="103" y="122"/>
                </a:lnTo>
                <a:lnTo>
                  <a:pt x="104" y="122"/>
                </a:lnTo>
                <a:lnTo>
                  <a:pt x="105" y="122"/>
                </a:lnTo>
                <a:lnTo>
                  <a:pt x="106" y="121"/>
                </a:lnTo>
                <a:lnTo>
                  <a:pt x="106" y="120"/>
                </a:lnTo>
                <a:lnTo>
                  <a:pt x="106" y="119"/>
                </a:lnTo>
                <a:lnTo>
                  <a:pt x="106" y="118"/>
                </a:lnTo>
                <a:lnTo>
                  <a:pt x="106" y="119"/>
                </a:lnTo>
                <a:lnTo>
                  <a:pt x="105" y="119"/>
                </a:lnTo>
                <a:lnTo>
                  <a:pt x="105" y="118"/>
                </a:lnTo>
                <a:lnTo>
                  <a:pt x="105" y="117"/>
                </a:lnTo>
                <a:lnTo>
                  <a:pt x="104" y="117"/>
                </a:lnTo>
                <a:lnTo>
                  <a:pt x="103" y="116"/>
                </a:lnTo>
                <a:lnTo>
                  <a:pt x="102" y="116"/>
                </a:lnTo>
                <a:lnTo>
                  <a:pt x="102" y="117"/>
                </a:lnTo>
                <a:lnTo>
                  <a:pt x="101" y="117"/>
                </a:lnTo>
                <a:lnTo>
                  <a:pt x="100" y="117"/>
                </a:lnTo>
                <a:lnTo>
                  <a:pt x="100" y="116"/>
                </a:lnTo>
                <a:lnTo>
                  <a:pt x="100" y="117"/>
                </a:lnTo>
                <a:lnTo>
                  <a:pt x="100" y="116"/>
                </a:lnTo>
                <a:lnTo>
                  <a:pt x="99" y="116"/>
                </a:lnTo>
                <a:lnTo>
                  <a:pt x="99" y="117"/>
                </a:lnTo>
                <a:lnTo>
                  <a:pt x="99" y="116"/>
                </a:lnTo>
                <a:lnTo>
                  <a:pt x="99" y="115"/>
                </a:lnTo>
                <a:lnTo>
                  <a:pt x="98" y="112"/>
                </a:lnTo>
                <a:lnTo>
                  <a:pt x="98" y="111"/>
                </a:lnTo>
                <a:lnTo>
                  <a:pt x="98" y="110"/>
                </a:lnTo>
                <a:lnTo>
                  <a:pt x="98" y="109"/>
                </a:lnTo>
                <a:lnTo>
                  <a:pt x="99" y="109"/>
                </a:lnTo>
                <a:lnTo>
                  <a:pt x="99" y="108"/>
                </a:lnTo>
                <a:lnTo>
                  <a:pt x="99" y="107"/>
                </a:lnTo>
                <a:lnTo>
                  <a:pt x="100" y="107"/>
                </a:lnTo>
                <a:lnTo>
                  <a:pt x="99" y="107"/>
                </a:lnTo>
                <a:lnTo>
                  <a:pt x="100" y="107"/>
                </a:lnTo>
                <a:lnTo>
                  <a:pt x="100" y="106"/>
                </a:lnTo>
                <a:lnTo>
                  <a:pt x="101" y="106"/>
                </a:lnTo>
                <a:lnTo>
                  <a:pt x="101" y="105"/>
                </a:lnTo>
                <a:lnTo>
                  <a:pt x="102" y="105"/>
                </a:lnTo>
                <a:lnTo>
                  <a:pt x="102" y="104"/>
                </a:lnTo>
                <a:lnTo>
                  <a:pt x="102" y="105"/>
                </a:lnTo>
                <a:lnTo>
                  <a:pt x="102" y="104"/>
                </a:lnTo>
                <a:lnTo>
                  <a:pt x="103" y="104"/>
                </a:lnTo>
                <a:lnTo>
                  <a:pt x="103" y="103"/>
                </a:lnTo>
                <a:lnTo>
                  <a:pt x="102" y="103"/>
                </a:lnTo>
                <a:lnTo>
                  <a:pt x="102" y="102"/>
                </a:lnTo>
                <a:lnTo>
                  <a:pt x="101" y="102"/>
                </a:lnTo>
                <a:lnTo>
                  <a:pt x="101" y="101"/>
                </a:lnTo>
                <a:lnTo>
                  <a:pt x="100" y="101"/>
                </a:lnTo>
                <a:lnTo>
                  <a:pt x="100" y="100"/>
                </a:lnTo>
                <a:lnTo>
                  <a:pt x="102" y="101"/>
                </a:lnTo>
                <a:lnTo>
                  <a:pt x="102" y="102"/>
                </a:lnTo>
                <a:lnTo>
                  <a:pt x="103" y="102"/>
                </a:lnTo>
                <a:lnTo>
                  <a:pt x="104" y="102"/>
                </a:lnTo>
                <a:lnTo>
                  <a:pt x="104" y="103"/>
                </a:lnTo>
                <a:lnTo>
                  <a:pt x="104" y="102"/>
                </a:lnTo>
                <a:lnTo>
                  <a:pt x="105" y="102"/>
                </a:lnTo>
                <a:lnTo>
                  <a:pt x="106" y="101"/>
                </a:lnTo>
                <a:lnTo>
                  <a:pt x="107" y="101"/>
                </a:lnTo>
                <a:lnTo>
                  <a:pt x="107" y="100"/>
                </a:lnTo>
                <a:lnTo>
                  <a:pt x="107" y="99"/>
                </a:lnTo>
                <a:lnTo>
                  <a:pt x="106" y="99"/>
                </a:lnTo>
                <a:lnTo>
                  <a:pt x="105" y="98"/>
                </a:lnTo>
                <a:lnTo>
                  <a:pt x="105" y="97"/>
                </a:lnTo>
                <a:lnTo>
                  <a:pt x="105" y="96"/>
                </a:lnTo>
                <a:lnTo>
                  <a:pt x="105" y="95"/>
                </a:lnTo>
                <a:lnTo>
                  <a:pt x="105" y="93"/>
                </a:lnTo>
                <a:lnTo>
                  <a:pt x="104" y="92"/>
                </a:lnTo>
                <a:lnTo>
                  <a:pt x="105" y="92"/>
                </a:lnTo>
                <a:lnTo>
                  <a:pt x="106" y="93"/>
                </a:lnTo>
                <a:lnTo>
                  <a:pt x="106" y="95"/>
                </a:lnTo>
                <a:lnTo>
                  <a:pt x="106" y="96"/>
                </a:lnTo>
                <a:lnTo>
                  <a:pt x="106" y="97"/>
                </a:lnTo>
                <a:lnTo>
                  <a:pt x="107" y="98"/>
                </a:lnTo>
                <a:lnTo>
                  <a:pt x="108" y="97"/>
                </a:lnTo>
                <a:lnTo>
                  <a:pt x="109" y="98"/>
                </a:lnTo>
                <a:lnTo>
                  <a:pt x="108" y="98"/>
                </a:lnTo>
                <a:lnTo>
                  <a:pt x="108" y="99"/>
                </a:lnTo>
                <a:lnTo>
                  <a:pt x="109" y="100"/>
                </a:lnTo>
                <a:lnTo>
                  <a:pt x="110" y="99"/>
                </a:lnTo>
                <a:lnTo>
                  <a:pt x="111" y="99"/>
                </a:lnTo>
                <a:lnTo>
                  <a:pt x="111" y="98"/>
                </a:lnTo>
                <a:lnTo>
                  <a:pt x="112" y="98"/>
                </a:lnTo>
                <a:lnTo>
                  <a:pt x="112" y="97"/>
                </a:lnTo>
                <a:lnTo>
                  <a:pt x="112" y="98"/>
                </a:lnTo>
                <a:lnTo>
                  <a:pt x="113" y="97"/>
                </a:lnTo>
                <a:lnTo>
                  <a:pt x="113" y="96"/>
                </a:lnTo>
                <a:lnTo>
                  <a:pt x="114" y="96"/>
                </a:lnTo>
                <a:lnTo>
                  <a:pt x="114" y="95"/>
                </a:lnTo>
                <a:lnTo>
                  <a:pt x="113" y="94"/>
                </a:lnTo>
                <a:lnTo>
                  <a:pt x="113" y="93"/>
                </a:lnTo>
                <a:lnTo>
                  <a:pt x="113" y="94"/>
                </a:lnTo>
                <a:lnTo>
                  <a:pt x="114" y="94"/>
                </a:lnTo>
                <a:lnTo>
                  <a:pt x="114" y="95"/>
                </a:lnTo>
                <a:lnTo>
                  <a:pt x="115" y="95"/>
                </a:lnTo>
                <a:lnTo>
                  <a:pt x="115" y="94"/>
                </a:lnTo>
                <a:lnTo>
                  <a:pt x="115" y="95"/>
                </a:lnTo>
                <a:lnTo>
                  <a:pt x="115" y="94"/>
                </a:lnTo>
                <a:lnTo>
                  <a:pt x="116" y="93"/>
                </a:lnTo>
                <a:lnTo>
                  <a:pt x="116" y="92"/>
                </a:lnTo>
                <a:lnTo>
                  <a:pt x="117" y="92"/>
                </a:lnTo>
                <a:lnTo>
                  <a:pt x="117" y="91"/>
                </a:lnTo>
                <a:lnTo>
                  <a:pt x="118" y="91"/>
                </a:lnTo>
                <a:lnTo>
                  <a:pt x="118" y="90"/>
                </a:lnTo>
                <a:lnTo>
                  <a:pt x="119" y="90"/>
                </a:lnTo>
                <a:lnTo>
                  <a:pt x="119" y="89"/>
                </a:lnTo>
                <a:lnTo>
                  <a:pt x="120" y="88"/>
                </a:lnTo>
                <a:lnTo>
                  <a:pt x="120" y="87"/>
                </a:lnTo>
                <a:lnTo>
                  <a:pt x="121" y="87"/>
                </a:lnTo>
                <a:lnTo>
                  <a:pt x="121" y="86"/>
                </a:lnTo>
                <a:lnTo>
                  <a:pt x="121" y="87"/>
                </a:lnTo>
                <a:lnTo>
                  <a:pt x="121" y="86"/>
                </a:lnTo>
                <a:lnTo>
                  <a:pt x="122" y="86"/>
                </a:lnTo>
                <a:lnTo>
                  <a:pt x="122" y="85"/>
                </a:lnTo>
                <a:lnTo>
                  <a:pt x="121" y="85"/>
                </a:lnTo>
                <a:lnTo>
                  <a:pt x="122" y="85"/>
                </a:lnTo>
                <a:lnTo>
                  <a:pt x="122" y="84"/>
                </a:lnTo>
                <a:lnTo>
                  <a:pt x="121" y="83"/>
                </a:lnTo>
                <a:lnTo>
                  <a:pt x="120" y="82"/>
                </a:lnTo>
                <a:lnTo>
                  <a:pt x="119" y="80"/>
                </a:lnTo>
                <a:lnTo>
                  <a:pt x="118" y="80"/>
                </a:lnTo>
                <a:lnTo>
                  <a:pt x="118" y="79"/>
                </a:lnTo>
                <a:lnTo>
                  <a:pt x="118" y="78"/>
                </a:lnTo>
                <a:lnTo>
                  <a:pt x="119" y="78"/>
                </a:lnTo>
                <a:lnTo>
                  <a:pt x="119" y="77"/>
                </a:lnTo>
                <a:lnTo>
                  <a:pt x="119" y="76"/>
                </a:lnTo>
                <a:lnTo>
                  <a:pt x="120" y="78"/>
                </a:lnTo>
                <a:lnTo>
                  <a:pt x="119" y="78"/>
                </a:lnTo>
                <a:lnTo>
                  <a:pt x="119" y="79"/>
                </a:lnTo>
                <a:lnTo>
                  <a:pt x="119" y="80"/>
                </a:lnTo>
                <a:lnTo>
                  <a:pt x="120" y="80"/>
                </a:lnTo>
                <a:lnTo>
                  <a:pt x="120" y="81"/>
                </a:lnTo>
                <a:lnTo>
                  <a:pt x="121" y="81"/>
                </a:lnTo>
                <a:lnTo>
                  <a:pt x="122" y="83"/>
                </a:lnTo>
                <a:lnTo>
                  <a:pt x="122" y="84"/>
                </a:lnTo>
                <a:lnTo>
                  <a:pt x="123" y="84"/>
                </a:lnTo>
                <a:lnTo>
                  <a:pt x="124" y="84"/>
                </a:lnTo>
                <a:lnTo>
                  <a:pt x="124" y="85"/>
                </a:lnTo>
                <a:lnTo>
                  <a:pt x="124" y="84"/>
                </a:lnTo>
                <a:lnTo>
                  <a:pt x="125" y="84"/>
                </a:lnTo>
                <a:lnTo>
                  <a:pt x="127" y="84"/>
                </a:lnTo>
                <a:lnTo>
                  <a:pt x="128" y="84"/>
                </a:lnTo>
                <a:lnTo>
                  <a:pt x="129" y="84"/>
                </a:lnTo>
                <a:lnTo>
                  <a:pt x="130" y="83"/>
                </a:lnTo>
                <a:lnTo>
                  <a:pt x="132" y="83"/>
                </a:lnTo>
                <a:lnTo>
                  <a:pt x="132" y="82"/>
                </a:lnTo>
                <a:lnTo>
                  <a:pt x="132" y="83"/>
                </a:lnTo>
                <a:lnTo>
                  <a:pt x="132" y="82"/>
                </a:lnTo>
                <a:lnTo>
                  <a:pt x="133" y="82"/>
                </a:lnTo>
                <a:lnTo>
                  <a:pt x="132" y="82"/>
                </a:lnTo>
                <a:lnTo>
                  <a:pt x="133" y="82"/>
                </a:lnTo>
                <a:lnTo>
                  <a:pt x="133" y="81"/>
                </a:lnTo>
                <a:lnTo>
                  <a:pt x="133" y="80"/>
                </a:lnTo>
                <a:lnTo>
                  <a:pt x="133" y="81"/>
                </a:lnTo>
                <a:lnTo>
                  <a:pt x="133" y="80"/>
                </a:lnTo>
                <a:lnTo>
                  <a:pt x="132" y="79"/>
                </a:lnTo>
                <a:lnTo>
                  <a:pt x="132" y="78"/>
                </a:lnTo>
                <a:lnTo>
                  <a:pt x="132" y="77"/>
                </a:lnTo>
                <a:lnTo>
                  <a:pt x="132" y="76"/>
                </a:lnTo>
                <a:lnTo>
                  <a:pt x="133" y="76"/>
                </a:lnTo>
                <a:lnTo>
                  <a:pt x="133" y="75"/>
                </a:lnTo>
                <a:lnTo>
                  <a:pt x="132" y="75"/>
                </a:lnTo>
                <a:lnTo>
                  <a:pt x="133" y="75"/>
                </a:lnTo>
                <a:lnTo>
                  <a:pt x="134" y="74"/>
                </a:lnTo>
                <a:lnTo>
                  <a:pt x="135" y="74"/>
                </a:lnTo>
                <a:lnTo>
                  <a:pt x="135" y="73"/>
                </a:lnTo>
                <a:lnTo>
                  <a:pt x="136" y="73"/>
                </a:lnTo>
                <a:lnTo>
                  <a:pt x="137" y="73"/>
                </a:lnTo>
                <a:lnTo>
                  <a:pt x="138" y="73"/>
                </a:lnTo>
                <a:lnTo>
                  <a:pt x="138" y="74"/>
                </a:lnTo>
                <a:lnTo>
                  <a:pt x="138" y="73"/>
                </a:lnTo>
                <a:lnTo>
                  <a:pt x="138" y="74"/>
                </a:lnTo>
                <a:lnTo>
                  <a:pt x="139" y="74"/>
                </a:lnTo>
                <a:lnTo>
                  <a:pt x="141" y="75"/>
                </a:lnTo>
                <a:lnTo>
                  <a:pt x="142" y="76"/>
                </a:lnTo>
                <a:lnTo>
                  <a:pt x="143" y="76"/>
                </a:lnTo>
                <a:lnTo>
                  <a:pt x="143" y="75"/>
                </a:lnTo>
                <a:lnTo>
                  <a:pt x="144" y="75"/>
                </a:lnTo>
                <a:lnTo>
                  <a:pt x="144" y="74"/>
                </a:lnTo>
                <a:lnTo>
                  <a:pt x="145" y="74"/>
                </a:lnTo>
                <a:lnTo>
                  <a:pt x="145" y="73"/>
                </a:lnTo>
                <a:lnTo>
                  <a:pt x="146" y="73"/>
                </a:lnTo>
                <a:lnTo>
                  <a:pt x="145" y="73"/>
                </a:lnTo>
                <a:lnTo>
                  <a:pt x="146" y="73"/>
                </a:lnTo>
                <a:lnTo>
                  <a:pt x="147" y="73"/>
                </a:lnTo>
                <a:lnTo>
                  <a:pt x="147" y="72"/>
                </a:lnTo>
                <a:lnTo>
                  <a:pt x="148" y="72"/>
                </a:lnTo>
                <a:lnTo>
                  <a:pt x="148" y="71"/>
                </a:lnTo>
                <a:lnTo>
                  <a:pt x="149" y="71"/>
                </a:lnTo>
                <a:lnTo>
                  <a:pt x="149" y="72"/>
                </a:lnTo>
                <a:lnTo>
                  <a:pt x="150" y="72"/>
                </a:lnTo>
                <a:lnTo>
                  <a:pt x="150" y="73"/>
                </a:lnTo>
                <a:lnTo>
                  <a:pt x="151" y="73"/>
                </a:lnTo>
                <a:lnTo>
                  <a:pt x="151" y="74"/>
                </a:lnTo>
                <a:lnTo>
                  <a:pt x="152" y="74"/>
                </a:lnTo>
                <a:lnTo>
                  <a:pt x="152" y="75"/>
                </a:lnTo>
                <a:lnTo>
                  <a:pt x="152" y="74"/>
                </a:lnTo>
                <a:lnTo>
                  <a:pt x="152" y="75"/>
                </a:lnTo>
                <a:lnTo>
                  <a:pt x="153" y="75"/>
                </a:lnTo>
                <a:lnTo>
                  <a:pt x="153" y="76"/>
                </a:lnTo>
                <a:lnTo>
                  <a:pt x="154" y="76"/>
                </a:lnTo>
                <a:lnTo>
                  <a:pt x="155" y="76"/>
                </a:lnTo>
                <a:lnTo>
                  <a:pt x="156" y="75"/>
                </a:lnTo>
                <a:lnTo>
                  <a:pt x="156" y="74"/>
                </a:lnTo>
                <a:lnTo>
                  <a:pt x="156" y="73"/>
                </a:lnTo>
                <a:lnTo>
                  <a:pt x="155" y="73"/>
                </a:lnTo>
                <a:lnTo>
                  <a:pt x="155" y="72"/>
                </a:lnTo>
                <a:lnTo>
                  <a:pt x="154" y="72"/>
                </a:lnTo>
                <a:lnTo>
                  <a:pt x="154" y="71"/>
                </a:lnTo>
                <a:lnTo>
                  <a:pt x="155" y="71"/>
                </a:lnTo>
                <a:lnTo>
                  <a:pt x="154" y="71"/>
                </a:lnTo>
                <a:lnTo>
                  <a:pt x="154" y="70"/>
                </a:lnTo>
                <a:lnTo>
                  <a:pt x="153" y="70"/>
                </a:lnTo>
                <a:lnTo>
                  <a:pt x="153" y="69"/>
                </a:lnTo>
                <a:lnTo>
                  <a:pt x="153" y="68"/>
                </a:lnTo>
                <a:lnTo>
                  <a:pt x="153" y="67"/>
                </a:lnTo>
                <a:lnTo>
                  <a:pt x="154" y="66"/>
                </a:lnTo>
                <a:lnTo>
                  <a:pt x="155" y="66"/>
                </a:lnTo>
                <a:lnTo>
                  <a:pt x="156" y="66"/>
                </a:lnTo>
                <a:lnTo>
                  <a:pt x="157" y="66"/>
                </a:lnTo>
                <a:lnTo>
                  <a:pt x="157" y="65"/>
                </a:lnTo>
                <a:lnTo>
                  <a:pt x="157" y="64"/>
                </a:lnTo>
                <a:lnTo>
                  <a:pt x="156" y="63"/>
                </a:lnTo>
                <a:lnTo>
                  <a:pt x="155" y="62"/>
                </a:lnTo>
                <a:lnTo>
                  <a:pt x="156" y="62"/>
                </a:lnTo>
                <a:lnTo>
                  <a:pt x="156" y="63"/>
                </a:lnTo>
                <a:lnTo>
                  <a:pt x="158" y="64"/>
                </a:lnTo>
                <a:lnTo>
                  <a:pt x="158" y="65"/>
                </a:lnTo>
                <a:lnTo>
                  <a:pt x="158" y="66"/>
                </a:lnTo>
                <a:lnTo>
                  <a:pt x="158" y="67"/>
                </a:lnTo>
                <a:lnTo>
                  <a:pt x="158" y="66"/>
                </a:lnTo>
                <a:lnTo>
                  <a:pt x="158" y="67"/>
                </a:lnTo>
                <a:lnTo>
                  <a:pt x="159" y="67"/>
                </a:lnTo>
                <a:lnTo>
                  <a:pt x="159" y="66"/>
                </a:lnTo>
                <a:lnTo>
                  <a:pt x="159" y="64"/>
                </a:lnTo>
                <a:lnTo>
                  <a:pt x="159" y="63"/>
                </a:lnTo>
                <a:lnTo>
                  <a:pt x="159" y="62"/>
                </a:lnTo>
                <a:lnTo>
                  <a:pt x="158" y="61"/>
                </a:lnTo>
                <a:lnTo>
                  <a:pt x="158" y="60"/>
                </a:lnTo>
                <a:lnTo>
                  <a:pt x="158" y="59"/>
                </a:lnTo>
                <a:lnTo>
                  <a:pt x="159" y="59"/>
                </a:lnTo>
                <a:lnTo>
                  <a:pt x="159" y="58"/>
                </a:lnTo>
                <a:lnTo>
                  <a:pt x="159" y="57"/>
                </a:lnTo>
                <a:lnTo>
                  <a:pt x="160" y="57"/>
                </a:lnTo>
                <a:lnTo>
                  <a:pt x="160" y="56"/>
                </a:lnTo>
                <a:lnTo>
                  <a:pt x="161" y="55"/>
                </a:lnTo>
                <a:lnTo>
                  <a:pt x="161" y="54"/>
                </a:lnTo>
                <a:lnTo>
                  <a:pt x="162" y="54"/>
                </a:lnTo>
                <a:lnTo>
                  <a:pt x="163" y="54"/>
                </a:lnTo>
                <a:lnTo>
                  <a:pt x="163" y="53"/>
                </a:lnTo>
                <a:lnTo>
                  <a:pt x="163" y="52"/>
                </a:lnTo>
                <a:lnTo>
                  <a:pt x="164" y="53"/>
                </a:lnTo>
                <a:lnTo>
                  <a:pt x="165" y="53"/>
                </a:lnTo>
                <a:lnTo>
                  <a:pt x="166" y="53"/>
                </a:lnTo>
                <a:lnTo>
                  <a:pt x="169" y="53"/>
                </a:lnTo>
                <a:lnTo>
                  <a:pt x="170" y="53"/>
                </a:lnTo>
                <a:lnTo>
                  <a:pt x="170" y="52"/>
                </a:lnTo>
                <a:lnTo>
                  <a:pt x="169" y="52"/>
                </a:lnTo>
                <a:lnTo>
                  <a:pt x="168" y="50"/>
                </a:lnTo>
                <a:lnTo>
                  <a:pt x="168" y="49"/>
                </a:lnTo>
                <a:lnTo>
                  <a:pt x="168" y="48"/>
                </a:lnTo>
                <a:lnTo>
                  <a:pt x="169" y="48"/>
                </a:lnTo>
                <a:lnTo>
                  <a:pt x="169" y="49"/>
                </a:lnTo>
                <a:lnTo>
                  <a:pt x="169" y="50"/>
                </a:lnTo>
                <a:lnTo>
                  <a:pt x="170" y="51"/>
                </a:lnTo>
                <a:lnTo>
                  <a:pt x="170" y="52"/>
                </a:lnTo>
                <a:lnTo>
                  <a:pt x="170" y="51"/>
                </a:lnTo>
                <a:lnTo>
                  <a:pt x="170" y="50"/>
                </a:lnTo>
                <a:lnTo>
                  <a:pt x="170" y="49"/>
                </a:lnTo>
                <a:lnTo>
                  <a:pt x="170" y="50"/>
                </a:lnTo>
                <a:lnTo>
                  <a:pt x="170" y="49"/>
                </a:lnTo>
                <a:lnTo>
                  <a:pt x="170" y="48"/>
                </a:lnTo>
                <a:lnTo>
                  <a:pt x="170" y="47"/>
                </a:lnTo>
                <a:lnTo>
                  <a:pt x="169" y="46"/>
                </a:lnTo>
                <a:lnTo>
                  <a:pt x="169" y="45"/>
                </a:lnTo>
                <a:lnTo>
                  <a:pt x="169" y="44"/>
                </a:lnTo>
                <a:lnTo>
                  <a:pt x="170" y="44"/>
                </a:lnTo>
                <a:lnTo>
                  <a:pt x="170" y="43"/>
                </a:lnTo>
                <a:lnTo>
                  <a:pt x="171" y="42"/>
                </a:lnTo>
                <a:lnTo>
                  <a:pt x="171" y="41"/>
                </a:lnTo>
                <a:lnTo>
                  <a:pt x="171" y="40"/>
                </a:lnTo>
                <a:lnTo>
                  <a:pt x="172" y="40"/>
                </a:lnTo>
                <a:lnTo>
                  <a:pt x="172" y="39"/>
                </a:lnTo>
                <a:lnTo>
                  <a:pt x="173" y="39"/>
                </a:lnTo>
                <a:lnTo>
                  <a:pt x="174" y="39"/>
                </a:lnTo>
                <a:lnTo>
                  <a:pt x="174" y="38"/>
                </a:lnTo>
                <a:lnTo>
                  <a:pt x="175" y="38"/>
                </a:lnTo>
                <a:lnTo>
                  <a:pt x="176" y="39"/>
                </a:lnTo>
                <a:lnTo>
                  <a:pt x="177" y="38"/>
                </a:lnTo>
                <a:lnTo>
                  <a:pt x="177" y="39"/>
                </a:lnTo>
                <a:lnTo>
                  <a:pt x="177" y="41"/>
                </a:lnTo>
                <a:lnTo>
                  <a:pt x="176" y="41"/>
                </a:lnTo>
                <a:lnTo>
                  <a:pt x="177" y="41"/>
                </a:lnTo>
                <a:lnTo>
                  <a:pt x="177" y="42"/>
                </a:lnTo>
                <a:lnTo>
                  <a:pt x="178" y="42"/>
                </a:lnTo>
                <a:lnTo>
                  <a:pt x="179" y="42"/>
                </a:lnTo>
                <a:lnTo>
                  <a:pt x="179" y="43"/>
                </a:lnTo>
                <a:lnTo>
                  <a:pt x="180" y="43"/>
                </a:lnTo>
                <a:lnTo>
                  <a:pt x="180" y="42"/>
                </a:lnTo>
                <a:lnTo>
                  <a:pt x="181" y="42"/>
                </a:lnTo>
                <a:lnTo>
                  <a:pt x="182" y="41"/>
                </a:lnTo>
                <a:lnTo>
                  <a:pt x="184" y="41"/>
                </a:lnTo>
                <a:lnTo>
                  <a:pt x="185" y="40"/>
                </a:lnTo>
                <a:lnTo>
                  <a:pt x="186" y="40"/>
                </a:lnTo>
                <a:lnTo>
                  <a:pt x="187" y="40"/>
                </a:lnTo>
                <a:lnTo>
                  <a:pt x="188" y="40"/>
                </a:lnTo>
                <a:lnTo>
                  <a:pt x="189" y="40"/>
                </a:lnTo>
                <a:lnTo>
                  <a:pt x="190" y="40"/>
                </a:lnTo>
                <a:lnTo>
                  <a:pt x="190" y="39"/>
                </a:lnTo>
                <a:lnTo>
                  <a:pt x="191" y="39"/>
                </a:lnTo>
                <a:lnTo>
                  <a:pt x="191" y="38"/>
                </a:lnTo>
                <a:lnTo>
                  <a:pt x="191" y="37"/>
                </a:lnTo>
                <a:lnTo>
                  <a:pt x="190" y="37"/>
                </a:lnTo>
                <a:lnTo>
                  <a:pt x="190" y="36"/>
                </a:lnTo>
                <a:lnTo>
                  <a:pt x="189" y="36"/>
                </a:lnTo>
                <a:lnTo>
                  <a:pt x="188" y="36"/>
                </a:lnTo>
                <a:lnTo>
                  <a:pt x="188" y="35"/>
                </a:lnTo>
                <a:lnTo>
                  <a:pt x="187" y="35"/>
                </a:lnTo>
                <a:lnTo>
                  <a:pt x="186" y="35"/>
                </a:lnTo>
                <a:lnTo>
                  <a:pt x="184" y="35"/>
                </a:lnTo>
                <a:lnTo>
                  <a:pt x="182" y="35"/>
                </a:lnTo>
                <a:lnTo>
                  <a:pt x="181" y="35"/>
                </a:lnTo>
                <a:lnTo>
                  <a:pt x="181" y="34"/>
                </a:lnTo>
                <a:lnTo>
                  <a:pt x="181" y="33"/>
                </a:lnTo>
                <a:lnTo>
                  <a:pt x="180" y="32"/>
                </a:lnTo>
                <a:lnTo>
                  <a:pt x="180" y="31"/>
                </a:lnTo>
                <a:lnTo>
                  <a:pt x="181" y="31"/>
                </a:lnTo>
                <a:lnTo>
                  <a:pt x="181" y="29"/>
                </a:lnTo>
                <a:lnTo>
                  <a:pt x="182" y="29"/>
                </a:lnTo>
                <a:lnTo>
                  <a:pt x="182" y="28"/>
                </a:lnTo>
                <a:lnTo>
                  <a:pt x="184" y="27"/>
                </a:lnTo>
                <a:lnTo>
                  <a:pt x="185" y="27"/>
                </a:lnTo>
                <a:lnTo>
                  <a:pt x="186" y="26"/>
                </a:lnTo>
                <a:lnTo>
                  <a:pt x="186" y="25"/>
                </a:lnTo>
                <a:lnTo>
                  <a:pt x="187" y="25"/>
                </a:lnTo>
                <a:lnTo>
                  <a:pt x="187" y="24"/>
                </a:lnTo>
                <a:lnTo>
                  <a:pt x="188" y="22"/>
                </a:lnTo>
                <a:lnTo>
                  <a:pt x="188" y="21"/>
                </a:lnTo>
                <a:lnTo>
                  <a:pt x="189" y="21"/>
                </a:lnTo>
                <a:lnTo>
                  <a:pt x="189" y="20"/>
                </a:lnTo>
                <a:lnTo>
                  <a:pt x="189" y="19"/>
                </a:lnTo>
                <a:lnTo>
                  <a:pt x="190" y="19"/>
                </a:lnTo>
                <a:lnTo>
                  <a:pt x="191" y="18"/>
                </a:lnTo>
                <a:lnTo>
                  <a:pt x="191" y="17"/>
                </a:lnTo>
                <a:lnTo>
                  <a:pt x="192" y="17"/>
                </a:lnTo>
                <a:lnTo>
                  <a:pt x="192" y="16"/>
                </a:lnTo>
                <a:lnTo>
                  <a:pt x="193" y="16"/>
                </a:lnTo>
                <a:lnTo>
                  <a:pt x="194" y="16"/>
                </a:lnTo>
                <a:lnTo>
                  <a:pt x="195" y="16"/>
                </a:lnTo>
                <a:lnTo>
                  <a:pt x="196" y="15"/>
                </a:lnTo>
                <a:lnTo>
                  <a:pt x="196" y="14"/>
                </a:lnTo>
                <a:lnTo>
                  <a:pt x="197" y="14"/>
                </a:lnTo>
                <a:lnTo>
                  <a:pt x="197" y="13"/>
                </a:lnTo>
                <a:lnTo>
                  <a:pt x="197" y="12"/>
                </a:lnTo>
                <a:lnTo>
                  <a:pt x="198" y="12"/>
                </a:lnTo>
                <a:lnTo>
                  <a:pt x="198" y="11"/>
                </a:lnTo>
                <a:lnTo>
                  <a:pt x="199" y="11"/>
                </a:lnTo>
                <a:lnTo>
                  <a:pt x="200" y="11"/>
                </a:lnTo>
                <a:lnTo>
                  <a:pt x="200" y="10"/>
                </a:lnTo>
                <a:lnTo>
                  <a:pt x="201" y="10"/>
                </a:lnTo>
                <a:lnTo>
                  <a:pt x="201" y="11"/>
                </a:lnTo>
                <a:lnTo>
                  <a:pt x="202" y="11"/>
                </a:lnTo>
                <a:lnTo>
                  <a:pt x="203" y="11"/>
                </a:lnTo>
                <a:lnTo>
                  <a:pt x="203" y="12"/>
                </a:lnTo>
                <a:lnTo>
                  <a:pt x="204" y="12"/>
                </a:lnTo>
                <a:lnTo>
                  <a:pt x="204" y="13"/>
                </a:lnTo>
                <a:lnTo>
                  <a:pt x="204" y="14"/>
                </a:lnTo>
                <a:lnTo>
                  <a:pt x="204" y="15"/>
                </a:lnTo>
                <a:lnTo>
                  <a:pt x="205" y="15"/>
                </a:lnTo>
                <a:lnTo>
                  <a:pt x="206" y="15"/>
                </a:lnTo>
                <a:lnTo>
                  <a:pt x="207" y="15"/>
                </a:lnTo>
                <a:lnTo>
                  <a:pt x="207" y="14"/>
                </a:lnTo>
                <a:lnTo>
                  <a:pt x="208" y="14"/>
                </a:lnTo>
                <a:lnTo>
                  <a:pt x="208" y="13"/>
                </a:lnTo>
                <a:lnTo>
                  <a:pt x="208" y="12"/>
                </a:lnTo>
                <a:lnTo>
                  <a:pt x="209" y="12"/>
                </a:lnTo>
                <a:lnTo>
                  <a:pt x="210" y="12"/>
                </a:lnTo>
                <a:lnTo>
                  <a:pt x="210" y="11"/>
                </a:lnTo>
                <a:lnTo>
                  <a:pt x="211" y="11"/>
                </a:lnTo>
                <a:lnTo>
                  <a:pt x="211" y="10"/>
                </a:lnTo>
                <a:lnTo>
                  <a:pt x="212" y="10"/>
                </a:lnTo>
                <a:lnTo>
                  <a:pt x="212" y="9"/>
                </a:lnTo>
                <a:lnTo>
                  <a:pt x="212" y="8"/>
                </a:lnTo>
                <a:lnTo>
                  <a:pt x="212" y="7"/>
                </a:lnTo>
                <a:lnTo>
                  <a:pt x="213" y="7"/>
                </a:lnTo>
                <a:lnTo>
                  <a:pt x="213" y="6"/>
                </a:lnTo>
                <a:lnTo>
                  <a:pt x="213" y="5"/>
                </a:lnTo>
                <a:lnTo>
                  <a:pt x="214" y="5"/>
                </a:lnTo>
                <a:lnTo>
                  <a:pt x="215" y="5"/>
                </a:lnTo>
                <a:lnTo>
                  <a:pt x="216" y="5"/>
                </a:lnTo>
                <a:lnTo>
                  <a:pt x="216" y="6"/>
                </a:lnTo>
                <a:lnTo>
                  <a:pt x="217" y="6"/>
                </a:lnTo>
                <a:lnTo>
                  <a:pt x="218" y="6"/>
                </a:lnTo>
                <a:lnTo>
                  <a:pt x="218" y="5"/>
                </a:lnTo>
                <a:lnTo>
                  <a:pt x="218" y="4"/>
                </a:lnTo>
                <a:lnTo>
                  <a:pt x="218" y="2"/>
                </a:lnTo>
                <a:lnTo>
                  <a:pt x="219" y="2"/>
                </a:lnTo>
                <a:lnTo>
                  <a:pt x="219" y="1"/>
                </a:lnTo>
                <a:lnTo>
                  <a:pt x="219" y="2"/>
                </a:lnTo>
                <a:lnTo>
                  <a:pt x="220" y="2"/>
                </a:lnTo>
                <a:lnTo>
                  <a:pt x="220" y="4"/>
                </a:lnTo>
                <a:lnTo>
                  <a:pt x="220" y="5"/>
                </a:lnTo>
                <a:lnTo>
                  <a:pt x="219" y="5"/>
                </a:lnTo>
                <a:lnTo>
                  <a:pt x="219" y="6"/>
                </a:lnTo>
                <a:lnTo>
                  <a:pt x="219" y="7"/>
                </a:lnTo>
                <a:lnTo>
                  <a:pt x="220" y="7"/>
                </a:lnTo>
                <a:lnTo>
                  <a:pt x="221" y="8"/>
                </a:lnTo>
                <a:lnTo>
                  <a:pt x="222" y="8"/>
                </a:lnTo>
                <a:lnTo>
                  <a:pt x="224" y="8"/>
                </a:lnTo>
                <a:lnTo>
                  <a:pt x="225" y="8"/>
                </a:lnTo>
                <a:lnTo>
                  <a:pt x="226" y="8"/>
                </a:lnTo>
                <a:lnTo>
                  <a:pt x="227" y="8"/>
                </a:lnTo>
                <a:lnTo>
                  <a:pt x="227" y="7"/>
                </a:lnTo>
                <a:lnTo>
                  <a:pt x="228" y="7"/>
                </a:lnTo>
                <a:lnTo>
                  <a:pt x="228" y="6"/>
                </a:lnTo>
                <a:lnTo>
                  <a:pt x="228" y="5"/>
                </a:lnTo>
                <a:lnTo>
                  <a:pt x="227" y="5"/>
                </a:lnTo>
                <a:lnTo>
                  <a:pt x="227" y="4"/>
                </a:lnTo>
                <a:lnTo>
                  <a:pt x="228" y="2"/>
                </a:lnTo>
                <a:lnTo>
                  <a:pt x="228" y="1"/>
                </a:lnTo>
                <a:lnTo>
                  <a:pt x="229" y="1"/>
                </a:lnTo>
                <a:lnTo>
                  <a:pt x="230" y="1"/>
                </a:lnTo>
                <a:lnTo>
                  <a:pt x="231" y="1"/>
                </a:lnTo>
                <a:lnTo>
                  <a:pt x="231" y="2"/>
                </a:lnTo>
                <a:lnTo>
                  <a:pt x="231" y="1"/>
                </a:lnTo>
                <a:lnTo>
                  <a:pt x="232" y="1"/>
                </a:lnTo>
                <a:lnTo>
                  <a:pt x="232" y="2"/>
                </a:lnTo>
                <a:lnTo>
                  <a:pt x="233" y="2"/>
                </a:lnTo>
                <a:lnTo>
                  <a:pt x="233" y="1"/>
                </a:lnTo>
                <a:lnTo>
                  <a:pt x="234" y="0"/>
                </a:lnTo>
                <a:lnTo>
                  <a:pt x="235" y="0"/>
                </a:lnTo>
                <a:lnTo>
                  <a:pt x="236" y="0"/>
                </a:lnTo>
                <a:lnTo>
                  <a:pt x="235" y="2"/>
                </a:lnTo>
                <a:lnTo>
                  <a:pt x="234" y="2"/>
                </a:lnTo>
                <a:lnTo>
                  <a:pt x="234" y="4"/>
                </a:lnTo>
                <a:lnTo>
                  <a:pt x="233" y="4"/>
                </a:lnTo>
                <a:lnTo>
                  <a:pt x="232" y="4"/>
                </a:lnTo>
                <a:lnTo>
                  <a:pt x="231" y="4"/>
                </a:lnTo>
                <a:lnTo>
                  <a:pt x="231" y="2"/>
                </a:lnTo>
                <a:lnTo>
                  <a:pt x="230" y="2"/>
                </a:lnTo>
                <a:lnTo>
                  <a:pt x="229" y="2"/>
                </a:lnTo>
                <a:lnTo>
                  <a:pt x="229" y="1"/>
                </a:lnTo>
                <a:lnTo>
                  <a:pt x="229" y="2"/>
                </a:lnTo>
                <a:lnTo>
                  <a:pt x="228" y="2"/>
                </a:lnTo>
                <a:lnTo>
                  <a:pt x="228" y="4"/>
                </a:lnTo>
                <a:lnTo>
                  <a:pt x="228" y="5"/>
                </a:lnTo>
                <a:lnTo>
                  <a:pt x="228" y="6"/>
                </a:lnTo>
                <a:lnTo>
                  <a:pt x="228" y="7"/>
                </a:lnTo>
                <a:lnTo>
                  <a:pt x="227" y="7"/>
                </a:lnTo>
                <a:lnTo>
                  <a:pt x="227" y="8"/>
                </a:lnTo>
                <a:lnTo>
                  <a:pt x="226" y="8"/>
                </a:lnTo>
                <a:lnTo>
                  <a:pt x="225" y="9"/>
                </a:lnTo>
                <a:lnTo>
                  <a:pt x="224" y="9"/>
                </a:lnTo>
                <a:lnTo>
                  <a:pt x="223" y="9"/>
                </a:lnTo>
                <a:lnTo>
                  <a:pt x="221" y="9"/>
                </a:lnTo>
                <a:lnTo>
                  <a:pt x="221" y="8"/>
                </a:lnTo>
                <a:lnTo>
                  <a:pt x="220" y="8"/>
                </a:lnTo>
                <a:lnTo>
                  <a:pt x="220" y="7"/>
                </a:lnTo>
                <a:lnTo>
                  <a:pt x="219" y="7"/>
                </a:lnTo>
                <a:lnTo>
                  <a:pt x="219" y="6"/>
                </a:lnTo>
                <a:lnTo>
                  <a:pt x="219" y="5"/>
                </a:lnTo>
                <a:lnTo>
                  <a:pt x="219" y="4"/>
                </a:lnTo>
                <a:lnTo>
                  <a:pt x="220" y="4"/>
                </a:lnTo>
                <a:lnTo>
                  <a:pt x="220" y="2"/>
                </a:lnTo>
                <a:lnTo>
                  <a:pt x="219" y="2"/>
                </a:lnTo>
                <a:lnTo>
                  <a:pt x="219" y="4"/>
                </a:lnTo>
                <a:lnTo>
                  <a:pt x="219" y="5"/>
                </a:lnTo>
                <a:lnTo>
                  <a:pt x="218" y="5"/>
                </a:lnTo>
                <a:lnTo>
                  <a:pt x="218" y="6"/>
                </a:lnTo>
                <a:lnTo>
                  <a:pt x="217" y="6"/>
                </a:lnTo>
                <a:lnTo>
                  <a:pt x="216" y="6"/>
                </a:lnTo>
                <a:lnTo>
                  <a:pt x="215" y="6"/>
                </a:lnTo>
                <a:lnTo>
                  <a:pt x="215" y="5"/>
                </a:lnTo>
                <a:lnTo>
                  <a:pt x="214" y="5"/>
                </a:lnTo>
                <a:lnTo>
                  <a:pt x="213" y="5"/>
                </a:lnTo>
                <a:lnTo>
                  <a:pt x="213" y="8"/>
                </a:lnTo>
                <a:lnTo>
                  <a:pt x="213" y="9"/>
                </a:lnTo>
                <a:lnTo>
                  <a:pt x="213" y="10"/>
                </a:lnTo>
                <a:lnTo>
                  <a:pt x="212" y="10"/>
                </a:lnTo>
                <a:lnTo>
                  <a:pt x="211" y="11"/>
                </a:lnTo>
                <a:lnTo>
                  <a:pt x="211" y="12"/>
                </a:lnTo>
                <a:lnTo>
                  <a:pt x="210" y="12"/>
                </a:lnTo>
                <a:lnTo>
                  <a:pt x="209" y="12"/>
                </a:lnTo>
                <a:lnTo>
                  <a:pt x="209" y="13"/>
                </a:lnTo>
                <a:lnTo>
                  <a:pt x="208" y="13"/>
                </a:lnTo>
                <a:lnTo>
                  <a:pt x="208" y="14"/>
                </a:lnTo>
                <a:lnTo>
                  <a:pt x="208" y="15"/>
                </a:lnTo>
                <a:lnTo>
                  <a:pt x="207" y="15"/>
                </a:lnTo>
                <a:lnTo>
                  <a:pt x="207" y="16"/>
                </a:lnTo>
                <a:lnTo>
                  <a:pt x="206" y="16"/>
                </a:lnTo>
                <a:lnTo>
                  <a:pt x="205" y="16"/>
                </a:lnTo>
                <a:lnTo>
                  <a:pt x="204" y="16"/>
                </a:lnTo>
                <a:lnTo>
                  <a:pt x="204" y="15"/>
                </a:lnTo>
                <a:lnTo>
                  <a:pt x="204" y="14"/>
                </a:lnTo>
                <a:lnTo>
                  <a:pt x="204" y="13"/>
                </a:lnTo>
                <a:lnTo>
                  <a:pt x="203" y="12"/>
                </a:lnTo>
                <a:lnTo>
                  <a:pt x="202" y="12"/>
                </a:lnTo>
                <a:lnTo>
                  <a:pt x="201" y="12"/>
                </a:lnTo>
                <a:lnTo>
                  <a:pt x="201" y="11"/>
                </a:lnTo>
                <a:lnTo>
                  <a:pt x="200" y="11"/>
                </a:lnTo>
                <a:lnTo>
                  <a:pt x="199" y="11"/>
                </a:lnTo>
                <a:lnTo>
                  <a:pt x="198" y="12"/>
                </a:lnTo>
                <a:lnTo>
                  <a:pt x="198" y="13"/>
                </a:lnTo>
                <a:lnTo>
                  <a:pt x="198" y="14"/>
                </a:lnTo>
                <a:lnTo>
                  <a:pt x="198" y="15"/>
                </a:lnTo>
                <a:lnTo>
                  <a:pt x="198" y="16"/>
                </a:lnTo>
                <a:lnTo>
                  <a:pt x="198" y="15"/>
                </a:lnTo>
                <a:lnTo>
                  <a:pt x="198" y="14"/>
                </a:lnTo>
                <a:lnTo>
                  <a:pt x="199" y="14"/>
                </a:lnTo>
                <a:lnTo>
                  <a:pt x="199" y="15"/>
                </a:lnTo>
                <a:lnTo>
                  <a:pt x="198" y="16"/>
                </a:lnTo>
                <a:lnTo>
                  <a:pt x="197" y="17"/>
                </a:lnTo>
                <a:lnTo>
                  <a:pt x="196" y="17"/>
                </a:lnTo>
                <a:lnTo>
                  <a:pt x="195" y="17"/>
                </a:lnTo>
                <a:lnTo>
                  <a:pt x="195" y="18"/>
                </a:lnTo>
                <a:lnTo>
                  <a:pt x="194" y="18"/>
                </a:lnTo>
                <a:lnTo>
                  <a:pt x="193" y="19"/>
                </a:lnTo>
                <a:lnTo>
                  <a:pt x="192" y="19"/>
                </a:lnTo>
                <a:lnTo>
                  <a:pt x="191" y="19"/>
                </a:lnTo>
                <a:lnTo>
                  <a:pt x="191" y="20"/>
                </a:lnTo>
                <a:lnTo>
                  <a:pt x="191" y="21"/>
                </a:lnTo>
                <a:lnTo>
                  <a:pt x="191" y="22"/>
                </a:lnTo>
                <a:lnTo>
                  <a:pt x="190" y="22"/>
                </a:lnTo>
                <a:lnTo>
                  <a:pt x="190" y="23"/>
                </a:lnTo>
                <a:lnTo>
                  <a:pt x="190" y="24"/>
                </a:lnTo>
                <a:lnTo>
                  <a:pt x="189" y="25"/>
                </a:lnTo>
                <a:lnTo>
                  <a:pt x="188" y="26"/>
                </a:lnTo>
                <a:lnTo>
                  <a:pt x="186" y="27"/>
                </a:lnTo>
                <a:lnTo>
                  <a:pt x="186" y="28"/>
                </a:lnTo>
                <a:lnTo>
                  <a:pt x="186" y="29"/>
                </a:lnTo>
                <a:lnTo>
                  <a:pt x="185" y="30"/>
                </a:lnTo>
                <a:lnTo>
                  <a:pt x="184" y="30"/>
                </a:lnTo>
                <a:lnTo>
                  <a:pt x="184" y="31"/>
                </a:lnTo>
                <a:lnTo>
                  <a:pt x="182" y="31"/>
                </a:lnTo>
                <a:lnTo>
                  <a:pt x="184" y="32"/>
                </a:lnTo>
                <a:lnTo>
                  <a:pt x="184" y="33"/>
                </a:lnTo>
                <a:lnTo>
                  <a:pt x="185" y="34"/>
                </a:lnTo>
                <a:lnTo>
                  <a:pt x="186" y="34"/>
                </a:lnTo>
                <a:lnTo>
                  <a:pt x="187" y="34"/>
                </a:lnTo>
                <a:lnTo>
                  <a:pt x="188" y="34"/>
                </a:lnTo>
                <a:lnTo>
                  <a:pt x="189" y="34"/>
                </a:lnTo>
                <a:lnTo>
                  <a:pt x="189" y="35"/>
                </a:lnTo>
                <a:lnTo>
                  <a:pt x="190" y="35"/>
                </a:lnTo>
                <a:lnTo>
                  <a:pt x="191" y="35"/>
                </a:lnTo>
                <a:lnTo>
                  <a:pt x="191" y="36"/>
                </a:lnTo>
                <a:lnTo>
                  <a:pt x="192" y="36"/>
                </a:lnTo>
                <a:lnTo>
                  <a:pt x="192" y="37"/>
                </a:lnTo>
                <a:lnTo>
                  <a:pt x="192" y="38"/>
                </a:lnTo>
                <a:lnTo>
                  <a:pt x="192" y="39"/>
                </a:lnTo>
                <a:lnTo>
                  <a:pt x="192" y="40"/>
                </a:lnTo>
                <a:lnTo>
                  <a:pt x="191" y="40"/>
                </a:lnTo>
                <a:lnTo>
                  <a:pt x="191" y="41"/>
                </a:lnTo>
                <a:lnTo>
                  <a:pt x="190" y="41"/>
                </a:lnTo>
                <a:lnTo>
                  <a:pt x="188" y="41"/>
                </a:lnTo>
                <a:lnTo>
                  <a:pt x="186" y="41"/>
                </a:lnTo>
                <a:lnTo>
                  <a:pt x="185" y="42"/>
                </a:lnTo>
                <a:lnTo>
                  <a:pt x="184" y="42"/>
                </a:lnTo>
                <a:lnTo>
                  <a:pt x="182" y="43"/>
                </a:lnTo>
                <a:lnTo>
                  <a:pt x="181" y="43"/>
                </a:lnTo>
                <a:lnTo>
                  <a:pt x="180" y="44"/>
                </a:lnTo>
                <a:lnTo>
                  <a:pt x="179" y="44"/>
                </a:lnTo>
                <a:lnTo>
                  <a:pt x="177" y="44"/>
                </a:lnTo>
                <a:lnTo>
                  <a:pt x="176" y="43"/>
                </a:lnTo>
                <a:lnTo>
                  <a:pt x="176" y="42"/>
                </a:lnTo>
                <a:lnTo>
                  <a:pt x="175" y="43"/>
                </a:lnTo>
                <a:lnTo>
                  <a:pt x="175" y="42"/>
                </a:lnTo>
                <a:lnTo>
                  <a:pt x="174" y="43"/>
                </a:lnTo>
                <a:lnTo>
                  <a:pt x="173" y="43"/>
                </a:lnTo>
                <a:lnTo>
                  <a:pt x="172" y="43"/>
                </a:lnTo>
                <a:lnTo>
                  <a:pt x="172" y="44"/>
                </a:lnTo>
                <a:lnTo>
                  <a:pt x="172" y="45"/>
                </a:lnTo>
                <a:lnTo>
                  <a:pt x="172" y="46"/>
                </a:lnTo>
                <a:lnTo>
                  <a:pt x="172" y="47"/>
                </a:lnTo>
                <a:lnTo>
                  <a:pt x="172" y="48"/>
                </a:lnTo>
                <a:lnTo>
                  <a:pt x="172" y="49"/>
                </a:lnTo>
                <a:lnTo>
                  <a:pt x="172" y="50"/>
                </a:lnTo>
                <a:lnTo>
                  <a:pt x="172" y="51"/>
                </a:lnTo>
                <a:lnTo>
                  <a:pt x="172" y="52"/>
                </a:lnTo>
                <a:lnTo>
                  <a:pt x="171" y="52"/>
                </a:lnTo>
                <a:lnTo>
                  <a:pt x="171" y="53"/>
                </a:lnTo>
                <a:lnTo>
                  <a:pt x="171" y="54"/>
                </a:lnTo>
                <a:lnTo>
                  <a:pt x="170" y="54"/>
                </a:lnTo>
                <a:lnTo>
                  <a:pt x="170" y="55"/>
                </a:lnTo>
                <a:lnTo>
                  <a:pt x="169" y="55"/>
                </a:lnTo>
                <a:lnTo>
                  <a:pt x="168" y="55"/>
                </a:lnTo>
                <a:lnTo>
                  <a:pt x="166" y="55"/>
                </a:lnTo>
                <a:lnTo>
                  <a:pt x="164" y="55"/>
                </a:lnTo>
                <a:lnTo>
                  <a:pt x="163" y="55"/>
                </a:lnTo>
                <a:lnTo>
                  <a:pt x="163" y="56"/>
                </a:lnTo>
                <a:lnTo>
                  <a:pt x="162" y="56"/>
                </a:lnTo>
                <a:lnTo>
                  <a:pt x="161" y="57"/>
                </a:lnTo>
                <a:lnTo>
                  <a:pt x="161" y="58"/>
                </a:lnTo>
                <a:lnTo>
                  <a:pt x="160" y="58"/>
                </a:lnTo>
                <a:lnTo>
                  <a:pt x="161" y="58"/>
                </a:lnTo>
                <a:lnTo>
                  <a:pt x="161" y="59"/>
                </a:lnTo>
                <a:lnTo>
                  <a:pt x="160" y="59"/>
                </a:lnTo>
                <a:lnTo>
                  <a:pt x="160" y="60"/>
                </a:lnTo>
                <a:lnTo>
                  <a:pt x="160" y="61"/>
                </a:lnTo>
                <a:lnTo>
                  <a:pt x="160" y="62"/>
                </a:lnTo>
                <a:lnTo>
                  <a:pt x="160" y="61"/>
                </a:lnTo>
                <a:lnTo>
                  <a:pt x="160" y="62"/>
                </a:lnTo>
                <a:lnTo>
                  <a:pt x="160" y="63"/>
                </a:lnTo>
                <a:lnTo>
                  <a:pt x="160" y="64"/>
                </a:lnTo>
                <a:lnTo>
                  <a:pt x="161" y="65"/>
                </a:lnTo>
                <a:lnTo>
                  <a:pt x="160" y="65"/>
                </a:lnTo>
                <a:lnTo>
                  <a:pt x="160" y="66"/>
                </a:lnTo>
                <a:lnTo>
                  <a:pt x="160" y="67"/>
                </a:lnTo>
                <a:lnTo>
                  <a:pt x="159" y="68"/>
                </a:lnTo>
                <a:lnTo>
                  <a:pt x="158" y="68"/>
                </a:lnTo>
                <a:lnTo>
                  <a:pt x="157" y="68"/>
                </a:lnTo>
                <a:lnTo>
                  <a:pt x="157" y="67"/>
                </a:lnTo>
                <a:lnTo>
                  <a:pt x="156" y="67"/>
                </a:lnTo>
                <a:lnTo>
                  <a:pt x="155" y="67"/>
                </a:lnTo>
                <a:lnTo>
                  <a:pt x="155" y="68"/>
                </a:lnTo>
                <a:lnTo>
                  <a:pt x="154" y="68"/>
                </a:lnTo>
                <a:lnTo>
                  <a:pt x="155" y="68"/>
                </a:lnTo>
                <a:lnTo>
                  <a:pt x="155" y="69"/>
                </a:lnTo>
                <a:lnTo>
                  <a:pt x="155" y="70"/>
                </a:lnTo>
                <a:lnTo>
                  <a:pt x="156" y="71"/>
                </a:lnTo>
                <a:lnTo>
                  <a:pt x="156" y="72"/>
                </a:lnTo>
                <a:lnTo>
                  <a:pt x="157" y="72"/>
                </a:lnTo>
                <a:lnTo>
                  <a:pt x="157" y="73"/>
                </a:lnTo>
                <a:lnTo>
                  <a:pt x="157" y="74"/>
                </a:lnTo>
                <a:lnTo>
                  <a:pt x="157" y="76"/>
                </a:lnTo>
                <a:lnTo>
                  <a:pt x="156" y="77"/>
                </a:lnTo>
                <a:lnTo>
                  <a:pt x="155" y="78"/>
                </a:lnTo>
                <a:lnTo>
                  <a:pt x="154" y="78"/>
                </a:lnTo>
                <a:lnTo>
                  <a:pt x="154" y="77"/>
                </a:lnTo>
                <a:lnTo>
                  <a:pt x="153" y="77"/>
                </a:lnTo>
                <a:lnTo>
                  <a:pt x="152" y="77"/>
                </a:lnTo>
                <a:lnTo>
                  <a:pt x="152" y="76"/>
                </a:lnTo>
                <a:lnTo>
                  <a:pt x="151" y="76"/>
                </a:lnTo>
                <a:lnTo>
                  <a:pt x="151" y="75"/>
                </a:lnTo>
                <a:lnTo>
                  <a:pt x="150" y="75"/>
                </a:lnTo>
                <a:lnTo>
                  <a:pt x="150" y="74"/>
                </a:lnTo>
                <a:lnTo>
                  <a:pt x="149" y="74"/>
                </a:lnTo>
                <a:lnTo>
                  <a:pt x="149" y="73"/>
                </a:lnTo>
                <a:lnTo>
                  <a:pt x="149" y="74"/>
                </a:lnTo>
                <a:lnTo>
                  <a:pt x="149" y="73"/>
                </a:lnTo>
                <a:lnTo>
                  <a:pt x="148" y="73"/>
                </a:lnTo>
                <a:lnTo>
                  <a:pt x="147" y="74"/>
                </a:lnTo>
                <a:lnTo>
                  <a:pt x="146" y="74"/>
                </a:lnTo>
                <a:lnTo>
                  <a:pt x="145" y="76"/>
                </a:lnTo>
                <a:lnTo>
                  <a:pt x="144" y="77"/>
                </a:lnTo>
                <a:lnTo>
                  <a:pt x="143" y="77"/>
                </a:lnTo>
                <a:lnTo>
                  <a:pt x="142" y="77"/>
                </a:lnTo>
                <a:lnTo>
                  <a:pt x="141" y="77"/>
                </a:lnTo>
                <a:lnTo>
                  <a:pt x="140" y="77"/>
                </a:lnTo>
                <a:lnTo>
                  <a:pt x="140" y="76"/>
                </a:lnTo>
                <a:lnTo>
                  <a:pt x="139" y="76"/>
                </a:lnTo>
                <a:lnTo>
                  <a:pt x="138" y="75"/>
                </a:lnTo>
                <a:lnTo>
                  <a:pt x="137" y="75"/>
                </a:lnTo>
                <a:lnTo>
                  <a:pt x="136" y="75"/>
                </a:lnTo>
                <a:lnTo>
                  <a:pt x="135" y="75"/>
                </a:lnTo>
                <a:lnTo>
                  <a:pt x="135" y="76"/>
                </a:lnTo>
                <a:lnTo>
                  <a:pt x="136" y="76"/>
                </a:lnTo>
                <a:lnTo>
                  <a:pt x="135" y="76"/>
                </a:lnTo>
                <a:lnTo>
                  <a:pt x="135" y="77"/>
                </a:lnTo>
                <a:lnTo>
                  <a:pt x="135" y="76"/>
                </a:lnTo>
                <a:lnTo>
                  <a:pt x="135" y="77"/>
                </a:lnTo>
                <a:lnTo>
                  <a:pt x="135" y="76"/>
                </a:lnTo>
                <a:lnTo>
                  <a:pt x="134" y="76"/>
                </a:lnTo>
                <a:lnTo>
                  <a:pt x="134" y="77"/>
                </a:lnTo>
                <a:lnTo>
                  <a:pt x="134" y="78"/>
                </a:lnTo>
                <a:lnTo>
                  <a:pt x="134" y="79"/>
                </a:lnTo>
                <a:lnTo>
                  <a:pt x="135" y="81"/>
                </a:lnTo>
                <a:lnTo>
                  <a:pt x="135" y="82"/>
                </a:lnTo>
                <a:lnTo>
                  <a:pt x="135" y="83"/>
                </a:lnTo>
                <a:lnTo>
                  <a:pt x="134" y="83"/>
                </a:lnTo>
                <a:lnTo>
                  <a:pt x="134" y="84"/>
                </a:lnTo>
                <a:lnTo>
                  <a:pt x="133" y="84"/>
                </a:lnTo>
                <a:lnTo>
                  <a:pt x="133" y="85"/>
                </a:lnTo>
                <a:lnTo>
                  <a:pt x="134" y="86"/>
                </a:lnTo>
                <a:lnTo>
                  <a:pt x="134" y="87"/>
                </a:lnTo>
                <a:lnTo>
                  <a:pt x="133" y="87"/>
                </a:lnTo>
                <a:lnTo>
                  <a:pt x="133" y="86"/>
                </a:lnTo>
                <a:lnTo>
                  <a:pt x="132" y="86"/>
                </a:lnTo>
                <a:lnTo>
                  <a:pt x="132" y="85"/>
                </a:lnTo>
                <a:lnTo>
                  <a:pt x="132" y="86"/>
                </a:lnTo>
                <a:lnTo>
                  <a:pt x="131" y="86"/>
                </a:lnTo>
                <a:lnTo>
                  <a:pt x="130" y="86"/>
                </a:lnTo>
                <a:lnTo>
                  <a:pt x="129" y="86"/>
                </a:lnTo>
                <a:lnTo>
                  <a:pt x="128" y="87"/>
                </a:lnTo>
                <a:lnTo>
                  <a:pt x="127" y="87"/>
                </a:lnTo>
                <a:lnTo>
                  <a:pt x="126" y="87"/>
                </a:lnTo>
                <a:lnTo>
                  <a:pt x="126" y="88"/>
                </a:lnTo>
                <a:lnTo>
                  <a:pt x="125" y="88"/>
                </a:lnTo>
                <a:lnTo>
                  <a:pt x="125" y="89"/>
                </a:lnTo>
                <a:lnTo>
                  <a:pt x="124" y="89"/>
                </a:lnTo>
                <a:lnTo>
                  <a:pt x="123" y="89"/>
                </a:lnTo>
                <a:lnTo>
                  <a:pt x="123" y="90"/>
                </a:lnTo>
                <a:lnTo>
                  <a:pt x="122" y="90"/>
                </a:lnTo>
                <a:lnTo>
                  <a:pt x="121" y="90"/>
                </a:lnTo>
                <a:lnTo>
                  <a:pt x="121" y="91"/>
                </a:lnTo>
                <a:lnTo>
                  <a:pt x="120" y="91"/>
                </a:lnTo>
                <a:lnTo>
                  <a:pt x="120" y="92"/>
                </a:lnTo>
                <a:lnTo>
                  <a:pt x="119" y="93"/>
                </a:lnTo>
                <a:lnTo>
                  <a:pt x="118" y="94"/>
                </a:lnTo>
                <a:lnTo>
                  <a:pt x="117" y="95"/>
                </a:lnTo>
                <a:lnTo>
                  <a:pt x="117" y="96"/>
                </a:lnTo>
                <a:lnTo>
                  <a:pt x="116" y="96"/>
                </a:lnTo>
                <a:lnTo>
                  <a:pt x="116" y="97"/>
                </a:lnTo>
                <a:lnTo>
                  <a:pt x="116" y="98"/>
                </a:lnTo>
                <a:lnTo>
                  <a:pt x="115" y="98"/>
                </a:lnTo>
                <a:lnTo>
                  <a:pt x="114" y="98"/>
                </a:lnTo>
                <a:lnTo>
                  <a:pt x="114" y="99"/>
                </a:lnTo>
                <a:lnTo>
                  <a:pt x="113" y="99"/>
                </a:lnTo>
                <a:lnTo>
                  <a:pt x="114" y="99"/>
                </a:lnTo>
                <a:lnTo>
                  <a:pt x="115" y="99"/>
                </a:lnTo>
                <a:lnTo>
                  <a:pt x="116" y="100"/>
                </a:lnTo>
                <a:lnTo>
                  <a:pt x="117" y="100"/>
                </a:lnTo>
                <a:lnTo>
                  <a:pt x="117" y="101"/>
                </a:lnTo>
                <a:lnTo>
                  <a:pt x="116" y="100"/>
                </a:lnTo>
                <a:lnTo>
                  <a:pt x="115" y="100"/>
                </a:lnTo>
                <a:lnTo>
                  <a:pt x="114" y="100"/>
                </a:lnTo>
                <a:lnTo>
                  <a:pt x="113" y="100"/>
                </a:lnTo>
                <a:lnTo>
                  <a:pt x="112" y="101"/>
                </a:lnTo>
                <a:lnTo>
                  <a:pt x="111" y="101"/>
                </a:lnTo>
                <a:lnTo>
                  <a:pt x="110" y="102"/>
                </a:lnTo>
                <a:lnTo>
                  <a:pt x="109" y="102"/>
                </a:lnTo>
                <a:lnTo>
                  <a:pt x="109" y="103"/>
                </a:lnTo>
                <a:lnTo>
                  <a:pt x="108" y="103"/>
                </a:lnTo>
                <a:lnTo>
                  <a:pt x="108" y="104"/>
                </a:lnTo>
                <a:lnTo>
                  <a:pt x="107" y="104"/>
                </a:lnTo>
                <a:lnTo>
                  <a:pt x="107" y="105"/>
                </a:lnTo>
                <a:lnTo>
                  <a:pt x="108" y="105"/>
                </a:lnTo>
                <a:lnTo>
                  <a:pt x="109" y="105"/>
                </a:lnTo>
                <a:lnTo>
                  <a:pt x="111" y="106"/>
                </a:lnTo>
                <a:lnTo>
                  <a:pt x="112" y="106"/>
                </a:lnTo>
                <a:lnTo>
                  <a:pt x="111" y="107"/>
                </a:lnTo>
                <a:lnTo>
                  <a:pt x="111" y="106"/>
                </a:lnTo>
                <a:lnTo>
                  <a:pt x="110" y="106"/>
                </a:lnTo>
                <a:lnTo>
                  <a:pt x="109" y="106"/>
                </a:lnTo>
                <a:lnTo>
                  <a:pt x="108" y="106"/>
                </a:lnTo>
                <a:lnTo>
                  <a:pt x="107" y="106"/>
                </a:lnTo>
                <a:lnTo>
                  <a:pt x="106" y="106"/>
                </a:lnTo>
                <a:lnTo>
                  <a:pt x="106" y="105"/>
                </a:lnTo>
                <a:lnTo>
                  <a:pt x="105" y="106"/>
                </a:lnTo>
                <a:lnTo>
                  <a:pt x="104" y="106"/>
                </a:lnTo>
                <a:lnTo>
                  <a:pt x="103" y="107"/>
                </a:lnTo>
                <a:lnTo>
                  <a:pt x="102" y="107"/>
                </a:lnTo>
                <a:lnTo>
                  <a:pt x="102" y="108"/>
                </a:lnTo>
                <a:lnTo>
                  <a:pt x="101" y="108"/>
                </a:lnTo>
                <a:lnTo>
                  <a:pt x="101" y="109"/>
                </a:lnTo>
                <a:lnTo>
                  <a:pt x="102" y="109"/>
                </a:lnTo>
                <a:lnTo>
                  <a:pt x="101" y="109"/>
                </a:lnTo>
                <a:lnTo>
                  <a:pt x="100" y="110"/>
                </a:lnTo>
                <a:lnTo>
                  <a:pt x="101" y="110"/>
                </a:lnTo>
                <a:lnTo>
                  <a:pt x="100" y="111"/>
                </a:lnTo>
                <a:lnTo>
                  <a:pt x="101" y="113"/>
                </a:lnTo>
                <a:lnTo>
                  <a:pt x="102" y="114"/>
                </a:lnTo>
                <a:lnTo>
                  <a:pt x="103" y="114"/>
                </a:lnTo>
                <a:lnTo>
                  <a:pt x="105" y="114"/>
                </a:lnTo>
                <a:lnTo>
                  <a:pt x="106" y="114"/>
                </a:lnTo>
                <a:lnTo>
                  <a:pt x="107" y="114"/>
                </a:lnTo>
                <a:lnTo>
                  <a:pt x="108" y="114"/>
                </a:lnTo>
                <a:lnTo>
                  <a:pt x="109" y="114"/>
                </a:lnTo>
                <a:lnTo>
                  <a:pt x="109" y="115"/>
                </a:lnTo>
                <a:lnTo>
                  <a:pt x="109" y="116"/>
                </a:lnTo>
                <a:lnTo>
                  <a:pt x="110" y="116"/>
                </a:lnTo>
                <a:lnTo>
                  <a:pt x="111" y="116"/>
                </a:lnTo>
                <a:lnTo>
                  <a:pt x="111" y="117"/>
                </a:lnTo>
                <a:lnTo>
                  <a:pt x="110" y="117"/>
                </a:lnTo>
                <a:lnTo>
                  <a:pt x="109" y="117"/>
                </a:lnTo>
                <a:lnTo>
                  <a:pt x="110" y="118"/>
                </a:lnTo>
                <a:lnTo>
                  <a:pt x="109" y="118"/>
                </a:lnTo>
                <a:lnTo>
                  <a:pt x="109" y="119"/>
                </a:lnTo>
                <a:lnTo>
                  <a:pt x="109" y="120"/>
                </a:lnTo>
                <a:lnTo>
                  <a:pt x="108" y="121"/>
                </a:lnTo>
                <a:lnTo>
                  <a:pt x="108" y="122"/>
                </a:lnTo>
                <a:lnTo>
                  <a:pt x="107" y="122"/>
                </a:lnTo>
                <a:lnTo>
                  <a:pt x="107" y="123"/>
                </a:lnTo>
                <a:lnTo>
                  <a:pt x="106" y="123"/>
                </a:lnTo>
                <a:lnTo>
                  <a:pt x="105" y="124"/>
                </a:lnTo>
                <a:lnTo>
                  <a:pt x="104" y="124"/>
                </a:lnTo>
                <a:lnTo>
                  <a:pt x="103" y="123"/>
                </a:lnTo>
                <a:lnTo>
                  <a:pt x="102" y="123"/>
                </a:lnTo>
                <a:lnTo>
                  <a:pt x="101" y="123"/>
                </a:lnTo>
                <a:lnTo>
                  <a:pt x="100" y="122"/>
                </a:lnTo>
                <a:lnTo>
                  <a:pt x="99" y="122"/>
                </a:lnTo>
                <a:lnTo>
                  <a:pt x="99" y="121"/>
                </a:lnTo>
                <a:lnTo>
                  <a:pt x="99" y="122"/>
                </a:lnTo>
                <a:lnTo>
                  <a:pt x="98" y="122"/>
                </a:lnTo>
                <a:lnTo>
                  <a:pt x="98" y="123"/>
                </a:lnTo>
                <a:lnTo>
                  <a:pt x="97" y="123"/>
                </a:lnTo>
                <a:lnTo>
                  <a:pt x="96" y="123"/>
                </a:lnTo>
                <a:lnTo>
                  <a:pt x="96" y="124"/>
                </a:lnTo>
                <a:lnTo>
                  <a:pt x="96" y="123"/>
                </a:lnTo>
                <a:lnTo>
                  <a:pt x="95" y="124"/>
                </a:lnTo>
                <a:lnTo>
                  <a:pt x="96" y="124"/>
                </a:lnTo>
                <a:lnTo>
                  <a:pt x="95" y="124"/>
                </a:lnTo>
                <a:lnTo>
                  <a:pt x="95" y="125"/>
                </a:lnTo>
                <a:lnTo>
                  <a:pt x="94" y="125"/>
                </a:lnTo>
                <a:lnTo>
                  <a:pt x="93" y="125"/>
                </a:lnTo>
                <a:lnTo>
                  <a:pt x="93" y="126"/>
                </a:lnTo>
                <a:lnTo>
                  <a:pt x="92" y="126"/>
                </a:lnTo>
                <a:lnTo>
                  <a:pt x="89" y="126"/>
                </a:lnTo>
                <a:lnTo>
                  <a:pt x="88" y="126"/>
                </a:lnTo>
                <a:lnTo>
                  <a:pt x="87" y="126"/>
                </a:lnTo>
                <a:lnTo>
                  <a:pt x="87" y="125"/>
                </a:lnTo>
                <a:lnTo>
                  <a:pt x="86" y="125"/>
                </a:lnTo>
                <a:lnTo>
                  <a:pt x="86" y="124"/>
                </a:lnTo>
                <a:lnTo>
                  <a:pt x="86" y="123"/>
                </a:lnTo>
                <a:lnTo>
                  <a:pt x="86" y="122"/>
                </a:lnTo>
                <a:lnTo>
                  <a:pt x="85" y="121"/>
                </a:lnTo>
                <a:lnTo>
                  <a:pt x="85" y="122"/>
                </a:lnTo>
                <a:lnTo>
                  <a:pt x="84" y="122"/>
                </a:lnTo>
                <a:lnTo>
                  <a:pt x="84" y="123"/>
                </a:lnTo>
                <a:lnTo>
                  <a:pt x="84" y="124"/>
                </a:lnTo>
                <a:lnTo>
                  <a:pt x="84" y="125"/>
                </a:lnTo>
                <a:lnTo>
                  <a:pt x="84" y="126"/>
                </a:lnTo>
                <a:lnTo>
                  <a:pt x="84" y="127"/>
                </a:lnTo>
                <a:lnTo>
                  <a:pt x="83" y="128"/>
                </a:lnTo>
                <a:lnTo>
                  <a:pt x="83" y="129"/>
                </a:lnTo>
                <a:lnTo>
                  <a:pt x="83" y="130"/>
                </a:lnTo>
                <a:lnTo>
                  <a:pt x="82" y="130"/>
                </a:lnTo>
                <a:lnTo>
                  <a:pt x="82" y="131"/>
                </a:lnTo>
                <a:lnTo>
                  <a:pt x="82" y="132"/>
                </a:lnTo>
                <a:lnTo>
                  <a:pt x="81" y="133"/>
                </a:lnTo>
                <a:lnTo>
                  <a:pt x="81" y="134"/>
                </a:lnTo>
                <a:lnTo>
                  <a:pt x="81" y="135"/>
                </a:lnTo>
                <a:lnTo>
                  <a:pt x="80" y="135"/>
                </a:lnTo>
                <a:lnTo>
                  <a:pt x="80" y="136"/>
                </a:lnTo>
                <a:lnTo>
                  <a:pt x="79" y="136"/>
                </a:lnTo>
                <a:lnTo>
                  <a:pt x="79" y="137"/>
                </a:lnTo>
                <a:lnTo>
                  <a:pt x="78" y="138"/>
                </a:lnTo>
                <a:lnTo>
                  <a:pt x="77" y="138"/>
                </a:lnTo>
                <a:lnTo>
                  <a:pt x="77" y="139"/>
                </a:lnTo>
                <a:lnTo>
                  <a:pt x="76" y="140"/>
                </a:lnTo>
                <a:lnTo>
                  <a:pt x="76" y="141"/>
                </a:lnTo>
                <a:lnTo>
                  <a:pt x="75" y="141"/>
                </a:lnTo>
                <a:lnTo>
                  <a:pt x="74" y="142"/>
                </a:lnTo>
                <a:lnTo>
                  <a:pt x="73" y="143"/>
                </a:lnTo>
                <a:lnTo>
                  <a:pt x="72" y="143"/>
                </a:lnTo>
                <a:lnTo>
                  <a:pt x="72" y="144"/>
                </a:lnTo>
                <a:lnTo>
                  <a:pt x="71" y="144"/>
                </a:lnTo>
                <a:lnTo>
                  <a:pt x="70" y="144"/>
                </a:lnTo>
                <a:lnTo>
                  <a:pt x="70" y="145"/>
                </a:lnTo>
                <a:lnTo>
                  <a:pt x="69" y="145"/>
                </a:lnTo>
                <a:lnTo>
                  <a:pt x="69" y="146"/>
                </a:lnTo>
                <a:lnTo>
                  <a:pt x="68" y="146"/>
                </a:lnTo>
                <a:lnTo>
                  <a:pt x="68" y="147"/>
                </a:lnTo>
                <a:lnTo>
                  <a:pt x="67" y="148"/>
                </a:lnTo>
                <a:lnTo>
                  <a:pt x="67" y="149"/>
                </a:lnTo>
                <a:lnTo>
                  <a:pt x="66" y="149"/>
                </a:lnTo>
                <a:lnTo>
                  <a:pt x="66" y="150"/>
                </a:lnTo>
                <a:lnTo>
                  <a:pt x="67" y="150"/>
                </a:lnTo>
                <a:lnTo>
                  <a:pt x="66" y="150"/>
                </a:lnTo>
                <a:lnTo>
                  <a:pt x="66" y="151"/>
                </a:lnTo>
                <a:lnTo>
                  <a:pt x="67" y="151"/>
                </a:lnTo>
                <a:lnTo>
                  <a:pt x="67" y="152"/>
                </a:lnTo>
                <a:lnTo>
                  <a:pt x="66" y="152"/>
                </a:lnTo>
                <a:lnTo>
                  <a:pt x="67" y="152"/>
                </a:lnTo>
                <a:lnTo>
                  <a:pt x="66" y="152"/>
                </a:lnTo>
                <a:lnTo>
                  <a:pt x="66" y="153"/>
                </a:lnTo>
                <a:lnTo>
                  <a:pt x="66" y="154"/>
                </a:lnTo>
                <a:lnTo>
                  <a:pt x="66" y="155"/>
                </a:lnTo>
                <a:lnTo>
                  <a:pt x="66" y="156"/>
                </a:lnTo>
                <a:lnTo>
                  <a:pt x="66" y="157"/>
                </a:lnTo>
                <a:lnTo>
                  <a:pt x="66" y="158"/>
                </a:lnTo>
                <a:lnTo>
                  <a:pt x="66" y="159"/>
                </a:lnTo>
                <a:lnTo>
                  <a:pt x="66" y="160"/>
                </a:lnTo>
                <a:lnTo>
                  <a:pt x="65" y="160"/>
                </a:lnTo>
                <a:lnTo>
                  <a:pt x="65" y="161"/>
                </a:lnTo>
                <a:lnTo>
                  <a:pt x="65" y="160"/>
                </a:lnTo>
                <a:lnTo>
                  <a:pt x="64" y="160"/>
                </a:lnTo>
                <a:lnTo>
                  <a:pt x="64" y="161"/>
                </a:lnTo>
                <a:lnTo>
                  <a:pt x="63" y="161"/>
                </a:lnTo>
                <a:lnTo>
                  <a:pt x="64" y="161"/>
                </a:lnTo>
                <a:lnTo>
                  <a:pt x="63" y="161"/>
                </a:lnTo>
                <a:lnTo>
                  <a:pt x="63" y="162"/>
                </a:lnTo>
                <a:lnTo>
                  <a:pt x="62" y="162"/>
                </a:lnTo>
                <a:lnTo>
                  <a:pt x="61" y="163"/>
                </a:lnTo>
                <a:lnTo>
                  <a:pt x="60" y="163"/>
                </a:lnTo>
                <a:lnTo>
                  <a:pt x="60" y="164"/>
                </a:lnTo>
                <a:lnTo>
                  <a:pt x="59" y="165"/>
                </a:lnTo>
                <a:lnTo>
                  <a:pt x="58" y="165"/>
                </a:lnTo>
                <a:lnTo>
                  <a:pt x="58" y="166"/>
                </a:lnTo>
                <a:lnTo>
                  <a:pt x="57" y="166"/>
                </a:lnTo>
                <a:lnTo>
                  <a:pt x="56" y="166"/>
                </a:lnTo>
                <a:lnTo>
                  <a:pt x="56" y="167"/>
                </a:lnTo>
                <a:lnTo>
                  <a:pt x="55" y="167"/>
                </a:lnTo>
                <a:lnTo>
                  <a:pt x="55" y="168"/>
                </a:lnTo>
                <a:lnTo>
                  <a:pt x="54" y="168"/>
                </a:lnTo>
                <a:lnTo>
                  <a:pt x="53" y="168"/>
                </a:lnTo>
                <a:lnTo>
                  <a:pt x="53" y="169"/>
                </a:lnTo>
                <a:lnTo>
                  <a:pt x="52" y="169"/>
                </a:lnTo>
                <a:lnTo>
                  <a:pt x="51" y="169"/>
                </a:lnTo>
                <a:lnTo>
                  <a:pt x="51" y="170"/>
                </a:lnTo>
                <a:lnTo>
                  <a:pt x="50" y="170"/>
                </a:lnTo>
                <a:lnTo>
                  <a:pt x="50" y="171"/>
                </a:lnTo>
                <a:lnTo>
                  <a:pt x="49" y="172"/>
                </a:lnTo>
                <a:lnTo>
                  <a:pt x="49" y="173"/>
                </a:lnTo>
                <a:lnTo>
                  <a:pt x="49" y="172"/>
                </a:lnTo>
                <a:lnTo>
                  <a:pt x="48" y="172"/>
                </a:lnTo>
                <a:lnTo>
                  <a:pt x="48" y="173"/>
                </a:lnTo>
                <a:lnTo>
                  <a:pt x="48" y="174"/>
                </a:lnTo>
                <a:lnTo>
                  <a:pt x="47" y="174"/>
                </a:lnTo>
                <a:lnTo>
                  <a:pt x="47" y="175"/>
                </a:lnTo>
                <a:lnTo>
                  <a:pt x="48" y="175"/>
                </a:lnTo>
                <a:lnTo>
                  <a:pt x="47" y="175"/>
                </a:lnTo>
                <a:lnTo>
                  <a:pt x="47" y="176"/>
                </a:lnTo>
                <a:lnTo>
                  <a:pt x="47" y="177"/>
                </a:lnTo>
                <a:lnTo>
                  <a:pt x="47" y="178"/>
                </a:lnTo>
                <a:lnTo>
                  <a:pt x="47" y="179"/>
                </a:lnTo>
                <a:lnTo>
                  <a:pt x="47" y="180"/>
                </a:lnTo>
                <a:lnTo>
                  <a:pt x="48" y="180"/>
                </a:lnTo>
                <a:lnTo>
                  <a:pt x="48" y="181"/>
                </a:lnTo>
                <a:lnTo>
                  <a:pt x="47" y="181"/>
                </a:lnTo>
                <a:lnTo>
                  <a:pt x="47" y="182"/>
                </a:lnTo>
                <a:lnTo>
                  <a:pt x="47" y="183"/>
                </a:lnTo>
                <a:lnTo>
                  <a:pt x="46" y="183"/>
                </a:lnTo>
                <a:lnTo>
                  <a:pt x="47" y="183"/>
                </a:lnTo>
                <a:lnTo>
                  <a:pt x="47" y="182"/>
                </a:lnTo>
                <a:lnTo>
                  <a:pt x="46" y="182"/>
                </a:lnTo>
                <a:lnTo>
                  <a:pt x="46" y="183"/>
                </a:lnTo>
                <a:lnTo>
                  <a:pt x="45" y="184"/>
                </a:lnTo>
                <a:lnTo>
                  <a:pt x="44" y="184"/>
                </a:lnTo>
                <a:lnTo>
                  <a:pt x="43" y="185"/>
                </a:lnTo>
                <a:lnTo>
                  <a:pt x="42" y="186"/>
                </a:lnTo>
                <a:lnTo>
                  <a:pt x="42" y="187"/>
                </a:lnTo>
                <a:lnTo>
                  <a:pt x="42" y="186"/>
                </a:lnTo>
                <a:lnTo>
                  <a:pt x="42" y="187"/>
                </a:lnTo>
                <a:lnTo>
                  <a:pt x="41" y="187"/>
                </a:lnTo>
                <a:lnTo>
                  <a:pt x="40" y="187"/>
                </a:lnTo>
                <a:lnTo>
                  <a:pt x="40" y="188"/>
                </a:lnTo>
                <a:lnTo>
                  <a:pt x="39" y="188"/>
                </a:lnTo>
                <a:lnTo>
                  <a:pt x="38" y="189"/>
                </a:lnTo>
                <a:lnTo>
                  <a:pt x="38" y="190"/>
                </a:lnTo>
                <a:lnTo>
                  <a:pt x="39" y="190"/>
                </a:lnTo>
                <a:lnTo>
                  <a:pt x="39" y="191"/>
                </a:lnTo>
                <a:lnTo>
                  <a:pt x="40" y="191"/>
                </a:lnTo>
                <a:lnTo>
                  <a:pt x="40" y="192"/>
                </a:lnTo>
                <a:lnTo>
                  <a:pt x="40" y="193"/>
                </a:lnTo>
                <a:lnTo>
                  <a:pt x="40" y="194"/>
                </a:lnTo>
                <a:lnTo>
                  <a:pt x="40" y="193"/>
                </a:lnTo>
                <a:lnTo>
                  <a:pt x="40" y="194"/>
                </a:lnTo>
                <a:lnTo>
                  <a:pt x="41" y="194"/>
                </a:lnTo>
                <a:lnTo>
                  <a:pt x="41" y="195"/>
                </a:lnTo>
                <a:lnTo>
                  <a:pt x="41" y="196"/>
                </a:lnTo>
                <a:lnTo>
                  <a:pt x="41" y="197"/>
                </a:lnTo>
                <a:lnTo>
                  <a:pt x="40" y="197"/>
                </a:lnTo>
                <a:lnTo>
                  <a:pt x="40" y="198"/>
                </a:lnTo>
                <a:lnTo>
                  <a:pt x="39" y="198"/>
                </a:lnTo>
                <a:lnTo>
                  <a:pt x="38" y="198"/>
                </a:lnTo>
                <a:lnTo>
                  <a:pt x="39" y="198"/>
                </a:lnTo>
                <a:lnTo>
                  <a:pt x="38" y="198"/>
                </a:lnTo>
                <a:lnTo>
                  <a:pt x="37" y="198"/>
                </a:lnTo>
                <a:lnTo>
                  <a:pt x="37" y="199"/>
                </a:lnTo>
                <a:lnTo>
                  <a:pt x="37" y="198"/>
                </a:lnTo>
                <a:lnTo>
                  <a:pt x="38" y="198"/>
                </a:lnTo>
                <a:lnTo>
                  <a:pt x="38" y="197"/>
                </a:lnTo>
                <a:lnTo>
                  <a:pt x="38" y="198"/>
                </a:lnTo>
                <a:lnTo>
                  <a:pt x="38" y="197"/>
                </a:lnTo>
                <a:lnTo>
                  <a:pt x="38" y="198"/>
                </a:lnTo>
                <a:lnTo>
                  <a:pt x="39" y="198"/>
                </a:lnTo>
                <a:lnTo>
                  <a:pt x="39" y="197"/>
                </a:lnTo>
                <a:lnTo>
                  <a:pt x="40" y="197"/>
                </a:lnTo>
                <a:lnTo>
                  <a:pt x="41" y="197"/>
                </a:lnTo>
                <a:lnTo>
                  <a:pt x="41" y="196"/>
                </a:lnTo>
                <a:lnTo>
                  <a:pt x="41" y="195"/>
                </a:lnTo>
                <a:lnTo>
                  <a:pt x="40" y="194"/>
                </a:lnTo>
                <a:lnTo>
                  <a:pt x="40" y="193"/>
                </a:lnTo>
                <a:lnTo>
                  <a:pt x="39" y="193"/>
                </a:lnTo>
                <a:lnTo>
                  <a:pt x="39" y="191"/>
                </a:lnTo>
                <a:lnTo>
                  <a:pt x="39" y="190"/>
                </a:lnTo>
                <a:lnTo>
                  <a:pt x="38" y="190"/>
                </a:lnTo>
                <a:lnTo>
                  <a:pt x="38" y="189"/>
                </a:lnTo>
                <a:lnTo>
                  <a:pt x="38" y="190"/>
                </a:lnTo>
                <a:lnTo>
                  <a:pt x="37" y="190"/>
                </a:lnTo>
                <a:lnTo>
                  <a:pt x="37" y="191"/>
                </a:lnTo>
                <a:lnTo>
                  <a:pt x="36" y="191"/>
                </a:lnTo>
                <a:lnTo>
                  <a:pt x="36" y="192"/>
                </a:lnTo>
                <a:lnTo>
                  <a:pt x="36" y="193"/>
                </a:lnTo>
                <a:lnTo>
                  <a:pt x="35" y="193"/>
                </a:lnTo>
                <a:lnTo>
                  <a:pt x="35" y="194"/>
                </a:lnTo>
                <a:lnTo>
                  <a:pt x="36" y="194"/>
                </a:lnTo>
                <a:lnTo>
                  <a:pt x="36" y="195"/>
                </a:lnTo>
                <a:lnTo>
                  <a:pt x="35" y="195"/>
                </a:lnTo>
                <a:lnTo>
                  <a:pt x="35" y="196"/>
                </a:lnTo>
                <a:lnTo>
                  <a:pt x="35" y="197"/>
                </a:lnTo>
                <a:lnTo>
                  <a:pt x="34" y="197"/>
                </a:lnTo>
                <a:lnTo>
                  <a:pt x="33" y="197"/>
                </a:lnTo>
                <a:lnTo>
                  <a:pt x="32" y="197"/>
                </a:lnTo>
                <a:lnTo>
                  <a:pt x="32" y="198"/>
                </a:lnTo>
                <a:lnTo>
                  <a:pt x="31" y="198"/>
                </a:lnTo>
                <a:lnTo>
                  <a:pt x="31" y="199"/>
                </a:lnTo>
                <a:lnTo>
                  <a:pt x="31" y="200"/>
                </a:lnTo>
                <a:lnTo>
                  <a:pt x="31" y="201"/>
                </a:lnTo>
                <a:lnTo>
                  <a:pt x="30" y="201"/>
                </a:lnTo>
                <a:lnTo>
                  <a:pt x="30" y="202"/>
                </a:lnTo>
                <a:lnTo>
                  <a:pt x="30" y="203"/>
                </a:lnTo>
                <a:lnTo>
                  <a:pt x="29" y="204"/>
                </a:lnTo>
                <a:lnTo>
                  <a:pt x="29" y="205"/>
                </a:lnTo>
                <a:lnTo>
                  <a:pt x="28" y="205"/>
                </a:lnTo>
                <a:lnTo>
                  <a:pt x="27" y="205"/>
                </a:lnTo>
                <a:lnTo>
                  <a:pt x="27" y="206"/>
                </a:lnTo>
                <a:lnTo>
                  <a:pt x="26" y="206"/>
                </a:lnTo>
                <a:lnTo>
                  <a:pt x="25" y="206"/>
                </a:lnTo>
                <a:lnTo>
                  <a:pt x="25" y="207"/>
                </a:lnTo>
                <a:lnTo>
                  <a:pt x="25" y="208"/>
                </a:lnTo>
                <a:lnTo>
                  <a:pt x="24" y="209"/>
                </a:lnTo>
                <a:lnTo>
                  <a:pt x="24" y="210"/>
                </a:lnTo>
                <a:lnTo>
                  <a:pt x="25" y="210"/>
                </a:lnTo>
                <a:lnTo>
                  <a:pt x="25" y="209"/>
                </a:lnTo>
                <a:lnTo>
                  <a:pt x="26" y="209"/>
                </a:lnTo>
                <a:lnTo>
                  <a:pt x="27" y="209"/>
                </a:lnTo>
                <a:lnTo>
                  <a:pt x="28" y="209"/>
                </a:lnTo>
                <a:lnTo>
                  <a:pt x="29" y="209"/>
                </a:lnTo>
                <a:lnTo>
                  <a:pt x="29" y="208"/>
                </a:lnTo>
                <a:lnTo>
                  <a:pt x="29" y="207"/>
                </a:lnTo>
                <a:lnTo>
                  <a:pt x="30" y="207"/>
                </a:lnTo>
                <a:lnTo>
                  <a:pt x="31" y="207"/>
                </a:lnTo>
                <a:lnTo>
                  <a:pt x="32" y="207"/>
                </a:lnTo>
                <a:lnTo>
                  <a:pt x="32" y="206"/>
                </a:lnTo>
                <a:lnTo>
                  <a:pt x="33" y="206"/>
                </a:lnTo>
                <a:lnTo>
                  <a:pt x="33" y="205"/>
                </a:lnTo>
                <a:lnTo>
                  <a:pt x="34" y="205"/>
                </a:lnTo>
                <a:lnTo>
                  <a:pt x="34" y="203"/>
                </a:lnTo>
                <a:lnTo>
                  <a:pt x="34" y="202"/>
                </a:lnTo>
                <a:lnTo>
                  <a:pt x="34" y="201"/>
                </a:lnTo>
                <a:lnTo>
                  <a:pt x="34" y="200"/>
                </a:lnTo>
                <a:lnTo>
                  <a:pt x="33" y="200"/>
                </a:lnTo>
                <a:lnTo>
                  <a:pt x="33" y="199"/>
                </a:lnTo>
                <a:lnTo>
                  <a:pt x="34" y="199"/>
                </a:lnTo>
                <a:lnTo>
                  <a:pt x="33" y="200"/>
                </a:lnTo>
                <a:lnTo>
                  <a:pt x="34" y="200"/>
                </a:lnTo>
                <a:lnTo>
                  <a:pt x="34" y="201"/>
                </a:lnTo>
                <a:lnTo>
                  <a:pt x="34" y="202"/>
                </a:lnTo>
                <a:lnTo>
                  <a:pt x="34" y="203"/>
                </a:lnTo>
                <a:lnTo>
                  <a:pt x="34" y="204"/>
                </a:lnTo>
                <a:lnTo>
                  <a:pt x="34" y="205"/>
                </a:lnTo>
                <a:lnTo>
                  <a:pt x="33" y="205"/>
                </a:lnTo>
                <a:lnTo>
                  <a:pt x="33" y="206"/>
                </a:lnTo>
                <a:lnTo>
                  <a:pt x="33" y="207"/>
                </a:lnTo>
                <a:lnTo>
                  <a:pt x="32" y="207"/>
                </a:lnTo>
                <a:lnTo>
                  <a:pt x="31" y="207"/>
                </a:lnTo>
                <a:lnTo>
                  <a:pt x="31" y="208"/>
                </a:lnTo>
                <a:lnTo>
                  <a:pt x="30" y="208"/>
                </a:lnTo>
                <a:lnTo>
                  <a:pt x="30" y="209"/>
                </a:lnTo>
                <a:lnTo>
                  <a:pt x="29" y="209"/>
                </a:lnTo>
                <a:lnTo>
                  <a:pt x="28" y="209"/>
                </a:lnTo>
                <a:lnTo>
                  <a:pt x="28" y="210"/>
                </a:lnTo>
                <a:lnTo>
                  <a:pt x="29" y="210"/>
                </a:lnTo>
                <a:lnTo>
                  <a:pt x="30" y="210"/>
                </a:lnTo>
                <a:lnTo>
                  <a:pt x="29" y="210"/>
                </a:lnTo>
                <a:lnTo>
                  <a:pt x="28" y="210"/>
                </a:lnTo>
                <a:lnTo>
                  <a:pt x="27" y="210"/>
                </a:lnTo>
                <a:lnTo>
                  <a:pt x="26" y="210"/>
                </a:lnTo>
                <a:lnTo>
                  <a:pt x="25" y="210"/>
                </a:lnTo>
                <a:lnTo>
                  <a:pt x="25" y="211"/>
                </a:lnTo>
                <a:lnTo>
                  <a:pt x="24" y="211"/>
                </a:lnTo>
                <a:lnTo>
                  <a:pt x="24" y="212"/>
                </a:lnTo>
                <a:lnTo>
                  <a:pt x="24" y="213"/>
                </a:lnTo>
                <a:lnTo>
                  <a:pt x="23" y="213"/>
                </a:lnTo>
                <a:lnTo>
                  <a:pt x="23" y="214"/>
                </a:lnTo>
                <a:lnTo>
                  <a:pt x="22" y="214"/>
                </a:lnTo>
                <a:lnTo>
                  <a:pt x="22" y="215"/>
                </a:lnTo>
                <a:lnTo>
                  <a:pt x="21" y="215"/>
                </a:lnTo>
                <a:lnTo>
                  <a:pt x="21" y="216"/>
                </a:lnTo>
                <a:lnTo>
                  <a:pt x="21" y="217"/>
                </a:lnTo>
                <a:lnTo>
                  <a:pt x="21" y="218"/>
                </a:lnTo>
                <a:lnTo>
                  <a:pt x="21" y="219"/>
                </a:lnTo>
                <a:lnTo>
                  <a:pt x="22" y="219"/>
                </a:lnTo>
                <a:lnTo>
                  <a:pt x="22" y="220"/>
                </a:lnTo>
                <a:lnTo>
                  <a:pt x="23" y="220"/>
                </a:lnTo>
                <a:lnTo>
                  <a:pt x="23" y="221"/>
                </a:lnTo>
                <a:lnTo>
                  <a:pt x="23" y="222"/>
                </a:lnTo>
                <a:lnTo>
                  <a:pt x="23" y="223"/>
                </a:lnTo>
                <a:lnTo>
                  <a:pt x="24" y="223"/>
                </a:lnTo>
                <a:lnTo>
                  <a:pt x="24" y="224"/>
                </a:lnTo>
                <a:lnTo>
                  <a:pt x="24" y="225"/>
                </a:lnTo>
                <a:lnTo>
                  <a:pt x="23" y="225"/>
                </a:lnTo>
                <a:lnTo>
                  <a:pt x="23" y="226"/>
                </a:lnTo>
                <a:lnTo>
                  <a:pt x="24" y="226"/>
                </a:lnTo>
                <a:lnTo>
                  <a:pt x="24" y="227"/>
                </a:lnTo>
                <a:lnTo>
                  <a:pt x="24" y="228"/>
                </a:lnTo>
                <a:lnTo>
                  <a:pt x="25" y="228"/>
                </a:lnTo>
                <a:lnTo>
                  <a:pt x="25" y="229"/>
                </a:lnTo>
                <a:lnTo>
                  <a:pt x="25" y="230"/>
                </a:lnTo>
                <a:lnTo>
                  <a:pt x="25" y="231"/>
                </a:lnTo>
                <a:lnTo>
                  <a:pt x="25" y="233"/>
                </a:lnTo>
                <a:lnTo>
                  <a:pt x="25" y="234"/>
                </a:lnTo>
                <a:lnTo>
                  <a:pt x="25" y="235"/>
                </a:lnTo>
                <a:lnTo>
                  <a:pt x="25" y="236"/>
                </a:lnTo>
                <a:lnTo>
                  <a:pt x="25" y="237"/>
                </a:lnTo>
                <a:lnTo>
                  <a:pt x="24" y="237"/>
                </a:lnTo>
                <a:lnTo>
                  <a:pt x="24" y="239"/>
                </a:lnTo>
                <a:lnTo>
                  <a:pt x="25" y="240"/>
                </a:lnTo>
                <a:lnTo>
                  <a:pt x="25" y="241"/>
                </a:lnTo>
                <a:lnTo>
                  <a:pt x="25" y="242"/>
                </a:lnTo>
                <a:lnTo>
                  <a:pt x="25" y="243"/>
                </a:lnTo>
                <a:lnTo>
                  <a:pt x="26" y="244"/>
                </a:lnTo>
                <a:lnTo>
                  <a:pt x="26" y="245"/>
                </a:lnTo>
                <a:lnTo>
                  <a:pt x="26" y="246"/>
                </a:lnTo>
                <a:lnTo>
                  <a:pt x="26" y="245"/>
                </a:lnTo>
                <a:lnTo>
                  <a:pt x="26" y="244"/>
                </a:lnTo>
                <a:lnTo>
                  <a:pt x="25" y="244"/>
                </a:lnTo>
                <a:lnTo>
                  <a:pt x="25" y="245"/>
                </a:lnTo>
                <a:lnTo>
                  <a:pt x="24" y="245"/>
                </a:lnTo>
                <a:lnTo>
                  <a:pt x="24" y="246"/>
                </a:lnTo>
                <a:lnTo>
                  <a:pt x="24" y="247"/>
                </a:lnTo>
                <a:lnTo>
                  <a:pt x="23" y="247"/>
                </a:lnTo>
                <a:lnTo>
                  <a:pt x="23" y="248"/>
                </a:lnTo>
                <a:lnTo>
                  <a:pt x="23" y="249"/>
                </a:lnTo>
                <a:lnTo>
                  <a:pt x="22" y="249"/>
                </a:lnTo>
                <a:lnTo>
                  <a:pt x="22" y="250"/>
                </a:lnTo>
                <a:lnTo>
                  <a:pt x="23" y="250"/>
                </a:lnTo>
                <a:lnTo>
                  <a:pt x="23" y="249"/>
                </a:lnTo>
                <a:lnTo>
                  <a:pt x="24" y="249"/>
                </a:lnTo>
                <a:lnTo>
                  <a:pt x="25" y="249"/>
                </a:lnTo>
                <a:lnTo>
                  <a:pt x="25" y="248"/>
                </a:lnTo>
                <a:lnTo>
                  <a:pt x="25" y="247"/>
                </a:lnTo>
                <a:lnTo>
                  <a:pt x="25" y="248"/>
                </a:lnTo>
                <a:lnTo>
                  <a:pt x="25" y="249"/>
                </a:lnTo>
                <a:lnTo>
                  <a:pt x="24" y="249"/>
                </a:lnTo>
                <a:lnTo>
                  <a:pt x="24" y="250"/>
                </a:lnTo>
                <a:lnTo>
                  <a:pt x="23" y="250"/>
                </a:lnTo>
                <a:lnTo>
                  <a:pt x="22" y="250"/>
                </a:lnTo>
                <a:lnTo>
                  <a:pt x="21" y="250"/>
                </a:lnTo>
                <a:lnTo>
                  <a:pt x="21" y="251"/>
                </a:lnTo>
                <a:lnTo>
                  <a:pt x="20" y="252"/>
                </a:lnTo>
                <a:lnTo>
                  <a:pt x="20" y="253"/>
                </a:lnTo>
                <a:lnTo>
                  <a:pt x="19" y="253"/>
                </a:lnTo>
                <a:lnTo>
                  <a:pt x="19" y="254"/>
                </a:lnTo>
                <a:lnTo>
                  <a:pt x="19" y="255"/>
                </a:lnTo>
                <a:lnTo>
                  <a:pt x="20" y="256"/>
                </a:lnTo>
                <a:lnTo>
                  <a:pt x="20" y="257"/>
                </a:lnTo>
                <a:lnTo>
                  <a:pt x="20" y="256"/>
                </a:lnTo>
                <a:lnTo>
                  <a:pt x="20" y="257"/>
                </a:lnTo>
                <a:lnTo>
                  <a:pt x="21" y="257"/>
                </a:lnTo>
                <a:lnTo>
                  <a:pt x="21" y="258"/>
                </a:lnTo>
                <a:lnTo>
                  <a:pt x="22" y="258"/>
                </a:lnTo>
                <a:lnTo>
                  <a:pt x="22" y="259"/>
                </a:lnTo>
                <a:lnTo>
                  <a:pt x="23" y="259"/>
                </a:lnTo>
                <a:lnTo>
                  <a:pt x="23" y="260"/>
                </a:lnTo>
                <a:lnTo>
                  <a:pt x="24" y="260"/>
                </a:lnTo>
                <a:lnTo>
                  <a:pt x="25" y="260"/>
                </a:lnTo>
                <a:lnTo>
                  <a:pt x="25" y="261"/>
                </a:lnTo>
                <a:lnTo>
                  <a:pt x="26" y="261"/>
                </a:lnTo>
                <a:lnTo>
                  <a:pt x="26" y="262"/>
                </a:lnTo>
                <a:lnTo>
                  <a:pt x="27" y="262"/>
                </a:lnTo>
                <a:lnTo>
                  <a:pt x="27" y="263"/>
                </a:lnTo>
                <a:lnTo>
                  <a:pt x="27" y="264"/>
                </a:lnTo>
                <a:lnTo>
                  <a:pt x="27" y="265"/>
                </a:lnTo>
                <a:lnTo>
                  <a:pt x="28" y="265"/>
                </a:lnTo>
                <a:lnTo>
                  <a:pt x="28" y="266"/>
                </a:lnTo>
                <a:lnTo>
                  <a:pt x="29" y="267"/>
                </a:lnTo>
                <a:lnTo>
                  <a:pt x="30" y="267"/>
                </a:lnTo>
                <a:lnTo>
                  <a:pt x="31" y="268"/>
                </a:lnTo>
                <a:lnTo>
                  <a:pt x="32" y="268"/>
                </a:lnTo>
                <a:lnTo>
                  <a:pt x="31" y="268"/>
                </a:lnTo>
                <a:lnTo>
                  <a:pt x="31" y="267"/>
                </a:lnTo>
                <a:lnTo>
                  <a:pt x="31" y="266"/>
                </a:lnTo>
                <a:lnTo>
                  <a:pt x="30" y="266"/>
                </a:lnTo>
                <a:lnTo>
                  <a:pt x="30" y="265"/>
                </a:lnTo>
                <a:lnTo>
                  <a:pt x="29" y="265"/>
                </a:lnTo>
                <a:lnTo>
                  <a:pt x="29" y="264"/>
                </a:lnTo>
                <a:lnTo>
                  <a:pt x="29" y="263"/>
                </a:lnTo>
                <a:lnTo>
                  <a:pt x="29" y="262"/>
                </a:lnTo>
                <a:lnTo>
                  <a:pt x="29" y="261"/>
                </a:lnTo>
                <a:lnTo>
                  <a:pt x="28" y="260"/>
                </a:lnTo>
                <a:lnTo>
                  <a:pt x="28" y="259"/>
                </a:lnTo>
                <a:lnTo>
                  <a:pt x="27" y="259"/>
                </a:lnTo>
                <a:lnTo>
                  <a:pt x="26" y="259"/>
                </a:lnTo>
                <a:lnTo>
                  <a:pt x="25" y="258"/>
                </a:lnTo>
                <a:lnTo>
                  <a:pt x="25" y="257"/>
                </a:lnTo>
                <a:lnTo>
                  <a:pt x="24" y="257"/>
                </a:lnTo>
                <a:lnTo>
                  <a:pt x="25" y="257"/>
                </a:lnTo>
                <a:lnTo>
                  <a:pt x="25" y="258"/>
                </a:lnTo>
                <a:lnTo>
                  <a:pt x="25" y="259"/>
                </a:lnTo>
                <a:lnTo>
                  <a:pt x="26" y="259"/>
                </a:lnTo>
                <a:lnTo>
                  <a:pt x="27" y="259"/>
                </a:lnTo>
                <a:lnTo>
                  <a:pt x="28" y="260"/>
                </a:lnTo>
                <a:lnTo>
                  <a:pt x="29" y="261"/>
                </a:lnTo>
                <a:lnTo>
                  <a:pt x="29" y="262"/>
                </a:lnTo>
                <a:lnTo>
                  <a:pt x="29" y="263"/>
                </a:lnTo>
                <a:lnTo>
                  <a:pt x="30" y="263"/>
                </a:lnTo>
                <a:lnTo>
                  <a:pt x="30" y="264"/>
                </a:lnTo>
                <a:lnTo>
                  <a:pt x="29" y="264"/>
                </a:lnTo>
                <a:lnTo>
                  <a:pt x="29" y="265"/>
                </a:lnTo>
                <a:lnTo>
                  <a:pt x="30" y="265"/>
                </a:lnTo>
                <a:lnTo>
                  <a:pt x="31" y="265"/>
                </a:lnTo>
                <a:lnTo>
                  <a:pt x="31" y="266"/>
                </a:lnTo>
                <a:lnTo>
                  <a:pt x="32" y="267"/>
                </a:lnTo>
                <a:lnTo>
                  <a:pt x="33" y="267"/>
                </a:lnTo>
                <a:lnTo>
                  <a:pt x="33" y="266"/>
                </a:lnTo>
                <a:lnTo>
                  <a:pt x="33" y="265"/>
                </a:lnTo>
                <a:lnTo>
                  <a:pt x="33" y="264"/>
                </a:lnTo>
                <a:lnTo>
                  <a:pt x="32" y="264"/>
                </a:lnTo>
                <a:lnTo>
                  <a:pt x="33" y="264"/>
                </a:lnTo>
                <a:lnTo>
                  <a:pt x="33" y="263"/>
                </a:lnTo>
                <a:lnTo>
                  <a:pt x="33" y="262"/>
                </a:lnTo>
                <a:lnTo>
                  <a:pt x="33" y="261"/>
                </a:lnTo>
                <a:lnTo>
                  <a:pt x="33" y="260"/>
                </a:lnTo>
                <a:lnTo>
                  <a:pt x="32" y="260"/>
                </a:lnTo>
                <a:lnTo>
                  <a:pt x="32" y="259"/>
                </a:lnTo>
                <a:lnTo>
                  <a:pt x="31" y="259"/>
                </a:lnTo>
                <a:lnTo>
                  <a:pt x="32" y="259"/>
                </a:lnTo>
                <a:lnTo>
                  <a:pt x="32" y="260"/>
                </a:lnTo>
                <a:lnTo>
                  <a:pt x="33" y="261"/>
                </a:lnTo>
                <a:lnTo>
                  <a:pt x="33" y="263"/>
                </a:lnTo>
                <a:lnTo>
                  <a:pt x="33" y="264"/>
                </a:lnTo>
                <a:lnTo>
                  <a:pt x="33" y="265"/>
                </a:lnTo>
                <a:lnTo>
                  <a:pt x="34" y="265"/>
                </a:lnTo>
                <a:lnTo>
                  <a:pt x="35" y="265"/>
                </a:lnTo>
                <a:lnTo>
                  <a:pt x="35" y="266"/>
                </a:lnTo>
                <a:lnTo>
                  <a:pt x="36" y="267"/>
                </a:lnTo>
                <a:lnTo>
                  <a:pt x="37" y="268"/>
                </a:lnTo>
                <a:lnTo>
                  <a:pt x="38" y="268"/>
                </a:lnTo>
                <a:lnTo>
                  <a:pt x="38" y="269"/>
                </a:lnTo>
                <a:lnTo>
                  <a:pt x="39" y="269"/>
                </a:lnTo>
                <a:lnTo>
                  <a:pt x="39" y="270"/>
                </a:lnTo>
                <a:lnTo>
                  <a:pt x="38" y="270"/>
                </a:lnTo>
                <a:lnTo>
                  <a:pt x="39" y="271"/>
                </a:lnTo>
                <a:lnTo>
                  <a:pt x="38" y="271"/>
                </a:lnTo>
                <a:lnTo>
                  <a:pt x="39" y="271"/>
                </a:lnTo>
                <a:lnTo>
                  <a:pt x="38" y="271"/>
                </a:lnTo>
                <a:lnTo>
                  <a:pt x="39" y="271"/>
                </a:lnTo>
                <a:lnTo>
                  <a:pt x="39" y="272"/>
                </a:lnTo>
                <a:lnTo>
                  <a:pt x="39" y="273"/>
                </a:lnTo>
                <a:lnTo>
                  <a:pt x="35" y="274"/>
                </a:lnTo>
                <a:lnTo>
                  <a:pt x="33" y="274"/>
                </a:lnTo>
                <a:lnTo>
                  <a:pt x="32" y="274"/>
                </a:lnTo>
                <a:lnTo>
                  <a:pt x="30" y="274"/>
                </a:lnTo>
                <a:lnTo>
                  <a:pt x="28" y="274"/>
                </a:lnTo>
                <a:lnTo>
                  <a:pt x="27" y="274"/>
                </a:lnTo>
                <a:lnTo>
                  <a:pt x="26" y="274"/>
                </a:lnTo>
                <a:lnTo>
                  <a:pt x="24" y="274"/>
                </a:lnTo>
                <a:lnTo>
                  <a:pt x="23" y="275"/>
                </a:lnTo>
                <a:lnTo>
                  <a:pt x="21" y="275"/>
                </a:lnTo>
                <a:lnTo>
                  <a:pt x="19" y="275"/>
                </a:lnTo>
                <a:lnTo>
                  <a:pt x="17" y="275"/>
                </a:lnTo>
                <a:lnTo>
                  <a:pt x="17" y="272"/>
                </a:lnTo>
                <a:lnTo>
                  <a:pt x="16" y="272"/>
                </a:lnTo>
                <a:lnTo>
                  <a:pt x="16" y="271"/>
                </a:lnTo>
                <a:lnTo>
                  <a:pt x="16" y="270"/>
                </a:lnTo>
                <a:lnTo>
                  <a:pt x="16" y="269"/>
                </a:lnTo>
                <a:lnTo>
                  <a:pt x="15" y="269"/>
                </a:lnTo>
                <a:lnTo>
                  <a:pt x="15" y="268"/>
                </a:lnTo>
                <a:lnTo>
                  <a:pt x="15" y="267"/>
                </a:lnTo>
                <a:lnTo>
                  <a:pt x="15" y="266"/>
                </a:lnTo>
                <a:lnTo>
                  <a:pt x="15" y="265"/>
                </a:lnTo>
                <a:lnTo>
                  <a:pt x="14" y="265"/>
                </a:lnTo>
                <a:lnTo>
                  <a:pt x="14" y="262"/>
                </a:lnTo>
                <a:lnTo>
                  <a:pt x="15" y="262"/>
                </a:lnTo>
                <a:lnTo>
                  <a:pt x="14" y="261"/>
                </a:lnTo>
                <a:lnTo>
                  <a:pt x="15" y="260"/>
                </a:lnTo>
                <a:lnTo>
                  <a:pt x="15" y="259"/>
                </a:lnTo>
                <a:lnTo>
                  <a:pt x="15" y="258"/>
                </a:lnTo>
                <a:lnTo>
                  <a:pt x="14" y="258"/>
                </a:lnTo>
                <a:lnTo>
                  <a:pt x="14" y="257"/>
                </a:lnTo>
                <a:lnTo>
                  <a:pt x="14" y="256"/>
                </a:lnTo>
                <a:lnTo>
                  <a:pt x="14" y="254"/>
                </a:lnTo>
                <a:lnTo>
                  <a:pt x="15" y="254"/>
                </a:lnTo>
                <a:lnTo>
                  <a:pt x="15" y="253"/>
                </a:lnTo>
                <a:lnTo>
                  <a:pt x="14" y="253"/>
                </a:lnTo>
                <a:lnTo>
                  <a:pt x="14" y="252"/>
                </a:lnTo>
                <a:lnTo>
                  <a:pt x="14" y="253"/>
                </a:lnTo>
                <a:lnTo>
                  <a:pt x="13" y="253"/>
                </a:lnTo>
                <a:lnTo>
                  <a:pt x="13" y="252"/>
                </a:lnTo>
                <a:lnTo>
                  <a:pt x="11" y="252"/>
                </a:lnTo>
                <a:lnTo>
                  <a:pt x="11" y="253"/>
                </a:lnTo>
                <a:lnTo>
                  <a:pt x="10" y="253"/>
                </a:lnTo>
                <a:lnTo>
                  <a:pt x="9" y="253"/>
                </a:lnTo>
                <a:lnTo>
                  <a:pt x="8" y="254"/>
                </a:lnTo>
                <a:lnTo>
                  <a:pt x="7" y="254"/>
                </a:lnTo>
                <a:lnTo>
                  <a:pt x="7" y="255"/>
                </a:lnTo>
                <a:lnTo>
                  <a:pt x="7" y="256"/>
                </a:lnTo>
                <a:lnTo>
                  <a:pt x="6" y="256"/>
                </a:lnTo>
                <a:lnTo>
                  <a:pt x="6" y="257"/>
                </a:lnTo>
                <a:lnTo>
                  <a:pt x="6" y="258"/>
                </a:lnTo>
                <a:lnTo>
                  <a:pt x="6" y="259"/>
                </a:lnTo>
                <a:lnTo>
                  <a:pt x="6" y="260"/>
                </a:lnTo>
                <a:lnTo>
                  <a:pt x="6" y="261"/>
                </a:lnTo>
                <a:lnTo>
                  <a:pt x="6" y="262"/>
                </a:lnTo>
                <a:lnTo>
                  <a:pt x="6" y="263"/>
                </a:lnTo>
                <a:lnTo>
                  <a:pt x="6" y="264"/>
                </a:lnTo>
                <a:lnTo>
                  <a:pt x="7" y="264"/>
                </a:lnTo>
                <a:lnTo>
                  <a:pt x="7" y="265"/>
                </a:lnTo>
                <a:lnTo>
                  <a:pt x="7" y="266"/>
                </a:lnTo>
                <a:lnTo>
                  <a:pt x="7" y="267"/>
                </a:lnTo>
                <a:lnTo>
                  <a:pt x="8" y="268"/>
                </a:lnTo>
                <a:lnTo>
                  <a:pt x="8" y="269"/>
                </a:lnTo>
                <a:lnTo>
                  <a:pt x="8" y="270"/>
                </a:lnTo>
                <a:lnTo>
                  <a:pt x="8" y="271"/>
                </a:lnTo>
                <a:lnTo>
                  <a:pt x="7" y="271"/>
                </a:lnTo>
                <a:lnTo>
                  <a:pt x="8" y="271"/>
                </a:lnTo>
                <a:lnTo>
                  <a:pt x="7" y="272"/>
                </a:lnTo>
                <a:lnTo>
                  <a:pt x="7" y="273"/>
                </a:lnTo>
                <a:lnTo>
                  <a:pt x="6" y="273"/>
                </a:lnTo>
                <a:lnTo>
                  <a:pt x="5" y="274"/>
                </a:lnTo>
                <a:lnTo>
                  <a:pt x="5" y="275"/>
                </a:lnTo>
                <a:lnTo>
                  <a:pt x="4" y="275"/>
                </a:lnTo>
                <a:lnTo>
                  <a:pt x="4" y="276"/>
                </a:lnTo>
                <a:lnTo>
                  <a:pt x="1" y="276"/>
                </a:lnTo>
                <a:lnTo>
                  <a:pt x="0" y="276"/>
                </a:lnTo>
                <a:lnTo>
                  <a:pt x="0" y="275"/>
                </a:lnTo>
                <a:lnTo>
                  <a:pt x="0" y="274"/>
                </a:lnTo>
                <a:lnTo>
                  <a:pt x="1" y="274"/>
                </a:lnTo>
                <a:lnTo>
                  <a:pt x="1" y="273"/>
                </a:lnTo>
                <a:lnTo>
                  <a:pt x="2" y="273"/>
                </a:lnTo>
                <a:lnTo>
                  <a:pt x="3" y="272"/>
                </a:lnTo>
                <a:lnTo>
                  <a:pt x="3" y="271"/>
                </a:lnTo>
                <a:lnTo>
                  <a:pt x="4" y="271"/>
                </a:lnTo>
                <a:lnTo>
                  <a:pt x="5" y="270"/>
                </a:lnTo>
                <a:lnTo>
                  <a:pt x="5" y="269"/>
                </a:lnTo>
                <a:lnTo>
                  <a:pt x="6" y="268"/>
                </a:lnTo>
                <a:lnTo>
                  <a:pt x="6" y="267"/>
                </a:lnTo>
                <a:lnTo>
                  <a:pt x="6" y="266"/>
                </a:lnTo>
                <a:lnTo>
                  <a:pt x="6" y="265"/>
                </a:lnTo>
                <a:lnTo>
                  <a:pt x="5" y="265"/>
                </a:lnTo>
                <a:lnTo>
                  <a:pt x="5" y="264"/>
                </a:lnTo>
                <a:lnTo>
                  <a:pt x="5" y="263"/>
                </a:lnTo>
                <a:lnTo>
                  <a:pt x="5" y="262"/>
                </a:lnTo>
                <a:lnTo>
                  <a:pt x="5" y="261"/>
                </a:lnTo>
                <a:lnTo>
                  <a:pt x="5" y="260"/>
                </a:lnTo>
                <a:lnTo>
                  <a:pt x="6" y="260"/>
                </a:lnTo>
                <a:lnTo>
                  <a:pt x="6" y="259"/>
                </a:lnTo>
                <a:lnTo>
                  <a:pt x="6" y="258"/>
                </a:lnTo>
                <a:lnTo>
                  <a:pt x="6" y="257"/>
                </a:lnTo>
                <a:lnTo>
                  <a:pt x="6" y="256"/>
                </a:lnTo>
                <a:lnTo>
                  <a:pt x="7" y="255"/>
                </a:lnTo>
                <a:lnTo>
                  <a:pt x="8" y="254"/>
                </a:lnTo>
                <a:lnTo>
                  <a:pt x="8" y="253"/>
                </a:lnTo>
                <a:lnTo>
                  <a:pt x="9" y="253"/>
                </a:lnTo>
                <a:lnTo>
                  <a:pt x="10" y="253"/>
                </a:lnTo>
                <a:lnTo>
                  <a:pt x="10" y="252"/>
                </a:lnTo>
                <a:lnTo>
                  <a:pt x="11" y="252"/>
                </a:lnTo>
                <a:lnTo>
                  <a:pt x="13" y="252"/>
                </a:lnTo>
                <a:lnTo>
                  <a:pt x="14" y="252"/>
                </a:lnTo>
                <a:lnTo>
                  <a:pt x="14" y="251"/>
                </a:lnTo>
                <a:lnTo>
                  <a:pt x="14" y="250"/>
                </a:lnTo>
                <a:lnTo>
                  <a:pt x="15" y="250"/>
                </a:lnTo>
                <a:lnTo>
                  <a:pt x="15" y="249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4" y="246"/>
                </a:lnTo>
                <a:lnTo>
                  <a:pt x="13" y="246"/>
                </a:lnTo>
                <a:lnTo>
                  <a:pt x="13" y="245"/>
                </a:lnTo>
                <a:lnTo>
                  <a:pt x="14" y="245"/>
                </a:lnTo>
                <a:moveTo>
                  <a:pt x="28" y="269"/>
                </a:moveTo>
                <a:lnTo>
                  <a:pt x="28" y="268"/>
                </a:lnTo>
                <a:lnTo>
                  <a:pt x="27" y="266"/>
                </a:lnTo>
                <a:lnTo>
                  <a:pt x="26" y="266"/>
                </a:lnTo>
                <a:lnTo>
                  <a:pt x="26" y="267"/>
                </a:lnTo>
                <a:lnTo>
                  <a:pt x="26" y="268"/>
                </a:lnTo>
                <a:lnTo>
                  <a:pt x="28" y="269"/>
                </a:lnTo>
                <a:moveTo>
                  <a:pt x="17" y="255"/>
                </a:moveTo>
                <a:lnTo>
                  <a:pt x="18" y="255"/>
                </a:lnTo>
                <a:lnTo>
                  <a:pt x="19" y="253"/>
                </a:lnTo>
                <a:lnTo>
                  <a:pt x="19" y="252"/>
                </a:lnTo>
                <a:lnTo>
                  <a:pt x="18" y="252"/>
                </a:lnTo>
                <a:lnTo>
                  <a:pt x="17" y="253"/>
                </a:lnTo>
                <a:lnTo>
                  <a:pt x="17" y="254"/>
                </a:lnTo>
                <a:lnTo>
                  <a:pt x="17" y="255"/>
                </a:lnTo>
                <a:moveTo>
                  <a:pt x="20" y="248"/>
                </a:moveTo>
                <a:lnTo>
                  <a:pt x="20" y="249"/>
                </a:lnTo>
                <a:lnTo>
                  <a:pt x="21" y="249"/>
                </a:lnTo>
                <a:lnTo>
                  <a:pt x="21" y="248"/>
                </a:lnTo>
                <a:lnTo>
                  <a:pt x="20" y="248"/>
                </a:lnTo>
                <a:moveTo>
                  <a:pt x="21" y="223"/>
                </a:moveTo>
                <a:lnTo>
                  <a:pt x="20" y="222"/>
                </a:lnTo>
                <a:lnTo>
                  <a:pt x="20" y="221"/>
                </a:lnTo>
                <a:lnTo>
                  <a:pt x="20" y="220"/>
                </a:lnTo>
                <a:lnTo>
                  <a:pt x="20" y="219"/>
                </a:lnTo>
                <a:lnTo>
                  <a:pt x="20" y="220"/>
                </a:lnTo>
                <a:lnTo>
                  <a:pt x="19" y="220"/>
                </a:lnTo>
                <a:lnTo>
                  <a:pt x="19" y="221"/>
                </a:lnTo>
                <a:lnTo>
                  <a:pt x="19" y="222"/>
                </a:lnTo>
                <a:lnTo>
                  <a:pt x="18" y="222"/>
                </a:lnTo>
                <a:lnTo>
                  <a:pt x="18" y="223"/>
                </a:lnTo>
                <a:lnTo>
                  <a:pt x="18" y="224"/>
                </a:lnTo>
                <a:lnTo>
                  <a:pt x="18" y="225"/>
                </a:lnTo>
                <a:lnTo>
                  <a:pt x="18" y="226"/>
                </a:lnTo>
                <a:lnTo>
                  <a:pt x="19" y="226"/>
                </a:lnTo>
                <a:lnTo>
                  <a:pt x="20" y="226"/>
                </a:lnTo>
                <a:lnTo>
                  <a:pt x="20" y="227"/>
                </a:lnTo>
                <a:lnTo>
                  <a:pt x="21" y="227"/>
                </a:lnTo>
                <a:lnTo>
                  <a:pt x="22" y="227"/>
                </a:lnTo>
                <a:lnTo>
                  <a:pt x="22" y="226"/>
                </a:lnTo>
                <a:lnTo>
                  <a:pt x="23" y="226"/>
                </a:lnTo>
                <a:lnTo>
                  <a:pt x="22" y="226"/>
                </a:lnTo>
                <a:lnTo>
                  <a:pt x="22" y="225"/>
                </a:lnTo>
                <a:lnTo>
                  <a:pt x="21" y="224"/>
                </a:lnTo>
                <a:lnTo>
                  <a:pt x="21" y="223"/>
                </a:lnTo>
                <a:moveTo>
                  <a:pt x="23" y="222"/>
                </a:moveTo>
                <a:lnTo>
                  <a:pt x="23" y="221"/>
                </a:lnTo>
                <a:lnTo>
                  <a:pt x="22" y="220"/>
                </a:lnTo>
                <a:lnTo>
                  <a:pt x="22" y="221"/>
                </a:lnTo>
                <a:lnTo>
                  <a:pt x="22" y="222"/>
                </a:lnTo>
                <a:lnTo>
                  <a:pt x="23" y="222"/>
                </a:lnTo>
                <a:moveTo>
                  <a:pt x="29" y="202"/>
                </a:moveTo>
                <a:lnTo>
                  <a:pt x="30" y="202"/>
                </a:lnTo>
                <a:lnTo>
                  <a:pt x="29" y="202"/>
                </a:lnTo>
                <a:lnTo>
                  <a:pt x="29" y="203"/>
                </a:lnTo>
                <a:lnTo>
                  <a:pt x="29" y="202"/>
                </a:lnTo>
                <a:moveTo>
                  <a:pt x="31" y="201"/>
                </a:moveTo>
                <a:lnTo>
                  <a:pt x="31" y="200"/>
                </a:lnTo>
                <a:lnTo>
                  <a:pt x="31" y="201"/>
                </a:lnTo>
                <a:lnTo>
                  <a:pt x="30" y="201"/>
                </a:lnTo>
                <a:lnTo>
                  <a:pt x="30" y="202"/>
                </a:lnTo>
                <a:lnTo>
                  <a:pt x="30" y="201"/>
                </a:lnTo>
                <a:lnTo>
                  <a:pt x="31" y="201"/>
                </a:lnTo>
                <a:moveTo>
                  <a:pt x="31" y="197"/>
                </a:moveTo>
                <a:lnTo>
                  <a:pt x="31" y="198"/>
                </a:lnTo>
                <a:lnTo>
                  <a:pt x="31" y="197"/>
                </a:lnTo>
                <a:moveTo>
                  <a:pt x="43" y="185"/>
                </a:moveTo>
                <a:lnTo>
                  <a:pt x="43" y="184"/>
                </a:lnTo>
                <a:lnTo>
                  <a:pt x="44" y="184"/>
                </a:lnTo>
                <a:lnTo>
                  <a:pt x="45" y="183"/>
                </a:lnTo>
                <a:lnTo>
                  <a:pt x="46" y="183"/>
                </a:lnTo>
                <a:lnTo>
                  <a:pt x="46" y="182"/>
                </a:lnTo>
                <a:lnTo>
                  <a:pt x="47" y="182"/>
                </a:lnTo>
                <a:lnTo>
                  <a:pt x="47" y="181"/>
                </a:lnTo>
                <a:lnTo>
                  <a:pt x="47" y="180"/>
                </a:lnTo>
                <a:lnTo>
                  <a:pt x="47" y="179"/>
                </a:lnTo>
                <a:lnTo>
                  <a:pt x="47" y="178"/>
                </a:lnTo>
                <a:lnTo>
                  <a:pt x="46" y="178"/>
                </a:lnTo>
                <a:lnTo>
                  <a:pt x="45" y="178"/>
                </a:lnTo>
                <a:lnTo>
                  <a:pt x="44" y="179"/>
                </a:lnTo>
                <a:lnTo>
                  <a:pt x="43" y="180"/>
                </a:lnTo>
                <a:lnTo>
                  <a:pt x="43" y="181"/>
                </a:lnTo>
                <a:lnTo>
                  <a:pt x="42" y="181"/>
                </a:lnTo>
                <a:lnTo>
                  <a:pt x="42" y="182"/>
                </a:lnTo>
                <a:lnTo>
                  <a:pt x="43" y="183"/>
                </a:lnTo>
                <a:lnTo>
                  <a:pt x="43" y="184"/>
                </a:lnTo>
                <a:lnTo>
                  <a:pt x="43" y="185"/>
                </a:lnTo>
                <a:moveTo>
                  <a:pt x="45" y="178"/>
                </a:moveTo>
                <a:lnTo>
                  <a:pt x="45" y="177"/>
                </a:lnTo>
                <a:lnTo>
                  <a:pt x="44" y="177"/>
                </a:lnTo>
                <a:lnTo>
                  <a:pt x="44" y="178"/>
                </a:lnTo>
                <a:lnTo>
                  <a:pt x="43" y="179"/>
                </a:lnTo>
                <a:lnTo>
                  <a:pt x="44" y="179"/>
                </a:lnTo>
                <a:lnTo>
                  <a:pt x="44" y="178"/>
                </a:lnTo>
                <a:lnTo>
                  <a:pt x="45" y="178"/>
                </a:lnTo>
                <a:moveTo>
                  <a:pt x="46" y="178"/>
                </a:moveTo>
                <a:lnTo>
                  <a:pt x="46" y="177"/>
                </a:lnTo>
                <a:lnTo>
                  <a:pt x="47" y="177"/>
                </a:lnTo>
                <a:lnTo>
                  <a:pt x="47" y="176"/>
                </a:lnTo>
                <a:lnTo>
                  <a:pt x="47" y="175"/>
                </a:lnTo>
                <a:lnTo>
                  <a:pt x="46" y="175"/>
                </a:lnTo>
                <a:lnTo>
                  <a:pt x="46" y="176"/>
                </a:lnTo>
                <a:lnTo>
                  <a:pt x="45" y="176"/>
                </a:lnTo>
                <a:lnTo>
                  <a:pt x="45" y="177"/>
                </a:lnTo>
                <a:lnTo>
                  <a:pt x="45" y="178"/>
                </a:lnTo>
                <a:lnTo>
                  <a:pt x="46" y="178"/>
                </a:lnTo>
                <a:moveTo>
                  <a:pt x="60" y="163"/>
                </a:moveTo>
                <a:lnTo>
                  <a:pt x="59" y="164"/>
                </a:lnTo>
                <a:lnTo>
                  <a:pt x="58" y="164"/>
                </a:lnTo>
                <a:lnTo>
                  <a:pt x="58" y="165"/>
                </a:lnTo>
                <a:lnTo>
                  <a:pt x="59" y="165"/>
                </a:lnTo>
                <a:lnTo>
                  <a:pt x="59" y="164"/>
                </a:lnTo>
                <a:lnTo>
                  <a:pt x="60" y="164"/>
                </a:lnTo>
                <a:lnTo>
                  <a:pt x="60" y="163"/>
                </a:lnTo>
                <a:moveTo>
                  <a:pt x="65" y="160"/>
                </a:moveTo>
                <a:lnTo>
                  <a:pt x="66" y="159"/>
                </a:lnTo>
                <a:lnTo>
                  <a:pt x="66" y="158"/>
                </a:lnTo>
                <a:lnTo>
                  <a:pt x="65" y="158"/>
                </a:lnTo>
                <a:lnTo>
                  <a:pt x="65" y="159"/>
                </a:lnTo>
                <a:lnTo>
                  <a:pt x="65" y="160"/>
                </a:lnTo>
                <a:lnTo>
                  <a:pt x="64" y="160"/>
                </a:lnTo>
                <a:lnTo>
                  <a:pt x="65" y="160"/>
                </a:lnTo>
                <a:moveTo>
                  <a:pt x="81" y="131"/>
                </a:moveTo>
                <a:lnTo>
                  <a:pt x="80" y="132"/>
                </a:lnTo>
                <a:lnTo>
                  <a:pt x="80" y="133"/>
                </a:lnTo>
                <a:lnTo>
                  <a:pt x="81" y="133"/>
                </a:lnTo>
                <a:lnTo>
                  <a:pt x="81" y="132"/>
                </a:lnTo>
                <a:lnTo>
                  <a:pt x="81" y="13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9" name=""/>
          <p:cNvSpPr/>
          <p:nvPr/>
        </p:nvSpPr>
        <p:spPr>
          <a:xfrm>
            <a:off x="8622720" y="1067400"/>
            <a:ext cx="9360" cy="29880"/>
          </a:xfrm>
          <a:custGeom>
            <a:avLst/>
            <a:gdLst/>
            <a:ahLst/>
            <a:rect l="0" t="0" r="r" b="b"/>
            <a:pathLst>
              <a:path w="26" h="83">
                <a:moveTo>
                  <a:pt x="23" y="2"/>
                </a:moveTo>
                <a:lnTo>
                  <a:pt x="24" y="2"/>
                </a:lnTo>
                <a:lnTo>
                  <a:pt x="24" y="3"/>
                </a:lnTo>
                <a:lnTo>
                  <a:pt x="25" y="3"/>
                </a:lnTo>
                <a:lnTo>
                  <a:pt x="26" y="4"/>
                </a:lnTo>
                <a:lnTo>
                  <a:pt x="26" y="5"/>
                </a:lnTo>
                <a:lnTo>
                  <a:pt x="25" y="4"/>
                </a:lnTo>
                <a:lnTo>
                  <a:pt x="24" y="4"/>
                </a:lnTo>
                <a:lnTo>
                  <a:pt x="23" y="3"/>
                </a:lnTo>
                <a:lnTo>
                  <a:pt x="22" y="3"/>
                </a:lnTo>
                <a:lnTo>
                  <a:pt x="20" y="2"/>
                </a:lnTo>
                <a:lnTo>
                  <a:pt x="18" y="2"/>
                </a:lnTo>
                <a:lnTo>
                  <a:pt x="17" y="2"/>
                </a:lnTo>
                <a:lnTo>
                  <a:pt x="16" y="4"/>
                </a:lnTo>
                <a:lnTo>
                  <a:pt x="16" y="5"/>
                </a:lnTo>
                <a:lnTo>
                  <a:pt x="17" y="5"/>
                </a:lnTo>
                <a:lnTo>
                  <a:pt x="17" y="4"/>
                </a:lnTo>
                <a:lnTo>
                  <a:pt x="18" y="4"/>
                </a:lnTo>
                <a:lnTo>
                  <a:pt x="18" y="5"/>
                </a:lnTo>
                <a:lnTo>
                  <a:pt x="19" y="5"/>
                </a:lnTo>
                <a:lnTo>
                  <a:pt x="21" y="5"/>
                </a:lnTo>
                <a:lnTo>
                  <a:pt x="22" y="5"/>
                </a:lnTo>
                <a:lnTo>
                  <a:pt x="23" y="6"/>
                </a:lnTo>
                <a:lnTo>
                  <a:pt x="24" y="7"/>
                </a:lnTo>
                <a:lnTo>
                  <a:pt x="24" y="8"/>
                </a:lnTo>
                <a:lnTo>
                  <a:pt x="23" y="8"/>
                </a:lnTo>
                <a:lnTo>
                  <a:pt x="23" y="9"/>
                </a:lnTo>
                <a:lnTo>
                  <a:pt x="23" y="10"/>
                </a:lnTo>
                <a:lnTo>
                  <a:pt x="22" y="11"/>
                </a:lnTo>
                <a:lnTo>
                  <a:pt x="21" y="13"/>
                </a:lnTo>
                <a:lnTo>
                  <a:pt x="20" y="14"/>
                </a:lnTo>
                <a:lnTo>
                  <a:pt x="20" y="15"/>
                </a:lnTo>
                <a:lnTo>
                  <a:pt x="19" y="15"/>
                </a:lnTo>
                <a:lnTo>
                  <a:pt x="18" y="16"/>
                </a:lnTo>
                <a:lnTo>
                  <a:pt x="19" y="16"/>
                </a:lnTo>
                <a:lnTo>
                  <a:pt x="20" y="16"/>
                </a:lnTo>
                <a:lnTo>
                  <a:pt x="20" y="17"/>
                </a:lnTo>
                <a:lnTo>
                  <a:pt x="21" y="18"/>
                </a:lnTo>
                <a:lnTo>
                  <a:pt x="20" y="19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6" y="20"/>
                </a:lnTo>
                <a:lnTo>
                  <a:pt x="16" y="21"/>
                </a:lnTo>
                <a:lnTo>
                  <a:pt x="16" y="22"/>
                </a:lnTo>
                <a:lnTo>
                  <a:pt x="15" y="23"/>
                </a:lnTo>
                <a:lnTo>
                  <a:pt x="11" y="23"/>
                </a:lnTo>
                <a:lnTo>
                  <a:pt x="11" y="22"/>
                </a:lnTo>
                <a:lnTo>
                  <a:pt x="10" y="22"/>
                </a:lnTo>
                <a:lnTo>
                  <a:pt x="9" y="21"/>
                </a:lnTo>
                <a:lnTo>
                  <a:pt x="8" y="21"/>
                </a:lnTo>
                <a:lnTo>
                  <a:pt x="7" y="21"/>
                </a:lnTo>
                <a:lnTo>
                  <a:pt x="7" y="22"/>
                </a:lnTo>
                <a:lnTo>
                  <a:pt x="7" y="23"/>
                </a:lnTo>
                <a:lnTo>
                  <a:pt x="7" y="24"/>
                </a:lnTo>
                <a:lnTo>
                  <a:pt x="8" y="25"/>
                </a:lnTo>
                <a:lnTo>
                  <a:pt x="9" y="25"/>
                </a:lnTo>
                <a:lnTo>
                  <a:pt x="9" y="26"/>
                </a:lnTo>
                <a:lnTo>
                  <a:pt x="8" y="27"/>
                </a:lnTo>
                <a:lnTo>
                  <a:pt x="7" y="30"/>
                </a:lnTo>
                <a:lnTo>
                  <a:pt x="6" y="30"/>
                </a:lnTo>
                <a:lnTo>
                  <a:pt x="6" y="31"/>
                </a:lnTo>
                <a:lnTo>
                  <a:pt x="6" y="32"/>
                </a:lnTo>
                <a:lnTo>
                  <a:pt x="7" y="33"/>
                </a:lnTo>
                <a:lnTo>
                  <a:pt x="6" y="33"/>
                </a:lnTo>
                <a:lnTo>
                  <a:pt x="6" y="34"/>
                </a:lnTo>
                <a:lnTo>
                  <a:pt x="5" y="34"/>
                </a:lnTo>
                <a:lnTo>
                  <a:pt x="4" y="34"/>
                </a:lnTo>
                <a:lnTo>
                  <a:pt x="3" y="34"/>
                </a:lnTo>
                <a:lnTo>
                  <a:pt x="3" y="35"/>
                </a:lnTo>
                <a:lnTo>
                  <a:pt x="4" y="37"/>
                </a:lnTo>
                <a:lnTo>
                  <a:pt x="4" y="38"/>
                </a:lnTo>
                <a:lnTo>
                  <a:pt x="5" y="39"/>
                </a:lnTo>
                <a:lnTo>
                  <a:pt x="6" y="40"/>
                </a:lnTo>
                <a:lnTo>
                  <a:pt x="8" y="42"/>
                </a:lnTo>
                <a:lnTo>
                  <a:pt x="9" y="43"/>
                </a:lnTo>
                <a:lnTo>
                  <a:pt x="9" y="44"/>
                </a:lnTo>
                <a:lnTo>
                  <a:pt x="9" y="45"/>
                </a:lnTo>
                <a:lnTo>
                  <a:pt x="9" y="46"/>
                </a:lnTo>
                <a:lnTo>
                  <a:pt x="9" y="47"/>
                </a:lnTo>
                <a:lnTo>
                  <a:pt x="8" y="47"/>
                </a:lnTo>
                <a:lnTo>
                  <a:pt x="7" y="47"/>
                </a:lnTo>
                <a:lnTo>
                  <a:pt x="7" y="48"/>
                </a:lnTo>
                <a:lnTo>
                  <a:pt x="6" y="49"/>
                </a:lnTo>
                <a:lnTo>
                  <a:pt x="6" y="50"/>
                </a:lnTo>
                <a:lnTo>
                  <a:pt x="6" y="51"/>
                </a:lnTo>
                <a:lnTo>
                  <a:pt x="7" y="51"/>
                </a:lnTo>
                <a:lnTo>
                  <a:pt x="7" y="52"/>
                </a:lnTo>
                <a:lnTo>
                  <a:pt x="7" y="53"/>
                </a:lnTo>
                <a:lnTo>
                  <a:pt x="6" y="53"/>
                </a:lnTo>
                <a:lnTo>
                  <a:pt x="6" y="54"/>
                </a:lnTo>
                <a:lnTo>
                  <a:pt x="7" y="55"/>
                </a:lnTo>
                <a:lnTo>
                  <a:pt x="7" y="56"/>
                </a:lnTo>
                <a:lnTo>
                  <a:pt x="6" y="57"/>
                </a:lnTo>
                <a:lnTo>
                  <a:pt x="6" y="58"/>
                </a:lnTo>
                <a:lnTo>
                  <a:pt x="6" y="59"/>
                </a:lnTo>
                <a:lnTo>
                  <a:pt x="7" y="59"/>
                </a:lnTo>
                <a:lnTo>
                  <a:pt x="7" y="60"/>
                </a:lnTo>
                <a:lnTo>
                  <a:pt x="7" y="61"/>
                </a:lnTo>
                <a:lnTo>
                  <a:pt x="6" y="61"/>
                </a:lnTo>
                <a:lnTo>
                  <a:pt x="5" y="62"/>
                </a:lnTo>
                <a:lnTo>
                  <a:pt x="5" y="63"/>
                </a:lnTo>
                <a:lnTo>
                  <a:pt x="4" y="64"/>
                </a:lnTo>
                <a:lnTo>
                  <a:pt x="4" y="66"/>
                </a:lnTo>
                <a:lnTo>
                  <a:pt x="4" y="67"/>
                </a:lnTo>
                <a:lnTo>
                  <a:pt x="4" y="68"/>
                </a:lnTo>
                <a:lnTo>
                  <a:pt x="3" y="69"/>
                </a:lnTo>
                <a:lnTo>
                  <a:pt x="3" y="70"/>
                </a:lnTo>
                <a:lnTo>
                  <a:pt x="3" y="71"/>
                </a:lnTo>
                <a:lnTo>
                  <a:pt x="2" y="71"/>
                </a:lnTo>
                <a:lnTo>
                  <a:pt x="2" y="72"/>
                </a:lnTo>
                <a:lnTo>
                  <a:pt x="3" y="72"/>
                </a:lnTo>
                <a:lnTo>
                  <a:pt x="4" y="72"/>
                </a:lnTo>
                <a:lnTo>
                  <a:pt x="5" y="72"/>
                </a:lnTo>
                <a:lnTo>
                  <a:pt x="5" y="73"/>
                </a:lnTo>
                <a:lnTo>
                  <a:pt x="4" y="74"/>
                </a:lnTo>
                <a:lnTo>
                  <a:pt x="4" y="75"/>
                </a:lnTo>
                <a:lnTo>
                  <a:pt x="4" y="76"/>
                </a:lnTo>
                <a:lnTo>
                  <a:pt x="4" y="77"/>
                </a:lnTo>
                <a:lnTo>
                  <a:pt x="4" y="78"/>
                </a:lnTo>
                <a:lnTo>
                  <a:pt x="4" y="79"/>
                </a:lnTo>
                <a:lnTo>
                  <a:pt x="4" y="80"/>
                </a:lnTo>
                <a:lnTo>
                  <a:pt x="5" y="79"/>
                </a:lnTo>
                <a:lnTo>
                  <a:pt x="6" y="78"/>
                </a:lnTo>
                <a:lnTo>
                  <a:pt x="7" y="79"/>
                </a:lnTo>
                <a:lnTo>
                  <a:pt x="6" y="79"/>
                </a:lnTo>
                <a:lnTo>
                  <a:pt x="6" y="80"/>
                </a:lnTo>
                <a:lnTo>
                  <a:pt x="5" y="80"/>
                </a:lnTo>
                <a:lnTo>
                  <a:pt x="5" y="81"/>
                </a:lnTo>
                <a:lnTo>
                  <a:pt x="5" y="82"/>
                </a:lnTo>
                <a:lnTo>
                  <a:pt x="6" y="82"/>
                </a:lnTo>
                <a:lnTo>
                  <a:pt x="5" y="83"/>
                </a:lnTo>
                <a:lnTo>
                  <a:pt x="4" y="83"/>
                </a:lnTo>
                <a:lnTo>
                  <a:pt x="3" y="82"/>
                </a:lnTo>
                <a:lnTo>
                  <a:pt x="2" y="82"/>
                </a:lnTo>
                <a:lnTo>
                  <a:pt x="2" y="81"/>
                </a:lnTo>
                <a:lnTo>
                  <a:pt x="1" y="79"/>
                </a:lnTo>
                <a:lnTo>
                  <a:pt x="1" y="78"/>
                </a:lnTo>
                <a:lnTo>
                  <a:pt x="1" y="77"/>
                </a:lnTo>
                <a:lnTo>
                  <a:pt x="1" y="76"/>
                </a:lnTo>
                <a:lnTo>
                  <a:pt x="1" y="75"/>
                </a:lnTo>
                <a:lnTo>
                  <a:pt x="1" y="74"/>
                </a:lnTo>
                <a:lnTo>
                  <a:pt x="0" y="73"/>
                </a:lnTo>
                <a:lnTo>
                  <a:pt x="1" y="72"/>
                </a:lnTo>
                <a:lnTo>
                  <a:pt x="2" y="70"/>
                </a:lnTo>
                <a:lnTo>
                  <a:pt x="2" y="69"/>
                </a:lnTo>
                <a:lnTo>
                  <a:pt x="2" y="68"/>
                </a:lnTo>
                <a:lnTo>
                  <a:pt x="2" y="67"/>
                </a:lnTo>
                <a:lnTo>
                  <a:pt x="2" y="66"/>
                </a:lnTo>
                <a:lnTo>
                  <a:pt x="3" y="65"/>
                </a:lnTo>
                <a:lnTo>
                  <a:pt x="3" y="64"/>
                </a:lnTo>
                <a:lnTo>
                  <a:pt x="3" y="63"/>
                </a:lnTo>
                <a:lnTo>
                  <a:pt x="3" y="62"/>
                </a:lnTo>
                <a:lnTo>
                  <a:pt x="4" y="62"/>
                </a:lnTo>
                <a:lnTo>
                  <a:pt x="5" y="61"/>
                </a:lnTo>
                <a:lnTo>
                  <a:pt x="5" y="60"/>
                </a:lnTo>
                <a:lnTo>
                  <a:pt x="4" y="60"/>
                </a:lnTo>
                <a:lnTo>
                  <a:pt x="3" y="59"/>
                </a:lnTo>
                <a:lnTo>
                  <a:pt x="3" y="56"/>
                </a:lnTo>
                <a:lnTo>
                  <a:pt x="4" y="55"/>
                </a:lnTo>
                <a:lnTo>
                  <a:pt x="3" y="55"/>
                </a:lnTo>
                <a:lnTo>
                  <a:pt x="3" y="54"/>
                </a:lnTo>
                <a:lnTo>
                  <a:pt x="3" y="53"/>
                </a:lnTo>
                <a:lnTo>
                  <a:pt x="3" y="52"/>
                </a:lnTo>
                <a:lnTo>
                  <a:pt x="3" y="51"/>
                </a:lnTo>
                <a:lnTo>
                  <a:pt x="4" y="50"/>
                </a:lnTo>
                <a:lnTo>
                  <a:pt x="4" y="49"/>
                </a:lnTo>
                <a:lnTo>
                  <a:pt x="4" y="48"/>
                </a:lnTo>
                <a:lnTo>
                  <a:pt x="5" y="47"/>
                </a:lnTo>
                <a:lnTo>
                  <a:pt x="6" y="46"/>
                </a:lnTo>
                <a:lnTo>
                  <a:pt x="7" y="46"/>
                </a:lnTo>
                <a:lnTo>
                  <a:pt x="7" y="45"/>
                </a:lnTo>
                <a:lnTo>
                  <a:pt x="6" y="45"/>
                </a:lnTo>
                <a:lnTo>
                  <a:pt x="7" y="44"/>
                </a:lnTo>
                <a:lnTo>
                  <a:pt x="6" y="42"/>
                </a:lnTo>
                <a:lnTo>
                  <a:pt x="5" y="41"/>
                </a:lnTo>
                <a:lnTo>
                  <a:pt x="4" y="40"/>
                </a:lnTo>
                <a:lnTo>
                  <a:pt x="3" y="39"/>
                </a:lnTo>
                <a:lnTo>
                  <a:pt x="3" y="38"/>
                </a:lnTo>
                <a:lnTo>
                  <a:pt x="3" y="37"/>
                </a:lnTo>
                <a:lnTo>
                  <a:pt x="2" y="37"/>
                </a:lnTo>
                <a:lnTo>
                  <a:pt x="2" y="36"/>
                </a:lnTo>
                <a:lnTo>
                  <a:pt x="2" y="34"/>
                </a:lnTo>
                <a:lnTo>
                  <a:pt x="2" y="33"/>
                </a:lnTo>
                <a:lnTo>
                  <a:pt x="3" y="32"/>
                </a:lnTo>
                <a:lnTo>
                  <a:pt x="4" y="32"/>
                </a:lnTo>
                <a:lnTo>
                  <a:pt x="4" y="31"/>
                </a:lnTo>
                <a:lnTo>
                  <a:pt x="5" y="32"/>
                </a:lnTo>
                <a:lnTo>
                  <a:pt x="5" y="31"/>
                </a:lnTo>
                <a:lnTo>
                  <a:pt x="5" y="30"/>
                </a:lnTo>
                <a:lnTo>
                  <a:pt x="5" y="29"/>
                </a:lnTo>
                <a:lnTo>
                  <a:pt x="6" y="29"/>
                </a:lnTo>
                <a:lnTo>
                  <a:pt x="6" y="27"/>
                </a:lnTo>
                <a:lnTo>
                  <a:pt x="7" y="27"/>
                </a:lnTo>
                <a:lnTo>
                  <a:pt x="7" y="26"/>
                </a:lnTo>
                <a:lnTo>
                  <a:pt x="7" y="24"/>
                </a:lnTo>
                <a:lnTo>
                  <a:pt x="6" y="24"/>
                </a:lnTo>
                <a:lnTo>
                  <a:pt x="6" y="23"/>
                </a:lnTo>
                <a:lnTo>
                  <a:pt x="6" y="21"/>
                </a:lnTo>
                <a:lnTo>
                  <a:pt x="6" y="20"/>
                </a:lnTo>
                <a:lnTo>
                  <a:pt x="6" y="19"/>
                </a:lnTo>
                <a:lnTo>
                  <a:pt x="7" y="19"/>
                </a:lnTo>
                <a:lnTo>
                  <a:pt x="8" y="19"/>
                </a:lnTo>
                <a:lnTo>
                  <a:pt x="9" y="19"/>
                </a:lnTo>
                <a:lnTo>
                  <a:pt x="9" y="20"/>
                </a:lnTo>
                <a:lnTo>
                  <a:pt x="10" y="20"/>
                </a:lnTo>
                <a:lnTo>
                  <a:pt x="11" y="21"/>
                </a:lnTo>
                <a:lnTo>
                  <a:pt x="11" y="22"/>
                </a:lnTo>
                <a:lnTo>
                  <a:pt x="13" y="22"/>
                </a:lnTo>
                <a:lnTo>
                  <a:pt x="14" y="22"/>
                </a:lnTo>
                <a:lnTo>
                  <a:pt x="15" y="21"/>
                </a:lnTo>
                <a:lnTo>
                  <a:pt x="15" y="20"/>
                </a:lnTo>
                <a:lnTo>
                  <a:pt x="15" y="19"/>
                </a:lnTo>
                <a:lnTo>
                  <a:pt x="16" y="19"/>
                </a:lnTo>
                <a:lnTo>
                  <a:pt x="17" y="19"/>
                </a:lnTo>
                <a:lnTo>
                  <a:pt x="17" y="18"/>
                </a:lnTo>
                <a:lnTo>
                  <a:pt x="18" y="18"/>
                </a:lnTo>
                <a:lnTo>
                  <a:pt x="18" y="17"/>
                </a:lnTo>
                <a:lnTo>
                  <a:pt x="18" y="16"/>
                </a:lnTo>
                <a:lnTo>
                  <a:pt x="18" y="15"/>
                </a:lnTo>
                <a:lnTo>
                  <a:pt x="19" y="14"/>
                </a:lnTo>
                <a:lnTo>
                  <a:pt x="20" y="14"/>
                </a:lnTo>
                <a:lnTo>
                  <a:pt x="20" y="13"/>
                </a:lnTo>
                <a:lnTo>
                  <a:pt x="21" y="11"/>
                </a:lnTo>
                <a:lnTo>
                  <a:pt x="21" y="10"/>
                </a:lnTo>
                <a:lnTo>
                  <a:pt x="22" y="10"/>
                </a:lnTo>
                <a:lnTo>
                  <a:pt x="22" y="9"/>
                </a:lnTo>
                <a:lnTo>
                  <a:pt x="22" y="8"/>
                </a:lnTo>
                <a:lnTo>
                  <a:pt x="21" y="8"/>
                </a:lnTo>
                <a:lnTo>
                  <a:pt x="21" y="7"/>
                </a:lnTo>
                <a:lnTo>
                  <a:pt x="20" y="7"/>
                </a:lnTo>
                <a:lnTo>
                  <a:pt x="18" y="7"/>
                </a:lnTo>
                <a:lnTo>
                  <a:pt x="17" y="7"/>
                </a:lnTo>
                <a:lnTo>
                  <a:pt x="16" y="7"/>
                </a:lnTo>
                <a:lnTo>
                  <a:pt x="16" y="6"/>
                </a:lnTo>
                <a:lnTo>
                  <a:pt x="15" y="6"/>
                </a:lnTo>
                <a:lnTo>
                  <a:pt x="15" y="5"/>
                </a:lnTo>
                <a:lnTo>
                  <a:pt x="15" y="4"/>
                </a:lnTo>
                <a:lnTo>
                  <a:pt x="15" y="3"/>
                </a:lnTo>
                <a:lnTo>
                  <a:pt x="15" y="2"/>
                </a:lnTo>
                <a:lnTo>
                  <a:pt x="16" y="1"/>
                </a:lnTo>
                <a:lnTo>
                  <a:pt x="17" y="1"/>
                </a:lnTo>
                <a:lnTo>
                  <a:pt x="17" y="0"/>
                </a:lnTo>
                <a:lnTo>
                  <a:pt x="18" y="0"/>
                </a:lnTo>
                <a:lnTo>
                  <a:pt x="19" y="0"/>
                </a:lnTo>
                <a:lnTo>
                  <a:pt x="20" y="0"/>
                </a:lnTo>
                <a:lnTo>
                  <a:pt x="21" y="1"/>
                </a:lnTo>
                <a:lnTo>
                  <a:pt x="22" y="1"/>
                </a:lnTo>
                <a:lnTo>
                  <a:pt x="22" y="2"/>
                </a:lnTo>
                <a:lnTo>
                  <a:pt x="2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0" name=""/>
          <p:cNvSpPr/>
          <p:nvPr/>
        </p:nvSpPr>
        <p:spPr>
          <a:xfrm>
            <a:off x="8794800" y="940320"/>
            <a:ext cx="28800" cy="29160"/>
          </a:xfrm>
          <a:custGeom>
            <a:avLst/>
            <a:gdLst/>
            <a:ahLst/>
            <a:rect l="0" t="0" r="r" b="b"/>
            <a:pathLst>
              <a:path w="80" h="81">
                <a:moveTo>
                  <a:pt x="1" y="7"/>
                </a:moveTo>
                <a:lnTo>
                  <a:pt x="0" y="7"/>
                </a:lnTo>
                <a:lnTo>
                  <a:pt x="1" y="8"/>
                </a:lnTo>
                <a:lnTo>
                  <a:pt x="2" y="9"/>
                </a:lnTo>
                <a:lnTo>
                  <a:pt x="2" y="10"/>
                </a:lnTo>
                <a:lnTo>
                  <a:pt x="2" y="11"/>
                </a:lnTo>
                <a:lnTo>
                  <a:pt x="2" y="12"/>
                </a:lnTo>
                <a:lnTo>
                  <a:pt x="2" y="13"/>
                </a:lnTo>
                <a:lnTo>
                  <a:pt x="1" y="14"/>
                </a:lnTo>
                <a:lnTo>
                  <a:pt x="2" y="14"/>
                </a:lnTo>
                <a:lnTo>
                  <a:pt x="2" y="15"/>
                </a:lnTo>
                <a:lnTo>
                  <a:pt x="2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1" y="20"/>
                </a:lnTo>
                <a:lnTo>
                  <a:pt x="1" y="21"/>
                </a:lnTo>
                <a:lnTo>
                  <a:pt x="1" y="22"/>
                </a:lnTo>
                <a:lnTo>
                  <a:pt x="2" y="22"/>
                </a:lnTo>
                <a:lnTo>
                  <a:pt x="2" y="23"/>
                </a:lnTo>
                <a:lnTo>
                  <a:pt x="3" y="23"/>
                </a:lnTo>
                <a:lnTo>
                  <a:pt x="3" y="24"/>
                </a:lnTo>
                <a:lnTo>
                  <a:pt x="4" y="24"/>
                </a:lnTo>
                <a:lnTo>
                  <a:pt x="4" y="25"/>
                </a:lnTo>
                <a:lnTo>
                  <a:pt x="5" y="26"/>
                </a:lnTo>
                <a:lnTo>
                  <a:pt x="5" y="29"/>
                </a:lnTo>
                <a:lnTo>
                  <a:pt x="5" y="30"/>
                </a:lnTo>
                <a:lnTo>
                  <a:pt x="6" y="32"/>
                </a:lnTo>
                <a:lnTo>
                  <a:pt x="6" y="33"/>
                </a:lnTo>
                <a:lnTo>
                  <a:pt x="7" y="33"/>
                </a:lnTo>
                <a:lnTo>
                  <a:pt x="7" y="34"/>
                </a:lnTo>
                <a:lnTo>
                  <a:pt x="8" y="34"/>
                </a:lnTo>
                <a:lnTo>
                  <a:pt x="8" y="35"/>
                </a:lnTo>
                <a:lnTo>
                  <a:pt x="9" y="36"/>
                </a:lnTo>
                <a:lnTo>
                  <a:pt x="8" y="37"/>
                </a:lnTo>
                <a:lnTo>
                  <a:pt x="9" y="37"/>
                </a:lnTo>
                <a:lnTo>
                  <a:pt x="10" y="37"/>
                </a:lnTo>
                <a:lnTo>
                  <a:pt x="11" y="37"/>
                </a:lnTo>
                <a:lnTo>
                  <a:pt x="12" y="37"/>
                </a:lnTo>
                <a:lnTo>
                  <a:pt x="13" y="37"/>
                </a:lnTo>
                <a:lnTo>
                  <a:pt x="14" y="37"/>
                </a:lnTo>
                <a:lnTo>
                  <a:pt x="15" y="37"/>
                </a:lnTo>
                <a:lnTo>
                  <a:pt x="15" y="38"/>
                </a:lnTo>
                <a:lnTo>
                  <a:pt x="16" y="38"/>
                </a:lnTo>
                <a:lnTo>
                  <a:pt x="16" y="39"/>
                </a:lnTo>
                <a:lnTo>
                  <a:pt x="17" y="40"/>
                </a:lnTo>
                <a:lnTo>
                  <a:pt x="18" y="41"/>
                </a:lnTo>
                <a:lnTo>
                  <a:pt x="17" y="42"/>
                </a:lnTo>
                <a:lnTo>
                  <a:pt x="18" y="42"/>
                </a:lnTo>
                <a:lnTo>
                  <a:pt x="18" y="43"/>
                </a:lnTo>
                <a:lnTo>
                  <a:pt x="20" y="44"/>
                </a:lnTo>
                <a:lnTo>
                  <a:pt x="22" y="45"/>
                </a:lnTo>
                <a:lnTo>
                  <a:pt x="23" y="46"/>
                </a:lnTo>
                <a:lnTo>
                  <a:pt x="24" y="46"/>
                </a:lnTo>
                <a:lnTo>
                  <a:pt x="25" y="46"/>
                </a:lnTo>
                <a:lnTo>
                  <a:pt x="26" y="46"/>
                </a:lnTo>
                <a:lnTo>
                  <a:pt x="27" y="46"/>
                </a:lnTo>
                <a:lnTo>
                  <a:pt x="28" y="47"/>
                </a:lnTo>
                <a:lnTo>
                  <a:pt x="28" y="48"/>
                </a:lnTo>
                <a:lnTo>
                  <a:pt x="29" y="48"/>
                </a:lnTo>
                <a:lnTo>
                  <a:pt x="30" y="48"/>
                </a:lnTo>
                <a:lnTo>
                  <a:pt x="31" y="50"/>
                </a:lnTo>
                <a:lnTo>
                  <a:pt x="32" y="50"/>
                </a:lnTo>
                <a:lnTo>
                  <a:pt x="33" y="51"/>
                </a:lnTo>
                <a:lnTo>
                  <a:pt x="33" y="53"/>
                </a:lnTo>
                <a:lnTo>
                  <a:pt x="33" y="54"/>
                </a:lnTo>
                <a:lnTo>
                  <a:pt x="34" y="54"/>
                </a:lnTo>
                <a:lnTo>
                  <a:pt x="35" y="53"/>
                </a:lnTo>
                <a:lnTo>
                  <a:pt x="36" y="53"/>
                </a:lnTo>
                <a:lnTo>
                  <a:pt x="37" y="51"/>
                </a:lnTo>
                <a:lnTo>
                  <a:pt x="37" y="50"/>
                </a:lnTo>
                <a:lnTo>
                  <a:pt x="38" y="49"/>
                </a:lnTo>
                <a:lnTo>
                  <a:pt x="39" y="49"/>
                </a:lnTo>
                <a:lnTo>
                  <a:pt x="40" y="50"/>
                </a:lnTo>
                <a:lnTo>
                  <a:pt x="41" y="50"/>
                </a:lnTo>
                <a:lnTo>
                  <a:pt x="42" y="51"/>
                </a:lnTo>
                <a:lnTo>
                  <a:pt x="42" y="52"/>
                </a:lnTo>
                <a:lnTo>
                  <a:pt x="42" y="53"/>
                </a:lnTo>
                <a:lnTo>
                  <a:pt x="42" y="54"/>
                </a:lnTo>
                <a:lnTo>
                  <a:pt x="41" y="55"/>
                </a:lnTo>
                <a:lnTo>
                  <a:pt x="41" y="56"/>
                </a:lnTo>
                <a:lnTo>
                  <a:pt x="40" y="57"/>
                </a:lnTo>
                <a:lnTo>
                  <a:pt x="40" y="58"/>
                </a:lnTo>
                <a:lnTo>
                  <a:pt x="41" y="59"/>
                </a:lnTo>
                <a:lnTo>
                  <a:pt x="42" y="59"/>
                </a:lnTo>
                <a:lnTo>
                  <a:pt x="42" y="60"/>
                </a:lnTo>
                <a:lnTo>
                  <a:pt x="43" y="60"/>
                </a:lnTo>
                <a:lnTo>
                  <a:pt x="44" y="61"/>
                </a:lnTo>
                <a:lnTo>
                  <a:pt x="46" y="61"/>
                </a:lnTo>
                <a:lnTo>
                  <a:pt x="47" y="61"/>
                </a:lnTo>
                <a:lnTo>
                  <a:pt x="48" y="61"/>
                </a:lnTo>
                <a:lnTo>
                  <a:pt x="49" y="60"/>
                </a:lnTo>
                <a:lnTo>
                  <a:pt x="49" y="59"/>
                </a:lnTo>
                <a:lnTo>
                  <a:pt x="49" y="58"/>
                </a:lnTo>
                <a:lnTo>
                  <a:pt x="50" y="58"/>
                </a:lnTo>
                <a:lnTo>
                  <a:pt x="50" y="57"/>
                </a:lnTo>
                <a:lnTo>
                  <a:pt x="50" y="56"/>
                </a:lnTo>
                <a:lnTo>
                  <a:pt x="49" y="56"/>
                </a:lnTo>
                <a:lnTo>
                  <a:pt x="48" y="56"/>
                </a:lnTo>
                <a:lnTo>
                  <a:pt x="48" y="55"/>
                </a:lnTo>
                <a:lnTo>
                  <a:pt x="48" y="54"/>
                </a:lnTo>
                <a:lnTo>
                  <a:pt x="47" y="54"/>
                </a:lnTo>
                <a:lnTo>
                  <a:pt x="47" y="53"/>
                </a:lnTo>
                <a:lnTo>
                  <a:pt x="46" y="53"/>
                </a:lnTo>
                <a:lnTo>
                  <a:pt x="46" y="52"/>
                </a:lnTo>
                <a:lnTo>
                  <a:pt x="45" y="52"/>
                </a:lnTo>
                <a:lnTo>
                  <a:pt x="45" y="51"/>
                </a:lnTo>
                <a:lnTo>
                  <a:pt x="45" y="50"/>
                </a:lnTo>
                <a:lnTo>
                  <a:pt x="45" y="49"/>
                </a:lnTo>
                <a:lnTo>
                  <a:pt x="46" y="48"/>
                </a:lnTo>
                <a:lnTo>
                  <a:pt x="46" y="47"/>
                </a:lnTo>
                <a:lnTo>
                  <a:pt x="46" y="46"/>
                </a:lnTo>
                <a:lnTo>
                  <a:pt x="47" y="46"/>
                </a:lnTo>
                <a:lnTo>
                  <a:pt x="47" y="45"/>
                </a:lnTo>
                <a:lnTo>
                  <a:pt x="48" y="45"/>
                </a:lnTo>
                <a:lnTo>
                  <a:pt x="49" y="44"/>
                </a:lnTo>
                <a:lnTo>
                  <a:pt x="51" y="44"/>
                </a:lnTo>
                <a:lnTo>
                  <a:pt x="52" y="45"/>
                </a:lnTo>
                <a:lnTo>
                  <a:pt x="53" y="46"/>
                </a:lnTo>
                <a:lnTo>
                  <a:pt x="54" y="46"/>
                </a:lnTo>
                <a:lnTo>
                  <a:pt x="54" y="48"/>
                </a:lnTo>
                <a:lnTo>
                  <a:pt x="54" y="49"/>
                </a:lnTo>
                <a:lnTo>
                  <a:pt x="54" y="50"/>
                </a:lnTo>
                <a:lnTo>
                  <a:pt x="53" y="52"/>
                </a:lnTo>
                <a:lnTo>
                  <a:pt x="54" y="52"/>
                </a:lnTo>
                <a:lnTo>
                  <a:pt x="54" y="53"/>
                </a:lnTo>
                <a:lnTo>
                  <a:pt x="55" y="54"/>
                </a:lnTo>
                <a:lnTo>
                  <a:pt x="56" y="54"/>
                </a:lnTo>
                <a:lnTo>
                  <a:pt x="56" y="55"/>
                </a:lnTo>
                <a:lnTo>
                  <a:pt x="57" y="56"/>
                </a:lnTo>
                <a:lnTo>
                  <a:pt x="57" y="57"/>
                </a:lnTo>
                <a:lnTo>
                  <a:pt x="58" y="59"/>
                </a:lnTo>
                <a:lnTo>
                  <a:pt x="58" y="60"/>
                </a:lnTo>
                <a:lnTo>
                  <a:pt x="59" y="60"/>
                </a:lnTo>
                <a:lnTo>
                  <a:pt x="60" y="61"/>
                </a:lnTo>
                <a:lnTo>
                  <a:pt x="61" y="61"/>
                </a:lnTo>
                <a:lnTo>
                  <a:pt x="62" y="62"/>
                </a:lnTo>
                <a:lnTo>
                  <a:pt x="63" y="64"/>
                </a:lnTo>
                <a:lnTo>
                  <a:pt x="63" y="65"/>
                </a:lnTo>
                <a:lnTo>
                  <a:pt x="63" y="67"/>
                </a:lnTo>
                <a:lnTo>
                  <a:pt x="64" y="67"/>
                </a:lnTo>
                <a:lnTo>
                  <a:pt x="65" y="70"/>
                </a:lnTo>
                <a:lnTo>
                  <a:pt x="67" y="70"/>
                </a:lnTo>
                <a:lnTo>
                  <a:pt x="68" y="70"/>
                </a:lnTo>
                <a:lnTo>
                  <a:pt x="69" y="70"/>
                </a:lnTo>
                <a:lnTo>
                  <a:pt x="70" y="72"/>
                </a:lnTo>
                <a:lnTo>
                  <a:pt x="70" y="73"/>
                </a:lnTo>
                <a:lnTo>
                  <a:pt x="69" y="73"/>
                </a:lnTo>
                <a:lnTo>
                  <a:pt x="69" y="76"/>
                </a:lnTo>
                <a:lnTo>
                  <a:pt x="69" y="79"/>
                </a:lnTo>
                <a:lnTo>
                  <a:pt x="69" y="80"/>
                </a:lnTo>
                <a:lnTo>
                  <a:pt x="70" y="80"/>
                </a:lnTo>
                <a:lnTo>
                  <a:pt x="70" y="81"/>
                </a:lnTo>
                <a:lnTo>
                  <a:pt x="71" y="81"/>
                </a:lnTo>
                <a:lnTo>
                  <a:pt x="72" y="81"/>
                </a:lnTo>
                <a:lnTo>
                  <a:pt x="73" y="80"/>
                </a:lnTo>
                <a:lnTo>
                  <a:pt x="74" y="80"/>
                </a:lnTo>
                <a:lnTo>
                  <a:pt x="75" y="79"/>
                </a:lnTo>
                <a:lnTo>
                  <a:pt x="76" y="79"/>
                </a:lnTo>
                <a:lnTo>
                  <a:pt x="76" y="80"/>
                </a:lnTo>
                <a:lnTo>
                  <a:pt x="77" y="80"/>
                </a:lnTo>
                <a:lnTo>
                  <a:pt x="78" y="80"/>
                </a:lnTo>
                <a:lnTo>
                  <a:pt x="79" y="80"/>
                </a:lnTo>
                <a:lnTo>
                  <a:pt x="80" y="80"/>
                </a:lnTo>
                <a:lnTo>
                  <a:pt x="80" y="81"/>
                </a:lnTo>
                <a:lnTo>
                  <a:pt x="79" y="81"/>
                </a:lnTo>
                <a:lnTo>
                  <a:pt x="77" y="80"/>
                </a:lnTo>
                <a:lnTo>
                  <a:pt x="76" y="80"/>
                </a:lnTo>
                <a:lnTo>
                  <a:pt x="75" y="80"/>
                </a:lnTo>
                <a:lnTo>
                  <a:pt x="74" y="80"/>
                </a:lnTo>
                <a:lnTo>
                  <a:pt x="73" y="81"/>
                </a:lnTo>
                <a:lnTo>
                  <a:pt x="72" y="81"/>
                </a:lnTo>
                <a:lnTo>
                  <a:pt x="71" y="81"/>
                </a:lnTo>
                <a:lnTo>
                  <a:pt x="70" y="81"/>
                </a:lnTo>
                <a:lnTo>
                  <a:pt x="68" y="80"/>
                </a:lnTo>
                <a:lnTo>
                  <a:pt x="68" y="79"/>
                </a:lnTo>
                <a:lnTo>
                  <a:pt x="68" y="78"/>
                </a:lnTo>
                <a:lnTo>
                  <a:pt x="67" y="78"/>
                </a:lnTo>
                <a:lnTo>
                  <a:pt x="67" y="77"/>
                </a:lnTo>
                <a:lnTo>
                  <a:pt x="67" y="76"/>
                </a:lnTo>
                <a:lnTo>
                  <a:pt x="67" y="75"/>
                </a:lnTo>
                <a:lnTo>
                  <a:pt x="67" y="74"/>
                </a:lnTo>
                <a:lnTo>
                  <a:pt x="67" y="73"/>
                </a:lnTo>
                <a:lnTo>
                  <a:pt x="67" y="71"/>
                </a:lnTo>
                <a:lnTo>
                  <a:pt x="66" y="70"/>
                </a:lnTo>
                <a:lnTo>
                  <a:pt x="65" y="71"/>
                </a:lnTo>
                <a:lnTo>
                  <a:pt x="64" y="70"/>
                </a:lnTo>
                <a:lnTo>
                  <a:pt x="63" y="69"/>
                </a:lnTo>
                <a:lnTo>
                  <a:pt x="63" y="67"/>
                </a:lnTo>
                <a:lnTo>
                  <a:pt x="63" y="66"/>
                </a:lnTo>
                <a:lnTo>
                  <a:pt x="62" y="65"/>
                </a:lnTo>
                <a:lnTo>
                  <a:pt x="62" y="64"/>
                </a:lnTo>
                <a:lnTo>
                  <a:pt x="61" y="64"/>
                </a:lnTo>
                <a:lnTo>
                  <a:pt x="61" y="63"/>
                </a:lnTo>
                <a:lnTo>
                  <a:pt x="60" y="63"/>
                </a:lnTo>
                <a:lnTo>
                  <a:pt x="60" y="61"/>
                </a:lnTo>
                <a:lnTo>
                  <a:pt x="59" y="61"/>
                </a:lnTo>
                <a:lnTo>
                  <a:pt x="58" y="60"/>
                </a:lnTo>
                <a:lnTo>
                  <a:pt x="57" y="60"/>
                </a:lnTo>
                <a:lnTo>
                  <a:pt x="57" y="59"/>
                </a:lnTo>
                <a:lnTo>
                  <a:pt x="57" y="58"/>
                </a:lnTo>
                <a:lnTo>
                  <a:pt x="57" y="57"/>
                </a:lnTo>
                <a:lnTo>
                  <a:pt x="56" y="55"/>
                </a:lnTo>
                <a:lnTo>
                  <a:pt x="55" y="54"/>
                </a:lnTo>
                <a:lnTo>
                  <a:pt x="54" y="53"/>
                </a:lnTo>
                <a:lnTo>
                  <a:pt x="53" y="52"/>
                </a:lnTo>
                <a:lnTo>
                  <a:pt x="53" y="51"/>
                </a:lnTo>
                <a:lnTo>
                  <a:pt x="53" y="50"/>
                </a:lnTo>
                <a:lnTo>
                  <a:pt x="53" y="49"/>
                </a:lnTo>
                <a:lnTo>
                  <a:pt x="54" y="48"/>
                </a:lnTo>
                <a:lnTo>
                  <a:pt x="54" y="47"/>
                </a:lnTo>
                <a:lnTo>
                  <a:pt x="53" y="47"/>
                </a:lnTo>
                <a:lnTo>
                  <a:pt x="53" y="46"/>
                </a:lnTo>
                <a:lnTo>
                  <a:pt x="52" y="46"/>
                </a:lnTo>
                <a:lnTo>
                  <a:pt x="51" y="46"/>
                </a:lnTo>
                <a:lnTo>
                  <a:pt x="50" y="46"/>
                </a:lnTo>
                <a:lnTo>
                  <a:pt x="49" y="46"/>
                </a:lnTo>
                <a:lnTo>
                  <a:pt x="48" y="46"/>
                </a:lnTo>
                <a:lnTo>
                  <a:pt x="48" y="47"/>
                </a:lnTo>
                <a:lnTo>
                  <a:pt x="47" y="47"/>
                </a:lnTo>
                <a:lnTo>
                  <a:pt x="47" y="48"/>
                </a:lnTo>
                <a:lnTo>
                  <a:pt x="46" y="49"/>
                </a:lnTo>
                <a:lnTo>
                  <a:pt x="46" y="50"/>
                </a:lnTo>
                <a:lnTo>
                  <a:pt x="46" y="51"/>
                </a:lnTo>
                <a:lnTo>
                  <a:pt x="46" y="52"/>
                </a:lnTo>
                <a:lnTo>
                  <a:pt x="47" y="53"/>
                </a:lnTo>
                <a:lnTo>
                  <a:pt x="48" y="54"/>
                </a:lnTo>
                <a:lnTo>
                  <a:pt x="49" y="54"/>
                </a:lnTo>
                <a:lnTo>
                  <a:pt x="49" y="55"/>
                </a:lnTo>
                <a:lnTo>
                  <a:pt x="50" y="55"/>
                </a:lnTo>
                <a:lnTo>
                  <a:pt x="50" y="56"/>
                </a:lnTo>
                <a:lnTo>
                  <a:pt x="50" y="57"/>
                </a:lnTo>
                <a:lnTo>
                  <a:pt x="50" y="58"/>
                </a:lnTo>
                <a:lnTo>
                  <a:pt x="50" y="59"/>
                </a:lnTo>
                <a:lnTo>
                  <a:pt x="49" y="60"/>
                </a:lnTo>
                <a:lnTo>
                  <a:pt x="49" y="61"/>
                </a:lnTo>
                <a:lnTo>
                  <a:pt x="48" y="61"/>
                </a:lnTo>
                <a:lnTo>
                  <a:pt x="47" y="62"/>
                </a:lnTo>
                <a:lnTo>
                  <a:pt x="46" y="62"/>
                </a:lnTo>
                <a:lnTo>
                  <a:pt x="45" y="62"/>
                </a:lnTo>
                <a:lnTo>
                  <a:pt x="44" y="62"/>
                </a:lnTo>
                <a:lnTo>
                  <a:pt x="43" y="61"/>
                </a:lnTo>
                <a:lnTo>
                  <a:pt x="42" y="60"/>
                </a:lnTo>
                <a:lnTo>
                  <a:pt x="41" y="60"/>
                </a:lnTo>
                <a:lnTo>
                  <a:pt x="41" y="59"/>
                </a:lnTo>
                <a:lnTo>
                  <a:pt x="40" y="59"/>
                </a:lnTo>
                <a:lnTo>
                  <a:pt x="40" y="58"/>
                </a:lnTo>
                <a:lnTo>
                  <a:pt x="40" y="57"/>
                </a:lnTo>
                <a:lnTo>
                  <a:pt x="40" y="56"/>
                </a:lnTo>
                <a:lnTo>
                  <a:pt x="41" y="55"/>
                </a:lnTo>
                <a:lnTo>
                  <a:pt x="41" y="54"/>
                </a:lnTo>
                <a:lnTo>
                  <a:pt x="41" y="53"/>
                </a:lnTo>
                <a:lnTo>
                  <a:pt x="42" y="52"/>
                </a:lnTo>
                <a:lnTo>
                  <a:pt x="41" y="51"/>
                </a:lnTo>
                <a:lnTo>
                  <a:pt x="41" y="50"/>
                </a:lnTo>
                <a:lnTo>
                  <a:pt x="40" y="50"/>
                </a:lnTo>
                <a:lnTo>
                  <a:pt x="39" y="50"/>
                </a:lnTo>
                <a:lnTo>
                  <a:pt x="39" y="49"/>
                </a:lnTo>
                <a:lnTo>
                  <a:pt x="38" y="49"/>
                </a:lnTo>
                <a:lnTo>
                  <a:pt x="38" y="50"/>
                </a:lnTo>
                <a:lnTo>
                  <a:pt x="37" y="51"/>
                </a:lnTo>
                <a:lnTo>
                  <a:pt x="37" y="52"/>
                </a:lnTo>
                <a:lnTo>
                  <a:pt x="36" y="52"/>
                </a:lnTo>
                <a:lnTo>
                  <a:pt x="36" y="53"/>
                </a:lnTo>
                <a:lnTo>
                  <a:pt x="36" y="54"/>
                </a:lnTo>
                <a:lnTo>
                  <a:pt x="35" y="54"/>
                </a:lnTo>
                <a:lnTo>
                  <a:pt x="34" y="54"/>
                </a:lnTo>
                <a:lnTo>
                  <a:pt x="33" y="54"/>
                </a:lnTo>
                <a:lnTo>
                  <a:pt x="32" y="53"/>
                </a:lnTo>
                <a:lnTo>
                  <a:pt x="32" y="52"/>
                </a:lnTo>
                <a:lnTo>
                  <a:pt x="33" y="52"/>
                </a:lnTo>
                <a:lnTo>
                  <a:pt x="32" y="52"/>
                </a:lnTo>
                <a:lnTo>
                  <a:pt x="32" y="51"/>
                </a:lnTo>
                <a:lnTo>
                  <a:pt x="31" y="51"/>
                </a:lnTo>
                <a:lnTo>
                  <a:pt x="30" y="50"/>
                </a:lnTo>
                <a:lnTo>
                  <a:pt x="30" y="49"/>
                </a:lnTo>
                <a:lnTo>
                  <a:pt x="28" y="48"/>
                </a:lnTo>
                <a:lnTo>
                  <a:pt x="27" y="48"/>
                </a:lnTo>
                <a:lnTo>
                  <a:pt x="26" y="47"/>
                </a:lnTo>
                <a:lnTo>
                  <a:pt x="24" y="46"/>
                </a:lnTo>
                <a:lnTo>
                  <a:pt x="23" y="46"/>
                </a:lnTo>
                <a:lnTo>
                  <a:pt x="22" y="46"/>
                </a:lnTo>
                <a:lnTo>
                  <a:pt x="20" y="46"/>
                </a:lnTo>
                <a:lnTo>
                  <a:pt x="20" y="45"/>
                </a:lnTo>
                <a:lnTo>
                  <a:pt x="19" y="44"/>
                </a:lnTo>
                <a:lnTo>
                  <a:pt x="18" y="43"/>
                </a:lnTo>
                <a:lnTo>
                  <a:pt x="17" y="42"/>
                </a:lnTo>
                <a:lnTo>
                  <a:pt x="16" y="40"/>
                </a:lnTo>
                <a:lnTo>
                  <a:pt x="15" y="38"/>
                </a:lnTo>
                <a:lnTo>
                  <a:pt x="14" y="38"/>
                </a:lnTo>
                <a:lnTo>
                  <a:pt x="14" y="37"/>
                </a:lnTo>
                <a:lnTo>
                  <a:pt x="13" y="37"/>
                </a:lnTo>
                <a:lnTo>
                  <a:pt x="12" y="37"/>
                </a:lnTo>
                <a:lnTo>
                  <a:pt x="11" y="37"/>
                </a:lnTo>
                <a:lnTo>
                  <a:pt x="10" y="37"/>
                </a:lnTo>
                <a:lnTo>
                  <a:pt x="10" y="38"/>
                </a:lnTo>
                <a:lnTo>
                  <a:pt x="9" y="37"/>
                </a:lnTo>
                <a:lnTo>
                  <a:pt x="8" y="37"/>
                </a:lnTo>
                <a:lnTo>
                  <a:pt x="8" y="36"/>
                </a:lnTo>
                <a:lnTo>
                  <a:pt x="7" y="35"/>
                </a:lnTo>
                <a:lnTo>
                  <a:pt x="7" y="34"/>
                </a:lnTo>
                <a:lnTo>
                  <a:pt x="5" y="33"/>
                </a:lnTo>
                <a:lnTo>
                  <a:pt x="4" y="32"/>
                </a:lnTo>
                <a:lnTo>
                  <a:pt x="4" y="31"/>
                </a:lnTo>
                <a:lnTo>
                  <a:pt x="4" y="30"/>
                </a:lnTo>
                <a:lnTo>
                  <a:pt x="4" y="29"/>
                </a:lnTo>
                <a:lnTo>
                  <a:pt x="4" y="28"/>
                </a:lnTo>
                <a:lnTo>
                  <a:pt x="4" y="27"/>
                </a:lnTo>
                <a:lnTo>
                  <a:pt x="4" y="26"/>
                </a:lnTo>
                <a:lnTo>
                  <a:pt x="4" y="25"/>
                </a:lnTo>
                <a:lnTo>
                  <a:pt x="3" y="24"/>
                </a:lnTo>
                <a:lnTo>
                  <a:pt x="2" y="24"/>
                </a:lnTo>
                <a:lnTo>
                  <a:pt x="1" y="23"/>
                </a:lnTo>
                <a:lnTo>
                  <a:pt x="0" y="21"/>
                </a:lnTo>
                <a:lnTo>
                  <a:pt x="1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1" y="16"/>
                </a:lnTo>
                <a:lnTo>
                  <a:pt x="0" y="15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0" y="9"/>
                </a:lnTo>
                <a:lnTo>
                  <a:pt x="0" y="8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lnTo>
                  <a:pt x="1" y="7"/>
                </a:lnTo>
                <a:moveTo>
                  <a:pt x="68" y="78"/>
                </a:moveTo>
                <a:lnTo>
                  <a:pt x="68" y="77"/>
                </a:lnTo>
                <a:lnTo>
                  <a:pt x="68" y="75"/>
                </a:lnTo>
                <a:lnTo>
                  <a:pt x="68" y="74"/>
                </a:lnTo>
                <a:lnTo>
                  <a:pt x="68" y="75"/>
                </a:lnTo>
                <a:lnTo>
                  <a:pt x="68" y="77"/>
                </a:lnTo>
                <a:lnTo>
                  <a:pt x="68" y="78"/>
                </a:lnTo>
                <a:moveTo>
                  <a:pt x="68" y="73"/>
                </a:moveTo>
                <a:lnTo>
                  <a:pt x="69" y="73"/>
                </a:lnTo>
                <a:lnTo>
                  <a:pt x="69" y="72"/>
                </a:lnTo>
                <a:lnTo>
                  <a:pt x="69" y="71"/>
                </a:lnTo>
                <a:lnTo>
                  <a:pt x="68" y="71"/>
                </a:lnTo>
                <a:lnTo>
                  <a:pt x="68" y="70"/>
                </a:lnTo>
                <a:lnTo>
                  <a:pt x="67" y="71"/>
                </a:lnTo>
                <a:lnTo>
                  <a:pt x="67" y="73"/>
                </a:lnTo>
                <a:lnTo>
                  <a:pt x="67" y="74"/>
                </a:lnTo>
                <a:lnTo>
                  <a:pt x="68" y="73"/>
                </a:lnTo>
                <a:moveTo>
                  <a:pt x="63" y="65"/>
                </a:moveTo>
                <a:lnTo>
                  <a:pt x="63" y="64"/>
                </a:lnTo>
                <a:lnTo>
                  <a:pt x="62" y="64"/>
                </a:lnTo>
                <a:lnTo>
                  <a:pt x="62" y="63"/>
                </a:lnTo>
                <a:lnTo>
                  <a:pt x="61" y="62"/>
                </a:lnTo>
                <a:lnTo>
                  <a:pt x="60" y="61"/>
                </a:lnTo>
                <a:lnTo>
                  <a:pt x="59" y="61"/>
                </a:lnTo>
                <a:lnTo>
                  <a:pt x="60" y="61"/>
                </a:lnTo>
                <a:lnTo>
                  <a:pt x="60" y="62"/>
                </a:lnTo>
                <a:lnTo>
                  <a:pt x="61" y="63"/>
                </a:lnTo>
                <a:lnTo>
                  <a:pt x="61" y="64"/>
                </a:lnTo>
                <a:lnTo>
                  <a:pt x="62" y="64"/>
                </a:lnTo>
                <a:lnTo>
                  <a:pt x="62" y="65"/>
                </a:lnTo>
                <a:lnTo>
                  <a:pt x="63" y="66"/>
                </a:lnTo>
                <a:lnTo>
                  <a:pt x="63" y="65"/>
                </a:lnTo>
                <a:moveTo>
                  <a:pt x="49" y="45"/>
                </a:moveTo>
                <a:lnTo>
                  <a:pt x="48" y="45"/>
                </a:lnTo>
                <a:lnTo>
                  <a:pt x="49" y="45"/>
                </a:lnTo>
                <a:lnTo>
                  <a:pt x="50" y="45"/>
                </a:lnTo>
                <a:lnTo>
                  <a:pt x="51" y="45"/>
                </a:lnTo>
                <a:lnTo>
                  <a:pt x="50" y="45"/>
                </a:lnTo>
                <a:lnTo>
                  <a:pt x="49" y="45"/>
                </a:lnTo>
                <a:moveTo>
                  <a:pt x="7" y="34"/>
                </a:moveTo>
                <a:lnTo>
                  <a:pt x="6" y="34"/>
                </a:lnTo>
                <a:lnTo>
                  <a:pt x="7" y="34"/>
                </a:lnTo>
                <a:moveTo>
                  <a:pt x="5" y="28"/>
                </a:moveTo>
                <a:lnTo>
                  <a:pt x="4" y="28"/>
                </a:lnTo>
                <a:lnTo>
                  <a:pt x="4" y="29"/>
                </a:lnTo>
                <a:lnTo>
                  <a:pt x="5" y="29"/>
                </a:lnTo>
                <a:lnTo>
                  <a:pt x="5" y="28"/>
                </a:lnTo>
                <a:moveTo>
                  <a:pt x="1" y="16"/>
                </a:moveTo>
                <a:lnTo>
                  <a:pt x="1" y="15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1" y="16"/>
                </a:lnTo>
                <a:moveTo>
                  <a:pt x="2" y="4"/>
                </a:move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1" name=""/>
          <p:cNvSpPr/>
          <p:nvPr/>
        </p:nvSpPr>
        <p:spPr>
          <a:xfrm>
            <a:off x="8360640" y="13381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0"/>
                </a:move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2" name=""/>
          <p:cNvSpPr/>
          <p:nvPr/>
        </p:nvSpPr>
        <p:spPr>
          <a:xfrm>
            <a:off x="8356680" y="13323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3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3" name=""/>
          <p:cNvSpPr/>
          <p:nvPr/>
        </p:nvSpPr>
        <p:spPr>
          <a:xfrm>
            <a:off x="8404920" y="1329120"/>
            <a:ext cx="1440" cy="2520"/>
          </a:xfrm>
          <a:custGeom>
            <a:avLst/>
            <a:gdLst/>
            <a:ahLst/>
            <a:rect l="0" t="0" r="r" b="b"/>
            <a:pathLst>
              <a:path w="4" h="7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3" y="3"/>
                </a:lnTo>
                <a:lnTo>
                  <a:pt x="4" y="5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0" y="6"/>
                </a:lnTo>
                <a:lnTo>
                  <a:pt x="0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4" name=""/>
          <p:cNvSpPr/>
          <p:nvPr/>
        </p:nvSpPr>
        <p:spPr>
          <a:xfrm>
            <a:off x="8404920" y="1327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5" name=""/>
          <p:cNvSpPr/>
          <p:nvPr/>
        </p:nvSpPr>
        <p:spPr>
          <a:xfrm>
            <a:off x="8365320" y="13204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2"/>
                </a:move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6" name=""/>
          <p:cNvSpPr/>
          <p:nvPr/>
        </p:nvSpPr>
        <p:spPr>
          <a:xfrm>
            <a:off x="8368560" y="1318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7" name=""/>
          <p:cNvSpPr/>
          <p:nvPr/>
        </p:nvSpPr>
        <p:spPr>
          <a:xfrm>
            <a:off x="8379720" y="130968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8" y="2"/>
                </a:lnTo>
                <a:lnTo>
                  <a:pt x="8" y="4"/>
                </a:lnTo>
                <a:lnTo>
                  <a:pt x="6" y="4"/>
                </a:lnTo>
                <a:lnTo>
                  <a:pt x="6" y="2"/>
                </a:lnTo>
                <a:lnTo>
                  <a:pt x="5" y="2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8" name=""/>
          <p:cNvSpPr/>
          <p:nvPr/>
        </p:nvSpPr>
        <p:spPr>
          <a:xfrm>
            <a:off x="8386560" y="1309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9" name=""/>
          <p:cNvSpPr/>
          <p:nvPr/>
        </p:nvSpPr>
        <p:spPr>
          <a:xfrm>
            <a:off x="8382240" y="1308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3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0" name=""/>
          <p:cNvSpPr/>
          <p:nvPr/>
        </p:nvSpPr>
        <p:spPr>
          <a:xfrm>
            <a:off x="8428320" y="1299600"/>
            <a:ext cx="5040" cy="6480"/>
          </a:xfrm>
          <a:custGeom>
            <a:avLst/>
            <a:gdLst/>
            <a:ahLst/>
            <a:rect l="0" t="0" r="r" b="b"/>
            <a:pathLst>
              <a:path w="14" h="18">
                <a:moveTo>
                  <a:pt x="12" y="2"/>
                </a:moveTo>
                <a:lnTo>
                  <a:pt x="11" y="3"/>
                </a:lnTo>
                <a:lnTo>
                  <a:pt x="11" y="4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3" y="10"/>
                </a:lnTo>
                <a:lnTo>
                  <a:pt x="14" y="11"/>
                </a:lnTo>
                <a:lnTo>
                  <a:pt x="14" y="12"/>
                </a:lnTo>
                <a:lnTo>
                  <a:pt x="13" y="12"/>
                </a:lnTo>
                <a:lnTo>
                  <a:pt x="12" y="11"/>
                </a:lnTo>
                <a:lnTo>
                  <a:pt x="11" y="11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0" y="10"/>
                </a:lnTo>
                <a:lnTo>
                  <a:pt x="9" y="10"/>
                </a:lnTo>
                <a:lnTo>
                  <a:pt x="9" y="11"/>
                </a:lnTo>
                <a:lnTo>
                  <a:pt x="7" y="11"/>
                </a:lnTo>
                <a:lnTo>
                  <a:pt x="9" y="11"/>
                </a:lnTo>
                <a:lnTo>
                  <a:pt x="9" y="12"/>
                </a:lnTo>
                <a:lnTo>
                  <a:pt x="9" y="13"/>
                </a:lnTo>
                <a:lnTo>
                  <a:pt x="9" y="15"/>
                </a:lnTo>
                <a:lnTo>
                  <a:pt x="9" y="16"/>
                </a:lnTo>
                <a:lnTo>
                  <a:pt x="7" y="17"/>
                </a:lnTo>
                <a:lnTo>
                  <a:pt x="6" y="17"/>
                </a:lnTo>
                <a:lnTo>
                  <a:pt x="6" y="18"/>
                </a:lnTo>
                <a:lnTo>
                  <a:pt x="5" y="18"/>
                </a:lnTo>
                <a:lnTo>
                  <a:pt x="4" y="18"/>
                </a:lnTo>
                <a:lnTo>
                  <a:pt x="4" y="17"/>
                </a:lnTo>
                <a:lnTo>
                  <a:pt x="3" y="16"/>
                </a:lnTo>
                <a:lnTo>
                  <a:pt x="2" y="15"/>
                </a:lnTo>
                <a:lnTo>
                  <a:pt x="1" y="15"/>
                </a:lnTo>
                <a:lnTo>
                  <a:pt x="1" y="16"/>
                </a:lnTo>
                <a:lnTo>
                  <a:pt x="1" y="15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7" y="4"/>
                </a:lnTo>
                <a:lnTo>
                  <a:pt x="9" y="4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2" y="1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3" y="2"/>
                </a:lnTo>
                <a:lnTo>
                  <a:pt x="1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1" name=""/>
          <p:cNvSpPr/>
          <p:nvPr/>
        </p:nvSpPr>
        <p:spPr>
          <a:xfrm>
            <a:off x="8433000" y="130248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4" y="0"/>
                </a:move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2" name=""/>
          <p:cNvSpPr/>
          <p:nvPr/>
        </p:nvSpPr>
        <p:spPr>
          <a:xfrm>
            <a:off x="8427240" y="1301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3" name=""/>
          <p:cNvSpPr/>
          <p:nvPr/>
        </p:nvSpPr>
        <p:spPr>
          <a:xfrm>
            <a:off x="8433360" y="12981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3"/>
                </a:move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5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4" name=""/>
          <p:cNvSpPr/>
          <p:nvPr/>
        </p:nvSpPr>
        <p:spPr>
          <a:xfrm>
            <a:off x="8437320" y="1297080"/>
            <a:ext cx="3600" cy="1440"/>
          </a:xfrm>
          <a:custGeom>
            <a:avLst/>
            <a:gdLst/>
            <a:ahLst/>
            <a:rect l="0" t="0" r="r" b="b"/>
            <a:pathLst>
              <a:path w="10" h="4">
                <a:moveTo>
                  <a:pt x="9" y="1"/>
                </a:moveTo>
                <a:lnTo>
                  <a:pt x="9" y="3"/>
                </a:lnTo>
                <a:lnTo>
                  <a:pt x="8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5" name=""/>
          <p:cNvSpPr/>
          <p:nvPr/>
        </p:nvSpPr>
        <p:spPr>
          <a:xfrm>
            <a:off x="8425080" y="12963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6" name=""/>
          <p:cNvSpPr/>
          <p:nvPr/>
        </p:nvSpPr>
        <p:spPr>
          <a:xfrm>
            <a:off x="8433000" y="129564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3" y="0"/>
                </a:move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7" name=""/>
          <p:cNvSpPr/>
          <p:nvPr/>
        </p:nvSpPr>
        <p:spPr>
          <a:xfrm>
            <a:off x="8426520" y="129096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0"/>
                </a:moveTo>
                <a:lnTo>
                  <a:pt x="6" y="1"/>
                </a:lnTo>
                <a:lnTo>
                  <a:pt x="6" y="2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8" name=""/>
          <p:cNvSpPr/>
          <p:nvPr/>
        </p:nvSpPr>
        <p:spPr>
          <a:xfrm>
            <a:off x="8319600" y="12286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9" name=""/>
          <p:cNvSpPr/>
          <p:nvPr/>
        </p:nvSpPr>
        <p:spPr>
          <a:xfrm>
            <a:off x="8327520" y="1218600"/>
            <a:ext cx="3240" cy="3960"/>
          </a:xfrm>
          <a:custGeom>
            <a:avLst/>
            <a:gdLst/>
            <a:ahLst/>
            <a:rect l="0" t="0" r="r" b="b"/>
            <a:pathLst>
              <a:path w="9" h="11">
                <a:moveTo>
                  <a:pt x="7" y="7"/>
                </a:move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2" y="11"/>
                </a:lnTo>
                <a:lnTo>
                  <a:pt x="1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1" y="6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3" y="2"/>
                </a:lnTo>
                <a:lnTo>
                  <a:pt x="4" y="2"/>
                </a:lnTo>
                <a:lnTo>
                  <a:pt x="5" y="1"/>
                </a:lnTo>
                <a:lnTo>
                  <a:pt x="6" y="0"/>
                </a:lnTo>
                <a:lnTo>
                  <a:pt x="7" y="1"/>
                </a:lnTo>
                <a:lnTo>
                  <a:pt x="9" y="2"/>
                </a:lnTo>
                <a:lnTo>
                  <a:pt x="9" y="6"/>
                </a:lnTo>
                <a:lnTo>
                  <a:pt x="9" y="7"/>
                </a:lnTo>
                <a:lnTo>
                  <a:pt x="7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0" name=""/>
          <p:cNvSpPr/>
          <p:nvPr/>
        </p:nvSpPr>
        <p:spPr>
          <a:xfrm>
            <a:off x="8218800" y="972720"/>
            <a:ext cx="371160" cy="375480"/>
          </a:xfrm>
          <a:custGeom>
            <a:avLst/>
            <a:gdLst/>
            <a:ahLst/>
            <a:rect l="0" t="0" r="r" b="b"/>
            <a:pathLst>
              <a:path w="1031" h="1043">
                <a:moveTo>
                  <a:pt x="647" y="3"/>
                </a:moveTo>
                <a:lnTo>
                  <a:pt x="648" y="2"/>
                </a:lnTo>
                <a:lnTo>
                  <a:pt x="649" y="2"/>
                </a:lnTo>
                <a:lnTo>
                  <a:pt x="649" y="3"/>
                </a:lnTo>
                <a:lnTo>
                  <a:pt x="650" y="3"/>
                </a:lnTo>
                <a:lnTo>
                  <a:pt x="650" y="2"/>
                </a:lnTo>
                <a:lnTo>
                  <a:pt x="651" y="3"/>
                </a:lnTo>
                <a:lnTo>
                  <a:pt x="652" y="3"/>
                </a:lnTo>
                <a:lnTo>
                  <a:pt x="652" y="4"/>
                </a:lnTo>
                <a:lnTo>
                  <a:pt x="653" y="4"/>
                </a:lnTo>
                <a:lnTo>
                  <a:pt x="652" y="4"/>
                </a:lnTo>
                <a:lnTo>
                  <a:pt x="652" y="5"/>
                </a:lnTo>
                <a:lnTo>
                  <a:pt x="653" y="5"/>
                </a:lnTo>
                <a:lnTo>
                  <a:pt x="654" y="5"/>
                </a:lnTo>
                <a:lnTo>
                  <a:pt x="654" y="6"/>
                </a:lnTo>
                <a:lnTo>
                  <a:pt x="654" y="7"/>
                </a:lnTo>
                <a:lnTo>
                  <a:pt x="653" y="8"/>
                </a:lnTo>
                <a:lnTo>
                  <a:pt x="653" y="9"/>
                </a:lnTo>
                <a:lnTo>
                  <a:pt x="653" y="10"/>
                </a:lnTo>
                <a:lnTo>
                  <a:pt x="653" y="11"/>
                </a:lnTo>
                <a:lnTo>
                  <a:pt x="653" y="12"/>
                </a:lnTo>
                <a:lnTo>
                  <a:pt x="653" y="13"/>
                </a:lnTo>
                <a:lnTo>
                  <a:pt x="653" y="14"/>
                </a:lnTo>
                <a:lnTo>
                  <a:pt x="654" y="15"/>
                </a:lnTo>
                <a:lnTo>
                  <a:pt x="654" y="16"/>
                </a:lnTo>
                <a:lnTo>
                  <a:pt x="655" y="16"/>
                </a:lnTo>
                <a:lnTo>
                  <a:pt x="656" y="17"/>
                </a:lnTo>
                <a:lnTo>
                  <a:pt x="659" y="18"/>
                </a:lnTo>
                <a:lnTo>
                  <a:pt x="660" y="18"/>
                </a:lnTo>
                <a:lnTo>
                  <a:pt x="661" y="19"/>
                </a:lnTo>
                <a:lnTo>
                  <a:pt x="662" y="19"/>
                </a:lnTo>
                <a:lnTo>
                  <a:pt x="662" y="20"/>
                </a:lnTo>
                <a:lnTo>
                  <a:pt x="662" y="23"/>
                </a:lnTo>
                <a:lnTo>
                  <a:pt x="664" y="23"/>
                </a:lnTo>
                <a:lnTo>
                  <a:pt x="665" y="23"/>
                </a:lnTo>
                <a:lnTo>
                  <a:pt x="666" y="23"/>
                </a:lnTo>
                <a:lnTo>
                  <a:pt x="667" y="23"/>
                </a:lnTo>
                <a:lnTo>
                  <a:pt x="667" y="24"/>
                </a:lnTo>
                <a:lnTo>
                  <a:pt x="668" y="24"/>
                </a:lnTo>
                <a:lnTo>
                  <a:pt x="669" y="24"/>
                </a:lnTo>
                <a:lnTo>
                  <a:pt x="670" y="24"/>
                </a:lnTo>
                <a:lnTo>
                  <a:pt x="672" y="25"/>
                </a:lnTo>
                <a:lnTo>
                  <a:pt x="672" y="26"/>
                </a:lnTo>
                <a:lnTo>
                  <a:pt x="674" y="27"/>
                </a:lnTo>
                <a:lnTo>
                  <a:pt x="674" y="28"/>
                </a:lnTo>
                <a:lnTo>
                  <a:pt x="675" y="28"/>
                </a:lnTo>
                <a:lnTo>
                  <a:pt x="675" y="29"/>
                </a:lnTo>
                <a:lnTo>
                  <a:pt x="676" y="29"/>
                </a:lnTo>
                <a:lnTo>
                  <a:pt x="677" y="31"/>
                </a:lnTo>
                <a:lnTo>
                  <a:pt x="678" y="31"/>
                </a:lnTo>
                <a:lnTo>
                  <a:pt x="678" y="32"/>
                </a:lnTo>
                <a:lnTo>
                  <a:pt x="679" y="32"/>
                </a:lnTo>
                <a:lnTo>
                  <a:pt x="680" y="33"/>
                </a:lnTo>
                <a:lnTo>
                  <a:pt x="681" y="33"/>
                </a:lnTo>
                <a:lnTo>
                  <a:pt x="681" y="34"/>
                </a:lnTo>
                <a:lnTo>
                  <a:pt x="682" y="34"/>
                </a:lnTo>
                <a:lnTo>
                  <a:pt x="683" y="35"/>
                </a:lnTo>
                <a:lnTo>
                  <a:pt x="684" y="36"/>
                </a:lnTo>
                <a:lnTo>
                  <a:pt x="685" y="36"/>
                </a:lnTo>
                <a:lnTo>
                  <a:pt x="685" y="35"/>
                </a:lnTo>
                <a:lnTo>
                  <a:pt x="686" y="34"/>
                </a:lnTo>
                <a:lnTo>
                  <a:pt x="687" y="34"/>
                </a:lnTo>
                <a:lnTo>
                  <a:pt x="687" y="33"/>
                </a:lnTo>
                <a:lnTo>
                  <a:pt x="688" y="33"/>
                </a:lnTo>
                <a:lnTo>
                  <a:pt x="689" y="32"/>
                </a:lnTo>
                <a:lnTo>
                  <a:pt x="690" y="32"/>
                </a:lnTo>
                <a:lnTo>
                  <a:pt x="691" y="32"/>
                </a:lnTo>
                <a:lnTo>
                  <a:pt x="693" y="32"/>
                </a:lnTo>
                <a:lnTo>
                  <a:pt x="693" y="31"/>
                </a:lnTo>
                <a:lnTo>
                  <a:pt x="694" y="31"/>
                </a:lnTo>
                <a:lnTo>
                  <a:pt x="694" y="32"/>
                </a:lnTo>
                <a:lnTo>
                  <a:pt x="694" y="33"/>
                </a:lnTo>
                <a:lnTo>
                  <a:pt x="694" y="34"/>
                </a:lnTo>
                <a:lnTo>
                  <a:pt x="695" y="34"/>
                </a:lnTo>
                <a:lnTo>
                  <a:pt x="695" y="33"/>
                </a:lnTo>
                <a:lnTo>
                  <a:pt x="695" y="34"/>
                </a:lnTo>
                <a:lnTo>
                  <a:pt x="696" y="34"/>
                </a:lnTo>
                <a:lnTo>
                  <a:pt x="697" y="34"/>
                </a:lnTo>
                <a:lnTo>
                  <a:pt x="697" y="35"/>
                </a:lnTo>
                <a:lnTo>
                  <a:pt x="696" y="36"/>
                </a:lnTo>
                <a:lnTo>
                  <a:pt x="697" y="37"/>
                </a:lnTo>
                <a:lnTo>
                  <a:pt x="697" y="38"/>
                </a:lnTo>
                <a:lnTo>
                  <a:pt x="697" y="39"/>
                </a:lnTo>
                <a:lnTo>
                  <a:pt x="697" y="40"/>
                </a:lnTo>
                <a:lnTo>
                  <a:pt x="698" y="40"/>
                </a:lnTo>
                <a:lnTo>
                  <a:pt x="699" y="40"/>
                </a:lnTo>
                <a:lnTo>
                  <a:pt x="699" y="39"/>
                </a:lnTo>
                <a:lnTo>
                  <a:pt x="700" y="39"/>
                </a:lnTo>
                <a:lnTo>
                  <a:pt x="700" y="38"/>
                </a:lnTo>
                <a:lnTo>
                  <a:pt x="701" y="38"/>
                </a:lnTo>
                <a:lnTo>
                  <a:pt x="702" y="38"/>
                </a:lnTo>
                <a:lnTo>
                  <a:pt x="703" y="39"/>
                </a:lnTo>
                <a:lnTo>
                  <a:pt x="704" y="39"/>
                </a:lnTo>
                <a:lnTo>
                  <a:pt x="705" y="39"/>
                </a:lnTo>
                <a:lnTo>
                  <a:pt x="706" y="39"/>
                </a:lnTo>
                <a:lnTo>
                  <a:pt x="707" y="40"/>
                </a:lnTo>
                <a:lnTo>
                  <a:pt x="708" y="39"/>
                </a:lnTo>
                <a:lnTo>
                  <a:pt x="710" y="38"/>
                </a:lnTo>
                <a:lnTo>
                  <a:pt x="711" y="37"/>
                </a:lnTo>
                <a:lnTo>
                  <a:pt x="712" y="36"/>
                </a:lnTo>
                <a:lnTo>
                  <a:pt x="713" y="37"/>
                </a:lnTo>
                <a:lnTo>
                  <a:pt x="712" y="37"/>
                </a:lnTo>
                <a:lnTo>
                  <a:pt x="712" y="38"/>
                </a:lnTo>
                <a:lnTo>
                  <a:pt x="713" y="38"/>
                </a:lnTo>
                <a:lnTo>
                  <a:pt x="715" y="40"/>
                </a:lnTo>
                <a:lnTo>
                  <a:pt x="718" y="39"/>
                </a:lnTo>
                <a:lnTo>
                  <a:pt x="720" y="39"/>
                </a:lnTo>
                <a:lnTo>
                  <a:pt x="721" y="39"/>
                </a:lnTo>
                <a:lnTo>
                  <a:pt x="722" y="39"/>
                </a:lnTo>
                <a:lnTo>
                  <a:pt x="723" y="39"/>
                </a:lnTo>
                <a:lnTo>
                  <a:pt x="723" y="40"/>
                </a:lnTo>
                <a:lnTo>
                  <a:pt x="723" y="41"/>
                </a:lnTo>
                <a:lnTo>
                  <a:pt x="723" y="42"/>
                </a:lnTo>
                <a:lnTo>
                  <a:pt x="724" y="43"/>
                </a:lnTo>
                <a:lnTo>
                  <a:pt x="724" y="44"/>
                </a:lnTo>
                <a:lnTo>
                  <a:pt x="724" y="46"/>
                </a:lnTo>
                <a:lnTo>
                  <a:pt x="724" y="47"/>
                </a:lnTo>
                <a:lnTo>
                  <a:pt x="724" y="48"/>
                </a:lnTo>
                <a:lnTo>
                  <a:pt x="724" y="49"/>
                </a:lnTo>
                <a:lnTo>
                  <a:pt x="723" y="49"/>
                </a:lnTo>
                <a:lnTo>
                  <a:pt x="723" y="50"/>
                </a:lnTo>
                <a:lnTo>
                  <a:pt x="724" y="50"/>
                </a:lnTo>
                <a:lnTo>
                  <a:pt x="725" y="51"/>
                </a:lnTo>
                <a:lnTo>
                  <a:pt x="725" y="52"/>
                </a:lnTo>
                <a:lnTo>
                  <a:pt x="726" y="52"/>
                </a:lnTo>
                <a:lnTo>
                  <a:pt x="727" y="52"/>
                </a:lnTo>
                <a:lnTo>
                  <a:pt x="728" y="53"/>
                </a:lnTo>
                <a:lnTo>
                  <a:pt x="729" y="53"/>
                </a:lnTo>
                <a:lnTo>
                  <a:pt x="730" y="53"/>
                </a:lnTo>
                <a:lnTo>
                  <a:pt x="730" y="54"/>
                </a:lnTo>
                <a:lnTo>
                  <a:pt x="732" y="55"/>
                </a:lnTo>
                <a:lnTo>
                  <a:pt x="733" y="55"/>
                </a:lnTo>
                <a:lnTo>
                  <a:pt x="734" y="56"/>
                </a:lnTo>
                <a:lnTo>
                  <a:pt x="734" y="57"/>
                </a:lnTo>
                <a:lnTo>
                  <a:pt x="735" y="58"/>
                </a:lnTo>
                <a:lnTo>
                  <a:pt x="736" y="58"/>
                </a:lnTo>
                <a:lnTo>
                  <a:pt x="737" y="59"/>
                </a:lnTo>
                <a:lnTo>
                  <a:pt x="737" y="58"/>
                </a:lnTo>
                <a:lnTo>
                  <a:pt x="738" y="58"/>
                </a:lnTo>
                <a:lnTo>
                  <a:pt x="739" y="59"/>
                </a:lnTo>
                <a:lnTo>
                  <a:pt x="740" y="60"/>
                </a:lnTo>
                <a:lnTo>
                  <a:pt x="741" y="60"/>
                </a:lnTo>
                <a:lnTo>
                  <a:pt x="742" y="61"/>
                </a:lnTo>
                <a:lnTo>
                  <a:pt x="743" y="61"/>
                </a:lnTo>
                <a:lnTo>
                  <a:pt x="743" y="62"/>
                </a:lnTo>
                <a:lnTo>
                  <a:pt x="744" y="63"/>
                </a:lnTo>
                <a:lnTo>
                  <a:pt x="745" y="64"/>
                </a:lnTo>
                <a:lnTo>
                  <a:pt x="747" y="64"/>
                </a:lnTo>
                <a:lnTo>
                  <a:pt x="748" y="65"/>
                </a:lnTo>
                <a:lnTo>
                  <a:pt x="749" y="65"/>
                </a:lnTo>
                <a:lnTo>
                  <a:pt x="749" y="66"/>
                </a:lnTo>
                <a:lnTo>
                  <a:pt x="750" y="66"/>
                </a:lnTo>
                <a:lnTo>
                  <a:pt x="749" y="67"/>
                </a:lnTo>
                <a:lnTo>
                  <a:pt x="749" y="68"/>
                </a:lnTo>
                <a:lnTo>
                  <a:pt x="747" y="72"/>
                </a:lnTo>
                <a:lnTo>
                  <a:pt x="746" y="74"/>
                </a:lnTo>
                <a:lnTo>
                  <a:pt x="745" y="74"/>
                </a:lnTo>
                <a:lnTo>
                  <a:pt x="744" y="76"/>
                </a:lnTo>
                <a:lnTo>
                  <a:pt x="743" y="78"/>
                </a:lnTo>
                <a:lnTo>
                  <a:pt x="743" y="79"/>
                </a:lnTo>
                <a:lnTo>
                  <a:pt x="742" y="80"/>
                </a:lnTo>
                <a:lnTo>
                  <a:pt x="742" y="81"/>
                </a:lnTo>
                <a:lnTo>
                  <a:pt x="741" y="81"/>
                </a:lnTo>
                <a:lnTo>
                  <a:pt x="741" y="82"/>
                </a:lnTo>
                <a:lnTo>
                  <a:pt x="740" y="83"/>
                </a:lnTo>
                <a:lnTo>
                  <a:pt x="740" y="84"/>
                </a:lnTo>
                <a:lnTo>
                  <a:pt x="739" y="85"/>
                </a:lnTo>
                <a:lnTo>
                  <a:pt x="740" y="85"/>
                </a:lnTo>
                <a:lnTo>
                  <a:pt x="741" y="86"/>
                </a:lnTo>
                <a:lnTo>
                  <a:pt x="742" y="86"/>
                </a:lnTo>
                <a:lnTo>
                  <a:pt x="742" y="87"/>
                </a:lnTo>
                <a:lnTo>
                  <a:pt x="743" y="88"/>
                </a:lnTo>
                <a:lnTo>
                  <a:pt x="745" y="88"/>
                </a:lnTo>
                <a:lnTo>
                  <a:pt x="745" y="89"/>
                </a:lnTo>
                <a:lnTo>
                  <a:pt x="746" y="89"/>
                </a:lnTo>
                <a:lnTo>
                  <a:pt x="748" y="89"/>
                </a:lnTo>
                <a:lnTo>
                  <a:pt x="750" y="88"/>
                </a:lnTo>
                <a:lnTo>
                  <a:pt x="751" y="87"/>
                </a:lnTo>
                <a:lnTo>
                  <a:pt x="752" y="87"/>
                </a:lnTo>
                <a:lnTo>
                  <a:pt x="753" y="87"/>
                </a:lnTo>
                <a:lnTo>
                  <a:pt x="754" y="87"/>
                </a:lnTo>
                <a:lnTo>
                  <a:pt x="754" y="88"/>
                </a:lnTo>
                <a:lnTo>
                  <a:pt x="755" y="88"/>
                </a:lnTo>
                <a:lnTo>
                  <a:pt x="756" y="89"/>
                </a:lnTo>
                <a:lnTo>
                  <a:pt x="757" y="89"/>
                </a:lnTo>
                <a:lnTo>
                  <a:pt x="757" y="90"/>
                </a:lnTo>
                <a:lnTo>
                  <a:pt x="757" y="91"/>
                </a:lnTo>
                <a:lnTo>
                  <a:pt x="757" y="92"/>
                </a:lnTo>
                <a:lnTo>
                  <a:pt x="757" y="93"/>
                </a:lnTo>
                <a:lnTo>
                  <a:pt x="756" y="94"/>
                </a:lnTo>
                <a:lnTo>
                  <a:pt x="756" y="95"/>
                </a:lnTo>
                <a:lnTo>
                  <a:pt x="756" y="96"/>
                </a:lnTo>
                <a:lnTo>
                  <a:pt x="755" y="96"/>
                </a:lnTo>
                <a:lnTo>
                  <a:pt x="754" y="97"/>
                </a:lnTo>
                <a:lnTo>
                  <a:pt x="754" y="98"/>
                </a:lnTo>
                <a:lnTo>
                  <a:pt x="752" y="98"/>
                </a:lnTo>
                <a:lnTo>
                  <a:pt x="752" y="99"/>
                </a:lnTo>
                <a:lnTo>
                  <a:pt x="751" y="101"/>
                </a:lnTo>
                <a:lnTo>
                  <a:pt x="750" y="101"/>
                </a:lnTo>
                <a:lnTo>
                  <a:pt x="750" y="100"/>
                </a:lnTo>
                <a:lnTo>
                  <a:pt x="750" y="101"/>
                </a:lnTo>
                <a:lnTo>
                  <a:pt x="749" y="101"/>
                </a:lnTo>
                <a:lnTo>
                  <a:pt x="749" y="102"/>
                </a:lnTo>
                <a:lnTo>
                  <a:pt x="748" y="103"/>
                </a:lnTo>
                <a:lnTo>
                  <a:pt x="748" y="105"/>
                </a:lnTo>
                <a:lnTo>
                  <a:pt x="749" y="106"/>
                </a:lnTo>
                <a:lnTo>
                  <a:pt x="749" y="107"/>
                </a:lnTo>
                <a:lnTo>
                  <a:pt x="750" y="107"/>
                </a:lnTo>
                <a:lnTo>
                  <a:pt x="751" y="107"/>
                </a:lnTo>
                <a:lnTo>
                  <a:pt x="752" y="107"/>
                </a:lnTo>
                <a:lnTo>
                  <a:pt x="753" y="106"/>
                </a:lnTo>
                <a:lnTo>
                  <a:pt x="754" y="106"/>
                </a:lnTo>
                <a:lnTo>
                  <a:pt x="754" y="107"/>
                </a:lnTo>
                <a:lnTo>
                  <a:pt x="755" y="106"/>
                </a:lnTo>
                <a:lnTo>
                  <a:pt x="756" y="106"/>
                </a:lnTo>
                <a:lnTo>
                  <a:pt x="757" y="106"/>
                </a:lnTo>
                <a:lnTo>
                  <a:pt x="757" y="107"/>
                </a:lnTo>
                <a:lnTo>
                  <a:pt x="758" y="107"/>
                </a:lnTo>
                <a:lnTo>
                  <a:pt x="758" y="106"/>
                </a:lnTo>
                <a:lnTo>
                  <a:pt x="759" y="106"/>
                </a:lnTo>
                <a:lnTo>
                  <a:pt x="759" y="105"/>
                </a:lnTo>
                <a:lnTo>
                  <a:pt x="759" y="106"/>
                </a:lnTo>
                <a:lnTo>
                  <a:pt x="760" y="106"/>
                </a:lnTo>
                <a:lnTo>
                  <a:pt x="760" y="107"/>
                </a:lnTo>
                <a:lnTo>
                  <a:pt x="760" y="108"/>
                </a:lnTo>
                <a:lnTo>
                  <a:pt x="761" y="108"/>
                </a:lnTo>
                <a:lnTo>
                  <a:pt x="762" y="109"/>
                </a:lnTo>
                <a:lnTo>
                  <a:pt x="762" y="110"/>
                </a:lnTo>
                <a:lnTo>
                  <a:pt x="763" y="111"/>
                </a:lnTo>
                <a:lnTo>
                  <a:pt x="763" y="112"/>
                </a:lnTo>
                <a:lnTo>
                  <a:pt x="763" y="113"/>
                </a:lnTo>
                <a:lnTo>
                  <a:pt x="763" y="114"/>
                </a:lnTo>
                <a:lnTo>
                  <a:pt x="763" y="115"/>
                </a:lnTo>
                <a:lnTo>
                  <a:pt x="763" y="116"/>
                </a:lnTo>
                <a:lnTo>
                  <a:pt x="764" y="116"/>
                </a:lnTo>
                <a:lnTo>
                  <a:pt x="765" y="116"/>
                </a:lnTo>
                <a:lnTo>
                  <a:pt x="766" y="116"/>
                </a:lnTo>
                <a:lnTo>
                  <a:pt x="766" y="115"/>
                </a:lnTo>
                <a:lnTo>
                  <a:pt x="766" y="114"/>
                </a:lnTo>
                <a:lnTo>
                  <a:pt x="765" y="113"/>
                </a:lnTo>
                <a:lnTo>
                  <a:pt x="765" y="112"/>
                </a:lnTo>
                <a:lnTo>
                  <a:pt x="765" y="111"/>
                </a:lnTo>
                <a:lnTo>
                  <a:pt x="765" y="110"/>
                </a:lnTo>
                <a:lnTo>
                  <a:pt x="766" y="110"/>
                </a:lnTo>
                <a:lnTo>
                  <a:pt x="766" y="109"/>
                </a:lnTo>
                <a:lnTo>
                  <a:pt x="767" y="108"/>
                </a:lnTo>
                <a:lnTo>
                  <a:pt x="768" y="107"/>
                </a:lnTo>
                <a:lnTo>
                  <a:pt x="769" y="108"/>
                </a:lnTo>
                <a:lnTo>
                  <a:pt x="769" y="107"/>
                </a:lnTo>
                <a:lnTo>
                  <a:pt x="770" y="105"/>
                </a:lnTo>
                <a:lnTo>
                  <a:pt x="771" y="105"/>
                </a:lnTo>
                <a:lnTo>
                  <a:pt x="772" y="105"/>
                </a:lnTo>
                <a:lnTo>
                  <a:pt x="774" y="105"/>
                </a:lnTo>
                <a:lnTo>
                  <a:pt x="775" y="105"/>
                </a:lnTo>
                <a:lnTo>
                  <a:pt x="775" y="102"/>
                </a:lnTo>
                <a:lnTo>
                  <a:pt x="774" y="102"/>
                </a:lnTo>
                <a:lnTo>
                  <a:pt x="774" y="101"/>
                </a:lnTo>
                <a:lnTo>
                  <a:pt x="775" y="101"/>
                </a:lnTo>
                <a:lnTo>
                  <a:pt x="776" y="100"/>
                </a:lnTo>
                <a:lnTo>
                  <a:pt x="777" y="99"/>
                </a:lnTo>
                <a:lnTo>
                  <a:pt x="778" y="99"/>
                </a:lnTo>
                <a:lnTo>
                  <a:pt x="778" y="97"/>
                </a:lnTo>
                <a:lnTo>
                  <a:pt x="779" y="97"/>
                </a:lnTo>
                <a:lnTo>
                  <a:pt x="780" y="96"/>
                </a:lnTo>
                <a:lnTo>
                  <a:pt x="780" y="95"/>
                </a:lnTo>
                <a:lnTo>
                  <a:pt x="780" y="94"/>
                </a:lnTo>
                <a:lnTo>
                  <a:pt x="781" y="94"/>
                </a:lnTo>
                <a:lnTo>
                  <a:pt x="781" y="93"/>
                </a:lnTo>
                <a:lnTo>
                  <a:pt x="782" y="92"/>
                </a:lnTo>
                <a:lnTo>
                  <a:pt x="782" y="91"/>
                </a:lnTo>
                <a:lnTo>
                  <a:pt x="781" y="91"/>
                </a:lnTo>
                <a:lnTo>
                  <a:pt x="781" y="90"/>
                </a:lnTo>
                <a:lnTo>
                  <a:pt x="782" y="89"/>
                </a:lnTo>
                <a:lnTo>
                  <a:pt x="782" y="88"/>
                </a:lnTo>
                <a:lnTo>
                  <a:pt x="783" y="88"/>
                </a:lnTo>
                <a:lnTo>
                  <a:pt x="784" y="88"/>
                </a:lnTo>
                <a:lnTo>
                  <a:pt x="784" y="87"/>
                </a:lnTo>
                <a:lnTo>
                  <a:pt x="783" y="87"/>
                </a:lnTo>
                <a:lnTo>
                  <a:pt x="783" y="86"/>
                </a:lnTo>
                <a:lnTo>
                  <a:pt x="784" y="86"/>
                </a:lnTo>
                <a:lnTo>
                  <a:pt x="785" y="86"/>
                </a:lnTo>
                <a:lnTo>
                  <a:pt x="785" y="84"/>
                </a:lnTo>
                <a:lnTo>
                  <a:pt x="784" y="84"/>
                </a:lnTo>
                <a:lnTo>
                  <a:pt x="784" y="83"/>
                </a:lnTo>
                <a:lnTo>
                  <a:pt x="784" y="82"/>
                </a:lnTo>
                <a:lnTo>
                  <a:pt x="784" y="81"/>
                </a:lnTo>
                <a:lnTo>
                  <a:pt x="785" y="80"/>
                </a:lnTo>
                <a:lnTo>
                  <a:pt x="786" y="80"/>
                </a:lnTo>
                <a:lnTo>
                  <a:pt x="787" y="80"/>
                </a:lnTo>
                <a:lnTo>
                  <a:pt x="788" y="80"/>
                </a:lnTo>
                <a:lnTo>
                  <a:pt x="788" y="79"/>
                </a:lnTo>
                <a:lnTo>
                  <a:pt x="788" y="78"/>
                </a:lnTo>
                <a:lnTo>
                  <a:pt x="787" y="78"/>
                </a:lnTo>
                <a:lnTo>
                  <a:pt x="788" y="77"/>
                </a:lnTo>
                <a:lnTo>
                  <a:pt x="789" y="76"/>
                </a:lnTo>
                <a:lnTo>
                  <a:pt x="788" y="76"/>
                </a:lnTo>
                <a:lnTo>
                  <a:pt x="789" y="75"/>
                </a:lnTo>
                <a:lnTo>
                  <a:pt x="789" y="74"/>
                </a:lnTo>
                <a:lnTo>
                  <a:pt x="789" y="73"/>
                </a:lnTo>
                <a:lnTo>
                  <a:pt x="788" y="71"/>
                </a:lnTo>
                <a:lnTo>
                  <a:pt x="788" y="70"/>
                </a:lnTo>
                <a:lnTo>
                  <a:pt x="788" y="69"/>
                </a:lnTo>
                <a:lnTo>
                  <a:pt x="788" y="68"/>
                </a:lnTo>
                <a:lnTo>
                  <a:pt x="788" y="66"/>
                </a:lnTo>
                <a:lnTo>
                  <a:pt x="788" y="64"/>
                </a:lnTo>
                <a:lnTo>
                  <a:pt x="789" y="63"/>
                </a:lnTo>
                <a:lnTo>
                  <a:pt x="789" y="62"/>
                </a:lnTo>
                <a:lnTo>
                  <a:pt x="791" y="60"/>
                </a:lnTo>
                <a:lnTo>
                  <a:pt x="792" y="59"/>
                </a:lnTo>
                <a:lnTo>
                  <a:pt x="793" y="59"/>
                </a:lnTo>
                <a:lnTo>
                  <a:pt x="794" y="59"/>
                </a:lnTo>
                <a:lnTo>
                  <a:pt x="795" y="59"/>
                </a:lnTo>
                <a:lnTo>
                  <a:pt x="796" y="59"/>
                </a:lnTo>
                <a:lnTo>
                  <a:pt x="796" y="58"/>
                </a:lnTo>
                <a:lnTo>
                  <a:pt x="797" y="58"/>
                </a:lnTo>
                <a:lnTo>
                  <a:pt x="797" y="57"/>
                </a:lnTo>
                <a:lnTo>
                  <a:pt x="797" y="56"/>
                </a:lnTo>
                <a:lnTo>
                  <a:pt x="797" y="55"/>
                </a:lnTo>
                <a:lnTo>
                  <a:pt x="797" y="54"/>
                </a:lnTo>
                <a:lnTo>
                  <a:pt x="798" y="54"/>
                </a:lnTo>
                <a:lnTo>
                  <a:pt x="799" y="53"/>
                </a:lnTo>
                <a:lnTo>
                  <a:pt x="799" y="52"/>
                </a:lnTo>
                <a:lnTo>
                  <a:pt x="800" y="51"/>
                </a:lnTo>
                <a:lnTo>
                  <a:pt x="800" y="50"/>
                </a:lnTo>
                <a:lnTo>
                  <a:pt x="801" y="50"/>
                </a:lnTo>
                <a:lnTo>
                  <a:pt x="801" y="49"/>
                </a:lnTo>
                <a:lnTo>
                  <a:pt x="800" y="49"/>
                </a:lnTo>
                <a:lnTo>
                  <a:pt x="800" y="48"/>
                </a:lnTo>
                <a:lnTo>
                  <a:pt x="800" y="47"/>
                </a:lnTo>
                <a:lnTo>
                  <a:pt x="801" y="47"/>
                </a:lnTo>
                <a:lnTo>
                  <a:pt x="801" y="46"/>
                </a:lnTo>
                <a:lnTo>
                  <a:pt x="802" y="46"/>
                </a:lnTo>
                <a:lnTo>
                  <a:pt x="803" y="46"/>
                </a:lnTo>
                <a:lnTo>
                  <a:pt x="803" y="47"/>
                </a:lnTo>
                <a:lnTo>
                  <a:pt x="804" y="47"/>
                </a:lnTo>
                <a:lnTo>
                  <a:pt x="804" y="46"/>
                </a:lnTo>
                <a:lnTo>
                  <a:pt x="805" y="46"/>
                </a:lnTo>
                <a:lnTo>
                  <a:pt x="805" y="45"/>
                </a:lnTo>
                <a:lnTo>
                  <a:pt x="805" y="44"/>
                </a:lnTo>
                <a:lnTo>
                  <a:pt x="806" y="44"/>
                </a:lnTo>
                <a:lnTo>
                  <a:pt x="806" y="45"/>
                </a:lnTo>
                <a:lnTo>
                  <a:pt x="807" y="44"/>
                </a:lnTo>
                <a:lnTo>
                  <a:pt x="808" y="44"/>
                </a:lnTo>
                <a:lnTo>
                  <a:pt x="809" y="44"/>
                </a:lnTo>
                <a:lnTo>
                  <a:pt x="810" y="45"/>
                </a:lnTo>
                <a:lnTo>
                  <a:pt x="811" y="45"/>
                </a:lnTo>
                <a:lnTo>
                  <a:pt x="811" y="44"/>
                </a:lnTo>
                <a:lnTo>
                  <a:pt x="812" y="44"/>
                </a:lnTo>
                <a:lnTo>
                  <a:pt x="812" y="43"/>
                </a:lnTo>
                <a:lnTo>
                  <a:pt x="813" y="43"/>
                </a:lnTo>
                <a:lnTo>
                  <a:pt x="813" y="42"/>
                </a:lnTo>
                <a:lnTo>
                  <a:pt x="813" y="41"/>
                </a:lnTo>
                <a:lnTo>
                  <a:pt x="814" y="41"/>
                </a:lnTo>
                <a:lnTo>
                  <a:pt x="815" y="41"/>
                </a:lnTo>
                <a:lnTo>
                  <a:pt x="815" y="42"/>
                </a:lnTo>
                <a:lnTo>
                  <a:pt x="816" y="43"/>
                </a:lnTo>
                <a:lnTo>
                  <a:pt x="816" y="44"/>
                </a:lnTo>
                <a:lnTo>
                  <a:pt x="815" y="45"/>
                </a:lnTo>
                <a:lnTo>
                  <a:pt x="815" y="46"/>
                </a:lnTo>
                <a:lnTo>
                  <a:pt x="815" y="47"/>
                </a:lnTo>
                <a:lnTo>
                  <a:pt x="815" y="48"/>
                </a:lnTo>
                <a:lnTo>
                  <a:pt x="815" y="49"/>
                </a:lnTo>
                <a:lnTo>
                  <a:pt x="816" y="50"/>
                </a:lnTo>
                <a:lnTo>
                  <a:pt x="816" y="51"/>
                </a:lnTo>
                <a:lnTo>
                  <a:pt x="817" y="52"/>
                </a:lnTo>
                <a:lnTo>
                  <a:pt x="817" y="53"/>
                </a:lnTo>
                <a:lnTo>
                  <a:pt x="816" y="55"/>
                </a:lnTo>
                <a:lnTo>
                  <a:pt x="815" y="56"/>
                </a:lnTo>
                <a:lnTo>
                  <a:pt x="814" y="58"/>
                </a:lnTo>
                <a:lnTo>
                  <a:pt x="813" y="58"/>
                </a:lnTo>
                <a:lnTo>
                  <a:pt x="813" y="59"/>
                </a:lnTo>
                <a:lnTo>
                  <a:pt x="814" y="60"/>
                </a:lnTo>
                <a:lnTo>
                  <a:pt x="814" y="62"/>
                </a:lnTo>
                <a:lnTo>
                  <a:pt x="813" y="62"/>
                </a:lnTo>
                <a:lnTo>
                  <a:pt x="812" y="62"/>
                </a:lnTo>
                <a:lnTo>
                  <a:pt x="812" y="63"/>
                </a:lnTo>
                <a:lnTo>
                  <a:pt x="812" y="64"/>
                </a:lnTo>
                <a:lnTo>
                  <a:pt x="815" y="66"/>
                </a:lnTo>
                <a:lnTo>
                  <a:pt x="815" y="67"/>
                </a:lnTo>
                <a:lnTo>
                  <a:pt x="816" y="68"/>
                </a:lnTo>
                <a:lnTo>
                  <a:pt x="816" y="69"/>
                </a:lnTo>
                <a:lnTo>
                  <a:pt x="816" y="70"/>
                </a:lnTo>
                <a:lnTo>
                  <a:pt x="816" y="71"/>
                </a:lnTo>
                <a:lnTo>
                  <a:pt x="818" y="71"/>
                </a:lnTo>
                <a:lnTo>
                  <a:pt x="818" y="72"/>
                </a:lnTo>
                <a:lnTo>
                  <a:pt x="818" y="73"/>
                </a:lnTo>
                <a:lnTo>
                  <a:pt x="818" y="74"/>
                </a:lnTo>
                <a:lnTo>
                  <a:pt x="819" y="75"/>
                </a:lnTo>
                <a:lnTo>
                  <a:pt x="819" y="76"/>
                </a:lnTo>
                <a:lnTo>
                  <a:pt x="819" y="77"/>
                </a:lnTo>
                <a:lnTo>
                  <a:pt x="819" y="78"/>
                </a:lnTo>
                <a:lnTo>
                  <a:pt x="819" y="79"/>
                </a:lnTo>
                <a:lnTo>
                  <a:pt x="819" y="80"/>
                </a:lnTo>
                <a:lnTo>
                  <a:pt x="819" y="81"/>
                </a:lnTo>
                <a:lnTo>
                  <a:pt x="820" y="82"/>
                </a:lnTo>
                <a:lnTo>
                  <a:pt x="820" y="83"/>
                </a:lnTo>
                <a:lnTo>
                  <a:pt x="819" y="83"/>
                </a:lnTo>
                <a:lnTo>
                  <a:pt x="819" y="84"/>
                </a:lnTo>
                <a:lnTo>
                  <a:pt x="820" y="84"/>
                </a:lnTo>
                <a:lnTo>
                  <a:pt x="820" y="85"/>
                </a:lnTo>
                <a:lnTo>
                  <a:pt x="820" y="86"/>
                </a:lnTo>
                <a:lnTo>
                  <a:pt x="820" y="87"/>
                </a:lnTo>
                <a:lnTo>
                  <a:pt x="819" y="88"/>
                </a:lnTo>
                <a:lnTo>
                  <a:pt x="819" y="89"/>
                </a:lnTo>
                <a:lnTo>
                  <a:pt x="819" y="90"/>
                </a:lnTo>
                <a:lnTo>
                  <a:pt x="819" y="91"/>
                </a:lnTo>
                <a:lnTo>
                  <a:pt x="820" y="93"/>
                </a:lnTo>
                <a:lnTo>
                  <a:pt x="820" y="94"/>
                </a:lnTo>
                <a:lnTo>
                  <a:pt x="820" y="96"/>
                </a:lnTo>
                <a:lnTo>
                  <a:pt x="821" y="97"/>
                </a:lnTo>
                <a:lnTo>
                  <a:pt x="821" y="98"/>
                </a:lnTo>
                <a:lnTo>
                  <a:pt x="821" y="99"/>
                </a:lnTo>
                <a:lnTo>
                  <a:pt x="821" y="100"/>
                </a:lnTo>
                <a:lnTo>
                  <a:pt x="822" y="100"/>
                </a:lnTo>
                <a:lnTo>
                  <a:pt x="822" y="101"/>
                </a:lnTo>
                <a:lnTo>
                  <a:pt x="822" y="102"/>
                </a:lnTo>
                <a:lnTo>
                  <a:pt x="823" y="103"/>
                </a:lnTo>
                <a:lnTo>
                  <a:pt x="822" y="103"/>
                </a:lnTo>
                <a:lnTo>
                  <a:pt x="822" y="104"/>
                </a:lnTo>
                <a:lnTo>
                  <a:pt x="823" y="105"/>
                </a:lnTo>
                <a:lnTo>
                  <a:pt x="824" y="106"/>
                </a:lnTo>
                <a:lnTo>
                  <a:pt x="824" y="107"/>
                </a:lnTo>
                <a:lnTo>
                  <a:pt x="825" y="109"/>
                </a:lnTo>
                <a:lnTo>
                  <a:pt x="825" y="110"/>
                </a:lnTo>
                <a:lnTo>
                  <a:pt x="826" y="111"/>
                </a:lnTo>
                <a:lnTo>
                  <a:pt x="827" y="111"/>
                </a:lnTo>
                <a:lnTo>
                  <a:pt x="828" y="111"/>
                </a:lnTo>
                <a:lnTo>
                  <a:pt x="828" y="110"/>
                </a:lnTo>
                <a:lnTo>
                  <a:pt x="829" y="110"/>
                </a:lnTo>
                <a:lnTo>
                  <a:pt x="830" y="111"/>
                </a:lnTo>
                <a:lnTo>
                  <a:pt x="830" y="110"/>
                </a:lnTo>
                <a:lnTo>
                  <a:pt x="831" y="109"/>
                </a:lnTo>
                <a:lnTo>
                  <a:pt x="831" y="108"/>
                </a:lnTo>
                <a:lnTo>
                  <a:pt x="831" y="107"/>
                </a:lnTo>
                <a:lnTo>
                  <a:pt x="832" y="107"/>
                </a:lnTo>
                <a:lnTo>
                  <a:pt x="831" y="105"/>
                </a:lnTo>
                <a:lnTo>
                  <a:pt x="831" y="104"/>
                </a:lnTo>
                <a:lnTo>
                  <a:pt x="832" y="104"/>
                </a:lnTo>
                <a:lnTo>
                  <a:pt x="833" y="104"/>
                </a:lnTo>
                <a:lnTo>
                  <a:pt x="833" y="103"/>
                </a:lnTo>
                <a:lnTo>
                  <a:pt x="834" y="104"/>
                </a:lnTo>
                <a:lnTo>
                  <a:pt x="835" y="104"/>
                </a:lnTo>
                <a:lnTo>
                  <a:pt x="835" y="105"/>
                </a:lnTo>
                <a:lnTo>
                  <a:pt x="836" y="105"/>
                </a:lnTo>
                <a:lnTo>
                  <a:pt x="837" y="105"/>
                </a:lnTo>
                <a:lnTo>
                  <a:pt x="838" y="105"/>
                </a:lnTo>
                <a:lnTo>
                  <a:pt x="840" y="105"/>
                </a:lnTo>
                <a:lnTo>
                  <a:pt x="841" y="105"/>
                </a:lnTo>
                <a:lnTo>
                  <a:pt x="841" y="106"/>
                </a:lnTo>
                <a:lnTo>
                  <a:pt x="841" y="107"/>
                </a:lnTo>
                <a:lnTo>
                  <a:pt x="841" y="108"/>
                </a:lnTo>
                <a:lnTo>
                  <a:pt x="841" y="109"/>
                </a:lnTo>
                <a:lnTo>
                  <a:pt x="842" y="110"/>
                </a:lnTo>
                <a:lnTo>
                  <a:pt x="843" y="110"/>
                </a:lnTo>
                <a:lnTo>
                  <a:pt x="844" y="110"/>
                </a:lnTo>
                <a:lnTo>
                  <a:pt x="844" y="111"/>
                </a:lnTo>
                <a:lnTo>
                  <a:pt x="845" y="112"/>
                </a:lnTo>
                <a:lnTo>
                  <a:pt x="844" y="114"/>
                </a:lnTo>
                <a:lnTo>
                  <a:pt x="843" y="114"/>
                </a:lnTo>
                <a:lnTo>
                  <a:pt x="843" y="115"/>
                </a:lnTo>
                <a:lnTo>
                  <a:pt x="844" y="115"/>
                </a:lnTo>
                <a:lnTo>
                  <a:pt x="845" y="116"/>
                </a:lnTo>
                <a:lnTo>
                  <a:pt x="846" y="116"/>
                </a:lnTo>
                <a:lnTo>
                  <a:pt x="846" y="117"/>
                </a:lnTo>
                <a:lnTo>
                  <a:pt x="846" y="118"/>
                </a:lnTo>
                <a:lnTo>
                  <a:pt x="845" y="118"/>
                </a:lnTo>
                <a:lnTo>
                  <a:pt x="845" y="119"/>
                </a:lnTo>
                <a:lnTo>
                  <a:pt x="846" y="120"/>
                </a:lnTo>
                <a:lnTo>
                  <a:pt x="845" y="120"/>
                </a:lnTo>
                <a:lnTo>
                  <a:pt x="844" y="121"/>
                </a:lnTo>
                <a:lnTo>
                  <a:pt x="843" y="122"/>
                </a:lnTo>
                <a:lnTo>
                  <a:pt x="844" y="123"/>
                </a:lnTo>
                <a:lnTo>
                  <a:pt x="844" y="124"/>
                </a:lnTo>
                <a:lnTo>
                  <a:pt x="845" y="125"/>
                </a:lnTo>
                <a:lnTo>
                  <a:pt x="846" y="125"/>
                </a:lnTo>
                <a:lnTo>
                  <a:pt x="846" y="126"/>
                </a:lnTo>
                <a:lnTo>
                  <a:pt x="847" y="126"/>
                </a:lnTo>
                <a:lnTo>
                  <a:pt x="847" y="128"/>
                </a:lnTo>
                <a:lnTo>
                  <a:pt x="847" y="129"/>
                </a:lnTo>
                <a:lnTo>
                  <a:pt x="846" y="129"/>
                </a:lnTo>
                <a:lnTo>
                  <a:pt x="845" y="130"/>
                </a:lnTo>
                <a:lnTo>
                  <a:pt x="844" y="130"/>
                </a:lnTo>
                <a:lnTo>
                  <a:pt x="844" y="131"/>
                </a:lnTo>
                <a:lnTo>
                  <a:pt x="845" y="132"/>
                </a:lnTo>
                <a:lnTo>
                  <a:pt x="846" y="132"/>
                </a:lnTo>
                <a:lnTo>
                  <a:pt x="847" y="131"/>
                </a:lnTo>
                <a:lnTo>
                  <a:pt x="848" y="130"/>
                </a:lnTo>
                <a:lnTo>
                  <a:pt x="849" y="130"/>
                </a:lnTo>
                <a:lnTo>
                  <a:pt x="849" y="131"/>
                </a:lnTo>
                <a:lnTo>
                  <a:pt x="849" y="132"/>
                </a:lnTo>
                <a:lnTo>
                  <a:pt x="850" y="132"/>
                </a:lnTo>
                <a:lnTo>
                  <a:pt x="852" y="132"/>
                </a:lnTo>
                <a:lnTo>
                  <a:pt x="852" y="133"/>
                </a:lnTo>
                <a:lnTo>
                  <a:pt x="853" y="134"/>
                </a:lnTo>
                <a:lnTo>
                  <a:pt x="853" y="135"/>
                </a:lnTo>
                <a:lnTo>
                  <a:pt x="853" y="136"/>
                </a:lnTo>
                <a:lnTo>
                  <a:pt x="853" y="137"/>
                </a:lnTo>
                <a:lnTo>
                  <a:pt x="853" y="138"/>
                </a:lnTo>
                <a:lnTo>
                  <a:pt x="853" y="139"/>
                </a:lnTo>
                <a:lnTo>
                  <a:pt x="854" y="139"/>
                </a:lnTo>
                <a:lnTo>
                  <a:pt x="854" y="140"/>
                </a:lnTo>
                <a:lnTo>
                  <a:pt x="854" y="139"/>
                </a:lnTo>
                <a:lnTo>
                  <a:pt x="854" y="140"/>
                </a:lnTo>
                <a:lnTo>
                  <a:pt x="855" y="140"/>
                </a:lnTo>
                <a:lnTo>
                  <a:pt x="856" y="141"/>
                </a:lnTo>
                <a:lnTo>
                  <a:pt x="857" y="141"/>
                </a:lnTo>
                <a:lnTo>
                  <a:pt x="859" y="140"/>
                </a:lnTo>
                <a:lnTo>
                  <a:pt x="859" y="139"/>
                </a:lnTo>
                <a:lnTo>
                  <a:pt x="860" y="139"/>
                </a:lnTo>
                <a:lnTo>
                  <a:pt x="860" y="140"/>
                </a:lnTo>
                <a:lnTo>
                  <a:pt x="861" y="140"/>
                </a:lnTo>
                <a:lnTo>
                  <a:pt x="861" y="139"/>
                </a:lnTo>
                <a:lnTo>
                  <a:pt x="862" y="139"/>
                </a:lnTo>
                <a:lnTo>
                  <a:pt x="862" y="138"/>
                </a:lnTo>
                <a:lnTo>
                  <a:pt x="863" y="138"/>
                </a:lnTo>
                <a:lnTo>
                  <a:pt x="865" y="138"/>
                </a:lnTo>
                <a:lnTo>
                  <a:pt x="866" y="138"/>
                </a:lnTo>
                <a:lnTo>
                  <a:pt x="866" y="139"/>
                </a:lnTo>
                <a:lnTo>
                  <a:pt x="866" y="140"/>
                </a:lnTo>
                <a:lnTo>
                  <a:pt x="866" y="141"/>
                </a:lnTo>
                <a:lnTo>
                  <a:pt x="865" y="141"/>
                </a:lnTo>
                <a:lnTo>
                  <a:pt x="865" y="142"/>
                </a:lnTo>
                <a:lnTo>
                  <a:pt x="866" y="142"/>
                </a:lnTo>
                <a:lnTo>
                  <a:pt x="866" y="143"/>
                </a:lnTo>
                <a:lnTo>
                  <a:pt x="867" y="143"/>
                </a:lnTo>
                <a:lnTo>
                  <a:pt x="866" y="143"/>
                </a:lnTo>
                <a:lnTo>
                  <a:pt x="866" y="144"/>
                </a:lnTo>
                <a:lnTo>
                  <a:pt x="865" y="144"/>
                </a:lnTo>
                <a:lnTo>
                  <a:pt x="865" y="145"/>
                </a:lnTo>
                <a:lnTo>
                  <a:pt x="865" y="146"/>
                </a:lnTo>
                <a:lnTo>
                  <a:pt x="866" y="146"/>
                </a:lnTo>
                <a:lnTo>
                  <a:pt x="866" y="147"/>
                </a:lnTo>
                <a:lnTo>
                  <a:pt x="866" y="148"/>
                </a:lnTo>
                <a:lnTo>
                  <a:pt x="867" y="148"/>
                </a:lnTo>
                <a:lnTo>
                  <a:pt x="867" y="149"/>
                </a:lnTo>
                <a:lnTo>
                  <a:pt x="867" y="150"/>
                </a:lnTo>
                <a:lnTo>
                  <a:pt x="866" y="150"/>
                </a:lnTo>
                <a:lnTo>
                  <a:pt x="866" y="151"/>
                </a:lnTo>
                <a:lnTo>
                  <a:pt x="866" y="152"/>
                </a:lnTo>
                <a:lnTo>
                  <a:pt x="865" y="152"/>
                </a:lnTo>
                <a:lnTo>
                  <a:pt x="866" y="152"/>
                </a:lnTo>
                <a:lnTo>
                  <a:pt x="866" y="153"/>
                </a:lnTo>
                <a:lnTo>
                  <a:pt x="866" y="154"/>
                </a:lnTo>
                <a:lnTo>
                  <a:pt x="866" y="155"/>
                </a:lnTo>
                <a:lnTo>
                  <a:pt x="866" y="156"/>
                </a:lnTo>
                <a:lnTo>
                  <a:pt x="865" y="156"/>
                </a:lnTo>
                <a:lnTo>
                  <a:pt x="865" y="157"/>
                </a:lnTo>
                <a:lnTo>
                  <a:pt x="866" y="158"/>
                </a:lnTo>
                <a:lnTo>
                  <a:pt x="867" y="158"/>
                </a:lnTo>
                <a:lnTo>
                  <a:pt x="868" y="158"/>
                </a:lnTo>
                <a:lnTo>
                  <a:pt x="868" y="159"/>
                </a:lnTo>
                <a:lnTo>
                  <a:pt x="869" y="159"/>
                </a:lnTo>
                <a:lnTo>
                  <a:pt x="869" y="160"/>
                </a:lnTo>
                <a:lnTo>
                  <a:pt x="869" y="161"/>
                </a:lnTo>
                <a:lnTo>
                  <a:pt x="868" y="161"/>
                </a:lnTo>
                <a:lnTo>
                  <a:pt x="868" y="162"/>
                </a:lnTo>
                <a:lnTo>
                  <a:pt x="868" y="163"/>
                </a:lnTo>
                <a:lnTo>
                  <a:pt x="867" y="163"/>
                </a:lnTo>
                <a:lnTo>
                  <a:pt x="866" y="163"/>
                </a:lnTo>
                <a:lnTo>
                  <a:pt x="866" y="164"/>
                </a:lnTo>
                <a:lnTo>
                  <a:pt x="867" y="164"/>
                </a:lnTo>
                <a:lnTo>
                  <a:pt x="868" y="164"/>
                </a:lnTo>
                <a:lnTo>
                  <a:pt x="869" y="163"/>
                </a:lnTo>
                <a:lnTo>
                  <a:pt x="870" y="164"/>
                </a:lnTo>
                <a:lnTo>
                  <a:pt x="871" y="164"/>
                </a:lnTo>
                <a:lnTo>
                  <a:pt x="871" y="165"/>
                </a:lnTo>
                <a:lnTo>
                  <a:pt x="872" y="165"/>
                </a:lnTo>
                <a:lnTo>
                  <a:pt x="873" y="166"/>
                </a:lnTo>
                <a:lnTo>
                  <a:pt x="873" y="167"/>
                </a:lnTo>
                <a:lnTo>
                  <a:pt x="874" y="168"/>
                </a:lnTo>
                <a:lnTo>
                  <a:pt x="877" y="168"/>
                </a:lnTo>
                <a:lnTo>
                  <a:pt x="878" y="168"/>
                </a:lnTo>
                <a:lnTo>
                  <a:pt x="878" y="169"/>
                </a:lnTo>
                <a:lnTo>
                  <a:pt x="879" y="169"/>
                </a:lnTo>
                <a:lnTo>
                  <a:pt x="879" y="170"/>
                </a:lnTo>
                <a:lnTo>
                  <a:pt x="880" y="170"/>
                </a:lnTo>
                <a:lnTo>
                  <a:pt x="880" y="171"/>
                </a:lnTo>
                <a:lnTo>
                  <a:pt x="880" y="172"/>
                </a:lnTo>
                <a:lnTo>
                  <a:pt x="879" y="173"/>
                </a:lnTo>
                <a:lnTo>
                  <a:pt x="880" y="173"/>
                </a:lnTo>
                <a:lnTo>
                  <a:pt x="881" y="173"/>
                </a:lnTo>
                <a:lnTo>
                  <a:pt x="882" y="174"/>
                </a:lnTo>
                <a:lnTo>
                  <a:pt x="883" y="174"/>
                </a:lnTo>
                <a:lnTo>
                  <a:pt x="884" y="174"/>
                </a:lnTo>
                <a:lnTo>
                  <a:pt x="885" y="174"/>
                </a:lnTo>
                <a:lnTo>
                  <a:pt x="886" y="174"/>
                </a:lnTo>
                <a:lnTo>
                  <a:pt x="887" y="175"/>
                </a:lnTo>
                <a:lnTo>
                  <a:pt x="888" y="177"/>
                </a:lnTo>
                <a:lnTo>
                  <a:pt x="887" y="177"/>
                </a:lnTo>
                <a:lnTo>
                  <a:pt x="888" y="178"/>
                </a:lnTo>
                <a:lnTo>
                  <a:pt x="889" y="178"/>
                </a:lnTo>
                <a:lnTo>
                  <a:pt x="889" y="179"/>
                </a:lnTo>
                <a:lnTo>
                  <a:pt x="889" y="180"/>
                </a:lnTo>
                <a:lnTo>
                  <a:pt x="889" y="181"/>
                </a:lnTo>
                <a:lnTo>
                  <a:pt x="889" y="182"/>
                </a:lnTo>
                <a:lnTo>
                  <a:pt x="888" y="182"/>
                </a:lnTo>
                <a:lnTo>
                  <a:pt x="888" y="183"/>
                </a:lnTo>
                <a:lnTo>
                  <a:pt x="889" y="184"/>
                </a:lnTo>
                <a:lnTo>
                  <a:pt x="889" y="185"/>
                </a:lnTo>
                <a:lnTo>
                  <a:pt x="890" y="185"/>
                </a:lnTo>
                <a:lnTo>
                  <a:pt x="891" y="185"/>
                </a:lnTo>
                <a:lnTo>
                  <a:pt x="892" y="186"/>
                </a:lnTo>
                <a:lnTo>
                  <a:pt x="892" y="187"/>
                </a:lnTo>
                <a:lnTo>
                  <a:pt x="891" y="188"/>
                </a:lnTo>
                <a:lnTo>
                  <a:pt x="891" y="189"/>
                </a:lnTo>
                <a:lnTo>
                  <a:pt x="890" y="189"/>
                </a:lnTo>
                <a:lnTo>
                  <a:pt x="889" y="189"/>
                </a:lnTo>
                <a:lnTo>
                  <a:pt x="888" y="190"/>
                </a:lnTo>
                <a:lnTo>
                  <a:pt x="887" y="190"/>
                </a:lnTo>
                <a:lnTo>
                  <a:pt x="887" y="191"/>
                </a:lnTo>
                <a:lnTo>
                  <a:pt x="888" y="192"/>
                </a:lnTo>
                <a:lnTo>
                  <a:pt x="889" y="192"/>
                </a:lnTo>
                <a:lnTo>
                  <a:pt x="889" y="193"/>
                </a:lnTo>
                <a:lnTo>
                  <a:pt x="889" y="194"/>
                </a:lnTo>
                <a:lnTo>
                  <a:pt x="890" y="195"/>
                </a:lnTo>
                <a:lnTo>
                  <a:pt x="890" y="196"/>
                </a:lnTo>
                <a:lnTo>
                  <a:pt x="890" y="197"/>
                </a:lnTo>
                <a:lnTo>
                  <a:pt x="890" y="198"/>
                </a:lnTo>
                <a:lnTo>
                  <a:pt x="890" y="199"/>
                </a:lnTo>
                <a:lnTo>
                  <a:pt x="890" y="200"/>
                </a:lnTo>
                <a:lnTo>
                  <a:pt x="891" y="200"/>
                </a:lnTo>
                <a:lnTo>
                  <a:pt x="892" y="200"/>
                </a:lnTo>
                <a:lnTo>
                  <a:pt x="894" y="200"/>
                </a:lnTo>
                <a:lnTo>
                  <a:pt x="896" y="200"/>
                </a:lnTo>
                <a:lnTo>
                  <a:pt x="897" y="200"/>
                </a:lnTo>
                <a:lnTo>
                  <a:pt x="898" y="200"/>
                </a:lnTo>
                <a:lnTo>
                  <a:pt x="898" y="199"/>
                </a:lnTo>
                <a:lnTo>
                  <a:pt x="899" y="198"/>
                </a:lnTo>
                <a:lnTo>
                  <a:pt x="900" y="197"/>
                </a:lnTo>
                <a:lnTo>
                  <a:pt x="901" y="197"/>
                </a:lnTo>
                <a:lnTo>
                  <a:pt x="902" y="197"/>
                </a:lnTo>
                <a:lnTo>
                  <a:pt x="903" y="197"/>
                </a:lnTo>
                <a:lnTo>
                  <a:pt x="903" y="196"/>
                </a:lnTo>
                <a:lnTo>
                  <a:pt x="903" y="197"/>
                </a:lnTo>
                <a:lnTo>
                  <a:pt x="904" y="197"/>
                </a:lnTo>
                <a:lnTo>
                  <a:pt x="904" y="198"/>
                </a:lnTo>
                <a:lnTo>
                  <a:pt x="905" y="198"/>
                </a:lnTo>
                <a:lnTo>
                  <a:pt x="906" y="199"/>
                </a:lnTo>
                <a:lnTo>
                  <a:pt x="907" y="199"/>
                </a:lnTo>
                <a:lnTo>
                  <a:pt x="908" y="199"/>
                </a:lnTo>
                <a:lnTo>
                  <a:pt x="909" y="200"/>
                </a:lnTo>
                <a:lnTo>
                  <a:pt x="909" y="201"/>
                </a:lnTo>
                <a:lnTo>
                  <a:pt x="909" y="202"/>
                </a:lnTo>
                <a:lnTo>
                  <a:pt x="908" y="202"/>
                </a:lnTo>
                <a:lnTo>
                  <a:pt x="908" y="203"/>
                </a:lnTo>
                <a:lnTo>
                  <a:pt x="908" y="204"/>
                </a:lnTo>
                <a:lnTo>
                  <a:pt x="907" y="204"/>
                </a:lnTo>
                <a:lnTo>
                  <a:pt x="907" y="205"/>
                </a:lnTo>
                <a:lnTo>
                  <a:pt x="907" y="206"/>
                </a:lnTo>
                <a:lnTo>
                  <a:pt x="908" y="207"/>
                </a:lnTo>
                <a:lnTo>
                  <a:pt x="909" y="207"/>
                </a:lnTo>
                <a:lnTo>
                  <a:pt x="910" y="209"/>
                </a:lnTo>
                <a:lnTo>
                  <a:pt x="909" y="211"/>
                </a:lnTo>
                <a:lnTo>
                  <a:pt x="909" y="212"/>
                </a:lnTo>
                <a:lnTo>
                  <a:pt x="910" y="212"/>
                </a:lnTo>
                <a:lnTo>
                  <a:pt x="911" y="212"/>
                </a:lnTo>
                <a:lnTo>
                  <a:pt x="911" y="213"/>
                </a:lnTo>
                <a:lnTo>
                  <a:pt x="912" y="213"/>
                </a:lnTo>
                <a:lnTo>
                  <a:pt x="913" y="213"/>
                </a:lnTo>
                <a:lnTo>
                  <a:pt x="914" y="213"/>
                </a:lnTo>
                <a:lnTo>
                  <a:pt x="914" y="214"/>
                </a:lnTo>
                <a:lnTo>
                  <a:pt x="914" y="215"/>
                </a:lnTo>
                <a:lnTo>
                  <a:pt x="913" y="215"/>
                </a:lnTo>
                <a:lnTo>
                  <a:pt x="914" y="216"/>
                </a:lnTo>
                <a:lnTo>
                  <a:pt x="914" y="217"/>
                </a:lnTo>
                <a:lnTo>
                  <a:pt x="913" y="218"/>
                </a:lnTo>
                <a:lnTo>
                  <a:pt x="913" y="219"/>
                </a:lnTo>
                <a:lnTo>
                  <a:pt x="912" y="220"/>
                </a:lnTo>
                <a:lnTo>
                  <a:pt x="912" y="221"/>
                </a:lnTo>
                <a:lnTo>
                  <a:pt x="912" y="222"/>
                </a:lnTo>
                <a:lnTo>
                  <a:pt x="912" y="223"/>
                </a:lnTo>
                <a:lnTo>
                  <a:pt x="911" y="223"/>
                </a:lnTo>
                <a:lnTo>
                  <a:pt x="911" y="224"/>
                </a:lnTo>
                <a:lnTo>
                  <a:pt x="912" y="224"/>
                </a:lnTo>
                <a:lnTo>
                  <a:pt x="912" y="223"/>
                </a:lnTo>
                <a:lnTo>
                  <a:pt x="913" y="223"/>
                </a:lnTo>
                <a:lnTo>
                  <a:pt x="914" y="223"/>
                </a:lnTo>
                <a:lnTo>
                  <a:pt x="914" y="221"/>
                </a:lnTo>
                <a:lnTo>
                  <a:pt x="915" y="220"/>
                </a:lnTo>
                <a:lnTo>
                  <a:pt x="915" y="219"/>
                </a:lnTo>
                <a:lnTo>
                  <a:pt x="915" y="218"/>
                </a:lnTo>
                <a:lnTo>
                  <a:pt x="915" y="217"/>
                </a:lnTo>
                <a:lnTo>
                  <a:pt x="916" y="218"/>
                </a:lnTo>
                <a:lnTo>
                  <a:pt x="916" y="219"/>
                </a:lnTo>
                <a:lnTo>
                  <a:pt x="916" y="220"/>
                </a:lnTo>
                <a:lnTo>
                  <a:pt x="915" y="220"/>
                </a:lnTo>
                <a:lnTo>
                  <a:pt x="915" y="221"/>
                </a:lnTo>
                <a:lnTo>
                  <a:pt x="916" y="221"/>
                </a:lnTo>
                <a:lnTo>
                  <a:pt x="916" y="222"/>
                </a:lnTo>
                <a:lnTo>
                  <a:pt x="916" y="223"/>
                </a:lnTo>
                <a:lnTo>
                  <a:pt x="916" y="224"/>
                </a:lnTo>
                <a:lnTo>
                  <a:pt x="917" y="224"/>
                </a:lnTo>
                <a:lnTo>
                  <a:pt x="917" y="225"/>
                </a:lnTo>
                <a:lnTo>
                  <a:pt x="916" y="225"/>
                </a:lnTo>
                <a:lnTo>
                  <a:pt x="916" y="226"/>
                </a:lnTo>
                <a:lnTo>
                  <a:pt x="916" y="228"/>
                </a:lnTo>
                <a:lnTo>
                  <a:pt x="916" y="229"/>
                </a:lnTo>
                <a:lnTo>
                  <a:pt x="917" y="229"/>
                </a:lnTo>
                <a:lnTo>
                  <a:pt x="918" y="229"/>
                </a:lnTo>
                <a:lnTo>
                  <a:pt x="920" y="229"/>
                </a:lnTo>
                <a:lnTo>
                  <a:pt x="921" y="228"/>
                </a:lnTo>
                <a:lnTo>
                  <a:pt x="920" y="228"/>
                </a:lnTo>
                <a:lnTo>
                  <a:pt x="922" y="228"/>
                </a:lnTo>
                <a:lnTo>
                  <a:pt x="924" y="227"/>
                </a:lnTo>
                <a:lnTo>
                  <a:pt x="924" y="226"/>
                </a:lnTo>
                <a:lnTo>
                  <a:pt x="923" y="226"/>
                </a:lnTo>
                <a:lnTo>
                  <a:pt x="923" y="225"/>
                </a:lnTo>
                <a:lnTo>
                  <a:pt x="923" y="222"/>
                </a:lnTo>
                <a:lnTo>
                  <a:pt x="922" y="222"/>
                </a:lnTo>
                <a:lnTo>
                  <a:pt x="922" y="221"/>
                </a:lnTo>
                <a:lnTo>
                  <a:pt x="922" y="220"/>
                </a:lnTo>
                <a:lnTo>
                  <a:pt x="923" y="220"/>
                </a:lnTo>
                <a:lnTo>
                  <a:pt x="923" y="219"/>
                </a:lnTo>
                <a:lnTo>
                  <a:pt x="924" y="219"/>
                </a:lnTo>
                <a:lnTo>
                  <a:pt x="924" y="220"/>
                </a:lnTo>
                <a:lnTo>
                  <a:pt x="925" y="220"/>
                </a:lnTo>
                <a:lnTo>
                  <a:pt x="926" y="220"/>
                </a:lnTo>
                <a:lnTo>
                  <a:pt x="927" y="221"/>
                </a:lnTo>
                <a:lnTo>
                  <a:pt x="929" y="222"/>
                </a:lnTo>
                <a:lnTo>
                  <a:pt x="930" y="222"/>
                </a:lnTo>
                <a:lnTo>
                  <a:pt x="930" y="223"/>
                </a:lnTo>
                <a:lnTo>
                  <a:pt x="931" y="223"/>
                </a:lnTo>
                <a:lnTo>
                  <a:pt x="932" y="223"/>
                </a:lnTo>
                <a:lnTo>
                  <a:pt x="933" y="223"/>
                </a:lnTo>
                <a:lnTo>
                  <a:pt x="934" y="223"/>
                </a:lnTo>
                <a:lnTo>
                  <a:pt x="935" y="223"/>
                </a:lnTo>
                <a:lnTo>
                  <a:pt x="936" y="223"/>
                </a:lnTo>
                <a:lnTo>
                  <a:pt x="937" y="223"/>
                </a:lnTo>
                <a:lnTo>
                  <a:pt x="937" y="222"/>
                </a:lnTo>
                <a:lnTo>
                  <a:pt x="938" y="221"/>
                </a:lnTo>
                <a:lnTo>
                  <a:pt x="939" y="221"/>
                </a:lnTo>
                <a:lnTo>
                  <a:pt x="940" y="222"/>
                </a:lnTo>
                <a:lnTo>
                  <a:pt x="940" y="223"/>
                </a:lnTo>
                <a:lnTo>
                  <a:pt x="941" y="223"/>
                </a:lnTo>
                <a:lnTo>
                  <a:pt x="942" y="223"/>
                </a:lnTo>
                <a:lnTo>
                  <a:pt x="942" y="224"/>
                </a:lnTo>
                <a:lnTo>
                  <a:pt x="944" y="225"/>
                </a:lnTo>
                <a:lnTo>
                  <a:pt x="944" y="226"/>
                </a:lnTo>
                <a:lnTo>
                  <a:pt x="943" y="226"/>
                </a:lnTo>
                <a:lnTo>
                  <a:pt x="943" y="227"/>
                </a:lnTo>
                <a:lnTo>
                  <a:pt x="942" y="228"/>
                </a:lnTo>
                <a:lnTo>
                  <a:pt x="941" y="229"/>
                </a:lnTo>
                <a:lnTo>
                  <a:pt x="941" y="230"/>
                </a:lnTo>
                <a:lnTo>
                  <a:pt x="941" y="231"/>
                </a:lnTo>
                <a:lnTo>
                  <a:pt x="940" y="231"/>
                </a:lnTo>
                <a:lnTo>
                  <a:pt x="940" y="232"/>
                </a:lnTo>
                <a:lnTo>
                  <a:pt x="940" y="233"/>
                </a:lnTo>
                <a:lnTo>
                  <a:pt x="939" y="234"/>
                </a:lnTo>
                <a:lnTo>
                  <a:pt x="935" y="234"/>
                </a:lnTo>
                <a:lnTo>
                  <a:pt x="934" y="234"/>
                </a:lnTo>
                <a:lnTo>
                  <a:pt x="934" y="235"/>
                </a:lnTo>
                <a:lnTo>
                  <a:pt x="934" y="236"/>
                </a:lnTo>
                <a:lnTo>
                  <a:pt x="935" y="236"/>
                </a:lnTo>
                <a:lnTo>
                  <a:pt x="936" y="237"/>
                </a:lnTo>
                <a:lnTo>
                  <a:pt x="936" y="238"/>
                </a:lnTo>
                <a:lnTo>
                  <a:pt x="936" y="239"/>
                </a:lnTo>
                <a:lnTo>
                  <a:pt x="936" y="240"/>
                </a:lnTo>
                <a:lnTo>
                  <a:pt x="936" y="241"/>
                </a:lnTo>
                <a:lnTo>
                  <a:pt x="936" y="242"/>
                </a:lnTo>
                <a:lnTo>
                  <a:pt x="935" y="242"/>
                </a:lnTo>
                <a:lnTo>
                  <a:pt x="935" y="243"/>
                </a:lnTo>
                <a:lnTo>
                  <a:pt x="934" y="245"/>
                </a:lnTo>
                <a:lnTo>
                  <a:pt x="934" y="246"/>
                </a:lnTo>
                <a:lnTo>
                  <a:pt x="933" y="248"/>
                </a:lnTo>
                <a:lnTo>
                  <a:pt x="932" y="249"/>
                </a:lnTo>
                <a:lnTo>
                  <a:pt x="932" y="250"/>
                </a:lnTo>
                <a:lnTo>
                  <a:pt x="931" y="250"/>
                </a:lnTo>
                <a:lnTo>
                  <a:pt x="931" y="252"/>
                </a:lnTo>
                <a:lnTo>
                  <a:pt x="930" y="253"/>
                </a:lnTo>
                <a:lnTo>
                  <a:pt x="931" y="254"/>
                </a:lnTo>
                <a:lnTo>
                  <a:pt x="931" y="255"/>
                </a:lnTo>
                <a:lnTo>
                  <a:pt x="931" y="256"/>
                </a:lnTo>
                <a:lnTo>
                  <a:pt x="929" y="257"/>
                </a:lnTo>
                <a:lnTo>
                  <a:pt x="928" y="257"/>
                </a:lnTo>
                <a:lnTo>
                  <a:pt x="927" y="257"/>
                </a:lnTo>
                <a:lnTo>
                  <a:pt x="927" y="258"/>
                </a:lnTo>
                <a:lnTo>
                  <a:pt x="928" y="258"/>
                </a:lnTo>
                <a:lnTo>
                  <a:pt x="928" y="259"/>
                </a:lnTo>
                <a:lnTo>
                  <a:pt x="927" y="260"/>
                </a:lnTo>
                <a:lnTo>
                  <a:pt x="926" y="260"/>
                </a:lnTo>
                <a:lnTo>
                  <a:pt x="926" y="261"/>
                </a:lnTo>
                <a:lnTo>
                  <a:pt x="925" y="261"/>
                </a:lnTo>
                <a:lnTo>
                  <a:pt x="925" y="262"/>
                </a:lnTo>
                <a:lnTo>
                  <a:pt x="925" y="263"/>
                </a:lnTo>
                <a:lnTo>
                  <a:pt x="924" y="263"/>
                </a:lnTo>
                <a:lnTo>
                  <a:pt x="922" y="264"/>
                </a:lnTo>
                <a:lnTo>
                  <a:pt x="922" y="265"/>
                </a:lnTo>
                <a:lnTo>
                  <a:pt x="922" y="266"/>
                </a:lnTo>
                <a:lnTo>
                  <a:pt x="922" y="267"/>
                </a:lnTo>
                <a:lnTo>
                  <a:pt x="923" y="267"/>
                </a:lnTo>
                <a:lnTo>
                  <a:pt x="924" y="267"/>
                </a:lnTo>
                <a:lnTo>
                  <a:pt x="925" y="268"/>
                </a:lnTo>
                <a:lnTo>
                  <a:pt x="926" y="269"/>
                </a:lnTo>
                <a:lnTo>
                  <a:pt x="929" y="269"/>
                </a:lnTo>
                <a:lnTo>
                  <a:pt x="930" y="269"/>
                </a:lnTo>
                <a:lnTo>
                  <a:pt x="931" y="269"/>
                </a:lnTo>
                <a:lnTo>
                  <a:pt x="931" y="270"/>
                </a:lnTo>
                <a:lnTo>
                  <a:pt x="932" y="270"/>
                </a:lnTo>
                <a:lnTo>
                  <a:pt x="932" y="271"/>
                </a:lnTo>
                <a:lnTo>
                  <a:pt x="931" y="272"/>
                </a:lnTo>
                <a:lnTo>
                  <a:pt x="931" y="271"/>
                </a:lnTo>
                <a:lnTo>
                  <a:pt x="930" y="271"/>
                </a:lnTo>
                <a:lnTo>
                  <a:pt x="930" y="272"/>
                </a:lnTo>
                <a:lnTo>
                  <a:pt x="928" y="272"/>
                </a:lnTo>
                <a:lnTo>
                  <a:pt x="927" y="272"/>
                </a:lnTo>
                <a:lnTo>
                  <a:pt x="926" y="273"/>
                </a:lnTo>
                <a:lnTo>
                  <a:pt x="926" y="274"/>
                </a:lnTo>
                <a:lnTo>
                  <a:pt x="926" y="275"/>
                </a:lnTo>
                <a:lnTo>
                  <a:pt x="926" y="277"/>
                </a:lnTo>
                <a:lnTo>
                  <a:pt x="926" y="278"/>
                </a:lnTo>
                <a:lnTo>
                  <a:pt x="926" y="279"/>
                </a:lnTo>
                <a:lnTo>
                  <a:pt x="926" y="281"/>
                </a:lnTo>
                <a:lnTo>
                  <a:pt x="926" y="283"/>
                </a:lnTo>
                <a:lnTo>
                  <a:pt x="926" y="284"/>
                </a:lnTo>
                <a:lnTo>
                  <a:pt x="927" y="285"/>
                </a:lnTo>
                <a:lnTo>
                  <a:pt x="927" y="286"/>
                </a:lnTo>
                <a:lnTo>
                  <a:pt x="927" y="287"/>
                </a:lnTo>
                <a:lnTo>
                  <a:pt x="927" y="288"/>
                </a:lnTo>
                <a:lnTo>
                  <a:pt x="927" y="290"/>
                </a:lnTo>
                <a:lnTo>
                  <a:pt x="927" y="291"/>
                </a:lnTo>
                <a:lnTo>
                  <a:pt x="928" y="293"/>
                </a:lnTo>
                <a:lnTo>
                  <a:pt x="928" y="294"/>
                </a:lnTo>
                <a:lnTo>
                  <a:pt x="928" y="295"/>
                </a:lnTo>
                <a:lnTo>
                  <a:pt x="929" y="295"/>
                </a:lnTo>
                <a:lnTo>
                  <a:pt x="929" y="296"/>
                </a:lnTo>
                <a:lnTo>
                  <a:pt x="930" y="297"/>
                </a:lnTo>
                <a:lnTo>
                  <a:pt x="930" y="298"/>
                </a:lnTo>
                <a:lnTo>
                  <a:pt x="931" y="298"/>
                </a:lnTo>
                <a:lnTo>
                  <a:pt x="931" y="299"/>
                </a:lnTo>
                <a:lnTo>
                  <a:pt x="932" y="299"/>
                </a:lnTo>
                <a:lnTo>
                  <a:pt x="933" y="300"/>
                </a:lnTo>
                <a:lnTo>
                  <a:pt x="933" y="301"/>
                </a:lnTo>
                <a:lnTo>
                  <a:pt x="934" y="302"/>
                </a:lnTo>
                <a:lnTo>
                  <a:pt x="934" y="303"/>
                </a:lnTo>
                <a:lnTo>
                  <a:pt x="935" y="304"/>
                </a:lnTo>
                <a:lnTo>
                  <a:pt x="935" y="305"/>
                </a:lnTo>
                <a:lnTo>
                  <a:pt x="935" y="307"/>
                </a:lnTo>
                <a:lnTo>
                  <a:pt x="936" y="307"/>
                </a:lnTo>
                <a:lnTo>
                  <a:pt x="936" y="308"/>
                </a:lnTo>
                <a:lnTo>
                  <a:pt x="936" y="309"/>
                </a:lnTo>
                <a:lnTo>
                  <a:pt x="937" y="309"/>
                </a:lnTo>
                <a:lnTo>
                  <a:pt x="937" y="310"/>
                </a:lnTo>
                <a:lnTo>
                  <a:pt x="938" y="310"/>
                </a:lnTo>
                <a:lnTo>
                  <a:pt x="938" y="311"/>
                </a:lnTo>
                <a:lnTo>
                  <a:pt x="937" y="311"/>
                </a:lnTo>
                <a:lnTo>
                  <a:pt x="937" y="312"/>
                </a:lnTo>
                <a:lnTo>
                  <a:pt x="938" y="313"/>
                </a:lnTo>
                <a:lnTo>
                  <a:pt x="938" y="314"/>
                </a:lnTo>
                <a:lnTo>
                  <a:pt x="938" y="316"/>
                </a:lnTo>
                <a:lnTo>
                  <a:pt x="938" y="318"/>
                </a:lnTo>
                <a:lnTo>
                  <a:pt x="938" y="319"/>
                </a:lnTo>
                <a:lnTo>
                  <a:pt x="938" y="322"/>
                </a:lnTo>
                <a:lnTo>
                  <a:pt x="937" y="323"/>
                </a:lnTo>
                <a:lnTo>
                  <a:pt x="938" y="323"/>
                </a:lnTo>
                <a:lnTo>
                  <a:pt x="938" y="324"/>
                </a:lnTo>
                <a:lnTo>
                  <a:pt x="939" y="325"/>
                </a:lnTo>
                <a:lnTo>
                  <a:pt x="939" y="324"/>
                </a:lnTo>
                <a:lnTo>
                  <a:pt x="940" y="324"/>
                </a:lnTo>
                <a:lnTo>
                  <a:pt x="940" y="323"/>
                </a:lnTo>
                <a:lnTo>
                  <a:pt x="941" y="323"/>
                </a:lnTo>
                <a:lnTo>
                  <a:pt x="942" y="322"/>
                </a:lnTo>
                <a:lnTo>
                  <a:pt x="943" y="322"/>
                </a:lnTo>
                <a:lnTo>
                  <a:pt x="944" y="322"/>
                </a:lnTo>
                <a:lnTo>
                  <a:pt x="945" y="321"/>
                </a:lnTo>
                <a:lnTo>
                  <a:pt x="946" y="320"/>
                </a:lnTo>
                <a:lnTo>
                  <a:pt x="946" y="319"/>
                </a:lnTo>
                <a:lnTo>
                  <a:pt x="947" y="319"/>
                </a:lnTo>
                <a:lnTo>
                  <a:pt x="948" y="319"/>
                </a:lnTo>
                <a:lnTo>
                  <a:pt x="949" y="319"/>
                </a:lnTo>
                <a:lnTo>
                  <a:pt x="949" y="318"/>
                </a:lnTo>
                <a:lnTo>
                  <a:pt x="951" y="318"/>
                </a:lnTo>
                <a:lnTo>
                  <a:pt x="951" y="317"/>
                </a:lnTo>
                <a:lnTo>
                  <a:pt x="951" y="318"/>
                </a:lnTo>
                <a:lnTo>
                  <a:pt x="952" y="318"/>
                </a:lnTo>
                <a:lnTo>
                  <a:pt x="953" y="319"/>
                </a:lnTo>
                <a:lnTo>
                  <a:pt x="954" y="320"/>
                </a:lnTo>
                <a:lnTo>
                  <a:pt x="955" y="320"/>
                </a:lnTo>
                <a:lnTo>
                  <a:pt x="956" y="320"/>
                </a:lnTo>
                <a:lnTo>
                  <a:pt x="957" y="320"/>
                </a:lnTo>
                <a:lnTo>
                  <a:pt x="957" y="321"/>
                </a:lnTo>
                <a:lnTo>
                  <a:pt x="958" y="322"/>
                </a:lnTo>
                <a:lnTo>
                  <a:pt x="959" y="322"/>
                </a:lnTo>
                <a:lnTo>
                  <a:pt x="959" y="323"/>
                </a:lnTo>
                <a:lnTo>
                  <a:pt x="958" y="323"/>
                </a:lnTo>
                <a:lnTo>
                  <a:pt x="959" y="324"/>
                </a:lnTo>
                <a:lnTo>
                  <a:pt x="959" y="325"/>
                </a:lnTo>
                <a:lnTo>
                  <a:pt x="960" y="326"/>
                </a:lnTo>
                <a:lnTo>
                  <a:pt x="961" y="326"/>
                </a:lnTo>
                <a:lnTo>
                  <a:pt x="962" y="326"/>
                </a:lnTo>
                <a:lnTo>
                  <a:pt x="962" y="327"/>
                </a:lnTo>
                <a:lnTo>
                  <a:pt x="962" y="328"/>
                </a:lnTo>
                <a:lnTo>
                  <a:pt x="961" y="329"/>
                </a:lnTo>
                <a:lnTo>
                  <a:pt x="961" y="330"/>
                </a:lnTo>
                <a:lnTo>
                  <a:pt x="960" y="330"/>
                </a:lnTo>
                <a:lnTo>
                  <a:pt x="960" y="331"/>
                </a:lnTo>
                <a:lnTo>
                  <a:pt x="960" y="332"/>
                </a:lnTo>
                <a:lnTo>
                  <a:pt x="961" y="333"/>
                </a:lnTo>
                <a:lnTo>
                  <a:pt x="960" y="334"/>
                </a:lnTo>
                <a:lnTo>
                  <a:pt x="961" y="335"/>
                </a:lnTo>
                <a:lnTo>
                  <a:pt x="961" y="336"/>
                </a:lnTo>
                <a:lnTo>
                  <a:pt x="961" y="337"/>
                </a:lnTo>
                <a:lnTo>
                  <a:pt x="962" y="338"/>
                </a:lnTo>
                <a:lnTo>
                  <a:pt x="963" y="338"/>
                </a:lnTo>
                <a:lnTo>
                  <a:pt x="963" y="339"/>
                </a:lnTo>
                <a:lnTo>
                  <a:pt x="963" y="340"/>
                </a:lnTo>
                <a:lnTo>
                  <a:pt x="964" y="341"/>
                </a:lnTo>
                <a:lnTo>
                  <a:pt x="965" y="341"/>
                </a:lnTo>
                <a:lnTo>
                  <a:pt x="965" y="342"/>
                </a:lnTo>
                <a:lnTo>
                  <a:pt x="966" y="342"/>
                </a:lnTo>
                <a:lnTo>
                  <a:pt x="966" y="343"/>
                </a:lnTo>
                <a:lnTo>
                  <a:pt x="967" y="344"/>
                </a:lnTo>
                <a:lnTo>
                  <a:pt x="967" y="345"/>
                </a:lnTo>
                <a:lnTo>
                  <a:pt x="968" y="345"/>
                </a:lnTo>
                <a:lnTo>
                  <a:pt x="968" y="346"/>
                </a:lnTo>
                <a:lnTo>
                  <a:pt x="969" y="346"/>
                </a:lnTo>
                <a:lnTo>
                  <a:pt x="970" y="346"/>
                </a:lnTo>
                <a:lnTo>
                  <a:pt x="971" y="346"/>
                </a:lnTo>
                <a:lnTo>
                  <a:pt x="972" y="346"/>
                </a:lnTo>
                <a:lnTo>
                  <a:pt x="972" y="347"/>
                </a:lnTo>
                <a:lnTo>
                  <a:pt x="972" y="348"/>
                </a:lnTo>
                <a:lnTo>
                  <a:pt x="972" y="349"/>
                </a:lnTo>
                <a:lnTo>
                  <a:pt x="971" y="349"/>
                </a:lnTo>
                <a:lnTo>
                  <a:pt x="970" y="349"/>
                </a:lnTo>
                <a:lnTo>
                  <a:pt x="970" y="350"/>
                </a:lnTo>
                <a:lnTo>
                  <a:pt x="970" y="351"/>
                </a:lnTo>
                <a:lnTo>
                  <a:pt x="971" y="351"/>
                </a:lnTo>
                <a:lnTo>
                  <a:pt x="971" y="352"/>
                </a:lnTo>
                <a:lnTo>
                  <a:pt x="972" y="352"/>
                </a:lnTo>
                <a:lnTo>
                  <a:pt x="972" y="353"/>
                </a:lnTo>
                <a:lnTo>
                  <a:pt x="973" y="353"/>
                </a:lnTo>
                <a:lnTo>
                  <a:pt x="973" y="354"/>
                </a:lnTo>
                <a:lnTo>
                  <a:pt x="974" y="354"/>
                </a:lnTo>
                <a:lnTo>
                  <a:pt x="975" y="355"/>
                </a:lnTo>
                <a:lnTo>
                  <a:pt x="975" y="356"/>
                </a:lnTo>
                <a:lnTo>
                  <a:pt x="975" y="357"/>
                </a:lnTo>
                <a:lnTo>
                  <a:pt x="976" y="357"/>
                </a:lnTo>
                <a:lnTo>
                  <a:pt x="977" y="357"/>
                </a:lnTo>
                <a:lnTo>
                  <a:pt x="978" y="357"/>
                </a:lnTo>
                <a:lnTo>
                  <a:pt x="978" y="358"/>
                </a:lnTo>
                <a:lnTo>
                  <a:pt x="979" y="358"/>
                </a:lnTo>
                <a:lnTo>
                  <a:pt x="979" y="359"/>
                </a:lnTo>
                <a:lnTo>
                  <a:pt x="980" y="359"/>
                </a:lnTo>
                <a:lnTo>
                  <a:pt x="980" y="360"/>
                </a:lnTo>
                <a:lnTo>
                  <a:pt x="980" y="361"/>
                </a:lnTo>
                <a:lnTo>
                  <a:pt x="980" y="362"/>
                </a:lnTo>
                <a:lnTo>
                  <a:pt x="980" y="363"/>
                </a:lnTo>
                <a:lnTo>
                  <a:pt x="980" y="364"/>
                </a:lnTo>
                <a:lnTo>
                  <a:pt x="981" y="365"/>
                </a:lnTo>
                <a:lnTo>
                  <a:pt x="981" y="366"/>
                </a:lnTo>
                <a:lnTo>
                  <a:pt x="980" y="366"/>
                </a:lnTo>
                <a:lnTo>
                  <a:pt x="980" y="367"/>
                </a:lnTo>
                <a:lnTo>
                  <a:pt x="981" y="368"/>
                </a:lnTo>
                <a:lnTo>
                  <a:pt x="981" y="369"/>
                </a:lnTo>
                <a:lnTo>
                  <a:pt x="982" y="369"/>
                </a:lnTo>
                <a:lnTo>
                  <a:pt x="982" y="368"/>
                </a:lnTo>
                <a:lnTo>
                  <a:pt x="983" y="368"/>
                </a:lnTo>
                <a:lnTo>
                  <a:pt x="983" y="369"/>
                </a:lnTo>
                <a:lnTo>
                  <a:pt x="983" y="370"/>
                </a:lnTo>
                <a:lnTo>
                  <a:pt x="984" y="370"/>
                </a:lnTo>
                <a:lnTo>
                  <a:pt x="984" y="371"/>
                </a:lnTo>
                <a:lnTo>
                  <a:pt x="983" y="371"/>
                </a:lnTo>
                <a:lnTo>
                  <a:pt x="984" y="371"/>
                </a:lnTo>
                <a:lnTo>
                  <a:pt x="984" y="372"/>
                </a:lnTo>
                <a:lnTo>
                  <a:pt x="983" y="372"/>
                </a:lnTo>
                <a:lnTo>
                  <a:pt x="984" y="372"/>
                </a:lnTo>
                <a:lnTo>
                  <a:pt x="985" y="372"/>
                </a:lnTo>
                <a:lnTo>
                  <a:pt x="985" y="373"/>
                </a:lnTo>
                <a:lnTo>
                  <a:pt x="986" y="373"/>
                </a:lnTo>
                <a:lnTo>
                  <a:pt x="986" y="372"/>
                </a:lnTo>
                <a:lnTo>
                  <a:pt x="987" y="372"/>
                </a:lnTo>
                <a:lnTo>
                  <a:pt x="988" y="372"/>
                </a:lnTo>
                <a:lnTo>
                  <a:pt x="989" y="372"/>
                </a:lnTo>
                <a:lnTo>
                  <a:pt x="990" y="375"/>
                </a:lnTo>
                <a:lnTo>
                  <a:pt x="990" y="376"/>
                </a:lnTo>
                <a:lnTo>
                  <a:pt x="989" y="376"/>
                </a:lnTo>
                <a:lnTo>
                  <a:pt x="989" y="377"/>
                </a:lnTo>
                <a:lnTo>
                  <a:pt x="990" y="377"/>
                </a:lnTo>
                <a:lnTo>
                  <a:pt x="990" y="378"/>
                </a:lnTo>
                <a:lnTo>
                  <a:pt x="991" y="378"/>
                </a:lnTo>
                <a:lnTo>
                  <a:pt x="992" y="378"/>
                </a:lnTo>
                <a:lnTo>
                  <a:pt x="993" y="378"/>
                </a:lnTo>
                <a:lnTo>
                  <a:pt x="993" y="377"/>
                </a:lnTo>
                <a:lnTo>
                  <a:pt x="994" y="378"/>
                </a:lnTo>
                <a:lnTo>
                  <a:pt x="995" y="378"/>
                </a:lnTo>
                <a:lnTo>
                  <a:pt x="996" y="378"/>
                </a:lnTo>
                <a:lnTo>
                  <a:pt x="998" y="380"/>
                </a:lnTo>
                <a:lnTo>
                  <a:pt x="999" y="380"/>
                </a:lnTo>
                <a:lnTo>
                  <a:pt x="999" y="381"/>
                </a:lnTo>
                <a:lnTo>
                  <a:pt x="1000" y="383"/>
                </a:lnTo>
                <a:lnTo>
                  <a:pt x="1000" y="384"/>
                </a:lnTo>
                <a:lnTo>
                  <a:pt x="1000" y="385"/>
                </a:lnTo>
                <a:lnTo>
                  <a:pt x="1000" y="386"/>
                </a:lnTo>
                <a:lnTo>
                  <a:pt x="999" y="386"/>
                </a:lnTo>
                <a:lnTo>
                  <a:pt x="998" y="386"/>
                </a:lnTo>
                <a:lnTo>
                  <a:pt x="998" y="387"/>
                </a:lnTo>
                <a:lnTo>
                  <a:pt x="999" y="388"/>
                </a:lnTo>
                <a:lnTo>
                  <a:pt x="1000" y="389"/>
                </a:lnTo>
                <a:lnTo>
                  <a:pt x="1001" y="389"/>
                </a:lnTo>
                <a:lnTo>
                  <a:pt x="1001" y="390"/>
                </a:lnTo>
                <a:lnTo>
                  <a:pt x="1002" y="390"/>
                </a:lnTo>
                <a:lnTo>
                  <a:pt x="1002" y="391"/>
                </a:lnTo>
                <a:lnTo>
                  <a:pt x="1002" y="392"/>
                </a:lnTo>
                <a:lnTo>
                  <a:pt x="1002" y="393"/>
                </a:lnTo>
                <a:lnTo>
                  <a:pt x="1002" y="394"/>
                </a:lnTo>
                <a:lnTo>
                  <a:pt x="1003" y="394"/>
                </a:lnTo>
                <a:lnTo>
                  <a:pt x="1003" y="395"/>
                </a:lnTo>
                <a:lnTo>
                  <a:pt x="1004" y="396"/>
                </a:lnTo>
                <a:lnTo>
                  <a:pt x="1004" y="397"/>
                </a:lnTo>
                <a:lnTo>
                  <a:pt x="1005" y="396"/>
                </a:lnTo>
                <a:lnTo>
                  <a:pt x="1006" y="395"/>
                </a:lnTo>
                <a:lnTo>
                  <a:pt x="1007" y="394"/>
                </a:lnTo>
                <a:lnTo>
                  <a:pt x="1008" y="393"/>
                </a:lnTo>
                <a:lnTo>
                  <a:pt x="1009" y="394"/>
                </a:lnTo>
                <a:lnTo>
                  <a:pt x="1010" y="395"/>
                </a:lnTo>
                <a:lnTo>
                  <a:pt x="1010" y="396"/>
                </a:lnTo>
                <a:lnTo>
                  <a:pt x="1011" y="396"/>
                </a:lnTo>
                <a:lnTo>
                  <a:pt x="1011" y="397"/>
                </a:lnTo>
                <a:lnTo>
                  <a:pt x="1011" y="398"/>
                </a:lnTo>
                <a:lnTo>
                  <a:pt x="1011" y="399"/>
                </a:lnTo>
                <a:lnTo>
                  <a:pt x="1012" y="399"/>
                </a:lnTo>
                <a:lnTo>
                  <a:pt x="1013" y="398"/>
                </a:lnTo>
                <a:lnTo>
                  <a:pt x="1014" y="398"/>
                </a:lnTo>
                <a:lnTo>
                  <a:pt x="1015" y="398"/>
                </a:lnTo>
                <a:lnTo>
                  <a:pt x="1015" y="399"/>
                </a:lnTo>
                <a:lnTo>
                  <a:pt x="1016" y="399"/>
                </a:lnTo>
                <a:lnTo>
                  <a:pt x="1017" y="398"/>
                </a:lnTo>
                <a:lnTo>
                  <a:pt x="1018" y="398"/>
                </a:lnTo>
                <a:lnTo>
                  <a:pt x="1019" y="398"/>
                </a:lnTo>
                <a:lnTo>
                  <a:pt x="1020" y="397"/>
                </a:lnTo>
                <a:lnTo>
                  <a:pt x="1020" y="398"/>
                </a:lnTo>
                <a:lnTo>
                  <a:pt x="1021" y="399"/>
                </a:lnTo>
                <a:lnTo>
                  <a:pt x="1022" y="399"/>
                </a:lnTo>
                <a:lnTo>
                  <a:pt x="1022" y="400"/>
                </a:lnTo>
                <a:lnTo>
                  <a:pt x="1022" y="401"/>
                </a:lnTo>
                <a:lnTo>
                  <a:pt x="1021" y="402"/>
                </a:lnTo>
                <a:lnTo>
                  <a:pt x="1021" y="403"/>
                </a:lnTo>
                <a:lnTo>
                  <a:pt x="1021" y="404"/>
                </a:lnTo>
                <a:lnTo>
                  <a:pt x="1021" y="405"/>
                </a:lnTo>
                <a:lnTo>
                  <a:pt x="1020" y="405"/>
                </a:lnTo>
                <a:lnTo>
                  <a:pt x="1020" y="406"/>
                </a:lnTo>
                <a:lnTo>
                  <a:pt x="1020" y="408"/>
                </a:lnTo>
                <a:lnTo>
                  <a:pt x="1021" y="411"/>
                </a:lnTo>
                <a:lnTo>
                  <a:pt x="1022" y="411"/>
                </a:lnTo>
                <a:lnTo>
                  <a:pt x="1023" y="411"/>
                </a:lnTo>
                <a:lnTo>
                  <a:pt x="1024" y="411"/>
                </a:lnTo>
                <a:lnTo>
                  <a:pt x="1024" y="412"/>
                </a:lnTo>
                <a:lnTo>
                  <a:pt x="1025" y="412"/>
                </a:lnTo>
                <a:lnTo>
                  <a:pt x="1027" y="412"/>
                </a:lnTo>
                <a:lnTo>
                  <a:pt x="1028" y="412"/>
                </a:lnTo>
                <a:lnTo>
                  <a:pt x="1028" y="411"/>
                </a:lnTo>
                <a:lnTo>
                  <a:pt x="1029" y="411"/>
                </a:lnTo>
                <a:lnTo>
                  <a:pt x="1029" y="412"/>
                </a:lnTo>
                <a:lnTo>
                  <a:pt x="1030" y="412"/>
                </a:lnTo>
                <a:lnTo>
                  <a:pt x="1028" y="414"/>
                </a:lnTo>
                <a:lnTo>
                  <a:pt x="1028" y="415"/>
                </a:lnTo>
                <a:lnTo>
                  <a:pt x="1027" y="416"/>
                </a:lnTo>
                <a:lnTo>
                  <a:pt x="1027" y="417"/>
                </a:lnTo>
                <a:lnTo>
                  <a:pt x="1027" y="418"/>
                </a:lnTo>
                <a:lnTo>
                  <a:pt x="1026" y="418"/>
                </a:lnTo>
                <a:lnTo>
                  <a:pt x="1026" y="419"/>
                </a:lnTo>
                <a:lnTo>
                  <a:pt x="1026" y="420"/>
                </a:lnTo>
                <a:lnTo>
                  <a:pt x="1026" y="421"/>
                </a:lnTo>
                <a:lnTo>
                  <a:pt x="1025" y="422"/>
                </a:lnTo>
                <a:lnTo>
                  <a:pt x="1023" y="422"/>
                </a:lnTo>
                <a:lnTo>
                  <a:pt x="1022" y="423"/>
                </a:lnTo>
                <a:lnTo>
                  <a:pt x="1022" y="424"/>
                </a:lnTo>
                <a:lnTo>
                  <a:pt x="1021" y="425"/>
                </a:lnTo>
                <a:lnTo>
                  <a:pt x="1022" y="426"/>
                </a:lnTo>
                <a:lnTo>
                  <a:pt x="1021" y="426"/>
                </a:lnTo>
                <a:lnTo>
                  <a:pt x="1021" y="427"/>
                </a:lnTo>
                <a:lnTo>
                  <a:pt x="1021" y="428"/>
                </a:lnTo>
                <a:lnTo>
                  <a:pt x="1021" y="429"/>
                </a:lnTo>
                <a:lnTo>
                  <a:pt x="1022" y="429"/>
                </a:lnTo>
                <a:lnTo>
                  <a:pt x="1024" y="429"/>
                </a:lnTo>
                <a:lnTo>
                  <a:pt x="1025" y="429"/>
                </a:lnTo>
                <a:lnTo>
                  <a:pt x="1025" y="431"/>
                </a:lnTo>
                <a:lnTo>
                  <a:pt x="1025" y="432"/>
                </a:lnTo>
                <a:lnTo>
                  <a:pt x="1025" y="433"/>
                </a:lnTo>
                <a:lnTo>
                  <a:pt x="1025" y="434"/>
                </a:lnTo>
                <a:lnTo>
                  <a:pt x="1025" y="435"/>
                </a:lnTo>
                <a:lnTo>
                  <a:pt x="1025" y="437"/>
                </a:lnTo>
                <a:lnTo>
                  <a:pt x="1024" y="437"/>
                </a:lnTo>
                <a:lnTo>
                  <a:pt x="1024" y="438"/>
                </a:lnTo>
                <a:lnTo>
                  <a:pt x="1023" y="439"/>
                </a:lnTo>
                <a:lnTo>
                  <a:pt x="1023" y="440"/>
                </a:lnTo>
                <a:lnTo>
                  <a:pt x="1023" y="441"/>
                </a:lnTo>
                <a:lnTo>
                  <a:pt x="1023" y="442"/>
                </a:lnTo>
                <a:lnTo>
                  <a:pt x="1022" y="443"/>
                </a:lnTo>
                <a:lnTo>
                  <a:pt x="1021" y="443"/>
                </a:lnTo>
                <a:lnTo>
                  <a:pt x="1021" y="444"/>
                </a:lnTo>
                <a:lnTo>
                  <a:pt x="1020" y="444"/>
                </a:lnTo>
                <a:lnTo>
                  <a:pt x="1020" y="445"/>
                </a:lnTo>
                <a:lnTo>
                  <a:pt x="1020" y="446"/>
                </a:lnTo>
                <a:lnTo>
                  <a:pt x="1020" y="447"/>
                </a:lnTo>
                <a:lnTo>
                  <a:pt x="1020" y="448"/>
                </a:lnTo>
                <a:lnTo>
                  <a:pt x="1020" y="449"/>
                </a:lnTo>
                <a:lnTo>
                  <a:pt x="1020" y="450"/>
                </a:lnTo>
                <a:lnTo>
                  <a:pt x="1021" y="451"/>
                </a:lnTo>
                <a:lnTo>
                  <a:pt x="1021" y="452"/>
                </a:lnTo>
                <a:lnTo>
                  <a:pt x="1021" y="453"/>
                </a:lnTo>
                <a:lnTo>
                  <a:pt x="1021" y="454"/>
                </a:lnTo>
                <a:lnTo>
                  <a:pt x="1021" y="455"/>
                </a:lnTo>
                <a:lnTo>
                  <a:pt x="1020" y="455"/>
                </a:lnTo>
                <a:lnTo>
                  <a:pt x="1020" y="454"/>
                </a:lnTo>
                <a:lnTo>
                  <a:pt x="1019" y="454"/>
                </a:lnTo>
                <a:lnTo>
                  <a:pt x="1017" y="456"/>
                </a:lnTo>
                <a:lnTo>
                  <a:pt x="1017" y="457"/>
                </a:lnTo>
                <a:lnTo>
                  <a:pt x="1017" y="458"/>
                </a:lnTo>
                <a:lnTo>
                  <a:pt x="1017" y="459"/>
                </a:lnTo>
                <a:lnTo>
                  <a:pt x="1017" y="460"/>
                </a:lnTo>
                <a:lnTo>
                  <a:pt x="1016" y="461"/>
                </a:lnTo>
                <a:lnTo>
                  <a:pt x="1016" y="462"/>
                </a:lnTo>
                <a:lnTo>
                  <a:pt x="1016" y="463"/>
                </a:lnTo>
                <a:lnTo>
                  <a:pt x="1015" y="463"/>
                </a:lnTo>
                <a:lnTo>
                  <a:pt x="1014" y="463"/>
                </a:lnTo>
                <a:lnTo>
                  <a:pt x="1013" y="463"/>
                </a:lnTo>
                <a:lnTo>
                  <a:pt x="1012" y="464"/>
                </a:lnTo>
                <a:lnTo>
                  <a:pt x="1011" y="466"/>
                </a:lnTo>
                <a:lnTo>
                  <a:pt x="1010" y="466"/>
                </a:lnTo>
                <a:lnTo>
                  <a:pt x="1010" y="467"/>
                </a:lnTo>
                <a:lnTo>
                  <a:pt x="1010" y="468"/>
                </a:lnTo>
                <a:lnTo>
                  <a:pt x="1010" y="469"/>
                </a:lnTo>
                <a:lnTo>
                  <a:pt x="1010" y="470"/>
                </a:lnTo>
                <a:lnTo>
                  <a:pt x="1010" y="471"/>
                </a:lnTo>
                <a:lnTo>
                  <a:pt x="1009" y="471"/>
                </a:lnTo>
                <a:lnTo>
                  <a:pt x="1009" y="472"/>
                </a:lnTo>
                <a:lnTo>
                  <a:pt x="1009" y="473"/>
                </a:lnTo>
                <a:lnTo>
                  <a:pt x="1009" y="474"/>
                </a:lnTo>
                <a:lnTo>
                  <a:pt x="1010" y="474"/>
                </a:lnTo>
                <a:lnTo>
                  <a:pt x="1011" y="474"/>
                </a:lnTo>
                <a:lnTo>
                  <a:pt x="1012" y="474"/>
                </a:lnTo>
                <a:lnTo>
                  <a:pt x="1012" y="473"/>
                </a:lnTo>
                <a:lnTo>
                  <a:pt x="1013" y="472"/>
                </a:lnTo>
                <a:lnTo>
                  <a:pt x="1014" y="471"/>
                </a:lnTo>
                <a:lnTo>
                  <a:pt x="1015" y="470"/>
                </a:lnTo>
                <a:lnTo>
                  <a:pt x="1016" y="470"/>
                </a:lnTo>
                <a:lnTo>
                  <a:pt x="1017" y="470"/>
                </a:lnTo>
                <a:lnTo>
                  <a:pt x="1018" y="469"/>
                </a:lnTo>
                <a:lnTo>
                  <a:pt x="1019" y="469"/>
                </a:lnTo>
                <a:lnTo>
                  <a:pt x="1019" y="468"/>
                </a:lnTo>
                <a:lnTo>
                  <a:pt x="1019" y="467"/>
                </a:lnTo>
                <a:lnTo>
                  <a:pt x="1020" y="467"/>
                </a:lnTo>
                <a:lnTo>
                  <a:pt x="1021" y="467"/>
                </a:lnTo>
                <a:lnTo>
                  <a:pt x="1022" y="468"/>
                </a:lnTo>
                <a:lnTo>
                  <a:pt x="1023" y="469"/>
                </a:lnTo>
                <a:lnTo>
                  <a:pt x="1024" y="469"/>
                </a:lnTo>
                <a:lnTo>
                  <a:pt x="1025" y="469"/>
                </a:lnTo>
                <a:lnTo>
                  <a:pt x="1026" y="470"/>
                </a:lnTo>
                <a:lnTo>
                  <a:pt x="1027" y="470"/>
                </a:lnTo>
                <a:lnTo>
                  <a:pt x="1027" y="471"/>
                </a:lnTo>
                <a:lnTo>
                  <a:pt x="1028" y="472"/>
                </a:lnTo>
                <a:lnTo>
                  <a:pt x="1028" y="473"/>
                </a:lnTo>
                <a:lnTo>
                  <a:pt x="1029" y="473"/>
                </a:lnTo>
                <a:lnTo>
                  <a:pt x="1029" y="474"/>
                </a:lnTo>
                <a:lnTo>
                  <a:pt x="1030" y="474"/>
                </a:lnTo>
                <a:lnTo>
                  <a:pt x="1030" y="475"/>
                </a:lnTo>
                <a:lnTo>
                  <a:pt x="1030" y="476"/>
                </a:lnTo>
                <a:lnTo>
                  <a:pt x="1029" y="476"/>
                </a:lnTo>
                <a:lnTo>
                  <a:pt x="1029" y="477"/>
                </a:lnTo>
                <a:lnTo>
                  <a:pt x="1029" y="478"/>
                </a:lnTo>
                <a:lnTo>
                  <a:pt x="1028" y="478"/>
                </a:lnTo>
                <a:lnTo>
                  <a:pt x="1028" y="479"/>
                </a:lnTo>
                <a:lnTo>
                  <a:pt x="1027" y="481"/>
                </a:lnTo>
                <a:lnTo>
                  <a:pt x="1027" y="482"/>
                </a:lnTo>
                <a:lnTo>
                  <a:pt x="1026" y="482"/>
                </a:lnTo>
                <a:lnTo>
                  <a:pt x="1026" y="483"/>
                </a:lnTo>
                <a:lnTo>
                  <a:pt x="1025" y="484"/>
                </a:lnTo>
                <a:lnTo>
                  <a:pt x="1024" y="484"/>
                </a:lnTo>
                <a:lnTo>
                  <a:pt x="1023" y="485"/>
                </a:lnTo>
                <a:lnTo>
                  <a:pt x="1023" y="486"/>
                </a:lnTo>
                <a:lnTo>
                  <a:pt x="1022" y="486"/>
                </a:lnTo>
                <a:lnTo>
                  <a:pt x="1022" y="488"/>
                </a:lnTo>
                <a:lnTo>
                  <a:pt x="1021" y="488"/>
                </a:lnTo>
                <a:lnTo>
                  <a:pt x="1021" y="489"/>
                </a:lnTo>
                <a:lnTo>
                  <a:pt x="1022" y="490"/>
                </a:lnTo>
                <a:lnTo>
                  <a:pt x="1022" y="491"/>
                </a:lnTo>
                <a:lnTo>
                  <a:pt x="1022" y="492"/>
                </a:lnTo>
                <a:lnTo>
                  <a:pt x="1023" y="492"/>
                </a:lnTo>
                <a:lnTo>
                  <a:pt x="1024" y="492"/>
                </a:lnTo>
                <a:lnTo>
                  <a:pt x="1026" y="492"/>
                </a:lnTo>
                <a:lnTo>
                  <a:pt x="1027" y="492"/>
                </a:lnTo>
                <a:lnTo>
                  <a:pt x="1028" y="492"/>
                </a:lnTo>
                <a:lnTo>
                  <a:pt x="1028" y="493"/>
                </a:lnTo>
                <a:lnTo>
                  <a:pt x="1029" y="493"/>
                </a:lnTo>
                <a:lnTo>
                  <a:pt x="1030" y="493"/>
                </a:lnTo>
                <a:lnTo>
                  <a:pt x="1030" y="494"/>
                </a:lnTo>
                <a:lnTo>
                  <a:pt x="1031" y="494"/>
                </a:lnTo>
                <a:lnTo>
                  <a:pt x="1031" y="495"/>
                </a:lnTo>
                <a:lnTo>
                  <a:pt x="1031" y="496"/>
                </a:lnTo>
                <a:lnTo>
                  <a:pt x="1030" y="496"/>
                </a:lnTo>
                <a:lnTo>
                  <a:pt x="1030" y="497"/>
                </a:lnTo>
                <a:lnTo>
                  <a:pt x="1029" y="497"/>
                </a:lnTo>
                <a:lnTo>
                  <a:pt x="1028" y="497"/>
                </a:lnTo>
                <a:lnTo>
                  <a:pt x="1027" y="497"/>
                </a:lnTo>
                <a:lnTo>
                  <a:pt x="1026" y="497"/>
                </a:lnTo>
                <a:lnTo>
                  <a:pt x="1025" y="497"/>
                </a:lnTo>
                <a:lnTo>
                  <a:pt x="1024" y="498"/>
                </a:lnTo>
                <a:lnTo>
                  <a:pt x="1023" y="498"/>
                </a:lnTo>
                <a:lnTo>
                  <a:pt x="1022" y="499"/>
                </a:lnTo>
                <a:lnTo>
                  <a:pt x="1021" y="499"/>
                </a:lnTo>
                <a:lnTo>
                  <a:pt x="1021" y="500"/>
                </a:lnTo>
                <a:lnTo>
                  <a:pt x="1020" y="500"/>
                </a:lnTo>
                <a:lnTo>
                  <a:pt x="1020" y="499"/>
                </a:lnTo>
                <a:lnTo>
                  <a:pt x="1019" y="499"/>
                </a:lnTo>
                <a:lnTo>
                  <a:pt x="1018" y="499"/>
                </a:lnTo>
                <a:lnTo>
                  <a:pt x="1018" y="498"/>
                </a:lnTo>
                <a:lnTo>
                  <a:pt x="1017" y="498"/>
                </a:lnTo>
                <a:lnTo>
                  <a:pt x="1018" y="498"/>
                </a:lnTo>
                <a:lnTo>
                  <a:pt x="1018" y="496"/>
                </a:lnTo>
                <a:lnTo>
                  <a:pt x="1018" y="495"/>
                </a:lnTo>
                <a:lnTo>
                  <a:pt x="1017" y="496"/>
                </a:lnTo>
                <a:lnTo>
                  <a:pt x="1016" y="495"/>
                </a:lnTo>
                <a:lnTo>
                  <a:pt x="1015" y="495"/>
                </a:lnTo>
                <a:lnTo>
                  <a:pt x="1015" y="496"/>
                </a:lnTo>
                <a:lnTo>
                  <a:pt x="1014" y="496"/>
                </a:lnTo>
                <a:lnTo>
                  <a:pt x="1013" y="496"/>
                </a:lnTo>
                <a:lnTo>
                  <a:pt x="1013" y="497"/>
                </a:lnTo>
                <a:lnTo>
                  <a:pt x="1012" y="497"/>
                </a:lnTo>
                <a:lnTo>
                  <a:pt x="1012" y="498"/>
                </a:lnTo>
                <a:lnTo>
                  <a:pt x="1012" y="499"/>
                </a:lnTo>
                <a:lnTo>
                  <a:pt x="1011" y="500"/>
                </a:lnTo>
                <a:lnTo>
                  <a:pt x="1011" y="501"/>
                </a:lnTo>
                <a:lnTo>
                  <a:pt x="1010" y="501"/>
                </a:lnTo>
                <a:lnTo>
                  <a:pt x="1010" y="502"/>
                </a:lnTo>
                <a:lnTo>
                  <a:pt x="1010" y="503"/>
                </a:lnTo>
                <a:lnTo>
                  <a:pt x="1011" y="504"/>
                </a:lnTo>
                <a:lnTo>
                  <a:pt x="1011" y="505"/>
                </a:lnTo>
                <a:lnTo>
                  <a:pt x="1011" y="506"/>
                </a:lnTo>
                <a:lnTo>
                  <a:pt x="1011" y="507"/>
                </a:lnTo>
                <a:lnTo>
                  <a:pt x="1011" y="506"/>
                </a:lnTo>
                <a:lnTo>
                  <a:pt x="1011" y="507"/>
                </a:lnTo>
                <a:lnTo>
                  <a:pt x="1011" y="508"/>
                </a:lnTo>
                <a:lnTo>
                  <a:pt x="1011" y="509"/>
                </a:lnTo>
                <a:lnTo>
                  <a:pt x="1011" y="508"/>
                </a:lnTo>
                <a:lnTo>
                  <a:pt x="1010" y="507"/>
                </a:lnTo>
                <a:lnTo>
                  <a:pt x="1010" y="506"/>
                </a:lnTo>
                <a:lnTo>
                  <a:pt x="1010" y="505"/>
                </a:lnTo>
                <a:lnTo>
                  <a:pt x="1009" y="505"/>
                </a:lnTo>
                <a:lnTo>
                  <a:pt x="1009" y="506"/>
                </a:lnTo>
                <a:lnTo>
                  <a:pt x="1009" y="507"/>
                </a:lnTo>
                <a:lnTo>
                  <a:pt x="1010" y="509"/>
                </a:lnTo>
                <a:lnTo>
                  <a:pt x="1011" y="509"/>
                </a:lnTo>
                <a:lnTo>
                  <a:pt x="1011" y="510"/>
                </a:lnTo>
                <a:lnTo>
                  <a:pt x="1010" y="510"/>
                </a:lnTo>
                <a:lnTo>
                  <a:pt x="1007" y="510"/>
                </a:lnTo>
                <a:lnTo>
                  <a:pt x="1006" y="510"/>
                </a:lnTo>
                <a:lnTo>
                  <a:pt x="1005" y="510"/>
                </a:lnTo>
                <a:lnTo>
                  <a:pt x="1004" y="509"/>
                </a:lnTo>
                <a:lnTo>
                  <a:pt x="1004" y="510"/>
                </a:lnTo>
                <a:lnTo>
                  <a:pt x="1004" y="511"/>
                </a:lnTo>
                <a:lnTo>
                  <a:pt x="1003" y="511"/>
                </a:lnTo>
                <a:lnTo>
                  <a:pt x="1002" y="511"/>
                </a:lnTo>
                <a:lnTo>
                  <a:pt x="1002" y="512"/>
                </a:lnTo>
                <a:lnTo>
                  <a:pt x="1001" y="513"/>
                </a:lnTo>
                <a:lnTo>
                  <a:pt x="1001" y="514"/>
                </a:lnTo>
                <a:lnTo>
                  <a:pt x="1000" y="514"/>
                </a:lnTo>
                <a:lnTo>
                  <a:pt x="1000" y="515"/>
                </a:lnTo>
                <a:lnTo>
                  <a:pt x="1000" y="516"/>
                </a:lnTo>
                <a:lnTo>
                  <a:pt x="999" y="516"/>
                </a:lnTo>
                <a:lnTo>
                  <a:pt x="999" y="517"/>
                </a:lnTo>
                <a:lnTo>
                  <a:pt x="999" y="518"/>
                </a:lnTo>
                <a:lnTo>
                  <a:pt x="1000" y="519"/>
                </a:lnTo>
                <a:lnTo>
                  <a:pt x="1000" y="520"/>
                </a:lnTo>
                <a:lnTo>
                  <a:pt x="1000" y="521"/>
                </a:lnTo>
                <a:lnTo>
                  <a:pt x="1000" y="523"/>
                </a:lnTo>
                <a:lnTo>
                  <a:pt x="1000" y="524"/>
                </a:lnTo>
                <a:lnTo>
                  <a:pt x="999" y="524"/>
                </a:lnTo>
                <a:lnTo>
                  <a:pt x="999" y="523"/>
                </a:lnTo>
                <a:lnTo>
                  <a:pt x="999" y="524"/>
                </a:lnTo>
                <a:lnTo>
                  <a:pt x="999" y="523"/>
                </a:lnTo>
                <a:lnTo>
                  <a:pt x="999" y="522"/>
                </a:lnTo>
                <a:lnTo>
                  <a:pt x="999" y="521"/>
                </a:lnTo>
                <a:lnTo>
                  <a:pt x="997" y="520"/>
                </a:lnTo>
                <a:lnTo>
                  <a:pt x="997" y="519"/>
                </a:lnTo>
                <a:lnTo>
                  <a:pt x="996" y="519"/>
                </a:lnTo>
                <a:lnTo>
                  <a:pt x="997" y="520"/>
                </a:lnTo>
                <a:lnTo>
                  <a:pt x="998" y="521"/>
                </a:lnTo>
                <a:lnTo>
                  <a:pt x="998" y="522"/>
                </a:lnTo>
                <a:lnTo>
                  <a:pt x="998" y="523"/>
                </a:lnTo>
                <a:lnTo>
                  <a:pt x="997" y="523"/>
                </a:lnTo>
                <a:lnTo>
                  <a:pt x="996" y="523"/>
                </a:lnTo>
                <a:lnTo>
                  <a:pt x="995" y="523"/>
                </a:lnTo>
                <a:lnTo>
                  <a:pt x="994" y="524"/>
                </a:lnTo>
                <a:lnTo>
                  <a:pt x="994" y="525"/>
                </a:lnTo>
                <a:lnTo>
                  <a:pt x="994" y="526"/>
                </a:lnTo>
                <a:lnTo>
                  <a:pt x="994" y="527"/>
                </a:lnTo>
                <a:lnTo>
                  <a:pt x="995" y="527"/>
                </a:lnTo>
                <a:lnTo>
                  <a:pt x="995" y="528"/>
                </a:lnTo>
                <a:lnTo>
                  <a:pt x="996" y="528"/>
                </a:lnTo>
                <a:lnTo>
                  <a:pt x="995" y="528"/>
                </a:lnTo>
                <a:lnTo>
                  <a:pt x="995" y="529"/>
                </a:lnTo>
                <a:lnTo>
                  <a:pt x="996" y="529"/>
                </a:lnTo>
                <a:lnTo>
                  <a:pt x="996" y="530"/>
                </a:lnTo>
                <a:lnTo>
                  <a:pt x="997" y="530"/>
                </a:lnTo>
                <a:lnTo>
                  <a:pt x="997" y="531"/>
                </a:lnTo>
                <a:lnTo>
                  <a:pt x="997" y="532"/>
                </a:lnTo>
                <a:lnTo>
                  <a:pt x="996" y="533"/>
                </a:lnTo>
                <a:lnTo>
                  <a:pt x="995" y="533"/>
                </a:lnTo>
                <a:lnTo>
                  <a:pt x="994" y="533"/>
                </a:lnTo>
                <a:lnTo>
                  <a:pt x="994" y="532"/>
                </a:lnTo>
                <a:lnTo>
                  <a:pt x="993" y="532"/>
                </a:lnTo>
                <a:lnTo>
                  <a:pt x="993" y="531"/>
                </a:lnTo>
                <a:lnTo>
                  <a:pt x="993" y="532"/>
                </a:lnTo>
                <a:lnTo>
                  <a:pt x="993" y="531"/>
                </a:lnTo>
                <a:lnTo>
                  <a:pt x="992" y="531"/>
                </a:lnTo>
                <a:lnTo>
                  <a:pt x="992" y="530"/>
                </a:lnTo>
                <a:lnTo>
                  <a:pt x="991" y="530"/>
                </a:lnTo>
                <a:lnTo>
                  <a:pt x="991" y="529"/>
                </a:lnTo>
                <a:lnTo>
                  <a:pt x="990" y="529"/>
                </a:lnTo>
                <a:lnTo>
                  <a:pt x="990" y="528"/>
                </a:lnTo>
                <a:lnTo>
                  <a:pt x="989" y="528"/>
                </a:lnTo>
                <a:lnTo>
                  <a:pt x="989" y="529"/>
                </a:lnTo>
                <a:lnTo>
                  <a:pt x="988" y="529"/>
                </a:lnTo>
                <a:lnTo>
                  <a:pt x="988" y="530"/>
                </a:lnTo>
                <a:lnTo>
                  <a:pt x="987" y="530"/>
                </a:lnTo>
                <a:lnTo>
                  <a:pt x="986" y="530"/>
                </a:lnTo>
                <a:lnTo>
                  <a:pt x="987" y="530"/>
                </a:lnTo>
                <a:lnTo>
                  <a:pt x="986" y="530"/>
                </a:lnTo>
                <a:lnTo>
                  <a:pt x="986" y="531"/>
                </a:lnTo>
                <a:lnTo>
                  <a:pt x="985" y="531"/>
                </a:lnTo>
                <a:lnTo>
                  <a:pt x="985" y="532"/>
                </a:lnTo>
                <a:lnTo>
                  <a:pt x="984" y="532"/>
                </a:lnTo>
                <a:lnTo>
                  <a:pt x="984" y="533"/>
                </a:lnTo>
                <a:lnTo>
                  <a:pt x="983" y="533"/>
                </a:lnTo>
                <a:lnTo>
                  <a:pt x="982" y="532"/>
                </a:lnTo>
                <a:lnTo>
                  <a:pt x="980" y="531"/>
                </a:lnTo>
                <a:lnTo>
                  <a:pt x="979" y="531"/>
                </a:lnTo>
                <a:lnTo>
                  <a:pt x="979" y="530"/>
                </a:lnTo>
                <a:lnTo>
                  <a:pt x="979" y="531"/>
                </a:lnTo>
                <a:lnTo>
                  <a:pt x="979" y="530"/>
                </a:lnTo>
                <a:lnTo>
                  <a:pt x="978" y="530"/>
                </a:lnTo>
                <a:lnTo>
                  <a:pt x="977" y="530"/>
                </a:lnTo>
                <a:lnTo>
                  <a:pt x="976" y="530"/>
                </a:lnTo>
                <a:lnTo>
                  <a:pt x="976" y="531"/>
                </a:lnTo>
                <a:lnTo>
                  <a:pt x="975" y="531"/>
                </a:lnTo>
                <a:lnTo>
                  <a:pt x="974" y="532"/>
                </a:lnTo>
                <a:lnTo>
                  <a:pt x="973" y="532"/>
                </a:lnTo>
                <a:lnTo>
                  <a:pt x="974" y="532"/>
                </a:lnTo>
                <a:lnTo>
                  <a:pt x="974" y="533"/>
                </a:lnTo>
                <a:lnTo>
                  <a:pt x="973" y="533"/>
                </a:lnTo>
                <a:lnTo>
                  <a:pt x="973" y="534"/>
                </a:lnTo>
                <a:lnTo>
                  <a:pt x="973" y="535"/>
                </a:lnTo>
                <a:lnTo>
                  <a:pt x="973" y="536"/>
                </a:lnTo>
                <a:lnTo>
                  <a:pt x="974" y="537"/>
                </a:lnTo>
                <a:lnTo>
                  <a:pt x="974" y="538"/>
                </a:lnTo>
                <a:lnTo>
                  <a:pt x="974" y="537"/>
                </a:lnTo>
                <a:lnTo>
                  <a:pt x="974" y="538"/>
                </a:lnTo>
                <a:lnTo>
                  <a:pt x="974" y="539"/>
                </a:lnTo>
                <a:lnTo>
                  <a:pt x="973" y="539"/>
                </a:lnTo>
                <a:lnTo>
                  <a:pt x="974" y="539"/>
                </a:lnTo>
                <a:lnTo>
                  <a:pt x="973" y="539"/>
                </a:lnTo>
                <a:lnTo>
                  <a:pt x="973" y="540"/>
                </a:lnTo>
                <a:lnTo>
                  <a:pt x="973" y="539"/>
                </a:lnTo>
                <a:lnTo>
                  <a:pt x="973" y="540"/>
                </a:lnTo>
                <a:lnTo>
                  <a:pt x="971" y="540"/>
                </a:lnTo>
                <a:lnTo>
                  <a:pt x="970" y="541"/>
                </a:lnTo>
                <a:lnTo>
                  <a:pt x="969" y="541"/>
                </a:lnTo>
                <a:lnTo>
                  <a:pt x="968" y="541"/>
                </a:lnTo>
                <a:lnTo>
                  <a:pt x="966" y="541"/>
                </a:lnTo>
                <a:lnTo>
                  <a:pt x="965" y="541"/>
                </a:lnTo>
                <a:lnTo>
                  <a:pt x="965" y="542"/>
                </a:lnTo>
                <a:lnTo>
                  <a:pt x="965" y="541"/>
                </a:lnTo>
                <a:lnTo>
                  <a:pt x="964" y="541"/>
                </a:lnTo>
                <a:lnTo>
                  <a:pt x="963" y="541"/>
                </a:lnTo>
                <a:lnTo>
                  <a:pt x="963" y="540"/>
                </a:lnTo>
                <a:lnTo>
                  <a:pt x="962" y="538"/>
                </a:lnTo>
                <a:lnTo>
                  <a:pt x="961" y="538"/>
                </a:lnTo>
                <a:lnTo>
                  <a:pt x="961" y="537"/>
                </a:lnTo>
                <a:lnTo>
                  <a:pt x="960" y="537"/>
                </a:lnTo>
                <a:lnTo>
                  <a:pt x="960" y="536"/>
                </a:lnTo>
                <a:lnTo>
                  <a:pt x="960" y="535"/>
                </a:lnTo>
                <a:lnTo>
                  <a:pt x="961" y="535"/>
                </a:lnTo>
                <a:lnTo>
                  <a:pt x="960" y="533"/>
                </a:lnTo>
                <a:lnTo>
                  <a:pt x="960" y="534"/>
                </a:lnTo>
                <a:lnTo>
                  <a:pt x="960" y="535"/>
                </a:lnTo>
                <a:lnTo>
                  <a:pt x="959" y="535"/>
                </a:lnTo>
                <a:lnTo>
                  <a:pt x="959" y="536"/>
                </a:lnTo>
                <a:lnTo>
                  <a:pt x="959" y="537"/>
                </a:lnTo>
                <a:lnTo>
                  <a:pt x="960" y="537"/>
                </a:lnTo>
                <a:lnTo>
                  <a:pt x="961" y="539"/>
                </a:lnTo>
                <a:lnTo>
                  <a:pt x="962" y="540"/>
                </a:lnTo>
                <a:lnTo>
                  <a:pt x="963" y="541"/>
                </a:lnTo>
                <a:lnTo>
                  <a:pt x="963" y="542"/>
                </a:lnTo>
                <a:lnTo>
                  <a:pt x="962" y="542"/>
                </a:lnTo>
                <a:lnTo>
                  <a:pt x="963" y="542"/>
                </a:lnTo>
                <a:lnTo>
                  <a:pt x="963" y="543"/>
                </a:lnTo>
                <a:lnTo>
                  <a:pt x="962" y="543"/>
                </a:lnTo>
                <a:lnTo>
                  <a:pt x="962" y="544"/>
                </a:lnTo>
                <a:lnTo>
                  <a:pt x="962" y="543"/>
                </a:lnTo>
                <a:lnTo>
                  <a:pt x="962" y="544"/>
                </a:lnTo>
                <a:lnTo>
                  <a:pt x="961" y="544"/>
                </a:lnTo>
                <a:lnTo>
                  <a:pt x="961" y="545"/>
                </a:lnTo>
                <a:lnTo>
                  <a:pt x="960" y="546"/>
                </a:lnTo>
                <a:lnTo>
                  <a:pt x="960" y="547"/>
                </a:lnTo>
                <a:lnTo>
                  <a:pt x="959" y="547"/>
                </a:lnTo>
                <a:lnTo>
                  <a:pt x="959" y="548"/>
                </a:lnTo>
                <a:lnTo>
                  <a:pt x="958" y="548"/>
                </a:lnTo>
                <a:lnTo>
                  <a:pt x="958" y="549"/>
                </a:lnTo>
                <a:lnTo>
                  <a:pt x="957" y="549"/>
                </a:lnTo>
                <a:lnTo>
                  <a:pt x="957" y="550"/>
                </a:lnTo>
                <a:lnTo>
                  <a:pt x="956" y="551"/>
                </a:lnTo>
                <a:lnTo>
                  <a:pt x="956" y="552"/>
                </a:lnTo>
                <a:lnTo>
                  <a:pt x="956" y="551"/>
                </a:lnTo>
                <a:lnTo>
                  <a:pt x="956" y="552"/>
                </a:lnTo>
                <a:lnTo>
                  <a:pt x="955" y="552"/>
                </a:lnTo>
                <a:lnTo>
                  <a:pt x="955" y="551"/>
                </a:lnTo>
                <a:lnTo>
                  <a:pt x="954" y="551"/>
                </a:lnTo>
                <a:lnTo>
                  <a:pt x="954" y="550"/>
                </a:lnTo>
                <a:lnTo>
                  <a:pt x="954" y="551"/>
                </a:lnTo>
                <a:lnTo>
                  <a:pt x="955" y="552"/>
                </a:lnTo>
                <a:lnTo>
                  <a:pt x="955" y="553"/>
                </a:lnTo>
                <a:lnTo>
                  <a:pt x="954" y="553"/>
                </a:lnTo>
                <a:lnTo>
                  <a:pt x="954" y="554"/>
                </a:lnTo>
                <a:lnTo>
                  <a:pt x="953" y="555"/>
                </a:lnTo>
                <a:lnTo>
                  <a:pt x="953" y="554"/>
                </a:lnTo>
                <a:lnTo>
                  <a:pt x="953" y="555"/>
                </a:lnTo>
                <a:lnTo>
                  <a:pt x="952" y="555"/>
                </a:lnTo>
                <a:lnTo>
                  <a:pt x="952" y="556"/>
                </a:lnTo>
                <a:lnTo>
                  <a:pt x="951" y="556"/>
                </a:lnTo>
                <a:lnTo>
                  <a:pt x="950" y="557"/>
                </a:lnTo>
                <a:lnTo>
                  <a:pt x="949" y="556"/>
                </a:lnTo>
                <a:lnTo>
                  <a:pt x="949" y="555"/>
                </a:lnTo>
                <a:lnTo>
                  <a:pt x="950" y="555"/>
                </a:lnTo>
                <a:lnTo>
                  <a:pt x="949" y="554"/>
                </a:lnTo>
                <a:lnTo>
                  <a:pt x="948" y="555"/>
                </a:lnTo>
                <a:lnTo>
                  <a:pt x="947" y="554"/>
                </a:lnTo>
                <a:lnTo>
                  <a:pt x="947" y="553"/>
                </a:lnTo>
                <a:lnTo>
                  <a:pt x="947" y="552"/>
                </a:lnTo>
                <a:lnTo>
                  <a:pt x="947" y="550"/>
                </a:lnTo>
                <a:lnTo>
                  <a:pt x="946" y="549"/>
                </a:lnTo>
                <a:lnTo>
                  <a:pt x="945" y="549"/>
                </a:lnTo>
                <a:lnTo>
                  <a:pt x="946" y="550"/>
                </a:lnTo>
                <a:lnTo>
                  <a:pt x="946" y="552"/>
                </a:lnTo>
                <a:lnTo>
                  <a:pt x="946" y="553"/>
                </a:lnTo>
                <a:lnTo>
                  <a:pt x="946" y="554"/>
                </a:lnTo>
                <a:lnTo>
                  <a:pt x="946" y="555"/>
                </a:lnTo>
                <a:lnTo>
                  <a:pt x="947" y="556"/>
                </a:lnTo>
                <a:lnTo>
                  <a:pt x="948" y="556"/>
                </a:lnTo>
                <a:lnTo>
                  <a:pt x="948" y="557"/>
                </a:lnTo>
                <a:lnTo>
                  <a:pt x="948" y="558"/>
                </a:lnTo>
                <a:lnTo>
                  <a:pt x="947" y="558"/>
                </a:lnTo>
                <a:lnTo>
                  <a:pt x="946" y="559"/>
                </a:lnTo>
                <a:lnTo>
                  <a:pt x="945" y="559"/>
                </a:lnTo>
                <a:lnTo>
                  <a:pt x="945" y="560"/>
                </a:lnTo>
                <a:lnTo>
                  <a:pt x="945" y="559"/>
                </a:lnTo>
                <a:lnTo>
                  <a:pt x="944" y="559"/>
                </a:lnTo>
                <a:lnTo>
                  <a:pt x="943" y="559"/>
                </a:lnTo>
                <a:lnTo>
                  <a:pt x="943" y="558"/>
                </a:lnTo>
                <a:lnTo>
                  <a:pt x="941" y="557"/>
                </a:lnTo>
                <a:lnTo>
                  <a:pt x="941" y="558"/>
                </a:lnTo>
                <a:lnTo>
                  <a:pt x="942" y="558"/>
                </a:lnTo>
                <a:lnTo>
                  <a:pt x="942" y="559"/>
                </a:lnTo>
                <a:lnTo>
                  <a:pt x="943" y="559"/>
                </a:lnTo>
                <a:lnTo>
                  <a:pt x="943" y="560"/>
                </a:lnTo>
                <a:lnTo>
                  <a:pt x="944" y="560"/>
                </a:lnTo>
                <a:lnTo>
                  <a:pt x="944" y="561"/>
                </a:lnTo>
                <a:lnTo>
                  <a:pt x="943" y="561"/>
                </a:lnTo>
                <a:lnTo>
                  <a:pt x="943" y="562"/>
                </a:lnTo>
                <a:lnTo>
                  <a:pt x="943" y="561"/>
                </a:lnTo>
                <a:lnTo>
                  <a:pt x="943" y="562"/>
                </a:lnTo>
                <a:lnTo>
                  <a:pt x="942" y="562"/>
                </a:lnTo>
                <a:lnTo>
                  <a:pt x="942" y="563"/>
                </a:lnTo>
                <a:lnTo>
                  <a:pt x="941" y="563"/>
                </a:lnTo>
                <a:lnTo>
                  <a:pt x="941" y="564"/>
                </a:lnTo>
                <a:lnTo>
                  <a:pt x="940" y="564"/>
                </a:lnTo>
                <a:lnTo>
                  <a:pt x="941" y="564"/>
                </a:lnTo>
                <a:lnTo>
                  <a:pt x="940" y="564"/>
                </a:lnTo>
                <a:lnTo>
                  <a:pt x="940" y="565"/>
                </a:lnTo>
                <a:lnTo>
                  <a:pt x="940" y="566"/>
                </a:lnTo>
                <a:lnTo>
                  <a:pt x="939" y="566"/>
                </a:lnTo>
                <a:lnTo>
                  <a:pt x="939" y="567"/>
                </a:lnTo>
                <a:lnTo>
                  <a:pt x="939" y="568"/>
                </a:lnTo>
                <a:lnTo>
                  <a:pt x="939" y="569"/>
                </a:lnTo>
                <a:lnTo>
                  <a:pt x="940" y="572"/>
                </a:lnTo>
                <a:lnTo>
                  <a:pt x="940" y="573"/>
                </a:lnTo>
                <a:lnTo>
                  <a:pt x="940" y="574"/>
                </a:lnTo>
                <a:lnTo>
                  <a:pt x="940" y="573"/>
                </a:lnTo>
                <a:lnTo>
                  <a:pt x="941" y="573"/>
                </a:lnTo>
                <a:lnTo>
                  <a:pt x="941" y="574"/>
                </a:lnTo>
                <a:lnTo>
                  <a:pt x="941" y="573"/>
                </a:lnTo>
                <a:lnTo>
                  <a:pt x="941" y="574"/>
                </a:lnTo>
                <a:lnTo>
                  <a:pt x="942" y="574"/>
                </a:lnTo>
                <a:lnTo>
                  <a:pt x="943" y="574"/>
                </a:lnTo>
                <a:lnTo>
                  <a:pt x="943" y="573"/>
                </a:lnTo>
                <a:lnTo>
                  <a:pt x="944" y="573"/>
                </a:lnTo>
                <a:lnTo>
                  <a:pt x="945" y="574"/>
                </a:lnTo>
                <a:lnTo>
                  <a:pt x="946" y="574"/>
                </a:lnTo>
                <a:lnTo>
                  <a:pt x="946" y="575"/>
                </a:lnTo>
                <a:lnTo>
                  <a:pt x="946" y="576"/>
                </a:lnTo>
                <a:lnTo>
                  <a:pt x="947" y="576"/>
                </a:lnTo>
                <a:lnTo>
                  <a:pt x="947" y="575"/>
                </a:lnTo>
                <a:lnTo>
                  <a:pt x="947" y="576"/>
                </a:lnTo>
                <a:lnTo>
                  <a:pt x="947" y="577"/>
                </a:lnTo>
                <a:lnTo>
                  <a:pt x="947" y="578"/>
                </a:lnTo>
                <a:lnTo>
                  <a:pt x="946" y="579"/>
                </a:lnTo>
                <a:lnTo>
                  <a:pt x="945" y="579"/>
                </a:lnTo>
                <a:lnTo>
                  <a:pt x="944" y="579"/>
                </a:lnTo>
                <a:lnTo>
                  <a:pt x="944" y="578"/>
                </a:lnTo>
                <a:lnTo>
                  <a:pt x="944" y="577"/>
                </a:lnTo>
                <a:lnTo>
                  <a:pt x="944" y="576"/>
                </a:lnTo>
                <a:lnTo>
                  <a:pt x="943" y="577"/>
                </a:lnTo>
                <a:lnTo>
                  <a:pt x="943" y="578"/>
                </a:lnTo>
                <a:lnTo>
                  <a:pt x="942" y="578"/>
                </a:lnTo>
                <a:lnTo>
                  <a:pt x="942" y="577"/>
                </a:lnTo>
                <a:lnTo>
                  <a:pt x="941" y="577"/>
                </a:lnTo>
                <a:lnTo>
                  <a:pt x="941" y="576"/>
                </a:lnTo>
                <a:lnTo>
                  <a:pt x="940" y="576"/>
                </a:lnTo>
                <a:lnTo>
                  <a:pt x="940" y="577"/>
                </a:lnTo>
                <a:lnTo>
                  <a:pt x="939" y="577"/>
                </a:lnTo>
                <a:lnTo>
                  <a:pt x="938" y="577"/>
                </a:lnTo>
                <a:lnTo>
                  <a:pt x="937" y="578"/>
                </a:lnTo>
                <a:lnTo>
                  <a:pt x="937" y="579"/>
                </a:lnTo>
                <a:lnTo>
                  <a:pt x="936" y="579"/>
                </a:lnTo>
                <a:lnTo>
                  <a:pt x="936" y="580"/>
                </a:lnTo>
                <a:lnTo>
                  <a:pt x="935" y="581"/>
                </a:lnTo>
                <a:lnTo>
                  <a:pt x="934" y="581"/>
                </a:lnTo>
                <a:lnTo>
                  <a:pt x="934" y="582"/>
                </a:lnTo>
                <a:lnTo>
                  <a:pt x="933" y="582"/>
                </a:lnTo>
                <a:lnTo>
                  <a:pt x="933" y="583"/>
                </a:lnTo>
                <a:lnTo>
                  <a:pt x="930" y="583"/>
                </a:lnTo>
                <a:lnTo>
                  <a:pt x="929" y="582"/>
                </a:lnTo>
                <a:lnTo>
                  <a:pt x="928" y="582"/>
                </a:lnTo>
                <a:lnTo>
                  <a:pt x="928" y="581"/>
                </a:lnTo>
                <a:lnTo>
                  <a:pt x="928" y="580"/>
                </a:lnTo>
                <a:lnTo>
                  <a:pt x="928" y="579"/>
                </a:lnTo>
                <a:lnTo>
                  <a:pt x="928" y="578"/>
                </a:lnTo>
                <a:lnTo>
                  <a:pt x="927" y="578"/>
                </a:lnTo>
                <a:lnTo>
                  <a:pt x="927" y="577"/>
                </a:lnTo>
                <a:lnTo>
                  <a:pt x="926" y="577"/>
                </a:lnTo>
                <a:lnTo>
                  <a:pt x="926" y="578"/>
                </a:lnTo>
                <a:lnTo>
                  <a:pt x="925" y="579"/>
                </a:lnTo>
                <a:lnTo>
                  <a:pt x="924" y="579"/>
                </a:lnTo>
                <a:lnTo>
                  <a:pt x="924" y="580"/>
                </a:lnTo>
                <a:lnTo>
                  <a:pt x="924" y="581"/>
                </a:lnTo>
                <a:lnTo>
                  <a:pt x="924" y="582"/>
                </a:lnTo>
                <a:lnTo>
                  <a:pt x="924" y="583"/>
                </a:lnTo>
                <a:lnTo>
                  <a:pt x="923" y="583"/>
                </a:lnTo>
                <a:lnTo>
                  <a:pt x="923" y="584"/>
                </a:lnTo>
                <a:lnTo>
                  <a:pt x="923" y="585"/>
                </a:lnTo>
                <a:lnTo>
                  <a:pt x="922" y="586"/>
                </a:lnTo>
                <a:lnTo>
                  <a:pt x="922" y="587"/>
                </a:lnTo>
                <a:lnTo>
                  <a:pt x="921" y="588"/>
                </a:lnTo>
                <a:lnTo>
                  <a:pt x="921" y="589"/>
                </a:lnTo>
                <a:lnTo>
                  <a:pt x="920" y="589"/>
                </a:lnTo>
                <a:lnTo>
                  <a:pt x="920" y="590"/>
                </a:lnTo>
                <a:lnTo>
                  <a:pt x="919" y="590"/>
                </a:lnTo>
                <a:lnTo>
                  <a:pt x="919" y="591"/>
                </a:lnTo>
                <a:lnTo>
                  <a:pt x="918" y="592"/>
                </a:lnTo>
                <a:lnTo>
                  <a:pt x="918" y="593"/>
                </a:lnTo>
                <a:lnTo>
                  <a:pt x="917" y="593"/>
                </a:lnTo>
                <a:lnTo>
                  <a:pt x="916" y="594"/>
                </a:lnTo>
                <a:lnTo>
                  <a:pt x="915" y="595"/>
                </a:lnTo>
                <a:lnTo>
                  <a:pt x="915" y="596"/>
                </a:lnTo>
                <a:lnTo>
                  <a:pt x="914" y="596"/>
                </a:lnTo>
                <a:lnTo>
                  <a:pt x="914" y="597"/>
                </a:lnTo>
                <a:lnTo>
                  <a:pt x="913" y="597"/>
                </a:lnTo>
                <a:lnTo>
                  <a:pt x="913" y="598"/>
                </a:lnTo>
                <a:lnTo>
                  <a:pt x="912" y="598"/>
                </a:lnTo>
                <a:lnTo>
                  <a:pt x="912" y="599"/>
                </a:lnTo>
                <a:lnTo>
                  <a:pt x="911" y="599"/>
                </a:lnTo>
                <a:lnTo>
                  <a:pt x="911" y="600"/>
                </a:lnTo>
                <a:lnTo>
                  <a:pt x="910" y="600"/>
                </a:lnTo>
                <a:lnTo>
                  <a:pt x="910" y="601"/>
                </a:lnTo>
                <a:lnTo>
                  <a:pt x="909" y="601"/>
                </a:lnTo>
                <a:lnTo>
                  <a:pt x="908" y="602"/>
                </a:lnTo>
                <a:lnTo>
                  <a:pt x="908" y="603"/>
                </a:lnTo>
                <a:lnTo>
                  <a:pt x="907" y="603"/>
                </a:lnTo>
                <a:lnTo>
                  <a:pt x="907" y="604"/>
                </a:lnTo>
                <a:lnTo>
                  <a:pt x="907" y="605"/>
                </a:lnTo>
                <a:lnTo>
                  <a:pt x="906" y="605"/>
                </a:lnTo>
                <a:lnTo>
                  <a:pt x="906" y="606"/>
                </a:lnTo>
                <a:lnTo>
                  <a:pt x="905" y="606"/>
                </a:lnTo>
                <a:lnTo>
                  <a:pt x="906" y="606"/>
                </a:lnTo>
                <a:lnTo>
                  <a:pt x="906" y="607"/>
                </a:lnTo>
                <a:lnTo>
                  <a:pt x="906" y="608"/>
                </a:lnTo>
                <a:lnTo>
                  <a:pt x="906" y="609"/>
                </a:lnTo>
                <a:lnTo>
                  <a:pt x="906" y="610"/>
                </a:lnTo>
                <a:lnTo>
                  <a:pt x="906" y="611"/>
                </a:lnTo>
                <a:lnTo>
                  <a:pt x="906" y="612"/>
                </a:lnTo>
                <a:lnTo>
                  <a:pt x="906" y="613"/>
                </a:lnTo>
                <a:lnTo>
                  <a:pt x="906" y="614"/>
                </a:lnTo>
                <a:lnTo>
                  <a:pt x="906" y="615"/>
                </a:lnTo>
                <a:lnTo>
                  <a:pt x="906" y="616"/>
                </a:lnTo>
                <a:lnTo>
                  <a:pt x="905" y="616"/>
                </a:lnTo>
                <a:lnTo>
                  <a:pt x="905" y="617"/>
                </a:lnTo>
                <a:lnTo>
                  <a:pt x="905" y="616"/>
                </a:lnTo>
                <a:lnTo>
                  <a:pt x="905" y="617"/>
                </a:lnTo>
                <a:lnTo>
                  <a:pt x="904" y="617"/>
                </a:lnTo>
                <a:lnTo>
                  <a:pt x="904" y="618"/>
                </a:lnTo>
                <a:lnTo>
                  <a:pt x="903" y="617"/>
                </a:lnTo>
                <a:lnTo>
                  <a:pt x="903" y="618"/>
                </a:lnTo>
                <a:lnTo>
                  <a:pt x="903" y="619"/>
                </a:lnTo>
                <a:lnTo>
                  <a:pt x="902" y="619"/>
                </a:lnTo>
                <a:lnTo>
                  <a:pt x="903" y="619"/>
                </a:lnTo>
                <a:lnTo>
                  <a:pt x="903" y="618"/>
                </a:lnTo>
                <a:lnTo>
                  <a:pt x="903" y="619"/>
                </a:lnTo>
                <a:lnTo>
                  <a:pt x="902" y="619"/>
                </a:lnTo>
                <a:lnTo>
                  <a:pt x="901" y="619"/>
                </a:lnTo>
                <a:lnTo>
                  <a:pt x="901" y="620"/>
                </a:lnTo>
                <a:lnTo>
                  <a:pt x="900" y="620"/>
                </a:lnTo>
                <a:lnTo>
                  <a:pt x="900" y="621"/>
                </a:lnTo>
                <a:lnTo>
                  <a:pt x="899" y="621"/>
                </a:lnTo>
                <a:lnTo>
                  <a:pt x="899" y="622"/>
                </a:lnTo>
                <a:lnTo>
                  <a:pt x="899" y="621"/>
                </a:lnTo>
                <a:lnTo>
                  <a:pt x="898" y="621"/>
                </a:lnTo>
                <a:lnTo>
                  <a:pt x="898" y="622"/>
                </a:lnTo>
                <a:lnTo>
                  <a:pt x="897" y="622"/>
                </a:lnTo>
                <a:lnTo>
                  <a:pt x="896" y="622"/>
                </a:lnTo>
                <a:lnTo>
                  <a:pt x="895" y="622"/>
                </a:lnTo>
                <a:lnTo>
                  <a:pt x="895" y="623"/>
                </a:lnTo>
                <a:lnTo>
                  <a:pt x="894" y="623"/>
                </a:lnTo>
                <a:lnTo>
                  <a:pt x="893" y="624"/>
                </a:lnTo>
                <a:lnTo>
                  <a:pt x="894" y="624"/>
                </a:lnTo>
                <a:lnTo>
                  <a:pt x="894" y="623"/>
                </a:lnTo>
                <a:lnTo>
                  <a:pt x="894" y="624"/>
                </a:lnTo>
                <a:lnTo>
                  <a:pt x="893" y="624"/>
                </a:lnTo>
                <a:lnTo>
                  <a:pt x="893" y="625"/>
                </a:lnTo>
                <a:lnTo>
                  <a:pt x="892" y="625"/>
                </a:lnTo>
                <a:lnTo>
                  <a:pt x="892" y="626"/>
                </a:lnTo>
                <a:lnTo>
                  <a:pt x="891" y="626"/>
                </a:lnTo>
                <a:lnTo>
                  <a:pt x="891" y="627"/>
                </a:lnTo>
                <a:lnTo>
                  <a:pt x="890" y="627"/>
                </a:lnTo>
                <a:lnTo>
                  <a:pt x="890" y="628"/>
                </a:lnTo>
                <a:lnTo>
                  <a:pt x="889" y="628"/>
                </a:lnTo>
                <a:lnTo>
                  <a:pt x="889" y="629"/>
                </a:lnTo>
                <a:lnTo>
                  <a:pt x="889" y="630"/>
                </a:lnTo>
                <a:lnTo>
                  <a:pt x="888" y="630"/>
                </a:lnTo>
                <a:lnTo>
                  <a:pt x="888" y="631"/>
                </a:lnTo>
                <a:lnTo>
                  <a:pt x="887" y="631"/>
                </a:lnTo>
                <a:lnTo>
                  <a:pt x="887" y="632"/>
                </a:lnTo>
                <a:lnTo>
                  <a:pt x="887" y="633"/>
                </a:lnTo>
                <a:lnTo>
                  <a:pt x="886" y="633"/>
                </a:lnTo>
                <a:lnTo>
                  <a:pt x="886" y="634"/>
                </a:lnTo>
                <a:lnTo>
                  <a:pt x="885" y="634"/>
                </a:lnTo>
                <a:lnTo>
                  <a:pt x="885" y="635"/>
                </a:lnTo>
                <a:lnTo>
                  <a:pt x="885" y="636"/>
                </a:lnTo>
                <a:lnTo>
                  <a:pt x="884" y="636"/>
                </a:lnTo>
                <a:lnTo>
                  <a:pt x="884" y="637"/>
                </a:lnTo>
                <a:lnTo>
                  <a:pt x="883" y="637"/>
                </a:lnTo>
                <a:lnTo>
                  <a:pt x="883" y="638"/>
                </a:lnTo>
                <a:lnTo>
                  <a:pt x="883" y="639"/>
                </a:lnTo>
                <a:lnTo>
                  <a:pt x="882" y="639"/>
                </a:lnTo>
                <a:lnTo>
                  <a:pt x="882" y="640"/>
                </a:lnTo>
                <a:lnTo>
                  <a:pt x="881" y="640"/>
                </a:lnTo>
                <a:lnTo>
                  <a:pt x="880" y="640"/>
                </a:lnTo>
                <a:lnTo>
                  <a:pt x="880" y="641"/>
                </a:lnTo>
                <a:lnTo>
                  <a:pt x="879" y="641"/>
                </a:lnTo>
                <a:lnTo>
                  <a:pt x="879" y="642"/>
                </a:lnTo>
                <a:lnTo>
                  <a:pt x="879" y="643"/>
                </a:lnTo>
                <a:lnTo>
                  <a:pt x="878" y="643"/>
                </a:lnTo>
                <a:lnTo>
                  <a:pt x="878" y="644"/>
                </a:lnTo>
                <a:lnTo>
                  <a:pt x="878" y="645"/>
                </a:lnTo>
                <a:lnTo>
                  <a:pt x="878" y="646"/>
                </a:lnTo>
                <a:lnTo>
                  <a:pt x="878" y="647"/>
                </a:lnTo>
                <a:lnTo>
                  <a:pt x="877" y="647"/>
                </a:lnTo>
                <a:lnTo>
                  <a:pt x="877" y="648"/>
                </a:lnTo>
                <a:lnTo>
                  <a:pt x="877" y="649"/>
                </a:lnTo>
                <a:lnTo>
                  <a:pt x="876" y="649"/>
                </a:lnTo>
                <a:lnTo>
                  <a:pt x="876" y="650"/>
                </a:lnTo>
                <a:lnTo>
                  <a:pt x="876" y="652"/>
                </a:lnTo>
                <a:lnTo>
                  <a:pt x="876" y="653"/>
                </a:lnTo>
                <a:lnTo>
                  <a:pt x="876" y="654"/>
                </a:lnTo>
                <a:lnTo>
                  <a:pt x="875" y="654"/>
                </a:lnTo>
                <a:lnTo>
                  <a:pt x="875" y="653"/>
                </a:lnTo>
                <a:lnTo>
                  <a:pt x="874" y="653"/>
                </a:lnTo>
                <a:lnTo>
                  <a:pt x="873" y="654"/>
                </a:lnTo>
                <a:lnTo>
                  <a:pt x="873" y="653"/>
                </a:lnTo>
                <a:lnTo>
                  <a:pt x="874" y="653"/>
                </a:lnTo>
                <a:lnTo>
                  <a:pt x="875" y="653"/>
                </a:lnTo>
                <a:lnTo>
                  <a:pt x="875" y="652"/>
                </a:lnTo>
                <a:lnTo>
                  <a:pt x="874" y="652"/>
                </a:lnTo>
                <a:lnTo>
                  <a:pt x="874" y="653"/>
                </a:lnTo>
                <a:lnTo>
                  <a:pt x="873" y="653"/>
                </a:lnTo>
                <a:lnTo>
                  <a:pt x="872" y="653"/>
                </a:lnTo>
                <a:lnTo>
                  <a:pt x="872" y="654"/>
                </a:lnTo>
                <a:lnTo>
                  <a:pt x="871" y="654"/>
                </a:lnTo>
                <a:lnTo>
                  <a:pt x="871" y="655"/>
                </a:lnTo>
                <a:lnTo>
                  <a:pt x="870" y="655"/>
                </a:lnTo>
                <a:lnTo>
                  <a:pt x="870" y="656"/>
                </a:lnTo>
                <a:lnTo>
                  <a:pt x="870" y="657"/>
                </a:lnTo>
                <a:lnTo>
                  <a:pt x="870" y="658"/>
                </a:lnTo>
                <a:lnTo>
                  <a:pt x="869" y="658"/>
                </a:lnTo>
                <a:lnTo>
                  <a:pt x="869" y="659"/>
                </a:lnTo>
                <a:lnTo>
                  <a:pt x="869" y="660"/>
                </a:lnTo>
                <a:lnTo>
                  <a:pt x="868" y="660"/>
                </a:lnTo>
                <a:lnTo>
                  <a:pt x="868" y="661"/>
                </a:lnTo>
                <a:lnTo>
                  <a:pt x="867" y="661"/>
                </a:lnTo>
                <a:lnTo>
                  <a:pt x="867" y="662"/>
                </a:lnTo>
                <a:lnTo>
                  <a:pt x="866" y="662"/>
                </a:lnTo>
                <a:lnTo>
                  <a:pt x="866" y="663"/>
                </a:lnTo>
                <a:lnTo>
                  <a:pt x="865" y="663"/>
                </a:lnTo>
                <a:lnTo>
                  <a:pt x="865" y="664"/>
                </a:lnTo>
                <a:lnTo>
                  <a:pt x="865" y="665"/>
                </a:lnTo>
                <a:lnTo>
                  <a:pt x="865" y="666"/>
                </a:lnTo>
                <a:lnTo>
                  <a:pt x="864" y="667"/>
                </a:lnTo>
                <a:lnTo>
                  <a:pt x="864" y="668"/>
                </a:lnTo>
                <a:lnTo>
                  <a:pt x="863" y="669"/>
                </a:lnTo>
                <a:lnTo>
                  <a:pt x="863" y="670"/>
                </a:lnTo>
                <a:lnTo>
                  <a:pt x="862" y="671"/>
                </a:lnTo>
                <a:lnTo>
                  <a:pt x="861" y="671"/>
                </a:lnTo>
                <a:lnTo>
                  <a:pt x="861" y="672"/>
                </a:lnTo>
                <a:lnTo>
                  <a:pt x="861" y="673"/>
                </a:lnTo>
                <a:lnTo>
                  <a:pt x="860" y="673"/>
                </a:lnTo>
                <a:lnTo>
                  <a:pt x="860" y="674"/>
                </a:lnTo>
                <a:lnTo>
                  <a:pt x="860" y="675"/>
                </a:lnTo>
                <a:lnTo>
                  <a:pt x="859" y="675"/>
                </a:lnTo>
                <a:lnTo>
                  <a:pt x="859" y="676"/>
                </a:lnTo>
                <a:lnTo>
                  <a:pt x="859" y="677"/>
                </a:lnTo>
                <a:lnTo>
                  <a:pt x="858" y="677"/>
                </a:lnTo>
                <a:lnTo>
                  <a:pt x="858" y="679"/>
                </a:lnTo>
                <a:lnTo>
                  <a:pt x="858" y="680"/>
                </a:lnTo>
                <a:lnTo>
                  <a:pt x="858" y="681"/>
                </a:lnTo>
                <a:lnTo>
                  <a:pt x="857" y="681"/>
                </a:lnTo>
                <a:lnTo>
                  <a:pt x="857" y="682"/>
                </a:lnTo>
                <a:lnTo>
                  <a:pt x="858" y="683"/>
                </a:lnTo>
                <a:lnTo>
                  <a:pt x="858" y="684"/>
                </a:lnTo>
                <a:lnTo>
                  <a:pt x="859" y="684"/>
                </a:lnTo>
                <a:lnTo>
                  <a:pt x="859" y="685"/>
                </a:lnTo>
                <a:lnTo>
                  <a:pt x="860" y="685"/>
                </a:lnTo>
                <a:lnTo>
                  <a:pt x="860" y="684"/>
                </a:lnTo>
                <a:lnTo>
                  <a:pt x="861" y="684"/>
                </a:lnTo>
                <a:lnTo>
                  <a:pt x="861" y="685"/>
                </a:lnTo>
                <a:lnTo>
                  <a:pt x="862" y="685"/>
                </a:lnTo>
                <a:lnTo>
                  <a:pt x="863" y="686"/>
                </a:lnTo>
                <a:lnTo>
                  <a:pt x="863" y="687"/>
                </a:lnTo>
                <a:lnTo>
                  <a:pt x="864" y="687"/>
                </a:lnTo>
                <a:lnTo>
                  <a:pt x="864" y="688"/>
                </a:lnTo>
                <a:lnTo>
                  <a:pt x="865" y="689"/>
                </a:lnTo>
                <a:lnTo>
                  <a:pt x="865" y="690"/>
                </a:lnTo>
                <a:lnTo>
                  <a:pt x="865" y="693"/>
                </a:lnTo>
                <a:lnTo>
                  <a:pt x="864" y="693"/>
                </a:lnTo>
                <a:lnTo>
                  <a:pt x="864" y="694"/>
                </a:lnTo>
                <a:lnTo>
                  <a:pt x="864" y="695"/>
                </a:lnTo>
                <a:lnTo>
                  <a:pt x="864" y="696"/>
                </a:lnTo>
                <a:lnTo>
                  <a:pt x="864" y="697"/>
                </a:lnTo>
                <a:lnTo>
                  <a:pt x="864" y="698"/>
                </a:lnTo>
                <a:lnTo>
                  <a:pt x="863" y="698"/>
                </a:lnTo>
                <a:lnTo>
                  <a:pt x="863" y="697"/>
                </a:lnTo>
                <a:lnTo>
                  <a:pt x="863" y="695"/>
                </a:lnTo>
                <a:lnTo>
                  <a:pt x="862" y="696"/>
                </a:lnTo>
                <a:lnTo>
                  <a:pt x="861" y="696"/>
                </a:lnTo>
                <a:lnTo>
                  <a:pt x="861" y="697"/>
                </a:lnTo>
                <a:lnTo>
                  <a:pt x="860" y="697"/>
                </a:lnTo>
                <a:lnTo>
                  <a:pt x="860" y="698"/>
                </a:lnTo>
                <a:lnTo>
                  <a:pt x="860" y="699"/>
                </a:lnTo>
                <a:lnTo>
                  <a:pt x="859" y="699"/>
                </a:lnTo>
                <a:lnTo>
                  <a:pt x="859" y="700"/>
                </a:lnTo>
                <a:lnTo>
                  <a:pt x="858" y="700"/>
                </a:lnTo>
                <a:lnTo>
                  <a:pt x="859" y="700"/>
                </a:lnTo>
                <a:lnTo>
                  <a:pt x="858" y="700"/>
                </a:lnTo>
                <a:lnTo>
                  <a:pt x="858" y="701"/>
                </a:lnTo>
                <a:lnTo>
                  <a:pt x="857" y="701"/>
                </a:lnTo>
                <a:lnTo>
                  <a:pt x="856" y="701"/>
                </a:lnTo>
                <a:lnTo>
                  <a:pt x="855" y="701"/>
                </a:lnTo>
                <a:lnTo>
                  <a:pt x="855" y="702"/>
                </a:lnTo>
                <a:lnTo>
                  <a:pt x="854" y="702"/>
                </a:lnTo>
                <a:lnTo>
                  <a:pt x="854" y="703"/>
                </a:lnTo>
                <a:lnTo>
                  <a:pt x="855" y="703"/>
                </a:lnTo>
                <a:lnTo>
                  <a:pt x="855" y="704"/>
                </a:lnTo>
                <a:lnTo>
                  <a:pt x="855" y="705"/>
                </a:lnTo>
                <a:lnTo>
                  <a:pt x="855" y="706"/>
                </a:lnTo>
                <a:lnTo>
                  <a:pt x="856" y="706"/>
                </a:lnTo>
                <a:lnTo>
                  <a:pt x="856" y="707"/>
                </a:lnTo>
                <a:lnTo>
                  <a:pt x="855" y="707"/>
                </a:lnTo>
                <a:lnTo>
                  <a:pt x="855" y="708"/>
                </a:lnTo>
                <a:lnTo>
                  <a:pt x="855" y="709"/>
                </a:lnTo>
                <a:lnTo>
                  <a:pt x="854" y="709"/>
                </a:lnTo>
                <a:lnTo>
                  <a:pt x="852" y="709"/>
                </a:lnTo>
                <a:lnTo>
                  <a:pt x="851" y="709"/>
                </a:lnTo>
                <a:lnTo>
                  <a:pt x="851" y="710"/>
                </a:lnTo>
                <a:lnTo>
                  <a:pt x="850" y="710"/>
                </a:lnTo>
                <a:lnTo>
                  <a:pt x="849" y="710"/>
                </a:lnTo>
                <a:lnTo>
                  <a:pt x="849" y="711"/>
                </a:lnTo>
                <a:lnTo>
                  <a:pt x="848" y="712"/>
                </a:lnTo>
                <a:lnTo>
                  <a:pt x="847" y="713"/>
                </a:lnTo>
                <a:lnTo>
                  <a:pt x="847" y="714"/>
                </a:lnTo>
                <a:lnTo>
                  <a:pt x="847" y="715"/>
                </a:lnTo>
                <a:lnTo>
                  <a:pt x="847" y="716"/>
                </a:lnTo>
                <a:lnTo>
                  <a:pt x="847" y="717"/>
                </a:lnTo>
                <a:lnTo>
                  <a:pt x="846" y="717"/>
                </a:lnTo>
                <a:lnTo>
                  <a:pt x="846" y="718"/>
                </a:lnTo>
                <a:lnTo>
                  <a:pt x="846" y="719"/>
                </a:lnTo>
                <a:lnTo>
                  <a:pt x="846" y="720"/>
                </a:lnTo>
                <a:lnTo>
                  <a:pt x="846" y="721"/>
                </a:lnTo>
                <a:lnTo>
                  <a:pt x="846" y="722"/>
                </a:lnTo>
                <a:lnTo>
                  <a:pt x="847" y="722"/>
                </a:lnTo>
                <a:lnTo>
                  <a:pt x="847" y="723"/>
                </a:lnTo>
                <a:lnTo>
                  <a:pt x="847" y="724"/>
                </a:lnTo>
                <a:lnTo>
                  <a:pt x="847" y="725"/>
                </a:lnTo>
                <a:lnTo>
                  <a:pt x="846" y="726"/>
                </a:lnTo>
                <a:lnTo>
                  <a:pt x="846" y="727"/>
                </a:lnTo>
                <a:lnTo>
                  <a:pt x="845" y="728"/>
                </a:lnTo>
                <a:lnTo>
                  <a:pt x="844" y="728"/>
                </a:lnTo>
                <a:lnTo>
                  <a:pt x="844" y="729"/>
                </a:lnTo>
                <a:lnTo>
                  <a:pt x="843" y="730"/>
                </a:lnTo>
                <a:lnTo>
                  <a:pt x="842" y="730"/>
                </a:lnTo>
                <a:lnTo>
                  <a:pt x="842" y="731"/>
                </a:lnTo>
                <a:lnTo>
                  <a:pt x="841" y="731"/>
                </a:lnTo>
                <a:lnTo>
                  <a:pt x="841" y="732"/>
                </a:lnTo>
                <a:lnTo>
                  <a:pt x="841" y="733"/>
                </a:lnTo>
                <a:lnTo>
                  <a:pt x="841" y="736"/>
                </a:lnTo>
                <a:lnTo>
                  <a:pt x="838" y="733"/>
                </a:lnTo>
                <a:lnTo>
                  <a:pt x="837" y="732"/>
                </a:lnTo>
                <a:lnTo>
                  <a:pt x="836" y="732"/>
                </a:lnTo>
                <a:lnTo>
                  <a:pt x="836" y="733"/>
                </a:lnTo>
                <a:lnTo>
                  <a:pt x="836" y="734"/>
                </a:lnTo>
                <a:lnTo>
                  <a:pt x="835" y="734"/>
                </a:lnTo>
                <a:lnTo>
                  <a:pt x="834" y="735"/>
                </a:lnTo>
                <a:lnTo>
                  <a:pt x="833" y="735"/>
                </a:lnTo>
                <a:lnTo>
                  <a:pt x="831" y="736"/>
                </a:lnTo>
                <a:lnTo>
                  <a:pt x="830" y="735"/>
                </a:lnTo>
                <a:lnTo>
                  <a:pt x="826" y="739"/>
                </a:lnTo>
                <a:lnTo>
                  <a:pt x="825" y="739"/>
                </a:lnTo>
                <a:lnTo>
                  <a:pt x="824" y="740"/>
                </a:lnTo>
                <a:lnTo>
                  <a:pt x="823" y="741"/>
                </a:lnTo>
                <a:lnTo>
                  <a:pt x="822" y="741"/>
                </a:lnTo>
                <a:lnTo>
                  <a:pt x="822" y="742"/>
                </a:lnTo>
                <a:lnTo>
                  <a:pt x="821" y="742"/>
                </a:lnTo>
                <a:lnTo>
                  <a:pt x="818" y="744"/>
                </a:lnTo>
                <a:lnTo>
                  <a:pt x="816" y="744"/>
                </a:lnTo>
                <a:lnTo>
                  <a:pt x="812" y="743"/>
                </a:lnTo>
                <a:lnTo>
                  <a:pt x="811" y="743"/>
                </a:lnTo>
                <a:lnTo>
                  <a:pt x="809" y="742"/>
                </a:lnTo>
                <a:lnTo>
                  <a:pt x="809" y="741"/>
                </a:lnTo>
                <a:lnTo>
                  <a:pt x="808" y="742"/>
                </a:lnTo>
                <a:lnTo>
                  <a:pt x="804" y="742"/>
                </a:lnTo>
                <a:lnTo>
                  <a:pt x="802" y="743"/>
                </a:lnTo>
                <a:lnTo>
                  <a:pt x="802" y="742"/>
                </a:lnTo>
                <a:lnTo>
                  <a:pt x="801" y="742"/>
                </a:lnTo>
                <a:lnTo>
                  <a:pt x="800" y="742"/>
                </a:lnTo>
                <a:lnTo>
                  <a:pt x="799" y="742"/>
                </a:lnTo>
                <a:lnTo>
                  <a:pt x="799" y="743"/>
                </a:lnTo>
                <a:lnTo>
                  <a:pt x="798" y="743"/>
                </a:lnTo>
                <a:lnTo>
                  <a:pt x="796" y="743"/>
                </a:lnTo>
                <a:lnTo>
                  <a:pt x="795" y="743"/>
                </a:lnTo>
                <a:lnTo>
                  <a:pt x="794" y="743"/>
                </a:lnTo>
                <a:lnTo>
                  <a:pt x="793" y="743"/>
                </a:lnTo>
                <a:lnTo>
                  <a:pt x="792" y="743"/>
                </a:lnTo>
                <a:lnTo>
                  <a:pt x="791" y="743"/>
                </a:lnTo>
                <a:lnTo>
                  <a:pt x="791" y="742"/>
                </a:lnTo>
                <a:lnTo>
                  <a:pt x="792" y="742"/>
                </a:lnTo>
                <a:lnTo>
                  <a:pt x="792" y="741"/>
                </a:lnTo>
                <a:lnTo>
                  <a:pt x="792" y="740"/>
                </a:lnTo>
                <a:lnTo>
                  <a:pt x="791" y="741"/>
                </a:lnTo>
                <a:lnTo>
                  <a:pt x="789" y="742"/>
                </a:lnTo>
                <a:lnTo>
                  <a:pt x="787" y="743"/>
                </a:lnTo>
                <a:lnTo>
                  <a:pt x="786" y="744"/>
                </a:lnTo>
                <a:lnTo>
                  <a:pt x="784" y="745"/>
                </a:lnTo>
                <a:lnTo>
                  <a:pt x="783" y="746"/>
                </a:lnTo>
                <a:lnTo>
                  <a:pt x="782" y="746"/>
                </a:lnTo>
                <a:lnTo>
                  <a:pt x="781" y="746"/>
                </a:lnTo>
                <a:lnTo>
                  <a:pt x="780" y="746"/>
                </a:lnTo>
                <a:lnTo>
                  <a:pt x="779" y="747"/>
                </a:lnTo>
                <a:lnTo>
                  <a:pt x="778" y="747"/>
                </a:lnTo>
                <a:lnTo>
                  <a:pt x="777" y="747"/>
                </a:lnTo>
                <a:lnTo>
                  <a:pt x="776" y="747"/>
                </a:lnTo>
                <a:lnTo>
                  <a:pt x="770" y="750"/>
                </a:lnTo>
                <a:lnTo>
                  <a:pt x="768" y="748"/>
                </a:lnTo>
                <a:lnTo>
                  <a:pt x="767" y="748"/>
                </a:lnTo>
                <a:lnTo>
                  <a:pt x="766" y="747"/>
                </a:lnTo>
                <a:lnTo>
                  <a:pt x="763" y="746"/>
                </a:lnTo>
                <a:lnTo>
                  <a:pt x="763" y="745"/>
                </a:lnTo>
                <a:lnTo>
                  <a:pt x="763" y="744"/>
                </a:lnTo>
                <a:lnTo>
                  <a:pt x="762" y="743"/>
                </a:lnTo>
                <a:lnTo>
                  <a:pt x="761" y="743"/>
                </a:lnTo>
                <a:lnTo>
                  <a:pt x="760" y="743"/>
                </a:lnTo>
                <a:lnTo>
                  <a:pt x="762" y="746"/>
                </a:lnTo>
                <a:lnTo>
                  <a:pt x="762" y="747"/>
                </a:lnTo>
                <a:lnTo>
                  <a:pt x="762" y="748"/>
                </a:lnTo>
                <a:lnTo>
                  <a:pt x="760" y="748"/>
                </a:lnTo>
                <a:lnTo>
                  <a:pt x="761" y="751"/>
                </a:lnTo>
                <a:lnTo>
                  <a:pt x="762" y="752"/>
                </a:lnTo>
                <a:lnTo>
                  <a:pt x="762" y="754"/>
                </a:lnTo>
                <a:lnTo>
                  <a:pt x="762" y="755"/>
                </a:lnTo>
                <a:lnTo>
                  <a:pt x="761" y="755"/>
                </a:lnTo>
                <a:lnTo>
                  <a:pt x="761" y="756"/>
                </a:lnTo>
                <a:lnTo>
                  <a:pt x="760" y="757"/>
                </a:lnTo>
                <a:lnTo>
                  <a:pt x="760" y="759"/>
                </a:lnTo>
                <a:lnTo>
                  <a:pt x="759" y="760"/>
                </a:lnTo>
                <a:lnTo>
                  <a:pt x="757" y="761"/>
                </a:lnTo>
                <a:lnTo>
                  <a:pt x="755" y="762"/>
                </a:lnTo>
                <a:lnTo>
                  <a:pt x="754" y="760"/>
                </a:lnTo>
                <a:lnTo>
                  <a:pt x="753" y="760"/>
                </a:lnTo>
                <a:lnTo>
                  <a:pt x="752" y="760"/>
                </a:lnTo>
                <a:lnTo>
                  <a:pt x="752" y="762"/>
                </a:lnTo>
                <a:lnTo>
                  <a:pt x="752" y="763"/>
                </a:lnTo>
                <a:lnTo>
                  <a:pt x="752" y="764"/>
                </a:lnTo>
                <a:lnTo>
                  <a:pt x="752" y="765"/>
                </a:lnTo>
                <a:lnTo>
                  <a:pt x="751" y="765"/>
                </a:lnTo>
                <a:lnTo>
                  <a:pt x="751" y="766"/>
                </a:lnTo>
                <a:lnTo>
                  <a:pt x="750" y="766"/>
                </a:lnTo>
                <a:lnTo>
                  <a:pt x="750" y="765"/>
                </a:lnTo>
                <a:lnTo>
                  <a:pt x="750" y="763"/>
                </a:lnTo>
                <a:lnTo>
                  <a:pt x="749" y="761"/>
                </a:lnTo>
                <a:lnTo>
                  <a:pt x="748" y="760"/>
                </a:lnTo>
                <a:lnTo>
                  <a:pt x="747" y="760"/>
                </a:lnTo>
                <a:lnTo>
                  <a:pt x="745" y="761"/>
                </a:lnTo>
                <a:lnTo>
                  <a:pt x="744" y="761"/>
                </a:lnTo>
                <a:lnTo>
                  <a:pt x="745" y="763"/>
                </a:lnTo>
                <a:lnTo>
                  <a:pt x="745" y="764"/>
                </a:lnTo>
                <a:lnTo>
                  <a:pt x="742" y="765"/>
                </a:lnTo>
                <a:lnTo>
                  <a:pt x="742" y="766"/>
                </a:lnTo>
                <a:lnTo>
                  <a:pt x="742" y="767"/>
                </a:lnTo>
                <a:lnTo>
                  <a:pt x="741" y="767"/>
                </a:lnTo>
                <a:lnTo>
                  <a:pt x="740" y="766"/>
                </a:lnTo>
                <a:lnTo>
                  <a:pt x="739" y="768"/>
                </a:lnTo>
                <a:lnTo>
                  <a:pt x="738" y="768"/>
                </a:lnTo>
                <a:lnTo>
                  <a:pt x="737" y="768"/>
                </a:lnTo>
                <a:lnTo>
                  <a:pt x="737" y="769"/>
                </a:lnTo>
                <a:lnTo>
                  <a:pt x="738" y="769"/>
                </a:lnTo>
                <a:lnTo>
                  <a:pt x="739" y="769"/>
                </a:lnTo>
                <a:lnTo>
                  <a:pt x="739" y="770"/>
                </a:lnTo>
                <a:lnTo>
                  <a:pt x="738" y="770"/>
                </a:lnTo>
                <a:lnTo>
                  <a:pt x="737" y="770"/>
                </a:lnTo>
                <a:lnTo>
                  <a:pt x="736" y="770"/>
                </a:lnTo>
                <a:lnTo>
                  <a:pt x="736" y="771"/>
                </a:lnTo>
                <a:lnTo>
                  <a:pt x="735" y="771"/>
                </a:lnTo>
                <a:lnTo>
                  <a:pt x="735" y="772"/>
                </a:lnTo>
                <a:lnTo>
                  <a:pt x="735" y="773"/>
                </a:lnTo>
                <a:lnTo>
                  <a:pt x="734" y="773"/>
                </a:lnTo>
                <a:lnTo>
                  <a:pt x="734" y="774"/>
                </a:lnTo>
                <a:lnTo>
                  <a:pt x="732" y="774"/>
                </a:lnTo>
                <a:lnTo>
                  <a:pt x="732" y="775"/>
                </a:lnTo>
                <a:lnTo>
                  <a:pt x="731" y="775"/>
                </a:lnTo>
                <a:lnTo>
                  <a:pt x="731" y="774"/>
                </a:lnTo>
                <a:lnTo>
                  <a:pt x="730" y="774"/>
                </a:lnTo>
                <a:lnTo>
                  <a:pt x="729" y="775"/>
                </a:lnTo>
                <a:lnTo>
                  <a:pt x="729" y="776"/>
                </a:lnTo>
                <a:lnTo>
                  <a:pt x="728" y="776"/>
                </a:lnTo>
                <a:lnTo>
                  <a:pt x="727" y="777"/>
                </a:lnTo>
                <a:lnTo>
                  <a:pt x="727" y="776"/>
                </a:lnTo>
                <a:lnTo>
                  <a:pt x="727" y="775"/>
                </a:lnTo>
                <a:lnTo>
                  <a:pt x="727" y="774"/>
                </a:lnTo>
                <a:lnTo>
                  <a:pt x="727" y="771"/>
                </a:lnTo>
                <a:lnTo>
                  <a:pt x="728" y="771"/>
                </a:lnTo>
                <a:lnTo>
                  <a:pt x="728" y="772"/>
                </a:lnTo>
                <a:lnTo>
                  <a:pt x="729" y="772"/>
                </a:lnTo>
                <a:lnTo>
                  <a:pt x="730" y="772"/>
                </a:lnTo>
                <a:lnTo>
                  <a:pt x="730" y="771"/>
                </a:lnTo>
                <a:lnTo>
                  <a:pt x="730" y="770"/>
                </a:lnTo>
                <a:lnTo>
                  <a:pt x="730" y="769"/>
                </a:lnTo>
                <a:lnTo>
                  <a:pt x="729" y="769"/>
                </a:lnTo>
                <a:lnTo>
                  <a:pt x="728" y="770"/>
                </a:lnTo>
                <a:lnTo>
                  <a:pt x="728" y="771"/>
                </a:lnTo>
                <a:lnTo>
                  <a:pt x="727" y="771"/>
                </a:lnTo>
                <a:lnTo>
                  <a:pt x="727" y="770"/>
                </a:lnTo>
                <a:lnTo>
                  <a:pt x="727" y="769"/>
                </a:lnTo>
                <a:lnTo>
                  <a:pt x="727" y="768"/>
                </a:lnTo>
                <a:lnTo>
                  <a:pt x="727" y="765"/>
                </a:lnTo>
                <a:lnTo>
                  <a:pt x="728" y="764"/>
                </a:lnTo>
                <a:lnTo>
                  <a:pt x="728" y="763"/>
                </a:lnTo>
                <a:lnTo>
                  <a:pt x="727" y="763"/>
                </a:lnTo>
                <a:lnTo>
                  <a:pt x="727" y="762"/>
                </a:lnTo>
                <a:lnTo>
                  <a:pt x="728" y="761"/>
                </a:lnTo>
                <a:lnTo>
                  <a:pt x="727" y="761"/>
                </a:lnTo>
                <a:lnTo>
                  <a:pt x="727" y="762"/>
                </a:lnTo>
                <a:lnTo>
                  <a:pt x="727" y="763"/>
                </a:lnTo>
                <a:lnTo>
                  <a:pt x="726" y="765"/>
                </a:lnTo>
                <a:lnTo>
                  <a:pt x="725" y="765"/>
                </a:lnTo>
                <a:lnTo>
                  <a:pt x="726" y="769"/>
                </a:lnTo>
                <a:lnTo>
                  <a:pt x="726" y="770"/>
                </a:lnTo>
                <a:lnTo>
                  <a:pt x="726" y="772"/>
                </a:lnTo>
                <a:lnTo>
                  <a:pt x="724" y="773"/>
                </a:lnTo>
                <a:lnTo>
                  <a:pt x="723" y="773"/>
                </a:lnTo>
                <a:lnTo>
                  <a:pt x="723" y="772"/>
                </a:lnTo>
                <a:lnTo>
                  <a:pt x="719" y="773"/>
                </a:lnTo>
                <a:lnTo>
                  <a:pt x="719" y="772"/>
                </a:lnTo>
                <a:lnTo>
                  <a:pt x="717" y="773"/>
                </a:lnTo>
                <a:lnTo>
                  <a:pt x="716" y="773"/>
                </a:lnTo>
                <a:lnTo>
                  <a:pt x="714" y="774"/>
                </a:lnTo>
                <a:lnTo>
                  <a:pt x="712" y="772"/>
                </a:lnTo>
                <a:lnTo>
                  <a:pt x="711" y="771"/>
                </a:lnTo>
                <a:lnTo>
                  <a:pt x="710" y="769"/>
                </a:lnTo>
                <a:lnTo>
                  <a:pt x="709" y="768"/>
                </a:lnTo>
                <a:lnTo>
                  <a:pt x="709" y="766"/>
                </a:lnTo>
                <a:lnTo>
                  <a:pt x="708" y="767"/>
                </a:lnTo>
                <a:lnTo>
                  <a:pt x="707" y="767"/>
                </a:lnTo>
                <a:lnTo>
                  <a:pt x="707" y="768"/>
                </a:lnTo>
                <a:lnTo>
                  <a:pt x="708" y="768"/>
                </a:lnTo>
                <a:lnTo>
                  <a:pt x="708" y="769"/>
                </a:lnTo>
                <a:lnTo>
                  <a:pt x="711" y="772"/>
                </a:lnTo>
                <a:lnTo>
                  <a:pt x="711" y="773"/>
                </a:lnTo>
                <a:lnTo>
                  <a:pt x="708" y="774"/>
                </a:lnTo>
                <a:lnTo>
                  <a:pt x="710" y="777"/>
                </a:lnTo>
                <a:lnTo>
                  <a:pt x="709" y="778"/>
                </a:lnTo>
                <a:lnTo>
                  <a:pt x="707" y="777"/>
                </a:lnTo>
                <a:lnTo>
                  <a:pt x="706" y="776"/>
                </a:lnTo>
                <a:lnTo>
                  <a:pt x="704" y="776"/>
                </a:lnTo>
                <a:lnTo>
                  <a:pt x="704" y="777"/>
                </a:lnTo>
                <a:lnTo>
                  <a:pt x="703" y="777"/>
                </a:lnTo>
                <a:lnTo>
                  <a:pt x="704" y="778"/>
                </a:lnTo>
                <a:lnTo>
                  <a:pt x="704" y="779"/>
                </a:lnTo>
                <a:lnTo>
                  <a:pt x="705" y="778"/>
                </a:lnTo>
                <a:lnTo>
                  <a:pt x="707" y="778"/>
                </a:lnTo>
                <a:lnTo>
                  <a:pt x="709" y="780"/>
                </a:lnTo>
                <a:lnTo>
                  <a:pt x="709" y="782"/>
                </a:lnTo>
                <a:lnTo>
                  <a:pt x="709" y="783"/>
                </a:lnTo>
                <a:lnTo>
                  <a:pt x="709" y="784"/>
                </a:lnTo>
                <a:lnTo>
                  <a:pt x="710" y="784"/>
                </a:lnTo>
                <a:lnTo>
                  <a:pt x="711" y="785"/>
                </a:lnTo>
                <a:lnTo>
                  <a:pt x="712" y="785"/>
                </a:lnTo>
                <a:lnTo>
                  <a:pt x="712" y="786"/>
                </a:lnTo>
                <a:lnTo>
                  <a:pt x="712" y="787"/>
                </a:lnTo>
                <a:lnTo>
                  <a:pt x="711" y="787"/>
                </a:lnTo>
                <a:lnTo>
                  <a:pt x="711" y="786"/>
                </a:lnTo>
                <a:lnTo>
                  <a:pt x="709" y="786"/>
                </a:lnTo>
                <a:lnTo>
                  <a:pt x="708" y="786"/>
                </a:lnTo>
                <a:lnTo>
                  <a:pt x="708" y="787"/>
                </a:lnTo>
                <a:lnTo>
                  <a:pt x="706" y="787"/>
                </a:lnTo>
                <a:lnTo>
                  <a:pt x="705" y="787"/>
                </a:lnTo>
                <a:lnTo>
                  <a:pt x="703" y="787"/>
                </a:lnTo>
                <a:lnTo>
                  <a:pt x="702" y="787"/>
                </a:lnTo>
                <a:lnTo>
                  <a:pt x="702" y="788"/>
                </a:lnTo>
                <a:lnTo>
                  <a:pt x="701" y="788"/>
                </a:lnTo>
                <a:lnTo>
                  <a:pt x="701" y="789"/>
                </a:lnTo>
                <a:lnTo>
                  <a:pt x="701" y="790"/>
                </a:lnTo>
                <a:lnTo>
                  <a:pt x="702" y="790"/>
                </a:lnTo>
                <a:lnTo>
                  <a:pt x="703" y="790"/>
                </a:lnTo>
                <a:lnTo>
                  <a:pt x="703" y="791"/>
                </a:lnTo>
                <a:lnTo>
                  <a:pt x="703" y="792"/>
                </a:lnTo>
                <a:lnTo>
                  <a:pt x="702" y="793"/>
                </a:lnTo>
                <a:lnTo>
                  <a:pt x="701" y="793"/>
                </a:lnTo>
                <a:lnTo>
                  <a:pt x="701" y="794"/>
                </a:lnTo>
                <a:lnTo>
                  <a:pt x="700" y="794"/>
                </a:lnTo>
                <a:lnTo>
                  <a:pt x="698" y="794"/>
                </a:lnTo>
                <a:lnTo>
                  <a:pt x="698" y="793"/>
                </a:lnTo>
                <a:lnTo>
                  <a:pt x="697" y="794"/>
                </a:lnTo>
                <a:lnTo>
                  <a:pt x="696" y="793"/>
                </a:lnTo>
                <a:lnTo>
                  <a:pt x="695" y="794"/>
                </a:lnTo>
                <a:lnTo>
                  <a:pt x="694" y="794"/>
                </a:lnTo>
                <a:lnTo>
                  <a:pt x="694" y="795"/>
                </a:lnTo>
                <a:lnTo>
                  <a:pt x="695" y="795"/>
                </a:lnTo>
                <a:lnTo>
                  <a:pt x="694" y="796"/>
                </a:lnTo>
                <a:lnTo>
                  <a:pt x="694" y="797"/>
                </a:lnTo>
                <a:lnTo>
                  <a:pt x="693" y="797"/>
                </a:lnTo>
                <a:lnTo>
                  <a:pt x="692" y="798"/>
                </a:lnTo>
                <a:lnTo>
                  <a:pt x="692" y="799"/>
                </a:lnTo>
                <a:lnTo>
                  <a:pt x="692" y="800"/>
                </a:lnTo>
                <a:lnTo>
                  <a:pt x="691" y="800"/>
                </a:lnTo>
                <a:lnTo>
                  <a:pt x="689" y="799"/>
                </a:lnTo>
                <a:lnTo>
                  <a:pt x="689" y="798"/>
                </a:lnTo>
                <a:lnTo>
                  <a:pt x="689" y="797"/>
                </a:lnTo>
                <a:lnTo>
                  <a:pt x="686" y="795"/>
                </a:lnTo>
                <a:lnTo>
                  <a:pt x="685" y="795"/>
                </a:lnTo>
                <a:lnTo>
                  <a:pt x="685" y="794"/>
                </a:lnTo>
                <a:lnTo>
                  <a:pt x="684" y="795"/>
                </a:lnTo>
                <a:lnTo>
                  <a:pt x="685" y="798"/>
                </a:lnTo>
                <a:lnTo>
                  <a:pt x="683" y="799"/>
                </a:lnTo>
                <a:lnTo>
                  <a:pt x="681" y="798"/>
                </a:lnTo>
                <a:lnTo>
                  <a:pt x="680" y="798"/>
                </a:lnTo>
                <a:lnTo>
                  <a:pt x="679" y="799"/>
                </a:lnTo>
                <a:lnTo>
                  <a:pt x="678" y="800"/>
                </a:lnTo>
                <a:lnTo>
                  <a:pt x="677" y="799"/>
                </a:lnTo>
                <a:lnTo>
                  <a:pt x="676" y="799"/>
                </a:lnTo>
                <a:lnTo>
                  <a:pt x="675" y="799"/>
                </a:lnTo>
                <a:lnTo>
                  <a:pt x="674" y="800"/>
                </a:lnTo>
                <a:lnTo>
                  <a:pt x="673" y="801"/>
                </a:lnTo>
                <a:lnTo>
                  <a:pt x="672" y="801"/>
                </a:lnTo>
                <a:lnTo>
                  <a:pt x="672" y="800"/>
                </a:lnTo>
                <a:lnTo>
                  <a:pt x="671" y="799"/>
                </a:lnTo>
                <a:lnTo>
                  <a:pt x="671" y="798"/>
                </a:lnTo>
                <a:lnTo>
                  <a:pt x="671" y="797"/>
                </a:lnTo>
                <a:lnTo>
                  <a:pt x="670" y="797"/>
                </a:lnTo>
                <a:lnTo>
                  <a:pt x="670" y="799"/>
                </a:lnTo>
                <a:lnTo>
                  <a:pt x="670" y="800"/>
                </a:lnTo>
                <a:lnTo>
                  <a:pt x="669" y="801"/>
                </a:lnTo>
                <a:lnTo>
                  <a:pt x="669" y="802"/>
                </a:lnTo>
                <a:lnTo>
                  <a:pt x="668" y="802"/>
                </a:lnTo>
                <a:lnTo>
                  <a:pt x="667" y="802"/>
                </a:lnTo>
                <a:lnTo>
                  <a:pt x="667" y="801"/>
                </a:lnTo>
                <a:lnTo>
                  <a:pt x="667" y="802"/>
                </a:lnTo>
                <a:lnTo>
                  <a:pt x="668" y="802"/>
                </a:lnTo>
                <a:lnTo>
                  <a:pt x="669" y="802"/>
                </a:lnTo>
                <a:lnTo>
                  <a:pt x="670" y="803"/>
                </a:lnTo>
                <a:lnTo>
                  <a:pt x="671" y="803"/>
                </a:lnTo>
                <a:lnTo>
                  <a:pt x="670" y="804"/>
                </a:lnTo>
                <a:lnTo>
                  <a:pt x="669" y="805"/>
                </a:lnTo>
                <a:lnTo>
                  <a:pt x="668" y="806"/>
                </a:lnTo>
                <a:lnTo>
                  <a:pt x="667" y="808"/>
                </a:lnTo>
                <a:lnTo>
                  <a:pt x="666" y="809"/>
                </a:lnTo>
                <a:lnTo>
                  <a:pt x="667" y="810"/>
                </a:lnTo>
                <a:lnTo>
                  <a:pt x="667" y="811"/>
                </a:lnTo>
                <a:lnTo>
                  <a:pt x="668" y="814"/>
                </a:lnTo>
                <a:lnTo>
                  <a:pt x="664" y="815"/>
                </a:lnTo>
                <a:lnTo>
                  <a:pt x="663" y="813"/>
                </a:lnTo>
                <a:lnTo>
                  <a:pt x="663" y="812"/>
                </a:lnTo>
                <a:lnTo>
                  <a:pt x="658" y="815"/>
                </a:lnTo>
                <a:lnTo>
                  <a:pt x="657" y="814"/>
                </a:lnTo>
                <a:lnTo>
                  <a:pt x="652" y="816"/>
                </a:lnTo>
                <a:lnTo>
                  <a:pt x="648" y="817"/>
                </a:lnTo>
                <a:lnTo>
                  <a:pt x="649" y="818"/>
                </a:lnTo>
                <a:lnTo>
                  <a:pt x="647" y="819"/>
                </a:lnTo>
                <a:lnTo>
                  <a:pt x="649" y="823"/>
                </a:lnTo>
                <a:lnTo>
                  <a:pt x="646" y="825"/>
                </a:lnTo>
                <a:lnTo>
                  <a:pt x="644" y="822"/>
                </a:lnTo>
                <a:lnTo>
                  <a:pt x="643" y="822"/>
                </a:lnTo>
                <a:lnTo>
                  <a:pt x="642" y="824"/>
                </a:lnTo>
                <a:lnTo>
                  <a:pt x="641" y="824"/>
                </a:lnTo>
                <a:lnTo>
                  <a:pt x="644" y="826"/>
                </a:lnTo>
                <a:lnTo>
                  <a:pt x="632" y="835"/>
                </a:lnTo>
                <a:lnTo>
                  <a:pt x="629" y="833"/>
                </a:lnTo>
                <a:lnTo>
                  <a:pt x="629" y="834"/>
                </a:lnTo>
                <a:lnTo>
                  <a:pt x="628" y="836"/>
                </a:lnTo>
                <a:lnTo>
                  <a:pt x="627" y="839"/>
                </a:lnTo>
                <a:lnTo>
                  <a:pt x="628" y="839"/>
                </a:lnTo>
                <a:lnTo>
                  <a:pt x="627" y="840"/>
                </a:lnTo>
                <a:lnTo>
                  <a:pt x="626" y="840"/>
                </a:lnTo>
                <a:lnTo>
                  <a:pt x="625" y="839"/>
                </a:lnTo>
                <a:lnTo>
                  <a:pt x="625" y="838"/>
                </a:lnTo>
                <a:lnTo>
                  <a:pt x="624" y="838"/>
                </a:lnTo>
                <a:lnTo>
                  <a:pt x="622" y="835"/>
                </a:lnTo>
                <a:lnTo>
                  <a:pt x="621" y="836"/>
                </a:lnTo>
                <a:lnTo>
                  <a:pt x="620" y="837"/>
                </a:lnTo>
                <a:lnTo>
                  <a:pt x="621" y="838"/>
                </a:lnTo>
                <a:lnTo>
                  <a:pt x="622" y="838"/>
                </a:lnTo>
                <a:lnTo>
                  <a:pt x="621" y="839"/>
                </a:lnTo>
                <a:lnTo>
                  <a:pt x="621" y="840"/>
                </a:lnTo>
                <a:lnTo>
                  <a:pt x="621" y="841"/>
                </a:lnTo>
                <a:lnTo>
                  <a:pt x="621" y="842"/>
                </a:lnTo>
                <a:lnTo>
                  <a:pt x="621" y="843"/>
                </a:lnTo>
                <a:lnTo>
                  <a:pt x="621" y="845"/>
                </a:lnTo>
                <a:lnTo>
                  <a:pt x="620" y="845"/>
                </a:lnTo>
                <a:lnTo>
                  <a:pt x="620" y="844"/>
                </a:lnTo>
                <a:lnTo>
                  <a:pt x="619" y="844"/>
                </a:lnTo>
                <a:lnTo>
                  <a:pt x="619" y="845"/>
                </a:lnTo>
                <a:lnTo>
                  <a:pt x="618" y="845"/>
                </a:lnTo>
                <a:lnTo>
                  <a:pt x="618" y="846"/>
                </a:lnTo>
                <a:lnTo>
                  <a:pt x="619" y="847"/>
                </a:lnTo>
                <a:lnTo>
                  <a:pt x="620" y="847"/>
                </a:lnTo>
                <a:lnTo>
                  <a:pt x="620" y="848"/>
                </a:lnTo>
                <a:lnTo>
                  <a:pt x="619" y="848"/>
                </a:lnTo>
                <a:lnTo>
                  <a:pt x="618" y="847"/>
                </a:lnTo>
                <a:lnTo>
                  <a:pt x="617" y="847"/>
                </a:lnTo>
                <a:lnTo>
                  <a:pt x="616" y="847"/>
                </a:lnTo>
                <a:lnTo>
                  <a:pt x="617" y="848"/>
                </a:lnTo>
                <a:lnTo>
                  <a:pt x="617" y="849"/>
                </a:lnTo>
                <a:lnTo>
                  <a:pt x="616" y="849"/>
                </a:lnTo>
                <a:lnTo>
                  <a:pt x="615" y="850"/>
                </a:lnTo>
                <a:lnTo>
                  <a:pt x="615" y="851"/>
                </a:lnTo>
                <a:lnTo>
                  <a:pt x="614" y="851"/>
                </a:lnTo>
                <a:lnTo>
                  <a:pt x="614" y="852"/>
                </a:lnTo>
                <a:lnTo>
                  <a:pt x="613" y="852"/>
                </a:lnTo>
                <a:lnTo>
                  <a:pt x="613" y="853"/>
                </a:lnTo>
                <a:lnTo>
                  <a:pt x="612" y="853"/>
                </a:lnTo>
                <a:lnTo>
                  <a:pt x="612" y="852"/>
                </a:lnTo>
                <a:lnTo>
                  <a:pt x="613" y="852"/>
                </a:lnTo>
                <a:lnTo>
                  <a:pt x="613" y="851"/>
                </a:lnTo>
                <a:lnTo>
                  <a:pt x="613" y="850"/>
                </a:lnTo>
                <a:lnTo>
                  <a:pt x="613" y="849"/>
                </a:lnTo>
                <a:lnTo>
                  <a:pt x="612" y="848"/>
                </a:lnTo>
                <a:lnTo>
                  <a:pt x="611" y="849"/>
                </a:lnTo>
                <a:lnTo>
                  <a:pt x="611" y="850"/>
                </a:lnTo>
                <a:lnTo>
                  <a:pt x="611" y="851"/>
                </a:lnTo>
                <a:lnTo>
                  <a:pt x="612" y="851"/>
                </a:lnTo>
                <a:lnTo>
                  <a:pt x="611" y="854"/>
                </a:lnTo>
                <a:lnTo>
                  <a:pt x="611" y="856"/>
                </a:lnTo>
                <a:lnTo>
                  <a:pt x="612" y="857"/>
                </a:lnTo>
                <a:lnTo>
                  <a:pt x="613" y="858"/>
                </a:lnTo>
                <a:lnTo>
                  <a:pt x="613" y="860"/>
                </a:lnTo>
                <a:lnTo>
                  <a:pt x="612" y="861"/>
                </a:lnTo>
                <a:lnTo>
                  <a:pt x="611" y="858"/>
                </a:lnTo>
                <a:lnTo>
                  <a:pt x="607" y="863"/>
                </a:lnTo>
                <a:lnTo>
                  <a:pt x="606" y="864"/>
                </a:lnTo>
                <a:lnTo>
                  <a:pt x="605" y="865"/>
                </a:lnTo>
                <a:lnTo>
                  <a:pt x="604" y="865"/>
                </a:lnTo>
                <a:lnTo>
                  <a:pt x="603" y="864"/>
                </a:lnTo>
                <a:lnTo>
                  <a:pt x="604" y="866"/>
                </a:lnTo>
                <a:lnTo>
                  <a:pt x="604" y="867"/>
                </a:lnTo>
                <a:lnTo>
                  <a:pt x="603" y="868"/>
                </a:lnTo>
                <a:lnTo>
                  <a:pt x="601" y="868"/>
                </a:lnTo>
                <a:lnTo>
                  <a:pt x="600" y="868"/>
                </a:lnTo>
                <a:lnTo>
                  <a:pt x="599" y="868"/>
                </a:lnTo>
                <a:lnTo>
                  <a:pt x="596" y="869"/>
                </a:lnTo>
                <a:lnTo>
                  <a:pt x="596" y="866"/>
                </a:lnTo>
                <a:lnTo>
                  <a:pt x="594" y="866"/>
                </a:lnTo>
                <a:lnTo>
                  <a:pt x="589" y="867"/>
                </a:lnTo>
                <a:lnTo>
                  <a:pt x="588" y="867"/>
                </a:lnTo>
                <a:lnTo>
                  <a:pt x="587" y="868"/>
                </a:lnTo>
                <a:lnTo>
                  <a:pt x="586" y="868"/>
                </a:lnTo>
                <a:lnTo>
                  <a:pt x="586" y="871"/>
                </a:lnTo>
                <a:lnTo>
                  <a:pt x="582" y="875"/>
                </a:lnTo>
                <a:lnTo>
                  <a:pt x="580" y="876"/>
                </a:lnTo>
                <a:lnTo>
                  <a:pt x="579" y="876"/>
                </a:lnTo>
                <a:lnTo>
                  <a:pt x="579" y="877"/>
                </a:lnTo>
                <a:lnTo>
                  <a:pt x="580" y="878"/>
                </a:lnTo>
                <a:lnTo>
                  <a:pt x="580" y="879"/>
                </a:lnTo>
                <a:lnTo>
                  <a:pt x="576" y="883"/>
                </a:lnTo>
                <a:lnTo>
                  <a:pt x="575" y="882"/>
                </a:lnTo>
                <a:lnTo>
                  <a:pt x="575" y="883"/>
                </a:lnTo>
                <a:lnTo>
                  <a:pt x="578" y="885"/>
                </a:lnTo>
                <a:lnTo>
                  <a:pt x="578" y="887"/>
                </a:lnTo>
                <a:lnTo>
                  <a:pt x="577" y="887"/>
                </a:lnTo>
                <a:lnTo>
                  <a:pt x="576" y="887"/>
                </a:lnTo>
                <a:lnTo>
                  <a:pt x="574" y="885"/>
                </a:lnTo>
                <a:lnTo>
                  <a:pt x="573" y="886"/>
                </a:lnTo>
                <a:lnTo>
                  <a:pt x="571" y="891"/>
                </a:lnTo>
                <a:lnTo>
                  <a:pt x="569" y="891"/>
                </a:lnTo>
                <a:lnTo>
                  <a:pt x="568" y="891"/>
                </a:lnTo>
                <a:lnTo>
                  <a:pt x="568" y="890"/>
                </a:lnTo>
                <a:lnTo>
                  <a:pt x="567" y="890"/>
                </a:lnTo>
                <a:lnTo>
                  <a:pt x="566" y="890"/>
                </a:lnTo>
                <a:lnTo>
                  <a:pt x="566" y="891"/>
                </a:lnTo>
                <a:lnTo>
                  <a:pt x="567" y="891"/>
                </a:lnTo>
                <a:lnTo>
                  <a:pt x="568" y="892"/>
                </a:lnTo>
                <a:lnTo>
                  <a:pt x="570" y="892"/>
                </a:lnTo>
                <a:lnTo>
                  <a:pt x="570" y="893"/>
                </a:lnTo>
                <a:lnTo>
                  <a:pt x="571" y="894"/>
                </a:lnTo>
                <a:lnTo>
                  <a:pt x="570" y="895"/>
                </a:lnTo>
                <a:lnTo>
                  <a:pt x="569" y="897"/>
                </a:lnTo>
                <a:lnTo>
                  <a:pt x="568" y="898"/>
                </a:lnTo>
                <a:lnTo>
                  <a:pt x="568" y="900"/>
                </a:lnTo>
                <a:lnTo>
                  <a:pt x="569" y="901"/>
                </a:lnTo>
                <a:lnTo>
                  <a:pt x="568" y="902"/>
                </a:lnTo>
                <a:lnTo>
                  <a:pt x="567" y="902"/>
                </a:lnTo>
                <a:lnTo>
                  <a:pt x="566" y="901"/>
                </a:lnTo>
                <a:lnTo>
                  <a:pt x="566" y="902"/>
                </a:lnTo>
                <a:lnTo>
                  <a:pt x="565" y="902"/>
                </a:lnTo>
                <a:lnTo>
                  <a:pt x="564" y="903"/>
                </a:lnTo>
                <a:lnTo>
                  <a:pt x="564" y="904"/>
                </a:lnTo>
                <a:lnTo>
                  <a:pt x="564" y="905"/>
                </a:lnTo>
                <a:lnTo>
                  <a:pt x="563" y="906"/>
                </a:lnTo>
                <a:lnTo>
                  <a:pt x="563" y="905"/>
                </a:lnTo>
                <a:lnTo>
                  <a:pt x="562" y="905"/>
                </a:lnTo>
                <a:lnTo>
                  <a:pt x="561" y="905"/>
                </a:lnTo>
                <a:lnTo>
                  <a:pt x="560" y="905"/>
                </a:lnTo>
                <a:lnTo>
                  <a:pt x="560" y="906"/>
                </a:lnTo>
                <a:lnTo>
                  <a:pt x="559" y="907"/>
                </a:lnTo>
                <a:lnTo>
                  <a:pt x="558" y="908"/>
                </a:lnTo>
                <a:lnTo>
                  <a:pt x="557" y="908"/>
                </a:lnTo>
                <a:lnTo>
                  <a:pt x="557" y="909"/>
                </a:lnTo>
                <a:lnTo>
                  <a:pt x="556" y="909"/>
                </a:lnTo>
                <a:lnTo>
                  <a:pt x="556" y="910"/>
                </a:lnTo>
                <a:lnTo>
                  <a:pt x="555" y="911"/>
                </a:lnTo>
                <a:lnTo>
                  <a:pt x="555" y="912"/>
                </a:lnTo>
                <a:lnTo>
                  <a:pt x="555" y="913"/>
                </a:lnTo>
                <a:lnTo>
                  <a:pt x="554" y="913"/>
                </a:lnTo>
                <a:lnTo>
                  <a:pt x="554" y="914"/>
                </a:lnTo>
                <a:lnTo>
                  <a:pt x="553" y="914"/>
                </a:lnTo>
                <a:lnTo>
                  <a:pt x="552" y="914"/>
                </a:lnTo>
                <a:lnTo>
                  <a:pt x="552" y="915"/>
                </a:lnTo>
                <a:lnTo>
                  <a:pt x="551" y="915"/>
                </a:lnTo>
                <a:lnTo>
                  <a:pt x="551" y="917"/>
                </a:lnTo>
                <a:lnTo>
                  <a:pt x="551" y="918"/>
                </a:lnTo>
                <a:lnTo>
                  <a:pt x="550" y="918"/>
                </a:lnTo>
                <a:lnTo>
                  <a:pt x="550" y="919"/>
                </a:lnTo>
                <a:lnTo>
                  <a:pt x="551" y="919"/>
                </a:lnTo>
                <a:lnTo>
                  <a:pt x="552" y="919"/>
                </a:lnTo>
                <a:lnTo>
                  <a:pt x="553" y="919"/>
                </a:lnTo>
                <a:lnTo>
                  <a:pt x="552" y="919"/>
                </a:lnTo>
                <a:lnTo>
                  <a:pt x="552" y="920"/>
                </a:lnTo>
                <a:lnTo>
                  <a:pt x="552" y="921"/>
                </a:lnTo>
                <a:lnTo>
                  <a:pt x="552" y="922"/>
                </a:lnTo>
                <a:lnTo>
                  <a:pt x="552" y="923"/>
                </a:lnTo>
                <a:lnTo>
                  <a:pt x="551" y="924"/>
                </a:lnTo>
                <a:lnTo>
                  <a:pt x="549" y="924"/>
                </a:lnTo>
                <a:lnTo>
                  <a:pt x="548" y="924"/>
                </a:lnTo>
                <a:lnTo>
                  <a:pt x="549" y="925"/>
                </a:lnTo>
                <a:lnTo>
                  <a:pt x="550" y="924"/>
                </a:lnTo>
                <a:lnTo>
                  <a:pt x="551" y="924"/>
                </a:lnTo>
                <a:lnTo>
                  <a:pt x="551" y="925"/>
                </a:lnTo>
                <a:lnTo>
                  <a:pt x="553" y="925"/>
                </a:lnTo>
                <a:lnTo>
                  <a:pt x="553" y="927"/>
                </a:lnTo>
                <a:lnTo>
                  <a:pt x="554" y="927"/>
                </a:lnTo>
                <a:lnTo>
                  <a:pt x="555" y="927"/>
                </a:lnTo>
                <a:lnTo>
                  <a:pt x="556" y="927"/>
                </a:lnTo>
                <a:lnTo>
                  <a:pt x="557" y="928"/>
                </a:lnTo>
                <a:lnTo>
                  <a:pt x="559" y="927"/>
                </a:lnTo>
                <a:lnTo>
                  <a:pt x="560" y="928"/>
                </a:lnTo>
                <a:lnTo>
                  <a:pt x="561" y="928"/>
                </a:lnTo>
                <a:lnTo>
                  <a:pt x="560" y="929"/>
                </a:lnTo>
                <a:lnTo>
                  <a:pt x="560" y="928"/>
                </a:lnTo>
                <a:lnTo>
                  <a:pt x="559" y="928"/>
                </a:lnTo>
                <a:lnTo>
                  <a:pt x="558" y="928"/>
                </a:lnTo>
                <a:lnTo>
                  <a:pt x="557" y="928"/>
                </a:lnTo>
                <a:lnTo>
                  <a:pt x="556" y="929"/>
                </a:lnTo>
                <a:lnTo>
                  <a:pt x="555" y="930"/>
                </a:lnTo>
                <a:lnTo>
                  <a:pt x="554" y="930"/>
                </a:lnTo>
                <a:lnTo>
                  <a:pt x="554" y="931"/>
                </a:lnTo>
                <a:lnTo>
                  <a:pt x="554" y="932"/>
                </a:lnTo>
                <a:lnTo>
                  <a:pt x="553" y="933"/>
                </a:lnTo>
                <a:lnTo>
                  <a:pt x="552" y="933"/>
                </a:lnTo>
                <a:lnTo>
                  <a:pt x="551" y="934"/>
                </a:lnTo>
                <a:lnTo>
                  <a:pt x="551" y="935"/>
                </a:lnTo>
                <a:lnTo>
                  <a:pt x="551" y="936"/>
                </a:lnTo>
                <a:lnTo>
                  <a:pt x="550" y="936"/>
                </a:lnTo>
                <a:lnTo>
                  <a:pt x="549" y="936"/>
                </a:lnTo>
                <a:lnTo>
                  <a:pt x="549" y="937"/>
                </a:lnTo>
                <a:lnTo>
                  <a:pt x="550" y="937"/>
                </a:lnTo>
                <a:lnTo>
                  <a:pt x="550" y="938"/>
                </a:lnTo>
                <a:lnTo>
                  <a:pt x="549" y="938"/>
                </a:lnTo>
                <a:lnTo>
                  <a:pt x="548" y="938"/>
                </a:lnTo>
                <a:lnTo>
                  <a:pt x="547" y="938"/>
                </a:lnTo>
                <a:lnTo>
                  <a:pt x="547" y="939"/>
                </a:lnTo>
                <a:lnTo>
                  <a:pt x="546" y="939"/>
                </a:lnTo>
                <a:lnTo>
                  <a:pt x="545" y="939"/>
                </a:lnTo>
                <a:lnTo>
                  <a:pt x="544" y="939"/>
                </a:lnTo>
                <a:lnTo>
                  <a:pt x="544" y="938"/>
                </a:lnTo>
                <a:lnTo>
                  <a:pt x="543" y="937"/>
                </a:lnTo>
                <a:lnTo>
                  <a:pt x="542" y="937"/>
                </a:lnTo>
                <a:lnTo>
                  <a:pt x="542" y="938"/>
                </a:lnTo>
                <a:lnTo>
                  <a:pt x="543" y="941"/>
                </a:lnTo>
                <a:lnTo>
                  <a:pt x="544" y="942"/>
                </a:lnTo>
                <a:lnTo>
                  <a:pt x="544" y="943"/>
                </a:lnTo>
                <a:lnTo>
                  <a:pt x="545" y="945"/>
                </a:lnTo>
                <a:lnTo>
                  <a:pt x="546" y="945"/>
                </a:lnTo>
                <a:lnTo>
                  <a:pt x="547" y="945"/>
                </a:lnTo>
                <a:lnTo>
                  <a:pt x="547" y="947"/>
                </a:lnTo>
                <a:lnTo>
                  <a:pt x="548" y="947"/>
                </a:lnTo>
                <a:lnTo>
                  <a:pt x="548" y="948"/>
                </a:lnTo>
                <a:lnTo>
                  <a:pt x="549" y="949"/>
                </a:lnTo>
                <a:lnTo>
                  <a:pt x="549" y="950"/>
                </a:lnTo>
                <a:lnTo>
                  <a:pt x="548" y="950"/>
                </a:lnTo>
                <a:lnTo>
                  <a:pt x="547" y="950"/>
                </a:lnTo>
                <a:lnTo>
                  <a:pt x="547" y="949"/>
                </a:lnTo>
                <a:lnTo>
                  <a:pt x="546" y="949"/>
                </a:lnTo>
                <a:lnTo>
                  <a:pt x="545" y="949"/>
                </a:lnTo>
                <a:lnTo>
                  <a:pt x="544" y="949"/>
                </a:lnTo>
                <a:lnTo>
                  <a:pt x="543" y="948"/>
                </a:lnTo>
                <a:lnTo>
                  <a:pt x="542" y="948"/>
                </a:lnTo>
                <a:lnTo>
                  <a:pt x="541" y="948"/>
                </a:lnTo>
                <a:lnTo>
                  <a:pt x="539" y="949"/>
                </a:lnTo>
                <a:lnTo>
                  <a:pt x="537" y="950"/>
                </a:lnTo>
                <a:lnTo>
                  <a:pt x="536" y="951"/>
                </a:lnTo>
                <a:lnTo>
                  <a:pt x="536" y="952"/>
                </a:lnTo>
                <a:lnTo>
                  <a:pt x="535" y="955"/>
                </a:lnTo>
                <a:lnTo>
                  <a:pt x="535" y="956"/>
                </a:lnTo>
                <a:lnTo>
                  <a:pt x="535" y="957"/>
                </a:lnTo>
                <a:lnTo>
                  <a:pt x="535" y="959"/>
                </a:lnTo>
                <a:lnTo>
                  <a:pt x="534" y="959"/>
                </a:lnTo>
                <a:lnTo>
                  <a:pt x="533" y="958"/>
                </a:lnTo>
                <a:lnTo>
                  <a:pt x="532" y="958"/>
                </a:lnTo>
                <a:lnTo>
                  <a:pt x="530" y="957"/>
                </a:lnTo>
                <a:lnTo>
                  <a:pt x="529" y="956"/>
                </a:lnTo>
                <a:lnTo>
                  <a:pt x="527" y="955"/>
                </a:lnTo>
                <a:lnTo>
                  <a:pt x="526" y="955"/>
                </a:lnTo>
                <a:lnTo>
                  <a:pt x="525" y="955"/>
                </a:lnTo>
                <a:lnTo>
                  <a:pt x="524" y="956"/>
                </a:lnTo>
                <a:lnTo>
                  <a:pt x="524" y="958"/>
                </a:lnTo>
                <a:lnTo>
                  <a:pt x="525" y="958"/>
                </a:lnTo>
                <a:lnTo>
                  <a:pt x="525" y="959"/>
                </a:lnTo>
                <a:lnTo>
                  <a:pt x="526" y="959"/>
                </a:lnTo>
                <a:lnTo>
                  <a:pt x="526" y="958"/>
                </a:lnTo>
                <a:lnTo>
                  <a:pt x="528" y="961"/>
                </a:lnTo>
                <a:lnTo>
                  <a:pt x="528" y="962"/>
                </a:lnTo>
                <a:lnTo>
                  <a:pt x="529" y="962"/>
                </a:lnTo>
                <a:lnTo>
                  <a:pt x="528" y="963"/>
                </a:lnTo>
                <a:lnTo>
                  <a:pt x="527" y="963"/>
                </a:lnTo>
                <a:lnTo>
                  <a:pt x="527" y="961"/>
                </a:lnTo>
                <a:lnTo>
                  <a:pt x="526" y="961"/>
                </a:lnTo>
                <a:lnTo>
                  <a:pt x="525" y="961"/>
                </a:lnTo>
                <a:lnTo>
                  <a:pt x="524" y="961"/>
                </a:lnTo>
                <a:lnTo>
                  <a:pt x="523" y="962"/>
                </a:lnTo>
                <a:lnTo>
                  <a:pt x="522" y="962"/>
                </a:lnTo>
                <a:lnTo>
                  <a:pt x="520" y="961"/>
                </a:lnTo>
                <a:lnTo>
                  <a:pt x="518" y="960"/>
                </a:lnTo>
                <a:lnTo>
                  <a:pt x="516" y="960"/>
                </a:lnTo>
                <a:lnTo>
                  <a:pt x="515" y="960"/>
                </a:lnTo>
                <a:lnTo>
                  <a:pt x="516" y="962"/>
                </a:lnTo>
                <a:lnTo>
                  <a:pt x="517" y="963"/>
                </a:lnTo>
                <a:lnTo>
                  <a:pt x="518" y="964"/>
                </a:lnTo>
                <a:lnTo>
                  <a:pt x="519" y="965"/>
                </a:lnTo>
                <a:lnTo>
                  <a:pt x="520" y="965"/>
                </a:lnTo>
                <a:lnTo>
                  <a:pt x="522" y="966"/>
                </a:lnTo>
                <a:lnTo>
                  <a:pt x="525" y="968"/>
                </a:lnTo>
                <a:lnTo>
                  <a:pt x="525" y="970"/>
                </a:lnTo>
                <a:lnTo>
                  <a:pt x="526" y="973"/>
                </a:lnTo>
                <a:lnTo>
                  <a:pt x="527" y="974"/>
                </a:lnTo>
                <a:lnTo>
                  <a:pt x="526" y="975"/>
                </a:lnTo>
                <a:lnTo>
                  <a:pt x="525" y="976"/>
                </a:lnTo>
                <a:lnTo>
                  <a:pt x="524" y="978"/>
                </a:lnTo>
                <a:lnTo>
                  <a:pt x="522" y="980"/>
                </a:lnTo>
                <a:lnTo>
                  <a:pt x="520" y="979"/>
                </a:lnTo>
                <a:lnTo>
                  <a:pt x="519" y="979"/>
                </a:lnTo>
                <a:lnTo>
                  <a:pt x="518" y="979"/>
                </a:lnTo>
                <a:lnTo>
                  <a:pt x="517" y="979"/>
                </a:lnTo>
                <a:lnTo>
                  <a:pt x="517" y="978"/>
                </a:lnTo>
                <a:lnTo>
                  <a:pt x="516" y="978"/>
                </a:lnTo>
                <a:lnTo>
                  <a:pt x="516" y="977"/>
                </a:lnTo>
                <a:lnTo>
                  <a:pt x="517" y="977"/>
                </a:lnTo>
                <a:lnTo>
                  <a:pt x="518" y="976"/>
                </a:lnTo>
                <a:lnTo>
                  <a:pt x="517" y="975"/>
                </a:lnTo>
                <a:lnTo>
                  <a:pt x="516" y="975"/>
                </a:lnTo>
                <a:lnTo>
                  <a:pt x="515" y="975"/>
                </a:lnTo>
                <a:lnTo>
                  <a:pt x="513" y="976"/>
                </a:lnTo>
                <a:lnTo>
                  <a:pt x="513" y="975"/>
                </a:lnTo>
                <a:lnTo>
                  <a:pt x="513" y="974"/>
                </a:lnTo>
                <a:lnTo>
                  <a:pt x="512" y="973"/>
                </a:lnTo>
                <a:lnTo>
                  <a:pt x="511" y="971"/>
                </a:lnTo>
                <a:lnTo>
                  <a:pt x="511" y="970"/>
                </a:lnTo>
                <a:lnTo>
                  <a:pt x="510" y="970"/>
                </a:lnTo>
                <a:lnTo>
                  <a:pt x="511" y="970"/>
                </a:lnTo>
                <a:lnTo>
                  <a:pt x="510" y="970"/>
                </a:lnTo>
                <a:lnTo>
                  <a:pt x="510" y="969"/>
                </a:lnTo>
                <a:lnTo>
                  <a:pt x="509" y="967"/>
                </a:lnTo>
                <a:lnTo>
                  <a:pt x="509" y="966"/>
                </a:lnTo>
                <a:lnTo>
                  <a:pt x="508" y="966"/>
                </a:lnTo>
                <a:lnTo>
                  <a:pt x="507" y="966"/>
                </a:lnTo>
                <a:lnTo>
                  <a:pt x="507" y="965"/>
                </a:lnTo>
                <a:lnTo>
                  <a:pt x="506" y="965"/>
                </a:lnTo>
                <a:lnTo>
                  <a:pt x="505" y="965"/>
                </a:lnTo>
                <a:lnTo>
                  <a:pt x="504" y="965"/>
                </a:lnTo>
                <a:lnTo>
                  <a:pt x="504" y="964"/>
                </a:lnTo>
                <a:lnTo>
                  <a:pt x="503" y="964"/>
                </a:lnTo>
                <a:lnTo>
                  <a:pt x="503" y="965"/>
                </a:lnTo>
                <a:lnTo>
                  <a:pt x="501" y="965"/>
                </a:lnTo>
                <a:lnTo>
                  <a:pt x="500" y="964"/>
                </a:lnTo>
                <a:lnTo>
                  <a:pt x="499" y="964"/>
                </a:lnTo>
                <a:lnTo>
                  <a:pt x="498" y="964"/>
                </a:lnTo>
                <a:lnTo>
                  <a:pt x="497" y="964"/>
                </a:lnTo>
                <a:lnTo>
                  <a:pt x="497" y="965"/>
                </a:lnTo>
                <a:lnTo>
                  <a:pt x="497" y="966"/>
                </a:lnTo>
                <a:lnTo>
                  <a:pt x="498" y="966"/>
                </a:lnTo>
                <a:lnTo>
                  <a:pt x="499" y="965"/>
                </a:lnTo>
                <a:lnTo>
                  <a:pt x="500" y="966"/>
                </a:lnTo>
                <a:lnTo>
                  <a:pt x="501" y="966"/>
                </a:lnTo>
                <a:lnTo>
                  <a:pt x="501" y="968"/>
                </a:lnTo>
                <a:lnTo>
                  <a:pt x="502" y="968"/>
                </a:lnTo>
                <a:lnTo>
                  <a:pt x="501" y="970"/>
                </a:lnTo>
                <a:lnTo>
                  <a:pt x="500" y="971"/>
                </a:lnTo>
                <a:lnTo>
                  <a:pt x="498" y="971"/>
                </a:lnTo>
                <a:lnTo>
                  <a:pt x="498" y="972"/>
                </a:lnTo>
                <a:lnTo>
                  <a:pt x="496" y="972"/>
                </a:lnTo>
                <a:lnTo>
                  <a:pt x="496" y="971"/>
                </a:lnTo>
                <a:lnTo>
                  <a:pt x="497" y="970"/>
                </a:lnTo>
                <a:lnTo>
                  <a:pt x="497" y="969"/>
                </a:lnTo>
                <a:lnTo>
                  <a:pt x="496" y="969"/>
                </a:lnTo>
                <a:lnTo>
                  <a:pt x="494" y="969"/>
                </a:lnTo>
                <a:lnTo>
                  <a:pt x="492" y="969"/>
                </a:lnTo>
                <a:lnTo>
                  <a:pt x="492" y="971"/>
                </a:lnTo>
                <a:lnTo>
                  <a:pt x="491" y="971"/>
                </a:lnTo>
                <a:lnTo>
                  <a:pt x="491" y="970"/>
                </a:lnTo>
                <a:lnTo>
                  <a:pt x="490" y="970"/>
                </a:lnTo>
                <a:lnTo>
                  <a:pt x="489" y="970"/>
                </a:lnTo>
                <a:lnTo>
                  <a:pt x="488" y="970"/>
                </a:lnTo>
                <a:lnTo>
                  <a:pt x="485" y="973"/>
                </a:lnTo>
                <a:lnTo>
                  <a:pt x="485" y="974"/>
                </a:lnTo>
                <a:lnTo>
                  <a:pt x="488" y="974"/>
                </a:lnTo>
                <a:lnTo>
                  <a:pt x="489" y="974"/>
                </a:lnTo>
                <a:lnTo>
                  <a:pt x="490" y="975"/>
                </a:lnTo>
                <a:lnTo>
                  <a:pt x="489" y="976"/>
                </a:lnTo>
                <a:lnTo>
                  <a:pt x="490" y="976"/>
                </a:lnTo>
                <a:lnTo>
                  <a:pt x="490" y="977"/>
                </a:lnTo>
                <a:lnTo>
                  <a:pt x="490" y="979"/>
                </a:lnTo>
                <a:lnTo>
                  <a:pt x="489" y="981"/>
                </a:lnTo>
                <a:lnTo>
                  <a:pt x="488" y="982"/>
                </a:lnTo>
                <a:lnTo>
                  <a:pt x="488" y="981"/>
                </a:lnTo>
                <a:lnTo>
                  <a:pt x="487" y="981"/>
                </a:lnTo>
                <a:lnTo>
                  <a:pt x="486" y="982"/>
                </a:lnTo>
                <a:lnTo>
                  <a:pt x="485" y="984"/>
                </a:lnTo>
                <a:lnTo>
                  <a:pt x="483" y="985"/>
                </a:lnTo>
                <a:lnTo>
                  <a:pt x="484" y="986"/>
                </a:lnTo>
                <a:lnTo>
                  <a:pt x="484" y="987"/>
                </a:lnTo>
                <a:lnTo>
                  <a:pt x="484" y="988"/>
                </a:lnTo>
                <a:lnTo>
                  <a:pt x="485" y="988"/>
                </a:lnTo>
                <a:lnTo>
                  <a:pt x="483" y="989"/>
                </a:lnTo>
                <a:lnTo>
                  <a:pt x="484" y="990"/>
                </a:lnTo>
                <a:lnTo>
                  <a:pt x="484" y="989"/>
                </a:lnTo>
                <a:lnTo>
                  <a:pt x="485" y="989"/>
                </a:lnTo>
                <a:lnTo>
                  <a:pt x="486" y="989"/>
                </a:lnTo>
                <a:lnTo>
                  <a:pt x="486" y="988"/>
                </a:lnTo>
                <a:lnTo>
                  <a:pt x="486" y="987"/>
                </a:lnTo>
                <a:lnTo>
                  <a:pt x="488" y="986"/>
                </a:lnTo>
                <a:lnTo>
                  <a:pt x="489" y="986"/>
                </a:lnTo>
                <a:lnTo>
                  <a:pt x="489" y="987"/>
                </a:lnTo>
                <a:lnTo>
                  <a:pt x="489" y="988"/>
                </a:lnTo>
                <a:lnTo>
                  <a:pt x="491" y="988"/>
                </a:lnTo>
                <a:lnTo>
                  <a:pt x="492" y="987"/>
                </a:lnTo>
                <a:lnTo>
                  <a:pt x="493" y="987"/>
                </a:lnTo>
                <a:lnTo>
                  <a:pt x="494" y="988"/>
                </a:lnTo>
                <a:lnTo>
                  <a:pt x="495" y="988"/>
                </a:lnTo>
                <a:lnTo>
                  <a:pt x="496" y="988"/>
                </a:lnTo>
                <a:lnTo>
                  <a:pt x="497" y="988"/>
                </a:lnTo>
                <a:lnTo>
                  <a:pt x="500" y="989"/>
                </a:lnTo>
                <a:lnTo>
                  <a:pt x="501" y="989"/>
                </a:lnTo>
                <a:lnTo>
                  <a:pt x="501" y="990"/>
                </a:lnTo>
                <a:lnTo>
                  <a:pt x="501" y="992"/>
                </a:lnTo>
                <a:lnTo>
                  <a:pt x="501" y="993"/>
                </a:lnTo>
                <a:lnTo>
                  <a:pt x="500" y="994"/>
                </a:lnTo>
                <a:lnTo>
                  <a:pt x="500" y="995"/>
                </a:lnTo>
                <a:lnTo>
                  <a:pt x="500" y="996"/>
                </a:lnTo>
                <a:lnTo>
                  <a:pt x="500" y="997"/>
                </a:lnTo>
                <a:lnTo>
                  <a:pt x="500" y="998"/>
                </a:lnTo>
                <a:lnTo>
                  <a:pt x="499" y="1000"/>
                </a:lnTo>
                <a:lnTo>
                  <a:pt x="498" y="1001"/>
                </a:lnTo>
                <a:lnTo>
                  <a:pt x="498" y="1000"/>
                </a:lnTo>
                <a:lnTo>
                  <a:pt x="497" y="999"/>
                </a:lnTo>
                <a:lnTo>
                  <a:pt x="496" y="998"/>
                </a:lnTo>
                <a:lnTo>
                  <a:pt x="495" y="999"/>
                </a:lnTo>
                <a:lnTo>
                  <a:pt x="496" y="999"/>
                </a:lnTo>
                <a:lnTo>
                  <a:pt x="496" y="1000"/>
                </a:lnTo>
                <a:lnTo>
                  <a:pt x="496" y="1001"/>
                </a:lnTo>
                <a:lnTo>
                  <a:pt x="495" y="1001"/>
                </a:lnTo>
                <a:lnTo>
                  <a:pt x="494" y="1001"/>
                </a:lnTo>
                <a:lnTo>
                  <a:pt x="494" y="1002"/>
                </a:lnTo>
                <a:lnTo>
                  <a:pt x="493" y="1002"/>
                </a:lnTo>
                <a:lnTo>
                  <a:pt x="491" y="1002"/>
                </a:lnTo>
                <a:lnTo>
                  <a:pt x="489" y="1002"/>
                </a:lnTo>
                <a:lnTo>
                  <a:pt x="488" y="1002"/>
                </a:lnTo>
                <a:lnTo>
                  <a:pt x="487" y="1003"/>
                </a:lnTo>
                <a:lnTo>
                  <a:pt x="486" y="1003"/>
                </a:lnTo>
                <a:lnTo>
                  <a:pt x="486" y="1002"/>
                </a:lnTo>
                <a:lnTo>
                  <a:pt x="485" y="1002"/>
                </a:lnTo>
                <a:lnTo>
                  <a:pt x="485" y="1001"/>
                </a:lnTo>
                <a:lnTo>
                  <a:pt x="484" y="1001"/>
                </a:lnTo>
                <a:lnTo>
                  <a:pt x="483" y="1001"/>
                </a:lnTo>
                <a:lnTo>
                  <a:pt x="482" y="1001"/>
                </a:lnTo>
                <a:lnTo>
                  <a:pt x="481" y="1001"/>
                </a:lnTo>
                <a:lnTo>
                  <a:pt x="479" y="1001"/>
                </a:lnTo>
                <a:lnTo>
                  <a:pt x="478" y="1001"/>
                </a:lnTo>
                <a:lnTo>
                  <a:pt x="478" y="1002"/>
                </a:lnTo>
                <a:lnTo>
                  <a:pt x="477" y="1003"/>
                </a:lnTo>
                <a:lnTo>
                  <a:pt x="477" y="1004"/>
                </a:lnTo>
                <a:lnTo>
                  <a:pt x="476" y="1005"/>
                </a:lnTo>
                <a:lnTo>
                  <a:pt x="476" y="1006"/>
                </a:lnTo>
                <a:lnTo>
                  <a:pt x="476" y="1007"/>
                </a:lnTo>
                <a:lnTo>
                  <a:pt x="475" y="1007"/>
                </a:lnTo>
                <a:lnTo>
                  <a:pt x="474" y="1007"/>
                </a:lnTo>
                <a:lnTo>
                  <a:pt x="473" y="1008"/>
                </a:lnTo>
                <a:lnTo>
                  <a:pt x="473" y="1009"/>
                </a:lnTo>
                <a:lnTo>
                  <a:pt x="473" y="1010"/>
                </a:lnTo>
                <a:lnTo>
                  <a:pt x="473" y="1011"/>
                </a:lnTo>
                <a:lnTo>
                  <a:pt x="472" y="1013"/>
                </a:lnTo>
                <a:lnTo>
                  <a:pt x="471" y="1013"/>
                </a:lnTo>
                <a:lnTo>
                  <a:pt x="470" y="1014"/>
                </a:lnTo>
                <a:lnTo>
                  <a:pt x="469" y="1014"/>
                </a:lnTo>
                <a:lnTo>
                  <a:pt x="468" y="1014"/>
                </a:lnTo>
                <a:lnTo>
                  <a:pt x="467" y="1014"/>
                </a:lnTo>
                <a:lnTo>
                  <a:pt x="467" y="1015"/>
                </a:lnTo>
                <a:lnTo>
                  <a:pt x="466" y="1015"/>
                </a:lnTo>
                <a:lnTo>
                  <a:pt x="466" y="1016"/>
                </a:lnTo>
                <a:lnTo>
                  <a:pt x="463" y="1017"/>
                </a:lnTo>
                <a:lnTo>
                  <a:pt x="462" y="1016"/>
                </a:lnTo>
                <a:lnTo>
                  <a:pt x="459" y="1017"/>
                </a:lnTo>
                <a:lnTo>
                  <a:pt x="458" y="1018"/>
                </a:lnTo>
                <a:lnTo>
                  <a:pt x="455" y="1018"/>
                </a:lnTo>
                <a:lnTo>
                  <a:pt x="454" y="1018"/>
                </a:lnTo>
                <a:lnTo>
                  <a:pt x="453" y="1018"/>
                </a:lnTo>
                <a:lnTo>
                  <a:pt x="452" y="1018"/>
                </a:lnTo>
                <a:lnTo>
                  <a:pt x="451" y="1018"/>
                </a:lnTo>
                <a:lnTo>
                  <a:pt x="448" y="1017"/>
                </a:lnTo>
                <a:lnTo>
                  <a:pt x="447" y="1017"/>
                </a:lnTo>
                <a:lnTo>
                  <a:pt x="447" y="1018"/>
                </a:lnTo>
                <a:lnTo>
                  <a:pt x="445" y="1018"/>
                </a:lnTo>
                <a:lnTo>
                  <a:pt x="444" y="1019"/>
                </a:lnTo>
                <a:lnTo>
                  <a:pt x="443" y="1019"/>
                </a:lnTo>
                <a:lnTo>
                  <a:pt x="443" y="1020"/>
                </a:lnTo>
                <a:lnTo>
                  <a:pt x="443" y="1021"/>
                </a:lnTo>
                <a:lnTo>
                  <a:pt x="443" y="1022"/>
                </a:lnTo>
                <a:lnTo>
                  <a:pt x="443" y="1023"/>
                </a:lnTo>
                <a:lnTo>
                  <a:pt x="442" y="1024"/>
                </a:lnTo>
                <a:lnTo>
                  <a:pt x="442" y="1025"/>
                </a:lnTo>
                <a:lnTo>
                  <a:pt x="441" y="1025"/>
                </a:lnTo>
                <a:lnTo>
                  <a:pt x="440" y="1025"/>
                </a:lnTo>
                <a:lnTo>
                  <a:pt x="439" y="1025"/>
                </a:lnTo>
                <a:lnTo>
                  <a:pt x="438" y="1025"/>
                </a:lnTo>
                <a:lnTo>
                  <a:pt x="435" y="1027"/>
                </a:lnTo>
                <a:lnTo>
                  <a:pt x="434" y="1026"/>
                </a:lnTo>
                <a:lnTo>
                  <a:pt x="433" y="1026"/>
                </a:lnTo>
                <a:lnTo>
                  <a:pt x="433" y="1025"/>
                </a:lnTo>
                <a:lnTo>
                  <a:pt x="434" y="1025"/>
                </a:lnTo>
                <a:lnTo>
                  <a:pt x="433" y="1025"/>
                </a:lnTo>
                <a:lnTo>
                  <a:pt x="433" y="1024"/>
                </a:lnTo>
                <a:lnTo>
                  <a:pt x="432" y="1024"/>
                </a:lnTo>
                <a:lnTo>
                  <a:pt x="431" y="1024"/>
                </a:lnTo>
                <a:lnTo>
                  <a:pt x="430" y="1024"/>
                </a:lnTo>
                <a:lnTo>
                  <a:pt x="429" y="1025"/>
                </a:lnTo>
                <a:lnTo>
                  <a:pt x="429" y="1026"/>
                </a:lnTo>
                <a:lnTo>
                  <a:pt x="428" y="1027"/>
                </a:lnTo>
                <a:lnTo>
                  <a:pt x="428" y="1028"/>
                </a:lnTo>
                <a:lnTo>
                  <a:pt x="428" y="1029"/>
                </a:lnTo>
                <a:lnTo>
                  <a:pt x="428" y="1030"/>
                </a:lnTo>
                <a:lnTo>
                  <a:pt x="428" y="1031"/>
                </a:lnTo>
                <a:lnTo>
                  <a:pt x="429" y="1031"/>
                </a:lnTo>
                <a:lnTo>
                  <a:pt x="429" y="1030"/>
                </a:lnTo>
                <a:lnTo>
                  <a:pt x="429" y="1029"/>
                </a:lnTo>
                <a:lnTo>
                  <a:pt x="430" y="1029"/>
                </a:lnTo>
                <a:lnTo>
                  <a:pt x="431" y="1027"/>
                </a:lnTo>
                <a:lnTo>
                  <a:pt x="432" y="1027"/>
                </a:lnTo>
                <a:lnTo>
                  <a:pt x="433" y="1027"/>
                </a:lnTo>
                <a:lnTo>
                  <a:pt x="433" y="1028"/>
                </a:lnTo>
                <a:lnTo>
                  <a:pt x="432" y="1029"/>
                </a:lnTo>
                <a:lnTo>
                  <a:pt x="432" y="1030"/>
                </a:lnTo>
                <a:lnTo>
                  <a:pt x="432" y="1031"/>
                </a:lnTo>
                <a:lnTo>
                  <a:pt x="431" y="1032"/>
                </a:lnTo>
                <a:lnTo>
                  <a:pt x="431" y="1033"/>
                </a:lnTo>
                <a:lnTo>
                  <a:pt x="430" y="1033"/>
                </a:lnTo>
                <a:lnTo>
                  <a:pt x="429" y="1034"/>
                </a:lnTo>
                <a:lnTo>
                  <a:pt x="429" y="1035"/>
                </a:lnTo>
                <a:lnTo>
                  <a:pt x="429" y="1036"/>
                </a:lnTo>
                <a:lnTo>
                  <a:pt x="429" y="1037"/>
                </a:lnTo>
                <a:lnTo>
                  <a:pt x="429" y="1038"/>
                </a:lnTo>
                <a:lnTo>
                  <a:pt x="429" y="1039"/>
                </a:lnTo>
                <a:lnTo>
                  <a:pt x="428" y="1039"/>
                </a:lnTo>
                <a:lnTo>
                  <a:pt x="428" y="1040"/>
                </a:lnTo>
                <a:lnTo>
                  <a:pt x="427" y="1042"/>
                </a:lnTo>
                <a:lnTo>
                  <a:pt x="426" y="1042"/>
                </a:lnTo>
                <a:lnTo>
                  <a:pt x="425" y="1043"/>
                </a:lnTo>
                <a:lnTo>
                  <a:pt x="424" y="1043"/>
                </a:lnTo>
                <a:lnTo>
                  <a:pt x="422" y="1043"/>
                </a:lnTo>
                <a:lnTo>
                  <a:pt x="421" y="1043"/>
                </a:lnTo>
                <a:lnTo>
                  <a:pt x="420" y="1043"/>
                </a:lnTo>
                <a:lnTo>
                  <a:pt x="419" y="1043"/>
                </a:lnTo>
                <a:lnTo>
                  <a:pt x="417" y="1043"/>
                </a:lnTo>
                <a:lnTo>
                  <a:pt x="417" y="1042"/>
                </a:lnTo>
                <a:lnTo>
                  <a:pt x="416" y="1040"/>
                </a:lnTo>
                <a:lnTo>
                  <a:pt x="416" y="1039"/>
                </a:lnTo>
                <a:lnTo>
                  <a:pt x="416" y="1037"/>
                </a:lnTo>
                <a:lnTo>
                  <a:pt x="415" y="1036"/>
                </a:lnTo>
                <a:lnTo>
                  <a:pt x="414" y="1035"/>
                </a:lnTo>
                <a:lnTo>
                  <a:pt x="413" y="1035"/>
                </a:lnTo>
                <a:lnTo>
                  <a:pt x="413" y="1034"/>
                </a:lnTo>
                <a:lnTo>
                  <a:pt x="412" y="1034"/>
                </a:lnTo>
                <a:lnTo>
                  <a:pt x="412" y="1033"/>
                </a:lnTo>
                <a:lnTo>
                  <a:pt x="412" y="1032"/>
                </a:lnTo>
                <a:lnTo>
                  <a:pt x="413" y="1032"/>
                </a:lnTo>
                <a:lnTo>
                  <a:pt x="414" y="1032"/>
                </a:lnTo>
                <a:lnTo>
                  <a:pt x="415" y="1032"/>
                </a:lnTo>
                <a:lnTo>
                  <a:pt x="416" y="1032"/>
                </a:lnTo>
                <a:lnTo>
                  <a:pt x="416" y="1031"/>
                </a:lnTo>
                <a:lnTo>
                  <a:pt x="416" y="1029"/>
                </a:lnTo>
                <a:lnTo>
                  <a:pt x="415" y="1029"/>
                </a:lnTo>
                <a:lnTo>
                  <a:pt x="414" y="1030"/>
                </a:lnTo>
                <a:lnTo>
                  <a:pt x="414" y="1029"/>
                </a:lnTo>
                <a:lnTo>
                  <a:pt x="414" y="1028"/>
                </a:lnTo>
                <a:lnTo>
                  <a:pt x="414" y="1027"/>
                </a:lnTo>
                <a:lnTo>
                  <a:pt x="414" y="1026"/>
                </a:lnTo>
                <a:lnTo>
                  <a:pt x="415" y="1026"/>
                </a:lnTo>
                <a:lnTo>
                  <a:pt x="415" y="1025"/>
                </a:lnTo>
                <a:lnTo>
                  <a:pt x="414" y="1025"/>
                </a:lnTo>
                <a:lnTo>
                  <a:pt x="414" y="1024"/>
                </a:lnTo>
                <a:lnTo>
                  <a:pt x="414" y="1025"/>
                </a:lnTo>
                <a:lnTo>
                  <a:pt x="413" y="1025"/>
                </a:lnTo>
                <a:lnTo>
                  <a:pt x="413" y="1026"/>
                </a:lnTo>
                <a:lnTo>
                  <a:pt x="412" y="1026"/>
                </a:lnTo>
                <a:lnTo>
                  <a:pt x="411" y="1025"/>
                </a:lnTo>
                <a:lnTo>
                  <a:pt x="411" y="1024"/>
                </a:lnTo>
                <a:lnTo>
                  <a:pt x="411" y="1023"/>
                </a:lnTo>
                <a:lnTo>
                  <a:pt x="410" y="1022"/>
                </a:lnTo>
                <a:lnTo>
                  <a:pt x="410" y="1021"/>
                </a:lnTo>
                <a:lnTo>
                  <a:pt x="410" y="1020"/>
                </a:lnTo>
                <a:lnTo>
                  <a:pt x="409" y="1020"/>
                </a:lnTo>
                <a:lnTo>
                  <a:pt x="409" y="1019"/>
                </a:lnTo>
                <a:lnTo>
                  <a:pt x="409" y="1018"/>
                </a:lnTo>
                <a:lnTo>
                  <a:pt x="409" y="1017"/>
                </a:lnTo>
                <a:lnTo>
                  <a:pt x="409" y="1016"/>
                </a:lnTo>
                <a:lnTo>
                  <a:pt x="409" y="1015"/>
                </a:lnTo>
                <a:lnTo>
                  <a:pt x="410" y="1015"/>
                </a:lnTo>
                <a:lnTo>
                  <a:pt x="410" y="1014"/>
                </a:lnTo>
                <a:lnTo>
                  <a:pt x="411" y="1014"/>
                </a:lnTo>
                <a:lnTo>
                  <a:pt x="410" y="1013"/>
                </a:lnTo>
                <a:lnTo>
                  <a:pt x="410" y="1012"/>
                </a:lnTo>
                <a:lnTo>
                  <a:pt x="410" y="1011"/>
                </a:lnTo>
                <a:lnTo>
                  <a:pt x="410" y="1010"/>
                </a:lnTo>
                <a:lnTo>
                  <a:pt x="409" y="1010"/>
                </a:lnTo>
                <a:lnTo>
                  <a:pt x="408" y="1009"/>
                </a:lnTo>
                <a:lnTo>
                  <a:pt x="407" y="1009"/>
                </a:lnTo>
                <a:lnTo>
                  <a:pt x="407" y="1010"/>
                </a:lnTo>
                <a:lnTo>
                  <a:pt x="406" y="1010"/>
                </a:lnTo>
                <a:lnTo>
                  <a:pt x="404" y="1010"/>
                </a:lnTo>
                <a:lnTo>
                  <a:pt x="404" y="1009"/>
                </a:lnTo>
                <a:lnTo>
                  <a:pt x="404" y="1007"/>
                </a:lnTo>
                <a:lnTo>
                  <a:pt x="403" y="1006"/>
                </a:lnTo>
                <a:lnTo>
                  <a:pt x="404" y="1006"/>
                </a:lnTo>
                <a:lnTo>
                  <a:pt x="404" y="1005"/>
                </a:lnTo>
                <a:lnTo>
                  <a:pt x="404" y="1004"/>
                </a:lnTo>
                <a:lnTo>
                  <a:pt x="404" y="1003"/>
                </a:lnTo>
                <a:lnTo>
                  <a:pt x="404" y="1002"/>
                </a:lnTo>
                <a:lnTo>
                  <a:pt x="405" y="1002"/>
                </a:lnTo>
                <a:lnTo>
                  <a:pt x="406" y="1001"/>
                </a:lnTo>
                <a:lnTo>
                  <a:pt x="407" y="1001"/>
                </a:lnTo>
                <a:lnTo>
                  <a:pt x="408" y="1001"/>
                </a:lnTo>
                <a:lnTo>
                  <a:pt x="408" y="1000"/>
                </a:lnTo>
                <a:lnTo>
                  <a:pt x="408" y="998"/>
                </a:lnTo>
                <a:lnTo>
                  <a:pt x="410" y="997"/>
                </a:lnTo>
                <a:lnTo>
                  <a:pt x="410" y="996"/>
                </a:lnTo>
                <a:lnTo>
                  <a:pt x="412" y="996"/>
                </a:lnTo>
                <a:lnTo>
                  <a:pt x="412" y="997"/>
                </a:lnTo>
                <a:lnTo>
                  <a:pt x="414" y="997"/>
                </a:lnTo>
                <a:lnTo>
                  <a:pt x="414" y="996"/>
                </a:lnTo>
                <a:lnTo>
                  <a:pt x="415" y="996"/>
                </a:lnTo>
                <a:lnTo>
                  <a:pt x="416" y="996"/>
                </a:lnTo>
                <a:lnTo>
                  <a:pt x="417" y="996"/>
                </a:lnTo>
                <a:lnTo>
                  <a:pt x="418" y="997"/>
                </a:lnTo>
                <a:lnTo>
                  <a:pt x="419" y="997"/>
                </a:lnTo>
                <a:lnTo>
                  <a:pt x="420" y="998"/>
                </a:lnTo>
                <a:lnTo>
                  <a:pt x="420" y="999"/>
                </a:lnTo>
                <a:lnTo>
                  <a:pt x="421" y="999"/>
                </a:lnTo>
                <a:lnTo>
                  <a:pt x="422" y="999"/>
                </a:lnTo>
                <a:lnTo>
                  <a:pt x="424" y="999"/>
                </a:lnTo>
                <a:lnTo>
                  <a:pt x="424" y="998"/>
                </a:lnTo>
                <a:lnTo>
                  <a:pt x="424" y="997"/>
                </a:lnTo>
                <a:lnTo>
                  <a:pt x="424" y="996"/>
                </a:lnTo>
                <a:lnTo>
                  <a:pt x="424" y="995"/>
                </a:lnTo>
                <a:lnTo>
                  <a:pt x="426" y="994"/>
                </a:lnTo>
                <a:lnTo>
                  <a:pt x="427" y="994"/>
                </a:lnTo>
                <a:lnTo>
                  <a:pt x="428" y="993"/>
                </a:lnTo>
                <a:lnTo>
                  <a:pt x="429" y="993"/>
                </a:lnTo>
                <a:lnTo>
                  <a:pt x="429" y="992"/>
                </a:lnTo>
                <a:lnTo>
                  <a:pt x="430" y="992"/>
                </a:lnTo>
                <a:lnTo>
                  <a:pt x="431" y="991"/>
                </a:lnTo>
                <a:lnTo>
                  <a:pt x="431" y="990"/>
                </a:lnTo>
                <a:lnTo>
                  <a:pt x="434" y="989"/>
                </a:lnTo>
                <a:lnTo>
                  <a:pt x="435" y="989"/>
                </a:lnTo>
                <a:lnTo>
                  <a:pt x="435" y="990"/>
                </a:lnTo>
                <a:lnTo>
                  <a:pt x="436" y="990"/>
                </a:lnTo>
                <a:lnTo>
                  <a:pt x="438" y="989"/>
                </a:lnTo>
                <a:lnTo>
                  <a:pt x="439" y="988"/>
                </a:lnTo>
                <a:lnTo>
                  <a:pt x="440" y="987"/>
                </a:lnTo>
                <a:lnTo>
                  <a:pt x="441" y="987"/>
                </a:lnTo>
                <a:lnTo>
                  <a:pt x="441" y="986"/>
                </a:lnTo>
                <a:lnTo>
                  <a:pt x="441" y="985"/>
                </a:lnTo>
                <a:lnTo>
                  <a:pt x="440" y="985"/>
                </a:lnTo>
                <a:lnTo>
                  <a:pt x="440" y="984"/>
                </a:lnTo>
                <a:lnTo>
                  <a:pt x="439" y="983"/>
                </a:lnTo>
                <a:lnTo>
                  <a:pt x="439" y="981"/>
                </a:lnTo>
                <a:lnTo>
                  <a:pt x="438" y="982"/>
                </a:lnTo>
                <a:lnTo>
                  <a:pt x="437" y="982"/>
                </a:lnTo>
                <a:lnTo>
                  <a:pt x="436" y="982"/>
                </a:lnTo>
                <a:lnTo>
                  <a:pt x="436" y="981"/>
                </a:lnTo>
                <a:lnTo>
                  <a:pt x="435" y="980"/>
                </a:lnTo>
                <a:lnTo>
                  <a:pt x="436" y="980"/>
                </a:lnTo>
                <a:lnTo>
                  <a:pt x="437" y="980"/>
                </a:lnTo>
                <a:lnTo>
                  <a:pt x="437" y="978"/>
                </a:lnTo>
                <a:lnTo>
                  <a:pt x="438" y="978"/>
                </a:lnTo>
                <a:lnTo>
                  <a:pt x="438" y="977"/>
                </a:lnTo>
                <a:lnTo>
                  <a:pt x="438" y="976"/>
                </a:lnTo>
                <a:lnTo>
                  <a:pt x="439" y="976"/>
                </a:lnTo>
                <a:lnTo>
                  <a:pt x="439" y="975"/>
                </a:lnTo>
                <a:lnTo>
                  <a:pt x="439" y="974"/>
                </a:lnTo>
                <a:lnTo>
                  <a:pt x="438" y="974"/>
                </a:lnTo>
                <a:lnTo>
                  <a:pt x="439" y="973"/>
                </a:lnTo>
                <a:lnTo>
                  <a:pt x="441" y="973"/>
                </a:lnTo>
                <a:lnTo>
                  <a:pt x="442" y="972"/>
                </a:lnTo>
                <a:lnTo>
                  <a:pt x="442" y="971"/>
                </a:lnTo>
                <a:lnTo>
                  <a:pt x="442" y="970"/>
                </a:lnTo>
                <a:lnTo>
                  <a:pt x="442" y="969"/>
                </a:lnTo>
                <a:lnTo>
                  <a:pt x="443" y="968"/>
                </a:lnTo>
                <a:lnTo>
                  <a:pt x="443" y="969"/>
                </a:lnTo>
                <a:lnTo>
                  <a:pt x="444" y="969"/>
                </a:lnTo>
                <a:lnTo>
                  <a:pt x="444" y="970"/>
                </a:lnTo>
                <a:lnTo>
                  <a:pt x="445" y="971"/>
                </a:lnTo>
                <a:lnTo>
                  <a:pt x="446" y="972"/>
                </a:lnTo>
                <a:lnTo>
                  <a:pt x="447" y="972"/>
                </a:lnTo>
                <a:lnTo>
                  <a:pt x="449" y="973"/>
                </a:lnTo>
                <a:lnTo>
                  <a:pt x="448" y="973"/>
                </a:lnTo>
                <a:lnTo>
                  <a:pt x="448" y="974"/>
                </a:lnTo>
                <a:lnTo>
                  <a:pt x="449" y="974"/>
                </a:lnTo>
                <a:lnTo>
                  <a:pt x="449" y="975"/>
                </a:lnTo>
                <a:lnTo>
                  <a:pt x="452" y="975"/>
                </a:lnTo>
                <a:lnTo>
                  <a:pt x="453" y="975"/>
                </a:lnTo>
                <a:lnTo>
                  <a:pt x="454" y="974"/>
                </a:lnTo>
                <a:lnTo>
                  <a:pt x="455" y="974"/>
                </a:lnTo>
                <a:lnTo>
                  <a:pt x="455" y="973"/>
                </a:lnTo>
                <a:lnTo>
                  <a:pt x="457" y="973"/>
                </a:lnTo>
                <a:lnTo>
                  <a:pt x="457" y="975"/>
                </a:lnTo>
                <a:lnTo>
                  <a:pt x="458" y="975"/>
                </a:lnTo>
                <a:lnTo>
                  <a:pt x="460" y="974"/>
                </a:lnTo>
                <a:lnTo>
                  <a:pt x="461" y="973"/>
                </a:lnTo>
                <a:lnTo>
                  <a:pt x="462" y="973"/>
                </a:lnTo>
                <a:lnTo>
                  <a:pt x="463" y="972"/>
                </a:lnTo>
                <a:lnTo>
                  <a:pt x="464" y="971"/>
                </a:lnTo>
                <a:lnTo>
                  <a:pt x="465" y="971"/>
                </a:lnTo>
                <a:lnTo>
                  <a:pt x="465" y="970"/>
                </a:lnTo>
                <a:lnTo>
                  <a:pt x="465" y="969"/>
                </a:lnTo>
                <a:lnTo>
                  <a:pt x="466" y="969"/>
                </a:lnTo>
                <a:lnTo>
                  <a:pt x="466" y="968"/>
                </a:lnTo>
                <a:lnTo>
                  <a:pt x="467" y="968"/>
                </a:lnTo>
                <a:lnTo>
                  <a:pt x="467" y="967"/>
                </a:lnTo>
                <a:lnTo>
                  <a:pt x="468" y="967"/>
                </a:lnTo>
                <a:lnTo>
                  <a:pt x="468" y="966"/>
                </a:lnTo>
                <a:lnTo>
                  <a:pt x="469" y="965"/>
                </a:lnTo>
                <a:lnTo>
                  <a:pt x="471" y="964"/>
                </a:lnTo>
                <a:lnTo>
                  <a:pt x="473" y="963"/>
                </a:lnTo>
                <a:lnTo>
                  <a:pt x="474" y="963"/>
                </a:lnTo>
                <a:lnTo>
                  <a:pt x="475" y="963"/>
                </a:lnTo>
                <a:lnTo>
                  <a:pt x="476" y="962"/>
                </a:lnTo>
                <a:lnTo>
                  <a:pt x="478" y="960"/>
                </a:lnTo>
                <a:lnTo>
                  <a:pt x="479" y="960"/>
                </a:lnTo>
                <a:lnTo>
                  <a:pt x="479" y="959"/>
                </a:lnTo>
                <a:lnTo>
                  <a:pt x="480" y="959"/>
                </a:lnTo>
                <a:lnTo>
                  <a:pt x="481" y="959"/>
                </a:lnTo>
                <a:lnTo>
                  <a:pt x="481" y="960"/>
                </a:lnTo>
                <a:lnTo>
                  <a:pt x="481" y="959"/>
                </a:lnTo>
                <a:lnTo>
                  <a:pt x="483" y="958"/>
                </a:lnTo>
                <a:lnTo>
                  <a:pt x="482" y="957"/>
                </a:lnTo>
                <a:lnTo>
                  <a:pt x="483" y="956"/>
                </a:lnTo>
                <a:lnTo>
                  <a:pt x="484" y="955"/>
                </a:lnTo>
                <a:lnTo>
                  <a:pt x="485" y="954"/>
                </a:lnTo>
                <a:lnTo>
                  <a:pt x="486" y="956"/>
                </a:lnTo>
                <a:lnTo>
                  <a:pt x="487" y="955"/>
                </a:lnTo>
                <a:lnTo>
                  <a:pt x="488" y="954"/>
                </a:lnTo>
                <a:lnTo>
                  <a:pt x="488" y="952"/>
                </a:lnTo>
                <a:lnTo>
                  <a:pt x="489" y="951"/>
                </a:lnTo>
                <a:lnTo>
                  <a:pt x="489" y="950"/>
                </a:lnTo>
                <a:lnTo>
                  <a:pt x="489" y="948"/>
                </a:lnTo>
                <a:lnTo>
                  <a:pt x="487" y="947"/>
                </a:lnTo>
                <a:lnTo>
                  <a:pt x="487" y="945"/>
                </a:lnTo>
                <a:lnTo>
                  <a:pt x="488" y="945"/>
                </a:lnTo>
                <a:lnTo>
                  <a:pt x="488" y="944"/>
                </a:lnTo>
                <a:lnTo>
                  <a:pt x="487" y="944"/>
                </a:lnTo>
                <a:lnTo>
                  <a:pt x="487" y="943"/>
                </a:lnTo>
                <a:lnTo>
                  <a:pt x="486" y="943"/>
                </a:lnTo>
                <a:lnTo>
                  <a:pt x="485" y="943"/>
                </a:lnTo>
                <a:lnTo>
                  <a:pt x="484" y="942"/>
                </a:lnTo>
                <a:lnTo>
                  <a:pt x="483" y="942"/>
                </a:lnTo>
                <a:lnTo>
                  <a:pt x="481" y="940"/>
                </a:lnTo>
                <a:lnTo>
                  <a:pt x="480" y="939"/>
                </a:lnTo>
                <a:lnTo>
                  <a:pt x="479" y="939"/>
                </a:lnTo>
                <a:lnTo>
                  <a:pt x="477" y="939"/>
                </a:lnTo>
                <a:lnTo>
                  <a:pt x="474" y="940"/>
                </a:lnTo>
                <a:lnTo>
                  <a:pt x="473" y="938"/>
                </a:lnTo>
                <a:lnTo>
                  <a:pt x="473" y="937"/>
                </a:lnTo>
                <a:lnTo>
                  <a:pt x="473" y="936"/>
                </a:lnTo>
                <a:lnTo>
                  <a:pt x="473" y="935"/>
                </a:lnTo>
                <a:lnTo>
                  <a:pt x="472" y="935"/>
                </a:lnTo>
                <a:lnTo>
                  <a:pt x="472" y="936"/>
                </a:lnTo>
                <a:lnTo>
                  <a:pt x="471" y="935"/>
                </a:lnTo>
                <a:lnTo>
                  <a:pt x="471" y="934"/>
                </a:lnTo>
                <a:lnTo>
                  <a:pt x="471" y="933"/>
                </a:lnTo>
                <a:lnTo>
                  <a:pt x="471" y="932"/>
                </a:lnTo>
                <a:lnTo>
                  <a:pt x="472" y="932"/>
                </a:lnTo>
                <a:lnTo>
                  <a:pt x="473" y="932"/>
                </a:lnTo>
                <a:lnTo>
                  <a:pt x="474" y="932"/>
                </a:lnTo>
                <a:lnTo>
                  <a:pt x="474" y="931"/>
                </a:lnTo>
                <a:lnTo>
                  <a:pt x="474" y="930"/>
                </a:lnTo>
                <a:lnTo>
                  <a:pt x="473" y="930"/>
                </a:lnTo>
                <a:lnTo>
                  <a:pt x="472" y="930"/>
                </a:lnTo>
                <a:lnTo>
                  <a:pt x="471" y="931"/>
                </a:lnTo>
                <a:lnTo>
                  <a:pt x="471" y="930"/>
                </a:lnTo>
                <a:lnTo>
                  <a:pt x="470" y="929"/>
                </a:lnTo>
                <a:lnTo>
                  <a:pt x="470" y="928"/>
                </a:lnTo>
                <a:lnTo>
                  <a:pt x="472" y="928"/>
                </a:lnTo>
                <a:lnTo>
                  <a:pt x="473" y="928"/>
                </a:lnTo>
                <a:lnTo>
                  <a:pt x="473" y="927"/>
                </a:lnTo>
                <a:lnTo>
                  <a:pt x="476" y="927"/>
                </a:lnTo>
                <a:lnTo>
                  <a:pt x="476" y="928"/>
                </a:lnTo>
                <a:lnTo>
                  <a:pt x="477" y="928"/>
                </a:lnTo>
                <a:lnTo>
                  <a:pt x="477" y="927"/>
                </a:lnTo>
                <a:lnTo>
                  <a:pt x="477" y="925"/>
                </a:lnTo>
                <a:lnTo>
                  <a:pt x="478" y="924"/>
                </a:lnTo>
                <a:lnTo>
                  <a:pt x="477" y="924"/>
                </a:lnTo>
                <a:lnTo>
                  <a:pt x="474" y="923"/>
                </a:lnTo>
                <a:lnTo>
                  <a:pt x="473" y="923"/>
                </a:lnTo>
                <a:lnTo>
                  <a:pt x="472" y="922"/>
                </a:lnTo>
                <a:lnTo>
                  <a:pt x="472" y="921"/>
                </a:lnTo>
                <a:lnTo>
                  <a:pt x="471" y="921"/>
                </a:lnTo>
                <a:lnTo>
                  <a:pt x="470" y="921"/>
                </a:lnTo>
                <a:lnTo>
                  <a:pt x="470" y="922"/>
                </a:lnTo>
                <a:lnTo>
                  <a:pt x="469" y="920"/>
                </a:lnTo>
                <a:lnTo>
                  <a:pt x="469" y="919"/>
                </a:lnTo>
                <a:lnTo>
                  <a:pt x="469" y="918"/>
                </a:lnTo>
                <a:lnTo>
                  <a:pt x="470" y="918"/>
                </a:lnTo>
                <a:lnTo>
                  <a:pt x="471" y="918"/>
                </a:lnTo>
                <a:lnTo>
                  <a:pt x="472" y="918"/>
                </a:lnTo>
                <a:lnTo>
                  <a:pt x="473" y="917"/>
                </a:lnTo>
                <a:lnTo>
                  <a:pt x="473" y="916"/>
                </a:lnTo>
                <a:lnTo>
                  <a:pt x="474" y="916"/>
                </a:lnTo>
                <a:lnTo>
                  <a:pt x="475" y="916"/>
                </a:lnTo>
                <a:lnTo>
                  <a:pt x="476" y="917"/>
                </a:lnTo>
                <a:lnTo>
                  <a:pt x="477" y="917"/>
                </a:lnTo>
                <a:lnTo>
                  <a:pt x="478" y="917"/>
                </a:lnTo>
                <a:lnTo>
                  <a:pt x="480" y="917"/>
                </a:lnTo>
                <a:lnTo>
                  <a:pt x="481" y="916"/>
                </a:lnTo>
                <a:lnTo>
                  <a:pt x="482" y="915"/>
                </a:lnTo>
                <a:lnTo>
                  <a:pt x="483" y="914"/>
                </a:lnTo>
                <a:lnTo>
                  <a:pt x="483" y="913"/>
                </a:lnTo>
                <a:lnTo>
                  <a:pt x="483" y="912"/>
                </a:lnTo>
                <a:lnTo>
                  <a:pt x="482" y="912"/>
                </a:lnTo>
                <a:lnTo>
                  <a:pt x="481" y="910"/>
                </a:lnTo>
                <a:lnTo>
                  <a:pt x="480" y="909"/>
                </a:lnTo>
                <a:lnTo>
                  <a:pt x="480" y="908"/>
                </a:lnTo>
                <a:lnTo>
                  <a:pt x="481" y="909"/>
                </a:lnTo>
                <a:lnTo>
                  <a:pt x="483" y="908"/>
                </a:lnTo>
                <a:lnTo>
                  <a:pt x="483" y="907"/>
                </a:lnTo>
                <a:lnTo>
                  <a:pt x="484" y="908"/>
                </a:lnTo>
                <a:lnTo>
                  <a:pt x="485" y="908"/>
                </a:lnTo>
                <a:lnTo>
                  <a:pt x="486" y="908"/>
                </a:lnTo>
                <a:lnTo>
                  <a:pt x="487" y="908"/>
                </a:lnTo>
                <a:lnTo>
                  <a:pt x="488" y="909"/>
                </a:lnTo>
                <a:lnTo>
                  <a:pt x="489" y="909"/>
                </a:lnTo>
                <a:lnTo>
                  <a:pt x="489" y="908"/>
                </a:lnTo>
                <a:lnTo>
                  <a:pt x="489" y="907"/>
                </a:lnTo>
                <a:lnTo>
                  <a:pt x="489" y="906"/>
                </a:lnTo>
                <a:lnTo>
                  <a:pt x="487" y="906"/>
                </a:lnTo>
                <a:lnTo>
                  <a:pt x="487" y="905"/>
                </a:lnTo>
                <a:lnTo>
                  <a:pt x="487" y="903"/>
                </a:lnTo>
                <a:lnTo>
                  <a:pt x="486" y="903"/>
                </a:lnTo>
                <a:lnTo>
                  <a:pt x="485" y="902"/>
                </a:lnTo>
                <a:lnTo>
                  <a:pt x="485" y="901"/>
                </a:lnTo>
                <a:lnTo>
                  <a:pt x="485" y="900"/>
                </a:lnTo>
                <a:lnTo>
                  <a:pt x="486" y="899"/>
                </a:lnTo>
                <a:lnTo>
                  <a:pt x="487" y="899"/>
                </a:lnTo>
                <a:lnTo>
                  <a:pt x="487" y="898"/>
                </a:lnTo>
                <a:lnTo>
                  <a:pt x="486" y="898"/>
                </a:lnTo>
                <a:lnTo>
                  <a:pt x="486" y="897"/>
                </a:lnTo>
                <a:lnTo>
                  <a:pt x="486" y="895"/>
                </a:lnTo>
                <a:lnTo>
                  <a:pt x="487" y="894"/>
                </a:lnTo>
                <a:lnTo>
                  <a:pt x="488" y="893"/>
                </a:lnTo>
                <a:lnTo>
                  <a:pt x="487" y="893"/>
                </a:lnTo>
                <a:lnTo>
                  <a:pt x="487" y="892"/>
                </a:lnTo>
                <a:lnTo>
                  <a:pt x="488" y="892"/>
                </a:lnTo>
                <a:lnTo>
                  <a:pt x="489" y="892"/>
                </a:lnTo>
                <a:lnTo>
                  <a:pt x="491" y="893"/>
                </a:lnTo>
                <a:lnTo>
                  <a:pt x="493" y="894"/>
                </a:lnTo>
                <a:lnTo>
                  <a:pt x="499" y="894"/>
                </a:lnTo>
                <a:lnTo>
                  <a:pt x="500" y="893"/>
                </a:lnTo>
                <a:lnTo>
                  <a:pt x="501" y="893"/>
                </a:lnTo>
                <a:lnTo>
                  <a:pt x="501" y="892"/>
                </a:lnTo>
                <a:lnTo>
                  <a:pt x="502" y="892"/>
                </a:lnTo>
                <a:lnTo>
                  <a:pt x="503" y="891"/>
                </a:lnTo>
                <a:lnTo>
                  <a:pt x="504" y="891"/>
                </a:lnTo>
                <a:lnTo>
                  <a:pt x="504" y="892"/>
                </a:lnTo>
                <a:lnTo>
                  <a:pt x="505" y="892"/>
                </a:lnTo>
                <a:lnTo>
                  <a:pt x="506" y="892"/>
                </a:lnTo>
                <a:lnTo>
                  <a:pt x="506" y="891"/>
                </a:lnTo>
                <a:lnTo>
                  <a:pt x="507" y="890"/>
                </a:lnTo>
                <a:lnTo>
                  <a:pt x="507" y="889"/>
                </a:lnTo>
                <a:lnTo>
                  <a:pt x="509" y="887"/>
                </a:lnTo>
                <a:lnTo>
                  <a:pt x="510" y="887"/>
                </a:lnTo>
                <a:lnTo>
                  <a:pt x="511" y="887"/>
                </a:lnTo>
                <a:lnTo>
                  <a:pt x="511" y="886"/>
                </a:lnTo>
                <a:lnTo>
                  <a:pt x="511" y="885"/>
                </a:lnTo>
                <a:lnTo>
                  <a:pt x="512" y="885"/>
                </a:lnTo>
                <a:lnTo>
                  <a:pt x="512" y="886"/>
                </a:lnTo>
                <a:lnTo>
                  <a:pt x="513" y="886"/>
                </a:lnTo>
                <a:lnTo>
                  <a:pt x="513" y="885"/>
                </a:lnTo>
                <a:lnTo>
                  <a:pt x="515" y="884"/>
                </a:lnTo>
                <a:lnTo>
                  <a:pt x="516" y="884"/>
                </a:lnTo>
                <a:lnTo>
                  <a:pt x="516" y="883"/>
                </a:lnTo>
                <a:lnTo>
                  <a:pt x="514" y="883"/>
                </a:lnTo>
                <a:lnTo>
                  <a:pt x="513" y="884"/>
                </a:lnTo>
                <a:lnTo>
                  <a:pt x="512" y="884"/>
                </a:lnTo>
                <a:lnTo>
                  <a:pt x="511" y="884"/>
                </a:lnTo>
                <a:lnTo>
                  <a:pt x="510" y="884"/>
                </a:lnTo>
                <a:lnTo>
                  <a:pt x="509" y="884"/>
                </a:lnTo>
                <a:lnTo>
                  <a:pt x="508" y="885"/>
                </a:lnTo>
                <a:lnTo>
                  <a:pt x="506" y="886"/>
                </a:lnTo>
                <a:lnTo>
                  <a:pt x="505" y="887"/>
                </a:lnTo>
                <a:lnTo>
                  <a:pt x="502" y="889"/>
                </a:lnTo>
                <a:lnTo>
                  <a:pt x="501" y="890"/>
                </a:lnTo>
                <a:lnTo>
                  <a:pt x="500" y="890"/>
                </a:lnTo>
                <a:lnTo>
                  <a:pt x="498" y="890"/>
                </a:lnTo>
                <a:lnTo>
                  <a:pt x="497" y="890"/>
                </a:lnTo>
                <a:lnTo>
                  <a:pt x="495" y="890"/>
                </a:lnTo>
                <a:lnTo>
                  <a:pt x="495" y="891"/>
                </a:lnTo>
                <a:lnTo>
                  <a:pt x="494" y="891"/>
                </a:lnTo>
                <a:lnTo>
                  <a:pt x="493" y="891"/>
                </a:lnTo>
                <a:lnTo>
                  <a:pt x="491" y="892"/>
                </a:lnTo>
                <a:lnTo>
                  <a:pt x="490" y="891"/>
                </a:lnTo>
                <a:lnTo>
                  <a:pt x="489" y="891"/>
                </a:lnTo>
                <a:lnTo>
                  <a:pt x="488" y="890"/>
                </a:lnTo>
                <a:lnTo>
                  <a:pt x="487" y="890"/>
                </a:lnTo>
                <a:lnTo>
                  <a:pt x="486" y="890"/>
                </a:lnTo>
                <a:lnTo>
                  <a:pt x="485" y="889"/>
                </a:lnTo>
                <a:lnTo>
                  <a:pt x="484" y="889"/>
                </a:lnTo>
                <a:lnTo>
                  <a:pt x="482" y="889"/>
                </a:lnTo>
                <a:lnTo>
                  <a:pt x="482" y="887"/>
                </a:lnTo>
                <a:lnTo>
                  <a:pt x="482" y="888"/>
                </a:lnTo>
                <a:lnTo>
                  <a:pt x="482" y="889"/>
                </a:lnTo>
                <a:lnTo>
                  <a:pt x="482" y="891"/>
                </a:lnTo>
                <a:lnTo>
                  <a:pt x="483" y="892"/>
                </a:lnTo>
                <a:lnTo>
                  <a:pt x="483" y="893"/>
                </a:lnTo>
                <a:lnTo>
                  <a:pt x="484" y="894"/>
                </a:lnTo>
                <a:lnTo>
                  <a:pt x="484" y="895"/>
                </a:lnTo>
                <a:lnTo>
                  <a:pt x="484" y="897"/>
                </a:lnTo>
                <a:lnTo>
                  <a:pt x="483" y="897"/>
                </a:lnTo>
                <a:lnTo>
                  <a:pt x="483" y="898"/>
                </a:lnTo>
                <a:lnTo>
                  <a:pt x="481" y="899"/>
                </a:lnTo>
                <a:lnTo>
                  <a:pt x="480" y="899"/>
                </a:lnTo>
                <a:lnTo>
                  <a:pt x="481" y="901"/>
                </a:lnTo>
                <a:lnTo>
                  <a:pt x="480" y="901"/>
                </a:lnTo>
                <a:lnTo>
                  <a:pt x="479" y="899"/>
                </a:lnTo>
                <a:lnTo>
                  <a:pt x="478" y="900"/>
                </a:lnTo>
                <a:lnTo>
                  <a:pt x="477" y="900"/>
                </a:lnTo>
                <a:lnTo>
                  <a:pt x="477" y="901"/>
                </a:lnTo>
                <a:lnTo>
                  <a:pt x="475" y="902"/>
                </a:lnTo>
                <a:lnTo>
                  <a:pt x="474" y="903"/>
                </a:lnTo>
                <a:lnTo>
                  <a:pt x="473" y="903"/>
                </a:lnTo>
                <a:lnTo>
                  <a:pt x="472" y="903"/>
                </a:lnTo>
                <a:lnTo>
                  <a:pt x="472" y="905"/>
                </a:lnTo>
                <a:lnTo>
                  <a:pt x="471" y="906"/>
                </a:lnTo>
                <a:lnTo>
                  <a:pt x="467" y="907"/>
                </a:lnTo>
                <a:lnTo>
                  <a:pt x="464" y="908"/>
                </a:lnTo>
                <a:lnTo>
                  <a:pt x="463" y="909"/>
                </a:lnTo>
                <a:lnTo>
                  <a:pt x="463" y="908"/>
                </a:lnTo>
                <a:lnTo>
                  <a:pt x="462" y="909"/>
                </a:lnTo>
                <a:lnTo>
                  <a:pt x="461" y="910"/>
                </a:lnTo>
                <a:lnTo>
                  <a:pt x="461" y="911"/>
                </a:lnTo>
                <a:lnTo>
                  <a:pt x="460" y="911"/>
                </a:lnTo>
                <a:lnTo>
                  <a:pt x="460" y="910"/>
                </a:lnTo>
                <a:lnTo>
                  <a:pt x="460" y="909"/>
                </a:lnTo>
                <a:lnTo>
                  <a:pt x="460" y="908"/>
                </a:lnTo>
                <a:lnTo>
                  <a:pt x="460" y="907"/>
                </a:lnTo>
                <a:lnTo>
                  <a:pt x="459" y="907"/>
                </a:lnTo>
                <a:lnTo>
                  <a:pt x="459" y="908"/>
                </a:lnTo>
                <a:lnTo>
                  <a:pt x="458" y="908"/>
                </a:lnTo>
                <a:lnTo>
                  <a:pt x="457" y="908"/>
                </a:lnTo>
                <a:lnTo>
                  <a:pt x="456" y="908"/>
                </a:lnTo>
                <a:lnTo>
                  <a:pt x="456" y="910"/>
                </a:lnTo>
                <a:lnTo>
                  <a:pt x="457" y="911"/>
                </a:lnTo>
                <a:lnTo>
                  <a:pt x="457" y="913"/>
                </a:lnTo>
                <a:lnTo>
                  <a:pt x="457" y="915"/>
                </a:lnTo>
                <a:lnTo>
                  <a:pt x="455" y="916"/>
                </a:lnTo>
                <a:lnTo>
                  <a:pt x="455" y="918"/>
                </a:lnTo>
                <a:lnTo>
                  <a:pt x="453" y="918"/>
                </a:lnTo>
                <a:lnTo>
                  <a:pt x="453" y="916"/>
                </a:lnTo>
                <a:lnTo>
                  <a:pt x="449" y="916"/>
                </a:lnTo>
                <a:lnTo>
                  <a:pt x="449" y="913"/>
                </a:lnTo>
                <a:lnTo>
                  <a:pt x="449" y="907"/>
                </a:lnTo>
                <a:lnTo>
                  <a:pt x="445" y="907"/>
                </a:lnTo>
                <a:lnTo>
                  <a:pt x="444" y="908"/>
                </a:lnTo>
                <a:lnTo>
                  <a:pt x="443" y="908"/>
                </a:lnTo>
                <a:lnTo>
                  <a:pt x="444" y="906"/>
                </a:lnTo>
                <a:lnTo>
                  <a:pt x="444" y="904"/>
                </a:lnTo>
                <a:lnTo>
                  <a:pt x="445" y="904"/>
                </a:lnTo>
                <a:lnTo>
                  <a:pt x="446" y="902"/>
                </a:lnTo>
                <a:lnTo>
                  <a:pt x="446" y="901"/>
                </a:lnTo>
                <a:lnTo>
                  <a:pt x="446" y="899"/>
                </a:lnTo>
                <a:lnTo>
                  <a:pt x="446" y="898"/>
                </a:lnTo>
                <a:lnTo>
                  <a:pt x="446" y="896"/>
                </a:lnTo>
                <a:lnTo>
                  <a:pt x="446" y="895"/>
                </a:lnTo>
                <a:lnTo>
                  <a:pt x="446" y="894"/>
                </a:lnTo>
                <a:lnTo>
                  <a:pt x="445" y="894"/>
                </a:lnTo>
                <a:lnTo>
                  <a:pt x="445" y="895"/>
                </a:lnTo>
                <a:lnTo>
                  <a:pt x="444" y="894"/>
                </a:lnTo>
                <a:lnTo>
                  <a:pt x="443" y="894"/>
                </a:lnTo>
                <a:lnTo>
                  <a:pt x="444" y="894"/>
                </a:lnTo>
                <a:lnTo>
                  <a:pt x="444" y="893"/>
                </a:lnTo>
                <a:lnTo>
                  <a:pt x="443" y="893"/>
                </a:lnTo>
                <a:lnTo>
                  <a:pt x="442" y="892"/>
                </a:lnTo>
                <a:lnTo>
                  <a:pt x="441" y="892"/>
                </a:lnTo>
                <a:lnTo>
                  <a:pt x="440" y="890"/>
                </a:lnTo>
                <a:lnTo>
                  <a:pt x="440" y="891"/>
                </a:lnTo>
                <a:lnTo>
                  <a:pt x="440" y="892"/>
                </a:lnTo>
                <a:lnTo>
                  <a:pt x="441" y="893"/>
                </a:lnTo>
                <a:lnTo>
                  <a:pt x="442" y="894"/>
                </a:lnTo>
                <a:lnTo>
                  <a:pt x="442" y="895"/>
                </a:lnTo>
                <a:lnTo>
                  <a:pt x="442" y="896"/>
                </a:lnTo>
                <a:lnTo>
                  <a:pt x="441" y="897"/>
                </a:lnTo>
                <a:lnTo>
                  <a:pt x="441" y="898"/>
                </a:lnTo>
                <a:lnTo>
                  <a:pt x="441" y="899"/>
                </a:lnTo>
                <a:lnTo>
                  <a:pt x="440" y="900"/>
                </a:lnTo>
                <a:lnTo>
                  <a:pt x="439" y="901"/>
                </a:lnTo>
                <a:lnTo>
                  <a:pt x="439" y="902"/>
                </a:lnTo>
                <a:lnTo>
                  <a:pt x="439" y="903"/>
                </a:lnTo>
                <a:lnTo>
                  <a:pt x="438" y="903"/>
                </a:lnTo>
                <a:lnTo>
                  <a:pt x="437" y="904"/>
                </a:lnTo>
                <a:lnTo>
                  <a:pt x="437" y="905"/>
                </a:lnTo>
                <a:lnTo>
                  <a:pt x="436" y="905"/>
                </a:lnTo>
                <a:lnTo>
                  <a:pt x="435" y="905"/>
                </a:lnTo>
                <a:lnTo>
                  <a:pt x="434" y="904"/>
                </a:lnTo>
                <a:lnTo>
                  <a:pt x="433" y="904"/>
                </a:lnTo>
                <a:lnTo>
                  <a:pt x="433" y="903"/>
                </a:lnTo>
                <a:lnTo>
                  <a:pt x="432" y="903"/>
                </a:lnTo>
                <a:lnTo>
                  <a:pt x="432" y="904"/>
                </a:lnTo>
                <a:lnTo>
                  <a:pt x="431" y="904"/>
                </a:lnTo>
                <a:lnTo>
                  <a:pt x="431" y="903"/>
                </a:lnTo>
                <a:lnTo>
                  <a:pt x="430" y="903"/>
                </a:lnTo>
                <a:lnTo>
                  <a:pt x="429" y="902"/>
                </a:lnTo>
                <a:lnTo>
                  <a:pt x="428" y="902"/>
                </a:lnTo>
                <a:lnTo>
                  <a:pt x="427" y="903"/>
                </a:lnTo>
                <a:lnTo>
                  <a:pt x="427" y="904"/>
                </a:lnTo>
                <a:lnTo>
                  <a:pt x="426" y="904"/>
                </a:lnTo>
                <a:lnTo>
                  <a:pt x="425" y="904"/>
                </a:lnTo>
                <a:lnTo>
                  <a:pt x="423" y="904"/>
                </a:lnTo>
                <a:lnTo>
                  <a:pt x="423" y="903"/>
                </a:lnTo>
                <a:lnTo>
                  <a:pt x="423" y="902"/>
                </a:lnTo>
                <a:lnTo>
                  <a:pt x="423" y="901"/>
                </a:lnTo>
                <a:lnTo>
                  <a:pt x="424" y="901"/>
                </a:lnTo>
                <a:lnTo>
                  <a:pt x="425" y="897"/>
                </a:lnTo>
                <a:lnTo>
                  <a:pt x="425" y="896"/>
                </a:lnTo>
                <a:lnTo>
                  <a:pt x="425" y="895"/>
                </a:lnTo>
                <a:lnTo>
                  <a:pt x="427" y="896"/>
                </a:lnTo>
                <a:lnTo>
                  <a:pt x="428" y="894"/>
                </a:lnTo>
                <a:lnTo>
                  <a:pt x="429" y="893"/>
                </a:lnTo>
                <a:lnTo>
                  <a:pt x="428" y="892"/>
                </a:lnTo>
                <a:lnTo>
                  <a:pt x="428" y="889"/>
                </a:lnTo>
                <a:lnTo>
                  <a:pt x="427" y="889"/>
                </a:lnTo>
                <a:lnTo>
                  <a:pt x="426" y="889"/>
                </a:lnTo>
                <a:lnTo>
                  <a:pt x="426" y="890"/>
                </a:lnTo>
                <a:lnTo>
                  <a:pt x="425" y="891"/>
                </a:lnTo>
                <a:lnTo>
                  <a:pt x="423" y="893"/>
                </a:lnTo>
                <a:lnTo>
                  <a:pt x="423" y="894"/>
                </a:lnTo>
                <a:lnTo>
                  <a:pt x="425" y="895"/>
                </a:lnTo>
                <a:lnTo>
                  <a:pt x="424" y="896"/>
                </a:lnTo>
                <a:lnTo>
                  <a:pt x="424" y="897"/>
                </a:lnTo>
                <a:lnTo>
                  <a:pt x="423" y="897"/>
                </a:lnTo>
                <a:lnTo>
                  <a:pt x="422" y="898"/>
                </a:lnTo>
                <a:lnTo>
                  <a:pt x="422" y="899"/>
                </a:lnTo>
                <a:lnTo>
                  <a:pt x="421" y="901"/>
                </a:lnTo>
                <a:lnTo>
                  <a:pt x="420" y="900"/>
                </a:lnTo>
                <a:lnTo>
                  <a:pt x="419" y="899"/>
                </a:lnTo>
                <a:lnTo>
                  <a:pt x="418" y="899"/>
                </a:lnTo>
                <a:lnTo>
                  <a:pt x="418" y="900"/>
                </a:lnTo>
                <a:lnTo>
                  <a:pt x="419" y="902"/>
                </a:lnTo>
                <a:lnTo>
                  <a:pt x="418" y="902"/>
                </a:lnTo>
                <a:lnTo>
                  <a:pt x="417" y="905"/>
                </a:lnTo>
                <a:lnTo>
                  <a:pt x="416" y="905"/>
                </a:lnTo>
                <a:lnTo>
                  <a:pt x="415" y="906"/>
                </a:lnTo>
                <a:lnTo>
                  <a:pt x="414" y="905"/>
                </a:lnTo>
                <a:lnTo>
                  <a:pt x="414" y="904"/>
                </a:lnTo>
                <a:lnTo>
                  <a:pt x="412" y="904"/>
                </a:lnTo>
                <a:lnTo>
                  <a:pt x="412" y="902"/>
                </a:lnTo>
                <a:lnTo>
                  <a:pt x="413" y="901"/>
                </a:lnTo>
                <a:lnTo>
                  <a:pt x="414" y="901"/>
                </a:lnTo>
                <a:lnTo>
                  <a:pt x="414" y="900"/>
                </a:lnTo>
                <a:lnTo>
                  <a:pt x="413" y="899"/>
                </a:lnTo>
                <a:lnTo>
                  <a:pt x="413" y="898"/>
                </a:lnTo>
                <a:lnTo>
                  <a:pt x="413" y="897"/>
                </a:lnTo>
                <a:lnTo>
                  <a:pt x="414" y="897"/>
                </a:lnTo>
                <a:lnTo>
                  <a:pt x="414" y="896"/>
                </a:lnTo>
                <a:lnTo>
                  <a:pt x="415" y="895"/>
                </a:lnTo>
                <a:lnTo>
                  <a:pt x="414" y="895"/>
                </a:lnTo>
                <a:lnTo>
                  <a:pt x="414" y="894"/>
                </a:lnTo>
                <a:lnTo>
                  <a:pt x="414" y="893"/>
                </a:lnTo>
                <a:lnTo>
                  <a:pt x="414" y="892"/>
                </a:lnTo>
                <a:lnTo>
                  <a:pt x="414" y="891"/>
                </a:lnTo>
                <a:lnTo>
                  <a:pt x="415" y="891"/>
                </a:lnTo>
                <a:lnTo>
                  <a:pt x="415" y="890"/>
                </a:lnTo>
                <a:lnTo>
                  <a:pt x="415" y="889"/>
                </a:lnTo>
                <a:lnTo>
                  <a:pt x="414" y="889"/>
                </a:lnTo>
                <a:lnTo>
                  <a:pt x="414" y="888"/>
                </a:lnTo>
                <a:lnTo>
                  <a:pt x="414" y="887"/>
                </a:lnTo>
                <a:lnTo>
                  <a:pt x="416" y="886"/>
                </a:lnTo>
                <a:lnTo>
                  <a:pt x="419" y="884"/>
                </a:lnTo>
                <a:lnTo>
                  <a:pt x="419" y="883"/>
                </a:lnTo>
                <a:lnTo>
                  <a:pt x="420" y="882"/>
                </a:lnTo>
                <a:lnTo>
                  <a:pt x="421" y="881"/>
                </a:lnTo>
                <a:lnTo>
                  <a:pt x="422" y="881"/>
                </a:lnTo>
                <a:lnTo>
                  <a:pt x="422" y="880"/>
                </a:lnTo>
                <a:lnTo>
                  <a:pt x="424" y="879"/>
                </a:lnTo>
                <a:lnTo>
                  <a:pt x="425" y="877"/>
                </a:lnTo>
                <a:lnTo>
                  <a:pt x="425" y="876"/>
                </a:lnTo>
                <a:lnTo>
                  <a:pt x="428" y="876"/>
                </a:lnTo>
                <a:lnTo>
                  <a:pt x="429" y="877"/>
                </a:lnTo>
                <a:lnTo>
                  <a:pt x="430" y="877"/>
                </a:lnTo>
                <a:lnTo>
                  <a:pt x="430" y="879"/>
                </a:lnTo>
                <a:lnTo>
                  <a:pt x="430" y="880"/>
                </a:lnTo>
                <a:lnTo>
                  <a:pt x="431" y="880"/>
                </a:lnTo>
                <a:lnTo>
                  <a:pt x="433" y="880"/>
                </a:lnTo>
                <a:lnTo>
                  <a:pt x="433" y="878"/>
                </a:lnTo>
                <a:lnTo>
                  <a:pt x="435" y="877"/>
                </a:lnTo>
                <a:lnTo>
                  <a:pt x="435" y="876"/>
                </a:lnTo>
                <a:lnTo>
                  <a:pt x="436" y="875"/>
                </a:lnTo>
                <a:lnTo>
                  <a:pt x="437" y="875"/>
                </a:lnTo>
                <a:lnTo>
                  <a:pt x="438" y="874"/>
                </a:lnTo>
                <a:lnTo>
                  <a:pt x="438" y="873"/>
                </a:lnTo>
                <a:lnTo>
                  <a:pt x="439" y="872"/>
                </a:lnTo>
                <a:lnTo>
                  <a:pt x="439" y="871"/>
                </a:lnTo>
                <a:lnTo>
                  <a:pt x="440" y="871"/>
                </a:lnTo>
                <a:lnTo>
                  <a:pt x="443" y="870"/>
                </a:lnTo>
                <a:lnTo>
                  <a:pt x="443" y="869"/>
                </a:lnTo>
                <a:lnTo>
                  <a:pt x="442" y="869"/>
                </a:lnTo>
                <a:lnTo>
                  <a:pt x="441" y="869"/>
                </a:lnTo>
                <a:lnTo>
                  <a:pt x="441" y="870"/>
                </a:lnTo>
                <a:lnTo>
                  <a:pt x="440" y="870"/>
                </a:lnTo>
                <a:lnTo>
                  <a:pt x="439" y="871"/>
                </a:lnTo>
                <a:lnTo>
                  <a:pt x="438" y="871"/>
                </a:lnTo>
                <a:lnTo>
                  <a:pt x="437" y="873"/>
                </a:lnTo>
                <a:lnTo>
                  <a:pt x="437" y="874"/>
                </a:lnTo>
                <a:lnTo>
                  <a:pt x="436" y="874"/>
                </a:lnTo>
                <a:lnTo>
                  <a:pt x="434" y="875"/>
                </a:lnTo>
                <a:lnTo>
                  <a:pt x="433" y="876"/>
                </a:lnTo>
                <a:lnTo>
                  <a:pt x="432" y="876"/>
                </a:lnTo>
                <a:lnTo>
                  <a:pt x="432" y="875"/>
                </a:lnTo>
                <a:lnTo>
                  <a:pt x="431" y="875"/>
                </a:lnTo>
                <a:lnTo>
                  <a:pt x="430" y="874"/>
                </a:lnTo>
                <a:lnTo>
                  <a:pt x="428" y="874"/>
                </a:lnTo>
                <a:lnTo>
                  <a:pt x="428" y="873"/>
                </a:lnTo>
                <a:lnTo>
                  <a:pt x="425" y="873"/>
                </a:lnTo>
                <a:lnTo>
                  <a:pt x="424" y="874"/>
                </a:lnTo>
                <a:lnTo>
                  <a:pt x="422" y="876"/>
                </a:lnTo>
                <a:lnTo>
                  <a:pt x="421" y="876"/>
                </a:lnTo>
                <a:lnTo>
                  <a:pt x="419" y="877"/>
                </a:lnTo>
                <a:lnTo>
                  <a:pt x="420" y="878"/>
                </a:lnTo>
                <a:lnTo>
                  <a:pt x="420" y="879"/>
                </a:lnTo>
                <a:lnTo>
                  <a:pt x="418" y="880"/>
                </a:lnTo>
                <a:lnTo>
                  <a:pt x="417" y="881"/>
                </a:lnTo>
                <a:lnTo>
                  <a:pt x="417" y="882"/>
                </a:lnTo>
                <a:lnTo>
                  <a:pt x="416" y="882"/>
                </a:lnTo>
                <a:lnTo>
                  <a:pt x="416" y="881"/>
                </a:lnTo>
                <a:lnTo>
                  <a:pt x="416" y="880"/>
                </a:lnTo>
                <a:lnTo>
                  <a:pt x="416" y="879"/>
                </a:lnTo>
                <a:lnTo>
                  <a:pt x="416" y="878"/>
                </a:lnTo>
                <a:lnTo>
                  <a:pt x="415" y="877"/>
                </a:lnTo>
                <a:lnTo>
                  <a:pt x="414" y="877"/>
                </a:lnTo>
                <a:lnTo>
                  <a:pt x="413" y="877"/>
                </a:lnTo>
                <a:lnTo>
                  <a:pt x="412" y="877"/>
                </a:lnTo>
                <a:lnTo>
                  <a:pt x="412" y="879"/>
                </a:lnTo>
                <a:lnTo>
                  <a:pt x="412" y="880"/>
                </a:lnTo>
                <a:lnTo>
                  <a:pt x="411" y="880"/>
                </a:lnTo>
                <a:lnTo>
                  <a:pt x="411" y="883"/>
                </a:lnTo>
                <a:lnTo>
                  <a:pt x="412" y="883"/>
                </a:lnTo>
                <a:lnTo>
                  <a:pt x="405" y="884"/>
                </a:lnTo>
                <a:lnTo>
                  <a:pt x="404" y="878"/>
                </a:lnTo>
                <a:lnTo>
                  <a:pt x="404" y="876"/>
                </a:lnTo>
                <a:lnTo>
                  <a:pt x="404" y="875"/>
                </a:lnTo>
                <a:lnTo>
                  <a:pt x="404" y="874"/>
                </a:lnTo>
                <a:lnTo>
                  <a:pt x="404" y="873"/>
                </a:lnTo>
                <a:lnTo>
                  <a:pt x="404" y="872"/>
                </a:lnTo>
                <a:lnTo>
                  <a:pt x="404" y="870"/>
                </a:lnTo>
                <a:lnTo>
                  <a:pt x="406" y="866"/>
                </a:lnTo>
                <a:lnTo>
                  <a:pt x="407" y="865"/>
                </a:lnTo>
                <a:lnTo>
                  <a:pt x="409" y="865"/>
                </a:lnTo>
                <a:lnTo>
                  <a:pt x="411" y="864"/>
                </a:lnTo>
                <a:lnTo>
                  <a:pt x="411" y="863"/>
                </a:lnTo>
                <a:lnTo>
                  <a:pt x="412" y="862"/>
                </a:lnTo>
                <a:lnTo>
                  <a:pt x="412" y="861"/>
                </a:lnTo>
                <a:lnTo>
                  <a:pt x="412" y="860"/>
                </a:lnTo>
                <a:lnTo>
                  <a:pt x="412" y="859"/>
                </a:lnTo>
                <a:lnTo>
                  <a:pt x="413" y="859"/>
                </a:lnTo>
                <a:lnTo>
                  <a:pt x="413" y="858"/>
                </a:lnTo>
                <a:lnTo>
                  <a:pt x="415" y="859"/>
                </a:lnTo>
                <a:lnTo>
                  <a:pt x="415" y="860"/>
                </a:lnTo>
                <a:lnTo>
                  <a:pt x="416" y="860"/>
                </a:lnTo>
                <a:lnTo>
                  <a:pt x="416" y="859"/>
                </a:lnTo>
                <a:lnTo>
                  <a:pt x="419" y="858"/>
                </a:lnTo>
                <a:lnTo>
                  <a:pt x="420" y="858"/>
                </a:lnTo>
                <a:lnTo>
                  <a:pt x="420" y="857"/>
                </a:lnTo>
                <a:lnTo>
                  <a:pt x="421" y="857"/>
                </a:lnTo>
                <a:lnTo>
                  <a:pt x="423" y="857"/>
                </a:lnTo>
                <a:lnTo>
                  <a:pt x="424" y="857"/>
                </a:lnTo>
                <a:lnTo>
                  <a:pt x="425" y="857"/>
                </a:lnTo>
                <a:lnTo>
                  <a:pt x="426" y="857"/>
                </a:lnTo>
                <a:lnTo>
                  <a:pt x="427" y="856"/>
                </a:lnTo>
                <a:lnTo>
                  <a:pt x="429" y="855"/>
                </a:lnTo>
                <a:lnTo>
                  <a:pt x="430" y="854"/>
                </a:lnTo>
                <a:lnTo>
                  <a:pt x="430" y="853"/>
                </a:lnTo>
                <a:lnTo>
                  <a:pt x="430" y="852"/>
                </a:lnTo>
                <a:lnTo>
                  <a:pt x="431" y="852"/>
                </a:lnTo>
                <a:lnTo>
                  <a:pt x="432" y="852"/>
                </a:lnTo>
                <a:lnTo>
                  <a:pt x="432" y="853"/>
                </a:lnTo>
                <a:lnTo>
                  <a:pt x="433" y="853"/>
                </a:lnTo>
                <a:lnTo>
                  <a:pt x="434" y="852"/>
                </a:lnTo>
                <a:lnTo>
                  <a:pt x="435" y="852"/>
                </a:lnTo>
                <a:lnTo>
                  <a:pt x="435" y="851"/>
                </a:lnTo>
                <a:lnTo>
                  <a:pt x="436" y="850"/>
                </a:lnTo>
                <a:lnTo>
                  <a:pt x="436" y="849"/>
                </a:lnTo>
                <a:lnTo>
                  <a:pt x="436" y="848"/>
                </a:lnTo>
                <a:lnTo>
                  <a:pt x="436" y="847"/>
                </a:lnTo>
                <a:lnTo>
                  <a:pt x="436" y="846"/>
                </a:lnTo>
                <a:lnTo>
                  <a:pt x="435" y="846"/>
                </a:lnTo>
                <a:lnTo>
                  <a:pt x="434" y="846"/>
                </a:lnTo>
                <a:lnTo>
                  <a:pt x="433" y="846"/>
                </a:lnTo>
                <a:lnTo>
                  <a:pt x="433" y="845"/>
                </a:lnTo>
                <a:lnTo>
                  <a:pt x="434" y="845"/>
                </a:lnTo>
                <a:lnTo>
                  <a:pt x="435" y="844"/>
                </a:lnTo>
                <a:lnTo>
                  <a:pt x="436" y="844"/>
                </a:lnTo>
                <a:lnTo>
                  <a:pt x="437" y="844"/>
                </a:lnTo>
                <a:lnTo>
                  <a:pt x="437" y="843"/>
                </a:lnTo>
                <a:lnTo>
                  <a:pt x="438" y="843"/>
                </a:lnTo>
                <a:lnTo>
                  <a:pt x="439" y="843"/>
                </a:lnTo>
                <a:lnTo>
                  <a:pt x="439" y="842"/>
                </a:lnTo>
                <a:lnTo>
                  <a:pt x="440" y="842"/>
                </a:lnTo>
                <a:lnTo>
                  <a:pt x="441" y="842"/>
                </a:lnTo>
                <a:lnTo>
                  <a:pt x="442" y="842"/>
                </a:lnTo>
                <a:lnTo>
                  <a:pt x="443" y="843"/>
                </a:lnTo>
                <a:lnTo>
                  <a:pt x="444" y="844"/>
                </a:lnTo>
                <a:lnTo>
                  <a:pt x="445" y="845"/>
                </a:lnTo>
                <a:lnTo>
                  <a:pt x="445" y="846"/>
                </a:lnTo>
                <a:lnTo>
                  <a:pt x="446" y="847"/>
                </a:lnTo>
                <a:lnTo>
                  <a:pt x="447" y="849"/>
                </a:lnTo>
                <a:lnTo>
                  <a:pt x="447" y="850"/>
                </a:lnTo>
                <a:lnTo>
                  <a:pt x="448" y="850"/>
                </a:lnTo>
                <a:lnTo>
                  <a:pt x="448" y="851"/>
                </a:lnTo>
                <a:lnTo>
                  <a:pt x="448" y="852"/>
                </a:lnTo>
                <a:lnTo>
                  <a:pt x="449" y="853"/>
                </a:lnTo>
                <a:lnTo>
                  <a:pt x="449" y="854"/>
                </a:lnTo>
                <a:lnTo>
                  <a:pt x="449" y="855"/>
                </a:lnTo>
                <a:lnTo>
                  <a:pt x="450" y="855"/>
                </a:lnTo>
                <a:lnTo>
                  <a:pt x="450" y="854"/>
                </a:lnTo>
                <a:lnTo>
                  <a:pt x="451" y="853"/>
                </a:lnTo>
                <a:lnTo>
                  <a:pt x="452" y="853"/>
                </a:lnTo>
                <a:lnTo>
                  <a:pt x="453" y="852"/>
                </a:lnTo>
                <a:lnTo>
                  <a:pt x="453" y="851"/>
                </a:lnTo>
                <a:lnTo>
                  <a:pt x="452" y="852"/>
                </a:lnTo>
                <a:lnTo>
                  <a:pt x="451" y="852"/>
                </a:lnTo>
                <a:lnTo>
                  <a:pt x="449" y="852"/>
                </a:lnTo>
                <a:lnTo>
                  <a:pt x="449" y="851"/>
                </a:lnTo>
                <a:lnTo>
                  <a:pt x="448" y="850"/>
                </a:lnTo>
                <a:lnTo>
                  <a:pt x="448" y="849"/>
                </a:lnTo>
                <a:lnTo>
                  <a:pt x="447" y="849"/>
                </a:lnTo>
                <a:lnTo>
                  <a:pt x="447" y="848"/>
                </a:lnTo>
                <a:lnTo>
                  <a:pt x="447" y="847"/>
                </a:lnTo>
                <a:lnTo>
                  <a:pt x="446" y="847"/>
                </a:lnTo>
                <a:lnTo>
                  <a:pt x="445" y="844"/>
                </a:lnTo>
                <a:lnTo>
                  <a:pt x="444" y="842"/>
                </a:lnTo>
                <a:lnTo>
                  <a:pt x="443" y="842"/>
                </a:lnTo>
                <a:lnTo>
                  <a:pt x="442" y="841"/>
                </a:lnTo>
                <a:lnTo>
                  <a:pt x="440" y="841"/>
                </a:lnTo>
                <a:lnTo>
                  <a:pt x="441" y="839"/>
                </a:lnTo>
                <a:lnTo>
                  <a:pt x="442" y="839"/>
                </a:lnTo>
                <a:lnTo>
                  <a:pt x="443" y="839"/>
                </a:lnTo>
                <a:lnTo>
                  <a:pt x="442" y="839"/>
                </a:lnTo>
                <a:lnTo>
                  <a:pt x="441" y="837"/>
                </a:lnTo>
                <a:lnTo>
                  <a:pt x="441" y="836"/>
                </a:lnTo>
                <a:lnTo>
                  <a:pt x="441" y="835"/>
                </a:lnTo>
                <a:lnTo>
                  <a:pt x="441" y="834"/>
                </a:lnTo>
                <a:lnTo>
                  <a:pt x="441" y="833"/>
                </a:lnTo>
                <a:lnTo>
                  <a:pt x="440" y="831"/>
                </a:lnTo>
                <a:lnTo>
                  <a:pt x="439" y="830"/>
                </a:lnTo>
                <a:lnTo>
                  <a:pt x="438" y="830"/>
                </a:lnTo>
                <a:lnTo>
                  <a:pt x="437" y="829"/>
                </a:lnTo>
                <a:lnTo>
                  <a:pt x="435" y="828"/>
                </a:lnTo>
                <a:lnTo>
                  <a:pt x="435" y="827"/>
                </a:lnTo>
                <a:lnTo>
                  <a:pt x="434" y="827"/>
                </a:lnTo>
                <a:lnTo>
                  <a:pt x="433" y="826"/>
                </a:lnTo>
                <a:lnTo>
                  <a:pt x="432" y="826"/>
                </a:lnTo>
                <a:lnTo>
                  <a:pt x="432" y="825"/>
                </a:lnTo>
                <a:lnTo>
                  <a:pt x="433" y="825"/>
                </a:lnTo>
                <a:lnTo>
                  <a:pt x="433" y="824"/>
                </a:lnTo>
                <a:lnTo>
                  <a:pt x="434" y="824"/>
                </a:lnTo>
                <a:lnTo>
                  <a:pt x="435" y="823"/>
                </a:lnTo>
                <a:lnTo>
                  <a:pt x="435" y="822"/>
                </a:lnTo>
                <a:lnTo>
                  <a:pt x="436" y="821"/>
                </a:lnTo>
                <a:lnTo>
                  <a:pt x="436" y="820"/>
                </a:lnTo>
                <a:lnTo>
                  <a:pt x="436" y="818"/>
                </a:lnTo>
                <a:lnTo>
                  <a:pt x="436" y="817"/>
                </a:lnTo>
                <a:lnTo>
                  <a:pt x="435" y="817"/>
                </a:lnTo>
                <a:lnTo>
                  <a:pt x="435" y="816"/>
                </a:lnTo>
                <a:lnTo>
                  <a:pt x="434" y="816"/>
                </a:lnTo>
                <a:lnTo>
                  <a:pt x="433" y="815"/>
                </a:lnTo>
                <a:lnTo>
                  <a:pt x="432" y="815"/>
                </a:lnTo>
                <a:lnTo>
                  <a:pt x="432" y="813"/>
                </a:lnTo>
                <a:lnTo>
                  <a:pt x="432" y="812"/>
                </a:lnTo>
                <a:lnTo>
                  <a:pt x="432" y="811"/>
                </a:lnTo>
                <a:lnTo>
                  <a:pt x="433" y="811"/>
                </a:lnTo>
                <a:lnTo>
                  <a:pt x="434" y="811"/>
                </a:lnTo>
                <a:lnTo>
                  <a:pt x="435" y="811"/>
                </a:lnTo>
                <a:lnTo>
                  <a:pt x="436" y="810"/>
                </a:lnTo>
                <a:lnTo>
                  <a:pt x="436" y="808"/>
                </a:lnTo>
                <a:lnTo>
                  <a:pt x="437" y="807"/>
                </a:lnTo>
                <a:lnTo>
                  <a:pt x="438" y="807"/>
                </a:lnTo>
                <a:lnTo>
                  <a:pt x="438" y="806"/>
                </a:lnTo>
                <a:lnTo>
                  <a:pt x="438" y="805"/>
                </a:lnTo>
                <a:lnTo>
                  <a:pt x="439" y="804"/>
                </a:lnTo>
                <a:lnTo>
                  <a:pt x="439" y="803"/>
                </a:lnTo>
                <a:lnTo>
                  <a:pt x="440" y="803"/>
                </a:lnTo>
                <a:lnTo>
                  <a:pt x="440" y="802"/>
                </a:lnTo>
                <a:lnTo>
                  <a:pt x="440" y="800"/>
                </a:lnTo>
                <a:lnTo>
                  <a:pt x="440" y="799"/>
                </a:lnTo>
                <a:lnTo>
                  <a:pt x="440" y="798"/>
                </a:lnTo>
                <a:lnTo>
                  <a:pt x="441" y="799"/>
                </a:lnTo>
                <a:lnTo>
                  <a:pt x="442" y="799"/>
                </a:lnTo>
                <a:lnTo>
                  <a:pt x="443" y="799"/>
                </a:lnTo>
                <a:lnTo>
                  <a:pt x="444" y="800"/>
                </a:lnTo>
                <a:lnTo>
                  <a:pt x="445" y="799"/>
                </a:lnTo>
                <a:lnTo>
                  <a:pt x="446" y="799"/>
                </a:lnTo>
                <a:lnTo>
                  <a:pt x="447" y="799"/>
                </a:lnTo>
                <a:lnTo>
                  <a:pt x="448" y="798"/>
                </a:lnTo>
                <a:lnTo>
                  <a:pt x="449" y="798"/>
                </a:lnTo>
                <a:lnTo>
                  <a:pt x="449" y="797"/>
                </a:lnTo>
                <a:lnTo>
                  <a:pt x="450" y="797"/>
                </a:lnTo>
                <a:lnTo>
                  <a:pt x="451" y="797"/>
                </a:lnTo>
                <a:lnTo>
                  <a:pt x="451" y="796"/>
                </a:lnTo>
                <a:lnTo>
                  <a:pt x="453" y="795"/>
                </a:lnTo>
                <a:lnTo>
                  <a:pt x="453" y="794"/>
                </a:lnTo>
                <a:lnTo>
                  <a:pt x="454" y="793"/>
                </a:lnTo>
                <a:lnTo>
                  <a:pt x="454" y="792"/>
                </a:lnTo>
                <a:lnTo>
                  <a:pt x="454" y="790"/>
                </a:lnTo>
                <a:lnTo>
                  <a:pt x="454" y="789"/>
                </a:lnTo>
                <a:lnTo>
                  <a:pt x="455" y="789"/>
                </a:lnTo>
                <a:lnTo>
                  <a:pt x="456" y="789"/>
                </a:lnTo>
                <a:lnTo>
                  <a:pt x="457" y="788"/>
                </a:lnTo>
                <a:lnTo>
                  <a:pt x="458" y="788"/>
                </a:lnTo>
                <a:lnTo>
                  <a:pt x="458" y="787"/>
                </a:lnTo>
                <a:lnTo>
                  <a:pt x="458" y="786"/>
                </a:lnTo>
                <a:lnTo>
                  <a:pt x="459" y="785"/>
                </a:lnTo>
                <a:lnTo>
                  <a:pt x="459" y="784"/>
                </a:lnTo>
                <a:lnTo>
                  <a:pt x="460" y="784"/>
                </a:lnTo>
                <a:lnTo>
                  <a:pt x="460" y="785"/>
                </a:lnTo>
                <a:lnTo>
                  <a:pt x="460" y="784"/>
                </a:lnTo>
                <a:lnTo>
                  <a:pt x="461" y="784"/>
                </a:lnTo>
                <a:lnTo>
                  <a:pt x="462" y="783"/>
                </a:lnTo>
                <a:lnTo>
                  <a:pt x="462" y="782"/>
                </a:lnTo>
                <a:lnTo>
                  <a:pt x="462" y="781"/>
                </a:lnTo>
                <a:lnTo>
                  <a:pt x="462" y="780"/>
                </a:lnTo>
                <a:lnTo>
                  <a:pt x="463" y="780"/>
                </a:lnTo>
                <a:lnTo>
                  <a:pt x="465" y="781"/>
                </a:lnTo>
                <a:lnTo>
                  <a:pt x="465" y="782"/>
                </a:lnTo>
                <a:lnTo>
                  <a:pt x="467" y="782"/>
                </a:lnTo>
                <a:lnTo>
                  <a:pt x="468" y="783"/>
                </a:lnTo>
                <a:lnTo>
                  <a:pt x="469" y="784"/>
                </a:lnTo>
                <a:lnTo>
                  <a:pt x="470" y="784"/>
                </a:lnTo>
                <a:lnTo>
                  <a:pt x="470" y="783"/>
                </a:lnTo>
                <a:lnTo>
                  <a:pt x="469" y="782"/>
                </a:lnTo>
                <a:lnTo>
                  <a:pt x="471" y="781"/>
                </a:lnTo>
                <a:lnTo>
                  <a:pt x="471" y="780"/>
                </a:lnTo>
                <a:lnTo>
                  <a:pt x="472" y="780"/>
                </a:lnTo>
                <a:lnTo>
                  <a:pt x="472" y="779"/>
                </a:lnTo>
                <a:lnTo>
                  <a:pt x="474" y="779"/>
                </a:lnTo>
                <a:lnTo>
                  <a:pt x="475" y="778"/>
                </a:lnTo>
                <a:lnTo>
                  <a:pt x="475" y="776"/>
                </a:lnTo>
                <a:lnTo>
                  <a:pt x="475" y="775"/>
                </a:lnTo>
                <a:lnTo>
                  <a:pt x="476" y="774"/>
                </a:lnTo>
                <a:lnTo>
                  <a:pt x="477" y="772"/>
                </a:lnTo>
                <a:lnTo>
                  <a:pt x="479" y="770"/>
                </a:lnTo>
                <a:lnTo>
                  <a:pt x="479" y="769"/>
                </a:lnTo>
                <a:lnTo>
                  <a:pt x="480" y="769"/>
                </a:lnTo>
                <a:lnTo>
                  <a:pt x="481" y="769"/>
                </a:lnTo>
                <a:lnTo>
                  <a:pt x="482" y="768"/>
                </a:lnTo>
                <a:lnTo>
                  <a:pt x="479" y="767"/>
                </a:lnTo>
                <a:lnTo>
                  <a:pt x="479" y="766"/>
                </a:lnTo>
                <a:lnTo>
                  <a:pt x="478" y="765"/>
                </a:lnTo>
                <a:lnTo>
                  <a:pt x="479" y="764"/>
                </a:lnTo>
                <a:lnTo>
                  <a:pt x="479" y="763"/>
                </a:lnTo>
                <a:lnTo>
                  <a:pt x="478" y="762"/>
                </a:lnTo>
                <a:lnTo>
                  <a:pt x="476" y="764"/>
                </a:lnTo>
                <a:lnTo>
                  <a:pt x="475" y="765"/>
                </a:lnTo>
                <a:lnTo>
                  <a:pt x="475" y="766"/>
                </a:lnTo>
                <a:lnTo>
                  <a:pt x="471" y="768"/>
                </a:lnTo>
                <a:lnTo>
                  <a:pt x="470" y="767"/>
                </a:lnTo>
                <a:lnTo>
                  <a:pt x="471" y="766"/>
                </a:lnTo>
                <a:lnTo>
                  <a:pt x="473" y="765"/>
                </a:lnTo>
                <a:lnTo>
                  <a:pt x="474" y="765"/>
                </a:lnTo>
                <a:lnTo>
                  <a:pt x="474" y="764"/>
                </a:lnTo>
                <a:lnTo>
                  <a:pt x="476" y="762"/>
                </a:lnTo>
                <a:lnTo>
                  <a:pt x="478" y="760"/>
                </a:lnTo>
                <a:lnTo>
                  <a:pt x="478" y="759"/>
                </a:lnTo>
                <a:lnTo>
                  <a:pt x="479" y="759"/>
                </a:lnTo>
                <a:lnTo>
                  <a:pt x="479" y="758"/>
                </a:lnTo>
                <a:lnTo>
                  <a:pt x="478" y="757"/>
                </a:lnTo>
                <a:lnTo>
                  <a:pt x="480" y="756"/>
                </a:lnTo>
                <a:lnTo>
                  <a:pt x="481" y="756"/>
                </a:lnTo>
                <a:lnTo>
                  <a:pt x="482" y="756"/>
                </a:lnTo>
                <a:lnTo>
                  <a:pt x="484" y="755"/>
                </a:lnTo>
                <a:lnTo>
                  <a:pt x="485" y="754"/>
                </a:lnTo>
                <a:lnTo>
                  <a:pt x="485" y="755"/>
                </a:lnTo>
                <a:lnTo>
                  <a:pt x="487" y="755"/>
                </a:lnTo>
                <a:lnTo>
                  <a:pt x="487" y="754"/>
                </a:lnTo>
                <a:lnTo>
                  <a:pt x="487" y="753"/>
                </a:lnTo>
                <a:lnTo>
                  <a:pt x="488" y="751"/>
                </a:lnTo>
                <a:lnTo>
                  <a:pt x="489" y="749"/>
                </a:lnTo>
                <a:lnTo>
                  <a:pt x="490" y="750"/>
                </a:lnTo>
                <a:lnTo>
                  <a:pt x="490" y="749"/>
                </a:lnTo>
                <a:lnTo>
                  <a:pt x="492" y="747"/>
                </a:lnTo>
                <a:lnTo>
                  <a:pt x="493" y="745"/>
                </a:lnTo>
                <a:lnTo>
                  <a:pt x="493" y="744"/>
                </a:lnTo>
                <a:lnTo>
                  <a:pt x="492" y="743"/>
                </a:lnTo>
                <a:lnTo>
                  <a:pt x="492" y="741"/>
                </a:lnTo>
                <a:lnTo>
                  <a:pt x="493" y="740"/>
                </a:lnTo>
                <a:lnTo>
                  <a:pt x="494" y="740"/>
                </a:lnTo>
                <a:lnTo>
                  <a:pt x="494" y="739"/>
                </a:lnTo>
                <a:lnTo>
                  <a:pt x="494" y="738"/>
                </a:lnTo>
                <a:lnTo>
                  <a:pt x="494" y="737"/>
                </a:lnTo>
                <a:lnTo>
                  <a:pt x="495" y="737"/>
                </a:lnTo>
                <a:lnTo>
                  <a:pt x="495" y="736"/>
                </a:lnTo>
                <a:lnTo>
                  <a:pt x="496" y="736"/>
                </a:lnTo>
                <a:lnTo>
                  <a:pt x="498" y="736"/>
                </a:lnTo>
                <a:lnTo>
                  <a:pt x="498" y="735"/>
                </a:lnTo>
                <a:lnTo>
                  <a:pt x="500" y="735"/>
                </a:lnTo>
                <a:lnTo>
                  <a:pt x="500" y="734"/>
                </a:lnTo>
                <a:lnTo>
                  <a:pt x="501" y="733"/>
                </a:lnTo>
                <a:lnTo>
                  <a:pt x="502" y="732"/>
                </a:lnTo>
                <a:lnTo>
                  <a:pt x="502" y="731"/>
                </a:lnTo>
                <a:lnTo>
                  <a:pt x="502" y="730"/>
                </a:lnTo>
                <a:lnTo>
                  <a:pt x="502" y="727"/>
                </a:lnTo>
                <a:lnTo>
                  <a:pt x="502" y="726"/>
                </a:lnTo>
                <a:lnTo>
                  <a:pt x="502" y="724"/>
                </a:lnTo>
                <a:lnTo>
                  <a:pt x="501" y="724"/>
                </a:lnTo>
                <a:lnTo>
                  <a:pt x="501" y="723"/>
                </a:lnTo>
                <a:lnTo>
                  <a:pt x="500" y="723"/>
                </a:lnTo>
                <a:lnTo>
                  <a:pt x="500" y="722"/>
                </a:lnTo>
                <a:lnTo>
                  <a:pt x="499" y="722"/>
                </a:lnTo>
                <a:lnTo>
                  <a:pt x="498" y="723"/>
                </a:lnTo>
                <a:lnTo>
                  <a:pt x="497" y="723"/>
                </a:lnTo>
                <a:lnTo>
                  <a:pt x="497" y="722"/>
                </a:lnTo>
                <a:lnTo>
                  <a:pt x="498" y="721"/>
                </a:lnTo>
                <a:lnTo>
                  <a:pt x="493" y="720"/>
                </a:lnTo>
                <a:lnTo>
                  <a:pt x="492" y="719"/>
                </a:lnTo>
                <a:lnTo>
                  <a:pt x="493" y="719"/>
                </a:lnTo>
                <a:lnTo>
                  <a:pt x="494" y="719"/>
                </a:lnTo>
                <a:lnTo>
                  <a:pt x="502" y="717"/>
                </a:lnTo>
                <a:lnTo>
                  <a:pt x="502" y="720"/>
                </a:lnTo>
                <a:lnTo>
                  <a:pt x="503" y="720"/>
                </a:lnTo>
                <a:lnTo>
                  <a:pt x="503" y="719"/>
                </a:lnTo>
                <a:lnTo>
                  <a:pt x="504" y="719"/>
                </a:lnTo>
                <a:lnTo>
                  <a:pt x="505" y="718"/>
                </a:lnTo>
                <a:lnTo>
                  <a:pt x="506" y="718"/>
                </a:lnTo>
                <a:lnTo>
                  <a:pt x="506" y="717"/>
                </a:lnTo>
                <a:lnTo>
                  <a:pt x="507" y="716"/>
                </a:lnTo>
                <a:lnTo>
                  <a:pt x="506" y="716"/>
                </a:lnTo>
                <a:lnTo>
                  <a:pt x="507" y="716"/>
                </a:lnTo>
                <a:lnTo>
                  <a:pt x="507" y="715"/>
                </a:lnTo>
                <a:lnTo>
                  <a:pt x="508" y="714"/>
                </a:lnTo>
                <a:lnTo>
                  <a:pt x="509" y="714"/>
                </a:lnTo>
                <a:lnTo>
                  <a:pt x="510" y="713"/>
                </a:lnTo>
                <a:lnTo>
                  <a:pt x="511" y="711"/>
                </a:lnTo>
                <a:lnTo>
                  <a:pt x="512" y="710"/>
                </a:lnTo>
                <a:lnTo>
                  <a:pt x="512" y="709"/>
                </a:lnTo>
                <a:lnTo>
                  <a:pt x="513" y="708"/>
                </a:lnTo>
                <a:lnTo>
                  <a:pt x="512" y="708"/>
                </a:lnTo>
                <a:lnTo>
                  <a:pt x="510" y="708"/>
                </a:lnTo>
                <a:lnTo>
                  <a:pt x="509" y="706"/>
                </a:lnTo>
                <a:lnTo>
                  <a:pt x="510" y="706"/>
                </a:lnTo>
                <a:lnTo>
                  <a:pt x="511" y="706"/>
                </a:lnTo>
                <a:lnTo>
                  <a:pt x="512" y="706"/>
                </a:lnTo>
                <a:lnTo>
                  <a:pt x="510" y="699"/>
                </a:lnTo>
                <a:lnTo>
                  <a:pt x="511" y="699"/>
                </a:lnTo>
                <a:lnTo>
                  <a:pt x="511" y="698"/>
                </a:lnTo>
                <a:lnTo>
                  <a:pt x="510" y="696"/>
                </a:lnTo>
                <a:lnTo>
                  <a:pt x="509" y="696"/>
                </a:lnTo>
                <a:lnTo>
                  <a:pt x="509" y="695"/>
                </a:lnTo>
                <a:lnTo>
                  <a:pt x="508" y="695"/>
                </a:lnTo>
                <a:lnTo>
                  <a:pt x="506" y="692"/>
                </a:lnTo>
                <a:lnTo>
                  <a:pt x="501" y="696"/>
                </a:lnTo>
                <a:lnTo>
                  <a:pt x="501" y="694"/>
                </a:lnTo>
                <a:lnTo>
                  <a:pt x="501" y="693"/>
                </a:lnTo>
                <a:lnTo>
                  <a:pt x="506" y="690"/>
                </a:lnTo>
                <a:lnTo>
                  <a:pt x="506" y="689"/>
                </a:lnTo>
                <a:lnTo>
                  <a:pt x="506" y="690"/>
                </a:lnTo>
                <a:lnTo>
                  <a:pt x="509" y="693"/>
                </a:lnTo>
                <a:lnTo>
                  <a:pt x="510" y="694"/>
                </a:lnTo>
                <a:lnTo>
                  <a:pt x="511" y="693"/>
                </a:lnTo>
                <a:lnTo>
                  <a:pt x="511" y="692"/>
                </a:lnTo>
                <a:lnTo>
                  <a:pt x="512" y="691"/>
                </a:lnTo>
                <a:lnTo>
                  <a:pt x="514" y="688"/>
                </a:lnTo>
                <a:lnTo>
                  <a:pt x="515" y="688"/>
                </a:lnTo>
                <a:lnTo>
                  <a:pt x="515" y="687"/>
                </a:lnTo>
                <a:lnTo>
                  <a:pt x="517" y="689"/>
                </a:lnTo>
                <a:lnTo>
                  <a:pt x="517" y="688"/>
                </a:lnTo>
                <a:lnTo>
                  <a:pt x="517" y="687"/>
                </a:lnTo>
                <a:lnTo>
                  <a:pt x="516" y="687"/>
                </a:lnTo>
                <a:lnTo>
                  <a:pt x="517" y="686"/>
                </a:lnTo>
                <a:lnTo>
                  <a:pt x="518" y="687"/>
                </a:lnTo>
                <a:lnTo>
                  <a:pt x="519" y="686"/>
                </a:lnTo>
                <a:lnTo>
                  <a:pt x="519" y="685"/>
                </a:lnTo>
                <a:lnTo>
                  <a:pt x="517" y="684"/>
                </a:lnTo>
                <a:lnTo>
                  <a:pt x="516" y="683"/>
                </a:lnTo>
                <a:lnTo>
                  <a:pt x="517" y="683"/>
                </a:lnTo>
                <a:lnTo>
                  <a:pt x="518" y="683"/>
                </a:lnTo>
                <a:lnTo>
                  <a:pt x="519" y="683"/>
                </a:lnTo>
                <a:lnTo>
                  <a:pt x="519" y="682"/>
                </a:lnTo>
                <a:lnTo>
                  <a:pt x="520" y="683"/>
                </a:lnTo>
                <a:lnTo>
                  <a:pt x="520" y="682"/>
                </a:lnTo>
                <a:lnTo>
                  <a:pt x="521" y="682"/>
                </a:lnTo>
                <a:lnTo>
                  <a:pt x="521" y="681"/>
                </a:lnTo>
                <a:lnTo>
                  <a:pt x="521" y="680"/>
                </a:lnTo>
                <a:lnTo>
                  <a:pt x="522" y="681"/>
                </a:lnTo>
                <a:lnTo>
                  <a:pt x="522" y="680"/>
                </a:lnTo>
                <a:lnTo>
                  <a:pt x="523" y="680"/>
                </a:lnTo>
                <a:lnTo>
                  <a:pt x="523" y="679"/>
                </a:lnTo>
                <a:lnTo>
                  <a:pt x="522" y="678"/>
                </a:lnTo>
                <a:lnTo>
                  <a:pt x="521" y="677"/>
                </a:lnTo>
                <a:lnTo>
                  <a:pt x="522" y="677"/>
                </a:lnTo>
                <a:lnTo>
                  <a:pt x="523" y="677"/>
                </a:lnTo>
                <a:lnTo>
                  <a:pt x="524" y="676"/>
                </a:lnTo>
                <a:lnTo>
                  <a:pt x="524" y="674"/>
                </a:lnTo>
                <a:lnTo>
                  <a:pt x="523" y="673"/>
                </a:lnTo>
                <a:lnTo>
                  <a:pt x="523" y="672"/>
                </a:lnTo>
                <a:lnTo>
                  <a:pt x="522" y="671"/>
                </a:lnTo>
                <a:lnTo>
                  <a:pt x="522" y="670"/>
                </a:lnTo>
                <a:lnTo>
                  <a:pt x="522" y="669"/>
                </a:lnTo>
                <a:lnTo>
                  <a:pt x="521" y="669"/>
                </a:lnTo>
                <a:lnTo>
                  <a:pt x="521" y="668"/>
                </a:lnTo>
                <a:lnTo>
                  <a:pt x="522" y="668"/>
                </a:lnTo>
                <a:lnTo>
                  <a:pt x="522" y="667"/>
                </a:lnTo>
                <a:lnTo>
                  <a:pt x="523" y="667"/>
                </a:lnTo>
                <a:lnTo>
                  <a:pt x="523" y="668"/>
                </a:lnTo>
                <a:lnTo>
                  <a:pt x="524" y="668"/>
                </a:lnTo>
                <a:lnTo>
                  <a:pt x="524" y="667"/>
                </a:lnTo>
                <a:lnTo>
                  <a:pt x="526" y="667"/>
                </a:lnTo>
                <a:lnTo>
                  <a:pt x="526" y="666"/>
                </a:lnTo>
                <a:lnTo>
                  <a:pt x="526" y="665"/>
                </a:lnTo>
                <a:lnTo>
                  <a:pt x="528" y="662"/>
                </a:lnTo>
                <a:lnTo>
                  <a:pt x="529" y="661"/>
                </a:lnTo>
                <a:lnTo>
                  <a:pt x="528" y="661"/>
                </a:lnTo>
                <a:lnTo>
                  <a:pt x="528" y="660"/>
                </a:lnTo>
                <a:lnTo>
                  <a:pt x="527" y="660"/>
                </a:lnTo>
                <a:lnTo>
                  <a:pt x="527" y="659"/>
                </a:lnTo>
                <a:lnTo>
                  <a:pt x="528" y="659"/>
                </a:lnTo>
                <a:lnTo>
                  <a:pt x="529" y="656"/>
                </a:lnTo>
                <a:lnTo>
                  <a:pt x="530" y="656"/>
                </a:lnTo>
                <a:lnTo>
                  <a:pt x="530" y="655"/>
                </a:lnTo>
                <a:lnTo>
                  <a:pt x="531" y="655"/>
                </a:lnTo>
                <a:lnTo>
                  <a:pt x="531" y="654"/>
                </a:lnTo>
                <a:lnTo>
                  <a:pt x="531" y="652"/>
                </a:lnTo>
                <a:lnTo>
                  <a:pt x="529" y="653"/>
                </a:lnTo>
                <a:lnTo>
                  <a:pt x="527" y="653"/>
                </a:lnTo>
                <a:lnTo>
                  <a:pt x="527" y="652"/>
                </a:lnTo>
                <a:lnTo>
                  <a:pt x="528" y="652"/>
                </a:lnTo>
                <a:lnTo>
                  <a:pt x="529" y="651"/>
                </a:lnTo>
                <a:lnTo>
                  <a:pt x="526" y="648"/>
                </a:lnTo>
                <a:lnTo>
                  <a:pt x="525" y="647"/>
                </a:lnTo>
                <a:lnTo>
                  <a:pt x="524" y="646"/>
                </a:lnTo>
                <a:lnTo>
                  <a:pt x="520" y="644"/>
                </a:lnTo>
                <a:lnTo>
                  <a:pt x="521" y="643"/>
                </a:lnTo>
                <a:lnTo>
                  <a:pt x="522" y="643"/>
                </a:lnTo>
                <a:lnTo>
                  <a:pt x="521" y="642"/>
                </a:lnTo>
                <a:lnTo>
                  <a:pt x="520" y="641"/>
                </a:lnTo>
                <a:lnTo>
                  <a:pt x="518" y="640"/>
                </a:lnTo>
                <a:lnTo>
                  <a:pt x="518" y="639"/>
                </a:lnTo>
                <a:lnTo>
                  <a:pt x="516" y="639"/>
                </a:lnTo>
                <a:lnTo>
                  <a:pt x="515" y="639"/>
                </a:lnTo>
                <a:lnTo>
                  <a:pt x="516" y="638"/>
                </a:lnTo>
                <a:lnTo>
                  <a:pt x="516" y="637"/>
                </a:lnTo>
                <a:lnTo>
                  <a:pt x="513" y="636"/>
                </a:lnTo>
                <a:lnTo>
                  <a:pt x="512" y="635"/>
                </a:lnTo>
                <a:lnTo>
                  <a:pt x="512" y="634"/>
                </a:lnTo>
                <a:lnTo>
                  <a:pt x="509" y="633"/>
                </a:lnTo>
                <a:lnTo>
                  <a:pt x="507" y="632"/>
                </a:lnTo>
                <a:lnTo>
                  <a:pt x="504" y="630"/>
                </a:lnTo>
                <a:lnTo>
                  <a:pt x="504" y="628"/>
                </a:lnTo>
                <a:lnTo>
                  <a:pt x="505" y="627"/>
                </a:lnTo>
                <a:lnTo>
                  <a:pt x="505" y="626"/>
                </a:lnTo>
                <a:lnTo>
                  <a:pt x="506" y="626"/>
                </a:lnTo>
                <a:lnTo>
                  <a:pt x="506" y="625"/>
                </a:lnTo>
                <a:lnTo>
                  <a:pt x="507" y="624"/>
                </a:lnTo>
                <a:lnTo>
                  <a:pt x="507" y="623"/>
                </a:lnTo>
                <a:lnTo>
                  <a:pt x="507" y="622"/>
                </a:lnTo>
                <a:lnTo>
                  <a:pt x="507" y="621"/>
                </a:lnTo>
                <a:lnTo>
                  <a:pt x="507" y="620"/>
                </a:lnTo>
                <a:lnTo>
                  <a:pt x="507" y="619"/>
                </a:lnTo>
                <a:lnTo>
                  <a:pt x="507" y="618"/>
                </a:lnTo>
                <a:lnTo>
                  <a:pt x="507" y="617"/>
                </a:lnTo>
                <a:lnTo>
                  <a:pt x="506" y="616"/>
                </a:lnTo>
                <a:lnTo>
                  <a:pt x="504" y="616"/>
                </a:lnTo>
                <a:lnTo>
                  <a:pt x="503" y="616"/>
                </a:lnTo>
                <a:lnTo>
                  <a:pt x="503" y="618"/>
                </a:lnTo>
                <a:lnTo>
                  <a:pt x="502" y="619"/>
                </a:lnTo>
                <a:lnTo>
                  <a:pt x="501" y="619"/>
                </a:lnTo>
                <a:lnTo>
                  <a:pt x="500" y="620"/>
                </a:lnTo>
                <a:lnTo>
                  <a:pt x="499" y="620"/>
                </a:lnTo>
                <a:lnTo>
                  <a:pt x="497" y="620"/>
                </a:lnTo>
                <a:lnTo>
                  <a:pt x="494" y="621"/>
                </a:lnTo>
                <a:lnTo>
                  <a:pt x="493" y="621"/>
                </a:lnTo>
                <a:lnTo>
                  <a:pt x="492" y="622"/>
                </a:lnTo>
                <a:lnTo>
                  <a:pt x="491" y="623"/>
                </a:lnTo>
                <a:lnTo>
                  <a:pt x="490" y="621"/>
                </a:lnTo>
                <a:lnTo>
                  <a:pt x="489" y="619"/>
                </a:lnTo>
                <a:lnTo>
                  <a:pt x="490" y="619"/>
                </a:lnTo>
                <a:lnTo>
                  <a:pt x="491" y="619"/>
                </a:lnTo>
                <a:lnTo>
                  <a:pt x="491" y="618"/>
                </a:lnTo>
                <a:lnTo>
                  <a:pt x="492" y="618"/>
                </a:lnTo>
                <a:lnTo>
                  <a:pt x="492" y="617"/>
                </a:lnTo>
                <a:lnTo>
                  <a:pt x="491" y="617"/>
                </a:lnTo>
                <a:lnTo>
                  <a:pt x="490" y="617"/>
                </a:lnTo>
                <a:lnTo>
                  <a:pt x="490" y="618"/>
                </a:lnTo>
                <a:lnTo>
                  <a:pt x="489" y="618"/>
                </a:lnTo>
                <a:lnTo>
                  <a:pt x="491" y="613"/>
                </a:lnTo>
                <a:lnTo>
                  <a:pt x="490" y="612"/>
                </a:lnTo>
                <a:lnTo>
                  <a:pt x="487" y="618"/>
                </a:lnTo>
                <a:lnTo>
                  <a:pt x="488" y="618"/>
                </a:lnTo>
                <a:lnTo>
                  <a:pt x="488" y="620"/>
                </a:lnTo>
                <a:lnTo>
                  <a:pt x="482" y="618"/>
                </a:lnTo>
                <a:lnTo>
                  <a:pt x="481" y="617"/>
                </a:lnTo>
                <a:lnTo>
                  <a:pt x="480" y="617"/>
                </a:lnTo>
                <a:lnTo>
                  <a:pt x="478" y="616"/>
                </a:lnTo>
                <a:lnTo>
                  <a:pt x="480" y="609"/>
                </a:lnTo>
                <a:lnTo>
                  <a:pt x="478" y="608"/>
                </a:lnTo>
                <a:lnTo>
                  <a:pt x="476" y="611"/>
                </a:lnTo>
                <a:lnTo>
                  <a:pt x="477" y="607"/>
                </a:lnTo>
                <a:lnTo>
                  <a:pt x="476" y="607"/>
                </a:lnTo>
                <a:lnTo>
                  <a:pt x="475" y="607"/>
                </a:lnTo>
                <a:lnTo>
                  <a:pt x="473" y="605"/>
                </a:lnTo>
                <a:lnTo>
                  <a:pt x="474" y="604"/>
                </a:lnTo>
                <a:lnTo>
                  <a:pt x="474" y="603"/>
                </a:lnTo>
                <a:lnTo>
                  <a:pt x="472" y="602"/>
                </a:lnTo>
                <a:lnTo>
                  <a:pt x="471" y="602"/>
                </a:lnTo>
                <a:lnTo>
                  <a:pt x="470" y="601"/>
                </a:lnTo>
                <a:lnTo>
                  <a:pt x="471" y="600"/>
                </a:lnTo>
                <a:lnTo>
                  <a:pt x="471" y="599"/>
                </a:lnTo>
                <a:lnTo>
                  <a:pt x="471" y="597"/>
                </a:lnTo>
                <a:lnTo>
                  <a:pt x="471" y="596"/>
                </a:lnTo>
                <a:lnTo>
                  <a:pt x="470" y="596"/>
                </a:lnTo>
                <a:lnTo>
                  <a:pt x="469" y="596"/>
                </a:lnTo>
                <a:lnTo>
                  <a:pt x="469" y="595"/>
                </a:lnTo>
                <a:lnTo>
                  <a:pt x="468" y="594"/>
                </a:lnTo>
                <a:lnTo>
                  <a:pt x="467" y="594"/>
                </a:lnTo>
                <a:lnTo>
                  <a:pt x="467" y="593"/>
                </a:lnTo>
                <a:lnTo>
                  <a:pt x="468" y="593"/>
                </a:lnTo>
                <a:lnTo>
                  <a:pt x="469" y="593"/>
                </a:lnTo>
                <a:lnTo>
                  <a:pt x="469" y="592"/>
                </a:lnTo>
                <a:lnTo>
                  <a:pt x="469" y="593"/>
                </a:lnTo>
                <a:lnTo>
                  <a:pt x="470" y="592"/>
                </a:lnTo>
                <a:lnTo>
                  <a:pt x="469" y="590"/>
                </a:lnTo>
                <a:lnTo>
                  <a:pt x="467" y="590"/>
                </a:lnTo>
                <a:lnTo>
                  <a:pt x="465" y="590"/>
                </a:lnTo>
                <a:lnTo>
                  <a:pt x="463" y="591"/>
                </a:lnTo>
                <a:lnTo>
                  <a:pt x="462" y="593"/>
                </a:lnTo>
                <a:lnTo>
                  <a:pt x="463" y="593"/>
                </a:lnTo>
                <a:lnTo>
                  <a:pt x="463" y="594"/>
                </a:lnTo>
                <a:lnTo>
                  <a:pt x="463" y="595"/>
                </a:lnTo>
                <a:lnTo>
                  <a:pt x="464" y="595"/>
                </a:lnTo>
                <a:lnTo>
                  <a:pt x="466" y="595"/>
                </a:lnTo>
                <a:lnTo>
                  <a:pt x="467" y="595"/>
                </a:lnTo>
                <a:lnTo>
                  <a:pt x="466" y="596"/>
                </a:lnTo>
                <a:lnTo>
                  <a:pt x="462" y="597"/>
                </a:lnTo>
                <a:lnTo>
                  <a:pt x="461" y="596"/>
                </a:lnTo>
                <a:lnTo>
                  <a:pt x="460" y="596"/>
                </a:lnTo>
                <a:lnTo>
                  <a:pt x="459" y="596"/>
                </a:lnTo>
                <a:lnTo>
                  <a:pt x="458" y="596"/>
                </a:lnTo>
                <a:lnTo>
                  <a:pt x="457" y="595"/>
                </a:lnTo>
                <a:lnTo>
                  <a:pt x="457" y="594"/>
                </a:lnTo>
                <a:lnTo>
                  <a:pt x="456" y="595"/>
                </a:lnTo>
                <a:lnTo>
                  <a:pt x="455" y="594"/>
                </a:lnTo>
                <a:lnTo>
                  <a:pt x="455" y="593"/>
                </a:lnTo>
                <a:lnTo>
                  <a:pt x="454" y="593"/>
                </a:lnTo>
                <a:lnTo>
                  <a:pt x="454" y="592"/>
                </a:lnTo>
                <a:lnTo>
                  <a:pt x="455" y="591"/>
                </a:lnTo>
                <a:lnTo>
                  <a:pt x="453" y="588"/>
                </a:lnTo>
                <a:lnTo>
                  <a:pt x="452" y="588"/>
                </a:lnTo>
                <a:lnTo>
                  <a:pt x="452" y="587"/>
                </a:lnTo>
                <a:lnTo>
                  <a:pt x="451" y="585"/>
                </a:lnTo>
                <a:lnTo>
                  <a:pt x="450" y="581"/>
                </a:lnTo>
                <a:lnTo>
                  <a:pt x="450" y="580"/>
                </a:lnTo>
                <a:lnTo>
                  <a:pt x="449" y="580"/>
                </a:lnTo>
                <a:lnTo>
                  <a:pt x="448" y="579"/>
                </a:lnTo>
                <a:lnTo>
                  <a:pt x="448" y="578"/>
                </a:lnTo>
                <a:lnTo>
                  <a:pt x="449" y="577"/>
                </a:lnTo>
                <a:lnTo>
                  <a:pt x="449" y="576"/>
                </a:lnTo>
                <a:lnTo>
                  <a:pt x="449" y="575"/>
                </a:lnTo>
                <a:lnTo>
                  <a:pt x="448" y="574"/>
                </a:lnTo>
                <a:lnTo>
                  <a:pt x="447" y="574"/>
                </a:lnTo>
                <a:lnTo>
                  <a:pt x="447" y="573"/>
                </a:lnTo>
                <a:lnTo>
                  <a:pt x="446" y="573"/>
                </a:lnTo>
                <a:lnTo>
                  <a:pt x="446" y="570"/>
                </a:lnTo>
                <a:lnTo>
                  <a:pt x="446" y="568"/>
                </a:lnTo>
                <a:lnTo>
                  <a:pt x="447" y="567"/>
                </a:lnTo>
                <a:lnTo>
                  <a:pt x="448" y="565"/>
                </a:lnTo>
                <a:lnTo>
                  <a:pt x="448" y="564"/>
                </a:lnTo>
                <a:lnTo>
                  <a:pt x="448" y="563"/>
                </a:lnTo>
                <a:lnTo>
                  <a:pt x="449" y="562"/>
                </a:lnTo>
                <a:lnTo>
                  <a:pt x="447" y="562"/>
                </a:lnTo>
                <a:lnTo>
                  <a:pt x="446" y="564"/>
                </a:lnTo>
                <a:lnTo>
                  <a:pt x="446" y="565"/>
                </a:lnTo>
                <a:lnTo>
                  <a:pt x="445" y="565"/>
                </a:lnTo>
                <a:lnTo>
                  <a:pt x="444" y="565"/>
                </a:lnTo>
                <a:lnTo>
                  <a:pt x="444" y="566"/>
                </a:lnTo>
                <a:lnTo>
                  <a:pt x="443" y="566"/>
                </a:lnTo>
                <a:lnTo>
                  <a:pt x="442" y="567"/>
                </a:lnTo>
                <a:lnTo>
                  <a:pt x="442" y="568"/>
                </a:lnTo>
                <a:lnTo>
                  <a:pt x="442" y="569"/>
                </a:lnTo>
                <a:lnTo>
                  <a:pt x="443" y="571"/>
                </a:lnTo>
                <a:lnTo>
                  <a:pt x="441" y="572"/>
                </a:lnTo>
                <a:lnTo>
                  <a:pt x="440" y="573"/>
                </a:lnTo>
                <a:lnTo>
                  <a:pt x="440" y="574"/>
                </a:lnTo>
                <a:lnTo>
                  <a:pt x="440" y="576"/>
                </a:lnTo>
                <a:lnTo>
                  <a:pt x="441" y="577"/>
                </a:lnTo>
                <a:lnTo>
                  <a:pt x="441" y="578"/>
                </a:lnTo>
                <a:lnTo>
                  <a:pt x="441" y="579"/>
                </a:lnTo>
                <a:lnTo>
                  <a:pt x="440" y="581"/>
                </a:lnTo>
                <a:lnTo>
                  <a:pt x="440" y="582"/>
                </a:lnTo>
                <a:lnTo>
                  <a:pt x="441" y="582"/>
                </a:lnTo>
                <a:lnTo>
                  <a:pt x="440" y="584"/>
                </a:lnTo>
                <a:lnTo>
                  <a:pt x="439" y="584"/>
                </a:lnTo>
                <a:lnTo>
                  <a:pt x="438" y="583"/>
                </a:lnTo>
                <a:lnTo>
                  <a:pt x="437" y="583"/>
                </a:lnTo>
                <a:lnTo>
                  <a:pt x="437" y="584"/>
                </a:lnTo>
                <a:lnTo>
                  <a:pt x="437" y="585"/>
                </a:lnTo>
                <a:lnTo>
                  <a:pt x="435" y="585"/>
                </a:lnTo>
                <a:lnTo>
                  <a:pt x="435" y="584"/>
                </a:lnTo>
                <a:lnTo>
                  <a:pt x="435" y="583"/>
                </a:lnTo>
                <a:lnTo>
                  <a:pt x="435" y="582"/>
                </a:lnTo>
                <a:lnTo>
                  <a:pt x="433" y="582"/>
                </a:lnTo>
                <a:lnTo>
                  <a:pt x="432" y="583"/>
                </a:lnTo>
                <a:lnTo>
                  <a:pt x="432" y="584"/>
                </a:lnTo>
                <a:lnTo>
                  <a:pt x="431" y="585"/>
                </a:lnTo>
                <a:lnTo>
                  <a:pt x="431" y="586"/>
                </a:lnTo>
                <a:lnTo>
                  <a:pt x="433" y="587"/>
                </a:lnTo>
                <a:lnTo>
                  <a:pt x="434" y="585"/>
                </a:lnTo>
                <a:lnTo>
                  <a:pt x="434" y="584"/>
                </a:lnTo>
                <a:lnTo>
                  <a:pt x="435" y="584"/>
                </a:lnTo>
                <a:lnTo>
                  <a:pt x="435" y="585"/>
                </a:lnTo>
                <a:lnTo>
                  <a:pt x="436" y="585"/>
                </a:lnTo>
                <a:lnTo>
                  <a:pt x="438" y="586"/>
                </a:lnTo>
                <a:lnTo>
                  <a:pt x="437" y="588"/>
                </a:lnTo>
                <a:lnTo>
                  <a:pt x="436" y="588"/>
                </a:lnTo>
                <a:lnTo>
                  <a:pt x="435" y="588"/>
                </a:lnTo>
                <a:lnTo>
                  <a:pt x="436" y="589"/>
                </a:lnTo>
                <a:lnTo>
                  <a:pt x="435" y="590"/>
                </a:lnTo>
                <a:lnTo>
                  <a:pt x="435" y="593"/>
                </a:lnTo>
                <a:lnTo>
                  <a:pt x="434" y="593"/>
                </a:lnTo>
                <a:lnTo>
                  <a:pt x="433" y="594"/>
                </a:lnTo>
                <a:lnTo>
                  <a:pt x="432" y="594"/>
                </a:lnTo>
                <a:lnTo>
                  <a:pt x="432" y="593"/>
                </a:lnTo>
                <a:lnTo>
                  <a:pt x="432" y="592"/>
                </a:lnTo>
                <a:lnTo>
                  <a:pt x="432" y="593"/>
                </a:lnTo>
                <a:lnTo>
                  <a:pt x="430" y="593"/>
                </a:lnTo>
                <a:lnTo>
                  <a:pt x="430" y="594"/>
                </a:lnTo>
                <a:lnTo>
                  <a:pt x="429" y="594"/>
                </a:lnTo>
                <a:lnTo>
                  <a:pt x="429" y="593"/>
                </a:lnTo>
                <a:lnTo>
                  <a:pt x="428" y="592"/>
                </a:lnTo>
                <a:lnTo>
                  <a:pt x="428" y="591"/>
                </a:lnTo>
                <a:lnTo>
                  <a:pt x="428" y="590"/>
                </a:lnTo>
                <a:lnTo>
                  <a:pt x="428" y="589"/>
                </a:lnTo>
                <a:lnTo>
                  <a:pt x="428" y="590"/>
                </a:lnTo>
                <a:lnTo>
                  <a:pt x="428" y="591"/>
                </a:lnTo>
                <a:lnTo>
                  <a:pt x="428" y="594"/>
                </a:lnTo>
                <a:lnTo>
                  <a:pt x="429" y="596"/>
                </a:lnTo>
                <a:lnTo>
                  <a:pt x="430" y="597"/>
                </a:lnTo>
                <a:lnTo>
                  <a:pt x="428" y="597"/>
                </a:lnTo>
                <a:lnTo>
                  <a:pt x="428" y="596"/>
                </a:lnTo>
                <a:lnTo>
                  <a:pt x="427" y="596"/>
                </a:lnTo>
                <a:lnTo>
                  <a:pt x="427" y="594"/>
                </a:lnTo>
                <a:lnTo>
                  <a:pt x="426" y="594"/>
                </a:lnTo>
                <a:lnTo>
                  <a:pt x="426" y="595"/>
                </a:lnTo>
                <a:lnTo>
                  <a:pt x="426" y="596"/>
                </a:lnTo>
                <a:lnTo>
                  <a:pt x="427" y="596"/>
                </a:lnTo>
                <a:lnTo>
                  <a:pt x="427" y="597"/>
                </a:lnTo>
                <a:lnTo>
                  <a:pt x="423" y="598"/>
                </a:lnTo>
                <a:lnTo>
                  <a:pt x="423" y="597"/>
                </a:lnTo>
                <a:lnTo>
                  <a:pt x="423" y="595"/>
                </a:lnTo>
                <a:lnTo>
                  <a:pt x="423" y="594"/>
                </a:lnTo>
                <a:lnTo>
                  <a:pt x="422" y="594"/>
                </a:lnTo>
                <a:lnTo>
                  <a:pt x="421" y="594"/>
                </a:lnTo>
                <a:lnTo>
                  <a:pt x="421" y="595"/>
                </a:lnTo>
                <a:lnTo>
                  <a:pt x="422" y="595"/>
                </a:lnTo>
                <a:lnTo>
                  <a:pt x="422" y="598"/>
                </a:lnTo>
                <a:lnTo>
                  <a:pt x="421" y="598"/>
                </a:lnTo>
                <a:lnTo>
                  <a:pt x="421" y="595"/>
                </a:lnTo>
                <a:lnTo>
                  <a:pt x="420" y="595"/>
                </a:lnTo>
                <a:lnTo>
                  <a:pt x="419" y="595"/>
                </a:lnTo>
                <a:lnTo>
                  <a:pt x="418" y="594"/>
                </a:lnTo>
                <a:lnTo>
                  <a:pt x="418" y="593"/>
                </a:lnTo>
                <a:lnTo>
                  <a:pt x="417" y="593"/>
                </a:lnTo>
                <a:lnTo>
                  <a:pt x="416" y="593"/>
                </a:lnTo>
                <a:lnTo>
                  <a:pt x="415" y="595"/>
                </a:lnTo>
                <a:lnTo>
                  <a:pt x="414" y="597"/>
                </a:lnTo>
                <a:lnTo>
                  <a:pt x="410" y="598"/>
                </a:lnTo>
                <a:lnTo>
                  <a:pt x="409" y="598"/>
                </a:lnTo>
                <a:lnTo>
                  <a:pt x="409" y="597"/>
                </a:lnTo>
                <a:lnTo>
                  <a:pt x="410" y="597"/>
                </a:lnTo>
                <a:lnTo>
                  <a:pt x="409" y="597"/>
                </a:lnTo>
                <a:lnTo>
                  <a:pt x="409" y="594"/>
                </a:lnTo>
                <a:lnTo>
                  <a:pt x="409" y="592"/>
                </a:lnTo>
                <a:lnTo>
                  <a:pt x="408" y="592"/>
                </a:lnTo>
                <a:lnTo>
                  <a:pt x="408" y="593"/>
                </a:lnTo>
                <a:lnTo>
                  <a:pt x="408" y="594"/>
                </a:lnTo>
                <a:lnTo>
                  <a:pt x="408" y="595"/>
                </a:lnTo>
                <a:lnTo>
                  <a:pt x="408" y="596"/>
                </a:lnTo>
                <a:lnTo>
                  <a:pt x="408" y="597"/>
                </a:lnTo>
                <a:lnTo>
                  <a:pt x="406" y="597"/>
                </a:lnTo>
                <a:lnTo>
                  <a:pt x="403" y="596"/>
                </a:lnTo>
                <a:lnTo>
                  <a:pt x="404" y="595"/>
                </a:lnTo>
                <a:lnTo>
                  <a:pt x="404" y="594"/>
                </a:lnTo>
                <a:lnTo>
                  <a:pt x="403" y="594"/>
                </a:lnTo>
                <a:lnTo>
                  <a:pt x="402" y="593"/>
                </a:lnTo>
                <a:lnTo>
                  <a:pt x="400" y="593"/>
                </a:lnTo>
                <a:lnTo>
                  <a:pt x="400" y="592"/>
                </a:lnTo>
                <a:lnTo>
                  <a:pt x="400" y="591"/>
                </a:lnTo>
                <a:lnTo>
                  <a:pt x="400" y="590"/>
                </a:lnTo>
                <a:lnTo>
                  <a:pt x="399" y="591"/>
                </a:lnTo>
                <a:lnTo>
                  <a:pt x="398" y="592"/>
                </a:lnTo>
                <a:lnTo>
                  <a:pt x="396" y="591"/>
                </a:lnTo>
                <a:lnTo>
                  <a:pt x="394" y="592"/>
                </a:lnTo>
                <a:lnTo>
                  <a:pt x="393" y="592"/>
                </a:lnTo>
                <a:lnTo>
                  <a:pt x="390" y="593"/>
                </a:lnTo>
                <a:lnTo>
                  <a:pt x="389" y="592"/>
                </a:lnTo>
                <a:lnTo>
                  <a:pt x="389" y="591"/>
                </a:lnTo>
                <a:lnTo>
                  <a:pt x="388" y="591"/>
                </a:lnTo>
                <a:lnTo>
                  <a:pt x="388" y="589"/>
                </a:lnTo>
                <a:lnTo>
                  <a:pt x="388" y="590"/>
                </a:lnTo>
                <a:lnTo>
                  <a:pt x="388" y="591"/>
                </a:lnTo>
                <a:lnTo>
                  <a:pt x="388" y="592"/>
                </a:lnTo>
                <a:lnTo>
                  <a:pt x="388" y="593"/>
                </a:lnTo>
                <a:lnTo>
                  <a:pt x="382" y="593"/>
                </a:lnTo>
                <a:lnTo>
                  <a:pt x="383" y="593"/>
                </a:lnTo>
                <a:lnTo>
                  <a:pt x="384" y="593"/>
                </a:lnTo>
                <a:lnTo>
                  <a:pt x="388" y="593"/>
                </a:lnTo>
                <a:lnTo>
                  <a:pt x="389" y="596"/>
                </a:lnTo>
                <a:lnTo>
                  <a:pt x="389" y="598"/>
                </a:lnTo>
                <a:lnTo>
                  <a:pt x="390" y="599"/>
                </a:lnTo>
                <a:lnTo>
                  <a:pt x="390" y="600"/>
                </a:lnTo>
                <a:lnTo>
                  <a:pt x="391" y="601"/>
                </a:lnTo>
                <a:lnTo>
                  <a:pt x="391" y="603"/>
                </a:lnTo>
                <a:lnTo>
                  <a:pt x="384" y="602"/>
                </a:lnTo>
                <a:lnTo>
                  <a:pt x="382" y="602"/>
                </a:lnTo>
                <a:lnTo>
                  <a:pt x="379" y="602"/>
                </a:lnTo>
                <a:lnTo>
                  <a:pt x="375" y="602"/>
                </a:lnTo>
                <a:lnTo>
                  <a:pt x="374" y="600"/>
                </a:lnTo>
                <a:lnTo>
                  <a:pt x="374" y="599"/>
                </a:lnTo>
                <a:lnTo>
                  <a:pt x="374" y="597"/>
                </a:lnTo>
                <a:lnTo>
                  <a:pt x="373" y="597"/>
                </a:lnTo>
                <a:lnTo>
                  <a:pt x="368" y="600"/>
                </a:lnTo>
                <a:lnTo>
                  <a:pt x="368" y="599"/>
                </a:lnTo>
                <a:lnTo>
                  <a:pt x="366" y="597"/>
                </a:lnTo>
                <a:lnTo>
                  <a:pt x="366" y="596"/>
                </a:lnTo>
                <a:lnTo>
                  <a:pt x="365" y="594"/>
                </a:lnTo>
                <a:lnTo>
                  <a:pt x="365" y="593"/>
                </a:lnTo>
                <a:lnTo>
                  <a:pt x="367" y="592"/>
                </a:lnTo>
                <a:lnTo>
                  <a:pt x="368" y="592"/>
                </a:lnTo>
                <a:lnTo>
                  <a:pt x="369" y="591"/>
                </a:lnTo>
                <a:lnTo>
                  <a:pt x="369" y="590"/>
                </a:lnTo>
                <a:lnTo>
                  <a:pt x="367" y="591"/>
                </a:lnTo>
                <a:lnTo>
                  <a:pt x="363" y="591"/>
                </a:lnTo>
                <a:lnTo>
                  <a:pt x="362" y="591"/>
                </a:lnTo>
                <a:lnTo>
                  <a:pt x="361" y="591"/>
                </a:lnTo>
                <a:lnTo>
                  <a:pt x="361" y="592"/>
                </a:lnTo>
                <a:lnTo>
                  <a:pt x="361" y="593"/>
                </a:lnTo>
                <a:lnTo>
                  <a:pt x="360" y="593"/>
                </a:lnTo>
                <a:lnTo>
                  <a:pt x="361" y="594"/>
                </a:lnTo>
                <a:lnTo>
                  <a:pt x="362" y="596"/>
                </a:lnTo>
                <a:lnTo>
                  <a:pt x="359" y="597"/>
                </a:lnTo>
                <a:lnTo>
                  <a:pt x="360" y="597"/>
                </a:lnTo>
                <a:lnTo>
                  <a:pt x="360" y="599"/>
                </a:lnTo>
                <a:lnTo>
                  <a:pt x="360" y="600"/>
                </a:lnTo>
                <a:lnTo>
                  <a:pt x="360" y="602"/>
                </a:lnTo>
                <a:lnTo>
                  <a:pt x="360" y="603"/>
                </a:lnTo>
                <a:lnTo>
                  <a:pt x="361" y="604"/>
                </a:lnTo>
                <a:lnTo>
                  <a:pt x="358" y="605"/>
                </a:lnTo>
                <a:lnTo>
                  <a:pt x="358" y="603"/>
                </a:lnTo>
                <a:lnTo>
                  <a:pt x="355" y="604"/>
                </a:lnTo>
                <a:lnTo>
                  <a:pt x="356" y="601"/>
                </a:lnTo>
                <a:lnTo>
                  <a:pt x="356" y="600"/>
                </a:lnTo>
                <a:lnTo>
                  <a:pt x="358" y="599"/>
                </a:lnTo>
                <a:lnTo>
                  <a:pt x="358" y="597"/>
                </a:lnTo>
                <a:lnTo>
                  <a:pt x="356" y="597"/>
                </a:lnTo>
                <a:lnTo>
                  <a:pt x="353" y="598"/>
                </a:lnTo>
                <a:lnTo>
                  <a:pt x="352" y="598"/>
                </a:lnTo>
                <a:lnTo>
                  <a:pt x="352" y="595"/>
                </a:lnTo>
                <a:lnTo>
                  <a:pt x="351" y="595"/>
                </a:lnTo>
                <a:lnTo>
                  <a:pt x="350" y="595"/>
                </a:lnTo>
                <a:lnTo>
                  <a:pt x="349" y="596"/>
                </a:lnTo>
                <a:lnTo>
                  <a:pt x="348" y="596"/>
                </a:lnTo>
                <a:lnTo>
                  <a:pt x="348" y="597"/>
                </a:lnTo>
                <a:lnTo>
                  <a:pt x="349" y="597"/>
                </a:lnTo>
                <a:lnTo>
                  <a:pt x="350" y="597"/>
                </a:lnTo>
                <a:lnTo>
                  <a:pt x="351" y="597"/>
                </a:lnTo>
                <a:lnTo>
                  <a:pt x="351" y="598"/>
                </a:lnTo>
                <a:lnTo>
                  <a:pt x="351" y="599"/>
                </a:lnTo>
                <a:lnTo>
                  <a:pt x="350" y="600"/>
                </a:lnTo>
                <a:lnTo>
                  <a:pt x="350" y="601"/>
                </a:lnTo>
                <a:lnTo>
                  <a:pt x="349" y="601"/>
                </a:lnTo>
                <a:lnTo>
                  <a:pt x="348" y="601"/>
                </a:lnTo>
                <a:lnTo>
                  <a:pt x="346" y="601"/>
                </a:lnTo>
                <a:lnTo>
                  <a:pt x="344" y="600"/>
                </a:lnTo>
                <a:lnTo>
                  <a:pt x="343" y="601"/>
                </a:lnTo>
                <a:lnTo>
                  <a:pt x="342" y="601"/>
                </a:lnTo>
                <a:lnTo>
                  <a:pt x="340" y="602"/>
                </a:lnTo>
                <a:lnTo>
                  <a:pt x="339" y="603"/>
                </a:lnTo>
                <a:lnTo>
                  <a:pt x="338" y="603"/>
                </a:lnTo>
                <a:lnTo>
                  <a:pt x="337" y="604"/>
                </a:lnTo>
                <a:lnTo>
                  <a:pt x="336" y="604"/>
                </a:lnTo>
                <a:lnTo>
                  <a:pt x="336" y="605"/>
                </a:lnTo>
                <a:lnTo>
                  <a:pt x="336" y="606"/>
                </a:lnTo>
                <a:lnTo>
                  <a:pt x="336" y="607"/>
                </a:lnTo>
                <a:lnTo>
                  <a:pt x="336" y="608"/>
                </a:lnTo>
                <a:lnTo>
                  <a:pt x="337" y="608"/>
                </a:lnTo>
                <a:lnTo>
                  <a:pt x="338" y="610"/>
                </a:lnTo>
                <a:lnTo>
                  <a:pt x="338" y="611"/>
                </a:lnTo>
                <a:lnTo>
                  <a:pt x="337" y="611"/>
                </a:lnTo>
                <a:lnTo>
                  <a:pt x="336" y="613"/>
                </a:lnTo>
                <a:lnTo>
                  <a:pt x="334" y="614"/>
                </a:lnTo>
                <a:lnTo>
                  <a:pt x="335" y="615"/>
                </a:lnTo>
                <a:lnTo>
                  <a:pt x="335" y="616"/>
                </a:lnTo>
                <a:lnTo>
                  <a:pt x="336" y="617"/>
                </a:lnTo>
                <a:lnTo>
                  <a:pt x="337" y="617"/>
                </a:lnTo>
                <a:lnTo>
                  <a:pt x="336" y="618"/>
                </a:lnTo>
                <a:lnTo>
                  <a:pt x="336" y="617"/>
                </a:lnTo>
                <a:lnTo>
                  <a:pt x="335" y="617"/>
                </a:lnTo>
                <a:lnTo>
                  <a:pt x="334" y="617"/>
                </a:lnTo>
                <a:lnTo>
                  <a:pt x="335" y="618"/>
                </a:lnTo>
                <a:lnTo>
                  <a:pt x="335" y="619"/>
                </a:lnTo>
                <a:lnTo>
                  <a:pt x="334" y="620"/>
                </a:lnTo>
                <a:lnTo>
                  <a:pt x="333" y="619"/>
                </a:lnTo>
                <a:lnTo>
                  <a:pt x="332" y="618"/>
                </a:lnTo>
                <a:lnTo>
                  <a:pt x="331" y="618"/>
                </a:lnTo>
                <a:lnTo>
                  <a:pt x="330" y="616"/>
                </a:lnTo>
                <a:lnTo>
                  <a:pt x="329" y="615"/>
                </a:lnTo>
                <a:lnTo>
                  <a:pt x="328" y="615"/>
                </a:lnTo>
                <a:lnTo>
                  <a:pt x="328" y="616"/>
                </a:lnTo>
                <a:lnTo>
                  <a:pt x="327" y="616"/>
                </a:lnTo>
                <a:lnTo>
                  <a:pt x="325" y="616"/>
                </a:lnTo>
                <a:lnTo>
                  <a:pt x="325" y="615"/>
                </a:lnTo>
                <a:lnTo>
                  <a:pt x="323" y="616"/>
                </a:lnTo>
                <a:lnTo>
                  <a:pt x="322" y="617"/>
                </a:lnTo>
                <a:lnTo>
                  <a:pt x="321" y="617"/>
                </a:lnTo>
                <a:lnTo>
                  <a:pt x="321" y="618"/>
                </a:lnTo>
                <a:lnTo>
                  <a:pt x="320" y="619"/>
                </a:lnTo>
                <a:lnTo>
                  <a:pt x="320" y="621"/>
                </a:lnTo>
                <a:lnTo>
                  <a:pt x="321" y="622"/>
                </a:lnTo>
                <a:lnTo>
                  <a:pt x="321" y="623"/>
                </a:lnTo>
                <a:lnTo>
                  <a:pt x="322" y="623"/>
                </a:lnTo>
                <a:lnTo>
                  <a:pt x="323" y="623"/>
                </a:lnTo>
                <a:lnTo>
                  <a:pt x="323" y="624"/>
                </a:lnTo>
                <a:lnTo>
                  <a:pt x="322" y="625"/>
                </a:lnTo>
                <a:lnTo>
                  <a:pt x="321" y="627"/>
                </a:lnTo>
                <a:lnTo>
                  <a:pt x="320" y="627"/>
                </a:lnTo>
                <a:lnTo>
                  <a:pt x="320" y="628"/>
                </a:lnTo>
                <a:lnTo>
                  <a:pt x="322" y="627"/>
                </a:lnTo>
                <a:lnTo>
                  <a:pt x="323" y="628"/>
                </a:lnTo>
                <a:lnTo>
                  <a:pt x="323" y="632"/>
                </a:lnTo>
                <a:lnTo>
                  <a:pt x="324" y="633"/>
                </a:lnTo>
                <a:lnTo>
                  <a:pt x="324" y="634"/>
                </a:lnTo>
                <a:lnTo>
                  <a:pt x="325" y="634"/>
                </a:lnTo>
                <a:lnTo>
                  <a:pt x="326" y="633"/>
                </a:lnTo>
                <a:lnTo>
                  <a:pt x="326" y="632"/>
                </a:lnTo>
                <a:lnTo>
                  <a:pt x="331" y="632"/>
                </a:lnTo>
                <a:lnTo>
                  <a:pt x="332" y="632"/>
                </a:lnTo>
                <a:lnTo>
                  <a:pt x="332" y="636"/>
                </a:lnTo>
                <a:lnTo>
                  <a:pt x="333" y="637"/>
                </a:lnTo>
                <a:lnTo>
                  <a:pt x="333" y="638"/>
                </a:lnTo>
                <a:lnTo>
                  <a:pt x="332" y="638"/>
                </a:lnTo>
                <a:lnTo>
                  <a:pt x="332" y="639"/>
                </a:lnTo>
                <a:lnTo>
                  <a:pt x="331" y="638"/>
                </a:lnTo>
                <a:lnTo>
                  <a:pt x="330" y="638"/>
                </a:lnTo>
                <a:lnTo>
                  <a:pt x="328" y="638"/>
                </a:lnTo>
                <a:lnTo>
                  <a:pt x="325" y="639"/>
                </a:lnTo>
                <a:lnTo>
                  <a:pt x="323" y="642"/>
                </a:lnTo>
                <a:lnTo>
                  <a:pt x="322" y="643"/>
                </a:lnTo>
                <a:lnTo>
                  <a:pt x="321" y="644"/>
                </a:lnTo>
                <a:lnTo>
                  <a:pt x="320" y="644"/>
                </a:lnTo>
                <a:lnTo>
                  <a:pt x="319" y="645"/>
                </a:lnTo>
                <a:lnTo>
                  <a:pt x="318" y="645"/>
                </a:lnTo>
                <a:lnTo>
                  <a:pt x="317" y="645"/>
                </a:lnTo>
                <a:lnTo>
                  <a:pt x="315" y="645"/>
                </a:lnTo>
                <a:lnTo>
                  <a:pt x="315" y="646"/>
                </a:lnTo>
                <a:lnTo>
                  <a:pt x="313" y="647"/>
                </a:lnTo>
                <a:lnTo>
                  <a:pt x="311" y="647"/>
                </a:lnTo>
                <a:lnTo>
                  <a:pt x="311" y="648"/>
                </a:lnTo>
                <a:lnTo>
                  <a:pt x="310" y="648"/>
                </a:lnTo>
                <a:lnTo>
                  <a:pt x="309" y="648"/>
                </a:lnTo>
                <a:lnTo>
                  <a:pt x="308" y="648"/>
                </a:lnTo>
                <a:lnTo>
                  <a:pt x="307" y="648"/>
                </a:lnTo>
                <a:lnTo>
                  <a:pt x="305" y="649"/>
                </a:lnTo>
                <a:lnTo>
                  <a:pt x="305" y="650"/>
                </a:lnTo>
                <a:lnTo>
                  <a:pt x="304" y="650"/>
                </a:lnTo>
                <a:lnTo>
                  <a:pt x="304" y="651"/>
                </a:lnTo>
                <a:lnTo>
                  <a:pt x="303" y="652"/>
                </a:lnTo>
                <a:lnTo>
                  <a:pt x="304" y="652"/>
                </a:lnTo>
                <a:lnTo>
                  <a:pt x="304" y="654"/>
                </a:lnTo>
                <a:lnTo>
                  <a:pt x="304" y="655"/>
                </a:lnTo>
                <a:lnTo>
                  <a:pt x="305" y="655"/>
                </a:lnTo>
                <a:lnTo>
                  <a:pt x="305" y="656"/>
                </a:lnTo>
                <a:lnTo>
                  <a:pt x="305" y="657"/>
                </a:lnTo>
                <a:lnTo>
                  <a:pt x="304" y="658"/>
                </a:lnTo>
                <a:lnTo>
                  <a:pt x="303" y="659"/>
                </a:lnTo>
                <a:lnTo>
                  <a:pt x="303" y="660"/>
                </a:lnTo>
                <a:lnTo>
                  <a:pt x="302" y="662"/>
                </a:lnTo>
                <a:lnTo>
                  <a:pt x="302" y="663"/>
                </a:lnTo>
                <a:lnTo>
                  <a:pt x="302" y="664"/>
                </a:lnTo>
                <a:lnTo>
                  <a:pt x="302" y="666"/>
                </a:lnTo>
                <a:lnTo>
                  <a:pt x="301" y="667"/>
                </a:lnTo>
                <a:lnTo>
                  <a:pt x="300" y="669"/>
                </a:lnTo>
                <a:lnTo>
                  <a:pt x="299" y="670"/>
                </a:lnTo>
                <a:lnTo>
                  <a:pt x="298" y="674"/>
                </a:lnTo>
                <a:lnTo>
                  <a:pt x="296" y="674"/>
                </a:lnTo>
                <a:lnTo>
                  <a:pt x="295" y="675"/>
                </a:lnTo>
                <a:lnTo>
                  <a:pt x="294" y="675"/>
                </a:lnTo>
                <a:lnTo>
                  <a:pt x="293" y="677"/>
                </a:lnTo>
                <a:lnTo>
                  <a:pt x="293" y="678"/>
                </a:lnTo>
                <a:lnTo>
                  <a:pt x="291" y="680"/>
                </a:lnTo>
                <a:lnTo>
                  <a:pt x="290" y="680"/>
                </a:lnTo>
                <a:lnTo>
                  <a:pt x="290" y="681"/>
                </a:lnTo>
                <a:lnTo>
                  <a:pt x="289" y="681"/>
                </a:lnTo>
                <a:lnTo>
                  <a:pt x="290" y="682"/>
                </a:lnTo>
                <a:lnTo>
                  <a:pt x="289" y="683"/>
                </a:lnTo>
                <a:lnTo>
                  <a:pt x="288" y="683"/>
                </a:lnTo>
                <a:lnTo>
                  <a:pt x="289" y="684"/>
                </a:lnTo>
                <a:lnTo>
                  <a:pt x="290" y="683"/>
                </a:lnTo>
                <a:lnTo>
                  <a:pt x="293" y="685"/>
                </a:lnTo>
                <a:lnTo>
                  <a:pt x="292" y="685"/>
                </a:lnTo>
                <a:lnTo>
                  <a:pt x="292" y="686"/>
                </a:lnTo>
                <a:lnTo>
                  <a:pt x="292" y="687"/>
                </a:lnTo>
                <a:lnTo>
                  <a:pt x="291" y="687"/>
                </a:lnTo>
                <a:lnTo>
                  <a:pt x="291" y="688"/>
                </a:lnTo>
                <a:lnTo>
                  <a:pt x="290" y="688"/>
                </a:lnTo>
                <a:lnTo>
                  <a:pt x="289" y="689"/>
                </a:lnTo>
                <a:lnTo>
                  <a:pt x="288" y="688"/>
                </a:lnTo>
                <a:lnTo>
                  <a:pt x="286" y="687"/>
                </a:lnTo>
                <a:lnTo>
                  <a:pt x="285" y="689"/>
                </a:lnTo>
                <a:lnTo>
                  <a:pt x="285" y="691"/>
                </a:lnTo>
                <a:lnTo>
                  <a:pt x="285" y="693"/>
                </a:lnTo>
                <a:lnTo>
                  <a:pt x="285" y="694"/>
                </a:lnTo>
                <a:lnTo>
                  <a:pt x="284" y="695"/>
                </a:lnTo>
                <a:lnTo>
                  <a:pt x="283" y="695"/>
                </a:lnTo>
                <a:lnTo>
                  <a:pt x="282" y="695"/>
                </a:lnTo>
                <a:lnTo>
                  <a:pt x="281" y="694"/>
                </a:lnTo>
                <a:lnTo>
                  <a:pt x="280" y="694"/>
                </a:lnTo>
                <a:lnTo>
                  <a:pt x="279" y="694"/>
                </a:lnTo>
                <a:lnTo>
                  <a:pt x="279" y="695"/>
                </a:lnTo>
                <a:lnTo>
                  <a:pt x="278" y="696"/>
                </a:lnTo>
                <a:lnTo>
                  <a:pt x="277" y="697"/>
                </a:lnTo>
                <a:lnTo>
                  <a:pt x="276" y="698"/>
                </a:lnTo>
                <a:lnTo>
                  <a:pt x="277" y="699"/>
                </a:lnTo>
                <a:lnTo>
                  <a:pt x="278" y="700"/>
                </a:lnTo>
                <a:lnTo>
                  <a:pt x="279" y="701"/>
                </a:lnTo>
                <a:lnTo>
                  <a:pt x="279" y="702"/>
                </a:lnTo>
                <a:lnTo>
                  <a:pt x="278" y="702"/>
                </a:lnTo>
                <a:lnTo>
                  <a:pt x="277" y="701"/>
                </a:lnTo>
                <a:lnTo>
                  <a:pt x="276" y="701"/>
                </a:lnTo>
                <a:lnTo>
                  <a:pt x="277" y="703"/>
                </a:lnTo>
                <a:lnTo>
                  <a:pt x="278" y="703"/>
                </a:lnTo>
                <a:lnTo>
                  <a:pt x="278" y="704"/>
                </a:lnTo>
                <a:lnTo>
                  <a:pt x="278" y="705"/>
                </a:lnTo>
                <a:lnTo>
                  <a:pt x="278" y="706"/>
                </a:lnTo>
                <a:lnTo>
                  <a:pt x="279" y="707"/>
                </a:lnTo>
                <a:lnTo>
                  <a:pt x="280" y="708"/>
                </a:lnTo>
                <a:lnTo>
                  <a:pt x="280" y="709"/>
                </a:lnTo>
                <a:lnTo>
                  <a:pt x="279" y="710"/>
                </a:lnTo>
                <a:lnTo>
                  <a:pt x="279" y="711"/>
                </a:lnTo>
                <a:lnTo>
                  <a:pt x="279" y="712"/>
                </a:lnTo>
                <a:lnTo>
                  <a:pt x="275" y="710"/>
                </a:lnTo>
                <a:lnTo>
                  <a:pt x="276" y="712"/>
                </a:lnTo>
                <a:lnTo>
                  <a:pt x="275" y="713"/>
                </a:lnTo>
                <a:lnTo>
                  <a:pt x="275" y="714"/>
                </a:lnTo>
                <a:lnTo>
                  <a:pt x="274" y="714"/>
                </a:lnTo>
                <a:lnTo>
                  <a:pt x="275" y="715"/>
                </a:lnTo>
                <a:lnTo>
                  <a:pt x="276" y="717"/>
                </a:lnTo>
                <a:lnTo>
                  <a:pt x="277" y="717"/>
                </a:lnTo>
                <a:lnTo>
                  <a:pt x="278" y="716"/>
                </a:lnTo>
                <a:lnTo>
                  <a:pt x="278" y="717"/>
                </a:lnTo>
                <a:lnTo>
                  <a:pt x="279" y="717"/>
                </a:lnTo>
                <a:lnTo>
                  <a:pt x="278" y="718"/>
                </a:lnTo>
                <a:lnTo>
                  <a:pt x="278" y="719"/>
                </a:lnTo>
                <a:lnTo>
                  <a:pt x="278" y="720"/>
                </a:lnTo>
                <a:lnTo>
                  <a:pt x="277" y="720"/>
                </a:lnTo>
                <a:lnTo>
                  <a:pt x="277" y="721"/>
                </a:lnTo>
                <a:lnTo>
                  <a:pt x="276" y="721"/>
                </a:lnTo>
                <a:lnTo>
                  <a:pt x="275" y="722"/>
                </a:lnTo>
                <a:lnTo>
                  <a:pt x="274" y="722"/>
                </a:lnTo>
                <a:lnTo>
                  <a:pt x="272" y="724"/>
                </a:lnTo>
                <a:lnTo>
                  <a:pt x="271" y="725"/>
                </a:lnTo>
                <a:lnTo>
                  <a:pt x="270" y="726"/>
                </a:lnTo>
                <a:lnTo>
                  <a:pt x="269" y="727"/>
                </a:lnTo>
                <a:lnTo>
                  <a:pt x="268" y="727"/>
                </a:lnTo>
                <a:lnTo>
                  <a:pt x="267" y="729"/>
                </a:lnTo>
                <a:lnTo>
                  <a:pt x="266" y="729"/>
                </a:lnTo>
                <a:lnTo>
                  <a:pt x="266" y="730"/>
                </a:lnTo>
                <a:lnTo>
                  <a:pt x="266" y="732"/>
                </a:lnTo>
                <a:lnTo>
                  <a:pt x="267" y="734"/>
                </a:lnTo>
                <a:lnTo>
                  <a:pt x="268" y="736"/>
                </a:lnTo>
                <a:lnTo>
                  <a:pt x="268" y="737"/>
                </a:lnTo>
                <a:lnTo>
                  <a:pt x="269" y="737"/>
                </a:lnTo>
                <a:lnTo>
                  <a:pt x="269" y="738"/>
                </a:lnTo>
                <a:lnTo>
                  <a:pt x="270" y="738"/>
                </a:lnTo>
                <a:lnTo>
                  <a:pt x="270" y="740"/>
                </a:lnTo>
                <a:lnTo>
                  <a:pt x="271" y="742"/>
                </a:lnTo>
                <a:lnTo>
                  <a:pt x="269" y="743"/>
                </a:lnTo>
                <a:lnTo>
                  <a:pt x="270" y="744"/>
                </a:lnTo>
                <a:lnTo>
                  <a:pt x="270" y="745"/>
                </a:lnTo>
                <a:lnTo>
                  <a:pt x="269" y="745"/>
                </a:lnTo>
                <a:lnTo>
                  <a:pt x="269" y="746"/>
                </a:lnTo>
                <a:lnTo>
                  <a:pt x="269" y="747"/>
                </a:lnTo>
                <a:lnTo>
                  <a:pt x="269" y="748"/>
                </a:lnTo>
                <a:lnTo>
                  <a:pt x="269" y="749"/>
                </a:lnTo>
                <a:lnTo>
                  <a:pt x="268" y="750"/>
                </a:lnTo>
                <a:lnTo>
                  <a:pt x="268" y="749"/>
                </a:lnTo>
                <a:lnTo>
                  <a:pt x="267" y="749"/>
                </a:lnTo>
                <a:lnTo>
                  <a:pt x="266" y="750"/>
                </a:lnTo>
                <a:lnTo>
                  <a:pt x="267" y="750"/>
                </a:lnTo>
                <a:lnTo>
                  <a:pt x="266" y="751"/>
                </a:lnTo>
                <a:lnTo>
                  <a:pt x="265" y="752"/>
                </a:lnTo>
                <a:lnTo>
                  <a:pt x="265" y="753"/>
                </a:lnTo>
                <a:lnTo>
                  <a:pt x="264" y="754"/>
                </a:lnTo>
                <a:lnTo>
                  <a:pt x="263" y="755"/>
                </a:lnTo>
                <a:lnTo>
                  <a:pt x="263" y="756"/>
                </a:lnTo>
                <a:lnTo>
                  <a:pt x="262" y="757"/>
                </a:lnTo>
                <a:lnTo>
                  <a:pt x="262" y="758"/>
                </a:lnTo>
                <a:lnTo>
                  <a:pt x="261" y="758"/>
                </a:lnTo>
                <a:lnTo>
                  <a:pt x="258" y="759"/>
                </a:lnTo>
                <a:lnTo>
                  <a:pt x="257" y="759"/>
                </a:lnTo>
                <a:lnTo>
                  <a:pt x="256" y="758"/>
                </a:lnTo>
                <a:lnTo>
                  <a:pt x="255" y="759"/>
                </a:lnTo>
                <a:lnTo>
                  <a:pt x="253" y="759"/>
                </a:lnTo>
                <a:lnTo>
                  <a:pt x="252" y="759"/>
                </a:lnTo>
                <a:lnTo>
                  <a:pt x="251" y="759"/>
                </a:lnTo>
                <a:lnTo>
                  <a:pt x="250" y="760"/>
                </a:lnTo>
                <a:lnTo>
                  <a:pt x="249" y="760"/>
                </a:lnTo>
                <a:lnTo>
                  <a:pt x="248" y="761"/>
                </a:lnTo>
                <a:lnTo>
                  <a:pt x="246" y="762"/>
                </a:lnTo>
                <a:lnTo>
                  <a:pt x="245" y="762"/>
                </a:lnTo>
                <a:lnTo>
                  <a:pt x="243" y="763"/>
                </a:lnTo>
                <a:lnTo>
                  <a:pt x="242" y="763"/>
                </a:lnTo>
                <a:lnTo>
                  <a:pt x="240" y="764"/>
                </a:lnTo>
                <a:lnTo>
                  <a:pt x="240" y="765"/>
                </a:lnTo>
                <a:lnTo>
                  <a:pt x="241" y="765"/>
                </a:lnTo>
                <a:lnTo>
                  <a:pt x="240" y="767"/>
                </a:lnTo>
                <a:lnTo>
                  <a:pt x="239" y="768"/>
                </a:lnTo>
                <a:lnTo>
                  <a:pt x="239" y="769"/>
                </a:lnTo>
                <a:lnTo>
                  <a:pt x="238" y="770"/>
                </a:lnTo>
                <a:lnTo>
                  <a:pt x="237" y="770"/>
                </a:lnTo>
                <a:lnTo>
                  <a:pt x="237" y="771"/>
                </a:lnTo>
                <a:lnTo>
                  <a:pt x="236" y="771"/>
                </a:lnTo>
                <a:lnTo>
                  <a:pt x="235" y="771"/>
                </a:lnTo>
                <a:lnTo>
                  <a:pt x="235" y="772"/>
                </a:lnTo>
                <a:lnTo>
                  <a:pt x="234" y="772"/>
                </a:lnTo>
                <a:lnTo>
                  <a:pt x="233" y="772"/>
                </a:lnTo>
                <a:lnTo>
                  <a:pt x="233" y="773"/>
                </a:lnTo>
                <a:lnTo>
                  <a:pt x="232" y="774"/>
                </a:lnTo>
                <a:lnTo>
                  <a:pt x="230" y="775"/>
                </a:lnTo>
                <a:lnTo>
                  <a:pt x="230" y="774"/>
                </a:lnTo>
                <a:lnTo>
                  <a:pt x="229" y="775"/>
                </a:lnTo>
                <a:lnTo>
                  <a:pt x="229" y="776"/>
                </a:lnTo>
                <a:lnTo>
                  <a:pt x="229" y="777"/>
                </a:lnTo>
                <a:lnTo>
                  <a:pt x="228" y="777"/>
                </a:lnTo>
                <a:lnTo>
                  <a:pt x="227" y="777"/>
                </a:lnTo>
                <a:lnTo>
                  <a:pt x="227" y="778"/>
                </a:lnTo>
                <a:lnTo>
                  <a:pt x="226" y="778"/>
                </a:lnTo>
                <a:lnTo>
                  <a:pt x="225" y="779"/>
                </a:lnTo>
                <a:lnTo>
                  <a:pt x="224" y="780"/>
                </a:lnTo>
                <a:lnTo>
                  <a:pt x="223" y="780"/>
                </a:lnTo>
                <a:lnTo>
                  <a:pt x="222" y="780"/>
                </a:lnTo>
                <a:lnTo>
                  <a:pt x="222" y="781"/>
                </a:lnTo>
                <a:lnTo>
                  <a:pt x="221" y="781"/>
                </a:lnTo>
                <a:lnTo>
                  <a:pt x="221" y="782"/>
                </a:lnTo>
                <a:lnTo>
                  <a:pt x="220" y="782"/>
                </a:lnTo>
                <a:lnTo>
                  <a:pt x="219" y="783"/>
                </a:lnTo>
                <a:lnTo>
                  <a:pt x="216" y="784"/>
                </a:lnTo>
                <a:lnTo>
                  <a:pt x="215" y="785"/>
                </a:lnTo>
                <a:lnTo>
                  <a:pt x="211" y="787"/>
                </a:lnTo>
                <a:lnTo>
                  <a:pt x="208" y="789"/>
                </a:lnTo>
                <a:lnTo>
                  <a:pt x="207" y="789"/>
                </a:lnTo>
                <a:lnTo>
                  <a:pt x="205" y="790"/>
                </a:lnTo>
                <a:lnTo>
                  <a:pt x="204" y="791"/>
                </a:lnTo>
                <a:lnTo>
                  <a:pt x="203" y="791"/>
                </a:lnTo>
                <a:lnTo>
                  <a:pt x="202" y="791"/>
                </a:lnTo>
                <a:lnTo>
                  <a:pt x="202" y="792"/>
                </a:lnTo>
                <a:lnTo>
                  <a:pt x="203" y="793"/>
                </a:lnTo>
                <a:lnTo>
                  <a:pt x="202" y="793"/>
                </a:lnTo>
                <a:lnTo>
                  <a:pt x="202" y="794"/>
                </a:lnTo>
                <a:lnTo>
                  <a:pt x="201" y="794"/>
                </a:lnTo>
                <a:lnTo>
                  <a:pt x="201" y="793"/>
                </a:lnTo>
                <a:lnTo>
                  <a:pt x="200" y="793"/>
                </a:lnTo>
                <a:lnTo>
                  <a:pt x="199" y="793"/>
                </a:lnTo>
                <a:lnTo>
                  <a:pt x="198" y="794"/>
                </a:lnTo>
                <a:lnTo>
                  <a:pt x="197" y="794"/>
                </a:lnTo>
                <a:lnTo>
                  <a:pt x="195" y="796"/>
                </a:lnTo>
                <a:lnTo>
                  <a:pt x="192" y="797"/>
                </a:lnTo>
                <a:lnTo>
                  <a:pt x="191" y="798"/>
                </a:lnTo>
                <a:lnTo>
                  <a:pt x="190" y="798"/>
                </a:lnTo>
                <a:lnTo>
                  <a:pt x="189" y="799"/>
                </a:lnTo>
                <a:lnTo>
                  <a:pt x="188" y="801"/>
                </a:lnTo>
                <a:lnTo>
                  <a:pt x="187" y="802"/>
                </a:lnTo>
                <a:lnTo>
                  <a:pt x="187" y="803"/>
                </a:lnTo>
                <a:lnTo>
                  <a:pt x="185" y="807"/>
                </a:lnTo>
                <a:lnTo>
                  <a:pt x="186" y="808"/>
                </a:lnTo>
                <a:lnTo>
                  <a:pt x="187" y="810"/>
                </a:lnTo>
                <a:lnTo>
                  <a:pt x="187" y="811"/>
                </a:lnTo>
                <a:lnTo>
                  <a:pt x="185" y="811"/>
                </a:lnTo>
                <a:lnTo>
                  <a:pt x="183" y="811"/>
                </a:lnTo>
                <a:lnTo>
                  <a:pt x="183" y="812"/>
                </a:lnTo>
                <a:lnTo>
                  <a:pt x="182" y="812"/>
                </a:lnTo>
                <a:lnTo>
                  <a:pt x="182" y="813"/>
                </a:lnTo>
                <a:lnTo>
                  <a:pt x="180" y="813"/>
                </a:lnTo>
                <a:lnTo>
                  <a:pt x="178" y="814"/>
                </a:lnTo>
                <a:lnTo>
                  <a:pt x="177" y="814"/>
                </a:lnTo>
                <a:lnTo>
                  <a:pt x="177" y="813"/>
                </a:lnTo>
                <a:lnTo>
                  <a:pt x="177" y="812"/>
                </a:lnTo>
                <a:lnTo>
                  <a:pt x="176" y="812"/>
                </a:lnTo>
                <a:lnTo>
                  <a:pt x="176" y="811"/>
                </a:lnTo>
                <a:lnTo>
                  <a:pt x="175" y="811"/>
                </a:lnTo>
                <a:lnTo>
                  <a:pt x="175" y="810"/>
                </a:lnTo>
                <a:lnTo>
                  <a:pt x="176" y="808"/>
                </a:lnTo>
                <a:lnTo>
                  <a:pt x="176" y="806"/>
                </a:lnTo>
                <a:lnTo>
                  <a:pt x="176" y="805"/>
                </a:lnTo>
                <a:lnTo>
                  <a:pt x="175" y="805"/>
                </a:lnTo>
                <a:lnTo>
                  <a:pt x="174" y="805"/>
                </a:lnTo>
                <a:lnTo>
                  <a:pt x="173" y="804"/>
                </a:lnTo>
                <a:lnTo>
                  <a:pt x="171" y="803"/>
                </a:lnTo>
                <a:lnTo>
                  <a:pt x="170" y="802"/>
                </a:lnTo>
                <a:lnTo>
                  <a:pt x="170" y="803"/>
                </a:lnTo>
                <a:lnTo>
                  <a:pt x="169" y="803"/>
                </a:lnTo>
                <a:lnTo>
                  <a:pt x="169" y="804"/>
                </a:lnTo>
                <a:lnTo>
                  <a:pt x="169" y="805"/>
                </a:lnTo>
                <a:lnTo>
                  <a:pt x="167" y="805"/>
                </a:lnTo>
                <a:lnTo>
                  <a:pt x="165" y="804"/>
                </a:lnTo>
                <a:lnTo>
                  <a:pt x="164" y="804"/>
                </a:lnTo>
                <a:lnTo>
                  <a:pt x="163" y="804"/>
                </a:lnTo>
                <a:lnTo>
                  <a:pt x="161" y="800"/>
                </a:lnTo>
                <a:lnTo>
                  <a:pt x="161" y="799"/>
                </a:lnTo>
                <a:lnTo>
                  <a:pt x="162" y="798"/>
                </a:lnTo>
                <a:lnTo>
                  <a:pt x="161" y="797"/>
                </a:lnTo>
                <a:lnTo>
                  <a:pt x="160" y="797"/>
                </a:lnTo>
                <a:lnTo>
                  <a:pt x="159" y="796"/>
                </a:lnTo>
                <a:lnTo>
                  <a:pt x="157" y="794"/>
                </a:lnTo>
                <a:lnTo>
                  <a:pt x="156" y="794"/>
                </a:lnTo>
                <a:lnTo>
                  <a:pt x="156" y="793"/>
                </a:lnTo>
                <a:lnTo>
                  <a:pt x="156" y="792"/>
                </a:lnTo>
                <a:lnTo>
                  <a:pt x="157" y="792"/>
                </a:lnTo>
                <a:lnTo>
                  <a:pt x="158" y="790"/>
                </a:lnTo>
                <a:lnTo>
                  <a:pt x="158" y="788"/>
                </a:lnTo>
                <a:lnTo>
                  <a:pt x="159" y="786"/>
                </a:lnTo>
                <a:lnTo>
                  <a:pt x="159" y="785"/>
                </a:lnTo>
                <a:lnTo>
                  <a:pt x="159" y="784"/>
                </a:lnTo>
                <a:lnTo>
                  <a:pt x="158" y="784"/>
                </a:lnTo>
                <a:lnTo>
                  <a:pt x="156" y="780"/>
                </a:lnTo>
                <a:lnTo>
                  <a:pt x="156" y="779"/>
                </a:lnTo>
                <a:lnTo>
                  <a:pt x="156" y="778"/>
                </a:lnTo>
                <a:lnTo>
                  <a:pt x="156" y="775"/>
                </a:lnTo>
                <a:lnTo>
                  <a:pt x="154" y="772"/>
                </a:lnTo>
                <a:lnTo>
                  <a:pt x="152" y="773"/>
                </a:lnTo>
                <a:lnTo>
                  <a:pt x="151" y="773"/>
                </a:lnTo>
                <a:lnTo>
                  <a:pt x="150" y="773"/>
                </a:lnTo>
                <a:lnTo>
                  <a:pt x="151" y="774"/>
                </a:lnTo>
                <a:lnTo>
                  <a:pt x="150" y="775"/>
                </a:lnTo>
                <a:lnTo>
                  <a:pt x="149" y="775"/>
                </a:lnTo>
                <a:lnTo>
                  <a:pt x="149" y="774"/>
                </a:lnTo>
                <a:lnTo>
                  <a:pt x="148" y="773"/>
                </a:lnTo>
                <a:lnTo>
                  <a:pt x="147" y="773"/>
                </a:lnTo>
                <a:lnTo>
                  <a:pt x="144" y="771"/>
                </a:lnTo>
                <a:lnTo>
                  <a:pt x="143" y="770"/>
                </a:lnTo>
                <a:lnTo>
                  <a:pt x="143" y="769"/>
                </a:lnTo>
                <a:lnTo>
                  <a:pt x="143" y="768"/>
                </a:lnTo>
                <a:lnTo>
                  <a:pt x="142" y="768"/>
                </a:lnTo>
                <a:lnTo>
                  <a:pt x="142" y="767"/>
                </a:lnTo>
                <a:lnTo>
                  <a:pt x="141" y="767"/>
                </a:lnTo>
                <a:lnTo>
                  <a:pt x="141" y="768"/>
                </a:lnTo>
                <a:lnTo>
                  <a:pt x="140" y="769"/>
                </a:lnTo>
                <a:lnTo>
                  <a:pt x="139" y="769"/>
                </a:lnTo>
                <a:lnTo>
                  <a:pt x="139" y="770"/>
                </a:lnTo>
                <a:lnTo>
                  <a:pt x="138" y="770"/>
                </a:lnTo>
                <a:lnTo>
                  <a:pt x="136" y="772"/>
                </a:lnTo>
                <a:lnTo>
                  <a:pt x="136" y="771"/>
                </a:lnTo>
                <a:lnTo>
                  <a:pt x="135" y="771"/>
                </a:lnTo>
                <a:lnTo>
                  <a:pt x="136" y="770"/>
                </a:lnTo>
                <a:lnTo>
                  <a:pt x="136" y="769"/>
                </a:lnTo>
                <a:lnTo>
                  <a:pt x="136" y="768"/>
                </a:lnTo>
                <a:lnTo>
                  <a:pt x="136" y="766"/>
                </a:lnTo>
                <a:lnTo>
                  <a:pt x="137" y="766"/>
                </a:lnTo>
                <a:lnTo>
                  <a:pt x="137" y="765"/>
                </a:lnTo>
                <a:lnTo>
                  <a:pt x="137" y="763"/>
                </a:lnTo>
                <a:lnTo>
                  <a:pt x="138" y="761"/>
                </a:lnTo>
                <a:lnTo>
                  <a:pt x="137" y="758"/>
                </a:lnTo>
                <a:lnTo>
                  <a:pt x="136" y="757"/>
                </a:lnTo>
                <a:lnTo>
                  <a:pt x="135" y="757"/>
                </a:lnTo>
                <a:lnTo>
                  <a:pt x="134" y="757"/>
                </a:lnTo>
                <a:lnTo>
                  <a:pt x="132" y="755"/>
                </a:lnTo>
                <a:lnTo>
                  <a:pt x="131" y="755"/>
                </a:lnTo>
                <a:lnTo>
                  <a:pt x="131" y="754"/>
                </a:lnTo>
                <a:lnTo>
                  <a:pt x="131" y="753"/>
                </a:lnTo>
                <a:lnTo>
                  <a:pt x="131" y="752"/>
                </a:lnTo>
                <a:lnTo>
                  <a:pt x="130" y="751"/>
                </a:lnTo>
                <a:lnTo>
                  <a:pt x="131" y="751"/>
                </a:lnTo>
                <a:lnTo>
                  <a:pt x="131" y="750"/>
                </a:lnTo>
                <a:lnTo>
                  <a:pt x="130" y="750"/>
                </a:lnTo>
                <a:lnTo>
                  <a:pt x="130" y="749"/>
                </a:lnTo>
                <a:lnTo>
                  <a:pt x="129" y="749"/>
                </a:lnTo>
                <a:lnTo>
                  <a:pt x="128" y="749"/>
                </a:lnTo>
                <a:lnTo>
                  <a:pt x="127" y="748"/>
                </a:lnTo>
                <a:lnTo>
                  <a:pt x="127" y="747"/>
                </a:lnTo>
                <a:lnTo>
                  <a:pt x="127" y="746"/>
                </a:lnTo>
                <a:lnTo>
                  <a:pt x="127" y="745"/>
                </a:lnTo>
                <a:lnTo>
                  <a:pt x="128" y="744"/>
                </a:lnTo>
                <a:lnTo>
                  <a:pt x="128" y="743"/>
                </a:lnTo>
                <a:lnTo>
                  <a:pt x="127" y="743"/>
                </a:lnTo>
                <a:lnTo>
                  <a:pt x="126" y="743"/>
                </a:lnTo>
                <a:lnTo>
                  <a:pt x="126" y="742"/>
                </a:lnTo>
                <a:lnTo>
                  <a:pt x="124" y="741"/>
                </a:lnTo>
                <a:lnTo>
                  <a:pt x="124" y="740"/>
                </a:lnTo>
                <a:lnTo>
                  <a:pt x="124" y="739"/>
                </a:lnTo>
                <a:lnTo>
                  <a:pt x="124" y="738"/>
                </a:lnTo>
                <a:lnTo>
                  <a:pt x="125" y="738"/>
                </a:lnTo>
                <a:lnTo>
                  <a:pt x="126" y="738"/>
                </a:lnTo>
                <a:lnTo>
                  <a:pt x="126" y="734"/>
                </a:lnTo>
                <a:lnTo>
                  <a:pt x="125" y="734"/>
                </a:lnTo>
                <a:lnTo>
                  <a:pt x="125" y="733"/>
                </a:lnTo>
                <a:lnTo>
                  <a:pt x="125" y="732"/>
                </a:lnTo>
                <a:lnTo>
                  <a:pt x="125" y="731"/>
                </a:lnTo>
                <a:lnTo>
                  <a:pt x="124" y="730"/>
                </a:lnTo>
                <a:lnTo>
                  <a:pt x="123" y="729"/>
                </a:lnTo>
                <a:lnTo>
                  <a:pt x="124" y="728"/>
                </a:lnTo>
                <a:lnTo>
                  <a:pt x="124" y="727"/>
                </a:lnTo>
                <a:lnTo>
                  <a:pt x="125" y="726"/>
                </a:lnTo>
                <a:lnTo>
                  <a:pt x="124" y="722"/>
                </a:lnTo>
                <a:lnTo>
                  <a:pt x="123" y="721"/>
                </a:lnTo>
                <a:lnTo>
                  <a:pt x="122" y="721"/>
                </a:lnTo>
                <a:lnTo>
                  <a:pt x="121" y="721"/>
                </a:lnTo>
                <a:lnTo>
                  <a:pt x="120" y="720"/>
                </a:lnTo>
                <a:lnTo>
                  <a:pt x="118" y="718"/>
                </a:lnTo>
                <a:lnTo>
                  <a:pt x="118" y="716"/>
                </a:lnTo>
                <a:lnTo>
                  <a:pt x="116" y="715"/>
                </a:lnTo>
                <a:lnTo>
                  <a:pt x="115" y="715"/>
                </a:lnTo>
                <a:lnTo>
                  <a:pt x="115" y="714"/>
                </a:lnTo>
                <a:lnTo>
                  <a:pt x="115" y="713"/>
                </a:lnTo>
                <a:lnTo>
                  <a:pt x="115" y="712"/>
                </a:lnTo>
                <a:lnTo>
                  <a:pt x="116" y="711"/>
                </a:lnTo>
                <a:lnTo>
                  <a:pt x="117" y="711"/>
                </a:lnTo>
                <a:lnTo>
                  <a:pt x="118" y="710"/>
                </a:lnTo>
                <a:lnTo>
                  <a:pt x="118" y="709"/>
                </a:lnTo>
                <a:lnTo>
                  <a:pt x="117" y="709"/>
                </a:lnTo>
                <a:lnTo>
                  <a:pt x="116" y="709"/>
                </a:lnTo>
                <a:lnTo>
                  <a:pt x="115" y="708"/>
                </a:lnTo>
                <a:lnTo>
                  <a:pt x="114" y="708"/>
                </a:lnTo>
                <a:lnTo>
                  <a:pt x="114" y="707"/>
                </a:lnTo>
                <a:lnTo>
                  <a:pt x="113" y="706"/>
                </a:lnTo>
                <a:lnTo>
                  <a:pt x="112" y="706"/>
                </a:lnTo>
                <a:lnTo>
                  <a:pt x="111" y="706"/>
                </a:lnTo>
                <a:lnTo>
                  <a:pt x="111" y="707"/>
                </a:lnTo>
                <a:lnTo>
                  <a:pt x="110" y="707"/>
                </a:lnTo>
                <a:lnTo>
                  <a:pt x="108" y="707"/>
                </a:lnTo>
                <a:lnTo>
                  <a:pt x="107" y="706"/>
                </a:lnTo>
                <a:lnTo>
                  <a:pt x="107" y="708"/>
                </a:lnTo>
                <a:lnTo>
                  <a:pt x="106" y="710"/>
                </a:lnTo>
                <a:lnTo>
                  <a:pt x="105" y="711"/>
                </a:lnTo>
                <a:lnTo>
                  <a:pt x="103" y="711"/>
                </a:lnTo>
                <a:lnTo>
                  <a:pt x="101" y="710"/>
                </a:lnTo>
                <a:lnTo>
                  <a:pt x="100" y="711"/>
                </a:lnTo>
                <a:lnTo>
                  <a:pt x="100" y="712"/>
                </a:lnTo>
                <a:lnTo>
                  <a:pt x="99" y="712"/>
                </a:lnTo>
                <a:lnTo>
                  <a:pt x="98" y="710"/>
                </a:lnTo>
                <a:lnTo>
                  <a:pt x="97" y="710"/>
                </a:lnTo>
                <a:lnTo>
                  <a:pt x="96" y="711"/>
                </a:lnTo>
                <a:lnTo>
                  <a:pt x="95" y="711"/>
                </a:lnTo>
                <a:lnTo>
                  <a:pt x="93" y="712"/>
                </a:lnTo>
                <a:lnTo>
                  <a:pt x="93" y="713"/>
                </a:lnTo>
                <a:lnTo>
                  <a:pt x="92" y="714"/>
                </a:lnTo>
                <a:lnTo>
                  <a:pt x="91" y="715"/>
                </a:lnTo>
                <a:lnTo>
                  <a:pt x="90" y="713"/>
                </a:lnTo>
                <a:lnTo>
                  <a:pt x="91" y="711"/>
                </a:lnTo>
                <a:lnTo>
                  <a:pt x="90" y="711"/>
                </a:lnTo>
                <a:lnTo>
                  <a:pt x="89" y="710"/>
                </a:lnTo>
                <a:lnTo>
                  <a:pt x="88" y="710"/>
                </a:lnTo>
                <a:lnTo>
                  <a:pt x="87" y="711"/>
                </a:lnTo>
                <a:lnTo>
                  <a:pt x="85" y="712"/>
                </a:lnTo>
                <a:lnTo>
                  <a:pt x="84" y="714"/>
                </a:lnTo>
                <a:lnTo>
                  <a:pt x="83" y="715"/>
                </a:lnTo>
                <a:lnTo>
                  <a:pt x="82" y="715"/>
                </a:lnTo>
                <a:lnTo>
                  <a:pt x="81" y="715"/>
                </a:lnTo>
                <a:lnTo>
                  <a:pt x="81" y="714"/>
                </a:lnTo>
                <a:lnTo>
                  <a:pt x="80" y="714"/>
                </a:lnTo>
                <a:lnTo>
                  <a:pt x="80" y="715"/>
                </a:lnTo>
                <a:lnTo>
                  <a:pt x="78" y="716"/>
                </a:lnTo>
                <a:lnTo>
                  <a:pt x="76" y="716"/>
                </a:lnTo>
                <a:lnTo>
                  <a:pt x="76" y="715"/>
                </a:lnTo>
                <a:lnTo>
                  <a:pt x="76" y="714"/>
                </a:lnTo>
                <a:lnTo>
                  <a:pt x="73" y="714"/>
                </a:lnTo>
                <a:lnTo>
                  <a:pt x="72" y="715"/>
                </a:lnTo>
                <a:lnTo>
                  <a:pt x="71" y="715"/>
                </a:lnTo>
                <a:lnTo>
                  <a:pt x="70" y="714"/>
                </a:lnTo>
                <a:lnTo>
                  <a:pt x="70" y="713"/>
                </a:lnTo>
                <a:lnTo>
                  <a:pt x="69" y="713"/>
                </a:lnTo>
                <a:lnTo>
                  <a:pt x="68" y="712"/>
                </a:lnTo>
                <a:lnTo>
                  <a:pt x="67" y="712"/>
                </a:lnTo>
                <a:lnTo>
                  <a:pt x="66" y="711"/>
                </a:lnTo>
                <a:lnTo>
                  <a:pt x="66" y="710"/>
                </a:lnTo>
                <a:lnTo>
                  <a:pt x="65" y="710"/>
                </a:lnTo>
                <a:lnTo>
                  <a:pt x="64" y="709"/>
                </a:lnTo>
                <a:lnTo>
                  <a:pt x="63" y="709"/>
                </a:lnTo>
                <a:lnTo>
                  <a:pt x="63" y="708"/>
                </a:lnTo>
                <a:lnTo>
                  <a:pt x="64" y="708"/>
                </a:lnTo>
                <a:lnTo>
                  <a:pt x="64" y="706"/>
                </a:lnTo>
                <a:lnTo>
                  <a:pt x="64" y="705"/>
                </a:lnTo>
                <a:lnTo>
                  <a:pt x="65" y="705"/>
                </a:lnTo>
                <a:lnTo>
                  <a:pt x="66" y="704"/>
                </a:lnTo>
                <a:lnTo>
                  <a:pt x="66" y="703"/>
                </a:lnTo>
                <a:lnTo>
                  <a:pt x="65" y="703"/>
                </a:lnTo>
                <a:lnTo>
                  <a:pt x="64" y="703"/>
                </a:lnTo>
                <a:lnTo>
                  <a:pt x="64" y="702"/>
                </a:lnTo>
                <a:lnTo>
                  <a:pt x="61" y="702"/>
                </a:lnTo>
                <a:lnTo>
                  <a:pt x="59" y="703"/>
                </a:lnTo>
                <a:lnTo>
                  <a:pt x="58" y="703"/>
                </a:lnTo>
                <a:lnTo>
                  <a:pt x="57" y="703"/>
                </a:lnTo>
                <a:lnTo>
                  <a:pt x="57" y="702"/>
                </a:lnTo>
                <a:lnTo>
                  <a:pt x="56" y="702"/>
                </a:lnTo>
                <a:lnTo>
                  <a:pt x="55" y="703"/>
                </a:lnTo>
                <a:lnTo>
                  <a:pt x="55" y="704"/>
                </a:lnTo>
                <a:lnTo>
                  <a:pt x="54" y="705"/>
                </a:lnTo>
                <a:lnTo>
                  <a:pt x="53" y="704"/>
                </a:lnTo>
                <a:lnTo>
                  <a:pt x="53" y="703"/>
                </a:lnTo>
                <a:lnTo>
                  <a:pt x="53" y="702"/>
                </a:lnTo>
                <a:lnTo>
                  <a:pt x="53" y="701"/>
                </a:lnTo>
                <a:lnTo>
                  <a:pt x="52" y="700"/>
                </a:lnTo>
                <a:lnTo>
                  <a:pt x="51" y="699"/>
                </a:lnTo>
                <a:lnTo>
                  <a:pt x="50" y="698"/>
                </a:lnTo>
                <a:lnTo>
                  <a:pt x="51" y="695"/>
                </a:lnTo>
                <a:lnTo>
                  <a:pt x="52" y="695"/>
                </a:lnTo>
                <a:lnTo>
                  <a:pt x="53" y="694"/>
                </a:lnTo>
                <a:lnTo>
                  <a:pt x="54" y="693"/>
                </a:lnTo>
                <a:lnTo>
                  <a:pt x="55" y="691"/>
                </a:lnTo>
                <a:lnTo>
                  <a:pt x="55" y="689"/>
                </a:lnTo>
                <a:lnTo>
                  <a:pt x="55" y="688"/>
                </a:lnTo>
                <a:lnTo>
                  <a:pt x="54" y="686"/>
                </a:lnTo>
                <a:lnTo>
                  <a:pt x="52" y="685"/>
                </a:lnTo>
                <a:lnTo>
                  <a:pt x="51" y="685"/>
                </a:lnTo>
                <a:lnTo>
                  <a:pt x="50" y="685"/>
                </a:lnTo>
                <a:lnTo>
                  <a:pt x="50" y="686"/>
                </a:lnTo>
                <a:lnTo>
                  <a:pt x="49" y="687"/>
                </a:lnTo>
                <a:lnTo>
                  <a:pt x="48" y="688"/>
                </a:lnTo>
                <a:lnTo>
                  <a:pt x="47" y="688"/>
                </a:lnTo>
                <a:lnTo>
                  <a:pt x="46" y="690"/>
                </a:lnTo>
                <a:lnTo>
                  <a:pt x="46" y="691"/>
                </a:lnTo>
                <a:lnTo>
                  <a:pt x="45" y="692"/>
                </a:lnTo>
                <a:lnTo>
                  <a:pt x="43" y="693"/>
                </a:lnTo>
                <a:lnTo>
                  <a:pt x="42" y="692"/>
                </a:lnTo>
                <a:lnTo>
                  <a:pt x="41" y="692"/>
                </a:lnTo>
                <a:lnTo>
                  <a:pt x="40" y="691"/>
                </a:lnTo>
                <a:lnTo>
                  <a:pt x="39" y="690"/>
                </a:lnTo>
                <a:lnTo>
                  <a:pt x="39" y="691"/>
                </a:lnTo>
                <a:lnTo>
                  <a:pt x="38" y="692"/>
                </a:lnTo>
                <a:lnTo>
                  <a:pt x="37" y="694"/>
                </a:lnTo>
                <a:lnTo>
                  <a:pt x="36" y="694"/>
                </a:lnTo>
                <a:lnTo>
                  <a:pt x="35" y="693"/>
                </a:lnTo>
                <a:lnTo>
                  <a:pt x="35" y="692"/>
                </a:lnTo>
                <a:lnTo>
                  <a:pt x="35" y="691"/>
                </a:lnTo>
                <a:lnTo>
                  <a:pt x="34" y="691"/>
                </a:lnTo>
                <a:lnTo>
                  <a:pt x="34" y="690"/>
                </a:lnTo>
                <a:lnTo>
                  <a:pt x="31" y="689"/>
                </a:lnTo>
                <a:lnTo>
                  <a:pt x="30" y="689"/>
                </a:lnTo>
                <a:lnTo>
                  <a:pt x="29" y="689"/>
                </a:lnTo>
                <a:lnTo>
                  <a:pt x="29" y="690"/>
                </a:lnTo>
                <a:lnTo>
                  <a:pt x="28" y="690"/>
                </a:lnTo>
                <a:lnTo>
                  <a:pt x="28" y="689"/>
                </a:lnTo>
                <a:lnTo>
                  <a:pt x="27" y="689"/>
                </a:lnTo>
                <a:lnTo>
                  <a:pt x="27" y="688"/>
                </a:lnTo>
                <a:lnTo>
                  <a:pt x="26" y="688"/>
                </a:lnTo>
                <a:lnTo>
                  <a:pt x="25" y="688"/>
                </a:lnTo>
                <a:lnTo>
                  <a:pt x="24" y="687"/>
                </a:lnTo>
                <a:lnTo>
                  <a:pt x="23" y="686"/>
                </a:lnTo>
                <a:lnTo>
                  <a:pt x="20" y="684"/>
                </a:lnTo>
                <a:lnTo>
                  <a:pt x="19" y="683"/>
                </a:lnTo>
                <a:lnTo>
                  <a:pt x="19" y="682"/>
                </a:lnTo>
                <a:lnTo>
                  <a:pt x="18" y="680"/>
                </a:lnTo>
                <a:lnTo>
                  <a:pt x="18" y="679"/>
                </a:lnTo>
                <a:lnTo>
                  <a:pt x="17" y="679"/>
                </a:lnTo>
                <a:lnTo>
                  <a:pt x="16" y="679"/>
                </a:lnTo>
                <a:lnTo>
                  <a:pt x="15" y="678"/>
                </a:lnTo>
                <a:lnTo>
                  <a:pt x="12" y="678"/>
                </a:lnTo>
                <a:lnTo>
                  <a:pt x="11" y="678"/>
                </a:lnTo>
                <a:lnTo>
                  <a:pt x="9" y="679"/>
                </a:lnTo>
                <a:lnTo>
                  <a:pt x="9" y="678"/>
                </a:lnTo>
                <a:lnTo>
                  <a:pt x="9" y="677"/>
                </a:lnTo>
                <a:lnTo>
                  <a:pt x="10" y="677"/>
                </a:lnTo>
                <a:lnTo>
                  <a:pt x="10" y="675"/>
                </a:lnTo>
                <a:lnTo>
                  <a:pt x="10" y="674"/>
                </a:lnTo>
                <a:lnTo>
                  <a:pt x="10" y="673"/>
                </a:lnTo>
                <a:lnTo>
                  <a:pt x="9" y="673"/>
                </a:lnTo>
                <a:lnTo>
                  <a:pt x="8" y="674"/>
                </a:lnTo>
                <a:lnTo>
                  <a:pt x="6" y="673"/>
                </a:lnTo>
                <a:lnTo>
                  <a:pt x="5" y="672"/>
                </a:lnTo>
                <a:lnTo>
                  <a:pt x="4" y="671"/>
                </a:lnTo>
                <a:lnTo>
                  <a:pt x="3" y="671"/>
                </a:lnTo>
                <a:lnTo>
                  <a:pt x="3" y="670"/>
                </a:lnTo>
                <a:lnTo>
                  <a:pt x="2" y="670"/>
                </a:lnTo>
                <a:lnTo>
                  <a:pt x="1" y="670"/>
                </a:lnTo>
                <a:lnTo>
                  <a:pt x="0" y="668"/>
                </a:lnTo>
                <a:lnTo>
                  <a:pt x="0" y="667"/>
                </a:lnTo>
                <a:lnTo>
                  <a:pt x="0" y="666"/>
                </a:lnTo>
                <a:lnTo>
                  <a:pt x="0" y="665"/>
                </a:lnTo>
                <a:lnTo>
                  <a:pt x="1" y="662"/>
                </a:lnTo>
                <a:lnTo>
                  <a:pt x="1" y="661"/>
                </a:lnTo>
                <a:lnTo>
                  <a:pt x="2" y="660"/>
                </a:lnTo>
                <a:lnTo>
                  <a:pt x="3" y="659"/>
                </a:lnTo>
                <a:lnTo>
                  <a:pt x="3" y="657"/>
                </a:lnTo>
                <a:lnTo>
                  <a:pt x="4" y="656"/>
                </a:lnTo>
                <a:lnTo>
                  <a:pt x="4" y="655"/>
                </a:lnTo>
                <a:lnTo>
                  <a:pt x="4" y="654"/>
                </a:lnTo>
                <a:lnTo>
                  <a:pt x="4" y="651"/>
                </a:lnTo>
                <a:lnTo>
                  <a:pt x="4" y="648"/>
                </a:lnTo>
                <a:lnTo>
                  <a:pt x="3" y="646"/>
                </a:lnTo>
                <a:lnTo>
                  <a:pt x="3" y="644"/>
                </a:lnTo>
                <a:lnTo>
                  <a:pt x="4" y="643"/>
                </a:lnTo>
                <a:lnTo>
                  <a:pt x="4" y="641"/>
                </a:lnTo>
                <a:lnTo>
                  <a:pt x="4" y="639"/>
                </a:lnTo>
                <a:lnTo>
                  <a:pt x="4" y="638"/>
                </a:lnTo>
                <a:lnTo>
                  <a:pt x="4" y="637"/>
                </a:lnTo>
                <a:lnTo>
                  <a:pt x="4" y="636"/>
                </a:lnTo>
                <a:lnTo>
                  <a:pt x="6" y="634"/>
                </a:lnTo>
                <a:lnTo>
                  <a:pt x="8" y="635"/>
                </a:lnTo>
                <a:lnTo>
                  <a:pt x="10" y="636"/>
                </a:lnTo>
                <a:lnTo>
                  <a:pt x="11" y="636"/>
                </a:lnTo>
                <a:lnTo>
                  <a:pt x="15" y="635"/>
                </a:lnTo>
                <a:lnTo>
                  <a:pt x="15" y="634"/>
                </a:lnTo>
                <a:lnTo>
                  <a:pt x="17" y="633"/>
                </a:lnTo>
                <a:lnTo>
                  <a:pt x="18" y="633"/>
                </a:lnTo>
                <a:lnTo>
                  <a:pt x="19" y="632"/>
                </a:lnTo>
                <a:lnTo>
                  <a:pt x="19" y="631"/>
                </a:lnTo>
                <a:lnTo>
                  <a:pt x="20" y="629"/>
                </a:lnTo>
                <a:lnTo>
                  <a:pt x="21" y="628"/>
                </a:lnTo>
                <a:lnTo>
                  <a:pt x="21" y="626"/>
                </a:lnTo>
                <a:lnTo>
                  <a:pt x="21" y="625"/>
                </a:lnTo>
                <a:lnTo>
                  <a:pt x="21" y="624"/>
                </a:lnTo>
                <a:lnTo>
                  <a:pt x="17" y="624"/>
                </a:lnTo>
                <a:lnTo>
                  <a:pt x="16" y="624"/>
                </a:lnTo>
                <a:lnTo>
                  <a:pt x="15" y="624"/>
                </a:lnTo>
                <a:lnTo>
                  <a:pt x="14" y="624"/>
                </a:lnTo>
                <a:lnTo>
                  <a:pt x="14" y="623"/>
                </a:lnTo>
                <a:lnTo>
                  <a:pt x="13" y="623"/>
                </a:lnTo>
                <a:lnTo>
                  <a:pt x="11" y="623"/>
                </a:lnTo>
                <a:lnTo>
                  <a:pt x="10" y="623"/>
                </a:lnTo>
                <a:lnTo>
                  <a:pt x="8" y="622"/>
                </a:lnTo>
                <a:lnTo>
                  <a:pt x="8" y="621"/>
                </a:lnTo>
                <a:lnTo>
                  <a:pt x="7" y="620"/>
                </a:lnTo>
                <a:lnTo>
                  <a:pt x="7" y="617"/>
                </a:lnTo>
                <a:lnTo>
                  <a:pt x="7" y="616"/>
                </a:lnTo>
                <a:lnTo>
                  <a:pt x="8" y="614"/>
                </a:lnTo>
                <a:lnTo>
                  <a:pt x="8" y="613"/>
                </a:lnTo>
                <a:lnTo>
                  <a:pt x="9" y="613"/>
                </a:lnTo>
                <a:lnTo>
                  <a:pt x="9" y="612"/>
                </a:lnTo>
                <a:lnTo>
                  <a:pt x="10" y="612"/>
                </a:lnTo>
                <a:lnTo>
                  <a:pt x="10" y="611"/>
                </a:lnTo>
                <a:lnTo>
                  <a:pt x="10" y="610"/>
                </a:lnTo>
                <a:lnTo>
                  <a:pt x="13" y="610"/>
                </a:lnTo>
                <a:lnTo>
                  <a:pt x="14" y="611"/>
                </a:lnTo>
                <a:lnTo>
                  <a:pt x="16" y="612"/>
                </a:lnTo>
                <a:lnTo>
                  <a:pt x="17" y="612"/>
                </a:lnTo>
                <a:lnTo>
                  <a:pt x="18" y="612"/>
                </a:lnTo>
                <a:lnTo>
                  <a:pt x="20" y="613"/>
                </a:lnTo>
                <a:lnTo>
                  <a:pt x="21" y="613"/>
                </a:lnTo>
                <a:lnTo>
                  <a:pt x="21" y="612"/>
                </a:lnTo>
                <a:lnTo>
                  <a:pt x="22" y="611"/>
                </a:lnTo>
                <a:lnTo>
                  <a:pt x="22" y="610"/>
                </a:lnTo>
                <a:lnTo>
                  <a:pt x="22" y="609"/>
                </a:lnTo>
                <a:lnTo>
                  <a:pt x="22" y="610"/>
                </a:lnTo>
                <a:lnTo>
                  <a:pt x="22" y="609"/>
                </a:lnTo>
                <a:lnTo>
                  <a:pt x="23" y="609"/>
                </a:lnTo>
                <a:lnTo>
                  <a:pt x="24" y="609"/>
                </a:lnTo>
                <a:lnTo>
                  <a:pt x="25" y="610"/>
                </a:lnTo>
                <a:lnTo>
                  <a:pt x="26" y="610"/>
                </a:lnTo>
                <a:lnTo>
                  <a:pt x="26" y="609"/>
                </a:lnTo>
                <a:lnTo>
                  <a:pt x="27" y="608"/>
                </a:lnTo>
                <a:lnTo>
                  <a:pt x="27" y="606"/>
                </a:lnTo>
                <a:lnTo>
                  <a:pt x="27" y="604"/>
                </a:lnTo>
                <a:lnTo>
                  <a:pt x="27" y="602"/>
                </a:lnTo>
                <a:lnTo>
                  <a:pt x="27" y="599"/>
                </a:lnTo>
                <a:lnTo>
                  <a:pt x="26" y="598"/>
                </a:lnTo>
                <a:lnTo>
                  <a:pt x="26" y="597"/>
                </a:lnTo>
                <a:lnTo>
                  <a:pt x="26" y="596"/>
                </a:lnTo>
                <a:lnTo>
                  <a:pt x="27" y="596"/>
                </a:lnTo>
                <a:lnTo>
                  <a:pt x="28" y="596"/>
                </a:lnTo>
                <a:lnTo>
                  <a:pt x="29" y="596"/>
                </a:lnTo>
                <a:lnTo>
                  <a:pt x="32" y="595"/>
                </a:lnTo>
                <a:lnTo>
                  <a:pt x="33" y="595"/>
                </a:lnTo>
                <a:lnTo>
                  <a:pt x="33" y="594"/>
                </a:lnTo>
                <a:lnTo>
                  <a:pt x="34" y="594"/>
                </a:lnTo>
                <a:lnTo>
                  <a:pt x="35" y="593"/>
                </a:lnTo>
                <a:lnTo>
                  <a:pt x="35" y="592"/>
                </a:lnTo>
                <a:lnTo>
                  <a:pt x="35" y="591"/>
                </a:lnTo>
                <a:lnTo>
                  <a:pt x="36" y="589"/>
                </a:lnTo>
                <a:lnTo>
                  <a:pt x="37" y="587"/>
                </a:lnTo>
                <a:lnTo>
                  <a:pt x="40" y="584"/>
                </a:lnTo>
                <a:lnTo>
                  <a:pt x="40" y="583"/>
                </a:lnTo>
                <a:lnTo>
                  <a:pt x="41" y="583"/>
                </a:lnTo>
                <a:lnTo>
                  <a:pt x="42" y="582"/>
                </a:lnTo>
                <a:lnTo>
                  <a:pt x="41" y="580"/>
                </a:lnTo>
                <a:lnTo>
                  <a:pt x="40" y="580"/>
                </a:lnTo>
                <a:lnTo>
                  <a:pt x="39" y="580"/>
                </a:lnTo>
                <a:lnTo>
                  <a:pt x="38" y="580"/>
                </a:lnTo>
                <a:lnTo>
                  <a:pt x="38" y="579"/>
                </a:lnTo>
                <a:lnTo>
                  <a:pt x="37" y="578"/>
                </a:lnTo>
                <a:lnTo>
                  <a:pt x="37" y="577"/>
                </a:lnTo>
                <a:lnTo>
                  <a:pt x="38" y="576"/>
                </a:lnTo>
                <a:lnTo>
                  <a:pt x="39" y="576"/>
                </a:lnTo>
                <a:lnTo>
                  <a:pt x="40" y="577"/>
                </a:lnTo>
                <a:lnTo>
                  <a:pt x="41" y="576"/>
                </a:lnTo>
                <a:lnTo>
                  <a:pt x="42" y="575"/>
                </a:lnTo>
                <a:lnTo>
                  <a:pt x="43" y="575"/>
                </a:lnTo>
                <a:lnTo>
                  <a:pt x="43" y="574"/>
                </a:lnTo>
                <a:lnTo>
                  <a:pt x="42" y="574"/>
                </a:lnTo>
                <a:lnTo>
                  <a:pt x="42" y="572"/>
                </a:lnTo>
                <a:lnTo>
                  <a:pt x="42" y="571"/>
                </a:lnTo>
                <a:lnTo>
                  <a:pt x="43" y="569"/>
                </a:lnTo>
                <a:lnTo>
                  <a:pt x="44" y="569"/>
                </a:lnTo>
                <a:lnTo>
                  <a:pt x="45" y="569"/>
                </a:lnTo>
                <a:lnTo>
                  <a:pt x="45" y="568"/>
                </a:lnTo>
                <a:lnTo>
                  <a:pt x="46" y="566"/>
                </a:lnTo>
                <a:lnTo>
                  <a:pt x="47" y="564"/>
                </a:lnTo>
                <a:lnTo>
                  <a:pt x="47" y="563"/>
                </a:lnTo>
                <a:lnTo>
                  <a:pt x="47" y="562"/>
                </a:lnTo>
                <a:lnTo>
                  <a:pt x="46" y="562"/>
                </a:lnTo>
                <a:lnTo>
                  <a:pt x="45" y="557"/>
                </a:lnTo>
                <a:lnTo>
                  <a:pt x="44" y="557"/>
                </a:lnTo>
                <a:lnTo>
                  <a:pt x="45" y="556"/>
                </a:lnTo>
                <a:lnTo>
                  <a:pt x="45" y="555"/>
                </a:lnTo>
                <a:lnTo>
                  <a:pt x="46" y="554"/>
                </a:lnTo>
                <a:lnTo>
                  <a:pt x="47" y="553"/>
                </a:lnTo>
                <a:lnTo>
                  <a:pt x="50" y="552"/>
                </a:lnTo>
                <a:lnTo>
                  <a:pt x="51" y="552"/>
                </a:lnTo>
                <a:lnTo>
                  <a:pt x="52" y="553"/>
                </a:lnTo>
                <a:lnTo>
                  <a:pt x="53" y="553"/>
                </a:lnTo>
                <a:lnTo>
                  <a:pt x="54" y="552"/>
                </a:lnTo>
                <a:lnTo>
                  <a:pt x="54" y="551"/>
                </a:lnTo>
                <a:lnTo>
                  <a:pt x="54" y="550"/>
                </a:lnTo>
                <a:lnTo>
                  <a:pt x="54" y="548"/>
                </a:lnTo>
                <a:lnTo>
                  <a:pt x="55" y="548"/>
                </a:lnTo>
                <a:lnTo>
                  <a:pt x="55" y="549"/>
                </a:lnTo>
                <a:lnTo>
                  <a:pt x="55" y="550"/>
                </a:lnTo>
                <a:lnTo>
                  <a:pt x="56" y="551"/>
                </a:lnTo>
                <a:lnTo>
                  <a:pt x="57" y="551"/>
                </a:lnTo>
                <a:lnTo>
                  <a:pt x="57" y="550"/>
                </a:lnTo>
                <a:lnTo>
                  <a:pt x="57" y="549"/>
                </a:lnTo>
                <a:lnTo>
                  <a:pt x="57" y="547"/>
                </a:lnTo>
                <a:lnTo>
                  <a:pt x="56" y="546"/>
                </a:lnTo>
                <a:lnTo>
                  <a:pt x="55" y="545"/>
                </a:lnTo>
                <a:lnTo>
                  <a:pt x="55" y="544"/>
                </a:lnTo>
                <a:lnTo>
                  <a:pt x="56" y="543"/>
                </a:lnTo>
                <a:lnTo>
                  <a:pt x="56" y="542"/>
                </a:lnTo>
                <a:lnTo>
                  <a:pt x="56" y="539"/>
                </a:lnTo>
                <a:lnTo>
                  <a:pt x="55" y="539"/>
                </a:lnTo>
                <a:lnTo>
                  <a:pt x="55" y="538"/>
                </a:lnTo>
                <a:lnTo>
                  <a:pt x="53" y="538"/>
                </a:lnTo>
                <a:lnTo>
                  <a:pt x="53" y="537"/>
                </a:lnTo>
                <a:lnTo>
                  <a:pt x="53" y="536"/>
                </a:lnTo>
                <a:lnTo>
                  <a:pt x="55" y="535"/>
                </a:lnTo>
                <a:lnTo>
                  <a:pt x="55" y="534"/>
                </a:lnTo>
                <a:lnTo>
                  <a:pt x="57" y="534"/>
                </a:lnTo>
                <a:lnTo>
                  <a:pt x="58" y="534"/>
                </a:lnTo>
                <a:lnTo>
                  <a:pt x="59" y="533"/>
                </a:lnTo>
                <a:lnTo>
                  <a:pt x="59" y="532"/>
                </a:lnTo>
                <a:lnTo>
                  <a:pt x="60" y="532"/>
                </a:lnTo>
                <a:lnTo>
                  <a:pt x="61" y="532"/>
                </a:lnTo>
                <a:lnTo>
                  <a:pt x="62" y="531"/>
                </a:lnTo>
                <a:lnTo>
                  <a:pt x="61" y="529"/>
                </a:lnTo>
                <a:lnTo>
                  <a:pt x="60" y="527"/>
                </a:lnTo>
                <a:lnTo>
                  <a:pt x="60" y="525"/>
                </a:lnTo>
                <a:lnTo>
                  <a:pt x="61" y="522"/>
                </a:lnTo>
                <a:lnTo>
                  <a:pt x="62" y="522"/>
                </a:lnTo>
                <a:lnTo>
                  <a:pt x="62" y="521"/>
                </a:lnTo>
                <a:lnTo>
                  <a:pt x="63" y="520"/>
                </a:lnTo>
                <a:lnTo>
                  <a:pt x="64" y="519"/>
                </a:lnTo>
                <a:lnTo>
                  <a:pt x="64" y="518"/>
                </a:lnTo>
                <a:lnTo>
                  <a:pt x="63" y="517"/>
                </a:lnTo>
                <a:lnTo>
                  <a:pt x="63" y="516"/>
                </a:lnTo>
                <a:lnTo>
                  <a:pt x="62" y="515"/>
                </a:lnTo>
                <a:lnTo>
                  <a:pt x="63" y="514"/>
                </a:lnTo>
                <a:lnTo>
                  <a:pt x="64" y="514"/>
                </a:lnTo>
                <a:lnTo>
                  <a:pt x="64" y="513"/>
                </a:lnTo>
                <a:lnTo>
                  <a:pt x="63" y="513"/>
                </a:lnTo>
                <a:lnTo>
                  <a:pt x="62" y="511"/>
                </a:lnTo>
                <a:lnTo>
                  <a:pt x="61" y="511"/>
                </a:lnTo>
                <a:lnTo>
                  <a:pt x="60" y="511"/>
                </a:lnTo>
                <a:lnTo>
                  <a:pt x="60" y="510"/>
                </a:lnTo>
                <a:lnTo>
                  <a:pt x="59" y="510"/>
                </a:lnTo>
                <a:lnTo>
                  <a:pt x="60" y="510"/>
                </a:lnTo>
                <a:lnTo>
                  <a:pt x="60" y="509"/>
                </a:lnTo>
                <a:lnTo>
                  <a:pt x="59" y="509"/>
                </a:lnTo>
                <a:lnTo>
                  <a:pt x="58" y="508"/>
                </a:lnTo>
                <a:lnTo>
                  <a:pt x="57" y="507"/>
                </a:lnTo>
                <a:lnTo>
                  <a:pt x="57" y="506"/>
                </a:lnTo>
                <a:lnTo>
                  <a:pt x="56" y="504"/>
                </a:lnTo>
                <a:lnTo>
                  <a:pt x="55" y="502"/>
                </a:lnTo>
                <a:lnTo>
                  <a:pt x="59" y="502"/>
                </a:lnTo>
                <a:lnTo>
                  <a:pt x="60" y="502"/>
                </a:lnTo>
                <a:lnTo>
                  <a:pt x="61" y="502"/>
                </a:lnTo>
                <a:lnTo>
                  <a:pt x="63" y="502"/>
                </a:lnTo>
                <a:lnTo>
                  <a:pt x="64" y="501"/>
                </a:lnTo>
                <a:lnTo>
                  <a:pt x="64" y="500"/>
                </a:lnTo>
                <a:lnTo>
                  <a:pt x="63" y="499"/>
                </a:lnTo>
                <a:lnTo>
                  <a:pt x="62" y="498"/>
                </a:lnTo>
                <a:lnTo>
                  <a:pt x="63" y="498"/>
                </a:lnTo>
                <a:lnTo>
                  <a:pt x="63" y="497"/>
                </a:lnTo>
                <a:lnTo>
                  <a:pt x="63" y="496"/>
                </a:lnTo>
                <a:lnTo>
                  <a:pt x="62" y="496"/>
                </a:lnTo>
                <a:lnTo>
                  <a:pt x="60" y="495"/>
                </a:lnTo>
                <a:lnTo>
                  <a:pt x="58" y="495"/>
                </a:lnTo>
                <a:lnTo>
                  <a:pt x="57" y="495"/>
                </a:lnTo>
                <a:lnTo>
                  <a:pt x="55" y="493"/>
                </a:lnTo>
                <a:lnTo>
                  <a:pt x="54" y="493"/>
                </a:lnTo>
                <a:lnTo>
                  <a:pt x="53" y="493"/>
                </a:lnTo>
                <a:lnTo>
                  <a:pt x="52" y="493"/>
                </a:lnTo>
                <a:lnTo>
                  <a:pt x="51" y="492"/>
                </a:lnTo>
                <a:lnTo>
                  <a:pt x="51" y="491"/>
                </a:lnTo>
                <a:lnTo>
                  <a:pt x="50" y="491"/>
                </a:lnTo>
                <a:lnTo>
                  <a:pt x="49" y="490"/>
                </a:lnTo>
                <a:lnTo>
                  <a:pt x="48" y="489"/>
                </a:lnTo>
                <a:lnTo>
                  <a:pt x="48" y="488"/>
                </a:lnTo>
                <a:lnTo>
                  <a:pt x="47" y="487"/>
                </a:lnTo>
                <a:lnTo>
                  <a:pt x="46" y="488"/>
                </a:lnTo>
                <a:lnTo>
                  <a:pt x="45" y="486"/>
                </a:lnTo>
                <a:lnTo>
                  <a:pt x="44" y="484"/>
                </a:lnTo>
                <a:lnTo>
                  <a:pt x="45" y="484"/>
                </a:lnTo>
                <a:lnTo>
                  <a:pt x="45" y="483"/>
                </a:lnTo>
                <a:lnTo>
                  <a:pt x="45" y="482"/>
                </a:lnTo>
                <a:lnTo>
                  <a:pt x="45" y="480"/>
                </a:lnTo>
                <a:lnTo>
                  <a:pt x="45" y="479"/>
                </a:lnTo>
                <a:lnTo>
                  <a:pt x="44" y="478"/>
                </a:lnTo>
                <a:lnTo>
                  <a:pt x="43" y="477"/>
                </a:lnTo>
                <a:lnTo>
                  <a:pt x="42" y="475"/>
                </a:lnTo>
                <a:lnTo>
                  <a:pt x="42" y="474"/>
                </a:lnTo>
                <a:lnTo>
                  <a:pt x="42" y="473"/>
                </a:lnTo>
                <a:lnTo>
                  <a:pt x="42" y="472"/>
                </a:lnTo>
                <a:lnTo>
                  <a:pt x="43" y="471"/>
                </a:lnTo>
                <a:lnTo>
                  <a:pt x="44" y="470"/>
                </a:lnTo>
                <a:lnTo>
                  <a:pt x="44" y="469"/>
                </a:lnTo>
                <a:lnTo>
                  <a:pt x="43" y="468"/>
                </a:lnTo>
                <a:lnTo>
                  <a:pt x="43" y="467"/>
                </a:lnTo>
                <a:lnTo>
                  <a:pt x="42" y="467"/>
                </a:lnTo>
                <a:lnTo>
                  <a:pt x="41" y="468"/>
                </a:lnTo>
                <a:lnTo>
                  <a:pt x="41" y="467"/>
                </a:lnTo>
                <a:lnTo>
                  <a:pt x="41" y="466"/>
                </a:lnTo>
                <a:lnTo>
                  <a:pt x="42" y="465"/>
                </a:lnTo>
                <a:lnTo>
                  <a:pt x="43" y="463"/>
                </a:lnTo>
                <a:lnTo>
                  <a:pt x="43" y="462"/>
                </a:lnTo>
                <a:lnTo>
                  <a:pt x="42" y="462"/>
                </a:lnTo>
                <a:lnTo>
                  <a:pt x="41" y="462"/>
                </a:lnTo>
                <a:lnTo>
                  <a:pt x="40" y="461"/>
                </a:lnTo>
                <a:lnTo>
                  <a:pt x="39" y="460"/>
                </a:lnTo>
                <a:lnTo>
                  <a:pt x="38" y="459"/>
                </a:lnTo>
                <a:lnTo>
                  <a:pt x="38" y="457"/>
                </a:lnTo>
                <a:lnTo>
                  <a:pt x="39" y="456"/>
                </a:lnTo>
                <a:lnTo>
                  <a:pt x="40" y="455"/>
                </a:lnTo>
                <a:lnTo>
                  <a:pt x="41" y="454"/>
                </a:lnTo>
                <a:lnTo>
                  <a:pt x="41" y="452"/>
                </a:lnTo>
                <a:lnTo>
                  <a:pt x="41" y="451"/>
                </a:lnTo>
                <a:lnTo>
                  <a:pt x="41" y="449"/>
                </a:lnTo>
                <a:lnTo>
                  <a:pt x="40" y="448"/>
                </a:lnTo>
                <a:lnTo>
                  <a:pt x="41" y="447"/>
                </a:lnTo>
                <a:lnTo>
                  <a:pt x="41" y="446"/>
                </a:lnTo>
                <a:lnTo>
                  <a:pt x="41" y="445"/>
                </a:lnTo>
                <a:lnTo>
                  <a:pt x="41" y="444"/>
                </a:lnTo>
                <a:lnTo>
                  <a:pt x="41" y="442"/>
                </a:lnTo>
                <a:lnTo>
                  <a:pt x="42" y="441"/>
                </a:lnTo>
                <a:lnTo>
                  <a:pt x="42" y="440"/>
                </a:lnTo>
                <a:lnTo>
                  <a:pt x="42" y="439"/>
                </a:lnTo>
                <a:lnTo>
                  <a:pt x="41" y="439"/>
                </a:lnTo>
                <a:lnTo>
                  <a:pt x="41" y="438"/>
                </a:lnTo>
                <a:lnTo>
                  <a:pt x="40" y="437"/>
                </a:lnTo>
                <a:lnTo>
                  <a:pt x="40" y="436"/>
                </a:lnTo>
                <a:lnTo>
                  <a:pt x="40" y="435"/>
                </a:lnTo>
                <a:lnTo>
                  <a:pt x="41" y="435"/>
                </a:lnTo>
                <a:lnTo>
                  <a:pt x="41" y="434"/>
                </a:lnTo>
                <a:lnTo>
                  <a:pt x="41" y="433"/>
                </a:lnTo>
                <a:lnTo>
                  <a:pt x="40" y="429"/>
                </a:lnTo>
                <a:lnTo>
                  <a:pt x="40" y="428"/>
                </a:lnTo>
                <a:lnTo>
                  <a:pt x="39" y="428"/>
                </a:lnTo>
                <a:lnTo>
                  <a:pt x="39" y="427"/>
                </a:lnTo>
                <a:lnTo>
                  <a:pt x="39" y="426"/>
                </a:lnTo>
                <a:lnTo>
                  <a:pt x="38" y="426"/>
                </a:lnTo>
                <a:lnTo>
                  <a:pt x="39" y="425"/>
                </a:lnTo>
                <a:lnTo>
                  <a:pt x="39" y="424"/>
                </a:lnTo>
                <a:lnTo>
                  <a:pt x="39" y="423"/>
                </a:lnTo>
                <a:lnTo>
                  <a:pt x="38" y="421"/>
                </a:lnTo>
                <a:lnTo>
                  <a:pt x="38" y="420"/>
                </a:lnTo>
                <a:lnTo>
                  <a:pt x="38" y="419"/>
                </a:lnTo>
                <a:lnTo>
                  <a:pt x="38" y="418"/>
                </a:lnTo>
                <a:lnTo>
                  <a:pt x="39" y="418"/>
                </a:lnTo>
                <a:lnTo>
                  <a:pt x="40" y="417"/>
                </a:lnTo>
                <a:lnTo>
                  <a:pt x="40" y="416"/>
                </a:lnTo>
                <a:lnTo>
                  <a:pt x="41" y="414"/>
                </a:lnTo>
                <a:lnTo>
                  <a:pt x="42" y="414"/>
                </a:lnTo>
                <a:lnTo>
                  <a:pt x="42" y="413"/>
                </a:lnTo>
                <a:lnTo>
                  <a:pt x="42" y="412"/>
                </a:lnTo>
                <a:lnTo>
                  <a:pt x="42" y="410"/>
                </a:lnTo>
                <a:lnTo>
                  <a:pt x="43" y="410"/>
                </a:lnTo>
                <a:lnTo>
                  <a:pt x="43" y="408"/>
                </a:lnTo>
                <a:lnTo>
                  <a:pt x="44" y="406"/>
                </a:lnTo>
                <a:lnTo>
                  <a:pt x="44" y="404"/>
                </a:lnTo>
                <a:lnTo>
                  <a:pt x="44" y="403"/>
                </a:lnTo>
                <a:lnTo>
                  <a:pt x="44" y="402"/>
                </a:lnTo>
                <a:lnTo>
                  <a:pt x="43" y="400"/>
                </a:lnTo>
                <a:lnTo>
                  <a:pt x="43" y="399"/>
                </a:lnTo>
                <a:lnTo>
                  <a:pt x="42" y="398"/>
                </a:lnTo>
                <a:lnTo>
                  <a:pt x="43" y="398"/>
                </a:lnTo>
                <a:lnTo>
                  <a:pt x="43" y="396"/>
                </a:lnTo>
                <a:lnTo>
                  <a:pt x="43" y="394"/>
                </a:lnTo>
                <a:lnTo>
                  <a:pt x="41" y="392"/>
                </a:lnTo>
                <a:lnTo>
                  <a:pt x="41" y="391"/>
                </a:lnTo>
                <a:lnTo>
                  <a:pt x="39" y="390"/>
                </a:lnTo>
                <a:lnTo>
                  <a:pt x="37" y="389"/>
                </a:lnTo>
                <a:lnTo>
                  <a:pt x="36" y="389"/>
                </a:lnTo>
                <a:lnTo>
                  <a:pt x="34" y="390"/>
                </a:lnTo>
                <a:lnTo>
                  <a:pt x="33" y="390"/>
                </a:lnTo>
                <a:lnTo>
                  <a:pt x="32" y="390"/>
                </a:lnTo>
                <a:lnTo>
                  <a:pt x="31" y="389"/>
                </a:lnTo>
                <a:lnTo>
                  <a:pt x="30" y="389"/>
                </a:lnTo>
                <a:lnTo>
                  <a:pt x="30" y="388"/>
                </a:lnTo>
                <a:lnTo>
                  <a:pt x="29" y="387"/>
                </a:lnTo>
                <a:lnTo>
                  <a:pt x="29" y="386"/>
                </a:lnTo>
                <a:lnTo>
                  <a:pt x="29" y="385"/>
                </a:lnTo>
                <a:lnTo>
                  <a:pt x="30" y="385"/>
                </a:lnTo>
                <a:lnTo>
                  <a:pt x="30" y="384"/>
                </a:lnTo>
                <a:lnTo>
                  <a:pt x="29" y="384"/>
                </a:lnTo>
                <a:lnTo>
                  <a:pt x="28" y="384"/>
                </a:lnTo>
                <a:lnTo>
                  <a:pt x="27" y="384"/>
                </a:lnTo>
                <a:lnTo>
                  <a:pt x="27" y="383"/>
                </a:lnTo>
                <a:lnTo>
                  <a:pt x="26" y="383"/>
                </a:lnTo>
                <a:lnTo>
                  <a:pt x="26" y="382"/>
                </a:lnTo>
                <a:lnTo>
                  <a:pt x="26" y="381"/>
                </a:lnTo>
                <a:lnTo>
                  <a:pt x="24" y="378"/>
                </a:lnTo>
                <a:lnTo>
                  <a:pt x="24" y="377"/>
                </a:lnTo>
                <a:lnTo>
                  <a:pt x="23" y="376"/>
                </a:lnTo>
                <a:lnTo>
                  <a:pt x="22" y="376"/>
                </a:lnTo>
                <a:lnTo>
                  <a:pt x="22" y="377"/>
                </a:lnTo>
                <a:lnTo>
                  <a:pt x="21" y="377"/>
                </a:lnTo>
                <a:lnTo>
                  <a:pt x="20" y="377"/>
                </a:lnTo>
                <a:lnTo>
                  <a:pt x="20" y="376"/>
                </a:lnTo>
                <a:lnTo>
                  <a:pt x="19" y="375"/>
                </a:lnTo>
                <a:lnTo>
                  <a:pt x="18" y="375"/>
                </a:lnTo>
                <a:lnTo>
                  <a:pt x="19" y="373"/>
                </a:lnTo>
                <a:lnTo>
                  <a:pt x="19" y="371"/>
                </a:lnTo>
                <a:lnTo>
                  <a:pt x="20" y="371"/>
                </a:lnTo>
                <a:lnTo>
                  <a:pt x="20" y="370"/>
                </a:lnTo>
                <a:lnTo>
                  <a:pt x="20" y="369"/>
                </a:lnTo>
                <a:lnTo>
                  <a:pt x="21" y="368"/>
                </a:lnTo>
                <a:lnTo>
                  <a:pt x="22" y="366"/>
                </a:lnTo>
                <a:lnTo>
                  <a:pt x="22" y="365"/>
                </a:lnTo>
                <a:lnTo>
                  <a:pt x="22" y="364"/>
                </a:lnTo>
                <a:lnTo>
                  <a:pt x="22" y="363"/>
                </a:lnTo>
                <a:lnTo>
                  <a:pt x="22" y="362"/>
                </a:lnTo>
                <a:lnTo>
                  <a:pt x="23" y="361"/>
                </a:lnTo>
                <a:lnTo>
                  <a:pt x="23" y="360"/>
                </a:lnTo>
                <a:lnTo>
                  <a:pt x="24" y="360"/>
                </a:lnTo>
                <a:lnTo>
                  <a:pt x="25" y="360"/>
                </a:lnTo>
                <a:lnTo>
                  <a:pt x="25" y="359"/>
                </a:lnTo>
                <a:lnTo>
                  <a:pt x="26" y="359"/>
                </a:lnTo>
                <a:lnTo>
                  <a:pt x="29" y="356"/>
                </a:lnTo>
                <a:lnTo>
                  <a:pt x="29" y="355"/>
                </a:lnTo>
                <a:lnTo>
                  <a:pt x="30" y="355"/>
                </a:lnTo>
                <a:lnTo>
                  <a:pt x="30" y="354"/>
                </a:lnTo>
                <a:lnTo>
                  <a:pt x="30" y="353"/>
                </a:lnTo>
                <a:lnTo>
                  <a:pt x="30" y="352"/>
                </a:lnTo>
                <a:lnTo>
                  <a:pt x="31" y="352"/>
                </a:lnTo>
                <a:lnTo>
                  <a:pt x="33" y="351"/>
                </a:lnTo>
                <a:lnTo>
                  <a:pt x="36" y="351"/>
                </a:lnTo>
                <a:lnTo>
                  <a:pt x="38" y="350"/>
                </a:lnTo>
                <a:lnTo>
                  <a:pt x="41" y="349"/>
                </a:lnTo>
                <a:lnTo>
                  <a:pt x="41" y="348"/>
                </a:lnTo>
                <a:lnTo>
                  <a:pt x="43" y="347"/>
                </a:lnTo>
                <a:lnTo>
                  <a:pt x="44" y="346"/>
                </a:lnTo>
                <a:lnTo>
                  <a:pt x="44" y="345"/>
                </a:lnTo>
                <a:lnTo>
                  <a:pt x="43" y="345"/>
                </a:lnTo>
                <a:lnTo>
                  <a:pt x="44" y="344"/>
                </a:lnTo>
                <a:lnTo>
                  <a:pt x="45" y="343"/>
                </a:lnTo>
                <a:lnTo>
                  <a:pt x="46" y="343"/>
                </a:lnTo>
                <a:lnTo>
                  <a:pt x="49" y="340"/>
                </a:lnTo>
                <a:lnTo>
                  <a:pt x="50" y="339"/>
                </a:lnTo>
                <a:lnTo>
                  <a:pt x="50" y="338"/>
                </a:lnTo>
                <a:lnTo>
                  <a:pt x="51" y="338"/>
                </a:lnTo>
                <a:lnTo>
                  <a:pt x="51" y="337"/>
                </a:lnTo>
                <a:lnTo>
                  <a:pt x="51" y="336"/>
                </a:lnTo>
                <a:lnTo>
                  <a:pt x="51" y="335"/>
                </a:lnTo>
                <a:lnTo>
                  <a:pt x="52" y="334"/>
                </a:lnTo>
                <a:lnTo>
                  <a:pt x="52" y="333"/>
                </a:lnTo>
                <a:lnTo>
                  <a:pt x="51" y="331"/>
                </a:lnTo>
                <a:lnTo>
                  <a:pt x="51" y="330"/>
                </a:lnTo>
                <a:lnTo>
                  <a:pt x="53" y="330"/>
                </a:lnTo>
                <a:lnTo>
                  <a:pt x="54" y="331"/>
                </a:lnTo>
                <a:lnTo>
                  <a:pt x="54" y="332"/>
                </a:lnTo>
                <a:lnTo>
                  <a:pt x="54" y="333"/>
                </a:lnTo>
                <a:lnTo>
                  <a:pt x="55" y="333"/>
                </a:lnTo>
                <a:lnTo>
                  <a:pt x="56" y="333"/>
                </a:lnTo>
                <a:lnTo>
                  <a:pt x="58" y="335"/>
                </a:lnTo>
                <a:lnTo>
                  <a:pt x="59" y="334"/>
                </a:lnTo>
                <a:lnTo>
                  <a:pt x="62" y="335"/>
                </a:lnTo>
                <a:lnTo>
                  <a:pt x="63" y="335"/>
                </a:lnTo>
                <a:lnTo>
                  <a:pt x="63" y="336"/>
                </a:lnTo>
                <a:lnTo>
                  <a:pt x="63" y="339"/>
                </a:lnTo>
                <a:lnTo>
                  <a:pt x="63" y="341"/>
                </a:lnTo>
                <a:lnTo>
                  <a:pt x="62" y="342"/>
                </a:lnTo>
                <a:lnTo>
                  <a:pt x="61" y="343"/>
                </a:lnTo>
                <a:lnTo>
                  <a:pt x="60" y="346"/>
                </a:lnTo>
                <a:lnTo>
                  <a:pt x="60" y="348"/>
                </a:lnTo>
                <a:lnTo>
                  <a:pt x="60" y="349"/>
                </a:lnTo>
                <a:lnTo>
                  <a:pt x="62" y="349"/>
                </a:lnTo>
                <a:lnTo>
                  <a:pt x="63" y="349"/>
                </a:lnTo>
                <a:lnTo>
                  <a:pt x="64" y="348"/>
                </a:lnTo>
                <a:lnTo>
                  <a:pt x="65" y="348"/>
                </a:lnTo>
                <a:lnTo>
                  <a:pt x="65" y="349"/>
                </a:lnTo>
                <a:lnTo>
                  <a:pt x="65" y="350"/>
                </a:lnTo>
                <a:lnTo>
                  <a:pt x="64" y="350"/>
                </a:lnTo>
                <a:lnTo>
                  <a:pt x="64" y="351"/>
                </a:lnTo>
                <a:lnTo>
                  <a:pt x="65" y="351"/>
                </a:lnTo>
                <a:lnTo>
                  <a:pt x="66" y="350"/>
                </a:lnTo>
                <a:lnTo>
                  <a:pt x="68" y="351"/>
                </a:lnTo>
                <a:lnTo>
                  <a:pt x="70" y="351"/>
                </a:lnTo>
                <a:lnTo>
                  <a:pt x="71" y="351"/>
                </a:lnTo>
                <a:lnTo>
                  <a:pt x="72" y="353"/>
                </a:lnTo>
                <a:lnTo>
                  <a:pt x="72" y="354"/>
                </a:lnTo>
                <a:lnTo>
                  <a:pt x="72" y="355"/>
                </a:lnTo>
                <a:lnTo>
                  <a:pt x="73" y="356"/>
                </a:lnTo>
                <a:lnTo>
                  <a:pt x="74" y="355"/>
                </a:lnTo>
                <a:lnTo>
                  <a:pt x="75" y="356"/>
                </a:lnTo>
                <a:lnTo>
                  <a:pt x="76" y="357"/>
                </a:lnTo>
                <a:lnTo>
                  <a:pt x="76" y="358"/>
                </a:lnTo>
                <a:lnTo>
                  <a:pt x="77" y="358"/>
                </a:lnTo>
                <a:lnTo>
                  <a:pt x="78" y="358"/>
                </a:lnTo>
                <a:lnTo>
                  <a:pt x="80" y="357"/>
                </a:lnTo>
                <a:lnTo>
                  <a:pt x="81" y="357"/>
                </a:lnTo>
                <a:lnTo>
                  <a:pt x="82" y="357"/>
                </a:lnTo>
                <a:lnTo>
                  <a:pt x="83" y="357"/>
                </a:lnTo>
                <a:lnTo>
                  <a:pt x="83" y="358"/>
                </a:lnTo>
                <a:lnTo>
                  <a:pt x="86" y="360"/>
                </a:lnTo>
                <a:lnTo>
                  <a:pt x="87" y="360"/>
                </a:lnTo>
                <a:lnTo>
                  <a:pt x="88" y="359"/>
                </a:lnTo>
                <a:lnTo>
                  <a:pt x="88" y="358"/>
                </a:lnTo>
                <a:lnTo>
                  <a:pt x="89" y="358"/>
                </a:lnTo>
                <a:lnTo>
                  <a:pt x="89" y="359"/>
                </a:lnTo>
                <a:lnTo>
                  <a:pt x="89" y="360"/>
                </a:lnTo>
                <a:lnTo>
                  <a:pt x="88" y="360"/>
                </a:lnTo>
                <a:lnTo>
                  <a:pt x="89" y="360"/>
                </a:lnTo>
                <a:lnTo>
                  <a:pt x="90" y="360"/>
                </a:lnTo>
                <a:lnTo>
                  <a:pt x="91" y="360"/>
                </a:lnTo>
                <a:lnTo>
                  <a:pt x="92" y="360"/>
                </a:lnTo>
                <a:lnTo>
                  <a:pt x="92" y="361"/>
                </a:lnTo>
                <a:lnTo>
                  <a:pt x="94" y="361"/>
                </a:lnTo>
                <a:lnTo>
                  <a:pt x="95" y="360"/>
                </a:lnTo>
                <a:lnTo>
                  <a:pt x="96" y="360"/>
                </a:lnTo>
                <a:lnTo>
                  <a:pt x="96" y="361"/>
                </a:lnTo>
                <a:lnTo>
                  <a:pt x="98" y="361"/>
                </a:lnTo>
                <a:lnTo>
                  <a:pt x="99" y="360"/>
                </a:lnTo>
                <a:lnTo>
                  <a:pt x="101" y="360"/>
                </a:lnTo>
                <a:lnTo>
                  <a:pt x="102" y="360"/>
                </a:lnTo>
                <a:lnTo>
                  <a:pt x="103" y="360"/>
                </a:lnTo>
                <a:lnTo>
                  <a:pt x="105" y="359"/>
                </a:lnTo>
                <a:lnTo>
                  <a:pt x="107" y="359"/>
                </a:lnTo>
                <a:lnTo>
                  <a:pt x="108" y="359"/>
                </a:lnTo>
                <a:lnTo>
                  <a:pt x="108" y="360"/>
                </a:lnTo>
                <a:lnTo>
                  <a:pt x="109" y="361"/>
                </a:lnTo>
                <a:lnTo>
                  <a:pt x="110" y="363"/>
                </a:lnTo>
                <a:lnTo>
                  <a:pt x="110" y="364"/>
                </a:lnTo>
                <a:lnTo>
                  <a:pt x="110" y="365"/>
                </a:lnTo>
                <a:lnTo>
                  <a:pt x="111" y="365"/>
                </a:lnTo>
                <a:lnTo>
                  <a:pt x="111" y="367"/>
                </a:lnTo>
                <a:lnTo>
                  <a:pt x="110" y="368"/>
                </a:lnTo>
                <a:lnTo>
                  <a:pt x="110" y="369"/>
                </a:lnTo>
                <a:lnTo>
                  <a:pt x="111" y="369"/>
                </a:lnTo>
                <a:lnTo>
                  <a:pt x="111" y="370"/>
                </a:lnTo>
                <a:lnTo>
                  <a:pt x="110" y="372"/>
                </a:lnTo>
                <a:lnTo>
                  <a:pt x="108" y="373"/>
                </a:lnTo>
                <a:lnTo>
                  <a:pt x="108" y="374"/>
                </a:lnTo>
                <a:lnTo>
                  <a:pt x="109" y="377"/>
                </a:lnTo>
                <a:lnTo>
                  <a:pt x="110" y="378"/>
                </a:lnTo>
                <a:lnTo>
                  <a:pt x="110" y="380"/>
                </a:lnTo>
                <a:lnTo>
                  <a:pt x="111" y="382"/>
                </a:lnTo>
                <a:lnTo>
                  <a:pt x="111" y="383"/>
                </a:lnTo>
                <a:lnTo>
                  <a:pt x="112" y="383"/>
                </a:lnTo>
                <a:lnTo>
                  <a:pt x="113" y="383"/>
                </a:lnTo>
                <a:lnTo>
                  <a:pt x="117" y="387"/>
                </a:lnTo>
                <a:lnTo>
                  <a:pt x="118" y="389"/>
                </a:lnTo>
                <a:lnTo>
                  <a:pt x="118" y="390"/>
                </a:lnTo>
                <a:lnTo>
                  <a:pt x="119" y="391"/>
                </a:lnTo>
                <a:lnTo>
                  <a:pt x="120" y="392"/>
                </a:lnTo>
                <a:lnTo>
                  <a:pt x="122" y="395"/>
                </a:lnTo>
                <a:lnTo>
                  <a:pt x="122" y="396"/>
                </a:lnTo>
                <a:lnTo>
                  <a:pt x="122" y="397"/>
                </a:lnTo>
                <a:lnTo>
                  <a:pt x="123" y="398"/>
                </a:lnTo>
                <a:lnTo>
                  <a:pt x="125" y="398"/>
                </a:lnTo>
                <a:lnTo>
                  <a:pt x="126" y="399"/>
                </a:lnTo>
                <a:lnTo>
                  <a:pt x="126" y="401"/>
                </a:lnTo>
                <a:lnTo>
                  <a:pt x="127" y="403"/>
                </a:lnTo>
                <a:lnTo>
                  <a:pt x="128" y="404"/>
                </a:lnTo>
                <a:lnTo>
                  <a:pt x="129" y="404"/>
                </a:lnTo>
                <a:lnTo>
                  <a:pt x="130" y="404"/>
                </a:lnTo>
                <a:lnTo>
                  <a:pt x="130" y="405"/>
                </a:lnTo>
                <a:lnTo>
                  <a:pt x="131" y="405"/>
                </a:lnTo>
                <a:lnTo>
                  <a:pt x="132" y="406"/>
                </a:lnTo>
                <a:lnTo>
                  <a:pt x="133" y="407"/>
                </a:lnTo>
                <a:lnTo>
                  <a:pt x="133" y="408"/>
                </a:lnTo>
                <a:lnTo>
                  <a:pt x="133" y="410"/>
                </a:lnTo>
                <a:lnTo>
                  <a:pt x="133" y="411"/>
                </a:lnTo>
                <a:lnTo>
                  <a:pt x="133" y="415"/>
                </a:lnTo>
                <a:lnTo>
                  <a:pt x="133" y="416"/>
                </a:lnTo>
                <a:lnTo>
                  <a:pt x="136" y="418"/>
                </a:lnTo>
                <a:lnTo>
                  <a:pt x="139" y="420"/>
                </a:lnTo>
                <a:lnTo>
                  <a:pt x="139" y="421"/>
                </a:lnTo>
                <a:lnTo>
                  <a:pt x="139" y="422"/>
                </a:lnTo>
                <a:lnTo>
                  <a:pt x="140" y="424"/>
                </a:lnTo>
                <a:lnTo>
                  <a:pt x="140" y="425"/>
                </a:lnTo>
                <a:lnTo>
                  <a:pt x="142" y="427"/>
                </a:lnTo>
                <a:lnTo>
                  <a:pt x="142" y="428"/>
                </a:lnTo>
                <a:lnTo>
                  <a:pt x="143" y="428"/>
                </a:lnTo>
                <a:lnTo>
                  <a:pt x="143" y="429"/>
                </a:lnTo>
                <a:lnTo>
                  <a:pt x="143" y="430"/>
                </a:lnTo>
                <a:lnTo>
                  <a:pt x="144" y="431"/>
                </a:lnTo>
                <a:lnTo>
                  <a:pt x="144" y="432"/>
                </a:lnTo>
                <a:lnTo>
                  <a:pt x="144" y="433"/>
                </a:lnTo>
                <a:lnTo>
                  <a:pt x="145" y="433"/>
                </a:lnTo>
                <a:lnTo>
                  <a:pt x="146" y="434"/>
                </a:lnTo>
                <a:lnTo>
                  <a:pt x="146" y="435"/>
                </a:lnTo>
                <a:lnTo>
                  <a:pt x="146" y="436"/>
                </a:lnTo>
                <a:lnTo>
                  <a:pt x="147" y="436"/>
                </a:lnTo>
                <a:lnTo>
                  <a:pt x="147" y="435"/>
                </a:lnTo>
                <a:lnTo>
                  <a:pt x="148" y="435"/>
                </a:lnTo>
                <a:lnTo>
                  <a:pt x="149" y="434"/>
                </a:lnTo>
                <a:lnTo>
                  <a:pt x="149" y="433"/>
                </a:lnTo>
                <a:lnTo>
                  <a:pt x="150" y="433"/>
                </a:lnTo>
                <a:lnTo>
                  <a:pt x="150" y="434"/>
                </a:lnTo>
                <a:lnTo>
                  <a:pt x="149" y="434"/>
                </a:lnTo>
                <a:lnTo>
                  <a:pt x="149" y="436"/>
                </a:lnTo>
                <a:lnTo>
                  <a:pt x="149" y="437"/>
                </a:lnTo>
                <a:lnTo>
                  <a:pt x="150" y="438"/>
                </a:lnTo>
                <a:lnTo>
                  <a:pt x="150" y="440"/>
                </a:lnTo>
                <a:lnTo>
                  <a:pt x="150" y="441"/>
                </a:lnTo>
                <a:lnTo>
                  <a:pt x="150" y="442"/>
                </a:lnTo>
                <a:lnTo>
                  <a:pt x="149" y="442"/>
                </a:lnTo>
                <a:lnTo>
                  <a:pt x="149" y="443"/>
                </a:lnTo>
                <a:lnTo>
                  <a:pt x="150" y="444"/>
                </a:lnTo>
                <a:lnTo>
                  <a:pt x="151" y="444"/>
                </a:lnTo>
                <a:lnTo>
                  <a:pt x="152" y="444"/>
                </a:lnTo>
                <a:lnTo>
                  <a:pt x="152" y="445"/>
                </a:lnTo>
                <a:lnTo>
                  <a:pt x="151" y="445"/>
                </a:lnTo>
                <a:lnTo>
                  <a:pt x="151" y="446"/>
                </a:lnTo>
                <a:lnTo>
                  <a:pt x="150" y="446"/>
                </a:lnTo>
                <a:lnTo>
                  <a:pt x="150" y="447"/>
                </a:lnTo>
                <a:lnTo>
                  <a:pt x="150" y="448"/>
                </a:lnTo>
                <a:lnTo>
                  <a:pt x="150" y="449"/>
                </a:lnTo>
                <a:lnTo>
                  <a:pt x="150" y="450"/>
                </a:lnTo>
                <a:lnTo>
                  <a:pt x="150" y="451"/>
                </a:lnTo>
                <a:lnTo>
                  <a:pt x="149" y="452"/>
                </a:lnTo>
                <a:lnTo>
                  <a:pt x="149" y="453"/>
                </a:lnTo>
                <a:lnTo>
                  <a:pt x="150" y="453"/>
                </a:lnTo>
                <a:lnTo>
                  <a:pt x="150" y="454"/>
                </a:lnTo>
                <a:lnTo>
                  <a:pt x="151" y="454"/>
                </a:lnTo>
                <a:lnTo>
                  <a:pt x="151" y="455"/>
                </a:lnTo>
                <a:lnTo>
                  <a:pt x="151" y="456"/>
                </a:lnTo>
                <a:lnTo>
                  <a:pt x="151" y="457"/>
                </a:lnTo>
                <a:lnTo>
                  <a:pt x="151" y="458"/>
                </a:lnTo>
                <a:lnTo>
                  <a:pt x="152" y="458"/>
                </a:lnTo>
                <a:lnTo>
                  <a:pt x="154" y="457"/>
                </a:lnTo>
                <a:lnTo>
                  <a:pt x="154" y="458"/>
                </a:lnTo>
                <a:lnTo>
                  <a:pt x="155" y="458"/>
                </a:lnTo>
                <a:lnTo>
                  <a:pt x="156" y="459"/>
                </a:lnTo>
                <a:lnTo>
                  <a:pt x="157" y="459"/>
                </a:lnTo>
                <a:lnTo>
                  <a:pt x="158" y="459"/>
                </a:lnTo>
                <a:lnTo>
                  <a:pt x="159" y="460"/>
                </a:lnTo>
                <a:lnTo>
                  <a:pt x="160" y="459"/>
                </a:lnTo>
                <a:lnTo>
                  <a:pt x="161" y="458"/>
                </a:lnTo>
                <a:lnTo>
                  <a:pt x="162" y="459"/>
                </a:lnTo>
                <a:lnTo>
                  <a:pt x="162" y="458"/>
                </a:lnTo>
                <a:lnTo>
                  <a:pt x="162" y="457"/>
                </a:lnTo>
                <a:lnTo>
                  <a:pt x="163" y="455"/>
                </a:lnTo>
                <a:lnTo>
                  <a:pt x="164" y="454"/>
                </a:lnTo>
                <a:lnTo>
                  <a:pt x="165" y="453"/>
                </a:lnTo>
                <a:lnTo>
                  <a:pt x="166" y="452"/>
                </a:lnTo>
                <a:lnTo>
                  <a:pt x="166" y="451"/>
                </a:lnTo>
                <a:lnTo>
                  <a:pt x="166" y="450"/>
                </a:lnTo>
                <a:lnTo>
                  <a:pt x="165" y="450"/>
                </a:lnTo>
                <a:lnTo>
                  <a:pt x="165" y="449"/>
                </a:lnTo>
                <a:lnTo>
                  <a:pt x="164" y="448"/>
                </a:lnTo>
                <a:lnTo>
                  <a:pt x="164" y="447"/>
                </a:lnTo>
                <a:lnTo>
                  <a:pt x="164" y="446"/>
                </a:lnTo>
                <a:lnTo>
                  <a:pt x="164" y="445"/>
                </a:lnTo>
                <a:lnTo>
                  <a:pt x="164" y="444"/>
                </a:lnTo>
                <a:lnTo>
                  <a:pt x="163" y="444"/>
                </a:lnTo>
                <a:lnTo>
                  <a:pt x="163" y="443"/>
                </a:lnTo>
                <a:lnTo>
                  <a:pt x="164" y="441"/>
                </a:lnTo>
                <a:lnTo>
                  <a:pt x="165" y="441"/>
                </a:lnTo>
                <a:lnTo>
                  <a:pt x="165" y="440"/>
                </a:lnTo>
                <a:lnTo>
                  <a:pt x="165" y="439"/>
                </a:lnTo>
                <a:lnTo>
                  <a:pt x="166" y="439"/>
                </a:lnTo>
                <a:lnTo>
                  <a:pt x="166" y="438"/>
                </a:lnTo>
                <a:lnTo>
                  <a:pt x="167" y="438"/>
                </a:lnTo>
                <a:lnTo>
                  <a:pt x="167" y="437"/>
                </a:lnTo>
                <a:lnTo>
                  <a:pt x="167" y="436"/>
                </a:lnTo>
                <a:lnTo>
                  <a:pt x="167" y="435"/>
                </a:lnTo>
                <a:lnTo>
                  <a:pt x="168" y="435"/>
                </a:lnTo>
                <a:lnTo>
                  <a:pt x="168" y="434"/>
                </a:lnTo>
                <a:lnTo>
                  <a:pt x="168" y="433"/>
                </a:lnTo>
                <a:lnTo>
                  <a:pt x="168" y="432"/>
                </a:lnTo>
                <a:lnTo>
                  <a:pt x="169" y="432"/>
                </a:lnTo>
                <a:lnTo>
                  <a:pt x="170" y="432"/>
                </a:lnTo>
                <a:lnTo>
                  <a:pt x="170" y="431"/>
                </a:lnTo>
                <a:lnTo>
                  <a:pt x="170" y="430"/>
                </a:lnTo>
                <a:lnTo>
                  <a:pt x="170" y="429"/>
                </a:lnTo>
                <a:lnTo>
                  <a:pt x="170" y="428"/>
                </a:lnTo>
                <a:lnTo>
                  <a:pt x="170" y="427"/>
                </a:lnTo>
                <a:lnTo>
                  <a:pt x="170" y="426"/>
                </a:lnTo>
                <a:lnTo>
                  <a:pt x="170" y="425"/>
                </a:lnTo>
                <a:lnTo>
                  <a:pt x="171" y="425"/>
                </a:lnTo>
                <a:lnTo>
                  <a:pt x="172" y="425"/>
                </a:lnTo>
                <a:lnTo>
                  <a:pt x="173" y="424"/>
                </a:lnTo>
                <a:lnTo>
                  <a:pt x="174" y="424"/>
                </a:lnTo>
                <a:lnTo>
                  <a:pt x="174" y="423"/>
                </a:lnTo>
                <a:lnTo>
                  <a:pt x="175" y="423"/>
                </a:lnTo>
                <a:lnTo>
                  <a:pt x="175" y="422"/>
                </a:lnTo>
                <a:lnTo>
                  <a:pt x="176" y="421"/>
                </a:lnTo>
                <a:lnTo>
                  <a:pt x="176" y="420"/>
                </a:lnTo>
                <a:lnTo>
                  <a:pt x="177" y="420"/>
                </a:lnTo>
                <a:lnTo>
                  <a:pt x="177" y="419"/>
                </a:lnTo>
                <a:lnTo>
                  <a:pt x="177" y="418"/>
                </a:lnTo>
                <a:lnTo>
                  <a:pt x="178" y="417"/>
                </a:lnTo>
                <a:lnTo>
                  <a:pt x="179" y="417"/>
                </a:lnTo>
                <a:lnTo>
                  <a:pt x="182" y="417"/>
                </a:lnTo>
                <a:lnTo>
                  <a:pt x="183" y="417"/>
                </a:lnTo>
                <a:lnTo>
                  <a:pt x="184" y="417"/>
                </a:lnTo>
                <a:lnTo>
                  <a:pt x="184" y="416"/>
                </a:lnTo>
                <a:lnTo>
                  <a:pt x="185" y="415"/>
                </a:lnTo>
                <a:lnTo>
                  <a:pt x="184" y="414"/>
                </a:lnTo>
                <a:lnTo>
                  <a:pt x="184" y="413"/>
                </a:lnTo>
                <a:lnTo>
                  <a:pt x="183" y="413"/>
                </a:lnTo>
                <a:lnTo>
                  <a:pt x="182" y="413"/>
                </a:lnTo>
                <a:lnTo>
                  <a:pt x="181" y="414"/>
                </a:lnTo>
                <a:lnTo>
                  <a:pt x="180" y="413"/>
                </a:lnTo>
                <a:lnTo>
                  <a:pt x="179" y="413"/>
                </a:lnTo>
                <a:lnTo>
                  <a:pt x="179" y="412"/>
                </a:lnTo>
                <a:lnTo>
                  <a:pt x="180" y="412"/>
                </a:lnTo>
                <a:lnTo>
                  <a:pt x="180" y="411"/>
                </a:lnTo>
                <a:lnTo>
                  <a:pt x="180" y="410"/>
                </a:lnTo>
                <a:lnTo>
                  <a:pt x="179" y="410"/>
                </a:lnTo>
                <a:lnTo>
                  <a:pt x="180" y="410"/>
                </a:lnTo>
                <a:lnTo>
                  <a:pt x="180" y="409"/>
                </a:lnTo>
                <a:lnTo>
                  <a:pt x="180" y="408"/>
                </a:lnTo>
                <a:lnTo>
                  <a:pt x="181" y="408"/>
                </a:lnTo>
                <a:lnTo>
                  <a:pt x="181" y="409"/>
                </a:lnTo>
                <a:lnTo>
                  <a:pt x="181" y="410"/>
                </a:lnTo>
                <a:lnTo>
                  <a:pt x="182" y="410"/>
                </a:lnTo>
                <a:lnTo>
                  <a:pt x="183" y="409"/>
                </a:lnTo>
                <a:lnTo>
                  <a:pt x="182" y="409"/>
                </a:lnTo>
                <a:lnTo>
                  <a:pt x="181" y="408"/>
                </a:lnTo>
                <a:lnTo>
                  <a:pt x="182" y="406"/>
                </a:lnTo>
                <a:lnTo>
                  <a:pt x="183" y="405"/>
                </a:lnTo>
                <a:lnTo>
                  <a:pt x="185" y="405"/>
                </a:lnTo>
                <a:lnTo>
                  <a:pt x="185" y="406"/>
                </a:lnTo>
                <a:lnTo>
                  <a:pt x="185" y="407"/>
                </a:lnTo>
                <a:lnTo>
                  <a:pt x="184" y="408"/>
                </a:lnTo>
                <a:lnTo>
                  <a:pt x="185" y="407"/>
                </a:lnTo>
                <a:lnTo>
                  <a:pt x="186" y="405"/>
                </a:lnTo>
                <a:lnTo>
                  <a:pt x="186" y="404"/>
                </a:lnTo>
                <a:lnTo>
                  <a:pt x="185" y="404"/>
                </a:lnTo>
                <a:lnTo>
                  <a:pt x="185" y="402"/>
                </a:lnTo>
                <a:lnTo>
                  <a:pt x="185" y="401"/>
                </a:lnTo>
                <a:lnTo>
                  <a:pt x="187" y="400"/>
                </a:lnTo>
                <a:lnTo>
                  <a:pt x="187" y="399"/>
                </a:lnTo>
                <a:lnTo>
                  <a:pt x="188" y="399"/>
                </a:lnTo>
                <a:lnTo>
                  <a:pt x="188" y="398"/>
                </a:lnTo>
                <a:lnTo>
                  <a:pt x="188" y="397"/>
                </a:lnTo>
                <a:lnTo>
                  <a:pt x="188" y="396"/>
                </a:lnTo>
                <a:lnTo>
                  <a:pt x="189" y="396"/>
                </a:lnTo>
                <a:lnTo>
                  <a:pt x="190" y="395"/>
                </a:lnTo>
                <a:lnTo>
                  <a:pt x="190" y="394"/>
                </a:lnTo>
                <a:lnTo>
                  <a:pt x="191" y="394"/>
                </a:lnTo>
                <a:lnTo>
                  <a:pt x="191" y="393"/>
                </a:lnTo>
                <a:lnTo>
                  <a:pt x="192" y="393"/>
                </a:lnTo>
                <a:lnTo>
                  <a:pt x="192" y="392"/>
                </a:lnTo>
                <a:lnTo>
                  <a:pt x="193" y="392"/>
                </a:lnTo>
                <a:lnTo>
                  <a:pt x="194" y="392"/>
                </a:lnTo>
                <a:lnTo>
                  <a:pt x="195" y="392"/>
                </a:lnTo>
                <a:lnTo>
                  <a:pt x="195" y="393"/>
                </a:lnTo>
                <a:lnTo>
                  <a:pt x="196" y="393"/>
                </a:lnTo>
                <a:lnTo>
                  <a:pt x="197" y="393"/>
                </a:lnTo>
                <a:lnTo>
                  <a:pt x="199" y="393"/>
                </a:lnTo>
                <a:lnTo>
                  <a:pt x="200" y="393"/>
                </a:lnTo>
                <a:lnTo>
                  <a:pt x="200" y="392"/>
                </a:lnTo>
                <a:lnTo>
                  <a:pt x="200" y="391"/>
                </a:lnTo>
                <a:lnTo>
                  <a:pt x="199" y="391"/>
                </a:lnTo>
                <a:lnTo>
                  <a:pt x="199" y="390"/>
                </a:lnTo>
                <a:lnTo>
                  <a:pt x="200" y="389"/>
                </a:lnTo>
                <a:lnTo>
                  <a:pt x="200" y="388"/>
                </a:lnTo>
                <a:lnTo>
                  <a:pt x="201" y="388"/>
                </a:lnTo>
                <a:lnTo>
                  <a:pt x="202" y="388"/>
                </a:lnTo>
                <a:lnTo>
                  <a:pt x="202" y="387"/>
                </a:lnTo>
                <a:lnTo>
                  <a:pt x="203" y="387"/>
                </a:lnTo>
                <a:lnTo>
                  <a:pt x="203" y="386"/>
                </a:lnTo>
                <a:lnTo>
                  <a:pt x="204" y="386"/>
                </a:lnTo>
                <a:lnTo>
                  <a:pt x="204" y="385"/>
                </a:lnTo>
                <a:lnTo>
                  <a:pt x="204" y="384"/>
                </a:lnTo>
                <a:lnTo>
                  <a:pt x="203" y="384"/>
                </a:lnTo>
                <a:lnTo>
                  <a:pt x="204" y="383"/>
                </a:lnTo>
                <a:lnTo>
                  <a:pt x="204" y="382"/>
                </a:lnTo>
                <a:lnTo>
                  <a:pt x="203" y="381"/>
                </a:lnTo>
                <a:lnTo>
                  <a:pt x="203" y="380"/>
                </a:lnTo>
                <a:lnTo>
                  <a:pt x="203" y="379"/>
                </a:lnTo>
                <a:lnTo>
                  <a:pt x="202" y="379"/>
                </a:lnTo>
                <a:lnTo>
                  <a:pt x="202" y="378"/>
                </a:lnTo>
                <a:lnTo>
                  <a:pt x="202" y="377"/>
                </a:lnTo>
                <a:lnTo>
                  <a:pt x="203" y="377"/>
                </a:lnTo>
                <a:lnTo>
                  <a:pt x="204" y="376"/>
                </a:lnTo>
                <a:lnTo>
                  <a:pt x="205" y="376"/>
                </a:lnTo>
                <a:lnTo>
                  <a:pt x="206" y="375"/>
                </a:lnTo>
                <a:lnTo>
                  <a:pt x="207" y="375"/>
                </a:lnTo>
                <a:lnTo>
                  <a:pt x="207" y="374"/>
                </a:lnTo>
                <a:lnTo>
                  <a:pt x="208" y="374"/>
                </a:lnTo>
                <a:lnTo>
                  <a:pt x="208" y="373"/>
                </a:lnTo>
                <a:lnTo>
                  <a:pt x="208" y="372"/>
                </a:lnTo>
                <a:lnTo>
                  <a:pt x="207" y="371"/>
                </a:lnTo>
                <a:lnTo>
                  <a:pt x="206" y="371"/>
                </a:lnTo>
                <a:lnTo>
                  <a:pt x="206" y="370"/>
                </a:lnTo>
                <a:lnTo>
                  <a:pt x="207" y="370"/>
                </a:lnTo>
                <a:lnTo>
                  <a:pt x="208" y="370"/>
                </a:lnTo>
                <a:lnTo>
                  <a:pt x="208" y="369"/>
                </a:lnTo>
                <a:lnTo>
                  <a:pt x="207" y="368"/>
                </a:lnTo>
                <a:lnTo>
                  <a:pt x="206" y="368"/>
                </a:lnTo>
                <a:lnTo>
                  <a:pt x="206" y="369"/>
                </a:lnTo>
                <a:lnTo>
                  <a:pt x="205" y="369"/>
                </a:lnTo>
                <a:lnTo>
                  <a:pt x="204" y="368"/>
                </a:lnTo>
                <a:lnTo>
                  <a:pt x="203" y="367"/>
                </a:lnTo>
                <a:lnTo>
                  <a:pt x="204" y="367"/>
                </a:lnTo>
                <a:lnTo>
                  <a:pt x="204" y="366"/>
                </a:lnTo>
                <a:lnTo>
                  <a:pt x="204" y="365"/>
                </a:lnTo>
                <a:lnTo>
                  <a:pt x="205" y="365"/>
                </a:lnTo>
                <a:lnTo>
                  <a:pt x="206" y="364"/>
                </a:lnTo>
                <a:lnTo>
                  <a:pt x="206" y="363"/>
                </a:lnTo>
                <a:lnTo>
                  <a:pt x="207" y="363"/>
                </a:lnTo>
                <a:lnTo>
                  <a:pt x="208" y="362"/>
                </a:lnTo>
                <a:lnTo>
                  <a:pt x="209" y="361"/>
                </a:lnTo>
                <a:lnTo>
                  <a:pt x="209" y="360"/>
                </a:lnTo>
                <a:lnTo>
                  <a:pt x="210" y="360"/>
                </a:lnTo>
                <a:lnTo>
                  <a:pt x="211" y="360"/>
                </a:lnTo>
                <a:lnTo>
                  <a:pt x="212" y="359"/>
                </a:lnTo>
                <a:lnTo>
                  <a:pt x="212" y="358"/>
                </a:lnTo>
                <a:lnTo>
                  <a:pt x="213" y="358"/>
                </a:lnTo>
                <a:lnTo>
                  <a:pt x="213" y="357"/>
                </a:lnTo>
                <a:lnTo>
                  <a:pt x="214" y="357"/>
                </a:lnTo>
                <a:lnTo>
                  <a:pt x="215" y="357"/>
                </a:lnTo>
                <a:lnTo>
                  <a:pt x="216" y="357"/>
                </a:lnTo>
                <a:lnTo>
                  <a:pt x="216" y="356"/>
                </a:lnTo>
                <a:lnTo>
                  <a:pt x="217" y="356"/>
                </a:lnTo>
                <a:lnTo>
                  <a:pt x="217" y="355"/>
                </a:lnTo>
                <a:lnTo>
                  <a:pt x="217" y="354"/>
                </a:lnTo>
                <a:lnTo>
                  <a:pt x="218" y="354"/>
                </a:lnTo>
                <a:lnTo>
                  <a:pt x="218" y="353"/>
                </a:lnTo>
                <a:lnTo>
                  <a:pt x="219" y="352"/>
                </a:lnTo>
                <a:lnTo>
                  <a:pt x="219" y="351"/>
                </a:lnTo>
                <a:lnTo>
                  <a:pt x="220" y="351"/>
                </a:lnTo>
                <a:lnTo>
                  <a:pt x="220" y="352"/>
                </a:lnTo>
                <a:lnTo>
                  <a:pt x="221" y="351"/>
                </a:lnTo>
                <a:lnTo>
                  <a:pt x="222" y="352"/>
                </a:lnTo>
                <a:lnTo>
                  <a:pt x="223" y="352"/>
                </a:lnTo>
                <a:lnTo>
                  <a:pt x="223" y="353"/>
                </a:lnTo>
                <a:lnTo>
                  <a:pt x="226" y="351"/>
                </a:lnTo>
                <a:lnTo>
                  <a:pt x="226" y="350"/>
                </a:lnTo>
                <a:lnTo>
                  <a:pt x="227" y="350"/>
                </a:lnTo>
                <a:lnTo>
                  <a:pt x="228" y="350"/>
                </a:lnTo>
                <a:lnTo>
                  <a:pt x="229" y="350"/>
                </a:lnTo>
                <a:lnTo>
                  <a:pt x="229" y="349"/>
                </a:lnTo>
                <a:lnTo>
                  <a:pt x="229" y="348"/>
                </a:lnTo>
                <a:lnTo>
                  <a:pt x="230" y="348"/>
                </a:lnTo>
                <a:lnTo>
                  <a:pt x="231" y="347"/>
                </a:lnTo>
                <a:lnTo>
                  <a:pt x="232" y="347"/>
                </a:lnTo>
                <a:lnTo>
                  <a:pt x="232" y="346"/>
                </a:lnTo>
                <a:lnTo>
                  <a:pt x="233" y="346"/>
                </a:lnTo>
                <a:lnTo>
                  <a:pt x="234" y="345"/>
                </a:lnTo>
                <a:lnTo>
                  <a:pt x="234" y="344"/>
                </a:lnTo>
                <a:lnTo>
                  <a:pt x="234" y="343"/>
                </a:lnTo>
                <a:lnTo>
                  <a:pt x="235" y="343"/>
                </a:lnTo>
                <a:lnTo>
                  <a:pt x="235" y="342"/>
                </a:lnTo>
                <a:lnTo>
                  <a:pt x="235" y="341"/>
                </a:lnTo>
                <a:lnTo>
                  <a:pt x="236" y="341"/>
                </a:lnTo>
                <a:lnTo>
                  <a:pt x="237" y="341"/>
                </a:lnTo>
                <a:lnTo>
                  <a:pt x="238" y="341"/>
                </a:lnTo>
                <a:lnTo>
                  <a:pt x="238" y="340"/>
                </a:lnTo>
                <a:lnTo>
                  <a:pt x="239" y="339"/>
                </a:lnTo>
                <a:lnTo>
                  <a:pt x="239" y="338"/>
                </a:lnTo>
                <a:lnTo>
                  <a:pt x="239" y="337"/>
                </a:lnTo>
                <a:lnTo>
                  <a:pt x="239" y="336"/>
                </a:lnTo>
                <a:lnTo>
                  <a:pt x="240" y="336"/>
                </a:lnTo>
                <a:lnTo>
                  <a:pt x="241" y="336"/>
                </a:lnTo>
                <a:lnTo>
                  <a:pt x="242" y="336"/>
                </a:lnTo>
                <a:lnTo>
                  <a:pt x="243" y="336"/>
                </a:lnTo>
                <a:lnTo>
                  <a:pt x="245" y="336"/>
                </a:lnTo>
                <a:lnTo>
                  <a:pt x="246" y="336"/>
                </a:lnTo>
                <a:lnTo>
                  <a:pt x="247" y="336"/>
                </a:lnTo>
                <a:lnTo>
                  <a:pt x="248" y="336"/>
                </a:lnTo>
                <a:lnTo>
                  <a:pt x="248" y="335"/>
                </a:lnTo>
                <a:lnTo>
                  <a:pt x="247" y="334"/>
                </a:lnTo>
                <a:lnTo>
                  <a:pt x="247" y="333"/>
                </a:lnTo>
                <a:lnTo>
                  <a:pt x="248" y="333"/>
                </a:lnTo>
                <a:lnTo>
                  <a:pt x="248" y="332"/>
                </a:lnTo>
                <a:lnTo>
                  <a:pt x="249" y="332"/>
                </a:lnTo>
                <a:lnTo>
                  <a:pt x="250" y="332"/>
                </a:lnTo>
                <a:lnTo>
                  <a:pt x="251" y="332"/>
                </a:lnTo>
                <a:lnTo>
                  <a:pt x="251" y="333"/>
                </a:lnTo>
                <a:lnTo>
                  <a:pt x="252" y="334"/>
                </a:lnTo>
                <a:lnTo>
                  <a:pt x="253" y="333"/>
                </a:lnTo>
                <a:lnTo>
                  <a:pt x="252" y="332"/>
                </a:lnTo>
                <a:lnTo>
                  <a:pt x="252" y="331"/>
                </a:lnTo>
                <a:lnTo>
                  <a:pt x="252" y="328"/>
                </a:lnTo>
                <a:lnTo>
                  <a:pt x="253" y="328"/>
                </a:lnTo>
                <a:lnTo>
                  <a:pt x="253" y="329"/>
                </a:lnTo>
                <a:lnTo>
                  <a:pt x="254" y="329"/>
                </a:lnTo>
                <a:lnTo>
                  <a:pt x="254" y="328"/>
                </a:lnTo>
                <a:lnTo>
                  <a:pt x="255" y="328"/>
                </a:lnTo>
                <a:lnTo>
                  <a:pt x="256" y="328"/>
                </a:lnTo>
                <a:lnTo>
                  <a:pt x="256" y="327"/>
                </a:lnTo>
                <a:lnTo>
                  <a:pt x="256" y="328"/>
                </a:lnTo>
                <a:lnTo>
                  <a:pt x="257" y="328"/>
                </a:lnTo>
                <a:lnTo>
                  <a:pt x="258" y="327"/>
                </a:lnTo>
                <a:lnTo>
                  <a:pt x="258" y="328"/>
                </a:lnTo>
                <a:lnTo>
                  <a:pt x="259" y="328"/>
                </a:lnTo>
                <a:lnTo>
                  <a:pt x="260" y="328"/>
                </a:lnTo>
                <a:lnTo>
                  <a:pt x="260" y="329"/>
                </a:lnTo>
                <a:lnTo>
                  <a:pt x="261" y="329"/>
                </a:lnTo>
                <a:lnTo>
                  <a:pt x="261" y="328"/>
                </a:lnTo>
                <a:lnTo>
                  <a:pt x="261" y="327"/>
                </a:lnTo>
                <a:lnTo>
                  <a:pt x="261" y="326"/>
                </a:lnTo>
                <a:lnTo>
                  <a:pt x="260" y="325"/>
                </a:lnTo>
                <a:lnTo>
                  <a:pt x="260" y="324"/>
                </a:lnTo>
                <a:lnTo>
                  <a:pt x="259" y="323"/>
                </a:lnTo>
                <a:lnTo>
                  <a:pt x="260" y="323"/>
                </a:lnTo>
                <a:lnTo>
                  <a:pt x="261" y="323"/>
                </a:lnTo>
                <a:lnTo>
                  <a:pt x="262" y="323"/>
                </a:lnTo>
                <a:lnTo>
                  <a:pt x="263" y="323"/>
                </a:lnTo>
                <a:lnTo>
                  <a:pt x="263" y="322"/>
                </a:lnTo>
                <a:lnTo>
                  <a:pt x="264" y="322"/>
                </a:lnTo>
                <a:lnTo>
                  <a:pt x="265" y="321"/>
                </a:lnTo>
                <a:lnTo>
                  <a:pt x="266" y="321"/>
                </a:lnTo>
                <a:lnTo>
                  <a:pt x="266" y="320"/>
                </a:lnTo>
                <a:lnTo>
                  <a:pt x="267" y="320"/>
                </a:lnTo>
                <a:lnTo>
                  <a:pt x="268" y="320"/>
                </a:lnTo>
                <a:lnTo>
                  <a:pt x="270" y="320"/>
                </a:lnTo>
                <a:lnTo>
                  <a:pt x="270" y="321"/>
                </a:lnTo>
                <a:lnTo>
                  <a:pt x="271" y="321"/>
                </a:lnTo>
                <a:lnTo>
                  <a:pt x="271" y="322"/>
                </a:lnTo>
                <a:lnTo>
                  <a:pt x="272" y="323"/>
                </a:lnTo>
                <a:lnTo>
                  <a:pt x="273" y="323"/>
                </a:lnTo>
                <a:lnTo>
                  <a:pt x="274" y="322"/>
                </a:lnTo>
                <a:lnTo>
                  <a:pt x="275" y="322"/>
                </a:lnTo>
                <a:lnTo>
                  <a:pt x="276" y="322"/>
                </a:lnTo>
                <a:lnTo>
                  <a:pt x="277" y="322"/>
                </a:lnTo>
                <a:lnTo>
                  <a:pt x="277" y="323"/>
                </a:lnTo>
                <a:lnTo>
                  <a:pt x="277" y="322"/>
                </a:lnTo>
                <a:lnTo>
                  <a:pt x="278" y="322"/>
                </a:lnTo>
                <a:lnTo>
                  <a:pt x="279" y="322"/>
                </a:lnTo>
                <a:lnTo>
                  <a:pt x="279" y="323"/>
                </a:lnTo>
                <a:lnTo>
                  <a:pt x="278" y="323"/>
                </a:lnTo>
                <a:lnTo>
                  <a:pt x="278" y="324"/>
                </a:lnTo>
                <a:lnTo>
                  <a:pt x="279" y="324"/>
                </a:lnTo>
                <a:lnTo>
                  <a:pt x="280" y="324"/>
                </a:lnTo>
                <a:lnTo>
                  <a:pt x="280" y="325"/>
                </a:lnTo>
                <a:lnTo>
                  <a:pt x="281" y="325"/>
                </a:lnTo>
                <a:lnTo>
                  <a:pt x="282" y="325"/>
                </a:lnTo>
                <a:lnTo>
                  <a:pt x="283" y="325"/>
                </a:lnTo>
                <a:lnTo>
                  <a:pt x="283" y="324"/>
                </a:lnTo>
                <a:lnTo>
                  <a:pt x="282" y="323"/>
                </a:lnTo>
                <a:lnTo>
                  <a:pt x="283" y="323"/>
                </a:lnTo>
                <a:lnTo>
                  <a:pt x="284" y="321"/>
                </a:lnTo>
                <a:lnTo>
                  <a:pt x="285" y="322"/>
                </a:lnTo>
                <a:lnTo>
                  <a:pt x="286" y="322"/>
                </a:lnTo>
                <a:lnTo>
                  <a:pt x="287" y="322"/>
                </a:lnTo>
                <a:lnTo>
                  <a:pt x="288" y="321"/>
                </a:lnTo>
                <a:lnTo>
                  <a:pt x="288" y="320"/>
                </a:lnTo>
                <a:lnTo>
                  <a:pt x="289" y="317"/>
                </a:lnTo>
                <a:lnTo>
                  <a:pt x="290" y="316"/>
                </a:lnTo>
                <a:lnTo>
                  <a:pt x="291" y="316"/>
                </a:lnTo>
                <a:lnTo>
                  <a:pt x="291" y="315"/>
                </a:lnTo>
                <a:lnTo>
                  <a:pt x="292" y="316"/>
                </a:lnTo>
                <a:lnTo>
                  <a:pt x="293" y="316"/>
                </a:lnTo>
                <a:lnTo>
                  <a:pt x="294" y="315"/>
                </a:lnTo>
                <a:lnTo>
                  <a:pt x="294" y="314"/>
                </a:lnTo>
                <a:lnTo>
                  <a:pt x="295" y="313"/>
                </a:lnTo>
                <a:lnTo>
                  <a:pt x="295" y="312"/>
                </a:lnTo>
                <a:lnTo>
                  <a:pt x="295" y="311"/>
                </a:lnTo>
                <a:lnTo>
                  <a:pt x="296" y="310"/>
                </a:lnTo>
                <a:lnTo>
                  <a:pt x="296" y="311"/>
                </a:lnTo>
                <a:lnTo>
                  <a:pt x="297" y="311"/>
                </a:lnTo>
                <a:lnTo>
                  <a:pt x="298" y="311"/>
                </a:lnTo>
                <a:lnTo>
                  <a:pt x="298" y="309"/>
                </a:lnTo>
                <a:lnTo>
                  <a:pt x="298" y="308"/>
                </a:lnTo>
                <a:lnTo>
                  <a:pt x="297" y="308"/>
                </a:lnTo>
                <a:lnTo>
                  <a:pt x="298" y="308"/>
                </a:lnTo>
                <a:lnTo>
                  <a:pt x="298" y="307"/>
                </a:lnTo>
                <a:lnTo>
                  <a:pt x="299" y="307"/>
                </a:lnTo>
                <a:lnTo>
                  <a:pt x="300" y="306"/>
                </a:lnTo>
                <a:lnTo>
                  <a:pt x="300" y="305"/>
                </a:lnTo>
                <a:lnTo>
                  <a:pt x="301" y="304"/>
                </a:lnTo>
                <a:lnTo>
                  <a:pt x="302" y="303"/>
                </a:lnTo>
                <a:lnTo>
                  <a:pt x="302" y="301"/>
                </a:lnTo>
                <a:lnTo>
                  <a:pt x="301" y="301"/>
                </a:lnTo>
                <a:lnTo>
                  <a:pt x="301" y="300"/>
                </a:lnTo>
                <a:lnTo>
                  <a:pt x="302" y="299"/>
                </a:lnTo>
                <a:lnTo>
                  <a:pt x="303" y="299"/>
                </a:lnTo>
                <a:lnTo>
                  <a:pt x="303" y="298"/>
                </a:lnTo>
                <a:lnTo>
                  <a:pt x="304" y="298"/>
                </a:lnTo>
                <a:lnTo>
                  <a:pt x="305" y="297"/>
                </a:lnTo>
                <a:lnTo>
                  <a:pt x="305" y="295"/>
                </a:lnTo>
                <a:lnTo>
                  <a:pt x="306" y="294"/>
                </a:lnTo>
                <a:lnTo>
                  <a:pt x="307" y="294"/>
                </a:lnTo>
                <a:lnTo>
                  <a:pt x="309" y="294"/>
                </a:lnTo>
                <a:lnTo>
                  <a:pt x="310" y="293"/>
                </a:lnTo>
                <a:lnTo>
                  <a:pt x="311" y="292"/>
                </a:lnTo>
                <a:lnTo>
                  <a:pt x="310" y="292"/>
                </a:lnTo>
                <a:lnTo>
                  <a:pt x="310" y="291"/>
                </a:lnTo>
                <a:lnTo>
                  <a:pt x="311" y="292"/>
                </a:lnTo>
                <a:lnTo>
                  <a:pt x="312" y="292"/>
                </a:lnTo>
                <a:lnTo>
                  <a:pt x="312" y="291"/>
                </a:lnTo>
                <a:lnTo>
                  <a:pt x="313" y="291"/>
                </a:lnTo>
                <a:lnTo>
                  <a:pt x="313" y="290"/>
                </a:lnTo>
                <a:lnTo>
                  <a:pt x="314" y="290"/>
                </a:lnTo>
                <a:lnTo>
                  <a:pt x="315" y="290"/>
                </a:lnTo>
                <a:lnTo>
                  <a:pt x="315" y="289"/>
                </a:lnTo>
                <a:lnTo>
                  <a:pt x="315" y="288"/>
                </a:lnTo>
                <a:lnTo>
                  <a:pt x="316" y="288"/>
                </a:lnTo>
                <a:lnTo>
                  <a:pt x="316" y="287"/>
                </a:lnTo>
                <a:lnTo>
                  <a:pt x="317" y="286"/>
                </a:lnTo>
                <a:lnTo>
                  <a:pt x="317" y="285"/>
                </a:lnTo>
                <a:lnTo>
                  <a:pt x="317" y="284"/>
                </a:lnTo>
                <a:lnTo>
                  <a:pt x="317" y="283"/>
                </a:lnTo>
                <a:lnTo>
                  <a:pt x="317" y="282"/>
                </a:lnTo>
                <a:lnTo>
                  <a:pt x="318" y="281"/>
                </a:lnTo>
                <a:lnTo>
                  <a:pt x="317" y="280"/>
                </a:lnTo>
                <a:lnTo>
                  <a:pt x="316" y="280"/>
                </a:lnTo>
                <a:lnTo>
                  <a:pt x="316" y="279"/>
                </a:lnTo>
                <a:lnTo>
                  <a:pt x="317" y="278"/>
                </a:lnTo>
                <a:lnTo>
                  <a:pt x="318" y="278"/>
                </a:lnTo>
                <a:lnTo>
                  <a:pt x="319" y="277"/>
                </a:lnTo>
                <a:lnTo>
                  <a:pt x="320" y="277"/>
                </a:lnTo>
                <a:lnTo>
                  <a:pt x="321" y="276"/>
                </a:lnTo>
                <a:lnTo>
                  <a:pt x="321" y="275"/>
                </a:lnTo>
                <a:lnTo>
                  <a:pt x="322" y="274"/>
                </a:lnTo>
                <a:lnTo>
                  <a:pt x="322" y="273"/>
                </a:lnTo>
                <a:lnTo>
                  <a:pt x="323" y="273"/>
                </a:lnTo>
                <a:lnTo>
                  <a:pt x="324" y="273"/>
                </a:lnTo>
                <a:lnTo>
                  <a:pt x="325" y="273"/>
                </a:lnTo>
                <a:lnTo>
                  <a:pt x="325" y="274"/>
                </a:lnTo>
                <a:lnTo>
                  <a:pt x="326" y="274"/>
                </a:lnTo>
                <a:lnTo>
                  <a:pt x="327" y="274"/>
                </a:lnTo>
                <a:lnTo>
                  <a:pt x="327" y="272"/>
                </a:lnTo>
                <a:lnTo>
                  <a:pt x="327" y="271"/>
                </a:lnTo>
                <a:lnTo>
                  <a:pt x="327" y="270"/>
                </a:lnTo>
                <a:lnTo>
                  <a:pt x="326" y="270"/>
                </a:lnTo>
                <a:lnTo>
                  <a:pt x="327" y="270"/>
                </a:lnTo>
                <a:lnTo>
                  <a:pt x="327" y="269"/>
                </a:lnTo>
                <a:lnTo>
                  <a:pt x="328" y="269"/>
                </a:lnTo>
                <a:lnTo>
                  <a:pt x="330" y="269"/>
                </a:lnTo>
                <a:lnTo>
                  <a:pt x="330" y="268"/>
                </a:lnTo>
                <a:lnTo>
                  <a:pt x="331" y="268"/>
                </a:lnTo>
                <a:lnTo>
                  <a:pt x="331" y="267"/>
                </a:lnTo>
                <a:lnTo>
                  <a:pt x="330" y="266"/>
                </a:lnTo>
                <a:lnTo>
                  <a:pt x="332" y="266"/>
                </a:lnTo>
                <a:lnTo>
                  <a:pt x="332" y="267"/>
                </a:lnTo>
                <a:lnTo>
                  <a:pt x="333" y="267"/>
                </a:lnTo>
                <a:lnTo>
                  <a:pt x="333" y="268"/>
                </a:lnTo>
                <a:lnTo>
                  <a:pt x="334" y="268"/>
                </a:lnTo>
                <a:lnTo>
                  <a:pt x="335" y="268"/>
                </a:lnTo>
                <a:lnTo>
                  <a:pt x="335" y="267"/>
                </a:lnTo>
                <a:lnTo>
                  <a:pt x="336" y="267"/>
                </a:lnTo>
                <a:lnTo>
                  <a:pt x="338" y="266"/>
                </a:lnTo>
                <a:lnTo>
                  <a:pt x="339" y="265"/>
                </a:lnTo>
                <a:lnTo>
                  <a:pt x="339" y="264"/>
                </a:lnTo>
                <a:lnTo>
                  <a:pt x="339" y="263"/>
                </a:lnTo>
                <a:lnTo>
                  <a:pt x="340" y="263"/>
                </a:lnTo>
                <a:lnTo>
                  <a:pt x="341" y="263"/>
                </a:lnTo>
                <a:lnTo>
                  <a:pt x="342" y="263"/>
                </a:lnTo>
                <a:lnTo>
                  <a:pt x="343" y="264"/>
                </a:lnTo>
                <a:lnTo>
                  <a:pt x="343" y="265"/>
                </a:lnTo>
                <a:lnTo>
                  <a:pt x="344" y="265"/>
                </a:lnTo>
                <a:lnTo>
                  <a:pt x="346" y="264"/>
                </a:lnTo>
                <a:lnTo>
                  <a:pt x="344" y="264"/>
                </a:lnTo>
                <a:lnTo>
                  <a:pt x="344" y="263"/>
                </a:lnTo>
                <a:lnTo>
                  <a:pt x="346" y="263"/>
                </a:lnTo>
                <a:lnTo>
                  <a:pt x="347" y="263"/>
                </a:lnTo>
                <a:lnTo>
                  <a:pt x="348" y="264"/>
                </a:lnTo>
                <a:lnTo>
                  <a:pt x="349" y="264"/>
                </a:lnTo>
                <a:lnTo>
                  <a:pt x="350" y="263"/>
                </a:lnTo>
                <a:lnTo>
                  <a:pt x="351" y="262"/>
                </a:lnTo>
                <a:lnTo>
                  <a:pt x="352" y="262"/>
                </a:lnTo>
                <a:lnTo>
                  <a:pt x="353" y="262"/>
                </a:lnTo>
                <a:lnTo>
                  <a:pt x="354" y="262"/>
                </a:lnTo>
                <a:lnTo>
                  <a:pt x="355" y="261"/>
                </a:lnTo>
                <a:lnTo>
                  <a:pt x="356" y="260"/>
                </a:lnTo>
                <a:lnTo>
                  <a:pt x="356" y="259"/>
                </a:lnTo>
                <a:lnTo>
                  <a:pt x="357" y="259"/>
                </a:lnTo>
                <a:lnTo>
                  <a:pt x="357" y="258"/>
                </a:lnTo>
                <a:lnTo>
                  <a:pt x="357" y="257"/>
                </a:lnTo>
                <a:lnTo>
                  <a:pt x="358" y="257"/>
                </a:lnTo>
                <a:lnTo>
                  <a:pt x="358" y="256"/>
                </a:lnTo>
                <a:lnTo>
                  <a:pt x="359" y="255"/>
                </a:lnTo>
                <a:lnTo>
                  <a:pt x="359" y="256"/>
                </a:lnTo>
                <a:lnTo>
                  <a:pt x="359" y="257"/>
                </a:lnTo>
                <a:lnTo>
                  <a:pt x="360" y="257"/>
                </a:lnTo>
                <a:lnTo>
                  <a:pt x="359" y="257"/>
                </a:lnTo>
                <a:lnTo>
                  <a:pt x="359" y="258"/>
                </a:lnTo>
                <a:lnTo>
                  <a:pt x="358" y="258"/>
                </a:lnTo>
                <a:lnTo>
                  <a:pt x="358" y="259"/>
                </a:lnTo>
                <a:lnTo>
                  <a:pt x="359" y="260"/>
                </a:lnTo>
                <a:lnTo>
                  <a:pt x="360" y="260"/>
                </a:lnTo>
                <a:lnTo>
                  <a:pt x="361" y="262"/>
                </a:lnTo>
                <a:lnTo>
                  <a:pt x="363" y="263"/>
                </a:lnTo>
                <a:lnTo>
                  <a:pt x="364" y="263"/>
                </a:lnTo>
                <a:lnTo>
                  <a:pt x="364" y="262"/>
                </a:lnTo>
                <a:lnTo>
                  <a:pt x="365" y="262"/>
                </a:lnTo>
                <a:lnTo>
                  <a:pt x="365" y="263"/>
                </a:lnTo>
                <a:lnTo>
                  <a:pt x="365" y="264"/>
                </a:lnTo>
                <a:lnTo>
                  <a:pt x="366" y="266"/>
                </a:lnTo>
                <a:lnTo>
                  <a:pt x="367" y="267"/>
                </a:lnTo>
                <a:lnTo>
                  <a:pt x="369" y="269"/>
                </a:lnTo>
                <a:lnTo>
                  <a:pt x="370" y="270"/>
                </a:lnTo>
                <a:lnTo>
                  <a:pt x="371" y="270"/>
                </a:lnTo>
                <a:lnTo>
                  <a:pt x="371" y="269"/>
                </a:lnTo>
                <a:lnTo>
                  <a:pt x="372" y="269"/>
                </a:lnTo>
                <a:lnTo>
                  <a:pt x="373" y="269"/>
                </a:lnTo>
                <a:lnTo>
                  <a:pt x="374" y="269"/>
                </a:lnTo>
                <a:lnTo>
                  <a:pt x="375" y="269"/>
                </a:lnTo>
                <a:lnTo>
                  <a:pt x="376" y="269"/>
                </a:lnTo>
                <a:lnTo>
                  <a:pt x="376" y="268"/>
                </a:lnTo>
                <a:lnTo>
                  <a:pt x="377" y="267"/>
                </a:lnTo>
                <a:lnTo>
                  <a:pt x="377" y="266"/>
                </a:lnTo>
                <a:lnTo>
                  <a:pt x="378" y="266"/>
                </a:lnTo>
                <a:lnTo>
                  <a:pt x="378" y="265"/>
                </a:lnTo>
                <a:lnTo>
                  <a:pt x="378" y="264"/>
                </a:lnTo>
                <a:lnTo>
                  <a:pt x="378" y="263"/>
                </a:lnTo>
                <a:lnTo>
                  <a:pt x="379" y="262"/>
                </a:lnTo>
                <a:lnTo>
                  <a:pt x="379" y="261"/>
                </a:lnTo>
                <a:lnTo>
                  <a:pt x="380" y="261"/>
                </a:lnTo>
                <a:lnTo>
                  <a:pt x="380" y="260"/>
                </a:lnTo>
                <a:lnTo>
                  <a:pt x="380" y="258"/>
                </a:lnTo>
                <a:lnTo>
                  <a:pt x="381" y="257"/>
                </a:lnTo>
                <a:lnTo>
                  <a:pt x="382" y="257"/>
                </a:lnTo>
                <a:lnTo>
                  <a:pt x="382" y="258"/>
                </a:lnTo>
                <a:lnTo>
                  <a:pt x="383" y="257"/>
                </a:lnTo>
                <a:lnTo>
                  <a:pt x="385" y="255"/>
                </a:lnTo>
                <a:lnTo>
                  <a:pt x="386" y="255"/>
                </a:lnTo>
                <a:lnTo>
                  <a:pt x="386" y="254"/>
                </a:lnTo>
                <a:lnTo>
                  <a:pt x="388" y="251"/>
                </a:lnTo>
                <a:lnTo>
                  <a:pt x="388" y="252"/>
                </a:lnTo>
                <a:lnTo>
                  <a:pt x="388" y="253"/>
                </a:lnTo>
                <a:lnTo>
                  <a:pt x="388" y="254"/>
                </a:lnTo>
                <a:lnTo>
                  <a:pt x="389" y="254"/>
                </a:lnTo>
                <a:lnTo>
                  <a:pt x="390" y="253"/>
                </a:lnTo>
                <a:lnTo>
                  <a:pt x="390" y="252"/>
                </a:lnTo>
                <a:lnTo>
                  <a:pt x="390" y="250"/>
                </a:lnTo>
                <a:lnTo>
                  <a:pt x="390" y="248"/>
                </a:lnTo>
                <a:lnTo>
                  <a:pt x="391" y="247"/>
                </a:lnTo>
                <a:lnTo>
                  <a:pt x="391" y="246"/>
                </a:lnTo>
                <a:lnTo>
                  <a:pt x="391" y="245"/>
                </a:lnTo>
                <a:lnTo>
                  <a:pt x="392" y="245"/>
                </a:lnTo>
                <a:lnTo>
                  <a:pt x="393" y="245"/>
                </a:lnTo>
                <a:lnTo>
                  <a:pt x="393" y="246"/>
                </a:lnTo>
                <a:lnTo>
                  <a:pt x="394" y="246"/>
                </a:lnTo>
                <a:lnTo>
                  <a:pt x="394" y="245"/>
                </a:lnTo>
                <a:lnTo>
                  <a:pt x="394" y="244"/>
                </a:lnTo>
                <a:lnTo>
                  <a:pt x="395" y="244"/>
                </a:lnTo>
                <a:lnTo>
                  <a:pt x="395" y="245"/>
                </a:lnTo>
                <a:lnTo>
                  <a:pt x="396" y="245"/>
                </a:lnTo>
                <a:lnTo>
                  <a:pt x="396" y="246"/>
                </a:lnTo>
                <a:lnTo>
                  <a:pt x="397" y="246"/>
                </a:lnTo>
                <a:lnTo>
                  <a:pt x="397" y="245"/>
                </a:lnTo>
                <a:lnTo>
                  <a:pt x="396" y="245"/>
                </a:lnTo>
                <a:lnTo>
                  <a:pt x="396" y="244"/>
                </a:lnTo>
                <a:lnTo>
                  <a:pt x="396" y="243"/>
                </a:lnTo>
                <a:lnTo>
                  <a:pt x="396" y="242"/>
                </a:lnTo>
                <a:lnTo>
                  <a:pt x="396" y="240"/>
                </a:lnTo>
                <a:lnTo>
                  <a:pt x="396" y="239"/>
                </a:lnTo>
                <a:lnTo>
                  <a:pt x="397" y="239"/>
                </a:lnTo>
                <a:lnTo>
                  <a:pt x="398" y="239"/>
                </a:lnTo>
                <a:lnTo>
                  <a:pt x="398" y="240"/>
                </a:lnTo>
                <a:lnTo>
                  <a:pt x="400" y="239"/>
                </a:lnTo>
                <a:lnTo>
                  <a:pt x="401" y="237"/>
                </a:lnTo>
                <a:lnTo>
                  <a:pt x="401" y="236"/>
                </a:lnTo>
                <a:lnTo>
                  <a:pt x="401" y="235"/>
                </a:lnTo>
                <a:lnTo>
                  <a:pt x="400" y="235"/>
                </a:lnTo>
                <a:lnTo>
                  <a:pt x="399" y="234"/>
                </a:lnTo>
                <a:lnTo>
                  <a:pt x="399" y="232"/>
                </a:lnTo>
                <a:lnTo>
                  <a:pt x="400" y="232"/>
                </a:lnTo>
                <a:lnTo>
                  <a:pt x="400" y="233"/>
                </a:lnTo>
                <a:lnTo>
                  <a:pt x="401" y="234"/>
                </a:lnTo>
                <a:lnTo>
                  <a:pt x="401" y="233"/>
                </a:lnTo>
                <a:lnTo>
                  <a:pt x="402" y="233"/>
                </a:lnTo>
                <a:lnTo>
                  <a:pt x="402" y="232"/>
                </a:lnTo>
                <a:lnTo>
                  <a:pt x="401" y="232"/>
                </a:lnTo>
                <a:lnTo>
                  <a:pt x="401" y="231"/>
                </a:lnTo>
                <a:lnTo>
                  <a:pt x="401" y="230"/>
                </a:lnTo>
                <a:lnTo>
                  <a:pt x="402" y="229"/>
                </a:lnTo>
                <a:lnTo>
                  <a:pt x="401" y="228"/>
                </a:lnTo>
                <a:lnTo>
                  <a:pt x="400" y="228"/>
                </a:lnTo>
                <a:lnTo>
                  <a:pt x="399" y="227"/>
                </a:lnTo>
                <a:lnTo>
                  <a:pt x="398" y="227"/>
                </a:lnTo>
                <a:lnTo>
                  <a:pt x="398" y="226"/>
                </a:lnTo>
                <a:lnTo>
                  <a:pt x="399" y="226"/>
                </a:lnTo>
                <a:lnTo>
                  <a:pt x="400" y="226"/>
                </a:lnTo>
                <a:lnTo>
                  <a:pt x="401" y="225"/>
                </a:lnTo>
                <a:lnTo>
                  <a:pt x="401" y="224"/>
                </a:lnTo>
                <a:lnTo>
                  <a:pt x="400" y="224"/>
                </a:lnTo>
                <a:lnTo>
                  <a:pt x="399" y="225"/>
                </a:lnTo>
                <a:lnTo>
                  <a:pt x="399" y="224"/>
                </a:lnTo>
                <a:lnTo>
                  <a:pt x="398" y="224"/>
                </a:lnTo>
                <a:lnTo>
                  <a:pt x="398" y="223"/>
                </a:lnTo>
                <a:lnTo>
                  <a:pt x="399" y="223"/>
                </a:lnTo>
                <a:lnTo>
                  <a:pt x="400" y="223"/>
                </a:lnTo>
                <a:lnTo>
                  <a:pt x="400" y="220"/>
                </a:lnTo>
                <a:lnTo>
                  <a:pt x="400" y="219"/>
                </a:lnTo>
                <a:lnTo>
                  <a:pt x="400" y="218"/>
                </a:lnTo>
                <a:lnTo>
                  <a:pt x="400" y="217"/>
                </a:lnTo>
                <a:lnTo>
                  <a:pt x="401" y="217"/>
                </a:lnTo>
                <a:lnTo>
                  <a:pt x="402" y="217"/>
                </a:lnTo>
                <a:lnTo>
                  <a:pt x="403" y="217"/>
                </a:lnTo>
                <a:lnTo>
                  <a:pt x="403" y="216"/>
                </a:lnTo>
                <a:lnTo>
                  <a:pt x="402" y="215"/>
                </a:lnTo>
                <a:lnTo>
                  <a:pt x="402" y="214"/>
                </a:lnTo>
                <a:lnTo>
                  <a:pt x="401" y="213"/>
                </a:lnTo>
                <a:lnTo>
                  <a:pt x="401" y="212"/>
                </a:lnTo>
                <a:lnTo>
                  <a:pt x="404" y="212"/>
                </a:lnTo>
                <a:lnTo>
                  <a:pt x="405" y="212"/>
                </a:lnTo>
                <a:lnTo>
                  <a:pt x="405" y="211"/>
                </a:lnTo>
                <a:lnTo>
                  <a:pt x="404" y="210"/>
                </a:lnTo>
                <a:lnTo>
                  <a:pt x="404" y="209"/>
                </a:lnTo>
                <a:lnTo>
                  <a:pt x="405" y="209"/>
                </a:lnTo>
                <a:lnTo>
                  <a:pt x="406" y="209"/>
                </a:lnTo>
                <a:lnTo>
                  <a:pt x="406" y="208"/>
                </a:lnTo>
                <a:lnTo>
                  <a:pt x="406" y="209"/>
                </a:lnTo>
                <a:lnTo>
                  <a:pt x="407" y="209"/>
                </a:lnTo>
                <a:lnTo>
                  <a:pt x="408" y="210"/>
                </a:lnTo>
                <a:lnTo>
                  <a:pt x="409" y="210"/>
                </a:lnTo>
                <a:lnTo>
                  <a:pt x="409" y="209"/>
                </a:lnTo>
                <a:lnTo>
                  <a:pt x="409" y="208"/>
                </a:lnTo>
                <a:lnTo>
                  <a:pt x="408" y="208"/>
                </a:lnTo>
                <a:lnTo>
                  <a:pt x="408" y="207"/>
                </a:lnTo>
                <a:lnTo>
                  <a:pt x="409" y="207"/>
                </a:lnTo>
                <a:lnTo>
                  <a:pt x="411" y="207"/>
                </a:lnTo>
                <a:lnTo>
                  <a:pt x="412" y="207"/>
                </a:lnTo>
                <a:lnTo>
                  <a:pt x="413" y="207"/>
                </a:lnTo>
                <a:lnTo>
                  <a:pt x="415" y="206"/>
                </a:lnTo>
                <a:lnTo>
                  <a:pt x="417" y="204"/>
                </a:lnTo>
                <a:lnTo>
                  <a:pt x="417" y="203"/>
                </a:lnTo>
                <a:lnTo>
                  <a:pt x="417" y="202"/>
                </a:lnTo>
                <a:lnTo>
                  <a:pt x="418" y="202"/>
                </a:lnTo>
                <a:lnTo>
                  <a:pt x="419" y="202"/>
                </a:lnTo>
                <a:lnTo>
                  <a:pt x="420" y="203"/>
                </a:lnTo>
                <a:lnTo>
                  <a:pt x="420" y="204"/>
                </a:lnTo>
                <a:lnTo>
                  <a:pt x="421" y="204"/>
                </a:lnTo>
                <a:lnTo>
                  <a:pt x="424" y="205"/>
                </a:lnTo>
                <a:lnTo>
                  <a:pt x="425" y="205"/>
                </a:lnTo>
                <a:lnTo>
                  <a:pt x="426" y="205"/>
                </a:lnTo>
                <a:lnTo>
                  <a:pt x="426" y="204"/>
                </a:lnTo>
                <a:lnTo>
                  <a:pt x="427" y="205"/>
                </a:lnTo>
                <a:lnTo>
                  <a:pt x="429" y="206"/>
                </a:lnTo>
                <a:lnTo>
                  <a:pt x="431" y="207"/>
                </a:lnTo>
                <a:lnTo>
                  <a:pt x="433" y="207"/>
                </a:lnTo>
                <a:lnTo>
                  <a:pt x="434" y="207"/>
                </a:lnTo>
                <a:lnTo>
                  <a:pt x="434" y="206"/>
                </a:lnTo>
                <a:lnTo>
                  <a:pt x="435" y="206"/>
                </a:lnTo>
                <a:lnTo>
                  <a:pt x="437" y="206"/>
                </a:lnTo>
                <a:lnTo>
                  <a:pt x="438" y="205"/>
                </a:lnTo>
                <a:lnTo>
                  <a:pt x="439" y="205"/>
                </a:lnTo>
                <a:lnTo>
                  <a:pt x="440" y="205"/>
                </a:lnTo>
                <a:lnTo>
                  <a:pt x="440" y="206"/>
                </a:lnTo>
                <a:lnTo>
                  <a:pt x="440" y="207"/>
                </a:lnTo>
                <a:lnTo>
                  <a:pt x="439" y="207"/>
                </a:lnTo>
                <a:lnTo>
                  <a:pt x="440" y="207"/>
                </a:lnTo>
                <a:lnTo>
                  <a:pt x="440" y="204"/>
                </a:lnTo>
                <a:lnTo>
                  <a:pt x="440" y="203"/>
                </a:lnTo>
                <a:lnTo>
                  <a:pt x="440" y="201"/>
                </a:lnTo>
                <a:lnTo>
                  <a:pt x="440" y="200"/>
                </a:lnTo>
                <a:lnTo>
                  <a:pt x="440" y="199"/>
                </a:lnTo>
                <a:lnTo>
                  <a:pt x="439" y="198"/>
                </a:lnTo>
                <a:lnTo>
                  <a:pt x="439" y="196"/>
                </a:lnTo>
                <a:lnTo>
                  <a:pt x="440" y="196"/>
                </a:lnTo>
                <a:lnTo>
                  <a:pt x="441" y="196"/>
                </a:lnTo>
                <a:lnTo>
                  <a:pt x="442" y="196"/>
                </a:lnTo>
                <a:lnTo>
                  <a:pt x="442" y="197"/>
                </a:lnTo>
                <a:lnTo>
                  <a:pt x="444" y="198"/>
                </a:lnTo>
                <a:lnTo>
                  <a:pt x="444" y="199"/>
                </a:lnTo>
                <a:lnTo>
                  <a:pt x="445" y="199"/>
                </a:lnTo>
                <a:lnTo>
                  <a:pt x="445" y="200"/>
                </a:lnTo>
                <a:lnTo>
                  <a:pt x="446" y="200"/>
                </a:lnTo>
                <a:lnTo>
                  <a:pt x="447" y="200"/>
                </a:lnTo>
                <a:lnTo>
                  <a:pt x="448" y="201"/>
                </a:lnTo>
                <a:lnTo>
                  <a:pt x="448" y="202"/>
                </a:lnTo>
                <a:lnTo>
                  <a:pt x="449" y="202"/>
                </a:lnTo>
                <a:lnTo>
                  <a:pt x="450" y="202"/>
                </a:lnTo>
                <a:lnTo>
                  <a:pt x="451" y="202"/>
                </a:lnTo>
                <a:lnTo>
                  <a:pt x="452" y="202"/>
                </a:lnTo>
                <a:lnTo>
                  <a:pt x="453" y="202"/>
                </a:lnTo>
                <a:lnTo>
                  <a:pt x="454" y="202"/>
                </a:lnTo>
                <a:lnTo>
                  <a:pt x="455" y="202"/>
                </a:lnTo>
                <a:lnTo>
                  <a:pt x="456" y="203"/>
                </a:lnTo>
                <a:lnTo>
                  <a:pt x="457" y="203"/>
                </a:lnTo>
                <a:lnTo>
                  <a:pt x="458" y="203"/>
                </a:lnTo>
                <a:lnTo>
                  <a:pt x="460" y="204"/>
                </a:lnTo>
                <a:lnTo>
                  <a:pt x="460" y="205"/>
                </a:lnTo>
                <a:lnTo>
                  <a:pt x="461" y="206"/>
                </a:lnTo>
                <a:lnTo>
                  <a:pt x="461" y="205"/>
                </a:lnTo>
                <a:lnTo>
                  <a:pt x="461" y="204"/>
                </a:lnTo>
                <a:lnTo>
                  <a:pt x="462" y="204"/>
                </a:lnTo>
                <a:lnTo>
                  <a:pt x="464" y="202"/>
                </a:lnTo>
                <a:lnTo>
                  <a:pt x="465" y="202"/>
                </a:lnTo>
                <a:lnTo>
                  <a:pt x="466" y="202"/>
                </a:lnTo>
                <a:lnTo>
                  <a:pt x="467" y="202"/>
                </a:lnTo>
                <a:lnTo>
                  <a:pt x="468" y="201"/>
                </a:lnTo>
                <a:lnTo>
                  <a:pt x="469" y="201"/>
                </a:lnTo>
                <a:lnTo>
                  <a:pt x="469" y="200"/>
                </a:lnTo>
                <a:lnTo>
                  <a:pt x="468" y="199"/>
                </a:lnTo>
                <a:lnTo>
                  <a:pt x="468" y="197"/>
                </a:lnTo>
                <a:lnTo>
                  <a:pt x="468" y="196"/>
                </a:lnTo>
                <a:lnTo>
                  <a:pt x="468" y="195"/>
                </a:lnTo>
                <a:lnTo>
                  <a:pt x="469" y="194"/>
                </a:lnTo>
                <a:lnTo>
                  <a:pt x="470" y="194"/>
                </a:lnTo>
                <a:lnTo>
                  <a:pt x="471" y="193"/>
                </a:lnTo>
                <a:lnTo>
                  <a:pt x="471" y="192"/>
                </a:lnTo>
                <a:lnTo>
                  <a:pt x="472" y="191"/>
                </a:lnTo>
                <a:lnTo>
                  <a:pt x="473" y="191"/>
                </a:lnTo>
                <a:lnTo>
                  <a:pt x="473" y="190"/>
                </a:lnTo>
                <a:lnTo>
                  <a:pt x="473" y="189"/>
                </a:lnTo>
                <a:lnTo>
                  <a:pt x="473" y="188"/>
                </a:lnTo>
                <a:lnTo>
                  <a:pt x="473" y="187"/>
                </a:lnTo>
                <a:lnTo>
                  <a:pt x="474" y="187"/>
                </a:lnTo>
                <a:lnTo>
                  <a:pt x="474" y="186"/>
                </a:lnTo>
                <a:lnTo>
                  <a:pt x="475" y="186"/>
                </a:lnTo>
                <a:lnTo>
                  <a:pt x="475" y="185"/>
                </a:lnTo>
                <a:lnTo>
                  <a:pt x="476" y="185"/>
                </a:lnTo>
                <a:lnTo>
                  <a:pt x="475" y="184"/>
                </a:lnTo>
                <a:lnTo>
                  <a:pt x="475" y="183"/>
                </a:lnTo>
                <a:lnTo>
                  <a:pt x="475" y="182"/>
                </a:lnTo>
                <a:lnTo>
                  <a:pt x="474" y="181"/>
                </a:lnTo>
                <a:lnTo>
                  <a:pt x="472" y="182"/>
                </a:lnTo>
                <a:lnTo>
                  <a:pt x="472" y="183"/>
                </a:lnTo>
                <a:lnTo>
                  <a:pt x="468" y="183"/>
                </a:lnTo>
                <a:lnTo>
                  <a:pt x="465" y="183"/>
                </a:lnTo>
                <a:lnTo>
                  <a:pt x="464" y="183"/>
                </a:lnTo>
                <a:lnTo>
                  <a:pt x="462" y="183"/>
                </a:lnTo>
                <a:lnTo>
                  <a:pt x="461" y="183"/>
                </a:lnTo>
                <a:lnTo>
                  <a:pt x="460" y="181"/>
                </a:lnTo>
                <a:lnTo>
                  <a:pt x="460" y="180"/>
                </a:lnTo>
                <a:lnTo>
                  <a:pt x="459" y="179"/>
                </a:lnTo>
                <a:lnTo>
                  <a:pt x="459" y="177"/>
                </a:lnTo>
                <a:lnTo>
                  <a:pt x="458" y="176"/>
                </a:lnTo>
                <a:lnTo>
                  <a:pt x="458" y="175"/>
                </a:lnTo>
                <a:lnTo>
                  <a:pt x="457" y="175"/>
                </a:lnTo>
                <a:lnTo>
                  <a:pt x="457" y="174"/>
                </a:lnTo>
                <a:lnTo>
                  <a:pt x="457" y="173"/>
                </a:lnTo>
                <a:lnTo>
                  <a:pt x="457" y="172"/>
                </a:lnTo>
                <a:lnTo>
                  <a:pt x="458" y="171"/>
                </a:lnTo>
                <a:lnTo>
                  <a:pt x="459" y="171"/>
                </a:lnTo>
                <a:lnTo>
                  <a:pt x="460" y="171"/>
                </a:lnTo>
                <a:lnTo>
                  <a:pt x="462" y="170"/>
                </a:lnTo>
                <a:lnTo>
                  <a:pt x="463" y="170"/>
                </a:lnTo>
                <a:lnTo>
                  <a:pt x="464" y="169"/>
                </a:lnTo>
                <a:lnTo>
                  <a:pt x="465" y="169"/>
                </a:lnTo>
                <a:lnTo>
                  <a:pt x="466" y="169"/>
                </a:lnTo>
                <a:lnTo>
                  <a:pt x="466" y="168"/>
                </a:lnTo>
                <a:lnTo>
                  <a:pt x="468" y="168"/>
                </a:lnTo>
                <a:lnTo>
                  <a:pt x="469" y="168"/>
                </a:lnTo>
                <a:lnTo>
                  <a:pt x="471" y="168"/>
                </a:lnTo>
                <a:lnTo>
                  <a:pt x="473" y="168"/>
                </a:lnTo>
                <a:lnTo>
                  <a:pt x="474" y="168"/>
                </a:lnTo>
                <a:lnTo>
                  <a:pt x="476" y="168"/>
                </a:lnTo>
                <a:lnTo>
                  <a:pt x="477" y="168"/>
                </a:lnTo>
                <a:lnTo>
                  <a:pt x="478" y="168"/>
                </a:lnTo>
                <a:lnTo>
                  <a:pt x="479" y="167"/>
                </a:lnTo>
                <a:lnTo>
                  <a:pt x="481" y="168"/>
                </a:lnTo>
                <a:lnTo>
                  <a:pt x="482" y="168"/>
                </a:lnTo>
                <a:lnTo>
                  <a:pt x="484" y="168"/>
                </a:lnTo>
                <a:lnTo>
                  <a:pt x="486" y="168"/>
                </a:lnTo>
                <a:lnTo>
                  <a:pt x="487" y="168"/>
                </a:lnTo>
                <a:lnTo>
                  <a:pt x="488" y="168"/>
                </a:lnTo>
                <a:lnTo>
                  <a:pt x="489" y="168"/>
                </a:lnTo>
                <a:lnTo>
                  <a:pt x="490" y="169"/>
                </a:lnTo>
                <a:lnTo>
                  <a:pt x="490" y="170"/>
                </a:lnTo>
                <a:lnTo>
                  <a:pt x="490" y="171"/>
                </a:lnTo>
                <a:lnTo>
                  <a:pt x="490" y="172"/>
                </a:lnTo>
                <a:lnTo>
                  <a:pt x="491" y="173"/>
                </a:lnTo>
                <a:lnTo>
                  <a:pt x="491" y="174"/>
                </a:lnTo>
                <a:lnTo>
                  <a:pt x="492" y="174"/>
                </a:lnTo>
                <a:lnTo>
                  <a:pt x="492" y="175"/>
                </a:lnTo>
                <a:lnTo>
                  <a:pt x="493" y="175"/>
                </a:lnTo>
                <a:lnTo>
                  <a:pt x="494" y="176"/>
                </a:lnTo>
                <a:lnTo>
                  <a:pt x="496" y="176"/>
                </a:lnTo>
                <a:lnTo>
                  <a:pt x="497" y="176"/>
                </a:lnTo>
                <a:lnTo>
                  <a:pt x="498" y="176"/>
                </a:lnTo>
                <a:lnTo>
                  <a:pt x="498" y="177"/>
                </a:lnTo>
                <a:lnTo>
                  <a:pt x="499" y="177"/>
                </a:lnTo>
                <a:lnTo>
                  <a:pt x="500" y="176"/>
                </a:lnTo>
                <a:lnTo>
                  <a:pt x="501" y="176"/>
                </a:lnTo>
                <a:lnTo>
                  <a:pt x="502" y="175"/>
                </a:lnTo>
                <a:lnTo>
                  <a:pt x="503" y="175"/>
                </a:lnTo>
                <a:lnTo>
                  <a:pt x="503" y="174"/>
                </a:lnTo>
                <a:lnTo>
                  <a:pt x="504" y="174"/>
                </a:lnTo>
                <a:lnTo>
                  <a:pt x="505" y="174"/>
                </a:lnTo>
                <a:lnTo>
                  <a:pt x="506" y="174"/>
                </a:lnTo>
                <a:lnTo>
                  <a:pt x="507" y="174"/>
                </a:lnTo>
                <a:lnTo>
                  <a:pt x="508" y="174"/>
                </a:lnTo>
                <a:lnTo>
                  <a:pt x="509" y="173"/>
                </a:lnTo>
                <a:lnTo>
                  <a:pt x="510" y="173"/>
                </a:lnTo>
                <a:lnTo>
                  <a:pt x="511" y="173"/>
                </a:lnTo>
                <a:lnTo>
                  <a:pt x="511" y="172"/>
                </a:lnTo>
                <a:lnTo>
                  <a:pt x="512" y="172"/>
                </a:lnTo>
                <a:lnTo>
                  <a:pt x="513" y="172"/>
                </a:lnTo>
                <a:lnTo>
                  <a:pt x="514" y="172"/>
                </a:lnTo>
                <a:lnTo>
                  <a:pt x="515" y="173"/>
                </a:lnTo>
                <a:lnTo>
                  <a:pt x="515" y="174"/>
                </a:lnTo>
                <a:lnTo>
                  <a:pt x="515" y="175"/>
                </a:lnTo>
                <a:lnTo>
                  <a:pt x="516" y="175"/>
                </a:lnTo>
                <a:lnTo>
                  <a:pt x="517" y="175"/>
                </a:lnTo>
                <a:lnTo>
                  <a:pt x="518" y="175"/>
                </a:lnTo>
                <a:lnTo>
                  <a:pt x="519" y="175"/>
                </a:lnTo>
                <a:lnTo>
                  <a:pt x="519" y="176"/>
                </a:lnTo>
                <a:lnTo>
                  <a:pt x="520" y="176"/>
                </a:lnTo>
                <a:lnTo>
                  <a:pt x="521" y="176"/>
                </a:lnTo>
                <a:lnTo>
                  <a:pt x="523" y="176"/>
                </a:lnTo>
                <a:lnTo>
                  <a:pt x="524" y="177"/>
                </a:lnTo>
                <a:lnTo>
                  <a:pt x="524" y="178"/>
                </a:lnTo>
                <a:lnTo>
                  <a:pt x="525" y="179"/>
                </a:lnTo>
                <a:lnTo>
                  <a:pt x="526" y="179"/>
                </a:lnTo>
                <a:lnTo>
                  <a:pt x="527" y="179"/>
                </a:lnTo>
                <a:lnTo>
                  <a:pt x="528" y="180"/>
                </a:lnTo>
                <a:lnTo>
                  <a:pt x="529" y="180"/>
                </a:lnTo>
                <a:lnTo>
                  <a:pt x="530" y="182"/>
                </a:lnTo>
                <a:lnTo>
                  <a:pt x="532" y="183"/>
                </a:lnTo>
                <a:lnTo>
                  <a:pt x="533" y="183"/>
                </a:lnTo>
                <a:lnTo>
                  <a:pt x="533" y="182"/>
                </a:lnTo>
                <a:lnTo>
                  <a:pt x="534" y="182"/>
                </a:lnTo>
                <a:lnTo>
                  <a:pt x="534" y="183"/>
                </a:lnTo>
                <a:lnTo>
                  <a:pt x="534" y="184"/>
                </a:lnTo>
                <a:lnTo>
                  <a:pt x="535" y="184"/>
                </a:lnTo>
                <a:lnTo>
                  <a:pt x="535" y="181"/>
                </a:lnTo>
                <a:lnTo>
                  <a:pt x="535" y="180"/>
                </a:lnTo>
                <a:lnTo>
                  <a:pt x="536" y="180"/>
                </a:lnTo>
                <a:lnTo>
                  <a:pt x="536" y="179"/>
                </a:lnTo>
                <a:lnTo>
                  <a:pt x="537" y="178"/>
                </a:lnTo>
                <a:lnTo>
                  <a:pt x="537" y="177"/>
                </a:lnTo>
                <a:lnTo>
                  <a:pt x="536" y="177"/>
                </a:lnTo>
                <a:lnTo>
                  <a:pt x="537" y="176"/>
                </a:lnTo>
                <a:lnTo>
                  <a:pt x="537" y="175"/>
                </a:lnTo>
                <a:lnTo>
                  <a:pt x="537" y="174"/>
                </a:lnTo>
                <a:lnTo>
                  <a:pt x="537" y="173"/>
                </a:lnTo>
                <a:lnTo>
                  <a:pt x="537" y="172"/>
                </a:lnTo>
                <a:lnTo>
                  <a:pt x="537" y="171"/>
                </a:lnTo>
                <a:lnTo>
                  <a:pt x="539" y="170"/>
                </a:lnTo>
                <a:lnTo>
                  <a:pt x="540" y="170"/>
                </a:lnTo>
                <a:lnTo>
                  <a:pt x="542" y="170"/>
                </a:lnTo>
                <a:lnTo>
                  <a:pt x="543" y="169"/>
                </a:lnTo>
                <a:lnTo>
                  <a:pt x="544" y="169"/>
                </a:lnTo>
                <a:lnTo>
                  <a:pt x="544" y="170"/>
                </a:lnTo>
                <a:lnTo>
                  <a:pt x="545" y="171"/>
                </a:lnTo>
                <a:lnTo>
                  <a:pt x="546" y="172"/>
                </a:lnTo>
                <a:lnTo>
                  <a:pt x="547" y="172"/>
                </a:lnTo>
                <a:lnTo>
                  <a:pt x="548" y="172"/>
                </a:lnTo>
                <a:lnTo>
                  <a:pt x="549" y="172"/>
                </a:lnTo>
                <a:lnTo>
                  <a:pt x="549" y="171"/>
                </a:lnTo>
                <a:lnTo>
                  <a:pt x="550" y="170"/>
                </a:lnTo>
                <a:lnTo>
                  <a:pt x="550" y="169"/>
                </a:lnTo>
                <a:lnTo>
                  <a:pt x="549" y="169"/>
                </a:lnTo>
                <a:lnTo>
                  <a:pt x="550" y="169"/>
                </a:lnTo>
                <a:lnTo>
                  <a:pt x="550" y="167"/>
                </a:lnTo>
                <a:lnTo>
                  <a:pt x="551" y="167"/>
                </a:lnTo>
                <a:lnTo>
                  <a:pt x="552" y="166"/>
                </a:lnTo>
                <a:lnTo>
                  <a:pt x="552" y="167"/>
                </a:lnTo>
                <a:lnTo>
                  <a:pt x="553" y="167"/>
                </a:lnTo>
                <a:lnTo>
                  <a:pt x="557" y="167"/>
                </a:lnTo>
                <a:lnTo>
                  <a:pt x="559" y="167"/>
                </a:lnTo>
                <a:lnTo>
                  <a:pt x="560" y="167"/>
                </a:lnTo>
                <a:lnTo>
                  <a:pt x="561" y="166"/>
                </a:lnTo>
                <a:lnTo>
                  <a:pt x="563" y="166"/>
                </a:lnTo>
                <a:lnTo>
                  <a:pt x="563" y="165"/>
                </a:lnTo>
                <a:lnTo>
                  <a:pt x="564" y="164"/>
                </a:lnTo>
                <a:lnTo>
                  <a:pt x="564" y="163"/>
                </a:lnTo>
                <a:lnTo>
                  <a:pt x="565" y="162"/>
                </a:lnTo>
                <a:lnTo>
                  <a:pt x="566" y="162"/>
                </a:lnTo>
                <a:lnTo>
                  <a:pt x="566" y="161"/>
                </a:lnTo>
                <a:lnTo>
                  <a:pt x="567" y="161"/>
                </a:lnTo>
                <a:lnTo>
                  <a:pt x="568" y="161"/>
                </a:lnTo>
                <a:lnTo>
                  <a:pt x="568" y="160"/>
                </a:lnTo>
                <a:lnTo>
                  <a:pt x="569" y="160"/>
                </a:lnTo>
                <a:lnTo>
                  <a:pt x="569" y="159"/>
                </a:lnTo>
                <a:lnTo>
                  <a:pt x="570" y="159"/>
                </a:lnTo>
                <a:lnTo>
                  <a:pt x="570" y="158"/>
                </a:lnTo>
                <a:lnTo>
                  <a:pt x="571" y="158"/>
                </a:lnTo>
                <a:lnTo>
                  <a:pt x="572" y="158"/>
                </a:lnTo>
                <a:lnTo>
                  <a:pt x="572" y="157"/>
                </a:lnTo>
                <a:lnTo>
                  <a:pt x="573" y="157"/>
                </a:lnTo>
                <a:lnTo>
                  <a:pt x="574" y="157"/>
                </a:lnTo>
                <a:lnTo>
                  <a:pt x="574" y="156"/>
                </a:lnTo>
                <a:lnTo>
                  <a:pt x="575" y="156"/>
                </a:lnTo>
                <a:lnTo>
                  <a:pt x="576" y="156"/>
                </a:lnTo>
                <a:lnTo>
                  <a:pt x="576" y="155"/>
                </a:lnTo>
                <a:lnTo>
                  <a:pt x="577" y="155"/>
                </a:lnTo>
                <a:lnTo>
                  <a:pt x="577" y="154"/>
                </a:lnTo>
                <a:lnTo>
                  <a:pt x="578" y="153"/>
                </a:lnTo>
                <a:lnTo>
                  <a:pt x="578" y="152"/>
                </a:lnTo>
                <a:lnTo>
                  <a:pt x="579" y="152"/>
                </a:lnTo>
                <a:lnTo>
                  <a:pt x="579" y="151"/>
                </a:lnTo>
                <a:lnTo>
                  <a:pt x="581" y="151"/>
                </a:lnTo>
                <a:lnTo>
                  <a:pt x="582" y="151"/>
                </a:lnTo>
                <a:lnTo>
                  <a:pt x="583" y="151"/>
                </a:lnTo>
                <a:lnTo>
                  <a:pt x="583" y="150"/>
                </a:lnTo>
                <a:lnTo>
                  <a:pt x="584" y="150"/>
                </a:lnTo>
                <a:lnTo>
                  <a:pt x="584" y="151"/>
                </a:lnTo>
                <a:lnTo>
                  <a:pt x="584" y="150"/>
                </a:lnTo>
                <a:lnTo>
                  <a:pt x="584" y="149"/>
                </a:lnTo>
                <a:lnTo>
                  <a:pt x="583" y="148"/>
                </a:lnTo>
                <a:lnTo>
                  <a:pt x="581" y="148"/>
                </a:lnTo>
                <a:lnTo>
                  <a:pt x="580" y="147"/>
                </a:lnTo>
                <a:lnTo>
                  <a:pt x="579" y="147"/>
                </a:lnTo>
                <a:lnTo>
                  <a:pt x="578" y="147"/>
                </a:lnTo>
                <a:lnTo>
                  <a:pt x="576" y="147"/>
                </a:lnTo>
                <a:lnTo>
                  <a:pt x="576" y="146"/>
                </a:lnTo>
                <a:lnTo>
                  <a:pt x="575" y="145"/>
                </a:lnTo>
                <a:lnTo>
                  <a:pt x="575" y="144"/>
                </a:lnTo>
                <a:lnTo>
                  <a:pt x="576" y="143"/>
                </a:lnTo>
                <a:lnTo>
                  <a:pt x="576" y="141"/>
                </a:lnTo>
                <a:lnTo>
                  <a:pt x="576" y="140"/>
                </a:lnTo>
                <a:lnTo>
                  <a:pt x="577" y="139"/>
                </a:lnTo>
                <a:lnTo>
                  <a:pt x="577" y="137"/>
                </a:lnTo>
                <a:lnTo>
                  <a:pt x="576" y="137"/>
                </a:lnTo>
                <a:lnTo>
                  <a:pt x="576" y="136"/>
                </a:lnTo>
                <a:lnTo>
                  <a:pt x="576" y="134"/>
                </a:lnTo>
                <a:lnTo>
                  <a:pt x="576" y="133"/>
                </a:lnTo>
                <a:lnTo>
                  <a:pt x="575" y="133"/>
                </a:lnTo>
                <a:lnTo>
                  <a:pt x="575" y="132"/>
                </a:lnTo>
                <a:lnTo>
                  <a:pt x="575" y="131"/>
                </a:lnTo>
                <a:lnTo>
                  <a:pt x="575" y="130"/>
                </a:lnTo>
                <a:lnTo>
                  <a:pt x="576" y="129"/>
                </a:lnTo>
                <a:lnTo>
                  <a:pt x="576" y="128"/>
                </a:lnTo>
                <a:lnTo>
                  <a:pt x="576" y="127"/>
                </a:lnTo>
                <a:lnTo>
                  <a:pt x="577" y="127"/>
                </a:lnTo>
                <a:lnTo>
                  <a:pt x="577" y="126"/>
                </a:lnTo>
                <a:lnTo>
                  <a:pt x="577" y="125"/>
                </a:lnTo>
                <a:lnTo>
                  <a:pt x="578" y="125"/>
                </a:lnTo>
                <a:lnTo>
                  <a:pt x="579" y="125"/>
                </a:lnTo>
                <a:lnTo>
                  <a:pt x="579" y="124"/>
                </a:lnTo>
                <a:lnTo>
                  <a:pt x="580" y="123"/>
                </a:lnTo>
                <a:lnTo>
                  <a:pt x="580" y="122"/>
                </a:lnTo>
                <a:lnTo>
                  <a:pt x="580" y="121"/>
                </a:lnTo>
                <a:lnTo>
                  <a:pt x="580" y="120"/>
                </a:lnTo>
                <a:lnTo>
                  <a:pt x="581" y="120"/>
                </a:lnTo>
                <a:lnTo>
                  <a:pt x="581" y="119"/>
                </a:lnTo>
                <a:lnTo>
                  <a:pt x="582" y="118"/>
                </a:lnTo>
                <a:lnTo>
                  <a:pt x="582" y="117"/>
                </a:lnTo>
                <a:lnTo>
                  <a:pt x="583" y="117"/>
                </a:lnTo>
                <a:lnTo>
                  <a:pt x="583" y="116"/>
                </a:lnTo>
                <a:lnTo>
                  <a:pt x="583" y="115"/>
                </a:lnTo>
                <a:lnTo>
                  <a:pt x="585" y="114"/>
                </a:lnTo>
                <a:lnTo>
                  <a:pt x="586" y="114"/>
                </a:lnTo>
                <a:lnTo>
                  <a:pt x="587" y="114"/>
                </a:lnTo>
                <a:lnTo>
                  <a:pt x="588" y="113"/>
                </a:lnTo>
                <a:lnTo>
                  <a:pt x="589" y="113"/>
                </a:lnTo>
                <a:lnTo>
                  <a:pt x="591" y="113"/>
                </a:lnTo>
                <a:lnTo>
                  <a:pt x="592" y="112"/>
                </a:lnTo>
                <a:lnTo>
                  <a:pt x="593" y="112"/>
                </a:lnTo>
                <a:lnTo>
                  <a:pt x="593" y="111"/>
                </a:lnTo>
                <a:lnTo>
                  <a:pt x="594" y="111"/>
                </a:lnTo>
                <a:lnTo>
                  <a:pt x="595" y="110"/>
                </a:lnTo>
                <a:lnTo>
                  <a:pt x="599" y="109"/>
                </a:lnTo>
                <a:lnTo>
                  <a:pt x="599" y="108"/>
                </a:lnTo>
                <a:lnTo>
                  <a:pt x="600" y="108"/>
                </a:lnTo>
                <a:lnTo>
                  <a:pt x="600" y="107"/>
                </a:lnTo>
                <a:lnTo>
                  <a:pt x="601" y="107"/>
                </a:lnTo>
                <a:lnTo>
                  <a:pt x="602" y="107"/>
                </a:lnTo>
                <a:lnTo>
                  <a:pt x="602" y="106"/>
                </a:lnTo>
                <a:lnTo>
                  <a:pt x="603" y="106"/>
                </a:lnTo>
                <a:lnTo>
                  <a:pt x="604" y="105"/>
                </a:lnTo>
                <a:lnTo>
                  <a:pt x="604" y="104"/>
                </a:lnTo>
                <a:lnTo>
                  <a:pt x="605" y="104"/>
                </a:lnTo>
                <a:lnTo>
                  <a:pt x="606" y="104"/>
                </a:lnTo>
                <a:lnTo>
                  <a:pt x="607" y="104"/>
                </a:lnTo>
                <a:lnTo>
                  <a:pt x="608" y="103"/>
                </a:lnTo>
                <a:lnTo>
                  <a:pt x="609" y="101"/>
                </a:lnTo>
                <a:lnTo>
                  <a:pt x="610" y="101"/>
                </a:lnTo>
                <a:lnTo>
                  <a:pt x="611" y="101"/>
                </a:lnTo>
                <a:lnTo>
                  <a:pt x="612" y="100"/>
                </a:lnTo>
                <a:lnTo>
                  <a:pt x="613" y="100"/>
                </a:lnTo>
                <a:lnTo>
                  <a:pt x="615" y="101"/>
                </a:lnTo>
                <a:lnTo>
                  <a:pt x="615" y="102"/>
                </a:lnTo>
                <a:lnTo>
                  <a:pt x="616" y="102"/>
                </a:lnTo>
                <a:lnTo>
                  <a:pt x="616" y="103"/>
                </a:lnTo>
                <a:lnTo>
                  <a:pt x="617" y="103"/>
                </a:lnTo>
                <a:lnTo>
                  <a:pt x="618" y="103"/>
                </a:lnTo>
                <a:lnTo>
                  <a:pt x="619" y="102"/>
                </a:lnTo>
                <a:lnTo>
                  <a:pt x="619" y="103"/>
                </a:lnTo>
                <a:lnTo>
                  <a:pt x="620" y="103"/>
                </a:lnTo>
                <a:lnTo>
                  <a:pt x="621" y="103"/>
                </a:lnTo>
                <a:lnTo>
                  <a:pt x="622" y="104"/>
                </a:lnTo>
                <a:lnTo>
                  <a:pt x="622" y="105"/>
                </a:lnTo>
                <a:lnTo>
                  <a:pt x="623" y="105"/>
                </a:lnTo>
                <a:lnTo>
                  <a:pt x="623" y="106"/>
                </a:lnTo>
                <a:lnTo>
                  <a:pt x="623" y="105"/>
                </a:lnTo>
                <a:lnTo>
                  <a:pt x="625" y="105"/>
                </a:lnTo>
                <a:lnTo>
                  <a:pt x="625" y="104"/>
                </a:lnTo>
                <a:lnTo>
                  <a:pt x="626" y="104"/>
                </a:lnTo>
                <a:lnTo>
                  <a:pt x="626" y="105"/>
                </a:lnTo>
                <a:lnTo>
                  <a:pt x="627" y="105"/>
                </a:lnTo>
                <a:lnTo>
                  <a:pt x="627" y="104"/>
                </a:lnTo>
                <a:lnTo>
                  <a:pt x="628" y="103"/>
                </a:lnTo>
                <a:lnTo>
                  <a:pt x="629" y="103"/>
                </a:lnTo>
                <a:lnTo>
                  <a:pt x="630" y="102"/>
                </a:lnTo>
                <a:lnTo>
                  <a:pt x="629" y="101"/>
                </a:lnTo>
                <a:lnTo>
                  <a:pt x="629" y="99"/>
                </a:lnTo>
                <a:lnTo>
                  <a:pt x="628" y="98"/>
                </a:lnTo>
                <a:lnTo>
                  <a:pt x="629" y="98"/>
                </a:lnTo>
                <a:lnTo>
                  <a:pt x="630" y="98"/>
                </a:lnTo>
                <a:lnTo>
                  <a:pt x="632" y="95"/>
                </a:lnTo>
                <a:lnTo>
                  <a:pt x="632" y="94"/>
                </a:lnTo>
                <a:lnTo>
                  <a:pt x="631" y="94"/>
                </a:lnTo>
                <a:lnTo>
                  <a:pt x="631" y="93"/>
                </a:lnTo>
                <a:lnTo>
                  <a:pt x="631" y="92"/>
                </a:lnTo>
                <a:lnTo>
                  <a:pt x="631" y="91"/>
                </a:lnTo>
                <a:lnTo>
                  <a:pt x="631" y="90"/>
                </a:lnTo>
                <a:lnTo>
                  <a:pt x="632" y="89"/>
                </a:lnTo>
                <a:lnTo>
                  <a:pt x="632" y="88"/>
                </a:lnTo>
                <a:lnTo>
                  <a:pt x="633" y="88"/>
                </a:lnTo>
                <a:lnTo>
                  <a:pt x="634" y="86"/>
                </a:lnTo>
                <a:lnTo>
                  <a:pt x="633" y="82"/>
                </a:lnTo>
                <a:lnTo>
                  <a:pt x="632" y="80"/>
                </a:lnTo>
                <a:lnTo>
                  <a:pt x="632" y="79"/>
                </a:lnTo>
                <a:lnTo>
                  <a:pt x="633" y="79"/>
                </a:lnTo>
                <a:lnTo>
                  <a:pt x="633" y="78"/>
                </a:lnTo>
                <a:lnTo>
                  <a:pt x="634" y="77"/>
                </a:lnTo>
                <a:lnTo>
                  <a:pt x="633" y="77"/>
                </a:lnTo>
                <a:lnTo>
                  <a:pt x="633" y="76"/>
                </a:lnTo>
                <a:lnTo>
                  <a:pt x="632" y="76"/>
                </a:lnTo>
                <a:lnTo>
                  <a:pt x="632" y="75"/>
                </a:lnTo>
                <a:lnTo>
                  <a:pt x="633" y="73"/>
                </a:lnTo>
                <a:lnTo>
                  <a:pt x="634" y="73"/>
                </a:lnTo>
                <a:lnTo>
                  <a:pt x="634" y="72"/>
                </a:lnTo>
                <a:lnTo>
                  <a:pt x="634" y="71"/>
                </a:lnTo>
                <a:lnTo>
                  <a:pt x="634" y="70"/>
                </a:lnTo>
                <a:lnTo>
                  <a:pt x="633" y="69"/>
                </a:lnTo>
                <a:lnTo>
                  <a:pt x="633" y="68"/>
                </a:lnTo>
                <a:lnTo>
                  <a:pt x="634" y="68"/>
                </a:lnTo>
                <a:lnTo>
                  <a:pt x="635" y="67"/>
                </a:lnTo>
                <a:lnTo>
                  <a:pt x="635" y="66"/>
                </a:lnTo>
                <a:lnTo>
                  <a:pt x="636" y="66"/>
                </a:lnTo>
                <a:lnTo>
                  <a:pt x="636" y="65"/>
                </a:lnTo>
                <a:lnTo>
                  <a:pt x="635" y="64"/>
                </a:lnTo>
                <a:lnTo>
                  <a:pt x="634" y="64"/>
                </a:lnTo>
                <a:lnTo>
                  <a:pt x="633" y="64"/>
                </a:lnTo>
                <a:lnTo>
                  <a:pt x="632" y="62"/>
                </a:lnTo>
                <a:lnTo>
                  <a:pt x="631" y="61"/>
                </a:lnTo>
                <a:lnTo>
                  <a:pt x="631" y="60"/>
                </a:lnTo>
                <a:lnTo>
                  <a:pt x="632" y="58"/>
                </a:lnTo>
                <a:lnTo>
                  <a:pt x="633" y="58"/>
                </a:lnTo>
                <a:lnTo>
                  <a:pt x="634" y="58"/>
                </a:lnTo>
                <a:lnTo>
                  <a:pt x="635" y="58"/>
                </a:lnTo>
                <a:lnTo>
                  <a:pt x="635" y="57"/>
                </a:lnTo>
                <a:lnTo>
                  <a:pt x="635" y="56"/>
                </a:lnTo>
                <a:lnTo>
                  <a:pt x="634" y="56"/>
                </a:lnTo>
                <a:lnTo>
                  <a:pt x="634" y="55"/>
                </a:lnTo>
                <a:lnTo>
                  <a:pt x="633" y="55"/>
                </a:lnTo>
                <a:lnTo>
                  <a:pt x="634" y="54"/>
                </a:lnTo>
                <a:lnTo>
                  <a:pt x="634" y="53"/>
                </a:lnTo>
                <a:lnTo>
                  <a:pt x="634" y="52"/>
                </a:lnTo>
                <a:lnTo>
                  <a:pt x="633" y="51"/>
                </a:lnTo>
                <a:lnTo>
                  <a:pt x="632" y="51"/>
                </a:lnTo>
                <a:lnTo>
                  <a:pt x="632" y="50"/>
                </a:lnTo>
                <a:lnTo>
                  <a:pt x="632" y="49"/>
                </a:lnTo>
                <a:lnTo>
                  <a:pt x="632" y="48"/>
                </a:lnTo>
                <a:lnTo>
                  <a:pt x="633" y="48"/>
                </a:lnTo>
                <a:lnTo>
                  <a:pt x="634" y="47"/>
                </a:lnTo>
                <a:lnTo>
                  <a:pt x="634" y="46"/>
                </a:lnTo>
                <a:lnTo>
                  <a:pt x="635" y="46"/>
                </a:lnTo>
                <a:lnTo>
                  <a:pt x="635" y="47"/>
                </a:lnTo>
                <a:lnTo>
                  <a:pt x="636" y="47"/>
                </a:lnTo>
                <a:lnTo>
                  <a:pt x="637" y="47"/>
                </a:lnTo>
                <a:lnTo>
                  <a:pt x="637" y="46"/>
                </a:lnTo>
                <a:lnTo>
                  <a:pt x="637" y="45"/>
                </a:lnTo>
                <a:lnTo>
                  <a:pt x="636" y="45"/>
                </a:lnTo>
                <a:lnTo>
                  <a:pt x="636" y="44"/>
                </a:lnTo>
                <a:lnTo>
                  <a:pt x="635" y="43"/>
                </a:lnTo>
                <a:lnTo>
                  <a:pt x="635" y="42"/>
                </a:lnTo>
                <a:lnTo>
                  <a:pt x="635" y="40"/>
                </a:lnTo>
                <a:lnTo>
                  <a:pt x="636" y="39"/>
                </a:lnTo>
                <a:lnTo>
                  <a:pt x="637" y="39"/>
                </a:lnTo>
                <a:lnTo>
                  <a:pt x="637" y="38"/>
                </a:lnTo>
                <a:lnTo>
                  <a:pt x="638" y="38"/>
                </a:lnTo>
                <a:lnTo>
                  <a:pt x="638" y="37"/>
                </a:lnTo>
                <a:lnTo>
                  <a:pt x="637" y="37"/>
                </a:lnTo>
                <a:lnTo>
                  <a:pt x="636" y="37"/>
                </a:lnTo>
                <a:lnTo>
                  <a:pt x="635" y="36"/>
                </a:lnTo>
                <a:lnTo>
                  <a:pt x="635" y="35"/>
                </a:lnTo>
                <a:lnTo>
                  <a:pt x="636" y="35"/>
                </a:lnTo>
                <a:lnTo>
                  <a:pt x="636" y="34"/>
                </a:lnTo>
                <a:lnTo>
                  <a:pt x="634" y="28"/>
                </a:lnTo>
                <a:lnTo>
                  <a:pt x="634" y="27"/>
                </a:lnTo>
                <a:lnTo>
                  <a:pt x="633" y="27"/>
                </a:lnTo>
                <a:lnTo>
                  <a:pt x="633" y="26"/>
                </a:lnTo>
                <a:lnTo>
                  <a:pt x="632" y="25"/>
                </a:lnTo>
                <a:lnTo>
                  <a:pt x="632" y="24"/>
                </a:lnTo>
                <a:lnTo>
                  <a:pt x="632" y="23"/>
                </a:lnTo>
                <a:lnTo>
                  <a:pt x="632" y="22"/>
                </a:lnTo>
                <a:lnTo>
                  <a:pt x="632" y="20"/>
                </a:lnTo>
                <a:lnTo>
                  <a:pt x="632" y="17"/>
                </a:lnTo>
                <a:lnTo>
                  <a:pt x="634" y="15"/>
                </a:lnTo>
                <a:lnTo>
                  <a:pt x="635" y="15"/>
                </a:lnTo>
                <a:lnTo>
                  <a:pt x="636" y="14"/>
                </a:lnTo>
                <a:lnTo>
                  <a:pt x="636" y="13"/>
                </a:lnTo>
                <a:lnTo>
                  <a:pt x="636" y="11"/>
                </a:lnTo>
                <a:lnTo>
                  <a:pt x="637" y="11"/>
                </a:lnTo>
                <a:lnTo>
                  <a:pt x="637" y="10"/>
                </a:lnTo>
                <a:lnTo>
                  <a:pt x="637" y="8"/>
                </a:lnTo>
                <a:lnTo>
                  <a:pt x="637" y="7"/>
                </a:lnTo>
                <a:lnTo>
                  <a:pt x="637" y="6"/>
                </a:lnTo>
                <a:lnTo>
                  <a:pt x="636" y="6"/>
                </a:lnTo>
                <a:lnTo>
                  <a:pt x="636" y="5"/>
                </a:lnTo>
                <a:lnTo>
                  <a:pt x="637" y="4"/>
                </a:lnTo>
                <a:lnTo>
                  <a:pt x="637" y="3"/>
                </a:lnTo>
                <a:lnTo>
                  <a:pt x="638" y="3"/>
                </a:lnTo>
                <a:lnTo>
                  <a:pt x="639" y="2"/>
                </a:lnTo>
                <a:lnTo>
                  <a:pt x="641" y="2"/>
                </a:lnTo>
                <a:lnTo>
                  <a:pt x="642" y="1"/>
                </a:lnTo>
                <a:lnTo>
                  <a:pt x="642" y="0"/>
                </a:lnTo>
                <a:lnTo>
                  <a:pt x="641" y="0"/>
                </a:lnTo>
                <a:lnTo>
                  <a:pt x="642" y="0"/>
                </a:lnTo>
                <a:lnTo>
                  <a:pt x="643" y="1"/>
                </a:lnTo>
                <a:lnTo>
                  <a:pt x="644" y="1"/>
                </a:lnTo>
                <a:lnTo>
                  <a:pt x="646" y="2"/>
                </a:lnTo>
                <a:lnTo>
                  <a:pt x="647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1" name=""/>
          <p:cNvSpPr/>
          <p:nvPr/>
        </p:nvSpPr>
        <p:spPr>
          <a:xfrm>
            <a:off x="8451720" y="130896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4" y="4"/>
                </a:moveTo>
                <a:lnTo>
                  <a:pt x="5" y="4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7" y="5"/>
                </a:lnTo>
                <a:lnTo>
                  <a:pt x="9" y="5"/>
                </a:lnTo>
                <a:lnTo>
                  <a:pt x="9" y="6"/>
                </a:lnTo>
                <a:lnTo>
                  <a:pt x="10" y="6"/>
                </a:lnTo>
                <a:lnTo>
                  <a:pt x="11" y="7"/>
                </a:lnTo>
                <a:lnTo>
                  <a:pt x="10" y="8"/>
                </a:lnTo>
                <a:lnTo>
                  <a:pt x="9" y="8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4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2" name=""/>
          <p:cNvSpPr/>
          <p:nvPr/>
        </p:nvSpPr>
        <p:spPr>
          <a:xfrm>
            <a:off x="8457840" y="13071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4" y="3"/>
                </a:moveTo>
                <a:lnTo>
                  <a:pt x="4" y="4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3" name=""/>
          <p:cNvSpPr/>
          <p:nvPr/>
        </p:nvSpPr>
        <p:spPr>
          <a:xfrm>
            <a:off x="8459280" y="13060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2"/>
                </a:move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6"/>
                </a:ln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4" name=""/>
          <p:cNvSpPr/>
          <p:nvPr/>
        </p:nvSpPr>
        <p:spPr>
          <a:xfrm>
            <a:off x="8455320" y="1306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5" name=""/>
          <p:cNvSpPr/>
          <p:nvPr/>
        </p:nvSpPr>
        <p:spPr>
          <a:xfrm>
            <a:off x="8456400" y="13057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5" y="3"/>
                </a:lnTo>
                <a:lnTo>
                  <a:pt x="5" y="4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6" name=""/>
          <p:cNvSpPr/>
          <p:nvPr/>
        </p:nvSpPr>
        <p:spPr>
          <a:xfrm>
            <a:off x="8475120" y="1300680"/>
            <a:ext cx="4320" cy="5760"/>
          </a:xfrm>
          <a:custGeom>
            <a:avLst/>
            <a:gdLst/>
            <a:ahLst/>
            <a:rect l="0" t="0" r="r" b="b"/>
            <a:pathLst>
              <a:path w="12" h="16">
                <a:moveTo>
                  <a:pt x="10" y="4"/>
                </a:move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2" y="8"/>
                </a:lnTo>
                <a:lnTo>
                  <a:pt x="11" y="9"/>
                </a:lnTo>
                <a:lnTo>
                  <a:pt x="10" y="11"/>
                </a:lnTo>
                <a:lnTo>
                  <a:pt x="8" y="13"/>
                </a:lnTo>
                <a:lnTo>
                  <a:pt x="8" y="14"/>
                </a:lnTo>
                <a:lnTo>
                  <a:pt x="7" y="14"/>
                </a:lnTo>
                <a:lnTo>
                  <a:pt x="7" y="16"/>
                </a:lnTo>
                <a:lnTo>
                  <a:pt x="8" y="16"/>
                </a:lnTo>
                <a:lnTo>
                  <a:pt x="7" y="16"/>
                </a:lnTo>
                <a:lnTo>
                  <a:pt x="6" y="16"/>
                </a:lnTo>
                <a:lnTo>
                  <a:pt x="5" y="15"/>
                </a:lnTo>
                <a:lnTo>
                  <a:pt x="4" y="14"/>
                </a:lnTo>
                <a:lnTo>
                  <a:pt x="4" y="13"/>
                </a:lnTo>
                <a:lnTo>
                  <a:pt x="2" y="13"/>
                </a:lnTo>
                <a:lnTo>
                  <a:pt x="4" y="13"/>
                </a:lnTo>
                <a:lnTo>
                  <a:pt x="4" y="11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6" y="9"/>
                </a:lnTo>
                <a:lnTo>
                  <a:pt x="7" y="9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6" y="6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lnTo>
                  <a:pt x="6" y="4"/>
                </a:lnTo>
                <a:lnTo>
                  <a:pt x="6" y="3"/>
                </a:lnTo>
                <a:lnTo>
                  <a:pt x="7" y="3"/>
                </a:lnTo>
                <a:lnTo>
                  <a:pt x="7" y="2"/>
                </a:lnTo>
                <a:lnTo>
                  <a:pt x="7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8" y="3"/>
                </a:lnTo>
                <a:lnTo>
                  <a:pt x="9" y="4"/>
                </a:lnTo>
                <a:lnTo>
                  <a:pt x="1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7" name=""/>
          <p:cNvSpPr/>
          <p:nvPr/>
        </p:nvSpPr>
        <p:spPr>
          <a:xfrm>
            <a:off x="8443080" y="12970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8" name=""/>
          <p:cNvSpPr/>
          <p:nvPr/>
        </p:nvSpPr>
        <p:spPr>
          <a:xfrm>
            <a:off x="8444880" y="1294200"/>
            <a:ext cx="7200" cy="4320"/>
          </a:xfrm>
          <a:custGeom>
            <a:avLst/>
            <a:gdLst/>
            <a:ahLst/>
            <a:rect l="0" t="0" r="r" b="b"/>
            <a:pathLst>
              <a:path w="20" h="12">
                <a:moveTo>
                  <a:pt x="18" y="3"/>
                </a:moveTo>
                <a:lnTo>
                  <a:pt x="20" y="3"/>
                </a:lnTo>
                <a:lnTo>
                  <a:pt x="20" y="4"/>
                </a:lnTo>
                <a:lnTo>
                  <a:pt x="19" y="5"/>
                </a:lnTo>
                <a:lnTo>
                  <a:pt x="18" y="6"/>
                </a:lnTo>
                <a:lnTo>
                  <a:pt x="18" y="7"/>
                </a:lnTo>
                <a:lnTo>
                  <a:pt x="16" y="6"/>
                </a:lnTo>
                <a:lnTo>
                  <a:pt x="15" y="6"/>
                </a:lnTo>
                <a:lnTo>
                  <a:pt x="16" y="7"/>
                </a:lnTo>
                <a:lnTo>
                  <a:pt x="15" y="8"/>
                </a:lnTo>
                <a:lnTo>
                  <a:pt x="14" y="8"/>
                </a:lnTo>
                <a:lnTo>
                  <a:pt x="13" y="8"/>
                </a:lnTo>
                <a:lnTo>
                  <a:pt x="13" y="9"/>
                </a:lnTo>
                <a:lnTo>
                  <a:pt x="13" y="10"/>
                </a:lnTo>
                <a:lnTo>
                  <a:pt x="12" y="12"/>
                </a:lnTo>
                <a:lnTo>
                  <a:pt x="11" y="10"/>
                </a:lnTo>
                <a:lnTo>
                  <a:pt x="11" y="9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9" y="5"/>
                </a:lnTo>
                <a:lnTo>
                  <a:pt x="8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2" y="5"/>
                </a:lnTo>
                <a:lnTo>
                  <a:pt x="3" y="5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9" y="4"/>
                </a:lnTo>
                <a:lnTo>
                  <a:pt x="10" y="3"/>
                </a:lnTo>
                <a:lnTo>
                  <a:pt x="11" y="3"/>
                </a:lnTo>
                <a:lnTo>
                  <a:pt x="12" y="2"/>
                </a:lnTo>
                <a:lnTo>
                  <a:pt x="13" y="3"/>
                </a:lnTo>
                <a:lnTo>
                  <a:pt x="14" y="3"/>
                </a:lnTo>
                <a:lnTo>
                  <a:pt x="15" y="2"/>
                </a:lnTo>
                <a:lnTo>
                  <a:pt x="16" y="0"/>
                </a:lnTo>
                <a:lnTo>
                  <a:pt x="18" y="0"/>
                </a:lnTo>
                <a:lnTo>
                  <a:pt x="18" y="2"/>
                </a:lnTo>
                <a:lnTo>
                  <a:pt x="18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9" name=""/>
          <p:cNvSpPr/>
          <p:nvPr/>
        </p:nvSpPr>
        <p:spPr>
          <a:xfrm>
            <a:off x="8452800" y="129492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0" name=""/>
          <p:cNvSpPr/>
          <p:nvPr/>
        </p:nvSpPr>
        <p:spPr>
          <a:xfrm>
            <a:off x="8436960" y="1291680"/>
            <a:ext cx="11520" cy="3960"/>
          </a:xfrm>
          <a:custGeom>
            <a:avLst/>
            <a:gdLst/>
            <a:ahLst/>
            <a:rect l="0" t="0" r="r" b="b"/>
            <a:pathLst>
              <a:path w="32" h="11">
                <a:moveTo>
                  <a:pt x="7" y="2"/>
                </a:move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2" y="4"/>
                </a:lnTo>
                <a:lnTo>
                  <a:pt x="13" y="4"/>
                </a:lnTo>
                <a:lnTo>
                  <a:pt x="14" y="4"/>
                </a:lnTo>
                <a:lnTo>
                  <a:pt x="14" y="5"/>
                </a:lnTo>
                <a:lnTo>
                  <a:pt x="15" y="5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9" y="4"/>
                </a:lnTo>
                <a:lnTo>
                  <a:pt x="21" y="4"/>
                </a:lnTo>
                <a:lnTo>
                  <a:pt x="21" y="3"/>
                </a:lnTo>
                <a:lnTo>
                  <a:pt x="22" y="3"/>
                </a:lnTo>
                <a:lnTo>
                  <a:pt x="22" y="2"/>
                </a:lnTo>
                <a:lnTo>
                  <a:pt x="21" y="2"/>
                </a:lnTo>
                <a:lnTo>
                  <a:pt x="22" y="2"/>
                </a:lnTo>
                <a:lnTo>
                  <a:pt x="23" y="2"/>
                </a:lnTo>
                <a:lnTo>
                  <a:pt x="24" y="2"/>
                </a:lnTo>
                <a:lnTo>
                  <a:pt x="24" y="3"/>
                </a:lnTo>
                <a:lnTo>
                  <a:pt x="25" y="3"/>
                </a:lnTo>
                <a:lnTo>
                  <a:pt x="26" y="3"/>
                </a:lnTo>
                <a:lnTo>
                  <a:pt x="27" y="4"/>
                </a:lnTo>
                <a:lnTo>
                  <a:pt x="28" y="4"/>
                </a:lnTo>
                <a:lnTo>
                  <a:pt x="29" y="4"/>
                </a:lnTo>
                <a:lnTo>
                  <a:pt x="30" y="4"/>
                </a:lnTo>
                <a:lnTo>
                  <a:pt x="31" y="4"/>
                </a:lnTo>
                <a:lnTo>
                  <a:pt x="31" y="3"/>
                </a:lnTo>
                <a:lnTo>
                  <a:pt x="31" y="4"/>
                </a:lnTo>
                <a:lnTo>
                  <a:pt x="32" y="4"/>
                </a:lnTo>
                <a:lnTo>
                  <a:pt x="31" y="4"/>
                </a:lnTo>
                <a:lnTo>
                  <a:pt x="31" y="5"/>
                </a:lnTo>
                <a:lnTo>
                  <a:pt x="30" y="5"/>
                </a:lnTo>
                <a:lnTo>
                  <a:pt x="29" y="5"/>
                </a:lnTo>
                <a:lnTo>
                  <a:pt x="29" y="6"/>
                </a:lnTo>
                <a:lnTo>
                  <a:pt x="29" y="7"/>
                </a:lnTo>
                <a:lnTo>
                  <a:pt x="28" y="7"/>
                </a:lnTo>
                <a:lnTo>
                  <a:pt x="28" y="9"/>
                </a:lnTo>
                <a:lnTo>
                  <a:pt x="28" y="7"/>
                </a:lnTo>
                <a:lnTo>
                  <a:pt x="27" y="7"/>
                </a:lnTo>
                <a:lnTo>
                  <a:pt x="27" y="6"/>
                </a:lnTo>
                <a:lnTo>
                  <a:pt x="26" y="6"/>
                </a:lnTo>
                <a:lnTo>
                  <a:pt x="25" y="6"/>
                </a:lnTo>
                <a:lnTo>
                  <a:pt x="24" y="6"/>
                </a:lnTo>
                <a:lnTo>
                  <a:pt x="23" y="6"/>
                </a:lnTo>
                <a:lnTo>
                  <a:pt x="22" y="6"/>
                </a:lnTo>
                <a:lnTo>
                  <a:pt x="21" y="6"/>
                </a:lnTo>
                <a:lnTo>
                  <a:pt x="21" y="7"/>
                </a:lnTo>
                <a:lnTo>
                  <a:pt x="20" y="6"/>
                </a:lnTo>
                <a:lnTo>
                  <a:pt x="19" y="6"/>
                </a:lnTo>
                <a:lnTo>
                  <a:pt x="18" y="6"/>
                </a:lnTo>
                <a:lnTo>
                  <a:pt x="17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5" y="9"/>
                </a:lnTo>
                <a:lnTo>
                  <a:pt x="15" y="11"/>
                </a:lnTo>
                <a:lnTo>
                  <a:pt x="14" y="11"/>
                </a:lnTo>
                <a:lnTo>
                  <a:pt x="13" y="10"/>
                </a:lnTo>
                <a:lnTo>
                  <a:pt x="13" y="9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8" y="6"/>
                </a:lnTo>
                <a:lnTo>
                  <a:pt x="7" y="6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7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1" name=""/>
          <p:cNvSpPr/>
          <p:nvPr/>
        </p:nvSpPr>
        <p:spPr>
          <a:xfrm>
            <a:off x="8464320" y="129060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5" y="0"/>
                </a:moveTo>
                <a:lnTo>
                  <a:pt x="6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2" name=""/>
          <p:cNvSpPr/>
          <p:nvPr/>
        </p:nvSpPr>
        <p:spPr>
          <a:xfrm>
            <a:off x="8465400" y="1275840"/>
            <a:ext cx="3240" cy="2160"/>
          </a:xfrm>
          <a:custGeom>
            <a:avLst/>
            <a:gdLst/>
            <a:ahLst/>
            <a:rect l="0" t="0" r="r" b="b"/>
            <a:pathLst>
              <a:path w="9" h="6">
                <a:moveTo>
                  <a:pt x="4" y="0"/>
                </a:move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5" y="5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3" name=""/>
          <p:cNvSpPr/>
          <p:nvPr/>
        </p:nvSpPr>
        <p:spPr>
          <a:xfrm>
            <a:off x="8465040" y="12718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4" name=""/>
          <p:cNvSpPr/>
          <p:nvPr/>
        </p:nvSpPr>
        <p:spPr>
          <a:xfrm>
            <a:off x="8458560" y="126900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9" y="0"/>
                </a:move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2" y="9"/>
                </a:lnTo>
                <a:lnTo>
                  <a:pt x="11" y="11"/>
                </a:lnTo>
                <a:lnTo>
                  <a:pt x="11" y="12"/>
                </a:lnTo>
                <a:lnTo>
                  <a:pt x="10" y="13"/>
                </a:lnTo>
                <a:lnTo>
                  <a:pt x="9" y="13"/>
                </a:lnTo>
                <a:lnTo>
                  <a:pt x="8" y="13"/>
                </a:lnTo>
                <a:lnTo>
                  <a:pt x="8" y="14"/>
                </a:lnTo>
                <a:lnTo>
                  <a:pt x="6" y="13"/>
                </a:lnTo>
                <a:lnTo>
                  <a:pt x="6" y="12"/>
                </a:lnTo>
                <a:lnTo>
                  <a:pt x="6" y="11"/>
                </a:lnTo>
                <a:lnTo>
                  <a:pt x="5" y="11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1" y="8"/>
                </a:lnTo>
                <a:lnTo>
                  <a:pt x="1" y="9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5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5" name=""/>
          <p:cNvSpPr/>
          <p:nvPr/>
        </p:nvSpPr>
        <p:spPr>
          <a:xfrm>
            <a:off x="8467200" y="12708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6" name=""/>
          <p:cNvSpPr/>
          <p:nvPr/>
        </p:nvSpPr>
        <p:spPr>
          <a:xfrm>
            <a:off x="8461440" y="126180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3" y="0"/>
                </a:moveTo>
                <a:lnTo>
                  <a:pt x="5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7" name=""/>
          <p:cNvSpPr/>
          <p:nvPr/>
        </p:nvSpPr>
        <p:spPr>
          <a:xfrm>
            <a:off x="8497440" y="1245960"/>
            <a:ext cx="2880" cy="2520"/>
          </a:xfrm>
          <a:custGeom>
            <a:avLst/>
            <a:gdLst/>
            <a:ahLst/>
            <a:rect l="0" t="0" r="r" b="b"/>
            <a:pathLst>
              <a:path w="8" h="7">
                <a:moveTo>
                  <a:pt x="8" y="3"/>
                </a:moveTo>
                <a:lnTo>
                  <a:pt x="8" y="4"/>
                </a:lnTo>
                <a:lnTo>
                  <a:pt x="8" y="3"/>
                </a:lnTo>
                <a:lnTo>
                  <a:pt x="7" y="4"/>
                </a:lnTo>
                <a:lnTo>
                  <a:pt x="6" y="4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5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0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8" name=""/>
          <p:cNvSpPr/>
          <p:nvPr/>
        </p:nvSpPr>
        <p:spPr>
          <a:xfrm>
            <a:off x="8502120" y="124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9" name=""/>
          <p:cNvSpPr/>
          <p:nvPr/>
        </p:nvSpPr>
        <p:spPr>
          <a:xfrm>
            <a:off x="8550000" y="1184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0" name=""/>
          <p:cNvSpPr/>
          <p:nvPr/>
        </p:nvSpPr>
        <p:spPr>
          <a:xfrm>
            <a:off x="8818920" y="966600"/>
            <a:ext cx="0" cy="1440"/>
          </a:xfrm>
          <a:custGeom>
            <a:avLst/>
            <a:gdLst/>
            <a:ahLst/>
            <a:rect l="0" t="0" r="r" b="b"/>
            <a:pathLst>
              <a:path w="0" h="4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1" name=""/>
          <p:cNvSpPr/>
          <p:nvPr/>
        </p:nvSpPr>
        <p:spPr>
          <a:xfrm>
            <a:off x="8811720" y="956520"/>
            <a:ext cx="1080" cy="0"/>
          </a:xfrm>
          <a:custGeom>
            <a:avLst/>
            <a:gdLst/>
            <a:ahLst/>
            <a:rect l="0" t="0" r="r" b="b"/>
            <a:pathLst>
              <a:path w="3" h="0">
                <a:moveTo>
                  <a:pt x="2" y="0"/>
                </a:move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800" rIns="18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2" name=""/>
          <p:cNvSpPr/>
          <p:nvPr/>
        </p:nvSpPr>
        <p:spPr>
          <a:xfrm>
            <a:off x="8309520" y="766800"/>
            <a:ext cx="530280" cy="377640"/>
          </a:xfrm>
          <a:custGeom>
            <a:avLst/>
            <a:gdLst/>
            <a:ahLst/>
            <a:rect l="0" t="0" r="r" b="b"/>
            <a:pathLst>
              <a:path w="1473" h="1049">
                <a:moveTo>
                  <a:pt x="296" y="2"/>
                </a:moveTo>
                <a:lnTo>
                  <a:pt x="295" y="3"/>
                </a:lnTo>
                <a:lnTo>
                  <a:pt x="296" y="3"/>
                </a:lnTo>
                <a:lnTo>
                  <a:pt x="296" y="4"/>
                </a:lnTo>
                <a:lnTo>
                  <a:pt x="296" y="5"/>
                </a:lnTo>
                <a:lnTo>
                  <a:pt x="297" y="5"/>
                </a:lnTo>
                <a:lnTo>
                  <a:pt x="297" y="6"/>
                </a:lnTo>
                <a:lnTo>
                  <a:pt x="296" y="6"/>
                </a:lnTo>
                <a:lnTo>
                  <a:pt x="296" y="7"/>
                </a:lnTo>
                <a:lnTo>
                  <a:pt x="296" y="8"/>
                </a:lnTo>
                <a:lnTo>
                  <a:pt x="295" y="8"/>
                </a:lnTo>
                <a:lnTo>
                  <a:pt x="296" y="8"/>
                </a:lnTo>
                <a:lnTo>
                  <a:pt x="296" y="9"/>
                </a:lnTo>
                <a:lnTo>
                  <a:pt x="297" y="9"/>
                </a:lnTo>
                <a:lnTo>
                  <a:pt x="299" y="9"/>
                </a:lnTo>
                <a:lnTo>
                  <a:pt x="299" y="10"/>
                </a:lnTo>
                <a:lnTo>
                  <a:pt x="299" y="9"/>
                </a:lnTo>
                <a:lnTo>
                  <a:pt x="299" y="8"/>
                </a:lnTo>
                <a:lnTo>
                  <a:pt x="300" y="7"/>
                </a:lnTo>
                <a:lnTo>
                  <a:pt x="300" y="6"/>
                </a:lnTo>
                <a:lnTo>
                  <a:pt x="300" y="5"/>
                </a:lnTo>
                <a:lnTo>
                  <a:pt x="300" y="3"/>
                </a:lnTo>
                <a:lnTo>
                  <a:pt x="303" y="1"/>
                </a:lnTo>
                <a:lnTo>
                  <a:pt x="303" y="2"/>
                </a:lnTo>
                <a:lnTo>
                  <a:pt x="304" y="3"/>
                </a:lnTo>
                <a:lnTo>
                  <a:pt x="304" y="4"/>
                </a:lnTo>
                <a:lnTo>
                  <a:pt x="305" y="4"/>
                </a:lnTo>
                <a:lnTo>
                  <a:pt x="305" y="5"/>
                </a:lnTo>
                <a:lnTo>
                  <a:pt x="305" y="6"/>
                </a:lnTo>
                <a:lnTo>
                  <a:pt x="304" y="6"/>
                </a:lnTo>
                <a:lnTo>
                  <a:pt x="304" y="7"/>
                </a:lnTo>
                <a:lnTo>
                  <a:pt x="303" y="8"/>
                </a:lnTo>
                <a:lnTo>
                  <a:pt x="303" y="9"/>
                </a:lnTo>
                <a:lnTo>
                  <a:pt x="304" y="10"/>
                </a:lnTo>
                <a:lnTo>
                  <a:pt x="304" y="11"/>
                </a:lnTo>
                <a:lnTo>
                  <a:pt x="305" y="11"/>
                </a:lnTo>
                <a:lnTo>
                  <a:pt x="306" y="12"/>
                </a:lnTo>
                <a:lnTo>
                  <a:pt x="307" y="12"/>
                </a:lnTo>
                <a:lnTo>
                  <a:pt x="307" y="13"/>
                </a:lnTo>
                <a:lnTo>
                  <a:pt x="308" y="13"/>
                </a:lnTo>
                <a:lnTo>
                  <a:pt x="309" y="14"/>
                </a:lnTo>
                <a:lnTo>
                  <a:pt x="309" y="15"/>
                </a:lnTo>
                <a:lnTo>
                  <a:pt x="309" y="16"/>
                </a:lnTo>
                <a:lnTo>
                  <a:pt x="308" y="16"/>
                </a:lnTo>
                <a:lnTo>
                  <a:pt x="307" y="17"/>
                </a:lnTo>
                <a:lnTo>
                  <a:pt x="306" y="17"/>
                </a:lnTo>
                <a:lnTo>
                  <a:pt x="306" y="18"/>
                </a:lnTo>
                <a:lnTo>
                  <a:pt x="306" y="19"/>
                </a:lnTo>
                <a:lnTo>
                  <a:pt x="307" y="20"/>
                </a:lnTo>
                <a:lnTo>
                  <a:pt x="307" y="21"/>
                </a:lnTo>
                <a:lnTo>
                  <a:pt x="308" y="22"/>
                </a:lnTo>
                <a:lnTo>
                  <a:pt x="309" y="22"/>
                </a:lnTo>
                <a:lnTo>
                  <a:pt x="310" y="23"/>
                </a:lnTo>
                <a:lnTo>
                  <a:pt x="310" y="24"/>
                </a:lnTo>
                <a:lnTo>
                  <a:pt x="310" y="25"/>
                </a:lnTo>
                <a:lnTo>
                  <a:pt x="310" y="26"/>
                </a:lnTo>
                <a:lnTo>
                  <a:pt x="310" y="27"/>
                </a:lnTo>
                <a:lnTo>
                  <a:pt x="311" y="27"/>
                </a:lnTo>
                <a:lnTo>
                  <a:pt x="312" y="27"/>
                </a:lnTo>
                <a:lnTo>
                  <a:pt x="312" y="26"/>
                </a:lnTo>
                <a:lnTo>
                  <a:pt x="313" y="26"/>
                </a:lnTo>
                <a:lnTo>
                  <a:pt x="313" y="25"/>
                </a:lnTo>
                <a:lnTo>
                  <a:pt x="314" y="25"/>
                </a:lnTo>
                <a:lnTo>
                  <a:pt x="315" y="25"/>
                </a:lnTo>
                <a:lnTo>
                  <a:pt x="315" y="26"/>
                </a:lnTo>
                <a:lnTo>
                  <a:pt x="315" y="27"/>
                </a:lnTo>
                <a:lnTo>
                  <a:pt x="315" y="28"/>
                </a:lnTo>
                <a:lnTo>
                  <a:pt x="314" y="28"/>
                </a:lnTo>
                <a:lnTo>
                  <a:pt x="314" y="29"/>
                </a:lnTo>
                <a:lnTo>
                  <a:pt x="313" y="30"/>
                </a:lnTo>
                <a:lnTo>
                  <a:pt x="313" y="31"/>
                </a:lnTo>
                <a:lnTo>
                  <a:pt x="314" y="31"/>
                </a:lnTo>
                <a:lnTo>
                  <a:pt x="314" y="32"/>
                </a:lnTo>
                <a:lnTo>
                  <a:pt x="315" y="32"/>
                </a:lnTo>
                <a:lnTo>
                  <a:pt x="316" y="33"/>
                </a:lnTo>
                <a:lnTo>
                  <a:pt x="317" y="33"/>
                </a:lnTo>
                <a:lnTo>
                  <a:pt x="318" y="34"/>
                </a:lnTo>
                <a:lnTo>
                  <a:pt x="318" y="35"/>
                </a:lnTo>
                <a:lnTo>
                  <a:pt x="318" y="36"/>
                </a:lnTo>
                <a:lnTo>
                  <a:pt x="317" y="36"/>
                </a:lnTo>
                <a:lnTo>
                  <a:pt x="316" y="37"/>
                </a:lnTo>
                <a:lnTo>
                  <a:pt x="315" y="37"/>
                </a:lnTo>
                <a:lnTo>
                  <a:pt x="315" y="38"/>
                </a:lnTo>
                <a:lnTo>
                  <a:pt x="315" y="39"/>
                </a:lnTo>
                <a:lnTo>
                  <a:pt x="315" y="40"/>
                </a:lnTo>
                <a:lnTo>
                  <a:pt x="316" y="40"/>
                </a:lnTo>
                <a:lnTo>
                  <a:pt x="317" y="40"/>
                </a:lnTo>
                <a:lnTo>
                  <a:pt x="318" y="40"/>
                </a:lnTo>
                <a:lnTo>
                  <a:pt x="319" y="40"/>
                </a:lnTo>
                <a:lnTo>
                  <a:pt x="319" y="41"/>
                </a:lnTo>
                <a:lnTo>
                  <a:pt x="319" y="42"/>
                </a:lnTo>
                <a:lnTo>
                  <a:pt x="320" y="42"/>
                </a:lnTo>
                <a:lnTo>
                  <a:pt x="320" y="43"/>
                </a:lnTo>
                <a:lnTo>
                  <a:pt x="319" y="44"/>
                </a:lnTo>
                <a:lnTo>
                  <a:pt x="318" y="45"/>
                </a:lnTo>
                <a:lnTo>
                  <a:pt x="318" y="46"/>
                </a:lnTo>
                <a:lnTo>
                  <a:pt x="319" y="47"/>
                </a:lnTo>
                <a:lnTo>
                  <a:pt x="320" y="47"/>
                </a:lnTo>
                <a:lnTo>
                  <a:pt x="321" y="47"/>
                </a:lnTo>
                <a:lnTo>
                  <a:pt x="321" y="48"/>
                </a:lnTo>
                <a:lnTo>
                  <a:pt x="322" y="48"/>
                </a:lnTo>
                <a:lnTo>
                  <a:pt x="323" y="48"/>
                </a:lnTo>
                <a:lnTo>
                  <a:pt x="323" y="49"/>
                </a:lnTo>
                <a:lnTo>
                  <a:pt x="324" y="51"/>
                </a:lnTo>
                <a:lnTo>
                  <a:pt x="324" y="52"/>
                </a:lnTo>
                <a:lnTo>
                  <a:pt x="325" y="53"/>
                </a:lnTo>
                <a:lnTo>
                  <a:pt x="325" y="54"/>
                </a:lnTo>
                <a:lnTo>
                  <a:pt x="324" y="55"/>
                </a:lnTo>
                <a:lnTo>
                  <a:pt x="323" y="55"/>
                </a:lnTo>
                <a:lnTo>
                  <a:pt x="322" y="55"/>
                </a:lnTo>
                <a:lnTo>
                  <a:pt x="321" y="55"/>
                </a:lnTo>
                <a:lnTo>
                  <a:pt x="320" y="55"/>
                </a:lnTo>
                <a:lnTo>
                  <a:pt x="319" y="55"/>
                </a:lnTo>
                <a:lnTo>
                  <a:pt x="318" y="55"/>
                </a:lnTo>
                <a:lnTo>
                  <a:pt x="318" y="56"/>
                </a:lnTo>
                <a:lnTo>
                  <a:pt x="318" y="57"/>
                </a:lnTo>
                <a:lnTo>
                  <a:pt x="318" y="58"/>
                </a:lnTo>
                <a:lnTo>
                  <a:pt x="319" y="58"/>
                </a:lnTo>
                <a:lnTo>
                  <a:pt x="321" y="58"/>
                </a:lnTo>
                <a:lnTo>
                  <a:pt x="321" y="59"/>
                </a:lnTo>
                <a:lnTo>
                  <a:pt x="322" y="59"/>
                </a:lnTo>
                <a:lnTo>
                  <a:pt x="323" y="59"/>
                </a:lnTo>
                <a:lnTo>
                  <a:pt x="323" y="60"/>
                </a:lnTo>
                <a:lnTo>
                  <a:pt x="324" y="60"/>
                </a:lnTo>
                <a:lnTo>
                  <a:pt x="324" y="61"/>
                </a:lnTo>
                <a:lnTo>
                  <a:pt x="323" y="61"/>
                </a:lnTo>
                <a:lnTo>
                  <a:pt x="323" y="62"/>
                </a:lnTo>
                <a:lnTo>
                  <a:pt x="322" y="63"/>
                </a:lnTo>
                <a:lnTo>
                  <a:pt x="321" y="63"/>
                </a:lnTo>
                <a:lnTo>
                  <a:pt x="320" y="63"/>
                </a:lnTo>
                <a:lnTo>
                  <a:pt x="319" y="63"/>
                </a:lnTo>
                <a:lnTo>
                  <a:pt x="318" y="63"/>
                </a:lnTo>
                <a:lnTo>
                  <a:pt x="318" y="64"/>
                </a:lnTo>
                <a:lnTo>
                  <a:pt x="318" y="65"/>
                </a:lnTo>
                <a:lnTo>
                  <a:pt x="317" y="66"/>
                </a:lnTo>
                <a:lnTo>
                  <a:pt x="317" y="67"/>
                </a:lnTo>
                <a:lnTo>
                  <a:pt x="317" y="68"/>
                </a:lnTo>
                <a:lnTo>
                  <a:pt x="317" y="69"/>
                </a:lnTo>
                <a:lnTo>
                  <a:pt x="317" y="70"/>
                </a:lnTo>
                <a:lnTo>
                  <a:pt x="317" y="71"/>
                </a:lnTo>
                <a:lnTo>
                  <a:pt x="318" y="71"/>
                </a:lnTo>
                <a:lnTo>
                  <a:pt x="318" y="72"/>
                </a:lnTo>
                <a:lnTo>
                  <a:pt x="318" y="73"/>
                </a:lnTo>
                <a:lnTo>
                  <a:pt x="319" y="73"/>
                </a:lnTo>
                <a:lnTo>
                  <a:pt x="319" y="74"/>
                </a:lnTo>
                <a:lnTo>
                  <a:pt x="320" y="74"/>
                </a:lnTo>
                <a:lnTo>
                  <a:pt x="320" y="75"/>
                </a:lnTo>
                <a:lnTo>
                  <a:pt x="321" y="76"/>
                </a:lnTo>
                <a:lnTo>
                  <a:pt x="322" y="76"/>
                </a:lnTo>
                <a:lnTo>
                  <a:pt x="322" y="77"/>
                </a:lnTo>
                <a:lnTo>
                  <a:pt x="323" y="77"/>
                </a:lnTo>
                <a:lnTo>
                  <a:pt x="324" y="78"/>
                </a:lnTo>
                <a:lnTo>
                  <a:pt x="325" y="78"/>
                </a:lnTo>
                <a:lnTo>
                  <a:pt x="326" y="78"/>
                </a:lnTo>
                <a:lnTo>
                  <a:pt x="326" y="79"/>
                </a:lnTo>
                <a:lnTo>
                  <a:pt x="327" y="79"/>
                </a:lnTo>
                <a:lnTo>
                  <a:pt x="328" y="79"/>
                </a:lnTo>
                <a:lnTo>
                  <a:pt x="329" y="79"/>
                </a:lnTo>
                <a:lnTo>
                  <a:pt x="330" y="79"/>
                </a:lnTo>
                <a:lnTo>
                  <a:pt x="331" y="79"/>
                </a:lnTo>
                <a:lnTo>
                  <a:pt x="332" y="79"/>
                </a:lnTo>
                <a:lnTo>
                  <a:pt x="333" y="80"/>
                </a:lnTo>
                <a:lnTo>
                  <a:pt x="334" y="81"/>
                </a:lnTo>
                <a:lnTo>
                  <a:pt x="334" y="82"/>
                </a:lnTo>
                <a:lnTo>
                  <a:pt x="334" y="83"/>
                </a:lnTo>
                <a:lnTo>
                  <a:pt x="335" y="83"/>
                </a:lnTo>
                <a:lnTo>
                  <a:pt x="335" y="84"/>
                </a:lnTo>
                <a:lnTo>
                  <a:pt x="335" y="85"/>
                </a:lnTo>
                <a:lnTo>
                  <a:pt x="335" y="86"/>
                </a:lnTo>
                <a:lnTo>
                  <a:pt x="336" y="86"/>
                </a:lnTo>
                <a:lnTo>
                  <a:pt x="336" y="87"/>
                </a:lnTo>
                <a:lnTo>
                  <a:pt x="336" y="88"/>
                </a:lnTo>
                <a:lnTo>
                  <a:pt x="336" y="89"/>
                </a:lnTo>
                <a:lnTo>
                  <a:pt x="336" y="90"/>
                </a:lnTo>
                <a:lnTo>
                  <a:pt x="335" y="90"/>
                </a:lnTo>
                <a:lnTo>
                  <a:pt x="334" y="90"/>
                </a:lnTo>
                <a:lnTo>
                  <a:pt x="333" y="90"/>
                </a:lnTo>
                <a:lnTo>
                  <a:pt x="332" y="90"/>
                </a:lnTo>
                <a:lnTo>
                  <a:pt x="331" y="90"/>
                </a:lnTo>
                <a:lnTo>
                  <a:pt x="331" y="91"/>
                </a:lnTo>
                <a:lnTo>
                  <a:pt x="331" y="92"/>
                </a:lnTo>
                <a:lnTo>
                  <a:pt x="332" y="93"/>
                </a:lnTo>
                <a:lnTo>
                  <a:pt x="332" y="94"/>
                </a:lnTo>
                <a:lnTo>
                  <a:pt x="333" y="94"/>
                </a:lnTo>
                <a:lnTo>
                  <a:pt x="333" y="95"/>
                </a:lnTo>
                <a:lnTo>
                  <a:pt x="334" y="95"/>
                </a:lnTo>
                <a:lnTo>
                  <a:pt x="335" y="96"/>
                </a:lnTo>
                <a:lnTo>
                  <a:pt x="336" y="96"/>
                </a:lnTo>
                <a:lnTo>
                  <a:pt x="336" y="97"/>
                </a:lnTo>
                <a:lnTo>
                  <a:pt x="337" y="97"/>
                </a:lnTo>
                <a:lnTo>
                  <a:pt x="337" y="98"/>
                </a:lnTo>
                <a:lnTo>
                  <a:pt x="336" y="99"/>
                </a:lnTo>
                <a:lnTo>
                  <a:pt x="335" y="99"/>
                </a:lnTo>
                <a:lnTo>
                  <a:pt x="334" y="99"/>
                </a:lnTo>
                <a:lnTo>
                  <a:pt x="334" y="100"/>
                </a:lnTo>
                <a:lnTo>
                  <a:pt x="334" y="101"/>
                </a:lnTo>
                <a:lnTo>
                  <a:pt x="333" y="101"/>
                </a:lnTo>
                <a:lnTo>
                  <a:pt x="333" y="102"/>
                </a:lnTo>
                <a:lnTo>
                  <a:pt x="332" y="102"/>
                </a:lnTo>
                <a:lnTo>
                  <a:pt x="331" y="102"/>
                </a:lnTo>
                <a:lnTo>
                  <a:pt x="330" y="102"/>
                </a:lnTo>
                <a:lnTo>
                  <a:pt x="330" y="103"/>
                </a:lnTo>
                <a:lnTo>
                  <a:pt x="329" y="103"/>
                </a:lnTo>
                <a:lnTo>
                  <a:pt x="329" y="104"/>
                </a:lnTo>
                <a:lnTo>
                  <a:pt x="329" y="105"/>
                </a:lnTo>
                <a:lnTo>
                  <a:pt x="330" y="106"/>
                </a:lnTo>
                <a:lnTo>
                  <a:pt x="331" y="107"/>
                </a:lnTo>
                <a:lnTo>
                  <a:pt x="331" y="108"/>
                </a:lnTo>
                <a:lnTo>
                  <a:pt x="332" y="108"/>
                </a:lnTo>
                <a:lnTo>
                  <a:pt x="332" y="109"/>
                </a:lnTo>
                <a:lnTo>
                  <a:pt x="333" y="109"/>
                </a:lnTo>
                <a:lnTo>
                  <a:pt x="334" y="109"/>
                </a:lnTo>
                <a:lnTo>
                  <a:pt x="334" y="108"/>
                </a:lnTo>
                <a:lnTo>
                  <a:pt x="335" y="108"/>
                </a:lnTo>
                <a:lnTo>
                  <a:pt x="336" y="108"/>
                </a:lnTo>
                <a:lnTo>
                  <a:pt x="337" y="107"/>
                </a:lnTo>
                <a:lnTo>
                  <a:pt x="338" y="107"/>
                </a:lnTo>
                <a:lnTo>
                  <a:pt x="338" y="108"/>
                </a:lnTo>
                <a:lnTo>
                  <a:pt x="339" y="108"/>
                </a:lnTo>
                <a:lnTo>
                  <a:pt x="339" y="109"/>
                </a:lnTo>
                <a:lnTo>
                  <a:pt x="340" y="109"/>
                </a:lnTo>
                <a:lnTo>
                  <a:pt x="341" y="109"/>
                </a:lnTo>
                <a:lnTo>
                  <a:pt x="342" y="110"/>
                </a:lnTo>
                <a:lnTo>
                  <a:pt x="343" y="111"/>
                </a:lnTo>
                <a:lnTo>
                  <a:pt x="344" y="112"/>
                </a:lnTo>
                <a:lnTo>
                  <a:pt x="345" y="112"/>
                </a:lnTo>
                <a:lnTo>
                  <a:pt x="345" y="113"/>
                </a:lnTo>
                <a:lnTo>
                  <a:pt x="345" y="115"/>
                </a:lnTo>
                <a:lnTo>
                  <a:pt x="346" y="116"/>
                </a:lnTo>
                <a:lnTo>
                  <a:pt x="346" y="117"/>
                </a:lnTo>
                <a:lnTo>
                  <a:pt x="347" y="117"/>
                </a:lnTo>
                <a:lnTo>
                  <a:pt x="348" y="117"/>
                </a:lnTo>
                <a:lnTo>
                  <a:pt x="351" y="117"/>
                </a:lnTo>
                <a:lnTo>
                  <a:pt x="351" y="118"/>
                </a:lnTo>
                <a:lnTo>
                  <a:pt x="352" y="118"/>
                </a:lnTo>
                <a:lnTo>
                  <a:pt x="352" y="119"/>
                </a:lnTo>
                <a:lnTo>
                  <a:pt x="352" y="120"/>
                </a:lnTo>
                <a:lnTo>
                  <a:pt x="352" y="121"/>
                </a:lnTo>
                <a:lnTo>
                  <a:pt x="351" y="122"/>
                </a:lnTo>
                <a:lnTo>
                  <a:pt x="350" y="122"/>
                </a:lnTo>
                <a:lnTo>
                  <a:pt x="350" y="123"/>
                </a:lnTo>
                <a:lnTo>
                  <a:pt x="351" y="123"/>
                </a:lnTo>
                <a:lnTo>
                  <a:pt x="352" y="123"/>
                </a:lnTo>
                <a:lnTo>
                  <a:pt x="353" y="123"/>
                </a:lnTo>
                <a:lnTo>
                  <a:pt x="354" y="123"/>
                </a:lnTo>
                <a:lnTo>
                  <a:pt x="355" y="123"/>
                </a:lnTo>
                <a:lnTo>
                  <a:pt x="355" y="124"/>
                </a:lnTo>
                <a:lnTo>
                  <a:pt x="354" y="125"/>
                </a:lnTo>
                <a:lnTo>
                  <a:pt x="354" y="126"/>
                </a:lnTo>
                <a:lnTo>
                  <a:pt x="354" y="127"/>
                </a:lnTo>
                <a:lnTo>
                  <a:pt x="354" y="128"/>
                </a:lnTo>
                <a:lnTo>
                  <a:pt x="354" y="129"/>
                </a:lnTo>
                <a:lnTo>
                  <a:pt x="354" y="130"/>
                </a:lnTo>
                <a:lnTo>
                  <a:pt x="355" y="130"/>
                </a:lnTo>
                <a:lnTo>
                  <a:pt x="355" y="131"/>
                </a:lnTo>
                <a:lnTo>
                  <a:pt x="356" y="131"/>
                </a:lnTo>
                <a:lnTo>
                  <a:pt x="356" y="132"/>
                </a:lnTo>
                <a:lnTo>
                  <a:pt x="357" y="132"/>
                </a:lnTo>
                <a:lnTo>
                  <a:pt x="358" y="132"/>
                </a:lnTo>
                <a:lnTo>
                  <a:pt x="359" y="132"/>
                </a:lnTo>
                <a:lnTo>
                  <a:pt x="360" y="132"/>
                </a:lnTo>
                <a:lnTo>
                  <a:pt x="361" y="132"/>
                </a:lnTo>
                <a:lnTo>
                  <a:pt x="362" y="131"/>
                </a:lnTo>
                <a:lnTo>
                  <a:pt x="363" y="130"/>
                </a:lnTo>
                <a:lnTo>
                  <a:pt x="364" y="128"/>
                </a:lnTo>
                <a:lnTo>
                  <a:pt x="365" y="128"/>
                </a:lnTo>
                <a:lnTo>
                  <a:pt x="365" y="127"/>
                </a:lnTo>
                <a:lnTo>
                  <a:pt x="366" y="127"/>
                </a:lnTo>
                <a:lnTo>
                  <a:pt x="366" y="126"/>
                </a:lnTo>
                <a:lnTo>
                  <a:pt x="367" y="126"/>
                </a:lnTo>
                <a:lnTo>
                  <a:pt x="368" y="127"/>
                </a:lnTo>
                <a:lnTo>
                  <a:pt x="368" y="128"/>
                </a:lnTo>
                <a:lnTo>
                  <a:pt x="368" y="129"/>
                </a:lnTo>
                <a:lnTo>
                  <a:pt x="368" y="130"/>
                </a:lnTo>
                <a:lnTo>
                  <a:pt x="367" y="130"/>
                </a:lnTo>
                <a:lnTo>
                  <a:pt x="367" y="132"/>
                </a:lnTo>
                <a:lnTo>
                  <a:pt x="367" y="133"/>
                </a:lnTo>
                <a:lnTo>
                  <a:pt x="368" y="134"/>
                </a:lnTo>
                <a:lnTo>
                  <a:pt x="369" y="135"/>
                </a:lnTo>
                <a:lnTo>
                  <a:pt x="370" y="135"/>
                </a:lnTo>
                <a:lnTo>
                  <a:pt x="371" y="135"/>
                </a:lnTo>
                <a:lnTo>
                  <a:pt x="372" y="134"/>
                </a:lnTo>
                <a:lnTo>
                  <a:pt x="373" y="134"/>
                </a:lnTo>
                <a:lnTo>
                  <a:pt x="374" y="134"/>
                </a:lnTo>
                <a:lnTo>
                  <a:pt x="375" y="134"/>
                </a:lnTo>
                <a:lnTo>
                  <a:pt x="375" y="135"/>
                </a:lnTo>
                <a:lnTo>
                  <a:pt x="375" y="136"/>
                </a:lnTo>
                <a:lnTo>
                  <a:pt x="374" y="137"/>
                </a:lnTo>
                <a:lnTo>
                  <a:pt x="374" y="138"/>
                </a:lnTo>
                <a:lnTo>
                  <a:pt x="374" y="139"/>
                </a:lnTo>
                <a:lnTo>
                  <a:pt x="374" y="140"/>
                </a:lnTo>
                <a:lnTo>
                  <a:pt x="374" y="141"/>
                </a:lnTo>
                <a:lnTo>
                  <a:pt x="375" y="141"/>
                </a:lnTo>
                <a:lnTo>
                  <a:pt x="375" y="142"/>
                </a:lnTo>
                <a:lnTo>
                  <a:pt x="376" y="142"/>
                </a:lnTo>
                <a:lnTo>
                  <a:pt x="376" y="143"/>
                </a:lnTo>
                <a:lnTo>
                  <a:pt x="377" y="143"/>
                </a:lnTo>
                <a:lnTo>
                  <a:pt x="378" y="144"/>
                </a:lnTo>
                <a:lnTo>
                  <a:pt x="379" y="144"/>
                </a:lnTo>
                <a:lnTo>
                  <a:pt x="380" y="144"/>
                </a:lnTo>
                <a:lnTo>
                  <a:pt x="381" y="143"/>
                </a:lnTo>
                <a:lnTo>
                  <a:pt x="382" y="143"/>
                </a:lnTo>
                <a:lnTo>
                  <a:pt x="383" y="143"/>
                </a:lnTo>
                <a:lnTo>
                  <a:pt x="384" y="142"/>
                </a:lnTo>
                <a:lnTo>
                  <a:pt x="385" y="141"/>
                </a:lnTo>
                <a:lnTo>
                  <a:pt x="387" y="141"/>
                </a:lnTo>
                <a:lnTo>
                  <a:pt x="388" y="141"/>
                </a:lnTo>
                <a:lnTo>
                  <a:pt x="389" y="141"/>
                </a:lnTo>
                <a:lnTo>
                  <a:pt x="389" y="142"/>
                </a:lnTo>
                <a:lnTo>
                  <a:pt x="390" y="142"/>
                </a:lnTo>
                <a:lnTo>
                  <a:pt x="390" y="144"/>
                </a:lnTo>
                <a:lnTo>
                  <a:pt x="391" y="145"/>
                </a:lnTo>
                <a:lnTo>
                  <a:pt x="391" y="146"/>
                </a:lnTo>
                <a:lnTo>
                  <a:pt x="391" y="147"/>
                </a:lnTo>
                <a:lnTo>
                  <a:pt x="391" y="148"/>
                </a:lnTo>
                <a:lnTo>
                  <a:pt x="390" y="149"/>
                </a:lnTo>
                <a:lnTo>
                  <a:pt x="390" y="150"/>
                </a:lnTo>
                <a:lnTo>
                  <a:pt x="389" y="150"/>
                </a:lnTo>
                <a:lnTo>
                  <a:pt x="389" y="151"/>
                </a:lnTo>
                <a:lnTo>
                  <a:pt x="389" y="152"/>
                </a:lnTo>
                <a:lnTo>
                  <a:pt x="390" y="153"/>
                </a:lnTo>
                <a:lnTo>
                  <a:pt x="391" y="153"/>
                </a:lnTo>
                <a:lnTo>
                  <a:pt x="392" y="154"/>
                </a:lnTo>
                <a:lnTo>
                  <a:pt x="393" y="155"/>
                </a:lnTo>
                <a:lnTo>
                  <a:pt x="393" y="156"/>
                </a:lnTo>
                <a:lnTo>
                  <a:pt x="394" y="157"/>
                </a:lnTo>
                <a:lnTo>
                  <a:pt x="393" y="157"/>
                </a:lnTo>
                <a:lnTo>
                  <a:pt x="394" y="157"/>
                </a:lnTo>
                <a:lnTo>
                  <a:pt x="394" y="158"/>
                </a:lnTo>
                <a:lnTo>
                  <a:pt x="394" y="159"/>
                </a:lnTo>
                <a:lnTo>
                  <a:pt x="395" y="159"/>
                </a:lnTo>
                <a:lnTo>
                  <a:pt x="396" y="160"/>
                </a:lnTo>
                <a:lnTo>
                  <a:pt x="397" y="160"/>
                </a:lnTo>
                <a:lnTo>
                  <a:pt x="398" y="161"/>
                </a:lnTo>
                <a:lnTo>
                  <a:pt x="400" y="161"/>
                </a:lnTo>
                <a:lnTo>
                  <a:pt x="401" y="161"/>
                </a:lnTo>
                <a:lnTo>
                  <a:pt x="401" y="160"/>
                </a:lnTo>
                <a:lnTo>
                  <a:pt x="401" y="159"/>
                </a:lnTo>
                <a:lnTo>
                  <a:pt x="401" y="158"/>
                </a:lnTo>
                <a:lnTo>
                  <a:pt x="402" y="158"/>
                </a:lnTo>
                <a:lnTo>
                  <a:pt x="403" y="157"/>
                </a:lnTo>
                <a:lnTo>
                  <a:pt x="404" y="157"/>
                </a:lnTo>
                <a:lnTo>
                  <a:pt x="404" y="156"/>
                </a:lnTo>
                <a:lnTo>
                  <a:pt x="405" y="156"/>
                </a:lnTo>
                <a:lnTo>
                  <a:pt x="406" y="156"/>
                </a:lnTo>
                <a:lnTo>
                  <a:pt x="407" y="155"/>
                </a:lnTo>
                <a:lnTo>
                  <a:pt x="409" y="155"/>
                </a:lnTo>
                <a:lnTo>
                  <a:pt x="409" y="156"/>
                </a:lnTo>
                <a:lnTo>
                  <a:pt x="410" y="156"/>
                </a:lnTo>
                <a:lnTo>
                  <a:pt x="410" y="157"/>
                </a:lnTo>
                <a:lnTo>
                  <a:pt x="411" y="157"/>
                </a:lnTo>
                <a:lnTo>
                  <a:pt x="411" y="159"/>
                </a:lnTo>
                <a:lnTo>
                  <a:pt x="412" y="159"/>
                </a:lnTo>
                <a:lnTo>
                  <a:pt x="412" y="160"/>
                </a:lnTo>
                <a:lnTo>
                  <a:pt x="413" y="160"/>
                </a:lnTo>
                <a:lnTo>
                  <a:pt x="413" y="161"/>
                </a:lnTo>
                <a:lnTo>
                  <a:pt x="414" y="161"/>
                </a:lnTo>
                <a:lnTo>
                  <a:pt x="415" y="161"/>
                </a:lnTo>
                <a:lnTo>
                  <a:pt x="416" y="162"/>
                </a:lnTo>
                <a:lnTo>
                  <a:pt x="417" y="162"/>
                </a:lnTo>
                <a:lnTo>
                  <a:pt x="418" y="162"/>
                </a:lnTo>
                <a:lnTo>
                  <a:pt x="419" y="162"/>
                </a:lnTo>
                <a:lnTo>
                  <a:pt x="421" y="162"/>
                </a:lnTo>
                <a:lnTo>
                  <a:pt x="422" y="162"/>
                </a:lnTo>
                <a:lnTo>
                  <a:pt x="422" y="161"/>
                </a:lnTo>
                <a:lnTo>
                  <a:pt x="423" y="160"/>
                </a:lnTo>
                <a:lnTo>
                  <a:pt x="424" y="160"/>
                </a:lnTo>
                <a:lnTo>
                  <a:pt x="424" y="159"/>
                </a:lnTo>
                <a:lnTo>
                  <a:pt x="424" y="158"/>
                </a:lnTo>
                <a:lnTo>
                  <a:pt x="425" y="157"/>
                </a:lnTo>
                <a:lnTo>
                  <a:pt x="424" y="157"/>
                </a:lnTo>
                <a:lnTo>
                  <a:pt x="424" y="156"/>
                </a:lnTo>
                <a:lnTo>
                  <a:pt x="423" y="156"/>
                </a:lnTo>
                <a:lnTo>
                  <a:pt x="423" y="155"/>
                </a:lnTo>
                <a:lnTo>
                  <a:pt x="422" y="155"/>
                </a:lnTo>
                <a:lnTo>
                  <a:pt x="422" y="154"/>
                </a:lnTo>
                <a:lnTo>
                  <a:pt x="423" y="154"/>
                </a:lnTo>
                <a:lnTo>
                  <a:pt x="423" y="153"/>
                </a:lnTo>
                <a:lnTo>
                  <a:pt x="424" y="153"/>
                </a:lnTo>
                <a:lnTo>
                  <a:pt x="425" y="153"/>
                </a:lnTo>
                <a:lnTo>
                  <a:pt x="426" y="153"/>
                </a:lnTo>
                <a:lnTo>
                  <a:pt x="428" y="154"/>
                </a:lnTo>
                <a:lnTo>
                  <a:pt x="429" y="155"/>
                </a:lnTo>
                <a:lnTo>
                  <a:pt x="430" y="155"/>
                </a:lnTo>
                <a:lnTo>
                  <a:pt x="431" y="155"/>
                </a:lnTo>
                <a:lnTo>
                  <a:pt x="432" y="155"/>
                </a:lnTo>
                <a:lnTo>
                  <a:pt x="433" y="155"/>
                </a:lnTo>
                <a:lnTo>
                  <a:pt x="434" y="154"/>
                </a:lnTo>
                <a:lnTo>
                  <a:pt x="435" y="154"/>
                </a:lnTo>
                <a:lnTo>
                  <a:pt x="435" y="153"/>
                </a:lnTo>
                <a:lnTo>
                  <a:pt x="436" y="153"/>
                </a:lnTo>
                <a:lnTo>
                  <a:pt x="436" y="152"/>
                </a:lnTo>
                <a:lnTo>
                  <a:pt x="437" y="151"/>
                </a:lnTo>
                <a:lnTo>
                  <a:pt x="439" y="150"/>
                </a:lnTo>
                <a:lnTo>
                  <a:pt x="440" y="150"/>
                </a:lnTo>
                <a:lnTo>
                  <a:pt x="441" y="151"/>
                </a:lnTo>
                <a:lnTo>
                  <a:pt x="442" y="151"/>
                </a:lnTo>
                <a:lnTo>
                  <a:pt x="444" y="151"/>
                </a:lnTo>
                <a:lnTo>
                  <a:pt x="445" y="151"/>
                </a:lnTo>
                <a:lnTo>
                  <a:pt x="445" y="150"/>
                </a:lnTo>
                <a:lnTo>
                  <a:pt x="446" y="150"/>
                </a:lnTo>
                <a:lnTo>
                  <a:pt x="446" y="149"/>
                </a:lnTo>
                <a:lnTo>
                  <a:pt x="446" y="147"/>
                </a:lnTo>
                <a:lnTo>
                  <a:pt x="446" y="146"/>
                </a:lnTo>
                <a:lnTo>
                  <a:pt x="447" y="146"/>
                </a:lnTo>
                <a:lnTo>
                  <a:pt x="447" y="145"/>
                </a:lnTo>
                <a:lnTo>
                  <a:pt x="448" y="145"/>
                </a:lnTo>
                <a:lnTo>
                  <a:pt x="448" y="144"/>
                </a:lnTo>
                <a:lnTo>
                  <a:pt x="449" y="144"/>
                </a:lnTo>
                <a:lnTo>
                  <a:pt x="450" y="145"/>
                </a:lnTo>
                <a:lnTo>
                  <a:pt x="451" y="145"/>
                </a:lnTo>
                <a:lnTo>
                  <a:pt x="451" y="149"/>
                </a:lnTo>
                <a:lnTo>
                  <a:pt x="451" y="150"/>
                </a:lnTo>
                <a:lnTo>
                  <a:pt x="452" y="151"/>
                </a:lnTo>
                <a:lnTo>
                  <a:pt x="453" y="151"/>
                </a:lnTo>
                <a:lnTo>
                  <a:pt x="454" y="150"/>
                </a:lnTo>
                <a:lnTo>
                  <a:pt x="456" y="149"/>
                </a:lnTo>
                <a:lnTo>
                  <a:pt x="456" y="148"/>
                </a:lnTo>
                <a:lnTo>
                  <a:pt x="456" y="147"/>
                </a:lnTo>
                <a:lnTo>
                  <a:pt x="458" y="146"/>
                </a:lnTo>
                <a:lnTo>
                  <a:pt x="458" y="145"/>
                </a:lnTo>
                <a:lnTo>
                  <a:pt x="459" y="145"/>
                </a:lnTo>
                <a:lnTo>
                  <a:pt x="460" y="146"/>
                </a:lnTo>
                <a:lnTo>
                  <a:pt x="462" y="147"/>
                </a:lnTo>
                <a:lnTo>
                  <a:pt x="463" y="147"/>
                </a:lnTo>
                <a:lnTo>
                  <a:pt x="464" y="148"/>
                </a:lnTo>
                <a:lnTo>
                  <a:pt x="465" y="148"/>
                </a:lnTo>
                <a:lnTo>
                  <a:pt x="466" y="148"/>
                </a:lnTo>
                <a:lnTo>
                  <a:pt x="467" y="147"/>
                </a:lnTo>
                <a:lnTo>
                  <a:pt x="467" y="146"/>
                </a:lnTo>
                <a:lnTo>
                  <a:pt x="467" y="145"/>
                </a:lnTo>
                <a:lnTo>
                  <a:pt x="467" y="144"/>
                </a:lnTo>
                <a:lnTo>
                  <a:pt x="466" y="143"/>
                </a:lnTo>
                <a:lnTo>
                  <a:pt x="465" y="141"/>
                </a:lnTo>
                <a:lnTo>
                  <a:pt x="465" y="140"/>
                </a:lnTo>
                <a:lnTo>
                  <a:pt x="464" y="140"/>
                </a:lnTo>
                <a:lnTo>
                  <a:pt x="464" y="139"/>
                </a:lnTo>
                <a:lnTo>
                  <a:pt x="464" y="138"/>
                </a:lnTo>
                <a:lnTo>
                  <a:pt x="464" y="137"/>
                </a:lnTo>
                <a:lnTo>
                  <a:pt x="464" y="136"/>
                </a:lnTo>
                <a:lnTo>
                  <a:pt x="464" y="135"/>
                </a:lnTo>
                <a:lnTo>
                  <a:pt x="465" y="135"/>
                </a:lnTo>
                <a:lnTo>
                  <a:pt x="465" y="134"/>
                </a:lnTo>
                <a:lnTo>
                  <a:pt x="466" y="132"/>
                </a:lnTo>
                <a:lnTo>
                  <a:pt x="466" y="131"/>
                </a:lnTo>
                <a:lnTo>
                  <a:pt x="466" y="130"/>
                </a:lnTo>
                <a:lnTo>
                  <a:pt x="466" y="128"/>
                </a:lnTo>
                <a:lnTo>
                  <a:pt x="466" y="127"/>
                </a:lnTo>
                <a:lnTo>
                  <a:pt x="466" y="126"/>
                </a:lnTo>
                <a:lnTo>
                  <a:pt x="467" y="126"/>
                </a:lnTo>
                <a:lnTo>
                  <a:pt x="468" y="126"/>
                </a:lnTo>
                <a:lnTo>
                  <a:pt x="469" y="126"/>
                </a:lnTo>
                <a:lnTo>
                  <a:pt x="470" y="128"/>
                </a:lnTo>
                <a:lnTo>
                  <a:pt x="471" y="128"/>
                </a:lnTo>
                <a:lnTo>
                  <a:pt x="471" y="129"/>
                </a:lnTo>
                <a:lnTo>
                  <a:pt x="471" y="131"/>
                </a:lnTo>
                <a:lnTo>
                  <a:pt x="471" y="132"/>
                </a:lnTo>
                <a:lnTo>
                  <a:pt x="472" y="133"/>
                </a:lnTo>
                <a:lnTo>
                  <a:pt x="473" y="134"/>
                </a:lnTo>
                <a:lnTo>
                  <a:pt x="474" y="134"/>
                </a:lnTo>
                <a:lnTo>
                  <a:pt x="476" y="134"/>
                </a:lnTo>
                <a:lnTo>
                  <a:pt x="477" y="134"/>
                </a:lnTo>
                <a:lnTo>
                  <a:pt x="480" y="134"/>
                </a:lnTo>
                <a:lnTo>
                  <a:pt x="481" y="133"/>
                </a:lnTo>
                <a:lnTo>
                  <a:pt x="482" y="133"/>
                </a:lnTo>
                <a:lnTo>
                  <a:pt x="483" y="133"/>
                </a:lnTo>
                <a:lnTo>
                  <a:pt x="484" y="133"/>
                </a:lnTo>
                <a:lnTo>
                  <a:pt x="485" y="133"/>
                </a:lnTo>
                <a:lnTo>
                  <a:pt x="485" y="134"/>
                </a:lnTo>
                <a:lnTo>
                  <a:pt x="485" y="135"/>
                </a:lnTo>
                <a:lnTo>
                  <a:pt x="485" y="136"/>
                </a:lnTo>
                <a:lnTo>
                  <a:pt x="486" y="136"/>
                </a:lnTo>
                <a:lnTo>
                  <a:pt x="486" y="137"/>
                </a:lnTo>
                <a:lnTo>
                  <a:pt x="486" y="138"/>
                </a:lnTo>
                <a:lnTo>
                  <a:pt x="487" y="139"/>
                </a:lnTo>
                <a:lnTo>
                  <a:pt x="487" y="140"/>
                </a:lnTo>
                <a:lnTo>
                  <a:pt x="488" y="141"/>
                </a:lnTo>
                <a:lnTo>
                  <a:pt x="489" y="143"/>
                </a:lnTo>
                <a:lnTo>
                  <a:pt x="489" y="144"/>
                </a:lnTo>
                <a:lnTo>
                  <a:pt x="490" y="145"/>
                </a:lnTo>
                <a:lnTo>
                  <a:pt x="491" y="145"/>
                </a:lnTo>
                <a:lnTo>
                  <a:pt x="492" y="146"/>
                </a:lnTo>
                <a:lnTo>
                  <a:pt x="493" y="146"/>
                </a:lnTo>
                <a:lnTo>
                  <a:pt x="494" y="145"/>
                </a:lnTo>
                <a:lnTo>
                  <a:pt x="495" y="145"/>
                </a:lnTo>
                <a:lnTo>
                  <a:pt x="496" y="145"/>
                </a:lnTo>
                <a:lnTo>
                  <a:pt x="496" y="146"/>
                </a:lnTo>
                <a:lnTo>
                  <a:pt x="496" y="147"/>
                </a:lnTo>
                <a:lnTo>
                  <a:pt x="496" y="148"/>
                </a:lnTo>
                <a:lnTo>
                  <a:pt x="495" y="149"/>
                </a:lnTo>
                <a:lnTo>
                  <a:pt x="494" y="150"/>
                </a:lnTo>
                <a:lnTo>
                  <a:pt x="493" y="150"/>
                </a:lnTo>
                <a:lnTo>
                  <a:pt x="493" y="152"/>
                </a:lnTo>
                <a:lnTo>
                  <a:pt x="494" y="153"/>
                </a:lnTo>
                <a:lnTo>
                  <a:pt x="495" y="153"/>
                </a:lnTo>
                <a:lnTo>
                  <a:pt x="495" y="154"/>
                </a:lnTo>
                <a:lnTo>
                  <a:pt x="496" y="154"/>
                </a:lnTo>
                <a:lnTo>
                  <a:pt x="497" y="153"/>
                </a:lnTo>
                <a:lnTo>
                  <a:pt x="498" y="153"/>
                </a:lnTo>
                <a:lnTo>
                  <a:pt x="499" y="153"/>
                </a:lnTo>
                <a:lnTo>
                  <a:pt x="500" y="152"/>
                </a:lnTo>
                <a:lnTo>
                  <a:pt x="500" y="151"/>
                </a:lnTo>
                <a:lnTo>
                  <a:pt x="501" y="151"/>
                </a:lnTo>
                <a:lnTo>
                  <a:pt x="501" y="150"/>
                </a:lnTo>
                <a:lnTo>
                  <a:pt x="501" y="149"/>
                </a:lnTo>
                <a:lnTo>
                  <a:pt x="502" y="148"/>
                </a:lnTo>
                <a:lnTo>
                  <a:pt x="502" y="147"/>
                </a:lnTo>
                <a:lnTo>
                  <a:pt x="503" y="147"/>
                </a:lnTo>
                <a:lnTo>
                  <a:pt x="503" y="146"/>
                </a:lnTo>
                <a:lnTo>
                  <a:pt x="504" y="145"/>
                </a:lnTo>
                <a:lnTo>
                  <a:pt x="505" y="145"/>
                </a:lnTo>
                <a:lnTo>
                  <a:pt x="507" y="146"/>
                </a:lnTo>
                <a:lnTo>
                  <a:pt x="508" y="147"/>
                </a:lnTo>
                <a:lnTo>
                  <a:pt x="509" y="147"/>
                </a:lnTo>
                <a:lnTo>
                  <a:pt x="510" y="147"/>
                </a:lnTo>
                <a:lnTo>
                  <a:pt x="512" y="146"/>
                </a:lnTo>
                <a:lnTo>
                  <a:pt x="514" y="145"/>
                </a:lnTo>
                <a:lnTo>
                  <a:pt x="515" y="144"/>
                </a:lnTo>
                <a:lnTo>
                  <a:pt x="516" y="143"/>
                </a:lnTo>
                <a:lnTo>
                  <a:pt x="518" y="141"/>
                </a:lnTo>
                <a:lnTo>
                  <a:pt x="519" y="141"/>
                </a:lnTo>
                <a:lnTo>
                  <a:pt x="521" y="141"/>
                </a:lnTo>
                <a:lnTo>
                  <a:pt x="522" y="141"/>
                </a:lnTo>
                <a:lnTo>
                  <a:pt x="524" y="141"/>
                </a:lnTo>
                <a:lnTo>
                  <a:pt x="525" y="142"/>
                </a:lnTo>
                <a:lnTo>
                  <a:pt x="526" y="143"/>
                </a:lnTo>
                <a:lnTo>
                  <a:pt x="527" y="143"/>
                </a:lnTo>
                <a:lnTo>
                  <a:pt x="528" y="143"/>
                </a:lnTo>
                <a:lnTo>
                  <a:pt x="528" y="142"/>
                </a:lnTo>
                <a:lnTo>
                  <a:pt x="528" y="141"/>
                </a:lnTo>
                <a:lnTo>
                  <a:pt x="527" y="140"/>
                </a:lnTo>
                <a:lnTo>
                  <a:pt x="527" y="139"/>
                </a:lnTo>
                <a:lnTo>
                  <a:pt x="528" y="138"/>
                </a:lnTo>
                <a:lnTo>
                  <a:pt x="529" y="138"/>
                </a:lnTo>
                <a:lnTo>
                  <a:pt x="529" y="139"/>
                </a:lnTo>
                <a:lnTo>
                  <a:pt x="529" y="140"/>
                </a:lnTo>
                <a:lnTo>
                  <a:pt x="530" y="140"/>
                </a:lnTo>
                <a:lnTo>
                  <a:pt x="531" y="141"/>
                </a:lnTo>
                <a:lnTo>
                  <a:pt x="531" y="142"/>
                </a:lnTo>
                <a:lnTo>
                  <a:pt x="532" y="142"/>
                </a:lnTo>
                <a:lnTo>
                  <a:pt x="532" y="143"/>
                </a:lnTo>
                <a:lnTo>
                  <a:pt x="533" y="143"/>
                </a:lnTo>
                <a:lnTo>
                  <a:pt x="533" y="144"/>
                </a:lnTo>
                <a:lnTo>
                  <a:pt x="535" y="144"/>
                </a:lnTo>
                <a:lnTo>
                  <a:pt x="535" y="143"/>
                </a:lnTo>
                <a:lnTo>
                  <a:pt x="536" y="143"/>
                </a:lnTo>
                <a:lnTo>
                  <a:pt x="537" y="142"/>
                </a:lnTo>
                <a:lnTo>
                  <a:pt x="537" y="141"/>
                </a:lnTo>
                <a:lnTo>
                  <a:pt x="538" y="139"/>
                </a:lnTo>
                <a:lnTo>
                  <a:pt x="539" y="138"/>
                </a:lnTo>
                <a:lnTo>
                  <a:pt x="539" y="137"/>
                </a:lnTo>
                <a:lnTo>
                  <a:pt x="540" y="135"/>
                </a:lnTo>
                <a:lnTo>
                  <a:pt x="541" y="133"/>
                </a:lnTo>
                <a:lnTo>
                  <a:pt x="541" y="130"/>
                </a:lnTo>
                <a:lnTo>
                  <a:pt x="542" y="129"/>
                </a:lnTo>
                <a:lnTo>
                  <a:pt x="542" y="128"/>
                </a:lnTo>
                <a:lnTo>
                  <a:pt x="542" y="127"/>
                </a:lnTo>
                <a:lnTo>
                  <a:pt x="542" y="126"/>
                </a:lnTo>
                <a:lnTo>
                  <a:pt x="542" y="125"/>
                </a:lnTo>
                <a:lnTo>
                  <a:pt x="541" y="125"/>
                </a:lnTo>
                <a:lnTo>
                  <a:pt x="540" y="125"/>
                </a:lnTo>
                <a:lnTo>
                  <a:pt x="540" y="124"/>
                </a:lnTo>
                <a:lnTo>
                  <a:pt x="539" y="123"/>
                </a:lnTo>
                <a:lnTo>
                  <a:pt x="539" y="122"/>
                </a:lnTo>
                <a:lnTo>
                  <a:pt x="540" y="122"/>
                </a:lnTo>
                <a:lnTo>
                  <a:pt x="541" y="122"/>
                </a:lnTo>
                <a:lnTo>
                  <a:pt x="542" y="122"/>
                </a:lnTo>
                <a:lnTo>
                  <a:pt x="543" y="122"/>
                </a:lnTo>
                <a:lnTo>
                  <a:pt x="544" y="122"/>
                </a:lnTo>
                <a:lnTo>
                  <a:pt x="545" y="121"/>
                </a:lnTo>
                <a:lnTo>
                  <a:pt x="546" y="121"/>
                </a:lnTo>
                <a:lnTo>
                  <a:pt x="547" y="120"/>
                </a:lnTo>
                <a:lnTo>
                  <a:pt x="548" y="120"/>
                </a:lnTo>
                <a:lnTo>
                  <a:pt x="548" y="121"/>
                </a:lnTo>
                <a:lnTo>
                  <a:pt x="549" y="122"/>
                </a:lnTo>
                <a:lnTo>
                  <a:pt x="549" y="123"/>
                </a:lnTo>
                <a:lnTo>
                  <a:pt x="550" y="124"/>
                </a:lnTo>
                <a:lnTo>
                  <a:pt x="551" y="124"/>
                </a:lnTo>
                <a:lnTo>
                  <a:pt x="552" y="123"/>
                </a:lnTo>
                <a:lnTo>
                  <a:pt x="553" y="122"/>
                </a:lnTo>
                <a:lnTo>
                  <a:pt x="554" y="121"/>
                </a:lnTo>
                <a:lnTo>
                  <a:pt x="555" y="120"/>
                </a:lnTo>
                <a:lnTo>
                  <a:pt x="557" y="119"/>
                </a:lnTo>
                <a:lnTo>
                  <a:pt x="558" y="119"/>
                </a:lnTo>
                <a:lnTo>
                  <a:pt x="559" y="118"/>
                </a:lnTo>
                <a:lnTo>
                  <a:pt x="560" y="118"/>
                </a:lnTo>
                <a:lnTo>
                  <a:pt x="561" y="118"/>
                </a:lnTo>
                <a:lnTo>
                  <a:pt x="562" y="117"/>
                </a:lnTo>
                <a:lnTo>
                  <a:pt x="563" y="116"/>
                </a:lnTo>
                <a:lnTo>
                  <a:pt x="563" y="115"/>
                </a:lnTo>
                <a:lnTo>
                  <a:pt x="564" y="114"/>
                </a:lnTo>
                <a:lnTo>
                  <a:pt x="564" y="113"/>
                </a:lnTo>
                <a:lnTo>
                  <a:pt x="564" y="112"/>
                </a:lnTo>
                <a:lnTo>
                  <a:pt x="565" y="111"/>
                </a:lnTo>
                <a:lnTo>
                  <a:pt x="565" y="110"/>
                </a:lnTo>
                <a:lnTo>
                  <a:pt x="566" y="110"/>
                </a:lnTo>
                <a:lnTo>
                  <a:pt x="566" y="109"/>
                </a:lnTo>
                <a:lnTo>
                  <a:pt x="567" y="109"/>
                </a:lnTo>
                <a:lnTo>
                  <a:pt x="568" y="109"/>
                </a:lnTo>
                <a:lnTo>
                  <a:pt x="569" y="109"/>
                </a:lnTo>
                <a:lnTo>
                  <a:pt x="570" y="110"/>
                </a:lnTo>
                <a:lnTo>
                  <a:pt x="570" y="111"/>
                </a:lnTo>
                <a:lnTo>
                  <a:pt x="571" y="111"/>
                </a:lnTo>
                <a:lnTo>
                  <a:pt x="572" y="111"/>
                </a:lnTo>
                <a:lnTo>
                  <a:pt x="573" y="111"/>
                </a:lnTo>
                <a:lnTo>
                  <a:pt x="574" y="111"/>
                </a:lnTo>
                <a:lnTo>
                  <a:pt x="574" y="110"/>
                </a:lnTo>
                <a:lnTo>
                  <a:pt x="575" y="110"/>
                </a:lnTo>
                <a:lnTo>
                  <a:pt x="575" y="109"/>
                </a:lnTo>
                <a:lnTo>
                  <a:pt x="576" y="109"/>
                </a:lnTo>
                <a:lnTo>
                  <a:pt x="576" y="110"/>
                </a:lnTo>
                <a:lnTo>
                  <a:pt x="577" y="110"/>
                </a:lnTo>
                <a:lnTo>
                  <a:pt x="578" y="110"/>
                </a:lnTo>
                <a:lnTo>
                  <a:pt x="578" y="111"/>
                </a:lnTo>
                <a:lnTo>
                  <a:pt x="579" y="111"/>
                </a:lnTo>
                <a:lnTo>
                  <a:pt x="578" y="111"/>
                </a:lnTo>
                <a:lnTo>
                  <a:pt x="578" y="112"/>
                </a:lnTo>
                <a:lnTo>
                  <a:pt x="577" y="113"/>
                </a:lnTo>
                <a:lnTo>
                  <a:pt x="576" y="113"/>
                </a:lnTo>
                <a:lnTo>
                  <a:pt x="576" y="114"/>
                </a:lnTo>
                <a:lnTo>
                  <a:pt x="577" y="114"/>
                </a:lnTo>
                <a:lnTo>
                  <a:pt x="578" y="114"/>
                </a:lnTo>
                <a:lnTo>
                  <a:pt x="579" y="114"/>
                </a:lnTo>
                <a:lnTo>
                  <a:pt x="580" y="114"/>
                </a:lnTo>
                <a:lnTo>
                  <a:pt x="580" y="115"/>
                </a:lnTo>
                <a:lnTo>
                  <a:pt x="580" y="116"/>
                </a:lnTo>
                <a:lnTo>
                  <a:pt x="579" y="117"/>
                </a:lnTo>
                <a:lnTo>
                  <a:pt x="579" y="116"/>
                </a:lnTo>
                <a:lnTo>
                  <a:pt x="578" y="116"/>
                </a:lnTo>
                <a:lnTo>
                  <a:pt x="578" y="118"/>
                </a:lnTo>
                <a:lnTo>
                  <a:pt x="579" y="118"/>
                </a:lnTo>
                <a:lnTo>
                  <a:pt x="579" y="119"/>
                </a:lnTo>
                <a:lnTo>
                  <a:pt x="580" y="119"/>
                </a:lnTo>
                <a:lnTo>
                  <a:pt x="580" y="118"/>
                </a:lnTo>
                <a:lnTo>
                  <a:pt x="581" y="118"/>
                </a:lnTo>
                <a:lnTo>
                  <a:pt x="581" y="119"/>
                </a:lnTo>
                <a:lnTo>
                  <a:pt x="581" y="120"/>
                </a:lnTo>
                <a:lnTo>
                  <a:pt x="580" y="120"/>
                </a:lnTo>
                <a:lnTo>
                  <a:pt x="579" y="121"/>
                </a:lnTo>
                <a:lnTo>
                  <a:pt x="579" y="122"/>
                </a:lnTo>
                <a:lnTo>
                  <a:pt x="580" y="122"/>
                </a:lnTo>
                <a:lnTo>
                  <a:pt x="581" y="122"/>
                </a:lnTo>
                <a:lnTo>
                  <a:pt x="581" y="123"/>
                </a:lnTo>
                <a:lnTo>
                  <a:pt x="581" y="124"/>
                </a:lnTo>
                <a:lnTo>
                  <a:pt x="581" y="125"/>
                </a:lnTo>
                <a:lnTo>
                  <a:pt x="581" y="126"/>
                </a:lnTo>
                <a:lnTo>
                  <a:pt x="582" y="126"/>
                </a:lnTo>
                <a:lnTo>
                  <a:pt x="583" y="126"/>
                </a:lnTo>
                <a:lnTo>
                  <a:pt x="583" y="127"/>
                </a:lnTo>
                <a:lnTo>
                  <a:pt x="583" y="128"/>
                </a:lnTo>
                <a:lnTo>
                  <a:pt x="584" y="128"/>
                </a:lnTo>
                <a:lnTo>
                  <a:pt x="584" y="129"/>
                </a:lnTo>
                <a:lnTo>
                  <a:pt x="584" y="130"/>
                </a:lnTo>
                <a:lnTo>
                  <a:pt x="584" y="131"/>
                </a:lnTo>
                <a:lnTo>
                  <a:pt x="584" y="132"/>
                </a:lnTo>
                <a:lnTo>
                  <a:pt x="584" y="133"/>
                </a:lnTo>
                <a:lnTo>
                  <a:pt x="584" y="134"/>
                </a:lnTo>
                <a:lnTo>
                  <a:pt x="584" y="135"/>
                </a:lnTo>
                <a:lnTo>
                  <a:pt x="584" y="136"/>
                </a:lnTo>
                <a:lnTo>
                  <a:pt x="583" y="137"/>
                </a:lnTo>
                <a:lnTo>
                  <a:pt x="583" y="138"/>
                </a:lnTo>
                <a:lnTo>
                  <a:pt x="583" y="139"/>
                </a:lnTo>
                <a:lnTo>
                  <a:pt x="583" y="140"/>
                </a:lnTo>
                <a:lnTo>
                  <a:pt x="583" y="141"/>
                </a:lnTo>
                <a:lnTo>
                  <a:pt x="584" y="142"/>
                </a:lnTo>
                <a:lnTo>
                  <a:pt x="585" y="143"/>
                </a:lnTo>
                <a:lnTo>
                  <a:pt x="586" y="143"/>
                </a:lnTo>
                <a:lnTo>
                  <a:pt x="586" y="144"/>
                </a:lnTo>
                <a:lnTo>
                  <a:pt x="586" y="143"/>
                </a:lnTo>
                <a:lnTo>
                  <a:pt x="587" y="143"/>
                </a:lnTo>
                <a:lnTo>
                  <a:pt x="588" y="143"/>
                </a:lnTo>
                <a:lnTo>
                  <a:pt x="588" y="144"/>
                </a:lnTo>
                <a:lnTo>
                  <a:pt x="588" y="145"/>
                </a:lnTo>
                <a:lnTo>
                  <a:pt x="587" y="146"/>
                </a:lnTo>
                <a:lnTo>
                  <a:pt x="588" y="146"/>
                </a:lnTo>
                <a:lnTo>
                  <a:pt x="589" y="146"/>
                </a:lnTo>
                <a:lnTo>
                  <a:pt x="590" y="146"/>
                </a:lnTo>
                <a:lnTo>
                  <a:pt x="590" y="147"/>
                </a:lnTo>
                <a:lnTo>
                  <a:pt x="591" y="148"/>
                </a:lnTo>
                <a:lnTo>
                  <a:pt x="592" y="148"/>
                </a:lnTo>
                <a:lnTo>
                  <a:pt x="592" y="149"/>
                </a:lnTo>
                <a:lnTo>
                  <a:pt x="593" y="149"/>
                </a:lnTo>
                <a:lnTo>
                  <a:pt x="593" y="150"/>
                </a:lnTo>
                <a:lnTo>
                  <a:pt x="594" y="150"/>
                </a:lnTo>
                <a:lnTo>
                  <a:pt x="594" y="151"/>
                </a:lnTo>
                <a:lnTo>
                  <a:pt x="593" y="151"/>
                </a:lnTo>
                <a:lnTo>
                  <a:pt x="593" y="152"/>
                </a:lnTo>
                <a:lnTo>
                  <a:pt x="594" y="153"/>
                </a:lnTo>
                <a:lnTo>
                  <a:pt x="595" y="153"/>
                </a:lnTo>
                <a:lnTo>
                  <a:pt x="596" y="153"/>
                </a:lnTo>
                <a:lnTo>
                  <a:pt x="596" y="152"/>
                </a:lnTo>
                <a:lnTo>
                  <a:pt x="595" y="152"/>
                </a:lnTo>
                <a:lnTo>
                  <a:pt x="595" y="151"/>
                </a:lnTo>
                <a:lnTo>
                  <a:pt x="595" y="152"/>
                </a:lnTo>
                <a:lnTo>
                  <a:pt x="596" y="152"/>
                </a:lnTo>
                <a:lnTo>
                  <a:pt x="596" y="151"/>
                </a:lnTo>
                <a:lnTo>
                  <a:pt x="597" y="151"/>
                </a:lnTo>
                <a:lnTo>
                  <a:pt x="598" y="151"/>
                </a:lnTo>
                <a:lnTo>
                  <a:pt x="599" y="151"/>
                </a:lnTo>
                <a:lnTo>
                  <a:pt x="599" y="152"/>
                </a:lnTo>
                <a:lnTo>
                  <a:pt x="599" y="153"/>
                </a:lnTo>
                <a:lnTo>
                  <a:pt x="600" y="153"/>
                </a:lnTo>
                <a:lnTo>
                  <a:pt x="598" y="154"/>
                </a:lnTo>
                <a:lnTo>
                  <a:pt x="598" y="155"/>
                </a:lnTo>
                <a:lnTo>
                  <a:pt x="599" y="154"/>
                </a:lnTo>
                <a:lnTo>
                  <a:pt x="599" y="155"/>
                </a:lnTo>
                <a:lnTo>
                  <a:pt x="600" y="155"/>
                </a:lnTo>
                <a:lnTo>
                  <a:pt x="600" y="154"/>
                </a:lnTo>
                <a:lnTo>
                  <a:pt x="601" y="154"/>
                </a:lnTo>
                <a:lnTo>
                  <a:pt x="602" y="154"/>
                </a:lnTo>
                <a:lnTo>
                  <a:pt x="602" y="155"/>
                </a:lnTo>
                <a:lnTo>
                  <a:pt x="603" y="154"/>
                </a:lnTo>
                <a:lnTo>
                  <a:pt x="604" y="154"/>
                </a:lnTo>
                <a:lnTo>
                  <a:pt x="604" y="155"/>
                </a:lnTo>
                <a:lnTo>
                  <a:pt x="604" y="156"/>
                </a:lnTo>
                <a:lnTo>
                  <a:pt x="604" y="157"/>
                </a:lnTo>
                <a:lnTo>
                  <a:pt x="604" y="158"/>
                </a:lnTo>
                <a:lnTo>
                  <a:pt x="604" y="159"/>
                </a:lnTo>
                <a:lnTo>
                  <a:pt x="605" y="160"/>
                </a:lnTo>
                <a:lnTo>
                  <a:pt x="606" y="160"/>
                </a:lnTo>
                <a:lnTo>
                  <a:pt x="606" y="161"/>
                </a:lnTo>
                <a:lnTo>
                  <a:pt x="606" y="160"/>
                </a:lnTo>
                <a:lnTo>
                  <a:pt x="607" y="160"/>
                </a:lnTo>
                <a:lnTo>
                  <a:pt x="608" y="160"/>
                </a:lnTo>
                <a:lnTo>
                  <a:pt x="609" y="160"/>
                </a:lnTo>
                <a:lnTo>
                  <a:pt x="610" y="160"/>
                </a:lnTo>
                <a:lnTo>
                  <a:pt x="611" y="161"/>
                </a:lnTo>
                <a:lnTo>
                  <a:pt x="612" y="161"/>
                </a:lnTo>
                <a:lnTo>
                  <a:pt x="612" y="160"/>
                </a:lnTo>
                <a:lnTo>
                  <a:pt x="613" y="160"/>
                </a:lnTo>
                <a:lnTo>
                  <a:pt x="613" y="161"/>
                </a:lnTo>
                <a:lnTo>
                  <a:pt x="613" y="162"/>
                </a:lnTo>
                <a:lnTo>
                  <a:pt x="614" y="162"/>
                </a:lnTo>
                <a:lnTo>
                  <a:pt x="614" y="163"/>
                </a:lnTo>
                <a:lnTo>
                  <a:pt x="615" y="163"/>
                </a:lnTo>
                <a:lnTo>
                  <a:pt x="615" y="162"/>
                </a:lnTo>
                <a:lnTo>
                  <a:pt x="616" y="162"/>
                </a:lnTo>
                <a:lnTo>
                  <a:pt x="616" y="163"/>
                </a:lnTo>
                <a:lnTo>
                  <a:pt x="617" y="163"/>
                </a:lnTo>
                <a:lnTo>
                  <a:pt x="617" y="164"/>
                </a:lnTo>
                <a:lnTo>
                  <a:pt x="619" y="164"/>
                </a:lnTo>
                <a:lnTo>
                  <a:pt x="619" y="165"/>
                </a:lnTo>
                <a:lnTo>
                  <a:pt x="620" y="165"/>
                </a:lnTo>
                <a:lnTo>
                  <a:pt x="620" y="166"/>
                </a:lnTo>
                <a:lnTo>
                  <a:pt x="621" y="166"/>
                </a:lnTo>
                <a:lnTo>
                  <a:pt x="622" y="166"/>
                </a:lnTo>
                <a:lnTo>
                  <a:pt x="623" y="165"/>
                </a:lnTo>
                <a:lnTo>
                  <a:pt x="624" y="165"/>
                </a:lnTo>
                <a:lnTo>
                  <a:pt x="625" y="165"/>
                </a:lnTo>
                <a:lnTo>
                  <a:pt x="626" y="165"/>
                </a:lnTo>
                <a:lnTo>
                  <a:pt x="627" y="165"/>
                </a:lnTo>
                <a:lnTo>
                  <a:pt x="628" y="165"/>
                </a:lnTo>
                <a:lnTo>
                  <a:pt x="629" y="165"/>
                </a:lnTo>
                <a:lnTo>
                  <a:pt x="630" y="165"/>
                </a:lnTo>
                <a:lnTo>
                  <a:pt x="631" y="164"/>
                </a:lnTo>
                <a:lnTo>
                  <a:pt x="632" y="164"/>
                </a:lnTo>
                <a:lnTo>
                  <a:pt x="632" y="165"/>
                </a:lnTo>
                <a:lnTo>
                  <a:pt x="631" y="166"/>
                </a:lnTo>
                <a:lnTo>
                  <a:pt x="632" y="166"/>
                </a:lnTo>
                <a:lnTo>
                  <a:pt x="631" y="166"/>
                </a:lnTo>
                <a:lnTo>
                  <a:pt x="631" y="167"/>
                </a:lnTo>
                <a:lnTo>
                  <a:pt x="630" y="168"/>
                </a:lnTo>
                <a:lnTo>
                  <a:pt x="630" y="169"/>
                </a:lnTo>
                <a:lnTo>
                  <a:pt x="631" y="168"/>
                </a:lnTo>
                <a:lnTo>
                  <a:pt x="632" y="168"/>
                </a:lnTo>
                <a:lnTo>
                  <a:pt x="633" y="167"/>
                </a:lnTo>
                <a:lnTo>
                  <a:pt x="634" y="167"/>
                </a:lnTo>
                <a:lnTo>
                  <a:pt x="634" y="168"/>
                </a:lnTo>
                <a:lnTo>
                  <a:pt x="633" y="168"/>
                </a:lnTo>
                <a:lnTo>
                  <a:pt x="633" y="169"/>
                </a:lnTo>
                <a:lnTo>
                  <a:pt x="634" y="170"/>
                </a:lnTo>
                <a:lnTo>
                  <a:pt x="635" y="170"/>
                </a:lnTo>
                <a:lnTo>
                  <a:pt x="635" y="169"/>
                </a:lnTo>
                <a:lnTo>
                  <a:pt x="636" y="169"/>
                </a:lnTo>
                <a:lnTo>
                  <a:pt x="636" y="170"/>
                </a:lnTo>
                <a:lnTo>
                  <a:pt x="637" y="170"/>
                </a:lnTo>
                <a:lnTo>
                  <a:pt x="638" y="170"/>
                </a:lnTo>
                <a:lnTo>
                  <a:pt x="638" y="169"/>
                </a:lnTo>
                <a:lnTo>
                  <a:pt x="639" y="168"/>
                </a:lnTo>
                <a:lnTo>
                  <a:pt x="640" y="167"/>
                </a:lnTo>
                <a:lnTo>
                  <a:pt x="641" y="167"/>
                </a:lnTo>
                <a:lnTo>
                  <a:pt x="641" y="168"/>
                </a:lnTo>
                <a:lnTo>
                  <a:pt x="642" y="168"/>
                </a:lnTo>
                <a:lnTo>
                  <a:pt x="643" y="167"/>
                </a:lnTo>
                <a:lnTo>
                  <a:pt x="644" y="168"/>
                </a:lnTo>
                <a:lnTo>
                  <a:pt x="645" y="168"/>
                </a:lnTo>
                <a:lnTo>
                  <a:pt x="646" y="167"/>
                </a:lnTo>
                <a:lnTo>
                  <a:pt x="646" y="168"/>
                </a:lnTo>
                <a:lnTo>
                  <a:pt x="647" y="168"/>
                </a:lnTo>
                <a:lnTo>
                  <a:pt x="647" y="169"/>
                </a:lnTo>
                <a:lnTo>
                  <a:pt x="647" y="170"/>
                </a:lnTo>
                <a:lnTo>
                  <a:pt x="648" y="170"/>
                </a:lnTo>
                <a:lnTo>
                  <a:pt x="648" y="171"/>
                </a:lnTo>
                <a:lnTo>
                  <a:pt x="649" y="171"/>
                </a:lnTo>
                <a:lnTo>
                  <a:pt x="649" y="170"/>
                </a:lnTo>
                <a:lnTo>
                  <a:pt x="650" y="171"/>
                </a:lnTo>
                <a:lnTo>
                  <a:pt x="651" y="171"/>
                </a:lnTo>
                <a:lnTo>
                  <a:pt x="651" y="170"/>
                </a:lnTo>
                <a:lnTo>
                  <a:pt x="651" y="169"/>
                </a:lnTo>
                <a:lnTo>
                  <a:pt x="652" y="169"/>
                </a:lnTo>
                <a:lnTo>
                  <a:pt x="652" y="170"/>
                </a:lnTo>
                <a:lnTo>
                  <a:pt x="653" y="170"/>
                </a:lnTo>
                <a:lnTo>
                  <a:pt x="654" y="170"/>
                </a:lnTo>
                <a:lnTo>
                  <a:pt x="655" y="169"/>
                </a:lnTo>
                <a:lnTo>
                  <a:pt x="656" y="169"/>
                </a:lnTo>
                <a:lnTo>
                  <a:pt x="657" y="170"/>
                </a:lnTo>
                <a:lnTo>
                  <a:pt x="659" y="171"/>
                </a:lnTo>
                <a:lnTo>
                  <a:pt x="659" y="170"/>
                </a:lnTo>
                <a:lnTo>
                  <a:pt x="659" y="169"/>
                </a:lnTo>
                <a:lnTo>
                  <a:pt x="660" y="169"/>
                </a:lnTo>
                <a:lnTo>
                  <a:pt x="660" y="168"/>
                </a:lnTo>
                <a:lnTo>
                  <a:pt x="661" y="168"/>
                </a:lnTo>
                <a:lnTo>
                  <a:pt x="662" y="168"/>
                </a:lnTo>
                <a:lnTo>
                  <a:pt x="663" y="166"/>
                </a:lnTo>
                <a:lnTo>
                  <a:pt x="664" y="167"/>
                </a:lnTo>
                <a:lnTo>
                  <a:pt x="665" y="167"/>
                </a:lnTo>
                <a:lnTo>
                  <a:pt x="665" y="168"/>
                </a:lnTo>
                <a:lnTo>
                  <a:pt x="665" y="167"/>
                </a:lnTo>
                <a:lnTo>
                  <a:pt x="666" y="167"/>
                </a:lnTo>
                <a:lnTo>
                  <a:pt x="667" y="166"/>
                </a:lnTo>
                <a:lnTo>
                  <a:pt x="668" y="167"/>
                </a:lnTo>
                <a:lnTo>
                  <a:pt x="668" y="168"/>
                </a:lnTo>
                <a:lnTo>
                  <a:pt x="670" y="167"/>
                </a:lnTo>
                <a:lnTo>
                  <a:pt x="670" y="166"/>
                </a:lnTo>
                <a:lnTo>
                  <a:pt x="669" y="166"/>
                </a:lnTo>
                <a:lnTo>
                  <a:pt x="669" y="165"/>
                </a:lnTo>
                <a:lnTo>
                  <a:pt x="670" y="165"/>
                </a:lnTo>
                <a:lnTo>
                  <a:pt x="671" y="165"/>
                </a:lnTo>
                <a:lnTo>
                  <a:pt x="672" y="165"/>
                </a:lnTo>
                <a:lnTo>
                  <a:pt x="672" y="164"/>
                </a:lnTo>
                <a:lnTo>
                  <a:pt x="671" y="164"/>
                </a:lnTo>
                <a:lnTo>
                  <a:pt x="671" y="163"/>
                </a:lnTo>
                <a:lnTo>
                  <a:pt x="671" y="162"/>
                </a:lnTo>
                <a:lnTo>
                  <a:pt x="671" y="161"/>
                </a:lnTo>
                <a:lnTo>
                  <a:pt x="672" y="161"/>
                </a:lnTo>
                <a:lnTo>
                  <a:pt x="673" y="162"/>
                </a:lnTo>
                <a:lnTo>
                  <a:pt x="674" y="162"/>
                </a:lnTo>
                <a:lnTo>
                  <a:pt x="675" y="162"/>
                </a:lnTo>
                <a:lnTo>
                  <a:pt x="675" y="161"/>
                </a:lnTo>
                <a:lnTo>
                  <a:pt x="675" y="160"/>
                </a:lnTo>
                <a:lnTo>
                  <a:pt x="674" y="160"/>
                </a:lnTo>
                <a:lnTo>
                  <a:pt x="673" y="160"/>
                </a:lnTo>
                <a:lnTo>
                  <a:pt x="673" y="159"/>
                </a:lnTo>
                <a:lnTo>
                  <a:pt x="674" y="159"/>
                </a:lnTo>
                <a:lnTo>
                  <a:pt x="675" y="159"/>
                </a:lnTo>
                <a:lnTo>
                  <a:pt x="675" y="158"/>
                </a:lnTo>
                <a:lnTo>
                  <a:pt x="674" y="157"/>
                </a:lnTo>
                <a:lnTo>
                  <a:pt x="674" y="156"/>
                </a:lnTo>
                <a:lnTo>
                  <a:pt x="675" y="155"/>
                </a:lnTo>
                <a:lnTo>
                  <a:pt x="676" y="156"/>
                </a:lnTo>
                <a:lnTo>
                  <a:pt x="676" y="157"/>
                </a:lnTo>
                <a:lnTo>
                  <a:pt x="676" y="158"/>
                </a:lnTo>
                <a:lnTo>
                  <a:pt x="677" y="158"/>
                </a:lnTo>
                <a:lnTo>
                  <a:pt x="677" y="157"/>
                </a:lnTo>
                <a:lnTo>
                  <a:pt x="678" y="157"/>
                </a:lnTo>
                <a:lnTo>
                  <a:pt x="679" y="157"/>
                </a:lnTo>
                <a:lnTo>
                  <a:pt x="679" y="156"/>
                </a:lnTo>
                <a:lnTo>
                  <a:pt x="680" y="155"/>
                </a:lnTo>
                <a:lnTo>
                  <a:pt x="680" y="154"/>
                </a:lnTo>
                <a:lnTo>
                  <a:pt x="681" y="154"/>
                </a:lnTo>
                <a:lnTo>
                  <a:pt x="682" y="155"/>
                </a:lnTo>
                <a:lnTo>
                  <a:pt x="683" y="155"/>
                </a:lnTo>
                <a:lnTo>
                  <a:pt x="684" y="155"/>
                </a:lnTo>
                <a:lnTo>
                  <a:pt x="684" y="154"/>
                </a:lnTo>
                <a:lnTo>
                  <a:pt x="684" y="153"/>
                </a:lnTo>
                <a:lnTo>
                  <a:pt x="684" y="152"/>
                </a:lnTo>
                <a:lnTo>
                  <a:pt x="685" y="152"/>
                </a:lnTo>
                <a:lnTo>
                  <a:pt x="685" y="151"/>
                </a:lnTo>
                <a:lnTo>
                  <a:pt x="685" y="150"/>
                </a:lnTo>
                <a:lnTo>
                  <a:pt x="686" y="150"/>
                </a:lnTo>
                <a:lnTo>
                  <a:pt x="686" y="149"/>
                </a:lnTo>
                <a:lnTo>
                  <a:pt x="687" y="149"/>
                </a:lnTo>
                <a:lnTo>
                  <a:pt x="687" y="148"/>
                </a:lnTo>
                <a:lnTo>
                  <a:pt x="687" y="147"/>
                </a:lnTo>
                <a:lnTo>
                  <a:pt x="688" y="147"/>
                </a:lnTo>
                <a:lnTo>
                  <a:pt x="688" y="146"/>
                </a:lnTo>
                <a:lnTo>
                  <a:pt x="690" y="145"/>
                </a:lnTo>
                <a:lnTo>
                  <a:pt x="690" y="144"/>
                </a:lnTo>
                <a:lnTo>
                  <a:pt x="690" y="143"/>
                </a:lnTo>
                <a:lnTo>
                  <a:pt x="691" y="143"/>
                </a:lnTo>
                <a:lnTo>
                  <a:pt x="691" y="144"/>
                </a:lnTo>
                <a:lnTo>
                  <a:pt x="692" y="145"/>
                </a:lnTo>
                <a:lnTo>
                  <a:pt x="693" y="145"/>
                </a:lnTo>
                <a:lnTo>
                  <a:pt x="694" y="144"/>
                </a:lnTo>
                <a:lnTo>
                  <a:pt x="695" y="143"/>
                </a:lnTo>
                <a:lnTo>
                  <a:pt x="695" y="142"/>
                </a:lnTo>
                <a:lnTo>
                  <a:pt x="696" y="142"/>
                </a:lnTo>
                <a:lnTo>
                  <a:pt x="697" y="142"/>
                </a:lnTo>
                <a:lnTo>
                  <a:pt x="698" y="141"/>
                </a:lnTo>
                <a:lnTo>
                  <a:pt x="699" y="141"/>
                </a:lnTo>
                <a:lnTo>
                  <a:pt x="700" y="141"/>
                </a:lnTo>
                <a:lnTo>
                  <a:pt x="700" y="140"/>
                </a:lnTo>
                <a:lnTo>
                  <a:pt x="701" y="139"/>
                </a:lnTo>
                <a:lnTo>
                  <a:pt x="702" y="139"/>
                </a:lnTo>
                <a:lnTo>
                  <a:pt x="703" y="139"/>
                </a:lnTo>
                <a:lnTo>
                  <a:pt x="703" y="138"/>
                </a:lnTo>
                <a:lnTo>
                  <a:pt x="703" y="137"/>
                </a:lnTo>
                <a:lnTo>
                  <a:pt x="704" y="137"/>
                </a:lnTo>
                <a:lnTo>
                  <a:pt x="705" y="137"/>
                </a:lnTo>
                <a:lnTo>
                  <a:pt x="706" y="138"/>
                </a:lnTo>
                <a:lnTo>
                  <a:pt x="707" y="138"/>
                </a:lnTo>
                <a:lnTo>
                  <a:pt x="708" y="138"/>
                </a:lnTo>
                <a:lnTo>
                  <a:pt x="708" y="137"/>
                </a:lnTo>
                <a:lnTo>
                  <a:pt x="708" y="136"/>
                </a:lnTo>
                <a:lnTo>
                  <a:pt x="709" y="136"/>
                </a:lnTo>
                <a:lnTo>
                  <a:pt x="710" y="135"/>
                </a:lnTo>
                <a:lnTo>
                  <a:pt x="711" y="135"/>
                </a:lnTo>
                <a:lnTo>
                  <a:pt x="712" y="135"/>
                </a:lnTo>
                <a:lnTo>
                  <a:pt x="714" y="135"/>
                </a:lnTo>
                <a:lnTo>
                  <a:pt x="714" y="136"/>
                </a:lnTo>
                <a:lnTo>
                  <a:pt x="714" y="137"/>
                </a:lnTo>
                <a:lnTo>
                  <a:pt x="714" y="138"/>
                </a:lnTo>
                <a:lnTo>
                  <a:pt x="715" y="138"/>
                </a:lnTo>
                <a:lnTo>
                  <a:pt x="715" y="137"/>
                </a:lnTo>
                <a:lnTo>
                  <a:pt x="715" y="136"/>
                </a:lnTo>
                <a:lnTo>
                  <a:pt x="716" y="136"/>
                </a:lnTo>
                <a:lnTo>
                  <a:pt x="716" y="137"/>
                </a:lnTo>
                <a:lnTo>
                  <a:pt x="717" y="136"/>
                </a:lnTo>
                <a:lnTo>
                  <a:pt x="719" y="137"/>
                </a:lnTo>
                <a:lnTo>
                  <a:pt x="720" y="138"/>
                </a:lnTo>
                <a:lnTo>
                  <a:pt x="722" y="138"/>
                </a:lnTo>
                <a:lnTo>
                  <a:pt x="723" y="139"/>
                </a:lnTo>
                <a:lnTo>
                  <a:pt x="722" y="140"/>
                </a:lnTo>
                <a:lnTo>
                  <a:pt x="722" y="141"/>
                </a:lnTo>
                <a:lnTo>
                  <a:pt x="723" y="141"/>
                </a:lnTo>
                <a:lnTo>
                  <a:pt x="725" y="141"/>
                </a:lnTo>
                <a:lnTo>
                  <a:pt x="726" y="142"/>
                </a:lnTo>
                <a:lnTo>
                  <a:pt x="726" y="143"/>
                </a:lnTo>
                <a:lnTo>
                  <a:pt x="727" y="143"/>
                </a:lnTo>
                <a:lnTo>
                  <a:pt x="728" y="143"/>
                </a:lnTo>
                <a:lnTo>
                  <a:pt x="729" y="144"/>
                </a:lnTo>
                <a:lnTo>
                  <a:pt x="730" y="144"/>
                </a:lnTo>
                <a:lnTo>
                  <a:pt x="731" y="144"/>
                </a:lnTo>
                <a:lnTo>
                  <a:pt x="732" y="144"/>
                </a:lnTo>
                <a:lnTo>
                  <a:pt x="733" y="144"/>
                </a:lnTo>
                <a:lnTo>
                  <a:pt x="733" y="143"/>
                </a:lnTo>
                <a:lnTo>
                  <a:pt x="735" y="143"/>
                </a:lnTo>
                <a:lnTo>
                  <a:pt x="736" y="143"/>
                </a:lnTo>
                <a:lnTo>
                  <a:pt x="736" y="144"/>
                </a:lnTo>
                <a:lnTo>
                  <a:pt x="736" y="145"/>
                </a:lnTo>
                <a:lnTo>
                  <a:pt x="737" y="145"/>
                </a:lnTo>
                <a:lnTo>
                  <a:pt x="738" y="145"/>
                </a:lnTo>
                <a:lnTo>
                  <a:pt x="739" y="145"/>
                </a:lnTo>
                <a:lnTo>
                  <a:pt x="739" y="144"/>
                </a:lnTo>
                <a:lnTo>
                  <a:pt x="741" y="144"/>
                </a:lnTo>
                <a:lnTo>
                  <a:pt x="741" y="145"/>
                </a:lnTo>
                <a:lnTo>
                  <a:pt x="742" y="146"/>
                </a:lnTo>
                <a:lnTo>
                  <a:pt x="743" y="146"/>
                </a:lnTo>
                <a:lnTo>
                  <a:pt x="744" y="146"/>
                </a:lnTo>
                <a:lnTo>
                  <a:pt x="745" y="147"/>
                </a:lnTo>
                <a:lnTo>
                  <a:pt x="745" y="148"/>
                </a:lnTo>
                <a:lnTo>
                  <a:pt x="745" y="149"/>
                </a:lnTo>
                <a:lnTo>
                  <a:pt x="746" y="150"/>
                </a:lnTo>
                <a:lnTo>
                  <a:pt x="746" y="151"/>
                </a:lnTo>
                <a:lnTo>
                  <a:pt x="747" y="151"/>
                </a:lnTo>
                <a:lnTo>
                  <a:pt x="747" y="152"/>
                </a:lnTo>
                <a:lnTo>
                  <a:pt x="747" y="151"/>
                </a:lnTo>
                <a:lnTo>
                  <a:pt x="748" y="151"/>
                </a:lnTo>
                <a:lnTo>
                  <a:pt x="748" y="150"/>
                </a:lnTo>
                <a:lnTo>
                  <a:pt x="749" y="150"/>
                </a:lnTo>
                <a:lnTo>
                  <a:pt x="749" y="151"/>
                </a:lnTo>
                <a:lnTo>
                  <a:pt x="750" y="150"/>
                </a:lnTo>
                <a:lnTo>
                  <a:pt x="750" y="148"/>
                </a:lnTo>
                <a:lnTo>
                  <a:pt x="751" y="148"/>
                </a:lnTo>
                <a:lnTo>
                  <a:pt x="752" y="148"/>
                </a:lnTo>
                <a:lnTo>
                  <a:pt x="752" y="149"/>
                </a:lnTo>
                <a:lnTo>
                  <a:pt x="753" y="151"/>
                </a:lnTo>
                <a:lnTo>
                  <a:pt x="754" y="151"/>
                </a:lnTo>
                <a:lnTo>
                  <a:pt x="754" y="150"/>
                </a:lnTo>
                <a:lnTo>
                  <a:pt x="754" y="149"/>
                </a:lnTo>
                <a:lnTo>
                  <a:pt x="755" y="148"/>
                </a:lnTo>
                <a:lnTo>
                  <a:pt x="756" y="148"/>
                </a:lnTo>
                <a:lnTo>
                  <a:pt x="757" y="148"/>
                </a:lnTo>
                <a:lnTo>
                  <a:pt x="758" y="148"/>
                </a:lnTo>
                <a:lnTo>
                  <a:pt x="759" y="147"/>
                </a:lnTo>
                <a:lnTo>
                  <a:pt x="762" y="147"/>
                </a:lnTo>
                <a:lnTo>
                  <a:pt x="763" y="146"/>
                </a:lnTo>
                <a:lnTo>
                  <a:pt x="764" y="146"/>
                </a:lnTo>
                <a:lnTo>
                  <a:pt x="765" y="146"/>
                </a:lnTo>
                <a:lnTo>
                  <a:pt x="767" y="147"/>
                </a:lnTo>
                <a:lnTo>
                  <a:pt x="767" y="146"/>
                </a:lnTo>
                <a:lnTo>
                  <a:pt x="768" y="146"/>
                </a:lnTo>
                <a:lnTo>
                  <a:pt x="769" y="146"/>
                </a:lnTo>
                <a:lnTo>
                  <a:pt x="769" y="145"/>
                </a:lnTo>
                <a:lnTo>
                  <a:pt x="770" y="145"/>
                </a:lnTo>
                <a:lnTo>
                  <a:pt x="770" y="146"/>
                </a:lnTo>
                <a:lnTo>
                  <a:pt x="771" y="146"/>
                </a:lnTo>
                <a:lnTo>
                  <a:pt x="771" y="147"/>
                </a:lnTo>
                <a:lnTo>
                  <a:pt x="770" y="147"/>
                </a:lnTo>
                <a:lnTo>
                  <a:pt x="770" y="148"/>
                </a:lnTo>
                <a:lnTo>
                  <a:pt x="770" y="149"/>
                </a:lnTo>
                <a:lnTo>
                  <a:pt x="771" y="149"/>
                </a:lnTo>
                <a:lnTo>
                  <a:pt x="772" y="149"/>
                </a:lnTo>
                <a:lnTo>
                  <a:pt x="772" y="150"/>
                </a:lnTo>
                <a:lnTo>
                  <a:pt x="773" y="150"/>
                </a:lnTo>
                <a:lnTo>
                  <a:pt x="773" y="151"/>
                </a:lnTo>
                <a:lnTo>
                  <a:pt x="774" y="151"/>
                </a:lnTo>
                <a:lnTo>
                  <a:pt x="774" y="152"/>
                </a:lnTo>
                <a:lnTo>
                  <a:pt x="774" y="153"/>
                </a:lnTo>
                <a:lnTo>
                  <a:pt x="774" y="154"/>
                </a:lnTo>
                <a:lnTo>
                  <a:pt x="774" y="156"/>
                </a:lnTo>
                <a:lnTo>
                  <a:pt x="774" y="158"/>
                </a:lnTo>
                <a:lnTo>
                  <a:pt x="775" y="159"/>
                </a:lnTo>
                <a:lnTo>
                  <a:pt x="776" y="159"/>
                </a:lnTo>
                <a:lnTo>
                  <a:pt x="777" y="159"/>
                </a:lnTo>
                <a:lnTo>
                  <a:pt x="779" y="161"/>
                </a:lnTo>
                <a:lnTo>
                  <a:pt x="780" y="162"/>
                </a:lnTo>
                <a:lnTo>
                  <a:pt x="780" y="163"/>
                </a:lnTo>
                <a:lnTo>
                  <a:pt x="781" y="164"/>
                </a:lnTo>
                <a:lnTo>
                  <a:pt x="782" y="164"/>
                </a:lnTo>
                <a:lnTo>
                  <a:pt x="782" y="166"/>
                </a:lnTo>
                <a:lnTo>
                  <a:pt x="783" y="166"/>
                </a:lnTo>
                <a:lnTo>
                  <a:pt x="784" y="167"/>
                </a:lnTo>
                <a:lnTo>
                  <a:pt x="785" y="167"/>
                </a:lnTo>
                <a:lnTo>
                  <a:pt x="786" y="167"/>
                </a:lnTo>
                <a:lnTo>
                  <a:pt x="786" y="168"/>
                </a:lnTo>
                <a:lnTo>
                  <a:pt x="787" y="169"/>
                </a:lnTo>
                <a:lnTo>
                  <a:pt x="788" y="169"/>
                </a:lnTo>
                <a:lnTo>
                  <a:pt x="789" y="169"/>
                </a:lnTo>
                <a:lnTo>
                  <a:pt x="789" y="170"/>
                </a:lnTo>
                <a:lnTo>
                  <a:pt x="788" y="171"/>
                </a:lnTo>
                <a:lnTo>
                  <a:pt x="787" y="172"/>
                </a:lnTo>
                <a:lnTo>
                  <a:pt x="788" y="172"/>
                </a:lnTo>
                <a:lnTo>
                  <a:pt x="789" y="172"/>
                </a:lnTo>
                <a:lnTo>
                  <a:pt x="790" y="172"/>
                </a:lnTo>
                <a:lnTo>
                  <a:pt x="791" y="172"/>
                </a:lnTo>
                <a:lnTo>
                  <a:pt x="791" y="173"/>
                </a:lnTo>
                <a:lnTo>
                  <a:pt x="793" y="175"/>
                </a:lnTo>
                <a:lnTo>
                  <a:pt x="793" y="176"/>
                </a:lnTo>
                <a:lnTo>
                  <a:pt x="794" y="176"/>
                </a:lnTo>
                <a:lnTo>
                  <a:pt x="795" y="177"/>
                </a:lnTo>
                <a:lnTo>
                  <a:pt x="794" y="178"/>
                </a:lnTo>
                <a:lnTo>
                  <a:pt x="795" y="178"/>
                </a:lnTo>
                <a:lnTo>
                  <a:pt x="796" y="178"/>
                </a:lnTo>
                <a:lnTo>
                  <a:pt x="796" y="179"/>
                </a:lnTo>
                <a:lnTo>
                  <a:pt x="797" y="180"/>
                </a:lnTo>
                <a:lnTo>
                  <a:pt x="797" y="181"/>
                </a:lnTo>
                <a:lnTo>
                  <a:pt x="796" y="181"/>
                </a:lnTo>
                <a:lnTo>
                  <a:pt x="797" y="181"/>
                </a:lnTo>
                <a:lnTo>
                  <a:pt x="797" y="182"/>
                </a:lnTo>
                <a:lnTo>
                  <a:pt x="797" y="183"/>
                </a:lnTo>
                <a:lnTo>
                  <a:pt x="798" y="184"/>
                </a:lnTo>
                <a:lnTo>
                  <a:pt x="798" y="185"/>
                </a:lnTo>
                <a:lnTo>
                  <a:pt x="798" y="186"/>
                </a:lnTo>
                <a:lnTo>
                  <a:pt x="798" y="187"/>
                </a:lnTo>
                <a:lnTo>
                  <a:pt x="797" y="187"/>
                </a:lnTo>
                <a:lnTo>
                  <a:pt x="797" y="186"/>
                </a:lnTo>
                <a:lnTo>
                  <a:pt x="796" y="186"/>
                </a:lnTo>
                <a:lnTo>
                  <a:pt x="796" y="187"/>
                </a:lnTo>
                <a:lnTo>
                  <a:pt x="796" y="189"/>
                </a:lnTo>
                <a:lnTo>
                  <a:pt x="795" y="189"/>
                </a:lnTo>
                <a:lnTo>
                  <a:pt x="794" y="189"/>
                </a:lnTo>
                <a:lnTo>
                  <a:pt x="792" y="190"/>
                </a:lnTo>
                <a:lnTo>
                  <a:pt x="791" y="190"/>
                </a:lnTo>
                <a:lnTo>
                  <a:pt x="791" y="191"/>
                </a:lnTo>
                <a:lnTo>
                  <a:pt x="790" y="191"/>
                </a:lnTo>
                <a:lnTo>
                  <a:pt x="790" y="192"/>
                </a:lnTo>
                <a:lnTo>
                  <a:pt x="790" y="193"/>
                </a:lnTo>
                <a:lnTo>
                  <a:pt x="789" y="193"/>
                </a:lnTo>
                <a:lnTo>
                  <a:pt x="789" y="194"/>
                </a:lnTo>
                <a:lnTo>
                  <a:pt x="788" y="194"/>
                </a:lnTo>
                <a:lnTo>
                  <a:pt x="788" y="195"/>
                </a:lnTo>
                <a:lnTo>
                  <a:pt x="788" y="197"/>
                </a:lnTo>
                <a:lnTo>
                  <a:pt x="788" y="198"/>
                </a:lnTo>
                <a:lnTo>
                  <a:pt x="788" y="199"/>
                </a:lnTo>
                <a:lnTo>
                  <a:pt x="789" y="201"/>
                </a:lnTo>
                <a:lnTo>
                  <a:pt x="788" y="202"/>
                </a:lnTo>
                <a:lnTo>
                  <a:pt x="788" y="204"/>
                </a:lnTo>
                <a:lnTo>
                  <a:pt x="788" y="205"/>
                </a:lnTo>
                <a:lnTo>
                  <a:pt x="788" y="206"/>
                </a:lnTo>
                <a:lnTo>
                  <a:pt x="788" y="208"/>
                </a:lnTo>
                <a:lnTo>
                  <a:pt x="788" y="209"/>
                </a:lnTo>
                <a:lnTo>
                  <a:pt x="789" y="210"/>
                </a:lnTo>
                <a:lnTo>
                  <a:pt x="789" y="211"/>
                </a:lnTo>
                <a:lnTo>
                  <a:pt x="790" y="213"/>
                </a:lnTo>
                <a:lnTo>
                  <a:pt x="790" y="214"/>
                </a:lnTo>
                <a:lnTo>
                  <a:pt x="791" y="215"/>
                </a:lnTo>
                <a:lnTo>
                  <a:pt x="791" y="216"/>
                </a:lnTo>
                <a:lnTo>
                  <a:pt x="791" y="217"/>
                </a:lnTo>
                <a:lnTo>
                  <a:pt x="792" y="218"/>
                </a:lnTo>
                <a:lnTo>
                  <a:pt x="792" y="219"/>
                </a:lnTo>
                <a:lnTo>
                  <a:pt x="793" y="220"/>
                </a:lnTo>
                <a:lnTo>
                  <a:pt x="794" y="221"/>
                </a:lnTo>
                <a:lnTo>
                  <a:pt x="795" y="222"/>
                </a:lnTo>
                <a:lnTo>
                  <a:pt x="796" y="224"/>
                </a:lnTo>
                <a:lnTo>
                  <a:pt x="798" y="225"/>
                </a:lnTo>
                <a:lnTo>
                  <a:pt x="798" y="226"/>
                </a:lnTo>
                <a:lnTo>
                  <a:pt x="799" y="226"/>
                </a:lnTo>
                <a:lnTo>
                  <a:pt x="799" y="227"/>
                </a:lnTo>
                <a:lnTo>
                  <a:pt x="800" y="227"/>
                </a:lnTo>
                <a:lnTo>
                  <a:pt x="800" y="228"/>
                </a:lnTo>
                <a:lnTo>
                  <a:pt x="801" y="228"/>
                </a:lnTo>
                <a:lnTo>
                  <a:pt x="801" y="229"/>
                </a:lnTo>
                <a:lnTo>
                  <a:pt x="801" y="230"/>
                </a:lnTo>
                <a:lnTo>
                  <a:pt x="801" y="231"/>
                </a:lnTo>
                <a:lnTo>
                  <a:pt x="801" y="232"/>
                </a:lnTo>
                <a:lnTo>
                  <a:pt x="801" y="233"/>
                </a:lnTo>
                <a:lnTo>
                  <a:pt x="801" y="236"/>
                </a:lnTo>
                <a:lnTo>
                  <a:pt x="801" y="237"/>
                </a:lnTo>
                <a:lnTo>
                  <a:pt x="802" y="238"/>
                </a:lnTo>
                <a:lnTo>
                  <a:pt x="802" y="239"/>
                </a:lnTo>
                <a:lnTo>
                  <a:pt x="803" y="239"/>
                </a:lnTo>
                <a:lnTo>
                  <a:pt x="804" y="240"/>
                </a:lnTo>
                <a:lnTo>
                  <a:pt x="804" y="241"/>
                </a:lnTo>
                <a:lnTo>
                  <a:pt x="804" y="242"/>
                </a:lnTo>
                <a:lnTo>
                  <a:pt x="804" y="243"/>
                </a:lnTo>
                <a:lnTo>
                  <a:pt x="804" y="244"/>
                </a:lnTo>
                <a:lnTo>
                  <a:pt x="804" y="245"/>
                </a:lnTo>
                <a:lnTo>
                  <a:pt x="805" y="246"/>
                </a:lnTo>
                <a:lnTo>
                  <a:pt x="805" y="249"/>
                </a:lnTo>
                <a:lnTo>
                  <a:pt x="804" y="250"/>
                </a:lnTo>
                <a:lnTo>
                  <a:pt x="804" y="251"/>
                </a:lnTo>
                <a:lnTo>
                  <a:pt x="804" y="252"/>
                </a:lnTo>
                <a:lnTo>
                  <a:pt x="805" y="253"/>
                </a:lnTo>
                <a:lnTo>
                  <a:pt x="806" y="253"/>
                </a:lnTo>
                <a:lnTo>
                  <a:pt x="807" y="254"/>
                </a:lnTo>
                <a:lnTo>
                  <a:pt x="807" y="255"/>
                </a:lnTo>
                <a:lnTo>
                  <a:pt x="808" y="256"/>
                </a:lnTo>
                <a:lnTo>
                  <a:pt x="808" y="257"/>
                </a:lnTo>
                <a:lnTo>
                  <a:pt x="808" y="258"/>
                </a:lnTo>
                <a:lnTo>
                  <a:pt x="809" y="257"/>
                </a:lnTo>
                <a:lnTo>
                  <a:pt x="810" y="257"/>
                </a:lnTo>
                <a:lnTo>
                  <a:pt x="810" y="256"/>
                </a:lnTo>
                <a:lnTo>
                  <a:pt x="810" y="255"/>
                </a:lnTo>
                <a:lnTo>
                  <a:pt x="812" y="253"/>
                </a:lnTo>
                <a:lnTo>
                  <a:pt x="812" y="252"/>
                </a:lnTo>
                <a:lnTo>
                  <a:pt x="813" y="251"/>
                </a:lnTo>
                <a:lnTo>
                  <a:pt x="813" y="250"/>
                </a:lnTo>
                <a:lnTo>
                  <a:pt x="812" y="249"/>
                </a:lnTo>
                <a:lnTo>
                  <a:pt x="812" y="248"/>
                </a:lnTo>
                <a:lnTo>
                  <a:pt x="813" y="246"/>
                </a:lnTo>
                <a:lnTo>
                  <a:pt x="816" y="246"/>
                </a:lnTo>
                <a:lnTo>
                  <a:pt x="817" y="246"/>
                </a:lnTo>
                <a:lnTo>
                  <a:pt x="818" y="246"/>
                </a:lnTo>
                <a:lnTo>
                  <a:pt x="819" y="247"/>
                </a:lnTo>
                <a:lnTo>
                  <a:pt x="819" y="246"/>
                </a:lnTo>
                <a:lnTo>
                  <a:pt x="819" y="245"/>
                </a:lnTo>
                <a:lnTo>
                  <a:pt x="820" y="245"/>
                </a:lnTo>
                <a:lnTo>
                  <a:pt x="820" y="244"/>
                </a:lnTo>
                <a:lnTo>
                  <a:pt x="821" y="244"/>
                </a:lnTo>
                <a:lnTo>
                  <a:pt x="821" y="243"/>
                </a:lnTo>
                <a:lnTo>
                  <a:pt x="822" y="242"/>
                </a:lnTo>
                <a:lnTo>
                  <a:pt x="822" y="241"/>
                </a:lnTo>
                <a:lnTo>
                  <a:pt x="822" y="239"/>
                </a:lnTo>
                <a:lnTo>
                  <a:pt x="822" y="238"/>
                </a:lnTo>
                <a:lnTo>
                  <a:pt x="823" y="238"/>
                </a:lnTo>
                <a:lnTo>
                  <a:pt x="823" y="239"/>
                </a:lnTo>
                <a:lnTo>
                  <a:pt x="824" y="238"/>
                </a:lnTo>
                <a:lnTo>
                  <a:pt x="825" y="237"/>
                </a:lnTo>
                <a:lnTo>
                  <a:pt x="826" y="237"/>
                </a:lnTo>
                <a:lnTo>
                  <a:pt x="827" y="237"/>
                </a:lnTo>
                <a:lnTo>
                  <a:pt x="827" y="236"/>
                </a:lnTo>
                <a:lnTo>
                  <a:pt x="828" y="236"/>
                </a:lnTo>
                <a:lnTo>
                  <a:pt x="829" y="237"/>
                </a:lnTo>
                <a:lnTo>
                  <a:pt x="830" y="237"/>
                </a:lnTo>
                <a:lnTo>
                  <a:pt x="830" y="236"/>
                </a:lnTo>
                <a:lnTo>
                  <a:pt x="830" y="237"/>
                </a:lnTo>
                <a:lnTo>
                  <a:pt x="831" y="237"/>
                </a:lnTo>
                <a:lnTo>
                  <a:pt x="830" y="238"/>
                </a:lnTo>
                <a:lnTo>
                  <a:pt x="829" y="239"/>
                </a:lnTo>
                <a:lnTo>
                  <a:pt x="829" y="241"/>
                </a:lnTo>
                <a:lnTo>
                  <a:pt x="830" y="241"/>
                </a:lnTo>
                <a:lnTo>
                  <a:pt x="831" y="241"/>
                </a:lnTo>
                <a:lnTo>
                  <a:pt x="832" y="241"/>
                </a:lnTo>
                <a:lnTo>
                  <a:pt x="833" y="241"/>
                </a:lnTo>
                <a:lnTo>
                  <a:pt x="834" y="241"/>
                </a:lnTo>
                <a:lnTo>
                  <a:pt x="835" y="241"/>
                </a:lnTo>
                <a:lnTo>
                  <a:pt x="836" y="242"/>
                </a:lnTo>
                <a:lnTo>
                  <a:pt x="837" y="242"/>
                </a:lnTo>
                <a:lnTo>
                  <a:pt x="837" y="241"/>
                </a:lnTo>
                <a:lnTo>
                  <a:pt x="837" y="239"/>
                </a:lnTo>
                <a:lnTo>
                  <a:pt x="837" y="238"/>
                </a:lnTo>
                <a:lnTo>
                  <a:pt x="837" y="237"/>
                </a:lnTo>
                <a:lnTo>
                  <a:pt x="837" y="236"/>
                </a:lnTo>
                <a:lnTo>
                  <a:pt x="837" y="235"/>
                </a:lnTo>
                <a:lnTo>
                  <a:pt x="838" y="235"/>
                </a:lnTo>
                <a:lnTo>
                  <a:pt x="842" y="235"/>
                </a:lnTo>
                <a:lnTo>
                  <a:pt x="844" y="235"/>
                </a:lnTo>
                <a:lnTo>
                  <a:pt x="845" y="235"/>
                </a:lnTo>
                <a:lnTo>
                  <a:pt x="846" y="235"/>
                </a:lnTo>
                <a:lnTo>
                  <a:pt x="847" y="234"/>
                </a:lnTo>
                <a:lnTo>
                  <a:pt x="848" y="234"/>
                </a:lnTo>
                <a:lnTo>
                  <a:pt x="851" y="234"/>
                </a:lnTo>
                <a:lnTo>
                  <a:pt x="853" y="234"/>
                </a:lnTo>
                <a:lnTo>
                  <a:pt x="854" y="233"/>
                </a:lnTo>
                <a:lnTo>
                  <a:pt x="855" y="233"/>
                </a:lnTo>
                <a:lnTo>
                  <a:pt x="856" y="234"/>
                </a:lnTo>
                <a:lnTo>
                  <a:pt x="857" y="234"/>
                </a:lnTo>
                <a:lnTo>
                  <a:pt x="857" y="235"/>
                </a:lnTo>
                <a:lnTo>
                  <a:pt x="858" y="235"/>
                </a:lnTo>
                <a:lnTo>
                  <a:pt x="860" y="235"/>
                </a:lnTo>
                <a:lnTo>
                  <a:pt x="860" y="236"/>
                </a:lnTo>
                <a:lnTo>
                  <a:pt x="861" y="236"/>
                </a:lnTo>
                <a:lnTo>
                  <a:pt x="862" y="236"/>
                </a:lnTo>
                <a:lnTo>
                  <a:pt x="862" y="235"/>
                </a:lnTo>
                <a:lnTo>
                  <a:pt x="863" y="235"/>
                </a:lnTo>
                <a:lnTo>
                  <a:pt x="865" y="236"/>
                </a:lnTo>
                <a:lnTo>
                  <a:pt x="866" y="236"/>
                </a:lnTo>
                <a:lnTo>
                  <a:pt x="867" y="236"/>
                </a:lnTo>
                <a:lnTo>
                  <a:pt x="867" y="237"/>
                </a:lnTo>
                <a:lnTo>
                  <a:pt x="868" y="237"/>
                </a:lnTo>
                <a:lnTo>
                  <a:pt x="869" y="237"/>
                </a:lnTo>
                <a:lnTo>
                  <a:pt x="869" y="236"/>
                </a:lnTo>
                <a:lnTo>
                  <a:pt x="870" y="236"/>
                </a:lnTo>
                <a:lnTo>
                  <a:pt x="870" y="237"/>
                </a:lnTo>
                <a:lnTo>
                  <a:pt x="871" y="237"/>
                </a:lnTo>
                <a:lnTo>
                  <a:pt x="872" y="237"/>
                </a:lnTo>
                <a:lnTo>
                  <a:pt x="872" y="238"/>
                </a:lnTo>
                <a:lnTo>
                  <a:pt x="872" y="239"/>
                </a:lnTo>
                <a:lnTo>
                  <a:pt x="873" y="239"/>
                </a:lnTo>
                <a:lnTo>
                  <a:pt x="874" y="239"/>
                </a:lnTo>
                <a:lnTo>
                  <a:pt x="875" y="239"/>
                </a:lnTo>
                <a:lnTo>
                  <a:pt x="875" y="240"/>
                </a:lnTo>
                <a:lnTo>
                  <a:pt x="877" y="240"/>
                </a:lnTo>
                <a:lnTo>
                  <a:pt x="878" y="239"/>
                </a:lnTo>
                <a:lnTo>
                  <a:pt x="879" y="239"/>
                </a:lnTo>
                <a:lnTo>
                  <a:pt x="880" y="240"/>
                </a:lnTo>
                <a:lnTo>
                  <a:pt x="881" y="241"/>
                </a:lnTo>
                <a:lnTo>
                  <a:pt x="881" y="242"/>
                </a:lnTo>
                <a:lnTo>
                  <a:pt x="882" y="242"/>
                </a:lnTo>
                <a:lnTo>
                  <a:pt x="882" y="243"/>
                </a:lnTo>
                <a:lnTo>
                  <a:pt x="883" y="244"/>
                </a:lnTo>
                <a:lnTo>
                  <a:pt x="882" y="244"/>
                </a:lnTo>
                <a:lnTo>
                  <a:pt x="882" y="245"/>
                </a:lnTo>
                <a:lnTo>
                  <a:pt x="881" y="246"/>
                </a:lnTo>
                <a:lnTo>
                  <a:pt x="880" y="247"/>
                </a:lnTo>
                <a:lnTo>
                  <a:pt x="880" y="248"/>
                </a:lnTo>
                <a:lnTo>
                  <a:pt x="880" y="249"/>
                </a:lnTo>
                <a:lnTo>
                  <a:pt x="880" y="250"/>
                </a:lnTo>
                <a:lnTo>
                  <a:pt x="879" y="251"/>
                </a:lnTo>
                <a:lnTo>
                  <a:pt x="876" y="251"/>
                </a:lnTo>
                <a:lnTo>
                  <a:pt x="875" y="251"/>
                </a:lnTo>
                <a:lnTo>
                  <a:pt x="875" y="250"/>
                </a:lnTo>
                <a:lnTo>
                  <a:pt x="872" y="251"/>
                </a:lnTo>
                <a:lnTo>
                  <a:pt x="871" y="252"/>
                </a:lnTo>
                <a:lnTo>
                  <a:pt x="871" y="253"/>
                </a:lnTo>
                <a:lnTo>
                  <a:pt x="871" y="254"/>
                </a:lnTo>
                <a:lnTo>
                  <a:pt x="870" y="254"/>
                </a:lnTo>
                <a:lnTo>
                  <a:pt x="870" y="255"/>
                </a:lnTo>
                <a:lnTo>
                  <a:pt x="870" y="256"/>
                </a:lnTo>
                <a:lnTo>
                  <a:pt x="871" y="256"/>
                </a:lnTo>
                <a:lnTo>
                  <a:pt x="871" y="257"/>
                </a:lnTo>
                <a:lnTo>
                  <a:pt x="872" y="257"/>
                </a:lnTo>
                <a:lnTo>
                  <a:pt x="872" y="258"/>
                </a:lnTo>
                <a:lnTo>
                  <a:pt x="871" y="259"/>
                </a:lnTo>
                <a:lnTo>
                  <a:pt x="871" y="260"/>
                </a:lnTo>
                <a:lnTo>
                  <a:pt x="871" y="261"/>
                </a:lnTo>
                <a:lnTo>
                  <a:pt x="872" y="263"/>
                </a:lnTo>
                <a:lnTo>
                  <a:pt x="873" y="264"/>
                </a:lnTo>
                <a:lnTo>
                  <a:pt x="874" y="266"/>
                </a:lnTo>
                <a:lnTo>
                  <a:pt x="875" y="266"/>
                </a:lnTo>
                <a:lnTo>
                  <a:pt x="877" y="266"/>
                </a:lnTo>
                <a:lnTo>
                  <a:pt x="878" y="266"/>
                </a:lnTo>
                <a:lnTo>
                  <a:pt x="878" y="267"/>
                </a:lnTo>
                <a:lnTo>
                  <a:pt x="879" y="268"/>
                </a:lnTo>
                <a:lnTo>
                  <a:pt x="879" y="269"/>
                </a:lnTo>
                <a:lnTo>
                  <a:pt x="879" y="270"/>
                </a:lnTo>
                <a:lnTo>
                  <a:pt x="879" y="271"/>
                </a:lnTo>
                <a:lnTo>
                  <a:pt x="879" y="272"/>
                </a:lnTo>
                <a:lnTo>
                  <a:pt x="879" y="273"/>
                </a:lnTo>
                <a:lnTo>
                  <a:pt x="878" y="273"/>
                </a:lnTo>
                <a:lnTo>
                  <a:pt x="878" y="274"/>
                </a:lnTo>
                <a:lnTo>
                  <a:pt x="877" y="275"/>
                </a:lnTo>
                <a:lnTo>
                  <a:pt x="877" y="277"/>
                </a:lnTo>
                <a:lnTo>
                  <a:pt x="878" y="277"/>
                </a:lnTo>
                <a:lnTo>
                  <a:pt x="879" y="277"/>
                </a:lnTo>
                <a:lnTo>
                  <a:pt x="880" y="277"/>
                </a:lnTo>
                <a:lnTo>
                  <a:pt x="881" y="278"/>
                </a:lnTo>
                <a:lnTo>
                  <a:pt x="882" y="278"/>
                </a:lnTo>
                <a:lnTo>
                  <a:pt x="882" y="279"/>
                </a:lnTo>
                <a:lnTo>
                  <a:pt x="883" y="279"/>
                </a:lnTo>
                <a:lnTo>
                  <a:pt x="884" y="280"/>
                </a:lnTo>
                <a:lnTo>
                  <a:pt x="884" y="281"/>
                </a:lnTo>
                <a:lnTo>
                  <a:pt x="884" y="282"/>
                </a:lnTo>
                <a:lnTo>
                  <a:pt x="885" y="284"/>
                </a:lnTo>
                <a:lnTo>
                  <a:pt x="885" y="283"/>
                </a:lnTo>
                <a:lnTo>
                  <a:pt x="886" y="283"/>
                </a:lnTo>
                <a:lnTo>
                  <a:pt x="887" y="283"/>
                </a:lnTo>
                <a:lnTo>
                  <a:pt x="887" y="284"/>
                </a:lnTo>
                <a:lnTo>
                  <a:pt x="887" y="285"/>
                </a:lnTo>
                <a:lnTo>
                  <a:pt x="888" y="285"/>
                </a:lnTo>
                <a:lnTo>
                  <a:pt x="889" y="286"/>
                </a:lnTo>
                <a:lnTo>
                  <a:pt x="890" y="286"/>
                </a:lnTo>
                <a:lnTo>
                  <a:pt x="891" y="287"/>
                </a:lnTo>
                <a:lnTo>
                  <a:pt x="891" y="288"/>
                </a:lnTo>
                <a:lnTo>
                  <a:pt x="892" y="288"/>
                </a:lnTo>
                <a:lnTo>
                  <a:pt x="893" y="288"/>
                </a:lnTo>
                <a:lnTo>
                  <a:pt x="893" y="289"/>
                </a:lnTo>
                <a:lnTo>
                  <a:pt x="894" y="289"/>
                </a:lnTo>
                <a:lnTo>
                  <a:pt x="895" y="291"/>
                </a:lnTo>
                <a:lnTo>
                  <a:pt x="895" y="292"/>
                </a:lnTo>
                <a:lnTo>
                  <a:pt x="896" y="292"/>
                </a:lnTo>
                <a:lnTo>
                  <a:pt x="897" y="292"/>
                </a:lnTo>
                <a:lnTo>
                  <a:pt x="898" y="293"/>
                </a:lnTo>
                <a:lnTo>
                  <a:pt x="898" y="294"/>
                </a:lnTo>
                <a:lnTo>
                  <a:pt x="899" y="294"/>
                </a:lnTo>
                <a:lnTo>
                  <a:pt x="900" y="294"/>
                </a:lnTo>
                <a:lnTo>
                  <a:pt x="901" y="295"/>
                </a:lnTo>
                <a:lnTo>
                  <a:pt x="902" y="296"/>
                </a:lnTo>
                <a:lnTo>
                  <a:pt x="903" y="296"/>
                </a:lnTo>
                <a:lnTo>
                  <a:pt x="903" y="297"/>
                </a:lnTo>
                <a:lnTo>
                  <a:pt x="903" y="298"/>
                </a:lnTo>
                <a:lnTo>
                  <a:pt x="902" y="298"/>
                </a:lnTo>
                <a:lnTo>
                  <a:pt x="902" y="299"/>
                </a:lnTo>
                <a:lnTo>
                  <a:pt x="903" y="299"/>
                </a:lnTo>
                <a:lnTo>
                  <a:pt x="903" y="300"/>
                </a:lnTo>
                <a:lnTo>
                  <a:pt x="904" y="301"/>
                </a:lnTo>
                <a:lnTo>
                  <a:pt x="904" y="302"/>
                </a:lnTo>
                <a:lnTo>
                  <a:pt x="903" y="302"/>
                </a:lnTo>
                <a:lnTo>
                  <a:pt x="902" y="304"/>
                </a:lnTo>
                <a:lnTo>
                  <a:pt x="902" y="305"/>
                </a:lnTo>
                <a:lnTo>
                  <a:pt x="902" y="306"/>
                </a:lnTo>
                <a:lnTo>
                  <a:pt x="901" y="306"/>
                </a:lnTo>
                <a:lnTo>
                  <a:pt x="901" y="308"/>
                </a:lnTo>
                <a:lnTo>
                  <a:pt x="902" y="308"/>
                </a:lnTo>
                <a:lnTo>
                  <a:pt x="902" y="309"/>
                </a:lnTo>
                <a:lnTo>
                  <a:pt x="903" y="309"/>
                </a:lnTo>
                <a:lnTo>
                  <a:pt x="903" y="310"/>
                </a:lnTo>
                <a:lnTo>
                  <a:pt x="904" y="311"/>
                </a:lnTo>
                <a:lnTo>
                  <a:pt x="904" y="312"/>
                </a:lnTo>
                <a:lnTo>
                  <a:pt x="905" y="312"/>
                </a:lnTo>
                <a:lnTo>
                  <a:pt x="905" y="313"/>
                </a:lnTo>
                <a:lnTo>
                  <a:pt x="906" y="313"/>
                </a:lnTo>
                <a:lnTo>
                  <a:pt x="907" y="314"/>
                </a:lnTo>
                <a:lnTo>
                  <a:pt x="907" y="315"/>
                </a:lnTo>
                <a:lnTo>
                  <a:pt x="908" y="315"/>
                </a:lnTo>
                <a:lnTo>
                  <a:pt x="909" y="315"/>
                </a:lnTo>
                <a:lnTo>
                  <a:pt x="909" y="314"/>
                </a:lnTo>
                <a:lnTo>
                  <a:pt x="909" y="313"/>
                </a:lnTo>
                <a:lnTo>
                  <a:pt x="910" y="313"/>
                </a:lnTo>
                <a:lnTo>
                  <a:pt x="912" y="314"/>
                </a:lnTo>
                <a:lnTo>
                  <a:pt x="912" y="315"/>
                </a:lnTo>
                <a:lnTo>
                  <a:pt x="914" y="316"/>
                </a:lnTo>
                <a:lnTo>
                  <a:pt x="914" y="317"/>
                </a:lnTo>
                <a:lnTo>
                  <a:pt x="915" y="317"/>
                </a:lnTo>
                <a:lnTo>
                  <a:pt x="916" y="317"/>
                </a:lnTo>
                <a:lnTo>
                  <a:pt x="917" y="317"/>
                </a:lnTo>
                <a:lnTo>
                  <a:pt x="917" y="316"/>
                </a:lnTo>
                <a:lnTo>
                  <a:pt x="918" y="316"/>
                </a:lnTo>
                <a:lnTo>
                  <a:pt x="918" y="315"/>
                </a:lnTo>
                <a:lnTo>
                  <a:pt x="919" y="315"/>
                </a:lnTo>
                <a:lnTo>
                  <a:pt x="919" y="314"/>
                </a:lnTo>
                <a:lnTo>
                  <a:pt x="919" y="313"/>
                </a:lnTo>
                <a:lnTo>
                  <a:pt x="919" y="312"/>
                </a:lnTo>
                <a:lnTo>
                  <a:pt x="919" y="310"/>
                </a:lnTo>
                <a:lnTo>
                  <a:pt x="920" y="309"/>
                </a:lnTo>
                <a:lnTo>
                  <a:pt x="921" y="310"/>
                </a:lnTo>
                <a:lnTo>
                  <a:pt x="921" y="311"/>
                </a:lnTo>
                <a:lnTo>
                  <a:pt x="921" y="312"/>
                </a:lnTo>
                <a:lnTo>
                  <a:pt x="922" y="312"/>
                </a:lnTo>
                <a:lnTo>
                  <a:pt x="922" y="313"/>
                </a:lnTo>
                <a:lnTo>
                  <a:pt x="922" y="314"/>
                </a:lnTo>
                <a:lnTo>
                  <a:pt x="922" y="317"/>
                </a:lnTo>
                <a:lnTo>
                  <a:pt x="923" y="318"/>
                </a:lnTo>
                <a:lnTo>
                  <a:pt x="923" y="319"/>
                </a:lnTo>
                <a:lnTo>
                  <a:pt x="925" y="321"/>
                </a:lnTo>
                <a:lnTo>
                  <a:pt x="925" y="323"/>
                </a:lnTo>
                <a:lnTo>
                  <a:pt x="926" y="323"/>
                </a:lnTo>
                <a:lnTo>
                  <a:pt x="926" y="324"/>
                </a:lnTo>
                <a:lnTo>
                  <a:pt x="926" y="325"/>
                </a:lnTo>
                <a:lnTo>
                  <a:pt x="927" y="326"/>
                </a:lnTo>
                <a:lnTo>
                  <a:pt x="927" y="328"/>
                </a:lnTo>
                <a:lnTo>
                  <a:pt x="926" y="329"/>
                </a:lnTo>
                <a:lnTo>
                  <a:pt x="928" y="330"/>
                </a:lnTo>
                <a:lnTo>
                  <a:pt x="928" y="331"/>
                </a:lnTo>
                <a:lnTo>
                  <a:pt x="929" y="331"/>
                </a:lnTo>
                <a:lnTo>
                  <a:pt x="931" y="331"/>
                </a:lnTo>
                <a:lnTo>
                  <a:pt x="931" y="332"/>
                </a:lnTo>
                <a:lnTo>
                  <a:pt x="932" y="332"/>
                </a:lnTo>
                <a:lnTo>
                  <a:pt x="933" y="332"/>
                </a:lnTo>
                <a:lnTo>
                  <a:pt x="934" y="332"/>
                </a:lnTo>
                <a:lnTo>
                  <a:pt x="935" y="333"/>
                </a:lnTo>
                <a:lnTo>
                  <a:pt x="936" y="333"/>
                </a:lnTo>
                <a:lnTo>
                  <a:pt x="936" y="332"/>
                </a:lnTo>
                <a:lnTo>
                  <a:pt x="937" y="332"/>
                </a:lnTo>
                <a:lnTo>
                  <a:pt x="938" y="331"/>
                </a:lnTo>
                <a:lnTo>
                  <a:pt x="938" y="330"/>
                </a:lnTo>
                <a:lnTo>
                  <a:pt x="938" y="329"/>
                </a:lnTo>
                <a:lnTo>
                  <a:pt x="939" y="329"/>
                </a:lnTo>
                <a:lnTo>
                  <a:pt x="939" y="330"/>
                </a:lnTo>
                <a:lnTo>
                  <a:pt x="940" y="330"/>
                </a:lnTo>
                <a:lnTo>
                  <a:pt x="941" y="330"/>
                </a:lnTo>
                <a:lnTo>
                  <a:pt x="942" y="330"/>
                </a:lnTo>
                <a:lnTo>
                  <a:pt x="942" y="329"/>
                </a:lnTo>
                <a:lnTo>
                  <a:pt x="943" y="329"/>
                </a:lnTo>
                <a:lnTo>
                  <a:pt x="944" y="329"/>
                </a:lnTo>
                <a:lnTo>
                  <a:pt x="944" y="330"/>
                </a:lnTo>
                <a:lnTo>
                  <a:pt x="944" y="331"/>
                </a:lnTo>
                <a:lnTo>
                  <a:pt x="946" y="331"/>
                </a:lnTo>
                <a:lnTo>
                  <a:pt x="947" y="332"/>
                </a:lnTo>
                <a:lnTo>
                  <a:pt x="948" y="332"/>
                </a:lnTo>
                <a:lnTo>
                  <a:pt x="949" y="331"/>
                </a:lnTo>
                <a:lnTo>
                  <a:pt x="950" y="331"/>
                </a:lnTo>
                <a:lnTo>
                  <a:pt x="950" y="330"/>
                </a:lnTo>
                <a:lnTo>
                  <a:pt x="951" y="330"/>
                </a:lnTo>
                <a:lnTo>
                  <a:pt x="952" y="330"/>
                </a:lnTo>
                <a:lnTo>
                  <a:pt x="953" y="330"/>
                </a:lnTo>
                <a:lnTo>
                  <a:pt x="954" y="330"/>
                </a:lnTo>
                <a:lnTo>
                  <a:pt x="954" y="329"/>
                </a:lnTo>
                <a:lnTo>
                  <a:pt x="955" y="329"/>
                </a:lnTo>
                <a:lnTo>
                  <a:pt x="955" y="328"/>
                </a:lnTo>
                <a:lnTo>
                  <a:pt x="956" y="328"/>
                </a:lnTo>
                <a:lnTo>
                  <a:pt x="956" y="327"/>
                </a:lnTo>
                <a:lnTo>
                  <a:pt x="958" y="325"/>
                </a:lnTo>
                <a:lnTo>
                  <a:pt x="958" y="324"/>
                </a:lnTo>
                <a:lnTo>
                  <a:pt x="959" y="324"/>
                </a:lnTo>
                <a:lnTo>
                  <a:pt x="960" y="324"/>
                </a:lnTo>
                <a:lnTo>
                  <a:pt x="961" y="323"/>
                </a:lnTo>
                <a:lnTo>
                  <a:pt x="962" y="323"/>
                </a:lnTo>
                <a:lnTo>
                  <a:pt x="963" y="323"/>
                </a:lnTo>
                <a:lnTo>
                  <a:pt x="963" y="322"/>
                </a:lnTo>
                <a:lnTo>
                  <a:pt x="964" y="322"/>
                </a:lnTo>
                <a:lnTo>
                  <a:pt x="965" y="322"/>
                </a:lnTo>
                <a:lnTo>
                  <a:pt x="966" y="321"/>
                </a:lnTo>
                <a:lnTo>
                  <a:pt x="967" y="321"/>
                </a:lnTo>
                <a:lnTo>
                  <a:pt x="967" y="320"/>
                </a:lnTo>
                <a:lnTo>
                  <a:pt x="967" y="319"/>
                </a:lnTo>
                <a:lnTo>
                  <a:pt x="968" y="318"/>
                </a:lnTo>
                <a:lnTo>
                  <a:pt x="969" y="318"/>
                </a:lnTo>
                <a:lnTo>
                  <a:pt x="969" y="317"/>
                </a:lnTo>
                <a:lnTo>
                  <a:pt x="969" y="318"/>
                </a:lnTo>
                <a:lnTo>
                  <a:pt x="970" y="318"/>
                </a:lnTo>
                <a:lnTo>
                  <a:pt x="971" y="318"/>
                </a:lnTo>
                <a:lnTo>
                  <a:pt x="972" y="317"/>
                </a:lnTo>
                <a:lnTo>
                  <a:pt x="973" y="316"/>
                </a:lnTo>
                <a:lnTo>
                  <a:pt x="973" y="315"/>
                </a:lnTo>
                <a:lnTo>
                  <a:pt x="974" y="314"/>
                </a:lnTo>
                <a:lnTo>
                  <a:pt x="974" y="313"/>
                </a:lnTo>
                <a:lnTo>
                  <a:pt x="975" y="313"/>
                </a:lnTo>
                <a:lnTo>
                  <a:pt x="975" y="312"/>
                </a:lnTo>
                <a:lnTo>
                  <a:pt x="976" y="312"/>
                </a:lnTo>
                <a:lnTo>
                  <a:pt x="976" y="311"/>
                </a:lnTo>
                <a:lnTo>
                  <a:pt x="977" y="310"/>
                </a:lnTo>
                <a:lnTo>
                  <a:pt x="978" y="310"/>
                </a:lnTo>
                <a:lnTo>
                  <a:pt x="978" y="309"/>
                </a:lnTo>
                <a:lnTo>
                  <a:pt x="977" y="309"/>
                </a:lnTo>
                <a:lnTo>
                  <a:pt x="977" y="310"/>
                </a:lnTo>
                <a:lnTo>
                  <a:pt x="976" y="309"/>
                </a:lnTo>
                <a:lnTo>
                  <a:pt x="975" y="309"/>
                </a:lnTo>
                <a:lnTo>
                  <a:pt x="975" y="308"/>
                </a:lnTo>
                <a:lnTo>
                  <a:pt x="974" y="308"/>
                </a:lnTo>
                <a:lnTo>
                  <a:pt x="974" y="305"/>
                </a:lnTo>
                <a:lnTo>
                  <a:pt x="973" y="305"/>
                </a:lnTo>
                <a:lnTo>
                  <a:pt x="973" y="306"/>
                </a:lnTo>
                <a:lnTo>
                  <a:pt x="972" y="306"/>
                </a:lnTo>
                <a:lnTo>
                  <a:pt x="972" y="305"/>
                </a:lnTo>
                <a:lnTo>
                  <a:pt x="971" y="305"/>
                </a:lnTo>
                <a:lnTo>
                  <a:pt x="970" y="305"/>
                </a:lnTo>
                <a:lnTo>
                  <a:pt x="970" y="304"/>
                </a:lnTo>
                <a:lnTo>
                  <a:pt x="970" y="303"/>
                </a:lnTo>
                <a:lnTo>
                  <a:pt x="971" y="303"/>
                </a:lnTo>
                <a:lnTo>
                  <a:pt x="971" y="302"/>
                </a:lnTo>
                <a:lnTo>
                  <a:pt x="971" y="301"/>
                </a:lnTo>
                <a:lnTo>
                  <a:pt x="972" y="301"/>
                </a:lnTo>
                <a:lnTo>
                  <a:pt x="973" y="301"/>
                </a:lnTo>
                <a:lnTo>
                  <a:pt x="974" y="301"/>
                </a:lnTo>
                <a:lnTo>
                  <a:pt x="974" y="300"/>
                </a:lnTo>
                <a:lnTo>
                  <a:pt x="973" y="298"/>
                </a:lnTo>
                <a:lnTo>
                  <a:pt x="973" y="296"/>
                </a:lnTo>
                <a:lnTo>
                  <a:pt x="972" y="294"/>
                </a:lnTo>
                <a:lnTo>
                  <a:pt x="973" y="294"/>
                </a:lnTo>
                <a:lnTo>
                  <a:pt x="974" y="294"/>
                </a:lnTo>
                <a:lnTo>
                  <a:pt x="974" y="293"/>
                </a:lnTo>
                <a:lnTo>
                  <a:pt x="973" y="292"/>
                </a:lnTo>
                <a:lnTo>
                  <a:pt x="973" y="291"/>
                </a:lnTo>
                <a:lnTo>
                  <a:pt x="972" y="290"/>
                </a:lnTo>
                <a:lnTo>
                  <a:pt x="971" y="289"/>
                </a:lnTo>
                <a:lnTo>
                  <a:pt x="970" y="289"/>
                </a:lnTo>
                <a:lnTo>
                  <a:pt x="971" y="289"/>
                </a:lnTo>
                <a:lnTo>
                  <a:pt x="971" y="288"/>
                </a:lnTo>
                <a:lnTo>
                  <a:pt x="971" y="287"/>
                </a:lnTo>
                <a:lnTo>
                  <a:pt x="970" y="288"/>
                </a:lnTo>
                <a:lnTo>
                  <a:pt x="969" y="288"/>
                </a:lnTo>
                <a:lnTo>
                  <a:pt x="968" y="288"/>
                </a:lnTo>
                <a:lnTo>
                  <a:pt x="967" y="288"/>
                </a:lnTo>
                <a:lnTo>
                  <a:pt x="967" y="287"/>
                </a:lnTo>
                <a:lnTo>
                  <a:pt x="966" y="286"/>
                </a:lnTo>
                <a:lnTo>
                  <a:pt x="966" y="285"/>
                </a:lnTo>
                <a:lnTo>
                  <a:pt x="967" y="285"/>
                </a:lnTo>
                <a:lnTo>
                  <a:pt x="967" y="284"/>
                </a:lnTo>
                <a:lnTo>
                  <a:pt x="968" y="283"/>
                </a:lnTo>
                <a:lnTo>
                  <a:pt x="969" y="283"/>
                </a:lnTo>
                <a:lnTo>
                  <a:pt x="969" y="282"/>
                </a:lnTo>
                <a:lnTo>
                  <a:pt x="970" y="280"/>
                </a:lnTo>
                <a:lnTo>
                  <a:pt x="970" y="279"/>
                </a:lnTo>
                <a:lnTo>
                  <a:pt x="970" y="278"/>
                </a:lnTo>
                <a:lnTo>
                  <a:pt x="969" y="278"/>
                </a:lnTo>
                <a:lnTo>
                  <a:pt x="969" y="279"/>
                </a:lnTo>
                <a:lnTo>
                  <a:pt x="968" y="279"/>
                </a:lnTo>
                <a:lnTo>
                  <a:pt x="968" y="278"/>
                </a:lnTo>
                <a:lnTo>
                  <a:pt x="967" y="278"/>
                </a:lnTo>
                <a:lnTo>
                  <a:pt x="967" y="277"/>
                </a:lnTo>
                <a:lnTo>
                  <a:pt x="966" y="277"/>
                </a:lnTo>
                <a:lnTo>
                  <a:pt x="966" y="276"/>
                </a:lnTo>
                <a:lnTo>
                  <a:pt x="965" y="276"/>
                </a:lnTo>
                <a:lnTo>
                  <a:pt x="964" y="276"/>
                </a:lnTo>
                <a:lnTo>
                  <a:pt x="964" y="277"/>
                </a:lnTo>
                <a:lnTo>
                  <a:pt x="964" y="276"/>
                </a:lnTo>
                <a:lnTo>
                  <a:pt x="964" y="275"/>
                </a:lnTo>
                <a:lnTo>
                  <a:pt x="963" y="274"/>
                </a:lnTo>
                <a:lnTo>
                  <a:pt x="963" y="273"/>
                </a:lnTo>
                <a:lnTo>
                  <a:pt x="962" y="273"/>
                </a:lnTo>
                <a:lnTo>
                  <a:pt x="962" y="272"/>
                </a:lnTo>
                <a:lnTo>
                  <a:pt x="962" y="271"/>
                </a:lnTo>
                <a:lnTo>
                  <a:pt x="962" y="270"/>
                </a:lnTo>
                <a:lnTo>
                  <a:pt x="961" y="270"/>
                </a:lnTo>
                <a:lnTo>
                  <a:pt x="961" y="269"/>
                </a:lnTo>
                <a:lnTo>
                  <a:pt x="960" y="269"/>
                </a:lnTo>
                <a:lnTo>
                  <a:pt x="960" y="268"/>
                </a:lnTo>
                <a:lnTo>
                  <a:pt x="961" y="267"/>
                </a:lnTo>
                <a:lnTo>
                  <a:pt x="962" y="265"/>
                </a:lnTo>
                <a:lnTo>
                  <a:pt x="962" y="264"/>
                </a:lnTo>
                <a:lnTo>
                  <a:pt x="961" y="264"/>
                </a:lnTo>
                <a:lnTo>
                  <a:pt x="961" y="263"/>
                </a:lnTo>
                <a:lnTo>
                  <a:pt x="962" y="263"/>
                </a:lnTo>
                <a:lnTo>
                  <a:pt x="963" y="264"/>
                </a:lnTo>
                <a:lnTo>
                  <a:pt x="966" y="266"/>
                </a:lnTo>
                <a:lnTo>
                  <a:pt x="967" y="266"/>
                </a:lnTo>
                <a:lnTo>
                  <a:pt x="968" y="265"/>
                </a:lnTo>
                <a:lnTo>
                  <a:pt x="969" y="265"/>
                </a:lnTo>
                <a:lnTo>
                  <a:pt x="970" y="265"/>
                </a:lnTo>
                <a:lnTo>
                  <a:pt x="970" y="266"/>
                </a:lnTo>
                <a:lnTo>
                  <a:pt x="971" y="266"/>
                </a:lnTo>
                <a:lnTo>
                  <a:pt x="971" y="265"/>
                </a:lnTo>
                <a:lnTo>
                  <a:pt x="972" y="264"/>
                </a:lnTo>
                <a:lnTo>
                  <a:pt x="973" y="264"/>
                </a:lnTo>
                <a:lnTo>
                  <a:pt x="974" y="264"/>
                </a:lnTo>
                <a:lnTo>
                  <a:pt x="975" y="265"/>
                </a:lnTo>
                <a:lnTo>
                  <a:pt x="976" y="265"/>
                </a:lnTo>
                <a:lnTo>
                  <a:pt x="976" y="266"/>
                </a:lnTo>
                <a:lnTo>
                  <a:pt x="977" y="266"/>
                </a:lnTo>
                <a:lnTo>
                  <a:pt x="977" y="265"/>
                </a:lnTo>
                <a:lnTo>
                  <a:pt x="978" y="265"/>
                </a:lnTo>
                <a:lnTo>
                  <a:pt x="978" y="264"/>
                </a:lnTo>
                <a:lnTo>
                  <a:pt x="979" y="261"/>
                </a:lnTo>
                <a:lnTo>
                  <a:pt x="979" y="260"/>
                </a:lnTo>
                <a:lnTo>
                  <a:pt x="979" y="259"/>
                </a:lnTo>
                <a:lnTo>
                  <a:pt x="979" y="258"/>
                </a:lnTo>
                <a:lnTo>
                  <a:pt x="979" y="257"/>
                </a:lnTo>
                <a:lnTo>
                  <a:pt x="979" y="255"/>
                </a:lnTo>
                <a:lnTo>
                  <a:pt x="979" y="254"/>
                </a:lnTo>
                <a:lnTo>
                  <a:pt x="979" y="251"/>
                </a:lnTo>
                <a:lnTo>
                  <a:pt x="979" y="250"/>
                </a:lnTo>
                <a:lnTo>
                  <a:pt x="979" y="249"/>
                </a:lnTo>
                <a:lnTo>
                  <a:pt x="979" y="248"/>
                </a:lnTo>
                <a:lnTo>
                  <a:pt x="979" y="247"/>
                </a:lnTo>
                <a:lnTo>
                  <a:pt x="979" y="246"/>
                </a:lnTo>
                <a:lnTo>
                  <a:pt x="980" y="246"/>
                </a:lnTo>
                <a:lnTo>
                  <a:pt x="980" y="245"/>
                </a:lnTo>
                <a:lnTo>
                  <a:pt x="980" y="244"/>
                </a:lnTo>
                <a:lnTo>
                  <a:pt x="981" y="243"/>
                </a:lnTo>
                <a:lnTo>
                  <a:pt x="983" y="242"/>
                </a:lnTo>
                <a:lnTo>
                  <a:pt x="984" y="242"/>
                </a:lnTo>
                <a:lnTo>
                  <a:pt x="984" y="241"/>
                </a:lnTo>
                <a:lnTo>
                  <a:pt x="984" y="240"/>
                </a:lnTo>
                <a:lnTo>
                  <a:pt x="985" y="240"/>
                </a:lnTo>
                <a:lnTo>
                  <a:pt x="985" y="239"/>
                </a:lnTo>
                <a:lnTo>
                  <a:pt x="986" y="239"/>
                </a:lnTo>
                <a:lnTo>
                  <a:pt x="987" y="238"/>
                </a:lnTo>
                <a:lnTo>
                  <a:pt x="988" y="237"/>
                </a:lnTo>
                <a:lnTo>
                  <a:pt x="989" y="237"/>
                </a:lnTo>
                <a:lnTo>
                  <a:pt x="989" y="236"/>
                </a:lnTo>
                <a:lnTo>
                  <a:pt x="988" y="236"/>
                </a:lnTo>
                <a:lnTo>
                  <a:pt x="988" y="234"/>
                </a:lnTo>
                <a:lnTo>
                  <a:pt x="989" y="234"/>
                </a:lnTo>
                <a:lnTo>
                  <a:pt x="990" y="232"/>
                </a:lnTo>
                <a:lnTo>
                  <a:pt x="991" y="232"/>
                </a:lnTo>
                <a:lnTo>
                  <a:pt x="992" y="231"/>
                </a:lnTo>
                <a:lnTo>
                  <a:pt x="992" y="230"/>
                </a:lnTo>
                <a:lnTo>
                  <a:pt x="993" y="230"/>
                </a:lnTo>
                <a:lnTo>
                  <a:pt x="993" y="229"/>
                </a:lnTo>
                <a:lnTo>
                  <a:pt x="993" y="228"/>
                </a:lnTo>
                <a:lnTo>
                  <a:pt x="993" y="227"/>
                </a:lnTo>
                <a:lnTo>
                  <a:pt x="994" y="226"/>
                </a:lnTo>
                <a:lnTo>
                  <a:pt x="995" y="226"/>
                </a:lnTo>
                <a:lnTo>
                  <a:pt x="996" y="226"/>
                </a:lnTo>
                <a:lnTo>
                  <a:pt x="997" y="225"/>
                </a:lnTo>
                <a:lnTo>
                  <a:pt x="998" y="225"/>
                </a:lnTo>
                <a:lnTo>
                  <a:pt x="999" y="226"/>
                </a:lnTo>
                <a:lnTo>
                  <a:pt x="1000" y="227"/>
                </a:lnTo>
                <a:lnTo>
                  <a:pt x="1001" y="228"/>
                </a:lnTo>
                <a:lnTo>
                  <a:pt x="1001" y="229"/>
                </a:lnTo>
                <a:lnTo>
                  <a:pt x="1002" y="230"/>
                </a:lnTo>
                <a:lnTo>
                  <a:pt x="1003" y="230"/>
                </a:lnTo>
                <a:lnTo>
                  <a:pt x="1004" y="230"/>
                </a:lnTo>
                <a:lnTo>
                  <a:pt x="1005" y="230"/>
                </a:lnTo>
                <a:lnTo>
                  <a:pt x="1006" y="231"/>
                </a:lnTo>
                <a:lnTo>
                  <a:pt x="1007" y="231"/>
                </a:lnTo>
                <a:lnTo>
                  <a:pt x="1008" y="231"/>
                </a:lnTo>
                <a:lnTo>
                  <a:pt x="1008" y="232"/>
                </a:lnTo>
                <a:lnTo>
                  <a:pt x="1009" y="233"/>
                </a:lnTo>
                <a:lnTo>
                  <a:pt x="1010" y="234"/>
                </a:lnTo>
                <a:lnTo>
                  <a:pt x="1010" y="235"/>
                </a:lnTo>
                <a:lnTo>
                  <a:pt x="1011" y="236"/>
                </a:lnTo>
                <a:lnTo>
                  <a:pt x="1012" y="236"/>
                </a:lnTo>
                <a:lnTo>
                  <a:pt x="1012" y="237"/>
                </a:lnTo>
                <a:lnTo>
                  <a:pt x="1013" y="237"/>
                </a:lnTo>
                <a:lnTo>
                  <a:pt x="1014" y="237"/>
                </a:lnTo>
                <a:lnTo>
                  <a:pt x="1014" y="238"/>
                </a:lnTo>
                <a:lnTo>
                  <a:pt x="1014" y="239"/>
                </a:lnTo>
                <a:lnTo>
                  <a:pt x="1014" y="240"/>
                </a:lnTo>
                <a:lnTo>
                  <a:pt x="1014" y="241"/>
                </a:lnTo>
                <a:lnTo>
                  <a:pt x="1015" y="243"/>
                </a:lnTo>
                <a:lnTo>
                  <a:pt x="1016" y="245"/>
                </a:lnTo>
                <a:lnTo>
                  <a:pt x="1017" y="246"/>
                </a:lnTo>
                <a:lnTo>
                  <a:pt x="1018" y="246"/>
                </a:lnTo>
                <a:lnTo>
                  <a:pt x="1018" y="247"/>
                </a:lnTo>
                <a:lnTo>
                  <a:pt x="1019" y="247"/>
                </a:lnTo>
                <a:lnTo>
                  <a:pt x="1019" y="248"/>
                </a:lnTo>
                <a:lnTo>
                  <a:pt x="1020" y="249"/>
                </a:lnTo>
                <a:lnTo>
                  <a:pt x="1020" y="252"/>
                </a:lnTo>
                <a:lnTo>
                  <a:pt x="1020" y="253"/>
                </a:lnTo>
                <a:lnTo>
                  <a:pt x="1020" y="254"/>
                </a:lnTo>
                <a:lnTo>
                  <a:pt x="1020" y="255"/>
                </a:lnTo>
                <a:lnTo>
                  <a:pt x="1020" y="256"/>
                </a:lnTo>
                <a:lnTo>
                  <a:pt x="1019" y="256"/>
                </a:lnTo>
                <a:lnTo>
                  <a:pt x="1018" y="256"/>
                </a:lnTo>
                <a:lnTo>
                  <a:pt x="1017" y="256"/>
                </a:lnTo>
                <a:lnTo>
                  <a:pt x="1017" y="257"/>
                </a:lnTo>
                <a:lnTo>
                  <a:pt x="1016" y="257"/>
                </a:lnTo>
                <a:lnTo>
                  <a:pt x="1017" y="257"/>
                </a:lnTo>
                <a:lnTo>
                  <a:pt x="1018" y="258"/>
                </a:lnTo>
                <a:lnTo>
                  <a:pt x="1018" y="259"/>
                </a:lnTo>
                <a:lnTo>
                  <a:pt x="1019" y="259"/>
                </a:lnTo>
                <a:lnTo>
                  <a:pt x="1020" y="260"/>
                </a:lnTo>
                <a:lnTo>
                  <a:pt x="1021" y="260"/>
                </a:lnTo>
                <a:lnTo>
                  <a:pt x="1021" y="261"/>
                </a:lnTo>
                <a:lnTo>
                  <a:pt x="1022" y="261"/>
                </a:lnTo>
                <a:lnTo>
                  <a:pt x="1022" y="262"/>
                </a:lnTo>
                <a:lnTo>
                  <a:pt x="1022" y="263"/>
                </a:lnTo>
                <a:lnTo>
                  <a:pt x="1022" y="264"/>
                </a:lnTo>
                <a:lnTo>
                  <a:pt x="1022" y="265"/>
                </a:lnTo>
                <a:lnTo>
                  <a:pt x="1022" y="267"/>
                </a:lnTo>
                <a:lnTo>
                  <a:pt x="1022" y="268"/>
                </a:lnTo>
                <a:lnTo>
                  <a:pt x="1022" y="269"/>
                </a:lnTo>
                <a:lnTo>
                  <a:pt x="1021" y="271"/>
                </a:lnTo>
                <a:lnTo>
                  <a:pt x="1021" y="273"/>
                </a:lnTo>
                <a:lnTo>
                  <a:pt x="1022" y="274"/>
                </a:lnTo>
                <a:lnTo>
                  <a:pt x="1023" y="274"/>
                </a:lnTo>
                <a:lnTo>
                  <a:pt x="1024" y="274"/>
                </a:lnTo>
                <a:lnTo>
                  <a:pt x="1024" y="275"/>
                </a:lnTo>
                <a:lnTo>
                  <a:pt x="1025" y="276"/>
                </a:lnTo>
                <a:lnTo>
                  <a:pt x="1025" y="277"/>
                </a:lnTo>
                <a:lnTo>
                  <a:pt x="1025" y="278"/>
                </a:lnTo>
                <a:lnTo>
                  <a:pt x="1024" y="278"/>
                </a:lnTo>
                <a:lnTo>
                  <a:pt x="1024" y="279"/>
                </a:lnTo>
                <a:lnTo>
                  <a:pt x="1024" y="280"/>
                </a:lnTo>
                <a:lnTo>
                  <a:pt x="1024" y="281"/>
                </a:lnTo>
                <a:lnTo>
                  <a:pt x="1024" y="282"/>
                </a:lnTo>
                <a:lnTo>
                  <a:pt x="1024" y="283"/>
                </a:lnTo>
                <a:lnTo>
                  <a:pt x="1024" y="284"/>
                </a:lnTo>
                <a:lnTo>
                  <a:pt x="1025" y="284"/>
                </a:lnTo>
                <a:lnTo>
                  <a:pt x="1026" y="285"/>
                </a:lnTo>
                <a:lnTo>
                  <a:pt x="1026" y="286"/>
                </a:lnTo>
                <a:lnTo>
                  <a:pt x="1026" y="287"/>
                </a:lnTo>
                <a:lnTo>
                  <a:pt x="1026" y="288"/>
                </a:lnTo>
                <a:lnTo>
                  <a:pt x="1027" y="288"/>
                </a:lnTo>
                <a:lnTo>
                  <a:pt x="1027" y="289"/>
                </a:lnTo>
                <a:lnTo>
                  <a:pt x="1028" y="290"/>
                </a:lnTo>
                <a:lnTo>
                  <a:pt x="1028" y="291"/>
                </a:lnTo>
                <a:lnTo>
                  <a:pt x="1029" y="292"/>
                </a:lnTo>
                <a:lnTo>
                  <a:pt x="1030" y="293"/>
                </a:lnTo>
                <a:lnTo>
                  <a:pt x="1031" y="293"/>
                </a:lnTo>
                <a:lnTo>
                  <a:pt x="1031" y="294"/>
                </a:lnTo>
                <a:lnTo>
                  <a:pt x="1032" y="294"/>
                </a:lnTo>
                <a:lnTo>
                  <a:pt x="1032" y="295"/>
                </a:lnTo>
                <a:lnTo>
                  <a:pt x="1032" y="296"/>
                </a:lnTo>
                <a:lnTo>
                  <a:pt x="1033" y="296"/>
                </a:lnTo>
                <a:lnTo>
                  <a:pt x="1034" y="296"/>
                </a:lnTo>
                <a:lnTo>
                  <a:pt x="1034" y="297"/>
                </a:lnTo>
                <a:lnTo>
                  <a:pt x="1035" y="298"/>
                </a:lnTo>
                <a:lnTo>
                  <a:pt x="1036" y="298"/>
                </a:lnTo>
                <a:lnTo>
                  <a:pt x="1037" y="299"/>
                </a:lnTo>
                <a:lnTo>
                  <a:pt x="1039" y="300"/>
                </a:lnTo>
                <a:lnTo>
                  <a:pt x="1041" y="302"/>
                </a:lnTo>
                <a:lnTo>
                  <a:pt x="1041" y="303"/>
                </a:lnTo>
                <a:lnTo>
                  <a:pt x="1042" y="304"/>
                </a:lnTo>
                <a:lnTo>
                  <a:pt x="1043" y="305"/>
                </a:lnTo>
                <a:lnTo>
                  <a:pt x="1044" y="306"/>
                </a:lnTo>
                <a:lnTo>
                  <a:pt x="1045" y="307"/>
                </a:lnTo>
                <a:lnTo>
                  <a:pt x="1046" y="308"/>
                </a:lnTo>
                <a:lnTo>
                  <a:pt x="1046" y="309"/>
                </a:lnTo>
                <a:lnTo>
                  <a:pt x="1046" y="310"/>
                </a:lnTo>
                <a:lnTo>
                  <a:pt x="1047" y="310"/>
                </a:lnTo>
                <a:lnTo>
                  <a:pt x="1047" y="311"/>
                </a:lnTo>
                <a:lnTo>
                  <a:pt x="1048" y="311"/>
                </a:lnTo>
                <a:lnTo>
                  <a:pt x="1049" y="311"/>
                </a:lnTo>
                <a:lnTo>
                  <a:pt x="1049" y="312"/>
                </a:lnTo>
                <a:lnTo>
                  <a:pt x="1050" y="314"/>
                </a:lnTo>
                <a:lnTo>
                  <a:pt x="1050" y="315"/>
                </a:lnTo>
                <a:lnTo>
                  <a:pt x="1050" y="316"/>
                </a:lnTo>
                <a:lnTo>
                  <a:pt x="1051" y="318"/>
                </a:lnTo>
                <a:lnTo>
                  <a:pt x="1052" y="320"/>
                </a:lnTo>
                <a:lnTo>
                  <a:pt x="1053" y="321"/>
                </a:lnTo>
                <a:lnTo>
                  <a:pt x="1053" y="322"/>
                </a:lnTo>
                <a:lnTo>
                  <a:pt x="1053" y="323"/>
                </a:lnTo>
                <a:lnTo>
                  <a:pt x="1054" y="323"/>
                </a:lnTo>
                <a:lnTo>
                  <a:pt x="1055" y="324"/>
                </a:lnTo>
                <a:lnTo>
                  <a:pt x="1056" y="325"/>
                </a:lnTo>
                <a:lnTo>
                  <a:pt x="1056" y="326"/>
                </a:lnTo>
                <a:lnTo>
                  <a:pt x="1057" y="326"/>
                </a:lnTo>
                <a:lnTo>
                  <a:pt x="1058" y="328"/>
                </a:lnTo>
                <a:lnTo>
                  <a:pt x="1059" y="328"/>
                </a:lnTo>
                <a:lnTo>
                  <a:pt x="1060" y="328"/>
                </a:lnTo>
                <a:lnTo>
                  <a:pt x="1060" y="329"/>
                </a:lnTo>
                <a:lnTo>
                  <a:pt x="1061" y="329"/>
                </a:lnTo>
                <a:lnTo>
                  <a:pt x="1062" y="329"/>
                </a:lnTo>
                <a:lnTo>
                  <a:pt x="1063" y="329"/>
                </a:lnTo>
                <a:lnTo>
                  <a:pt x="1063" y="330"/>
                </a:lnTo>
                <a:lnTo>
                  <a:pt x="1064" y="332"/>
                </a:lnTo>
                <a:lnTo>
                  <a:pt x="1063" y="334"/>
                </a:lnTo>
                <a:lnTo>
                  <a:pt x="1063" y="335"/>
                </a:lnTo>
                <a:lnTo>
                  <a:pt x="1064" y="336"/>
                </a:lnTo>
                <a:lnTo>
                  <a:pt x="1065" y="337"/>
                </a:lnTo>
                <a:lnTo>
                  <a:pt x="1064" y="338"/>
                </a:lnTo>
                <a:lnTo>
                  <a:pt x="1064" y="339"/>
                </a:lnTo>
                <a:lnTo>
                  <a:pt x="1065" y="340"/>
                </a:lnTo>
                <a:lnTo>
                  <a:pt x="1066" y="340"/>
                </a:lnTo>
                <a:lnTo>
                  <a:pt x="1067" y="339"/>
                </a:lnTo>
                <a:lnTo>
                  <a:pt x="1067" y="340"/>
                </a:lnTo>
                <a:lnTo>
                  <a:pt x="1068" y="340"/>
                </a:lnTo>
                <a:lnTo>
                  <a:pt x="1069" y="340"/>
                </a:lnTo>
                <a:lnTo>
                  <a:pt x="1069" y="339"/>
                </a:lnTo>
                <a:lnTo>
                  <a:pt x="1070" y="338"/>
                </a:lnTo>
                <a:lnTo>
                  <a:pt x="1070" y="339"/>
                </a:lnTo>
                <a:lnTo>
                  <a:pt x="1071" y="339"/>
                </a:lnTo>
                <a:lnTo>
                  <a:pt x="1072" y="339"/>
                </a:lnTo>
                <a:lnTo>
                  <a:pt x="1073" y="338"/>
                </a:lnTo>
                <a:lnTo>
                  <a:pt x="1073" y="337"/>
                </a:lnTo>
                <a:lnTo>
                  <a:pt x="1073" y="336"/>
                </a:lnTo>
                <a:lnTo>
                  <a:pt x="1074" y="336"/>
                </a:lnTo>
                <a:lnTo>
                  <a:pt x="1075" y="337"/>
                </a:lnTo>
                <a:lnTo>
                  <a:pt x="1076" y="337"/>
                </a:lnTo>
                <a:lnTo>
                  <a:pt x="1077" y="337"/>
                </a:lnTo>
                <a:lnTo>
                  <a:pt x="1078" y="337"/>
                </a:lnTo>
                <a:lnTo>
                  <a:pt x="1080" y="339"/>
                </a:lnTo>
                <a:lnTo>
                  <a:pt x="1080" y="340"/>
                </a:lnTo>
                <a:lnTo>
                  <a:pt x="1082" y="341"/>
                </a:lnTo>
                <a:lnTo>
                  <a:pt x="1083" y="341"/>
                </a:lnTo>
                <a:lnTo>
                  <a:pt x="1084" y="342"/>
                </a:lnTo>
                <a:lnTo>
                  <a:pt x="1084" y="343"/>
                </a:lnTo>
                <a:lnTo>
                  <a:pt x="1084" y="344"/>
                </a:lnTo>
                <a:lnTo>
                  <a:pt x="1083" y="345"/>
                </a:lnTo>
                <a:lnTo>
                  <a:pt x="1083" y="346"/>
                </a:lnTo>
                <a:lnTo>
                  <a:pt x="1082" y="346"/>
                </a:lnTo>
                <a:lnTo>
                  <a:pt x="1082" y="347"/>
                </a:lnTo>
                <a:lnTo>
                  <a:pt x="1082" y="348"/>
                </a:lnTo>
                <a:lnTo>
                  <a:pt x="1081" y="348"/>
                </a:lnTo>
                <a:lnTo>
                  <a:pt x="1081" y="349"/>
                </a:lnTo>
                <a:lnTo>
                  <a:pt x="1081" y="350"/>
                </a:lnTo>
                <a:lnTo>
                  <a:pt x="1080" y="351"/>
                </a:lnTo>
                <a:lnTo>
                  <a:pt x="1080" y="352"/>
                </a:lnTo>
                <a:lnTo>
                  <a:pt x="1081" y="353"/>
                </a:lnTo>
                <a:lnTo>
                  <a:pt x="1082" y="353"/>
                </a:lnTo>
                <a:lnTo>
                  <a:pt x="1083" y="353"/>
                </a:lnTo>
                <a:lnTo>
                  <a:pt x="1084" y="354"/>
                </a:lnTo>
                <a:lnTo>
                  <a:pt x="1085" y="355"/>
                </a:lnTo>
                <a:lnTo>
                  <a:pt x="1085" y="356"/>
                </a:lnTo>
                <a:lnTo>
                  <a:pt x="1085" y="357"/>
                </a:lnTo>
                <a:lnTo>
                  <a:pt x="1086" y="358"/>
                </a:lnTo>
                <a:lnTo>
                  <a:pt x="1087" y="359"/>
                </a:lnTo>
                <a:lnTo>
                  <a:pt x="1088" y="360"/>
                </a:lnTo>
                <a:lnTo>
                  <a:pt x="1089" y="362"/>
                </a:lnTo>
                <a:lnTo>
                  <a:pt x="1089" y="363"/>
                </a:lnTo>
                <a:lnTo>
                  <a:pt x="1090" y="363"/>
                </a:lnTo>
                <a:lnTo>
                  <a:pt x="1089" y="363"/>
                </a:lnTo>
                <a:lnTo>
                  <a:pt x="1088" y="363"/>
                </a:lnTo>
                <a:lnTo>
                  <a:pt x="1087" y="364"/>
                </a:lnTo>
                <a:lnTo>
                  <a:pt x="1086" y="365"/>
                </a:lnTo>
                <a:lnTo>
                  <a:pt x="1085" y="366"/>
                </a:lnTo>
                <a:lnTo>
                  <a:pt x="1085" y="368"/>
                </a:lnTo>
                <a:lnTo>
                  <a:pt x="1086" y="368"/>
                </a:lnTo>
                <a:lnTo>
                  <a:pt x="1087" y="368"/>
                </a:lnTo>
                <a:lnTo>
                  <a:pt x="1088" y="367"/>
                </a:lnTo>
                <a:lnTo>
                  <a:pt x="1088" y="368"/>
                </a:lnTo>
                <a:lnTo>
                  <a:pt x="1088" y="369"/>
                </a:lnTo>
                <a:lnTo>
                  <a:pt x="1090" y="369"/>
                </a:lnTo>
                <a:lnTo>
                  <a:pt x="1091" y="368"/>
                </a:lnTo>
                <a:lnTo>
                  <a:pt x="1092" y="368"/>
                </a:lnTo>
                <a:lnTo>
                  <a:pt x="1093" y="369"/>
                </a:lnTo>
                <a:lnTo>
                  <a:pt x="1093" y="370"/>
                </a:lnTo>
                <a:lnTo>
                  <a:pt x="1094" y="371"/>
                </a:lnTo>
                <a:lnTo>
                  <a:pt x="1095" y="371"/>
                </a:lnTo>
                <a:lnTo>
                  <a:pt x="1095" y="372"/>
                </a:lnTo>
                <a:lnTo>
                  <a:pt x="1095" y="373"/>
                </a:lnTo>
                <a:lnTo>
                  <a:pt x="1096" y="373"/>
                </a:lnTo>
                <a:lnTo>
                  <a:pt x="1096" y="374"/>
                </a:lnTo>
                <a:lnTo>
                  <a:pt x="1096" y="375"/>
                </a:lnTo>
                <a:lnTo>
                  <a:pt x="1097" y="376"/>
                </a:lnTo>
                <a:lnTo>
                  <a:pt x="1097" y="377"/>
                </a:lnTo>
                <a:lnTo>
                  <a:pt x="1098" y="377"/>
                </a:lnTo>
                <a:lnTo>
                  <a:pt x="1099" y="378"/>
                </a:lnTo>
                <a:lnTo>
                  <a:pt x="1100" y="379"/>
                </a:lnTo>
                <a:lnTo>
                  <a:pt x="1101" y="381"/>
                </a:lnTo>
                <a:lnTo>
                  <a:pt x="1102" y="384"/>
                </a:lnTo>
                <a:lnTo>
                  <a:pt x="1103" y="384"/>
                </a:lnTo>
                <a:lnTo>
                  <a:pt x="1103" y="385"/>
                </a:lnTo>
                <a:lnTo>
                  <a:pt x="1104" y="385"/>
                </a:lnTo>
                <a:lnTo>
                  <a:pt x="1104" y="386"/>
                </a:lnTo>
                <a:lnTo>
                  <a:pt x="1106" y="389"/>
                </a:lnTo>
                <a:lnTo>
                  <a:pt x="1106" y="391"/>
                </a:lnTo>
                <a:lnTo>
                  <a:pt x="1108" y="393"/>
                </a:lnTo>
                <a:lnTo>
                  <a:pt x="1108" y="394"/>
                </a:lnTo>
                <a:lnTo>
                  <a:pt x="1108" y="395"/>
                </a:lnTo>
                <a:lnTo>
                  <a:pt x="1109" y="396"/>
                </a:lnTo>
                <a:lnTo>
                  <a:pt x="1110" y="396"/>
                </a:lnTo>
                <a:lnTo>
                  <a:pt x="1111" y="396"/>
                </a:lnTo>
                <a:lnTo>
                  <a:pt x="1111" y="397"/>
                </a:lnTo>
                <a:lnTo>
                  <a:pt x="1111" y="398"/>
                </a:lnTo>
                <a:lnTo>
                  <a:pt x="1112" y="399"/>
                </a:lnTo>
                <a:lnTo>
                  <a:pt x="1112" y="400"/>
                </a:lnTo>
                <a:lnTo>
                  <a:pt x="1113" y="400"/>
                </a:lnTo>
                <a:lnTo>
                  <a:pt x="1114" y="400"/>
                </a:lnTo>
                <a:lnTo>
                  <a:pt x="1114" y="399"/>
                </a:lnTo>
                <a:lnTo>
                  <a:pt x="1115" y="400"/>
                </a:lnTo>
                <a:lnTo>
                  <a:pt x="1116" y="402"/>
                </a:lnTo>
                <a:lnTo>
                  <a:pt x="1117" y="402"/>
                </a:lnTo>
                <a:lnTo>
                  <a:pt x="1119" y="402"/>
                </a:lnTo>
                <a:lnTo>
                  <a:pt x="1122" y="401"/>
                </a:lnTo>
                <a:lnTo>
                  <a:pt x="1122" y="400"/>
                </a:lnTo>
                <a:lnTo>
                  <a:pt x="1122" y="399"/>
                </a:lnTo>
                <a:lnTo>
                  <a:pt x="1123" y="398"/>
                </a:lnTo>
                <a:lnTo>
                  <a:pt x="1124" y="397"/>
                </a:lnTo>
                <a:lnTo>
                  <a:pt x="1125" y="397"/>
                </a:lnTo>
                <a:lnTo>
                  <a:pt x="1126" y="397"/>
                </a:lnTo>
                <a:lnTo>
                  <a:pt x="1128" y="398"/>
                </a:lnTo>
                <a:lnTo>
                  <a:pt x="1128" y="399"/>
                </a:lnTo>
                <a:lnTo>
                  <a:pt x="1129" y="400"/>
                </a:lnTo>
                <a:lnTo>
                  <a:pt x="1130" y="400"/>
                </a:lnTo>
                <a:lnTo>
                  <a:pt x="1131" y="400"/>
                </a:lnTo>
                <a:lnTo>
                  <a:pt x="1132" y="400"/>
                </a:lnTo>
                <a:lnTo>
                  <a:pt x="1133" y="400"/>
                </a:lnTo>
                <a:lnTo>
                  <a:pt x="1134" y="400"/>
                </a:lnTo>
                <a:lnTo>
                  <a:pt x="1135" y="400"/>
                </a:lnTo>
                <a:lnTo>
                  <a:pt x="1135" y="401"/>
                </a:lnTo>
                <a:lnTo>
                  <a:pt x="1136" y="401"/>
                </a:lnTo>
                <a:lnTo>
                  <a:pt x="1137" y="401"/>
                </a:lnTo>
                <a:lnTo>
                  <a:pt x="1138" y="400"/>
                </a:lnTo>
                <a:lnTo>
                  <a:pt x="1138" y="399"/>
                </a:lnTo>
                <a:lnTo>
                  <a:pt x="1140" y="397"/>
                </a:lnTo>
                <a:lnTo>
                  <a:pt x="1140" y="396"/>
                </a:lnTo>
                <a:lnTo>
                  <a:pt x="1141" y="396"/>
                </a:lnTo>
                <a:lnTo>
                  <a:pt x="1142" y="395"/>
                </a:lnTo>
                <a:lnTo>
                  <a:pt x="1146" y="394"/>
                </a:lnTo>
                <a:lnTo>
                  <a:pt x="1147" y="394"/>
                </a:lnTo>
                <a:lnTo>
                  <a:pt x="1147" y="393"/>
                </a:lnTo>
                <a:lnTo>
                  <a:pt x="1147" y="392"/>
                </a:lnTo>
                <a:lnTo>
                  <a:pt x="1148" y="391"/>
                </a:lnTo>
                <a:lnTo>
                  <a:pt x="1149" y="391"/>
                </a:lnTo>
                <a:lnTo>
                  <a:pt x="1150" y="391"/>
                </a:lnTo>
                <a:lnTo>
                  <a:pt x="1151" y="391"/>
                </a:lnTo>
                <a:lnTo>
                  <a:pt x="1152" y="390"/>
                </a:lnTo>
                <a:lnTo>
                  <a:pt x="1153" y="388"/>
                </a:lnTo>
                <a:lnTo>
                  <a:pt x="1153" y="387"/>
                </a:lnTo>
                <a:lnTo>
                  <a:pt x="1154" y="387"/>
                </a:lnTo>
                <a:lnTo>
                  <a:pt x="1156" y="386"/>
                </a:lnTo>
                <a:lnTo>
                  <a:pt x="1157" y="386"/>
                </a:lnTo>
                <a:lnTo>
                  <a:pt x="1157" y="387"/>
                </a:lnTo>
                <a:lnTo>
                  <a:pt x="1157" y="388"/>
                </a:lnTo>
                <a:lnTo>
                  <a:pt x="1158" y="387"/>
                </a:lnTo>
                <a:lnTo>
                  <a:pt x="1159" y="386"/>
                </a:lnTo>
                <a:lnTo>
                  <a:pt x="1159" y="385"/>
                </a:lnTo>
                <a:lnTo>
                  <a:pt x="1160" y="385"/>
                </a:lnTo>
                <a:lnTo>
                  <a:pt x="1160" y="384"/>
                </a:lnTo>
                <a:lnTo>
                  <a:pt x="1160" y="385"/>
                </a:lnTo>
                <a:lnTo>
                  <a:pt x="1161" y="385"/>
                </a:lnTo>
                <a:lnTo>
                  <a:pt x="1162" y="384"/>
                </a:lnTo>
                <a:lnTo>
                  <a:pt x="1161" y="383"/>
                </a:lnTo>
                <a:lnTo>
                  <a:pt x="1162" y="383"/>
                </a:lnTo>
                <a:lnTo>
                  <a:pt x="1162" y="382"/>
                </a:lnTo>
                <a:lnTo>
                  <a:pt x="1163" y="382"/>
                </a:lnTo>
                <a:lnTo>
                  <a:pt x="1163" y="381"/>
                </a:lnTo>
                <a:lnTo>
                  <a:pt x="1164" y="381"/>
                </a:lnTo>
                <a:lnTo>
                  <a:pt x="1164" y="380"/>
                </a:lnTo>
                <a:lnTo>
                  <a:pt x="1164" y="379"/>
                </a:lnTo>
                <a:lnTo>
                  <a:pt x="1164" y="378"/>
                </a:lnTo>
                <a:lnTo>
                  <a:pt x="1164" y="377"/>
                </a:lnTo>
                <a:lnTo>
                  <a:pt x="1164" y="376"/>
                </a:lnTo>
                <a:lnTo>
                  <a:pt x="1164" y="375"/>
                </a:lnTo>
                <a:lnTo>
                  <a:pt x="1163" y="374"/>
                </a:lnTo>
                <a:lnTo>
                  <a:pt x="1163" y="373"/>
                </a:lnTo>
                <a:lnTo>
                  <a:pt x="1163" y="372"/>
                </a:lnTo>
                <a:lnTo>
                  <a:pt x="1162" y="371"/>
                </a:lnTo>
                <a:lnTo>
                  <a:pt x="1161" y="369"/>
                </a:lnTo>
                <a:lnTo>
                  <a:pt x="1160" y="368"/>
                </a:lnTo>
                <a:lnTo>
                  <a:pt x="1158" y="366"/>
                </a:lnTo>
                <a:lnTo>
                  <a:pt x="1158" y="365"/>
                </a:lnTo>
                <a:lnTo>
                  <a:pt x="1158" y="364"/>
                </a:lnTo>
                <a:lnTo>
                  <a:pt x="1158" y="363"/>
                </a:lnTo>
                <a:lnTo>
                  <a:pt x="1158" y="362"/>
                </a:lnTo>
                <a:lnTo>
                  <a:pt x="1158" y="361"/>
                </a:lnTo>
                <a:lnTo>
                  <a:pt x="1158" y="360"/>
                </a:lnTo>
                <a:lnTo>
                  <a:pt x="1157" y="360"/>
                </a:lnTo>
                <a:lnTo>
                  <a:pt x="1157" y="359"/>
                </a:lnTo>
                <a:lnTo>
                  <a:pt x="1158" y="358"/>
                </a:lnTo>
                <a:lnTo>
                  <a:pt x="1159" y="356"/>
                </a:lnTo>
                <a:lnTo>
                  <a:pt x="1158" y="355"/>
                </a:lnTo>
                <a:lnTo>
                  <a:pt x="1157" y="355"/>
                </a:lnTo>
                <a:lnTo>
                  <a:pt x="1156" y="354"/>
                </a:lnTo>
                <a:lnTo>
                  <a:pt x="1156" y="353"/>
                </a:lnTo>
                <a:lnTo>
                  <a:pt x="1156" y="352"/>
                </a:lnTo>
                <a:lnTo>
                  <a:pt x="1156" y="351"/>
                </a:lnTo>
                <a:lnTo>
                  <a:pt x="1156" y="350"/>
                </a:lnTo>
                <a:lnTo>
                  <a:pt x="1155" y="350"/>
                </a:lnTo>
                <a:lnTo>
                  <a:pt x="1154" y="350"/>
                </a:lnTo>
                <a:lnTo>
                  <a:pt x="1154" y="349"/>
                </a:lnTo>
                <a:lnTo>
                  <a:pt x="1155" y="348"/>
                </a:lnTo>
                <a:lnTo>
                  <a:pt x="1154" y="347"/>
                </a:lnTo>
                <a:lnTo>
                  <a:pt x="1154" y="346"/>
                </a:lnTo>
                <a:lnTo>
                  <a:pt x="1153" y="345"/>
                </a:lnTo>
                <a:lnTo>
                  <a:pt x="1152" y="343"/>
                </a:lnTo>
                <a:lnTo>
                  <a:pt x="1152" y="342"/>
                </a:lnTo>
                <a:lnTo>
                  <a:pt x="1153" y="339"/>
                </a:lnTo>
                <a:lnTo>
                  <a:pt x="1154" y="337"/>
                </a:lnTo>
                <a:lnTo>
                  <a:pt x="1155" y="337"/>
                </a:lnTo>
                <a:lnTo>
                  <a:pt x="1155" y="336"/>
                </a:lnTo>
                <a:lnTo>
                  <a:pt x="1155" y="335"/>
                </a:lnTo>
                <a:lnTo>
                  <a:pt x="1156" y="334"/>
                </a:lnTo>
                <a:lnTo>
                  <a:pt x="1156" y="333"/>
                </a:lnTo>
                <a:lnTo>
                  <a:pt x="1157" y="333"/>
                </a:lnTo>
                <a:lnTo>
                  <a:pt x="1158" y="333"/>
                </a:lnTo>
                <a:lnTo>
                  <a:pt x="1158" y="334"/>
                </a:lnTo>
                <a:lnTo>
                  <a:pt x="1159" y="334"/>
                </a:lnTo>
                <a:lnTo>
                  <a:pt x="1160" y="334"/>
                </a:lnTo>
                <a:lnTo>
                  <a:pt x="1161" y="334"/>
                </a:lnTo>
                <a:lnTo>
                  <a:pt x="1161" y="335"/>
                </a:lnTo>
                <a:lnTo>
                  <a:pt x="1162" y="336"/>
                </a:lnTo>
                <a:lnTo>
                  <a:pt x="1163" y="337"/>
                </a:lnTo>
                <a:lnTo>
                  <a:pt x="1164" y="336"/>
                </a:lnTo>
                <a:lnTo>
                  <a:pt x="1165" y="336"/>
                </a:lnTo>
                <a:lnTo>
                  <a:pt x="1165" y="335"/>
                </a:lnTo>
                <a:lnTo>
                  <a:pt x="1165" y="334"/>
                </a:lnTo>
                <a:lnTo>
                  <a:pt x="1165" y="333"/>
                </a:lnTo>
                <a:lnTo>
                  <a:pt x="1164" y="333"/>
                </a:lnTo>
                <a:lnTo>
                  <a:pt x="1165" y="333"/>
                </a:lnTo>
                <a:lnTo>
                  <a:pt x="1166" y="333"/>
                </a:lnTo>
                <a:lnTo>
                  <a:pt x="1167" y="333"/>
                </a:lnTo>
                <a:lnTo>
                  <a:pt x="1169" y="334"/>
                </a:lnTo>
                <a:lnTo>
                  <a:pt x="1170" y="334"/>
                </a:lnTo>
                <a:lnTo>
                  <a:pt x="1171" y="334"/>
                </a:lnTo>
                <a:lnTo>
                  <a:pt x="1172" y="334"/>
                </a:lnTo>
                <a:lnTo>
                  <a:pt x="1174" y="333"/>
                </a:lnTo>
                <a:lnTo>
                  <a:pt x="1176" y="331"/>
                </a:lnTo>
                <a:lnTo>
                  <a:pt x="1176" y="330"/>
                </a:lnTo>
                <a:lnTo>
                  <a:pt x="1176" y="329"/>
                </a:lnTo>
                <a:lnTo>
                  <a:pt x="1177" y="328"/>
                </a:lnTo>
                <a:lnTo>
                  <a:pt x="1178" y="328"/>
                </a:lnTo>
                <a:lnTo>
                  <a:pt x="1178" y="327"/>
                </a:lnTo>
                <a:lnTo>
                  <a:pt x="1178" y="326"/>
                </a:lnTo>
                <a:lnTo>
                  <a:pt x="1177" y="326"/>
                </a:lnTo>
                <a:lnTo>
                  <a:pt x="1177" y="325"/>
                </a:lnTo>
                <a:lnTo>
                  <a:pt x="1178" y="325"/>
                </a:lnTo>
                <a:lnTo>
                  <a:pt x="1178" y="324"/>
                </a:lnTo>
                <a:lnTo>
                  <a:pt x="1178" y="323"/>
                </a:lnTo>
                <a:lnTo>
                  <a:pt x="1179" y="322"/>
                </a:lnTo>
                <a:lnTo>
                  <a:pt x="1181" y="322"/>
                </a:lnTo>
                <a:lnTo>
                  <a:pt x="1183" y="320"/>
                </a:lnTo>
                <a:lnTo>
                  <a:pt x="1183" y="319"/>
                </a:lnTo>
                <a:lnTo>
                  <a:pt x="1184" y="317"/>
                </a:lnTo>
                <a:lnTo>
                  <a:pt x="1184" y="316"/>
                </a:lnTo>
                <a:lnTo>
                  <a:pt x="1184" y="315"/>
                </a:lnTo>
                <a:lnTo>
                  <a:pt x="1185" y="315"/>
                </a:lnTo>
                <a:lnTo>
                  <a:pt x="1186" y="314"/>
                </a:lnTo>
                <a:lnTo>
                  <a:pt x="1187" y="314"/>
                </a:lnTo>
                <a:lnTo>
                  <a:pt x="1188" y="314"/>
                </a:lnTo>
                <a:lnTo>
                  <a:pt x="1188" y="313"/>
                </a:lnTo>
                <a:lnTo>
                  <a:pt x="1188" y="312"/>
                </a:lnTo>
                <a:lnTo>
                  <a:pt x="1189" y="312"/>
                </a:lnTo>
                <a:lnTo>
                  <a:pt x="1189" y="313"/>
                </a:lnTo>
                <a:lnTo>
                  <a:pt x="1191" y="313"/>
                </a:lnTo>
                <a:lnTo>
                  <a:pt x="1193" y="313"/>
                </a:lnTo>
                <a:lnTo>
                  <a:pt x="1194" y="313"/>
                </a:lnTo>
                <a:lnTo>
                  <a:pt x="1195" y="313"/>
                </a:lnTo>
                <a:lnTo>
                  <a:pt x="1195" y="312"/>
                </a:lnTo>
                <a:lnTo>
                  <a:pt x="1196" y="312"/>
                </a:lnTo>
                <a:lnTo>
                  <a:pt x="1197" y="312"/>
                </a:lnTo>
                <a:lnTo>
                  <a:pt x="1198" y="312"/>
                </a:lnTo>
                <a:lnTo>
                  <a:pt x="1199" y="312"/>
                </a:lnTo>
                <a:lnTo>
                  <a:pt x="1202" y="310"/>
                </a:lnTo>
                <a:lnTo>
                  <a:pt x="1203" y="310"/>
                </a:lnTo>
                <a:lnTo>
                  <a:pt x="1203" y="309"/>
                </a:lnTo>
                <a:lnTo>
                  <a:pt x="1204" y="309"/>
                </a:lnTo>
                <a:lnTo>
                  <a:pt x="1204" y="308"/>
                </a:lnTo>
                <a:lnTo>
                  <a:pt x="1205" y="308"/>
                </a:lnTo>
                <a:lnTo>
                  <a:pt x="1206" y="308"/>
                </a:lnTo>
                <a:lnTo>
                  <a:pt x="1208" y="308"/>
                </a:lnTo>
                <a:lnTo>
                  <a:pt x="1209" y="308"/>
                </a:lnTo>
                <a:lnTo>
                  <a:pt x="1211" y="308"/>
                </a:lnTo>
                <a:lnTo>
                  <a:pt x="1212" y="308"/>
                </a:lnTo>
                <a:lnTo>
                  <a:pt x="1213" y="308"/>
                </a:lnTo>
                <a:lnTo>
                  <a:pt x="1214" y="307"/>
                </a:lnTo>
                <a:lnTo>
                  <a:pt x="1215" y="306"/>
                </a:lnTo>
                <a:lnTo>
                  <a:pt x="1216" y="306"/>
                </a:lnTo>
                <a:lnTo>
                  <a:pt x="1217" y="306"/>
                </a:lnTo>
                <a:lnTo>
                  <a:pt x="1217" y="305"/>
                </a:lnTo>
                <a:lnTo>
                  <a:pt x="1218" y="305"/>
                </a:lnTo>
                <a:lnTo>
                  <a:pt x="1220" y="305"/>
                </a:lnTo>
                <a:lnTo>
                  <a:pt x="1221" y="305"/>
                </a:lnTo>
                <a:lnTo>
                  <a:pt x="1223" y="304"/>
                </a:lnTo>
                <a:lnTo>
                  <a:pt x="1223" y="303"/>
                </a:lnTo>
                <a:lnTo>
                  <a:pt x="1223" y="302"/>
                </a:lnTo>
                <a:lnTo>
                  <a:pt x="1222" y="302"/>
                </a:lnTo>
                <a:lnTo>
                  <a:pt x="1222" y="301"/>
                </a:lnTo>
                <a:lnTo>
                  <a:pt x="1223" y="301"/>
                </a:lnTo>
                <a:lnTo>
                  <a:pt x="1223" y="300"/>
                </a:lnTo>
                <a:lnTo>
                  <a:pt x="1224" y="300"/>
                </a:lnTo>
                <a:lnTo>
                  <a:pt x="1225" y="300"/>
                </a:lnTo>
                <a:lnTo>
                  <a:pt x="1226" y="300"/>
                </a:lnTo>
                <a:lnTo>
                  <a:pt x="1228" y="300"/>
                </a:lnTo>
                <a:lnTo>
                  <a:pt x="1228" y="299"/>
                </a:lnTo>
                <a:lnTo>
                  <a:pt x="1229" y="298"/>
                </a:lnTo>
                <a:lnTo>
                  <a:pt x="1228" y="296"/>
                </a:lnTo>
                <a:lnTo>
                  <a:pt x="1227" y="294"/>
                </a:lnTo>
                <a:lnTo>
                  <a:pt x="1226" y="293"/>
                </a:lnTo>
                <a:lnTo>
                  <a:pt x="1226" y="292"/>
                </a:lnTo>
                <a:lnTo>
                  <a:pt x="1227" y="291"/>
                </a:lnTo>
                <a:lnTo>
                  <a:pt x="1228" y="291"/>
                </a:lnTo>
                <a:lnTo>
                  <a:pt x="1228" y="290"/>
                </a:lnTo>
                <a:lnTo>
                  <a:pt x="1227" y="289"/>
                </a:lnTo>
                <a:lnTo>
                  <a:pt x="1226" y="288"/>
                </a:lnTo>
                <a:lnTo>
                  <a:pt x="1225" y="288"/>
                </a:lnTo>
                <a:lnTo>
                  <a:pt x="1225" y="287"/>
                </a:lnTo>
                <a:lnTo>
                  <a:pt x="1225" y="286"/>
                </a:lnTo>
                <a:lnTo>
                  <a:pt x="1225" y="285"/>
                </a:lnTo>
                <a:lnTo>
                  <a:pt x="1227" y="285"/>
                </a:lnTo>
                <a:lnTo>
                  <a:pt x="1228" y="285"/>
                </a:lnTo>
                <a:lnTo>
                  <a:pt x="1229" y="284"/>
                </a:lnTo>
                <a:lnTo>
                  <a:pt x="1230" y="282"/>
                </a:lnTo>
                <a:lnTo>
                  <a:pt x="1230" y="281"/>
                </a:lnTo>
                <a:lnTo>
                  <a:pt x="1231" y="279"/>
                </a:lnTo>
                <a:lnTo>
                  <a:pt x="1232" y="278"/>
                </a:lnTo>
                <a:lnTo>
                  <a:pt x="1232" y="277"/>
                </a:lnTo>
                <a:lnTo>
                  <a:pt x="1233" y="277"/>
                </a:lnTo>
                <a:lnTo>
                  <a:pt x="1233" y="276"/>
                </a:lnTo>
                <a:lnTo>
                  <a:pt x="1233" y="275"/>
                </a:lnTo>
                <a:lnTo>
                  <a:pt x="1234" y="274"/>
                </a:lnTo>
                <a:lnTo>
                  <a:pt x="1235" y="273"/>
                </a:lnTo>
                <a:lnTo>
                  <a:pt x="1235" y="274"/>
                </a:lnTo>
                <a:lnTo>
                  <a:pt x="1235" y="275"/>
                </a:lnTo>
                <a:lnTo>
                  <a:pt x="1237" y="275"/>
                </a:lnTo>
                <a:lnTo>
                  <a:pt x="1237" y="274"/>
                </a:lnTo>
                <a:lnTo>
                  <a:pt x="1238" y="273"/>
                </a:lnTo>
                <a:lnTo>
                  <a:pt x="1238" y="272"/>
                </a:lnTo>
                <a:lnTo>
                  <a:pt x="1239" y="271"/>
                </a:lnTo>
                <a:lnTo>
                  <a:pt x="1239" y="272"/>
                </a:lnTo>
                <a:lnTo>
                  <a:pt x="1239" y="271"/>
                </a:lnTo>
                <a:lnTo>
                  <a:pt x="1240" y="269"/>
                </a:lnTo>
                <a:lnTo>
                  <a:pt x="1241" y="269"/>
                </a:lnTo>
                <a:lnTo>
                  <a:pt x="1242" y="270"/>
                </a:lnTo>
                <a:lnTo>
                  <a:pt x="1243" y="270"/>
                </a:lnTo>
                <a:lnTo>
                  <a:pt x="1243" y="269"/>
                </a:lnTo>
                <a:lnTo>
                  <a:pt x="1243" y="268"/>
                </a:lnTo>
                <a:lnTo>
                  <a:pt x="1243" y="267"/>
                </a:lnTo>
                <a:lnTo>
                  <a:pt x="1244" y="267"/>
                </a:lnTo>
                <a:lnTo>
                  <a:pt x="1246" y="267"/>
                </a:lnTo>
                <a:lnTo>
                  <a:pt x="1247" y="267"/>
                </a:lnTo>
                <a:lnTo>
                  <a:pt x="1247" y="268"/>
                </a:lnTo>
                <a:lnTo>
                  <a:pt x="1248" y="268"/>
                </a:lnTo>
                <a:lnTo>
                  <a:pt x="1249" y="268"/>
                </a:lnTo>
                <a:lnTo>
                  <a:pt x="1250" y="268"/>
                </a:lnTo>
                <a:lnTo>
                  <a:pt x="1251" y="268"/>
                </a:lnTo>
                <a:lnTo>
                  <a:pt x="1252" y="270"/>
                </a:lnTo>
                <a:lnTo>
                  <a:pt x="1252" y="271"/>
                </a:lnTo>
                <a:lnTo>
                  <a:pt x="1253" y="270"/>
                </a:lnTo>
                <a:lnTo>
                  <a:pt x="1254" y="270"/>
                </a:lnTo>
                <a:lnTo>
                  <a:pt x="1254" y="271"/>
                </a:lnTo>
                <a:lnTo>
                  <a:pt x="1255" y="273"/>
                </a:lnTo>
                <a:lnTo>
                  <a:pt x="1254" y="273"/>
                </a:lnTo>
                <a:lnTo>
                  <a:pt x="1253" y="274"/>
                </a:lnTo>
                <a:lnTo>
                  <a:pt x="1254" y="275"/>
                </a:lnTo>
                <a:lnTo>
                  <a:pt x="1255" y="275"/>
                </a:lnTo>
                <a:lnTo>
                  <a:pt x="1256" y="276"/>
                </a:lnTo>
                <a:lnTo>
                  <a:pt x="1257" y="277"/>
                </a:lnTo>
                <a:lnTo>
                  <a:pt x="1258" y="277"/>
                </a:lnTo>
                <a:lnTo>
                  <a:pt x="1259" y="277"/>
                </a:lnTo>
                <a:lnTo>
                  <a:pt x="1259" y="278"/>
                </a:lnTo>
                <a:lnTo>
                  <a:pt x="1258" y="278"/>
                </a:lnTo>
                <a:lnTo>
                  <a:pt x="1260" y="280"/>
                </a:lnTo>
                <a:lnTo>
                  <a:pt x="1260" y="281"/>
                </a:lnTo>
                <a:lnTo>
                  <a:pt x="1260" y="282"/>
                </a:lnTo>
                <a:lnTo>
                  <a:pt x="1260" y="283"/>
                </a:lnTo>
                <a:lnTo>
                  <a:pt x="1261" y="283"/>
                </a:lnTo>
                <a:lnTo>
                  <a:pt x="1261" y="284"/>
                </a:lnTo>
                <a:lnTo>
                  <a:pt x="1262" y="286"/>
                </a:lnTo>
                <a:lnTo>
                  <a:pt x="1261" y="287"/>
                </a:lnTo>
                <a:lnTo>
                  <a:pt x="1261" y="288"/>
                </a:lnTo>
                <a:lnTo>
                  <a:pt x="1261" y="292"/>
                </a:lnTo>
                <a:lnTo>
                  <a:pt x="1262" y="294"/>
                </a:lnTo>
                <a:lnTo>
                  <a:pt x="1262" y="295"/>
                </a:lnTo>
                <a:lnTo>
                  <a:pt x="1263" y="297"/>
                </a:lnTo>
                <a:lnTo>
                  <a:pt x="1264" y="297"/>
                </a:lnTo>
                <a:lnTo>
                  <a:pt x="1265" y="298"/>
                </a:lnTo>
                <a:lnTo>
                  <a:pt x="1266" y="298"/>
                </a:lnTo>
                <a:lnTo>
                  <a:pt x="1267" y="298"/>
                </a:lnTo>
                <a:lnTo>
                  <a:pt x="1268" y="298"/>
                </a:lnTo>
                <a:lnTo>
                  <a:pt x="1269" y="299"/>
                </a:lnTo>
                <a:lnTo>
                  <a:pt x="1269" y="300"/>
                </a:lnTo>
                <a:lnTo>
                  <a:pt x="1270" y="301"/>
                </a:lnTo>
                <a:lnTo>
                  <a:pt x="1272" y="301"/>
                </a:lnTo>
                <a:lnTo>
                  <a:pt x="1274" y="300"/>
                </a:lnTo>
                <a:lnTo>
                  <a:pt x="1274" y="299"/>
                </a:lnTo>
                <a:lnTo>
                  <a:pt x="1275" y="299"/>
                </a:lnTo>
                <a:lnTo>
                  <a:pt x="1276" y="298"/>
                </a:lnTo>
                <a:lnTo>
                  <a:pt x="1277" y="297"/>
                </a:lnTo>
                <a:lnTo>
                  <a:pt x="1277" y="296"/>
                </a:lnTo>
                <a:lnTo>
                  <a:pt x="1277" y="295"/>
                </a:lnTo>
                <a:lnTo>
                  <a:pt x="1277" y="293"/>
                </a:lnTo>
                <a:lnTo>
                  <a:pt x="1277" y="291"/>
                </a:lnTo>
                <a:lnTo>
                  <a:pt x="1278" y="291"/>
                </a:lnTo>
                <a:lnTo>
                  <a:pt x="1278" y="290"/>
                </a:lnTo>
                <a:lnTo>
                  <a:pt x="1280" y="290"/>
                </a:lnTo>
                <a:lnTo>
                  <a:pt x="1280" y="289"/>
                </a:lnTo>
                <a:lnTo>
                  <a:pt x="1281" y="289"/>
                </a:lnTo>
                <a:lnTo>
                  <a:pt x="1281" y="287"/>
                </a:lnTo>
                <a:lnTo>
                  <a:pt x="1280" y="284"/>
                </a:lnTo>
                <a:lnTo>
                  <a:pt x="1280" y="283"/>
                </a:lnTo>
                <a:lnTo>
                  <a:pt x="1280" y="282"/>
                </a:lnTo>
                <a:lnTo>
                  <a:pt x="1280" y="281"/>
                </a:lnTo>
                <a:lnTo>
                  <a:pt x="1281" y="281"/>
                </a:lnTo>
                <a:lnTo>
                  <a:pt x="1282" y="279"/>
                </a:lnTo>
                <a:lnTo>
                  <a:pt x="1282" y="278"/>
                </a:lnTo>
                <a:lnTo>
                  <a:pt x="1283" y="278"/>
                </a:lnTo>
                <a:lnTo>
                  <a:pt x="1283" y="277"/>
                </a:lnTo>
                <a:lnTo>
                  <a:pt x="1283" y="278"/>
                </a:lnTo>
                <a:lnTo>
                  <a:pt x="1284" y="278"/>
                </a:lnTo>
                <a:lnTo>
                  <a:pt x="1284" y="277"/>
                </a:lnTo>
                <a:lnTo>
                  <a:pt x="1284" y="276"/>
                </a:lnTo>
                <a:lnTo>
                  <a:pt x="1284" y="275"/>
                </a:lnTo>
                <a:lnTo>
                  <a:pt x="1285" y="275"/>
                </a:lnTo>
                <a:lnTo>
                  <a:pt x="1286" y="274"/>
                </a:lnTo>
                <a:lnTo>
                  <a:pt x="1287" y="274"/>
                </a:lnTo>
                <a:lnTo>
                  <a:pt x="1288" y="273"/>
                </a:lnTo>
                <a:lnTo>
                  <a:pt x="1289" y="273"/>
                </a:lnTo>
                <a:lnTo>
                  <a:pt x="1289" y="272"/>
                </a:lnTo>
                <a:lnTo>
                  <a:pt x="1290" y="272"/>
                </a:lnTo>
                <a:lnTo>
                  <a:pt x="1290" y="273"/>
                </a:lnTo>
                <a:lnTo>
                  <a:pt x="1290" y="274"/>
                </a:lnTo>
                <a:lnTo>
                  <a:pt x="1291" y="274"/>
                </a:lnTo>
                <a:lnTo>
                  <a:pt x="1291" y="273"/>
                </a:lnTo>
                <a:lnTo>
                  <a:pt x="1293" y="272"/>
                </a:lnTo>
                <a:lnTo>
                  <a:pt x="1293" y="270"/>
                </a:lnTo>
                <a:lnTo>
                  <a:pt x="1293" y="269"/>
                </a:lnTo>
                <a:lnTo>
                  <a:pt x="1294" y="269"/>
                </a:lnTo>
                <a:lnTo>
                  <a:pt x="1294" y="268"/>
                </a:lnTo>
                <a:lnTo>
                  <a:pt x="1294" y="267"/>
                </a:lnTo>
                <a:lnTo>
                  <a:pt x="1294" y="265"/>
                </a:lnTo>
                <a:lnTo>
                  <a:pt x="1293" y="264"/>
                </a:lnTo>
                <a:lnTo>
                  <a:pt x="1294" y="264"/>
                </a:lnTo>
                <a:lnTo>
                  <a:pt x="1294" y="263"/>
                </a:lnTo>
                <a:lnTo>
                  <a:pt x="1295" y="262"/>
                </a:lnTo>
                <a:lnTo>
                  <a:pt x="1295" y="261"/>
                </a:lnTo>
                <a:lnTo>
                  <a:pt x="1296" y="261"/>
                </a:lnTo>
                <a:lnTo>
                  <a:pt x="1296" y="260"/>
                </a:lnTo>
                <a:lnTo>
                  <a:pt x="1296" y="259"/>
                </a:lnTo>
                <a:lnTo>
                  <a:pt x="1297" y="259"/>
                </a:lnTo>
                <a:lnTo>
                  <a:pt x="1297" y="258"/>
                </a:lnTo>
                <a:lnTo>
                  <a:pt x="1297" y="257"/>
                </a:lnTo>
                <a:lnTo>
                  <a:pt x="1297" y="256"/>
                </a:lnTo>
                <a:lnTo>
                  <a:pt x="1297" y="255"/>
                </a:lnTo>
                <a:lnTo>
                  <a:pt x="1296" y="255"/>
                </a:lnTo>
                <a:lnTo>
                  <a:pt x="1296" y="254"/>
                </a:lnTo>
                <a:lnTo>
                  <a:pt x="1297" y="254"/>
                </a:lnTo>
                <a:lnTo>
                  <a:pt x="1297" y="253"/>
                </a:lnTo>
                <a:lnTo>
                  <a:pt x="1297" y="252"/>
                </a:lnTo>
                <a:lnTo>
                  <a:pt x="1297" y="251"/>
                </a:lnTo>
                <a:lnTo>
                  <a:pt x="1298" y="251"/>
                </a:lnTo>
                <a:lnTo>
                  <a:pt x="1298" y="250"/>
                </a:lnTo>
                <a:lnTo>
                  <a:pt x="1299" y="250"/>
                </a:lnTo>
                <a:lnTo>
                  <a:pt x="1299" y="249"/>
                </a:lnTo>
                <a:lnTo>
                  <a:pt x="1300" y="249"/>
                </a:lnTo>
                <a:lnTo>
                  <a:pt x="1300" y="248"/>
                </a:lnTo>
                <a:lnTo>
                  <a:pt x="1301" y="247"/>
                </a:lnTo>
                <a:lnTo>
                  <a:pt x="1301" y="248"/>
                </a:lnTo>
                <a:lnTo>
                  <a:pt x="1302" y="248"/>
                </a:lnTo>
                <a:lnTo>
                  <a:pt x="1303" y="248"/>
                </a:lnTo>
                <a:lnTo>
                  <a:pt x="1303" y="249"/>
                </a:lnTo>
                <a:lnTo>
                  <a:pt x="1303" y="250"/>
                </a:lnTo>
                <a:lnTo>
                  <a:pt x="1303" y="251"/>
                </a:lnTo>
                <a:lnTo>
                  <a:pt x="1303" y="253"/>
                </a:lnTo>
                <a:lnTo>
                  <a:pt x="1304" y="254"/>
                </a:lnTo>
                <a:lnTo>
                  <a:pt x="1305" y="254"/>
                </a:lnTo>
                <a:lnTo>
                  <a:pt x="1305" y="255"/>
                </a:lnTo>
                <a:lnTo>
                  <a:pt x="1305" y="256"/>
                </a:lnTo>
                <a:lnTo>
                  <a:pt x="1305" y="257"/>
                </a:lnTo>
                <a:lnTo>
                  <a:pt x="1306" y="259"/>
                </a:lnTo>
                <a:lnTo>
                  <a:pt x="1305" y="262"/>
                </a:lnTo>
                <a:lnTo>
                  <a:pt x="1305" y="265"/>
                </a:lnTo>
                <a:lnTo>
                  <a:pt x="1304" y="265"/>
                </a:lnTo>
                <a:lnTo>
                  <a:pt x="1304" y="266"/>
                </a:lnTo>
                <a:lnTo>
                  <a:pt x="1304" y="267"/>
                </a:lnTo>
                <a:lnTo>
                  <a:pt x="1305" y="267"/>
                </a:lnTo>
                <a:lnTo>
                  <a:pt x="1304" y="267"/>
                </a:lnTo>
                <a:lnTo>
                  <a:pt x="1304" y="268"/>
                </a:lnTo>
                <a:lnTo>
                  <a:pt x="1305" y="269"/>
                </a:lnTo>
                <a:lnTo>
                  <a:pt x="1307" y="269"/>
                </a:lnTo>
                <a:lnTo>
                  <a:pt x="1309" y="271"/>
                </a:lnTo>
                <a:lnTo>
                  <a:pt x="1310" y="272"/>
                </a:lnTo>
                <a:lnTo>
                  <a:pt x="1310" y="273"/>
                </a:lnTo>
                <a:lnTo>
                  <a:pt x="1310" y="274"/>
                </a:lnTo>
                <a:lnTo>
                  <a:pt x="1311" y="274"/>
                </a:lnTo>
                <a:lnTo>
                  <a:pt x="1312" y="274"/>
                </a:lnTo>
                <a:lnTo>
                  <a:pt x="1313" y="274"/>
                </a:lnTo>
                <a:lnTo>
                  <a:pt x="1313" y="275"/>
                </a:lnTo>
                <a:lnTo>
                  <a:pt x="1312" y="277"/>
                </a:lnTo>
                <a:lnTo>
                  <a:pt x="1311" y="278"/>
                </a:lnTo>
                <a:lnTo>
                  <a:pt x="1311" y="279"/>
                </a:lnTo>
                <a:lnTo>
                  <a:pt x="1312" y="280"/>
                </a:lnTo>
                <a:lnTo>
                  <a:pt x="1313" y="281"/>
                </a:lnTo>
                <a:lnTo>
                  <a:pt x="1313" y="282"/>
                </a:lnTo>
                <a:lnTo>
                  <a:pt x="1314" y="283"/>
                </a:lnTo>
                <a:lnTo>
                  <a:pt x="1315" y="284"/>
                </a:lnTo>
                <a:lnTo>
                  <a:pt x="1316" y="285"/>
                </a:lnTo>
                <a:lnTo>
                  <a:pt x="1316" y="286"/>
                </a:lnTo>
                <a:lnTo>
                  <a:pt x="1315" y="286"/>
                </a:lnTo>
                <a:lnTo>
                  <a:pt x="1314" y="287"/>
                </a:lnTo>
                <a:lnTo>
                  <a:pt x="1313" y="288"/>
                </a:lnTo>
                <a:lnTo>
                  <a:pt x="1313" y="289"/>
                </a:lnTo>
                <a:lnTo>
                  <a:pt x="1314" y="289"/>
                </a:lnTo>
                <a:lnTo>
                  <a:pt x="1314" y="290"/>
                </a:lnTo>
                <a:lnTo>
                  <a:pt x="1315" y="290"/>
                </a:lnTo>
                <a:lnTo>
                  <a:pt x="1315" y="291"/>
                </a:lnTo>
                <a:lnTo>
                  <a:pt x="1317" y="291"/>
                </a:lnTo>
                <a:lnTo>
                  <a:pt x="1317" y="293"/>
                </a:lnTo>
                <a:lnTo>
                  <a:pt x="1318" y="294"/>
                </a:lnTo>
                <a:lnTo>
                  <a:pt x="1318" y="296"/>
                </a:lnTo>
                <a:lnTo>
                  <a:pt x="1319" y="298"/>
                </a:lnTo>
                <a:lnTo>
                  <a:pt x="1319" y="300"/>
                </a:lnTo>
                <a:lnTo>
                  <a:pt x="1320" y="301"/>
                </a:lnTo>
                <a:lnTo>
                  <a:pt x="1321" y="302"/>
                </a:lnTo>
                <a:lnTo>
                  <a:pt x="1321" y="303"/>
                </a:lnTo>
                <a:lnTo>
                  <a:pt x="1322" y="303"/>
                </a:lnTo>
                <a:lnTo>
                  <a:pt x="1323" y="303"/>
                </a:lnTo>
                <a:lnTo>
                  <a:pt x="1324" y="304"/>
                </a:lnTo>
                <a:lnTo>
                  <a:pt x="1325" y="304"/>
                </a:lnTo>
                <a:lnTo>
                  <a:pt x="1326" y="304"/>
                </a:lnTo>
                <a:lnTo>
                  <a:pt x="1327" y="306"/>
                </a:lnTo>
                <a:lnTo>
                  <a:pt x="1327" y="307"/>
                </a:lnTo>
                <a:lnTo>
                  <a:pt x="1327" y="308"/>
                </a:lnTo>
                <a:lnTo>
                  <a:pt x="1326" y="308"/>
                </a:lnTo>
                <a:lnTo>
                  <a:pt x="1326" y="309"/>
                </a:lnTo>
                <a:lnTo>
                  <a:pt x="1326" y="311"/>
                </a:lnTo>
                <a:lnTo>
                  <a:pt x="1326" y="312"/>
                </a:lnTo>
                <a:lnTo>
                  <a:pt x="1326" y="313"/>
                </a:lnTo>
                <a:lnTo>
                  <a:pt x="1326" y="314"/>
                </a:lnTo>
                <a:lnTo>
                  <a:pt x="1325" y="314"/>
                </a:lnTo>
                <a:lnTo>
                  <a:pt x="1325" y="315"/>
                </a:lnTo>
                <a:lnTo>
                  <a:pt x="1325" y="316"/>
                </a:lnTo>
                <a:lnTo>
                  <a:pt x="1326" y="317"/>
                </a:lnTo>
                <a:lnTo>
                  <a:pt x="1326" y="318"/>
                </a:lnTo>
                <a:lnTo>
                  <a:pt x="1327" y="319"/>
                </a:lnTo>
                <a:lnTo>
                  <a:pt x="1327" y="320"/>
                </a:lnTo>
                <a:lnTo>
                  <a:pt x="1327" y="321"/>
                </a:lnTo>
                <a:lnTo>
                  <a:pt x="1328" y="321"/>
                </a:lnTo>
                <a:lnTo>
                  <a:pt x="1329" y="321"/>
                </a:lnTo>
                <a:lnTo>
                  <a:pt x="1329" y="322"/>
                </a:lnTo>
                <a:lnTo>
                  <a:pt x="1330" y="323"/>
                </a:lnTo>
                <a:lnTo>
                  <a:pt x="1330" y="325"/>
                </a:lnTo>
                <a:lnTo>
                  <a:pt x="1331" y="325"/>
                </a:lnTo>
                <a:lnTo>
                  <a:pt x="1334" y="325"/>
                </a:lnTo>
                <a:lnTo>
                  <a:pt x="1336" y="325"/>
                </a:lnTo>
                <a:lnTo>
                  <a:pt x="1337" y="324"/>
                </a:lnTo>
                <a:lnTo>
                  <a:pt x="1337" y="323"/>
                </a:lnTo>
                <a:lnTo>
                  <a:pt x="1338" y="322"/>
                </a:lnTo>
                <a:lnTo>
                  <a:pt x="1339" y="321"/>
                </a:lnTo>
                <a:lnTo>
                  <a:pt x="1341" y="321"/>
                </a:lnTo>
                <a:lnTo>
                  <a:pt x="1342" y="322"/>
                </a:lnTo>
                <a:lnTo>
                  <a:pt x="1342" y="323"/>
                </a:lnTo>
                <a:lnTo>
                  <a:pt x="1343" y="323"/>
                </a:lnTo>
                <a:lnTo>
                  <a:pt x="1345" y="324"/>
                </a:lnTo>
                <a:lnTo>
                  <a:pt x="1346" y="324"/>
                </a:lnTo>
                <a:lnTo>
                  <a:pt x="1347" y="324"/>
                </a:lnTo>
                <a:lnTo>
                  <a:pt x="1349" y="324"/>
                </a:lnTo>
                <a:lnTo>
                  <a:pt x="1349" y="325"/>
                </a:lnTo>
                <a:lnTo>
                  <a:pt x="1350" y="326"/>
                </a:lnTo>
                <a:lnTo>
                  <a:pt x="1351" y="326"/>
                </a:lnTo>
                <a:lnTo>
                  <a:pt x="1352" y="325"/>
                </a:lnTo>
                <a:lnTo>
                  <a:pt x="1352" y="324"/>
                </a:lnTo>
                <a:lnTo>
                  <a:pt x="1354" y="324"/>
                </a:lnTo>
                <a:lnTo>
                  <a:pt x="1356" y="325"/>
                </a:lnTo>
                <a:lnTo>
                  <a:pt x="1357" y="326"/>
                </a:lnTo>
                <a:lnTo>
                  <a:pt x="1358" y="326"/>
                </a:lnTo>
                <a:lnTo>
                  <a:pt x="1358" y="325"/>
                </a:lnTo>
                <a:lnTo>
                  <a:pt x="1358" y="324"/>
                </a:lnTo>
                <a:lnTo>
                  <a:pt x="1359" y="324"/>
                </a:lnTo>
                <a:lnTo>
                  <a:pt x="1360" y="324"/>
                </a:lnTo>
                <a:lnTo>
                  <a:pt x="1361" y="323"/>
                </a:lnTo>
                <a:lnTo>
                  <a:pt x="1362" y="322"/>
                </a:lnTo>
                <a:lnTo>
                  <a:pt x="1362" y="323"/>
                </a:lnTo>
                <a:lnTo>
                  <a:pt x="1363" y="323"/>
                </a:lnTo>
                <a:lnTo>
                  <a:pt x="1364" y="324"/>
                </a:lnTo>
                <a:lnTo>
                  <a:pt x="1364" y="326"/>
                </a:lnTo>
                <a:lnTo>
                  <a:pt x="1364" y="329"/>
                </a:lnTo>
                <a:lnTo>
                  <a:pt x="1364" y="330"/>
                </a:lnTo>
                <a:lnTo>
                  <a:pt x="1365" y="330"/>
                </a:lnTo>
                <a:lnTo>
                  <a:pt x="1367" y="329"/>
                </a:lnTo>
                <a:lnTo>
                  <a:pt x="1368" y="329"/>
                </a:lnTo>
                <a:lnTo>
                  <a:pt x="1368" y="330"/>
                </a:lnTo>
                <a:lnTo>
                  <a:pt x="1369" y="330"/>
                </a:lnTo>
                <a:lnTo>
                  <a:pt x="1370" y="330"/>
                </a:lnTo>
                <a:lnTo>
                  <a:pt x="1370" y="329"/>
                </a:lnTo>
                <a:lnTo>
                  <a:pt x="1371" y="330"/>
                </a:lnTo>
                <a:lnTo>
                  <a:pt x="1371" y="331"/>
                </a:lnTo>
                <a:lnTo>
                  <a:pt x="1372" y="331"/>
                </a:lnTo>
                <a:lnTo>
                  <a:pt x="1372" y="332"/>
                </a:lnTo>
                <a:lnTo>
                  <a:pt x="1373" y="332"/>
                </a:lnTo>
                <a:lnTo>
                  <a:pt x="1374" y="331"/>
                </a:lnTo>
                <a:lnTo>
                  <a:pt x="1376" y="331"/>
                </a:lnTo>
                <a:lnTo>
                  <a:pt x="1376" y="332"/>
                </a:lnTo>
                <a:lnTo>
                  <a:pt x="1377" y="332"/>
                </a:lnTo>
                <a:lnTo>
                  <a:pt x="1378" y="332"/>
                </a:lnTo>
                <a:lnTo>
                  <a:pt x="1379" y="332"/>
                </a:lnTo>
                <a:lnTo>
                  <a:pt x="1380" y="331"/>
                </a:lnTo>
                <a:lnTo>
                  <a:pt x="1380" y="332"/>
                </a:lnTo>
                <a:lnTo>
                  <a:pt x="1381" y="332"/>
                </a:lnTo>
                <a:lnTo>
                  <a:pt x="1381" y="333"/>
                </a:lnTo>
                <a:lnTo>
                  <a:pt x="1382" y="333"/>
                </a:lnTo>
                <a:lnTo>
                  <a:pt x="1382" y="334"/>
                </a:lnTo>
                <a:lnTo>
                  <a:pt x="1384" y="334"/>
                </a:lnTo>
                <a:lnTo>
                  <a:pt x="1385" y="334"/>
                </a:lnTo>
                <a:lnTo>
                  <a:pt x="1386" y="334"/>
                </a:lnTo>
                <a:lnTo>
                  <a:pt x="1386" y="335"/>
                </a:lnTo>
                <a:lnTo>
                  <a:pt x="1387" y="335"/>
                </a:lnTo>
                <a:lnTo>
                  <a:pt x="1388" y="336"/>
                </a:lnTo>
                <a:lnTo>
                  <a:pt x="1389" y="337"/>
                </a:lnTo>
                <a:lnTo>
                  <a:pt x="1389" y="336"/>
                </a:lnTo>
                <a:lnTo>
                  <a:pt x="1390" y="336"/>
                </a:lnTo>
                <a:lnTo>
                  <a:pt x="1391" y="335"/>
                </a:lnTo>
                <a:lnTo>
                  <a:pt x="1391" y="336"/>
                </a:lnTo>
                <a:lnTo>
                  <a:pt x="1391" y="337"/>
                </a:lnTo>
                <a:lnTo>
                  <a:pt x="1392" y="338"/>
                </a:lnTo>
                <a:lnTo>
                  <a:pt x="1393" y="339"/>
                </a:lnTo>
                <a:lnTo>
                  <a:pt x="1394" y="339"/>
                </a:lnTo>
                <a:lnTo>
                  <a:pt x="1395" y="339"/>
                </a:lnTo>
                <a:lnTo>
                  <a:pt x="1397" y="339"/>
                </a:lnTo>
                <a:lnTo>
                  <a:pt x="1397" y="340"/>
                </a:lnTo>
                <a:lnTo>
                  <a:pt x="1397" y="341"/>
                </a:lnTo>
                <a:lnTo>
                  <a:pt x="1399" y="343"/>
                </a:lnTo>
                <a:lnTo>
                  <a:pt x="1400" y="344"/>
                </a:lnTo>
                <a:lnTo>
                  <a:pt x="1400" y="345"/>
                </a:lnTo>
                <a:lnTo>
                  <a:pt x="1401" y="346"/>
                </a:lnTo>
                <a:lnTo>
                  <a:pt x="1401" y="347"/>
                </a:lnTo>
                <a:lnTo>
                  <a:pt x="1402" y="347"/>
                </a:lnTo>
                <a:lnTo>
                  <a:pt x="1402" y="348"/>
                </a:lnTo>
                <a:lnTo>
                  <a:pt x="1403" y="348"/>
                </a:lnTo>
                <a:lnTo>
                  <a:pt x="1403" y="349"/>
                </a:lnTo>
                <a:lnTo>
                  <a:pt x="1404" y="350"/>
                </a:lnTo>
                <a:lnTo>
                  <a:pt x="1405" y="351"/>
                </a:lnTo>
                <a:lnTo>
                  <a:pt x="1406" y="351"/>
                </a:lnTo>
                <a:lnTo>
                  <a:pt x="1407" y="351"/>
                </a:lnTo>
                <a:lnTo>
                  <a:pt x="1409" y="351"/>
                </a:lnTo>
                <a:lnTo>
                  <a:pt x="1410" y="350"/>
                </a:lnTo>
                <a:lnTo>
                  <a:pt x="1411" y="350"/>
                </a:lnTo>
                <a:lnTo>
                  <a:pt x="1412" y="350"/>
                </a:lnTo>
                <a:lnTo>
                  <a:pt x="1412" y="349"/>
                </a:lnTo>
                <a:lnTo>
                  <a:pt x="1412" y="348"/>
                </a:lnTo>
                <a:lnTo>
                  <a:pt x="1413" y="347"/>
                </a:lnTo>
                <a:lnTo>
                  <a:pt x="1413" y="345"/>
                </a:lnTo>
                <a:lnTo>
                  <a:pt x="1414" y="343"/>
                </a:lnTo>
                <a:lnTo>
                  <a:pt x="1415" y="341"/>
                </a:lnTo>
                <a:lnTo>
                  <a:pt x="1415" y="340"/>
                </a:lnTo>
                <a:lnTo>
                  <a:pt x="1416" y="340"/>
                </a:lnTo>
                <a:lnTo>
                  <a:pt x="1416" y="339"/>
                </a:lnTo>
                <a:lnTo>
                  <a:pt x="1417" y="338"/>
                </a:lnTo>
                <a:lnTo>
                  <a:pt x="1417" y="337"/>
                </a:lnTo>
                <a:lnTo>
                  <a:pt x="1418" y="336"/>
                </a:lnTo>
                <a:lnTo>
                  <a:pt x="1420" y="335"/>
                </a:lnTo>
                <a:lnTo>
                  <a:pt x="1422" y="333"/>
                </a:lnTo>
                <a:lnTo>
                  <a:pt x="1422" y="332"/>
                </a:lnTo>
                <a:lnTo>
                  <a:pt x="1421" y="332"/>
                </a:lnTo>
                <a:lnTo>
                  <a:pt x="1422" y="332"/>
                </a:lnTo>
                <a:lnTo>
                  <a:pt x="1422" y="331"/>
                </a:lnTo>
                <a:lnTo>
                  <a:pt x="1423" y="331"/>
                </a:lnTo>
                <a:lnTo>
                  <a:pt x="1424" y="331"/>
                </a:lnTo>
                <a:lnTo>
                  <a:pt x="1425" y="331"/>
                </a:lnTo>
                <a:lnTo>
                  <a:pt x="1425" y="330"/>
                </a:lnTo>
                <a:lnTo>
                  <a:pt x="1427" y="331"/>
                </a:lnTo>
                <a:lnTo>
                  <a:pt x="1428" y="332"/>
                </a:lnTo>
                <a:lnTo>
                  <a:pt x="1429" y="333"/>
                </a:lnTo>
                <a:lnTo>
                  <a:pt x="1430" y="333"/>
                </a:lnTo>
                <a:lnTo>
                  <a:pt x="1431" y="334"/>
                </a:lnTo>
                <a:lnTo>
                  <a:pt x="1432" y="334"/>
                </a:lnTo>
                <a:lnTo>
                  <a:pt x="1433" y="334"/>
                </a:lnTo>
                <a:lnTo>
                  <a:pt x="1434" y="335"/>
                </a:lnTo>
                <a:lnTo>
                  <a:pt x="1434" y="336"/>
                </a:lnTo>
                <a:lnTo>
                  <a:pt x="1437" y="338"/>
                </a:lnTo>
                <a:lnTo>
                  <a:pt x="1438" y="338"/>
                </a:lnTo>
                <a:lnTo>
                  <a:pt x="1439" y="339"/>
                </a:lnTo>
                <a:lnTo>
                  <a:pt x="1440" y="339"/>
                </a:lnTo>
                <a:lnTo>
                  <a:pt x="1441" y="339"/>
                </a:lnTo>
                <a:lnTo>
                  <a:pt x="1442" y="339"/>
                </a:lnTo>
                <a:lnTo>
                  <a:pt x="1443" y="340"/>
                </a:lnTo>
                <a:lnTo>
                  <a:pt x="1443" y="341"/>
                </a:lnTo>
                <a:lnTo>
                  <a:pt x="1443" y="342"/>
                </a:lnTo>
                <a:lnTo>
                  <a:pt x="1444" y="342"/>
                </a:lnTo>
                <a:lnTo>
                  <a:pt x="1445" y="342"/>
                </a:lnTo>
                <a:lnTo>
                  <a:pt x="1446" y="343"/>
                </a:lnTo>
                <a:lnTo>
                  <a:pt x="1447" y="342"/>
                </a:lnTo>
                <a:lnTo>
                  <a:pt x="1448" y="341"/>
                </a:lnTo>
                <a:lnTo>
                  <a:pt x="1449" y="340"/>
                </a:lnTo>
                <a:lnTo>
                  <a:pt x="1450" y="339"/>
                </a:lnTo>
                <a:lnTo>
                  <a:pt x="1450" y="338"/>
                </a:lnTo>
                <a:lnTo>
                  <a:pt x="1450" y="337"/>
                </a:lnTo>
                <a:lnTo>
                  <a:pt x="1451" y="337"/>
                </a:lnTo>
                <a:lnTo>
                  <a:pt x="1452" y="337"/>
                </a:lnTo>
                <a:lnTo>
                  <a:pt x="1452" y="338"/>
                </a:lnTo>
                <a:lnTo>
                  <a:pt x="1453" y="337"/>
                </a:lnTo>
                <a:lnTo>
                  <a:pt x="1454" y="336"/>
                </a:lnTo>
                <a:lnTo>
                  <a:pt x="1454" y="335"/>
                </a:lnTo>
                <a:lnTo>
                  <a:pt x="1453" y="335"/>
                </a:lnTo>
                <a:lnTo>
                  <a:pt x="1453" y="334"/>
                </a:lnTo>
                <a:lnTo>
                  <a:pt x="1455" y="333"/>
                </a:lnTo>
                <a:lnTo>
                  <a:pt x="1456" y="333"/>
                </a:lnTo>
                <a:lnTo>
                  <a:pt x="1457" y="333"/>
                </a:lnTo>
                <a:lnTo>
                  <a:pt x="1457" y="332"/>
                </a:lnTo>
                <a:lnTo>
                  <a:pt x="1457" y="331"/>
                </a:lnTo>
                <a:lnTo>
                  <a:pt x="1457" y="330"/>
                </a:lnTo>
                <a:lnTo>
                  <a:pt x="1457" y="329"/>
                </a:lnTo>
                <a:lnTo>
                  <a:pt x="1458" y="328"/>
                </a:lnTo>
                <a:lnTo>
                  <a:pt x="1459" y="328"/>
                </a:lnTo>
                <a:lnTo>
                  <a:pt x="1460" y="329"/>
                </a:lnTo>
                <a:lnTo>
                  <a:pt x="1461" y="329"/>
                </a:lnTo>
                <a:lnTo>
                  <a:pt x="1462" y="329"/>
                </a:lnTo>
                <a:lnTo>
                  <a:pt x="1464" y="329"/>
                </a:lnTo>
                <a:lnTo>
                  <a:pt x="1465" y="328"/>
                </a:lnTo>
                <a:lnTo>
                  <a:pt x="1465" y="327"/>
                </a:lnTo>
                <a:lnTo>
                  <a:pt x="1464" y="327"/>
                </a:lnTo>
                <a:lnTo>
                  <a:pt x="1464" y="326"/>
                </a:lnTo>
                <a:lnTo>
                  <a:pt x="1465" y="326"/>
                </a:lnTo>
                <a:lnTo>
                  <a:pt x="1466" y="326"/>
                </a:lnTo>
                <a:lnTo>
                  <a:pt x="1466" y="325"/>
                </a:lnTo>
                <a:lnTo>
                  <a:pt x="1466" y="324"/>
                </a:lnTo>
                <a:lnTo>
                  <a:pt x="1465" y="324"/>
                </a:lnTo>
                <a:lnTo>
                  <a:pt x="1465" y="323"/>
                </a:lnTo>
                <a:lnTo>
                  <a:pt x="1464" y="323"/>
                </a:lnTo>
                <a:lnTo>
                  <a:pt x="1464" y="322"/>
                </a:lnTo>
                <a:lnTo>
                  <a:pt x="1465" y="322"/>
                </a:lnTo>
                <a:lnTo>
                  <a:pt x="1465" y="321"/>
                </a:lnTo>
                <a:lnTo>
                  <a:pt x="1466" y="321"/>
                </a:lnTo>
                <a:lnTo>
                  <a:pt x="1467" y="322"/>
                </a:lnTo>
                <a:lnTo>
                  <a:pt x="1467" y="323"/>
                </a:lnTo>
                <a:lnTo>
                  <a:pt x="1468" y="324"/>
                </a:lnTo>
                <a:lnTo>
                  <a:pt x="1468" y="325"/>
                </a:lnTo>
                <a:lnTo>
                  <a:pt x="1468" y="327"/>
                </a:lnTo>
                <a:lnTo>
                  <a:pt x="1468" y="328"/>
                </a:lnTo>
                <a:lnTo>
                  <a:pt x="1467" y="331"/>
                </a:lnTo>
                <a:lnTo>
                  <a:pt x="1467" y="333"/>
                </a:lnTo>
                <a:lnTo>
                  <a:pt x="1468" y="334"/>
                </a:lnTo>
                <a:lnTo>
                  <a:pt x="1469" y="336"/>
                </a:lnTo>
                <a:lnTo>
                  <a:pt x="1471" y="339"/>
                </a:lnTo>
                <a:lnTo>
                  <a:pt x="1471" y="340"/>
                </a:lnTo>
                <a:lnTo>
                  <a:pt x="1472" y="342"/>
                </a:lnTo>
                <a:lnTo>
                  <a:pt x="1471" y="343"/>
                </a:lnTo>
                <a:lnTo>
                  <a:pt x="1471" y="344"/>
                </a:lnTo>
                <a:lnTo>
                  <a:pt x="1469" y="345"/>
                </a:lnTo>
                <a:lnTo>
                  <a:pt x="1468" y="346"/>
                </a:lnTo>
                <a:lnTo>
                  <a:pt x="1468" y="347"/>
                </a:lnTo>
                <a:lnTo>
                  <a:pt x="1468" y="349"/>
                </a:lnTo>
                <a:lnTo>
                  <a:pt x="1468" y="354"/>
                </a:lnTo>
                <a:lnTo>
                  <a:pt x="1468" y="355"/>
                </a:lnTo>
                <a:lnTo>
                  <a:pt x="1469" y="357"/>
                </a:lnTo>
                <a:lnTo>
                  <a:pt x="1470" y="362"/>
                </a:lnTo>
                <a:lnTo>
                  <a:pt x="1470" y="363"/>
                </a:lnTo>
                <a:lnTo>
                  <a:pt x="1470" y="365"/>
                </a:lnTo>
                <a:lnTo>
                  <a:pt x="1470" y="366"/>
                </a:lnTo>
                <a:lnTo>
                  <a:pt x="1470" y="368"/>
                </a:lnTo>
                <a:lnTo>
                  <a:pt x="1470" y="370"/>
                </a:lnTo>
                <a:lnTo>
                  <a:pt x="1470" y="371"/>
                </a:lnTo>
                <a:lnTo>
                  <a:pt x="1468" y="374"/>
                </a:lnTo>
                <a:lnTo>
                  <a:pt x="1466" y="377"/>
                </a:lnTo>
                <a:lnTo>
                  <a:pt x="1465" y="379"/>
                </a:lnTo>
                <a:lnTo>
                  <a:pt x="1465" y="382"/>
                </a:lnTo>
                <a:lnTo>
                  <a:pt x="1466" y="382"/>
                </a:lnTo>
                <a:lnTo>
                  <a:pt x="1466" y="384"/>
                </a:lnTo>
                <a:lnTo>
                  <a:pt x="1467" y="384"/>
                </a:lnTo>
                <a:lnTo>
                  <a:pt x="1469" y="386"/>
                </a:lnTo>
                <a:lnTo>
                  <a:pt x="1470" y="386"/>
                </a:lnTo>
                <a:lnTo>
                  <a:pt x="1470" y="387"/>
                </a:lnTo>
                <a:lnTo>
                  <a:pt x="1470" y="391"/>
                </a:lnTo>
                <a:lnTo>
                  <a:pt x="1471" y="392"/>
                </a:lnTo>
                <a:lnTo>
                  <a:pt x="1472" y="394"/>
                </a:lnTo>
                <a:lnTo>
                  <a:pt x="1472" y="397"/>
                </a:lnTo>
                <a:lnTo>
                  <a:pt x="1471" y="398"/>
                </a:lnTo>
                <a:lnTo>
                  <a:pt x="1468" y="404"/>
                </a:lnTo>
                <a:lnTo>
                  <a:pt x="1467" y="406"/>
                </a:lnTo>
                <a:lnTo>
                  <a:pt x="1467" y="407"/>
                </a:lnTo>
                <a:lnTo>
                  <a:pt x="1469" y="411"/>
                </a:lnTo>
                <a:lnTo>
                  <a:pt x="1469" y="412"/>
                </a:lnTo>
                <a:lnTo>
                  <a:pt x="1468" y="412"/>
                </a:lnTo>
                <a:lnTo>
                  <a:pt x="1467" y="412"/>
                </a:lnTo>
                <a:lnTo>
                  <a:pt x="1466" y="413"/>
                </a:lnTo>
                <a:lnTo>
                  <a:pt x="1463" y="414"/>
                </a:lnTo>
                <a:lnTo>
                  <a:pt x="1462" y="415"/>
                </a:lnTo>
                <a:lnTo>
                  <a:pt x="1462" y="416"/>
                </a:lnTo>
                <a:lnTo>
                  <a:pt x="1462" y="417"/>
                </a:lnTo>
                <a:lnTo>
                  <a:pt x="1463" y="418"/>
                </a:lnTo>
                <a:lnTo>
                  <a:pt x="1462" y="420"/>
                </a:lnTo>
                <a:lnTo>
                  <a:pt x="1461" y="422"/>
                </a:lnTo>
                <a:lnTo>
                  <a:pt x="1461" y="424"/>
                </a:lnTo>
                <a:lnTo>
                  <a:pt x="1461" y="425"/>
                </a:lnTo>
                <a:lnTo>
                  <a:pt x="1462" y="426"/>
                </a:lnTo>
                <a:lnTo>
                  <a:pt x="1464" y="427"/>
                </a:lnTo>
                <a:lnTo>
                  <a:pt x="1465" y="430"/>
                </a:lnTo>
                <a:lnTo>
                  <a:pt x="1466" y="432"/>
                </a:lnTo>
                <a:lnTo>
                  <a:pt x="1467" y="434"/>
                </a:lnTo>
                <a:lnTo>
                  <a:pt x="1468" y="434"/>
                </a:lnTo>
                <a:lnTo>
                  <a:pt x="1469" y="435"/>
                </a:lnTo>
                <a:lnTo>
                  <a:pt x="1470" y="434"/>
                </a:lnTo>
                <a:lnTo>
                  <a:pt x="1472" y="434"/>
                </a:lnTo>
                <a:lnTo>
                  <a:pt x="1473" y="435"/>
                </a:lnTo>
                <a:lnTo>
                  <a:pt x="1472" y="437"/>
                </a:lnTo>
                <a:lnTo>
                  <a:pt x="1473" y="439"/>
                </a:lnTo>
                <a:lnTo>
                  <a:pt x="1473" y="440"/>
                </a:lnTo>
                <a:lnTo>
                  <a:pt x="1472" y="441"/>
                </a:lnTo>
                <a:lnTo>
                  <a:pt x="1471" y="442"/>
                </a:lnTo>
                <a:lnTo>
                  <a:pt x="1470" y="444"/>
                </a:lnTo>
                <a:lnTo>
                  <a:pt x="1470" y="445"/>
                </a:lnTo>
                <a:lnTo>
                  <a:pt x="1468" y="446"/>
                </a:lnTo>
                <a:lnTo>
                  <a:pt x="1467" y="446"/>
                </a:lnTo>
                <a:lnTo>
                  <a:pt x="1466" y="446"/>
                </a:lnTo>
                <a:lnTo>
                  <a:pt x="1464" y="445"/>
                </a:lnTo>
                <a:lnTo>
                  <a:pt x="1463" y="445"/>
                </a:lnTo>
                <a:lnTo>
                  <a:pt x="1462" y="446"/>
                </a:lnTo>
                <a:lnTo>
                  <a:pt x="1462" y="447"/>
                </a:lnTo>
                <a:lnTo>
                  <a:pt x="1459" y="446"/>
                </a:lnTo>
                <a:lnTo>
                  <a:pt x="1458" y="446"/>
                </a:lnTo>
                <a:lnTo>
                  <a:pt x="1457" y="446"/>
                </a:lnTo>
                <a:lnTo>
                  <a:pt x="1456" y="448"/>
                </a:lnTo>
                <a:lnTo>
                  <a:pt x="1456" y="450"/>
                </a:lnTo>
                <a:lnTo>
                  <a:pt x="1456" y="451"/>
                </a:lnTo>
                <a:lnTo>
                  <a:pt x="1460" y="455"/>
                </a:lnTo>
                <a:lnTo>
                  <a:pt x="1461" y="457"/>
                </a:lnTo>
                <a:lnTo>
                  <a:pt x="1461" y="458"/>
                </a:lnTo>
                <a:lnTo>
                  <a:pt x="1461" y="459"/>
                </a:lnTo>
                <a:lnTo>
                  <a:pt x="1458" y="460"/>
                </a:lnTo>
                <a:lnTo>
                  <a:pt x="1454" y="461"/>
                </a:lnTo>
                <a:lnTo>
                  <a:pt x="1454" y="462"/>
                </a:lnTo>
                <a:lnTo>
                  <a:pt x="1453" y="462"/>
                </a:lnTo>
                <a:lnTo>
                  <a:pt x="1452" y="462"/>
                </a:lnTo>
                <a:lnTo>
                  <a:pt x="1451" y="461"/>
                </a:lnTo>
                <a:lnTo>
                  <a:pt x="1450" y="460"/>
                </a:lnTo>
                <a:lnTo>
                  <a:pt x="1448" y="460"/>
                </a:lnTo>
                <a:lnTo>
                  <a:pt x="1446" y="460"/>
                </a:lnTo>
                <a:lnTo>
                  <a:pt x="1444" y="461"/>
                </a:lnTo>
                <a:lnTo>
                  <a:pt x="1443" y="463"/>
                </a:lnTo>
                <a:lnTo>
                  <a:pt x="1442" y="466"/>
                </a:lnTo>
                <a:lnTo>
                  <a:pt x="1441" y="466"/>
                </a:lnTo>
                <a:lnTo>
                  <a:pt x="1439" y="465"/>
                </a:lnTo>
                <a:lnTo>
                  <a:pt x="1438" y="465"/>
                </a:lnTo>
                <a:lnTo>
                  <a:pt x="1437" y="465"/>
                </a:lnTo>
                <a:lnTo>
                  <a:pt x="1436" y="465"/>
                </a:lnTo>
                <a:lnTo>
                  <a:pt x="1434" y="464"/>
                </a:lnTo>
                <a:lnTo>
                  <a:pt x="1432" y="463"/>
                </a:lnTo>
                <a:lnTo>
                  <a:pt x="1431" y="463"/>
                </a:lnTo>
                <a:lnTo>
                  <a:pt x="1430" y="463"/>
                </a:lnTo>
                <a:lnTo>
                  <a:pt x="1427" y="464"/>
                </a:lnTo>
                <a:lnTo>
                  <a:pt x="1426" y="466"/>
                </a:lnTo>
                <a:lnTo>
                  <a:pt x="1426" y="467"/>
                </a:lnTo>
                <a:lnTo>
                  <a:pt x="1426" y="470"/>
                </a:lnTo>
                <a:lnTo>
                  <a:pt x="1425" y="473"/>
                </a:lnTo>
                <a:lnTo>
                  <a:pt x="1425" y="474"/>
                </a:lnTo>
                <a:lnTo>
                  <a:pt x="1424" y="474"/>
                </a:lnTo>
                <a:lnTo>
                  <a:pt x="1422" y="474"/>
                </a:lnTo>
                <a:lnTo>
                  <a:pt x="1421" y="474"/>
                </a:lnTo>
                <a:lnTo>
                  <a:pt x="1419" y="476"/>
                </a:lnTo>
                <a:lnTo>
                  <a:pt x="1418" y="477"/>
                </a:lnTo>
                <a:lnTo>
                  <a:pt x="1417" y="476"/>
                </a:lnTo>
                <a:lnTo>
                  <a:pt x="1416" y="475"/>
                </a:lnTo>
                <a:lnTo>
                  <a:pt x="1414" y="475"/>
                </a:lnTo>
                <a:lnTo>
                  <a:pt x="1412" y="475"/>
                </a:lnTo>
                <a:lnTo>
                  <a:pt x="1411" y="475"/>
                </a:lnTo>
                <a:lnTo>
                  <a:pt x="1409" y="477"/>
                </a:lnTo>
                <a:lnTo>
                  <a:pt x="1404" y="482"/>
                </a:lnTo>
                <a:lnTo>
                  <a:pt x="1402" y="485"/>
                </a:lnTo>
                <a:lnTo>
                  <a:pt x="1401" y="486"/>
                </a:lnTo>
                <a:lnTo>
                  <a:pt x="1400" y="486"/>
                </a:lnTo>
                <a:lnTo>
                  <a:pt x="1399" y="486"/>
                </a:lnTo>
                <a:lnTo>
                  <a:pt x="1397" y="486"/>
                </a:lnTo>
                <a:lnTo>
                  <a:pt x="1396" y="486"/>
                </a:lnTo>
                <a:lnTo>
                  <a:pt x="1395" y="487"/>
                </a:lnTo>
                <a:lnTo>
                  <a:pt x="1395" y="491"/>
                </a:lnTo>
                <a:lnTo>
                  <a:pt x="1394" y="493"/>
                </a:lnTo>
                <a:lnTo>
                  <a:pt x="1393" y="494"/>
                </a:lnTo>
                <a:lnTo>
                  <a:pt x="1392" y="495"/>
                </a:lnTo>
                <a:lnTo>
                  <a:pt x="1392" y="496"/>
                </a:lnTo>
                <a:lnTo>
                  <a:pt x="1388" y="498"/>
                </a:lnTo>
                <a:lnTo>
                  <a:pt x="1385" y="500"/>
                </a:lnTo>
                <a:lnTo>
                  <a:pt x="1384" y="501"/>
                </a:lnTo>
                <a:lnTo>
                  <a:pt x="1382" y="504"/>
                </a:lnTo>
                <a:lnTo>
                  <a:pt x="1381" y="507"/>
                </a:lnTo>
                <a:lnTo>
                  <a:pt x="1380" y="509"/>
                </a:lnTo>
                <a:lnTo>
                  <a:pt x="1380" y="510"/>
                </a:lnTo>
                <a:lnTo>
                  <a:pt x="1378" y="510"/>
                </a:lnTo>
                <a:lnTo>
                  <a:pt x="1378" y="511"/>
                </a:lnTo>
                <a:lnTo>
                  <a:pt x="1379" y="512"/>
                </a:lnTo>
                <a:lnTo>
                  <a:pt x="1381" y="514"/>
                </a:lnTo>
                <a:lnTo>
                  <a:pt x="1383" y="514"/>
                </a:lnTo>
                <a:lnTo>
                  <a:pt x="1385" y="514"/>
                </a:lnTo>
                <a:lnTo>
                  <a:pt x="1386" y="515"/>
                </a:lnTo>
                <a:lnTo>
                  <a:pt x="1387" y="517"/>
                </a:lnTo>
                <a:lnTo>
                  <a:pt x="1388" y="517"/>
                </a:lnTo>
                <a:lnTo>
                  <a:pt x="1389" y="517"/>
                </a:lnTo>
                <a:lnTo>
                  <a:pt x="1390" y="516"/>
                </a:lnTo>
                <a:lnTo>
                  <a:pt x="1393" y="515"/>
                </a:lnTo>
                <a:lnTo>
                  <a:pt x="1395" y="512"/>
                </a:lnTo>
                <a:lnTo>
                  <a:pt x="1396" y="512"/>
                </a:lnTo>
                <a:lnTo>
                  <a:pt x="1398" y="512"/>
                </a:lnTo>
                <a:lnTo>
                  <a:pt x="1401" y="512"/>
                </a:lnTo>
                <a:lnTo>
                  <a:pt x="1402" y="512"/>
                </a:lnTo>
                <a:lnTo>
                  <a:pt x="1404" y="513"/>
                </a:lnTo>
                <a:lnTo>
                  <a:pt x="1407" y="515"/>
                </a:lnTo>
                <a:lnTo>
                  <a:pt x="1408" y="516"/>
                </a:lnTo>
                <a:lnTo>
                  <a:pt x="1410" y="517"/>
                </a:lnTo>
                <a:lnTo>
                  <a:pt x="1411" y="520"/>
                </a:lnTo>
                <a:lnTo>
                  <a:pt x="1413" y="522"/>
                </a:lnTo>
                <a:lnTo>
                  <a:pt x="1414" y="523"/>
                </a:lnTo>
                <a:lnTo>
                  <a:pt x="1415" y="524"/>
                </a:lnTo>
                <a:lnTo>
                  <a:pt x="1418" y="529"/>
                </a:lnTo>
                <a:lnTo>
                  <a:pt x="1418" y="530"/>
                </a:lnTo>
                <a:lnTo>
                  <a:pt x="1418" y="531"/>
                </a:lnTo>
                <a:lnTo>
                  <a:pt x="1418" y="538"/>
                </a:lnTo>
                <a:lnTo>
                  <a:pt x="1417" y="538"/>
                </a:lnTo>
                <a:lnTo>
                  <a:pt x="1415" y="537"/>
                </a:lnTo>
                <a:lnTo>
                  <a:pt x="1413" y="537"/>
                </a:lnTo>
                <a:lnTo>
                  <a:pt x="1412" y="538"/>
                </a:lnTo>
                <a:lnTo>
                  <a:pt x="1411" y="539"/>
                </a:lnTo>
                <a:lnTo>
                  <a:pt x="1412" y="541"/>
                </a:lnTo>
                <a:lnTo>
                  <a:pt x="1413" y="543"/>
                </a:lnTo>
                <a:lnTo>
                  <a:pt x="1414" y="550"/>
                </a:lnTo>
                <a:lnTo>
                  <a:pt x="1419" y="551"/>
                </a:lnTo>
                <a:lnTo>
                  <a:pt x="1421" y="559"/>
                </a:lnTo>
                <a:lnTo>
                  <a:pt x="1421" y="560"/>
                </a:lnTo>
                <a:lnTo>
                  <a:pt x="1425" y="561"/>
                </a:lnTo>
                <a:lnTo>
                  <a:pt x="1427" y="562"/>
                </a:lnTo>
                <a:lnTo>
                  <a:pt x="1429" y="562"/>
                </a:lnTo>
                <a:lnTo>
                  <a:pt x="1428" y="563"/>
                </a:lnTo>
                <a:lnTo>
                  <a:pt x="1428" y="562"/>
                </a:lnTo>
                <a:lnTo>
                  <a:pt x="1427" y="562"/>
                </a:lnTo>
                <a:lnTo>
                  <a:pt x="1426" y="562"/>
                </a:lnTo>
                <a:lnTo>
                  <a:pt x="1425" y="562"/>
                </a:lnTo>
                <a:lnTo>
                  <a:pt x="1424" y="562"/>
                </a:lnTo>
                <a:lnTo>
                  <a:pt x="1424" y="561"/>
                </a:lnTo>
                <a:lnTo>
                  <a:pt x="1423" y="561"/>
                </a:lnTo>
                <a:lnTo>
                  <a:pt x="1422" y="562"/>
                </a:lnTo>
                <a:lnTo>
                  <a:pt x="1421" y="562"/>
                </a:lnTo>
                <a:lnTo>
                  <a:pt x="1420" y="563"/>
                </a:lnTo>
                <a:lnTo>
                  <a:pt x="1419" y="563"/>
                </a:lnTo>
                <a:lnTo>
                  <a:pt x="1418" y="563"/>
                </a:lnTo>
                <a:lnTo>
                  <a:pt x="1418" y="562"/>
                </a:lnTo>
                <a:lnTo>
                  <a:pt x="1417" y="562"/>
                </a:lnTo>
                <a:lnTo>
                  <a:pt x="1417" y="561"/>
                </a:lnTo>
                <a:lnTo>
                  <a:pt x="1417" y="558"/>
                </a:lnTo>
                <a:lnTo>
                  <a:pt x="1417" y="555"/>
                </a:lnTo>
                <a:lnTo>
                  <a:pt x="1418" y="555"/>
                </a:lnTo>
                <a:lnTo>
                  <a:pt x="1418" y="554"/>
                </a:lnTo>
                <a:lnTo>
                  <a:pt x="1417" y="552"/>
                </a:lnTo>
                <a:lnTo>
                  <a:pt x="1416" y="552"/>
                </a:lnTo>
                <a:lnTo>
                  <a:pt x="1415" y="552"/>
                </a:lnTo>
                <a:lnTo>
                  <a:pt x="1413" y="552"/>
                </a:lnTo>
                <a:lnTo>
                  <a:pt x="1412" y="550"/>
                </a:lnTo>
                <a:lnTo>
                  <a:pt x="1411" y="550"/>
                </a:lnTo>
                <a:lnTo>
                  <a:pt x="1411" y="548"/>
                </a:lnTo>
                <a:lnTo>
                  <a:pt x="1411" y="547"/>
                </a:lnTo>
                <a:lnTo>
                  <a:pt x="1410" y="545"/>
                </a:lnTo>
                <a:lnTo>
                  <a:pt x="1409" y="544"/>
                </a:lnTo>
                <a:lnTo>
                  <a:pt x="1408" y="544"/>
                </a:lnTo>
                <a:lnTo>
                  <a:pt x="1407" y="543"/>
                </a:lnTo>
                <a:lnTo>
                  <a:pt x="1406" y="543"/>
                </a:lnTo>
                <a:lnTo>
                  <a:pt x="1406" y="542"/>
                </a:lnTo>
                <a:lnTo>
                  <a:pt x="1405" y="540"/>
                </a:lnTo>
                <a:lnTo>
                  <a:pt x="1405" y="539"/>
                </a:lnTo>
                <a:lnTo>
                  <a:pt x="1404" y="538"/>
                </a:lnTo>
                <a:lnTo>
                  <a:pt x="1404" y="537"/>
                </a:lnTo>
                <a:lnTo>
                  <a:pt x="1403" y="537"/>
                </a:lnTo>
                <a:lnTo>
                  <a:pt x="1402" y="536"/>
                </a:lnTo>
                <a:lnTo>
                  <a:pt x="1402" y="535"/>
                </a:lnTo>
                <a:lnTo>
                  <a:pt x="1401" y="535"/>
                </a:lnTo>
                <a:lnTo>
                  <a:pt x="1402" y="533"/>
                </a:lnTo>
                <a:lnTo>
                  <a:pt x="1402" y="532"/>
                </a:lnTo>
                <a:lnTo>
                  <a:pt x="1402" y="531"/>
                </a:lnTo>
                <a:lnTo>
                  <a:pt x="1402" y="529"/>
                </a:lnTo>
                <a:lnTo>
                  <a:pt x="1401" y="529"/>
                </a:lnTo>
                <a:lnTo>
                  <a:pt x="1400" y="528"/>
                </a:lnTo>
                <a:lnTo>
                  <a:pt x="1399" y="527"/>
                </a:lnTo>
                <a:lnTo>
                  <a:pt x="1397" y="527"/>
                </a:lnTo>
                <a:lnTo>
                  <a:pt x="1396" y="528"/>
                </a:lnTo>
                <a:lnTo>
                  <a:pt x="1395" y="528"/>
                </a:lnTo>
                <a:lnTo>
                  <a:pt x="1395" y="529"/>
                </a:lnTo>
                <a:lnTo>
                  <a:pt x="1394" y="529"/>
                </a:lnTo>
                <a:lnTo>
                  <a:pt x="1394" y="530"/>
                </a:lnTo>
                <a:lnTo>
                  <a:pt x="1394" y="531"/>
                </a:lnTo>
                <a:lnTo>
                  <a:pt x="1393" y="532"/>
                </a:lnTo>
                <a:lnTo>
                  <a:pt x="1393" y="533"/>
                </a:lnTo>
                <a:lnTo>
                  <a:pt x="1393" y="534"/>
                </a:lnTo>
                <a:lnTo>
                  <a:pt x="1393" y="535"/>
                </a:lnTo>
                <a:lnTo>
                  <a:pt x="1394" y="535"/>
                </a:lnTo>
                <a:lnTo>
                  <a:pt x="1394" y="536"/>
                </a:lnTo>
                <a:lnTo>
                  <a:pt x="1395" y="536"/>
                </a:lnTo>
                <a:lnTo>
                  <a:pt x="1395" y="537"/>
                </a:lnTo>
                <a:lnTo>
                  <a:pt x="1396" y="537"/>
                </a:lnTo>
                <a:lnTo>
                  <a:pt x="1396" y="538"/>
                </a:lnTo>
                <a:lnTo>
                  <a:pt x="1396" y="539"/>
                </a:lnTo>
                <a:lnTo>
                  <a:pt x="1397" y="539"/>
                </a:lnTo>
                <a:lnTo>
                  <a:pt x="1398" y="539"/>
                </a:lnTo>
                <a:lnTo>
                  <a:pt x="1398" y="540"/>
                </a:lnTo>
                <a:lnTo>
                  <a:pt x="1398" y="541"/>
                </a:lnTo>
                <a:lnTo>
                  <a:pt x="1397" y="541"/>
                </a:lnTo>
                <a:lnTo>
                  <a:pt x="1397" y="542"/>
                </a:lnTo>
                <a:lnTo>
                  <a:pt x="1397" y="543"/>
                </a:lnTo>
                <a:lnTo>
                  <a:pt x="1396" y="544"/>
                </a:lnTo>
                <a:lnTo>
                  <a:pt x="1395" y="544"/>
                </a:lnTo>
                <a:lnTo>
                  <a:pt x="1394" y="544"/>
                </a:lnTo>
                <a:lnTo>
                  <a:pt x="1392" y="544"/>
                </a:lnTo>
                <a:lnTo>
                  <a:pt x="1391" y="543"/>
                </a:lnTo>
                <a:lnTo>
                  <a:pt x="1390" y="543"/>
                </a:lnTo>
                <a:lnTo>
                  <a:pt x="1390" y="542"/>
                </a:lnTo>
                <a:lnTo>
                  <a:pt x="1389" y="542"/>
                </a:lnTo>
                <a:lnTo>
                  <a:pt x="1388" y="541"/>
                </a:lnTo>
                <a:lnTo>
                  <a:pt x="1388" y="540"/>
                </a:lnTo>
                <a:lnTo>
                  <a:pt x="1389" y="539"/>
                </a:lnTo>
                <a:lnTo>
                  <a:pt x="1389" y="538"/>
                </a:lnTo>
                <a:lnTo>
                  <a:pt x="1390" y="537"/>
                </a:lnTo>
                <a:lnTo>
                  <a:pt x="1390" y="536"/>
                </a:lnTo>
                <a:lnTo>
                  <a:pt x="1390" y="535"/>
                </a:lnTo>
                <a:lnTo>
                  <a:pt x="1390" y="534"/>
                </a:lnTo>
                <a:lnTo>
                  <a:pt x="1389" y="533"/>
                </a:lnTo>
                <a:lnTo>
                  <a:pt x="1388" y="533"/>
                </a:lnTo>
                <a:lnTo>
                  <a:pt x="1387" y="532"/>
                </a:lnTo>
                <a:lnTo>
                  <a:pt x="1386" y="532"/>
                </a:lnTo>
                <a:lnTo>
                  <a:pt x="1385" y="533"/>
                </a:lnTo>
                <a:lnTo>
                  <a:pt x="1385" y="534"/>
                </a:lnTo>
                <a:lnTo>
                  <a:pt x="1384" y="536"/>
                </a:lnTo>
                <a:lnTo>
                  <a:pt x="1383" y="536"/>
                </a:lnTo>
                <a:lnTo>
                  <a:pt x="1382" y="537"/>
                </a:lnTo>
                <a:lnTo>
                  <a:pt x="1381" y="537"/>
                </a:lnTo>
                <a:lnTo>
                  <a:pt x="1381" y="536"/>
                </a:lnTo>
                <a:lnTo>
                  <a:pt x="1381" y="534"/>
                </a:lnTo>
                <a:lnTo>
                  <a:pt x="1380" y="533"/>
                </a:lnTo>
                <a:lnTo>
                  <a:pt x="1379" y="533"/>
                </a:lnTo>
                <a:lnTo>
                  <a:pt x="1378" y="531"/>
                </a:lnTo>
                <a:lnTo>
                  <a:pt x="1377" y="531"/>
                </a:lnTo>
                <a:lnTo>
                  <a:pt x="1376" y="531"/>
                </a:lnTo>
                <a:lnTo>
                  <a:pt x="1376" y="530"/>
                </a:lnTo>
                <a:lnTo>
                  <a:pt x="1375" y="529"/>
                </a:lnTo>
                <a:lnTo>
                  <a:pt x="1374" y="529"/>
                </a:lnTo>
                <a:lnTo>
                  <a:pt x="1373" y="529"/>
                </a:lnTo>
                <a:lnTo>
                  <a:pt x="1372" y="529"/>
                </a:lnTo>
                <a:lnTo>
                  <a:pt x="1371" y="529"/>
                </a:lnTo>
                <a:lnTo>
                  <a:pt x="1370" y="528"/>
                </a:lnTo>
                <a:lnTo>
                  <a:pt x="1369" y="527"/>
                </a:lnTo>
                <a:lnTo>
                  <a:pt x="1367" y="526"/>
                </a:lnTo>
                <a:lnTo>
                  <a:pt x="1367" y="525"/>
                </a:lnTo>
                <a:lnTo>
                  <a:pt x="1366" y="525"/>
                </a:lnTo>
                <a:lnTo>
                  <a:pt x="1367" y="524"/>
                </a:lnTo>
                <a:lnTo>
                  <a:pt x="1366" y="523"/>
                </a:lnTo>
                <a:lnTo>
                  <a:pt x="1365" y="522"/>
                </a:lnTo>
                <a:lnTo>
                  <a:pt x="1365" y="521"/>
                </a:lnTo>
                <a:lnTo>
                  <a:pt x="1364" y="521"/>
                </a:lnTo>
                <a:lnTo>
                  <a:pt x="1364" y="520"/>
                </a:lnTo>
                <a:lnTo>
                  <a:pt x="1363" y="520"/>
                </a:lnTo>
                <a:lnTo>
                  <a:pt x="1362" y="520"/>
                </a:lnTo>
                <a:lnTo>
                  <a:pt x="1361" y="520"/>
                </a:lnTo>
                <a:lnTo>
                  <a:pt x="1360" y="520"/>
                </a:lnTo>
                <a:lnTo>
                  <a:pt x="1359" y="520"/>
                </a:lnTo>
                <a:lnTo>
                  <a:pt x="1358" y="520"/>
                </a:lnTo>
                <a:lnTo>
                  <a:pt x="1357" y="520"/>
                </a:lnTo>
                <a:lnTo>
                  <a:pt x="1358" y="519"/>
                </a:lnTo>
                <a:lnTo>
                  <a:pt x="1357" y="518"/>
                </a:lnTo>
                <a:lnTo>
                  <a:pt x="1357" y="517"/>
                </a:lnTo>
                <a:lnTo>
                  <a:pt x="1356" y="517"/>
                </a:lnTo>
                <a:lnTo>
                  <a:pt x="1356" y="516"/>
                </a:lnTo>
                <a:lnTo>
                  <a:pt x="1355" y="516"/>
                </a:lnTo>
                <a:lnTo>
                  <a:pt x="1355" y="515"/>
                </a:lnTo>
                <a:lnTo>
                  <a:pt x="1354" y="513"/>
                </a:lnTo>
                <a:lnTo>
                  <a:pt x="1354" y="512"/>
                </a:lnTo>
                <a:lnTo>
                  <a:pt x="1354" y="509"/>
                </a:lnTo>
                <a:lnTo>
                  <a:pt x="1353" y="508"/>
                </a:lnTo>
                <a:lnTo>
                  <a:pt x="1353" y="507"/>
                </a:lnTo>
                <a:lnTo>
                  <a:pt x="1352" y="506"/>
                </a:lnTo>
                <a:lnTo>
                  <a:pt x="1352" y="505"/>
                </a:lnTo>
                <a:lnTo>
                  <a:pt x="1353" y="505"/>
                </a:lnTo>
                <a:lnTo>
                  <a:pt x="1353" y="504"/>
                </a:lnTo>
                <a:lnTo>
                  <a:pt x="1354" y="504"/>
                </a:lnTo>
                <a:lnTo>
                  <a:pt x="1353" y="503"/>
                </a:lnTo>
                <a:lnTo>
                  <a:pt x="1352" y="503"/>
                </a:lnTo>
                <a:lnTo>
                  <a:pt x="1351" y="502"/>
                </a:lnTo>
                <a:lnTo>
                  <a:pt x="1351" y="501"/>
                </a:lnTo>
                <a:lnTo>
                  <a:pt x="1351" y="500"/>
                </a:lnTo>
                <a:lnTo>
                  <a:pt x="1350" y="500"/>
                </a:lnTo>
                <a:lnTo>
                  <a:pt x="1351" y="499"/>
                </a:lnTo>
                <a:lnTo>
                  <a:pt x="1351" y="498"/>
                </a:lnTo>
                <a:lnTo>
                  <a:pt x="1351" y="497"/>
                </a:lnTo>
                <a:lnTo>
                  <a:pt x="1350" y="497"/>
                </a:lnTo>
                <a:lnTo>
                  <a:pt x="1351" y="496"/>
                </a:lnTo>
                <a:lnTo>
                  <a:pt x="1351" y="495"/>
                </a:lnTo>
                <a:lnTo>
                  <a:pt x="1351" y="494"/>
                </a:lnTo>
                <a:lnTo>
                  <a:pt x="1351" y="493"/>
                </a:lnTo>
                <a:lnTo>
                  <a:pt x="1351" y="492"/>
                </a:lnTo>
                <a:lnTo>
                  <a:pt x="1350" y="491"/>
                </a:lnTo>
                <a:lnTo>
                  <a:pt x="1349" y="490"/>
                </a:lnTo>
                <a:lnTo>
                  <a:pt x="1350" y="490"/>
                </a:lnTo>
                <a:lnTo>
                  <a:pt x="1351" y="487"/>
                </a:lnTo>
                <a:lnTo>
                  <a:pt x="1351" y="486"/>
                </a:lnTo>
                <a:lnTo>
                  <a:pt x="1351" y="485"/>
                </a:lnTo>
                <a:lnTo>
                  <a:pt x="1351" y="483"/>
                </a:lnTo>
                <a:lnTo>
                  <a:pt x="1351" y="482"/>
                </a:lnTo>
                <a:lnTo>
                  <a:pt x="1350" y="482"/>
                </a:lnTo>
                <a:lnTo>
                  <a:pt x="1351" y="483"/>
                </a:lnTo>
                <a:lnTo>
                  <a:pt x="1351" y="484"/>
                </a:lnTo>
                <a:lnTo>
                  <a:pt x="1351" y="485"/>
                </a:lnTo>
                <a:lnTo>
                  <a:pt x="1349" y="483"/>
                </a:lnTo>
                <a:lnTo>
                  <a:pt x="1349" y="482"/>
                </a:lnTo>
                <a:lnTo>
                  <a:pt x="1349" y="481"/>
                </a:lnTo>
                <a:lnTo>
                  <a:pt x="1349" y="480"/>
                </a:lnTo>
                <a:lnTo>
                  <a:pt x="1349" y="479"/>
                </a:lnTo>
                <a:lnTo>
                  <a:pt x="1348" y="479"/>
                </a:lnTo>
                <a:lnTo>
                  <a:pt x="1347" y="479"/>
                </a:lnTo>
                <a:lnTo>
                  <a:pt x="1346" y="480"/>
                </a:lnTo>
                <a:lnTo>
                  <a:pt x="1345" y="480"/>
                </a:lnTo>
                <a:lnTo>
                  <a:pt x="1344" y="481"/>
                </a:lnTo>
                <a:lnTo>
                  <a:pt x="1343" y="481"/>
                </a:lnTo>
                <a:lnTo>
                  <a:pt x="1342" y="481"/>
                </a:lnTo>
                <a:lnTo>
                  <a:pt x="1341" y="481"/>
                </a:lnTo>
                <a:lnTo>
                  <a:pt x="1340" y="481"/>
                </a:lnTo>
                <a:lnTo>
                  <a:pt x="1338" y="481"/>
                </a:lnTo>
                <a:lnTo>
                  <a:pt x="1337" y="481"/>
                </a:lnTo>
                <a:lnTo>
                  <a:pt x="1336" y="481"/>
                </a:lnTo>
                <a:lnTo>
                  <a:pt x="1335" y="481"/>
                </a:lnTo>
                <a:lnTo>
                  <a:pt x="1334" y="481"/>
                </a:lnTo>
                <a:lnTo>
                  <a:pt x="1333" y="482"/>
                </a:lnTo>
                <a:lnTo>
                  <a:pt x="1332" y="483"/>
                </a:lnTo>
                <a:lnTo>
                  <a:pt x="1332" y="484"/>
                </a:lnTo>
                <a:lnTo>
                  <a:pt x="1331" y="484"/>
                </a:lnTo>
                <a:lnTo>
                  <a:pt x="1330" y="484"/>
                </a:lnTo>
                <a:lnTo>
                  <a:pt x="1329" y="483"/>
                </a:lnTo>
                <a:lnTo>
                  <a:pt x="1328" y="483"/>
                </a:lnTo>
                <a:lnTo>
                  <a:pt x="1327" y="483"/>
                </a:lnTo>
                <a:lnTo>
                  <a:pt x="1326" y="483"/>
                </a:lnTo>
                <a:lnTo>
                  <a:pt x="1325" y="483"/>
                </a:lnTo>
                <a:lnTo>
                  <a:pt x="1325" y="482"/>
                </a:lnTo>
                <a:lnTo>
                  <a:pt x="1325" y="481"/>
                </a:lnTo>
                <a:lnTo>
                  <a:pt x="1325" y="480"/>
                </a:lnTo>
                <a:lnTo>
                  <a:pt x="1326" y="480"/>
                </a:lnTo>
                <a:lnTo>
                  <a:pt x="1326" y="479"/>
                </a:lnTo>
                <a:lnTo>
                  <a:pt x="1327" y="479"/>
                </a:lnTo>
                <a:lnTo>
                  <a:pt x="1328" y="479"/>
                </a:lnTo>
                <a:lnTo>
                  <a:pt x="1329" y="479"/>
                </a:lnTo>
                <a:lnTo>
                  <a:pt x="1329" y="478"/>
                </a:lnTo>
                <a:lnTo>
                  <a:pt x="1329" y="477"/>
                </a:lnTo>
                <a:lnTo>
                  <a:pt x="1328" y="477"/>
                </a:lnTo>
                <a:lnTo>
                  <a:pt x="1327" y="477"/>
                </a:lnTo>
                <a:lnTo>
                  <a:pt x="1326" y="477"/>
                </a:lnTo>
                <a:lnTo>
                  <a:pt x="1326" y="476"/>
                </a:lnTo>
                <a:lnTo>
                  <a:pt x="1325" y="476"/>
                </a:lnTo>
                <a:lnTo>
                  <a:pt x="1325" y="475"/>
                </a:lnTo>
                <a:lnTo>
                  <a:pt x="1326" y="473"/>
                </a:lnTo>
                <a:lnTo>
                  <a:pt x="1328" y="472"/>
                </a:lnTo>
                <a:lnTo>
                  <a:pt x="1329" y="470"/>
                </a:lnTo>
                <a:lnTo>
                  <a:pt x="1328" y="469"/>
                </a:lnTo>
                <a:lnTo>
                  <a:pt x="1328" y="468"/>
                </a:lnTo>
                <a:lnTo>
                  <a:pt x="1327" y="468"/>
                </a:lnTo>
                <a:lnTo>
                  <a:pt x="1327" y="469"/>
                </a:lnTo>
                <a:lnTo>
                  <a:pt x="1326" y="469"/>
                </a:lnTo>
                <a:lnTo>
                  <a:pt x="1325" y="468"/>
                </a:lnTo>
                <a:lnTo>
                  <a:pt x="1324" y="468"/>
                </a:lnTo>
                <a:lnTo>
                  <a:pt x="1323" y="468"/>
                </a:lnTo>
                <a:lnTo>
                  <a:pt x="1322" y="468"/>
                </a:lnTo>
                <a:lnTo>
                  <a:pt x="1321" y="469"/>
                </a:lnTo>
                <a:lnTo>
                  <a:pt x="1319" y="470"/>
                </a:lnTo>
                <a:lnTo>
                  <a:pt x="1319" y="471"/>
                </a:lnTo>
                <a:lnTo>
                  <a:pt x="1318" y="472"/>
                </a:lnTo>
                <a:lnTo>
                  <a:pt x="1317" y="473"/>
                </a:lnTo>
                <a:lnTo>
                  <a:pt x="1317" y="474"/>
                </a:lnTo>
                <a:lnTo>
                  <a:pt x="1316" y="474"/>
                </a:lnTo>
                <a:lnTo>
                  <a:pt x="1315" y="474"/>
                </a:lnTo>
                <a:lnTo>
                  <a:pt x="1313" y="475"/>
                </a:lnTo>
                <a:lnTo>
                  <a:pt x="1312" y="475"/>
                </a:lnTo>
                <a:lnTo>
                  <a:pt x="1312" y="476"/>
                </a:lnTo>
                <a:lnTo>
                  <a:pt x="1311" y="476"/>
                </a:lnTo>
                <a:lnTo>
                  <a:pt x="1310" y="476"/>
                </a:lnTo>
                <a:lnTo>
                  <a:pt x="1309" y="476"/>
                </a:lnTo>
                <a:lnTo>
                  <a:pt x="1309" y="475"/>
                </a:lnTo>
                <a:lnTo>
                  <a:pt x="1308" y="474"/>
                </a:lnTo>
                <a:lnTo>
                  <a:pt x="1307" y="474"/>
                </a:lnTo>
                <a:lnTo>
                  <a:pt x="1306" y="474"/>
                </a:lnTo>
                <a:lnTo>
                  <a:pt x="1306" y="475"/>
                </a:lnTo>
                <a:lnTo>
                  <a:pt x="1305" y="475"/>
                </a:lnTo>
                <a:lnTo>
                  <a:pt x="1304" y="476"/>
                </a:lnTo>
                <a:lnTo>
                  <a:pt x="1303" y="476"/>
                </a:lnTo>
                <a:lnTo>
                  <a:pt x="1302" y="476"/>
                </a:lnTo>
                <a:lnTo>
                  <a:pt x="1301" y="476"/>
                </a:lnTo>
                <a:lnTo>
                  <a:pt x="1300" y="475"/>
                </a:lnTo>
                <a:lnTo>
                  <a:pt x="1300" y="474"/>
                </a:lnTo>
                <a:lnTo>
                  <a:pt x="1299" y="472"/>
                </a:lnTo>
                <a:lnTo>
                  <a:pt x="1300" y="471"/>
                </a:lnTo>
                <a:lnTo>
                  <a:pt x="1300" y="470"/>
                </a:lnTo>
                <a:lnTo>
                  <a:pt x="1299" y="470"/>
                </a:lnTo>
                <a:lnTo>
                  <a:pt x="1298" y="470"/>
                </a:lnTo>
                <a:lnTo>
                  <a:pt x="1297" y="470"/>
                </a:lnTo>
                <a:lnTo>
                  <a:pt x="1296" y="470"/>
                </a:lnTo>
                <a:lnTo>
                  <a:pt x="1296" y="471"/>
                </a:lnTo>
                <a:lnTo>
                  <a:pt x="1295" y="471"/>
                </a:lnTo>
                <a:lnTo>
                  <a:pt x="1294" y="471"/>
                </a:lnTo>
                <a:lnTo>
                  <a:pt x="1293" y="472"/>
                </a:lnTo>
                <a:lnTo>
                  <a:pt x="1292" y="472"/>
                </a:lnTo>
                <a:lnTo>
                  <a:pt x="1291" y="473"/>
                </a:lnTo>
                <a:lnTo>
                  <a:pt x="1290" y="474"/>
                </a:lnTo>
                <a:lnTo>
                  <a:pt x="1290" y="475"/>
                </a:lnTo>
                <a:lnTo>
                  <a:pt x="1289" y="475"/>
                </a:lnTo>
                <a:lnTo>
                  <a:pt x="1289" y="476"/>
                </a:lnTo>
                <a:lnTo>
                  <a:pt x="1289" y="477"/>
                </a:lnTo>
                <a:lnTo>
                  <a:pt x="1290" y="477"/>
                </a:lnTo>
                <a:lnTo>
                  <a:pt x="1290" y="478"/>
                </a:lnTo>
                <a:lnTo>
                  <a:pt x="1291" y="478"/>
                </a:lnTo>
                <a:lnTo>
                  <a:pt x="1292" y="478"/>
                </a:lnTo>
                <a:lnTo>
                  <a:pt x="1293" y="477"/>
                </a:lnTo>
                <a:lnTo>
                  <a:pt x="1294" y="477"/>
                </a:lnTo>
                <a:lnTo>
                  <a:pt x="1295" y="477"/>
                </a:lnTo>
                <a:lnTo>
                  <a:pt x="1296" y="477"/>
                </a:lnTo>
                <a:lnTo>
                  <a:pt x="1296" y="478"/>
                </a:lnTo>
                <a:lnTo>
                  <a:pt x="1295" y="479"/>
                </a:lnTo>
                <a:lnTo>
                  <a:pt x="1295" y="480"/>
                </a:lnTo>
                <a:lnTo>
                  <a:pt x="1294" y="480"/>
                </a:lnTo>
                <a:lnTo>
                  <a:pt x="1293" y="479"/>
                </a:lnTo>
                <a:lnTo>
                  <a:pt x="1292" y="479"/>
                </a:lnTo>
                <a:lnTo>
                  <a:pt x="1291" y="479"/>
                </a:lnTo>
                <a:lnTo>
                  <a:pt x="1289" y="480"/>
                </a:lnTo>
                <a:lnTo>
                  <a:pt x="1288" y="480"/>
                </a:lnTo>
                <a:lnTo>
                  <a:pt x="1288" y="481"/>
                </a:lnTo>
                <a:lnTo>
                  <a:pt x="1287" y="482"/>
                </a:lnTo>
                <a:lnTo>
                  <a:pt x="1287" y="483"/>
                </a:lnTo>
                <a:lnTo>
                  <a:pt x="1287" y="484"/>
                </a:lnTo>
                <a:lnTo>
                  <a:pt x="1287" y="486"/>
                </a:lnTo>
                <a:lnTo>
                  <a:pt x="1288" y="486"/>
                </a:lnTo>
                <a:lnTo>
                  <a:pt x="1288" y="487"/>
                </a:lnTo>
                <a:lnTo>
                  <a:pt x="1289" y="487"/>
                </a:lnTo>
                <a:lnTo>
                  <a:pt x="1290" y="489"/>
                </a:lnTo>
                <a:lnTo>
                  <a:pt x="1290" y="490"/>
                </a:lnTo>
                <a:lnTo>
                  <a:pt x="1291" y="491"/>
                </a:lnTo>
                <a:lnTo>
                  <a:pt x="1292" y="492"/>
                </a:lnTo>
                <a:lnTo>
                  <a:pt x="1291" y="492"/>
                </a:lnTo>
                <a:lnTo>
                  <a:pt x="1291" y="493"/>
                </a:lnTo>
                <a:lnTo>
                  <a:pt x="1290" y="493"/>
                </a:lnTo>
                <a:lnTo>
                  <a:pt x="1290" y="492"/>
                </a:lnTo>
                <a:lnTo>
                  <a:pt x="1289" y="492"/>
                </a:lnTo>
                <a:lnTo>
                  <a:pt x="1288" y="492"/>
                </a:lnTo>
                <a:lnTo>
                  <a:pt x="1288" y="493"/>
                </a:lnTo>
                <a:lnTo>
                  <a:pt x="1288" y="495"/>
                </a:lnTo>
                <a:lnTo>
                  <a:pt x="1288" y="496"/>
                </a:lnTo>
                <a:lnTo>
                  <a:pt x="1289" y="497"/>
                </a:lnTo>
                <a:lnTo>
                  <a:pt x="1289" y="498"/>
                </a:lnTo>
                <a:lnTo>
                  <a:pt x="1289" y="500"/>
                </a:lnTo>
                <a:lnTo>
                  <a:pt x="1289" y="501"/>
                </a:lnTo>
                <a:lnTo>
                  <a:pt x="1289" y="502"/>
                </a:lnTo>
                <a:lnTo>
                  <a:pt x="1290" y="503"/>
                </a:lnTo>
                <a:lnTo>
                  <a:pt x="1290" y="504"/>
                </a:lnTo>
                <a:lnTo>
                  <a:pt x="1289" y="505"/>
                </a:lnTo>
                <a:lnTo>
                  <a:pt x="1288" y="506"/>
                </a:lnTo>
                <a:lnTo>
                  <a:pt x="1288" y="507"/>
                </a:lnTo>
                <a:lnTo>
                  <a:pt x="1287" y="507"/>
                </a:lnTo>
                <a:lnTo>
                  <a:pt x="1287" y="508"/>
                </a:lnTo>
                <a:lnTo>
                  <a:pt x="1288" y="509"/>
                </a:lnTo>
                <a:lnTo>
                  <a:pt x="1288" y="510"/>
                </a:lnTo>
                <a:lnTo>
                  <a:pt x="1288" y="511"/>
                </a:lnTo>
                <a:lnTo>
                  <a:pt x="1288" y="512"/>
                </a:lnTo>
                <a:lnTo>
                  <a:pt x="1288" y="513"/>
                </a:lnTo>
                <a:lnTo>
                  <a:pt x="1288" y="514"/>
                </a:lnTo>
                <a:lnTo>
                  <a:pt x="1287" y="515"/>
                </a:lnTo>
                <a:lnTo>
                  <a:pt x="1288" y="516"/>
                </a:lnTo>
                <a:lnTo>
                  <a:pt x="1289" y="517"/>
                </a:lnTo>
                <a:lnTo>
                  <a:pt x="1289" y="518"/>
                </a:lnTo>
                <a:lnTo>
                  <a:pt x="1289" y="519"/>
                </a:lnTo>
                <a:lnTo>
                  <a:pt x="1290" y="520"/>
                </a:lnTo>
                <a:lnTo>
                  <a:pt x="1289" y="520"/>
                </a:lnTo>
                <a:lnTo>
                  <a:pt x="1289" y="521"/>
                </a:lnTo>
                <a:lnTo>
                  <a:pt x="1289" y="522"/>
                </a:lnTo>
                <a:lnTo>
                  <a:pt x="1288" y="522"/>
                </a:lnTo>
                <a:lnTo>
                  <a:pt x="1288" y="523"/>
                </a:lnTo>
                <a:lnTo>
                  <a:pt x="1287" y="524"/>
                </a:lnTo>
                <a:lnTo>
                  <a:pt x="1287" y="525"/>
                </a:lnTo>
                <a:lnTo>
                  <a:pt x="1287" y="526"/>
                </a:lnTo>
                <a:lnTo>
                  <a:pt x="1287" y="527"/>
                </a:lnTo>
                <a:lnTo>
                  <a:pt x="1288" y="527"/>
                </a:lnTo>
                <a:lnTo>
                  <a:pt x="1287" y="527"/>
                </a:lnTo>
                <a:lnTo>
                  <a:pt x="1287" y="528"/>
                </a:lnTo>
                <a:lnTo>
                  <a:pt x="1288" y="528"/>
                </a:lnTo>
                <a:lnTo>
                  <a:pt x="1288" y="529"/>
                </a:lnTo>
                <a:lnTo>
                  <a:pt x="1287" y="529"/>
                </a:lnTo>
                <a:lnTo>
                  <a:pt x="1287" y="530"/>
                </a:lnTo>
                <a:lnTo>
                  <a:pt x="1287" y="531"/>
                </a:lnTo>
                <a:lnTo>
                  <a:pt x="1287" y="532"/>
                </a:lnTo>
                <a:lnTo>
                  <a:pt x="1287" y="533"/>
                </a:lnTo>
                <a:lnTo>
                  <a:pt x="1286" y="534"/>
                </a:lnTo>
                <a:lnTo>
                  <a:pt x="1286" y="535"/>
                </a:lnTo>
                <a:lnTo>
                  <a:pt x="1286" y="536"/>
                </a:lnTo>
                <a:lnTo>
                  <a:pt x="1286" y="537"/>
                </a:lnTo>
                <a:lnTo>
                  <a:pt x="1287" y="538"/>
                </a:lnTo>
                <a:lnTo>
                  <a:pt x="1288" y="539"/>
                </a:lnTo>
                <a:lnTo>
                  <a:pt x="1290" y="541"/>
                </a:lnTo>
                <a:lnTo>
                  <a:pt x="1292" y="541"/>
                </a:lnTo>
                <a:lnTo>
                  <a:pt x="1292" y="542"/>
                </a:lnTo>
                <a:lnTo>
                  <a:pt x="1293" y="542"/>
                </a:lnTo>
                <a:lnTo>
                  <a:pt x="1294" y="542"/>
                </a:lnTo>
                <a:lnTo>
                  <a:pt x="1294" y="543"/>
                </a:lnTo>
                <a:lnTo>
                  <a:pt x="1294" y="544"/>
                </a:lnTo>
                <a:lnTo>
                  <a:pt x="1293" y="544"/>
                </a:lnTo>
                <a:lnTo>
                  <a:pt x="1293" y="543"/>
                </a:lnTo>
                <a:lnTo>
                  <a:pt x="1292" y="543"/>
                </a:lnTo>
                <a:lnTo>
                  <a:pt x="1291" y="543"/>
                </a:lnTo>
                <a:lnTo>
                  <a:pt x="1291" y="544"/>
                </a:lnTo>
                <a:lnTo>
                  <a:pt x="1291" y="545"/>
                </a:lnTo>
                <a:lnTo>
                  <a:pt x="1291" y="546"/>
                </a:lnTo>
                <a:lnTo>
                  <a:pt x="1292" y="546"/>
                </a:lnTo>
                <a:lnTo>
                  <a:pt x="1291" y="547"/>
                </a:lnTo>
                <a:lnTo>
                  <a:pt x="1291" y="548"/>
                </a:lnTo>
                <a:lnTo>
                  <a:pt x="1292" y="548"/>
                </a:lnTo>
                <a:lnTo>
                  <a:pt x="1292" y="549"/>
                </a:lnTo>
                <a:lnTo>
                  <a:pt x="1293" y="549"/>
                </a:lnTo>
                <a:lnTo>
                  <a:pt x="1294" y="549"/>
                </a:lnTo>
                <a:lnTo>
                  <a:pt x="1294" y="550"/>
                </a:lnTo>
                <a:lnTo>
                  <a:pt x="1293" y="551"/>
                </a:lnTo>
                <a:lnTo>
                  <a:pt x="1292" y="551"/>
                </a:lnTo>
                <a:lnTo>
                  <a:pt x="1291" y="549"/>
                </a:lnTo>
                <a:lnTo>
                  <a:pt x="1290" y="549"/>
                </a:lnTo>
                <a:lnTo>
                  <a:pt x="1290" y="548"/>
                </a:lnTo>
                <a:lnTo>
                  <a:pt x="1289" y="550"/>
                </a:lnTo>
                <a:lnTo>
                  <a:pt x="1288" y="550"/>
                </a:lnTo>
                <a:lnTo>
                  <a:pt x="1288" y="551"/>
                </a:lnTo>
                <a:lnTo>
                  <a:pt x="1288" y="552"/>
                </a:lnTo>
                <a:lnTo>
                  <a:pt x="1289" y="552"/>
                </a:lnTo>
                <a:lnTo>
                  <a:pt x="1290" y="552"/>
                </a:lnTo>
                <a:lnTo>
                  <a:pt x="1291" y="552"/>
                </a:lnTo>
                <a:lnTo>
                  <a:pt x="1291" y="553"/>
                </a:lnTo>
                <a:lnTo>
                  <a:pt x="1292" y="553"/>
                </a:lnTo>
                <a:lnTo>
                  <a:pt x="1291" y="553"/>
                </a:lnTo>
                <a:lnTo>
                  <a:pt x="1291" y="554"/>
                </a:lnTo>
                <a:lnTo>
                  <a:pt x="1290" y="555"/>
                </a:lnTo>
                <a:lnTo>
                  <a:pt x="1290" y="556"/>
                </a:lnTo>
                <a:lnTo>
                  <a:pt x="1291" y="557"/>
                </a:lnTo>
                <a:lnTo>
                  <a:pt x="1292" y="557"/>
                </a:lnTo>
                <a:lnTo>
                  <a:pt x="1292" y="556"/>
                </a:lnTo>
                <a:lnTo>
                  <a:pt x="1293" y="556"/>
                </a:lnTo>
                <a:lnTo>
                  <a:pt x="1294" y="556"/>
                </a:lnTo>
                <a:lnTo>
                  <a:pt x="1295" y="557"/>
                </a:lnTo>
                <a:lnTo>
                  <a:pt x="1295" y="558"/>
                </a:lnTo>
                <a:lnTo>
                  <a:pt x="1294" y="558"/>
                </a:lnTo>
                <a:lnTo>
                  <a:pt x="1294" y="559"/>
                </a:lnTo>
                <a:lnTo>
                  <a:pt x="1293" y="559"/>
                </a:lnTo>
                <a:lnTo>
                  <a:pt x="1292" y="559"/>
                </a:lnTo>
                <a:lnTo>
                  <a:pt x="1292" y="560"/>
                </a:lnTo>
                <a:lnTo>
                  <a:pt x="1292" y="562"/>
                </a:lnTo>
                <a:lnTo>
                  <a:pt x="1292" y="563"/>
                </a:lnTo>
                <a:lnTo>
                  <a:pt x="1291" y="564"/>
                </a:lnTo>
                <a:lnTo>
                  <a:pt x="1290" y="565"/>
                </a:lnTo>
                <a:lnTo>
                  <a:pt x="1290" y="566"/>
                </a:lnTo>
                <a:lnTo>
                  <a:pt x="1291" y="567"/>
                </a:lnTo>
                <a:lnTo>
                  <a:pt x="1291" y="568"/>
                </a:lnTo>
                <a:lnTo>
                  <a:pt x="1291" y="569"/>
                </a:lnTo>
                <a:lnTo>
                  <a:pt x="1292" y="570"/>
                </a:lnTo>
                <a:lnTo>
                  <a:pt x="1293" y="571"/>
                </a:lnTo>
                <a:lnTo>
                  <a:pt x="1293" y="572"/>
                </a:lnTo>
                <a:lnTo>
                  <a:pt x="1293" y="573"/>
                </a:lnTo>
                <a:lnTo>
                  <a:pt x="1293" y="574"/>
                </a:lnTo>
                <a:lnTo>
                  <a:pt x="1294" y="574"/>
                </a:lnTo>
                <a:lnTo>
                  <a:pt x="1294" y="575"/>
                </a:lnTo>
                <a:lnTo>
                  <a:pt x="1293" y="575"/>
                </a:lnTo>
                <a:lnTo>
                  <a:pt x="1293" y="576"/>
                </a:lnTo>
                <a:lnTo>
                  <a:pt x="1293" y="577"/>
                </a:lnTo>
                <a:lnTo>
                  <a:pt x="1294" y="578"/>
                </a:lnTo>
                <a:lnTo>
                  <a:pt x="1294" y="579"/>
                </a:lnTo>
                <a:lnTo>
                  <a:pt x="1294" y="580"/>
                </a:lnTo>
                <a:lnTo>
                  <a:pt x="1293" y="580"/>
                </a:lnTo>
                <a:lnTo>
                  <a:pt x="1294" y="582"/>
                </a:lnTo>
                <a:lnTo>
                  <a:pt x="1295" y="582"/>
                </a:lnTo>
                <a:lnTo>
                  <a:pt x="1295" y="583"/>
                </a:lnTo>
                <a:lnTo>
                  <a:pt x="1295" y="584"/>
                </a:lnTo>
                <a:lnTo>
                  <a:pt x="1296" y="585"/>
                </a:lnTo>
                <a:lnTo>
                  <a:pt x="1297" y="586"/>
                </a:lnTo>
                <a:lnTo>
                  <a:pt x="1297" y="587"/>
                </a:lnTo>
                <a:lnTo>
                  <a:pt x="1296" y="587"/>
                </a:lnTo>
                <a:lnTo>
                  <a:pt x="1296" y="588"/>
                </a:lnTo>
                <a:lnTo>
                  <a:pt x="1296" y="589"/>
                </a:lnTo>
                <a:lnTo>
                  <a:pt x="1296" y="590"/>
                </a:lnTo>
                <a:lnTo>
                  <a:pt x="1295" y="590"/>
                </a:lnTo>
                <a:lnTo>
                  <a:pt x="1295" y="591"/>
                </a:lnTo>
                <a:lnTo>
                  <a:pt x="1295" y="592"/>
                </a:lnTo>
                <a:lnTo>
                  <a:pt x="1295" y="593"/>
                </a:lnTo>
                <a:lnTo>
                  <a:pt x="1294" y="594"/>
                </a:lnTo>
                <a:lnTo>
                  <a:pt x="1294" y="595"/>
                </a:lnTo>
                <a:lnTo>
                  <a:pt x="1293" y="595"/>
                </a:lnTo>
                <a:lnTo>
                  <a:pt x="1293" y="596"/>
                </a:lnTo>
                <a:lnTo>
                  <a:pt x="1293" y="597"/>
                </a:lnTo>
                <a:lnTo>
                  <a:pt x="1291" y="597"/>
                </a:lnTo>
                <a:lnTo>
                  <a:pt x="1290" y="597"/>
                </a:lnTo>
                <a:lnTo>
                  <a:pt x="1289" y="597"/>
                </a:lnTo>
                <a:lnTo>
                  <a:pt x="1289" y="596"/>
                </a:lnTo>
                <a:lnTo>
                  <a:pt x="1288" y="596"/>
                </a:lnTo>
                <a:lnTo>
                  <a:pt x="1287" y="596"/>
                </a:lnTo>
                <a:lnTo>
                  <a:pt x="1287" y="597"/>
                </a:lnTo>
                <a:lnTo>
                  <a:pt x="1286" y="597"/>
                </a:lnTo>
                <a:lnTo>
                  <a:pt x="1286" y="598"/>
                </a:lnTo>
                <a:lnTo>
                  <a:pt x="1285" y="599"/>
                </a:lnTo>
                <a:lnTo>
                  <a:pt x="1284" y="599"/>
                </a:lnTo>
                <a:lnTo>
                  <a:pt x="1284" y="598"/>
                </a:lnTo>
                <a:lnTo>
                  <a:pt x="1283" y="597"/>
                </a:lnTo>
                <a:lnTo>
                  <a:pt x="1282" y="597"/>
                </a:lnTo>
                <a:lnTo>
                  <a:pt x="1282" y="596"/>
                </a:lnTo>
                <a:lnTo>
                  <a:pt x="1281" y="595"/>
                </a:lnTo>
                <a:lnTo>
                  <a:pt x="1280" y="594"/>
                </a:lnTo>
                <a:lnTo>
                  <a:pt x="1279" y="593"/>
                </a:lnTo>
                <a:lnTo>
                  <a:pt x="1278" y="593"/>
                </a:lnTo>
                <a:lnTo>
                  <a:pt x="1277" y="593"/>
                </a:lnTo>
                <a:lnTo>
                  <a:pt x="1277" y="594"/>
                </a:lnTo>
                <a:lnTo>
                  <a:pt x="1277" y="595"/>
                </a:lnTo>
                <a:lnTo>
                  <a:pt x="1276" y="596"/>
                </a:lnTo>
                <a:lnTo>
                  <a:pt x="1275" y="596"/>
                </a:lnTo>
                <a:lnTo>
                  <a:pt x="1275" y="597"/>
                </a:lnTo>
                <a:lnTo>
                  <a:pt x="1276" y="597"/>
                </a:lnTo>
                <a:lnTo>
                  <a:pt x="1276" y="598"/>
                </a:lnTo>
                <a:lnTo>
                  <a:pt x="1277" y="598"/>
                </a:lnTo>
                <a:lnTo>
                  <a:pt x="1277" y="597"/>
                </a:lnTo>
                <a:lnTo>
                  <a:pt x="1278" y="597"/>
                </a:lnTo>
                <a:lnTo>
                  <a:pt x="1279" y="597"/>
                </a:lnTo>
                <a:lnTo>
                  <a:pt x="1279" y="598"/>
                </a:lnTo>
                <a:lnTo>
                  <a:pt x="1278" y="599"/>
                </a:lnTo>
                <a:lnTo>
                  <a:pt x="1278" y="600"/>
                </a:lnTo>
                <a:lnTo>
                  <a:pt x="1277" y="601"/>
                </a:lnTo>
                <a:lnTo>
                  <a:pt x="1278" y="601"/>
                </a:lnTo>
                <a:lnTo>
                  <a:pt x="1278" y="602"/>
                </a:lnTo>
                <a:lnTo>
                  <a:pt x="1278" y="603"/>
                </a:lnTo>
                <a:lnTo>
                  <a:pt x="1278" y="604"/>
                </a:lnTo>
                <a:lnTo>
                  <a:pt x="1277" y="604"/>
                </a:lnTo>
                <a:lnTo>
                  <a:pt x="1276" y="604"/>
                </a:lnTo>
                <a:lnTo>
                  <a:pt x="1275" y="604"/>
                </a:lnTo>
                <a:lnTo>
                  <a:pt x="1275" y="606"/>
                </a:lnTo>
                <a:lnTo>
                  <a:pt x="1274" y="607"/>
                </a:lnTo>
                <a:lnTo>
                  <a:pt x="1274" y="608"/>
                </a:lnTo>
                <a:lnTo>
                  <a:pt x="1274" y="610"/>
                </a:lnTo>
                <a:lnTo>
                  <a:pt x="1275" y="610"/>
                </a:lnTo>
                <a:lnTo>
                  <a:pt x="1276" y="610"/>
                </a:lnTo>
                <a:lnTo>
                  <a:pt x="1276" y="611"/>
                </a:lnTo>
                <a:lnTo>
                  <a:pt x="1275" y="611"/>
                </a:lnTo>
                <a:lnTo>
                  <a:pt x="1275" y="612"/>
                </a:lnTo>
                <a:lnTo>
                  <a:pt x="1274" y="612"/>
                </a:lnTo>
                <a:lnTo>
                  <a:pt x="1273" y="612"/>
                </a:lnTo>
                <a:lnTo>
                  <a:pt x="1274" y="613"/>
                </a:lnTo>
                <a:lnTo>
                  <a:pt x="1274" y="615"/>
                </a:lnTo>
                <a:lnTo>
                  <a:pt x="1274" y="616"/>
                </a:lnTo>
                <a:lnTo>
                  <a:pt x="1273" y="616"/>
                </a:lnTo>
                <a:lnTo>
                  <a:pt x="1273" y="615"/>
                </a:lnTo>
                <a:lnTo>
                  <a:pt x="1273" y="614"/>
                </a:lnTo>
                <a:lnTo>
                  <a:pt x="1272" y="614"/>
                </a:lnTo>
                <a:lnTo>
                  <a:pt x="1272" y="615"/>
                </a:lnTo>
                <a:lnTo>
                  <a:pt x="1271" y="615"/>
                </a:lnTo>
                <a:lnTo>
                  <a:pt x="1271" y="614"/>
                </a:lnTo>
                <a:lnTo>
                  <a:pt x="1271" y="613"/>
                </a:lnTo>
                <a:lnTo>
                  <a:pt x="1270" y="613"/>
                </a:lnTo>
                <a:lnTo>
                  <a:pt x="1269" y="611"/>
                </a:lnTo>
                <a:lnTo>
                  <a:pt x="1269" y="610"/>
                </a:lnTo>
                <a:lnTo>
                  <a:pt x="1268" y="610"/>
                </a:lnTo>
                <a:lnTo>
                  <a:pt x="1267" y="610"/>
                </a:lnTo>
                <a:lnTo>
                  <a:pt x="1266" y="610"/>
                </a:lnTo>
                <a:lnTo>
                  <a:pt x="1265" y="610"/>
                </a:lnTo>
                <a:lnTo>
                  <a:pt x="1265" y="609"/>
                </a:lnTo>
                <a:lnTo>
                  <a:pt x="1264" y="609"/>
                </a:lnTo>
                <a:lnTo>
                  <a:pt x="1264" y="607"/>
                </a:lnTo>
                <a:lnTo>
                  <a:pt x="1263" y="607"/>
                </a:lnTo>
                <a:lnTo>
                  <a:pt x="1262" y="607"/>
                </a:lnTo>
                <a:lnTo>
                  <a:pt x="1261" y="606"/>
                </a:lnTo>
                <a:lnTo>
                  <a:pt x="1258" y="606"/>
                </a:lnTo>
                <a:lnTo>
                  <a:pt x="1257" y="606"/>
                </a:lnTo>
                <a:lnTo>
                  <a:pt x="1257" y="605"/>
                </a:lnTo>
                <a:lnTo>
                  <a:pt x="1256" y="604"/>
                </a:lnTo>
                <a:lnTo>
                  <a:pt x="1256" y="603"/>
                </a:lnTo>
                <a:lnTo>
                  <a:pt x="1255" y="603"/>
                </a:lnTo>
                <a:lnTo>
                  <a:pt x="1254" y="603"/>
                </a:lnTo>
                <a:lnTo>
                  <a:pt x="1254" y="605"/>
                </a:lnTo>
                <a:lnTo>
                  <a:pt x="1253" y="605"/>
                </a:lnTo>
                <a:lnTo>
                  <a:pt x="1252" y="605"/>
                </a:lnTo>
                <a:lnTo>
                  <a:pt x="1252" y="606"/>
                </a:lnTo>
                <a:lnTo>
                  <a:pt x="1251" y="606"/>
                </a:lnTo>
                <a:lnTo>
                  <a:pt x="1251" y="605"/>
                </a:lnTo>
                <a:lnTo>
                  <a:pt x="1250" y="605"/>
                </a:lnTo>
                <a:lnTo>
                  <a:pt x="1249" y="604"/>
                </a:lnTo>
                <a:lnTo>
                  <a:pt x="1248" y="604"/>
                </a:lnTo>
                <a:lnTo>
                  <a:pt x="1248" y="603"/>
                </a:lnTo>
                <a:lnTo>
                  <a:pt x="1247" y="603"/>
                </a:lnTo>
                <a:lnTo>
                  <a:pt x="1246" y="604"/>
                </a:lnTo>
                <a:lnTo>
                  <a:pt x="1246" y="605"/>
                </a:lnTo>
                <a:lnTo>
                  <a:pt x="1247" y="606"/>
                </a:lnTo>
                <a:lnTo>
                  <a:pt x="1247" y="607"/>
                </a:lnTo>
                <a:lnTo>
                  <a:pt x="1247" y="609"/>
                </a:lnTo>
                <a:lnTo>
                  <a:pt x="1246" y="609"/>
                </a:lnTo>
                <a:lnTo>
                  <a:pt x="1245" y="609"/>
                </a:lnTo>
                <a:lnTo>
                  <a:pt x="1243" y="609"/>
                </a:lnTo>
                <a:lnTo>
                  <a:pt x="1242" y="608"/>
                </a:lnTo>
                <a:lnTo>
                  <a:pt x="1243" y="607"/>
                </a:lnTo>
                <a:lnTo>
                  <a:pt x="1243" y="606"/>
                </a:lnTo>
                <a:lnTo>
                  <a:pt x="1243" y="605"/>
                </a:lnTo>
                <a:lnTo>
                  <a:pt x="1243" y="604"/>
                </a:lnTo>
                <a:lnTo>
                  <a:pt x="1243" y="603"/>
                </a:lnTo>
                <a:lnTo>
                  <a:pt x="1242" y="603"/>
                </a:lnTo>
                <a:lnTo>
                  <a:pt x="1241" y="604"/>
                </a:lnTo>
                <a:lnTo>
                  <a:pt x="1240" y="605"/>
                </a:lnTo>
                <a:lnTo>
                  <a:pt x="1239" y="606"/>
                </a:lnTo>
                <a:lnTo>
                  <a:pt x="1239" y="607"/>
                </a:lnTo>
                <a:lnTo>
                  <a:pt x="1239" y="608"/>
                </a:lnTo>
                <a:lnTo>
                  <a:pt x="1240" y="608"/>
                </a:lnTo>
                <a:lnTo>
                  <a:pt x="1240" y="609"/>
                </a:lnTo>
                <a:lnTo>
                  <a:pt x="1241" y="609"/>
                </a:lnTo>
                <a:lnTo>
                  <a:pt x="1242" y="609"/>
                </a:lnTo>
                <a:lnTo>
                  <a:pt x="1243" y="610"/>
                </a:lnTo>
                <a:lnTo>
                  <a:pt x="1243" y="611"/>
                </a:lnTo>
                <a:lnTo>
                  <a:pt x="1242" y="611"/>
                </a:lnTo>
                <a:lnTo>
                  <a:pt x="1242" y="612"/>
                </a:lnTo>
                <a:lnTo>
                  <a:pt x="1242" y="611"/>
                </a:lnTo>
                <a:lnTo>
                  <a:pt x="1241" y="611"/>
                </a:lnTo>
                <a:lnTo>
                  <a:pt x="1241" y="612"/>
                </a:lnTo>
                <a:lnTo>
                  <a:pt x="1242" y="613"/>
                </a:lnTo>
                <a:lnTo>
                  <a:pt x="1243" y="613"/>
                </a:lnTo>
                <a:lnTo>
                  <a:pt x="1243" y="614"/>
                </a:lnTo>
                <a:lnTo>
                  <a:pt x="1242" y="614"/>
                </a:lnTo>
                <a:lnTo>
                  <a:pt x="1241" y="613"/>
                </a:lnTo>
                <a:lnTo>
                  <a:pt x="1240" y="613"/>
                </a:lnTo>
                <a:lnTo>
                  <a:pt x="1240" y="612"/>
                </a:lnTo>
                <a:lnTo>
                  <a:pt x="1239" y="612"/>
                </a:lnTo>
                <a:lnTo>
                  <a:pt x="1239" y="611"/>
                </a:lnTo>
                <a:lnTo>
                  <a:pt x="1239" y="610"/>
                </a:lnTo>
                <a:lnTo>
                  <a:pt x="1239" y="609"/>
                </a:lnTo>
                <a:lnTo>
                  <a:pt x="1238" y="610"/>
                </a:lnTo>
                <a:lnTo>
                  <a:pt x="1238" y="611"/>
                </a:lnTo>
                <a:lnTo>
                  <a:pt x="1238" y="612"/>
                </a:lnTo>
                <a:lnTo>
                  <a:pt x="1237" y="612"/>
                </a:lnTo>
                <a:lnTo>
                  <a:pt x="1236" y="611"/>
                </a:lnTo>
                <a:lnTo>
                  <a:pt x="1236" y="612"/>
                </a:lnTo>
                <a:lnTo>
                  <a:pt x="1236" y="613"/>
                </a:lnTo>
                <a:lnTo>
                  <a:pt x="1236" y="614"/>
                </a:lnTo>
                <a:lnTo>
                  <a:pt x="1237" y="614"/>
                </a:lnTo>
                <a:lnTo>
                  <a:pt x="1237" y="615"/>
                </a:lnTo>
                <a:lnTo>
                  <a:pt x="1237" y="616"/>
                </a:lnTo>
                <a:lnTo>
                  <a:pt x="1236" y="616"/>
                </a:lnTo>
                <a:lnTo>
                  <a:pt x="1237" y="616"/>
                </a:lnTo>
                <a:lnTo>
                  <a:pt x="1237" y="617"/>
                </a:lnTo>
                <a:lnTo>
                  <a:pt x="1238" y="617"/>
                </a:lnTo>
                <a:lnTo>
                  <a:pt x="1239" y="618"/>
                </a:lnTo>
                <a:lnTo>
                  <a:pt x="1239" y="619"/>
                </a:lnTo>
                <a:lnTo>
                  <a:pt x="1238" y="619"/>
                </a:lnTo>
                <a:lnTo>
                  <a:pt x="1236" y="619"/>
                </a:lnTo>
                <a:lnTo>
                  <a:pt x="1235" y="619"/>
                </a:lnTo>
                <a:lnTo>
                  <a:pt x="1236" y="619"/>
                </a:lnTo>
                <a:lnTo>
                  <a:pt x="1236" y="620"/>
                </a:lnTo>
                <a:lnTo>
                  <a:pt x="1236" y="621"/>
                </a:lnTo>
                <a:lnTo>
                  <a:pt x="1235" y="621"/>
                </a:lnTo>
                <a:lnTo>
                  <a:pt x="1234" y="621"/>
                </a:lnTo>
                <a:lnTo>
                  <a:pt x="1233" y="620"/>
                </a:lnTo>
                <a:lnTo>
                  <a:pt x="1232" y="620"/>
                </a:lnTo>
                <a:lnTo>
                  <a:pt x="1232" y="621"/>
                </a:lnTo>
                <a:lnTo>
                  <a:pt x="1232" y="622"/>
                </a:lnTo>
                <a:lnTo>
                  <a:pt x="1232" y="623"/>
                </a:lnTo>
                <a:lnTo>
                  <a:pt x="1232" y="624"/>
                </a:lnTo>
                <a:lnTo>
                  <a:pt x="1231" y="624"/>
                </a:lnTo>
                <a:lnTo>
                  <a:pt x="1230" y="623"/>
                </a:lnTo>
                <a:lnTo>
                  <a:pt x="1230" y="622"/>
                </a:lnTo>
                <a:lnTo>
                  <a:pt x="1229" y="622"/>
                </a:lnTo>
                <a:lnTo>
                  <a:pt x="1229" y="623"/>
                </a:lnTo>
                <a:lnTo>
                  <a:pt x="1228" y="623"/>
                </a:lnTo>
                <a:lnTo>
                  <a:pt x="1228" y="624"/>
                </a:lnTo>
                <a:lnTo>
                  <a:pt x="1227" y="625"/>
                </a:lnTo>
                <a:lnTo>
                  <a:pt x="1228" y="625"/>
                </a:lnTo>
                <a:lnTo>
                  <a:pt x="1228" y="626"/>
                </a:lnTo>
                <a:lnTo>
                  <a:pt x="1228" y="627"/>
                </a:lnTo>
                <a:lnTo>
                  <a:pt x="1227" y="628"/>
                </a:lnTo>
                <a:lnTo>
                  <a:pt x="1227" y="629"/>
                </a:lnTo>
                <a:lnTo>
                  <a:pt x="1229" y="630"/>
                </a:lnTo>
                <a:lnTo>
                  <a:pt x="1230" y="630"/>
                </a:lnTo>
                <a:lnTo>
                  <a:pt x="1231" y="631"/>
                </a:lnTo>
                <a:lnTo>
                  <a:pt x="1232" y="631"/>
                </a:lnTo>
                <a:lnTo>
                  <a:pt x="1233" y="632"/>
                </a:lnTo>
                <a:lnTo>
                  <a:pt x="1233" y="633"/>
                </a:lnTo>
                <a:lnTo>
                  <a:pt x="1232" y="633"/>
                </a:lnTo>
                <a:lnTo>
                  <a:pt x="1232" y="634"/>
                </a:lnTo>
                <a:lnTo>
                  <a:pt x="1233" y="634"/>
                </a:lnTo>
                <a:lnTo>
                  <a:pt x="1233" y="635"/>
                </a:lnTo>
                <a:lnTo>
                  <a:pt x="1232" y="635"/>
                </a:lnTo>
                <a:lnTo>
                  <a:pt x="1231" y="636"/>
                </a:lnTo>
                <a:lnTo>
                  <a:pt x="1230" y="636"/>
                </a:lnTo>
                <a:lnTo>
                  <a:pt x="1229" y="637"/>
                </a:lnTo>
                <a:lnTo>
                  <a:pt x="1229" y="636"/>
                </a:lnTo>
                <a:lnTo>
                  <a:pt x="1228" y="636"/>
                </a:lnTo>
                <a:lnTo>
                  <a:pt x="1227" y="636"/>
                </a:lnTo>
                <a:lnTo>
                  <a:pt x="1226" y="636"/>
                </a:lnTo>
                <a:lnTo>
                  <a:pt x="1225" y="637"/>
                </a:lnTo>
                <a:lnTo>
                  <a:pt x="1225" y="638"/>
                </a:lnTo>
                <a:lnTo>
                  <a:pt x="1226" y="638"/>
                </a:lnTo>
                <a:lnTo>
                  <a:pt x="1227" y="639"/>
                </a:lnTo>
                <a:lnTo>
                  <a:pt x="1228" y="639"/>
                </a:lnTo>
                <a:lnTo>
                  <a:pt x="1229" y="638"/>
                </a:lnTo>
                <a:lnTo>
                  <a:pt x="1230" y="637"/>
                </a:lnTo>
                <a:lnTo>
                  <a:pt x="1231" y="637"/>
                </a:lnTo>
                <a:lnTo>
                  <a:pt x="1231" y="638"/>
                </a:lnTo>
                <a:lnTo>
                  <a:pt x="1231" y="639"/>
                </a:lnTo>
                <a:lnTo>
                  <a:pt x="1230" y="639"/>
                </a:lnTo>
                <a:lnTo>
                  <a:pt x="1230" y="640"/>
                </a:lnTo>
                <a:lnTo>
                  <a:pt x="1229" y="641"/>
                </a:lnTo>
                <a:lnTo>
                  <a:pt x="1228" y="641"/>
                </a:lnTo>
                <a:lnTo>
                  <a:pt x="1228" y="642"/>
                </a:lnTo>
                <a:lnTo>
                  <a:pt x="1227" y="642"/>
                </a:lnTo>
                <a:lnTo>
                  <a:pt x="1227" y="643"/>
                </a:lnTo>
                <a:lnTo>
                  <a:pt x="1228" y="643"/>
                </a:lnTo>
                <a:lnTo>
                  <a:pt x="1229" y="643"/>
                </a:lnTo>
                <a:lnTo>
                  <a:pt x="1229" y="644"/>
                </a:lnTo>
                <a:lnTo>
                  <a:pt x="1229" y="643"/>
                </a:lnTo>
                <a:lnTo>
                  <a:pt x="1230" y="643"/>
                </a:lnTo>
                <a:lnTo>
                  <a:pt x="1231" y="643"/>
                </a:lnTo>
                <a:lnTo>
                  <a:pt x="1231" y="644"/>
                </a:lnTo>
                <a:lnTo>
                  <a:pt x="1231" y="646"/>
                </a:lnTo>
                <a:lnTo>
                  <a:pt x="1231" y="647"/>
                </a:lnTo>
                <a:lnTo>
                  <a:pt x="1230" y="647"/>
                </a:lnTo>
                <a:lnTo>
                  <a:pt x="1229" y="648"/>
                </a:lnTo>
                <a:lnTo>
                  <a:pt x="1228" y="648"/>
                </a:lnTo>
                <a:lnTo>
                  <a:pt x="1227" y="648"/>
                </a:lnTo>
                <a:lnTo>
                  <a:pt x="1226" y="648"/>
                </a:lnTo>
                <a:lnTo>
                  <a:pt x="1225" y="648"/>
                </a:lnTo>
                <a:lnTo>
                  <a:pt x="1225" y="649"/>
                </a:lnTo>
                <a:lnTo>
                  <a:pt x="1225" y="650"/>
                </a:lnTo>
                <a:lnTo>
                  <a:pt x="1225" y="651"/>
                </a:lnTo>
                <a:lnTo>
                  <a:pt x="1226" y="652"/>
                </a:lnTo>
                <a:lnTo>
                  <a:pt x="1226" y="653"/>
                </a:lnTo>
                <a:lnTo>
                  <a:pt x="1226" y="654"/>
                </a:lnTo>
                <a:lnTo>
                  <a:pt x="1227" y="654"/>
                </a:lnTo>
                <a:lnTo>
                  <a:pt x="1227" y="653"/>
                </a:lnTo>
                <a:lnTo>
                  <a:pt x="1227" y="652"/>
                </a:lnTo>
                <a:lnTo>
                  <a:pt x="1228" y="652"/>
                </a:lnTo>
                <a:lnTo>
                  <a:pt x="1229" y="652"/>
                </a:lnTo>
                <a:lnTo>
                  <a:pt x="1230" y="652"/>
                </a:lnTo>
                <a:lnTo>
                  <a:pt x="1230" y="653"/>
                </a:lnTo>
                <a:lnTo>
                  <a:pt x="1231" y="653"/>
                </a:lnTo>
                <a:lnTo>
                  <a:pt x="1230" y="653"/>
                </a:lnTo>
                <a:lnTo>
                  <a:pt x="1230" y="654"/>
                </a:lnTo>
                <a:lnTo>
                  <a:pt x="1229" y="654"/>
                </a:lnTo>
                <a:lnTo>
                  <a:pt x="1229" y="655"/>
                </a:lnTo>
                <a:lnTo>
                  <a:pt x="1230" y="656"/>
                </a:lnTo>
                <a:lnTo>
                  <a:pt x="1231" y="657"/>
                </a:lnTo>
                <a:lnTo>
                  <a:pt x="1232" y="657"/>
                </a:lnTo>
                <a:lnTo>
                  <a:pt x="1233" y="656"/>
                </a:lnTo>
                <a:lnTo>
                  <a:pt x="1233" y="657"/>
                </a:lnTo>
                <a:lnTo>
                  <a:pt x="1234" y="657"/>
                </a:lnTo>
                <a:lnTo>
                  <a:pt x="1234" y="658"/>
                </a:lnTo>
                <a:lnTo>
                  <a:pt x="1234" y="659"/>
                </a:lnTo>
                <a:lnTo>
                  <a:pt x="1233" y="659"/>
                </a:lnTo>
                <a:lnTo>
                  <a:pt x="1232" y="659"/>
                </a:lnTo>
                <a:lnTo>
                  <a:pt x="1231" y="660"/>
                </a:lnTo>
                <a:lnTo>
                  <a:pt x="1230" y="660"/>
                </a:lnTo>
                <a:lnTo>
                  <a:pt x="1229" y="660"/>
                </a:lnTo>
                <a:lnTo>
                  <a:pt x="1229" y="661"/>
                </a:lnTo>
                <a:lnTo>
                  <a:pt x="1230" y="661"/>
                </a:lnTo>
                <a:lnTo>
                  <a:pt x="1230" y="662"/>
                </a:lnTo>
                <a:lnTo>
                  <a:pt x="1230" y="663"/>
                </a:lnTo>
                <a:lnTo>
                  <a:pt x="1229" y="664"/>
                </a:lnTo>
                <a:lnTo>
                  <a:pt x="1228" y="664"/>
                </a:lnTo>
                <a:lnTo>
                  <a:pt x="1227" y="664"/>
                </a:lnTo>
                <a:lnTo>
                  <a:pt x="1227" y="665"/>
                </a:lnTo>
                <a:lnTo>
                  <a:pt x="1226" y="665"/>
                </a:lnTo>
                <a:lnTo>
                  <a:pt x="1226" y="666"/>
                </a:lnTo>
                <a:lnTo>
                  <a:pt x="1227" y="667"/>
                </a:lnTo>
                <a:lnTo>
                  <a:pt x="1228" y="668"/>
                </a:lnTo>
                <a:lnTo>
                  <a:pt x="1228" y="669"/>
                </a:lnTo>
                <a:lnTo>
                  <a:pt x="1227" y="669"/>
                </a:lnTo>
                <a:lnTo>
                  <a:pt x="1226" y="670"/>
                </a:lnTo>
                <a:lnTo>
                  <a:pt x="1224" y="670"/>
                </a:lnTo>
                <a:lnTo>
                  <a:pt x="1223" y="671"/>
                </a:lnTo>
                <a:lnTo>
                  <a:pt x="1223" y="672"/>
                </a:lnTo>
                <a:lnTo>
                  <a:pt x="1224" y="672"/>
                </a:lnTo>
                <a:lnTo>
                  <a:pt x="1224" y="673"/>
                </a:lnTo>
                <a:lnTo>
                  <a:pt x="1223" y="673"/>
                </a:lnTo>
                <a:lnTo>
                  <a:pt x="1223" y="674"/>
                </a:lnTo>
                <a:lnTo>
                  <a:pt x="1222" y="674"/>
                </a:lnTo>
                <a:lnTo>
                  <a:pt x="1222" y="675"/>
                </a:lnTo>
                <a:lnTo>
                  <a:pt x="1222" y="676"/>
                </a:lnTo>
                <a:lnTo>
                  <a:pt x="1221" y="676"/>
                </a:lnTo>
                <a:lnTo>
                  <a:pt x="1220" y="676"/>
                </a:lnTo>
                <a:lnTo>
                  <a:pt x="1219" y="676"/>
                </a:lnTo>
                <a:lnTo>
                  <a:pt x="1218" y="677"/>
                </a:lnTo>
                <a:lnTo>
                  <a:pt x="1217" y="677"/>
                </a:lnTo>
                <a:lnTo>
                  <a:pt x="1217" y="676"/>
                </a:lnTo>
                <a:lnTo>
                  <a:pt x="1216" y="675"/>
                </a:lnTo>
                <a:lnTo>
                  <a:pt x="1216" y="674"/>
                </a:lnTo>
                <a:lnTo>
                  <a:pt x="1215" y="674"/>
                </a:lnTo>
                <a:lnTo>
                  <a:pt x="1214" y="674"/>
                </a:lnTo>
                <a:lnTo>
                  <a:pt x="1214" y="675"/>
                </a:lnTo>
                <a:lnTo>
                  <a:pt x="1214" y="676"/>
                </a:lnTo>
                <a:lnTo>
                  <a:pt x="1215" y="676"/>
                </a:lnTo>
                <a:lnTo>
                  <a:pt x="1215" y="677"/>
                </a:lnTo>
                <a:lnTo>
                  <a:pt x="1216" y="677"/>
                </a:lnTo>
                <a:lnTo>
                  <a:pt x="1216" y="678"/>
                </a:lnTo>
                <a:lnTo>
                  <a:pt x="1215" y="678"/>
                </a:lnTo>
                <a:lnTo>
                  <a:pt x="1214" y="678"/>
                </a:lnTo>
                <a:lnTo>
                  <a:pt x="1213" y="678"/>
                </a:lnTo>
                <a:lnTo>
                  <a:pt x="1211" y="680"/>
                </a:lnTo>
                <a:lnTo>
                  <a:pt x="1211" y="681"/>
                </a:lnTo>
                <a:lnTo>
                  <a:pt x="1212" y="683"/>
                </a:lnTo>
                <a:lnTo>
                  <a:pt x="1212" y="684"/>
                </a:lnTo>
                <a:lnTo>
                  <a:pt x="1211" y="684"/>
                </a:lnTo>
                <a:lnTo>
                  <a:pt x="1211" y="685"/>
                </a:lnTo>
                <a:lnTo>
                  <a:pt x="1212" y="685"/>
                </a:lnTo>
                <a:lnTo>
                  <a:pt x="1212" y="686"/>
                </a:lnTo>
                <a:lnTo>
                  <a:pt x="1211" y="687"/>
                </a:lnTo>
                <a:lnTo>
                  <a:pt x="1210" y="687"/>
                </a:lnTo>
                <a:lnTo>
                  <a:pt x="1209" y="687"/>
                </a:lnTo>
                <a:lnTo>
                  <a:pt x="1209" y="688"/>
                </a:lnTo>
                <a:lnTo>
                  <a:pt x="1208" y="688"/>
                </a:lnTo>
                <a:lnTo>
                  <a:pt x="1208" y="689"/>
                </a:lnTo>
                <a:lnTo>
                  <a:pt x="1208" y="690"/>
                </a:lnTo>
                <a:lnTo>
                  <a:pt x="1207" y="690"/>
                </a:lnTo>
                <a:lnTo>
                  <a:pt x="1206" y="690"/>
                </a:lnTo>
                <a:lnTo>
                  <a:pt x="1205" y="690"/>
                </a:lnTo>
                <a:lnTo>
                  <a:pt x="1204" y="691"/>
                </a:lnTo>
                <a:lnTo>
                  <a:pt x="1203" y="690"/>
                </a:lnTo>
                <a:lnTo>
                  <a:pt x="1202" y="690"/>
                </a:lnTo>
                <a:lnTo>
                  <a:pt x="1202" y="691"/>
                </a:lnTo>
                <a:lnTo>
                  <a:pt x="1201" y="692"/>
                </a:lnTo>
                <a:lnTo>
                  <a:pt x="1201" y="693"/>
                </a:lnTo>
                <a:lnTo>
                  <a:pt x="1200" y="694"/>
                </a:lnTo>
                <a:lnTo>
                  <a:pt x="1201" y="694"/>
                </a:lnTo>
                <a:lnTo>
                  <a:pt x="1201" y="695"/>
                </a:lnTo>
                <a:lnTo>
                  <a:pt x="1201" y="696"/>
                </a:lnTo>
                <a:lnTo>
                  <a:pt x="1201" y="697"/>
                </a:lnTo>
                <a:lnTo>
                  <a:pt x="1202" y="697"/>
                </a:lnTo>
                <a:lnTo>
                  <a:pt x="1202" y="698"/>
                </a:lnTo>
                <a:lnTo>
                  <a:pt x="1202" y="697"/>
                </a:lnTo>
                <a:lnTo>
                  <a:pt x="1203" y="698"/>
                </a:lnTo>
                <a:lnTo>
                  <a:pt x="1203" y="699"/>
                </a:lnTo>
                <a:lnTo>
                  <a:pt x="1203" y="700"/>
                </a:lnTo>
                <a:lnTo>
                  <a:pt x="1203" y="701"/>
                </a:lnTo>
                <a:lnTo>
                  <a:pt x="1203" y="702"/>
                </a:lnTo>
                <a:lnTo>
                  <a:pt x="1203" y="703"/>
                </a:lnTo>
                <a:lnTo>
                  <a:pt x="1203" y="704"/>
                </a:lnTo>
                <a:lnTo>
                  <a:pt x="1203" y="705"/>
                </a:lnTo>
                <a:lnTo>
                  <a:pt x="1202" y="705"/>
                </a:lnTo>
                <a:lnTo>
                  <a:pt x="1202" y="704"/>
                </a:lnTo>
                <a:lnTo>
                  <a:pt x="1202" y="705"/>
                </a:lnTo>
                <a:lnTo>
                  <a:pt x="1201" y="706"/>
                </a:lnTo>
                <a:lnTo>
                  <a:pt x="1200" y="708"/>
                </a:lnTo>
                <a:lnTo>
                  <a:pt x="1199" y="709"/>
                </a:lnTo>
                <a:lnTo>
                  <a:pt x="1198" y="709"/>
                </a:lnTo>
                <a:lnTo>
                  <a:pt x="1197" y="708"/>
                </a:lnTo>
                <a:lnTo>
                  <a:pt x="1196" y="708"/>
                </a:lnTo>
                <a:lnTo>
                  <a:pt x="1195" y="708"/>
                </a:lnTo>
                <a:lnTo>
                  <a:pt x="1195" y="707"/>
                </a:lnTo>
                <a:lnTo>
                  <a:pt x="1194" y="707"/>
                </a:lnTo>
                <a:lnTo>
                  <a:pt x="1193" y="707"/>
                </a:lnTo>
                <a:lnTo>
                  <a:pt x="1193" y="708"/>
                </a:lnTo>
                <a:lnTo>
                  <a:pt x="1192" y="708"/>
                </a:lnTo>
                <a:lnTo>
                  <a:pt x="1191" y="708"/>
                </a:lnTo>
                <a:lnTo>
                  <a:pt x="1189" y="708"/>
                </a:lnTo>
                <a:lnTo>
                  <a:pt x="1189" y="707"/>
                </a:lnTo>
                <a:lnTo>
                  <a:pt x="1188" y="707"/>
                </a:lnTo>
                <a:lnTo>
                  <a:pt x="1187" y="708"/>
                </a:lnTo>
                <a:lnTo>
                  <a:pt x="1186" y="709"/>
                </a:lnTo>
                <a:lnTo>
                  <a:pt x="1185" y="708"/>
                </a:lnTo>
                <a:lnTo>
                  <a:pt x="1185" y="707"/>
                </a:lnTo>
                <a:lnTo>
                  <a:pt x="1184" y="707"/>
                </a:lnTo>
                <a:lnTo>
                  <a:pt x="1183" y="707"/>
                </a:lnTo>
                <a:lnTo>
                  <a:pt x="1182" y="706"/>
                </a:lnTo>
                <a:lnTo>
                  <a:pt x="1181" y="706"/>
                </a:lnTo>
                <a:lnTo>
                  <a:pt x="1178" y="707"/>
                </a:lnTo>
                <a:lnTo>
                  <a:pt x="1177" y="707"/>
                </a:lnTo>
                <a:lnTo>
                  <a:pt x="1177" y="708"/>
                </a:lnTo>
                <a:lnTo>
                  <a:pt x="1177" y="709"/>
                </a:lnTo>
                <a:lnTo>
                  <a:pt x="1176" y="710"/>
                </a:lnTo>
                <a:lnTo>
                  <a:pt x="1176" y="709"/>
                </a:lnTo>
                <a:lnTo>
                  <a:pt x="1175" y="709"/>
                </a:lnTo>
                <a:lnTo>
                  <a:pt x="1174" y="709"/>
                </a:lnTo>
                <a:lnTo>
                  <a:pt x="1173" y="708"/>
                </a:lnTo>
                <a:lnTo>
                  <a:pt x="1172" y="707"/>
                </a:lnTo>
                <a:lnTo>
                  <a:pt x="1171" y="707"/>
                </a:lnTo>
                <a:lnTo>
                  <a:pt x="1169" y="707"/>
                </a:lnTo>
                <a:lnTo>
                  <a:pt x="1169" y="708"/>
                </a:lnTo>
                <a:lnTo>
                  <a:pt x="1170" y="708"/>
                </a:lnTo>
                <a:lnTo>
                  <a:pt x="1170" y="709"/>
                </a:lnTo>
                <a:lnTo>
                  <a:pt x="1169" y="710"/>
                </a:lnTo>
                <a:lnTo>
                  <a:pt x="1168" y="710"/>
                </a:lnTo>
                <a:lnTo>
                  <a:pt x="1167" y="712"/>
                </a:lnTo>
                <a:lnTo>
                  <a:pt x="1167" y="713"/>
                </a:lnTo>
                <a:lnTo>
                  <a:pt x="1166" y="714"/>
                </a:lnTo>
                <a:lnTo>
                  <a:pt x="1165" y="716"/>
                </a:lnTo>
                <a:lnTo>
                  <a:pt x="1164" y="717"/>
                </a:lnTo>
                <a:lnTo>
                  <a:pt x="1163" y="717"/>
                </a:lnTo>
                <a:lnTo>
                  <a:pt x="1162" y="716"/>
                </a:lnTo>
                <a:lnTo>
                  <a:pt x="1161" y="716"/>
                </a:lnTo>
                <a:lnTo>
                  <a:pt x="1160" y="716"/>
                </a:lnTo>
                <a:lnTo>
                  <a:pt x="1159" y="715"/>
                </a:lnTo>
                <a:lnTo>
                  <a:pt x="1159" y="714"/>
                </a:lnTo>
                <a:lnTo>
                  <a:pt x="1158" y="714"/>
                </a:lnTo>
                <a:lnTo>
                  <a:pt x="1157" y="714"/>
                </a:lnTo>
                <a:lnTo>
                  <a:pt x="1156" y="713"/>
                </a:lnTo>
                <a:lnTo>
                  <a:pt x="1155" y="714"/>
                </a:lnTo>
                <a:lnTo>
                  <a:pt x="1154" y="715"/>
                </a:lnTo>
                <a:lnTo>
                  <a:pt x="1153" y="716"/>
                </a:lnTo>
                <a:lnTo>
                  <a:pt x="1152" y="716"/>
                </a:lnTo>
                <a:lnTo>
                  <a:pt x="1152" y="715"/>
                </a:lnTo>
                <a:lnTo>
                  <a:pt x="1151" y="716"/>
                </a:lnTo>
                <a:lnTo>
                  <a:pt x="1150" y="717"/>
                </a:lnTo>
                <a:lnTo>
                  <a:pt x="1150" y="718"/>
                </a:lnTo>
                <a:lnTo>
                  <a:pt x="1151" y="719"/>
                </a:lnTo>
                <a:lnTo>
                  <a:pt x="1151" y="720"/>
                </a:lnTo>
                <a:lnTo>
                  <a:pt x="1151" y="721"/>
                </a:lnTo>
                <a:lnTo>
                  <a:pt x="1150" y="722"/>
                </a:lnTo>
                <a:lnTo>
                  <a:pt x="1149" y="723"/>
                </a:lnTo>
                <a:lnTo>
                  <a:pt x="1148" y="724"/>
                </a:lnTo>
                <a:lnTo>
                  <a:pt x="1146" y="724"/>
                </a:lnTo>
                <a:lnTo>
                  <a:pt x="1145" y="724"/>
                </a:lnTo>
                <a:lnTo>
                  <a:pt x="1145" y="723"/>
                </a:lnTo>
                <a:lnTo>
                  <a:pt x="1144" y="724"/>
                </a:lnTo>
                <a:lnTo>
                  <a:pt x="1143" y="724"/>
                </a:lnTo>
                <a:lnTo>
                  <a:pt x="1140" y="725"/>
                </a:lnTo>
                <a:lnTo>
                  <a:pt x="1139" y="726"/>
                </a:lnTo>
                <a:lnTo>
                  <a:pt x="1136" y="726"/>
                </a:lnTo>
                <a:lnTo>
                  <a:pt x="1136" y="725"/>
                </a:lnTo>
                <a:lnTo>
                  <a:pt x="1133" y="725"/>
                </a:lnTo>
                <a:lnTo>
                  <a:pt x="1133" y="724"/>
                </a:lnTo>
                <a:lnTo>
                  <a:pt x="1132" y="724"/>
                </a:lnTo>
                <a:lnTo>
                  <a:pt x="1131" y="723"/>
                </a:lnTo>
                <a:lnTo>
                  <a:pt x="1131" y="724"/>
                </a:lnTo>
                <a:lnTo>
                  <a:pt x="1130" y="724"/>
                </a:lnTo>
                <a:lnTo>
                  <a:pt x="1129" y="725"/>
                </a:lnTo>
                <a:lnTo>
                  <a:pt x="1128" y="725"/>
                </a:lnTo>
                <a:lnTo>
                  <a:pt x="1128" y="724"/>
                </a:lnTo>
                <a:lnTo>
                  <a:pt x="1127" y="725"/>
                </a:lnTo>
                <a:lnTo>
                  <a:pt x="1126" y="725"/>
                </a:lnTo>
                <a:lnTo>
                  <a:pt x="1106" y="728"/>
                </a:lnTo>
                <a:lnTo>
                  <a:pt x="1077" y="736"/>
                </a:lnTo>
                <a:lnTo>
                  <a:pt x="1073" y="739"/>
                </a:lnTo>
                <a:lnTo>
                  <a:pt x="1069" y="742"/>
                </a:lnTo>
                <a:lnTo>
                  <a:pt x="1071" y="745"/>
                </a:lnTo>
                <a:lnTo>
                  <a:pt x="1073" y="745"/>
                </a:lnTo>
                <a:lnTo>
                  <a:pt x="1074" y="746"/>
                </a:lnTo>
                <a:lnTo>
                  <a:pt x="1075" y="746"/>
                </a:lnTo>
                <a:lnTo>
                  <a:pt x="1077" y="747"/>
                </a:lnTo>
                <a:lnTo>
                  <a:pt x="1080" y="749"/>
                </a:lnTo>
                <a:lnTo>
                  <a:pt x="1082" y="750"/>
                </a:lnTo>
                <a:lnTo>
                  <a:pt x="1082" y="751"/>
                </a:lnTo>
                <a:lnTo>
                  <a:pt x="1083" y="751"/>
                </a:lnTo>
                <a:lnTo>
                  <a:pt x="1083" y="752"/>
                </a:lnTo>
                <a:lnTo>
                  <a:pt x="1083" y="754"/>
                </a:lnTo>
                <a:lnTo>
                  <a:pt x="1083" y="755"/>
                </a:lnTo>
                <a:lnTo>
                  <a:pt x="1083" y="756"/>
                </a:lnTo>
                <a:lnTo>
                  <a:pt x="1084" y="758"/>
                </a:lnTo>
                <a:lnTo>
                  <a:pt x="1084" y="759"/>
                </a:lnTo>
                <a:lnTo>
                  <a:pt x="1085" y="759"/>
                </a:lnTo>
                <a:lnTo>
                  <a:pt x="1085" y="760"/>
                </a:lnTo>
                <a:lnTo>
                  <a:pt x="1086" y="760"/>
                </a:lnTo>
                <a:lnTo>
                  <a:pt x="1086" y="764"/>
                </a:lnTo>
                <a:lnTo>
                  <a:pt x="1087" y="766"/>
                </a:lnTo>
                <a:lnTo>
                  <a:pt x="1087" y="768"/>
                </a:lnTo>
                <a:lnTo>
                  <a:pt x="1087" y="770"/>
                </a:lnTo>
                <a:lnTo>
                  <a:pt x="1087" y="771"/>
                </a:lnTo>
                <a:lnTo>
                  <a:pt x="1087" y="772"/>
                </a:lnTo>
                <a:lnTo>
                  <a:pt x="1087" y="773"/>
                </a:lnTo>
                <a:lnTo>
                  <a:pt x="1088" y="773"/>
                </a:lnTo>
                <a:lnTo>
                  <a:pt x="1088" y="774"/>
                </a:lnTo>
                <a:lnTo>
                  <a:pt x="1089" y="777"/>
                </a:lnTo>
                <a:lnTo>
                  <a:pt x="1090" y="777"/>
                </a:lnTo>
                <a:lnTo>
                  <a:pt x="1090" y="778"/>
                </a:lnTo>
                <a:lnTo>
                  <a:pt x="1089" y="779"/>
                </a:lnTo>
                <a:lnTo>
                  <a:pt x="1090" y="779"/>
                </a:lnTo>
                <a:lnTo>
                  <a:pt x="1090" y="781"/>
                </a:lnTo>
                <a:lnTo>
                  <a:pt x="1091" y="781"/>
                </a:lnTo>
                <a:lnTo>
                  <a:pt x="1091" y="782"/>
                </a:lnTo>
                <a:lnTo>
                  <a:pt x="1093" y="782"/>
                </a:lnTo>
                <a:lnTo>
                  <a:pt x="1094" y="783"/>
                </a:lnTo>
                <a:lnTo>
                  <a:pt x="1095" y="783"/>
                </a:lnTo>
                <a:lnTo>
                  <a:pt x="1096" y="784"/>
                </a:lnTo>
                <a:lnTo>
                  <a:pt x="1096" y="785"/>
                </a:lnTo>
                <a:lnTo>
                  <a:pt x="1097" y="786"/>
                </a:lnTo>
                <a:lnTo>
                  <a:pt x="1097" y="787"/>
                </a:lnTo>
                <a:lnTo>
                  <a:pt x="1098" y="788"/>
                </a:lnTo>
                <a:lnTo>
                  <a:pt x="1098" y="789"/>
                </a:lnTo>
                <a:lnTo>
                  <a:pt x="1099" y="790"/>
                </a:lnTo>
                <a:lnTo>
                  <a:pt x="1100" y="792"/>
                </a:lnTo>
                <a:lnTo>
                  <a:pt x="1101" y="793"/>
                </a:lnTo>
                <a:lnTo>
                  <a:pt x="1102" y="795"/>
                </a:lnTo>
                <a:lnTo>
                  <a:pt x="1103" y="796"/>
                </a:lnTo>
                <a:lnTo>
                  <a:pt x="1104" y="796"/>
                </a:lnTo>
                <a:lnTo>
                  <a:pt x="1105" y="795"/>
                </a:lnTo>
                <a:lnTo>
                  <a:pt x="1106" y="795"/>
                </a:lnTo>
                <a:lnTo>
                  <a:pt x="1106" y="796"/>
                </a:lnTo>
                <a:lnTo>
                  <a:pt x="1107" y="796"/>
                </a:lnTo>
                <a:lnTo>
                  <a:pt x="1109" y="798"/>
                </a:lnTo>
                <a:lnTo>
                  <a:pt x="1110" y="799"/>
                </a:lnTo>
                <a:lnTo>
                  <a:pt x="1111" y="799"/>
                </a:lnTo>
                <a:lnTo>
                  <a:pt x="1112" y="799"/>
                </a:lnTo>
                <a:lnTo>
                  <a:pt x="1112" y="800"/>
                </a:lnTo>
                <a:lnTo>
                  <a:pt x="1114" y="800"/>
                </a:lnTo>
                <a:lnTo>
                  <a:pt x="1114" y="799"/>
                </a:lnTo>
                <a:lnTo>
                  <a:pt x="1115" y="799"/>
                </a:lnTo>
                <a:lnTo>
                  <a:pt x="1116" y="800"/>
                </a:lnTo>
                <a:lnTo>
                  <a:pt x="1117" y="800"/>
                </a:lnTo>
                <a:lnTo>
                  <a:pt x="1118" y="800"/>
                </a:lnTo>
                <a:lnTo>
                  <a:pt x="1119" y="801"/>
                </a:lnTo>
                <a:lnTo>
                  <a:pt x="1120" y="801"/>
                </a:lnTo>
                <a:lnTo>
                  <a:pt x="1120" y="802"/>
                </a:lnTo>
                <a:lnTo>
                  <a:pt x="1120" y="803"/>
                </a:lnTo>
                <a:lnTo>
                  <a:pt x="1121" y="804"/>
                </a:lnTo>
                <a:lnTo>
                  <a:pt x="1121" y="805"/>
                </a:lnTo>
                <a:lnTo>
                  <a:pt x="1122" y="805"/>
                </a:lnTo>
                <a:lnTo>
                  <a:pt x="1123" y="805"/>
                </a:lnTo>
                <a:lnTo>
                  <a:pt x="1123" y="806"/>
                </a:lnTo>
                <a:lnTo>
                  <a:pt x="1124" y="807"/>
                </a:lnTo>
                <a:lnTo>
                  <a:pt x="1125" y="808"/>
                </a:lnTo>
                <a:lnTo>
                  <a:pt x="1125" y="809"/>
                </a:lnTo>
                <a:lnTo>
                  <a:pt x="1126" y="808"/>
                </a:lnTo>
                <a:lnTo>
                  <a:pt x="1127" y="808"/>
                </a:lnTo>
                <a:lnTo>
                  <a:pt x="1127" y="809"/>
                </a:lnTo>
                <a:lnTo>
                  <a:pt x="1127" y="810"/>
                </a:lnTo>
                <a:lnTo>
                  <a:pt x="1126" y="810"/>
                </a:lnTo>
                <a:lnTo>
                  <a:pt x="1126" y="811"/>
                </a:lnTo>
                <a:lnTo>
                  <a:pt x="1126" y="812"/>
                </a:lnTo>
                <a:lnTo>
                  <a:pt x="1127" y="812"/>
                </a:lnTo>
                <a:lnTo>
                  <a:pt x="1127" y="813"/>
                </a:lnTo>
                <a:lnTo>
                  <a:pt x="1128" y="813"/>
                </a:lnTo>
                <a:lnTo>
                  <a:pt x="1129" y="813"/>
                </a:lnTo>
                <a:lnTo>
                  <a:pt x="1129" y="812"/>
                </a:lnTo>
                <a:lnTo>
                  <a:pt x="1130" y="812"/>
                </a:lnTo>
                <a:lnTo>
                  <a:pt x="1130" y="813"/>
                </a:lnTo>
                <a:lnTo>
                  <a:pt x="1129" y="814"/>
                </a:lnTo>
                <a:lnTo>
                  <a:pt x="1130" y="815"/>
                </a:lnTo>
                <a:lnTo>
                  <a:pt x="1131" y="815"/>
                </a:lnTo>
                <a:lnTo>
                  <a:pt x="1131" y="817"/>
                </a:lnTo>
                <a:lnTo>
                  <a:pt x="1131" y="818"/>
                </a:lnTo>
                <a:lnTo>
                  <a:pt x="1131" y="819"/>
                </a:lnTo>
                <a:lnTo>
                  <a:pt x="1130" y="819"/>
                </a:lnTo>
                <a:lnTo>
                  <a:pt x="1130" y="820"/>
                </a:lnTo>
                <a:lnTo>
                  <a:pt x="1129" y="820"/>
                </a:lnTo>
                <a:lnTo>
                  <a:pt x="1129" y="821"/>
                </a:lnTo>
                <a:lnTo>
                  <a:pt x="1129" y="822"/>
                </a:lnTo>
                <a:lnTo>
                  <a:pt x="1129" y="823"/>
                </a:lnTo>
                <a:lnTo>
                  <a:pt x="1129" y="825"/>
                </a:lnTo>
                <a:lnTo>
                  <a:pt x="1130" y="825"/>
                </a:lnTo>
                <a:lnTo>
                  <a:pt x="1131" y="825"/>
                </a:lnTo>
                <a:lnTo>
                  <a:pt x="1131" y="826"/>
                </a:lnTo>
                <a:lnTo>
                  <a:pt x="1130" y="826"/>
                </a:lnTo>
                <a:lnTo>
                  <a:pt x="1130" y="827"/>
                </a:lnTo>
                <a:lnTo>
                  <a:pt x="1129" y="827"/>
                </a:lnTo>
                <a:lnTo>
                  <a:pt x="1128" y="828"/>
                </a:lnTo>
                <a:lnTo>
                  <a:pt x="1128" y="829"/>
                </a:lnTo>
                <a:lnTo>
                  <a:pt x="1129" y="829"/>
                </a:lnTo>
                <a:lnTo>
                  <a:pt x="1129" y="830"/>
                </a:lnTo>
                <a:lnTo>
                  <a:pt x="1127" y="831"/>
                </a:lnTo>
                <a:lnTo>
                  <a:pt x="1127" y="832"/>
                </a:lnTo>
                <a:lnTo>
                  <a:pt x="1127" y="833"/>
                </a:lnTo>
                <a:lnTo>
                  <a:pt x="1126" y="833"/>
                </a:lnTo>
                <a:lnTo>
                  <a:pt x="1127" y="834"/>
                </a:lnTo>
                <a:lnTo>
                  <a:pt x="1126" y="834"/>
                </a:lnTo>
                <a:lnTo>
                  <a:pt x="1125" y="835"/>
                </a:lnTo>
                <a:lnTo>
                  <a:pt x="1124" y="836"/>
                </a:lnTo>
                <a:lnTo>
                  <a:pt x="1123" y="837"/>
                </a:lnTo>
                <a:lnTo>
                  <a:pt x="1124" y="838"/>
                </a:lnTo>
                <a:lnTo>
                  <a:pt x="1125" y="838"/>
                </a:lnTo>
                <a:lnTo>
                  <a:pt x="1125" y="839"/>
                </a:lnTo>
                <a:lnTo>
                  <a:pt x="1125" y="840"/>
                </a:lnTo>
                <a:lnTo>
                  <a:pt x="1125" y="841"/>
                </a:lnTo>
                <a:lnTo>
                  <a:pt x="1125" y="842"/>
                </a:lnTo>
                <a:lnTo>
                  <a:pt x="1125" y="843"/>
                </a:lnTo>
                <a:lnTo>
                  <a:pt x="1125" y="845"/>
                </a:lnTo>
                <a:lnTo>
                  <a:pt x="1126" y="845"/>
                </a:lnTo>
                <a:lnTo>
                  <a:pt x="1127" y="845"/>
                </a:lnTo>
                <a:lnTo>
                  <a:pt x="1127" y="846"/>
                </a:lnTo>
                <a:lnTo>
                  <a:pt x="1126" y="847"/>
                </a:lnTo>
                <a:lnTo>
                  <a:pt x="1125" y="847"/>
                </a:lnTo>
                <a:lnTo>
                  <a:pt x="1124" y="847"/>
                </a:lnTo>
                <a:lnTo>
                  <a:pt x="1124" y="849"/>
                </a:lnTo>
                <a:lnTo>
                  <a:pt x="1123" y="849"/>
                </a:lnTo>
                <a:lnTo>
                  <a:pt x="1123" y="850"/>
                </a:lnTo>
                <a:lnTo>
                  <a:pt x="1124" y="850"/>
                </a:lnTo>
                <a:lnTo>
                  <a:pt x="1124" y="851"/>
                </a:lnTo>
                <a:lnTo>
                  <a:pt x="1123" y="851"/>
                </a:lnTo>
                <a:lnTo>
                  <a:pt x="1123" y="852"/>
                </a:lnTo>
                <a:lnTo>
                  <a:pt x="1123" y="853"/>
                </a:lnTo>
                <a:lnTo>
                  <a:pt x="1123" y="854"/>
                </a:lnTo>
                <a:lnTo>
                  <a:pt x="1123" y="855"/>
                </a:lnTo>
                <a:lnTo>
                  <a:pt x="1122" y="855"/>
                </a:lnTo>
                <a:lnTo>
                  <a:pt x="1121" y="855"/>
                </a:lnTo>
                <a:lnTo>
                  <a:pt x="1120" y="855"/>
                </a:lnTo>
                <a:lnTo>
                  <a:pt x="1120" y="856"/>
                </a:lnTo>
                <a:lnTo>
                  <a:pt x="1119" y="857"/>
                </a:lnTo>
                <a:lnTo>
                  <a:pt x="1118" y="858"/>
                </a:lnTo>
                <a:lnTo>
                  <a:pt x="1118" y="859"/>
                </a:lnTo>
                <a:lnTo>
                  <a:pt x="1118" y="860"/>
                </a:lnTo>
                <a:lnTo>
                  <a:pt x="1117" y="861"/>
                </a:lnTo>
                <a:lnTo>
                  <a:pt x="1117" y="862"/>
                </a:lnTo>
                <a:lnTo>
                  <a:pt x="1116" y="863"/>
                </a:lnTo>
                <a:lnTo>
                  <a:pt x="1115" y="863"/>
                </a:lnTo>
                <a:lnTo>
                  <a:pt x="1114" y="863"/>
                </a:lnTo>
                <a:lnTo>
                  <a:pt x="1113" y="864"/>
                </a:lnTo>
                <a:lnTo>
                  <a:pt x="1112" y="864"/>
                </a:lnTo>
                <a:lnTo>
                  <a:pt x="1112" y="865"/>
                </a:lnTo>
                <a:lnTo>
                  <a:pt x="1113" y="865"/>
                </a:lnTo>
                <a:lnTo>
                  <a:pt x="1113" y="866"/>
                </a:lnTo>
                <a:lnTo>
                  <a:pt x="1113" y="867"/>
                </a:lnTo>
                <a:lnTo>
                  <a:pt x="1112" y="867"/>
                </a:lnTo>
                <a:lnTo>
                  <a:pt x="1112" y="868"/>
                </a:lnTo>
                <a:lnTo>
                  <a:pt x="1111" y="868"/>
                </a:lnTo>
                <a:lnTo>
                  <a:pt x="1110" y="867"/>
                </a:lnTo>
                <a:lnTo>
                  <a:pt x="1109" y="867"/>
                </a:lnTo>
                <a:lnTo>
                  <a:pt x="1108" y="867"/>
                </a:lnTo>
                <a:lnTo>
                  <a:pt x="1107" y="867"/>
                </a:lnTo>
                <a:lnTo>
                  <a:pt x="1108" y="865"/>
                </a:lnTo>
                <a:lnTo>
                  <a:pt x="1109" y="864"/>
                </a:lnTo>
                <a:lnTo>
                  <a:pt x="1110" y="864"/>
                </a:lnTo>
                <a:lnTo>
                  <a:pt x="1110" y="863"/>
                </a:lnTo>
                <a:lnTo>
                  <a:pt x="1109" y="862"/>
                </a:lnTo>
                <a:lnTo>
                  <a:pt x="1109" y="861"/>
                </a:lnTo>
                <a:lnTo>
                  <a:pt x="1108" y="861"/>
                </a:lnTo>
                <a:lnTo>
                  <a:pt x="1107" y="862"/>
                </a:lnTo>
                <a:lnTo>
                  <a:pt x="1106" y="862"/>
                </a:lnTo>
                <a:lnTo>
                  <a:pt x="1106" y="863"/>
                </a:lnTo>
                <a:lnTo>
                  <a:pt x="1106" y="864"/>
                </a:lnTo>
                <a:lnTo>
                  <a:pt x="1106" y="865"/>
                </a:lnTo>
                <a:lnTo>
                  <a:pt x="1107" y="865"/>
                </a:lnTo>
                <a:lnTo>
                  <a:pt x="1107" y="866"/>
                </a:lnTo>
                <a:lnTo>
                  <a:pt x="1106" y="866"/>
                </a:lnTo>
                <a:lnTo>
                  <a:pt x="1105" y="866"/>
                </a:lnTo>
                <a:lnTo>
                  <a:pt x="1105" y="865"/>
                </a:lnTo>
                <a:lnTo>
                  <a:pt x="1104" y="865"/>
                </a:lnTo>
                <a:lnTo>
                  <a:pt x="1104" y="864"/>
                </a:lnTo>
                <a:lnTo>
                  <a:pt x="1104" y="863"/>
                </a:lnTo>
                <a:lnTo>
                  <a:pt x="1102" y="863"/>
                </a:lnTo>
                <a:lnTo>
                  <a:pt x="1101" y="863"/>
                </a:lnTo>
                <a:lnTo>
                  <a:pt x="1101" y="864"/>
                </a:lnTo>
                <a:lnTo>
                  <a:pt x="1100" y="865"/>
                </a:lnTo>
                <a:lnTo>
                  <a:pt x="1099" y="865"/>
                </a:lnTo>
                <a:lnTo>
                  <a:pt x="1099" y="864"/>
                </a:lnTo>
                <a:lnTo>
                  <a:pt x="1099" y="863"/>
                </a:lnTo>
                <a:lnTo>
                  <a:pt x="1099" y="862"/>
                </a:lnTo>
                <a:lnTo>
                  <a:pt x="1099" y="861"/>
                </a:lnTo>
                <a:lnTo>
                  <a:pt x="1099" y="860"/>
                </a:lnTo>
                <a:lnTo>
                  <a:pt x="1099" y="859"/>
                </a:lnTo>
                <a:lnTo>
                  <a:pt x="1098" y="859"/>
                </a:lnTo>
                <a:lnTo>
                  <a:pt x="1097" y="859"/>
                </a:lnTo>
                <a:lnTo>
                  <a:pt x="1097" y="860"/>
                </a:lnTo>
                <a:lnTo>
                  <a:pt x="1096" y="861"/>
                </a:lnTo>
                <a:lnTo>
                  <a:pt x="1096" y="862"/>
                </a:lnTo>
                <a:lnTo>
                  <a:pt x="1095" y="861"/>
                </a:lnTo>
                <a:lnTo>
                  <a:pt x="1094" y="860"/>
                </a:lnTo>
                <a:lnTo>
                  <a:pt x="1094" y="858"/>
                </a:lnTo>
                <a:lnTo>
                  <a:pt x="1093" y="859"/>
                </a:lnTo>
                <a:lnTo>
                  <a:pt x="1092" y="859"/>
                </a:lnTo>
                <a:lnTo>
                  <a:pt x="1092" y="858"/>
                </a:lnTo>
                <a:lnTo>
                  <a:pt x="1092" y="857"/>
                </a:lnTo>
                <a:lnTo>
                  <a:pt x="1093" y="857"/>
                </a:lnTo>
                <a:lnTo>
                  <a:pt x="1093" y="856"/>
                </a:lnTo>
                <a:lnTo>
                  <a:pt x="1094" y="855"/>
                </a:lnTo>
                <a:lnTo>
                  <a:pt x="1093" y="855"/>
                </a:lnTo>
                <a:lnTo>
                  <a:pt x="1092" y="855"/>
                </a:lnTo>
                <a:lnTo>
                  <a:pt x="1091" y="855"/>
                </a:lnTo>
                <a:lnTo>
                  <a:pt x="1091" y="856"/>
                </a:lnTo>
                <a:lnTo>
                  <a:pt x="1091" y="857"/>
                </a:lnTo>
                <a:lnTo>
                  <a:pt x="1091" y="859"/>
                </a:lnTo>
                <a:lnTo>
                  <a:pt x="1091" y="860"/>
                </a:lnTo>
                <a:lnTo>
                  <a:pt x="1091" y="861"/>
                </a:lnTo>
                <a:lnTo>
                  <a:pt x="1090" y="862"/>
                </a:lnTo>
                <a:lnTo>
                  <a:pt x="1089" y="861"/>
                </a:lnTo>
                <a:lnTo>
                  <a:pt x="1089" y="860"/>
                </a:lnTo>
                <a:lnTo>
                  <a:pt x="1089" y="859"/>
                </a:lnTo>
                <a:lnTo>
                  <a:pt x="1088" y="858"/>
                </a:lnTo>
                <a:lnTo>
                  <a:pt x="1087" y="858"/>
                </a:lnTo>
                <a:lnTo>
                  <a:pt x="1086" y="858"/>
                </a:lnTo>
                <a:lnTo>
                  <a:pt x="1085" y="858"/>
                </a:lnTo>
                <a:lnTo>
                  <a:pt x="1083" y="858"/>
                </a:lnTo>
                <a:lnTo>
                  <a:pt x="1083" y="857"/>
                </a:lnTo>
                <a:lnTo>
                  <a:pt x="1083" y="856"/>
                </a:lnTo>
                <a:lnTo>
                  <a:pt x="1082" y="857"/>
                </a:lnTo>
                <a:lnTo>
                  <a:pt x="1082" y="856"/>
                </a:lnTo>
                <a:lnTo>
                  <a:pt x="1082" y="855"/>
                </a:lnTo>
                <a:lnTo>
                  <a:pt x="1081" y="855"/>
                </a:lnTo>
                <a:lnTo>
                  <a:pt x="1080" y="856"/>
                </a:lnTo>
                <a:lnTo>
                  <a:pt x="1081" y="857"/>
                </a:lnTo>
                <a:lnTo>
                  <a:pt x="1081" y="858"/>
                </a:lnTo>
                <a:lnTo>
                  <a:pt x="1080" y="859"/>
                </a:lnTo>
                <a:lnTo>
                  <a:pt x="1079" y="859"/>
                </a:lnTo>
                <a:lnTo>
                  <a:pt x="1079" y="860"/>
                </a:lnTo>
                <a:lnTo>
                  <a:pt x="1079" y="861"/>
                </a:lnTo>
                <a:lnTo>
                  <a:pt x="1079" y="862"/>
                </a:lnTo>
                <a:lnTo>
                  <a:pt x="1078" y="862"/>
                </a:lnTo>
                <a:lnTo>
                  <a:pt x="1078" y="861"/>
                </a:lnTo>
                <a:lnTo>
                  <a:pt x="1077" y="861"/>
                </a:lnTo>
                <a:lnTo>
                  <a:pt x="1076" y="862"/>
                </a:lnTo>
                <a:lnTo>
                  <a:pt x="1075" y="862"/>
                </a:lnTo>
                <a:lnTo>
                  <a:pt x="1075" y="861"/>
                </a:lnTo>
                <a:lnTo>
                  <a:pt x="1075" y="859"/>
                </a:lnTo>
                <a:lnTo>
                  <a:pt x="1074" y="859"/>
                </a:lnTo>
                <a:lnTo>
                  <a:pt x="1073" y="859"/>
                </a:lnTo>
                <a:lnTo>
                  <a:pt x="1073" y="860"/>
                </a:lnTo>
                <a:lnTo>
                  <a:pt x="1073" y="862"/>
                </a:lnTo>
                <a:lnTo>
                  <a:pt x="1073" y="863"/>
                </a:lnTo>
                <a:lnTo>
                  <a:pt x="1073" y="864"/>
                </a:lnTo>
                <a:lnTo>
                  <a:pt x="1074" y="864"/>
                </a:lnTo>
                <a:lnTo>
                  <a:pt x="1074" y="865"/>
                </a:lnTo>
                <a:lnTo>
                  <a:pt x="1073" y="865"/>
                </a:lnTo>
                <a:lnTo>
                  <a:pt x="1073" y="866"/>
                </a:lnTo>
                <a:lnTo>
                  <a:pt x="1074" y="866"/>
                </a:lnTo>
                <a:lnTo>
                  <a:pt x="1074" y="867"/>
                </a:lnTo>
                <a:lnTo>
                  <a:pt x="1075" y="867"/>
                </a:lnTo>
                <a:lnTo>
                  <a:pt x="1074" y="868"/>
                </a:lnTo>
                <a:lnTo>
                  <a:pt x="1073" y="868"/>
                </a:lnTo>
                <a:lnTo>
                  <a:pt x="1072" y="868"/>
                </a:lnTo>
                <a:lnTo>
                  <a:pt x="1071" y="867"/>
                </a:lnTo>
                <a:lnTo>
                  <a:pt x="1071" y="866"/>
                </a:lnTo>
                <a:lnTo>
                  <a:pt x="1070" y="865"/>
                </a:lnTo>
                <a:lnTo>
                  <a:pt x="1069" y="865"/>
                </a:lnTo>
                <a:lnTo>
                  <a:pt x="1068" y="866"/>
                </a:lnTo>
                <a:lnTo>
                  <a:pt x="1068" y="867"/>
                </a:lnTo>
                <a:lnTo>
                  <a:pt x="1068" y="868"/>
                </a:lnTo>
                <a:lnTo>
                  <a:pt x="1068" y="869"/>
                </a:lnTo>
                <a:lnTo>
                  <a:pt x="1067" y="869"/>
                </a:lnTo>
                <a:lnTo>
                  <a:pt x="1067" y="868"/>
                </a:lnTo>
                <a:lnTo>
                  <a:pt x="1066" y="868"/>
                </a:lnTo>
                <a:lnTo>
                  <a:pt x="1066" y="867"/>
                </a:lnTo>
                <a:lnTo>
                  <a:pt x="1065" y="867"/>
                </a:lnTo>
                <a:lnTo>
                  <a:pt x="1065" y="866"/>
                </a:lnTo>
                <a:lnTo>
                  <a:pt x="1064" y="866"/>
                </a:lnTo>
                <a:lnTo>
                  <a:pt x="1063" y="866"/>
                </a:lnTo>
                <a:lnTo>
                  <a:pt x="1063" y="867"/>
                </a:lnTo>
                <a:lnTo>
                  <a:pt x="1062" y="867"/>
                </a:lnTo>
                <a:lnTo>
                  <a:pt x="1062" y="868"/>
                </a:lnTo>
                <a:lnTo>
                  <a:pt x="1062" y="869"/>
                </a:lnTo>
                <a:lnTo>
                  <a:pt x="1063" y="870"/>
                </a:lnTo>
                <a:lnTo>
                  <a:pt x="1062" y="870"/>
                </a:lnTo>
                <a:lnTo>
                  <a:pt x="1061" y="870"/>
                </a:lnTo>
                <a:lnTo>
                  <a:pt x="1061" y="869"/>
                </a:lnTo>
                <a:lnTo>
                  <a:pt x="1061" y="868"/>
                </a:lnTo>
                <a:lnTo>
                  <a:pt x="1060" y="867"/>
                </a:lnTo>
                <a:lnTo>
                  <a:pt x="1059" y="867"/>
                </a:lnTo>
                <a:lnTo>
                  <a:pt x="1059" y="868"/>
                </a:lnTo>
                <a:lnTo>
                  <a:pt x="1058" y="868"/>
                </a:lnTo>
                <a:lnTo>
                  <a:pt x="1057" y="868"/>
                </a:lnTo>
                <a:lnTo>
                  <a:pt x="1056" y="867"/>
                </a:lnTo>
                <a:lnTo>
                  <a:pt x="1055" y="868"/>
                </a:lnTo>
                <a:lnTo>
                  <a:pt x="1054" y="868"/>
                </a:lnTo>
                <a:lnTo>
                  <a:pt x="1053" y="868"/>
                </a:lnTo>
                <a:lnTo>
                  <a:pt x="1053" y="869"/>
                </a:lnTo>
                <a:lnTo>
                  <a:pt x="1052" y="869"/>
                </a:lnTo>
                <a:lnTo>
                  <a:pt x="1052" y="870"/>
                </a:lnTo>
                <a:lnTo>
                  <a:pt x="1051" y="870"/>
                </a:lnTo>
                <a:lnTo>
                  <a:pt x="1050" y="870"/>
                </a:lnTo>
                <a:lnTo>
                  <a:pt x="1050" y="871"/>
                </a:lnTo>
                <a:lnTo>
                  <a:pt x="1049" y="871"/>
                </a:lnTo>
                <a:lnTo>
                  <a:pt x="1047" y="870"/>
                </a:lnTo>
                <a:lnTo>
                  <a:pt x="1046" y="870"/>
                </a:lnTo>
                <a:lnTo>
                  <a:pt x="1046" y="871"/>
                </a:lnTo>
                <a:lnTo>
                  <a:pt x="1045" y="871"/>
                </a:lnTo>
                <a:lnTo>
                  <a:pt x="1045" y="872"/>
                </a:lnTo>
                <a:lnTo>
                  <a:pt x="1045" y="873"/>
                </a:lnTo>
                <a:lnTo>
                  <a:pt x="1044" y="873"/>
                </a:lnTo>
                <a:lnTo>
                  <a:pt x="1044" y="872"/>
                </a:lnTo>
                <a:lnTo>
                  <a:pt x="1043" y="871"/>
                </a:lnTo>
                <a:lnTo>
                  <a:pt x="1042" y="871"/>
                </a:lnTo>
                <a:lnTo>
                  <a:pt x="1041" y="870"/>
                </a:lnTo>
                <a:lnTo>
                  <a:pt x="1041" y="871"/>
                </a:lnTo>
                <a:lnTo>
                  <a:pt x="1040" y="871"/>
                </a:lnTo>
                <a:lnTo>
                  <a:pt x="1041" y="871"/>
                </a:lnTo>
                <a:lnTo>
                  <a:pt x="1041" y="872"/>
                </a:lnTo>
                <a:lnTo>
                  <a:pt x="1041" y="873"/>
                </a:lnTo>
                <a:lnTo>
                  <a:pt x="1042" y="873"/>
                </a:lnTo>
                <a:lnTo>
                  <a:pt x="1043" y="873"/>
                </a:lnTo>
                <a:lnTo>
                  <a:pt x="1043" y="874"/>
                </a:lnTo>
                <a:lnTo>
                  <a:pt x="1043" y="875"/>
                </a:lnTo>
                <a:lnTo>
                  <a:pt x="1042" y="875"/>
                </a:lnTo>
                <a:lnTo>
                  <a:pt x="1041" y="875"/>
                </a:lnTo>
                <a:lnTo>
                  <a:pt x="1040" y="875"/>
                </a:lnTo>
                <a:lnTo>
                  <a:pt x="1038" y="874"/>
                </a:lnTo>
                <a:lnTo>
                  <a:pt x="1037" y="874"/>
                </a:lnTo>
                <a:lnTo>
                  <a:pt x="1037" y="873"/>
                </a:lnTo>
                <a:lnTo>
                  <a:pt x="1036" y="872"/>
                </a:lnTo>
                <a:lnTo>
                  <a:pt x="1036" y="871"/>
                </a:lnTo>
                <a:lnTo>
                  <a:pt x="1035" y="871"/>
                </a:lnTo>
                <a:lnTo>
                  <a:pt x="1034" y="872"/>
                </a:lnTo>
                <a:lnTo>
                  <a:pt x="1033" y="872"/>
                </a:lnTo>
                <a:lnTo>
                  <a:pt x="1033" y="873"/>
                </a:lnTo>
                <a:lnTo>
                  <a:pt x="1032" y="873"/>
                </a:lnTo>
                <a:lnTo>
                  <a:pt x="1031" y="873"/>
                </a:lnTo>
                <a:lnTo>
                  <a:pt x="1029" y="873"/>
                </a:lnTo>
                <a:lnTo>
                  <a:pt x="1028" y="873"/>
                </a:lnTo>
                <a:lnTo>
                  <a:pt x="1027" y="873"/>
                </a:lnTo>
                <a:lnTo>
                  <a:pt x="1026" y="872"/>
                </a:lnTo>
                <a:lnTo>
                  <a:pt x="1025" y="871"/>
                </a:lnTo>
                <a:lnTo>
                  <a:pt x="1024" y="870"/>
                </a:lnTo>
                <a:lnTo>
                  <a:pt x="1023" y="869"/>
                </a:lnTo>
                <a:lnTo>
                  <a:pt x="1023" y="868"/>
                </a:lnTo>
                <a:lnTo>
                  <a:pt x="1023" y="867"/>
                </a:lnTo>
                <a:lnTo>
                  <a:pt x="1023" y="866"/>
                </a:lnTo>
                <a:lnTo>
                  <a:pt x="1023" y="865"/>
                </a:lnTo>
                <a:lnTo>
                  <a:pt x="1022" y="865"/>
                </a:lnTo>
                <a:lnTo>
                  <a:pt x="1021" y="865"/>
                </a:lnTo>
                <a:lnTo>
                  <a:pt x="1021" y="866"/>
                </a:lnTo>
                <a:lnTo>
                  <a:pt x="1021" y="867"/>
                </a:lnTo>
                <a:lnTo>
                  <a:pt x="1020" y="867"/>
                </a:lnTo>
                <a:lnTo>
                  <a:pt x="1019" y="867"/>
                </a:lnTo>
                <a:lnTo>
                  <a:pt x="1018" y="867"/>
                </a:lnTo>
                <a:lnTo>
                  <a:pt x="1017" y="867"/>
                </a:lnTo>
                <a:lnTo>
                  <a:pt x="1016" y="866"/>
                </a:lnTo>
                <a:lnTo>
                  <a:pt x="1015" y="866"/>
                </a:lnTo>
                <a:lnTo>
                  <a:pt x="1015" y="867"/>
                </a:lnTo>
                <a:lnTo>
                  <a:pt x="1014" y="868"/>
                </a:lnTo>
                <a:lnTo>
                  <a:pt x="1013" y="868"/>
                </a:lnTo>
                <a:lnTo>
                  <a:pt x="1012" y="868"/>
                </a:lnTo>
                <a:lnTo>
                  <a:pt x="1013" y="867"/>
                </a:lnTo>
                <a:lnTo>
                  <a:pt x="1013" y="866"/>
                </a:lnTo>
                <a:lnTo>
                  <a:pt x="1012" y="866"/>
                </a:lnTo>
                <a:lnTo>
                  <a:pt x="1011" y="866"/>
                </a:lnTo>
                <a:lnTo>
                  <a:pt x="1011" y="867"/>
                </a:lnTo>
                <a:lnTo>
                  <a:pt x="1011" y="868"/>
                </a:lnTo>
                <a:lnTo>
                  <a:pt x="1011" y="869"/>
                </a:lnTo>
                <a:lnTo>
                  <a:pt x="1011" y="870"/>
                </a:lnTo>
                <a:lnTo>
                  <a:pt x="1012" y="870"/>
                </a:lnTo>
                <a:lnTo>
                  <a:pt x="1011" y="871"/>
                </a:lnTo>
                <a:lnTo>
                  <a:pt x="1010" y="871"/>
                </a:lnTo>
                <a:lnTo>
                  <a:pt x="1009" y="871"/>
                </a:lnTo>
                <a:lnTo>
                  <a:pt x="1008" y="871"/>
                </a:lnTo>
                <a:lnTo>
                  <a:pt x="1007" y="871"/>
                </a:lnTo>
                <a:lnTo>
                  <a:pt x="1006" y="871"/>
                </a:lnTo>
                <a:lnTo>
                  <a:pt x="1005" y="872"/>
                </a:lnTo>
                <a:lnTo>
                  <a:pt x="1005" y="873"/>
                </a:lnTo>
                <a:lnTo>
                  <a:pt x="1004" y="873"/>
                </a:lnTo>
                <a:lnTo>
                  <a:pt x="1003" y="873"/>
                </a:lnTo>
                <a:lnTo>
                  <a:pt x="1003" y="872"/>
                </a:lnTo>
                <a:lnTo>
                  <a:pt x="1002" y="872"/>
                </a:lnTo>
                <a:lnTo>
                  <a:pt x="1002" y="871"/>
                </a:lnTo>
                <a:lnTo>
                  <a:pt x="1002" y="870"/>
                </a:lnTo>
                <a:lnTo>
                  <a:pt x="1001" y="869"/>
                </a:lnTo>
                <a:lnTo>
                  <a:pt x="999" y="869"/>
                </a:lnTo>
                <a:lnTo>
                  <a:pt x="998" y="870"/>
                </a:lnTo>
                <a:lnTo>
                  <a:pt x="997" y="870"/>
                </a:lnTo>
                <a:lnTo>
                  <a:pt x="996" y="870"/>
                </a:lnTo>
                <a:lnTo>
                  <a:pt x="995" y="870"/>
                </a:lnTo>
                <a:lnTo>
                  <a:pt x="995" y="871"/>
                </a:lnTo>
                <a:lnTo>
                  <a:pt x="996" y="873"/>
                </a:lnTo>
                <a:lnTo>
                  <a:pt x="996" y="874"/>
                </a:lnTo>
                <a:lnTo>
                  <a:pt x="995" y="874"/>
                </a:lnTo>
                <a:lnTo>
                  <a:pt x="994" y="874"/>
                </a:lnTo>
                <a:lnTo>
                  <a:pt x="993" y="874"/>
                </a:lnTo>
                <a:lnTo>
                  <a:pt x="992" y="874"/>
                </a:lnTo>
                <a:lnTo>
                  <a:pt x="992" y="873"/>
                </a:lnTo>
                <a:lnTo>
                  <a:pt x="991" y="873"/>
                </a:lnTo>
                <a:lnTo>
                  <a:pt x="989" y="873"/>
                </a:lnTo>
                <a:lnTo>
                  <a:pt x="989" y="872"/>
                </a:lnTo>
                <a:lnTo>
                  <a:pt x="988" y="872"/>
                </a:lnTo>
                <a:lnTo>
                  <a:pt x="987" y="872"/>
                </a:lnTo>
                <a:lnTo>
                  <a:pt x="986" y="872"/>
                </a:lnTo>
                <a:lnTo>
                  <a:pt x="985" y="871"/>
                </a:lnTo>
                <a:lnTo>
                  <a:pt x="985" y="872"/>
                </a:lnTo>
                <a:lnTo>
                  <a:pt x="984" y="872"/>
                </a:lnTo>
                <a:lnTo>
                  <a:pt x="983" y="873"/>
                </a:lnTo>
                <a:lnTo>
                  <a:pt x="983" y="874"/>
                </a:lnTo>
                <a:lnTo>
                  <a:pt x="982" y="874"/>
                </a:lnTo>
                <a:lnTo>
                  <a:pt x="981" y="874"/>
                </a:lnTo>
                <a:lnTo>
                  <a:pt x="980" y="874"/>
                </a:lnTo>
                <a:lnTo>
                  <a:pt x="979" y="874"/>
                </a:lnTo>
                <a:lnTo>
                  <a:pt x="979" y="873"/>
                </a:lnTo>
                <a:lnTo>
                  <a:pt x="979" y="872"/>
                </a:lnTo>
                <a:lnTo>
                  <a:pt x="981" y="871"/>
                </a:lnTo>
                <a:lnTo>
                  <a:pt x="982" y="871"/>
                </a:lnTo>
                <a:lnTo>
                  <a:pt x="982" y="870"/>
                </a:lnTo>
                <a:lnTo>
                  <a:pt x="983" y="869"/>
                </a:lnTo>
                <a:lnTo>
                  <a:pt x="983" y="868"/>
                </a:lnTo>
                <a:lnTo>
                  <a:pt x="983" y="867"/>
                </a:lnTo>
                <a:lnTo>
                  <a:pt x="982" y="867"/>
                </a:lnTo>
                <a:lnTo>
                  <a:pt x="982" y="866"/>
                </a:lnTo>
                <a:lnTo>
                  <a:pt x="981" y="866"/>
                </a:lnTo>
                <a:lnTo>
                  <a:pt x="980" y="866"/>
                </a:lnTo>
                <a:lnTo>
                  <a:pt x="980" y="867"/>
                </a:lnTo>
                <a:lnTo>
                  <a:pt x="979" y="867"/>
                </a:lnTo>
                <a:lnTo>
                  <a:pt x="979" y="868"/>
                </a:lnTo>
                <a:lnTo>
                  <a:pt x="978" y="870"/>
                </a:lnTo>
                <a:lnTo>
                  <a:pt x="977" y="870"/>
                </a:lnTo>
                <a:lnTo>
                  <a:pt x="976" y="870"/>
                </a:lnTo>
                <a:lnTo>
                  <a:pt x="976" y="869"/>
                </a:lnTo>
                <a:lnTo>
                  <a:pt x="975" y="869"/>
                </a:lnTo>
                <a:lnTo>
                  <a:pt x="975" y="868"/>
                </a:lnTo>
                <a:lnTo>
                  <a:pt x="975" y="867"/>
                </a:lnTo>
                <a:lnTo>
                  <a:pt x="975" y="866"/>
                </a:lnTo>
                <a:lnTo>
                  <a:pt x="974" y="866"/>
                </a:lnTo>
                <a:lnTo>
                  <a:pt x="973" y="867"/>
                </a:lnTo>
                <a:lnTo>
                  <a:pt x="972" y="867"/>
                </a:lnTo>
                <a:lnTo>
                  <a:pt x="971" y="867"/>
                </a:lnTo>
                <a:lnTo>
                  <a:pt x="971" y="866"/>
                </a:lnTo>
                <a:lnTo>
                  <a:pt x="971" y="865"/>
                </a:lnTo>
                <a:lnTo>
                  <a:pt x="970" y="865"/>
                </a:lnTo>
                <a:lnTo>
                  <a:pt x="969" y="865"/>
                </a:lnTo>
                <a:lnTo>
                  <a:pt x="969" y="866"/>
                </a:lnTo>
                <a:lnTo>
                  <a:pt x="968" y="867"/>
                </a:lnTo>
                <a:lnTo>
                  <a:pt x="967" y="867"/>
                </a:lnTo>
                <a:lnTo>
                  <a:pt x="966" y="867"/>
                </a:lnTo>
                <a:lnTo>
                  <a:pt x="965" y="866"/>
                </a:lnTo>
                <a:lnTo>
                  <a:pt x="965" y="865"/>
                </a:lnTo>
                <a:lnTo>
                  <a:pt x="965" y="864"/>
                </a:lnTo>
                <a:lnTo>
                  <a:pt x="964" y="864"/>
                </a:lnTo>
                <a:lnTo>
                  <a:pt x="963" y="864"/>
                </a:lnTo>
                <a:lnTo>
                  <a:pt x="963" y="865"/>
                </a:lnTo>
                <a:lnTo>
                  <a:pt x="963" y="866"/>
                </a:lnTo>
                <a:lnTo>
                  <a:pt x="962" y="866"/>
                </a:lnTo>
                <a:lnTo>
                  <a:pt x="962" y="867"/>
                </a:lnTo>
                <a:lnTo>
                  <a:pt x="962" y="868"/>
                </a:lnTo>
                <a:lnTo>
                  <a:pt x="961" y="868"/>
                </a:lnTo>
                <a:lnTo>
                  <a:pt x="960" y="868"/>
                </a:lnTo>
                <a:lnTo>
                  <a:pt x="960" y="867"/>
                </a:lnTo>
                <a:lnTo>
                  <a:pt x="960" y="866"/>
                </a:lnTo>
                <a:lnTo>
                  <a:pt x="960" y="865"/>
                </a:lnTo>
                <a:lnTo>
                  <a:pt x="959" y="865"/>
                </a:lnTo>
                <a:lnTo>
                  <a:pt x="959" y="866"/>
                </a:lnTo>
                <a:lnTo>
                  <a:pt x="958" y="866"/>
                </a:lnTo>
                <a:lnTo>
                  <a:pt x="957" y="866"/>
                </a:lnTo>
                <a:lnTo>
                  <a:pt x="957" y="867"/>
                </a:lnTo>
                <a:lnTo>
                  <a:pt x="956" y="867"/>
                </a:lnTo>
                <a:lnTo>
                  <a:pt x="955" y="867"/>
                </a:lnTo>
                <a:lnTo>
                  <a:pt x="954" y="866"/>
                </a:lnTo>
                <a:lnTo>
                  <a:pt x="954" y="865"/>
                </a:lnTo>
                <a:lnTo>
                  <a:pt x="954" y="864"/>
                </a:lnTo>
                <a:lnTo>
                  <a:pt x="955" y="864"/>
                </a:lnTo>
                <a:lnTo>
                  <a:pt x="956" y="864"/>
                </a:lnTo>
                <a:lnTo>
                  <a:pt x="957" y="864"/>
                </a:lnTo>
                <a:lnTo>
                  <a:pt x="957" y="863"/>
                </a:lnTo>
                <a:lnTo>
                  <a:pt x="956" y="863"/>
                </a:lnTo>
                <a:lnTo>
                  <a:pt x="956" y="862"/>
                </a:lnTo>
                <a:lnTo>
                  <a:pt x="956" y="861"/>
                </a:lnTo>
                <a:lnTo>
                  <a:pt x="956" y="860"/>
                </a:lnTo>
                <a:lnTo>
                  <a:pt x="957" y="860"/>
                </a:lnTo>
                <a:lnTo>
                  <a:pt x="958" y="860"/>
                </a:lnTo>
                <a:lnTo>
                  <a:pt x="959" y="859"/>
                </a:lnTo>
                <a:lnTo>
                  <a:pt x="959" y="858"/>
                </a:lnTo>
                <a:lnTo>
                  <a:pt x="958" y="858"/>
                </a:lnTo>
                <a:lnTo>
                  <a:pt x="958" y="857"/>
                </a:lnTo>
                <a:lnTo>
                  <a:pt x="959" y="856"/>
                </a:lnTo>
                <a:lnTo>
                  <a:pt x="959" y="855"/>
                </a:lnTo>
                <a:lnTo>
                  <a:pt x="961" y="855"/>
                </a:lnTo>
                <a:lnTo>
                  <a:pt x="962" y="855"/>
                </a:lnTo>
                <a:lnTo>
                  <a:pt x="963" y="855"/>
                </a:lnTo>
                <a:lnTo>
                  <a:pt x="964" y="855"/>
                </a:lnTo>
                <a:lnTo>
                  <a:pt x="964" y="854"/>
                </a:lnTo>
                <a:lnTo>
                  <a:pt x="964" y="853"/>
                </a:lnTo>
                <a:lnTo>
                  <a:pt x="963" y="853"/>
                </a:lnTo>
                <a:lnTo>
                  <a:pt x="963" y="852"/>
                </a:lnTo>
                <a:lnTo>
                  <a:pt x="962" y="852"/>
                </a:lnTo>
                <a:lnTo>
                  <a:pt x="961" y="853"/>
                </a:lnTo>
                <a:lnTo>
                  <a:pt x="960" y="853"/>
                </a:lnTo>
                <a:lnTo>
                  <a:pt x="958" y="854"/>
                </a:lnTo>
                <a:lnTo>
                  <a:pt x="957" y="854"/>
                </a:lnTo>
                <a:lnTo>
                  <a:pt x="956" y="854"/>
                </a:lnTo>
                <a:lnTo>
                  <a:pt x="955" y="854"/>
                </a:lnTo>
                <a:lnTo>
                  <a:pt x="954" y="853"/>
                </a:lnTo>
                <a:lnTo>
                  <a:pt x="954" y="852"/>
                </a:lnTo>
                <a:lnTo>
                  <a:pt x="955" y="851"/>
                </a:lnTo>
                <a:lnTo>
                  <a:pt x="954" y="851"/>
                </a:lnTo>
                <a:lnTo>
                  <a:pt x="954" y="850"/>
                </a:lnTo>
                <a:lnTo>
                  <a:pt x="954" y="849"/>
                </a:lnTo>
                <a:lnTo>
                  <a:pt x="953" y="849"/>
                </a:lnTo>
                <a:lnTo>
                  <a:pt x="952" y="850"/>
                </a:lnTo>
                <a:lnTo>
                  <a:pt x="951" y="851"/>
                </a:lnTo>
                <a:lnTo>
                  <a:pt x="950" y="851"/>
                </a:lnTo>
                <a:lnTo>
                  <a:pt x="950" y="850"/>
                </a:lnTo>
                <a:lnTo>
                  <a:pt x="949" y="850"/>
                </a:lnTo>
                <a:lnTo>
                  <a:pt x="948" y="850"/>
                </a:lnTo>
                <a:lnTo>
                  <a:pt x="948" y="849"/>
                </a:lnTo>
                <a:lnTo>
                  <a:pt x="949" y="849"/>
                </a:lnTo>
                <a:lnTo>
                  <a:pt x="949" y="848"/>
                </a:lnTo>
                <a:lnTo>
                  <a:pt x="950" y="849"/>
                </a:lnTo>
                <a:lnTo>
                  <a:pt x="950" y="848"/>
                </a:lnTo>
                <a:lnTo>
                  <a:pt x="950" y="847"/>
                </a:lnTo>
                <a:lnTo>
                  <a:pt x="951" y="847"/>
                </a:lnTo>
                <a:lnTo>
                  <a:pt x="951" y="846"/>
                </a:lnTo>
                <a:lnTo>
                  <a:pt x="950" y="846"/>
                </a:lnTo>
                <a:lnTo>
                  <a:pt x="950" y="845"/>
                </a:lnTo>
                <a:lnTo>
                  <a:pt x="949" y="845"/>
                </a:lnTo>
                <a:lnTo>
                  <a:pt x="948" y="846"/>
                </a:lnTo>
                <a:lnTo>
                  <a:pt x="947" y="846"/>
                </a:lnTo>
                <a:lnTo>
                  <a:pt x="946" y="846"/>
                </a:lnTo>
                <a:lnTo>
                  <a:pt x="945" y="846"/>
                </a:lnTo>
                <a:lnTo>
                  <a:pt x="945" y="845"/>
                </a:lnTo>
                <a:lnTo>
                  <a:pt x="944" y="844"/>
                </a:lnTo>
                <a:lnTo>
                  <a:pt x="943" y="843"/>
                </a:lnTo>
                <a:lnTo>
                  <a:pt x="942" y="843"/>
                </a:lnTo>
                <a:lnTo>
                  <a:pt x="941" y="843"/>
                </a:lnTo>
                <a:lnTo>
                  <a:pt x="940" y="843"/>
                </a:lnTo>
                <a:lnTo>
                  <a:pt x="939" y="843"/>
                </a:lnTo>
                <a:lnTo>
                  <a:pt x="938" y="842"/>
                </a:lnTo>
                <a:lnTo>
                  <a:pt x="938" y="841"/>
                </a:lnTo>
                <a:lnTo>
                  <a:pt x="939" y="841"/>
                </a:lnTo>
                <a:lnTo>
                  <a:pt x="939" y="840"/>
                </a:lnTo>
                <a:lnTo>
                  <a:pt x="939" y="838"/>
                </a:lnTo>
                <a:lnTo>
                  <a:pt x="939" y="837"/>
                </a:lnTo>
                <a:lnTo>
                  <a:pt x="940" y="837"/>
                </a:lnTo>
                <a:lnTo>
                  <a:pt x="941" y="838"/>
                </a:lnTo>
                <a:lnTo>
                  <a:pt x="942" y="838"/>
                </a:lnTo>
                <a:lnTo>
                  <a:pt x="943" y="838"/>
                </a:lnTo>
                <a:lnTo>
                  <a:pt x="943" y="837"/>
                </a:lnTo>
                <a:lnTo>
                  <a:pt x="944" y="836"/>
                </a:lnTo>
                <a:lnTo>
                  <a:pt x="944" y="835"/>
                </a:lnTo>
                <a:lnTo>
                  <a:pt x="943" y="834"/>
                </a:lnTo>
                <a:lnTo>
                  <a:pt x="943" y="835"/>
                </a:lnTo>
                <a:lnTo>
                  <a:pt x="942" y="835"/>
                </a:lnTo>
                <a:lnTo>
                  <a:pt x="941" y="835"/>
                </a:lnTo>
                <a:lnTo>
                  <a:pt x="940" y="835"/>
                </a:lnTo>
                <a:lnTo>
                  <a:pt x="939" y="834"/>
                </a:lnTo>
                <a:lnTo>
                  <a:pt x="939" y="833"/>
                </a:lnTo>
                <a:lnTo>
                  <a:pt x="939" y="832"/>
                </a:lnTo>
                <a:lnTo>
                  <a:pt x="938" y="832"/>
                </a:lnTo>
                <a:lnTo>
                  <a:pt x="938" y="831"/>
                </a:lnTo>
                <a:lnTo>
                  <a:pt x="938" y="830"/>
                </a:lnTo>
                <a:lnTo>
                  <a:pt x="938" y="829"/>
                </a:lnTo>
                <a:lnTo>
                  <a:pt x="938" y="828"/>
                </a:lnTo>
                <a:lnTo>
                  <a:pt x="937" y="827"/>
                </a:lnTo>
                <a:lnTo>
                  <a:pt x="936" y="828"/>
                </a:lnTo>
                <a:lnTo>
                  <a:pt x="934" y="829"/>
                </a:lnTo>
                <a:lnTo>
                  <a:pt x="933" y="829"/>
                </a:lnTo>
                <a:lnTo>
                  <a:pt x="932" y="829"/>
                </a:lnTo>
                <a:lnTo>
                  <a:pt x="931" y="828"/>
                </a:lnTo>
                <a:lnTo>
                  <a:pt x="930" y="828"/>
                </a:lnTo>
                <a:lnTo>
                  <a:pt x="930" y="827"/>
                </a:lnTo>
                <a:lnTo>
                  <a:pt x="931" y="827"/>
                </a:lnTo>
                <a:lnTo>
                  <a:pt x="931" y="826"/>
                </a:lnTo>
                <a:lnTo>
                  <a:pt x="930" y="825"/>
                </a:lnTo>
                <a:lnTo>
                  <a:pt x="929" y="825"/>
                </a:lnTo>
                <a:lnTo>
                  <a:pt x="927" y="825"/>
                </a:lnTo>
                <a:lnTo>
                  <a:pt x="926" y="825"/>
                </a:lnTo>
                <a:lnTo>
                  <a:pt x="926" y="824"/>
                </a:lnTo>
                <a:lnTo>
                  <a:pt x="925" y="823"/>
                </a:lnTo>
                <a:lnTo>
                  <a:pt x="924" y="823"/>
                </a:lnTo>
                <a:lnTo>
                  <a:pt x="924" y="824"/>
                </a:lnTo>
                <a:lnTo>
                  <a:pt x="923" y="824"/>
                </a:lnTo>
                <a:lnTo>
                  <a:pt x="922" y="824"/>
                </a:lnTo>
                <a:lnTo>
                  <a:pt x="921" y="824"/>
                </a:lnTo>
                <a:lnTo>
                  <a:pt x="921" y="825"/>
                </a:lnTo>
                <a:lnTo>
                  <a:pt x="920" y="825"/>
                </a:lnTo>
                <a:lnTo>
                  <a:pt x="920" y="826"/>
                </a:lnTo>
                <a:lnTo>
                  <a:pt x="920" y="825"/>
                </a:lnTo>
                <a:lnTo>
                  <a:pt x="919" y="825"/>
                </a:lnTo>
                <a:lnTo>
                  <a:pt x="919" y="824"/>
                </a:lnTo>
                <a:lnTo>
                  <a:pt x="918" y="823"/>
                </a:lnTo>
                <a:lnTo>
                  <a:pt x="919" y="822"/>
                </a:lnTo>
                <a:lnTo>
                  <a:pt x="920" y="822"/>
                </a:lnTo>
                <a:lnTo>
                  <a:pt x="920" y="821"/>
                </a:lnTo>
                <a:lnTo>
                  <a:pt x="920" y="819"/>
                </a:lnTo>
                <a:lnTo>
                  <a:pt x="920" y="818"/>
                </a:lnTo>
                <a:lnTo>
                  <a:pt x="919" y="818"/>
                </a:lnTo>
                <a:lnTo>
                  <a:pt x="917" y="817"/>
                </a:lnTo>
                <a:lnTo>
                  <a:pt x="916" y="818"/>
                </a:lnTo>
                <a:lnTo>
                  <a:pt x="916" y="819"/>
                </a:lnTo>
                <a:lnTo>
                  <a:pt x="915" y="819"/>
                </a:lnTo>
                <a:lnTo>
                  <a:pt x="915" y="820"/>
                </a:lnTo>
                <a:lnTo>
                  <a:pt x="914" y="821"/>
                </a:lnTo>
                <a:lnTo>
                  <a:pt x="914" y="822"/>
                </a:lnTo>
                <a:lnTo>
                  <a:pt x="913" y="822"/>
                </a:lnTo>
                <a:lnTo>
                  <a:pt x="912" y="822"/>
                </a:lnTo>
                <a:lnTo>
                  <a:pt x="912" y="823"/>
                </a:lnTo>
                <a:lnTo>
                  <a:pt x="911" y="823"/>
                </a:lnTo>
                <a:lnTo>
                  <a:pt x="911" y="824"/>
                </a:lnTo>
                <a:lnTo>
                  <a:pt x="910" y="824"/>
                </a:lnTo>
                <a:lnTo>
                  <a:pt x="910" y="825"/>
                </a:lnTo>
                <a:lnTo>
                  <a:pt x="909" y="827"/>
                </a:lnTo>
                <a:lnTo>
                  <a:pt x="908" y="830"/>
                </a:lnTo>
                <a:lnTo>
                  <a:pt x="908" y="831"/>
                </a:lnTo>
                <a:lnTo>
                  <a:pt x="908" y="832"/>
                </a:lnTo>
                <a:lnTo>
                  <a:pt x="908" y="833"/>
                </a:lnTo>
                <a:lnTo>
                  <a:pt x="908" y="834"/>
                </a:lnTo>
                <a:lnTo>
                  <a:pt x="908" y="835"/>
                </a:lnTo>
                <a:lnTo>
                  <a:pt x="908" y="836"/>
                </a:lnTo>
                <a:lnTo>
                  <a:pt x="908" y="838"/>
                </a:lnTo>
                <a:lnTo>
                  <a:pt x="907" y="839"/>
                </a:lnTo>
                <a:lnTo>
                  <a:pt x="906" y="839"/>
                </a:lnTo>
                <a:lnTo>
                  <a:pt x="905" y="838"/>
                </a:lnTo>
                <a:lnTo>
                  <a:pt x="905" y="837"/>
                </a:lnTo>
                <a:lnTo>
                  <a:pt x="905" y="836"/>
                </a:lnTo>
                <a:lnTo>
                  <a:pt x="904" y="836"/>
                </a:lnTo>
                <a:lnTo>
                  <a:pt x="904" y="835"/>
                </a:lnTo>
                <a:lnTo>
                  <a:pt x="903" y="835"/>
                </a:lnTo>
                <a:lnTo>
                  <a:pt x="903" y="834"/>
                </a:lnTo>
                <a:lnTo>
                  <a:pt x="902" y="834"/>
                </a:lnTo>
                <a:lnTo>
                  <a:pt x="902" y="835"/>
                </a:lnTo>
                <a:lnTo>
                  <a:pt x="901" y="836"/>
                </a:lnTo>
                <a:lnTo>
                  <a:pt x="901" y="837"/>
                </a:lnTo>
                <a:lnTo>
                  <a:pt x="901" y="839"/>
                </a:lnTo>
                <a:lnTo>
                  <a:pt x="901" y="840"/>
                </a:lnTo>
                <a:lnTo>
                  <a:pt x="901" y="842"/>
                </a:lnTo>
                <a:lnTo>
                  <a:pt x="901" y="843"/>
                </a:lnTo>
                <a:lnTo>
                  <a:pt x="902" y="843"/>
                </a:lnTo>
                <a:lnTo>
                  <a:pt x="903" y="844"/>
                </a:lnTo>
                <a:lnTo>
                  <a:pt x="903" y="845"/>
                </a:lnTo>
                <a:lnTo>
                  <a:pt x="903" y="846"/>
                </a:lnTo>
                <a:lnTo>
                  <a:pt x="902" y="846"/>
                </a:lnTo>
                <a:lnTo>
                  <a:pt x="901" y="846"/>
                </a:lnTo>
                <a:lnTo>
                  <a:pt x="900" y="846"/>
                </a:lnTo>
                <a:lnTo>
                  <a:pt x="899" y="846"/>
                </a:lnTo>
                <a:lnTo>
                  <a:pt x="899" y="845"/>
                </a:lnTo>
                <a:lnTo>
                  <a:pt x="899" y="844"/>
                </a:lnTo>
                <a:lnTo>
                  <a:pt x="898" y="843"/>
                </a:lnTo>
                <a:lnTo>
                  <a:pt x="898" y="842"/>
                </a:lnTo>
                <a:lnTo>
                  <a:pt x="897" y="842"/>
                </a:lnTo>
                <a:lnTo>
                  <a:pt x="896" y="841"/>
                </a:lnTo>
                <a:lnTo>
                  <a:pt x="895" y="840"/>
                </a:lnTo>
                <a:lnTo>
                  <a:pt x="894" y="839"/>
                </a:lnTo>
                <a:lnTo>
                  <a:pt x="893" y="839"/>
                </a:lnTo>
                <a:lnTo>
                  <a:pt x="893" y="838"/>
                </a:lnTo>
                <a:lnTo>
                  <a:pt x="892" y="838"/>
                </a:lnTo>
                <a:lnTo>
                  <a:pt x="891" y="838"/>
                </a:lnTo>
                <a:lnTo>
                  <a:pt x="891" y="837"/>
                </a:lnTo>
                <a:lnTo>
                  <a:pt x="890" y="837"/>
                </a:lnTo>
                <a:lnTo>
                  <a:pt x="889" y="836"/>
                </a:lnTo>
                <a:lnTo>
                  <a:pt x="888" y="836"/>
                </a:lnTo>
                <a:lnTo>
                  <a:pt x="887" y="836"/>
                </a:lnTo>
                <a:lnTo>
                  <a:pt x="886" y="836"/>
                </a:lnTo>
                <a:lnTo>
                  <a:pt x="886" y="837"/>
                </a:lnTo>
                <a:lnTo>
                  <a:pt x="885" y="837"/>
                </a:lnTo>
                <a:lnTo>
                  <a:pt x="884" y="838"/>
                </a:lnTo>
                <a:lnTo>
                  <a:pt x="884" y="839"/>
                </a:lnTo>
                <a:lnTo>
                  <a:pt x="884" y="840"/>
                </a:lnTo>
                <a:lnTo>
                  <a:pt x="884" y="841"/>
                </a:lnTo>
                <a:lnTo>
                  <a:pt x="884" y="842"/>
                </a:lnTo>
                <a:lnTo>
                  <a:pt x="885" y="842"/>
                </a:lnTo>
                <a:lnTo>
                  <a:pt x="885" y="843"/>
                </a:lnTo>
                <a:lnTo>
                  <a:pt x="886" y="843"/>
                </a:lnTo>
                <a:lnTo>
                  <a:pt x="887" y="843"/>
                </a:lnTo>
                <a:lnTo>
                  <a:pt x="889" y="843"/>
                </a:lnTo>
                <a:lnTo>
                  <a:pt x="890" y="843"/>
                </a:lnTo>
                <a:lnTo>
                  <a:pt x="890" y="844"/>
                </a:lnTo>
                <a:lnTo>
                  <a:pt x="891" y="844"/>
                </a:lnTo>
                <a:lnTo>
                  <a:pt x="891" y="845"/>
                </a:lnTo>
                <a:lnTo>
                  <a:pt x="891" y="846"/>
                </a:lnTo>
                <a:lnTo>
                  <a:pt x="890" y="846"/>
                </a:lnTo>
                <a:lnTo>
                  <a:pt x="890" y="847"/>
                </a:lnTo>
                <a:lnTo>
                  <a:pt x="889" y="849"/>
                </a:lnTo>
                <a:lnTo>
                  <a:pt x="889" y="850"/>
                </a:lnTo>
                <a:lnTo>
                  <a:pt x="888" y="850"/>
                </a:lnTo>
                <a:lnTo>
                  <a:pt x="887" y="851"/>
                </a:lnTo>
                <a:lnTo>
                  <a:pt x="887" y="852"/>
                </a:lnTo>
                <a:lnTo>
                  <a:pt x="887" y="853"/>
                </a:lnTo>
                <a:lnTo>
                  <a:pt x="887" y="854"/>
                </a:lnTo>
                <a:lnTo>
                  <a:pt x="886" y="854"/>
                </a:lnTo>
                <a:lnTo>
                  <a:pt x="886" y="855"/>
                </a:lnTo>
                <a:lnTo>
                  <a:pt x="885" y="855"/>
                </a:lnTo>
                <a:lnTo>
                  <a:pt x="884" y="855"/>
                </a:lnTo>
                <a:lnTo>
                  <a:pt x="884" y="856"/>
                </a:lnTo>
                <a:lnTo>
                  <a:pt x="884" y="857"/>
                </a:lnTo>
                <a:lnTo>
                  <a:pt x="883" y="858"/>
                </a:lnTo>
                <a:lnTo>
                  <a:pt x="882" y="858"/>
                </a:lnTo>
                <a:lnTo>
                  <a:pt x="881" y="858"/>
                </a:lnTo>
                <a:lnTo>
                  <a:pt x="881" y="857"/>
                </a:lnTo>
                <a:lnTo>
                  <a:pt x="880" y="856"/>
                </a:lnTo>
                <a:lnTo>
                  <a:pt x="879" y="856"/>
                </a:lnTo>
                <a:lnTo>
                  <a:pt x="879" y="855"/>
                </a:lnTo>
                <a:lnTo>
                  <a:pt x="878" y="855"/>
                </a:lnTo>
                <a:lnTo>
                  <a:pt x="877" y="855"/>
                </a:lnTo>
                <a:lnTo>
                  <a:pt x="876" y="855"/>
                </a:lnTo>
                <a:lnTo>
                  <a:pt x="876" y="856"/>
                </a:lnTo>
                <a:lnTo>
                  <a:pt x="876" y="857"/>
                </a:lnTo>
                <a:lnTo>
                  <a:pt x="876" y="859"/>
                </a:lnTo>
                <a:lnTo>
                  <a:pt x="876" y="860"/>
                </a:lnTo>
                <a:lnTo>
                  <a:pt x="877" y="860"/>
                </a:lnTo>
                <a:lnTo>
                  <a:pt x="877" y="862"/>
                </a:lnTo>
                <a:lnTo>
                  <a:pt x="877" y="863"/>
                </a:lnTo>
                <a:lnTo>
                  <a:pt x="876" y="863"/>
                </a:lnTo>
                <a:lnTo>
                  <a:pt x="876" y="864"/>
                </a:lnTo>
                <a:lnTo>
                  <a:pt x="875" y="864"/>
                </a:lnTo>
                <a:lnTo>
                  <a:pt x="875" y="865"/>
                </a:lnTo>
                <a:lnTo>
                  <a:pt x="875" y="866"/>
                </a:lnTo>
                <a:lnTo>
                  <a:pt x="875" y="867"/>
                </a:lnTo>
                <a:lnTo>
                  <a:pt x="874" y="866"/>
                </a:lnTo>
                <a:lnTo>
                  <a:pt x="874" y="867"/>
                </a:lnTo>
                <a:lnTo>
                  <a:pt x="873" y="867"/>
                </a:lnTo>
                <a:lnTo>
                  <a:pt x="872" y="868"/>
                </a:lnTo>
                <a:lnTo>
                  <a:pt x="872" y="869"/>
                </a:lnTo>
                <a:lnTo>
                  <a:pt x="872" y="871"/>
                </a:lnTo>
                <a:lnTo>
                  <a:pt x="872" y="872"/>
                </a:lnTo>
                <a:lnTo>
                  <a:pt x="873" y="872"/>
                </a:lnTo>
                <a:lnTo>
                  <a:pt x="873" y="873"/>
                </a:lnTo>
                <a:lnTo>
                  <a:pt x="873" y="874"/>
                </a:lnTo>
                <a:lnTo>
                  <a:pt x="874" y="875"/>
                </a:lnTo>
                <a:lnTo>
                  <a:pt x="875" y="876"/>
                </a:lnTo>
                <a:lnTo>
                  <a:pt x="876" y="877"/>
                </a:lnTo>
                <a:lnTo>
                  <a:pt x="877" y="879"/>
                </a:lnTo>
                <a:lnTo>
                  <a:pt x="876" y="880"/>
                </a:lnTo>
                <a:lnTo>
                  <a:pt x="877" y="880"/>
                </a:lnTo>
                <a:lnTo>
                  <a:pt x="877" y="881"/>
                </a:lnTo>
                <a:lnTo>
                  <a:pt x="876" y="881"/>
                </a:lnTo>
                <a:lnTo>
                  <a:pt x="875" y="882"/>
                </a:lnTo>
                <a:lnTo>
                  <a:pt x="874" y="883"/>
                </a:lnTo>
                <a:lnTo>
                  <a:pt x="874" y="884"/>
                </a:lnTo>
                <a:lnTo>
                  <a:pt x="874" y="885"/>
                </a:lnTo>
                <a:lnTo>
                  <a:pt x="873" y="886"/>
                </a:lnTo>
                <a:lnTo>
                  <a:pt x="873" y="887"/>
                </a:lnTo>
                <a:lnTo>
                  <a:pt x="873" y="888"/>
                </a:lnTo>
                <a:lnTo>
                  <a:pt x="873" y="889"/>
                </a:lnTo>
                <a:lnTo>
                  <a:pt x="873" y="890"/>
                </a:lnTo>
                <a:lnTo>
                  <a:pt x="874" y="890"/>
                </a:lnTo>
                <a:lnTo>
                  <a:pt x="873" y="891"/>
                </a:lnTo>
                <a:lnTo>
                  <a:pt x="873" y="894"/>
                </a:lnTo>
                <a:lnTo>
                  <a:pt x="874" y="895"/>
                </a:lnTo>
                <a:lnTo>
                  <a:pt x="875" y="895"/>
                </a:lnTo>
                <a:lnTo>
                  <a:pt x="875" y="896"/>
                </a:lnTo>
                <a:lnTo>
                  <a:pt x="874" y="897"/>
                </a:lnTo>
                <a:lnTo>
                  <a:pt x="873" y="897"/>
                </a:lnTo>
                <a:lnTo>
                  <a:pt x="873" y="898"/>
                </a:lnTo>
                <a:lnTo>
                  <a:pt x="873" y="899"/>
                </a:lnTo>
                <a:lnTo>
                  <a:pt x="873" y="900"/>
                </a:lnTo>
                <a:lnTo>
                  <a:pt x="872" y="901"/>
                </a:lnTo>
                <a:lnTo>
                  <a:pt x="872" y="902"/>
                </a:lnTo>
                <a:lnTo>
                  <a:pt x="872" y="903"/>
                </a:lnTo>
                <a:lnTo>
                  <a:pt x="872" y="904"/>
                </a:lnTo>
                <a:lnTo>
                  <a:pt x="872" y="905"/>
                </a:lnTo>
                <a:lnTo>
                  <a:pt x="871" y="907"/>
                </a:lnTo>
                <a:lnTo>
                  <a:pt x="870" y="908"/>
                </a:lnTo>
                <a:lnTo>
                  <a:pt x="871" y="909"/>
                </a:lnTo>
                <a:lnTo>
                  <a:pt x="871" y="910"/>
                </a:lnTo>
                <a:lnTo>
                  <a:pt x="871" y="911"/>
                </a:lnTo>
                <a:lnTo>
                  <a:pt x="871" y="912"/>
                </a:lnTo>
                <a:lnTo>
                  <a:pt x="871" y="913"/>
                </a:lnTo>
                <a:lnTo>
                  <a:pt x="871" y="914"/>
                </a:lnTo>
                <a:lnTo>
                  <a:pt x="872" y="916"/>
                </a:lnTo>
                <a:lnTo>
                  <a:pt x="872" y="917"/>
                </a:lnTo>
                <a:lnTo>
                  <a:pt x="873" y="917"/>
                </a:lnTo>
                <a:lnTo>
                  <a:pt x="874" y="918"/>
                </a:lnTo>
                <a:lnTo>
                  <a:pt x="875" y="918"/>
                </a:lnTo>
                <a:lnTo>
                  <a:pt x="876" y="918"/>
                </a:lnTo>
                <a:lnTo>
                  <a:pt x="877" y="919"/>
                </a:lnTo>
                <a:lnTo>
                  <a:pt x="878" y="919"/>
                </a:lnTo>
                <a:lnTo>
                  <a:pt x="879" y="919"/>
                </a:lnTo>
                <a:lnTo>
                  <a:pt x="879" y="920"/>
                </a:lnTo>
                <a:lnTo>
                  <a:pt x="879" y="921"/>
                </a:lnTo>
                <a:lnTo>
                  <a:pt x="879" y="922"/>
                </a:lnTo>
                <a:lnTo>
                  <a:pt x="879" y="923"/>
                </a:lnTo>
                <a:lnTo>
                  <a:pt x="878" y="924"/>
                </a:lnTo>
                <a:lnTo>
                  <a:pt x="876" y="925"/>
                </a:lnTo>
                <a:lnTo>
                  <a:pt x="875" y="925"/>
                </a:lnTo>
                <a:lnTo>
                  <a:pt x="874" y="925"/>
                </a:lnTo>
                <a:lnTo>
                  <a:pt x="873" y="926"/>
                </a:lnTo>
                <a:lnTo>
                  <a:pt x="872" y="926"/>
                </a:lnTo>
                <a:lnTo>
                  <a:pt x="871" y="926"/>
                </a:lnTo>
                <a:lnTo>
                  <a:pt x="871" y="925"/>
                </a:lnTo>
                <a:lnTo>
                  <a:pt x="872" y="924"/>
                </a:lnTo>
                <a:lnTo>
                  <a:pt x="873" y="924"/>
                </a:lnTo>
                <a:lnTo>
                  <a:pt x="874" y="924"/>
                </a:lnTo>
                <a:lnTo>
                  <a:pt x="874" y="923"/>
                </a:lnTo>
                <a:lnTo>
                  <a:pt x="875" y="923"/>
                </a:lnTo>
                <a:lnTo>
                  <a:pt x="875" y="922"/>
                </a:lnTo>
                <a:lnTo>
                  <a:pt x="875" y="921"/>
                </a:lnTo>
                <a:lnTo>
                  <a:pt x="875" y="920"/>
                </a:lnTo>
                <a:lnTo>
                  <a:pt x="874" y="920"/>
                </a:lnTo>
                <a:lnTo>
                  <a:pt x="872" y="920"/>
                </a:lnTo>
                <a:lnTo>
                  <a:pt x="872" y="921"/>
                </a:lnTo>
                <a:lnTo>
                  <a:pt x="871" y="921"/>
                </a:lnTo>
                <a:lnTo>
                  <a:pt x="870" y="923"/>
                </a:lnTo>
                <a:lnTo>
                  <a:pt x="869" y="923"/>
                </a:lnTo>
                <a:lnTo>
                  <a:pt x="869" y="924"/>
                </a:lnTo>
                <a:lnTo>
                  <a:pt x="868" y="924"/>
                </a:lnTo>
                <a:lnTo>
                  <a:pt x="867" y="925"/>
                </a:lnTo>
                <a:lnTo>
                  <a:pt x="866" y="925"/>
                </a:lnTo>
                <a:lnTo>
                  <a:pt x="865" y="926"/>
                </a:lnTo>
                <a:lnTo>
                  <a:pt x="864" y="926"/>
                </a:lnTo>
                <a:lnTo>
                  <a:pt x="864" y="927"/>
                </a:lnTo>
                <a:lnTo>
                  <a:pt x="864" y="928"/>
                </a:lnTo>
                <a:lnTo>
                  <a:pt x="864" y="929"/>
                </a:lnTo>
                <a:lnTo>
                  <a:pt x="865" y="929"/>
                </a:lnTo>
                <a:lnTo>
                  <a:pt x="865" y="930"/>
                </a:lnTo>
                <a:lnTo>
                  <a:pt x="865" y="931"/>
                </a:lnTo>
                <a:lnTo>
                  <a:pt x="864" y="931"/>
                </a:lnTo>
                <a:lnTo>
                  <a:pt x="862" y="931"/>
                </a:lnTo>
                <a:lnTo>
                  <a:pt x="862" y="932"/>
                </a:lnTo>
                <a:lnTo>
                  <a:pt x="861" y="932"/>
                </a:lnTo>
                <a:lnTo>
                  <a:pt x="861" y="933"/>
                </a:lnTo>
                <a:lnTo>
                  <a:pt x="861" y="935"/>
                </a:lnTo>
                <a:lnTo>
                  <a:pt x="861" y="936"/>
                </a:lnTo>
                <a:lnTo>
                  <a:pt x="861" y="937"/>
                </a:lnTo>
                <a:lnTo>
                  <a:pt x="861" y="938"/>
                </a:lnTo>
                <a:lnTo>
                  <a:pt x="860" y="938"/>
                </a:lnTo>
                <a:lnTo>
                  <a:pt x="859" y="940"/>
                </a:lnTo>
                <a:lnTo>
                  <a:pt x="858" y="941"/>
                </a:lnTo>
                <a:lnTo>
                  <a:pt x="858" y="942"/>
                </a:lnTo>
                <a:lnTo>
                  <a:pt x="857" y="943"/>
                </a:lnTo>
                <a:lnTo>
                  <a:pt x="857" y="944"/>
                </a:lnTo>
                <a:lnTo>
                  <a:pt x="857" y="945"/>
                </a:lnTo>
                <a:lnTo>
                  <a:pt x="857" y="946"/>
                </a:lnTo>
                <a:lnTo>
                  <a:pt x="857" y="948"/>
                </a:lnTo>
                <a:lnTo>
                  <a:pt x="857" y="949"/>
                </a:lnTo>
                <a:lnTo>
                  <a:pt x="858" y="949"/>
                </a:lnTo>
                <a:lnTo>
                  <a:pt x="858" y="950"/>
                </a:lnTo>
                <a:lnTo>
                  <a:pt x="858" y="951"/>
                </a:lnTo>
                <a:lnTo>
                  <a:pt x="857" y="951"/>
                </a:lnTo>
                <a:lnTo>
                  <a:pt x="857" y="952"/>
                </a:lnTo>
                <a:lnTo>
                  <a:pt x="856" y="952"/>
                </a:lnTo>
                <a:lnTo>
                  <a:pt x="855" y="953"/>
                </a:lnTo>
                <a:lnTo>
                  <a:pt x="854" y="953"/>
                </a:lnTo>
                <a:lnTo>
                  <a:pt x="854" y="954"/>
                </a:lnTo>
                <a:lnTo>
                  <a:pt x="853" y="954"/>
                </a:lnTo>
                <a:lnTo>
                  <a:pt x="853" y="955"/>
                </a:lnTo>
                <a:lnTo>
                  <a:pt x="853" y="956"/>
                </a:lnTo>
                <a:lnTo>
                  <a:pt x="852" y="957"/>
                </a:lnTo>
                <a:lnTo>
                  <a:pt x="852" y="958"/>
                </a:lnTo>
                <a:lnTo>
                  <a:pt x="852" y="959"/>
                </a:lnTo>
                <a:lnTo>
                  <a:pt x="852" y="960"/>
                </a:lnTo>
                <a:lnTo>
                  <a:pt x="853" y="961"/>
                </a:lnTo>
                <a:lnTo>
                  <a:pt x="853" y="963"/>
                </a:lnTo>
                <a:lnTo>
                  <a:pt x="853" y="964"/>
                </a:lnTo>
                <a:lnTo>
                  <a:pt x="852" y="964"/>
                </a:lnTo>
                <a:lnTo>
                  <a:pt x="851" y="964"/>
                </a:lnTo>
                <a:lnTo>
                  <a:pt x="850" y="964"/>
                </a:lnTo>
                <a:lnTo>
                  <a:pt x="850" y="965"/>
                </a:lnTo>
                <a:lnTo>
                  <a:pt x="850" y="966"/>
                </a:lnTo>
                <a:lnTo>
                  <a:pt x="851" y="966"/>
                </a:lnTo>
                <a:lnTo>
                  <a:pt x="851" y="967"/>
                </a:lnTo>
                <a:lnTo>
                  <a:pt x="851" y="968"/>
                </a:lnTo>
                <a:lnTo>
                  <a:pt x="852" y="968"/>
                </a:lnTo>
                <a:lnTo>
                  <a:pt x="850" y="971"/>
                </a:lnTo>
                <a:lnTo>
                  <a:pt x="849" y="971"/>
                </a:lnTo>
                <a:lnTo>
                  <a:pt x="849" y="972"/>
                </a:lnTo>
                <a:lnTo>
                  <a:pt x="848" y="973"/>
                </a:lnTo>
                <a:lnTo>
                  <a:pt x="847" y="973"/>
                </a:lnTo>
                <a:lnTo>
                  <a:pt x="846" y="973"/>
                </a:lnTo>
                <a:lnTo>
                  <a:pt x="845" y="974"/>
                </a:lnTo>
                <a:lnTo>
                  <a:pt x="844" y="975"/>
                </a:lnTo>
                <a:lnTo>
                  <a:pt x="844" y="977"/>
                </a:lnTo>
                <a:lnTo>
                  <a:pt x="844" y="978"/>
                </a:lnTo>
                <a:lnTo>
                  <a:pt x="843" y="978"/>
                </a:lnTo>
                <a:lnTo>
                  <a:pt x="842" y="979"/>
                </a:lnTo>
                <a:lnTo>
                  <a:pt x="841" y="980"/>
                </a:lnTo>
                <a:lnTo>
                  <a:pt x="839" y="982"/>
                </a:lnTo>
                <a:lnTo>
                  <a:pt x="838" y="983"/>
                </a:lnTo>
                <a:lnTo>
                  <a:pt x="838" y="984"/>
                </a:lnTo>
                <a:lnTo>
                  <a:pt x="838" y="985"/>
                </a:lnTo>
                <a:lnTo>
                  <a:pt x="837" y="986"/>
                </a:lnTo>
                <a:lnTo>
                  <a:pt x="836" y="988"/>
                </a:lnTo>
                <a:lnTo>
                  <a:pt x="835" y="989"/>
                </a:lnTo>
                <a:lnTo>
                  <a:pt x="834" y="989"/>
                </a:lnTo>
                <a:lnTo>
                  <a:pt x="833" y="989"/>
                </a:lnTo>
                <a:lnTo>
                  <a:pt x="832" y="990"/>
                </a:lnTo>
                <a:lnTo>
                  <a:pt x="831" y="990"/>
                </a:lnTo>
                <a:lnTo>
                  <a:pt x="831" y="989"/>
                </a:lnTo>
                <a:lnTo>
                  <a:pt x="830" y="989"/>
                </a:lnTo>
                <a:lnTo>
                  <a:pt x="829" y="990"/>
                </a:lnTo>
                <a:lnTo>
                  <a:pt x="829" y="992"/>
                </a:lnTo>
                <a:lnTo>
                  <a:pt x="829" y="993"/>
                </a:lnTo>
                <a:lnTo>
                  <a:pt x="829" y="994"/>
                </a:lnTo>
                <a:lnTo>
                  <a:pt x="830" y="994"/>
                </a:lnTo>
                <a:lnTo>
                  <a:pt x="831" y="995"/>
                </a:lnTo>
                <a:lnTo>
                  <a:pt x="832" y="995"/>
                </a:lnTo>
                <a:lnTo>
                  <a:pt x="833" y="996"/>
                </a:lnTo>
                <a:lnTo>
                  <a:pt x="833" y="997"/>
                </a:lnTo>
                <a:lnTo>
                  <a:pt x="832" y="1000"/>
                </a:lnTo>
                <a:lnTo>
                  <a:pt x="832" y="1001"/>
                </a:lnTo>
                <a:lnTo>
                  <a:pt x="831" y="1001"/>
                </a:lnTo>
                <a:lnTo>
                  <a:pt x="830" y="1001"/>
                </a:lnTo>
                <a:lnTo>
                  <a:pt x="829" y="1001"/>
                </a:lnTo>
                <a:lnTo>
                  <a:pt x="829" y="1002"/>
                </a:lnTo>
                <a:lnTo>
                  <a:pt x="828" y="1002"/>
                </a:lnTo>
                <a:lnTo>
                  <a:pt x="829" y="1003"/>
                </a:lnTo>
                <a:lnTo>
                  <a:pt x="829" y="1004"/>
                </a:lnTo>
                <a:lnTo>
                  <a:pt x="830" y="1005"/>
                </a:lnTo>
                <a:lnTo>
                  <a:pt x="831" y="1006"/>
                </a:lnTo>
                <a:lnTo>
                  <a:pt x="831" y="1007"/>
                </a:lnTo>
                <a:lnTo>
                  <a:pt x="831" y="1008"/>
                </a:lnTo>
                <a:lnTo>
                  <a:pt x="830" y="1008"/>
                </a:lnTo>
                <a:lnTo>
                  <a:pt x="829" y="1008"/>
                </a:lnTo>
                <a:lnTo>
                  <a:pt x="828" y="1008"/>
                </a:lnTo>
                <a:lnTo>
                  <a:pt x="826" y="1009"/>
                </a:lnTo>
                <a:lnTo>
                  <a:pt x="825" y="1010"/>
                </a:lnTo>
                <a:lnTo>
                  <a:pt x="825" y="1011"/>
                </a:lnTo>
                <a:lnTo>
                  <a:pt x="826" y="1012"/>
                </a:lnTo>
                <a:lnTo>
                  <a:pt x="827" y="1012"/>
                </a:lnTo>
                <a:lnTo>
                  <a:pt x="828" y="1013"/>
                </a:lnTo>
                <a:lnTo>
                  <a:pt x="828" y="1014"/>
                </a:lnTo>
                <a:lnTo>
                  <a:pt x="828" y="1015"/>
                </a:lnTo>
                <a:lnTo>
                  <a:pt x="827" y="1016"/>
                </a:lnTo>
                <a:lnTo>
                  <a:pt x="826" y="1016"/>
                </a:lnTo>
                <a:lnTo>
                  <a:pt x="826" y="1017"/>
                </a:lnTo>
                <a:lnTo>
                  <a:pt x="825" y="1017"/>
                </a:lnTo>
                <a:lnTo>
                  <a:pt x="825" y="1018"/>
                </a:lnTo>
                <a:lnTo>
                  <a:pt x="825" y="1019"/>
                </a:lnTo>
                <a:lnTo>
                  <a:pt x="825" y="1020"/>
                </a:lnTo>
                <a:lnTo>
                  <a:pt x="825" y="1021"/>
                </a:lnTo>
                <a:lnTo>
                  <a:pt x="825" y="1022"/>
                </a:lnTo>
                <a:lnTo>
                  <a:pt x="824" y="1022"/>
                </a:lnTo>
                <a:lnTo>
                  <a:pt x="824" y="1024"/>
                </a:lnTo>
                <a:lnTo>
                  <a:pt x="824" y="1025"/>
                </a:lnTo>
                <a:lnTo>
                  <a:pt x="824" y="1026"/>
                </a:lnTo>
                <a:lnTo>
                  <a:pt x="823" y="1026"/>
                </a:lnTo>
                <a:lnTo>
                  <a:pt x="822" y="1026"/>
                </a:lnTo>
                <a:lnTo>
                  <a:pt x="821" y="1025"/>
                </a:lnTo>
                <a:lnTo>
                  <a:pt x="820" y="1025"/>
                </a:lnTo>
                <a:lnTo>
                  <a:pt x="819" y="1025"/>
                </a:lnTo>
                <a:lnTo>
                  <a:pt x="818" y="1026"/>
                </a:lnTo>
                <a:lnTo>
                  <a:pt x="817" y="1027"/>
                </a:lnTo>
                <a:lnTo>
                  <a:pt x="817" y="1028"/>
                </a:lnTo>
                <a:lnTo>
                  <a:pt x="816" y="1028"/>
                </a:lnTo>
                <a:lnTo>
                  <a:pt x="816" y="1029"/>
                </a:lnTo>
                <a:lnTo>
                  <a:pt x="815" y="1030"/>
                </a:lnTo>
                <a:lnTo>
                  <a:pt x="816" y="1031"/>
                </a:lnTo>
                <a:lnTo>
                  <a:pt x="817" y="1031"/>
                </a:lnTo>
                <a:lnTo>
                  <a:pt x="817" y="1030"/>
                </a:lnTo>
                <a:lnTo>
                  <a:pt x="818" y="1030"/>
                </a:lnTo>
                <a:lnTo>
                  <a:pt x="818" y="1029"/>
                </a:lnTo>
                <a:lnTo>
                  <a:pt x="819" y="1029"/>
                </a:lnTo>
                <a:lnTo>
                  <a:pt x="821" y="1029"/>
                </a:lnTo>
                <a:lnTo>
                  <a:pt x="822" y="1029"/>
                </a:lnTo>
                <a:lnTo>
                  <a:pt x="822" y="1030"/>
                </a:lnTo>
                <a:lnTo>
                  <a:pt x="822" y="1031"/>
                </a:lnTo>
                <a:lnTo>
                  <a:pt x="821" y="1031"/>
                </a:lnTo>
                <a:lnTo>
                  <a:pt x="820" y="1032"/>
                </a:lnTo>
                <a:lnTo>
                  <a:pt x="820" y="1033"/>
                </a:lnTo>
                <a:lnTo>
                  <a:pt x="819" y="1033"/>
                </a:lnTo>
                <a:lnTo>
                  <a:pt x="819" y="1032"/>
                </a:lnTo>
                <a:lnTo>
                  <a:pt x="818" y="1032"/>
                </a:lnTo>
                <a:lnTo>
                  <a:pt x="818" y="1033"/>
                </a:lnTo>
                <a:lnTo>
                  <a:pt x="818" y="1032"/>
                </a:lnTo>
                <a:lnTo>
                  <a:pt x="817" y="1032"/>
                </a:lnTo>
                <a:lnTo>
                  <a:pt x="816" y="1032"/>
                </a:lnTo>
                <a:lnTo>
                  <a:pt x="815" y="1032"/>
                </a:lnTo>
                <a:lnTo>
                  <a:pt x="815" y="1033"/>
                </a:lnTo>
                <a:lnTo>
                  <a:pt x="814" y="1034"/>
                </a:lnTo>
                <a:lnTo>
                  <a:pt x="814" y="1035"/>
                </a:lnTo>
                <a:lnTo>
                  <a:pt x="815" y="1035"/>
                </a:lnTo>
                <a:lnTo>
                  <a:pt x="815" y="1036"/>
                </a:lnTo>
                <a:lnTo>
                  <a:pt x="815" y="1037"/>
                </a:lnTo>
                <a:lnTo>
                  <a:pt x="814" y="1037"/>
                </a:lnTo>
                <a:lnTo>
                  <a:pt x="814" y="1038"/>
                </a:lnTo>
                <a:lnTo>
                  <a:pt x="813" y="1038"/>
                </a:lnTo>
                <a:lnTo>
                  <a:pt x="812" y="1038"/>
                </a:lnTo>
                <a:lnTo>
                  <a:pt x="811" y="1038"/>
                </a:lnTo>
                <a:lnTo>
                  <a:pt x="809" y="1038"/>
                </a:lnTo>
                <a:lnTo>
                  <a:pt x="808" y="1038"/>
                </a:lnTo>
                <a:lnTo>
                  <a:pt x="807" y="1037"/>
                </a:lnTo>
                <a:lnTo>
                  <a:pt x="806" y="1037"/>
                </a:lnTo>
                <a:lnTo>
                  <a:pt x="806" y="1036"/>
                </a:lnTo>
                <a:lnTo>
                  <a:pt x="806" y="1035"/>
                </a:lnTo>
                <a:lnTo>
                  <a:pt x="807" y="1035"/>
                </a:lnTo>
                <a:lnTo>
                  <a:pt x="807" y="1034"/>
                </a:lnTo>
                <a:lnTo>
                  <a:pt x="807" y="1033"/>
                </a:lnTo>
                <a:lnTo>
                  <a:pt x="806" y="1033"/>
                </a:lnTo>
                <a:lnTo>
                  <a:pt x="806" y="1032"/>
                </a:lnTo>
                <a:lnTo>
                  <a:pt x="806" y="1033"/>
                </a:lnTo>
                <a:lnTo>
                  <a:pt x="805" y="1033"/>
                </a:lnTo>
                <a:lnTo>
                  <a:pt x="805" y="1034"/>
                </a:lnTo>
                <a:lnTo>
                  <a:pt x="805" y="1035"/>
                </a:lnTo>
                <a:lnTo>
                  <a:pt x="805" y="1036"/>
                </a:lnTo>
                <a:lnTo>
                  <a:pt x="804" y="1036"/>
                </a:lnTo>
                <a:lnTo>
                  <a:pt x="803" y="1036"/>
                </a:lnTo>
                <a:lnTo>
                  <a:pt x="803" y="1035"/>
                </a:lnTo>
                <a:lnTo>
                  <a:pt x="802" y="1035"/>
                </a:lnTo>
                <a:lnTo>
                  <a:pt x="801" y="1035"/>
                </a:lnTo>
                <a:lnTo>
                  <a:pt x="800" y="1035"/>
                </a:lnTo>
                <a:lnTo>
                  <a:pt x="800" y="1036"/>
                </a:lnTo>
                <a:lnTo>
                  <a:pt x="800" y="1037"/>
                </a:lnTo>
                <a:lnTo>
                  <a:pt x="799" y="1037"/>
                </a:lnTo>
                <a:lnTo>
                  <a:pt x="799" y="1038"/>
                </a:lnTo>
                <a:lnTo>
                  <a:pt x="799" y="1039"/>
                </a:lnTo>
                <a:lnTo>
                  <a:pt x="799" y="1040"/>
                </a:lnTo>
                <a:lnTo>
                  <a:pt x="798" y="1040"/>
                </a:lnTo>
                <a:lnTo>
                  <a:pt x="798" y="1041"/>
                </a:lnTo>
                <a:lnTo>
                  <a:pt x="797" y="1041"/>
                </a:lnTo>
                <a:lnTo>
                  <a:pt x="797" y="1042"/>
                </a:lnTo>
                <a:lnTo>
                  <a:pt x="796" y="1042"/>
                </a:lnTo>
                <a:lnTo>
                  <a:pt x="795" y="1042"/>
                </a:lnTo>
                <a:lnTo>
                  <a:pt x="795" y="1043"/>
                </a:lnTo>
                <a:lnTo>
                  <a:pt x="795" y="1044"/>
                </a:lnTo>
                <a:lnTo>
                  <a:pt x="794" y="1044"/>
                </a:lnTo>
                <a:lnTo>
                  <a:pt x="794" y="1045"/>
                </a:lnTo>
                <a:lnTo>
                  <a:pt x="793" y="1045"/>
                </a:lnTo>
                <a:lnTo>
                  <a:pt x="792" y="1045"/>
                </a:lnTo>
                <a:lnTo>
                  <a:pt x="791" y="1045"/>
                </a:lnTo>
                <a:lnTo>
                  <a:pt x="791" y="1044"/>
                </a:lnTo>
                <a:lnTo>
                  <a:pt x="791" y="1043"/>
                </a:lnTo>
                <a:lnTo>
                  <a:pt x="791" y="1042"/>
                </a:lnTo>
                <a:lnTo>
                  <a:pt x="790" y="1042"/>
                </a:lnTo>
                <a:lnTo>
                  <a:pt x="790" y="1041"/>
                </a:lnTo>
                <a:lnTo>
                  <a:pt x="789" y="1041"/>
                </a:lnTo>
                <a:lnTo>
                  <a:pt x="788" y="1041"/>
                </a:lnTo>
                <a:lnTo>
                  <a:pt x="788" y="1040"/>
                </a:lnTo>
                <a:lnTo>
                  <a:pt x="787" y="1040"/>
                </a:lnTo>
                <a:lnTo>
                  <a:pt x="787" y="1041"/>
                </a:lnTo>
                <a:lnTo>
                  <a:pt x="786" y="1041"/>
                </a:lnTo>
                <a:lnTo>
                  <a:pt x="785" y="1041"/>
                </a:lnTo>
                <a:lnTo>
                  <a:pt x="785" y="1042"/>
                </a:lnTo>
                <a:lnTo>
                  <a:pt x="784" y="1042"/>
                </a:lnTo>
                <a:lnTo>
                  <a:pt x="784" y="1043"/>
                </a:lnTo>
                <a:lnTo>
                  <a:pt x="784" y="1044"/>
                </a:lnTo>
                <a:lnTo>
                  <a:pt x="783" y="1044"/>
                </a:lnTo>
                <a:lnTo>
                  <a:pt x="783" y="1045"/>
                </a:lnTo>
                <a:lnTo>
                  <a:pt x="782" y="1046"/>
                </a:lnTo>
                <a:lnTo>
                  <a:pt x="781" y="1046"/>
                </a:lnTo>
                <a:lnTo>
                  <a:pt x="780" y="1046"/>
                </a:lnTo>
                <a:lnTo>
                  <a:pt x="779" y="1046"/>
                </a:lnTo>
                <a:lnTo>
                  <a:pt x="779" y="1047"/>
                </a:lnTo>
                <a:lnTo>
                  <a:pt x="778" y="1047"/>
                </a:lnTo>
                <a:lnTo>
                  <a:pt x="778" y="1048"/>
                </a:lnTo>
                <a:lnTo>
                  <a:pt x="777" y="1049"/>
                </a:lnTo>
                <a:lnTo>
                  <a:pt x="777" y="1048"/>
                </a:lnTo>
                <a:lnTo>
                  <a:pt x="777" y="1047"/>
                </a:lnTo>
                <a:lnTo>
                  <a:pt x="776" y="1047"/>
                </a:lnTo>
                <a:lnTo>
                  <a:pt x="776" y="1046"/>
                </a:lnTo>
                <a:lnTo>
                  <a:pt x="775" y="1046"/>
                </a:lnTo>
                <a:lnTo>
                  <a:pt x="775" y="1045"/>
                </a:lnTo>
                <a:lnTo>
                  <a:pt x="774" y="1044"/>
                </a:lnTo>
                <a:lnTo>
                  <a:pt x="774" y="1043"/>
                </a:lnTo>
                <a:lnTo>
                  <a:pt x="773" y="1043"/>
                </a:lnTo>
                <a:lnTo>
                  <a:pt x="772" y="1042"/>
                </a:lnTo>
                <a:lnTo>
                  <a:pt x="771" y="1042"/>
                </a:lnTo>
                <a:lnTo>
                  <a:pt x="770" y="1042"/>
                </a:lnTo>
                <a:lnTo>
                  <a:pt x="769" y="1041"/>
                </a:lnTo>
                <a:lnTo>
                  <a:pt x="768" y="1040"/>
                </a:lnTo>
                <a:lnTo>
                  <a:pt x="767" y="1040"/>
                </a:lnTo>
                <a:lnTo>
                  <a:pt x="766" y="1040"/>
                </a:lnTo>
                <a:lnTo>
                  <a:pt x="766" y="1041"/>
                </a:lnTo>
                <a:lnTo>
                  <a:pt x="766" y="1042"/>
                </a:lnTo>
                <a:lnTo>
                  <a:pt x="765" y="1042"/>
                </a:lnTo>
                <a:lnTo>
                  <a:pt x="764" y="1043"/>
                </a:lnTo>
                <a:lnTo>
                  <a:pt x="763" y="1043"/>
                </a:lnTo>
                <a:lnTo>
                  <a:pt x="762" y="1043"/>
                </a:lnTo>
                <a:lnTo>
                  <a:pt x="761" y="1044"/>
                </a:lnTo>
                <a:lnTo>
                  <a:pt x="760" y="1045"/>
                </a:lnTo>
                <a:lnTo>
                  <a:pt x="759" y="1046"/>
                </a:lnTo>
                <a:lnTo>
                  <a:pt x="759" y="1047"/>
                </a:lnTo>
                <a:lnTo>
                  <a:pt x="758" y="1047"/>
                </a:lnTo>
                <a:lnTo>
                  <a:pt x="757" y="1047"/>
                </a:lnTo>
                <a:lnTo>
                  <a:pt x="756" y="1047"/>
                </a:lnTo>
                <a:lnTo>
                  <a:pt x="756" y="1046"/>
                </a:lnTo>
                <a:lnTo>
                  <a:pt x="756" y="1045"/>
                </a:lnTo>
                <a:lnTo>
                  <a:pt x="756" y="1044"/>
                </a:lnTo>
                <a:lnTo>
                  <a:pt x="757" y="1044"/>
                </a:lnTo>
                <a:lnTo>
                  <a:pt x="757" y="1043"/>
                </a:lnTo>
                <a:lnTo>
                  <a:pt x="757" y="1042"/>
                </a:lnTo>
                <a:lnTo>
                  <a:pt x="757" y="1041"/>
                </a:lnTo>
                <a:lnTo>
                  <a:pt x="757" y="1040"/>
                </a:lnTo>
                <a:lnTo>
                  <a:pt x="757" y="1039"/>
                </a:lnTo>
                <a:lnTo>
                  <a:pt x="758" y="1039"/>
                </a:lnTo>
                <a:lnTo>
                  <a:pt x="759" y="1037"/>
                </a:lnTo>
                <a:lnTo>
                  <a:pt x="760" y="1036"/>
                </a:lnTo>
                <a:lnTo>
                  <a:pt x="761" y="1036"/>
                </a:lnTo>
                <a:lnTo>
                  <a:pt x="762" y="1036"/>
                </a:lnTo>
                <a:lnTo>
                  <a:pt x="763" y="1036"/>
                </a:lnTo>
                <a:lnTo>
                  <a:pt x="763" y="1035"/>
                </a:lnTo>
                <a:lnTo>
                  <a:pt x="763" y="1034"/>
                </a:lnTo>
                <a:lnTo>
                  <a:pt x="764" y="1033"/>
                </a:lnTo>
                <a:lnTo>
                  <a:pt x="764" y="1032"/>
                </a:lnTo>
                <a:lnTo>
                  <a:pt x="764" y="1031"/>
                </a:lnTo>
                <a:lnTo>
                  <a:pt x="764" y="1030"/>
                </a:lnTo>
                <a:lnTo>
                  <a:pt x="764" y="1029"/>
                </a:lnTo>
                <a:lnTo>
                  <a:pt x="766" y="1027"/>
                </a:lnTo>
                <a:lnTo>
                  <a:pt x="767" y="1027"/>
                </a:lnTo>
                <a:lnTo>
                  <a:pt x="767" y="1028"/>
                </a:lnTo>
                <a:lnTo>
                  <a:pt x="768" y="1028"/>
                </a:lnTo>
                <a:lnTo>
                  <a:pt x="768" y="1027"/>
                </a:lnTo>
                <a:lnTo>
                  <a:pt x="768" y="1026"/>
                </a:lnTo>
                <a:lnTo>
                  <a:pt x="768" y="1025"/>
                </a:lnTo>
                <a:lnTo>
                  <a:pt x="768" y="1024"/>
                </a:lnTo>
                <a:lnTo>
                  <a:pt x="767" y="1023"/>
                </a:lnTo>
                <a:lnTo>
                  <a:pt x="767" y="1022"/>
                </a:lnTo>
                <a:lnTo>
                  <a:pt x="767" y="1021"/>
                </a:lnTo>
                <a:lnTo>
                  <a:pt x="767" y="1020"/>
                </a:lnTo>
                <a:lnTo>
                  <a:pt x="767" y="1019"/>
                </a:lnTo>
                <a:lnTo>
                  <a:pt x="767" y="1018"/>
                </a:lnTo>
                <a:lnTo>
                  <a:pt x="767" y="1017"/>
                </a:lnTo>
                <a:lnTo>
                  <a:pt x="768" y="1017"/>
                </a:lnTo>
                <a:lnTo>
                  <a:pt x="768" y="1016"/>
                </a:lnTo>
                <a:lnTo>
                  <a:pt x="769" y="1016"/>
                </a:lnTo>
                <a:lnTo>
                  <a:pt x="770" y="1015"/>
                </a:lnTo>
                <a:lnTo>
                  <a:pt x="770" y="1014"/>
                </a:lnTo>
                <a:lnTo>
                  <a:pt x="770" y="1013"/>
                </a:lnTo>
                <a:lnTo>
                  <a:pt x="770" y="1012"/>
                </a:lnTo>
                <a:lnTo>
                  <a:pt x="771" y="1011"/>
                </a:lnTo>
                <a:lnTo>
                  <a:pt x="771" y="1010"/>
                </a:lnTo>
                <a:lnTo>
                  <a:pt x="772" y="1010"/>
                </a:lnTo>
                <a:lnTo>
                  <a:pt x="772" y="1008"/>
                </a:lnTo>
                <a:lnTo>
                  <a:pt x="772" y="1007"/>
                </a:lnTo>
                <a:lnTo>
                  <a:pt x="772" y="1006"/>
                </a:lnTo>
                <a:lnTo>
                  <a:pt x="772" y="1005"/>
                </a:lnTo>
                <a:lnTo>
                  <a:pt x="772" y="1004"/>
                </a:lnTo>
                <a:lnTo>
                  <a:pt x="772" y="1002"/>
                </a:lnTo>
                <a:lnTo>
                  <a:pt x="771" y="1002"/>
                </a:lnTo>
                <a:lnTo>
                  <a:pt x="769" y="1002"/>
                </a:lnTo>
                <a:lnTo>
                  <a:pt x="768" y="1002"/>
                </a:lnTo>
                <a:lnTo>
                  <a:pt x="768" y="1001"/>
                </a:lnTo>
                <a:lnTo>
                  <a:pt x="768" y="1000"/>
                </a:lnTo>
                <a:lnTo>
                  <a:pt x="768" y="999"/>
                </a:lnTo>
                <a:lnTo>
                  <a:pt x="769" y="999"/>
                </a:lnTo>
                <a:lnTo>
                  <a:pt x="768" y="998"/>
                </a:lnTo>
                <a:lnTo>
                  <a:pt x="769" y="997"/>
                </a:lnTo>
                <a:lnTo>
                  <a:pt x="769" y="996"/>
                </a:lnTo>
                <a:lnTo>
                  <a:pt x="770" y="995"/>
                </a:lnTo>
                <a:lnTo>
                  <a:pt x="772" y="995"/>
                </a:lnTo>
                <a:lnTo>
                  <a:pt x="773" y="994"/>
                </a:lnTo>
                <a:lnTo>
                  <a:pt x="773" y="993"/>
                </a:lnTo>
                <a:lnTo>
                  <a:pt x="773" y="992"/>
                </a:lnTo>
                <a:lnTo>
                  <a:pt x="773" y="991"/>
                </a:lnTo>
                <a:lnTo>
                  <a:pt x="774" y="991"/>
                </a:lnTo>
                <a:lnTo>
                  <a:pt x="774" y="990"/>
                </a:lnTo>
                <a:lnTo>
                  <a:pt x="774" y="989"/>
                </a:lnTo>
                <a:lnTo>
                  <a:pt x="775" y="988"/>
                </a:lnTo>
                <a:lnTo>
                  <a:pt x="775" y="987"/>
                </a:lnTo>
                <a:lnTo>
                  <a:pt x="777" y="985"/>
                </a:lnTo>
                <a:lnTo>
                  <a:pt x="776" y="985"/>
                </a:lnTo>
                <a:lnTo>
                  <a:pt x="776" y="984"/>
                </a:lnTo>
                <a:lnTo>
                  <a:pt x="775" y="984"/>
                </a:lnTo>
                <a:lnTo>
                  <a:pt x="775" y="985"/>
                </a:lnTo>
                <a:lnTo>
                  <a:pt x="774" y="985"/>
                </a:lnTo>
                <a:lnTo>
                  <a:pt x="772" y="985"/>
                </a:lnTo>
                <a:lnTo>
                  <a:pt x="771" y="985"/>
                </a:lnTo>
                <a:lnTo>
                  <a:pt x="771" y="984"/>
                </a:lnTo>
                <a:lnTo>
                  <a:pt x="770" y="984"/>
                </a:lnTo>
                <a:lnTo>
                  <a:pt x="769" y="984"/>
                </a:lnTo>
                <a:lnTo>
                  <a:pt x="768" y="984"/>
                </a:lnTo>
                <a:lnTo>
                  <a:pt x="767" y="981"/>
                </a:lnTo>
                <a:lnTo>
                  <a:pt x="767" y="979"/>
                </a:lnTo>
                <a:lnTo>
                  <a:pt x="767" y="978"/>
                </a:lnTo>
                <a:lnTo>
                  <a:pt x="768" y="978"/>
                </a:lnTo>
                <a:lnTo>
                  <a:pt x="768" y="977"/>
                </a:lnTo>
                <a:lnTo>
                  <a:pt x="768" y="976"/>
                </a:lnTo>
                <a:lnTo>
                  <a:pt x="768" y="975"/>
                </a:lnTo>
                <a:lnTo>
                  <a:pt x="769" y="974"/>
                </a:lnTo>
                <a:lnTo>
                  <a:pt x="769" y="973"/>
                </a:lnTo>
                <a:lnTo>
                  <a:pt x="769" y="972"/>
                </a:lnTo>
                <a:lnTo>
                  <a:pt x="768" y="972"/>
                </a:lnTo>
                <a:lnTo>
                  <a:pt x="767" y="971"/>
                </a:lnTo>
                <a:lnTo>
                  <a:pt x="767" y="970"/>
                </a:lnTo>
                <a:lnTo>
                  <a:pt x="766" y="971"/>
                </a:lnTo>
                <a:lnTo>
                  <a:pt x="765" y="971"/>
                </a:lnTo>
                <a:lnTo>
                  <a:pt x="764" y="971"/>
                </a:lnTo>
                <a:lnTo>
                  <a:pt x="763" y="972"/>
                </a:lnTo>
                <a:lnTo>
                  <a:pt x="762" y="972"/>
                </a:lnTo>
                <a:lnTo>
                  <a:pt x="762" y="971"/>
                </a:lnTo>
                <a:lnTo>
                  <a:pt x="761" y="971"/>
                </a:lnTo>
                <a:lnTo>
                  <a:pt x="760" y="971"/>
                </a:lnTo>
                <a:lnTo>
                  <a:pt x="759" y="972"/>
                </a:lnTo>
                <a:lnTo>
                  <a:pt x="758" y="972"/>
                </a:lnTo>
                <a:lnTo>
                  <a:pt x="758" y="971"/>
                </a:lnTo>
                <a:lnTo>
                  <a:pt x="758" y="970"/>
                </a:lnTo>
                <a:lnTo>
                  <a:pt x="758" y="969"/>
                </a:lnTo>
                <a:lnTo>
                  <a:pt x="757" y="969"/>
                </a:lnTo>
                <a:lnTo>
                  <a:pt x="757" y="968"/>
                </a:lnTo>
                <a:lnTo>
                  <a:pt x="756" y="967"/>
                </a:lnTo>
                <a:lnTo>
                  <a:pt x="755" y="966"/>
                </a:lnTo>
                <a:lnTo>
                  <a:pt x="754" y="967"/>
                </a:lnTo>
                <a:lnTo>
                  <a:pt x="753" y="968"/>
                </a:lnTo>
                <a:lnTo>
                  <a:pt x="752" y="969"/>
                </a:lnTo>
                <a:lnTo>
                  <a:pt x="751" y="970"/>
                </a:lnTo>
                <a:lnTo>
                  <a:pt x="751" y="969"/>
                </a:lnTo>
                <a:lnTo>
                  <a:pt x="750" y="968"/>
                </a:lnTo>
                <a:lnTo>
                  <a:pt x="750" y="967"/>
                </a:lnTo>
                <a:lnTo>
                  <a:pt x="749" y="967"/>
                </a:lnTo>
                <a:lnTo>
                  <a:pt x="749" y="966"/>
                </a:lnTo>
                <a:lnTo>
                  <a:pt x="749" y="965"/>
                </a:lnTo>
                <a:lnTo>
                  <a:pt x="749" y="964"/>
                </a:lnTo>
                <a:lnTo>
                  <a:pt x="749" y="963"/>
                </a:lnTo>
                <a:lnTo>
                  <a:pt x="748" y="963"/>
                </a:lnTo>
                <a:lnTo>
                  <a:pt x="748" y="962"/>
                </a:lnTo>
                <a:lnTo>
                  <a:pt x="747" y="962"/>
                </a:lnTo>
                <a:lnTo>
                  <a:pt x="746" y="961"/>
                </a:lnTo>
                <a:lnTo>
                  <a:pt x="745" y="960"/>
                </a:lnTo>
                <a:lnTo>
                  <a:pt x="745" y="959"/>
                </a:lnTo>
                <a:lnTo>
                  <a:pt x="746" y="959"/>
                </a:lnTo>
                <a:lnTo>
                  <a:pt x="747" y="959"/>
                </a:lnTo>
                <a:lnTo>
                  <a:pt x="747" y="958"/>
                </a:lnTo>
                <a:lnTo>
                  <a:pt x="747" y="957"/>
                </a:lnTo>
                <a:lnTo>
                  <a:pt x="747" y="956"/>
                </a:lnTo>
                <a:lnTo>
                  <a:pt x="746" y="954"/>
                </a:lnTo>
                <a:lnTo>
                  <a:pt x="746" y="953"/>
                </a:lnTo>
                <a:lnTo>
                  <a:pt x="745" y="953"/>
                </a:lnTo>
                <a:lnTo>
                  <a:pt x="743" y="951"/>
                </a:lnTo>
                <a:lnTo>
                  <a:pt x="742" y="951"/>
                </a:lnTo>
                <a:lnTo>
                  <a:pt x="741" y="951"/>
                </a:lnTo>
                <a:lnTo>
                  <a:pt x="740" y="950"/>
                </a:lnTo>
                <a:lnTo>
                  <a:pt x="740" y="951"/>
                </a:lnTo>
                <a:lnTo>
                  <a:pt x="739" y="951"/>
                </a:lnTo>
                <a:lnTo>
                  <a:pt x="738" y="951"/>
                </a:lnTo>
                <a:lnTo>
                  <a:pt x="737" y="951"/>
                </a:lnTo>
                <a:lnTo>
                  <a:pt x="737" y="950"/>
                </a:lnTo>
                <a:lnTo>
                  <a:pt x="736" y="950"/>
                </a:lnTo>
                <a:lnTo>
                  <a:pt x="736" y="949"/>
                </a:lnTo>
                <a:lnTo>
                  <a:pt x="737" y="949"/>
                </a:lnTo>
                <a:lnTo>
                  <a:pt x="737" y="948"/>
                </a:lnTo>
                <a:lnTo>
                  <a:pt x="736" y="945"/>
                </a:lnTo>
                <a:lnTo>
                  <a:pt x="735" y="945"/>
                </a:lnTo>
                <a:lnTo>
                  <a:pt x="734" y="945"/>
                </a:lnTo>
                <a:lnTo>
                  <a:pt x="733" y="945"/>
                </a:lnTo>
                <a:lnTo>
                  <a:pt x="733" y="946"/>
                </a:lnTo>
                <a:lnTo>
                  <a:pt x="732" y="946"/>
                </a:lnTo>
                <a:lnTo>
                  <a:pt x="732" y="945"/>
                </a:lnTo>
                <a:lnTo>
                  <a:pt x="731" y="945"/>
                </a:lnTo>
                <a:lnTo>
                  <a:pt x="730" y="945"/>
                </a:lnTo>
                <a:lnTo>
                  <a:pt x="731" y="945"/>
                </a:lnTo>
                <a:lnTo>
                  <a:pt x="731" y="944"/>
                </a:lnTo>
                <a:lnTo>
                  <a:pt x="730" y="944"/>
                </a:lnTo>
                <a:lnTo>
                  <a:pt x="731" y="944"/>
                </a:lnTo>
                <a:lnTo>
                  <a:pt x="731" y="943"/>
                </a:lnTo>
                <a:lnTo>
                  <a:pt x="730" y="943"/>
                </a:lnTo>
                <a:lnTo>
                  <a:pt x="730" y="942"/>
                </a:lnTo>
                <a:lnTo>
                  <a:pt x="730" y="941"/>
                </a:lnTo>
                <a:lnTo>
                  <a:pt x="729" y="941"/>
                </a:lnTo>
                <a:lnTo>
                  <a:pt x="729" y="942"/>
                </a:lnTo>
                <a:lnTo>
                  <a:pt x="728" y="942"/>
                </a:lnTo>
                <a:lnTo>
                  <a:pt x="728" y="941"/>
                </a:lnTo>
                <a:lnTo>
                  <a:pt x="727" y="940"/>
                </a:lnTo>
                <a:lnTo>
                  <a:pt x="727" y="939"/>
                </a:lnTo>
                <a:lnTo>
                  <a:pt x="728" y="939"/>
                </a:lnTo>
                <a:lnTo>
                  <a:pt x="728" y="938"/>
                </a:lnTo>
                <a:lnTo>
                  <a:pt x="727" y="937"/>
                </a:lnTo>
                <a:lnTo>
                  <a:pt x="727" y="936"/>
                </a:lnTo>
                <a:lnTo>
                  <a:pt x="727" y="935"/>
                </a:lnTo>
                <a:lnTo>
                  <a:pt x="727" y="934"/>
                </a:lnTo>
                <a:lnTo>
                  <a:pt x="727" y="933"/>
                </a:lnTo>
                <a:lnTo>
                  <a:pt x="727" y="932"/>
                </a:lnTo>
                <a:lnTo>
                  <a:pt x="726" y="932"/>
                </a:lnTo>
                <a:lnTo>
                  <a:pt x="726" y="931"/>
                </a:lnTo>
                <a:lnTo>
                  <a:pt x="725" y="931"/>
                </a:lnTo>
                <a:lnTo>
                  <a:pt x="725" y="930"/>
                </a:lnTo>
                <a:lnTo>
                  <a:pt x="724" y="930"/>
                </a:lnTo>
                <a:lnTo>
                  <a:pt x="723" y="930"/>
                </a:lnTo>
                <a:lnTo>
                  <a:pt x="722" y="930"/>
                </a:lnTo>
                <a:lnTo>
                  <a:pt x="722" y="929"/>
                </a:lnTo>
                <a:lnTo>
                  <a:pt x="722" y="928"/>
                </a:lnTo>
                <a:lnTo>
                  <a:pt x="721" y="927"/>
                </a:lnTo>
                <a:lnTo>
                  <a:pt x="720" y="927"/>
                </a:lnTo>
                <a:lnTo>
                  <a:pt x="720" y="926"/>
                </a:lnTo>
                <a:lnTo>
                  <a:pt x="719" y="926"/>
                </a:lnTo>
                <a:lnTo>
                  <a:pt x="719" y="925"/>
                </a:lnTo>
                <a:lnTo>
                  <a:pt x="718" y="925"/>
                </a:lnTo>
                <a:lnTo>
                  <a:pt x="718" y="924"/>
                </a:lnTo>
                <a:lnTo>
                  <a:pt x="717" y="924"/>
                </a:lnTo>
                <a:lnTo>
                  <a:pt x="717" y="923"/>
                </a:lnTo>
                <a:lnTo>
                  <a:pt x="717" y="922"/>
                </a:lnTo>
                <a:lnTo>
                  <a:pt x="718" y="922"/>
                </a:lnTo>
                <a:lnTo>
                  <a:pt x="719" y="922"/>
                </a:lnTo>
                <a:lnTo>
                  <a:pt x="719" y="921"/>
                </a:lnTo>
                <a:lnTo>
                  <a:pt x="719" y="920"/>
                </a:lnTo>
                <a:lnTo>
                  <a:pt x="719" y="919"/>
                </a:lnTo>
                <a:lnTo>
                  <a:pt x="718" y="919"/>
                </a:lnTo>
                <a:lnTo>
                  <a:pt x="717" y="919"/>
                </a:lnTo>
                <a:lnTo>
                  <a:pt x="716" y="919"/>
                </a:lnTo>
                <a:lnTo>
                  <a:pt x="715" y="919"/>
                </a:lnTo>
                <a:lnTo>
                  <a:pt x="715" y="918"/>
                </a:lnTo>
                <a:lnTo>
                  <a:pt x="714" y="918"/>
                </a:lnTo>
                <a:lnTo>
                  <a:pt x="714" y="917"/>
                </a:lnTo>
                <a:lnTo>
                  <a:pt x="713" y="916"/>
                </a:lnTo>
                <a:lnTo>
                  <a:pt x="713" y="915"/>
                </a:lnTo>
                <a:lnTo>
                  <a:pt x="712" y="915"/>
                </a:lnTo>
                <a:lnTo>
                  <a:pt x="712" y="914"/>
                </a:lnTo>
                <a:lnTo>
                  <a:pt x="711" y="914"/>
                </a:lnTo>
                <a:lnTo>
                  <a:pt x="710" y="913"/>
                </a:lnTo>
                <a:lnTo>
                  <a:pt x="710" y="912"/>
                </a:lnTo>
                <a:lnTo>
                  <a:pt x="710" y="911"/>
                </a:lnTo>
                <a:lnTo>
                  <a:pt x="709" y="911"/>
                </a:lnTo>
                <a:lnTo>
                  <a:pt x="708" y="910"/>
                </a:lnTo>
                <a:lnTo>
                  <a:pt x="708" y="909"/>
                </a:lnTo>
                <a:lnTo>
                  <a:pt x="708" y="908"/>
                </a:lnTo>
                <a:lnTo>
                  <a:pt x="707" y="907"/>
                </a:lnTo>
                <a:lnTo>
                  <a:pt x="708" y="906"/>
                </a:lnTo>
                <a:lnTo>
                  <a:pt x="707" y="905"/>
                </a:lnTo>
                <a:lnTo>
                  <a:pt x="707" y="904"/>
                </a:lnTo>
                <a:lnTo>
                  <a:pt x="707" y="903"/>
                </a:lnTo>
                <a:lnTo>
                  <a:pt x="708" y="903"/>
                </a:lnTo>
                <a:lnTo>
                  <a:pt x="708" y="902"/>
                </a:lnTo>
                <a:lnTo>
                  <a:pt x="709" y="901"/>
                </a:lnTo>
                <a:lnTo>
                  <a:pt x="709" y="900"/>
                </a:lnTo>
                <a:lnTo>
                  <a:pt x="709" y="899"/>
                </a:lnTo>
                <a:lnTo>
                  <a:pt x="708" y="899"/>
                </a:lnTo>
                <a:lnTo>
                  <a:pt x="707" y="899"/>
                </a:lnTo>
                <a:lnTo>
                  <a:pt x="706" y="898"/>
                </a:lnTo>
                <a:lnTo>
                  <a:pt x="706" y="897"/>
                </a:lnTo>
                <a:lnTo>
                  <a:pt x="705" y="896"/>
                </a:lnTo>
                <a:lnTo>
                  <a:pt x="706" y="896"/>
                </a:lnTo>
                <a:lnTo>
                  <a:pt x="706" y="895"/>
                </a:lnTo>
                <a:lnTo>
                  <a:pt x="705" y="895"/>
                </a:lnTo>
                <a:lnTo>
                  <a:pt x="704" y="894"/>
                </a:lnTo>
                <a:lnTo>
                  <a:pt x="704" y="893"/>
                </a:lnTo>
                <a:lnTo>
                  <a:pt x="703" y="893"/>
                </a:lnTo>
                <a:lnTo>
                  <a:pt x="702" y="893"/>
                </a:lnTo>
                <a:lnTo>
                  <a:pt x="701" y="893"/>
                </a:lnTo>
                <a:lnTo>
                  <a:pt x="700" y="892"/>
                </a:lnTo>
                <a:lnTo>
                  <a:pt x="699" y="891"/>
                </a:lnTo>
                <a:lnTo>
                  <a:pt x="698" y="891"/>
                </a:lnTo>
                <a:lnTo>
                  <a:pt x="698" y="890"/>
                </a:lnTo>
                <a:lnTo>
                  <a:pt x="698" y="891"/>
                </a:lnTo>
                <a:lnTo>
                  <a:pt x="696" y="891"/>
                </a:lnTo>
                <a:lnTo>
                  <a:pt x="696" y="892"/>
                </a:lnTo>
                <a:lnTo>
                  <a:pt x="695" y="892"/>
                </a:lnTo>
                <a:lnTo>
                  <a:pt x="694" y="892"/>
                </a:lnTo>
                <a:lnTo>
                  <a:pt x="693" y="892"/>
                </a:lnTo>
                <a:lnTo>
                  <a:pt x="693" y="893"/>
                </a:lnTo>
                <a:lnTo>
                  <a:pt x="692" y="894"/>
                </a:lnTo>
                <a:lnTo>
                  <a:pt x="691" y="895"/>
                </a:lnTo>
                <a:lnTo>
                  <a:pt x="690" y="895"/>
                </a:lnTo>
                <a:lnTo>
                  <a:pt x="689" y="895"/>
                </a:lnTo>
                <a:lnTo>
                  <a:pt x="688" y="896"/>
                </a:lnTo>
                <a:lnTo>
                  <a:pt x="687" y="896"/>
                </a:lnTo>
                <a:lnTo>
                  <a:pt x="687" y="897"/>
                </a:lnTo>
                <a:lnTo>
                  <a:pt x="686" y="897"/>
                </a:lnTo>
                <a:lnTo>
                  <a:pt x="686" y="898"/>
                </a:lnTo>
                <a:lnTo>
                  <a:pt x="685" y="897"/>
                </a:lnTo>
                <a:lnTo>
                  <a:pt x="685" y="896"/>
                </a:lnTo>
                <a:lnTo>
                  <a:pt x="684" y="896"/>
                </a:lnTo>
                <a:lnTo>
                  <a:pt x="685" y="895"/>
                </a:lnTo>
                <a:lnTo>
                  <a:pt x="685" y="892"/>
                </a:lnTo>
                <a:lnTo>
                  <a:pt x="685" y="891"/>
                </a:lnTo>
                <a:lnTo>
                  <a:pt x="685" y="889"/>
                </a:lnTo>
                <a:lnTo>
                  <a:pt x="685" y="887"/>
                </a:lnTo>
                <a:lnTo>
                  <a:pt x="685" y="886"/>
                </a:lnTo>
                <a:lnTo>
                  <a:pt x="684" y="885"/>
                </a:lnTo>
                <a:lnTo>
                  <a:pt x="684" y="884"/>
                </a:lnTo>
                <a:lnTo>
                  <a:pt x="685" y="884"/>
                </a:lnTo>
                <a:lnTo>
                  <a:pt x="685" y="883"/>
                </a:lnTo>
                <a:lnTo>
                  <a:pt x="684" y="883"/>
                </a:lnTo>
                <a:lnTo>
                  <a:pt x="684" y="882"/>
                </a:lnTo>
                <a:lnTo>
                  <a:pt x="683" y="882"/>
                </a:lnTo>
                <a:lnTo>
                  <a:pt x="683" y="881"/>
                </a:lnTo>
                <a:lnTo>
                  <a:pt x="683" y="880"/>
                </a:lnTo>
                <a:lnTo>
                  <a:pt x="682" y="880"/>
                </a:lnTo>
                <a:lnTo>
                  <a:pt x="682" y="878"/>
                </a:lnTo>
                <a:lnTo>
                  <a:pt x="682" y="877"/>
                </a:lnTo>
                <a:lnTo>
                  <a:pt x="681" y="876"/>
                </a:lnTo>
                <a:lnTo>
                  <a:pt x="681" y="875"/>
                </a:lnTo>
                <a:lnTo>
                  <a:pt x="680" y="874"/>
                </a:lnTo>
                <a:lnTo>
                  <a:pt x="680" y="873"/>
                </a:lnTo>
                <a:lnTo>
                  <a:pt x="679" y="872"/>
                </a:lnTo>
                <a:lnTo>
                  <a:pt x="678" y="872"/>
                </a:lnTo>
                <a:lnTo>
                  <a:pt x="678" y="871"/>
                </a:lnTo>
                <a:lnTo>
                  <a:pt x="677" y="871"/>
                </a:lnTo>
                <a:lnTo>
                  <a:pt x="677" y="870"/>
                </a:lnTo>
                <a:lnTo>
                  <a:pt x="676" y="869"/>
                </a:lnTo>
                <a:lnTo>
                  <a:pt x="676" y="868"/>
                </a:lnTo>
                <a:lnTo>
                  <a:pt x="675" y="868"/>
                </a:lnTo>
                <a:lnTo>
                  <a:pt x="675" y="867"/>
                </a:lnTo>
                <a:lnTo>
                  <a:pt x="675" y="866"/>
                </a:lnTo>
                <a:lnTo>
                  <a:pt x="674" y="864"/>
                </a:lnTo>
                <a:lnTo>
                  <a:pt x="674" y="863"/>
                </a:lnTo>
                <a:lnTo>
                  <a:pt x="674" y="861"/>
                </a:lnTo>
                <a:lnTo>
                  <a:pt x="674" y="860"/>
                </a:lnTo>
                <a:lnTo>
                  <a:pt x="674" y="859"/>
                </a:lnTo>
                <a:lnTo>
                  <a:pt x="674" y="858"/>
                </a:lnTo>
                <a:lnTo>
                  <a:pt x="673" y="857"/>
                </a:lnTo>
                <a:lnTo>
                  <a:pt x="673" y="856"/>
                </a:lnTo>
                <a:lnTo>
                  <a:pt x="673" y="854"/>
                </a:lnTo>
                <a:lnTo>
                  <a:pt x="673" y="852"/>
                </a:lnTo>
                <a:lnTo>
                  <a:pt x="673" y="851"/>
                </a:lnTo>
                <a:lnTo>
                  <a:pt x="673" y="850"/>
                </a:lnTo>
                <a:lnTo>
                  <a:pt x="673" y="848"/>
                </a:lnTo>
                <a:lnTo>
                  <a:pt x="673" y="847"/>
                </a:lnTo>
                <a:lnTo>
                  <a:pt x="673" y="846"/>
                </a:lnTo>
                <a:lnTo>
                  <a:pt x="674" y="845"/>
                </a:lnTo>
                <a:lnTo>
                  <a:pt x="675" y="845"/>
                </a:lnTo>
                <a:lnTo>
                  <a:pt x="677" y="845"/>
                </a:lnTo>
                <a:lnTo>
                  <a:pt x="677" y="844"/>
                </a:lnTo>
                <a:lnTo>
                  <a:pt x="678" y="844"/>
                </a:lnTo>
                <a:lnTo>
                  <a:pt x="678" y="845"/>
                </a:lnTo>
                <a:lnTo>
                  <a:pt x="679" y="844"/>
                </a:lnTo>
                <a:lnTo>
                  <a:pt x="679" y="843"/>
                </a:lnTo>
                <a:lnTo>
                  <a:pt x="678" y="843"/>
                </a:lnTo>
                <a:lnTo>
                  <a:pt x="678" y="842"/>
                </a:lnTo>
                <a:lnTo>
                  <a:pt x="677" y="842"/>
                </a:lnTo>
                <a:lnTo>
                  <a:pt x="676" y="842"/>
                </a:lnTo>
                <a:lnTo>
                  <a:pt x="673" y="842"/>
                </a:lnTo>
                <a:lnTo>
                  <a:pt x="672" y="841"/>
                </a:lnTo>
                <a:lnTo>
                  <a:pt x="671" y="840"/>
                </a:lnTo>
                <a:lnTo>
                  <a:pt x="670" y="840"/>
                </a:lnTo>
                <a:lnTo>
                  <a:pt x="669" y="840"/>
                </a:lnTo>
                <a:lnTo>
                  <a:pt x="669" y="839"/>
                </a:lnTo>
                <a:lnTo>
                  <a:pt x="669" y="838"/>
                </a:lnTo>
                <a:lnTo>
                  <a:pt x="669" y="837"/>
                </a:lnTo>
                <a:lnTo>
                  <a:pt x="671" y="836"/>
                </a:lnTo>
                <a:lnTo>
                  <a:pt x="672" y="836"/>
                </a:lnTo>
                <a:lnTo>
                  <a:pt x="672" y="835"/>
                </a:lnTo>
                <a:lnTo>
                  <a:pt x="672" y="834"/>
                </a:lnTo>
                <a:lnTo>
                  <a:pt x="673" y="834"/>
                </a:lnTo>
                <a:lnTo>
                  <a:pt x="673" y="833"/>
                </a:lnTo>
                <a:lnTo>
                  <a:pt x="674" y="833"/>
                </a:lnTo>
                <a:lnTo>
                  <a:pt x="675" y="832"/>
                </a:lnTo>
                <a:lnTo>
                  <a:pt x="675" y="831"/>
                </a:lnTo>
                <a:lnTo>
                  <a:pt x="674" y="831"/>
                </a:lnTo>
                <a:lnTo>
                  <a:pt x="674" y="830"/>
                </a:lnTo>
                <a:lnTo>
                  <a:pt x="675" y="830"/>
                </a:lnTo>
                <a:lnTo>
                  <a:pt x="676" y="830"/>
                </a:lnTo>
                <a:lnTo>
                  <a:pt x="678" y="829"/>
                </a:lnTo>
                <a:lnTo>
                  <a:pt x="678" y="828"/>
                </a:lnTo>
                <a:lnTo>
                  <a:pt x="678" y="827"/>
                </a:lnTo>
                <a:lnTo>
                  <a:pt x="677" y="826"/>
                </a:lnTo>
                <a:lnTo>
                  <a:pt x="678" y="825"/>
                </a:lnTo>
                <a:lnTo>
                  <a:pt x="678" y="823"/>
                </a:lnTo>
                <a:lnTo>
                  <a:pt x="679" y="823"/>
                </a:lnTo>
                <a:lnTo>
                  <a:pt x="679" y="822"/>
                </a:lnTo>
                <a:lnTo>
                  <a:pt x="680" y="821"/>
                </a:lnTo>
                <a:lnTo>
                  <a:pt x="681" y="819"/>
                </a:lnTo>
                <a:lnTo>
                  <a:pt x="681" y="818"/>
                </a:lnTo>
                <a:lnTo>
                  <a:pt x="682" y="816"/>
                </a:lnTo>
                <a:lnTo>
                  <a:pt x="682" y="815"/>
                </a:lnTo>
                <a:lnTo>
                  <a:pt x="683" y="815"/>
                </a:lnTo>
                <a:lnTo>
                  <a:pt x="683" y="814"/>
                </a:lnTo>
                <a:lnTo>
                  <a:pt x="683" y="813"/>
                </a:lnTo>
                <a:lnTo>
                  <a:pt x="683" y="812"/>
                </a:lnTo>
                <a:lnTo>
                  <a:pt x="683" y="811"/>
                </a:lnTo>
                <a:lnTo>
                  <a:pt x="683" y="810"/>
                </a:lnTo>
                <a:lnTo>
                  <a:pt x="682" y="809"/>
                </a:lnTo>
                <a:lnTo>
                  <a:pt x="681" y="809"/>
                </a:lnTo>
                <a:lnTo>
                  <a:pt x="681" y="808"/>
                </a:lnTo>
                <a:lnTo>
                  <a:pt x="681" y="807"/>
                </a:lnTo>
                <a:lnTo>
                  <a:pt x="682" y="807"/>
                </a:lnTo>
                <a:lnTo>
                  <a:pt x="686" y="807"/>
                </a:lnTo>
                <a:lnTo>
                  <a:pt x="687" y="806"/>
                </a:lnTo>
                <a:lnTo>
                  <a:pt x="687" y="805"/>
                </a:lnTo>
                <a:lnTo>
                  <a:pt x="687" y="804"/>
                </a:lnTo>
                <a:lnTo>
                  <a:pt x="688" y="804"/>
                </a:lnTo>
                <a:lnTo>
                  <a:pt x="688" y="803"/>
                </a:lnTo>
                <a:lnTo>
                  <a:pt x="688" y="802"/>
                </a:lnTo>
                <a:lnTo>
                  <a:pt x="689" y="801"/>
                </a:lnTo>
                <a:lnTo>
                  <a:pt x="690" y="800"/>
                </a:lnTo>
                <a:lnTo>
                  <a:pt x="690" y="799"/>
                </a:lnTo>
                <a:lnTo>
                  <a:pt x="691" y="799"/>
                </a:lnTo>
                <a:lnTo>
                  <a:pt x="691" y="798"/>
                </a:lnTo>
                <a:lnTo>
                  <a:pt x="689" y="797"/>
                </a:lnTo>
                <a:lnTo>
                  <a:pt x="689" y="796"/>
                </a:lnTo>
                <a:lnTo>
                  <a:pt x="688" y="796"/>
                </a:lnTo>
                <a:lnTo>
                  <a:pt x="687" y="796"/>
                </a:lnTo>
                <a:lnTo>
                  <a:pt x="687" y="795"/>
                </a:lnTo>
                <a:lnTo>
                  <a:pt x="686" y="794"/>
                </a:lnTo>
                <a:lnTo>
                  <a:pt x="685" y="794"/>
                </a:lnTo>
                <a:lnTo>
                  <a:pt x="684" y="795"/>
                </a:lnTo>
                <a:lnTo>
                  <a:pt x="684" y="796"/>
                </a:lnTo>
                <a:lnTo>
                  <a:pt x="683" y="796"/>
                </a:lnTo>
                <a:lnTo>
                  <a:pt x="682" y="796"/>
                </a:lnTo>
                <a:lnTo>
                  <a:pt x="681" y="796"/>
                </a:lnTo>
                <a:lnTo>
                  <a:pt x="680" y="796"/>
                </a:lnTo>
                <a:lnTo>
                  <a:pt x="679" y="796"/>
                </a:lnTo>
                <a:lnTo>
                  <a:pt x="678" y="796"/>
                </a:lnTo>
                <a:lnTo>
                  <a:pt x="677" y="796"/>
                </a:lnTo>
                <a:lnTo>
                  <a:pt x="677" y="795"/>
                </a:lnTo>
                <a:lnTo>
                  <a:pt x="676" y="795"/>
                </a:lnTo>
                <a:lnTo>
                  <a:pt x="674" y="794"/>
                </a:lnTo>
                <a:lnTo>
                  <a:pt x="673" y="793"/>
                </a:lnTo>
                <a:lnTo>
                  <a:pt x="672" y="793"/>
                </a:lnTo>
                <a:lnTo>
                  <a:pt x="671" y="793"/>
                </a:lnTo>
                <a:lnTo>
                  <a:pt x="671" y="792"/>
                </a:lnTo>
                <a:lnTo>
                  <a:pt x="670" y="792"/>
                </a:lnTo>
                <a:lnTo>
                  <a:pt x="670" y="793"/>
                </a:lnTo>
                <a:lnTo>
                  <a:pt x="669" y="793"/>
                </a:lnTo>
                <a:lnTo>
                  <a:pt x="669" y="794"/>
                </a:lnTo>
                <a:lnTo>
                  <a:pt x="669" y="795"/>
                </a:lnTo>
                <a:lnTo>
                  <a:pt x="670" y="795"/>
                </a:lnTo>
                <a:lnTo>
                  <a:pt x="670" y="798"/>
                </a:lnTo>
                <a:lnTo>
                  <a:pt x="670" y="799"/>
                </a:lnTo>
                <a:lnTo>
                  <a:pt x="671" y="799"/>
                </a:lnTo>
                <a:lnTo>
                  <a:pt x="671" y="800"/>
                </a:lnTo>
                <a:lnTo>
                  <a:pt x="669" y="801"/>
                </a:lnTo>
                <a:lnTo>
                  <a:pt x="667" y="801"/>
                </a:lnTo>
                <a:lnTo>
                  <a:pt x="668" y="801"/>
                </a:lnTo>
                <a:lnTo>
                  <a:pt x="667" y="802"/>
                </a:lnTo>
                <a:lnTo>
                  <a:pt x="665" y="802"/>
                </a:lnTo>
                <a:lnTo>
                  <a:pt x="664" y="802"/>
                </a:lnTo>
                <a:lnTo>
                  <a:pt x="663" y="802"/>
                </a:lnTo>
                <a:lnTo>
                  <a:pt x="663" y="801"/>
                </a:lnTo>
                <a:lnTo>
                  <a:pt x="663" y="799"/>
                </a:lnTo>
                <a:lnTo>
                  <a:pt x="663" y="798"/>
                </a:lnTo>
                <a:lnTo>
                  <a:pt x="664" y="798"/>
                </a:lnTo>
                <a:lnTo>
                  <a:pt x="664" y="797"/>
                </a:lnTo>
                <a:lnTo>
                  <a:pt x="663" y="797"/>
                </a:lnTo>
                <a:lnTo>
                  <a:pt x="663" y="796"/>
                </a:lnTo>
                <a:lnTo>
                  <a:pt x="663" y="795"/>
                </a:lnTo>
                <a:lnTo>
                  <a:pt x="663" y="794"/>
                </a:lnTo>
                <a:lnTo>
                  <a:pt x="662" y="794"/>
                </a:lnTo>
                <a:lnTo>
                  <a:pt x="662" y="793"/>
                </a:lnTo>
                <a:lnTo>
                  <a:pt x="663" y="793"/>
                </a:lnTo>
                <a:lnTo>
                  <a:pt x="663" y="792"/>
                </a:lnTo>
                <a:lnTo>
                  <a:pt x="663" y="791"/>
                </a:lnTo>
                <a:lnTo>
                  <a:pt x="662" y="790"/>
                </a:lnTo>
                <a:lnTo>
                  <a:pt x="662" y="791"/>
                </a:lnTo>
                <a:lnTo>
                  <a:pt x="662" y="792"/>
                </a:lnTo>
                <a:lnTo>
                  <a:pt x="662" y="793"/>
                </a:lnTo>
                <a:lnTo>
                  <a:pt x="661" y="794"/>
                </a:lnTo>
                <a:lnTo>
                  <a:pt x="661" y="796"/>
                </a:lnTo>
                <a:lnTo>
                  <a:pt x="660" y="796"/>
                </a:lnTo>
                <a:lnTo>
                  <a:pt x="659" y="796"/>
                </a:lnTo>
                <a:lnTo>
                  <a:pt x="659" y="797"/>
                </a:lnTo>
                <a:lnTo>
                  <a:pt x="658" y="797"/>
                </a:lnTo>
                <a:lnTo>
                  <a:pt x="658" y="796"/>
                </a:lnTo>
                <a:lnTo>
                  <a:pt x="659" y="796"/>
                </a:lnTo>
                <a:lnTo>
                  <a:pt x="659" y="795"/>
                </a:lnTo>
                <a:lnTo>
                  <a:pt x="659" y="794"/>
                </a:lnTo>
                <a:lnTo>
                  <a:pt x="659" y="793"/>
                </a:lnTo>
                <a:lnTo>
                  <a:pt x="660" y="792"/>
                </a:lnTo>
                <a:lnTo>
                  <a:pt x="660" y="791"/>
                </a:lnTo>
                <a:lnTo>
                  <a:pt x="661" y="790"/>
                </a:lnTo>
                <a:lnTo>
                  <a:pt x="661" y="789"/>
                </a:lnTo>
                <a:lnTo>
                  <a:pt x="660" y="788"/>
                </a:lnTo>
                <a:lnTo>
                  <a:pt x="661" y="788"/>
                </a:lnTo>
                <a:lnTo>
                  <a:pt x="661" y="787"/>
                </a:lnTo>
                <a:lnTo>
                  <a:pt x="661" y="786"/>
                </a:lnTo>
                <a:lnTo>
                  <a:pt x="660" y="786"/>
                </a:lnTo>
                <a:lnTo>
                  <a:pt x="659" y="786"/>
                </a:lnTo>
                <a:lnTo>
                  <a:pt x="658" y="786"/>
                </a:lnTo>
                <a:lnTo>
                  <a:pt x="658" y="785"/>
                </a:lnTo>
                <a:lnTo>
                  <a:pt x="657" y="785"/>
                </a:lnTo>
                <a:lnTo>
                  <a:pt x="656" y="785"/>
                </a:lnTo>
                <a:lnTo>
                  <a:pt x="656" y="784"/>
                </a:lnTo>
                <a:lnTo>
                  <a:pt x="657" y="782"/>
                </a:lnTo>
                <a:lnTo>
                  <a:pt x="656" y="780"/>
                </a:lnTo>
                <a:lnTo>
                  <a:pt x="655" y="780"/>
                </a:lnTo>
                <a:lnTo>
                  <a:pt x="654" y="779"/>
                </a:lnTo>
                <a:lnTo>
                  <a:pt x="654" y="778"/>
                </a:lnTo>
                <a:lnTo>
                  <a:pt x="654" y="777"/>
                </a:lnTo>
                <a:lnTo>
                  <a:pt x="655" y="777"/>
                </a:lnTo>
                <a:lnTo>
                  <a:pt x="655" y="776"/>
                </a:lnTo>
                <a:lnTo>
                  <a:pt x="655" y="775"/>
                </a:lnTo>
                <a:lnTo>
                  <a:pt x="656" y="775"/>
                </a:lnTo>
                <a:lnTo>
                  <a:pt x="656" y="774"/>
                </a:lnTo>
                <a:lnTo>
                  <a:pt x="656" y="773"/>
                </a:lnTo>
                <a:lnTo>
                  <a:pt x="655" y="772"/>
                </a:lnTo>
                <a:lnTo>
                  <a:pt x="654" y="772"/>
                </a:lnTo>
                <a:lnTo>
                  <a:pt x="653" y="772"/>
                </a:lnTo>
                <a:lnTo>
                  <a:pt x="652" y="771"/>
                </a:lnTo>
                <a:lnTo>
                  <a:pt x="651" y="771"/>
                </a:lnTo>
                <a:lnTo>
                  <a:pt x="651" y="770"/>
                </a:lnTo>
                <a:lnTo>
                  <a:pt x="650" y="770"/>
                </a:lnTo>
                <a:lnTo>
                  <a:pt x="650" y="769"/>
                </a:lnTo>
                <a:lnTo>
                  <a:pt x="650" y="770"/>
                </a:lnTo>
                <a:lnTo>
                  <a:pt x="649" y="770"/>
                </a:lnTo>
                <a:lnTo>
                  <a:pt x="648" y="770"/>
                </a:lnTo>
                <a:lnTo>
                  <a:pt x="647" y="770"/>
                </a:lnTo>
                <a:lnTo>
                  <a:pt x="646" y="771"/>
                </a:lnTo>
                <a:lnTo>
                  <a:pt x="645" y="772"/>
                </a:lnTo>
                <a:lnTo>
                  <a:pt x="645" y="773"/>
                </a:lnTo>
                <a:lnTo>
                  <a:pt x="644" y="773"/>
                </a:lnTo>
                <a:lnTo>
                  <a:pt x="643" y="773"/>
                </a:lnTo>
                <a:lnTo>
                  <a:pt x="641" y="773"/>
                </a:lnTo>
                <a:lnTo>
                  <a:pt x="639" y="773"/>
                </a:lnTo>
                <a:lnTo>
                  <a:pt x="638" y="773"/>
                </a:lnTo>
                <a:lnTo>
                  <a:pt x="637" y="773"/>
                </a:lnTo>
                <a:lnTo>
                  <a:pt x="637" y="772"/>
                </a:lnTo>
                <a:lnTo>
                  <a:pt x="637" y="771"/>
                </a:lnTo>
                <a:lnTo>
                  <a:pt x="637" y="770"/>
                </a:lnTo>
                <a:lnTo>
                  <a:pt x="637" y="769"/>
                </a:lnTo>
                <a:lnTo>
                  <a:pt x="637" y="768"/>
                </a:lnTo>
                <a:lnTo>
                  <a:pt x="636" y="767"/>
                </a:lnTo>
                <a:lnTo>
                  <a:pt x="636" y="766"/>
                </a:lnTo>
                <a:lnTo>
                  <a:pt x="636" y="765"/>
                </a:lnTo>
                <a:lnTo>
                  <a:pt x="635" y="765"/>
                </a:lnTo>
                <a:lnTo>
                  <a:pt x="634" y="764"/>
                </a:lnTo>
                <a:lnTo>
                  <a:pt x="634" y="763"/>
                </a:lnTo>
                <a:lnTo>
                  <a:pt x="635" y="763"/>
                </a:lnTo>
                <a:lnTo>
                  <a:pt x="636" y="762"/>
                </a:lnTo>
                <a:lnTo>
                  <a:pt x="637" y="762"/>
                </a:lnTo>
                <a:lnTo>
                  <a:pt x="638" y="762"/>
                </a:lnTo>
                <a:lnTo>
                  <a:pt x="638" y="761"/>
                </a:lnTo>
                <a:lnTo>
                  <a:pt x="639" y="760"/>
                </a:lnTo>
                <a:lnTo>
                  <a:pt x="639" y="759"/>
                </a:lnTo>
                <a:lnTo>
                  <a:pt x="638" y="758"/>
                </a:lnTo>
                <a:lnTo>
                  <a:pt x="637" y="758"/>
                </a:lnTo>
                <a:lnTo>
                  <a:pt x="636" y="758"/>
                </a:lnTo>
                <a:lnTo>
                  <a:pt x="636" y="757"/>
                </a:lnTo>
                <a:lnTo>
                  <a:pt x="635" y="756"/>
                </a:lnTo>
                <a:lnTo>
                  <a:pt x="635" y="755"/>
                </a:lnTo>
                <a:lnTo>
                  <a:pt x="636" y="755"/>
                </a:lnTo>
                <a:lnTo>
                  <a:pt x="636" y="754"/>
                </a:lnTo>
                <a:lnTo>
                  <a:pt x="636" y="753"/>
                </a:lnTo>
                <a:lnTo>
                  <a:pt x="636" y="752"/>
                </a:lnTo>
                <a:lnTo>
                  <a:pt x="636" y="751"/>
                </a:lnTo>
                <a:lnTo>
                  <a:pt x="635" y="751"/>
                </a:lnTo>
                <a:lnTo>
                  <a:pt x="634" y="750"/>
                </a:lnTo>
                <a:lnTo>
                  <a:pt x="635" y="750"/>
                </a:lnTo>
                <a:lnTo>
                  <a:pt x="634" y="748"/>
                </a:lnTo>
                <a:lnTo>
                  <a:pt x="633" y="747"/>
                </a:lnTo>
                <a:lnTo>
                  <a:pt x="632" y="747"/>
                </a:lnTo>
                <a:lnTo>
                  <a:pt x="631" y="747"/>
                </a:lnTo>
                <a:lnTo>
                  <a:pt x="630" y="747"/>
                </a:lnTo>
                <a:lnTo>
                  <a:pt x="629" y="747"/>
                </a:lnTo>
                <a:lnTo>
                  <a:pt x="628" y="746"/>
                </a:lnTo>
                <a:lnTo>
                  <a:pt x="627" y="746"/>
                </a:lnTo>
                <a:lnTo>
                  <a:pt x="626" y="746"/>
                </a:lnTo>
                <a:lnTo>
                  <a:pt x="627" y="745"/>
                </a:lnTo>
                <a:lnTo>
                  <a:pt x="627" y="744"/>
                </a:lnTo>
                <a:lnTo>
                  <a:pt x="627" y="743"/>
                </a:lnTo>
                <a:lnTo>
                  <a:pt x="626" y="743"/>
                </a:lnTo>
                <a:lnTo>
                  <a:pt x="626" y="742"/>
                </a:lnTo>
                <a:lnTo>
                  <a:pt x="625" y="742"/>
                </a:lnTo>
                <a:lnTo>
                  <a:pt x="625" y="741"/>
                </a:lnTo>
                <a:lnTo>
                  <a:pt x="624" y="741"/>
                </a:lnTo>
                <a:lnTo>
                  <a:pt x="621" y="741"/>
                </a:lnTo>
                <a:lnTo>
                  <a:pt x="620" y="740"/>
                </a:lnTo>
                <a:lnTo>
                  <a:pt x="620" y="739"/>
                </a:lnTo>
                <a:lnTo>
                  <a:pt x="619" y="738"/>
                </a:lnTo>
                <a:lnTo>
                  <a:pt x="618" y="738"/>
                </a:lnTo>
                <a:lnTo>
                  <a:pt x="618" y="737"/>
                </a:lnTo>
                <a:lnTo>
                  <a:pt x="617" y="737"/>
                </a:lnTo>
                <a:lnTo>
                  <a:pt x="616" y="736"/>
                </a:lnTo>
                <a:lnTo>
                  <a:pt x="615" y="737"/>
                </a:lnTo>
                <a:lnTo>
                  <a:pt x="614" y="737"/>
                </a:lnTo>
                <a:lnTo>
                  <a:pt x="613" y="737"/>
                </a:lnTo>
                <a:lnTo>
                  <a:pt x="613" y="736"/>
                </a:lnTo>
                <a:lnTo>
                  <a:pt x="614" y="736"/>
                </a:lnTo>
                <a:lnTo>
                  <a:pt x="615" y="736"/>
                </a:lnTo>
                <a:lnTo>
                  <a:pt x="615" y="735"/>
                </a:lnTo>
                <a:lnTo>
                  <a:pt x="615" y="734"/>
                </a:lnTo>
                <a:lnTo>
                  <a:pt x="616" y="734"/>
                </a:lnTo>
                <a:lnTo>
                  <a:pt x="616" y="733"/>
                </a:lnTo>
                <a:lnTo>
                  <a:pt x="616" y="732"/>
                </a:lnTo>
                <a:lnTo>
                  <a:pt x="615" y="732"/>
                </a:lnTo>
                <a:lnTo>
                  <a:pt x="615" y="731"/>
                </a:lnTo>
                <a:lnTo>
                  <a:pt x="614" y="731"/>
                </a:lnTo>
                <a:lnTo>
                  <a:pt x="613" y="731"/>
                </a:lnTo>
                <a:lnTo>
                  <a:pt x="612" y="730"/>
                </a:lnTo>
                <a:lnTo>
                  <a:pt x="612" y="729"/>
                </a:lnTo>
                <a:lnTo>
                  <a:pt x="613" y="729"/>
                </a:lnTo>
                <a:lnTo>
                  <a:pt x="613" y="728"/>
                </a:lnTo>
                <a:lnTo>
                  <a:pt x="613" y="727"/>
                </a:lnTo>
                <a:lnTo>
                  <a:pt x="613" y="726"/>
                </a:lnTo>
                <a:lnTo>
                  <a:pt x="613" y="725"/>
                </a:lnTo>
                <a:lnTo>
                  <a:pt x="612" y="725"/>
                </a:lnTo>
                <a:lnTo>
                  <a:pt x="613" y="725"/>
                </a:lnTo>
                <a:lnTo>
                  <a:pt x="613" y="724"/>
                </a:lnTo>
                <a:lnTo>
                  <a:pt x="613" y="723"/>
                </a:lnTo>
                <a:lnTo>
                  <a:pt x="614" y="723"/>
                </a:lnTo>
                <a:lnTo>
                  <a:pt x="614" y="722"/>
                </a:lnTo>
                <a:lnTo>
                  <a:pt x="614" y="721"/>
                </a:lnTo>
                <a:lnTo>
                  <a:pt x="613" y="721"/>
                </a:lnTo>
                <a:lnTo>
                  <a:pt x="613" y="720"/>
                </a:lnTo>
                <a:lnTo>
                  <a:pt x="613" y="719"/>
                </a:lnTo>
                <a:lnTo>
                  <a:pt x="612" y="719"/>
                </a:lnTo>
                <a:lnTo>
                  <a:pt x="612" y="718"/>
                </a:lnTo>
                <a:lnTo>
                  <a:pt x="612" y="717"/>
                </a:lnTo>
                <a:lnTo>
                  <a:pt x="613" y="717"/>
                </a:lnTo>
                <a:lnTo>
                  <a:pt x="613" y="716"/>
                </a:lnTo>
                <a:lnTo>
                  <a:pt x="614" y="716"/>
                </a:lnTo>
                <a:lnTo>
                  <a:pt x="613" y="716"/>
                </a:lnTo>
                <a:lnTo>
                  <a:pt x="613" y="715"/>
                </a:lnTo>
                <a:lnTo>
                  <a:pt x="612" y="715"/>
                </a:lnTo>
                <a:lnTo>
                  <a:pt x="612" y="714"/>
                </a:lnTo>
                <a:lnTo>
                  <a:pt x="613" y="714"/>
                </a:lnTo>
                <a:lnTo>
                  <a:pt x="613" y="713"/>
                </a:lnTo>
                <a:lnTo>
                  <a:pt x="613" y="712"/>
                </a:lnTo>
                <a:lnTo>
                  <a:pt x="613" y="711"/>
                </a:lnTo>
                <a:lnTo>
                  <a:pt x="612" y="711"/>
                </a:lnTo>
                <a:lnTo>
                  <a:pt x="610" y="711"/>
                </a:lnTo>
                <a:lnTo>
                  <a:pt x="609" y="711"/>
                </a:lnTo>
                <a:lnTo>
                  <a:pt x="609" y="712"/>
                </a:lnTo>
                <a:lnTo>
                  <a:pt x="608" y="712"/>
                </a:lnTo>
                <a:lnTo>
                  <a:pt x="608" y="713"/>
                </a:lnTo>
                <a:lnTo>
                  <a:pt x="607" y="713"/>
                </a:lnTo>
                <a:lnTo>
                  <a:pt x="607" y="712"/>
                </a:lnTo>
                <a:lnTo>
                  <a:pt x="606" y="712"/>
                </a:lnTo>
                <a:lnTo>
                  <a:pt x="606" y="713"/>
                </a:lnTo>
                <a:lnTo>
                  <a:pt x="604" y="714"/>
                </a:lnTo>
                <a:lnTo>
                  <a:pt x="603" y="714"/>
                </a:lnTo>
                <a:lnTo>
                  <a:pt x="602" y="713"/>
                </a:lnTo>
                <a:lnTo>
                  <a:pt x="601" y="713"/>
                </a:lnTo>
                <a:lnTo>
                  <a:pt x="601" y="712"/>
                </a:lnTo>
                <a:lnTo>
                  <a:pt x="601" y="713"/>
                </a:lnTo>
                <a:lnTo>
                  <a:pt x="601" y="712"/>
                </a:lnTo>
                <a:lnTo>
                  <a:pt x="600" y="712"/>
                </a:lnTo>
                <a:lnTo>
                  <a:pt x="600" y="711"/>
                </a:lnTo>
                <a:lnTo>
                  <a:pt x="600" y="710"/>
                </a:lnTo>
                <a:lnTo>
                  <a:pt x="600" y="709"/>
                </a:lnTo>
                <a:lnTo>
                  <a:pt x="600" y="708"/>
                </a:lnTo>
                <a:lnTo>
                  <a:pt x="600" y="707"/>
                </a:lnTo>
                <a:lnTo>
                  <a:pt x="599" y="706"/>
                </a:lnTo>
                <a:lnTo>
                  <a:pt x="599" y="705"/>
                </a:lnTo>
                <a:lnTo>
                  <a:pt x="597" y="705"/>
                </a:lnTo>
                <a:lnTo>
                  <a:pt x="596" y="705"/>
                </a:lnTo>
                <a:lnTo>
                  <a:pt x="596" y="704"/>
                </a:lnTo>
                <a:lnTo>
                  <a:pt x="596" y="703"/>
                </a:lnTo>
                <a:lnTo>
                  <a:pt x="595" y="703"/>
                </a:lnTo>
                <a:lnTo>
                  <a:pt x="594" y="704"/>
                </a:lnTo>
                <a:lnTo>
                  <a:pt x="593" y="705"/>
                </a:lnTo>
                <a:lnTo>
                  <a:pt x="592" y="705"/>
                </a:lnTo>
                <a:lnTo>
                  <a:pt x="591" y="704"/>
                </a:lnTo>
                <a:lnTo>
                  <a:pt x="591" y="703"/>
                </a:lnTo>
                <a:lnTo>
                  <a:pt x="592" y="703"/>
                </a:lnTo>
                <a:lnTo>
                  <a:pt x="593" y="702"/>
                </a:lnTo>
                <a:lnTo>
                  <a:pt x="594" y="702"/>
                </a:lnTo>
                <a:lnTo>
                  <a:pt x="594" y="701"/>
                </a:lnTo>
                <a:lnTo>
                  <a:pt x="594" y="699"/>
                </a:lnTo>
                <a:lnTo>
                  <a:pt x="593" y="699"/>
                </a:lnTo>
                <a:lnTo>
                  <a:pt x="593" y="698"/>
                </a:lnTo>
                <a:lnTo>
                  <a:pt x="592" y="698"/>
                </a:lnTo>
                <a:lnTo>
                  <a:pt x="591" y="697"/>
                </a:lnTo>
                <a:lnTo>
                  <a:pt x="591" y="696"/>
                </a:lnTo>
                <a:lnTo>
                  <a:pt x="590" y="695"/>
                </a:lnTo>
                <a:lnTo>
                  <a:pt x="591" y="694"/>
                </a:lnTo>
                <a:lnTo>
                  <a:pt x="592" y="693"/>
                </a:lnTo>
                <a:lnTo>
                  <a:pt x="593" y="693"/>
                </a:lnTo>
                <a:lnTo>
                  <a:pt x="592" y="692"/>
                </a:lnTo>
                <a:lnTo>
                  <a:pt x="592" y="691"/>
                </a:lnTo>
                <a:lnTo>
                  <a:pt x="593" y="691"/>
                </a:lnTo>
                <a:lnTo>
                  <a:pt x="593" y="690"/>
                </a:lnTo>
                <a:lnTo>
                  <a:pt x="593" y="689"/>
                </a:lnTo>
                <a:lnTo>
                  <a:pt x="592" y="689"/>
                </a:lnTo>
                <a:lnTo>
                  <a:pt x="591" y="688"/>
                </a:lnTo>
                <a:lnTo>
                  <a:pt x="590" y="688"/>
                </a:lnTo>
                <a:lnTo>
                  <a:pt x="590" y="687"/>
                </a:lnTo>
                <a:lnTo>
                  <a:pt x="591" y="687"/>
                </a:lnTo>
                <a:lnTo>
                  <a:pt x="592" y="685"/>
                </a:lnTo>
                <a:lnTo>
                  <a:pt x="591" y="684"/>
                </a:lnTo>
                <a:lnTo>
                  <a:pt x="591" y="683"/>
                </a:lnTo>
                <a:lnTo>
                  <a:pt x="590" y="683"/>
                </a:lnTo>
                <a:lnTo>
                  <a:pt x="589" y="683"/>
                </a:lnTo>
                <a:lnTo>
                  <a:pt x="588" y="682"/>
                </a:lnTo>
                <a:lnTo>
                  <a:pt x="588" y="681"/>
                </a:lnTo>
                <a:lnTo>
                  <a:pt x="588" y="680"/>
                </a:lnTo>
                <a:lnTo>
                  <a:pt x="588" y="679"/>
                </a:lnTo>
                <a:lnTo>
                  <a:pt x="588" y="678"/>
                </a:lnTo>
                <a:lnTo>
                  <a:pt x="587" y="678"/>
                </a:lnTo>
                <a:lnTo>
                  <a:pt x="585" y="678"/>
                </a:lnTo>
                <a:lnTo>
                  <a:pt x="584" y="678"/>
                </a:lnTo>
                <a:lnTo>
                  <a:pt x="583" y="678"/>
                </a:lnTo>
                <a:lnTo>
                  <a:pt x="582" y="678"/>
                </a:lnTo>
                <a:lnTo>
                  <a:pt x="582" y="677"/>
                </a:lnTo>
                <a:lnTo>
                  <a:pt x="581" y="677"/>
                </a:lnTo>
                <a:lnTo>
                  <a:pt x="580" y="676"/>
                </a:lnTo>
                <a:lnTo>
                  <a:pt x="580" y="677"/>
                </a:lnTo>
                <a:lnTo>
                  <a:pt x="579" y="677"/>
                </a:lnTo>
                <a:lnTo>
                  <a:pt x="578" y="677"/>
                </a:lnTo>
                <a:lnTo>
                  <a:pt x="578" y="678"/>
                </a:lnTo>
                <a:lnTo>
                  <a:pt x="579" y="680"/>
                </a:lnTo>
                <a:lnTo>
                  <a:pt x="578" y="680"/>
                </a:lnTo>
                <a:lnTo>
                  <a:pt x="578" y="681"/>
                </a:lnTo>
                <a:lnTo>
                  <a:pt x="578" y="682"/>
                </a:lnTo>
                <a:lnTo>
                  <a:pt x="577" y="683"/>
                </a:lnTo>
                <a:lnTo>
                  <a:pt x="577" y="684"/>
                </a:lnTo>
                <a:lnTo>
                  <a:pt x="576" y="683"/>
                </a:lnTo>
                <a:lnTo>
                  <a:pt x="575" y="683"/>
                </a:lnTo>
                <a:lnTo>
                  <a:pt x="575" y="684"/>
                </a:lnTo>
                <a:lnTo>
                  <a:pt x="574" y="684"/>
                </a:lnTo>
                <a:lnTo>
                  <a:pt x="573" y="684"/>
                </a:lnTo>
                <a:lnTo>
                  <a:pt x="572" y="683"/>
                </a:lnTo>
                <a:lnTo>
                  <a:pt x="572" y="682"/>
                </a:lnTo>
                <a:lnTo>
                  <a:pt x="571" y="680"/>
                </a:lnTo>
                <a:lnTo>
                  <a:pt x="571" y="679"/>
                </a:lnTo>
                <a:lnTo>
                  <a:pt x="570" y="678"/>
                </a:lnTo>
                <a:lnTo>
                  <a:pt x="569" y="677"/>
                </a:lnTo>
                <a:lnTo>
                  <a:pt x="569" y="676"/>
                </a:lnTo>
                <a:lnTo>
                  <a:pt x="570" y="676"/>
                </a:lnTo>
                <a:lnTo>
                  <a:pt x="569" y="675"/>
                </a:lnTo>
                <a:lnTo>
                  <a:pt x="569" y="674"/>
                </a:lnTo>
                <a:lnTo>
                  <a:pt x="569" y="673"/>
                </a:lnTo>
                <a:lnTo>
                  <a:pt x="568" y="673"/>
                </a:lnTo>
                <a:lnTo>
                  <a:pt x="568" y="672"/>
                </a:lnTo>
                <a:lnTo>
                  <a:pt x="568" y="671"/>
                </a:lnTo>
                <a:lnTo>
                  <a:pt x="568" y="670"/>
                </a:lnTo>
                <a:lnTo>
                  <a:pt x="567" y="669"/>
                </a:lnTo>
                <a:lnTo>
                  <a:pt x="567" y="667"/>
                </a:lnTo>
                <a:lnTo>
                  <a:pt x="567" y="666"/>
                </a:lnTo>
                <a:lnTo>
                  <a:pt x="566" y="664"/>
                </a:lnTo>
                <a:lnTo>
                  <a:pt x="566" y="663"/>
                </a:lnTo>
                <a:lnTo>
                  <a:pt x="566" y="662"/>
                </a:lnTo>
                <a:lnTo>
                  <a:pt x="566" y="661"/>
                </a:lnTo>
                <a:lnTo>
                  <a:pt x="567" y="660"/>
                </a:lnTo>
                <a:lnTo>
                  <a:pt x="567" y="659"/>
                </a:lnTo>
                <a:lnTo>
                  <a:pt x="567" y="658"/>
                </a:lnTo>
                <a:lnTo>
                  <a:pt x="567" y="657"/>
                </a:lnTo>
                <a:lnTo>
                  <a:pt x="566" y="657"/>
                </a:lnTo>
                <a:lnTo>
                  <a:pt x="566" y="656"/>
                </a:lnTo>
                <a:lnTo>
                  <a:pt x="567" y="656"/>
                </a:lnTo>
                <a:lnTo>
                  <a:pt x="567" y="655"/>
                </a:lnTo>
                <a:lnTo>
                  <a:pt x="566" y="654"/>
                </a:lnTo>
                <a:lnTo>
                  <a:pt x="566" y="653"/>
                </a:lnTo>
                <a:lnTo>
                  <a:pt x="566" y="652"/>
                </a:lnTo>
                <a:lnTo>
                  <a:pt x="566" y="651"/>
                </a:lnTo>
                <a:lnTo>
                  <a:pt x="566" y="650"/>
                </a:lnTo>
                <a:lnTo>
                  <a:pt x="566" y="649"/>
                </a:lnTo>
                <a:lnTo>
                  <a:pt x="566" y="648"/>
                </a:lnTo>
                <a:lnTo>
                  <a:pt x="565" y="647"/>
                </a:lnTo>
                <a:lnTo>
                  <a:pt x="565" y="646"/>
                </a:lnTo>
                <a:lnTo>
                  <a:pt x="565" y="645"/>
                </a:lnTo>
                <a:lnTo>
                  <a:pt x="565" y="644"/>
                </a:lnTo>
                <a:lnTo>
                  <a:pt x="563" y="644"/>
                </a:lnTo>
                <a:lnTo>
                  <a:pt x="563" y="643"/>
                </a:lnTo>
                <a:lnTo>
                  <a:pt x="563" y="642"/>
                </a:lnTo>
                <a:lnTo>
                  <a:pt x="563" y="641"/>
                </a:lnTo>
                <a:lnTo>
                  <a:pt x="562" y="640"/>
                </a:lnTo>
                <a:lnTo>
                  <a:pt x="562" y="639"/>
                </a:lnTo>
                <a:lnTo>
                  <a:pt x="559" y="637"/>
                </a:lnTo>
                <a:lnTo>
                  <a:pt x="559" y="636"/>
                </a:lnTo>
                <a:lnTo>
                  <a:pt x="559" y="635"/>
                </a:lnTo>
                <a:lnTo>
                  <a:pt x="560" y="635"/>
                </a:lnTo>
                <a:lnTo>
                  <a:pt x="561" y="635"/>
                </a:lnTo>
                <a:lnTo>
                  <a:pt x="561" y="633"/>
                </a:lnTo>
                <a:lnTo>
                  <a:pt x="560" y="632"/>
                </a:lnTo>
                <a:lnTo>
                  <a:pt x="560" y="631"/>
                </a:lnTo>
                <a:lnTo>
                  <a:pt x="561" y="631"/>
                </a:lnTo>
                <a:lnTo>
                  <a:pt x="562" y="629"/>
                </a:lnTo>
                <a:lnTo>
                  <a:pt x="563" y="628"/>
                </a:lnTo>
                <a:lnTo>
                  <a:pt x="564" y="626"/>
                </a:lnTo>
                <a:lnTo>
                  <a:pt x="564" y="625"/>
                </a:lnTo>
                <a:lnTo>
                  <a:pt x="563" y="624"/>
                </a:lnTo>
                <a:lnTo>
                  <a:pt x="563" y="623"/>
                </a:lnTo>
                <a:lnTo>
                  <a:pt x="562" y="622"/>
                </a:lnTo>
                <a:lnTo>
                  <a:pt x="562" y="621"/>
                </a:lnTo>
                <a:lnTo>
                  <a:pt x="562" y="620"/>
                </a:lnTo>
                <a:lnTo>
                  <a:pt x="562" y="619"/>
                </a:lnTo>
                <a:lnTo>
                  <a:pt x="562" y="618"/>
                </a:lnTo>
                <a:lnTo>
                  <a:pt x="563" y="617"/>
                </a:lnTo>
                <a:lnTo>
                  <a:pt x="563" y="616"/>
                </a:lnTo>
                <a:lnTo>
                  <a:pt x="562" y="615"/>
                </a:lnTo>
                <a:lnTo>
                  <a:pt x="562" y="614"/>
                </a:lnTo>
                <a:lnTo>
                  <a:pt x="561" y="614"/>
                </a:lnTo>
                <a:lnTo>
                  <a:pt x="560" y="614"/>
                </a:lnTo>
                <a:lnTo>
                  <a:pt x="560" y="615"/>
                </a:lnTo>
                <a:lnTo>
                  <a:pt x="560" y="616"/>
                </a:lnTo>
                <a:lnTo>
                  <a:pt x="559" y="616"/>
                </a:lnTo>
                <a:lnTo>
                  <a:pt x="559" y="617"/>
                </a:lnTo>
                <a:lnTo>
                  <a:pt x="558" y="617"/>
                </a:lnTo>
                <a:lnTo>
                  <a:pt x="558" y="618"/>
                </a:lnTo>
                <a:lnTo>
                  <a:pt x="557" y="618"/>
                </a:lnTo>
                <a:lnTo>
                  <a:pt x="556" y="617"/>
                </a:lnTo>
                <a:lnTo>
                  <a:pt x="555" y="617"/>
                </a:lnTo>
                <a:lnTo>
                  <a:pt x="554" y="617"/>
                </a:lnTo>
                <a:lnTo>
                  <a:pt x="553" y="618"/>
                </a:lnTo>
                <a:lnTo>
                  <a:pt x="553" y="617"/>
                </a:lnTo>
                <a:lnTo>
                  <a:pt x="552" y="617"/>
                </a:lnTo>
                <a:lnTo>
                  <a:pt x="552" y="618"/>
                </a:lnTo>
                <a:lnTo>
                  <a:pt x="552" y="619"/>
                </a:lnTo>
                <a:lnTo>
                  <a:pt x="551" y="619"/>
                </a:lnTo>
                <a:lnTo>
                  <a:pt x="551" y="620"/>
                </a:lnTo>
                <a:lnTo>
                  <a:pt x="550" y="620"/>
                </a:lnTo>
                <a:lnTo>
                  <a:pt x="550" y="619"/>
                </a:lnTo>
                <a:lnTo>
                  <a:pt x="549" y="619"/>
                </a:lnTo>
                <a:lnTo>
                  <a:pt x="548" y="619"/>
                </a:lnTo>
                <a:lnTo>
                  <a:pt x="548" y="620"/>
                </a:lnTo>
                <a:lnTo>
                  <a:pt x="547" y="620"/>
                </a:lnTo>
                <a:lnTo>
                  <a:pt x="547" y="621"/>
                </a:lnTo>
                <a:lnTo>
                  <a:pt x="547" y="622"/>
                </a:lnTo>
                <a:lnTo>
                  <a:pt x="548" y="622"/>
                </a:lnTo>
                <a:lnTo>
                  <a:pt x="548" y="623"/>
                </a:lnTo>
                <a:lnTo>
                  <a:pt x="547" y="623"/>
                </a:lnTo>
                <a:lnTo>
                  <a:pt x="547" y="624"/>
                </a:lnTo>
                <a:lnTo>
                  <a:pt x="546" y="625"/>
                </a:lnTo>
                <a:lnTo>
                  <a:pt x="546" y="626"/>
                </a:lnTo>
                <a:lnTo>
                  <a:pt x="545" y="627"/>
                </a:lnTo>
                <a:lnTo>
                  <a:pt x="544" y="627"/>
                </a:lnTo>
                <a:lnTo>
                  <a:pt x="544" y="628"/>
                </a:lnTo>
                <a:lnTo>
                  <a:pt x="544" y="629"/>
                </a:lnTo>
                <a:lnTo>
                  <a:pt x="544" y="630"/>
                </a:lnTo>
                <a:lnTo>
                  <a:pt x="544" y="631"/>
                </a:lnTo>
                <a:lnTo>
                  <a:pt x="543" y="631"/>
                </a:lnTo>
                <a:lnTo>
                  <a:pt x="543" y="632"/>
                </a:lnTo>
                <a:lnTo>
                  <a:pt x="542" y="632"/>
                </a:lnTo>
                <a:lnTo>
                  <a:pt x="541" y="632"/>
                </a:lnTo>
                <a:lnTo>
                  <a:pt x="540" y="632"/>
                </a:lnTo>
                <a:lnTo>
                  <a:pt x="539" y="632"/>
                </a:lnTo>
                <a:lnTo>
                  <a:pt x="538" y="633"/>
                </a:lnTo>
                <a:lnTo>
                  <a:pt x="536" y="635"/>
                </a:lnTo>
                <a:lnTo>
                  <a:pt x="536" y="636"/>
                </a:lnTo>
                <a:lnTo>
                  <a:pt x="535" y="637"/>
                </a:lnTo>
                <a:lnTo>
                  <a:pt x="535" y="639"/>
                </a:lnTo>
                <a:lnTo>
                  <a:pt x="535" y="641"/>
                </a:lnTo>
                <a:lnTo>
                  <a:pt x="535" y="642"/>
                </a:lnTo>
                <a:lnTo>
                  <a:pt x="535" y="643"/>
                </a:lnTo>
                <a:lnTo>
                  <a:pt x="535" y="644"/>
                </a:lnTo>
                <a:lnTo>
                  <a:pt x="536" y="646"/>
                </a:lnTo>
                <a:lnTo>
                  <a:pt x="536" y="647"/>
                </a:lnTo>
                <a:lnTo>
                  <a:pt x="536" y="648"/>
                </a:lnTo>
                <a:lnTo>
                  <a:pt x="535" y="649"/>
                </a:lnTo>
                <a:lnTo>
                  <a:pt x="536" y="649"/>
                </a:lnTo>
                <a:lnTo>
                  <a:pt x="535" y="650"/>
                </a:lnTo>
                <a:lnTo>
                  <a:pt x="534" y="651"/>
                </a:lnTo>
                <a:lnTo>
                  <a:pt x="535" y="651"/>
                </a:lnTo>
                <a:lnTo>
                  <a:pt x="535" y="652"/>
                </a:lnTo>
                <a:lnTo>
                  <a:pt x="535" y="653"/>
                </a:lnTo>
                <a:lnTo>
                  <a:pt x="534" y="653"/>
                </a:lnTo>
                <a:lnTo>
                  <a:pt x="533" y="653"/>
                </a:lnTo>
                <a:lnTo>
                  <a:pt x="532" y="653"/>
                </a:lnTo>
                <a:lnTo>
                  <a:pt x="531" y="654"/>
                </a:lnTo>
                <a:lnTo>
                  <a:pt x="531" y="655"/>
                </a:lnTo>
                <a:lnTo>
                  <a:pt x="531" y="656"/>
                </a:lnTo>
                <a:lnTo>
                  <a:pt x="531" y="657"/>
                </a:lnTo>
                <a:lnTo>
                  <a:pt x="532" y="657"/>
                </a:lnTo>
                <a:lnTo>
                  <a:pt x="532" y="659"/>
                </a:lnTo>
                <a:lnTo>
                  <a:pt x="531" y="659"/>
                </a:lnTo>
                <a:lnTo>
                  <a:pt x="530" y="659"/>
                </a:lnTo>
                <a:lnTo>
                  <a:pt x="530" y="660"/>
                </a:lnTo>
                <a:lnTo>
                  <a:pt x="531" y="660"/>
                </a:lnTo>
                <a:lnTo>
                  <a:pt x="531" y="661"/>
                </a:lnTo>
                <a:lnTo>
                  <a:pt x="530" y="661"/>
                </a:lnTo>
                <a:lnTo>
                  <a:pt x="529" y="661"/>
                </a:lnTo>
                <a:lnTo>
                  <a:pt x="529" y="662"/>
                </a:lnTo>
                <a:lnTo>
                  <a:pt x="528" y="663"/>
                </a:lnTo>
                <a:lnTo>
                  <a:pt x="528" y="664"/>
                </a:lnTo>
                <a:lnTo>
                  <a:pt x="529" y="664"/>
                </a:lnTo>
                <a:lnTo>
                  <a:pt x="529" y="665"/>
                </a:lnTo>
                <a:lnTo>
                  <a:pt x="528" y="666"/>
                </a:lnTo>
                <a:lnTo>
                  <a:pt x="528" y="667"/>
                </a:lnTo>
                <a:lnTo>
                  <a:pt x="527" y="667"/>
                </a:lnTo>
                <a:lnTo>
                  <a:pt x="527" y="668"/>
                </a:lnTo>
                <a:lnTo>
                  <a:pt x="527" y="669"/>
                </a:lnTo>
                <a:lnTo>
                  <a:pt x="526" y="670"/>
                </a:lnTo>
                <a:lnTo>
                  <a:pt x="525" y="670"/>
                </a:lnTo>
                <a:lnTo>
                  <a:pt x="525" y="672"/>
                </a:lnTo>
                <a:lnTo>
                  <a:pt x="524" y="672"/>
                </a:lnTo>
                <a:lnTo>
                  <a:pt x="523" y="673"/>
                </a:lnTo>
                <a:lnTo>
                  <a:pt x="522" y="674"/>
                </a:lnTo>
                <a:lnTo>
                  <a:pt x="521" y="674"/>
                </a:lnTo>
                <a:lnTo>
                  <a:pt x="521" y="675"/>
                </a:lnTo>
                <a:lnTo>
                  <a:pt x="522" y="675"/>
                </a:lnTo>
                <a:lnTo>
                  <a:pt x="522" y="678"/>
                </a:lnTo>
                <a:lnTo>
                  <a:pt x="521" y="678"/>
                </a:lnTo>
                <a:lnTo>
                  <a:pt x="519" y="678"/>
                </a:lnTo>
                <a:lnTo>
                  <a:pt x="518" y="678"/>
                </a:lnTo>
                <a:lnTo>
                  <a:pt x="517" y="678"/>
                </a:lnTo>
                <a:lnTo>
                  <a:pt x="516" y="680"/>
                </a:lnTo>
                <a:lnTo>
                  <a:pt x="516" y="681"/>
                </a:lnTo>
                <a:lnTo>
                  <a:pt x="515" y="680"/>
                </a:lnTo>
                <a:lnTo>
                  <a:pt x="514" y="681"/>
                </a:lnTo>
                <a:lnTo>
                  <a:pt x="513" y="682"/>
                </a:lnTo>
                <a:lnTo>
                  <a:pt x="513" y="683"/>
                </a:lnTo>
                <a:lnTo>
                  <a:pt x="512" y="683"/>
                </a:lnTo>
                <a:lnTo>
                  <a:pt x="512" y="684"/>
                </a:lnTo>
                <a:lnTo>
                  <a:pt x="512" y="685"/>
                </a:lnTo>
                <a:lnTo>
                  <a:pt x="512" y="686"/>
                </a:lnTo>
                <a:lnTo>
                  <a:pt x="513" y="687"/>
                </a:lnTo>
                <a:lnTo>
                  <a:pt x="513" y="688"/>
                </a:lnTo>
                <a:lnTo>
                  <a:pt x="513" y="689"/>
                </a:lnTo>
                <a:lnTo>
                  <a:pt x="512" y="689"/>
                </a:lnTo>
                <a:lnTo>
                  <a:pt x="511" y="689"/>
                </a:lnTo>
                <a:lnTo>
                  <a:pt x="510" y="689"/>
                </a:lnTo>
                <a:lnTo>
                  <a:pt x="510" y="688"/>
                </a:lnTo>
                <a:lnTo>
                  <a:pt x="510" y="687"/>
                </a:lnTo>
                <a:lnTo>
                  <a:pt x="510" y="686"/>
                </a:lnTo>
                <a:lnTo>
                  <a:pt x="510" y="685"/>
                </a:lnTo>
                <a:lnTo>
                  <a:pt x="510" y="684"/>
                </a:lnTo>
                <a:lnTo>
                  <a:pt x="509" y="683"/>
                </a:lnTo>
                <a:lnTo>
                  <a:pt x="509" y="682"/>
                </a:lnTo>
                <a:lnTo>
                  <a:pt x="508" y="681"/>
                </a:lnTo>
                <a:lnTo>
                  <a:pt x="507" y="681"/>
                </a:lnTo>
                <a:lnTo>
                  <a:pt x="507" y="680"/>
                </a:lnTo>
                <a:lnTo>
                  <a:pt x="507" y="679"/>
                </a:lnTo>
                <a:lnTo>
                  <a:pt x="506" y="679"/>
                </a:lnTo>
                <a:lnTo>
                  <a:pt x="506" y="678"/>
                </a:lnTo>
                <a:lnTo>
                  <a:pt x="506" y="679"/>
                </a:lnTo>
                <a:lnTo>
                  <a:pt x="505" y="679"/>
                </a:lnTo>
                <a:lnTo>
                  <a:pt x="505" y="680"/>
                </a:lnTo>
                <a:lnTo>
                  <a:pt x="504" y="680"/>
                </a:lnTo>
                <a:lnTo>
                  <a:pt x="504" y="679"/>
                </a:lnTo>
                <a:lnTo>
                  <a:pt x="503" y="679"/>
                </a:lnTo>
                <a:lnTo>
                  <a:pt x="502" y="679"/>
                </a:lnTo>
                <a:lnTo>
                  <a:pt x="501" y="680"/>
                </a:lnTo>
                <a:lnTo>
                  <a:pt x="501" y="679"/>
                </a:lnTo>
                <a:lnTo>
                  <a:pt x="500" y="679"/>
                </a:lnTo>
                <a:lnTo>
                  <a:pt x="499" y="680"/>
                </a:lnTo>
                <a:lnTo>
                  <a:pt x="498" y="680"/>
                </a:lnTo>
                <a:lnTo>
                  <a:pt x="497" y="680"/>
                </a:lnTo>
                <a:lnTo>
                  <a:pt x="496" y="680"/>
                </a:lnTo>
                <a:lnTo>
                  <a:pt x="496" y="679"/>
                </a:lnTo>
                <a:lnTo>
                  <a:pt x="495" y="678"/>
                </a:lnTo>
                <a:lnTo>
                  <a:pt x="495" y="676"/>
                </a:lnTo>
                <a:lnTo>
                  <a:pt x="496" y="675"/>
                </a:lnTo>
                <a:lnTo>
                  <a:pt x="496" y="674"/>
                </a:lnTo>
                <a:lnTo>
                  <a:pt x="497" y="674"/>
                </a:lnTo>
                <a:lnTo>
                  <a:pt x="497" y="673"/>
                </a:lnTo>
                <a:lnTo>
                  <a:pt x="497" y="674"/>
                </a:lnTo>
                <a:lnTo>
                  <a:pt x="498" y="674"/>
                </a:lnTo>
                <a:lnTo>
                  <a:pt x="499" y="672"/>
                </a:lnTo>
                <a:lnTo>
                  <a:pt x="499" y="671"/>
                </a:lnTo>
                <a:lnTo>
                  <a:pt x="501" y="671"/>
                </a:lnTo>
                <a:lnTo>
                  <a:pt x="501" y="670"/>
                </a:lnTo>
                <a:lnTo>
                  <a:pt x="502" y="669"/>
                </a:lnTo>
                <a:lnTo>
                  <a:pt x="503" y="669"/>
                </a:lnTo>
                <a:lnTo>
                  <a:pt x="503" y="668"/>
                </a:lnTo>
                <a:lnTo>
                  <a:pt x="503" y="667"/>
                </a:lnTo>
                <a:lnTo>
                  <a:pt x="504" y="666"/>
                </a:lnTo>
                <a:lnTo>
                  <a:pt x="504" y="665"/>
                </a:lnTo>
                <a:lnTo>
                  <a:pt x="504" y="664"/>
                </a:lnTo>
                <a:lnTo>
                  <a:pt x="504" y="663"/>
                </a:lnTo>
                <a:lnTo>
                  <a:pt x="504" y="662"/>
                </a:lnTo>
                <a:lnTo>
                  <a:pt x="503" y="662"/>
                </a:lnTo>
                <a:lnTo>
                  <a:pt x="502" y="661"/>
                </a:lnTo>
                <a:lnTo>
                  <a:pt x="501" y="661"/>
                </a:lnTo>
                <a:lnTo>
                  <a:pt x="501" y="660"/>
                </a:lnTo>
                <a:lnTo>
                  <a:pt x="500" y="660"/>
                </a:lnTo>
                <a:lnTo>
                  <a:pt x="499" y="660"/>
                </a:lnTo>
                <a:lnTo>
                  <a:pt x="498" y="660"/>
                </a:lnTo>
                <a:lnTo>
                  <a:pt x="497" y="661"/>
                </a:lnTo>
                <a:lnTo>
                  <a:pt x="495" y="662"/>
                </a:lnTo>
                <a:lnTo>
                  <a:pt x="493" y="662"/>
                </a:lnTo>
                <a:lnTo>
                  <a:pt x="492" y="662"/>
                </a:lnTo>
                <a:lnTo>
                  <a:pt x="492" y="661"/>
                </a:lnTo>
                <a:lnTo>
                  <a:pt x="490" y="661"/>
                </a:lnTo>
                <a:lnTo>
                  <a:pt x="489" y="660"/>
                </a:lnTo>
                <a:lnTo>
                  <a:pt x="489" y="659"/>
                </a:lnTo>
                <a:lnTo>
                  <a:pt x="488" y="659"/>
                </a:lnTo>
                <a:lnTo>
                  <a:pt x="487" y="658"/>
                </a:lnTo>
                <a:lnTo>
                  <a:pt x="486" y="658"/>
                </a:lnTo>
                <a:lnTo>
                  <a:pt x="487" y="657"/>
                </a:lnTo>
                <a:lnTo>
                  <a:pt x="487" y="656"/>
                </a:lnTo>
                <a:lnTo>
                  <a:pt x="488" y="655"/>
                </a:lnTo>
                <a:lnTo>
                  <a:pt x="488" y="654"/>
                </a:lnTo>
                <a:lnTo>
                  <a:pt x="489" y="654"/>
                </a:lnTo>
                <a:lnTo>
                  <a:pt x="489" y="653"/>
                </a:lnTo>
                <a:lnTo>
                  <a:pt x="490" y="652"/>
                </a:lnTo>
                <a:lnTo>
                  <a:pt x="490" y="651"/>
                </a:lnTo>
                <a:lnTo>
                  <a:pt x="491" y="649"/>
                </a:lnTo>
                <a:lnTo>
                  <a:pt x="492" y="647"/>
                </a:lnTo>
                <a:lnTo>
                  <a:pt x="493" y="647"/>
                </a:lnTo>
                <a:lnTo>
                  <a:pt x="494" y="645"/>
                </a:lnTo>
                <a:lnTo>
                  <a:pt x="496" y="641"/>
                </a:lnTo>
                <a:lnTo>
                  <a:pt x="496" y="640"/>
                </a:lnTo>
                <a:lnTo>
                  <a:pt x="497" y="639"/>
                </a:lnTo>
                <a:lnTo>
                  <a:pt x="496" y="639"/>
                </a:lnTo>
                <a:lnTo>
                  <a:pt x="496" y="638"/>
                </a:lnTo>
                <a:lnTo>
                  <a:pt x="495" y="638"/>
                </a:lnTo>
                <a:lnTo>
                  <a:pt x="494" y="637"/>
                </a:lnTo>
                <a:lnTo>
                  <a:pt x="492" y="637"/>
                </a:lnTo>
                <a:lnTo>
                  <a:pt x="491" y="636"/>
                </a:lnTo>
                <a:lnTo>
                  <a:pt x="490" y="635"/>
                </a:lnTo>
                <a:lnTo>
                  <a:pt x="490" y="634"/>
                </a:lnTo>
                <a:lnTo>
                  <a:pt x="489" y="634"/>
                </a:lnTo>
                <a:lnTo>
                  <a:pt x="488" y="633"/>
                </a:lnTo>
                <a:lnTo>
                  <a:pt x="487" y="633"/>
                </a:lnTo>
                <a:lnTo>
                  <a:pt x="486" y="632"/>
                </a:lnTo>
                <a:lnTo>
                  <a:pt x="485" y="631"/>
                </a:lnTo>
                <a:lnTo>
                  <a:pt x="484" y="631"/>
                </a:lnTo>
                <a:lnTo>
                  <a:pt x="484" y="632"/>
                </a:lnTo>
                <a:lnTo>
                  <a:pt x="483" y="631"/>
                </a:lnTo>
                <a:lnTo>
                  <a:pt x="482" y="631"/>
                </a:lnTo>
                <a:lnTo>
                  <a:pt x="481" y="630"/>
                </a:lnTo>
                <a:lnTo>
                  <a:pt x="481" y="629"/>
                </a:lnTo>
                <a:lnTo>
                  <a:pt x="480" y="628"/>
                </a:lnTo>
                <a:lnTo>
                  <a:pt x="479" y="628"/>
                </a:lnTo>
                <a:lnTo>
                  <a:pt x="477" y="627"/>
                </a:lnTo>
                <a:lnTo>
                  <a:pt x="477" y="626"/>
                </a:lnTo>
                <a:lnTo>
                  <a:pt x="476" y="626"/>
                </a:lnTo>
                <a:lnTo>
                  <a:pt x="475" y="626"/>
                </a:lnTo>
                <a:lnTo>
                  <a:pt x="474" y="625"/>
                </a:lnTo>
                <a:lnTo>
                  <a:pt x="473" y="625"/>
                </a:lnTo>
                <a:lnTo>
                  <a:pt x="472" y="625"/>
                </a:lnTo>
                <a:lnTo>
                  <a:pt x="472" y="624"/>
                </a:lnTo>
                <a:lnTo>
                  <a:pt x="471" y="623"/>
                </a:lnTo>
                <a:lnTo>
                  <a:pt x="470" y="623"/>
                </a:lnTo>
                <a:lnTo>
                  <a:pt x="470" y="622"/>
                </a:lnTo>
                <a:lnTo>
                  <a:pt x="471" y="622"/>
                </a:lnTo>
                <a:lnTo>
                  <a:pt x="471" y="621"/>
                </a:lnTo>
                <a:lnTo>
                  <a:pt x="471" y="620"/>
                </a:lnTo>
                <a:lnTo>
                  <a:pt x="471" y="619"/>
                </a:lnTo>
                <a:lnTo>
                  <a:pt x="471" y="617"/>
                </a:lnTo>
                <a:lnTo>
                  <a:pt x="471" y="616"/>
                </a:lnTo>
                <a:lnTo>
                  <a:pt x="470" y="615"/>
                </a:lnTo>
                <a:lnTo>
                  <a:pt x="470" y="614"/>
                </a:lnTo>
                <a:lnTo>
                  <a:pt x="470" y="613"/>
                </a:lnTo>
                <a:lnTo>
                  <a:pt x="470" y="612"/>
                </a:lnTo>
                <a:lnTo>
                  <a:pt x="469" y="612"/>
                </a:lnTo>
                <a:lnTo>
                  <a:pt x="468" y="612"/>
                </a:lnTo>
                <a:lnTo>
                  <a:pt x="467" y="612"/>
                </a:lnTo>
                <a:lnTo>
                  <a:pt x="465" y="612"/>
                </a:lnTo>
                <a:lnTo>
                  <a:pt x="462" y="613"/>
                </a:lnTo>
                <a:lnTo>
                  <a:pt x="460" y="611"/>
                </a:lnTo>
                <a:lnTo>
                  <a:pt x="459" y="611"/>
                </a:lnTo>
                <a:lnTo>
                  <a:pt x="459" y="610"/>
                </a:lnTo>
                <a:lnTo>
                  <a:pt x="460" y="610"/>
                </a:lnTo>
                <a:lnTo>
                  <a:pt x="459" y="609"/>
                </a:lnTo>
                <a:lnTo>
                  <a:pt x="458" y="610"/>
                </a:lnTo>
                <a:lnTo>
                  <a:pt x="457" y="611"/>
                </a:lnTo>
                <a:lnTo>
                  <a:pt x="455" y="612"/>
                </a:lnTo>
                <a:lnTo>
                  <a:pt x="454" y="613"/>
                </a:lnTo>
                <a:lnTo>
                  <a:pt x="453" y="612"/>
                </a:lnTo>
                <a:lnTo>
                  <a:pt x="452" y="612"/>
                </a:lnTo>
                <a:lnTo>
                  <a:pt x="451" y="612"/>
                </a:lnTo>
                <a:lnTo>
                  <a:pt x="450" y="612"/>
                </a:lnTo>
                <a:lnTo>
                  <a:pt x="449" y="611"/>
                </a:lnTo>
                <a:lnTo>
                  <a:pt x="448" y="611"/>
                </a:lnTo>
                <a:lnTo>
                  <a:pt x="447" y="611"/>
                </a:lnTo>
                <a:lnTo>
                  <a:pt x="447" y="612"/>
                </a:lnTo>
                <a:lnTo>
                  <a:pt x="446" y="612"/>
                </a:lnTo>
                <a:lnTo>
                  <a:pt x="446" y="613"/>
                </a:lnTo>
                <a:lnTo>
                  <a:pt x="445" y="613"/>
                </a:lnTo>
                <a:lnTo>
                  <a:pt x="444" y="613"/>
                </a:lnTo>
                <a:lnTo>
                  <a:pt x="444" y="612"/>
                </a:lnTo>
                <a:lnTo>
                  <a:pt x="444" y="611"/>
                </a:lnTo>
                <a:lnTo>
                  <a:pt x="444" y="610"/>
                </a:lnTo>
                <a:lnTo>
                  <a:pt x="443" y="609"/>
                </a:lnTo>
                <a:lnTo>
                  <a:pt x="444" y="608"/>
                </a:lnTo>
                <a:lnTo>
                  <a:pt x="444" y="607"/>
                </a:lnTo>
                <a:lnTo>
                  <a:pt x="443" y="607"/>
                </a:lnTo>
                <a:lnTo>
                  <a:pt x="442" y="607"/>
                </a:lnTo>
                <a:lnTo>
                  <a:pt x="442" y="606"/>
                </a:lnTo>
                <a:lnTo>
                  <a:pt x="442" y="607"/>
                </a:lnTo>
                <a:lnTo>
                  <a:pt x="441" y="607"/>
                </a:lnTo>
                <a:lnTo>
                  <a:pt x="441" y="606"/>
                </a:lnTo>
                <a:lnTo>
                  <a:pt x="441" y="605"/>
                </a:lnTo>
                <a:lnTo>
                  <a:pt x="441" y="604"/>
                </a:lnTo>
                <a:lnTo>
                  <a:pt x="440" y="604"/>
                </a:lnTo>
                <a:lnTo>
                  <a:pt x="440" y="605"/>
                </a:lnTo>
                <a:lnTo>
                  <a:pt x="438" y="605"/>
                </a:lnTo>
                <a:lnTo>
                  <a:pt x="437" y="605"/>
                </a:lnTo>
                <a:lnTo>
                  <a:pt x="436" y="605"/>
                </a:lnTo>
                <a:lnTo>
                  <a:pt x="435" y="606"/>
                </a:lnTo>
                <a:lnTo>
                  <a:pt x="434" y="606"/>
                </a:lnTo>
                <a:lnTo>
                  <a:pt x="434" y="607"/>
                </a:lnTo>
                <a:lnTo>
                  <a:pt x="433" y="607"/>
                </a:lnTo>
                <a:lnTo>
                  <a:pt x="432" y="608"/>
                </a:lnTo>
                <a:lnTo>
                  <a:pt x="432" y="609"/>
                </a:lnTo>
                <a:lnTo>
                  <a:pt x="431" y="609"/>
                </a:lnTo>
                <a:lnTo>
                  <a:pt x="430" y="608"/>
                </a:lnTo>
                <a:lnTo>
                  <a:pt x="429" y="607"/>
                </a:lnTo>
                <a:lnTo>
                  <a:pt x="428" y="607"/>
                </a:lnTo>
                <a:lnTo>
                  <a:pt x="428" y="606"/>
                </a:lnTo>
                <a:lnTo>
                  <a:pt x="427" y="606"/>
                </a:lnTo>
                <a:lnTo>
                  <a:pt x="426" y="605"/>
                </a:lnTo>
                <a:lnTo>
                  <a:pt x="425" y="605"/>
                </a:lnTo>
                <a:lnTo>
                  <a:pt x="425" y="604"/>
                </a:lnTo>
                <a:lnTo>
                  <a:pt x="424" y="604"/>
                </a:lnTo>
                <a:lnTo>
                  <a:pt x="423" y="602"/>
                </a:lnTo>
                <a:lnTo>
                  <a:pt x="422" y="602"/>
                </a:lnTo>
                <a:lnTo>
                  <a:pt x="422" y="601"/>
                </a:lnTo>
                <a:lnTo>
                  <a:pt x="421" y="601"/>
                </a:lnTo>
                <a:lnTo>
                  <a:pt x="421" y="600"/>
                </a:lnTo>
                <a:lnTo>
                  <a:pt x="419" y="599"/>
                </a:lnTo>
                <a:lnTo>
                  <a:pt x="419" y="598"/>
                </a:lnTo>
                <a:lnTo>
                  <a:pt x="417" y="597"/>
                </a:lnTo>
                <a:lnTo>
                  <a:pt x="416" y="597"/>
                </a:lnTo>
                <a:lnTo>
                  <a:pt x="415" y="597"/>
                </a:lnTo>
                <a:lnTo>
                  <a:pt x="414" y="597"/>
                </a:lnTo>
                <a:lnTo>
                  <a:pt x="414" y="596"/>
                </a:lnTo>
                <a:lnTo>
                  <a:pt x="413" y="596"/>
                </a:lnTo>
                <a:lnTo>
                  <a:pt x="412" y="596"/>
                </a:lnTo>
                <a:lnTo>
                  <a:pt x="411" y="596"/>
                </a:lnTo>
                <a:lnTo>
                  <a:pt x="409" y="596"/>
                </a:lnTo>
                <a:lnTo>
                  <a:pt x="409" y="593"/>
                </a:lnTo>
                <a:lnTo>
                  <a:pt x="409" y="592"/>
                </a:lnTo>
                <a:lnTo>
                  <a:pt x="408" y="592"/>
                </a:lnTo>
                <a:lnTo>
                  <a:pt x="407" y="591"/>
                </a:lnTo>
                <a:lnTo>
                  <a:pt x="406" y="591"/>
                </a:lnTo>
                <a:lnTo>
                  <a:pt x="403" y="590"/>
                </a:lnTo>
                <a:lnTo>
                  <a:pt x="402" y="589"/>
                </a:lnTo>
                <a:lnTo>
                  <a:pt x="401" y="589"/>
                </a:lnTo>
                <a:lnTo>
                  <a:pt x="401" y="588"/>
                </a:lnTo>
                <a:lnTo>
                  <a:pt x="400" y="587"/>
                </a:lnTo>
                <a:lnTo>
                  <a:pt x="400" y="586"/>
                </a:lnTo>
                <a:lnTo>
                  <a:pt x="400" y="585"/>
                </a:lnTo>
                <a:lnTo>
                  <a:pt x="400" y="584"/>
                </a:lnTo>
                <a:lnTo>
                  <a:pt x="400" y="583"/>
                </a:lnTo>
                <a:lnTo>
                  <a:pt x="400" y="582"/>
                </a:lnTo>
                <a:lnTo>
                  <a:pt x="400" y="581"/>
                </a:lnTo>
                <a:lnTo>
                  <a:pt x="401" y="580"/>
                </a:lnTo>
                <a:lnTo>
                  <a:pt x="401" y="579"/>
                </a:lnTo>
                <a:lnTo>
                  <a:pt x="401" y="578"/>
                </a:lnTo>
                <a:lnTo>
                  <a:pt x="400" y="578"/>
                </a:lnTo>
                <a:lnTo>
                  <a:pt x="399" y="578"/>
                </a:lnTo>
                <a:lnTo>
                  <a:pt x="399" y="577"/>
                </a:lnTo>
                <a:lnTo>
                  <a:pt x="400" y="577"/>
                </a:lnTo>
                <a:lnTo>
                  <a:pt x="399" y="577"/>
                </a:lnTo>
                <a:lnTo>
                  <a:pt x="399" y="576"/>
                </a:lnTo>
                <a:lnTo>
                  <a:pt x="398" y="576"/>
                </a:lnTo>
                <a:lnTo>
                  <a:pt x="397" y="575"/>
                </a:lnTo>
                <a:lnTo>
                  <a:pt x="397" y="576"/>
                </a:lnTo>
                <a:lnTo>
                  <a:pt x="396" y="576"/>
                </a:lnTo>
                <a:lnTo>
                  <a:pt x="396" y="575"/>
                </a:lnTo>
                <a:lnTo>
                  <a:pt x="395" y="575"/>
                </a:lnTo>
                <a:lnTo>
                  <a:pt x="394" y="576"/>
                </a:lnTo>
                <a:lnTo>
                  <a:pt x="393" y="575"/>
                </a:lnTo>
                <a:lnTo>
                  <a:pt x="391" y="574"/>
                </a:lnTo>
                <a:lnTo>
                  <a:pt x="390" y="574"/>
                </a:lnTo>
                <a:lnTo>
                  <a:pt x="389" y="573"/>
                </a:lnTo>
                <a:lnTo>
                  <a:pt x="388" y="573"/>
                </a:lnTo>
                <a:lnTo>
                  <a:pt x="389" y="573"/>
                </a:lnTo>
                <a:lnTo>
                  <a:pt x="389" y="574"/>
                </a:lnTo>
                <a:lnTo>
                  <a:pt x="388" y="575"/>
                </a:lnTo>
                <a:lnTo>
                  <a:pt x="386" y="575"/>
                </a:lnTo>
                <a:lnTo>
                  <a:pt x="385" y="576"/>
                </a:lnTo>
                <a:lnTo>
                  <a:pt x="384" y="576"/>
                </a:lnTo>
                <a:lnTo>
                  <a:pt x="384" y="577"/>
                </a:lnTo>
                <a:lnTo>
                  <a:pt x="383" y="578"/>
                </a:lnTo>
                <a:lnTo>
                  <a:pt x="383" y="579"/>
                </a:lnTo>
                <a:lnTo>
                  <a:pt x="384" y="579"/>
                </a:lnTo>
                <a:lnTo>
                  <a:pt x="384" y="580"/>
                </a:lnTo>
                <a:lnTo>
                  <a:pt x="384" y="581"/>
                </a:lnTo>
                <a:lnTo>
                  <a:pt x="384" y="583"/>
                </a:lnTo>
                <a:lnTo>
                  <a:pt x="384" y="584"/>
                </a:lnTo>
                <a:lnTo>
                  <a:pt x="383" y="584"/>
                </a:lnTo>
                <a:lnTo>
                  <a:pt x="383" y="586"/>
                </a:lnTo>
                <a:lnTo>
                  <a:pt x="383" y="587"/>
                </a:lnTo>
                <a:lnTo>
                  <a:pt x="382" y="588"/>
                </a:lnTo>
                <a:lnTo>
                  <a:pt x="381" y="588"/>
                </a:lnTo>
                <a:lnTo>
                  <a:pt x="379" y="590"/>
                </a:lnTo>
                <a:lnTo>
                  <a:pt x="379" y="593"/>
                </a:lnTo>
                <a:lnTo>
                  <a:pt x="379" y="595"/>
                </a:lnTo>
                <a:lnTo>
                  <a:pt x="379" y="596"/>
                </a:lnTo>
                <a:lnTo>
                  <a:pt x="379" y="597"/>
                </a:lnTo>
                <a:lnTo>
                  <a:pt x="379" y="598"/>
                </a:lnTo>
                <a:lnTo>
                  <a:pt x="380" y="599"/>
                </a:lnTo>
                <a:lnTo>
                  <a:pt x="380" y="600"/>
                </a:lnTo>
                <a:lnTo>
                  <a:pt x="379" y="600"/>
                </a:lnTo>
                <a:lnTo>
                  <a:pt x="375" y="601"/>
                </a:lnTo>
                <a:lnTo>
                  <a:pt x="372" y="602"/>
                </a:lnTo>
                <a:lnTo>
                  <a:pt x="369" y="603"/>
                </a:lnTo>
                <a:lnTo>
                  <a:pt x="368" y="603"/>
                </a:lnTo>
                <a:lnTo>
                  <a:pt x="367" y="603"/>
                </a:lnTo>
                <a:lnTo>
                  <a:pt x="366" y="603"/>
                </a:lnTo>
                <a:lnTo>
                  <a:pt x="364" y="602"/>
                </a:lnTo>
                <a:lnTo>
                  <a:pt x="363" y="602"/>
                </a:lnTo>
                <a:lnTo>
                  <a:pt x="359" y="598"/>
                </a:lnTo>
                <a:lnTo>
                  <a:pt x="358" y="596"/>
                </a:lnTo>
                <a:lnTo>
                  <a:pt x="357" y="596"/>
                </a:lnTo>
                <a:lnTo>
                  <a:pt x="356" y="595"/>
                </a:lnTo>
                <a:lnTo>
                  <a:pt x="355" y="597"/>
                </a:lnTo>
                <a:lnTo>
                  <a:pt x="354" y="598"/>
                </a:lnTo>
                <a:lnTo>
                  <a:pt x="353" y="599"/>
                </a:lnTo>
                <a:lnTo>
                  <a:pt x="353" y="598"/>
                </a:lnTo>
                <a:lnTo>
                  <a:pt x="352" y="597"/>
                </a:lnTo>
                <a:lnTo>
                  <a:pt x="351" y="597"/>
                </a:lnTo>
                <a:lnTo>
                  <a:pt x="349" y="594"/>
                </a:lnTo>
                <a:lnTo>
                  <a:pt x="348" y="594"/>
                </a:lnTo>
                <a:lnTo>
                  <a:pt x="348" y="593"/>
                </a:lnTo>
                <a:lnTo>
                  <a:pt x="347" y="591"/>
                </a:lnTo>
                <a:lnTo>
                  <a:pt x="346" y="590"/>
                </a:lnTo>
                <a:lnTo>
                  <a:pt x="340" y="593"/>
                </a:lnTo>
                <a:lnTo>
                  <a:pt x="340" y="595"/>
                </a:lnTo>
                <a:lnTo>
                  <a:pt x="340" y="596"/>
                </a:lnTo>
                <a:lnTo>
                  <a:pt x="341" y="596"/>
                </a:lnTo>
                <a:lnTo>
                  <a:pt x="341" y="597"/>
                </a:lnTo>
                <a:lnTo>
                  <a:pt x="340" y="597"/>
                </a:lnTo>
                <a:lnTo>
                  <a:pt x="338" y="599"/>
                </a:lnTo>
                <a:lnTo>
                  <a:pt x="336" y="596"/>
                </a:lnTo>
                <a:lnTo>
                  <a:pt x="335" y="595"/>
                </a:lnTo>
                <a:lnTo>
                  <a:pt x="334" y="594"/>
                </a:lnTo>
                <a:lnTo>
                  <a:pt x="333" y="594"/>
                </a:lnTo>
                <a:lnTo>
                  <a:pt x="332" y="592"/>
                </a:lnTo>
                <a:lnTo>
                  <a:pt x="331" y="591"/>
                </a:lnTo>
                <a:lnTo>
                  <a:pt x="331" y="590"/>
                </a:lnTo>
                <a:lnTo>
                  <a:pt x="330" y="589"/>
                </a:lnTo>
                <a:lnTo>
                  <a:pt x="330" y="588"/>
                </a:lnTo>
                <a:lnTo>
                  <a:pt x="329" y="588"/>
                </a:lnTo>
                <a:lnTo>
                  <a:pt x="329" y="587"/>
                </a:lnTo>
                <a:lnTo>
                  <a:pt x="328" y="587"/>
                </a:lnTo>
                <a:lnTo>
                  <a:pt x="327" y="586"/>
                </a:lnTo>
                <a:lnTo>
                  <a:pt x="323" y="587"/>
                </a:lnTo>
                <a:lnTo>
                  <a:pt x="322" y="587"/>
                </a:lnTo>
                <a:lnTo>
                  <a:pt x="320" y="586"/>
                </a:lnTo>
                <a:lnTo>
                  <a:pt x="320" y="583"/>
                </a:lnTo>
                <a:lnTo>
                  <a:pt x="320" y="582"/>
                </a:lnTo>
                <a:lnTo>
                  <a:pt x="321" y="580"/>
                </a:lnTo>
                <a:lnTo>
                  <a:pt x="320" y="580"/>
                </a:lnTo>
                <a:lnTo>
                  <a:pt x="320" y="579"/>
                </a:lnTo>
                <a:lnTo>
                  <a:pt x="319" y="579"/>
                </a:lnTo>
                <a:lnTo>
                  <a:pt x="317" y="578"/>
                </a:lnTo>
                <a:lnTo>
                  <a:pt x="317" y="577"/>
                </a:lnTo>
                <a:lnTo>
                  <a:pt x="316" y="577"/>
                </a:lnTo>
                <a:lnTo>
                  <a:pt x="316" y="574"/>
                </a:lnTo>
                <a:lnTo>
                  <a:pt x="317" y="573"/>
                </a:lnTo>
                <a:lnTo>
                  <a:pt x="318" y="573"/>
                </a:lnTo>
                <a:lnTo>
                  <a:pt x="318" y="572"/>
                </a:lnTo>
                <a:lnTo>
                  <a:pt x="319" y="572"/>
                </a:lnTo>
                <a:lnTo>
                  <a:pt x="321" y="571"/>
                </a:lnTo>
                <a:lnTo>
                  <a:pt x="321" y="570"/>
                </a:lnTo>
                <a:lnTo>
                  <a:pt x="322" y="570"/>
                </a:lnTo>
                <a:lnTo>
                  <a:pt x="322" y="569"/>
                </a:lnTo>
                <a:lnTo>
                  <a:pt x="323" y="569"/>
                </a:lnTo>
                <a:lnTo>
                  <a:pt x="326" y="569"/>
                </a:lnTo>
                <a:lnTo>
                  <a:pt x="327" y="570"/>
                </a:lnTo>
                <a:lnTo>
                  <a:pt x="329" y="570"/>
                </a:lnTo>
                <a:lnTo>
                  <a:pt x="331" y="570"/>
                </a:lnTo>
                <a:lnTo>
                  <a:pt x="332" y="570"/>
                </a:lnTo>
                <a:lnTo>
                  <a:pt x="333" y="570"/>
                </a:lnTo>
                <a:lnTo>
                  <a:pt x="334" y="570"/>
                </a:lnTo>
                <a:lnTo>
                  <a:pt x="336" y="571"/>
                </a:lnTo>
                <a:lnTo>
                  <a:pt x="337" y="571"/>
                </a:lnTo>
                <a:lnTo>
                  <a:pt x="338" y="570"/>
                </a:lnTo>
                <a:lnTo>
                  <a:pt x="338" y="568"/>
                </a:lnTo>
                <a:lnTo>
                  <a:pt x="338" y="567"/>
                </a:lnTo>
                <a:lnTo>
                  <a:pt x="338" y="566"/>
                </a:lnTo>
                <a:lnTo>
                  <a:pt x="337" y="566"/>
                </a:lnTo>
                <a:lnTo>
                  <a:pt x="335" y="564"/>
                </a:lnTo>
                <a:lnTo>
                  <a:pt x="334" y="564"/>
                </a:lnTo>
                <a:lnTo>
                  <a:pt x="334" y="565"/>
                </a:lnTo>
                <a:lnTo>
                  <a:pt x="333" y="566"/>
                </a:lnTo>
                <a:lnTo>
                  <a:pt x="333" y="565"/>
                </a:lnTo>
                <a:lnTo>
                  <a:pt x="332" y="564"/>
                </a:lnTo>
                <a:lnTo>
                  <a:pt x="331" y="563"/>
                </a:lnTo>
                <a:lnTo>
                  <a:pt x="331" y="562"/>
                </a:lnTo>
                <a:lnTo>
                  <a:pt x="331" y="561"/>
                </a:lnTo>
                <a:lnTo>
                  <a:pt x="331" y="559"/>
                </a:lnTo>
                <a:lnTo>
                  <a:pt x="331" y="558"/>
                </a:lnTo>
                <a:lnTo>
                  <a:pt x="331" y="559"/>
                </a:lnTo>
                <a:lnTo>
                  <a:pt x="331" y="560"/>
                </a:lnTo>
                <a:lnTo>
                  <a:pt x="332" y="560"/>
                </a:lnTo>
                <a:lnTo>
                  <a:pt x="333" y="560"/>
                </a:lnTo>
                <a:lnTo>
                  <a:pt x="336" y="562"/>
                </a:lnTo>
                <a:lnTo>
                  <a:pt x="337" y="562"/>
                </a:lnTo>
                <a:lnTo>
                  <a:pt x="339" y="562"/>
                </a:lnTo>
                <a:lnTo>
                  <a:pt x="341" y="561"/>
                </a:lnTo>
                <a:lnTo>
                  <a:pt x="344" y="560"/>
                </a:lnTo>
                <a:lnTo>
                  <a:pt x="344" y="559"/>
                </a:lnTo>
                <a:lnTo>
                  <a:pt x="344" y="558"/>
                </a:lnTo>
                <a:lnTo>
                  <a:pt x="344" y="557"/>
                </a:lnTo>
                <a:lnTo>
                  <a:pt x="343" y="556"/>
                </a:lnTo>
                <a:lnTo>
                  <a:pt x="342" y="555"/>
                </a:lnTo>
                <a:lnTo>
                  <a:pt x="342" y="554"/>
                </a:lnTo>
                <a:lnTo>
                  <a:pt x="343" y="553"/>
                </a:lnTo>
                <a:lnTo>
                  <a:pt x="344" y="552"/>
                </a:lnTo>
                <a:lnTo>
                  <a:pt x="345" y="552"/>
                </a:lnTo>
                <a:lnTo>
                  <a:pt x="346" y="552"/>
                </a:lnTo>
                <a:lnTo>
                  <a:pt x="346" y="551"/>
                </a:lnTo>
                <a:lnTo>
                  <a:pt x="346" y="549"/>
                </a:lnTo>
                <a:lnTo>
                  <a:pt x="346" y="548"/>
                </a:lnTo>
                <a:lnTo>
                  <a:pt x="345" y="548"/>
                </a:lnTo>
                <a:lnTo>
                  <a:pt x="345" y="547"/>
                </a:lnTo>
                <a:lnTo>
                  <a:pt x="345" y="546"/>
                </a:lnTo>
                <a:lnTo>
                  <a:pt x="344" y="546"/>
                </a:lnTo>
                <a:lnTo>
                  <a:pt x="344" y="545"/>
                </a:lnTo>
                <a:lnTo>
                  <a:pt x="343" y="544"/>
                </a:lnTo>
                <a:lnTo>
                  <a:pt x="343" y="543"/>
                </a:lnTo>
                <a:lnTo>
                  <a:pt x="342" y="543"/>
                </a:lnTo>
                <a:lnTo>
                  <a:pt x="342" y="542"/>
                </a:lnTo>
                <a:lnTo>
                  <a:pt x="342" y="541"/>
                </a:lnTo>
                <a:lnTo>
                  <a:pt x="342" y="540"/>
                </a:lnTo>
                <a:lnTo>
                  <a:pt x="342" y="539"/>
                </a:lnTo>
                <a:lnTo>
                  <a:pt x="341" y="538"/>
                </a:lnTo>
                <a:lnTo>
                  <a:pt x="341" y="537"/>
                </a:lnTo>
                <a:lnTo>
                  <a:pt x="341" y="536"/>
                </a:lnTo>
                <a:lnTo>
                  <a:pt x="340" y="535"/>
                </a:lnTo>
                <a:lnTo>
                  <a:pt x="338" y="533"/>
                </a:lnTo>
                <a:lnTo>
                  <a:pt x="337" y="533"/>
                </a:lnTo>
                <a:lnTo>
                  <a:pt x="337" y="532"/>
                </a:lnTo>
                <a:lnTo>
                  <a:pt x="336" y="533"/>
                </a:lnTo>
                <a:lnTo>
                  <a:pt x="335" y="532"/>
                </a:lnTo>
                <a:lnTo>
                  <a:pt x="334" y="531"/>
                </a:lnTo>
                <a:lnTo>
                  <a:pt x="334" y="530"/>
                </a:lnTo>
                <a:lnTo>
                  <a:pt x="334" y="529"/>
                </a:lnTo>
                <a:lnTo>
                  <a:pt x="334" y="528"/>
                </a:lnTo>
                <a:lnTo>
                  <a:pt x="334" y="526"/>
                </a:lnTo>
                <a:lnTo>
                  <a:pt x="335" y="524"/>
                </a:lnTo>
                <a:lnTo>
                  <a:pt x="335" y="522"/>
                </a:lnTo>
                <a:lnTo>
                  <a:pt x="334" y="521"/>
                </a:lnTo>
                <a:lnTo>
                  <a:pt x="333" y="520"/>
                </a:lnTo>
                <a:lnTo>
                  <a:pt x="332" y="520"/>
                </a:lnTo>
                <a:lnTo>
                  <a:pt x="331" y="519"/>
                </a:lnTo>
                <a:lnTo>
                  <a:pt x="330" y="517"/>
                </a:lnTo>
                <a:lnTo>
                  <a:pt x="330" y="516"/>
                </a:lnTo>
                <a:lnTo>
                  <a:pt x="329" y="516"/>
                </a:lnTo>
                <a:lnTo>
                  <a:pt x="328" y="515"/>
                </a:lnTo>
                <a:lnTo>
                  <a:pt x="328" y="513"/>
                </a:lnTo>
                <a:lnTo>
                  <a:pt x="328" y="512"/>
                </a:lnTo>
                <a:lnTo>
                  <a:pt x="328" y="511"/>
                </a:lnTo>
                <a:lnTo>
                  <a:pt x="328" y="508"/>
                </a:lnTo>
                <a:lnTo>
                  <a:pt x="327" y="507"/>
                </a:lnTo>
                <a:lnTo>
                  <a:pt x="326" y="505"/>
                </a:lnTo>
                <a:lnTo>
                  <a:pt x="325" y="504"/>
                </a:lnTo>
                <a:lnTo>
                  <a:pt x="324" y="504"/>
                </a:lnTo>
                <a:lnTo>
                  <a:pt x="323" y="504"/>
                </a:lnTo>
                <a:lnTo>
                  <a:pt x="322" y="502"/>
                </a:lnTo>
                <a:lnTo>
                  <a:pt x="322" y="501"/>
                </a:lnTo>
                <a:lnTo>
                  <a:pt x="322" y="500"/>
                </a:lnTo>
                <a:lnTo>
                  <a:pt x="322" y="499"/>
                </a:lnTo>
                <a:lnTo>
                  <a:pt x="321" y="499"/>
                </a:lnTo>
                <a:lnTo>
                  <a:pt x="321" y="498"/>
                </a:lnTo>
                <a:lnTo>
                  <a:pt x="320" y="497"/>
                </a:lnTo>
                <a:lnTo>
                  <a:pt x="320" y="496"/>
                </a:lnTo>
                <a:lnTo>
                  <a:pt x="319" y="496"/>
                </a:lnTo>
                <a:lnTo>
                  <a:pt x="318" y="494"/>
                </a:lnTo>
                <a:lnTo>
                  <a:pt x="317" y="493"/>
                </a:lnTo>
                <a:lnTo>
                  <a:pt x="316" y="492"/>
                </a:lnTo>
                <a:lnTo>
                  <a:pt x="315" y="491"/>
                </a:lnTo>
                <a:lnTo>
                  <a:pt x="313" y="490"/>
                </a:lnTo>
                <a:lnTo>
                  <a:pt x="312" y="490"/>
                </a:lnTo>
                <a:lnTo>
                  <a:pt x="311" y="489"/>
                </a:lnTo>
                <a:lnTo>
                  <a:pt x="311" y="487"/>
                </a:lnTo>
                <a:lnTo>
                  <a:pt x="311" y="485"/>
                </a:lnTo>
                <a:lnTo>
                  <a:pt x="312" y="485"/>
                </a:lnTo>
                <a:lnTo>
                  <a:pt x="312" y="484"/>
                </a:lnTo>
                <a:lnTo>
                  <a:pt x="313" y="484"/>
                </a:lnTo>
                <a:lnTo>
                  <a:pt x="312" y="483"/>
                </a:lnTo>
                <a:lnTo>
                  <a:pt x="311" y="482"/>
                </a:lnTo>
                <a:lnTo>
                  <a:pt x="308" y="480"/>
                </a:lnTo>
                <a:lnTo>
                  <a:pt x="308" y="479"/>
                </a:lnTo>
                <a:lnTo>
                  <a:pt x="307" y="477"/>
                </a:lnTo>
                <a:lnTo>
                  <a:pt x="306" y="477"/>
                </a:lnTo>
                <a:lnTo>
                  <a:pt x="304" y="476"/>
                </a:lnTo>
                <a:lnTo>
                  <a:pt x="303" y="476"/>
                </a:lnTo>
                <a:lnTo>
                  <a:pt x="302" y="475"/>
                </a:lnTo>
                <a:lnTo>
                  <a:pt x="301" y="475"/>
                </a:lnTo>
                <a:lnTo>
                  <a:pt x="301" y="474"/>
                </a:lnTo>
                <a:lnTo>
                  <a:pt x="301" y="473"/>
                </a:lnTo>
                <a:lnTo>
                  <a:pt x="300" y="473"/>
                </a:lnTo>
                <a:lnTo>
                  <a:pt x="300" y="472"/>
                </a:lnTo>
                <a:lnTo>
                  <a:pt x="299" y="471"/>
                </a:lnTo>
                <a:lnTo>
                  <a:pt x="300" y="470"/>
                </a:lnTo>
                <a:lnTo>
                  <a:pt x="300" y="469"/>
                </a:lnTo>
                <a:lnTo>
                  <a:pt x="300" y="468"/>
                </a:lnTo>
                <a:lnTo>
                  <a:pt x="299" y="467"/>
                </a:lnTo>
                <a:lnTo>
                  <a:pt x="300" y="467"/>
                </a:lnTo>
                <a:lnTo>
                  <a:pt x="300" y="466"/>
                </a:lnTo>
                <a:lnTo>
                  <a:pt x="299" y="465"/>
                </a:lnTo>
                <a:lnTo>
                  <a:pt x="299" y="464"/>
                </a:lnTo>
                <a:lnTo>
                  <a:pt x="300" y="463"/>
                </a:lnTo>
                <a:lnTo>
                  <a:pt x="301" y="463"/>
                </a:lnTo>
                <a:lnTo>
                  <a:pt x="302" y="462"/>
                </a:lnTo>
                <a:lnTo>
                  <a:pt x="301" y="461"/>
                </a:lnTo>
                <a:lnTo>
                  <a:pt x="302" y="459"/>
                </a:lnTo>
                <a:lnTo>
                  <a:pt x="302" y="458"/>
                </a:lnTo>
                <a:lnTo>
                  <a:pt x="302" y="457"/>
                </a:lnTo>
                <a:lnTo>
                  <a:pt x="302" y="456"/>
                </a:lnTo>
                <a:lnTo>
                  <a:pt x="302" y="454"/>
                </a:lnTo>
                <a:lnTo>
                  <a:pt x="302" y="453"/>
                </a:lnTo>
                <a:lnTo>
                  <a:pt x="303" y="453"/>
                </a:lnTo>
                <a:lnTo>
                  <a:pt x="305" y="451"/>
                </a:lnTo>
                <a:lnTo>
                  <a:pt x="304" y="450"/>
                </a:lnTo>
                <a:lnTo>
                  <a:pt x="304" y="449"/>
                </a:lnTo>
                <a:lnTo>
                  <a:pt x="304" y="448"/>
                </a:lnTo>
                <a:lnTo>
                  <a:pt x="305" y="447"/>
                </a:lnTo>
                <a:lnTo>
                  <a:pt x="304" y="447"/>
                </a:lnTo>
                <a:lnTo>
                  <a:pt x="295" y="445"/>
                </a:lnTo>
                <a:lnTo>
                  <a:pt x="294" y="444"/>
                </a:lnTo>
                <a:lnTo>
                  <a:pt x="293" y="444"/>
                </a:lnTo>
                <a:lnTo>
                  <a:pt x="293" y="443"/>
                </a:lnTo>
                <a:lnTo>
                  <a:pt x="291" y="442"/>
                </a:lnTo>
                <a:lnTo>
                  <a:pt x="290" y="441"/>
                </a:lnTo>
                <a:lnTo>
                  <a:pt x="289" y="439"/>
                </a:lnTo>
                <a:lnTo>
                  <a:pt x="288" y="439"/>
                </a:lnTo>
                <a:lnTo>
                  <a:pt x="285" y="431"/>
                </a:lnTo>
                <a:lnTo>
                  <a:pt x="278" y="424"/>
                </a:lnTo>
                <a:lnTo>
                  <a:pt x="278" y="423"/>
                </a:lnTo>
                <a:lnTo>
                  <a:pt x="273" y="418"/>
                </a:lnTo>
                <a:lnTo>
                  <a:pt x="271" y="416"/>
                </a:lnTo>
                <a:lnTo>
                  <a:pt x="270" y="415"/>
                </a:lnTo>
                <a:lnTo>
                  <a:pt x="269" y="415"/>
                </a:lnTo>
                <a:lnTo>
                  <a:pt x="267" y="415"/>
                </a:lnTo>
                <a:lnTo>
                  <a:pt x="266" y="414"/>
                </a:lnTo>
                <a:lnTo>
                  <a:pt x="263" y="413"/>
                </a:lnTo>
                <a:lnTo>
                  <a:pt x="260" y="413"/>
                </a:lnTo>
                <a:lnTo>
                  <a:pt x="259" y="413"/>
                </a:lnTo>
                <a:lnTo>
                  <a:pt x="259" y="412"/>
                </a:lnTo>
                <a:lnTo>
                  <a:pt x="260" y="412"/>
                </a:lnTo>
                <a:lnTo>
                  <a:pt x="259" y="412"/>
                </a:lnTo>
                <a:lnTo>
                  <a:pt x="257" y="407"/>
                </a:lnTo>
                <a:lnTo>
                  <a:pt x="256" y="406"/>
                </a:lnTo>
                <a:lnTo>
                  <a:pt x="256" y="405"/>
                </a:lnTo>
                <a:lnTo>
                  <a:pt x="257" y="405"/>
                </a:lnTo>
                <a:lnTo>
                  <a:pt x="258" y="404"/>
                </a:lnTo>
                <a:lnTo>
                  <a:pt x="259" y="404"/>
                </a:lnTo>
                <a:lnTo>
                  <a:pt x="259" y="402"/>
                </a:lnTo>
                <a:lnTo>
                  <a:pt x="259" y="399"/>
                </a:lnTo>
                <a:lnTo>
                  <a:pt x="256" y="394"/>
                </a:lnTo>
                <a:lnTo>
                  <a:pt x="257" y="393"/>
                </a:lnTo>
                <a:lnTo>
                  <a:pt x="257" y="392"/>
                </a:lnTo>
                <a:lnTo>
                  <a:pt x="256" y="391"/>
                </a:lnTo>
                <a:lnTo>
                  <a:pt x="255" y="390"/>
                </a:lnTo>
                <a:lnTo>
                  <a:pt x="256" y="390"/>
                </a:lnTo>
                <a:lnTo>
                  <a:pt x="256" y="389"/>
                </a:lnTo>
                <a:lnTo>
                  <a:pt x="256" y="388"/>
                </a:lnTo>
                <a:lnTo>
                  <a:pt x="256" y="387"/>
                </a:lnTo>
                <a:lnTo>
                  <a:pt x="256" y="386"/>
                </a:lnTo>
                <a:lnTo>
                  <a:pt x="256" y="384"/>
                </a:lnTo>
                <a:lnTo>
                  <a:pt x="255" y="384"/>
                </a:lnTo>
                <a:lnTo>
                  <a:pt x="254" y="383"/>
                </a:lnTo>
                <a:lnTo>
                  <a:pt x="253" y="383"/>
                </a:lnTo>
                <a:lnTo>
                  <a:pt x="252" y="384"/>
                </a:lnTo>
                <a:lnTo>
                  <a:pt x="251" y="384"/>
                </a:lnTo>
                <a:lnTo>
                  <a:pt x="250" y="384"/>
                </a:lnTo>
                <a:lnTo>
                  <a:pt x="249" y="385"/>
                </a:lnTo>
                <a:lnTo>
                  <a:pt x="247" y="385"/>
                </a:lnTo>
                <a:lnTo>
                  <a:pt x="246" y="386"/>
                </a:lnTo>
                <a:lnTo>
                  <a:pt x="244" y="387"/>
                </a:lnTo>
                <a:lnTo>
                  <a:pt x="242" y="388"/>
                </a:lnTo>
                <a:lnTo>
                  <a:pt x="240" y="389"/>
                </a:lnTo>
                <a:lnTo>
                  <a:pt x="239" y="391"/>
                </a:lnTo>
                <a:lnTo>
                  <a:pt x="237" y="392"/>
                </a:lnTo>
                <a:lnTo>
                  <a:pt x="237" y="393"/>
                </a:lnTo>
                <a:lnTo>
                  <a:pt x="237" y="394"/>
                </a:lnTo>
                <a:lnTo>
                  <a:pt x="237" y="393"/>
                </a:lnTo>
                <a:lnTo>
                  <a:pt x="236" y="394"/>
                </a:lnTo>
                <a:lnTo>
                  <a:pt x="235" y="395"/>
                </a:lnTo>
                <a:lnTo>
                  <a:pt x="234" y="398"/>
                </a:lnTo>
                <a:lnTo>
                  <a:pt x="233" y="398"/>
                </a:lnTo>
                <a:lnTo>
                  <a:pt x="232" y="399"/>
                </a:lnTo>
                <a:lnTo>
                  <a:pt x="231" y="400"/>
                </a:lnTo>
                <a:lnTo>
                  <a:pt x="230" y="401"/>
                </a:lnTo>
                <a:lnTo>
                  <a:pt x="228" y="404"/>
                </a:lnTo>
                <a:lnTo>
                  <a:pt x="227" y="405"/>
                </a:lnTo>
                <a:lnTo>
                  <a:pt x="226" y="406"/>
                </a:lnTo>
                <a:lnTo>
                  <a:pt x="225" y="407"/>
                </a:lnTo>
                <a:lnTo>
                  <a:pt x="224" y="408"/>
                </a:lnTo>
                <a:lnTo>
                  <a:pt x="222" y="410"/>
                </a:lnTo>
                <a:lnTo>
                  <a:pt x="221" y="411"/>
                </a:lnTo>
                <a:lnTo>
                  <a:pt x="221" y="412"/>
                </a:lnTo>
                <a:lnTo>
                  <a:pt x="219" y="413"/>
                </a:lnTo>
                <a:lnTo>
                  <a:pt x="209" y="419"/>
                </a:lnTo>
                <a:lnTo>
                  <a:pt x="207" y="421"/>
                </a:lnTo>
                <a:lnTo>
                  <a:pt x="206" y="423"/>
                </a:lnTo>
                <a:lnTo>
                  <a:pt x="205" y="425"/>
                </a:lnTo>
                <a:lnTo>
                  <a:pt x="203" y="428"/>
                </a:lnTo>
                <a:lnTo>
                  <a:pt x="201" y="431"/>
                </a:lnTo>
                <a:lnTo>
                  <a:pt x="201" y="432"/>
                </a:lnTo>
                <a:lnTo>
                  <a:pt x="201" y="433"/>
                </a:lnTo>
                <a:lnTo>
                  <a:pt x="200" y="434"/>
                </a:lnTo>
                <a:lnTo>
                  <a:pt x="200" y="436"/>
                </a:lnTo>
                <a:lnTo>
                  <a:pt x="200" y="438"/>
                </a:lnTo>
                <a:lnTo>
                  <a:pt x="198" y="440"/>
                </a:lnTo>
                <a:lnTo>
                  <a:pt x="193" y="442"/>
                </a:lnTo>
                <a:lnTo>
                  <a:pt x="188" y="445"/>
                </a:lnTo>
                <a:lnTo>
                  <a:pt x="187" y="445"/>
                </a:lnTo>
                <a:lnTo>
                  <a:pt x="185" y="447"/>
                </a:lnTo>
                <a:lnTo>
                  <a:pt x="182" y="448"/>
                </a:lnTo>
                <a:lnTo>
                  <a:pt x="179" y="450"/>
                </a:lnTo>
                <a:lnTo>
                  <a:pt x="176" y="452"/>
                </a:lnTo>
                <a:lnTo>
                  <a:pt x="175" y="453"/>
                </a:lnTo>
                <a:lnTo>
                  <a:pt x="173" y="454"/>
                </a:lnTo>
                <a:lnTo>
                  <a:pt x="172" y="455"/>
                </a:lnTo>
                <a:lnTo>
                  <a:pt x="156" y="458"/>
                </a:lnTo>
                <a:lnTo>
                  <a:pt x="151" y="459"/>
                </a:lnTo>
                <a:lnTo>
                  <a:pt x="149" y="460"/>
                </a:lnTo>
                <a:lnTo>
                  <a:pt x="148" y="460"/>
                </a:lnTo>
                <a:lnTo>
                  <a:pt x="145" y="459"/>
                </a:lnTo>
                <a:lnTo>
                  <a:pt x="141" y="457"/>
                </a:lnTo>
                <a:lnTo>
                  <a:pt x="140" y="455"/>
                </a:lnTo>
                <a:lnTo>
                  <a:pt x="140" y="454"/>
                </a:lnTo>
                <a:lnTo>
                  <a:pt x="141" y="453"/>
                </a:lnTo>
                <a:lnTo>
                  <a:pt x="142" y="445"/>
                </a:lnTo>
                <a:lnTo>
                  <a:pt x="139" y="425"/>
                </a:lnTo>
                <a:lnTo>
                  <a:pt x="138" y="422"/>
                </a:lnTo>
                <a:lnTo>
                  <a:pt x="135" y="411"/>
                </a:lnTo>
                <a:lnTo>
                  <a:pt x="134" y="413"/>
                </a:lnTo>
                <a:lnTo>
                  <a:pt x="132" y="412"/>
                </a:lnTo>
                <a:lnTo>
                  <a:pt x="130" y="413"/>
                </a:lnTo>
                <a:lnTo>
                  <a:pt x="127" y="412"/>
                </a:lnTo>
                <a:lnTo>
                  <a:pt x="125" y="410"/>
                </a:lnTo>
                <a:lnTo>
                  <a:pt x="125" y="409"/>
                </a:lnTo>
                <a:lnTo>
                  <a:pt x="126" y="409"/>
                </a:lnTo>
                <a:lnTo>
                  <a:pt x="125" y="405"/>
                </a:lnTo>
                <a:lnTo>
                  <a:pt x="125" y="403"/>
                </a:lnTo>
                <a:lnTo>
                  <a:pt x="124" y="402"/>
                </a:lnTo>
                <a:lnTo>
                  <a:pt x="123" y="402"/>
                </a:lnTo>
                <a:lnTo>
                  <a:pt x="123" y="401"/>
                </a:lnTo>
                <a:lnTo>
                  <a:pt x="122" y="401"/>
                </a:lnTo>
                <a:lnTo>
                  <a:pt x="122" y="400"/>
                </a:lnTo>
                <a:lnTo>
                  <a:pt x="122" y="399"/>
                </a:lnTo>
                <a:lnTo>
                  <a:pt x="121" y="399"/>
                </a:lnTo>
                <a:lnTo>
                  <a:pt x="121" y="398"/>
                </a:lnTo>
                <a:lnTo>
                  <a:pt x="120" y="397"/>
                </a:lnTo>
                <a:lnTo>
                  <a:pt x="115" y="396"/>
                </a:lnTo>
                <a:lnTo>
                  <a:pt x="110" y="395"/>
                </a:lnTo>
                <a:lnTo>
                  <a:pt x="110" y="393"/>
                </a:lnTo>
                <a:lnTo>
                  <a:pt x="109" y="390"/>
                </a:lnTo>
                <a:lnTo>
                  <a:pt x="106" y="388"/>
                </a:lnTo>
                <a:lnTo>
                  <a:pt x="104" y="380"/>
                </a:lnTo>
                <a:lnTo>
                  <a:pt x="103" y="377"/>
                </a:lnTo>
                <a:lnTo>
                  <a:pt x="102" y="376"/>
                </a:lnTo>
                <a:lnTo>
                  <a:pt x="104" y="373"/>
                </a:lnTo>
                <a:lnTo>
                  <a:pt x="104" y="372"/>
                </a:lnTo>
                <a:lnTo>
                  <a:pt x="104" y="371"/>
                </a:lnTo>
                <a:lnTo>
                  <a:pt x="103" y="370"/>
                </a:lnTo>
                <a:lnTo>
                  <a:pt x="105" y="368"/>
                </a:lnTo>
                <a:lnTo>
                  <a:pt x="107" y="366"/>
                </a:lnTo>
                <a:lnTo>
                  <a:pt x="108" y="365"/>
                </a:lnTo>
                <a:lnTo>
                  <a:pt x="108" y="364"/>
                </a:lnTo>
                <a:lnTo>
                  <a:pt x="109" y="364"/>
                </a:lnTo>
                <a:lnTo>
                  <a:pt x="107" y="361"/>
                </a:lnTo>
                <a:lnTo>
                  <a:pt x="105" y="361"/>
                </a:lnTo>
                <a:lnTo>
                  <a:pt x="102" y="362"/>
                </a:lnTo>
                <a:lnTo>
                  <a:pt x="100" y="363"/>
                </a:lnTo>
                <a:lnTo>
                  <a:pt x="99" y="362"/>
                </a:lnTo>
                <a:lnTo>
                  <a:pt x="100" y="357"/>
                </a:lnTo>
                <a:lnTo>
                  <a:pt x="101" y="357"/>
                </a:lnTo>
                <a:lnTo>
                  <a:pt x="103" y="359"/>
                </a:lnTo>
                <a:lnTo>
                  <a:pt x="104" y="359"/>
                </a:lnTo>
                <a:lnTo>
                  <a:pt x="105" y="359"/>
                </a:lnTo>
                <a:lnTo>
                  <a:pt x="106" y="357"/>
                </a:lnTo>
                <a:lnTo>
                  <a:pt x="108" y="356"/>
                </a:lnTo>
                <a:lnTo>
                  <a:pt x="108" y="355"/>
                </a:lnTo>
                <a:lnTo>
                  <a:pt x="106" y="354"/>
                </a:lnTo>
                <a:lnTo>
                  <a:pt x="103" y="354"/>
                </a:lnTo>
                <a:lnTo>
                  <a:pt x="101" y="355"/>
                </a:lnTo>
                <a:lnTo>
                  <a:pt x="100" y="355"/>
                </a:lnTo>
                <a:lnTo>
                  <a:pt x="98" y="354"/>
                </a:lnTo>
                <a:lnTo>
                  <a:pt x="97" y="352"/>
                </a:lnTo>
                <a:lnTo>
                  <a:pt x="96" y="351"/>
                </a:lnTo>
                <a:lnTo>
                  <a:pt x="97" y="349"/>
                </a:lnTo>
                <a:lnTo>
                  <a:pt x="97" y="347"/>
                </a:lnTo>
                <a:lnTo>
                  <a:pt x="96" y="347"/>
                </a:lnTo>
                <a:lnTo>
                  <a:pt x="96" y="346"/>
                </a:lnTo>
                <a:lnTo>
                  <a:pt x="95" y="344"/>
                </a:lnTo>
                <a:lnTo>
                  <a:pt x="94" y="344"/>
                </a:lnTo>
                <a:lnTo>
                  <a:pt x="94" y="343"/>
                </a:lnTo>
                <a:lnTo>
                  <a:pt x="93" y="343"/>
                </a:lnTo>
                <a:lnTo>
                  <a:pt x="93" y="341"/>
                </a:lnTo>
                <a:lnTo>
                  <a:pt x="93" y="340"/>
                </a:lnTo>
                <a:lnTo>
                  <a:pt x="93" y="339"/>
                </a:lnTo>
                <a:lnTo>
                  <a:pt x="92" y="339"/>
                </a:lnTo>
                <a:lnTo>
                  <a:pt x="91" y="338"/>
                </a:lnTo>
                <a:lnTo>
                  <a:pt x="91" y="337"/>
                </a:lnTo>
                <a:lnTo>
                  <a:pt x="91" y="336"/>
                </a:lnTo>
                <a:lnTo>
                  <a:pt x="90" y="335"/>
                </a:lnTo>
                <a:lnTo>
                  <a:pt x="89" y="334"/>
                </a:lnTo>
                <a:lnTo>
                  <a:pt x="89" y="335"/>
                </a:lnTo>
                <a:lnTo>
                  <a:pt x="88" y="335"/>
                </a:lnTo>
                <a:lnTo>
                  <a:pt x="88" y="334"/>
                </a:lnTo>
                <a:lnTo>
                  <a:pt x="88" y="333"/>
                </a:lnTo>
                <a:lnTo>
                  <a:pt x="87" y="332"/>
                </a:lnTo>
                <a:lnTo>
                  <a:pt x="86" y="332"/>
                </a:lnTo>
                <a:lnTo>
                  <a:pt x="86" y="330"/>
                </a:lnTo>
                <a:lnTo>
                  <a:pt x="87" y="329"/>
                </a:lnTo>
                <a:lnTo>
                  <a:pt x="88" y="328"/>
                </a:lnTo>
                <a:lnTo>
                  <a:pt x="88" y="329"/>
                </a:lnTo>
                <a:lnTo>
                  <a:pt x="89" y="329"/>
                </a:lnTo>
                <a:lnTo>
                  <a:pt x="89" y="328"/>
                </a:lnTo>
                <a:lnTo>
                  <a:pt x="90" y="328"/>
                </a:lnTo>
                <a:lnTo>
                  <a:pt x="90" y="320"/>
                </a:lnTo>
                <a:lnTo>
                  <a:pt x="87" y="310"/>
                </a:lnTo>
                <a:lnTo>
                  <a:pt x="86" y="309"/>
                </a:lnTo>
                <a:lnTo>
                  <a:pt x="89" y="306"/>
                </a:lnTo>
                <a:lnTo>
                  <a:pt x="90" y="300"/>
                </a:lnTo>
                <a:lnTo>
                  <a:pt x="91" y="296"/>
                </a:lnTo>
                <a:lnTo>
                  <a:pt x="89" y="289"/>
                </a:lnTo>
                <a:lnTo>
                  <a:pt x="87" y="281"/>
                </a:lnTo>
                <a:lnTo>
                  <a:pt x="89" y="277"/>
                </a:lnTo>
                <a:lnTo>
                  <a:pt x="89" y="275"/>
                </a:lnTo>
                <a:lnTo>
                  <a:pt x="90" y="272"/>
                </a:lnTo>
                <a:lnTo>
                  <a:pt x="97" y="271"/>
                </a:lnTo>
                <a:lnTo>
                  <a:pt x="100" y="268"/>
                </a:lnTo>
                <a:lnTo>
                  <a:pt x="101" y="265"/>
                </a:lnTo>
                <a:lnTo>
                  <a:pt x="102" y="256"/>
                </a:lnTo>
                <a:lnTo>
                  <a:pt x="101" y="253"/>
                </a:lnTo>
                <a:lnTo>
                  <a:pt x="100" y="251"/>
                </a:lnTo>
                <a:lnTo>
                  <a:pt x="97" y="250"/>
                </a:lnTo>
                <a:lnTo>
                  <a:pt x="87" y="249"/>
                </a:lnTo>
                <a:lnTo>
                  <a:pt x="86" y="247"/>
                </a:lnTo>
                <a:lnTo>
                  <a:pt x="86" y="248"/>
                </a:lnTo>
                <a:lnTo>
                  <a:pt x="86" y="247"/>
                </a:lnTo>
                <a:lnTo>
                  <a:pt x="85" y="245"/>
                </a:lnTo>
                <a:lnTo>
                  <a:pt x="85" y="243"/>
                </a:lnTo>
                <a:lnTo>
                  <a:pt x="84" y="241"/>
                </a:lnTo>
                <a:lnTo>
                  <a:pt x="85" y="241"/>
                </a:lnTo>
                <a:lnTo>
                  <a:pt x="84" y="240"/>
                </a:lnTo>
                <a:lnTo>
                  <a:pt x="84" y="237"/>
                </a:lnTo>
                <a:lnTo>
                  <a:pt x="84" y="236"/>
                </a:lnTo>
                <a:lnTo>
                  <a:pt x="84" y="234"/>
                </a:lnTo>
                <a:lnTo>
                  <a:pt x="84" y="233"/>
                </a:lnTo>
                <a:lnTo>
                  <a:pt x="85" y="232"/>
                </a:lnTo>
                <a:lnTo>
                  <a:pt x="84" y="232"/>
                </a:lnTo>
                <a:lnTo>
                  <a:pt x="87" y="225"/>
                </a:lnTo>
                <a:lnTo>
                  <a:pt x="86" y="223"/>
                </a:lnTo>
                <a:lnTo>
                  <a:pt x="85" y="220"/>
                </a:lnTo>
                <a:lnTo>
                  <a:pt x="84" y="219"/>
                </a:lnTo>
                <a:lnTo>
                  <a:pt x="84" y="218"/>
                </a:lnTo>
                <a:lnTo>
                  <a:pt x="83" y="218"/>
                </a:lnTo>
                <a:lnTo>
                  <a:pt x="81" y="218"/>
                </a:lnTo>
                <a:lnTo>
                  <a:pt x="77" y="218"/>
                </a:lnTo>
                <a:lnTo>
                  <a:pt x="75" y="216"/>
                </a:lnTo>
                <a:lnTo>
                  <a:pt x="72" y="216"/>
                </a:lnTo>
                <a:lnTo>
                  <a:pt x="69" y="215"/>
                </a:lnTo>
                <a:lnTo>
                  <a:pt x="65" y="213"/>
                </a:lnTo>
                <a:lnTo>
                  <a:pt x="64" y="213"/>
                </a:lnTo>
                <a:lnTo>
                  <a:pt x="62" y="213"/>
                </a:lnTo>
                <a:lnTo>
                  <a:pt x="60" y="210"/>
                </a:lnTo>
                <a:lnTo>
                  <a:pt x="59" y="210"/>
                </a:lnTo>
                <a:lnTo>
                  <a:pt x="58" y="206"/>
                </a:lnTo>
                <a:lnTo>
                  <a:pt x="57" y="204"/>
                </a:lnTo>
                <a:lnTo>
                  <a:pt x="56" y="203"/>
                </a:lnTo>
                <a:lnTo>
                  <a:pt x="56" y="202"/>
                </a:lnTo>
                <a:lnTo>
                  <a:pt x="56" y="201"/>
                </a:lnTo>
                <a:lnTo>
                  <a:pt x="54" y="199"/>
                </a:lnTo>
                <a:lnTo>
                  <a:pt x="53" y="199"/>
                </a:lnTo>
                <a:lnTo>
                  <a:pt x="53" y="198"/>
                </a:lnTo>
                <a:lnTo>
                  <a:pt x="52" y="198"/>
                </a:lnTo>
                <a:lnTo>
                  <a:pt x="52" y="197"/>
                </a:lnTo>
                <a:lnTo>
                  <a:pt x="52" y="196"/>
                </a:lnTo>
                <a:lnTo>
                  <a:pt x="52" y="195"/>
                </a:lnTo>
                <a:lnTo>
                  <a:pt x="50" y="193"/>
                </a:lnTo>
                <a:lnTo>
                  <a:pt x="51" y="192"/>
                </a:lnTo>
                <a:lnTo>
                  <a:pt x="52" y="192"/>
                </a:lnTo>
                <a:lnTo>
                  <a:pt x="55" y="191"/>
                </a:lnTo>
                <a:lnTo>
                  <a:pt x="54" y="190"/>
                </a:lnTo>
                <a:lnTo>
                  <a:pt x="55" y="186"/>
                </a:lnTo>
                <a:lnTo>
                  <a:pt x="54" y="184"/>
                </a:lnTo>
                <a:lnTo>
                  <a:pt x="53" y="184"/>
                </a:lnTo>
                <a:lnTo>
                  <a:pt x="53" y="183"/>
                </a:lnTo>
                <a:lnTo>
                  <a:pt x="51" y="179"/>
                </a:lnTo>
                <a:lnTo>
                  <a:pt x="49" y="175"/>
                </a:lnTo>
                <a:lnTo>
                  <a:pt x="48" y="173"/>
                </a:lnTo>
                <a:lnTo>
                  <a:pt x="44" y="170"/>
                </a:lnTo>
                <a:lnTo>
                  <a:pt x="43" y="169"/>
                </a:lnTo>
                <a:lnTo>
                  <a:pt x="42" y="170"/>
                </a:lnTo>
                <a:lnTo>
                  <a:pt x="41" y="169"/>
                </a:lnTo>
                <a:lnTo>
                  <a:pt x="39" y="169"/>
                </a:lnTo>
                <a:lnTo>
                  <a:pt x="38" y="170"/>
                </a:lnTo>
                <a:lnTo>
                  <a:pt x="37" y="170"/>
                </a:lnTo>
                <a:lnTo>
                  <a:pt x="36" y="171"/>
                </a:lnTo>
                <a:lnTo>
                  <a:pt x="33" y="170"/>
                </a:lnTo>
                <a:lnTo>
                  <a:pt x="32" y="170"/>
                </a:lnTo>
                <a:lnTo>
                  <a:pt x="31" y="170"/>
                </a:lnTo>
                <a:lnTo>
                  <a:pt x="30" y="171"/>
                </a:lnTo>
                <a:lnTo>
                  <a:pt x="29" y="172"/>
                </a:lnTo>
                <a:lnTo>
                  <a:pt x="28" y="172"/>
                </a:lnTo>
                <a:lnTo>
                  <a:pt x="28" y="173"/>
                </a:lnTo>
                <a:lnTo>
                  <a:pt x="27" y="173"/>
                </a:lnTo>
                <a:lnTo>
                  <a:pt x="26" y="174"/>
                </a:lnTo>
                <a:lnTo>
                  <a:pt x="26" y="175"/>
                </a:lnTo>
                <a:lnTo>
                  <a:pt x="25" y="175"/>
                </a:lnTo>
                <a:lnTo>
                  <a:pt x="25" y="176"/>
                </a:lnTo>
                <a:lnTo>
                  <a:pt x="25" y="177"/>
                </a:lnTo>
                <a:lnTo>
                  <a:pt x="26" y="178"/>
                </a:lnTo>
                <a:lnTo>
                  <a:pt x="24" y="178"/>
                </a:lnTo>
                <a:lnTo>
                  <a:pt x="21" y="177"/>
                </a:lnTo>
                <a:lnTo>
                  <a:pt x="20" y="177"/>
                </a:lnTo>
                <a:lnTo>
                  <a:pt x="19" y="178"/>
                </a:lnTo>
                <a:lnTo>
                  <a:pt x="18" y="178"/>
                </a:lnTo>
                <a:lnTo>
                  <a:pt x="17" y="178"/>
                </a:lnTo>
                <a:lnTo>
                  <a:pt x="16" y="178"/>
                </a:lnTo>
                <a:lnTo>
                  <a:pt x="15" y="178"/>
                </a:lnTo>
                <a:lnTo>
                  <a:pt x="14" y="177"/>
                </a:lnTo>
                <a:lnTo>
                  <a:pt x="11" y="177"/>
                </a:lnTo>
                <a:lnTo>
                  <a:pt x="8" y="176"/>
                </a:lnTo>
                <a:lnTo>
                  <a:pt x="7" y="176"/>
                </a:lnTo>
                <a:lnTo>
                  <a:pt x="6" y="174"/>
                </a:lnTo>
                <a:lnTo>
                  <a:pt x="5" y="174"/>
                </a:lnTo>
                <a:lnTo>
                  <a:pt x="4" y="173"/>
                </a:lnTo>
                <a:lnTo>
                  <a:pt x="3" y="173"/>
                </a:lnTo>
                <a:lnTo>
                  <a:pt x="4" y="172"/>
                </a:lnTo>
                <a:lnTo>
                  <a:pt x="4" y="171"/>
                </a:lnTo>
                <a:lnTo>
                  <a:pt x="3" y="170"/>
                </a:lnTo>
                <a:lnTo>
                  <a:pt x="2" y="170"/>
                </a:lnTo>
                <a:lnTo>
                  <a:pt x="1" y="170"/>
                </a:lnTo>
                <a:lnTo>
                  <a:pt x="0" y="169"/>
                </a:lnTo>
                <a:lnTo>
                  <a:pt x="0" y="168"/>
                </a:lnTo>
                <a:lnTo>
                  <a:pt x="0" y="167"/>
                </a:lnTo>
                <a:lnTo>
                  <a:pt x="1" y="166"/>
                </a:lnTo>
                <a:lnTo>
                  <a:pt x="1" y="165"/>
                </a:lnTo>
                <a:lnTo>
                  <a:pt x="1" y="164"/>
                </a:lnTo>
                <a:lnTo>
                  <a:pt x="2" y="165"/>
                </a:lnTo>
                <a:lnTo>
                  <a:pt x="3" y="165"/>
                </a:lnTo>
                <a:lnTo>
                  <a:pt x="4" y="165"/>
                </a:lnTo>
                <a:lnTo>
                  <a:pt x="5" y="165"/>
                </a:lnTo>
                <a:lnTo>
                  <a:pt x="6" y="165"/>
                </a:lnTo>
                <a:lnTo>
                  <a:pt x="7" y="165"/>
                </a:lnTo>
                <a:lnTo>
                  <a:pt x="7" y="164"/>
                </a:lnTo>
                <a:lnTo>
                  <a:pt x="6" y="164"/>
                </a:lnTo>
                <a:lnTo>
                  <a:pt x="7" y="164"/>
                </a:lnTo>
                <a:lnTo>
                  <a:pt x="8" y="163"/>
                </a:lnTo>
                <a:lnTo>
                  <a:pt x="8" y="162"/>
                </a:lnTo>
                <a:lnTo>
                  <a:pt x="8" y="161"/>
                </a:lnTo>
                <a:lnTo>
                  <a:pt x="9" y="161"/>
                </a:lnTo>
                <a:lnTo>
                  <a:pt x="10" y="160"/>
                </a:lnTo>
                <a:lnTo>
                  <a:pt x="11" y="160"/>
                </a:lnTo>
                <a:lnTo>
                  <a:pt x="10" y="159"/>
                </a:lnTo>
                <a:lnTo>
                  <a:pt x="10" y="160"/>
                </a:lnTo>
                <a:lnTo>
                  <a:pt x="9" y="158"/>
                </a:lnTo>
                <a:lnTo>
                  <a:pt x="10" y="158"/>
                </a:lnTo>
                <a:lnTo>
                  <a:pt x="11" y="159"/>
                </a:lnTo>
                <a:lnTo>
                  <a:pt x="10" y="159"/>
                </a:lnTo>
                <a:lnTo>
                  <a:pt x="11" y="159"/>
                </a:lnTo>
                <a:lnTo>
                  <a:pt x="11" y="160"/>
                </a:lnTo>
                <a:lnTo>
                  <a:pt x="12" y="159"/>
                </a:lnTo>
                <a:lnTo>
                  <a:pt x="13" y="159"/>
                </a:lnTo>
                <a:lnTo>
                  <a:pt x="12" y="158"/>
                </a:lnTo>
                <a:lnTo>
                  <a:pt x="13" y="158"/>
                </a:lnTo>
                <a:lnTo>
                  <a:pt x="13" y="157"/>
                </a:lnTo>
                <a:lnTo>
                  <a:pt x="14" y="157"/>
                </a:lnTo>
                <a:lnTo>
                  <a:pt x="13" y="156"/>
                </a:lnTo>
                <a:lnTo>
                  <a:pt x="13" y="155"/>
                </a:lnTo>
                <a:lnTo>
                  <a:pt x="13" y="156"/>
                </a:lnTo>
                <a:lnTo>
                  <a:pt x="14" y="156"/>
                </a:lnTo>
                <a:lnTo>
                  <a:pt x="14" y="155"/>
                </a:lnTo>
                <a:lnTo>
                  <a:pt x="13" y="155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5" y="152"/>
                </a:lnTo>
                <a:lnTo>
                  <a:pt x="15" y="151"/>
                </a:lnTo>
                <a:lnTo>
                  <a:pt x="15" y="150"/>
                </a:lnTo>
                <a:lnTo>
                  <a:pt x="14" y="150"/>
                </a:lnTo>
                <a:lnTo>
                  <a:pt x="14" y="149"/>
                </a:lnTo>
                <a:lnTo>
                  <a:pt x="14" y="148"/>
                </a:lnTo>
                <a:lnTo>
                  <a:pt x="15" y="147"/>
                </a:lnTo>
                <a:lnTo>
                  <a:pt x="15" y="146"/>
                </a:lnTo>
                <a:lnTo>
                  <a:pt x="16" y="145"/>
                </a:lnTo>
                <a:lnTo>
                  <a:pt x="16" y="144"/>
                </a:lnTo>
                <a:lnTo>
                  <a:pt x="16" y="143"/>
                </a:lnTo>
                <a:lnTo>
                  <a:pt x="17" y="142"/>
                </a:lnTo>
                <a:lnTo>
                  <a:pt x="18" y="141"/>
                </a:lnTo>
                <a:lnTo>
                  <a:pt x="18" y="140"/>
                </a:lnTo>
                <a:lnTo>
                  <a:pt x="19" y="140"/>
                </a:lnTo>
                <a:lnTo>
                  <a:pt x="20" y="140"/>
                </a:lnTo>
                <a:lnTo>
                  <a:pt x="20" y="139"/>
                </a:lnTo>
                <a:lnTo>
                  <a:pt x="19" y="138"/>
                </a:lnTo>
                <a:lnTo>
                  <a:pt x="18" y="137"/>
                </a:lnTo>
                <a:lnTo>
                  <a:pt x="19" y="137"/>
                </a:lnTo>
                <a:lnTo>
                  <a:pt x="18" y="136"/>
                </a:lnTo>
                <a:lnTo>
                  <a:pt x="18" y="135"/>
                </a:lnTo>
                <a:lnTo>
                  <a:pt x="17" y="135"/>
                </a:lnTo>
                <a:lnTo>
                  <a:pt x="18" y="134"/>
                </a:lnTo>
                <a:lnTo>
                  <a:pt x="18" y="133"/>
                </a:lnTo>
                <a:lnTo>
                  <a:pt x="19" y="132"/>
                </a:lnTo>
                <a:lnTo>
                  <a:pt x="19" y="131"/>
                </a:lnTo>
                <a:lnTo>
                  <a:pt x="19" y="130"/>
                </a:lnTo>
                <a:lnTo>
                  <a:pt x="18" y="130"/>
                </a:lnTo>
                <a:lnTo>
                  <a:pt x="18" y="129"/>
                </a:lnTo>
                <a:lnTo>
                  <a:pt x="17" y="129"/>
                </a:lnTo>
                <a:lnTo>
                  <a:pt x="17" y="128"/>
                </a:lnTo>
                <a:lnTo>
                  <a:pt x="17" y="127"/>
                </a:lnTo>
                <a:lnTo>
                  <a:pt x="16" y="127"/>
                </a:lnTo>
                <a:lnTo>
                  <a:pt x="16" y="126"/>
                </a:lnTo>
                <a:lnTo>
                  <a:pt x="16" y="125"/>
                </a:lnTo>
                <a:lnTo>
                  <a:pt x="16" y="124"/>
                </a:lnTo>
                <a:lnTo>
                  <a:pt x="15" y="123"/>
                </a:lnTo>
                <a:lnTo>
                  <a:pt x="16" y="123"/>
                </a:lnTo>
                <a:lnTo>
                  <a:pt x="16" y="122"/>
                </a:lnTo>
                <a:lnTo>
                  <a:pt x="15" y="122"/>
                </a:lnTo>
                <a:lnTo>
                  <a:pt x="15" y="121"/>
                </a:lnTo>
                <a:lnTo>
                  <a:pt x="14" y="121"/>
                </a:lnTo>
                <a:lnTo>
                  <a:pt x="13" y="120"/>
                </a:lnTo>
                <a:lnTo>
                  <a:pt x="13" y="119"/>
                </a:lnTo>
                <a:lnTo>
                  <a:pt x="12" y="119"/>
                </a:lnTo>
                <a:lnTo>
                  <a:pt x="12" y="118"/>
                </a:lnTo>
                <a:lnTo>
                  <a:pt x="11" y="118"/>
                </a:lnTo>
                <a:lnTo>
                  <a:pt x="10" y="118"/>
                </a:lnTo>
                <a:lnTo>
                  <a:pt x="10" y="119"/>
                </a:lnTo>
                <a:lnTo>
                  <a:pt x="9" y="119"/>
                </a:lnTo>
                <a:lnTo>
                  <a:pt x="9" y="118"/>
                </a:lnTo>
                <a:lnTo>
                  <a:pt x="8" y="117"/>
                </a:lnTo>
                <a:lnTo>
                  <a:pt x="8" y="116"/>
                </a:lnTo>
                <a:lnTo>
                  <a:pt x="9" y="116"/>
                </a:lnTo>
                <a:lnTo>
                  <a:pt x="9" y="115"/>
                </a:lnTo>
                <a:lnTo>
                  <a:pt x="10" y="115"/>
                </a:lnTo>
                <a:lnTo>
                  <a:pt x="11" y="115"/>
                </a:lnTo>
                <a:lnTo>
                  <a:pt x="11" y="114"/>
                </a:lnTo>
                <a:lnTo>
                  <a:pt x="11" y="113"/>
                </a:lnTo>
                <a:lnTo>
                  <a:pt x="12" y="112"/>
                </a:lnTo>
                <a:lnTo>
                  <a:pt x="13" y="112"/>
                </a:lnTo>
                <a:lnTo>
                  <a:pt x="14" y="111"/>
                </a:lnTo>
                <a:lnTo>
                  <a:pt x="15" y="110"/>
                </a:lnTo>
                <a:lnTo>
                  <a:pt x="14" y="109"/>
                </a:lnTo>
                <a:lnTo>
                  <a:pt x="15" y="109"/>
                </a:lnTo>
                <a:lnTo>
                  <a:pt x="15" y="110"/>
                </a:lnTo>
                <a:lnTo>
                  <a:pt x="15" y="109"/>
                </a:lnTo>
                <a:lnTo>
                  <a:pt x="16" y="109"/>
                </a:lnTo>
                <a:lnTo>
                  <a:pt x="17" y="109"/>
                </a:lnTo>
                <a:lnTo>
                  <a:pt x="18" y="109"/>
                </a:lnTo>
                <a:lnTo>
                  <a:pt x="19" y="109"/>
                </a:lnTo>
                <a:lnTo>
                  <a:pt x="19" y="110"/>
                </a:lnTo>
                <a:lnTo>
                  <a:pt x="19" y="111"/>
                </a:lnTo>
                <a:lnTo>
                  <a:pt x="21" y="111"/>
                </a:lnTo>
                <a:lnTo>
                  <a:pt x="21" y="112"/>
                </a:lnTo>
                <a:lnTo>
                  <a:pt x="22" y="113"/>
                </a:lnTo>
                <a:lnTo>
                  <a:pt x="23" y="113"/>
                </a:lnTo>
                <a:lnTo>
                  <a:pt x="24" y="113"/>
                </a:lnTo>
                <a:lnTo>
                  <a:pt x="25" y="113"/>
                </a:lnTo>
                <a:lnTo>
                  <a:pt x="25" y="112"/>
                </a:lnTo>
                <a:lnTo>
                  <a:pt x="26" y="112"/>
                </a:lnTo>
                <a:lnTo>
                  <a:pt x="26" y="111"/>
                </a:lnTo>
                <a:lnTo>
                  <a:pt x="29" y="111"/>
                </a:lnTo>
                <a:lnTo>
                  <a:pt x="29" y="110"/>
                </a:lnTo>
                <a:lnTo>
                  <a:pt x="30" y="110"/>
                </a:lnTo>
                <a:lnTo>
                  <a:pt x="30" y="111"/>
                </a:lnTo>
                <a:lnTo>
                  <a:pt x="31" y="112"/>
                </a:lnTo>
                <a:lnTo>
                  <a:pt x="31" y="113"/>
                </a:lnTo>
                <a:lnTo>
                  <a:pt x="31" y="114"/>
                </a:lnTo>
                <a:lnTo>
                  <a:pt x="32" y="114"/>
                </a:lnTo>
                <a:lnTo>
                  <a:pt x="33" y="114"/>
                </a:lnTo>
                <a:lnTo>
                  <a:pt x="34" y="114"/>
                </a:lnTo>
                <a:lnTo>
                  <a:pt x="35" y="114"/>
                </a:lnTo>
                <a:lnTo>
                  <a:pt x="36" y="114"/>
                </a:lnTo>
                <a:lnTo>
                  <a:pt x="36" y="115"/>
                </a:lnTo>
                <a:lnTo>
                  <a:pt x="37" y="115"/>
                </a:lnTo>
                <a:lnTo>
                  <a:pt x="38" y="115"/>
                </a:lnTo>
                <a:lnTo>
                  <a:pt x="39" y="115"/>
                </a:lnTo>
                <a:lnTo>
                  <a:pt x="40" y="115"/>
                </a:lnTo>
                <a:lnTo>
                  <a:pt x="40" y="116"/>
                </a:lnTo>
                <a:lnTo>
                  <a:pt x="41" y="116"/>
                </a:lnTo>
                <a:lnTo>
                  <a:pt x="41" y="115"/>
                </a:lnTo>
                <a:lnTo>
                  <a:pt x="41" y="114"/>
                </a:lnTo>
                <a:lnTo>
                  <a:pt x="41" y="113"/>
                </a:lnTo>
                <a:lnTo>
                  <a:pt x="42" y="113"/>
                </a:lnTo>
                <a:lnTo>
                  <a:pt x="43" y="114"/>
                </a:lnTo>
                <a:lnTo>
                  <a:pt x="43" y="115"/>
                </a:lnTo>
                <a:lnTo>
                  <a:pt x="43" y="116"/>
                </a:lnTo>
                <a:lnTo>
                  <a:pt x="43" y="117"/>
                </a:lnTo>
                <a:lnTo>
                  <a:pt x="44" y="117"/>
                </a:lnTo>
                <a:lnTo>
                  <a:pt x="45" y="118"/>
                </a:lnTo>
                <a:lnTo>
                  <a:pt x="46" y="117"/>
                </a:lnTo>
                <a:lnTo>
                  <a:pt x="47" y="117"/>
                </a:lnTo>
                <a:lnTo>
                  <a:pt x="48" y="118"/>
                </a:lnTo>
                <a:lnTo>
                  <a:pt x="48" y="117"/>
                </a:lnTo>
                <a:lnTo>
                  <a:pt x="48" y="118"/>
                </a:lnTo>
                <a:lnTo>
                  <a:pt x="48" y="119"/>
                </a:lnTo>
                <a:lnTo>
                  <a:pt x="49" y="120"/>
                </a:lnTo>
                <a:lnTo>
                  <a:pt x="50" y="121"/>
                </a:lnTo>
                <a:lnTo>
                  <a:pt x="51" y="122"/>
                </a:lnTo>
                <a:lnTo>
                  <a:pt x="52" y="122"/>
                </a:lnTo>
                <a:lnTo>
                  <a:pt x="52" y="123"/>
                </a:lnTo>
                <a:lnTo>
                  <a:pt x="53" y="122"/>
                </a:lnTo>
                <a:lnTo>
                  <a:pt x="53" y="123"/>
                </a:lnTo>
                <a:lnTo>
                  <a:pt x="54" y="122"/>
                </a:lnTo>
                <a:lnTo>
                  <a:pt x="54" y="123"/>
                </a:lnTo>
                <a:lnTo>
                  <a:pt x="55" y="124"/>
                </a:lnTo>
                <a:lnTo>
                  <a:pt x="56" y="125"/>
                </a:lnTo>
                <a:lnTo>
                  <a:pt x="56" y="126"/>
                </a:lnTo>
                <a:lnTo>
                  <a:pt x="56" y="127"/>
                </a:lnTo>
                <a:lnTo>
                  <a:pt x="56" y="128"/>
                </a:lnTo>
                <a:lnTo>
                  <a:pt x="56" y="129"/>
                </a:lnTo>
                <a:lnTo>
                  <a:pt x="57" y="129"/>
                </a:lnTo>
                <a:lnTo>
                  <a:pt x="57" y="130"/>
                </a:lnTo>
                <a:lnTo>
                  <a:pt x="58" y="130"/>
                </a:lnTo>
                <a:lnTo>
                  <a:pt x="58" y="131"/>
                </a:lnTo>
                <a:lnTo>
                  <a:pt x="58" y="132"/>
                </a:lnTo>
                <a:lnTo>
                  <a:pt x="59" y="132"/>
                </a:lnTo>
                <a:lnTo>
                  <a:pt x="60" y="132"/>
                </a:lnTo>
                <a:lnTo>
                  <a:pt x="61" y="132"/>
                </a:lnTo>
                <a:lnTo>
                  <a:pt x="62" y="133"/>
                </a:lnTo>
                <a:lnTo>
                  <a:pt x="64" y="133"/>
                </a:lnTo>
                <a:lnTo>
                  <a:pt x="65" y="132"/>
                </a:lnTo>
                <a:lnTo>
                  <a:pt x="65" y="133"/>
                </a:lnTo>
                <a:lnTo>
                  <a:pt x="66" y="134"/>
                </a:lnTo>
                <a:lnTo>
                  <a:pt x="67" y="134"/>
                </a:lnTo>
                <a:lnTo>
                  <a:pt x="67" y="133"/>
                </a:lnTo>
                <a:lnTo>
                  <a:pt x="68" y="133"/>
                </a:lnTo>
                <a:lnTo>
                  <a:pt x="69" y="133"/>
                </a:lnTo>
                <a:lnTo>
                  <a:pt x="70" y="134"/>
                </a:lnTo>
                <a:lnTo>
                  <a:pt x="71" y="134"/>
                </a:lnTo>
                <a:lnTo>
                  <a:pt x="72" y="134"/>
                </a:lnTo>
                <a:lnTo>
                  <a:pt x="73" y="134"/>
                </a:lnTo>
                <a:lnTo>
                  <a:pt x="73" y="135"/>
                </a:lnTo>
                <a:lnTo>
                  <a:pt x="74" y="134"/>
                </a:lnTo>
                <a:lnTo>
                  <a:pt x="75" y="135"/>
                </a:lnTo>
                <a:lnTo>
                  <a:pt x="76" y="136"/>
                </a:lnTo>
                <a:lnTo>
                  <a:pt x="77" y="136"/>
                </a:lnTo>
                <a:lnTo>
                  <a:pt x="77" y="137"/>
                </a:lnTo>
                <a:lnTo>
                  <a:pt x="77" y="138"/>
                </a:lnTo>
                <a:lnTo>
                  <a:pt x="78" y="139"/>
                </a:lnTo>
                <a:lnTo>
                  <a:pt x="79" y="139"/>
                </a:lnTo>
                <a:lnTo>
                  <a:pt x="80" y="138"/>
                </a:lnTo>
                <a:lnTo>
                  <a:pt x="81" y="139"/>
                </a:lnTo>
                <a:lnTo>
                  <a:pt x="81" y="140"/>
                </a:lnTo>
                <a:lnTo>
                  <a:pt x="82" y="140"/>
                </a:lnTo>
                <a:lnTo>
                  <a:pt x="82" y="141"/>
                </a:lnTo>
                <a:lnTo>
                  <a:pt x="82" y="142"/>
                </a:lnTo>
                <a:lnTo>
                  <a:pt x="82" y="143"/>
                </a:lnTo>
                <a:lnTo>
                  <a:pt x="83" y="143"/>
                </a:lnTo>
                <a:lnTo>
                  <a:pt x="84" y="144"/>
                </a:lnTo>
                <a:lnTo>
                  <a:pt x="84" y="145"/>
                </a:lnTo>
                <a:lnTo>
                  <a:pt x="85" y="145"/>
                </a:lnTo>
                <a:lnTo>
                  <a:pt x="86" y="144"/>
                </a:lnTo>
                <a:lnTo>
                  <a:pt x="86" y="143"/>
                </a:lnTo>
                <a:lnTo>
                  <a:pt x="87" y="143"/>
                </a:lnTo>
                <a:lnTo>
                  <a:pt x="88" y="143"/>
                </a:lnTo>
                <a:lnTo>
                  <a:pt x="88" y="142"/>
                </a:lnTo>
                <a:lnTo>
                  <a:pt x="89" y="141"/>
                </a:lnTo>
                <a:lnTo>
                  <a:pt x="90" y="141"/>
                </a:lnTo>
                <a:lnTo>
                  <a:pt x="90" y="140"/>
                </a:lnTo>
                <a:lnTo>
                  <a:pt x="89" y="140"/>
                </a:lnTo>
                <a:lnTo>
                  <a:pt x="90" y="139"/>
                </a:lnTo>
                <a:lnTo>
                  <a:pt x="91" y="138"/>
                </a:lnTo>
                <a:lnTo>
                  <a:pt x="90" y="138"/>
                </a:lnTo>
                <a:lnTo>
                  <a:pt x="89" y="137"/>
                </a:lnTo>
                <a:lnTo>
                  <a:pt x="91" y="137"/>
                </a:lnTo>
                <a:lnTo>
                  <a:pt x="92" y="137"/>
                </a:lnTo>
                <a:lnTo>
                  <a:pt x="92" y="136"/>
                </a:lnTo>
                <a:lnTo>
                  <a:pt x="91" y="136"/>
                </a:lnTo>
                <a:lnTo>
                  <a:pt x="92" y="135"/>
                </a:lnTo>
                <a:lnTo>
                  <a:pt x="92" y="134"/>
                </a:lnTo>
                <a:lnTo>
                  <a:pt x="92" y="133"/>
                </a:lnTo>
                <a:lnTo>
                  <a:pt x="93" y="132"/>
                </a:lnTo>
                <a:lnTo>
                  <a:pt x="94" y="132"/>
                </a:lnTo>
                <a:lnTo>
                  <a:pt x="93" y="132"/>
                </a:lnTo>
                <a:lnTo>
                  <a:pt x="94" y="131"/>
                </a:lnTo>
                <a:lnTo>
                  <a:pt x="93" y="131"/>
                </a:lnTo>
                <a:lnTo>
                  <a:pt x="93" y="130"/>
                </a:lnTo>
                <a:lnTo>
                  <a:pt x="94" y="130"/>
                </a:lnTo>
                <a:lnTo>
                  <a:pt x="96" y="130"/>
                </a:lnTo>
                <a:lnTo>
                  <a:pt x="96" y="131"/>
                </a:lnTo>
                <a:lnTo>
                  <a:pt x="97" y="130"/>
                </a:lnTo>
                <a:lnTo>
                  <a:pt x="98" y="130"/>
                </a:lnTo>
                <a:lnTo>
                  <a:pt x="98" y="129"/>
                </a:lnTo>
                <a:lnTo>
                  <a:pt x="97" y="129"/>
                </a:lnTo>
                <a:lnTo>
                  <a:pt x="96" y="124"/>
                </a:lnTo>
                <a:lnTo>
                  <a:pt x="95" y="121"/>
                </a:lnTo>
                <a:lnTo>
                  <a:pt x="95" y="118"/>
                </a:lnTo>
                <a:lnTo>
                  <a:pt x="96" y="117"/>
                </a:lnTo>
                <a:lnTo>
                  <a:pt x="97" y="117"/>
                </a:lnTo>
                <a:lnTo>
                  <a:pt x="106" y="116"/>
                </a:lnTo>
                <a:lnTo>
                  <a:pt x="111" y="121"/>
                </a:lnTo>
                <a:lnTo>
                  <a:pt x="112" y="123"/>
                </a:lnTo>
                <a:lnTo>
                  <a:pt x="113" y="124"/>
                </a:lnTo>
                <a:lnTo>
                  <a:pt x="115" y="125"/>
                </a:lnTo>
                <a:lnTo>
                  <a:pt x="115" y="126"/>
                </a:lnTo>
                <a:lnTo>
                  <a:pt x="116" y="127"/>
                </a:lnTo>
                <a:lnTo>
                  <a:pt x="116" y="128"/>
                </a:lnTo>
                <a:lnTo>
                  <a:pt x="116" y="129"/>
                </a:lnTo>
                <a:lnTo>
                  <a:pt x="117" y="131"/>
                </a:lnTo>
                <a:lnTo>
                  <a:pt x="117" y="132"/>
                </a:lnTo>
                <a:lnTo>
                  <a:pt x="118" y="134"/>
                </a:lnTo>
                <a:lnTo>
                  <a:pt x="118" y="135"/>
                </a:lnTo>
                <a:lnTo>
                  <a:pt x="118" y="136"/>
                </a:lnTo>
                <a:lnTo>
                  <a:pt x="119" y="136"/>
                </a:lnTo>
                <a:lnTo>
                  <a:pt x="118" y="136"/>
                </a:lnTo>
                <a:lnTo>
                  <a:pt x="118" y="137"/>
                </a:lnTo>
                <a:lnTo>
                  <a:pt x="119" y="138"/>
                </a:lnTo>
                <a:lnTo>
                  <a:pt x="119" y="140"/>
                </a:lnTo>
                <a:lnTo>
                  <a:pt x="119" y="141"/>
                </a:lnTo>
                <a:lnTo>
                  <a:pt x="120" y="141"/>
                </a:lnTo>
                <a:lnTo>
                  <a:pt x="121" y="141"/>
                </a:lnTo>
                <a:lnTo>
                  <a:pt x="122" y="140"/>
                </a:lnTo>
                <a:lnTo>
                  <a:pt x="123" y="138"/>
                </a:lnTo>
                <a:lnTo>
                  <a:pt x="123" y="137"/>
                </a:lnTo>
                <a:lnTo>
                  <a:pt x="123" y="136"/>
                </a:lnTo>
                <a:lnTo>
                  <a:pt x="124" y="135"/>
                </a:lnTo>
                <a:lnTo>
                  <a:pt x="124" y="133"/>
                </a:lnTo>
                <a:lnTo>
                  <a:pt x="125" y="133"/>
                </a:lnTo>
                <a:lnTo>
                  <a:pt x="125" y="132"/>
                </a:lnTo>
                <a:lnTo>
                  <a:pt x="126" y="132"/>
                </a:lnTo>
                <a:lnTo>
                  <a:pt x="126" y="133"/>
                </a:lnTo>
                <a:lnTo>
                  <a:pt x="127" y="134"/>
                </a:lnTo>
                <a:lnTo>
                  <a:pt x="127" y="135"/>
                </a:lnTo>
                <a:lnTo>
                  <a:pt x="128" y="136"/>
                </a:lnTo>
                <a:lnTo>
                  <a:pt x="130" y="137"/>
                </a:lnTo>
                <a:lnTo>
                  <a:pt x="133" y="140"/>
                </a:lnTo>
                <a:lnTo>
                  <a:pt x="134" y="140"/>
                </a:lnTo>
                <a:lnTo>
                  <a:pt x="134" y="141"/>
                </a:lnTo>
                <a:lnTo>
                  <a:pt x="139" y="141"/>
                </a:lnTo>
                <a:lnTo>
                  <a:pt x="140" y="142"/>
                </a:lnTo>
                <a:lnTo>
                  <a:pt x="140" y="143"/>
                </a:lnTo>
                <a:lnTo>
                  <a:pt x="140" y="144"/>
                </a:lnTo>
                <a:lnTo>
                  <a:pt x="141" y="144"/>
                </a:lnTo>
                <a:lnTo>
                  <a:pt x="141" y="145"/>
                </a:lnTo>
                <a:lnTo>
                  <a:pt x="141" y="146"/>
                </a:lnTo>
                <a:lnTo>
                  <a:pt x="142" y="148"/>
                </a:lnTo>
                <a:lnTo>
                  <a:pt x="143" y="148"/>
                </a:lnTo>
                <a:lnTo>
                  <a:pt x="144" y="148"/>
                </a:lnTo>
                <a:lnTo>
                  <a:pt x="144" y="150"/>
                </a:lnTo>
                <a:lnTo>
                  <a:pt x="145" y="150"/>
                </a:lnTo>
                <a:lnTo>
                  <a:pt x="145" y="151"/>
                </a:lnTo>
                <a:lnTo>
                  <a:pt x="146" y="154"/>
                </a:lnTo>
                <a:lnTo>
                  <a:pt x="151" y="153"/>
                </a:lnTo>
                <a:lnTo>
                  <a:pt x="156" y="151"/>
                </a:lnTo>
                <a:lnTo>
                  <a:pt x="155" y="151"/>
                </a:lnTo>
                <a:lnTo>
                  <a:pt x="156" y="150"/>
                </a:lnTo>
                <a:lnTo>
                  <a:pt x="156" y="148"/>
                </a:lnTo>
                <a:lnTo>
                  <a:pt x="158" y="147"/>
                </a:lnTo>
                <a:lnTo>
                  <a:pt x="157" y="147"/>
                </a:lnTo>
                <a:lnTo>
                  <a:pt x="156" y="146"/>
                </a:lnTo>
                <a:lnTo>
                  <a:pt x="156" y="145"/>
                </a:lnTo>
                <a:lnTo>
                  <a:pt x="157" y="144"/>
                </a:lnTo>
                <a:lnTo>
                  <a:pt x="158" y="142"/>
                </a:lnTo>
                <a:lnTo>
                  <a:pt x="158" y="141"/>
                </a:lnTo>
                <a:lnTo>
                  <a:pt x="159" y="141"/>
                </a:lnTo>
                <a:lnTo>
                  <a:pt x="158" y="141"/>
                </a:lnTo>
                <a:lnTo>
                  <a:pt x="160" y="138"/>
                </a:lnTo>
                <a:lnTo>
                  <a:pt x="160" y="137"/>
                </a:lnTo>
                <a:lnTo>
                  <a:pt x="160" y="136"/>
                </a:lnTo>
                <a:lnTo>
                  <a:pt x="159" y="135"/>
                </a:lnTo>
                <a:lnTo>
                  <a:pt x="158" y="134"/>
                </a:lnTo>
                <a:lnTo>
                  <a:pt x="157" y="133"/>
                </a:lnTo>
                <a:lnTo>
                  <a:pt x="157" y="132"/>
                </a:lnTo>
                <a:lnTo>
                  <a:pt x="156" y="131"/>
                </a:lnTo>
                <a:lnTo>
                  <a:pt x="156" y="130"/>
                </a:lnTo>
                <a:lnTo>
                  <a:pt x="155" y="128"/>
                </a:lnTo>
                <a:lnTo>
                  <a:pt x="154" y="127"/>
                </a:lnTo>
                <a:lnTo>
                  <a:pt x="152" y="125"/>
                </a:lnTo>
                <a:lnTo>
                  <a:pt x="152" y="124"/>
                </a:lnTo>
                <a:lnTo>
                  <a:pt x="153" y="123"/>
                </a:lnTo>
                <a:lnTo>
                  <a:pt x="154" y="122"/>
                </a:lnTo>
                <a:lnTo>
                  <a:pt x="154" y="121"/>
                </a:lnTo>
                <a:lnTo>
                  <a:pt x="154" y="120"/>
                </a:lnTo>
                <a:lnTo>
                  <a:pt x="158" y="119"/>
                </a:lnTo>
                <a:lnTo>
                  <a:pt x="160" y="114"/>
                </a:lnTo>
                <a:lnTo>
                  <a:pt x="160" y="113"/>
                </a:lnTo>
                <a:lnTo>
                  <a:pt x="160" y="112"/>
                </a:lnTo>
                <a:lnTo>
                  <a:pt x="160" y="110"/>
                </a:lnTo>
                <a:lnTo>
                  <a:pt x="160" y="109"/>
                </a:lnTo>
                <a:lnTo>
                  <a:pt x="160" y="108"/>
                </a:lnTo>
                <a:lnTo>
                  <a:pt x="160" y="107"/>
                </a:lnTo>
                <a:lnTo>
                  <a:pt x="149" y="76"/>
                </a:lnTo>
                <a:lnTo>
                  <a:pt x="171" y="68"/>
                </a:lnTo>
                <a:lnTo>
                  <a:pt x="178" y="66"/>
                </a:lnTo>
                <a:lnTo>
                  <a:pt x="183" y="64"/>
                </a:lnTo>
                <a:lnTo>
                  <a:pt x="186" y="59"/>
                </a:lnTo>
                <a:lnTo>
                  <a:pt x="192" y="56"/>
                </a:lnTo>
                <a:lnTo>
                  <a:pt x="189" y="50"/>
                </a:lnTo>
                <a:lnTo>
                  <a:pt x="189" y="48"/>
                </a:lnTo>
                <a:lnTo>
                  <a:pt x="192" y="47"/>
                </a:lnTo>
                <a:lnTo>
                  <a:pt x="192" y="46"/>
                </a:lnTo>
                <a:lnTo>
                  <a:pt x="191" y="40"/>
                </a:lnTo>
                <a:lnTo>
                  <a:pt x="192" y="35"/>
                </a:lnTo>
                <a:lnTo>
                  <a:pt x="195" y="32"/>
                </a:lnTo>
                <a:lnTo>
                  <a:pt x="196" y="31"/>
                </a:lnTo>
                <a:lnTo>
                  <a:pt x="200" y="27"/>
                </a:lnTo>
                <a:lnTo>
                  <a:pt x="201" y="25"/>
                </a:lnTo>
                <a:lnTo>
                  <a:pt x="202" y="25"/>
                </a:lnTo>
                <a:lnTo>
                  <a:pt x="203" y="24"/>
                </a:lnTo>
                <a:lnTo>
                  <a:pt x="205" y="24"/>
                </a:lnTo>
                <a:lnTo>
                  <a:pt x="206" y="25"/>
                </a:lnTo>
                <a:lnTo>
                  <a:pt x="207" y="25"/>
                </a:lnTo>
                <a:lnTo>
                  <a:pt x="208" y="25"/>
                </a:lnTo>
                <a:lnTo>
                  <a:pt x="210" y="25"/>
                </a:lnTo>
                <a:lnTo>
                  <a:pt x="210" y="26"/>
                </a:lnTo>
                <a:lnTo>
                  <a:pt x="210" y="27"/>
                </a:lnTo>
                <a:lnTo>
                  <a:pt x="211" y="27"/>
                </a:lnTo>
                <a:lnTo>
                  <a:pt x="212" y="27"/>
                </a:lnTo>
                <a:lnTo>
                  <a:pt x="213" y="27"/>
                </a:lnTo>
                <a:lnTo>
                  <a:pt x="214" y="27"/>
                </a:lnTo>
                <a:lnTo>
                  <a:pt x="215" y="27"/>
                </a:lnTo>
                <a:lnTo>
                  <a:pt x="216" y="26"/>
                </a:lnTo>
                <a:lnTo>
                  <a:pt x="217" y="26"/>
                </a:lnTo>
                <a:lnTo>
                  <a:pt x="218" y="27"/>
                </a:lnTo>
                <a:lnTo>
                  <a:pt x="219" y="27"/>
                </a:lnTo>
                <a:lnTo>
                  <a:pt x="220" y="27"/>
                </a:lnTo>
                <a:lnTo>
                  <a:pt x="221" y="28"/>
                </a:lnTo>
                <a:lnTo>
                  <a:pt x="222" y="29"/>
                </a:lnTo>
                <a:lnTo>
                  <a:pt x="222" y="30"/>
                </a:lnTo>
                <a:lnTo>
                  <a:pt x="223" y="30"/>
                </a:lnTo>
                <a:lnTo>
                  <a:pt x="224" y="31"/>
                </a:lnTo>
                <a:lnTo>
                  <a:pt x="225" y="30"/>
                </a:lnTo>
                <a:lnTo>
                  <a:pt x="225" y="29"/>
                </a:lnTo>
                <a:lnTo>
                  <a:pt x="226" y="29"/>
                </a:lnTo>
                <a:lnTo>
                  <a:pt x="226" y="28"/>
                </a:lnTo>
                <a:lnTo>
                  <a:pt x="226" y="27"/>
                </a:lnTo>
                <a:lnTo>
                  <a:pt x="226" y="26"/>
                </a:lnTo>
                <a:lnTo>
                  <a:pt x="227" y="26"/>
                </a:lnTo>
                <a:lnTo>
                  <a:pt x="228" y="26"/>
                </a:lnTo>
                <a:lnTo>
                  <a:pt x="228" y="27"/>
                </a:lnTo>
                <a:lnTo>
                  <a:pt x="229" y="26"/>
                </a:lnTo>
                <a:lnTo>
                  <a:pt x="229" y="25"/>
                </a:lnTo>
                <a:lnTo>
                  <a:pt x="230" y="26"/>
                </a:lnTo>
                <a:lnTo>
                  <a:pt x="231" y="26"/>
                </a:lnTo>
                <a:lnTo>
                  <a:pt x="231" y="25"/>
                </a:lnTo>
                <a:lnTo>
                  <a:pt x="232" y="25"/>
                </a:lnTo>
                <a:lnTo>
                  <a:pt x="233" y="26"/>
                </a:lnTo>
                <a:lnTo>
                  <a:pt x="234" y="25"/>
                </a:lnTo>
                <a:lnTo>
                  <a:pt x="234" y="26"/>
                </a:lnTo>
                <a:lnTo>
                  <a:pt x="235" y="26"/>
                </a:lnTo>
                <a:lnTo>
                  <a:pt x="235" y="27"/>
                </a:lnTo>
                <a:lnTo>
                  <a:pt x="235" y="26"/>
                </a:lnTo>
                <a:lnTo>
                  <a:pt x="236" y="26"/>
                </a:lnTo>
                <a:lnTo>
                  <a:pt x="236" y="25"/>
                </a:lnTo>
                <a:lnTo>
                  <a:pt x="237" y="25"/>
                </a:lnTo>
                <a:lnTo>
                  <a:pt x="237" y="24"/>
                </a:lnTo>
                <a:lnTo>
                  <a:pt x="237" y="25"/>
                </a:lnTo>
                <a:lnTo>
                  <a:pt x="238" y="24"/>
                </a:lnTo>
                <a:lnTo>
                  <a:pt x="238" y="23"/>
                </a:lnTo>
                <a:lnTo>
                  <a:pt x="238" y="22"/>
                </a:lnTo>
                <a:lnTo>
                  <a:pt x="238" y="23"/>
                </a:lnTo>
                <a:lnTo>
                  <a:pt x="239" y="22"/>
                </a:lnTo>
                <a:lnTo>
                  <a:pt x="240" y="21"/>
                </a:lnTo>
                <a:lnTo>
                  <a:pt x="241" y="20"/>
                </a:lnTo>
                <a:lnTo>
                  <a:pt x="242" y="20"/>
                </a:lnTo>
                <a:lnTo>
                  <a:pt x="243" y="21"/>
                </a:lnTo>
                <a:lnTo>
                  <a:pt x="244" y="21"/>
                </a:lnTo>
                <a:lnTo>
                  <a:pt x="245" y="21"/>
                </a:lnTo>
                <a:lnTo>
                  <a:pt x="245" y="22"/>
                </a:lnTo>
                <a:lnTo>
                  <a:pt x="246" y="23"/>
                </a:lnTo>
                <a:lnTo>
                  <a:pt x="247" y="23"/>
                </a:lnTo>
                <a:lnTo>
                  <a:pt x="248" y="24"/>
                </a:lnTo>
                <a:lnTo>
                  <a:pt x="249" y="24"/>
                </a:lnTo>
                <a:lnTo>
                  <a:pt x="249" y="23"/>
                </a:lnTo>
                <a:lnTo>
                  <a:pt x="250" y="23"/>
                </a:lnTo>
                <a:lnTo>
                  <a:pt x="250" y="24"/>
                </a:lnTo>
                <a:lnTo>
                  <a:pt x="251" y="24"/>
                </a:lnTo>
                <a:lnTo>
                  <a:pt x="251" y="25"/>
                </a:lnTo>
                <a:lnTo>
                  <a:pt x="252" y="25"/>
                </a:lnTo>
                <a:lnTo>
                  <a:pt x="252" y="24"/>
                </a:lnTo>
                <a:lnTo>
                  <a:pt x="253" y="24"/>
                </a:lnTo>
                <a:lnTo>
                  <a:pt x="253" y="23"/>
                </a:lnTo>
                <a:lnTo>
                  <a:pt x="254" y="23"/>
                </a:lnTo>
                <a:lnTo>
                  <a:pt x="255" y="23"/>
                </a:lnTo>
                <a:lnTo>
                  <a:pt x="255" y="22"/>
                </a:lnTo>
                <a:lnTo>
                  <a:pt x="255" y="21"/>
                </a:lnTo>
                <a:lnTo>
                  <a:pt x="255" y="20"/>
                </a:lnTo>
                <a:lnTo>
                  <a:pt x="256" y="20"/>
                </a:lnTo>
                <a:lnTo>
                  <a:pt x="256" y="19"/>
                </a:lnTo>
                <a:lnTo>
                  <a:pt x="256" y="18"/>
                </a:lnTo>
                <a:lnTo>
                  <a:pt x="257" y="18"/>
                </a:lnTo>
                <a:lnTo>
                  <a:pt x="258" y="18"/>
                </a:lnTo>
                <a:lnTo>
                  <a:pt x="259" y="18"/>
                </a:lnTo>
                <a:lnTo>
                  <a:pt x="262" y="16"/>
                </a:lnTo>
                <a:lnTo>
                  <a:pt x="263" y="16"/>
                </a:lnTo>
                <a:lnTo>
                  <a:pt x="264" y="16"/>
                </a:lnTo>
                <a:lnTo>
                  <a:pt x="265" y="16"/>
                </a:lnTo>
                <a:lnTo>
                  <a:pt x="266" y="16"/>
                </a:lnTo>
                <a:lnTo>
                  <a:pt x="267" y="16"/>
                </a:lnTo>
                <a:lnTo>
                  <a:pt x="268" y="16"/>
                </a:lnTo>
                <a:lnTo>
                  <a:pt x="268" y="15"/>
                </a:lnTo>
                <a:lnTo>
                  <a:pt x="269" y="15"/>
                </a:lnTo>
                <a:lnTo>
                  <a:pt x="272" y="15"/>
                </a:lnTo>
                <a:lnTo>
                  <a:pt x="273" y="14"/>
                </a:lnTo>
                <a:lnTo>
                  <a:pt x="274" y="13"/>
                </a:lnTo>
                <a:lnTo>
                  <a:pt x="275" y="12"/>
                </a:lnTo>
                <a:lnTo>
                  <a:pt x="275" y="13"/>
                </a:lnTo>
                <a:lnTo>
                  <a:pt x="276" y="13"/>
                </a:lnTo>
                <a:lnTo>
                  <a:pt x="277" y="13"/>
                </a:lnTo>
                <a:lnTo>
                  <a:pt x="278" y="12"/>
                </a:lnTo>
                <a:lnTo>
                  <a:pt x="279" y="12"/>
                </a:lnTo>
                <a:lnTo>
                  <a:pt x="280" y="11"/>
                </a:lnTo>
                <a:lnTo>
                  <a:pt x="280" y="10"/>
                </a:lnTo>
                <a:lnTo>
                  <a:pt x="281" y="9"/>
                </a:lnTo>
                <a:lnTo>
                  <a:pt x="282" y="9"/>
                </a:lnTo>
                <a:lnTo>
                  <a:pt x="282" y="8"/>
                </a:lnTo>
                <a:lnTo>
                  <a:pt x="282" y="7"/>
                </a:lnTo>
                <a:lnTo>
                  <a:pt x="283" y="7"/>
                </a:lnTo>
                <a:lnTo>
                  <a:pt x="284" y="7"/>
                </a:lnTo>
                <a:lnTo>
                  <a:pt x="284" y="6"/>
                </a:lnTo>
                <a:lnTo>
                  <a:pt x="285" y="6"/>
                </a:lnTo>
                <a:lnTo>
                  <a:pt x="285" y="5"/>
                </a:lnTo>
                <a:lnTo>
                  <a:pt x="287" y="3"/>
                </a:lnTo>
                <a:lnTo>
                  <a:pt x="287" y="2"/>
                </a:lnTo>
                <a:lnTo>
                  <a:pt x="288" y="2"/>
                </a:lnTo>
                <a:lnTo>
                  <a:pt x="289" y="2"/>
                </a:lnTo>
                <a:lnTo>
                  <a:pt x="290" y="2"/>
                </a:lnTo>
                <a:lnTo>
                  <a:pt x="291" y="2"/>
                </a:lnTo>
                <a:lnTo>
                  <a:pt x="292" y="1"/>
                </a:lnTo>
                <a:lnTo>
                  <a:pt x="293" y="1"/>
                </a:lnTo>
                <a:lnTo>
                  <a:pt x="294" y="0"/>
                </a:lnTo>
                <a:lnTo>
                  <a:pt x="295" y="0"/>
                </a:lnTo>
                <a:lnTo>
                  <a:pt x="296" y="1"/>
                </a:lnTo>
                <a:lnTo>
                  <a:pt x="296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3" name=""/>
          <p:cNvSpPr/>
          <p:nvPr/>
        </p:nvSpPr>
        <p:spPr>
          <a:xfrm>
            <a:off x="8795160" y="945360"/>
            <a:ext cx="0" cy="1080"/>
          </a:xfrm>
          <a:custGeom>
            <a:avLst/>
            <a:gdLst/>
            <a:ahLst/>
            <a:rect l="0" t="0" r="r" b="b"/>
            <a:pathLst>
              <a:path w="0" h="3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4" name=""/>
          <p:cNvSpPr/>
          <p:nvPr/>
        </p:nvSpPr>
        <p:spPr>
          <a:xfrm>
            <a:off x="8794800" y="943560"/>
            <a:ext cx="720" cy="2520"/>
          </a:xfrm>
          <a:custGeom>
            <a:avLst/>
            <a:gdLst/>
            <a:ahLst/>
            <a:rect l="0" t="0" r="r" b="b"/>
            <a:pathLst>
              <a:path w="2" h="7">
                <a:moveTo>
                  <a:pt x="2" y="4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lnTo>
                  <a:pt x="2" y="7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5" name=""/>
          <p:cNvSpPr/>
          <p:nvPr/>
        </p:nvSpPr>
        <p:spPr>
          <a:xfrm>
            <a:off x="8795520" y="941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800" rIns="18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6" name=""/>
          <p:cNvSpPr/>
          <p:nvPr/>
        </p:nvSpPr>
        <p:spPr>
          <a:xfrm>
            <a:off x="8205480" y="253440"/>
            <a:ext cx="716040" cy="658440"/>
          </a:xfrm>
          <a:custGeom>
            <a:avLst/>
            <a:gdLst/>
            <a:ahLst/>
            <a:rect l="0" t="0" r="r" b="b"/>
            <a:pathLst>
              <a:path w="1989" h="1829">
                <a:moveTo>
                  <a:pt x="248" y="7"/>
                </a:moveTo>
                <a:lnTo>
                  <a:pt x="249" y="7"/>
                </a:lnTo>
                <a:lnTo>
                  <a:pt x="250" y="7"/>
                </a:lnTo>
                <a:lnTo>
                  <a:pt x="251" y="7"/>
                </a:lnTo>
                <a:lnTo>
                  <a:pt x="252" y="7"/>
                </a:lnTo>
                <a:lnTo>
                  <a:pt x="252" y="6"/>
                </a:lnTo>
                <a:lnTo>
                  <a:pt x="252" y="7"/>
                </a:lnTo>
                <a:lnTo>
                  <a:pt x="252" y="6"/>
                </a:lnTo>
                <a:lnTo>
                  <a:pt x="252" y="7"/>
                </a:lnTo>
                <a:lnTo>
                  <a:pt x="253" y="6"/>
                </a:lnTo>
                <a:lnTo>
                  <a:pt x="254" y="6"/>
                </a:lnTo>
                <a:lnTo>
                  <a:pt x="254" y="7"/>
                </a:lnTo>
                <a:lnTo>
                  <a:pt x="255" y="7"/>
                </a:lnTo>
                <a:lnTo>
                  <a:pt x="255" y="8"/>
                </a:lnTo>
                <a:lnTo>
                  <a:pt x="255" y="9"/>
                </a:lnTo>
                <a:lnTo>
                  <a:pt x="256" y="9"/>
                </a:lnTo>
                <a:lnTo>
                  <a:pt x="256" y="10"/>
                </a:lnTo>
                <a:lnTo>
                  <a:pt x="256" y="11"/>
                </a:lnTo>
                <a:lnTo>
                  <a:pt x="256" y="12"/>
                </a:lnTo>
                <a:lnTo>
                  <a:pt x="257" y="12"/>
                </a:lnTo>
                <a:lnTo>
                  <a:pt x="258" y="13"/>
                </a:lnTo>
                <a:lnTo>
                  <a:pt x="259" y="13"/>
                </a:lnTo>
                <a:lnTo>
                  <a:pt x="260" y="13"/>
                </a:lnTo>
                <a:lnTo>
                  <a:pt x="261" y="13"/>
                </a:lnTo>
                <a:lnTo>
                  <a:pt x="261" y="12"/>
                </a:lnTo>
                <a:lnTo>
                  <a:pt x="261" y="10"/>
                </a:lnTo>
                <a:lnTo>
                  <a:pt x="261" y="9"/>
                </a:lnTo>
                <a:lnTo>
                  <a:pt x="260" y="9"/>
                </a:lnTo>
                <a:lnTo>
                  <a:pt x="259" y="9"/>
                </a:lnTo>
                <a:lnTo>
                  <a:pt x="259" y="8"/>
                </a:lnTo>
                <a:lnTo>
                  <a:pt x="258" y="8"/>
                </a:lnTo>
                <a:lnTo>
                  <a:pt x="258" y="7"/>
                </a:lnTo>
                <a:lnTo>
                  <a:pt x="258" y="6"/>
                </a:lnTo>
                <a:lnTo>
                  <a:pt x="258" y="5"/>
                </a:lnTo>
                <a:lnTo>
                  <a:pt x="258" y="4"/>
                </a:lnTo>
                <a:lnTo>
                  <a:pt x="258" y="3"/>
                </a:lnTo>
                <a:lnTo>
                  <a:pt x="259" y="2"/>
                </a:lnTo>
                <a:lnTo>
                  <a:pt x="260" y="1"/>
                </a:lnTo>
                <a:lnTo>
                  <a:pt x="261" y="1"/>
                </a:lnTo>
                <a:lnTo>
                  <a:pt x="261" y="0"/>
                </a:lnTo>
                <a:lnTo>
                  <a:pt x="262" y="0"/>
                </a:lnTo>
                <a:lnTo>
                  <a:pt x="263" y="0"/>
                </a:lnTo>
                <a:lnTo>
                  <a:pt x="263" y="1"/>
                </a:lnTo>
                <a:lnTo>
                  <a:pt x="264" y="1"/>
                </a:lnTo>
                <a:lnTo>
                  <a:pt x="265" y="1"/>
                </a:lnTo>
                <a:lnTo>
                  <a:pt x="265" y="2"/>
                </a:lnTo>
                <a:lnTo>
                  <a:pt x="266" y="2"/>
                </a:lnTo>
                <a:lnTo>
                  <a:pt x="266" y="3"/>
                </a:lnTo>
                <a:lnTo>
                  <a:pt x="267" y="3"/>
                </a:lnTo>
                <a:lnTo>
                  <a:pt x="267" y="4"/>
                </a:lnTo>
                <a:lnTo>
                  <a:pt x="266" y="4"/>
                </a:lnTo>
                <a:lnTo>
                  <a:pt x="267" y="4"/>
                </a:lnTo>
                <a:lnTo>
                  <a:pt x="267" y="5"/>
                </a:lnTo>
                <a:lnTo>
                  <a:pt x="266" y="5"/>
                </a:lnTo>
                <a:lnTo>
                  <a:pt x="266" y="6"/>
                </a:lnTo>
                <a:lnTo>
                  <a:pt x="266" y="7"/>
                </a:lnTo>
                <a:lnTo>
                  <a:pt x="265" y="7"/>
                </a:lnTo>
                <a:lnTo>
                  <a:pt x="265" y="8"/>
                </a:lnTo>
                <a:lnTo>
                  <a:pt x="264" y="8"/>
                </a:lnTo>
                <a:lnTo>
                  <a:pt x="264" y="9"/>
                </a:lnTo>
                <a:lnTo>
                  <a:pt x="264" y="10"/>
                </a:lnTo>
                <a:lnTo>
                  <a:pt x="264" y="11"/>
                </a:lnTo>
                <a:lnTo>
                  <a:pt x="265" y="11"/>
                </a:lnTo>
                <a:lnTo>
                  <a:pt x="265" y="12"/>
                </a:lnTo>
                <a:lnTo>
                  <a:pt x="267" y="12"/>
                </a:lnTo>
                <a:lnTo>
                  <a:pt x="267" y="11"/>
                </a:lnTo>
                <a:lnTo>
                  <a:pt x="268" y="11"/>
                </a:lnTo>
                <a:lnTo>
                  <a:pt x="268" y="10"/>
                </a:lnTo>
                <a:lnTo>
                  <a:pt x="269" y="10"/>
                </a:lnTo>
                <a:lnTo>
                  <a:pt x="269" y="9"/>
                </a:lnTo>
                <a:lnTo>
                  <a:pt x="269" y="8"/>
                </a:lnTo>
                <a:lnTo>
                  <a:pt x="270" y="8"/>
                </a:lnTo>
                <a:lnTo>
                  <a:pt x="270" y="7"/>
                </a:lnTo>
                <a:lnTo>
                  <a:pt x="270" y="6"/>
                </a:lnTo>
                <a:lnTo>
                  <a:pt x="270" y="5"/>
                </a:lnTo>
                <a:lnTo>
                  <a:pt x="270" y="4"/>
                </a:lnTo>
                <a:lnTo>
                  <a:pt x="270" y="3"/>
                </a:lnTo>
                <a:lnTo>
                  <a:pt x="270" y="2"/>
                </a:lnTo>
                <a:lnTo>
                  <a:pt x="270" y="1"/>
                </a:lnTo>
                <a:lnTo>
                  <a:pt x="270" y="0"/>
                </a:lnTo>
                <a:lnTo>
                  <a:pt x="271" y="0"/>
                </a:lnTo>
                <a:lnTo>
                  <a:pt x="272" y="0"/>
                </a:lnTo>
                <a:lnTo>
                  <a:pt x="274" y="0"/>
                </a:lnTo>
                <a:lnTo>
                  <a:pt x="275" y="0"/>
                </a:lnTo>
                <a:lnTo>
                  <a:pt x="276" y="0"/>
                </a:lnTo>
                <a:lnTo>
                  <a:pt x="276" y="1"/>
                </a:lnTo>
                <a:lnTo>
                  <a:pt x="277" y="1"/>
                </a:lnTo>
                <a:lnTo>
                  <a:pt x="278" y="1"/>
                </a:lnTo>
                <a:lnTo>
                  <a:pt x="279" y="1"/>
                </a:lnTo>
                <a:lnTo>
                  <a:pt x="280" y="1"/>
                </a:lnTo>
                <a:lnTo>
                  <a:pt x="280" y="2"/>
                </a:lnTo>
                <a:lnTo>
                  <a:pt x="280" y="3"/>
                </a:lnTo>
                <a:lnTo>
                  <a:pt x="281" y="3"/>
                </a:lnTo>
                <a:lnTo>
                  <a:pt x="281" y="4"/>
                </a:lnTo>
                <a:lnTo>
                  <a:pt x="282" y="4"/>
                </a:lnTo>
                <a:lnTo>
                  <a:pt x="282" y="5"/>
                </a:lnTo>
                <a:lnTo>
                  <a:pt x="283" y="6"/>
                </a:lnTo>
                <a:lnTo>
                  <a:pt x="284" y="7"/>
                </a:lnTo>
                <a:lnTo>
                  <a:pt x="284" y="8"/>
                </a:lnTo>
                <a:lnTo>
                  <a:pt x="285" y="8"/>
                </a:lnTo>
                <a:lnTo>
                  <a:pt x="286" y="8"/>
                </a:lnTo>
                <a:lnTo>
                  <a:pt x="286" y="9"/>
                </a:lnTo>
                <a:lnTo>
                  <a:pt x="287" y="9"/>
                </a:lnTo>
                <a:lnTo>
                  <a:pt x="288" y="8"/>
                </a:lnTo>
                <a:lnTo>
                  <a:pt x="289" y="8"/>
                </a:lnTo>
                <a:lnTo>
                  <a:pt x="289" y="7"/>
                </a:lnTo>
                <a:lnTo>
                  <a:pt x="290" y="7"/>
                </a:lnTo>
                <a:lnTo>
                  <a:pt x="291" y="7"/>
                </a:lnTo>
                <a:lnTo>
                  <a:pt x="292" y="7"/>
                </a:lnTo>
                <a:lnTo>
                  <a:pt x="292" y="6"/>
                </a:lnTo>
                <a:lnTo>
                  <a:pt x="293" y="6"/>
                </a:lnTo>
                <a:lnTo>
                  <a:pt x="293" y="7"/>
                </a:lnTo>
                <a:lnTo>
                  <a:pt x="294" y="7"/>
                </a:lnTo>
                <a:lnTo>
                  <a:pt x="295" y="7"/>
                </a:lnTo>
                <a:lnTo>
                  <a:pt x="297" y="7"/>
                </a:lnTo>
                <a:lnTo>
                  <a:pt x="298" y="7"/>
                </a:lnTo>
                <a:lnTo>
                  <a:pt x="300" y="7"/>
                </a:lnTo>
                <a:lnTo>
                  <a:pt x="301" y="7"/>
                </a:lnTo>
                <a:lnTo>
                  <a:pt x="302" y="7"/>
                </a:lnTo>
                <a:lnTo>
                  <a:pt x="303" y="6"/>
                </a:lnTo>
                <a:lnTo>
                  <a:pt x="304" y="6"/>
                </a:lnTo>
                <a:lnTo>
                  <a:pt x="305" y="6"/>
                </a:lnTo>
                <a:lnTo>
                  <a:pt x="306" y="6"/>
                </a:lnTo>
                <a:lnTo>
                  <a:pt x="307" y="6"/>
                </a:lnTo>
                <a:lnTo>
                  <a:pt x="310" y="7"/>
                </a:lnTo>
                <a:lnTo>
                  <a:pt x="312" y="8"/>
                </a:lnTo>
                <a:lnTo>
                  <a:pt x="314" y="9"/>
                </a:lnTo>
                <a:lnTo>
                  <a:pt x="318" y="11"/>
                </a:lnTo>
                <a:lnTo>
                  <a:pt x="321" y="13"/>
                </a:lnTo>
                <a:lnTo>
                  <a:pt x="322" y="13"/>
                </a:lnTo>
                <a:lnTo>
                  <a:pt x="326" y="16"/>
                </a:lnTo>
                <a:lnTo>
                  <a:pt x="326" y="17"/>
                </a:lnTo>
                <a:lnTo>
                  <a:pt x="327" y="17"/>
                </a:lnTo>
                <a:lnTo>
                  <a:pt x="327" y="18"/>
                </a:lnTo>
                <a:lnTo>
                  <a:pt x="327" y="19"/>
                </a:lnTo>
                <a:lnTo>
                  <a:pt x="328" y="19"/>
                </a:lnTo>
                <a:lnTo>
                  <a:pt x="328" y="20"/>
                </a:lnTo>
                <a:lnTo>
                  <a:pt x="329" y="20"/>
                </a:lnTo>
                <a:lnTo>
                  <a:pt x="330" y="20"/>
                </a:lnTo>
                <a:lnTo>
                  <a:pt x="331" y="20"/>
                </a:lnTo>
                <a:lnTo>
                  <a:pt x="331" y="19"/>
                </a:lnTo>
                <a:lnTo>
                  <a:pt x="332" y="19"/>
                </a:lnTo>
                <a:lnTo>
                  <a:pt x="332" y="18"/>
                </a:lnTo>
                <a:lnTo>
                  <a:pt x="333" y="18"/>
                </a:lnTo>
                <a:lnTo>
                  <a:pt x="334" y="18"/>
                </a:lnTo>
                <a:lnTo>
                  <a:pt x="335" y="18"/>
                </a:lnTo>
                <a:lnTo>
                  <a:pt x="336" y="19"/>
                </a:lnTo>
                <a:lnTo>
                  <a:pt x="337" y="20"/>
                </a:lnTo>
                <a:lnTo>
                  <a:pt x="337" y="21"/>
                </a:lnTo>
                <a:lnTo>
                  <a:pt x="337" y="22"/>
                </a:lnTo>
                <a:lnTo>
                  <a:pt x="338" y="22"/>
                </a:lnTo>
                <a:lnTo>
                  <a:pt x="338" y="23"/>
                </a:lnTo>
                <a:lnTo>
                  <a:pt x="339" y="23"/>
                </a:lnTo>
                <a:lnTo>
                  <a:pt x="340" y="23"/>
                </a:lnTo>
                <a:lnTo>
                  <a:pt x="340" y="24"/>
                </a:lnTo>
                <a:lnTo>
                  <a:pt x="341" y="24"/>
                </a:lnTo>
                <a:lnTo>
                  <a:pt x="341" y="25"/>
                </a:lnTo>
                <a:lnTo>
                  <a:pt x="341" y="26"/>
                </a:lnTo>
                <a:lnTo>
                  <a:pt x="342" y="26"/>
                </a:lnTo>
                <a:lnTo>
                  <a:pt x="342" y="27"/>
                </a:lnTo>
                <a:lnTo>
                  <a:pt x="343" y="27"/>
                </a:lnTo>
                <a:lnTo>
                  <a:pt x="344" y="27"/>
                </a:lnTo>
                <a:lnTo>
                  <a:pt x="345" y="27"/>
                </a:lnTo>
                <a:lnTo>
                  <a:pt x="345" y="26"/>
                </a:lnTo>
                <a:lnTo>
                  <a:pt x="347" y="25"/>
                </a:lnTo>
                <a:lnTo>
                  <a:pt x="347" y="24"/>
                </a:lnTo>
                <a:lnTo>
                  <a:pt x="348" y="24"/>
                </a:lnTo>
                <a:lnTo>
                  <a:pt x="348" y="23"/>
                </a:lnTo>
                <a:lnTo>
                  <a:pt x="348" y="22"/>
                </a:lnTo>
                <a:lnTo>
                  <a:pt x="349" y="21"/>
                </a:lnTo>
                <a:lnTo>
                  <a:pt x="350" y="21"/>
                </a:lnTo>
                <a:lnTo>
                  <a:pt x="351" y="21"/>
                </a:lnTo>
                <a:lnTo>
                  <a:pt x="352" y="20"/>
                </a:lnTo>
                <a:lnTo>
                  <a:pt x="354" y="19"/>
                </a:lnTo>
                <a:lnTo>
                  <a:pt x="355" y="18"/>
                </a:lnTo>
                <a:lnTo>
                  <a:pt x="356" y="18"/>
                </a:lnTo>
                <a:lnTo>
                  <a:pt x="357" y="18"/>
                </a:lnTo>
                <a:lnTo>
                  <a:pt x="358" y="18"/>
                </a:lnTo>
                <a:lnTo>
                  <a:pt x="359" y="18"/>
                </a:lnTo>
                <a:lnTo>
                  <a:pt x="359" y="19"/>
                </a:lnTo>
                <a:lnTo>
                  <a:pt x="360" y="20"/>
                </a:lnTo>
                <a:lnTo>
                  <a:pt x="361" y="21"/>
                </a:lnTo>
                <a:lnTo>
                  <a:pt x="362" y="21"/>
                </a:lnTo>
                <a:lnTo>
                  <a:pt x="362" y="22"/>
                </a:lnTo>
                <a:lnTo>
                  <a:pt x="363" y="22"/>
                </a:lnTo>
                <a:lnTo>
                  <a:pt x="364" y="23"/>
                </a:lnTo>
                <a:lnTo>
                  <a:pt x="365" y="24"/>
                </a:lnTo>
                <a:lnTo>
                  <a:pt x="366" y="24"/>
                </a:lnTo>
                <a:lnTo>
                  <a:pt x="367" y="24"/>
                </a:lnTo>
                <a:lnTo>
                  <a:pt x="368" y="24"/>
                </a:lnTo>
                <a:lnTo>
                  <a:pt x="369" y="25"/>
                </a:lnTo>
                <a:lnTo>
                  <a:pt x="370" y="26"/>
                </a:lnTo>
                <a:lnTo>
                  <a:pt x="371" y="28"/>
                </a:lnTo>
                <a:lnTo>
                  <a:pt x="372" y="29"/>
                </a:lnTo>
                <a:lnTo>
                  <a:pt x="373" y="30"/>
                </a:lnTo>
                <a:lnTo>
                  <a:pt x="373" y="31"/>
                </a:lnTo>
                <a:lnTo>
                  <a:pt x="374" y="32"/>
                </a:lnTo>
                <a:lnTo>
                  <a:pt x="374" y="33"/>
                </a:lnTo>
                <a:lnTo>
                  <a:pt x="375" y="33"/>
                </a:lnTo>
                <a:lnTo>
                  <a:pt x="375" y="34"/>
                </a:lnTo>
                <a:lnTo>
                  <a:pt x="376" y="34"/>
                </a:lnTo>
                <a:lnTo>
                  <a:pt x="376" y="35"/>
                </a:lnTo>
                <a:lnTo>
                  <a:pt x="377" y="36"/>
                </a:lnTo>
                <a:lnTo>
                  <a:pt x="378" y="37"/>
                </a:lnTo>
                <a:lnTo>
                  <a:pt x="378" y="38"/>
                </a:lnTo>
                <a:lnTo>
                  <a:pt x="379" y="39"/>
                </a:lnTo>
                <a:lnTo>
                  <a:pt x="380" y="39"/>
                </a:lnTo>
                <a:lnTo>
                  <a:pt x="381" y="39"/>
                </a:lnTo>
                <a:lnTo>
                  <a:pt x="383" y="39"/>
                </a:lnTo>
                <a:lnTo>
                  <a:pt x="384" y="39"/>
                </a:lnTo>
                <a:lnTo>
                  <a:pt x="386" y="41"/>
                </a:lnTo>
                <a:lnTo>
                  <a:pt x="387" y="42"/>
                </a:lnTo>
                <a:lnTo>
                  <a:pt x="387" y="43"/>
                </a:lnTo>
                <a:lnTo>
                  <a:pt x="387" y="44"/>
                </a:lnTo>
                <a:lnTo>
                  <a:pt x="388" y="44"/>
                </a:lnTo>
                <a:lnTo>
                  <a:pt x="389" y="44"/>
                </a:lnTo>
                <a:lnTo>
                  <a:pt x="390" y="44"/>
                </a:lnTo>
                <a:lnTo>
                  <a:pt x="391" y="44"/>
                </a:lnTo>
                <a:lnTo>
                  <a:pt x="391" y="43"/>
                </a:lnTo>
                <a:lnTo>
                  <a:pt x="393" y="44"/>
                </a:lnTo>
                <a:lnTo>
                  <a:pt x="394" y="44"/>
                </a:lnTo>
                <a:lnTo>
                  <a:pt x="396" y="45"/>
                </a:lnTo>
                <a:lnTo>
                  <a:pt x="397" y="45"/>
                </a:lnTo>
                <a:lnTo>
                  <a:pt x="398" y="45"/>
                </a:lnTo>
                <a:lnTo>
                  <a:pt x="399" y="45"/>
                </a:lnTo>
                <a:lnTo>
                  <a:pt x="400" y="45"/>
                </a:lnTo>
                <a:lnTo>
                  <a:pt x="401" y="45"/>
                </a:lnTo>
                <a:lnTo>
                  <a:pt x="402" y="45"/>
                </a:lnTo>
                <a:lnTo>
                  <a:pt x="406" y="43"/>
                </a:lnTo>
                <a:lnTo>
                  <a:pt x="408" y="42"/>
                </a:lnTo>
                <a:lnTo>
                  <a:pt x="409" y="42"/>
                </a:lnTo>
                <a:lnTo>
                  <a:pt x="410" y="42"/>
                </a:lnTo>
                <a:lnTo>
                  <a:pt x="411" y="42"/>
                </a:lnTo>
                <a:lnTo>
                  <a:pt x="412" y="41"/>
                </a:lnTo>
                <a:lnTo>
                  <a:pt x="413" y="41"/>
                </a:lnTo>
                <a:lnTo>
                  <a:pt x="414" y="41"/>
                </a:lnTo>
                <a:lnTo>
                  <a:pt x="416" y="41"/>
                </a:lnTo>
                <a:lnTo>
                  <a:pt x="417" y="41"/>
                </a:lnTo>
                <a:lnTo>
                  <a:pt x="419" y="41"/>
                </a:lnTo>
                <a:lnTo>
                  <a:pt x="420" y="42"/>
                </a:lnTo>
                <a:lnTo>
                  <a:pt x="421" y="42"/>
                </a:lnTo>
                <a:lnTo>
                  <a:pt x="423" y="42"/>
                </a:lnTo>
                <a:lnTo>
                  <a:pt x="424" y="42"/>
                </a:lnTo>
                <a:lnTo>
                  <a:pt x="425" y="43"/>
                </a:lnTo>
                <a:lnTo>
                  <a:pt x="425" y="44"/>
                </a:lnTo>
                <a:lnTo>
                  <a:pt x="425" y="46"/>
                </a:lnTo>
                <a:lnTo>
                  <a:pt x="425" y="47"/>
                </a:lnTo>
                <a:lnTo>
                  <a:pt x="424" y="47"/>
                </a:lnTo>
                <a:lnTo>
                  <a:pt x="424" y="48"/>
                </a:lnTo>
                <a:lnTo>
                  <a:pt x="425" y="49"/>
                </a:lnTo>
                <a:lnTo>
                  <a:pt x="426" y="50"/>
                </a:lnTo>
                <a:lnTo>
                  <a:pt x="428" y="51"/>
                </a:lnTo>
                <a:lnTo>
                  <a:pt x="429" y="51"/>
                </a:lnTo>
                <a:lnTo>
                  <a:pt x="430" y="51"/>
                </a:lnTo>
                <a:lnTo>
                  <a:pt x="431" y="51"/>
                </a:lnTo>
                <a:lnTo>
                  <a:pt x="434" y="51"/>
                </a:lnTo>
                <a:lnTo>
                  <a:pt x="436" y="50"/>
                </a:lnTo>
                <a:lnTo>
                  <a:pt x="437" y="50"/>
                </a:lnTo>
                <a:lnTo>
                  <a:pt x="437" y="49"/>
                </a:lnTo>
                <a:lnTo>
                  <a:pt x="438" y="49"/>
                </a:lnTo>
                <a:lnTo>
                  <a:pt x="439" y="49"/>
                </a:lnTo>
                <a:lnTo>
                  <a:pt x="439" y="48"/>
                </a:lnTo>
                <a:lnTo>
                  <a:pt x="440" y="48"/>
                </a:lnTo>
                <a:lnTo>
                  <a:pt x="441" y="49"/>
                </a:lnTo>
                <a:lnTo>
                  <a:pt x="442" y="51"/>
                </a:lnTo>
                <a:lnTo>
                  <a:pt x="444" y="54"/>
                </a:lnTo>
                <a:lnTo>
                  <a:pt x="444" y="55"/>
                </a:lnTo>
                <a:lnTo>
                  <a:pt x="445" y="55"/>
                </a:lnTo>
                <a:lnTo>
                  <a:pt x="445" y="56"/>
                </a:lnTo>
                <a:lnTo>
                  <a:pt x="446" y="56"/>
                </a:lnTo>
                <a:lnTo>
                  <a:pt x="446" y="57"/>
                </a:lnTo>
                <a:lnTo>
                  <a:pt x="447" y="57"/>
                </a:lnTo>
                <a:lnTo>
                  <a:pt x="448" y="56"/>
                </a:lnTo>
                <a:lnTo>
                  <a:pt x="449" y="56"/>
                </a:lnTo>
                <a:lnTo>
                  <a:pt x="450" y="55"/>
                </a:lnTo>
                <a:lnTo>
                  <a:pt x="450" y="54"/>
                </a:lnTo>
                <a:lnTo>
                  <a:pt x="450" y="52"/>
                </a:lnTo>
                <a:lnTo>
                  <a:pt x="450" y="51"/>
                </a:lnTo>
                <a:lnTo>
                  <a:pt x="450" y="50"/>
                </a:lnTo>
                <a:lnTo>
                  <a:pt x="449" y="50"/>
                </a:lnTo>
                <a:lnTo>
                  <a:pt x="449" y="49"/>
                </a:lnTo>
                <a:lnTo>
                  <a:pt x="449" y="48"/>
                </a:lnTo>
                <a:lnTo>
                  <a:pt x="448" y="48"/>
                </a:lnTo>
                <a:lnTo>
                  <a:pt x="447" y="47"/>
                </a:lnTo>
                <a:lnTo>
                  <a:pt x="446" y="46"/>
                </a:lnTo>
                <a:lnTo>
                  <a:pt x="446" y="45"/>
                </a:lnTo>
                <a:lnTo>
                  <a:pt x="446" y="44"/>
                </a:lnTo>
                <a:lnTo>
                  <a:pt x="446" y="43"/>
                </a:lnTo>
                <a:lnTo>
                  <a:pt x="447" y="42"/>
                </a:lnTo>
                <a:lnTo>
                  <a:pt x="449" y="40"/>
                </a:lnTo>
                <a:lnTo>
                  <a:pt x="452" y="38"/>
                </a:lnTo>
                <a:lnTo>
                  <a:pt x="453" y="38"/>
                </a:lnTo>
                <a:lnTo>
                  <a:pt x="453" y="37"/>
                </a:lnTo>
                <a:lnTo>
                  <a:pt x="454" y="37"/>
                </a:lnTo>
                <a:lnTo>
                  <a:pt x="455" y="36"/>
                </a:lnTo>
                <a:lnTo>
                  <a:pt x="456" y="36"/>
                </a:lnTo>
                <a:lnTo>
                  <a:pt x="456" y="35"/>
                </a:lnTo>
                <a:lnTo>
                  <a:pt x="458" y="34"/>
                </a:lnTo>
                <a:lnTo>
                  <a:pt x="460" y="34"/>
                </a:lnTo>
                <a:lnTo>
                  <a:pt x="461" y="33"/>
                </a:lnTo>
                <a:lnTo>
                  <a:pt x="462" y="33"/>
                </a:lnTo>
                <a:lnTo>
                  <a:pt x="463" y="32"/>
                </a:lnTo>
                <a:lnTo>
                  <a:pt x="464" y="32"/>
                </a:lnTo>
                <a:lnTo>
                  <a:pt x="465" y="32"/>
                </a:lnTo>
                <a:lnTo>
                  <a:pt x="466" y="32"/>
                </a:lnTo>
                <a:lnTo>
                  <a:pt x="468" y="31"/>
                </a:lnTo>
                <a:lnTo>
                  <a:pt x="473" y="30"/>
                </a:lnTo>
                <a:lnTo>
                  <a:pt x="475" y="30"/>
                </a:lnTo>
                <a:lnTo>
                  <a:pt x="476" y="29"/>
                </a:lnTo>
                <a:lnTo>
                  <a:pt x="477" y="29"/>
                </a:lnTo>
                <a:lnTo>
                  <a:pt x="478" y="29"/>
                </a:lnTo>
                <a:lnTo>
                  <a:pt x="479" y="29"/>
                </a:lnTo>
                <a:lnTo>
                  <a:pt x="480" y="29"/>
                </a:lnTo>
                <a:lnTo>
                  <a:pt x="480" y="30"/>
                </a:lnTo>
                <a:lnTo>
                  <a:pt x="481" y="29"/>
                </a:lnTo>
                <a:lnTo>
                  <a:pt x="483" y="29"/>
                </a:lnTo>
                <a:lnTo>
                  <a:pt x="486" y="30"/>
                </a:lnTo>
                <a:lnTo>
                  <a:pt x="487" y="31"/>
                </a:lnTo>
                <a:lnTo>
                  <a:pt x="488" y="31"/>
                </a:lnTo>
                <a:lnTo>
                  <a:pt x="490" y="31"/>
                </a:lnTo>
                <a:lnTo>
                  <a:pt x="495" y="34"/>
                </a:lnTo>
                <a:lnTo>
                  <a:pt x="496" y="35"/>
                </a:lnTo>
                <a:lnTo>
                  <a:pt x="497" y="35"/>
                </a:lnTo>
                <a:lnTo>
                  <a:pt x="498" y="35"/>
                </a:lnTo>
                <a:lnTo>
                  <a:pt x="498" y="36"/>
                </a:lnTo>
                <a:lnTo>
                  <a:pt x="499" y="36"/>
                </a:lnTo>
                <a:lnTo>
                  <a:pt x="500" y="36"/>
                </a:lnTo>
                <a:lnTo>
                  <a:pt x="501" y="36"/>
                </a:lnTo>
                <a:lnTo>
                  <a:pt x="502" y="36"/>
                </a:lnTo>
                <a:lnTo>
                  <a:pt x="503" y="36"/>
                </a:lnTo>
                <a:lnTo>
                  <a:pt x="504" y="37"/>
                </a:lnTo>
                <a:lnTo>
                  <a:pt x="506" y="37"/>
                </a:lnTo>
                <a:lnTo>
                  <a:pt x="507" y="37"/>
                </a:lnTo>
                <a:lnTo>
                  <a:pt x="509" y="37"/>
                </a:lnTo>
                <a:lnTo>
                  <a:pt x="510" y="37"/>
                </a:lnTo>
                <a:lnTo>
                  <a:pt x="511" y="37"/>
                </a:lnTo>
                <a:lnTo>
                  <a:pt x="513" y="38"/>
                </a:lnTo>
                <a:lnTo>
                  <a:pt x="514" y="38"/>
                </a:lnTo>
                <a:lnTo>
                  <a:pt x="515" y="39"/>
                </a:lnTo>
                <a:lnTo>
                  <a:pt x="516" y="39"/>
                </a:lnTo>
                <a:lnTo>
                  <a:pt x="517" y="39"/>
                </a:lnTo>
                <a:lnTo>
                  <a:pt x="517" y="40"/>
                </a:lnTo>
                <a:lnTo>
                  <a:pt x="519" y="40"/>
                </a:lnTo>
                <a:lnTo>
                  <a:pt x="521" y="40"/>
                </a:lnTo>
                <a:lnTo>
                  <a:pt x="522" y="40"/>
                </a:lnTo>
                <a:lnTo>
                  <a:pt x="523" y="40"/>
                </a:lnTo>
                <a:lnTo>
                  <a:pt x="524" y="40"/>
                </a:lnTo>
                <a:lnTo>
                  <a:pt x="525" y="41"/>
                </a:lnTo>
                <a:lnTo>
                  <a:pt x="526" y="41"/>
                </a:lnTo>
                <a:lnTo>
                  <a:pt x="526" y="42"/>
                </a:lnTo>
                <a:lnTo>
                  <a:pt x="526" y="43"/>
                </a:lnTo>
                <a:lnTo>
                  <a:pt x="526" y="44"/>
                </a:lnTo>
                <a:lnTo>
                  <a:pt x="526" y="45"/>
                </a:lnTo>
                <a:lnTo>
                  <a:pt x="526" y="46"/>
                </a:lnTo>
                <a:lnTo>
                  <a:pt x="527" y="47"/>
                </a:lnTo>
                <a:lnTo>
                  <a:pt x="527" y="48"/>
                </a:lnTo>
                <a:lnTo>
                  <a:pt x="528" y="49"/>
                </a:lnTo>
                <a:lnTo>
                  <a:pt x="529" y="49"/>
                </a:lnTo>
                <a:lnTo>
                  <a:pt x="530" y="49"/>
                </a:lnTo>
                <a:lnTo>
                  <a:pt x="531" y="48"/>
                </a:lnTo>
                <a:lnTo>
                  <a:pt x="532" y="47"/>
                </a:lnTo>
                <a:lnTo>
                  <a:pt x="533" y="47"/>
                </a:lnTo>
                <a:lnTo>
                  <a:pt x="533" y="46"/>
                </a:lnTo>
                <a:lnTo>
                  <a:pt x="534" y="45"/>
                </a:lnTo>
                <a:lnTo>
                  <a:pt x="534" y="44"/>
                </a:lnTo>
                <a:lnTo>
                  <a:pt x="535" y="43"/>
                </a:lnTo>
                <a:lnTo>
                  <a:pt x="537" y="41"/>
                </a:lnTo>
                <a:lnTo>
                  <a:pt x="538" y="41"/>
                </a:lnTo>
                <a:lnTo>
                  <a:pt x="539" y="41"/>
                </a:lnTo>
                <a:lnTo>
                  <a:pt x="540" y="40"/>
                </a:lnTo>
                <a:lnTo>
                  <a:pt x="541" y="41"/>
                </a:lnTo>
                <a:lnTo>
                  <a:pt x="542" y="41"/>
                </a:lnTo>
                <a:lnTo>
                  <a:pt x="542" y="42"/>
                </a:lnTo>
                <a:lnTo>
                  <a:pt x="543" y="42"/>
                </a:lnTo>
                <a:lnTo>
                  <a:pt x="543" y="43"/>
                </a:lnTo>
                <a:lnTo>
                  <a:pt x="544" y="43"/>
                </a:lnTo>
                <a:lnTo>
                  <a:pt x="544" y="44"/>
                </a:lnTo>
                <a:lnTo>
                  <a:pt x="545" y="45"/>
                </a:lnTo>
                <a:lnTo>
                  <a:pt x="545" y="47"/>
                </a:lnTo>
                <a:lnTo>
                  <a:pt x="545" y="48"/>
                </a:lnTo>
                <a:lnTo>
                  <a:pt x="546" y="49"/>
                </a:lnTo>
                <a:lnTo>
                  <a:pt x="547" y="49"/>
                </a:lnTo>
                <a:lnTo>
                  <a:pt x="548" y="50"/>
                </a:lnTo>
                <a:lnTo>
                  <a:pt x="550" y="51"/>
                </a:lnTo>
                <a:lnTo>
                  <a:pt x="551" y="52"/>
                </a:lnTo>
                <a:lnTo>
                  <a:pt x="552" y="53"/>
                </a:lnTo>
                <a:lnTo>
                  <a:pt x="552" y="54"/>
                </a:lnTo>
                <a:lnTo>
                  <a:pt x="553" y="54"/>
                </a:lnTo>
                <a:lnTo>
                  <a:pt x="554" y="54"/>
                </a:lnTo>
                <a:lnTo>
                  <a:pt x="555" y="54"/>
                </a:lnTo>
                <a:lnTo>
                  <a:pt x="557" y="54"/>
                </a:lnTo>
                <a:lnTo>
                  <a:pt x="558" y="54"/>
                </a:lnTo>
                <a:lnTo>
                  <a:pt x="559" y="54"/>
                </a:lnTo>
                <a:lnTo>
                  <a:pt x="560" y="55"/>
                </a:lnTo>
                <a:lnTo>
                  <a:pt x="561" y="55"/>
                </a:lnTo>
                <a:lnTo>
                  <a:pt x="561" y="56"/>
                </a:lnTo>
                <a:lnTo>
                  <a:pt x="561" y="57"/>
                </a:lnTo>
                <a:lnTo>
                  <a:pt x="560" y="58"/>
                </a:lnTo>
                <a:lnTo>
                  <a:pt x="559" y="58"/>
                </a:lnTo>
                <a:lnTo>
                  <a:pt x="559" y="59"/>
                </a:lnTo>
                <a:lnTo>
                  <a:pt x="559" y="60"/>
                </a:lnTo>
                <a:lnTo>
                  <a:pt x="559" y="61"/>
                </a:lnTo>
                <a:lnTo>
                  <a:pt x="560" y="62"/>
                </a:lnTo>
                <a:lnTo>
                  <a:pt x="560" y="63"/>
                </a:lnTo>
                <a:lnTo>
                  <a:pt x="561" y="64"/>
                </a:lnTo>
                <a:lnTo>
                  <a:pt x="561" y="65"/>
                </a:lnTo>
                <a:lnTo>
                  <a:pt x="560" y="65"/>
                </a:lnTo>
                <a:lnTo>
                  <a:pt x="560" y="66"/>
                </a:lnTo>
                <a:lnTo>
                  <a:pt x="559" y="66"/>
                </a:lnTo>
                <a:lnTo>
                  <a:pt x="559" y="67"/>
                </a:lnTo>
                <a:lnTo>
                  <a:pt x="557" y="68"/>
                </a:lnTo>
                <a:lnTo>
                  <a:pt x="556" y="68"/>
                </a:lnTo>
                <a:lnTo>
                  <a:pt x="555" y="68"/>
                </a:lnTo>
                <a:lnTo>
                  <a:pt x="554" y="70"/>
                </a:lnTo>
                <a:lnTo>
                  <a:pt x="553" y="70"/>
                </a:lnTo>
                <a:lnTo>
                  <a:pt x="553" y="71"/>
                </a:lnTo>
                <a:lnTo>
                  <a:pt x="553" y="72"/>
                </a:lnTo>
                <a:lnTo>
                  <a:pt x="553" y="73"/>
                </a:lnTo>
                <a:lnTo>
                  <a:pt x="554" y="75"/>
                </a:lnTo>
                <a:lnTo>
                  <a:pt x="555" y="78"/>
                </a:lnTo>
                <a:lnTo>
                  <a:pt x="555" y="79"/>
                </a:lnTo>
                <a:lnTo>
                  <a:pt x="555" y="80"/>
                </a:lnTo>
                <a:lnTo>
                  <a:pt x="555" y="81"/>
                </a:lnTo>
                <a:lnTo>
                  <a:pt x="556" y="81"/>
                </a:lnTo>
                <a:lnTo>
                  <a:pt x="556" y="82"/>
                </a:lnTo>
                <a:lnTo>
                  <a:pt x="557" y="82"/>
                </a:lnTo>
                <a:lnTo>
                  <a:pt x="558" y="82"/>
                </a:lnTo>
                <a:lnTo>
                  <a:pt x="558" y="81"/>
                </a:lnTo>
                <a:lnTo>
                  <a:pt x="559" y="80"/>
                </a:lnTo>
                <a:lnTo>
                  <a:pt x="560" y="79"/>
                </a:lnTo>
                <a:lnTo>
                  <a:pt x="560" y="78"/>
                </a:lnTo>
                <a:lnTo>
                  <a:pt x="561" y="78"/>
                </a:lnTo>
                <a:lnTo>
                  <a:pt x="561" y="77"/>
                </a:lnTo>
                <a:lnTo>
                  <a:pt x="562" y="77"/>
                </a:lnTo>
                <a:lnTo>
                  <a:pt x="563" y="76"/>
                </a:lnTo>
                <a:lnTo>
                  <a:pt x="565" y="76"/>
                </a:lnTo>
                <a:lnTo>
                  <a:pt x="566" y="75"/>
                </a:lnTo>
                <a:lnTo>
                  <a:pt x="567" y="74"/>
                </a:lnTo>
                <a:lnTo>
                  <a:pt x="567" y="73"/>
                </a:lnTo>
                <a:lnTo>
                  <a:pt x="567" y="72"/>
                </a:lnTo>
                <a:lnTo>
                  <a:pt x="568" y="72"/>
                </a:lnTo>
                <a:lnTo>
                  <a:pt x="572" y="72"/>
                </a:lnTo>
                <a:lnTo>
                  <a:pt x="572" y="71"/>
                </a:lnTo>
                <a:lnTo>
                  <a:pt x="573" y="71"/>
                </a:lnTo>
                <a:lnTo>
                  <a:pt x="574" y="71"/>
                </a:lnTo>
                <a:lnTo>
                  <a:pt x="576" y="71"/>
                </a:lnTo>
                <a:lnTo>
                  <a:pt x="577" y="71"/>
                </a:lnTo>
                <a:lnTo>
                  <a:pt x="578" y="71"/>
                </a:lnTo>
                <a:lnTo>
                  <a:pt x="578" y="72"/>
                </a:lnTo>
                <a:lnTo>
                  <a:pt x="578" y="73"/>
                </a:lnTo>
                <a:lnTo>
                  <a:pt x="578" y="74"/>
                </a:lnTo>
                <a:lnTo>
                  <a:pt x="578" y="75"/>
                </a:lnTo>
                <a:lnTo>
                  <a:pt x="578" y="76"/>
                </a:lnTo>
                <a:lnTo>
                  <a:pt x="579" y="76"/>
                </a:lnTo>
                <a:lnTo>
                  <a:pt x="580" y="77"/>
                </a:lnTo>
                <a:lnTo>
                  <a:pt x="581" y="78"/>
                </a:lnTo>
                <a:lnTo>
                  <a:pt x="582" y="79"/>
                </a:lnTo>
                <a:lnTo>
                  <a:pt x="583" y="80"/>
                </a:lnTo>
                <a:lnTo>
                  <a:pt x="584" y="80"/>
                </a:lnTo>
                <a:lnTo>
                  <a:pt x="585" y="81"/>
                </a:lnTo>
                <a:lnTo>
                  <a:pt x="586" y="81"/>
                </a:lnTo>
                <a:lnTo>
                  <a:pt x="586" y="82"/>
                </a:lnTo>
                <a:lnTo>
                  <a:pt x="587" y="82"/>
                </a:lnTo>
                <a:lnTo>
                  <a:pt x="588" y="83"/>
                </a:lnTo>
                <a:lnTo>
                  <a:pt x="590" y="84"/>
                </a:lnTo>
                <a:lnTo>
                  <a:pt x="590" y="85"/>
                </a:lnTo>
                <a:lnTo>
                  <a:pt x="591" y="86"/>
                </a:lnTo>
                <a:lnTo>
                  <a:pt x="591" y="87"/>
                </a:lnTo>
                <a:lnTo>
                  <a:pt x="591" y="88"/>
                </a:lnTo>
                <a:lnTo>
                  <a:pt x="592" y="88"/>
                </a:lnTo>
                <a:lnTo>
                  <a:pt x="592" y="89"/>
                </a:lnTo>
                <a:lnTo>
                  <a:pt x="593" y="90"/>
                </a:lnTo>
                <a:lnTo>
                  <a:pt x="594" y="90"/>
                </a:lnTo>
                <a:lnTo>
                  <a:pt x="595" y="90"/>
                </a:lnTo>
                <a:lnTo>
                  <a:pt x="595" y="91"/>
                </a:lnTo>
                <a:lnTo>
                  <a:pt x="596" y="91"/>
                </a:lnTo>
                <a:lnTo>
                  <a:pt x="596" y="92"/>
                </a:lnTo>
                <a:lnTo>
                  <a:pt x="597" y="93"/>
                </a:lnTo>
                <a:lnTo>
                  <a:pt x="598" y="93"/>
                </a:lnTo>
                <a:lnTo>
                  <a:pt x="598" y="94"/>
                </a:lnTo>
                <a:lnTo>
                  <a:pt x="599" y="94"/>
                </a:lnTo>
                <a:lnTo>
                  <a:pt x="600" y="94"/>
                </a:lnTo>
                <a:lnTo>
                  <a:pt x="600" y="93"/>
                </a:lnTo>
                <a:lnTo>
                  <a:pt x="601" y="92"/>
                </a:lnTo>
                <a:lnTo>
                  <a:pt x="601" y="91"/>
                </a:lnTo>
                <a:lnTo>
                  <a:pt x="601" y="90"/>
                </a:lnTo>
                <a:lnTo>
                  <a:pt x="602" y="90"/>
                </a:lnTo>
                <a:lnTo>
                  <a:pt x="602" y="89"/>
                </a:lnTo>
                <a:lnTo>
                  <a:pt x="602" y="86"/>
                </a:lnTo>
                <a:lnTo>
                  <a:pt x="603" y="85"/>
                </a:lnTo>
                <a:lnTo>
                  <a:pt x="604" y="84"/>
                </a:lnTo>
                <a:lnTo>
                  <a:pt x="605" y="84"/>
                </a:lnTo>
                <a:lnTo>
                  <a:pt x="606" y="84"/>
                </a:lnTo>
                <a:lnTo>
                  <a:pt x="610" y="86"/>
                </a:lnTo>
                <a:lnTo>
                  <a:pt x="613" y="86"/>
                </a:lnTo>
                <a:lnTo>
                  <a:pt x="613" y="87"/>
                </a:lnTo>
                <a:lnTo>
                  <a:pt x="615" y="87"/>
                </a:lnTo>
                <a:lnTo>
                  <a:pt x="615" y="88"/>
                </a:lnTo>
                <a:lnTo>
                  <a:pt x="616" y="88"/>
                </a:lnTo>
                <a:lnTo>
                  <a:pt x="616" y="89"/>
                </a:lnTo>
                <a:lnTo>
                  <a:pt x="616" y="90"/>
                </a:lnTo>
                <a:lnTo>
                  <a:pt x="615" y="90"/>
                </a:lnTo>
                <a:lnTo>
                  <a:pt x="615" y="91"/>
                </a:lnTo>
                <a:lnTo>
                  <a:pt x="614" y="91"/>
                </a:lnTo>
                <a:lnTo>
                  <a:pt x="613" y="91"/>
                </a:lnTo>
                <a:lnTo>
                  <a:pt x="612" y="91"/>
                </a:lnTo>
                <a:lnTo>
                  <a:pt x="610" y="92"/>
                </a:lnTo>
                <a:lnTo>
                  <a:pt x="609" y="93"/>
                </a:lnTo>
                <a:lnTo>
                  <a:pt x="608" y="94"/>
                </a:lnTo>
                <a:lnTo>
                  <a:pt x="608" y="95"/>
                </a:lnTo>
                <a:lnTo>
                  <a:pt x="608" y="96"/>
                </a:lnTo>
                <a:lnTo>
                  <a:pt x="610" y="99"/>
                </a:lnTo>
                <a:lnTo>
                  <a:pt x="611" y="100"/>
                </a:lnTo>
                <a:lnTo>
                  <a:pt x="612" y="102"/>
                </a:lnTo>
                <a:lnTo>
                  <a:pt x="613" y="103"/>
                </a:lnTo>
                <a:lnTo>
                  <a:pt x="613" y="104"/>
                </a:lnTo>
                <a:lnTo>
                  <a:pt x="613" y="105"/>
                </a:lnTo>
                <a:lnTo>
                  <a:pt x="613" y="106"/>
                </a:lnTo>
                <a:lnTo>
                  <a:pt x="612" y="107"/>
                </a:lnTo>
                <a:lnTo>
                  <a:pt x="608" y="109"/>
                </a:lnTo>
                <a:lnTo>
                  <a:pt x="606" y="109"/>
                </a:lnTo>
                <a:lnTo>
                  <a:pt x="605" y="109"/>
                </a:lnTo>
                <a:lnTo>
                  <a:pt x="604" y="109"/>
                </a:lnTo>
                <a:lnTo>
                  <a:pt x="604" y="110"/>
                </a:lnTo>
                <a:lnTo>
                  <a:pt x="603" y="110"/>
                </a:lnTo>
                <a:lnTo>
                  <a:pt x="603" y="111"/>
                </a:lnTo>
                <a:lnTo>
                  <a:pt x="602" y="113"/>
                </a:lnTo>
                <a:lnTo>
                  <a:pt x="602" y="116"/>
                </a:lnTo>
                <a:lnTo>
                  <a:pt x="602" y="117"/>
                </a:lnTo>
                <a:lnTo>
                  <a:pt x="603" y="118"/>
                </a:lnTo>
                <a:lnTo>
                  <a:pt x="603" y="119"/>
                </a:lnTo>
                <a:lnTo>
                  <a:pt x="604" y="121"/>
                </a:lnTo>
                <a:lnTo>
                  <a:pt x="605" y="122"/>
                </a:lnTo>
                <a:lnTo>
                  <a:pt x="606" y="123"/>
                </a:lnTo>
                <a:lnTo>
                  <a:pt x="607" y="124"/>
                </a:lnTo>
                <a:lnTo>
                  <a:pt x="608" y="124"/>
                </a:lnTo>
                <a:lnTo>
                  <a:pt x="608" y="125"/>
                </a:lnTo>
                <a:lnTo>
                  <a:pt x="609" y="125"/>
                </a:lnTo>
                <a:lnTo>
                  <a:pt x="611" y="127"/>
                </a:lnTo>
                <a:lnTo>
                  <a:pt x="612" y="127"/>
                </a:lnTo>
                <a:lnTo>
                  <a:pt x="613" y="128"/>
                </a:lnTo>
                <a:lnTo>
                  <a:pt x="614" y="128"/>
                </a:lnTo>
                <a:lnTo>
                  <a:pt x="614" y="127"/>
                </a:lnTo>
                <a:lnTo>
                  <a:pt x="615" y="127"/>
                </a:lnTo>
                <a:lnTo>
                  <a:pt x="615" y="126"/>
                </a:lnTo>
                <a:lnTo>
                  <a:pt x="616" y="124"/>
                </a:lnTo>
                <a:lnTo>
                  <a:pt x="616" y="123"/>
                </a:lnTo>
                <a:lnTo>
                  <a:pt x="616" y="121"/>
                </a:lnTo>
                <a:lnTo>
                  <a:pt x="617" y="121"/>
                </a:lnTo>
                <a:lnTo>
                  <a:pt x="620" y="122"/>
                </a:lnTo>
                <a:lnTo>
                  <a:pt x="622" y="123"/>
                </a:lnTo>
                <a:lnTo>
                  <a:pt x="623" y="123"/>
                </a:lnTo>
                <a:lnTo>
                  <a:pt x="624" y="124"/>
                </a:lnTo>
                <a:lnTo>
                  <a:pt x="626" y="125"/>
                </a:lnTo>
                <a:lnTo>
                  <a:pt x="632" y="127"/>
                </a:lnTo>
                <a:lnTo>
                  <a:pt x="632" y="128"/>
                </a:lnTo>
                <a:lnTo>
                  <a:pt x="634" y="129"/>
                </a:lnTo>
                <a:lnTo>
                  <a:pt x="636" y="130"/>
                </a:lnTo>
                <a:lnTo>
                  <a:pt x="636" y="131"/>
                </a:lnTo>
                <a:lnTo>
                  <a:pt x="637" y="131"/>
                </a:lnTo>
                <a:lnTo>
                  <a:pt x="637" y="132"/>
                </a:lnTo>
                <a:lnTo>
                  <a:pt x="638" y="132"/>
                </a:lnTo>
                <a:lnTo>
                  <a:pt x="638" y="133"/>
                </a:lnTo>
                <a:lnTo>
                  <a:pt x="637" y="135"/>
                </a:lnTo>
                <a:lnTo>
                  <a:pt x="637" y="136"/>
                </a:lnTo>
                <a:lnTo>
                  <a:pt x="637" y="137"/>
                </a:lnTo>
                <a:lnTo>
                  <a:pt x="637" y="138"/>
                </a:lnTo>
                <a:lnTo>
                  <a:pt x="637" y="139"/>
                </a:lnTo>
                <a:lnTo>
                  <a:pt x="637" y="140"/>
                </a:lnTo>
                <a:lnTo>
                  <a:pt x="637" y="142"/>
                </a:lnTo>
                <a:lnTo>
                  <a:pt x="637" y="143"/>
                </a:lnTo>
                <a:lnTo>
                  <a:pt x="638" y="144"/>
                </a:lnTo>
                <a:lnTo>
                  <a:pt x="639" y="144"/>
                </a:lnTo>
                <a:lnTo>
                  <a:pt x="640" y="144"/>
                </a:lnTo>
                <a:lnTo>
                  <a:pt x="641" y="143"/>
                </a:lnTo>
                <a:lnTo>
                  <a:pt x="642" y="143"/>
                </a:lnTo>
                <a:lnTo>
                  <a:pt x="642" y="142"/>
                </a:lnTo>
                <a:lnTo>
                  <a:pt x="643" y="142"/>
                </a:lnTo>
                <a:lnTo>
                  <a:pt x="644" y="141"/>
                </a:lnTo>
                <a:lnTo>
                  <a:pt x="645" y="141"/>
                </a:lnTo>
                <a:lnTo>
                  <a:pt x="646" y="141"/>
                </a:lnTo>
                <a:lnTo>
                  <a:pt x="647" y="141"/>
                </a:lnTo>
                <a:lnTo>
                  <a:pt x="648" y="141"/>
                </a:lnTo>
                <a:lnTo>
                  <a:pt x="648" y="142"/>
                </a:lnTo>
                <a:lnTo>
                  <a:pt x="649" y="143"/>
                </a:lnTo>
                <a:lnTo>
                  <a:pt x="650" y="144"/>
                </a:lnTo>
                <a:lnTo>
                  <a:pt x="652" y="146"/>
                </a:lnTo>
                <a:lnTo>
                  <a:pt x="653" y="147"/>
                </a:lnTo>
                <a:lnTo>
                  <a:pt x="654" y="147"/>
                </a:lnTo>
                <a:lnTo>
                  <a:pt x="655" y="148"/>
                </a:lnTo>
                <a:lnTo>
                  <a:pt x="657" y="150"/>
                </a:lnTo>
                <a:lnTo>
                  <a:pt x="658" y="151"/>
                </a:lnTo>
                <a:lnTo>
                  <a:pt x="660" y="153"/>
                </a:lnTo>
                <a:lnTo>
                  <a:pt x="662" y="156"/>
                </a:lnTo>
                <a:lnTo>
                  <a:pt x="662" y="157"/>
                </a:lnTo>
                <a:lnTo>
                  <a:pt x="662" y="160"/>
                </a:lnTo>
                <a:lnTo>
                  <a:pt x="662" y="161"/>
                </a:lnTo>
                <a:lnTo>
                  <a:pt x="662" y="162"/>
                </a:lnTo>
                <a:lnTo>
                  <a:pt x="661" y="163"/>
                </a:lnTo>
                <a:lnTo>
                  <a:pt x="660" y="164"/>
                </a:lnTo>
                <a:lnTo>
                  <a:pt x="659" y="164"/>
                </a:lnTo>
                <a:lnTo>
                  <a:pt x="659" y="165"/>
                </a:lnTo>
                <a:lnTo>
                  <a:pt x="659" y="166"/>
                </a:lnTo>
                <a:lnTo>
                  <a:pt x="659" y="167"/>
                </a:lnTo>
                <a:lnTo>
                  <a:pt x="660" y="168"/>
                </a:lnTo>
                <a:lnTo>
                  <a:pt x="660" y="169"/>
                </a:lnTo>
                <a:lnTo>
                  <a:pt x="660" y="170"/>
                </a:lnTo>
                <a:lnTo>
                  <a:pt x="661" y="170"/>
                </a:lnTo>
                <a:lnTo>
                  <a:pt x="662" y="171"/>
                </a:lnTo>
                <a:lnTo>
                  <a:pt x="663" y="172"/>
                </a:lnTo>
                <a:lnTo>
                  <a:pt x="664" y="172"/>
                </a:lnTo>
                <a:lnTo>
                  <a:pt x="665" y="172"/>
                </a:lnTo>
                <a:lnTo>
                  <a:pt x="666" y="172"/>
                </a:lnTo>
                <a:lnTo>
                  <a:pt x="667" y="171"/>
                </a:lnTo>
                <a:lnTo>
                  <a:pt x="669" y="171"/>
                </a:lnTo>
                <a:lnTo>
                  <a:pt x="670" y="170"/>
                </a:lnTo>
                <a:lnTo>
                  <a:pt x="671" y="170"/>
                </a:lnTo>
                <a:lnTo>
                  <a:pt x="674" y="170"/>
                </a:lnTo>
                <a:lnTo>
                  <a:pt x="675" y="170"/>
                </a:lnTo>
                <a:lnTo>
                  <a:pt x="676" y="171"/>
                </a:lnTo>
                <a:lnTo>
                  <a:pt x="676" y="172"/>
                </a:lnTo>
                <a:lnTo>
                  <a:pt x="676" y="173"/>
                </a:lnTo>
                <a:lnTo>
                  <a:pt x="676" y="174"/>
                </a:lnTo>
                <a:lnTo>
                  <a:pt x="675" y="174"/>
                </a:lnTo>
                <a:lnTo>
                  <a:pt x="674" y="174"/>
                </a:lnTo>
                <a:lnTo>
                  <a:pt x="673" y="174"/>
                </a:lnTo>
                <a:lnTo>
                  <a:pt x="672" y="174"/>
                </a:lnTo>
                <a:lnTo>
                  <a:pt x="672" y="175"/>
                </a:lnTo>
                <a:lnTo>
                  <a:pt x="671" y="175"/>
                </a:lnTo>
                <a:lnTo>
                  <a:pt x="671" y="176"/>
                </a:lnTo>
                <a:lnTo>
                  <a:pt x="670" y="177"/>
                </a:lnTo>
                <a:lnTo>
                  <a:pt x="670" y="178"/>
                </a:lnTo>
                <a:lnTo>
                  <a:pt x="669" y="178"/>
                </a:lnTo>
                <a:lnTo>
                  <a:pt x="668" y="178"/>
                </a:lnTo>
                <a:lnTo>
                  <a:pt x="668" y="179"/>
                </a:lnTo>
                <a:lnTo>
                  <a:pt x="667" y="179"/>
                </a:lnTo>
                <a:lnTo>
                  <a:pt x="667" y="180"/>
                </a:lnTo>
                <a:lnTo>
                  <a:pt x="666" y="180"/>
                </a:lnTo>
                <a:lnTo>
                  <a:pt x="666" y="181"/>
                </a:lnTo>
                <a:lnTo>
                  <a:pt x="665" y="181"/>
                </a:lnTo>
                <a:lnTo>
                  <a:pt x="665" y="182"/>
                </a:lnTo>
                <a:lnTo>
                  <a:pt x="665" y="183"/>
                </a:lnTo>
                <a:lnTo>
                  <a:pt x="664" y="183"/>
                </a:lnTo>
                <a:lnTo>
                  <a:pt x="664" y="184"/>
                </a:lnTo>
                <a:lnTo>
                  <a:pt x="663" y="184"/>
                </a:lnTo>
                <a:lnTo>
                  <a:pt x="663" y="185"/>
                </a:lnTo>
                <a:lnTo>
                  <a:pt x="663" y="186"/>
                </a:lnTo>
                <a:lnTo>
                  <a:pt x="662" y="187"/>
                </a:lnTo>
                <a:lnTo>
                  <a:pt x="662" y="188"/>
                </a:lnTo>
                <a:lnTo>
                  <a:pt x="662" y="189"/>
                </a:lnTo>
                <a:lnTo>
                  <a:pt x="662" y="190"/>
                </a:lnTo>
                <a:lnTo>
                  <a:pt x="662" y="191"/>
                </a:lnTo>
                <a:lnTo>
                  <a:pt x="663" y="192"/>
                </a:lnTo>
                <a:lnTo>
                  <a:pt x="664" y="192"/>
                </a:lnTo>
                <a:lnTo>
                  <a:pt x="665" y="192"/>
                </a:lnTo>
                <a:lnTo>
                  <a:pt x="666" y="193"/>
                </a:lnTo>
                <a:lnTo>
                  <a:pt x="668" y="193"/>
                </a:lnTo>
                <a:lnTo>
                  <a:pt x="669" y="193"/>
                </a:lnTo>
                <a:lnTo>
                  <a:pt x="669" y="194"/>
                </a:lnTo>
                <a:lnTo>
                  <a:pt x="670" y="194"/>
                </a:lnTo>
                <a:lnTo>
                  <a:pt x="672" y="194"/>
                </a:lnTo>
                <a:lnTo>
                  <a:pt x="673" y="194"/>
                </a:lnTo>
                <a:lnTo>
                  <a:pt x="675" y="193"/>
                </a:lnTo>
                <a:lnTo>
                  <a:pt x="676" y="193"/>
                </a:lnTo>
                <a:lnTo>
                  <a:pt x="677" y="193"/>
                </a:lnTo>
                <a:lnTo>
                  <a:pt x="678" y="194"/>
                </a:lnTo>
                <a:lnTo>
                  <a:pt x="679" y="195"/>
                </a:lnTo>
                <a:lnTo>
                  <a:pt x="680" y="195"/>
                </a:lnTo>
                <a:lnTo>
                  <a:pt x="681" y="195"/>
                </a:lnTo>
                <a:lnTo>
                  <a:pt x="682" y="195"/>
                </a:lnTo>
                <a:lnTo>
                  <a:pt x="682" y="196"/>
                </a:lnTo>
                <a:lnTo>
                  <a:pt x="683" y="196"/>
                </a:lnTo>
                <a:lnTo>
                  <a:pt x="684" y="196"/>
                </a:lnTo>
                <a:lnTo>
                  <a:pt x="687" y="196"/>
                </a:lnTo>
                <a:lnTo>
                  <a:pt x="688" y="195"/>
                </a:lnTo>
                <a:lnTo>
                  <a:pt x="690" y="195"/>
                </a:lnTo>
                <a:lnTo>
                  <a:pt x="690" y="196"/>
                </a:lnTo>
                <a:lnTo>
                  <a:pt x="695" y="197"/>
                </a:lnTo>
                <a:lnTo>
                  <a:pt x="696" y="198"/>
                </a:lnTo>
                <a:lnTo>
                  <a:pt x="697" y="198"/>
                </a:lnTo>
                <a:lnTo>
                  <a:pt x="698" y="198"/>
                </a:lnTo>
                <a:lnTo>
                  <a:pt x="698" y="199"/>
                </a:lnTo>
                <a:lnTo>
                  <a:pt x="699" y="199"/>
                </a:lnTo>
                <a:lnTo>
                  <a:pt x="699" y="200"/>
                </a:lnTo>
                <a:lnTo>
                  <a:pt x="699" y="201"/>
                </a:lnTo>
                <a:lnTo>
                  <a:pt x="700" y="201"/>
                </a:lnTo>
                <a:lnTo>
                  <a:pt x="699" y="204"/>
                </a:lnTo>
                <a:lnTo>
                  <a:pt x="699" y="205"/>
                </a:lnTo>
                <a:lnTo>
                  <a:pt x="698" y="205"/>
                </a:lnTo>
                <a:lnTo>
                  <a:pt x="698" y="206"/>
                </a:lnTo>
                <a:lnTo>
                  <a:pt x="698" y="207"/>
                </a:lnTo>
                <a:lnTo>
                  <a:pt x="698" y="208"/>
                </a:lnTo>
                <a:lnTo>
                  <a:pt x="698" y="209"/>
                </a:lnTo>
                <a:lnTo>
                  <a:pt x="698" y="211"/>
                </a:lnTo>
                <a:lnTo>
                  <a:pt x="699" y="211"/>
                </a:lnTo>
                <a:lnTo>
                  <a:pt x="699" y="212"/>
                </a:lnTo>
                <a:lnTo>
                  <a:pt x="699" y="213"/>
                </a:lnTo>
                <a:lnTo>
                  <a:pt x="698" y="213"/>
                </a:lnTo>
                <a:lnTo>
                  <a:pt x="698" y="214"/>
                </a:lnTo>
                <a:lnTo>
                  <a:pt x="697" y="214"/>
                </a:lnTo>
                <a:lnTo>
                  <a:pt x="697" y="215"/>
                </a:lnTo>
                <a:lnTo>
                  <a:pt x="697" y="216"/>
                </a:lnTo>
                <a:lnTo>
                  <a:pt x="697" y="217"/>
                </a:lnTo>
                <a:lnTo>
                  <a:pt x="697" y="218"/>
                </a:lnTo>
                <a:lnTo>
                  <a:pt x="697" y="219"/>
                </a:lnTo>
                <a:lnTo>
                  <a:pt x="698" y="219"/>
                </a:lnTo>
                <a:lnTo>
                  <a:pt x="698" y="220"/>
                </a:lnTo>
                <a:lnTo>
                  <a:pt x="697" y="220"/>
                </a:lnTo>
                <a:lnTo>
                  <a:pt x="696" y="220"/>
                </a:lnTo>
                <a:lnTo>
                  <a:pt x="694" y="220"/>
                </a:lnTo>
                <a:lnTo>
                  <a:pt x="693" y="220"/>
                </a:lnTo>
                <a:lnTo>
                  <a:pt x="692" y="220"/>
                </a:lnTo>
                <a:lnTo>
                  <a:pt x="691" y="221"/>
                </a:lnTo>
                <a:lnTo>
                  <a:pt x="689" y="223"/>
                </a:lnTo>
                <a:lnTo>
                  <a:pt x="689" y="224"/>
                </a:lnTo>
                <a:lnTo>
                  <a:pt x="689" y="227"/>
                </a:lnTo>
                <a:lnTo>
                  <a:pt x="690" y="228"/>
                </a:lnTo>
                <a:lnTo>
                  <a:pt x="690" y="229"/>
                </a:lnTo>
                <a:lnTo>
                  <a:pt x="691" y="230"/>
                </a:lnTo>
                <a:lnTo>
                  <a:pt x="692" y="230"/>
                </a:lnTo>
                <a:lnTo>
                  <a:pt x="693" y="231"/>
                </a:lnTo>
                <a:lnTo>
                  <a:pt x="694" y="232"/>
                </a:lnTo>
                <a:lnTo>
                  <a:pt x="694" y="233"/>
                </a:lnTo>
                <a:lnTo>
                  <a:pt x="693" y="234"/>
                </a:lnTo>
                <a:lnTo>
                  <a:pt x="693" y="235"/>
                </a:lnTo>
                <a:lnTo>
                  <a:pt x="694" y="237"/>
                </a:lnTo>
                <a:lnTo>
                  <a:pt x="694" y="238"/>
                </a:lnTo>
                <a:lnTo>
                  <a:pt x="694" y="239"/>
                </a:lnTo>
                <a:lnTo>
                  <a:pt x="695" y="240"/>
                </a:lnTo>
                <a:lnTo>
                  <a:pt x="697" y="241"/>
                </a:lnTo>
                <a:lnTo>
                  <a:pt x="698" y="241"/>
                </a:lnTo>
                <a:lnTo>
                  <a:pt x="699" y="241"/>
                </a:lnTo>
                <a:lnTo>
                  <a:pt x="700" y="241"/>
                </a:lnTo>
                <a:lnTo>
                  <a:pt x="701" y="242"/>
                </a:lnTo>
                <a:lnTo>
                  <a:pt x="701" y="243"/>
                </a:lnTo>
                <a:lnTo>
                  <a:pt x="703" y="246"/>
                </a:lnTo>
                <a:lnTo>
                  <a:pt x="705" y="247"/>
                </a:lnTo>
                <a:lnTo>
                  <a:pt x="706" y="248"/>
                </a:lnTo>
                <a:lnTo>
                  <a:pt x="708" y="250"/>
                </a:lnTo>
                <a:lnTo>
                  <a:pt x="711" y="253"/>
                </a:lnTo>
                <a:lnTo>
                  <a:pt x="712" y="256"/>
                </a:lnTo>
                <a:lnTo>
                  <a:pt x="713" y="257"/>
                </a:lnTo>
                <a:lnTo>
                  <a:pt x="713" y="258"/>
                </a:lnTo>
                <a:lnTo>
                  <a:pt x="715" y="259"/>
                </a:lnTo>
                <a:lnTo>
                  <a:pt x="717" y="261"/>
                </a:lnTo>
                <a:lnTo>
                  <a:pt x="718" y="263"/>
                </a:lnTo>
                <a:lnTo>
                  <a:pt x="719" y="264"/>
                </a:lnTo>
                <a:lnTo>
                  <a:pt x="722" y="267"/>
                </a:lnTo>
                <a:lnTo>
                  <a:pt x="723" y="268"/>
                </a:lnTo>
                <a:lnTo>
                  <a:pt x="724" y="268"/>
                </a:lnTo>
                <a:lnTo>
                  <a:pt x="724" y="269"/>
                </a:lnTo>
                <a:lnTo>
                  <a:pt x="725" y="269"/>
                </a:lnTo>
                <a:lnTo>
                  <a:pt x="726" y="269"/>
                </a:lnTo>
                <a:lnTo>
                  <a:pt x="727" y="269"/>
                </a:lnTo>
                <a:lnTo>
                  <a:pt x="728" y="270"/>
                </a:lnTo>
                <a:lnTo>
                  <a:pt x="728" y="271"/>
                </a:lnTo>
                <a:lnTo>
                  <a:pt x="728" y="272"/>
                </a:lnTo>
                <a:lnTo>
                  <a:pt x="728" y="273"/>
                </a:lnTo>
                <a:lnTo>
                  <a:pt x="728" y="274"/>
                </a:lnTo>
                <a:lnTo>
                  <a:pt x="729" y="275"/>
                </a:lnTo>
                <a:lnTo>
                  <a:pt x="730" y="275"/>
                </a:lnTo>
                <a:lnTo>
                  <a:pt x="732" y="275"/>
                </a:lnTo>
                <a:lnTo>
                  <a:pt x="733" y="275"/>
                </a:lnTo>
                <a:lnTo>
                  <a:pt x="734" y="274"/>
                </a:lnTo>
                <a:lnTo>
                  <a:pt x="735" y="274"/>
                </a:lnTo>
                <a:lnTo>
                  <a:pt x="736" y="274"/>
                </a:lnTo>
                <a:lnTo>
                  <a:pt x="738" y="276"/>
                </a:lnTo>
                <a:lnTo>
                  <a:pt x="738" y="277"/>
                </a:lnTo>
                <a:lnTo>
                  <a:pt x="739" y="279"/>
                </a:lnTo>
                <a:lnTo>
                  <a:pt x="738" y="280"/>
                </a:lnTo>
                <a:lnTo>
                  <a:pt x="738" y="281"/>
                </a:lnTo>
                <a:lnTo>
                  <a:pt x="738" y="282"/>
                </a:lnTo>
                <a:lnTo>
                  <a:pt x="738" y="283"/>
                </a:lnTo>
                <a:lnTo>
                  <a:pt x="739" y="284"/>
                </a:lnTo>
                <a:lnTo>
                  <a:pt x="739" y="285"/>
                </a:lnTo>
                <a:lnTo>
                  <a:pt x="740" y="286"/>
                </a:lnTo>
                <a:lnTo>
                  <a:pt x="742" y="288"/>
                </a:lnTo>
                <a:lnTo>
                  <a:pt x="742" y="289"/>
                </a:lnTo>
                <a:lnTo>
                  <a:pt x="742" y="291"/>
                </a:lnTo>
                <a:lnTo>
                  <a:pt x="742" y="292"/>
                </a:lnTo>
                <a:lnTo>
                  <a:pt x="742" y="294"/>
                </a:lnTo>
                <a:lnTo>
                  <a:pt x="741" y="294"/>
                </a:lnTo>
                <a:lnTo>
                  <a:pt x="740" y="295"/>
                </a:lnTo>
                <a:lnTo>
                  <a:pt x="739" y="296"/>
                </a:lnTo>
                <a:lnTo>
                  <a:pt x="738" y="297"/>
                </a:lnTo>
                <a:lnTo>
                  <a:pt x="736" y="299"/>
                </a:lnTo>
                <a:lnTo>
                  <a:pt x="736" y="300"/>
                </a:lnTo>
                <a:lnTo>
                  <a:pt x="736" y="301"/>
                </a:lnTo>
                <a:lnTo>
                  <a:pt x="737" y="301"/>
                </a:lnTo>
                <a:lnTo>
                  <a:pt x="737" y="302"/>
                </a:lnTo>
                <a:lnTo>
                  <a:pt x="739" y="304"/>
                </a:lnTo>
                <a:lnTo>
                  <a:pt x="741" y="305"/>
                </a:lnTo>
                <a:lnTo>
                  <a:pt x="742" y="305"/>
                </a:lnTo>
                <a:lnTo>
                  <a:pt x="744" y="306"/>
                </a:lnTo>
                <a:lnTo>
                  <a:pt x="745" y="306"/>
                </a:lnTo>
                <a:lnTo>
                  <a:pt x="746" y="306"/>
                </a:lnTo>
                <a:lnTo>
                  <a:pt x="748" y="306"/>
                </a:lnTo>
                <a:lnTo>
                  <a:pt x="751" y="306"/>
                </a:lnTo>
                <a:lnTo>
                  <a:pt x="753" y="307"/>
                </a:lnTo>
                <a:lnTo>
                  <a:pt x="755" y="307"/>
                </a:lnTo>
                <a:lnTo>
                  <a:pt x="759" y="308"/>
                </a:lnTo>
                <a:lnTo>
                  <a:pt x="760" y="309"/>
                </a:lnTo>
                <a:lnTo>
                  <a:pt x="761" y="309"/>
                </a:lnTo>
                <a:lnTo>
                  <a:pt x="761" y="310"/>
                </a:lnTo>
                <a:lnTo>
                  <a:pt x="761" y="311"/>
                </a:lnTo>
                <a:lnTo>
                  <a:pt x="761" y="312"/>
                </a:lnTo>
                <a:lnTo>
                  <a:pt x="760" y="312"/>
                </a:lnTo>
                <a:lnTo>
                  <a:pt x="760" y="313"/>
                </a:lnTo>
                <a:lnTo>
                  <a:pt x="760" y="314"/>
                </a:lnTo>
                <a:lnTo>
                  <a:pt x="760" y="315"/>
                </a:lnTo>
                <a:lnTo>
                  <a:pt x="759" y="316"/>
                </a:lnTo>
                <a:lnTo>
                  <a:pt x="758" y="317"/>
                </a:lnTo>
                <a:lnTo>
                  <a:pt x="758" y="318"/>
                </a:lnTo>
                <a:lnTo>
                  <a:pt x="758" y="321"/>
                </a:lnTo>
                <a:lnTo>
                  <a:pt x="758" y="322"/>
                </a:lnTo>
                <a:lnTo>
                  <a:pt x="758" y="323"/>
                </a:lnTo>
                <a:lnTo>
                  <a:pt x="758" y="324"/>
                </a:lnTo>
                <a:lnTo>
                  <a:pt x="757" y="324"/>
                </a:lnTo>
                <a:lnTo>
                  <a:pt x="757" y="325"/>
                </a:lnTo>
                <a:lnTo>
                  <a:pt x="757" y="326"/>
                </a:lnTo>
                <a:lnTo>
                  <a:pt x="756" y="326"/>
                </a:lnTo>
                <a:lnTo>
                  <a:pt x="756" y="327"/>
                </a:lnTo>
                <a:lnTo>
                  <a:pt x="756" y="328"/>
                </a:lnTo>
                <a:lnTo>
                  <a:pt x="757" y="328"/>
                </a:lnTo>
                <a:lnTo>
                  <a:pt x="757" y="329"/>
                </a:lnTo>
                <a:lnTo>
                  <a:pt x="758" y="330"/>
                </a:lnTo>
                <a:lnTo>
                  <a:pt x="759" y="331"/>
                </a:lnTo>
                <a:lnTo>
                  <a:pt x="761" y="332"/>
                </a:lnTo>
                <a:lnTo>
                  <a:pt x="762" y="332"/>
                </a:lnTo>
                <a:lnTo>
                  <a:pt x="764" y="332"/>
                </a:lnTo>
                <a:lnTo>
                  <a:pt x="767" y="332"/>
                </a:lnTo>
                <a:lnTo>
                  <a:pt x="770" y="332"/>
                </a:lnTo>
                <a:lnTo>
                  <a:pt x="772" y="331"/>
                </a:lnTo>
                <a:lnTo>
                  <a:pt x="773" y="331"/>
                </a:lnTo>
                <a:lnTo>
                  <a:pt x="774" y="331"/>
                </a:lnTo>
                <a:lnTo>
                  <a:pt x="776" y="334"/>
                </a:lnTo>
                <a:lnTo>
                  <a:pt x="777" y="335"/>
                </a:lnTo>
                <a:lnTo>
                  <a:pt x="778" y="338"/>
                </a:lnTo>
                <a:lnTo>
                  <a:pt x="779" y="340"/>
                </a:lnTo>
                <a:lnTo>
                  <a:pt x="779" y="341"/>
                </a:lnTo>
                <a:lnTo>
                  <a:pt x="778" y="342"/>
                </a:lnTo>
                <a:lnTo>
                  <a:pt x="777" y="344"/>
                </a:lnTo>
                <a:lnTo>
                  <a:pt x="776" y="345"/>
                </a:lnTo>
                <a:lnTo>
                  <a:pt x="774" y="345"/>
                </a:lnTo>
                <a:lnTo>
                  <a:pt x="772" y="345"/>
                </a:lnTo>
                <a:lnTo>
                  <a:pt x="770" y="345"/>
                </a:lnTo>
                <a:lnTo>
                  <a:pt x="769" y="345"/>
                </a:lnTo>
                <a:lnTo>
                  <a:pt x="768" y="346"/>
                </a:lnTo>
                <a:lnTo>
                  <a:pt x="767" y="347"/>
                </a:lnTo>
                <a:lnTo>
                  <a:pt x="766" y="348"/>
                </a:lnTo>
                <a:lnTo>
                  <a:pt x="766" y="349"/>
                </a:lnTo>
                <a:lnTo>
                  <a:pt x="766" y="351"/>
                </a:lnTo>
                <a:lnTo>
                  <a:pt x="766" y="353"/>
                </a:lnTo>
                <a:lnTo>
                  <a:pt x="767" y="356"/>
                </a:lnTo>
                <a:lnTo>
                  <a:pt x="769" y="359"/>
                </a:lnTo>
                <a:lnTo>
                  <a:pt x="770" y="360"/>
                </a:lnTo>
                <a:lnTo>
                  <a:pt x="771" y="362"/>
                </a:lnTo>
                <a:lnTo>
                  <a:pt x="772" y="362"/>
                </a:lnTo>
                <a:lnTo>
                  <a:pt x="772" y="363"/>
                </a:lnTo>
                <a:lnTo>
                  <a:pt x="774" y="363"/>
                </a:lnTo>
                <a:lnTo>
                  <a:pt x="776" y="364"/>
                </a:lnTo>
                <a:lnTo>
                  <a:pt x="778" y="364"/>
                </a:lnTo>
                <a:lnTo>
                  <a:pt x="779" y="364"/>
                </a:lnTo>
                <a:lnTo>
                  <a:pt x="780" y="364"/>
                </a:lnTo>
                <a:lnTo>
                  <a:pt x="781" y="363"/>
                </a:lnTo>
                <a:lnTo>
                  <a:pt x="781" y="362"/>
                </a:lnTo>
                <a:lnTo>
                  <a:pt x="782" y="360"/>
                </a:lnTo>
                <a:lnTo>
                  <a:pt x="782" y="359"/>
                </a:lnTo>
                <a:lnTo>
                  <a:pt x="781" y="358"/>
                </a:lnTo>
                <a:lnTo>
                  <a:pt x="780" y="356"/>
                </a:lnTo>
                <a:lnTo>
                  <a:pt x="778" y="355"/>
                </a:lnTo>
                <a:lnTo>
                  <a:pt x="776" y="354"/>
                </a:lnTo>
                <a:lnTo>
                  <a:pt x="775" y="353"/>
                </a:lnTo>
                <a:lnTo>
                  <a:pt x="774" y="352"/>
                </a:lnTo>
                <a:lnTo>
                  <a:pt x="774" y="351"/>
                </a:lnTo>
                <a:lnTo>
                  <a:pt x="774" y="350"/>
                </a:lnTo>
                <a:lnTo>
                  <a:pt x="774" y="349"/>
                </a:lnTo>
                <a:lnTo>
                  <a:pt x="775" y="349"/>
                </a:lnTo>
                <a:lnTo>
                  <a:pt x="776" y="348"/>
                </a:lnTo>
                <a:lnTo>
                  <a:pt x="777" y="348"/>
                </a:lnTo>
                <a:lnTo>
                  <a:pt x="779" y="347"/>
                </a:lnTo>
                <a:lnTo>
                  <a:pt x="781" y="345"/>
                </a:lnTo>
                <a:lnTo>
                  <a:pt x="784" y="344"/>
                </a:lnTo>
                <a:lnTo>
                  <a:pt x="785" y="344"/>
                </a:lnTo>
                <a:lnTo>
                  <a:pt x="787" y="344"/>
                </a:lnTo>
                <a:lnTo>
                  <a:pt x="787" y="345"/>
                </a:lnTo>
                <a:lnTo>
                  <a:pt x="787" y="346"/>
                </a:lnTo>
                <a:lnTo>
                  <a:pt x="788" y="347"/>
                </a:lnTo>
                <a:lnTo>
                  <a:pt x="788" y="348"/>
                </a:lnTo>
                <a:lnTo>
                  <a:pt x="788" y="349"/>
                </a:lnTo>
                <a:lnTo>
                  <a:pt x="788" y="350"/>
                </a:lnTo>
                <a:lnTo>
                  <a:pt x="788" y="352"/>
                </a:lnTo>
                <a:lnTo>
                  <a:pt x="787" y="354"/>
                </a:lnTo>
                <a:lnTo>
                  <a:pt x="787" y="355"/>
                </a:lnTo>
                <a:lnTo>
                  <a:pt x="786" y="358"/>
                </a:lnTo>
                <a:lnTo>
                  <a:pt x="784" y="360"/>
                </a:lnTo>
                <a:lnTo>
                  <a:pt x="784" y="361"/>
                </a:lnTo>
                <a:lnTo>
                  <a:pt x="784" y="363"/>
                </a:lnTo>
                <a:lnTo>
                  <a:pt x="783" y="365"/>
                </a:lnTo>
                <a:lnTo>
                  <a:pt x="783" y="366"/>
                </a:lnTo>
                <a:lnTo>
                  <a:pt x="782" y="369"/>
                </a:lnTo>
                <a:lnTo>
                  <a:pt x="782" y="371"/>
                </a:lnTo>
                <a:lnTo>
                  <a:pt x="782" y="372"/>
                </a:lnTo>
                <a:lnTo>
                  <a:pt x="782" y="373"/>
                </a:lnTo>
                <a:lnTo>
                  <a:pt x="783" y="374"/>
                </a:lnTo>
                <a:lnTo>
                  <a:pt x="784" y="376"/>
                </a:lnTo>
                <a:lnTo>
                  <a:pt x="786" y="380"/>
                </a:lnTo>
                <a:lnTo>
                  <a:pt x="787" y="382"/>
                </a:lnTo>
                <a:lnTo>
                  <a:pt x="788" y="385"/>
                </a:lnTo>
                <a:lnTo>
                  <a:pt x="789" y="389"/>
                </a:lnTo>
                <a:lnTo>
                  <a:pt x="789" y="391"/>
                </a:lnTo>
                <a:lnTo>
                  <a:pt x="790" y="393"/>
                </a:lnTo>
                <a:lnTo>
                  <a:pt x="790" y="395"/>
                </a:lnTo>
                <a:lnTo>
                  <a:pt x="791" y="398"/>
                </a:lnTo>
                <a:lnTo>
                  <a:pt x="791" y="399"/>
                </a:lnTo>
                <a:lnTo>
                  <a:pt x="792" y="399"/>
                </a:lnTo>
                <a:lnTo>
                  <a:pt x="794" y="400"/>
                </a:lnTo>
                <a:lnTo>
                  <a:pt x="795" y="400"/>
                </a:lnTo>
                <a:lnTo>
                  <a:pt x="796" y="401"/>
                </a:lnTo>
                <a:lnTo>
                  <a:pt x="799" y="402"/>
                </a:lnTo>
                <a:lnTo>
                  <a:pt x="802" y="405"/>
                </a:lnTo>
                <a:lnTo>
                  <a:pt x="805" y="407"/>
                </a:lnTo>
                <a:lnTo>
                  <a:pt x="806" y="408"/>
                </a:lnTo>
                <a:lnTo>
                  <a:pt x="808" y="410"/>
                </a:lnTo>
                <a:lnTo>
                  <a:pt x="809" y="412"/>
                </a:lnTo>
                <a:lnTo>
                  <a:pt x="810" y="413"/>
                </a:lnTo>
                <a:lnTo>
                  <a:pt x="811" y="413"/>
                </a:lnTo>
                <a:lnTo>
                  <a:pt x="811" y="414"/>
                </a:lnTo>
                <a:lnTo>
                  <a:pt x="812" y="414"/>
                </a:lnTo>
                <a:lnTo>
                  <a:pt x="813" y="414"/>
                </a:lnTo>
                <a:lnTo>
                  <a:pt x="815" y="415"/>
                </a:lnTo>
                <a:lnTo>
                  <a:pt x="818" y="416"/>
                </a:lnTo>
                <a:lnTo>
                  <a:pt x="820" y="417"/>
                </a:lnTo>
                <a:lnTo>
                  <a:pt x="824" y="420"/>
                </a:lnTo>
                <a:lnTo>
                  <a:pt x="825" y="421"/>
                </a:lnTo>
                <a:lnTo>
                  <a:pt x="826" y="421"/>
                </a:lnTo>
                <a:lnTo>
                  <a:pt x="826" y="422"/>
                </a:lnTo>
                <a:lnTo>
                  <a:pt x="827" y="422"/>
                </a:lnTo>
                <a:lnTo>
                  <a:pt x="827" y="423"/>
                </a:lnTo>
                <a:lnTo>
                  <a:pt x="828" y="424"/>
                </a:lnTo>
                <a:lnTo>
                  <a:pt x="828" y="425"/>
                </a:lnTo>
                <a:lnTo>
                  <a:pt x="829" y="425"/>
                </a:lnTo>
                <a:lnTo>
                  <a:pt x="831" y="428"/>
                </a:lnTo>
                <a:lnTo>
                  <a:pt x="834" y="432"/>
                </a:lnTo>
                <a:lnTo>
                  <a:pt x="837" y="436"/>
                </a:lnTo>
                <a:lnTo>
                  <a:pt x="840" y="440"/>
                </a:lnTo>
                <a:lnTo>
                  <a:pt x="843" y="443"/>
                </a:lnTo>
                <a:lnTo>
                  <a:pt x="845" y="445"/>
                </a:lnTo>
                <a:lnTo>
                  <a:pt x="846" y="446"/>
                </a:lnTo>
                <a:lnTo>
                  <a:pt x="847" y="447"/>
                </a:lnTo>
                <a:lnTo>
                  <a:pt x="848" y="447"/>
                </a:lnTo>
                <a:lnTo>
                  <a:pt x="849" y="447"/>
                </a:lnTo>
                <a:lnTo>
                  <a:pt x="850" y="447"/>
                </a:lnTo>
                <a:lnTo>
                  <a:pt x="851" y="447"/>
                </a:lnTo>
                <a:lnTo>
                  <a:pt x="852" y="447"/>
                </a:lnTo>
                <a:lnTo>
                  <a:pt x="854" y="448"/>
                </a:lnTo>
                <a:lnTo>
                  <a:pt x="854" y="449"/>
                </a:lnTo>
                <a:lnTo>
                  <a:pt x="855" y="450"/>
                </a:lnTo>
                <a:lnTo>
                  <a:pt x="855" y="451"/>
                </a:lnTo>
                <a:lnTo>
                  <a:pt x="855" y="453"/>
                </a:lnTo>
                <a:lnTo>
                  <a:pt x="854" y="455"/>
                </a:lnTo>
                <a:lnTo>
                  <a:pt x="854" y="456"/>
                </a:lnTo>
                <a:lnTo>
                  <a:pt x="854" y="457"/>
                </a:lnTo>
                <a:lnTo>
                  <a:pt x="854" y="458"/>
                </a:lnTo>
                <a:lnTo>
                  <a:pt x="854" y="460"/>
                </a:lnTo>
                <a:lnTo>
                  <a:pt x="855" y="462"/>
                </a:lnTo>
                <a:lnTo>
                  <a:pt x="856" y="465"/>
                </a:lnTo>
                <a:lnTo>
                  <a:pt x="857" y="466"/>
                </a:lnTo>
                <a:lnTo>
                  <a:pt x="859" y="468"/>
                </a:lnTo>
                <a:lnTo>
                  <a:pt x="861" y="470"/>
                </a:lnTo>
                <a:lnTo>
                  <a:pt x="863" y="471"/>
                </a:lnTo>
                <a:lnTo>
                  <a:pt x="864" y="472"/>
                </a:lnTo>
                <a:lnTo>
                  <a:pt x="866" y="474"/>
                </a:lnTo>
                <a:lnTo>
                  <a:pt x="867" y="476"/>
                </a:lnTo>
                <a:lnTo>
                  <a:pt x="870" y="479"/>
                </a:lnTo>
                <a:lnTo>
                  <a:pt x="870" y="480"/>
                </a:lnTo>
                <a:lnTo>
                  <a:pt x="870" y="482"/>
                </a:lnTo>
                <a:lnTo>
                  <a:pt x="870" y="484"/>
                </a:lnTo>
                <a:lnTo>
                  <a:pt x="870" y="486"/>
                </a:lnTo>
                <a:lnTo>
                  <a:pt x="870" y="487"/>
                </a:lnTo>
                <a:lnTo>
                  <a:pt x="869" y="488"/>
                </a:lnTo>
                <a:lnTo>
                  <a:pt x="867" y="490"/>
                </a:lnTo>
                <a:lnTo>
                  <a:pt x="866" y="492"/>
                </a:lnTo>
                <a:lnTo>
                  <a:pt x="866" y="493"/>
                </a:lnTo>
                <a:lnTo>
                  <a:pt x="866" y="497"/>
                </a:lnTo>
                <a:lnTo>
                  <a:pt x="866" y="499"/>
                </a:lnTo>
                <a:lnTo>
                  <a:pt x="866" y="500"/>
                </a:lnTo>
                <a:lnTo>
                  <a:pt x="865" y="501"/>
                </a:lnTo>
                <a:lnTo>
                  <a:pt x="865" y="502"/>
                </a:lnTo>
                <a:lnTo>
                  <a:pt x="865" y="503"/>
                </a:lnTo>
                <a:lnTo>
                  <a:pt x="865" y="504"/>
                </a:lnTo>
                <a:lnTo>
                  <a:pt x="866" y="505"/>
                </a:lnTo>
                <a:lnTo>
                  <a:pt x="868" y="506"/>
                </a:lnTo>
                <a:lnTo>
                  <a:pt x="869" y="507"/>
                </a:lnTo>
                <a:lnTo>
                  <a:pt x="871" y="507"/>
                </a:lnTo>
                <a:lnTo>
                  <a:pt x="872" y="507"/>
                </a:lnTo>
                <a:lnTo>
                  <a:pt x="872" y="506"/>
                </a:lnTo>
                <a:lnTo>
                  <a:pt x="873" y="506"/>
                </a:lnTo>
                <a:lnTo>
                  <a:pt x="874" y="506"/>
                </a:lnTo>
                <a:lnTo>
                  <a:pt x="875" y="507"/>
                </a:lnTo>
                <a:lnTo>
                  <a:pt x="876" y="508"/>
                </a:lnTo>
                <a:lnTo>
                  <a:pt x="877" y="509"/>
                </a:lnTo>
                <a:lnTo>
                  <a:pt x="877" y="510"/>
                </a:lnTo>
                <a:lnTo>
                  <a:pt x="877" y="512"/>
                </a:lnTo>
                <a:lnTo>
                  <a:pt x="878" y="513"/>
                </a:lnTo>
                <a:lnTo>
                  <a:pt x="878" y="514"/>
                </a:lnTo>
                <a:lnTo>
                  <a:pt x="878" y="516"/>
                </a:lnTo>
                <a:lnTo>
                  <a:pt x="878" y="518"/>
                </a:lnTo>
                <a:lnTo>
                  <a:pt x="877" y="518"/>
                </a:lnTo>
                <a:lnTo>
                  <a:pt x="877" y="519"/>
                </a:lnTo>
                <a:lnTo>
                  <a:pt x="876" y="522"/>
                </a:lnTo>
                <a:lnTo>
                  <a:pt x="876" y="523"/>
                </a:lnTo>
                <a:lnTo>
                  <a:pt x="875" y="523"/>
                </a:lnTo>
                <a:lnTo>
                  <a:pt x="875" y="525"/>
                </a:lnTo>
                <a:lnTo>
                  <a:pt x="876" y="527"/>
                </a:lnTo>
                <a:lnTo>
                  <a:pt x="876" y="528"/>
                </a:lnTo>
                <a:lnTo>
                  <a:pt x="877" y="529"/>
                </a:lnTo>
                <a:lnTo>
                  <a:pt x="879" y="531"/>
                </a:lnTo>
                <a:lnTo>
                  <a:pt x="880" y="532"/>
                </a:lnTo>
                <a:lnTo>
                  <a:pt x="882" y="534"/>
                </a:lnTo>
                <a:lnTo>
                  <a:pt x="884" y="536"/>
                </a:lnTo>
                <a:lnTo>
                  <a:pt x="886" y="537"/>
                </a:lnTo>
                <a:lnTo>
                  <a:pt x="888" y="537"/>
                </a:lnTo>
                <a:lnTo>
                  <a:pt x="891" y="537"/>
                </a:lnTo>
                <a:lnTo>
                  <a:pt x="893" y="537"/>
                </a:lnTo>
                <a:lnTo>
                  <a:pt x="894" y="538"/>
                </a:lnTo>
                <a:lnTo>
                  <a:pt x="895" y="538"/>
                </a:lnTo>
                <a:lnTo>
                  <a:pt x="896" y="538"/>
                </a:lnTo>
                <a:lnTo>
                  <a:pt x="897" y="538"/>
                </a:lnTo>
                <a:lnTo>
                  <a:pt x="898" y="538"/>
                </a:lnTo>
                <a:lnTo>
                  <a:pt x="899" y="539"/>
                </a:lnTo>
                <a:lnTo>
                  <a:pt x="900" y="539"/>
                </a:lnTo>
                <a:lnTo>
                  <a:pt x="902" y="539"/>
                </a:lnTo>
                <a:lnTo>
                  <a:pt x="905" y="539"/>
                </a:lnTo>
                <a:lnTo>
                  <a:pt x="908" y="539"/>
                </a:lnTo>
                <a:lnTo>
                  <a:pt x="910" y="539"/>
                </a:lnTo>
                <a:lnTo>
                  <a:pt x="912" y="540"/>
                </a:lnTo>
                <a:lnTo>
                  <a:pt x="915" y="539"/>
                </a:lnTo>
                <a:lnTo>
                  <a:pt x="916" y="540"/>
                </a:lnTo>
                <a:lnTo>
                  <a:pt x="917" y="541"/>
                </a:lnTo>
                <a:lnTo>
                  <a:pt x="918" y="543"/>
                </a:lnTo>
                <a:lnTo>
                  <a:pt x="918" y="544"/>
                </a:lnTo>
                <a:lnTo>
                  <a:pt x="918" y="550"/>
                </a:lnTo>
                <a:lnTo>
                  <a:pt x="919" y="552"/>
                </a:lnTo>
                <a:lnTo>
                  <a:pt x="919" y="555"/>
                </a:lnTo>
                <a:lnTo>
                  <a:pt x="918" y="557"/>
                </a:lnTo>
                <a:lnTo>
                  <a:pt x="918" y="560"/>
                </a:lnTo>
                <a:lnTo>
                  <a:pt x="917" y="563"/>
                </a:lnTo>
                <a:lnTo>
                  <a:pt x="915" y="567"/>
                </a:lnTo>
                <a:lnTo>
                  <a:pt x="914" y="568"/>
                </a:lnTo>
                <a:lnTo>
                  <a:pt x="913" y="569"/>
                </a:lnTo>
                <a:lnTo>
                  <a:pt x="912" y="573"/>
                </a:lnTo>
                <a:lnTo>
                  <a:pt x="912" y="576"/>
                </a:lnTo>
                <a:lnTo>
                  <a:pt x="911" y="578"/>
                </a:lnTo>
                <a:lnTo>
                  <a:pt x="912" y="582"/>
                </a:lnTo>
                <a:lnTo>
                  <a:pt x="911" y="583"/>
                </a:lnTo>
                <a:lnTo>
                  <a:pt x="912" y="587"/>
                </a:lnTo>
                <a:lnTo>
                  <a:pt x="912" y="590"/>
                </a:lnTo>
                <a:lnTo>
                  <a:pt x="913" y="592"/>
                </a:lnTo>
                <a:lnTo>
                  <a:pt x="915" y="594"/>
                </a:lnTo>
                <a:lnTo>
                  <a:pt x="917" y="596"/>
                </a:lnTo>
                <a:lnTo>
                  <a:pt x="920" y="599"/>
                </a:lnTo>
                <a:lnTo>
                  <a:pt x="921" y="599"/>
                </a:lnTo>
                <a:lnTo>
                  <a:pt x="921" y="600"/>
                </a:lnTo>
                <a:lnTo>
                  <a:pt x="922" y="601"/>
                </a:lnTo>
                <a:lnTo>
                  <a:pt x="923" y="603"/>
                </a:lnTo>
                <a:lnTo>
                  <a:pt x="923" y="605"/>
                </a:lnTo>
                <a:lnTo>
                  <a:pt x="923" y="609"/>
                </a:lnTo>
                <a:lnTo>
                  <a:pt x="923" y="617"/>
                </a:lnTo>
                <a:lnTo>
                  <a:pt x="923" y="618"/>
                </a:lnTo>
                <a:lnTo>
                  <a:pt x="924" y="620"/>
                </a:lnTo>
                <a:lnTo>
                  <a:pt x="925" y="623"/>
                </a:lnTo>
                <a:lnTo>
                  <a:pt x="926" y="624"/>
                </a:lnTo>
                <a:lnTo>
                  <a:pt x="928" y="626"/>
                </a:lnTo>
                <a:lnTo>
                  <a:pt x="930" y="628"/>
                </a:lnTo>
                <a:lnTo>
                  <a:pt x="932" y="629"/>
                </a:lnTo>
                <a:lnTo>
                  <a:pt x="933" y="629"/>
                </a:lnTo>
                <a:lnTo>
                  <a:pt x="937" y="629"/>
                </a:lnTo>
                <a:lnTo>
                  <a:pt x="940" y="629"/>
                </a:lnTo>
                <a:lnTo>
                  <a:pt x="943" y="629"/>
                </a:lnTo>
                <a:lnTo>
                  <a:pt x="944" y="629"/>
                </a:lnTo>
                <a:lnTo>
                  <a:pt x="945" y="629"/>
                </a:lnTo>
                <a:lnTo>
                  <a:pt x="946" y="630"/>
                </a:lnTo>
                <a:lnTo>
                  <a:pt x="947" y="631"/>
                </a:lnTo>
                <a:lnTo>
                  <a:pt x="947" y="633"/>
                </a:lnTo>
                <a:lnTo>
                  <a:pt x="948" y="636"/>
                </a:lnTo>
                <a:lnTo>
                  <a:pt x="949" y="638"/>
                </a:lnTo>
                <a:lnTo>
                  <a:pt x="950" y="642"/>
                </a:lnTo>
                <a:lnTo>
                  <a:pt x="951" y="644"/>
                </a:lnTo>
                <a:lnTo>
                  <a:pt x="951" y="646"/>
                </a:lnTo>
                <a:lnTo>
                  <a:pt x="952" y="647"/>
                </a:lnTo>
                <a:lnTo>
                  <a:pt x="953" y="648"/>
                </a:lnTo>
                <a:lnTo>
                  <a:pt x="956" y="650"/>
                </a:lnTo>
                <a:lnTo>
                  <a:pt x="959" y="651"/>
                </a:lnTo>
                <a:lnTo>
                  <a:pt x="959" y="652"/>
                </a:lnTo>
                <a:lnTo>
                  <a:pt x="961" y="652"/>
                </a:lnTo>
                <a:lnTo>
                  <a:pt x="965" y="653"/>
                </a:lnTo>
                <a:lnTo>
                  <a:pt x="966" y="654"/>
                </a:lnTo>
                <a:lnTo>
                  <a:pt x="968" y="655"/>
                </a:lnTo>
                <a:lnTo>
                  <a:pt x="969" y="656"/>
                </a:lnTo>
                <a:lnTo>
                  <a:pt x="971" y="659"/>
                </a:lnTo>
                <a:lnTo>
                  <a:pt x="972" y="660"/>
                </a:lnTo>
                <a:lnTo>
                  <a:pt x="973" y="661"/>
                </a:lnTo>
                <a:lnTo>
                  <a:pt x="974" y="661"/>
                </a:lnTo>
                <a:lnTo>
                  <a:pt x="975" y="661"/>
                </a:lnTo>
                <a:lnTo>
                  <a:pt x="976" y="660"/>
                </a:lnTo>
                <a:lnTo>
                  <a:pt x="978" y="660"/>
                </a:lnTo>
                <a:lnTo>
                  <a:pt x="979" y="660"/>
                </a:lnTo>
                <a:lnTo>
                  <a:pt x="980" y="660"/>
                </a:lnTo>
                <a:lnTo>
                  <a:pt x="981" y="660"/>
                </a:lnTo>
                <a:lnTo>
                  <a:pt x="983" y="661"/>
                </a:lnTo>
                <a:lnTo>
                  <a:pt x="984" y="661"/>
                </a:lnTo>
                <a:lnTo>
                  <a:pt x="985" y="661"/>
                </a:lnTo>
                <a:lnTo>
                  <a:pt x="986" y="661"/>
                </a:lnTo>
                <a:lnTo>
                  <a:pt x="987" y="660"/>
                </a:lnTo>
                <a:lnTo>
                  <a:pt x="988" y="659"/>
                </a:lnTo>
                <a:lnTo>
                  <a:pt x="988" y="658"/>
                </a:lnTo>
                <a:lnTo>
                  <a:pt x="989" y="657"/>
                </a:lnTo>
                <a:lnTo>
                  <a:pt x="990" y="656"/>
                </a:lnTo>
                <a:lnTo>
                  <a:pt x="991" y="656"/>
                </a:lnTo>
                <a:lnTo>
                  <a:pt x="991" y="655"/>
                </a:lnTo>
                <a:lnTo>
                  <a:pt x="992" y="655"/>
                </a:lnTo>
                <a:lnTo>
                  <a:pt x="993" y="655"/>
                </a:lnTo>
                <a:lnTo>
                  <a:pt x="995" y="656"/>
                </a:lnTo>
                <a:lnTo>
                  <a:pt x="996" y="656"/>
                </a:lnTo>
                <a:lnTo>
                  <a:pt x="997" y="656"/>
                </a:lnTo>
                <a:lnTo>
                  <a:pt x="998" y="656"/>
                </a:lnTo>
                <a:lnTo>
                  <a:pt x="999" y="656"/>
                </a:lnTo>
                <a:lnTo>
                  <a:pt x="1000" y="657"/>
                </a:lnTo>
                <a:lnTo>
                  <a:pt x="1002" y="658"/>
                </a:lnTo>
                <a:lnTo>
                  <a:pt x="1003" y="659"/>
                </a:lnTo>
                <a:lnTo>
                  <a:pt x="1006" y="659"/>
                </a:lnTo>
                <a:lnTo>
                  <a:pt x="1008" y="660"/>
                </a:lnTo>
                <a:lnTo>
                  <a:pt x="1011" y="660"/>
                </a:lnTo>
                <a:lnTo>
                  <a:pt x="1012" y="660"/>
                </a:lnTo>
                <a:lnTo>
                  <a:pt x="1013" y="660"/>
                </a:lnTo>
                <a:lnTo>
                  <a:pt x="1015" y="659"/>
                </a:lnTo>
                <a:lnTo>
                  <a:pt x="1016" y="659"/>
                </a:lnTo>
                <a:lnTo>
                  <a:pt x="1019" y="659"/>
                </a:lnTo>
                <a:lnTo>
                  <a:pt x="1021" y="660"/>
                </a:lnTo>
                <a:lnTo>
                  <a:pt x="1024" y="660"/>
                </a:lnTo>
                <a:lnTo>
                  <a:pt x="1026" y="659"/>
                </a:lnTo>
                <a:lnTo>
                  <a:pt x="1026" y="658"/>
                </a:lnTo>
                <a:lnTo>
                  <a:pt x="1027" y="658"/>
                </a:lnTo>
                <a:lnTo>
                  <a:pt x="1028" y="657"/>
                </a:lnTo>
                <a:lnTo>
                  <a:pt x="1029" y="655"/>
                </a:lnTo>
                <a:lnTo>
                  <a:pt x="1030" y="653"/>
                </a:lnTo>
                <a:lnTo>
                  <a:pt x="1032" y="652"/>
                </a:lnTo>
                <a:lnTo>
                  <a:pt x="1034" y="651"/>
                </a:lnTo>
                <a:lnTo>
                  <a:pt x="1035" y="651"/>
                </a:lnTo>
                <a:lnTo>
                  <a:pt x="1036" y="651"/>
                </a:lnTo>
                <a:lnTo>
                  <a:pt x="1038" y="652"/>
                </a:lnTo>
                <a:lnTo>
                  <a:pt x="1040" y="653"/>
                </a:lnTo>
                <a:lnTo>
                  <a:pt x="1042" y="654"/>
                </a:lnTo>
                <a:lnTo>
                  <a:pt x="1043" y="654"/>
                </a:lnTo>
                <a:lnTo>
                  <a:pt x="1044" y="654"/>
                </a:lnTo>
                <a:lnTo>
                  <a:pt x="1044" y="653"/>
                </a:lnTo>
                <a:lnTo>
                  <a:pt x="1046" y="652"/>
                </a:lnTo>
                <a:lnTo>
                  <a:pt x="1046" y="650"/>
                </a:lnTo>
                <a:lnTo>
                  <a:pt x="1047" y="649"/>
                </a:lnTo>
                <a:lnTo>
                  <a:pt x="1047" y="648"/>
                </a:lnTo>
                <a:lnTo>
                  <a:pt x="1046" y="647"/>
                </a:lnTo>
                <a:lnTo>
                  <a:pt x="1046" y="646"/>
                </a:lnTo>
                <a:lnTo>
                  <a:pt x="1046" y="645"/>
                </a:lnTo>
                <a:lnTo>
                  <a:pt x="1046" y="644"/>
                </a:lnTo>
                <a:lnTo>
                  <a:pt x="1047" y="644"/>
                </a:lnTo>
                <a:lnTo>
                  <a:pt x="1050" y="642"/>
                </a:lnTo>
                <a:lnTo>
                  <a:pt x="1053" y="642"/>
                </a:lnTo>
                <a:lnTo>
                  <a:pt x="1056" y="641"/>
                </a:lnTo>
                <a:lnTo>
                  <a:pt x="1059" y="641"/>
                </a:lnTo>
                <a:lnTo>
                  <a:pt x="1062" y="639"/>
                </a:lnTo>
                <a:lnTo>
                  <a:pt x="1065" y="637"/>
                </a:lnTo>
                <a:lnTo>
                  <a:pt x="1065" y="636"/>
                </a:lnTo>
                <a:lnTo>
                  <a:pt x="1066" y="636"/>
                </a:lnTo>
                <a:lnTo>
                  <a:pt x="1067" y="636"/>
                </a:lnTo>
                <a:lnTo>
                  <a:pt x="1067" y="635"/>
                </a:lnTo>
                <a:lnTo>
                  <a:pt x="1068" y="635"/>
                </a:lnTo>
                <a:lnTo>
                  <a:pt x="1070" y="635"/>
                </a:lnTo>
                <a:lnTo>
                  <a:pt x="1076" y="636"/>
                </a:lnTo>
                <a:lnTo>
                  <a:pt x="1078" y="636"/>
                </a:lnTo>
                <a:lnTo>
                  <a:pt x="1080" y="636"/>
                </a:lnTo>
                <a:lnTo>
                  <a:pt x="1083" y="637"/>
                </a:lnTo>
                <a:lnTo>
                  <a:pt x="1086" y="637"/>
                </a:lnTo>
                <a:lnTo>
                  <a:pt x="1089" y="637"/>
                </a:lnTo>
                <a:lnTo>
                  <a:pt x="1090" y="637"/>
                </a:lnTo>
                <a:lnTo>
                  <a:pt x="1092" y="638"/>
                </a:lnTo>
                <a:lnTo>
                  <a:pt x="1093" y="638"/>
                </a:lnTo>
                <a:lnTo>
                  <a:pt x="1093" y="637"/>
                </a:lnTo>
                <a:lnTo>
                  <a:pt x="1093" y="636"/>
                </a:lnTo>
                <a:lnTo>
                  <a:pt x="1094" y="636"/>
                </a:lnTo>
                <a:lnTo>
                  <a:pt x="1094" y="635"/>
                </a:lnTo>
                <a:lnTo>
                  <a:pt x="1094" y="634"/>
                </a:lnTo>
                <a:lnTo>
                  <a:pt x="1093" y="634"/>
                </a:lnTo>
                <a:lnTo>
                  <a:pt x="1093" y="633"/>
                </a:lnTo>
                <a:lnTo>
                  <a:pt x="1093" y="632"/>
                </a:lnTo>
                <a:lnTo>
                  <a:pt x="1093" y="631"/>
                </a:lnTo>
                <a:lnTo>
                  <a:pt x="1094" y="631"/>
                </a:lnTo>
                <a:lnTo>
                  <a:pt x="1095" y="630"/>
                </a:lnTo>
                <a:lnTo>
                  <a:pt x="1096" y="630"/>
                </a:lnTo>
                <a:lnTo>
                  <a:pt x="1097" y="630"/>
                </a:lnTo>
                <a:lnTo>
                  <a:pt x="1098" y="631"/>
                </a:lnTo>
                <a:lnTo>
                  <a:pt x="1101" y="631"/>
                </a:lnTo>
                <a:lnTo>
                  <a:pt x="1103" y="632"/>
                </a:lnTo>
                <a:lnTo>
                  <a:pt x="1104" y="635"/>
                </a:lnTo>
                <a:lnTo>
                  <a:pt x="1105" y="636"/>
                </a:lnTo>
                <a:lnTo>
                  <a:pt x="1104" y="636"/>
                </a:lnTo>
                <a:lnTo>
                  <a:pt x="1104" y="638"/>
                </a:lnTo>
                <a:lnTo>
                  <a:pt x="1104" y="639"/>
                </a:lnTo>
                <a:lnTo>
                  <a:pt x="1103" y="641"/>
                </a:lnTo>
                <a:lnTo>
                  <a:pt x="1102" y="641"/>
                </a:lnTo>
                <a:lnTo>
                  <a:pt x="1102" y="642"/>
                </a:lnTo>
                <a:lnTo>
                  <a:pt x="1100" y="645"/>
                </a:lnTo>
                <a:lnTo>
                  <a:pt x="1100" y="646"/>
                </a:lnTo>
                <a:lnTo>
                  <a:pt x="1099" y="648"/>
                </a:lnTo>
                <a:lnTo>
                  <a:pt x="1099" y="650"/>
                </a:lnTo>
                <a:lnTo>
                  <a:pt x="1100" y="651"/>
                </a:lnTo>
                <a:lnTo>
                  <a:pt x="1101" y="653"/>
                </a:lnTo>
                <a:lnTo>
                  <a:pt x="1102" y="653"/>
                </a:lnTo>
                <a:lnTo>
                  <a:pt x="1103" y="654"/>
                </a:lnTo>
                <a:lnTo>
                  <a:pt x="1105" y="654"/>
                </a:lnTo>
                <a:lnTo>
                  <a:pt x="1107" y="653"/>
                </a:lnTo>
                <a:lnTo>
                  <a:pt x="1108" y="653"/>
                </a:lnTo>
                <a:lnTo>
                  <a:pt x="1108" y="652"/>
                </a:lnTo>
                <a:lnTo>
                  <a:pt x="1109" y="652"/>
                </a:lnTo>
                <a:lnTo>
                  <a:pt x="1109" y="651"/>
                </a:lnTo>
                <a:lnTo>
                  <a:pt x="1111" y="650"/>
                </a:lnTo>
                <a:lnTo>
                  <a:pt x="1113" y="648"/>
                </a:lnTo>
                <a:lnTo>
                  <a:pt x="1115" y="648"/>
                </a:lnTo>
                <a:lnTo>
                  <a:pt x="1115" y="647"/>
                </a:lnTo>
                <a:lnTo>
                  <a:pt x="1117" y="647"/>
                </a:lnTo>
                <a:lnTo>
                  <a:pt x="1119" y="647"/>
                </a:lnTo>
                <a:lnTo>
                  <a:pt x="1122" y="648"/>
                </a:lnTo>
                <a:lnTo>
                  <a:pt x="1124" y="650"/>
                </a:lnTo>
                <a:lnTo>
                  <a:pt x="1126" y="650"/>
                </a:lnTo>
                <a:lnTo>
                  <a:pt x="1127" y="651"/>
                </a:lnTo>
                <a:lnTo>
                  <a:pt x="1130" y="650"/>
                </a:lnTo>
                <a:lnTo>
                  <a:pt x="1133" y="650"/>
                </a:lnTo>
                <a:lnTo>
                  <a:pt x="1135" y="649"/>
                </a:lnTo>
                <a:lnTo>
                  <a:pt x="1137" y="650"/>
                </a:lnTo>
                <a:lnTo>
                  <a:pt x="1138" y="652"/>
                </a:lnTo>
                <a:lnTo>
                  <a:pt x="1140" y="653"/>
                </a:lnTo>
                <a:lnTo>
                  <a:pt x="1142" y="656"/>
                </a:lnTo>
                <a:lnTo>
                  <a:pt x="1144" y="661"/>
                </a:lnTo>
                <a:lnTo>
                  <a:pt x="1145" y="662"/>
                </a:lnTo>
                <a:lnTo>
                  <a:pt x="1145" y="663"/>
                </a:lnTo>
                <a:lnTo>
                  <a:pt x="1146" y="664"/>
                </a:lnTo>
                <a:lnTo>
                  <a:pt x="1148" y="665"/>
                </a:lnTo>
                <a:lnTo>
                  <a:pt x="1149" y="666"/>
                </a:lnTo>
                <a:lnTo>
                  <a:pt x="1151" y="666"/>
                </a:lnTo>
                <a:lnTo>
                  <a:pt x="1154" y="667"/>
                </a:lnTo>
                <a:lnTo>
                  <a:pt x="1156" y="666"/>
                </a:lnTo>
                <a:lnTo>
                  <a:pt x="1157" y="666"/>
                </a:lnTo>
                <a:lnTo>
                  <a:pt x="1158" y="665"/>
                </a:lnTo>
                <a:lnTo>
                  <a:pt x="1158" y="664"/>
                </a:lnTo>
                <a:lnTo>
                  <a:pt x="1159" y="663"/>
                </a:lnTo>
                <a:lnTo>
                  <a:pt x="1160" y="661"/>
                </a:lnTo>
                <a:lnTo>
                  <a:pt x="1160" y="659"/>
                </a:lnTo>
                <a:lnTo>
                  <a:pt x="1161" y="658"/>
                </a:lnTo>
                <a:lnTo>
                  <a:pt x="1163" y="656"/>
                </a:lnTo>
                <a:lnTo>
                  <a:pt x="1165" y="654"/>
                </a:lnTo>
                <a:lnTo>
                  <a:pt x="1167" y="653"/>
                </a:lnTo>
                <a:lnTo>
                  <a:pt x="1170" y="653"/>
                </a:lnTo>
                <a:lnTo>
                  <a:pt x="1173" y="653"/>
                </a:lnTo>
                <a:lnTo>
                  <a:pt x="1175" y="655"/>
                </a:lnTo>
                <a:lnTo>
                  <a:pt x="1176" y="655"/>
                </a:lnTo>
                <a:lnTo>
                  <a:pt x="1176" y="656"/>
                </a:lnTo>
                <a:lnTo>
                  <a:pt x="1177" y="656"/>
                </a:lnTo>
                <a:lnTo>
                  <a:pt x="1178" y="657"/>
                </a:lnTo>
                <a:lnTo>
                  <a:pt x="1179" y="658"/>
                </a:lnTo>
                <a:lnTo>
                  <a:pt x="1180" y="659"/>
                </a:lnTo>
                <a:lnTo>
                  <a:pt x="1181" y="659"/>
                </a:lnTo>
                <a:lnTo>
                  <a:pt x="1183" y="659"/>
                </a:lnTo>
                <a:lnTo>
                  <a:pt x="1184" y="659"/>
                </a:lnTo>
                <a:lnTo>
                  <a:pt x="1185" y="659"/>
                </a:lnTo>
                <a:lnTo>
                  <a:pt x="1187" y="658"/>
                </a:lnTo>
                <a:lnTo>
                  <a:pt x="1188" y="657"/>
                </a:lnTo>
                <a:lnTo>
                  <a:pt x="1189" y="655"/>
                </a:lnTo>
                <a:lnTo>
                  <a:pt x="1189" y="654"/>
                </a:lnTo>
                <a:lnTo>
                  <a:pt x="1188" y="654"/>
                </a:lnTo>
                <a:lnTo>
                  <a:pt x="1188" y="653"/>
                </a:lnTo>
                <a:lnTo>
                  <a:pt x="1188" y="652"/>
                </a:lnTo>
                <a:lnTo>
                  <a:pt x="1187" y="651"/>
                </a:lnTo>
                <a:lnTo>
                  <a:pt x="1186" y="650"/>
                </a:lnTo>
                <a:lnTo>
                  <a:pt x="1186" y="648"/>
                </a:lnTo>
                <a:lnTo>
                  <a:pt x="1185" y="646"/>
                </a:lnTo>
                <a:lnTo>
                  <a:pt x="1185" y="645"/>
                </a:lnTo>
                <a:lnTo>
                  <a:pt x="1186" y="644"/>
                </a:lnTo>
                <a:lnTo>
                  <a:pt x="1187" y="642"/>
                </a:lnTo>
                <a:lnTo>
                  <a:pt x="1189" y="640"/>
                </a:lnTo>
                <a:lnTo>
                  <a:pt x="1190" y="639"/>
                </a:lnTo>
                <a:lnTo>
                  <a:pt x="1192" y="638"/>
                </a:lnTo>
                <a:lnTo>
                  <a:pt x="1194" y="639"/>
                </a:lnTo>
                <a:lnTo>
                  <a:pt x="1196" y="639"/>
                </a:lnTo>
                <a:lnTo>
                  <a:pt x="1197" y="639"/>
                </a:lnTo>
                <a:lnTo>
                  <a:pt x="1198" y="639"/>
                </a:lnTo>
                <a:lnTo>
                  <a:pt x="1201" y="639"/>
                </a:lnTo>
                <a:lnTo>
                  <a:pt x="1204" y="640"/>
                </a:lnTo>
                <a:lnTo>
                  <a:pt x="1206" y="641"/>
                </a:lnTo>
                <a:lnTo>
                  <a:pt x="1208" y="643"/>
                </a:lnTo>
                <a:lnTo>
                  <a:pt x="1209" y="645"/>
                </a:lnTo>
                <a:lnTo>
                  <a:pt x="1209" y="646"/>
                </a:lnTo>
                <a:lnTo>
                  <a:pt x="1210" y="649"/>
                </a:lnTo>
                <a:lnTo>
                  <a:pt x="1212" y="654"/>
                </a:lnTo>
                <a:lnTo>
                  <a:pt x="1213" y="657"/>
                </a:lnTo>
                <a:lnTo>
                  <a:pt x="1214" y="659"/>
                </a:lnTo>
                <a:lnTo>
                  <a:pt x="1214" y="660"/>
                </a:lnTo>
                <a:lnTo>
                  <a:pt x="1214" y="661"/>
                </a:lnTo>
                <a:lnTo>
                  <a:pt x="1215" y="662"/>
                </a:lnTo>
                <a:lnTo>
                  <a:pt x="1216" y="663"/>
                </a:lnTo>
                <a:lnTo>
                  <a:pt x="1216" y="664"/>
                </a:lnTo>
                <a:lnTo>
                  <a:pt x="1217" y="664"/>
                </a:lnTo>
                <a:lnTo>
                  <a:pt x="1218" y="665"/>
                </a:lnTo>
                <a:lnTo>
                  <a:pt x="1219" y="665"/>
                </a:lnTo>
                <a:lnTo>
                  <a:pt x="1221" y="665"/>
                </a:lnTo>
                <a:lnTo>
                  <a:pt x="1221" y="666"/>
                </a:lnTo>
                <a:lnTo>
                  <a:pt x="1222" y="665"/>
                </a:lnTo>
                <a:lnTo>
                  <a:pt x="1223" y="665"/>
                </a:lnTo>
                <a:lnTo>
                  <a:pt x="1224" y="664"/>
                </a:lnTo>
                <a:lnTo>
                  <a:pt x="1225" y="664"/>
                </a:lnTo>
                <a:lnTo>
                  <a:pt x="1227" y="662"/>
                </a:lnTo>
                <a:lnTo>
                  <a:pt x="1228" y="661"/>
                </a:lnTo>
                <a:lnTo>
                  <a:pt x="1228" y="660"/>
                </a:lnTo>
                <a:lnTo>
                  <a:pt x="1229" y="660"/>
                </a:lnTo>
                <a:lnTo>
                  <a:pt x="1230" y="660"/>
                </a:lnTo>
                <a:lnTo>
                  <a:pt x="1230" y="659"/>
                </a:lnTo>
                <a:lnTo>
                  <a:pt x="1231" y="659"/>
                </a:lnTo>
                <a:lnTo>
                  <a:pt x="1232" y="659"/>
                </a:lnTo>
                <a:lnTo>
                  <a:pt x="1232" y="658"/>
                </a:lnTo>
                <a:lnTo>
                  <a:pt x="1233" y="658"/>
                </a:lnTo>
                <a:lnTo>
                  <a:pt x="1234" y="658"/>
                </a:lnTo>
                <a:lnTo>
                  <a:pt x="1235" y="658"/>
                </a:lnTo>
                <a:lnTo>
                  <a:pt x="1236" y="658"/>
                </a:lnTo>
                <a:lnTo>
                  <a:pt x="1237" y="659"/>
                </a:lnTo>
                <a:lnTo>
                  <a:pt x="1239" y="660"/>
                </a:lnTo>
                <a:lnTo>
                  <a:pt x="1240" y="661"/>
                </a:lnTo>
                <a:lnTo>
                  <a:pt x="1241" y="661"/>
                </a:lnTo>
                <a:lnTo>
                  <a:pt x="1242" y="663"/>
                </a:lnTo>
                <a:lnTo>
                  <a:pt x="1243" y="664"/>
                </a:lnTo>
                <a:lnTo>
                  <a:pt x="1243" y="665"/>
                </a:lnTo>
                <a:lnTo>
                  <a:pt x="1243" y="666"/>
                </a:lnTo>
                <a:lnTo>
                  <a:pt x="1244" y="667"/>
                </a:lnTo>
                <a:lnTo>
                  <a:pt x="1244" y="668"/>
                </a:lnTo>
                <a:lnTo>
                  <a:pt x="1244" y="669"/>
                </a:lnTo>
                <a:lnTo>
                  <a:pt x="1244" y="671"/>
                </a:lnTo>
                <a:lnTo>
                  <a:pt x="1245" y="674"/>
                </a:lnTo>
                <a:lnTo>
                  <a:pt x="1246" y="675"/>
                </a:lnTo>
                <a:lnTo>
                  <a:pt x="1247" y="676"/>
                </a:lnTo>
                <a:lnTo>
                  <a:pt x="1249" y="677"/>
                </a:lnTo>
                <a:lnTo>
                  <a:pt x="1251" y="678"/>
                </a:lnTo>
                <a:lnTo>
                  <a:pt x="1252" y="678"/>
                </a:lnTo>
                <a:lnTo>
                  <a:pt x="1255" y="678"/>
                </a:lnTo>
                <a:lnTo>
                  <a:pt x="1257" y="677"/>
                </a:lnTo>
                <a:lnTo>
                  <a:pt x="1258" y="676"/>
                </a:lnTo>
                <a:lnTo>
                  <a:pt x="1259" y="676"/>
                </a:lnTo>
                <a:lnTo>
                  <a:pt x="1260" y="676"/>
                </a:lnTo>
                <a:lnTo>
                  <a:pt x="1260" y="677"/>
                </a:lnTo>
                <a:lnTo>
                  <a:pt x="1261" y="678"/>
                </a:lnTo>
                <a:lnTo>
                  <a:pt x="1262" y="680"/>
                </a:lnTo>
                <a:lnTo>
                  <a:pt x="1262" y="681"/>
                </a:lnTo>
                <a:lnTo>
                  <a:pt x="1262" y="682"/>
                </a:lnTo>
                <a:lnTo>
                  <a:pt x="1262" y="684"/>
                </a:lnTo>
                <a:lnTo>
                  <a:pt x="1262" y="685"/>
                </a:lnTo>
                <a:lnTo>
                  <a:pt x="1262" y="686"/>
                </a:lnTo>
                <a:lnTo>
                  <a:pt x="1262" y="687"/>
                </a:lnTo>
                <a:lnTo>
                  <a:pt x="1263" y="688"/>
                </a:lnTo>
                <a:lnTo>
                  <a:pt x="1264" y="689"/>
                </a:lnTo>
                <a:lnTo>
                  <a:pt x="1265" y="689"/>
                </a:lnTo>
                <a:lnTo>
                  <a:pt x="1267" y="689"/>
                </a:lnTo>
                <a:lnTo>
                  <a:pt x="1270" y="689"/>
                </a:lnTo>
                <a:lnTo>
                  <a:pt x="1272" y="689"/>
                </a:lnTo>
                <a:lnTo>
                  <a:pt x="1273" y="689"/>
                </a:lnTo>
                <a:lnTo>
                  <a:pt x="1274" y="690"/>
                </a:lnTo>
                <a:lnTo>
                  <a:pt x="1274" y="691"/>
                </a:lnTo>
                <a:lnTo>
                  <a:pt x="1275" y="692"/>
                </a:lnTo>
                <a:lnTo>
                  <a:pt x="1275" y="693"/>
                </a:lnTo>
                <a:lnTo>
                  <a:pt x="1275" y="694"/>
                </a:lnTo>
                <a:lnTo>
                  <a:pt x="1275" y="695"/>
                </a:lnTo>
                <a:lnTo>
                  <a:pt x="1274" y="697"/>
                </a:lnTo>
                <a:lnTo>
                  <a:pt x="1274" y="698"/>
                </a:lnTo>
                <a:lnTo>
                  <a:pt x="1274" y="699"/>
                </a:lnTo>
                <a:lnTo>
                  <a:pt x="1275" y="700"/>
                </a:lnTo>
                <a:lnTo>
                  <a:pt x="1276" y="701"/>
                </a:lnTo>
                <a:lnTo>
                  <a:pt x="1279" y="702"/>
                </a:lnTo>
                <a:lnTo>
                  <a:pt x="1281" y="702"/>
                </a:lnTo>
                <a:lnTo>
                  <a:pt x="1283" y="702"/>
                </a:lnTo>
                <a:lnTo>
                  <a:pt x="1285" y="702"/>
                </a:lnTo>
                <a:lnTo>
                  <a:pt x="1287" y="702"/>
                </a:lnTo>
                <a:lnTo>
                  <a:pt x="1289" y="702"/>
                </a:lnTo>
                <a:lnTo>
                  <a:pt x="1290" y="703"/>
                </a:lnTo>
                <a:lnTo>
                  <a:pt x="1291" y="703"/>
                </a:lnTo>
                <a:lnTo>
                  <a:pt x="1292" y="704"/>
                </a:lnTo>
                <a:lnTo>
                  <a:pt x="1292" y="705"/>
                </a:lnTo>
                <a:lnTo>
                  <a:pt x="1293" y="705"/>
                </a:lnTo>
                <a:lnTo>
                  <a:pt x="1293" y="706"/>
                </a:lnTo>
                <a:lnTo>
                  <a:pt x="1294" y="707"/>
                </a:lnTo>
                <a:lnTo>
                  <a:pt x="1295" y="709"/>
                </a:lnTo>
                <a:lnTo>
                  <a:pt x="1296" y="709"/>
                </a:lnTo>
                <a:lnTo>
                  <a:pt x="1297" y="710"/>
                </a:lnTo>
                <a:lnTo>
                  <a:pt x="1299" y="710"/>
                </a:lnTo>
                <a:lnTo>
                  <a:pt x="1301" y="711"/>
                </a:lnTo>
                <a:lnTo>
                  <a:pt x="1302" y="711"/>
                </a:lnTo>
                <a:lnTo>
                  <a:pt x="1304" y="711"/>
                </a:lnTo>
                <a:lnTo>
                  <a:pt x="1305" y="712"/>
                </a:lnTo>
                <a:lnTo>
                  <a:pt x="1306" y="712"/>
                </a:lnTo>
                <a:lnTo>
                  <a:pt x="1308" y="713"/>
                </a:lnTo>
                <a:lnTo>
                  <a:pt x="1309" y="713"/>
                </a:lnTo>
                <a:lnTo>
                  <a:pt x="1310" y="714"/>
                </a:lnTo>
                <a:lnTo>
                  <a:pt x="1311" y="714"/>
                </a:lnTo>
                <a:lnTo>
                  <a:pt x="1311" y="715"/>
                </a:lnTo>
                <a:lnTo>
                  <a:pt x="1312" y="715"/>
                </a:lnTo>
                <a:lnTo>
                  <a:pt x="1313" y="715"/>
                </a:lnTo>
                <a:lnTo>
                  <a:pt x="1316" y="717"/>
                </a:lnTo>
                <a:lnTo>
                  <a:pt x="1318" y="718"/>
                </a:lnTo>
                <a:lnTo>
                  <a:pt x="1320" y="719"/>
                </a:lnTo>
                <a:lnTo>
                  <a:pt x="1322" y="720"/>
                </a:lnTo>
                <a:lnTo>
                  <a:pt x="1322" y="721"/>
                </a:lnTo>
                <a:lnTo>
                  <a:pt x="1324" y="723"/>
                </a:lnTo>
                <a:lnTo>
                  <a:pt x="1326" y="724"/>
                </a:lnTo>
                <a:lnTo>
                  <a:pt x="1326" y="725"/>
                </a:lnTo>
                <a:lnTo>
                  <a:pt x="1328" y="725"/>
                </a:lnTo>
                <a:lnTo>
                  <a:pt x="1331" y="724"/>
                </a:lnTo>
                <a:lnTo>
                  <a:pt x="1332" y="723"/>
                </a:lnTo>
                <a:lnTo>
                  <a:pt x="1333" y="723"/>
                </a:lnTo>
                <a:lnTo>
                  <a:pt x="1333" y="722"/>
                </a:lnTo>
                <a:lnTo>
                  <a:pt x="1334" y="722"/>
                </a:lnTo>
                <a:lnTo>
                  <a:pt x="1337" y="719"/>
                </a:lnTo>
                <a:lnTo>
                  <a:pt x="1340" y="717"/>
                </a:lnTo>
                <a:lnTo>
                  <a:pt x="1342" y="715"/>
                </a:lnTo>
                <a:lnTo>
                  <a:pt x="1345" y="713"/>
                </a:lnTo>
                <a:lnTo>
                  <a:pt x="1346" y="711"/>
                </a:lnTo>
                <a:lnTo>
                  <a:pt x="1347" y="711"/>
                </a:lnTo>
                <a:lnTo>
                  <a:pt x="1348" y="711"/>
                </a:lnTo>
                <a:lnTo>
                  <a:pt x="1348" y="710"/>
                </a:lnTo>
                <a:lnTo>
                  <a:pt x="1349" y="710"/>
                </a:lnTo>
                <a:lnTo>
                  <a:pt x="1350" y="710"/>
                </a:lnTo>
                <a:lnTo>
                  <a:pt x="1351" y="709"/>
                </a:lnTo>
                <a:lnTo>
                  <a:pt x="1352" y="709"/>
                </a:lnTo>
                <a:lnTo>
                  <a:pt x="1353" y="709"/>
                </a:lnTo>
                <a:lnTo>
                  <a:pt x="1354" y="709"/>
                </a:lnTo>
                <a:lnTo>
                  <a:pt x="1355" y="709"/>
                </a:lnTo>
                <a:lnTo>
                  <a:pt x="1355" y="710"/>
                </a:lnTo>
                <a:lnTo>
                  <a:pt x="1356" y="710"/>
                </a:lnTo>
                <a:lnTo>
                  <a:pt x="1357" y="711"/>
                </a:lnTo>
                <a:lnTo>
                  <a:pt x="1357" y="712"/>
                </a:lnTo>
                <a:lnTo>
                  <a:pt x="1358" y="712"/>
                </a:lnTo>
                <a:lnTo>
                  <a:pt x="1358" y="713"/>
                </a:lnTo>
                <a:lnTo>
                  <a:pt x="1358" y="714"/>
                </a:lnTo>
                <a:lnTo>
                  <a:pt x="1359" y="714"/>
                </a:lnTo>
                <a:lnTo>
                  <a:pt x="1359" y="715"/>
                </a:lnTo>
                <a:lnTo>
                  <a:pt x="1360" y="716"/>
                </a:lnTo>
                <a:lnTo>
                  <a:pt x="1361" y="716"/>
                </a:lnTo>
                <a:lnTo>
                  <a:pt x="1362" y="717"/>
                </a:lnTo>
                <a:lnTo>
                  <a:pt x="1363" y="717"/>
                </a:lnTo>
                <a:lnTo>
                  <a:pt x="1364" y="717"/>
                </a:lnTo>
                <a:lnTo>
                  <a:pt x="1366" y="717"/>
                </a:lnTo>
                <a:lnTo>
                  <a:pt x="1367" y="717"/>
                </a:lnTo>
                <a:lnTo>
                  <a:pt x="1367" y="716"/>
                </a:lnTo>
                <a:lnTo>
                  <a:pt x="1368" y="716"/>
                </a:lnTo>
                <a:lnTo>
                  <a:pt x="1369" y="715"/>
                </a:lnTo>
                <a:lnTo>
                  <a:pt x="1370" y="714"/>
                </a:lnTo>
                <a:lnTo>
                  <a:pt x="1371" y="713"/>
                </a:lnTo>
                <a:lnTo>
                  <a:pt x="1371" y="712"/>
                </a:lnTo>
                <a:lnTo>
                  <a:pt x="1372" y="712"/>
                </a:lnTo>
                <a:lnTo>
                  <a:pt x="1372" y="711"/>
                </a:lnTo>
                <a:lnTo>
                  <a:pt x="1373" y="711"/>
                </a:lnTo>
                <a:lnTo>
                  <a:pt x="1374" y="709"/>
                </a:lnTo>
                <a:lnTo>
                  <a:pt x="1375" y="709"/>
                </a:lnTo>
                <a:lnTo>
                  <a:pt x="1375" y="708"/>
                </a:lnTo>
                <a:lnTo>
                  <a:pt x="1376" y="708"/>
                </a:lnTo>
                <a:lnTo>
                  <a:pt x="1377" y="708"/>
                </a:lnTo>
                <a:lnTo>
                  <a:pt x="1377" y="707"/>
                </a:lnTo>
                <a:lnTo>
                  <a:pt x="1378" y="707"/>
                </a:lnTo>
                <a:lnTo>
                  <a:pt x="1379" y="707"/>
                </a:lnTo>
                <a:lnTo>
                  <a:pt x="1380" y="707"/>
                </a:lnTo>
                <a:lnTo>
                  <a:pt x="1381" y="707"/>
                </a:lnTo>
                <a:lnTo>
                  <a:pt x="1382" y="707"/>
                </a:lnTo>
                <a:lnTo>
                  <a:pt x="1383" y="707"/>
                </a:lnTo>
                <a:lnTo>
                  <a:pt x="1384" y="707"/>
                </a:lnTo>
                <a:lnTo>
                  <a:pt x="1385" y="707"/>
                </a:lnTo>
                <a:lnTo>
                  <a:pt x="1385" y="708"/>
                </a:lnTo>
                <a:lnTo>
                  <a:pt x="1386" y="709"/>
                </a:lnTo>
                <a:lnTo>
                  <a:pt x="1386" y="710"/>
                </a:lnTo>
                <a:lnTo>
                  <a:pt x="1386" y="711"/>
                </a:lnTo>
                <a:lnTo>
                  <a:pt x="1386" y="712"/>
                </a:lnTo>
                <a:lnTo>
                  <a:pt x="1386" y="713"/>
                </a:lnTo>
                <a:lnTo>
                  <a:pt x="1386" y="714"/>
                </a:lnTo>
                <a:lnTo>
                  <a:pt x="1385" y="714"/>
                </a:lnTo>
                <a:lnTo>
                  <a:pt x="1385" y="715"/>
                </a:lnTo>
                <a:lnTo>
                  <a:pt x="1385" y="716"/>
                </a:lnTo>
                <a:lnTo>
                  <a:pt x="1384" y="716"/>
                </a:lnTo>
                <a:lnTo>
                  <a:pt x="1384" y="718"/>
                </a:lnTo>
                <a:lnTo>
                  <a:pt x="1383" y="718"/>
                </a:lnTo>
                <a:lnTo>
                  <a:pt x="1383" y="719"/>
                </a:lnTo>
                <a:lnTo>
                  <a:pt x="1383" y="720"/>
                </a:lnTo>
                <a:lnTo>
                  <a:pt x="1382" y="720"/>
                </a:lnTo>
                <a:lnTo>
                  <a:pt x="1382" y="721"/>
                </a:lnTo>
                <a:lnTo>
                  <a:pt x="1382" y="722"/>
                </a:lnTo>
                <a:lnTo>
                  <a:pt x="1381" y="723"/>
                </a:lnTo>
                <a:lnTo>
                  <a:pt x="1381" y="724"/>
                </a:lnTo>
                <a:lnTo>
                  <a:pt x="1381" y="725"/>
                </a:lnTo>
                <a:lnTo>
                  <a:pt x="1381" y="726"/>
                </a:lnTo>
                <a:lnTo>
                  <a:pt x="1380" y="726"/>
                </a:lnTo>
                <a:lnTo>
                  <a:pt x="1380" y="727"/>
                </a:lnTo>
                <a:lnTo>
                  <a:pt x="1380" y="728"/>
                </a:lnTo>
                <a:lnTo>
                  <a:pt x="1380" y="731"/>
                </a:lnTo>
                <a:lnTo>
                  <a:pt x="1380" y="732"/>
                </a:lnTo>
                <a:lnTo>
                  <a:pt x="1380" y="733"/>
                </a:lnTo>
                <a:lnTo>
                  <a:pt x="1380" y="735"/>
                </a:lnTo>
                <a:lnTo>
                  <a:pt x="1380" y="736"/>
                </a:lnTo>
                <a:lnTo>
                  <a:pt x="1380" y="737"/>
                </a:lnTo>
                <a:lnTo>
                  <a:pt x="1380" y="739"/>
                </a:lnTo>
                <a:lnTo>
                  <a:pt x="1379" y="740"/>
                </a:lnTo>
                <a:lnTo>
                  <a:pt x="1379" y="741"/>
                </a:lnTo>
                <a:lnTo>
                  <a:pt x="1379" y="744"/>
                </a:lnTo>
                <a:lnTo>
                  <a:pt x="1379" y="745"/>
                </a:lnTo>
                <a:lnTo>
                  <a:pt x="1379" y="748"/>
                </a:lnTo>
                <a:lnTo>
                  <a:pt x="1379" y="750"/>
                </a:lnTo>
                <a:lnTo>
                  <a:pt x="1379" y="751"/>
                </a:lnTo>
                <a:lnTo>
                  <a:pt x="1379" y="752"/>
                </a:lnTo>
                <a:lnTo>
                  <a:pt x="1378" y="753"/>
                </a:lnTo>
                <a:lnTo>
                  <a:pt x="1378" y="754"/>
                </a:lnTo>
                <a:lnTo>
                  <a:pt x="1378" y="755"/>
                </a:lnTo>
                <a:lnTo>
                  <a:pt x="1378" y="756"/>
                </a:lnTo>
                <a:lnTo>
                  <a:pt x="1378" y="757"/>
                </a:lnTo>
                <a:lnTo>
                  <a:pt x="1377" y="757"/>
                </a:lnTo>
                <a:lnTo>
                  <a:pt x="1377" y="758"/>
                </a:lnTo>
                <a:lnTo>
                  <a:pt x="1377" y="759"/>
                </a:lnTo>
                <a:lnTo>
                  <a:pt x="1377" y="761"/>
                </a:lnTo>
                <a:lnTo>
                  <a:pt x="1377" y="762"/>
                </a:lnTo>
                <a:lnTo>
                  <a:pt x="1377" y="763"/>
                </a:lnTo>
                <a:lnTo>
                  <a:pt x="1377" y="764"/>
                </a:lnTo>
                <a:lnTo>
                  <a:pt x="1378" y="764"/>
                </a:lnTo>
                <a:lnTo>
                  <a:pt x="1378" y="765"/>
                </a:lnTo>
                <a:lnTo>
                  <a:pt x="1379" y="765"/>
                </a:lnTo>
                <a:lnTo>
                  <a:pt x="1380" y="765"/>
                </a:lnTo>
                <a:lnTo>
                  <a:pt x="1381" y="765"/>
                </a:lnTo>
                <a:lnTo>
                  <a:pt x="1382" y="765"/>
                </a:lnTo>
                <a:lnTo>
                  <a:pt x="1384" y="765"/>
                </a:lnTo>
                <a:lnTo>
                  <a:pt x="1387" y="765"/>
                </a:lnTo>
                <a:lnTo>
                  <a:pt x="1388" y="766"/>
                </a:lnTo>
                <a:lnTo>
                  <a:pt x="1389" y="766"/>
                </a:lnTo>
                <a:lnTo>
                  <a:pt x="1390" y="767"/>
                </a:lnTo>
                <a:lnTo>
                  <a:pt x="1390" y="768"/>
                </a:lnTo>
                <a:lnTo>
                  <a:pt x="1391" y="768"/>
                </a:lnTo>
                <a:lnTo>
                  <a:pt x="1391" y="769"/>
                </a:lnTo>
                <a:lnTo>
                  <a:pt x="1391" y="770"/>
                </a:lnTo>
                <a:lnTo>
                  <a:pt x="1391" y="771"/>
                </a:lnTo>
                <a:lnTo>
                  <a:pt x="1392" y="771"/>
                </a:lnTo>
                <a:lnTo>
                  <a:pt x="1392" y="772"/>
                </a:lnTo>
                <a:lnTo>
                  <a:pt x="1392" y="773"/>
                </a:lnTo>
                <a:lnTo>
                  <a:pt x="1392" y="774"/>
                </a:lnTo>
                <a:lnTo>
                  <a:pt x="1392" y="775"/>
                </a:lnTo>
                <a:lnTo>
                  <a:pt x="1393" y="776"/>
                </a:lnTo>
                <a:lnTo>
                  <a:pt x="1393" y="777"/>
                </a:lnTo>
                <a:lnTo>
                  <a:pt x="1393" y="778"/>
                </a:lnTo>
                <a:lnTo>
                  <a:pt x="1394" y="780"/>
                </a:lnTo>
                <a:lnTo>
                  <a:pt x="1394" y="781"/>
                </a:lnTo>
                <a:lnTo>
                  <a:pt x="1394" y="782"/>
                </a:lnTo>
                <a:lnTo>
                  <a:pt x="1395" y="782"/>
                </a:lnTo>
                <a:lnTo>
                  <a:pt x="1395" y="783"/>
                </a:lnTo>
                <a:lnTo>
                  <a:pt x="1396" y="783"/>
                </a:lnTo>
                <a:lnTo>
                  <a:pt x="1396" y="784"/>
                </a:lnTo>
                <a:lnTo>
                  <a:pt x="1397" y="785"/>
                </a:lnTo>
                <a:lnTo>
                  <a:pt x="1398" y="785"/>
                </a:lnTo>
                <a:lnTo>
                  <a:pt x="1399" y="785"/>
                </a:lnTo>
                <a:lnTo>
                  <a:pt x="1400" y="785"/>
                </a:lnTo>
                <a:lnTo>
                  <a:pt x="1400" y="784"/>
                </a:lnTo>
                <a:lnTo>
                  <a:pt x="1401" y="784"/>
                </a:lnTo>
                <a:lnTo>
                  <a:pt x="1402" y="784"/>
                </a:lnTo>
                <a:lnTo>
                  <a:pt x="1402" y="783"/>
                </a:lnTo>
                <a:lnTo>
                  <a:pt x="1403" y="783"/>
                </a:lnTo>
                <a:lnTo>
                  <a:pt x="1403" y="782"/>
                </a:lnTo>
                <a:lnTo>
                  <a:pt x="1404" y="782"/>
                </a:lnTo>
                <a:lnTo>
                  <a:pt x="1404" y="781"/>
                </a:lnTo>
                <a:lnTo>
                  <a:pt x="1405" y="781"/>
                </a:lnTo>
                <a:lnTo>
                  <a:pt x="1405" y="780"/>
                </a:lnTo>
                <a:lnTo>
                  <a:pt x="1406" y="779"/>
                </a:lnTo>
                <a:lnTo>
                  <a:pt x="1407" y="778"/>
                </a:lnTo>
                <a:lnTo>
                  <a:pt x="1407" y="777"/>
                </a:lnTo>
                <a:lnTo>
                  <a:pt x="1408" y="777"/>
                </a:lnTo>
                <a:lnTo>
                  <a:pt x="1408" y="776"/>
                </a:lnTo>
                <a:lnTo>
                  <a:pt x="1409" y="776"/>
                </a:lnTo>
                <a:lnTo>
                  <a:pt x="1410" y="776"/>
                </a:lnTo>
                <a:lnTo>
                  <a:pt x="1411" y="776"/>
                </a:lnTo>
                <a:lnTo>
                  <a:pt x="1412" y="776"/>
                </a:lnTo>
                <a:lnTo>
                  <a:pt x="1412" y="777"/>
                </a:lnTo>
                <a:lnTo>
                  <a:pt x="1413" y="777"/>
                </a:lnTo>
                <a:lnTo>
                  <a:pt x="1414" y="778"/>
                </a:lnTo>
                <a:lnTo>
                  <a:pt x="1415" y="779"/>
                </a:lnTo>
                <a:lnTo>
                  <a:pt x="1416" y="780"/>
                </a:lnTo>
                <a:lnTo>
                  <a:pt x="1416" y="783"/>
                </a:lnTo>
                <a:lnTo>
                  <a:pt x="1416" y="784"/>
                </a:lnTo>
                <a:lnTo>
                  <a:pt x="1415" y="785"/>
                </a:lnTo>
                <a:lnTo>
                  <a:pt x="1415" y="786"/>
                </a:lnTo>
                <a:lnTo>
                  <a:pt x="1414" y="788"/>
                </a:lnTo>
                <a:lnTo>
                  <a:pt x="1414" y="789"/>
                </a:lnTo>
                <a:lnTo>
                  <a:pt x="1414" y="791"/>
                </a:lnTo>
                <a:lnTo>
                  <a:pt x="1414" y="792"/>
                </a:lnTo>
                <a:lnTo>
                  <a:pt x="1416" y="794"/>
                </a:lnTo>
                <a:lnTo>
                  <a:pt x="1416" y="795"/>
                </a:lnTo>
                <a:lnTo>
                  <a:pt x="1417" y="795"/>
                </a:lnTo>
                <a:lnTo>
                  <a:pt x="1417" y="796"/>
                </a:lnTo>
                <a:lnTo>
                  <a:pt x="1418" y="797"/>
                </a:lnTo>
                <a:lnTo>
                  <a:pt x="1419" y="798"/>
                </a:lnTo>
                <a:lnTo>
                  <a:pt x="1419" y="799"/>
                </a:lnTo>
                <a:lnTo>
                  <a:pt x="1420" y="799"/>
                </a:lnTo>
                <a:lnTo>
                  <a:pt x="1420" y="800"/>
                </a:lnTo>
                <a:lnTo>
                  <a:pt x="1421" y="801"/>
                </a:lnTo>
                <a:lnTo>
                  <a:pt x="1421" y="802"/>
                </a:lnTo>
                <a:lnTo>
                  <a:pt x="1422" y="802"/>
                </a:lnTo>
                <a:lnTo>
                  <a:pt x="1422" y="803"/>
                </a:lnTo>
                <a:lnTo>
                  <a:pt x="1422" y="804"/>
                </a:lnTo>
                <a:lnTo>
                  <a:pt x="1422" y="805"/>
                </a:lnTo>
                <a:lnTo>
                  <a:pt x="1423" y="805"/>
                </a:lnTo>
                <a:lnTo>
                  <a:pt x="1424" y="806"/>
                </a:lnTo>
                <a:lnTo>
                  <a:pt x="1425" y="806"/>
                </a:lnTo>
                <a:lnTo>
                  <a:pt x="1425" y="807"/>
                </a:lnTo>
                <a:lnTo>
                  <a:pt x="1426" y="807"/>
                </a:lnTo>
                <a:lnTo>
                  <a:pt x="1426" y="806"/>
                </a:lnTo>
                <a:lnTo>
                  <a:pt x="1428" y="806"/>
                </a:lnTo>
                <a:lnTo>
                  <a:pt x="1428" y="807"/>
                </a:lnTo>
                <a:lnTo>
                  <a:pt x="1429" y="807"/>
                </a:lnTo>
                <a:lnTo>
                  <a:pt x="1430" y="807"/>
                </a:lnTo>
                <a:lnTo>
                  <a:pt x="1431" y="808"/>
                </a:lnTo>
                <a:lnTo>
                  <a:pt x="1431" y="809"/>
                </a:lnTo>
                <a:lnTo>
                  <a:pt x="1431" y="810"/>
                </a:lnTo>
                <a:lnTo>
                  <a:pt x="1432" y="810"/>
                </a:lnTo>
                <a:lnTo>
                  <a:pt x="1432" y="811"/>
                </a:lnTo>
                <a:lnTo>
                  <a:pt x="1432" y="812"/>
                </a:lnTo>
                <a:lnTo>
                  <a:pt x="1433" y="812"/>
                </a:lnTo>
                <a:lnTo>
                  <a:pt x="1434" y="813"/>
                </a:lnTo>
                <a:lnTo>
                  <a:pt x="1435" y="813"/>
                </a:lnTo>
                <a:lnTo>
                  <a:pt x="1435" y="814"/>
                </a:lnTo>
                <a:lnTo>
                  <a:pt x="1435" y="815"/>
                </a:lnTo>
                <a:lnTo>
                  <a:pt x="1435" y="816"/>
                </a:lnTo>
                <a:lnTo>
                  <a:pt x="1434" y="817"/>
                </a:lnTo>
                <a:lnTo>
                  <a:pt x="1434" y="818"/>
                </a:lnTo>
                <a:lnTo>
                  <a:pt x="1433" y="818"/>
                </a:lnTo>
                <a:lnTo>
                  <a:pt x="1433" y="819"/>
                </a:lnTo>
                <a:lnTo>
                  <a:pt x="1433" y="820"/>
                </a:lnTo>
                <a:lnTo>
                  <a:pt x="1433" y="821"/>
                </a:lnTo>
                <a:lnTo>
                  <a:pt x="1433" y="822"/>
                </a:lnTo>
                <a:lnTo>
                  <a:pt x="1433" y="823"/>
                </a:lnTo>
                <a:lnTo>
                  <a:pt x="1432" y="824"/>
                </a:lnTo>
                <a:lnTo>
                  <a:pt x="1431" y="824"/>
                </a:lnTo>
                <a:lnTo>
                  <a:pt x="1430" y="824"/>
                </a:lnTo>
                <a:lnTo>
                  <a:pt x="1430" y="825"/>
                </a:lnTo>
                <a:lnTo>
                  <a:pt x="1429" y="825"/>
                </a:lnTo>
                <a:lnTo>
                  <a:pt x="1429" y="826"/>
                </a:lnTo>
                <a:lnTo>
                  <a:pt x="1429" y="830"/>
                </a:lnTo>
                <a:lnTo>
                  <a:pt x="1429" y="831"/>
                </a:lnTo>
                <a:lnTo>
                  <a:pt x="1428" y="831"/>
                </a:lnTo>
                <a:lnTo>
                  <a:pt x="1428" y="832"/>
                </a:lnTo>
                <a:lnTo>
                  <a:pt x="1428" y="833"/>
                </a:lnTo>
                <a:lnTo>
                  <a:pt x="1428" y="834"/>
                </a:lnTo>
                <a:lnTo>
                  <a:pt x="1429" y="834"/>
                </a:lnTo>
                <a:lnTo>
                  <a:pt x="1429" y="835"/>
                </a:lnTo>
                <a:lnTo>
                  <a:pt x="1429" y="836"/>
                </a:lnTo>
                <a:lnTo>
                  <a:pt x="1429" y="837"/>
                </a:lnTo>
                <a:lnTo>
                  <a:pt x="1430" y="838"/>
                </a:lnTo>
                <a:lnTo>
                  <a:pt x="1430" y="839"/>
                </a:lnTo>
                <a:lnTo>
                  <a:pt x="1430" y="840"/>
                </a:lnTo>
                <a:lnTo>
                  <a:pt x="1429" y="842"/>
                </a:lnTo>
                <a:lnTo>
                  <a:pt x="1428" y="842"/>
                </a:lnTo>
                <a:lnTo>
                  <a:pt x="1428" y="843"/>
                </a:lnTo>
                <a:lnTo>
                  <a:pt x="1427" y="844"/>
                </a:lnTo>
                <a:lnTo>
                  <a:pt x="1426" y="845"/>
                </a:lnTo>
                <a:lnTo>
                  <a:pt x="1426" y="846"/>
                </a:lnTo>
                <a:lnTo>
                  <a:pt x="1425" y="848"/>
                </a:lnTo>
                <a:lnTo>
                  <a:pt x="1425" y="849"/>
                </a:lnTo>
                <a:lnTo>
                  <a:pt x="1424" y="850"/>
                </a:lnTo>
                <a:lnTo>
                  <a:pt x="1424" y="851"/>
                </a:lnTo>
                <a:lnTo>
                  <a:pt x="1423" y="851"/>
                </a:lnTo>
                <a:lnTo>
                  <a:pt x="1423" y="852"/>
                </a:lnTo>
                <a:lnTo>
                  <a:pt x="1422" y="853"/>
                </a:lnTo>
                <a:lnTo>
                  <a:pt x="1422" y="854"/>
                </a:lnTo>
                <a:lnTo>
                  <a:pt x="1421" y="855"/>
                </a:lnTo>
                <a:lnTo>
                  <a:pt x="1421" y="856"/>
                </a:lnTo>
                <a:lnTo>
                  <a:pt x="1421" y="857"/>
                </a:lnTo>
                <a:lnTo>
                  <a:pt x="1421" y="858"/>
                </a:lnTo>
                <a:lnTo>
                  <a:pt x="1421" y="859"/>
                </a:lnTo>
                <a:lnTo>
                  <a:pt x="1421" y="860"/>
                </a:lnTo>
                <a:lnTo>
                  <a:pt x="1422" y="860"/>
                </a:lnTo>
                <a:lnTo>
                  <a:pt x="1422" y="861"/>
                </a:lnTo>
                <a:lnTo>
                  <a:pt x="1423" y="861"/>
                </a:lnTo>
                <a:lnTo>
                  <a:pt x="1423" y="862"/>
                </a:lnTo>
                <a:lnTo>
                  <a:pt x="1424" y="862"/>
                </a:lnTo>
                <a:lnTo>
                  <a:pt x="1425" y="862"/>
                </a:lnTo>
                <a:lnTo>
                  <a:pt x="1425" y="863"/>
                </a:lnTo>
                <a:lnTo>
                  <a:pt x="1426" y="863"/>
                </a:lnTo>
                <a:lnTo>
                  <a:pt x="1426" y="864"/>
                </a:lnTo>
                <a:lnTo>
                  <a:pt x="1426" y="865"/>
                </a:lnTo>
                <a:lnTo>
                  <a:pt x="1426" y="866"/>
                </a:lnTo>
                <a:lnTo>
                  <a:pt x="1426" y="867"/>
                </a:lnTo>
                <a:lnTo>
                  <a:pt x="1426" y="868"/>
                </a:lnTo>
                <a:lnTo>
                  <a:pt x="1427" y="868"/>
                </a:lnTo>
                <a:lnTo>
                  <a:pt x="1427" y="869"/>
                </a:lnTo>
                <a:lnTo>
                  <a:pt x="1428" y="870"/>
                </a:lnTo>
                <a:lnTo>
                  <a:pt x="1429" y="870"/>
                </a:lnTo>
                <a:lnTo>
                  <a:pt x="1430" y="870"/>
                </a:lnTo>
                <a:lnTo>
                  <a:pt x="1430" y="871"/>
                </a:lnTo>
                <a:lnTo>
                  <a:pt x="1431" y="871"/>
                </a:lnTo>
                <a:lnTo>
                  <a:pt x="1432" y="871"/>
                </a:lnTo>
                <a:lnTo>
                  <a:pt x="1433" y="871"/>
                </a:lnTo>
                <a:lnTo>
                  <a:pt x="1434" y="871"/>
                </a:lnTo>
                <a:lnTo>
                  <a:pt x="1435" y="871"/>
                </a:lnTo>
                <a:lnTo>
                  <a:pt x="1435" y="872"/>
                </a:lnTo>
                <a:lnTo>
                  <a:pt x="1436" y="872"/>
                </a:lnTo>
                <a:lnTo>
                  <a:pt x="1436" y="873"/>
                </a:lnTo>
                <a:lnTo>
                  <a:pt x="1436" y="874"/>
                </a:lnTo>
                <a:lnTo>
                  <a:pt x="1437" y="875"/>
                </a:lnTo>
                <a:lnTo>
                  <a:pt x="1438" y="875"/>
                </a:lnTo>
                <a:lnTo>
                  <a:pt x="1439" y="876"/>
                </a:lnTo>
                <a:lnTo>
                  <a:pt x="1442" y="878"/>
                </a:lnTo>
                <a:lnTo>
                  <a:pt x="1447" y="880"/>
                </a:lnTo>
                <a:lnTo>
                  <a:pt x="1453" y="883"/>
                </a:lnTo>
                <a:lnTo>
                  <a:pt x="1456" y="884"/>
                </a:lnTo>
                <a:lnTo>
                  <a:pt x="1458" y="885"/>
                </a:lnTo>
                <a:lnTo>
                  <a:pt x="1459" y="886"/>
                </a:lnTo>
                <a:lnTo>
                  <a:pt x="1461" y="888"/>
                </a:lnTo>
                <a:lnTo>
                  <a:pt x="1462" y="889"/>
                </a:lnTo>
                <a:lnTo>
                  <a:pt x="1464" y="891"/>
                </a:lnTo>
                <a:lnTo>
                  <a:pt x="1466" y="892"/>
                </a:lnTo>
                <a:lnTo>
                  <a:pt x="1468" y="895"/>
                </a:lnTo>
                <a:lnTo>
                  <a:pt x="1470" y="898"/>
                </a:lnTo>
                <a:lnTo>
                  <a:pt x="1473" y="901"/>
                </a:lnTo>
                <a:lnTo>
                  <a:pt x="1474" y="902"/>
                </a:lnTo>
                <a:lnTo>
                  <a:pt x="1475" y="903"/>
                </a:lnTo>
                <a:lnTo>
                  <a:pt x="1476" y="905"/>
                </a:lnTo>
                <a:lnTo>
                  <a:pt x="1476" y="906"/>
                </a:lnTo>
                <a:lnTo>
                  <a:pt x="1477" y="907"/>
                </a:lnTo>
                <a:lnTo>
                  <a:pt x="1478" y="911"/>
                </a:lnTo>
                <a:lnTo>
                  <a:pt x="1478" y="914"/>
                </a:lnTo>
                <a:lnTo>
                  <a:pt x="1480" y="918"/>
                </a:lnTo>
                <a:lnTo>
                  <a:pt x="1481" y="921"/>
                </a:lnTo>
                <a:lnTo>
                  <a:pt x="1481" y="922"/>
                </a:lnTo>
                <a:lnTo>
                  <a:pt x="1482" y="923"/>
                </a:lnTo>
                <a:lnTo>
                  <a:pt x="1482" y="924"/>
                </a:lnTo>
                <a:lnTo>
                  <a:pt x="1483" y="925"/>
                </a:lnTo>
                <a:lnTo>
                  <a:pt x="1484" y="926"/>
                </a:lnTo>
                <a:lnTo>
                  <a:pt x="1485" y="926"/>
                </a:lnTo>
                <a:lnTo>
                  <a:pt x="1486" y="926"/>
                </a:lnTo>
                <a:lnTo>
                  <a:pt x="1489" y="928"/>
                </a:lnTo>
                <a:lnTo>
                  <a:pt x="1492" y="928"/>
                </a:lnTo>
                <a:lnTo>
                  <a:pt x="1495" y="928"/>
                </a:lnTo>
                <a:lnTo>
                  <a:pt x="1501" y="926"/>
                </a:lnTo>
                <a:lnTo>
                  <a:pt x="1503" y="926"/>
                </a:lnTo>
                <a:lnTo>
                  <a:pt x="1504" y="926"/>
                </a:lnTo>
                <a:lnTo>
                  <a:pt x="1504" y="925"/>
                </a:lnTo>
                <a:lnTo>
                  <a:pt x="1505" y="925"/>
                </a:lnTo>
                <a:lnTo>
                  <a:pt x="1512" y="920"/>
                </a:lnTo>
                <a:lnTo>
                  <a:pt x="1514" y="918"/>
                </a:lnTo>
                <a:lnTo>
                  <a:pt x="1514" y="917"/>
                </a:lnTo>
                <a:lnTo>
                  <a:pt x="1515" y="917"/>
                </a:lnTo>
                <a:lnTo>
                  <a:pt x="1515" y="916"/>
                </a:lnTo>
                <a:lnTo>
                  <a:pt x="1515" y="915"/>
                </a:lnTo>
                <a:lnTo>
                  <a:pt x="1516" y="915"/>
                </a:lnTo>
                <a:lnTo>
                  <a:pt x="1516" y="914"/>
                </a:lnTo>
                <a:lnTo>
                  <a:pt x="1517" y="913"/>
                </a:lnTo>
                <a:lnTo>
                  <a:pt x="1518" y="913"/>
                </a:lnTo>
                <a:lnTo>
                  <a:pt x="1520" y="911"/>
                </a:lnTo>
                <a:lnTo>
                  <a:pt x="1522" y="910"/>
                </a:lnTo>
                <a:lnTo>
                  <a:pt x="1523" y="910"/>
                </a:lnTo>
                <a:lnTo>
                  <a:pt x="1523" y="909"/>
                </a:lnTo>
                <a:lnTo>
                  <a:pt x="1524" y="909"/>
                </a:lnTo>
                <a:lnTo>
                  <a:pt x="1527" y="909"/>
                </a:lnTo>
                <a:lnTo>
                  <a:pt x="1530" y="909"/>
                </a:lnTo>
                <a:lnTo>
                  <a:pt x="1532" y="908"/>
                </a:lnTo>
                <a:lnTo>
                  <a:pt x="1536" y="908"/>
                </a:lnTo>
                <a:lnTo>
                  <a:pt x="1537" y="907"/>
                </a:lnTo>
                <a:lnTo>
                  <a:pt x="1538" y="907"/>
                </a:lnTo>
                <a:lnTo>
                  <a:pt x="1539" y="906"/>
                </a:lnTo>
                <a:lnTo>
                  <a:pt x="1540" y="905"/>
                </a:lnTo>
                <a:lnTo>
                  <a:pt x="1541" y="904"/>
                </a:lnTo>
                <a:lnTo>
                  <a:pt x="1543" y="903"/>
                </a:lnTo>
                <a:lnTo>
                  <a:pt x="1544" y="902"/>
                </a:lnTo>
                <a:lnTo>
                  <a:pt x="1545" y="902"/>
                </a:lnTo>
                <a:lnTo>
                  <a:pt x="1546" y="901"/>
                </a:lnTo>
                <a:lnTo>
                  <a:pt x="1547" y="901"/>
                </a:lnTo>
                <a:lnTo>
                  <a:pt x="1548" y="901"/>
                </a:lnTo>
                <a:lnTo>
                  <a:pt x="1549" y="901"/>
                </a:lnTo>
                <a:lnTo>
                  <a:pt x="1551" y="901"/>
                </a:lnTo>
                <a:lnTo>
                  <a:pt x="1554" y="901"/>
                </a:lnTo>
                <a:lnTo>
                  <a:pt x="1556" y="901"/>
                </a:lnTo>
                <a:lnTo>
                  <a:pt x="1557" y="901"/>
                </a:lnTo>
                <a:lnTo>
                  <a:pt x="1558" y="901"/>
                </a:lnTo>
                <a:lnTo>
                  <a:pt x="1559" y="901"/>
                </a:lnTo>
                <a:lnTo>
                  <a:pt x="1560" y="902"/>
                </a:lnTo>
                <a:lnTo>
                  <a:pt x="1562" y="904"/>
                </a:lnTo>
                <a:lnTo>
                  <a:pt x="1562" y="905"/>
                </a:lnTo>
                <a:lnTo>
                  <a:pt x="1563" y="909"/>
                </a:lnTo>
                <a:lnTo>
                  <a:pt x="1563" y="910"/>
                </a:lnTo>
                <a:lnTo>
                  <a:pt x="1564" y="911"/>
                </a:lnTo>
                <a:lnTo>
                  <a:pt x="1565" y="912"/>
                </a:lnTo>
                <a:lnTo>
                  <a:pt x="1568" y="913"/>
                </a:lnTo>
                <a:lnTo>
                  <a:pt x="1571" y="913"/>
                </a:lnTo>
                <a:lnTo>
                  <a:pt x="1572" y="913"/>
                </a:lnTo>
                <a:lnTo>
                  <a:pt x="1573" y="913"/>
                </a:lnTo>
                <a:lnTo>
                  <a:pt x="1574" y="912"/>
                </a:lnTo>
                <a:lnTo>
                  <a:pt x="1576" y="910"/>
                </a:lnTo>
                <a:lnTo>
                  <a:pt x="1577" y="908"/>
                </a:lnTo>
                <a:lnTo>
                  <a:pt x="1577" y="907"/>
                </a:lnTo>
                <a:lnTo>
                  <a:pt x="1578" y="906"/>
                </a:lnTo>
                <a:lnTo>
                  <a:pt x="1578" y="904"/>
                </a:lnTo>
                <a:lnTo>
                  <a:pt x="1578" y="902"/>
                </a:lnTo>
                <a:lnTo>
                  <a:pt x="1579" y="902"/>
                </a:lnTo>
                <a:lnTo>
                  <a:pt x="1579" y="901"/>
                </a:lnTo>
                <a:lnTo>
                  <a:pt x="1580" y="900"/>
                </a:lnTo>
                <a:lnTo>
                  <a:pt x="1581" y="900"/>
                </a:lnTo>
                <a:lnTo>
                  <a:pt x="1582" y="899"/>
                </a:lnTo>
                <a:lnTo>
                  <a:pt x="1584" y="899"/>
                </a:lnTo>
                <a:lnTo>
                  <a:pt x="1585" y="899"/>
                </a:lnTo>
                <a:lnTo>
                  <a:pt x="1588" y="900"/>
                </a:lnTo>
                <a:lnTo>
                  <a:pt x="1590" y="901"/>
                </a:lnTo>
                <a:lnTo>
                  <a:pt x="1591" y="901"/>
                </a:lnTo>
                <a:lnTo>
                  <a:pt x="1592" y="902"/>
                </a:lnTo>
                <a:lnTo>
                  <a:pt x="1593" y="902"/>
                </a:lnTo>
                <a:lnTo>
                  <a:pt x="1594" y="902"/>
                </a:lnTo>
                <a:lnTo>
                  <a:pt x="1595" y="902"/>
                </a:lnTo>
                <a:lnTo>
                  <a:pt x="1598" y="902"/>
                </a:lnTo>
                <a:lnTo>
                  <a:pt x="1599" y="902"/>
                </a:lnTo>
                <a:lnTo>
                  <a:pt x="1600" y="902"/>
                </a:lnTo>
                <a:lnTo>
                  <a:pt x="1602" y="902"/>
                </a:lnTo>
                <a:lnTo>
                  <a:pt x="1604" y="901"/>
                </a:lnTo>
                <a:lnTo>
                  <a:pt x="1604" y="900"/>
                </a:lnTo>
                <a:lnTo>
                  <a:pt x="1605" y="900"/>
                </a:lnTo>
                <a:lnTo>
                  <a:pt x="1606" y="899"/>
                </a:lnTo>
                <a:lnTo>
                  <a:pt x="1609" y="897"/>
                </a:lnTo>
                <a:lnTo>
                  <a:pt x="1610" y="897"/>
                </a:lnTo>
                <a:lnTo>
                  <a:pt x="1611" y="898"/>
                </a:lnTo>
                <a:lnTo>
                  <a:pt x="1618" y="898"/>
                </a:lnTo>
                <a:lnTo>
                  <a:pt x="1619" y="898"/>
                </a:lnTo>
                <a:lnTo>
                  <a:pt x="1620" y="898"/>
                </a:lnTo>
                <a:lnTo>
                  <a:pt x="1620" y="897"/>
                </a:lnTo>
                <a:lnTo>
                  <a:pt x="1621" y="896"/>
                </a:lnTo>
                <a:lnTo>
                  <a:pt x="1621" y="895"/>
                </a:lnTo>
                <a:lnTo>
                  <a:pt x="1621" y="891"/>
                </a:lnTo>
                <a:lnTo>
                  <a:pt x="1621" y="890"/>
                </a:lnTo>
                <a:lnTo>
                  <a:pt x="1621" y="889"/>
                </a:lnTo>
                <a:lnTo>
                  <a:pt x="1622" y="888"/>
                </a:lnTo>
                <a:lnTo>
                  <a:pt x="1623" y="887"/>
                </a:lnTo>
                <a:lnTo>
                  <a:pt x="1624" y="887"/>
                </a:lnTo>
                <a:lnTo>
                  <a:pt x="1625" y="887"/>
                </a:lnTo>
                <a:lnTo>
                  <a:pt x="1626" y="887"/>
                </a:lnTo>
                <a:lnTo>
                  <a:pt x="1627" y="887"/>
                </a:lnTo>
                <a:lnTo>
                  <a:pt x="1628" y="887"/>
                </a:lnTo>
                <a:lnTo>
                  <a:pt x="1628" y="888"/>
                </a:lnTo>
                <a:lnTo>
                  <a:pt x="1629" y="888"/>
                </a:lnTo>
                <a:lnTo>
                  <a:pt x="1630" y="888"/>
                </a:lnTo>
                <a:lnTo>
                  <a:pt x="1631" y="888"/>
                </a:lnTo>
                <a:lnTo>
                  <a:pt x="1632" y="887"/>
                </a:lnTo>
                <a:lnTo>
                  <a:pt x="1635" y="886"/>
                </a:lnTo>
                <a:lnTo>
                  <a:pt x="1636" y="886"/>
                </a:lnTo>
                <a:lnTo>
                  <a:pt x="1637" y="886"/>
                </a:lnTo>
                <a:lnTo>
                  <a:pt x="1638" y="885"/>
                </a:lnTo>
                <a:lnTo>
                  <a:pt x="1639" y="885"/>
                </a:lnTo>
                <a:lnTo>
                  <a:pt x="1642" y="884"/>
                </a:lnTo>
                <a:lnTo>
                  <a:pt x="1643" y="884"/>
                </a:lnTo>
                <a:lnTo>
                  <a:pt x="1644" y="882"/>
                </a:lnTo>
                <a:lnTo>
                  <a:pt x="1646" y="881"/>
                </a:lnTo>
                <a:lnTo>
                  <a:pt x="1647" y="881"/>
                </a:lnTo>
                <a:lnTo>
                  <a:pt x="1647" y="880"/>
                </a:lnTo>
                <a:lnTo>
                  <a:pt x="1648" y="880"/>
                </a:lnTo>
                <a:lnTo>
                  <a:pt x="1649" y="880"/>
                </a:lnTo>
                <a:lnTo>
                  <a:pt x="1649" y="879"/>
                </a:lnTo>
                <a:lnTo>
                  <a:pt x="1650" y="879"/>
                </a:lnTo>
                <a:lnTo>
                  <a:pt x="1652" y="879"/>
                </a:lnTo>
                <a:lnTo>
                  <a:pt x="1653" y="879"/>
                </a:lnTo>
                <a:lnTo>
                  <a:pt x="1653" y="880"/>
                </a:lnTo>
                <a:lnTo>
                  <a:pt x="1654" y="880"/>
                </a:lnTo>
                <a:lnTo>
                  <a:pt x="1655" y="879"/>
                </a:lnTo>
                <a:lnTo>
                  <a:pt x="1656" y="879"/>
                </a:lnTo>
                <a:lnTo>
                  <a:pt x="1656" y="878"/>
                </a:lnTo>
                <a:lnTo>
                  <a:pt x="1657" y="878"/>
                </a:lnTo>
                <a:lnTo>
                  <a:pt x="1657" y="877"/>
                </a:lnTo>
                <a:lnTo>
                  <a:pt x="1658" y="877"/>
                </a:lnTo>
                <a:lnTo>
                  <a:pt x="1658" y="876"/>
                </a:lnTo>
                <a:lnTo>
                  <a:pt x="1658" y="875"/>
                </a:lnTo>
                <a:lnTo>
                  <a:pt x="1658" y="874"/>
                </a:lnTo>
                <a:lnTo>
                  <a:pt x="1658" y="873"/>
                </a:lnTo>
                <a:lnTo>
                  <a:pt x="1658" y="872"/>
                </a:lnTo>
                <a:lnTo>
                  <a:pt x="1658" y="871"/>
                </a:lnTo>
                <a:lnTo>
                  <a:pt x="1658" y="870"/>
                </a:lnTo>
                <a:lnTo>
                  <a:pt x="1660" y="868"/>
                </a:lnTo>
                <a:lnTo>
                  <a:pt x="1661" y="867"/>
                </a:lnTo>
                <a:lnTo>
                  <a:pt x="1662" y="867"/>
                </a:lnTo>
                <a:lnTo>
                  <a:pt x="1663" y="867"/>
                </a:lnTo>
                <a:lnTo>
                  <a:pt x="1664" y="866"/>
                </a:lnTo>
                <a:lnTo>
                  <a:pt x="1665" y="866"/>
                </a:lnTo>
                <a:lnTo>
                  <a:pt x="1666" y="866"/>
                </a:lnTo>
                <a:lnTo>
                  <a:pt x="1669" y="866"/>
                </a:lnTo>
                <a:lnTo>
                  <a:pt x="1671" y="866"/>
                </a:lnTo>
                <a:lnTo>
                  <a:pt x="1672" y="866"/>
                </a:lnTo>
                <a:lnTo>
                  <a:pt x="1673" y="866"/>
                </a:lnTo>
                <a:lnTo>
                  <a:pt x="1673" y="867"/>
                </a:lnTo>
                <a:lnTo>
                  <a:pt x="1675" y="867"/>
                </a:lnTo>
                <a:lnTo>
                  <a:pt x="1676" y="867"/>
                </a:lnTo>
                <a:lnTo>
                  <a:pt x="1677" y="867"/>
                </a:lnTo>
                <a:lnTo>
                  <a:pt x="1679" y="868"/>
                </a:lnTo>
                <a:lnTo>
                  <a:pt x="1680" y="867"/>
                </a:lnTo>
                <a:lnTo>
                  <a:pt x="1683" y="868"/>
                </a:lnTo>
                <a:lnTo>
                  <a:pt x="1684" y="868"/>
                </a:lnTo>
                <a:lnTo>
                  <a:pt x="1685" y="868"/>
                </a:lnTo>
                <a:lnTo>
                  <a:pt x="1687" y="868"/>
                </a:lnTo>
                <a:lnTo>
                  <a:pt x="1688" y="868"/>
                </a:lnTo>
                <a:lnTo>
                  <a:pt x="1690" y="868"/>
                </a:lnTo>
                <a:lnTo>
                  <a:pt x="1692" y="867"/>
                </a:lnTo>
                <a:lnTo>
                  <a:pt x="1693" y="867"/>
                </a:lnTo>
                <a:lnTo>
                  <a:pt x="1694" y="867"/>
                </a:lnTo>
                <a:lnTo>
                  <a:pt x="1694" y="866"/>
                </a:lnTo>
                <a:lnTo>
                  <a:pt x="1695" y="866"/>
                </a:lnTo>
                <a:lnTo>
                  <a:pt x="1695" y="865"/>
                </a:lnTo>
                <a:lnTo>
                  <a:pt x="1696" y="865"/>
                </a:lnTo>
                <a:lnTo>
                  <a:pt x="1697" y="865"/>
                </a:lnTo>
                <a:lnTo>
                  <a:pt x="1697" y="864"/>
                </a:lnTo>
                <a:lnTo>
                  <a:pt x="1698" y="864"/>
                </a:lnTo>
                <a:lnTo>
                  <a:pt x="1698" y="863"/>
                </a:lnTo>
                <a:lnTo>
                  <a:pt x="1699" y="863"/>
                </a:lnTo>
                <a:lnTo>
                  <a:pt x="1699" y="862"/>
                </a:lnTo>
                <a:lnTo>
                  <a:pt x="1699" y="861"/>
                </a:lnTo>
                <a:lnTo>
                  <a:pt x="1700" y="861"/>
                </a:lnTo>
                <a:lnTo>
                  <a:pt x="1700" y="860"/>
                </a:lnTo>
                <a:lnTo>
                  <a:pt x="1700" y="858"/>
                </a:lnTo>
                <a:lnTo>
                  <a:pt x="1700" y="857"/>
                </a:lnTo>
                <a:lnTo>
                  <a:pt x="1699" y="857"/>
                </a:lnTo>
                <a:lnTo>
                  <a:pt x="1699" y="856"/>
                </a:lnTo>
                <a:lnTo>
                  <a:pt x="1698" y="856"/>
                </a:lnTo>
                <a:lnTo>
                  <a:pt x="1698" y="855"/>
                </a:lnTo>
                <a:lnTo>
                  <a:pt x="1697" y="855"/>
                </a:lnTo>
                <a:lnTo>
                  <a:pt x="1696" y="855"/>
                </a:lnTo>
                <a:lnTo>
                  <a:pt x="1696" y="854"/>
                </a:lnTo>
                <a:lnTo>
                  <a:pt x="1696" y="853"/>
                </a:lnTo>
                <a:lnTo>
                  <a:pt x="1696" y="852"/>
                </a:lnTo>
                <a:lnTo>
                  <a:pt x="1696" y="851"/>
                </a:lnTo>
                <a:lnTo>
                  <a:pt x="1696" y="850"/>
                </a:lnTo>
                <a:lnTo>
                  <a:pt x="1695" y="850"/>
                </a:lnTo>
                <a:lnTo>
                  <a:pt x="1695" y="849"/>
                </a:lnTo>
                <a:lnTo>
                  <a:pt x="1695" y="848"/>
                </a:lnTo>
                <a:lnTo>
                  <a:pt x="1695" y="847"/>
                </a:lnTo>
                <a:lnTo>
                  <a:pt x="1696" y="846"/>
                </a:lnTo>
                <a:lnTo>
                  <a:pt x="1696" y="845"/>
                </a:lnTo>
                <a:lnTo>
                  <a:pt x="1696" y="844"/>
                </a:lnTo>
                <a:lnTo>
                  <a:pt x="1696" y="843"/>
                </a:lnTo>
                <a:lnTo>
                  <a:pt x="1696" y="842"/>
                </a:lnTo>
                <a:lnTo>
                  <a:pt x="1696" y="841"/>
                </a:lnTo>
                <a:lnTo>
                  <a:pt x="1696" y="840"/>
                </a:lnTo>
                <a:lnTo>
                  <a:pt x="1697" y="840"/>
                </a:lnTo>
                <a:lnTo>
                  <a:pt x="1697" y="839"/>
                </a:lnTo>
                <a:lnTo>
                  <a:pt x="1698" y="838"/>
                </a:lnTo>
                <a:lnTo>
                  <a:pt x="1699" y="837"/>
                </a:lnTo>
                <a:lnTo>
                  <a:pt x="1700" y="836"/>
                </a:lnTo>
                <a:lnTo>
                  <a:pt x="1700" y="835"/>
                </a:lnTo>
                <a:lnTo>
                  <a:pt x="1701" y="834"/>
                </a:lnTo>
                <a:lnTo>
                  <a:pt x="1702" y="833"/>
                </a:lnTo>
                <a:lnTo>
                  <a:pt x="1703" y="832"/>
                </a:lnTo>
                <a:lnTo>
                  <a:pt x="1703" y="831"/>
                </a:lnTo>
                <a:lnTo>
                  <a:pt x="1703" y="830"/>
                </a:lnTo>
                <a:lnTo>
                  <a:pt x="1703" y="829"/>
                </a:lnTo>
                <a:lnTo>
                  <a:pt x="1703" y="828"/>
                </a:lnTo>
                <a:lnTo>
                  <a:pt x="1702" y="827"/>
                </a:lnTo>
                <a:lnTo>
                  <a:pt x="1702" y="826"/>
                </a:lnTo>
                <a:lnTo>
                  <a:pt x="1701" y="826"/>
                </a:lnTo>
                <a:lnTo>
                  <a:pt x="1701" y="825"/>
                </a:lnTo>
                <a:lnTo>
                  <a:pt x="1700" y="824"/>
                </a:lnTo>
                <a:lnTo>
                  <a:pt x="1699" y="824"/>
                </a:lnTo>
                <a:lnTo>
                  <a:pt x="1699" y="823"/>
                </a:lnTo>
                <a:lnTo>
                  <a:pt x="1698" y="822"/>
                </a:lnTo>
                <a:lnTo>
                  <a:pt x="1697" y="822"/>
                </a:lnTo>
                <a:lnTo>
                  <a:pt x="1697" y="821"/>
                </a:lnTo>
                <a:lnTo>
                  <a:pt x="1696" y="821"/>
                </a:lnTo>
                <a:lnTo>
                  <a:pt x="1696" y="820"/>
                </a:lnTo>
                <a:lnTo>
                  <a:pt x="1695" y="820"/>
                </a:lnTo>
                <a:lnTo>
                  <a:pt x="1695" y="819"/>
                </a:lnTo>
                <a:lnTo>
                  <a:pt x="1695" y="818"/>
                </a:lnTo>
                <a:lnTo>
                  <a:pt x="1695" y="817"/>
                </a:lnTo>
                <a:lnTo>
                  <a:pt x="1696" y="817"/>
                </a:lnTo>
                <a:lnTo>
                  <a:pt x="1696" y="816"/>
                </a:lnTo>
                <a:lnTo>
                  <a:pt x="1696" y="815"/>
                </a:lnTo>
                <a:lnTo>
                  <a:pt x="1697" y="815"/>
                </a:lnTo>
                <a:lnTo>
                  <a:pt x="1697" y="814"/>
                </a:lnTo>
                <a:lnTo>
                  <a:pt x="1698" y="813"/>
                </a:lnTo>
                <a:lnTo>
                  <a:pt x="1699" y="813"/>
                </a:lnTo>
                <a:lnTo>
                  <a:pt x="1700" y="812"/>
                </a:lnTo>
                <a:lnTo>
                  <a:pt x="1701" y="812"/>
                </a:lnTo>
                <a:lnTo>
                  <a:pt x="1702" y="812"/>
                </a:lnTo>
                <a:lnTo>
                  <a:pt x="1703" y="812"/>
                </a:lnTo>
                <a:lnTo>
                  <a:pt x="1704" y="812"/>
                </a:lnTo>
                <a:lnTo>
                  <a:pt x="1705" y="812"/>
                </a:lnTo>
                <a:lnTo>
                  <a:pt x="1706" y="813"/>
                </a:lnTo>
                <a:lnTo>
                  <a:pt x="1707" y="815"/>
                </a:lnTo>
                <a:lnTo>
                  <a:pt x="1708" y="815"/>
                </a:lnTo>
                <a:lnTo>
                  <a:pt x="1710" y="816"/>
                </a:lnTo>
                <a:lnTo>
                  <a:pt x="1711" y="816"/>
                </a:lnTo>
                <a:lnTo>
                  <a:pt x="1713" y="816"/>
                </a:lnTo>
                <a:lnTo>
                  <a:pt x="1714" y="816"/>
                </a:lnTo>
                <a:lnTo>
                  <a:pt x="1716" y="815"/>
                </a:lnTo>
                <a:lnTo>
                  <a:pt x="1716" y="814"/>
                </a:lnTo>
                <a:lnTo>
                  <a:pt x="1717" y="814"/>
                </a:lnTo>
                <a:lnTo>
                  <a:pt x="1718" y="812"/>
                </a:lnTo>
                <a:lnTo>
                  <a:pt x="1718" y="810"/>
                </a:lnTo>
                <a:lnTo>
                  <a:pt x="1719" y="810"/>
                </a:lnTo>
                <a:lnTo>
                  <a:pt x="1719" y="809"/>
                </a:lnTo>
                <a:lnTo>
                  <a:pt x="1719" y="808"/>
                </a:lnTo>
                <a:lnTo>
                  <a:pt x="1719" y="807"/>
                </a:lnTo>
                <a:lnTo>
                  <a:pt x="1719" y="806"/>
                </a:lnTo>
                <a:lnTo>
                  <a:pt x="1719" y="805"/>
                </a:lnTo>
                <a:lnTo>
                  <a:pt x="1720" y="805"/>
                </a:lnTo>
                <a:lnTo>
                  <a:pt x="1720" y="803"/>
                </a:lnTo>
                <a:lnTo>
                  <a:pt x="1720" y="802"/>
                </a:lnTo>
                <a:lnTo>
                  <a:pt x="1720" y="800"/>
                </a:lnTo>
                <a:lnTo>
                  <a:pt x="1721" y="799"/>
                </a:lnTo>
                <a:lnTo>
                  <a:pt x="1725" y="795"/>
                </a:lnTo>
                <a:lnTo>
                  <a:pt x="1726" y="794"/>
                </a:lnTo>
                <a:lnTo>
                  <a:pt x="1728" y="792"/>
                </a:lnTo>
                <a:lnTo>
                  <a:pt x="1735" y="788"/>
                </a:lnTo>
                <a:lnTo>
                  <a:pt x="1736" y="787"/>
                </a:lnTo>
                <a:lnTo>
                  <a:pt x="1737" y="784"/>
                </a:lnTo>
                <a:lnTo>
                  <a:pt x="1737" y="779"/>
                </a:lnTo>
                <a:lnTo>
                  <a:pt x="1737" y="778"/>
                </a:lnTo>
                <a:lnTo>
                  <a:pt x="1737" y="777"/>
                </a:lnTo>
                <a:lnTo>
                  <a:pt x="1737" y="776"/>
                </a:lnTo>
                <a:lnTo>
                  <a:pt x="1737" y="774"/>
                </a:lnTo>
                <a:lnTo>
                  <a:pt x="1737" y="772"/>
                </a:lnTo>
                <a:lnTo>
                  <a:pt x="1737" y="771"/>
                </a:lnTo>
                <a:lnTo>
                  <a:pt x="1738" y="770"/>
                </a:lnTo>
                <a:lnTo>
                  <a:pt x="1739" y="770"/>
                </a:lnTo>
                <a:lnTo>
                  <a:pt x="1739" y="769"/>
                </a:lnTo>
                <a:lnTo>
                  <a:pt x="1740" y="769"/>
                </a:lnTo>
                <a:lnTo>
                  <a:pt x="1740" y="768"/>
                </a:lnTo>
                <a:lnTo>
                  <a:pt x="1741" y="768"/>
                </a:lnTo>
                <a:lnTo>
                  <a:pt x="1741" y="767"/>
                </a:lnTo>
                <a:lnTo>
                  <a:pt x="1742" y="767"/>
                </a:lnTo>
                <a:lnTo>
                  <a:pt x="1742" y="766"/>
                </a:lnTo>
                <a:lnTo>
                  <a:pt x="1743" y="766"/>
                </a:lnTo>
                <a:lnTo>
                  <a:pt x="1743" y="765"/>
                </a:lnTo>
                <a:lnTo>
                  <a:pt x="1744" y="765"/>
                </a:lnTo>
                <a:lnTo>
                  <a:pt x="1745" y="765"/>
                </a:lnTo>
                <a:lnTo>
                  <a:pt x="1746" y="764"/>
                </a:lnTo>
                <a:lnTo>
                  <a:pt x="1747" y="764"/>
                </a:lnTo>
                <a:lnTo>
                  <a:pt x="1749" y="762"/>
                </a:lnTo>
                <a:lnTo>
                  <a:pt x="1750" y="762"/>
                </a:lnTo>
                <a:lnTo>
                  <a:pt x="1751" y="762"/>
                </a:lnTo>
                <a:lnTo>
                  <a:pt x="1751" y="761"/>
                </a:lnTo>
                <a:lnTo>
                  <a:pt x="1752" y="761"/>
                </a:lnTo>
                <a:lnTo>
                  <a:pt x="1753" y="761"/>
                </a:lnTo>
                <a:lnTo>
                  <a:pt x="1756" y="761"/>
                </a:lnTo>
                <a:lnTo>
                  <a:pt x="1757" y="761"/>
                </a:lnTo>
                <a:lnTo>
                  <a:pt x="1758" y="761"/>
                </a:lnTo>
                <a:lnTo>
                  <a:pt x="1759" y="761"/>
                </a:lnTo>
                <a:lnTo>
                  <a:pt x="1760" y="761"/>
                </a:lnTo>
                <a:lnTo>
                  <a:pt x="1761" y="760"/>
                </a:lnTo>
                <a:lnTo>
                  <a:pt x="1763" y="760"/>
                </a:lnTo>
                <a:lnTo>
                  <a:pt x="1764" y="761"/>
                </a:lnTo>
                <a:lnTo>
                  <a:pt x="1765" y="761"/>
                </a:lnTo>
                <a:lnTo>
                  <a:pt x="1766" y="761"/>
                </a:lnTo>
                <a:lnTo>
                  <a:pt x="1767" y="761"/>
                </a:lnTo>
                <a:lnTo>
                  <a:pt x="1770" y="762"/>
                </a:lnTo>
                <a:lnTo>
                  <a:pt x="1773" y="762"/>
                </a:lnTo>
                <a:lnTo>
                  <a:pt x="1773" y="763"/>
                </a:lnTo>
                <a:lnTo>
                  <a:pt x="1773" y="762"/>
                </a:lnTo>
                <a:lnTo>
                  <a:pt x="1774" y="762"/>
                </a:lnTo>
                <a:lnTo>
                  <a:pt x="1774" y="761"/>
                </a:lnTo>
                <a:lnTo>
                  <a:pt x="1775" y="761"/>
                </a:lnTo>
                <a:lnTo>
                  <a:pt x="1775" y="760"/>
                </a:lnTo>
                <a:lnTo>
                  <a:pt x="1776" y="760"/>
                </a:lnTo>
                <a:lnTo>
                  <a:pt x="1776" y="759"/>
                </a:lnTo>
                <a:lnTo>
                  <a:pt x="1777" y="759"/>
                </a:lnTo>
                <a:lnTo>
                  <a:pt x="1778" y="758"/>
                </a:lnTo>
                <a:lnTo>
                  <a:pt x="1779" y="758"/>
                </a:lnTo>
                <a:lnTo>
                  <a:pt x="1779" y="757"/>
                </a:lnTo>
                <a:lnTo>
                  <a:pt x="1780" y="757"/>
                </a:lnTo>
                <a:lnTo>
                  <a:pt x="1780" y="756"/>
                </a:lnTo>
                <a:lnTo>
                  <a:pt x="1781" y="755"/>
                </a:lnTo>
                <a:lnTo>
                  <a:pt x="1782" y="755"/>
                </a:lnTo>
                <a:lnTo>
                  <a:pt x="1782" y="754"/>
                </a:lnTo>
                <a:lnTo>
                  <a:pt x="1783" y="754"/>
                </a:lnTo>
                <a:lnTo>
                  <a:pt x="1785" y="754"/>
                </a:lnTo>
                <a:lnTo>
                  <a:pt x="1786" y="754"/>
                </a:lnTo>
                <a:lnTo>
                  <a:pt x="1787" y="754"/>
                </a:lnTo>
                <a:lnTo>
                  <a:pt x="1788" y="754"/>
                </a:lnTo>
                <a:lnTo>
                  <a:pt x="1788" y="755"/>
                </a:lnTo>
                <a:lnTo>
                  <a:pt x="1789" y="755"/>
                </a:lnTo>
                <a:lnTo>
                  <a:pt x="1791" y="754"/>
                </a:lnTo>
                <a:lnTo>
                  <a:pt x="1793" y="754"/>
                </a:lnTo>
                <a:lnTo>
                  <a:pt x="1795" y="753"/>
                </a:lnTo>
                <a:lnTo>
                  <a:pt x="1795" y="752"/>
                </a:lnTo>
                <a:lnTo>
                  <a:pt x="1796" y="752"/>
                </a:lnTo>
                <a:lnTo>
                  <a:pt x="1798" y="751"/>
                </a:lnTo>
                <a:lnTo>
                  <a:pt x="1799" y="751"/>
                </a:lnTo>
                <a:lnTo>
                  <a:pt x="1800" y="751"/>
                </a:lnTo>
                <a:lnTo>
                  <a:pt x="1801" y="751"/>
                </a:lnTo>
                <a:lnTo>
                  <a:pt x="1802" y="750"/>
                </a:lnTo>
                <a:lnTo>
                  <a:pt x="1803" y="750"/>
                </a:lnTo>
                <a:lnTo>
                  <a:pt x="1804" y="749"/>
                </a:lnTo>
                <a:lnTo>
                  <a:pt x="1804" y="747"/>
                </a:lnTo>
                <a:lnTo>
                  <a:pt x="1804" y="745"/>
                </a:lnTo>
                <a:lnTo>
                  <a:pt x="1804" y="740"/>
                </a:lnTo>
                <a:lnTo>
                  <a:pt x="1804" y="737"/>
                </a:lnTo>
                <a:lnTo>
                  <a:pt x="1804" y="735"/>
                </a:lnTo>
                <a:lnTo>
                  <a:pt x="1804" y="734"/>
                </a:lnTo>
                <a:lnTo>
                  <a:pt x="1804" y="733"/>
                </a:lnTo>
                <a:lnTo>
                  <a:pt x="1805" y="733"/>
                </a:lnTo>
                <a:lnTo>
                  <a:pt x="1806" y="732"/>
                </a:lnTo>
                <a:lnTo>
                  <a:pt x="1808" y="732"/>
                </a:lnTo>
                <a:lnTo>
                  <a:pt x="1809" y="731"/>
                </a:lnTo>
                <a:lnTo>
                  <a:pt x="1810" y="732"/>
                </a:lnTo>
                <a:lnTo>
                  <a:pt x="1813" y="732"/>
                </a:lnTo>
                <a:lnTo>
                  <a:pt x="1815" y="732"/>
                </a:lnTo>
                <a:lnTo>
                  <a:pt x="1816" y="732"/>
                </a:lnTo>
                <a:lnTo>
                  <a:pt x="1819" y="731"/>
                </a:lnTo>
                <a:lnTo>
                  <a:pt x="1820" y="730"/>
                </a:lnTo>
                <a:lnTo>
                  <a:pt x="1820" y="729"/>
                </a:lnTo>
                <a:lnTo>
                  <a:pt x="1821" y="729"/>
                </a:lnTo>
                <a:lnTo>
                  <a:pt x="1821" y="728"/>
                </a:lnTo>
                <a:lnTo>
                  <a:pt x="1821" y="726"/>
                </a:lnTo>
                <a:lnTo>
                  <a:pt x="1820" y="722"/>
                </a:lnTo>
                <a:lnTo>
                  <a:pt x="1820" y="719"/>
                </a:lnTo>
                <a:lnTo>
                  <a:pt x="1819" y="719"/>
                </a:lnTo>
                <a:lnTo>
                  <a:pt x="1819" y="718"/>
                </a:lnTo>
                <a:lnTo>
                  <a:pt x="1820" y="717"/>
                </a:lnTo>
                <a:lnTo>
                  <a:pt x="1820" y="716"/>
                </a:lnTo>
                <a:lnTo>
                  <a:pt x="1821" y="715"/>
                </a:lnTo>
                <a:lnTo>
                  <a:pt x="1822" y="715"/>
                </a:lnTo>
                <a:lnTo>
                  <a:pt x="1822" y="714"/>
                </a:lnTo>
                <a:lnTo>
                  <a:pt x="1823" y="714"/>
                </a:lnTo>
                <a:lnTo>
                  <a:pt x="1824" y="714"/>
                </a:lnTo>
                <a:lnTo>
                  <a:pt x="1824" y="713"/>
                </a:lnTo>
                <a:lnTo>
                  <a:pt x="1825" y="713"/>
                </a:lnTo>
                <a:lnTo>
                  <a:pt x="1826" y="713"/>
                </a:lnTo>
                <a:lnTo>
                  <a:pt x="1826" y="712"/>
                </a:lnTo>
                <a:lnTo>
                  <a:pt x="1827" y="712"/>
                </a:lnTo>
                <a:lnTo>
                  <a:pt x="1828" y="712"/>
                </a:lnTo>
                <a:lnTo>
                  <a:pt x="1829" y="711"/>
                </a:lnTo>
                <a:lnTo>
                  <a:pt x="1830" y="711"/>
                </a:lnTo>
                <a:lnTo>
                  <a:pt x="1830" y="710"/>
                </a:lnTo>
                <a:lnTo>
                  <a:pt x="1831" y="709"/>
                </a:lnTo>
                <a:lnTo>
                  <a:pt x="1831" y="708"/>
                </a:lnTo>
                <a:lnTo>
                  <a:pt x="1832" y="708"/>
                </a:lnTo>
                <a:lnTo>
                  <a:pt x="1832" y="707"/>
                </a:lnTo>
                <a:lnTo>
                  <a:pt x="1833" y="707"/>
                </a:lnTo>
                <a:lnTo>
                  <a:pt x="1834" y="706"/>
                </a:lnTo>
                <a:lnTo>
                  <a:pt x="1836" y="705"/>
                </a:lnTo>
                <a:lnTo>
                  <a:pt x="1837" y="705"/>
                </a:lnTo>
                <a:lnTo>
                  <a:pt x="1837" y="704"/>
                </a:lnTo>
                <a:lnTo>
                  <a:pt x="1839" y="702"/>
                </a:lnTo>
                <a:lnTo>
                  <a:pt x="1842" y="701"/>
                </a:lnTo>
                <a:lnTo>
                  <a:pt x="1843" y="699"/>
                </a:lnTo>
                <a:lnTo>
                  <a:pt x="1844" y="698"/>
                </a:lnTo>
                <a:lnTo>
                  <a:pt x="1845" y="698"/>
                </a:lnTo>
                <a:lnTo>
                  <a:pt x="1846" y="697"/>
                </a:lnTo>
                <a:lnTo>
                  <a:pt x="1848" y="697"/>
                </a:lnTo>
                <a:lnTo>
                  <a:pt x="1849" y="697"/>
                </a:lnTo>
                <a:lnTo>
                  <a:pt x="1850" y="697"/>
                </a:lnTo>
                <a:lnTo>
                  <a:pt x="1851" y="696"/>
                </a:lnTo>
                <a:lnTo>
                  <a:pt x="1852" y="696"/>
                </a:lnTo>
                <a:lnTo>
                  <a:pt x="1852" y="695"/>
                </a:lnTo>
                <a:lnTo>
                  <a:pt x="1853" y="695"/>
                </a:lnTo>
                <a:lnTo>
                  <a:pt x="1853" y="694"/>
                </a:lnTo>
                <a:lnTo>
                  <a:pt x="1853" y="693"/>
                </a:lnTo>
                <a:lnTo>
                  <a:pt x="1854" y="689"/>
                </a:lnTo>
                <a:lnTo>
                  <a:pt x="1855" y="687"/>
                </a:lnTo>
                <a:lnTo>
                  <a:pt x="1857" y="686"/>
                </a:lnTo>
                <a:lnTo>
                  <a:pt x="1858" y="686"/>
                </a:lnTo>
                <a:lnTo>
                  <a:pt x="1860" y="686"/>
                </a:lnTo>
                <a:lnTo>
                  <a:pt x="1862" y="686"/>
                </a:lnTo>
                <a:lnTo>
                  <a:pt x="1864" y="686"/>
                </a:lnTo>
                <a:lnTo>
                  <a:pt x="1865" y="686"/>
                </a:lnTo>
                <a:lnTo>
                  <a:pt x="1867" y="685"/>
                </a:lnTo>
                <a:lnTo>
                  <a:pt x="1867" y="684"/>
                </a:lnTo>
                <a:lnTo>
                  <a:pt x="1868" y="684"/>
                </a:lnTo>
                <a:lnTo>
                  <a:pt x="1868" y="683"/>
                </a:lnTo>
                <a:lnTo>
                  <a:pt x="1868" y="682"/>
                </a:lnTo>
                <a:lnTo>
                  <a:pt x="1869" y="682"/>
                </a:lnTo>
                <a:lnTo>
                  <a:pt x="1869" y="681"/>
                </a:lnTo>
                <a:lnTo>
                  <a:pt x="1869" y="680"/>
                </a:lnTo>
                <a:lnTo>
                  <a:pt x="1870" y="679"/>
                </a:lnTo>
                <a:lnTo>
                  <a:pt x="1871" y="676"/>
                </a:lnTo>
                <a:lnTo>
                  <a:pt x="1872" y="675"/>
                </a:lnTo>
                <a:lnTo>
                  <a:pt x="1873" y="673"/>
                </a:lnTo>
                <a:lnTo>
                  <a:pt x="1874" y="672"/>
                </a:lnTo>
                <a:lnTo>
                  <a:pt x="1875" y="672"/>
                </a:lnTo>
                <a:lnTo>
                  <a:pt x="1875" y="671"/>
                </a:lnTo>
                <a:lnTo>
                  <a:pt x="1877" y="671"/>
                </a:lnTo>
                <a:lnTo>
                  <a:pt x="1878" y="671"/>
                </a:lnTo>
                <a:lnTo>
                  <a:pt x="1881" y="671"/>
                </a:lnTo>
                <a:lnTo>
                  <a:pt x="1882" y="670"/>
                </a:lnTo>
                <a:lnTo>
                  <a:pt x="1883" y="670"/>
                </a:lnTo>
                <a:lnTo>
                  <a:pt x="1884" y="669"/>
                </a:lnTo>
                <a:lnTo>
                  <a:pt x="1885" y="669"/>
                </a:lnTo>
                <a:lnTo>
                  <a:pt x="1887" y="669"/>
                </a:lnTo>
                <a:lnTo>
                  <a:pt x="1888" y="669"/>
                </a:lnTo>
                <a:lnTo>
                  <a:pt x="1889" y="669"/>
                </a:lnTo>
                <a:lnTo>
                  <a:pt x="1890" y="668"/>
                </a:lnTo>
                <a:lnTo>
                  <a:pt x="1891" y="668"/>
                </a:lnTo>
                <a:lnTo>
                  <a:pt x="1892" y="668"/>
                </a:lnTo>
                <a:lnTo>
                  <a:pt x="1893" y="667"/>
                </a:lnTo>
                <a:lnTo>
                  <a:pt x="1895" y="666"/>
                </a:lnTo>
                <a:lnTo>
                  <a:pt x="1896" y="665"/>
                </a:lnTo>
                <a:lnTo>
                  <a:pt x="1897" y="664"/>
                </a:lnTo>
                <a:lnTo>
                  <a:pt x="1898" y="662"/>
                </a:lnTo>
                <a:lnTo>
                  <a:pt x="1900" y="660"/>
                </a:lnTo>
                <a:lnTo>
                  <a:pt x="1901" y="660"/>
                </a:lnTo>
                <a:lnTo>
                  <a:pt x="1902" y="660"/>
                </a:lnTo>
                <a:lnTo>
                  <a:pt x="1903" y="659"/>
                </a:lnTo>
                <a:lnTo>
                  <a:pt x="1904" y="658"/>
                </a:lnTo>
                <a:lnTo>
                  <a:pt x="1905" y="658"/>
                </a:lnTo>
                <a:lnTo>
                  <a:pt x="1906" y="657"/>
                </a:lnTo>
                <a:lnTo>
                  <a:pt x="1907" y="655"/>
                </a:lnTo>
                <a:lnTo>
                  <a:pt x="1909" y="653"/>
                </a:lnTo>
                <a:lnTo>
                  <a:pt x="1910" y="653"/>
                </a:lnTo>
                <a:lnTo>
                  <a:pt x="1912" y="652"/>
                </a:lnTo>
                <a:lnTo>
                  <a:pt x="1913" y="652"/>
                </a:lnTo>
                <a:lnTo>
                  <a:pt x="1918" y="653"/>
                </a:lnTo>
                <a:lnTo>
                  <a:pt x="1919" y="653"/>
                </a:lnTo>
                <a:lnTo>
                  <a:pt x="1920" y="653"/>
                </a:lnTo>
                <a:lnTo>
                  <a:pt x="1921" y="653"/>
                </a:lnTo>
                <a:lnTo>
                  <a:pt x="1922" y="653"/>
                </a:lnTo>
                <a:lnTo>
                  <a:pt x="1924" y="652"/>
                </a:lnTo>
                <a:lnTo>
                  <a:pt x="1926" y="651"/>
                </a:lnTo>
                <a:lnTo>
                  <a:pt x="1927" y="650"/>
                </a:lnTo>
                <a:lnTo>
                  <a:pt x="1928" y="650"/>
                </a:lnTo>
                <a:lnTo>
                  <a:pt x="1929" y="649"/>
                </a:lnTo>
                <a:lnTo>
                  <a:pt x="1931" y="649"/>
                </a:lnTo>
                <a:lnTo>
                  <a:pt x="1933" y="649"/>
                </a:lnTo>
                <a:lnTo>
                  <a:pt x="1933" y="648"/>
                </a:lnTo>
                <a:lnTo>
                  <a:pt x="1934" y="648"/>
                </a:lnTo>
                <a:lnTo>
                  <a:pt x="1935" y="647"/>
                </a:lnTo>
                <a:lnTo>
                  <a:pt x="1938" y="648"/>
                </a:lnTo>
                <a:lnTo>
                  <a:pt x="1939" y="648"/>
                </a:lnTo>
                <a:lnTo>
                  <a:pt x="1943" y="650"/>
                </a:lnTo>
                <a:lnTo>
                  <a:pt x="1948" y="652"/>
                </a:lnTo>
                <a:lnTo>
                  <a:pt x="1949" y="652"/>
                </a:lnTo>
                <a:lnTo>
                  <a:pt x="1950" y="652"/>
                </a:lnTo>
                <a:lnTo>
                  <a:pt x="1951" y="651"/>
                </a:lnTo>
                <a:lnTo>
                  <a:pt x="1952" y="651"/>
                </a:lnTo>
                <a:lnTo>
                  <a:pt x="1953" y="650"/>
                </a:lnTo>
                <a:lnTo>
                  <a:pt x="1955" y="649"/>
                </a:lnTo>
                <a:lnTo>
                  <a:pt x="1956" y="647"/>
                </a:lnTo>
                <a:lnTo>
                  <a:pt x="1957" y="645"/>
                </a:lnTo>
                <a:lnTo>
                  <a:pt x="1957" y="644"/>
                </a:lnTo>
                <a:lnTo>
                  <a:pt x="1957" y="643"/>
                </a:lnTo>
                <a:lnTo>
                  <a:pt x="1958" y="640"/>
                </a:lnTo>
                <a:lnTo>
                  <a:pt x="1958" y="638"/>
                </a:lnTo>
                <a:lnTo>
                  <a:pt x="1959" y="634"/>
                </a:lnTo>
                <a:lnTo>
                  <a:pt x="1961" y="632"/>
                </a:lnTo>
                <a:lnTo>
                  <a:pt x="1962" y="632"/>
                </a:lnTo>
                <a:lnTo>
                  <a:pt x="1965" y="630"/>
                </a:lnTo>
                <a:lnTo>
                  <a:pt x="1966" y="630"/>
                </a:lnTo>
                <a:lnTo>
                  <a:pt x="1967" y="630"/>
                </a:lnTo>
                <a:lnTo>
                  <a:pt x="1972" y="629"/>
                </a:lnTo>
                <a:lnTo>
                  <a:pt x="1976" y="629"/>
                </a:lnTo>
                <a:lnTo>
                  <a:pt x="1977" y="629"/>
                </a:lnTo>
                <a:lnTo>
                  <a:pt x="1978" y="628"/>
                </a:lnTo>
                <a:lnTo>
                  <a:pt x="1979" y="628"/>
                </a:lnTo>
                <a:lnTo>
                  <a:pt x="1980" y="627"/>
                </a:lnTo>
                <a:lnTo>
                  <a:pt x="1981" y="625"/>
                </a:lnTo>
                <a:lnTo>
                  <a:pt x="1981" y="624"/>
                </a:lnTo>
                <a:lnTo>
                  <a:pt x="1981" y="623"/>
                </a:lnTo>
                <a:lnTo>
                  <a:pt x="1981" y="622"/>
                </a:lnTo>
                <a:lnTo>
                  <a:pt x="1984" y="623"/>
                </a:lnTo>
                <a:lnTo>
                  <a:pt x="1986" y="625"/>
                </a:lnTo>
                <a:lnTo>
                  <a:pt x="1987" y="625"/>
                </a:lnTo>
                <a:lnTo>
                  <a:pt x="1987" y="627"/>
                </a:lnTo>
                <a:lnTo>
                  <a:pt x="1988" y="630"/>
                </a:lnTo>
                <a:lnTo>
                  <a:pt x="1988" y="633"/>
                </a:lnTo>
                <a:lnTo>
                  <a:pt x="1988" y="635"/>
                </a:lnTo>
                <a:lnTo>
                  <a:pt x="1987" y="636"/>
                </a:lnTo>
                <a:lnTo>
                  <a:pt x="1986" y="637"/>
                </a:lnTo>
                <a:lnTo>
                  <a:pt x="1984" y="639"/>
                </a:lnTo>
                <a:lnTo>
                  <a:pt x="1980" y="643"/>
                </a:lnTo>
                <a:lnTo>
                  <a:pt x="1978" y="645"/>
                </a:lnTo>
                <a:lnTo>
                  <a:pt x="1977" y="645"/>
                </a:lnTo>
                <a:lnTo>
                  <a:pt x="1975" y="647"/>
                </a:lnTo>
                <a:lnTo>
                  <a:pt x="1974" y="648"/>
                </a:lnTo>
                <a:lnTo>
                  <a:pt x="1973" y="649"/>
                </a:lnTo>
                <a:lnTo>
                  <a:pt x="1970" y="651"/>
                </a:lnTo>
                <a:lnTo>
                  <a:pt x="1969" y="651"/>
                </a:lnTo>
                <a:lnTo>
                  <a:pt x="1967" y="653"/>
                </a:lnTo>
                <a:lnTo>
                  <a:pt x="1965" y="654"/>
                </a:lnTo>
                <a:lnTo>
                  <a:pt x="1963" y="656"/>
                </a:lnTo>
                <a:lnTo>
                  <a:pt x="1961" y="658"/>
                </a:lnTo>
                <a:lnTo>
                  <a:pt x="1960" y="659"/>
                </a:lnTo>
                <a:lnTo>
                  <a:pt x="1959" y="660"/>
                </a:lnTo>
                <a:lnTo>
                  <a:pt x="1958" y="661"/>
                </a:lnTo>
                <a:lnTo>
                  <a:pt x="1958" y="663"/>
                </a:lnTo>
                <a:lnTo>
                  <a:pt x="1957" y="664"/>
                </a:lnTo>
                <a:lnTo>
                  <a:pt x="1957" y="666"/>
                </a:lnTo>
                <a:lnTo>
                  <a:pt x="1956" y="667"/>
                </a:lnTo>
                <a:lnTo>
                  <a:pt x="1955" y="668"/>
                </a:lnTo>
                <a:lnTo>
                  <a:pt x="1954" y="668"/>
                </a:lnTo>
                <a:lnTo>
                  <a:pt x="1953" y="669"/>
                </a:lnTo>
                <a:lnTo>
                  <a:pt x="1952" y="670"/>
                </a:lnTo>
                <a:lnTo>
                  <a:pt x="1951" y="671"/>
                </a:lnTo>
                <a:lnTo>
                  <a:pt x="1950" y="672"/>
                </a:lnTo>
                <a:lnTo>
                  <a:pt x="1949" y="672"/>
                </a:lnTo>
                <a:lnTo>
                  <a:pt x="1949" y="673"/>
                </a:lnTo>
                <a:lnTo>
                  <a:pt x="1948" y="674"/>
                </a:lnTo>
                <a:lnTo>
                  <a:pt x="1947" y="674"/>
                </a:lnTo>
                <a:lnTo>
                  <a:pt x="1946" y="675"/>
                </a:lnTo>
                <a:lnTo>
                  <a:pt x="1945" y="675"/>
                </a:lnTo>
                <a:lnTo>
                  <a:pt x="1944" y="677"/>
                </a:lnTo>
                <a:lnTo>
                  <a:pt x="1944" y="679"/>
                </a:lnTo>
                <a:lnTo>
                  <a:pt x="1944" y="681"/>
                </a:lnTo>
                <a:lnTo>
                  <a:pt x="1944" y="682"/>
                </a:lnTo>
                <a:lnTo>
                  <a:pt x="1944" y="683"/>
                </a:lnTo>
                <a:lnTo>
                  <a:pt x="1945" y="683"/>
                </a:lnTo>
                <a:lnTo>
                  <a:pt x="1945" y="685"/>
                </a:lnTo>
                <a:lnTo>
                  <a:pt x="1945" y="687"/>
                </a:lnTo>
                <a:lnTo>
                  <a:pt x="1946" y="688"/>
                </a:lnTo>
                <a:lnTo>
                  <a:pt x="1946" y="690"/>
                </a:lnTo>
                <a:lnTo>
                  <a:pt x="1947" y="691"/>
                </a:lnTo>
                <a:lnTo>
                  <a:pt x="1947" y="692"/>
                </a:lnTo>
                <a:lnTo>
                  <a:pt x="1947" y="693"/>
                </a:lnTo>
                <a:lnTo>
                  <a:pt x="1947" y="694"/>
                </a:lnTo>
                <a:lnTo>
                  <a:pt x="1948" y="695"/>
                </a:lnTo>
                <a:lnTo>
                  <a:pt x="1949" y="696"/>
                </a:lnTo>
                <a:lnTo>
                  <a:pt x="1949" y="697"/>
                </a:lnTo>
                <a:lnTo>
                  <a:pt x="1949" y="698"/>
                </a:lnTo>
                <a:lnTo>
                  <a:pt x="1949" y="699"/>
                </a:lnTo>
                <a:lnTo>
                  <a:pt x="1949" y="700"/>
                </a:lnTo>
                <a:lnTo>
                  <a:pt x="1949" y="701"/>
                </a:lnTo>
                <a:lnTo>
                  <a:pt x="1948" y="703"/>
                </a:lnTo>
                <a:lnTo>
                  <a:pt x="1947" y="704"/>
                </a:lnTo>
                <a:lnTo>
                  <a:pt x="1947" y="705"/>
                </a:lnTo>
                <a:lnTo>
                  <a:pt x="1947" y="706"/>
                </a:lnTo>
                <a:lnTo>
                  <a:pt x="1947" y="709"/>
                </a:lnTo>
                <a:lnTo>
                  <a:pt x="1947" y="711"/>
                </a:lnTo>
                <a:lnTo>
                  <a:pt x="1946" y="712"/>
                </a:lnTo>
                <a:lnTo>
                  <a:pt x="1946" y="713"/>
                </a:lnTo>
                <a:lnTo>
                  <a:pt x="1944" y="716"/>
                </a:lnTo>
                <a:lnTo>
                  <a:pt x="1944" y="717"/>
                </a:lnTo>
                <a:lnTo>
                  <a:pt x="1943" y="719"/>
                </a:lnTo>
                <a:lnTo>
                  <a:pt x="1943" y="720"/>
                </a:lnTo>
                <a:lnTo>
                  <a:pt x="1942" y="720"/>
                </a:lnTo>
                <a:lnTo>
                  <a:pt x="1942" y="721"/>
                </a:lnTo>
                <a:lnTo>
                  <a:pt x="1942" y="722"/>
                </a:lnTo>
                <a:lnTo>
                  <a:pt x="1943" y="722"/>
                </a:lnTo>
                <a:lnTo>
                  <a:pt x="1943" y="723"/>
                </a:lnTo>
                <a:lnTo>
                  <a:pt x="1943" y="724"/>
                </a:lnTo>
                <a:lnTo>
                  <a:pt x="1942" y="724"/>
                </a:lnTo>
                <a:lnTo>
                  <a:pt x="1941" y="725"/>
                </a:lnTo>
                <a:lnTo>
                  <a:pt x="1940" y="726"/>
                </a:lnTo>
                <a:lnTo>
                  <a:pt x="1940" y="727"/>
                </a:lnTo>
                <a:lnTo>
                  <a:pt x="1941" y="727"/>
                </a:lnTo>
                <a:lnTo>
                  <a:pt x="1941" y="728"/>
                </a:lnTo>
                <a:lnTo>
                  <a:pt x="1941" y="729"/>
                </a:lnTo>
                <a:lnTo>
                  <a:pt x="1942" y="730"/>
                </a:lnTo>
                <a:lnTo>
                  <a:pt x="1942" y="732"/>
                </a:lnTo>
                <a:lnTo>
                  <a:pt x="1942" y="733"/>
                </a:lnTo>
                <a:lnTo>
                  <a:pt x="1943" y="734"/>
                </a:lnTo>
                <a:lnTo>
                  <a:pt x="1943" y="735"/>
                </a:lnTo>
                <a:lnTo>
                  <a:pt x="1943" y="736"/>
                </a:lnTo>
                <a:lnTo>
                  <a:pt x="1944" y="736"/>
                </a:lnTo>
                <a:lnTo>
                  <a:pt x="1944" y="737"/>
                </a:lnTo>
                <a:lnTo>
                  <a:pt x="1945" y="737"/>
                </a:lnTo>
                <a:lnTo>
                  <a:pt x="1946" y="737"/>
                </a:lnTo>
                <a:lnTo>
                  <a:pt x="1946" y="738"/>
                </a:lnTo>
                <a:lnTo>
                  <a:pt x="1947" y="738"/>
                </a:lnTo>
                <a:lnTo>
                  <a:pt x="1947" y="739"/>
                </a:lnTo>
                <a:lnTo>
                  <a:pt x="1948" y="739"/>
                </a:lnTo>
                <a:lnTo>
                  <a:pt x="1949" y="739"/>
                </a:lnTo>
                <a:lnTo>
                  <a:pt x="1949" y="740"/>
                </a:lnTo>
                <a:lnTo>
                  <a:pt x="1950" y="740"/>
                </a:lnTo>
                <a:lnTo>
                  <a:pt x="1951" y="740"/>
                </a:lnTo>
                <a:lnTo>
                  <a:pt x="1951" y="741"/>
                </a:lnTo>
                <a:lnTo>
                  <a:pt x="1952" y="741"/>
                </a:lnTo>
                <a:lnTo>
                  <a:pt x="1952" y="742"/>
                </a:lnTo>
                <a:lnTo>
                  <a:pt x="1953" y="743"/>
                </a:lnTo>
                <a:lnTo>
                  <a:pt x="1953" y="744"/>
                </a:lnTo>
                <a:lnTo>
                  <a:pt x="1954" y="744"/>
                </a:lnTo>
                <a:lnTo>
                  <a:pt x="1954" y="745"/>
                </a:lnTo>
                <a:lnTo>
                  <a:pt x="1955" y="745"/>
                </a:lnTo>
                <a:lnTo>
                  <a:pt x="1955" y="747"/>
                </a:lnTo>
                <a:lnTo>
                  <a:pt x="1955" y="748"/>
                </a:lnTo>
                <a:lnTo>
                  <a:pt x="1955" y="749"/>
                </a:lnTo>
                <a:lnTo>
                  <a:pt x="1957" y="749"/>
                </a:lnTo>
                <a:lnTo>
                  <a:pt x="1958" y="749"/>
                </a:lnTo>
                <a:lnTo>
                  <a:pt x="1959" y="749"/>
                </a:lnTo>
                <a:lnTo>
                  <a:pt x="1959" y="748"/>
                </a:lnTo>
                <a:lnTo>
                  <a:pt x="1960" y="748"/>
                </a:lnTo>
                <a:lnTo>
                  <a:pt x="1961" y="748"/>
                </a:lnTo>
                <a:lnTo>
                  <a:pt x="1962" y="748"/>
                </a:lnTo>
                <a:lnTo>
                  <a:pt x="1963" y="748"/>
                </a:lnTo>
                <a:lnTo>
                  <a:pt x="1963" y="749"/>
                </a:lnTo>
                <a:lnTo>
                  <a:pt x="1964" y="749"/>
                </a:lnTo>
                <a:lnTo>
                  <a:pt x="1964" y="750"/>
                </a:lnTo>
                <a:lnTo>
                  <a:pt x="1965" y="750"/>
                </a:lnTo>
                <a:lnTo>
                  <a:pt x="1965" y="751"/>
                </a:lnTo>
                <a:lnTo>
                  <a:pt x="1966" y="751"/>
                </a:lnTo>
                <a:lnTo>
                  <a:pt x="1966" y="753"/>
                </a:lnTo>
                <a:lnTo>
                  <a:pt x="1966" y="754"/>
                </a:lnTo>
                <a:lnTo>
                  <a:pt x="1966" y="755"/>
                </a:lnTo>
                <a:lnTo>
                  <a:pt x="1966" y="756"/>
                </a:lnTo>
                <a:lnTo>
                  <a:pt x="1966" y="757"/>
                </a:lnTo>
                <a:lnTo>
                  <a:pt x="1967" y="757"/>
                </a:lnTo>
                <a:lnTo>
                  <a:pt x="1967" y="758"/>
                </a:lnTo>
                <a:lnTo>
                  <a:pt x="1968" y="758"/>
                </a:lnTo>
                <a:lnTo>
                  <a:pt x="1968" y="759"/>
                </a:lnTo>
                <a:lnTo>
                  <a:pt x="1968" y="760"/>
                </a:lnTo>
                <a:lnTo>
                  <a:pt x="1968" y="761"/>
                </a:lnTo>
                <a:lnTo>
                  <a:pt x="1968" y="762"/>
                </a:lnTo>
                <a:lnTo>
                  <a:pt x="1969" y="763"/>
                </a:lnTo>
                <a:lnTo>
                  <a:pt x="1970" y="763"/>
                </a:lnTo>
                <a:lnTo>
                  <a:pt x="1970" y="764"/>
                </a:lnTo>
                <a:lnTo>
                  <a:pt x="1971" y="764"/>
                </a:lnTo>
                <a:lnTo>
                  <a:pt x="1972" y="764"/>
                </a:lnTo>
                <a:lnTo>
                  <a:pt x="1973" y="764"/>
                </a:lnTo>
                <a:lnTo>
                  <a:pt x="1974" y="764"/>
                </a:lnTo>
                <a:lnTo>
                  <a:pt x="1974" y="765"/>
                </a:lnTo>
                <a:lnTo>
                  <a:pt x="1975" y="765"/>
                </a:lnTo>
                <a:lnTo>
                  <a:pt x="1976" y="765"/>
                </a:lnTo>
                <a:lnTo>
                  <a:pt x="1976" y="766"/>
                </a:lnTo>
                <a:lnTo>
                  <a:pt x="1977" y="766"/>
                </a:lnTo>
                <a:lnTo>
                  <a:pt x="1977" y="767"/>
                </a:lnTo>
                <a:lnTo>
                  <a:pt x="1978" y="767"/>
                </a:lnTo>
                <a:lnTo>
                  <a:pt x="1979" y="768"/>
                </a:lnTo>
                <a:lnTo>
                  <a:pt x="1980" y="768"/>
                </a:lnTo>
                <a:lnTo>
                  <a:pt x="1980" y="769"/>
                </a:lnTo>
                <a:lnTo>
                  <a:pt x="1981" y="769"/>
                </a:lnTo>
                <a:lnTo>
                  <a:pt x="1983" y="769"/>
                </a:lnTo>
                <a:lnTo>
                  <a:pt x="1984" y="769"/>
                </a:lnTo>
                <a:lnTo>
                  <a:pt x="1984" y="770"/>
                </a:lnTo>
                <a:lnTo>
                  <a:pt x="1985" y="770"/>
                </a:lnTo>
                <a:lnTo>
                  <a:pt x="1985" y="771"/>
                </a:lnTo>
                <a:lnTo>
                  <a:pt x="1986" y="771"/>
                </a:lnTo>
                <a:lnTo>
                  <a:pt x="1986" y="772"/>
                </a:lnTo>
                <a:lnTo>
                  <a:pt x="1987" y="772"/>
                </a:lnTo>
                <a:lnTo>
                  <a:pt x="1987" y="773"/>
                </a:lnTo>
                <a:lnTo>
                  <a:pt x="1988" y="773"/>
                </a:lnTo>
                <a:lnTo>
                  <a:pt x="1988" y="774"/>
                </a:lnTo>
                <a:lnTo>
                  <a:pt x="1988" y="775"/>
                </a:lnTo>
                <a:lnTo>
                  <a:pt x="1988" y="776"/>
                </a:lnTo>
                <a:lnTo>
                  <a:pt x="1989" y="776"/>
                </a:lnTo>
                <a:lnTo>
                  <a:pt x="1989" y="777"/>
                </a:lnTo>
                <a:lnTo>
                  <a:pt x="1989" y="780"/>
                </a:lnTo>
                <a:lnTo>
                  <a:pt x="1988" y="780"/>
                </a:lnTo>
                <a:lnTo>
                  <a:pt x="1988" y="781"/>
                </a:lnTo>
                <a:lnTo>
                  <a:pt x="1988" y="782"/>
                </a:lnTo>
                <a:lnTo>
                  <a:pt x="1988" y="783"/>
                </a:lnTo>
                <a:lnTo>
                  <a:pt x="1988" y="784"/>
                </a:lnTo>
                <a:lnTo>
                  <a:pt x="1987" y="784"/>
                </a:lnTo>
                <a:lnTo>
                  <a:pt x="1987" y="785"/>
                </a:lnTo>
                <a:lnTo>
                  <a:pt x="1987" y="786"/>
                </a:lnTo>
                <a:lnTo>
                  <a:pt x="1987" y="787"/>
                </a:lnTo>
                <a:lnTo>
                  <a:pt x="1986" y="787"/>
                </a:lnTo>
                <a:lnTo>
                  <a:pt x="1986" y="788"/>
                </a:lnTo>
                <a:lnTo>
                  <a:pt x="1986" y="789"/>
                </a:lnTo>
                <a:lnTo>
                  <a:pt x="1986" y="790"/>
                </a:lnTo>
                <a:lnTo>
                  <a:pt x="1985" y="790"/>
                </a:lnTo>
                <a:lnTo>
                  <a:pt x="1985" y="791"/>
                </a:lnTo>
                <a:lnTo>
                  <a:pt x="1985" y="792"/>
                </a:lnTo>
                <a:lnTo>
                  <a:pt x="1985" y="793"/>
                </a:lnTo>
                <a:lnTo>
                  <a:pt x="1984" y="794"/>
                </a:lnTo>
                <a:lnTo>
                  <a:pt x="1984" y="795"/>
                </a:lnTo>
                <a:lnTo>
                  <a:pt x="1983" y="796"/>
                </a:lnTo>
                <a:lnTo>
                  <a:pt x="1983" y="797"/>
                </a:lnTo>
                <a:lnTo>
                  <a:pt x="1982" y="797"/>
                </a:lnTo>
                <a:lnTo>
                  <a:pt x="1982" y="798"/>
                </a:lnTo>
                <a:lnTo>
                  <a:pt x="1982" y="799"/>
                </a:lnTo>
                <a:lnTo>
                  <a:pt x="1982" y="800"/>
                </a:lnTo>
                <a:lnTo>
                  <a:pt x="1982" y="801"/>
                </a:lnTo>
                <a:lnTo>
                  <a:pt x="1982" y="802"/>
                </a:lnTo>
                <a:lnTo>
                  <a:pt x="1983" y="802"/>
                </a:lnTo>
                <a:lnTo>
                  <a:pt x="1983" y="803"/>
                </a:lnTo>
                <a:lnTo>
                  <a:pt x="1983" y="804"/>
                </a:lnTo>
                <a:lnTo>
                  <a:pt x="1984" y="804"/>
                </a:lnTo>
                <a:lnTo>
                  <a:pt x="1984" y="805"/>
                </a:lnTo>
                <a:lnTo>
                  <a:pt x="1984" y="806"/>
                </a:lnTo>
                <a:lnTo>
                  <a:pt x="1984" y="807"/>
                </a:lnTo>
                <a:lnTo>
                  <a:pt x="1984" y="808"/>
                </a:lnTo>
                <a:lnTo>
                  <a:pt x="1983" y="808"/>
                </a:lnTo>
                <a:lnTo>
                  <a:pt x="1983" y="809"/>
                </a:lnTo>
                <a:lnTo>
                  <a:pt x="1982" y="810"/>
                </a:lnTo>
                <a:lnTo>
                  <a:pt x="1981" y="811"/>
                </a:lnTo>
                <a:lnTo>
                  <a:pt x="1981" y="812"/>
                </a:lnTo>
                <a:lnTo>
                  <a:pt x="1981" y="813"/>
                </a:lnTo>
                <a:lnTo>
                  <a:pt x="1981" y="814"/>
                </a:lnTo>
                <a:lnTo>
                  <a:pt x="1980" y="814"/>
                </a:lnTo>
                <a:lnTo>
                  <a:pt x="1980" y="815"/>
                </a:lnTo>
                <a:lnTo>
                  <a:pt x="1980" y="816"/>
                </a:lnTo>
                <a:lnTo>
                  <a:pt x="1980" y="817"/>
                </a:lnTo>
                <a:lnTo>
                  <a:pt x="1980" y="818"/>
                </a:lnTo>
                <a:lnTo>
                  <a:pt x="1980" y="819"/>
                </a:lnTo>
                <a:lnTo>
                  <a:pt x="1979" y="819"/>
                </a:lnTo>
                <a:lnTo>
                  <a:pt x="1979" y="820"/>
                </a:lnTo>
                <a:lnTo>
                  <a:pt x="1978" y="821"/>
                </a:lnTo>
                <a:lnTo>
                  <a:pt x="1978" y="822"/>
                </a:lnTo>
                <a:lnTo>
                  <a:pt x="1977" y="822"/>
                </a:lnTo>
                <a:lnTo>
                  <a:pt x="1976" y="822"/>
                </a:lnTo>
                <a:lnTo>
                  <a:pt x="1976" y="823"/>
                </a:lnTo>
                <a:lnTo>
                  <a:pt x="1975" y="824"/>
                </a:lnTo>
                <a:lnTo>
                  <a:pt x="1975" y="825"/>
                </a:lnTo>
                <a:lnTo>
                  <a:pt x="1975" y="827"/>
                </a:lnTo>
                <a:lnTo>
                  <a:pt x="1975" y="828"/>
                </a:lnTo>
                <a:lnTo>
                  <a:pt x="1976" y="828"/>
                </a:lnTo>
                <a:lnTo>
                  <a:pt x="1976" y="829"/>
                </a:lnTo>
                <a:lnTo>
                  <a:pt x="1976" y="830"/>
                </a:lnTo>
                <a:lnTo>
                  <a:pt x="1976" y="831"/>
                </a:lnTo>
                <a:lnTo>
                  <a:pt x="1976" y="832"/>
                </a:lnTo>
                <a:lnTo>
                  <a:pt x="1976" y="833"/>
                </a:lnTo>
                <a:lnTo>
                  <a:pt x="1976" y="834"/>
                </a:lnTo>
                <a:lnTo>
                  <a:pt x="1975" y="834"/>
                </a:lnTo>
                <a:lnTo>
                  <a:pt x="1975" y="835"/>
                </a:lnTo>
                <a:lnTo>
                  <a:pt x="1974" y="835"/>
                </a:lnTo>
                <a:lnTo>
                  <a:pt x="1974" y="836"/>
                </a:lnTo>
                <a:lnTo>
                  <a:pt x="1973" y="836"/>
                </a:lnTo>
                <a:lnTo>
                  <a:pt x="1972" y="837"/>
                </a:lnTo>
                <a:lnTo>
                  <a:pt x="1971" y="837"/>
                </a:lnTo>
                <a:lnTo>
                  <a:pt x="1970" y="838"/>
                </a:lnTo>
                <a:lnTo>
                  <a:pt x="1970" y="839"/>
                </a:lnTo>
                <a:lnTo>
                  <a:pt x="1969" y="839"/>
                </a:lnTo>
                <a:lnTo>
                  <a:pt x="1969" y="840"/>
                </a:lnTo>
                <a:lnTo>
                  <a:pt x="1969" y="841"/>
                </a:lnTo>
                <a:lnTo>
                  <a:pt x="1969" y="842"/>
                </a:lnTo>
                <a:lnTo>
                  <a:pt x="1969" y="843"/>
                </a:lnTo>
                <a:lnTo>
                  <a:pt x="1968" y="843"/>
                </a:lnTo>
                <a:lnTo>
                  <a:pt x="1968" y="844"/>
                </a:lnTo>
                <a:lnTo>
                  <a:pt x="1967" y="844"/>
                </a:lnTo>
                <a:lnTo>
                  <a:pt x="1966" y="844"/>
                </a:lnTo>
                <a:lnTo>
                  <a:pt x="1965" y="844"/>
                </a:lnTo>
                <a:lnTo>
                  <a:pt x="1964" y="844"/>
                </a:lnTo>
                <a:lnTo>
                  <a:pt x="1963" y="844"/>
                </a:lnTo>
                <a:lnTo>
                  <a:pt x="1962" y="844"/>
                </a:lnTo>
                <a:lnTo>
                  <a:pt x="1962" y="845"/>
                </a:lnTo>
                <a:lnTo>
                  <a:pt x="1961" y="845"/>
                </a:lnTo>
                <a:lnTo>
                  <a:pt x="1961" y="846"/>
                </a:lnTo>
                <a:lnTo>
                  <a:pt x="1960" y="846"/>
                </a:lnTo>
                <a:lnTo>
                  <a:pt x="1959" y="847"/>
                </a:lnTo>
                <a:lnTo>
                  <a:pt x="1958" y="848"/>
                </a:lnTo>
                <a:lnTo>
                  <a:pt x="1957" y="848"/>
                </a:lnTo>
                <a:lnTo>
                  <a:pt x="1957" y="849"/>
                </a:lnTo>
                <a:lnTo>
                  <a:pt x="1956" y="849"/>
                </a:lnTo>
                <a:lnTo>
                  <a:pt x="1955" y="849"/>
                </a:lnTo>
                <a:lnTo>
                  <a:pt x="1954" y="849"/>
                </a:lnTo>
                <a:lnTo>
                  <a:pt x="1952" y="849"/>
                </a:lnTo>
                <a:lnTo>
                  <a:pt x="1951" y="850"/>
                </a:lnTo>
                <a:lnTo>
                  <a:pt x="1950" y="850"/>
                </a:lnTo>
                <a:lnTo>
                  <a:pt x="1950" y="849"/>
                </a:lnTo>
                <a:lnTo>
                  <a:pt x="1949" y="850"/>
                </a:lnTo>
                <a:lnTo>
                  <a:pt x="1948" y="850"/>
                </a:lnTo>
                <a:lnTo>
                  <a:pt x="1946" y="851"/>
                </a:lnTo>
                <a:lnTo>
                  <a:pt x="1945" y="853"/>
                </a:lnTo>
                <a:lnTo>
                  <a:pt x="1944" y="854"/>
                </a:lnTo>
                <a:lnTo>
                  <a:pt x="1944" y="855"/>
                </a:lnTo>
                <a:lnTo>
                  <a:pt x="1943" y="856"/>
                </a:lnTo>
                <a:lnTo>
                  <a:pt x="1943" y="857"/>
                </a:lnTo>
                <a:lnTo>
                  <a:pt x="1942" y="858"/>
                </a:lnTo>
                <a:lnTo>
                  <a:pt x="1942" y="859"/>
                </a:lnTo>
                <a:lnTo>
                  <a:pt x="1942" y="860"/>
                </a:lnTo>
                <a:lnTo>
                  <a:pt x="1941" y="860"/>
                </a:lnTo>
                <a:lnTo>
                  <a:pt x="1941" y="861"/>
                </a:lnTo>
                <a:lnTo>
                  <a:pt x="1941" y="862"/>
                </a:lnTo>
                <a:lnTo>
                  <a:pt x="1940" y="862"/>
                </a:lnTo>
                <a:lnTo>
                  <a:pt x="1941" y="863"/>
                </a:lnTo>
                <a:lnTo>
                  <a:pt x="1941" y="864"/>
                </a:lnTo>
                <a:lnTo>
                  <a:pt x="1941" y="865"/>
                </a:lnTo>
                <a:lnTo>
                  <a:pt x="1941" y="866"/>
                </a:lnTo>
                <a:lnTo>
                  <a:pt x="1941" y="867"/>
                </a:lnTo>
                <a:lnTo>
                  <a:pt x="1941" y="868"/>
                </a:lnTo>
                <a:lnTo>
                  <a:pt x="1941" y="869"/>
                </a:lnTo>
                <a:lnTo>
                  <a:pt x="1941" y="870"/>
                </a:lnTo>
                <a:lnTo>
                  <a:pt x="1940" y="870"/>
                </a:lnTo>
                <a:lnTo>
                  <a:pt x="1940" y="871"/>
                </a:lnTo>
                <a:lnTo>
                  <a:pt x="1939" y="872"/>
                </a:lnTo>
                <a:lnTo>
                  <a:pt x="1938" y="872"/>
                </a:lnTo>
                <a:lnTo>
                  <a:pt x="1938" y="873"/>
                </a:lnTo>
                <a:lnTo>
                  <a:pt x="1937" y="873"/>
                </a:lnTo>
                <a:lnTo>
                  <a:pt x="1936" y="873"/>
                </a:lnTo>
                <a:lnTo>
                  <a:pt x="1936" y="874"/>
                </a:lnTo>
                <a:lnTo>
                  <a:pt x="1935" y="874"/>
                </a:lnTo>
                <a:lnTo>
                  <a:pt x="1935" y="875"/>
                </a:lnTo>
                <a:lnTo>
                  <a:pt x="1935" y="876"/>
                </a:lnTo>
                <a:lnTo>
                  <a:pt x="1934" y="876"/>
                </a:lnTo>
                <a:lnTo>
                  <a:pt x="1934" y="877"/>
                </a:lnTo>
                <a:lnTo>
                  <a:pt x="1934" y="878"/>
                </a:lnTo>
                <a:lnTo>
                  <a:pt x="1933" y="878"/>
                </a:lnTo>
                <a:lnTo>
                  <a:pt x="1933" y="880"/>
                </a:lnTo>
                <a:lnTo>
                  <a:pt x="1933" y="881"/>
                </a:lnTo>
                <a:lnTo>
                  <a:pt x="1933" y="882"/>
                </a:lnTo>
                <a:lnTo>
                  <a:pt x="1933" y="883"/>
                </a:lnTo>
                <a:lnTo>
                  <a:pt x="1933" y="884"/>
                </a:lnTo>
                <a:lnTo>
                  <a:pt x="1934" y="884"/>
                </a:lnTo>
                <a:lnTo>
                  <a:pt x="1934" y="885"/>
                </a:lnTo>
                <a:lnTo>
                  <a:pt x="1934" y="886"/>
                </a:lnTo>
                <a:lnTo>
                  <a:pt x="1934" y="887"/>
                </a:lnTo>
                <a:lnTo>
                  <a:pt x="1934" y="889"/>
                </a:lnTo>
                <a:lnTo>
                  <a:pt x="1934" y="890"/>
                </a:lnTo>
                <a:lnTo>
                  <a:pt x="1934" y="891"/>
                </a:lnTo>
                <a:lnTo>
                  <a:pt x="1934" y="892"/>
                </a:lnTo>
                <a:lnTo>
                  <a:pt x="1934" y="893"/>
                </a:lnTo>
                <a:lnTo>
                  <a:pt x="1934" y="894"/>
                </a:lnTo>
                <a:lnTo>
                  <a:pt x="1934" y="895"/>
                </a:lnTo>
                <a:lnTo>
                  <a:pt x="1935" y="895"/>
                </a:lnTo>
                <a:lnTo>
                  <a:pt x="1935" y="896"/>
                </a:lnTo>
                <a:lnTo>
                  <a:pt x="1936" y="897"/>
                </a:lnTo>
                <a:lnTo>
                  <a:pt x="1937" y="897"/>
                </a:lnTo>
                <a:lnTo>
                  <a:pt x="1937" y="898"/>
                </a:lnTo>
                <a:lnTo>
                  <a:pt x="1938" y="898"/>
                </a:lnTo>
                <a:lnTo>
                  <a:pt x="1939" y="898"/>
                </a:lnTo>
                <a:lnTo>
                  <a:pt x="1940" y="898"/>
                </a:lnTo>
                <a:lnTo>
                  <a:pt x="1942" y="899"/>
                </a:lnTo>
                <a:lnTo>
                  <a:pt x="1942" y="900"/>
                </a:lnTo>
                <a:lnTo>
                  <a:pt x="1943" y="900"/>
                </a:lnTo>
                <a:lnTo>
                  <a:pt x="1944" y="901"/>
                </a:lnTo>
                <a:lnTo>
                  <a:pt x="1946" y="902"/>
                </a:lnTo>
                <a:lnTo>
                  <a:pt x="1946" y="903"/>
                </a:lnTo>
                <a:lnTo>
                  <a:pt x="1947" y="904"/>
                </a:lnTo>
                <a:lnTo>
                  <a:pt x="1948" y="905"/>
                </a:lnTo>
                <a:lnTo>
                  <a:pt x="1948" y="906"/>
                </a:lnTo>
                <a:lnTo>
                  <a:pt x="1949" y="908"/>
                </a:lnTo>
                <a:lnTo>
                  <a:pt x="1949" y="909"/>
                </a:lnTo>
                <a:lnTo>
                  <a:pt x="1949" y="910"/>
                </a:lnTo>
                <a:lnTo>
                  <a:pt x="1950" y="912"/>
                </a:lnTo>
                <a:lnTo>
                  <a:pt x="1950" y="913"/>
                </a:lnTo>
                <a:lnTo>
                  <a:pt x="1951" y="913"/>
                </a:lnTo>
                <a:lnTo>
                  <a:pt x="1951" y="914"/>
                </a:lnTo>
                <a:lnTo>
                  <a:pt x="1951" y="915"/>
                </a:lnTo>
                <a:lnTo>
                  <a:pt x="1951" y="916"/>
                </a:lnTo>
                <a:lnTo>
                  <a:pt x="1952" y="916"/>
                </a:lnTo>
                <a:lnTo>
                  <a:pt x="1952" y="917"/>
                </a:lnTo>
                <a:lnTo>
                  <a:pt x="1952" y="919"/>
                </a:lnTo>
                <a:lnTo>
                  <a:pt x="1952" y="920"/>
                </a:lnTo>
                <a:lnTo>
                  <a:pt x="1952" y="921"/>
                </a:lnTo>
                <a:lnTo>
                  <a:pt x="1951" y="922"/>
                </a:lnTo>
                <a:lnTo>
                  <a:pt x="1949" y="923"/>
                </a:lnTo>
                <a:lnTo>
                  <a:pt x="1948" y="924"/>
                </a:lnTo>
                <a:lnTo>
                  <a:pt x="1947" y="924"/>
                </a:lnTo>
                <a:lnTo>
                  <a:pt x="1946" y="924"/>
                </a:lnTo>
                <a:lnTo>
                  <a:pt x="1945" y="924"/>
                </a:lnTo>
                <a:lnTo>
                  <a:pt x="1945" y="925"/>
                </a:lnTo>
                <a:lnTo>
                  <a:pt x="1944" y="925"/>
                </a:lnTo>
                <a:lnTo>
                  <a:pt x="1943" y="925"/>
                </a:lnTo>
                <a:lnTo>
                  <a:pt x="1942" y="925"/>
                </a:lnTo>
                <a:lnTo>
                  <a:pt x="1942" y="926"/>
                </a:lnTo>
                <a:lnTo>
                  <a:pt x="1942" y="927"/>
                </a:lnTo>
                <a:lnTo>
                  <a:pt x="1941" y="927"/>
                </a:lnTo>
                <a:lnTo>
                  <a:pt x="1941" y="928"/>
                </a:lnTo>
                <a:lnTo>
                  <a:pt x="1941" y="931"/>
                </a:lnTo>
                <a:lnTo>
                  <a:pt x="1941" y="932"/>
                </a:lnTo>
                <a:lnTo>
                  <a:pt x="1940" y="932"/>
                </a:lnTo>
                <a:lnTo>
                  <a:pt x="1940" y="934"/>
                </a:lnTo>
                <a:lnTo>
                  <a:pt x="1941" y="934"/>
                </a:lnTo>
                <a:lnTo>
                  <a:pt x="1941" y="935"/>
                </a:lnTo>
                <a:lnTo>
                  <a:pt x="1941" y="936"/>
                </a:lnTo>
                <a:lnTo>
                  <a:pt x="1942" y="937"/>
                </a:lnTo>
                <a:lnTo>
                  <a:pt x="1942" y="939"/>
                </a:lnTo>
                <a:lnTo>
                  <a:pt x="1941" y="939"/>
                </a:lnTo>
                <a:lnTo>
                  <a:pt x="1941" y="940"/>
                </a:lnTo>
                <a:lnTo>
                  <a:pt x="1941" y="941"/>
                </a:lnTo>
                <a:lnTo>
                  <a:pt x="1941" y="942"/>
                </a:lnTo>
                <a:lnTo>
                  <a:pt x="1941" y="943"/>
                </a:lnTo>
                <a:lnTo>
                  <a:pt x="1941" y="944"/>
                </a:lnTo>
                <a:lnTo>
                  <a:pt x="1942" y="945"/>
                </a:lnTo>
                <a:lnTo>
                  <a:pt x="1941" y="945"/>
                </a:lnTo>
                <a:lnTo>
                  <a:pt x="1941" y="946"/>
                </a:lnTo>
                <a:lnTo>
                  <a:pt x="1940" y="948"/>
                </a:lnTo>
                <a:lnTo>
                  <a:pt x="1939" y="949"/>
                </a:lnTo>
                <a:lnTo>
                  <a:pt x="1938" y="950"/>
                </a:lnTo>
                <a:lnTo>
                  <a:pt x="1938" y="951"/>
                </a:lnTo>
                <a:lnTo>
                  <a:pt x="1938" y="952"/>
                </a:lnTo>
                <a:lnTo>
                  <a:pt x="1938" y="953"/>
                </a:lnTo>
                <a:lnTo>
                  <a:pt x="1938" y="954"/>
                </a:lnTo>
                <a:lnTo>
                  <a:pt x="1939" y="954"/>
                </a:lnTo>
                <a:lnTo>
                  <a:pt x="1939" y="955"/>
                </a:lnTo>
                <a:lnTo>
                  <a:pt x="1940" y="955"/>
                </a:lnTo>
                <a:lnTo>
                  <a:pt x="1941" y="955"/>
                </a:lnTo>
                <a:lnTo>
                  <a:pt x="1941" y="956"/>
                </a:lnTo>
                <a:lnTo>
                  <a:pt x="1941" y="957"/>
                </a:lnTo>
                <a:lnTo>
                  <a:pt x="1942" y="958"/>
                </a:lnTo>
                <a:lnTo>
                  <a:pt x="1942" y="959"/>
                </a:lnTo>
                <a:lnTo>
                  <a:pt x="1942" y="961"/>
                </a:lnTo>
                <a:lnTo>
                  <a:pt x="1942" y="962"/>
                </a:lnTo>
                <a:lnTo>
                  <a:pt x="1942" y="963"/>
                </a:lnTo>
                <a:lnTo>
                  <a:pt x="1941" y="964"/>
                </a:lnTo>
                <a:lnTo>
                  <a:pt x="1941" y="966"/>
                </a:lnTo>
                <a:lnTo>
                  <a:pt x="1941" y="967"/>
                </a:lnTo>
                <a:lnTo>
                  <a:pt x="1941" y="968"/>
                </a:lnTo>
                <a:lnTo>
                  <a:pt x="1941" y="971"/>
                </a:lnTo>
                <a:lnTo>
                  <a:pt x="1941" y="972"/>
                </a:lnTo>
                <a:lnTo>
                  <a:pt x="1941" y="973"/>
                </a:lnTo>
                <a:lnTo>
                  <a:pt x="1942" y="973"/>
                </a:lnTo>
                <a:lnTo>
                  <a:pt x="1942" y="974"/>
                </a:lnTo>
                <a:lnTo>
                  <a:pt x="1942" y="976"/>
                </a:lnTo>
                <a:lnTo>
                  <a:pt x="1942" y="977"/>
                </a:lnTo>
                <a:lnTo>
                  <a:pt x="1943" y="978"/>
                </a:lnTo>
                <a:lnTo>
                  <a:pt x="1943" y="979"/>
                </a:lnTo>
                <a:lnTo>
                  <a:pt x="1942" y="979"/>
                </a:lnTo>
                <a:lnTo>
                  <a:pt x="1942" y="980"/>
                </a:lnTo>
                <a:lnTo>
                  <a:pt x="1941" y="981"/>
                </a:lnTo>
                <a:lnTo>
                  <a:pt x="1941" y="982"/>
                </a:lnTo>
                <a:lnTo>
                  <a:pt x="1941" y="983"/>
                </a:lnTo>
                <a:lnTo>
                  <a:pt x="1941" y="984"/>
                </a:lnTo>
                <a:lnTo>
                  <a:pt x="1942" y="984"/>
                </a:lnTo>
                <a:lnTo>
                  <a:pt x="1942" y="985"/>
                </a:lnTo>
                <a:lnTo>
                  <a:pt x="1942" y="986"/>
                </a:lnTo>
                <a:lnTo>
                  <a:pt x="1943" y="987"/>
                </a:lnTo>
                <a:lnTo>
                  <a:pt x="1944" y="987"/>
                </a:lnTo>
                <a:lnTo>
                  <a:pt x="1945" y="988"/>
                </a:lnTo>
                <a:lnTo>
                  <a:pt x="1945" y="989"/>
                </a:lnTo>
                <a:lnTo>
                  <a:pt x="1946" y="989"/>
                </a:lnTo>
                <a:lnTo>
                  <a:pt x="1946" y="990"/>
                </a:lnTo>
                <a:lnTo>
                  <a:pt x="1947" y="990"/>
                </a:lnTo>
                <a:lnTo>
                  <a:pt x="1948" y="991"/>
                </a:lnTo>
                <a:lnTo>
                  <a:pt x="1948" y="992"/>
                </a:lnTo>
                <a:lnTo>
                  <a:pt x="1949" y="993"/>
                </a:lnTo>
                <a:lnTo>
                  <a:pt x="1948" y="993"/>
                </a:lnTo>
                <a:lnTo>
                  <a:pt x="1948" y="994"/>
                </a:lnTo>
                <a:lnTo>
                  <a:pt x="1947" y="995"/>
                </a:lnTo>
                <a:lnTo>
                  <a:pt x="1947" y="996"/>
                </a:lnTo>
                <a:lnTo>
                  <a:pt x="1947" y="997"/>
                </a:lnTo>
                <a:lnTo>
                  <a:pt x="1947" y="998"/>
                </a:lnTo>
                <a:lnTo>
                  <a:pt x="1947" y="999"/>
                </a:lnTo>
                <a:lnTo>
                  <a:pt x="1947" y="1000"/>
                </a:lnTo>
                <a:lnTo>
                  <a:pt x="1947" y="1001"/>
                </a:lnTo>
                <a:lnTo>
                  <a:pt x="1947" y="1002"/>
                </a:lnTo>
                <a:lnTo>
                  <a:pt x="1948" y="1002"/>
                </a:lnTo>
                <a:lnTo>
                  <a:pt x="1948" y="1003"/>
                </a:lnTo>
                <a:lnTo>
                  <a:pt x="1948" y="1004"/>
                </a:lnTo>
                <a:lnTo>
                  <a:pt x="1948" y="1005"/>
                </a:lnTo>
                <a:lnTo>
                  <a:pt x="1949" y="1005"/>
                </a:lnTo>
                <a:lnTo>
                  <a:pt x="1949" y="1006"/>
                </a:lnTo>
                <a:lnTo>
                  <a:pt x="1950" y="1006"/>
                </a:lnTo>
                <a:lnTo>
                  <a:pt x="1950" y="1007"/>
                </a:lnTo>
                <a:lnTo>
                  <a:pt x="1950" y="1008"/>
                </a:lnTo>
                <a:lnTo>
                  <a:pt x="1951" y="1008"/>
                </a:lnTo>
                <a:lnTo>
                  <a:pt x="1951" y="1009"/>
                </a:lnTo>
                <a:lnTo>
                  <a:pt x="1950" y="1009"/>
                </a:lnTo>
                <a:lnTo>
                  <a:pt x="1950" y="1010"/>
                </a:lnTo>
                <a:lnTo>
                  <a:pt x="1950" y="1013"/>
                </a:lnTo>
                <a:lnTo>
                  <a:pt x="1950" y="1016"/>
                </a:lnTo>
                <a:lnTo>
                  <a:pt x="1951" y="1018"/>
                </a:lnTo>
                <a:lnTo>
                  <a:pt x="1951" y="1019"/>
                </a:lnTo>
                <a:lnTo>
                  <a:pt x="1951" y="1022"/>
                </a:lnTo>
                <a:lnTo>
                  <a:pt x="1950" y="1022"/>
                </a:lnTo>
                <a:lnTo>
                  <a:pt x="1950" y="1023"/>
                </a:lnTo>
                <a:lnTo>
                  <a:pt x="1948" y="1024"/>
                </a:lnTo>
                <a:lnTo>
                  <a:pt x="1947" y="1026"/>
                </a:lnTo>
                <a:lnTo>
                  <a:pt x="1946" y="1027"/>
                </a:lnTo>
                <a:lnTo>
                  <a:pt x="1945" y="1028"/>
                </a:lnTo>
                <a:lnTo>
                  <a:pt x="1944" y="1029"/>
                </a:lnTo>
                <a:lnTo>
                  <a:pt x="1943" y="1030"/>
                </a:lnTo>
                <a:lnTo>
                  <a:pt x="1942" y="1031"/>
                </a:lnTo>
                <a:lnTo>
                  <a:pt x="1942" y="1032"/>
                </a:lnTo>
                <a:lnTo>
                  <a:pt x="1941" y="1033"/>
                </a:lnTo>
                <a:lnTo>
                  <a:pt x="1941" y="1034"/>
                </a:lnTo>
                <a:lnTo>
                  <a:pt x="1941" y="1036"/>
                </a:lnTo>
                <a:lnTo>
                  <a:pt x="1941" y="1037"/>
                </a:lnTo>
                <a:lnTo>
                  <a:pt x="1941" y="1038"/>
                </a:lnTo>
                <a:lnTo>
                  <a:pt x="1941" y="1039"/>
                </a:lnTo>
                <a:lnTo>
                  <a:pt x="1941" y="1040"/>
                </a:lnTo>
                <a:lnTo>
                  <a:pt x="1941" y="1042"/>
                </a:lnTo>
                <a:lnTo>
                  <a:pt x="1941" y="1043"/>
                </a:lnTo>
                <a:lnTo>
                  <a:pt x="1942" y="1044"/>
                </a:lnTo>
                <a:lnTo>
                  <a:pt x="1941" y="1046"/>
                </a:lnTo>
                <a:lnTo>
                  <a:pt x="1941" y="1048"/>
                </a:lnTo>
                <a:lnTo>
                  <a:pt x="1941" y="1049"/>
                </a:lnTo>
                <a:lnTo>
                  <a:pt x="1940" y="1049"/>
                </a:lnTo>
                <a:lnTo>
                  <a:pt x="1940" y="1050"/>
                </a:lnTo>
                <a:lnTo>
                  <a:pt x="1940" y="1051"/>
                </a:lnTo>
                <a:lnTo>
                  <a:pt x="1940" y="1052"/>
                </a:lnTo>
                <a:lnTo>
                  <a:pt x="1940" y="1053"/>
                </a:lnTo>
                <a:lnTo>
                  <a:pt x="1940" y="1054"/>
                </a:lnTo>
                <a:lnTo>
                  <a:pt x="1940" y="1055"/>
                </a:lnTo>
                <a:lnTo>
                  <a:pt x="1939" y="1057"/>
                </a:lnTo>
                <a:lnTo>
                  <a:pt x="1939" y="1058"/>
                </a:lnTo>
                <a:lnTo>
                  <a:pt x="1939" y="1059"/>
                </a:lnTo>
                <a:lnTo>
                  <a:pt x="1939" y="1060"/>
                </a:lnTo>
                <a:lnTo>
                  <a:pt x="1939" y="1061"/>
                </a:lnTo>
                <a:lnTo>
                  <a:pt x="1940" y="1064"/>
                </a:lnTo>
                <a:lnTo>
                  <a:pt x="1941" y="1064"/>
                </a:lnTo>
                <a:lnTo>
                  <a:pt x="1941" y="1065"/>
                </a:lnTo>
                <a:lnTo>
                  <a:pt x="1942" y="1065"/>
                </a:lnTo>
                <a:lnTo>
                  <a:pt x="1943" y="1065"/>
                </a:lnTo>
                <a:lnTo>
                  <a:pt x="1943" y="1064"/>
                </a:lnTo>
                <a:lnTo>
                  <a:pt x="1944" y="1064"/>
                </a:lnTo>
                <a:lnTo>
                  <a:pt x="1945" y="1063"/>
                </a:lnTo>
                <a:lnTo>
                  <a:pt x="1946" y="1063"/>
                </a:lnTo>
                <a:lnTo>
                  <a:pt x="1948" y="1063"/>
                </a:lnTo>
                <a:lnTo>
                  <a:pt x="1950" y="1064"/>
                </a:lnTo>
                <a:lnTo>
                  <a:pt x="1951" y="1065"/>
                </a:lnTo>
                <a:lnTo>
                  <a:pt x="1952" y="1065"/>
                </a:lnTo>
                <a:lnTo>
                  <a:pt x="1952" y="1066"/>
                </a:lnTo>
                <a:lnTo>
                  <a:pt x="1953" y="1066"/>
                </a:lnTo>
                <a:lnTo>
                  <a:pt x="1954" y="1067"/>
                </a:lnTo>
                <a:lnTo>
                  <a:pt x="1954" y="1068"/>
                </a:lnTo>
                <a:lnTo>
                  <a:pt x="1954" y="1069"/>
                </a:lnTo>
                <a:lnTo>
                  <a:pt x="1955" y="1069"/>
                </a:lnTo>
                <a:lnTo>
                  <a:pt x="1956" y="1069"/>
                </a:lnTo>
                <a:lnTo>
                  <a:pt x="1956" y="1070"/>
                </a:lnTo>
                <a:lnTo>
                  <a:pt x="1957" y="1070"/>
                </a:lnTo>
                <a:lnTo>
                  <a:pt x="1957" y="1071"/>
                </a:lnTo>
                <a:lnTo>
                  <a:pt x="1957" y="1072"/>
                </a:lnTo>
                <a:lnTo>
                  <a:pt x="1957" y="1073"/>
                </a:lnTo>
                <a:lnTo>
                  <a:pt x="1957" y="1074"/>
                </a:lnTo>
                <a:lnTo>
                  <a:pt x="1956" y="1075"/>
                </a:lnTo>
                <a:lnTo>
                  <a:pt x="1956" y="1076"/>
                </a:lnTo>
                <a:lnTo>
                  <a:pt x="1955" y="1076"/>
                </a:lnTo>
                <a:lnTo>
                  <a:pt x="1955" y="1077"/>
                </a:lnTo>
                <a:lnTo>
                  <a:pt x="1954" y="1077"/>
                </a:lnTo>
                <a:lnTo>
                  <a:pt x="1954" y="1078"/>
                </a:lnTo>
                <a:lnTo>
                  <a:pt x="1953" y="1078"/>
                </a:lnTo>
                <a:lnTo>
                  <a:pt x="1953" y="1079"/>
                </a:lnTo>
                <a:lnTo>
                  <a:pt x="1952" y="1079"/>
                </a:lnTo>
                <a:lnTo>
                  <a:pt x="1951" y="1079"/>
                </a:lnTo>
                <a:lnTo>
                  <a:pt x="1950" y="1080"/>
                </a:lnTo>
                <a:lnTo>
                  <a:pt x="1949" y="1080"/>
                </a:lnTo>
                <a:lnTo>
                  <a:pt x="1949" y="1081"/>
                </a:lnTo>
                <a:lnTo>
                  <a:pt x="1949" y="1084"/>
                </a:lnTo>
                <a:lnTo>
                  <a:pt x="1949" y="1085"/>
                </a:lnTo>
                <a:lnTo>
                  <a:pt x="1950" y="1086"/>
                </a:lnTo>
                <a:lnTo>
                  <a:pt x="1951" y="1086"/>
                </a:lnTo>
                <a:lnTo>
                  <a:pt x="1952" y="1086"/>
                </a:lnTo>
                <a:lnTo>
                  <a:pt x="1953" y="1086"/>
                </a:lnTo>
                <a:lnTo>
                  <a:pt x="1954" y="1086"/>
                </a:lnTo>
                <a:lnTo>
                  <a:pt x="1955" y="1086"/>
                </a:lnTo>
                <a:lnTo>
                  <a:pt x="1955" y="1085"/>
                </a:lnTo>
                <a:lnTo>
                  <a:pt x="1956" y="1085"/>
                </a:lnTo>
                <a:lnTo>
                  <a:pt x="1956" y="1084"/>
                </a:lnTo>
                <a:lnTo>
                  <a:pt x="1957" y="1084"/>
                </a:lnTo>
                <a:lnTo>
                  <a:pt x="1957" y="1085"/>
                </a:lnTo>
                <a:lnTo>
                  <a:pt x="1957" y="1086"/>
                </a:lnTo>
                <a:lnTo>
                  <a:pt x="1957" y="1089"/>
                </a:lnTo>
                <a:lnTo>
                  <a:pt x="1957" y="1090"/>
                </a:lnTo>
                <a:lnTo>
                  <a:pt x="1957" y="1091"/>
                </a:lnTo>
                <a:lnTo>
                  <a:pt x="1957" y="1092"/>
                </a:lnTo>
                <a:lnTo>
                  <a:pt x="1957" y="1093"/>
                </a:lnTo>
                <a:lnTo>
                  <a:pt x="1958" y="1093"/>
                </a:lnTo>
                <a:lnTo>
                  <a:pt x="1958" y="1094"/>
                </a:lnTo>
                <a:lnTo>
                  <a:pt x="1959" y="1094"/>
                </a:lnTo>
                <a:lnTo>
                  <a:pt x="1960" y="1095"/>
                </a:lnTo>
                <a:lnTo>
                  <a:pt x="1960" y="1096"/>
                </a:lnTo>
                <a:lnTo>
                  <a:pt x="1960" y="1097"/>
                </a:lnTo>
                <a:lnTo>
                  <a:pt x="1960" y="1098"/>
                </a:lnTo>
                <a:lnTo>
                  <a:pt x="1960" y="1099"/>
                </a:lnTo>
                <a:lnTo>
                  <a:pt x="1960" y="1100"/>
                </a:lnTo>
                <a:lnTo>
                  <a:pt x="1960" y="1101"/>
                </a:lnTo>
                <a:lnTo>
                  <a:pt x="1959" y="1101"/>
                </a:lnTo>
                <a:lnTo>
                  <a:pt x="1958" y="1101"/>
                </a:lnTo>
                <a:lnTo>
                  <a:pt x="1958" y="1102"/>
                </a:lnTo>
                <a:lnTo>
                  <a:pt x="1956" y="1102"/>
                </a:lnTo>
                <a:lnTo>
                  <a:pt x="1955" y="1102"/>
                </a:lnTo>
                <a:lnTo>
                  <a:pt x="1954" y="1102"/>
                </a:lnTo>
                <a:lnTo>
                  <a:pt x="1954" y="1103"/>
                </a:lnTo>
                <a:lnTo>
                  <a:pt x="1953" y="1103"/>
                </a:lnTo>
                <a:lnTo>
                  <a:pt x="1954" y="1104"/>
                </a:lnTo>
                <a:lnTo>
                  <a:pt x="1956" y="1104"/>
                </a:lnTo>
                <a:lnTo>
                  <a:pt x="1957" y="1104"/>
                </a:lnTo>
                <a:lnTo>
                  <a:pt x="1957" y="1105"/>
                </a:lnTo>
                <a:lnTo>
                  <a:pt x="1957" y="1106"/>
                </a:lnTo>
                <a:lnTo>
                  <a:pt x="1956" y="1107"/>
                </a:lnTo>
                <a:lnTo>
                  <a:pt x="1955" y="1108"/>
                </a:lnTo>
                <a:lnTo>
                  <a:pt x="1955" y="1109"/>
                </a:lnTo>
                <a:lnTo>
                  <a:pt x="1955" y="1110"/>
                </a:lnTo>
                <a:lnTo>
                  <a:pt x="1956" y="1110"/>
                </a:lnTo>
                <a:lnTo>
                  <a:pt x="1956" y="1111"/>
                </a:lnTo>
                <a:lnTo>
                  <a:pt x="1955" y="1111"/>
                </a:lnTo>
                <a:lnTo>
                  <a:pt x="1955" y="1112"/>
                </a:lnTo>
                <a:lnTo>
                  <a:pt x="1955" y="1113"/>
                </a:lnTo>
                <a:lnTo>
                  <a:pt x="1954" y="1113"/>
                </a:lnTo>
                <a:lnTo>
                  <a:pt x="1953" y="1113"/>
                </a:lnTo>
                <a:lnTo>
                  <a:pt x="1952" y="1112"/>
                </a:lnTo>
                <a:lnTo>
                  <a:pt x="1952" y="1111"/>
                </a:lnTo>
                <a:lnTo>
                  <a:pt x="1952" y="1110"/>
                </a:lnTo>
                <a:lnTo>
                  <a:pt x="1951" y="1110"/>
                </a:lnTo>
                <a:lnTo>
                  <a:pt x="1951" y="1109"/>
                </a:lnTo>
                <a:lnTo>
                  <a:pt x="1950" y="1109"/>
                </a:lnTo>
                <a:lnTo>
                  <a:pt x="1949" y="1109"/>
                </a:lnTo>
                <a:lnTo>
                  <a:pt x="1948" y="1109"/>
                </a:lnTo>
                <a:lnTo>
                  <a:pt x="1947" y="1109"/>
                </a:lnTo>
                <a:lnTo>
                  <a:pt x="1947" y="1110"/>
                </a:lnTo>
                <a:lnTo>
                  <a:pt x="1947" y="1111"/>
                </a:lnTo>
                <a:lnTo>
                  <a:pt x="1947" y="1112"/>
                </a:lnTo>
                <a:lnTo>
                  <a:pt x="1948" y="1112"/>
                </a:lnTo>
                <a:lnTo>
                  <a:pt x="1948" y="1113"/>
                </a:lnTo>
                <a:lnTo>
                  <a:pt x="1948" y="1114"/>
                </a:lnTo>
                <a:lnTo>
                  <a:pt x="1948" y="1115"/>
                </a:lnTo>
                <a:lnTo>
                  <a:pt x="1948" y="1116"/>
                </a:lnTo>
                <a:lnTo>
                  <a:pt x="1948" y="1117"/>
                </a:lnTo>
                <a:lnTo>
                  <a:pt x="1948" y="1118"/>
                </a:lnTo>
                <a:lnTo>
                  <a:pt x="1947" y="1118"/>
                </a:lnTo>
                <a:lnTo>
                  <a:pt x="1947" y="1119"/>
                </a:lnTo>
                <a:lnTo>
                  <a:pt x="1946" y="1120"/>
                </a:lnTo>
                <a:lnTo>
                  <a:pt x="1945" y="1122"/>
                </a:lnTo>
                <a:lnTo>
                  <a:pt x="1944" y="1122"/>
                </a:lnTo>
                <a:lnTo>
                  <a:pt x="1943" y="1123"/>
                </a:lnTo>
                <a:lnTo>
                  <a:pt x="1943" y="1124"/>
                </a:lnTo>
                <a:lnTo>
                  <a:pt x="1941" y="1124"/>
                </a:lnTo>
                <a:lnTo>
                  <a:pt x="1941" y="1125"/>
                </a:lnTo>
                <a:lnTo>
                  <a:pt x="1940" y="1125"/>
                </a:lnTo>
                <a:lnTo>
                  <a:pt x="1939" y="1125"/>
                </a:lnTo>
                <a:lnTo>
                  <a:pt x="1939" y="1126"/>
                </a:lnTo>
                <a:lnTo>
                  <a:pt x="1938" y="1126"/>
                </a:lnTo>
                <a:lnTo>
                  <a:pt x="1937" y="1127"/>
                </a:lnTo>
                <a:lnTo>
                  <a:pt x="1936" y="1128"/>
                </a:lnTo>
                <a:lnTo>
                  <a:pt x="1936" y="1130"/>
                </a:lnTo>
                <a:lnTo>
                  <a:pt x="1937" y="1131"/>
                </a:lnTo>
                <a:lnTo>
                  <a:pt x="1937" y="1132"/>
                </a:lnTo>
                <a:lnTo>
                  <a:pt x="1938" y="1134"/>
                </a:lnTo>
                <a:lnTo>
                  <a:pt x="1939" y="1134"/>
                </a:lnTo>
                <a:lnTo>
                  <a:pt x="1939" y="1135"/>
                </a:lnTo>
                <a:lnTo>
                  <a:pt x="1939" y="1136"/>
                </a:lnTo>
                <a:lnTo>
                  <a:pt x="1940" y="1136"/>
                </a:lnTo>
                <a:lnTo>
                  <a:pt x="1941" y="1137"/>
                </a:lnTo>
                <a:lnTo>
                  <a:pt x="1942" y="1138"/>
                </a:lnTo>
                <a:lnTo>
                  <a:pt x="1943" y="1138"/>
                </a:lnTo>
                <a:lnTo>
                  <a:pt x="1943" y="1139"/>
                </a:lnTo>
                <a:lnTo>
                  <a:pt x="1944" y="1139"/>
                </a:lnTo>
                <a:lnTo>
                  <a:pt x="1945" y="1139"/>
                </a:lnTo>
                <a:lnTo>
                  <a:pt x="1945" y="1140"/>
                </a:lnTo>
                <a:lnTo>
                  <a:pt x="1946" y="1140"/>
                </a:lnTo>
                <a:lnTo>
                  <a:pt x="1946" y="1141"/>
                </a:lnTo>
                <a:lnTo>
                  <a:pt x="1947" y="1141"/>
                </a:lnTo>
                <a:lnTo>
                  <a:pt x="1948" y="1142"/>
                </a:lnTo>
                <a:lnTo>
                  <a:pt x="1948" y="1143"/>
                </a:lnTo>
                <a:lnTo>
                  <a:pt x="1948" y="1144"/>
                </a:lnTo>
                <a:lnTo>
                  <a:pt x="1949" y="1144"/>
                </a:lnTo>
                <a:lnTo>
                  <a:pt x="1949" y="1145"/>
                </a:lnTo>
                <a:lnTo>
                  <a:pt x="1948" y="1147"/>
                </a:lnTo>
                <a:lnTo>
                  <a:pt x="1948" y="1149"/>
                </a:lnTo>
                <a:lnTo>
                  <a:pt x="1947" y="1153"/>
                </a:lnTo>
                <a:lnTo>
                  <a:pt x="1946" y="1154"/>
                </a:lnTo>
                <a:lnTo>
                  <a:pt x="1946" y="1155"/>
                </a:lnTo>
                <a:lnTo>
                  <a:pt x="1945" y="1157"/>
                </a:lnTo>
                <a:lnTo>
                  <a:pt x="1945" y="1158"/>
                </a:lnTo>
                <a:lnTo>
                  <a:pt x="1945" y="1160"/>
                </a:lnTo>
                <a:lnTo>
                  <a:pt x="1945" y="1161"/>
                </a:lnTo>
                <a:lnTo>
                  <a:pt x="1944" y="1162"/>
                </a:lnTo>
                <a:lnTo>
                  <a:pt x="1945" y="1162"/>
                </a:lnTo>
                <a:lnTo>
                  <a:pt x="1945" y="1163"/>
                </a:lnTo>
                <a:lnTo>
                  <a:pt x="1945" y="1164"/>
                </a:lnTo>
                <a:lnTo>
                  <a:pt x="1945" y="1165"/>
                </a:lnTo>
                <a:lnTo>
                  <a:pt x="1946" y="1165"/>
                </a:lnTo>
                <a:lnTo>
                  <a:pt x="1946" y="1166"/>
                </a:lnTo>
                <a:lnTo>
                  <a:pt x="1946" y="1167"/>
                </a:lnTo>
                <a:lnTo>
                  <a:pt x="1946" y="1168"/>
                </a:lnTo>
                <a:lnTo>
                  <a:pt x="1946" y="1169"/>
                </a:lnTo>
                <a:lnTo>
                  <a:pt x="1946" y="1170"/>
                </a:lnTo>
                <a:lnTo>
                  <a:pt x="1946" y="1171"/>
                </a:lnTo>
                <a:lnTo>
                  <a:pt x="1946" y="1172"/>
                </a:lnTo>
                <a:lnTo>
                  <a:pt x="1945" y="1172"/>
                </a:lnTo>
                <a:lnTo>
                  <a:pt x="1944" y="1171"/>
                </a:lnTo>
                <a:lnTo>
                  <a:pt x="1943" y="1171"/>
                </a:lnTo>
                <a:lnTo>
                  <a:pt x="1942" y="1171"/>
                </a:lnTo>
                <a:lnTo>
                  <a:pt x="1940" y="1172"/>
                </a:lnTo>
                <a:lnTo>
                  <a:pt x="1939" y="1172"/>
                </a:lnTo>
                <a:lnTo>
                  <a:pt x="1939" y="1173"/>
                </a:lnTo>
                <a:lnTo>
                  <a:pt x="1938" y="1174"/>
                </a:lnTo>
                <a:lnTo>
                  <a:pt x="1938" y="1175"/>
                </a:lnTo>
                <a:lnTo>
                  <a:pt x="1938" y="1177"/>
                </a:lnTo>
                <a:lnTo>
                  <a:pt x="1938" y="1178"/>
                </a:lnTo>
                <a:lnTo>
                  <a:pt x="1939" y="1178"/>
                </a:lnTo>
                <a:lnTo>
                  <a:pt x="1940" y="1179"/>
                </a:lnTo>
                <a:lnTo>
                  <a:pt x="1940" y="1180"/>
                </a:lnTo>
                <a:lnTo>
                  <a:pt x="1941" y="1181"/>
                </a:lnTo>
                <a:lnTo>
                  <a:pt x="1941" y="1182"/>
                </a:lnTo>
                <a:lnTo>
                  <a:pt x="1940" y="1182"/>
                </a:lnTo>
                <a:lnTo>
                  <a:pt x="1939" y="1183"/>
                </a:lnTo>
                <a:lnTo>
                  <a:pt x="1939" y="1184"/>
                </a:lnTo>
                <a:lnTo>
                  <a:pt x="1938" y="1184"/>
                </a:lnTo>
                <a:lnTo>
                  <a:pt x="1938" y="1185"/>
                </a:lnTo>
                <a:lnTo>
                  <a:pt x="1938" y="1186"/>
                </a:lnTo>
                <a:lnTo>
                  <a:pt x="1939" y="1186"/>
                </a:lnTo>
                <a:lnTo>
                  <a:pt x="1939" y="1187"/>
                </a:lnTo>
                <a:lnTo>
                  <a:pt x="1940" y="1187"/>
                </a:lnTo>
                <a:lnTo>
                  <a:pt x="1940" y="1188"/>
                </a:lnTo>
                <a:lnTo>
                  <a:pt x="1939" y="1189"/>
                </a:lnTo>
                <a:lnTo>
                  <a:pt x="1938" y="1189"/>
                </a:lnTo>
                <a:lnTo>
                  <a:pt x="1937" y="1189"/>
                </a:lnTo>
                <a:lnTo>
                  <a:pt x="1936" y="1188"/>
                </a:lnTo>
                <a:lnTo>
                  <a:pt x="1935" y="1188"/>
                </a:lnTo>
                <a:lnTo>
                  <a:pt x="1934" y="1187"/>
                </a:lnTo>
                <a:lnTo>
                  <a:pt x="1934" y="1186"/>
                </a:lnTo>
                <a:lnTo>
                  <a:pt x="1933" y="1186"/>
                </a:lnTo>
                <a:lnTo>
                  <a:pt x="1932" y="1185"/>
                </a:lnTo>
                <a:lnTo>
                  <a:pt x="1930" y="1185"/>
                </a:lnTo>
                <a:lnTo>
                  <a:pt x="1929" y="1185"/>
                </a:lnTo>
                <a:lnTo>
                  <a:pt x="1929" y="1186"/>
                </a:lnTo>
                <a:lnTo>
                  <a:pt x="1928" y="1186"/>
                </a:lnTo>
                <a:lnTo>
                  <a:pt x="1928" y="1187"/>
                </a:lnTo>
                <a:lnTo>
                  <a:pt x="1927" y="1188"/>
                </a:lnTo>
                <a:lnTo>
                  <a:pt x="1927" y="1189"/>
                </a:lnTo>
                <a:lnTo>
                  <a:pt x="1927" y="1190"/>
                </a:lnTo>
                <a:lnTo>
                  <a:pt x="1927" y="1191"/>
                </a:lnTo>
                <a:lnTo>
                  <a:pt x="1928" y="1192"/>
                </a:lnTo>
                <a:lnTo>
                  <a:pt x="1928" y="1193"/>
                </a:lnTo>
                <a:lnTo>
                  <a:pt x="1927" y="1193"/>
                </a:lnTo>
                <a:lnTo>
                  <a:pt x="1926" y="1193"/>
                </a:lnTo>
                <a:lnTo>
                  <a:pt x="1926" y="1194"/>
                </a:lnTo>
                <a:lnTo>
                  <a:pt x="1926" y="1195"/>
                </a:lnTo>
                <a:lnTo>
                  <a:pt x="1925" y="1195"/>
                </a:lnTo>
                <a:lnTo>
                  <a:pt x="1925" y="1196"/>
                </a:lnTo>
                <a:lnTo>
                  <a:pt x="1926" y="1196"/>
                </a:lnTo>
                <a:lnTo>
                  <a:pt x="1926" y="1197"/>
                </a:lnTo>
                <a:lnTo>
                  <a:pt x="1927" y="1197"/>
                </a:lnTo>
                <a:lnTo>
                  <a:pt x="1927" y="1198"/>
                </a:lnTo>
                <a:lnTo>
                  <a:pt x="1928" y="1198"/>
                </a:lnTo>
                <a:lnTo>
                  <a:pt x="1928" y="1199"/>
                </a:lnTo>
                <a:lnTo>
                  <a:pt x="1928" y="1200"/>
                </a:lnTo>
                <a:lnTo>
                  <a:pt x="1927" y="1200"/>
                </a:lnTo>
                <a:lnTo>
                  <a:pt x="1926" y="1199"/>
                </a:lnTo>
                <a:lnTo>
                  <a:pt x="1925" y="1199"/>
                </a:lnTo>
                <a:lnTo>
                  <a:pt x="1925" y="1200"/>
                </a:lnTo>
                <a:lnTo>
                  <a:pt x="1924" y="1200"/>
                </a:lnTo>
                <a:lnTo>
                  <a:pt x="1924" y="1201"/>
                </a:lnTo>
                <a:lnTo>
                  <a:pt x="1925" y="1202"/>
                </a:lnTo>
                <a:lnTo>
                  <a:pt x="1926" y="1203"/>
                </a:lnTo>
                <a:lnTo>
                  <a:pt x="1926" y="1204"/>
                </a:lnTo>
                <a:lnTo>
                  <a:pt x="1926" y="1205"/>
                </a:lnTo>
                <a:lnTo>
                  <a:pt x="1926" y="1206"/>
                </a:lnTo>
                <a:lnTo>
                  <a:pt x="1926" y="1207"/>
                </a:lnTo>
                <a:lnTo>
                  <a:pt x="1926" y="1208"/>
                </a:lnTo>
                <a:lnTo>
                  <a:pt x="1927" y="1208"/>
                </a:lnTo>
                <a:lnTo>
                  <a:pt x="1928" y="1209"/>
                </a:lnTo>
                <a:lnTo>
                  <a:pt x="1929" y="1208"/>
                </a:lnTo>
                <a:lnTo>
                  <a:pt x="1930" y="1208"/>
                </a:lnTo>
                <a:lnTo>
                  <a:pt x="1930" y="1207"/>
                </a:lnTo>
                <a:lnTo>
                  <a:pt x="1931" y="1207"/>
                </a:lnTo>
                <a:lnTo>
                  <a:pt x="1931" y="1208"/>
                </a:lnTo>
                <a:lnTo>
                  <a:pt x="1932" y="1208"/>
                </a:lnTo>
                <a:lnTo>
                  <a:pt x="1932" y="1209"/>
                </a:lnTo>
                <a:lnTo>
                  <a:pt x="1933" y="1209"/>
                </a:lnTo>
                <a:lnTo>
                  <a:pt x="1933" y="1210"/>
                </a:lnTo>
                <a:lnTo>
                  <a:pt x="1932" y="1211"/>
                </a:lnTo>
                <a:lnTo>
                  <a:pt x="1931" y="1211"/>
                </a:lnTo>
                <a:lnTo>
                  <a:pt x="1930" y="1211"/>
                </a:lnTo>
                <a:lnTo>
                  <a:pt x="1930" y="1210"/>
                </a:lnTo>
                <a:lnTo>
                  <a:pt x="1929" y="1210"/>
                </a:lnTo>
                <a:lnTo>
                  <a:pt x="1929" y="1211"/>
                </a:lnTo>
                <a:lnTo>
                  <a:pt x="1928" y="1211"/>
                </a:lnTo>
                <a:lnTo>
                  <a:pt x="1928" y="1212"/>
                </a:lnTo>
                <a:lnTo>
                  <a:pt x="1929" y="1213"/>
                </a:lnTo>
                <a:lnTo>
                  <a:pt x="1929" y="1214"/>
                </a:lnTo>
                <a:lnTo>
                  <a:pt x="1929" y="1215"/>
                </a:lnTo>
                <a:lnTo>
                  <a:pt x="1928" y="1215"/>
                </a:lnTo>
                <a:lnTo>
                  <a:pt x="1928" y="1216"/>
                </a:lnTo>
                <a:lnTo>
                  <a:pt x="1929" y="1217"/>
                </a:lnTo>
                <a:lnTo>
                  <a:pt x="1930" y="1217"/>
                </a:lnTo>
                <a:lnTo>
                  <a:pt x="1931" y="1217"/>
                </a:lnTo>
                <a:lnTo>
                  <a:pt x="1932" y="1217"/>
                </a:lnTo>
                <a:lnTo>
                  <a:pt x="1932" y="1218"/>
                </a:lnTo>
                <a:lnTo>
                  <a:pt x="1932" y="1219"/>
                </a:lnTo>
                <a:lnTo>
                  <a:pt x="1931" y="1219"/>
                </a:lnTo>
                <a:lnTo>
                  <a:pt x="1930" y="1220"/>
                </a:lnTo>
                <a:lnTo>
                  <a:pt x="1929" y="1221"/>
                </a:lnTo>
                <a:lnTo>
                  <a:pt x="1928" y="1221"/>
                </a:lnTo>
                <a:lnTo>
                  <a:pt x="1928" y="1222"/>
                </a:lnTo>
                <a:lnTo>
                  <a:pt x="1928" y="1223"/>
                </a:lnTo>
                <a:lnTo>
                  <a:pt x="1928" y="1224"/>
                </a:lnTo>
                <a:lnTo>
                  <a:pt x="1927" y="1224"/>
                </a:lnTo>
                <a:lnTo>
                  <a:pt x="1927" y="1225"/>
                </a:lnTo>
                <a:lnTo>
                  <a:pt x="1928" y="1225"/>
                </a:lnTo>
                <a:lnTo>
                  <a:pt x="1928" y="1226"/>
                </a:lnTo>
                <a:lnTo>
                  <a:pt x="1928" y="1227"/>
                </a:lnTo>
                <a:lnTo>
                  <a:pt x="1927" y="1227"/>
                </a:lnTo>
                <a:lnTo>
                  <a:pt x="1927" y="1228"/>
                </a:lnTo>
                <a:lnTo>
                  <a:pt x="1927" y="1229"/>
                </a:lnTo>
                <a:lnTo>
                  <a:pt x="1927" y="1230"/>
                </a:lnTo>
                <a:lnTo>
                  <a:pt x="1928" y="1230"/>
                </a:lnTo>
                <a:lnTo>
                  <a:pt x="1929" y="1229"/>
                </a:lnTo>
                <a:lnTo>
                  <a:pt x="1928" y="1229"/>
                </a:lnTo>
                <a:lnTo>
                  <a:pt x="1928" y="1228"/>
                </a:lnTo>
                <a:lnTo>
                  <a:pt x="1928" y="1227"/>
                </a:lnTo>
                <a:lnTo>
                  <a:pt x="1929" y="1227"/>
                </a:lnTo>
                <a:lnTo>
                  <a:pt x="1930" y="1227"/>
                </a:lnTo>
                <a:lnTo>
                  <a:pt x="1930" y="1228"/>
                </a:lnTo>
                <a:lnTo>
                  <a:pt x="1931" y="1228"/>
                </a:lnTo>
                <a:lnTo>
                  <a:pt x="1931" y="1229"/>
                </a:lnTo>
                <a:lnTo>
                  <a:pt x="1932" y="1229"/>
                </a:lnTo>
                <a:lnTo>
                  <a:pt x="1933" y="1229"/>
                </a:lnTo>
                <a:lnTo>
                  <a:pt x="1933" y="1228"/>
                </a:lnTo>
                <a:lnTo>
                  <a:pt x="1934" y="1228"/>
                </a:lnTo>
                <a:lnTo>
                  <a:pt x="1935" y="1228"/>
                </a:lnTo>
                <a:lnTo>
                  <a:pt x="1935" y="1229"/>
                </a:lnTo>
                <a:lnTo>
                  <a:pt x="1935" y="1230"/>
                </a:lnTo>
                <a:lnTo>
                  <a:pt x="1935" y="1231"/>
                </a:lnTo>
                <a:lnTo>
                  <a:pt x="1936" y="1231"/>
                </a:lnTo>
                <a:lnTo>
                  <a:pt x="1937" y="1231"/>
                </a:lnTo>
                <a:lnTo>
                  <a:pt x="1937" y="1232"/>
                </a:lnTo>
                <a:lnTo>
                  <a:pt x="1937" y="1233"/>
                </a:lnTo>
                <a:lnTo>
                  <a:pt x="1937" y="1234"/>
                </a:lnTo>
                <a:lnTo>
                  <a:pt x="1937" y="1235"/>
                </a:lnTo>
                <a:lnTo>
                  <a:pt x="1936" y="1235"/>
                </a:lnTo>
                <a:lnTo>
                  <a:pt x="1935" y="1235"/>
                </a:lnTo>
                <a:lnTo>
                  <a:pt x="1934" y="1235"/>
                </a:lnTo>
                <a:lnTo>
                  <a:pt x="1934" y="1236"/>
                </a:lnTo>
                <a:lnTo>
                  <a:pt x="1933" y="1236"/>
                </a:lnTo>
                <a:lnTo>
                  <a:pt x="1933" y="1237"/>
                </a:lnTo>
                <a:lnTo>
                  <a:pt x="1932" y="1237"/>
                </a:lnTo>
                <a:lnTo>
                  <a:pt x="1932" y="1238"/>
                </a:lnTo>
                <a:lnTo>
                  <a:pt x="1932" y="1239"/>
                </a:lnTo>
                <a:lnTo>
                  <a:pt x="1933" y="1239"/>
                </a:lnTo>
                <a:lnTo>
                  <a:pt x="1933" y="1240"/>
                </a:lnTo>
                <a:lnTo>
                  <a:pt x="1934" y="1240"/>
                </a:lnTo>
                <a:lnTo>
                  <a:pt x="1935" y="1240"/>
                </a:lnTo>
                <a:lnTo>
                  <a:pt x="1936" y="1240"/>
                </a:lnTo>
                <a:lnTo>
                  <a:pt x="1937" y="1241"/>
                </a:lnTo>
                <a:lnTo>
                  <a:pt x="1938" y="1241"/>
                </a:lnTo>
                <a:lnTo>
                  <a:pt x="1938" y="1242"/>
                </a:lnTo>
                <a:lnTo>
                  <a:pt x="1938" y="1243"/>
                </a:lnTo>
                <a:lnTo>
                  <a:pt x="1937" y="1243"/>
                </a:lnTo>
                <a:lnTo>
                  <a:pt x="1936" y="1243"/>
                </a:lnTo>
                <a:lnTo>
                  <a:pt x="1935" y="1242"/>
                </a:lnTo>
                <a:lnTo>
                  <a:pt x="1934" y="1242"/>
                </a:lnTo>
                <a:lnTo>
                  <a:pt x="1933" y="1242"/>
                </a:lnTo>
                <a:lnTo>
                  <a:pt x="1932" y="1242"/>
                </a:lnTo>
                <a:lnTo>
                  <a:pt x="1931" y="1243"/>
                </a:lnTo>
                <a:lnTo>
                  <a:pt x="1932" y="1243"/>
                </a:lnTo>
                <a:lnTo>
                  <a:pt x="1932" y="1244"/>
                </a:lnTo>
                <a:lnTo>
                  <a:pt x="1932" y="1245"/>
                </a:lnTo>
                <a:lnTo>
                  <a:pt x="1932" y="1246"/>
                </a:lnTo>
                <a:lnTo>
                  <a:pt x="1931" y="1246"/>
                </a:lnTo>
                <a:lnTo>
                  <a:pt x="1931" y="1245"/>
                </a:lnTo>
                <a:lnTo>
                  <a:pt x="1930" y="1245"/>
                </a:lnTo>
                <a:lnTo>
                  <a:pt x="1929" y="1245"/>
                </a:lnTo>
                <a:lnTo>
                  <a:pt x="1929" y="1246"/>
                </a:lnTo>
                <a:lnTo>
                  <a:pt x="1930" y="1246"/>
                </a:lnTo>
                <a:lnTo>
                  <a:pt x="1930" y="1247"/>
                </a:lnTo>
                <a:lnTo>
                  <a:pt x="1931" y="1247"/>
                </a:lnTo>
                <a:lnTo>
                  <a:pt x="1930" y="1248"/>
                </a:lnTo>
                <a:lnTo>
                  <a:pt x="1930" y="1249"/>
                </a:lnTo>
                <a:lnTo>
                  <a:pt x="1930" y="1250"/>
                </a:lnTo>
                <a:lnTo>
                  <a:pt x="1931" y="1250"/>
                </a:lnTo>
                <a:lnTo>
                  <a:pt x="1931" y="1251"/>
                </a:lnTo>
                <a:lnTo>
                  <a:pt x="1932" y="1251"/>
                </a:lnTo>
                <a:lnTo>
                  <a:pt x="1932" y="1252"/>
                </a:lnTo>
                <a:lnTo>
                  <a:pt x="1933" y="1252"/>
                </a:lnTo>
                <a:lnTo>
                  <a:pt x="1933" y="1254"/>
                </a:lnTo>
                <a:lnTo>
                  <a:pt x="1932" y="1254"/>
                </a:lnTo>
                <a:lnTo>
                  <a:pt x="1931" y="1254"/>
                </a:lnTo>
                <a:lnTo>
                  <a:pt x="1931" y="1255"/>
                </a:lnTo>
                <a:lnTo>
                  <a:pt x="1930" y="1255"/>
                </a:lnTo>
                <a:lnTo>
                  <a:pt x="1930" y="1254"/>
                </a:lnTo>
                <a:lnTo>
                  <a:pt x="1929" y="1254"/>
                </a:lnTo>
                <a:lnTo>
                  <a:pt x="1928" y="1254"/>
                </a:lnTo>
                <a:lnTo>
                  <a:pt x="1928" y="1255"/>
                </a:lnTo>
                <a:lnTo>
                  <a:pt x="1928" y="1256"/>
                </a:lnTo>
                <a:lnTo>
                  <a:pt x="1927" y="1256"/>
                </a:lnTo>
                <a:lnTo>
                  <a:pt x="1927" y="1255"/>
                </a:lnTo>
                <a:lnTo>
                  <a:pt x="1926" y="1255"/>
                </a:lnTo>
                <a:lnTo>
                  <a:pt x="1926" y="1256"/>
                </a:lnTo>
                <a:lnTo>
                  <a:pt x="1927" y="1256"/>
                </a:lnTo>
                <a:lnTo>
                  <a:pt x="1927" y="1257"/>
                </a:lnTo>
                <a:lnTo>
                  <a:pt x="1926" y="1257"/>
                </a:lnTo>
                <a:lnTo>
                  <a:pt x="1925" y="1257"/>
                </a:lnTo>
                <a:lnTo>
                  <a:pt x="1925" y="1258"/>
                </a:lnTo>
                <a:lnTo>
                  <a:pt x="1924" y="1258"/>
                </a:lnTo>
                <a:lnTo>
                  <a:pt x="1925" y="1258"/>
                </a:lnTo>
                <a:lnTo>
                  <a:pt x="1925" y="1259"/>
                </a:lnTo>
                <a:lnTo>
                  <a:pt x="1924" y="1259"/>
                </a:lnTo>
                <a:lnTo>
                  <a:pt x="1924" y="1260"/>
                </a:lnTo>
                <a:lnTo>
                  <a:pt x="1924" y="1261"/>
                </a:lnTo>
                <a:lnTo>
                  <a:pt x="1923" y="1261"/>
                </a:lnTo>
                <a:lnTo>
                  <a:pt x="1922" y="1261"/>
                </a:lnTo>
                <a:lnTo>
                  <a:pt x="1922" y="1260"/>
                </a:lnTo>
                <a:lnTo>
                  <a:pt x="1921" y="1260"/>
                </a:lnTo>
                <a:lnTo>
                  <a:pt x="1921" y="1261"/>
                </a:lnTo>
                <a:lnTo>
                  <a:pt x="1921" y="1262"/>
                </a:lnTo>
                <a:lnTo>
                  <a:pt x="1920" y="1263"/>
                </a:lnTo>
                <a:lnTo>
                  <a:pt x="1920" y="1262"/>
                </a:lnTo>
                <a:lnTo>
                  <a:pt x="1920" y="1263"/>
                </a:lnTo>
                <a:lnTo>
                  <a:pt x="1919" y="1263"/>
                </a:lnTo>
                <a:lnTo>
                  <a:pt x="1919" y="1264"/>
                </a:lnTo>
                <a:lnTo>
                  <a:pt x="1918" y="1264"/>
                </a:lnTo>
                <a:lnTo>
                  <a:pt x="1918" y="1265"/>
                </a:lnTo>
                <a:lnTo>
                  <a:pt x="1919" y="1265"/>
                </a:lnTo>
                <a:lnTo>
                  <a:pt x="1918" y="1265"/>
                </a:lnTo>
                <a:lnTo>
                  <a:pt x="1917" y="1265"/>
                </a:lnTo>
                <a:lnTo>
                  <a:pt x="1918" y="1266"/>
                </a:lnTo>
                <a:lnTo>
                  <a:pt x="1918" y="1267"/>
                </a:lnTo>
                <a:lnTo>
                  <a:pt x="1917" y="1267"/>
                </a:lnTo>
                <a:lnTo>
                  <a:pt x="1917" y="1266"/>
                </a:lnTo>
                <a:lnTo>
                  <a:pt x="1916" y="1266"/>
                </a:lnTo>
                <a:lnTo>
                  <a:pt x="1916" y="1267"/>
                </a:lnTo>
                <a:lnTo>
                  <a:pt x="1916" y="1268"/>
                </a:lnTo>
                <a:lnTo>
                  <a:pt x="1915" y="1268"/>
                </a:lnTo>
                <a:lnTo>
                  <a:pt x="1914" y="1269"/>
                </a:lnTo>
                <a:lnTo>
                  <a:pt x="1914" y="1270"/>
                </a:lnTo>
                <a:lnTo>
                  <a:pt x="1913" y="1270"/>
                </a:lnTo>
                <a:lnTo>
                  <a:pt x="1913" y="1271"/>
                </a:lnTo>
                <a:lnTo>
                  <a:pt x="1913" y="1272"/>
                </a:lnTo>
                <a:lnTo>
                  <a:pt x="1912" y="1272"/>
                </a:lnTo>
                <a:lnTo>
                  <a:pt x="1912" y="1271"/>
                </a:lnTo>
                <a:lnTo>
                  <a:pt x="1912" y="1272"/>
                </a:lnTo>
                <a:lnTo>
                  <a:pt x="1911" y="1272"/>
                </a:lnTo>
                <a:lnTo>
                  <a:pt x="1911" y="1271"/>
                </a:lnTo>
                <a:lnTo>
                  <a:pt x="1910" y="1271"/>
                </a:lnTo>
                <a:lnTo>
                  <a:pt x="1910" y="1272"/>
                </a:lnTo>
                <a:lnTo>
                  <a:pt x="1910" y="1273"/>
                </a:lnTo>
                <a:lnTo>
                  <a:pt x="1911" y="1273"/>
                </a:lnTo>
                <a:lnTo>
                  <a:pt x="1911" y="1274"/>
                </a:lnTo>
                <a:lnTo>
                  <a:pt x="1910" y="1274"/>
                </a:lnTo>
                <a:lnTo>
                  <a:pt x="1909" y="1274"/>
                </a:lnTo>
                <a:lnTo>
                  <a:pt x="1909" y="1273"/>
                </a:lnTo>
                <a:lnTo>
                  <a:pt x="1909" y="1274"/>
                </a:lnTo>
                <a:lnTo>
                  <a:pt x="1908" y="1274"/>
                </a:lnTo>
                <a:lnTo>
                  <a:pt x="1907" y="1274"/>
                </a:lnTo>
                <a:lnTo>
                  <a:pt x="1906" y="1274"/>
                </a:lnTo>
                <a:lnTo>
                  <a:pt x="1906" y="1275"/>
                </a:lnTo>
                <a:lnTo>
                  <a:pt x="1907" y="1276"/>
                </a:lnTo>
                <a:lnTo>
                  <a:pt x="1907" y="1277"/>
                </a:lnTo>
                <a:lnTo>
                  <a:pt x="1906" y="1277"/>
                </a:lnTo>
                <a:lnTo>
                  <a:pt x="1906" y="1278"/>
                </a:lnTo>
                <a:lnTo>
                  <a:pt x="1906" y="1279"/>
                </a:lnTo>
                <a:lnTo>
                  <a:pt x="1906" y="1278"/>
                </a:lnTo>
                <a:lnTo>
                  <a:pt x="1907" y="1278"/>
                </a:lnTo>
                <a:lnTo>
                  <a:pt x="1906" y="1279"/>
                </a:lnTo>
                <a:lnTo>
                  <a:pt x="1906" y="1280"/>
                </a:lnTo>
                <a:lnTo>
                  <a:pt x="1906" y="1281"/>
                </a:lnTo>
                <a:lnTo>
                  <a:pt x="1907" y="1281"/>
                </a:lnTo>
                <a:lnTo>
                  <a:pt x="1907" y="1282"/>
                </a:lnTo>
                <a:lnTo>
                  <a:pt x="1906" y="1282"/>
                </a:lnTo>
                <a:lnTo>
                  <a:pt x="1906" y="1283"/>
                </a:lnTo>
                <a:lnTo>
                  <a:pt x="1905" y="1283"/>
                </a:lnTo>
                <a:lnTo>
                  <a:pt x="1905" y="1284"/>
                </a:lnTo>
                <a:lnTo>
                  <a:pt x="1905" y="1285"/>
                </a:lnTo>
                <a:lnTo>
                  <a:pt x="1906" y="1285"/>
                </a:lnTo>
                <a:lnTo>
                  <a:pt x="1906" y="1286"/>
                </a:lnTo>
                <a:lnTo>
                  <a:pt x="1906" y="1287"/>
                </a:lnTo>
                <a:lnTo>
                  <a:pt x="1905" y="1287"/>
                </a:lnTo>
                <a:lnTo>
                  <a:pt x="1905" y="1288"/>
                </a:lnTo>
                <a:lnTo>
                  <a:pt x="1905" y="1289"/>
                </a:lnTo>
                <a:lnTo>
                  <a:pt x="1905" y="1290"/>
                </a:lnTo>
                <a:lnTo>
                  <a:pt x="1906" y="1290"/>
                </a:lnTo>
                <a:lnTo>
                  <a:pt x="1906" y="1289"/>
                </a:lnTo>
                <a:lnTo>
                  <a:pt x="1906" y="1290"/>
                </a:lnTo>
                <a:lnTo>
                  <a:pt x="1906" y="1291"/>
                </a:lnTo>
                <a:lnTo>
                  <a:pt x="1905" y="1291"/>
                </a:lnTo>
                <a:lnTo>
                  <a:pt x="1904" y="1291"/>
                </a:lnTo>
                <a:lnTo>
                  <a:pt x="1904" y="1292"/>
                </a:lnTo>
                <a:lnTo>
                  <a:pt x="1903" y="1292"/>
                </a:lnTo>
                <a:lnTo>
                  <a:pt x="1904" y="1292"/>
                </a:lnTo>
                <a:lnTo>
                  <a:pt x="1905" y="1292"/>
                </a:lnTo>
                <a:lnTo>
                  <a:pt x="1905" y="1293"/>
                </a:lnTo>
                <a:lnTo>
                  <a:pt x="1906" y="1293"/>
                </a:lnTo>
                <a:lnTo>
                  <a:pt x="1905" y="1293"/>
                </a:lnTo>
                <a:lnTo>
                  <a:pt x="1904" y="1293"/>
                </a:lnTo>
                <a:lnTo>
                  <a:pt x="1903" y="1293"/>
                </a:lnTo>
                <a:lnTo>
                  <a:pt x="1903" y="1294"/>
                </a:lnTo>
                <a:lnTo>
                  <a:pt x="1904" y="1294"/>
                </a:lnTo>
                <a:lnTo>
                  <a:pt x="1904" y="1295"/>
                </a:lnTo>
                <a:lnTo>
                  <a:pt x="1903" y="1296"/>
                </a:lnTo>
                <a:lnTo>
                  <a:pt x="1904" y="1296"/>
                </a:lnTo>
                <a:lnTo>
                  <a:pt x="1905" y="1297"/>
                </a:lnTo>
                <a:lnTo>
                  <a:pt x="1905" y="1298"/>
                </a:lnTo>
                <a:lnTo>
                  <a:pt x="1904" y="1298"/>
                </a:lnTo>
                <a:lnTo>
                  <a:pt x="1904" y="1299"/>
                </a:lnTo>
                <a:lnTo>
                  <a:pt x="1905" y="1299"/>
                </a:lnTo>
                <a:lnTo>
                  <a:pt x="1905" y="1298"/>
                </a:lnTo>
                <a:lnTo>
                  <a:pt x="1905" y="1299"/>
                </a:lnTo>
                <a:lnTo>
                  <a:pt x="1906" y="1299"/>
                </a:lnTo>
                <a:lnTo>
                  <a:pt x="1906" y="1300"/>
                </a:lnTo>
                <a:lnTo>
                  <a:pt x="1905" y="1300"/>
                </a:lnTo>
                <a:lnTo>
                  <a:pt x="1905" y="1303"/>
                </a:lnTo>
                <a:lnTo>
                  <a:pt x="1906" y="1303"/>
                </a:lnTo>
                <a:lnTo>
                  <a:pt x="1907" y="1303"/>
                </a:lnTo>
                <a:lnTo>
                  <a:pt x="1907" y="1304"/>
                </a:lnTo>
                <a:lnTo>
                  <a:pt x="1907" y="1305"/>
                </a:lnTo>
                <a:lnTo>
                  <a:pt x="1907" y="1306"/>
                </a:lnTo>
                <a:lnTo>
                  <a:pt x="1906" y="1306"/>
                </a:lnTo>
                <a:lnTo>
                  <a:pt x="1906" y="1305"/>
                </a:lnTo>
                <a:lnTo>
                  <a:pt x="1905" y="1305"/>
                </a:lnTo>
                <a:lnTo>
                  <a:pt x="1905" y="1306"/>
                </a:lnTo>
                <a:lnTo>
                  <a:pt x="1906" y="1306"/>
                </a:lnTo>
                <a:lnTo>
                  <a:pt x="1906" y="1307"/>
                </a:lnTo>
                <a:lnTo>
                  <a:pt x="1905" y="1307"/>
                </a:lnTo>
                <a:lnTo>
                  <a:pt x="1905" y="1308"/>
                </a:lnTo>
                <a:lnTo>
                  <a:pt x="1906" y="1308"/>
                </a:lnTo>
                <a:lnTo>
                  <a:pt x="1905" y="1308"/>
                </a:lnTo>
                <a:lnTo>
                  <a:pt x="1905" y="1309"/>
                </a:lnTo>
                <a:lnTo>
                  <a:pt x="1904" y="1309"/>
                </a:lnTo>
                <a:lnTo>
                  <a:pt x="1904" y="1310"/>
                </a:lnTo>
                <a:lnTo>
                  <a:pt x="1905" y="1310"/>
                </a:lnTo>
                <a:lnTo>
                  <a:pt x="1905" y="1311"/>
                </a:lnTo>
                <a:lnTo>
                  <a:pt x="1906" y="1311"/>
                </a:lnTo>
                <a:lnTo>
                  <a:pt x="1906" y="1312"/>
                </a:lnTo>
                <a:lnTo>
                  <a:pt x="1907" y="1312"/>
                </a:lnTo>
                <a:lnTo>
                  <a:pt x="1907" y="1313"/>
                </a:lnTo>
                <a:lnTo>
                  <a:pt x="1906" y="1313"/>
                </a:lnTo>
                <a:lnTo>
                  <a:pt x="1906" y="1314"/>
                </a:lnTo>
                <a:lnTo>
                  <a:pt x="1906" y="1315"/>
                </a:lnTo>
                <a:lnTo>
                  <a:pt x="1905" y="1315"/>
                </a:lnTo>
                <a:lnTo>
                  <a:pt x="1906" y="1315"/>
                </a:lnTo>
                <a:lnTo>
                  <a:pt x="1906" y="1316"/>
                </a:lnTo>
                <a:lnTo>
                  <a:pt x="1905" y="1316"/>
                </a:lnTo>
                <a:lnTo>
                  <a:pt x="1904" y="1316"/>
                </a:lnTo>
                <a:lnTo>
                  <a:pt x="1905" y="1318"/>
                </a:lnTo>
                <a:lnTo>
                  <a:pt x="1906" y="1318"/>
                </a:lnTo>
                <a:lnTo>
                  <a:pt x="1907" y="1318"/>
                </a:lnTo>
                <a:lnTo>
                  <a:pt x="1907" y="1319"/>
                </a:lnTo>
                <a:lnTo>
                  <a:pt x="1906" y="1318"/>
                </a:lnTo>
                <a:lnTo>
                  <a:pt x="1906" y="1319"/>
                </a:lnTo>
                <a:lnTo>
                  <a:pt x="1905" y="1319"/>
                </a:lnTo>
                <a:lnTo>
                  <a:pt x="1905" y="1320"/>
                </a:lnTo>
                <a:lnTo>
                  <a:pt x="1906" y="1320"/>
                </a:lnTo>
                <a:lnTo>
                  <a:pt x="1907" y="1320"/>
                </a:lnTo>
                <a:lnTo>
                  <a:pt x="1906" y="1320"/>
                </a:lnTo>
                <a:lnTo>
                  <a:pt x="1906" y="1321"/>
                </a:lnTo>
                <a:lnTo>
                  <a:pt x="1905" y="1322"/>
                </a:lnTo>
                <a:lnTo>
                  <a:pt x="1905" y="1323"/>
                </a:lnTo>
                <a:lnTo>
                  <a:pt x="1906" y="1322"/>
                </a:lnTo>
                <a:lnTo>
                  <a:pt x="1906" y="1323"/>
                </a:lnTo>
                <a:lnTo>
                  <a:pt x="1905" y="1324"/>
                </a:lnTo>
                <a:lnTo>
                  <a:pt x="1905" y="1325"/>
                </a:lnTo>
                <a:lnTo>
                  <a:pt x="1906" y="1324"/>
                </a:lnTo>
                <a:lnTo>
                  <a:pt x="1907" y="1324"/>
                </a:lnTo>
                <a:lnTo>
                  <a:pt x="1907" y="1325"/>
                </a:lnTo>
                <a:lnTo>
                  <a:pt x="1906" y="1325"/>
                </a:lnTo>
                <a:lnTo>
                  <a:pt x="1906" y="1326"/>
                </a:lnTo>
                <a:lnTo>
                  <a:pt x="1906" y="1327"/>
                </a:lnTo>
                <a:lnTo>
                  <a:pt x="1907" y="1327"/>
                </a:lnTo>
                <a:lnTo>
                  <a:pt x="1907" y="1326"/>
                </a:lnTo>
                <a:lnTo>
                  <a:pt x="1907" y="1325"/>
                </a:lnTo>
                <a:lnTo>
                  <a:pt x="1908" y="1325"/>
                </a:lnTo>
                <a:lnTo>
                  <a:pt x="1908" y="1326"/>
                </a:lnTo>
                <a:lnTo>
                  <a:pt x="1908" y="1327"/>
                </a:lnTo>
                <a:lnTo>
                  <a:pt x="1907" y="1327"/>
                </a:lnTo>
                <a:lnTo>
                  <a:pt x="1906" y="1327"/>
                </a:lnTo>
                <a:lnTo>
                  <a:pt x="1906" y="1328"/>
                </a:lnTo>
                <a:lnTo>
                  <a:pt x="1907" y="1328"/>
                </a:lnTo>
                <a:lnTo>
                  <a:pt x="1907" y="1329"/>
                </a:lnTo>
                <a:lnTo>
                  <a:pt x="1906" y="1329"/>
                </a:lnTo>
                <a:lnTo>
                  <a:pt x="1906" y="1330"/>
                </a:lnTo>
                <a:lnTo>
                  <a:pt x="1907" y="1331"/>
                </a:lnTo>
                <a:lnTo>
                  <a:pt x="1908" y="1331"/>
                </a:lnTo>
                <a:lnTo>
                  <a:pt x="1907" y="1330"/>
                </a:lnTo>
                <a:lnTo>
                  <a:pt x="1908" y="1330"/>
                </a:lnTo>
                <a:lnTo>
                  <a:pt x="1909" y="1330"/>
                </a:lnTo>
                <a:lnTo>
                  <a:pt x="1908" y="1330"/>
                </a:lnTo>
                <a:lnTo>
                  <a:pt x="1908" y="1331"/>
                </a:lnTo>
                <a:lnTo>
                  <a:pt x="1909" y="1331"/>
                </a:lnTo>
                <a:lnTo>
                  <a:pt x="1908" y="1331"/>
                </a:lnTo>
                <a:lnTo>
                  <a:pt x="1907" y="1331"/>
                </a:lnTo>
                <a:lnTo>
                  <a:pt x="1907" y="1332"/>
                </a:lnTo>
                <a:lnTo>
                  <a:pt x="1908" y="1332"/>
                </a:lnTo>
                <a:lnTo>
                  <a:pt x="1908" y="1333"/>
                </a:lnTo>
                <a:lnTo>
                  <a:pt x="1908" y="1332"/>
                </a:lnTo>
                <a:lnTo>
                  <a:pt x="1909" y="1332"/>
                </a:lnTo>
                <a:lnTo>
                  <a:pt x="1910" y="1332"/>
                </a:lnTo>
                <a:lnTo>
                  <a:pt x="1909" y="1332"/>
                </a:lnTo>
                <a:lnTo>
                  <a:pt x="1909" y="1333"/>
                </a:lnTo>
                <a:lnTo>
                  <a:pt x="1910" y="1334"/>
                </a:lnTo>
                <a:lnTo>
                  <a:pt x="1910" y="1333"/>
                </a:lnTo>
                <a:lnTo>
                  <a:pt x="1911" y="1333"/>
                </a:lnTo>
                <a:lnTo>
                  <a:pt x="1911" y="1334"/>
                </a:lnTo>
                <a:lnTo>
                  <a:pt x="1911" y="1335"/>
                </a:lnTo>
                <a:lnTo>
                  <a:pt x="1911" y="1334"/>
                </a:lnTo>
                <a:lnTo>
                  <a:pt x="1912" y="1334"/>
                </a:lnTo>
                <a:lnTo>
                  <a:pt x="1912" y="1335"/>
                </a:lnTo>
                <a:lnTo>
                  <a:pt x="1913" y="1335"/>
                </a:lnTo>
                <a:lnTo>
                  <a:pt x="1912" y="1335"/>
                </a:lnTo>
                <a:lnTo>
                  <a:pt x="1912" y="1336"/>
                </a:lnTo>
                <a:lnTo>
                  <a:pt x="1912" y="1337"/>
                </a:lnTo>
                <a:lnTo>
                  <a:pt x="1913" y="1337"/>
                </a:lnTo>
                <a:lnTo>
                  <a:pt x="1913" y="1336"/>
                </a:lnTo>
                <a:lnTo>
                  <a:pt x="1913" y="1337"/>
                </a:lnTo>
                <a:lnTo>
                  <a:pt x="1914" y="1338"/>
                </a:lnTo>
                <a:lnTo>
                  <a:pt x="1914" y="1339"/>
                </a:lnTo>
                <a:lnTo>
                  <a:pt x="1914" y="1340"/>
                </a:lnTo>
                <a:lnTo>
                  <a:pt x="1914" y="1339"/>
                </a:lnTo>
                <a:lnTo>
                  <a:pt x="1915" y="1339"/>
                </a:lnTo>
                <a:lnTo>
                  <a:pt x="1915" y="1340"/>
                </a:lnTo>
                <a:lnTo>
                  <a:pt x="1915" y="1341"/>
                </a:lnTo>
                <a:lnTo>
                  <a:pt x="1916" y="1341"/>
                </a:lnTo>
                <a:lnTo>
                  <a:pt x="1916" y="1342"/>
                </a:lnTo>
                <a:lnTo>
                  <a:pt x="1917" y="1343"/>
                </a:lnTo>
                <a:lnTo>
                  <a:pt x="1917" y="1344"/>
                </a:lnTo>
                <a:lnTo>
                  <a:pt x="1916" y="1344"/>
                </a:lnTo>
                <a:lnTo>
                  <a:pt x="1916" y="1345"/>
                </a:lnTo>
                <a:lnTo>
                  <a:pt x="1916" y="1346"/>
                </a:lnTo>
                <a:lnTo>
                  <a:pt x="1917" y="1346"/>
                </a:lnTo>
                <a:lnTo>
                  <a:pt x="1918" y="1346"/>
                </a:lnTo>
                <a:lnTo>
                  <a:pt x="1918" y="1347"/>
                </a:lnTo>
                <a:lnTo>
                  <a:pt x="1918" y="1348"/>
                </a:lnTo>
                <a:lnTo>
                  <a:pt x="1917" y="1348"/>
                </a:lnTo>
                <a:lnTo>
                  <a:pt x="1917" y="1349"/>
                </a:lnTo>
                <a:lnTo>
                  <a:pt x="1917" y="1348"/>
                </a:lnTo>
                <a:lnTo>
                  <a:pt x="1918" y="1348"/>
                </a:lnTo>
                <a:lnTo>
                  <a:pt x="1919" y="1348"/>
                </a:lnTo>
                <a:lnTo>
                  <a:pt x="1919" y="1349"/>
                </a:lnTo>
                <a:lnTo>
                  <a:pt x="1919" y="1348"/>
                </a:lnTo>
                <a:lnTo>
                  <a:pt x="1918" y="1348"/>
                </a:lnTo>
                <a:lnTo>
                  <a:pt x="1918" y="1349"/>
                </a:lnTo>
                <a:lnTo>
                  <a:pt x="1918" y="1351"/>
                </a:lnTo>
                <a:lnTo>
                  <a:pt x="1918" y="1352"/>
                </a:lnTo>
                <a:lnTo>
                  <a:pt x="1918" y="1351"/>
                </a:lnTo>
                <a:lnTo>
                  <a:pt x="1918" y="1350"/>
                </a:lnTo>
                <a:lnTo>
                  <a:pt x="1919" y="1350"/>
                </a:lnTo>
                <a:lnTo>
                  <a:pt x="1920" y="1350"/>
                </a:lnTo>
                <a:lnTo>
                  <a:pt x="1919" y="1351"/>
                </a:lnTo>
                <a:lnTo>
                  <a:pt x="1919" y="1352"/>
                </a:lnTo>
                <a:lnTo>
                  <a:pt x="1920" y="1352"/>
                </a:lnTo>
                <a:lnTo>
                  <a:pt x="1920" y="1353"/>
                </a:lnTo>
                <a:lnTo>
                  <a:pt x="1920" y="1354"/>
                </a:lnTo>
                <a:lnTo>
                  <a:pt x="1919" y="1354"/>
                </a:lnTo>
                <a:lnTo>
                  <a:pt x="1919" y="1353"/>
                </a:lnTo>
                <a:lnTo>
                  <a:pt x="1918" y="1353"/>
                </a:lnTo>
                <a:lnTo>
                  <a:pt x="1918" y="1354"/>
                </a:lnTo>
                <a:lnTo>
                  <a:pt x="1917" y="1354"/>
                </a:lnTo>
                <a:lnTo>
                  <a:pt x="1917" y="1355"/>
                </a:lnTo>
                <a:lnTo>
                  <a:pt x="1916" y="1355"/>
                </a:lnTo>
                <a:lnTo>
                  <a:pt x="1916" y="1357"/>
                </a:lnTo>
                <a:lnTo>
                  <a:pt x="1915" y="1357"/>
                </a:lnTo>
                <a:lnTo>
                  <a:pt x="1916" y="1358"/>
                </a:lnTo>
                <a:lnTo>
                  <a:pt x="1916" y="1359"/>
                </a:lnTo>
                <a:lnTo>
                  <a:pt x="1915" y="1359"/>
                </a:lnTo>
                <a:lnTo>
                  <a:pt x="1915" y="1360"/>
                </a:lnTo>
                <a:lnTo>
                  <a:pt x="1914" y="1360"/>
                </a:lnTo>
                <a:lnTo>
                  <a:pt x="1914" y="1361"/>
                </a:lnTo>
                <a:lnTo>
                  <a:pt x="1915" y="1361"/>
                </a:lnTo>
                <a:lnTo>
                  <a:pt x="1914" y="1361"/>
                </a:lnTo>
                <a:lnTo>
                  <a:pt x="1913" y="1361"/>
                </a:lnTo>
                <a:lnTo>
                  <a:pt x="1914" y="1361"/>
                </a:lnTo>
                <a:lnTo>
                  <a:pt x="1914" y="1362"/>
                </a:lnTo>
                <a:lnTo>
                  <a:pt x="1913" y="1362"/>
                </a:lnTo>
                <a:lnTo>
                  <a:pt x="1912" y="1362"/>
                </a:lnTo>
                <a:lnTo>
                  <a:pt x="1912" y="1364"/>
                </a:lnTo>
                <a:lnTo>
                  <a:pt x="1913" y="1364"/>
                </a:lnTo>
                <a:lnTo>
                  <a:pt x="1912" y="1364"/>
                </a:lnTo>
                <a:lnTo>
                  <a:pt x="1912" y="1365"/>
                </a:lnTo>
                <a:lnTo>
                  <a:pt x="1911" y="1365"/>
                </a:lnTo>
                <a:lnTo>
                  <a:pt x="1912" y="1365"/>
                </a:lnTo>
                <a:lnTo>
                  <a:pt x="1912" y="1366"/>
                </a:lnTo>
                <a:lnTo>
                  <a:pt x="1911" y="1366"/>
                </a:lnTo>
                <a:lnTo>
                  <a:pt x="1910" y="1366"/>
                </a:lnTo>
                <a:lnTo>
                  <a:pt x="1910" y="1368"/>
                </a:lnTo>
                <a:lnTo>
                  <a:pt x="1910" y="1369"/>
                </a:lnTo>
                <a:lnTo>
                  <a:pt x="1910" y="1368"/>
                </a:lnTo>
                <a:lnTo>
                  <a:pt x="1910" y="1369"/>
                </a:lnTo>
                <a:lnTo>
                  <a:pt x="1911" y="1369"/>
                </a:lnTo>
                <a:lnTo>
                  <a:pt x="1911" y="1370"/>
                </a:lnTo>
                <a:lnTo>
                  <a:pt x="1910" y="1370"/>
                </a:lnTo>
                <a:lnTo>
                  <a:pt x="1911" y="1370"/>
                </a:lnTo>
                <a:lnTo>
                  <a:pt x="1911" y="1371"/>
                </a:lnTo>
                <a:lnTo>
                  <a:pt x="1910" y="1371"/>
                </a:lnTo>
                <a:lnTo>
                  <a:pt x="1910" y="1372"/>
                </a:lnTo>
                <a:lnTo>
                  <a:pt x="1910" y="1371"/>
                </a:lnTo>
                <a:lnTo>
                  <a:pt x="1910" y="1372"/>
                </a:lnTo>
                <a:lnTo>
                  <a:pt x="1909" y="1372"/>
                </a:lnTo>
                <a:lnTo>
                  <a:pt x="1908" y="1373"/>
                </a:lnTo>
                <a:lnTo>
                  <a:pt x="1908" y="1374"/>
                </a:lnTo>
                <a:lnTo>
                  <a:pt x="1907" y="1374"/>
                </a:lnTo>
                <a:lnTo>
                  <a:pt x="1906" y="1374"/>
                </a:lnTo>
                <a:lnTo>
                  <a:pt x="1906" y="1375"/>
                </a:lnTo>
                <a:lnTo>
                  <a:pt x="1906" y="1376"/>
                </a:lnTo>
                <a:lnTo>
                  <a:pt x="1905" y="1375"/>
                </a:lnTo>
                <a:lnTo>
                  <a:pt x="1905" y="1376"/>
                </a:lnTo>
                <a:lnTo>
                  <a:pt x="1904" y="1376"/>
                </a:lnTo>
                <a:lnTo>
                  <a:pt x="1904" y="1377"/>
                </a:lnTo>
                <a:lnTo>
                  <a:pt x="1903" y="1377"/>
                </a:lnTo>
                <a:lnTo>
                  <a:pt x="1903" y="1378"/>
                </a:lnTo>
                <a:lnTo>
                  <a:pt x="1904" y="1378"/>
                </a:lnTo>
                <a:lnTo>
                  <a:pt x="1904" y="1380"/>
                </a:lnTo>
                <a:lnTo>
                  <a:pt x="1903" y="1381"/>
                </a:lnTo>
                <a:lnTo>
                  <a:pt x="1903" y="1380"/>
                </a:lnTo>
                <a:lnTo>
                  <a:pt x="1902" y="1380"/>
                </a:lnTo>
                <a:lnTo>
                  <a:pt x="1902" y="1379"/>
                </a:lnTo>
                <a:lnTo>
                  <a:pt x="1902" y="1380"/>
                </a:lnTo>
                <a:lnTo>
                  <a:pt x="1901" y="1380"/>
                </a:lnTo>
                <a:lnTo>
                  <a:pt x="1901" y="1381"/>
                </a:lnTo>
                <a:lnTo>
                  <a:pt x="1902" y="1381"/>
                </a:lnTo>
                <a:lnTo>
                  <a:pt x="1902" y="1382"/>
                </a:lnTo>
                <a:lnTo>
                  <a:pt x="1901" y="1382"/>
                </a:lnTo>
                <a:lnTo>
                  <a:pt x="1900" y="1382"/>
                </a:lnTo>
                <a:lnTo>
                  <a:pt x="1899" y="1382"/>
                </a:lnTo>
                <a:lnTo>
                  <a:pt x="1899" y="1381"/>
                </a:lnTo>
                <a:lnTo>
                  <a:pt x="1899" y="1380"/>
                </a:lnTo>
                <a:lnTo>
                  <a:pt x="1898" y="1380"/>
                </a:lnTo>
                <a:lnTo>
                  <a:pt x="1897" y="1380"/>
                </a:lnTo>
                <a:lnTo>
                  <a:pt x="1896" y="1380"/>
                </a:lnTo>
                <a:lnTo>
                  <a:pt x="1896" y="1381"/>
                </a:lnTo>
                <a:lnTo>
                  <a:pt x="1895" y="1381"/>
                </a:lnTo>
                <a:lnTo>
                  <a:pt x="1895" y="1380"/>
                </a:lnTo>
                <a:lnTo>
                  <a:pt x="1894" y="1380"/>
                </a:lnTo>
                <a:lnTo>
                  <a:pt x="1893" y="1380"/>
                </a:lnTo>
                <a:lnTo>
                  <a:pt x="1892" y="1380"/>
                </a:lnTo>
                <a:lnTo>
                  <a:pt x="1891" y="1380"/>
                </a:lnTo>
                <a:lnTo>
                  <a:pt x="1891" y="1379"/>
                </a:lnTo>
                <a:lnTo>
                  <a:pt x="1889" y="1379"/>
                </a:lnTo>
                <a:lnTo>
                  <a:pt x="1890" y="1379"/>
                </a:lnTo>
                <a:lnTo>
                  <a:pt x="1890" y="1378"/>
                </a:lnTo>
                <a:lnTo>
                  <a:pt x="1889" y="1378"/>
                </a:lnTo>
                <a:lnTo>
                  <a:pt x="1889" y="1379"/>
                </a:lnTo>
                <a:lnTo>
                  <a:pt x="1889" y="1378"/>
                </a:lnTo>
                <a:lnTo>
                  <a:pt x="1888" y="1378"/>
                </a:lnTo>
                <a:lnTo>
                  <a:pt x="1887" y="1378"/>
                </a:lnTo>
                <a:lnTo>
                  <a:pt x="1887" y="1377"/>
                </a:lnTo>
                <a:lnTo>
                  <a:pt x="1886" y="1377"/>
                </a:lnTo>
                <a:lnTo>
                  <a:pt x="1886" y="1378"/>
                </a:lnTo>
                <a:lnTo>
                  <a:pt x="1885" y="1378"/>
                </a:lnTo>
                <a:lnTo>
                  <a:pt x="1757" y="1373"/>
                </a:lnTo>
                <a:lnTo>
                  <a:pt x="1756" y="1372"/>
                </a:lnTo>
                <a:lnTo>
                  <a:pt x="1754" y="1370"/>
                </a:lnTo>
                <a:lnTo>
                  <a:pt x="1753" y="1369"/>
                </a:lnTo>
                <a:lnTo>
                  <a:pt x="1752" y="1369"/>
                </a:lnTo>
                <a:lnTo>
                  <a:pt x="1751" y="1369"/>
                </a:lnTo>
                <a:lnTo>
                  <a:pt x="1749" y="1369"/>
                </a:lnTo>
                <a:lnTo>
                  <a:pt x="1748" y="1369"/>
                </a:lnTo>
                <a:lnTo>
                  <a:pt x="1746" y="1370"/>
                </a:lnTo>
                <a:lnTo>
                  <a:pt x="1745" y="1369"/>
                </a:lnTo>
                <a:lnTo>
                  <a:pt x="1744" y="1367"/>
                </a:lnTo>
                <a:lnTo>
                  <a:pt x="1743" y="1365"/>
                </a:lnTo>
                <a:lnTo>
                  <a:pt x="1741" y="1361"/>
                </a:lnTo>
                <a:lnTo>
                  <a:pt x="1740" y="1359"/>
                </a:lnTo>
                <a:lnTo>
                  <a:pt x="1736" y="1360"/>
                </a:lnTo>
                <a:lnTo>
                  <a:pt x="1735" y="1360"/>
                </a:lnTo>
                <a:lnTo>
                  <a:pt x="1734" y="1360"/>
                </a:lnTo>
                <a:lnTo>
                  <a:pt x="1733" y="1360"/>
                </a:lnTo>
                <a:lnTo>
                  <a:pt x="1733" y="1361"/>
                </a:lnTo>
                <a:lnTo>
                  <a:pt x="1733" y="1363"/>
                </a:lnTo>
                <a:lnTo>
                  <a:pt x="1731" y="1366"/>
                </a:lnTo>
                <a:lnTo>
                  <a:pt x="1730" y="1367"/>
                </a:lnTo>
                <a:lnTo>
                  <a:pt x="1729" y="1367"/>
                </a:lnTo>
                <a:lnTo>
                  <a:pt x="1729" y="1368"/>
                </a:lnTo>
                <a:lnTo>
                  <a:pt x="1729" y="1369"/>
                </a:lnTo>
                <a:lnTo>
                  <a:pt x="1730" y="1370"/>
                </a:lnTo>
                <a:lnTo>
                  <a:pt x="1730" y="1371"/>
                </a:lnTo>
                <a:lnTo>
                  <a:pt x="1730" y="1372"/>
                </a:lnTo>
                <a:lnTo>
                  <a:pt x="1728" y="1377"/>
                </a:lnTo>
                <a:lnTo>
                  <a:pt x="1727" y="1378"/>
                </a:lnTo>
                <a:lnTo>
                  <a:pt x="1727" y="1380"/>
                </a:lnTo>
                <a:lnTo>
                  <a:pt x="1727" y="1381"/>
                </a:lnTo>
                <a:lnTo>
                  <a:pt x="1727" y="1383"/>
                </a:lnTo>
                <a:lnTo>
                  <a:pt x="1727" y="1384"/>
                </a:lnTo>
                <a:lnTo>
                  <a:pt x="1727" y="1386"/>
                </a:lnTo>
                <a:lnTo>
                  <a:pt x="1728" y="1387"/>
                </a:lnTo>
                <a:lnTo>
                  <a:pt x="1728" y="1388"/>
                </a:lnTo>
                <a:lnTo>
                  <a:pt x="1729" y="1388"/>
                </a:lnTo>
                <a:lnTo>
                  <a:pt x="1729" y="1389"/>
                </a:lnTo>
                <a:lnTo>
                  <a:pt x="1728" y="1389"/>
                </a:lnTo>
                <a:lnTo>
                  <a:pt x="1726" y="1389"/>
                </a:lnTo>
                <a:lnTo>
                  <a:pt x="1725" y="1389"/>
                </a:lnTo>
                <a:lnTo>
                  <a:pt x="1724" y="1389"/>
                </a:lnTo>
                <a:lnTo>
                  <a:pt x="1722" y="1389"/>
                </a:lnTo>
                <a:lnTo>
                  <a:pt x="1720" y="1388"/>
                </a:lnTo>
                <a:lnTo>
                  <a:pt x="1719" y="1389"/>
                </a:lnTo>
                <a:lnTo>
                  <a:pt x="1718" y="1389"/>
                </a:lnTo>
                <a:lnTo>
                  <a:pt x="1717" y="1390"/>
                </a:lnTo>
                <a:lnTo>
                  <a:pt x="1716" y="1391"/>
                </a:lnTo>
                <a:lnTo>
                  <a:pt x="1716" y="1392"/>
                </a:lnTo>
                <a:lnTo>
                  <a:pt x="1714" y="1392"/>
                </a:lnTo>
                <a:lnTo>
                  <a:pt x="1713" y="1393"/>
                </a:lnTo>
                <a:lnTo>
                  <a:pt x="1713" y="1397"/>
                </a:lnTo>
                <a:lnTo>
                  <a:pt x="1712" y="1401"/>
                </a:lnTo>
                <a:lnTo>
                  <a:pt x="1712" y="1404"/>
                </a:lnTo>
                <a:lnTo>
                  <a:pt x="1712" y="1405"/>
                </a:lnTo>
                <a:lnTo>
                  <a:pt x="1713" y="1406"/>
                </a:lnTo>
                <a:lnTo>
                  <a:pt x="1715" y="1406"/>
                </a:lnTo>
                <a:lnTo>
                  <a:pt x="1718" y="1405"/>
                </a:lnTo>
                <a:lnTo>
                  <a:pt x="1718" y="1406"/>
                </a:lnTo>
                <a:lnTo>
                  <a:pt x="1718" y="1408"/>
                </a:lnTo>
                <a:lnTo>
                  <a:pt x="1719" y="1408"/>
                </a:lnTo>
                <a:lnTo>
                  <a:pt x="1719" y="1410"/>
                </a:lnTo>
                <a:lnTo>
                  <a:pt x="1720" y="1411"/>
                </a:lnTo>
                <a:lnTo>
                  <a:pt x="1720" y="1412"/>
                </a:lnTo>
                <a:lnTo>
                  <a:pt x="1719" y="1412"/>
                </a:lnTo>
                <a:lnTo>
                  <a:pt x="1718" y="1415"/>
                </a:lnTo>
                <a:lnTo>
                  <a:pt x="1715" y="1420"/>
                </a:lnTo>
                <a:lnTo>
                  <a:pt x="1714" y="1423"/>
                </a:lnTo>
                <a:lnTo>
                  <a:pt x="1712" y="1425"/>
                </a:lnTo>
                <a:lnTo>
                  <a:pt x="1712" y="1427"/>
                </a:lnTo>
                <a:lnTo>
                  <a:pt x="1709" y="1430"/>
                </a:lnTo>
                <a:lnTo>
                  <a:pt x="1707" y="1431"/>
                </a:lnTo>
                <a:lnTo>
                  <a:pt x="1707" y="1433"/>
                </a:lnTo>
                <a:lnTo>
                  <a:pt x="1707" y="1434"/>
                </a:lnTo>
                <a:lnTo>
                  <a:pt x="1706" y="1435"/>
                </a:lnTo>
                <a:lnTo>
                  <a:pt x="1706" y="1436"/>
                </a:lnTo>
                <a:lnTo>
                  <a:pt x="1705" y="1437"/>
                </a:lnTo>
                <a:lnTo>
                  <a:pt x="1703" y="1438"/>
                </a:lnTo>
                <a:lnTo>
                  <a:pt x="1702" y="1439"/>
                </a:lnTo>
                <a:lnTo>
                  <a:pt x="1701" y="1440"/>
                </a:lnTo>
                <a:lnTo>
                  <a:pt x="1701" y="1441"/>
                </a:lnTo>
                <a:lnTo>
                  <a:pt x="1700" y="1442"/>
                </a:lnTo>
                <a:lnTo>
                  <a:pt x="1699" y="1442"/>
                </a:lnTo>
                <a:lnTo>
                  <a:pt x="1698" y="1443"/>
                </a:lnTo>
                <a:lnTo>
                  <a:pt x="1698" y="1444"/>
                </a:lnTo>
                <a:lnTo>
                  <a:pt x="1698" y="1445"/>
                </a:lnTo>
                <a:lnTo>
                  <a:pt x="1699" y="1446"/>
                </a:lnTo>
                <a:lnTo>
                  <a:pt x="1700" y="1446"/>
                </a:lnTo>
                <a:lnTo>
                  <a:pt x="1701" y="1447"/>
                </a:lnTo>
                <a:lnTo>
                  <a:pt x="1702" y="1447"/>
                </a:lnTo>
                <a:lnTo>
                  <a:pt x="1702" y="1448"/>
                </a:lnTo>
                <a:lnTo>
                  <a:pt x="1701" y="1449"/>
                </a:lnTo>
                <a:lnTo>
                  <a:pt x="1700" y="1450"/>
                </a:lnTo>
                <a:lnTo>
                  <a:pt x="1699" y="1451"/>
                </a:lnTo>
                <a:lnTo>
                  <a:pt x="1698" y="1451"/>
                </a:lnTo>
                <a:lnTo>
                  <a:pt x="1697" y="1451"/>
                </a:lnTo>
                <a:lnTo>
                  <a:pt x="1695" y="1451"/>
                </a:lnTo>
                <a:lnTo>
                  <a:pt x="1693" y="1451"/>
                </a:lnTo>
                <a:lnTo>
                  <a:pt x="1692" y="1451"/>
                </a:lnTo>
                <a:lnTo>
                  <a:pt x="1691" y="1450"/>
                </a:lnTo>
                <a:lnTo>
                  <a:pt x="1690" y="1449"/>
                </a:lnTo>
                <a:lnTo>
                  <a:pt x="1688" y="1449"/>
                </a:lnTo>
                <a:lnTo>
                  <a:pt x="1687" y="1449"/>
                </a:lnTo>
                <a:lnTo>
                  <a:pt x="1686" y="1450"/>
                </a:lnTo>
                <a:lnTo>
                  <a:pt x="1685" y="1451"/>
                </a:lnTo>
                <a:lnTo>
                  <a:pt x="1684" y="1451"/>
                </a:lnTo>
                <a:lnTo>
                  <a:pt x="1683" y="1451"/>
                </a:lnTo>
                <a:lnTo>
                  <a:pt x="1682" y="1450"/>
                </a:lnTo>
                <a:lnTo>
                  <a:pt x="1681" y="1450"/>
                </a:lnTo>
                <a:lnTo>
                  <a:pt x="1680" y="1451"/>
                </a:lnTo>
                <a:lnTo>
                  <a:pt x="1678" y="1454"/>
                </a:lnTo>
                <a:lnTo>
                  <a:pt x="1677" y="1456"/>
                </a:lnTo>
                <a:lnTo>
                  <a:pt x="1676" y="1457"/>
                </a:lnTo>
                <a:lnTo>
                  <a:pt x="1676" y="1458"/>
                </a:lnTo>
                <a:lnTo>
                  <a:pt x="1675" y="1458"/>
                </a:lnTo>
                <a:lnTo>
                  <a:pt x="1675" y="1459"/>
                </a:lnTo>
                <a:lnTo>
                  <a:pt x="1676" y="1460"/>
                </a:lnTo>
                <a:lnTo>
                  <a:pt x="1675" y="1462"/>
                </a:lnTo>
                <a:lnTo>
                  <a:pt x="1675" y="1464"/>
                </a:lnTo>
                <a:lnTo>
                  <a:pt x="1674" y="1466"/>
                </a:lnTo>
                <a:lnTo>
                  <a:pt x="1673" y="1466"/>
                </a:lnTo>
                <a:lnTo>
                  <a:pt x="1672" y="1467"/>
                </a:lnTo>
                <a:lnTo>
                  <a:pt x="1671" y="1466"/>
                </a:lnTo>
                <a:lnTo>
                  <a:pt x="1671" y="1465"/>
                </a:lnTo>
                <a:lnTo>
                  <a:pt x="1670" y="1465"/>
                </a:lnTo>
                <a:lnTo>
                  <a:pt x="1670" y="1466"/>
                </a:lnTo>
                <a:lnTo>
                  <a:pt x="1669" y="1466"/>
                </a:lnTo>
                <a:lnTo>
                  <a:pt x="1668" y="1468"/>
                </a:lnTo>
                <a:lnTo>
                  <a:pt x="1667" y="1469"/>
                </a:lnTo>
                <a:lnTo>
                  <a:pt x="1665" y="1470"/>
                </a:lnTo>
                <a:lnTo>
                  <a:pt x="1664" y="1470"/>
                </a:lnTo>
                <a:lnTo>
                  <a:pt x="1663" y="1468"/>
                </a:lnTo>
                <a:lnTo>
                  <a:pt x="1661" y="1468"/>
                </a:lnTo>
                <a:lnTo>
                  <a:pt x="1661" y="1467"/>
                </a:lnTo>
                <a:lnTo>
                  <a:pt x="1660" y="1467"/>
                </a:lnTo>
                <a:lnTo>
                  <a:pt x="1658" y="1468"/>
                </a:lnTo>
                <a:lnTo>
                  <a:pt x="1657" y="1468"/>
                </a:lnTo>
                <a:lnTo>
                  <a:pt x="1656" y="1467"/>
                </a:lnTo>
                <a:lnTo>
                  <a:pt x="1655" y="1467"/>
                </a:lnTo>
                <a:lnTo>
                  <a:pt x="1654" y="1467"/>
                </a:lnTo>
                <a:lnTo>
                  <a:pt x="1653" y="1467"/>
                </a:lnTo>
                <a:lnTo>
                  <a:pt x="1652" y="1469"/>
                </a:lnTo>
                <a:lnTo>
                  <a:pt x="1652" y="1470"/>
                </a:lnTo>
                <a:lnTo>
                  <a:pt x="1650" y="1470"/>
                </a:lnTo>
                <a:lnTo>
                  <a:pt x="1648" y="1471"/>
                </a:lnTo>
                <a:lnTo>
                  <a:pt x="1647" y="1471"/>
                </a:lnTo>
                <a:lnTo>
                  <a:pt x="1647" y="1472"/>
                </a:lnTo>
                <a:lnTo>
                  <a:pt x="1646" y="1473"/>
                </a:lnTo>
                <a:lnTo>
                  <a:pt x="1647" y="1474"/>
                </a:lnTo>
                <a:lnTo>
                  <a:pt x="1647" y="1475"/>
                </a:lnTo>
                <a:lnTo>
                  <a:pt x="1648" y="1476"/>
                </a:lnTo>
                <a:lnTo>
                  <a:pt x="1650" y="1478"/>
                </a:lnTo>
                <a:lnTo>
                  <a:pt x="1650" y="1479"/>
                </a:lnTo>
                <a:lnTo>
                  <a:pt x="1650" y="1480"/>
                </a:lnTo>
                <a:lnTo>
                  <a:pt x="1649" y="1480"/>
                </a:lnTo>
                <a:lnTo>
                  <a:pt x="1648" y="1480"/>
                </a:lnTo>
                <a:lnTo>
                  <a:pt x="1647" y="1480"/>
                </a:lnTo>
                <a:lnTo>
                  <a:pt x="1646" y="1483"/>
                </a:lnTo>
                <a:lnTo>
                  <a:pt x="1644" y="1485"/>
                </a:lnTo>
                <a:lnTo>
                  <a:pt x="1643" y="1485"/>
                </a:lnTo>
                <a:lnTo>
                  <a:pt x="1642" y="1485"/>
                </a:lnTo>
                <a:lnTo>
                  <a:pt x="1641" y="1485"/>
                </a:lnTo>
                <a:lnTo>
                  <a:pt x="1641" y="1486"/>
                </a:lnTo>
                <a:lnTo>
                  <a:pt x="1640" y="1487"/>
                </a:lnTo>
                <a:lnTo>
                  <a:pt x="1637" y="1488"/>
                </a:lnTo>
                <a:lnTo>
                  <a:pt x="1636" y="1488"/>
                </a:lnTo>
                <a:lnTo>
                  <a:pt x="1635" y="1489"/>
                </a:lnTo>
                <a:lnTo>
                  <a:pt x="1634" y="1491"/>
                </a:lnTo>
                <a:lnTo>
                  <a:pt x="1633" y="1493"/>
                </a:lnTo>
                <a:lnTo>
                  <a:pt x="1633" y="1494"/>
                </a:lnTo>
                <a:lnTo>
                  <a:pt x="1634" y="1496"/>
                </a:lnTo>
                <a:lnTo>
                  <a:pt x="1635" y="1498"/>
                </a:lnTo>
                <a:lnTo>
                  <a:pt x="1636" y="1499"/>
                </a:lnTo>
                <a:lnTo>
                  <a:pt x="1637" y="1498"/>
                </a:lnTo>
                <a:lnTo>
                  <a:pt x="1638" y="1498"/>
                </a:lnTo>
                <a:lnTo>
                  <a:pt x="1638" y="1497"/>
                </a:lnTo>
                <a:lnTo>
                  <a:pt x="1640" y="1498"/>
                </a:lnTo>
                <a:lnTo>
                  <a:pt x="1641" y="1498"/>
                </a:lnTo>
                <a:lnTo>
                  <a:pt x="1642" y="1499"/>
                </a:lnTo>
                <a:lnTo>
                  <a:pt x="1643" y="1499"/>
                </a:lnTo>
                <a:lnTo>
                  <a:pt x="1643" y="1500"/>
                </a:lnTo>
                <a:lnTo>
                  <a:pt x="1644" y="1501"/>
                </a:lnTo>
                <a:lnTo>
                  <a:pt x="1644" y="1503"/>
                </a:lnTo>
                <a:lnTo>
                  <a:pt x="1644" y="1504"/>
                </a:lnTo>
                <a:lnTo>
                  <a:pt x="1646" y="1504"/>
                </a:lnTo>
                <a:lnTo>
                  <a:pt x="1648" y="1504"/>
                </a:lnTo>
                <a:lnTo>
                  <a:pt x="1648" y="1503"/>
                </a:lnTo>
                <a:lnTo>
                  <a:pt x="1650" y="1502"/>
                </a:lnTo>
                <a:lnTo>
                  <a:pt x="1651" y="1502"/>
                </a:lnTo>
                <a:lnTo>
                  <a:pt x="1652" y="1506"/>
                </a:lnTo>
                <a:lnTo>
                  <a:pt x="1654" y="1508"/>
                </a:lnTo>
                <a:lnTo>
                  <a:pt x="1657" y="1509"/>
                </a:lnTo>
                <a:lnTo>
                  <a:pt x="1658" y="1514"/>
                </a:lnTo>
                <a:lnTo>
                  <a:pt x="1659" y="1515"/>
                </a:lnTo>
                <a:lnTo>
                  <a:pt x="1660" y="1515"/>
                </a:lnTo>
                <a:lnTo>
                  <a:pt x="1661" y="1515"/>
                </a:lnTo>
                <a:lnTo>
                  <a:pt x="1674" y="1539"/>
                </a:lnTo>
                <a:lnTo>
                  <a:pt x="1678" y="1548"/>
                </a:lnTo>
                <a:lnTo>
                  <a:pt x="1700" y="1592"/>
                </a:lnTo>
                <a:lnTo>
                  <a:pt x="1725" y="1639"/>
                </a:lnTo>
                <a:lnTo>
                  <a:pt x="1723" y="1640"/>
                </a:lnTo>
                <a:lnTo>
                  <a:pt x="1723" y="1642"/>
                </a:lnTo>
                <a:lnTo>
                  <a:pt x="1722" y="1642"/>
                </a:lnTo>
                <a:lnTo>
                  <a:pt x="1722" y="1643"/>
                </a:lnTo>
                <a:lnTo>
                  <a:pt x="1720" y="1643"/>
                </a:lnTo>
                <a:lnTo>
                  <a:pt x="1720" y="1644"/>
                </a:lnTo>
                <a:lnTo>
                  <a:pt x="1720" y="1650"/>
                </a:lnTo>
                <a:lnTo>
                  <a:pt x="1720" y="1651"/>
                </a:lnTo>
                <a:lnTo>
                  <a:pt x="1721" y="1651"/>
                </a:lnTo>
                <a:lnTo>
                  <a:pt x="1721" y="1652"/>
                </a:lnTo>
                <a:lnTo>
                  <a:pt x="1721" y="1653"/>
                </a:lnTo>
                <a:lnTo>
                  <a:pt x="1720" y="1653"/>
                </a:lnTo>
                <a:lnTo>
                  <a:pt x="1719" y="1653"/>
                </a:lnTo>
                <a:lnTo>
                  <a:pt x="1719" y="1654"/>
                </a:lnTo>
                <a:lnTo>
                  <a:pt x="1721" y="1655"/>
                </a:lnTo>
                <a:lnTo>
                  <a:pt x="1721" y="1656"/>
                </a:lnTo>
                <a:lnTo>
                  <a:pt x="1720" y="1656"/>
                </a:lnTo>
                <a:lnTo>
                  <a:pt x="1720" y="1657"/>
                </a:lnTo>
                <a:lnTo>
                  <a:pt x="1720" y="1658"/>
                </a:lnTo>
                <a:lnTo>
                  <a:pt x="1721" y="1659"/>
                </a:lnTo>
                <a:lnTo>
                  <a:pt x="1721" y="1660"/>
                </a:lnTo>
                <a:lnTo>
                  <a:pt x="1722" y="1660"/>
                </a:lnTo>
                <a:lnTo>
                  <a:pt x="1724" y="1661"/>
                </a:lnTo>
                <a:lnTo>
                  <a:pt x="1725" y="1661"/>
                </a:lnTo>
                <a:lnTo>
                  <a:pt x="1725" y="1662"/>
                </a:lnTo>
                <a:lnTo>
                  <a:pt x="1725" y="1663"/>
                </a:lnTo>
                <a:lnTo>
                  <a:pt x="1725" y="1665"/>
                </a:lnTo>
                <a:lnTo>
                  <a:pt x="1726" y="1670"/>
                </a:lnTo>
                <a:lnTo>
                  <a:pt x="1725" y="1672"/>
                </a:lnTo>
                <a:lnTo>
                  <a:pt x="1725" y="1673"/>
                </a:lnTo>
                <a:lnTo>
                  <a:pt x="1724" y="1674"/>
                </a:lnTo>
                <a:lnTo>
                  <a:pt x="1724" y="1675"/>
                </a:lnTo>
                <a:lnTo>
                  <a:pt x="1724" y="1677"/>
                </a:lnTo>
                <a:lnTo>
                  <a:pt x="1725" y="1679"/>
                </a:lnTo>
                <a:lnTo>
                  <a:pt x="1725" y="1680"/>
                </a:lnTo>
                <a:lnTo>
                  <a:pt x="1725" y="1681"/>
                </a:lnTo>
                <a:lnTo>
                  <a:pt x="1725" y="1682"/>
                </a:lnTo>
                <a:lnTo>
                  <a:pt x="1724" y="1683"/>
                </a:lnTo>
                <a:lnTo>
                  <a:pt x="1723" y="1686"/>
                </a:lnTo>
                <a:lnTo>
                  <a:pt x="1723" y="1687"/>
                </a:lnTo>
                <a:lnTo>
                  <a:pt x="1724" y="1687"/>
                </a:lnTo>
                <a:lnTo>
                  <a:pt x="1725" y="1688"/>
                </a:lnTo>
                <a:lnTo>
                  <a:pt x="1725" y="1689"/>
                </a:lnTo>
                <a:lnTo>
                  <a:pt x="1726" y="1689"/>
                </a:lnTo>
                <a:lnTo>
                  <a:pt x="1726" y="1690"/>
                </a:lnTo>
                <a:lnTo>
                  <a:pt x="1726" y="1691"/>
                </a:lnTo>
                <a:lnTo>
                  <a:pt x="1726" y="1692"/>
                </a:lnTo>
                <a:lnTo>
                  <a:pt x="1725" y="1692"/>
                </a:lnTo>
                <a:lnTo>
                  <a:pt x="1726" y="1693"/>
                </a:lnTo>
                <a:lnTo>
                  <a:pt x="1726" y="1694"/>
                </a:lnTo>
                <a:lnTo>
                  <a:pt x="1725" y="1695"/>
                </a:lnTo>
                <a:lnTo>
                  <a:pt x="1726" y="1695"/>
                </a:lnTo>
                <a:lnTo>
                  <a:pt x="1726" y="1696"/>
                </a:lnTo>
                <a:lnTo>
                  <a:pt x="1726" y="1697"/>
                </a:lnTo>
                <a:lnTo>
                  <a:pt x="1727" y="1697"/>
                </a:lnTo>
                <a:lnTo>
                  <a:pt x="1729" y="1698"/>
                </a:lnTo>
                <a:lnTo>
                  <a:pt x="1729" y="1699"/>
                </a:lnTo>
                <a:lnTo>
                  <a:pt x="1730" y="1699"/>
                </a:lnTo>
                <a:lnTo>
                  <a:pt x="1730" y="1701"/>
                </a:lnTo>
                <a:lnTo>
                  <a:pt x="1730" y="1702"/>
                </a:lnTo>
                <a:lnTo>
                  <a:pt x="1731" y="1703"/>
                </a:lnTo>
                <a:lnTo>
                  <a:pt x="1730" y="1705"/>
                </a:lnTo>
                <a:lnTo>
                  <a:pt x="1729" y="1705"/>
                </a:lnTo>
                <a:lnTo>
                  <a:pt x="1729" y="1706"/>
                </a:lnTo>
                <a:lnTo>
                  <a:pt x="1729" y="1707"/>
                </a:lnTo>
                <a:lnTo>
                  <a:pt x="1730" y="1707"/>
                </a:lnTo>
                <a:lnTo>
                  <a:pt x="1731" y="1707"/>
                </a:lnTo>
                <a:lnTo>
                  <a:pt x="1731" y="1708"/>
                </a:lnTo>
                <a:lnTo>
                  <a:pt x="1732" y="1710"/>
                </a:lnTo>
                <a:lnTo>
                  <a:pt x="1732" y="1711"/>
                </a:lnTo>
                <a:lnTo>
                  <a:pt x="1731" y="1711"/>
                </a:lnTo>
                <a:lnTo>
                  <a:pt x="1731" y="1712"/>
                </a:lnTo>
                <a:lnTo>
                  <a:pt x="1731" y="1713"/>
                </a:lnTo>
                <a:lnTo>
                  <a:pt x="1732" y="1714"/>
                </a:lnTo>
                <a:lnTo>
                  <a:pt x="1732" y="1715"/>
                </a:lnTo>
                <a:lnTo>
                  <a:pt x="1733" y="1715"/>
                </a:lnTo>
                <a:lnTo>
                  <a:pt x="1733" y="1716"/>
                </a:lnTo>
                <a:lnTo>
                  <a:pt x="1734" y="1716"/>
                </a:lnTo>
                <a:lnTo>
                  <a:pt x="1735" y="1716"/>
                </a:lnTo>
                <a:lnTo>
                  <a:pt x="1735" y="1717"/>
                </a:lnTo>
                <a:lnTo>
                  <a:pt x="1736" y="1717"/>
                </a:lnTo>
                <a:lnTo>
                  <a:pt x="1736" y="1718"/>
                </a:lnTo>
                <a:lnTo>
                  <a:pt x="1736" y="1719"/>
                </a:lnTo>
                <a:lnTo>
                  <a:pt x="1735" y="1719"/>
                </a:lnTo>
                <a:lnTo>
                  <a:pt x="1735" y="1720"/>
                </a:lnTo>
                <a:lnTo>
                  <a:pt x="1736" y="1722"/>
                </a:lnTo>
                <a:lnTo>
                  <a:pt x="1736" y="1723"/>
                </a:lnTo>
                <a:lnTo>
                  <a:pt x="1737" y="1724"/>
                </a:lnTo>
                <a:lnTo>
                  <a:pt x="1736" y="1724"/>
                </a:lnTo>
                <a:lnTo>
                  <a:pt x="1736" y="1725"/>
                </a:lnTo>
                <a:lnTo>
                  <a:pt x="1735" y="1725"/>
                </a:lnTo>
                <a:lnTo>
                  <a:pt x="1735" y="1727"/>
                </a:lnTo>
                <a:lnTo>
                  <a:pt x="1736" y="1727"/>
                </a:lnTo>
                <a:lnTo>
                  <a:pt x="1736" y="1728"/>
                </a:lnTo>
                <a:lnTo>
                  <a:pt x="1736" y="1729"/>
                </a:lnTo>
                <a:lnTo>
                  <a:pt x="1735" y="1729"/>
                </a:lnTo>
                <a:lnTo>
                  <a:pt x="1736" y="1729"/>
                </a:lnTo>
                <a:lnTo>
                  <a:pt x="1736" y="1730"/>
                </a:lnTo>
                <a:lnTo>
                  <a:pt x="1737" y="1730"/>
                </a:lnTo>
                <a:lnTo>
                  <a:pt x="1738" y="1730"/>
                </a:lnTo>
                <a:lnTo>
                  <a:pt x="1739" y="1730"/>
                </a:lnTo>
                <a:lnTo>
                  <a:pt x="1740" y="1730"/>
                </a:lnTo>
                <a:lnTo>
                  <a:pt x="1740" y="1731"/>
                </a:lnTo>
                <a:lnTo>
                  <a:pt x="1739" y="1731"/>
                </a:lnTo>
                <a:lnTo>
                  <a:pt x="1739" y="1733"/>
                </a:lnTo>
                <a:lnTo>
                  <a:pt x="1739" y="1734"/>
                </a:lnTo>
                <a:lnTo>
                  <a:pt x="1740" y="1734"/>
                </a:lnTo>
                <a:lnTo>
                  <a:pt x="1739" y="1734"/>
                </a:lnTo>
                <a:lnTo>
                  <a:pt x="1738" y="1733"/>
                </a:lnTo>
                <a:lnTo>
                  <a:pt x="1737" y="1733"/>
                </a:lnTo>
                <a:lnTo>
                  <a:pt x="1736" y="1735"/>
                </a:lnTo>
                <a:lnTo>
                  <a:pt x="1735" y="1736"/>
                </a:lnTo>
                <a:lnTo>
                  <a:pt x="1736" y="1736"/>
                </a:lnTo>
                <a:lnTo>
                  <a:pt x="1737" y="1736"/>
                </a:lnTo>
                <a:lnTo>
                  <a:pt x="1737" y="1737"/>
                </a:lnTo>
                <a:lnTo>
                  <a:pt x="1737" y="1739"/>
                </a:lnTo>
                <a:lnTo>
                  <a:pt x="1738" y="1739"/>
                </a:lnTo>
                <a:lnTo>
                  <a:pt x="1738" y="1740"/>
                </a:lnTo>
                <a:lnTo>
                  <a:pt x="1737" y="1740"/>
                </a:lnTo>
                <a:lnTo>
                  <a:pt x="1736" y="1740"/>
                </a:lnTo>
                <a:lnTo>
                  <a:pt x="1735" y="1740"/>
                </a:lnTo>
                <a:lnTo>
                  <a:pt x="1735" y="1741"/>
                </a:lnTo>
                <a:lnTo>
                  <a:pt x="1736" y="1741"/>
                </a:lnTo>
                <a:lnTo>
                  <a:pt x="1737" y="1741"/>
                </a:lnTo>
                <a:lnTo>
                  <a:pt x="1737" y="1742"/>
                </a:lnTo>
                <a:lnTo>
                  <a:pt x="1738" y="1742"/>
                </a:lnTo>
                <a:lnTo>
                  <a:pt x="1738" y="1743"/>
                </a:lnTo>
                <a:lnTo>
                  <a:pt x="1738" y="1745"/>
                </a:lnTo>
                <a:lnTo>
                  <a:pt x="1738" y="1746"/>
                </a:lnTo>
                <a:lnTo>
                  <a:pt x="1739" y="1746"/>
                </a:lnTo>
                <a:lnTo>
                  <a:pt x="1740" y="1746"/>
                </a:lnTo>
                <a:lnTo>
                  <a:pt x="1740" y="1747"/>
                </a:lnTo>
                <a:lnTo>
                  <a:pt x="1741" y="1747"/>
                </a:lnTo>
                <a:lnTo>
                  <a:pt x="1742" y="1748"/>
                </a:lnTo>
                <a:lnTo>
                  <a:pt x="1744" y="1748"/>
                </a:lnTo>
                <a:lnTo>
                  <a:pt x="1745" y="1748"/>
                </a:lnTo>
                <a:lnTo>
                  <a:pt x="1746" y="1748"/>
                </a:lnTo>
                <a:lnTo>
                  <a:pt x="1746" y="1749"/>
                </a:lnTo>
                <a:lnTo>
                  <a:pt x="1747" y="1749"/>
                </a:lnTo>
                <a:lnTo>
                  <a:pt x="1748" y="1750"/>
                </a:lnTo>
                <a:lnTo>
                  <a:pt x="1750" y="1750"/>
                </a:lnTo>
                <a:lnTo>
                  <a:pt x="1751" y="1750"/>
                </a:lnTo>
                <a:lnTo>
                  <a:pt x="1752" y="1750"/>
                </a:lnTo>
                <a:lnTo>
                  <a:pt x="1752" y="1749"/>
                </a:lnTo>
                <a:lnTo>
                  <a:pt x="1753" y="1748"/>
                </a:lnTo>
                <a:lnTo>
                  <a:pt x="1754" y="1748"/>
                </a:lnTo>
                <a:lnTo>
                  <a:pt x="1754" y="1749"/>
                </a:lnTo>
                <a:lnTo>
                  <a:pt x="1753" y="1749"/>
                </a:lnTo>
                <a:lnTo>
                  <a:pt x="1753" y="1750"/>
                </a:lnTo>
                <a:lnTo>
                  <a:pt x="1754" y="1750"/>
                </a:lnTo>
                <a:lnTo>
                  <a:pt x="1754" y="1751"/>
                </a:lnTo>
                <a:lnTo>
                  <a:pt x="1755" y="1751"/>
                </a:lnTo>
                <a:lnTo>
                  <a:pt x="1755" y="1752"/>
                </a:lnTo>
                <a:lnTo>
                  <a:pt x="1755" y="1753"/>
                </a:lnTo>
                <a:lnTo>
                  <a:pt x="1754" y="1753"/>
                </a:lnTo>
                <a:lnTo>
                  <a:pt x="1753" y="1753"/>
                </a:lnTo>
                <a:lnTo>
                  <a:pt x="1753" y="1754"/>
                </a:lnTo>
                <a:lnTo>
                  <a:pt x="1754" y="1754"/>
                </a:lnTo>
                <a:lnTo>
                  <a:pt x="1754" y="1755"/>
                </a:lnTo>
                <a:lnTo>
                  <a:pt x="1753" y="1756"/>
                </a:lnTo>
                <a:lnTo>
                  <a:pt x="1751" y="1756"/>
                </a:lnTo>
                <a:lnTo>
                  <a:pt x="1750" y="1756"/>
                </a:lnTo>
                <a:lnTo>
                  <a:pt x="1749" y="1756"/>
                </a:lnTo>
                <a:lnTo>
                  <a:pt x="1748" y="1755"/>
                </a:lnTo>
                <a:lnTo>
                  <a:pt x="1747" y="1755"/>
                </a:lnTo>
                <a:lnTo>
                  <a:pt x="1746" y="1756"/>
                </a:lnTo>
                <a:lnTo>
                  <a:pt x="1746" y="1757"/>
                </a:lnTo>
                <a:lnTo>
                  <a:pt x="1746" y="1758"/>
                </a:lnTo>
                <a:lnTo>
                  <a:pt x="1746" y="1759"/>
                </a:lnTo>
                <a:lnTo>
                  <a:pt x="1746" y="1760"/>
                </a:lnTo>
                <a:lnTo>
                  <a:pt x="1745" y="1760"/>
                </a:lnTo>
                <a:lnTo>
                  <a:pt x="1744" y="1760"/>
                </a:lnTo>
                <a:lnTo>
                  <a:pt x="1742" y="1761"/>
                </a:lnTo>
                <a:lnTo>
                  <a:pt x="1742" y="1762"/>
                </a:lnTo>
                <a:lnTo>
                  <a:pt x="1743" y="1762"/>
                </a:lnTo>
                <a:lnTo>
                  <a:pt x="1743" y="1763"/>
                </a:lnTo>
                <a:lnTo>
                  <a:pt x="1742" y="1764"/>
                </a:lnTo>
                <a:lnTo>
                  <a:pt x="1741" y="1765"/>
                </a:lnTo>
                <a:lnTo>
                  <a:pt x="1741" y="1764"/>
                </a:lnTo>
                <a:lnTo>
                  <a:pt x="1740" y="1764"/>
                </a:lnTo>
                <a:lnTo>
                  <a:pt x="1739" y="1764"/>
                </a:lnTo>
                <a:lnTo>
                  <a:pt x="1739" y="1765"/>
                </a:lnTo>
                <a:lnTo>
                  <a:pt x="1739" y="1766"/>
                </a:lnTo>
                <a:lnTo>
                  <a:pt x="1738" y="1767"/>
                </a:lnTo>
                <a:lnTo>
                  <a:pt x="1737" y="1768"/>
                </a:lnTo>
                <a:lnTo>
                  <a:pt x="1736" y="1769"/>
                </a:lnTo>
                <a:lnTo>
                  <a:pt x="1735" y="1770"/>
                </a:lnTo>
                <a:lnTo>
                  <a:pt x="1734" y="1769"/>
                </a:lnTo>
                <a:lnTo>
                  <a:pt x="1733" y="1769"/>
                </a:lnTo>
                <a:lnTo>
                  <a:pt x="1732" y="1769"/>
                </a:lnTo>
                <a:lnTo>
                  <a:pt x="1732" y="1768"/>
                </a:lnTo>
                <a:lnTo>
                  <a:pt x="1732" y="1767"/>
                </a:lnTo>
                <a:lnTo>
                  <a:pt x="1731" y="1766"/>
                </a:lnTo>
                <a:lnTo>
                  <a:pt x="1730" y="1766"/>
                </a:lnTo>
                <a:lnTo>
                  <a:pt x="1729" y="1766"/>
                </a:lnTo>
                <a:lnTo>
                  <a:pt x="1728" y="1766"/>
                </a:lnTo>
                <a:lnTo>
                  <a:pt x="1727" y="1765"/>
                </a:lnTo>
                <a:lnTo>
                  <a:pt x="1726" y="1765"/>
                </a:lnTo>
                <a:lnTo>
                  <a:pt x="1723" y="1763"/>
                </a:lnTo>
                <a:lnTo>
                  <a:pt x="1723" y="1762"/>
                </a:lnTo>
                <a:lnTo>
                  <a:pt x="1722" y="1761"/>
                </a:lnTo>
                <a:lnTo>
                  <a:pt x="1721" y="1761"/>
                </a:lnTo>
                <a:lnTo>
                  <a:pt x="1720" y="1761"/>
                </a:lnTo>
                <a:lnTo>
                  <a:pt x="1719" y="1760"/>
                </a:lnTo>
                <a:lnTo>
                  <a:pt x="1718" y="1760"/>
                </a:lnTo>
                <a:lnTo>
                  <a:pt x="1717" y="1759"/>
                </a:lnTo>
                <a:lnTo>
                  <a:pt x="1716" y="1758"/>
                </a:lnTo>
                <a:lnTo>
                  <a:pt x="1714" y="1757"/>
                </a:lnTo>
                <a:lnTo>
                  <a:pt x="1714" y="1758"/>
                </a:lnTo>
                <a:lnTo>
                  <a:pt x="1713" y="1758"/>
                </a:lnTo>
                <a:lnTo>
                  <a:pt x="1712" y="1758"/>
                </a:lnTo>
                <a:lnTo>
                  <a:pt x="1711" y="1758"/>
                </a:lnTo>
                <a:lnTo>
                  <a:pt x="1711" y="1759"/>
                </a:lnTo>
                <a:lnTo>
                  <a:pt x="1710" y="1759"/>
                </a:lnTo>
                <a:lnTo>
                  <a:pt x="1711" y="1759"/>
                </a:lnTo>
                <a:lnTo>
                  <a:pt x="1711" y="1760"/>
                </a:lnTo>
                <a:lnTo>
                  <a:pt x="1709" y="1762"/>
                </a:lnTo>
                <a:lnTo>
                  <a:pt x="1707" y="1763"/>
                </a:lnTo>
                <a:lnTo>
                  <a:pt x="1706" y="1764"/>
                </a:lnTo>
                <a:lnTo>
                  <a:pt x="1706" y="1765"/>
                </a:lnTo>
                <a:lnTo>
                  <a:pt x="1705" y="1766"/>
                </a:lnTo>
                <a:lnTo>
                  <a:pt x="1705" y="1767"/>
                </a:lnTo>
                <a:lnTo>
                  <a:pt x="1704" y="1767"/>
                </a:lnTo>
                <a:lnTo>
                  <a:pt x="1704" y="1768"/>
                </a:lnTo>
                <a:lnTo>
                  <a:pt x="1703" y="1770"/>
                </a:lnTo>
                <a:lnTo>
                  <a:pt x="1702" y="1772"/>
                </a:lnTo>
                <a:lnTo>
                  <a:pt x="1702" y="1774"/>
                </a:lnTo>
                <a:lnTo>
                  <a:pt x="1701" y="1775"/>
                </a:lnTo>
                <a:lnTo>
                  <a:pt x="1701" y="1776"/>
                </a:lnTo>
                <a:lnTo>
                  <a:pt x="1701" y="1777"/>
                </a:lnTo>
                <a:lnTo>
                  <a:pt x="1700" y="1777"/>
                </a:lnTo>
                <a:lnTo>
                  <a:pt x="1699" y="1777"/>
                </a:lnTo>
                <a:lnTo>
                  <a:pt x="1698" y="1778"/>
                </a:lnTo>
                <a:lnTo>
                  <a:pt x="1696" y="1778"/>
                </a:lnTo>
                <a:lnTo>
                  <a:pt x="1695" y="1778"/>
                </a:lnTo>
                <a:lnTo>
                  <a:pt x="1694" y="1778"/>
                </a:lnTo>
                <a:lnTo>
                  <a:pt x="1693" y="1777"/>
                </a:lnTo>
                <a:lnTo>
                  <a:pt x="1692" y="1776"/>
                </a:lnTo>
                <a:lnTo>
                  <a:pt x="1692" y="1775"/>
                </a:lnTo>
                <a:lnTo>
                  <a:pt x="1691" y="1775"/>
                </a:lnTo>
                <a:lnTo>
                  <a:pt x="1691" y="1774"/>
                </a:lnTo>
                <a:lnTo>
                  <a:pt x="1690" y="1774"/>
                </a:lnTo>
                <a:lnTo>
                  <a:pt x="1690" y="1773"/>
                </a:lnTo>
                <a:lnTo>
                  <a:pt x="1689" y="1772"/>
                </a:lnTo>
                <a:lnTo>
                  <a:pt x="1689" y="1771"/>
                </a:lnTo>
                <a:lnTo>
                  <a:pt x="1688" y="1770"/>
                </a:lnTo>
                <a:lnTo>
                  <a:pt x="1686" y="1768"/>
                </a:lnTo>
                <a:lnTo>
                  <a:pt x="1686" y="1767"/>
                </a:lnTo>
                <a:lnTo>
                  <a:pt x="1686" y="1766"/>
                </a:lnTo>
                <a:lnTo>
                  <a:pt x="1684" y="1766"/>
                </a:lnTo>
                <a:lnTo>
                  <a:pt x="1683" y="1766"/>
                </a:lnTo>
                <a:lnTo>
                  <a:pt x="1682" y="1766"/>
                </a:lnTo>
                <a:lnTo>
                  <a:pt x="1681" y="1765"/>
                </a:lnTo>
                <a:lnTo>
                  <a:pt x="1680" y="1764"/>
                </a:lnTo>
                <a:lnTo>
                  <a:pt x="1680" y="1763"/>
                </a:lnTo>
                <a:lnTo>
                  <a:pt x="1680" y="1762"/>
                </a:lnTo>
                <a:lnTo>
                  <a:pt x="1679" y="1763"/>
                </a:lnTo>
                <a:lnTo>
                  <a:pt x="1678" y="1763"/>
                </a:lnTo>
                <a:lnTo>
                  <a:pt x="1678" y="1764"/>
                </a:lnTo>
                <a:lnTo>
                  <a:pt x="1677" y="1763"/>
                </a:lnTo>
                <a:lnTo>
                  <a:pt x="1676" y="1762"/>
                </a:lnTo>
                <a:lnTo>
                  <a:pt x="1675" y="1762"/>
                </a:lnTo>
                <a:lnTo>
                  <a:pt x="1675" y="1761"/>
                </a:lnTo>
                <a:lnTo>
                  <a:pt x="1674" y="1761"/>
                </a:lnTo>
                <a:lnTo>
                  <a:pt x="1673" y="1761"/>
                </a:lnTo>
                <a:lnTo>
                  <a:pt x="1671" y="1761"/>
                </a:lnTo>
                <a:lnTo>
                  <a:pt x="1671" y="1760"/>
                </a:lnTo>
                <a:lnTo>
                  <a:pt x="1670" y="1760"/>
                </a:lnTo>
                <a:lnTo>
                  <a:pt x="1670" y="1759"/>
                </a:lnTo>
                <a:lnTo>
                  <a:pt x="1669" y="1759"/>
                </a:lnTo>
                <a:lnTo>
                  <a:pt x="1669" y="1758"/>
                </a:lnTo>
                <a:lnTo>
                  <a:pt x="1668" y="1759"/>
                </a:lnTo>
                <a:lnTo>
                  <a:pt x="1667" y="1759"/>
                </a:lnTo>
                <a:lnTo>
                  <a:pt x="1666" y="1759"/>
                </a:lnTo>
                <a:lnTo>
                  <a:pt x="1665" y="1759"/>
                </a:lnTo>
                <a:lnTo>
                  <a:pt x="1665" y="1758"/>
                </a:lnTo>
                <a:lnTo>
                  <a:pt x="1663" y="1758"/>
                </a:lnTo>
                <a:lnTo>
                  <a:pt x="1662" y="1759"/>
                </a:lnTo>
                <a:lnTo>
                  <a:pt x="1661" y="1759"/>
                </a:lnTo>
                <a:lnTo>
                  <a:pt x="1661" y="1758"/>
                </a:lnTo>
                <a:lnTo>
                  <a:pt x="1660" y="1758"/>
                </a:lnTo>
                <a:lnTo>
                  <a:pt x="1660" y="1757"/>
                </a:lnTo>
                <a:lnTo>
                  <a:pt x="1659" y="1756"/>
                </a:lnTo>
                <a:lnTo>
                  <a:pt x="1659" y="1757"/>
                </a:lnTo>
                <a:lnTo>
                  <a:pt x="1658" y="1757"/>
                </a:lnTo>
                <a:lnTo>
                  <a:pt x="1657" y="1757"/>
                </a:lnTo>
                <a:lnTo>
                  <a:pt x="1657" y="1756"/>
                </a:lnTo>
                <a:lnTo>
                  <a:pt x="1656" y="1756"/>
                </a:lnTo>
                <a:lnTo>
                  <a:pt x="1654" y="1757"/>
                </a:lnTo>
                <a:lnTo>
                  <a:pt x="1653" y="1757"/>
                </a:lnTo>
                <a:lnTo>
                  <a:pt x="1653" y="1756"/>
                </a:lnTo>
                <a:lnTo>
                  <a:pt x="1653" y="1753"/>
                </a:lnTo>
                <a:lnTo>
                  <a:pt x="1653" y="1751"/>
                </a:lnTo>
                <a:lnTo>
                  <a:pt x="1652" y="1750"/>
                </a:lnTo>
                <a:lnTo>
                  <a:pt x="1651" y="1750"/>
                </a:lnTo>
                <a:lnTo>
                  <a:pt x="1651" y="1749"/>
                </a:lnTo>
                <a:lnTo>
                  <a:pt x="1650" y="1750"/>
                </a:lnTo>
                <a:lnTo>
                  <a:pt x="1649" y="1751"/>
                </a:lnTo>
                <a:lnTo>
                  <a:pt x="1648" y="1751"/>
                </a:lnTo>
                <a:lnTo>
                  <a:pt x="1647" y="1751"/>
                </a:lnTo>
                <a:lnTo>
                  <a:pt x="1647" y="1752"/>
                </a:lnTo>
                <a:lnTo>
                  <a:pt x="1647" y="1753"/>
                </a:lnTo>
                <a:lnTo>
                  <a:pt x="1646" y="1753"/>
                </a:lnTo>
                <a:lnTo>
                  <a:pt x="1645" y="1752"/>
                </a:lnTo>
                <a:lnTo>
                  <a:pt x="1643" y="1751"/>
                </a:lnTo>
                <a:lnTo>
                  <a:pt x="1641" y="1751"/>
                </a:lnTo>
                <a:lnTo>
                  <a:pt x="1641" y="1752"/>
                </a:lnTo>
                <a:lnTo>
                  <a:pt x="1640" y="1753"/>
                </a:lnTo>
                <a:lnTo>
                  <a:pt x="1639" y="1753"/>
                </a:lnTo>
                <a:lnTo>
                  <a:pt x="1638" y="1752"/>
                </a:lnTo>
                <a:lnTo>
                  <a:pt x="1638" y="1751"/>
                </a:lnTo>
                <a:lnTo>
                  <a:pt x="1636" y="1751"/>
                </a:lnTo>
                <a:lnTo>
                  <a:pt x="1635" y="1751"/>
                </a:lnTo>
                <a:lnTo>
                  <a:pt x="1634" y="1751"/>
                </a:lnTo>
                <a:lnTo>
                  <a:pt x="1632" y="1750"/>
                </a:lnTo>
                <a:lnTo>
                  <a:pt x="1631" y="1750"/>
                </a:lnTo>
                <a:lnTo>
                  <a:pt x="1631" y="1749"/>
                </a:lnTo>
                <a:lnTo>
                  <a:pt x="1630" y="1748"/>
                </a:lnTo>
                <a:lnTo>
                  <a:pt x="1628" y="1748"/>
                </a:lnTo>
                <a:lnTo>
                  <a:pt x="1627" y="1749"/>
                </a:lnTo>
                <a:lnTo>
                  <a:pt x="1626" y="1750"/>
                </a:lnTo>
                <a:lnTo>
                  <a:pt x="1626" y="1751"/>
                </a:lnTo>
                <a:lnTo>
                  <a:pt x="1625" y="1752"/>
                </a:lnTo>
                <a:lnTo>
                  <a:pt x="1623" y="1752"/>
                </a:lnTo>
                <a:lnTo>
                  <a:pt x="1620" y="1752"/>
                </a:lnTo>
                <a:lnTo>
                  <a:pt x="1619" y="1752"/>
                </a:lnTo>
                <a:lnTo>
                  <a:pt x="1619" y="1750"/>
                </a:lnTo>
                <a:lnTo>
                  <a:pt x="1618" y="1749"/>
                </a:lnTo>
                <a:lnTo>
                  <a:pt x="1618" y="1748"/>
                </a:lnTo>
                <a:lnTo>
                  <a:pt x="1617" y="1748"/>
                </a:lnTo>
                <a:lnTo>
                  <a:pt x="1616" y="1748"/>
                </a:lnTo>
                <a:lnTo>
                  <a:pt x="1616" y="1747"/>
                </a:lnTo>
                <a:lnTo>
                  <a:pt x="1616" y="1746"/>
                </a:lnTo>
                <a:lnTo>
                  <a:pt x="1615" y="1745"/>
                </a:lnTo>
                <a:lnTo>
                  <a:pt x="1615" y="1744"/>
                </a:lnTo>
                <a:lnTo>
                  <a:pt x="1614" y="1743"/>
                </a:lnTo>
                <a:lnTo>
                  <a:pt x="1614" y="1742"/>
                </a:lnTo>
                <a:lnTo>
                  <a:pt x="1614" y="1741"/>
                </a:lnTo>
                <a:lnTo>
                  <a:pt x="1615" y="1741"/>
                </a:lnTo>
                <a:lnTo>
                  <a:pt x="1615" y="1740"/>
                </a:lnTo>
                <a:lnTo>
                  <a:pt x="1615" y="1739"/>
                </a:lnTo>
                <a:lnTo>
                  <a:pt x="1615" y="1738"/>
                </a:lnTo>
                <a:lnTo>
                  <a:pt x="1615" y="1736"/>
                </a:lnTo>
                <a:lnTo>
                  <a:pt x="1615" y="1735"/>
                </a:lnTo>
                <a:lnTo>
                  <a:pt x="1616" y="1735"/>
                </a:lnTo>
                <a:lnTo>
                  <a:pt x="1616" y="1734"/>
                </a:lnTo>
                <a:lnTo>
                  <a:pt x="1616" y="1733"/>
                </a:lnTo>
                <a:lnTo>
                  <a:pt x="1615" y="1731"/>
                </a:lnTo>
                <a:lnTo>
                  <a:pt x="1614" y="1731"/>
                </a:lnTo>
                <a:lnTo>
                  <a:pt x="1613" y="1731"/>
                </a:lnTo>
                <a:lnTo>
                  <a:pt x="1612" y="1730"/>
                </a:lnTo>
                <a:lnTo>
                  <a:pt x="1611" y="1730"/>
                </a:lnTo>
                <a:lnTo>
                  <a:pt x="1610" y="1730"/>
                </a:lnTo>
                <a:lnTo>
                  <a:pt x="1610" y="1729"/>
                </a:lnTo>
                <a:lnTo>
                  <a:pt x="1609" y="1728"/>
                </a:lnTo>
                <a:lnTo>
                  <a:pt x="1608" y="1727"/>
                </a:lnTo>
                <a:lnTo>
                  <a:pt x="1608" y="1725"/>
                </a:lnTo>
                <a:lnTo>
                  <a:pt x="1607" y="1723"/>
                </a:lnTo>
                <a:lnTo>
                  <a:pt x="1607" y="1721"/>
                </a:lnTo>
                <a:lnTo>
                  <a:pt x="1606" y="1720"/>
                </a:lnTo>
                <a:lnTo>
                  <a:pt x="1606" y="1718"/>
                </a:lnTo>
                <a:lnTo>
                  <a:pt x="1604" y="1718"/>
                </a:lnTo>
                <a:lnTo>
                  <a:pt x="1604" y="1717"/>
                </a:lnTo>
                <a:lnTo>
                  <a:pt x="1603" y="1717"/>
                </a:lnTo>
                <a:lnTo>
                  <a:pt x="1603" y="1716"/>
                </a:lnTo>
                <a:lnTo>
                  <a:pt x="1602" y="1716"/>
                </a:lnTo>
                <a:lnTo>
                  <a:pt x="1602" y="1715"/>
                </a:lnTo>
                <a:lnTo>
                  <a:pt x="1603" y="1714"/>
                </a:lnTo>
                <a:lnTo>
                  <a:pt x="1604" y="1713"/>
                </a:lnTo>
                <a:lnTo>
                  <a:pt x="1605" y="1713"/>
                </a:lnTo>
                <a:lnTo>
                  <a:pt x="1605" y="1712"/>
                </a:lnTo>
                <a:lnTo>
                  <a:pt x="1604" y="1711"/>
                </a:lnTo>
                <a:lnTo>
                  <a:pt x="1603" y="1710"/>
                </a:lnTo>
                <a:lnTo>
                  <a:pt x="1602" y="1709"/>
                </a:lnTo>
                <a:lnTo>
                  <a:pt x="1602" y="1708"/>
                </a:lnTo>
                <a:lnTo>
                  <a:pt x="1601" y="1707"/>
                </a:lnTo>
                <a:lnTo>
                  <a:pt x="1600" y="1706"/>
                </a:lnTo>
                <a:lnTo>
                  <a:pt x="1600" y="1705"/>
                </a:lnTo>
                <a:lnTo>
                  <a:pt x="1601" y="1704"/>
                </a:lnTo>
                <a:lnTo>
                  <a:pt x="1602" y="1702"/>
                </a:lnTo>
                <a:lnTo>
                  <a:pt x="1602" y="1701"/>
                </a:lnTo>
                <a:lnTo>
                  <a:pt x="1601" y="1701"/>
                </a:lnTo>
                <a:lnTo>
                  <a:pt x="1600" y="1701"/>
                </a:lnTo>
                <a:lnTo>
                  <a:pt x="1599" y="1701"/>
                </a:lnTo>
                <a:lnTo>
                  <a:pt x="1599" y="1700"/>
                </a:lnTo>
                <a:lnTo>
                  <a:pt x="1599" y="1699"/>
                </a:lnTo>
                <a:lnTo>
                  <a:pt x="1598" y="1698"/>
                </a:lnTo>
                <a:lnTo>
                  <a:pt x="1596" y="1696"/>
                </a:lnTo>
                <a:lnTo>
                  <a:pt x="1594" y="1696"/>
                </a:lnTo>
                <a:lnTo>
                  <a:pt x="1593" y="1695"/>
                </a:lnTo>
                <a:lnTo>
                  <a:pt x="1593" y="1694"/>
                </a:lnTo>
                <a:lnTo>
                  <a:pt x="1594" y="1694"/>
                </a:lnTo>
                <a:lnTo>
                  <a:pt x="1593" y="1694"/>
                </a:lnTo>
                <a:lnTo>
                  <a:pt x="1593" y="1693"/>
                </a:lnTo>
                <a:lnTo>
                  <a:pt x="1593" y="1692"/>
                </a:lnTo>
                <a:lnTo>
                  <a:pt x="1594" y="1692"/>
                </a:lnTo>
                <a:lnTo>
                  <a:pt x="1594" y="1689"/>
                </a:lnTo>
                <a:lnTo>
                  <a:pt x="1595" y="1686"/>
                </a:lnTo>
                <a:lnTo>
                  <a:pt x="1594" y="1684"/>
                </a:lnTo>
                <a:lnTo>
                  <a:pt x="1594" y="1683"/>
                </a:lnTo>
                <a:lnTo>
                  <a:pt x="1594" y="1682"/>
                </a:lnTo>
                <a:lnTo>
                  <a:pt x="1594" y="1681"/>
                </a:lnTo>
                <a:lnTo>
                  <a:pt x="1593" y="1681"/>
                </a:lnTo>
                <a:lnTo>
                  <a:pt x="1592" y="1680"/>
                </a:lnTo>
                <a:lnTo>
                  <a:pt x="1592" y="1678"/>
                </a:lnTo>
                <a:lnTo>
                  <a:pt x="1592" y="1677"/>
                </a:lnTo>
                <a:lnTo>
                  <a:pt x="1592" y="1676"/>
                </a:lnTo>
                <a:lnTo>
                  <a:pt x="1592" y="1675"/>
                </a:lnTo>
                <a:lnTo>
                  <a:pt x="1591" y="1675"/>
                </a:lnTo>
                <a:lnTo>
                  <a:pt x="1590" y="1675"/>
                </a:lnTo>
                <a:lnTo>
                  <a:pt x="1590" y="1674"/>
                </a:lnTo>
                <a:lnTo>
                  <a:pt x="1589" y="1675"/>
                </a:lnTo>
                <a:lnTo>
                  <a:pt x="1589" y="1676"/>
                </a:lnTo>
                <a:lnTo>
                  <a:pt x="1588" y="1676"/>
                </a:lnTo>
                <a:lnTo>
                  <a:pt x="1588" y="1677"/>
                </a:lnTo>
                <a:lnTo>
                  <a:pt x="1587" y="1677"/>
                </a:lnTo>
                <a:lnTo>
                  <a:pt x="1587" y="1678"/>
                </a:lnTo>
                <a:lnTo>
                  <a:pt x="1586" y="1678"/>
                </a:lnTo>
                <a:lnTo>
                  <a:pt x="1586" y="1679"/>
                </a:lnTo>
                <a:lnTo>
                  <a:pt x="1586" y="1680"/>
                </a:lnTo>
                <a:lnTo>
                  <a:pt x="1586" y="1681"/>
                </a:lnTo>
                <a:lnTo>
                  <a:pt x="1585" y="1681"/>
                </a:lnTo>
                <a:lnTo>
                  <a:pt x="1585" y="1682"/>
                </a:lnTo>
                <a:lnTo>
                  <a:pt x="1586" y="1682"/>
                </a:lnTo>
                <a:lnTo>
                  <a:pt x="1586" y="1683"/>
                </a:lnTo>
                <a:lnTo>
                  <a:pt x="1586" y="1684"/>
                </a:lnTo>
                <a:lnTo>
                  <a:pt x="1586" y="1685"/>
                </a:lnTo>
                <a:lnTo>
                  <a:pt x="1586" y="1686"/>
                </a:lnTo>
                <a:lnTo>
                  <a:pt x="1585" y="1686"/>
                </a:lnTo>
                <a:lnTo>
                  <a:pt x="1585" y="1687"/>
                </a:lnTo>
                <a:lnTo>
                  <a:pt x="1585" y="1688"/>
                </a:lnTo>
                <a:lnTo>
                  <a:pt x="1584" y="1688"/>
                </a:lnTo>
                <a:lnTo>
                  <a:pt x="1584" y="1689"/>
                </a:lnTo>
                <a:lnTo>
                  <a:pt x="1583" y="1690"/>
                </a:lnTo>
                <a:lnTo>
                  <a:pt x="1583" y="1691"/>
                </a:lnTo>
                <a:lnTo>
                  <a:pt x="1582" y="1691"/>
                </a:lnTo>
                <a:lnTo>
                  <a:pt x="1583" y="1692"/>
                </a:lnTo>
                <a:lnTo>
                  <a:pt x="1583" y="1694"/>
                </a:lnTo>
                <a:lnTo>
                  <a:pt x="1583" y="1695"/>
                </a:lnTo>
                <a:lnTo>
                  <a:pt x="1583" y="1696"/>
                </a:lnTo>
                <a:lnTo>
                  <a:pt x="1582" y="1696"/>
                </a:lnTo>
                <a:lnTo>
                  <a:pt x="1582" y="1697"/>
                </a:lnTo>
                <a:lnTo>
                  <a:pt x="1582" y="1699"/>
                </a:lnTo>
                <a:lnTo>
                  <a:pt x="1580" y="1700"/>
                </a:lnTo>
                <a:lnTo>
                  <a:pt x="1580" y="1701"/>
                </a:lnTo>
                <a:lnTo>
                  <a:pt x="1579" y="1701"/>
                </a:lnTo>
                <a:lnTo>
                  <a:pt x="1579" y="1700"/>
                </a:lnTo>
                <a:lnTo>
                  <a:pt x="1579" y="1699"/>
                </a:lnTo>
                <a:lnTo>
                  <a:pt x="1578" y="1699"/>
                </a:lnTo>
                <a:lnTo>
                  <a:pt x="1578" y="1700"/>
                </a:lnTo>
                <a:lnTo>
                  <a:pt x="1577" y="1700"/>
                </a:lnTo>
                <a:lnTo>
                  <a:pt x="1576" y="1701"/>
                </a:lnTo>
                <a:lnTo>
                  <a:pt x="1575" y="1701"/>
                </a:lnTo>
                <a:lnTo>
                  <a:pt x="1574" y="1702"/>
                </a:lnTo>
                <a:lnTo>
                  <a:pt x="1573" y="1702"/>
                </a:lnTo>
                <a:lnTo>
                  <a:pt x="1573" y="1703"/>
                </a:lnTo>
                <a:lnTo>
                  <a:pt x="1573" y="1704"/>
                </a:lnTo>
                <a:lnTo>
                  <a:pt x="1573" y="1705"/>
                </a:lnTo>
                <a:lnTo>
                  <a:pt x="1572" y="1705"/>
                </a:lnTo>
                <a:lnTo>
                  <a:pt x="1572" y="1704"/>
                </a:lnTo>
                <a:lnTo>
                  <a:pt x="1572" y="1705"/>
                </a:lnTo>
                <a:lnTo>
                  <a:pt x="1571" y="1705"/>
                </a:lnTo>
                <a:lnTo>
                  <a:pt x="1571" y="1706"/>
                </a:lnTo>
                <a:lnTo>
                  <a:pt x="1570" y="1708"/>
                </a:lnTo>
                <a:lnTo>
                  <a:pt x="1569" y="1708"/>
                </a:lnTo>
                <a:lnTo>
                  <a:pt x="1569" y="1709"/>
                </a:lnTo>
                <a:lnTo>
                  <a:pt x="1569" y="1710"/>
                </a:lnTo>
                <a:lnTo>
                  <a:pt x="1569" y="1711"/>
                </a:lnTo>
                <a:lnTo>
                  <a:pt x="1570" y="1714"/>
                </a:lnTo>
                <a:lnTo>
                  <a:pt x="1570" y="1716"/>
                </a:lnTo>
                <a:lnTo>
                  <a:pt x="1569" y="1716"/>
                </a:lnTo>
                <a:lnTo>
                  <a:pt x="1569" y="1717"/>
                </a:lnTo>
                <a:lnTo>
                  <a:pt x="1567" y="1717"/>
                </a:lnTo>
                <a:lnTo>
                  <a:pt x="1567" y="1718"/>
                </a:lnTo>
                <a:lnTo>
                  <a:pt x="1566" y="1718"/>
                </a:lnTo>
                <a:lnTo>
                  <a:pt x="1566" y="1720"/>
                </a:lnTo>
                <a:lnTo>
                  <a:pt x="1566" y="1722"/>
                </a:lnTo>
                <a:lnTo>
                  <a:pt x="1566" y="1723"/>
                </a:lnTo>
                <a:lnTo>
                  <a:pt x="1566" y="1724"/>
                </a:lnTo>
                <a:lnTo>
                  <a:pt x="1565" y="1725"/>
                </a:lnTo>
                <a:lnTo>
                  <a:pt x="1564" y="1726"/>
                </a:lnTo>
                <a:lnTo>
                  <a:pt x="1563" y="1726"/>
                </a:lnTo>
                <a:lnTo>
                  <a:pt x="1563" y="1727"/>
                </a:lnTo>
                <a:lnTo>
                  <a:pt x="1561" y="1728"/>
                </a:lnTo>
                <a:lnTo>
                  <a:pt x="1559" y="1728"/>
                </a:lnTo>
                <a:lnTo>
                  <a:pt x="1558" y="1727"/>
                </a:lnTo>
                <a:lnTo>
                  <a:pt x="1558" y="1726"/>
                </a:lnTo>
                <a:lnTo>
                  <a:pt x="1557" y="1725"/>
                </a:lnTo>
                <a:lnTo>
                  <a:pt x="1556" y="1725"/>
                </a:lnTo>
                <a:lnTo>
                  <a:pt x="1555" y="1725"/>
                </a:lnTo>
                <a:lnTo>
                  <a:pt x="1554" y="1725"/>
                </a:lnTo>
                <a:lnTo>
                  <a:pt x="1553" y="1724"/>
                </a:lnTo>
                <a:lnTo>
                  <a:pt x="1552" y="1724"/>
                </a:lnTo>
                <a:lnTo>
                  <a:pt x="1551" y="1722"/>
                </a:lnTo>
                <a:lnTo>
                  <a:pt x="1551" y="1721"/>
                </a:lnTo>
                <a:lnTo>
                  <a:pt x="1550" y="1719"/>
                </a:lnTo>
                <a:lnTo>
                  <a:pt x="1550" y="1715"/>
                </a:lnTo>
                <a:lnTo>
                  <a:pt x="1550" y="1714"/>
                </a:lnTo>
                <a:lnTo>
                  <a:pt x="1551" y="1713"/>
                </a:lnTo>
                <a:lnTo>
                  <a:pt x="1550" y="1711"/>
                </a:lnTo>
                <a:lnTo>
                  <a:pt x="1550" y="1710"/>
                </a:lnTo>
                <a:lnTo>
                  <a:pt x="1549" y="1710"/>
                </a:lnTo>
                <a:lnTo>
                  <a:pt x="1549" y="1709"/>
                </a:lnTo>
                <a:lnTo>
                  <a:pt x="1549" y="1708"/>
                </a:lnTo>
                <a:lnTo>
                  <a:pt x="1549" y="1707"/>
                </a:lnTo>
                <a:lnTo>
                  <a:pt x="1547" y="1705"/>
                </a:lnTo>
                <a:lnTo>
                  <a:pt x="1548" y="1705"/>
                </a:lnTo>
                <a:lnTo>
                  <a:pt x="1548" y="1704"/>
                </a:lnTo>
                <a:lnTo>
                  <a:pt x="1547" y="1704"/>
                </a:lnTo>
                <a:lnTo>
                  <a:pt x="1546" y="1704"/>
                </a:lnTo>
                <a:lnTo>
                  <a:pt x="1545" y="1703"/>
                </a:lnTo>
                <a:lnTo>
                  <a:pt x="1544" y="1702"/>
                </a:lnTo>
                <a:lnTo>
                  <a:pt x="1543" y="1702"/>
                </a:lnTo>
                <a:lnTo>
                  <a:pt x="1542" y="1701"/>
                </a:lnTo>
                <a:lnTo>
                  <a:pt x="1543" y="1700"/>
                </a:lnTo>
                <a:lnTo>
                  <a:pt x="1544" y="1700"/>
                </a:lnTo>
                <a:lnTo>
                  <a:pt x="1543" y="1698"/>
                </a:lnTo>
                <a:lnTo>
                  <a:pt x="1543" y="1697"/>
                </a:lnTo>
                <a:lnTo>
                  <a:pt x="1542" y="1697"/>
                </a:lnTo>
                <a:lnTo>
                  <a:pt x="1541" y="1698"/>
                </a:lnTo>
                <a:lnTo>
                  <a:pt x="1541" y="1697"/>
                </a:lnTo>
                <a:lnTo>
                  <a:pt x="1540" y="1695"/>
                </a:lnTo>
                <a:lnTo>
                  <a:pt x="1539" y="1695"/>
                </a:lnTo>
                <a:lnTo>
                  <a:pt x="1538" y="1695"/>
                </a:lnTo>
                <a:lnTo>
                  <a:pt x="1537" y="1695"/>
                </a:lnTo>
                <a:lnTo>
                  <a:pt x="1536" y="1695"/>
                </a:lnTo>
                <a:lnTo>
                  <a:pt x="1536" y="1694"/>
                </a:lnTo>
                <a:lnTo>
                  <a:pt x="1535" y="1694"/>
                </a:lnTo>
                <a:lnTo>
                  <a:pt x="1533" y="1694"/>
                </a:lnTo>
                <a:lnTo>
                  <a:pt x="1532" y="1694"/>
                </a:lnTo>
                <a:lnTo>
                  <a:pt x="1532" y="1695"/>
                </a:lnTo>
                <a:lnTo>
                  <a:pt x="1532" y="1696"/>
                </a:lnTo>
                <a:lnTo>
                  <a:pt x="1532" y="1697"/>
                </a:lnTo>
                <a:lnTo>
                  <a:pt x="1531" y="1697"/>
                </a:lnTo>
                <a:lnTo>
                  <a:pt x="1530" y="1696"/>
                </a:lnTo>
                <a:lnTo>
                  <a:pt x="1529" y="1696"/>
                </a:lnTo>
                <a:lnTo>
                  <a:pt x="1528" y="1698"/>
                </a:lnTo>
                <a:lnTo>
                  <a:pt x="1528" y="1699"/>
                </a:lnTo>
                <a:lnTo>
                  <a:pt x="1528" y="1698"/>
                </a:lnTo>
                <a:lnTo>
                  <a:pt x="1527" y="1699"/>
                </a:lnTo>
                <a:lnTo>
                  <a:pt x="1527" y="1700"/>
                </a:lnTo>
                <a:lnTo>
                  <a:pt x="1526" y="1701"/>
                </a:lnTo>
                <a:lnTo>
                  <a:pt x="1526" y="1702"/>
                </a:lnTo>
                <a:lnTo>
                  <a:pt x="1524" y="1702"/>
                </a:lnTo>
                <a:lnTo>
                  <a:pt x="1524" y="1701"/>
                </a:lnTo>
                <a:lnTo>
                  <a:pt x="1524" y="1700"/>
                </a:lnTo>
                <a:lnTo>
                  <a:pt x="1523" y="1701"/>
                </a:lnTo>
                <a:lnTo>
                  <a:pt x="1522" y="1702"/>
                </a:lnTo>
                <a:lnTo>
                  <a:pt x="1522" y="1703"/>
                </a:lnTo>
                <a:lnTo>
                  <a:pt x="1522" y="1704"/>
                </a:lnTo>
                <a:lnTo>
                  <a:pt x="1521" y="1704"/>
                </a:lnTo>
                <a:lnTo>
                  <a:pt x="1521" y="1705"/>
                </a:lnTo>
                <a:lnTo>
                  <a:pt x="1520" y="1706"/>
                </a:lnTo>
                <a:lnTo>
                  <a:pt x="1519" y="1708"/>
                </a:lnTo>
                <a:lnTo>
                  <a:pt x="1519" y="1709"/>
                </a:lnTo>
                <a:lnTo>
                  <a:pt x="1518" y="1711"/>
                </a:lnTo>
                <a:lnTo>
                  <a:pt x="1517" y="1712"/>
                </a:lnTo>
                <a:lnTo>
                  <a:pt x="1516" y="1712"/>
                </a:lnTo>
                <a:lnTo>
                  <a:pt x="1514" y="1712"/>
                </a:lnTo>
                <a:lnTo>
                  <a:pt x="1514" y="1713"/>
                </a:lnTo>
                <a:lnTo>
                  <a:pt x="1514" y="1714"/>
                </a:lnTo>
                <a:lnTo>
                  <a:pt x="1514" y="1715"/>
                </a:lnTo>
                <a:lnTo>
                  <a:pt x="1515" y="1715"/>
                </a:lnTo>
                <a:lnTo>
                  <a:pt x="1516" y="1716"/>
                </a:lnTo>
                <a:lnTo>
                  <a:pt x="1517" y="1717"/>
                </a:lnTo>
                <a:lnTo>
                  <a:pt x="1517" y="1718"/>
                </a:lnTo>
                <a:lnTo>
                  <a:pt x="1516" y="1718"/>
                </a:lnTo>
                <a:lnTo>
                  <a:pt x="1515" y="1719"/>
                </a:lnTo>
                <a:lnTo>
                  <a:pt x="1515" y="1720"/>
                </a:lnTo>
                <a:lnTo>
                  <a:pt x="1516" y="1721"/>
                </a:lnTo>
                <a:lnTo>
                  <a:pt x="1517" y="1723"/>
                </a:lnTo>
                <a:lnTo>
                  <a:pt x="1518" y="1725"/>
                </a:lnTo>
                <a:lnTo>
                  <a:pt x="1517" y="1726"/>
                </a:lnTo>
                <a:lnTo>
                  <a:pt x="1517" y="1727"/>
                </a:lnTo>
                <a:lnTo>
                  <a:pt x="1515" y="1727"/>
                </a:lnTo>
                <a:lnTo>
                  <a:pt x="1514" y="1727"/>
                </a:lnTo>
                <a:lnTo>
                  <a:pt x="1513" y="1727"/>
                </a:lnTo>
                <a:lnTo>
                  <a:pt x="1512" y="1727"/>
                </a:lnTo>
                <a:lnTo>
                  <a:pt x="1512" y="1728"/>
                </a:lnTo>
                <a:lnTo>
                  <a:pt x="1511" y="1728"/>
                </a:lnTo>
                <a:lnTo>
                  <a:pt x="1511" y="1729"/>
                </a:lnTo>
                <a:lnTo>
                  <a:pt x="1512" y="1729"/>
                </a:lnTo>
                <a:lnTo>
                  <a:pt x="1512" y="1730"/>
                </a:lnTo>
                <a:lnTo>
                  <a:pt x="1512" y="1731"/>
                </a:lnTo>
                <a:lnTo>
                  <a:pt x="1510" y="1732"/>
                </a:lnTo>
                <a:lnTo>
                  <a:pt x="1509" y="1732"/>
                </a:lnTo>
                <a:lnTo>
                  <a:pt x="1507" y="1732"/>
                </a:lnTo>
                <a:lnTo>
                  <a:pt x="1506" y="1732"/>
                </a:lnTo>
                <a:lnTo>
                  <a:pt x="1506" y="1733"/>
                </a:lnTo>
                <a:lnTo>
                  <a:pt x="1505" y="1733"/>
                </a:lnTo>
                <a:lnTo>
                  <a:pt x="1504" y="1733"/>
                </a:lnTo>
                <a:lnTo>
                  <a:pt x="1503" y="1734"/>
                </a:lnTo>
                <a:lnTo>
                  <a:pt x="1502" y="1735"/>
                </a:lnTo>
                <a:lnTo>
                  <a:pt x="1501" y="1735"/>
                </a:lnTo>
                <a:lnTo>
                  <a:pt x="1500" y="1735"/>
                </a:lnTo>
                <a:lnTo>
                  <a:pt x="1498" y="1735"/>
                </a:lnTo>
                <a:lnTo>
                  <a:pt x="1497" y="1735"/>
                </a:lnTo>
                <a:lnTo>
                  <a:pt x="1495" y="1735"/>
                </a:lnTo>
                <a:lnTo>
                  <a:pt x="1494" y="1735"/>
                </a:lnTo>
                <a:lnTo>
                  <a:pt x="1493" y="1735"/>
                </a:lnTo>
                <a:lnTo>
                  <a:pt x="1493" y="1736"/>
                </a:lnTo>
                <a:lnTo>
                  <a:pt x="1492" y="1736"/>
                </a:lnTo>
                <a:lnTo>
                  <a:pt x="1492" y="1737"/>
                </a:lnTo>
                <a:lnTo>
                  <a:pt x="1491" y="1737"/>
                </a:lnTo>
                <a:lnTo>
                  <a:pt x="1488" y="1739"/>
                </a:lnTo>
                <a:lnTo>
                  <a:pt x="1487" y="1739"/>
                </a:lnTo>
                <a:lnTo>
                  <a:pt x="1486" y="1739"/>
                </a:lnTo>
                <a:lnTo>
                  <a:pt x="1485" y="1739"/>
                </a:lnTo>
                <a:lnTo>
                  <a:pt x="1484" y="1739"/>
                </a:lnTo>
                <a:lnTo>
                  <a:pt x="1484" y="1740"/>
                </a:lnTo>
                <a:lnTo>
                  <a:pt x="1483" y="1740"/>
                </a:lnTo>
                <a:lnTo>
                  <a:pt x="1482" y="1740"/>
                </a:lnTo>
                <a:lnTo>
                  <a:pt x="1480" y="1740"/>
                </a:lnTo>
                <a:lnTo>
                  <a:pt x="1479" y="1740"/>
                </a:lnTo>
                <a:lnTo>
                  <a:pt x="1479" y="1739"/>
                </a:lnTo>
                <a:lnTo>
                  <a:pt x="1478" y="1739"/>
                </a:lnTo>
                <a:lnTo>
                  <a:pt x="1478" y="1740"/>
                </a:lnTo>
                <a:lnTo>
                  <a:pt x="1478" y="1741"/>
                </a:lnTo>
                <a:lnTo>
                  <a:pt x="1477" y="1741"/>
                </a:lnTo>
                <a:lnTo>
                  <a:pt x="1476" y="1741"/>
                </a:lnTo>
                <a:lnTo>
                  <a:pt x="1475" y="1742"/>
                </a:lnTo>
                <a:lnTo>
                  <a:pt x="1474" y="1742"/>
                </a:lnTo>
                <a:lnTo>
                  <a:pt x="1474" y="1743"/>
                </a:lnTo>
                <a:lnTo>
                  <a:pt x="1474" y="1744"/>
                </a:lnTo>
                <a:lnTo>
                  <a:pt x="1473" y="1746"/>
                </a:lnTo>
                <a:lnTo>
                  <a:pt x="1473" y="1747"/>
                </a:lnTo>
                <a:lnTo>
                  <a:pt x="1471" y="1749"/>
                </a:lnTo>
                <a:lnTo>
                  <a:pt x="1469" y="1749"/>
                </a:lnTo>
                <a:lnTo>
                  <a:pt x="1468" y="1750"/>
                </a:lnTo>
                <a:lnTo>
                  <a:pt x="1468" y="1751"/>
                </a:lnTo>
                <a:lnTo>
                  <a:pt x="1468" y="1752"/>
                </a:lnTo>
                <a:lnTo>
                  <a:pt x="1467" y="1752"/>
                </a:lnTo>
                <a:lnTo>
                  <a:pt x="1467" y="1753"/>
                </a:lnTo>
                <a:lnTo>
                  <a:pt x="1468" y="1753"/>
                </a:lnTo>
                <a:lnTo>
                  <a:pt x="1468" y="1754"/>
                </a:lnTo>
                <a:lnTo>
                  <a:pt x="1468" y="1755"/>
                </a:lnTo>
                <a:lnTo>
                  <a:pt x="1467" y="1755"/>
                </a:lnTo>
                <a:lnTo>
                  <a:pt x="1466" y="1756"/>
                </a:lnTo>
                <a:lnTo>
                  <a:pt x="1466" y="1757"/>
                </a:lnTo>
                <a:lnTo>
                  <a:pt x="1466" y="1758"/>
                </a:lnTo>
                <a:lnTo>
                  <a:pt x="1464" y="1760"/>
                </a:lnTo>
                <a:lnTo>
                  <a:pt x="1462" y="1761"/>
                </a:lnTo>
                <a:lnTo>
                  <a:pt x="1461" y="1761"/>
                </a:lnTo>
                <a:lnTo>
                  <a:pt x="1460" y="1761"/>
                </a:lnTo>
                <a:lnTo>
                  <a:pt x="1459" y="1761"/>
                </a:lnTo>
                <a:lnTo>
                  <a:pt x="1457" y="1760"/>
                </a:lnTo>
                <a:lnTo>
                  <a:pt x="1456" y="1760"/>
                </a:lnTo>
                <a:lnTo>
                  <a:pt x="1455" y="1760"/>
                </a:lnTo>
                <a:lnTo>
                  <a:pt x="1454" y="1760"/>
                </a:lnTo>
                <a:lnTo>
                  <a:pt x="1455" y="1760"/>
                </a:lnTo>
                <a:lnTo>
                  <a:pt x="1455" y="1761"/>
                </a:lnTo>
                <a:lnTo>
                  <a:pt x="1455" y="1762"/>
                </a:lnTo>
                <a:lnTo>
                  <a:pt x="1455" y="1763"/>
                </a:lnTo>
                <a:lnTo>
                  <a:pt x="1454" y="1763"/>
                </a:lnTo>
                <a:lnTo>
                  <a:pt x="1453" y="1764"/>
                </a:lnTo>
                <a:lnTo>
                  <a:pt x="1452" y="1763"/>
                </a:lnTo>
                <a:lnTo>
                  <a:pt x="1451" y="1762"/>
                </a:lnTo>
                <a:lnTo>
                  <a:pt x="1451" y="1761"/>
                </a:lnTo>
                <a:lnTo>
                  <a:pt x="1450" y="1761"/>
                </a:lnTo>
                <a:lnTo>
                  <a:pt x="1449" y="1761"/>
                </a:lnTo>
                <a:lnTo>
                  <a:pt x="1448" y="1761"/>
                </a:lnTo>
                <a:lnTo>
                  <a:pt x="1448" y="1760"/>
                </a:lnTo>
                <a:lnTo>
                  <a:pt x="1447" y="1760"/>
                </a:lnTo>
                <a:lnTo>
                  <a:pt x="1446" y="1760"/>
                </a:lnTo>
                <a:lnTo>
                  <a:pt x="1446" y="1761"/>
                </a:lnTo>
                <a:lnTo>
                  <a:pt x="1445" y="1762"/>
                </a:lnTo>
                <a:lnTo>
                  <a:pt x="1445" y="1763"/>
                </a:lnTo>
                <a:lnTo>
                  <a:pt x="1445" y="1764"/>
                </a:lnTo>
                <a:lnTo>
                  <a:pt x="1444" y="1764"/>
                </a:lnTo>
                <a:lnTo>
                  <a:pt x="1443" y="1766"/>
                </a:lnTo>
                <a:lnTo>
                  <a:pt x="1442" y="1769"/>
                </a:lnTo>
                <a:lnTo>
                  <a:pt x="1442" y="1770"/>
                </a:lnTo>
                <a:lnTo>
                  <a:pt x="1443" y="1772"/>
                </a:lnTo>
                <a:lnTo>
                  <a:pt x="1444" y="1773"/>
                </a:lnTo>
                <a:lnTo>
                  <a:pt x="1444" y="1774"/>
                </a:lnTo>
                <a:lnTo>
                  <a:pt x="1445" y="1775"/>
                </a:lnTo>
                <a:lnTo>
                  <a:pt x="1444" y="1776"/>
                </a:lnTo>
                <a:lnTo>
                  <a:pt x="1444" y="1777"/>
                </a:lnTo>
                <a:lnTo>
                  <a:pt x="1445" y="1777"/>
                </a:lnTo>
                <a:lnTo>
                  <a:pt x="1446" y="1777"/>
                </a:lnTo>
                <a:lnTo>
                  <a:pt x="1446" y="1778"/>
                </a:lnTo>
                <a:lnTo>
                  <a:pt x="1446" y="1779"/>
                </a:lnTo>
                <a:lnTo>
                  <a:pt x="1446" y="1780"/>
                </a:lnTo>
                <a:lnTo>
                  <a:pt x="1446" y="1781"/>
                </a:lnTo>
                <a:lnTo>
                  <a:pt x="1447" y="1782"/>
                </a:lnTo>
                <a:lnTo>
                  <a:pt x="1448" y="1782"/>
                </a:lnTo>
                <a:lnTo>
                  <a:pt x="1449" y="1783"/>
                </a:lnTo>
                <a:lnTo>
                  <a:pt x="1448" y="1785"/>
                </a:lnTo>
                <a:lnTo>
                  <a:pt x="1447" y="1786"/>
                </a:lnTo>
                <a:lnTo>
                  <a:pt x="1447" y="1787"/>
                </a:lnTo>
                <a:lnTo>
                  <a:pt x="1448" y="1787"/>
                </a:lnTo>
                <a:lnTo>
                  <a:pt x="1448" y="1788"/>
                </a:lnTo>
                <a:lnTo>
                  <a:pt x="1448" y="1789"/>
                </a:lnTo>
                <a:lnTo>
                  <a:pt x="1448" y="1790"/>
                </a:lnTo>
                <a:lnTo>
                  <a:pt x="1448" y="1791"/>
                </a:lnTo>
                <a:lnTo>
                  <a:pt x="1448" y="1792"/>
                </a:lnTo>
                <a:lnTo>
                  <a:pt x="1448" y="1793"/>
                </a:lnTo>
                <a:lnTo>
                  <a:pt x="1450" y="1795"/>
                </a:lnTo>
                <a:lnTo>
                  <a:pt x="1451" y="1796"/>
                </a:lnTo>
                <a:lnTo>
                  <a:pt x="1452" y="1798"/>
                </a:lnTo>
                <a:lnTo>
                  <a:pt x="1453" y="1799"/>
                </a:lnTo>
                <a:lnTo>
                  <a:pt x="1453" y="1800"/>
                </a:lnTo>
                <a:lnTo>
                  <a:pt x="1453" y="1801"/>
                </a:lnTo>
                <a:lnTo>
                  <a:pt x="1454" y="1802"/>
                </a:lnTo>
                <a:lnTo>
                  <a:pt x="1454" y="1803"/>
                </a:lnTo>
                <a:lnTo>
                  <a:pt x="1454" y="1804"/>
                </a:lnTo>
                <a:lnTo>
                  <a:pt x="1454" y="1805"/>
                </a:lnTo>
                <a:lnTo>
                  <a:pt x="1454" y="1806"/>
                </a:lnTo>
                <a:lnTo>
                  <a:pt x="1454" y="1807"/>
                </a:lnTo>
                <a:lnTo>
                  <a:pt x="1454" y="1808"/>
                </a:lnTo>
                <a:lnTo>
                  <a:pt x="1453" y="1808"/>
                </a:lnTo>
                <a:lnTo>
                  <a:pt x="1453" y="1809"/>
                </a:lnTo>
                <a:lnTo>
                  <a:pt x="1452" y="1809"/>
                </a:lnTo>
                <a:lnTo>
                  <a:pt x="1452" y="1810"/>
                </a:lnTo>
                <a:lnTo>
                  <a:pt x="1451" y="1810"/>
                </a:lnTo>
                <a:lnTo>
                  <a:pt x="1452" y="1811"/>
                </a:lnTo>
                <a:lnTo>
                  <a:pt x="1451" y="1812"/>
                </a:lnTo>
                <a:lnTo>
                  <a:pt x="1450" y="1812"/>
                </a:lnTo>
                <a:lnTo>
                  <a:pt x="1450" y="1811"/>
                </a:lnTo>
                <a:lnTo>
                  <a:pt x="1450" y="1812"/>
                </a:lnTo>
                <a:lnTo>
                  <a:pt x="1449" y="1812"/>
                </a:lnTo>
                <a:lnTo>
                  <a:pt x="1449" y="1813"/>
                </a:lnTo>
                <a:lnTo>
                  <a:pt x="1448" y="1814"/>
                </a:lnTo>
                <a:lnTo>
                  <a:pt x="1447" y="1815"/>
                </a:lnTo>
                <a:lnTo>
                  <a:pt x="1447" y="1814"/>
                </a:lnTo>
                <a:lnTo>
                  <a:pt x="1447" y="1813"/>
                </a:lnTo>
                <a:lnTo>
                  <a:pt x="1446" y="1813"/>
                </a:lnTo>
                <a:lnTo>
                  <a:pt x="1444" y="1814"/>
                </a:lnTo>
                <a:lnTo>
                  <a:pt x="1443" y="1814"/>
                </a:lnTo>
                <a:lnTo>
                  <a:pt x="1443" y="1815"/>
                </a:lnTo>
                <a:lnTo>
                  <a:pt x="1442" y="1817"/>
                </a:lnTo>
                <a:lnTo>
                  <a:pt x="1441" y="1818"/>
                </a:lnTo>
                <a:lnTo>
                  <a:pt x="1440" y="1818"/>
                </a:lnTo>
                <a:lnTo>
                  <a:pt x="1439" y="1818"/>
                </a:lnTo>
                <a:lnTo>
                  <a:pt x="1438" y="1818"/>
                </a:lnTo>
                <a:lnTo>
                  <a:pt x="1437" y="1819"/>
                </a:lnTo>
                <a:lnTo>
                  <a:pt x="1437" y="1820"/>
                </a:lnTo>
                <a:lnTo>
                  <a:pt x="1437" y="1821"/>
                </a:lnTo>
                <a:lnTo>
                  <a:pt x="1436" y="1821"/>
                </a:lnTo>
                <a:lnTo>
                  <a:pt x="1432" y="1822"/>
                </a:lnTo>
                <a:lnTo>
                  <a:pt x="1431" y="1823"/>
                </a:lnTo>
                <a:lnTo>
                  <a:pt x="1430" y="1823"/>
                </a:lnTo>
                <a:lnTo>
                  <a:pt x="1430" y="1824"/>
                </a:lnTo>
                <a:lnTo>
                  <a:pt x="1428" y="1826"/>
                </a:lnTo>
                <a:lnTo>
                  <a:pt x="1428" y="1827"/>
                </a:lnTo>
                <a:lnTo>
                  <a:pt x="1427" y="1828"/>
                </a:lnTo>
                <a:lnTo>
                  <a:pt x="1426" y="1828"/>
                </a:lnTo>
                <a:lnTo>
                  <a:pt x="1425" y="1828"/>
                </a:lnTo>
                <a:lnTo>
                  <a:pt x="1425" y="1827"/>
                </a:lnTo>
                <a:lnTo>
                  <a:pt x="1424" y="1827"/>
                </a:lnTo>
                <a:lnTo>
                  <a:pt x="1423" y="1827"/>
                </a:lnTo>
                <a:lnTo>
                  <a:pt x="1422" y="1827"/>
                </a:lnTo>
                <a:lnTo>
                  <a:pt x="1421" y="1827"/>
                </a:lnTo>
                <a:lnTo>
                  <a:pt x="1420" y="1827"/>
                </a:lnTo>
                <a:lnTo>
                  <a:pt x="1419" y="1827"/>
                </a:lnTo>
                <a:lnTo>
                  <a:pt x="1418" y="1826"/>
                </a:lnTo>
                <a:lnTo>
                  <a:pt x="1418" y="1825"/>
                </a:lnTo>
                <a:lnTo>
                  <a:pt x="1416" y="1824"/>
                </a:lnTo>
                <a:lnTo>
                  <a:pt x="1415" y="1824"/>
                </a:lnTo>
                <a:lnTo>
                  <a:pt x="1414" y="1824"/>
                </a:lnTo>
                <a:lnTo>
                  <a:pt x="1413" y="1825"/>
                </a:lnTo>
                <a:lnTo>
                  <a:pt x="1412" y="1826"/>
                </a:lnTo>
                <a:lnTo>
                  <a:pt x="1412" y="1827"/>
                </a:lnTo>
                <a:lnTo>
                  <a:pt x="1412" y="1828"/>
                </a:lnTo>
                <a:lnTo>
                  <a:pt x="1409" y="1829"/>
                </a:lnTo>
                <a:lnTo>
                  <a:pt x="1407" y="1829"/>
                </a:lnTo>
                <a:lnTo>
                  <a:pt x="1406" y="1829"/>
                </a:lnTo>
                <a:lnTo>
                  <a:pt x="1405" y="1827"/>
                </a:lnTo>
                <a:lnTo>
                  <a:pt x="1404" y="1826"/>
                </a:lnTo>
                <a:lnTo>
                  <a:pt x="1404" y="1827"/>
                </a:lnTo>
                <a:lnTo>
                  <a:pt x="1403" y="1827"/>
                </a:lnTo>
                <a:lnTo>
                  <a:pt x="1402" y="1827"/>
                </a:lnTo>
                <a:lnTo>
                  <a:pt x="1402" y="1826"/>
                </a:lnTo>
                <a:lnTo>
                  <a:pt x="1401" y="1825"/>
                </a:lnTo>
                <a:lnTo>
                  <a:pt x="1401" y="1824"/>
                </a:lnTo>
                <a:lnTo>
                  <a:pt x="1401" y="1823"/>
                </a:lnTo>
                <a:lnTo>
                  <a:pt x="1400" y="1823"/>
                </a:lnTo>
                <a:lnTo>
                  <a:pt x="1399" y="1823"/>
                </a:lnTo>
                <a:lnTo>
                  <a:pt x="1398" y="1822"/>
                </a:lnTo>
                <a:lnTo>
                  <a:pt x="1398" y="1821"/>
                </a:lnTo>
                <a:lnTo>
                  <a:pt x="1398" y="1820"/>
                </a:lnTo>
                <a:lnTo>
                  <a:pt x="1396" y="1818"/>
                </a:lnTo>
                <a:lnTo>
                  <a:pt x="1396" y="1816"/>
                </a:lnTo>
                <a:lnTo>
                  <a:pt x="1394" y="1813"/>
                </a:lnTo>
                <a:lnTo>
                  <a:pt x="1394" y="1812"/>
                </a:lnTo>
                <a:lnTo>
                  <a:pt x="1393" y="1812"/>
                </a:lnTo>
                <a:lnTo>
                  <a:pt x="1393" y="1811"/>
                </a:lnTo>
                <a:lnTo>
                  <a:pt x="1392" y="1811"/>
                </a:lnTo>
                <a:lnTo>
                  <a:pt x="1391" y="1808"/>
                </a:lnTo>
                <a:lnTo>
                  <a:pt x="1390" y="1806"/>
                </a:lnTo>
                <a:lnTo>
                  <a:pt x="1389" y="1805"/>
                </a:lnTo>
                <a:lnTo>
                  <a:pt x="1388" y="1804"/>
                </a:lnTo>
                <a:lnTo>
                  <a:pt x="1387" y="1804"/>
                </a:lnTo>
                <a:lnTo>
                  <a:pt x="1387" y="1803"/>
                </a:lnTo>
                <a:lnTo>
                  <a:pt x="1386" y="1802"/>
                </a:lnTo>
                <a:lnTo>
                  <a:pt x="1386" y="1801"/>
                </a:lnTo>
                <a:lnTo>
                  <a:pt x="1386" y="1800"/>
                </a:lnTo>
                <a:lnTo>
                  <a:pt x="1385" y="1800"/>
                </a:lnTo>
                <a:lnTo>
                  <a:pt x="1385" y="1799"/>
                </a:lnTo>
                <a:lnTo>
                  <a:pt x="1385" y="1798"/>
                </a:lnTo>
                <a:lnTo>
                  <a:pt x="1384" y="1798"/>
                </a:lnTo>
                <a:lnTo>
                  <a:pt x="1383" y="1797"/>
                </a:lnTo>
                <a:lnTo>
                  <a:pt x="1383" y="1796"/>
                </a:lnTo>
                <a:lnTo>
                  <a:pt x="1382" y="1795"/>
                </a:lnTo>
                <a:lnTo>
                  <a:pt x="1381" y="1795"/>
                </a:lnTo>
                <a:lnTo>
                  <a:pt x="1380" y="1796"/>
                </a:lnTo>
                <a:lnTo>
                  <a:pt x="1378" y="1796"/>
                </a:lnTo>
                <a:lnTo>
                  <a:pt x="1378" y="1795"/>
                </a:lnTo>
                <a:lnTo>
                  <a:pt x="1378" y="1794"/>
                </a:lnTo>
                <a:lnTo>
                  <a:pt x="1377" y="1795"/>
                </a:lnTo>
                <a:lnTo>
                  <a:pt x="1376" y="1795"/>
                </a:lnTo>
                <a:lnTo>
                  <a:pt x="1375" y="1795"/>
                </a:lnTo>
                <a:lnTo>
                  <a:pt x="1375" y="1793"/>
                </a:lnTo>
                <a:lnTo>
                  <a:pt x="1376" y="1792"/>
                </a:lnTo>
                <a:lnTo>
                  <a:pt x="1377" y="1791"/>
                </a:lnTo>
                <a:lnTo>
                  <a:pt x="1378" y="1790"/>
                </a:lnTo>
                <a:lnTo>
                  <a:pt x="1379" y="1790"/>
                </a:lnTo>
                <a:lnTo>
                  <a:pt x="1380" y="1790"/>
                </a:lnTo>
                <a:lnTo>
                  <a:pt x="1379" y="1790"/>
                </a:lnTo>
                <a:lnTo>
                  <a:pt x="1379" y="1789"/>
                </a:lnTo>
                <a:lnTo>
                  <a:pt x="1378" y="1787"/>
                </a:lnTo>
                <a:lnTo>
                  <a:pt x="1377" y="1786"/>
                </a:lnTo>
                <a:lnTo>
                  <a:pt x="1376" y="1785"/>
                </a:lnTo>
                <a:lnTo>
                  <a:pt x="1375" y="1784"/>
                </a:lnTo>
                <a:lnTo>
                  <a:pt x="1375" y="1783"/>
                </a:lnTo>
                <a:lnTo>
                  <a:pt x="1375" y="1782"/>
                </a:lnTo>
                <a:lnTo>
                  <a:pt x="1374" y="1781"/>
                </a:lnTo>
                <a:lnTo>
                  <a:pt x="1373" y="1780"/>
                </a:lnTo>
                <a:lnTo>
                  <a:pt x="1372" y="1780"/>
                </a:lnTo>
                <a:lnTo>
                  <a:pt x="1371" y="1780"/>
                </a:lnTo>
                <a:lnTo>
                  <a:pt x="1370" y="1779"/>
                </a:lnTo>
                <a:lnTo>
                  <a:pt x="1370" y="1778"/>
                </a:lnTo>
                <a:lnTo>
                  <a:pt x="1371" y="1777"/>
                </a:lnTo>
                <a:lnTo>
                  <a:pt x="1371" y="1776"/>
                </a:lnTo>
                <a:lnTo>
                  <a:pt x="1371" y="1775"/>
                </a:lnTo>
                <a:lnTo>
                  <a:pt x="1372" y="1775"/>
                </a:lnTo>
                <a:lnTo>
                  <a:pt x="1372" y="1774"/>
                </a:lnTo>
                <a:lnTo>
                  <a:pt x="1372" y="1773"/>
                </a:lnTo>
                <a:lnTo>
                  <a:pt x="1373" y="1773"/>
                </a:lnTo>
                <a:lnTo>
                  <a:pt x="1373" y="1772"/>
                </a:lnTo>
                <a:lnTo>
                  <a:pt x="1374" y="1771"/>
                </a:lnTo>
                <a:lnTo>
                  <a:pt x="1374" y="1770"/>
                </a:lnTo>
                <a:lnTo>
                  <a:pt x="1374" y="1769"/>
                </a:lnTo>
                <a:lnTo>
                  <a:pt x="1373" y="1768"/>
                </a:lnTo>
                <a:lnTo>
                  <a:pt x="1372" y="1768"/>
                </a:lnTo>
                <a:lnTo>
                  <a:pt x="1370" y="1767"/>
                </a:lnTo>
                <a:lnTo>
                  <a:pt x="1370" y="1766"/>
                </a:lnTo>
                <a:lnTo>
                  <a:pt x="1368" y="1764"/>
                </a:lnTo>
                <a:lnTo>
                  <a:pt x="1367" y="1764"/>
                </a:lnTo>
                <a:lnTo>
                  <a:pt x="1366" y="1764"/>
                </a:lnTo>
                <a:lnTo>
                  <a:pt x="1365" y="1764"/>
                </a:lnTo>
                <a:lnTo>
                  <a:pt x="1364" y="1763"/>
                </a:lnTo>
                <a:lnTo>
                  <a:pt x="1363" y="1763"/>
                </a:lnTo>
                <a:lnTo>
                  <a:pt x="1363" y="1764"/>
                </a:lnTo>
                <a:lnTo>
                  <a:pt x="1363" y="1765"/>
                </a:lnTo>
                <a:lnTo>
                  <a:pt x="1362" y="1766"/>
                </a:lnTo>
                <a:lnTo>
                  <a:pt x="1361" y="1766"/>
                </a:lnTo>
                <a:lnTo>
                  <a:pt x="1360" y="1766"/>
                </a:lnTo>
                <a:lnTo>
                  <a:pt x="1360" y="1765"/>
                </a:lnTo>
                <a:lnTo>
                  <a:pt x="1359" y="1766"/>
                </a:lnTo>
                <a:lnTo>
                  <a:pt x="1359" y="1767"/>
                </a:lnTo>
                <a:lnTo>
                  <a:pt x="1358" y="1767"/>
                </a:lnTo>
                <a:lnTo>
                  <a:pt x="1357" y="1767"/>
                </a:lnTo>
                <a:lnTo>
                  <a:pt x="1357" y="1766"/>
                </a:lnTo>
                <a:lnTo>
                  <a:pt x="1356" y="1767"/>
                </a:lnTo>
                <a:lnTo>
                  <a:pt x="1355" y="1767"/>
                </a:lnTo>
                <a:lnTo>
                  <a:pt x="1354" y="1766"/>
                </a:lnTo>
                <a:lnTo>
                  <a:pt x="1354" y="1765"/>
                </a:lnTo>
                <a:lnTo>
                  <a:pt x="1355" y="1764"/>
                </a:lnTo>
                <a:lnTo>
                  <a:pt x="1354" y="1763"/>
                </a:lnTo>
                <a:lnTo>
                  <a:pt x="1353" y="1762"/>
                </a:lnTo>
                <a:lnTo>
                  <a:pt x="1353" y="1761"/>
                </a:lnTo>
                <a:lnTo>
                  <a:pt x="1354" y="1759"/>
                </a:lnTo>
                <a:lnTo>
                  <a:pt x="1353" y="1757"/>
                </a:lnTo>
                <a:lnTo>
                  <a:pt x="1353" y="1756"/>
                </a:lnTo>
                <a:lnTo>
                  <a:pt x="1352" y="1756"/>
                </a:lnTo>
                <a:lnTo>
                  <a:pt x="1351" y="1756"/>
                </a:lnTo>
                <a:lnTo>
                  <a:pt x="1350" y="1756"/>
                </a:lnTo>
                <a:lnTo>
                  <a:pt x="1350" y="1755"/>
                </a:lnTo>
                <a:lnTo>
                  <a:pt x="1349" y="1755"/>
                </a:lnTo>
                <a:lnTo>
                  <a:pt x="1348" y="1755"/>
                </a:lnTo>
                <a:lnTo>
                  <a:pt x="1347" y="1753"/>
                </a:lnTo>
                <a:lnTo>
                  <a:pt x="1346" y="1753"/>
                </a:lnTo>
                <a:lnTo>
                  <a:pt x="1346" y="1752"/>
                </a:lnTo>
                <a:lnTo>
                  <a:pt x="1345" y="1751"/>
                </a:lnTo>
                <a:lnTo>
                  <a:pt x="1344" y="1750"/>
                </a:lnTo>
                <a:lnTo>
                  <a:pt x="1343" y="1750"/>
                </a:lnTo>
                <a:lnTo>
                  <a:pt x="1343" y="1749"/>
                </a:lnTo>
                <a:lnTo>
                  <a:pt x="1343" y="1748"/>
                </a:lnTo>
                <a:lnTo>
                  <a:pt x="1342" y="1747"/>
                </a:lnTo>
                <a:lnTo>
                  <a:pt x="1341" y="1745"/>
                </a:lnTo>
                <a:lnTo>
                  <a:pt x="1340" y="1743"/>
                </a:lnTo>
                <a:lnTo>
                  <a:pt x="1340" y="1742"/>
                </a:lnTo>
                <a:lnTo>
                  <a:pt x="1340" y="1741"/>
                </a:lnTo>
                <a:lnTo>
                  <a:pt x="1339" y="1739"/>
                </a:lnTo>
                <a:lnTo>
                  <a:pt x="1339" y="1738"/>
                </a:lnTo>
                <a:lnTo>
                  <a:pt x="1338" y="1738"/>
                </a:lnTo>
                <a:lnTo>
                  <a:pt x="1337" y="1738"/>
                </a:lnTo>
                <a:lnTo>
                  <a:pt x="1337" y="1737"/>
                </a:lnTo>
                <a:lnTo>
                  <a:pt x="1336" y="1737"/>
                </a:lnTo>
                <a:lnTo>
                  <a:pt x="1336" y="1736"/>
                </a:lnTo>
                <a:lnTo>
                  <a:pt x="1336" y="1735"/>
                </a:lnTo>
                <a:lnTo>
                  <a:pt x="1335" y="1734"/>
                </a:lnTo>
                <a:lnTo>
                  <a:pt x="1334" y="1733"/>
                </a:lnTo>
                <a:lnTo>
                  <a:pt x="1333" y="1732"/>
                </a:lnTo>
                <a:lnTo>
                  <a:pt x="1332" y="1731"/>
                </a:lnTo>
                <a:lnTo>
                  <a:pt x="1331" y="1730"/>
                </a:lnTo>
                <a:lnTo>
                  <a:pt x="1331" y="1729"/>
                </a:lnTo>
                <a:lnTo>
                  <a:pt x="1329" y="1727"/>
                </a:lnTo>
                <a:lnTo>
                  <a:pt x="1327" y="1726"/>
                </a:lnTo>
                <a:lnTo>
                  <a:pt x="1326" y="1725"/>
                </a:lnTo>
                <a:lnTo>
                  <a:pt x="1325" y="1725"/>
                </a:lnTo>
                <a:lnTo>
                  <a:pt x="1324" y="1724"/>
                </a:lnTo>
                <a:lnTo>
                  <a:pt x="1324" y="1723"/>
                </a:lnTo>
                <a:lnTo>
                  <a:pt x="1323" y="1723"/>
                </a:lnTo>
                <a:lnTo>
                  <a:pt x="1322" y="1723"/>
                </a:lnTo>
                <a:lnTo>
                  <a:pt x="1322" y="1722"/>
                </a:lnTo>
                <a:lnTo>
                  <a:pt x="1322" y="1721"/>
                </a:lnTo>
                <a:lnTo>
                  <a:pt x="1321" y="1721"/>
                </a:lnTo>
                <a:lnTo>
                  <a:pt x="1321" y="1720"/>
                </a:lnTo>
                <a:lnTo>
                  <a:pt x="1320" y="1720"/>
                </a:lnTo>
                <a:lnTo>
                  <a:pt x="1319" y="1719"/>
                </a:lnTo>
                <a:lnTo>
                  <a:pt x="1318" y="1718"/>
                </a:lnTo>
                <a:lnTo>
                  <a:pt x="1318" y="1717"/>
                </a:lnTo>
                <a:lnTo>
                  <a:pt x="1317" y="1716"/>
                </a:lnTo>
                <a:lnTo>
                  <a:pt x="1317" y="1715"/>
                </a:lnTo>
                <a:lnTo>
                  <a:pt x="1316" y="1715"/>
                </a:lnTo>
                <a:lnTo>
                  <a:pt x="1316" y="1714"/>
                </a:lnTo>
                <a:lnTo>
                  <a:pt x="1316" y="1713"/>
                </a:lnTo>
                <a:lnTo>
                  <a:pt x="1316" y="1712"/>
                </a:lnTo>
                <a:lnTo>
                  <a:pt x="1315" y="1711"/>
                </a:lnTo>
                <a:lnTo>
                  <a:pt x="1314" y="1711"/>
                </a:lnTo>
                <a:lnTo>
                  <a:pt x="1314" y="1710"/>
                </a:lnTo>
                <a:lnTo>
                  <a:pt x="1314" y="1709"/>
                </a:lnTo>
                <a:lnTo>
                  <a:pt x="1314" y="1708"/>
                </a:lnTo>
                <a:lnTo>
                  <a:pt x="1314" y="1707"/>
                </a:lnTo>
                <a:lnTo>
                  <a:pt x="1314" y="1706"/>
                </a:lnTo>
                <a:lnTo>
                  <a:pt x="1314" y="1705"/>
                </a:lnTo>
                <a:lnTo>
                  <a:pt x="1315" y="1705"/>
                </a:lnTo>
                <a:lnTo>
                  <a:pt x="1315" y="1704"/>
                </a:lnTo>
                <a:lnTo>
                  <a:pt x="1315" y="1703"/>
                </a:lnTo>
                <a:lnTo>
                  <a:pt x="1314" y="1702"/>
                </a:lnTo>
                <a:lnTo>
                  <a:pt x="1314" y="1701"/>
                </a:lnTo>
                <a:lnTo>
                  <a:pt x="1313" y="1701"/>
                </a:lnTo>
                <a:lnTo>
                  <a:pt x="1312" y="1701"/>
                </a:lnTo>
                <a:lnTo>
                  <a:pt x="1311" y="1700"/>
                </a:lnTo>
                <a:lnTo>
                  <a:pt x="1311" y="1698"/>
                </a:lnTo>
                <a:lnTo>
                  <a:pt x="1312" y="1696"/>
                </a:lnTo>
                <a:lnTo>
                  <a:pt x="1312" y="1695"/>
                </a:lnTo>
                <a:lnTo>
                  <a:pt x="1312" y="1694"/>
                </a:lnTo>
                <a:lnTo>
                  <a:pt x="1312" y="1692"/>
                </a:lnTo>
                <a:lnTo>
                  <a:pt x="1312" y="1691"/>
                </a:lnTo>
                <a:lnTo>
                  <a:pt x="1312" y="1690"/>
                </a:lnTo>
                <a:lnTo>
                  <a:pt x="1312" y="1689"/>
                </a:lnTo>
                <a:lnTo>
                  <a:pt x="1312" y="1688"/>
                </a:lnTo>
                <a:lnTo>
                  <a:pt x="1311" y="1688"/>
                </a:lnTo>
                <a:lnTo>
                  <a:pt x="1311" y="1687"/>
                </a:lnTo>
                <a:lnTo>
                  <a:pt x="1310" y="1687"/>
                </a:lnTo>
                <a:lnTo>
                  <a:pt x="1309" y="1686"/>
                </a:lnTo>
                <a:lnTo>
                  <a:pt x="1308" y="1686"/>
                </a:lnTo>
                <a:lnTo>
                  <a:pt x="1308" y="1685"/>
                </a:lnTo>
                <a:lnTo>
                  <a:pt x="1307" y="1684"/>
                </a:lnTo>
                <a:lnTo>
                  <a:pt x="1306" y="1684"/>
                </a:lnTo>
                <a:lnTo>
                  <a:pt x="1307" y="1684"/>
                </a:lnTo>
                <a:lnTo>
                  <a:pt x="1307" y="1683"/>
                </a:lnTo>
                <a:lnTo>
                  <a:pt x="1308" y="1683"/>
                </a:lnTo>
                <a:lnTo>
                  <a:pt x="1309" y="1683"/>
                </a:lnTo>
                <a:lnTo>
                  <a:pt x="1310" y="1683"/>
                </a:lnTo>
                <a:lnTo>
                  <a:pt x="1310" y="1682"/>
                </a:lnTo>
                <a:lnTo>
                  <a:pt x="1310" y="1681"/>
                </a:lnTo>
                <a:lnTo>
                  <a:pt x="1310" y="1680"/>
                </a:lnTo>
                <a:lnTo>
                  <a:pt x="1310" y="1679"/>
                </a:lnTo>
                <a:lnTo>
                  <a:pt x="1310" y="1676"/>
                </a:lnTo>
                <a:lnTo>
                  <a:pt x="1309" y="1675"/>
                </a:lnTo>
                <a:lnTo>
                  <a:pt x="1309" y="1674"/>
                </a:lnTo>
                <a:lnTo>
                  <a:pt x="1308" y="1674"/>
                </a:lnTo>
                <a:lnTo>
                  <a:pt x="1308" y="1673"/>
                </a:lnTo>
                <a:lnTo>
                  <a:pt x="1307" y="1673"/>
                </a:lnTo>
                <a:lnTo>
                  <a:pt x="1306" y="1672"/>
                </a:lnTo>
                <a:lnTo>
                  <a:pt x="1305" y="1670"/>
                </a:lnTo>
                <a:lnTo>
                  <a:pt x="1304" y="1668"/>
                </a:lnTo>
                <a:lnTo>
                  <a:pt x="1304" y="1667"/>
                </a:lnTo>
                <a:lnTo>
                  <a:pt x="1304" y="1666"/>
                </a:lnTo>
                <a:lnTo>
                  <a:pt x="1304" y="1665"/>
                </a:lnTo>
                <a:lnTo>
                  <a:pt x="1304" y="1664"/>
                </a:lnTo>
                <a:lnTo>
                  <a:pt x="1303" y="1664"/>
                </a:lnTo>
                <a:lnTo>
                  <a:pt x="1302" y="1664"/>
                </a:lnTo>
                <a:lnTo>
                  <a:pt x="1302" y="1663"/>
                </a:lnTo>
                <a:lnTo>
                  <a:pt x="1301" y="1663"/>
                </a:lnTo>
                <a:lnTo>
                  <a:pt x="1300" y="1662"/>
                </a:lnTo>
                <a:lnTo>
                  <a:pt x="1300" y="1661"/>
                </a:lnTo>
                <a:lnTo>
                  <a:pt x="1299" y="1660"/>
                </a:lnTo>
                <a:lnTo>
                  <a:pt x="1298" y="1659"/>
                </a:lnTo>
                <a:lnTo>
                  <a:pt x="1298" y="1658"/>
                </a:lnTo>
                <a:lnTo>
                  <a:pt x="1297" y="1658"/>
                </a:lnTo>
                <a:lnTo>
                  <a:pt x="1296" y="1658"/>
                </a:lnTo>
                <a:lnTo>
                  <a:pt x="1295" y="1657"/>
                </a:lnTo>
                <a:lnTo>
                  <a:pt x="1294" y="1657"/>
                </a:lnTo>
                <a:lnTo>
                  <a:pt x="1293" y="1657"/>
                </a:lnTo>
                <a:lnTo>
                  <a:pt x="1292" y="1657"/>
                </a:lnTo>
                <a:lnTo>
                  <a:pt x="1291" y="1656"/>
                </a:lnTo>
                <a:lnTo>
                  <a:pt x="1291" y="1655"/>
                </a:lnTo>
                <a:lnTo>
                  <a:pt x="1290" y="1654"/>
                </a:lnTo>
                <a:lnTo>
                  <a:pt x="1289" y="1653"/>
                </a:lnTo>
                <a:lnTo>
                  <a:pt x="1288" y="1652"/>
                </a:lnTo>
                <a:lnTo>
                  <a:pt x="1287" y="1652"/>
                </a:lnTo>
                <a:lnTo>
                  <a:pt x="1286" y="1653"/>
                </a:lnTo>
                <a:lnTo>
                  <a:pt x="1285" y="1653"/>
                </a:lnTo>
                <a:lnTo>
                  <a:pt x="1284" y="1653"/>
                </a:lnTo>
                <a:lnTo>
                  <a:pt x="1283" y="1654"/>
                </a:lnTo>
                <a:lnTo>
                  <a:pt x="1283" y="1655"/>
                </a:lnTo>
                <a:lnTo>
                  <a:pt x="1283" y="1656"/>
                </a:lnTo>
                <a:lnTo>
                  <a:pt x="1283" y="1657"/>
                </a:lnTo>
                <a:lnTo>
                  <a:pt x="1282" y="1657"/>
                </a:lnTo>
                <a:lnTo>
                  <a:pt x="1282" y="1658"/>
                </a:lnTo>
                <a:lnTo>
                  <a:pt x="1281" y="1659"/>
                </a:lnTo>
                <a:lnTo>
                  <a:pt x="1280" y="1659"/>
                </a:lnTo>
                <a:lnTo>
                  <a:pt x="1279" y="1661"/>
                </a:lnTo>
                <a:lnTo>
                  <a:pt x="1278" y="1661"/>
                </a:lnTo>
                <a:lnTo>
                  <a:pt x="1278" y="1663"/>
                </a:lnTo>
                <a:lnTo>
                  <a:pt x="1279" y="1663"/>
                </a:lnTo>
                <a:lnTo>
                  <a:pt x="1279" y="1664"/>
                </a:lnTo>
                <a:lnTo>
                  <a:pt x="1278" y="1664"/>
                </a:lnTo>
                <a:lnTo>
                  <a:pt x="1277" y="1665"/>
                </a:lnTo>
                <a:lnTo>
                  <a:pt x="1276" y="1666"/>
                </a:lnTo>
                <a:lnTo>
                  <a:pt x="1275" y="1666"/>
                </a:lnTo>
                <a:lnTo>
                  <a:pt x="1275" y="1667"/>
                </a:lnTo>
                <a:lnTo>
                  <a:pt x="1274" y="1667"/>
                </a:lnTo>
                <a:lnTo>
                  <a:pt x="1274" y="1668"/>
                </a:lnTo>
                <a:lnTo>
                  <a:pt x="1274" y="1669"/>
                </a:lnTo>
                <a:lnTo>
                  <a:pt x="1273" y="1669"/>
                </a:lnTo>
                <a:lnTo>
                  <a:pt x="1271" y="1670"/>
                </a:lnTo>
                <a:lnTo>
                  <a:pt x="1270" y="1671"/>
                </a:lnTo>
                <a:lnTo>
                  <a:pt x="1270" y="1672"/>
                </a:lnTo>
                <a:lnTo>
                  <a:pt x="1270" y="1673"/>
                </a:lnTo>
                <a:lnTo>
                  <a:pt x="1269" y="1673"/>
                </a:lnTo>
                <a:lnTo>
                  <a:pt x="1269" y="1674"/>
                </a:lnTo>
                <a:lnTo>
                  <a:pt x="1269" y="1675"/>
                </a:lnTo>
                <a:lnTo>
                  <a:pt x="1269" y="1676"/>
                </a:lnTo>
                <a:lnTo>
                  <a:pt x="1269" y="1677"/>
                </a:lnTo>
                <a:lnTo>
                  <a:pt x="1269" y="1678"/>
                </a:lnTo>
                <a:lnTo>
                  <a:pt x="1269" y="1681"/>
                </a:lnTo>
                <a:lnTo>
                  <a:pt x="1269" y="1682"/>
                </a:lnTo>
                <a:lnTo>
                  <a:pt x="1269" y="1684"/>
                </a:lnTo>
                <a:lnTo>
                  <a:pt x="1269" y="1685"/>
                </a:lnTo>
                <a:lnTo>
                  <a:pt x="1269" y="1686"/>
                </a:lnTo>
                <a:lnTo>
                  <a:pt x="1269" y="1687"/>
                </a:lnTo>
                <a:lnTo>
                  <a:pt x="1269" y="1688"/>
                </a:lnTo>
                <a:lnTo>
                  <a:pt x="1268" y="1691"/>
                </a:lnTo>
                <a:lnTo>
                  <a:pt x="1268" y="1692"/>
                </a:lnTo>
                <a:lnTo>
                  <a:pt x="1267" y="1692"/>
                </a:lnTo>
                <a:lnTo>
                  <a:pt x="1267" y="1693"/>
                </a:lnTo>
                <a:lnTo>
                  <a:pt x="1266" y="1693"/>
                </a:lnTo>
                <a:lnTo>
                  <a:pt x="1266" y="1692"/>
                </a:lnTo>
                <a:lnTo>
                  <a:pt x="1265" y="1692"/>
                </a:lnTo>
                <a:lnTo>
                  <a:pt x="1264" y="1691"/>
                </a:lnTo>
                <a:lnTo>
                  <a:pt x="1263" y="1691"/>
                </a:lnTo>
                <a:lnTo>
                  <a:pt x="1262" y="1691"/>
                </a:lnTo>
                <a:lnTo>
                  <a:pt x="1261" y="1692"/>
                </a:lnTo>
                <a:lnTo>
                  <a:pt x="1261" y="1693"/>
                </a:lnTo>
                <a:lnTo>
                  <a:pt x="1260" y="1693"/>
                </a:lnTo>
                <a:lnTo>
                  <a:pt x="1260" y="1692"/>
                </a:lnTo>
                <a:lnTo>
                  <a:pt x="1259" y="1692"/>
                </a:lnTo>
                <a:lnTo>
                  <a:pt x="1258" y="1692"/>
                </a:lnTo>
                <a:lnTo>
                  <a:pt x="1257" y="1693"/>
                </a:lnTo>
                <a:lnTo>
                  <a:pt x="1256" y="1693"/>
                </a:lnTo>
                <a:lnTo>
                  <a:pt x="1253" y="1691"/>
                </a:lnTo>
                <a:lnTo>
                  <a:pt x="1252" y="1690"/>
                </a:lnTo>
                <a:lnTo>
                  <a:pt x="1251" y="1690"/>
                </a:lnTo>
                <a:lnTo>
                  <a:pt x="1251" y="1691"/>
                </a:lnTo>
                <a:lnTo>
                  <a:pt x="1252" y="1691"/>
                </a:lnTo>
                <a:lnTo>
                  <a:pt x="1252" y="1692"/>
                </a:lnTo>
                <a:lnTo>
                  <a:pt x="1251" y="1694"/>
                </a:lnTo>
                <a:lnTo>
                  <a:pt x="1250" y="1695"/>
                </a:lnTo>
                <a:lnTo>
                  <a:pt x="1250" y="1696"/>
                </a:lnTo>
                <a:lnTo>
                  <a:pt x="1251" y="1696"/>
                </a:lnTo>
                <a:lnTo>
                  <a:pt x="1251" y="1697"/>
                </a:lnTo>
                <a:lnTo>
                  <a:pt x="1252" y="1697"/>
                </a:lnTo>
                <a:lnTo>
                  <a:pt x="1252" y="1698"/>
                </a:lnTo>
                <a:lnTo>
                  <a:pt x="1252" y="1699"/>
                </a:lnTo>
                <a:lnTo>
                  <a:pt x="1252" y="1700"/>
                </a:lnTo>
                <a:lnTo>
                  <a:pt x="1253" y="1700"/>
                </a:lnTo>
                <a:lnTo>
                  <a:pt x="1253" y="1701"/>
                </a:lnTo>
                <a:lnTo>
                  <a:pt x="1254" y="1702"/>
                </a:lnTo>
                <a:lnTo>
                  <a:pt x="1254" y="1703"/>
                </a:lnTo>
                <a:lnTo>
                  <a:pt x="1254" y="1704"/>
                </a:lnTo>
                <a:lnTo>
                  <a:pt x="1254" y="1703"/>
                </a:lnTo>
                <a:lnTo>
                  <a:pt x="1255" y="1703"/>
                </a:lnTo>
                <a:lnTo>
                  <a:pt x="1256" y="1703"/>
                </a:lnTo>
                <a:lnTo>
                  <a:pt x="1256" y="1704"/>
                </a:lnTo>
                <a:lnTo>
                  <a:pt x="1257" y="1704"/>
                </a:lnTo>
                <a:lnTo>
                  <a:pt x="1257" y="1705"/>
                </a:lnTo>
                <a:lnTo>
                  <a:pt x="1258" y="1705"/>
                </a:lnTo>
                <a:lnTo>
                  <a:pt x="1258" y="1706"/>
                </a:lnTo>
                <a:lnTo>
                  <a:pt x="1259" y="1706"/>
                </a:lnTo>
                <a:lnTo>
                  <a:pt x="1259" y="1705"/>
                </a:lnTo>
                <a:lnTo>
                  <a:pt x="1260" y="1705"/>
                </a:lnTo>
                <a:lnTo>
                  <a:pt x="1260" y="1706"/>
                </a:lnTo>
                <a:lnTo>
                  <a:pt x="1260" y="1707"/>
                </a:lnTo>
                <a:lnTo>
                  <a:pt x="1259" y="1709"/>
                </a:lnTo>
                <a:lnTo>
                  <a:pt x="1259" y="1710"/>
                </a:lnTo>
                <a:lnTo>
                  <a:pt x="1258" y="1710"/>
                </a:lnTo>
                <a:lnTo>
                  <a:pt x="1257" y="1711"/>
                </a:lnTo>
                <a:lnTo>
                  <a:pt x="1257" y="1712"/>
                </a:lnTo>
                <a:lnTo>
                  <a:pt x="1256" y="1712"/>
                </a:lnTo>
                <a:lnTo>
                  <a:pt x="1256" y="1713"/>
                </a:lnTo>
                <a:lnTo>
                  <a:pt x="1257" y="1714"/>
                </a:lnTo>
                <a:lnTo>
                  <a:pt x="1257" y="1715"/>
                </a:lnTo>
                <a:lnTo>
                  <a:pt x="1258" y="1715"/>
                </a:lnTo>
                <a:lnTo>
                  <a:pt x="1259" y="1715"/>
                </a:lnTo>
                <a:lnTo>
                  <a:pt x="1260" y="1715"/>
                </a:lnTo>
                <a:lnTo>
                  <a:pt x="1261" y="1714"/>
                </a:lnTo>
                <a:lnTo>
                  <a:pt x="1261" y="1715"/>
                </a:lnTo>
                <a:lnTo>
                  <a:pt x="1261" y="1716"/>
                </a:lnTo>
                <a:lnTo>
                  <a:pt x="1260" y="1716"/>
                </a:lnTo>
                <a:lnTo>
                  <a:pt x="1261" y="1716"/>
                </a:lnTo>
                <a:lnTo>
                  <a:pt x="1262" y="1717"/>
                </a:lnTo>
                <a:lnTo>
                  <a:pt x="1263" y="1718"/>
                </a:lnTo>
                <a:lnTo>
                  <a:pt x="1263" y="1719"/>
                </a:lnTo>
                <a:lnTo>
                  <a:pt x="1264" y="1720"/>
                </a:lnTo>
                <a:lnTo>
                  <a:pt x="1264" y="1721"/>
                </a:lnTo>
                <a:lnTo>
                  <a:pt x="1263" y="1721"/>
                </a:lnTo>
                <a:lnTo>
                  <a:pt x="1262" y="1721"/>
                </a:lnTo>
                <a:lnTo>
                  <a:pt x="1263" y="1723"/>
                </a:lnTo>
                <a:lnTo>
                  <a:pt x="1263" y="1725"/>
                </a:lnTo>
                <a:lnTo>
                  <a:pt x="1264" y="1727"/>
                </a:lnTo>
                <a:lnTo>
                  <a:pt x="1264" y="1728"/>
                </a:lnTo>
                <a:lnTo>
                  <a:pt x="1263" y="1728"/>
                </a:lnTo>
                <a:lnTo>
                  <a:pt x="1262" y="1728"/>
                </a:lnTo>
                <a:lnTo>
                  <a:pt x="1261" y="1728"/>
                </a:lnTo>
                <a:lnTo>
                  <a:pt x="1261" y="1729"/>
                </a:lnTo>
                <a:lnTo>
                  <a:pt x="1261" y="1730"/>
                </a:lnTo>
                <a:lnTo>
                  <a:pt x="1260" y="1730"/>
                </a:lnTo>
                <a:lnTo>
                  <a:pt x="1260" y="1731"/>
                </a:lnTo>
                <a:lnTo>
                  <a:pt x="1260" y="1732"/>
                </a:lnTo>
                <a:lnTo>
                  <a:pt x="1261" y="1732"/>
                </a:lnTo>
                <a:lnTo>
                  <a:pt x="1262" y="1732"/>
                </a:lnTo>
                <a:lnTo>
                  <a:pt x="1262" y="1733"/>
                </a:lnTo>
                <a:lnTo>
                  <a:pt x="1263" y="1733"/>
                </a:lnTo>
                <a:lnTo>
                  <a:pt x="1263" y="1732"/>
                </a:lnTo>
                <a:lnTo>
                  <a:pt x="1264" y="1732"/>
                </a:lnTo>
                <a:lnTo>
                  <a:pt x="1264" y="1735"/>
                </a:lnTo>
                <a:lnTo>
                  <a:pt x="1265" y="1735"/>
                </a:lnTo>
                <a:lnTo>
                  <a:pt x="1265" y="1736"/>
                </a:lnTo>
                <a:lnTo>
                  <a:pt x="1266" y="1736"/>
                </a:lnTo>
                <a:lnTo>
                  <a:pt x="1267" y="1737"/>
                </a:lnTo>
                <a:lnTo>
                  <a:pt x="1267" y="1736"/>
                </a:lnTo>
                <a:lnTo>
                  <a:pt x="1268" y="1736"/>
                </a:lnTo>
                <a:lnTo>
                  <a:pt x="1268" y="1737"/>
                </a:lnTo>
                <a:lnTo>
                  <a:pt x="1267" y="1737"/>
                </a:lnTo>
                <a:lnTo>
                  <a:pt x="1266" y="1738"/>
                </a:lnTo>
                <a:lnTo>
                  <a:pt x="1266" y="1739"/>
                </a:lnTo>
                <a:lnTo>
                  <a:pt x="1265" y="1739"/>
                </a:lnTo>
                <a:lnTo>
                  <a:pt x="1265" y="1740"/>
                </a:lnTo>
                <a:lnTo>
                  <a:pt x="1264" y="1740"/>
                </a:lnTo>
                <a:lnTo>
                  <a:pt x="1264" y="1741"/>
                </a:lnTo>
                <a:lnTo>
                  <a:pt x="1263" y="1742"/>
                </a:lnTo>
                <a:lnTo>
                  <a:pt x="1263" y="1743"/>
                </a:lnTo>
                <a:lnTo>
                  <a:pt x="1262" y="1744"/>
                </a:lnTo>
                <a:lnTo>
                  <a:pt x="1261" y="1745"/>
                </a:lnTo>
                <a:lnTo>
                  <a:pt x="1260" y="1745"/>
                </a:lnTo>
                <a:lnTo>
                  <a:pt x="1259" y="1745"/>
                </a:lnTo>
                <a:lnTo>
                  <a:pt x="1259" y="1744"/>
                </a:lnTo>
                <a:lnTo>
                  <a:pt x="1259" y="1745"/>
                </a:lnTo>
                <a:lnTo>
                  <a:pt x="1258" y="1745"/>
                </a:lnTo>
                <a:lnTo>
                  <a:pt x="1257" y="1746"/>
                </a:lnTo>
                <a:lnTo>
                  <a:pt x="1257" y="1747"/>
                </a:lnTo>
                <a:lnTo>
                  <a:pt x="1257" y="1748"/>
                </a:lnTo>
                <a:lnTo>
                  <a:pt x="1256" y="1748"/>
                </a:lnTo>
                <a:lnTo>
                  <a:pt x="1255" y="1749"/>
                </a:lnTo>
                <a:lnTo>
                  <a:pt x="1254" y="1749"/>
                </a:lnTo>
                <a:lnTo>
                  <a:pt x="1253" y="1749"/>
                </a:lnTo>
                <a:lnTo>
                  <a:pt x="1253" y="1750"/>
                </a:lnTo>
                <a:lnTo>
                  <a:pt x="1252" y="1750"/>
                </a:lnTo>
                <a:lnTo>
                  <a:pt x="1251" y="1750"/>
                </a:lnTo>
                <a:lnTo>
                  <a:pt x="1250" y="1751"/>
                </a:lnTo>
                <a:lnTo>
                  <a:pt x="1249" y="1751"/>
                </a:lnTo>
                <a:lnTo>
                  <a:pt x="1248" y="1751"/>
                </a:lnTo>
                <a:lnTo>
                  <a:pt x="1248" y="1752"/>
                </a:lnTo>
                <a:lnTo>
                  <a:pt x="1246" y="1754"/>
                </a:lnTo>
                <a:lnTo>
                  <a:pt x="1246" y="1755"/>
                </a:lnTo>
                <a:lnTo>
                  <a:pt x="1245" y="1755"/>
                </a:lnTo>
                <a:lnTo>
                  <a:pt x="1245" y="1756"/>
                </a:lnTo>
                <a:lnTo>
                  <a:pt x="1244" y="1756"/>
                </a:lnTo>
                <a:lnTo>
                  <a:pt x="1244" y="1757"/>
                </a:lnTo>
                <a:lnTo>
                  <a:pt x="1243" y="1757"/>
                </a:lnTo>
                <a:lnTo>
                  <a:pt x="1242" y="1757"/>
                </a:lnTo>
                <a:lnTo>
                  <a:pt x="1241" y="1757"/>
                </a:lnTo>
                <a:lnTo>
                  <a:pt x="1240" y="1757"/>
                </a:lnTo>
                <a:lnTo>
                  <a:pt x="1240" y="1758"/>
                </a:lnTo>
                <a:lnTo>
                  <a:pt x="1239" y="1758"/>
                </a:lnTo>
                <a:lnTo>
                  <a:pt x="1238" y="1759"/>
                </a:lnTo>
                <a:lnTo>
                  <a:pt x="1237" y="1759"/>
                </a:lnTo>
                <a:lnTo>
                  <a:pt x="1236" y="1758"/>
                </a:lnTo>
                <a:lnTo>
                  <a:pt x="1234" y="1758"/>
                </a:lnTo>
                <a:lnTo>
                  <a:pt x="1234" y="1757"/>
                </a:lnTo>
                <a:lnTo>
                  <a:pt x="1234" y="1756"/>
                </a:lnTo>
                <a:lnTo>
                  <a:pt x="1233" y="1756"/>
                </a:lnTo>
                <a:lnTo>
                  <a:pt x="1232" y="1756"/>
                </a:lnTo>
                <a:lnTo>
                  <a:pt x="1232" y="1757"/>
                </a:lnTo>
                <a:lnTo>
                  <a:pt x="1231" y="1757"/>
                </a:lnTo>
                <a:lnTo>
                  <a:pt x="1230" y="1757"/>
                </a:lnTo>
                <a:lnTo>
                  <a:pt x="1229" y="1757"/>
                </a:lnTo>
                <a:lnTo>
                  <a:pt x="1229" y="1756"/>
                </a:lnTo>
                <a:lnTo>
                  <a:pt x="1228" y="1756"/>
                </a:lnTo>
                <a:lnTo>
                  <a:pt x="1228" y="1757"/>
                </a:lnTo>
                <a:lnTo>
                  <a:pt x="1228" y="1758"/>
                </a:lnTo>
                <a:lnTo>
                  <a:pt x="1227" y="1759"/>
                </a:lnTo>
                <a:lnTo>
                  <a:pt x="1226" y="1759"/>
                </a:lnTo>
                <a:lnTo>
                  <a:pt x="1226" y="1760"/>
                </a:lnTo>
                <a:lnTo>
                  <a:pt x="1225" y="1760"/>
                </a:lnTo>
                <a:lnTo>
                  <a:pt x="1224" y="1759"/>
                </a:lnTo>
                <a:lnTo>
                  <a:pt x="1223" y="1759"/>
                </a:lnTo>
                <a:lnTo>
                  <a:pt x="1222" y="1759"/>
                </a:lnTo>
                <a:lnTo>
                  <a:pt x="1221" y="1759"/>
                </a:lnTo>
                <a:lnTo>
                  <a:pt x="1221" y="1758"/>
                </a:lnTo>
                <a:lnTo>
                  <a:pt x="1219" y="1758"/>
                </a:lnTo>
                <a:lnTo>
                  <a:pt x="1218" y="1758"/>
                </a:lnTo>
                <a:lnTo>
                  <a:pt x="1218" y="1757"/>
                </a:lnTo>
                <a:lnTo>
                  <a:pt x="1216" y="1756"/>
                </a:lnTo>
                <a:lnTo>
                  <a:pt x="1217" y="1755"/>
                </a:lnTo>
                <a:lnTo>
                  <a:pt x="1217" y="1753"/>
                </a:lnTo>
                <a:lnTo>
                  <a:pt x="1216" y="1752"/>
                </a:lnTo>
                <a:lnTo>
                  <a:pt x="1216" y="1751"/>
                </a:lnTo>
                <a:lnTo>
                  <a:pt x="1216" y="1750"/>
                </a:lnTo>
                <a:lnTo>
                  <a:pt x="1215" y="1750"/>
                </a:lnTo>
                <a:lnTo>
                  <a:pt x="1215" y="1748"/>
                </a:lnTo>
                <a:lnTo>
                  <a:pt x="1213" y="1746"/>
                </a:lnTo>
                <a:lnTo>
                  <a:pt x="1213" y="1745"/>
                </a:lnTo>
                <a:lnTo>
                  <a:pt x="1212" y="1744"/>
                </a:lnTo>
                <a:lnTo>
                  <a:pt x="1212" y="1741"/>
                </a:lnTo>
                <a:lnTo>
                  <a:pt x="1212" y="1740"/>
                </a:lnTo>
                <a:lnTo>
                  <a:pt x="1212" y="1739"/>
                </a:lnTo>
                <a:lnTo>
                  <a:pt x="1211" y="1739"/>
                </a:lnTo>
                <a:lnTo>
                  <a:pt x="1211" y="1738"/>
                </a:lnTo>
                <a:lnTo>
                  <a:pt x="1211" y="1737"/>
                </a:lnTo>
                <a:lnTo>
                  <a:pt x="1210" y="1736"/>
                </a:lnTo>
                <a:lnTo>
                  <a:pt x="1209" y="1737"/>
                </a:lnTo>
                <a:lnTo>
                  <a:pt x="1209" y="1739"/>
                </a:lnTo>
                <a:lnTo>
                  <a:pt x="1209" y="1740"/>
                </a:lnTo>
                <a:lnTo>
                  <a:pt x="1209" y="1741"/>
                </a:lnTo>
                <a:lnTo>
                  <a:pt x="1209" y="1742"/>
                </a:lnTo>
                <a:lnTo>
                  <a:pt x="1208" y="1742"/>
                </a:lnTo>
                <a:lnTo>
                  <a:pt x="1208" y="1743"/>
                </a:lnTo>
                <a:lnTo>
                  <a:pt x="1207" y="1743"/>
                </a:lnTo>
                <a:lnTo>
                  <a:pt x="1207" y="1744"/>
                </a:lnTo>
                <a:lnTo>
                  <a:pt x="1206" y="1744"/>
                </a:lnTo>
                <a:lnTo>
                  <a:pt x="1205" y="1744"/>
                </a:lnTo>
                <a:lnTo>
                  <a:pt x="1204" y="1744"/>
                </a:lnTo>
                <a:lnTo>
                  <a:pt x="1204" y="1743"/>
                </a:lnTo>
                <a:lnTo>
                  <a:pt x="1202" y="1742"/>
                </a:lnTo>
                <a:lnTo>
                  <a:pt x="1202" y="1741"/>
                </a:lnTo>
                <a:lnTo>
                  <a:pt x="1200" y="1740"/>
                </a:lnTo>
                <a:lnTo>
                  <a:pt x="1199" y="1740"/>
                </a:lnTo>
                <a:lnTo>
                  <a:pt x="1199" y="1741"/>
                </a:lnTo>
                <a:lnTo>
                  <a:pt x="1199" y="1742"/>
                </a:lnTo>
                <a:lnTo>
                  <a:pt x="1198" y="1742"/>
                </a:lnTo>
                <a:lnTo>
                  <a:pt x="1197" y="1742"/>
                </a:lnTo>
                <a:lnTo>
                  <a:pt x="1197" y="1741"/>
                </a:lnTo>
                <a:lnTo>
                  <a:pt x="1196" y="1740"/>
                </a:lnTo>
                <a:lnTo>
                  <a:pt x="1195" y="1740"/>
                </a:lnTo>
                <a:lnTo>
                  <a:pt x="1195" y="1739"/>
                </a:lnTo>
                <a:lnTo>
                  <a:pt x="1194" y="1739"/>
                </a:lnTo>
                <a:lnTo>
                  <a:pt x="1194" y="1738"/>
                </a:lnTo>
                <a:lnTo>
                  <a:pt x="1193" y="1737"/>
                </a:lnTo>
                <a:lnTo>
                  <a:pt x="1193" y="1736"/>
                </a:lnTo>
                <a:lnTo>
                  <a:pt x="1192" y="1736"/>
                </a:lnTo>
                <a:lnTo>
                  <a:pt x="1192" y="1735"/>
                </a:lnTo>
                <a:lnTo>
                  <a:pt x="1191" y="1735"/>
                </a:lnTo>
                <a:lnTo>
                  <a:pt x="1191" y="1733"/>
                </a:lnTo>
                <a:lnTo>
                  <a:pt x="1192" y="1733"/>
                </a:lnTo>
                <a:lnTo>
                  <a:pt x="1192" y="1732"/>
                </a:lnTo>
                <a:lnTo>
                  <a:pt x="1192" y="1731"/>
                </a:lnTo>
                <a:lnTo>
                  <a:pt x="1193" y="1729"/>
                </a:lnTo>
                <a:lnTo>
                  <a:pt x="1194" y="1729"/>
                </a:lnTo>
                <a:lnTo>
                  <a:pt x="1194" y="1728"/>
                </a:lnTo>
                <a:lnTo>
                  <a:pt x="1193" y="1727"/>
                </a:lnTo>
                <a:lnTo>
                  <a:pt x="1193" y="1726"/>
                </a:lnTo>
                <a:lnTo>
                  <a:pt x="1192" y="1726"/>
                </a:lnTo>
                <a:lnTo>
                  <a:pt x="1192" y="1725"/>
                </a:lnTo>
                <a:lnTo>
                  <a:pt x="1193" y="1725"/>
                </a:lnTo>
                <a:lnTo>
                  <a:pt x="1193" y="1724"/>
                </a:lnTo>
                <a:lnTo>
                  <a:pt x="1193" y="1723"/>
                </a:lnTo>
                <a:lnTo>
                  <a:pt x="1192" y="1723"/>
                </a:lnTo>
                <a:lnTo>
                  <a:pt x="1191" y="1722"/>
                </a:lnTo>
                <a:lnTo>
                  <a:pt x="1190" y="1721"/>
                </a:lnTo>
                <a:lnTo>
                  <a:pt x="1189" y="1721"/>
                </a:lnTo>
                <a:lnTo>
                  <a:pt x="1188" y="1721"/>
                </a:lnTo>
                <a:lnTo>
                  <a:pt x="1188" y="1720"/>
                </a:lnTo>
                <a:lnTo>
                  <a:pt x="1187" y="1719"/>
                </a:lnTo>
                <a:lnTo>
                  <a:pt x="1186" y="1719"/>
                </a:lnTo>
                <a:lnTo>
                  <a:pt x="1185" y="1719"/>
                </a:lnTo>
                <a:lnTo>
                  <a:pt x="1185" y="1718"/>
                </a:lnTo>
                <a:lnTo>
                  <a:pt x="1184" y="1716"/>
                </a:lnTo>
                <a:lnTo>
                  <a:pt x="1183" y="1716"/>
                </a:lnTo>
                <a:lnTo>
                  <a:pt x="1183" y="1715"/>
                </a:lnTo>
                <a:lnTo>
                  <a:pt x="1182" y="1715"/>
                </a:lnTo>
                <a:lnTo>
                  <a:pt x="1181" y="1715"/>
                </a:lnTo>
                <a:lnTo>
                  <a:pt x="1181" y="1714"/>
                </a:lnTo>
                <a:lnTo>
                  <a:pt x="1180" y="1713"/>
                </a:lnTo>
                <a:lnTo>
                  <a:pt x="1179" y="1713"/>
                </a:lnTo>
                <a:lnTo>
                  <a:pt x="1178" y="1712"/>
                </a:lnTo>
                <a:lnTo>
                  <a:pt x="1177" y="1712"/>
                </a:lnTo>
                <a:lnTo>
                  <a:pt x="1177" y="1711"/>
                </a:lnTo>
                <a:lnTo>
                  <a:pt x="1177" y="1710"/>
                </a:lnTo>
                <a:lnTo>
                  <a:pt x="1176" y="1710"/>
                </a:lnTo>
                <a:lnTo>
                  <a:pt x="1175" y="1710"/>
                </a:lnTo>
                <a:lnTo>
                  <a:pt x="1175" y="1711"/>
                </a:lnTo>
                <a:lnTo>
                  <a:pt x="1174" y="1709"/>
                </a:lnTo>
                <a:lnTo>
                  <a:pt x="1174" y="1708"/>
                </a:lnTo>
                <a:lnTo>
                  <a:pt x="1174" y="1707"/>
                </a:lnTo>
                <a:lnTo>
                  <a:pt x="1173" y="1706"/>
                </a:lnTo>
                <a:lnTo>
                  <a:pt x="1172" y="1706"/>
                </a:lnTo>
                <a:lnTo>
                  <a:pt x="1172" y="1705"/>
                </a:lnTo>
                <a:lnTo>
                  <a:pt x="1171" y="1705"/>
                </a:lnTo>
                <a:lnTo>
                  <a:pt x="1170" y="1704"/>
                </a:lnTo>
                <a:lnTo>
                  <a:pt x="1169" y="1704"/>
                </a:lnTo>
                <a:lnTo>
                  <a:pt x="1168" y="1704"/>
                </a:lnTo>
                <a:lnTo>
                  <a:pt x="1167" y="1704"/>
                </a:lnTo>
                <a:lnTo>
                  <a:pt x="1167" y="1702"/>
                </a:lnTo>
                <a:lnTo>
                  <a:pt x="1168" y="1701"/>
                </a:lnTo>
                <a:lnTo>
                  <a:pt x="1168" y="1700"/>
                </a:lnTo>
                <a:lnTo>
                  <a:pt x="1169" y="1700"/>
                </a:lnTo>
                <a:lnTo>
                  <a:pt x="1169" y="1699"/>
                </a:lnTo>
                <a:lnTo>
                  <a:pt x="1169" y="1698"/>
                </a:lnTo>
                <a:lnTo>
                  <a:pt x="1169" y="1697"/>
                </a:lnTo>
                <a:lnTo>
                  <a:pt x="1169" y="1696"/>
                </a:lnTo>
                <a:lnTo>
                  <a:pt x="1169" y="1695"/>
                </a:lnTo>
                <a:lnTo>
                  <a:pt x="1168" y="1694"/>
                </a:lnTo>
                <a:lnTo>
                  <a:pt x="1168" y="1693"/>
                </a:lnTo>
                <a:lnTo>
                  <a:pt x="1167" y="1693"/>
                </a:lnTo>
                <a:lnTo>
                  <a:pt x="1165" y="1693"/>
                </a:lnTo>
                <a:lnTo>
                  <a:pt x="1164" y="1693"/>
                </a:lnTo>
                <a:lnTo>
                  <a:pt x="1163" y="1691"/>
                </a:lnTo>
                <a:lnTo>
                  <a:pt x="1162" y="1690"/>
                </a:lnTo>
                <a:lnTo>
                  <a:pt x="1161" y="1688"/>
                </a:lnTo>
                <a:lnTo>
                  <a:pt x="1161" y="1687"/>
                </a:lnTo>
                <a:lnTo>
                  <a:pt x="1161" y="1686"/>
                </a:lnTo>
                <a:lnTo>
                  <a:pt x="1162" y="1685"/>
                </a:lnTo>
                <a:lnTo>
                  <a:pt x="1162" y="1684"/>
                </a:lnTo>
                <a:lnTo>
                  <a:pt x="1161" y="1684"/>
                </a:lnTo>
                <a:lnTo>
                  <a:pt x="1161" y="1683"/>
                </a:lnTo>
                <a:lnTo>
                  <a:pt x="1160" y="1683"/>
                </a:lnTo>
                <a:lnTo>
                  <a:pt x="1160" y="1682"/>
                </a:lnTo>
                <a:lnTo>
                  <a:pt x="1160" y="1681"/>
                </a:lnTo>
                <a:lnTo>
                  <a:pt x="1161" y="1681"/>
                </a:lnTo>
                <a:lnTo>
                  <a:pt x="1161" y="1680"/>
                </a:lnTo>
                <a:lnTo>
                  <a:pt x="1161" y="1679"/>
                </a:lnTo>
                <a:lnTo>
                  <a:pt x="1162" y="1678"/>
                </a:lnTo>
                <a:lnTo>
                  <a:pt x="1165" y="1677"/>
                </a:lnTo>
                <a:lnTo>
                  <a:pt x="1165" y="1678"/>
                </a:lnTo>
                <a:lnTo>
                  <a:pt x="1166" y="1678"/>
                </a:lnTo>
                <a:lnTo>
                  <a:pt x="1169" y="1678"/>
                </a:lnTo>
                <a:lnTo>
                  <a:pt x="1170" y="1677"/>
                </a:lnTo>
                <a:lnTo>
                  <a:pt x="1170" y="1676"/>
                </a:lnTo>
                <a:lnTo>
                  <a:pt x="1170" y="1675"/>
                </a:lnTo>
                <a:lnTo>
                  <a:pt x="1170" y="1674"/>
                </a:lnTo>
                <a:lnTo>
                  <a:pt x="1171" y="1673"/>
                </a:lnTo>
                <a:lnTo>
                  <a:pt x="1172" y="1672"/>
                </a:lnTo>
                <a:lnTo>
                  <a:pt x="1172" y="1671"/>
                </a:lnTo>
                <a:lnTo>
                  <a:pt x="1173" y="1671"/>
                </a:lnTo>
                <a:lnTo>
                  <a:pt x="1172" y="1670"/>
                </a:lnTo>
                <a:lnTo>
                  <a:pt x="1172" y="1669"/>
                </a:lnTo>
                <a:lnTo>
                  <a:pt x="1171" y="1669"/>
                </a:lnTo>
                <a:lnTo>
                  <a:pt x="1171" y="1668"/>
                </a:lnTo>
                <a:lnTo>
                  <a:pt x="1170" y="1667"/>
                </a:lnTo>
                <a:lnTo>
                  <a:pt x="1169" y="1666"/>
                </a:lnTo>
                <a:lnTo>
                  <a:pt x="1168" y="1666"/>
                </a:lnTo>
                <a:lnTo>
                  <a:pt x="1167" y="1667"/>
                </a:lnTo>
                <a:lnTo>
                  <a:pt x="1165" y="1667"/>
                </a:lnTo>
                <a:lnTo>
                  <a:pt x="1165" y="1666"/>
                </a:lnTo>
                <a:lnTo>
                  <a:pt x="1164" y="1666"/>
                </a:lnTo>
                <a:lnTo>
                  <a:pt x="1163" y="1666"/>
                </a:lnTo>
                <a:lnTo>
                  <a:pt x="1162" y="1666"/>
                </a:lnTo>
                <a:lnTo>
                  <a:pt x="1162" y="1665"/>
                </a:lnTo>
                <a:lnTo>
                  <a:pt x="1162" y="1664"/>
                </a:lnTo>
                <a:lnTo>
                  <a:pt x="1161" y="1664"/>
                </a:lnTo>
                <a:lnTo>
                  <a:pt x="1160" y="1664"/>
                </a:lnTo>
                <a:lnTo>
                  <a:pt x="1160" y="1663"/>
                </a:lnTo>
                <a:lnTo>
                  <a:pt x="1159" y="1663"/>
                </a:lnTo>
                <a:lnTo>
                  <a:pt x="1159" y="1664"/>
                </a:lnTo>
                <a:lnTo>
                  <a:pt x="1158" y="1664"/>
                </a:lnTo>
                <a:lnTo>
                  <a:pt x="1157" y="1664"/>
                </a:lnTo>
                <a:lnTo>
                  <a:pt x="1157" y="1663"/>
                </a:lnTo>
                <a:lnTo>
                  <a:pt x="1156" y="1663"/>
                </a:lnTo>
                <a:lnTo>
                  <a:pt x="1155" y="1663"/>
                </a:lnTo>
                <a:lnTo>
                  <a:pt x="1153" y="1662"/>
                </a:lnTo>
                <a:lnTo>
                  <a:pt x="1152" y="1662"/>
                </a:lnTo>
                <a:lnTo>
                  <a:pt x="1152" y="1663"/>
                </a:lnTo>
                <a:lnTo>
                  <a:pt x="1151" y="1663"/>
                </a:lnTo>
                <a:lnTo>
                  <a:pt x="1150" y="1663"/>
                </a:lnTo>
                <a:lnTo>
                  <a:pt x="1150" y="1662"/>
                </a:lnTo>
                <a:lnTo>
                  <a:pt x="1148" y="1662"/>
                </a:lnTo>
                <a:lnTo>
                  <a:pt x="1147" y="1662"/>
                </a:lnTo>
                <a:lnTo>
                  <a:pt x="1147" y="1661"/>
                </a:lnTo>
                <a:lnTo>
                  <a:pt x="1146" y="1661"/>
                </a:lnTo>
                <a:lnTo>
                  <a:pt x="1145" y="1660"/>
                </a:lnTo>
                <a:lnTo>
                  <a:pt x="1144" y="1660"/>
                </a:lnTo>
                <a:lnTo>
                  <a:pt x="1143" y="1661"/>
                </a:lnTo>
                <a:lnTo>
                  <a:pt x="1141" y="1661"/>
                </a:lnTo>
                <a:lnTo>
                  <a:pt x="1138" y="1661"/>
                </a:lnTo>
                <a:lnTo>
                  <a:pt x="1137" y="1661"/>
                </a:lnTo>
                <a:lnTo>
                  <a:pt x="1136" y="1662"/>
                </a:lnTo>
                <a:lnTo>
                  <a:pt x="1135" y="1662"/>
                </a:lnTo>
                <a:lnTo>
                  <a:pt x="1134" y="1662"/>
                </a:lnTo>
                <a:lnTo>
                  <a:pt x="1132" y="1662"/>
                </a:lnTo>
                <a:lnTo>
                  <a:pt x="1128" y="1662"/>
                </a:lnTo>
                <a:lnTo>
                  <a:pt x="1127" y="1662"/>
                </a:lnTo>
                <a:lnTo>
                  <a:pt x="1127" y="1663"/>
                </a:lnTo>
                <a:lnTo>
                  <a:pt x="1127" y="1664"/>
                </a:lnTo>
                <a:lnTo>
                  <a:pt x="1127" y="1665"/>
                </a:lnTo>
                <a:lnTo>
                  <a:pt x="1127" y="1666"/>
                </a:lnTo>
                <a:lnTo>
                  <a:pt x="1127" y="1668"/>
                </a:lnTo>
                <a:lnTo>
                  <a:pt x="1127" y="1669"/>
                </a:lnTo>
                <a:lnTo>
                  <a:pt x="1126" y="1669"/>
                </a:lnTo>
                <a:lnTo>
                  <a:pt x="1125" y="1668"/>
                </a:lnTo>
                <a:lnTo>
                  <a:pt x="1124" y="1668"/>
                </a:lnTo>
                <a:lnTo>
                  <a:pt x="1123" y="1668"/>
                </a:lnTo>
                <a:lnTo>
                  <a:pt x="1122" y="1668"/>
                </a:lnTo>
                <a:lnTo>
                  <a:pt x="1121" y="1668"/>
                </a:lnTo>
                <a:lnTo>
                  <a:pt x="1120" y="1668"/>
                </a:lnTo>
                <a:lnTo>
                  <a:pt x="1119" y="1668"/>
                </a:lnTo>
                <a:lnTo>
                  <a:pt x="1119" y="1666"/>
                </a:lnTo>
                <a:lnTo>
                  <a:pt x="1120" y="1665"/>
                </a:lnTo>
                <a:lnTo>
                  <a:pt x="1121" y="1664"/>
                </a:lnTo>
                <a:lnTo>
                  <a:pt x="1120" y="1664"/>
                </a:lnTo>
                <a:lnTo>
                  <a:pt x="1120" y="1663"/>
                </a:lnTo>
                <a:lnTo>
                  <a:pt x="1120" y="1664"/>
                </a:lnTo>
                <a:lnTo>
                  <a:pt x="1119" y="1664"/>
                </a:lnTo>
                <a:lnTo>
                  <a:pt x="1118" y="1663"/>
                </a:lnTo>
                <a:lnTo>
                  <a:pt x="1117" y="1663"/>
                </a:lnTo>
                <a:lnTo>
                  <a:pt x="1117" y="1664"/>
                </a:lnTo>
                <a:lnTo>
                  <a:pt x="1116" y="1664"/>
                </a:lnTo>
                <a:lnTo>
                  <a:pt x="1115" y="1664"/>
                </a:lnTo>
                <a:lnTo>
                  <a:pt x="1114" y="1665"/>
                </a:lnTo>
                <a:lnTo>
                  <a:pt x="1113" y="1666"/>
                </a:lnTo>
                <a:lnTo>
                  <a:pt x="1113" y="1665"/>
                </a:lnTo>
                <a:lnTo>
                  <a:pt x="1112" y="1665"/>
                </a:lnTo>
                <a:lnTo>
                  <a:pt x="1112" y="1666"/>
                </a:lnTo>
                <a:lnTo>
                  <a:pt x="1112" y="1668"/>
                </a:lnTo>
                <a:lnTo>
                  <a:pt x="1112" y="1669"/>
                </a:lnTo>
                <a:lnTo>
                  <a:pt x="1111" y="1670"/>
                </a:lnTo>
                <a:lnTo>
                  <a:pt x="1111" y="1671"/>
                </a:lnTo>
                <a:lnTo>
                  <a:pt x="1110" y="1671"/>
                </a:lnTo>
                <a:lnTo>
                  <a:pt x="1110" y="1672"/>
                </a:lnTo>
                <a:lnTo>
                  <a:pt x="1109" y="1672"/>
                </a:lnTo>
                <a:lnTo>
                  <a:pt x="1109" y="1673"/>
                </a:lnTo>
                <a:lnTo>
                  <a:pt x="1109" y="1674"/>
                </a:lnTo>
                <a:lnTo>
                  <a:pt x="1108" y="1673"/>
                </a:lnTo>
                <a:lnTo>
                  <a:pt x="1107" y="1673"/>
                </a:lnTo>
                <a:lnTo>
                  <a:pt x="1106" y="1673"/>
                </a:lnTo>
                <a:lnTo>
                  <a:pt x="1103" y="1673"/>
                </a:lnTo>
                <a:lnTo>
                  <a:pt x="1102" y="1675"/>
                </a:lnTo>
                <a:lnTo>
                  <a:pt x="1102" y="1676"/>
                </a:lnTo>
                <a:lnTo>
                  <a:pt x="1103" y="1677"/>
                </a:lnTo>
                <a:lnTo>
                  <a:pt x="1103" y="1678"/>
                </a:lnTo>
                <a:lnTo>
                  <a:pt x="1102" y="1679"/>
                </a:lnTo>
                <a:lnTo>
                  <a:pt x="1102" y="1680"/>
                </a:lnTo>
                <a:lnTo>
                  <a:pt x="1100" y="1682"/>
                </a:lnTo>
                <a:lnTo>
                  <a:pt x="1100" y="1683"/>
                </a:lnTo>
                <a:lnTo>
                  <a:pt x="1100" y="1684"/>
                </a:lnTo>
                <a:lnTo>
                  <a:pt x="1099" y="1684"/>
                </a:lnTo>
                <a:lnTo>
                  <a:pt x="1098" y="1685"/>
                </a:lnTo>
                <a:lnTo>
                  <a:pt x="1098" y="1684"/>
                </a:lnTo>
                <a:lnTo>
                  <a:pt x="1098" y="1683"/>
                </a:lnTo>
                <a:lnTo>
                  <a:pt x="1097" y="1682"/>
                </a:lnTo>
                <a:lnTo>
                  <a:pt x="1097" y="1681"/>
                </a:lnTo>
                <a:lnTo>
                  <a:pt x="1096" y="1680"/>
                </a:lnTo>
                <a:lnTo>
                  <a:pt x="1095" y="1680"/>
                </a:lnTo>
                <a:lnTo>
                  <a:pt x="1094" y="1679"/>
                </a:lnTo>
                <a:lnTo>
                  <a:pt x="1094" y="1678"/>
                </a:lnTo>
                <a:lnTo>
                  <a:pt x="1094" y="1677"/>
                </a:lnTo>
                <a:lnTo>
                  <a:pt x="1095" y="1676"/>
                </a:lnTo>
                <a:lnTo>
                  <a:pt x="1095" y="1673"/>
                </a:lnTo>
                <a:lnTo>
                  <a:pt x="1094" y="1672"/>
                </a:lnTo>
                <a:lnTo>
                  <a:pt x="1094" y="1671"/>
                </a:lnTo>
                <a:lnTo>
                  <a:pt x="1094" y="1670"/>
                </a:lnTo>
                <a:lnTo>
                  <a:pt x="1094" y="1669"/>
                </a:lnTo>
                <a:lnTo>
                  <a:pt x="1094" y="1668"/>
                </a:lnTo>
                <a:lnTo>
                  <a:pt x="1094" y="1667"/>
                </a:lnTo>
                <a:lnTo>
                  <a:pt x="1093" y="1666"/>
                </a:lnTo>
                <a:lnTo>
                  <a:pt x="1092" y="1666"/>
                </a:lnTo>
                <a:lnTo>
                  <a:pt x="1092" y="1665"/>
                </a:lnTo>
                <a:lnTo>
                  <a:pt x="1091" y="1664"/>
                </a:lnTo>
                <a:lnTo>
                  <a:pt x="1091" y="1663"/>
                </a:lnTo>
                <a:lnTo>
                  <a:pt x="1091" y="1660"/>
                </a:lnTo>
                <a:lnTo>
                  <a:pt x="1091" y="1659"/>
                </a:lnTo>
                <a:lnTo>
                  <a:pt x="1091" y="1658"/>
                </a:lnTo>
                <a:lnTo>
                  <a:pt x="1091" y="1657"/>
                </a:lnTo>
                <a:lnTo>
                  <a:pt x="1091" y="1656"/>
                </a:lnTo>
                <a:lnTo>
                  <a:pt x="1091" y="1655"/>
                </a:lnTo>
                <a:lnTo>
                  <a:pt x="1090" y="1655"/>
                </a:lnTo>
                <a:lnTo>
                  <a:pt x="1090" y="1654"/>
                </a:lnTo>
                <a:lnTo>
                  <a:pt x="1089" y="1654"/>
                </a:lnTo>
                <a:lnTo>
                  <a:pt x="1089" y="1653"/>
                </a:lnTo>
                <a:lnTo>
                  <a:pt x="1088" y="1653"/>
                </a:lnTo>
                <a:lnTo>
                  <a:pt x="1088" y="1652"/>
                </a:lnTo>
                <a:lnTo>
                  <a:pt x="1086" y="1651"/>
                </a:lnTo>
                <a:lnTo>
                  <a:pt x="1085" y="1649"/>
                </a:lnTo>
                <a:lnTo>
                  <a:pt x="1084" y="1648"/>
                </a:lnTo>
                <a:lnTo>
                  <a:pt x="1083" y="1647"/>
                </a:lnTo>
                <a:lnTo>
                  <a:pt x="1082" y="1646"/>
                </a:lnTo>
                <a:lnTo>
                  <a:pt x="1082" y="1645"/>
                </a:lnTo>
                <a:lnTo>
                  <a:pt x="1081" y="1644"/>
                </a:lnTo>
                <a:lnTo>
                  <a:pt x="1081" y="1643"/>
                </a:lnTo>
                <a:lnTo>
                  <a:pt x="1081" y="1642"/>
                </a:lnTo>
                <a:lnTo>
                  <a:pt x="1080" y="1641"/>
                </a:lnTo>
                <a:lnTo>
                  <a:pt x="1080" y="1640"/>
                </a:lnTo>
                <a:lnTo>
                  <a:pt x="1079" y="1638"/>
                </a:lnTo>
                <a:lnTo>
                  <a:pt x="1079" y="1637"/>
                </a:lnTo>
                <a:lnTo>
                  <a:pt x="1078" y="1636"/>
                </a:lnTo>
                <a:lnTo>
                  <a:pt x="1078" y="1635"/>
                </a:lnTo>
                <a:lnTo>
                  <a:pt x="1078" y="1633"/>
                </a:lnTo>
                <a:lnTo>
                  <a:pt x="1078" y="1632"/>
                </a:lnTo>
                <a:lnTo>
                  <a:pt x="1078" y="1631"/>
                </a:lnTo>
                <a:lnTo>
                  <a:pt x="1078" y="1629"/>
                </a:lnTo>
                <a:lnTo>
                  <a:pt x="1079" y="1628"/>
                </a:lnTo>
                <a:lnTo>
                  <a:pt x="1078" y="1626"/>
                </a:lnTo>
                <a:lnTo>
                  <a:pt x="1078" y="1625"/>
                </a:lnTo>
                <a:lnTo>
                  <a:pt x="1078" y="1624"/>
                </a:lnTo>
                <a:lnTo>
                  <a:pt x="1078" y="1622"/>
                </a:lnTo>
                <a:lnTo>
                  <a:pt x="1078" y="1621"/>
                </a:lnTo>
                <a:lnTo>
                  <a:pt x="1079" y="1621"/>
                </a:lnTo>
                <a:lnTo>
                  <a:pt x="1079" y="1620"/>
                </a:lnTo>
                <a:lnTo>
                  <a:pt x="1080" y="1620"/>
                </a:lnTo>
                <a:lnTo>
                  <a:pt x="1080" y="1619"/>
                </a:lnTo>
                <a:lnTo>
                  <a:pt x="1080" y="1618"/>
                </a:lnTo>
                <a:lnTo>
                  <a:pt x="1081" y="1618"/>
                </a:lnTo>
                <a:lnTo>
                  <a:pt x="1081" y="1617"/>
                </a:lnTo>
                <a:lnTo>
                  <a:pt x="1082" y="1617"/>
                </a:lnTo>
                <a:lnTo>
                  <a:pt x="1084" y="1616"/>
                </a:lnTo>
                <a:lnTo>
                  <a:pt x="1085" y="1616"/>
                </a:lnTo>
                <a:lnTo>
                  <a:pt x="1086" y="1616"/>
                </a:lnTo>
                <a:lnTo>
                  <a:pt x="1086" y="1614"/>
                </a:lnTo>
                <a:lnTo>
                  <a:pt x="1086" y="1613"/>
                </a:lnTo>
                <a:lnTo>
                  <a:pt x="1087" y="1613"/>
                </a:lnTo>
                <a:lnTo>
                  <a:pt x="1087" y="1614"/>
                </a:lnTo>
                <a:lnTo>
                  <a:pt x="1088" y="1614"/>
                </a:lnTo>
                <a:lnTo>
                  <a:pt x="1088" y="1613"/>
                </a:lnTo>
                <a:lnTo>
                  <a:pt x="1088" y="1612"/>
                </a:lnTo>
                <a:lnTo>
                  <a:pt x="1088" y="1611"/>
                </a:lnTo>
                <a:lnTo>
                  <a:pt x="1087" y="1610"/>
                </a:lnTo>
                <a:lnTo>
                  <a:pt x="1087" y="1609"/>
                </a:lnTo>
                <a:lnTo>
                  <a:pt x="1087" y="1608"/>
                </a:lnTo>
                <a:lnTo>
                  <a:pt x="1086" y="1608"/>
                </a:lnTo>
                <a:lnTo>
                  <a:pt x="1087" y="1608"/>
                </a:lnTo>
                <a:lnTo>
                  <a:pt x="1087" y="1607"/>
                </a:lnTo>
                <a:lnTo>
                  <a:pt x="1086" y="1606"/>
                </a:lnTo>
                <a:lnTo>
                  <a:pt x="1086" y="1605"/>
                </a:lnTo>
                <a:lnTo>
                  <a:pt x="1085" y="1605"/>
                </a:lnTo>
                <a:lnTo>
                  <a:pt x="1084" y="1605"/>
                </a:lnTo>
                <a:lnTo>
                  <a:pt x="1085" y="1604"/>
                </a:lnTo>
                <a:lnTo>
                  <a:pt x="1084" y="1603"/>
                </a:lnTo>
                <a:lnTo>
                  <a:pt x="1083" y="1603"/>
                </a:lnTo>
                <a:lnTo>
                  <a:pt x="1083" y="1602"/>
                </a:lnTo>
                <a:lnTo>
                  <a:pt x="1081" y="1600"/>
                </a:lnTo>
                <a:lnTo>
                  <a:pt x="1081" y="1599"/>
                </a:lnTo>
                <a:lnTo>
                  <a:pt x="1080" y="1599"/>
                </a:lnTo>
                <a:lnTo>
                  <a:pt x="1079" y="1599"/>
                </a:lnTo>
                <a:lnTo>
                  <a:pt x="1078" y="1599"/>
                </a:lnTo>
                <a:lnTo>
                  <a:pt x="1077" y="1599"/>
                </a:lnTo>
                <a:lnTo>
                  <a:pt x="1078" y="1598"/>
                </a:lnTo>
                <a:lnTo>
                  <a:pt x="1079" y="1597"/>
                </a:lnTo>
                <a:lnTo>
                  <a:pt x="1079" y="1596"/>
                </a:lnTo>
                <a:lnTo>
                  <a:pt x="1078" y="1596"/>
                </a:lnTo>
                <a:lnTo>
                  <a:pt x="1077" y="1596"/>
                </a:lnTo>
                <a:lnTo>
                  <a:pt x="1076" y="1595"/>
                </a:lnTo>
                <a:lnTo>
                  <a:pt x="1076" y="1594"/>
                </a:lnTo>
                <a:lnTo>
                  <a:pt x="1075" y="1594"/>
                </a:lnTo>
                <a:lnTo>
                  <a:pt x="1074" y="1594"/>
                </a:lnTo>
                <a:lnTo>
                  <a:pt x="1073" y="1593"/>
                </a:lnTo>
                <a:lnTo>
                  <a:pt x="1072" y="1593"/>
                </a:lnTo>
                <a:lnTo>
                  <a:pt x="1072" y="1591"/>
                </a:lnTo>
                <a:lnTo>
                  <a:pt x="1071" y="1591"/>
                </a:lnTo>
                <a:lnTo>
                  <a:pt x="1070" y="1590"/>
                </a:lnTo>
                <a:lnTo>
                  <a:pt x="1070" y="1589"/>
                </a:lnTo>
                <a:lnTo>
                  <a:pt x="1069" y="1588"/>
                </a:lnTo>
                <a:lnTo>
                  <a:pt x="1067" y="1586"/>
                </a:lnTo>
                <a:lnTo>
                  <a:pt x="1066" y="1586"/>
                </a:lnTo>
                <a:lnTo>
                  <a:pt x="1065" y="1586"/>
                </a:lnTo>
                <a:lnTo>
                  <a:pt x="1064" y="1585"/>
                </a:lnTo>
                <a:lnTo>
                  <a:pt x="1064" y="1583"/>
                </a:lnTo>
                <a:lnTo>
                  <a:pt x="1064" y="1581"/>
                </a:lnTo>
                <a:lnTo>
                  <a:pt x="1064" y="1580"/>
                </a:lnTo>
                <a:lnTo>
                  <a:pt x="1064" y="1579"/>
                </a:lnTo>
                <a:lnTo>
                  <a:pt x="1064" y="1578"/>
                </a:lnTo>
                <a:lnTo>
                  <a:pt x="1063" y="1578"/>
                </a:lnTo>
                <a:lnTo>
                  <a:pt x="1063" y="1577"/>
                </a:lnTo>
                <a:lnTo>
                  <a:pt x="1062" y="1577"/>
                </a:lnTo>
                <a:lnTo>
                  <a:pt x="1062" y="1576"/>
                </a:lnTo>
                <a:lnTo>
                  <a:pt x="1061" y="1576"/>
                </a:lnTo>
                <a:lnTo>
                  <a:pt x="1060" y="1576"/>
                </a:lnTo>
                <a:lnTo>
                  <a:pt x="1060" y="1575"/>
                </a:lnTo>
                <a:lnTo>
                  <a:pt x="1060" y="1574"/>
                </a:lnTo>
                <a:lnTo>
                  <a:pt x="1061" y="1574"/>
                </a:lnTo>
                <a:lnTo>
                  <a:pt x="1061" y="1573"/>
                </a:lnTo>
                <a:lnTo>
                  <a:pt x="1060" y="1573"/>
                </a:lnTo>
                <a:lnTo>
                  <a:pt x="1060" y="1572"/>
                </a:lnTo>
                <a:lnTo>
                  <a:pt x="1059" y="1572"/>
                </a:lnTo>
                <a:lnTo>
                  <a:pt x="1059" y="1573"/>
                </a:lnTo>
                <a:lnTo>
                  <a:pt x="1058" y="1573"/>
                </a:lnTo>
                <a:lnTo>
                  <a:pt x="1057" y="1573"/>
                </a:lnTo>
                <a:lnTo>
                  <a:pt x="1057" y="1574"/>
                </a:lnTo>
                <a:lnTo>
                  <a:pt x="1055" y="1573"/>
                </a:lnTo>
                <a:lnTo>
                  <a:pt x="1054" y="1573"/>
                </a:lnTo>
                <a:lnTo>
                  <a:pt x="1053" y="1573"/>
                </a:lnTo>
                <a:lnTo>
                  <a:pt x="1052" y="1574"/>
                </a:lnTo>
                <a:lnTo>
                  <a:pt x="1049" y="1574"/>
                </a:lnTo>
                <a:lnTo>
                  <a:pt x="1048" y="1575"/>
                </a:lnTo>
                <a:lnTo>
                  <a:pt x="1047" y="1575"/>
                </a:lnTo>
                <a:lnTo>
                  <a:pt x="1046" y="1575"/>
                </a:lnTo>
                <a:lnTo>
                  <a:pt x="1045" y="1575"/>
                </a:lnTo>
                <a:lnTo>
                  <a:pt x="1044" y="1576"/>
                </a:lnTo>
                <a:lnTo>
                  <a:pt x="1044" y="1577"/>
                </a:lnTo>
                <a:lnTo>
                  <a:pt x="1044" y="1578"/>
                </a:lnTo>
                <a:lnTo>
                  <a:pt x="1043" y="1578"/>
                </a:lnTo>
                <a:lnTo>
                  <a:pt x="1042" y="1576"/>
                </a:lnTo>
                <a:lnTo>
                  <a:pt x="1042" y="1575"/>
                </a:lnTo>
                <a:lnTo>
                  <a:pt x="1041" y="1575"/>
                </a:lnTo>
                <a:lnTo>
                  <a:pt x="1040" y="1575"/>
                </a:lnTo>
                <a:lnTo>
                  <a:pt x="1040" y="1577"/>
                </a:lnTo>
                <a:lnTo>
                  <a:pt x="1039" y="1578"/>
                </a:lnTo>
                <a:lnTo>
                  <a:pt x="1039" y="1577"/>
                </a:lnTo>
                <a:lnTo>
                  <a:pt x="1038" y="1577"/>
                </a:lnTo>
                <a:lnTo>
                  <a:pt x="1038" y="1578"/>
                </a:lnTo>
                <a:lnTo>
                  <a:pt x="1037" y="1578"/>
                </a:lnTo>
                <a:lnTo>
                  <a:pt x="1037" y="1579"/>
                </a:lnTo>
                <a:lnTo>
                  <a:pt x="1037" y="1578"/>
                </a:lnTo>
                <a:lnTo>
                  <a:pt x="1036" y="1578"/>
                </a:lnTo>
                <a:lnTo>
                  <a:pt x="1036" y="1577"/>
                </a:lnTo>
                <a:lnTo>
                  <a:pt x="1035" y="1576"/>
                </a:lnTo>
                <a:lnTo>
                  <a:pt x="1035" y="1575"/>
                </a:lnTo>
                <a:lnTo>
                  <a:pt x="1035" y="1574"/>
                </a:lnTo>
                <a:lnTo>
                  <a:pt x="1034" y="1573"/>
                </a:lnTo>
                <a:lnTo>
                  <a:pt x="1033" y="1573"/>
                </a:lnTo>
                <a:lnTo>
                  <a:pt x="1032" y="1573"/>
                </a:lnTo>
                <a:lnTo>
                  <a:pt x="1031" y="1572"/>
                </a:lnTo>
                <a:lnTo>
                  <a:pt x="1031" y="1571"/>
                </a:lnTo>
                <a:lnTo>
                  <a:pt x="1029" y="1571"/>
                </a:lnTo>
                <a:lnTo>
                  <a:pt x="1029" y="1572"/>
                </a:lnTo>
                <a:lnTo>
                  <a:pt x="1028" y="1572"/>
                </a:lnTo>
                <a:lnTo>
                  <a:pt x="1027" y="1572"/>
                </a:lnTo>
                <a:lnTo>
                  <a:pt x="1026" y="1572"/>
                </a:lnTo>
                <a:lnTo>
                  <a:pt x="1026" y="1571"/>
                </a:lnTo>
                <a:lnTo>
                  <a:pt x="1026" y="1570"/>
                </a:lnTo>
                <a:lnTo>
                  <a:pt x="1025" y="1570"/>
                </a:lnTo>
                <a:lnTo>
                  <a:pt x="1023" y="1570"/>
                </a:lnTo>
                <a:lnTo>
                  <a:pt x="1023" y="1571"/>
                </a:lnTo>
                <a:lnTo>
                  <a:pt x="1022" y="1571"/>
                </a:lnTo>
                <a:lnTo>
                  <a:pt x="1021" y="1571"/>
                </a:lnTo>
                <a:lnTo>
                  <a:pt x="1020" y="1571"/>
                </a:lnTo>
                <a:lnTo>
                  <a:pt x="1019" y="1571"/>
                </a:lnTo>
                <a:lnTo>
                  <a:pt x="1018" y="1570"/>
                </a:lnTo>
                <a:lnTo>
                  <a:pt x="1017" y="1570"/>
                </a:lnTo>
                <a:lnTo>
                  <a:pt x="1016" y="1570"/>
                </a:lnTo>
                <a:lnTo>
                  <a:pt x="1016" y="1569"/>
                </a:lnTo>
                <a:lnTo>
                  <a:pt x="1015" y="1568"/>
                </a:lnTo>
                <a:lnTo>
                  <a:pt x="1013" y="1568"/>
                </a:lnTo>
                <a:lnTo>
                  <a:pt x="1012" y="1568"/>
                </a:lnTo>
                <a:lnTo>
                  <a:pt x="1012" y="1567"/>
                </a:lnTo>
                <a:lnTo>
                  <a:pt x="1013" y="1566"/>
                </a:lnTo>
                <a:lnTo>
                  <a:pt x="1012" y="1565"/>
                </a:lnTo>
                <a:lnTo>
                  <a:pt x="1010" y="1565"/>
                </a:lnTo>
                <a:lnTo>
                  <a:pt x="1009" y="1564"/>
                </a:lnTo>
                <a:lnTo>
                  <a:pt x="1007" y="1563"/>
                </a:lnTo>
                <a:lnTo>
                  <a:pt x="1006" y="1564"/>
                </a:lnTo>
                <a:lnTo>
                  <a:pt x="1006" y="1563"/>
                </a:lnTo>
                <a:lnTo>
                  <a:pt x="1005" y="1563"/>
                </a:lnTo>
                <a:lnTo>
                  <a:pt x="1005" y="1564"/>
                </a:lnTo>
                <a:lnTo>
                  <a:pt x="1005" y="1565"/>
                </a:lnTo>
                <a:lnTo>
                  <a:pt x="1004" y="1565"/>
                </a:lnTo>
                <a:lnTo>
                  <a:pt x="1004" y="1564"/>
                </a:lnTo>
                <a:lnTo>
                  <a:pt x="1004" y="1563"/>
                </a:lnTo>
                <a:lnTo>
                  <a:pt x="1004" y="1562"/>
                </a:lnTo>
                <a:lnTo>
                  <a:pt x="1002" y="1562"/>
                </a:lnTo>
                <a:lnTo>
                  <a:pt x="1001" y="1562"/>
                </a:lnTo>
                <a:lnTo>
                  <a:pt x="1000" y="1562"/>
                </a:lnTo>
                <a:lnTo>
                  <a:pt x="999" y="1563"/>
                </a:lnTo>
                <a:lnTo>
                  <a:pt x="998" y="1563"/>
                </a:lnTo>
                <a:lnTo>
                  <a:pt x="998" y="1564"/>
                </a:lnTo>
                <a:lnTo>
                  <a:pt x="998" y="1565"/>
                </a:lnTo>
                <a:lnTo>
                  <a:pt x="997" y="1565"/>
                </a:lnTo>
                <a:lnTo>
                  <a:pt x="996" y="1565"/>
                </a:lnTo>
                <a:lnTo>
                  <a:pt x="995" y="1564"/>
                </a:lnTo>
                <a:lnTo>
                  <a:pt x="994" y="1564"/>
                </a:lnTo>
                <a:lnTo>
                  <a:pt x="993" y="1564"/>
                </a:lnTo>
                <a:lnTo>
                  <a:pt x="993" y="1565"/>
                </a:lnTo>
                <a:lnTo>
                  <a:pt x="993" y="1566"/>
                </a:lnTo>
                <a:lnTo>
                  <a:pt x="992" y="1566"/>
                </a:lnTo>
                <a:lnTo>
                  <a:pt x="991" y="1566"/>
                </a:lnTo>
                <a:lnTo>
                  <a:pt x="990" y="1567"/>
                </a:lnTo>
                <a:lnTo>
                  <a:pt x="990" y="1568"/>
                </a:lnTo>
                <a:lnTo>
                  <a:pt x="989" y="1568"/>
                </a:lnTo>
                <a:lnTo>
                  <a:pt x="988" y="1568"/>
                </a:lnTo>
                <a:lnTo>
                  <a:pt x="987" y="1569"/>
                </a:lnTo>
                <a:lnTo>
                  <a:pt x="986" y="1569"/>
                </a:lnTo>
                <a:lnTo>
                  <a:pt x="985" y="1569"/>
                </a:lnTo>
                <a:lnTo>
                  <a:pt x="985" y="1570"/>
                </a:lnTo>
                <a:lnTo>
                  <a:pt x="984" y="1571"/>
                </a:lnTo>
                <a:lnTo>
                  <a:pt x="983" y="1572"/>
                </a:lnTo>
                <a:lnTo>
                  <a:pt x="982" y="1572"/>
                </a:lnTo>
                <a:lnTo>
                  <a:pt x="981" y="1571"/>
                </a:lnTo>
                <a:lnTo>
                  <a:pt x="981" y="1570"/>
                </a:lnTo>
                <a:lnTo>
                  <a:pt x="980" y="1570"/>
                </a:lnTo>
                <a:lnTo>
                  <a:pt x="980" y="1571"/>
                </a:lnTo>
                <a:lnTo>
                  <a:pt x="980" y="1572"/>
                </a:lnTo>
                <a:lnTo>
                  <a:pt x="978" y="1573"/>
                </a:lnTo>
                <a:lnTo>
                  <a:pt x="978" y="1574"/>
                </a:lnTo>
                <a:lnTo>
                  <a:pt x="977" y="1574"/>
                </a:lnTo>
                <a:lnTo>
                  <a:pt x="977" y="1575"/>
                </a:lnTo>
                <a:lnTo>
                  <a:pt x="977" y="1576"/>
                </a:lnTo>
                <a:lnTo>
                  <a:pt x="976" y="1576"/>
                </a:lnTo>
                <a:lnTo>
                  <a:pt x="976" y="1577"/>
                </a:lnTo>
                <a:lnTo>
                  <a:pt x="975" y="1577"/>
                </a:lnTo>
                <a:lnTo>
                  <a:pt x="975" y="1578"/>
                </a:lnTo>
                <a:lnTo>
                  <a:pt x="975" y="1579"/>
                </a:lnTo>
                <a:lnTo>
                  <a:pt x="974" y="1579"/>
                </a:lnTo>
                <a:lnTo>
                  <a:pt x="974" y="1580"/>
                </a:lnTo>
                <a:lnTo>
                  <a:pt x="974" y="1581"/>
                </a:lnTo>
                <a:lnTo>
                  <a:pt x="974" y="1582"/>
                </a:lnTo>
                <a:lnTo>
                  <a:pt x="973" y="1582"/>
                </a:lnTo>
                <a:lnTo>
                  <a:pt x="972" y="1582"/>
                </a:lnTo>
                <a:lnTo>
                  <a:pt x="971" y="1581"/>
                </a:lnTo>
                <a:lnTo>
                  <a:pt x="970" y="1581"/>
                </a:lnTo>
                <a:lnTo>
                  <a:pt x="970" y="1582"/>
                </a:lnTo>
                <a:lnTo>
                  <a:pt x="969" y="1583"/>
                </a:lnTo>
                <a:lnTo>
                  <a:pt x="969" y="1584"/>
                </a:lnTo>
                <a:lnTo>
                  <a:pt x="968" y="1584"/>
                </a:lnTo>
                <a:lnTo>
                  <a:pt x="967" y="1584"/>
                </a:lnTo>
                <a:lnTo>
                  <a:pt x="967" y="1585"/>
                </a:lnTo>
                <a:lnTo>
                  <a:pt x="966" y="1585"/>
                </a:lnTo>
                <a:lnTo>
                  <a:pt x="966" y="1584"/>
                </a:lnTo>
                <a:lnTo>
                  <a:pt x="966" y="1583"/>
                </a:lnTo>
                <a:lnTo>
                  <a:pt x="965" y="1582"/>
                </a:lnTo>
                <a:lnTo>
                  <a:pt x="964" y="1583"/>
                </a:lnTo>
                <a:lnTo>
                  <a:pt x="964" y="1584"/>
                </a:lnTo>
                <a:lnTo>
                  <a:pt x="965" y="1585"/>
                </a:lnTo>
                <a:lnTo>
                  <a:pt x="965" y="1586"/>
                </a:lnTo>
                <a:lnTo>
                  <a:pt x="964" y="1586"/>
                </a:lnTo>
                <a:lnTo>
                  <a:pt x="963" y="1586"/>
                </a:lnTo>
                <a:lnTo>
                  <a:pt x="963" y="1587"/>
                </a:lnTo>
                <a:lnTo>
                  <a:pt x="964" y="1587"/>
                </a:lnTo>
                <a:lnTo>
                  <a:pt x="965" y="1587"/>
                </a:lnTo>
                <a:lnTo>
                  <a:pt x="965" y="1588"/>
                </a:lnTo>
                <a:lnTo>
                  <a:pt x="965" y="1589"/>
                </a:lnTo>
                <a:lnTo>
                  <a:pt x="964" y="1589"/>
                </a:lnTo>
                <a:lnTo>
                  <a:pt x="963" y="1589"/>
                </a:lnTo>
                <a:lnTo>
                  <a:pt x="962" y="1588"/>
                </a:lnTo>
                <a:lnTo>
                  <a:pt x="961" y="1588"/>
                </a:lnTo>
                <a:lnTo>
                  <a:pt x="961" y="1589"/>
                </a:lnTo>
                <a:lnTo>
                  <a:pt x="961" y="1590"/>
                </a:lnTo>
                <a:lnTo>
                  <a:pt x="961" y="1591"/>
                </a:lnTo>
                <a:lnTo>
                  <a:pt x="962" y="1591"/>
                </a:lnTo>
                <a:lnTo>
                  <a:pt x="962" y="1592"/>
                </a:lnTo>
                <a:lnTo>
                  <a:pt x="961" y="1592"/>
                </a:lnTo>
                <a:lnTo>
                  <a:pt x="960" y="1592"/>
                </a:lnTo>
                <a:lnTo>
                  <a:pt x="959" y="1592"/>
                </a:lnTo>
                <a:lnTo>
                  <a:pt x="959" y="1593"/>
                </a:lnTo>
                <a:lnTo>
                  <a:pt x="960" y="1593"/>
                </a:lnTo>
                <a:lnTo>
                  <a:pt x="960" y="1594"/>
                </a:lnTo>
                <a:lnTo>
                  <a:pt x="958" y="1595"/>
                </a:lnTo>
                <a:lnTo>
                  <a:pt x="958" y="1594"/>
                </a:lnTo>
                <a:lnTo>
                  <a:pt x="957" y="1593"/>
                </a:lnTo>
                <a:lnTo>
                  <a:pt x="956" y="1594"/>
                </a:lnTo>
                <a:lnTo>
                  <a:pt x="955" y="1594"/>
                </a:lnTo>
                <a:lnTo>
                  <a:pt x="955" y="1595"/>
                </a:lnTo>
                <a:lnTo>
                  <a:pt x="955" y="1594"/>
                </a:lnTo>
                <a:lnTo>
                  <a:pt x="954" y="1594"/>
                </a:lnTo>
                <a:lnTo>
                  <a:pt x="953" y="1593"/>
                </a:lnTo>
                <a:lnTo>
                  <a:pt x="952" y="1595"/>
                </a:lnTo>
                <a:lnTo>
                  <a:pt x="951" y="1595"/>
                </a:lnTo>
                <a:lnTo>
                  <a:pt x="950" y="1595"/>
                </a:lnTo>
                <a:lnTo>
                  <a:pt x="950" y="1596"/>
                </a:lnTo>
                <a:lnTo>
                  <a:pt x="949" y="1596"/>
                </a:lnTo>
                <a:lnTo>
                  <a:pt x="949" y="1597"/>
                </a:lnTo>
                <a:lnTo>
                  <a:pt x="949" y="1598"/>
                </a:lnTo>
                <a:lnTo>
                  <a:pt x="947" y="1597"/>
                </a:lnTo>
                <a:lnTo>
                  <a:pt x="946" y="1596"/>
                </a:lnTo>
                <a:lnTo>
                  <a:pt x="945" y="1596"/>
                </a:lnTo>
                <a:lnTo>
                  <a:pt x="944" y="1597"/>
                </a:lnTo>
                <a:lnTo>
                  <a:pt x="943" y="1597"/>
                </a:lnTo>
                <a:lnTo>
                  <a:pt x="942" y="1597"/>
                </a:lnTo>
                <a:lnTo>
                  <a:pt x="942" y="1596"/>
                </a:lnTo>
                <a:lnTo>
                  <a:pt x="941" y="1596"/>
                </a:lnTo>
                <a:lnTo>
                  <a:pt x="941" y="1597"/>
                </a:lnTo>
                <a:lnTo>
                  <a:pt x="941" y="1598"/>
                </a:lnTo>
                <a:lnTo>
                  <a:pt x="940" y="1598"/>
                </a:lnTo>
                <a:lnTo>
                  <a:pt x="939" y="1597"/>
                </a:lnTo>
                <a:lnTo>
                  <a:pt x="939" y="1598"/>
                </a:lnTo>
                <a:lnTo>
                  <a:pt x="938" y="1598"/>
                </a:lnTo>
                <a:lnTo>
                  <a:pt x="938" y="1597"/>
                </a:lnTo>
                <a:lnTo>
                  <a:pt x="937" y="1597"/>
                </a:lnTo>
                <a:lnTo>
                  <a:pt x="937" y="1596"/>
                </a:lnTo>
                <a:lnTo>
                  <a:pt x="937" y="1595"/>
                </a:lnTo>
                <a:lnTo>
                  <a:pt x="936" y="1595"/>
                </a:lnTo>
                <a:lnTo>
                  <a:pt x="936" y="1594"/>
                </a:lnTo>
                <a:lnTo>
                  <a:pt x="935" y="1595"/>
                </a:lnTo>
                <a:lnTo>
                  <a:pt x="934" y="1595"/>
                </a:lnTo>
                <a:lnTo>
                  <a:pt x="933" y="1594"/>
                </a:lnTo>
                <a:lnTo>
                  <a:pt x="932" y="1595"/>
                </a:lnTo>
                <a:lnTo>
                  <a:pt x="931" y="1595"/>
                </a:lnTo>
                <a:lnTo>
                  <a:pt x="931" y="1594"/>
                </a:lnTo>
                <a:lnTo>
                  <a:pt x="930" y="1594"/>
                </a:lnTo>
                <a:lnTo>
                  <a:pt x="929" y="1595"/>
                </a:lnTo>
                <a:lnTo>
                  <a:pt x="928" y="1596"/>
                </a:lnTo>
                <a:lnTo>
                  <a:pt x="928" y="1597"/>
                </a:lnTo>
                <a:lnTo>
                  <a:pt x="927" y="1597"/>
                </a:lnTo>
                <a:lnTo>
                  <a:pt x="926" y="1597"/>
                </a:lnTo>
                <a:lnTo>
                  <a:pt x="926" y="1596"/>
                </a:lnTo>
                <a:lnTo>
                  <a:pt x="925" y="1596"/>
                </a:lnTo>
                <a:lnTo>
                  <a:pt x="925" y="1597"/>
                </a:lnTo>
                <a:lnTo>
                  <a:pt x="924" y="1597"/>
                </a:lnTo>
                <a:lnTo>
                  <a:pt x="923" y="1596"/>
                </a:lnTo>
                <a:lnTo>
                  <a:pt x="923" y="1595"/>
                </a:lnTo>
                <a:lnTo>
                  <a:pt x="924" y="1595"/>
                </a:lnTo>
                <a:lnTo>
                  <a:pt x="924" y="1594"/>
                </a:lnTo>
                <a:lnTo>
                  <a:pt x="923" y="1594"/>
                </a:lnTo>
                <a:lnTo>
                  <a:pt x="922" y="1595"/>
                </a:lnTo>
                <a:lnTo>
                  <a:pt x="921" y="1595"/>
                </a:lnTo>
                <a:lnTo>
                  <a:pt x="920" y="1596"/>
                </a:lnTo>
                <a:lnTo>
                  <a:pt x="920" y="1595"/>
                </a:lnTo>
                <a:lnTo>
                  <a:pt x="921" y="1594"/>
                </a:lnTo>
                <a:lnTo>
                  <a:pt x="921" y="1593"/>
                </a:lnTo>
                <a:lnTo>
                  <a:pt x="922" y="1593"/>
                </a:lnTo>
                <a:lnTo>
                  <a:pt x="921" y="1593"/>
                </a:lnTo>
                <a:lnTo>
                  <a:pt x="922" y="1592"/>
                </a:lnTo>
                <a:lnTo>
                  <a:pt x="922" y="1591"/>
                </a:lnTo>
                <a:lnTo>
                  <a:pt x="921" y="1591"/>
                </a:lnTo>
                <a:lnTo>
                  <a:pt x="920" y="1592"/>
                </a:lnTo>
                <a:lnTo>
                  <a:pt x="919" y="1592"/>
                </a:lnTo>
                <a:lnTo>
                  <a:pt x="918" y="1592"/>
                </a:lnTo>
                <a:lnTo>
                  <a:pt x="917" y="1592"/>
                </a:lnTo>
                <a:lnTo>
                  <a:pt x="916" y="1592"/>
                </a:lnTo>
                <a:lnTo>
                  <a:pt x="915" y="1592"/>
                </a:lnTo>
                <a:lnTo>
                  <a:pt x="914" y="1592"/>
                </a:lnTo>
                <a:lnTo>
                  <a:pt x="913" y="1592"/>
                </a:lnTo>
                <a:lnTo>
                  <a:pt x="912" y="1593"/>
                </a:lnTo>
                <a:lnTo>
                  <a:pt x="911" y="1593"/>
                </a:lnTo>
                <a:lnTo>
                  <a:pt x="910" y="1593"/>
                </a:lnTo>
                <a:lnTo>
                  <a:pt x="910" y="1592"/>
                </a:lnTo>
                <a:lnTo>
                  <a:pt x="909" y="1592"/>
                </a:lnTo>
                <a:lnTo>
                  <a:pt x="909" y="1591"/>
                </a:lnTo>
                <a:lnTo>
                  <a:pt x="907" y="1591"/>
                </a:lnTo>
                <a:lnTo>
                  <a:pt x="907" y="1590"/>
                </a:lnTo>
                <a:lnTo>
                  <a:pt x="906" y="1590"/>
                </a:lnTo>
                <a:lnTo>
                  <a:pt x="906" y="1589"/>
                </a:lnTo>
                <a:lnTo>
                  <a:pt x="905" y="1589"/>
                </a:lnTo>
                <a:lnTo>
                  <a:pt x="905" y="1590"/>
                </a:lnTo>
                <a:lnTo>
                  <a:pt x="904" y="1590"/>
                </a:lnTo>
                <a:lnTo>
                  <a:pt x="904" y="1589"/>
                </a:lnTo>
                <a:lnTo>
                  <a:pt x="903" y="1589"/>
                </a:lnTo>
                <a:lnTo>
                  <a:pt x="903" y="1588"/>
                </a:lnTo>
                <a:lnTo>
                  <a:pt x="903" y="1587"/>
                </a:lnTo>
                <a:lnTo>
                  <a:pt x="902" y="1587"/>
                </a:lnTo>
                <a:lnTo>
                  <a:pt x="902" y="1588"/>
                </a:lnTo>
                <a:lnTo>
                  <a:pt x="901" y="1588"/>
                </a:lnTo>
                <a:lnTo>
                  <a:pt x="900" y="1587"/>
                </a:lnTo>
                <a:lnTo>
                  <a:pt x="899" y="1587"/>
                </a:lnTo>
                <a:lnTo>
                  <a:pt x="898" y="1587"/>
                </a:lnTo>
                <a:lnTo>
                  <a:pt x="897" y="1587"/>
                </a:lnTo>
                <a:lnTo>
                  <a:pt x="896" y="1587"/>
                </a:lnTo>
                <a:lnTo>
                  <a:pt x="896" y="1588"/>
                </a:lnTo>
                <a:lnTo>
                  <a:pt x="896" y="1587"/>
                </a:lnTo>
                <a:lnTo>
                  <a:pt x="895" y="1587"/>
                </a:lnTo>
                <a:lnTo>
                  <a:pt x="894" y="1586"/>
                </a:lnTo>
                <a:lnTo>
                  <a:pt x="894" y="1585"/>
                </a:lnTo>
                <a:lnTo>
                  <a:pt x="894" y="1584"/>
                </a:lnTo>
                <a:lnTo>
                  <a:pt x="894" y="1583"/>
                </a:lnTo>
                <a:lnTo>
                  <a:pt x="894" y="1582"/>
                </a:lnTo>
                <a:lnTo>
                  <a:pt x="894" y="1581"/>
                </a:lnTo>
                <a:lnTo>
                  <a:pt x="893" y="1581"/>
                </a:lnTo>
                <a:lnTo>
                  <a:pt x="892" y="1582"/>
                </a:lnTo>
                <a:lnTo>
                  <a:pt x="892" y="1581"/>
                </a:lnTo>
                <a:lnTo>
                  <a:pt x="891" y="1581"/>
                </a:lnTo>
                <a:lnTo>
                  <a:pt x="890" y="1581"/>
                </a:lnTo>
                <a:lnTo>
                  <a:pt x="890" y="1582"/>
                </a:lnTo>
                <a:lnTo>
                  <a:pt x="889" y="1582"/>
                </a:lnTo>
                <a:lnTo>
                  <a:pt x="889" y="1581"/>
                </a:lnTo>
                <a:lnTo>
                  <a:pt x="888" y="1582"/>
                </a:lnTo>
                <a:lnTo>
                  <a:pt x="888" y="1581"/>
                </a:lnTo>
                <a:lnTo>
                  <a:pt x="890" y="1580"/>
                </a:lnTo>
                <a:lnTo>
                  <a:pt x="889" y="1580"/>
                </a:lnTo>
                <a:lnTo>
                  <a:pt x="889" y="1579"/>
                </a:lnTo>
                <a:lnTo>
                  <a:pt x="889" y="1578"/>
                </a:lnTo>
                <a:lnTo>
                  <a:pt x="888" y="1578"/>
                </a:lnTo>
                <a:lnTo>
                  <a:pt x="887" y="1578"/>
                </a:lnTo>
                <a:lnTo>
                  <a:pt x="886" y="1578"/>
                </a:lnTo>
                <a:lnTo>
                  <a:pt x="886" y="1579"/>
                </a:lnTo>
                <a:lnTo>
                  <a:pt x="885" y="1579"/>
                </a:lnTo>
                <a:lnTo>
                  <a:pt x="885" y="1578"/>
                </a:lnTo>
                <a:lnTo>
                  <a:pt x="885" y="1579"/>
                </a:lnTo>
                <a:lnTo>
                  <a:pt x="886" y="1579"/>
                </a:lnTo>
                <a:lnTo>
                  <a:pt x="886" y="1580"/>
                </a:lnTo>
                <a:lnTo>
                  <a:pt x="885" y="1580"/>
                </a:lnTo>
                <a:lnTo>
                  <a:pt x="884" y="1580"/>
                </a:lnTo>
                <a:lnTo>
                  <a:pt x="883" y="1579"/>
                </a:lnTo>
                <a:lnTo>
                  <a:pt x="883" y="1578"/>
                </a:lnTo>
                <a:lnTo>
                  <a:pt x="884" y="1578"/>
                </a:lnTo>
                <a:lnTo>
                  <a:pt x="884" y="1577"/>
                </a:lnTo>
                <a:lnTo>
                  <a:pt x="883" y="1577"/>
                </a:lnTo>
                <a:lnTo>
                  <a:pt x="883" y="1576"/>
                </a:lnTo>
                <a:lnTo>
                  <a:pt x="882" y="1576"/>
                </a:lnTo>
                <a:lnTo>
                  <a:pt x="882" y="1575"/>
                </a:lnTo>
                <a:lnTo>
                  <a:pt x="881" y="1575"/>
                </a:lnTo>
                <a:lnTo>
                  <a:pt x="880" y="1574"/>
                </a:lnTo>
                <a:lnTo>
                  <a:pt x="880" y="1573"/>
                </a:lnTo>
                <a:lnTo>
                  <a:pt x="879" y="1573"/>
                </a:lnTo>
                <a:lnTo>
                  <a:pt x="878" y="1573"/>
                </a:lnTo>
                <a:lnTo>
                  <a:pt x="877" y="1573"/>
                </a:lnTo>
                <a:lnTo>
                  <a:pt x="878" y="1572"/>
                </a:lnTo>
                <a:lnTo>
                  <a:pt x="878" y="1571"/>
                </a:lnTo>
                <a:lnTo>
                  <a:pt x="878" y="1570"/>
                </a:lnTo>
                <a:lnTo>
                  <a:pt x="877" y="1570"/>
                </a:lnTo>
                <a:lnTo>
                  <a:pt x="876" y="1570"/>
                </a:lnTo>
                <a:lnTo>
                  <a:pt x="876" y="1571"/>
                </a:lnTo>
                <a:lnTo>
                  <a:pt x="876" y="1570"/>
                </a:lnTo>
                <a:lnTo>
                  <a:pt x="875" y="1570"/>
                </a:lnTo>
                <a:lnTo>
                  <a:pt x="874" y="1569"/>
                </a:lnTo>
                <a:lnTo>
                  <a:pt x="873" y="1568"/>
                </a:lnTo>
                <a:lnTo>
                  <a:pt x="873" y="1567"/>
                </a:lnTo>
                <a:lnTo>
                  <a:pt x="873" y="1566"/>
                </a:lnTo>
                <a:lnTo>
                  <a:pt x="873" y="1565"/>
                </a:lnTo>
                <a:lnTo>
                  <a:pt x="873" y="1564"/>
                </a:lnTo>
                <a:lnTo>
                  <a:pt x="874" y="1563"/>
                </a:lnTo>
                <a:lnTo>
                  <a:pt x="874" y="1562"/>
                </a:lnTo>
                <a:lnTo>
                  <a:pt x="874" y="1561"/>
                </a:lnTo>
                <a:lnTo>
                  <a:pt x="874" y="1560"/>
                </a:lnTo>
                <a:lnTo>
                  <a:pt x="874" y="1559"/>
                </a:lnTo>
                <a:lnTo>
                  <a:pt x="874" y="1558"/>
                </a:lnTo>
                <a:lnTo>
                  <a:pt x="874" y="1557"/>
                </a:lnTo>
                <a:lnTo>
                  <a:pt x="874" y="1556"/>
                </a:lnTo>
                <a:lnTo>
                  <a:pt x="874" y="1555"/>
                </a:lnTo>
                <a:lnTo>
                  <a:pt x="873" y="1555"/>
                </a:lnTo>
                <a:lnTo>
                  <a:pt x="873" y="1554"/>
                </a:lnTo>
                <a:lnTo>
                  <a:pt x="873" y="1553"/>
                </a:lnTo>
                <a:lnTo>
                  <a:pt x="872" y="1553"/>
                </a:lnTo>
                <a:lnTo>
                  <a:pt x="871" y="1553"/>
                </a:lnTo>
                <a:lnTo>
                  <a:pt x="871" y="1552"/>
                </a:lnTo>
                <a:lnTo>
                  <a:pt x="871" y="1551"/>
                </a:lnTo>
                <a:lnTo>
                  <a:pt x="871" y="1550"/>
                </a:lnTo>
                <a:lnTo>
                  <a:pt x="871" y="1549"/>
                </a:lnTo>
                <a:lnTo>
                  <a:pt x="870" y="1549"/>
                </a:lnTo>
                <a:lnTo>
                  <a:pt x="869" y="1549"/>
                </a:lnTo>
                <a:lnTo>
                  <a:pt x="869" y="1548"/>
                </a:lnTo>
                <a:lnTo>
                  <a:pt x="870" y="1547"/>
                </a:lnTo>
                <a:lnTo>
                  <a:pt x="871" y="1547"/>
                </a:lnTo>
                <a:lnTo>
                  <a:pt x="871" y="1546"/>
                </a:lnTo>
                <a:lnTo>
                  <a:pt x="871" y="1545"/>
                </a:lnTo>
                <a:lnTo>
                  <a:pt x="870" y="1545"/>
                </a:lnTo>
                <a:lnTo>
                  <a:pt x="870" y="1546"/>
                </a:lnTo>
                <a:lnTo>
                  <a:pt x="869" y="1546"/>
                </a:lnTo>
                <a:lnTo>
                  <a:pt x="869" y="1545"/>
                </a:lnTo>
                <a:lnTo>
                  <a:pt x="868" y="1545"/>
                </a:lnTo>
                <a:lnTo>
                  <a:pt x="868" y="1543"/>
                </a:lnTo>
                <a:lnTo>
                  <a:pt x="869" y="1543"/>
                </a:lnTo>
                <a:lnTo>
                  <a:pt x="869" y="1544"/>
                </a:lnTo>
                <a:lnTo>
                  <a:pt x="870" y="1543"/>
                </a:lnTo>
                <a:lnTo>
                  <a:pt x="870" y="1542"/>
                </a:lnTo>
                <a:lnTo>
                  <a:pt x="870" y="1541"/>
                </a:lnTo>
                <a:lnTo>
                  <a:pt x="869" y="1541"/>
                </a:lnTo>
                <a:lnTo>
                  <a:pt x="868" y="1541"/>
                </a:lnTo>
                <a:lnTo>
                  <a:pt x="867" y="1541"/>
                </a:lnTo>
                <a:lnTo>
                  <a:pt x="866" y="1541"/>
                </a:lnTo>
                <a:lnTo>
                  <a:pt x="866" y="1540"/>
                </a:lnTo>
                <a:lnTo>
                  <a:pt x="867" y="1540"/>
                </a:lnTo>
                <a:lnTo>
                  <a:pt x="868" y="1539"/>
                </a:lnTo>
                <a:lnTo>
                  <a:pt x="868" y="1538"/>
                </a:lnTo>
                <a:lnTo>
                  <a:pt x="869" y="1538"/>
                </a:lnTo>
                <a:lnTo>
                  <a:pt x="868" y="1538"/>
                </a:lnTo>
                <a:lnTo>
                  <a:pt x="868" y="1537"/>
                </a:lnTo>
                <a:lnTo>
                  <a:pt x="867" y="1537"/>
                </a:lnTo>
                <a:lnTo>
                  <a:pt x="866" y="1537"/>
                </a:lnTo>
                <a:lnTo>
                  <a:pt x="866" y="1536"/>
                </a:lnTo>
                <a:lnTo>
                  <a:pt x="865" y="1536"/>
                </a:lnTo>
                <a:lnTo>
                  <a:pt x="865" y="1537"/>
                </a:lnTo>
                <a:lnTo>
                  <a:pt x="864" y="1537"/>
                </a:lnTo>
                <a:lnTo>
                  <a:pt x="864" y="1538"/>
                </a:lnTo>
                <a:lnTo>
                  <a:pt x="863" y="1538"/>
                </a:lnTo>
                <a:lnTo>
                  <a:pt x="862" y="1538"/>
                </a:lnTo>
                <a:lnTo>
                  <a:pt x="861" y="1538"/>
                </a:lnTo>
                <a:lnTo>
                  <a:pt x="860" y="1538"/>
                </a:lnTo>
                <a:lnTo>
                  <a:pt x="860" y="1537"/>
                </a:lnTo>
                <a:lnTo>
                  <a:pt x="859" y="1536"/>
                </a:lnTo>
                <a:lnTo>
                  <a:pt x="858" y="1536"/>
                </a:lnTo>
                <a:lnTo>
                  <a:pt x="857" y="1536"/>
                </a:lnTo>
                <a:lnTo>
                  <a:pt x="856" y="1536"/>
                </a:lnTo>
                <a:lnTo>
                  <a:pt x="856" y="1537"/>
                </a:lnTo>
                <a:lnTo>
                  <a:pt x="855" y="1537"/>
                </a:lnTo>
                <a:lnTo>
                  <a:pt x="855" y="1538"/>
                </a:lnTo>
                <a:lnTo>
                  <a:pt x="854" y="1539"/>
                </a:lnTo>
                <a:lnTo>
                  <a:pt x="854" y="1540"/>
                </a:lnTo>
                <a:lnTo>
                  <a:pt x="854" y="1541"/>
                </a:lnTo>
                <a:lnTo>
                  <a:pt x="853" y="1542"/>
                </a:lnTo>
                <a:lnTo>
                  <a:pt x="853" y="1543"/>
                </a:lnTo>
                <a:lnTo>
                  <a:pt x="852" y="1544"/>
                </a:lnTo>
                <a:lnTo>
                  <a:pt x="851" y="1545"/>
                </a:lnTo>
                <a:lnTo>
                  <a:pt x="850" y="1545"/>
                </a:lnTo>
                <a:lnTo>
                  <a:pt x="849" y="1545"/>
                </a:lnTo>
                <a:lnTo>
                  <a:pt x="848" y="1546"/>
                </a:lnTo>
                <a:lnTo>
                  <a:pt x="847" y="1546"/>
                </a:lnTo>
                <a:lnTo>
                  <a:pt x="845" y="1547"/>
                </a:lnTo>
                <a:lnTo>
                  <a:pt x="844" y="1548"/>
                </a:lnTo>
                <a:lnTo>
                  <a:pt x="843" y="1549"/>
                </a:lnTo>
                <a:lnTo>
                  <a:pt x="842" y="1550"/>
                </a:lnTo>
                <a:lnTo>
                  <a:pt x="841" y="1551"/>
                </a:lnTo>
                <a:lnTo>
                  <a:pt x="840" y="1551"/>
                </a:lnTo>
                <a:lnTo>
                  <a:pt x="839" y="1550"/>
                </a:lnTo>
                <a:lnTo>
                  <a:pt x="839" y="1549"/>
                </a:lnTo>
                <a:lnTo>
                  <a:pt x="838" y="1548"/>
                </a:lnTo>
                <a:lnTo>
                  <a:pt x="838" y="1547"/>
                </a:lnTo>
                <a:lnTo>
                  <a:pt x="837" y="1547"/>
                </a:lnTo>
                <a:lnTo>
                  <a:pt x="836" y="1548"/>
                </a:lnTo>
                <a:lnTo>
                  <a:pt x="835" y="1548"/>
                </a:lnTo>
                <a:lnTo>
                  <a:pt x="834" y="1549"/>
                </a:lnTo>
                <a:lnTo>
                  <a:pt x="833" y="1549"/>
                </a:lnTo>
                <a:lnTo>
                  <a:pt x="832" y="1549"/>
                </a:lnTo>
                <a:lnTo>
                  <a:pt x="831" y="1549"/>
                </a:lnTo>
                <a:lnTo>
                  <a:pt x="830" y="1549"/>
                </a:lnTo>
                <a:lnTo>
                  <a:pt x="829" y="1549"/>
                </a:lnTo>
                <a:lnTo>
                  <a:pt x="829" y="1550"/>
                </a:lnTo>
                <a:lnTo>
                  <a:pt x="830" y="1551"/>
                </a:lnTo>
                <a:lnTo>
                  <a:pt x="830" y="1552"/>
                </a:lnTo>
                <a:lnTo>
                  <a:pt x="831" y="1552"/>
                </a:lnTo>
                <a:lnTo>
                  <a:pt x="832" y="1552"/>
                </a:lnTo>
                <a:lnTo>
                  <a:pt x="832" y="1553"/>
                </a:lnTo>
                <a:lnTo>
                  <a:pt x="832" y="1554"/>
                </a:lnTo>
                <a:lnTo>
                  <a:pt x="832" y="1555"/>
                </a:lnTo>
                <a:lnTo>
                  <a:pt x="832" y="1556"/>
                </a:lnTo>
                <a:lnTo>
                  <a:pt x="831" y="1557"/>
                </a:lnTo>
                <a:lnTo>
                  <a:pt x="831" y="1560"/>
                </a:lnTo>
                <a:lnTo>
                  <a:pt x="830" y="1562"/>
                </a:lnTo>
                <a:lnTo>
                  <a:pt x="829" y="1564"/>
                </a:lnTo>
                <a:lnTo>
                  <a:pt x="829" y="1565"/>
                </a:lnTo>
                <a:lnTo>
                  <a:pt x="828" y="1566"/>
                </a:lnTo>
                <a:lnTo>
                  <a:pt x="827" y="1568"/>
                </a:lnTo>
                <a:lnTo>
                  <a:pt x="827" y="1569"/>
                </a:lnTo>
                <a:lnTo>
                  <a:pt x="826" y="1570"/>
                </a:lnTo>
                <a:lnTo>
                  <a:pt x="825" y="1570"/>
                </a:lnTo>
                <a:lnTo>
                  <a:pt x="825" y="1571"/>
                </a:lnTo>
                <a:lnTo>
                  <a:pt x="823" y="1571"/>
                </a:lnTo>
                <a:lnTo>
                  <a:pt x="823" y="1570"/>
                </a:lnTo>
                <a:lnTo>
                  <a:pt x="822" y="1570"/>
                </a:lnTo>
                <a:lnTo>
                  <a:pt x="822" y="1569"/>
                </a:lnTo>
                <a:lnTo>
                  <a:pt x="821" y="1569"/>
                </a:lnTo>
                <a:lnTo>
                  <a:pt x="821" y="1568"/>
                </a:lnTo>
                <a:lnTo>
                  <a:pt x="820" y="1567"/>
                </a:lnTo>
                <a:lnTo>
                  <a:pt x="819" y="1567"/>
                </a:lnTo>
                <a:lnTo>
                  <a:pt x="819" y="1566"/>
                </a:lnTo>
                <a:lnTo>
                  <a:pt x="819" y="1565"/>
                </a:lnTo>
                <a:lnTo>
                  <a:pt x="818" y="1565"/>
                </a:lnTo>
                <a:lnTo>
                  <a:pt x="817" y="1566"/>
                </a:lnTo>
                <a:lnTo>
                  <a:pt x="817" y="1567"/>
                </a:lnTo>
                <a:lnTo>
                  <a:pt x="818" y="1568"/>
                </a:lnTo>
                <a:lnTo>
                  <a:pt x="818" y="1569"/>
                </a:lnTo>
                <a:lnTo>
                  <a:pt x="818" y="1570"/>
                </a:lnTo>
                <a:lnTo>
                  <a:pt x="817" y="1570"/>
                </a:lnTo>
                <a:lnTo>
                  <a:pt x="816" y="1570"/>
                </a:lnTo>
                <a:lnTo>
                  <a:pt x="815" y="1569"/>
                </a:lnTo>
                <a:lnTo>
                  <a:pt x="814" y="1568"/>
                </a:lnTo>
                <a:lnTo>
                  <a:pt x="812" y="1568"/>
                </a:lnTo>
                <a:lnTo>
                  <a:pt x="811" y="1568"/>
                </a:lnTo>
                <a:lnTo>
                  <a:pt x="809" y="1568"/>
                </a:lnTo>
                <a:lnTo>
                  <a:pt x="808" y="1568"/>
                </a:lnTo>
                <a:lnTo>
                  <a:pt x="806" y="1570"/>
                </a:lnTo>
                <a:lnTo>
                  <a:pt x="805" y="1571"/>
                </a:lnTo>
                <a:lnTo>
                  <a:pt x="804" y="1572"/>
                </a:lnTo>
                <a:lnTo>
                  <a:pt x="802" y="1573"/>
                </a:lnTo>
                <a:lnTo>
                  <a:pt x="800" y="1574"/>
                </a:lnTo>
                <a:lnTo>
                  <a:pt x="799" y="1574"/>
                </a:lnTo>
                <a:lnTo>
                  <a:pt x="798" y="1574"/>
                </a:lnTo>
                <a:lnTo>
                  <a:pt x="797" y="1573"/>
                </a:lnTo>
                <a:lnTo>
                  <a:pt x="795" y="1572"/>
                </a:lnTo>
                <a:lnTo>
                  <a:pt x="794" y="1572"/>
                </a:lnTo>
                <a:lnTo>
                  <a:pt x="793" y="1573"/>
                </a:lnTo>
                <a:lnTo>
                  <a:pt x="793" y="1574"/>
                </a:lnTo>
                <a:lnTo>
                  <a:pt x="792" y="1574"/>
                </a:lnTo>
                <a:lnTo>
                  <a:pt x="792" y="1575"/>
                </a:lnTo>
                <a:lnTo>
                  <a:pt x="791" y="1576"/>
                </a:lnTo>
                <a:lnTo>
                  <a:pt x="791" y="1577"/>
                </a:lnTo>
                <a:lnTo>
                  <a:pt x="791" y="1578"/>
                </a:lnTo>
                <a:lnTo>
                  <a:pt x="790" y="1578"/>
                </a:lnTo>
                <a:lnTo>
                  <a:pt x="790" y="1579"/>
                </a:lnTo>
                <a:lnTo>
                  <a:pt x="789" y="1580"/>
                </a:lnTo>
                <a:lnTo>
                  <a:pt x="788" y="1580"/>
                </a:lnTo>
                <a:lnTo>
                  <a:pt x="787" y="1580"/>
                </a:lnTo>
                <a:lnTo>
                  <a:pt x="786" y="1581"/>
                </a:lnTo>
                <a:lnTo>
                  <a:pt x="785" y="1581"/>
                </a:lnTo>
                <a:lnTo>
                  <a:pt x="785" y="1580"/>
                </a:lnTo>
                <a:lnTo>
                  <a:pt x="784" y="1580"/>
                </a:lnTo>
                <a:lnTo>
                  <a:pt x="783" y="1579"/>
                </a:lnTo>
                <a:lnTo>
                  <a:pt x="783" y="1577"/>
                </a:lnTo>
                <a:lnTo>
                  <a:pt x="784" y="1577"/>
                </a:lnTo>
                <a:lnTo>
                  <a:pt x="785" y="1576"/>
                </a:lnTo>
                <a:lnTo>
                  <a:pt x="786" y="1575"/>
                </a:lnTo>
                <a:lnTo>
                  <a:pt x="786" y="1574"/>
                </a:lnTo>
                <a:lnTo>
                  <a:pt x="786" y="1573"/>
                </a:lnTo>
                <a:lnTo>
                  <a:pt x="786" y="1572"/>
                </a:lnTo>
                <a:lnTo>
                  <a:pt x="785" y="1572"/>
                </a:lnTo>
                <a:lnTo>
                  <a:pt x="784" y="1572"/>
                </a:lnTo>
                <a:lnTo>
                  <a:pt x="783" y="1573"/>
                </a:lnTo>
                <a:lnTo>
                  <a:pt x="782" y="1573"/>
                </a:lnTo>
                <a:lnTo>
                  <a:pt x="781" y="1572"/>
                </a:lnTo>
                <a:lnTo>
                  <a:pt x="780" y="1572"/>
                </a:lnTo>
                <a:lnTo>
                  <a:pt x="779" y="1571"/>
                </a:lnTo>
                <a:lnTo>
                  <a:pt x="779" y="1570"/>
                </a:lnTo>
                <a:lnTo>
                  <a:pt x="778" y="1568"/>
                </a:lnTo>
                <a:lnTo>
                  <a:pt x="777" y="1567"/>
                </a:lnTo>
                <a:lnTo>
                  <a:pt x="777" y="1566"/>
                </a:lnTo>
                <a:lnTo>
                  <a:pt x="776" y="1565"/>
                </a:lnTo>
                <a:lnTo>
                  <a:pt x="776" y="1564"/>
                </a:lnTo>
                <a:lnTo>
                  <a:pt x="776" y="1563"/>
                </a:lnTo>
                <a:lnTo>
                  <a:pt x="775" y="1563"/>
                </a:lnTo>
                <a:lnTo>
                  <a:pt x="775" y="1562"/>
                </a:lnTo>
                <a:lnTo>
                  <a:pt x="775" y="1561"/>
                </a:lnTo>
                <a:lnTo>
                  <a:pt x="775" y="1560"/>
                </a:lnTo>
                <a:lnTo>
                  <a:pt x="774" y="1560"/>
                </a:lnTo>
                <a:lnTo>
                  <a:pt x="773" y="1560"/>
                </a:lnTo>
                <a:lnTo>
                  <a:pt x="772" y="1560"/>
                </a:lnTo>
                <a:lnTo>
                  <a:pt x="771" y="1560"/>
                </a:lnTo>
                <a:lnTo>
                  <a:pt x="770" y="1561"/>
                </a:lnTo>
                <a:lnTo>
                  <a:pt x="767" y="1561"/>
                </a:lnTo>
                <a:lnTo>
                  <a:pt x="766" y="1561"/>
                </a:lnTo>
                <a:lnTo>
                  <a:pt x="764" y="1561"/>
                </a:lnTo>
                <a:lnTo>
                  <a:pt x="763" y="1561"/>
                </a:lnTo>
                <a:lnTo>
                  <a:pt x="762" y="1560"/>
                </a:lnTo>
                <a:lnTo>
                  <a:pt x="761" y="1559"/>
                </a:lnTo>
                <a:lnTo>
                  <a:pt x="761" y="1558"/>
                </a:lnTo>
                <a:lnTo>
                  <a:pt x="761" y="1556"/>
                </a:lnTo>
                <a:lnTo>
                  <a:pt x="761" y="1555"/>
                </a:lnTo>
                <a:lnTo>
                  <a:pt x="760" y="1555"/>
                </a:lnTo>
                <a:lnTo>
                  <a:pt x="759" y="1553"/>
                </a:lnTo>
                <a:lnTo>
                  <a:pt x="758" y="1553"/>
                </a:lnTo>
                <a:lnTo>
                  <a:pt x="757" y="1553"/>
                </a:lnTo>
                <a:lnTo>
                  <a:pt x="756" y="1553"/>
                </a:lnTo>
                <a:lnTo>
                  <a:pt x="756" y="1554"/>
                </a:lnTo>
                <a:lnTo>
                  <a:pt x="756" y="1555"/>
                </a:lnTo>
                <a:lnTo>
                  <a:pt x="756" y="1557"/>
                </a:lnTo>
                <a:lnTo>
                  <a:pt x="756" y="1558"/>
                </a:lnTo>
                <a:lnTo>
                  <a:pt x="756" y="1559"/>
                </a:lnTo>
                <a:lnTo>
                  <a:pt x="755" y="1561"/>
                </a:lnTo>
                <a:lnTo>
                  <a:pt x="755" y="1562"/>
                </a:lnTo>
                <a:lnTo>
                  <a:pt x="754" y="1562"/>
                </a:lnTo>
                <a:lnTo>
                  <a:pt x="754" y="1563"/>
                </a:lnTo>
                <a:lnTo>
                  <a:pt x="754" y="1564"/>
                </a:lnTo>
                <a:lnTo>
                  <a:pt x="754" y="1565"/>
                </a:lnTo>
                <a:lnTo>
                  <a:pt x="754" y="1566"/>
                </a:lnTo>
                <a:lnTo>
                  <a:pt x="754" y="1567"/>
                </a:lnTo>
                <a:lnTo>
                  <a:pt x="755" y="1567"/>
                </a:lnTo>
                <a:lnTo>
                  <a:pt x="755" y="1568"/>
                </a:lnTo>
                <a:lnTo>
                  <a:pt x="756" y="1570"/>
                </a:lnTo>
                <a:lnTo>
                  <a:pt x="757" y="1571"/>
                </a:lnTo>
                <a:lnTo>
                  <a:pt x="757" y="1572"/>
                </a:lnTo>
                <a:lnTo>
                  <a:pt x="757" y="1573"/>
                </a:lnTo>
                <a:lnTo>
                  <a:pt x="757" y="1574"/>
                </a:lnTo>
                <a:lnTo>
                  <a:pt x="756" y="1575"/>
                </a:lnTo>
                <a:lnTo>
                  <a:pt x="755" y="1575"/>
                </a:lnTo>
                <a:lnTo>
                  <a:pt x="754" y="1575"/>
                </a:lnTo>
                <a:lnTo>
                  <a:pt x="753" y="1574"/>
                </a:lnTo>
                <a:lnTo>
                  <a:pt x="752" y="1574"/>
                </a:lnTo>
                <a:lnTo>
                  <a:pt x="750" y="1573"/>
                </a:lnTo>
                <a:lnTo>
                  <a:pt x="749" y="1572"/>
                </a:lnTo>
                <a:lnTo>
                  <a:pt x="748" y="1572"/>
                </a:lnTo>
                <a:lnTo>
                  <a:pt x="748" y="1573"/>
                </a:lnTo>
                <a:lnTo>
                  <a:pt x="746" y="1574"/>
                </a:lnTo>
                <a:lnTo>
                  <a:pt x="746" y="1575"/>
                </a:lnTo>
                <a:lnTo>
                  <a:pt x="746" y="1576"/>
                </a:lnTo>
                <a:lnTo>
                  <a:pt x="744" y="1577"/>
                </a:lnTo>
                <a:lnTo>
                  <a:pt x="743" y="1578"/>
                </a:lnTo>
                <a:lnTo>
                  <a:pt x="742" y="1578"/>
                </a:lnTo>
                <a:lnTo>
                  <a:pt x="741" y="1577"/>
                </a:lnTo>
                <a:lnTo>
                  <a:pt x="741" y="1576"/>
                </a:lnTo>
                <a:lnTo>
                  <a:pt x="741" y="1572"/>
                </a:lnTo>
                <a:lnTo>
                  <a:pt x="740" y="1572"/>
                </a:lnTo>
                <a:lnTo>
                  <a:pt x="739" y="1571"/>
                </a:lnTo>
                <a:lnTo>
                  <a:pt x="738" y="1571"/>
                </a:lnTo>
                <a:lnTo>
                  <a:pt x="738" y="1572"/>
                </a:lnTo>
                <a:lnTo>
                  <a:pt x="737" y="1572"/>
                </a:lnTo>
                <a:lnTo>
                  <a:pt x="737" y="1573"/>
                </a:lnTo>
                <a:lnTo>
                  <a:pt x="736" y="1573"/>
                </a:lnTo>
                <a:lnTo>
                  <a:pt x="736" y="1574"/>
                </a:lnTo>
                <a:lnTo>
                  <a:pt x="736" y="1576"/>
                </a:lnTo>
                <a:lnTo>
                  <a:pt x="736" y="1577"/>
                </a:lnTo>
                <a:lnTo>
                  <a:pt x="735" y="1577"/>
                </a:lnTo>
                <a:lnTo>
                  <a:pt x="735" y="1578"/>
                </a:lnTo>
                <a:lnTo>
                  <a:pt x="734" y="1578"/>
                </a:lnTo>
                <a:lnTo>
                  <a:pt x="732" y="1578"/>
                </a:lnTo>
                <a:lnTo>
                  <a:pt x="731" y="1578"/>
                </a:lnTo>
                <a:lnTo>
                  <a:pt x="730" y="1577"/>
                </a:lnTo>
                <a:lnTo>
                  <a:pt x="729" y="1577"/>
                </a:lnTo>
                <a:lnTo>
                  <a:pt x="727" y="1578"/>
                </a:lnTo>
                <a:lnTo>
                  <a:pt x="726" y="1579"/>
                </a:lnTo>
                <a:lnTo>
                  <a:pt x="726" y="1580"/>
                </a:lnTo>
                <a:lnTo>
                  <a:pt x="725" y="1580"/>
                </a:lnTo>
                <a:lnTo>
                  <a:pt x="725" y="1581"/>
                </a:lnTo>
                <a:lnTo>
                  <a:pt x="724" y="1581"/>
                </a:lnTo>
                <a:lnTo>
                  <a:pt x="723" y="1582"/>
                </a:lnTo>
                <a:lnTo>
                  <a:pt x="722" y="1582"/>
                </a:lnTo>
                <a:lnTo>
                  <a:pt x="721" y="1582"/>
                </a:lnTo>
                <a:lnTo>
                  <a:pt x="720" y="1582"/>
                </a:lnTo>
                <a:lnTo>
                  <a:pt x="719" y="1582"/>
                </a:lnTo>
                <a:lnTo>
                  <a:pt x="718" y="1581"/>
                </a:lnTo>
                <a:lnTo>
                  <a:pt x="716" y="1580"/>
                </a:lnTo>
                <a:lnTo>
                  <a:pt x="715" y="1580"/>
                </a:lnTo>
                <a:lnTo>
                  <a:pt x="714" y="1580"/>
                </a:lnTo>
                <a:lnTo>
                  <a:pt x="713" y="1580"/>
                </a:lnTo>
                <a:lnTo>
                  <a:pt x="713" y="1581"/>
                </a:lnTo>
                <a:lnTo>
                  <a:pt x="712" y="1581"/>
                </a:lnTo>
                <a:lnTo>
                  <a:pt x="712" y="1582"/>
                </a:lnTo>
                <a:lnTo>
                  <a:pt x="713" y="1582"/>
                </a:lnTo>
                <a:lnTo>
                  <a:pt x="713" y="1583"/>
                </a:lnTo>
                <a:lnTo>
                  <a:pt x="714" y="1583"/>
                </a:lnTo>
                <a:lnTo>
                  <a:pt x="714" y="1584"/>
                </a:lnTo>
                <a:lnTo>
                  <a:pt x="715" y="1584"/>
                </a:lnTo>
                <a:lnTo>
                  <a:pt x="714" y="1585"/>
                </a:lnTo>
                <a:lnTo>
                  <a:pt x="714" y="1586"/>
                </a:lnTo>
                <a:lnTo>
                  <a:pt x="714" y="1587"/>
                </a:lnTo>
                <a:lnTo>
                  <a:pt x="713" y="1587"/>
                </a:lnTo>
                <a:lnTo>
                  <a:pt x="712" y="1588"/>
                </a:lnTo>
                <a:lnTo>
                  <a:pt x="712" y="1589"/>
                </a:lnTo>
                <a:lnTo>
                  <a:pt x="711" y="1589"/>
                </a:lnTo>
                <a:lnTo>
                  <a:pt x="709" y="1589"/>
                </a:lnTo>
                <a:lnTo>
                  <a:pt x="708" y="1589"/>
                </a:lnTo>
                <a:lnTo>
                  <a:pt x="707" y="1589"/>
                </a:lnTo>
                <a:lnTo>
                  <a:pt x="706" y="1589"/>
                </a:lnTo>
                <a:lnTo>
                  <a:pt x="705" y="1588"/>
                </a:lnTo>
                <a:lnTo>
                  <a:pt x="704" y="1588"/>
                </a:lnTo>
                <a:lnTo>
                  <a:pt x="703" y="1588"/>
                </a:lnTo>
                <a:lnTo>
                  <a:pt x="703" y="1587"/>
                </a:lnTo>
                <a:lnTo>
                  <a:pt x="702" y="1587"/>
                </a:lnTo>
                <a:lnTo>
                  <a:pt x="702" y="1586"/>
                </a:lnTo>
                <a:lnTo>
                  <a:pt x="701" y="1586"/>
                </a:lnTo>
                <a:lnTo>
                  <a:pt x="701" y="1584"/>
                </a:lnTo>
                <a:lnTo>
                  <a:pt x="700" y="1584"/>
                </a:lnTo>
                <a:lnTo>
                  <a:pt x="700" y="1583"/>
                </a:lnTo>
                <a:lnTo>
                  <a:pt x="699" y="1583"/>
                </a:lnTo>
                <a:lnTo>
                  <a:pt x="699" y="1582"/>
                </a:lnTo>
                <a:lnTo>
                  <a:pt x="697" y="1582"/>
                </a:lnTo>
                <a:lnTo>
                  <a:pt x="696" y="1583"/>
                </a:lnTo>
                <a:lnTo>
                  <a:pt x="695" y="1583"/>
                </a:lnTo>
                <a:lnTo>
                  <a:pt x="694" y="1583"/>
                </a:lnTo>
                <a:lnTo>
                  <a:pt x="694" y="1584"/>
                </a:lnTo>
                <a:lnTo>
                  <a:pt x="693" y="1584"/>
                </a:lnTo>
                <a:lnTo>
                  <a:pt x="692" y="1585"/>
                </a:lnTo>
                <a:lnTo>
                  <a:pt x="691" y="1585"/>
                </a:lnTo>
                <a:lnTo>
                  <a:pt x="691" y="1586"/>
                </a:lnTo>
                <a:lnTo>
                  <a:pt x="691" y="1587"/>
                </a:lnTo>
                <a:lnTo>
                  <a:pt x="691" y="1588"/>
                </a:lnTo>
                <a:lnTo>
                  <a:pt x="690" y="1588"/>
                </a:lnTo>
                <a:lnTo>
                  <a:pt x="688" y="1588"/>
                </a:lnTo>
                <a:lnTo>
                  <a:pt x="687" y="1587"/>
                </a:lnTo>
                <a:lnTo>
                  <a:pt x="686" y="1587"/>
                </a:lnTo>
                <a:lnTo>
                  <a:pt x="685" y="1586"/>
                </a:lnTo>
                <a:lnTo>
                  <a:pt x="684" y="1586"/>
                </a:lnTo>
                <a:lnTo>
                  <a:pt x="684" y="1585"/>
                </a:lnTo>
                <a:lnTo>
                  <a:pt x="684" y="1584"/>
                </a:lnTo>
                <a:lnTo>
                  <a:pt x="683" y="1584"/>
                </a:lnTo>
                <a:lnTo>
                  <a:pt x="684" y="1584"/>
                </a:lnTo>
                <a:lnTo>
                  <a:pt x="683" y="1583"/>
                </a:lnTo>
                <a:lnTo>
                  <a:pt x="683" y="1582"/>
                </a:lnTo>
                <a:lnTo>
                  <a:pt x="682" y="1581"/>
                </a:lnTo>
                <a:lnTo>
                  <a:pt x="681" y="1580"/>
                </a:lnTo>
                <a:lnTo>
                  <a:pt x="680" y="1580"/>
                </a:lnTo>
                <a:lnTo>
                  <a:pt x="679" y="1579"/>
                </a:lnTo>
                <a:lnTo>
                  <a:pt x="679" y="1578"/>
                </a:lnTo>
                <a:lnTo>
                  <a:pt x="679" y="1577"/>
                </a:lnTo>
                <a:lnTo>
                  <a:pt x="680" y="1577"/>
                </a:lnTo>
                <a:lnTo>
                  <a:pt x="680" y="1576"/>
                </a:lnTo>
                <a:lnTo>
                  <a:pt x="681" y="1575"/>
                </a:lnTo>
                <a:lnTo>
                  <a:pt x="681" y="1574"/>
                </a:lnTo>
                <a:lnTo>
                  <a:pt x="681" y="1573"/>
                </a:lnTo>
                <a:lnTo>
                  <a:pt x="681" y="1572"/>
                </a:lnTo>
                <a:lnTo>
                  <a:pt x="680" y="1571"/>
                </a:lnTo>
                <a:lnTo>
                  <a:pt x="680" y="1569"/>
                </a:lnTo>
                <a:lnTo>
                  <a:pt x="679" y="1569"/>
                </a:lnTo>
                <a:lnTo>
                  <a:pt x="679" y="1568"/>
                </a:lnTo>
                <a:lnTo>
                  <a:pt x="678" y="1568"/>
                </a:lnTo>
                <a:lnTo>
                  <a:pt x="677" y="1568"/>
                </a:lnTo>
                <a:lnTo>
                  <a:pt x="675" y="1568"/>
                </a:lnTo>
                <a:lnTo>
                  <a:pt x="674" y="1569"/>
                </a:lnTo>
                <a:lnTo>
                  <a:pt x="673" y="1570"/>
                </a:lnTo>
                <a:lnTo>
                  <a:pt x="672" y="1570"/>
                </a:lnTo>
                <a:lnTo>
                  <a:pt x="671" y="1570"/>
                </a:lnTo>
                <a:lnTo>
                  <a:pt x="670" y="1571"/>
                </a:lnTo>
                <a:lnTo>
                  <a:pt x="669" y="1571"/>
                </a:lnTo>
                <a:lnTo>
                  <a:pt x="668" y="1571"/>
                </a:lnTo>
                <a:lnTo>
                  <a:pt x="667" y="1570"/>
                </a:lnTo>
                <a:lnTo>
                  <a:pt x="666" y="1570"/>
                </a:lnTo>
                <a:lnTo>
                  <a:pt x="666" y="1569"/>
                </a:lnTo>
                <a:lnTo>
                  <a:pt x="665" y="1569"/>
                </a:lnTo>
                <a:lnTo>
                  <a:pt x="665" y="1568"/>
                </a:lnTo>
                <a:lnTo>
                  <a:pt x="664" y="1568"/>
                </a:lnTo>
                <a:lnTo>
                  <a:pt x="664" y="1567"/>
                </a:lnTo>
                <a:lnTo>
                  <a:pt x="664" y="1566"/>
                </a:lnTo>
                <a:lnTo>
                  <a:pt x="664" y="1565"/>
                </a:lnTo>
                <a:lnTo>
                  <a:pt x="664" y="1564"/>
                </a:lnTo>
                <a:lnTo>
                  <a:pt x="665" y="1563"/>
                </a:lnTo>
                <a:lnTo>
                  <a:pt x="665" y="1562"/>
                </a:lnTo>
                <a:lnTo>
                  <a:pt x="665" y="1561"/>
                </a:lnTo>
                <a:lnTo>
                  <a:pt x="664" y="1561"/>
                </a:lnTo>
                <a:lnTo>
                  <a:pt x="663" y="1561"/>
                </a:lnTo>
                <a:lnTo>
                  <a:pt x="662" y="1561"/>
                </a:lnTo>
                <a:lnTo>
                  <a:pt x="661" y="1562"/>
                </a:lnTo>
                <a:lnTo>
                  <a:pt x="660" y="1562"/>
                </a:lnTo>
                <a:lnTo>
                  <a:pt x="659" y="1562"/>
                </a:lnTo>
                <a:lnTo>
                  <a:pt x="658" y="1561"/>
                </a:lnTo>
                <a:lnTo>
                  <a:pt x="657" y="1560"/>
                </a:lnTo>
                <a:lnTo>
                  <a:pt x="657" y="1559"/>
                </a:lnTo>
                <a:lnTo>
                  <a:pt x="657" y="1557"/>
                </a:lnTo>
                <a:lnTo>
                  <a:pt x="658" y="1557"/>
                </a:lnTo>
                <a:lnTo>
                  <a:pt x="658" y="1556"/>
                </a:lnTo>
                <a:lnTo>
                  <a:pt x="658" y="1555"/>
                </a:lnTo>
                <a:lnTo>
                  <a:pt x="658" y="1554"/>
                </a:lnTo>
                <a:lnTo>
                  <a:pt x="657" y="1553"/>
                </a:lnTo>
                <a:lnTo>
                  <a:pt x="656" y="1553"/>
                </a:lnTo>
                <a:lnTo>
                  <a:pt x="656" y="1554"/>
                </a:lnTo>
                <a:lnTo>
                  <a:pt x="655" y="1554"/>
                </a:lnTo>
                <a:lnTo>
                  <a:pt x="655" y="1555"/>
                </a:lnTo>
                <a:lnTo>
                  <a:pt x="654" y="1555"/>
                </a:lnTo>
                <a:lnTo>
                  <a:pt x="653" y="1557"/>
                </a:lnTo>
                <a:lnTo>
                  <a:pt x="652" y="1558"/>
                </a:lnTo>
                <a:lnTo>
                  <a:pt x="651" y="1559"/>
                </a:lnTo>
                <a:lnTo>
                  <a:pt x="650" y="1559"/>
                </a:lnTo>
                <a:lnTo>
                  <a:pt x="649" y="1559"/>
                </a:lnTo>
                <a:lnTo>
                  <a:pt x="648" y="1559"/>
                </a:lnTo>
                <a:lnTo>
                  <a:pt x="647" y="1559"/>
                </a:lnTo>
                <a:lnTo>
                  <a:pt x="646" y="1559"/>
                </a:lnTo>
                <a:lnTo>
                  <a:pt x="646" y="1558"/>
                </a:lnTo>
                <a:lnTo>
                  <a:pt x="645" y="1558"/>
                </a:lnTo>
                <a:lnTo>
                  <a:pt x="645" y="1557"/>
                </a:lnTo>
                <a:lnTo>
                  <a:pt x="644" y="1557"/>
                </a:lnTo>
                <a:lnTo>
                  <a:pt x="644" y="1556"/>
                </a:lnTo>
                <a:lnTo>
                  <a:pt x="644" y="1555"/>
                </a:lnTo>
                <a:lnTo>
                  <a:pt x="644" y="1554"/>
                </a:lnTo>
                <a:lnTo>
                  <a:pt x="644" y="1553"/>
                </a:lnTo>
                <a:lnTo>
                  <a:pt x="644" y="1552"/>
                </a:lnTo>
                <a:lnTo>
                  <a:pt x="645" y="1551"/>
                </a:lnTo>
                <a:lnTo>
                  <a:pt x="645" y="1550"/>
                </a:lnTo>
                <a:lnTo>
                  <a:pt x="644" y="1550"/>
                </a:lnTo>
                <a:lnTo>
                  <a:pt x="643" y="1550"/>
                </a:lnTo>
                <a:lnTo>
                  <a:pt x="642" y="1550"/>
                </a:lnTo>
                <a:lnTo>
                  <a:pt x="641" y="1550"/>
                </a:lnTo>
                <a:lnTo>
                  <a:pt x="640" y="1550"/>
                </a:lnTo>
                <a:lnTo>
                  <a:pt x="640" y="1549"/>
                </a:lnTo>
                <a:lnTo>
                  <a:pt x="641" y="1549"/>
                </a:lnTo>
                <a:lnTo>
                  <a:pt x="642" y="1548"/>
                </a:lnTo>
                <a:lnTo>
                  <a:pt x="642" y="1547"/>
                </a:lnTo>
                <a:lnTo>
                  <a:pt x="642" y="1546"/>
                </a:lnTo>
                <a:lnTo>
                  <a:pt x="642" y="1545"/>
                </a:lnTo>
                <a:lnTo>
                  <a:pt x="641" y="1545"/>
                </a:lnTo>
                <a:lnTo>
                  <a:pt x="641" y="1544"/>
                </a:lnTo>
                <a:lnTo>
                  <a:pt x="638" y="1544"/>
                </a:lnTo>
                <a:lnTo>
                  <a:pt x="637" y="1544"/>
                </a:lnTo>
                <a:lnTo>
                  <a:pt x="636" y="1544"/>
                </a:lnTo>
                <a:lnTo>
                  <a:pt x="636" y="1543"/>
                </a:lnTo>
                <a:lnTo>
                  <a:pt x="635" y="1542"/>
                </a:lnTo>
                <a:lnTo>
                  <a:pt x="635" y="1540"/>
                </a:lnTo>
                <a:lnTo>
                  <a:pt x="635" y="1539"/>
                </a:lnTo>
                <a:lnTo>
                  <a:pt x="634" y="1539"/>
                </a:lnTo>
                <a:lnTo>
                  <a:pt x="633" y="1538"/>
                </a:lnTo>
                <a:lnTo>
                  <a:pt x="632" y="1537"/>
                </a:lnTo>
                <a:lnTo>
                  <a:pt x="631" y="1536"/>
                </a:lnTo>
                <a:lnTo>
                  <a:pt x="630" y="1536"/>
                </a:lnTo>
                <a:lnTo>
                  <a:pt x="629" y="1536"/>
                </a:lnTo>
                <a:lnTo>
                  <a:pt x="629" y="1535"/>
                </a:lnTo>
                <a:lnTo>
                  <a:pt x="628" y="1535"/>
                </a:lnTo>
                <a:lnTo>
                  <a:pt x="628" y="1534"/>
                </a:lnTo>
                <a:lnTo>
                  <a:pt x="627" y="1534"/>
                </a:lnTo>
                <a:lnTo>
                  <a:pt x="626" y="1535"/>
                </a:lnTo>
                <a:lnTo>
                  <a:pt x="625" y="1535"/>
                </a:lnTo>
                <a:lnTo>
                  <a:pt x="624" y="1535"/>
                </a:lnTo>
                <a:lnTo>
                  <a:pt x="624" y="1536"/>
                </a:lnTo>
                <a:lnTo>
                  <a:pt x="623" y="1536"/>
                </a:lnTo>
                <a:lnTo>
                  <a:pt x="622" y="1536"/>
                </a:lnTo>
                <a:lnTo>
                  <a:pt x="622" y="1535"/>
                </a:lnTo>
                <a:lnTo>
                  <a:pt x="621" y="1535"/>
                </a:lnTo>
                <a:lnTo>
                  <a:pt x="621" y="1534"/>
                </a:lnTo>
                <a:lnTo>
                  <a:pt x="620" y="1533"/>
                </a:lnTo>
                <a:lnTo>
                  <a:pt x="619" y="1532"/>
                </a:lnTo>
                <a:lnTo>
                  <a:pt x="619" y="1531"/>
                </a:lnTo>
                <a:lnTo>
                  <a:pt x="619" y="1530"/>
                </a:lnTo>
                <a:lnTo>
                  <a:pt x="620" y="1530"/>
                </a:lnTo>
                <a:lnTo>
                  <a:pt x="620" y="1529"/>
                </a:lnTo>
                <a:lnTo>
                  <a:pt x="621" y="1529"/>
                </a:lnTo>
                <a:lnTo>
                  <a:pt x="622" y="1529"/>
                </a:lnTo>
                <a:lnTo>
                  <a:pt x="623" y="1529"/>
                </a:lnTo>
                <a:lnTo>
                  <a:pt x="623" y="1528"/>
                </a:lnTo>
                <a:lnTo>
                  <a:pt x="624" y="1528"/>
                </a:lnTo>
                <a:lnTo>
                  <a:pt x="624" y="1527"/>
                </a:lnTo>
                <a:lnTo>
                  <a:pt x="624" y="1526"/>
                </a:lnTo>
                <a:lnTo>
                  <a:pt x="625" y="1526"/>
                </a:lnTo>
                <a:lnTo>
                  <a:pt x="626" y="1526"/>
                </a:lnTo>
                <a:lnTo>
                  <a:pt x="627" y="1525"/>
                </a:lnTo>
                <a:lnTo>
                  <a:pt x="627" y="1524"/>
                </a:lnTo>
                <a:lnTo>
                  <a:pt x="626" y="1524"/>
                </a:lnTo>
                <a:lnTo>
                  <a:pt x="626" y="1523"/>
                </a:lnTo>
                <a:lnTo>
                  <a:pt x="625" y="1523"/>
                </a:lnTo>
                <a:lnTo>
                  <a:pt x="624" y="1522"/>
                </a:lnTo>
                <a:lnTo>
                  <a:pt x="623" y="1522"/>
                </a:lnTo>
                <a:lnTo>
                  <a:pt x="623" y="1521"/>
                </a:lnTo>
                <a:lnTo>
                  <a:pt x="622" y="1521"/>
                </a:lnTo>
                <a:lnTo>
                  <a:pt x="622" y="1520"/>
                </a:lnTo>
                <a:lnTo>
                  <a:pt x="621" y="1519"/>
                </a:lnTo>
                <a:lnTo>
                  <a:pt x="621" y="1518"/>
                </a:lnTo>
                <a:lnTo>
                  <a:pt x="621" y="1517"/>
                </a:lnTo>
                <a:lnTo>
                  <a:pt x="622" y="1517"/>
                </a:lnTo>
                <a:lnTo>
                  <a:pt x="623" y="1517"/>
                </a:lnTo>
                <a:lnTo>
                  <a:pt x="624" y="1517"/>
                </a:lnTo>
                <a:lnTo>
                  <a:pt x="625" y="1517"/>
                </a:lnTo>
                <a:lnTo>
                  <a:pt x="626" y="1517"/>
                </a:lnTo>
                <a:lnTo>
                  <a:pt x="626" y="1516"/>
                </a:lnTo>
                <a:lnTo>
                  <a:pt x="626" y="1515"/>
                </a:lnTo>
                <a:lnTo>
                  <a:pt x="626" y="1514"/>
                </a:lnTo>
                <a:lnTo>
                  <a:pt x="626" y="1513"/>
                </a:lnTo>
                <a:lnTo>
                  <a:pt x="625" y="1513"/>
                </a:lnTo>
                <a:lnTo>
                  <a:pt x="625" y="1512"/>
                </a:lnTo>
                <a:lnTo>
                  <a:pt x="625" y="1511"/>
                </a:lnTo>
                <a:lnTo>
                  <a:pt x="625" y="1510"/>
                </a:lnTo>
                <a:lnTo>
                  <a:pt x="624" y="1510"/>
                </a:lnTo>
                <a:lnTo>
                  <a:pt x="624" y="1509"/>
                </a:lnTo>
                <a:lnTo>
                  <a:pt x="624" y="1508"/>
                </a:lnTo>
                <a:lnTo>
                  <a:pt x="623" y="1507"/>
                </a:lnTo>
                <a:lnTo>
                  <a:pt x="622" y="1506"/>
                </a:lnTo>
                <a:lnTo>
                  <a:pt x="621" y="1506"/>
                </a:lnTo>
                <a:lnTo>
                  <a:pt x="620" y="1506"/>
                </a:lnTo>
                <a:lnTo>
                  <a:pt x="619" y="1506"/>
                </a:lnTo>
                <a:lnTo>
                  <a:pt x="618" y="1506"/>
                </a:lnTo>
                <a:lnTo>
                  <a:pt x="617" y="1506"/>
                </a:lnTo>
                <a:lnTo>
                  <a:pt x="616" y="1506"/>
                </a:lnTo>
                <a:lnTo>
                  <a:pt x="616" y="1505"/>
                </a:lnTo>
                <a:lnTo>
                  <a:pt x="615" y="1505"/>
                </a:lnTo>
                <a:lnTo>
                  <a:pt x="614" y="1505"/>
                </a:lnTo>
                <a:lnTo>
                  <a:pt x="613" y="1504"/>
                </a:lnTo>
                <a:lnTo>
                  <a:pt x="612" y="1504"/>
                </a:lnTo>
                <a:lnTo>
                  <a:pt x="612" y="1503"/>
                </a:lnTo>
                <a:lnTo>
                  <a:pt x="611" y="1503"/>
                </a:lnTo>
                <a:lnTo>
                  <a:pt x="610" y="1502"/>
                </a:lnTo>
                <a:lnTo>
                  <a:pt x="610" y="1501"/>
                </a:lnTo>
                <a:lnTo>
                  <a:pt x="609" y="1501"/>
                </a:lnTo>
                <a:lnTo>
                  <a:pt x="609" y="1500"/>
                </a:lnTo>
                <a:lnTo>
                  <a:pt x="608" y="1500"/>
                </a:lnTo>
                <a:lnTo>
                  <a:pt x="608" y="1499"/>
                </a:lnTo>
                <a:lnTo>
                  <a:pt x="608" y="1498"/>
                </a:lnTo>
                <a:lnTo>
                  <a:pt x="607" y="1498"/>
                </a:lnTo>
                <a:lnTo>
                  <a:pt x="607" y="1497"/>
                </a:lnTo>
                <a:lnTo>
                  <a:pt x="607" y="1496"/>
                </a:lnTo>
                <a:lnTo>
                  <a:pt x="607" y="1495"/>
                </a:lnTo>
                <a:lnTo>
                  <a:pt x="607" y="1494"/>
                </a:lnTo>
                <a:lnTo>
                  <a:pt x="607" y="1493"/>
                </a:lnTo>
                <a:lnTo>
                  <a:pt x="608" y="1492"/>
                </a:lnTo>
                <a:lnTo>
                  <a:pt x="608" y="1491"/>
                </a:lnTo>
                <a:lnTo>
                  <a:pt x="608" y="1490"/>
                </a:lnTo>
                <a:lnTo>
                  <a:pt x="609" y="1490"/>
                </a:lnTo>
                <a:lnTo>
                  <a:pt x="610" y="1490"/>
                </a:lnTo>
                <a:lnTo>
                  <a:pt x="611" y="1490"/>
                </a:lnTo>
                <a:lnTo>
                  <a:pt x="612" y="1490"/>
                </a:lnTo>
                <a:lnTo>
                  <a:pt x="613" y="1489"/>
                </a:lnTo>
                <a:lnTo>
                  <a:pt x="613" y="1488"/>
                </a:lnTo>
                <a:lnTo>
                  <a:pt x="614" y="1488"/>
                </a:lnTo>
                <a:lnTo>
                  <a:pt x="614" y="1487"/>
                </a:lnTo>
                <a:lnTo>
                  <a:pt x="613" y="1487"/>
                </a:lnTo>
                <a:lnTo>
                  <a:pt x="613" y="1486"/>
                </a:lnTo>
                <a:lnTo>
                  <a:pt x="612" y="1486"/>
                </a:lnTo>
                <a:lnTo>
                  <a:pt x="611" y="1486"/>
                </a:lnTo>
                <a:lnTo>
                  <a:pt x="611" y="1485"/>
                </a:lnTo>
                <a:lnTo>
                  <a:pt x="609" y="1485"/>
                </a:lnTo>
                <a:lnTo>
                  <a:pt x="608" y="1485"/>
                </a:lnTo>
                <a:lnTo>
                  <a:pt x="608" y="1484"/>
                </a:lnTo>
                <a:lnTo>
                  <a:pt x="608" y="1483"/>
                </a:lnTo>
                <a:lnTo>
                  <a:pt x="608" y="1482"/>
                </a:lnTo>
                <a:lnTo>
                  <a:pt x="609" y="1482"/>
                </a:lnTo>
                <a:lnTo>
                  <a:pt x="610" y="1482"/>
                </a:lnTo>
                <a:lnTo>
                  <a:pt x="611" y="1482"/>
                </a:lnTo>
                <a:lnTo>
                  <a:pt x="612" y="1482"/>
                </a:lnTo>
                <a:lnTo>
                  <a:pt x="613" y="1482"/>
                </a:lnTo>
                <a:lnTo>
                  <a:pt x="614" y="1482"/>
                </a:lnTo>
                <a:lnTo>
                  <a:pt x="615" y="1481"/>
                </a:lnTo>
                <a:lnTo>
                  <a:pt x="615" y="1480"/>
                </a:lnTo>
                <a:lnTo>
                  <a:pt x="614" y="1479"/>
                </a:lnTo>
                <a:lnTo>
                  <a:pt x="614" y="1478"/>
                </a:lnTo>
                <a:lnTo>
                  <a:pt x="613" y="1476"/>
                </a:lnTo>
                <a:lnTo>
                  <a:pt x="613" y="1475"/>
                </a:lnTo>
                <a:lnTo>
                  <a:pt x="612" y="1475"/>
                </a:lnTo>
                <a:lnTo>
                  <a:pt x="611" y="1475"/>
                </a:lnTo>
                <a:lnTo>
                  <a:pt x="611" y="1474"/>
                </a:lnTo>
                <a:lnTo>
                  <a:pt x="610" y="1474"/>
                </a:lnTo>
                <a:lnTo>
                  <a:pt x="609" y="1474"/>
                </a:lnTo>
                <a:lnTo>
                  <a:pt x="608" y="1473"/>
                </a:lnTo>
                <a:lnTo>
                  <a:pt x="608" y="1472"/>
                </a:lnTo>
                <a:lnTo>
                  <a:pt x="609" y="1471"/>
                </a:lnTo>
                <a:lnTo>
                  <a:pt x="610" y="1470"/>
                </a:lnTo>
                <a:lnTo>
                  <a:pt x="610" y="1469"/>
                </a:lnTo>
                <a:lnTo>
                  <a:pt x="609" y="1469"/>
                </a:lnTo>
                <a:lnTo>
                  <a:pt x="609" y="1468"/>
                </a:lnTo>
                <a:lnTo>
                  <a:pt x="609" y="1467"/>
                </a:lnTo>
                <a:lnTo>
                  <a:pt x="608" y="1467"/>
                </a:lnTo>
                <a:lnTo>
                  <a:pt x="607" y="1467"/>
                </a:lnTo>
                <a:lnTo>
                  <a:pt x="606" y="1467"/>
                </a:lnTo>
                <a:lnTo>
                  <a:pt x="605" y="1467"/>
                </a:lnTo>
                <a:lnTo>
                  <a:pt x="605" y="1466"/>
                </a:lnTo>
                <a:lnTo>
                  <a:pt x="605" y="1465"/>
                </a:lnTo>
                <a:lnTo>
                  <a:pt x="605" y="1464"/>
                </a:lnTo>
                <a:lnTo>
                  <a:pt x="606" y="1464"/>
                </a:lnTo>
                <a:lnTo>
                  <a:pt x="607" y="1463"/>
                </a:lnTo>
                <a:lnTo>
                  <a:pt x="608" y="1463"/>
                </a:lnTo>
                <a:lnTo>
                  <a:pt x="608" y="1462"/>
                </a:lnTo>
                <a:lnTo>
                  <a:pt x="608" y="1461"/>
                </a:lnTo>
                <a:lnTo>
                  <a:pt x="607" y="1460"/>
                </a:lnTo>
                <a:lnTo>
                  <a:pt x="606" y="1460"/>
                </a:lnTo>
                <a:lnTo>
                  <a:pt x="605" y="1459"/>
                </a:lnTo>
                <a:lnTo>
                  <a:pt x="604" y="1459"/>
                </a:lnTo>
                <a:lnTo>
                  <a:pt x="604" y="1458"/>
                </a:lnTo>
                <a:lnTo>
                  <a:pt x="603" y="1458"/>
                </a:lnTo>
                <a:lnTo>
                  <a:pt x="603" y="1457"/>
                </a:lnTo>
                <a:lnTo>
                  <a:pt x="604" y="1456"/>
                </a:lnTo>
                <a:lnTo>
                  <a:pt x="604" y="1455"/>
                </a:lnTo>
                <a:lnTo>
                  <a:pt x="605" y="1455"/>
                </a:lnTo>
                <a:lnTo>
                  <a:pt x="605" y="1454"/>
                </a:lnTo>
                <a:lnTo>
                  <a:pt x="605" y="1453"/>
                </a:lnTo>
                <a:lnTo>
                  <a:pt x="605" y="1452"/>
                </a:lnTo>
                <a:lnTo>
                  <a:pt x="604" y="1452"/>
                </a:lnTo>
                <a:lnTo>
                  <a:pt x="603" y="1452"/>
                </a:lnTo>
                <a:lnTo>
                  <a:pt x="603" y="1453"/>
                </a:lnTo>
                <a:lnTo>
                  <a:pt x="602" y="1453"/>
                </a:lnTo>
                <a:lnTo>
                  <a:pt x="602" y="1454"/>
                </a:lnTo>
                <a:lnTo>
                  <a:pt x="601" y="1454"/>
                </a:lnTo>
                <a:lnTo>
                  <a:pt x="600" y="1454"/>
                </a:lnTo>
                <a:lnTo>
                  <a:pt x="600" y="1453"/>
                </a:lnTo>
                <a:lnTo>
                  <a:pt x="600" y="1452"/>
                </a:lnTo>
                <a:lnTo>
                  <a:pt x="600" y="1451"/>
                </a:lnTo>
                <a:lnTo>
                  <a:pt x="600" y="1450"/>
                </a:lnTo>
                <a:lnTo>
                  <a:pt x="599" y="1449"/>
                </a:lnTo>
                <a:lnTo>
                  <a:pt x="598" y="1449"/>
                </a:lnTo>
                <a:lnTo>
                  <a:pt x="597" y="1448"/>
                </a:lnTo>
                <a:lnTo>
                  <a:pt x="597" y="1447"/>
                </a:lnTo>
                <a:lnTo>
                  <a:pt x="596" y="1446"/>
                </a:lnTo>
                <a:lnTo>
                  <a:pt x="596" y="1445"/>
                </a:lnTo>
                <a:lnTo>
                  <a:pt x="596" y="1444"/>
                </a:lnTo>
                <a:lnTo>
                  <a:pt x="597" y="1444"/>
                </a:lnTo>
                <a:lnTo>
                  <a:pt x="598" y="1443"/>
                </a:lnTo>
                <a:lnTo>
                  <a:pt x="599" y="1443"/>
                </a:lnTo>
                <a:lnTo>
                  <a:pt x="599" y="1442"/>
                </a:lnTo>
                <a:lnTo>
                  <a:pt x="599" y="1441"/>
                </a:lnTo>
                <a:lnTo>
                  <a:pt x="598" y="1440"/>
                </a:lnTo>
                <a:lnTo>
                  <a:pt x="597" y="1440"/>
                </a:lnTo>
                <a:lnTo>
                  <a:pt x="597" y="1439"/>
                </a:lnTo>
                <a:lnTo>
                  <a:pt x="596" y="1439"/>
                </a:lnTo>
                <a:lnTo>
                  <a:pt x="595" y="1438"/>
                </a:lnTo>
                <a:lnTo>
                  <a:pt x="594" y="1438"/>
                </a:lnTo>
                <a:lnTo>
                  <a:pt x="594" y="1437"/>
                </a:lnTo>
                <a:lnTo>
                  <a:pt x="593" y="1436"/>
                </a:lnTo>
                <a:lnTo>
                  <a:pt x="593" y="1435"/>
                </a:lnTo>
                <a:lnTo>
                  <a:pt x="594" y="1434"/>
                </a:lnTo>
                <a:lnTo>
                  <a:pt x="594" y="1433"/>
                </a:lnTo>
                <a:lnTo>
                  <a:pt x="595" y="1433"/>
                </a:lnTo>
                <a:lnTo>
                  <a:pt x="595" y="1432"/>
                </a:lnTo>
                <a:lnTo>
                  <a:pt x="595" y="1431"/>
                </a:lnTo>
                <a:lnTo>
                  <a:pt x="594" y="1431"/>
                </a:lnTo>
                <a:lnTo>
                  <a:pt x="594" y="1430"/>
                </a:lnTo>
                <a:lnTo>
                  <a:pt x="593" y="1429"/>
                </a:lnTo>
                <a:lnTo>
                  <a:pt x="593" y="1428"/>
                </a:lnTo>
                <a:lnTo>
                  <a:pt x="590" y="1430"/>
                </a:lnTo>
                <a:lnTo>
                  <a:pt x="590" y="1432"/>
                </a:lnTo>
                <a:lnTo>
                  <a:pt x="590" y="1433"/>
                </a:lnTo>
                <a:lnTo>
                  <a:pt x="590" y="1434"/>
                </a:lnTo>
                <a:lnTo>
                  <a:pt x="589" y="1435"/>
                </a:lnTo>
                <a:lnTo>
                  <a:pt x="589" y="1436"/>
                </a:lnTo>
                <a:lnTo>
                  <a:pt x="589" y="1437"/>
                </a:lnTo>
                <a:lnTo>
                  <a:pt x="589" y="1436"/>
                </a:lnTo>
                <a:lnTo>
                  <a:pt x="587" y="1436"/>
                </a:lnTo>
                <a:lnTo>
                  <a:pt x="586" y="1436"/>
                </a:lnTo>
                <a:lnTo>
                  <a:pt x="586" y="1435"/>
                </a:lnTo>
                <a:lnTo>
                  <a:pt x="585" y="1435"/>
                </a:lnTo>
                <a:lnTo>
                  <a:pt x="586" y="1435"/>
                </a:lnTo>
                <a:lnTo>
                  <a:pt x="586" y="1434"/>
                </a:lnTo>
                <a:lnTo>
                  <a:pt x="586" y="1433"/>
                </a:lnTo>
                <a:lnTo>
                  <a:pt x="587" y="1433"/>
                </a:lnTo>
                <a:lnTo>
                  <a:pt x="587" y="1432"/>
                </a:lnTo>
                <a:lnTo>
                  <a:pt x="586" y="1432"/>
                </a:lnTo>
                <a:lnTo>
                  <a:pt x="586" y="1431"/>
                </a:lnTo>
                <a:lnTo>
                  <a:pt x="586" y="1430"/>
                </a:lnTo>
                <a:lnTo>
                  <a:pt x="585" y="1430"/>
                </a:lnTo>
                <a:lnTo>
                  <a:pt x="586" y="1429"/>
                </a:lnTo>
                <a:lnTo>
                  <a:pt x="586" y="1428"/>
                </a:lnTo>
                <a:lnTo>
                  <a:pt x="585" y="1427"/>
                </a:lnTo>
                <a:lnTo>
                  <a:pt x="584" y="1427"/>
                </a:lnTo>
                <a:lnTo>
                  <a:pt x="583" y="1428"/>
                </a:lnTo>
                <a:lnTo>
                  <a:pt x="582" y="1428"/>
                </a:lnTo>
                <a:lnTo>
                  <a:pt x="581" y="1429"/>
                </a:lnTo>
                <a:lnTo>
                  <a:pt x="580" y="1429"/>
                </a:lnTo>
                <a:lnTo>
                  <a:pt x="579" y="1429"/>
                </a:lnTo>
                <a:lnTo>
                  <a:pt x="578" y="1429"/>
                </a:lnTo>
                <a:lnTo>
                  <a:pt x="577" y="1429"/>
                </a:lnTo>
                <a:lnTo>
                  <a:pt x="577" y="1430"/>
                </a:lnTo>
                <a:lnTo>
                  <a:pt x="575" y="1432"/>
                </a:lnTo>
                <a:lnTo>
                  <a:pt x="575" y="1433"/>
                </a:lnTo>
                <a:lnTo>
                  <a:pt x="574" y="1433"/>
                </a:lnTo>
                <a:lnTo>
                  <a:pt x="574" y="1434"/>
                </a:lnTo>
                <a:lnTo>
                  <a:pt x="573" y="1434"/>
                </a:lnTo>
                <a:lnTo>
                  <a:pt x="572" y="1434"/>
                </a:lnTo>
                <a:lnTo>
                  <a:pt x="572" y="1435"/>
                </a:lnTo>
                <a:lnTo>
                  <a:pt x="572" y="1436"/>
                </a:lnTo>
                <a:lnTo>
                  <a:pt x="571" y="1436"/>
                </a:lnTo>
                <a:lnTo>
                  <a:pt x="570" y="1437"/>
                </a:lnTo>
                <a:lnTo>
                  <a:pt x="570" y="1438"/>
                </a:lnTo>
                <a:lnTo>
                  <a:pt x="569" y="1439"/>
                </a:lnTo>
                <a:lnTo>
                  <a:pt x="568" y="1439"/>
                </a:lnTo>
                <a:lnTo>
                  <a:pt x="567" y="1440"/>
                </a:lnTo>
                <a:lnTo>
                  <a:pt x="566" y="1440"/>
                </a:lnTo>
                <a:lnTo>
                  <a:pt x="565" y="1440"/>
                </a:lnTo>
                <a:lnTo>
                  <a:pt x="565" y="1439"/>
                </a:lnTo>
                <a:lnTo>
                  <a:pt x="564" y="1440"/>
                </a:lnTo>
                <a:lnTo>
                  <a:pt x="563" y="1441"/>
                </a:lnTo>
                <a:lnTo>
                  <a:pt x="562" y="1442"/>
                </a:lnTo>
                <a:lnTo>
                  <a:pt x="559" y="1442"/>
                </a:lnTo>
                <a:lnTo>
                  <a:pt x="558" y="1442"/>
                </a:lnTo>
                <a:lnTo>
                  <a:pt x="558" y="1443"/>
                </a:lnTo>
                <a:lnTo>
                  <a:pt x="557" y="1443"/>
                </a:lnTo>
                <a:lnTo>
                  <a:pt x="556" y="1443"/>
                </a:lnTo>
                <a:lnTo>
                  <a:pt x="555" y="1443"/>
                </a:lnTo>
                <a:lnTo>
                  <a:pt x="554" y="1443"/>
                </a:lnTo>
                <a:lnTo>
                  <a:pt x="553" y="1443"/>
                </a:lnTo>
                <a:lnTo>
                  <a:pt x="552" y="1443"/>
                </a:lnTo>
                <a:lnTo>
                  <a:pt x="549" y="1445"/>
                </a:lnTo>
                <a:lnTo>
                  <a:pt x="548" y="1445"/>
                </a:lnTo>
                <a:lnTo>
                  <a:pt x="547" y="1445"/>
                </a:lnTo>
                <a:lnTo>
                  <a:pt x="546" y="1445"/>
                </a:lnTo>
                <a:lnTo>
                  <a:pt x="546" y="1446"/>
                </a:lnTo>
                <a:lnTo>
                  <a:pt x="546" y="1447"/>
                </a:lnTo>
                <a:lnTo>
                  <a:pt x="545" y="1447"/>
                </a:lnTo>
                <a:lnTo>
                  <a:pt x="545" y="1448"/>
                </a:lnTo>
                <a:lnTo>
                  <a:pt x="545" y="1449"/>
                </a:lnTo>
                <a:lnTo>
                  <a:pt x="545" y="1450"/>
                </a:lnTo>
                <a:lnTo>
                  <a:pt x="544" y="1450"/>
                </a:lnTo>
                <a:lnTo>
                  <a:pt x="543" y="1450"/>
                </a:lnTo>
                <a:lnTo>
                  <a:pt x="543" y="1451"/>
                </a:lnTo>
                <a:lnTo>
                  <a:pt x="542" y="1451"/>
                </a:lnTo>
                <a:lnTo>
                  <a:pt x="542" y="1452"/>
                </a:lnTo>
                <a:lnTo>
                  <a:pt x="541" y="1452"/>
                </a:lnTo>
                <a:lnTo>
                  <a:pt x="541" y="1451"/>
                </a:lnTo>
                <a:lnTo>
                  <a:pt x="540" y="1451"/>
                </a:lnTo>
                <a:lnTo>
                  <a:pt x="540" y="1450"/>
                </a:lnTo>
                <a:lnTo>
                  <a:pt x="539" y="1450"/>
                </a:lnTo>
                <a:lnTo>
                  <a:pt x="539" y="1451"/>
                </a:lnTo>
                <a:lnTo>
                  <a:pt x="538" y="1451"/>
                </a:lnTo>
                <a:lnTo>
                  <a:pt x="537" y="1450"/>
                </a:lnTo>
                <a:lnTo>
                  <a:pt x="536" y="1450"/>
                </a:lnTo>
                <a:lnTo>
                  <a:pt x="535" y="1449"/>
                </a:lnTo>
                <a:lnTo>
                  <a:pt x="535" y="1448"/>
                </a:lnTo>
                <a:lnTo>
                  <a:pt x="534" y="1448"/>
                </a:lnTo>
                <a:lnTo>
                  <a:pt x="533" y="1448"/>
                </a:lnTo>
                <a:lnTo>
                  <a:pt x="532" y="1447"/>
                </a:lnTo>
                <a:lnTo>
                  <a:pt x="531" y="1447"/>
                </a:lnTo>
                <a:lnTo>
                  <a:pt x="530" y="1448"/>
                </a:lnTo>
                <a:lnTo>
                  <a:pt x="529" y="1449"/>
                </a:lnTo>
                <a:lnTo>
                  <a:pt x="528" y="1450"/>
                </a:lnTo>
                <a:lnTo>
                  <a:pt x="528" y="1449"/>
                </a:lnTo>
                <a:lnTo>
                  <a:pt x="528" y="1450"/>
                </a:lnTo>
                <a:lnTo>
                  <a:pt x="528" y="1451"/>
                </a:lnTo>
                <a:lnTo>
                  <a:pt x="527" y="1452"/>
                </a:lnTo>
                <a:lnTo>
                  <a:pt x="527" y="1451"/>
                </a:lnTo>
                <a:lnTo>
                  <a:pt x="527" y="1452"/>
                </a:lnTo>
                <a:lnTo>
                  <a:pt x="526" y="1452"/>
                </a:lnTo>
                <a:lnTo>
                  <a:pt x="526" y="1453"/>
                </a:lnTo>
                <a:lnTo>
                  <a:pt x="525" y="1453"/>
                </a:lnTo>
                <a:lnTo>
                  <a:pt x="525" y="1454"/>
                </a:lnTo>
                <a:lnTo>
                  <a:pt x="525" y="1453"/>
                </a:lnTo>
                <a:lnTo>
                  <a:pt x="524" y="1453"/>
                </a:lnTo>
                <a:lnTo>
                  <a:pt x="524" y="1452"/>
                </a:lnTo>
                <a:lnTo>
                  <a:pt x="523" y="1453"/>
                </a:lnTo>
                <a:lnTo>
                  <a:pt x="522" y="1452"/>
                </a:lnTo>
                <a:lnTo>
                  <a:pt x="521" y="1452"/>
                </a:lnTo>
                <a:lnTo>
                  <a:pt x="521" y="1453"/>
                </a:lnTo>
                <a:lnTo>
                  <a:pt x="520" y="1453"/>
                </a:lnTo>
                <a:lnTo>
                  <a:pt x="519" y="1452"/>
                </a:lnTo>
                <a:lnTo>
                  <a:pt x="519" y="1453"/>
                </a:lnTo>
                <a:lnTo>
                  <a:pt x="518" y="1454"/>
                </a:lnTo>
                <a:lnTo>
                  <a:pt x="518" y="1453"/>
                </a:lnTo>
                <a:lnTo>
                  <a:pt x="517" y="1453"/>
                </a:lnTo>
                <a:lnTo>
                  <a:pt x="516" y="1453"/>
                </a:lnTo>
                <a:lnTo>
                  <a:pt x="516" y="1454"/>
                </a:lnTo>
                <a:lnTo>
                  <a:pt x="516" y="1455"/>
                </a:lnTo>
                <a:lnTo>
                  <a:pt x="516" y="1456"/>
                </a:lnTo>
                <a:lnTo>
                  <a:pt x="515" y="1456"/>
                </a:lnTo>
                <a:lnTo>
                  <a:pt x="515" y="1457"/>
                </a:lnTo>
                <a:lnTo>
                  <a:pt x="514" y="1458"/>
                </a:lnTo>
                <a:lnTo>
                  <a:pt x="513" y="1457"/>
                </a:lnTo>
                <a:lnTo>
                  <a:pt x="512" y="1457"/>
                </a:lnTo>
                <a:lnTo>
                  <a:pt x="512" y="1456"/>
                </a:lnTo>
                <a:lnTo>
                  <a:pt x="511" y="1455"/>
                </a:lnTo>
                <a:lnTo>
                  <a:pt x="510" y="1454"/>
                </a:lnTo>
                <a:lnTo>
                  <a:pt x="509" y="1454"/>
                </a:lnTo>
                <a:lnTo>
                  <a:pt x="508" y="1454"/>
                </a:lnTo>
                <a:lnTo>
                  <a:pt x="507" y="1453"/>
                </a:lnTo>
                <a:lnTo>
                  <a:pt x="506" y="1453"/>
                </a:lnTo>
                <a:lnTo>
                  <a:pt x="505" y="1454"/>
                </a:lnTo>
                <a:lnTo>
                  <a:pt x="504" y="1454"/>
                </a:lnTo>
                <a:lnTo>
                  <a:pt x="503" y="1454"/>
                </a:lnTo>
                <a:lnTo>
                  <a:pt x="502" y="1454"/>
                </a:lnTo>
                <a:lnTo>
                  <a:pt x="501" y="1454"/>
                </a:lnTo>
                <a:lnTo>
                  <a:pt x="500" y="1454"/>
                </a:lnTo>
                <a:lnTo>
                  <a:pt x="500" y="1453"/>
                </a:lnTo>
                <a:lnTo>
                  <a:pt x="500" y="1452"/>
                </a:lnTo>
                <a:lnTo>
                  <a:pt x="498" y="1452"/>
                </a:lnTo>
                <a:lnTo>
                  <a:pt x="497" y="1452"/>
                </a:lnTo>
                <a:lnTo>
                  <a:pt x="496" y="1452"/>
                </a:lnTo>
                <a:lnTo>
                  <a:pt x="495" y="1451"/>
                </a:lnTo>
                <a:lnTo>
                  <a:pt x="493" y="1451"/>
                </a:lnTo>
                <a:lnTo>
                  <a:pt x="492" y="1452"/>
                </a:lnTo>
                <a:lnTo>
                  <a:pt x="491" y="1452"/>
                </a:lnTo>
                <a:lnTo>
                  <a:pt x="490" y="1454"/>
                </a:lnTo>
                <a:lnTo>
                  <a:pt x="486" y="1458"/>
                </a:lnTo>
                <a:lnTo>
                  <a:pt x="485" y="1459"/>
                </a:lnTo>
                <a:lnTo>
                  <a:pt x="486" y="1458"/>
                </a:lnTo>
                <a:lnTo>
                  <a:pt x="479" y="1448"/>
                </a:lnTo>
                <a:lnTo>
                  <a:pt x="478" y="1447"/>
                </a:lnTo>
                <a:lnTo>
                  <a:pt x="471" y="1441"/>
                </a:lnTo>
                <a:lnTo>
                  <a:pt x="456" y="1424"/>
                </a:lnTo>
                <a:lnTo>
                  <a:pt x="455" y="1422"/>
                </a:lnTo>
                <a:lnTo>
                  <a:pt x="455" y="1421"/>
                </a:lnTo>
                <a:lnTo>
                  <a:pt x="455" y="1420"/>
                </a:lnTo>
                <a:lnTo>
                  <a:pt x="455" y="1419"/>
                </a:lnTo>
                <a:lnTo>
                  <a:pt x="453" y="1406"/>
                </a:lnTo>
                <a:lnTo>
                  <a:pt x="452" y="1404"/>
                </a:lnTo>
                <a:lnTo>
                  <a:pt x="452" y="1403"/>
                </a:lnTo>
                <a:lnTo>
                  <a:pt x="450" y="1399"/>
                </a:lnTo>
                <a:lnTo>
                  <a:pt x="450" y="1398"/>
                </a:lnTo>
                <a:lnTo>
                  <a:pt x="450" y="1397"/>
                </a:lnTo>
                <a:lnTo>
                  <a:pt x="450" y="1396"/>
                </a:lnTo>
                <a:lnTo>
                  <a:pt x="451" y="1396"/>
                </a:lnTo>
                <a:lnTo>
                  <a:pt x="453" y="1395"/>
                </a:lnTo>
                <a:lnTo>
                  <a:pt x="457" y="1394"/>
                </a:lnTo>
                <a:lnTo>
                  <a:pt x="456" y="1391"/>
                </a:lnTo>
                <a:lnTo>
                  <a:pt x="455" y="1390"/>
                </a:lnTo>
                <a:lnTo>
                  <a:pt x="455" y="1389"/>
                </a:lnTo>
                <a:lnTo>
                  <a:pt x="455" y="1388"/>
                </a:lnTo>
                <a:lnTo>
                  <a:pt x="454" y="1387"/>
                </a:lnTo>
                <a:lnTo>
                  <a:pt x="455" y="1386"/>
                </a:lnTo>
                <a:lnTo>
                  <a:pt x="457" y="1385"/>
                </a:lnTo>
                <a:lnTo>
                  <a:pt x="458" y="1385"/>
                </a:lnTo>
                <a:lnTo>
                  <a:pt x="459" y="1387"/>
                </a:lnTo>
                <a:lnTo>
                  <a:pt x="459" y="1388"/>
                </a:lnTo>
                <a:lnTo>
                  <a:pt x="461" y="1391"/>
                </a:lnTo>
                <a:lnTo>
                  <a:pt x="463" y="1390"/>
                </a:lnTo>
                <a:lnTo>
                  <a:pt x="462" y="1388"/>
                </a:lnTo>
                <a:lnTo>
                  <a:pt x="463" y="1388"/>
                </a:lnTo>
                <a:lnTo>
                  <a:pt x="465" y="1387"/>
                </a:lnTo>
                <a:lnTo>
                  <a:pt x="466" y="1387"/>
                </a:lnTo>
                <a:lnTo>
                  <a:pt x="468" y="1386"/>
                </a:lnTo>
                <a:lnTo>
                  <a:pt x="470" y="1385"/>
                </a:lnTo>
                <a:lnTo>
                  <a:pt x="473" y="1384"/>
                </a:lnTo>
                <a:lnTo>
                  <a:pt x="474" y="1384"/>
                </a:lnTo>
                <a:lnTo>
                  <a:pt x="475" y="1386"/>
                </a:lnTo>
                <a:lnTo>
                  <a:pt x="476" y="1387"/>
                </a:lnTo>
                <a:lnTo>
                  <a:pt x="477" y="1388"/>
                </a:lnTo>
                <a:lnTo>
                  <a:pt x="478" y="1388"/>
                </a:lnTo>
                <a:lnTo>
                  <a:pt x="479" y="1388"/>
                </a:lnTo>
                <a:lnTo>
                  <a:pt x="480" y="1387"/>
                </a:lnTo>
                <a:lnTo>
                  <a:pt x="480" y="1388"/>
                </a:lnTo>
                <a:lnTo>
                  <a:pt x="481" y="1388"/>
                </a:lnTo>
                <a:lnTo>
                  <a:pt x="482" y="1386"/>
                </a:lnTo>
                <a:lnTo>
                  <a:pt x="482" y="1387"/>
                </a:lnTo>
                <a:lnTo>
                  <a:pt x="482" y="1386"/>
                </a:lnTo>
                <a:lnTo>
                  <a:pt x="483" y="1386"/>
                </a:lnTo>
                <a:lnTo>
                  <a:pt x="482" y="1386"/>
                </a:lnTo>
                <a:lnTo>
                  <a:pt x="482" y="1385"/>
                </a:lnTo>
                <a:lnTo>
                  <a:pt x="482" y="1384"/>
                </a:lnTo>
                <a:lnTo>
                  <a:pt x="484" y="1383"/>
                </a:lnTo>
                <a:lnTo>
                  <a:pt x="484" y="1382"/>
                </a:lnTo>
                <a:lnTo>
                  <a:pt x="486" y="1382"/>
                </a:lnTo>
                <a:lnTo>
                  <a:pt x="487" y="1381"/>
                </a:lnTo>
                <a:lnTo>
                  <a:pt x="486" y="1379"/>
                </a:lnTo>
                <a:lnTo>
                  <a:pt x="486" y="1378"/>
                </a:lnTo>
                <a:lnTo>
                  <a:pt x="486" y="1377"/>
                </a:lnTo>
                <a:lnTo>
                  <a:pt x="485" y="1376"/>
                </a:lnTo>
                <a:lnTo>
                  <a:pt x="485" y="1375"/>
                </a:lnTo>
                <a:lnTo>
                  <a:pt x="485" y="1374"/>
                </a:lnTo>
                <a:lnTo>
                  <a:pt x="484" y="1374"/>
                </a:lnTo>
                <a:lnTo>
                  <a:pt x="484" y="1373"/>
                </a:lnTo>
                <a:lnTo>
                  <a:pt x="485" y="1372"/>
                </a:lnTo>
                <a:lnTo>
                  <a:pt x="487" y="1371"/>
                </a:lnTo>
                <a:lnTo>
                  <a:pt x="489" y="1371"/>
                </a:lnTo>
                <a:lnTo>
                  <a:pt x="490" y="1371"/>
                </a:lnTo>
                <a:lnTo>
                  <a:pt x="491" y="1370"/>
                </a:lnTo>
                <a:lnTo>
                  <a:pt x="491" y="1369"/>
                </a:lnTo>
                <a:lnTo>
                  <a:pt x="492" y="1369"/>
                </a:lnTo>
                <a:lnTo>
                  <a:pt x="493" y="1369"/>
                </a:lnTo>
                <a:lnTo>
                  <a:pt x="494" y="1368"/>
                </a:lnTo>
                <a:lnTo>
                  <a:pt x="495" y="1368"/>
                </a:lnTo>
                <a:lnTo>
                  <a:pt x="496" y="1366"/>
                </a:lnTo>
                <a:lnTo>
                  <a:pt x="503" y="1364"/>
                </a:lnTo>
                <a:lnTo>
                  <a:pt x="504" y="1364"/>
                </a:lnTo>
                <a:lnTo>
                  <a:pt x="511" y="1362"/>
                </a:lnTo>
                <a:lnTo>
                  <a:pt x="512" y="1361"/>
                </a:lnTo>
                <a:lnTo>
                  <a:pt x="513" y="1361"/>
                </a:lnTo>
                <a:lnTo>
                  <a:pt x="515" y="1361"/>
                </a:lnTo>
                <a:lnTo>
                  <a:pt x="516" y="1361"/>
                </a:lnTo>
                <a:lnTo>
                  <a:pt x="518" y="1360"/>
                </a:lnTo>
                <a:lnTo>
                  <a:pt x="519" y="1360"/>
                </a:lnTo>
                <a:lnTo>
                  <a:pt x="524" y="1359"/>
                </a:lnTo>
                <a:lnTo>
                  <a:pt x="528" y="1358"/>
                </a:lnTo>
                <a:lnTo>
                  <a:pt x="529" y="1358"/>
                </a:lnTo>
                <a:lnTo>
                  <a:pt x="529" y="1355"/>
                </a:lnTo>
                <a:lnTo>
                  <a:pt x="530" y="1351"/>
                </a:lnTo>
                <a:lnTo>
                  <a:pt x="530" y="1350"/>
                </a:lnTo>
                <a:lnTo>
                  <a:pt x="531" y="1349"/>
                </a:lnTo>
                <a:lnTo>
                  <a:pt x="530" y="1347"/>
                </a:lnTo>
                <a:lnTo>
                  <a:pt x="530" y="1346"/>
                </a:lnTo>
                <a:lnTo>
                  <a:pt x="529" y="1344"/>
                </a:lnTo>
                <a:lnTo>
                  <a:pt x="529" y="1342"/>
                </a:lnTo>
                <a:lnTo>
                  <a:pt x="530" y="1342"/>
                </a:lnTo>
                <a:lnTo>
                  <a:pt x="528" y="1338"/>
                </a:lnTo>
                <a:lnTo>
                  <a:pt x="528" y="1337"/>
                </a:lnTo>
                <a:lnTo>
                  <a:pt x="528" y="1336"/>
                </a:lnTo>
                <a:lnTo>
                  <a:pt x="527" y="1334"/>
                </a:lnTo>
                <a:lnTo>
                  <a:pt x="528" y="1333"/>
                </a:lnTo>
                <a:lnTo>
                  <a:pt x="528" y="1332"/>
                </a:lnTo>
                <a:lnTo>
                  <a:pt x="527" y="1332"/>
                </a:lnTo>
                <a:lnTo>
                  <a:pt x="526" y="1332"/>
                </a:lnTo>
                <a:lnTo>
                  <a:pt x="525" y="1332"/>
                </a:lnTo>
                <a:lnTo>
                  <a:pt x="525" y="1333"/>
                </a:lnTo>
                <a:lnTo>
                  <a:pt x="524" y="1333"/>
                </a:lnTo>
                <a:lnTo>
                  <a:pt x="523" y="1333"/>
                </a:lnTo>
                <a:lnTo>
                  <a:pt x="522" y="1333"/>
                </a:lnTo>
                <a:lnTo>
                  <a:pt x="522" y="1332"/>
                </a:lnTo>
                <a:lnTo>
                  <a:pt x="521" y="1332"/>
                </a:lnTo>
                <a:lnTo>
                  <a:pt x="521" y="1331"/>
                </a:lnTo>
                <a:lnTo>
                  <a:pt x="520" y="1331"/>
                </a:lnTo>
                <a:lnTo>
                  <a:pt x="520" y="1330"/>
                </a:lnTo>
                <a:lnTo>
                  <a:pt x="521" y="1330"/>
                </a:lnTo>
                <a:lnTo>
                  <a:pt x="522" y="1330"/>
                </a:lnTo>
                <a:lnTo>
                  <a:pt x="522" y="1329"/>
                </a:lnTo>
                <a:lnTo>
                  <a:pt x="523" y="1329"/>
                </a:lnTo>
                <a:lnTo>
                  <a:pt x="524" y="1328"/>
                </a:lnTo>
                <a:lnTo>
                  <a:pt x="525" y="1328"/>
                </a:lnTo>
                <a:lnTo>
                  <a:pt x="525" y="1327"/>
                </a:lnTo>
                <a:lnTo>
                  <a:pt x="525" y="1326"/>
                </a:lnTo>
                <a:lnTo>
                  <a:pt x="525" y="1325"/>
                </a:lnTo>
                <a:lnTo>
                  <a:pt x="524" y="1324"/>
                </a:lnTo>
                <a:lnTo>
                  <a:pt x="523" y="1324"/>
                </a:lnTo>
                <a:lnTo>
                  <a:pt x="522" y="1324"/>
                </a:lnTo>
                <a:lnTo>
                  <a:pt x="522" y="1323"/>
                </a:lnTo>
                <a:lnTo>
                  <a:pt x="521" y="1323"/>
                </a:lnTo>
                <a:lnTo>
                  <a:pt x="521" y="1322"/>
                </a:lnTo>
                <a:lnTo>
                  <a:pt x="521" y="1321"/>
                </a:lnTo>
                <a:lnTo>
                  <a:pt x="522" y="1320"/>
                </a:lnTo>
                <a:lnTo>
                  <a:pt x="522" y="1319"/>
                </a:lnTo>
                <a:lnTo>
                  <a:pt x="522" y="1318"/>
                </a:lnTo>
                <a:lnTo>
                  <a:pt x="521" y="1317"/>
                </a:lnTo>
                <a:lnTo>
                  <a:pt x="520" y="1317"/>
                </a:lnTo>
                <a:lnTo>
                  <a:pt x="519" y="1317"/>
                </a:lnTo>
                <a:lnTo>
                  <a:pt x="519" y="1318"/>
                </a:lnTo>
                <a:lnTo>
                  <a:pt x="519" y="1317"/>
                </a:lnTo>
                <a:lnTo>
                  <a:pt x="518" y="1317"/>
                </a:lnTo>
                <a:lnTo>
                  <a:pt x="517" y="1318"/>
                </a:lnTo>
                <a:lnTo>
                  <a:pt x="517" y="1319"/>
                </a:lnTo>
                <a:lnTo>
                  <a:pt x="518" y="1319"/>
                </a:lnTo>
                <a:lnTo>
                  <a:pt x="518" y="1320"/>
                </a:lnTo>
                <a:lnTo>
                  <a:pt x="518" y="1321"/>
                </a:lnTo>
                <a:lnTo>
                  <a:pt x="518" y="1322"/>
                </a:lnTo>
                <a:lnTo>
                  <a:pt x="517" y="1322"/>
                </a:lnTo>
                <a:lnTo>
                  <a:pt x="517" y="1323"/>
                </a:lnTo>
                <a:lnTo>
                  <a:pt x="517" y="1324"/>
                </a:lnTo>
                <a:lnTo>
                  <a:pt x="518" y="1325"/>
                </a:lnTo>
                <a:lnTo>
                  <a:pt x="518" y="1326"/>
                </a:lnTo>
                <a:lnTo>
                  <a:pt x="519" y="1326"/>
                </a:lnTo>
                <a:lnTo>
                  <a:pt x="519" y="1327"/>
                </a:lnTo>
                <a:lnTo>
                  <a:pt x="519" y="1330"/>
                </a:lnTo>
                <a:lnTo>
                  <a:pt x="519" y="1331"/>
                </a:lnTo>
                <a:lnTo>
                  <a:pt x="518" y="1331"/>
                </a:lnTo>
                <a:lnTo>
                  <a:pt x="517" y="1332"/>
                </a:lnTo>
                <a:lnTo>
                  <a:pt x="516" y="1332"/>
                </a:lnTo>
                <a:lnTo>
                  <a:pt x="515" y="1331"/>
                </a:lnTo>
                <a:lnTo>
                  <a:pt x="514" y="1331"/>
                </a:lnTo>
                <a:lnTo>
                  <a:pt x="513" y="1332"/>
                </a:lnTo>
                <a:lnTo>
                  <a:pt x="512" y="1332"/>
                </a:lnTo>
                <a:lnTo>
                  <a:pt x="512" y="1333"/>
                </a:lnTo>
                <a:lnTo>
                  <a:pt x="511" y="1333"/>
                </a:lnTo>
                <a:lnTo>
                  <a:pt x="510" y="1333"/>
                </a:lnTo>
                <a:lnTo>
                  <a:pt x="509" y="1333"/>
                </a:lnTo>
                <a:lnTo>
                  <a:pt x="509" y="1332"/>
                </a:lnTo>
                <a:lnTo>
                  <a:pt x="508" y="1332"/>
                </a:lnTo>
                <a:lnTo>
                  <a:pt x="508" y="1331"/>
                </a:lnTo>
                <a:lnTo>
                  <a:pt x="507" y="1331"/>
                </a:lnTo>
                <a:lnTo>
                  <a:pt x="506" y="1330"/>
                </a:lnTo>
                <a:lnTo>
                  <a:pt x="506" y="1329"/>
                </a:lnTo>
                <a:lnTo>
                  <a:pt x="506" y="1328"/>
                </a:lnTo>
                <a:lnTo>
                  <a:pt x="506" y="1327"/>
                </a:lnTo>
                <a:lnTo>
                  <a:pt x="506" y="1326"/>
                </a:lnTo>
                <a:lnTo>
                  <a:pt x="506" y="1325"/>
                </a:lnTo>
                <a:lnTo>
                  <a:pt x="507" y="1324"/>
                </a:lnTo>
                <a:lnTo>
                  <a:pt x="507" y="1323"/>
                </a:lnTo>
                <a:lnTo>
                  <a:pt x="507" y="1321"/>
                </a:lnTo>
                <a:lnTo>
                  <a:pt x="507" y="1320"/>
                </a:lnTo>
                <a:lnTo>
                  <a:pt x="507" y="1319"/>
                </a:lnTo>
                <a:lnTo>
                  <a:pt x="508" y="1318"/>
                </a:lnTo>
                <a:lnTo>
                  <a:pt x="508" y="1316"/>
                </a:lnTo>
                <a:lnTo>
                  <a:pt x="508" y="1315"/>
                </a:lnTo>
                <a:lnTo>
                  <a:pt x="508" y="1314"/>
                </a:lnTo>
                <a:lnTo>
                  <a:pt x="508" y="1313"/>
                </a:lnTo>
                <a:lnTo>
                  <a:pt x="509" y="1313"/>
                </a:lnTo>
                <a:lnTo>
                  <a:pt x="509" y="1311"/>
                </a:lnTo>
                <a:lnTo>
                  <a:pt x="508" y="1311"/>
                </a:lnTo>
                <a:lnTo>
                  <a:pt x="508" y="1309"/>
                </a:lnTo>
                <a:lnTo>
                  <a:pt x="509" y="1309"/>
                </a:lnTo>
                <a:lnTo>
                  <a:pt x="508" y="1308"/>
                </a:lnTo>
                <a:lnTo>
                  <a:pt x="508" y="1307"/>
                </a:lnTo>
                <a:lnTo>
                  <a:pt x="508" y="1306"/>
                </a:lnTo>
                <a:lnTo>
                  <a:pt x="507" y="1307"/>
                </a:lnTo>
                <a:lnTo>
                  <a:pt x="504" y="1308"/>
                </a:lnTo>
                <a:lnTo>
                  <a:pt x="503" y="1308"/>
                </a:lnTo>
                <a:lnTo>
                  <a:pt x="502" y="1307"/>
                </a:lnTo>
                <a:lnTo>
                  <a:pt x="502" y="1308"/>
                </a:lnTo>
                <a:lnTo>
                  <a:pt x="501" y="1308"/>
                </a:lnTo>
                <a:lnTo>
                  <a:pt x="500" y="1308"/>
                </a:lnTo>
                <a:lnTo>
                  <a:pt x="500" y="1309"/>
                </a:lnTo>
                <a:lnTo>
                  <a:pt x="500" y="1310"/>
                </a:lnTo>
                <a:lnTo>
                  <a:pt x="499" y="1310"/>
                </a:lnTo>
                <a:lnTo>
                  <a:pt x="498" y="1311"/>
                </a:lnTo>
                <a:lnTo>
                  <a:pt x="497" y="1311"/>
                </a:lnTo>
                <a:lnTo>
                  <a:pt x="497" y="1312"/>
                </a:lnTo>
                <a:lnTo>
                  <a:pt x="496" y="1312"/>
                </a:lnTo>
                <a:lnTo>
                  <a:pt x="496" y="1313"/>
                </a:lnTo>
                <a:lnTo>
                  <a:pt x="495" y="1312"/>
                </a:lnTo>
                <a:lnTo>
                  <a:pt x="494" y="1313"/>
                </a:lnTo>
                <a:lnTo>
                  <a:pt x="493" y="1313"/>
                </a:lnTo>
                <a:lnTo>
                  <a:pt x="492" y="1313"/>
                </a:lnTo>
                <a:lnTo>
                  <a:pt x="490" y="1313"/>
                </a:lnTo>
                <a:lnTo>
                  <a:pt x="490" y="1312"/>
                </a:lnTo>
                <a:lnTo>
                  <a:pt x="489" y="1311"/>
                </a:lnTo>
                <a:lnTo>
                  <a:pt x="488" y="1310"/>
                </a:lnTo>
                <a:lnTo>
                  <a:pt x="487" y="1309"/>
                </a:lnTo>
                <a:lnTo>
                  <a:pt x="485" y="1308"/>
                </a:lnTo>
                <a:lnTo>
                  <a:pt x="485" y="1307"/>
                </a:lnTo>
                <a:lnTo>
                  <a:pt x="484" y="1307"/>
                </a:lnTo>
                <a:lnTo>
                  <a:pt x="483" y="1306"/>
                </a:lnTo>
                <a:lnTo>
                  <a:pt x="482" y="1305"/>
                </a:lnTo>
                <a:lnTo>
                  <a:pt x="481" y="1305"/>
                </a:lnTo>
                <a:lnTo>
                  <a:pt x="480" y="1305"/>
                </a:lnTo>
                <a:lnTo>
                  <a:pt x="479" y="1304"/>
                </a:lnTo>
                <a:lnTo>
                  <a:pt x="479" y="1305"/>
                </a:lnTo>
                <a:lnTo>
                  <a:pt x="478" y="1304"/>
                </a:lnTo>
                <a:lnTo>
                  <a:pt x="477" y="1304"/>
                </a:lnTo>
                <a:lnTo>
                  <a:pt x="476" y="1304"/>
                </a:lnTo>
                <a:lnTo>
                  <a:pt x="475" y="1303"/>
                </a:lnTo>
                <a:lnTo>
                  <a:pt x="476" y="1304"/>
                </a:lnTo>
                <a:lnTo>
                  <a:pt x="475" y="1305"/>
                </a:lnTo>
                <a:lnTo>
                  <a:pt x="475" y="1306"/>
                </a:lnTo>
                <a:lnTo>
                  <a:pt x="476" y="1306"/>
                </a:lnTo>
                <a:lnTo>
                  <a:pt x="476" y="1307"/>
                </a:lnTo>
                <a:lnTo>
                  <a:pt x="477" y="1310"/>
                </a:lnTo>
                <a:lnTo>
                  <a:pt x="480" y="1309"/>
                </a:lnTo>
                <a:lnTo>
                  <a:pt x="483" y="1308"/>
                </a:lnTo>
                <a:lnTo>
                  <a:pt x="484" y="1308"/>
                </a:lnTo>
                <a:lnTo>
                  <a:pt x="487" y="1310"/>
                </a:lnTo>
                <a:lnTo>
                  <a:pt x="488" y="1310"/>
                </a:lnTo>
                <a:lnTo>
                  <a:pt x="489" y="1311"/>
                </a:lnTo>
                <a:lnTo>
                  <a:pt x="489" y="1312"/>
                </a:lnTo>
                <a:lnTo>
                  <a:pt x="490" y="1313"/>
                </a:lnTo>
                <a:lnTo>
                  <a:pt x="492" y="1314"/>
                </a:lnTo>
                <a:lnTo>
                  <a:pt x="492" y="1317"/>
                </a:lnTo>
                <a:lnTo>
                  <a:pt x="493" y="1317"/>
                </a:lnTo>
                <a:lnTo>
                  <a:pt x="493" y="1319"/>
                </a:lnTo>
                <a:lnTo>
                  <a:pt x="493" y="1323"/>
                </a:lnTo>
                <a:lnTo>
                  <a:pt x="491" y="1334"/>
                </a:lnTo>
                <a:lnTo>
                  <a:pt x="490" y="1334"/>
                </a:lnTo>
                <a:lnTo>
                  <a:pt x="490" y="1335"/>
                </a:lnTo>
                <a:lnTo>
                  <a:pt x="489" y="1335"/>
                </a:lnTo>
                <a:lnTo>
                  <a:pt x="489" y="1336"/>
                </a:lnTo>
                <a:lnTo>
                  <a:pt x="488" y="1336"/>
                </a:lnTo>
                <a:lnTo>
                  <a:pt x="487" y="1336"/>
                </a:lnTo>
                <a:lnTo>
                  <a:pt x="487" y="1337"/>
                </a:lnTo>
                <a:lnTo>
                  <a:pt x="486" y="1337"/>
                </a:lnTo>
                <a:lnTo>
                  <a:pt x="486" y="1336"/>
                </a:lnTo>
                <a:lnTo>
                  <a:pt x="486" y="1335"/>
                </a:lnTo>
                <a:lnTo>
                  <a:pt x="485" y="1335"/>
                </a:lnTo>
                <a:lnTo>
                  <a:pt x="485" y="1334"/>
                </a:lnTo>
                <a:lnTo>
                  <a:pt x="484" y="1332"/>
                </a:lnTo>
                <a:lnTo>
                  <a:pt x="482" y="1331"/>
                </a:lnTo>
                <a:lnTo>
                  <a:pt x="481" y="1331"/>
                </a:lnTo>
                <a:lnTo>
                  <a:pt x="480" y="1330"/>
                </a:lnTo>
                <a:lnTo>
                  <a:pt x="479" y="1331"/>
                </a:lnTo>
                <a:lnTo>
                  <a:pt x="479" y="1332"/>
                </a:lnTo>
                <a:lnTo>
                  <a:pt x="478" y="1332"/>
                </a:lnTo>
                <a:lnTo>
                  <a:pt x="477" y="1332"/>
                </a:lnTo>
                <a:lnTo>
                  <a:pt x="475" y="1332"/>
                </a:lnTo>
                <a:lnTo>
                  <a:pt x="475" y="1333"/>
                </a:lnTo>
                <a:lnTo>
                  <a:pt x="474" y="1333"/>
                </a:lnTo>
                <a:lnTo>
                  <a:pt x="474" y="1334"/>
                </a:lnTo>
                <a:lnTo>
                  <a:pt x="472" y="1333"/>
                </a:lnTo>
                <a:lnTo>
                  <a:pt x="471" y="1332"/>
                </a:lnTo>
                <a:lnTo>
                  <a:pt x="470" y="1334"/>
                </a:lnTo>
                <a:lnTo>
                  <a:pt x="469" y="1335"/>
                </a:lnTo>
                <a:lnTo>
                  <a:pt x="470" y="1335"/>
                </a:lnTo>
                <a:lnTo>
                  <a:pt x="470" y="1337"/>
                </a:lnTo>
                <a:lnTo>
                  <a:pt x="470" y="1338"/>
                </a:lnTo>
                <a:lnTo>
                  <a:pt x="470" y="1340"/>
                </a:lnTo>
                <a:lnTo>
                  <a:pt x="471" y="1340"/>
                </a:lnTo>
                <a:lnTo>
                  <a:pt x="471" y="1341"/>
                </a:lnTo>
                <a:lnTo>
                  <a:pt x="471" y="1342"/>
                </a:lnTo>
                <a:lnTo>
                  <a:pt x="470" y="1342"/>
                </a:lnTo>
                <a:lnTo>
                  <a:pt x="469" y="1342"/>
                </a:lnTo>
                <a:lnTo>
                  <a:pt x="470" y="1342"/>
                </a:lnTo>
                <a:lnTo>
                  <a:pt x="470" y="1344"/>
                </a:lnTo>
                <a:lnTo>
                  <a:pt x="469" y="1345"/>
                </a:lnTo>
                <a:lnTo>
                  <a:pt x="469" y="1346"/>
                </a:lnTo>
                <a:lnTo>
                  <a:pt x="468" y="1347"/>
                </a:lnTo>
                <a:lnTo>
                  <a:pt x="468" y="1348"/>
                </a:lnTo>
                <a:lnTo>
                  <a:pt x="467" y="1349"/>
                </a:lnTo>
                <a:lnTo>
                  <a:pt x="467" y="1352"/>
                </a:lnTo>
                <a:lnTo>
                  <a:pt x="467" y="1353"/>
                </a:lnTo>
                <a:lnTo>
                  <a:pt x="467" y="1354"/>
                </a:lnTo>
                <a:lnTo>
                  <a:pt x="467" y="1355"/>
                </a:lnTo>
                <a:lnTo>
                  <a:pt x="467" y="1356"/>
                </a:lnTo>
                <a:lnTo>
                  <a:pt x="466" y="1357"/>
                </a:lnTo>
                <a:lnTo>
                  <a:pt x="465" y="1359"/>
                </a:lnTo>
                <a:lnTo>
                  <a:pt x="464" y="1359"/>
                </a:lnTo>
                <a:lnTo>
                  <a:pt x="463" y="1359"/>
                </a:lnTo>
                <a:lnTo>
                  <a:pt x="462" y="1360"/>
                </a:lnTo>
                <a:lnTo>
                  <a:pt x="461" y="1361"/>
                </a:lnTo>
                <a:lnTo>
                  <a:pt x="460" y="1361"/>
                </a:lnTo>
                <a:lnTo>
                  <a:pt x="459" y="1361"/>
                </a:lnTo>
                <a:lnTo>
                  <a:pt x="459" y="1362"/>
                </a:lnTo>
                <a:lnTo>
                  <a:pt x="459" y="1361"/>
                </a:lnTo>
                <a:lnTo>
                  <a:pt x="458" y="1361"/>
                </a:lnTo>
                <a:lnTo>
                  <a:pt x="457" y="1361"/>
                </a:lnTo>
                <a:lnTo>
                  <a:pt x="456" y="1361"/>
                </a:lnTo>
                <a:lnTo>
                  <a:pt x="455" y="1361"/>
                </a:lnTo>
                <a:lnTo>
                  <a:pt x="454" y="1361"/>
                </a:lnTo>
                <a:lnTo>
                  <a:pt x="454" y="1360"/>
                </a:lnTo>
                <a:lnTo>
                  <a:pt x="453" y="1361"/>
                </a:lnTo>
                <a:lnTo>
                  <a:pt x="453" y="1362"/>
                </a:lnTo>
                <a:lnTo>
                  <a:pt x="452" y="1362"/>
                </a:lnTo>
                <a:lnTo>
                  <a:pt x="451" y="1363"/>
                </a:lnTo>
                <a:lnTo>
                  <a:pt x="450" y="1363"/>
                </a:lnTo>
                <a:lnTo>
                  <a:pt x="449" y="1364"/>
                </a:lnTo>
                <a:lnTo>
                  <a:pt x="449" y="1365"/>
                </a:lnTo>
                <a:lnTo>
                  <a:pt x="448" y="1365"/>
                </a:lnTo>
                <a:lnTo>
                  <a:pt x="448" y="1366"/>
                </a:lnTo>
                <a:lnTo>
                  <a:pt x="447" y="1366"/>
                </a:lnTo>
                <a:lnTo>
                  <a:pt x="446" y="1365"/>
                </a:lnTo>
                <a:lnTo>
                  <a:pt x="446" y="1366"/>
                </a:lnTo>
                <a:lnTo>
                  <a:pt x="445" y="1365"/>
                </a:lnTo>
                <a:lnTo>
                  <a:pt x="444" y="1364"/>
                </a:lnTo>
                <a:lnTo>
                  <a:pt x="444" y="1363"/>
                </a:lnTo>
                <a:lnTo>
                  <a:pt x="443" y="1363"/>
                </a:lnTo>
                <a:lnTo>
                  <a:pt x="443" y="1361"/>
                </a:lnTo>
                <a:lnTo>
                  <a:pt x="442" y="1359"/>
                </a:lnTo>
                <a:lnTo>
                  <a:pt x="441" y="1359"/>
                </a:lnTo>
                <a:lnTo>
                  <a:pt x="441" y="1358"/>
                </a:lnTo>
                <a:lnTo>
                  <a:pt x="440" y="1358"/>
                </a:lnTo>
                <a:lnTo>
                  <a:pt x="438" y="1358"/>
                </a:lnTo>
                <a:lnTo>
                  <a:pt x="436" y="1357"/>
                </a:lnTo>
                <a:lnTo>
                  <a:pt x="435" y="1356"/>
                </a:lnTo>
                <a:lnTo>
                  <a:pt x="434" y="1356"/>
                </a:lnTo>
                <a:lnTo>
                  <a:pt x="434" y="1355"/>
                </a:lnTo>
                <a:lnTo>
                  <a:pt x="433" y="1355"/>
                </a:lnTo>
                <a:lnTo>
                  <a:pt x="433" y="1356"/>
                </a:lnTo>
                <a:lnTo>
                  <a:pt x="432" y="1356"/>
                </a:lnTo>
                <a:lnTo>
                  <a:pt x="431" y="1355"/>
                </a:lnTo>
                <a:lnTo>
                  <a:pt x="432" y="1355"/>
                </a:lnTo>
                <a:lnTo>
                  <a:pt x="431" y="1354"/>
                </a:lnTo>
                <a:lnTo>
                  <a:pt x="431" y="1353"/>
                </a:lnTo>
                <a:lnTo>
                  <a:pt x="430" y="1353"/>
                </a:lnTo>
                <a:lnTo>
                  <a:pt x="430" y="1352"/>
                </a:lnTo>
                <a:lnTo>
                  <a:pt x="428" y="1352"/>
                </a:lnTo>
                <a:lnTo>
                  <a:pt x="428" y="1350"/>
                </a:lnTo>
                <a:lnTo>
                  <a:pt x="428" y="1349"/>
                </a:lnTo>
                <a:lnTo>
                  <a:pt x="427" y="1349"/>
                </a:lnTo>
                <a:lnTo>
                  <a:pt x="426" y="1348"/>
                </a:lnTo>
                <a:lnTo>
                  <a:pt x="426" y="1347"/>
                </a:lnTo>
                <a:lnTo>
                  <a:pt x="426" y="1346"/>
                </a:lnTo>
                <a:lnTo>
                  <a:pt x="426" y="1345"/>
                </a:lnTo>
                <a:lnTo>
                  <a:pt x="426" y="1344"/>
                </a:lnTo>
                <a:lnTo>
                  <a:pt x="426" y="1343"/>
                </a:lnTo>
                <a:lnTo>
                  <a:pt x="425" y="1343"/>
                </a:lnTo>
                <a:lnTo>
                  <a:pt x="425" y="1342"/>
                </a:lnTo>
                <a:lnTo>
                  <a:pt x="425" y="1341"/>
                </a:lnTo>
                <a:lnTo>
                  <a:pt x="425" y="1340"/>
                </a:lnTo>
                <a:lnTo>
                  <a:pt x="424" y="1339"/>
                </a:lnTo>
                <a:lnTo>
                  <a:pt x="423" y="1339"/>
                </a:lnTo>
                <a:lnTo>
                  <a:pt x="423" y="1338"/>
                </a:lnTo>
                <a:lnTo>
                  <a:pt x="422" y="1337"/>
                </a:lnTo>
                <a:lnTo>
                  <a:pt x="422" y="1336"/>
                </a:lnTo>
                <a:lnTo>
                  <a:pt x="421" y="1336"/>
                </a:lnTo>
                <a:lnTo>
                  <a:pt x="421" y="1335"/>
                </a:lnTo>
                <a:lnTo>
                  <a:pt x="422" y="1335"/>
                </a:lnTo>
                <a:lnTo>
                  <a:pt x="423" y="1334"/>
                </a:lnTo>
                <a:lnTo>
                  <a:pt x="423" y="1333"/>
                </a:lnTo>
                <a:lnTo>
                  <a:pt x="423" y="1331"/>
                </a:lnTo>
                <a:lnTo>
                  <a:pt x="423" y="1330"/>
                </a:lnTo>
                <a:lnTo>
                  <a:pt x="423" y="1329"/>
                </a:lnTo>
                <a:lnTo>
                  <a:pt x="422" y="1328"/>
                </a:lnTo>
                <a:lnTo>
                  <a:pt x="422" y="1327"/>
                </a:lnTo>
                <a:lnTo>
                  <a:pt x="422" y="1325"/>
                </a:lnTo>
                <a:lnTo>
                  <a:pt x="422" y="1324"/>
                </a:lnTo>
                <a:lnTo>
                  <a:pt x="422" y="1323"/>
                </a:lnTo>
                <a:lnTo>
                  <a:pt x="421" y="1322"/>
                </a:lnTo>
                <a:lnTo>
                  <a:pt x="421" y="1321"/>
                </a:lnTo>
                <a:lnTo>
                  <a:pt x="420" y="1322"/>
                </a:lnTo>
                <a:lnTo>
                  <a:pt x="419" y="1322"/>
                </a:lnTo>
                <a:lnTo>
                  <a:pt x="419" y="1323"/>
                </a:lnTo>
                <a:lnTo>
                  <a:pt x="418" y="1323"/>
                </a:lnTo>
                <a:lnTo>
                  <a:pt x="418" y="1324"/>
                </a:lnTo>
                <a:lnTo>
                  <a:pt x="417" y="1325"/>
                </a:lnTo>
                <a:lnTo>
                  <a:pt x="416" y="1326"/>
                </a:lnTo>
                <a:lnTo>
                  <a:pt x="415" y="1327"/>
                </a:lnTo>
                <a:lnTo>
                  <a:pt x="414" y="1327"/>
                </a:lnTo>
                <a:lnTo>
                  <a:pt x="414" y="1328"/>
                </a:lnTo>
                <a:lnTo>
                  <a:pt x="413" y="1327"/>
                </a:lnTo>
                <a:lnTo>
                  <a:pt x="412" y="1328"/>
                </a:lnTo>
                <a:lnTo>
                  <a:pt x="411" y="1328"/>
                </a:lnTo>
                <a:lnTo>
                  <a:pt x="409" y="1328"/>
                </a:lnTo>
                <a:lnTo>
                  <a:pt x="408" y="1328"/>
                </a:lnTo>
                <a:lnTo>
                  <a:pt x="407" y="1328"/>
                </a:lnTo>
                <a:lnTo>
                  <a:pt x="407" y="1326"/>
                </a:lnTo>
                <a:lnTo>
                  <a:pt x="408" y="1325"/>
                </a:lnTo>
                <a:lnTo>
                  <a:pt x="408" y="1324"/>
                </a:lnTo>
                <a:lnTo>
                  <a:pt x="406" y="1324"/>
                </a:lnTo>
                <a:lnTo>
                  <a:pt x="405" y="1323"/>
                </a:lnTo>
                <a:lnTo>
                  <a:pt x="404" y="1322"/>
                </a:lnTo>
                <a:lnTo>
                  <a:pt x="404" y="1321"/>
                </a:lnTo>
                <a:lnTo>
                  <a:pt x="403" y="1319"/>
                </a:lnTo>
                <a:lnTo>
                  <a:pt x="404" y="1318"/>
                </a:lnTo>
                <a:lnTo>
                  <a:pt x="403" y="1316"/>
                </a:lnTo>
                <a:lnTo>
                  <a:pt x="405" y="1312"/>
                </a:lnTo>
                <a:lnTo>
                  <a:pt x="406" y="1312"/>
                </a:lnTo>
                <a:lnTo>
                  <a:pt x="406" y="1311"/>
                </a:lnTo>
                <a:lnTo>
                  <a:pt x="407" y="1309"/>
                </a:lnTo>
                <a:lnTo>
                  <a:pt x="408" y="1308"/>
                </a:lnTo>
                <a:lnTo>
                  <a:pt x="410" y="1307"/>
                </a:lnTo>
                <a:lnTo>
                  <a:pt x="410" y="1306"/>
                </a:lnTo>
                <a:lnTo>
                  <a:pt x="411" y="1306"/>
                </a:lnTo>
                <a:lnTo>
                  <a:pt x="411" y="1305"/>
                </a:lnTo>
                <a:lnTo>
                  <a:pt x="411" y="1304"/>
                </a:lnTo>
                <a:lnTo>
                  <a:pt x="411" y="1303"/>
                </a:lnTo>
                <a:lnTo>
                  <a:pt x="412" y="1303"/>
                </a:lnTo>
                <a:lnTo>
                  <a:pt x="411" y="1301"/>
                </a:lnTo>
                <a:lnTo>
                  <a:pt x="411" y="1300"/>
                </a:lnTo>
                <a:lnTo>
                  <a:pt x="411" y="1301"/>
                </a:lnTo>
                <a:lnTo>
                  <a:pt x="410" y="1301"/>
                </a:lnTo>
                <a:lnTo>
                  <a:pt x="409" y="1301"/>
                </a:lnTo>
                <a:lnTo>
                  <a:pt x="409" y="1302"/>
                </a:lnTo>
                <a:lnTo>
                  <a:pt x="408" y="1302"/>
                </a:lnTo>
                <a:lnTo>
                  <a:pt x="407" y="1302"/>
                </a:lnTo>
                <a:lnTo>
                  <a:pt x="406" y="1302"/>
                </a:lnTo>
                <a:lnTo>
                  <a:pt x="406" y="1301"/>
                </a:lnTo>
                <a:lnTo>
                  <a:pt x="405" y="1300"/>
                </a:lnTo>
                <a:lnTo>
                  <a:pt x="404" y="1300"/>
                </a:lnTo>
                <a:lnTo>
                  <a:pt x="402" y="1300"/>
                </a:lnTo>
                <a:lnTo>
                  <a:pt x="401" y="1301"/>
                </a:lnTo>
                <a:lnTo>
                  <a:pt x="400" y="1301"/>
                </a:lnTo>
                <a:lnTo>
                  <a:pt x="399" y="1301"/>
                </a:lnTo>
                <a:lnTo>
                  <a:pt x="398" y="1301"/>
                </a:lnTo>
                <a:lnTo>
                  <a:pt x="397" y="1301"/>
                </a:lnTo>
                <a:lnTo>
                  <a:pt x="396" y="1301"/>
                </a:lnTo>
                <a:lnTo>
                  <a:pt x="395" y="1301"/>
                </a:lnTo>
                <a:lnTo>
                  <a:pt x="395" y="1300"/>
                </a:lnTo>
                <a:lnTo>
                  <a:pt x="395" y="1299"/>
                </a:lnTo>
                <a:lnTo>
                  <a:pt x="393" y="1300"/>
                </a:lnTo>
                <a:lnTo>
                  <a:pt x="390" y="1299"/>
                </a:lnTo>
                <a:lnTo>
                  <a:pt x="389" y="1299"/>
                </a:lnTo>
                <a:lnTo>
                  <a:pt x="388" y="1299"/>
                </a:lnTo>
                <a:lnTo>
                  <a:pt x="388" y="1300"/>
                </a:lnTo>
                <a:lnTo>
                  <a:pt x="387" y="1300"/>
                </a:lnTo>
                <a:lnTo>
                  <a:pt x="386" y="1299"/>
                </a:lnTo>
                <a:lnTo>
                  <a:pt x="385" y="1299"/>
                </a:lnTo>
                <a:lnTo>
                  <a:pt x="384" y="1299"/>
                </a:lnTo>
                <a:lnTo>
                  <a:pt x="384" y="1298"/>
                </a:lnTo>
                <a:lnTo>
                  <a:pt x="383" y="1298"/>
                </a:lnTo>
                <a:lnTo>
                  <a:pt x="381" y="1298"/>
                </a:lnTo>
                <a:lnTo>
                  <a:pt x="381" y="1297"/>
                </a:lnTo>
                <a:lnTo>
                  <a:pt x="380" y="1297"/>
                </a:lnTo>
                <a:lnTo>
                  <a:pt x="379" y="1297"/>
                </a:lnTo>
                <a:lnTo>
                  <a:pt x="378" y="1296"/>
                </a:lnTo>
                <a:lnTo>
                  <a:pt x="377" y="1296"/>
                </a:lnTo>
                <a:lnTo>
                  <a:pt x="377" y="1295"/>
                </a:lnTo>
                <a:lnTo>
                  <a:pt x="376" y="1295"/>
                </a:lnTo>
                <a:lnTo>
                  <a:pt x="376" y="1294"/>
                </a:lnTo>
                <a:lnTo>
                  <a:pt x="375" y="1294"/>
                </a:lnTo>
                <a:lnTo>
                  <a:pt x="375" y="1293"/>
                </a:lnTo>
                <a:lnTo>
                  <a:pt x="376" y="1293"/>
                </a:lnTo>
                <a:lnTo>
                  <a:pt x="373" y="1290"/>
                </a:lnTo>
                <a:lnTo>
                  <a:pt x="372" y="1290"/>
                </a:lnTo>
                <a:lnTo>
                  <a:pt x="371" y="1290"/>
                </a:lnTo>
                <a:lnTo>
                  <a:pt x="371" y="1289"/>
                </a:lnTo>
                <a:lnTo>
                  <a:pt x="370" y="1289"/>
                </a:lnTo>
                <a:lnTo>
                  <a:pt x="370" y="1288"/>
                </a:lnTo>
                <a:lnTo>
                  <a:pt x="369" y="1288"/>
                </a:lnTo>
                <a:lnTo>
                  <a:pt x="368" y="1288"/>
                </a:lnTo>
                <a:lnTo>
                  <a:pt x="368" y="1287"/>
                </a:lnTo>
                <a:lnTo>
                  <a:pt x="367" y="1287"/>
                </a:lnTo>
                <a:lnTo>
                  <a:pt x="366" y="1287"/>
                </a:lnTo>
                <a:lnTo>
                  <a:pt x="366" y="1286"/>
                </a:lnTo>
                <a:lnTo>
                  <a:pt x="365" y="1285"/>
                </a:lnTo>
                <a:lnTo>
                  <a:pt x="365" y="1284"/>
                </a:lnTo>
                <a:lnTo>
                  <a:pt x="364" y="1284"/>
                </a:lnTo>
                <a:lnTo>
                  <a:pt x="364" y="1283"/>
                </a:lnTo>
                <a:lnTo>
                  <a:pt x="363" y="1282"/>
                </a:lnTo>
                <a:lnTo>
                  <a:pt x="362" y="1281"/>
                </a:lnTo>
                <a:lnTo>
                  <a:pt x="362" y="1280"/>
                </a:lnTo>
                <a:lnTo>
                  <a:pt x="361" y="1280"/>
                </a:lnTo>
                <a:lnTo>
                  <a:pt x="361" y="1279"/>
                </a:lnTo>
                <a:lnTo>
                  <a:pt x="360" y="1278"/>
                </a:lnTo>
                <a:lnTo>
                  <a:pt x="359" y="1277"/>
                </a:lnTo>
                <a:lnTo>
                  <a:pt x="359" y="1276"/>
                </a:lnTo>
                <a:lnTo>
                  <a:pt x="358" y="1276"/>
                </a:lnTo>
                <a:lnTo>
                  <a:pt x="358" y="1275"/>
                </a:lnTo>
                <a:lnTo>
                  <a:pt x="358" y="1274"/>
                </a:lnTo>
                <a:lnTo>
                  <a:pt x="357" y="1274"/>
                </a:lnTo>
                <a:lnTo>
                  <a:pt x="357" y="1273"/>
                </a:lnTo>
                <a:lnTo>
                  <a:pt x="355" y="1272"/>
                </a:lnTo>
                <a:lnTo>
                  <a:pt x="354" y="1271"/>
                </a:lnTo>
                <a:lnTo>
                  <a:pt x="353" y="1271"/>
                </a:lnTo>
                <a:lnTo>
                  <a:pt x="352" y="1271"/>
                </a:lnTo>
                <a:lnTo>
                  <a:pt x="352" y="1270"/>
                </a:lnTo>
                <a:lnTo>
                  <a:pt x="351" y="1269"/>
                </a:lnTo>
                <a:lnTo>
                  <a:pt x="350" y="1268"/>
                </a:lnTo>
                <a:lnTo>
                  <a:pt x="350" y="1267"/>
                </a:lnTo>
                <a:lnTo>
                  <a:pt x="349" y="1266"/>
                </a:lnTo>
                <a:lnTo>
                  <a:pt x="349" y="1265"/>
                </a:lnTo>
                <a:lnTo>
                  <a:pt x="349" y="1264"/>
                </a:lnTo>
                <a:lnTo>
                  <a:pt x="348" y="1264"/>
                </a:lnTo>
                <a:lnTo>
                  <a:pt x="348" y="1263"/>
                </a:lnTo>
                <a:lnTo>
                  <a:pt x="347" y="1263"/>
                </a:lnTo>
                <a:lnTo>
                  <a:pt x="346" y="1263"/>
                </a:lnTo>
                <a:lnTo>
                  <a:pt x="345" y="1262"/>
                </a:lnTo>
                <a:lnTo>
                  <a:pt x="345" y="1261"/>
                </a:lnTo>
                <a:lnTo>
                  <a:pt x="344" y="1260"/>
                </a:lnTo>
                <a:lnTo>
                  <a:pt x="344" y="1259"/>
                </a:lnTo>
                <a:lnTo>
                  <a:pt x="343" y="1259"/>
                </a:lnTo>
                <a:lnTo>
                  <a:pt x="342" y="1259"/>
                </a:lnTo>
                <a:lnTo>
                  <a:pt x="342" y="1258"/>
                </a:lnTo>
                <a:lnTo>
                  <a:pt x="341" y="1255"/>
                </a:lnTo>
                <a:lnTo>
                  <a:pt x="342" y="1254"/>
                </a:lnTo>
                <a:lnTo>
                  <a:pt x="344" y="1252"/>
                </a:lnTo>
                <a:lnTo>
                  <a:pt x="344" y="1251"/>
                </a:lnTo>
                <a:lnTo>
                  <a:pt x="345" y="1250"/>
                </a:lnTo>
                <a:lnTo>
                  <a:pt x="347" y="1248"/>
                </a:lnTo>
                <a:lnTo>
                  <a:pt x="350" y="1245"/>
                </a:lnTo>
                <a:lnTo>
                  <a:pt x="350" y="1244"/>
                </a:lnTo>
                <a:lnTo>
                  <a:pt x="351" y="1244"/>
                </a:lnTo>
                <a:lnTo>
                  <a:pt x="352" y="1242"/>
                </a:lnTo>
                <a:lnTo>
                  <a:pt x="352" y="1240"/>
                </a:lnTo>
                <a:lnTo>
                  <a:pt x="352" y="1239"/>
                </a:lnTo>
                <a:lnTo>
                  <a:pt x="352" y="1238"/>
                </a:lnTo>
                <a:lnTo>
                  <a:pt x="352" y="1233"/>
                </a:lnTo>
                <a:lnTo>
                  <a:pt x="353" y="1231"/>
                </a:lnTo>
                <a:lnTo>
                  <a:pt x="353" y="1228"/>
                </a:lnTo>
                <a:lnTo>
                  <a:pt x="353" y="1225"/>
                </a:lnTo>
                <a:lnTo>
                  <a:pt x="353" y="1224"/>
                </a:lnTo>
                <a:lnTo>
                  <a:pt x="353" y="1223"/>
                </a:lnTo>
                <a:lnTo>
                  <a:pt x="354" y="1220"/>
                </a:lnTo>
                <a:lnTo>
                  <a:pt x="355" y="1219"/>
                </a:lnTo>
                <a:lnTo>
                  <a:pt x="355" y="1218"/>
                </a:lnTo>
                <a:lnTo>
                  <a:pt x="356" y="1215"/>
                </a:lnTo>
                <a:lnTo>
                  <a:pt x="356" y="1214"/>
                </a:lnTo>
                <a:lnTo>
                  <a:pt x="357" y="1213"/>
                </a:lnTo>
                <a:lnTo>
                  <a:pt x="358" y="1211"/>
                </a:lnTo>
                <a:lnTo>
                  <a:pt x="363" y="1207"/>
                </a:lnTo>
                <a:lnTo>
                  <a:pt x="366" y="1205"/>
                </a:lnTo>
                <a:lnTo>
                  <a:pt x="370" y="1201"/>
                </a:lnTo>
                <a:lnTo>
                  <a:pt x="376" y="1196"/>
                </a:lnTo>
                <a:lnTo>
                  <a:pt x="379" y="1194"/>
                </a:lnTo>
                <a:lnTo>
                  <a:pt x="379" y="1193"/>
                </a:lnTo>
                <a:lnTo>
                  <a:pt x="380" y="1192"/>
                </a:lnTo>
                <a:lnTo>
                  <a:pt x="381" y="1191"/>
                </a:lnTo>
                <a:lnTo>
                  <a:pt x="381" y="1190"/>
                </a:lnTo>
                <a:lnTo>
                  <a:pt x="383" y="1188"/>
                </a:lnTo>
                <a:lnTo>
                  <a:pt x="383" y="1187"/>
                </a:lnTo>
                <a:lnTo>
                  <a:pt x="384" y="1186"/>
                </a:lnTo>
                <a:lnTo>
                  <a:pt x="386" y="1182"/>
                </a:lnTo>
                <a:lnTo>
                  <a:pt x="387" y="1182"/>
                </a:lnTo>
                <a:lnTo>
                  <a:pt x="388" y="1179"/>
                </a:lnTo>
                <a:lnTo>
                  <a:pt x="389" y="1178"/>
                </a:lnTo>
                <a:lnTo>
                  <a:pt x="391" y="1178"/>
                </a:lnTo>
                <a:lnTo>
                  <a:pt x="393" y="1176"/>
                </a:lnTo>
                <a:lnTo>
                  <a:pt x="396" y="1174"/>
                </a:lnTo>
                <a:lnTo>
                  <a:pt x="397" y="1173"/>
                </a:lnTo>
                <a:lnTo>
                  <a:pt x="399" y="1172"/>
                </a:lnTo>
                <a:lnTo>
                  <a:pt x="401" y="1171"/>
                </a:lnTo>
                <a:lnTo>
                  <a:pt x="402" y="1170"/>
                </a:lnTo>
                <a:lnTo>
                  <a:pt x="405" y="1167"/>
                </a:lnTo>
                <a:lnTo>
                  <a:pt x="410" y="1163"/>
                </a:lnTo>
                <a:lnTo>
                  <a:pt x="411" y="1162"/>
                </a:lnTo>
                <a:lnTo>
                  <a:pt x="411" y="1161"/>
                </a:lnTo>
                <a:lnTo>
                  <a:pt x="412" y="1160"/>
                </a:lnTo>
                <a:lnTo>
                  <a:pt x="414" y="1159"/>
                </a:lnTo>
                <a:lnTo>
                  <a:pt x="416" y="1157"/>
                </a:lnTo>
                <a:lnTo>
                  <a:pt x="417" y="1156"/>
                </a:lnTo>
                <a:lnTo>
                  <a:pt x="422" y="1154"/>
                </a:lnTo>
                <a:lnTo>
                  <a:pt x="424" y="1152"/>
                </a:lnTo>
                <a:lnTo>
                  <a:pt x="426" y="1151"/>
                </a:lnTo>
                <a:lnTo>
                  <a:pt x="428" y="1149"/>
                </a:lnTo>
                <a:lnTo>
                  <a:pt x="430" y="1146"/>
                </a:lnTo>
                <a:lnTo>
                  <a:pt x="431" y="1143"/>
                </a:lnTo>
                <a:lnTo>
                  <a:pt x="432" y="1141"/>
                </a:lnTo>
                <a:lnTo>
                  <a:pt x="433" y="1140"/>
                </a:lnTo>
                <a:lnTo>
                  <a:pt x="433" y="1139"/>
                </a:lnTo>
                <a:lnTo>
                  <a:pt x="434" y="1137"/>
                </a:lnTo>
                <a:lnTo>
                  <a:pt x="434" y="1135"/>
                </a:lnTo>
                <a:lnTo>
                  <a:pt x="435" y="1132"/>
                </a:lnTo>
                <a:lnTo>
                  <a:pt x="436" y="1127"/>
                </a:lnTo>
                <a:lnTo>
                  <a:pt x="437" y="1124"/>
                </a:lnTo>
                <a:lnTo>
                  <a:pt x="438" y="1121"/>
                </a:lnTo>
                <a:lnTo>
                  <a:pt x="438" y="1119"/>
                </a:lnTo>
                <a:lnTo>
                  <a:pt x="438" y="1115"/>
                </a:lnTo>
                <a:lnTo>
                  <a:pt x="438" y="1114"/>
                </a:lnTo>
                <a:lnTo>
                  <a:pt x="439" y="1113"/>
                </a:lnTo>
                <a:lnTo>
                  <a:pt x="439" y="1112"/>
                </a:lnTo>
                <a:lnTo>
                  <a:pt x="441" y="1111"/>
                </a:lnTo>
                <a:lnTo>
                  <a:pt x="442" y="1110"/>
                </a:lnTo>
                <a:lnTo>
                  <a:pt x="445" y="1109"/>
                </a:lnTo>
                <a:lnTo>
                  <a:pt x="446" y="1108"/>
                </a:lnTo>
                <a:lnTo>
                  <a:pt x="447" y="1108"/>
                </a:lnTo>
                <a:lnTo>
                  <a:pt x="449" y="1106"/>
                </a:lnTo>
                <a:lnTo>
                  <a:pt x="454" y="1102"/>
                </a:lnTo>
                <a:lnTo>
                  <a:pt x="455" y="1102"/>
                </a:lnTo>
                <a:lnTo>
                  <a:pt x="456" y="1101"/>
                </a:lnTo>
                <a:lnTo>
                  <a:pt x="460" y="1098"/>
                </a:lnTo>
                <a:lnTo>
                  <a:pt x="461" y="1097"/>
                </a:lnTo>
                <a:lnTo>
                  <a:pt x="462" y="1097"/>
                </a:lnTo>
                <a:lnTo>
                  <a:pt x="465" y="1095"/>
                </a:lnTo>
                <a:lnTo>
                  <a:pt x="467" y="1094"/>
                </a:lnTo>
                <a:lnTo>
                  <a:pt x="467" y="1093"/>
                </a:lnTo>
                <a:lnTo>
                  <a:pt x="468" y="1093"/>
                </a:lnTo>
                <a:lnTo>
                  <a:pt x="469" y="1092"/>
                </a:lnTo>
                <a:lnTo>
                  <a:pt x="472" y="1089"/>
                </a:lnTo>
                <a:lnTo>
                  <a:pt x="473" y="1087"/>
                </a:lnTo>
                <a:lnTo>
                  <a:pt x="474" y="1087"/>
                </a:lnTo>
                <a:lnTo>
                  <a:pt x="474" y="1086"/>
                </a:lnTo>
                <a:lnTo>
                  <a:pt x="476" y="1082"/>
                </a:lnTo>
                <a:lnTo>
                  <a:pt x="477" y="1080"/>
                </a:lnTo>
                <a:lnTo>
                  <a:pt x="480" y="1074"/>
                </a:lnTo>
                <a:lnTo>
                  <a:pt x="480" y="1073"/>
                </a:lnTo>
                <a:lnTo>
                  <a:pt x="481" y="1072"/>
                </a:lnTo>
                <a:lnTo>
                  <a:pt x="482" y="1071"/>
                </a:lnTo>
                <a:lnTo>
                  <a:pt x="483" y="1068"/>
                </a:lnTo>
                <a:lnTo>
                  <a:pt x="485" y="1066"/>
                </a:lnTo>
                <a:lnTo>
                  <a:pt x="485" y="1065"/>
                </a:lnTo>
                <a:lnTo>
                  <a:pt x="486" y="1063"/>
                </a:lnTo>
                <a:lnTo>
                  <a:pt x="486" y="1062"/>
                </a:lnTo>
                <a:lnTo>
                  <a:pt x="487" y="1062"/>
                </a:lnTo>
                <a:lnTo>
                  <a:pt x="487" y="1061"/>
                </a:lnTo>
                <a:lnTo>
                  <a:pt x="489" y="1057"/>
                </a:lnTo>
                <a:lnTo>
                  <a:pt x="490" y="1053"/>
                </a:lnTo>
                <a:lnTo>
                  <a:pt x="490" y="1052"/>
                </a:lnTo>
                <a:lnTo>
                  <a:pt x="491" y="1052"/>
                </a:lnTo>
                <a:lnTo>
                  <a:pt x="491" y="1051"/>
                </a:lnTo>
                <a:lnTo>
                  <a:pt x="492" y="1051"/>
                </a:lnTo>
                <a:lnTo>
                  <a:pt x="492" y="1050"/>
                </a:lnTo>
                <a:lnTo>
                  <a:pt x="495" y="1046"/>
                </a:lnTo>
                <a:lnTo>
                  <a:pt x="497" y="1043"/>
                </a:lnTo>
                <a:lnTo>
                  <a:pt x="498" y="1042"/>
                </a:lnTo>
                <a:lnTo>
                  <a:pt x="499" y="1040"/>
                </a:lnTo>
                <a:lnTo>
                  <a:pt x="501" y="1037"/>
                </a:lnTo>
                <a:lnTo>
                  <a:pt x="503" y="1035"/>
                </a:lnTo>
                <a:lnTo>
                  <a:pt x="504" y="1033"/>
                </a:lnTo>
                <a:lnTo>
                  <a:pt x="504" y="1032"/>
                </a:lnTo>
                <a:lnTo>
                  <a:pt x="505" y="1031"/>
                </a:lnTo>
                <a:lnTo>
                  <a:pt x="506" y="1028"/>
                </a:lnTo>
                <a:lnTo>
                  <a:pt x="508" y="1026"/>
                </a:lnTo>
                <a:lnTo>
                  <a:pt x="508" y="1025"/>
                </a:lnTo>
                <a:lnTo>
                  <a:pt x="511" y="1022"/>
                </a:lnTo>
                <a:lnTo>
                  <a:pt x="511" y="1021"/>
                </a:lnTo>
                <a:lnTo>
                  <a:pt x="512" y="1020"/>
                </a:lnTo>
                <a:lnTo>
                  <a:pt x="512" y="1019"/>
                </a:lnTo>
                <a:lnTo>
                  <a:pt x="512" y="1018"/>
                </a:lnTo>
                <a:lnTo>
                  <a:pt x="513" y="1017"/>
                </a:lnTo>
                <a:lnTo>
                  <a:pt x="513" y="1016"/>
                </a:lnTo>
                <a:lnTo>
                  <a:pt x="514" y="1015"/>
                </a:lnTo>
                <a:lnTo>
                  <a:pt x="515" y="1014"/>
                </a:lnTo>
                <a:lnTo>
                  <a:pt x="515" y="1013"/>
                </a:lnTo>
                <a:lnTo>
                  <a:pt x="519" y="1007"/>
                </a:lnTo>
                <a:lnTo>
                  <a:pt x="520" y="1005"/>
                </a:lnTo>
                <a:lnTo>
                  <a:pt x="521" y="1004"/>
                </a:lnTo>
                <a:lnTo>
                  <a:pt x="522" y="1002"/>
                </a:lnTo>
                <a:lnTo>
                  <a:pt x="523" y="1002"/>
                </a:lnTo>
                <a:lnTo>
                  <a:pt x="524" y="1000"/>
                </a:lnTo>
                <a:lnTo>
                  <a:pt x="524" y="999"/>
                </a:lnTo>
                <a:lnTo>
                  <a:pt x="525" y="998"/>
                </a:lnTo>
                <a:lnTo>
                  <a:pt x="525" y="997"/>
                </a:lnTo>
                <a:lnTo>
                  <a:pt x="526" y="997"/>
                </a:lnTo>
                <a:lnTo>
                  <a:pt x="526" y="996"/>
                </a:lnTo>
                <a:lnTo>
                  <a:pt x="526" y="995"/>
                </a:lnTo>
                <a:lnTo>
                  <a:pt x="527" y="995"/>
                </a:lnTo>
                <a:lnTo>
                  <a:pt x="528" y="994"/>
                </a:lnTo>
                <a:lnTo>
                  <a:pt x="528" y="993"/>
                </a:lnTo>
                <a:lnTo>
                  <a:pt x="529" y="993"/>
                </a:lnTo>
                <a:lnTo>
                  <a:pt x="531" y="991"/>
                </a:lnTo>
                <a:lnTo>
                  <a:pt x="532" y="989"/>
                </a:lnTo>
                <a:lnTo>
                  <a:pt x="533" y="988"/>
                </a:lnTo>
                <a:lnTo>
                  <a:pt x="534" y="988"/>
                </a:lnTo>
                <a:lnTo>
                  <a:pt x="534" y="987"/>
                </a:lnTo>
                <a:lnTo>
                  <a:pt x="535" y="986"/>
                </a:lnTo>
                <a:lnTo>
                  <a:pt x="537" y="983"/>
                </a:lnTo>
                <a:lnTo>
                  <a:pt x="543" y="976"/>
                </a:lnTo>
                <a:lnTo>
                  <a:pt x="544" y="976"/>
                </a:lnTo>
                <a:lnTo>
                  <a:pt x="544" y="975"/>
                </a:lnTo>
                <a:lnTo>
                  <a:pt x="546" y="971"/>
                </a:lnTo>
                <a:lnTo>
                  <a:pt x="547" y="971"/>
                </a:lnTo>
                <a:lnTo>
                  <a:pt x="548" y="971"/>
                </a:lnTo>
                <a:lnTo>
                  <a:pt x="549" y="972"/>
                </a:lnTo>
                <a:lnTo>
                  <a:pt x="550" y="972"/>
                </a:lnTo>
                <a:lnTo>
                  <a:pt x="551" y="973"/>
                </a:lnTo>
                <a:lnTo>
                  <a:pt x="552" y="973"/>
                </a:lnTo>
                <a:lnTo>
                  <a:pt x="553" y="973"/>
                </a:lnTo>
                <a:lnTo>
                  <a:pt x="553" y="974"/>
                </a:lnTo>
                <a:lnTo>
                  <a:pt x="554" y="974"/>
                </a:lnTo>
                <a:lnTo>
                  <a:pt x="554" y="975"/>
                </a:lnTo>
                <a:lnTo>
                  <a:pt x="555" y="976"/>
                </a:lnTo>
                <a:lnTo>
                  <a:pt x="555" y="977"/>
                </a:lnTo>
                <a:lnTo>
                  <a:pt x="555" y="978"/>
                </a:lnTo>
                <a:lnTo>
                  <a:pt x="555" y="979"/>
                </a:lnTo>
                <a:lnTo>
                  <a:pt x="556" y="980"/>
                </a:lnTo>
                <a:lnTo>
                  <a:pt x="556" y="981"/>
                </a:lnTo>
                <a:lnTo>
                  <a:pt x="556" y="982"/>
                </a:lnTo>
                <a:lnTo>
                  <a:pt x="555" y="982"/>
                </a:lnTo>
                <a:lnTo>
                  <a:pt x="555" y="983"/>
                </a:lnTo>
                <a:lnTo>
                  <a:pt x="555" y="985"/>
                </a:lnTo>
                <a:lnTo>
                  <a:pt x="556" y="986"/>
                </a:lnTo>
                <a:lnTo>
                  <a:pt x="558" y="988"/>
                </a:lnTo>
                <a:lnTo>
                  <a:pt x="559" y="989"/>
                </a:lnTo>
                <a:lnTo>
                  <a:pt x="560" y="989"/>
                </a:lnTo>
                <a:lnTo>
                  <a:pt x="560" y="990"/>
                </a:lnTo>
                <a:lnTo>
                  <a:pt x="561" y="990"/>
                </a:lnTo>
                <a:lnTo>
                  <a:pt x="560" y="990"/>
                </a:lnTo>
                <a:lnTo>
                  <a:pt x="560" y="991"/>
                </a:lnTo>
                <a:lnTo>
                  <a:pt x="560" y="992"/>
                </a:lnTo>
                <a:lnTo>
                  <a:pt x="559" y="992"/>
                </a:lnTo>
                <a:lnTo>
                  <a:pt x="558" y="992"/>
                </a:lnTo>
                <a:lnTo>
                  <a:pt x="558" y="993"/>
                </a:lnTo>
                <a:lnTo>
                  <a:pt x="558" y="994"/>
                </a:lnTo>
                <a:lnTo>
                  <a:pt x="558" y="995"/>
                </a:lnTo>
                <a:lnTo>
                  <a:pt x="559" y="995"/>
                </a:lnTo>
                <a:lnTo>
                  <a:pt x="560" y="996"/>
                </a:lnTo>
                <a:lnTo>
                  <a:pt x="560" y="997"/>
                </a:lnTo>
                <a:lnTo>
                  <a:pt x="561" y="997"/>
                </a:lnTo>
                <a:lnTo>
                  <a:pt x="561" y="998"/>
                </a:lnTo>
                <a:lnTo>
                  <a:pt x="561" y="999"/>
                </a:lnTo>
                <a:lnTo>
                  <a:pt x="562" y="1000"/>
                </a:lnTo>
                <a:lnTo>
                  <a:pt x="562" y="1001"/>
                </a:lnTo>
                <a:lnTo>
                  <a:pt x="561" y="1002"/>
                </a:lnTo>
                <a:lnTo>
                  <a:pt x="560" y="1002"/>
                </a:lnTo>
                <a:lnTo>
                  <a:pt x="561" y="1003"/>
                </a:lnTo>
                <a:lnTo>
                  <a:pt x="562" y="1004"/>
                </a:lnTo>
                <a:lnTo>
                  <a:pt x="562" y="1005"/>
                </a:lnTo>
                <a:lnTo>
                  <a:pt x="562" y="1006"/>
                </a:lnTo>
                <a:lnTo>
                  <a:pt x="562" y="1007"/>
                </a:lnTo>
                <a:lnTo>
                  <a:pt x="563" y="1007"/>
                </a:lnTo>
                <a:lnTo>
                  <a:pt x="563" y="1008"/>
                </a:lnTo>
                <a:lnTo>
                  <a:pt x="564" y="1009"/>
                </a:lnTo>
                <a:lnTo>
                  <a:pt x="565" y="1011"/>
                </a:lnTo>
                <a:lnTo>
                  <a:pt x="566" y="1012"/>
                </a:lnTo>
                <a:lnTo>
                  <a:pt x="567" y="1013"/>
                </a:lnTo>
                <a:lnTo>
                  <a:pt x="567" y="1012"/>
                </a:lnTo>
                <a:lnTo>
                  <a:pt x="569" y="1013"/>
                </a:lnTo>
                <a:lnTo>
                  <a:pt x="568" y="1014"/>
                </a:lnTo>
                <a:lnTo>
                  <a:pt x="568" y="1015"/>
                </a:lnTo>
                <a:lnTo>
                  <a:pt x="570" y="1017"/>
                </a:lnTo>
                <a:lnTo>
                  <a:pt x="571" y="1017"/>
                </a:lnTo>
                <a:lnTo>
                  <a:pt x="572" y="1019"/>
                </a:lnTo>
                <a:lnTo>
                  <a:pt x="572" y="1020"/>
                </a:lnTo>
                <a:lnTo>
                  <a:pt x="573" y="1020"/>
                </a:lnTo>
                <a:lnTo>
                  <a:pt x="574" y="1020"/>
                </a:lnTo>
                <a:lnTo>
                  <a:pt x="575" y="1020"/>
                </a:lnTo>
                <a:lnTo>
                  <a:pt x="576" y="1021"/>
                </a:lnTo>
                <a:lnTo>
                  <a:pt x="576" y="1022"/>
                </a:lnTo>
                <a:lnTo>
                  <a:pt x="576" y="1023"/>
                </a:lnTo>
                <a:lnTo>
                  <a:pt x="577" y="1024"/>
                </a:lnTo>
                <a:lnTo>
                  <a:pt x="577" y="1025"/>
                </a:lnTo>
                <a:lnTo>
                  <a:pt x="579" y="1025"/>
                </a:lnTo>
                <a:lnTo>
                  <a:pt x="579" y="1024"/>
                </a:lnTo>
                <a:lnTo>
                  <a:pt x="580" y="1024"/>
                </a:lnTo>
                <a:lnTo>
                  <a:pt x="580" y="1025"/>
                </a:lnTo>
                <a:lnTo>
                  <a:pt x="580" y="1026"/>
                </a:lnTo>
                <a:lnTo>
                  <a:pt x="581" y="1026"/>
                </a:lnTo>
                <a:lnTo>
                  <a:pt x="581" y="1028"/>
                </a:lnTo>
                <a:lnTo>
                  <a:pt x="581" y="1029"/>
                </a:lnTo>
                <a:lnTo>
                  <a:pt x="580" y="1029"/>
                </a:lnTo>
                <a:lnTo>
                  <a:pt x="580" y="1030"/>
                </a:lnTo>
                <a:lnTo>
                  <a:pt x="579" y="1030"/>
                </a:lnTo>
                <a:lnTo>
                  <a:pt x="579" y="1031"/>
                </a:lnTo>
                <a:lnTo>
                  <a:pt x="580" y="1031"/>
                </a:lnTo>
                <a:lnTo>
                  <a:pt x="580" y="1032"/>
                </a:lnTo>
                <a:lnTo>
                  <a:pt x="581" y="1033"/>
                </a:lnTo>
                <a:lnTo>
                  <a:pt x="581" y="1034"/>
                </a:lnTo>
                <a:lnTo>
                  <a:pt x="581" y="1035"/>
                </a:lnTo>
                <a:lnTo>
                  <a:pt x="581" y="1036"/>
                </a:lnTo>
                <a:lnTo>
                  <a:pt x="582" y="1037"/>
                </a:lnTo>
                <a:lnTo>
                  <a:pt x="583" y="1037"/>
                </a:lnTo>
                <a:lnTo>
                  <a:pt x="583" y="1038"/>
                </a:lnTo>
                <a:lnTo>
                  <a:pt x="585" y="1038"/>
                </a:lnTo>
                <a:lnTo>
                  <a:pt x="585" y="1037"/>
                </a:lnTo>
                <a:lnTo>
                  <a:pt x="586" y="1038"/>
                </a:lnTo>
                <a:lnTo>
                  <a:pt x="587" y="1038"/>
                </a:lnTo>
                <a:lnTo>
                  <a:pt x="588" y="1038"/>
                </a:lnTo>
                <a:lnTo>
                  <a:pt x="588" y="1037"/>
                </a:lnTo>
                <a:lnTo>
                  <a:pt x="588" y="1036"/>
                </a:lnTo>
                <a:lnTo>
                  <a:pt x="588" y="1037"/>
                </a:lnTo>
                <a:lnTo>
                  <a:pt x="589" y="1037"/>
                </a:lnTo>
                <a:lnTo>
                  <a:pt x="588" y="1038"/>
                </a:lnTo>
                <a:lnTo>
                  <a:pt x="589" y="1038"/>
                </a:lnTo>
                <a:lnTo>
                  <a:pt x="589" y="1037"/>
                </a:lnTo>
                <a:lnTo>
                  <a:pt x="590" y="1039"/>
                </a:lnTo>
                <a:lnTo>
                  <a:pt x="590" y="1040"/>
                </a:lnTo>
                <a:lnTo>
                  <a:pt x="589" y="1040"/>
                </a:lnTo>
                <a:lnTo>
                  <a:pt x="589" y="1041"/>
                </a:lnTo>
                <a:lnTo>
                  <a:pt x="589" y="1042"/>
                </a:lnTo>
                <a:lnTo>
                  <a:pt x="590" y="1043"/>
                </a:lnTo>
                <a:lnTo>
                  <a:pt x="590" y="1044"/>
                </a:lnTo>
                <a:lnTo>
                  <a:pt x="591" y="1044"/>
                </a:lnTo>
                <a:lnTo>
                  <a:pt x="591" y="1045"/>
                </a:lnTo>
                <a:lnTo>
                  <a:pt x="591" y="1046"/>
                </a:lnTo>
                <a:lnTo>
                  <a:pt x="590" y="1046"/>
                </a:lnTo>
                <a:lnTo>
                  <a:pt x="588" y="1047"/>
                </a:lnTo>
                <a:lnTo>
                  <a:pt x="587" y="1048"/>
                </a:lnTo>
                <a:lnTo>
                  <a:pt x="586" y="1048"/>
                </a:lnTo>
                <a:lnTo>
                  <a:pt x="586" y="1049"/>
                </a:lnTo>
                <a:lnTo>
                  <a:pt x="586" y="1050"/>
                </a:lnTo>
                <a:lnTo>
                  <a:pt x="587" y="1050"/>
                </a:lnTo>
                <a:lnTo>
                  <a:pt x="587" y="1051"/>
                </a:lnTo>
                <a:lnTo>
                  <a:pt x="587" y="1052"/>
                </a:lnTo>
                <a:lnTo>
                  <a:pt x="586" y="1052"/>
                </a:lnTo>
                <a:lnTo>
                  <a:pt x="585" y="1052"/>
                </a:lnTo>
                <a:lnTo>
                  <a:pt x="585" y="1053"/>
                </a:lnTo>
                <a:lnTo>
                  <a:pt x="586" y="1054"/>
                </a:lnTo>
                <a:lnTo>
                  <a:pt x="586" y="1055"/>
                </a:lnTo>
                <a:lnTo>
                  <a:pt x="586" y="1056"/>
                </a:lnTo>
                <a:lnTo>
                  <a:pt x="585" y="1056"/>
                </a:lnTo>
                <a:lnTo>
                  <a:pt x="586" y="1056"/>
                </a:lnTo>
                <a:lnTo>
                  <a:pt x="587" y="1057"/>
                </a:lnTo>
                <a:lnTo>
                  <a:pt x="588" y="1057"/>
                </a:lnTo>
                <a:lnTo>
                  <a:pt x="588" y="1056"/>
                </a:lnTo>
                <a:lnTo>
                  <a:pt x="588" y="1055"/>
                </a:lnTo>
                <a:lnTo>
                  <a:pt x="588" y="1054"/>
                </a:lnTo>
                <a:lnTo>
                  <a:pt x="589" y="1053"/>
                </a:lnTo>
                <a:lnTo>
                  <a:pt x="590" y="1053"/>
                </a:lnTo>
                <a:lnTo>
                  <a:pt x="591" y="1053"/>
                </a:lnTo>
                <a:lnTo>
                  <a:pt x="592" y="1053"/>
                </a:lnTo>
                <a:lnTo>
                  <a:pt x="592" y="1051"/>
                </a:lnTo>
                <a:lnTo>
                  <a:pt x="593" y="1051"/>
                </a:lnTo>
                <a:lnTo>
                  <a:pt x="593" y="1050"/>
                </a:lnTo>
                <a:lnTo>
                  <a:pt x="593" y="1049"/>
                </a:lnTo>
                <a:lnTo>
                  <a:pt x="592" y="1049"/>
                </a:lnTo>
                <a:lnTo>
                  <a:pt x="592" y="1048"/>
                </a:lnTo>
                <a:lnTo>
                  <a:pt x="592" y="1047"/>
                </a:lnTo>
                <a:lnTo>
                  <a:pt x="593" y="1046"/>
                </a:lnTo>
                <a:lnTo>
                  <a:pt x="594" y="1047"/>
                </a:lnTo>
                <a:lnTo>
                  <a:pt x="595" y="1047"/>
                </a:lnTo>
                <a:lnTo>
                  <a:pt x="596" y="1047"/>
                </a:lnTo>
                <a:lnTo>
                  <a:pt x="596" y="1046"/>
                </a:lnTo>
                <a:lnTo>
                  <a:pt x="596" y="1045"/>
                </a:lnTo>
                <a:lnTo>
                  <a:pt x="596" y="1044"/>
                </a:lnTo>
                <a:lnTo>
                  <a:pt x="596" y="1043"/>
                </a:lnTo>
                <a:lnTo>
                  <a:pt x="597" y="1043"/>
                </a:lnTo>
                <a:lnTo>
                  <a:pt x="597" y="1042"/>
                </a:lnTo>
                <a:lnTo>
                  <a:pt x="598" y="1042"/>
                </a:lnTo>
                <a:lnTo>
                  <a:pt x="598" y="1040"/>
                </a:lnTo>
                <a:lnTo>
                  <a:pt x="597" y="1039"/>
                </a:lnTo>
                <a:lnTo>
                  <a:pt x="596" y="1038"/>
                </a:lnTo>
                <a:lnTo>
                  <a:pt x="595" y="1038"/>
                </a:lnTo>
                <a:lnTo>
                  <a:pt x="595" y="1037"/>
                </a:lnTo>
                <a:lnTo>
                  <a:pt x="596" y="1037"/>
                </a:lnTo>
                <a:lnTo>
                  <a:pt x="597" y="1037"/>
                </a:lnTo>
                <a:lnTo>
                  <a:pt x="597" y="1036"/>
                </a:lnTo>
                <a:lnTo>
                  <a:pt x="597" y="1035"/>
                </a:lnTo>
                <a:lnTo>
                  <a:pt x="596" y="1035"/>
                </a:lnTo>
                <a:lnTo>
                  <a:pt x="595" y="1034"/>
                </a:lnTo>
                <a:lnTo>
                  <a:pt x="595" y="1033"/>
                </a:lnTo>
                <a:lnTo>
                  <a:pt x="596" y="1033"/>
                </a:lnTo>
                <a:lnTo>
                  <a:pt x="597" y="1032"/>
                </a:lnTo>
                <a:lnTo>
                  <a:pt x="598" y="1031"/>
                </a:lnTo>
                <a:lnTo>
                  <a:pt x="599" y="1029"/>
                </a:lnTo>
                <a:lnTo>
                  <a:pt x="599" y="1028"/>
                </a:lnTo>
                <a:lnTo>
                  <a:pt x="598" y="1028"/>
                </a:lnTo>
                <a:lnTo>
                  <a:pt x="598" y="1026"/>
                </a:lnTo>
                <a:lnTo>
                  <a:pt x="599" y="1026"/>
                </a:lnTo>
                <a:lnTo>
                  <a:pt x="599" y="1025"/>
                </a:lnTo>
                <a:lnTo>
                  <a:pt x="599" y="1024"/>
                </a:lnTo>
                <a:lnTo>
                  <a:pt x="599" y="1023"/>
                </a:lnTo>
                <a:lnTo>
                  <a:pt x="598" y="1023"/>
                </a:lnTo>
                <a:lnTo>
                  <a:pt x="598" y="1022"/>
                </a:lnTo>
                <a:lnTo>
                  <a:pt x="599" y="1022"/>
                </a:lnTo>
                <a:lnTo>
                  <a:pt x="599" y="1021"/>
                </a:lnTo>
                <a:lnTo>
                  <a:pt x="599" y="1020"/>
                </a:lnTo>
                <a:lnTo>
                  <a:pt x="600" y="1020"/>
                </a:lnTo>
                <a:lnTo>
                  <a:pt x="600" y="1019"/>
                </a:lnTo>
                <a:lnTo>
                  <a:pt x="601" y="1019"/>
                </a:lnTo>
                <a:lnTo>
                  <a:pt x="601" y="1018"/>
                </a:lnTo>
                <a:lnTo>
                  <a:pt x="600" y="1017"/>
                </a:lnTo>
                <a:lnTo>
                  <a:pt x="600" y="1016"/>
                </a:lnTo>
                <a:lnTo>
                  <a:pt x="598" y="1016"/>
                </a:lnTo>
                <a:lnTo>
                  <a:pt x="597" y="1016"/>
                </a:lnTo>
                <a:lnTo>
                  <a:pt x="597" y="1015"/>
                </a:lnTo>
                <a:lnTo>
                  <a:pt x="597" y="1014"/>
                </a:lnTo>
                <a:lnTo>
                  <a:pt x="597" y="1012"/>
                </a:lnTo>
                <a:lnTo>
                  <a:pt x="597" y="1011"/>
                </a:lnTo>
                <a:lnTo>
                  <a:pt x="598" y="1011"/>
                </a:lnTo>
                <a:lnTo>
                  <a:pt x="599" y="1011"/>
                </a:lnTo>
                <a:lnTo>
                  <a:pt x="599" y="1010"/>
                </a:lnTo>
                <a:lnTo>
                  <a:pt x="599" y="1009"/>
                </a:lnTo>
                <a:lnTo>
                  <a:pt x="598" y="1009"/>
                </a:lnTo>
                <a:lnTo>
                  <a:pt x="598" y="1008"/>
                </a:lnTo>
                <a:lnTo>
                  <a:pt x="597" y="1009"/>
                </a:lnTo>
                <a:lnTo>
                  <a:pt x="597" y="1008"/>
                </a:lnTo>
                <a:lnTo>
                  <a:pt x="596" y="1008"/>
                </a:lnTo>
                <a:lnTo>
                  <a:pt x="597" y="1007"/>
                </a:lnTo>
                <a:lnTo>
                  <a:pt x="596" y="1007"/>
                </a:lnTo>
                <a:lnTo>
                  <a:pt x="596" y="1006"/>
                </a:lnTo>
                <a:lnTo>
                  <a:pt x="596" y="1005"/>
                </a:lnTo>
                <a:lnTo>
                  <a:pt x="595" y="1005"/>
                </a:lnTo>
                <a:lnTo>
                  <a:pt x="594" y="1005"/>
                </a:lnTo>
                <a:lnTo>
                  <a:pt x="593" y="1005"/>
                </a:lnTo>
                <a:lnTo>
                  <a:pt x="593" y="1004"/>
                </a:lnTo>
                <a:lnTo>
                  <a:pt x="592" y="1003"/>
                </a:lnTo>
                <a:lnTo>
                  <a:pt x="592" y="1002"/>
                </a:lnTo>
                <a:lnTo>
                  <a:pt x="593" y="1001"/>
                </a:lnTo>
                <a:lnTo>
                  <a:pt x="593" y="1000"/>
                </a:lnTo>
                <a:lnTo>
                  <a:pt x="592" y="1000"/>
                </a:lnTo>
                <a:lnTo>
                  <a:pt x="592" y="999"/>
                </a:lnTo>
                <a:lnTo>
                  <a:pt x="592" y="998"/>
                </a:lnTo>
                <a:lnTo>
                  <a:pt x="591" y="998"/>
                </a:lnTo>
                <a:lnTo>
                  <a:pt x="591" y="997"/>
                </a:lnTo>
                <a:lnTo>
                  <a:pt x="590" y="997"/>
                </a:lnTo>
                <a:lnTo>
                  <a:pt x="589" y="997"/>
                </a:lnTo>
                <a:lnTo>
                  <a:pt x="588" y="996"/>
                </a:lnTo>
                <a:lnTo>
                  <a:pt x="587" y="996"/>
                </a:lnTo>
                <a:lnTo>
                  <a:pt x="587" y="995"/>
                </a:lnTo>
                <a:lnTo>
                  <a:pt x="587" y="994"/>
                </a:lnTo>
                <a:lnTo>
                  <a:pt x="588" y="994"/>
                </a:lnTo>
                <a:lnTo>
                  <a:pt x="588" y="993"/>
                </a:lnTo>
                <a:lnTo>
                  <a:pt x="588" y="992"/>
                </a:lnTo>
                <a:lnTo>
                  <a:pt x="587" y="992"/>
                </a:lnTo>
                <a:lnTo>
                  <a:pt x="587" y="991"/>
                </a:lnTo>
                <a:lnTo>
                  <a:pt x="587" y="990"/>
                </a:lnTo>
                <a:lnTo>
                  <a:pt x="587" y="989"/>
                </a:lnTo>
                <a:lnTo>
                  <a:pt x="587" y="988"/>
                </a:lnTo>
                <a:lnTo>
                  <a:pt x="587" y="987"/>
                </a:lnTo>
                <a:lnTo>
                  <a:pt x="587" y="986"/>
                </a:lnTo>
                <a:lnTo>
                  <a:pt x="586" y="986"/>
                </a:lnTo>
                <a:lnTo>
                  <a:pt x="586" y="985"/>
                </a:lnTo>
                <a:lnTo>
                  <a:pt x="585" y="984"/>
                </a:lnTo>
                <a:lnTo>
                  <a:pt x="584" y="983"/>
                </a:lnTo>
                <a:lnTo>
                  <a:pt x="583" y="983"/>
                </a:lnTo>
                <a:lnTo>
                  <a:pt x="583" y="982"/>
                </a:lnTo>
                <a:lnTo>
                  <a:pt x="583" y="981"/>
                </a:lnTo>
                <a:lnTo>
                  <a:pt x="584" y="981"/>
                </a:lnTo>
                <a:lnTo>
                  <a:pt x="585" y="981"/>
                </a:lnTo>
                <a:lnTo>
                  <a:pt x="586" y="981"/>
                </a:lnTo>
                <a:lnTo>
                  <a:pt x="586" y="980"/>
                </a:lnTo>
                <a:lnTo>
                  <a:pt x="587" y="979"/>
                </a:lnTo>
                <a:lnTo>
                  <a:pt x="587" y="978"/>
                </a:lnTo>
                <a:lnTo>
                  <a:pt x="589" y="978"/>
                </a:lnTo>
                <a:lnTo>
                  <a:pt x="589" y="977"/>
                </a:lnTo>
                <a:lnTo>
                  <a:pt x="589" y="976"/>
                </a:lnTo>
                <a:lnTo>
                  <a:pt x="588" y="976"/>
                </a:lnTo>
                <a:lnTo>
                  <a:pt x="587" y="976"/>
                </a:lnTo>
                <a:lnTo>
                  <a:pt x="586" y="975"/>
                </a:lnTo>
                <a:lnTo>
                  <a:pt x="586" y="974"/>
                </a:lnTo>
                <a:lnTo>
                  <a:pt x="586" y="972"/>
                </a:lnTo>
                <a:lnTo>
                  <a:pt x="585" y="972"/>
                </a:lnTo>
                <a:lnTo>
                  <a:pt x="585" y="971"/>
                </a:lnTo>
                <a:lnTo>
                  <a:pt x="584" y="969"/>
                </a:lnTo>
                <a:lnTo>
                  <a:pt x="584" y="968"/>
                </a:lnTo>
                <a:lnTo>
                  <a:pt x="584" y="967"/>
                </a:lnTo>
                <a:lnTo>
                  <a:pt x="584" y="966"/>
                </a:lnTo>
                <a:lnTo>
                  <a:pt x="585" y="966"/>
                </a:lnTo>
                <a:lnTo>
                  <a:pt x="585" y="965"/>
                </a:lnTo>
                <a:lnTo>
                  <a:pt x="586" y="964"/>
                </a:lnTo>
                <a:lnTo>
                  <a:pt x="585" y="963"/>
                </a:lnTo>
                <a:lnTo>
                  <a:pt x="584" y="963"/>
                </a:lnTo>
                <a:lnTo>
                  <a:pt x="584" y="962"/>
                </a:lnTo>
                <a:lnTo>
                  <a:pt x="583" y="962"/>
                </a:lnTo>
                <a:lnTo>
                  <a:pt x="582" y="962"/>
                </a:lnTo>
                <a:lnTo>
                  <a:pt x="581" y="959"/>
                </a:lnTo>
                <a:lnTo>
                  <a:pt x="582" y="955"/>
                </a:lnTo>
                <a:lnTo>
                  <a:pt x="583" y="954"/>
                </a:lnTo>
                <a:lnTo>
                  <a:pt x="585" y="953"/>
                </a:lnTo>
                <a:lnTo>
                  <a:pt x="585" y="952"/>
                </a:lnTo>
                <a:lnTo>
                  <a:pt x="586" y="952"/>
                </a:lnTo>
                <a:lnTo>
                  <a:pt x="586" y="951"/>
                </a:lnTo>
                <a:lnTo>
                  <a:pt x="587" y="948"/>
                </a:lnTo>
                <a:lnTo>
                  <a:pt x="586" y="946"/>
                </a:lnTo>
                <a:lnTo>
                  <a:pt x="587" y="945"/>
                </a:lnTo>
                <a:lnTo>
                  <a:pt x="588" y="944"/>
                </a:lnTo>
                <a:lnTo>
                  <a:pt x="588" y="943"/>
                </a:lnTo>
                <a:lnTo>
                  <a:pt x="589" y="943"/>
                </a:lnTo>
                <a:lnTo>
                  <a:pt x="589" y="941"/>
                </a:lnTo>
                <a:lnTo>
                  <a:pt x="588" y="938"/>
                </a:lnTo>
                <a:lnTo>
                  <a:pt x="588" y="937"/>
                </a:lnTo>
                <a:lnTo>
                  <a:pt x="588" y="936"/>
                </a:lnTo>
                <a:lnTo>
                  <a:pt x="589" y="936"/>
                </a:lnTo>
                <a:lnTo>
                  <a:pt x="589" y="935"/>
                </a:lnTo>
                <a:lnTo>
                  <a:pt x="589" y="932"/>
                </a:lnTo>
                <a:lnTo>
                  <a:pt x="589" y="928"/>
                </a:lnTo>
                <a:lnTo>
                  <a:pt x="589" y="927"/>
                </a:lnTo>
                <a:lnTo>
                  <a:pt x="588" y="927"/>
                </a:lnTo>
                <a:lnTo>
                  <a:pt x="588" y="925"/>
                </a:lnTo>
                <a:lnTo>
                  <a:pt x="586" y="922"/>
                </a:lnTo>
                <a:lnTo>
                  <a:pt x="586" y="920"/>
                </a:lnTo>
                <a:lnTo>
                  <a:pt x="586" y="919"/>
                </a:lnTo>
                <a:lnTo>
                  <a:pt x="586" y="918"/>
                </a:lnTo>
                <a:lnTo>
                  <a:pt x="586" y="917"/>
                </a:lnTo>
                <a:lnTo>
                  <a:pt x="586" y="916"/>
                </a:lnTo>
                <a:lnTo>
                  <a:pt x="586" y="915"/>
                </a:lnTo>
                <a:lnTo>
                  <a:pt x="588" y="913"/>
                </a:lnTo>
                <a:lnTo>
                  <a:pt x="589" y="913"/>
                </a:lnTo>
                <a:lnTo>
                  <a:pt x="589" y="912"/>
                </a:lnTo>
                <a:lnTo>
                  <a:pt x="589" y="911"/>
                </a:lnTo>
                <a:lnTo>
                  <a:pt x="589" y="910"/>
                </a:lnTo>
                <a:lnTo>
                  <a:pt x="588" y="908"/>
                </a:lnTo>
                <a:lnTo>
                  <a:pt x="587" y="907"/>
                </a:lnTo>
                <a:lnTo>
                  <a:pt x="587" y="906"/>
                </a:lnTo>
                <a:lnTo>
                  <a:pt x="587" y="905"/>
                </a:lnTo>
                <a:lnTo>
                  <a:pt x="587" y="904"/>
                </a:lnTo>
                <a:lnTo>
                  <a:pt x="587" y="903"/>
                </a:lnTo>
                <a:lnTo>
                  <a:pt x="588" y="901"/>
                </a:lnTo>
                <a:lnTo>
                  <a:pt x="590" y="899"/>
                </a:lnTo>
                <a:lnTo>
                  <a:pt x="591" y="899"/>
                </a:lnTo>
                <a:lnTo>
                  <a:pt x="592" y="899"/>
                </a:lnTo>
                <a:lnTo>
                  <a:pt x="593" y="894"/>
                </a:lnTo>
                <a:lnTo>
                  <a:pt x="593" y="889"/>
                </a:lnTo>
                <a:lnTo>
                  <a:pt x="592" y="888"/>
                </a:lnTo>
                <a:lnTo>
                  <a:pt x="592" y="886"/>
                </a:lnTo>
                <a:lnTo>
                  <a:pt x="592" y="884"/>
                </a:lnTo>
                <a:lnTo>
                  <a:pt x="593" y="882"/>
                </a:lnTo>
                <a:lnTo>
                  <a:pt x="596" y="882"/>
                </a:lnTo>
                <a:lnTo>
                  <a:pt x="597" y="881"/>
                </a:lnTo>
                <a:lnTo>
                  <a:pt x="597" y="880"/>
                </a:lnTo>
                <a:lnTo>
                  <a:pt x="597" y="879"/>
                </a:lnTo>
                <a:lnTo>
                  <a:pt x="597" y="878"/>
                </a:lnTo>
                <a:lnTo>
                  <a:pt x="596" y="878"/>
                </a:lnTo>
                <a:lnTo>
                  <a:pt x="596" y="877"/>
                </a:lnTo>
                <a:lnTo>
                  <a:pt x="595" y="876"/>
                </a:lnTo>
                <a:lnTo>
                  <a:pt x="595" y="875"/>
                </a:lnTo>
                <a:lnTo>
                  <a:pt x="596" y="872"/>
                </a:lnTo>
                <a:lnTo>
                  <a:pt x="596" y="869"/>
                </a:lnTo>
                <a:lnTo>
                  <a:pt x="597" y="868"/>
                </a:lnTo>
                <a:lnTo>
                  <a:pt x="598" y="865"/>
                </a:lnTo>
                <a:lnTo>
                  <a:pt x="599" y="864"/>
                </a:lnTo>
                <a:lnTo>
                  <a:pt x="600" y="863"/>
                </a:lnTo>
                <a:lnTo>
                  <a:pt x="600" y="862"/>
                </a:lnTo>
                <a:lnTo>
                  <a:pt x="600" y="861"/>
                </a:lnTo>
                <a:lnTo>
                  <a:pt x="601" y="860"/>
                </a:lnTo>
                <a:lnTo>
                  <a:pt x="601" y="859"/>
                </a:lnTo>
                <a:lnTo>
                  <a:pt x="600" y="858"/>
                </a:lnTo>
                <a:lnTo>
                  <a:pt x="600" y="857"/>
                </a:lnTo>
                <a:lnTo>
                  <a:pt x="601" y="857"/>
                </a:lnTo>
                <a:lnTo>
                  <a:pt x="601" y="855"/>
                </a:lnTo>
                <a:lnTo>
                  <a:pt x="601" y="854"/>
                </a:lnTo>
                <a:lnTo>
                  <a:pt x="601" y="853"/>
                </a:lnTo>
                <a:lnTo>
                  <a:pt x="600" y="853"/>
                </a:lnTo>
                <a:lnTo>
                  <a:pt x="600" y="852"/>
                </a:lnTo>
                <a:lnTo>
                  <a:pt x="600" y="851"/>
                </a:lnTo>
                <a:lnTo>
                  <a:pt x="601" y="850"/>
                </a:lnTo>
                <a:lnTo>
                  <a:pt x="601" y="849"/>
                </a:lnTo>
                <a:lnTo>
                  <a:pt x="601" y="848"/>
                </a:lnTo>
                <a:lnTo>
                  <a:pt x="601" y="847"/>
                </a:lnTo>
                <a:lnTo>
                  <a:pt x="600" y="847"/>
                </a:lnTo>
                <a:lnTo>
                  <a:pt x="600" y="846"/>
                </a:lnTo>
                <a:lnTo>
                  <a:pt x="599" y="845"/>
                </a:lnTo>
                <a:lnTo>
                  <a:pt x="598" y="844"/>
                </a:lnTo>
                <a:lnTo>
                  <a:pt x="597" y="843"/>
                </a:lnTo>
                <a:lnTo>
                  <a:pt x="597" y="842"/>
                </a:lnTo>
                <a:lnTo>
                  <a:pt x="597" y="841"/>
                </a:lnTo>
                <a:lnTo>
                  <a:pt x="597" y="840"/>
                </a:lnTo>
                <a:lnTo>
                  <a:pt x="598" y="840"/>
                </a:lnTo>
                <a:lnTo>
                  <a:pt x="599" y="840"/>
                </a:lnTo>
                <a:lnTo>
                  <a:pt x="600" y="839"/>
                </a:lnTo>
                <a:lnTo>
                  <a:pt x="601" y="839"/>
                </a:lnTo>
                <a:lnTo>
                  <a:pt x="601" y="838"/>
                </a:lnTo>
                <a:lnTo>
                  <a:pt x="601" y="837"/>
                </a:lnTo>
                <a:lnTo>
                  <a:pt x="601" y="836"/>
                </a:lnTo>
                <a:lnTo>
                  <a:pt x="602" y="834"/>
                </a:lnTo>
                <a:lnTo>
                  <a:pt x="602" y="830"/>
                </a:lnTo>
                <a:lnTo>
                  <a:pt x="602" y="829"/>
                </a:lnTo>
                <a:lnTo>
                  <a:pt x="604" y="827"/>
                </a:lnTo>
                <a:lnTo>
                  <a:pt x="605" y="827"/>
                </a:lnTo>
                <a:lnTo>
                  <a:pt x="605" y="826"/>
                </a:lnTo>
                <a:lnTo>
                  <a:pt x="606" y="826"/>
                </a:lnTo>
                <a:lnTo>
                  <a:pt x="607" y="825"/>
                </a:lnTo>
                <a:lnTo>
                  <a:pt x="608" y="825"/>
                </a:lnTo>
                <a:lnTo>
                  <a:pt x="609" y="825"/>
                </a:lnTo>
                <a:lnTo>
                  <a:pt x="610" y="825"/>
                </a:lnTo>
                <a:lnTo>
                  <a:pt x="610" y="826"/>
                </a:lnTo>
                <a:lnTo>
                  <a:pt x="612" y="826"/>
                </a:lnTo>
                <a:lnTo>
                  <a:pt x="612" y="827"/>
                </a:lnTo>
                <a:lnTo>
                  <a:pt x="613" y="827"/>
                </a:lnTo>
                <a:lnTo>
                  <a:pt x="614" y="827"/>
                </a:lnTo>
                <a:lnTo>
                  <a:pt x="615" y="827"/>
                </a:lnTo>
                <a:lnTo>
                  <a:pt x="616" y="827"/>
                </a:lnTo>
                <a:lnTo>
                  <a:pt x="617" y="827"/>
                </a:lnTo>
                <a:lnTo>
                  <a:pt x="618" y="827"/>
                </a:lnTo>
                <a:lnTo>
                  <a:pt x="619" y="827"/>
                </a:lnTo>
                <a:lnTo>
                  <a:pt x="619" y="826"/>
                </a:lnTo>
                <a:lnTo>
                  <a:pt x="620" y="825"/>
                </a:lnTo>
                <a:lnTo>
                  <a:pt x="620" y="824"/>
                </a:lnTo>
                <a:lnTo>
                  <a:pt x="621" y="824"/>
                </a:lnTo>
                <a:lnTo>
                  <a:pt x="622" y="824"/>
                </a:lnTo>
                <a:lnTo>
                  <a:pt x="623" y="824"/>
                </a:lnTo>
                <a:lnTo>
                  <a:pt x="624" y="823"/>
                </a:lnTo>
                <a:lnTo>
                  <a:pt x="625" y="823"/>
                </a:lnTo>
                <a:lnTo>
                  <a:pt x="625" y="824"/>
                </a:lnTo>
                <a:lnTo>
                  <a:pt x="625" y="825"/>
                </a:lnTo>
                <a:lnTo>
                  <a:pt x="625" y="826"/>
                </a:lnTo>
                <a:lnTo>
                  <a:pt x="625" y="827"/>
                </a:lnTo>
                <a:lnTo>
                  <a:pt x="626" y="827"/>
                </a:lnTo>
                <a:lnTo>
                  <a:pt x="626" y="828"/>
                </a:lnTo>
                <a:lnTo>
                  <a:pt x="627" y="828"/>
                </a:lnTo>
                <a:lnTo>
                  <a:pt x="628" y="828"/>
                </a:lnTo>
                <a:lnTo>
                  <a:pt x="629" y="829"/>
                </a:lnTo>
                <a:lnTo>
                  <a:pt x="630" y="829"/>
                </a:lnTo>
                <a:lnTo>
                  <a:pt x="631" y="829"/>
                </a:lnTo>
                <a:lnTo>
                  <a:pt x="632" y="829"/>
                </a:lnTo>
                <a:lnTo>
                  <a:pt x="634" y="830"/>
                </a:lnTo>
                <a:lnTo>
                  <a:pt x="635" y="830"/>
                </a:lnTo>
                <a:lnTo>
                  <a:pt x="635" y="831"/>
                </a:lnTo>
                <a:lnTo>
                  <a:pt x="636" y="831"/>
                </a:lnTo>
                <a:lnTo>
                  <a:pt x="637" y="831"/>
                </a:lnTo>
                <a:lnTo>
                  <a:pt x="637" y="830"/>
                </a:lnTo>
                <a:lnTo>
                  <a:pt x="638" y="830"/>
                </a:lnTo>
                <a:lnTo>
                  <a:pt x="638" y="829"/>
                </a:lnTo>
                <a:lnTo>
                  <a:pt x="638" y="828"/>
                </a:lnTo>
                <a:lnTo>
                  <a:pt x="639" y="827"/>
                </a:lnTo>
                <a:lnTo>
                  <a:pt x="640" y="827"/>
                </a:lnTo>
                <a:lnTo>
                  <a:pt x="641" y="827"/>
                </a:lnTo>
                <a:lnTo>
                  <a:pt x="641" y="826"/>
                </a:lnTo>
                <a:lnTo>
                  <a:pt x="642" y="825"/>
                </a:lnTo>
                <a:lnTo>
                  <a:pt x="642" y="824"/>
                </a:lnTo>
                <a:lnTo>
                  <a:pt x="642" y="823"/>
                </a:lnTo>
                <a:lnTo>
                  <a:pt x="642" y="822"/>
                </a:lnTo>
                <a:lnTo>
                  <a:pt x="642" y="821"/>
                </a:lnTo>
                <a:lnTo>
                  <a:pt x="643" y="820"/>
                </a:lnTo>
                <a:lnTo>
                  <a:pt x="644" y="820"/>
                </a:lnTo>
                <a:lnTo>
                  <a:pt x="644" y="819"/>
                </a:lnTo>
                <a:lnTo>
                  <a:pt x="644" y="818"/>
                </a:lnTo>
                <a:lnTo>
                  <a:pt x="644" y="817"/>
                </a:lnTo>
                <a:lnTo>
                  <a:pt x="644" y="816"/>
                </a:lnTo>
                <a:lnTo>
                  <a:pt x="645" y="816"/>
                </a:lnTo>
                <a:lnTo>
                  <a:pt x="647" y="816"/>
                </a:lnTo>
                <a:lnTo>
                  <a:pt x="648" y="816"/>
                </a:lnTo>
                <a:lnTo>
                  <a:pt x="648" y="815"/>
                </a:lnTo>
                <a:lnTo>
                  <a:pt x="648" y="814"/>
                </a:lnTo>
                <a:lnTo>
                  <a:pt x="648" y="813"/>
                </a:lnTo>
                <a:lnTo>
                  <a:pt x="648" y="812"/>
                </a:lnTo>
                <a:lnTo>
                  <a:pt x="648" y="811"/>
                </a:lnTo>
                <a:lnTo>
                  <a:pt x="648" y="810"/>
                </a:lnTo>
                <a:lnTo>
                  <a:pt x="648" y="809"/>
                </a:lnTo>
                <a:lnTo>
                  <a:pt x="648" y="808"/>
                </a:lnTo>
                <a:lnTo>
                  <a:pt x="648" y="807"/>
                </a:lnTo>
                <a:lnTo>
                  <a:pt x="648" y="806"/>
                </a:lnTo>
                <a:lnTo>
                  <a:pt x="647" y="806"/>
                </a:lnTo>
                <a:lnTo>
                  <a:pt x="647" y="805"/>
                </a:lnTo>
                <a:lnTo>
                  <a:pt x="646" y="805"/>
                </a:lnTo>
                <a:lnTo>
                  <a:pt x="645" y="804"/>
                </a:lnTo>
                <a:lnTo>
                  <a:pt x="645" y="803"/>
                </a:lnTo>
                <a:lnTo>
                  <a:pt x="646" y="802"/>
                </a:lnTo>
                <a:lnTo>
                  <a:pt x="647" y="802"/>
                </a:lnTo>
                <a:lnTo>
                  <a:pt x="648" y="802"/>
                </a:lnTo>
                <a:lnTo>
                  <a:pt x="648" y="801"/>
                </a:lnTo>
                <a:lnTo>
                  <a:pt x="647" y="801"/>
                </a:lnTo>
                <a:lnTo>
                  <a:pt x="646" y="801"/>
                </a:lnTo>
                <a:lnTo>
                  <a:pt x="645" y="801"/>
                </a:lnTo>
                <a:lnTo>
                  <a:pt x="645" y="800"/>
                </a:lnTo>
                <a:lnTo>
                  <a:pt x="646" y="800"/>
                </a:lnTo>
                <a:lnTo>
                  <a:pt x="646" y="799"/>
                </a:lnTo>
                <a:lnTo>
                  <a:pt x="645" y="798"/>
                </a:lnTo>
                <a:lnTo>
                  <a:pt x="645" y="799"/>
                </a:lnTo>
                <a:lnTo>
                  <a:pt x="644" y="799"/>
                </a:lnTo>
                <a:lnTo>
                  <a:pt x="644" y="798"/>
                </a:lnTo>
                <a:lnTo>
                  <a:pt x="644" y="797"/>
                </a:lnTo>
                <a:lnTo>
                  <a:pt x="645" y="797"/>
                </a:lnTo>
                <a:lnTo>
                  <a:pt x="645" y="796"/>
                </a:lnTo>
                <a:lnTo>
                  <a:pt x="646" y="795"/>
                </a:lnTo>
                <a:lnTo>
                  <a:pt x="646" y="794"/>
                </a:lnTo>
                <a:lnTo>
                  <a:pt x="646" y="793"/>
                </a:lnTo>
                <a:lnTo>
                  <a:pt x="647" y="792"/>
                </a:lnTo>
                <a:lnTo>
                  <a:pt x="647" y="791"/>
                </a:lnTo>
                <a:lnTo>
                  <a:pt x="648" y="790"/>
                </a:lnTo>
                <a:lnTo>
                  <a:pt x="648" y="789"/>
                </a:lnTo>
                <a:lnTo>
                  <a:pt x="649" y="789"/>
                </a:lnTo>
                <a:lnTo>
                  <a:pt x="649" y="788"/>
                </a:lnTo>
                <a:lnTo>
                  <a:pt x="648" y="788"/>
                </a:lnTo>
                <a:lnTo>
                  <a:pt x="647" y="788"/>
                </a:lnTo>
                <a:lnTo>
                  <a:pt x="647" y="787"/>
                </a:lnTo>
                <a:lnTo>
                  <a:pt x="647" y="786"/>
                </a:lnTo>
                <a:lnTo>
                  <a:pt x="648" y="786"/>
                </a:lnTo>
                <a:lnTo>
                  <a:pt x="648" y="785"/>
                </a:lnTo>
                <a:lnTo>
                  <a:pt x="648" y="784"/>
                </a:lnTo>
                <a:lnTo>
                  <a:pt x="647" y="783"/>
                </a:lnTo>
                <a:lnTo>
                  <a:pt x="646" y="782"/>
                </a:lnTo>
                <a:lnTo>
                  <a:pt x="646" y="781"/>
                </a:lnTo>
                <a:lnTo>
                  <a:pt x="646" y="780"/>
                </a:lnTo>
                <a:lnTo>
                  <a:pt x="647" y="780"/>
                </a:lnTo>
                <a:lnTo>
                  <a:pt x="648" y="780"/>
                </a:lnTo>
                <a:lnTo>
                  <a:pt x="649" y="780"/>
                </a:lnTo>
                <a:lnTo>
                  <a:pt x="649" y="779"/>
                </a:lnTo>
                <a:lnTo>
                  <a:pt x="648" y="779"/>
                </a:lnTo>
                <a:lnTo>
                  <a:pt x="648" y="778"/>
                </a:lnTo>
                <a:lnTo>
                  <a:pt x="648" y="777"/>
                </a:lnTo>
                <a:lnTo>
                  <a:pt x="648" y="776"/>
                </a:lnTo>
                <a:lnTo>
                  <a:pt x="648" y="775"/>
                </a:lnTo>
                <a:lnTo>
                  <a:pt x="647" y="774"/>
                </a:lnTo>
                <a:lnTo>
                  <a:pt x="646" y="774"/>
                </a:lnTo>
                <a:lnTo>
                  <a:pt x="645" y="774"/>
                </a:lnTo>
                <a:lnTo>
                  <a:pt x="645" y="773"/>
                </a:lnTo>
                <a:lnTo>
                  <a:pt x="644" y="773"/>
                </a:lnTo>
                <a:lnTo>
                  <a:pt x="645" y="773"/>
                </a:lnTo>
                <a:lnTo>
                  <a:pt x="645" y="772"/>
                </a:lnTo>
                <a:lnTo>
                  <a:pt x="645" y="771"/>
                </a:lnTo>
                <a:lnTo>
                  <a:pt x="644" y="769"/>
                </a:lnTo>
                <a:lnTo>
                  <a:pt x="644" y="767"/>
                </a:lnTo>
                <a:lnTo>
                  <a:pt x="643" y="766"/>
                </a:lnTo>
                <a:lnTo>
                  <a:pt x="643" y="765"/>
                </a:lnTo>
                <a:lnTo>
                  <a:pt x="644" y="764"/>
                </a:lnTo>
                <a:lnTo>
                  <a:pt x="644" y="763"/>
                </a:lnTo>
                <a:lnTo>
                  <a:pt x="644" y="762"/>
                </a:lnTo>
                <a:lnTo>
                  <a:pt x="644" y="761"/>
                </a:lnTo>
                <a:lnTo>
                  <a:pt x="643" y="761"/>
                </a:lnTo>
                <a:lnTo>
                  <a:pt x="642" y="760"/>
                </a:lnTo>
                <a:lnTo>
                  <a:pt x="640" y="758"/>
                </a:lnTo>
                <a:lnTo>
                  <a:pt x="639" y="757"/>
                </a:lnTo>
                <a:lnTo>
                  <a:pt x="638" y="756"/>
                </a:lnTo>
                <a:lnTo>
                  <a:pt x="637" y="756"/>
                </a:lnTo>
                <a:lnTo>
                  <a:pt x="637" y="755"/>
                </a:lnTo>
                <a:lnTo>
                  <a:pt x="638" y="754"/>
                </a:lnTo>
                <a:lnTo>
                  <a:pt x="639" y="754"/>
                </a:lnTo>
                <a:lnTo>
                  <a:pt x="639" y="753"/>
                </a:lnTo>
                <a:lnTo>
                  <a:pt x="638" y="753"/>
                </a:lnTo>
                <a:lnTo>
                  <a:pt x="638" y="752"/>
                </a:lnTo>
                <a:lnTo>
                  <a:pt x="638" y="753"/>
                </a:lnTo>
                <a:lnTo>
                  <a:pt x="637" y="753"/>
                </a:lnTo>
                <a:lnTo>
                  <a:pt x="636" y="753"/>
                </a:lnTo>
                <a:lnTo>
                  <a:pt x="636" y="752"/>
                </a:lnTo>
                <a:lnTo>
                  <a:pt x="636" y="751"/>
                </a:lnTo>
                <a:lnTo>
                  <a:pt x="636" y="750"/>
                </a:lnTo>
                <a:lnTo>
                  <a:pt x="635" y="750"/>
                </a:lnTo>
                <a:lnTo>
                  <a:pt x="635" y="749"/>
                </a:lnTo>
                <a:lnTo>
                  <a:pt x="634" y="749"/>
                </a:lnTo>
                <a:lnTo>
                  <a:pt x="634" y="748"/>
                </a:lnTo>
                <a:lnTo>
                  <a:pt x="634" y="747"/>
                </a:lnTo>
                <a:lnTo>
                  <a:pt x="633" y="747"/>
                </a:lnTo>
                <a:lnTo>
                  <a:pt x="633" y="746"/>
                </a:lnTo>
                <a:lnTo>
                  <a:pt x="634" y="746"/>
                </a:lnTo>
                <a:lnTo>
                  <a:pt x="635" y="746"/>
                </a:lnTo>
                <a:lnTo>
                  <a:pt x="635" y="747"/>
                </a:lnTo>
                <a:lnTo>
                  <a:pt x="636" y="746"/>
                </a:lnTo>
                <a:lnTo>
                  <a:pt x="636" y="745"/>
                </a:lnTo>
                <a:lnTo>
                  <a:pt x="636" y="744"/>
                </a:lnTo>
                <a:lnTo>
                  <a:pt x="636" y="743"/>
                </a:lnTo>
                <a:lnTo>
                  <a:pt x="635" y="743"/>
                </a:lnTo>
                <a:lnTo>
                  <a:pt x="635" y="742"/>
                </a:lnTo>
                <a:lnTo>
                  <a:pt x="635" y="741"/>
                </a:lnTo>
                <a:lnTo>
                  <a:pt x="633" y="741"/>
                </a:lnTo>
                <a:lnTo>
                  <a:pt x="632" y="741"/>
                </a:lnTo>
                <a:lnTo>
                  <a:pt x="633" y="741"/>
                </a:lnTo>
                <a:lnTo>
                  <a:pt x="633" y="740"/>
                </a:lnTo>
                <a:lnTo>
                  <a:pt x="633" y="739"/>
                </a:lnTo>
                <a:lnTo>
                  <a:pt x="634" y="739"/>
                </a:lnTo>
                <a:lnTo>
                  <a:pt x="635" y="739"/>
                </a:lnTo>
                <a:lnTo>
                  <a:pt x="635" y="738"/>
                </a:lnTo>
                <a:lnTo>
                  <a:pt x="634" y="738"/>
                </a:lnTo>
                <a:lnTo>
                  <a:pt x="634" y="737"/>
                </a:lnTo>
                <a:lnTo>
                  <a:pt x="633" y="737"/>
                </a:lnTo>
                <a:lnTo>
                  <a:pt x="633" y="736"/>
                </a:lnTo>
                <a:lnTo>
                  <a:pt x="634" y="736"/>
                </a:lnTo>
                <a:lnTo>
                  <a:pt x="634" y="735"/>
                </a:lnTo>
                <a:lnTo>
                  <a:pt x="633" y="735"/>
                </a:lnTo>
                <a:lnTo>
                  <a:pt x="632" y="735"/>
                </a:lnTo>
                <a:lnTo>
                  <a:pt x="631" y="736"/>
                </a:lnTo>
                <a:lnTo>
                  <a:pt x="630" y="736"/>
                </a:lnTo>
                <a:lnTo>
                  <a:pt x="629" y="735"/>
                </a:lnTo>
                <a:lnTo>
                  <a:pt x="629" y="734"/>
                </a:lnTo>
                <a:lnTo>
                  <a:pt x="628" y="734"/>
                </a:lnTo>
                <a:lnTo>
                  <a:pt x="627" y="733"/>
                </a:lnTo>
                <a:lnTo>
                  <a:pt x="626" y="732"/>
                </a:lnTo>
                <a:lnTo>
                  <a:pt x="625" y="731"/>
                </a:lnTo>
                <a:lnTo>
                  <a:pt x="625" y="730"/>
                </a:lnTo>
                <a:lnTo>
                  <a:pt x="624" y="730"/>
                </a:lnTo>
                <a:lnTo>
                  <a:pt x="624" y="729"/>
                </a:lnTo>
                <a:lnTo>
                  <a:pt x="623" y="730"/>
                </a:lnTo>
                <a:lnTo>
                  <a:pt x="624" y="731"/>
                </a:lnTo>
                <a:lnTo>
                  <a:pt x="623" y="732"/>
                </a:lnTo>
                <a:lnTo>
                  <a:pt x="622" y="732"/>
                </a:lnTo>
                <a:lnTo>
                  <a:pt x="621" y="732"/>
                </a:lnTo>
                <a:lnTo>
                  <a:pt x="620" y="732"/>
                </a:lnTo>
                <a:lnTo>
                  <a:pt x="620" y="731"/>
                </a:lnTo>
                <a:lnTo>
                  <a:pt x="620" y="730"/>
                </a:lnTo>
                <a:lnTo>
                  <a:pt x="619" y="730"/>
                </a:lnTo>
                <a:lnTo>
                  <a:pt x="619" y="729"/>
                </a:lnTo>
                <a:lnTo>
                  <a:pt x="618" y="728"/>
                </a:lnTo>
                <a:lnTo>
                  <a:pt x="617" y="726"/>
                </a:lnTo>
                <a:lnTo>
                  <a:pt x="617" y="725"/>
                </a:lnTo>
                <a:lnTo>
                  <a:pt x="617" y="724"/>
                </a:lnTo>
                <a:lnTo>
                  <a:pt x="617" y="723"/>
                </a:lnTo>
                <a:lnTo>
                  <a:pt x="617" y="722"/>
                </a:lnTo>
                <a:lnTo>
                  <a:pt x="618" y="722"/>
                </a:lnTo>
                <a:lnTo>
                  <a:pt x="618" y="721"/>
                </a:lnTo>
                <a:lnTo>
                  <a:pt x="620" y="722"/>
                </a:lnTo>
                <a:lnTo>
                  <a:pt x="621" y="722"/>
                </a:lnTo>
                <a:lnTo>
                  <a:pt x="622" y="722"/>
                </a:lnTo>
                <a:lnTo>
                  <a:pt x="623" y="722"/>
                </a:lnTo>
                <a:lnTo>
                  <a:pt x="623" y="723"/>
                </a:lnTo>
                <a:lnTo>
                  <a:pt x="624" y="723"/>
                </a:lnTo>
                <a:lnTo>
                  <a:pt x="625" y="723"/>
                </a:lnTo>
                <a:lnTo>
                  <a:pt x="625" y="725"/>
                </a:lnTo>
                <a:lnTo>
                  <a:pt x="625" y="726"/>
                </a:lnTo>
                <a:lnTo>
                  <a:pt x="625" y="728"/>
                </a:lnTo>
                <a:lnTo>
                  <a:pt x="626" y="728"/>
                </a:lnTo>
                <a:lnTo>
                  <a:pt x="626" y="729"/>
                </a:lnTo>
                <a:lnTo>
                  <a:pt x="627" y="729"/>
                </a:lnTo>
                <a:lnTo>
                  <a:pt x="627" y="728"/>
                </a:lnTo>
                <a:lnTo>
                  <a:pt x="627" y="727"/>
                </a:lnTo>
                <a:lnTo>
                  <a:pt x="627" y="726"/>
                </a:lnTo>
                <a:lnTo>
                  <a:pt x="627" y="725"/>
                </a:lnTo>
                <a:lnTo>
                  <a:pt x="627" y="724"/>
                </a:lnTo>
                <a:lnTo>
                  <a:pt x="627" y="723"/>
                </a:lnTo>
                <a:lnTo>
                  <a:pt x="628" y="723"/>
                </a:lnTo>
                <a:lnTo>
                  <a:pt x="628" y="722"/>
                </a:lnTo>
                <a:lnTo>
                  <a:pt x="629" y="720"/>
                </a:lnTo>
                <a:lnTo>
                  <a:pt x="629" y="719"/>
                </a:lnTo>
                <a:lnTo>
                  <a:pt x="628" y="719"/>
                </a:lnTo>
                <a:lnTo>
                  <a:pt x="628" y="718"/>
                </a:lnTo>
                <a:lnTo>
                  <a:pt x="628" y="717"/>
                </a:lnTo>
                <a:lnTo>
                  <a:pt x="628" y="716"/>
                </a:lnTo>
                <a:lnTo>
                  <a:pt x="628" y="715"/>
                </a:lnTo>
                <a:lnTo>
                  <a:pt x="627" y="714"/>
                </a:lnTo>
                <a:lnTo>
                  <a:pt x="627" y="713"/>
                </a:lnTo>
                <a:lnTo>
                  <a:pt x="627" y="712"/>
                </a:lnTo>
                <a:lnTo>
                  <a:pt x="627" y="711"/>
                </a:lnTo>
                <a:lnTo>
                  <a:pt x="627" y="710"/>
                </a:lnTo>
                <a:lnTo>
                  <a:pt x="627" y="709"/>
                </a:lnTo>
                <a:lnTo>
                  <a:pt x="626" y="708"/>
                </a:lnTo>
                <a:lnTo>
                  <a:pt x="625" y="708"/>
                </a:lnTo>
                <a:lnTo>
                  <a:pt x="624" y="708"/>
                </a:lnTo>
                <a:lnTo>
                  <a:pt x="624" y="707"/>
                </a:lnTo>
                <a:lnTo>
                  <a:pt x="624" y="706"/>
                </a:lnTo>
                <a:lnTo>
                  <a:pt x="624" y="705"/>
                </a:lnTo>
                <a:lnTo>
                  <a:pt x="625" y="705"/>
                </a:lnTo>
                <a:lnTo>
                  <a:pt x="625" y="704"/>
                </a:lnTo>
                <a:lnTo>
                  <a:pt x="625" y="703"/>
                </a:lnTo>
                <a:lnTo>
                  <a:pt x="625" y="701"/>
                </a:lnTo>
                <a:lnTo>
                  <a:pt x="625" y="699"/>
                </a:lnTo>
                <a:lnTo>
                  <a:pt x="625" y="698"/>
                </a:lnTo>
                <a:lnTo>
                  <a:pt x="624" y="698"/>
                </a:lnTo>
                <a:lnTo>
                  <a:pt x="624" y="697"/>
                </a:lnTo>
                <a:lnTo>
                  <a:pt x="625" y="697"/>
                </a:lnTo>
                <a:lnTo>
                  <a:pt x="625" y="696"/>
                </a:lnTo>
                <a:lnTo>
                  <a:pt x="624" y="695"/>
                </a:lnTo>
                <a:lnTo>
                  <a:pt x="623" y="694"/>
                </a:lnTo>
                <a:lnTo>
                  <a:pt x="622" y="693"/>
                </a:lnTo>
                <a:lnTo>
                  <a:pt x="621" y="693"/>
                </a:lnTo>
                <a:lnTo>
                  <a:pt x="620" y="693"/>
                </a:lnTo>
                <a:lnTo>
                  <a:pt x="620" y="692"/>
                </a:lnTo>
                <a:lnTo>
                  <a:pt x="619" y="692"/>
                </a:lnTo>
                <a:lnTo>
                  <a:pt x="618" y="692"/>
                </a:lnTo>
                <a:lnTo>
                  <a:pt x="617" y="692"/>
                </a:lnTo>
                <a:lnTo>
                  <a:pt x="617" y="691"/>
                </a:lnTo>
                <a:lnTo>
                  <a:pt x="617" y="690"/>
                </a:lnTo>
                <a:lnTo>
                  <a:pt x="617" y="689"/>
                </a:lnTo>
                <a:lnTo>
                  <a:pt x="618" y="689"/>
                </a:lnTo>
                <a:lnTo>
                  <a:pt x="619" y="688"/>
                </a:lnTo>
                <a:lnTo>
                  <a:pt x="620" y="688"/>
                </a:lnTo>
                <a:lnTo>
                  <a:pt x="621" y="688"/>
                </a:lnTo>
                <a:lnTo>
                  <a:pt x="622" y="687"/>
                </a:lnTo>
                <a:lnTo>
                  <a:pt x="623" y="687"/>
                </a:lnTo>
                <a:lnTo>
                  <a:pt x="623" y="686"/>
                </a:lnTo>
                <a:lnTo>
                  <a:pt x="624" y="686"/>
                </a:lnTo>
                <a:lnTo>
                  <a:pt x="624" y="685"/>
                </a:lnTo>
                <a:lnTo>
                  <a:pt x="624" y="684"/>
                </a:lnTo>
                <a:lnTo>
                  <a:pt x="623" y="683"/>
                </a:lnTo>
                <a:lnTo>
                  <a:pt x="622" y="683"/>
                </a:lnTo>
                <a:lnTo>
                  <a:pt x="621" y="682"/>
                </a:lnTo>
                <a:lnTo>
                  <a:pt x="621" y="681"/>
                </a:lnTo>
                <a:lnTo>
                  <a:pt x="622" y="681"/>
                </a:lnTo>
                <a:lnTo>
                  <a:pt x="623" y="681"/>
                </a:lnTo>
                <a:lnTo>
                  <a:pt x="624" y="680"/>
                </a:lnTo>
                <a:lnTo>
                  <a:pt x="624" y="679"/>
                </a:lnTo>
                <a:lnTo>
                  <a:pt x="623" y="678"/>
                </a:lnTo>
                <a:lnTo>
                  <a:pt x="622" y="677"/>
                </a:lnTo>
                <a:lnTo>
                  <a:pt x="622" y="676"/>
                </a:lnTo>
                <a:lnTo>
                  <a:pt x="621" y="676"/>
                </a:lnTo>
                <a:lnTo>
                  <a:pt x="621" y="675"/>
                </a:lnTo>
                <a:lnTo>
                  <a:pt x="620" y="675"/>
                </a:lnTo>
                <a:lnTo>
                  <a:pt x="619" y="674"/>
                </a:lnTo>
                <a:lnTo>
                  <a:pt x="618" y="674"/>
                </a:lnTo>
                <a:lnTo>
                  <a:pt x="618" y="673"/>
                </a:lnTo>
                <a:lnTo>
                  <a:pt x="618" y="672"/>
                </a:lnTo>
                <a:lnTo>
                  <a:pt x="618" y="671"/>
                </a:lnTo>
                <a:lnTo>
                  <a:pt x="619" y="670"/>
                </a:lnTo>
                <a:lnTo>
                  <a:pt x="618" y="670"/>
                </a:lnTo>
                <a:lnTo>
                  <a:pt x="617" y="669"/>
                </a:lnTo>
                <a:lnTo>
                  <a:pt x="616" y="669"/>
                </a:lnTo>
                <a:lnTo>
                  <a:pt x="616" y="668"/>
                </a:lnTo>
                <a:lnTo>
                  <a:pt x="615" y="668"/>
                </a:lnTo>
                <a:lnTo>
                  <a:pt x="615" y="667"/>
                </a:lnTo>
                <a:lnTo>
                  <a:pt x="614" y="666"/>
                </a:lnTo>
                <a:lnTo>
                  <a:pt x="613" y="666"/>
                </a:lnTo>
                <a:lnTo>
                  <a:pt x="612" y="665"/>
                </a:lnTo>
                <a:lnTo>
                  <a:pt x="612" y="664"/>
                </a:lnTo>
                <a:lnTo>
                  <a:pt x="613" y="664"/>
                </a:lnTo>
                <a:lnTo>
                  <a:pt x="614" y="663"/>
                </a:lnTo>
                <a:lnTo>
                  <a:pt x="615" y="663"/>
                </a:lnTo>
                <a:lnTo>
                  <a:pt x="616" y="663"/>
                </a:lnTo>
                <a:lnTo>
                  <a:pt x="617" y="663"/>
                </a:lnTo>
                <a:lnTo>
                  <a:pt x="618" y="663"/>
                </a:lnTo>
                <a:lnTo>
                  <a:pt x="619" y="663"/>
                </a:lnTo>
                <a:lnTo>
                  <a:pt x="619" y="662"/>
                </a:lnTo>
                <a:lnTo>
                  <a:pt x="619" y="660"/>
                </a:lnTo>
                <a:lnTo>
                  <a:pt x="619" y="659"/>
                </a:lnTo>
                <a:lnTo>
                  <a:pt x="619" y="658"/>
                </a:lnTo>
                <a:lnTo>
                  <a:pt x="619" y="656"/>
                </a:lnTo>
                <a:lnTo>
                  <a:pt x="619" y="655"/>
                </a:lnTo>
                <a:lnTo>
                  <a:pt x="620" y="655"/>
                </a:lnTo>
                <a:lnTo>
                  <a:pt x="621" y="655"/>
                </a:lnTo>
                <a:lnTo>
                  <a:pt x="622" y="654"/>
                </a:lnTo>
                <a:lnTo>
                  <a:pt x="623" y="654"/>
                </a:lnTo>
                <a:lnTo>
                  <a:pt x="624" y="653"/>
                </a:lnTo>
                <a:lnTo>
                  <a:pt x="625" y="652"/>
                </a:lnTo>
                <a:lnTo>
                  <a:pt x="625" y="651"/>
                </a:lnTo>
                <a:lnTo>
                  <a:pt x="625" y="649"/>
                </a:lnTo>
                <a:lnTo>
                  <a:pt x="624" y="648"/>
                </a:lnTo>
                <a:lnTo>
                  <a:pt x="624" y="647"/>
                </a:lnTo>
                <a:lnTo>
                  <a:pt x="623" y="647"/>
                </a:lnTo>
                <a:lnTo>
                  <a:pt x="623" y="646"/>
                </a:lnTo>
                <a:lnTo>
                  <a:pt x="622" y="646"/>
                </a:lnTo>
                <a:lnTo>
                  <a:pt x="621" y="646"/>
                </a:lnTo>
                <a:lnTo>
                  <a:pt x="620" y="646"/>
                </a:lnTo>
                <a:lnTo>
                  <a:pt x="619" y="646"/>
                </a:lnTo>
                <a:lnTo>
                  <a:pt x="618" y="646"/>
                </a:lnTo>
                <a:lnTo>
                  <a:pt x="618" y="645"/>
                </a:lnTo>
                <a:lnTo>
                  <a:pt x="617" y="645"/>
                </a:lnTo>
                <a:lnTo>
                  <a:pt x="618" y="645"/>
                </a:lnTo>
                <a:lnTo>
                  <a:pt x="619" y="644"/>
                </a:lnTo>
                <a:lnTo>
                  <a:pt x="620" y="643"/>
                </a:lnTo>
                <a:lnTo>
                  <a:pt x="620" y="642"/>
                </a:lnTo>
                <a:lnTo>
                  <a:pt x="621" y="642"/>
                </a:lnTo>
                <a:lnTo>
                  <a:pt x="621" y="641"/>
                </a:lnTo>
                <a:lnTo>
                  <a:pt x="622" y="641"/>
                </a:lnTo>
                <a:lnTo>
                  <a:pt x="622" y="642"/>
                </a:lnTo>
                <a:lnTo>
                  <a:pt x="623" y="642"/>
                </a:lnTo>
                <a:lnTo>
                  <a:pt x="623" y="643"/>
                </a:lnTo>
                <a:lnTo>
                  <a:pt x="624" y="643"/>
                </a:lnTo>
                <a:lnTo>
                  <a:pt x="625" y="644"/>
                </a:lnTo>
                <a:lnTo>
                  <a:pt x="625" y="643"/>
                </a:lnTo>
                <a:lnTo>
                  <a:pt x="626" y="643"/>
                </a:lnTo>
                <a:lnTo>
                  <a:pt x="627" y="642"/>
                </a:lnTo>
                <a:lnTo>
                  <a:pt x="628" y="642"/>
                </a:lnTo>
                <a:lnTo>
                  <a:pt x="628" y="641"/>
                </a:lnTo>
                <a:lnTo>
                  <a:pt x="628" y="640"/>
                </a:lnTo>
                <a:lnTo>
                  <a:pt x="628" y="639"/>
                </a:lnTo>
                <a:lnTo>
                  <a:pt x="627" y="639"/>
                </a:lnTo>
                <a:lnTo>
                  <a:pt x="626" y="639"/>
                </a:lnTo>
                <a:lnTo>
                  <a:pt x="625" y="639"/>
                </a:lnTo>
                <a:lnTo>
                  <a:pt x="624" y="639"/>
                </a:lnTo>
                <a:lnTo>
                  <a:pt x="623" y="639"/>
                </a:lnTo>
                <a:lnTo>
                  <a:pt x="621" y="639"/>
                </a:lnTo>
                <a:lnTo>
                  <a:pt x="620" y="639"/>
                </a:lnTo>
                <a:lnTo>
                  <a:pt x="619" y="639"/>
                </a:lnTo>
                <a:lnTo>
                  <a:pt x="619" y="638"/>
                </a:lnTo>
                <a:lnTo>
                  <a:pt x="619" y="637"/>
                </a:lnTo>
                <a:lnTo>
                  <a:pt x="620" y="636"/>
                </a:lnTo>
                <a:lnTo>
                  <a:pt x="620" y="635"/>
                </a:lnTo>
                <a:lnTo>
                  <a:pt x="621" y="635"/>
                </a:lnTo>
                <a:lnTo>
                  <a:pt x="620" y="635"/>
                </a:lnTo>
                <a:lnTo>
                  <a:pt x="620" y="634"/>
                </a:lnTo>
                <a:lnTo>
                  <a:pt x="618" y="634"/>
                </a:lnTo>
                <a:lnTo>
                  <a:pt x="617" y="634"/>
                </a:lnTo>
                <a:lnTo>
                  <a:pt x="616" y="634"/>
                </a:lnTo>
                <a:lnTo>
                  <a:pt x="616" y="633"/>
                </a:lnTo>
                <a:lnTo>
                  <a:pt x="617" y="633"/>
                </a:lnTo>
                <a:lnTo>
                  <a:pt x="618" y="633"/>
                </a:lnTo>
                <a:lnTo>
                  <a:pt x="618" y="632"/>
                </a:lnTo>
                <a:lnTo>
                  <a:pt x="619" y="631"/>
                </a:lnTo>
                <a:lnTo>
                  <a:pt x="619" y="630"/>
                </a:lnTo>
                <a:lnTo>
                  <a:pt x="618" y="630"/>
                </a:lnTo>
                <a:lnTo>
                  <a:pt x="618" y="629"/>
                </a:lnTo>
                <a:lnTo>
                  <a:pt x="618" y="628"/>
                </a:lnTo>
                <a:lnTo>
                  <a:pt x="619" y="627"/>
                </a:lnTo>
                <a:lnTo>
                  <a:pt x="620" y="626"/>
                </a:lnTo>
                <a:lnTo>
                  <a:pt x="620" y="625"/>
                </a:lnTo>
                <a:lnTo>
                  <a:pt x="621" y="625"/>
                </a:lnTo>
                <a:lnTo>
                  <a:pt x="622" y="625"/>
                </a:lnTo>
                <a:lnTo>
                  <a:pt x="622" y="626"/>
                </a:lnTo>
                <a:lnTo>
                  <a:pt x="622" y="627"/>
                </a:lnTo>
                <a:lnTo>
                  <a:pt x="622" y="628"/>
                </a:lnTo>
                <a:lnTo>
                  <a:pt x="623" y="628"/>
                </a:lnTo>
                <a:lnTo>
                  <a:pt x="624" y="629"/>
                </a:lnTo>
                <a:lnTo>
                  <a:pt x="624" y="628"/>
                </a:lnTo>
                <a:lnTo>
                  <a:pt x="625" y="628"/>
                </a:lnTo>
                <a:lnTo>
                  <a:pt x="624" y="627"/>
                </a:lnTo>
                <a:lnTo>
                  <a:pt x="624" y="626"/>
                </a:lnTo>
                <a:lnTo>
                  <a:pt x="624" y="625"/>
                </a:lnTo>
                <a:lnTo>
                  <a:pt x="625" y="625"/>
                </a:lnTo>
                <a:lnTo>
                  <a:pt x="626" y="625"/>
                </a:lnTo>
                <a:lnTo>
                  <a:pt x="627" y="625"/>
                </a:lnTo>
                <a:lnTo>
                  <a:pt x="627" y="624"/>
                </a:lnTo>
                <a:lnTo>
                  <a:pt x="628" y="624"/>
                </a:lnTo>
                <a:lnTo>
                  <a:pt x="629" y="624"/>
                </a:lnTo>
                <a:lnTo>
                  <a:pt x="630" y="624"/>
                </a:lnTo>
                <a:lnTo>
                  <a:pt x="630" y="623"/>
                </a:lnTo>
                <a:lnTo>
                  <a:pt x="630" y="622"/>
                </a:lnTo>
                <a:lnTo>
                  <a:pt x="629" y="622"/>
                </a:lnTo>
                <a:lnTo>
                  <a:pt x="627" y="622"/>
                </a:lnTo>
                <a:lnTo>
                  <a:pt x="626" y="621"/>
                </a:lnTo>
                <a:lnTo>
                  <a:pt x="624" y="620"/>
                </a:lnTo>
                <a:lnTo>
                  <a:pt x="624" y="619"/>
                </a:lnTo>
                <a:lnTo>
                  <a:pt x="623" y="619"/>
                </a:lnTo>
                <a:lnTo>
                  <a:pt x="624" y="619"/>
                </a:lnTo>
                <a:lnTo>
                  <a:pt x="626" y="619"/>
                </a:lnTo>
                <a:lnTo>
                  <a:pt x="627" y="619"/>
                </a:lnTo>
                <a:lnTo>
                  <a:pt x="627" y="618"/>
                </a:lnTo>
                <a:lnTo>
                  <a:pt x="628" y="618"/>
                </a:lnTo>
                <a:lnTo>
                  <a:pt x="628" y="617"/>
                </a:lnTo>
                <a:lnTo>
                  <a:pt x="629" y="617"/>
                </a:lnTo>
                <a:lnTo>
                  <a:pt x="630" y="616"/>
                </a:lnTo>
                <a:lnTo>
                  <a:pt x="630" y="615"/>
                </a:lnTo>
                <a:lnTo>
                  <a:pt x="630" y="614"/>
                </a:lnTo>
                <a:lnTo>
                  <a:pt x="629" y="614"/>
                </a:lnTo>
                <a:lnTo>
                  <a:pt x="629" y="613"/>
                </a:lnTo>
                <a:lnTo>
                  <a:pt x="629" y="612"/>
                </a:lnTo>
                <a:lnTo>
                  <a:pt x="629" y="611"/>
                </a:lnTo>
                <a:lnTo>
                  <a:pt x="630" y="611"/>
                </a:lnTo>
                <a:lnTo>
                  <a:pt x="631" y="611"/>
                </a:lnTo>
                <a:lnTo>
                  <a:pt x="632" y="611"/>
                </a:lnTo>
                <a:lnTo>
                  <a:pt x="633" y="611"/>
                </a:lnTo>
                <a:lnTo>
                  <a:pt x="633" y="610"/>
                </a:lnTo>
                <a:lnTo>
                  <a:pt x="634" y="610"/>
                </a:lnTo>
                <a:lnTo>
                  <a:pt x="634" y="609"/>
                </a:lnTo>
                <a:lnTo>
                  <a:pt x="635" y="609"/>
                </a:lnTo>
                <a:lnTo>
                  <a:pt x="635" y="608"/>
                </a:lnTo>
                <a:lnTo>
                  <a:pt x="636" y="608"/>
                </a:lnTo>
                <a:lnTo>
                  <a:pt x="636" y="607"/>
                </a:lnTo>
                <a:lnTo>
                  <a:pt x="636" y="606"/>
                </a:lnTo>
                <a:lnTo>
                  <a:pt x="636" y="605"/>
                </a:lnTo>
                <a:lnTo>
                  <a:pt x="635" y="605"/>
                </a:lnTo>
                <a:lnTo>
                  <a:pt x="634" y="605"/>
                </a:lnTo>
                <a:lnTo>
                  <a:pt x="634" y="604"/>
                </a:lnTo>
                <a:lnTo>
                  <a:pt x="634" y="603"/>
                </a:lnTo>
                <a:lnTo>
                  <a:pt x="635" y="603"/>
                </a:lnTo>
                <a:lnTo>
                  <a:pt x="636" y="603"/>
                </a:lnTo>
                <a:lnTo>
                  <a:pt x="637" y="604"/>
                </a:lnTo>
                <a:lnTo>
                  <a:pt x="637" y="603"/>
                </a:lnTo>
                <a:lnTo>
                  <a:pt x="638" y="603"/>
                </a:lnTo>
                <a:lnTo>
                  <a:pt x="637" y="602"/>
                </a:lnTo>
                <a:lnTo>
                  <a:pt x="636" y="602"/>
                </a:lnTo>
                <a:lnTo>
                  <a:pt x="636" y="601"/>
                </a:lnTo>
                <a:lnTo>
                  <a:pt x="635" y="601"/>
                </a:lnTo>
                <a:lnTo>
                  <a:pt x="635" y="600"/>
                </a:lnTo>
                <a:lnTo>
                  <a:pt x="635" y="599"/>
                </a:lnTo>
                <a:lnTo>
                  <a:pt x="635" y="598"/>
                </a:lnTo>
                <a:lnTo>
                  <a:pt x="634" y="598"/>
                </a:lnTo>
                <a:lnTo>
                  <a:pt x="634" y="597"/>
                </a:lnTo>
                <a:lnTo>
                  <a:pt x="634" y="596"/>
                </a:lnTo>
                <a:lnTo>
                  <a:pt x="635" y="596"/>
                </a:lnTo>
                <a:lnTo>
                  <a:pt x="636" y="596"/>
                </a:lnTo>
                <a:lnTo>
                  <a:pt x="636" y="595"/>
                </a:lnTo>
                <a:lnTo>
                  <a:pt x="636" y="594"/>
                </a:lnTo>
                <a:lnTo>
                  <a:pt x="636" y="593"/>
                </a:lnTo>
                <a:lnTo>
                  <a:pt x="635" y="593"/>
                </a:lnTo>
                <a:lnTo>
                  <a:pt x="635" y="592"/>
                </a:lnTo>
                <a:lnTo>
                  <a:pt x="635" y="591"/>
                </a:lnTo>
                <a:lnTo>
                  <a:pt x="635" y="590"/>
                </a:lnTo>
                <a:lnTo>
                  <a:pt x="635" y="589"/>
                </a:lnTo>
                <a:lnTo>
                  <a:pt x="636" y="590"/>
                </a:lnTo>
                <a:lnTo>
                  <a:pt x="637" y="589"/>
                </a:lnTo>
                <a:lnTo>
                  <a:pt x="637" y="588"/>
                </a:lnTo>
                <a:lnTo>
                  <a:pt x="637" y="587"/>
                </a:lnTo>
                <a:lnTo>
                  <a:pt x="638" y="587"/>
                </a:lnTo>
                <a:lnTo>
                  <a:pt x="638" y="586"/>
                </a:lnTo>
                <a:lnTo>
                  <a:pt x="639" y="586"/>
                </a:lnTo>
                <a:lnTo>
                  <a:pt x="640" y="586"/>
                </a:lnTo>
                <a:lnTo>
                  <a:pt x="641" y="586"/>
                </a:lnTo>
                <a:lnTo>
                  <a:pt x="641" y="585"/>
                </a:lnTo>
                <a:lnTo>
                  <a:pt x="642" y="585"/>
                </a:lnTo>
                <a:lnTo>
                  <a:pt x="641" y="584"/>
                </a:lnTo>
                <a:lnTo>
                  <a:pt x="640" y="584"/>
                </a:lnTo>
                <a:lnTo>
                  <a:pt x="640" y="585"/>
                </a:lnTo>
                <a:lnTo>
                  <a:pt x="639" y="584"/>
                </a:lnTo>
                <a:lnTo>
                  <a:pt x="639" y="583"/>
                </a:lnTo>
                <a:lnTo>
                  <a:pt x="640" y="583"/>
                </a:lnTo>
                <a:lnTo>
                  <a:pt x="641" y="583"/>
                </a:lnTo>
                <a:lnTo>
                  <a:pt x="641" y="582"/>
                </a:lnTo>
                <a:lnTo>
                  <a:pt x="642" y="582"/>
                </a:lnTo>
                <a:lnTo>
                  <a:pt x="642" y="581"/>
                </a:lnTo>
                <a:lnTo>
                  <a:pt x="641" y="581"/>
                </a:lnTo>
                <a:lnTo>
                  <a:pt x="641" y="580"/>
                </a:lnTo>
                <a:lnTo>
                  <a:pt x="640" y="580"/>
                </a:lnTo>
                <a:lnTo>
                  <a:pt x="640" y="579"/>
                </a:lnTo>
                <a:lnTo>
                  <a:pt x="640" y="578"/>
                </a:lnTo>
                <a:lnTo>
                  <a:pt x="640" y="577"/>
                </a:lnTo>
                <a:lnTo>
                  <a:pt x="641" y="577"/>
                </a:lnTo>
                <a:lnTo>
                  <a:pt x="642" y="577"/>
                </a:lnTo>
                <a:lnTo>
                  <a:pt x="643" y="576"/>
                </a:lnTo>
                <a:lnTo>
                  <a:pt x="643" y="575"/>
                </a:lnTo>
                <a:lnTo>
                  <a:pt x="642" y="574"/>
                </a:lnTo>
                <a:lnTo>
                  <a:pt x="641" y="574"/>
                </a:lnTo>
                <a:lnTo>
                  <a:pt x="641" y="575"/>
                </a:lnTo>
                <a:lnTo>
                  <a:pt x="640" y="575"/>
                </a:lnTo>
                <a:lnTo>
                  <a:pt x="640" y="574"/>
                </a:lnTo>
                <a:lnTo>
                  <a:pt x="639" y="574"/>
                </a:lnTo>
                <a:lnTo>
                  <a:pt x="639" y="573"/>
                </a:lnTo>
                <a:lnTo>
                  <a:pt x="640" y="572"/>
                </a:lnTo>
                <a:lnTo>
                  <a:pt x="641" y="572"/>
                </a:lnTo>
                <a:lnTo>
                  <a:pt x="641" y="571"/>
                </a:lnTo>
                <a:lnTo>
                  <a:pt x="640" y="570"/>
                </a:lnTo>
                <a:lnTo>
                  <a:pt x="639" y="569"/>
                </a:lnTo>
                <a:lnTo>
                  <a:pt x="639" y="568"/>
                </a:lnTo>
                <a:lnTo>
                  <a:pt x="639" y="567"/>
                </a:lnTo>
                <a:lnTo>
                  <a:pt x="638" y="567"/>
                </a:lnTo>
                <a:lnTo>
                  <a:pt x="637" y="567"/>
                </a:lnTo>
                <a:lnTo>
                  <a:pt x="637" y="566"/>
                </a:lnTo>
                <a:lnTo>
                  <a:pt x="638" y="566"/>
                </a:lnTo>
                <a:lnTo>
                  <a:pt x="638" y="565"/>
                </a:lnTo>
                <a:lnTo>
                  <a:pt x="638" y="564"/>
                </a:lnTo>
                <a:lnTo>
                  <a:pt x="638" y="563"/>
                </a:lnTo>
                <a:lnTo>
                  <a:pt x="639" y="563"/>
                </a:lnTo>
                <a:lnTo>
                  <a:pt x="640" y="563"/>
                </a:lnTo>
                <a:lnTo>
                  <a:pt x="640" y="564"/>
                </a:lnTo>
                <a:lnTo>
                  <a:pt x="641" y="564"/>
                </a:lnTo>
                <a:lnTo>
                  <a:pt x="643" y="566"/>
                </a:lnTo>
                <a:lnTo>
                  <a:pt x="644" y="566"/>
                </a:lnTo>
                <a:lnTo>
                  <a:pt x="645" y="566"/>
                </a:lnTo>
                <a:lnTo>
                  <a:pt x="646" y="566"/>
                </a:lnTo>
                <a:lnTo>
                  <a:pt x="646" y="565"/>
                </a:lnTo>
                <a:lnTo>
                  <a:pt x="646" y="564"/>
                </a:lnTo>
                <a:lnTo>
                  <a:pt x="645" y="564"/>
                </a:lnTo>
                <a:lnTo>
                  <a:pt x="645" y="563"/>
                </a:lnTo>
                <a:lnTo>
                  <a:pt x="644" y="563"/>
                </a:lnTo>
                <a:lnTo>
                  <a:pt x="644" y="562"/>
                </a:lnTo>
                <a:lnTo>
                  <a:pt x="643" y="561"/>
                </a:lnTo>
                <a:lnTo>
                  <a:pt x="642" y="560"/>
                </a:lnTo>
                <a:lnTo>
                  <a:pt x="642" y="559"/>
                </a:lnTo>
                <a:lnTo>
                  <a:pt x="642" y="558"/>
                </a:lnTo>
                <a:lnTo>
                  <a:pt x="644" y="558"/>
                </a:lnTo>
                <a:lnTo>
                  <a:pt x="645" y="558"/>
                </a:lnTo>
                <a:lnTo>
                  <a:pt x="644" y="558"/>
                </a:lnTo>
                <a:lnTo>
                  <a:pt x="644" y="557"/>
                </a:lnTo>
                <a:lnTo>
                  <a:pt x="643" y="557"/>
                </a:lnTo>
                <a:lnTo>
                  <a:pt x="644" y="557"/>
                </a:lnTo>
                <a:lnTo>
                  <a:pt x="644" y="556"/>
                </a:lnTo>
                <a:lnTo>
                  <a:pt x="645" y="556"/>
                </a:lnTo>
                <a:lnTo>
                  <a:pt x="645" y="555"/>
                </a:lnTo>
                <a:lnTo>
                  <a:pt x="648" y="555"/>
                </a:lnTo>
                <a:lnTo>
                  <a:pt x="648" y="556"/>
                </a:lnTo>
                <a:lnTo>
                  <a:pt x="649" y="556"/>
                </a:lnTo>
                <a:lnTo>
                  <a:pt x="650" y="556"/>
                </a:lnTo>
                <a:lnTo>
                  <a:pt x="651" y="556"/>
                </a:lnTo>
                <a:lnTo>
                  <a:pt x="652" y="555"/>
                </a:lnTo>
                <a:lnTo>
                  <a:pt x="652" y="554"/>
                </a:lnTo>
                <a:lnTo>
                  <a:pt x="652" y="552"/>
                </a:lnTo>
                <a:lnTo>
                  <a:pt x="652" y="550"/>
                </a:lnTo>
                <a:lnTo>
                  <a:pt x="653" y="550"/>
                </a:lnTo>
                <a:lnTo>
                  <a:pt x="654" y="548"/>
                </a:lnTo>
                <a:lnTo>
                  <a:pt x="655" y="548"/>
                </a:lnTo>
                <a:lnTo>
                  <a:pt x="656" y="548"/>
                </a:lnTo>
                <a:lnTo>
                  <a:pt x="656" y="547"/>
                </a:lnTo>
                <a:lnTo>
                  <a:pt x="657" y="547"/>
                </a:lnTo>
                <a:lnTo>
                  <a:pt x="658" y="547"/>
                </a:lnTo>
                <a:lnTo>
                  <a:pt x="658" y="546"/>
                </a:lnTo>
                <a:lnTo>
                  <a:pt x="657" y="546"/>
                </a:lnTo>
                <a:lnTo>
                  <a:pt x="656" y="546"/>
                </a:lnTo>
                <a:lnTo>
                  <a:pt x="655" y="546"/>
                </a:lnTo>
                <a:lnTo>
                  <a:pt x="655" y="545"/>
                </a:lnTo>
                <a:lnTo>
                  <a:pt x="656" y="545"/>
                </a:lnTo>
                <a:lnTo>
                  <a:pt x="656" y="544"/>
                </a:lnTo>
                <a:lnTo>
                  <a:pt x="657" y="544"/>
                </a:lnTo>
                <a:lnTo>
                  <a:pt x="658" y="543"/>
                </a:lnTo>
                <a:lnTo>
                  <a:pt x="659" y="542"/>
                </a:lnTo>
                <a:lnTo>
                  <a:pt x="659" y="541"/>
                </a:lnTo>
                <a:lnTo>
                  <a:pt x="659" y="540"/>
                </a:lnTo>
                <a:lnTo>
                  <a:pt x="660" y="539"/>
                </a:lnTo>
                <a:lnTo>
                  <a:pt x="661" y="538"/>
                </a:lnTo>
                <a:lnTo>
                  <a:pt x="662" y="538"/>
                </a:lnTo>
                <a:lnTo>
                  <a:pt x="663" y="538"/>
                </a:lnTo>
                <a:lnTo>
                  <a:pt x="664" y="539"/>
                </a:lnTo>
                <a:lnTo>
                  <a:pt x="663" y="539"/>
                </a:lnTo>
                <a:lnTo>
                  <a:pt x="662" y="539"/>
                </a:lnTo>
                <a:lnTo>
                  <a:pt x="662" y="540"/>
                </a:lnTo>
                <a:lnTo>
                  <a:pt x="664" y="540"/>
                </a:lnTo>
                <a:lnTo>
                  <a:pt x="665" y="539"/>
                </a:lnTo>
                <a:lnTo>
                  <a:pt x="665" y="538"/>
                </a:lnTo>
                <a:lnTo>
                  <a:pt x="666" y="538"/>
                </a:lnTo>
                <a:lnTo>
                  <a:pt x="666" y="537"/>
                </a:lnTo>
                <a:lnTo>
                  <a:pt x="666" y="536"/>
                </a:lnTo>
                <a:lnTo>
                  <a:pt x="665" y="536"/>
                </a:lnTo>
                <a:lnTo>
                  <a:pt x="665" y="535"/>
                </a:lnTo>
                <a:lnTo>
                  <a:pt x="666" y="535"/>
                </a:lnTo>
                <a:lnTo>
                  <a:pt x="667" y="535"/>
                </a:lnTo>
                <a:lnTo>
                  <a:pt x="668" y="535"/>
                </a:lnTo>
                <a:lnTo>
                  <a:pt x="668" y="534"/>
                </a:lnTo>
                <a:lnTo>
                  <a:pt x="668" y="533"/>
                </a:lnTo>
                <a:lnTo>
                  <a:pt x="668" y="532"/>
                </a:lnTo>
                <a:lnTo>
                  <a:pt x="669" y="532"/>
                </a:lnTo>
                <a:lnTo>
                  <a:pt x="669" y="531"/>
                </a:lnTo>
                <a:lnTo>
                  <a:pt x="670" y="531"/>
                </a:lnTo>
                <a:lnTo>
                  <a:pt x="670" y="530"/>
                </a:lnTo>
                <a:lnTo>
                  <a:pt x="671" y="530"/>
                </a:lnTo>
                <a:lnTo>
                  <a:pt x="671" y="529"/>
                </a:lnTo>
                <a:lnTo>
                  <a:pt x="671" y="528"/>
                </a:lnTo>
                <a:lnTo>
                  <a:pt x="671" y="527"/>
                </a:lnTo>
                <a:lnTo>
                  <a:pt x="671" y="526"/>
                </a:lnTo>
                <a:lnTo>
                  <a:pt x="670" y="525"/>
                </a:lnTo>
                <a:lnTo>
                  <a:pt x="670" y="524"/>
                </a:lnTo>
                <a:lnTo>
                  <a:pt x="669" y="524"/>
                </a:lnTo>
                <a:lnTo>
                  <a:pt x="669" y="523"/>
                </a:lnTo>
                <a:lnTo>
                  <a:pt x="668" y="522"/>
                </a:lnTo>
                <a:lnTo>
                  <a:pt x="668" y="521"/>
                </a:lnTo>
                <a:lnTo>
                  <a:pt x="667" y="520"/>
                </a:lnTo>
                <a:lnTo>
                  <a:pt x="667" y="519"/>
                </a:lnTo>
                <a:lnTo>
                  <a:pt x="667" y="518"/>
                </a:lnTo>
                <a:lnTo>
                  <a:pt x="667" y="516"/>
                </a:lnTo>
                <a:lnTo>
                  <a:pt x="667" y="515"/>
                </a:lnTo>
                <a:lnTo>
                  <a:pt x="666" y="515"/>
                </a:lnTo>
                <a:lnTo>
                  <a:pt x="665" y="515"/>
                </a:lnTo>
                <a:lnTo>
                  <a:pt x="665" y="514"/>
                </a:lnTo>
                <a:lnTo>
                  <a:pt x="664" y="514"/>
                </a:lnTo>
                <a:lnTo>
                  <a:pt x="664" y="513"/>
                </a:lnTo>
                <a:lnTo>
                  <a:pt x="663" y="512"/>
                </a:lnTo>
                <a:lnTo>
                  <a:pt x="663" y="511"/>
                </a:lnTo>
                <a:lnTo>
                  <a:pt x="664" y="510"/>
                </a:lnTo>
                <a:lnTo>
                  <a:pt x="664" y="509"/>
                </a:lnTo>
                <a:lnTo>
                  <a:pt x="664" y="508"/>
                </a:lnTo>
                <a:lnTo>
                  <a:pt x="663" y="508"/>
                </a:lnTo>
                <a:lnTo>
                  <a:pt x="662" y="507"/>
                </a:lnTo>
                <a:lnTo>
                  <a:pt x="661" y="506"/>
                </a:lnTo>
                <a:lnTo>
                  <a:pt x="661" y="505"/>
                </a:lnTo>
                <a:lnTo>
                  <a:pt x="662" y="505"/>
                </a:lnTo>
                <a:lnTo>
                  <a:pt x="663" y="504"/>
                </a:lnTo>
                <a:lnTo>
                  <a:pt x="664" y="504"/>
                </a:lnTo>
                <a:lnTo>
                  <a:pt x="664" y="503"/>
                </a:lnTo>
                <a:lnTo>
                  <a:pt x="665" y="503"/>
                </a:lnTo>
                <a:lnTo>
                  <a:pt x="665" y="502"/>
                </a:lnTo>
                <a:lnTo>
                  <a:pt x="665" y="501"/>
                </a:lnTo>
                <a:lnTo>
                  <a:pt x="665" y="500"/>
                </a:lnTo>
                <a:lnTo>
                  <a:pt x="665" y="499"/>
                </a:lnTo>
                <a:lnTo>
                  <a:pt x="664" y="499"/>
                </a:lnTo>
                <a:lnTo>
                  <a:pt x="662" y="499"/>
                </a:lnTo>
                <a:lnTo>
                  <a:pt x="662" y="498"/>
                </a:lnTo>
                <a:lnTo>
                  <a:pt x="660" y="498"/>
                </a:lnTo>
                <a:lnTo>
                  <a:pt x="659" y="497"/>
                </a:lnTo>
                <a:lnTo>
                  <a:pt x="658" y="497"/>
                </a:lnTo>
                <a:lnTo>
                  <a:pt x="658" y="496"/>
                </a:lnTo>
                <a:lnTo>
                  <a:pt x="659" y="495"/>
                </a:lnTo>
                <a:lnTo>
                  <a:pt x="660" y="495"/>
                </a:lnTo>
                <a:lnTo>
                  <a:pt x="660" y="494"/>
                </a:lnTo>
                <a:lnTo>
                  <a:pt x="659" y="494"/>
                </a:lnTo>
                <a:lnTo>
                  <a:pt x="659" y="493"/>
                </a:lnTo>
                <a:lnTo>
                  <a:pt x="657" y="492"/>
                </a:lnTo>
                <a:lnTo>
                  <a:pt x="656" y="492"/>
                </a:lnTo>
                <a:lnTo>
                  <a:pt x="656" y="493"/>
                </a:lnTo>
                <a:lnTo>
                  <a:pt x="655" y="493"/>
                </a:lnTo>
                <a:lnTo>
                  <a:pt x="654" y="493"/>
                </a:lnTo>
                <a:lnTo>
                  <a:pt x="654" y="492"/>
                </a:lnTo>
                <a:lnTo>
                  <a:pt x="655" y="492"/>
                </a:lnTo>
                <a:lnTo>
                  <a:pt x="655" y="491"/>
                </a:lnTo>
                <a:lnTo>
                  <a:pt x="655" y="490"/>
                </a:lnTo>
                <a:lnTo>
                  <a:pt x="656" y="489"/>
                </a:lnTo>
                <a:lnTo>
                  <a:pt x="658" y="487"/>
                </a:lnTo>
                <a:lnTo>
                  <a:pt x="659" y="487"/>
                </a:lnTo>
                <a:lnTo>
                  <a:pt x="660" y="487"/>
                </a:lnTo>
                <a:lnTo>
                  <a:pt x="661" y="488"/>
                </a:lnTo>
                <a:lnTo>
                  <a:pt x="662" y="488"/>
                </a:lnTo>
                <a:lnTo>
                  <a:pt x="663" y="488"/>
                </a:lnTo>
                <a:lnTo>
                  <a:pt x="663" y="489"/>
                </a:lnTo>
                <a:lnTo>
                  <a:pt x="664" y="489"/>
                </a:lnTo>
                <a:lnTo>
                  <a:pt x="665" y="489"/>
                </a:lnTo>
                <a:lnTo>
                  <a:pt x="665" y="488"/>
                </a:lnTo>
                <a:lnTo>
                  <a:pt x="665" y="487"/>
                </a:lnTo>
                <a:lnTo>
                  <a:pt x="665" y="486"/>
                </a:lnTo>
                <a:lnTo>
                  <a:pt x="664" y="486"/>
                </a:lnTo>
                <a:lnTo>
                  <a:pt x="664" y="485"/>
                </a:lnTo>
                <a:lnTo>
                  <a:pt x="663" y="485"/>
                </a:lnTo>
                <a:lnTo>
                  <a:pt x="663" y="484"/>
                </a:lnTo>
                <a:lnTo>
                  <a:pt x="662" y="484"/>
                </a:lnTo>
                <a:lnTo>
                  <a:pt x="662" y="483"/>
                </a:lnTo>
                <a:lnTo>
                  <a:pt x="663" y="482"/>
                </a:lnTo>
                <a:lnTo>
                  <a:pt x="663" y="481"/>
                </a:lnTo>
                <a:lnTo>
                  <a:pt x="664" y="481"/>
                </a:lnTo>
                <a:lnTo>
                  <a:pt x="664" y="482"/>
                </a:lnTo>
                <a:lnTo>
                  <a:pt x="665" y="482"/>
                </a:lnTo>
                <a:lnTo>
                  <a:pt x="666" y="482"/>
                </a:lnTo>
                <a:lnTo>
                  <a:pt x="666" y="481"/>
                </a:lnTo>
                <a:lnTo>
                  <a:pt x="667" y="481"/>
                </a:lnTo>
                <a:lnTo>
                  <a:pt x="667" y="480"/>
                </a:lnTo>
                <a:lnTo>
                  <a:pt x="668" y="479"/>
                </a:lnTo>
                <a:lnTo>
                  <a:pt x="669" y="478"/>
                </a:lnTo>
                <a:lnTo>
                  <a:pt x="669" y="477"/>
                </a:lnTo>
                <a:lnTo>
                  <a:pt x="668" y="477"/>
                </a:lnTo>
                <a:lnTo>
                  <a:pt x="667" y="476"/>
                </a:lnTo>
                <a:lnTo>
                  <a:pt x="667" y="475"/>
                </a:lnTo>
                <a:lnTo>
                  <a:pt x="668" y="475"/>
                </a:lnTo>
                <a:lnTo>
                  <a:pt x="668" y="474"/>
                </a:lnTo>
                <a:lnTo>
                  <a:pt x="669" y="474"/>
                </a:lnTo>
                <a:lnTo>
                  <a:pt x="670" y="474"/>
                </a:lnTo>
                <a:lnTo>
                  <a:pt x="671" y="474"/>
                </a:lnTo>
                <a:lnTo>
                  <a:pt x="671" y="473"/>
                </a:lnTo>
                <a:lnTo>
                  <a:pt x="672" y="472"/>
                </a:lnTo>
                <a:lnTo>
                  <a:pt x="672" y="471"/>
                </a:lnTo>
                <a:lnTo>
                  <a:pt x="672" y="469"/>
                </a:lnTo>
                <a:lnTo>
                  <a:pt x="671" y="468"/>
                </a:lnTo>
                <a:lnTo>
                  <a:pt x="669" y="468"/>
                </a:lnTo>
                <a:lnTo>
                  <a:pt x="668" y="468"/>
                </a:lnTo>
                <a:lnTo>
                  <a:pt x="667" y="468"/>
                </a:lnTo>
                <a:lnTo>
                  <a:pt x="668" y="467"/>
                </a:lnTo>
                <a:lnTo>
                  <a:pt x="669" y="467"/>
                </a:lnTo>
                <a:lnTo>
                  <a:pt x="670" y="467"/>
                </a:lnTo>
                <a:lnTo>
                  <a:pt x="671" y="467"/>
                </a:lnTo>
                <a:lnTo>
                  <a:pt x="671" y="468"/>
                </a:lnTo>
                <a:lnTo>
                  <a:pt x="671" y="467"/>
                </a:lnTo>
                <a:lnTo>
                  <a:pt x="672" y="467"/>
                </a:lnTo>
                <a:lnTo>
                  <a:pt x="673" y="467"/>
                </a:lnTo>
                <a:lnTo>
                  <a:pt x="674" y="467"/>
                </a:lnTo>
                <a:lnTo>
                  <a:pt x="674" y="466"/>
                </a:lnTo>
                <a:lnTo>
                  <a:pt x="675" y="466"/>
                </a:lnTo>
                <a:lnTo>
                  <a:pt x="675" y="465"/>
                </a:lnTo>
                <a:lnTo>
                  <a:pt x="675" y="464"/>
                </a:lnTo>
                <a:lnTo>
                  <a:pt x="674" y="464"/>
                </a:lnTo>
                <a:lnTo>
                  <a:pt x="673" y="464"/>
                </a:lnTo>
                <a:lnTo>
                  <a:pt x="673" y="463"/>
                </a:lnTo>
                <a:lnTo>
                  <a:pt x="674" y="462"/>
                </a:lnTo>
                <a:lnTo>
                  <a:pt x="674" y="460"/>
                </a:lnTo>
                <a:lnTo>
                  <a:pt x="674" y="459"/>
                </a:lnTo>
                <a:lnTo>
                  <a:pt x="674" y="457"/>
                </a:lnTo>
                <a:lnTo>
                  <a:pt x="675" y="457"/>
                </a:lnTo>
                <a:lnTo>
                  <a:pt x="676" y="457"/>
                </a:lnTo>
                <a:lnTo>
                  <a:pt x="676" y="458"/>
                </a:lnTo>
                <a:lnTo>
                  <a:pt x="676" y="459"/>
                </a:lnTo>
                <a:lnTo>
                  <a:pt x="676" y="460"/>
                </a:lnTo>
                <a:lnTo>
                  <a:pt x="676" y="461"/>
                </a:lnTo>
                <a:lnTo>
                  <a:pt x="677" y="461"/>
                </a:lnTo>
                <a:lnTo>
                  <a:pt x="677" y="462"/>
                </a:lnTo>
                <a:lnTo>
                  <a:pt x="678" y="462"/>
                </a:lnTo>
                <a:lnTo>
                  <a:pt x="679" y="462"/>
                </a:lnTo>
                <a:lnTo>
                  <a:pt x="680" y="462"/>
                </a:lnTo>
                <a:lnTo>
                  <a:pt x="680" y="460"/>
                </a:lnTo>
                <a:lnTo>
                  <a:pt x="680" y="459"/>
                </a:lnTo>
                <a:lnTo>
                  <a:pt x="679" y="459"/>
                </a:lnTo>
                <a:lnTo>
                  <a:pt x="679" y="457"/>
                </a:lnTo>
                <a:lnTo>
                  <a:pt x="680" y="457"/>
                </a:lnTo>
                <a:lnTo>
                  <a:pt x="680" y="456"/>
                </a:lnTo>
                <a:lnTo>
                  <a:pt x="679" y="456"/>
                </a:lnTo>
                <a:lnTo>
                  <a:pt x="678" y="456"/>
                </a:lnTo>
                <a:lnTo>
                  <a:pt x="678" y="455"/>
                </a:lnTo>
                <a:lnTo>
                  <a:pt x="679" y="455"/>
                </a:lnTo>
                <a:lnTo>
                  <a:pt x="680" y="455"/>
                </a:lnTo>
                <a:lnTo>
                  <a:pt x="680" y="454"/>
                </a:lnTo>
                <a:lnTo>
                  <a:pt x="681" y="454"/>
                </a:lnTo>
                <a:lnTo>
                  <a:pt x="682" y="455"/>
                </a:lnTo>
                <a:lnTo>
                  <a:pt x="683" y="455"/>
                </a:lnTo>
                <a:lnTo>
                  <a:pt x="683" y="454"/>
                </a:lnTo>
                <a:lnTo>
                  <a:pt x="682" y="454"/>
                </a:lnTo>
                <a:lnTo>
                  <a:pt x="682" y="453"/>
                </a:lnTo>
                <a:lnTo>
                  <a:pt x="681" y="451"/>
                </a:lnTo>
                <a:lnTo>
                  <a:pt x="681" y="450"/>
                </a:lnTo>
                <a:lnTo>
                  <a:pt x="682" y="449"/>
                </a:lnTo>
                <a:lnTo>
                  <a:pt x="683" y="449"/>
                </a:lnTo>
                <a:lnTo>
                  <a:pt x="683" y="450"/>
                </a:lnTo>
                <a:lnTo>
                  <a:pt x="684" y="450"/>
                </a:lnTo>
                <a:lnTo>
                  <a:pt x="684" y="448"/>
                </a:lnTo>
                <a:lnTo>
                  <a:pt x="683" y="447"/>
                </a:lnTo>
                <a:lnTo>
                  <a:pt x="683" y="446"/>
                </a:lnTo>
                <a:lnTo>
                  <a:pt x="684" y="443"/>
                </a:lnTo>
                <a:lnTo>
                  <a:pt x="685" y="442"/>
                </a:lnTo>
                <a:lnTo>
                  <a:pt x="685" y="441"/>
                </a:lnTo>
                <a:lnTo>
                  <a:pt x="685" y="439"/>
                </a:lnTo>
                <a:lnTo>
                  <a:pt x="685" y="438"/>
                </a:lnTo>
                <a:lnTo>
                  <a:pt x="684" y="439"/>
                </a:lnTo>
                <a:lnTo>
                  <a:pt x="683" y="440"/>
                </a:lnTo>
                <a:lnTo>
                  <a:pt x="682" y="440"/>
                </a:lnTo>
                <a:lnTo>
                  <a:pt x="681" y="439"/>
                </a:lnTo>
                <a:lnTo>
                  <a:pt x="681" y="438"/>
                </a:lnTo>
                <a:lnTo>
                  <a:pt x="682" y="438"/>
                </a:lnTo>
                <a:lnTo>
                  <a:pt x="682" y="437"/>
                </a:lnTo>
                <a:lnTo>
                  <a:pt x="681" y="436"/>
                </a:lnTo>
                <a:lnTo>
                  <a:pt x="680" y="436"/>
                </a:lnTo>
                <a:lnTo>
                  <a:pt x="680" y="435"/>
                </a:lnTo>
                <a:lnTo>
                  <a:pt x="679" y="435"/>
                </a:lnTo>
                <a:lnTo>
                  <a:pt x="679" y="434"/>
                </a:lnTo>
                <a:lnTo>
                  <a:pt x="679" y="433"/>
                </a:lnTo>
                <a:lnTo>
                  <a:pt x="680" y="432"/>
                </a:lnTo>
                <a:lnTo>
                  <a:pt x="680" y="429"/>
                </a:lnTo>
                <a:lnTo>
                  <a:pt x="679" y="429"/>
                </a:lnTo>
                <a:lnTo>
                  <a:pt x="679" y="428"/>
                </a:lnTo>
                <a:lnTo>
                  <a:pt x="680" y="429"/>
                </a:lnTo>
                <a:lnTo>
                  <a:pt x="681" y="429"/>
                </a:lnTo>
                <a:lnTo>
                  <a:pt x="681" y="428"/>
                </a:lnTo>
                <a:lnTo>
                  <a:pt x="681" y="427"/>
                </a:lnTo>
                <a:lnTo>
                  <a:pt x="681" y="426"/>
                </a:lnTo>
                <a:lnTo>
                  <a:pt x="680" y="426"/>
                </a:lnTo>
                <a:lnTo>
                  <a:pt x="679" y="426"/>
                </a:lnTo>
                <a:lnTo>
                  <a:pt x="679" y="427"/>
                </a:lnTo>
                <a:lnTo>
                  <a:pt x="678" y="427"/>
                </a:lnTo>
                <a:lnTo>
                  <a:pt x="678" y="426"/>
                </a:lnTo>
                <a:lnTo>
                  <a:pt x="676" y="426"/>
                </a:lnTo>
                <a:lnTo>
                  <a:pt x="676" y="425"/>
                </a:lnTo>
                <a:lnTo>
                  <a:pt x="675" y="425"/>
                </a:lnTo>
                <a:lnTo>
                  <a:pt x="674" y="425"/>
                </a:lnTo>
                <a:lnTo>
                  <a:pt x="674" y="424"/>
                </a:lnTo>
                <a:lnTo>
                  <a:pt x="675" y="424"/>
                </a:lnTo>
                <a:lnTo>
                  <a:pt x="675" y="423"/>
                </a:lnTo>
                <a:lnTo>
                  <a:pt x="675" y="422"/>
                </a:lnTo>
                <a:lnTo>
                  <a:pt x="674" y="422"/>
                </a:lnTo>
                <a:lnTo>
                  <a:pt x="674" y="423"/>
                </a:lnTo>
                <a:lnTo>
                  <a:pt x="673" y="423"/>
                </a:lnTo>
                <a:lnTo>
                  <a:pt x="672" y="423"/>
                </a:lnTo>
                <a:lnTo>
                  <a:pt x="672" y="422"/>
                </a:lnTo>
                <a:lnTo>
                  <a:pt x="670" y="421"/>
                </a:lnTo>
                <a:lnTo>
                  <a:pt x="669" y="421"/>
                </a:lnTo>
                <a:lnTo>
                  <a:pt x="668" y="421"/>
                </a:lnTo>
                <a:lnTo>
                  <a:pt x="668" y="420"/>
                </a:lnTo>
                <a:lnTo>
                  <a:pt x="669" y="420"/>
                </a:lnTo>
                <a:lnTo>
                  <a:pt x="670" y="421"/>
                </a:lnTo>
                <a:lnTo>
                  <a:pt x="670" y="420"/>
                </a:lnTo>
                <a:lnTo>
                  <a:pt x="669" y="420"/>
                </a:lnTo>
                <a:lnTo>
                  <a:pt x="668" y="420"/>
                </a:lnTo>
                <a:lnTo>
                  <a:pt x="668" y="419"/>
                </a:lnTo>
                <a:lnTo>
                  <a:pt x="669" y="418"/>
                </a:lnTo>
                <a:lnTo>
                  <a:pt x="670" y="418"/>
                </a:lnTo>
                <a:lnTo>
                  <a:pt x="670" y="417"/>
                </a:lnTo>
                <a:lnTo>
                  <a:pt x="669" y="417"/>
                </a:lnTo>
                <a:lnTo>
                  <a:pt x="669" y="415"/>
                </a:lnTo>
                <a:lnTo>
                  <a:pt x="669" y="414"/>
                </a:lnTo>
                <a:lnTo>
                  <a:pt x="669" y="413"/>
                </a:lnTo>
                <a:lnTo>
                  <a:pt x="669" y="414"/>
                </a:lnTo>
                <a:lnTo>
                  <a:pt x="668" y="415"/>
                </a:lnTo>
                <a:lnTo>
                  <a:pt x="668" y="414"/>
                </a:lnTo>
                <a:lnTo>
                  <a:pt x="668" y="413"/>
                </a:lnTo>
                <a:lnTo>
                  <a:pt x="667" y="413"/>
                </a:lnTo>
                <a:lnTo>
                  <a:pt x="666" y="413"/>
                </a:lnTo>
                <a:lnTo>
                  <a:pt x="666" y="414"/>
                </a:lnTo>
                <a:lnTo>
                  <a:pt x="665" y="414"/>
                </a:lnTo>
                <a:lnTo>
                  <a:pt x="665" y="415"/>
                </a:lnTo>
                <a:lnTo>
                  <a:pt x="664" y="416"/>
                </a:lnTo>
                <a:lnTo>
                  <a:pt x="664" y="417"/>
                </a:lnTo>
                <a:lnTo>
                  <a:pt x="662" y="416"/>
                </a:lnTo>
                <a:lnTo>
                  <a:pt x="661" y="416"/>
                </a:lnTo>
                <a:lnTo>
                  <a:pt x="661" y="415"/>
                </a:lnTo>
                <a:lnTo>
                  <a:pt x="660" y="415"/>
                </a:lnTo>
                <a:lnTo>
                  <a:pt x="660" y="414"/>
                </a:lnTo>
                <a:lnTo>
                  <a:pt x="661" y="414"/>
                </a:lnTo>
                <a:lnTo>
                  <a:pt x="661" y="413"/>
                </a:lnTo>
                <a:lnTo>
                  <a:pt x="660" y="413"/>
                </a:lnTo>
                <a:lnTo>
                  <a:pt x="659" y="414"/>
                </a:lnTo>
                <a:lnTo>
                  <a:pt x="659" y="413"/>
                </a:lnTo>
                <a:lnTo>
                  <a:pt x="659" y="412"/>
                </a:lnTo>
                <a:lnTo>
                  <a:pt x="658" y="412"/>
                </a:lnTo>
                <a:lnTo>
                  <a:pt x="657" y="412"/>
                </a:lnTo>
                <a:lnTo>
                  <a:pt x="655" y="413"/>
                </a:lnTo>
                <a:lnTo>
                  <a:pt x="655" y="412"/>
                </a:lnTo>
                <a:lnTo>
                  <a:pt x="654" y="413"/>
                </a:lnTo>
                <a:lnTo>
                  <a:pt x="653" y="413"/>
                </a:lnTo>
                <a:lnTo>
                  <a:pt x="652" y="412"/>
                </a:lnTo>
                <a:lnTo>
                  <a:pt x="652" y="410"/>
                </a:lnTo>
                <a:lnTo>
                  <a:pt x="653" y="409"/>
                </a:lnTo>
                <a:lnTo>
                  <a:pt x="653" y="408"/>
                </a:lnTo>
                <a:lnTo>
                  <a:pt x="652" y="408"/>
                </a:lnTo>
                <a:lnTo>
                  <a:pt x="650" y="407"/>
                </a:lnTo>
                <a:lnTo>
                  <a:pt x="650" y="406"/>
                </a:lnTo>
                <a:lnTo>
                  <a:pt x="651" y="406"/>
                </a:lnTo>
                <a:lnTo>
                  <a:pt x="650" y="406"/>
                </a:lnTo>
                <a:lnTo>
                  <a:pt x="650" y="405"/>
                </a:lnTo>
                <a:lnTo>
                  <a:pt x="650" y="404"/>
                </a:lnTo>
                <a:lnTo>
                  <a:pt x="649" y="403"/>
                </a:lnTo>
                <a:lnTo>
                  <a:pt x="649" y="402"/>
                </a:lnTo>
                <a:lnTo>
                  <a:pt x="648" y="402"/>
                </a:lnTo>
                <a:lnTo>
                  <a:pt x="648" y="401"/>
                </a:lnTo>
                <a:lnTo>
                  <a:pt x="647" y="401"/>
                </a:lnTo>
                <a:lnTo>
                  <a:pt x="648" y="401"/>
                </a:lnTo>
                <a:lnTo>
                  <a:pt x="648" y="400"/>
                </a:lnTo>
                <a:lnTo>
                  <a:pt x="647" y="400"/>
                </a:lnTo>
                <a:lnTo>
                  <a:pt x="646" y="399"/>
                </a:lnTo>
                <a:lnTo>
                  <a:pt x="645" y="398"/>
                </a:lnTo>
                <a:lnTo>
                  <a:pt x="643" y="397"/>
                </a:lnTo>
                <a:lnTo>
                  <a:pt x="642" y="397"/>
                </a:lnTo>
                <a:lnTo>
                  <a:pt x="641" y="398"/>
                </a:lnTo>
                <a:lnTo>
                  <a:pt x="640" y="398"/>
                </a:lnTo>
                <a:lnTo>
                  <a:pt x="639" y="398"/>
                </a:lnTo>
                <a:lnTo>
                  <a:pt x="638" y="398"/>
                </a:lnTo>
                <a:lnTo>
                  <a:pt x="637" y="398"/>
                </a:lnTo>
                <a:lnTo>
                  <a:pt x="636" y="399"/>
                </a:lnTo>
                <a:lnTo>
                  <a:pt x="634" y="399"/>
                </a:lnTo>
                <a:lnTo>
                  <a:pt x="634" y="398"/>
                </a:lnTo>
                <a:lnTo>
                  <a:pt x="633" y="398"/>
                </a:lnTo>
                <a:lnTo>
                  <a:pt x="633" y="397"/>
                </a:lnTo>
                <a:lnTo>
                  <a:pt x="634" y="397"/>
                </a:lnTo>
                <a:lnTo>
                  <a:pt x="635" y="395"/>
                </a:lnTo>
                <a:lnTo>
                  <a:pt x="634" y="394"/>
                </a:lnTo>
                <a:lnTo>
                  <a:pt x="634" y="393"/>
                </a:lnTo>
                <a:lnTo>
                  <a:pt x="634" y="392"/>
                </a:lnTo>
                <a:lnTo>
                  <a:pt x="633" y="392"/>
                </a:lnTo>
                <a:lnTo>
                  <a:pt x="632" y="391"/>
                </a:lnTo>
                <a:lnTo>
                  <a:pt x="631" y="391"/>
                </a:lnTo>
                <a:lnTo>
                  <a:pt x="629" y="388"/>
                </a:lnTo>
                <a:lnTo>
                  <a:pt x="628" y="388"/>
                </a:lnTo>
                <a:lnTo>
                  <a:pt x="627" y="387"/>
                </a:lnTo>
                <a:lnTo>
                  <a:pt x="626" y="385"/>
                </a:lnTo>
                <a:lnTo>
                  <a:pt x="625" y="385"/>
                </a:lnTo>
                <a:lnTo>
                  <a:pt x="625" y="384"/>
                </a:lnTo>
                <a:lnTo>
                  <a:pt x="625" y="383"/>
                </a:lnTo>
                <a:lnTo>
                  <a:pt x="624" y="383"/>
                </a:lnTo>
                <a:lnTo>
                  <a:pt x="623" y="382"/>
                </a:lnTo>
                <a:lnTo>
                  <a:pt x="623" y="381"/>
                </a:lnTo>
                <a:lnTo>
                  <a:pt x="623" y="380"/>
                </a:lnTo>
                <a:lnTo>
                  <a:pt x="622" y="379"/>
                </a:lnTo>
                <a:lnTo>
                  <a:pt x="621" y="379"/>
                </a:lnTo>
                <a:lnTo>
                  <a:pt x="620" y="379"/>
                </a:lnTo>
                <a:lnTo>
                  <a:pt x="619" y="379"/>
                </a:lnTo>
                <a:lnTo>
                  <a:pt x="618" y="379"/>
                </a:lnTo>
                <a:lnTo>
                  <a:pt x="618" y="378"/>
                </a:lnTo>
                <a:lnTo>
                  <a:pt x="618" y="377"/>
                </a:lnTo>
                <a:lnTo>
                  <a:pt x="617" y="377"/>
                </a:lnTo>
                <a:lnTo>
                  <a:pt x="616" y="377"/>
                </a:lnTo>
                <a:lnTo>
                  <a:pt x="615" y="376"/>
                </a:lnTo>
                <a:lnTo>
                  <a:pt x="614" y="375"/>
                </a:lnTo>
                <a:lnTo>
                  <a:pt x="614" y="374"/>
                </a:lnTo>
                <a:lnTo>
                  <a:pt x="613" y="373"/>
                </a:lnTo>
                <a:lnTo>
                  <a:pt x="611" y="373"/>
                </a:lnTo>
                <a:lnTo>
                  <a:pt x="611" y="372"/>
                </a:lnTo>
                <a:lnTo>
                  <a:pt x="611" y="371"/>
                </a:lnTo>
                <a:lnTo>
                  <a:pt x="610" y="371"/>
                </a:lnTo>
                <a:lnTo>
                  <a:pt x="610" y="370"/>
                </a:lnTo>
                <a:lnTo>
                  <a:pt x="610" y="369"/>
                </a:lnTo>
                <a:lnTo>
                  <a:pt x="609" y="369"/>
                </a:lnTo>
                <a:lnTo>
                  <a:pt x="608" y="369"/>
                </a:lnTo>
                <a:lnTo>
                  <a:pt x="608" y="368"/>
                </a:lnTo>
                <a:lnTo>
                  <a:pt x="607" y="367"/>
                </a:lnTo>
                <a:lnTo>
                  <a:pt x="606" y="366"/>
                </a:lnTo>
                <a:lnTo>
                  <a:pt x="605" y="366"/>
                </a:lnTo>
                <a:lnTo>
                  <a:pt x="605" y="365"/>
                </a:lnTo>
                <a:lnTo>
                  <a:pt x="604" y="364"/>
                </a:lnTo>
                <a:lnTo>
                  <a:pt x="603" y="364"/>
                </a:lnTo>
                <a:lnTo>
                  <a:pt x="602" y="364"/>
                </a:lnTo>
                <a:lnTo>
                  <a:pt x="602" y="363"/>
                </a:lnTo>
                <a:lnTo>
                  <a:pt x="601" y="363"/>
                </a:lnTo>
                <a:lnTo>
                  <a:pt x="602" y="362"/>
                </a:lnTo>
                <a:lnTo>
                  <a:pt x="602" y="361"/>
                </a:lnTo>
                <a:lnTo>
                  <a:pt x="602" y="360"/>
                </a:lnTo>
                <a:lnTo>
                  <a:pt x="601" y="360"/>
                </a:lnTo>
                <a:lnTo>
                  <a:pt x="600" y="360"/>
                </a:lnTo>
                <a:lnTo>
                  <a:pt x="600" y="359"/>
                </a:lnTo>
                <a:lnTo>
                  <a:pt x="599" y="359"/>
                </a:lnTo>
                <a:lnTo>
                  <a:pt x="598" y="358"/>
                </a:lnTo>
                <a:lnTo>
                  <a:pt x="597" y="358"/>
                </a:lnTo>
                <a:lnTo>
                  <a:pt x="597" y="357"/>
                </a:lnTo>
                <a:lnTo>
                  <a:pt x="597" y="356"/>
                </a:lnTo>
                <a:lnTo>
                  <a:pt x="595" y="355"/>
                </a:lnTo>
                <a:lnTo>
                  <a:pt x="594" y="354"/>
                </a:lnTo>
                <a:lnTo>
                  <a:pt x="593" y="353"/>
                </a:lnTo>
                <a:lnTo>
                  <a:pt x="591" y="352"/>
                </a:lnTo>
                <a:lnTo>
                  <a:pt x="590" y="352"/>
                </a:lnTo>
                <a:lnTo>
                  <a:pt x="590" y="351"/>
                </a:lnTo>
                <a:lnTo>
                  <a:pt x="589" y="350"/>
                </a:lnTo>
                <a:lnTo>
                  <a:pt x="587" y="349"/>
                </a:lnTo>
                <a:lnTo>
                  <a:pt x="586" y="349"/>
                </a:lnTo>
                <a:lnTo>
                  <a:pt x="586" y="348"/>
                </a:lnTo>
                <a:lnTo>
                  <a:pt x="585" y="347"/>
                </a:lnTo>
                <a:lnTo>
                  <a:pt x="585" y="348"/>
                </a:lnTo>
                <a:lnTo>
                  <a:pt x="584" y="347"/>
                </a:lnTo>
                <a:lnTo>
                  <a:pt x="583" y="347"/>
                </a:lnTo>
                <a:lnTo>
                  <a:pt x="583" y="346"/>
                </a:lnTo>
                <a:lnTo>
                  <a:pt x="582" y="346"/>
                </a:lnTo>
                <a:lnTo>
                  <a:pt x="582" y="345"/>
                </a:lnTo>
                <a:lnTo>
                  <a:pt x="581" y="345"/>
                </a:lnTo>
                <a:lnTo>
                  <a:pt x="580" y="344"/>
                </a:lnTo>
                <a:lnTo>
                  <a:pt x="579" y="344"/>
                </a:lnTo>
                <a:lnTo>
                  <a:pt x="579" y="343"/>
                </a:lnTo>
                <a:lnTo>
                  <a:pt x="578" y="342"/>
                </a:lnTo>
                <a:lnTo>
                  <a:pt x="577" y="342"/>
                </a:lnTo>
                <a:lnTo>
                  <a:pt x="576" y="342"/>
                </a:lnTo>
                <a:lnTo>
                  <a:pt x="575" y="341"/>
                </a:lnTo>
                <a:lnTo>
                  <a:pt x="573" y="340"/>
                </a:lnTo>
                <a:lnTo>
                  <a:pt x="572" y="339"/>
                </a:lnTo>
                <a:lnTo>
                  <a:pt x="571" y="339"/>
                </a:lnTo>
                <a:lnTo>
                  <a:pt x="571" y="338"/>
                </a:lnTo>
                <a:lnTo>
                  <a:pt x="571" y="337"/>
                </a:lnTo>
                <a:lnTo>
                  <a:pt x="570" y="337"/>
                </a:lnTo>
                <a:lnTo>
                  <a:pt x="570" y="336"/>
                </a:lnTo>
                <a:lnTo>
                  <a:pt x="570" y="335"/>
                </a:lnTo>
                <a:lnTo>
                  <a:pt x="569" y="335"/>
                </a:lnTo>
                <a:lnTo>
                  <a:pt x="569" y="334"/>
                </a:lnTo>
                <a:lnTo>
                  <a:pt x="569" y="333"/>
                </a:lnTo>
                <a:lnTo>
                  <a:pt x="568" y="333"/>
                </a:lnTo>
                <a:lnTo>
                  <a:pt x="567" y="332"/>
                </a:lnTo>
                <a:lnTo>
                  <a:pt x="566" y="332"/>
                </a:lnTo>
                <a:lnTo>
                  <a:pt x="564" y="333"/>
                </a:lnTo>
                <a:lnTo>
                  <a:pt x="563" y="334"/>
                </a:lnTo>
                <a:lnTo>
                  <a:pt x="562" y="335"/>
                </a:lnTo>
                <a:lnTo>
                  <a:pt x="562" y="336"/>
                </a:lnTo>
                <a:lnTo>
                  <a:pt x="560" y="335"/>
                </a:lnTo>
                <a:lnTo>
                  <a:pt x="559" y="335"/>
                </a:lnTo>
                <a:lnTo>
                  <a:pt x="559" y="334"/>
                </a:lnTo>
                <a:lnTo>
                  <a:pt x="559" y="333"/>
                </a:lnTo>
                <a:lnTo>
                  <a:pt x="558" y="332"/>
                </a:lnTo>
                <a:lnTo>
                  <a:pt x="557" y="332"/>
                </a:lnTo>
                <a:lnTo>
                  <a:pt x="555" y="332"/>
                </a:lnTo>
                <a:lnTo>
                  <a:pt x="555" y="333"/>
                </a:lnTo>
                <a:lnTo>
                  <a:pt x="554" y="333"/>
                </a:lnTo>
                <a:lnTo>
                  <a:pt x="554" y="334"/>
                </a:lnTo>
                <a:lnTo>
                  <a:pt x="552" y="333"/>
                </a:lnTo>
                <a:lnTo>
                  <a:pt x="550" y="332"/>
                </a:lnTo>
                <a:lnTo>
                  <a:pt x="550" y="333"/>
                </a:lnTo>
                <a:lnTo>
                  <a:pt x="549" y="333"/>
                </a:lnTo>
                <a:lnTo>
                  <a:pt x="549" y="334"/>
                </a:lnTo>
                <a:lnTo>
                  <a:pt x="549" y="335"/>
                </a:lnTo>
                <a:lnTo>
                  <a:pt x="548" y="335"/>
                </a:lnTo>
                <a:lnTo>
                  <a:pt x="547" y="335"/>
                </a:lnTo>
                <a:lnTo>
                  <a:pt x="545" y="334"/>
                </a:lnTo>
                <a:lnTo>
                  <a:pt x="543" y="334"/>
                </a:lnTo>
                <a:lnTo>
                  <a:pt x="542" y="334"/>
                </a:lnTo>
                <a:lnTo>
                  <a:pt x="540" y="335"/>
                </a:lnTo>
                <a:lnTo>
                  <a:pt x="540" y="336"/>
                </a:lnTo>
                <a:lnTo>
                  <a:pt x="538" y="336"/>
                </a:lnTo>
                <a:lnTo>
                  <a:pt x="537" y="336"/>
                </a:lnTo>
                <a:lnTo>
                  <a:pt x="537" y="334"/>
                </a:lnTo>
                <a:lnTo>
                  <a:pt x="536" y="331"/>
                </a:lnTo>
                <a:lnTo>
                  <a:pt x="535" y="331"/>
                </a:lnTo>
                <a:lnTo>
                  <a:pt x="534" y="331"/>
                </a:lnTo>
                <a:lnTo>
                  <a:pt x="533" y="332"/>
                </a:lnTo>
                <a:lnTo>
                  <a:pt x="533" y="333"/>
                </a:lnTo>
                <a:lnTo>
                  <a:pt x="532" y="336"/>
                </a:lnTo>
                <a:lnTo>
                  <a:pt x="531" y="337"/>
                </a:lnTo>
                <a:lnTo>
                  <a:pt x="530" y="339"/>
                </a:lnTo>
                <a:lnTo>
                  <a:pt x="530" y="343"/>
                </a:lnTo>
                <a:lnTo>
                  <a:pt x="530" y="345"/>
                </a:lnTo>
                <a:lnTo>
                  <a:pt x="531" y="348"/>
                </a:lnTo>
                <a:lnTo>
                  <a:pt x="531" y="349"/>
                </a:lnTo>
                <a:lnTo>
                  <a:pt x="532" y="351"/>
                </a:lnTo>
                <a:lnTo>
                  <a:pt x="533" y="352"/>
                </a:lnTo>
                <a:lnTo>
                  <a:pt x="534" y="353"/>
                </a:lnTo>
                <a:lnTo>
                  <a:pt x="533" y="353"/>
                </a:lnTo>
                <a:lnTo>
                  <a:pt x="533" y="354"/>
                </a:lnTo>
                <a:lnTo>
                  <a:pt x="532" y="354"/>
                </a:lnTo>
                <a:lnTo>
                  <a:pt x="532" y="355"/>
                </a:lnTo>
                <a:lnTo>
                  <a:pt x="532" y="356"/>
                </a:lnTo>
                <a:lnTo>
                  <a:pt x="532" y="357"/>
                </a:lnTo>
                <a:lnTo>
                  <a:pt x="533" y="357"/>
                </a:lnTo>
                <a:lnTo>
                  <a:pt x="531" y="359"/>
                </a:lnTo>
                <a:lnTo>
                  <a:pt x="529" y="359"/>
                </a:lnTo>
                <a:lnTo>
                  <a:pt x="526" y="360"/>
                </a:lnTo>
                <a:lnTo>
                  <a:pt x="525" y="361"/>
                </a:lnTo>
                <a:lnTo>
                  <a:pt x="524" y="362"/>
                </a:lnTo>
                <a:lnTo>
                  <a:pt x="524" y="364"/>
                </a:lnTo>
                <a:lnTo>
                  <a:pt x="524" y="365"/>
                </a:lnTo>
                <a:lnTo>
                  <a:pt x="522" y="366"/>
                </a:lnTo>
                <a:lnTo>
                  <a:pt x="521" y="366"/>
                </a:lnTo>
                <a:lnTo>
                  <a:pt x="519" y="366"/>
                </a:lnTo>
                <a:lnTo>
                  <a:pt x="518" y="367"/>
                </a:lnTo>
                <a:lnTo>
                  <a:pt x="517" y="367"/>
                </a:lnTo>
                <a:lnTo>
                  <a:pt x="516" y="367"/>
                </a:lnTo>
                <a:lnTo>
                  <a:pt x="516" y="368"/>
                </a:lnTo>
                <a:lnTo>
                  <a:pt x="516" y="369"/>
                </a:lnTo>
                <a:lnTo>
                  <a:pt x="517" y="372"/>
                </a:lnTo>
                <a:lnTo>
                  <a:pt x="518" y="373"/>
                </a:lnTo>
                <a:lnTo>
                  <a:pt x="519" y="374"/>
                </a:lnTo>
                <a:lnTo>
                  <a:pt x="520" y="376"/>
                </a:lnTo>
                <a:lnTo>
                  <a:pt x="521" y="378"/>
                </a:lnTo>
                <a:lnTo>
                  <a:pt x="520" y="379"/>
                </a:lnTo>
                <a:lnTo>
                  <a:pt x="519" y="380"/>
                </a:lnTo>
                <a:lnTo>
                  <a:pt x="519" y="381"/>
                </a:lnTo>
                <a:lnTo>
                  <a:pt x="518" y="381"/>
                </a:lnTo>
                <a:lnTo>
                  <a:pt x="517" y="381"/>
                </a:lnTo>
                <a:lnTo>
                  <a:pt x="517" y="382"/>
                </a:lnTo>
                <a:lnTo>
                  <a:pt x="517" y="383"/>
                </a:lnTo>
                <a:lnTo>
                  <a:pt x="516" y="385"/>
                </a:lnTo>
                <a:lnTo>
                  <a:pt x="515" y="388"/>
                </a:lnTo>
                <a:lnTo>
                  <a:pt x="514" y="388"/>
                </a:lnTo>
                <a:lnTo>
                  <a:pt x="515" y="389"/>
                </a:lnTo>
                <a:lnTo>
                  <a:pt x="516" y="389"/>
                </a:lnTo>
                <a:lnTo>
                  <a:pt x="516" y="390"/>
                </a:lnTo>
                <a:lnTo>
                  <a:pt x="515" y="392"/>
                </a:lnTo>
                <a:lnTo>
                  <a:pt x="514" y="393"/>
                </a:lnTo>
                <a:lnTo>
                  <a:pt x="512" y="393"/>
                </a:lnTo>
                <a:lnTo>
                  <a:pt x="510" y="393"/>
                </a:lnTo>
                <a:lnTo>
                  <a:pt x="509" y="393"/>
                </a:lnTo>
                <a:lnTo>
                  <a:pt x="507" y="393"/>
                </a:lnTo>
                <a:lnTo>
                  <a:pt x="506" y="393"/>
                </a:lnTo>
                <a:lnTo>
                  <a:pt x="505" y="392"/>
                </a:lnTo>
                <a:lnTo>
                  <a:pt x="504" y="392"/>
                </a:lnTo>
                <a:lnTo>
                  <a:pt x="503" y="392"/>
                </a:lnTo>
                <a:lnTo>
                  <a:pt x="502" y="392"/>
                </a:lnTo>
                <a:lnTo>
                  <a:pt x="502" y="393"/>
                </a:lnTo>
                <a:lnTo>
                  <a:pt x="500" y="395"/>
                </a:lnTo>
                <a:lnTo>
                  <a:pt x="500" y="396"/>
                </a:lnTo>
                <a:lnTo>
                  <a:pt x="500" y="397"/>
                </a:lnTo>
                <a:lnTo>
                  <a:pt x="499" y="397"/>
                </a:lnTo>
                <a:lnTo>
                  <a:pt x="500" y="398"/>
                </a:lnTo>
                <a:lnTo>
                  <a:pt x="500" y="399"/>
                </a:lnTo>
                <a:lnTo>
                  <a:pt x="500" y="400"/>
                </a:lnTo>
                <a:lnTo>
                  <a:pt x="500" y="401"/>
                </a:lnTo>
                <a:lnTo>
                  <a:pt x="498" y="402"/>
                </a:lnTo>
                <a:lnTo>
                  <a:pt x="496" y="404"/>
                </a:lnTo>
                <a:lnTo>
                  <a:pt x="491" y="407"/>
                </a:lnTo>
                <a:lnTo>
                  <a:pt x="490" y="407"/>
                </a:lnTo>
                <a:lnTo>
                  <a:pt x="489" y="407"/>
                </a:lnTo>
                <a:lnTo>
                  <a:pt x="488" y="406"/>
                </a:lnTo>
                <a:lnTo>
                  <a:pt x="488" y="407"/>
                </a:lnTo>
                <a:lnTo>
                  <a:pt x="486" y="408"/>
                </a:lnTo>
                <a:lnTo>
                  <a:pt x="486" y="409"/>
                </a:lnTo>
                <a:lnTo>
                  <a:pt x="486" y="410"/>
                </a:lnTo>
                <a:lnTo>
                  <a:pt x="483" y="408"/>
                </a:lnTo>
                <a:lnTo>
                  <a:pt x="481" y="406"/>
                </a:lnTo>
                <a:lnTo>
                  <a:pt x="480" y="406"/>
                </a:lnTo>
                <a:lnTo>
                  <a:pt x="480" y="405"/>
                </a:lnTo>
                <a:lnTo>
                  <a:pt x="479" y="404"/>
                </a:lnTo>
                <a:lnTo>
                  <a:pt x="479" y="403"/>
                </a:lnTo>
                <a:lnTo>
                  <a:pt x="478" y="403"/>
                </a:lnTo>
                <a:lnTo>
                  <a:pt x="477" y="403"/>
                </a:lnTo>
                <a:lnTo>
                  <a:pt x="475" y="402"/>
                </a:lnTo>
                <a:lnTo>
                  <a:pt x="475" y="401"/>
                </a:lnTo>
                <a:lnTo>
                  <a:pt x="474" y="401"/>
                </a:lnTo>
                <a:lnTo>
                  <a:pt x="473" y="401"/>
                </a:lnTo>
                <a:lnTo>
                  <a:pt x="472" y="402"/>
                </a:lnTo>
                <a:lnTo>
                  <a:pt x="472" y="403"/>
                </a:lnTo>
                <a:lnTo>
                  <a:pt x="470" y="402"/>
                </a:lnTo>
                <a:lnTo>
                  <a:pt x="469" y="402"/>
                </a:lnTo>
                <a:lnTo>
                  <a:pt x="468" y="402"/>
                </a:lnTo>
                <a:lnTo>
                  <a:pt x="467" y="402"/>
                </a:lnTo>
                <a:lnTo>
                  <a:pt x="467" y="401"/>
                </a:lnTo>
                <a:lnTo>
                  <a:pt x="467" y="402"/>
                </a:lnTo>
                <a:lnTo>
                  <a:pt x="466" y="402"/>
                </a:lnTo>
                <a:lnTo>
                  <a:pt x="465" y="403"/>
                </a:lnTo>
                <a:lnTo>
                  <a:pt x="465" y="404"/>
                </a:lnTo>
                <a:lnTo>
                  <a:pt x="465" y="406"/>
                </a:lnTo>
                <a:lnTo>
                  <a:pt x="464" y="406"/>
                </a:lnTo>
                <a:lnTo>
                  <a:pt x="463" y="406"/>
                </a:lnTo>
                <a:lnTo>
                  <a:pt x="461" y="407"/>
                </a:lnTo>
                <a:lnTo>
                  <a:pt x="459" y="409"/>
                </a:lnTo>
                <a:lnTo>
                  <a:pt x="459" y="411"/>
                </a:lnTo>
                <a:lnTo>
                  <a:pt x="459" y="412"/>
                </a:lnTo>
                <a:lnTo>
                  <a:pt x="460" y="415"/>
                </a:lnTo>
                <a:lnTo>
                  <a:pt x="461" y="418"/>
                </a:lnTo>
                <a:lnTo>
                  <a:pt x="461" y="420"/>
                </a:lnTo>
                <a:lnTo>
                  <a:pt x="460" y="420"/>
                </a:lnTo>
                <a:lnTo>
                  <a:pt x="460" y="421"/>
                </a:lnTo>
                <a:lnTo>
                  <a:pt x="460" y="422"/>
                </a:lnTo>
                <a:lnTo>
                  <a:pt x="459" y="423"/>
                </a:lnTo>
                <a:lnTo>
                  <a:pt x="459" y="426"/>
                </a:lnTo>
                <a:lnTo>
                  <a:pt x="457" y="425"/>
                </a:lnTo>
                <a:lnTo>
                  <a:pt x="456" y="425"/>
                </a:lnTo>
                <a:lnTo>
                  <a:pt x="455" y="425"/>
                </a:lnTo>
                <a:lnTo>
                  <a:pt x="454" y="425"/>
                </a:lnTo>
                <a:lnTo>
                  <a:pt x="452" y="425"/>
                </a:lnTo>
                <a:lnTo>
                  <a:pt x="452" y="426"/>
                </a:lnTo>
                <a:lnTo>
                  <a:pt x="451" y="427"/>
                </a:lnTo>
                <a:lnTo>
                  <a:pt x="449" y="426"/>
                </a:lnTo>
                <a:lnTo>
                  <a:pt x="449" y="425"/>
                </a:lnTo>
                <a:lnTo>
                  <a:pt x="449" y="424"/>
                </a:lnTo>
                <a:lnTo>
                  <a:pt x="449" y="423"/>
                </a:lnTo>
                <a:lnTo>
                  <a:pt x="447" y="424"/>
                </a:lnTo>
                <a:lnTo>
                  <a:pt x="446" y="425"/>
                </a:lnTo>
                <a:lnTo>
                  <a:pt x="445" y="425"/>
                </a:lnTo>
                <a:lnTo>
                  <a:pt x="445" y="424"/>
                </a:lnTo>
                <a:lnTo>
                  <a:pt x="444" y="423"/>
                </a:lnTo>
                <a:lnTo>
                  <a:pt x="442" y="422"/>
                </a:lnTo>
                <a:lnTo>
                  <a:pt x="440" y="420"/>
                </a:lnTo>
                <a:lnTo>
                  <a:pt x="439" y="419"/>
                </a:lnTo>
                <a:lnTo>
                  <a:pt x="438" y="419"/>
                </a:lnTo>
                <a:lnTo>
                  <a:pt x="436" y="417"/>
                </a:lnTo>
                <a:lnTo>
                  <a:pt x="434" y="416"/>
                </a:lnTo>
                <a:lnTo>
                  <a:pt x="431" y="415"/>
                </a:lnTo>
                <a:lnTo>
                  <a:pt x="430" y="416"/>
                </a:lnTo>
                <a:lnTo>
                  <a:pt x="430" y="417"/>
                </a:lnTo>
                <a:lnTo>
                  <a:pt x="427" y="418"/>
                </a:lnTo>
                <a:lnTo>
                  <a:pt x="425" y="418"/>
                </a:lnTo>
                <a:lnTo>
                  <a:pt x="423" y="418"/>
                </a:lnTo>
                <a:lnTo>
                  <a:pt x="423" y="419"/>
                </a:lnTo>
                <a:lnTo>
                  <a:pt x="422" y="419"/>
                </a:lnTo>
                <a:lnTo>
                  <a:pt x="421" y="419"/>
                </a:lnTo>
                <a:lnTo>
                  <a:pt x="419" y="418"/>
                </a:lnTo>
                <a:lnTo>
                  <a:pt x="416" y="420"/>
                </a:lnTo>
                <a:lnTo>
                  <a:pt x="416" y="421"/>
                </a:lnTo>
                <a:lnTo>
                  <a:pt x="415" y="421"/>
                </a:lnTo>
                <a:lnTo>
                  <a:pt x="415" y="422"/>
                </a:lnTo>
                <a:lnTo>
                  <a:pt x="415" y="423"/>
                </a:lnTo>
                <a:lnTo>
                  <a:pt x="415" y="424"/>
                </a:lnTo>
                <a:lnTo>
                  <a:pt x="414" y="425"/>
                </a:lnTo>
                <a:lnTo>
                  <a:pt x="413" y="425"/>
                </a:lnTo>
                <a:lnTo>
                  <a:pt x="411" y="425"/>
                </a:lnTo>
                <a:lnTo>
                  <a:pt x="410" y="425"/>
                </a:lnTo>
                <a:lnTo>
                  <a:pt x="410" y="426"/>
                </a:lnTo>
                <a:lnTo>
                  <a:pt x="409" y="426"/>
                </a:lnTo>
                <a:lnTo>
                  <a:pt x="408" y="426"/>
                </a:lnTo>
                <a:lnTo>
                  <a:pt x="407" y="426"/>
                </a:lnTo>
                <a:lnTo>
                  <a:pt x="406" y="425"/>
                </a:lnTo>
                <a:lnTo>
                  <a:pt x="405" y="426"/>
                </a:lnTo>
                <a:lnTo>
                  <a:pt x="404" y="426"/>
                </a:lnTo>
                <a:lnTo>
                  <a:pt x="402" y="426"/>
                </a:lnTo>
                <a:lnTo>
                  <a:pt x="398" y="429"/>
                </a:lnTo>
                <a:lnTo>
                  <a:pt x="397" y="431"/>
                </a:lnTo>
                <a:lnTo>
                  <a:pt x="396" y="432"/>
                </a:lnTo>
                <a:lnTo>
                  <a:pt x="395" y="432"/>
                </a:lnTo>
                <a:lnTo>
                  <a:pt x="391" y="430"/>
                </a:lnTo>
                <a:lnTo>
                  <a:pt x="387" y="426"/>
                </a:lnTo>
                <a:lnTo>
                  <a:pt x="386" y="425"/>
                </a:lnTo>
                <a:lnTo>
                  <a:pt x="386" y="424"/>
                </a:lnTo>
                <a:lnTo>
                  <a:pt x="385" y="424"/>
                </a:lnTo>
                <a:lnTo>
                  <a:pt x="385" y="423"/>
                </a:lnTo>
                <a:lnTo>
                  <a:pt x="384" y="422"/>
                </a:lnTo>
                <a:lnTo>
                  <a:pt x="383" y="422"/>
                </a:lnTo>
                <a:lnTo>
                  <a:pt x="382" y="421"/>
                </a:lnTo>
                <a:lnTo>
                  <a:pt x="381" y="421"/>
                </a:lnTo>
                <a:lnTo>
                  <a:pt x="380" y="421"/>
                </a:lnTo>
                <a:lnTo>
                  <a:pt x="379" y="422"/>
                </a:lnTo>
                <a:lnTo>
                  <a:pt x="377" y="423"/>
                </a:lnTo>
                <a:lnTo>
                  <a:pt x="374" y="422"/>
                </a:lnTo>
                <a:lnTo>
                  <a:pt x="371" y="422"/>
                </a:lnTo>
                <a:lnTo>
                  <a:pt x="368" y="420"/>
                </a:lnTo>
                <a:lnTo>
                  <a:pt x="367" y="420"/>
                </a:lnTo>
                <a:lnTo>
                  <a:pt x="367" y="419"/>
                </a:lnTo>
                <a:lnTo>
                  <a:pt x="367" y="418"/>
                </a:lnTo>
                <a:lnTo>
                  <a:pt x="366" y="418"/>
                </a:lnTo>
                <a:lnTo>
                  <a:pt x="364" y="419"/>
                </a:lnTo>
                <a:lnTo>
                  <a:pt x="362" y="424"/>
                </a:lnTo>
                <a:lnTo>
                  <a:pt x="362" y="425"/>
                </a:lnTo>
                <a:lnTo>
                  <a:pt x="362" y="426"/>
                </a:lnTo>
                <a:lnTo>
                  <a:pt x="362" y="428"/>
                </a:lnTo>
                <a:lnTo>
                  <a:pt x="361" y="429"/>
                </a:lnTo>
                <a:lnTo>
                  <a:pt x="360" y="429"/>
                </a:lnTo>
                <a:lnTo>
                  <a:pt x="360" y="430"/>
                </a:lnTo>
                <a:lnTo>
                  <a:pt x="360" y="431"/>
                </a:lnTo>
                <a:lnTo>
                  <a:pt x="360" y="432"/>
                </a:lnTo>
                <a:lnTo>
                  <a:pt x="360" y="433"/>
                </a:lnTo>
                <a:lnTo>
                  <a:pt x="361" y="433"/>
                </a:lnTo>
                <a:lnTo>
                  <a:pt x="361" y="434"/>
                </a:lnTo>
                <a:lnTo>
                  <a:pt x="361" y="435"/>
                </a:lnTo>
                <a:lnTo>
                  <a:pt x="360" y="435"/>
                </a:lnTo>
                <a:lnTo>
                  <a:pt x="359" y="435"/>
                </a:lnTo>
                <a:lnTo>
                  <a:pt x="358" y="435"/>
                </a:lnTo>
                <a:lnTo>
                  <a:pt x="357" y="436"/>
                </a:lnTo>
                <a:lnTo>
                  <a:pt x="354" y="438"/>
                </a:lnTo>
                <a:lnTo>
                  <a:pt x="353" y="438"/>
                </a:lnTo>
                <a:lnTo>
                  <a:pt x="352" y="438"/>
                </a:lnTo>
                <a:lnTo>
                  <a:pt x="351" y="438"/>
                </a:lnTo>
                <a:lnTo>
                  <a:pt x="351" y="439"/>
                </a:lnTo>
                <a:lnTo>
                  <a:pt x="351" y="440"/>
                </a:lnTo>
                <a:lnTo>
                  <a:pt x="352" y="441"/>
                </a:lnTo>
                <a:lnTo>
                  <a:pt x="352" y="442"/>
                </a:lnTo>
                <a:lnTo>
                  <a:pt x="350" y="443"/>
                </a:lnTo>
                <a:lnTo>
                  <a:pt x="349" y="443"/>
                </a:lnTo>
                <a:lnTo>
                  <a:pt x="348" y="443"/>
                </a:lnTo>
                <a:lnTo>
                  <a:pt x="347" y="444"/>
                </a:lnTo>
                <a:lnTo>
                  <a:pt x="346" y="444"/>
                </a:lnTo>
                <a:lnTo>
                  <a:pt x="346" y="445"/>
                </a:lnTo>
                <a:lnTo>
                  <a:pt x="345" y="445"/>
                </a:lnTo>
                <a:lnTo>
                  <a:pt x="343" y="445"/>
                </a:lnTo>
                <a:lnTo>
                  <a:pt x="342" y="445"/>
                </a:lnTo>
                <a:lnTo>
                  <a:pt x="342" y="444"/>
                </a:lnTo>
                <a:lnTo>
                  <a:pt x="340" y="444"/>
                </a:lnTo>
                <a:lnTo>
                  <a:pt x="337" y="445"/>
                </a:lnTo>
                <a:lnTo>
                  <a:pt x="337" y="446"/>
                </a:lnTo>
                <a:lnTo>
                  <a:pt x="336" y="446"/>
                </a:lnTo>
                <a:lnTo>
                  <a:pt x="336" y="448"/>
                </a:lnTo>
                <a:lnTo>
                  <a:pt x="336" y="449"/>
                </a:lnTo>
                <a:lnTo>
                  <a:pt x="334" y="450"/>
                </a:lnTo>
                <a:lnTo>
                  <a:pt x="333" y="450"/>
                </a:lnTo>
                <a:lnTo>
                  <a:pt x="332" y="450"/>
                </a:lnTo>
                <a:lnTo>
                  <a:pt x="331" y="450"/>
                </a:lnTo>
                <a:lnTo>
                  <a:pt x="331" y="449"/>
                </a:lnTo>
                <a:lnTo>
                  <a:pt x="330" y="449"/>
                </a:lnTo>
                <a:lnTo>
                  <a:pt x="329" y="449"/>
                </a:lnTo>
                <a:lnTo>
                  <a:pt x="328" y="450"/>
                </a:lnTo>
                <a:lnTo>
                  <a:pt x="328" y="451"/>
                </a:lnTo>
                <a:lnTo>
                  <a:pt x="327" y="451"/>
                </a:lnTo>
                <a:lnTo>
                  <a:pt x="327" y="452"/>
                </a:lnTo>
                <a:lnTo>
                  <a:pt x="327" y="453"/>
                </a:lnTo>
                <a:lnTo>
                  <a:pt x="326" y="453"/>
                </a:lnTo>
                <a:lnTo>
                  <a:pt x="325" y="453"/>
                </a:lnTo>
                <a:lnTo>
                  <a:pt x="324" y="453"/>
                </a:lnTo>
                <a:lnTo>
                  <a:pt x="324" y="452"/>
                </a:lnTo>
                <a:lnTo>
                  <a:pt x="323" y="452"/>
                </a:lnTo>
                <a:lnTo>
                  <a:pt x="322" y="452"/>
                </a:lnTo>
                <a:lnTo>
                  <a:pt x="321" y="452"/>
                </a:lnTo>
                <a:lnTo>
                  <a:pt x="319" y="453"/>
                </a:lnTo>
                <a:lnTo>
                  <a:pt x="318" y="454"/>
                </a:lnTo>
                <a:lnTo>
                  <a:pt x="317" y="455"/>
                </a:lnTo>
                <a:lnTo>
                  <a:pt x="317" y="456"/>
                </a:lnTo>
                <a:lnTo>
                  <a:pt x="316" y="456"/>
                </a:lnTo>
                <a:lnTo>
                  <a:pt x="316" y="457"/>
                </a:lnTo>
                <a:lnTo>
                  <a:pt x="315" y="458"/>
                </a:lnTo>
                <a:lnTo>
                  <a:pt x="314" y="458"/>
                </a:lnTo>
                <a:lnTo>
                  <a:pt x="312" y="457"/>
                </a:lnTo>
                <a:lnTo>
                  <a:pt x="311" y="457"/>
                </a:lnTo>
                <a:lnTo>
                  <a:pt x="310" y="457"/>
                </a:lnTo>
                <a:lnTo>
                  <a:pt x="308" y="455"/>
                </a:lnTo>
                <a:lnTo>
                  <a:pt x="307" y="454"/>
                </a:lnTo>
                <a:lnTo>
                  <a:pt x="307" y="453"/>
                </a:lnTo>
                <a:lnTo>
                  <a:pt x="306" y="453"/>
                </a:lnTo>
                <a:lnTo>
                  <a:pt x="305" y="453"/>
                </a:lnTo>
                <a:lnTo>
                  <a:pt x="304" y="453"/>
                </a:lnTo>
                <a:lnTo>
                  <a:pt x="303" y="453"/>
                </a:lnTo>
                <a:lnTo>
                  <a:pt x="302" y="454"/>
                </a:lnTo>
                <a:lnTo>
                  <a:pt x="301" y="454"/>
                </a:lnTo>
                <a:lnTo>
                  <a:pt x="299" y="453"/>
                </a:lnTo>
                <a:lnTo>
                  <a:pt x="298" y="453"/>
                </a:lnTo>
                <a:lnTo>
                  <a:pt x="298" y="452"/>
                </a:lnTo>
                <a:lnTo>
                  <a:pt x="298" y="451"/>
                </a:lnTo>
                <a:lnTo>
                  <a:pt x="296" y="450"/>
                </a:lnTo>
                <a:lnTo>
                  <a:pt x="295" y="450"/>
                </a:lnTo>
                <a:lnTo>
                  <a:pt x="295" y="451"/>
                </a:lnTo>
                <a:lnTo>
                  <a:pt x="295" y="452"/>
                </a:lnTo>
                <a:lnTo>
                  <a:pt x="294" y="452"/>
                </a:lnTo>
                <a:lnTo>
                  <a:pt x="293" y="452"/>
                </a:lnTo>
                <a:lnTo>
                  <a:pt x="292" y="451"/>
                </a:lnTo>
                <a:lnTo>
                  <a:pt x="291" y="451"/>
                </a:lnTo>
                <a:lnTo>
                  <a:pt x="291" y="450"/>
                </a:lnTo>
                <a:lnTo>
                  <a:pt x="290" y="450"/>
                </a:lnTo>
                <a:lnTo>
                  <a:pt x="290" y="451"/>
                </a:lnTo>
                <a:lnTo>
                  <a:pt x="288" y="451"/>
                </a:lnTo>
                <a:lnTo>
                  <a:pt x="288" y="450"/>
                </a:lnTo>
                <a:lnTo>
                  <a:pt x="287" y="450"/>
                </a:lnTo>
                <a:lnTo>
                  <a:pt x="285" y="449"/>
                </a:lnTo>
                <a:lnTo>
                  <a:pt x="280" y="450"/>
                </a:lnTo>
                <a:lnTo>
                  <a:pt x="279" y="451"/>
                </a:lnTo>
                <a:lnTo>
                  <a:pt x="279" y="452"/>
                </a:lnTo>
                <a:lnTo>
                  <a:pt x="279" y="453"/>
                </a:lnTo>
                <a:lnTo>
                  <a:pt x="277" y="453"/>
                </a:lnTo>
                <a:lnTo>
                  <a:pt x="276" y="452"/>
                </a:lnTo>
                <a:lnTo>
                  <a:pt x="274" y="450"/>
                </a:lnTo>
                <a:lnTo>
                  <a:pt x="273" y="449"/>
                </a:lnTo>
                <a:lnTo>
                  <a:pt x="272" y="448"/>
                </a:lnTo>
                <a:lnTo>
                  <a:pt x="271" y="447"/>
                </a:lnTo>
                <a:lnTo>
                  <a:pt x="270" y="445"/>
                </a:lnTo>
                <a:lnTo>
                  <a:pt x="269" y="444"/>
                </a:lnTo>
                <a:lnTo>
                  <a:pt x="269" y="443"/>
                </a:lnTo>
                <a:lnTo>
                  <a:pt x="270" y="442"/>
                </a:lnTo>
                <a:lnTo>
                  <a:pt x="270" y="441"/>
                </a:lnTo>
                <a:lnTo>
                  <a:pt x="270" y="438"/>
                </a:lnTo>
                <a:lnTo>
                  <a:pt x="269" y="438"/>
                </a:lnTo>
                <a:lnTo>
                  <a:pt x="268" y="438"/>
                </a:lnTo>
                <a:lnTo>
                  <a:pt x="267" y="437"/>
                </a:lnTo>
                <a:lnTo>
                  <a:pt x="266" y="436"/>
                </a:lnTo>
                <a:lnTo>
                  <a:pt x="266" y="435"/>
                </a:lnTo>
                <a:lnTo>
                  <a:pt x="265" y="435"/>
                </a:lnTo>
                <a:lnTo>
                  <a:pt x="264" y="435"/>
                </a:lnTo>
                <a:lnTo>
                  <a:pt x="263" y="435"/>
                </a:lnTo>
                <a:lnTo>
                  <a:pt x="262" y="435"/>
                </a:lnTo>
                <a:lnTo>
                  <a:pt x="260" y="434"/>
                </a:lnTo>
                <a:lnTo>
                  <a:pt x="259" y="433"/>
                </a:lnTo>
                <a:lnTo>
                  <a:pt x="259" y="432"/>
                </a:lnTo>
                <a:lnTo>
                  <a:pt x="259" y="431"/>
                </a:lnTo>
                <a:lnTo>
                  <a:pt x="259" y="430"/>
                </a:lnTo>
                <a:lnTo>
                  <a:pt x="259" y="429"/>
                </a:lnTo>
                <a:lnTo>
                  <a:pt x="260" y="428"/>
                </a:lnTo>
                <a:lnTo>
                  <a:pt x="258" y="428"/>
                </a:lnTo>
                <a:lnTo>
                  <a:pt x="257" y="428"/>
                </a:lnTo>
                <a:lnTo>
                  <a:pt x="256" y="428"/>
                </a:lnTo>
                <a:lnTo>
                  <a:pt x="255" y="428"/>
                </a:lnTo>
                <a:lnTo>
                  <a:pt x="255" y="426"/>
                </a:lnTo>
                <a:lnTo>
                  <a:pt x="254" y="425"/>
                </a:lnTo>
                <a:lnTo>
                  <a:pt x="253" y="424"/>
                </a:lnTo>
                <a:lnTo>
                  <a:pt x="252" y="424"/>
                </a:lnTo>
                <a:lnTo>
                  <a:pt x="253" y="423"/>
                </a:lnTo>
                <a:lnTo>
                  <a:pt x="253" y="422"/>
                </a:lnTo>
                <a:lnTo>
                  <a:pt x="254" y="421"/>
                </a:lnTo>
                <a:lnTo>
                  <a:pt x="254" y="420"/>
                </a:lnTo>
                <a:lnTo>
                  <a:pt x="255" y="420"/>
                </a:lnTo>
                <a:lnTo>
                  <a:pt x="255" y="418"/>
                </a:lnTo>
                <a:lnTo>
                  <a:pt x="255" y="417"/>
                </a:lnTo>
                <a:lnTo>
                  <a:pt x="254" y="416"/>
                </a:lnTo>
                <a:lnTo>
                  <a:pt x="253" y="416"/>
                </a:lnTo>
                <a:lnTo>
                  <a:pt x="252" y="416"/>
                </a:lnTo>
                <a:lnTo>
                  <a:pt x="250" y="413"/>
                </a:lnTo>
                <a:lnTo>
                  <a:pt x="251" y="412"/>
                </a:lnTo>
                <a:lnTo>
                  <a:pt x="252" y="412"/>
                </a:lnTo>
                <a:lnTo>
                  <a:pt x="253" y="411"/>
                </a:lnTo>
                <a:lnTo>
                  <a:pt x="254" y="411"/>
                </a:lnTo>
                <a:lnTo>
                  <a:pt x="254" y="408"/>
                </a:lnTo>
                <a:lnTo>
                  <a:pt x="253" y="408"/>
                </a:lnTo>
                <a:lnTo>
                  <a:pt x="253" y="407"/>
                </a:lnTo>
                <a:lnTo>
                  <a:pt x="249" y="405"/>
                </a:lnTo>
                <a:lnTo>
                  <a:pt x="247" y="404"/>
                </a:lnTo>
                <a:lnTo>
                  <a:pt x="246" y="404"/>
                </a:lnTo>
                <a:lnTo>
                  <a:pt x="245" y="403"/>
                </a:lnTo>
                <a:lnTo>
                  <a:pt x="246" y="401"/>
                </a:lnTo>
                <a:lnTo>
                  <a:pt x="246" y="400"/>
                </a:lnTo>
                <a:lnTo>
                  <a:pt x="247" y="400"/>
                </a:lnTo>
                <a:lnTo>
                  <a:pt x="247" y="399"/>
                </a:lnTo>
                <a:lnTo>
                  <a:pt x="248" y="399"/>
                </a:lnTo>
                <a:lnTo>
                  <a:pt x="248" y="398"/>
                </a:lnTo>
                <a:lnTo>
                  <a:pt x="247" y="396"/>
                </a:lnTo>
                <a:lnTo>
                  <a:pt x="245" y="394"/>
                </a:lnTo>
                <a:lnTo>
                  <a:pt x="244" y="394"/>
                </a:lnTo>
                <a:lnTo>
                  <a:pt x="243" y="394"/>
                </a:lnTo>
                <a:lnTo>
                  <a:pt x="242" y="394"/>
                </a:lnTo>
                <a:lnTo>
                  <a:pt x="242" y="393"/>
                </a:lnTo>
                <a:lnTo>
                  <a:pt x="241" y="391"/>
                </a:lnTo>
                <a:lnTo>
                  <a:pt x="241" y="390"/>
                </a:lnTo>
                <a:lnTo>
                  <a:pt x="241" y="389"/>
                </a:lnTo>
                <a:lnTo>
                  <a:pt x="240" y="389"/>
                </a:lnTo>
                <a:lnTo>
                  <a:pt x="240" y="388"/>
                </a:lnTo>
                <a:lnTo>
                  <a:pt x="239" y="388"/>
                </a:lnTo>
                <a:lnTo>
                  <a:pt x="238" y="386"/>
                </a:lnTo>
                <a:lnTo>
                  <a:pt x="237" y="385"/>
                </a:lnTo>
                <a:lnTo>
                  <a:pt x="235" y="384"/>
                </a:lnTo>
                <a:lnTo>
                  <a:pt x="235" y="383"/>
                </a:lnTo>
                <a:lnTo>
                  <a:pt x="233" y="379"/>
                </a:lnTo>
                <a:lnTo>
                  <a:pt x="233" y="378"/>
                </a:lnTo>
                <a:lnTo>
                  <a:pt x="232" y="376"/>
                </a:lnTo>
                <a:lnTo>
                  <a:pt x="232" y="375"/>
                </a:lnTo>
                <a:lnTo>
                  <a:pt x="231" y="375"/>
                </a:lnTo>
                <a:lnTo>
                  <a:pt x="230" y="375"/>
                </a:lnTo>
                <a:lnTo>
                  <a:pt x="229" y="374"/>
                </a:lnTo>
                <a:lnTo>
                  <a:pt x="229" y="373"/>
                </a:lnTo>
                <a:lnTo>
                  <a:pt x="228" y="373"/>
                </a:lnTo>
                <a:lnTo>
                  <a:pt x="229" y="372"/>
                </a:lnTo>
                <a:lnTo>
                  <a:pt x="231" y="368"/>
                </a:lnTo>
                <a:lnTo>
                  <a:pt x="231" y="367"/>
                </a:lnTo>
                <a:lnTo>
                  <a:pt x="229" y="364"/>
                </a:lnTo>
                <a:lnTo>
                  <a:pt x="228" y="362"/>
                </a:lnTo>
                <a:lnTo>
                  <a:pt x="226" y="361"/>
                </a:lnTo>
                <a:lnTo>
                  <a:pt x="225" y="358"/>
                </a:lnTo>
                <a:lnTo>
                  <a:pt x="224" y="358"/>
                </a:lnTo>
                <a:lnTo>
                  <a:pt x="223" y="356"/>
                </a:lnTo>
                <a:lnTo>
                  <a:pt x="223" y="353"/>
                </a:lnTo>
                <a:lnTo>
                  <a:pt x="222" y="351"/>
                </a:lnTo>
                <a:lnTo>
                  <a:pt x="222" y="350"/>
                </a:lnTo>
                <a:lnTo>
                  <a:pt x="221" y="350"/>
                </a:lnTo>
                <a:lnTo>
                  <a:pt x="221" y="349"/>
                </a:lnTo>
                <a:lnTo>
                  <a:pt x="221" y="348"/>
                </a:lnTo>
                <a:lnTo>
                  <a:pt x="220" y="347"/>
                </a:lnTo>
                <a:lnTo>
                  <a:pt x="219" y="347"/>
                </a:lnTo>
                <a:lnTo>
                  <a:pt x="218" y="347"/>
                </a:lnTo>
                <a:lnTo>
                  <a:pt x="217" y="346"/>
                </a:lnTo>
                <a:lnTo>
                  <a:pt x="218" y="342"/>
                </a:lnTo>
                <a:lnTo>
                  <a:pt x="219" y="341"/>
                </a:lnTo>
                <a:lnTo>
                  <a:pt x="219" y="340"/>
                </a:lnTo>
                <a:lnTo>
                  <a:pt x="220" y="340"/>
                </a:lnTo>
                <a:lnTo>
                  <a:pt x="220" y="339"/>
                </a:lnTo>
                <a:lnTo>
                  <a:pt x="220" y="338"/>
                </a:lnTo>
                <a:lnTo>
                  <a:pt x="218" y="335"/>
                </a:lnTo>
                <a:lnTo>
                  <a:pt x="218" y="334"/>
                </a:lnTo>
                <a:lnTo>
                  <a:pt x="218" y="333"/>
                </a:lnTo>
                <a:lnTo>
                  <a:pt x="218" y="332"/>
                </a:lnTo>
                <a:lnTo>
                  <a:pt x="217" y="329"/>
                </a:lnTo>
                <a:lnTo>
                  <a:pt x="217" y="328"/>
                </a:lnTo>
                <a:lnTo>
                  <a:pt x="216" y="328"/>
                </a:lnTo>
                <a:lnTo>
                  <a:pt x="215" y="329"/>
                </a:lnTo>
                <a:lnTo>
                  <a:pt x="214" y="329"/>
                </a:lnTo>
                <a:lnTo>
                  <a:pt x="213" y="330"/>
                </a:lnTo>
                <a:lnTo>
                  <a:pt x="212" y="330"/>
                </a:lnTo>
                <a:lnTo>
                  <a:pt x="211" y="329"/>
                </a:lnTo>
                <a:lnTo>
                  <a:pt x="211" y="328"/>
                </a:lnTo>
                <a:lnTo>
                  <a:pt x="210" y="327"/>
                </a:lnTo>
                <a:lnTo>
                  <a:pt x="210" y="326"/>
                </a:lnTo>
                <a:lnTo>
                  <a:pt x="209" y="326"/>
                </a:lnTo>
                <a:lnTo>
                  <a:pt x="209" y="325"/>
                </a:lnTo>
                <a:lnTo>
                  <a:pt x="208" y="323"/>
                </a:lnTo>
                <a:lnTo>
                  <a:pt x="208" y="322"/>
                </a:lnTo>
                <a:lnTo>
                  <a:pt x="209" y="322"/>
                </a:lnTo>
                <a:lnTo>
                  <a:pt x="209" y="321"/>
                </a:lnTo>
                <a:lnTo>
                  <a:pt x="208" y="321"/>
                </a:lnTo>
                <a:lnTo>
                  <a:pt x="207" y="320"/>
                </a:lnTo>
                <a:lnTo>
                  <a:pt x="206" y="319"/>
                </a:lnTo>
                <a:lnTo>
                  <a:pt x="206" y="317"/>
                </a:lnTo>
                <a:lnTo>
                  <a:pt x="206" y="316"/>
                </a:lnTo>
                <a:lnTo>
                  <a:pt x="206" y="315"/>
                </a:lnTo>
                <a:lnTo>
                  <a:pt x="205" y="313"/>
                </a:lnTo>
                <a:lnTo>
                  <a:pt x="204" y="313"/>
                </a:lnTo>
                <a:lnTo>
                  <a:pt x="203" y="313"/>
                </a:lnTo>
                <a:lnTo>
                  <a:pt x="202" y="313"/>
                </a:lnTo>
                <a:lnTo>
                  <a:pt x="201" y="312"/>
                </a:lnTo>
                <a:lnTo>
                  <a:pt x="201" y="311"/>
                </a:lnTo>
                <a:lnTo>
                  <a:pt x="202" y="311"/>
                </a:lnTo>
                <a:lnTo>
                  <a:pt x="202" y="310"/>
                </a:lnTo>
                <a:lnTo>
                  <a:pt x="203" y="309"/>
                </a:lnTo>
                <a:lnTo>
                  <a:pt x="203" y="308"/>
                </a:lnTo>
                <a:lnTo>
                  <a:pt x="203" y="307"/>
                </a:lnTo>
                <a:lnTo>
                  <a:pt x="202" y="307"/>
                </a:lnTo>
                <a:lnTo>
                  <a:pt x="202" y="306"/>
                </a:lnTo>
                <a:lnTo>
                  <a:pt x="203" y="306"/>
                </a:lnTo>
                <a:lnTo>
                  <a:pt x="203" y="305"/>
                </a:lnTo>
                <a:lnTo>
                  <a:pt x="203" y="304"/>
                </a:lnTo>
                <a:lnTo>
                  <a:pt x="202" y="304"/>
                </a:lnTo>
                <a:lnTo>
                  <a:pt x="201" y="302"/>
                </a:lnTo>
                <a:lnTo>
                  <a:pt x="200" y="301"/>
                </a:lnTo>
                <a:lnTo>
                  <a:pt x="200" y="299"/>
                </a:lnTo>
                <a:lnTo>
                  <a:pt x="201" y="299"/>
                </a:lnTo>
                <a:lnTo>
                  <a:pt x="202" y="298"/>
                </a:lnTo>
                <a:lnTo>
                  <a:pt x="202" y="299"/>
                </a:lnTo>
                <a:lnTo>
                  <a:pt x="203" y="298"/>
                </a:lnTo>
                <a:lnTo>
                  <a:pt x="204" y="298"/>
                </a:lnTo>
                <a:lnTo>
                  <a:pt x="206" y="298"/>
                </a:lnTo>
                <a:lnTo>
                  <a:pt x="207" y="298"/>
                </a:lnTo>
                <a:lnTo>
                  <a:pt x="207" y="297"/>
                </a:lnTo>
                <a:lnTo>
                  <a:pt x="208" y="296"/>
                </a:lnTo>
                <a:lnTo>
                  <a:pt x="208" y="295"/>
                </a:lnTo>
                <a:lnTo>
                  <a:pt x="209" y="295"/>
                </a:lnTo>
                <a:lnTo>
                  <a:pt x="210" y="295"/>
                </a:lnTo>
                <a:lnTo>
                  <a:pt x="211" y="295"/>
                </a:lnTo>
                <a:lnTo>
                  <a:pt x="212" y="294"/>
                </a:lnTo>
                <a:lnTo>
                  <a:pt x="213" y="294"/>
                </a:lnTo>
                <a:lnTo>
                  <a:pt x="213" y="292"/>
                </a:lnTo>
                <a:lnTo>
                  <a:pt x="213" y="291"/>
                </a:lnTo>
                <a:lnTo>
                  <a:pt x="213" y="290"/>
                </a:lnTo>
                <a:lnTo>
                  <a:pt x="214" y="290"/>
                </a:lnTo>
                <a:lnTo>
                  <a:pt x="215" y="289"/>
                </a:lnTo>
                <a:lnTo>
                  <a:pt x="215" y="288"/>
                </a:lnTo>
                <a:lnTo>
                  <a:pt x="216" y="288"/>
                </a:lnTo>
                <a:lnTo>
                  <a:pt x="217" y="288"/>
                </a:lnTo>
                <a:lnTo>
                  <a:pt x="217" y="287"/>
                </a:lnTo>
                <a:lnTo>
                  <a:pt x="216" y="287"/>
                </a:lnTo>
                <a:lnTo>
                  <a:pt x="216" y="286"/>
                </a:lnTo>
                <a:lnTo>
                  <a:pt x="216" y="285"/>
                </a:lnTo>
                <a:lnTo>
                  <a:pt x="216" y="284"/>
                </a:lnTo>
                <a:lnTo>
                  <a:pt x="216" y="283"/>
                </a:lnTo>
                <a:lnTo>
                  <a:pt x="215" y="282"/>
                </a:lnTo>
                <a:lnTo>
                  <a:pt x="215" y="281"/>
                </a:lnTo>
                <a:lnTo>
                  <a:pt x="214" y="280"/>
                </a:lnTo>
                <a:lnTo>
                  <a:pt x="214" y="279"/>
                </a:lnTo>
                <a:lnTo>
                  <a:pt x="213" y="278"/>
                </a:lnTo>
                <a:lnTo>
                  <a:pt x="214" y="277"/>
                </a:lnTo>
                <a:lnTo>
                  <a:pt x="215" y="276"/>
                </a:lnTo>
                <a:lnTo>
                  <a:pt x="216" y="276"/>
                </a:lnTo>
                <a:lnTo>
                  <a:pt x="216" y="275"/>
                </a:lnTo>
                <a:lnTo>
                  <a:pt x="216" y="274"/>
                </a:lnTo>
                <a:lnTo>
                  <a:pt x="216" y="273"/>
                </a:lnTo>
                <a:lnTo>
                  <a:pt x="215" y="272"/>
                </a:lnTo>
                <a:lnTo>
                  <a:pt x="214" y="272"/>
                </a:lnTo>
                <a:lnTo>
                  <a:pt x="213" y="272"/>
                </a:lnTo>
                <a:lnTo>
                  <a:pt x="213" y="271"/>
                </a:lnTo>
                <a:lnTo>
                  <a:pt x="212" y="271"/>
                </a:lnTo>
                <a:lnTo>
                  <a:pt x="211" y="272"/>
                </a:lnTo>
                <a:lnTo>
                  <a:pt x="210" y="272"/>
                </a:lnTo>
                <a:lnTo>
                  <a:pt x="209" y="272"/>
                </a:lnTo>
                <a:lnTo>
                  <a:pt x="208" y="273"/>
                </a:lnTo>
                <a:lnTo>
                  <a:pt x="207" y="273"/>
                </a:lnTo>
                <a:lnTo>
                  <a:pt x="206" y="274"/>
                </a:lnTo>
                <a:lnTo>
                  <a:pt x="205" y="274"/>
                </a:lnTo>
                <a:lnTo>
                  <a:pt x="204" y="274"/>
                </a:lnTo>
                <a:lnTo>
                  <a:pt x="203" y="273"/>
                </a:lnTo>
                <a:lnTo>
                  <a:pt x="203" y="272"/>
                </a:lnTo>
                <a:lnTo>
                  <a:pt x="204" y="271"/>
                </a:lnTo>
                <a:lnTo>
                  <a:pt x="203" y="271"/>
                </a:lnTo>
                <a:lnTo>
                  <a:pt x="202" y="271"/>
                </a:lnTo>
                <a:lnTo>
                  <a:pt x="200" y="271"/>
                </a:lnTo>
                <a:lnTo>
                  <a:pt x="199" y="270"/>
                </a:lnTo>
                <a:lnTo>
                  <a:pt x="198" y="270"/>
                </a:lnTo>
                <a:lnTo>
                  <a:pt x="198" y="271"/>
                </a:lnTo>
                <a:lnTo>
                  <a:pt x="197" y="272"/>
                </a:lnTo>
                <a:lnTo>
                  <a:pt x="196" y="272"/>
                </a:lnTo>
                <a:lnTo>
                  <a:pt x="195" y="272"/>
                </a:lnTo>
                <a:lnTo>
                  <a:pt x="195" y="273"/>
                </a:lnTo>
                <a:lnTo>
                  <a:pt x="194" y="273"/>
                </a:lnTo>
                <a:lnTo>
                  <a:pt x="193" y="274"/>
                </a:lnTo>
                <a:lnTo>
                  <a:pt x="192" y="274"/>
                </a:lnTo>
                <a:lnTo>
                  <a:pt x="191" y="274"/>
                </a:lnTo>
                <a:lnTo>
                  <a:pt x="189" y="274"/>
                </a:lnTo>
                <a:lnTo>
                  <a:pt x="189" y="273"/>
                </a:lnTo>
                <a:lnTo>
                  <a:pt x="188" y="273"/>
                </a:lnTo>
                <a:lnTo>
                  <a:pt x="187" y="272"/>
                </a:lnTo>
                <a:lnTo>
                  <a:pt x="186" y="272"/>
                </a:lnTo>
                <a:lnTo>
                  <a:pt x="185" y="272"/>
                </a:lnTo>
                <a:lnTo>
                  <a:pt x="184" y="272"/>
                </a:lnTo>
                <a:lnTo>
                  <a:pt x="183" y="272"/>
                </a:lnTo>
                <a:lnTo>
                  <a:pt x="182" y="272"/>
                </a:lnTo>
                <a:lnTo>
                  <a:pt x="181" y="272"/>
                </a:lnTo>
                <a:lnTo>
                  <a:pt x="180" y="272"/>
                </a:lnTo>
                <a:lnTo>
                  <a:pt x="178" y="272"/>
                </a:lnTo>
                <a:lnTo>
                  <a:pt x="177" y="272"/>
                </a:lnTo>
                <a:lnTo>
                  <a:pt x="177" y="271"/>
                </a:lnTo>
                <a:lnTo>
                  <a:pt x="176" y="271"/>
                </a:lnTo>
                <a:lnTo>
                  <a:pt x="175" y="271"/>
                </a:lnTo>
                <a:lnTo>
                  <a:pt x="174" y="271"/>
                </a:lnTo>
                <a:lnTo>
                  <a:pt x="173" y="270"/>
                </a:lnTo>
                <a:lnTo>
                  <a:pt x="174" y="270"/>
                </a:lnTo>
                <a:lnTo>
                  <a:pt x="174" y="269"/>
                </a:lnTo>
                <a:lnTo>
                  <a:pt x="174" y="267"/>
                </a:lnTo>
                <a:lnTo>
                  <a:pt x="173" y="266"/>
                </a:lnTo>
                <a:lnTo>
                  <a:pt x="173" y="265"/>
                </a:lnTo>
                <a:lnTo>
                  <a:pt x="174" y="264"/>
                </a:lnTo>
                <a:lnTo>
                  <a:pt x="173" y="263"/>
                </a:lnTo>
                <a:lnTo>
                  <a:pt x="173" y="262"/>
                </a:lnTo>
                <a:lnTo>
                  <a:pt x="173" y="261"/>
                </a:lnTo>
                <a:lnTo>
                  <a:pt x="173" y="260"/>
                </a:lnTo>
                <a:lnTo>
                  <a:pt x="172" y="259"/>
                </a:lnTo>
                <a:lnTo>
                  <a:pt x="171" y="259"/>
                </a:lnTo>
                <a:lnTo>
                  <a:pt x="170" y="258"/>
                </a:lnTo>
                <a:lnTo>
                  <a:pt x="170" y="257"/>
                </a:lnTo>
                <a:lnTo>
                  <a:pt x="169" y="256"/>
                </a:lnTo>
                <a:lnTo>
                  <a:pt x="168" y="256"/>
                </a:lnTo>
                <a:lnTo>
                  <a:pt x="168" y="255"/>
                </a:lnTo>
                <a:lnTo>
                  <a:pt x="168" y="254"/>
                </a:lnTo>
                <a:lnTo>
                  <a:pt x="167" y="253"/>
                </a:lnTo>
                <a:lnTo>
                  <a:pt x="166" y="254"/>
                </a:lnTo>
                <a:lnTo>
                  <a:pt x="166" y="255"/>
                </a:lnTo>
                <a:lnTo>
                  <a:pt x="166" y="256"/>
                </a:lnTo>
                <a:lnTo>
                  <a:pt x="165" y="256"/>
                </a:lnTo>
                <a:lnTo>
                  <a:pt x="164" y="256"/>
                </a:lnTo>
                <a:lnTo>
                  <a:pt x="164" y="257"/>
                </a:lnTo>
                <a:lnTo>
                  <a:pt x="163" y="257"/>
                </a:lnTo>
                <a:lnTo>
                  <a:pt x="162" y="255"/>
                </a:lnTo>
                <a:lnTo>
                  <a:pt x="162" y="254"/>
                </a:lnTo>
                <a:lnTo>
                  <a:pt x="161" y="254"/>
                </a:lnTo>
                <a:lnTo>
                  <a:pt x="160" y="254"/>
                </a:lnTo>
                <a:lnTo>
                  <a:pt x="159" y="254"/>
                </a:lnTo>
                <a:lnTo>
                  <a:pt x="158" y="253"/>
                </a:lnTo>
                <a:lnTo>
                  <a:pt x="158" y="252"/>
                </a:lnTo>
                <a:lnTo>
                  <a:pt x="157" y="252"/>
                </a:lnTo>
                <a:lnTo>
                  <a:pt x="157" y="251"/>
                </a:lnTo>
                <a:lnTo>
                  <a:pt x="156" y="251"/>
                </a:lnTo>
                <a:lnTo>
                  <a:pt x="155" y="251"/>
                </a:lnTo>
                <a:lnTo>
                  <a:pt x="155" y="252"/>
                </a:lnTo>
                <a:lnTo>
                  <a:pt x="154" y="252"/>
                </a:lnTo>
                <a:lnTo>
                  <a:pt x="154" y="251"/>
                </a:lnTo>
                <a:lnTo>
                  <a:pt x="154" y="250"/>
                </a:lnTo>
                <a:lnTo>
                  <a:pt x="154" y="249"/>
                </a:lnTo>
                <a:lnTo>
                  <a:pt x="153" y="249"/>
                </a:lnTo>
                <a:lnTo>
                  <a:pt x="152" y="248"/>
                </a:lnTo>
                <a:lnTo>
                  <a:pt x="151" y="247"/>
                </a:lnTo>
                <a:lnTo>
                  <a:pt x="150" y="245"/>
                </a:lnTo>
                <a:lnTo>
                  <a:pt x="150" y="244"/>
                </a:lnTo>
                <a:lnTo>
                  <a:pt x="150" y="243"/>
                </a:lnTo>
                <a:lnTo>
                  <a:pt x="150" y="242"/>
                </a:lnTo>
                <a:lnTo>
                  <a:pt x="149" y="242"/>
                </a:lnTo>
                <a:lnTo>
                  <a:pt x="148" y="242"/>
                </a:lnTo>
                <a:lnTo>
                  <a:pt x="148" y="241"/>
                </a:lnTo>
                <a:lnTo>
                  <a:pt x="148" y="240"/>
                </a:lnTo>
                <a:lnTo>
                  <a:pt x="147" y="240"/>
                </a:lnTo>
                <a:lnTo>
                  <a:pt x="146" y="240"/>
                </a:lnTo>
                <a:lnTo>
                  <a:pt x="144" y="240"/>
                </a:lnTo>
                <a:lnTo>
                  <a:pt x="144" y="241"/>
                </a:lnTo>
                <a:lnTo>
                  <a:pt x="143" y="241"/>
                </a:lnTo>
                <a:lnTo>
                  <a:pt x="143" y="242"/>
                </a:lnTo>
                <a:lnTo>
                  <a:pt x="142" y="243"/>
                </a:lnTo>
                <a:lnTo>
                  <a:pt x="141" y="242"/>
                </a:lnTo>
                <a:lnTo>
                  <a:pt x="140" y="242"/>
                </a:lnTo>
                <a:lnTo>
                  <a:pt x="139" y="243"/>
                </a:lnTo>
                <a:lnTo>
                  <a:pt x="137" y="243"/>
                </a:lnTo>
                <a:lnTo>
                  <a:pt x="137" y="242"/>
                </a:lnTo>
                <a:lnTo>
                  <a:pt x="136" y="243"/>
                </a:lnTo>
                <a:lnTo>
                  <a:pt x="135" y="243"/>
                </a:lnTo>
                <a:lnTo>
                  <a:pt x="135" y="244"/>
                </a:lnTo>
                <a:lnTo>
                  <a:pt x="134" y="244"/>
                </a:lnTo>
                <a:lnTo>
                  <a:pt x="134" y="243"/>
                </a:lnTo>
                <a:lnTo>
                  <a:pt x="133" y="242"/>
                </a:lnTo>
                <a:lnTo>
                  <a:pt x="132" y="242"/>
                </a:lnTo>
                <a:lnTo>
                  <a:pt x="131" y="241"/>
                </a:lnTo>
                <a:lnTo>
                  <a:pt x="130" y="241"/>
                </a:lnTo>
                <a:lnTo>
                  <a:pt x="129" y="240"/>
                </a:lnTo>
                <a:lnTo>
                  <a:pt x="129" y="239"/>
                </a:lnTo>
                <a:lnTo>
                  <a:pt x="129" y="238"/>
                </a:lnTo>
                <a:lnTo>
                  <a:pt x="128" y="237"/>
                </a:lnTo>
                <a:lnTo>
                  <a:pt x="128" y="236"/>
                </a:lnTo>
                <a:lnTo>
                  <a:pt x="128" y="235"/>
                </a:lnTo>
                <a:lnTo>
                  <a:pt x="127" y="235"/>
                </a:lnTo>
                <a:lnTo>
                  <a:pt x="126" y="235"/>
                </a:lnTo>
                <a:lnTo>
                  <a:pt x="126" y="236"/>
                </a:lnTo>
                <a:lnTo>
                  <a:pt x="125" y="237"/>
                </a:lnTo>
                <a:lnTo>
                  <a:pt x="124" y="237"/>
                </a:lnTo>
                <a:lnTo>
                  <a:pt x="125" y="238"/>
                </a:lnTo>
                <a:lnTo>
                  <a:pt x="125" y="239"/>
                </a:lnTo>
                <a:lnTo>
                  <a:pt x="125" y="240"/>
                </a:lnTo>
                <a:lnTo>
                  <a:pt x="125" y="241"/>
                </a:lnTo>
                <a:lnTo>
                  <a:pt x="124" y="241"/>
                </a:lnTo>
                <a:lnTo>
                  <a:pt x="124" y="242"/>
                </a:lnTo>
                <a:lnTo>
                  <a:pt x="125" y="242"/>
                </a:lnTo>
                <a:lnTo>
                  <a:pt x="125" y="243"/>
                </a:lnTo>
                <a:lnTo>
                  <a:pt x="125" y="244"/>
                </a:lnTo>
                <a:lnTo>
                  <a:pt x="124" y="244"/>
                </a:lnTo>
                <a:lnTo>
                  <a:pt x="123" y="245"/>
                </a:lnTo>
                <a:lnTo>
                  <a:pt x="123" y="246"/>
                </a:lnTo>
                <a:lnTo>
                  <a:pt x="123" y="247"/>
                </a:lnTo>
                <a:lnTo>
                  <a:pt x="123" y="248"/>
                </a:lnTo>
                <a:lnTo>
                  <a:pt x="123" y="249"/>
                </a:lnTo>
                <a:lnTo>
                  <a:pt x="122" y="250"/>
                </a:lnTo>
                <a:lnTo>
                  <a:pt x="121" y="251"/>
                </a:lnTo>
                <a:lnTo>
                  <a:pt x="120" y="251"/>
                </a:lnTo>
                <a:lnTo>
                  <a:pt x="120" y="253"/>
                </a:lnTo>
                <a:lnTo>
                  <a:pt x="120" y="254"/>
                </a:lnTo>
                <a:lnTo>
                  <a:pt x="121" y="254"/>
                </a:lnTo>
                <a:lnTo>
                  <a:pt x="121" y="256"/>
                </a:lnTo>
                <a:lnTo>
                  <a:pt x="120" y="256"/>
                </a:lnTo>
                <a:lnTo>
                  <a:pt x="119" y="256"/>
                </a:lnTo>
                <a:lnTo>
                  <a:pt x="118" y="256"/>
                </a:lnTo>
                <a:lnTo>
                  <a:pt x="118" y="257"/>
                </a:lnTo>
                <a:lnTo>
                  <a:pt x="117" y="258"/>
                </a:lnTo>
                <a:lnTo>
                  <a:pt x="116" y="258"/>
                </a:lnTo>
                <a:lnTo>
                  <a:pt x="116" y="259"/>
                </a:lnTo>
                <a:lnTo>
                  <a:pt x="115" y="259"/>
                </a:lnTo>
                <a:lnTo>
                  <a:pt x="116" y="261"/>
                </a:lnTo>
                <a:lnTo>
                  <a:pt x="117" y="262"/>
                </a:lnTo>
                <a:lnTo>
                  <a:pt x="117" y="263"/>
                </a:lnTo>
                <a:lnTo>
                  <a:pt x="116" y="263"/>
                </a:lnTo>
                <a:lnTo>
                  <a:pt x="116" y="264"/>
                </a:lnTo>
                <a:lnTo>
                  <a:pt x="115" y="265"/>
                </a:lnTo>
                <a:lnTo>
                  <a:pt x="115" y="267"/>
                </a:lnTo>
                <a:lnTo>
                  <a:pt x="114" y="268"/>
                </a:lnTo>
                <a:lnTo>
                  <a:pt x="113" y="268"/>
                </a:lnTo>
                <a:lnTo>
                  <a:pt x="113" y="269"/>
                </a:lnTo>
                <a:lnTo>
                  <a:pt x="112" y="269"/>
                </a:lnTo>
                <a:lnTo>
                  <a:pt x="111" y="272"/>
                </a:lnTo>
                <a:lnTo>
                  <a:pt x="111" y="273"/>
                </a:lnTo>
                <a:lnTo>
                  <a:pt x="110" y="273"/>
                </a:lnTo>
                <a:lnTo>
                  <a:pt x="110" y="274"/>
                </a:lnTo>
                <a:lnTo>
                  <a:pt x="110" y="275"/>
                </a:lnTo>
                <a:lnTo>
                  <a:pt x="110" y="276"/>
                </a:lnTo>
                <a:lnTo>
                  <a:pt x="110" y="277"/>
                </a:lnTo>
                <a:lnTo>
                  <a:pt x="109" y="277"/>
                </a:lnTo>
                <a:lnTo>
                  <a:pt x="108" y="278"/>
                </a:lnTo>
                <a:lnTo>
                  <a:pt x="107" y="279"/>
                </a:lnTo>
                <a:lnTo>
                  <a:pt x="108" y="280"/>
                </a:lnTo>
                <a:lnTo>
                  <a:pt x="107" y="282"/>
                </a:lnTo>
                <a:lnTo>
                  <a:pt x="107" y="284"/>
                </a:lnTo>
                <a:lnTo>
                  <a:pt x="106" y="285"/>
                </a:lnTo>
                <a:lnTo>
                  <a:pt x="105" y="286"/>
                </a:lnTo>
                <a:lnTo>
                  <a:pt x="104" y="286"/>
                </a:lnTo>
                <a:lnTo>
                  <a:pt x="103" y="286"/>
                </a:lnTo>
                <a:lnTo>
                  <a:pt x="103" y="287"/>
                </a:lnTo>
                <a:lnTo>
                  <a:pt x="102" y="287"/>
                </a:lnTo>
                <a:lnTo>
                  <a:pt x="100" y="287"/>
                </a:lnTo>
                <a:lnTo>
                  <a:pt x="99" y="287"/>
                </a:lnTo>
                <a:lnTo>
                  <a:pt x="98" y="287"/>
                </a:lnTo>
                <a:lnTo>
                  <a:pt x="98" y="286"/>
                </a:lnTo>
                <a:lnTo>
                  <a:pt x="98" y="287"/>
                </a:lnTo>
                <a:lnTo>
                  <a:pt x="97" y="287"/>
                </a:lnTo>
                <a:lnTo>
                  <a:pt x="96" y="288"/>
                </a:lnTo>
                <a:lnTo>
                  <a:pt x="94" y="288"/>
                </a:lnTo>
                <a:lnTo>
                  <a:pt x="92" y="287"/>
                </a:lnTo>
                <a:lnTo>
                  <a:pt x="91" y="287"/>
                </a:lnTo>
                <a:lnTo>
                  <a:pt x="90" y="287"/>
                </a:lnTo>
                <a:lnTo>
                  <a:pt x="89" y="286"/>
                </a:lnTo>
                <a:lnTo>
                  <a:pt x="88" y="286"/>
                </a:lnTo>
                <a:lnTo>
                  <a:pt x="87" y="286"/>
                </a:lnTo>
                <a:lnTo>
                  <a:pt x="86" y="285"/>
                </a:lnTo>
                <a:lnTo>
                  <a:pt x="85" y="285"/>
                </a:lnTo>
                <a:lnTo>
                  <a:pt x="84" y="285"/>
                </a:lnTo>
                <a:lnTo>
                  <a:pt x="83" y="285"/>
                </a:lnTo>
                <a:lnTo>
                  <a:pt x="82" y="285"/>
                </a:lnTo>
                <a:lnTo>
                  <a:pt x="81" y="284"/>
                </a:lnTo>
                <a:lnTo>
                  <a:pt x="81" y="285"/>
                </a:lnTo>
                <a:lnTo>
                  <a:pt x="80" y="285"/>
                </a:lnTo>
                <a:lnTo>
                  <a:pt x="80" y="284"/>
                </a:lnTo>
                <a:lnTo>
                  <a:pt x="79" y="284"/>
                </a:lnTo>
                <a:lnTo>
                  <a:pt x="78" y="284"/>
                </a:lnTo>
                <a:lnTo>
                  <a:pt x="77" y="284"/>
                </a:lnTo>
                <a:lnTo>
                  <a:pt x="77" y="282"/>
                </a:lnTo>
                <a:lnTo>
                  <a:pt x="77" y="281"/>
                </a:lnTo>
                <a:lnTo>
                  <a:pt x="77" y="280"/>
                </a:lnTo>
                <a:lnTo>
                  <a:pt x="76" y="278"/>
                </a:lnTo>
                <a:lnTo>
                  <a:pt x="75" y="277"/>
                </a:lnTo>
                <a:lnTo>
                  <a:pt x="74" y="276"/>
                </a:lnTo>
                <a:lnTo>
                  <a:pt x="74" y="275"/>
                </a:lnTo>
                <a:lnTo>
                  <a:pt x="73" y="274"/>
                </a:lnTo>
                <a:lnTo>
                  <a:pt x="72" y="273"/>
                </a:lnTo>
                <a:lnTo>
                  <a:pt x="71" y="273"/>
                </a:lnTo>
                <a:lnTo>
                  <a:pt x="70" y="272"/>
                </a:lnTo>
                <a:lnTo>
                  <a:pt x="69" y="271"/>
                </a:lnTo>
                <a:lnTo>
                  <a:pt x="68" y="271"/>
                </a:lnTo>
                <a:lnTo>
                  <a:pt x="68" y="270"/>
                </a:lnTo>
                <a:lnTo>
                  <a:pt x="68" y="269"/>
                </a:lnTo>
                <a:lnTo>
                  <a:pt x="69" y="267"/>
                </a:lnTo>
                <a:lnTo>
                  <a:pt x="68" y="266"/>
                </a:lnTo>
                <a:lnTo>
                  <a:pt x="69" y="266"/>
                </a:lnTo>
                <a:lnTo>
                  <a:pt x="69" y="265"/>
                </a:lnTo>
                <a:lnTo>
                  <a:pt x="68" y="263"/>
                </a:lnTo>
                <a:lnTo>
                  <a:pt x="67" y="263"/>
                </a:lnTo>
                <a:lnTo>
                  <a:pt x="66" y="263"/>
                </a:lnTo>
                <a:lnTo>
                  <a:pt x="65" y="262"/>
                </a:lnTo>
                <a:lnTo>
                  <a:pt x="65" y="261"/>
                </a:lnTo>
                <a:lnTo>
                  <a:pt x="64" y="260"/>
                </a:lnTo>
                <a:lnTo>
                  <a:pt x="62" y="261"/>
                </a:lnTo>
                <a:lnTo>
                  <a:pt x="61" y="261"/>
                </a:lnTo>
                <a:lnTo>
                  <a:pt x="60" y="262"/>
                </a:lnTo>
                <a:lnTo>
                  <a:pt x="59" y="262"/>
                </a:lnTo>
                <a:lnTo>
                  <a:pt x="56" y="262"/>
                </a:lnTo>
                <a:lnTo>
                  <a:pt x="55" y="261"/>
                </a:lnTo>
                <a:lnTo>
                  <a:pt x="55" y="260"/>
                </a:lnTo>
                <a:lnTo>
                  <a:pt x="54" y="260"/>
                </a:lnTo>
                <a:lnTo>
                  <a:pt x="53" y="260"/>
                </a:lnTo>
                <a:lnTo>
                  <a:pt x="52" y="259"/>
                </a:lnTo>
                <a:lnTo>
                  <a:pt x="51" y="259"/>
                </a:lnTo>
                <a:lnTo>
                  <a:pt x="50" y="259"/>
                </a:lnTo>
                <a:lnTo>
                  <a:pt x="50" y="260"/>
                </a:lnTo>
                <a:lnTo>
                  <a:pt x="49" y="261"/>
                </a:lnTo>
                <a:lnTo>
                  <a:pt x="48" y="261"/>
                </a:lnTo>
                <a:lnTo>
                  <a:pt x="47" y="261"/>
                </a:lnTo>
                <a:lnTo>
                  <a:pt x="46" y="260"/>
                </a:lnTo>
                <a:lnTo>
                  <a:pt x="46" y="259"/>
                </a:lnTo>
                <a:lnTo>
                  <a:pt x="45" y="259"/>
                </a:lnTo>
                <a:lnTo>
                  <a:pt x="45" y="258"/>
                </a:lnTo>
                <a:lnTo>
                  <a:pt x="44" y="257"/>
                </a:lnTo>
                <a:lnTo>
                  <a:pt x="43" y="257"/>
                </a:lnTo>
                <a:lnTo>
                  <a:pt x="43" y="256"/>
                </a:lnTo>
                <a:lnTo>
                  <a:pt x="42" y="256"/>
                </a:lnTo>
                <a:lnTo>
                  <a:pt x="41" y="256"/>
                </a:lnTo>
                <a:lnTo>
                  <a:pt x="40" y="257"/>
                </a:lnTo>
                <a:lnTo>
                  <a:pt x="39" y="257"/>
                </a:lnTo>
                <a:lnTo>
                  <a:pt x="39" y="256"/>
                </a:lnTo>
                <a:lnTo>
                  <a:pt x="38" y="256"/>
                </a:lnTo>
                <a:lnTo>
                  <a:pt x="37" y="256"/>
                </a:lnTo>
                <a:lnTo>
                  <a:pt x="36" y="256"/>
                </a:lnTo>
                <a:lnTo>
                  <a:pt x="36" y="255"/>
                </a:lnTo>
                <a:lnTo>
                  <a:pt x="35" y="255"/>
                </a:lnTo>
                <a:lnTo>
                  <a:pt x="34" y="255"/>
                </a:lnTo>
                <a:lnTo>
                  <a:pt x="33" y="255"/>
                </a:lnTo>
                <a:lnTo>
                  <a:pt x="32" y="254"/>
                </a:lnTo>
                <a:lnTo>
                  <a:pt x="31" y="253"/>
                </a:lnTo>
                <a:lnTo>
                  <a:pt x="31" y="252"/>
                </a:lnTo>
                <a:lnTo>
                  <a:pt x="31" y="251"/>
                </a:lnTo>
                <a:lnTo>
                  <a:pt x="31" y="250"/>
                </a:lnTo>
                <a:lnTo>
                  <a:pt x="30" y="250"/>
                </a:lnTo>
                <a:lnTo>
                  <a:pt x="29" y="250"/>
                </a:lnTo>
                <a:lnTo>
                  <a:pt x="28" y="250"/>
                </a:lnTo>
                <a:lnTo>
                  <a:pt x="27" y="250"/>
                </a:lnTo>
                <a:lnTo>
                  <a:pt x="27" y="249"/>
                </a:lnTo>
                <a:lnTo>
                  <a:pt x="26" y="249"/>
                </a:lnTo>
                <a:lnTo>
                  <a:pt x="25" y="249"/>
                </a:lnTo>
                <a:lnTo>
                  <a:pt x="25" y="250"/>
                </a:lnTo>
                <a:lnTo>
                  <a:pt x="24" y="250"/>
                </a:lnTo>
                <a:lnTo>
                  <a:pt x="23" y="249"/>
                </a:lnTo>
                <a:lnTo>
                  <a:pt x="23" y="248"/>
                </a:lnTo>
                <a:lnTo>
                  <a:pt x="22" y="248"/>
                </a:lnTo>
                <a:lnTo>
                  <a:pt x="22" y="247"/>
                </a:lnTo>
                <a:lnTo>
                  <a:pt x="21" y="247"/>
                </a:lnTo>
                <a:lnTo>
                  <a:pt x="21" y="246"/>
                </a:lnTo>
                <a:lnTo>
                  <a:pt x="20" y="246"/>
                </a:lnTo>
                <a:lnTo>
                  <a:pt x="19" y="246"/>
                </a:lnTo>
                <a:lnTo>
                  <a:pt x="19" y="243"/>
                </a:lnTo>
                <a:lnTo>
                  <a:pt x="18" y="243"/>
                </a:lnTo>
                <a:lnTo>
                  <a:pt x="18" y="242"/>
                </a:lnTo>
                <a:lnTo>
                  <a:pt x="17" y="242"/>
                </a:lnTo>
                <a:lnTo>
                  <a:pt x="16" y="242"/>
                </a:lnTo>
                <a:lnTo>
                  <a:pt x="15" y="242"/>
                </a:lnTo>
                <a:lnTo>
                  <a:pt x="14" y="241"/>
                </a:lnTo>
                <a:lnTo>
                  <a:pt x="12" y="240"/>
                </a:lnTo>
                <a:lnTo>
                  <a:pt x="11" y="240"/>
                </a:lnTo>
                <a:lnTo>
                  <a:pt x="11" y="241"/>
                </a:lnTo>
                <a:lnTo>
                  <a:pt x="11" y="242"/>
                </a:lnTo>
                <a:lnTo>
                  <a:pt x="10" y="242"/>
                </a:lnTo>
                <a:lnTo>
                  <a:pt x="8" y="242"/>
                </a:lnTo>
                <a:lnTo>
                  <a:pt x="7" y="243"/>
                </a:lnTo>
                <a:lnTo>
                  <a:pt x="6" y="244"/>
                </a:lnTo>
                <a:lnTo>
                  <a:pt x="4" y="243"/>
                </a:lnTo>
                <a:lnTo>
                  <a:pt x="2" y="242"/>
                </a:lnTo>
                <a:lnTo>
                  <a:pt x="1" y="241"/>
                </a:lnTo>
                <a:lnTo>
                  <a:pt x="0" y="241"/>
                </a:lnTo>
                <a:lnTo>
                  <a:pt x="0" y="240"/>
                </a:lnTo>
                <a:lnTo>
                  <a:pt x="1" y="240"/>
                </a:lnTo>
                <a:lnTo>
                  <a:pt x="2" y="238"/>
                </a:lnTo>
                <a:lnTo>
                  <a:pt x="2" y="237"/>
                </a:lnTo>
                <a:lnTo>
                  <a:pt x="3" y="237"/>
                </a:lnTo>
                <a:lnTo>
                  <a:pt x="3" y="236"/>
                </a:lnTo>
                <a:lnTo>
                  <a:pt x="4" y="236"/>
                </a:lnTo>
                <a:lnTo>
                  <a:pt x="5" y="236"/>
                </a:lnTo>
                <a:lnTo>
                  <a:pt x="5" y="235"/>
                </a:lnTo>
                <a:lnTo>
                  <a:pt x="6" y="234"/>
                </a:lnTo>
                <a:lnTo>
                  <a:pt x="6" y="233"/>
                </a:lnTo>
                <a:lnTo>
                  <a:pt x="7" y="232"/>
                </a:lnTo>
                <a:lnTo>
                  <a:pt x="8" y="231"/>
                </a:lnTo>
                <a:lnTo>
                  <a:pt x="9" y="231"/>
                </a:lnTo>
                <a:lnTo>
                  <a:pt x="9" y="230"/>
                </a:lnTo>
                <a:lnTo>
                  <a:pt x="10" y="230"/>
                </a:lnTo>
                <a:lnTo>
                  <a:pt x="10" y="229"/>
                </a:lnTo>
                <a:lnTo>
                  <a:pt x="11" y="228"/>
                </a:lnTo>
                <a:lnTo>
                  <a:pt x="12" y="228"/>
                </a:lnTo>
                <a:lnTo>
                  <a:pt x="12" y="227"/>
                </a:lnTo>
                <a:lnTo>
                  <a:pt x="11" y="227"/>
                </a:lnTo>
                <a:lnTo>
                  <a:pt x="11" y="226"/>
                </a:lnTo>
                <a:lnTo>
                  <a:pt x="11" y="225"/>
                </a:lnTo>
                <a:lnTo>
                  <a:pt x="12" y="225"/>
                </a:lnTo>
                <a:lnTo>
                  <a:pt x="13" y="224"/>
                </a:lnTo>
                <a:lnTo>
                  <a:pt x="13" y="223"/>
                </a:lnTo>
                <a:lnTo>
                  <a:pt x="13" y="222"/>
                </a:lnTo>
                <a:lnTo>
                  <a:pt x="14" y="222"/>
                </a:lnTo>
                <a:lnTo>
                  <a:pt x="15" y="222"/>
                </a:lnTo>
                <a:lnTo>
                  <a:pt x="16" y="221"/>
                </a:lnTo>
                <a:lnTo>
                  <a:pt x="17" y="221"/>
                </a:lnTo>
                <a:lnTo>
                  <a:pt x="17" y="220"/>
                </a:lnTo>
                <a:lnTo>
                  <a:pt x="18" y="220"/>
                </a:lnTo>
                <a:lnTo>
                  <a:pt x="19" y="220"/>
                </a:lnTo>
                <a:lnTo>
                  <a:pt x="20" y="220"/>
                </a:lnTo>
                <a:lnTo>
                  <a:pt x="21" y="219"/>
                </a:lnTo>
                <a:lnTo>
                  <a:pt x="22" y="219"/>
                </a:lnTo>
                <a:lnTo>
                  <a:pt x="22" y="218"/>
                </a:lnTo>
                <a:lnTo>
                  <a:pt x="22" y="217"/>
                </a:lnTo>
                <a:lnTo>
                  <a:pt x="22" y="216"/>
                </a:lnTo>
                <a:lnTo>
                  <a:pt x="23" y="216"/>
                </a:lnTo>
                <a:lnTo>
                  <a:pt x="24" y="216"/>
                </a:lnTo>
                <a:lnTo>
                  <a:pt x="24" y="215"/>
                </a:lnTo>
                <a:lnTo>
                  <a:pt x="25" y="214"/>
                </a:lnTo>
                <a:lnTo>
                  <a:pt x="26" y="212"/>
                </a:lnTo>
                <a:lnTo>
                  <a:pt x="26" y="211"/>
                </a:lnTo>
                <a:lnTo>
                  <a:pt x="27" y="211"/>
                </a:lnTo>
                <a:lnTo>
                  <a:pt x="27" y="209"/>
                </a:lnTo>
                <a:lnTo>
                  <a:pt x="28" y="209"/>
                </a:lnTo>
                <a:lnTo>
                  <a:pt x="28" y="208"/>
                </a:lnTo>
                <a:lnTo>
                  <a:pt x="29" y="207"/>
                </a:lnTo>
                <a:lnTo>
                  <a:pt x="29" y="206"/>
                </a:lnTo>
                <a:lnTo>
                  <a:pt x="29" y="205"/>
                </a:lnTo>
                <a:lnTo>
                  <a:pt x="30" y="204"/>
                </a:lnTo>
                <a:lnTo>
                  <a:pt x="30" y="203"/>
                </a:lnTo>
                <a:lnTo>
                  <a:pt x="30" y="202"/>
                </a:lnTo>
                <a:lnTo>
                  <a:pt x="30" y="201"/>
                </a:lnTo>
                <a:lnTo>
                  <a:pt x="31" y="201"/>
                </a:lnTo>
                <a:lnTo>
                  <a:pt x="31" y="199"/>
                </a:lnTo>
                <a:lnTo>
                  <a:pt x="32" y="198"/>
                </a:lnTo>
                <a:lnTo>
                  <a:pt x="33" y="198"/>
                </a:lnTo>
                <a:lnTo>
                  <a:pt x="34" y="198"/>
                </a:lnTo>
                <a:lnTo>
                  <a:pt x="35" y="198"/>
                </a:lnTo>
                <a:lnTo>
                  <a:pt x="35" y="197"/>
                </a:lnTo>
                <a:lnTo>
                  <a:pt x="36" y="196"/>
                </a:lnTo>
                <a:lnTo>
                  <a:pt x="37" y="194"/>
                </a:lnTo>
                <a:lnTo>
                  <a:pt x="37" y="193"/>
                </a:lnTo>
                <a:lnTo>
                  <a:pt x="37" y="192"/>
                </a:lnTo>
                <a:lnTo>
                  <a:pt x="38" y="192"/>
                </a:lnTo>
                <a:lnTo>
                  <a:pt x="39" y="190"/>
                </a:lnTo>
                <a:lnTo>
                  <a:pt x="41" y="189"/>
                </a:lnTo>
                <a:lnTo>
                  <a:pt x="42" y="188"/>
                </a:lnTo>
                <a:lnTo>
                  <a:pt x="43" y="187"/>
                </a:lnTo>
                <a:lnTo>
                  <a:pt x="44" y="186"/>
                </a:lnTo>
                <a:lnTo>
                  <a:pt x="44" y="185"/>
                </a:lnTo>
                <a:lnTo>
                  <a:pt x="44" y="184"/>
                </a:lnTo>
                <a:lnTo>
                  <a:pt x="45" y="183"/>
                </a:lnTo>
                <a:lnTo>
                  <a:pt x="45" y="182"/>
                </a:lnTo>
                <a:lnTo>
                  <a:pt x="46" y="181"/>
                </a:lnTo>
                <a:lnTo>
                  <a:pt x="47" y="180"/>
                </a:lnTo>
                <a:lnTo>
                  <a:pt x="46" y="180"/>
                </a:lnTo>
                <a:lnTo>
                  <a:pt x="46" y="179"/>
                </a:lnTo>
                <a:lnTo>
                  <a:pt x="46" y="178"/>
                </a:lnTo>
                <a:lnTo>
                  <a:pt x="45" y="178"/>
                </a:lnTo>
                <a:lnTo>
                  <a:pt x="44" y="177"/>
                </a:lnTo>
                <a:lnTo>
                  <a:pt x="43" y="177"/>
                </a:lnTo>
                <a:lnTo>
                  <a:pt x="44" y="176"/>
                </a:lnTo>
                <a:lnTo>
                  <a:pt x="44" y="174"/>
                </a:lnTo>
                <a:lnTo>
                  <a:pt x="44" y="173"/>
                </a:lnTo>
                <a:lnTo>
                  <a:pt x="43" y="173"/>
                </a:lnTo>
                <a:lnTo>
                  <a:pt x="44" y="173"/>
                </a:lnTo>
                <a:lnTo>
                  <a:pt x="45" y="172"/>
                </a:lnTo>
                <a:lnTo>
                  <a:pt x="46" y="172"/>
                </a:lnTo>
                <a:lnTo>
                  <a:pt x="47" y="171"/>
                </a:lnTo>
                <a:lnTo>
                  <a:pt x="47" y="170"/>
                </a:lnTo>
                <a:lnTo>
                  <a:pt x="48" y="169"/>
                </a:lnTo>
                <a:lnTo>
                  <a:pt x="49" y="169"/>
                </a:lnTo>
                <a:lnTo>
                  <a:pt x="50" y="168"/>
                </a:lnTo>
                <a:lnTo>
                  <a:pt x="50" y="167"/>
                </a:lnTo>
                <a:lnTo>
                  <a:pt x="50" y="166"/>
                </a:lnTo>
                <a:lnTo>
                  <a:pt x="50" y="165"/>
                </a:lnTo>
                <a:lnTo>
                  <a:pt x="51" y="165"/>
                </a:lnTo>
                <a:lnTo>
                  <a:pt x="51" y="164"/>
                </a:lnTo>
                <a:lnTo>
                  <a:pt x="51" y="162"/>
                </a:lnTo>
                <a:lnTo>
                  <a:pt x="51" y="161"/>
                </a:lnTo>
                <a:lnTo>
                  <a:pt x="51" y="159"/>
                </a:lnTo>
                <a:lnTo>
                  <a:pt x="52" y="158"/>
                </a:lnTo>
                <a:lnTo>
                  <a:pt x="52" y="157"/>
                </a:lnTo>
                <a:lnTo>
                  <a:pt x="52" y="156"/>
                </a:lnTo>
                <a:lnTo>
                  <a:pt x="52" y="155"/>
                </a:lnTo>
                <a:lnTo>
                  <a:pt x="53" y="153"/>
                </a:lnTo>
                <a:lnTo>
                  <a:pt x="53" y="152"/>
                </a:lnTo>
                <a:lnTo>
                  <a:pt x="54" y="152"/>
                </a:lnTo>
                <a:lnTo>
                  <a:pt x="54" y="151"/>
                </a:lnTo>
                <a:lnTo>
                  <a:pt x="53" y="150"/>
                </a:lnTo>
                <a:lnTo>
                  <a:pt x="54" y="149"/>
                </a:lnTo>
                <a:lnTo>
                  <a:pt x="55" y="149"/>
                </a:lnTo>
                <a:lnTo>
                  <a:pt x="56" y="149"/>
                </a:lnTo>
                <a:lnTo>
                  <a:pt x="57" y="148"/>
                </a:lnTo>
                <a:lnTo>
                  <a:pt x="59" y="148"/>
                </a:lnTo>
                <a:lnTo>
                  <a:pt x="60" y="147"/>
                </a:lnTo>
                <a:lnTo>
                  <a:pt x="61" y="146"/>
                </a:lnTo>
                <a:lnTo>
                  <a:pt x="61" y="145"/>
                </a:lnTo>
                <a:lnTo>
                  <a:pt x="62" y="145"/>
                </a:lnTo>
                <a:lnTo>
                  <a:pt x="63" y="144"/>
                </a:lnTo>
                <a:lnTo>
                  <a:pt x="63" y="143"/>
                </a:lnTo>
                <a:lnTo>
                  <a:pt x="63" y="142"/>
                </a:lnTo>
                <a:lnTo>
                  <a:pt x="63" y="141"/>
                </a:lnTo>
                <a:lnTo>
                  <a:pt x="63" y="140"/>
                </a:lnTo>
                <a:lnTo>
                  <a:pt x="63" y="139"/>
                </a:lnTo>
                <a:lnTo>
                  <a:pt x="64" y="138"/>
                </a:lnTo>
                <a:lnTo>
                  <a:pt x="64" y="137"/>
                </a:lnTo>
                <a:lnTo>
                  <a:pt x="65" y="137"/>
                </a:lnTo>
                <a:lnTo>
                  <a:pt x="65" y="136"/>
                </a:lnTo>
                <a:lnTo>
                  <a:pt x="65" y="135"/>
                </a:lnTo>
                <a:lnTo>
                  <a:pt x="66" y="135"/>
                </a:lnTo>
                <a:lnTo>
                  <a:pt x="64" y="134"/>
                </a:lnTo>
                <a:lnTo>
                  <a:pt x="63" y="133"/>
                </a:lnTo>
                <a:lnTo>
                  <a:pt x="62" y="133"/>
                </a:lnTo>
                <a:lnTo>
                  <a:pt x="61" y="132"/>
                </a:lnTo>
                <a:lnTo>
                  <a:pt x="60" y="131"/>
                </a:lnTo>
                <a:lnTo>
                  <a:pt x="59" y="131"/>
                </a:lnTo>
                <a:lnTo>
                  <a:pt x="59" y="130"/>
                </a:lnTo>
                <a:lnTo>
                  <a:pt x="59" y="129"/>
                </a:lnTo>
                <a:lnTo>
                  <a:pt x="59" y="128"/>
                </a:lnTo>
                <a:lnTo>
                  <a:pt x="60" y="128"/>
                </a:lnTo>
                <a:lnTo>
                  <a:pt x="59" y="127"/>
                </a:lnTo>
                <a:lnTo>
                  <a:pt x="59" y="126"/>
                </a:lnTo>
                <a:lnTo>
                  <a:pt x="59" y="125"/>
                </a:lnTo>
                <a:lnTo>
                  <a:pt x="57" y="125"/>
                </a:lnTo>
                <a:lnTo>
                  <a:pt x="56" y="125"/>
                </a:lnTo>
                <a:lnTo>
                  <a:pt x="56" y="124"/>
                </a:lnTo>
                <a:lnTo>
                  <a:pt x="55" y="123"/>
                </a:lnTo>
                <a:lnTo>
                  <a:pt x="55" y="122"/>
                </a:lnTo>
                <a:lnTo>
                  <a:pt x="55" y="121"/>
                </a:lnTo>
                <a:lnTo>
                  <a:pt x="53" y="120"/>
                </a:lnTo>
                <a:lnTo>
                  <a:pt x="52" y="120"/>
                </a:lnTo>
                <a:lnTo>
                  <a:pt x="51" y="120"/>
                </a:lnTo>
                <a:lnTo>
                  <a:pt x="51" y="121"/>
                </a:lnTo>
                <a:lnTo>
                  <a:pt x="49" y="121"/>
                </a:lnTo>
                <a:lnTo>
                  <a:pt x="48" y="120"/>
                </a:lnTo>
                <a:lnTo>
                  <a:pt x="47" y="119"/>
                </a:lnTo>
                <a:lnTo>
                  <a:pt x="46" y="119"/>
                </a:lnTo>
                <a:lnTo>
                  <a:pt x="45" y="119"/>
                </a:lnTo>
                <a:lnTo>
                  <a:pt x="45" y="118"/>
                </a:lnTo>
                <a:lnTo>
                  <a:pt x="44" y="118"/>
                </a:lnTo>
                <a:lnTo>
                  <a:pt x="43" y="118"/>
                </a:lnTo>
                <a:lnTo>
                  <a:pt x="42" y="117"/>
                </a:lnTo>
                <a:lnTo>
                  <a:pt x="41" y="117"/>
                </a:lnTo>
                <a:lnTo>
                  <a:pt x="40" y="116"/>
                </a:lnTo>
                <a:lnTo>
                  <a:pt x="39" y="114"/>
                </a:lnTo>
                <a:lnTo>
                  <a:pt x="39" y="113"/>
                </a:lnTo>
                <a:lnTo>
                  <a:pt x="40" y="113"/>
                </a:lnTo>
                <a:lnTo>
                  <a:pt x="41" y="112"/>
                </a:lnTo>
                <a:lnTo>
                  <a:pt x="42" y="111"/>
                </a:lnTo>
                <a:lnTo>
                  <a:pt x="41" y="110"/>
                </a:lnTo>
                <a:lnTo>
                  <a:pt x="41" y="109"/>
                </a:lnTo>
                <a:lnTo>
                  <a:pt x="41" y="108"/>
                </a:lnTo>
                <a:lnTo>
                  <a:pt x="41" y="107"/>
                </a:lnTo>
                <a:lnTo>
                  <a:pt x="41" y="106"/>
                </a:lnTo>
                <a:lnTo>
                  <a:pt x="41" y="104"/>
                </a:lnTo>
                <a:lnTo>
                  <a:pt x="41" y="103"/>
                </a:lnTo>
                <a:lnTo>
                  <a:pt x="40" y="103"/>
                </a:lnTo>
                <a:lnTo>
                  <a:pt x="39" y="102"/>
                </a:lnTo>
                <a:lnTo>
                  <a:pt x="38" y="102"/>
                </a:lnTo>
                <a:lnTo>
                  <a:pt x="37" y="101"/>
                </a:lnTo>
                <a:lnTo>
                  <a:pt x="37" y="100"/>
                </a:lnTo>
                <a:lnTo>
                  <a:pt x="36" y="100"/>
                </a:lnTo>
                <a:lnTo>
                  <a:pt x="35" y="101"/>
                </a:lnTo>
                <a:lnTo>
                  <a:pt x="33" y="101"/>
                </a:lnTo>
                <a:lnTo>
                  <a:pt x="32" y="101"/>
                </a:lnTo>
                <a:lnTo>
                  <a:pt x="31" y="100"/>
                </a:lnTo>
                <a:lnTo>
                  <a:pt x="30" y="100"/>
                </a:lnTo>
                <a:lnTo>
                  <a:pt x="30" y="99"/>
                </a:lnTo>
                <a:lnTo>
                  <a:pt x="30" y="98"/>
                </a:lnTo>
                <a:lnTo>
                  <a:pt x="29" y="98"/>
                </a:lnTo>
                <a:lnTo>
                  <a:pt x="28" y="97"/>
                </a:lnTo>
                <a:lnTo>
                  <a:pt x="28" y="96"/>
                </a:lnTo>
                <a:lnTo>
                  <a:pt x="27" y="96"/>
                </a:lnTo>
                <a:lnTo>
                  <a:pt x="26" y="95"/>
                </a:lnTo>
                <a:lnTo>
                  <a:pt x="26" y="94"/>
                </a:lnTo>
                <a:lnTo>
                  <a:pt x="26" y="95"/>
                </a:lnTo>
                <a:lnTo>
                  <a:pt x="25" y="95"/>
                </a:lnTo>
                <a:lnTo>
                  <a:pt x="24" y="95"/>
                </a:lnTo>
                <a:lnTo>
                  <a:pt x="24" y="96"/>
                </a:lnTo>
                <a:lnTo>
                  <a:pt x="23" y="96"/>
                </a:lnTo>
                <a:lnTo>
                  <a:pt x="23" y="94"/>
                </a:lnTo>
                <a:lnTo>
                  <a:pt x="21" y="94"/>
                </a:lnTo>
                <a:lnTo>
                  <a:pt x="21" y="93"/>
                </a:lnTo>
                <a:lnTo>
                  <a:pt x="20" y="92"/>
                </a:lnTo>
                <a:lnTo>
                  <a:pt x="20" y="91"/>
                </a:lnTo>
                <a:lnTo>
                  <a:pt x="19" y="91"/>
                </a:lnTo>
                <a:lnTo>
                  <a:pt x="18" y="91"/>
                </a:lnTo>
                <a:lnTo>
                  <a:pt x="18" y="92"/>
                </a:lnTo>
                <a:lnTo>
                  <a:pt x="17" y="92"/>
                </a:lnTo>
                <a:lnTo>
                  <a:pt x="17" y="91"/>
                </a:lnTo>
                <a:lnTo>
                  <a:pt x="16" y="90"/>
                </a:lnTo>
                <a:lnTo>
                  <a:pt x="16" y="89"/>
                </a:lnTo>
                <a:lnTo>
                  <a:pt x="15" y="89"/>
                </a:lnTo>
                <a:lnTo>
                  <a:pt x="16" y="89"/>
                </a:lnTo>
                <a:lnTo>
                  <a:pt x="16" y="88"/>
                </a:lnTo>
                <a:lnTo>
                  <a:pt x="17" y="88"/>
                </a:lnTo>
                <a:lnTo>
                  <a:pt x="18" y="88"/>
                </a:lnTo>
                <a:lnTo>
                  <a:pt x="19" y="88"/>
                </a:lnTo>
                <a:lnTo>
                  <a:pt x="19" y="87"/>
                </a:lnTo>
                <a:lnTo>
                  <a:pt x="20" y="87"/>
                </a:lnTo>
                <a:lnTo>
                  <a:pt x="20" y="86"/>
                </a:lnTo>
                <a:lnTo>
                  <a:pt x="21" y="86"/>
                </a:lnTo>
                <a:lnTo>
                  <a:pt x="22" y="86"/>
                </a:lnTo>
                <a:lnTo>
                  <a:pt x="23" y="86"/>
                </a:lnTo>
                <a:lnTo>
                  <a:pt x="23" y="85"/>
                </a:lnTo>
                <a:lnTo>
                  <a:pt x="24" y="85"/>
                </a:lnTo>
                <a:lnTo>
                  <a:pt x="25" y="84"/>
                </a:lnTo>
                <a:lnTo>
                  <a:pt x="26" y="84"/>
                </a:lnTo>
                <a:lnTo>
                  <a:pt x="27" y="83"/>
                </a:lnTo>
                <a:lnTo>
                  <a:pt x="28" y="83"/>
                </a:lnTo>
                <a:lnTo>
                  <a:pt x="28" y="82"/>
                </a:lnTo>
                <a:lnTo>
                  <a:pt x="29" y="82"/>
                </a:lnTo>
                <a:lnTo>
                  <a:pt x="30" y="81"/>
                </a:lnTo>
                <a:lnTo>
                  <a:pt x="30" y="80"/>
                </a:lnTo>
                <a:lnTo>
                  <a:pt x="31" y="79"/>
                </a:lnTo>
                <a:lnTo>
                  <a:pt x="32" y="79"/>
                </a:lnTo>
                <a:lnTo>
                  <a:pt x="32" y="78"/>
                </a:lnTo>
                <a:lnTo>
                  <a:pt x="33" y="78"/>
                </a:lnTo>
                <a:lnTo>
                  <a:pt x="34" y="78"/>
                </a:lnTo>
                <a:lnTo>
                  <a:pt x="34" y="77"/>
                </a:lnTo>
                <a:lnTo>
                  <a:pt x="35" y="77"/>
                </a:lnTo>
                <a:lnTo>
                  <a:pt x="35" y="76"/>
                </a:lnTo>
                <a:lnTo>
                  <a:pt x="36" y="76"/>
                </a:lnTo>
                <a:lnTo>
                  <a:pt x="36" y="75"/>
                </a:lnTo>
                <a:lnTo>
                  <a:pt x="37" y="74"/>
                </a:lnTo>
                <a:lnTo>
                  <a:pt x="38" y="73"/>
                </a:lnTo>
                <a:lnTo>
                  <a:pt x="40" y="73"/>
                </a:lnTo>
                <a:lnTo>
                  <a:pt x="41" y="73"/>
                </a:lnTo>
                <a:lnTo>
                  <a:pt x="42" y="74"/>
                </a:lnTo>
                <a:lnTo>
                  <a:pt x="43" y="74"/>
                </a:lnTo>
                <a:lnTo>
                  <a:pt x="44" y="74"/>
                </a:lnTo>
                <a:lnTo>
                  <a:pt x="44" y="73"/>
                </a:lnTo>
                <a:lnTo>
                  <a:pt x="45" y="73"/>
                </a:lnTo>
                <a:lnTo>
                  <a:pt x="46" y="73"/>
                </a:lnTo>
                <a:lnTo>
                  <a:pt x="46" y="72"/>
                </a:lnTo>
                <a:lnTo>
                  <a:pt x="47" y="72"/>
                </a:lnTo>
                <a:lnTo>
                  <a:pt x="47" y="71"/>
                </a:lnTo>
                <a:lnTo>
                  <a:pt x="48" y="71"/>
                </a:lnTo>
                <a:lnTo>
                  <a:pt x="49" y="70"/>
                </a:lnTo>
                <a:lnTo>
                  <a:pt x="49" y="69"/>
                </a:lnTo>
                <a:lnTo>
                  <a:pt x="50" y="69"/>
                </a:lnTo>
                <a:lnTo>
                  <a:pt x="51" y="69"/>
                </a:lnTo>
                <a:lnTo>
                  <a:pt x="51" y="68"/>
                </a:lnTo>
                <a:lnTo>
                  <a:pt x="52" y="68"/>
                </a:lnTo>
                <a:lnTo>
                  <a:pt x="52" y="67"/>
                </a:lnTo>
                <a:lnTo>
                  <a:pt x="53" y="67"/>
                </a:lnTo>
                <a:lnTo>
                  <a:pt x="53" y="66"/>
                </a:lnTo>
                <a:lnTo>
                  <a:pt x="54" y="66"/>
                </a:lnTo>
                <a:lnTo>
                  <a:pt x="55" y="66"/>
                </a:lnTo>
                <a:lnTo>
                  <a:pt x="55" y="65"/>
                </a:lnTo>
                <a:lnTo>
                  <a:pt x="56" y="65"/>
                </a:lnTo>
                <a:lnTo>
                  <a:pt x="57" y="65"/>
                </a:lnTo>
                <a:lnTo>
                  <a:pt x="59" y="63"/>
                </a:lnTo>
                <a:lnTo>
                  <a:pt x="60" y="63"/>
                </a:lnTo>
                <a:lnTo>
                  <a:pt x="61" y="63"/>
                </a:lnTo>
                <a:lnTo>
                  <a:pt x="62" y="63"/>
                </a:lnTo>
                <a:lnTo>
                  <a:pt x="65" y="63"/>
                </a:lnTo>
                <a:lnTo>
                  <a:pt x="66" y="63"/>
                </a:lnTo>
                <a:lnTo>
                  <a:pt x="66" y="62"/>
                </a:lnTo>
                <a:lnTo>
                  <a:pt x="67" y="62"/>
                </a:lnTo>
                <a:lnTo>
                  <a:pt x="68" y="62"/>
                </a:lnTo>
                <a:lnTo>
                  <a:pt x="68" y="61"/>
                </a:lnTo>
                <a:lnTo>
                  <a:pt x="69" y="61"/>
                </a:lnTo>
                <a:lnTo>
                  <a:pt x="71" y="61"/>
                </a:lnTo>
                <a:lnTo>
                  <a:pt x="71" y="60"/>
                </a:lnTo>
                <a:lnTo>
                  <a:pt x="72" y="60"/>
                </a:lnTo>
                <a:lnTo>
                  <a:pt x="73" y="60"/>
                </a:lnTo>
                <a:lnTo>
                  <a:pt x="74" y="60"/>
                </a:lnTo>
                <a:lnTo>
                  <a:pt x="75" y="60"/>
                </a:lnTo>
                <a:lnTo>
                  <a:pt x="76" y="60"/>
                </a:lnTo>
                <a:lnTo>
                  <a:pt x="77" y="59"/>
                </a:lnTo>
                <a:lnTo>
                  <a:pt x="78" y="59"/>
                </a:lnTo>
                <a:lnTo>
                  <a:pt x="78" y="60"/>
                </a:lnTo>
                <a:lnTo>
                  <a:pt x="80" y="60"/>
                </a:lnTo>
                <a:lnTo>
                  <a:pt x="85" y="60"/>
                </a:lnTo>
                <a:lnTo>
                  <a:pt x="86" y="60"/>
                </a:lnTo>
                <a:lnTo>
                  <a:pt x="87" y="59"/>
                </a:lnTo>
                <a:lnTo>
                  <a:pt x="88" y="59"/>
                </a:lnTo>
                <a:lnTo>
                  <a:pt x="89" y="59"/>
                </a:lnTo>
                <a:lnTo>
                  <a:pt x="89" y="58"/>
                </a:lnTo>
                <a:lnTo>
                  <a:pt x="90" y="58"/>
                </a:lnTo>
                <a:lnTo>
                  <a:pt x="90" y="57"/>
                </a:lnTo>
                <a:lnTo>
                  <a:pt x="91" y="57"/>
                </a:lnTo>
                <a:lnTo>
                  <a:pt x="92" y="55"/>
                </a:lnTo>
                <a:lnTo>
                  <a:pt x="92" y="54"/>
                </a:lnTo>
                <a:lnTo>
                  <a:pt x="93" y="53"/>
                </a:lnTo>
                <a:lnTo>
                  <a:pt x="93" y="52"/>
                </a:lnTo>
                <a:lnTo>
                  <a:pt x="94" y="51"/>
                </a:lnTo>
                <a:lnTo>
                  <a:pt x="94" y="50"/>
                </a:lnTo>
                <a:lnTo>
                  <a:pt x="94" y="49"/>
                </a:lnTo>
                <a:lnTo>
                  <a:pt x="95" y="49"/>
                </a:lnTo>
                <a:lnTo>
                  <a:pt x="95" y="48"/>
                </a:lnTo>
                <a:lnTo>
                  <a:pt x="96" y="48"/>
                </a:lnTo>
                <a:lnTo>
                  <a:pt x="96" y="47"/>
                </a:lnTo>
                <a:lnTo>
                  <a:pt x="97" y="47"/>
                </a:lnTo>
                <a:lnTo>
                  <a:pt x="98" y="48"/>
                </a:lnTo>
                <a:lnTo>
                  <a:pt x="99" y="48"/>
                </a:lnTo>
                <a:lnTo>
                  <a:pt x="100" y="48"/>
                </a:lnTo>
                <a:lnTo>
                  <a:pt x="101" y="48"/>
                </a:lnTo>
                <a:lnTo>
                  <a:pt x="102" y="48"/>
                </a:lnTo>
                <a:lnTo>
                  <a:pt x="102" y="49"/>
                </a:lnTo>
                <a:lnTo>
                  <a:pt x="103" y="49"/>
                </a:lnTo>
                <a:lnTo>
                  <a:pt x="103" y="48"/>
                </a:lnTo>
                <a:lnTo>
                  <a:pt x="104" y="48"/>
                </a:lnTo>
                <a:lnTo>
                  <a:pt x="105" y="48"/>
                </a:lnTo>
                <a:lnTo>
                  <a:pt x="106" y="48"/>
                </a:lnTo>
                <a:lnTo>
                  <a:pt x="106" y="47"/>
                </a:lnTo>
                <a:lnTo>
                  <a:pt x="107" y="47"/>
                </a:lnTo>
                <a:lnTo>
                  <a:pt x="108" y="46"/>
                </a:lnTo>
                <a:lnTo>
                  <a:pt x="109" y="46"/>
                </a:lnTo>
                <a:lnTo>
                  <a:pt x="109" y="45"/>
                </a:lnTo>
                <a:lnTo>
                  <a:pt x="110" y="45"/>
                </a:lnTo>
                <a:lnTo>
                  <a:pt x="110" y="44"/>
                </a:lnTo>
                <a:lnTo>
                  <a:pt x="111" y="44"/>
                </a:lnTo>
                <a:lnTo>
                  <a:pt x="111" y="43"/>
                </a:lnTo>
                <a:lnTo>
                  <a:pt x="112" y="43"/>
                </a:lnTo>
                <a:lnTo>
                  <a:pt x="112" y="42"/>
                </a:lnTo>
                <a:lnTo>
                  <a:pt x="112" y="41"/>
                </a:lnTo>
                <a:lnTo>
                  <a:pt x="113" y="40"/>
                </a:lnTo>
                <a:lnTo>
                  <a:pt x="113" y="39"/>
                </a:lnTo>
                <a:lnTo>
                  <a:pt x="114" y="39"/>
                </a:lnTo>
                <a:lnTo>
                  <a:pt x="115" y="39"/>
                </a:lnTo>
                <a:lnTo>
                  <a:pt x="115" y="38"/>
                </a:lnTo>
                <a:lnTo>
                  <a:pt x="116" y="38"/>
                </a:lnTo>
                <a:lnTo>
                  <a:pt x="117" y="38"/>
                </a:lnTo>
                <a:lnTo>
                  <a:pt x="118" y="38"/>
                </a:lnTo>
                <a:lnTo>
                  <a:pt x="118" y="39"/>
                </a:lnTo>
                <a:lnTo>
                  <a:pt x="119" y="39"/>
                </a:lnTo>
                <a:lnTo>
                  <a:pt x="119" y="40"/>
                </a:lnTo>
                <a:lnTo>
                  <a:pt x="120" y="40"/>
                </a:lnTo>
                <a:lnTo>
                  <a:pt x="120" y="41"/>
                </a:lnTo>
                <a:lnTo>
                  <a:pt x="120" y="42"/>
                </a:lnTo>
                <a:lnTo>
                  <a:pt x="121" y="42"/>
                </a:lnTo>
                <a:lnTo>
                  <a:pt x="121" y="43"/>
                </a:lnTo>
                <a:lnTo>
                  <a:pt x="122" y="44"/>
                </a:lnTo>
                <a:lnTo>
                  <a:pt x="123" y="44"/>
                </a:lnTo>
                <a:lnTo>
                  <a:pt x="123" y="45"/>
                </a:lnTo>
                <a:lnTo>
                  <a:pt x="124" y="45"/>
                </a:lnTo>
                <a:lnTo>
                  <a:pt x="125" y="45"/>
                </a:lnTo>
                <a:lnTo>
                  <a:pt x="126" y="45"/>
                </a:lnTo>
                <a:lnTo>
                  <a:pt x="126" y="46"/>
                </a:lnTo>
                <a:lnTo>
                  <a:pt x="127" y="46"/>
                </a:lnTo>
                <a:lnTo>
                  <a:pt x="127" y="47"/>
                </a:lnTo>
                <a:lnTo>
                  <a:pt x="128" y="47"/>
                </a:lnTo>
                <a:lnTo>
                  <a:pt x="129" y="47"/>
                </a:lnTo>
                <a:lnTo>
                  <a:pt x="130" y="47"/>
                </a:lnTo>
                <a:lnTo>
                  <a:pt x="131" y="47"/>
                </a:lnTo>
                <a:lnTo>
                  <a:pt x="132" y="47"/>
                </a:lnTo>
                <a:lnTo>
                  <a:pt x="133" y="47"/>
                </a:lnTo>
                <a:lnTo>
                  <a:pt x="133" y="46"/>
                </a:lnTo>
                <a:lnTo>
                  <a:pt x="134" y="46"/>
                </a:lnTo>
                <a:lnTo>
                  <a:pt x="135" y="45"/>
                </a:lnTo>
                <a:lnTo>
                  <a:pt x="135" y="44"/>
                </a:lnTo>
                <a:lnTo>
                  <a:pt x="136" y="44"/>
                </a:lnTo>
                <a:lnTo>
                  <a:pt x="137" y="43"/>
                </a:lnTo>
                <a:lnTo>
                  <a:pt x="138" y="43"/>
                </a:lnTo>
                <a:lnTo>
                  <a:pt x="139" y="43"/>
                </a:lnTo>
                <a:lnTo>
                  <a:pt x="140" y="43"/>
                </a:lnTo>
                <a:lnTo>
                  <a:pt x="141" y="43"/>
                </a:lnTo>
                <a:lnTo>
                  <a:pt x="141" y="44"/>
                </a:lnTo>
                <a:lnTo>
                  <a:pt x="141" y="43"/>
                </a:lnTo>
                <a:lnTo>
                  <a:pt x="142" y="43"/>
                </a:lnTo>
                <a:lnTo>
                  <a:pt x="143" y="43"/>
                </a:lnTo>
                <a:lnTo>
                  <a:pt x="145" y="42"/>
                </a:lnTo>
                <a:lnTo>
                  <a:pt x="146" y="41"/>
                </a:lnTo>
                <a:lnTo>
                  <a:pt x="147" y="41"/>
                </a:lnTo>
                <a:lnTo>
                  <a:pt x="148" y="40"/>
                </a:lnTo>
                <a:lnTo>
                  <a:pt x="149" y="40"/>
                </a:lnTo>
                <a:lnTo>
                  <a:pt x="150" y="40"/>
                </a:lnTo>
                <a:lnTo>
                  <a:pt x="151" y="40"/>
                </a:lnTo>
                <a:lnTo>
                  <a:pt x="152" y="40"/>
                </a:lnTo>
                <a:lnTo>
                  <a:pt x="152" y="39"/>
                </a:lnTo>
                <a:lnTo>
                  <a:pt x="153" y="39"/>
                </a:lnTo>
                <a:lnTo>
                  <a:pt x="154" y="39"/>
                </a:lnTo>
                <a:lnTo>
                  <a:pt x="155" y="39"/>
                </a:lnTo>
                <a:lnTo>
                  <a:pt x="155" y="40"/>
                </a:lnTo>
                <a:lnTo>
                  <a:pt x="156" y="39"/>
                </a:lnTo>
                <a:lnTo>
                  <a:pt x="157" y="39"/>
                </a:lnTo>
                <a:lnTo>
                  <a:pt x="160" y="39"/>
                </a:lnTo>
                <a:lnTo>
                  <a:pt x="162" y="38"/>
                </a:lnTo>
                <a:lnTo>
                  <a:pt x="165" y="38"/>
                </a:lnTo>
                <a:lnTo>
                  <a:pt x="167" y="37"/>
                </a:lnTo>
                <a:lnTo>
                  <a:pt x="169" y="36"/>
                </a:lnTo>
                <a:lnTo>
                  <a:pt x="172" y="36"/>
                </a:lnTo>
                <a:lnTo>
                  <a:pt x="173" y="36"/>
                </a:lnTo>
                <a:lnTo>
                  <a:pt x="176" y="36"/>
                </a:lnTo>
                <a:lnTo>
                  <a:pt x="177" y="36"/>
                </a:lnTo>
                <a:lnTo>
                  <a:pt x="178" y="36"/>
                </a:lnTo>
                <a:lnTo>
                  <a:pt x="179" y="36"/>
                </a:lnTo>
                <a:lnTo>
                  <a:pt x="180" y="36"/>
                </a:lnTo>
                <a:lnTo>
                  <a:pt x="181" y="35"/>
                </a:lnTo>
                <a:lnTo>
                  <a:pt x="182" y="35"/>
                </a:lnTo>
                <a:lnTo>
                  <a:pt x="183" y="35"/>
                </a:lnTo>
                <a:lnTo>
                  <a:pt x="184" y="35"/>
                </a:lnTo>
                <a:lnTo>
                  <a:pt x="184" y="34"/>
                </a:lnTo>
                <a:lnTo>
                  <a:pt x="187" y="33"/>
                </a:lnTo>
                <a:lnTo>
                  <a:pt x="188" y="33"/>
                </a:lnTo>
                <a:lnTo>
                  <a:pt x="189" y="32"/>
                </a:lnTo>
                <a:lnTo>
                  <a:pt x="189" y="31"/>
                </a:lnTo>
                <a:lnTo>
                  <a:pt x="190" y="31"/>
                </a:lnTo>
                <a:lnTo>
                  <a:pt x="193" y="28"/>
                </a:lnTo>
                <a:lnTo>
                  <a:pt x="196" y="26"/>
                </a:lnTo>
                <a:lnTo>
                  <a:pt x="197" y="26"/>
                </a:lnTo>
                <a:lnTo>
                  <a:pt x="198" y="26"/>
                </a:lnTo>
                <a:lnTo>
                  <a:pt x="198" y="25"/>
                </a:lnTo>
                <a:lnTo>
                  <a:pt x="199" y="25"/>
                </a:lnTo>
                <a:lnTo>
                  <a:pt x="200" y="24"/>
                </a:lnTo>
                <a:lnTo>
                  <a:pt x="201" y="24"/>
                </a:lnTo>
                <a:lnTo>
                  <a:pt x="201" y="23"/>
                </a:lnTo>
                <a:lnTo>
                  <a:pt x="202" y="23"/>
                </a:lnTo>
                <a:lnTo>
                  <a:pt x="203" y="23"/>
                </a:lnTo>
                <a:lnTo>
                  <a:pt x="203" y="22"/>
                </a:lnTo>
                <a:lnTo>
                  <a:pt x="204" y="22"/>
                </a:lnTo>
                <a:lnTo>
                  <a:pt x="204" y="21"/>
                </a:lnTo>
                <a:lnTo>
                  <a:pt x="205" y="21"/>
                </a:lnTo>
                <a:lnTo>
                  <a:pt x="206" y="21"/>
                </a:lnTo>
                <a:lnTo>
                  <a:pt x="207" y="20"/>
                </a:lnTo>
                <a:lnTo>
                  <a:pt x="208" y="20"/>
                </a:lnTo>
                <a:lnTo>
                  <a:pt x="209" y="20"/>
                </a:lnTo>
                <a:lnTo>
                  <a:pt x="210" y="20"/>
                </a:lnTo>
                <a:lnTo>
                  <a:pt x="212" y="20"/>
                </a:lnTo>
                <a:lnTo>
                  <a:pt x="212" y="21"/>
                </a:lnTo>
                <a:lnTo>
                  <a:pt x="213" y="21"/>
                </a:lnTo>
                <a:lnTo>
                  <a:pt x="214" y="21"/>
                </a:lnTo>
                <a:lnTo>
                  <a:pt x="215" y="21"/>
                </a:lnTo>
                <a:lnTo>
                  <a:pt x="216" y="21"/>
                </a:lnTo>
                <a:lnTo>
                  <a:pt x="217" y="21"/>
                </a:lnTo>
                <a:lnTo>
                  <a:pt x="217" y="20"/>
                </a:lnTo>
                <a:lnTo>
                  <a:pt x="218" y="20"/>
                </a:lnTo>
                <a:lnTo>
                  <a:pt x="219" y="19"/>
                </a:lnTo>
                <a:lnTo>
                  <a:pt x="220" y="19"/>
                </a:lnTo>
                <a:lnTo>
                  <a:pt x="220" y="18"/>
                </a:lnTo>
                <a:lnTo>
                  <a:pt x="220" y="17"/>
                </a:lnTo>
                <a:lnTo>
                  <a:pt x="221" y="15"/>
                </a:lnTo>
                <a:lnTo>
                  <a:pt x="222" y="14"/>
                </a:lnTo>
                <a:lnTo>
                  <a:pt x="222" y="13"/>
                </a:lnTo>
                <a:lnTo>
                  <a:pt x="223" y="13"/>
                </a:lnTo>
                <a:lnTo>
                  <a:pt x="223" y="12"/>
                </a:lnTo>
                <a:lnTo>
                  <a:pt x="223" y="11"/>
                </a:lnTo>
                <a:lnTo>
                  <a:pt x="224" y="11"/>
                </a:lnTo>
                <a:lnTo>
                  <a:pt x="224" y="10"/>
                </a:lnTo>
                <a:lnTo>
                  <a:pt x="225" y="9"/>
                </a:lnTo>
                <a:lnTo>
                  <a:pt x="226" y="8"/>
                </a:lnTo>
                <a:lnTo>
                  <a:pt x="227" y="7"/>
                </a:lnTo>
                <a:lnTo>
                  <a:pt x="229" y="6"/>
                </a:lnTo>
                <a:lnTo>
                  <a:pt x="230" y="5"/>
                </a:lnTo>
                <a:lnTo>
                  <a:pt x="231" y="5"/>
                </a:lnTo>
                <a:lnTo>
                  <a:pt x="232" y="5"/>
                </a:lnTo>
                <a:lnTo>
                  <a:pt x="234" y="5"/>
                </a:lnTo>
                <a:lnTo>
                  <a:pt x="235" y="5"/>
                </a:lnTo>
                <a:lnTo>
                  <a:pt x="236" y="6"/>
                </a:lnTo>
                <a:lnTo>
                  <a:pt x="239" y="6"/>
                </a:lnTo>
                <a:lnTo>
                  <a:pt x="242" y="7"/>
                </a:lnTo>
                <a:lnTo>
                  <a:pt x="244" y="7"/>
                </a:lnTo>
                <a:lnTo>
                  <a:pt x="246" y="7"/>
                </a:lnTo>
                <a:lnTo>
                  <a:pt x="248" y="7"/>
                </a:lnTo>
                <a:close/>
              </a:path>
            </a:pathLst>
          </a:custGeom>
          <a:solidFill>
            <a:srgbClr val="F5F5F5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7" name=""/>
          <p:cNvSpPr/>
          <p:nvPr/>
        </p:nvSpPr>
        <p:spPr>
          <a:xfrm>
            <a:off x="8205480" y="253440"/>
            <a:ext cx="716040" cy="658440"/>
          </a:xfrm>
          <a:custGeom>
            <a:avLst/>
            <a:gdLst/>
            <a:ahLst/>
            <a:rect l="0" t="0" r="r" b="b"/>
            <a:pathLst>
              <a:path w="1989" h="1829">
                <a:moveTo>
                  <a:pt x="248" y="7"/>
                </a:moveTo>
                <a:lnTo>
                  <a:pt x="249" y="7"/>
                </a:lnTo>
                <a:lnTo>
                  <a:pt x="250" y="7"/>
                </a:lnTo>
                <a:lnTo>
                  <a:pt x="251" y="7"/>
                </a:lnTo>
                <a:lnTo>
                  <a:pt x="252" y="7"/>
                </a:lnTo>
                <a:lnTo>
                  <a:pt x="252" y="6"/>
                </a:lnTo>
                <a:lnTo>
                  <a:pt x="252" y="7"/>
                </a:lnTo>
                <a:lnTo>
                  <a:pt x="252" y="6"/>
                </a:lnTo>
                <a:lnTo>
                  <a:pt x="252" y="7"/>
                </a:lnTo>
                <a:lnTo>
                  <a:pt x="253" y="6"/>
                </a:lnTo>
                <a:lnTo>
                  <a:pt x="254" y="6"/>
                </a:lnTo>
                <a:lnTo>
                  <a:pt x="254" y="7"/>
                </a:lnTo>
                <a:lnTo>
                  <a:pt x="255" y="7"/>
                </a:lnTo>
                <a:lnTo>
                  <a:pt x="255" y="8"/>
                </a:lnTo>
                <a:lnTo>
                  <a:pt x="255" y="9"/>
                </a:lnTo>
                <a:lnTo>
                  <a:pt x="256" y="9"/>
                </a:lnTo>
                <a:lnTo>
                  <a:pt x="256" y="10"/>
                </a:lnTo>
                <a:lnTo>
                  <a:pt x="256" y="11"/>
                </a:lnTo>
                <a:lnTo>
                  <a:pt x="256" y="12"/>
                </a:lnTo>
                <a:lnTo>
                  <a:pt x="257" y="12"/>
                </a:lnTo>
                <a:lnTo>
                  <a:pt x="258" y="13"/>
                </a:lnTo>
                <a:lnTo>
                  <a:pt x="259" y="13"/>
                </a:lnTo>
                <a:lnTo>
                  <a:pt x="260" y="13"/>
                </a:lnTo>
                <a:lnTo>
                  <a:pt x="261" y="13"/>
                </a:lnTo>
                <a:lnTo>
                  <a:pt x="261" y="12"/>
                </a:lnTo>
                <a:lnTo>
                  <a:pt x="261" y="10"/>
                </a:lnTo>
                <a:lnTo>
                  <a:pt x="261" y="9"/>
                </a:lnTo>
                <a:lnTo>
                  <a:pt x="260" y="9"/>
                </a:lnTo>
                <a:lnTo>
                  <a:pt x="259" y="9"/>
                </a:lnTo>
                <a:lnTo>
                  <a:pt x="259" y="8"/>
                </a:lnTo>
                <a:lnTo>
                  <a:pt x="258" y="8"/>
                </a:lnTo>
                <a:lnTo>
                  <a:pt x="258" y="7"/>
                </a:lnTo>
                <a:lnTo>
                  <a:pt x="258" y="6"/>
                </a:lnTo>
                <a:lnTo>
                  <a:pt x="258" y="5"/>
                </a:lnTo>
                <a:lnTo>
                  <a:pt x="258" y="4"/>
                </a:lnTo>
                <a:lnTo>
                  <a:pt x="258" y="3"/>
                </a:lnTo>
                <a:lnTo>
                  <a:pt x="259" y="2"/>
                </a:lnTo>
                <a:lnTo>
                  <a:pt x="260" y="1"/>
                </a:lnTo>
                <a:lnTo>
                  <a:pt x="261" y="1"/>
                </a:lnTo>
                <a:lnTo>
                  <a:pt x="261" y="0"/>
                </a:lnTo>
                <a:lnTo>
                  <a:pt x="262" y="0"/>
                </a:lnTo>
                <a:lnTo>
                  <a:pt x="263" y="0"/>
                </a:lnTo>
                <a:lnTo>
                  <a:pt x="263" y="1"/>
                </a:lnTo>
                <a:lnTo>
                  <a:pt x="264" y="1"/>
                </a:lnTo>
                <a:lnTo>
                  <a:pt x="265" y="1"/>
                </a:lnTo>
                <a:lnTo>
                  <a:pt x="265" y="2"/>
                </a:lnTo>
                <a:lnTo>
                  <a:pt x="266" y="2"/>
                </a:lnTo>
                <a:lnTo>
                  <a:pt x="266" y="3"/>
                </a:lnTo>
                <a:lnTo>
                  <a:pt x="267" y="3"/>
                </a:lnTo>
                <a:lnTo>
                  <a:pt x="267" y="4"/>
                </a:lnTo>
                <a:lnTo>
                  <a:pt x="266" y="4"/>
                </a:lnTo>
                <a:lnTo>
                  <a:pt x="267" y="4"/>
                </a:lnTo>
                <a:lnTo>
                  <a:pt x="267" y="5"/>
                </a:lnTo>
                <a:lnTo>
                  <a:pt x="266" y="5"/>
                </a:lnTo>
                <a:lnTo>
                  <a:pt x="266" y="6"/>
                </a:lnTo>
                <a:lnTo>
                  <a:pt x="266" y="7"/>
                </a:lnTo>
                <a:lnTo>
                  <a:pt x="265" y="7"/>
                </a:lnTo>
                <a:lnTo>
                  <a:pt x="265" y="8"/>
                </a:lnTo>
                <a:lnTo>
                  <a:pt x="264" y="8"/>
                </a:lnTo>
                <a:lnTo>
                  <a:pt x="264" y="9"/>
                </a:lnTo>
                <a:lnTo>
                  <a:pt x="264" y="10"/>
                </a:lnTo>
                <a:lnTo>
                  <a:pt x="264" y="11"/>
                </a:lnTo>
                <a:lnTo>
                  <a:pt x="265" y="11"/>
                </a:lnTo>
                <a:lnTo>
                  <a:pt x="265" y="12"/>
                </a:lnTo>
                <a:lnTo>
                  <a:pt x="267" y="12"/>
                </a:lnTo>
                <a:lnTo>
                  <a:pt x="267" y="11"/>
                </a:lnTo>
                <a:lnTo>
                  <a:pt x="268" y="11"/>
                </a:lnTo>
                <a:lnTo>
                  <a:pt x="268" y="10"/>
                </a:lnTo>
                <a:lnTo>
                  <a:pt x="269" y="10"/>
                </a:lnTo>
                <a:lnTo>
                  <a:pt x="269" y="9"/>
                </a:lnTo>
                <a:lnTo>
                  <a:pt x="269" y="8"/>
                </a:lnTo>
                <a:lnTo>
                  <a:pt x="270" y="8"/>
                </a:lnTo>
                <a:lnTo>
                  <a:pt x="270" y="7"/>
                </a:lnTo>
                <a:lnTo>
                  <a:pt x="270" y="6"/>
                </a:lnTo>
                <a:lnTo>
                  <a:pt x="270" y="5"/>
                </a:lnTo>
                <a:lnTo>
                  <a:pt x="270" y="4"/>
                </a:lnTo>
                <a:lnTo>
                  <a:pt x="270" y="3"/>
                </a:lnTo>
                <a:lnTo>
                  <a:pt x="270" y="2"/>
                </a:lnTo>
                <a:lnTo>
                  <a:pt x="270" y="1"/>
                </a:lnTo>
                <a:lnTo>
                  <a:pt x="270" y="0"/>
                </a:lnTo>
                <a:lnTo>
                  <a:pt x="271" y="0"/>
                </a:lnTo>
                <a:lnTo>
                  <a:pt x="272" y="0"/>
                </a:lnTo>
                <a:lnTo>
                  <a:pt x="274" y="0"/>
                </a:lnTo>
                <a:lnTo>
                  <a:pt x="275" y="0"/>
                </a:lnTo>
                <a:lnTo>
                  <a:pt x="276" y="0"/>
                </a:lnTo>
                <a:lnTo>
                  <a:pt x="276" y="1"/>
                </a:lnTo>
                <a:lnTo>
                  <a:pt x="277" y="1"/>
                </a:lnTo>
                <a:lnTo>
                  <a:pt x="278" y="1"/>
                </a:lnTo>
                <a:lnTo>
                  <a:pt x="279" y="1"/>
                </a:lnTo>
                <a:lnTo>
                  <a:pt x="280" y="1"/>
                </a:lnTo>
                <a:lnTo>
                  <a:pt x="280" y="2"/>
                </a:lnTo>
                <a:lnTo>
                  <a:pt x="280" y="3"/>
                </a:lnTo>
                <a:lnTo>
                  <a:pt x="281" y="3"/>
                </a:lnTo>
                <a:lnTo>
                  <a:pt x="281" y="4"/>
                </a:lnTo>
                <a:lnTo>
                  <a:pt x="282" y="4"/>
                </a:lnTo>
                <a:lnTo>
                  <a:pt x="282" y="5"/>
                </a:lnTo>
                <a:lnTo>
                  <a:pt x="283" y="6"/>
                </a:lnTo>
                <a:lnTo>
                  <a:pt x="284" y="7"/>
                </a:lnTo>
                <a:lnTo>
                  <a:pt x="284" y="8"/>
                </a:lnTo>
                <a:lnTo>
                  <a:pt x="285" y="8"/>
                </a:lnTo>
                <a:lnTo>
                  <a:pt x="286" y="8"/>
                </a:lnTo>
                <a:lnTo>
                  <a:pt x="286" y="9"/>
                </a:lnTo>
                <a:lnTo>
                  <a:pt x="287" y="9"/>
                </a:lnTo>
                <a:lnTo>
                  <a:pt x="288" y="8"/>
                </a:lnTo>
                <a:lnTo>
                  <a:pt x="289" y="8"/>
                </a:lnTo>
                <a:lnTo>
                  <a:pt x="289" y="7"/>
                </a:lnTo>
                <a:lnTo>
                  <a:pt x="290" y="7"/>
                </a:lnTo>
                <a:lnTo>
                  <a:pt x="291" y="7"/>
                </a:lnTo>
                <a:lnTo>
                  <a:pt x="292" y="7"/>
                </a:lnTo>
                <a:lnTo>
                  <a:pt x="292" y="6"/>
                </a:lnTo>
                <a:lnTo>
                  <a:pt x="293" y="6"/>
                </a:lnTo>
                <a:lnTo>
                  <a:pt x="293" y="7"/>
                </a:lnTo>
                <a:lnTo>
                  <a:pt x="294" y="7"/>
                </a:lnTo>
                <a:lnTo>
                  <a:pt x="295" y="7"/>
                </a:lnTo>
                <a:lnTo>
                  <a:pt x="297" y="7"/>
                </a:lnTo>
                <a:lnTo>
                  <a:pt x="298" y="7"/>
                </a:lnTo>
                <a:lnTo>
                  <a:pt x="300" y="7"/>
                </a:lnTo>
                <a:lnTo>
                  <a:pt x="301" y="7"/>
                </a:lnTo>
                <a:lnTo>
                  <a:pt x="302" y="7"/>
                </a:lnTo>
                <a:lnTo>
                  <a:pt x="303" y="6"/>
                </a:lnTo>
                <a:lnTo>
                  <a:pt x="304" y="6"/>
                </a:lnTo>
                <a:lnTo>
                  <a:pt x="305" y="6"/>
                </a:lnTo>
                <a:lnTo>
                  <a:pt x="306" y="6"/>
                </a:lnTo>
                <a:lnTo>
                  <a:pt x="307" y="6"/>
                </a:lnTo>
                <a:lnTo>
                  <a:pt x="310" y="7"/>
                </a:lnTo>
                <a:lnTo>
                  <a:pt x="312" y="8"/>
                </a:lnTo>
                <a:lnTo>
                  <a:pt x="314" y="9"/>
                </a:lnTo>
                <a:lnTo>
                  <a:pt x="318" y="11"/>
                </a:lnTo>
                <a:lnTo>
                  <a:pt x="321" y="13"/>
                </a:lnTo>
                <a:lnTo>
                  <a:pt x="322" y="13"/>
                </a:lnTo>
                <a:lnTo>
                  <a:pt x="326" y="16"/>
                </a:lnTo>
                <a:lnTo>
                  <a:pt x="326" y="17"/>
                </a:lnTo>
                <a:lnTo>
                  <a:pt x="327" y="17"/>
                </a:lnTo>
                <a:lnTo>
                  <a:pt x="327" y="18"/>
                </a:lnTo>
                <a:lnTo>
                  <a:pt x="327" y="19"/>
                </a:lnTo>
                <a:lnTo>
                  <a:pt x="328" y="19"/>
                </a:lnTo>
                <a:lnTo>
                  <a:pt x="328" y="20"/>
                </a:lnTo>
                <a:lnTo>
                  <a:pt x="329" y="20"/>
                </a:lnTo>
                <a:lnTo>
                  <a:pt x="330" y="20"/>
                </a:lnTo>
                <a:lnTo>
                  <a:pt x="331" y="20"/>
                </a:lnTo>
                <a:lnTo>
                  <a:pt x="331" y="19"/>
                </a:lnTo>
                <a:lnTo>
                  <a:pt x="332" y="19"/>
                </a:lnTo>
                <a:lnTo>
                  <a:pt x="332" y="18"/>
                </a:lnTo>
                <a:lnTo>
                  <a:pt x="333" y="18"/>
                </a:lnTo>
                <a:lnTo>
                  <a:pt x="334" y="18"/>
                </a:lnTo>
                <a:lnTo>
                  <a:pt x="335" y="18"/>
                </a:lnTo>
                <a:lnTo>
                  <a:pt x="336" y="19"/>
                </a:lnTo>
                <a:lnTo>
                  <a:pt x="337" y="20"/>
                </a:lnTo>
                <a:lnTo>
                  <a:pt x="337" y="21"/>
                </a:lnTo>
                <a:lnTo>
                  <a:pt x="337" y="22"/>
                </a:lnTo>
                <a:lnTo>
                  <a:pt x="338" y="22"/>
                </a:lnTo>
                <a:lnTo>
                  <a:pt x="338" y="23"/>
                </a:lnTo>
                <a:lnTo>
                  <a:pt x="339" y="23"/>
                </a:lnTo>
                <a:lnTo>
                  <a:pt x="340" y="23"/>
                </a:lnTo>
                <a:lnTo>
                  <a:pt x="340" y="24"/>
                </a:lnTo>
                <a:lnTo>
                  <a:pt x="341" y="24"/>
                </a:lnTo>
                <a:lnTo>
                  <a:pt x="341" y="25"/>
                </a:lnTo>
                <a:lnTo>
                  <a:pt x="341" y="26"/>
                </a:lnTo>
                <a:lnTo>
                  <a:pt x="342" y="26"/>
                </a:lnTo>
                <a:lnTo>
                  <a:pt x="342" y="27"/>
                </a:lnTo>
                <a:lnTo>
                  <a:pt x="343" y="27"/>
                </a:lnTo>
                <a:lnTo>
                  <a:pt x="344" y="27"/>
                </a:lnTo>
                <a:lnTo>
                  <a:pt x="345" y="27"/>
                </a:lnTo>
                <a:lnTo>
                  <a:pt x="345" y="26"/>
                </a:lnTo>
                <a:lnTo>
                  <a:pt x="347" y="25"/>
                </a:lnTo>
                <a:lnTo>
                  <a:pt x="347" y="24"/>
                </a:lnTo>
                <a:lnTo>
                  <a:pt x="348" y="24"/>
                </a:lnTo>
                <a:lnTo>
                  <a:pt x="348" y="23"/>
                </a:lnTo>
                <a:lnTo>
                  <a:pt x="348" y="22"/>
                </a:lnTo>
                <a:lnTo>
                  <a:pt x="349" y="21"/>
                </a:lnTo>
                <a:lnTo>
                  <a:pt x="350" y="21"/>
                </a:lnTo>
                <a:lnTo>
                  <a:pt x="351" y="21"/>
                </a:lnTo>
                <a:lnTo>
                  <a:pt x="352" y="20"/>
                </a:lnTo>
                <a:lnTo>
                  <a:pt x="354" y="19"/>
                </a:lnTo>
                <a:lnTo>
                  <a:pt x="355" y="18"/>
                </a:lnTo>
                <a:lnTo>
                  <a:pt x="356" y="18"/>
                </a:lnTo>
                <a:lnTo>
                  <a:pt x="357" y="18"/>
                </a:lnTo>
                <a:lnTo>
                  <a:pt x="358" y="18"/>
                </a:lnTo>
                <a:lnTo>
                  <a:pt x="359" y="18"/>
                </a:lnTo>
                <a:lnTo>
                  <a:pt x="359" y="19"/>
                </a:lnTo>
                <a:lnTo>
                  <a:pt x="360" y="20"/>
                </a:lnTo>
                <a:lnTo>
                  <a:pt x="361" y="21"/>
                </a:lnTo>
                <a:lnTo>
                  <a:pt x="362" y="21"/>
                </a:lnTo>
                <a:lnTo>
                  <a:pt x="362" y="22"/>
                </a:lnTo>
                <a:lnTo>
                  <a:pt x="363" y="22"/>
                </a:lnTo>
                <a:lnTo>
                  <a:pt x="364" y="23"/>
                </a:lnTo>
                <a:lnTo>
                  <a:pt x="365" y="24"/>
                </a:lnTo>
                <a:lnTo>
                  <a:pt x="366" y="24"/>
                </a:lnTo>
                <a:lnTo>
                  <a:pt x="367" y="24"/>
                </a:lnTo>
                <a:lnTo>
                  <a:pt x="368" y="24"/>
                </a:lnTo>
                <a:lnTo>
                  <a:pt x="369" y="25"/>
                </a:lnTo>
                <a:lnTo>
                  <a:pt x="370" y="26"/>
                </a:lnTo>
                <a:lnTo>
                  <a:pt x="371" y="28"/>
                </a:lnTo>
                <a:lnTo>
                  <a:pt x="372" y="29"/>
                </a:lnTo>
                <a:lnTo>
                  <a:pt x="373" y="30"/>
                </a:lnTo>
                <a:lnTo>
                  <a:pt x="373" y="31"/>
                </a:lnTo>
                <a:lnTo>
                  <a:pt x="374" y="32"/>
                </a:lnTo>
                <a:lnTo>
                  <a:pt x="374" y="33"/>
                </a:lnTo>
                <a:lnTo>
                  <a:pt x="375" y="33"/>
                </a:lnTo>
                <a:lnTo>
                  <a:pt x="375" y="34"/>
                </a:lnTo>
                <a:lnTo>
                  <a:pt x="376" y="34"/>
                </a:lnTo>
                <a:lnTo>
                  <a:pt x="376" y="35"/>
                </a:lnTo>
                <a:lnTo>
                  <a:pt x="377" y="36"/>
                </a:lnTo>
                <a:lnTo>
                  <a:pt x="378" y="37"/>
                </a:lnTo>
                <a:lnTo>
                  <a:pt x="378" y="38"/>
                </a:lnTo>
                <a:lnTo>
                  <a:pt x="379" y="39"/>
                </a:lnTo>
                <a:lnTo>
                  <a:pt x="380" y="39"/>
                </a:lnTo>
                <a:lnTo>
                  <a:pt x="381" y="39"/>
                </a:lnTo>
                <a:lnTo>
                  <a:pt x="383" y="39"/>
                </a:lnTo>
                <a:lnTo>
                  <a:pt x="384" y="39"/>
                </a:lnTo>
                <a:lnTo>
                  <a:pt x="386" y="41"/>
                </a:lnTo>
                <a:lnTo>
                  <a:pt x="387" y="42"/>
                </a:lnTo>
                <a:lnTo>
                  <a:pt x="387" y="43"/>
                </a:lnTo>
                <a:lnTo>
                  <a:pt x="387" y="44"/>
                </a:lnTo>
                <a:lnTo>
                  <a:pt x="388" y="44"/>
                </a:lnTo>
                <a:lnTo>
                  <a:pt x="389" y="44"/>
                </a:lnTo>
                <a:lnTo>
                  <a:pt x="390" y="44"/>
                </a:lnTo>
                <a:lnTo>
                  <a:pt x="391" y="44"/>
                </a:lnTo>
                <a:lnTo>
                  <a:pt x="391" y="43"/>
                </a:lnTo>
                <a:lnTo>
                  <a:pt x="393" y="44"/>
                </a:lnTo>
                <a:lnTo>
                  <a:pt x="394" y="44"/>
                </a:lnTo>
                <a:lnTo>
                  <a:pt x="396" y="45"/>
                </a:lnTo>
                <a:lnTo>
                  <a:pt x="397" y="45"/>
                </a:lnTo>
                <a:lnTo>
                  <a:pt x="398" y="45"/>
                </a:lnTo>
                <a:lnTo>
                  <a:pt x="399" y="45"/>
                </a:lnTo>
                <a:lnTo>
                  <a:pt x="400" y="45"/>
                </a:lnTo>
                <a:lnTo>
                  <a:pt x="401" y="45"/>
                </a:lnTo>
                <a:lnTo>
                  <a:pt x="402" y="45"/>
                </a:lnTo>
                <a:lnTo>
                  <a:pt x="406" y="43"/>
                </a:lnTo>
                <a:lnTo>
                  <a:pt x="408" y="42"/>
                </a:lnTo>
                <a:lnTo>
                  <a:pt x="409" y="42"/>
                </a:lnTo>
                <a:lnTo>
                  <a:pt x="410" y="42"/>
                </a:lnTo>
                <a:lnTo>
                  <a:pt x="411" y="42"/>
                </a:lnTo>
                <a:lnTo>
                  <a:pt x="412" y="41"/>
                </a:lnTo>
                <a:lnTo>
                  <a:pt x="413" y="41"/>
                </a:lnTo>
                <a:lnTo>
                  <a:pt x="414" y="41"/>
                </a:lnTo>
                <a:lnTo>
                  <a:pt x="416" y="41"/>
                </a:lnTo>
                <a:lnTo>
                  <a:pt x="417" y="41"/>
                </a:lnTo>
                <a:lnTo>
                  <a:pt x="419" y="41"/>
                </a:lnTo>
                <a:lnTo>
                  <a:pt x="420" y="42"/>
                </a:lnTo>
                <a:lnTo>
                  <a:pt x="421" y="42"/>
                </a:lnTo>
                <a:lnTo>
                  <a:pt x="423" y="42"/>
                </a:lnTo>
                <a:lnTo>
                  <a:pt x="424" y="42"/>
                </a:lnTo>
                <a:lnTo>
                  <a:pt x="425" y="43"/>
                </a:lnTo>
                <a:lnTo>
                  <a:pt x="425" y="44"/>
                </a:lnTo>
                <a:lnTo>
                  <a:pt x="425" y="46"/>
                </a:lnTo>
                <a:lnTo>
                  <a:pt x="425" y="47"/>
                </a:lnTo>
                <a:lnTo>
                  <a:pt x="424" y="47"/>
                </a:lnTo>
                <a:lnTo>
                  <a:pt x="424" y="48"/>
                </a:lnTo>
                <a:lnTo>
                  <a:pt x="425" y="49"/>
                </a:lnTo>
                <a:lnTo>
                  <a:pt x="426" y="50"/>
                </a:lnTo>
                <a:lnTo>
                  <a:pt x="428" y="51"/>
                </a:lnTo>
                <a:lnTo>
                  <a:pt x="429" y="51"/>
                </a:lnTo>
                <a:lnTo>
                  <a:pt x="430" y="51"/>
                </a:lnTo>
                <a:lnTo>
                  <a:pt x="431" y="51"/>
                </a:lnTo>
                <a:lnTo>
                  <a:pt x="434" y="51"/>
                </a:lnTo>
                <a:lnTo>
                  <a:pt x="436" y="50"/>
                </a:lnTo>
                <a:lnTo>
                  <a:pt x="437" y="50"/>
                </a:lnTo>
                <a:lnTo>
                  <a:pt x="437" y="49"/>
                </a:lnTo>
                <a:lnTo>
                  <a:pt x="438" y="49"/>
                </a:lnTo>
                <a:lnTo>
                  <a:pt x="439" y="49"/>
                </a:lnTo>
                <a:lnTo>
                  <a:pt x="439" y="48"/>
                </a:lnTo>
                <a:lnTo>
                  <a:pt x="440" y="48"/>
                </a:lnTo>
                <a:lnTo>
                  <a:pt x="441" y="49"/>
                </a:lnTo>
                <a:lnTo>
                  <a:pt x="442" y="51"/>
                </a:lnTo>
                <a:lnTo>
                  <a:pt x="444" y="54"/>
                </a:lnTo>
                <a:lnTo>
                  <a:pt x="444" y="55"/>
                </a:lnTo>
                <a:lnTo>
                  <a:pt x="445" y="55"/>
                </a:lnTo>
                <a:lnTo>
                  <a:pt x="445" y="56"/>
                </a:lnTo>
                <a:lnTo>
                  <a:pt x="446" y="56"/>
                </a:lnTo>
                <a:lnTo>
                  <a:pt x="446" y="57"/>
                </a:lnTo>
                <a:lnTo>
                  <a:pt x="447" y="57"/>
                </a:lnTo>
                <a:lnTo>
                  <a:pt x="448" y="56"/>
                </a:lnTo>
                <a:lnTo>
                  <a:pt x="449" y="56"/>
                </a:lnTo>
                <a:lnTo>
                  <a:pt x="450" y="55"/>
                </a:lnTo>
                <a:lnTo>
                  <a:pt x="450" y="54"/>
                </a:lnTo>
                <a:lnTo>
                  <a:pt x="450" y="52"/>
                </a:lnTo>
                <a:lnTo>
                  <a:pt x="450" y="51"/>
                </a:lnTo>
                <a:lnTo>
                  <a:pt x="450" y="50"/>
                </a:lnTo>
                <a:lnTo>
                  <a:pt x="449" y="50"/>
                </a:lnTo>
                <a:lnTo>
                  <a:pt x="449" y="49"/>
                </a:lnTo>
                <a:lnTo>
                  <a:pt x="449" y="48"/>
                </a:lnTo>
                <a:lnTo>
                  <a:pt x="448" y="48"/>
                </a:lnTo>
                <a:lnTo>
                  <a:pt x="447" y="47"/>
                </a:lnTo>
                <a:lnTo>
                  <a:pt x="446" y="46"/>
                </a:lnTo>
                <a:lnTo>
                  <a:pt x="446" y="45"/>
                </a:lnTo>
                <a:lnTo>
                  <a:pt x="446" y="44"/>
                </a:lnTo>
                <a:lnTo>
                  <a:pt x="446" y="43"/>
                </a:lnTo>
                <a:lnTo>
                  <a:pt x="447" y="42"/>
                </a:lnTo>
                <a:lnTo>
                  <a:pt x="449" y="40"/>
                </a:lnTo>
                <a:lnTo>
                  <a:pt x="452" y="38"/>
                </a:lnTo>
                <a:lnTo>
                  <a:pt x="453" y="38"/>
                </a:lnTo>
                <a:lnTo>
                  <a:pt x="453" y="37"/>
                </a:lnTo>
                <a:lnTo>
                  <a:pt x="454" y="37"/>
                </a:lnTo>
                <a:lnTo>
                  <a:pt x="455" y="36"/>
                </a:lnTo>
                <a:lnTo>
                  <a:pt x="456" y="36"/>
                </a:lnTo>
                <a:lnTo>
                  <a:pt x="456" y="35"/>
                </a:lnTo>
                <a:lnTo>
                  <a:pt x="458" y="34"/>
                </a:lnTo>
                <a:lnTo>
                  <a:pt x="460" y="34"/>
                </a:lnTo>
                <a:lnTo>
                  <a:pt x="461" y="33"/>
                </a:lnTo>
                <a:lnTo>
                  <a:pt x="462" y="33"/>
                </a:lnTo>
                <a:lnTo>
                  <a:pt x="463" y="32"/>
                </a:lnTo>
                <a:lnTo>
                  <a:pt x="464" y="32"/>
                </a:lnTo>
                <a:lnTo>
                  <a:pt x="465" y="32"/>
                </a:lnTo>
                <a:lnTo>
                  <a:pt x="466" y="32"/>
                </a:lnTo>
                <a:lnTo>
                  <a:pt x="468" y="31"/>
                </a:lnTo>
                <a:lnTo>
                  <a:pt x="473" y="30"/>
                </a:lnTo>
                <a:lnTo>
                  <a:pt x="475" y="30"/>
                </a:lnTo>
                <a:lnTo>
                  <a:pt x="476" y="29"/>
                </a:lnTo>
                <a:lnTo>
                  <a:pt x="477" y="29"/>
                </a:lnTo>
                <a:lnTo>
                  <a:pt x="478" y="29"/>
                </a:lnTo>
                <a:lnTo>
                  <a:pt x="479" y="29"/>
                </a:lnTo>
                <a:lnTo>
                  <a:pt x="480" y="29"/>
                </a:lnTo>
                <a:lnTo>
                  <a:pt x="480" y="30"/>
                </a:lnTo>
                <a:lnTo>
                  <a:pt x="481" y="29"/>
                </a:lnTo>
                <a:lnTo>
                  <a:pt x="483" y="29"/>
                </a:lnTo>
                <a:lnTo>
                  <a:pt x="486" y="30"/>
                </a:lnTo>
                <a:lnTo>
                  <a:pt x="487" y="31"/>
                </a:lnTo>
                <a:lnTo>
                  <a:pt x="488" y="31"/>
                </a:lnTo>
                <a:lnTo>
                  <a:pt x="490" y="31"/>
                </a:lnTo>
                <a:lnTo>
                  <a:pt x="495" y="34"/>
                </a:lnTo>
                <a:lnTo>
                  <a:pt x="496" y="35"/>
                </a:lnTo>
                <a:lnTo>
                  <a:pt x="497" y="35"/>
                </a:lnTo>
                <a:lnTo>
                  <a:pt x="498" y="35"/>
                </a:lnTo>
                <a:lnTo>
                  <a:pt x="498" y="36"/>
                </a:lnTo>
                <a:lnTo>
                  <a:pt x="499" y="36"/>
                </a:lnTo>
                <a:lnTo>
                  <a:pt x="500" y="36"/>
                </a:lnTo>
                <a:lnTo>
                  <a:pt x="501" y="36"/>
                </a:lnTo>
                <a:lnTo>
                  <a:pt x="502" y="36"/>
                </a:lnTo>
                <a:lnTo>
                  <a:pt x="503" y="36"/>
                </a:lnTo>
                <a:lnTo>
                  <a:pt x="504" y="37"/>
                </a:lnTo>
                <a:lnTo>
                  <a:pt x="506" y="37"/>
                </a:lnTo>
                <a:lnTo>
                  <a:pt x="507" y="37"/>
                </a:lnTo>
                <a:lnTo>
                  <a:pt x="509" y="37"/>
                </a:lnTo>
                <a:lnTo>
                  <a:pt x="510" y="37"/>
                </a:lnTo>
                <a:lnTo>
                  <a:pt x="511" y="37"/>
                </a:lnTo>
                <a:lnTo>
                  <a:pt x="513" y="38"/>
                </a:lnTo>
                <a:lnTo>
                  <a:pt x="514" y="38"/>
                </a:lnTo>
                <a:lnTo>
                  <a:pt x="515" y="39"/>
                </a:lnTo>
                <a:lnTo>
                  <a:pt x="516" y="39"/>
                </a:lnTo>
                <a:lnTo>
                  <a:pt x="517" y="39"/>
                </a:lnTo>
                <a:lnTo>
                  <a:pt x="517" y="40"/>
                </a:lnTo>
                <a:lnTo>
                  <a:pt x="519" y="40"/>
                </a:lnTo>
                <a:lnTo>
                  <a:pt x="521" y="40"/>
                </a:lnTo>
                <a:lnTo>
                  <a:pt x="522" y="40"/>
                </a:lnTo>
                <a:lnTo>
                  <a:pt x="523" y="40"/>
                </a:lnTo>
                <a:lnTo>
                  <a:pt x="524" y="40"/>
                </a:lnTo>
                <a:lnTo>
                  <a:pt x="525" y="41"/>
                </a:lnTo>
                <a:lnTo>
                  <a:pt x="526" y="41"/>
                </a:lnTo>
                <a:lnTo>
                  <a:pt x="526" y="42"/>
                </a:lnTo>
                <a:lnTo>
                  <a:pt x="526" y="43"/>
                </a:lnTo>
                <a:lnTo>
                  <a:pt x="526" y="44"/>
                </a:lnTo>
                <a:lnTo>
                  <a:pt x="526" y="45"/>
                </a:lnTo>
                <a:lnTo>
                  <a:pt x="526" y="46"/>
                </a:lnTo>
                <a:lnTo>
                  <a:pt x="527" y="47"/>
                </a:lnTo>
                <a:lnTo>
                  <a:pt x="527" y="48"/>
                </a:lnTo>
                <a:lnTo>
                  <a:pt x="528" y="49"/>
                </a:lnTo>
                <a:lnTo>
                  <a:pt x="529" y="49"/>
                </a:lnTo>
                <a:lnTo>
                  <a:pt x="530" y="49"/>
                </a:lnTo>
                <a:lnTo>
                  <a:pt x="531" y="48"/>
                </a:lnTo>
                <a:lnTo>
                  <a:pt x="532" y="47"/>
                </a:lnTo>
                <a:lnTo>
                  <a:pt x="533" y="47"/>
                </a:lnTo>
                <a:lnTo>
                  <a:pt x="533" y="46"/>
                </a:lnTo>
                <a:lnTo>
                  <a:pt x="534" y="45"/>
                </a:lnTo>
                <a:lnTo>
                  <a:pt x="534" y="44"/>
                </a:lnTo>
                <a:lnTo>
                  <a:pt x="535" y="43"/>
                </a:lnTo>
                <a:lnTo>
                  <a:pt x="537" y="41"/>
                </a:lnTo>
                <a:lnTo>
                  <a:pt x="538" y="41"/>
                </a:lnTo>
                <a:lnTo>
                  <a:pt x="539" y="41"/>
                </a:lnTo>
                <a:lnTo>
                  <a:pt x="540" y="40"/>
                </a:lnTo>
                <a:lnTo>
                  <a:pt x="541" y="41"/>
                </a:lnTo>
                <a:lnTo>
                  <a:pt x="542" y="41"/>
                </a:lnTo>
                <a:lnTo>
                  <a:pt x="542" y="42"/>
                </a:lnTo>
                <a:lnTo>
                  <a:pt x="543" y="42"/>
                </a:lnTo>
                <a:lnTo>
                  <a:pt x="543" y="43"/>
                </a:lnTo>
                <a:lnTo>
                  <a:pt x="544" y="43"/>
                </a:lnTo>
                <a:lnTo>
                  <a:pt x="544" y="44"/>
                </a:lnTo>
                <a:lnTo>
                  <a:pt x="545" y="45"/>
                </a:lnTo>
                <a:lnTo>
                  <a:pt x="545" y="47"/>
                </a:lnTo>
                <a:lnTo>
                  <a:pt x="545" y="48"/>
                </a:lnTo>
                <a:lnTo>
                  <a:pt x="546" y="49"/>
                </a:lnTo>
                <a:lnTo>
                  <a:pt x="547" y="49"/>
                </a:lnTo>
                <a:lnTo>
                  <a:pt x="548" y="50"/>
                </a:lnTo>
                <a:lnTo>
                  <a:pt x="550" y="51"/>
                </a:lnTo>
                <a:lnTo>
                  <a:pt x="551" y="52"/>
                </a:lnTo>
                <a:lnTo>
                  <a:pt x="552" y="53"/>
                </a:lnTo>
                <a:lnTo>
                  <a:pt x="552" y="54"/>
                </a:lnTo>
                <a:lnTo>
                  <a:pt x="553" y="54"/>
                </a:lnTo>
                <a:lnTo>
                  <a:pt x="554" y="54"/>
                </a:lnTo>
                <a:lnTo>
                  <a:pt x="555" y="54"/>
                </a:lnTo>
                <a:lnTo>
                  <a:pt x="557" y="54"/>
                </a:lnTo>
                <a:lnTo>
                  <a:pt x="558" y="54"/>
                </a:lnTo>
                <a:lnTo>
                  <a:pt x="559" y="54"/>
                </a:lnTo>
                <a:lnTo>
                  <a:pt x="560" y="55"/>
                </a:lnTo>
                <a:lnTo>
                  <a:pt x="561" y="55"/>
                </a:lnTo>
                <a:lnTo>
                  <a:pt x="561" y="56"/>
                </a:lnTo>
                <a:lnTo>
                  <a:pt x="561" y="57"/>
                </a:lnTo>
                <a:lnTo>
                  <a:pt x="560" y="58"/>
                </a:lnTo>
                <a:lnTo>
                  <a:pt x="559" y="58"/>
                </a:lnTo>
                <a:lnTo>
                  <a:pt x="559" y="59"/>
                </a:lnTo>
                <a:lnTo>
                  <a:pt x="559" y="60"/>
                </a:lnTo>
                <a:lnTo>
                  <a:pt x="559" y="61"/>
                </a:lnTo>
                <a:lnTo>
                  <a:pt x="560" y="62"/>
                </a:lnTo>
                <a:lnTo>
                  <a:pt x="560" y="63"/>
                </a:lnTo>
                <a:lnTo>
                  <a:pt x="561" y="64"/>
                </a:lnTo>
                <a:lnTo>
                  <a:pt x="561" y="65"/>
                </a:lnTo>
                <a:lnTo>
                  <a:pt x="560" y="65"/>
                </a:lnTo>
                <a:lnTo>
                  <a:pt x="560" y="66"/>
                </a:lnTo>
                <a:lnTo>
                  <a:pt x="559" y="66"/>
                </a:lnTo>
                <a:lnTo>
                  <a:pt x="559" y="67"/>
                </a:lnTo>
                <a:lnTo>
                  <a:pt x="557" y="68"/>
                </a:lnTo>
                <a:lnTo>
                  <a:pt x="556" y="68"/>
                </a:lnTo>
                <a:lnTo>
                  <a:pt x="555" y="68"/>
                </a:lnTo>
                <a:lnTo>
                  <a:pt x="554" y="70"/>
                </a:lnTo>
                <a:lnTo>
                  <a:pt x="553" y="70"/>
                </a:lnTo>
                <a:lnTo>
                  <a:pt x="553" y="71"/>
                </a:lnTo>
                <a:lnTo>
                  <a:pt x="553" y="72"/>
                </a:lnTo>
                <a:lnTo>
                  <a:pt x="553" y="73"/>
                </a:lnTo>
                <a:lnTo>
                  <a:pt x="554" y="75"/>
                </a:lnTo>
                <a:lnTo>
                  <a:pt x="555" y="78"/>
                </a:lnTo>
                <a:lnTo>
                  <a:pt x="555" y="79"/>
                </a:lnTo>
                <a:lnTo>
                  <a:pt x="555" y="80"/>
                </a:lnTo>
                <a:lnTo>
                  <a:pt x="555" y="81"/>
                </a:lnTo>
                <a:lnTo>
                  <a:pt x="556" y="81"/>
                </a:lnTo>
                <a:lnTo>
                  <a:pt x="556" y="82"/>
                </a:lnTo>
                <a:lnTo>
                  <a:pt x="557" y="82"/>
                </a:lnTo>
                <a:lnTo>
                  <a:pt x="558" y="82"/>
                </a:lnTo>
                <a:lnTo>
                  <a:pt x="558" y="81"/>
                </a:lnTo>
                <a:lnTo>
                  <a:pt x="559" y="80"/>
                </a:lnTo>
                <a:lnTo>
                  <a:pt x="560" y="79"/>
                </a:lnTo>
                <a:lnTo>
                  <a:pt x="560" y="78"/>
                </a:lnTo>
                <a:lnTo>
                  <a:pt x="561" y="78"/>
                </a:lnTo>
                <a:lnTo>
                  <a:pt x="561" y="77"/>
                </a:lnTo>
                <a:lnTo>
                  <a:pt x="562" y="77"/>
                </a:lnTo>
                <a:lnTo>
                  <a:pt x="563" y="76"/>
                </a:lnTo>
                <a:lnTo>
                  <a:pt x="565" y="76"/>
                </a:lnTo>
                <a:lnTo>
                  <a:pt x="566" y="75"/>
                </a:lnTo>
                <a:lnTo>
                  <a:pt x="567" y="74"/>
                </a:lnTo>
                <a:lnTo>
                  <a:pt x="567" y="73"/>
                </a:lnTo>
                <a:lnTo>
                  <a:pt x="567" y="72"/>
                </a:lnTo>
                <a:lnTo>
                  <a:pt x="568" y="72"/>
                </a:lnTo>
                <a:lnTo>
                  <a:pt x="572" y="72"/>
                </a:lnTo>
                <a:lnTo>
                  <a:pt x="572" y="71"/>
                </a:lnTo>
                <a:lnTo>
                  <a:pt x="573" y="71"/>
                </a:lnTo>
                <a:lnTo>
                  <a:pt x="574" y="71"/>
                </a:lnTo>
                <a:lnTo>
                  <a:pt x="576" y="71"/>
                </a:lnTo>
                <a:lnTo>
                  <a:pt x="577" y="71"/>
                </a:lnTo>
                <a:lnTo>
                  <a:pt x="578" y="71"/>
                </a:lnTo>
                <a:lnTo>
                  <a:pt x="578" y="72"/>
                </a:lnTo>
                <a:lnTo>
                  <a:pt x="578" y="73"/>
                </a:lnTo>
                <a:lnTo>
                  <a:pt x="578" y="74"/>
                </a:lnTo>
                <a:lnTo>
                  <a:pt x="578" y="75"/>
                </a:lnTo>
                <a:lnTo>
                  <a:pt x="578" y="76"/>
                </a:lnTo>
                <a:lnTo>
                  <a:pt x="579" y="76"/>
                </a:lnTo>
                <a:lnTo>
                  <a:pt x="580" y="77"/>
                </a:lnTo>
                <a:lnTo>
                  <a:pt x="581" y="78"/>
                </a:lnTo>
                <a:lnTo>
                  <a:pt x="582" y="79"/>
                </a:lnTo>
                <a:lnTo>
                  <a:pt x="583" y="80"/>
                </a:lnTo>
                <a:lnTo>
                  <a:pt x="584" y="80"/>
                </a:lnTo>
                <a:lnTo>
                  <a:pt x="585" y="81"/>
                </a:lnTo>
                <a:lnTo>
                  <a:pt x="586" y="81"/>
                </a:lnTo>
                <a:lnTo>
                  <a:pt x="586" y="82"/>
                </a:lnTo>
                <a:lnTo>
                  <a:pt x="587" y="82"/>
                </a:lnTo>
                <a:lnTo>
                  <a:pt x="588" y="83"/>
                </a:lnTo>
                <a:lnTo>
                  <a:pt x="590" y="84"/>
                </a:lnTo>
                <a:lnTo>
                  <a:pt x="590" y="85"/>
                </a:lnTo>
                <a:lnTo>
                  <a:pt x="591" y="86"/>
                </a:lnTo>
                <a:lnTo>
                  <a:pt x="591" y="87"/>
                </a:lnTo>
                <a:lnTo>
                  <a:pt x="591" y="88"/>
                </a:lnTo>
                <a:lnTo>
                  <a:pt x="592" y="88"/>
                </a:lnTo>
                <a:lnTo>
                  <a:pt x="592" y="89"/>
                </a:lnTo>
                <a:lnTo>
                  <a:pt x="593" y="90"/>
                </a:lnTo>
                <a:lnTo>
                  <a:pt x="594" y="90"/>
                </a:lnTo>
                <a:lnTo>
                  <a:pt x="595" y="90"/>
                </a:lnTo>
                <a:lnTo>
                  <a:pt x="595" y="91"/>
                </a:lnTo>
                <a:lnTo>
                  <a:pt x="596" y="91"/>
                </a:lnTo>
                <a:lnTo>
                  <a:pt x="596" y="92"/>
                </a:lnTo>
                <a:lnTo>
                  <a:pt x="597" y="93"/>
                </a:lnTo>
                <a:lnTo>
                  <a:pt x="598" y="93"/>
                </a:lnTo>
                <a:lnTo>
                  <a:pt x="598" y="94"/>
                </a:lnTo>
                <a:lnTo>
                  <a:pt x="599" y="94"/>
                </a:lnTo>
                <a:lnTo>
                  <a:pt x="600" y="94"/>
                </a:lnTo>
                <a:lnTo>
                  <a:pt x="600" y="93"/>
                </a:lnTo>
                <a:lnTo>
                  <a:pt x="601" y="92"/>
                </a:lnTo>
                <a:lnTo>
                  <a:pt x="601" y="91"/>
                </a:lnTo>
                <a:lnTo>
                  <a:pt x="601" y="90"/>
                </a:lnTo>
                <a:lnTo>
                  <a:pt x="602" y="90"/>
                </a:lnTo>
                <a:lnTo>
                  <a:pt x="602" y="89"/>
                </a:lnTo>
                <a:lnTo>
                  <a:pt x="602" y="86"/>
                </a:lnTo>
                <a:lnTo>
                  <a:pt x="603" y="85"/>
                </a:lnTo>
                <a:lnTo>
                  <a:pt x="604" y="84"/>
                </a:lnTo>
                <a:lnTo>
                  <a:pt x="605" y="84"/>
                </a:lnTo>
                <a:lnTo>
                  <a:pt x="606" y="84"/>
                </a:lnTo>
                <a:lnTo>
                  <a:pt x="610" y="86"/>
                </a:lnTo>
                <a:lnTo>
                  <a:pt x="613" y="86"/>
                </a:lnTo>
                <a:lnTo>
                  <a:pt x="613" y="87"/>
                </a:lnTo>
                <a:lnTo>
                  <a:pt x="615" y="87"/>
                </a:lnTo>
                <a:lnTo>
                  <a:pt x="615" y="88"/>
                </a:lnTo>
                <a:lnTo>
                  <a:pt x="616" y="88"/>
                </a:lnTo>
                <a:lnTo>
                  <a:pt x="616" y="89"/>
                </a:lnTo>
                <a:lnTo>
                  <a:pt x="616" y="90"/>
                </a:lnTo>
                <a:lnTo>
                  <a:pt x="615" y="90"/>
                </a:lnTo>
                <a:lnTo>
                  <a:pt x="615" y="91"/>
                </a:lnTo>
                <a:lnTo>
                  <a:pt x="614" y="91"/>
                </a:lnTo>
                <a:lnTo>
                  <a:pt x="613" y="91"/>
                </a:lnTo>
                <a:lnTo>
                  <a:pt x="612" y="91"/>
                </a:lnTo>
                <a:lnTo>
                  <a:pt x="610" y="92"/>
                </a:lnTo>
                <a:lnTo>
                  <a:pt x="609" y="93"/>
                </a:lnTo>
                <a:lnTo>
                  <a:pt x="608" y="94"/>
                </a:lnTo>
                <a:lnTo>
                  <a:pt x="608" y="95"/>
                </a:lnTo>
                <a:lnTo>
                  <a:pt x="608" y="96"/>
                </a:lnTo>
                <a:lnTo>
                  <a:pt x="610" y="99"/>
                </a:lnTo>
                <a:lnTo>
                  <a:pt x="611" y="100"/>
                </a:lnTo>
                <a:lnTo>
                  <a:pt x="612" y="102"/>
                </a:lnTo>
                <a:lnTo>
                  <a:pt x="613" y="103"/>
                </a:lnTo>
                <a:lnTo>
                  <a:pt x="613" y="104"/>
                </a:lnTo>
                <a:lnTo>
                  <a:pt x="613" y="105"/>
                </a:lnTo>
                <a:lnTo>
                  <a:pt x="613" y="106"/>
                </a:lnTo>
                <a:lnTo>
                  <a:pt x="612" y="107"/>
                </a:lnTo>
                <a:lnTo>
                  <a:pt x="608" y="109"/>
                </a:lnTo>
                <a:lnTo>
                  <a:pt x="606" y="109"/>
                </a:lnTo>
                <a:lnTo>
                  <a:pt x="605" y="109"/>
                </a:lnTo>
                <a:lnTo>
                  <a:pt x="604" y="109"/>
                </a:lnTo>
                <a:lnTo>
                  <a:pt x="604" y="110"/>
                </a:lnTo>
                <a:lnTo>
                  <a:pt x="603" y="110"/>
                </a:lnTo>
                <a:lnTo>
                  <a:pt x="603" y="111"/>
                </a:lnTo>
                <a:lnTo>
                  <a:pt x="602" y="113"/>
                </a:lnTo>
                <a:lnTo>
                  <a:pt x="602" y="116"/>
                </a:lnTo>
                <a:lnTo>
                  <a:pt x="602" y="117"/>
                </a:lnTo>
                <a:lnTo>
                  <a:pt x="603" y="118"/>
                </a:lnTo>
                <a:lnTo>
                  <a:pt x="603" y="119"/>
                </a:lnTo>
                <a:lnTo>
                  <a:pt x="604" y="121"/>
                </a:lnTo>
                <a:lnTo>
                  <a:pt x="605" y="122"/>
                </a:lnTo>
                <a:lnTo>
                  <a:pt x="606" y="123"/>
                </a:lnTo>
                <a:lnTo>
                  <a:pt x="607" y="124"/>
                </a:lnTo>
                <a:lnTo>
                  <a:pt x="608" y="124"/>
                </a:lnTo>
                <a:lnTo>
                  <a:pt x="608" y="125"/>
                </a:lnTo>
                <a:lnTo>
                  <a:pt x="609" y="125"/>
                </a:lnTo>
                <a:lnTo>
                  <a:pt x="611" y="127"/>
                </a:lnTo>
                <a:lnTo>
                  <a:pt x="612" y="127"/>
                </a:lnTo>
                <a:lnTo>
                  <a:pt x="613" y="128"/>
                </a:lnTo>
                <a:lnTo>
                  <a:pt x="614" y="128"/>
                </a:lnTo>
                <a:lnTo>
                  <a:pt x="614" y="127"/>
                </a:lnTo>
                <a:lnTo>
                  <a:pt x="615" y="127"/>
                </a:lnTo>
                <a:lnTo>
                  <a:pt x="615" y="126"/>
                </a:lnTo>
                <a:lnTo>
                  <a:pt x="616" y="124"/>
                </a:lnTo>
                <a:lnTo>
                  <a:pt x="616" y="123"/>
                </a:lnTo>
                <a:lnTo>
                  <a:pt x="616" y="121"/>
                </a:lnTo>
                <a:lnTo>
                  <a:pt x="617" y="121"/>
                </a:lnTo>
                <a:lnTo>
                  <a:pt x="620" y="122"/>
                </a:lnTo>
                <a:lnTo>
                  <a:pt x="622" y="123"/>
                </a:lnTo>
                <a:lnTo>
                  <a:pt x="623" y="123"/>
                </a:lnTo>
                <a:lnTo>
                  <a:pt x="624" y="124"/>
                </a:lnTo>
                <a:lnTo>
                  <a:pt x="626" y="125"/>
                </a:lnTo>
                <a:lnTo>
                  <a:pt x="632" y="127"/>
                </a:lnTo>
                <a:lnTo>
                  <a:pt x="632" y="128"/>
                </a:lnTo>
                <a:lnTo>
                  <a:pt x="634" y="129"/>
                </a:lnTo>
                <a:lnTo>
                  <a:pt x="636" y="130"/>
                </a:lnTo>
                <a:lnTo>
                  <a:pt x="636" y="131"/>
                </a:lnTo>
                <a:lnTo>
                  <a:pt x="637" y="131"/>
                </a:lnTo>
                <a:lnTo>
                  <a:pt x="637" y="132"/>
                </a:lnTo>
                <a:lnTo>
                  <a:pt x="638" y="132"/>
                </a:lnTo>
                <a:lnTo>
                  <a:pt x="638" y="133"/>
                </a:lnTo>
                <a:lnTo>
                  <a:pt x="637" y="135"/>
                </a:lnTo>
                <a:lnTo>
                  <a:pt x="637" y="136"/>
                </a:lnTo>
                <a:lnTo>
                  <a:pt x="637" y="137"/>
                </a:lnTo>
                <a:lnTo>
                  <a:pt x="637" y="138"/>
                </a:lnTo>
                <a:lnTo>
                  <a:pt x="637" y="139"/>
                </a:lnTo>
                <a:lnTo>
                  <a:pt x="637" y="140"/>
                </a:lnTo>
                <a:lnTo>
                  <a:pt x="637" y="142"/>
                </a:lnTo>
                <a:lnTo>
                  <a:pt x="637" y="143"/>
                </a:lnTo>
                <a:lnTo>
                  <a:pt x="638" y="144"/>
                </a:lnTo>
                <a:lnTo>
                  <a:pt x="639" y="144"/>
                </a:lnTo>
                <a:lnTo>
                  <a:pt x="640" y="144"/>
                </a:lnTo>
                <a:lnTo>
                  <a:pt x="641" y="143"/>
                </a:lnTo>
                <a:lnTo>
                  <a:pt x="642" y="143"/>
                </a:lnTo>
                <a:lnTo>
                  <a:pt x="642" y="142"/>
                </a:lnTo>
                <a:lnTo>
                  <a:pt x="643" y="142"/>
                </a:lnTo>
                <a:lnTo>
                  <a:pt x="644" y="141"/>
                </a:lnTo>
                <a:lnTo>
                  <a:pt x="645" y="141"/>
                </a:lnTo>
                <a:lnTo>
                  <a:pt x="646" y="141"/>
                </a:lnTo>
                <a:lnTo>
                  <a:pt x="647" y="141"/>
                </a:lnTo>
                <a:lnTo>
                  <a:pt x="648" y="141"/>
                </a:lnTo>
                <a:lnTo>
                  <a:pt x="648" y="142"/>
                </a:lnTo>
                <a:lnTo>
                  <a:pt x="649" y="143"/>
                </a:lnTo>
                <a:lnTo>
                  <a:pt x="650" y="144"/>
                </a:lnTo>
                <a:lnTo>
                  <a:pt x="652" y="146"/>
                </a:lnTo>
                <a:lnTo>
                  <a:pt x="653" y="147"/>
                </a:lnTo>
                <a:lnTo>
                  <a:pt x="654" y="147"/>
                </a:lnTo>
                <a:lnTo>
                  <a:pt x="655" y="148"/>
                </a:lnTo>
                <a:lnTo>
                  <a:pt x="657" y="150"/>
                </a:lnTo>
                <a:lnTo>
                  <a:pt x="658" y="151"/>
                </a:lnTo>
                <a:lnTo>
                  <a:pt x="660" y="153"/>
                </a:lnTo>
                <a:lnTo>
                  <a:pt x="662" y="156"/>
                </a:lnTo>
                <a:lnTo>
                  <a:pt x="662" y="157"/>
                </a:lnTo>
                <a:lnTo>
                  <a:pt x="662" y="160"/>
                </a:lnTo>
                <a:lnTo>
                  <a:pt x="662" y="161"/>
                </a:lnTo>
                <a:lnTo>
                  <a:pt x="662" y="162"/>
                </a:lnTo>
                <a:lnTo>
                  <a:pt x="661" y="163"/>
                </a:lnTo>
                <a:lnTo>
                  <a:pt x="660" y="164"/>
                </a:lnTo>
                <a:lnTo>
                  <a:pt x="659" y="164"/>
                </a:lnTo>
                <a:lnTo>
                  <a:pt x="659" y="165"/>
                </a:lnTo>
                <a:lnTo>
                  <a:pt x="659" y="166"/>
                </a:lnTo>
                <a:lnTo>
                  <a:pt x="659" y="167"/>
                </a:lnTo>
                <a:lnTo>
                  <a:pt x="660" y="168"/>
                </a:lnTo>
                <a:lnTo>
                  <a:pt x="660" y="169"/>
                </a:lnTo>
                <a:lnTo>
                  <a:pt x="660" y="170"/>
                </a:lnTo>
                <a:lnTo>
                  <a:pt x="661" y="170"/>
                </a:lnTo>
                <a:lnTo>
                  <a:pt x="662" y="171"/>
                </a:lnTo>
                <a:lnTo>
                  <a:pt x="663" y="172"/>
                </a:lnTo>
                <a:lnTo>
                  <a:pt x="664" y="172"/>
                </a:lnTo>
                <a:lnTo>
                  <a:pt x="665" y="172"/>
                </a:lnTo>
                <a:lnTo>
                  <a:pt x="666" y="172"/>
                </a:lnTo>
                <a:lnTo>
                  <a:pt x="667" y="171"/>
                </a:lnTo>
                <a:lnTo>
                  <a:pt x="669" y="171"/>
                </a:lnTo>
                <a:lnTo>
                  <a:pt x="670" y="170"/>
                </a:lnTo>
                <a:lnTo>
                  <a:pt x="671" y="170"/>
                </a:lnTo>
                <a:lnTo>
                  <a:pt x="674" y="170"/>
                </a:lnTo>
                <a:lnTo>
                  <a:pt x="675" y="170"/>
                </a:lnTo>
                <a:lnTo>
                  <a:pt x="676" y="171"/>
                </a:lnTo>
                <a:lnTo>
                  <a:pt x="676" y="172"/>
                </a:lnTo>
                <a:lnTo>
                  <a:pt x="676" y="173"/>
                </a:lnTo>
                <a:lnTo>
                  <a:pt x="676" y="174"/>
                </a:lnTo>
                <a:lnTo>
                  <a:pt x="675" y="174"/>
                </a:lnTo>
                <a:lnTo>
                  <a:pt x="674" y="174"/>
                </a:lnTo>
                <a:lnTo>
                  <a:pt x="673" y="174"/>
                </a:lnTo>
                <a:lnTo>
                  <a:pt x="672" y="174"/>
                </a:lnTo>
                <a:lnTo>
                  <a:pt x="672" y="175"/>
                </a:lnTo>
                <a:lnTo>
                  <a:pt x="671" y="175"/>
                </a:lnTo>
                <a:lnTo>
                  <a:pt x="671" y="176"/>
                </a:lnTo>
                <a:lnTo>
                  <a:pt x="670" y="177"/>
                </a:lnTo>
                <a:lnTo>
                  <a:pt x="670" y="178"/>
                </a:lnTo>
                <a:lnTo>
                  <a:pt x="669" y="178"/>
                </a:lnTo>
                <a:lnTo>
                  <a:pt x="668" y="178"/>
                </a:lnTo>
                <a:lnTo>
                  <a:pt x="668" y="179"/>
                </a:lnTo>
                <a:lnTo>
                  <a:pt x="667" y="179"/>
                </a:lnTo>
                <a:lnTo>
                  <a:pt x="667" y="180"/>
                </a:lnTo>
                <a:lnTo>
                  <a:pt x="666" y="180"/>
                </a:lnTo>
                <a:lnTo>
                  <a:pt x="666" y="181"/>
                </a:lnTo>
                <a:lnTo>
                  <a:pt x="665" y="181"/>
                </a:lnTo>
                <a:lnTo>
                  <a:pt x="665" y="182"/>
                </a:lnTo>
                <a:lnTo>
                  <a:pt x="665" y="183"/>
                </a:lnTo>
                <a:lnTo>
                  <a:pt x="664" y="183"/>
                </a:lnTo>
                <a:lnTo>
                  <a:pt x="664" y="184"/>
                </a:lnTo>
                <a:lnTo>
                  <a:pt x="663" y="184"/>
                </a:lnTo>
                <a:lnTo>
                  <a:pt x="663" y="185"/>
                </a:lnTo>
                <a:lnTo>
                  <a:pt x="663" y="186"/>
                </a:lnTo>
                <a:lnTo>
                  <a:pt x="662" y="187"/>
                </a:lnTo>
                <a:lnTo>
                  <a:pt x="662" y="188"/>
                </a:lnTo>
                <a:lnTo>
                  <a:pt x="662" y="189"/>
                </a:lnTo>
                <a:lnTo>
                  <a:pt x="662" y="190"/>
                </a:lnTo>
                <a:lnTo>
                  <a:pt x="662" y="191"/>
                </a:lnTo>
                <a:lnTo>
                  <a:pt x="663" y="192"/>
                </a:lnTo>
                <a:lnTo>
                  <a:pt x="664" y="192"/>
                </a:lnTo>
                <a:lnTo>
                  <a:pt x="665" y="192"/>
                </a:lnTo>
                <a:lnTo>
                  <a:pt x="666" y="193"/>
                </a:lnTo>
                <a:lnTo>
                  <a:pt x="668" y="193"/>
                </a:lnTo>
                <a:lnTo>
                  <a:pt x="669" y="193"/>
                </a:lnTo>
                <a:lnTo>
                  <a:pt x="669" y="194"/>
                </a:lnTo>
                <a:lnTo>
                  <a:pt x="670" y="194"/>
                </a:lnTo>
                <a:lnTo>
                  <a:pt x="672" y="194"/>
                </a:lnTo>
                <a:lnTo>
                  <a:pt x="673" y="194"/>
                </a:lnTo>
                <a:lnTo>
                  <a:pt x="675" y="193"/>
                </a:lnTo>
                <a:lnTo>
                  <a:pt x="676" y="193"/>
                </a:lnTo>
                <a:lnTo>
                  <a:pt x="677" y="193"/>
                </a:lnTo>
                <a:lnTo>
                  <a:pt x="678" y="194"/>
                </a:lnTo>
                <a:lnTo>
                  <a:pt x="679" y="195"/>
                </a:lnTo>
                <a:lnTo>
                  <a:pt x="680" y="195"/>
                </a:lnTo>
                <a:lnTo>
                  <a:pt x="681" y="195"/>
                </a:lnTo>
                <a:lnTo>
                  <a:pt x="682" y="195"/>
                </a:lnTo>
                <a:lnTo>
                  <a:pt x="682" y="196"/>
                </a:lnTo>
                <a:lnTo>
                  <a:pt x="683" y="196"/>
                </a:lnTo>
                <a:lnTo>
                  <a:pt x="684" y="196"/>
                </a:lnTo>
                <a:lnTo>
                  <a:pt x="687" y="196"/>
                </a:lnTo>
                <a:lnTo>
                  <a:pt x="688" y="195"/>
                </a:lnTo>
                <a:lnTo>
                  <a:pt x="690" y="195"/>
                </a:lnTo>
                <a:lnTo>
                  <a:pt x="690" y="196"/>
                </a:lnTo>
                <a:lnTo>
                  <a:pt x="695" y="197"/>
                </a:lnTo>
                <a:lnTo>
                  <a:pt x="696" y="198"/>
                </a:lnTo>
                <a:lnTo>
                  <a:pt x="697" y="198"/>
                </a:lnTo>
                <a:lnTo>
                  <a:pt x="698" y="198"/>
                </a:lnTo>
                <a:lnTo>
                  <a:pt x="698" y="199"/>
                </a:lnTo>
                <a:lnTo>
                  <a:pt x="699" y="199"/>
                </a:lnTo>
                <a:lnTo>
                  <a:pt x="699" y="200"/>
                </a:lnTo>
                <a:lnTo>
                  <a:pt x="699" y="201"/>
                </a:lnTo>
                <a:lnTo>
                  <a:pt x="700" y="201"/>
                </a:lnTo>
                <a:lnTo>
                  <a:pt x="699" y="204"/>
                </a:lnTo>
                <a:lnTo>
                  <a:pt x="699" y="205"/>
                </a:lnTo>
                <a:lnTo>
                  <a:pt x="698" y="205"/>
                </a:lnTo>
                <a:lnTo>
                  <a:pt x="698" y="206"/>
                </a:lnTo>
                <a:lnTo>
                  <a:pt x="698" y="207"/>
                </a:lnTo>
                <a:lnTo>
                  <a:pt x="698" y="208"/>
                </a:lnTo>
                <a:lnTo>
                  <a:pt x="698" y="209"/>
                </a:lnTo>
                <a:lnTo>
                  <a:pt x="698" y="211"/>
                </a:lnTo>
                <a:lnTo>
                  <a:pt x="699" y="211"/>
                </a:lnTo>
                <a:lnTo>
                  <a:pt x="699" y="212"/>
                </a:lnTo>
                <a:lnTo>
                  <a:pt x="699" y="213"/>
                </a:lnTo>
                <a:lnTo>
                  <a:pt x="698" y="213"/>
                </a:lnTo>
                <a:lnTo>
                  <a:pt x="698" y="214"/>
                </a:lnTo>
                <a:lnTo>
                  <a:pt x="697" y="214"/>
                </a:lnTo>
                <a:lnTo>
                  <a:pt x="697" y="215"/>
                </a:lnTo>
                <a:lnTo>
                  <a:pt x="697" y="216"/>
                </a:lnTo>
                <a:lnTo>
                  <a:pt x="697" y="217"/>
                </a:lnTo>
                <a:lnTo>
                  <a:pt x="697" y="218"/>
                </a:lnTo>
                <a:lnTo>
                  <a:pt x="697" y="219"/>
                </a:lnTo>
                <a:lnTo>
                  <a:pt x="698" y="219"/>
                </a:lnTo>
                <a:lnTo>
                  <a:pt x="698" y="220"/>
                </a:lnTo>
                <a:lnTo>
                  <a:pt x="697" y="220"/>
                </a:lnTo>
                <a:lnTo>
                  <a:pt x="696" y="220"/>
                </a:lnTo>
                <a:lnTo>
                  <a:pt x="694" y="220"/>
                </a:lnTo>
                <a:lnTo>
                  <a:pt x="693" y="220"/>
                </a:lnTo>
                <a:lnTo>
                  <a:pt x="692" y="220"/>
                </a:lnTo>
                <a:lnTo>
                  <a:pt x="691" y="221"/>
                </a:lnTo>
                <a:lnTo>
                  <a:pt x="689" y="223"/>
                </a:lnTo>
                <a:lnTo>
                  <a:pt x="689" y="224"/>
                </a:lnTo>
                <a:lnTo>
                  <a:pt x="689" y="227"/>
                </a:lnTo>
                <a:lnTo>
                  <a:pt x="690" y="228"/>
                </a:lnTo>
                <a:lnTo>
                  <a:pt x="690" y="229"/>
                </a:lnTo>
                <a:lnTo>
                  <a:pt x="691" y="230"/>
                </a:lnTo>
                <a:lnTo>
                  <a:pt x="692" y="230"/>
                </a:lnTo>
                <a:lnTo>
                  <a:pt x="693" y="231"/>
                </a:lnTo>
                <a:lnTo>
                  <a:pt x="694" y="232"/>
                </a:lnTo>
                <a:lnTo>
                  <a:pt x="694" y="233"/>
                </a:lnTo>
                <a:lnTo>
                  <a:pt x="693" y="234"/>
                </a:lnTo>
                <a:lnTo>
                  <a:pt x="693" y="235"/>
                </a:lnTo>
                <a:lnTo>
                  <a:pt x="694" y="237"/>
                </a:lnTo>
                <a:lnTo>
                  <a:pt x="694" y="238"/>
                </a:lnTo>
                <a:lnTo>
                  <a:pt x="694" y="239"/>
                </a:lnTo>
                <a:lnTo>
                  <a:pt x="695" y="240"/>
                </a:lnTo>
                <a:lnTo>
                  <a:pt x="697" y="241"/>
                </a:lnTo>
                <a:lnTo>
                  <a:pt x="698" y="241"/>
                </a:lnTo>
                <a:lnTo>
                  <a:pt x="699" y="241"/>
                </a:lnTo>
                <a:lnTo>
                  <a:pt x="700" y="241"/>
                </a:lnTo>
                <a:lnTo>
                  <a:pt x="701" y="242"/>
                </a:lnTo>
                <a:lnTo>
                  <a:pt x="701" y="243"/>
                </a:lnTo>
                <a:lnTo>
                  <a:pt x="703" y="246"/>
                </a:lnTo>
                <a:lnTo>
                  <a:pt x="705" y="247"/>
                </a:lnTo>
                <a:lnTo>
                  <a:pt x="706" y="248"/>
                </a:lnTo>
                <a:lnTo>
                  <a:pt x="708" y="250"/>
                </a:lnTo>
                <a:lnTo>
                  <a:pt x="711" y="253"/>
                </a:lnTo>
                <a:lnTo>
                  <a:pt x="712" y="256"/>
                </a:lnTo>
                <a:lnTo>
                  <a:pt x="713" y="257"/>
                </a:lnTo>
                <a:lnTo>
                  <a:pt x="713" y="258"/>
                </a:lnTo>
                <a:lnTo>
                  <a:pt x="715" y="259"/>
                </a:lnTo>
                <a:lnTo>
                  <a:pt x="717" y="261"/>
                </a:lnTo>
                <a:lnTo>
                  <a:pt x="718" y="263"/>
                </a:lnTo>
                <a:lnTo>
                  <a:pt x="719" y="264"/>
                </a:lnTo>
                <a:lnTo>
                  <a:pt x="722" y="267"/>
                </a:lnTo>
                <a:lnTo>
                  <a:pt x="723" y="268"/>
                </a:lnTo>
                <a:lnTo>
                  <a:pt x="724" y="268"/>
                </a:lnTo>
                <a:lnTo>
                  <a:pt x="724" y="269"/>
                </a:lnTo>
                <a:lnTo>
                  <a:pt x="725" y="269"/>
                </a:lnTo>
                <a:lnTo>
                  <a:pt x="726" y="269"/>
                </a:lnTo>
                <a:lnTo>
                  <a:pt x="727" y="269"/>
                </a:lnTo>
                <a:lnTo>
                  <a:pt x="728" y="270"/>
                </a:lnTo>
                <a:lnTo>
                  <a:pt x="728" y="271"/>
                </a:lnTo>
                <a:lnTo>
                  <a:pt x="728" y="272"/>
                </a:lnTo>
                <a:lnTo>
                  <a:pt x="728" y="273"/>
                </a:lnTo>
                <a:lnTo>
                  <a:pt x="728" y="274"/>
                </a:lnTo>
                <a:lnTo>
                  <a:pt x="729" y="275"/>
                </a:lnTo>
                <a:lnTo>
                  <a:pt x="730" y="275"/>
                </a:lnTo>
                <a:lnTo>
                  <a:pt x="732" y="275"/>
                </a:lnTo>
                <a:lnTo>
                  <a:pt x="733" y="275"/>
                </a:lnTo>
                <a:lnTo>
                  <a:pt x="734" y="274"/>
                </a:lnTo>
                <a:lnTo>
                  <a:pt x="735" y="274"/>
                </a:lnTo>
                <a:lnTo>
                  <a:pt x="736" y="274"/>
                </a:lnTo>
                <a:lnTo>
                  <a:pt x="738" y="276"/>
                </a:lnTo>
                <a:lnTo>
                  <a:pt x="738" y="277"/>
                </a:lnTo>
                <a:lnTo>
                  <a:pt x="739" y="279"/>
                </a:lnTo>
                <a:lnTo>
                  <a:pt x="738" y="280"/>
                </a:lnTo>
                <a:lnTo>
                  <a:pt x="738" y="281"/>
                </a:lnTo>
                <a:lnTo>
                  <a:pt x="738" y="282"/>
                </a:lnTo>
                <a:lnTo>
                  <a:pt x="738" y="283"/>
                </a:lnTo>
                <a:lnTo>
                  <a:pt x="739" y="284"/>
                </a:lnTo>
                <a:lnTo>
                  <a:pt x="739" y="285"/>
                </a:lnTo>
                <a:lnTo>
                  <a:pt x="740" y="286"/>
                </a:lnTo>
                <a:lnTo>
                  <a:pt x="742" y="288"/>
                </a:lnTo>
                <a:lnTo>
                  <a:pt x="742" y="289"/>
                </a:lnTo>
                <a:lnTo>
                  <a:pt x="742" y="291"/>
                </a:lnTo>
                <a:lnTo>
                  <a:pt x="742" y="292"/>
                </a:lnTo>
                <a:lnTo>
                  <a:pt x="742" y="294"/>
                </a:lnTo>
                <a:lnTo>
                  <a:pt x="741" y="294"/>
                </a:lnTo>
                <a:lnTo>
                  <a:pt x="740" y="295"/>
                </a:lnTo>
                <a:lnTo>
                  <a:pt x="739" y="296"/>
                </a:lnTo>
                <a:lnTo>
                  <a:pt x="738" y="297"/>
                </a:lnTo>
                <a:lnTo>
                  <a:pt x="736" y="299"/>
                </a:lnTo>
                <a:lnTo>
                  <a:pt x="736" y="300"/>
                </a:lnTo>
                <a:lnTo>
                  <a:pt x="736" y="301"/>
                </a:lnTo>
                <a:lnTo>
                  <a:pt x="737" y="301"/>
                </a:lnTo>
                <a:lnTo>
                  <a:pt x="737" y="302"/>
                </a:lnTo>
                <a:lnTo>
                  <a:pt x="739" y="304"/>
                </a:lnTo>
                <a:lnTo>
                  <a:pt x="741" y="305"/>
                </a:lnTo>
                <a:lnTo>
                  <a:pt x="742" y="305"/>
                </a:lnTo>
                <a:lnTo>
                  <a:pt x="744" y="306"/>
                </a:lnTo>
                <a:lnTo>
                  <a:pt x="745" y="306"/>
                </a:lnTo>
                <a:lnTo>
                  <a:pt x="746" y="306"/>
                </a:lnTo>
                <a:lnTo>
                  <a:pt x="748" y="306"/>
                </a:lnTo>
                <a:lnTo>
                  <a:pt x="751" y="306"/>
                </a:lnTo>
                <a:lnTo>
                  <a:pt x="753" y="307"/>
                </a:lnTo>
                <a:lnTo>
                  <a:pt x="755" y="307"/>
                </a:lnTo>
                <a:lnTo>
                  <a:pt x="759" y="308"/>
                </a:lnTo>
                <a:lnTo>
                  <a:pt x="760" y="309"/>
                </a:lnTo>
                <a:lnTo>
                  <a:pt x="761" y="309"/>
                </a:lnTo>
                <a:lnTo>
                  <a:pt x="761" y="310"/>
                </a:lnTo>
                <a:lnTo>
                  <a:pt x="761" y="311"/>
                </a:lnTo>
                <a:lnTo>
                  <a:pt x="761" y="312"/>
                </a:lnTo>
                <a:lnTo>
                  <a:pt x="760" y="312"/>
                </a:lnTo>
                <a:lnTo>
                  <a:pt x="760" y="313"/>
                </a:lnTo>
                <a:lnTo>
                  <a:pt x="760" y="314"/>
                </a:lnTo>
                <a:lnTo>
                  <a:pt x="760" y="315"/>
                </a:lnTo>
                <a:lnTo>
                  <a:pt x="759" y="316"/>
                </a:lnTo>
                <a:lnTo>
                  <a:pt x="758" y="317"/>
                </a:lnTo>
                <a:lnTo>
                  <a:pt x="758" y="318"/>
                </a:lnTo>
                <a:lnTo>
                  <a:pt x="758" y="321"/>
                </a:lnTo>
                <a:lnTo>
                  <a:pt x="758" y="322"/>
                </a:lnTo>
                <a:lnTo>
                  <a:pt x="758" y="323"/>
                </a:lnTo>
                <a:lnTo>
                  <a:pt x="758" y="324"/>
                </a:lnTo>
                <a:lnTo>
                  <a:pt x="757" y="324"/>
                </a:lnTo>
                <a:lnTo>
                  <a:pt x="757" y="325"/>
                </a:lnTo>
                <a:lnTo>
                  <a:pt x="757" y="326"/>
                </a:lnTo>
                <a:lnTo>
                  <a:pt x="756" y="326"/>
                </a:lnTo>
                <a:lnTo>
                  <a:pt x="756" y="327"/>
                </a:lnTo>
                <a:lnTo>
                  <a:pt x="756" y="328"/>
                </a:lnTo>
                <a:lnTo>
                  <a:pt x="757" y="328"/>
                </a:lnTo>
                <a:lnTo>
                  <a:pt x="757" y="329"/>
                </a:lnTo>
                <a:lnTo>
                  <a:pt x="758" y="330"/>
                </a:lnTo>
                <a:lnTo>
                  <a:pt x="759" y="331"/>
                </a:lnTo>
                <a:lnTo>
                  <a:pt x="761" y="332"/>
                </a:lnTo>
                <a:lnTo>
                  <a:pt x="762" y="332"/>
                </a:lnTo>
                <a:lnTo>
                  <a:pt x="764" y="332"/>
                </a:lnTo>
                <a:lnTo>
                  <a:pt x="767" y="332"/>
                </a:lnTo>
                <a:lnTo>
                  <a:pt x="770" y="332"/>
                </a:lnTo>
                <a:lnTo>
                  <a:pt x="772" y="331"/>
                </a:lnTo>
                <a:lnTo>
                  <a:pt x="773" y="331"/>
                </a:lnTo>
                <a:lnTo>
                  <a:pt x="774" y="331"/>
                </a:lnTo>
                <a:lnTo>
                  <a:pt x="776" y="334"/>
                </a:lnTo>
                <a:lnTo>
                  <a:pt x="777" y="335"/>
                </a:lnTo>
                <a:lnTo>
                  <a:pt x="778" y="338"/>
                </a:lnTo>
                <a:lnTo>
                  <a:pt x="779" y="340"/>
                </a:lnTo>
                <a:lnTo>
                  <a:pt x="779" y="341"/>
                </a:lnTo>
                <a:lnTo>
                  <a:pt x="778" y="342"/>
                </a:lnTo>
                <a:lnTo>
                  <a:pt x="777" y="344"/>
                </a:lnTo>
                <a:lnTo>
                  <a:pt x="776" y="345"/>
                </a:lnTo>
                <a:lnTo>
                  <a:pt x="774" y="345"/>
                </a:lnTo>
                <a:lnTo>
                  <a:pt x="772" y="345"/>
                </a:lnTo>
                <a:lnTo>
                  <a:pt x="770" y="345"/>
                </a:lnTo>
                <a:lnTo>
                  <a:pt x="769" y="345"/>
                </a:lnTo>
                <a:lnTo>
                  <a:pt x="768" y="346"/>
                </a:lnTo>
                <a:lnTo>
                  <a:pt x="767" y="347"/>
                </a:lnTo>
                <a:lnTo>
                  <a:pt x="766" y="348"/>
                </a:lnTo>
                <a:lnTo>
                  <a:pt x="766" y="349"/>
                </a:lnTo>
                <a:lnTo>
                  <a:pt x="766" y="351"/>
                </a:lnTo>
                <a:lnTo>
                  <a:pt x="766" y="353"/>
                </a:lnTo>
                <a:lnTo>
                  <a:pt x="767" y="356"/>
                </a:lnTo>
                <a:lnTo>
                  <a:pt x="769" y="359"/>
                </a:lnTo>
                <a:lnTo>
                  <a:pt x="770" y="360"/>
                </a:lnTo>
                <a:lnTo>
                  <a:pt x="771" y="362"/>
                </a:lnTo>
                <a:lnTo>
                  <a:pt x="772" y="362"/>
                </a:lnTo>
                <a:lnTo>
                  <a:pt x="772" y="363"/>
                </a:lnTo>
                <a:lnTo>
                  <a:pt x="774" y="363"/>
                </a:lnTo>
                <a:lnTo>
                  <a:pt x="776" y="364"/>
                </a:lnTo>
                <a:lnTo>
                  <a:pt x="778" y="364"/>
                </a:lnTo>
                <a:lnTo>
                  <a:pt x="779" y="364"/>
                </a:lnTo>
                <a:lnTo>
                  <a:pt x="780" y="364"/>
                </a:lnTo>
                <a:lnTo>
                  <a:pt x="781" y="363"/>
                </a:lnTo>
                <a:lnTo>
                  <a:pt x="781" y="362"/>
                </a:lnTo>
                <a:lnTo>
                  <a:pt x="782" y="360"/>
                </a:lnTo>
                <a:lnTo>
                  <a:pt x="782" y="359"/>
                </a:lnTo>
                <a:lnTo>
                  <a:pt x="781" y="358"/>
                </a:lnTo>
                <a:lnTo>
                  <a:pt x="780" y="356"/>
                </a:lnTo>
                <a:lnTo>
                  <a:pt x="778" y="355"/>
                </a:lnTo>
                <a:lnTo>
                  <a:pt x="776" y="354"/>
                </a:lnTo>
                <a:lnTo>
                  <a:pt x="775" y="353"/>
                </a:lnTo>
                <a:lnTo>
                  <a:pt x="774" y="352"/>
                </a:lnTo>
                <a:lnTo>
                  <a:pt x="774" y="351"/>
                </a:lnTo>
                <a:lnTo>
                  <a:pt x="774" y="350"/>
                </a:lnTo>
                <a:lnTo>
                  <a:pt x="774" y="349"/>
                </a:lnTo>
                <a:lnTo>
                  <a:pt x="775" y="349"/>
                </a:lnTo>
                <a:lnTo>
                  <a:pt x="776" y="348"/>
                </a:lnTo>
                <a:lnTo>
                  <a:pt x="777" y="348"/>
                </a:lnTo>
                <a:lnTo>
                  <a:pt x="779" y="347"/>
                </a:lnTo>
                <a:lnTo>
                  <a:pt x="781" y="345"/>
                </a:lnTo>
                <a:lnTo>
                  <a:pt x="784" y="344"/>
                </a:lnTo>
                <a:lnTo>
                  <a:pt x="785" y="344"/>
                </a:lnTo>
                <a:lnTo>
                  <a:pt x="787" y="344"/>
                </a:lnTo>
                <a:lnTo>
                  <a:pt x="787" y="345"/>
                </a:lnTo>
                <a:lnTo>
                  <a:pt x="787" y="346"/>
                </a:lnTo>
                <a:lnTo>
                  <a:pt x="788" y="347"/>
                </a:lnTo>
                <a:lnTo>
                  <a:pt x="788" y="348"/>
                </a:lnTo>
                <a:lnTo>
                  <a:pt x="788" y="349"/>
                </a:lnTo>
                <a:lnTo>
                  <a:pt x="788" y="350"/>
                </a:lnTo>
                <a:lnTo>
                  <a:pt x="788" y="352"/>
                </a:lnTo>
                <a:lnTo>
                  <a:pt x="787" y="354"/>
                </a:lnTo>
                <a:lnTo>
                  <a:pt x="787" y="355"/>
                </a:lnTo>
                <a:lnTo>
                  <a:pt x="786" y="358"/>
                </a:lnTo>
                <a:lnTo>
                  <a:pt x="784" y="360"/>
                </a:lnTo>
                <a:lnTo>
                  <a:pt x="784" y="361"/>
                </a:lnTo>
                <a:lnTo>
                  <a:pt x="784" y="363"/>
                </a:lnTo>
                <a:lnTo>
                  <a:pt x="783" y="365"/>
                </a:lnTo>
                <a:lnTo>
                  <a:pt x="783" y="366"/>
                </a:lnTo>
                <a:lnTo>
                  <a:pt x="782" y="369"/>
                </a:lnTo>
                <a:lnTo>
                  <a:pt x="782" y="371"/>
                </a:lnTo>
                <a:lnTo>
                  <a:pt x="782" y="372"/>
                </a:lnTo>
                <a:lnTo>
                  <a:pt x="782" y="373"/>
                </a:lnTo>
                <a:lnTo>
                  <a:pt x="783" y="374"/>
                </a:lnTo>
                <a:lnTo>
                  <a:pt x="784" y="376"/>
                </a:lnTo>
                <a:lnTo>
                  <a:pt x="786" y="380"/>
                </a:lnTo>
                <a:lnTo>
                  <a:pt x="787" y="382"/>
                </a:lnTo>
                <a:lnTo>
                  <a:pt x="788" y="385"/>
                </a:lnTo>
                <a:lnTo>
                  <a:pt x="789" y="389"/>
                </a:lnTo>
                <a:lnTo>
                  <a:pt x="789" y="391"/>
                </a:lnTo>
                <a:lnTo>
                  <a:pt x="790" y="393"/>
                </a:lnTo>
                <a:lnTo>
                  <a:pt x="790" y="395"/>
                </a:lnTo>
                <a:lnTo>
                  <a:pt x="791" y="398"/>
                </a:lnTo>
                <a:lnTo>
                  <a:pt x="791" y="399"/>
                </a:lnTo>
                <a:lnTo>
                  <a:pt x="792" y="399"/>
                </a:lnTo>
                <a:lnTo>
                  <a:pt x="794" y="400"/>
                </a:lnTo>
                <a:lnTo>
                  <a:pt x="795" y="400"/>
                </a:lnTo>
                <a:lnTo>
                  <a:pt x="796" y="401"/>
                </a:lnTo>
                <a:lnTo>
                  <a:pt x="799" y="402"/>
                </a:lnTo>
                <a:lnTo>
                  <a:pt x="802" y="405"/>
                </a:lnTo>
                <a:lnTo>
                  <a:pt x="805" y="407"/>
                </a:lnTo>
                <a:lnTo>
                  <a:pt x="806" y="408"/>
                </a:lnTo>
                <a:lnTo>
                  <a:pt x="808" y="410"/>
                </a:lnTo>
                <a:lnTo>
                  <a:pt x="809" y="412"/>
                </a:lnTo>
                <a:lnTo>
                  <a:pt x="810" y="413"/>
                </a:lnTo>
                <a:lnTo>
                  <a:pt x="811" y="413"/>
                </a:lnTo>
                <a:lnTo>
                  <a:pt x="811" y="414"/>
                </a:lnTo>
                <a:lnTo>
                  <a:pt x="812" y="414"/>
                </a:lnTo>
                <a:lnTo>
                  <a:pt x="813" y="414"/>
                </a:lnTo>
                <a:lnTo>
                  <a:pt x="815" y="415"/>
                </a:lnTo>
                <a:lnTo>
                  <a:pt x="818" y="416"/>
                </a:lnTo>
                <a:lnTo>
                  <a:pt x="820" y="417"/>
                </a:lnTo>
                <a:lnTo>
                  <a:pt x="824" y="420"/>
                </a:lnTo>
                <a:lnTo>
                  <a:pt x="825" y="421"/>
                </a:lnTo>
                <a:lnTo>
                  <a:pt x="826" y="421"/>
                </a:lnTo>
                <a:lnTo>
                  <a:pt x="826" y="422"/>
                </a:lnTo>
                <a:lnTo>
                  <a:pt x="827" y="422"/>
                </a:lnTo>
                <a:lnTo>
                  <a:pt x="827" y="423"/>
                </a:lnTo>
                <a:lnTo>
                  <a:pt x="828" y="424"/>
                </a:lnTo>
                <a:lnTo>
                  <a:pt x="828" y="425"/>
                </a:lnTo>
                <a:lnTo>
                  <a:pt x="829" y="425"/>
                </a:lnTo>
                <a:lnTo>
                  <a:pt x="831" y="428"/>
                </a:lnTo>
                <a:lnTo>
                  <a:pt x="834" y="432"/>
                </a:lnTo>
                <a:lnTo>
                  <a:pt x="837" y="436"/>
                </a:lnTo>
                <a:lnTo>
                  <a:pt x="840" y="440"/>
                </a:lnTo>
                <a:lnTo>
                  <a:pt x="843" y="443"/>
                </a:lnTo>
                <a:lnTo>
                  <a:pt x="845" y="445"/>
                </a:lnTo>
                <a:lnTo>
                  <a:pt x="846" y="446"/>
                </a:lnTo>
                <a:lnTo>
                  <a:pt x="847" y="447"/>
                </a:lnTo>
                <a:lnTo>
                  <a:pt x="848" y="447"/>
                </a:lnTo>
                <a:lnTo>
                  <a:pt x="849" y="447"/>
                </a:lnTo>
                <a:lnTo>
                  <a:pt x="850" y="447"/>
                </a:lnTo>
                <a:lnTo>
                  <a:pt x="851" y="447"/>
                </a:lnTo>
                <a:lnTo>
                  <a:pt x="852" y="447"/>
                </a:lnTo>
                <a:lnTo>
                  <a:pt x="854" y="448"/>
                </a:lnTo>
                <a:lnTo>
                  <a:pt x="854" y="449"/>
                </a:lnTo>
                <a:lnTo>
                  <a:pt x="855" y="450"/>
                </a:lnTo>
                <a:lnTo>
                  <a:pt x="855" y="451"/>
                </a:lnTo>
                <a:lnTo>
                  <a:pt x="855" y="453"/>
                </a:lnTo>
                <a:lnTo>
                  <a:pt x="854" y="455"/>
                </a:lnTo>
                <a:lnTo>
                  <a:pt x="854" y="456"/>
                </a:lnTo>
                <a:lnTo>
                  <a:pt x="854" y="457"/>
                </a:lnTo>
                <a:lnTo>
                  <a:pt x="854" y="458"/>
                </a:lnTo>
                <a:lnTo>
                  <a:pt x="854" y="460"/>
                </a:lnTo>
                <a:lnTo>
                  <a:pt x="855" y="462"/>
                </a:lnTo>
                <a:lnTo>
                  <a:pt x="856" y="465"/>
                </a:lnTo>
                <a:lnTo>
                  <a:pt x="857" y="466"/>
                </a:lnTo>
                <a:lnTo>
                  <a:pt x="859" y="468"/>
                </a:lnTo>
                <a:lnTo>
                  <a:pt x="861" y="470"/>
                </a:lnTo>
                <a:lnTo>
                  <a:pt x="863" y="471"/>
                </a:lnTo>
                <a:lnTo>
                  <a:pt x="864" y="472"/>
                </a:lnTo>
                <a:lnTo>
                  <a:pt x="866" y="474"/>
                </a:lnTo>
                <a:lnTo>
                  <a:pt x="867" y="476"/>
                </a:lnTo>
                <a:lnTo>
                  <a:pt x="870" y="479"/>
                </a:lnTo>
                <a:lnTo>
                  <a:pt x="870" y="480"/>
                </a:lnTo>
                <a:lnTo>
                  <a:pt x="870" y="482"/>
                </a:lnTo>
                <a:lnTo>
                  <a:pt x="870" y="484"/>
                </a:lnTo>
                <a:lnTo>
                  <a:pt x="870" y="486"/>
                </a:lnTo>
                <a:lnTo>
                  <a:pt x="870" y="487"/>
                </a:lnTo>
                <a:lnTo>
                  <a:pt x="869" y="488"/>
                </a:lnTo>
                <a:lnTo>
                  <a:pt x="867" y="490"/>
                </a:lnTo>
                <a:lnTo>
                  <a:pt x="866" y="492"/>
                </a:lnTo>
                <a:lnTo>
                  <a:pt x="866" y="493"/>
                </a:lnTo>
                <a:lnTo>
                  <a:pt x="866" y="497"/>
                </a:lnTo>
                <a:lnTo>
                  <a:pt x="866" y="499"/>
                </a:lnTo>
                <a:lnTo>
                  <a:pt x="866" y="500"/>
                </a:lnTo>
                <a:lnTo>
                  <a:pt x="865" y="501"/>
                </a:lnTo>
                <a:lnTo>
                  <a:pt x="865" y="502"/>
                </a:lnTo>
                <a:lnTo>
                  <a:pt x="865" y="503"/>
                </a:lnTo>
                <a:lnTo>
                  <a:pt x="865" y="504"/>
                </a:lnTo>
                <a:lnTo>
                  <a:pt x="866" y="505"/>
                </a:lnTo>
                <a:lnTo>
                  <a:pt x="868" y="506"/>
                </a:lnTo>
                <a:lnTo>
                  <a:pt x="869" y="507"/>
                </a:lnTo>
                <a:lnTo>
                  <a:pt x="871" y="507"/>
                </a:lnTo>
                <a:lnTo>
                  <a:pt x="872" y="507"/>
                </a:lnTo>
                <a:lnTo>
                  <a:pt x="872" y="506"/>
                </a:lnTo>
                <a:lnTo>
                  <a:pt x="873" y="506"/>
                </a:lnTo>
                <a:lnTo>
                  <a:pt x="874" y="506"/>
                </a:lnTo>
                <a:lnTo>
                  <a:pt x="875" y="507"/>
                </a:lnTo>
                <a:lnTo>
                  <a:pt x="876" y="508"/>
                </a:lnTo>
                <a:lnTo>
                  <a:pt x="877" y="509"/>
                </a:lnTo>
                <a:lnTo>
                  <a:pt x="877" y="510"/>
                </a:lnTo>
                <a:lnTo>
                  <a:pt x="877" y="512"/>
                </a:lnTo>
                <a:lnTo>
                  <a:pt x="878" y="513"/>
                </a:lnTo>
                <a:lnTo>
                  <a:pt x="878" y="514"/>
                </a:lnTo>
                <a:lnTo>
                  <a:pt x="878" y="516"/>
                </a:lnTo>
                <a:lnTo>
                  <a:pt x="878" y="518"/>
                </a:lnTo>
                <a:lnTo>
                  <a:pt x="877" y="518"/>
                </a:lnTo>
                <a:lnTo>
                  <a:pt x="877" y="519"/>
                </a:lnTo>
                <a:lnTo>
                  <a:pt x="876" y="522"/>
                </a:lnTo>
                <a:lnTo>
                  <a:pt x="876" y="523"/>
                </a:lnTo>
                <a:lnTo>
                  <a:pt x="875" y="523"/>
                </a:lnTo>
                <a:lnTo>
                  <a:pt x="875" y="525"/>
                </a:lnTo>
                <a:lnTo>
                  <a:pt x="876" y="527"/>
                </a:lnTo>
                <a:lnTo>
                  <a:pt x="876" y="528"/>
                </a:lnTo>
                <a:lnTo>
                  <a:pt x="877" y="529"/>
                </a:lnTo>
                <a:lnTo>
                  <a:pt x="879" y="531"/>
                </a:lnTo>
                <a:lnTo>
                  <a:pt x="880" y="532"/>
                </a:lnTo>
                <a:lnTo>
                  <a:pt x="882" y="534"/>
                </a:lnTo>
                <a:lnTo>
                  <a:pt x="884" y="536"/>
                </a:lnTo>
                <a:lnTo>
                  <a:pt x="886" y="537"/>
                </a:lnTo>
                <a:lnTo>
                  <a:pt x="888" y="537"/>
                </a:lnTo>
                <a:lnTo>
                  <a:pt x="891" y="537"/>
                </a:lnTo>
                <a:lnTo>
                  <a:pt x="893" y="537"/>
                </a:lnTo>
                <a:lnTo>
                  <a:pt x="894" y="538"/>
                </a:lnTo>
                <a:lnTo>
                  <a:pt x="895" y="538"/>
                </a:lnTo>
                <a:lnTo>
                  <a:pt x="896" y="538"/>
                </a:lnTo>
                <a:lnTo>
                  <a:pt x="897" y="538"/>
                </a:lnTo>
                <a:lnTo>
                  <a:pt x="898" y="538"/>
                </a:lnTo>
                <a:lnTo>
                  <a:pt x="899" y="539"/>
                </a:lnTo>
                <a:lnTo>
                  <a:pt x="900" y="539"/>
                </a:lnTo>
                <a:lnTo>
                  <a:pt x="902" y="539"/>
                </a:lnTo>
                <a:lnTo>
                  <a:pt x="905" y="539"/>
                </a:lnTo>
                <a:lnTo>
                  <a:pt x="908" y="539"/>
                </a:lnTo>
                <a:lnTo>
                  <a:pt x="910" y="539"/>
                </a:lnTo>
                <a:lnTo>
                  <a:pt x="912" y="540"/>
                </a:lnTo>
                <a:lnTo>
                  <a:pt x="915" y="539"/>
                </a:lnTo>
                <a:lnTo>
                  <a:pt x="916" y="540"/>
                </a:lnTo>
                <a:lnTo>
                  <a:pt x="917" y="541"/>
                </a:lnTo>
                <a:lnTo>
                  <a:pt x="918" y="543"/>
                </a:lnTo>
                <a:lnTo>
                  <a:pt x="918" y="544"/>
                </a:lnTo>
                <a:lnTo>
                  <a:pt x="918" y="550"/>
                </a:lnTo>
                <a:lnTo>
                  <a:pt x="919" y="552"/>
                </a:lnTo>
                <a:lnTo>
                  <a:pt x="919" y="555"/>
                </a:lnTo>
                <a:lnTo>
                  <a:pt x="918" y="557"/>
                </a:lnTo>
                <a:lnTo>
                  <a:pt x="918" y="560"/>
                </a:lnTo>
                <a:lnTo>
                  <a:pt x="917" y="563"/>
                </a:lnTo>
                <a:lnTo>
                  <a:pt x="915" y="567"/>
                </a:lnTo>
                <a:lnTo>
                  <a:pt x="914" y="568"/>
                </a:lnTo>
                <a:lnTo>
                  <a:pt x="913" y="569"/>
                </a:lnTo>
                <a:lnTo>
                  <a:pt x="912" y="573"/>
                </a:lnTo>
                <a:lnTo>
                  <a:pt x="912" y="576"/>
                </a:lnTo>
                <a:lnTo>
                  <a:pt x="911" y="578"/>
                </a:lnTo>
                <a:lnTo>
                  <a:pt x="912" y="582"/>
                </a:lnTo>
                <a:lnTo>
                  <a:pt x="911" y="583"/>
                </a:lnTo>
                <a:lnTo>
                  <a:pt x="912" y="587"/>
                </a:lnTo>
                <a:lnTo>
                  <a:pt x="912" y="590"/>
                </a:lnTo>
                <a:lnTo>
                  <a:pt x="913" y="592"/>
                </a:lnTo>
                <a:lnTo>
                  <a:pt x="915" y="594"/>
                </a:lnTo>
                <a:lnTo>
                  <a:pt x="917" y="596"/>
                </a:lnTo>
                <a:lnTo>
                  <a:pt x="920" y="599"/>
                </a:lnTo>
                <a:lnTo>
                  <a:pt x="921" y="599"/>
                </a:lnTo>
                <a:lnTo>
                  <a:pt x="921" y="600"/>
                </a:lnTo>
                <a:lnTo>
                  <a:pt x="922" y="601"/>
                </a:lnTo>
                <a:lnTo>
                  <a:pt x="923" y="603"/>
                </a:lnTo>
                <a:lnTo>
                  <a:pt x="923" y="605"/>
                </a:lnTo>
                <a:lnTo>
                  <a:pt x="923" y="609"/>
                </a:lnTo>
                <a:lnTo>
                  <a:pt x="923" y="617"/>
                </a:lnTo>
                <a:lnTo>
                  <a:pt x="923" y="618"/>
                </a:lnTo>
                <a:lnTo>
                  <a:pt x="924" y="620"/>
                </a:lnTo>
                <a:lnTo>
                  <a:pt x="925" y="623"/>
                </a:lnTo>
                <a:lnTo>
                  <a:pt x="926" y="624"/>
                </a:lnTo>
                <a:lnTo>
                  <a:pt x="928" y="626"/>
                </a:lnTo>
                <a:lnTo>
                  <a:pt x="930" y="628"/>
                </a:lnTo>
                <a:lnTo>
                  <a:pt x="932" y="629"/>
                </a:lnTo>
                <a:lnTo>
                  <a:pt x="933" y="629"/>
                </a:lnTo>
                <a:lnTo>
                  <a:pt x="937" y="629"/>
                </a:lnTo>
                <a:lnTo>
                  <a:pt x="940" y="629"/>
                </a:lnTo>
                <a:lnTo>
                  <a:pt x="943" y="629"/>
                </a:lnTo>
                <a:lnTo>
                  <a:pt x="944" y="629"/>
                </a:lnTo>
                <a:lnTo>
                  <a:pt x="945" y="629"/>
                </a:lnTo>
                <a:lnTo>
                  <a:pt x="946" y="630"/>
                </a:lnTo>
                <a:lnTo>
                  <a:pt x="947" y="631"/>
                </a:lnTo>
                <a:lnTo>
                  <a:pt x="947" y="633"/>
                </a:lnTo>
                <a:lnTo>
                  <a:pt x="948" y="636"/>
                </a:lnTo>
                <a:lnTo>
                  <a:pt x="949" y="638"/>
                </a:lnTo>
                <a:lnTo>
                  <a:pt x="950" y="642"/>
                </a:lnTo>
                <a:lnTo>
                  <a:pt x="951" y="644"/>
                </a:lnTo>
                <a:lnTo>
                  <a:pt x="951" y="646"/>
                </a:lnTo>
                <a:lnTo>
                  <a:pt x="952" y="647"/>
                </a:lnTo>
                <a:lnTo>
                  <a:pt x="953" y="648"/>
                </a:lnTo>
                <a:lnTo>
                  <a:pt x="956" y="650"/>
                </a:lnTo>
                <a:lnTo>
                  <a:pt x="959" y="651"/>
                </a:lnTo>
                <a:lnTo>
                  <a:pt x="959" y="652"/>
                </a:lnTo>
                <a:lnTo>
                  <a:pt x="961" y="652"/>
                </a:lnTo>
                <a:lnTo>
                  <a:pt x="965" y="653"/>
                </a:lnTo>
                <a:lnTo>
                  <a:pt x="966" y="654"/>
                </a:lnTo>
                <a:lnTo>
                  <a:pt x="968" y="655"/>
                </a:lnTo>
                <a:lnTo>
                  <a:pt x="969" y="656"/>
                </a:lnTo>
                <a:lnTo>
                  <a:pt x="971" y="659"/>
                </a:lnTo>
                <a:lnTo>
                  <a:pt x="972" y="660"/>
                </a:lnTo>
                <a:lnTo>
                  <a:pt x="973" y="661"/>
                </a:lnTo>
                <a:lnTo>
                  <a:pt x="974" y="661"/>
                </a:lnTo>
                <a:lnTo>
                  <a:pt x="975" y="661"/>
                </a:lnTo>
                <a:lnTo>
                  <a:pt x="976" y="660"/>
                </a:lnTo>
                <a:lnTo>
                  <a:pt x="978" y="660"/>
                </a:lnTo>
                <a:lnTo>
                  <a:pt x="979" y="660"/>
                </a:lnTo>
                <a:lnTo>
                  <a:pt x="980" y="660"/>
                </a:lnTo>
                <a:lnTo>
                  <a:pt x="981" y="660"/>
                </a:lnTo>
                <a:lnTo>
                  <a:pt x="983" y="661"/>
                </a:lnTo>
                <a:lnTo>
                  <a:pt x="984" y="661"/>
                </a:lnTo>
                <a:lnTo>
                  <a:pt x="985" y="661"/>
                </a:lnTo>
                <a:lnTo>
                  <a:pt x="986" y="661"/>
                </a:lnTo>
                <a:lnTo>
                  <a:pt x="987" y="660"/>
                </a:lnTo>
                <a:lnTo>
                  <a:pt x="988" y="659"/>
                </a:lnTo>
                <a:lnTo>
                  <a:pt x="988" y="658"/>
                </a:lnTo>
                <a:lnTo>
                  <a:pt x="989" y="657"/>
                </a:lnTo>
                <a:lnTo>
                  <a:pt x="990" y="656"/>
                </a:lnTo>
                <a:lnTo>
                  <a:pt x="991" y="656"/>
                </a:lnTo>
                <a:lnTo>
                  <a:pt x="991" y="655"/>
                </a:lnTo>
                <a:lnTo>
                  <a:pt x="992" y="655"/>
                </a:lnTo>
                <a:lnTo>
                  <a:pt x="993" y="655"/>
                </a:lnTo>
                <a:lnTo>
                  <a:pt x="995" y="656"/>
                </a:lnTo>
                <a:lnTo>
                  <a:pt x="996" y="656"/>
                </a:lnTo>
                <a:lnTo>
                  <a:pt x="997" y="656"/>
                </a:lnTo>
                <a:lnTo>
                  <a:pt x="998" y="656"/>
                </a:lnTo>
                <a:lnTo>
                  <a:pt x="999" y="656"/>
                </a:lnTo>
                <a:lnTo>
                  <a:pt x="1000" y="657"/>
                </a:lnTo>
                <a:lnTo>
                  <a:pt x="1002" y="658"/>
                </a:lnTo>
                <a:lnTo>
                  <a:pt x="1003" y="659"/>
                </a:lnTo>
                <a:lnTo>
                  <a:pt x="1006" y="659"/>
                </a:lnTo>
                <a:lnTo>
                  <a:pt x="1008" y="660"/>
                </a:lnTo>
                <a:lnTo>
                  <a:pt x="1011" y="660"/>
                </a:lnTo>
                <a:lnTo>
                  <a:pt x="1012" y="660"/>
                </a:lnTo>
                <a:lnTo>
                  <a:pt x="1013" y="660"/>
                </a:lnTo>
                <a:lnTo>
                  <a:pt x="1015" y="659"/>
                </a:lnTo>
                <a:lnTo>
                  <a:pt x="1016" y="659"/>
                </a:lnTo>
                <a:lnTo>
                  <a:pt x="1019" y="659"/>
                </a:lnTo>
                <a:lnTo>
                  <a:pt x="1021" y="660"/>
                </a:lnTo>
                <a:lnTo>
                  <a:pt x="1024" y="660"/>
                </a:lnTo>
                <a:lnTo>
                  <a:pt x="1026" y="659"/>
                </a:lnTo>
                <a:lnTo>
                  <a:pt x="1026" y="658"/>
                </a:lnTo>
                <a:lnTo>
                  <a:pt x="1027" y="658"/>
                </a:lnTo>
                <a:lnTo>
                  <a:pt x="1028" y="657"/>
                </a:lnTo>
                <a:lnTo>
                  <a:pt x="1029" y="655"/>
                </a:lnTo>
                <a:lnTo>
                  <a:pt x="1030" y="653"/>
                </a:lnTo>
                <a:lnTo>
                  <a:pt x="1032" y="652"/>
                </a:lnTo>
                <a:lnTo>
                  <a:pt x="1034" y="651"/>
                </a:lnTo>
                <a:lnTo>
                  <a:pt x="1035" y="651"/>
                </a:lnTo>
                <a:lnTo>
                  <a:pt x="1036" y="651"/>
                </a:lnTo>
                <a:lnTo>
                  <a:pt x="1038" y="652"/>
                </a:lnTo>
                <a:lnTo>
                  <a:pt x="1040" y="653"/>
                </a:lnTo>
                <a:lnTo>
                  <a:pt x="1042" y="654"/>
                </a:lnTo>
                <a:lnTo>
                  <a:pt x="1043" y="654"/>
                </a:lnTo>
                <a:lnTo>
                  <a:pt x="1044" y="654"/>
                </a:lnTo>
                <a:lnTo>
                  <a:pt x="1044" y="653"/>
                </a:lnTo>
                <a:lnTo>
                  <a:pt x="1046" y="652"/>
                </a:lnTo>
                <a:lnTo>
                  <a:pt x="1046" y="650"/>
                </a:lnTo>
                <a:lnTo>
                  <a:pt x="1047" y="649"/>
                </a:lnTo>
                <a:lnTo>
                  <a:pt x="1047" y="648"/>
                </a:lnTo>
                <a:lnTo>
                  <a:pt x="1046" y="647"/>
                </a:lnTo>
                <a:lnTo>
                  <a:pt x="1046" y="646"/>
                </a:lnTo>
                <a:lnTo>
                  <a:pt x="1046" y="645"/>
                </a:lnTo>
                <a:lnTo>
                  <a:pt x="1046" y="644"/>
                </a:lnTo>
                <a:lnTo>
                  <a:pt x="1047" y="644"/>
                </a:lnTo>
                <a:lnTo>
                  <a:pt x="1050" y="642"/>
                </a:lnTo>
                <a:lnTo>
                  <a:pt x="1053" y="642"/>
                </a:lnTo>
                <a:lnTo>
                  <a:pt x="1056" y="641"/>
                </a:lnTo>
                <a:lnTo>
                  <a:pt x="1059" y="641"/>
                </a:lnTo>
                <a:lnTo>
                  <a:pt x="1062" y="639"/>
                </a:lnTo>
                <a:lnTo>
                  <a:pt x="1065" y="637"/>
                </a:lnTo>
                <a:lnTo>
                  <a:pt x="1065" y="636"/>
                </a:lnTo>
                <a:lnTo>
                  <a:pt x="1066" y="636"/>
                </a:lnTo>
                <a:lnTo>
                  <a:pt x="1067" y="636"/>
                </a:lnTo>
                <a:lnTo>
                  <a:pt x="1067" y="635"/>
                </a:lnTo>
                <a:lnTo>
                  <a:pt x="1068" y="635"/>
                </a:lnTo>
                <a:lnTo>
                  <a:pt x="1070" y="635"/>
                </a:lnTo>
                <a:lnTo>
                  <a:pt x="1076" y="636"/>
                </a:lnTo>
                <a:lnTo>
                  <a:pt x="1078" y="636"/>
                </a:lnTo>
                <a:lnTo>
                  <a:pt x="1080" y="636"/>
                </a:lnTo>
                <a:lnTo>
                  <a:pt x="1083" y="637"/>
                </a:lnTo>
                <a:lnTo>
                  <a:pt x="1086" y="637"/>
                </a:lnTo>
                <a:lnTo>
                  <a:pt x="1089" y="637"/>
                </a:lnTo>
                <a:lnTo>
                  <a:pt x="1090" y="637"/>
                </a:lnTo>
                <a:lnTo>
                  <a:pt x="1092" y="638"/>
                </a:lnTo>
                <a:lnTo>
                  <a:pt x="1093" y="638"/>
                </a:lnTo>
                <a:lnTo>
                  <a:pt x="1093" y="637"/>
                </a:lnTo>
                <a:lnTo>
                  <a:pt x="1093" y="636"/>
                </a:lnTo>
                <a:lnTo>
                  <a:pt x="1094" y="636"/>
                </a:lnTo>
                <a:lnTo>
                  <a:pt x="1094" y="635"/>
                </a:lnTo>
                <a:lnTo>
                  <a:pt x="1094" y="634"/>
                </a:lnTo>
                <a:lnTo>
                  <a:pt x="1093" y="634"/>
                </a:lnTo>
                <a:lnTo>
                  <a:pt x="1093" y="633"/>
                </a:lnTo>
                <a:lnTo>
                  <a:pt x="1093" y="632"/>
                </a:lnTo>
                <a:lnTo>
                  <a:pt x="1093" y="631"/>
                </a:lnTo>
                <a:lnTo>
                  <a:pt x="1094" y="631"/>
                </a:lnTo>
                <a:lnTo>
                  <a:pt x="1095" y="630"/>
                </a:lnTo>
                <a:lnTo>
                  <a:pt x="1096" y="630"/>
                </a:lnTo>
                <a:lnTo>
                  <a:pt x="1097" y="630"/>
                </a:lnTo>
                <a:lnTo>
                  <a:pt x="1098" y="631"/>
                </a:lnTo>
                <a:lnTo>
                  <a:pt x="1101" y="631"/>
                </a:lnTo>
                <a:lnTo>
                  <a:pt x="1103" y="632"/>
                </a:lnTo>
                <a:lnTo>
                  <a:pt x="1104" y="635"/>
                </a:lnTo>
                <a:lnTo>
                  <a:pt x="1105" y="636"/>
                </a:lnTo>
                <a:lnTo>
                  <a:pt x="1104" y="636"/>
                </a:lnTo>
                <a:lnTo>
                  <a:pt x="1104" y="638"/>
                </a:lnTo>
                <a:lnTo>
                  <a:pt x="1104" y="639"/>
                </a:lnTo>
                <a:lnTo>
                  <a:pt x="1103" y="641"/>
                </a:lnTo>
                <a:lnTo>
                  <a:pt x="1102" y="641"/>
                </a:lnTo>
                <a:lnTo>
                  <a:pt x="1102" y="642"/>
                </a:lnTo>
                <a:lnTo>
                  <a:pt x="1100" y="645"/>
                </a:lnTo>
                <a:lnTo>
                  <a:pt x="1100" y="646"/>
                </a:lnTo>
                <a:lnTo>
                  <a:pt x="1099" y="648"/>
                </a:lnTo>
                <a:lnTo>
                  <a:pt x="1099" y="650"/>
                </a:lnTo>
                <a:lnTo>
                  <a:pt x="1100" y="651"/>
                </a:lnTo>
                <a:lnTo>
                  <a:pt x="1101" y="653"/>
                </a:lnTo>
                <a:lnTo>
                  <a:pt x="1102" y="653"/>
                </a:lnTo>
                <a:lnTo>
                  <a:pt x="1103" y="654"/>
                </a:lnTo>
                <a:lnTo>
                  <a:pt x="1105" y="654"/>
                </a:lnTo>
                <a:lnTo>
                  <a:pt x="1107" y="653"/>
                </a:lnTo>
                <a:lnTo>
                  <a:pt x="1108" y="653"/>
                </a:lnTo>
                <a:lnTo>
                  <a:pt x="1108" y="652"/>
                </a:lnTo>
                <a:lnTo>
                  <a:pt x="1109" y="652"/>
                </a:lnTo>
                <a:lnTo>
                  <a:pt x="1109" y="651"/>
                </a:lnTo>
                <a:lnTo>
                  <a:pt x="1111" y="650"/>
                </a:lnTo>
                <a:lnTo>
                  <a:pt x="1113" y="648"/>
                </a:lnTo>
                <a:lnTo>
                  <a:pt x="1115" y="648"/>
                </a:lnTo>
                <a:lnTo>
                  <a:pt x="1115" y="647"/>
                </a:lnTo>
                <a:lnTo>
                  <a:pt x="1117" y="647"/>
                </a:lnTo>
                <a:lnTo>
                  <a:pt x="1119" y="647"/>
                </a:lnTo>
                <a:lnTo>
                  <a:pt x="1122" y="648"/>
                </a:lnTo>
                <a:lnTo>
                  <a:pt x="1124" y="650"/>
                </a:lnTo>
                <a:lnTo>
                  <a:pt x="1126" y="650"/>
                </a:lnTo>
                <a:lnTo>
                  <a:pt x="1127" y="651"/>
                </a:lnTo>
                <a:lnTo>
                  <a:pt x="1130" y="650"/>
                </a:lnTo>
                <a:lnTo>
                  <a:pt x="1133" y="650"/>
                </a:lnTo>
                <a:lnTo>
                  <a:pt x="1135" y="649"/>
                </a:lnTo>
                <a:lnTo>
                  <a:pt x="1137" y="650"/>
                </a:lnTo>
                <a:lnTo>
                  <a:pt x="1138" y="652"/>
                </a:lnTo>
                <a:lnTo>
                  <a:pt x="1140" y="653"/>
                </a:lnTo>
                <a:lnTo>
                  <a:pt x="1142" y="656"/>
                </a:lnTo>
                <a:lnTo>
                  <a:pt x="1144" y="661"/>
                </a:lnTo>
                <a:lnTo>
                  <a:pt x="1145" y="662"/>
                </a:lnTo>
                <a:lnTo>
                  <a:pt x="1145" y="663"/>
                </a:lnTo>
                <a:lnTo>
                  <a:pt x="1146" y="664"/>
                </a:lnTo>
                <a:lnTo>
                  <a:pt x="1148" y="665"/>
                </a:lnTo>
                <a:lnTo>
                  <a:pt x="1149" y="666"/>
                </a:lnTo>
                <a:lnTo>
                  <a:pt x="1151" y="666"/>
                </a:lnTo>
                <a:lnTo>
                  <a:pt x="1154" y="667"/>
                </a:lnTo>
                <a:lnTo>
                  <a:pt x="1156" y="666"/>
                </a:lnTo>
                <a:lnTo>
                  <a:pt x="1157" y="666"/>
                </a:lnTo>
                <a:lnTo>
                  <a:pt x="1158" y="665"/>
                </a:lnTo>
                <a:lnTo>
                  <a:pt x="1158" y="664"/>
                </a:lnTo>
                <a:lnTo>
                  <a:pt x="1159" y="663"/>
                </a:lnTo>
                <a:lnTo>
                  <a:pt x="1160" y="661"/>
                </a:lnTo>
                <a:lnTo>
                  <a:pt x="1160" y="659"/>
                </a:lnTo>
                <a:lnTo>
                  <a:pt x="1161" y="658"/>
                </a:lnTo>
                <a:lnTo>
                  <a:pt x="1163" y="656"/>
                </a:lnTo>
                <a:lnTo>
                  <a:pt x="1165" y="654"/>
                </a:lnTo>
                <a:lnTo>
                  <a:pt x="1167" y="653"/>
                </a:lnTo>
                <a:lnTo>
                  <a:pt x="1170" y="653"/>
                </a:lnTo>
                <a:lnTo>
                  <a:pt x="1173" y="653"/>
                </a:lnTo>
                <a:lnTo>
                  <a:pt x="1175" y="655"/>
                </a:lnTo>
                <a:lnTo>
                  <a:pt x="1176" y="655"/>
                </a:lnTo>
                <a:lnTo>
                  <a:pt x="1176" y="656"/>
                </a:lnTo>
                <a:lnTo>
                  <a:pt x="1177" y="656"/>
                </a:lnTo>
                <a:lnTo>
                  <a:pt x="1178" y="657"/>
                </a:lnTo>
                <a:lnTo>
                  <a:pt x="1179" y="658"/>
                </a:lnTo>
                <a:lnTo>
                  <a:pt x="1180" y="659"/>
                </a:lnTo>
                <a:lnTo>
                  <a:pt x="1181" y="659"/>
                </a:lnTo>
                <a:lnTo>
                  <a:pt x="1183" y="659"/>
                </a:lnTo>
                <a:lnTo>
                  <a:pt x="1184" y="659"/>
                </a:lnTo>
                <a:lnTo>
                  <a:pt x="1185" y="659"/>
                </a:lnTo>
                <a:lnTo>
                  <a:pt x="1187" y="658"/>
                </a:lnTo>
                <a:lnTo>
                  <a:pt x="1188" y="657"/>
                </a:lnTo>
                <a:lnTo>
                  <a:pt x="1189" y="655"/>
                </a:lnTo>
                <a:lnTo>
                  <a:pt x="1189" y="654"/>
                </a:lnTo>
                <a:lnTo>
                  <a:pt x="1188" y="654"/>
                </a:lnTo>
                <a:lnTo>
                  <a:pt x="1188" y="653"/>
                </a:lnTo>
                <a:lnTo>
                  <a:pt x="1188" y="652"/>
                </a:lnTo>
                <a:lnTo>
                  <a:pt x="1187" y="651"/>
                </a:lnTo>
                <a:lnTo>
                  <a:pt x="1186" y="650"/>
                </a:lnTo>
                <a:lnTo>
                  <a:pt x="1186" y="648"/>
                </a:lnTo>
                <a:lnTo>
                  <a:pt x="1185" y="646"/>
                </a:lnTo>
                <a:lnTo>
                  <a:pt x="1185" y="645"/>
                </a:lnTo>
                <a:lnTo>
                  <a:pt x="1186" y="644"/>
                </a:lnTo>
                <a:lnTo>
                  <a:pt x="1187" y="642"/>
                </a:lnTo>
                <a:lnTo>
                  <a:pt x="1189" y="640"/>
                </a:lnTo>
                <a:lnTo>
                  <a:pt x="1190" y="639"/>
                </a:lnTo>
                <a:lnTo>
                  <a:pt x="1192" y="638"/>
                </a:lnTo>
                <a:lnTo>
                  <a:pt x="1194" y="639"/>
                </a:lnTo>
                <a:lnTo>
                  <a:pt x="1196" y="639"/>
                </a:lnTo>
                <a:lnTo>
                  <a:pt x="1197" y="639"/>
                </a:lnTo>
                <a:lnTo>
                  <a:pt x="1198" y="639"/>
                </a:lnTo>
                <a:lnTo>
                  <a:pt x="1201" y="639"/>
                </a:lnTo>
                <a:lnTo>
                  <a:pt x="1204" y="640"/>
                </a:lnTo>
                <a:lnTo>
                  <a:pt x="1206" y="641"/>
                </a:lnTo>
                <a:lnTo>
                  <a:pt x="1208" y="643"/>
                </a:lnTo>
                <a:lnTo>
                  <a:pt x="1209" y="645"/>
                </a:lnTo>
                <a:lnTo>
                  <a:pt x="1209" y="646"/>
                </a:lnTo>
                <a:lnTo>
                  <a:pt x="1210" y="649"/>
                </a:lnTo>
                <a:lnTo>
                  <a:pt x="1212" y="654"/>
                </a:lnTo>
                <a:lnTo>
                  <a:pt x="1213" y="657"/>
                </a:lnTo>
                <a:lnTo>
                  <a:pt x="1214" y="659"/>
                </a:lnTo>
                <a:lnTo>
                  <a:pt x="1214" y="660"/>
                </a:lnTo>
                <a:lnTo>
                  <a:pt x="1214" y="661"/>
                </a:lnTo>
                <a:lnTo>
                  <a:pt x="1215" y="662"/>
                </a:lnTo>
                <a:lnTo>
                  <a:pt x="1216" y="663"/>
                </a:lnTo>
                <a:lnTo>
                  <a:pt x="1216" y="664"/>
                </a:lnTo>
                <a:lnTo>
                  <a:pt x="1217" y="664"/>
                </a:lnTo>
                <a:lnTo>
                  <a:pt x="1218" y="665"/>
                </a:lnTo>
                <a:lnTo>
                  <a:pt x="1219" y="665"/>
                </a:lnTo>
                <a:lnTo>
                  <a:pt x="1221" y="665"/>
                </a:lnTo>
                <a:lnTo>
                  <a:pt x="1221" y="666"/>
                </a:lnTo>
                <a:lnTo>
                  <a:pt x="1222" y="665"/>
                </a:lnTo>
                <a:lnTo>
                  <a:pt x="1223" y="665"/>
                </a:lnTo>
                <a:lnTo>
                  <a:pt x="1224" y="664"/>
                </a:lnTo>
                <a:lnTo>
                  <a:pt x="1225" y="664"/>
                </a:lnTo>
                <a:lnTo>
                  <a:pt x="1227" y="662"/>
                </a:lnTo>
                <a:lnTo>
                  <a:pt x="1228" y="661"/>
                </a:lnTo>
                <a:lnTo>
                  <a:pt x="1228" y="660"/>
                </a:lnTo>
                <a:lnTo>
                  <a:pt x="1229" y="660"/>
                </a:lnTo>
                <a:lnTo>
                  <a:pt x="1230" y="660"/>
                </a:lnTo>
                <a:lnTo>
                  <a:pt x="1230" y="659"/>
                </a:lnTo>
                <a:lnTo>
                  <a:pt x="1231" y="659"/>
                </a:lnTo>
                <a:lnTo>
                  <a:pt x="1232" y="659"/>
                </a:lnTo>
                <a:lnTo>
                  <a:pt x="1232" y="658"/>
                </a:lnTo>
                <a:lnTo>
                  <a:pt x="1233" y="658"/>
                </a:lnTo>
                <a:lnTo>
                  <a:pt x="1234" y="658"/>
                </a:lnTo>
                <a:lnTo>
                  <a:pt x="1235" y="658"/>
                </a:lnTo>
                <a:lnTo>
                  <a:pt x="1236" y="658"/>
                </a:lnTo>
                <a:lnTo>
                  <a:pt x="1237" y="659"/>
                </a:lnTo>
                <a:lnTo>
                  <a:pt x="1239" y="660"/>
                </a:lnTo>
                <a:lnTo>
                  <a:pt x="1240" y="661"/>
                </a:lnTo>
                <a:lnTo>
                  <a:pt x="1241" y="661"/>
                </a:lnTo>
                <a:lnTo>
                  <a:pt x="1242" y="663"/>
                </a:lnTo>
                <a:lnTo>
                  <a:pt x="1243" y="664"/>
                </a:lnTo>
                <a:lnTo>
                  <a:pt x="1243" y="665"/>
                </a:lnTo>
                <a:lnTo>
                  <a:pt x="1243" y="666"/>
                </a:lnTo>
                <a:lnTo>
                  <a:pt x="1244" y="667"/>
                </a:lnTo>
                <a:lnTo>
                  <a:pt x="1244" y="668"/>
                </a:lnTo>
                <a:lnTo>
                  <a:pt x="1244" y="669"/>
                </a:lnTo>
                <a:lnTo>
                  <a:pt x="1244" y="671"/>
                </a:lnTo>
                <a:lnTo>
                  <a:pt x="1245" y="674"/>
                </a:lnTo>
                <a:lnTo>
                  <a:pt x="1246" y="675"/>
                </a:lnTo>
                <a:lnTo>
                  <a:pt x="1247" y="676"/>
                </a:lnTo>
                <a:lnTo>
                  <a:pt x="1249" y="677"/>
                </a:lnTo>
                <a:lnTo>
                  <a:pt x="1251" y="678"/>
                </a:lnTo>
                <a:lnTo>
                  <a:pt x="1252" y="678"/>
                </a:lnTo>
                <a:lnTo>
                  <a:pt x="1255" y="678"/>
                </a:lnTo>
                <a:lnTo>
                  <a:pt x="1257" y="677"/>
                </a:lnTo>
                <a:lnTo>
                  <a:pt x="1258" y="676"/>
                </a:lnTo>
                <a:lnTo>
                  <a:pt x="1259" y="676"/>
                </a:lnTo>
                <a:lnTo>
                  <a:pt x="1260" y="676"/>
                </a:lnTo>
                <a:lnTo>
                  <a:pt x="1260" y="677"/>
                </a:lnTo>
                <a:lnTo>
                  <a:pt x="1261" y="678"/>
                </a:lnTo>
                <a:lnTo>
                  <a:pt x="1262" y="680"/>
                </a:lnTo>
                <a:lnTo>
                  <a:pt x="1262" y="681"/>
                </a:lnTo>
                <a:lnTo>
                  <a:pt x="1262" y="682"/>
                </a:lnTo>
                <a:lnTo>
                  <a:pt x="1262" y="684"/>
                </a:lnTo>
                <a:lnTo>
                  <a:pt x="1262" y="685"/>
                </a:lnTo>
                <a:lnTo>
                  <a:pt x="1262" y="686"/>
                </a:lnTo>
                <a:lnTo>
                  <a:pt x="1262" y="687"/>
                </a:lnTo>
                <a:lnTo>
                  <a:pt x="1263" y="688"/>
                </a:lnTo>
                <a:lnTo>
                  <a:pt x="1264" y="689"/>
                </a:lnTo>
                <a:lnTo>
                  <a:pt x="1265" y="689"/>
                </a:lnTo>
                <a:lnTo>
                  <a:pt x="1267" y="689"/>
                </a:lnTo>
                <a:lnTo>
                  <a:pt x="1270" y="689"/>
                </a:lnTo>
                <a:lnTo>
                  <a:pt x="1272" y="689"/>
                </a:lnTo>
                <a:lnTo>
                  <a:pt x="1273" y="689"/>
                </a:lnTo>
                <a:lnTo>
                  <a:pt x="1274" y="690"/>
                </a:lnTo>
                <a:lnTo>
                  <a:pt x="1274" y="691"/>
                </a:lnTo>
                <a:lnTo>
                  <a:pt x="1275" y="692"/>
                </a:lnTo>
                <a:lnTo>
                  <a:pt x="1275" y="693"/>
                </a:lnTo>
                <a:lnTo>
                  <a:pt x="1275" y="694"/>
                </a:lnTo>
                <a:lnTo>
                  <a:pt x="1275" y="695"/>
                </a:lnTo>
                <a:lnTo>
                  <a:pt x="1274" y="697"/>
                </a:lnTo>
                <a:lnTo>
                  <a:pt x="1274" y="698"/>
                </a:lnTo>
                <a:lnTo>
                  <a:pt x="1274" y="699"/>
                </a:lnTo>
                <a:lnTo>
                  <a:pt x="1275" y="700"/>
                </a:lnTo>
                <a:lnTo>
                  <a:pt x="1276" y="701"/>
                </a:lnTo>
                <a:lnTo>
                  <a:pt x="1279" y="702"/>
                </a:lnTo>
                <a:lnTo>
                  <a:pt x="1281" y="702"/>
                </a:lnTo>
                <a:lnTo>
                  <a:pt x="1283" y="702"/>
                </a:lnTo>
                <a:lnTo>
                  <a:pt x="1285" y="702"/>
                </a:lnTo>
                <a:lnTo>
                  <a:pt x="1287" y="702"/>
                </a:lnTo>
                <a:lnTo>
                  <a:pt x="1289" y="702"/>
                </a:lnTo>
                <a:lnTo>
                  <a:pt x="1290" y="703"/>
                </a:lnTo>
                <a:lnTo>
                  <a:pt x="1291" y="703"/>
                </a:lnTo>
                <a:lnTo>
                  <a:pt x="1292" y="704"/>
                </a:lnTo>
                <a:lnTo>
                  <a:pt x="1292" y="705"/>
                </a:lnTo>
                <a:lnTo>
                  <a:pt x="1293" y="705"/>
                </a:lnTo>
                <a:lnTo>
                  <a:pt x="1293" y="706"/>
                </a:lnTo>
                <a:lnTo>
                  <a:pt x="1294" y="707"/>
                </a:lnTo>
                <a:lnTo>
                  <a:pt x="1295" y="709"/>
                </a:lnTo>
                <a:lnTo>
                  <a:pt x="1296" y="709"/>
                </a:lnTo>
                <a:lnTo>
                  <a:pt x="1297" y="710"/>
                </a:lnTo>
                <a:lnTo>
                  <a:pt x="1299" y="710"/>
                </a:lnTo>
                <a:lnTo>
                  <a:pt x="1301" y="711"/>
                </a:lnTo>
                <a:lnTo>
                  <a:pt x="1302" y="711"/>
                </a:lnTo>
                <a:lnTo>
                  <a:pt x="1304" y="711"/>
                </a:lnTo>
                <a:lnTo>
                  <a:pt x="1305" y="712"/>
                </a:lnTo>
                <a:lnTo>
                  <a:pt x="1306" y="712"/>
                </a:lnTo>
                <a:lnTo>
                  <a:pt x="1308" y="713"/>
                </a:lnTo>
                <a:lnTo>
                  <a:pt x="1309" y="713"/>
                </a:lnTo>
                <a:lnTo>
                  <a:pt x="1310" y="714"/>
                </a:lnTo>
                <a:lnTo>
                  <a:pt x="1311" y="714"/>
                </a:lnTo>
                <a:lnTo>
                  <a:pt x="1311" y="715"/>
                </a:lnTo>
                <a:lnTo>
                  <a:pt x="1312" y="715"/>
                </a:lnTo>
                <a:lnTo>
                  <a:pt x="1313" y="715"/>
                </a:lnTo>
                <a:lnTo>
                  <a:pt x="1316" y="717"/>
                </a:lnTo>
                <a:lnTo>
                  <a:pt x="1318" y="718"/>
                </a:lnTo>
                <a:lnTo>
                  <a:pt x="1320" y="719"/>
                </a:lnTo>
                <a:lnTo>
                  <a:pt x="1322" y="720"/>
                </a:lnTo>
                <a:lnTo>
                  <a:pt x="1322" y="721"/>
                </a:lnTo>
                <a:lnTo>
                  <a:pt x="1324" y="723"/>
                </a:lnTo>
                <a:lnTo>
                  <a:pt x="1326" y="724"/>
                </a:lnTo>
                <a:lnTo>
                  <a:pt x="1326" y="725"/>
                </a:lnTo>
                <a:lnTo>
                  <a:pt x="1328" y="725"/>
                </a:lnTo>
                <a:lnTo>
                  <a:pt x="1331" y="724"/>
                </a:lnTo>
                <a:lnTo>
                  <a:pt x="1332" y="723"/>
                </a:lnTo>
                <a:lnTo>
                  <a:pt x="1333" y="723"/>
                </a:lnTo>
                <a:lnTo>
                  <a:pt x="1333" y="722"/>
                </a:lnTo>
                <a:lnTo>
                  <a:pt x="1334" y="722"/>
                </a:lnTo>
                <a:lnTo>
                  <a:pt x="1337" y="719"/>
                </a:lnTo>
                <a:lnTo>
                  <a:pt x="1340" y="717"/>
                </a:lnTo>
                <a:lnTo>
                  <a:pt x="1342" y="715"/>
                </a:lnTo>
                <a:lnTo>
                  <a:pt x="1345" y="713"/>
                </a:lnTo>
                <a:lnTo>
                  <a:pt x="1346" y="711"/>
                </a:lnTo>
                <a:lnTo>
                  <a:pt x="1347" y="711"/>
                </a:lnTo>
                <a:lnTo>
                  <a:pt x="1348" y="711"/>
                </a:lnTo>
                <a:lnTo>
                  <a:pt x="1348" y="710"/>
                </a:lnTo>
                <a:lnTo>
                  <a:pt x="1349" y="710"/>
                </a:lnTo>
                <a:lnTo>
                  <a:pt x="1350" y="710"/>
                </a:lnTo>
                <a:lnTo>
                  <a:pt x="1351" y="709"/>
                </a:lnTo>
                <a:lnTo>
                  <a:pt x="1352" y="709"/>
                </a:lnTo>
                <a:lnTo>
                  <a:pt x="1353" y="709"/>
                </a:lnTo>
                <a:lnTo>
                  <a:pt x="1354" y="709"/>
                </a:lnTo>
                <a:lnTo>
                  <a:pt x="1355" y="709"/>
                </a:lnTo>
                <a:lnTo>
                  <a:pt x="1355" y="710"/>
                </a:lnTo>
                <a:lnTo>
                  <a:pt x="1356" y="710"/>
                </a:lnTo>
                <a:lnTo>
                  <a:pt x="1357" y="711"/>
                </a:lnTo>
                <a:lnTo>
                  <a:pt x="1357" y="712"/>
                </a:lnTo>
                <a:lnTo>
                  <a:pt x="1358" y="712"/>
                </a:lnTo>
                <a:lnTo>
                  <a:pt x="1358" y="713"/>
                </a:lnTo>
                <a:lnTo>
                  <a:pt x="1358" y="714"/>
                </a:lnTo>
                <a:lnTo>
                  <a:pt x="1359" y="714"/>
                </a:lnTo>
                <a:lnTo>
                  <a:pt x="1359" y="715"/>
                </a:lnTo>
                <a:lnTo>
                  <a:pt x="1360" y="716"/>
                </a:lnTo>
                <a:lnTo>
                  <a:pt x="1361" y="716"/>
                </a:lnTo>
                <a:lnTo>
                  <a:pt x="1362" y="717"/>
                </a:lnTo>
                <a:lnTo>
                  <a:pt x="1363" y="717"/>
                </a:lnTo>
                <a:lnTo>
                  <a:pt x="1364" y="717"/>
                </a:lnTo>
                <a:lnTo>
                  <a:pt x="1366" y="717"/>
                </a:lnTo>
                <a:lnTo>
                  <a:pt x="1367" y="717"/>
                </a:lnTo>
                <a:lnTo>
                  <a:pt x="1367" y="716"/>
                </a:lnTo>
                <a:lnTo>
                  <a:pt x="1368" y="716"/>
                </a:lnTo>
                <a:lnTo>
                  <a:pt x="1369" y="715"/>
                </a:lnTo>
                <a:lnTo>
                  <a:pt x="1370" y="714"/>
                </a:lnTo>
                <a:lnTo>
                  <a:pt x="1371" y="713"/>
                </a:lnTo>
                <a:lnTo>
                  <a:pt x="1371" y="712"/>
                </a:lnTo>
                <a:lnTo>
                  <a:pt x="1372" y="712"/>
                </a:lnTo>
                <a:lnTo>
                  <a:pt x="1372" y="711"/>
                </a:lnTo>
                <a:lnTo>
                  <a:pt x="1373" y="711"/>
                </a:lnTo>
                <a:lnTo>
                  <a:pt x="1374" y="709"/>
                </a:lnTo>
                <a:lnTo>
                  <a:pt x="1375" y="709"/>
                </a:lnTo>
                <a:lnTo>
                  <a:pt x="1375" y="708"/>
                </a:lnTo>
                <a:lnTo>
                  <a:pt x="1376" y="708"/>
                </a:lnTo>
                <a:lnTo>
                  <a:pt x="1377" y="708"/>
                </a:lnTo>
                <a:lnTo>
                  <a:pt x="1377" y="707"/>
                </a:lnTo>
                <a:lnTo>
                  <a:pt x="1378" y="707"/>
                </a:lnTo>
                <a:lnTo>
                  <a:pt x="1379" y="707"/>
                </a:lnTo>
                <a:lnTo>
                  <a:pt x="1380" y="707"/>
                </a:lnTo>
                <a:lnTo>
                  <a:pt x="1381" y="707"/>
                </a:lnTo>
                <a:lnTo>
                  <a:pt x="1382" y="707"/>
                </a:lnTo>
                <a:lnTo>
                  <a:pt x="1383" y="707"/>
                </a:lnTo>
                <a:lnTo>
                  <a:pt x="1384" y="707"/>
                </a:lnTo>
                <a:lnTo>
                  <a:pt x="1385" y="707"/>
                </a:lnTo>
                <a:lnTo>
                  <a:pt x="1385" y="708"/>
                </a:lnTo>
                <a:lnTo>
                  <a:pt x="1386" y="709"/>
                </a:lnTo>
                <a:lnTo>
                  <a:pt x="1386" y="710"/>
                </a:lnTo>
                <a:lnTo>
                  <a:pt x="1386" y="711"/>
                </a:lnTo>
                <a:lnTo>
                  <a:pt x="1386" y="712"/>
                </a:lnTo>
                <a:lnTo>
                  <a:pt x="1386" y="713"/>
                </a:lnTo>
                <a:lnTo>
                  <a:pt x="1386" y="714"/>
                </a:lnTo>
                <a:lnTo>
                  <a:pt x="1385" y="714"/>
                </a:lnTo>
                <a:lnTo>
                  <a:pt x="1385" y="715"/>
                </a:lnTo>
                <a:lnTo>
                  <a:pt x="1385" y="716"/>
                </a:lnTo>
                <a:lnTo>
                  <a:pt x="1384" y="716"/>
                </a:lnTo>
                <a:lnTo>
                  <a:pt x="1384" y="718"/>
                </a:lnTo>
                <a:lnTo>
                  <a:pt x="1383" y="718"/>
                </a:lnTo>
                <a:lnTo>
                  <a:pt x="1383" y="719"/>
                </a:lnTo>
                <a:lnTo>
                  <a:pt x="1383" y="720"/>
                </a:lnTo>
                <a:lnTo>
                  <a:pt x="1382" y="720"/>
                </a:lnTo>
                <a:lnTo>
                  <a:pt x="1382" y="721"/>
                </a:lnTo>
                <a:lnTo>
                  <a:pt x="1382" y="722"/>
                </a:lnTo>
                <a:lnTo>
                  <a:pt x="1381" y="723"/>
                </a:lnTo>
                <a:lnTo>
                  <a:pt x="1381" y="724"/>
                </a:lnTo>
                <a:lnTo>
                  <a:pt x="1381" y="725"/>
                </a:lnTo>
                <a:lnTo>
                  <a:pt x="1381" y="726"/>
                </a:lnTo>
                <a:lnTo>
                  <a:pt x="1380" y="726"/>
                </a:lnTo>
                <a:lnTo>
                  <a:pt x="1380" y="727"/>
                </a:lnTo>
                <a:lnTo>
                  <a:pt x="1380" y="728"/>
                </a:lnTo>
                <a:lnTo>
                  <a:pt x="1380" y="731"/>
                </a:lnTo>
                <a:lnTo>
                  <a:pt x="1380" y="732"/>
                </a:lnTo>
                <a:lnTo>
                  <a:pt x="1380" y="733"/>
                </a:lnTo>
                <a:lnTo>
                  <a:pt x="1380" y="735"/>
                </a:lnTo>
                <a:lnTo>
                  <a:pt x="1380" y="736"/>
                </a:lnTo>
                <a:lnTo>
                  <a:pt x="1380" y="737"/>
                </a:lnTo>
                <a:lnTo>
                  <a:pt x="1380" y="739"/>
                </a:lnTo>
                <a:lnTo>
                  <a:pt x="1379" y="740"/>
                </a:lnTo>
                <a:lnTo>
                  <a:pt x="1379" y="741"/>
                </a:lnTo>
                <a:lnTo>
                  <a:pt x="1379" y="744"/>
                </a:lnTo>
                <a:lnTo>
                  <a:pt x="1379" y="745"/>
                </a:lnTo>
                <a:lnTo>
                  <a:pt x="1379" y="748"/>
                </a:lnTo>
                <a:lnTo>
                  <a:pt x="1379" y="750"/>
                </a:lnTo>
                <a:lnTo>
                  <a:pt x="1379" y="751"/>
                </a:lnTo>
                <a:lnTo>
                  <a:pt x="1379" y="752"/>
                </a:lnTo>
                <a:lnTo>
                  <a:pt x="1378" y="753"/>
                </a:lnTo>
                <a:lnTo>
                  <a:pt x="1378" y="754"/>
                </a:lnTo>
                <a:lnTo>
                  <a:pt x="1378" y="755"/>
                </a:lnTo>
                <a:lnTo>
                  <a:pt x="1378" y="756"/>
                </a:lnTo>
                <a:lnTo>
                  <a:pt x="1378" y="757"/>
                </a:lnTo>
                <a:lnTo>
                  <a:pt x="1377" y="757"/>
                </a:lnTo>
                <a:lnTo>
                  <a:pt x="1377" y="758"/>
                </a:lnTo>
                <a:lnTo>
                  <a:pt x="1377" y="759"/>
                </a:lnTo>
                <a:lnTo>
                  <a:pt x="1377" y="761"/>
                </a:lnTo>
                <a:lnTo>
                  <a:pt x="1377" y="762"/>
                </a:lnTo>
                <a:lnTo>
                  <a:pt x="1377" y="763"/>
                </a:lnTo>
                <a:lnTo>
                  <a:pt x="1377" y="764"/>
                </a:lnTo>
                <a:lnTo>
                  <a:pt x="1378" y="764"/>
                </a:lnTo>
                <a:lnTo>
                  <a:pt x="1378" y="765"/>
                </a:lnTo>
                <a:lnTo>
                  <a:pt x="1379" y="765"/>
                </a:lnTo>
                <a:lnTo>
                  <a:pt x="1380" y="765"/>
                </a:lnTo>
                <a:lnTo>
                  <a:pt x="1381" y="765"/>
                </a:lnTo>
                <a:lnTo>
                  <a:pt x="1382" y="765"/>
                </a:lnTo>
                <a:lnTo>
                  <a:pt x="1384" y="765"/>
                </a:lnTo>
                <a:lnTo>
                  <a:pt x="1387" y="765"/>
                </a:lnTo>
                <a:lnTo>
                  <a:pt x="1388" y="766"/>
                </a:lnTo>
                <a:lnTo>
                  <a:pt x="1389" y="766"/>
                </a:lnTo>
                <a:lnTo>
                  <a:pt x="1390" y="767"/>
                </a:lnTo>
                <a:lnTo>
                  <a:pt x="1390" y="768"/>
                </a:lnTo>
                <a:lnTo>
                  <a:pt x="1391" y="768"/>
                </a:lnTo>
                <a:lnTo>
                  <a:pt x="1391" y="769"/>
                </a:lnTo>
                <a:lnTo>
                  <a:pt x="1391" y="770"/>
                </a:lnTo>
                <a:lnTo>
                  <a:pt x="1391" y="771"/>
                </a:lnTo>
                <a:lnTo>
                  <a:pt x="1392" y="771"/>
                </a:lnTo>
                <a:lnTo>
                  <a:pt x="1392" y="772"/>
                </a:lnTo>
                <a:lnTo>
                  <a:pt x="1392" y="773"/>
                </a:lnTo>
                <a:lnTo>
                  <a:pt x="1392" y="774"/>
                </a:lnTo>
                <a:lnTo>
                  <a:pt x="1392" y="775"/>
                </a:lnTo>
                <a:lnTo>
                  <a:pt x="1393" y="776"/>
                </a:lnTo>
                <a:lnTo>
                  <a:pt x="1393" y="777"/>
                </a:lnTo>
                <a:lnTo>
                  <a:pt x="1393" y="778"/>
                </a:lnTo>
                <a:lnTo>
                  <a:pt x="1394" y="780"/>
                </a:lnTo>
                <a:lnTo>
                  <a:pt x="1394" y="781"/>
                </a:lnTo>
                <a:lnTo>
                  <a:pt x="1394" y="782"/>
                </a:lnTo>
                <a:lnTo>
                  <a:pt x="1395" y="782"/>
                </a:lnTo>
                <a:lnTo>
                  <a:pt x="1395" y="783"/>
                </a:lnTo>
                <a:lnTo>
                  <a:pt x="1396" y="783"/>
                </a:lnTo>
                <a:lnTo>
                  <a:pt x="1396" y="784"/>
                </a:lnTo>
                <a:lnTo>
                  <a:pt x="1397" y="785"/>
                </a:lnTo>
                <a:lnTo>
                  <a:pt x="1398" y="785"/>
                </a:lnTo>
                <a:lnTo>
                  <a:pt x="1399" y="785"/>
                </a:lnTo>
                <a:lnTo>
                  <a:pt x="1400" y="785"/>
                </a:lnTo>
                <a:lnTo>
                  <a:pt x="1400" y="784"/>
                </a:lnTo>
                <a:lnTo>
                  <a:pt x="1401" y="784"/>
                </a:lnTo>
                <a:lnTo>
                  <a:pt x="1402" y="784"/>
                </a:lnTo>
                <a:lnTo>
                  <a:pt x="1402" y="783"/>
                </a:lnTo>
                <a:lnTo>
                  <a:pt x="1403" y="783"/>
                </a:lnTo>
                <a:lnTo>
                  <a:pt x="1403" y="782"/>
                </a:lnTo>
                <a:lnTo>
                  <a:pt x="1404" y="782"/>
                </a:lnTo>
                <a:lnTo>
                  <a:pt x="1404" y="781"/>
                </a:lnTo>
                <a:lnTo>
                  <a:pt x="1405" y="781"/>
                </a:lnTo>
                <a:lnTo>
                  <a:pt x="1405" y="780"/>
                </a:lnTo>
                <a:lnTo>
                  <a:pt x="1406" y="779"/>
                </a:lnTo>
                <a:lnTo>
                  <a:pt x="1407" y="778"/>
                </a:lnTo>
                <a:lnTo>
                  <a:pt x="1407" y="777"/>
                </a:lnTo>
                <a:lnTo>
                  <a:pt x="1408" y="777"/>
                </a:lnTo>
                <a:lnTo>
                  <a:pt x="1408" y="776"/>
                </a:lnTo>
                <a:lnTo>
                  <a:pt x="1409" y="776"/>
                </a:lnTo>
                <a:lnTo>
                  <a:pt x="1410" y="776"/>
                </a:lnTo>
                <a:lnTo>
                  <a:pt x="1411" y="776"/>
                </a:lnTo>
                <a:lnTo>
                  <a:pt x="1412" y="776"/>
                </a:lnTo>
                <a:lnTo>
                  <a:pt x="1412" y="777"/>
                </a:lnTo>
                <a:lnTo>
                  <a:pt x="1413" y="777"/>
                </a:lnTo>
                <a:lnTo>
                  <a:pt x="1414" y="778"/>
                </a:lnTo>
                <a:lnTo>
                  <a:pt x="1415" y="779"/>
                </a:lnTo>
                <a:lnTo>
                  <a:pt x="1416" y="780"/>
                </a:lnTo>
                <a:lnTo>
                  <a:pt x="1416" y="783"/>
                </a:lnTo>
                <a:lnTo>
                  <a:pt x="1416" y="784"/>
                </a:lnTo>
                <a:lnTo>
                  <a:pt x="1415" y="785"/>
                </a:lnTo>
                <a:lnTo>
                  <a:pt x="1415" y="786"/>
                </a:lnTo>
                <a:lnTo>
                  <a:pt x="1414" y="788"/>
                </a:lnTo>
                <a:lnTo>
                  <a:pt x="1414" y="789"/>
                </a:lnTo>
                <a:lnTo>
                  <a:pt x="1414" y="791"/>
                </a:lnTo>
                <a:lnTo>
                  <a:pt x="1414" y="792"/>
                </a:lnTo>
                <a:lnTo>
                  <a:pt x="1416" y="794"/>
                </a:lnTo>
                <a:lnTo>
                  <a:pt x="1416" y="795"/>
                </a:lnTo>
                <a:lnTo>
                  <a:pt x="1417" y="795"/>
                </a:lnTo>
                <a:lnTo>
                  <a:pt x="1417" y="796"/>
                </a:lnTo>
                <a:lnTo>
                  <a:pt x="1418" y="797"/>
                </a:lnTo>
                <a:lnTo>
                  <a:pt x="1419" y="798"/>
                </a:lnTo>
                <a:lnTo>
                  <a:pt x="1419" y="799"/>
                </a:lnTo>
                <a:lnTo>
                  <a:pt x="1420" y="799"/>
                </a:lnTo>
                <a:lnTo>
                  <a:pt x="1420" y="800"/>
                </a:lnTo>
                <a:lnTo>
                  <a:pt x="1421" y="801"/>
                </a:lnTo>
                <a:lnTo>
                  <a:pt x="1421" y="802"/>
                </a:lnTo>
                <a:lnTo>
                  <a:pt x="1422" y="802"/>
                </a:lnTo>
                <a:lnTo>
                  <a:pt x="1422" y="803"/>
                </a:lnTo>
                <a:lnTo>
                  <a:pt x="1422" y="804"/>
                </a:lnTo>
                <a:lnTo>
                  <a:pt x="1422" y="805"/>
                </a:lnTo>
                <a:lnTo>
                  <a:pt x="1423" y="805"/>
                </a:lnTo>
                <a:lnTo>
                  <a:pt x="1424" y="806"/>
                </a:lnTo>
                <a:lnTo>
                  <a:pt x="1425" y="806"/>
                </a:lnTo>
                <a:lnTo>
                  <a:pt x="1425" y="807"/>
                </a:lnTo>
                <a:lnTo>
                  <a:pt x="1426" y="807"/>
                </a:lnTo>
                <a:lnTo>
                  <a:pt x="1426" y="806"/>
                </a:lnTo>
                <a:lnTo>
                  <a:pt x="1428" y="806"/>
                </a:lnTo>
                <a:lnTo>
                  <a:pt x="1428" y="807"/>
                </a:lnTo>
                <a:lnTo>
                  <a:pt x="1429" y="807"/>
                </a:lnTo>
                <a:lnTo>
                  <a:pt x="1430" y="807"/>
                </a:lnTo>
                <a:lnTo>
                  <a:pt x="1431" y="808"/>
                </a:lnTo>
                <a:lnTo>
                  <a:pt x="1431" y="809"/>
                </a:lnTo>
                <a:lnTo>
                  <a:pt x="1431" y="810"/>
                </a:lnTo>
                <a:lnTo>
                  <a:pt x="1432" y="810"/>
                </a:lnTo>
                <a:lnTo>
                  <a:pt x="1432" y="811"/>
                </a:lnTo>
                <a:lnTo>
                  <a:pt x="1432" y="812"/>
                </a:lnTo>
                <a:lnTo>
                  <a:pt x="1433" y="812"/>
                </a:lnTo>
                <a:lnTo>
                  <a:pt x="1434" y="813"/>
                </a:lnTo>
                <a:lnTo>
                  <a:pt x="1435" y="813"/>
                </a:lnTo>
                <a:lnTo>
                  <a:pt x="1435" y="814"/>
                </a:lnTo>
                <a:lnTo>
                  <a:pt x="1435" y="815"/>
                </a:lnTo>
                <a:lnTo>
                  <a:pt x="1435" y="816"/>
                </a:lnTo>
                <a:lnTo>
                  <a:pt x="1434" y="817"/>
                </a:lnTo>
                <a:lnTo>
                  <a:pt x="1434" y="818"/>
                </a:lnTo>
                <a:lnTo>
                  <a:pt x="1433" y="818"/>
                </a:lnTo>
                <a:lnTo>
                  <a:pt x="1433" y="819"/>
                </a:lnTo>
                <a:lnTo>
                  <a:pt x="1433" y="820"/>
                </a:lnTo>
                <a:lnTo>
                  <a:pt x="1433" y="821"/>
                </a:lnTo>
                <a:lnTo>
                  <a:pt x="1433" y="822"/>
                </a:lnTo>
                <a:lnTo>
                  <a:pt x="1433" y="823"/>
                </a:lnTo>
                <a:lnTo>
                  <a:pt x="1432" y="824"/>
                </a:lnTo>
                <a:lnTo>
                  <a:pt x="1431" y="824"/>
                </a:lnTo>
                <a:lnTo>
                  <a:pt x="1430" y="824"/>
                </a:lnTo>
                <a:lnTo>
                  <a:pt x="1430" y="825"/>
                </a:lnTo>
                <a:lnTo>
                  <a:pt x="1429" y="825"/>
                </a:lnTo>
                <a:lnTo>
                  <a:pt x="1429" y="826"/>
                </a:lnTo>
                <a:lnTo>
                  <a:pt x="1429" y="830"/>
                </a:lnTo>
                <a:lnTo>
                  <a:pt x="1429" y="831"/>
                </a:lnTo>
                <a:lnTo>
                  <a:pt x="1428" y="831"/>
                </a:lnTo>
                <a:lnTo>
                  <a:pt x="1428" y="832"/>
                </a:lnTo>
                <a:lnTo>
                  <a:pt x="1428" y="833"/>
                </a:lnTo>
                <a:lnTo>
                  <a:pt x="1428" y="834"/>
                </a:lnTo>
                <a:lnTo>
                  <a:pt x="1429" y="834"/>
                </a:lnTo>
                <a:lnTo>
                  <a:pt x="1429" y="835"/>
                </a:lnTo>
                <a:lnTo>
                  <a:pt x="1429" y="836"/>
                </a:lnTo>
                <a:lnTo>
                  <a:pt x="1429" y="837"/>
                </a:lnTo>
                <a:lnTo>
                  <a:pt x="1430" y="838"/>
                </a:lnTo>
                <a:lnTo>
                  <a:pt x="1430" y="839"/>
                </a:lnTo>
                <a:lnTo>
                  <a:pt x="1430" y="840"/>
                </a:lnTo>
                <a:lnTo>
                  <a:pt x="1429" y="842"/>
                </a:lnTo>
                <a:lnTo>
                  <a:pt x="1428" y="842"/>
                </a:lnTo>
                <a:lnTo>
                  <a:pt x="1428" y="843"/>
                </a:lnTo>
                <a:lnTo>
                  <a:pt x="1427" y="844"/>
                </a:lnTo>
                <a:lnTo>
                  <a:pt x="1426" y="845"/>
                </a:lnTo>
                <a:lnTo>
                  <a:pt x="1426" y="846"/>
                </a:lnTo>
                <a:lnTo>
                  <a:pt x="1425" y="848"/>
                </a:lnTo>
                <a:lnTo>
                  <a:pt x="1425" y="849"/>
                </a:lnTo>
                <a:lnTo>
                  <a:pt x="1424" y="850"/>
                </a:lnTo>
                <a:lnTo>
                  <a:pt x="1424" y="851"/>
                </a:lnTo>
                <a:lnTo>
                  <a:pt x="1423" y="851"/>
                </a:lnTo>
                <a:lnTo>
                  <a:pt x="1423" y="852"/>
                </a:lnTo>
                <a:lnTo>
                  <a:pt x="1422" y="853"/>
                </a:lnTo>
                <a:lnTo>
                  <a:pt x="1422" y="854"/>
                </a:lnTo>
                <a:lnTo>
                  <a:pt x="1421" y="855"/>
                </a:lnTo>
                <a:lnTo>
                  <a:pt x="1421" y="856"/>
                </a:lnTo>
                <a:lnTo>
                  <a:pt x="1421" y="857"/>
                </a:lnTo>
                <a:lnTo>
                  <a:pt x="1421" y="858"/>
                </a:lnTo>
                <a:lnTo>
                  <a:pt x="1421" y="859"/>
                </a:lnTo>
                <a:lnTo>
                  <a:pt x="1421" y="860"/>
                </a:lnTo>
                <a:lnTo>
                  <a:pt x="1422" y="860"/>
                </a:lnTo>
                <a:lnTo>
                  <a:pt x="1422" y="861"/>
                </a:lnTo>
                <a:lnTo>
                  <a:pt x="1423" y="861"/>
                </a:lnTo>
                <a:lnTo>
                  <a:pt x="1423" y="862"/>
                </a:lnTo>
                <a:lnTo>
                  <a:pt x="1424" y="862"/>
                </a:lnTo>
                <a:lnTo>
                  <a:pt x="1425" y="862"/>
                </a:lnTo>
                <a:lnTo>
                  <a:pt x="1425" y="863"/>
                </a:lnTo>
                <a:lnTo>
                  <a:pt x="1426" y="863"/>
                </a:lnTo>
                <a:lnTo>
                  <a:pt x="1426" y="864"/>
                </a:lnTo>
                <a:lnTo>
                  <a:pt x="1426" y="865"/>
                </a:lnTo>
                <a:lnTo>
                  <a:pt x="1426" y="866"/>
                </a:lnTo>
                <a:lnTo>
                  <a:pt x="1426" y="867"/>
                </a:lnTo>
                <a:lnTo>
                  <a:pt x="1426" y="868"/>
                </a:lnTo>
                <a:lnTo>
                  <a:pt x="1427" y="868"/>
                </a:lnTo>
                <a:lnTo>
                  <a:pt x="1427" y="869"/>
                </a:lnTo>
                <a:lnTo>
                  <a:pt x="1428" y="870"/>
                </a:lnTo>
                <a:lnTo>
                  <a:pt x="1429" y="870"/>
                </a:lnTo>
                <a:lnTo>
                  <a:pt x="1430" y="870"/>
                </a:lnTo>
                <a:lnTo>
                  <a:pt x="1430" y="871"/>
                </a:lnTo>
                <a:lnTo>
                  <a:pt x="1431" y="871"/>
                </a:lnTo>
                <a:lnTo>
                  <a:pt x="1432" y="871"/>
                </a:lnTo>
                <a:lnTo>
                  <a:pt x="1433" y="871"/>
                </a:lnTo>
                <a:lnTo>
                  <a:pt x="1434" y="871"/>
                </a:lnTo>
                <a:lnTo>
                  <a:pt x="1435" y="871"/>
                </a:lnTo>
                <a:lnTo>
                  <a:pt x="1435" y="872"/>
                </a:lnTo>
                <a:lnTo>
                  <a:pt x="1436" y="872"/>
                </a:lnTo>
                <a:lnTo>
                  <a:pt x="1436" y="873"/>
                </a:lnTo>
                <a:lnTo>
                  <a:pt x="1436" y="874"/>
                </a:lnTo>
                <a:lnTo>
                  <a:pt x="1437" y="875"/>
                </a:lnTo>
                <a:lnTo>
                  <a:pt x="1438" y="875"/>
                </a:lnTo>
                <a:lnTo>
                  <a:pt x="1439" y="876"/>
                </a:lnTo>
                <a:lnTo>
                  <a:pt x="1442" y="878"/>
                </a:lnTo>
                <a:lnTo>
                  <a:pt x="1447" y="880"/>
                </a:lnTo>
                <a:lnTo>
                  <a:pt x="1453" y="883"/>
                </a:lnTo>
                <a:lnTo>
                  <a:pt x="1456" y="884"/>
                </a:lnTo>
                <a:lnTo>
                  <a:pt x="1458" y="885"/>
                </a:lnTo>
                <a:lnTo>
                  <a:pt x="1459" y="886"/>
                </a:lnTo>
                <a:lnTo>
                  <a:pt x="1461" y="888"/>
                </a:lnTo>
                <a:lnTo>
                  <a:pt x="1462" y="889"/>
                </a:lnTo>
                <a:lnTo>
                  <a:pt x="1464" y="891"/>
                </a:lnTo>
                <a:lnTo>
                  <a:pt x="1466" y="892"/>
                </a:lnTo>
                <a:lnTo>
                  <a:pt x="1468" y="895"/>
                </a:lnTo>
                <a:lnTo>
                  <a:pt x="1470" y="898"/>
                </a:lnTo>
                <a:lnTo>
                  <a:pt x="1473" y="901"/>
                </a:lnTo>
                <a:lnTo>
                  <a:pt x="1474" y="902"/>
                </a:lnTo>
                <a:lnTo>
                  <a:pt x="1475" y="903"/>
                </a:lnTo>
                <a:lnTo>
                  <a:pt x="1476" y="905"/>
                </a:lnTo>
                <a:lnTo>
                  <a:pt x="1476" y="906"/>
                </a:lnTo>
                <a:lnTo>
                  <a:pt x="1477" y="907"/>
                </a:lnTo>
                <a:lnTo>
                  <a:pt x="1478" y="911"/>
                </a:lnTo>
                <a:lnTo>
                  <a:pt x="1478" y="914"/>
                </a:lnTo>
                <a:lnTo>
                  <a:pt x="1480" y="918"/>
                </a:lnTo>
                <a:lnTo>
                  <a:pt x="1481" y="921"/>
                </a:lnTo>
                <a:lnTo>
                  <a:pt x="1481" y="922"/>
                </a:lnTo>
                <a:lnTo>
                  <a:pt x="1482" y="923"/>
                </a:lnTo>
                <a:lnTo>
                  <a:pt x="1482" y="924"/>
                </a:lnTo>
                <a:lnTo>
                  <a:pt x="1483" y="925"/>
                </a:lnTo>
                <a:lnTo>
                  <a:pt x="1484" y="926"/>
                </a:lnTo>
                <a:lnTo>
                  <a:pt x="1485" y="926"/>
                </a:lnTo>
                <a:lnTo>
                  <a:pt x="1486" y="926"/>
                </a:lnTo>
                <a:lnTo>
                  <a:pt x="1489" y="928"/>
                </a:lnTo>
                <a:lnTo>
                  <a:pt x="1492" y="928"/>
                </a:lnTo>
                <a:lnTo>
                  <a:pt x="1495" y="928"/>
                </a:lnTo>
                <a:lnTo>
                  <a:pt x="1501" y="926"/>
                </a:lnTo>
                <a:lnTo>
                  <a:pt x="1503" y="926"/>
                </a:lnTo>
                <a:lnTo>
                  <a:pt x="1504" y="926"/>
                </a:lnTo>
                <a:lnTo>
                  <a:pt x="1504" y="925"/>
                </a:lnTo>
                <a:lnTo>
                  <a:pt x="1505" y="925"/>
                </a:lnTo>
                <a:lnTo>
                  <a:pt x="1512" y="920"/>
                </a:lnTo>
                <a:lnTo>
                  <a:pt x="1514" y="918"/>
                </a:lnTo>
                <a:lnTo>
                  <a:pt x="1514" y="917"/>
                </a:lnTo>
                <a:lnTo>
                  <a:pt x="1515" y="917"/>
                </a:lnTo>
                <a:lnTo>
                  <a:pt x="1515" y="916"/>
                </a:lnTo>
                <a:lnTo>
                  <a:pt x="1515" y="915"/>
                </a:lnTo>
                <a:lnTo>
                  <a:pt x="1516" y="915"/>
                </a:lnTo>
                <a:lnTo>
                  <a:pt x="1516" y="914"/>
                </a:lnTo>
                <a:lnTo>
                  <a:pt x="1517" y="913"/>
                </a:lnTo>
                <a:lnTo>
                  <a:pt x="1518" y="913"/>
                </a:lnTo>
                <a:lnTo>
                  <a:pt x="1520" y="911"/>
                </a:lnTo>
                <a:lnTo>
                  <a:pt x="1522" y="910"/>
                </a:lnTo>
                <a:lnTo>
                  <a:pt x="1523" y="910"/>
                </a:lnTo>
                <a:lnTo>
                  <a:pt x="1523" y="909"/>
                </a:lnTo>
                <a:lnTo>
                  <a:pt x="1524" y="909"/>
                </a:lnTo>
                <a:lnTo>
                  <a:pt x="1527" y="909"/>
                </a:lnTo>
                <a:lnTo>
                  <a:pt x="1530" y="909"/>
                </a:lnTo>
                <a:lnTo>
                  <a:pt x="1532" y="908"/>
                </a:lnTo>
                <a:lnTo>
                  <a:pt x="1536" y="908"/>
                </a:lnTo>
                <a:lnTo>
                  <a:pt x="1537" y="907"/>
                </a:lnTo>
                <a:lnTo>
                  <a:pt x="1538" y="907"/>
                </a:lnTo>
                <a:lnTo>
                  <a:pt x="1539" y="906"/>
                </a:lnTo>
                <a:lnTo>
                  <a:pt x="1540" y="905"/>
                </a:lnTo>
                <a:lnTo>
                  <a:pt x="1541" y="904"/>
                </a:lnTo>
                <a:lnTo>
                  <a:pt x="1543" y="903"/>
                </a:lnTo>
                <a:lnTo>
                  <a:pt x="1544" y="902"/>
                </a:lnTo>
                <a:lnTo>
                  <a:pt x="1545" y="902"/>
                </a:lnTo>
                <a:lnTo>
                  <a:pt x="1546" y="901"/>
                </a:lnTo>
                <a:lnTo>
                  <a:pt x="1547" y="901"/>
                </a:lnTo>
                <a:lnTo>
                  <a:pt x="1548" y="901"/>
                </a:lnTo>
                <a:lnTo>
                  <a:pt x="1549" y="901"/>
                </a:lnTo>
                <a:lnTo>
                  <a:pt x="1551" y="901"/>
                </a:lnTo>
                <a:lnTo>
                  <a:pt x="1554" y="901"/>
                </a:lnTo>
                <a:lnTo>
                  <a:pt x="1556" y="901"/>
                </a:lnTo>
                <a:lnTo>
                  <a:pt x="1557" y="901"/>
                </a:lnTo>
                <a:lnTo>
                  <a:pt x="1558" y="901"/>
                </a:lnTo>
                <a:lnTo>
                  <a:pt x="1559" y="901"/>
                </a:lnTo>
                <a:lnTo>
                  <a:pt x="1560" y="902"/>
                </a:lnTo>
                <a:lnTo>
                  <a:pt x="1562" y="904"/>
                </a:lnTo>
                <a:lnTo>
                  <a:pt x="1562" y="905"/>
                </a:lnTo>
                <a:lnTo>
                  <a:pt x="1563" y="909"/>
                </a:lnTo>
                <a:lnTo>
                  <a:pt x="1563" y="910"/>
                </a:lnTo>
                <a:lnTo>
                  <a:pt x="1564" y="911"/>
                </a:lnTo>
                <a:lnTo>
                  <a:pt x="1565" y="912"/>
                </a:lnTo>
                <a:lnTo>
                  <a:pt x="1568" y="913"/>
                </a:lnTo>
                <a:lnTo>
                  <a:pt x="1571" y="913"/>
                </a:lnTo>
                <a:lnTo>
                  <a:pt x="1572" y="913"/>
                </a:lnTo>
                <a:lnTo>
                  <a:pt x="1573" y="913"/>
                </a:lnTo>
                <a:lnTo>
                  <a:pt x="1574" y="912"/>
                </a:lnTo>
                <a:lnTo>
                  <a:pt x="1576" y="910"/>
                </a:lnTo>
                <a:lnTo>
                  <a:pt x="1577" y="908"/>
                </a:lnTo>
                <a:lnTo>
                  <a:pt x="1577" y="907"/>
                </a:lnTo>
                <a:lnTo>
                  <a:pt x="1578" y="906"/>
                </a:lnTo>
                <a:lnTo>
                  <a:pt x="1578" y="904"/>
                </a:lnTo>
                <a:lnTo>
                  <a:pt x="1578" y="902"/>
                </a:lnTo>
                <a:lnTo>
                  <a:pt x="1579" y="902"/>
                </a:lnTo>
                <a:lnTo>
                  <a:pt x="1579" y="901"/>
                </a:lnTo>
                <a:lnTo>
                  <a:pt x="1580" y="900"/>
                </a:lnTo>
                <a:lnTo>
                  <a:pt x="1581" y="900"/>
                </a:lnTo>
                <a:lnTo>
                  <a:pt x="1582" y="899"/>
                </a:lnTo>
                <a:lnTo>
                  <a:pt x="1584" y="899"/>
                </a:lnTo>
                <a:lnTo>
                  <a:pt x="1585" y="899"/>
                </a:lnTo>
                <a:lnTo>
                  <a:pt x="1588" y="900"/>
                </a:lnTo>
                <a:lnTo>
                  <a:pt x="1590" y="901"/>
                </a:lnTo>
                <a:lnTo>
                  <a:pt x="1591" y="901"/>
                </a:lnTo>
                <a:lnTo>
                  <a:pt x="1592" y="902"/>
                </a:lnTo>
                <a:lnTo>
                  <a:pt x="1593" y="902"/>
                </a:lnTo>
                <a:lnTo>
                  <a:pt x="1594" y="902"/>
                </a:lnTo>
                <a:lnTo>
                  <a:pt x="1595" y="902"/>
                </a:lnTo>
                <a:lnTo>
                  <a:pt x="1598" y="902"/>
                </a:lnTo>
                <a:lnTo>
                  <a:pt x="1599" y="902"/>
                </a:lnTo>
                <a:lnTo>
                  <a:pt x="1600" y="902"/>
                </a:lnTo>
                <a:lnTo>
                  <a:pt x="1602" y="902"/>
                </a:lnTo>
                <a:lnTo>
                  <a:pt x="1604" y="901"/>
                </a:lnTo>
                <a:lnTo>
                  <a:pt x="1604" y="900"/>
                </a:lnTo>
                <a:lnTo>
                  <a:pt x="1605" y="900"/>
                </a:lnTo>
                <a:lnTo>
                  <a:pt x="1606" y="899"/>
                </a:lnTo>
                <a:lnTo>
                  <a:pt x="1609" y="897"/>
                </a:lnTo>
                <a:lnTo>
                  <a:pt x="1610" y="897"/>
                </a:lnTo>
                <a:lnTo>
                  <a:pt x="1611" y="898"/>
                </a:lnTo>
                <a:lnTo>
                  <a:pt x="1618" y="898"/>
                </a:lnTo>
                <a:lnTo>
                  <a:pt x="1619" y="898"/>
                </a:lnTo>
                <a:lnTo>
                  <a:pt x="1620" y="898"/>
                </a:lnTo>
                <a:lnTo>
                  <a:pt x="1620" y="897"/>
                </a:lnTo>
                <a:lnTo>
                  <a:pt x="1621" y="896"/>
                </a:lnTo>
                <a:lnTo>
                  <a:pt x="1621" y="895"/>
                </a:lnTo>
                <a:lnTo>
                  <a:pt x="1621" y="891"/>
                </a:lnTo>
                <a:lnTo>
                  <a:pt x="1621" y="890"/>
                </a:lnTo>
                <a:lnTo>
                  <a:pt x="1621" y="889"/>
                </a:lnTo>
                <a:lnTo>
                  <a:pt x="1622" y="888"/>
                </a:lnTo>
                <a:lnTo>
                  <a:pt x="1623" y="887"/>
                </a:lnTo>
                <a:lnTo>
                  <a:pt x="1624" y="887"/>
                </a:lnTo>
                <a:lnTo>
                  <a:pt x="1625" y="887"/>
                </a:lnTo>
                <a:lnTo>
                  <a:pt x="1626" y="887"/>
                </a:lnTo>
                <a:lnTo>
                  <a:pt x="1627" y="887"/>
                </a:lnTo>
                <a:lnTo>
                  <a:pt x="1628" y="887"/>
                </a:lnTo>
                <a:lnTo>
                  <a:pt x="1628" y="888"/>
                </a:lnTo>
                <a:lnTo>
                  <a:pt x="1629" y="888"/>
                </a:lnTo>
                <a:lnTo>
                  <a:pt x="1630" y="888"/>
                </a:lnTo>
                <a:lnTo>
                  <a:pt x="1631" y="888"/>
                </a:lnTo>
                <a:lnTo>
                  <a:pt x="1632" y="887"/>
                </a:lnTo>
                <a:lnTo>
                  <a:pt x="1635" y="886"/>
                </a:lnTo>
                <a:lnTo>
                  <a:pt x="1636" y="886"/>
                </a:lnTo>
                <a:lnTo>
                  <a:pt x="1637" y="886"/>
                </a:lnTo>
                <a:lnTo>
                  <a:pt x="1638" y="885"/>
                </a:lnTo>
                <a:lnTo>
                  <a:pt x="1639" y="885"/>
                </a:lnTo>
                <a:lnTo>
                  <a:pt x="1642" y="884"/>
                </a:lnTo>
                <a:lnTo>
                  <a:pt x="1643" y="884"/>
                </a:lnTo>
                <a:lnTo>
                  <a:pt x="1644" y="882"/>
                </a:lnTo>
                <a:lnTo>
                  <a:pt x="1646" y="881"/>
                </a:lnTo>
                <a:lnTo>
                  <a:pt x="1647" y="881"/>
                </a:lnTo>
                <a:lnTo>
                  <a:pt x="1647" y="880"/>
                </a:lnTo>
                <a:lnTo>
                  <a:pt x="1648" y="880"/>
                </a:lnTo>
                <a:lnTo>
                  <a:pt x="1649" y="880"/>
                </a:lnTo>
                <a:lnTo>
                  <a:pt x="1649" y="879"/>
                </a:lnTo>
                <a:lnTo>
                  <a:pt x="1650" y="879"/>
                </a:lnTo>
                <a:lnTo>
                  <a:pt x="1652" y="879"/>
                </a:lnTo>
                <a:lnTo>
                  <a:pt x="1653" y="879"/>
                </a:lnTo>
                <a:lnTo>
                  <a:pt x="1653" y="880"/>
                </a:lnTo>
                <a:lnTo>
                  <a:pt x="1654" y="880"/>
                </a:lnTo>
                <a:lnTo>
                  <a:pt x="1655" y="879"/>
                </a:lnTo>
                <a:lnTo>
                  <a:pt x="1656" y="879"/>
                </a:lnTo>
                <a:lnTo>
                  <a:pt x="1656" y="878"/>
                </a:lnTo>
                <a:lnTo>
                  <a:pt x="1657" y="878"/>
                </a:lnTo>
                <a:lnTo>
                  <a:pt x="1657" y="877"/>
                </a:lnTo>
                <a:lnTo>
                  <a:pt x="1658" y="877"/>
                </a:lnTo>
                <a:lnTo>
                  <a:pt x="1658" y="876"/>
                </a:lnTo>
                <a:lnTo>
                  <a:pt x="1658" y="875"/>
                </a:lnTo>
                <a:lnTo>
                  <a:pt x="1658" y="874"/>
                </a:lnTo>
                <a:lnTo>
                  <a:pt x="1658" y="873"/>
                </a:lnTo>
                <a:lnTo>
                  <a:pt x="1658" y="872"/>
                </a:lnTo>
                <a:lnTo>
                  <a:pt x="1658" y="871"/>
                </a:lnTo>
                <a:lnTo>
                  <a:pt x="1658" y="870"/>
                </a:lnTo>
                <a:lnTo>
                  <a:pt x="1660" y="868"/>
                </a:lnTo>
                <a:lnTo>
                  <a:pt x="1661" y="867"/>
                </a:lnTo>
                <a:lnTo>
                  <a:pt x="1662" y="867"/>
                </a:lnTo>
                <a:lnTo>
                  <a:pt x="1663" y="867"/>
                </a:lnTo>
                <a:lnTo>
                  <a:pt x="1664" y="866"/>
                </a:lnTo>
                <a:lnTo>
                  <a:pt x="1665" y="866"/>
                </a:lnTo>
                <a:lnTo>
                  <a:pt x="1666" y="866"/>
                </a:lnTo>
                <a:lnTo>
                  <a:pt x="1669" y="866"/>
                </a:lnTo>
                <a:lnTo>
                  <a:pt x="1671" y="866"/>
                </a:lnTo>
                <a:lnTo>
                  <a:pt x="1672" y="866"/>
                </a:lnTo>
                <a:lnTo>
                  <a:pt x="1673" y="866"/>
                </a:lnTo>
                <a:lnTo>
                  <a:pt x="1673" y="867"/>
                </a:lnTo>
                <a:lnTo>
                  <a:pt x="1675" y="867"/>
                </a:lnTo>
                <a:lnTo>
                  <a:pt x="1676" y="867"/>
                </a:lnTo>
                <a:lnTo>
                  <a:pt x="1677" y="867"/>
                </a:lnTo>
                <a:lnTo>
                  <a:pt x="1679" y="868"/>
                </a:lnTo>
                <a:lnTo>
                  <a:pt x="1680" y="867"/>
                </a:lnTo>
                <a:lnTo>
                  <a:pt x="1683" y="868"/>
                </a:lnTo>
                <a:lnTo>
                  <a:pt x="1684" y="868"/>
                </a:lnTo>
                <a:lnTo>
                  <a:pt x="1685" y="868"/>
                </a:lnTo>
                <a:lnTo>
                  <a:pt x="1687" y="868"/>
                </a:lnTo>
                <a:lnTo>
                  <a:pt x="1688" y="868"/>
                </a:lnTo>
                <a:lnTo>
                  <a:pt x="1690" y="868"/>
                </a:lnTo>
                <a:lnTo>
                  <a:pt x="1692" y="867"/>
                </a:lnTo>
                <a:lnTo>
                  <a:pt x="1693" y="867"/>
                </a:lnTo>
                <a:lnTo>
                  <a:pt x="1694" y="867"/>
                </a:lnTo>
                <a:lnTo>
                  <a:pt x="1694" y="866"/>
                </a:lnTo>
                <a:lnTo>
                  <a:pt x="1695" y="866"/>
                </a:lnTo>
                <a:lnTo>
                  <a:pt x="1695" y="865"/>
                </a:lnTo>
                <a:lnTo>
                  <a:pt x="1696" y="865"/>
                </a:lnTo>
                <a:lnTo>
                  <a:pt x="1697" y="865"/>
                </a:lnTo>
                <a:lnTo>
                  <a:pt x="1697" y="864"/>
                </a:lnTo>
                <a:lnTo>
                  <a:pt x="1698" y="864"/>
                </a:lnTo>
                <a:lnTo>
                  <a:pt x="1698" y="863"/>
                </a:lnTo>
                <a:lnTo>
                  <a:pt x="1699" y="863"/>
                </a:lnTo>
                <a:lnTo>
                  <a:pt x="1699" y="862"/>
                </a:lnTo>
                <a:lnTo>
                  <a:pt x="1699" y="861"/>
                </a:lnTo>
                <a:lnTo>
                  <a:pt x="1700" y="861"/>
                </a:lnTo>
                <a:lnTo>
                  <a:pt x="1700" y="860"/>
                </a:lnTo>
                <a:lnTo>
                  <a:pt x="1700" y="858"/>
                </a:lnTo>
                <a:lnTo>
                  <a:pt x="1700" y="857"/>
                </a:lnTo>
                <a:lnTo>
                  <a:pt x="1699" y="857"/>
                </a:lnTo>
                <a:lnTo>
                  <a:pt x="1699" y="856"/>
                </a:lnTo>
                <a:lnTo>
                  <a:pt x="1698" y="856"/>
                </a:lnTo>
                <a:lnTo>
                  <a:pt x="1698" y="855"/>
                </a:lnTo>
                <a:lnTo>
                  <a:pt x="1697" y="855"/>
                </a:lnTo>
                <a:lnTo>
                  <a:pt x="1696" y="855"/>
                </a:lnTo>
                <a:lnTo>
                  <a:pt x="1696" y="854"/>
                </a:lnTo>
                <a:lnTo>
                  <a:pt x="1696" y="853"/>
                </a:lnTo>
                <a:lnTo>
                  <a:pt x="1696" y="852"/>
                </a:lnTo>
                <a:lnTo>
                  <a:pt x="1696" y="851"/>
                </a:lnTo>
                <a:lnTo>
                  <a:pt x="1696" y="850"/>
                </a:lnTo>
                <a:lnTo>
                  <a:pt x="1695" y="850"/>
                </a:lnTo>
                <a:lnTo>
                  <a:pt x="1695" y="849"/>
                </a:lnTo>
                <a:lnTo>
                  <a:pt x="1695" y="848"/>
                </a:lnTo>
                <a:lnTo>
                  <a:pt x="1695" y="847"/>
                </a:lnTo>
                <a:lnTo>
                  <a:pt x="1696" y="846"/>
                </a:lnTo>
                <a:lnTo>
                  <a:pt x="1696" y="845"/>
                </a:lnTo>
                <a:lnTo>
                  <a:pt x="1696" y="844"/>
                </a:lnTo>
                <a:lnTo>
                  <a:pt x="1696" y="843"/>
                </a:lnTo>
                <a:lnTo>
                  <a:pt x="1696" y="842"/>
                </a:lnTo>
                <a:lnTo>
                  <a:pt x="1696" y="841"/>
                </a:lnTo>
                <a:lnTo>
                  <a:pt x="1696" y="840"/>
                </a:lnTo>
                <a:lnTo>
                  <a:pt x="1697" y="840"/>
                </a:lnTo>
                <a:lnTo>
                  <a:pt x="1697" y="839"/>
                </a:lnTo>
                <a:lnTo>
                  <a:pt x="1698" y="838"/>
                </a:lnTo>
                <a:lnTo>
                  <a:pt x="1699" y="837"/>
                </a:lnTo>
                <a:lnTo>
                  <a:pt x="1700" y="836"/>
                </a:lnTo>
                <a:lnTo>
                  <a:pt x="1700" y="835"/>
                </a:lnTo>
                <a:lnTo>
                  <a:pt x="1701" y="834"/>
                </a:lnTo>
                <a:lnTo>
                  <a:pt x="1702" y="833"/>
                </a:lnTo>
                <a:lnTo>
                  <a:pt x="1703" y="832"/>
                </a:lnTo>
                <a:lnTo>
                  <a:pt x="1703" y="831"/>
                </a:lnTo>
                <a:lnTo>
                  <a:pt x="1703" y="830"/>
                </a:lnTo>
                <a:lnTo>
                  <a:pt x="1703" y="829"/>
                </a:lnTo>
                <a:lnTo>
                  <a:pt x="1703" y="828"/>
                </a:lnTo>
                <a:lnTo>
                  <a:pt x="1702" y="827"/>
                </a:lnTo>
                <a:lnTo>
                  <a:pt x="1702" y="826"/>
                </a:lnTo>
                <a:lnTo>
                  <a:pt x="1701" y="826"/>
                </a:lnTo>
                <a:lnTo>
                  <a:pt x="1701" y="825"/>
                </a:lnTo>
                <a:lnTo>
                  <a:pt x="1700" y="824"/>
                </a:lnTo>
                <a:lnTo>
                  <a:pt x="1699" y="824"/>
                </a:lnTo>
                <a:lnTo>
                  <a:pt x="1699" y="823"/>
                </a:lnTo>
                <a:lnTo>
                  <a:pt x="1698" y="822"/>
                </a:lnTo>
                <a:lnTo>
                  <a:pt x="1697" y="822"/>
                </a:lnTo>
                <a:lnTo>
                  <a:pt x="1697" y="821"/>
                </a:lnTo>
                <a:lnTo>
                  <a:pt x="1696" y="821"/>
                </a:lnTo>
                <a:lnTo>
                  <a:pt x="1696" y="820"/>
                </a:lnTo>
                <a:lnTo>
                  <a:pt x="1695" y="820"/>
                </a:lnTo>
                <a:lnTo>
                  <a:pt x="1695" y="819"/>
                </a:lnTo>
                <a:lnTo>
                  <a:pt x="1695" y="818"/>
                </a:lnTo>
                <a:lnTo>
                  <a:pt x="1695" y="817"/>
                </a:lnTo>
                <a:lnTo>
                  <a:pt x="1696" y="817"/>
                </a:lnTo>
                <a:lnTo>
                  <a:pt x="1696" y="816"/>
                </a:lnTo>
                <a:lnTo>
                  <a:pt x="1696" y="815"/>
                </a:lnTo>
                <a:lnTo>
                  <a:pt x="1697" y="815"/>
                </a:lnTo>
                <a:lnTo>
                  <a:pt x="1697" y="814"/>
                </a:lnTo>
                <a:lnTo>
                  <a:pt x="1698" y="813"/>
                </a:lnTo>
                <a:lnTo>
                  <a:pt x="1699" y="813"/>
                </a:lnTo>
                <a:lnTo>
                  <a:pt x="1700" y="812"/>
                </a:lnTo>
                <a:lnTo>
                  <a:pt x="1701" y="812"/>
                </a:lnTo>
                <a:lnTo>
                  <a:pt x="1702" y="812"/>
                </a:lnTo>
                <a:lnTo>
                  <a:pt x="1703" y="812"/>
                </a:lnTo>
                <a:lnTo>
                  <a:pt x="1704" y="812"/>
                </a:lnTo>
                <a:lnTo>
                  <a:pt x="1705" y="812"/>
                </a:lnTo>
                <a:lnTo>
                  <a:pt x="1706" y="813"/>
                </a:lnTo>
                <a:lnTo>
                  <a:pt x="1707" y="815"/>
                </a:lnTo>
                <a:lnTo>
                  <a:pt x="1708" y="815"/>
                </a:lnTo>
                <a:lnTo>
                  <a:pt x="1710" y="816"/>
                </a:lnTo>
                <a:lnTo>
                  <a:pt x="1711" y="816"/>
                </a:lnTo>
                <a:lnTo>
                  <a:pt x="1713" y="816"/>
                </a:lnTo>
                <a:lnTo>
                  <a:pt x="1714" y="816"/>
                </a:lnTo>
                <a:lnTo>
                  <a:pt x="1716" y="815"/>
                </a:lnTo>
                <a:lnTo>
                  <a:pt x="1716" y="814"/>
                </a:lnTo>
                <a:lnTo>
                  <a:pt x="1717" y="814"/>
                </a:lnTo>
                <a:lnTo>
                  <a:pt x="1718" y="812"/>
                </a:lnTo>
                <a:lnTo>
                  <a:pt x="1718" y="810"/>
                </a:lnTo>
                <a:lnTo>
                  <a:pt x="1719" y="810"/>
                </a:lnTo>
                <a:lnTo>
                  <a:pt x="1719" y="809"/>
                </a:lnTo>
                <a:lnTo>
                  <a:pt x="1719" y="808"/>
                </a:lnTo>
                <a:lnTo>
                  <a:pt x="1719" y="807"/>
                </a:lnTo>
                <a:lnTo>
                  <a:pt x="1719" y="806"/>
                </a:lnTo>
                <a:lnTo>
                  <a:pt x="1719" y="805"/>
                </a:lnTo>
                <a:lnTo>
                  <a:pt x="1720" y="805"/>
                </a:lnTo>
                <a:lnTo>
                  <a:pt x="1720" y="803"/>
                </a:lnTo>
                <a:lnTo>
                  <a:pt x="1720" y="802"/>
                </a:lnTo>
                <a:lnTo>
                  <a:pt x="1720" y="800"/>
                </a:lnTo>
                <a:lnTo>
                  <a:pt x="1721" y="799"/>
                </a:lnTo>
                <a:lnTo>
                  <a:pt x="1725" y="795"/>
                </a:lnTo>
                <a:lnTo>
                  <a:pt x="1726" y="794"/>
                </a:lnTo>
                <a:lnTo>
                  <a:pt x="1728" y="792"/>
                </a:lnTo>
                <a:lnTo>
                  <a:pt x="1735" y="788"/>
                </a:lnTo>
                <a:lnTo>
                  <a:pt x="1736" y="787"/>
                </a:lnTo>
                <a:lnTo>
                  <a:pt x="1737" y="784"/>
                </a:lnTo>
                <a:lnTo>
                  <a:pt x="1737" y="779"/>
                </a:lnTo>
                <a:lnTo>
                  <a:pt x="1737" y="778"/>
                </a:lnTo>
                <a:lnTo>
                  <a:pt x="1737" y="777"/>
                </a:lnTo>
                <a:lnTo>
                  <a:pt x="1737" y="776"/>
                </a:lnTo>
                <a:lnTo>
                  <a:pt x="1737" y="774"/>
                </a:lnTo>
                <a:lnTo>
                  <a:pt x="1737" y="772"/>
                </a:lnTo>
                <a:lnTo>
                  <a:pt x="1737" y="771"/>
                </a:lnTo>
                <a:lnTo>
                  <a:pt x="1738" y="770"/>
                </a:lnTo>
                <a:lnTo>
                  <a:pt x="1739" y="770"/>
                </a:lnTo>
                <a:lnTo>
                  <a:pt x="1739" y="769"/>
                </a:lnTo>
                <a:lnTo>
                  <a:pt x="1740" y="769"/>
                </a:lnTo>
                <a:lnTo>
                  <a:pt x="1740" y="768"/>
                </a:lnTo>
                <a:lnTo>
                  <a:pt x="1741" y="768"/>
                </a:lnTo>
                <a:lnTo>
                  <a:pt x="1741" y="767"/>
                </a:lnTo>
                <a:lnTo>
                  <a:pt x="1742" y="767"/>
                </a:lnTo>
                <a:lnTo>
                  <a:pt x="1742" y="766"/>
                </a:lnTo>
                <a:lnTo>
                  <a:pt x="1743" y="766"/>
                </a:lnTo>
                <a:lnTo>
                  <a:pt x="1743" y="765"/>
                </a:lnTo>
                <a:lnTo>
                  <a:pt x="1744" y="765"/>
                </a:lnTo>
                <a:lnTo>
                  <a:pt x="1745" y="765"/>
                </a:lnTo>
                <a:lnTo>
                  <a:pt x="1746" y="764"/>
                </a:lnTo>
                <a:lnTo>
                  <a:pt x="1747" y="764"/>
                </a:lnTo>
                <a:lnTo>
                  <a:pt x="1749" y="762"/>
                </a:lnTo>
                <a:lnTo>
                  <a:pt x="1750" y="762"/>
                </a:lnTo>
                <a:lnTo>
                  <a:pt x="1751" y="762"/>
                </a:lnTo>
                <a:lnTo>
                  <a:pt x="1751" y="761"/>
                </a:lnTo>
                <a:lnTo>
                  <a:pt x="1752" y="761"/>
                </a:lnTo>
                <a:lnTo>
                  <a:pt x="1753" y="761"/>
                </a:lnTo>
                <a:lnTo>
                  <a:pt x="1756" y="761"/>
                </a:lnTo>
                <a:lnTo>
                  <a:pt x="1757" y="761"/>
                </a:lnTo>
                <a:lnTo>
                  <a:pt x="1758" y="761"/>
                </a:lnTo>
                <a:lnTo>
                  <a:pt x="1759" y="761"/>
                </a:lnTo>
                <a:lnTo>
                  <a:pt x="1760" y="761"/>
                </a:lnTo>
                <a:lnTo>
                  <a:pt x="1761" y="760"/>
                </a:lnTo>
                <a:lnTo>
                  <a:pt x="1763" y="760"/>
                </a:lnTo>
                <a:lnTo>
                  <a:pt x="1764" y="761"/>
                </a:lnTo>
                <a:lnTo>
                  <a:pt x="1765" y="761"/>
                </a:lnTo>
                <a:lnTo>
                  <a:pt x="1766" y="761"/>
                </a:lnTo>
                <a:lnTo>
                  <a:pt x="1767" y="761"/>
                </a:lnTo>
                <a:lnTo>
                  <a:pt x="1770" y="762"/>
                </a:lnTo>
                <a:lnTo>
                  <a:pt x="1773" y="762"/>
                </a:lnTo>
                <a:lnTo>
                  <a:pt x="1773" y="763"/>
                </a:lnTo>
                <a:lnTo>
                  <a:pt x="1773" y="762"/>
                </a:lnTo>
                <a:lnTo>
                  <a:pt x="1774" y="762"/>
                </a:lnTo>
                <a:lnTo>
                  <a:pt x="1774" y="761"/>
                </a:lnTo>
                <a:lnTo>
                  <a:pt x="1775" y="761"/>
                </a:lnTo>
                <a:lnTo>
                  <a:pt x="1775" y="760"/>
                </a:lnTo>
                <a:lnTo>
                  <a:pt x="1776" y="760"/>
                </a:lnTo>
                <a:lnTo>
                  <a:pt x="1776" y="759"/>
                </a:lnTo>
                <a:lnTo>
                  <a:pt x="1777" y="759"/>
                </a:lnTo>
                <a:lnTo>
                  <a:pt x="1778" y="758"/>
                </a:lnTo>
                <a:lnTo>
                  <a:pt x="1779" y="758"/>
                </a:lnTo>
                <a:lnTo>
                  <a:pt x="1779" y="757"/>
                </a:lnTo>
                <a:lnTo>
                  <a:pt x="1780" y="757"/>
                </a:lnTo>
                <a:lnTo>
                  <a:pt x="1780" y="756"/>
                </a:lnTo>
                <a:lnTo>
                  <a:pt x="1781" y="755"/>
                </a:lnTo>
                <a:lnTo>
                  <a:pt x="1782" y="755"/>
                </a:lnTo>
                <a:lnTo>
                  <a:pt x="1782" y="754"/>
                </a:lnTo>
                <a:lnTo>
                  <a:pt x="1783" y="754"/>
                </a:lnTo>
                <a:lnTo>
                  <a:pt x="1785" y="754"/>
                </a:lnTo>
                <a:lnTo>
                  <a:pt x="1786" y="754"/>
                </a:lnTo>
                <a:lnTo>
                  <a:pt x="1787" y="754"/>
                </a:lnTo>
                <a:lnTo>
                  <a:pt x="1788" y="754"/>
                </a:lnTo>
                <a:lnTo>
                  <a:pt x="1788" y="755"/>
                </a:lnTo>
                <a:lnTo>
                  <a:pt x="1789" y="755"/>
                </a:lnTo>
                <a:lnTo>
                  <a:pt x="1791" y="754"/>
                </a:lnTo>
                <a:lnTo>
                  <a:pt x="1793" y="754"/>
                </a:lnTo>
                <a:lnTo>
                  <a:pt x="1795" y="753"/>
                </a:lnTo>
                <a:lnTo>
                  <a:pt x="1795" y="752"/>
                </a:lnTo>
                <a:lnTo>
                  <a:pt x="1796" y="752"/>
                </a:lnTo>
                <a:lnTo>
                  <a:pt x="1798" y="751"/>
                </a:lnTo>
                <a:lnTo>
                  <a:pt x="1799" y="751"/>
                </a:lnTo>
                <a:lnTo>
                  <a:pt x="1800" y="751"/>
                </a:lnTo>
                <a:lnTo>
                  <a:pt x="1801" y="751"/>
                </a:lnTo>
                <a:lnTo>
                  <a:pt x="1802" y="750"/>
                </a:lnTo>
                <a:lnTo>
                  <a:pt x="1803" y="750"/>
                </a:lnTo>
                <a:lnTo>
                  <a:pt x="1804" y="749"/>
                </a:lnTo>
                <a:lnTo>
                  <a:pt x="1804" y="747"/>
                </a:lnTo>
                <a:lnTo>
                  <a:pt x="1804" y="745"/>
                </a:lnTo>
                <a:lnTo>
                  <a:pt x="1804" y="740"/>
                </a:lnTo>
                <a:lnTo>
                  <a:pt x="1804" y="737"/>
                </a:lnTo>
                <a:lnTo>
                  <a:pt x="1804" y="735"/>
                </a:lnTo>
                <a:lnTo>
                  <a:pt x="1804" y="734"/>
                </a:lnTo>
                <a:lnTo>
                  <a:pt x="1804" y="733"/>
                </a:lnTo>
                <a:lnTo>
                  <a:pt x="1805" y="733"/>
                </a:lnTo>
                <a:lnTo>
                  <a:pt x="1806" y="732"/>
                </a:lnTo>
                <a:lnTo>
                  <a:pt x="1808" y="732"/>
                </a:lnTo>
                <a:lnTo>
                  <a:pt x="1809" y="731"/>
                </a:lnTo>
                <a:lnTo>
                  <a:pt x="1810" y="732"/>
                </a:lnTo>
                <a:lnTo>
                  <a:pt x="1813" y="732"/>
                </a:lnTo>
                <a:lnTo>
                  <a:pt x="1815" y="732"/>
                </a:lnTo>
                <a:lnTo>
                  <a:pt x="1816" y="732"/>
                </a:lnTo>
                <a:lnTo>
                  <a:pt x="1819" y="731"/>
                </a:lnTo>
                <a:lnTo>
                  <a:pt x="1820" y="730"/>
                </a:lnTo>
                <a:lnTo>
                  <a:pt x="1820" y="729"/>
                </a:lnTo>
                <a:lnTo>
                  <a:pt x="1821" y="729"/>
                </a:lnTo>
                <a:lnTo>
                  <a:pt x="1821" y="728"/>
                </a:lnTo>
                <a:lnTo>
                  <a:pt x="1821" y="726"/>
                </a:lnTo>
                <a:lnTo>
                  <a:pt x="1820" y="722"/>
                </a:lnTo>
                <a:lnTo>
                  <a:pt x="1820" y="719"/>
                </a:lnTo>
                <a:lnTo>
                  <a:pt x="1819" y="719"/>
                </a:lnTo>
                <a:lnTo>
                  <a:pt x="1819" y="718"/>
                </a:lnTo>
                <a:lnTo>
                  <a:pt x="1820" y="717"/>
                </a:lnTo>
                <a:lnTo>
                  <a:pt x="1820" y="716"/>
                </a:lnTo>
                <a:lnTo>
                  <a:pt x="1821" y="715"/>
                </a:lnTo>
                <a:lnTo>
                  <a:pt x="1822" y="715"/>
                </a:lnTo>
                <a:lnTo>
                  <a:pt x="1822" y="714"/>
                </a:lnTo>
                <a:lnTo>
                  <a:pt x="1823" y="714"/>
                </a:lnTo>
                <a:lnTo>
                  <a:pt x="1824" y="714"/>
                </a:lnTo>
                <a:lnTo>
                  <a:pt x="1824" y="713"/>
                </a:lnTo>
                <a:lnTo>
                  <a:pt x="1825" y="713"/>
                </a:lnTo>
                <a:lnTo>
                  <a:pt x="1826" y="713"/>
                </a:lnTo>
                <a:lnTo>
                  <a:pt x="1826" y="712"/>
                </a:lnTo>
                <a:lnTo>
                  <a:pt x="1827" y="712"/>
                </a:lnTo>
                <a:lnTo>
                  <a:pt x="1828" y="712"/>
                </a:lnTo>
                <a:lnTo>
                  <a:pt x="1829" y="711"/>
                </a:lnTo>
                <a:lnTo>
                  <a:pt x="1830" y="711"/>
                </a:lnTo>
                <a:lnTo>
                  <a:pt x="1830" y="710"/>
                </a:lnTo>
                <a:lnTo>
                  <a:pt x="1831" y="709"/>
                </a:lnTo>
                <a:lnTo>
                  <a:pt x="1831" y="708"/>
                </a:lnTo>
                <a:lnTo>
                  <a:pt x="1832" y="708"/>
                </a:lnTo>
                <a:lnTo>
                  <a:pt x="1832" y="707"/>
                </a:lnTo>
                <a:lnTo>
                  <a:pt x="1833" y="707"/>
                </a:lnTo>
                <a:lnTo>
                  <a:pt x="1834" y="706"/>
                </a:lnTo>
                <a:lnTo>
                  <a:pt x="1836" y="705"/>
                </a:lnTo>
                <a:lnTo>
                  <a:pt x="1837" y="705"/>
                </a:lnTo>
                <a:lnTo>
                  <a:pt x="1837" y="704"/>
                </a:lnTo>
                <a:lnTo>
                  <a:pt x="1839" y="702"/>
                </a:lnTo>
                <a:lnTo>
                  <a:pt x="1842" y="701"/>
                </a:lnTo>
                <a:lnTo>
                  <a:pt x="1843" y="699"/>
                </a:lnTo>
                <a:lnTo>
                  <a:pt x="1844" y="698"/>
                </a:lnTo>
                <a:lnTo>
                  <a:pt x="1845" y="698"/>
                </a:lnTo>
                <a:lnTo>
                  <a:pt x="1846" y="697"/>
                </a:lnTo>
                <a:lnTo>
                  <a:pt x="1848" y="697"/>
                </a:lnTo>
                <a:lnTo>
                  <a:pt x="1849" y="697"/>
                </a:lnTo>
                <a:lnTo>
                  <a:pt x="1850" y="697"/>
                </a:lnTo>
                <a:lnTo>
                  <a:pt x="1851" y="696"/>
                </a:lnTo>
                <a:lnTo>
                  <a:pt x="1852" y="696"/>
                </a:lnTo>
                <a:lnTo>
                  <a:pt x="1852" y="695"/>
                </a:lnTo>
                <a:lnTo>
                  <a:pt x="1853" y="695"/>
                </a:lnTo>
                <a:lnTo>
                  <a:pt x="1853" y="694"/>
                </a:lnTo>
                <a:lnTo>
                  <a:pt x="1853" y="693"/>
                </a:lnTo>
                <a:lnTo>
                  <a:pt x="1854" y="689"/>
                </a:lnTo>
                <a:lnTo>
                  <a:pt x="1855" y="687"/>
                </a:lnTo>
                <a:lnTo>
                  <a:pt x="1857" y="686"/>
                </a:lnTo>
                <a:lnTo>
                  <a:pt x="1858" y="686"/>
                </a:lnTo>
                <a:lnTo>
                  <a:pt x="1860" y="686"/>
                </a:lnTo>
                <a:lnTo>
                  <a:pt x="1862" y="686"/>
                </a:lnTo>
                <a:lnTo>
                  <a:pt x="1864" y="686"/>
                </a:lnTo>
                <a:lnTo>
                  <a:pt x="1865" y="686"/>
                </a:lnTo>
                <a:lnTo>
                  <a:pt x="1867" y="685"/>
                </a:lnTo>
                <a:lnTo>
                  <a:pt x="1867" y="684"/>
                </a:lnTo>
                <a:lnTo>
                  <a:pt x="1868" y="684"/>
                </a:lnTo>
                <a:lnTo>
                  <a:pt x="1868" y="683"/>
                </a:lnTo>
                <a:lnTo>
                  <a:pt x="1868" y="682"/>
                </a:lnTo>
                <a:lnTo>
                  <a:pt x="1869" y="682"/>
                </a:lnTo>
                <a:lnTo>
                  <a:pt x="1869" y="681"/>
                </a:lnTo>
                <a:lnTo>
                  <a:pt x="1869" y="680"/>
                </a:lnTo>
                <a:lnTo>
                  <a:pt x="1870" y="679"/>
                </a:lnTo>
                <a:lnTo>
                  <a:pt x="1871" y="676"/>
                </a:lnTo>
                <a:lnTo>
                  <a:pt x="1872" y="675"/>
                </a:lnTo>
                <a:lnTo>
                  <a:pt x="1873" y="673"/>
                </a:lnTo>
                <a:lnTo>
                  <a:pt x="1874" y="672"/>
                </a:lnTo>
                <a:lnTo>
                  <a:pt x="1875" y="672"/>
                </a:lnTo>
                <a:lnTo>
                  <a:pt x="1875" y="671"/>
                </a:lnTo>
                <a:lnTo>
                  <a:pt x="1877" y="671"/>
                </a:lnTo>
                <a:lnTo>
                  <a:pt x="1878" y="671"/>
                </a:lnTo>
                <a:lnTo>
                  <a:pt x="1881" y="671"/>
                </a:lnTo>
                <a:lnTo>
                  <a:pt x="1882" y="670"/>
                </a:lnTo>
                <a:lnTo>
                  <a:pt x="1883" y="670"/>
                </a:lnTo>
                <a:lnTo>
                  <a:pt x="1884" y="669"/>
                </a:lnTo>
                <a:lnTo>
                  <a:pt x="1885" y="669"/>
                </a:lnTo>
                <a:lnTo>
                  <a:pt x="1887" y="669"/>
                </a:lnTo>
                <a:lnTo>
                  <a:pt x="1888" y="669"/>
                </a:lnTo>
                <a:lnTo>
                  <a:pt x="1889" y="669"/>
                </a:lnTo>
                <a:lnTo>
                  <a:pt x="1890" y="668"/>
                </a:lnTo>
                <a:lnTo>
                  <a:pt x="1891" y="668"/>
                </a:lnTo>
                <a:lnTo>
                  <a:pt x="1892" y="668"/>
                </a:lnTo>
                <a:lnTo>
                  <a:pt x="1893" y="667"/>
                </a:lnTo>
                <a:lnTo>
                  <a:pt x="1895" y="666"/>
                </a:lnTo>
                <a:lnTo>
                  <a:pt x="1896" y="665"/>
                </a:lnTo>
                <a:lnTo>
                  <a:pt x="1897" y="664"/>
                </a:lnTo>
                <a:lnTo>
                  <a:pt x="1898" y="662"/>
                </a:lnTo>
                <a:lnTo>
                  <a:pt x="1900" y="660"/>
                </a:lnTo>
                <a:lnTo>
                  <a:pt x="1901" y="660"/>
                </a:lnTo>
                <a:lnTo>
                  <a:pt x="1902" y="660"/>
                </a:lnTo>
                <a:lnTo>
                  <a:pt x="1903" y="659"/>
                </a:lnTo>
                <a:lnTo>
                  <a:pt x="1904" y="658"/>
                </a:lnTo>
                <a:lnTo>
                  <a:pt x="1905" y="658"/>
                </a:lnTo>
                <a:lnTo>
                  <a:pt x="1906" y="657"/>
                </a:lnTo>
                <a:lnTo>
                  <a:pt x="1907" y="655"/>
                </a:lnTo>
                <a:lnTo>
                  <a:pt x="1909" y="653"/>
                </a:lnTo>
                <a:lnTo>
                  <a:pt x="1910" y="653"/>
                </a:lnTo>
                <a:lnTo>
                  <a:pt x="1912" y="652"/>
                </a:lnTo>
                <a:lnTo>
                  <a:pt x="1913" y="652"/>
                </a:lnTo>
                <a:lnTo>
                  <a:pt x="1918" y="653"/>
                </a:lnTo>
                <a:lnTo>
                  <a:pt x="1919" y="653"/>
                </a:lnTo>
                <a:lnTo>
                  <a:pt x="1920" y="653"/>
                </a:lnTo>
                <a:lnTo>
                  <a:pt x="1921" y="653"/>
                </a:lnTo>
                <a:lnTo>
                  <a:pt x="1922" y="653"/>
                </a:lnTo>
                <a:lnTo>
                  <a:pt x="1924" y="652"/>
                </a:lnTo>
                <a:lnTo>
                  <a:pt x="1926" y="651"/>
                </a:lnTo>
                <a:lnTo>
                  <a:pt x="1927" y="650"/>
                </a:lnTo>
                <a:lnTo>
                  <a:pt x="1928" y="650"/>
                </a:lnTo>
                <a:lnTo>
                  <a:pt x="1929" y="649"/>
                </a:lnTo>
                <a:lnTo>
                  <a:pt x="1931" y="649"/>
                </a:lnTo>
                <a:lnTo>
                  <a:pt x="1933" y="649"/>
                </a:lnTo>
                <a:lnTo>
                  <a:pt x="1933" y="648"/>
                </a:lnTo>
                <a:lnTo>
                  <a:pt x="1934" y="648"/>
                </a:lnTo>
                <a:lnTo>
                  <a:pt x="1935" y="647"/>
                </a:lnTo>
                <a:lnTo>
                  <a:pt x="1938" y="648"/>
                </a:lnTo>
                <a:lnTo>
                  <a:pt x="1939" y="648"/>
                </a:lnTo>
                <a:lnTo>
                  <a:pt x="1943" y="650"/>
                </a:lnTo>
                <a:lnTo>
                  <a:pt x="1948" y="652"/>
                </a:lnTo>
                <a:lnTo>
                  <a:pt x="1949" y="652"/>
                </a:lnTo>
                <a:lnTo>
                  <a:pt x="1950" y="652"/>
                </a:lnTo>
                <a:lnTo>
                  <a:pt x="1951" y="651"/>
                </a:lnTo>
                <a:lnTo>
                  <a:pt x="1952" y="651"/>
                </a:lnTo>
                <a:lnTo>
                  <a:pt x="1953" y="650"/>
                </a:lnTo>
                <a:lnTo>
                  <a:pt x="1955" y="649"/>
                </a:lnTo>
                <a:lnTo>
                  <a:pt x="1956" y="647"/>
                </a:lnTo>
                <a:lnTo>
                  <a:pt x="1957" y="645"/>
                </a:lnTo>
                <a:lnTo>
                  <a:pt x="1957" y="644"/>
                </a:lnTo>
                <a:lnTo>
                  <a:pt x="1957" y="643"/>
                </a:lnTo>
                <a:lnTo>
                  <a:pt x="1958" y="640"/>
                </a:lnTo>
                <a:lnTo>
                  <a:pt x="1958" y="638"/>
                </a:lnTo>
                <a:lnTo>
                  <a:pt x="1959" y="634"/>
                </a:lnTo>
                <a:lnTo>
                  <a:pt x="1961" y="632"/>
                </a:lnTo>
                <a:lnTo>
                  <a:pt x="1962" y="632"/>
                </a:lnTo>
                <a:lnTo>
                  <a:pt x="1965" y="630"/>
                </a:lnTo>
                <a:lnTo>
                  <a:pt x="1966" y="630"/>
                </a:lnTo>
                <a:lnTo>
                  <a:pt x="1967" y="630"/>
                </a:lnTo>
                <a:lnTo>
                  <a:pt x="1972" y="629"/>
                </a:lnTo>
                <a:lnTo>
                  <a:pt x="1976" y="629"/>
                </a:lnTo>
                <a:lnTo>
                  <a:pt x="1977" y="629"/>
                </a:lnTo>
                <a:lnTo>
                  <a:pt x="1978" y="628"/>
                </a:lnTo>
                <a:lnTo>
                  <a:pt x="1979" y="628"/>
                </a:lnTo>
                <a:lnTo>
                  <a:pt x="1980" y="627"/>
                </a:lnTo>
                <a:lnTo>
                  <a:pt x="1981" y="625"/>
                </a:lnTo>
                <a:lnTo>
                  <a:pt x="1981" y="624"/>
                </a:lnTo>
                <a:lnTo>
                  <a:pt x="1981" y="623"/>
                </a:lnTo>
                <a:lnTo>
                  <a:pt x="1981" y="622"/>
                </a:lnTo>
                <a:lnTo>
                  <a:pt x="1984" y="623"/>
                </a:lnTo>
                <a:lnTo>
                  <a:pt x="1986" y="625"/>
                </a:lnTo>
                <a:lnTo>
                  <a:pt x="1987" y="625"/>
                </a:lnTo>
                <a:lnTo>
                  <a:pt x="1987" y="627"/>
                </a:lnTo>
                <a:lnTo>
                  <a:pt x="1988" y="630"/>
                </a:lnTo>
                <a:lnTo>
                  <a:pt x="1988" y="633"/>
                </a:lnTo>
                <a:lnTo>
                  <a:pt x="1988" y="635"/>
                </a:lnTo>
                <a:lnTo>
                  <a:pt x="1987" y="636"/>
                </a:lnTo>
                <a:lnTo>
                  <a:pt x="1986" y="637"/>
                </a:lnTo>
                <a:lnTo>
                  <a:pt x="1984" y="639"/>
                </a:lnTo>
                <a:lnTo>
                  <a:pt x="1980" y="643"/>
                </a:lnTo>
                <a:lnTo>
                  <a:pt x="1978" y="645"/>
                </a:lnTo>
                <a:lnTo>
                  <a:pt x="1977" y="645"/>
                </a:lnTo>
                <a:lnTo>
                  <a:pt x="1975" y="647"/>
                </a:lnTo>
                <a:lnTo>
                  <a:pt x="1974" y="648"/>
                </a:lnTo>
                <a:lnTo>
                  <a:pt x="1973" y="649"/>
                </a:lnTo>
                <a:lnTo>
                  <a:pt x="1970" y="651"/>
                </a:lnTo>
                <a:lnTo>
                  <a:pt x="1969" y="651"/>
                </a:lnTo>
                <a:lnTo>
                  <a:pt x="1967" y="653"/>
                </a:lnTo>
                <a:lnTo>
                  <a:pt x="1965" y="654"/>
                </a:lnTo>
                <a:lnTo>
                  <a:pt x="1963" y="656"/>
                </a:lnTo>
                <a:lnTo>
                  <a:pt x="1961" y="658"/>
                </a:lnTo>
                <a:lnTo>
                  <a:pt x="1960" y="659"/>
                </a:lnTo>
                <a:lnTo>
                  <a:pt x="1959" y="660"/>
                </a:lnTo>
                <a:lnTo>
                  <a:pt x="1958" y="661"/>
                </a:lnTo>
                <a:lnTo>
                  <a:pt x="1958" y="663"/>
                </a:lnTo>
                <a:lnTo>
                  <a:pt x="1957" y="664"/>
                </a:lnTo>
                <a:lnTo>
                  <a:pt x="1957" y="666"/>
                </a:lnTo>
                <a:lnTo>
                  <a:pt x="1956" y="667"/>
                </a:lnTo>
                <a:lnTo>
                  <a:pt x="1955" y="668"/>
                </a:lnTo>
                <a:lnTo>
                  <a:pt x="1954" y="668"/>
                </a:lnTo>
                <a:lnTo>
                  <a:pt x="1953" y="669"/>
                </a:lnTo>
                <a:lnTo>
                  <a:pt x="1952" y="670"/>
                </a:lnTo>
                <a:lnTo>
                  <a:pt x="1951" y="671"/>
                </a:lnTo>
                <a:lnTo>
                  <a:pt x="1950" y="672"/>
                </a:lnTo>
                <a:lnTo>
                  <a:pt x="1949" y="672"/>
                </a:lnTo>
                <a:lnTo>
                  <a:pt x="1949" y="673"/>
                </a:lnTo>
                <a:lnTo>
                  <a:pt x="1948" y="674"/>
                </a:lnTo>
                <a:lnTo>
                  <a:pt x="1947" y="674"/>
                </a:lnTo>
                <a:lnTo>
                  <a:pt x="1946" y="675"/>
                </a:lnTo>
                <a:lnTo>
                  <a:pt x="1945" y="675"/>
                </a:lnTo>
                <a:lnTo>
                  <a:pt x="1944" y="677"/>
                </a:lnTo>
                <a:lnTo>
                  <a:pt x="1944" y="679"/>
                </a:lnTo>
                <a:lnTo>
                  <a:pt x="1944" y="681"/>
                </a:lnTo>
                <a:lnTo>
                  <a:pt x="1944" y="682"/>
                </a:lnTo>
                <a:lnTo>
                  <a:pt x="1944" y="683"/>
                </a:lnTo>
                <a:lnTo>
                  <a:pt x="1945" y="683"/>
                </a:lnTo>
                <a:lnTo>
                  <a:pt x="1945" y="685"/>
                </a:lnTo>
                <a:lnTo>
                  <a:pt x="1945" y="687"/>
                </a:lnTo>
                <a:lnTo>
                  <a:pt x="1946" y="688"/>
                </a:lnTo>
                <a:lnTo>
                  <a:pt x="1946" y="690"/>
                </a:lnTo>
                <a:lnTo>
                  <a:pt x="1947" y="691"/>
                </a:lnTo>
                <a:lnTo>
                  <a:pt x="1947" y="692"/>
                </a:lnTo>
                <a:lnTo>
                  <a:pt x="1947" y="693"/>
                </a:lnTo>
                <a:lnTo>
                  <a:pt x="1947" y="694"/>
                </a:lnTo>
                <a:lnTo>
                  <a:pt x="1948" y="695"/>
                </a:lnTo>
                <a:lnTo>
                  <a:pt x="1949" y="696"/>
                </a:lnTo>
                <a:lnTo>
                  <a:pt x="1949" y="697"/>
                </a:lnTo>
                <a:lnTo>
                  <a:pt x="1949" y="698"/>
                </a:lnTo>
                <a:lnTo>
                  <a:pt x="1949" y="699"/>
                </a:lnTo>
                <a:lnTo>
                  <a:pt x="1949" y="700"/>
                </a:lnTo>
                <a:lnTo>
                  <a:pt x="1949" y="701"/>
                </a:lnTo>
                <a:lnTo>
                  <a:pt x="1948" y="703"/>
                </a:lnTo>
                <a:lnTo>
                  <a:pt x="1947" y="704"/>
                </a:lnTo>
                <a:lnTo>
                  <a:pt x="1947" y="705"/>
                </a:lnTo>
                <a:lnTo>
                  <a:pt x="1947" y="706"/>
                </a:lnTo>
                <a:lnTo>
                  <a:pt x="1947" y="709"/>
                </a:lnTo>
                <a:lnTo>
                  <a:pt x="1947" y="711"/>
                </a:lnTo>
                <a:lnTo>
                  <a:pt x="1946" y="712"/>
                </a:lnTo>
                <a:lnTo>
                  <a:pt x="1946" y="713"/>
                </a:lnTo>
                <a:lnTo>
                  <a:pt x="1944" y="716"/>
                </a:lnTo>
                <a:lnTo>
                  <a:pt x="1944" y="717"/>
                </a:lnTo>
                <a:lnTo>
                  <a:pt x="1943" y="719"/>
                </a:lnTo>
                <a:lnTo>
                  <a:pt x="1943" y="720"/>
                </a:lnTo>
                <a:lnTo>
                  <a:pt x="1942" y="720"/>
                </a:lnTo>
                <a:lnTo>
                  <a:pt x="1942" y="721"/>
                </a:lnTo>
                <a:lnTo>
                  <a:pt x="1942" y="722"/>
                </a:lnTo>
                <a:lnTo>
                  <a:pt x="1943" y="722"/>
                </a:lnTo>
                <a:lnTo>
                  <a:pt x="1943" y="723"/>
                </a:lnTo>
                <a:lnTo>
                  <a:pt x="1943" y="724"/>
                </a:lnTo>
                <a:lnTo>
                  <a:pt x="1942" y="724"/>
                </a:lnTo>
                <a:lnTo>
                  <a:pt x="1941" y="725"/>
                </a:lnTo>
                <a:lnTo>
                  <a:pt x="1940" y="726"/>
                </a:lnTo>
                <a:lnTo>
                  <a:pt x="1940" y="727"/>
                </a:lnTo>
                <a:lnTo>
                  <a:pt x="1941" y="727"/>
                </a:lnTo>
                <a:lnTo>
                  <a:pt x="1941" y="728"/>
                </a:lnTo>
                <a:lnTo>
                  <a:pt x="1941" y="729"/>
                </a:lnTo>
                <a:lnTo>
                  <a:pt x="1942" y="730"/>
                </a:lnTo>
                <a:lnTo>
                  <a:pt x="1942" y="732"/>
                </a:lnTo>
                <a:lnTo>
                  <a:pt x="1942" y="733"/>
                </a:lnTo>
                <a:lnTo>
                  <a:pt x="1943" y="734"/>
                </a:lnTo>
                <a:lnTo>
                  <a:pt x="1943" y="735"/>
                </a:lnTo>
                <a:lnTo>
                  <a:pt x="1943" y="736"/>
                </a:lnTo>
                <a:lnTo>
                  <a:pt x="1944" y="736"/>
                </a:lnTo>
                <a:lnTo>
                  <a:pt x="1944" y="737"/>
                </a:lnTo>
                <a:lnTo>
                  <a:pt x="1945" y="737"/>
                </a:lnTo>
                <a:lnTo>
                  <a:pt x="1946" y="737"/>
                </a:lnTo>
                <a:lnTo>
                  <a:pt x="1946" y="738"/>
                </a:lnTo>
                <a:lnTo>
                  <a:pt x="1947" y="738"/>
                </a:lnTo>
                <a:lnTo>
                  <a:pt x="1947" y="739"/>
                </a:lnTo>
                <a:lnTo>
                  <a:pt x="1948" y="739"/>
                </a:lnTo>
                <a:lnTo>
                  <a:pt x="1949" y="739"/>
                </a:lnTo>
                <a:lnTo>
                  <a:pt x="1949" y="740"/>
                </a:lnTo>
                <a:lnTo>
                  <a:pt x="1950" y="740"/>
                </a:lnTo>
                <a:lnTo>
                  <a:pt x="1951" y="740"/>
                </a:lnTo>
                <a:lnTo>
                  <a:pt x="1951" y="741"/>
                </a:lnTo>
                <a:lnTo>
                  <a:pt x="1952" y="741"/>
                </a:lnTo>
                <a:lnTo>
                  <a:pt x="1952" y="742"/>
                </a:lnTo>
                <a:lnTo>
                  <a:pt x="1953" y="743"/>
                </a:lnTo>
                <a:lnTo>
                  <a:pt x="1953" y="744"/>
                </a:lnTo>
                <a:lnTo>
                  <a:pt x="1954" y="744"/>
                </a:lnTo>
                <a:lnTo>
                  <a:pt x="1954" y="745"/>
                </a:lnTo>
                <a:lnTo>
                  <a:pt x="1955" y="745"/>
                </a:lnTo>
                <a:lnTo>
                  <a:pt x="1955" y="747"/>
                </a:lnTo>
                <a:lnTo>
                  <a:pt x="1955" y="748"/>
                </a:lnTo>
                <a:lnTo>
                  <a:pt x="1955" y="749"/>
                </a:lnTo>
                <a:lnTo>
                  <a:pt x="1957" y="749"/>
                </a:lnTo>
                <a:lnTo>
                  <a:pt x="1958" y="749"/>
                </a:lnTo>
                <a:lnTo>
                  <a:pt x="1959" y="749"/>
                </a:lnTo>
                <a:lnTo>
                  <a:pt x="1959" y="748"/>
                </a:lnTo>
                <a:lnTo>
                  <a:pt x="1960" y="748"/>
                </a:lnTo>
                <a:lnTo>
                  <a:pt x="1961" y="748"/>
                </a:lnTo>
                <a:lnTo>
                  <a:pt x="1962" y="748"/>
                </a:lnTo>
                <a:lnTo>
                  <a:pt x="1963" y="748"/>
                </a:lnTo>
                <a:lnTo>
                  <a:pt x="1963" y="749"/>
                </a:lnTo>
                <a:lnTo>
                  <a:pt x="1964" y="749"/>
                </a:lnTo>
                <a:lnTo>
                  <a:pt x="1964" y="750"/>
                </a:lnTo>
                <a:lnTo>
                  <a:pt x="1965" y="750"/>
                </a:lnTo>
                <a:lnTo>
                  <a:pt x="1965" y="751"/>
                </a:lnTo>
                <a:lnTo>
                  <a:pt x="1966" y="751"/>
                </a:lnTo>
                <a:lnTo>
                  <a:pt x="1966" y="753"/>
                </a:lnTo>
                <a:lnTo>
                  <a:pt x="1966" y="754"/>
                </a:lnTo>
                <a:lnTo>
                  <a:pt x="1966" y="755"/>
                </a:lnTo>
                <a:lnTo>
                  <a:pt x="1966" y="756"/>
                </a:lnTo>
                <a:lnTo>
                  <a:pt x="1966" y="757"/>
                </a:lnTo>
                <a:lnTo>
                  <a:pt x="1967" y="757"/>
                </a:lnTo>
                <a:lnTo>
                  <a:pt x="1967" y="758"/>
                </a:lnTo>
                <a:lnTo>
                  <a:pt x="1968" y="758"/>
                </a:lnTo>
                <a:lnTo>
                  <a:pt x="1968" y="759"/>
                </a:lnTo>
                <a:lnTo>
                  <a:pt x="1968" y="760"/>
                </a:lnTo>
                <a:lnTo>
                  <a:pt x="1968" y="761"/>
                </a:lnTo>
                <a:lnTo>
                  <a:pt x="1968" y="762"/>
                </a:lnTo>
                <a:lnTo>
                  <a:pt x="1969" y="763"/>
                </a:lnTo>
                <a:lnTo>
                  <a:pt x="1970" y="763"/>
                </a:lnTo>
                <a:lnTo>
                  <a:pt x="1970" y="764"/>
                </a:lnTo>
                <a:lnTo>
                  <a:pt x="1971" y="764"/>
                </a:lnTo>
                <a:lnTo>
                  <a:pt x="1972" y="764"/>
                </a:lnTo>
                <a:lnTo>
                  <a:pt x="1973" y="764"/>
                </a:lnTo>
                <a:lnTo>
                  <a:pt x="1974" y="764"/>
                </a:lnTo>
                <a:lnTo>
                  <a:pt x="1974" y="765"/>
                </a:lnTo>
                <a:lnTo>
                  <a:pt x="1975" y="765"/>
                </a:lnTo>
                <a:lnTo>
                  <a:pt x="1976" y="765"/>
                </a:lnTo>
                <a:lnTo>
                  <a:pt x="1976" y="766"/>
                </a:lnTo>
                <a:lnTo>
                  <a:pt x="1977" y="766"/>
                </a:lnTo>
                <a:lnTo>
                  <a:pt x="1977" y="767"/>
                </a:lnTo>
                <a:lnTo>
                  <a:pt x="1978" y="767"/>
                </a:lnTo>
                <a:lnTo>
                  <a:pt x="1979" y="768"/>
                </a:lnTo>
                <a:lnTo>
                  <a:pt x="1980" y="768"/>
                </a:lnTo>
                <a:lnTo>
                  <a:pt x="1980" y="769"/>
                </a:lnTo>
                <a:lnTo>
                  <a:pt x="1981" y="769"/>
                </a:lnTo>
                <a:lnTo>
                  <a:pt x="1983" y="769"/>
                </a:lnTo>
                <a:lnTo>
                  <a:pt x="1984" y="769"/>
                </a:lnTo>
                <a:lnTo>
                  <a:pt x="1984" y="770"/>
                </a:lnTo>
                <a:lnTo>
                  <a:pt x="1985" y="770"/>
                </a:lnTo>
                <a:lnTo>
                  <a:pt x="1985" y="771"/>
                </a:lnTo>
                <a:lnTo>
                  <a:pt x="1986" y="771"/>
                </a:lnTo>
                <a:lnTo>
                  <a:pt x="1986" y="772"/>
                </a:lnTo>
                <a:lnTo>
                  <a:pt x="1987" y="772"/>
                </a:lnTo>
                <a:lnTo>
                  <a:pt x="1987" y="773"/>
                </a:lnTo>
                <a:lnTo>
                  <a:pt x="1988" y="773"/>
                </a:lnTo>
                <a:lnTo>
                  <a:pt x="1988" y="774"/>
                </a:lnTo>
                <a:lnTo>
                  <a:pt x="1988" y="775"/>
                </a:lnTo>
                <a:lnTo>
                  <a:pt x="1988" y="776"/>
                </a:lnTo>
                <a:lnTo>
                  <a:pt x="1989" y="776"/>
                </a:lnTo>
                <a:lnTo>
                  <a:pt x="1989" y="777"/>
                </a:lnTo>
                <a:lnTo>
                  <a:pt x="1989" y="780"/>
                </a:lnTo>
                <a:lnTo>
                  <a:pt x="1988" y="780"/>
                </a:lnTo>
                <a:lnTo>
                  <a:pt x="1988" y="781"/>
                </a:lnTo>
                <a:lnTo>
                  <a:pt x="1988" y="782"/>
                </a:lnTo>
                <a:lnTo>
                  <a:pt x="1988" y="783"/>
                </a:lnTo>
                <a:lnTo>
                  <a:pt x="1988" y="784"/>
                </a:lnTo>
                <a:lnTo>
                  <a:pt x="1987" y="784"/>
                </a:lnTo>
                <a:lnTo>
                  <a:pt x="1987" y="785"/>
                </a:lnTo>
                <a:lnTo>
                  <a:pt x="1987" y="786"/>
                </a:lnTo>
                <a:lnTo>
                  <a:pt x="1987" y="787"/>
                </a:lnTo>
                <a:lnTo>
                  <a:pt x="1986" y="787"/>
                </a:lnTo>
                <a:lnTo>
                  <a:pt x="1986" y="788"/>
                </a:lnTo>
                <a:lnTo>
                  <a:pt x="1986" y="789"/>
                </a:lnTo>
                <a:lnTo>
                  <a:pt x="1986" y="790"/>
                </a:lnTo>
                <a:lnTo>
                  <a:pt x="1985" y="790"/>
                </a:lnTo>
                <a:lnTo>
                  <a:pt x="1985" y="791"/>
                </a:lnTo>
                <a:lnTo>
                  <a:pt x="1985" y="792"/>
                </a:lnTo>
                <a:lnTo>
                  <a:pt x="1985" y="793"/>
                </a:lnTo>
                <a:lnTo>
                  <a:pt x="1984" y="794"/>
                </a:lnTo>
                <a:lnTo>
                  <a:pt x="1984" y="795"/>
                </a:lnTo>
                <a:lnTo>
                  <a:pt x="1983" y="796"/>
                </a:lnTo>
                <a:lnTo>
                  <a:pt x="1983" y="797"/>
                </a:lnTo>
                <a:lnTo>
                  <a:pt x="1982" y="797"/>
                </a:lnTo>
                <a:lnTo>
                  <a:pt x="1982" y="798"/>
                </a:lnTo>
                <a:lnTo>
                  <a:pt x="1982" y="799"/>
                </a:lnTo>
                <a:lnTo>
                  <a:pt x="1982" y="800"/>
                </a:lnTo>
                <a:lnTo>
                  <a:pt x="1982" y="801"/>
                </a:lnTo>
                <a:lnTo>
                  <a:pt x="1982" y="802"/>
                </a:lnTo>
                <a:lnTo>
                  <a:pt x="1983" y="802"/>
                </a:lnTo>
                <a:lnTo>
                  <a:pt x="1983" y="803"/>
                </a:lnTo>
                <a:lnTo>
                  <a:pt x="1983" y="804"/>
                </a:lnTo>
                <a:lnTo>
                  <a:pt x="1984" y="804"/>
                </a:lnTo>
                <a:lnTo>
                  <a:pt x="1984" y="805"/>
                </a:lnTo>
                <a:lnTo>
                  <a:pt x="1984" y="806"/>
                </a:lnTo>
                <a:lnTo>
                  <a:pt x="1984" y="807"/>
                </a:lnTo>
                <a:lnTo>
                  <a:pt x="1984" y="808"/>
                </a:lnTo>
                <a:lnTo>
                  <a:pt x="1983" y="808"/>
                </a:lnTo>
                <a:lnTo>
                  <a:pt x="1983" y="809"/>
                </a:lnTo>
                <a:lnTo>
                  <a:pt x="1982" y="810"/>
                </a:lnTo>
                <a:lnTo>
                  <a:pt x="1981" y="811"/>
                </a:lnTo>
                <a:lnTo>
                  <a:pt x="1981" y="812"/>
                </a:lnTo>
                <a:lnTo>
                  <a:pt x="1981" y="813"/>
                </a:lnTo>
                <a:lnTo>
                  <a:pt x="1981" y="814"/>
                </a:lnTo>
                <a:lnTo>
                  <a:pt x="1980" y="814"/>
                </a:lnTo>
                <a:lnTo>
                  <a:pt x="1980" y="815"/>
                </a:lnTo>
                <a:lnTo>
                  <a:pt x="1980" y="816"/>
                </a:lnTo>
                <a:lnTo>
                  <a:pt x="1980" y="817"/>
                </a:lnTo>
                <a:lnTo>
                  <a:pt x="1980" y="818"/>
                </a:lnTo>
                <a:lnTo>
                  <a:pt x="1980" y="819"/>
                </a:lnTo>
                <a:lnTo>
                  <a:pt x="1979" y="819"/>
                </a:lnTo>
                <a:lnTo>
                  <a:pt x="1979" y="820"/>
                </a:lnTo>
                <a:lnTo>
                  <a:pt x="1978" y="821"/>
                </a:lnTo>
                <a:lnTo>
                  <a:pt x="1978" y="822"/>
                </a:lnTo>
                <a:lnTo>
                  <a:pt x="1977" y="822"/>
                </a:lnTo>
                <a:lnTo>
                  <a:pt x="1976" y="822"/>
                </a:lnTo>
                <a:lnTo>
                  <a:pt x="1976" y="823"/>
                </a:lnTo>
                <a:lnTo>
                  <a:pt x="1975" y="824"/>
                </a:lnTo>
                <a:lnTo>
                  <a:pt x="1975" y="825"/>
                </a:lnTo>
                <a:lnTo>
                  <a:pt x="1975" y="827"/>
                </a:lnTo>
                <a:lnTo>
                  <a:pt x="1975" y="828"/>
                </a:lnTo>
                <a:lnTo>
                  <a:pt x="1976" y="828"/>
                </a:lnTo>
                <a:lnTo>
                  <a:pt x="1976" y="829"/>
                </a:lnTo>
                <a:lnTo>
                  <a:pt x="1976" y="830"/>
                </a:lnTo>
                <a:lnTo>
                  <a:pt x="1976" y="831"/>
                </a:lnTo>
                <a:lnTo>
                  <a:pt x="1976" y="832"/>
                </a:lnTo>
                <a:lnTo>
                  <a:pt x="1976" y="833"/>
                </a:lnTo>
                <a:lnTo>
                  <a:pt x="1976" y="834"/>
                </a:lnTo>
                <a:lnTo>
                  <a:pt x="1975" y="834"/>
                </a:lnTo>
                <a:lnTo>
                  <a:pt x="1975" y="835"/>
                </a:lnTo>
                <a:lnTo>
                  <a:pt x="1974" y="835"/>
                </a:lnTo>
                <a:lnTo>
                  <a:pt x="1974" y="836"/>
                </a:lnTo>
                <a:lnTo>
                  <a:pt x="1973" y="836"/>
                </a:lnTo>
                <a:lnTo>
                  <a:pt x="1972" y="837"/>
                </a:lnTo>
                <a:lnTo>
                  <a:pt x="1971" y="837"/>
                </a:lnTo>
                <a:lnTo>
                  <a:pt x="1970" y="838"/>
                </a:lnTo>
                <a:lnTo>
                  <a:pt x="1970" y="839"/>
                </a:lnTo>
                <a:lnTo>
                  <a:pt x="1969" y="839"/>
                </a:lnTo>
                <a:lnTo>
                  <a:pt x="1969" y="840"/>
                </a:lnTo>
                <a:lnTo>
                  <a:pt x="1969" y="841"/>
                </a:lnTo>
                <a:lnTo>
                  <a:pt x="1969" y="842"/>
                </a:lnTo>
                <a:lnTo>
                  <a:pt x="1969" y="843"/>
                </a:lnTo>
                <a:lnTo>
                  <a:pt x="1968" y="843"/>
                </a:lnTo>
                <a:lnTo>
                  <a:pt x="1968" y="844"/>
                </a:lnTo>
                <a:lnTo>
                  <a:pt x="1967" y="844"/>
                </a:lnTo>
                <a:lnTo>
                  <a:pt x="1966" y="844"/>
                </a:lnTo>
                <a:lnTo>
                  <a:pt x="1965" y="844"/>
                </a:lnTo>
                <a:lnTo>
                  <a:pt x="1964" y="844"/>
                </a:lnTo>
                <a:lnTo>
                  <a:pt x="1963" y="844"/>
                </a:lnTo>
                <a:lnTo>
                  <a:pt x="1962" y="844"/>
                </a:lnTo>
                <a:lnTo>
                  <a:pt x="1962" y="845"/>
                </a:lnTo>
                <a:lnTo>
                  <a:pt x="1961" y="845"/>
                </a:lnTo>
                <a:lnTo>
                  <a:pt x="1961" y="846"/>
                </a:lnTo>
                <a:lnTo>
                  <a:pt x="1960" y="846"/>
                </a:lnTo>
                <a:lnTo>
                  <a:pt x="1959" y="847"/>
                </a:lnTo>
                <a:lnTo>
                  <a:pt x="1958" y="848"/>
                </a:lnTo>
                <a:lnTo>
                  <a:pt x="1957" y="848"/>
                </a:lnTo>
                <a:lnTo>
                  <a:pt x="1957" y="849"/>
                </a:lnTo>
                <a:lnTo>
                  <a:pt x="1956" y="849"/>
                </a:lnTo>
                <a:lnTo>
                  <a:pt x="1955" y="849"/>
                </a:lnTo>
                <a:lnTo>
                  <a:pt x="1954" y="849"/>
                </a:lnTo>
                <a:lnTo>
                  <a:pt x="1952" y="849"/>
                </a:lnTo>
                <a:lnTo>
                  <a:pt x="1951" y="850"/>
                </a:lnTo>
                <a:lnTo>
                  <a:pt x="1950" y="850"/>
                </a:lnTo>
                <a:lnTo>
                  <a:pt x="1950" y="849"/>
                </a:lnTo>
                <a:lnTo>
                  <a:pt x="1949" y="850"/>
                </a:lnTo>
                <a:lnTo>
                  <a:pt x="1948" y="850"/>
                </a:lnTo>
                <a:lnTo>
                  <a:pt x="1946" y="851"/>
                </a:lnTo>
                <a:lnTo>
                  <a:pt x="1945" y="853"/>
                </a:lnTo>
                <a:lnTo>
                  <a:pt x="1944" y="854"/>
                </a:lnTo>
                <a:lnTo>
                  <a:pt x="1944" y="855"/>
                </a:lnTo>
                <a:lnTo>
                  <a:pt x="1943" y="856"/>
                </a:lnTo>
                <a:lnTo>
                  <a:pt x="1943" y="857"/>
                </a:lnTo>
                <a:lnTo>
                  <a:pt x="1942" y="858"/>
                </a:lnTo>
                <a:lnTo>
                  <a:pt x="1942" y="859"/>
                </a:lnTo>
                <a:lnTo>
                  <a:pt x="1942" y="860"/>
                </a:lnTo>
                <a:lnTo>
                  <a:pt x="1941" y="860"/>
                </a:lnTo>
                <a:lnTo>
                  <a:pt x="1941" y="861"/>
                </a:lnTo>
                <a:lnTo>
                  <a:pt x="1941" y="862"/>
                </a:lnTo>
                <a:lnTo>
                  <a:pt x="1940" y="862"/>
                </a:lnTo>
                <a:lnTo>
                  <a:pt x="1941" y="863"/>
                </a:lnTo>
                <a:lnTo>
                  <a:pt x="1941" y="864"/>
                </a:lnTo>
                <a:lnTo>
                  <a:pt x="1941" y="865"/>
                </a:lnTo>
                <a:lnTo>
                  <a:pt x="1941" y="866"/>
                </a:lnTo>
                <a:lnTo>
                  <a:pt x="1941" y="867"/>
                </a:lnTo>
                <a:lnTo>
                  <a:pt x="1941" y="868"/>
                </a:lnTo>
                <a:lnTo>
                  <a:pt x="1941" y="869"/>
                </a:lnTo>
                <a:lnTo>
                  <a:pt x="1941" y="870"/>
                </a:lnTo>
                <a:lnTo>
                  <a:pt x="1940" y="870"/>
                </a:lnTo>
                <a:lnTo>
                  <a:pt x="1940" y="871"/>
                </a:lnTo>
                <a:lnTo>
                  <a:pt x="1939" y="872"/>
                </a:lnTo>
                <a:lnTo>
                  <a:pt x="1938" y="872"/>
                </a:lnTo>
                <a:lnTo>
                  <a:pt x="1938" y="873"/>
                </a:lnTo>
                <a:lnTo>
                  <a:pt x="1937" y="873"/>
                </a:lnTo>
                <a:lnTo>
                  <a:pt x="1936" y="873"/>
                </a:lnTo>
                <a:lnTo>
                  <a:pt x="1936" y="874"/>
                </a:lnTo>
                <a:lnTo>
                  <a:pt x="1935" y="874"/>
                </a:lnTo>
                <a:lnTo>
                  <a:pt x="1935" y="875"/>
                </a:lnTo>
                <a:lnTo>
                  <a:pt x="1935" y="876"/>
                </a:lnTo>
                <a:lnTo>
                  <a:pt x="1934" y="876"/>
                </a:lnTo>
                <a:lnTo>
                  <a:pt x="1934" y="877"/>
                </a:lnTo>
                <a:lnTo>
                  <a:pt x="1934" y="878"/>
                </a:lnTo>
                <a:lnTo>
                  <a:pt x="1933" y="878"/>
                </a:lnTo>
                <a:lnTo>
                  <a:pt x="1933" y="880"/>
                </a:lnTo>
                <a:lnTo>
                  <a:pt x="1933" y="881"/>
                </a:lnTo>
                <a:lnTo>
                  <a:pt x="1933" y="882"/>
                </a:lnTo>
                <a:lnTo>
                  <a:pt x="1933" y="883"/>
                </a:lnTo>
                <a:lnTo>
                  <a:pt x="1933" y="884"/>
                </a:lnTo>
                <a:lnTo>
                  <a:pt x="1934" y="884"/>
                </a:lnTo>
                <a:lnTo>
                  <a:pt x="1934" y="885"/>
                </a:lnTo>
                <a:lnTo>
                  <a:pt x="1934" y="886"/>
                </a:lnTo>
                <a:lnTo>
                  <a:pt x="1934" y="887"/>
                </a:lnTo>
                <a:lnTo>
                  <a:pt x="1934" y="889"/>
                </a:lnTo>
                <a:lnTo>
                  <a:pt x="1934" y="890"/>
                </a:lnTo>
                <a:lnTo>
                  <a:pt x="1934" y="891"/>
                </a:lnTo>
                <a:lnTo>
                  <a:pt x="1934" y="892"/>
                </a:lnTo>
                <a:lnTo>
                  <a:pt x="1934" y="893"/>
                </a:lnTo>
                <a:lnTo>
                  <a:pt x="1934" y="894"/>
                </a:lnTo>
                <a:lnTo>
                  <a:pt x="1934" y="895"/>
                </a:lnTo>
                <a:lnTo>
                  <a:pt x="1935" y="895"/>
                </a:lnTo>
                <a:lnTo>
                  <a:pt x="1935" y="896"/>
                </a:lnTo>
                <a:lnTo>
                  <a:pt x="1936" y="897"/>
                </a:lnTo>
                <a:lnTo>
                  <a:pt x="1937" y="897"/>
                </a:lnTo>
                <a:lnTo>
                  <a:pt x="1937" y="898"/>
                </a:lnTo>
                <a:lnTo>
                  <a:pt x="1938" y="898"/>
                </a:lnTo>
                <a:lnTo>
                  <a:pt x="1939" y="898"/>
                </a:lnTo>
                <a:lnTo>
                  <a:pt x="1940" y="898"/>
                </a:lnTo>
                <a:lnTo>
                  <a:pt x="1942" y="899"/>
                </a:lnTo>
                <a:lnTo>
                  <a:pt x="1942" y="900"/>
                </a:lnTo>
                <a:lnTo>
                  <a:pt x="1943" y="900"/>
                </a:lnTo>
                <a:lnTo>
                  <a:pt x="1944" y="901"/>
                </a:lnTo>
                <a:lnTo>
                  <a:pt x="1946" y="902"/>
                </a:lnTo>
                <a:lnTo>
                  <a:pt x="1946" y="903"/>
                </a:lnTo>
                <a:lnTo>
                  <a:pt x="1947" y="904"/>
                </a:lnTo>
                <a:lnTo>
                  <a:pt x="1948" y="905"/>
                </a:lnTo>
                <a:lnTo>
                  <a:pt x="1948" y="906"/>
                </a:lnTo>
                <a:lnTo>
                  <a:pt x="1949" y="908"/>
                </a:lnTo>
                <a:lnTo>
                  <a:pt x="1949" y="909"/>
                </a:lnTo>
                <a:lnTo>
                  <a:pt x="1949" y="910"/>
                </a:lnTo>
                <a:lnTo>
                  <a:pt x="1950" y="912"/>
                </a:lnTo>
                <a:lnTo>
                  <a:pt x="1950" y="913"/>
                </a:lnTo>
                <a:lnTo>
                  <a:pt x="1951" y="913"/>
                </a:lnTo>
                <a:lnTo>
                  <a:pt x="1951" y="914"/>
                </a:lnTo>
                <a:lnTo>
                  <a:pt x="1951" y="915"/>
                </a:lnTo>
                <a:lnTo>
                  <a:pt x="1951" y="916"/>
                </a:lnTo>
                <a:lnTo>
                  <a:pt x="1952" y="916"/>
                </a:lnTo>
                <a:lnTo>
                  <a:pt x="1952" y="917"/>
                </a:lnTo>
                <a:lnTo>
                  <a:pt x="1952" y="919"/>
                </a:lnTo>
                <a:lnTo>
                  <a:pt x="1952" y="920"/>
                </a:lnTo>
                <a:lnTo>
                  <a:pt x="1952" y="921"/>
                </a:lnTo>
                <a:lnTo>
                  <a:pt x="1951" y="922"/>
                </a:lnTo>
                <a:lnTo>
                  <a:pt x="1949" y="923"/>
                </a:lnTo>
                <a:lnTo>
                  <a:pt x="1948" y="924"/>
                </a:lnTo>
                <a:lnTo>
                  <a:pt x="1947" y="924"/>
                </a:lnTo>
                <a:lnTo>
                  <a:pt x="1946" y="924"/>
                </a:lnTo>
                <a:lnTo>
                  <a:pt x="1945" y="924"/>
                </a:lnTo>
                <a:lnTo>
                  <a:pt x="1945" y="925"/>
                </a:lnTo>
                <a:lnTo>
                  <a:pt x="1944" y="925"/>
                </a:lnTo>
                <a:lnTo>
                  <a:pt x="1943" y="925"/>
                </a:lnTo>
                <a:lnTo>
                  <a:pt x="1942" y="925"/>
                </a:lnTo>
                <a:lnTo>
                  <a:pt x="1942" y="926"/>
                </a:lnTo>
                <a:lnTo>
                  <a:pt x="1942" y="927"/>
                </a:lnTo>
                <a:lnTo>
                  <a:pt x="1941" y="927"/>
                </a:lnTo>
                <a:lnTo>
                  <a:pt x="1941" y="928"/>
                </a:lnTo>
                <a:lnTo>
                  <a:pt x="1941" y="931"/>
                </a:lnTo>
                <a:lnTo>
                  <a:pt x="1941" y="932"/>
                </a:lnTo>
                <a:lnTo>
                  <a:pt x="1940" y="932"/>
                </a:lnTo>
                <a:lnTo>
                  <a:pt x="1940" y="934"/>
                </a:lnTo>
                <a:lnTo>
                  <a:pt x="1941" y="934"/>
                </a:lnTo>
                <a:lnTo>
                  <a:pt x="1941" y="935"/>
                </a:lnTo>
                <a:lnTo>
                  <a:pt x="1941" y="936"/>
                </a:lnTo>
                <a:lnTo>
                  <a:pt x="1942" y="937"/>
                </a:lnTo>
                <a:lnTo>
                  <a:pt x="1942" y="939"/>
                </a:lnTo>
                <a:lnTo>
                  <a:pt x="1941" y="939"/>
                </a:lnTo>
                <a:lnTo>
                  <a:pt x="1941" y="940"/>
                </a:lnTo>
                <a:lnTo>
                  <a:pt x="1941" y="941"/>
                </a:lnTo>
                <a:lnTo>
                  <a:pt x="1941" y="942"/>
                </a:lnTo>
                <a:lnTo>
                  <a:pt x="1941" y="943"/>
                </a:lnTo>
                <a:lnTo>
                  <a:pt x="1941" y="944"/>
                </a:lnTo>
                <a:lnTo>
                  <a:pt x="1942" y="945"/>
                </a:lnTo>
                <a:lnTo>
                  <a:pt x="1941" y="945"/>
                </a:lnTo>
                <a:lnTo>
                  <a:pt x="1941" y="946"/>
                </a:lnTo>
                <a:lnTo>
                  <a:pt x="1940" y="948"/>
                </a:lnTo>
                <a:lnTo>
                  <a:pt x="1939" y="949"/>
                </a:lnTo>
                <a:lnTo>
                  <a:pt x="1938" y="950"/>
                </a:lnTo>
                <a:lnTo>
                  <a:pt x="1938" y="951"/>
                </a:lnTo>
                <a:lnTo>
                  <a:pt x="1938" y="952"/>
                </a:lnTo>
                <a:lnTo>
                  <a:pt x="1938" y="953"/>
                </a:lnTo>
                <a:lnTo>
                  <a:pt x="1938" y="954"/>
                </a:lnTo>
                <a:lnTo>
                  <a:pt x="1939" y="954"/>
                </a:lnTo>
                <a:lnTo>
                  <a:pt x="1939" y="955"/>
                </a:lnTo>
                <a:lnTo>
                  <a:pt x="1940" y="955"/>
                </a:lnTo>
                <a:lnTo>
                  <a:pt x="1941" y="955"/>
                </a:lnTo>
                <a:lnTo>
                  <a:pt x="1941" y="956"/>
                </a:lnTo>
                <a:lnTo>
                  <a:pt x="1941" y="957"/>
                </a:lnTo>
                <a:lnTo>
                  <a:pt x="1942" y="958"/>
                </a:lnTo>
                <a:lnTo>
                  <a:pt x="1942" y="959"/>
                </a:lnTo>
                <a:lnTo>
                  <a:pt x="1942" y="961"/>
                </a:lnTo>
                <a:lnTo>
                  <a:pt x="1942" y="962"/>
                </a:lnTo>
                <a:lnTo>
                  <a:pt x="1942" y="963"/>
                </a:lnTo>
                <a:lnTo>
                  <a:pt x="1941" y="964"/>
                </a:lnTo>
                <a:lnTo>
                  <a:pt x="1941" y="966"/>
                </a:lnTo>
                <a:lnTo>
                  <a:pt x="1941" y="967"/>
                </a:lnTo>
                <a:lnTo>
                  <a:pt x="1941" y="968"/>
                </a:lnTo>
                <a:lnTo>
                  <a:pt x="1941" y="971"/>
                </a:lnTo>
                <a:lnTo>
                  <a:pt x="1941" y="972"/>
                </a:lnTo>
                <a:lnTo>
                  <a:pt x="1941" y="973"/>
                </a:lnTo>
                <a:lnTo>
                  <a:pt x="1942" y="973"/>
                </a:lnTo>
                <a:lnTo>
                  <a:pt x="1942" y="974"/>
                </a:lnTo>
                <a:lnTo>
                  <a:pt x="1942" y="976"/>
                </a:lnTo>
                <a:lnTo>
                  <a:pt x="1942" y="977"/>
                </a:lnTo>
                <a:lnTo>
                  <a:pt x="1943" y="978"/>
                </a:lnTo>
                <a:lnTo>
                  <a:pt x="1943" y="979"/>
                </a:lnTo>
                <a:lnTo>
                  <a:pt x="1942" y="979"/>
                </a:lnTo>
                <a:lnTo>
                  <a:pt x="1942" y="980"/>
                </a:lnTo>
                <a:lnTo>
                  <a:pt x="1941" y="981"/>
                </a:lnTo>
                <a:lnTo>
                  <a:pt x="1941" y="982"/>
                </a:lnTo>
                <a:lnTo>
                  <a:pt x="1941" y="983"/>
                </a:lnTo>
                <a:lnTo>
                  <a:pt x="1941" y="984"/>
                </a:lnTo>
                <a:lnTo>
                  <a:pt x="1942" y="984"/>
                </a:lnTo>
                <a:lnTo>
                  <a:pt x="1942" y="985"/>
                </a:lnTo>
                <a:lnTo>
                  <a:pt x="1942" y="986"/>
                </a:lnTo>
                <a:lnTo>
                  <a:pt x="1943" y="987"/>
                </a:lnTo>
                <a:lnTo>
                  <a:pt x="1944" y="987"/>
                </a:lnTo>
                <a:lnTo>
                  <a:pt x="1945" y="988"/>
                </a:lnTo>
                <a:lnTo>
                  <a:pt x="1945" y="989"/>
                </a:lnTo>
                <a:lnTo>
                  <a:pt x="1946" y="989"/>
                </a:lnTo>
                <a:lnTo>
                  <a:pt x="1946" y="990"/>
                </a:lnTo>
                <a:lnTo>
                  <a:pt x="1947" y="990"/>
                </a:lnTo>
                <a:lnTo>
                  <a:pt x="1948" y="991"/>
                </a:lnTo>
                <a:lnTo>
                  <a:pt x="1948" y="992"/>
                </a:lnTo>
                <a:lnTo>
                  <a:pt x="1949" y="993"/>
                </a:lnTo>
                <a:lnTo>
                  <a:pt x="1948" y="993"/>
                </a:lnTo>
                <a:lnTo>
                  <a:pt x="1948" y="994"/>
                </a:lnTo>
                <a:lnTo>
                  <a:pt x="1947" y="995"/>
                </a:lnTo>
                <a:lnTo>
                  <a:pt x="1947" y="996"/>
                </a:lnTo>
                <a:lnTo>
                  <a:pt x="1947" y="997"/>
                </a:lnTo>
                <a:lnTo>
                  <a:pt x="1947" y="998"/>
                </a:lnTo>
                <a:lnTo>
                  <a:pt x="1947" y="999"/>
                </a:lnTo>
                <a:lnTo>
                  <a:pt x="1947" y="1000"/>
                </a:lnTo>
                <a:lnTo>
                  <a:pt x="1947" y="1001"/>
                </a:lnTo>
                <a:lnTo>
                  <a:pt x="1947" y="1002"/>
                </a:lnTo>
                <a:lnTo>
                  <a:pt x="1948" y="1002"/>
                </a:lnTo>
                <a:lnTo>
                  <a:pt x="1948" y="1003"/>
                </a:lnTo>
                <a:lnTo>
                  <a:pt x="1948" y="1004"/>
                </a:lnTo>
                <a:lnTo>
                  <a:pt x="1948" y="1005"/>
                </a:lnTo>
                <a:lnTo>
                  <a:pt x="1949" y="1005"/>
                </a:lnTo>
                <a:lnTo>
                  <a:pt x="1949" y="1006"/>
                </a:lnTo>
                <a:lnTo>
                  <a:pt x="1950" y="1006"/>
                </a:lnTo>
                <a:lnTo>
                  <a:pt x="1950" y="1007"/>
                </a:lnTo>
                <a:lnTo>
                  <a:pt x="1950" y="1008"/>
                </a:lnTo>
                <a:lnTo>
                  <a:pt x="1951" y="1008"/>
                </a:lnTo>
                <a:lnTo>
                  <a:pt x="1951" y="1009"/>
                </a:lnTo>
                <a:lnTo>
                  <a:pt x="1950" y="1009"/>
                </a:lnTo>
                <a:lnTo>
                  <a:pt x="1950" y="1010"/>
                </a:lnTo>
                <a:lnTo>
                  <a:pt x="1950" y="1013"/>
                </a:lnTo>
                <a:lnTo>
                  <a:pt x="1950" y="1016"/>
                </a:lnTo>
                <a:lnTo>
                  <a:pt x="1951" y="1018"/>
                </a:lnTo>
                <a:lnTo>
                  <a:pt x="1951" y="1019"/>
                </a:lnTo>
                <a:lnTo>
                  <a:pt x="1951" y="1022"/>
                </a:lnTo>
                <a:lnTo>
                  <a:pt x="1950" y="1022"/>
                </a:lnTo>
                <a:lnTo>
                  <a:pt x="1950" y="1023"/>
                </a:lnTo>
                <a:lnTo>
                  <a:pt x="1948" y="1024"/>
                </a:lnTo>
                <a:lnTo>
                  <a:pt x="1947" y="1026"/>
                </a:lnTo>
                <a:lnTo>
                  <a:pt x="1946" y="1027"/>
                </a:lnTo>
                <a:lnTo>
                  <a:pt x="1945" y="1028"/>
                </a:lnTo>
                <a:lnTo>
                  <a:pt x="1944" y="1029"/>
                </a:lnTo>
                <a:lnTo>
                  <a:pt x="1943" y="1030"/>
                </a:lnTo>
                <a:lnTo>
                  <a:pt x="1942" y="1031"/>
                </a:lnTo>
                <a:lnTo>
                  <a:pt x="1942" y="1032"/>
                </a:lnTo>
                <a:lnTo>
                  <a:pt x="1941" y="1033"/>
                </a:lnTo>
                <a:lnTo>
                  <a:pt x="1941" y="1034"/>
                </a:lnTo>
                <a:lnTo>
                  <a:pt x="1941" y="1036"/>
                </a:lnTo>
                <a:lnTo>
                  <a:pt x="1941" y="1037"/>
                </a:lnTo>
                <a:lnTo>
                  <a:pt x="1941" y="1038"/>
                </a:lnTo>
                <a:lnTo>
                  <a:pt x="1941" y="1039"/>
                </a:lnTo>
                <a:lnTo>
                  <a:pt x="1941" y="1040"/>
                </a:lnTo>
                <a:lnTo>
                  <a:pt x="1941" y="1042"/>
                </a:lnTo>
                <a:lnTo>
                  <a:pt x="1941" y="1043"/>
                </a:lnTo>
                <a:lnTo>
                  <a:pt x="1942" y="1044"/>
                </a:lnTo>
                <a:lnTo>
                  <a:pt x="1941" y="1046"/>
                </a:lnTo>
                <a:lnTo>
                  <a:pt x="1941" y="1048"/>
                </a:lnTo>
                <a:lnTo>
                  <a:pt x="1941" y="1049"/>
                </a:lnTo>
                <a:lnTo>
                  <a:pt x="1940" y="1049"/>
                </a:lnTo>
                <a:lnTo>
                  <a:pt x="1940" y="1050"/>
                </a:lnTo>
                <a:lnTo>
                  <a:pt x="1940" y="1051"/>
                </a:lnTo>
                <a:lnTo>
                  <a:pt x="1940" y="1052"/>
                </a:lnTo>
                <a:lnTo>
                  <a:pt x="1940" y="1053"/>
                </a:lnTo>
                <a:lnTo>
                  <a:pt x="1940" y="1054"/>
                </a:lnTo>
                <a:lnTo>
                  <a:pt x="1940" y="1055"/>
                </a:lnTo>
                <a:lnTo>
                  <a:pt x="1939" y="1057"/>
                </a:lnTo>
                <a:lnTo>
                  <a:pt x="1939" y="1058"/>
                </a:lnTo>
                <a:lnTo>
                  <a:pt x="1939" y="1059"/>
                </a:lnTo>
                <a:lnTo>
                  <a:pt x="1939" y="1060"/>
                </a:lnTo>
                <a:lnTo>
                  <a:pt x="1939" y="1061"/>
                </a:lnTo>
                <a:lnTo>
                  <a:pt x="1940" y="1064"/>
                </a:lnTo>
                <a:lnTo>
                  <a:pt x="1941" y="1064"/>
                </a:lnTo>
                <a:lnTo>
                  <a:pt x="1941" y="1065"/>
                </a:lnTo>
                <a:lnTo>
                  <a:pt x="1942" y="1065"/>
                </a:lnTo>
                <a:lnTo>
                  <a:pt x="1943" y="1065"/>
                </a:lnTo>
                <a:lnTo>
                  <a:pt x="1943" y="1064"/>
                </a:lnTo>
                <a:lnTo>
                  <a:pt x="1944" y="1064"/>
                </a:lnTo>
                <a:lnTo>
                  <a:pt x="1945" y="1063"/>
                </a:lnTo>
                <a:lnTo>
                  <a:pt x="1946" y="1063"/>
                </a:lnTo>
                <a:lnTo>
                  <a:pt x="1948" y="1063"/>
                </a:lnTo>
                <a:lnTo>
                  <a:pt x="1950" y="1064"/>
                </a:lnTo>
                <a:lnTo>
                  <a:pt x="1951" y="1065"/>
                </a:lnTo>
                <a:lnTo>
                  <a:pt x="1952" y="1065"/>
                </a:lnTo>
                <a:lnTo>
                  <a:pt x="1952" y="1066"/>
                </a:lnTo>
                <a:lnTo>
                  <a:pt x="1953" y="1066"/>
                </a:lnTo>
                <a:lnTo>
                  <a:pt x="1954" y="1067"/>
                </a:lnTo>
                <a:lnTo>
                  <a:pt x="1954" y="1068"/>
                </a:lnTo>
                <a:lnTo>
                  <a:pt x="1954" y="1069"/>
                </a:lnTo>
                <a:lnTo>
                  <a:pt x="1955" y="1069"/>
                </a:lnTo>
                <a:lnTo>
                  <a:pt x="1956" y="1069"/>
                </a:lnTo>
                <a:lnTo>
                  <a:pt x="1956" y="1070"/>
                </a:lnTo>
                <a:lnTo>
                  <a:pt x="1957" y="1070"/>
                </a:lnTo>
                <a:lnTo>
                  <a:pt x="1957" y="1071"/>
                </a:lnTo>
                <a:lnTo>
                  <a:pt x="1957" y="1072"/>
                </a:lnTo>
                <a:lnTo>
                  <a:pt x="1957" y="1073"/>
                </a:lnTo>
                <a:lnTo>
                  <a:pt x="1957" y="1074"/>
                </a:lnTo>
                <a:lnTo>
                  <a:pt x="1956" y="1075"/>
                </a:lnTo>
                <a:lnTo>
                  <a:pt x="1956" y="1076"/>
                </a:lnTo>
                <a:lnTo>
                  <a:pt x="1955" y="1076"/>
                </a:lnTo>
                <a:lnTo>
                  <a:pt x="1955" y="1077"/>
                </a:lnTo>
                <a:lnTo>
                  <a:pt x="1954" y="1077"/>
                </a:lnTo>
                <a:lnTo>
                  <a:pt x="1954" y="1078"/>
                </a:lnTo>
                <a:lnTo>
                  <a:pt x="1953" y="1078"/>
                </a:lnTo>
                <a:lnTo>
                  <a:pt x="1953" y="1079"/>
                </a:lnTo>
                <a:lnTo>
                  <a:pt x="1952" y="1079"/>
                </a:lnTo>
                <a:lnTo>
                  <a:pt x="1951" y="1079"/>
                </a:lnTo>
                <a:lnTo>
                  <a:pt x="1950" y="1080"/>
                </a:lnTo>
                <a:lnTo>
                  <a:pt x="1949" y="1080"/>
                </a:lnTo>
                <a:lnTo>
                  <a:pt x="1949" y="1081"/>
                </a:lnTo>
                <a:lnTo>
                  <a:pt x="1949" y="1084"/>
                </a:lnTo>
                <a:lnTo>
                  <a:pt x="1949" y="1085"/>
                </a:lnTo>
                <a:lnTo>
                  <a:pt x="1950" y="1086"/>
                </a:lnTo>
                <a:lnTo>
                  <a:pt x="1951" y="1086"/>
                </a:lnTo>
                <a:lnTo>
                  <a:pt x="1952" y="1086"/>
                </a:lnTo>
                <a:lnTo>
                  <a:pt x="1953" y="1086"/>
                </a:lnTo>
                <a:lnTo>
                  <a:pt x="1954" y="1086"/>
                </a:lnTo>
                <a:lnTo>
                  <a:pt x="1955" y="1086"/>
                </a:lnTo>
                <a:lnTo>
                  <a:pt x="1955" y="1085"/>
                </a:lnTo>
                <a:lnTo>
                  <a:pt x="1956" y="1085"/>
                </a:lnTo>
                <a:lnTo>
                  <a:pt x="1956" y="1084"/>
                </a:lnTo>
                <a:lnTo>
                  <a:pt x="1957" y="1084"/>
                </a:lnTo>
                <a:lnTo>
                  <a:pt x="1957" y="1085"/>
                </a:lnTo>
                <a:lnTo>
                  <a:pt x="1957" y="1086"/>
                </a:lnTo>
                <a:lnTo>
                  <a:pt x="1957" y="1089"/>
                </a:lnTo>
                <a:lnTo>
                  <a:pt x="1957" y="1090"/>
                </a:lnTo>
                <a:lnTo>
                  <a:pt x="1957" y="1091"/>
                </a:lnTo>
                <a:lnTo>
                  <a:pt x="1957" y="1092"/>
                </a:lnTo>
                <a:lnTo>
                  <a:pt x="1957" y="1093"/>
                </a:lnTo>
                <a:lnTo>
                  <a:pt x="1958" y="1093"/>
                </a:lnTo>
                <a:lnTo>
                  <a:pt x="1958" y="1094"/>
                </a:lnTo>
                <a:lnTo>
                  <a:pt x="1959" y="1094"/>
                </a:lnTo>
                <a:lnTo>
                  <a:pt x="1960" y="1095"/>
                </a:lnTo>
                <a:lnTo>
                  <a:pt x="1960" y="1096"/>
                </a:lnTo>
                <a:lnTo>
                  <a:pt x="1960" y="1097"/>
                </a:lnTo>
                <a:lnTo>
                  <a:pt x="1960" y="1098"/>
                </a:lnTo>
                <a:lnTo>
                  <a:pt x="1960" y="1099"/>
                </a:lnTo>
                <a:lnTo>
                  <a:pt x="1960" y="1100"/>
                </a:lnTo>
                <a:lnTo>
                  <a:pt x="1960" y="1101"/>
                </a:lnTo>
                <a:lnTo>
                  <a:pt x="1959" y="1101"/>
                </a:lnTo>
                <a:lnTo>
                  <a:pt x="1958" y="1101"/>
                </a:lnTo>
                <a:lnTo>
                  <a:pt x="1958" y="1102"/>
                </a:lnTo>
                <a:lnTo>
                  <a:pt x="1956" y="1102"/>
                </a:lnTo>
                <a:lnTo>
                  <a:pt x="1955" y="1102"/>
                </a:lnTo>
                <a:lnTo>
                  <a:pt x="1954" y="1102"/>
                </a:lnTo>
                <a:lnTo>
                  <a:pt x="1954" y="1103"/>
                </a:lnTo>
                <a:lnTo>
                  <a:pt x="1953" y="1103"/>
                </a:lnTo>
                <a:lnTo>
                  <a:pt x="1954" y="1104"/>
                </a:lnTo>
                <a:lnTo>
                  <a:pt x="1956" y="1104"/>
                </a:lnTo>
                <a:lnTo>
                  <a:pt x="1957" y="1104"/>
                </a:lnTo>
                <a:lnTo>
                  <a:pt x="1957" y="1105"/>
                </a:lnTo>
                <a:lnTo>
                  <a:pt x="1957" y="1106"/>
                </a:lnTo>
                <a:lnTo>
                  <a:pt x="1956" y="1107"/>
                </a:lnTo>
                <a:lnTo>
                  <a:pt x="1955" y="1108"/>
                </a:lnTo>
                <a:lnTo>
                  <a:pt x="1955" y="1109"/>
                </a:lnTo>
                <a:lnTo>
                  <a:pt x="1955" y="1110"/>
                </a:lnTo>
                <a:lnTo>
                  <a:pt x="1956" y="1110"/>
                </a:lnTo>
                <a:lnTo>
                  <a:pt x="1956" y="1111"/>
                </a:lnTo>
                <a:lnTo>
                  <a:pt x="1955" y="1111"/>
                </a:lnTo>
                <a:lnTo>
                  <a:pt x="1955" y="1112"/>
                </a:lnTo>
                <a:lnTo>
                  <a:pt x="1955" y="1113"/>
                </a:lnTo>
                <a:lnTo>
                  <a:pt x="1954" y="1113"/>
                </a:lnTo>
                <a:lnTo>
                  <a:pt x="1953" y="1113"/>
                </a:lnTo>
                <a:lnTo>
                  <a:pt x="1952" y="1112"/>
                </a:lnTo>
                <a:lnTo>
                  <a:pt x="1952" y="1111"/>
                </a:lnTo>
                <a:lnTo>
                  <a:pt x="1952" y="1110"/>
                </a:lnTo>
                <a:lnTo>
                  <a:pt x="1951" y="1110"/>
                </a:lnTo>
                <a:lnTo>
                  <a:pt x="1951" y="1109"/>
                </a:lnTo>
                <a:lnTo>
                  <a:pt x="1950" y="1109"/>
                </a:lnTo>
                <a:lnTo>
                  <a:pt x="1949" y="1109"/>
                </a:lnTo>
                <a:lnTo>
                  <a:pt x="1948" y="1109"/>
                </a:lnTo>
                <a:lnTo>
                  <a:pt x="1947" y="1109"/>
                </a:lnTo>
                <a:lnTo>
                  <a:pt x="1947" y="1110"/>
                </a:lnTo>
                <a:lnTo>
                  <a:pt x="1947" y="1111"/>
                </a:lnTo>
                <a:lnTo>
                  <a:pt x="1947" y="1112"/>
                </a:lnTo>
                <a:lnTo>
                  <a:pt x="1948" y="1112"/>
                </a:lnTo>
                <a:lnTo>
                  <a:pt x="1948" y="1113"/>
                </a:lnTo>
                <a:lnTo>
                  <a:pt x="1948" y="1114"/>
                </a:lnTo>
                <a:lnTo>
                  <a:pt x="1948" y="1115"/>
                </a:lnTo>
                <a:lnTo>
                  <a:pt x="1948" y="1116"/>
                </a:lnTo>
                <a:lnTo>
                  <a:pt x="1948" y="1117"/>
                </a:lnTo>
                <a:lnTo>
                  <a:pt x="1948" y="1118"/>
                </a:lnTo>
                <a:lnTo>
                  <a:pt x="1947" y="1118"/>
                </a:lnTo>
                <a:lnTo>
                  <a:pt x="1947" y="1119"/>
                </a:lnTo>
                <a:lnTo>
                  <a:pt x="1946" y="1120"/>
                </a:lnTo>
                <a:lnTo>
                  <a:pt x="1945" y="1122"/>
                </a:lnTo>
                <a:lnTo>
                  <a:pt x="1944" y="1122"/>
                </a:lnTo>
                <a:lnTo>
                  <a:pt x="1943" y="1123"/>
                </a:lnTo>
                <a:lnTo>
                  <a:pt x="1943" y="1124"/>
                </a:lnTo>
                <a:lnTo>
                  <a:pt x="1941" y="1124"/>
                </a:lnTo>
                <a:lnTo>
                  <a:pt x="1941" y="1125"/>
                </a:lnTo>
                <a:lnTo>
                  <a:pt x="1940" y="1125"/>
                </a:lnTo>
                <a:lnTo>
                  <a:pt x="1939" y="1125"/>
                </a:lnTo>
                <a:lnTo>
                  <a:pt x="1939" y="1126"/>
                </a:lnTo>
                <a:lnTo>
                  <a:pt x="1938" y="1126"/>
                </a:lnTo>
                <a:lnTo>
                  <a:pt x="1937" y="1127"/>
                </a:lnTo>
                <a:lnTo>
                  <a:pt x="1936" y="1128"/>
                </a:lnTo>
                <a:lnTo>
                  <a:pt x="1936" y="1130"/>
                </a:lnTo>
                <a:lnTo>
                  <a:pt x="1937" y="1131"/>
                </a:lnTo>
                <a:lnTo>
                  <a:pt x="1937" y="1132"/>
                </a:lnTo>
                <a:lnTo>
                  <a:pt x="1938" y="1134"/>
                </a:lnTo>
                <a:lnTo>
                  <a:pt x="1939" y="1134"/>
                </a:lnTo>
                <a:lnTo>
                  <a:pt x="1939" y="1135"/>
                </a:lnTo>
                <a:lnTo>
                  <a:pt x="1939" y="1136"/>
                </a:lnTo>
                <a:lnTo>
                  <a:pt x="1940" y="1136"/>
                </a:lnTo>
                <a:lnTo>
                  <a:pt x="1941" y="1137"/>
                </a:lnTo>
                <a:lnTo>
                  <a:pt x="1942" y="1138"/>
                </a:lnTo>
                <a:lnTo>
                  <a:pt x="1943" y="1138"/>
                </a:lnTo>
                <a:lnTo>
                  <a:pt x="1943" y="1139"/>
                </a:lnTo>
                <a:lnTo>
                  <a:pt x="1944" y="1139"/>
                </a:lnTo>
                <a:lnTo>
                  <a:pt x="1945" y="1139"/>
                </a:lnTo>
                <a:lnTo>
                  <a:pt x="1945" y="1140"/>
                </a:lnTo>
                <a:lnTo>
                  <a:pt x="1946" y="1140"/>
                </a:lnTo>
                <a:lnTo>
                  <a:pt x="1946" y="1141"/>
                </a:lnTo>
                <a:lnTo>
                  <a:pt x="1947" y="1141"/>
                </a:lnTo>
                <a:lnTo>
                  <a:pt x="1948" y="1142"/>
                </a:lnTo>
                <a:lnTo>
                  <a:pt x="1948" y="1143"/>
                </a:lnTo>
                <a:lnTo>
                  <a:pt x="1948" y="1144"/>
                </a:lnTo>
                <a:lnTo>
                  <a:pt x="1949" y="1144"/>
                </a:lnTo>
                <a:lnTo>
                  <a:pt x="1949" y="1145"/>
                </a:lnTo>
                <a:lnTo>
                  <a:pt x="1948" y="1147"/>
                </a:lnTo>
                <a:lnTo>
                  <a:pt x="1948" y="1149"/>
                </a:lnTo>
                <a:lnTo>
                  <a:pt x="1947" y="1153"/>
                </a:lnTo>
                <a:lnTo>
                  <a:pt x="1946" y="1154"/>
                </a:lnTo>
                <a:lnTo>
                  <a:pt x="1946" y="1155"/>
                </a:lnTo>
                <a:lnTo>
                  <a:pt x="1945" y="1157"/>
                </a:lnTo>
                <a:lnTo>
                  <a:pt x="1945" y="1158"/>
                </a:lnTo>
                <a:lnTo>
                  <a:pt x="1945" y="1160"/>
                </a:lnTo>
                <a:lnTo>
                  <a:pt x="1945" y="1161"/>
                </a:lnTo>
                <a:lnTo>
                  <a:pt x="1944" y="1162"/>
                </a:lnTo>
                <a:lnTo>
                  <a:pt x="1945" y="1162"/>
                </a:lnTo>
                <a:lnTo>
                  <a:pt x="1945" y="1163"/>
                </a:lnTo>
                <a:lnTo>
                  <a:pt x="1945" y="1164"/>
                </a:lnTo>
                <a:lnTo>
                  <a:pt x="1945" y="1165"/>
                </a:lnTo>
                <a:lnTo>
                  <a:pt x="1946" y="1165"/>
                </a:lnTo>
                <a:lnTo>
                  <a:pt x="1946" y="1166"/>
                </a:lnTo>
                <a:lnTo>
                  <a:pt x="1946" y="1167"/>
                </a:lnTo>
                <a:lnTo>
                  <a:pt x="1946" y="1168"/>
                </a:lnTo>
                <a:lnTo>
                  <a:pt x="1946" y="1169"/>
                </a:lnTo>
                <a:lnTo>
                  <a:pt x="1946" y="1170"/>
                </a:lnTo>
                <a:lnTo>
                  <a:pt x="1946" y="1171"/>
                </a:lnTo>
                <a:lnTo>
                  <a:pt x="1946" y="1172"/>
                </a:lnTo>
                <a:lnTo>
                  <a:pt x="1945" y="1172"/>
                </a:lnTo>
                <a:lnTo>
                  <a:pt x="1944" y="1171"/>
                </a:lnTo>
                <a:lnTo>
                  <a:pt x="1943" y="1171"/>
                </a:lnTo>
                <a:lnTo>
                  <a:pt x="1942" y="1171"/>
                </a:lnTo>
                <a:lnTo>
                  <a:pt x="1940" y="1172"/>
                </a:lnTo>
                <a:lnTo>
                  <a:pt x="1939" y="1172"/>
                </a:lnTo>
                <a:lnTo>
                  <a:pt x="1939" y="1173"/>
                </a:lnTo>
                <a:lnTo>
                  <a:pt x="1938" y="1174"/>
                </a:lnTo>
                <a:lnTo>
                  <a:pt x="1938" y="1175"/>
                </a:lnTo>
                <a:lnTo>
                  <a:pt x="1938" y="1177"/>
                </a:lnTo>
                <a:lnTo>
                  <a:pt x="1938" y="1178"/>
                </a:lnTo>
                <a:lnTo>
                  <a:pt x="1939" y="1178"/>
                </a:lnTo>
                <a:lnTo>
                  <a:pt x="1940" y="1179"/>
                </a:lnTo>
                <a:lnTo>
                  <a:pt x="1940" y="1180"/>
                </a:lnTo>
                <a:lnTo>
                  <a:pt x="1941" y="1181"/>
                </a:lnTo>
                <a:lnTo>
                  <a:pt x="1941" y="1182"/>
                </a:lnTo>
                <a:lnTo>
                  <a:pt x="1940" y="1182"/>
                </a:lnTo>
                <a:lnTo>
                  <a:pt x="1939" y="1183"/>
                </a:lnTo>
                <a:lnTo>
                  <a:pt x="1939" y="1184"/>
                </a:lnTo>
                <a:lnTo>
                  <a:pt x="1938" y="1184"/>
                </a:lnTo>
                <a:lnTo>
                  <a:pt x="1938" y="1185"/>
                </a:lnTo>
                <a:lnTo>
                  <a:pt x="1938" y="1186"/>
                </a:lnTo>
                <a:lnTo>
                  <a:pt x="1939" y="1186"/>
                </a:lnTo>
                <a:lnTo>
                  <a:pt x="1939" y="1187"/>
                </a:lnTo>
                <a:lnTo>
                  <a:pt x="1940" y="1187"/>
                </a:lnTo>
                <a:lnTo>
                  <a:pt x="1940" y="1188"/>
                </a:lnTo>
                <a:lnTo>
                  <a:pt x="1939" y="1189"/>
                </a:lnTo>
                <a:lnTo>
                  <a:pt x="1938" y="1189"/>
                </a:lnTo>
                <a:lnTo>
                  <a:pt x="1937" y="1189"/>
                </a:lnTo>
                <a:lnTo>
                  <a:pt x="1936" y="1188"/>
                </a:lnTo>
                <a:lnTo>
                  <a:pt x="1935" y="1188"/>
                </a:lnTo>
                <a:lnTo>
                  <a:pt x="1934" y="1187"/>
                </a:lnTo>
                <a:lnTo>
                  <a:pt x="1934" y="1186"/>
                </a:lnTo>
                <a:lnTo>
                  <a:pt x="1933" y="1186"/>
                </a:lnTo>
                <a:lnTo>
                  <a:pt x="1932" y="1185"/>
                </a:lnTo>
                <a:lnTo>
                  <a:pt x="1930" y="1185"/>
                </a:lnTo>
                <a:lnTo>
                  <a:pt x="1929" y="1185"/>
                </a:lnTo>
                <a:lnTo>
                  <a:pt x="1929" y="1186"/>
                </a:lnTo>
                <a:lnTo>
                  <a:pt x="1928" y="1186"/>
                </a:lnTo>
                <a:lnTo>
                  <a:pt x="1928" y="1187"/>
                </a:lnTo>
                <a:lnTo>
                  <a:pt x="1927" y="1188"/>
                </a:lnTo>
                <a:lnTo>
                  <a:pt x="1927" y="1189"/>
                </a:lnTo>
                <a:lnTo>
                  <a:pt x="1927" y="1190"/>
                </a:lnTo>
                <a:lnTo>
                  <a:pt x="1927" y="1191"/>
                </a:lnTo>
                <a:lnTo>
                  <a:pt x="1928" y="1192"/>
                </a:lnTo>
                <a:lnTo>
                  <a:pt x="1928" y="1193"/>
                </a:lnTo>
                <a:lnTo>
                  <a:pt x="1927" y="1193"/>
                </a:lnTo>
                <a:lnTo>
                  <a:pt x="1926" y="1193"/>
                </a:lnTo>
                <a:lnTo>
                  <a:pt x="1926" y="1194"/>
                </a:lnTo>
                <a:lnTo>
                  <a:pt x="1926" y="1195"/>
                </a:lnTo>
                <a:lnTo>
                  <a:pt x="1925" y="1195"/>
                </a:lnTo>
                <a:lnTo>
                  <a:pt x="1925" y="1196"/>
                </a:lnTo>
                <a:lnTo>
                  <a:pt x="1926" y="1196"/>
                </a:lnTo>
                <a:lnTo>
                  <a:pt x="1926" y="1197"/>
                </a:lnTo>
                <a:lnTo>
                  <a:pt x="1927" y="1197"/>
                </a:lnTo>
                <a:lnTo>
                  <a:pt x="1927" y="1198"/>
                </a:lnTo>
                <a:lnTo>
                  <a:pt x="1928" y="1198"/>
                </a:lnTo>
                <a:lnTo>
                  <a:pt x="1928" y="1199"/>
                </a:lnTo>
                <a:lnTo>
                  <a:pt x="1928" y="1200"/>
                </a:lnTo>
                <a:lnTo>
                  <a:pt x="1927" y="1200"/>
                </a:lnTo>
                <a:lnTo>
                  <a:pt x="1926" y="1199"/>
                </a:lnTo>
                <a:lnTo>
                  <a:pt x="1925" y="1199"/>
                </a:lnTo>
                <a:lnTo>
                  <a:pt x="1925" y="1200"/>
                </a:lnTo>
                <a:lnTo>
                  <a:pt x="1924" y="1200"/>
                </a:lnTo>
                <a:lnTo>
                  <a:pt x="1924" y="1201"/>
                </a:lnTo>
                <a:lnTo>
                  <a:pt x="1925" y="1202"/>
                </a:lnTo>
                <a:lnTo>
                  <a:pt x="1926" y="1203"/>
                </a:lnTo>
                <a:lnTo>
                  <a:pt x="1926" y="1204"/>
                </a:lnTo>
                <a:lnTo>
                  <a:pt x="1926" y="1205"/>
                </a:lnTo>
                <a:lnTo>
                  <a:pt x="1926" y="1206"/>
                </a:lnTo>
                <a:lnTo>
                  <a:pt x="1926" y="1207"/>
                </a:lnTo>
                <a:lnTo>
                  <a:pt x="1926" y="1208"/>
                </a:lnTo>
                <a:lnTo>
                  <a:pt x="1927" y="1208"/>
                </a:lnTo>
                <a:lnTo>
                  <a:pt x="1928" y="1209"/>
                </a:lnTo>
                <a:lnTo>
                  <a:pt x="1929" y="1208"/>
                </a:lnTo>
                <a:lnTo>
                  <a:pt x="1930" y="1208"/>
                </a:lnTo>
                <a:lnTo>
                  <a:pt x="1930" y="1207"/>
                </a:lnTo>
                <a:lnTo>
                  <a:pt x="1931" y="1207"/>
                </a:lnTo>
                <a:lnTo>
                  <a:pt x="1931" y="1208"/>
                </a:lnTo>
                <a:lnTo>
                  <a:pt x="1932" y="1208"/>
                </a:lnTo>
                <a:lnTo>
                  <a:pt x="1932" y="1209"/>
                </a:lnTo>
                <a:lnTo>
                  <a:pt x="1933" y="1209"/>
                </a:lnTo>
                <a:lnTo>
                  <a:pt x="1933" y="1210"/>
                </a:lnTo>
                <a:lnTo>
                  <a:pt x="1932" y="1211"/>
                </a:lnTo>
                <a:lnTo>
                  <a:pt x="1931" y="1211"/>
                </a:lnTo>
                <a:lnTo>
                  <a:pt x="1930" y="1211"/>
                </a:lnTo>
                <a:lnTo>
                  <a:pt x="1930" y="1210"/>
                </a:lnTo>
                <a:lnTo>
                  <a:pt x="1929" y="1210"/>
                </a:lnTo>
                <a:lnTo>
                  <a:pt x="1929" y="1211"/>
                </a:lnTo>
                <a:lnTo>
                  <a:pt x="1928" y="1211"/>
                </a:lnTo>
                <a:lnTo>
                  <a:pt x="1928" y="1212"/>
                </a:lnTo>
                <a:lnTo>
                  <a:pt x="1929" y="1213"/>
                </a:lnTo>
                <a:lnTo>
                  <a:pt x="1929" y="1214"/>
                </a:lnTo>
                <a:lnTo>
                  <a:pt x="1929" y="1215"/>
                </a:lnTo>
                <a:lnTo>
                  <a:pt x="1928" y="1215"/>
                </a:lnTo>
                <a:lnTo>
                  <a:pt x="1928" y="1216"/>
                </a:lnTo>
                <a:lnTo>
                  <a:pt x="1929" y="1217"/>
                </a:lnTo>
                <a:lnTo>
                  <a:pt x="1930" y="1217"/>
                </a:lnTo>
                <a:lnTo>
                  <a:pt x="1931" y="1217"/>
                </a:lnTo>
                <a:lnTo>
                  <a:pt x="1932" y="1217"/>
                </a:lnTo>
                <a:lnTo>
                  <a:pt x="1932" y="1218"/>
                </a:lnTo>
                <a:lnTo>
                  <a:pt x="1932" y="1219"/>
                </a:lnTo>
                <a:lnTo>
                  <a:pt x="1931" y="1219"/>
                </a:lnTo>
                <a:lnTo>
                  <a:pt x="1930" y="1220"/>
                </a:lnTo>
                <a:lnTo>
                  <a:pt x="1929" y="1221"/>
                </a:lnTo>
                <a:lnTo>
                  <a:pt x="1928" y="1221"/>
                </a:lnTo>
                <a:lnTo>
                  <a:pt x="1928" y="1222"/>
                </a:lnTo>
                <a:lnTo>
                  <a:pt x="1928" y="1223"/>
                </a:lnTo>
                <a:lnTo>
                  <a:pt x="1928" y="1224"/>
                </a:lnTo>
                <a:lnTo>
                  <a:pt x="1927" y="1224"/>
                </a:lnTo>
                <a:lnTo>
                  <a:pt x="1927" y="1225"/>
                </a:lnTo>
                <a:lnTo>
                  <a:pt x="1928" y="1225"/>
                </a:lnTo>
                <a:lnTo>
                  <a:pt x="1928" y="1226"/>
                </a:lnTo>
                <a:lnTo>
                  <a:pt x="1928" y="1227"/>
                </a:lnTo>
                <a:lnTo>
                  <a:pt x="1927" y="1227"/>
                </a:lnTo>
                <a:lnTo>
                  <a:pt x="1927" y="1228"/>
                </a:lnTo>
                <a:lnTo>
                  <a:pt x="1927" y="1229"/>
                </a:lnTo>
                <a:lnTo>
                  <a:pt x="1927" y="1230"/>
                </a:lnTo>
                <a:lnTo>
                  <a:pt x="1928" y="1230"/>
                </a:lnTo>
                <a:lnTo>
                  <a:pt x="1929" y="1229"/>
                </a:lnTo>
                <a:lnTo>
                  <a:pt x="1928" y="1229"/>
                </a:lnTo>
                <a:lnTo>
                  <a:pt x="1928" y="1228"/>
                </a:lnTo>
                <a:lnTo>
                  <a:pt x="1928" y="1227"/>
                </a:lnTo>
                <a:lnTo>
                  <a:pt x="1929" y="1227"/>
                </a:lnTo>
                <a:lnTo>
                  <a:pt x="1930" y="1227"/>
                </a:lnTo>
                <a:lnTo>
                  <a:pt x="1930" y="1228"/>
                </a:lnTo>
                <a:lnTo>
                  <a:pt x="1931" y="1228"/>
                </a:lnTo>
                <a:lnTo>
                  <a:pt x="1931" y="1229"/>
                </a:lnTo>
                <a:lnTo>
                  <a:pt x="1932" y="1229"/>
                </a:lnTo>
                <a:lnTo>
                  <a:pt x="1933" y="1229"/>
                </a:lnTo>
                <a:lnTo>
                  <a:pt x="1933" y="1228"/>
                </a:lnTo>
                <a:lnTo>
                  <a:pt x="1934" y="1228"/>
                </a:lnTo>
                <a:lnTo>
                  <a:pt x="1935" y="1228"/>
                </a:lnTo>
                <a:lnTo>
                  <a:pt x="1935" y="1229"/>
                </a:lnTo>
                <a:lnTo>
                  <a:pt x="1935" y="1230"/>
                </a:lnTo>
                <a:lnTo>
                  <a:pt x="1935" y="1231"/>
                </a:lnTo>
                <a:lnTo>
                  <a:pt x="1936" y="1231"/>
                </a:lnTo>
                <a:lnTo>
                  <a:pt x="1937" y="1231"/>
                </a:lnTo>
                <a:lnTo>
                  <a:pt x="1937" y="1232"/>
                </a:lnTo>
                <a:lnTo>
                  <a:pt x="1937" y="1233"/>
                </a:lnTo>
                <a:lnTo>
                  <a:pt x="1937" y="1234"/>
                </a:lnTo>
                <a:lnTo>
                  <a:pt x="1937" y="1235"/>
                </a:lnTo>
                <a:lnTo>
                  <a:pt x="1936" y="1235"/>
                </a:lnTo>
                <a:lnTo>
                  <a:pt x="1935" y="1235"/>
                </a:lnTo>
                <a:lnTo>
                  <a:pt x="1934" y="1235"/>
                </a:lnTo>
                <a:lnTo>
                  <a:pt x="1934" y="1236"/>
                </a:lnTo>
                <a:lnTo>
                  <a:pt x="1933" y="1236"/>
                </a:lnTo>
                <a:lnTo>
                  <a:pt x="1933" y="1237"/>
                </a:lnTo>
                <a:lnTo>
                  <a:pt x="1932" y="1237"/>
                </a:lnTo>
                <a:lnTo>
                  <a:pt x="1932" y="1238"/>
                </a:lnTo>
                <a:lnTo>
                  <a:pt x="1932" y="1239"/>
                </a:lnTo>
                <a:lnTo>
                  <a:pt x="1933" y="1239"/>
                </a:lnTo>
                <a:lnTo>
                  <a:pt x="1933" y="1240"/>
                </a:lnTo>
                <a:lnTo>
                  <a:pt x="1934" y="1240"/>
                </a:lnTo>
                <a:lnTo>
                  <a:pt x="1935" y="1240"/>
                </a:lnTo>
                <a:lnTo>
                  <a:pt x="1936" y="1240"/>
                </a:lnTo>
                <a:lnTo>
                  <a:pt x="1937" y="1241"/>
                </a:lnTo>
                <a:lnTo>
                  <a:pt x="1938" y="1241"/>
                </a:lnTo>
                <a:lnTo>
                  <a:pt x="1938" y="1242"/>
                </a:lnTo>
                <a:lnTo>
                  <a:pt x="1938" y="1243"/>
                </a:lnTo>
                <a:lnTo>
                  <a:pt x="1937" y="1243"/>
                </a:lnTo>
                <a:lnTo>
                  <a:pt x="1936" y="1243"/>
                </a:lnTo>
                <a:lnTo>
                  <a:pt x="1935" y="1242"/>
                </a:lnTo>
                <a:lnTo>
                  <a:pt x="1934" y="1242"/>
                </a:lnTo>
                <a:lnTo>
                  <a:pt x="1933" y="1242"/>
                </a:lnTo>
                <a:lnTo>
                  <a:pt x="1932" y="1242"/>
                </a:lnTo>
                <a:lnTo>
                  <a:pt x="1931" y="1243"/>
                </a:lnTo>
                <a:lnTo>
                  <a:pt x="1932" y="1243"/>
                </a:lnTo>
                <a:lnTo>
                  <a:pt x="1932" y="1244"/>
                </a:lnTo>
                <a:lnTo>
                  <a:pt x="1932" y="1245"/>
                </a:lnTo>
                <a:lnTo>
                  <a:pt x="1932" y="1246"/>
                </a:lnTo>
                <a:lnTo>
                  <a:pt x="1931" y="1246"/>
                </a:lnTo>
                <a:lnTo>
                  <a:pt x="1931" y="1245"/>
                </a:lnTo>
                <a:lnTo>
                  <a:pt x="1930" y="1245"/>
                </a:lnTo>
                <a:lnTo>
                  <a:pt x="1929" y="1245"/>
                </a:lnTo>
                <a:lnTo>
                  <a:pt x="1929" y="1246"/>
                </a:lnTo>
                <a:lnTo>
                  <a:pt x="1930" y="1246"/>
                </a:lnTo>
                <a:lnTo>
                  <a:pt x="1930" y="1247"/>
                </a:lnTo>
                <a:lnTo>
                  <a:pt x="1931" y="1247"/>
                </a:lnTo>
                <a:lnTo>
                  <a:pt x="1930" y="1248"/>
                </a:lnTo>
                <a:lnTo>
                  <a:pt x="1930" y="1249"/>
                </a:lnTo>
                <a:lnTo>
                  <a:pt x="1930" y="1250"/>
                </a:lnTo>
                <a:lnTo>
                  <a:pt x="1931" y="1250"/>
                </a:lnTo>
                <a:lnTo>
                  <a:pt x="1931" y="1251"/>
                </a:lnTo>
                <a:lnTo>
                  <a:pt x="1932" y="1251"/>
                </a:lnTo>
                <a:lnTo>
                  <a:pt x="1932" y="1252"/>
                </a:lnTo>
                <a:lnTo>
                  <a:pt x="1933" y="1252"/>
                </a:lnTo>
                <a:lnTo>
                  <a:pt x="1933" y="1254"/>
                </a:lnTo>
                <a:lnTo>
                  <a:pt x="1932" y="1254"/>
                </a:lnTo>
                <a:lnTo>
                  <a:pt x="1931" y="1254"/>
                </a:lnTo>
                <a:lnTo>
                  <a:pt x="1931" y="1255"/>
                </a:lnTo>
                <a:lnTo>
                  <a:pt x="1930" y="1255"/>
                </a:lnTo>
                <a:lnTo>
                  <a:pt x="1930" y="1254"/>
                </a:lnTo>
                <a:lnTo>
                  <a:pt x="1929" y="1254"/>
                </a:lnTo>
                <a:lnTo>
                  <a:pt x="1928" y="1254"/>
                </a:lnTo>
                <a:lnTo>
                  <a:pt x="1928" y="1255"/>
                </a:lnTo>
                <a:lnTo>
                  <a:pt x="1928" y="1256"/>
                </a:lnTo>
                <a:lnTo>
                  <a:pt x="1927" y="1256"/>
                </a:lnTo>
                <a:lnTo>
                  <a:pt x="1927" y="1255"/>
                </a:lnTo>
                <a:lnTo>
                  <a:pt x="1926" y="1255"/>
                </a:lnTo>
                <a:lnTo>
                  <a:pt x="1926" y="1256"/>
                </a:lnTo>
                <a:lnTo>
                  <a:pt x="1927" y="1256"/>
                </a:lnTo>
                <a:lnTo>
                  <a:pt x="1927" y="1257"/>
                </a:lnTo>
                <a:lnTo>
                  <a:pt x="1926" y="1257"/>
                </a:lnTo>
                <a:lnTo>
                  <a:pt x="1925" y="1257"/>
                </a:lnTo>
                <a:lnTo>
                  <a:pt x="1925" y="1258"/>
                </a:lnTo>
                <a:lnTo>
                  <a:pt x="1924" y="1258"/>
                </a:lnTo>
                <a:lnTo>
                  <a:pt x="1925" y="1258"/>
                </a:lnTo>
                <a:lnTo>
                  <a:pt x="1925" y="1259"/>
                </a:lnTo>
                <a:lnTo>
                  <a:pt x="1924" y="1259"/>
                </a:lnTo>
                <a:lnTo>
                  <a:pt x="1924" y="1260"/>
                </a:lnTo>
                <a:lnTo>
                  <a:pt x="1924" y="1261"/>
                </a:lnTo>
                <a:lnTo>
                  <a:pt x="1923" y="1261"/>
                </a:lnTo>
                <a:lnTo>
                  <a:pt x="1922" y="1261"/>
                </a:lnTo>
                <a:lnTo>
                  <a:pt x="1922" y="1260"/>
                </a:lnTo>
                <a:lnTo>
                  <a:pt x="1921" y="1260"/>
                </a:lnTo>
                <a:lnTo>
                  <a:pt x="1921" y="1261"/>
                </a:lnTo>
                <a:lnTo>
                  <a:pt x="1921" y="1262"/>
                </a:lnTo>
                <a:lnTo>
                  <a:pt x="1920" y="1263"/>
                </a:lnTo>
                <a:lnTo>
                  <a:pt x="1920" y="1262"/>
                </a:lnTo>
                <a:lnTo>
                  <a:pt x="1920" y="1263"/>
                </a:lnTo>
                <a:lnTo>
                  <a:pt x="1919" y="1263"/>
                </a:lnTo>
                <a:lnTo>
                  <a:pt x="1919" y="1264"/>
                </a:lnTo>
                <a:lnTo>
                  <a:pt x="1918" y="1264"/>
                </a:lnTo>
                <a:lnTo>
                  <a:pt x="1918" y="1265"/>
                </a:lnTo>
                <a:lnTo>
                  <a:pt x="1919" y="1265"/>
                </a:lnTo>
                <a:lnTo>
                  <a:pt x="1918" y="1265"/>
                </a:lnTo>
                <a:lnTo>
                  <a:pt x="1917" y="1265"/>
                </a:lnTo>
                <a:lnTo>
                  <a:pt x="1918" y="1266"/>
                </a:lnTo>
                <a:lnTo>
                  <a:pt x="1918" y="1267"/>
                </a:lnTo>
                <a:lnTo>
                  <a:pt x="1917" y="1267"/>
                </a:lnTo>
                <a:lnTo>
                  <a:pt x="1917" y="1266"/>
                </a:lnTo>
                <a:lnTo>
                  <a:pt x="1916" y="1266"/>
                </a:lnTo>
                <a:lnTo>
                  <a:pt x="1916" y="1267"/>
                </a:lnTo>
                <a:lnTo>
                  <a:pt x="1916" y="1268"/>
                </a:lnTo>
                <a:lnTo>
                  <a:pt x="1915" y="1268"/>
                </a:lnTo>
                <a:lnTo>
                  <a:pt x="1914" y="1269"/>
                </a:lnTo>
                <a:lnTo>
                  <a:pt x="1914" y="1270"/>
                </a:lnTo>
                <a:lnTo>
                  <a:pt x="1913" y="1270"/>
                </a:lnTo>
                <a:lnTo>
                  <a:pt x="1913" y="1271"/>
                </a:lnTo>
                <a:lnTo>
                  <a:pt x="1913" y="1272"/>
                </a:lnTo>
                <a:lnTo>
                  <a:pt x="1912" y="1272"/>
                </a:lnTo>
                <a:lnTo>
                  <a:pt x="1912" y="1271"/>
                </a:lnTo>
                <a:lnTo>
                  <a:pt x="1912" y="1272"/>
                </a:lnTo>
                <a:lnTo>
                  <a:pt x="1911" y="1272"/>
                </a:lnTo>
                <a:lnTo>
                  <a:pt x="1911" y="1271"/>
                </a:lnTo>
                <a:lnTo>
                  <a:pt x="1910" y="1271"/>
                </a:lnTo>
                <a:lnTo>
                  <a:pt x="1910" y="1272"/>
                </a:lnTo>
                <a:lnTo>
                  <a:pt x="1910" y="1273"/>
                </a:lnTo>
                <a:lnTo>
                  <a:pt x="1911" y="1273"/>
                </a:lnTo>
                <a:lnTo>
                  <a:pt x="1911" y="1274"/>
                </a:lnTo>
                <a:lnTo>
                  <a:pt x="1910" y="1274"/>
                </a:lnTo>
                <a:lnTo>
                  <a:pt x="1909" y="1274"/>
                </a:lnTo>
                <a:lnTo>
                  <a:pt x="1909" y="1273"/>
                </a:lnTo>
                <a:lnTo>
                  <a:pt x="1909" y="1274"/>
                </a:lnTo>
                <a:lnTo>
                  <a:pt x="1908" y="1274"/>
                </a:lnTo>
                <a:lnTo>
                  <a:pt x="1907" y="1274"/>
                </a:lnTo>
                <a:lnTo>
                  <a:pt x="1906" y="1274"/>
                </a:lnTo>
                <a:lnTo>
                  <a:pt x="1906" y="1275"/>
                </a:lnTo>
                <a:lnTo>
                  <a:pt x="1907" y="1276"/>
                </a:lnTo>
                <a:lnTo>
                  <a:pt x="1907" y="1277"/>
                </a:lnTo>
                <a:lnTo>
                  <a:pt x="1906" y="1277"/>
                </a:lnTo>
                <a:lnTo>
                  <a:pt x="1906" y="1278"/>
                </a:lnTo>
                <a:lnTo>
                  <a:pt x="1906" y="1279"/>
                </a:lnTo>
                <a:lnTo>
                  <a:pt x="1906" y="1278"/>
                </a:lnTo>
                <a:lnTo>
                  <a:pt x="1907" y="1278"/>
                </a:lnTo>
                <a:lnTo>
                  <a:pt x="1906" y="1279"/>
                </a:lnTo>
                <a:lnTo>
                  <a:pt x="1906" y="1280"/>
                </a:lnTo>
                <a:lnTo>
                  <a:pt x="1906" y="1281"/>
                </a:lnTo>
                <a:lnTo>
                  <a:pt x="1907" y="1281"/>
                </a:lnTo>
                <a:lnTo>
                  <a:pt x="1907" y="1282"/>
                </a:lnTo>
                <a:lnTo>
                  <a:pt x="1906" y="1282"/>
                </a:lnTo>
                <a:lnTo>
                  <a:pt x="1906" y="1283"/>
                </a:lnTo>
                <a:lnTo>
                  <a:pt x="1905" y="1283"/>
                </a:lnTo>
                <a:lnTo>
                  <a:pt x="1905" y="1284"/>
                </a:lnTo>
                <a:lnTo>
                  <a:pt x="1905" y="1285"/>
                </a:lnTo>
                <a:lnTo>
                  <a:pt x="1906" y="1285"/>
                </a:lnTo>
                <a:lnTo>
                  <a:pt x="1906" y="1286"/>
                </a:lnTo>
                <a:lnTo>
                  <a:pt x="1906" y="1287"/>
                </a:lnTo>
                <a:lnTo>
                  <a:pt x="1905" y="1287"/>
                </a:lnTo>
                <a:lnTo>
                  <a:pt x="1905" y="1288"/>
                </a:lnTo>
                <a:lnTo>
                  <a:pt x="1905" y="1289"/>
                </a:lnTo>
                <a:lnTo>
                  <a:pt x="1905" y="1290"/>
                </a:lnTo>
                <a:lnTo>
                  <a:pt x="1906" y="1290"/>
                </a:lnTo>
                <a:lnTo>
                  <a:pt x="1906" y="1289"/>
                </a:lnTo>
                <a:lnTo>
                  <a:pt x="1906" y="1290"/>
                </a:lnTo>
                <a:lnTo>
                  <a:pt x="1906" y="1291"/>
                </a:lnTo>
                <a:lnTo>
                  <a:pt x="1905" y="1291"/>
                </a:lnTo>
                <a:lnTo>
                  <a:pt x="1904" y="1291"/>
                </a:lnTo>
                <a:lnTo>
                  <a:pt x="1904" y="1292"/>
                </a:lnTo>
                <a:lnTo>
                  <a:pt x="1903" y="1292"/>
                </a:lnTo>
                <a:lnTo>
                  <a:pt x="1904" y="1292"/>
                </a:lnTo>
                <a:lnTo>
                  <a:pt x="1905" y="1292"/>
                </a:lnTo>
                <a:lnTo>
                  <a:pt x="1905" y="1293"/>
                </a:lnTo>
                <a:lnTo>
                  <a:pt x="1906" y="1293"/>
                </a:lnTo>
                <a:lnTo>
                  <a:pt x="1905" y="1293"/>
                </a:lnTo>
                <a:lnTo>
                  <a:pt x="1904" y="1293"/>
                </a:lnTo>
                <a:lnTo>
                  <a:pt x="1903" y="1293"/>
                </a:lnTo>
                <a:lnTo>
                  <a:pt x="1903" y="1294"/>
                </a:lnTo>
                <a:lnTo>
                  <a:pt x="1904" y="1294"/>
                </a:lnTo>
                <a:lnTo>
                  <a:pt x="1904" y="1295"/>
                </a:lnTo>
                <a:lnTo>
                  <a:pt x="1903" y="1296"/>
                </a:lnTo>
                <a:lnTo>
                  <a:pt x="1904" y="1296"/>
                </a:lnTo>
                <a:lnTo>
                  <a:pt x="1905" y="1297"/>
                </a:lnTo>
                <a:lnTo>
                  <a:pt x="1905" y="1298"/>
                </a:lnTo>
                <a:lnTo>
                  <a:pt x="1904" y="1298"/>
                </a:lnTo>
                <a:lnTo>
                  <a:pt x="1904" y="1299"/>
                </a:lnTo>
                <a:lnTo>
                  <a:pt x="1905" y="1299"/>
                </a:lnTo>
                <a:lnTo>
                  <a:pt x="1905" y="1298"/>
                </a:lnTo>
                <a:lnTo>
                  <a:pt x="1905" y="1299"/>
                </a:lnTo>
                <a:lnTo>
                  <a:pt x="1906" y="1299"/>
                </a:lnTo>
                <a:lnTo>
                  <a:pt x="1906" y="1300"/>
                </a:lnTo>
                <a:lnTo>
                  <a:pt x="1905" y="1300"/>
                </a:lnTo>
                <a:lnTo>
                  <a:pt x="1905" y="1303"/>
                </a:lnTo>
                <a:lnTo>
                  <a:pt x="1906" y="1303"/>
                </a:lnTo>
                <a:lnTo>
                  <a:pt x="1907" y="1303"/>
                </a:lnTo>
                <a:lnTo>
                  <a:pt x="1907" y="1304"/>
                </a:lnTo>
                <a:lnTo>
                  <a:pt x="1907" y="1305"/>
                </a:lnTo>
                <a:lnTo>
                  <a:pt x="1907" y="1306"/>
                </a:lnTo>
                <a:lnTo>
                  <a:pt x="1906" y="1306"/>
                </a:lnTo>
                <a:lnTo>
                  <a:pt x="1906" y="1305"/>
                </a:lnTo>
                <a:lnTo>
                  <a:pt x="1905" y="1305"/>
                </a:lnTo>
                <a:lnTo>
                  <a:pt x="1905" y="1306"/>
                </a:lnTo>
                <a:lnTo>
                  <a:pt x="1906" y="1306"/>
                </a:lnTo>
                <a:lnTo>
                  <a:pt x="1906" y="1307"/>
                </a:lnTo>
                <a:lnTo>
                  <a:pt x="1905" y="1307"/>
                </a:lnTo>
                <a:lnTo>
                  <a:pt x="1905" y="1308"/>
                </a:lnTo>
                <a:lnTo>
                  <a:pt x="1906" y="1308"/>
                </a:lnTo>
                <a:lnTo>
                  <a:pt x="1905" y="1308"/>
                </a:lnTo>
                <a:lnTo>
                  <a:pt x="1905" y="1309"/>
                </a:lnTo>
                <a:lnTo>
                  <a:pt x="1904" y="1309"/>
                </a:lnTo>
                <a:lnTo>
                  <a:pt x="1904" y="1310"/>
                </a:lnTo>
                <a:lnTo>
                  <a:pt x="1905" y="1310"/>
                </a:lnTo>
                <a:lnTo>
                  <a:pt x="1905" y="1311"/>
                </a:lnTo>
                <a:lnTo>
                  <a:pt x="1906" y="1311"/>
                </a:lnTo>
                <a:lnTo>
                  <a:pt x="1906" y="1312"/>
                </a:lnTo>
                <a:lnTo>
                  <a:pt x="1907" y="1312"/>
                </a:lnTo>
                <a:lnTo>
                  <a:pt x="1907" y="1313"/>
                </a:lnTo>
                <a:lnTo>
                  <a:pt x="1906" y="1313"/>
                </a:lnTo>
                <a:lnTo>
                  <a:pt x="1906" y="1314"/>
                </a:lnTo>
                <a:lnTo>
                  <a:pt x="1906" y="1315"/>
                </a:lnTo>
                <a:lnTo>
                  <a:pt x="1905" y="1315"/>
                </a:lnTo>
                <a:lnTo>
                  <a:pt x="1906" y="1315"/>
                </a:lnTo>
                <a:lnTo>
                  <a:pt x="1906" y="1316"/>
                </a:lnTo>
                <a:lnTo>
                  <a:pt x="1905" y="1316"/>
                </a:lnTo>
                <a:lnTo>
                  <a:pt x="1904" y="1316"/>
                </a:lnTo>
                <a:lnTo>
                  <a:pt x="1905" y="1318"/>
                </a:lnTo>
                <a:lnTo>
                  <a:pt x="1906" y="1318"/>
                </a:lnTo>
                <a:lnTo>
                  <a:pt x="1907" y="1318"/>
                </a:lnTo>
                <a:lnTo>
                  <a:pt x="1907" y="1319"/>
                </a:lnTo>
                <a:lnTo>
                  <a:pt x="1906" y="1318"/>
                </a:lnTo>
                <a:lnTo>
                  <a:pt x="1906" y="1319"/>
                </a:lnTo>
                <a:lnTo>
                  <a:pt x="1905" y="1319"/>
                </a:lnTo>
                <a:lnTo>
                  <a:pt x="1905" y="1320"/>
                </a:lnTo>
                <a:lnTo>
                  <a:pt x="1906" y="1320"/>
                </a:lnTo>
                <a:lnTo>
                  <a:pt x="1907" y="1320"/>
                </a:lnTo>
                <a:lnTo>
                  <a:pt x="1906" y="1320"/>
                </a:lnTo>
                <a:lnTo>
                  <a:pt x="1906" y="1321"/>
                </a:lnTo>
                <a:lnTo>
                  <a:pt x="1905" y="1322"/>
                </a:lnTo>
                <a:lnTo>
                  <a:pt x="1905" y="1323"/>
                </a:lnTo>
                <a:lnTo>
                  <a:pt x="1906" y="1322"/>
                </a:lnTo>
                <a:lnTo>
                  <a:pt x="1906" y="1323"/>
                </a:lnTo>
                <a:lnTo>
                  <a:pt x="1905" y="1324"/>
                </a:lnTo>
                <a:lnTo>
                  <a:pt x="1905" y="1325"/>
                </a:lnTo>
                <a:lnTo>
                  <a:pt x="1906" y="1324"/>
                </a:lnTo>
                <a:lnTo>
                  <a:pt x="1907" y="1324"/>
                </a:lnTo>
                <a:lnTo>
                  <a:pt x="1907" y="1325"/>
                </a:lnTo>
                <a:lnTo>
                  <a:pt x="1906" y="1325"/>
                </a:lnTo>
                <a:lnTo>
                  <a:pt x="1906" y="1326"/>
                </a:lnTo>
                <a:lnTo>
                  <a:pt x="1906" y="1327"/>
                </a:lnTo>
                <a:lnTo>
                  <a:pt x="1907" y="1327"/>
                </a:lnTo>
                <a:lnTo>
                  <a:pt x="1907" y="1326"/>
                </a:lnTo>
                <a:lnTo>
                  <a:pt x="1907" y="1325"/>
                </a:lnTo>
                <a:lnTo>
                  <a:pt x="1908" y="1325"/>
                </a:lnTo>
                <a:lnTo>
                  <a:pt x="1908" y="1326"/>
                </a:lnTo>
                <a:lnTo>
                  <a:pt x="1908" y="1327"/>
                </a:lnTo>
                <a:lnTo>
                  <a:pt x="1907" y="1327"/>
                </a:lnTo>
                <a:lnTo>
                  <a:pt x="1906" y="1327"/>
                </a:lnTo>
                <a:lnTo>
                  <a:pt x="1906" y="1328"/>
                </a:lnTo>
                <a:lnTo>
                  <a:pt x="1907" y="1328"/>
                </a:lnTo>
                <a:lnTo>
                  <a:pt x="1907" y="1329"/>
                </a:lnTo>
                <a:lnTo>
                  <a:pt x="1906" y="1329"/>
                </a:lnTo>
                <a:lnTo>
                  <a:pt x="1906" y="1330"/>
                </a:lnTo>
                <a:lnTo>
                  <a:pt x="1907" y="1331"/>
                </a:lnTo>
                <a:lnTo>
                  <a:pt x="1908" y="1331"/>
                </a:lnTo>
                <a:lnTo>
                  <a:pt x="1907" y="1330"/>
                </a:lnTo>
                <a:lnTo>
                  <a:pt x="1908" y="1330"/>
                </a:lnTo>
                <a:lnTo>
                  <a:pt x="1909" y="1330"/>
                </a:lnTo>
                <a:lnTo>
                  <a:pt x="1908" y="1330"/>
                </a:lnTo>
                <a:lnTo>
                  <a:pt x="1908" y="1331"/>
                </a:lnTo>
                <a:lnTo>
                  <a:pt x="1909" y="1331"/>
                </a:lnTo>
                <a:lnTo>
                  <a:pt x="1908" y="1331"/>
                </a:lnTo>
                <a:lnTo>
                  <a:pt x="1907" y="1331"/>
                </a:lnTo>
                <a:lnTo>
                  <a:pt x="1907" y="1332"/>
                </a:lnTo>
                <a:lnTo>
                  <a:pt x="1908" y="1332"/>
                </a:lnTo>
                <a:lnTo>
                  <a:pt x="1908" y="1333"/>
                </a:lnTo>
                <a:lnTo>
                  <a:pt x="1908" y="1332"/>
                </a:lnTo>
                <a:lnTo>
                  <a:pt x="1909" y="1332"/>
                </a:lnTo>
                <a:lnTo>
                  <a:pt x="1910" y="1332"/>
                </a:lnTo>
                <a:lnTo>
                  <a:pt x="1909" y="1332"/>
                </a:lnTo>
                <a:lnTo>
                  <a:pt x="1909" y="1333"/>
                </a:lnTo>
                <a:lnTo>
                  <a:pt x="1910" y="1334"/>
                </a:lnTo>
                <a:lnTo>
                  <a:pt x="1910" y="1333"/>
                </a:lnTo>
                <a:lnTo>
                  <a:pt x="1911" y="1333"/>
                </a:lnTo>
                <a:lnTo>
                  <a:pt x="1911" y="1334"/>
                </a:lnTo>
                <a:lnTo>
                  <a:pt x="1911" y="1335"/>
                </a:lnTo>
                <a:lnTo>
                  <a:pt x="1911" y="1334"/>
                </a:lnTo>
                <a:lnTo>
                  <a:pt x="1912" y="1334"/>
                </a:lnTo>
                <a:lnTo>
                  <a:pt x="1912" y="1335"/>
                </a:lnTo>
                <a:lnTo>
                  <a:pt x="1913" y="1335"/>
                </a:lnTo>
                <a:lnTo>
                  <a:pt x="1912" y="1335"/>
                </a:lnTo>
                <a:lnTo>
                  <a:pt x="1912" y="1336"/>
                </a:lnTo>
                <a:lnTo>
                  <a:pt x="1912" y="1337"/>
                </a:lnTo>
                <a:lnTo>
                  <a:pt x="1913" y="1337"/>
                </a:lnTo>
                <a:lnTo>
                  <a:pt x="1913" y="1336"/>
                </a:lnTo>
                <a:lnTo>
                  <a:pt x="1913" y="1337"/>
                </a:lnTo>
                <a:lnTo>
                  <a:pt x="1914" y="1338"/>
                </a:lnTo>
                <a:lnTo>
                  <a:pt x="1914" y="1339"/>
                </a:lnTo>
                <a:lnTo>
                  <a:pt x="1914" y="1340"/>
                </a:lnTo>
                <a:lnTo>
                  <a:pt x="1914" y="1339"/>
                </a:lnTo>
                <a:lnTo>
                  <a:pt x="1915" y="1339"/>
                </a:lnTo>
                <a:lnTo>
                  <a:pt x="1915" y="1340"/>
                </a:lnTo>
                <a:lnTo>
                  <a:pt x="1915" y="1341"/>
                </a:lnTo>
                <a:lnTo>
                  <a:pt x="1916" y="1341"/>
                </a:lnTo>
                <a:lnTo>
                  <a:pt x="1916" y="1342"/>
                </a:lnTo>
                <a:lnTo>
                  <a:pt x="1917" y="1343"/>
                </a:lnTo>
                <a:lnTo>
                  <a:pt x="1917" y="1344"/>
                </a:lnTo>
                <a:lnTo>
                  <a:pt x="1916" y="1344"/>
                </a:lnTo>
                <a:lnTo>
                  <a:pt x="1916" y="1345"/>
                </a:lnTo>
                <a:lnTo>
                  <a:pt x="1916" y="1346"/>
                </a:lnTo>
                <a:lnTo>
                  <a:pt x="1917" y="1346"/>
                </a:lnTo>
                <a:lnTo>
                  <a:pt x="1918" y="1346"/>
                </a:lnTo>
                <a:lnTo>
                  <a:pt x="1918" y="1347"/>
                </a:lnTo>
                <a:lnTo>
                  <a:pt x="1918" y="1348"/>
                </a:lnTo>
                <a:lnTo>
                  <a:pt x="1917" y="1348"/>
                </a:lnTo>
                <a:lnTo>
                  <a:pt x="1917" y="1349"/>
                </a:lnTo>
                <a:lnTo>
                  <a:pt x="1917" y="1348"/>
                </a:lnTo>
                <a:lnTo>
                  <a:pt x="1918" y="1348"/>
                </a:lnTo>
                <a:lnTo>
                  <a:pt x="1919" y="1348"/>
                </a:lnTo>
                <a:lnTo>
                  <a:pt x="1919" y="1349"/>
                </a:lnTo>
                <a:lnTo>
                  <a:pt x="1919" y="1348"/>
                </a:lnTo>
                <a:lnTo>
                  <a:pt x="1918" y="1348"/>
                </a:lnTo>
                <a:lnTo>
                  <a:pt x="1918" y="1349"/>
                </a:lnTo>
                <a:lnTo>
                  <a:pt x="1918" y="1351"/>
                </a:lnTo>
                <a:lnTo>
                  <a:pt x="1918" y="1352"/>
                </a:lnTo>
                <a:lnTo>
                  <a:pt x="1918" y="1351"/>
                </a:lnTo>
                <a:lnTo>
                  <a:pt x="1918" y="1350"/>
                </a:lnTo>
                <a:lnTo>
                  <a:pt x="1919" y="1350"/>
                </a:lnTo>
                <a:lnTo>
                  <a:pt x="1920" y="1350"/>
                </a:lnTo>
                <a:lnTo>
                  <a:pt x="1919" y="1351"/>
                </a:lnTo>
                <a:lnTo>
                  <a:pt x="1919" y="1352"/>
                </a:lnTo>
                <a:lnTo>
                  <a:pt x="1920" y="1352"/>
                </a:lnTo>
                <a:lnTo>
                  <a:pt x="1920" y="1353"/>
                </a:lnTo>
                <a:lnTo>
                  <a:pt x="1920" y="1354"/>
                </a:lnTo>
                <a:lnTo>
                  <a:pt x="1919" y="1354"/>
                </a:lnTo>
                <a:lnTo>
                  <a:pt x="1919" y="1353"/>
                </a:lnTo>
                <a:lnTo>
                  <a:pt x="1918" y="1353"/>
                </a:lnTo>
                <a:lnTo>
                  <a:pt x="1918" y="1354"/>
                </a:lnTo>
                <a:lnTo>
                  <a:pt x="1917" y="1354"/>
                </a:lnTo>
                <a:lnTo>
                  <a:pt x="1917" y="1355"/>
                </a:lnTo>
                <a:lnTo>
                  <a:pt x="1916" y="1355"/>
                </a:lnTo>
                <a:lnTo>
                  <a:pt x="1916" y="1357"/>
                </a:lnTo>
                <a:lnTo>
                  <a:pt x="1915" y="1357"/>
                </a:lnTo>
                <a:lnTo>
                  <a:pt x="1916" y="1358"/>
                </a:lnTo>
                <a:lnTo>
                  <a:pt x="1916" y="1359"/>
                </a:lnTo>
                <a:lnTo>
                  <a:pt x="1915" y="1359"/>
                </a:lnTo>
                <a:lnTo>
                  <a:pt x="1915" y="1360"/>
                </a:lnTo>
                <a:lnTo>
                  <a:pt x="1914" y="1360"/>
                </a:lnTo>
                <a:lnTo>
                  <a:pt x="1914" y="1361"/>
                </a:lnTo>
                <a:lnTo>
                  <a:pt x="1915" y="1361"/>
                </a:lnTo>
                <a:lnTo>
                  <a:pt x="1914" y="1361"/>
                </a:lnTo>
                <a:lnTo>
                  <a:pt x="1913" y="1361"/>
                </a:lnTo>
                <a:lnTo>
                  <a:pt x="1914" y="1361"/>
                </a:lnTo>
                <a:lnTo>
                  <a:pt x="1914" y="1362"/>
                </a:lnTo>
                <a:lnTo>
                  <a:pt x="1913" y="1362"/>
                </a:lnTo>
                <a:lnTo>
                  <a:pt x="1912" y="1362"/>
                </a:lnTo>
                <a:lnTo>
                  <a:pt x="1912" y="1364"/>
                </a:lnTo>
                <a:lnTo>
                  <a:pt x="1913" y="1364"/>
                </a:lnTo>
                <a:lnTo>
                  <a:pt x="1912" y="1364"/>
                </a:lnTo>
                <a:lnTo>
                  <a:pt x="1912" y="1365"/>
                </a:lnTo>
                <a:lnTo>
                  <a:pt x="1911" y="1365"/>
                </a:lnTo>
                <a:lnTo>
                  <a:pt x="1912" y="1365"/>
                </a:lnTo>
                <a:lnTo>
                  <a:pt x="1912" y="1366"/>
                </a:lnTo>
                <a:lnTo>
                  <a:pt x="1911" y="1366"/>
                </a:lnTo>
                <a:lnTo>
                  <a:pt x="1910" y="1366"/>
                </a:lnTo>
                <a:lnTo>
                  <a:pt x="1910" y="1368"/>
                </a:lnTo>
                <a:lnTo>
                  <a:pt x="1910" y="1369"/>
                </a:lnTo>
                <a:lnTo>
                  <a:pt x="1910" y="1368"/>
                </a:lnTo>
                <a:lnTo>
                  <a:pt x="1910" y="1369"/>
                </a:lnTo>
                <a:lnTo>
                  <a:pt x="1911" y="1369"/>
                </a:lnTo>
                <a:lnTo>
                  <a:pt x="1911" y="1370"/>
                </a:lnTo>
                <a:lnTo>
                  <a:pt x="1910" y="1370"/>
                </a:lnTo>
                <a:lnTo>
                  <a:pt x="1911" y="1370"/>
                </a:lnTo>
                <a:lnTo>
                  <a:pt x="1911" y="1371"/>
                </a:lnTo>
                <a:lnTo>
                  <a:pt x="1910" y="1371"/>
                </a:lnTo>
                <a:lnTo>
                  <a:pt x="1910" y="1372"/>
                </a:lnTo>
                <a:lnTo>
                  <a:pt x="1910" y="1371"/>
                </a:lnTo>
                <a:lnTo>
                  <a:pt x="1910" y="1372"/>
                </a:lnTo>
                <a:lnTo>
                  <a:pt x="1909" y="1372"/>
                </a:lnTo>
                <a:lnTo>
                  <a:pt x="1908" y="1373"/>
                </a:lnTo>
                <a:lnTo>
                  <a:pt x="1908" y="1374"/>
                </a:lnTo>
                <a:lnTo>
                  <a:pt x="1907" y="1374"/>
                </a:lnTo>
                <a:lnTo>
                  <a:pt x="1906" y="1374"/>
                </a:lnTo>
                <a:lnTo>
                  <a:pt x="1906" y="1375"/>
                </a:lnTo>
                <a:lnTo>
                  <a:pt x="1906" y="1376"/>
                </a:lnTo>
                <a:lnTo>
                  <a:pt x="1905" y="1375"/>
                </a:lnTo>
                <a:lnTo>
                  <a:pt x="1905" y="1376"/>
                </a:lnTo>
                <a:lnTo>
                  <a:pt x="1904" y="1376"/>
                </a:lnTo>
                <a:lnTo>
                  <a:pt x="1904" y="1377"/>
                </a:lnTo>
                <a:lnTo>
                  <a:pt x="1903" y="1377"/>
                </a:lnTo>
                <a:lnTo>
                  <a:pt x="1903" y="1378"/>
                </a:lnTo>
                <a:lnTo>
                  <a:pt x="1904" y="1378"/>
                </a:lnTo>
                <a:lnTo>
                  <a:pt x="1904" y="1380"/>
                </a:lnTo>
                <a:lnTo>
                  <a:pt x="1903" y="1381"/>
                </a:lnTo>
                <a:lnTo>
                  <a:pt x="1903" y="1380"/>
                </a:lnTo>
                <a:lnTo>
                  <a:pt x="1902" y="1380"/>
                </a:lnTo>
                <a:lnTo>
                  <a:pt x="1902" y="1379"/>
                </a:lnTo>
                <a:lnTo>
                  <a:pt x="1902" y="1380"/>
                </a:lnTo>
                <a:lnTo>
                  <a:pt x="1901" y="1380"/>
                </a:lnTo>
                <a:lnTo>
                  <a:pt x="1901" y="1381"/>
                </a:lnTo>
                <a:lnTo>
                  <a:pt x="1902" y="1381"/>
                </a:lnTo>
                <a:lnTo>
                  <a:pt x="1902" y="1382"/>
                </a:lnTo>
                <a:lnTo>
                  <a:pt x="1901" y="1382"/>
                </a:lnTo>
                <a:lnTo>
                  <a:pt x="1900" y="1382"/>
                </a:lnTo>
                <a:lnTo>
                  <a:pt x="1899" y="1382"/>
                </a:lnTo>
                <a:lnTo>
                  <a:pt x="1899" y="1381"/>
                </a:lnTo>
                <a:lnTo>
                  <a:pt x="1899" y="1380"/>
                </a:lnTo>
                <a:lnTo>
                  <a:pt x="1898" y="1380"/>
                </a:lnTo>
                <a:lnTo>
                  <a:pt x="1897" y="1380"/>
                </a:lnTo>
                <a:lnTo>
                  <a:pt x="1896" y="1380"/>
                </a:lnTo>
                <a:lnTo>
                  <a:pt x="1896" y="1381"/>
                </a:lnTo>
                <a:lnTo>
                  <a:pt x="1895" y="1381"/>
                </a:lnTo>
                <a:lnTo>
                  <a:pt x="1895" y="1380"/>
                </a:lnTo>
                <a:lnTo>
                  <a:pt x="1894" y="1380"/>
                </a:lnTo>
                <a:lnTo>
                  <a:pt x="1893" y="1380"/>
                </a:lnTo>
                <a:lnTo>
                  <a:pt x="1892" y="1380"/>
                </a:lnTo>
                <a:lnTo>
                  <a:pt x="1891" y="1380"/>
                </a:lnTo>
                <a:lnTo>
                  <a:pt x="1891" y="1379"/>
                </a:lnTo>
                <a:lnTo>
                  <a:pt x="1889" y="1379"/>
                </a:lnTo>
                <a:lnTo>
                  <a:pt x="1890" y="1379"/>
                </a:lnTo>
                <a:lnTo>
                  <a:pt x="1890" y="1378"/>
                </a:lnTo>
                <a:lnTo>
                  <a:pt x="1889" y="1378"/>
                </a:lnTo>
                <a:lnTo>
                  <a:pt x="1889" y="1379"/>
                </a:lnTo>
                <a:lnTo>
                  <a:pt x="1889" y="1378"/>
                </a:lnTo>
                <a:lnTo>
                  <a:pt x="1888" y="1378"/>
                </a:lnTo>
                <a:lnTo>
                  <a:pt x="1887" y="1378"/>
                </a:lnTo>
                <a:lnTo>
                  <a:pt x="1887" y="1377"/>
                </a:lnTo>
                <a:lnTo>
                  <a:pt x="1886" y="1377"/>
                </a:lnTo>
                <a:lnTo>
                  <a:pt x="1886" y="1378"/>
                </a:lnTo>
                <a:lnTo>
                  <a:pt x="1885" y="1378"/>
                </a:lnTo>
                <a:lnTo>
                  <a:pt x="1757" y="1373"/>
                </a:lnTo>
                <a:lnTo>
                  <a:pt x="1756" y="1372"/>
                </a:lnTo>
                <a:lnTo>
                  <a:pt x="1754" y="1370"/>
                </a:lnTo>
                <a:lnTo>
                  <a:pt x="1753" y="1369"/>
                </a:lnTo>
                <a:lnTo>
                  <a:pt x="1752" y="1369"/>
                </a:lnTo>
                <a:lnTo>
                  <a:pt x="1751" y="1369"/>
                </a:lnTo>
                <a:lnTo>
                  <a:pt x="1749" y="1369"/>
                </a:lnTo>
                <a:lnTo>
                  <a:pt x="1748" y="1369"/>
                </a:lnTo>
                <a:lnTo>
                  <a:pt x="1746" y="1370"/>
                </a:lnTo>
                <a:lnTo>
                  <a:pt x="1745" y="1369"/>
                </a:lnTo>
                <a:lnTo>
                  <a:pt x="1744" y="1367"/>
                </a:lnTo>
                <a:lnTo>
                  <a:pt x="1743" y="1365"/>
                </a:lnTo>
                <a:lnTo>
                  <a:pt x="1741" y="1361"/>
                </a:lnTo>
                <a:lnTo>
                  <a:pt x="1740" y="1359"/>
                </a:lnTo>
                <a:lnTo>
                  <a:pt x="1736" y="1360"/>
                </a:lnTo>
                <a:lnTo>
                  <a:pt x="1735" y="1360"/>
                </a:lnTo>
                <a:lnTo>
                  <a:pt x="1734" y="1360"/>
                </a:lnTo>
                <a:lnTo>
                  <a:pt x="1733" y="1360"/>
                </a:lnTo>
                <a:lnTo>
                  <a:pt x="1733" y="1361"/>
                </a:lnTo>
                <a:lnTo>
                  <a:pt x="1733" y="1363"/>
                </a:lnTo>
                <a:lnTo>
                  <a:pt x="1731" y="1366"/>
                </a:lnTo>
                <a:lnTo>
                  <a:pt x="1730" y="1367"/>
                </a:lnTo>
                <a:lnTo>
                  <a:pt x="1729" y="1367"/>
                </a:lnTo>
                <a:lnTo>
                  <a:pt x="1729" y="1368"/>
                </a:lnTo>
                <a:lnTo>
                  <a:pt x="1729" y="1369"/>
                </a:lnTo>
                <a:lnTo>
                  <a:pt x="1730" y="1370"/>
                </a:lnTo>
                <a:lnTo>
                  <a:pt x="1730" y="1371"/>
                </a:lnTo>
                <a:lnTo>
                  <a:pt x="1730" y="1372"/>
                </a:lnTo>
                <a:lnTo>
                  <a:pt x="1728" y="1377"/>
                </a:lnTo>
                <a:lnTo>
                  <a:pt x="1727" y="1378"/>
                </a:lnTo>
                <a:lnTo>
                  <a:pt x="1727" y="1380"/>
                </a:lnTo>
                <a:lnTo>
                  <a:pt x="1727" y="1381"/>
                </a:lnTo>
                <a:lnTo>
                  <a:pt x="1727" y="1383"/>
                </a:lnTo>
                <a:lnTo>
                  <a:pt x="1727" y="1384"/>
                </a:lnTo>
                <a:lnTo>
                  <a:pt x="1727" y="1386"/>
                </a:lnTo>
                <a:lnTo>
                  <a:pt x="1728" y="1387"/>
                </a:lnTo>
                <a:lnTo>
                  <a:pt x="1728" y="1388"/>
                </a:lnTo>
                <a:lnTo>
                  <a:pt x="1729" y="1388"/>
                </a:lnTo>
                <a:lnTo>
                  <a:pt x="1729" y="1389"/>
                </a:lnTo>
                <a:lnTo>
                  <a:pt x="1728" y="1389"/>
                </a:lnTo>
                <a:lnTo>
                  <a:pt x="1726" y="1389"/>
                </a:lnTo>
                <a:lnTo>
                  <a:pt x="1725" y="1389"/>
                </a:lnTo>
                <a:lnTo>
                  <a:pt x="1724" y="1389"/>
                </a:lnTo>
                <a:lnTo>
                  <a:pt x="1722" y="1389"/>
                </a:lnTo>
                <a:lnTo>
                  <a:pt x="1720" y="1388"/>
                </a:lnTo>
                <a:lnTo>
                  <a:pt x="1719" y="1389"/>
                </a:lnTo>
                <a:lnTo>
                  <a:pt x="1718" y="1389"/>
                </a:lnTo>
                <a:lnTo>
                  <a:pt x="1717" y="1390"/>
                </a:lnTo>
                <a:lnTo>
                  <a:pt x="1716" y="1391"/>
                </a:lnTo>
                <a:lnTo>
                  <a:pt x="1716" y="1392"/>
                </a:lnTo>
                <a:lnTo>
                  <a:pt x="1714" y="1392"/>
                </a:lnTo>
                <a:lnTo>
                  <a:pt x="1713" y="1393"/>
                </a:lnTo>
                <a:lnTo>
                  <a:pt x="1713" y="1397"/>
                </a:lnTo>
                <a:lnTo>
                  <a:pt x="1712" y="1401"/>
                </a:lnTo>
                <a:lnTo>
                  <a:pt x="1712" y="1404"/>
                </a:lnTo>
                <a:lnTo>
                  <a:pt x="1712" y="1405"/>
                </a:lnTo>
                <a:lnTo>
                  <a:pt x="1713" y="1406"/>
                </a:lnTo>
                <a:lnTo>
                  <a:pt x="1715" y="1406"/>
                </a:lnTo>
                <a:lnTo>
                  <a:pt x="1718" y="1405"/>
                </a:lnTo>
                <a:lnTo>
                  <a:pt x="1718" y="1406"/>
                </a:lnTo>
                <a:lnTo>
                  <a:pt x="1718" y="1408"/>
                </a:lnTo>
                <a:lnTo>
                  <a:pt x="1719" y="1408"/>
                </a:lnTo>
                <a:lnTo>
                  <a:pt x="1719" y="1410"/>
                </a:lnTo>
                <a:lnTo>
                  <a:pt x="1720" y="1411"/>
                </a:lnTo>
                <a:lnTo>
                  <a:pt x="1720" y="1412"/>
                </a:lnTo>
                <a:lnTo>
                  <a:pt x="1719" y="1412"/>
                </a:lnTo>
                <a:lnTo>
                  <a:pt x="1718" y="1415"/>
                </a:lnTo>
                <a:lnTo>
                  <a:pt x="1715" y="1420"/>
                </a:lnTo>
                <a:lnTo>
                  <a:pt x="1714" y="1423"/>
                </a:lnTo>
                <a:lnTo>
                  <a:pt x="1712" y="1425"/>
                </a:lnTo>
                <a:lnTo>
                  <a:pt x="1712" y="1427"/>
                </a:lnTo>
                <a:lnTo>
                  <a:pt x="1709" y="1430"/>
                </a:lnTo>
                <a:lnTo>
                  <a:pt x="1707" y="1431"/>
                </a:lnTo>
                <a:lnTo>
                  <a:pt x="1707" y="1433"/>
                </a:lnTo>
                <a:lnTo>
                  <a:pt x="1707" y="1434"/>
                </a:lnTo>
                <a:lnTo>
                  <a:pt x="1706" y="1435"/>
                </a:lnTo>
                <a:lnTo>
                  <a:pt x="1706" y="1436"/>
                </a:lnTo>
                <a:lnTo>
                  <a:pt x="1705" y="1437"/>
                </a:lnTo>
                <a:lnTo>
                  <a:pt x="1703" y="1438"/>
                </a:lnTo>
                <a:lnTo>
                  <a:pt x="1702" y="1439"/>
                </a:lnTo>
                <a:lnTo>
                  <a:pt x="1701" y="1440"/>
                </a:lnTo>
                <a:lnTo>
                  <a:pt x="1701" y="1441"/>
                </a:lnTo>
                <a:lnTo>
                  <a:pt x="1700" y="1442"/>
                </a:lnTo>
                <a:lnTo>
                  <a:pt x="1699" y="1442"/>
                </a:lnTo>
                <a:lnTo>
                  <a:pt x="1698" y="1443"/>
                </a:lnTo>
                <a:lnTo>
                  <a:pt x="1698" y="1444"/>
                </a:lnTo>
                <a:lnTo>
                  <a:pt x="1698" y="1445"/>
                </a:lnTo>
                <a:lnTo>
                  <a:pt x="1699" y="1446"/>
                </a:lnTo>
                <a:lnTo>
                  <a:pt x="1700" y="1446"/>
                </a:lnTo>
                <a:lnTo>
                  <a:pt x="1701" y="1447"/>
                </a:lnTo>
                <a:lnTo>
                  <a:pt x="1702" y="1447"/>
                </a:lnTo>
                <a:lnTo>
                  <a:pt x="1702" y="1448"/>
                </a:lnTo>
                <a:lnTo>
                  <a:pt x="1701" y="1449"/>
                </a:lnTo>
                <a:lnTo>
                  <a:pt x="1700" y="1450"/>
                </a:lnTo>
                <a:lnTo>
                  <a:pt x="1699" y="1451"/>
                </a:lnTo>
                <a:lnTo>
                  <a:pt x="1698" y="1451"/>
                </a:lnTo>
                <a:lnTo>
                  <a:pt x="1697" y="1451"/>
                </a:lnTo>
                <a:lnTo>
                  <a:pt x="1695" y="1451"/>
                </a:lnTo>
                <a:lnTo>
                  <a:pt x="1693" y="1451"/>
                </a:lnTo>
                <a:lnTo>
                  <a:pt x="1692" y="1451"/>
                </a:lnTo>
                <a:lnTo>
                  <a:pt x="1691" y="1450"/>
                </a:lnTo>
                <a:lnTo>
                  <a:pt x="1690" y="1449"/>
                </a:lnTo>
                <a:lnTo>
                  <a:pt x="1688" y="1449"/>
                </a:lnTo>
                <a:lnTo>
                  <a:pt x="1687" y="1449"/>
                </a:lnTo>
                <a:lnTo>
                  <a:pt x="1686" y="1450"/>
                </a:lnTo>
                <a:lnTo>
                  <a:pt x="1685" y="1451"/>
                </a:lnTo>
                <a:lnTo>
                  <a:pt x="1684" y="1451"/>
                </a:lnTo>
                <a:lnTo>
                  <a:pt x="1683" y="1451"/>
                </a:lnTo>
                <a:lnTo>
                  <a:pt x="1682" y="1450"/>
                </a:lnTo>
                <a:lnTo>
                  <a:pt x="1681" y="1450"/>
                </a:lnTo>
                <a:lnTo>
                  <a:pt x="1680" y="1451"/>
                </a:lnTo>
                <a:lnTo>
                  <a:pt x="1678" y="1454"/>
                </a:lnTo>
                <a:lnTo>
                  <a:pt x="1677" y="1456"/>
                </a:lnTo>
                <a:lnTo>
                  <a:pt x="1676" y="1457"/>
                </a:lnTo>
                <a:lnTo>
                  <a:pt x="1676" y="1458"/>
                </a:lnTo>
                <a:lnTo>
                  <a:pt x="1675" y="1458"/>
                </a:lnTo>
                <a:lnTo>
                  <a:pt x="1675" y="1459"/>
                </a:lnTo>
                <a:lnTo>
                  <a:pt x="1676" y="1460"/>
                </a:lnTo>
                <a:lnTo>
                  <a:pt x="1675" y="1462"/>
                </a:lnTo>
                <a:lnTo>
                  <a:pt x="1675" y="1464"/>
                </a:lnTo>
                <a:lnTo>
                  <a:pt x="1674" y="1466"/>
                </a:lnTo>
                <a:lnTo>
                  <a:pt x="1673" y="1466"/>
                </a:lnTo>
                <a:lnTo>
                  <a:pt x="1672" y="1467"/>
                </a:lnTo>
                <a:lnTo>
                  <a:pt x="1671" y="1466"/>
                </a:lnTo>
                <a:lnTo>
                  <a:pt x="1671" y="1465"/>
                </a:lnTo>
                <a:lnTo>
                  <a:pt x="1670" y="1465"/>
                </a:lnTo>
                <a:lnTo>
                  <a:pt x="1670" y="1466"/>
                </a:lnTo>
                <a:lnTo>
                  <a:pt x="1669" y="1466"/>
                </a:lnTo>
                <a:lnTo>
                  <a:pt x="1668" y="1468"/>
                </a:lnTo>
                <a:lnTo>
                  <a:pt x="1667" y="1469"/>
                </a:lnTo>
                <a:lnTo>
                  <a:pt x="1665" y="1470"/>
                </a:lnTo>
                <a:lnTo>
                  <a:pt x="1664" y="1470"/>
                </a:lnTo>
                <a:lnTo>
                  <a:pt x="1663" y="1468"/>
                </a:lnTo>
                <a:lnTo>
                  <a:pt x="1661" y="1468"/>
                </a:lnTo>
                <a:lnTo>
                  <a:pt x="1661" y="1467"/>
                </a:lnTo>
                <a:lnTo>
                  <a:pt x="1660" y="1467"/>
                </a:lnTo>
                <a:lnTo>
                  <a:pt x="1658" y="1468"/>
                </a:lnTo>
                <a:lnTo>
                  <a:pt x="1657" y="1468"/>
                </a:lnTo>
                <a:lnTo>
                  <a:pt x="1656" y="1467"/>
                </a:lnTo>
                <a:lnTo>
                  <a:pt x="1655" y="1467"/>
                </a:lnTo>
                <a:lnTo>
                  <a:pt x="1654" y="1467"/>
                </a:lnTo>
                <a:lnTo>
                  <a:pt x="1653" y="1467"/>
                </a:lnTo>
                <a:lnTo>
                  <a:pt x="1652" y="1469"/>
                </a:lnTo>
                <a:lnTo>
                  <a:pt x="1652" y="1470"/>
                </a:lnTo>
                <a:lnTo>
                  <a:pt x="1650" y="1470"/>
                </a:lnTo>
                <a:lnTo>
                  <a:pt x="1648" y="1471"/>
                </a:lnTo>
                <a:lnTo>
                  <a:pt x="1647" y="1471"/>
                </a:lnTo>
                <a:lnTo>
                  <a:pt x="1647" y="1472"/>
                </a:lnTo>
                <a:lnTo>
                  <a:pt x="1646" y="1473"/>
                </a:lnTo>
                <a:lnTo>
                  <a:pt x="1647" y="1474"/>
                </a:lnTo>
                <a:lnTo>
                  <a:pt x="1647" y="1475"/>
                </a:lnTo>
                <a:lnTo>
                  <a:pt x="1648" y="1476"/>
                </a:lnTo>
                <a:lnTo>
                  <a:pt x="1650" y="1478"/>
                </a:lnTo>
                <a:lnTo>
                  <a:pt x="1650" y="1479"/>
                </a:lnTo>
                <a:lnTo>
                  <a:pt x="1650" y="1480"/>
                </a:lnTo>
                <a:lnTo>
                  <a:pt x="1649" y="1480"/>
                </a:lnTo>
                <a:lnTo>
                  <a:pt x="1648" y="1480"/>
                </a:lnTo>
                <a:lnTo>
                  <a:pt x="1647" y="1480"/>
                </a:lnTo>
                <a:lnTo>
                  <a:pt x="1646" y="1483"/>
                </a:lnTo>
                <a:lnTo>
                  <a:pt x="1644" y="1485"/>
                </a:lnTo>
                <a:lnTo>
                  <a:pt x="1643" y="1485"/>
                </a:lnTo>
                <a:lnTo>
                  <a:pt x="1642" y="1485"/>
                </a:lnTo>
                <a:lnTo>
                  <a:pt x="1641" y="1485"/>
                </a:lnTo>
                <a:lnTo>
                  <a:pt x="1641" y="1486"/>
                </a:lnTo>
                <a:lnTo>
                  <a:pt x="1640" y="1487"/>
                </a:lnTo>
                <a:lnTo>
                  <a:pt x="1637" y="1488"/>
                </a:lnTo>
                <a:lnTo>
                  <a:pt x="1636" y="1488"/>
                </a:lnTo>
                <a:lnTo>
                  <a:pt x="1635" y="1489"/>
                </a:lnTo>
                <a:lnTo>
                  <a:pt x="1634" y="1491"/>
                </a:lnTo>
                <a:lnTo>
                  <a:pt x="1633" y="1493"/>
                </a:lnTo>
                <a:lnTo>
                  <a:pt x="1633" y="1494"/>
                </a:lnTo>
                <a:lnTo>
                  <a:pt x="1634" y="1496"/>
                </a:lnTo>
                <a:lnTo>
                  <a:pt x="1635" y="1498"/>
                </a:lnTo>
                <a:lnTo>
                  <a:pt x="1636" y="1499"/>
                </a:lnTo>
                <a:lnTo>
                  <a:pt x="1637" y="1498"/>
                </a:lnTo>
                <a:lnTo>
                  <a:pt x="1638" y="1498"/>
                </a:lnTo>
                <a:lnTo>
                  <a:pt x="1638" y="1497"/>
                </a:lnTo>
                <a:lnTo>
                  <a:pt x="1640" y="1498"/>
                </a:lnTo>
                <a:lnTo>
                  <a:pt x="1641" y="1498"/>
                </a:lnTo>
                <a:lnTo>
                  <a:pt x="1642" y="1499"/>
                </a:lnTo>
                <a:lnTo>
                  <a:pt x="1643" y="1499"/>
                </a:lnTo>
                <a:lnTo>
                  <a:pt x="1643" y="1500"/>
                </a:lnTo>
                <a:lnTo>
                  <a:pt x="1644" y="1501"/>
                </a:lnTo>
                <a:lnTo>
                  <a:pt x="1644" y="1503"/>
                </a:lnTo>
                <a:lnTo>
                  <a:pt x="1644" y="1504"/>
                </a:lnTo>
                <a:lnTo>
                  <a:pt x="1646" y="1504"/>
                </a:lnTo>
                <a:lnTo>
                  <a:pt x="1648" y="1504"/>
                </a:lnTo>
                <a:lnTo>
                  <a:pt x="1648" y="1503"/>
                </a:lnTo>
                <a:lnTo>
                  <a:pt x="1650" y="1502"/>
                </a:lnTo>
                <a:lnTo>
                  <a:pt x="1651" y="1502"/>
                </a:lnTo>
                <a:lnTo>
                  <a:pt x="1652" y="1506"/>
                </a:lnTo>
                <a:lnTo>
                  <a:pt x="1654" y="1508"/>
                </a:lnTo>
                <a:lnTo>
                  <a:pt x="1657" y="1509"/>
                </a:lnTo>
                <a:lnTo>
                  <a:pt x="1658" y="1514"/>
                </a:lnTo>
                <a:lnTo>
                  <a:pt x="1659" y="1515"/>
                </a:lnTo>
                <a:lnTo>
                  <a:pt x="1660" y="1515"/>
                </a:lnTo>
                <a:lnTo>
                  <a:pt x="1661" y="1515"/>
                </a:lnTo>
                <a:lnTo>
                  <a:pt x="1674" y="1539"/>
                </a:lnTo>
                <a:lnTo>
                  <a:pt x="1678" y="1548"/>
                </a:lnTo>
                <a:lnTo>
                  <a:pt x="1700" y="1592"/>
                </a:lnTo>
                <a:lnTo>
                  <a:pt x="1725" y="1639"/>
                </a:lnTo>
                <a:lnTo>
                  <a:pt x="1723" y="1640"/>
                </a:lnTo>
                <a:lnTo>
                  <a:pt x="1723" y="1642"/>
                </a:lnTo>
                <a:lnTo>
                  <a:pt x="1722" y="1642"/>
                </a:lnTo>
                <a:lnTo>
                  <a:pt x="1722" y="1643"/>
                </a:lnTo>
                <a:lnTo>
                  <a:pt x="1720" y="1643"/>
                </a:lnTo>
                <a:lnTo>
                  <a:pt x="1720" y="1644"/>
                </a:lnTo>
                <a:lnTo>
                  <a:pt x="1720" y="1650"/>
                </a:lnTo>
                <a:lnTo>
                  <a:pt x="1720" y="1651"/>
                </a:lnTo>
                <a:lnTo>
                  <a:pt x="1721" y="1651"/>
                </a:lnTo>
                <a:lnTo>
                  <a:pt x="1721" y="1652"/>
                </a:lnTo>
                <a:lnTo>
                  <a:pt x="1721" y="1653"/>
                </a:lnTo>
                <a:lnTo>
                  <a:pt x="1720" y="1653"/>
                </a:lnTo>
                <a:lnTo>
                  <a:pt x="1719" y="1653"/>
                </a:lnTo>
                <a:lnTo>
                  <a:pt x="1719" y="1654"/>
                </a:lnTo>
                <a:lnTo>
                  <a:pt x="1721" y="1655"/>
                </a:lnTo>
                <a:lnTo>
                  <a:pt x="1721" y="1656"/>
                </a:lnTo>
                <a:lnTo>
                  <a:pt x="1720" y="1656"/>
                </a:lnTo>
                <a:lnTo>
                  <a:pt x="1720" y="1657"/>
                </a:lnTo>
                <a:lnTo>
                  <a:pt x="1720" y="1658"/>
                </a:lnTo>
                <a:lnTo>
                  <a:pt x="1721" y="1659"/>
                </a:lnTo>
                <a:lnTo>
                  <a:pt x="1721" y="1660"/>
                </a:lnTo>
                <a:lnTo>
                  <a:pt x="1722" y="1660"/>
                </a:lnTo>
                <a:lnTo>
                  <a:pt x="1724" y="1661"/>
                </a:lnTo>
                <a:lnTo>
                  <a:pt x="1725" y="1661"/>
                </a:lnTo>
                <a:lnTo>
                  <a:pt x="1725" y="1662"/>
                </a:lnTo>
                <a:lnTo>
                  <a:pt x="1725" y="1663"/>
                </a:lnTo>
                <a:lnTo>
                  <a:pt x="1725" y="1665"/>
                </a:lnTo>
                <a:lnTo>
                  <a:pt x="1726" y="1670"/>
                </a:lnTo>
                <a:lnTo>
                  <a:pt x="1725" y="1672"/>
                </a:lnTo>
                <a:lnTo>
                  <a:pt x="1725" y="1673"/>
                </a:lnTo>
                <a:lnTo>
                  <a:pt x="1724" y="1674"/>
                </a:lnTo>
                <a:lnTo>
                  <a:pt x="1724" y="1675"/>
                </a:lnTo>
                <a:lnTo>
                  <a:pt x="1724" y="1677"/>
                </a:lnTo>
                <a:lnTo>
                  <a:pt x="1725" y="1679"/>
                </a:lnTo>
                <a:lnTo>
                  <a:pt x="1725" y="1680"/>
                </a:lnTo>
                <a:lnTo>
                  <a:pt x="1725" y="1681"/>
                </a:lnTo>
                <a:lnTo>
                  <a:pt x="1725" y="1682"/>
                </a:lnTo>
                <a:lnTo>
                  <a:pt x="1724" y="1683"/>
                </a:lnTo>
                <a:lnTo>
                  <a:pt x="1723" y="1686"/>
                </a:lnTo>
                <a:lnTo>
                  <a:pt x="1723" y="1687"/>
                </a:lnTo>
                <a:lnTo>
                  <a:pt x="1724" y="1687"/>
                </a:lnTo>
                <a:lnTo>
                  <a:pt x="1725" y="1688"/>
                </a:lnTo>
                <a:lnTo>
                  <a:pt x="1725" y="1689"/>
                </a:lnTo>
                <a:lnTo>
                  <a:pt x="1726" y="1689"/>
                </a:lnTo>
                <a:lnTo>
                  <a:pt x="1726" y="1690"/>
                </a:lnTo>
                <a:lnTo>
                  <a:pt x="1726" y="1691"/>
                </a:lnTo>
                <a:lnTo>
                  <a:pt x="1726" y="1692"/>
                </a:lnTo>
                <a:lnTo>
                  <a:pt x="1725" y="1692"/>
                </a:lnTo>
                <a:lnTo>
                  <a:pt x="1726" y="1693"/>
                </a:lnTo>
                <a:lnTo>
                  <a:pt x="1726" y="1694"/>
                </a:lnTo>
                <a:lnTo>
                  <a:pt x="1725" y="1695"/>
                </a:lnTo>
                <a:lnTo>
                  <a:pt x="1726" y="1695"/>
                </a:lnTo>
                <a:lnTo>
                  <a:pt x="1726" y="1696"/>
                </a:lnTo>
                <a:lnTo>
                  <a:pt x="1726" y="1697"/>
                </a:lnTo>
                <a:lnTo>
                  <a:pt x="1727" y="1697"/>
                </a:lnTo>
                <a:lnTo>
                  <a:pt x="1729" y="1698"/>
                </a:lnTo>
                <a:lnTo>
                  <a:pt x="1729" y="1699"/>
                </a:lnTo>
                <a:lnTo>
                  <a:pt x="1730" y="1699"/>
                </a:lnTo>
                <a:lnTo>
                  <a:pt x="1730" y="1701"/>
                </a:lnTo>
                <a:lnTo>
                  <a:pt x="1730" y="1702"/>
                </a:lnTo>
                <a:lnTo>
                  <a:pt x="1731" y="1703"/>
                </a:lnTo>
                <a:lnTo>
                  <a:pt x="1730" y="1705"/>
                </a:lnTo>
                <a:lnTo>
                  <a:pt x="1729" y="1705"/>
                </a:lnTo>
                <a:lnTo>
                  <a:pt x="1729" y="1706"/>
                </a:lnTo>
                <a:lnTo>
                  <a:pt x="1729" y="1707"/>
                </a:lnTo>
                <a:lnTo>
                  <a:pt x="1730" y="1707"/>
                </a:lnTo>
                <a:lnTo>
                  <a:pt x="1731" y="1707"/>
                </a:lnTo>
                <a:lnTo>
                  <a:pt x="1731" y="1708"/>
                </a:lnTo>
                <a:lnTo>
                  <a:pt x="1732" y="1710"/>
                </a:lnTo>
                <a:lnTo>
                  <a:pt x="1732" y="1711"/>
                </a:lnTo>
                <a:lnTo>
                  <a:pt x="1731" y="1711"/>
                </a:lnTo>
                <a:lnTo>
                  <a:pt x="1731" y="1712"/>
                </a:lnTo>
                <a:lnTo>
                  <a:pt x="1731" y="1713"/>
                </a:lnTo>
                <a:lnTo>
                  <a:pt x="1732" y="1714"/>
                </a:lnTo>
                <a:lnTo>
                  <a:pt x="1732" y="1715"/>
                </a:lnTo>
                <a:lnTo>
                  <a:pt x="1733" y="1715"/>
                </a:lnTo>
                <a:lnTo>
                  <a:pt x="1733" y="1716"/>
                </a:lnTo>
                <a:lnTo>
                  <a:pt x="1734" y="1716"/>
                </a:lnTo>
                <a:lnTo>
                  <a:pt x="1735" y="1716"/>
                </a:lnTo>
                <a:lnTo>
                  <a:pt x="1735" y="1717"/>
                </a:lnTo>
                <a:lnTo>
                  <a:pt x="1736" y="1717"/>
                </a:lnTo>
                <a:lnTo>
                  <a:pt x="1736" y="1718"/>
                </a:lnTo>
                <a:lnTo>
                  <a:pt x="1736" y="1719"/>
                </a:lnTo>
                <a:lnTo>
                  <a:pt x="1735" y="1719"/>
                </a:lnTo>
                <a:lnTo>
                  <a:pt x="1735" y="1720"/>
                </a:lnTo>
                <a:lnTo>
                  <a:pt x="1736" y="1722"/>
                </a:lnTo>
                <a:lnTo>
                  <a:pt x="1736" y="1723"/>
                </a:lnTo>
                <a:lnTo>
                  <a:pt x="1737" y="1724"/>
                </a:lnTo>
                <a:lnTo>
                  <a:pt x="1736" y="1724"/>
                </a:lnTo>
                <a:lnTo>
                  <a:pt x="1736" y="1725"/>
                </a:lnTo>
                <a:lnTo>
                  <a:pt x="1735" y="1725"/>
                </a:lnTo>
                <a:lnTo>
                  <a:pt x="1735" y="1727"/>
                </a:lnTo>
                <a:lnTo>
                  <a:pt x="1736" y="1727"/>
                </a:lnTo>
                <a:lnTo>
                  <a:pt x="1736" y="1728"/>
                </a:lnTo>
                <a:lnTo>
                  <a:pt x="1736" y="1729"/>
                </a:lnTo>
                <a:lnTo>
                  <a:pt x="1735" y="1729"/>
                </a:lnTo>
                <a:lnTo>
                  <a:pt x="1736" y="1729"/>
                </a:lnTo>
                <a:lnTo>
                  <a:pt x="1736" y="1730"/>
                </a:lnTo>
                <a:lnTo>
                  <a:pt x="1737" y="1730"/>
                </a:lnTo>
                <a:lnTo>
                  <a:pt x="1738" y="1730"/>
                </a:lnTo>
                <a:lnTo>
                  <a:pt x="1739" y="1730"/>
                </a:lnTo>
                <a:lnTo>
                  <a:pt x="1740" y="1730"/>
                </a:lnTo>
                <a:lnTo>
                  <a:pt x="1740" y="1731"/>
                </a:lnTo>
                <a:lnTo>
                  <a:pt x="1739" y="1731"/>
                </a:lnTo>
                <a:lnTo>
                  <a:pt x="1739" y="1733"/>
                </a:lnTo>
                <a:lnTo>
                  <a:pt x="1739" y="1734"/>
                </a:lnTo>
                <a:lnTo>
                  <a:pt x="1740" y="1734"/>
                </a:lnTo>
                <a:lnTo>
                  <a:pt x="1739" y="1734"/>
                </a:lnTo>
                <a:lnTo>
                  <a:pt x="1738" y="1733"/>
                </a:lnTo>
                <a:lnTo>
                  <a:pt x="1737" y="1733"/>
                </a:lnTo>
                <a:lnTo>
                  <a:pt x="1736" y="1735"/>
                </a:lnTo>
                <a:lnTo>
                  <a:pt x="1735" y="1736"/>
                </a:lnTo>
                <a:lnTo>
                  <a:pt x="1736" y="1736"/>
                </a:lnTo>
                <a:lnTo>
                  <a:pt x="1737" y="1736"/>
                </a:lnTo>
                <a:lnTo>
                  <a:pt x="1737" y="1737"/>
                </a:lnTo>
                <a:lnTo>
                  <a:pt x="1737" y="1739"/>
                </a:lnTo>
                <a:lnTo>
                  <a:pt x="1738" y="1739"/>
                </a:lnTo>
                <a:lnTo>
                  <a:pt x="1738" y="1740"/>
                </a:lnTo>
                <a:lnTo>
                  <a:pt x="1737" y="1740"/>
                </a:lnTo>
                <a:lnTo>
                  <a:pt x="1736" y="1740"/>
                </a:lnTo>
                <a:lnTo>
                  <a:pt x="1735" y="1740"/>
                </a:lnTo>
                <a:lnTo>
                  <a:pt x="1735" y="1741"/>
                </a:lnTo>
                <a:lnTo>
                  <a:pt x="1736" y="1741"/>
                </a:lnTo>
                <a:lnTo>
                  <a:pt x="1737" y="1741"/>
                </a:lnTo>
                <a:lnTo>
                  <a:pt x="1737" y="1742"/>
                </a:lnTo>
                <a:lnTo>
                  <a:pt x="1738" y="1742"/>
                </a:lnTo>
                <a:lnTo>
                  <a:pt x="1738" y="1743"/>
                </a:lnTo>
                <a:lnTo>
                  <a:pt x="1738" y="1745"/>
                </a:lnTo>
                <a:lnTo>
                  <a:pt x="1738" y="1746"/>
                </a:lnTo>
                <a:lnTo>
                  <a:pt x="1739" y="1746"/>
                </a:lnTo>
                <a:lnTo>
                  <a:pt x="1740" y="1746"/>
                </a:lnTo>
                <a:lnTo>
                  <a:pt x="1740" y="1747"/>
                </a:lnTo>
                <a:lnTo>
                  <a:pt x="1741" y="1747"/>
                </a:lnTo>
                <a:lnTo>
                  <a:pt x="1742" y="1748"/>
                </a:lnTo>
                <a:lnTo>
                  <a:pt x="1744" y="1748"/>
                </a:lnTo>
                <a:lnTo>
                  <a:pt x="1745" y="1748"/>
                </a:lnTo>
                <a:lnTo>
                  <a:pt x="1746" y="1748"/>
                </a:lnTo>
                <a:lnTo>
                  <a:pt x="1746" y="1749"/>
                </a:lnTo>
                <a:lnTo>
                  <a:pt x="1747" y="1749"/>
                </a:lnTo>
                <a:lnTo>
                  <a:pt x="1748" y="1750"/>
                </a:lnTo>
                <a:lnTo>
                  <a:pt x="1750" y="1750"/>
                </a:lnTo>
                <a:lnTo>
                  <a:pt x="1751" y="1750"/>
                </a:lnTo>
                <a:lnTo>
                  <a:pt x="1752" y="1750"/>
                </a:lnTo>
                <a:lnTo>
                  <a:pt x="1752" y="1749"/>
                </a:lnTo>
                <a:lnTo>
                  <a:pt x="1753" y="1748"/>
                </a:lnTo>
                <a:lnTo>
                  <a:pt x="1754" y="1748"/>
                </a:lnTo>
                <a:lnTo>
                  <a:pt x="1754" y="1749"/>
                </a:lnTo>
                <a:lnTo>
                  <a:pt x="1753" y="1749"/>
                </a:lnTo>
                <a:lnTo>
                  <a:pt x="1753" y="1750"/>
                </a:lnTo>
                <a:lnTo>
                  <a:pt x="1754" y="1750"/>
                </a:lnTo>
                <a:lnTo>
                  <a:pt x="1754" y="1751"/>
                </a:lnTo>
                <a:lnTo>
                  <a:pt x="1755" y="1751"/>
                </a:lnTo>
                <a:lnTo>
                  <a:pt x="1755" y="1752"/>
                </a:lnTo>
                <a:lnTo>
                  <a:pt x="1755" y="1753"/>
                </a:lnTo>
                <a:lnTo>
                  <a:pt x="1754" y="1753"/>
                </a:lnTo>
                <a:lnTo>
                  <a:pt x="1753" y="1753"/>
                </a:lnTo>
                <a:lnTo>
                  <a:pt x="1753" y="1754"/>
                </a:lnTo>
                <a:lnTo>
                  <a:pt x="1754" y="1754"/>
                </a:lnTo>
                <a:lnTo>
                  <a:pt x="1754" y="1755"/>
                </a:lnTo>
                <a:lnTo>
                  <a:pt x="1753" y="1756"/>
                </a:lnTo>
                <a:lnTo>
                  <a:pt x="1751" y="1756"/>
                </a:lnTo>
                <a:lnTo>
                  <a:pt x="1750" y="1756"/>
                </a:lnTo>
                <a:lnTo>
                  <a:pt x="1749" y="1756"/>
                </a:lnTo>
                <a:lnTo>
                  <a:pt x="1748" y="1755"/>
                </a:lnTo>
                <a:lnTo>
                  <a:pt x="1747" y="1755"/>
                </a:lnTo>
                <a:lnTo>
                  <a:pt x="1746" y="1756"/>
                </a:lnTo>
                <a:lnTo>
                  <a:pt x="1746" y="1757"/>
                </a:lnTo>
                <a:lnTo>
                  <a:pt x="1746" y="1758"/>
                </a:lnTo>
                <a:lnTo>
                  <a:pt x="1746" y="1759"/>
                </a:lnTo>
                <a:lnTo>
                  <a:pt x="1746" y="1760"/>
                </a:lnTo>
                <a:lnTo>
                  <a:pt x="1745" y="1760"/>
                </a:lnTo>
                <a:lnTo>
                  <a:pt x="1744" y="1760"/>
                </a:lnTo>
                <a:lnTo>
                  <a:pt x="1742" y="1761"/>
                </a:lnTo>
                <a:lnTo>
                  <a:pt x="1742" y="1762"/>
                </a:lnTo>
                <a:lnTo>
                  <a:pt x="1743" y="1762"/>
                </a:lnTo>
                <a:lnTo>
                  <a:pt x="1743" y="1763"/>
                </a:lnTo>
                <a:lnTo>
                  <a:pt x="1742" y="1764"/>
                </a:lnTo>
                <a:lnTo>
                  <a:pt x="1741" y="1765"/>
                </a:lnTo>
                <a:lnTo>
                  <a:pt x="1741" y="1764"/>
                </a:lnTo>
                <a:lnTo>
                  <a:pt x="1740" y="1764"/>
                </a:lnTo>
                <a:lnTo>
                  <a:pt x="1739" y="1764"/>
                </a:lnTo>
                <a:lnTo>
                  <a:pt x="1739" y="1765"/>
                </a:lnTo>
                <a:lnTo>
                  <a:pt x="1739" y="1766"/>
                </a:lnTo>
                <a:lnTo>
                  <a:pt x="1738" y="1767"/>
                </a:lnTo>
                <a:lnTo>
                  <a:pt x="1737" y="1768"/>
                </a:lnTo>
                <a:lnTo>
                  <a:pt x="1736" y="1769"/>
                </a:lnTo>
                <a:lnTo>
                  <a:pt x="1735" y="1770"/>
                </a:lnTo>
                <a:lnTo>
                  <a:pt x="1734" y="1769"/>
                </a:lnTo>
                <a:lnTo>
                  <a:pt x="1733" y="1769"/>
                </a:lnTo>
                <a:lnTo>
                  <a:pt x="1732" y="1769"/>
                </a:lnTo>
                <a:lnTo>
                  <a:pt x="1732" y="1768"/>
                </a:lnTo>
                <a:lnTo>
                  <a:pt x="1732" y="1767"/>
                </a:lnTo>
                <a:lnTo>
                  <a:pt x="1731" y="1766"/>
                </a:lnTo>
                <a:lnTo>
                  <a:pt x="1730" y="1766"/>
                </a:lnTo>
                <a:lnTo>
                  <a:pt x="1729" y="1766"/>
                </a:lnTo>
                <a:lnTo>
                  <a:pt x="1728" y="1766"/>
                </a:lnTo>
                <a:lnTo>
                  <a:pt x="1727" y="1765"/>
                </a:lnTo>
                <a:lnTo>
                  <a:pt x="1726" y="1765"/>
                </a:lnTo>
                <a:lnTo>
                  <a:pt x="1723" y="1763"/>
                </a:lnTo>
                <a:lnTo>
                  <a:pt x="1723" y="1762"/>
                </a:lnTo>
                <a:lnTo>
                  <a:pt x="1722" y="1761"/>
                </a:lnTo>
                <a:lnTo>
                  <a:pt x="1721" y="1761"/>
                </a:lnTo>
                <a:lnTo>
                  <a:pt x="1720" y="1761"/>
                </a:lnTo>
                <a:lnTo>
                  <a:pt x="1719" y="1760"/>
                </a:lnTo>
                <a:lnTo>
                  <a:pt x="1718" y="1760"/>
                </a:lnTo>
                <a:lnTo>
                  <a:pt x="1717" y="1759"/>
                </a:lnTo>
                <a:lnTo>
                  <a:pt x="1716" y="1758"/>
                </a:lnTo>
                <a:lnTo>
                  <a:pt x="1714" y="1757"/>
                </a:lnTo>
                <a:lnTo>
                  <a:pt x="1714" y="1758"/>
                </a:lnTo>
                <a:lnTo>
                  <a:pt x="1713" y="1758"/>
                </a:lnTo>
                <a:lnTo>
                  <a:pt x="1712" y="1758"/>
                </a:lnTo>
                <a:lnTo>
                  <a:pt x="1711" y="1758"/>
                </a:lnTo>
                <a:lnTo>
                  <a:pt x="1711" y="1759"/>
                </a:lnTo>
                <a:lnTo>
                  <a:pt x="1710" y="1759"/>
                </a:lnTo>
                <a:lnTo>
                  <a:pt x="1711" y="1759"/>
                </a:lnTo>
                <a:lnTo>
                  <a:pt x="1711" y="1760"/>
                </a:lnTo>
                <a:lnTo>
                  <a:pt x="1709" y="1762"/>
                </a:lnTo>
                <a:lnTo>
                  <a:pt x="1707" y="1763"/>
                </a:lnTo>
                <a:lnTo>
                  <a:pt x="1706" y="1764"/>
                </a:lnTo>
                <a:lnTo>
                  <a:pt x="1706" y="1765"/>
                </a:lnTo>
                <a:lnTo>
                  <a:pt x="1705" y="1766"/>
                </a:lnTo>
                <a:lnTo>
                  <a:pt x="1705" y="1767"/>
                </a:lnTo>
                <a:lnTo>
                  <a:pt x="1704" y="1767"/>
                </a:lnTo>
                <a:lnTo>
                  <a:pt x="1704" y="1768"/>
                </a:lnTo>
                <a:lnTo>
                  <a:pt x="1703" y="1770"/>
                </a:lnTo>
                <a:lnTo>
                  <a:pt x="1702" y="1772"/>
                </a:lnTo>
                <a:lnTo>
                  <a:pt x="1702" y="1774"/>
                </a:lnTo>
                <a:lnTo>
                  <a:pt x="1701" y="1775"/>
                </a:lnTo>
                <a:lnTo>
                  <a:pt x="1701" y="1776"/>
                </a:lnTo>
                <a:lnTo>
                  <a:pt x="1701" y="1777"/>
                </a:lnTo>
                <a:lnTo>
                  <a:pt x="1700" y="1777"/>
                </a:lnTo>
                <a:lnTo>
                  <a:pt x="1699" y="1777"/>
                </a:lnTo>
                <a:lnTo>
                  <a:pt x="1698" y="1778"/>
                </a:lnTo>
                <a:lnTo>
                  <a:pt x="1696" y="1778"/>
                </a:lnTo>
                <a:lnTo>
                  <a:pt x="1695" y="1778"/>
                </a:lnTo>
                <a:lnTo>
                  <a:pt x="1694" y="1778"/>
                </a:lnTo>
                <a:lnTo>
                  <a:pt x="1693" y="1777"/>
                </a:lnTo>
                <a:lnTo>
                  <a:pt x="1692" y="1776"/>
                </a:lnTo>
                <a:lnTo>
                  <a:pt x="1692" y="1775"/>
                </a:lnTo>
                <a:lnTo>
                  <a:pt x="1691" y="1775"/>
                </a:lnTo>
                <a:lnTo>
                  <a:pt x="1691" y="1774"/>
                </a:lnTo>
                <a:lnTo>
                  <a:pt x="1690" y="1774"/>
                </a:lnTo>
                <a:lnTo>
                  <a:pt x="1690" y="1773"/>
                </a:lnTo>
                <a:lnTo>
                  <a:pt x="1689" y="1772"/>
                </a:lnTo>
                <a:lnTo>
                  <a:pt x="1689" y="1771"/>
                </a:lnTo>
                <a:lnTo>
                  <a:pt x="1688" y="1770"/>
                </a:lnTo>
                <a:lnTo>
                  <a:pt x="1686" y="1768"/>
                </a:lnTo>
                <a:lnTo>
                  <a:pt x="1686" y="1767"/>
                </a:lnTo>
                <a:lnTo>
                  <a:pt x="1686" y="1766"/>
                </a:lnTo>
                <a:lnTo>
                  <a:pt x="1684" y="1766"/>
                </a:lnTo>
                <a:lnTo>
                  <a:pt x="1683" y="1766"/>
                </a:lnTo>
                <a:lnTo>
                  <a:pt x="1682" y="1766"/>
                </a:lnTo>
                <a:lnTo>
                  <a:pt x="1681" y="1765"/>
                </a:lnTo>
                <a:lnTo>
                  <a:pt x="1680" y="1764"/>
                </a:lnTo>
                <a:lnTo>
                  <a:pt x="1680" y="1763"/>
                </a:lnTo>
                <a:lnTo>
                  <a:pt x="1680" y="1762"/>
                </a:lnTo>
                <a:lnTo>
                  <a:pt x="1679" y="1763"/>
                </a:lnTo>
                <a:lnTo>
                  <a:pt x="1678" y="1763"/>
                </a:lnTo>
                <a:lnTo>
                  <a:pt x="1678" y="1764"/>
                </a:lnTo>
                <a:lnTo>
                  <a:pt x="1677" y="1763"/>
                </a:lnTo>
                <a:lnTo>
                  <a:pt x="1676" y="1762"/>
                </a:lnTo>
                <a:lnTo>
                  <a:pt x="1675" y="1762"/>
                </a:lnTo>
                <a:lnTo>
                  <a:pt x="1675" y="1761"/>
                </a:lnTo>
                <a:lnTo>
                  <a:pt x="1674" y="1761"/>
                </a:lnTo>
                <a:lnTo>
                  <a:pt x="1673" y="1761"/>
                </a:lnTo>
                <a:lnTo>
                  <a:pt x="1671" y="1761"/>
                </a:lnTo>
                <a:lnTo>
                  <a:pt x="1671" y="1760"/>
                </a:lnTo>
                <a:lnTo>
                  <a:pt x="1670" y="1760"/>
                </a:lnTo>
                <a:lnTo>
                  <a:pt x="1670" y="1759"/>
                </a:lnTo>
                <a:lnTo>
                  <a:pt x="1669" y="1759"/>
                </a:lnTo>
                <a:lnTo>
                  <a:pt x="1669" y="1758"/>
                </a:lnTo>
                <a:lnTo>
                  <a:pt x="1668" y="1759"/>
                </a:lnTo>
                <a:lnTo>
                  <a:pt x="1667" y="1759"/>
                </a:lnTo>
                <a:lnTo>
                  <a:pt x="1666" y="1759"/>
                </a:lnTo>
                <a:lnTo>
                  <a:pt x="1665" y="1759"/>
                </a:lnTo>
                <a:lnTo>
                  <a:pt x="1665" y="1758"/>
                </a:lnTo>
                <a:lnTo>
                  <a:pt x="1663" y="1758"/>
                </a:lnTo>
                <a:lnTo>
                  <a:pt x="1662" y="1759"/>
                </a:lnTo>
                <a:lnTo>
                  <a:pt x="1661" y="1759"/>
                </a:lnTo>
                <a:lnTo>
                  <a:pt x="1661" y="1758"/>
                </a:lnTo>
                <a:lnTo>
                  <a:pt x="1660" y="1758"/>
                </a:lnTo>
                <a:lnTo>
                  <a:pt x="1660" y="1757"/>
                </a:lnTo>
                <a:lnTo>
                  <a:pt x="1659" y="1756"/>
                </a:lnTo>
                <a:lnTo>
                  <a:pt x="1659" y="1757"/>
                </a:lnTo>
                <a:lnTo>
                  <a:pt x="1658" y="1757"/>
                </a:lnTo>
                <a:lnTo>
                  <a:pt x="1657" y="1757"/>
                </a:lnTo>
                <a:lnTo>
                  <a:pt x="1657" y="1756"/>
                </a:lnTo>
                <a:lnTo>
                  <a:pt x="1656" y="1756"/>
                </a:lnTo>
                <a:lnTo>
                  <a:pt x="1654" y="1757"/>
                </a:lnTo>
                <a:lnTo>
                  <a:pt x="1653" y="1757"/>
                </a:lnTo>
                <a:lnTo>
                  <a:pt x="1653" y="1756"/>
                </a:lnTo>
                <a:lnTo>
                  <a:pt x="1653" y="1753"/>
                </a:lnTo>
                <a:lnTo>
                  <a:pt x="1653" y="1751"/>
                </a:lnTo>
                <a:lnTo>
                  <a:pt x="1652" y="1750"/>
                </a:lnTo>
                <a:lnTo>
                  <a:pt x="1651" y="1750"/>
                </a:lnTo>
                <a:lnTo>
                  <a:pt x="1651" y="1749"/>
                </a:lnTo>
                <a:lnTo>
                  <a:pt x="1650" y="1750"/>
                </a:lnTo>
                <a:lnTo>
                  <a:pt x="1649" y="1751"/>
                </a:lnTo>
                <a:lnTo>
                  <a:pt x="1648" y="1751"/>
                </a:lnTo>
                <a:lnTo>
                  <a:pt x="1647" y="1751"/>
                </a:lnTo>
                <a:lnTo>
                  <a:pt x="1647" y="1752"/>
                </a:lnTo>
                <a:lnTo>
                  <a:pt x="1647" y="1753"/>
                </a:lnTo>
                <a:lnTo>
                  <a:pt x="1646" y="1753"/>
                </a:lnTo>
                <a:lnTo>
                  <a:pt x="1645" y="1752"/>
                </a:lnTo>
                <a:lnTo>
                  <a:pt x="1643" y="1751"/>
                </a:lnTo>
                <a:lnTo>
                  <a:pt x="1641" y="1751"/>
                </a:lnTo>
                <a:lnTo>
                  <a:pt x="1641" y="1752"/>
                </a:lnTo>
                <a:lnTo>
                  <a:pt x="1640" y="1753"/>
                </a:lnTo>
                <a:lnTo>
                  <a:pt x="1639" y="1753"/>
                </a:lnTo>
                <a:lnTo>
                  <a:pt x="1638" y="1752"/>
                </a:lnTo>
                <a:lnTo>
                  <a:pt x="1638" y="1751"/>
                </a:lnTo>
                <a:lnTo>
                  <a:pt x="1636" y="1751"/>
                </a:lnTo>
                <a:lnTo>
                  <a:pt x="1635" y="1751"/>
                </a:lnTo>
                <a:lnTo>
                  <a:pt x="1634" y="1751"/>
                </a:lnTo>
                <a:lnTo>
                  <a:pt x="1632" y="1750"/>
                </a:lnTo>
                <a:lnTo>
                  <a:pt x="1631" y="1750"/>
                </a:lnTo>
                <a:lnTo>
                  <a:pt x="1631" y="1749"/>
                </a:lnTo>
                <a:lnTo>
                  <a:pt x="1630" y="1748"/>
                </a:lnTo>
                <a:lnTo>
                  <a:pt x="1628" y="1748"/>
                </a:lnTo>
                <a:lnTo>
                  <a:pt x="1627" y="1749"/>
                </a:lnTo>
                <a:lnTo>
                  <a:pt x="1626" y="1750"/>
                </a:lnTo>
                <a:lnTo>
                  <a:pt x="1626" y="1751"/>
                </a:lnTo>
                <a:lnTo>
                  <a:pt x="1625" y="1752"/>
                </a:lnTo>
                <a:lnTo>
                  <a:pt x="1623" y="1752"/>
                </a:lnTo>
                <a:lnTo>
                  <a:pt x="1620" y="1752"/>
                </a:lnTo>
                <a:lnTo>
                  <a:pt x="1619" y="1752"/>
                </a:lnTo>
                <a:lnTo>
                  <a:pt x="1619" y="1750"/>
                </a:lnTo>
                <a:lnTo>
                  <a:pt x="1618" y="1749"/>
                </a:lnTo>
                <a:lnTo>
                  <a:pt x="1618" y="1748"/>
                </a:lnTo>
                <a:lnTo>
                  <a:pt x="1617" y="1748"/>
                </a:lnTo>
                <a:lnTo>
                  <a:pt x="1616" y="1748"/>
                </a:lnTo>
                <a:lnTo>
                  <a:pt x="1616" y="1747"/>
                </a:lnTo>
                <a:lnTo>
                  <a:pt x="1616" y="1746"/>
                </a:lnTo>
                <a:lnTo>
                  <a:pt x="1615" y="1745"/>
                </a:lnTo>
                <a:lnTo>
                  <a:pt x="1615" y="1744"/>
                </a:lnTo>
                <a:lnTo>
                  <a:pt x="1614" y="1743"/>
                </a:lnTo>
                <a:lnTo>
                  <a:pt x="1614" y="1742"/>
                </a:lnTo>
                <a:lnTo>
                  <a:pt x="1614" y="1741"/>
                </a:lnTo>
                <a:lnTo>
                  <a:pt x="1615" y="1741"/>
                </a:lnTo>
                <a:lnTo>
                  <a:pt x="1615" y="1740"/>
                </a:lnTo>
                <a:lnTo>
                  <a:pt x="1615" y="1739"/>
                </a:lnTo>
                <a:lnTo>
                  <a:pt x="1615" y="1738"/>
                </a:lnTo>
                <a:lnTo>
                  <a:pt x="1615" y="1736"/>
                </a:lnTo>
                <a:lnTo>
                  <a:pt x="1615" y="1735"/>
                </a:lnTo>
                <a:lnTo>
                  <a:pt x="1616" y="1735"/>
                </a:lnTo>
                <a:lnTo>
                  <a:pt x="1616" y="1734"/>
                </a:lnTo>
                <a:lnTo>
                  <a:pt x="1616" y="1733"/>
                </a:lnTo>
                <a:lnTo>
                  <a:pt x="1615" y="1731"/>
                </a:lnTo>
                <a:lnTo>
                  <a:pt x="1614" y="1731"/>
                </a:lnTo>
                <a:lnTo>
                  <a:pt x="1613" y="1731"/>
                </a:lnTo>
                <a:lnTo>
                  <a:pt x="1612" y="1730"/>
                </a:lnTo>
                <a:lnTo>
                  <a:pt x="1611" y="1730"/>
                </a:lnTo>
                <a:lnTo>
                  <a:pt x="1610" y="1730"/>
                </a:lnTo>
                <a:lnTo>
                  <a:pt x="1610" y="1729"/>
                </a:lnTo>
                <a:lnTo>
                  <a:pt x="1609" y="1728"/>
                </a:lnTo>
                <a:lnTo>
                  <a:pt x="1608" y="1727"/>
                </a:lnTo>
                <a:lnTo>
                  <a:pt x="1608" y="1725"/>
                </a:lnTo>
                <a:lnTo>
                  <a:pt x="1607" y="1723"/>
                </a:lnTo>
                <a:lnTo>
                  <a:pt x="1607" y="1721"/>
                </a:lnTo>
                <a:lnTo>
                  <a:pt x="1606" y="1720"/>
                </a:lnTo>
                <a:lnTo>
                  <a:pt x="1606" y="1718"/>
                </a:lnTo>
                <a:lnTo>
                  <a:pt x="1604" y="1718"/>
                </a:lnTo>
                <a:lnTo>
                  <a:pt x="1604" y="1717"/>
                </a:lnTo>
                <a:lnTo>
                  <a:pt x="1603" y="1717"/>
                </a:lnTo>
                <a:lnTo>
                  <a:pt x="1603" y="1716"/>
                </a:lnTo>
                <a:lnTo>
                  <a:pt x="1602" y="1716"/>
                </a:lnTo>
                <a:lnTo>
                  <a:pt x="1602" y="1715"/>
                </a:lnTo>
                <a:lnTo>
                  <a:pt x="1603" y="1714"/>
                </a:lnTo>
                <a:lnTo>
                  <a:pt x="1604" y="1713"/>
                </a:lnTo>
                <a:lnTo>
                  <a:pt x="1605" y="1713"/>
                </a:lnTo>
                <a:lnTo>
                  <a:pt x="1605" y="1712"/>
                </a:lnTo>
                <a:lnTo>
                  <a:pt x="1604" y="1711"/>
                </a:lnTo>
                <a:lnTo>
                  <a:pt x="1603" y="1710"/>
                </a:lnTo>
                <a:lnTo>
                  <a:pt x="1602" y="1709"/>
                </a:lnTo>
                <a:lnTo>
                  <a:pt x="1602" y="1708"/>
                </a:lnTo>
                <a:lnTo>
                  <a:pt x="1601" y="1707"/>
                </a:lnTo>
                <a:lnTo>
                  <a:pt x="1600" y="1706"/>
                </a:lnTo>
                <a:lnTo>
                  <a:pt x="1600" y="1705"/>
                </a:lnTo>
                <a:lnTo>
                  <a:pt x="1601" y="1704"/>
                </a:lnTo>
                <a:lnTo>
                  <a:pt x="1602" y="1702"/>
                </a:lnTo>
                <a:lnTo>
                  <a:pt x="1602" y="1701"/>
                </a:lnTo>
                <a:lnTo>
                  <a:pt x="1601" y="1701"/>
                </a:lnTo>
                <a:lnTo>
                  <a:pt x="1600" y="1701"/>
                </a:lnTo>
                <a:lnTo>
                  <a:pt x="1599" y="1701"/>
                </a:lnTo>
                <a:lnTo>
                  <a:pt x="1599" y="1700"/>
                </a:lnTo>
                <a:lnTo>
                  <a:pt x="1599" y="1699"/>
                </a:lnTo>
                <a:lnTo>
                  <a:pt x="1598" y="1698"/>
                </a:lnTo>
                <a:lnTo>
                  <a:pt x="1596" y="1696"/>
                </a:lnTo>
                <a:lnTo>
                  <a:pt x="1594" y="1696"/>
                </a:lnTo>
                <a:lnTo>
                  <a:pt x="1593" y="1695"/>
                </a:lnTo>
                <a:lnTo>
                  <a:pt x="1593" y="1694"/>
                </a:lnTo>
                <a:lnTo>
                  <a:pt x="1594" y="1694"/>
                </a:lnTo>
                <a:lnTo>
                  <a:pt x="1593" y="1694"/>
                </a:lnTo>
                <a:lnTo>
                  <a:pt x="1593" y="1693"/>
                </a:lnTo>
                <a:lnTo>
                  <a:pt x="1593" y="1692"/>
                </a:lnTo>
                <a:lnTo>
                  <a:pt x="1594" y="1692"/>
                </a:lnTo>
                <a:lnTo>
                  <a:pt x="1594" y="1689"/>
                </a:lnTo>
                <a:lnTo>
                  <a:pt x="1595" y="1686"/>
                </a:lnTo>
                <a:lnTo>
                  <a:pt x="1594" y="1684"/>
                </a:lnTo>
                <a:lnTo>
                  <a:pt x="1594" y="1683"/>
                </a:lnTo>
                <a:lnTo>
                  <a:pt x="1594" y="1682"/>
                </a:lnTo>
                <a:lnTo>
                  <a:pt x="1594" y="1681"/>
                </a:lnTo>
                <a:lnTo>
                  <a:pt x="1593" y="1681"/>
                </a:lnTo>
                <a:lnTo>
                  <a:pt x="1592" y="1680"/>
                </a:lnTo>
                <a:lnTo>
                  <a:pt x="1592" y="1678"/>
                </a:lnTo>
                <a:lnTo>
                  <a:pt x="1592" y="1677"/>
                </a:lnTo>
                <a:lnTo>
                  <a:pt x="1592" y="1676"/>
                </a:lnTo>
                <a:lnTo>
                  <a:pt x="1592" y="1675"/>
                </a:lnTo>
                <a:lnTo>
                  <a:pt x="1591" y="1675"/>
                </a:lnTo>
                <a:lnTo>
                  <a:pt x="1590" y="1675"/>
                </a:lnTo>
                <a:lnTo>
                  <a:pt x="1590" y="1674"/>
                </a:lnTo>
                <a:lnTo>
                  <a:pt x="1589" y="1675"/>
                </a:lnTo>
                <a:lnTo>
                  <a:pt x="1589" y="1676"/>
                </a:lnTo>
                <a:lnTo>
                  <a:pt x="1588" y="1676"/>
                </a:lnTo>
                <a:lnTo>
                  <a:pt x="1588" y="1677"/>
                </a:lnTo>
                <a:lnTo>
                  <a:pt x="1587" y="1677"/>
                </a:lnTo>
                <a:lnTo>
                  <a:pt x="1587" y="1678"/>
                </a:lnTo>
                <a:lnTo>
                  <a:pt x="1586" y="1678"/>
                </a:lnTo>
                <a:lnTo>
                  <a:pt x="1586" y="1679"/>
                </a:lnTo>
                <a:lnTo>
                  <a:pt x="1586" y="1680"/>
                </a:lnTo>
                <a:lnTo>
                  <a:pt x="1586" y="1681"/>
                </a:lnTo>
                <a:lnTo>
                  <a:pt x="1585" y="1681"/>
                </a:lnTo>
                <a:lnTo>
                  <a:pt x="1585" y="1682"/>
                </a:lnTo>
                <a:lnTo>
                  <a:pt x="1586" y="1682"/>
                </a:lnTo>
                <a:lnTo>
                  <a:pt x="1586" y="1683"/>
                </a:lnTo>
                <a:lnTo>
                  <a:pt x="1586" y="1684"/>
                </a:lnTo>
                <a:lnTo>
                  <a:pt x="1586" y="1685"/>
                </a:lnTo>
                <a:lnTo>
                  <a:pt x="1586" y="1686"/>
                </a:lnTo>
                <a:lnTo>
                  <a:pt x="1585" y="1686"/>
                </a:lnTo>
                <a:lnTo>
                  <a:pt x="1585" y="1687"/>
                </a:lnTo>
                <a:lnTo>
                  <a:pt x="1585" y="1688"/>
                </a:lnTo>
                <a:lnTo>
                  <a:pt x="1584" y="1688"/>
                </a:lnTo>
                <a:lnTo>
                  <a:pt x="1584" y="1689"/>
                </a:lnTo>
                <a:lnTo>
                  <a:pt x="1583" y="1690"/>
                </a:lnTo>
                <a:lnTo>
                  <a:pt x="1583" y="1691"/>
                </a:lnTo>
                <a:lnTo>
                  <a:pt x="1582" y="1691"/>
                </a:lnTo>
                <a:lnTo>
                  <a:pt x="1583" y="1692"/>
                </a:lnTo>
                <a:lnTo>
                  <a:pt x="1583" y="1694"/>
                </a:lnTo>
                <a:lnTo>
                  <a:pt x="1583" y="1695"/>
                </a:lnTo>
                <a:lnTo>
                  <a:pt x="1583" y="1696"/>
                </a:lnTo>
                <a:lnTo>
                  <a:pt x="1582" y="1696"/>
                </a:lnTo>
                <a:lnTo>
                  <a:pt x="1582" y="1697"/>
                </a:lnTo>
                <a:lnTo>
                  <a:pt x="1582" y="1699"/>
                </a:lnTo>
                <a:lnTo>
                  <a:pt x="1580" y="1700"/>
                </a:lnTo>
                <a:lnTo>
                  <a:pt x="1580" y="1701"/>
                </a:lnTo>
                <a:lnTo>
                  <a:pt x="1579" y="1701"/>
                </a:lnTo>
                <a:lnTo>
                  <a:pt x="1579" y="1700"/>
                </a:lnTo>
                <a:lnTo>
                  <a:pt x="1579" y="1699"/>
                </a:lnTo>
                <a:lnTo>
                  <a:pt x="1578" y="1699"/>
                </a:lnTo>
                <a:lnTo>
                  <a:pt x="1578" y="1700"/>
                </a:lnTo>
                <a:lnTo>
                  <a:pt x="1577" y="1700"/>
                </a:lnTo>
                <a:lnTo>
                  <a:pt x="1576" y="1701"/>
                </a:lnTo>
                <a:lnTo>
                  <a:pt x="1575" y="1701"/>
                </a:lnTo>
                <a:lnTo>
                  <a:pt x="1574" y="1702"/>
                </a:lnTo>
                <a:lnTo>
                  <a:pt x="1573" y="1702"/>
                </a:lnTo>
                <a:lnTo>
                  <a:pt x="1573" y="1703"/>
                </a:lnTo>
                <a:lnTo>
                  <a:pt x="1573" y="1704"/>
                </a:lnTo>
                <a:lnTo>
                  <a:pt x="1573" y="1705"/>
                </a:lnTo>
                <a:lnTo>
                  <a:pt x="1572" y="1705"/>
                </a:lnTo>
                <a:lnTo>
                  <a:pt x="1572" y="1704"/>
                </a:lnTo>
                <a:lnTo>
                  <a:pt x="1572" y="1705"/>
                </a:lnTo>
                <a:lnTo>
                  <a:pt x="1571" y="1705"/>
                </a:lnTo>
                <a:lnTo>
                  <a:pt x="1571" y="1706"/>
                </a:lnTo>
                <a:lnTo>
                  <a:pt x="1570" y="1708"/>
                </a:lnTo>
                <a:lnTo>
                  <a:pt x="1569" y="1708"/>
                </a:lnTo>
                <a:lnTo>
                  <a:pt x="1569" y="1709"/>
                </a:lnTo>
                <a:lnTo>
                  <a:pt x="1569" y="1710"/>
                </a:lnTo>
                <a:lnTo>
                  <a:pt x="1569" y="1711"/>
                </a:lnTo>
                <a:lnTo>
                  <a:pt x="1570" y="1714"/>
                </a:lnTo>
                <a:lnTo>
                  <a:pt x="1570" y="1716"/>
                </a:lnTo>
                <a:lnTo>
                  <a:pt x="1569" y="1716"/>
                </a:lnTo>
                <a:lnTo>
                  <a:pt x="1569" y="1717"/>
                </a:lnTo>
                <a:lnTo>
                  <a:pt x="1567" y="1717"/>
                </a:lnTo>
                <a:lnTo>
                  <a:pt x="1567" y="1718"/>
                </a:lnTo>
                <a:lnTo>
                  <a:pt x="1566" y="1718"/>
                </a:lnTo>
                <a:lnTo>
                  <a:pt x="1566" y="1720"/>
                </a:lnTo>
                <a:lnTo>
                  <a:pt x="1566" y="1722"/>
                </a:lnTo>
                <a:lnTo>
                  <a:pt x="1566" y="1723"/>
                </a:lnTo>
                <a:lnTo>
                  <a:pt x="1566" y="1724"/>
                </a:lnTo>
                <a:lnTo>
                  <a:pt x="1565" y="1725"/>
                </a:lnTo>
                <a:lnTo>
                  <a:pt x="1564" y="1726"/>
                </a:lnTo>
                <a:lnTo>
                  <a:pt x="1563" y="1726"/>
                </a:lnTo>
                <a:lnTo>
                  <a:pt x="1563" y="1727"/>
                </a:lnTo>
                <a:lnTo>
                  <a:pt x="1561" y="1728"/>
                </a:lnTo>
                <a:lnTo>
                  <a:pt x="1559" y="1728"/>
                </a:lnTo>
                <a:lnTo>
                  <a:pt x="1558" y="1727"/>
                </a:lnTo>
                <a:lnTo>
                  <a:pt x="1558" y="1726"/>
                </a:lnTo>
                <a:lnTo>
                  <a:pt x="1557" y="1725"/>
                </a:lnTo>
                <a:lnTo>
                  <a:pt x="1556" y="1725"/>
                </a:lnTo>
                <a:lnTo>
                  <a:pt x="1555" y="1725"/>
                </a:lnTo>
                <a:lnTo>
                  <a:pt x="1554" y="1725"/>
                </a:lnTo>
                <a:lnTo>
                  <a:pt x="1553" y="1724"/>
                </a:lnTo>
                <a:lnTo>
                  <a:pt x="1552" y="1724"/>
                </a:lnTo>
                <a:lnTo>
                  <a:pt x="1551" y="1722"/>
                </a:lnTo>
                <a:lnTo>
                  <a:pt x="1551" y="1721"/>
                </a:lnTo>
                <a:lnTo>
                  <a:pt x="1550" y="1719"/>
                </a:lnTo>
                <a:lnTo>
                  <a:pt x="1550" y="1715"/>
                </a:lnTo>
                <a:lnTo>
                  <a:pt x="1550" y="1714"/>
                </a:lnTo>
                <a:lnTo>
                  <a:pt x="1551" y="1713"/>
                </a:lnTo>
                <a:lnTo>
                  <a:pt x="1550" y="1711"/>
                </a:lnTo>
                <a:lnTo>
                  <a:pt x="1550" y="1710"/>
                </a:lnTo>
                <a:lnTo>
                  <a:pt x="1549" y="1710"/>
                </a:lnTo>
                <a:lnTo>
                  <a:pt x="1549" y="1709"/>
                </a:lnTo>
                <a:lnTo>
                  <a:pt x="1549" y="1708"/>
                </a:lnTo>
                <a:lnTo>
                  <a:pt x="1549" y="1707"/>
                </a:lnTo>
                <a:lnTo>
                  <a:pt x="1547" y="1705"/>
                </a:lnTo>
                <a:lnTo>
                  <a:pt x="1548" y="1705"/>
                </a:lnTo>
                <a:lnTo>
                  <a:pt x="1548" y="1704"/>
                </a:lnTo>
                <a:lnTo>
                  <a:pt x="1547" y="1704"/>
                </a:lnTo>
                <a:lnTo>
                  <a:pt x="1546" y="1704"/>
                </a:lnTo>
                <a:lnTo>
                  <a:pt x="1545" y="1703"/>
                </a:lnTo>
                <a:lnTo>
                  <a:pt x="1544" y="1702"/>
                </a:lnTo>
                <a:lnTo>
                  <a:pt x="1543" y="1702"/>
                </a:lnTo>
                <a:lnTo>
                  <a:pt x="1542" y="1701"/>
                </a:lnTo>
                <a:lnTo>
                  <a:pt x="1543" y="1700"/>
                </a:lnTo>
                <a:lnTo>
                  <a:pt x="1544" y="1700"/>
                </a:lnTo>
                <a:lnTo>
                  <a:pt x="1543" y="1698"/>
                </a:lnTo>
                <a:lnTo>
                  <a:pt x="1543" y="1697"/>
                </a:lnTo>
                <a:lnTo>
                  <a:pt x="1542" y="1697"/>
                </a:lnTo>
                <a:lnTo>
                  <a:pt x="1541" y="1698"/>
                </a:lnTo>
                <a:lnTo>
                  <a:pt x="1541" y="1697"/>
                </a:lnTo>
                <a:lnTo>
                  <a:pt x="1540" y="1695"/>
                </a:lnTo>
                <a:lnTo>
                  <a:pt x="1539" y="1695"/>
                </a:lnTo>
                <a:lnTo>
                  <a:pt x="1538" y="1695"/>
                </a:lnTo>
                <a:lnTo>
                  <a:pt x="1537" y="1695"/>
                </a:lnTo>
                <a:lnTo>
                  <a:pt x="1536" y="1695"/>
                </a:lnTo>
                <a:lnTo>
                  <a:pt x="1536" y="1694"/>
                </a:lnTo>
                <a:lnTo>
                  <a:pt x="1535" y="1694"/>
                </a:lnTo>
                <a:lnTo>
                  <a:pt x="1533" y="1694"/>
                </a:lnTo>
                <a:lnTo>
                  <a:pt x="1532" y="1694"/>
                </a:lnTo>
                <a:lnTo>
                  <a:pt x="1532" y="1695"/>
                </a:lnTo>
                <a:lnTo>
                  <a:pt x="1532" y="1696"/>
                </a:lnTo>
                <a:lnTo>
                  <a:pt x="1532" y="1697"/>
                </a:lnTo>
                <a:lnTo>
                  <a:pt x="1531" y="1697"/>
                </a:lnTo>
                <a:lnTo>
                  <a:pt x="1530" y="1696"/>
                </a:lnTo>
                <a:lnTo>
                  <a:pt x="1529" y="1696"/>
                </a:lnTo>
                <a:lnTo>
                  <a:pt x="1528" y="1698"/>
                </a:lnTo>
                <a:lnTo>
                  <a:pt x="1528" y="1699"/>
                </a:lnTo>
                <a:lnTo>
                  <a:pt x="1528" y="1698"/>
                </a:lnTo>
                <a:lnTo>
                  <a:pt x="1527" y="1699"/>
                </a:lnTo>
                <a:lnTo>
                  <a:pt x="1527" y="1700"/>
                </a:lnTo>
                <a:lnTo>
                  <a:pt x="1526" y="1701"/>
                </a:lnTo>
                <a:lnTo>
                  <a:pt x="1526" y="1702"/>
                </a:lnTo>
                <a:lnTo>
                  <a:pt x="1524" y="1702"/>
                </a:lnTo>
                <a:lnTo>
                  <a:pt x="1524" y="1701"/>
                </a:lnTo>
                <a:lnTo>
                  <a:pt x="1524" y="1700"/>
                </a:lnTo>
                <a:lnTo>
                  <a:pt x="1523" y="1701"/>
                </a:lnTo>
                <a:lnTo>
                  <a:pt x="1522" y="1702"/>
                </a:lnTo>
                <a:lnTo>
                  <a:pt x="1522" y="1703"/>
                </a:lnTo>
                <a:lnTo>
                  <a:pt x="1522" y="1704"/>
                </a:lnTo>
                <a:lnTo>
                  <a:pt x="1521" y="1704"/>
                </a:lnTo>
                <a:lnTo>
                  <a:pt x="1521" y="1705"/>
                </a:lnTo>
                <a:lnTo>
                  <a:pt x="1520" y="1706"/>
                </a:lnTo>
                <a:lnTo>
                  <a:pt x="1519" y="1708"/>
                </a:lnTo>
                <a:lnTo>
                  <a:pt x="1519" y="1709"/>
                </a:lnTo>
                <a:lnTo>
                  <a:pt x="1518" y="1711"/>
                </a:lnTo>
                <a:lnTo>
                  <a:pt x="1517" y="1712"/>
                </a:lnTo>
                <a:lnTo>
                  <a:pt x="1516" y="1712"/>
                </a:lnTo>
                <a:lnTo>
                  <a:pt x="1514" y="1712"/>
                </a:lnTo>
                <a:lnTo>
                  <a:pt x="1514" y="1713"/>
                </a:lnTo>
                <a:lnTo>
                  <a:pt x="1514" y="1714"/>
                </a:lnTo>
                <a:lnTo>
                  <a:pt x="1514" y="1715"/>
                </a:lnTo>
                <a:lnTo>
                  <a:pt x="1515" y="1715"/>
                </a:lnTo>
                <a:lnTo>
                  <a:pt x="1516" y="1716"/>
                </a:lnTo>
                <a:lnTo>
                  <a:pt x="1517" y="1717"/>
                </a:lnTo>
                <a:lnTo>
                  <a:pt x="1517" y="1718"/>
                </a:lnTo>
                <a:lnTo>
                  <a:pt x="1516" y="1718"/>
                </a:lnTo>
                <a:lnTo>
                  <a:pt x="1515" y="1719"/>
                </a:lnTo>
                <a:lnTo>
                  <a:pt x="1515" y="1720"/>
                </a:lnTo>
                <a:lnTo>
                  <a:pt x="1516" y="1721"/>
                </a:lnTo>
                <a:lnTo>
                  <a:pt x="1517" y="1723"/>
                </a:lnTo>
                <a:lnTo>
                  <a:pt x="1518" y="1725"/>
                </a:lnTo>
                <a:lnTo>
                  <a:pt x="1517" y="1726"/>
                </a:lnTo>
                <a:lnTo>
                  <a:pt x="1517" y="1727"/>
                </a:lnTo>
                <a:lnTo>
                  <a:pt x="1515" y="1727"/>
                </a:lnTo>
                <a:lnTo>
                  <a:pt x="1514" y="1727"/>
                </a:lnTo>
                <a:lnTo>
                  <a:pt x="1513" y="1727"/>
                </a:lnTo>
                <a:lnTo>
                  <a:pt x="1512" y="1727"/>
                </a:lnTo>
                <a:lnTo>
                  <a:pt x="1512" y="1728"/>
                </a:lnTo>
                <a:lnTo>
                  <a:pt x="1511" y="1728"/>
                </a:lnTo>
                <a:lnTo>
                  <a:pt x="1511" y="1729"/>
                </a:lnTo>
                <a:lnTo>
                  <a:pt x="1512" y="1729"/>
                </a:lnTo>
                <a:lnTo>
                  <a:pt x="1512" y="1730"/>
                </a:lnTo>
                <a:lnTo>
                  <a:pt x="1512" y="1731"/>
                </a:lnTo>
                <a:lnTo>
                  <a:pt x="1510" y="1732"/>
                </a:lnTo>
                <a:lnTo>
                  <a:pt x="1509" y="1732"/>
                </a:lnTo>
                <a:lnTo>
                  <a:pt x="1507" y="1732"/>
                </a:lnTo>
                <a:lnTo>
                  <a:pt x="1506" y="1732"/>
                </a:lnTo>
                <a:lnTo>
                  <a:pt x="1506" y="1733"/>
                </a:lnTo>
                <a:lnTo>
                  <a:pt x="1505" y="1733"/>
                </a:lnTo>
                <a:lnTo>
                  <a:pt x="1504" y="1733"/>
                </a:lnTo>
                <a:lnTo>
                  <a:pt x="1503" y="1734"/>
                </a:lnTo>
                <a:lnTo>
                  <a:pt x="1502" y="1735"/>
                </a:lnTo>
                <a:lnTo>
                  <a:pt x="1501" y="1735"/>
                </a:lnTo>
                <a:lnTo>
                  <a:pt x="1500" y="1735"/>
                </a:lnTo>
                <a:lnTo>
                  <a:pt x="1498" y="1735"/>
                </a:lnTo>
                <a:lnTo>
                  <a:pt x="1497" y="1735"/>
                </a:lnTo>
                <a:lnTo>
                  <a:pt x="1495" y="1735"/>
                </a:lnTo>
                <a:lnTo>
                  <a:pt x="1494" y="1735"/>
                </a:lnTo>
                <a:lnTo>
                  <a:pt x="1493" y="1735"/>
                </a:lnTo>
                <a:lnTo>
                  <a:pt x="1493" y="1736"/>
                </a:lnTo>
                <a:lnTo>
                  <a:pt x="1492" y="1736"/>
                </a:lnTo>
                <a:lnTo>
                  <a:pt x="1492" y="1737"/>
                </a:lnTo>
                <a:lnTo>
                  <a:pt x="1491" y="1737"/>
                </a:lnTo>
                <a:lnTo>
                  <a:pt x="1488" y="1739"/>
                </a:lnTo>
                <a:lnTo>
                  <a:pt x="1487" y="1739"/>
                </a:lnTo>
                <a:lnTo>
                  <a:pt x="1486" y="1739"/>
                </a:lnTo>
                <a:lnTo>
                  <a:pt x="1485" y="1739"/>
                </a:lnTo>
                <a:lnTo>
                  <a:pt x="1484" y="1739"/>
                </a:lnTo>
                <a:lnTo>
                  <a:pt x="1484" y="1740"/>
                </a:lnTo>
                <a:lnTo>
                  <a:pt x="1483" y="1740"/>
                </a:lnTo>
                <a:lnTo>
                  <a:pt x="1482" y="1740"/>
                </a:lnTo>
                <a:lnTo>
                  <a:pt x="1480" y="1740"/>
                </a:lnTo>
                <a:lnTo>
                  <a:pt x="1479" y="1740"/>
                </a:lnTo>
                <a:lnTo>
                  <a:pt x="1479" y="1739"/>
                </a:lnTo>
                <a:lnTo>
                  <a:pt x="1478" y="1739"/>
                </a:lnTo>
                <a:lnTo>
                  <a:pt x="1478" y="1740"/>
                </a:lnTo>
                <a:lnTo>
                  <a:pt x="1478" y="1741"/>
                </a:lnTo>
                <a:lnTo>
                  <a:pt x="1477" y="1741"/>
                </a:lnTo>
                <a:lnTo>
                  <a:pt x="1476" y="1741"/>
                </a:lnTo>
                <a:lnTo>
                  <a:pt x="1475" y="1742"/>
                </a:lnTo>
                <a:lnTo>
                  <a:pt x="1474" y="1742"/>
                </a:lnTo>
                <a:lnTo>
                  <a:pt x="1474" y="1743"/>
                </a:lnTo>
                <a:lnTo>
                  <a:pt x="1474" y="1744"/>
                </a:lnTo>
                <a:lnTo>
                  <a:pt x="1473" y="1746"/>
                </a:lnTo>
                <a:lnTo>
                  <a:pt x="1473" y="1747"/>
                </a:lnTo>
                <a:lnTo>
                  <a:pt x="1471" y="1749"/>
                </a:lnTo>
                <a:lnTo>
                  <a:pt x="1469" y="1749"/>
                </a:lnTo>
                <a:lnTo>
                  <a:pt x="1468" y="1750"/>
                </a:lnTo>
                <a:lnTo>
                  <a:pt x="1468" y="1751"/>
                </a:lnTo>
                <a:lnTo>
                  <a:pt x="1468" y="1752"/>
                </a:lnTo>
                <a:lnTo>
                  <a:pt x="1467" y="1752"/>
                </a:lnTo>
                <a:lnTo>
                  <a:pt x="1467" y="1753"/>
                </a:lnTo>
                <a:lnTo>
                  <a:pt x="1468" y="1753"/>
                </a:lnTo>
                <a:lnTo>
                  <a:pt x="1468" y="1754"/>
                </a:lnTo>
                <a:lnTo>
                  <a:pt x="1468" y="1755"/>
                </a:lnTo>
                <a:lnTo>
                  <a:pt x="1467" y="1755"/>
                </a:lnTo>
                <a:lnTo>
                  <a:pt x="1466" y="1756"/>
                </a:lnTo>
                <a:lnTo>
                  <a:pt x="1466" y="1757"/>
                </a:lnTo>
                <a:lnTo>
                  <a:pt x="1466" y="1758"/>
                </a:lnTo>
                <a:lnTo>
                  <a:pt x="1464" y="1760"/>
                </a:lnTo>
                <a:lnTo>
                  <a:pt x="1462" y="1761"/>
                </a:lnTo>
                <a:lnTo>
                  <a:pt x="1461" y="1761"/>
                </a:lnTo>
                <a:lnTo>
                  <a:pt x="1460" y="1761"/>
                </a:lnTo>
                <a:lnTo>
                  <a:pt x="1459" y="1761"/>
                </a:lnTo>
                <a:lnTo>
                  <a:pt x="1457" y="1760"/>
                </a:lnTo>
                <a:lnTo>
                  <a:pt x="1456" y="1760"/>
                </a:lnTo>
                <a:lnTo>
                  <a:pt x="1455" y="1760"/>
                </a:lnTo>
                <a:lnTo>
                  <a:pt x="1454" y="1760"/>
                </a:lnTo>
                <a:lnTo>
                  <a:pt x="1455" y="1760"/>
                </a:lnTo>
                <a:lnTo>
                  <a:pt x="1455" y="1761"/>
                </a:lnTo>
                <a:lnTo>
                  <a:pt x="1455" y="1762"/>
                </a:lnTo>
                <a:lnTo>
                  <a:pt x="1455" y="1763"/>
                </a:lnTo>
                <a:lnTo>
                  <a:pt x="1454" y="1763"/>
                </a:lnTo>
                <a:lnTo>
                  <a:pt x="1453" y="1764"/>
                </a:lnTo>
                <a:lnTo>
                  <a:pt x="1452" y="1763"/>
                </a:lnTo>
                <a:lnTo>
                  <a:pt x="1451" y="1762"/>
                </a:lnTo>
                <a:lnTo>
                  <a:pt x="1451" y="1761"/>
                </a:lnTo>
                <a:lnTo>
                  <a:pt x="1450" y="1761"/>
                </a:lnTo>
                <a:lnTo>
                  <a:pt x="1449" y="1761"/>
                </a:lnTo>
                <a:lnTo>
                  <a:pt x="1448" y="1761"/>
                </a:lnTo>
                <a:lnTo>
                  <a:pt x="1448" y="1760"/>
                </a:lnTo>
                <a:lnTo>
                  <a:pt x="1447" y="1760"/>
                </a:lnTo>
                <a:lnTo>
                  <a:pt x="1446" y="1760"/>
                </a:lnTo>
                <a:lnTo>
                  <a:pt x="1446" y="1761"/>
                </a:lnTo>
                <a:lnTo>
                  <a:pt x="1445" y="1762"/>
                </a:lnTo>
                <a:lnTo>
                  <a:pt x="1445" y="1763"/>
                </a:lnTo>
                <a:lnTo>
                  <a:pt x="1445" y="1764"/>
                </a:lnTo>
                <a:lnTo>
                  <a:pt x="1444" y="1764"/>
                </a:lnTo>
                <a:lnTo>
                  <a:pt x="1443" y="1766"/>
                </a:lnTo>
                <a:lnTo>
                  <a:pt x="1442" y="1769"/>
                </a:lnTo>
                <a:lnTo>
                  <a:pt x="1442" y="1770"/>
                </a:lnTo>
                <a:lnTo>
                  <a:pt x="1443" y="1772"/>
                </a:lnTo>
                <a:lnTo>
                  <a:pt x="1444" y="1773"/>
                </a:lnTo>
                <a:lnTo>
                  <a:pt x="1444" y="1774"/>
                </a:lnTo>
                <a:lnTo>
                  <a:pt x="1445" y="1775"/>
                </a:lnTo>
                <a:lnTo>
                  <a:pt x="1444" y="1776"/>
                </a:lnTo>
                <a:lnTo>
                  <a:pt x="1444" y="1777"/>
                </a:lnTo>
                <a:lnTo>
                  <a:pt x="1445" y="1777"/>
                </a:lnTo>
                <a:lnTo>
                  <a:pt x="1446" y="1777"/>
                </a:lnTo>
                <a:lnTo>
                  <a:pt x="1446" y="1778"/>
                </a:lnTo>
                <a:lnTo>
                  <a:pt x="1446" y="1779"/>
                </a:lnTo>
                <a:lnTo>
                  <a:pt x="1446" y="1780"/>
                </a:lnTo>
                <a:lnTo>
                  <a:pt x="1446" y="1781"/>
                </a:lnTo>
                <a:lnTo>
                  <a:pt x="1447" y="1782"/>
                </a:lnTo>
                <a:lnTo>
                  <a:pt x="1448" y="1782"/>
                </a:lnTo>
                <a:lnTo>
                  <a:pt x="1449" y="1783"/>
                </a:lnTo>
                <a:lnTo>
                  <a:pt x="1448" y="1785"/>
                </a:lnTo>
                <a:lnTo>
                  <a:pt x="1447" y="1786"/>
                </a:lnTo>
                <a:lnTo>
                  <a:pt x="1447" y="1787"/>
                </a:lnTo>
                <a:lnTo>
                  <a:pt x="1448" y="1787"/>
                </a:lnTo>
                <a:lnTo>
                  <a:pt x="1448" y="1788"/>
                </a:lnTo>
                <a:lnTo>
                  <a:pt x="1448" y="1789"/>
                </a:lnTo>
                <a:lnTo>
                  <a:pt x="1448" y="1790"/>
                </a:lnTo>
                <a:lnTo>
                  <a:pt x="1448" y="1791"/>
                </a:lnTo>
                <a:lnTo>
                  <a:pt x="1448" y="1792"/>
                </a:lnTo>
                <a:lnTo>
                  <a:pt x="1448" y="1793"/>
                </a:lnTo>
                <a:lnTo>
                  <a:pt x="1450" y="1795"/>
                </a:lnTo>
                <a:lnTo>
                  <a:pt x="1451" y="1796"/>
                </a:lnTo>
                <a:lnTo>
                  <a:pt x="1452" y="1798"/>
                </a:lnTo>
                <a:lnTo>
                  <a:pt x="1453" y="1799"/>
                </a:lnTo>
                <a:lnTo>
                  <a:pt x="1453" y="1800"/>
                </a:lnTo>
                <a:lnTo>
                  <a:pt x="1453" y="1801"/>
                </a:lnTo>
                <a:lnTo>
                  <a:pt x="1454" y="1802"/>
                </a:lnTo>
                <a:lnTo>
                  <a:pt x="1454" y="1803"/>
                </a:lnTo>
                <a:lnTo>
                  <a:pt x="1454" y="1804"/>
                </a:lnTo>
                <a:lnTo>
                  <a:pt x="1454" y="1805"/>
                </a:lnTo>
                <a:lnTo>
                  <a:pt x="1454" y="1806"/>
                </a:lnTo>
                <a:lnTo>
                  <a:pt x="1454" y="1807"/>
                </a:lnTo>
                <a:lnTo>
                  <a:pt x="1454" y="1808"/>
                </a:lnTo>
                <a:lnTo>
                  <a:pt x="1453" y="1808"/>
                </a:lnTo>
                <a:lnTo>
                  <a:pt x="1453" y="1809"/>
                </a:lnTo>
                <a:lnTo>
                  <a:pt x="1452" y="1809"/>
                </a:lnTo>
                <a:lnTo>
                  <a:pt x="1452" y="1810"/>
                </a:lnTo>
                <a:lnTo>
                  <a:pt x="1451" y="1810"/>
                </a:lnTo>
                <a:lnTo>
                  <a:pt x="1452" y="1811"/>
                </a:lnTo>
                <a:lnTo>
                  <a:pt x="1451" y="1812"/>
                </a:lnTo>
                <a:lnTo>
                  <a:pt x="1450" y="1812"/>
                </a:lnTo>
                <a:lnTo>
                  <a:pt x="1450" y="1811"/>
                </a:lnTo>
                <a:lnTo>
                  <a:pt x="1450" y="1812"/>
                </a:lnTo>
                <a:lnTo>
                  <a:pt x="1449" y="1812"/>
                </a:lnTo>
                <a:lnTo>
                  <a:pt x="1449" y="1813"/>
                </a:lnTo>
                <a:lnTo>
                  <a:pt x="1448" y="1814"/>
                </a:lnTo>
                <a:lnTo>
                  <a:pt x="1447" y="1815"/>
                </a:lnTo>
                <a:lnTo>
                  <a:pt x="1447" y="1814"/>
                </a:lnTo>
                <a:lnTo>
                  <a:pt x="1447" y="1813"/>
                </a:lnTo>
                <a:lnTo>
                  <a:pt x="1446" y="1813"/>
                </a:lnTo>
                <a:lnTo>
                  <a:pt x="1444" y="1814"/>
                </a:lnTo>
                <a:lnTo>
                  <a:pt x="1443" y="1814"/>
                </a:lnTo>
                <a:lnTo>
                  <a:pt x="1443" y="1815"/>
                </a:lnTo>
                <a:lnTo>
                  <a:pt x="1442" y="1817"/>
                </a:lnTo>
                <a:lnTo>
                  <a:pt x="1441" y="1818"/>
                </a:lnTo>
                <a:lnTo>
                  <a:pt x="1440" y="1818"/>
                </a:lnTo>
                <a:lnTo>
                  <a:pt x="1439" y="1818"/>
                </a:lnTo>
                <a:lnTo>
                  <a:pt x="1438" y="1818"/>
                </a:lnTo>
                <a:lnTo>
                  <a:pt x="1437" y="1819"/>
                </a:lnTo>
                <a:lnTo>
                  <a:pt x="1437" y="1820"/>
                </a:lnTo>
                <a:lnTo>
                  <a:pt x="1437" y="1821"/>
                </a:lnTo>
                <a:lnTo>
                  <a:pt x="1436" y="1821"/>
                </a:lnTo>
                <a:lnTo>
                  <a:pt x="1432" y="1822"/>
                </a:lnTo>
                <a:lnTo>
                  <a:pt x="1431" y="1823"/>
                </a:lnTo>
                <a:lnTo>
                  <a:pt x="1430" y="1823"/>
                </a:lnTo>
                <a:lnTo>
                  <a:pt x="1430" y="1824"/>
                </a:lnTo>
                <a:lnTo>
                  <a:pt x="1428" y="1826"/>
                </a:lnTo>
                <a:lnTo>
                  <a:pt x="1428" y="1827"/>
                </a:lnTo>
                <a:lnTo>
                  <a:pt x="1427" y="1828"/>
                </a:lnTo>
                <a:lnTo>
                  <a:pt x="1426" y="1828"/>
                </a:lnTo>
                <a:lnTo>
                  <a:pt x="1425" y="1828"/>
                </a:lnTo>
                <a:lnTo>
                  <a:pt x="1425" y="1827"/>
                </a:lnTo>
                <a:lnTo>
                  <a:pt x="1424" y="1827"/>
                </a:lnTo>
                <a:lnTo>
                  <a:pt x="1423" y="1827"/>
                </a:lnTo>
                <a:lnTo>
                  <a:pt x="1422" y="1827"/>
                </a:lnTo>
                <a:lnTo>
                  <a:pt x="1421" y="1827"/>
                </a:lnTo>
                <a:lnTo>
                  <a:pt x="1420" y="1827"/>
                </a:lnTo>
                <a:lnTo>
                  <a:pt x="1419" y="1827"/>
                </a:lnTo>
                <a:lnTo>
                  <a:pt x="1418" y="1826"/>
                </a:lnTo>
                <a:lnTo>
                  <a:pt x="1418" y="1825"/>
                </a:lnTo>
                <a:lnTo>
                  <a:pt x="1416" y="1824"/>
                </a:lnTo>
                <a:lnTo>
                  <a:pt x="1415" y="1824"/>
                </a:lnTo>
                <a:lnTo>
                  <a:pt x="1414" y="1824"/>
                </a:lnTo>
                <a:lnTo>
                  <a:pt x="1413" y="1825"/>
                </a:lnTo>
                <a:lnTo>
                  <a:pt x="1412" y="1826"/>
                </a:lnTo>
                <a:lnTo>
                  <a:pt x="1412" y="1827"/>
                </a:lnTo>
                <a:lnTo>
                  <a:pt x="1412" y="1828"/>
                </a:lnTo>
                <a:lnTo>
                  <a:pt x="1409" y="1829"/>
                </a:lnTo>
                <a:lnTo>
                  <a:pt x="1407" y="1829"/>
                </a:lnTo>
                <a:lnTo>
                  <a:pt x="1406" y="1829"/>
                </a:lnTo>
                <a:lnTo>
                  <a:pt x="1405" y="1827"/>
                </a:lnTo>
                <a:lnTo>
                  <a:pt x="1404" y="1826"/>
                </a:lnTo>
                <a:lnTo>
                  <a:pt x="1404" y="1827"/>
                </a:lnTo>
                <a:lnTo>
                  <a:pt x="1403" y="1827"/>
                </a:lnTo>
                <a:lnTo>
                  <a:pt x="1402" y="1827"/>
                </a:lnTo>
                <a:lnTo>
                  <a:pt x="1402" y="1826"/>
                </a:lnTo>
                <a:lnTo>
                  <a:pt x="1401" y="1825"/>
                </a:lnTo>
                <a:lnTo>
                  <a:pt x="1401" y="1824"/>
                </a:lnTo>
                <a:lnTo>
                  <a:pt x="1401" y="1823"/>
                </a:lnTo>
                <a:lnTo>
                  <a:pt x="1400" y="1823"/>
                </a:lnTo>
                <a:lnTo>
                  <a:pt x="1399" y="1823"/>
                </a:lnTo>
                <a:lnTo>
                  <a:pt x="1398" y="1822"/>
                </a:lnTo>
                <a:lnTo>
                  <a:pt x="1398" y="1821"/>
                </a:lnTo>
                <a:lnTo>
                  <a:pt x="1398" y="1820"/>
                </a:lnTo>
                <a:lnTo>
                  <a:pt x="1396" y="1818"/>
                </a:lnTo>
                <a:lnTo>
                  <a:pt x="1396" y="1816"/>
                </a:lnTo>
                <a:lnTo>
                  <a:pt x="1394" y="1813"/>
                </a:lnTo>
                <a:lnTo>
                  <a:pt x="1394" y="1812"/>
                </a:lnTo>
                <a:lnTo>
                  <a:pt x="1393" y="1812"/>
                </a:lnTo>
                <a:lnTo>
                  <a:pt x="1393" y="1811"/>
                </a:lnTo>
                <a:lnTo>
                  <a:pt x="1392" y="1811"/>
                </a:lnTo>
                <a:lnTo>
                  <a:pt x="1391" y="1808"/>
                </a:lnTo>
                <a:lnTo>
                  <a:pt x="1390" y="1806"/>
                </a:lnTo>
                <a:lnTo>
                  <a:pt x="1389" y="1805"/>
                </a:lnTo>
                <a:lnTo>
                  <a:pt x="1388" y="1804"/>
                </a:lnTo>
                <a:lnTo>
                  <a:pt x="1387" y="1804"/>
                </a:lnTo>
                <a:lnTo>
                  <a:pt x="1387" y="1803"/>
                </a:lnTo>
                <a:lnTo>
                  <a:pt x="1386" y="1802"/>
                </a:lnTo>
                <a:lnTo>
                  <a:pt x="1386" y="1801"/>
                </a:lnTo>
                <a:lnTo>
                  <a:pt x="1386" y="1800"/>
                </a:lnTo>
                <a:lnTo>
                  <a:pt x="1385" y="1800"/>
                </a:lnTo>
                <a:lnTo>
                  <a:pt x="1385" y="1799"/>
                </a:lnTo>
                <a:lnTo>
                  <a:pt x="1385" y="1798"/>
                </a:lnTo>
                <a:lnTo>
                  <a:pt x="1384" y="1798"/>
                </a:lnTo>
                <a:lnTo>
                  <a:pt x="1383" y="1797"/>
                </a:lnTo>
                <a:lnTo>
                  <a:pt x="1383" y="1796"/>
                </a:lnTo>
                <a:lnTo>
                  <a:pt x="1382" y="1795"/>
                </a:lnTo>
                <a:lnTo>
                  <a:pt x="1381" y="1795"/>
                </a:lnTo>
                <a:lnTo>
                  <a:pt x="1380" y="1796"/>
                </a:lnTo>
                <a:lnTo>
                  <a:pt x="1378" y="1796"/>
                </a:lnTo>
                <a:lnTo>
                  <a:pt x="1378" y="1795"/>
                </a:lnTo>
                <a:lnTo>
                  <a:pt x="1378" y="1794"/>
                </a:lnTo>
                <a:lnTo>
                  <a:pt x="1377" y="1795"/>
                </a:lnTo>
                <a:lnTo>
                  <a:pt x="1376" y="1795"/>
                </a:lnTo>
                <a:lnTo>
                  <a:pt x="1375" y="1795"/>
                </a:lnTo>
                <a:lnTo>
                  <a:pt x="1375" y="1793"/>
                </a:lnTo>
                <a:lnTo>
                  <a:pt x="1376" y="1792"/>
                </a:lnTo>
                <a:lnTo>
                  <a:pt x="1377" y="1791"/>
                </a:lnTo>
                <a:lnTo>
                  <a:pt x="1378" y="1790"/>
                </a:lnTo>
                <a:lnTo>
                  <a:pt x="1379" y="1790"/>
                </a:lnTo>
                <a:lnTo>
                  <a:pt x="1380" y="1790"/>
                </a:lnTo>
                <a:lnTo>
                  <a:pt x="1379" y="1790"/>
                </a:lnTo>
                <a:lnTo>
                  <a:pt x="1379" y="1789"/>
                </a:lnTo>
                <a:lnTo>
                  <a:pt x="1378" y="1787"/>
                </a:lnTo>
                <a:lnTo>
                  <a:pt x="1377" y="1786"/>
                </a:lnTo>
                <a:lnTo>
                  <a:pt x="1376" y="1785"/>
                </a:lnTo>
                <a:lnTo>
                  <a:pt x="1375" y="1784"/>
                </a:lnTo>
                <a:lnTo>
                  <a:pt x="1375" y="1783"/>
                </a:lnTo>
                <a:lnTo>
                  <a:pt x="1375" y="1782"/>
                </a:lnTo>
                <a:lnTo>
                  <a:pt x="1374" y="1781"/>
                </a:lnTo>
                <a:lnTo>
                  <a:pt x="1373" y="1780"/>
                </a:lnTo>
                <a:lnTo>
                  <a:pt x="1372" y="1780"/>
                </a:lnTo>
                <a:lnTo>
                  <a:pt x="1371" y="1780"/>
                </a:lnTo>
                <a:lnTo>
                  <a:pt x="1370" y="1779"/>
                </a:lnTo>
                <a:lnTo>
                  <a:pt x="1370" y="1778"/>
                </a:lnTo>
                <a:lnTo>
                  <a:pt x="1371" y="1777"/>
                </a:lnTo>
                <a:lnTo>
                  <a:pt x="1371" y="1776"/>
                </a:lnTo>
                <a:lnTo>
                  <a:pt x="1371" y="1775"/>
                </a:lnTo>
                <a:lnTo>
                  <a:pt x="1372" y="1775"/>
                </a:lnTo>
                <a:lnTo>
                  <a:pt x="1372" y="1774"/>
                </a:lnTo>
                <a:lnTo>
                  <a:pt x="1372" y="1773"/>
                </a:lnTo>
                <a:lnTo>
                  <a:pt x="1373" y="1773"/>
                </a:lnTo>
                <a:lnTo>
                  <a:pt x="1373" y="1772"/>
                </a:lnTo>
                <a:lnTo>
                  <a:pt x="1374" y="1771"/>
                </a:lnTo>
                <a:lnTo>
                  <a:pt x="1374" y="1770"/>
                </a:lnTo>
                <a:lnTo>
                  <a:pt x="1374" y="1769"/>
                </a:lnTo>
                <a:lnTo>
                  <a:pt x="1373" y="1768"/>
                </a:lnTo>
                <a:lnTo>
                  <a:pt x="1372" y="1768"/>
                </a:lnTo>
                <a:lnTo>
                  <a:pt x="1370" y="1767"/>
                </a:lnTo>
                <a:lnTo>
                  <a:pt x="1370" y="1766"/>
                </a:lnTo>
                <a:lnTo>
                  <a:pt x="1368" y="1764"/>
                </a:lnTo>
                <a:lnTo>
                  <a:pt x="1367" y="1764"/>
                </a:lnTo>
                <a:lnTo>
                  <a:pt x="1366" y="1764"/>
                </a:lnTo>
                <a:lnTo>
                  <a:pt x="1365" y="1764"/>
                </a:lnTo>
                <a:lnTo>
                  <a:pt x="1364" y="1763"/>
                </a:lnTo>
                <a:lnTo>
                  <a:pt x="1363" y="1763"/>
                </a:lnTo>
                <a:lnTo>
                  <a:pt x="1363" y="1764"/>
                </a:lnTo>
                <a:lnTo>
                  <a:pt x="1363" y="1765"/>
                </a:lnTo>
                <a:lnTo>
                  <a:pt x="1362" y="1766"/>
                </a:lnTo>
                <a:lnTo>
                  <a:pt x="1361" y="1766"/>
                </a:lnTo>
                <a:lnTo>
                  <a:pt x="1360" y="1766"/>
                </a:lnTo>
                <a:lnTo>
                  <a:pt x="1360" y="1765"/>
                </a:lnTo>
                <a:lnTo>
                  <a:pt x="1359" y="1766"/>
                </a:lnTo>
                <a:lnTo>
                  <a:pt x="1359" y="1767"/>
                </a:lnTo>
                <a:lnTo>
                  <a:pt x="1358" y="1767"/>
                </a:lnTo>
                <a:lnTo>
                  <a:pt x="1357" y="1767"/>
                </a:lnTo>
                <a:lnTo>
                  <a:pt x="1357" y="1766"/>
                </a:lnTo>
                <a:lnTo>
                  <a:pt x="1356" y="1767"/>
                </a:lnTo>
                <a:lnTo>
                  <a:pt x="1355" y="1767"/>
                </a:lnTo>
                <a:lnTo>
                  <a:pt x="1354" y="1766"/>
                </a:lnTo>
                <a:lnTo>
                  <a:pt x="1354" y="1765"/>
                </a:lnTo>
                <a:lnTo>
                  <a:pt x="1355" y="1764"/>
                </a:lnTo>
                <a:lnTo>
                  <a:pt x="1354" y="1763"/>
                </a:lnTo>
                <a:lnTo>
                  <a:pt x="1353" y="1762"/>
                </a:lnTo>
                <a:lnTo>
                  <a:pt x="1353" y="1761"/>
                </a:lnTo>
                <a:lnTo>
                  <a:pt x="1354" y="1759"/>
                </a:lnTo>
                <a:lnTo>
                  <a:pt x="1353" y="1757"/>
                </a:lnTo>
                <a:lnTo>
                  <a:pt x="1353" y="1756"/>
                </a:lnTo>
                <a:lnTo>
                  <a:pt x="1352" y="1756"/>
                </a:lnTo>
                <a:lnTo>
                  <a:pt x="1351" y="1756"/>
                </a:lnTo>
                <a:lnTo>
                  <a:pt x="1350" y="1756"/>
                </a:lnTo>
                <a:lnTo>
                  <a:pt x="1350" y="1755"/>
                </a:lnTo>
                <a:lnTo>
                  <a:pt x="1349" y="1755"/>
                </a:lnTo>
                <a:lnTo>
                  <a:pt x="1348" y="1755"/>
                </a:lnTo>
                <a:lnTo>
                  <a:pt x="1347" y="1753"/>
                </a:lnTo>
                <a:lnTo>
                  <a:pt x="1346" y="1753"/>
                </a:lnTo>
                <a:lnTo>
                  <a:pt x="1346" y="1752"/>
                </a:lnTo>
                <a:lnTo>
                  <a:pt x="1345" y="1751"/>
                </a:lnTo>
                <a:lnTo>
                  <a:pt x="1344" y="1750"/>
                </a:lnTo>
                <a:lnTo>
                  <a:pt x="1343" y="1750"/>
                </a:lnTo>
                <a:lnTo>
                  <a:pt x="1343" y="1749"/>
                </a:lnTo>
                <a:lnTo>
                  <a:pt x="1343" y="1748"/>
                </a:lnTo>
                <a:lnTo>
                  <a:pt x="1342" y="1747"/>
                </a:lnTo>
                <a:lnTo>
                  <a:pt x="1341" y="1745"/>
                </a:lnTo>
                <a:lnTo>
                  <a:pt x="1340" y="1743"/>
                </a:lnTo>
                <a:lnTo>
                  <a:pt x="1340" y="1742"/>
                </a:lnTo>
                <a:lnTo>
                  <a:pt x="1340" y="1741"/>
                </a:lnTo>
                <a:lnTo>
                  <a:pt x="1339" y="1739"/>
                </a:lnTo>
                <a:lnTo>
                  <a:pt x="1339" y="1738"/>
                </a:lnTo>
                <a:lnTo>
                  <a:pt x="1338" y="1738"/>
                </a:lnTo>
                <a:lnTo>
                  <a:pt x="1337" y="1738"/>
                </a:lnTo>
                <a:lnTo>
                  <a:pt x="1337" y="1737"/>
                </a:lnTo>
                <a:lnTo>
                  <a:pt x="1336" y="1737"/>
                </a:lnTo>
                <a:lnTo>
                  <a:pt x="1336" y="1736"/>
                </a:lnTo>
                <a:lnTo>
                  <a:pt x="1336" y="1735"/>
                </a:lnTo>
                <a:lnTo>
                  <a:pt x="1335" y="1734"/>
                </a:lnTo>
                <a:lnTo>
                  <a:pt x="1334" y="1733"/>
                </a:lnTo>
                <a:lnTo>
                  <a:pt x="1333" y="1732"/>
                </a:lnTo>
                <a:lnTo>
                  <a:pt x="1332" y="1731"/>
                </a:lnTo>
                <a:lnTo>
                  <a:pt x="1331" y="1730"/>
                </a:lnTo>
                <a:lnTo>
                  <a:pt x="1331" y="1729"/>
                </a:lnTo>
                <a:lnTo>
                  <a:pt x="1329" y="1727"/>
                </a:lnTo>
                <a:lnTo>
                  <a:pt x="1327" y="1726"/>
                </a:lnTo>
                <a:lnTo>
                  <a:pt x="1326" y="1725"/>
                </a:lnTo>
                <a:lnTo>
                  <a:pt x="1325" y="1725"/>
                </a:lnTo>
                <a:lnTo>
                  <a:pt x="1324" y="1724"/>
                </a:lnTo>
                <a:lnTo>
                  <a:pt x="1324" y="1723"/>
                </a:lnTo>
                <a:lnTo>
                  <a:pt x="1323" y="1723"/>
                </a:lnTo>
                <a:lnTo>
                  <a:pt x="1322" y="1723"/>
                </a:lnTo>
                <a:lnTo>
                  <a:pt x="1322" y="1722"/>
                </a:lnTo>
                <a:lnTo>
                  <a:pt x="1322" y="1721"/>
                </a:lnTo>
                <a:lnTo>
                  <a:pt x="1321" y="1721"/>
                </a:lnTo>
                <a:lnTo>
                  <a:pt x="1321" y="1720"/>
                </a:lnTo>
                <a:lnTo>
                  <a:pt x="1320" y="1720"/>
                </a:lnTo>
                <a:lnTo>
                  <a:pt x="1319" y="1719"/>
                </a:lnTo>
                <a:lnTo>
                  <a:pt x="1318" y="1718"/>
                </a:lnTo>
                <a:lnTo>
                  <a:pt x="1318" y="1717"/>
                </a:lnTo>
                <a:lnTo>
                  <a:pt x="1317" y="1716"/>
                </a:lnTo>
                <a:lnTo>
                  <a:pt x="1317" y="1715"/>
                </a:lnTo>
                <a:lnTo>
                  <a:pt x="1316" y="1715"/>
                </a:lnTo>
                <a:lnTo>
                  <a:pt x="1316" y="1714"/>
                </a:lnTo>
                <a:lnTo>
                  <a:pt x="1316" y="1713"/>
                </a:lnTo>
                <a:lnTo>
                  <a:pt x="1316" y="1712"/>
                </a:lnTo>
                <a:lnTo>
                  <a:pt x="1315" y="1711"/>
                </a:lnTo>
                <a:lnTo>
                  <a:pt x="1314" y="1711"/>
                </a:lnTo>
                <a:lnTo>
                  <a:pt x="1314" y="1710"/>
                </a:lnTo>
                <a:lnTo>
                  <a:pt x="1314" y="1709"/>
                </a:lnTo>
                <a:lnTo>
                  <a:pt x="1314" y="1708"/>
                </a:lnTo>
                <a:lnTo>
                  <a:pt x="1314" y="1707"/>
                </a:lnTo>
                <a:lnTo>
                  <a:pt x="1314" y="1706"/>
                </a:lnTo>
                <a:lnTo>
                  <a:pt x="1314" y="1705"/>
                </a:lnTo>
                <a:lnTo>
                  <a:pt x="1315" y="1705"/>
                </a:lnTo>
                <a:lnTo>
                  <a:pt x="1315" y="1704"/>
                </a:lnTo>
                <a:lnTo>
                  <a:pt x="1315" y="1703"/>
                </a:lnTo>
                <a:lnTo>
                  <a:pt x="1314" y="1702"/>
                </a:lnTo>
                <a:lnTo>
                  <a:pt x="1314" y="1701"/>
                </a:lnTo>
                <a:lnTo>
                  <a:pt x="1313" y="1701"/>
                </a:lnTo>
                <a:lnTo>
                  <a:pt x="1312" y="1701"/>
                </a:lnTo>
                <a:lnTo>
                  <a:pt x="1311" y="1700"/>
                </a:lnTo>
                <a:lnTo>
                  <a:pt x="1311" y="1698"/>
                </a:lnTo>
                <a:lnTo>
                  <a:pt x="1312" y="1696"/>
                </a:lnTo>
                <a:lnTo>
                  <a:pt x="1312" y="1695"/>
                </a:lnTo>
                <a:lnTo>
                  <a:pt x="1312" y="1694"/>
                </a:lnTo>
                <a:lnTo>
                  <a:pt x="1312" y="1692"/>
                </a:lnTo>
                <a:lnTo>
                  <a:pt x="1312" y="1691"/>
                </a:lnTo>
                <a:lnTo>
                  <a:pt x="1312" y="1690"/>
                </a:lnTo>
                <a:lnTo>
                  <a:pt x="1312" y="1689"/>
                </a:lnTo>
                <a:lnTo>
                  <a:pt x="1312" y="1688"/>
                </a:lnTo>
                <a:lnTo>
                  <a:pt x="1311" y="1688"/>
                </a:lnTo>
                <a:lnTo>
                  <a:pt x="1311" y="1687"/>
                </a:lnTo>
                <a:lnTo>
                  <a:pt x="1310" y="1687"/>
                </a:lnTo>
                <a:lnTo>
                  <a:pt x="1309" y="1686"/>
                </a:lnTo>
                <a:lnTo>
                  <a:pt x="1308" y="1686"/>
                </a:lnTo>
                <a:lnTo>
                  <a:pt x="1308" y="1685"/>
                </a:lnTo>
                <a:lnTo>
                  <a:pt x="1307" y="1684"/>
                </a:lnTo>
                <a:lnTo>
                  <a:pt x="1306" y="1684"/>
                </a:lnTo>
                <a:lnTo>
                  <a:pt x="1307" y="1684"/>
                </a:lnTo>
                <a:lnTo>
                  <a:pt x="1307" y="1683"/>
                </a:lnTo>
                <a:lnTo>
                  <a:pt x="1308" y="1683"/>
                </a:lnTo>
                <a:lnTo>
                  <a:pt x="1309" y="1683"/>
                </a:lnTo>
                <a:lnTo>
                  <a:pt x="1310" y="1683"/>
                </a:lnTo>
                <a:lnTo>
                  <a:pt x="1310" y="1682"/>
                </a:lnTo>
                <a:lnTo>
                  <a:pt x="1310" y="1681"/>
                </a:lnTo>
                <a:lnTo>
                  <a:pt x="1310" y="1680"/>
                </a:lnTo>
                <a:lnTo>
                  <a:pt x="1310" y="1679"/>
                </a:lnTo>
                <a:lnTo>
                  <a:pt x="1310" y="1676"/>
                </a:lnTo>
                <a:lnTo>
                  <a:pt x="1309" y="1675"/>
                </a:lnTo>
                <a:lnTo>
                  <a:pt x="1309" y="1674"/>
                </a:lnTo>
                <a:lnTo>
                  <a:pt x="1308" y="1674"/>
                </a:lnTo>
                <a:lnTo>
                  <a:pt x="1308" y="1673"/>
                </a:lnTo>
                <a:lnTo>
                  <a:pt x="1307" y="1673"/>
                </a:lnTo>
                <a:lnTo>
                  <a:pt x="1306" y="1672"/>
                </a:lnTo>
                <a:lnTo>
                  <a:pt x="1305" y="1670"/>
                </a:lnTo>
                <a:lnTo>
                  <a:pt x="1304" y="1668"/>
                </a:lnTo>
                <a:lnTo>
                  <a:pt x="1304" y="1667"/>
                </a:lnTo>
                <a:lnTo>
                  <a:pt x="1304" y="1666"/>
                </a:lnTo>
                <a:lnTo>
                  <a:pt x="1304" y="1665"/>
                </a:lnTo>
                <a:lnTo>
                  <a:pt x="1304" y="1664"/>
                </a:lnTo>
                <a:lnTo>
                  <a:pt x="1303" y="1664"/>
                </a:lnTo>
                <a:lnTo>
                  <a:pt x="1302" y="1664"/>
                </a:lnTo>
                <a:lnTo>
                  <a:pt x="1302" y="1663"/>
                </a:lnTo>
                <a:lnTo>
                  <a:pt x="1301" y="1663"/>
                </a:lnTo>
                <a:lnTo>
                  <a:pt x="1300" y="1662"/>
                </a:lnTo>
                <a:lnTo>
                  <a:pt x="1300" y="1661"/>
                </a:lnTo>
                <a:lnTo>
                  <a:pt x="1299" y="1660"/>
                </a:lnTo>
                <a:lnTo>
                  <a:pt x="1298" y="1659"/>
                </a:lnTo>
                <a:lnTo>
                  <a:pt x="1298" y="1658"/>
                </a:lnTo>
                <a:lnTo>
                  <a:pt x="1297" y="1658"/>
                </a:lnTo>
                <a:lnTo>
                  <a:pt x="1296" y="1658"/>
                </a:lnTo>
                <a:lnTo>
                  <a:pt x="1295" y="1657"/>
                </a:lnTo>
                <a:lnTo>
                  <a:pt x="1294" y="1657"/>
                </a:lnTo>
                <a:lnTo>
                  <a:pt x="1293" y="1657"/>
                </a:lnTo>
                <a:lnTo>
                  <a:pt x="1292" y="1657"/>
                </a:lnTo>
                <a:lnTo>
                  <a:pt x="1291" y="1656"/>
                </a:lnTo>
                <a:lnTo>
                  <a:pt x="1291" y="1655"/>
                </a:lnTo>
                <a:lnTo>
                  <a:pt x="1290" y="1654"/>
                </a:lnTo>
                <a:lnTo>
                  <a:pt x="1289" y="1653"/>
                </a:lnTo>
                <a:lnTo>
                  <a:pt x="1288" y="1652"/>
                </a:lnTo>
                <a:lnTo>
                  <a:pt x="1287" y="1652"/>
                </a:lnTo>
                <a:lnTo>
                  <a:pt x="1286" y="1653"/>
                </a:lnTo>
                <a:lnTo>
                  <a:pt x="1285" y="1653"/>
                </a:lnTo>
                <a:lnTo>
                  <a:pt x="1284" y="1653"/>
                </a:lnTo>
                <a:lnTo>
                  <a:pt x="1283" y="1654"/>
                </a:lnTo>
                <a:lnTo>
                  <a:pt x="1283" y="1655"/>
                </a:lnTo>
                <a:lnTo>
                  <a:pt x="1283" y="1656"/>
                </a:lnTo>
                <a:lnTo>
                  <a:pt x="1283" y="1657"/>
                </a:lnTo>
                <a:lnTo>
                  <a:pt x="1282" y="1657"/>
                </a:lnTo>
                <a:lnTo>
                  <a:pt x="1282" y="1658"/>
                </a:lnTo>
                <a:lnTo>
                  <a:pt x="1281" y="1659"/>
                </a:lnTo>
                <a:lnTo>
                  <a:pt x="1280" y="1659"/>
                </a:lnTo>
                <a:lnTo>
                  <a:pt x="1279" y="1661"/>
                </a:lnTo>
                <a:lnTo>
                  <a:pt x="1278" y="1661"/>
                </a:lnTo>
                <a:lnTo>
                  <a:pt x="1278" y="1663"/>
                </a:lnTo>
                <a:lnTo>
                  <a:pt x="1279" y="1663"/>
                </a:lnTo>
                <a:lnTo>
                  <a:pt x="1279" y="1664"/>
                </a:lnTo>
                <a:lnTo>
                  <a:pt x="1278" y="1664"/>
                </a:lnTo>
                <a:lnTo>
                  <a:pt x="1277" y="1665"/>
                </a:lnTo>
                <a:lnTo>
                  <a:pt x="1276" y="1666"/>
                </a:lnTo>
                <a:lnTo>
                  <a:pt x="1275" y="1666"/>
                </a:lnTo>
                <a:lnTo>
                  <a:pt x="1275" y="1667"/>
                </a:lnTo>
                <a:lnTo>
                  <a:pt x="1274" y="1667"/>
                </a:lnTo>
                <a:lnTo>
                  <a:pt x="1274" y="1668"/>
                </a:lnTo>
                <a:lnTo>
                  <a:pt x="1274" y="1669"/>
                </a:lnTo>
                <a:lnTo>
                  <a:pt x="1273" y="1669"/>
                </a:lnTo>
                <a:lnTo>
                  <a:pt x="1271" y="1670"/>
                </a:lnTo>
                <a:lnTo>
                  <a:pt x="1270" y="1671"/>
                </a:lnTo>
                <a:lnTo>
                  <a:pt x="1270" y="1672"/>
                </a:lnTo>
                <a:lnTo>
                  <a:pt x="1270" y="1673"/>
                </a:lnTo>
                <a:lnTo>
                  <a:pt x="1269" y="1673"/>
                </a:lnTo>
                <a:lnTo>
                  <a:pt x="1269" y="1674"/>
                </a:lnTo>
                <a:lnTo>
                  <a:pt x="1269" y="1675"/>
                </a:lnTo>
                <a:lnTo>
                  <a:pt x="1269" y="1676"/>
                </a:lnTo>
                <a:lnTo>
                  <a:pt x="1269" y="1677"/>
                </a:lnTo>
                <a:lnTo>
                  <a:pt x="1269" y="1678"/>
                </a:lnTo>
                <a:lnTo>
                  <a:pt x="1269" y="1681"/>
                </a:lnTo>
                <a:lnTo>
                  <a:pt x="1269" y="1682"/>
                </a:lnTo>
                <a:lnTo>
                  <a:pt x="1269" y="1684"/>
                </a:lnTo>
                <a:lnTo>
                  <a:pt x="1269" y="1685"/>
                </a:lnTo>
                <a:lnTo>
                  <a:pt x="1269" y="1686"/>
                </a:lnTo>
                <a:lnTo>
                  <a:pt x="1269" y="1687"/>
                </a:lnTo>
                <a:lnTo>
                  <a:pt x="1269" y="1688"/>
                </a:lnTo>
                <a:lnTo>
                  <a:pt x="1268" y="1691"/>
                </a:lnTo>
                <a:lnTo>
                  <a:pt x="1268" y="1692"/>
                </a:lnTo>
                <a:lnTo>
                  <a:pt x="1267" y="1692"/>
                </a:lnTo>
                <a:lnTo>
                  <a:pt x="1267" y="1693"/>
                </a:lnTo>
                <a:lnTo>
                  <a:pt x="1266" y="1693"/>
                </a:lnTo>
                <a:lnTo>
                  <a:pt x="1266" y="1692"/>
                </a:lnTo>
                <a:lnTo>
                  <a:pt x="1265" y="1692"/>
                </a:lnTo>
                <a:lnTo>
                  <a:pt x="1264" y="1691"/>
                </a:lnTo>
                <a:lnTo>
                  <a:pt x="1263" y="1691"/>
                </a:lnTo>
                <a:lnTo>
                  <a:pt x="1262" y="1691"/>
                </a:lnTo>
                <a:lnTo>
                  <a:pt x="1261" y="1692"/>
                </a:lnTo>
                <a:lnTo>
                  <a:pt x="1261" y="1693"/>
                </a:lnTo>
                <a:lnTo>
                  <a:pt x="1260" y="1693"/>
                </a:lnTo>
                <a:lnTo>
                  <a:pt x="1260" y="1692"/>
                </a:lnTo>
                <a:lnTo>
                  <a:pt x="1259" y="1692"/>
                </a:lnTo>
                <a:lnTo>
                  <a:pt x="1258" y="1692"/>
                </a:lnTo>
                <a:lnTo>
                  <a:pt x="1257" y="1693"/>
                </a:lnTo>
                <a:lnTo>
                  <a:pt x="1256" y="1693"/>
                </a:lnTo>
                <a:lnTo>
                  <a:pt x="1253" y="1691"/>
                </a:lnTo>
                <a:lnTo>
                  <a:pt x="1252" y="1690"/>
                </a:lnTo>
                <a:lnTo>
                  <a:pt x="1251" y="1690"/>
                </a:lnTo>
                <a:lnTo>
                  <a:pt x="1251" y="1691"/>
                </a:lnTo>
                <a:lnTo>
                  <a:pt x="1252" y="1691"/>
                </a:lnTo>
                <a:lnTo>
                  <a:pt x="1252" y="1692"/>
                </a:lnTo>
                <a:lnTo>
                  <a:pt x="1251" y="1694"/>
                </a:lnTo>
                <a:lnTo>
                  <a:pt x="1250" y="1695"/>
                </a:lnTo>
                <a:lnTo>
                  <a:pt x="1250" y="1696"/>
                </a:lnTo>
                <a:lnTo>
                  <a:pt x="1251" y="1696"/>
                </a:lnTo>
                <a:lnTo>
                  <a:pt x="1251" y="1697"/>
                </a:lnTo>
                <a:lnTo>
                  <a:pt x="1252" y="1697"/>
                </a:lnTo>
                <a:lnTo>
                  <a:pt x="1252" y="1698"/>
                </a:lnTo>
                <a:lnTo>
                  <a:pt x="1252" y="1699"/>
                </a:lnTo>
                <a:lnTo>
                  <a:pt x="1252" y="1700"/>
                </a:lnTo>
                <a:lnTo>
                  <a:pt x="1253" y="1700"/>
                </a:lnTo>
                <a:lnTo>
                  <a:pt x="1253" y="1701"/>
                </a:lnTo>
                <a:lnTo>
                  <a:pt x="1254" y="1702"/>
                </a:lnTo>
                <a:lnTo>
                  <a:pt x="1254" y="1703"/>
                </a:lnTo>
                <a:lnTo>
                  <a:pt x="1254" y="1704"/>
                </a:lnTo>
                <a:lnTo>
                  <a:pt x="1254" y="1703"/>
                </a:lnTo>
                <a:lnTo>
                  <a:pt x="1255" y="1703"/>
                </a:lnTo>
                <a:lnTo>
                  <a:pt x="1256" y="1703"/>
                </a:lnTo>
                <a:lnTo>
                  <a:pt x="1256" y="1704"/>
                </a:lnTo>
                <a:lnTo>
                  <a:pt x="1257" y="1704"/>
                </a:lnTo>
                <a:lnTo>
                  <a:pt x="1257" y="1705"/>
                </a:lnTo>
                <a:lnTo>
                  <a:pt x="1258" y="1705"/>
                </a:lnTo>
                <a:lnTo>
                  <a:pt x="1258" y="1706"/>
                </a:lnTo>
                <a:lnTo>
                  <a:pt x="1259" y="1706"/>
                </a:lnTo>
                <a:lnTo>
                  <a:pt x="1259" y="1705"/>
                </a:lnTo>
                <a:lnTo>
                  <a:pt x="1260" y="1705"/>
                </a:lnTo>
                <a:lnTo>
                  <a:pt x="1260" y="1706"/>
                </a:lnTo>
                <a:lnTo>
                  <a:pt x="1260" y="1707"/>
                </a:lnTo>
                <a:lnTo>
                  <a:pt x="1259" y="1709"/>
                </a:lnTo>
                <a:lnTo>
                  <a:pt x="1259" y="1710"/>
                </a:lnTo>
                <a:lnTo>
                  <a:pt x="1258" y="1710"/>
                </a:lnTo>
                <a:lnTo>
                  <a:pt x="1257" y="1711"/>
                </a:lnTo>
                <a:lnTo>
                  <a:pt x="1257" y="1712"/>
                </a:lnTo>
                <a:lnTo>
                  <a:pt x="1256" y="1712"/>
                </a:lnTo>
                <a:lnTo>
                  <a:pt x="1256" y="1713"/>
                </a:lnTo>
                <a:lnTo>
                  <a:pt x="1257" y="1714"/>
                </a:lnTo>
                <a:lnTo>
                  <a:pt x="1257" y="1715"/>
                </a:lnTo>
                <a:lnTo>
                  <a:pt x="1258" y="1715"/>
                </a:lnTo>
                <a:lnTo>
                  <a:pt x="1259" y="1715"/>
                </a:lnTo>
                <a:lnTo>
                  <a:pt x="1260" y="1715"/>
                </a:lnTo>
                <a:lnTo>
                  <a:pt x="1261" y="1714"/>
                </a:lnTo>
                <a:lnTo>
                  <a:pt x="1261" y="1715"/>
                </a:lnTo>
                <a:lnTo>
                  <a:pt x="1261" y="1716"/>
                </a:lnTo>
                <a:lnTo>
                  <a:pt x="1260" y="1716"/>
                </a:lnTo>
                <a:lnTo>
                  <a:pt x="1261" y="1716"/>
                </a:lnTo>
                <a:lnTo>
                  <a:pt x="1262" y="1717"/>
                </a:lnTo>
                <a:lnTo>
                  <a:pt x="1263" y="1718"/>
                </a:lnTo>
                <a:lnTo>
                  <a:pt x="1263" y="1719"/>
                </a:lnTo>
                <a:lnTo>
                  <a:pt x="1264" y="1720"/>
                </a:lnTo>
                <a:lnTo>
                  <a:pt x="1264" y="1721"/>
                </a:lnTo>
                <a:lnTo>
                  <a:pt x="1263" y="1721"/>
                </a:lnTo>
                <a:lnTo>
                  <a:pt x="1262" y="1721"/>
                </a:lnTo>
                <a:lnTo>
                  <a:pt x="1263" y="1723"/>
                </a:lnTo>
                <a:lnTo>
                  <a:pt x="1263" y="1725"/>
                </a:lnTo>
                <a:lnTo>
                  <a:pt x="1264" y="1727"/>
                </a:lnTo>
                <a:lnTo>
                  <a:pt x="1264" y="1728"/>
                </a:lnTo>
                <a:lnTo>
                  <a:pt x="1263" y="1728"/>
                </a:lnTo>
                <a:lnTo>
                  <a:pt x="1262" y="1728"/>
                </a:lnTo>
                <a:lnTo>
                  <a:pt x="1261" y="1728"/>
                </a:lnTo>
                <a:lnTo>
                  <a:pt x="1261" y="1729"/>
                </a:lnTo>
                <a:lnTo>
                  <a:pt x="1261" y="1730"/>
                </a:lnTo>
                <a:lnTo>
                  <a:pt x="1260" y="1730"/>
                </a:lnTo>
                <a:lnTo>
                  <a:pt x="1260" y="1731"/>
                </a:lnTo>
                <a:lnTo>
                  <a:pt x="1260" y="1732"/>
                </a:lnTo>
                <a:lnTo>
                  <a:pt x="1261" y="1732"/>
                </a:lnTo>
                <a:lnTo>
                  <a:pt x="1262" y="1732"/>
                </a:lnTo>
                <a:lnTo>
                  <a:pt x="1262" y="1733"/>
                </a:lnTo>
                <a:lnTo>
                  <a:pt x="1263" y="1733"/>
                </a:lnTo>
                <a:lnTo>
                  <a:pt x="1263" y="1732"/>
                </a:lnTo>
                <a:lnTo>
                  <a:pt x="1264" y="1732"/>
                </a:lnTo>
                <a:lnTo>
                  <a:pt x="1264" y="1735"/>
                </a:lnTo>
                <a:lnTo>
                  <a:pt x="1265" y="1735"/>
                </a:lnTo>
                <a:lnTo>
                  <a:pt x="1265" y="1736"/>
                </a:lnTo>
                <a:lnTo>
                  <a:pt x="1266" y="1736"/>
                </a:lnTo>
                <a:lnTo>
                  <a:pt x="1267" y="1737"/>
                </a:lnTo>
                <a:lnTo>
                  <a:pt x="1267" y="1736"/>
                </a:lnTo>
                <a:lnTo>
                  <a:pt x="1268" y="1736"/>
                </a:lnTo>
                <a:lnTo>
                  <a:pt x="1268" y="1737"/>
                </a:lnTo>
                <a:lnTo>
                  <a:pt x="1267" y="1737"/>
                </a:lnTo>
                <a:lnTo>
                  <a:pt x="1266" y="1738"/>
                </a:lnTo>
                <a:lnTo>
                  <a:pt x="1266" y="1739"/>
                </a:lnTo>
                <a:lnTo>
                  <a:pt x="1265" y="1739"/>
                </a:lnTo>
                <a:lnTo>
                  <a:pt x="1265" y="1740"/>
                </a:lnTo>
                <a:lnTo>
                  <a:pt x="1264" y="1740"/>
                </a:lnTo>
                <a:lnTo>
                  <a:pt x="1264" y="1741"/>
                </a:lnTo>
                <a:lnTo>
                  <a:pt x="1263" y="1742"/>
                </a:lnTo>
                <a:lnTo>
                  <a:pt x="1263" y="1743"/>
                </a:lnTo>
                <a:lnTo>
                  <a:pt x="1262" y="1744"/>
                </a:lnTo>
                <a:lnTo>
                  <a:pt x="1261" y="1745"/>
                </a:lnTo>
                <a:lnTo>
                  <a:pt x="1260" y="1745"/>
                </a:lnTo>
                <a:lnTo>
                  <a:pt x="1259" y="1745"/>
                </a:lnTo>
                <a:lnTo>
                  <a:pt x="1259" y="1744"/>
                </a:lnTo>
                <a:lnTo>
                  <a:pt x="1259" y="1745"/>
                </a:lnTo>
                <a:lnTo>
                  <a:pt x="1258" y="1745"/>
                </a:lnTo>
                <a:lnTo>
                  <a:pt x="1257" y="1746"/>
                </a:lnTo>
                <a:lnTo>
                  <a:pt x="1257" y="1747"/>
                </a:lnTo>
                <a:lnTo>
                  <a:pt x="1257" y="1748"/>
                </a:lnTo>
                <a:lnTo>
                  <a:pt x="1256" y="1748"/>
                </a:lnTo>
                <a:lnTo>
                  <a:pt x="1255" y="1749"/>
                </a:lnTo>
                <a:lnTo>
                  <a:pt x="1254" y="1749"/>
                </a:lnTo>
                <a:lnTo>
                  <a:pt x="1253" y="1749"/>
                </a:lnTo>
                <a:lnTo>
                  <a:pt x="1253" y="1750"/>
                </a:lnTo>
                <a:lnTo>
                  <a:pt x="1252" y="1750"/>
                </a:lnTo>
                <a:lnTo>
                  <a:pt x="1251" y="1750"/>
                </a:lnTo>
                <a:lnTo>
                  <a:pt x="1250" y="1751"/>
                </a:lnTo>
                <a:lnTo>
                  <a:pt x="1249" y="1751"/>
                </a:lnTo>
                <a:lnTo>
                  <a:pt x="1248" y="1751"/>
                </a:lnTo>
                <a:lnTo>
                  <a:pt x="1248" y="1752"/>
                </a:lnTo>
                <a:lnTo>
                  <a:pt x="1246" y="1754"/>
                </a:lnTo>
                <a:lnTo>
                  <a:pt x="1246" y="1755"/>
                </a:lnTo>
                <a:lnTo>
                  <a:pt x="1245" y="1755"/>
                </a:lnTo>
                <a:lnTo>
                  <a:pt x="1245" y="1756"/>
                </a:lnTo>
                <a:lnTo>
                  <a:pt x="1244" y="1756"/>
                </a:lnTo>
                <a:lnTo>
                  <a:pt x="1244" y="1757"/>
                </a:lnTo>
                <a:lnTo>
                  <a:pt x="1243" y="1757"/>
                </a:lnTo>
                <a:lnTo>
                  <a:pt x="1242" y="1757"/>
                </a:lnTo>
                <a:lnTo>
                  <a:pt x="1241" y="1757"/>
                </a:lnTo>
                <a:lnTo>
                  <a:pt x="1240" y="1757"/>
                </a:lnTo>
                <a:lnTo>
                  <a:pt x="1240" y="1758"/>
                </a:lnTo>
                <a:lnTo>
                  <a:pt x="1239" y="1758"/>
                </a:lnTo>
                <a:lnTo>
                  <a:pt x="1238" y="1759"/>
                </a:lnTo>
                <a:lnTo>
                  <a:pt x="1237" y="1759"/>
                </a:lnTo>
                <a:lnTo>
                  <a:pt x="1236" y="1758"/>
                </a:lnTo>
                <a:lnTo>
                  <a:pt x="1234" y="1758"/>
                </a:lnTo>
                <a:lnTo>
                  <a:pt x="1234" y="1757"/>
                </a:lnTo>
                <a:lnTo>
                  <a:pt x="1234" y="1756"/>
                </a:lnTo>
                <a:lnTo>
                  <a:pt x="1233" y="1756"/>
                </a:lnTo>
                <a:lnTo>
                  <a:pt x="1232" y="1756"/>
                </a:lnTo>
                <a:lnTo>
                  <a:pt x="1232" y="1757"/>
                </a:lnTo>
                <a:lnTo>
                  <a:pt x="1231" y="1757"/>
                </a:lnTo>
                <a:lnTo>
                  <a:pt x="1230" y="1757"/>
                </a:lnTo>
                <a:lnTo>
                  <a:pt x="1229" y="1757"/>
                </a:lnTo>
                <a:lnTo>
                  <a:pt x="1229" y="1756"/>
                </a:lnTo>
                <a:lnTo>
                  <a:pt x="1228" y="1756"/>
                </a:lnTo>
                <a:lnTo>
                  <a:pt x="1228" y="1757"/>
                </a:lnTo>
                <a:lnTo>
                  <a:pt x="1228" y="1758"/>
                </a:lnTo>
                <a:lnTo>
                  <a:pt x="1227" y="1759"/>
                </a:lnTo>
                <a:lnTo>
                  <a:pt x="1226" y="1759"/>
                </a:lnTo>
                <a:lnTo>
                  <a:pt x="1226" y="1760"/>
                </a:lnTo>
                <a:lnTo>
                  <a:pt x="1225" y="1760"/>
                </a:lnTo>
                <a:lnTo>
                  <a:pt x="1224" y="1759"/>
                </a:lnTo>
                <a:lnTo>
                  <a:pt x="1223" y="1759"/>
                </a:lnTo>
                <a:lnTo>
                  <a:pt x="1222" y="1759"/>
                </a:lnTo>
                <a:lnTo>
                  <a:pt x="1221" y="1759"/>
                </a:lnTo>
                <a:lnTo>
                  <a:pt x="1221" y="1758"/>
                </a:lnTo>
                <a:lnTo>
                  <a:pt x="1219" y="1758"/>
                </a:lnTo>
                <a:lnTo>
                  <a:pt x="1218" y="1758"/>
                </a:lnTo>
                <a:lnTo>
                  <a:pt x="1218" y="1757"/>
                </a:lnTo>
                <a:lnTo>
                  <a:pt x="1216" y="1756"/>
                </a:lnTo>
                <a:lnTo>
                  <a:pt x="1217" y="1755"/>
                </a:lnTo>
                <a:lnTo>
                  <a:pt x="1217" y="1753"/>
                </a:lnTo>
                <a:lnTo>
                  <a:pt x="1216" y="1752"/>
                </a:lnTo>
                <a:lnTo>
                  <a:pt x="1216" y="1751"/>
                </a:lnTo>
                <a:lnTo>
                  <a:pt x="1216" y="1750"/>
                </a:lnTo>
                <a:lnTo>
                  <a:pt x="1215" y="1750"/>
                </a:lnTo>
                <a:lnTo>
                  <a:pt x="1215" y="1748"/>
                </a:lnTo>
                <a:lnTo>
                  <a:pt x="1213" y="1746"/>
                </a:lnTo>
                <a:lnTo>
                  <a:pt x="1213" y="1745"/>
                </a:lnTo>
                <a:lnTo>
                  <a:pt x="1212" y="1744"/>
                </a:lnTo>
                <a:lnTo>
                  <a:pt x="1212" y="1741"/>
                </a:lnTo>
                <a:lnTo>
                  <a:pt x="1212" y="1740"/>
                </a:lnTo>
                <a:lnTo>
                  <a:pt x="1212" y="1739"/>
                </a:lnTo>
                <a:lnTo>
                  <a:pt x="1211" y="1739"/>
                </a:lnTo>
                <a:lnTo>
                  <a:pt x="1211" y="1738"/>
                </a:lnTo>
                <a:lnTo>
                  <a:pt x="1211" y="1737"/>
                </a:lnTo>
                <a:lnTo>
                  <a:pt x="1210" y="1736"/>
                </a:lnTo>
                <a:lnTo>
                  <a:pt x="1209" y="1737"/>
                </a:lnTo>
                <a:lnTo>
                  <a:pt x="1209" y="1739"/>
                </a:lnTo>
                <a:lnTo>
                  <a:pt x="1209" y="1740"/>
                </a:lnTo>
                <a:lnTo>
                  <a:pt x="1209" y="1741"/>
                </a:lnTo>
                <a:lnTo>
                  <a:pt x="1209" y="1742"/>
                </a:lnTo>
                <a:lnTo>
                  <a:pt x="1208" y="1742"/>
                </a:lnTo>
                <a:lnTo>
                  <a:pt x="1208" y="1743"/>
                </a:lnTo>
                <a:lnTo>
                  <a:pt x="1207" y="1743"/>
                </a:lnTo>
                <a:lnTo>
                  <a:pt x="1207" y="1744"/>
                </a:lnTo>
                <a:lnTo>
                  <a:pt x="1206" y="1744"/>
                </a:lnTo>
                <a:lnTo>
                  <a:pt x="1205" y="1744"/>
                </a:lnTo>
                <a:lnTo>
                  <a:pt x="1204" y="1744"/>
                </a:lnTo>
                <a:lnTo>
                  <a:pt x="1204" y="1743"/>
                </a:lnTo>
                <a:lnTo>
                  <a:pt x="1202" y="1742"/>
                </a:lnTo>
                <a:lnTo>
                  <a:pt x="1202" y="1741"/>
                </a:lnTo>
                <a:lnTo>
                  <a:pt x="1200" y="1740"/>
                </a:lnTo>
                <a:lnTo>
                  <a:pt x="1199" y="1740"/>
                </a:lnTo>
                <a:lnTo>
                  <a:pt x="1199" y="1741"/>
                </a:lnTo>
                <a:lnTo>
                  <a:pt x="1199" y="1742"/>
                </a:lnTo>
                <a:lnTo>
                  <a:pt x="1198" y="1742"/>
                </a:lnTo>
                <a:lnTo>
                  <a:pt x="1197" y="1742"/>
                </a:lnTo>
                <a:lnTo>
                  <a:pt x="1197" y="1741"/>
                </a:lnTo>
                <a:lnTo>
                  <a:pt x="1196" y="1740"/>
                </a:lnTo>
                <a:lnTo>
                  <a:pt x="1195" y="1740"/>
                </a:lnTo>
                <a:lnTo>
                  <a:pt x="1195" y="1739"/>
                </a:lnTo>
                <a:lnTo>
                  <a:pt x="1194" y="1739"/>
                </a:lnTo>
                <a:lnTo>
                  <a:pt x="1194" y="1738"/>
                </a:lnTo>
                <a:lnTo>
                  <a:pt x="1193" y="1737"/>
                </a:lnTo>
                <a:lnTo>
                  <a:pt x="1193" y="1736"/>
                </a:lnTo>
                <a:lnTo>
                  <a:pt x="1192" y="1736"/>
                </a:lnTo>
                <a:lnTo>
                  <a:pt x="1192" y="1735"/>
                </a:lnTo>
                <a:lnTo>
                  <a:pt x="1191" y="1735"/>
                </a:lnTo>
                <a:lnTo>
                  <a:pt x="1191" y="1733"/>
                </a:lnTo>
                <a:lnTo>
                  <a:pt x="1192" y="1733"/>
                </a:lnTo>
                <a:lnTo>
                  <a:pt x="1192" y="1732"/>
                </a:lnTo>
                <a:lnTo>
                  <a:pt x="1192" y="1731"/>
                </a:lnTo>
                <a:lnTo>
                  <a:pt x="1193" y="1729"/>
                </a:lnTo>
                <a:lnTo>
                  <a:pt x="1194" y="1729"/>
                </a:lnTo>
                <a:lnTo>
                  <a:pt x="1194" y="1728"/>
                </a:lnTo>
                <a:lnTo>
                  <a:pt x="1193" y="1727"/>
                </a:lnTo>
                <a:lnTo>
                  <a:pt x="1193" y="1726"/>
                </a:lnTo>
                <a:lnTo>
                  <a:pt x="1192" y="1726"/>
                </a:lnTo>
                <a:lnTo>
                  <a:pt x="1192" y="1725"/>
                </a:lnTo>
                <a:lnTo>
                  <a:pt x="1193" y="1725"/>
                </a:lnTo>
                <a:lnTo>
                  <a:pt x="1193" y="1724"/>
                </a:lnTo>
                <a:lnTo>
                  <a:pt x="1193" y="1723"/>
                </a:lnTo>
                <a:lnTo>
                  <a:pt x="1192" y="1723"/>
                </a:lnTo>
                <a:lnTo>
                  <a:pt x="1191" y="1722"/>
                </a:lnTo>
                <a:lnTo>
                  <a:pt x="1190" y="1721"/>
                </a:lnTo>
                <a:lnTo>
                  <a:pt x="1189" y="1721"/>
                </a:lnTo>
                <a:lnTo>
                  <a:pt x="1188" y="1721"/>
                </a:lnTo>
                <a:lnTo>
                  <a:pt x="1188" y="1720"/>
                </a:lnTo>
                <a:lnTo>
                  <a:pt x="1187" y="1719"/>
                </a:lnTo>
                <a:lnTo>
                  <a:pt x="1186" y="1719"/>
                </a:lnTo>
                <a:lnTo>
                  <a:pt x="1185" y="1719"/>
                </a:lnTo>
                <a:lnTo>
                  <a:pt x="1185" y="1718"/>
                </a:lnTo>
                <a:lnTo>
                  <a:pt x="1184" y="1716"/>
                </a:lnTo>
                <a:lnTo>
                  <a:pt x="1183" y="1716"/>
                </a:lnTo>
                <a:lnTo>
                  <a:pt x="1183" y="1715"/>
                </a:lnTo>
                <a:lnTo>
                  <a:pt x="1182" y="1715"/>
                </a:lnTo>
                <a:lnTo>
                  <a:pt x="1181" y="1715"/>
                </a:lnTo>
                <a:lnTo>
                  <a:pt x="1181" y="1714"/>
                </a:lnTo>
                <a:lnTo>
                  <a:pt x="1180" y="1713"/>
                </a:lnTo>
                <a:lnTo>
                  <a:pt x="1179" y="1713"/>
                </a:lnTo>
                <a:lnTo>
                  <a:pt x="1178" y="1712"/>
                </a:lnTo>
                <a:lnTo>
                  <a:pt x="1177" y="1712"/>
                </a:lnTo>
                <a:lnTo>
                  <a:pt x="1177" y="1711"/>
                </a:lnTo>
                <a:lnTo>
                  <a:pt x="1177" y="1710"/>
                </a:lnTo>
                <a:lnTo>
                  <a:pt x="1176" y="1710"/>
                </a:lnTo>
                <a:lnTo>
                  <a:pt x="1175" y="1710"/>
                </a:lnTo>
                <a:lnTo>
                  <a:pt x="1175" y="1711"/>
                </a:lnTo>
                <a:lnTo>
                  <a:pt x="1174" y="1709"/>
                </a:lnTo>
                <a:lnTo>
                  <a:pt x="1174" y="1708"/>
                </a:lnTo>
                <a:lnTo>
                  <a:pt x="1174" y="1707"/>
                </a:lnTo>
                <a:lnTo>
                  <a:pt x="1173" y="1706"/>
                </a:lnTo>
                <a:lnTo>
                  <a:pt x="1172" y="1706"/>
                </a:lnTo>
                <a:lnTo>
                  <a:pt x="1172" y="1705"/>
                </a:lnTo>
                <a:lnTo>
                  <a:pt x="1171" y="1705"/>
                </a:lnTo>
                <a:lnTo>
                  <a:pt x="1170" y="1704"/>
                </a:lnTo>
                <a:lnTo>
                  <a:pt x="1169" y="1704"/>
                </a:lnTo>
                <a:lnTo>
                  <a:pt x="1168" y="1704"/>
                </a:lnTo>
                <a:lnTo>
                  <a:pt x="1167" y="1704"/>
                </a:lnTo>
                <a:lnTo>
                  <a:pt x="1167" y="1702"/>
                </a:lnTo>
                <a:lnTo>
                  <a:pt x="1168" y="1701"/>
                </a:lnTo>
                <a:lnTo>
                  <a:pt x="1168" y="1700"/>
                </a:lnTo>
                <a:lnTo>
                  <a:pt x="1169" y="1700"/>
                </a:lnTo>
                <a:lnTo>
                  <a:pt x="1169" y="1699"/>
                </a:lnTo>
                <a:lnTo>
                  <a:pt x="1169" y="1698"/>
                </a:lnTo>
                <a:lnTo>
                  <a:pt x="1169" y="1697"/>
                </a:lnTo>
                <a:lnTo>
                  <a:pt x="1169" y="1696"/>
                </a:lnTo>
                <a:lnTo>
                  <a:pt x="1169" y="1695"/>
                </a:lnTo>
                <a:lnTo>
                  <a:pt x="1168" y="1694"/>
                </a:lnTo>
                <a:lnTo>
                  <a:pt x="1168" y="1693"/>
                </a:lnTo>
                <a:lnTo>
                  <a:pt x="1167" y="1693"/>
                </a:lnTo>
                <a:lnTo>
                  <a:pt x="1165" y="1693"/>
                </a:lnTo>
                <a:lnTo>
                  <a:pt x="1164" y="1693"/>
                </a:lnTo>
                <a:lnTo>
                  <a:pt x="1163" y="1691"/>
                </a:lnTo>
                <a:lnTo>
                  <a:pt x="1162" y="1690"/>
                </a:lnTo>
                <a:lnTo>
                  <a:pt x="1161" y="1688"/>
                </a:lnTo>
                <a:lnTo>
                  <a:pt x="1161" y="1687"/>
                </a:lnTo>
                <a:lnTo>
                  <a:pt x="1161" y="1686"/>
                </a:lnTo>
                <a:lnTo>
                  <a:pt x="1162" y="1685"/>
                </a:lnTo>
                <a:lnTo>
                  <a:pt x="1162" y="1684"/>
                </a:lnTo>
                <a:lnTo>
                  <a:pt x="1161" y="1684"/>
                </a:lnTo>
                <a:lnTo>
                  <a:pt x="1161" y="1683"/>
                </a:lnTo>
                <a:lnTo>
                  <a:pt x="1160" y="1683"/>
                </a:lnTo>
                <a:lnTo>
                  <a:pt x="1160" y="1682"/>
                </a:lnTo>
                <a:lnTo>
                  <a:pt x="1160" y="1681"/>
                </a:lnTo>
                <a:lnTo>
                  <a:pt x="1161" y="1681"/>
                </a:lnTo>
                <a:lnTo>
                  <a:pt x="1161" y="1680"/>
                </a:lnTo>
                <a:lnTo>
                  <a:pt x="1161" y="1679"/>
                </a:lnTo>
                <a:lnTo>
                  <a:pt x="1162" y="1678"/>
                </a:lnTo>
                <a:lnTo>
                  <a:pt x="1165" y="1677"/>
                </a:lnTo>
                <a:lnTo>
                  <a:pt x="1165" y="1678"/>
                </a:lnTo>
                <a:lnTo>
                  <a:pt x="1166" y="1678"/>
                </a:lnTo>
                <a:lnTo>
                  <a:pt x="1169" y="1678"/>
                </a:lnTo>
                <a:lnTo>
                  <a:pt x="1170" y="1677"/>
                </a:lnTo>
                <a:lnTo>
                  <a:pt x="1170" y="1676"/>
                </a:lnTo>
                <a:lnTo>
                  <a:pt x="1170" y="1675"/>
                </a:lnTo>
                <a:lnTo>
                  <a:pt x="1170" y="1674"/>
                </a:lnTo>
                <a:lnTo>
                  <a:pt x="1171" y="1673"/>
                </a:lnTo>
                <a:lnTo>
                  <a:pt x="1172" y="1672"/>
                </a:lnTo>
                <a:lnTo>
                  <a:pt x="1172" y="1671"/>
                </a:lnTo>
                <a:lnTo>
                  <a:pt x="1173" y="1671"/>
                </a:lnTo>
                <a:lnTo>
                  <a:pt x="1172" y="1670"/>
                </a:lnTo>
                <a:lnTo>
                  <a:pt x="1172" y="1669"/>
                </a:lnTo>
                <a:lnTo>
                  <a:pt x="1171" y="1669"/>
                </a:lnTo>
                <a:lnTo>
                  <a:pt x="1171" y="1668"/>
                </a:lnTo>
                <a:lnTo>
                  <a:pt x="1170" y="1667"/>
                </a:lnTo>
                <a:lnTo>
                  <a:pt x="1169" y="1666"/>
                </a:lnTo>
                <a:lnTo>
                  <a:pt x="1168" y="1666"/>
                </a:lnTo>
                <a:lnTo>
                  <a:pt x="1167" y="1667"/>
                </a:lnTo>
                <a:lnTo>
                  <a:pt x="1165" y="1667"/>
                </a:lnTo>
                <a:lnTo>
                  <a:pt x="1165" y="1666"/>
                </a:lnTo>
                <a:lnTo>
                  <a:pt x="1164" y="1666"/>
                </a:lnTo>
                <a:lnTo>
                  <a:pt x="1163" y="1666"/>
                </a:lnTo>
                <a:lnTo>
                  <a:pt x="1162" y="1666"/>
                </a:lnTo>
                <a:lnTo>
                  <a:pt x="1162" y="1665"/>
                </a:lnTo>
                <a:lnTo>
                  <a:pt x="1162" y="1664"/>
                </a:lnTo>
                <a:lnTo>
                  <a:pt x="1161" y="1664"/>
                </a:lnTo>
                <a:lnTo>
                  <a:pt x="1160" y="1664"/>
                </a:lnTo>
                <a:lnTo>
                  <a:pt x="1160" y="1663"/>
                </a:lnTo>
                <a:lnTo>
                  <a:pt x="1159" y="1663"/>
                </a:lnTo>
                <a:lnTo>
                  <a:pt x="1159" y="1664"/>
                </a:lnTo>
                <a:lnTo>
                  <a:pt x="1158" y="1664"/>
                </a:lnTo>
                <a:lnTo>
                  <a:pt x="1157" y="1664"/>
                </a:lnTo>
                <a:lnTo>
                  <a:pt x="1157" y="1663"/>
                </a:lnTo>
                <a:lnTo>
                  <a:pt x="1156" y="1663"/>
                </a:lnTo>
                <a:lnTo>
                  <a:pt x="1155" y="1663"/>
                </a:lnTo>
                <a:lnTo>
                  <a:pt x="1153" y="1662"/>
                </a:lnTo>
                <a:lnTo>
                  <a:pt x="1152" y="1662"/>
                </a:lnTo>
                <a:lnTo>
                  <a:pt x="1152" y="1663"/>
                </a:lnTo>
                <a:lnTo>
                  <a:pt x="1151" y="1663"/>
                </a:lnTo>
                <a:lnTo>
                  <a:pt x="1150" y="1663"/>
                </a:lnTo>
                <a:lnTo>
                  <a:pt x="1150" y="1662"/>
                </a:lnTo>
                <a:lnTo>
                  <a:pt x="1148" y="1662"/>
                </a:lnTo>
                <a:lnTo>
                  <a:pt x="1147" y="1662"/>
                </a:lnTo>
                <a:lnTo>
                  <a:pt x="1147" y="1661"/>
                </a:lnTo>
                <a:lnTo>
                  <a:pt x="1146" y="1661"/>
                </a:lnTo>
                <a:lnTo>
                  <a:pt x="1145" y="1660"/>
                </a:lnTo>
                <a:lnTo>
                  <a:pt x="1144" y="1660"/>
                </a:lnTo>
                <a:lnTo>
                  <a:pt x="1143" y="1661"/>
                </a:lnTo>
                <a:lnTo>
                  <a:pt x="1141" y="1661"/>
                </a:lnTo>
                <a:lnTo>
                  <a:pt x="1138" y="1661"/>
                </a:lnTo>
                <a:lnTo>
                  <a:pt x="1137" y="1661"/>
                </a:lnTo>
                <a:lnTo>
                  <a:pt x="1136" y="1662"/>
                </a:lnTo>
                <a:lnTo>
                  <a:pt x="1135" y="1662"/>
                </a:lnTo>
                <a:lnTo>
                  <a:pt x="1134" y="1662"/>
                </a:lnTo>
                <a:lnTo>
                  <a:pt x="1132" y="1662"/>
                </a:lnTo>
                <a:lnTo>
                  <a:pt x="1128" y="1662"/>
                </a:lnTo>
                <a:lnTo>
                  <a:pt x="1127" y="1662"/>
                </a:lnTo>
                <a:lnTo>
                  <a:pt x="1127" y="1663"/>
                </a:lnTo>
                <a:lnTo>
                  <a:pt x="1127" y="1664"/>
                </a:lnTo>
                <a:lnTo>
                  <a:pt x="1127" y="1665"/>
                </a:lnTo>
                <a:lnTo>
                  <a:pt x="1127" y="1666"/>
                </a:lnTo>
                <a:lnTo>
                  <a:pt x="1127" y="1668"/>
                </a:lnTo>
                <a:lnTo>
                  <a:pt x="1127" y="1669"/>
                </a:lnTo>
                <a:lnTo>
                  <a:pt x="1126" y="1669"/>
                </a:lnTo>
                <a:lnTo>
                  <a:pt x="1125" y="1668"/>
                </a:lnTo>
                <a:lnTo>
                  <a:pt x="1124" y="1668"/>
                </a:lnTo>
                <a:lnTo>
                  <a:pt x="1123" y="1668"/>
                </a:lnTo>
                <a:lnTo>
                  <a:pt x="1122" y="1668"/>
                </a:lnTo>
                <a:lnTo>
                  <a:pt x="1121" y="1668"/>
                </a:lnTo>
                <a:lnTo>
                  <a:pt x="1120" y="1668"/>
                </a:lnTo>
                <a:lnTo>
                  <a:pt x="1119" y="1668"/>
                </a:lnTo>
                <a:lnTo>
                  <a:pt x="1119" y="1666"/>
                </a:lnTo>
                <a:lnTo>
                  <a:pt x="1120" y="1665"/>
                </a:lnTo>
                <a:lnTo>
                  <a:pt x="1121" y="1664"/>
                </a:lnTo>
                <a:lnTo>
                  <a:pt x="1120" y="1664"/>
                </a:lnTo>
                <a:lnTo>
                  <a:pt x="1120" y="1663"/>
                </a:lnTo>
                <a:lnTo>
                  <a:pt x="1120" y="1664"/>
                </a:lnTo>
                <a:lnTo>
                  <a:pt x="1119" y="1664"/>
                </a:lnTo>
                <a:lnTo>
                  <a:pt x="1118" y="1663"/>
                </a:lnTo>
                <a:lnTo>
                  <a:pt x="1117" y="1663"/>
                </a:lnTo>
                <a:lnTo>
                  <a:pt x="1117" y="1664"/>
                </a:lnTo>
                <a:lnTo>
                  <a:pt x="1116" y="1664"/>
                </a:lnTo>
                <a:lnTo>
                  <a:pt x="1115" y="1664"/>
                </a:lnTo>
                <a:lnTo>
                  <a:pt x="1114" y="1665"/>
                </a:lnTo>
                <a:lnTo>
                  <a:pt x="1113" y="1666"/>
                </a:lnTo>
                <a:lnTo>
                  <a:pt x="1113" y="1665"/>
                </a:lnTo>
                <a:lnTo>
                  <a:pt x="1112" y="1665"/>
                </a:lnTo>
                <a:lnTo>
                  <a:pt x="1112" y="1666"/>
                </a:lnTo>
                <a:lnTo>
                  <a:pt x="1112" y="1668"/>
                </a:lnTo>
                <a:lnTo>
                  <a:pt x="1112" y="1669"/>
                </a:lnTo>
                <a:lnTo>
                  <a:pt x="1111" y="1670"/>
                </a:lnTo>
                <a:lnTo>
                  <a:pt x="1111" y="1671"/>
                </a:lnTo>
                <a:lnTo>
                  <a:pt x="1110" y="1671"/>
                </a:lnTo>
                <a:lnTo>
                  <a:pt x="1110" y="1672"/>
                </a:lnTo>
                <a:lnTo>
                  <a:pt x="1109" y="1672"/>
                </a:lnTo>
                <a:lnTo>
                  <a:pt x="1109" y="1673"/>
                </a:lnTo>
                <a:lnTo>
                  <a:pt x="1109" y="1674"/>
                </a:lnTo>
                <a:lnTo>
                  <a:pt x="1108" y="1673"/>
                </a:lnTo>
                <a:lnTo>
                  <a:pt x="1107" y="1673"/>
                </a:lnTo>
                <a:lnTo>
                  <a:pt x="1106" y="1673"/>
                </a:lnTo>
                <a:lnTo>
                  <a:pt x="1103" y="1673"/>
                </a:lnTo>
                <a:lnTo>
                  <a:pt x="1102" y="1675"/>
                </a:lnTo>
                <a:lnTo>
                  <a:pt x="1102" y="1676"/>
                </a:lnTo>
                <a:lnTo>
                  <a:pt x="1103" y="1677"/>
                </a:lnTo>
                <a:lnTo>
                  <a:pt x="1103" y="1678"/>
                </a:lnTo>
                <a:lnTo>
                  <a:pt x="1102" y="1679"/>
                </a:lnTo>
                <a:lnTo>
                  <a:pt x="1102" y="1680"/>
                </a:lnTo>
                <a:lnTo>
                  <a:pt x="1100" y="1682"/>
                </a:lnTo>
                <a:lnTo>
                  <a:pt x="1100" y="1683"/>
                </a:lnTo>
                <a:lnTo>
                  <a:pt x="1100" y="1684"/>
                </a:lnTo>
                <a:lnTo>
                  <a:pt x="1099" y="1684"/>
                </a:lnTo>
                <a:lnTo>
                  <a:pt x="1098" y="1685"/>
                </a:lnTo>
                <a:lnTo>
                  <a:pt x="1098" y="1684"/>
                </a:lnTo>
                <a:lnTo>
                  <a:pt x="1098" y="1683"/>
                </a:lnTo>
                <a:lnTo>
                  <a:pt x="1097" y="1682"/>
                </a:lnTo>
                <a:lnTo>
                  <a:pt x="1097" y="1681"/>
                </a:lnTo>
                <a:lnTo>
                  <a:pt x="1096" y="1680"/>
                </a:lnTo>
                <a:lnTo>
                  <a:pt x="1095" y="1680"/>
                </a:lnTo>
                <a:lnTo>
                  <a:pt x="1094" y="1679"/>
                </a:lnTo>
                <a:lnTo>
                  <a:pt x="1094" y="1678"/>
                </a:lnTo>
                <a:lnTo>
                  <a:pt x="1094" y="1677"/>
                </a:lnTo>
                <a:lnTo>
                  <a:pt x="1095" y="1676"/>
                </a:lnTo>
                <a:lnTo>
                  <a:pt x="1095" y="1673"/>
                </a:lnTo>
                <a:lnTo>
                  <a:pt x="1094" y="1672"/>
                </a:lnTo>
                <a:lnTo>
                  <a:pt x="1094" y="1671"/>
                </a:lnTo>
                <a:lnTo>
                  <a:pt x="1094" y="1670"/>
                </a:lnTo>
                <a:lnTo>
                  <a:pt x="1094" y="1669"/>
                </a:lnTo>
                <a:lnTo>
                  <a:pt x="1094" y="1668"/>
                </a:lnTo>
                <a:lnTo>
                  <a:pt x="1094" y="1667"/>
                </a:lnTo>
                <a:lnTo>
                  <a:pt x="1093" y="1666"/>
                </a:lnTo>
                <a:lnTo>
                  <a:pt x="1092" y="1666"/>
                </a:lnTo>
                <a:lnTo>
                  <a:pt x="1092" y="1665"/>
                </a:lnTo>
                <a:lnTo>
                  <a:pt x="1091" y="1664"/>
                </a:lnTo>
                <a:lnTo>
                  <a:pt x="1091" y="1663"/>
                </a:lnTo>
                <a:lnTo>
                  <a:pt x="1091" y="1660"/>
                </a:lnTo>
                <a:lnTo>
                  <a:pt x="1091" y="1659"/>
                </a:lnTo>
                <a:lnTo>
                  <a:pt x="1091" y="1658"/>
                </a:lnTo>
                <a:lnTo>
                  <a:pt x="1091" y="1657"/>
                </a:lnTo>
                <a:lnTo>
                  <a:pt x="1091" y="1656"/>
                </a:lnTo>
                <a:lnTo>
                  <a:pt x="1091" y="1655"/>
                </a:lnTo>
                <a:lnTo>
                  <a:pt x="1090" y="1655"/>
                </a:lnTo>
                <a:lnTo>
                  <a:pt x="1090" y="1654"/>
                </a:lnTo>
                <a:lnTo>
                  <a:pt x="1089" y="1654"/>
                </a:lnTo>
                <a:lnTo>
                  <a:pt x="1089" y="1653"/>
                </a:lnTo>
                <a:lnTo>
                  <a:pt x="1088" y="1653"/>
                </a:lnTo>
                <a:lnTo>
                  <a:pt x="1088" y="1652"/>
                </a:lnTo>
                <a:lnTo>
                  <a:pt x="1086" y="1651"/>
                </a:lnTo>
                <a:lnTo>
                  <a:pt x="1085" y="1649"/>
                </a:lnTo>
                <a:lnTo>
                  <a:pt x="1084" y="1648"/>
                </a:lnTo>
                <a:lnTo>
                  <a:pt x="1083" y="1647"/>
                </a:lnTo>
                <a:lnTo>
                  <a:pt x="1082" y="1646"/>
                </a:lnTo>
                <a:lnTo>
                  <a:pt x="1082" y="1645"/>
                </a:lnTo>
                <a:lnTo>
                  <a:pt x="1081" y="1644"/>
                </a:lnTo>
                <a:lnTo>
                  <a:pt x="1081" y="1643"/>
                </a:lnTo>
                <a:lnTo>
                  <a:pt x="1081" y="1642"/>
                </a:lnTo>
                <a:lnTo>
                  <a:pt x="1080" y="1641"/>
                </a:lnTo>
                <a:lnTo>
                  <a:pt x="1080" y="1640"/>
                </a:lnTo>
                <a:lnTo>
                  <a:pt x="1079" y="1638"/>
                </a:lnTo>
                <a:lnTo>
                  <a:pt x="1079" y="1637"/>
                </a:lnTo>
                <a:lnTo>
                  <a:pt x="1078" y="1636"/>
                </a:lnTo>
                <a:lnTo>
                  <a:pt x="1078" y="1635"/>
                </a:lnTo>
                <a:lnTo>
                  <a:pt x="1078" y="1633"/>
                </a:lnTo>
                <a:lnTo>
                  <a:pt x="1078" y="1632"/>
                </a:lnTo>
                <a:lnTo>
                  <a:pt x="1078" y="1631"/>
                </a:lnTo>
                <a:lnTo>
                  <a:pt x="1078" y="1629"/>
                </a:lnTo>
                <a:lnTo>
                  <a:pt x="1079" y="1628"/>
                </a:lnTo>
                <a:lnTo>
                  <a:pt x="1078" y="1626"/>
                </a:lnTo>
                <a:lnTo>
                  <a:pt x="1078" y="1625"/>
                </a:lnTo>
                <a:lnTo>
                  <a:pt x="1078" y="1624"/>
                </a:lnTo>
                <a:lnTo>
                  <a:pt x="1078" y="1622"/>
                </a:lnTo>
                <a:lnTo>
                  <a:pt x="1078" y="1621"/>
                </a:lnTo>
                <a:lnTo>
                  <a:pt x="1079" y="1621"/>
                </a:lnTo>
                <a:lnTo>
                  <a:pt x="1079" y="1620"/>
                </a:lnTo>
                <a:lnTo>
                  <a:pt x="1080" y="1620"/>
                </a:lnTo>
                <a:lnTo>
                  <a:pt x="1080" y="1619"/>
                </a:lnTo>
                <a:lnTo>
                  <a:pt x="1080" y="1618"/>
                </a:lnTo>
                <a:lnTo>
                  <a:pt x="1081" y="1618"/>
                </a:lnTo>
                <a:lnTo>
                  <a:pt x="1081" y="1617"/>
                </a:lnTo>
                <a:lnTo>
                  <a:pt x="1082" y="1617"/>
                </a:lnTo>
                <a:lnTo>
                  <a:pt x="1084" y="1616"/>
                </a:lnTo>
                <a:lnTo>
                  <a:pt x="1085" y="1616"/>
                </a:lnTo>
                <a:lnTo>
                  <a:pt x="1086" y="1616"/>
                </a:lnTo>
                <a:lnTo>
                  <a:pt x="1086" y="1614"/>
                </a:lnTo>
                <a:lnTo>
                  <a:pt x="1086" y="1613"/>
                </a:lnTo>
                <a:lnTo>
                  <a:pt x="1087" y="1613"/>
                </a:lnTo>
                <a:lnTo>
                  <a:pt x="1087" y="1614"/>
                </a:lnTo>
                <a:lnTo>
                  <a:pt x="1088" y="1614"/>
                </a:lnTo>
                <a:lnTo>
                  <a:pt x="1088" y="1613"/>
                </a:lnTo>
                <a:lnTo>
                  <a:pt x="1088" y="1612"/>
                </a:lnTo>
                <a:lnTo>
                  <a:pt x="1088" y="1611"/>
                </a:lnTo>
                <a:lnTo>
                  <a:pt x="1087" y="1610"/>
                </a:lnTo>
                <a:lnTo>
                  <a:pt x="1087" y="1609"/>
                </a:lnTo>
                <a:lnTo>
                  <a:pt x="1087" y="1608"/>
                </a:lnTo>
                <a:lnTo>
                  <a:pt x="1086" y="1608"/>
                </a:lnTo>
                <a:lnTo>
                  <a:pt x="1087" y="1608"/>
                </a:lnTo>
                <a:lnTo>
                  <a:pt x="1087" y="1607"/>
                </a:lnTo>
                <a:lnTo>
                  <a:pt x="1086" y="1606"/>
                </a:lnTo>
                <a:lnTo>
                  <a:pt x="1086" y="1605"/>
                </a:lnTo>
                <a:lnTo>
                  <a:pt x="1085" y="1605"/>
                </a:lnTo>
                <a:lnTo>
                  <a:pt x="1084" y="1605"/>
                </a:lnTo>
                <a:lnTo>
                  <a:pt x="1085" y="1604"/>
                </a:lnTo>
                <a:lnTo>
                  <a:pt x="1084" y="1603"/>
                </a:lnTo>
                <a:lnTo>
                  <a:pt x="1083" y="1603"/>
                </a:lnTo>
                <a:lnTo>
                  <a:pt x="1083" y="1602"/>
                </a:lnTo>
                <a:lnTo>
                  <a:pt x="1081" y="1600"/>
                </a:lnTo>
                <a:lnTo>
                  <a:pt x="1081" y="1599"/>
                </a:lnTo>
                <a:lnTo>
                  <a:pt x="1080" y="1599"/>
                </a:lnTo>
                <a:lnTo>
                  <a:pt x="1079" y="1599"/>
                </a:lnTo>
                <a:lnTo>
                  <a:pt x="1078" y="1599"/>
                </a:lnTo>
                <a:lnTo>
                  <a:pt x="1077" y="1599"/>
                </a:lnTo>
                <a:lnTo>
                  <a:pt x="1078" y="1598"/>
                </a:lnTo>
                <a:lnTo>
                  <a:pt x="1079" y="1597"/>
                </a:lnTo>
                <a:lnTo>
                  <a:pt x="1079" y="1596"/>
                </a:lnTo>
                <a:lnTo>
                  <a:pt x="1078" y="1596"/>
                </a:lnTo>
                <a:lnTo>
                  <a:pt x="1077" y="1596"/>
                </a:lnTo>
                <a:lnTo>
                  <a:pt x="1076" y="1595"/>
                </a:lnTo>
                <a:lnTo>
                  <a:pt x="1076" y="1594"/>
                </a:lnTo>
                <a:lnTo>
                  <a:pt x="1075" y="1594"/>
                </a:lnTo>
                <a:lnTo>
                  <a:pt x="1074" y="1594"/>
                </a:lnTo>
                <a:lnTo>
                  <a:pt x="1073" y="1593"/>
                </a:lnTo>
                <a:lnTo>
                  <a:pt x="1072" y="1593"/>
                </a:lnTo>
                <a:lnTo>
                  <a:pt x="1072" y="1591"/>
                </a:lnTo>
                <a:lnTo>
                  <a:pt x="1071" y="1591"/>
                </a:lnTo>
                <a:lnTo>
                  <a:pt x="1070" y="1590"/>
                </a:lnTo>
                <a:lnTo>
                  <a:pt x="1070" y="1589"/>
                </a:lnTo>
                <a:lnTo>
                  <a:pt x="1069" y="1588"/>
                </a:lnTo>
                <a:lnTo>
                  <a:pt x="1067" y="1586"/>
                </a:lnTo>
                <a:lnTo>
                  <a:pt x="1066" y="1586"/>
                </a:lnTo>
                <a:lnTo>
                  <a:pt x="1065" y="1586"/>
                </a:lnTo>
                <a:lnTo>
                  <a:pt x="1064" y="1585"/>
                </a:lnTo>
                <a:lnTo>
                  <a:pt x="1064" y="1583"/>
                </a:lnTo>
                <a:lnTo>
                  <a:pt x="1064" y="1581"/>
                </a:lnTo>
                <a:lnTo>
                  <a:pt x="1064" y="1580"/>
                </a:lnTo>
                <a:lnTo>
                  <a:pt x="1064" y="1579"/>
                </a:lnTo>
                <a:lnTo>
                  <a:pt x="1064" y="1578"/>
                </a:lnTo>
                <a:lnTo>
                  <a:pt x="1063" y="1578"/>
                </a:lnTo>
                <a:lnTo>
                  <a:pt x="1063" y="1577"/>
                </a:lnTo>
                <a:lnTo>
                  <a:pt x="1062" y="1577"/>
                </a:lnTo>
                <a:lnTo>
                  <a:pt x="1062" y="1576"/>
                </a:lnTo>
                <a:lnTo>
                  <a:pt x="1061" y="1576"/>
                </a:lnTo>
                <a:lnTo>
                  <a:pt x="1060" y="1576"/>
                </a:lnTo>
                <a:lnTo>
                  <a:pt x="1060" y="1575"/>
                </a:lnTo>
                <a:lnTo>
                  <a:pt x="1060" y="1574"/>
                </a:lnTo>
                <a:lnTo>
                  <a:pt x="1061" y="1574"/>
                </a:lnTo>
                <a:lnTo>
                  <a:pt x="1061" y="1573"/>
                </a:lnTo>
                <a:lnTo>
                  <a:pt x="1060" y="1573"/>
                </a:lnTo>
                <a:lnTo>
                  <a:pt x="1060" y="1572"/>
                </a:lnTo>
                <a:lnTo>
                  <a:pt x="1059" y="1572"/>
                </a:lnTo>
                <a:lnTo>
                  <a:pt x="1059" y="1573"/>
                </a:lnTo>
                <a:lnTo>
                  <a:pt x="1058" y="1573"/>
                </a:lnTo>
                <a:lnTo>
                  <a:pt x="1057" y="1573"/>
                </a:lnTo>
                <a:lnTo>
                  <a:pt x="1057" y="1574"/>
                </a:lnTo>
                <a:lnTo>
                  <a:pt x="1055" y="1573"/>
                </a:lnTo>
                <a:lnTo>
                  <a:pt x="1054" y="1573"/>
                </a:lnTo>
                <a:lnTo>
                  <a:pt x="1053" y="1573"/>
                </a:lnTo>
                <a:lnTo>
                  <a:pt x="1052" y="1574"/>
                </a:lnTo>
                <a:lnTo>
                  <a:pt x="1049" y="1574"/>
                </a:lnTo>
                <a:lnTo>
                  <a:pt x="1048" y="1575"/>
                </a:lnTo>
                <a:lnTo>
                  <a:pt x="1047" y="1575"/>
                </a:lnTo>
                <a:lnTo>
                  <a:pt x="1046" y="1575"/>
                </a:lnTo>
                <a:lnTo>
                  <a:pt x="1045" y="1575"/>
                </a:lnTo>
                <a:lnTo>
                  <a:pt x="1044" y="1576"/>
                </a:lnTo>
                <a:lnTo>
                  <a:pt x="1044" y="1577"/>
                </a:lnTo>
                <a:lnTo>
                  <a:pt x="1044" y="1578"/>
                </a:lnTo>
                <a:lnTo>
                  <a:pt x="1043" y="1578"/>
                </a:lnTo>
                <a:lnTo>
                  <a:pt x="1042" y="1576"/>
                </a:lnTo>
                <a:lnTo>
                  <a:pt x="1042" y="1575"/>
                </a:lnTo>
                <a:lnTo>
                  <a:pt x="1041" y="1575"/>
                </a:lnTo>
                <a:lnTo>
                  <a:pt x="1040" y="1575"/>
                </a:lnTo>
                <a:lnTo>
                  <a:pt x="1040" y="1577"/>
                </a:lnTo>
                <a:lnTo>
                  <a:pt x="1039" y="1578"/>
                </a:lnTo>
                <a:lnTo>
                  <a:pt x="1039" y="1577"/>
                </a:lnTo>
                <a:lnTo>
                  <a:pt x="1038" y="1577"/>
                </a:lnTo>
                <a:lnTo>
                  <a:pt x="1038" y="1578"/>
                </a:lnTo>
                <a:lnTo>
                  <a:pt x="1037" y="1578"/>
                </a:lnTo>
                <a:lnTo>
                  <a:pt x="1037" y="1579"/>
                </a:lnTo>
                <a:lnTo>
                  <a:pt x="1037" y="1578"/>
                </a:lnTo>
                <a:lnTo>
                  <a:pt x="1036" y="1578"/>
                </a:lnTo>
                <a:lnTo>
                  <a:pt x="1036" y="1577"/>
                </a:lnTo>
                <a:lnTo>
                  <a:pt x="1035" y="1576"/>
                </a:lnTo>
                <a:lnTo>
                  <a:pt x="1035" y="1575"/>
                </a:lnTo>
                <a:lnTo>
                  <a:pt x="1035" y="1574"/>
                </a:lnTo>
                <a:lnTo>
                  <a:pt x="1034" y="1573"/>
                </a:lnTo>
                <a:lnTo>
                  <a:pt x="1033" y="1573"/>
                </a:lnTo>
                <a:lnTo>
                  <a:pt x="1032" y="1573"/>
                </a:lnTo>
                <a:lnTo>
                  <a:pt x="1031" y="1572"/>
                </a:lnTo>
                <a:lnTo>
                  <a:pt x="1031" y="1571"/>
                </a:lnTo>
                <a:lnTo>
                  <a:pt x="1029" y="1571"/>
                </a:lnTo>
                <a:lnTo>
                  <a:pt x="1029" y="1572"/>
                </a:lnTo>
                <a:lnTo>
                  <a:pt x="1028" y="1572"/>
                </a:lnTo>
                <a:lnTo>
                  <a:pt x="1027" y="1572"/>
                </a:lnTo>
                <a:lnTo>
                  <a:pt x="1026" y="1572"/>
                </a:lnTo>
                <a:lnTo>
                  <a:pt x="1026" y="1571"/>
                </a:lnTo>
                <a:lnTo>
                  <a:pt x="1026" y="1570"/>
                </a:lnTo>
                <a:lnTo>
                  <a:pt x="1025" y="1570"/>
                </a:lnTo>
                <a:lnTo>
                  <a:pt x="1023" y="1570"/>
                </a:lnTo>
                <a:lnTo>
                  <a:pt x="1023" y="1571"/>
                </a:lnTo>
                <a:lnTo>
                  <a:pt x="1022" y="1571"/>
                </a:lnTo>
                <a:lnTo>
                  <a:pt x="1021" y="1571"/>
                </a:lnTo>
                <a:lnTo>
                  <a:pt x="1020" y="1571"/>
                </a:lnTo>
                <a:lnTo>
                  <a:pt x="1019" y="1571"/>
                </a:lnTo>
                <a:lnTo>
                  <a:pt x="1018" y="1570"/>
                </a:lnTo>
                <a:lnTo>
                  <a:pt x="1017" y="1570"/>
                </a:lnTo>
                <a:lnTo>
                  <a:pt x="1016" y="1570"/>
                </a:lnTo>
                <a:lnTo>
                  <a:pt x="1016" y="1569"/>
                </a:lnTo>
                <a:lnTo>
                  <a:pt x="1015" y="1568"/>
                </a:lnTo>
                <a:lnTo>
                  <a:pt x="1013" y="1568"/>
                </a:lnTo>
                <a:lnTo>
                  <a:pt x="1012" y="1568"/>
                </a:lnTo>
                <a:lnTo>
                  <a:pt x="1012" y="1567"/>
                </a:lnTo>
                <a:lnTo>
                  <a:pt x="1013" y="1566"/>
                </a:lnTo>
                <a:lnTo>
                  <a:pt x="1012" y="1565"/>
                </a:lnTo>
                <a:lnTo>
                  <a:pt x="1010" y="1565"/>
                </a:lnTo>
                <a:lnTo>
                  <a:pt x="1009" y="1564"/>
                </a:lnTo>
                <a:lnTo>
                  <a:pt x="1007" y="1563"/>
                </a:lnTo>
                <a:lnTo>
                  <a:pt x="1006" y="1564"/>
                </a:lnTo>
                <a:lnTo>
                  <a:pt x="1006" y="1563"/>
                </a:lnTo>
                <a:lnTo>
                  <a:pt x="1005" y="1563"/>
                </a:lnTo>
                <a:lnTo>
                  <a:pt x="1005" y="1564"/>
                </a:lnTo>
                <a:lnTo>
                  <a:pt x="1005" y="1565"/>
                </a:lnTo>
                <a:lnTo>
                  <a:pt x="1004" y="1565"/>
                </a:lnTo>
                <a:lnTo>
                  <a:pt x="1004" y="1564"/>
                </a:lnTo>
                <a:lnTo>
                  <a:pt x="1004" y="1563"/>
                </a:lnTo>
                <a:lnTo>
                  <a:pt x="1004" y="1562"/>
                </a:lnTo>
                <a:lnTo>
                  <a:pt x="1002" y="1562"/>
                </a:lnTo>
                <a:lnTo>
                  <a:pt x="1001" y="1562"/>
                </a:lnTo>
                <a:lnTo>
                  <a:pt x="1000" y="1562"/>
                </a:lnTo>
                <a:lnTo>
                  <a:pt x="999" y="1563"/>
                </a:lnTo>
                <a:lnTo>
                  <a:pt x="998" y="1563"/>
                </a:lnTo>
                <a:lnTo>
                  <a:pt x="998" y="1564"/>
                </a:lnTo>
                <a:lnTo>
                  <a:pt x="998" y="1565"/>
                </a:lnTo>
                <a:lnTo>
                  <a:pt x="997" y="1565"/>
                </a:lnTo>
                <a:lnTo>
                  <a:pt x="996" y="1565"/>
                </a:lnTo>
                <a:lnTo>
                  <a:pt x="995" y="1564"/>
                </a:lnTo>
                <a:lnTo>
                  <a:pt x="994" y="1564"/>
                </a:lnTo>
                <a:lnTo>
                  <a:pt x="993" y="1564"/>
                </a:lnTo>
                <a:lnTo>
                  <a:pt x="993" y="1565"/>
                </a:lnTo>
                <a:lnTo>
                  <a:pt x="993" y="1566"/>
                </a:lnTo>
                <a:lnTo>
                  <a:pt x="992" y="1566"/>
                </a:lnTo>
                <a:lnTo>
                  <a:pt x="991" y="1566"/>
                </a:lnTo>
                <a:lnTo>
                  <a:pt x="990" y="1567"/>
                </a:lnTo>
                <a:lnTo>
                  <a:pt x="990" y="1568"/>
                </a:lnTo>
                <a:lnTo>
                  <a:pt x="989" y="1568"/>
                </a:lnTo>
                <a:lnTo>
                  <a:pt x="988" y="1568"/>
                </a:lnTo>
                <a:lnTo>
                  <a:pt x="987" y="1569"/>
                </a:lnTo>
                <a:lnTo>
                  <a:pt x="986" y="1569"/>
                </a:lnTo>
                <a:lnTo>
                  <a:pt x="985" y="1569"/>
                </a:lnTo>
                <a:lnTo>
                  <a:pt x="985" y="1570"/>
                </a:lnTo>
                <a:lnTo>
                  <a:pt x="984" y="1571"/>
                </a:lnTo>
                <a:lnTo>
                  <a:pt x="983" y="1572"/>
                </a:lnTo>
                <a:lnTo>
                  <a:pt x="982" y="1572"/>
                </a:lnTo>
                <a:lnTo>
                  <a:pt x="981" y="1571"/>
                </a:lnTo>
                <a:lnTo>
                  <a:pt x="981" y="1570"/>
                </a:lnTo>
                <a:lnTo>
                  <a:pt x="980" y="1570"/>
                </a:lnTo>
                <a:lnTo>
                  <a:pt x="980" y="1571"/>
                </a:lnTo>
                <a:lnTo>
                  <a:pt x="980" y="1572"/>
                </a:lnTo>
                <a:lnTo>
                  <a:pt x="978" y="1573"/>
                </a:lnTo>
                <a:lnTo>
                  <a:pt x="978" y="1574"/>
                </a:lnTo>
                <a:lnTo>
                  <a:pt x="977" y="1574"/>
                </a:lnTo>
                <a:lnTo>
                  <a:pt x="977" y="1575"/>
                </a:lnTo>
                <a:lnTo>
                  <a:pt x="977" y="1576"/>
                </a:lnTo>
                <a:lnTo>
                  <a:pt x="976" y="1576"/>
                </a:lnTo>
                <a:lnTo>
                  <a:pt x="976" y="1577"/>
                </a:lnTo>
                <a:lnTo>
                  <a:pt x="975" y="1577"/>
                </a:lnTo>
                <a:lnTo>
                  <a:pt x="975" y="1578"/>
                </a:lnTo>
                <a:lnTo>
                  <a:pt x="975" y="1579"/>
                </a:lnTo>
                <a:lnTo>
                  <a:pt x="974" y="1579"/>
                </a:lnTo>
                <a:lnTo>
                  <a:pt x="974" y="1580"/>
                </a:lnTo>
                <a:lnTo>
                  <a:pt x="974" y="1581"/>
                </a:lnTo>
                <a:lnTo>
                  <a:pt x="974" y="1582"/>
                </a:lnTo>
                <a:lnTo>
                  <a:pt x="973" y="1582"/>
                </a:lnTo>
                <a:lnTo>
                  <a:pt x="972" y="1582"/>
                </a:lnTo>
                <a:lnTo>
                  <a:pt x="971" y="1581"/>
                </a:lnTo>
                <a:lnTo>
                  <a:pt x="970" y="1581"/>
                </a:lnTo>
                <a:lnTo>
                  <a:pt x="970" y="1582"/>
                </a:lnTo>
                <a:lnTo>
                  <a:pt x="969" y="1583"/>
                </a:lnTo>
                <a:lnTo>
                  <a:pt x="969" y="1584"/>
                </a:lnTo>
                <a:lnTo>
                  <a:pt x="968" y="1584"/>
                </a:lnTo>
                <a:lnTo>
                  <a:pt x="967" y="1584"/>
                </a:lnTo>
                <a:lnTo>
                  <a:pt x="967" y="1585"/>
                </a:lnTo>
                <a:lnTo>
                  <a:pt x="966" y="1585"/>
                </a:lnTo>
                <a:lnTo>
                  <a:pt x="966" y="1584"/>
                </a:lnTo>
                <a:lnTo>
                  <a:pt x="966" y="1583"/>
                </a:lnTo>
                <a:lnTo>
                  <a:pt x="965" y="1582"/>
                </a:lnTo>
                <a:lnTo>
                  <a:pt x="964" y="1583"/>
                </a:lnTo>
                <a:lnTo>
                  <a:pt x="964" y="1584"/>
                </a:lnTo>
                <a:lnTo>
                  <a:pt x="965" y="1585"/>
                </a:lnTo>
                <a:lnTo>
                  <a:pt x="965" y="1586"/>
                </a:lnTo>
                <a:lnTo>
                  <a:pt x="964" y="1586"/>
                </a:lnTo>
                <a:lnTo>
                  <a:pt x="963" y="1586"/>
                </a:lnTo>
                <a:lnTo>
                  <a:pt x="963" y="1587"/>
                </a:lnTo>
                <a:lnTo>
                  <a:pt x="964" y="1587"/>
                </a:lnTo>
                <a:lnTo>
                  <a:pt x="965" y="1587"/>
                </a:lnTo>
                <a:lnTo>
                  <a:pt x="965" y="1588"/>
                </a:lnTo>
                <a:lnTo>
                  <a:pt x="965" y="1589"/>
                </a:lnTo>
                <a:lnTo>
                  <a:pt x="964" y="1589"/>
                </a:lnTo>
                <a:lnTo>
                  <a:pt x="963" y="1589"/>
                </a:lnTo>
                <a:lnTo>
                  <a:pt x="962" y="1588"/>
                </a:lnTo>
                <a:lnTo>
                  <a:pt x="961" y="1588"/>
                </a:lnTo>
                <a:lnTo>
                  <a:pt x="961" y="1589"/>
                </a:lnTo>
                <a:lnTo>
                  <a:pt x="961" y="1590"/>
                </a:lnTo>
                <a:lnTo>
                  <a:pt x="961" y="1591"/>
                </a:lnTo>
                <a:lnTo>
                  <a:pt x="962" y="1591"/>
                </a:lnTo>
                <a:lnTo>
                  <a:pt x="962" y="1592"/>
                </a:lnTo>
                <a:lnTo>
                  <a:pt x="961" y="1592"/>
                </a:lnTo>
                <a:lnTo>
                  <a:pt x="960" y="1592"/>
                </a:lnTo>
                <a:lnTo>
                  <a:pt x="959" y="1592"/>
                </a:lnTo>
                <a:lnTo>
                  <a:pt x="959" y="1593"/>
                </a:lnTo>
                <a:lnTo>
                  <a:pt x="960" y="1593"/>
                </a:lnTo>
                <a:lnTo>
                  <a:pt x="960" y="1594"/>
                </a:lnTo>
                <a:lnTo>
                  <a:pt x="958" y="1595"/>
                </a:lnTo>
                <a:lnTo>
                  <a:pt x="958" y="1594"/>
                </a:lnTo>
                <a:lnTo>
                  <a:pt x="957" y="1593"/>
                </a:lnTo>
                <a:lnTo>
                  <a:pt x="956" y="1594"/>
                </a:lnTo>
                <a:lnTo>
                  <a:pt x="955" y="1594"/>
                </a:lnTo>
                <a:lnTo>
                  <a:pt x="955" y="1595"/>
                </a:lnTo>
                <a:lnTo>
                  <a:pt x="955" y="1594"/>
                </a:lnTo>
                <a:lnTo>
                  <a:pt x="954" y="1594"/>
                </a:lnTo>
                <a:lnTo>
                  <a:pt x="953" y="1593"/>
                </a:lnTo>
                <a:lnTo>
                  <a:pt x="952" y="1595"/>
                </a:lnTo>
                <a:lnTo>
                  <a:pt x="951" y="1595"/>
                </a:lnTo>
                <a:lnTo>
                  <a:pt x="950" y="1595"/>
                </a:lnTo>
                <a:lnTo>
                  <a:pt x="950" y="1596"/>
                </a:lnTo>
                <a:lnTo>
                  <a:pt x="949" y="1596"/>
                </a:lnTo>
                <a:lnTo>
                  <a:pt x="949" y="1597"/>
                </a:lnTo>
                <a:lnTo>
                  <a:pt x="949" y="1598"/>
                </a:lnTo>
                <a:lnTo>
                  <a:pt x="947" y="1597"/>
                </a:lnTo>
                <a:lnTo>
                  <a:pt x="946" y="1596"/>
                </a:lnTo>
                <a:lnTo>
                  <a:pt x="945" y="1596"/>
                </a:lnTo>
                <a:lnTo>
                  <a:pt x="944" y="1597"/>
                </a:lnTo>
                <a:lnTo>
                  <a:pt x="943" y="1597"/>
                </a:lnTo>
                <a:lnTo>
                  <a:pt x="942" y="1597"/>
                </a:lnTo>
                <a:lnTo>
                  <a:pt x="942" y="1596"/>
                </a:lnTo>
                <a:lnTo>
                  <a:pt x="941" y="1596"/>
                </a:lnTo>
                <a:lnTo>
                  <a:pt x="941" y="1597"/>
                </a:lnTo>
                <a:lnTo>
                  <a:pt x="941" y="1598"/>
                </a:lnTo>
                <a:lnTo>
                  <a:pt x="940" y="1598"/>
                </a:lnTo>
                <a:lnTo>
                  <a:pt x="939" y="1597"/>
                </a:lnTo>
                <a:lnTo>
                  <a:pt x="939" y="1598"/>
                </a:lnTo>
                <a:lnTo>
                  <a:pt x="938" y="1598"/>
                </a:lnTo>
                <a:lnTo>
                  <a:pt x="938" y="1597"/>
                </a:lnTo>
                <a:lnTo>
                  <a:pt x="937" y="1597"/>
                </a:lnTo>
                <a:lnTo>
                  <a:pt x="937" y="1596"/>
                </a:lnTo>
                <a:lnTo>
                  <a:pt x="937" y="1595"/>
                </a:lnTo>
                <a:lnTo>
                  <a:pt x="936" y="1595"/>
                </a:lnTo>
                <a:lnTo>
                  <a:pt x="936" y="1594"/>
                </a:lnTo>
                <a:lnTo>
                  <a:pt x="935" y="1595"/>
                </a:lnTo>
                <a:lnTo>
                  <a:pt x="934" y="1595"/>
                </a:lnTo>
                <a:lnTo>
                  <a:pt x="933" y="1594"/>
                </a:lnTo>
                <a:lnTo>
                  <a:pt x="932" y="1595"/>
                </a:lnTo>
                <a:lnTo>
                  <a:pt x="931" y="1595"/>
                </a:lnTo>
                <a:lnTo>
                  <a:pt x="931" y="1594"/>
                </a:lnTo>
                <a:lnTo>
                  <a:pt x="930" y="1594"/>
                </a:lnTo>
                <a:lnTo>
                  <a:pt x="929" y="1595"/>
                </a:lnTo>
                <a:lnTo>
                  <a:pt x="928" y="1596"/>
                </a:lnTo>
                <a:lnTo>
                  <a:pt x="928" y="1597"/>
                </a:lnTo>
                <a:lnTo>
                  <a:pt x="927" y="1597"/>
                </a:lnTo>
                <a:lnTo>
                  <a:pt x="926" y="1597"/>
                </a:lnTo>
                <a:lnTo>
                  <a:pt x="926" y="1596"/>
                </a:lnTo>
                <a:lnTo>
                  <a:pt x="925" y="1596"/>
                </a:lnTo>
                <a:lnTo>
                  <a:pt x="925" y="1597"/>
                </a:lnTo>
                <a:lnTo>
                  <a:pt x="924" y="1597"/>
                </a:lnTo>
                <a:lnTo>
                  <a:pt x="923" y="1596"/>
                </a:lnTo>
                <a:lnTo>
                  <a:pt x="923" y="1595"/>
                </a:lnTo>
                <a:lnTo>
                  <a:pt x="924" y="1595"/>
                </a:lnTo>
                <a:lnTo>
                  <a:pt x="924" y="1594"/>
                </a:lnTo>
                <a:lnTo>
                  <a:pt x="923" y="1594"/>
                </a:lnTo>
                <a:lnTo>
                  <a:pt x="922" y="1595"/>
                </a:lnTo>
                <a:lnTo>
                  <a:pt x="921" y="1595"/>
                </a:lnTo>
                <a:lnTo>
                  <a:pt x="920" y="1596"/>
                </a:lnTo>
                <a:lnTo>
                  <a:pt x="920" y="1595"/>
                </a:lnTo>
                <a:lnTo>
                  <a:pt x="921" y="1594"/>
                </a:lnTo>
                <a:lnTo>
                  <a:pt x="921" y="1593"/>
                </a:lnTo>
                <a:lnTo>
                  <a:pt x="922" y="1593"/>
                </a:lnTo>
                <a:lnTo>
                  <a:pt x="921" y="1593"/>
                </a:lnTo>
                <a:lnTo>
                  <a:pt x="922" y="1592"/>
                </a:lnTo>
                <a:lnTo>
                  <a:pt x="922" y="1591"/>
                </a:lnTo>
                <a:lnTo>
                  <a:pt x="921" y="1591"/>
                </a:lnTo>
                <a:lnTo>
                  <a:pt x="920" y="1592"/>
                </a:lnTo>
                <a:lnTo>
                  <a:pt x="919" y="1592"/>
                </a:lnTo>
                <a:lnTo>
                  <a:pt x="918" y="1592"/>
                </a:lnTo>
                <a:lnTo>
                  <a:pt x="917" y="1592"/>
                </a:lnTo>
                <a:lnTo>
                  <a:pt x="916" y="1592"/>
                </a:lnTo>
                <a:lnTo>
                  <a:pt x="915" y="1592"/>
                </a:lnTo>
                <a:lnTo>
                  <a:pt x="914" y="1592"/>
                </a:lnTo>
                <a:lnTo>
                  <a:pt x="913" y="1592"/>
                </a:lnTo>
                <a:lnTo>
                  <a:pt x="912" y="1593"/>
                </a:lnTo>
                <a:lnTo>
                  <a:pt x="911" y="1593"/>
                </a:lnTo>
                <a:lnTo>
                  <a:pt x="910" y="1593"/>
                </a:lnTo>
                <a:lnTo>
                  <a:pt x="910" y="1592"/>
                </a:lnTo>
                <a:lnTo>
                  <a:pt x="909" y="1592"/>
                </a:lnTo>
                <a:lnTo>
                  <a:pt x="909" y="1591"/>
                </a:lnTo>
                <a:lnTo>
                  <a:pt x="907" y="1591"/>
                </a:lnTo>
                <a:lnTo>
                  <a:pt x="907" y="1590"/>
                </a:lnTo>
                <a:lnTo>
                  <a:pt x="906" y="1590"/>
                </a:lnTo>
                <a:lnTo>
                  <a:pt x="906" y="1589"/>
                </a:lnTo>
                <a:lnTo>
                  <a:pt x="905" y="1589"/>
                </a:lnTo>
                <a:lnTo>
                  <a:pt x="905" y="1590"/>
                </a:lnTo>
                <a:lnTo>
                  <a:pt x="904" y="1590"/>
                </a:lnTo>
                <a:lnTo>
                  <a:pt x="904" y="1589"/>
                </a:lnTo>
                <a:lnTo>
                  <a:pt x="903" y="1589"/>
                </a:lnTo>
                <a:lnTo>
                  <a:pt x="903" y="1588"/>
                </a:lnTo>
                <a:lnTo>
                  <a:pt x="903" y="1587"/>
                </a:lnTo>
                <a:lnTo>
                  <a:pt x="902" y="1587"/>
                </a:lnTo>
                <a:lnTo>
                  <a:pt x="902" y="1588"/>
                </a:lnTo>
                <a:lnTo>
                  <a:pt x="901" y="1588"/>
                </a:lnTo>
                <a:lnTo>
                  <a:pt x="900" y="1587"/>
                </a:lnTo>
                <a:lnTo>
                  <a:pt x="899" y="1587"/>
                </a:lnTo>
                <a:lnTo>
                  <a:pt x="898" y="1587"/>
                </a:lnTo>
                <a:lnTo>
                  <a:pt x="897" y="1587"/>
                </a:lnTo>
                <a:lnTo>
                  <a:pt x="896" y="1587"/>
                </a:lnTo>
                <a:lnTo>
                  <a:pt x="896" y="1588"/>
                </a:lnTo>
                <a:lnTo>
                  <a:pt x="896" y="1587"/>
                </a:lnTo>
                <a:lnTo>
                  <a:pt x="895" y="1587"/>
                </a:lnTo>
                <a:lnTo>
                  <a:pt x="894" y="1586"/>
                </a:lnTo>
                <a:lnTo>
                  <a:pt x="894" y="1585"/>
                </a:lnTo>
                <a:lnTo>
                  <a:pt x="894" y="1584"/>
                </a:lnTo>
                <a:lnTo>
                  <a:pt x="894" y="1583"/>
                </a:lnTo>
                <a:lnTo>
                  <a:pt x="894" y="1582"/>
                </a:lnTo>
                <a:lnTo>
                  <a:pt x="894" y="1581"/>
                </a:lnTo>
                <a:lnTo>
                  <a:pt x="893" y="1581"/>
                </a:lnTo>
                <a:lnTo>
                  <a:pt x="892" y="1582"/>
                </a:lnTo>
                <a:lnTo>
                  <a:pt x="892" y="1581"/>
                </a:lnTo>
                <a:lnTo>
                  <a:pt x="891" y="1581"/>
                </a:lnTo>
                <a:lnTo>
                  <a:pt x="890" y="1581"/>
                </a:lnTo>
                <a:lnTo>
                  <a:pt x="890" y="1582"/>
                </a:lnTo>
                <a:lnTo>
                  <a:pt x="889" y="1582"/>
                </a:lnTo>
                <a:lnTo>
                  <a:pt x="889" y="1581"/>
                </a:lnTo>
                <a:lnTo>
                  <a:pt x="888" y="1582"/>
                </a:lnTo>
                <a:lnTo>
                  <a:pt x="888" y="1581"/>
                </a:lnTo>
                <a:lnTo>
                  <a:pt x="890" y="1580"/>
                </a:lnTo>
                <a:lnTo>
                  <a:pt x="889" y="1580"/>
                </a:lnTo>
                <a:lnTo>
                  <a:pt x="889" y="1579"/>
                </a:lnTo>
                <a:lnTo>
                  <a:pt x="889" y="1578"/>
                </a:lnTo>
                <a:lnTo>
                  <a:pt x="888" y="1578"/>
                </a:lnTo>
                <a:lnTo>
                  <a:pt x="887" y="1578"/>
                </a:lnTo>
                <a:lnTo>
                  <a:pt x="886" y="1578"/>
                </a:lnTo>
                <a:lnTo>
                  <a:pt x="886" y="1579"/>
                </a:lnTo>
                <a:lnTo>
                  <a:pt x="885" y="1579"/>
                </a:lnTo>
                <a:lnTo>
                  <a:pt x="885" y="1578"/>
                </a:lnTo>
                <a:lnTo>
                  <a:pt x="885" y="1579"/>
                </a:lnTo>
                <a:lnTo>
                  <a:pt x="886" y="1579"/>
                </a:lnTo>
                <a:lnTo>
                  <a:pt x="886" y="1580"/>
                </a:lnTo>
                <a:lnTo>
                  <a:pt x="885" y="1580"/>
                </a:lnTo>
                <a:lnTo>
                  <a:pt x="884" y="1580"/>
                </a:lnTo>
                <a:lnTo>
                  <a:pt x="883" y="1579"/>
                </a:lnTo>
                <a:lnTo>
                  <a:pt x="883" y="1578"/>
                </a:lnTo>
                <a:lnTo>
                  <a:pt x="884" y="1578"/>
                </a:lnTo>
                <a:lnTo>
                  <a:pt x="884" y="1577"/>
                </a:lnTo>
                <a:lnTo>
                  <a:pt x="883" y="1577"/>
                </a:lnTo>
                <a:lnTo>
                  <a:pt x="883" y="1576"/>
                </a:lnTo>
                <a:lnTo>
                  <a:pt x="882" y="1576"/>
                </a:lnTo>
                <a:lnTo>
                  <a:pt x="882" y="1575"/>
                </a:lnTo>
                <a:lnTo>
                  <a:pt x="881" y="1575"/>
                </a:lnTo>
                <a:lnTo>
                  <a:pt x="880" y="1574"/>
                </a:lnTo>
                <a:lnTo>
                  <a:pt x="880" y="1573"/>
                </a:lnTo>
                <a:lnTo>
                  <a:pt x="879" y="1573"/>
                </a:lnTo>
                <a:lnTo>
                  <a:pt x="878" y="1573"/>
                </a:lnTo>
                <a:lnTo>
                  <a:pt x="877" y="1573"/>
                </a:lnTo>
                <a:lnTo>
                  <a:pt x="878" y="1572"/>
                </a:lnTo>
                <a:lnTo>
                  <a:pt x="878" y="1571"/>
                </a:lnTo>
                <a:lnTo>
                  <a:pt x="878" y="1570"/>
                </a:lnTo>
                <a:lnTo>
                  <a:pt x="877" y="1570"/>
                </a:lnTo>
                <a:lnTo>
                  <a:pt x="876" y="1570"/>
                </a:lnTo>
                <a:lnTo>
                  <a:pt x="876" y="1571"/>
                </a:lnTo>
                <a:lnTo>
                  <a:pt x="876" y="1570"/>
                </a:lnTo>
                <a:lnTo>
                  <a:pt x="875" y="1570"/>
                </a:lnTo>
                <a:lnTo>
                  <a:pt x="874" y="1569"/>
                </a:lnTo>
                <a:lnTo>
                  <a:pt x="873" y="1568"/>
                </a:lnTo>
                <a:lnTo>
                  <a:pt x="873" y="1567"/>
                </a:lnTo>
                <a:lnTo>
                  <a:pt x="873" y="1566"/>
                </a:lnTo>
                <a:lnTo>
                  <a:pt x="873" y="1565"/>
                </a:lnTo>
                <a:lnTo>
                  <a:pt x="873" y="1564"/>
                </a:lnTo>
                <a:lnTo>
                  <a:pt x="874" y="1563"/>
                </a:lnTo>
                <a:lnTo>
                  <a:pt x="874" y="1562"/>
                </a:lnTo>
                <a:lnTo>
                  <a:pt x="874" y="1561"/>
                </a:lnTo>
                <a:lnTo>
                  <a:pt x="874" y="1560"/>
                </a:lnTo>
                <a:lnTo>
                  <a:pt x="874" y="1559"/>
                </a:lnTo>
                <a:lnTo>
                  <a:pt x="874" y="1558"/>
                </a:lnTo>
                <a:lnTo>
                  <a:pt x="874" y="1557"/>
                </a:lnTo>
                <a:lnTo>
                  <a:pt x="874" y="1556"/>
                </a:lnTo>
                <a:lnTo>
                  <a:pt x="874" y="1555"/>
                </a:lnTo>
                <a:lnTo>
                  <a:pt x="873" y="1555"/>
                </a:lnTo>
                <a:lnTo>
                  <a:pt x="873" y="1554"/>
                </a:lnTo>
                <a:lnTo>
                  <a:pt x="873" y="1553"/>
                </a:lnTo>
                <a:lnTo>
                  <a:pt x="872" y="1553"/>
                </a:lnTo>
                <a:lnTo>
                  <a:pt x="871" y="1553"/>
                </a:lnTo>
                <a:lnTo>
                  <a:pt x="871" y="1552"/>
                </a:lnTo>
                <a:lnTo>
                  <a:pt x="871" y="1551"/>
                </a:lnTo>
                <a:lnTo>
                  <a:pt x="871" y="1550"/>
                </a:lnTo>
                <a:lnTo>
                  <a:pt x="871" y="1549"/>
                </a:lnTo>
                <a:lnTo>
                  <a:pt x="870" y="1549"/>
                </a:lnTo>
                <a:lnTo>
                  <a:pt x="869" y="1549"/>
                </a:lnTo>
                <a:lnTo>
                  <a:pt x="869" y="1548"/>
                </a:lnTo>
                <a:lnTo>
                  <a:pt x="870" y="1547"/>
                </a:lnTo>
                <a:lnTo>
                  <a:pt x="871" y="1547"/>
                </a:lnTo>
                <a:lnTo>
                  <a:pt x="871" y="1546"/>
                </a:lnTo>
                <a:lnTo>
                  <a:pt x="871" y="1545"/>
                </a:lnTo>
                <a:lnTo>
                  <a:pt x="870" y="1545"/>
                </a:lnTo>
                <a:lnTo>
                  <a:pt x="870" y="1546"/>
                </a:lnTo>
                <a:lnTo>
                  <a:pt x="869" y="1546"/>
                </a:lnTo>
                <a:lnTo>
                  <a:pt x="869" y="1545"/>
                </a:lnTo>
                <a:lnTo>
                  <a:pt x="868" y="1545"/>
                </a:lnTo>
                <a:lnTo>
                  <a:pt x="868" y="1543"/>
                </a:lnTo>
                <a:lnTo>
                  <a:pt x="869" y="1543"/>
                </a:lnTo>
                <a:lnTo>
                  <a:pt x="869" y="1544"/>
                </a:lnTo>
                <a:lnTo>
                  <a:pt x="870" y="1543"/>
                </a:lnTo>
                <a:lnTo>
                  <a:pt x="870" y="1542"/>
                </a:lnTo>
                <a:lnTo>
                  <a:pt x="870" y="1541"/>
                </a:lnTo>
                <a:lnTo>
                  <a:pt x="869" y="1541"/>
                </a:lnTo>
                <a:lnTo>
                  <a:pt x="868" y="1541"/>
                </a:lnTo>
                <a:lnTo>
                  <a:pt x="867" y="1541"/>
                </a:lnTo>
                <a:lnTo>
                  <a:pt x="866" y="1541"/>
                </a:lnTo>
                <a:lnTo>
                  <a:pt x="866" y="1540"/>
                </a:lnTo>
                <a:lnTo>
                  <a:pt x="867" y="1540"/>
                </a:lnTo>
                <a:lnTo>
                  <a:pt x="868" y="1539"/>
                </a:lnTo>
                <a:lnTo>
                  <a:pt x="868" y="1538"/>
                </a:lnTo>
                <a:lnTo>
                  <a:pt x="869" y="1538"/>
                </a:lnTo>
                <a:lnTo>
                  <a:pt x="868" y="1538"/>
                </a:lnTo>
                <a:lnTo>
                  <a:pt x="868" y="1537"/>
                </a:lnTo>
                <a:lnTo>
                  <a:pt x="867" y="1537"/>
                </a:lnTo>
                <a:lnTo>
                  <a:pt x="866" y="1537"/>
                </a:lnTo>
                <a:lnTo>
                  <a:pt x="866" y="1536"/>
                </a:lnTo>
                <a:lnTo>
                  <a:pt x="865" y="1536"/>
                </a:lnTo>
                <a:lnTo>
                  <a:pt x="865" y="1537"/>
                </a:lnTo>
                <a:lnTo>
                  <a:pt x="864" y="1537"/>
                </a:lnTo>
                <a:lnTo>
                  <a:pt x="864" y="1538"/>
                </a:lnTo>
                <a:lnTo>
                  <a:pt x="863" y="1538"/>
                </a:lnTo>
                <a:lnTo>
                  <a:pt x="862" y="1538"/>
                </a:lnTo>
                <a:lnTo>
                  <a:pt x="861" y="1538"/>
                </a:lnTo>
                <a:lnTo>
                  <a:pt x="860" y="1538"/>
                </a:lnTo>
                <a:lnTo>
                  <a:pt x="860" y="1537"/>
                </a:lnTo>
                <a:lnTo>
                  <a:pt x="859" y="1536"/>
                </a:lnTo>
                <a:lnTo>
                  <a:pt x="858" y="1536"/>
                </a:lnTo>
                <a:lnTo>
                  <a:pt x="857" y="1536"/>
                </a:lnTo>
                <a:lnTo>
                  <a:pt x="856" y="1536"/>
                </a:lnTo>
                <a:lnTo>
                  <a:pt x="856" y="1537"/>
                </a:lnTo>
                <a:lnTo>
                  <a:pt x="855" y="1537"/>
                </a:lnTo>
                <a:lnTo>
                  <a:pt x="855" y="1538"/>
                </a:lnTo>
                <a:lnTo>
                  <a:pt x="854" y="1539"/>
                </a:lnTo>
                <a:lnTo>
                  <a:pt x="854" y="1540"/>
                </a:lnTo>
                <a:lnTo>
                  <a:pt x="854" y="1541"/>
                </a:lnTo>
                <a:lnTo>
                  <a:pt x="853" y="1542"/>
                </a:lnTo>
                <a:lnTo>
                  <a:pt x="853" y="1543"/>
                </a:lnTo>
                <a:lnTo>
                  <a:pt x="852" y="1544"/>
                </a:lnTo>
                <a:lnTo>
                  <a:pt x="851" y="1545"/>
                </a:lnTo>
                <a:lnTo>
                  <a:pt x="850" y="1545"/>
                </a:lnTo>
                <a:lnTo>
                  <a:pt x="849" y="1545"/>
                </a:lnTo>
                <a:lnTo>
                  <a:pt x="848" y="1546"/>
                </a:lnTo>
                <a:lnTo>
                  <a:pt x="847" y="1546"/>
                </a:lnTo>
                <a:lnTo>
                  <a:pt x="845" y="1547"/>
                </a:lnTo>
                <a:lnTo>
                  <a:pt x="844" y="1548"/>
                </a:lnTo>
                <a:lnTo>
                  <a:pt x="843" y="1549"/>
                </a:lnTo>
                <a:lnTo>
                  <a:pt x="842" y="1550"/>
                </a:lnTo>
                <a:lnTo>
                  <a:pt x="841" y="1551"/>
                </a:lnTo>
                <a:lnTo>
                  <a:pt x="840" y="1551"/>
                </a:lnTo>
                <a:lnTo>
                  <a:pt x="839" y="1550"/>
                </a:lnTo>
                <a:lnTo>
                  <a:pt x="839" y="1549"/>
                </a:lnTo>
                <a:lnTo>
                  <a:pt x="838" y="1548"/>
                </a:lnTo>
                <a:lnTo>
                  <a:pt x="838" y="1547"/>
                </a:lnTo>
                <a:lnTo>
                  <a:pt x="837" y="1547"/>
                </a:lnTo>
                <a:lnTo>
                  <a:pt x="836" y="1548"/>
                </a:lnTo>
                <a:lnTo>
                  <a:pt x="835" y="1548"/>
                </a:lnTo>
                <a:lnTo>
                  <a:pt x="834" y="1549"/>
                </a:lnTo>
                <a:lnTo>
                  <a:pt x="833" y="1549"/>
                </a:lnTo>
                <a:lnTo>
                  <a:pt x="832" y="1549"/>
                </a:lnTo>
                <a:lnTo>
                  <a:pt x="831" y="1549"/>
                </a:lnTo>
                <a:lnTo>
                  <a:pt x="830" y="1549"/>
                </a:lnTo>
                <a:lnTo>
                  <a:pt x="829" y="1549"/>
                </a:lnTo>
                <a:lnTo>
                  <a:pt x="829" y="1550"/>
                </a:lnTo>
                <a:lnTo>
                  <a:pt x="830" y="1551"/>
                </a:lnTo>
                <a:lnTo>
                  <a:pt x="830" y="1552"/>
                </a:lnTo>
                <a:lnTo>
                  <a:pt x="831" y="1552"/>
                </a:lnTo>
                <a:lnTo>
                  <a:pt x="832" y="1552"/>
                </a:lnTo>
                <a:lnTo>
                  <a:pt x="832" y="1553"/>
                </a:lnTo>
                <a:lnTo>
                  <a:pt x="832" y="1554"/>
                </a:lnTo>
                <a:lnTo>
                  <a:pt x="832" y="1555"/>
                </a:lnTo>
                <a:lnTo>
                  <a:pt x="832" y="1556"/>
                </a:lnTo>
                <a:lnTo>
                  <a:pt x="831" y="1557"/>
                </a:lnTo>
                <a:lnTo>
                  <a:pt x="831" y="1560"/>
                </a:lnTo>
                <a:lnTo>
                  <a:pt x="830" y="1562"/>
                </a:lnTo>
                <a:lnTo>
                  <a:pt x="829" y="1564"/>
                </a:lnTo>
                <a:lnTo>
                  <a:pt x="829" y="1565"/>
                </a:lnTo>
                <a:lnTo>
                  <a:pt x="828" y="1566"/>
                </a:lnTo>
                <a:lnTo>
                  <a:pt x="827" y="1568"/>
                </a:lnTo>
                <a:lnTo>
                  <a:pt x="827" y="1569"/>
                </a:lnTo>
                <a:lnTo>
                  <a:pt x="826" y="1570"/>
                </a:lnTo>
                <a:lnTo>
                  <a:pt x="825" y="1570"/>
                </a:lnTo>
                <a:lnTo>
                  <a:pt x="825" y="1571"/>
                </a:lnTo>
                <a:lnTo>
                  <a:pt x="823" y="1571"/>
                </a:lnTo>
                <a:lnTo>
                  <a:pt x="823" y="1570"/>
                </a:lnTo>
                <a:lnTo>
                  <a:pt x="822" y="1570"/>
                </a:lnTo>
                <a:lnTo>
                  <a:pt x="822" y="1569"/>
                </a:lnTo>
                <a:lnTo>
                  <a:pt x="821" y="1569"/>
                </a:lnTo>
                <a:lnTo>
                  <a:pt x="821" y="1568"/>
                </a:lnTo>
                <a:lnTo>
                  <a:pt x="820" y="1567"/>
                </a:lnTo>
                <a:lnTo>
                  <a:pt x="819" y="1567"/>
                </a:lnTo>
                <a:lnTo>
                  <a:pt x="819" y="1566"/>
                </a:lnTo>
                <a:lnTo>
                  <a:pt x="819" y="1565"/>
                </a:lnTo>
                <a:lnTo>
                  <a:pt x="818" y="1565"/>
                </a:lnTo>
                <a:lnTo>
                  <a:pt x="817" y="1566"/>
                </a:lnTo>
                <a:lnTo>
                  <a:pt x="817" y="1567"/>
                </a:lnTo>
                <a:lnTo>
                  <a:pt x="818" y="1568"/>
                </a:lnTo>
                <a:lnTo>
                  <a:pt x="818" y="1569"/>
                </a:lnTo>
                <a:lnTo>
                  <a:pt x="818" y="1570"/>
                </a:lnTo>
                <a:lnTo>
                  <a:pt x="817" y="1570"/>
                </a:lnTo>
                <a:lnTo>
                  <a:pt x="816" y="1570"/>
                </a:lnTo>
                <a:lnTo>
                  <a:pt x="815" y="1569"/>
                </a:lnTo>
                <a:lnTo>
                  <a:pt x="814" y="1568"/>
                </a:lnTo>
                <a:lnTo>
                  <a:pt x="812" y="1568"/>
                </a:lnTo>
                <a:lnTo>
                  <a:pt x="811" y="1568"/>
                </a:lnTo>
                <a:lnTo>
                  <a:pt x="809" y="1568"/>
                </a:lnTo>
                <a:lnTo>
                  <a:pt x="808" y="1568"/>
                </a:lnTo>
                <a:lnTo>
                  <a:pt x="806" y="1570"/>
                </a:lnTo>
                <a:lnTo>
                  <a:pt x="805" y="1571"/>
                </a:lnTo>
                <a:lnTo>
                  <a:pt x="804" y="1572"/>
                </a:lnTo>
                <a:lnTo>
                  <a:pt x="802" y="1573"/>
                </a:lnTo>
                <a:lnTo>
                  <a:pt x="800" y="1574"/>
                </a:lnTo>
                <a:lnTo>
                  <a:pt x="799" y="1574"/>
                </a:lnTo>
                <a:lnTo>
                  <a:pt x="798" y="1574"/>
                </a:lnTo>
                <a:lnTo>
                  <a:pt x="797" y="1573"/>
                </a:lnTo>
                <a:lnTo>
                  <a:pt x="795" y="1572"/>
                </a:lnTo>
                <a:lnTo>
                  <a:pt x="794" y="1572"/>
                </a:lnTo>
                <a:lnTo>
                  <a:pt x="793" y="1573"/>
                </a:lnTo>
                <a:lnTo>
                  <a:pt x="793" y="1574"/>
                </a:lnTo>
                <a:lnTo>
                  <a:pt x="792" y="1574"/>
                </a:lnTo>
                <a:lnTo>
                  <a:pt x="792" y="1575"/>
                </a:lnTo>
                <a:lnTo>
                  <a:pt x="791" y="1576"/>
                </a:lnTo>
                <a:lnTo>
                  <a:pt x="791" y="1577"/>
                </a:lnTo>
                <a:lnTo>
                  <a:pt x="791" y="1578"/>
                </a:lnTo>
                <a:lnTo>
                  <a:pt x="790" y="1578"/>
                </a:lnTo>
                <a:lnTo>
                  <a:pt x="790" y="1579"/>
                </a:lnTo>
                <a:lnTo>
                  <a:pt x="789" y="1580"/>
                </a:lnTo>
                <a:lnTo>
                  <a:pt x="788" y="1580"/>
                </a:lnTo>
                <a:lnTo>
                  <a:pt x="787" y="1580"/>
                </a:lnTo>
                <a:lnTo>
                  <a:pt x="786" y="1581"/>
                </a:lnTo>
                <a:lnTo>
                  <a:pt x="785" y="1581"/>
                </a:lnTo>
                <a:lnTo>
                  <a:pt x="785" y="1580"/>
                </a:lnTo>
                <a:lnTo>
                  <a:pt x="784" y="1580"/>
                </a:lnTo>
                <a:lnTo>
                  <a:pt x="783" y="1579"/>
                </a:lnTo>
                <a:lnTo>
                  <a:pt x="783" y="1577"/>
                </a:lnTo>
                <a:lnTo>
                  <a:pt x="784" y="1577"/>
                </a:lnTo>
                <a:lnTo>
                  <a:pt x="785" y="1576"/>
                </a:lnTo>
                <a:lnTo>
                  <a:pt x="786" y="1575"/>
                </a:lnTo>
                <a:lnTo>
                  <a:pt x="786" y="1574"/>
                </a:lnTo>
                <a:lnTo>
                  <a:pt x="786" y="1573"/>
                </a:lnTo>
                <a:lnTo>
                  <a:pt x="786" y="1572"/>
                </a:lnTo>
                <a:lnTo>
                  <a:pt x="785" y="1572"/>
                </a:lnTo>
                <a:lnTo>
                  <a:pt x="784" y="1572"/>
                </a:lnTo>
                <a:lnTo>
                  <a:pt x="783" y="1573"/>
                </a:lnTo>
                <a:lnTo>
                  <a:pt x="782" y="1573"/>
                </a:lnTo>
                <a:lnTo>
                  <a:pt x="781" y="1572"/>
                </a:lnTo>
                <a:lnTo>
                  <a:pt x="780" y="1572"/>
                </a:lnTo>
                <a:lnTo>
                  <a:pt x="779" y="1571"/>
                </a:lnTo>
                <a:lnTo>
                  <a:pt x="779" y="1570"/>
                </a:lnTo>
                <a:lnTo>
                  <a:pt x="778" y="1568"/>
                </a:lnTo>
                <a:lnTo>
                  <a:pt x="777" y="1567"/>
                </a:lnTo>
                <a:lnTo>
                  <a:pt x="777" y="1566"/>
                </a:lnTo>
                <a:lnTo>
                  <a:pt x="776" y="1565"/>
                </a:lnTo>
                <a:lnTo>
                  <a:pt x="776" y="1564"/>
                </a:lnTo>
                <a:lnTo>
                  <a:pt x="776" y="1563"/>
                </a:lnTo>
                <a:lnTo>
                  <a:pt x="775" y="1563"/>
                </a:lnTo>
                <a:lnTo>
                  <a:pt x="775" y="1562"/>
                </a:lnTo>
                <a:lnTo>
                  <a:pt x="775" y="1561"/>
                </a:lnTo>
                <a:lnTo>
                  <a:pt x="775" y="1560"/>
                </a:lnTo>
                <a:lnTo>
                  <a:pt x="774" y="1560"/>
                </a:lnTo>
                <a:lnTo>
                  <a:pt x="773" y="1560"/>
                </a:lnTo>
                <a:lnTo>
                  <a:pt x="772" y="1560"/>
                </a:lnTo>
                <a:lnTo>
                  <a:pt x="771" y="1560"/>
                </a:lnTo>
                <a:lnTo>
                  <a:pt x="770" y="1561"/>
                </a:lnTo>
                <a:lnTo>
                  <a:pt x="767" y="1561"/>
                </a:lnTo>
                <a:lnTo>
                  <a:pt x="766" y="1561"/>
                </a:lnTo>
                <a:lnTo>
                  <a:pt x="764" y="1561"/>
                </a:lnTo>
                <a:lnTo>
                  <a:pt x="763" y="1561"/>
                </a:lnTo>
                <a:lnTo>
                  <a:pt x="762" y="1560"/>
                </a:lnTo>
                <a:lnTo>
                  <a:pt x="761" y="1559"/>
                </a:lnTo>
                <a:lnTo>
                  <a:pt x="761" y="1558"/>
                </a:lnTo>
                <a:lnTo>
                  <a:pt x="761" y="1556"/>
                </a:lnTo>
                <a:lnTo>
                  <a:pt x="761" y="1555"/>
                </a:lnTo>
                <a:lnTo>
                  <a:pt x="760" y="1555"/>
                </a:lnTo>
                <a:lnTo>
                  <a:pt x="759" y="1553"/>
                </a:lnTo>
                <a:lnTo>
                  <a:pt x="758" y="1553"/>
                </a:lnTo>
                <a:lnTo>
                  <a:pt x="757" y="1553"/>
                </a:lnTo>
                <a:lnTo>
                  <a:pt x="756" y="1553"/>
                </a:lnTo>
                <a:lnTo>
                  <a:pt x="756" y="1554"/>
                </a:lnTo>
                <a:lnTo>
                  <a:pt x="756" y="1555"/>
                </a:lnTo>
                <a:lnTo>
                  <a:pt x="756" y="1557"/>
                </a:lnTo>
                <a:lnTo>
                  <a:pt x="756" y="1558"/>
                </a:lnTo>
                <a:lnTo>
                  <a:pt x="756" y="1559"/>
                </a:lnTo>
                <a:lnTo>
                  <a:pt x="755" y="1561"/>
                </a:lnTo>
                <a:lnTo>
                  <a:pt x="755" y="1562"/>
                </a:lnTo>
                <a:lnTo>
                  <a:pt x="754" y="1562"/>
                </a:lnTo>
                <a:lnTo>
                  <a:pt x="754" y="1563"/>
                </a:lnTo>
                <a:lnTo>
                  <a:pt x="754" y="1564"/>
                </a:lnTo>
                <a:lnTo>
                  <a:pt x="754" y="1565"/>
                </a:lnTo>
                <a:lnTo>
                  <a:pt x="754" y="1566"/>
                </a:lnTo>
                <a:lnTo>
                  <a:pt x="754" y="1567"/>
                </a:lnTo>
                <a:lnTo>
                  <a:pt x="755" y="1567"/>
                </a:lnTo>
                <a:lnTo>
                  <a:pt x="755" y="1568"/>
                </a:lnTo>
                <a:lnTo>
                  <a:pt x="756" y="1570"/>
                </a:lnTo>
                <a:lnTo>
                  <a:pt x="757" y="1571"/>
                </a:lnTo>
                <a:lnTo>
                  <a:pt x="757" y="1572"/>
                </a:lnTo>
                <a:lnTo>
                  <a:pt x="757" y="1573"/>
                </a:lnTo>
                <a:lnTo>
                  <a:pt x="757" y="1574"/>
                </a:lnTo>
                <a:lnTo>
                  <a:pt x="756" y="1575"/>
                </a:lnTo>
                <a:lnTo>
                  <a:pt x="755" y="1575"/>
                </a:lnTo>
                <a:lnTo>
                  <a:pt x="754" y="1575"/>
                </a:lnTo>
                <a:lnTo>
                  <a:pt x="753" y="1574"/>
                </a:lnTo>
                <a:lnTo>
                  <a:pt x="752" y="1574"/>
                </a:lnTo>
                <a:lnTo>
                  <a:pt x="750" y="1573"/>
                </a:lnTo>
                <a:lnTo>
                  <a:pt x="749" y="1572"/>
                </a:lnTo>
                <a:lnTo>
                  <a:pt x="748" y="1572"/>
                </a:lnTo>
                <a:lnTo>
                  <a:pt x="748" y="1573"/>
                </a:lnTo>
                <a:lnTo>
                  <a:pt x="746" y="1574"/>
                </a:lnTo>
                <a:lnTo>
                  <a:pt x="746" y="1575"/>
                </a:lnTo>
                <a:lnTo>
                  <a:pt x="746" y="1576"/>
                </a:lnTo>
                <a:lnTo>
                  <a:pt x="744" y="1577"/>
                </a:lnTo>
                <a:lnTo>
                  <a:pt x="743" y="1578"/>
                </a:lnTo>
                <a:lnTo>
                  <a:pt x="742" y="1578"/>
                </a:lnTo>
                <a:lnTo>
                  <a:pt x="741" y="1577"/>
                </a:lnTo>
                <a:lnTo>
                  <a:pt x="741" y="1576"/>
                </a:lnTo>
                <a:lnTo>
                  <a:pt x="741" y="1572"/>
                </a:lnTo>
                <a:lnTo>
                  <a:pt x="740" y="1572"/>
                </a:lnTo>
                <a:lnTo>
                  <a:pt x="739" y="1571"/>
                </a:lnTo>
                <a:lnTo>
                  <a:pt x="738" y="1571"/>
                </a:lnTo>
                <a:lnTo>
                  <a:pt x="738" y="1572"/>
                </a:lnTo>
                <a:lnTo>
                  <a:pt x="737" y="1572"/>
                </a:lnTo>
                <a:lnTo>
                  <a:pt x="737" y="1573"/>
                </a:lnTo>
                <a:lnTo>
                  <a:pt x="736" y="1573"/>
                </a:lnTo>
                <a:lnTo>
                  <a:pt x="736" y="1574"/>
                </a:lnTo>
                <a:lnTo>
                  <a:pt x="736" y="1576"/>
                </a:lnTo>
                <a:lnTo>
                  <a:pt x="736" y="1577"/>
                </a:lnTo>
                <a:lnTo>
                  <a:pt x="735" y="1577"/>
                </a:lnTo>
                <a:lnTo>
                  <a:pt x="735" y="1578"/>
                </a:lnTo>
                <a:lnTo>
                  <a:pt x="734" y="1578"/>
                </a:lnTo>
                <a:lnTo>
                  <a:pt x="732" y="1578"/>
                </a:lnTo>
                <a:lnTo>
                  <a:pt x="731" y="1578"/>
                </a:lnTo>
                <a:lnTo>
                  <a:pt x="730" y="1577"/>
                </a:lnTo>
                <a:lnTo>
                  <a:pt x="729" y="1577"/>
                </a:lnTo>
                <a:lnTo>
                  <a:pt x="727" y="1578"/>
                </a:lnTo>
                <a:lnTo>
                  <a:pt x="726" y="1579"/>
                </a:lnTo>
                <a:lnTo>
                  <a:pt x="726" y="1580"/>
                </a:lnTo>
                <a:lnTo>
                  <a:pt x="725" y="1580"/>
                </a:lnTo>
                <a:lnTo>
                  <a:pt x="725" y="1581"/>
                </a:lnTo>
                <a:lnTo>
                  <a:pt x="724" y="1581"/>
                </a:lnTo>
                <a:lnTo>
                  <a:pt x="723" y="1582"/>
                </a:lnTo>
                <a:lnTo>
                  <a:pt x="722" y="1582"/>
                </a:lnTo>
                <a:lnTo>
                  <a:pt x="721" y="1582"/>
                </a:lnTo>
                <a:lnTo>
                  <a:pt x="720" y="1582"/>
                </a:lnTo>
                <a:lnTo>
                  <a:pt x="719" y="1582"/>
                </a:lnTo>
                <a:lnTo>
                  <a:pt x="718" y="1581"/>
                </a:lnTo>
                <a:lnTo>
                  <a:pt x="716" y="1580"/>
                </a:lnTo>
                <a:lnTo>
                  <a:pt x="715" y="1580"/>
                </a:lnTo>
                <a:lnTo>
                  <a:pt x="714" y="1580"/>
                </a:lnTo>
                <a:lnTo>
                  <a:pt x="713" y="1580"/>
                </a:lnTo>
                <a:lnTo>
                  <a:pt x="713" y="1581"/>
                </a:lnTo>
                <a:lnTo>
                  <a:pt x="712" y="1581"/>
                </a:lnTo>
                <a:lnTo>
                  <a:pt x="712" y="1582"/>
                </a:lnTo>
                <a:lnTo>
                  <a:pt x="713" y="1582"/>
                </a:lnTo>
                <a:lnTo>
                  <a:pt x="713" y="1583"/>
                </a:lnTo>
                <a:lnTo>
                  <a:pt x="714" y="1583"/>
                </a:lnTo>
                <a:lnTo>
                  <a:pt x="714" y="1584"/>
                </a:lnTo>
                <a:lnTo>
                  <a:pt x="715" y="1584"/>
                </a:lnTo>
                <a:lnTo>
                  <a:pt x="714" y="1585"/>
                </a:lnTo>
                <a:lnTo>
                  <a:pt x="714" y="1586"/>
                </a:lnTo>
                <a:lnTo>
                  <a:pt x="714" y="1587"/>
                </a:lnTo>
                <a:lnTo>
                  <a:pt x="713" y="1587"/>
                </a:lnTo>
                <a:lnTo>
                  <a:pt x="712" y="1588"/>
                </a:lnTo>
                <a:lnTo>
                  <a:pt x="712" y="1589"/>
                </a:lnTo>
                <a:lnTo>
                  <a:pt x="711" y="1589"/>
                </a:lnTo>
                <a:lnTo>
                  <a:pt x="709" y="1589"/>
                </a:lnTo>
                <a:lnTo>
                  <a:pt x="708" y="1589"/>
                </a:lnTo>
                <a:lnTo>
                  <a:pt x="707" y="1589"/>
                </a:lnTo>
                <a:lnTo>
                  <a:pt x="706" y="1589"/>
                </a:lnTo>
                <a:lnTo>
                  <a:pt x="705" y="1588"/>
                </a:lnTo>
                <a:lnTo>
                  <a:pt x="704" y="1588"/>
                </a:lnTo>
                <a:lnTo>
                  <a:pt x="703" y="1588"/>
                </a:lnTo>
                <a:lnTo>
                  <a:pt x="703" y="1587"/>
                </a:lnTo>
                <a:lnTo>
                  <a:pt x="702" y="1587"/>
                </a:lnTo>
                <a:lnTo>
                  <a:pt x="702" y="1586"/>
                </a:lnTo>
                <a:lnTo>
                  <a:pt x="701" y="1586"/>
                </a:lnTo>
                <a:lnTo>
                  <a:pt x="701" y="1584"/>
                </a:lnTo>
                <a:lnTo>
                  <a:pt x="700" y="1584"/>
                </a:lnTo>
                <a:lnTo>
                  <a:pt x="700" y="1583"/>
                </a:lnTo>
                <a:lnTo>
                  <a:pt x="699" y="1583"/>
                </a:lnTo>
                <a:lnTo>
                  <a:pt x="699" y="1582"/>
                </a:lnTo>
                <a:lnTo>
                  <a:pt x="697" y="1582"/>
                </a:lnTo>
                <a:lnTo>
                  <a:pt x="696" y="1583"/>
                </a:lnTo>
                <a:lnTo>
                  <a:pt x="695" y="1583"/>
                </a:lnTo>
                <a:lnTo>
                  <a:pt x="694" y="1583"/>
                </a:lnTo>
                <a:lnTo>
                  <a:pt x="694" y="1584"/>
                </a:lnTo>
                <a:lnTo>
                  <a:pt x="693" y="1584"/>
                </a:lnTo>
                <a:lnTo>
                  <a:pt x="692" y="1585"/>
                </a:lnTo>
                <a:lnTo>
                  <a:pt x="691" y="1585"/>
                </a:lnTo>
                <a:lnTo>
                  <a:pt x="691" y="1586"/>
                </a:lnTo>
                <a:lnTo>
                  <a:pt x="691" y="1587"/>
                </a:lnTo>
                <a:lnTo>
                  <a:pt x="691" y="1588"/>
                </a:lnTo>
                <a:lnTo>
                  <a:pt x="690" y="1588"/>
                </a:lnTo>
                <a:lnTo>
                  <a:pt x="688" y="1588"/>
                </a:lnTo>
                <a:lnTo>
                  <a:pt x="687" y="1587"/>
                </a:lnTo>
                <a:lnTo>
                  <a:pt x="686" y="1587"/>
                </a:lnTo>
                <a:lnTo>
                  <a:pt x="685" y="1586"/>
                </a:lnTo>
                <a:lnTo>
                  <a:pt x="684" y="1586"/>
                </a:lnTo>
                <a:lnTo>
                  <a:pt x="684" y="1585"/>
                </a:lnTo>
                <a:lnTo>
                  <a:pt x="684" y="1584"/>
                </a:lnTo>
                <a:lnTo>
                  <a:pt x="683" y="1584"/>
                </a:lnTo>
                <a:lnTo>
                  <a:pt x="684" y="1584"/>
                </a:lnTo>
                <a:lnTo>
                  <a:pt x="683" y="1583"/>
                </a:lnTo>
                <a:lnTo>
                  <a:pt x="683" y="1582"/>
                </a:lnTo>
                <a:lnTo>
                  <a:pt x="682" y="1581"/>
                </a:lnTo>
                <a:lnTo>
                  <a:pt x="681" y="1580"/>
                </a:lnTo>
                <a:lnTo>
                  <a:pt x="680" y="1580"/>
                </a:lnTo>
                <a:lnTo>
                  <a:pt x="679" y="1579"/>
                </a:lnTo>
                <a:lnTo>
                  <a:pt x="679" y="1578"/>
                </a:lnTo>
                <a:lnTo>
                  <a:pt x="679" y="1577"/>
                </a:lnTo>
                <a:lnTo>
                  <a:pt x="680" y="1577"/>
                </a:lnTo>
                <a:lnTo>
                  <a:pt x="680" y="1576"/>
                </a:lnTo>
                <a:lnTo>
                  <a:pt x="681" y="1575"/>
                </a:lnTo>
                <a:lnTo>
                  <a:pt x="681" y="1574"/>
                </a:lnTo>
                <a:lnTo>
                  <a:pt x="681" y="1573"/>
                </a:lnTo>
                <a:lnTo>
                  <a:pt x="681" y="1572"/>
                </a:lnTo>
                <a:lnTo>
                  <a:pt x="680" y="1571"/>
                </a:lnTo>
                <a:lnTo>
                  <a:pt x="680" y="1569"/>
                </a:lnTo>
                <a:lnTo>
                  <a:pt x="679" y="1569"/>
                </a:lnTo>
                <a:lnTo>
                  <a:pt x="679" y="1568"/>
                </a:lnTo>
                <a:lnTo>
                  <a:pt x="678" y="1568"/>
                </a:lnTo>
                <a:lnTo>
                  <a:pt x="677" y="1568"/>
                </a:lnTo>
                <a:lnTo>
                  <a:pt x="675" y="1568"/>
                </a:lnTo>
                <a:lnTo>
                  <a:pt x="674" y="1569"/>
                </a:lnTo>
                <a:lnTo>
                  <a:pt x="673" y="1570"/>
                </a:lnTo>
                <a:lnTo>
                  <a:pt x="672" y="1570"/>
                </a:lnTo>
                <a:lnTo>
                  <a:pt x="671" y="1570"/>
                </a:lnTo>
                <a:lnTo>
                  <a:pt x="670" y="1571"/>
                </a:lnTo>
                <a:lnTo>
                  <a:pt x="669" y="1571"/>
                </a:lnTo>
                <a:lnTo>
                  <a:pt x="668" y="1571"/>
                </a:lnTo>
                <a:lnTo>
                  <a:pt x="667" y="1570"/>
                </a:lnTo>
                <a:lnTo>
                  <a:pt x="666" y="1570"/>
                </a:lnTo>
                <a:lnTo>
                  <a:pt x="666" y="1569"/>
                </a:lnTo>
                <a:lnTo>
                  <a:pt x="665" y="1569"/>
                </a:lnTo>
                <a:lnTo>
                  <a:pt x="665" y="1568"/>
                </a:lnTo>
                <a:lnTo>
                  <a:pt x="664" y="1568"/>
                </a:lnTo>
                <a:lnTo>
                  <a:pt x="664" y="1567"/>
                </a:lnTo>
                <a:lnTo>
                  <a:pt x="664" y="1566"/>
                </a:lnTo>
                <a:lnTo>
                  <a:pt x="664" y="1565"/>
                </a:lnTo>
                <a:lnTo>
                  <a:pt x="664" y="1564"/>
                </a:lnTo>
                <a:lnTo>
                  <a:pt x="665" y="1563"/>
                </a:lnTo>
                <a:lnTo>
                  <a:pt x="665" y="1562"/>
                </a:lnTo>
                <a:lnTo>
                  <a:pt x="665" y="1561"/>
                </a:lnTo>
                <a:lnTo>
                  <a:pt x="664" y="1561"/>
                </a:lnTo>
                <a:lnTo>
                  <a:pt x="663" y="1561"/>
                </a:lnTo>
                <a:lnTo>
                  <a:pt x="662" y="1561"/>
                </a:lnTo>
                <a:lnTo>
                  <a:pt x="661" y="1562"/>
                </a:lnTo>
                <a:lnTo>
                  <a:pt x="660" y="1562"/>
                </a:lnTo>
                <a:lnTo>
                  <a:pt x="659" y="1562"/>
                </a:lnTo>
                <a:lnTo>
                  <a:pt x="658" y="1561"/>
                </a:lnTo>
                <a:lnTo>
                  <a:pt x="657" y="1560"/>
                </a:lnTo>
                <a:lnTo>
                  <a:pt x="657" y="1559"/>
                </a:lnTo>
                <a:lnTo>
                  <a:pt x="657" y="1557"/>
                </a:lnTo>
                <a:lnTo>
                  <a:pt x="658" y="1557"/>
                </a:lnTo>
                <a:lnTo>
                  <a:pt x="658" y="1556"/>
                </a:lnTo>
                <a:lnTo>
                  <a:pt x="658" y="1555"/>
                </a:lnTo>
                <a:lnTo>
                  <a:pt x="658" y="1554"/>
                </a:lnTo>
                <a:lnTo>
                  <a:pt x="657" y="1553"/>
                </a:lnTo>
                <a:lnTo>
                  <a:pt x="656" y="1553"/>
                </a:lnTo>
                <a:lnTo>
                  <a:pt x="656" y="1554"/>
                </a:lnTo>
                <a:lnTo>
                  <a:pt x="655" y="1554"/>
                </a:lnTo>
                <a:lnTo>
                  <a:pt x="655" y="1555"/>
                </a:lnTo>
                <a:lnTo>
                  <a:pt x="654" y="1555"/>
                </a:lnTo>
                <a:lnTo>
                  <a:pt x="653" y="1557"/>
                </a:lnTo>
                <a:lnTo>
                  <a:pt x="652" y="1558"/>
                </a:lnTo>
                <a:lnTo>
                  <a:pt x="651" y="1559"/>
                </a:lnTo>
                <a:lnTo>
                  <a:pt x="650" y="1559"/>
                </a:lnTo>
                <a:lnTo>
                  <a:pt x="649" y="1559"/>
                </a:lnTo>
                <a:lnTo>
                  <a:pt x="648" y="1559"/>
                </a:lnTo>
                <a:lnTo>
                  <a:pt x="647" y="1559"/>
                </a:lnTo>
                <a:lnTo>
                  <a:pt x="646" y="1559"/>
                </a:lnTo>
                <a:lnTo>
                  <a:pt x="646" y="1558"/>
                </a:lnTo>
                <a:lnTo>
                  <a:pt x="645" y="1558"/>
                </a:lnTo>
                <a:lnTo>
                  <a:pt x="645" y="1557"/>
                </a:lnTo>
                <a:lnTo>
                  <a:pt x="644" y="1557"/>
                </a:lnTo>
                <a:lnTo>
                  <a:pt x="644" y="1556"/>
                </a:lnTo>
                <a:lnTo>
                  <a:pt x="644" y="1555"/>
                </a:lnTo>
                <a:lnTo>
                  <a:pt x="644" y="1554"/>
                </a:lnTo>
                <a:lnTo>
                  <a:pt x="644" y="1553"/>
                </a:lnTo>
                <a:lnTo>
                  <a:pt x="644" y="1552"/>
                </a:lnTo>
                <a:lnTo>
                  <a:pt x="645" y="1551"/>
                </a:lnTo>
                <a:lnTo>
                  <a:pt x="645" y="1550"/>
                </a:lnTo>
                <a:lnTo>
                  <a:pt x="644" y="1550"/>
                </a:lnTo>
                <a:lnTo>
                  <a:pt x="643" y="1550"/>
                </a:lnTo>
                <a:lnTo>
                  <a:pt x="642" y="1550"/>
                </a:lnTo>
                <a:lnTo>
                  <a:pt x="641" y="1550"/>
                </a:lnTo>
                <a:lnTo>
                  <a:pt x="640" y="1550"/>
                </a:lnTo>
                <a:lnTo>
                  <a:pt x="640" y="1549"/>
                </a:lnTo>
                <a:lnTo>
                  <a:pt x="641" y="1549"/>
                </a:lnTo>
                <a:lnTo>
                  <a:pt x="642" y="1548"/>
                </a:lnTo>
                <a:lnTo>
                  <a:pt x="642" y="1547"/>
                </a:lnTo>
                <a:lnTo>
                  <a:pt x="642" y="1546"/>
                </a:lnTo>
                <a:lnTo>
                  <a:pt x="642" y="1545"/>
                </a:lnTo>
                <a:lnTo>
                  <a:pt x="641" y="1545"/>
                </a:lnTo>
                <a:lnTo>
                  <a:pt x="641" y="1544"/>
                </a:lnTo>
                <a:lnTo>
                  <a:pt x="638" y="1544"/>
                </a:lnTo>
                <a:lnTo>
                  <a:pt x="637" y="1544"/>
                </a:lnTo>
                <a:lnTo>
                  <a:pt x="636" y="1544"/>
                </a:lnTo>
                <a:lnTo>
                  <a:pt x="636" y="1543"/>
                </a:lnTo>
                <a:lnTo>
                  <a:pt x="635" y="1542"/>
                </a:lnTo>
                <a:lnTo>
                  <a:pt x="635" y="1540"/>
                </a:lnTo>
                <a:lnTo>
                  <a:pt x="635" y="1539"/>
                </a:lnTo>
                <a:lnTo>
                  <a:pt x="634" y="1539"/>
                </a:lnTo>
                <a:lnTo>
                  <a:pt x="633" y="1538"/>
                </a:lnTo>
                <a:lnTo>
                  <a:pt x="632" y="1537"/>
                </a:lnTo>
                <a:lnTo>
                  <a:pt x="631" y="1536"/>
                </a:lnTo>
                <a:lnTo>
                  <a:pt x="630" y="1536"/>
                </a:lnTo>
                <a:lnTo>
                  <a:pt x="629" y="1536"/>
                </a:lnTo>
                <a:lnTo>
                  <a:pt x="629" y="1535"/>
                </a:lnTo>
                <a:lnTo>
                  <a:pt x="628" y="1535"/>
                </a:lnTo>
                <a:lnTo>
                  <a:pt x="628" y="1534"/>
                </a:lnTo>
                <a:lnTo>
                  <a:pt x="627" y="1534"/>
                </a:lnTo>
                <a:lnTo>
                  <a:pt x="626" y="1535"/>
                </a:lnTo>
                <a:lnTo>
                  <a:pt x="625" y="1535"/>
                </a:lnTo>
                <a:lnTo>
                  <a:pt x="624" y="1535"/>
                </a:lnTo>
                <a:lnTo>
                  <a:pt x="624" y="1536"/>
                </a:lnTo>
                <a:lnTo>
                  <a:pt x="623" y="1536"/>
                </a:lnTo>
                <a:lnTo>
                  <a:pt x="622" y="1536"/>
                </a:lnTo>
                <a:lnTo>
                  <a:pt x="622" y="1535"/>
                </a:lnTo>
                <a:lnTo>
                  <a:pt x="621" y="1535"/>
                </a:lnTo>
                <a:lnTo>
                  <a:pt x="621" y="1534"/>
                </a:lnTo>
                <a:lnTo>
                  <a:pt x="620" y="1533"/>
                </a:lnTo>
                <a:lnTo>
                  <a:pt x="619" y="1532"/>
                </a:lnTo>
                <a:lnTo>
                  <a:pt x="619" y="1531"/>
                </a:lnTo>
                <a:lnTo>
                  <a:pt x="619" y="1530"/>
                </a:lnTo>
                <a:lnTo>
                  <a:pt x="620" y="1530"/>
                </a:lnTo>
                <a:lnTo>
                  <a:pt x="620" y="1529"/>
                </a:lnTo>
                <a:lnTo>
                  <a:pt x="621" y="1529"/>
                </a:lnTo>
                <a:lnTo>
                  <a:pt x="622" y="1529"/>
                </a:lnTo>
                <a:lnTo>
                  <a:pt x="623" y="1529"/>
                </a:lnTo>
                <a:lnTo>
                  <a:pt x="623" y="1528"/>
                </a:lnTo>
                <a:lnTo>
                  <a:pt x="624" y="1528"/>
                </a:lnTo>
                <a:lnTo>
                  <a:pt x="624" y="1527"/>
                </a:lnTo>
                <a:lnTo>
                  <a:pt x="624" y="1526"/>
                </a:lnTo>
                <a:lnTo>
                  <a:pt x="625" y="1526"/>
                </a:lnTo>
                <a:lnTo>
                  <a:pt x="626" y="1526"/>
                </a:lnTo>
                <a:lnTo>
                  <a:pt x="627" y="1525"/>
                </a:lnTo>
                <a:lnTo>
                  <a:pt x="627" y="1524"/>
                </a:lnTo>
                <a:lnTo>
                  <a:pt x="626" y="1524"/>
                </a:lnTo>
                <a:lnTo>
                  <a:pt x="626" y="1523"/>
                </a:lnTo>
                <a:lnTo>
                  <a:pt x="625" y="1523"/>
                </a:lnTo>
                <a:lnTo>
                  <a:pt x="624" y="1522"/>
                </a:lnTo>
                <a:lnTo>
                  <a:pt x="623" y="1522"/>
                </a:lnTo>
                <a:lnTo>
                  <a:pt x="623" y="1521"/>
                </a:lnTo>
                <a:lnTo>
                  <a:pt x="622" y="1521"/>
                </a:lnTo>
                <a:lnTo>
                  <a:pt x="622" y="1520"/>
                </a:lnTo>
                <a:lnTo>
                  <a:pt x="621" y="1519"/>
                </a:lnTo>
                <a:lnTo>
                  <a:pt x="621" y="1518"/>
                </a:lnTo>
                <a:lnTo>
                  <a:pt x="621" y="1517"/>
                </a:lnTo>
                <a:lnTo>
                  <a:pt x="622" y="1517"/>
                </a:lnTo>
                <a:lnTo>
                  <a:pt x="623" y="1517"/>
                </a:lnTo>
                <a:lnTo>
                  <a:pt x="624" y="1517"/>
                </a:lnTo>
                <a:lnTo>
                  <a:pt x="625" y="1517"/>
                </a:lnTo>
                <a:lnTo>
                  <a:pt x="626" y="1517"/>
                </a:lnTo>
                <a:lnTo>
                  <a:pt x="626" y="1516"/>
                </a:lnTo>
                <a:lnTo>
                  <a:pt x="626" y="1515"/>
                </a:lnTo>
                <a:lnTo>
                  <a:pt x="626" y="1514"/>
                </a:lnTo>
                <a:lnTo>
                  <a:pt x="626" y="1513"/>
                </a:lnTo>
                <a:lnTo>
                  <a:pt x="625" y="1513"/>
                </a:lnTo>
                <a:lnTo>
                  <a:pt x="625" y="1512"/>
                </a:lnTo>
                <a:lnTo>
                  <a:pt x="625" y="1511"/>
                </a:lnTo>
                <a:lnTo>
                  <a:pt x="625" y="1510"/>
                </a:lnTo>
                <a:lnTo>
                  <a:pt x="624" y="1510"/>
                </a:lnTo>
                <a:lnTo>
                  <a:pt x="624" y="1509"/>
                </a:lnTo>
                <a:lnTo>
                  <a:pt x="624" y="1508"/>
                </a:lnTo>
                <a:lnTo>
                  <a:pt x="623" y="1507"/>
                </a:lnTo>
                <a:lnTo>
                  <a:pt x="622" y="1506"/>
                </a:lnTo>
                <a:lnTo>
                  <a:pt x="621" y="1506"/>
                </a:lnTo>
                <a:lnTo>
                  <a:pt x="620" y="1506"/>
                </a:lnTo>
                <a:lnTo>
                  <a:pt x="619" y="1506"/>
                </a:lnTo>
                <a:lnTo>
                  <a:pt x="618" y="1506"/>
                </a:lnTo>
                <a:lnTo>
                  <a:pt x="617" y="1506"/>
                </a:lnTo>
                <a:lnTo>
                  <a:pt x="616" y="1506"/>
                </a:lnTo>
                <a:lnTo>
                  <a:pt x="616" y="1505"/>
                </a:lnTo>
                <a:lnTo>
                  <a:pt x="615" y="1505"/>
                </a:lnTo>
                <a:lnTo>
                  <a:pt x="614" y="1505"/>
                </a:lnTo>
                <a:lnTo>
                  <a:pt x="613" y="1504"/>
                </a:lnTo>
                <a:lnTo>
                  <a:pt x="612" y="1504"/>
                </a:lnTo>
                <a:lnTo>
                  <a:pt x="612" y="1503"/>
                </a:lnTo>
                <a:lnTo>
                  <a:pt x="611" y="1503"/>
                </a:lnTo>
                <a:lnTo>
                  <a:pt x="610" y="1502"/>
                </a:lnTo>
                <a:lnTo>
                  <a:pt x="610" y="1501"/>
                </a:lnTo>
                <a:lnTo>
                  <a:pt x="609" y="1501"/>
                </a:lnTo>
                <a:lnTo>
                  <a:pt x="609" y="1500"/>
                </a:lnTo>
                <a:lnTo>
                  <a:pt x="608" y="1500"/>
                </a:lnTo>
                <a:lnTo>
                  <a:pt x="608" y="1499"/>
                </a:lnTo>
                <a:lnTo>
                  <a:pt x="608" y="1498"/>
                </a:lnTo>
                <a:lnTo>
                  <a:pt x="607" y="1498"/>
                </a:lnTo>
                <a:lnTo>
                  <a:pt x="607" y="1497"/>
                </a:lnTo>
                <a:lnTo>
                  <a:pt x="607" y="1496"/>
                </a:lnTo>
                <a:lnTo>
                  <a:pt x="607" y="1495"/>
                </a:lnTo>
                <a:lnTo>
                  <a:pt x="607" y="1494"/>
                </a:lnTo>
                <a:lnTo>
                  <a:pt x="607" y="1493"/>
                </a:lnTo>
                <a:lnTo>
                  <a:pt x="608" y="1492"/>
                </a:lnTo>
                <a:lnTo>
                  <a:pt x="608" y="1491"/>
                </a:lnTo>
                <a:lnTo>
                  <a:pt x="608" y="1490"/>
                </a:lnTo>
                <a:lnTo>
                  <a:pt x="609" y="1490"/>
                </a:lnTo>
                <a:lnTo>
                  <a:pt x="610" y="1490"/>
                </a:lnTo>
                <a:lnTo>
                  <a:pt x="611" y="1490"/>
                </a:lnTo>
                <a:lnTo>
                  <a:pt x="612" y="1490"/>
                </a:lnTo>
                <a:lnTo>
                  <a:pt x="613" y="1489"/>
                </a:lnTo>
                <a:lnTo>
                  <a:pt x="613" y="1488"/>
                </a:lnTo>
                <a:lnTo>
                  <a:pt x="614" y="1488"/>
                </a:lnTo>
                <a:lnTo>
                  <a:pt x="614" y="1487"/>
                </a:lnTo>
                <a:lnTo>
                  <a:pt x="613" y="1487"/>
                </a:lnTo>
                <a:lnTo>
                  <a:pt x="613" y="1486"/>
                </a:lnTo>
                <a:lnTo>
                  <a:pt x="612" y="1486"/>
                </a:lnTo>
                <a:lnTo>
                  <a:pt x="611" y="1486"/>
                </a:lnTo>
                <a:lnTo>
                  <a:pt x="611" y="1485"/>
                </a:lnTo>
                <a:lnTo>
                  <a:pt x="609" y="1485"/>
                </a:lnTo>
                <a:lnTo>
                  <a:pt x="608" y="1485"/>
                </a:lnTo>
                <a:lnTo>
                  <a:pt x="608" y="1484"/>
                </a:lnTo>
                <a:lnTo>
                  <a:pt x="608" y="1483"/>
                </a:lnTo>
                <a:lnTo>
                  <a:pt x="608" y="1482"/>
                </a:lnTo>
                <a:lnTo>
                  <a:pt x="609" y="1482"/>
                </a:lnTo>
                <a:lnTo>
                  <a:pt x="610" y="1482"/>
                </a:lnTo>
                <a:lnTo>
                  <a:pt x="611" y="1482"/>
                </a:lnTo>
                <a:lnTo>
                  <a:pt x="612" y="1482"/>
                </a:lnTo>
                <a:lnTo>
                  <a:pt x="613" y="1482"/>
                </a:lnTo>
                <a:lnTo>
                  <a:pt x="614" y="1482"/>
                </a:lnTo>
                <a:lnTo>
                  <a:pt x="615" y="1481"/>
                </a:lnTo>
                <a:lnTo>
                  <a:pt x="615" y="1480"/>
                </a:lnTo>
                <a:lnTo>
                  <a:pt x="614" y="1479"/>
                </a:lnTo>
                <a:lnTo>
                  <a:pt x="614" y="1478"/>
                </a:lnTo>
                <a:lnTo>
                  <a:pt x="613" y="1476"/>
                </a:lnTo>
                <a:lnTo>
                  <a:pt x="613" y="1475"/>
                </a:lnTo>
                <a:lnTo>
                  <a:pt x="612" y="1475"/>
                </a:lnTo>
                <a:lnTo>
                  <a:pt x="611" y="1475"/>
                </a:lnTo>
                <a:lnTo>
                  <a:pt x="611" y="1474"/>
                </a:lnTo>
                <a:lnTo>
                  <a:pt x="610" y="1474"/>
                </a:lnTo>
                <a:lnTo>
                  <a:pt x="609" y="1474"/>
                </a:lnTo>
                <a:lnTo>
                  <a:pt x="608" y="1473"/>
                </a:lnTo>
                <a:lnTo>
                  <a:pt x="608" y="1472"/>
                </a:lnTo>
                <a:lnTo>
                  <a:pt x="609" y="1471"/>
                </a:lnTo>
                <a:lnTo>
                  <a:pt x="610" y="1470"/>
                </a:lnTo>
                <a:lnTo>
                  <a:pt x="610" y="1469"/>
                </a:lnTo>
                <a:lnTo>
                  <a:pt x="609" y="1469"/>
                </a:lnTo>
                <a:lnTo>
                  <a:pt x="609" y="1468"/>
                </a:lnTo>
                <a:lnTo>
                  <a:pt x="609" y="1467"/>
                </a:lnTo>
                <a:lnTo>
                  <a:pt x="608" y="1467"/>
                </a:lnTo>
                <a:lnTo>
                  <a:pt x="607" y="1467"/>
                </a:lnTo>
                <a:lnTo>
                  <a:pt x="606" y="1467"/>
                </a:lnTo>
                <a:lnTo>
                  <a:pt x="605" y="1467"/>
                </a:lnTo>
                <a:lnTo>
                  <a:pt x="605" y="1466"/>
                </a:lnTo>
                <a:lnTo>
                  <a:pt x="605" y="1465"/>
                </a:lnTo>
                <a:lnTo>
                  <a:pt x="605" y="1464"/>
                </a:lnTo>
                <a:lnTo>
                  <a:pt x="606" y="1464"/>
                </a:lnTo>
                <a:lnTo>
                  <a:pt x="607" y="1463"/>
                </a:lnTo>
                <a:lnTo>
                  <a:pt x="608" y="1463"/>
                </a:lnTo>
                <a:lnTo>
                  <a:pt x="608" y="1462"/>
                </a:lnTo>
                <a:lnTo>
                  <a:pt x="608" y="1461"/>
                </a:lnTo>
                <a:lnTo>
                  <a:pt x="607" y="1460"/>
                </a:lnTo>
                <a:lnTo>
                  <a:pt x="606" y="1460"/>
                </a:lnTo>
                <a:lnTo>
                  <a:pt x="605" y="1459"/>
                </a:lnTo>
                <a:lnTo>
                  <a:pt x="604" y="1459"/>
                </a:lnTo>
                <a:lnTo>
                  <a:pt x="604" y="1458"/>
                </a:lnTo>
                <a:lnTo>
                  <a:pt x="603" y="1458"/>
                </a:lnTo>
                <a:lnTo>
                  <a:pt x="603" y="1457"/>
                </a:lnTo>
                <a:lnTo>
                  <a:pt x="604" y="1456"/>
                </a:lnTo>
                <a:lnTo>
                  <a:pt x="604" y="1455"/>
                </a:lnTo>
                <a:lnTo>
                  <a:pt x="605" y="1455"/>
                </a:lnTo>
                <a:lnTo>
                  <a:pt x="605" y="1454"/>
                </a:lnTo>
                <a:lnTo>
                  <a:pt x="605" y="1453"/>
                </a:lnTo>
                <a:lnTo>
                  <a:pt x="605" y="1452"/>
                </a:lnTo>
                <a:lnTo>
                  <a:pt x="604" y="1452"/>
                </a:lnTo>
                <a:lnTo>
                  <a:pt x="603" y="1452"/>
                </a:lnTo>
                <a:lnTo>
                  <a:pt x="603" y="1453"/>
                </a:lnTo>
                <a:lnTo>
                  <a:pt x="602" y="1453"/>
                </a:lnTo>
                <a:lnTo>
                  <a:pt x="602" y="1454"/>
                </a:lnTo>
                <a:lnTo>
                  <a:pt x="601" y="1454"/>
                </a:lnTo>
                <a:lnTo>
                  <a:pt x="600" y="1454"/>
                </a:lnTo>
                <a:lnTo>
                  <a:pt x="600" y="1453"/>
                </a:lnTo>
                <a:lnTo>
                  <a:pt x="600" y="1452"/>
                </a:lnTo>
                <a:lnTo>
                  <a:pt x="600" y="1451"/>
                </a:lnTo>
                <a:lnTo>
                  <a:pt x="600" y="1450"/>
                </a:lnTo>
                <a:lnTo>
                  <a:pt x="599" y="1449"/>
                </a:lnTo>
                <a:lnTo>
                  <a:pt x="598" y="1449"/>
                </a:lnTo>
                <a:lnTo>
                  <a:pt x="597" y="1448"/>
                </a:lnTo>
                <a:lnTo>
                  <a:pt x="597" y="1447"/>
                </a:lnTo>
                <a:lnTo>
                  <a:pt x="596" y="1446"/>
                </a:lnTo>
                <a:lnTo>
                  <a:pt x="596" y="1445"/>
                </a:lnTo>
                <a:lnTo>
                  <a:pt x="596" y="1444"/>
                </a:lnTo>
                <a:lnTo>
                  <a:pt x="597" y="1444"/>
                </a:lnTo>
                <a:lnTo>
                  <a:pt x="598" y="1443"/>
                </a:lnTo>
                <a:lnTo>
                  <a:pt x="599" y="1443"/>
                </a:lnTo>
                <a:lnTo>
                  <a:pt x="599" y="1442"/>
                </a:lnTo>
                <a:lnTo>
                  <a:pt x="599" y="1441"/>
                </a:lnTo>
                <a:lnTo>
                  <a:pt x="598" y="1440"/>
                </a:lnTo>
                <a:lnTo>
                  <a:pt x="597" y="1440"/>
                </a:lnTo>
                <a:lnTo>
                  <a:pt x="597" y="1439"/>
                </a:lnTo>
                <a:lnTo>
                  <a:pt x="596" y="1439"/>
                </a:lnTo>
                <a:lnTo>
                  <a:pt x="595" y="1438"/>
                </a:lnTo>
                <a:lnTo>
                  <a:pt x="594" y="1438"/>
                </a:lnTo>
                <a:lnTo>
                  <a:pt x="594" y="1437"/>
                </a:lnTo>
                <a:lnTo>
                  <a:pt x="593" y="1436"/>
                </a:lnTo>
                <a:lnTo>
                  <a:pt x="593" y="1435"/>
                </a:lnTo>
                <a:lnTo>
                  <a:pt x="594" y="1434"/>
                </a:lnTo>
                <a:lnTo>
                  <a:pt x="594" y="1433"/>
                </a:lnTo>
                <a:lnTo>
                  <a:pt x="595" y="1433"/>
                </a:lnTo>
                <a:lnTo>
                  <a:pt x="595" y="1432"/>
                </a:lnTo>
                <a:lnTo>
                  <a:pt x="595" y="1431"/>
                </a:lnTo>
                <a:lnTo>
                  <a:pt x="594" y="1431"/>
                </a:lnTo>
                <a:lnTo>
                  <a:pt x="594" y="1430"/>
                </a:lnTo>
                <a:lnTo>
                  <a:pt x="593" y="1429"/>
                </a:lnTo>
                <a:lnTo>
                  <a:pt x="593" y="1428"/>
                </a:lnTo>
                <a:lnTo>
                  <a:pt x="590" y="1430"/>
                </a:lnTo>
                <a:lnTo>
                  <a:pt x="590" y="1432"/>
                </a:lnTo>
                <a:lnTo>
                  <a:pt x="590" y="1433"/>
                </a:lnTo>
                <a:lnTo>
                  <a:pt x="590" y="1434"/>
                </a:lnTo>
                <a:lnTo>
                  <a:pt x="589" y="1435"/>
                </a:lnTo>
                <a:lnTo>
                  <a:pt x="589" y="1436"/>
                </a:lnTo>
                <a:lnTo>
                  <a:pt x="589" y="1437"/>
                </a:lnTo>
                <a:lnTo>
                  <a:pt x="589" y="1436"/>
                </a:lnTo>
                <a:lnTo>
                  <a:pt x="587" y="1436"/>
                </a:lnTo>
                <a:lnTo>
                  <a:pt x="586" y="1436"/>
                </a:lnTo>
                <a:lnTo>
                  <a:pt x="586" y="1435"/>
                </a:lnTo>
                <a:lnTo>
                  <a:pt x="585" y="1435"/>
                </a:lnTo>
                <a:lnTo>
                  <a:pt x="586" y="1435"/>
                </a:lnTo>
                <a:lnTo>
                  <a:pt x="586" y="1434"/>
                </a:lnTo>
                <a:lnTo>
                  <a:pt x="586" y="1433"/>
                </a:lnTo>
                <a:lnTo>
                  <a:pt x="587" y="1433"/>
                </a:lnTo>
                <a:lnTo>
                  <a:pt x="587" y="1432"/>
                </a:lnTo>
                <a:lnTo>
                  <a:pt x="586" y="1432"/>
                </a:lnTo>
                <a:lnTo>
                  <a:pt x="586" y="1431"/>
                </a:lnTo>
                <a:lnTo>
                  <a:pt x="586" y="1430"/>
                </a:lnTo>
                <a:lnTo>
                  <a:pt x="585" y="1430"/>
                </a:lnTo>
                <a:lnTo>
                  <a:pt x="586" y="1429"/>
                </a:lnTo>
                <a:lnTo>
                  <a:pt x="586" y="1428"/>
                </a:lnTo>
                <a:lnTo>
                  <a:pt x="585" y="1427"/>
                </a:lnTo>
                <a:lnTo>
                  <a:pt x="584" y="1427"/>
                </a:lnTo>
                <a:lnTo>
                  <a:pt x="583" y="1428"/>
                </a:lnTo>
                <a:lnTo>
                  <a:pt x="582" y="1428"/>
                </a:lnTo>
                <a:lnTo>
                  <a:pt x="581" y="1429"/>
                </a:lnTo>
                <a:lnTo>
                  <a:pt x="580" y="1429"/>
                </a:lnTo>
                <a:lnTo>
                  <a:pt x="579" y="1429"/>
                </a:lnTo>
                <a:lnTo>
                  <a:pt x="578" y="1429"/>
                </a:lnTo>
                <a:lnTo>
                  <a:pt x="577" y="1429"/>
                </a:lnTo>
                <a:lnTo>
                  <a:pt x="577" y="1430"/>
                </a:lnTo>
                <a:lnTo>
                  <a:pt x="575" y="1432"/>
                </a:lnTo>
                <a:lnTo>
                  <a:pt x="575" y="1433"/>
                </a:lnTo>
                <a:lnTo>
                  <a:pt x="574" y="1433"/>
                </a:lnTo>
                <a:lnTo>
                  <a:pt x="574" y="1434"/>
                </a:lnTo>
                <a:lnTo>
                  <a:pt x="573" y="1434"/>
                </a:lnTo>
                <a:lnTo>
                  <a:pt x="572" y="1434"/>
                </a:lnTo>
                <a:lnTo>
                  <a:pt x="572" y="1435"/>
                </a:lnTo>
                <a:lnTo>
                  <a:pt x="572" y="1436"/>
                </a:lnTo>
                <a:lnTo>
                  <a:pt x="571" y="1436"/>
                </a:lnTo>
                <a:lnTo>
                  <a:pt x="570" y="1437"/>
                </a:lnTo>
                <a:lnTo>
                  <a:pt x="570" y="1438"/>
                </a:lnTo>
                <a:lnTo>
                  <a:pt x="569" y="1439"/>
                </a:lnTo>
                <a:lnTo>
                  <a:pt x="568" y="1439"/>
                </a:lnTo>
                <a:lnTo>
                  <a:pt x="567" y="1440"/>
                </a:lnTo>
                <a:lnTo>
                  <a:pt x="566" y="1440"/>
                </a:lnTo>
                <a:lnTo>
                  <a:pt x="565" y="1440"/>
                </a:lnTo>
                <a:lnTo>
                  <a:pt x="565" y="1439"/>
                </a:lnTo>
                <a:lnTo>
                  <a:pt x="564" y="1440"/>
                </a:lnTo>
                <a:lnTo>
                  <a:pt x="563" y="1441"/>
                </a:lnTo>
                <a:lnTo>
                  <a:pt x="562" y="1442"/>
                </a:lnTo>
                <a:lnTo>
                  <a:pt x="559" y="1442"/>
                </a:lnTo>
                <a:lnTo>
                  <a:pt x="558" y="1442"/>
                </a:lnTo>
                <a:lnTo>
                  <a:pt x="558" y="1443"/>
                </a:lnTo>
                <a:lnTo>
                  <a:pt x="557" y="1443"/>
                </a:lnTo>
                <a:lnTo>
                  <a:pt x="556" y="1443"/>
                </a:lnTo>
                <a:lnTo>
                  <a:pt x="555" y="1443"/>
                </a:lnTo>
                <a:lnTo>
                  <a:pt x="554" y="1443"/>
                </a:lnTo>
                <a:lnTo>
                  <a:pt x="553" y="1443"/>
                </a:lnTo>
                <a:lnTo>
                  <a:pt x="552" y="1443"/>
                </a:lnTo>
                <a:lnTo>
                  <a:pt x="549" y="1445"/>
                </a:lnTo>
                <a:lnTo>
                  <a:pt x="548" y="1445"/>
                </a:lnTo>
                <a:lnTo>
                  <a:pt x="547" y="1445"/>
                </a:lnTo>
                <a:lnTo>
                  <a:pt x="546" y="1445"/>
                </a:lnTo>
                <a:lnTo>
                  <a:pt x="546" y="1446"/>
                </a:lnTo>
                <a:lnTo>
                  <a:pt x="546" y="1447"/>
                </a:lnTo>
                <a:lnTo>
                  <a:pt x="545" y="1447"/>
                </a:lnTo>
                <a:lnTo>
                  <a:pt x="545" y="1448"/>
                </a:lnTo>
                <a:lnTo>
                  <a:pt x="545" y="1449"/>
                </a:lnTo>
                <a:lnTo>
                  <a:pt x="545" y="1450"/>
                </a:lnTo>
                <a:lnTo>
                  <a:pt x="544" y="1450"/>
                </a:lnTo>
                <a:lnTo>
                  <a:pt x="543" y="1450"/>
                </a:lnTo>
                <a:lnTo>
                  <a:pt x="543" y="1451"/>
                </a:lnTo>
                <a:lnTo>
                  <a:pt x="542" y="1451"/>
                </a:lnTo>
                <a:lnTo>
                  <a:pt x="542" y="1452"/>
                </a:lnTo>
                <a:lnTo>
                  <a:pt x="541" y="1452"/>
                </a:lnTo>
                <a:lnTo>
                  <a:pt x="541" y="1451"/>
                </a:lnTo>
                <a:lnTo>
                  <a:pt x="540" y="1451"/>
                </a:lnTo>
                <a:lnTo>
                  <a:pt x="540" y="1450"/>
                </a:lnTo>
                <a:lnTo>
                  <a:pt x="539" y="1450"/>
                </a:lnTo>
                <a:lnTo>
                  <a:pt x="539" y="1451"/>
                </a:lnTo>
                <a:lnTo>
                  <a:pt x="538" y="1451"/>
                </a:lnTo>
                <a:lnTo>
                  <a:pt x="537" y="1450"/>
                </a:lnTo>
                <a:lnTo>
                  <a:pt x="536" y="1450"/>
                </a:lnTo>
                <a:lnTo>
                  <a:pt x="535" y="1449"/>
                </a:lnTo>
                <a:lnTo>
                  <a:pt x="535" y="1448"/>
                </a:lnTo>
                <a:lnTo>
                  <a:pt x="534" y="1448"/>
                </a:lnTo>
                <a:lnTo>
                  <a:pt x="533" y="1448"/>
                </a:lnTo>
                <a:lnTo>
                  <a:pt x="532" y="1447"/>
                </a:lnTo>
                <a:lnTo>
                  <a:pt x="531" y="1447"/>
                </a:lnTo>
                <a:lnTo>
                  <a:pt x="530" y="1448"/>
                </a:lnTo>
                <a:lnTo>
                  <a:pt x="529" y="1449"/>
                </a:lnTo>
                <a:lnTo>
                  <a:pt x="528" y="1450"/>
                </a:lnTo>
                <a:lnTo>
                  <a:pt x="528" y="1449"/>
                </a:lnTo>
                <a:lnTo>
                  <a:pt x="528" y="1450"/>
                </a:lnTo>
                <a:lnTo>
                  <a:pt x="528" y="1451"/>
                </a:lnTo>
                <a:lnTo>
                  <a:pt x="527" y="1452"/>
                </a:lnTo>
                <a:lnTo>
                  <a:pt x="527" y="1451"/>
                </a:lnTo>
                <a:lnTo>
                  <a:pt x="527" y="1452"/>
                </a:lnTo>
                <a:lnTo>
                  <a:pt x="526" y="1452"/>
                </a:lnTo>
                <a:lnTo>
                  <a:pt x="526" y="1453"/>
                </a:lnTo>
                <a:lnTo>
                  <a:pt x="525" y="1453"/>
                </a:lnTo>
                <a:lnTo>
                  <a:pt x="525" y="1454"/>
                </a:lnTo>
                <a:lnTo>
                  <a:pt x="525" y="1453"/>
                </a:lnTo>
                <a:lnTo>
                  <a:pt x="524" y="1453"/>
                </a:lnTo>
                <a:lnTo>
                  <a:pt x="524" y="1452"/>
                </a:lnTo>
                <a:lnTo>
                  <a:pt x="523" y="1453"/>
                </a:lnTo>
                <a:lnTo>
                  <a:pt x="522" y="1452"/>
                </a:lnTo>
                <a:lnTo>
                  <a:pt x="521" y="1452"/>
                </a:lnTo>
                <a:lnTo>
                  <a:pt x="521" y="1453"/>
                </a:lnTo>
                <a:lnTo>
                  <a:pt x="520" y="1453"/>
                </a:lnTo>
                <a:lnTo>
                  <a:pt x="519" y="1452"/>
                </a:lnTo>
                <a:lnTo>
                  <a:pt x="519" y="1453"/>
                </a:lnTo>
                <a:lnTo>
                  <a:pt x="518" y="1454"/>
                </a:lnTo>
                <a:lnTo>
                  <a:pt x="518" y="1453"/>
                </a:lnTo>
                <a:lnTo>
                  <a:pt x="517" y="1453"/>
                </a:lnTo>
                <a:lnTo>
                  <a:pt x="516" y="1453"/>
                </a:lnTo>
                <a:lnTo>
                  <a:pt x="516" y="1454"/>
                </a:lnTo>
                <a:lnTo>
                  <a:pt x="516" y="1455"/>
                </a:lnTo>
                <a:lnTo>
                  <a:pt x="516" y="1456"/>
                </a:lnTo>
                <a:lnTo>
                  <a:pt x="515" y="1456"/>
                </a:lnTo>
                <a:lnTo>
                  <a:pt x="515" y="1457"/>
                </a:lnTo>
                <a:lnTo>
                  <a:pt x="514" y="1458"/>
                </a:lnTo>
                <a:lnTo>
                  <a:pt x="513" y="1457"/>
                </a:lnTo>
                <a:lnTo>
                  <a:pt x="512" y="1457"/>
                </a:lnTo>
                <a:lnTo>
                  <a:pt x="512" y="1456"/>
                </a:lnTo>
                <a:lnTo>
                  <a:pt x="511" y="1455"/>
                </a:lnTo>
                <a:lnTo>
                  <a:pt x="510" y="1454"/>
                </a:lnTo>
                <a:lnTo>
                  <a:pt x="509" y="1454"/>
                </a:lnTo>
                <a:lnTo>
                  <a:pt x="508" y="1454"/>
                </a:lnTo>
                <a:lnTo>
                  <a:pt x="507" y="1453"/>
                </a:lnTo>
                <a:lnTo>
                  <a:pt x="506" y="1453"/>
                </a:lnTo>
                <a:lnTo>
                  <a:pt x="505" y="1454"/>
                </a:lnTo>
                <a:lnTo>
                  <a:pt x="504" y="1454"/>
                </a:lnTo>
                <a:lnTo>
                  <a:pt x="503" y="1454"/>
                </a:lnTo>
                <a:lnTo>
                  <a:pt x="502" y="1454"/>
                </a:lnTo>
                <a:lnTo>
                  <a:pt x="501" y="1454"/>
                </a:lnTo>
                <a:lnTo>
                  <a:pt x="500" y="1454"/>
                </a:lnTo>
                <a:lnTo>
                  <a:pt x="500" y="1453"/>
                </a:lnTo>
                <a:lnTo>
                  <a:pt x="500" y="1452"/>
                </a:lnTo>
                <a:lnTo>
                  <a:pt x="498" y="1452"/>
                </a:lnTo>
                <a:lnTo>
                  <a:pt x="497" y="1452"/>
                </a:lnTo>
                <a:lnTo>
                  <a:pt x="496" y="1452"/>
                </a:lnTo>
                <a:lnTo>
                  <a:pt x="495" y="1451"/>
                </a:lnTo>
                <a:lnTo>
                  <a:pt x="493" y="1451"/>
                </a:lnTo>
                <a:lnTo>
                  <a:pt x="492" y="1452"/>
                </a:lnTo>
                <a:lnTo>
                  <a:pt x="491" y="1452"/>
                </a:lnTo>
                <a:lnTo>
                  <a:pt x="490" y="1454"/>
                </a:lnTo>
                <a:lnTo>
                  <a:pt x="486" y="1458"/>
                </a:lnTo>
                <a:lnTo>
                  <a:pt x="485" y="1459"/>
                </a:lnTo>
                <a:lnTo>
                  <a:pt x="486" y="1458"/>
                </a:lnTo>
                <a:lnTo>
                  <a:pt x="479" y="1448"/>
                </a:lnTo>
                <a:lnTo>
                  <a:pt x="478" y="1447"/>
                </a:lnTo>
                <a:lnTo>
                  <a:pt x="471" y="1441"/>
                </a:lnTo>
                <a:lnTo>
                  <a:pt x="456" y="1424"/>
                </a:lnTo>
                <a:lnTo>
                  <a:pt x="455" y="1422"/>
                </a:lnTo>
                <a:lnTo>
                  <a:pt x="455" y="1421"/>
                </a:lnTo>
                <a:lnTo>
                  <a:pt x="455" y="1420"/>
                </a:lnTo>
                <a:lnTo>
                  <a:pt x="455" y="1419"/>
                </a:lnTo>
                <a:lnTo>
                  <a:pt x="453" y="1406"/>
                </a:lnTo>
                <a:lnTo>
                  <a:pt x="452" y="1404"/>
                </a:lnTo>
                <a:lnTo>
                  <a:pt x="452" y="1403"/>
                </a:lnTo>
                <a:lnTo>
                  <a:pt x="450" y="1399"/>
                </a:lnTo>
                <a:lnTo>
                  <a:pt x="450" y="1398"/>
                </a:lnTo>
                <a:lnTo>
                  <a:pt x="450" y="1397"/>
                </a:lnTo>
                <a:lnTo>
                  <a:pt x="450" y="1396"/>
                </a:lnTo>
                <a:lnTo>
                  <a:pt x="451" y="1396"/>
                </a:lnTo>
                <a:lnTo>
                  <a:pt x="453" y="1395"/>
                </a:lnTo>
                <a:lnTo>
                  <a:pt x="457" y="1394"/>
                </a:lnTo>
                <a:lnTo>
                  <a:pt x="456" y="1391"/>
                </a:lnTo>
                <a:lnTo>
                  <a:pt x="455" y="1390"/>
                </a:lnTo>
                <a:lnTo>
                  <a:pt x="455" y="1389"/>
                </a:lnTo>
                <a:lnTo>
                  <a:pt x="455" y="1388"/>
                </a:lnTo>
                <a:lnTo>
                  <a:pt x="454" y="1387"/>
                </a:lnTo>
                <a:lnTo>
                  <a:pt x="455" y="1386"/>
                </a:lnTo>
                <a:lnTo>
                  <a:pt x="457" y="1385"/>
                </a:lnTo>
                <a:lnTo>
                  <a:pt x="458" y="1385"/>
                </a:lnTo>
                <a:lnTo>
                  <a:pt x="459" y="1387"/>
                </a:lnTo>
                <a:lnTo>
                  <a:pt x="459" y="1388"/>
                </a:lnTo>
                <a:lnTo>
                  <a:pt x="461" y="1391"/>
                </a:lnTo>
                <a:lnTo>
                  <a:pt x="463" y="1390"/>
                </a:lnTo>
                <a:lnTo>
                  <a:pt x="462" y="1388"/>
                </a:lnTo>
                <a:lnTo>
                  <a:pt x="463" y="1388"/>
                </a:lnTo>
                <a:lnTo>
                  <a:pt x="465" y="1387"/>
                </a:lnTo>
                <a:lnTo>
                  <a:pt x="466" y="1387"/>
                </a:lnTo>
                <a:lnTo>
                  <a:pt x="468" y="1386"/>
                </a:lnTo>
                <a:lnTo>
                  <a:pt x="470" y="1385"/>
                </a:lnTo>
                <a:lnTo>
                  <a:pt x="473" y="1384"/>
                </a:lnTo>
                <a:lnTo>
                  <a:pt x="474" y="1384"/>
                </a:lnTo>
                <a:lnTo>
                  <a:pt x="475" y="1386"/>
                </a:lnTo>
                <a:lnTo>
                  <a:pt x="476" y="1387"/>
                </a:lnTo>
                <a:lnTo>
                  <a:pt x="477" y="1388"/>
                </a:lnTo>
                <a:lnTo>
                  <a:pt x="478" y="1388"/>
                </a:lnTo>
                <a:lnTo>
                  <a:pt x="479" y="1388"/>
                </a:lnTo>
                <a:lnTo>
                  <a:pt x="480" y="1387"/>
                </a:lnTo>
                <a:lnTo>
                  <a:pt x="480" y="1388"/>
                </a:lnTo>
                <a:lnTo>
                  <a:pt x="481" y="1388"/>
                </a:lnTo>
                <a:lnTo>
                  <a:pt x="482" y="1386"/>
                </a:lnTo>
                <a:lnTo>
                  <a:pt x="482" y="1387"/>
                </a:lnTo>
                <a:lnTo>
                  <a:pt x="482" y="1386"/>
                </a:lnTo>
                <a:lnTo>
                  <a:pt x="483" y="1386"/>
                </a:lnTo>
                <a:lnTo>
                  <a:pt x="482" y="1386"/>
                </a:lnTo>
                <a:lnTo>
                  <a:pt x="482" y="1385"/>
                </a:lnTo>
                <a:lnTo>
                  <a:pt x="482" y="1384"/>
                </a:lnTo>
                <a:lnTo>
                  <a:pt x="484" y="1383"/>
                </a:lnTo>
                <a:lnTo>
                  <a:pt x="484" y="1382"/>
                </a:lnTo>
                <a:lnTo>
                  <a:pt x="486" y="1382"/>
                </a:lnTo>
                <a:lnTo>
                  <a:pt x="487" y="1381"/>
                </a:lnTo>
                <a:lnTo>
                  <a:pt x="486" y="1379"/>
                </a:lnTo>
                <a:lnTo>
                  <a:pt x="486" y="1378"/>
                </a:lnTo>
                <a:lnTo>
                  <a:pt x="486" y="1377"/>
                </a:lnTo>
                <a:lnTo>
                  <a:pt x="485" y="1376"/>
                </a:lnTo>
                <a:lnTo>
                  <a:pt x="485" y="1375"/>
                </a:lnTo>
                <a:lnTo>
                  <a:pt x="485" y="1374"/>
                </a:lnTo>
                <a:lnTo>
                  <a:pt x="484" y="1374"/>
                </a:lnTo>
                <a:lnTo>
                  <a:pt x="484" y="1373"/>
                </a:lnTo>
                <a:lnTo>
                  <a:pt x="485" y="1372"/>
                </a:lnTo>
                <a:lnTo>
                  <a:pt x="487" y="1371"/>
                </a:lnTo>
                <a:lnTo>
                  <a:pt x="489" y="1371"/>
                </a:lnTo>
                <a:lnTo>
                  <a:pt x="490" y="1371"/>
                </a:lnTo>
                <a:lnTo>
                  <a:pt x="491" y="1370"/>
                </a:lnTo>
                <a:lnTo>
                  <a:pt x="491" y="1369"/>
                </a:lnTo>
                <a:lnTo>
                  <a:pt x="492" y="1369"/>
                </a:lnTo>
                <a:lnTo>
                  <a:pt x="493" y="1369"/>
                </a:lnTo>
                <a:lnTo>
                  <a:pt x="494" y="1368"/>
                </a:lnTo>
                <a:lnTo>
                  <a:pt x="495" y="1368"/>
                </a:lnTo>
                <a:lnTo>
                  <a:pt x="496" y="1366"/>
                </a:lnTo>
                <a:lnTo>
                  <a:pt x="503" y="1364"/>
                </a:lnTo>
                <a:lnTo>
                  <a:pt x="504" y="1364"/>
                </a:lnTo>
                <a:lnTo>
                  <a:pt x="511" y="1362"/>
                </a:lnTo>
                <a:lnTo>
                  <a:pt x="512" y="1361"/>
                </a:lnTo>
                <a:lnTo>
                  <a:pt x="513" y="1361"/>
                </a:lnTo>
                <a:lnTo>
                  <a:pt x="515" y="1361"/>
                </a:lnTo>
                <a:lnTo>
                  <a:pt x="516" y="1361"/>
                </a:lnTo>
                <a:lnTo>
                  <a:pt x="518" y="1360"/>
                </a:lnTo>
                <a:lnTo>
                  <a:pt x="519" y="1360"/>
                </a:lnTo>
                <a:lnTo>
                  <a:pt x="524" y="1359"/>
                </a:lnTo>
                <a:lnTo>
                  <a:pt x="528" y="1358"/>
                </a:lnTo>
                <a:lnTo>
                  <a:pt x="529" y="1358"/>
                </a:lnTo>
                <a:lnTo>
                  <a:pt x="529" y="1355"/>
                </a:lnTo>
                <a:lnTo>
                  <a:pt x="530" y="1351"/>
                </a:lnTo>
                <a:lnTo>
                  <a:pt x="530" y="1350"/>
                </a:lnTo>
                <a:lnTo>
                  <a:pt x="531" y="1349"/>
                </a:lnTo>
                <a:lnTo>
                  <a:pt x="530" y="1347"/>
                </a:lnTo>
                <a:lnTo>
                  <a:pt x="530" y="1346"/>
                </a:lnTo>
                <a:lnTo>
                  <a:pt x="529" y="1344"/>
                </a:lnTo>
                <a:lnTo>
                  <a:pt x="529" y="1342"/>
                </a:lnTo>
                <a:lnTo>
                  <a:pt x="530" y="1342"/>
                </a:lnTo>
                <a:lnTo>
                  <a:pt x="528" y="1338"/>
                </a:lnTo>
                <a:lnTo>
                  <a:pt x="528" y="1337"/>
                </a:lnTo>
                <a:lnTo>
                  <a:pt x="528" y="1336"/>
                </a:lnTo>
                <a:lnTo>
                  <a:pt x="527" y="1334"/>
                </a:lnTo>
                <a:lnTo>
                  <a:pt x="528" y="1333"/>
                </a:lnTo>
                <a:lnTo>
                  <a:pt x="528" y="1332"/>
                </a:lnTo>
                <a:lnTo>
                  <a:pt x="527" y="1332"/>
                </a:lnTo>
                <a:lnTo>
                  <a:pt x="526" y="1332"/>
                </a:lnTo>
                <a:lnTo>
                  <a:pt x="525" y="1332"/>
                </a:lnTo>
                <a:lnTo>
                  <a:pt x="525" y="1333"/>
                </a:lnTo>
                <a:lnTo>
                  <a:pt x="524" y="1333"/>
                </a:lnTo>
                <a:lnTo>
                  <a:pt x="523" y="1333"/>
                </a:lnTo>
                <a:lnTo>
                  <a:pt x="522" y="1333"/>
                </a:lnTo>
                <a:lnTo>
                  <a:pt x="522" y="1332"/>
                </a:lnTo>
                <a:lnTo>
                  <a:pt x="521" y="1332"/>
                </a:lnTo>
                <a:lnTo>
                  <a:pt x="521" y="1331"/>
                </a:lnTo>
                <a:lnTo>
                  <a:pt x="520" y="1331"/>
                </a:lnTo>
                <a:lnTo>
                  <a:pt x="520" y="1330"/>
                </a:lnTo>
                <a:lnTo>
                  <a:pt x="521" y="1330"/>
                </a:lnTo>
                <a:lnTo>
                  <a:pt x="522" y="1330"/>
                </a:lnTo>
                <a:lnTo>
                  <a:pt x="522" y="1329"/>
                </a:lnTo>
                <a:lnTo>
                  <a:pt x="523" y="1329"/>
                </a:lnTo>
                <a:lnTo>
                  <a:pt x="524" y="1328"/>
                </a:lnTo>
                <a:lnTo>
                  <a:pt x="525" y="1328"/>
                </a:lnTo>
                <a:lnTo>
                  <a:pt x="525" y="1327"/>
                </a:lnTo>
                <a:lnTo>
                  <a:pt x="525" y="1326"/>
                </a:lnTo>
                <a:lnTo>
                  <a:pt x="525" y="1325"/>
                </a:lnTo>
                <a:lnTo>
                  <a:pt x="524" y="1324"/>
                </a:lnTo>
                <a:lnTo>
                  <a:pt x="523" y="1324"/>
                </a:lnTo>
                <a:lnTo>
                  <a:pt x="522" y="1324"/>
                </a:lnTo>
                <a:lnTo>
                  <a:pt x="522" y="1323"/>
                </a:lnTo>
                <a:lnTo>
                  <a:pt x="521" y="1323"/>
                </a:lnTo>
                <a:lnTo>
                  <a:pt x="521" y="1322"/>
                </a:lnTo>
                <a:lnTo>
                  <a:pt x="521" y="1321"/>
                </a:lnTo>
                <a:lnTo>
                  <a:pt x="522" y="1320"/>
                </a:lnTo>
                <a:lnTo>
                  <a:pt x="522" y="1319"/>
                </a:lnTo>
                <a:lnTo>
                  <a:pt x="522" y="1318"/>
                </a:lnTo>
                <a:lnTo>
                  <a:pt x="521" y="1317"/>
                </a:lnTo>
                <a:lnTo>
                  <a:pt x="520" y="1317"/>
                </a:lnTo>
                <a:lnTo>
                  <a:pt x="519" y="1317"/>
                </a:lnTo>
                <a:lnTo>
                  <a:pt x="519" y="1318"/>
                </a:lnTo>
                <a:lnTo>
                  <a:pt x="519" y="1317"/>
                </a:lnTo>
                <a:lnTo>
                  <a:pt x="518" y="1317"/>
                </a:lnTo>
                <a:lnTo>
                  <a:pt x="517" y="1318"/>
                </a:lnTo>
                <a:lnTo>
                  <a:pt x="517" y="1319"/>
                </a:lnTo>
                <a:lnTo>
                  <a:pt x="518" y="1319"/>
                </a:lnTo>
                <a:lnTo>
                  <a:pt x="518" y="1320"/>
                </a:lnTo>
                <a:lnTo>
                  <a:pt x="518" y="1321"/>
                </a:lnTo>
                <a:lnTo>
                  <a:pt x="518" y="1322"/>
                </a:lnTo>
                <a:lnTo>
                  <a:pt x="517" y="1322"/>
                </a:lnTo>
                <a:lnTo>
                  <a:pt x="517" y="1323"/>
                </a:lnTo>
                <a:lnTo>
                  <a:pt x="517" y="1324"/>
                </a:lnTo>
                <a:lnTo>
                  <a:pt x="518" y="1325"/>
                </a:lnTo>
                <a:lnTo>
                  <a:pt x="518" y="1326"/>
                </a:lnTo>
                <a:lnTo>
                  <a:pt x="519" y="1326"/>
                </a:lnTo>
                <a:lnTo>
                  <a:pt x="519" y="1327"/>
                </a:lnTo>
                <a:lnTo>
                  <a:pt x="519" y="1330"/>
                </a:lnTo>
                <a:lnTo>
                  <a:pt x="519" y="1331"/>
                </a:lnTo>
                <a:lnTo>
                  <a:pt x="518" y="1331"/>
                </a:lnTo>
                <a:lnTo>
                  <a:pt x="517" y="1332"/>
                </a:lnTo>
                <a:lnTo>
                  <a:pt x="516" y="1332"/>
                </a:lnTo>
                <a:lnTo>
                  <a:pt x="515" y="1331"/>
                </a:lnTo>
                <a:lnTo>
                  <a:pt x="514" y="1331"/>
                </a:lnTo>
                <a:lnTo>
                  <a:pt x="513" y="1332"/>
                </a:lnTo>
                <a:lnTo>
                  <a:pt x="512" y="1332"/>
                </a:lnTo>
                <a:lnTo>
                  <a:pt x="512" y="1333"/>
                </a:lnTo>
                <a:lnTo>
                  <a:pt x="511" y="1333"/>
                </a:lnTo>
                <a:lnTo>
                  <a:pt x="510" y="1333"/>
                </a:lnTo>
                <a:lnTo>
                  <a:pt x="509" y="1333"/>
                </a:lnTo>
                <a:lnTo>
                  <a:pt x="509" y="1332"/>
                </a:lnTo>
                <a:lnTo>
                  <a:pt x="508" y="1332"/>
                </a:lnTo>
                <a:lnTo>
                  <a:pt x="508" y="1331"/>
                </a:lnTo>
                <a:lnTo>
                  <a:pt x="507" y="1331"/>
                </a:lnTo>
                <a:lnTo>
                  <a:pt x="506" y="1330"/>
                </a:lnTo>
                <a:lnTo>
                  <a:pt x="506" y="1329"/>
                </a:lnTo>
                <a:lnTo>
                  <a:pt x="506" y="1328"/>
                </a:lnTo>
                <a:lnTo>
                  <a:pt x="506" y="1327"/>
                </a:lnTo>
                <a:lnTo>
                  <a:pt x="506" y="1326"/>
                </a:lnTo>
                <a:lnTo>
                  <a:pt x="506" y="1325"/>
                </a:lnTo>
                <a:lnTo>
                  <a:pt x="507" y="1324"/>
                </a:lnTo>
                <a:lnTo>
                  <a:pt x="507" y="1323"/>
                </a:lnTo>
                <a:lnTo>
                  <a:pt x="507" y="1321"/>
                </a:lnTo>
                <a:lnTo>
                  <a:pt x="507" y="1320"/>
                </a:lnTo>
                <a:lnTo>
                  <a:pt x="507" y="1319"/>
                </a:lnTo>
                <a:lnTo>
                  <a:pt x="508" y="1318"/>
                </a:lnTo>
                <a:lnTo>
                  <a:pt x="508" y="1316"/>
                </a:lnTo>
                <a:lnTo>
                  <a:pt x="508" y="1315"/>
                </a:lnTo>
                <a:lnTo>
                  <a:pt x="508" y="1314"/>
                </a:lnTo>
                <a:lnTo>
                  <a:pt x="508" y="1313"/>
                </a:lnTo>
                <a:lnTo>
                  <a:pt x="509" y="1313"/>
                </a:lnTo>
                <a:lnTo>
                  <a:pt x="509" y="1311"/>
                </a:lnTo>
                <a:lnTo>
                  <a:pt x="508" y="1311"/>
                </a:lnTo>
                <a:lnTo>
                  <a:pt x="508" y="1309"/>
                </a:lnTo>
                <a:lnTo>
                  <a:pt x="509" y="1309"/>
                </a:lnTo>
                <a:lnTo>
                  <a:pt x="508" y="1308"/>
                </a:lnTo>
                <a:lnTo>
                  <a:pt x="508" y="1307"/>
                </a:lnTo>
                <a:lnTo>
                  <a:pt x="508" y="1306"/>
                </a:lnTo>
                <a:lnTo>
                  <a:pt x="507" y="1307"/>
                </a:lnTo>
                <a:lnTo>
                  <a:pt x="504" y="1308"/>
                </a:lnTo>
                <a:lnTo>
                  <a:pt x="503" y="1308"/>
                </a:lnTo>
                <a:lnTo>
                  <a:pt x="502" y="1307"/>
                </a:lnTo>
                <a:lnTo>
                  <a:pt x="502" y="1308"/>
                </a:lnTo>
                <a:lnTo>
                  <a:pt x="501" y="1308"/>
                </a:lnTo>
                <a:lnTo>
                  <a:pt x="500" y="1308"/>
                </a:lnTo>
                <a:lnTo>
                  <a:pt x="500" y="1309"/>
                </a:lnTo>
                <a:lnTo>
                  <a:pt x="500" y="1310"/>
                </a:lnTo>
                <a:lnTo>
                  <a:pt x="499" y="1310"/>
                </a:lnTo>
                <a:lnTo>
                  <a:pt x="498" y="1311"/>
                </a:lnTo>
                <a:lnTo>
                  <a:pt x="497" y="1311"/>
                </a:lnTo>
                <a:lnTo>
                  <a:pt x="497" y="1312"/>
                </a:lnTo>
                <a:lnTo>
                  <a:pt x="496" y="1312"/>
                </a:lnTo>
                <a:lnTo>
                  <a:pt x="496" y="1313"/>
                </a:lnTo>
                <a:lnTo>
                  <a:pt x="495" y="1312"/>
                </a:lnTo>
                <a:lnTo>
                  <a:pt x="494" y="1313"/>
                </a:lnTo>
                <a:lnTo>
                  <a:pt x="493" y="1313"/>
                </a:lnTo>
                <a:lnTo>
                  <a:pt x="492" y="1313"/>
                </a:lnTo>
                <a:lnTo>
                  <a:pt x="490" y="1313"/>
                </a:lnTo>
                <a:lnTo>
                  <a:pt x="490" y="1312"/>
                </a:lnTo>
                <a:lnTo>
                  <a:pt x="489" y="1311"/>
                </a:lnTo>
                <a:lnTo>
                  <a:pt x="488" y="1310"/>
                </a:lnTo>
                <a:lnTo>
                  <a:pt x="487" y="1309"/>
                </a:lnTo>
                <a:lnTo>
                  <a:pt x="485" y="1308"/>
                </a:lnTo>
                <a:lnTo>
                  <a:pt x="485" y="1307"/>
                </a:lnTo>
                <a:lnTo>
                  <a:pt x="484" y="1307"/>
                </a:lnTo>
                <a:lnTo>
                  <a:pt x="483" y="1306"/>
                </a:lnTo>
                <a:lnTo>
                  <a:pt x="482" y="1305"/>
                </a:lnTo>
                <a:lnTo>
                  <a:pt x="481" y="1305"/>
                </a:lnTo>
                <a:lnTo>
                  <a:pt x="480" y="1305"/>
                </a:lnTo>
                <a:lnTo>
                  <a:pt x="479" y="1304"/>
                </a:lnTo>
                <a:lnTo>
                  <a:pt x="479" y="1305"/>
                </a:lnTo>
                <a:lnTo>
                  <a:pt x="478" y="1304"/>
                </a:lnTo>
                <a:lnTo>
                  <a:pt x="477" y="1304"/>
                </a:lnTo>
                <a:lnTo>
                  <a:pt x="476" y="1304"/>
                </a:lnTo>
                <a:lnTo>
                  <a:pt x="475" y="1303"/>
                </a:lnTo>
                <a:lnTo>
                  <a:pt x="476" y="1304"/>
                </a:lnTo>
                <a:lnTo>
                  <a:pt x="475" y="1305"/>
                </a:lnTo>
                <a:lnTo>
                  <a:pt x="475" y="1306"/>
                </a:lnTo>
                <a:lnTo>
                  <a:pt x="476" y="1306"/>
                </a:lnTo>
                <a:lnTo>
                  <a:pt x="476" y="1307"/>
                </a:lnTo>
                <a:lnTo>
                  <a:pt x="477" y="1310"/>
                </a:lnTo>
                <a:lnTo>
                  <a:pt x="480" y="1309"/>
                </a:lnTo>
                <a:lnTo>
                  <a:pt x="483" y="1308"/>
                </a:lnTo>
                <a:lnTo>
                  <a:pt x="484" y="1308"/>
                </a:lnTo>
                <a:lnTo>
                  <a:pt x="487" y="1310"/>
                </a:lnTo>
                <a:lnTo>
                  <a:pt x="488" y="1310"/>
                </a:lnTo>
                <a:lnTo>
                  <a:pt x="489" y="1311"/>
                </a:lnTo>
                <a:lnTo>
                  <a:pt x="489" y="1312"/>
                </a:lnTo>
                <a:lnTo>
                  <a:pt x="490" y="1313"/>
                </a:lnTo>
                <a:lnTo>
                  <a:pt x="492" y="1314"/>
                </a:lnTo>
                <a:lnTo>
                  <a:pt x="492" y="1317"/>
                </a:lnTo>
                <a:lnTo>
                  <a:pt x="493" y="1317"/>
                </a:lnTo>
                <a:lnTo>
                  <a:pt x="493" y="1319"/>
                </a:lnTo>
                <a:lnTo>
                  <a:pt x="493" y="1323"/>
                </a:lnTo>
                <a:lnTo>
                  <a:pt x="491" y="1334"/>
                </a:lnTo>
                <a:lnTo>
                  <a:pt x="490" y="1334"/>
                </a:lnTo>
                <a:lnTo>
                  <a:pt x="490" y="1335"/>
                </a:lnTo>
                <a:lnTo>
                  <a:pt x="489" y="1335"/>
                </a:lnTo>
                <a:lnTo>
                  <a:pt x="489" y="1336"/>
                </a:lnTo>
                <a:lnTo>
                  <a:pt x="488" y="1336"/>
                </a:lnTo>
                <a:lnTo>
                  <a:pt x="487" y="1336"/>
                </a:lnTo>
                <a:lnTo>
                  <a:pt x="487" y="1337"/>
                </a:lnTo>
                <a:lnTo>
                  <a:pt x="486" y="1337"/>
                </a:lnTo>
                <a:lnTo>
                  <a:pt x="486" y="1336"/>
                </a:lnTo>
                <a:lnTo>
                  <a:pt x="486" y="1335"/>
                </a:lnTo>
                <a:lnTo>
                  <a:pt x="485" y="1335"/>
                </a:lnTo>
                <a:lnTo>
                  <a:pt x="485" y="1334"/>
                </a:lnTo>
                <a:lnTo>
                  <a:pt x="484" y="1332"/>
                </a:lnTo>
                <a:lnTo>
                  <a:pt x="482" y="1331"/>
                </a:lnTo>
                <a:lnTo>
                  <a:pt x="481" y="1331"/>
                </a:lnTo>
                <a:lnTo>
                  <a:pt x="480" y="1330"/>
                </a:lnTo>
                <a:lnTo>
                  <a:pt x="479" y="1331"/>
                </a:lnTo>
                <a:lnTo>
                  <a:pt x="479" y="1332"/>
                </a:lnTo>
                <a:lnTo>
                  <a:pt x="478" y="1332"/>
                </a:lnTo>
                <a:lnTo>
                  <a:pt x="477" y="1332"/>
                </a:lnTo>
                <a:lnTo>
                  <a:pt x="475" y="1332"/>
                </a:lnTo>
                <a:lnTo>
                  <a:pt x="475" y="1333"/>
                </a:lnTo>
                <a:lnTo>
                  <a:pt x="474" y="1333"/>
                </a:lnTo>
                <a:lnTo>
                  <a:pt x="474" y="1334"/>
                </a:lnTo>
                <a:lnTo>
                  <a:pt x="472" y="1333"/>
                </a:lnTo>
                <a:lnTo>
                  <a:pt x="471" y="1332"/>
                </a:lnTo>
                <a:lnTo>
                  <a:pt x="470" y="1334"/>
                </a:lnTo>
                <a:lnTo>
                  <a:pt x="469" y="1335"/>
                </a:lnTo>
                <a:lnTo>
                  <a:pt x="470" y="1335"/>
                </a:lnTo>
                <a:lnTo>
                  <a:pt x="470" y="1337"/>
                </a:lnTo>
                <a:lnTo>
                  <a:pt x="470" y="1338"/>
                </a:lnTo>
                <a:lnTo>
                  <a:pt x="470" y="1340"/>
                </a:lnTo>
                <a:lnTo>
                  <a:pt x="471" y="1340"/>
                </a:lnTo>
                <a:lnTo>
                  <a:pt x="471" y="1341"/>
                </a:lnTo>
                <a:lnTo>
                  <a:pt x="471" y="1342"/>
                </a:lnTo>
                <a:lnTo>
                  <a:pt x="470" y="1342"/>
                </a:lnTo>
                <a:lnTo>
                  <a:pt x="469" y="1342"/>
                </a:lnTo>
                <a:lnTo>
                  <a:pt x="470" y="1342"/>
                </a:lnTo>
                <a:lnTo>
                  <a:pt x="470" y="1344"/>
                </a:lnTo>
                <a:lnTo>
                  <a:pt x="469" y="1345"/>
                </a:lnTo>
                <a:lnTo>
                  <a:pt x="469" y="1346"/>
                </a:lnTo>
                <a:lnTo>
                  <a:pt x="468" y="1347"/>
                </a:lnTo>
                <a:lnTo>
                  <a:pt x="468" y="1348"/>
                </a:lnTo>
                <a:lnTo>
                  <a:pt x="467" y="1349"/>
                </a:lnTo>
                <a:lnTo>
                  <a:pt x="467" y="1352"/>
                </a:lnTo>
                <a:lnTo>
                  <a:pt x="467" y="1353"/>
                </a:lnTo>
                <a:lnTo>
                  <a:pt x="467" y="1354"/>
                </a:lnTo>
                <a:lnTo>
                  <a:pt x="467" y="1355"/>
                </a:lnTo>
                <a:lnTo>
                  <a:pt x="467" y="1356"/>
                </a:lnTo>
                <a:lnTo>
                  <a:pt x="466" y="1357"/>
                </a:lnTo>
                <a:lnTo>
                  <a:pt x="465" y="1359"/>
                </a:lnTo>
                <a:lnTo>
                  <a:pt x="464" y="1359"/>
                </a:lnTo>
                <a:lnTo>
                  <a:pt x="463" y="1359"/>
                </a:lnTo>
                <a:lnTo>
                  <a:pt x="462" y="1360"/>
                </a:lnTo>
                <a:lnTo>
                  <a:pt x="461" y="1361"/>
                </a:lnTo>
                <a:lnTo>
                  <a:pt x="460" y="1361"/>
                </a:lnTo>
                <a:lnTo>
                  <a:pt x="459" y="1361"/>
                </a:lnTo>
                <a:lnTo>
                  <a:pt x="459" y="1362"/>
                </a:lnTo>
                <a:lnTo>
                  <a:pt x="459" y="1361"/>
                </a:lnTo>
                <a:lnTo>
                  <a:pt x="458" y="1361"/>
                </a:lnTo>
                <a:lnTo>
                  <a:pt x="457" y="1361"/>
                </a:lnTo>
                <a:lnTo>
                  <a:pt x="456" y="1361"/>
                </a:lnTo>
                <a:lnTo>
                  <a:pt x="455" y="1361"/>
                </a:lnTo>
                <a:lnTo>
                  <a:pt x="454" y="1361"/>
                </a:lnTo>
                <a:lnTo>
                  <a:pt x="454" y="1360"/>
                </a:lnTo>
                <a:lnTo>
                  <a:pt x="453" y="1361"/>
                </a:lnTo>
                <a:lnTo>
                  <a:pt x="453" y="1362"/>
                </a:lnTo>
                <a:lnTo>
                  <a:pt x="452" y="1362"/>
                </a:lnTo>
                <a:lnTo>
                  <a:pt x="451" y="1363"/>
                </a:lnTo>
                <a:lnTo>
                  <a:pt x="450" y="1363"/>
                </a:lnTo>
                <a:lnTo>
                  <a:pt x="449" y="1364"/>
                </a:lnTo>
                <a:lnTo>
                  <a:pt x="449" y="1365"/>
                </a:lnTo>
                <a:lnTo>
                  <a:pt x="448" y="1365"/>
                </a:lnTo>
                <a:lnTo>
                  <a:pt x="448" y="1366"/>
                </a:lnTo>
                <a:lnTo>
                  <a:pt x="447" y="1366"/>
                </a:lnTo>
                <a:lnTo>
                  <a:pt x="446" y="1365"/>
                </a:lnTo>
                <a:lnTo>
                  <a:pt x="446" y="1366"/>
                </a:lnTo>
                <a:lnTo>
                  <a:pt x="445" y="1365"/>
                </a:lnTo>
                <a:lnTo>
                  <a:pt x="444" y="1364"/>
                </a:lnTo>
                <a:lnTo>
                  <a:pt x="444" y="1363"/>
                </a:lnTo>
                <a:lnTo>
                  <a:pt x="443" y="1363"/>
                </a:lnTo>
                <a:lnTo>
                  <a:pt x="443" y="1361"/>
                </a:lnTo>
                <a:lnTo>
                  <a:pt x="442" y="1359"/>
                </a:lnTo>
                <a:lnTo>
                  <a:pt x="441" y="1359"/>
                </a:lnTo>
                <a:lnTo>
                  <a:pt x="441" y="1358"/>
                </a:lnTo>
                <a:lnTo>
                  <a:pt x="440" y="1358"/>
                </a:lnTo>
                <a:lnTo>
                  <a:pt x="438" y="1358"/>
                </a:lnTo>
                <a:lnTo>
                  <a:pt x="436" y="1357"/>
                </a:lnTo>
                <a:lnTo>
                  <a:pt x="435" y="1356"/>
                </a:lnTo>
                <a:lnTo>
                  <a:pt x="434" y="1356"/>
                </a:lnTo>
                <a:lnTo>
                  <a:pt x="434" y="1355"/>
                </a:lnTo>
                <a:lnTo>
                  <a:pt x="433" y="1355"/>
                </a:lnTo>
                <a:lnTo>
                  <a:pt x="433" y="1356"/>
                </a:lnTo>
                <a:lnTo>
                  <a:pt x="432" y="1356"/>
                </a:lnTo>
                <a:lnTo>
                  <a:pt x="431" y="1355"/>
                </a:lnTo>
                <a:lnTo>
                  <a:pt x="432" y="1355"/>
                </a:lnTo>
                <a:lnTo>
                  <a:pt x="431" y="1354"/>
                </a:lnTo>
                <a:lnTo>
                  <a:pt x="431" y="1353"/>
                </a:lnTo>
                <a:lnTo>
                  <a:pt x="430" y="1353"/>
                </a:lnTo>
                <a:lnTo>
                  <a:pt x="430" y="1352"/>
                </a:lnTo>
                <a:lnTo>
                  <a:pt x="428" y="1352"/>
                </a:lnTo>
                <a:lnTo>
                  <a:pt x="428" y="1350"/>
                </a:lnTo>
                <a:lnTo>
                  <a:pt x="428" y="1349"/>
                </a:lnTo>
                <a:lnTo>
                  <a:pt x="427" y="1349"/>
                </a:lnTo>
                <a:lnTo>
                  <a:pt x="426" y="1348"/>
                </a:lnTo>
                <a:lnTo>
                  <a:pt x="426" y="1347"/>
                </a:lnTo>
                <a:lnTo>
                  <a:pt x="426" y="1346"/>
                </a:lnTo>
                <a:lnTo>
                  <a:pt x="426" y="1345"/>
                </a:lnTo>
                <a:lnTo>
                  <a:pt x="426" y="1344"/>
                </a:lnTo>
                <a:lnTo>
                  <a:pt x="426" y="1343"/>
                </a:lnTo>
                <a:lnTo>
                  <a:pt x="425" y="1343"/>
                </a:lnTo>
                <a:lnTo>
                  <a:pt x="425" y="1342"/>
                </a:lnTo>
                <a:lnTo>
                  <a:pt x="425" y="1341"/>
                </a:lnTo>
                <a:lnTo>
                  <a:pt x="425" y="1340"/>
                </a:lnTo>
                <a:lnTo>
                  <a:pt x="424" y="1339"/>
                </a:lnTo>
                <a:lnTo>
                  <a:pt x="423" y="1339"/>
                </a:lnTo>
                <a:lnTo>
                  <a:pt x="423" y="1338"/>
                </a:lnTo>
                <a:lnTo>
                  <a:pt x="422" y="1337"/>
                </a:lnTo>
                <a:lnTo>
                  <a:pt x="422" y="1336"/>
                </a:lnTo>
                <a:lnTo>
                  <a:pt x="421" y="1336"/>
                </a:lnTo>
                <a:lnTo>
                  <a:pt x="421" y="1335"/>
                </a:lnTo>
                <a:lnTo>
                  <a:pt x="422" y="1335"/>
                </a:lnTo>
                <a:lnTo>
                  <a:pt x="423" y="1334"/>
                </a:lnTo>
                <a:lnTo>
                  <a:pt x="423" y="1333"/>
                </a:lnTo>
                <a:lnTo>
                  <a:pt x="423" y="1331"/>
                </a:lnTo>
                <a:lnTo>
                  <a:pt x="423" y="1330"/>
                </a:lnTo>
                <a:lnTo>
                  <a:pt x="423" y="1329"/>
                </a:lnTo>
                <a:lnTo>
                  <a:pt x="422" y="1328"/>
                </a:lnTo>
                <a:lnTo>
                  <a:pt x="422" y="1327"/>
                </a:lnTo>
                <a:lnTo>
                  <a:pt x="422" y="1325"/>
                </a:lnTo>
                <a:lnTo>
                  <a:pt x="422" y="1324"/>
                </a:lnTo>
                <a:lnTo>
                  <a:pt x="422" y="1323"/>
                </a:lnTo>
                <a:lnTo>
                  <a:pt x="421" y="1322"/>
                </a:lnTo>
                <a:lnTo>
                  <a:pt x="421" y="1321"/>
                </a:lnTo>
                <a:lnTo>
                  <a:pt x="420" y="1322"/>
                </a:lnTo>
                <a:lnTo>
                  <a:pt x="419" y="1322"/>
                </a:lnTo>
                <a:lnTo>
                  <a:pt x="419" y="1323"/>
                </a:lnTo>
                <a:lnTo>
                  <a:pt x="418" y="1323"/>
                </a:lnTo>
                <a:lnTo>
                  <a:pt x="418" y="1324"/>
                </a:lnTo>
                <a:lnTo>
                  <a:pt x="417" y="1325"/>
                </a:lnTo>
                <a:lnTo>
                  <a:pt x="416" y="1326"/>
                </a:lnTo>
                <a:lnTo>
                  <a:pt x="415" y="1327"/>
                </a:lnTo>
                <a:lnTo>
                  <a:pt x="414" y="1327"/>
                </a:lnTo>
                <a:lnTo>
                  <a:pt x="414" y="1328"/>
                </a:lnTo>
                <a:lnTo>
                  <a:pt x="413" y="1327"/>
                </a:lnTo>
                <a:lnTo>
                  <a:pt x="412" y="1328"/>
                </a:lnTo>
                <a:lnTo>
                  <a:pt x="411" y="1328"/>
                </a:lnTo>
                <a:lnTo>
                  <a:pt x="409" y="1328"/>
                </a:lnTo>
                <a:lnTo>
                  <a:pt x="408" y="1328"/>
                </a:lnTo>
                <a:lnTo>
                  <a:pt x="407" y="1328"/>
                </a:lnTo>
                <a:lnTo>
                  <a:pt x="407" y="1326"/>
                </a:lnTo>
                <a:lnTo>
                  <a:pt x="408" y="1325"/>
                </a:lnTo>
                <a:lnTo>
                  <a:pt x="408" y="1324"/>
                </a:lnTo>
                <a:lnTo>
                  <a:pt x="406" y="1324"/>
                </a:lnTo>
                <a:lnTo>
                  <a:pt x="405" y="1323"/>
                </a:lnTo>
                <a:lnTo>
                  <a:pt x="404" y="1322"/>
                </a:lnTo>
                <a:lnTo>
                  <a:pt x="404" y="1321"/>
                </a:lnTo>
                <a:lnTo>
                  <a:pt x="403" y="1319"/>
                </a:lnTo>
                <a:lnTo>
                  <a:pt x="404" y="1318"/>
                </a:lnTo>
                <a:lnTo>
                  <a:pt x="403" y="1316"/>
                </a:lnTo>
                <a:lnTo>
                  <a:pt x="405" y="1312"/>
                </a:lnTo>
                <a:lnTo>
                  <a:pt x="406" y="1312"/>
                </a:lnTo>
                <a:lnTo>
                  <a:pt x="406" y="1311"/>
                </a:lnTo>
                <a:lnTo>
                  <a:pt x="407" y="1309"/>
                </a:lnTo>
                <a:lnTo>
                  <a:pt x="408" y="1308"/>
                </a:lnTo>
                <a:lnTo>
                  <a:pt x="410" y="1307"/>
                </a:lnTo>
                <a:lnTo>
                  <a:pt x="410" y="1306"/>
                </a:lnTo>
                <a:lnTo>
                  <a:pt x="411" y="1306"/>
                </a:lnTo>
                <a:lnTo>
                  <a:pt x="411" y="1305"/>
                </a:lnTo>
                <a:lnTo>
                  <a:pt x="411" y="1304"/>
                </a:lnTo>
                <a:lnTo>
                  <a:pt x="411" y="1303"/>
                </a:lnTo>
                <a:lnTo>
                  <a:pt x="412" y="1303"/>
                </a:lnTo>
                <a:lnTo>
                  <a:pt x="411" y="1301"/>
                </a:lnTo>
                <a:lnTo>
                  <a:pt x="411" y="1300"/>
                </a:lnTo>
                <a:lnTo>
                  <a:pt x="411" y="1301"/>
                </a:lnTo>
                <a:lnTo>
                  <a:pt x="410" y="1301"/>
                </a:lnTo>
                <a:lnTo>
                  <a:pt x="409" y="1301"/>
                </a:lnTo>
                <a:lnTo>
                  <a:pt x="409" y="1302"/>
                </a:lnTo>
                <a:lnTo>
                  <a:pt x="408" y="1302"/>
                </a:lnTo>
                <a:lnTo>
                  <a:pt x="407" y="1302"/>
                </a:lnTo>
                <a:lnTo>
                  <a:pt x="406" y="1302"/>
                </a:lnTo>
                <a:lnTo>
                  <a:pt x="406" y="1301"/>
                </a:lnTo>
                <a:lnTo>
                  <a:pt x="405" y="1300"/>
                </a:lnTo>
                <a:lnTo>
                  <a:pt x="404" y="1300"/>
                </a:lnTo>
                <a:lnTo>
                  <a:pt x="402" y="1300"/>
                </a:lnTo>
                <a:lnTo>
                  <a:pt x="401" y="1301"/>
                </a:lnTo>
                <a:lnTo>
                  <a:pt x="400" y="1301"/>
                </a:lnTo>
                <a:lnTo>
                  <a:pt x="399" y="1301"/>
                </a:lnTo>
                <a:lnTo>
                  <a:pt x="398" y="1301"/>
                </a:lnTo>
                <a:lnTo>
                  <a:pt x="397" y="1301"/>
                </a:lnTo>
                <a:lnTo>
                  <a:pt x="396" y="1301"/>
                </a:lnTo>
                <a:lnTo>
                  <a:pt x="395" y="1301"/>
                </a:lnTo>
                <a:lnTo>
                  <a:pt x="395" y="1300"/>
                </a:lnTo>
                <a:lnTo>
                  <a:pt x="395" y="1299"/>
                </a:lnTo>
                <a:lnTo>
                  <a:pt x="393" y="1300"/>
                </a:lnTo>
                <a:lnTo>
                  <a:pt x="390" y="1299"/>
                </a:lnTo>
                <a:lnTo>
                  <a:pt x="389" y="1299"/>
                </a:lnTo>
                <a:lnTo>
                  <a:pt x="388" y="1299"/>
                </a:lnTo>
                <a:lnTo>
                  <a:pt x="388" y="1300"/>
                </a:lnTo>
                <a:lnTo>
                  <a:pt x="387" y="1300"/>
                </a:lnTo>
                <a:lnTo>
                  <a:pt x="386" y="1299"/>
                </a:lnTo>
                <a:lnTo>
                  <a:pt x="385" y="1299"/>
                </a:lnTo>
                <a:lnTo>
                  <a:pt x="384" y="1299"/>
                </a:lnTo>
                <a:lnTo>
                  <a:pt x="384" y="1298"/>
                </a:lnTo>
                <a:lnTo>
                  <a:pt x="383" y="1298"/>
                </a:lnTo>
                <a:lnTo>
                  <a:pt x="381" y="1298"/>
                </a:lnTo>
                <a:lnTo>
                  <a:pt x="381" y="1297"/>
                </a:lnTo>
                <a:lnTo>
                  <a:pt x="380" y="1297"/>
                </a:lnTo>
                <a:lnTo>
                  <a:pt x="379" y="1297"/>
                </a:lnTo>
                <a:lnTo>
                  <a:pt x="378" y="1296"/>
                </a:lnTo>
                <a:lnTo>
                  <a:pt x="377" y="1296"/>
                </a:lnTo>
                <a:lnTo>
                  <a:pt x="377" y="1295"/>
                </a:lnTo>
                <a:lnTo>
                  <a:pt x="376" y="1295"/>
                </a:lnTo>
                <a:lnTo>
                  <a:pt x="376" y="1294"/>
                </a:lnTo>
                <a:lnTo>
                  <a:pt x="375" y="1294"/>
                </a:lnTo>
                <a:lnTo>
                  <a:pt x="375" y="1293"/>
                </a:lnTo>
                <a:lnTo>
                  <a:pt x="376" y="1293"/>
                </a:lnTo>
                <a:lnTo>
                  <a:pt x="373" y="1290"/>
                </a:lnTo>
                <a:lnTo>
                  <a:pt x="372" y="1290"/>
                </a:lnTo>
                <a:lnTo>
                  <a:pt x="371" y="1290"/>
                </a:lnTo>
                <a:lnTo>
                  <a:pt x="371" y="1289"/>
                </a:lnTo>
                <a:lnTo>
                  <a:pt x="370" y="1289"/>
                </a:lnTo>
                <a:lnTo>
                  <a:pt x="370" y="1288"/>
                </a:lnTo>
                <a:lnTo>
                  <a:pt x="369" y="1288"/>
                </a:lnTo>
                <a:lnTo>
                  <a:pt x="368" y="1288"/>
                </a:lnTo>
                <a:lnTo>
                  <a:pt x="368" y="1287"/>
                </a:lnTo>
                <a:lnTo>
                  <a:pt x="367" y="1287"/>
                </a:lnTo>
                <a:lnTo>
                  <a:pt x="366" y="1287"/>
                </a:lnTo>
                <a:lnTo>
                  <a:pt x="366" y="1286"/>
                </a:lnTo>
                <a:lnTo>
                  <a:pt x="365" y="1285"/>
                </a:lnTo>
                <a:lnTo>
                  <a:pt x="365" y="1284"/>
                </a:lnTo>
                <a:lnTo>
                  <a:pt x="364" y="1284"/>
                </a:lnTo>
                <a:lnTo>
                  <a:pt x="364" y="1283"/>
                </a:lnTo>
                <a:lnTo>
                  <a:pt x="363" y="1282"/>
                </a:lnTo>
                <a:lnTo>
                  <a:pt x="362" y="1281"/>
                </a:lnTo>
                <a:lnTo>
                  <a:pt x="362" y="1280"/>
                </a:lnTo>
                <a:lnTo>
                  <a:pt x="361" y="1280"/>
                </a:lnTo>
                <a:lnTo>
                  <a:pt x="361" y="1279"/>
                </a:lnTo>
                <a:lnTo>
                  <a:pt x="360" y="1278"/>
                </a:lnTo>
                <a:lnTo>
                  <a:pt x="359" y="1277"/>
                </a:lnTo>
                <a:lnTo>
                  <a:pt x="359" y="1276"/>
                </a:lnTo>
                <a:lnTo>
                  <a:pt x="358" y="1276"/>
                </a:lnTo>
                <a:lnTo>
                  <a:pt x="358" y="1275"/>
                </a:lnTo>
                <a:lnTo>
                  <a:pt x="358" y="1274"/>
                </a:lnTo>
                <a:lnTo>
                  <a:pt x="357" y="1274"/>
                </a:lnTo>
                <a:lnTo>
                  <a:pt x="357" y="1273"/>
                </a:lnTo>
                <a:lnTo>
                  <a:pt x="355" y="1272"/>
                </a:lnTo>
                <a:lnTo>
                  <a:pt x="354" y="1271"/>
                </a:lnTo>
                <a:lnTo>
                  <a:pt x="353" y="1271"/>
                </a:lnTo>
                <a:lnTo>
                  <a:pt x="352" y="1271"/>
                </a:lnTo>
                <a:lnTo>
                  <a:pt x="352" y="1270"/>
                </a:lnTo>
                <a:lnTo>
                  <a:pt x="351" y="1269"/>
                </a:lnTo>
                <a:lnTo>
                  <a:pt x="350" y="1268"/>
                </a:lnTo>
                <a:lnTo>
                  <a:pt x="350" y="1267"/>
                </a:lnTo>
                <a:lnTo>
                  <a:pt x="349" y="1266"/>
                </a:lnTo>
                <a:lnTo>
                  <a:pt x="349" y="1265"/>
                </a:lnTo>
                <a:lnTo>
                  <a:pt x="349" y="1264"/>
                </a:lnTo>
                <a:lnTo>
                  <a:pt x="348" y="1264"/>
                </a:lnTo>
                <a:lnTo>
                  <a:pt x="348" y="1263"/>
                </a:lnTo>
                <a:lnTo>
                  <a:pt x="347" y="1263"/>
                </a:lnTo>
                <a:lnTo>
                  <a:pt x="346" y="1263"/>
                </a:lnTo>
                <a:lnTo>
                  <a:pt x="345" y="1262"/>
                </a:lnTo>
                <a:lnTo>
                  <a:pt x="345" y="1261"/>
                </a:lnTo>
                <a:lnTo>
                  <a:pt x="344" y="1260"/>
                </a:lnTo>
                <a:lnTo>
                  <a:pt x="344" y="1259"/>
                </a:lnTo>
                <a:lnTo>
                  <a:pt x="343" y="1259"/>
                </a:lnTo>
                <a:lnTo>
                  <a:pt x="342" y="1259"/>
                </a:lnTo>
                <a:lnTo>
                  <a:pt x="342" y="1258"/>
                </a:lnTo>
                <a:lnTo>
                  <a:pt x="341" y="1255"/>
                </a:lnTo>
                <a:lnTo>
                  <a:pt x="342" y="1254"/>
                </a:lnTo>
                <a:lnTo>
                  <a:pt x="344" y="1252"/>
                </a:lnTo>
                <a:lnTo>
                  <a:pt x="344" y="1251"/>
                </a:lnTo>
                <a:lnTo>
                  <a:pt x="345" y="1250"/>
                </a:lnTo>
                <a:lnTo>
                  <a:pt x="347" y="1248"/>
                </a:lnTo>
                <a:lnTo>
                  <a:pt x="350" y="1245"/>
                </a:lnTo>
                <a:lnTo>
                  <a:pt x="350" y="1244"/>
                </a:lnTo>
                <a:lnTo>
                  <a:pt x="351" y="1244"/>
                </a:lnTo>
                <a:lnTo>
                  <a:pt x="352" y="1242"/>
                </a:lnTo>
                <a:lnTo>
                  <a:pt x="352" y="1240"/>
                </a:lnTo>
                <a:lnTo>
                  <a:pt x="352" y="1239"/>
                </a:lnTo>
                <a:lnTo>
                  <a:pt x="352" y="1238"/>
                </a:lnTo>
                <a:lnTo>
                  <a:pt x="352" y="1233"/>
                </a:lnTo>
                <a:lnTo>
                  <a:pt x="353" y="1231"/>
                </a:lnTo>
                <a:lnTo>
                  <a:pt x="353" y="1228"/>
                </a:lnTo>
                <a:lnTo>
                  <a:pt x="353" y="1225"/>
                </a:lnTo>
                <a:lnTo>
                  <a:pt x="353" y="1224"/>
                </a:lnTo>
                <a:lnTo>
                  <a:pt x="353" y="1223"/>
                </a:lnTo>
                <a:lnTo>
                  <a:pt x="354" y="1220"/>
                </a:lnTo>
                <a:lnTo>
                  <a:pt x="355" y="1219"/>
                </a:lnTo>
                <a:lnTo>
                  <a:pt x="355" y="1218"/>
                </a:lnTo>
                <a:lnTo>
                  <a:pt x="356" y="1215"/>
                </a:lnTo>
                <a:lnTo>
                  <a:pt x="356" y="1214"/>
                </a:lnTo>
                <a:lnTo>
                  <a:pt x="357" y="1213"/>
                </a:lnTo>
                <a:lnTo>
                  <a:pt x="358" y="1211"/>
                </a:lnTo>
                <a:lnTo>
                  <a:pt x="363" y="1207"/>
                </a:lnTo>
                <a:lnTo>
                  <a:pt x="366" y="1205"/>
                </a:lnTo>
                <a:lnTo>
                  <a:pt x="370" y="1201"/>
                </a:lnTo>
                <a:lnTo>
                  <a:pt x="376" y="1196"/>
                </a:lnTo>
                <a:lnTo>
                  <a:pt x="379" y="1194"/>
                </a:lnTo>
                <a:lnTo>
                  <a:pt x="379" y="1193"/>
                </a:lnTo>
                <a:lnTo>
                  <a:pt x="380" y="1192"/>
                </a:lnTo>
                <a:lnTo>
                  <a:pt x="381" y="1191"/>
                </a:lnTo>
                <a:lnTo>
                  <a:pt x="381" y="1190"/>
                </a:lnTo>
                <a:lnTo>
                  <a:pt x="383" y="1188"/>
                </a:lnTo>
                <a:lnTo>
                  <a:pt x="383" y="1187"/>
                </a:lnTo>
                <a:lnTo>
                  <a:pt x="384" y="1186"/>
                </a:lnTo>
                <a:lnTo>
                  <a:pt x="386" y="1182"/>
                </a:lnTo>
                <a:lnTo>
                  <a:pt x="387" y="1182"/>
                </a:lnTo>
                <a:lnTo>
                  <a:pt x="388" y="1179"/>
                </a:lnTo>
                <a:lnTo>
                  <a:pt x="389" y="1178"/>
                </a:lnTo>
                <a:lnTo>
                  <a:pt x="391" y="1178"/>
                </a:lnTo>
                <a:lnTo>
                  <a:pt x="393" y="1176"/>
                </a:lnTo>
                <a:lnTo>
                  <a:pt x="396" y="1174"/>
                </a:lnTo>
                <a:lnTo>
                  <a:pt x="397" y="1173"/>
                </a:lnTo>
                <a:lnTo>
                  <a:pt x="399" y="1172"/>
                </a:lnTo>
                <a:lnTo>
                  <a:pt x="401" y="1171"/>
                </a:lnTo>
                <a:lnTo>
                  <a:pt x="402" y="1170"/>
                </a:lnTo>
                <a:lnTo>
                  <a:pt x="405" y="1167"/>
                </a:lnTo>
                <a:lnTo>
                  <a:pt x="410" y="1163"/>
                </a:lnTo>
                <a:lnTo>
                  <a:pt x="411" y="1162"/>
                </a:lnTo>
                <a:lnTo>
                  <a:pt x="411" y="1161"/>
                </a:lnTo>
                <a:lnTo>
                  <a:pt x="412" y="1160"/>
                </a:lnTo>
                <a:lnTo>
                  <a:pt x="414" y="1159"/>
                </a:lnTo>
                <a:lnTo>
                  <a:pt x="416" y="1157"/>
                </a:lnTo>
                <a:lnTo>
                  <a:pt x="417" y="1156"/>
                </a:lnTo>
                <a:lnTo>
                  <a:pt x="422" y="1154"/>
                </a:lnTo>
                <a:lnTo>
                  <a:pt x="424" y="1152"/>
                </a:lnTo>
                <a:lnTo>
                  <a:pt x="426" y="1151"/>
                </a:lnTo>
                <a:lnTo>
                  <a:pt x="428" y="1149"/>
                </a:lnTo>
                <a:lnTo>
                  <a:pt x="430" y="1146"/>
                </a:lnTo>
                <a:lnTo>
                  <a:pt x="431" y="1143"/>
                </a:lnTo>
                <a:lnTo>
                  <a:pt x="432" y="1141"/>
                </a:lnTo>
                <a:lnTo>
                  <a:pt x="433" y="1140"/>
                </a:lnTo>
                <a:lnTo>
                  <a:pt x="433" y="1139"/>
                </a:lnTo>
                <a:lnTo>
                  <a:pt x="434" y="1137"/>
                </a:lnTo>
                <a:lnTo>
                  <a:pt x="434" y="1135"/>
                </a:lnTo>
                <a:lnTo>
                  <a:pt x="435" y="1132"/>
                </a:lnTo>
                <a:lnTo>
                  <a:pt x="436" y="1127"/>
                </a:lnTo>
                <a:lnTo>
                  <a:pt x="437" y="1124"/>
                </a:lnTo>
                <a:lnTo>
                  <a:pt x="438" y="1121"/>
                </a:lnTo>
                <a:lnTo>
                  <a:pt x="438" y="1119"/>
                </a:lnTo>
                <a:lnTo>
                  <a:pt x="438" y="1115"/>
                </a:lnTo>
                <a:lnTo>
                  <a:pt x="438" y="1114"/>
                </a:lnTo>
                <a:lnTo>
                  <a:pt x="439" y="1113"/>
                </a:lnTo>
                <a:lnTo>
                  <a:pt x="439" y="1112"/>
                </a:lnTo>
                <a:lnTo>
                  <a:pt x="441" y="1111"/>
                </a:lnTo>
                <a:lnTo>
                  <a:pt x="442" y="1110"/>
                </a:lnTo>
                <a:lnTo>
                  <a:pt x="445" y="1109"/>
                </a:lnTo>
                <a:lnTo>
                  <a:pt x="446" y="1108"/>
                </a:lnTo>
                <a:lnTo>
                  <a:pt x="447" y="1108"/>
                </a:lnTo>
                <a:lnTo>
                  <a:pt x="449" y="1106"/>
                </a:lnTo>
                <a:lnTo>
                  <a:pt x="454" y="1102"/>
                </a:lnTo>
                <a:lnTo>
                  <a:pt x="455" y="1102"/>
                </a:lnTo>
                <a:lnTo>
                  <a:pt x="456" y="1101"/>
                </a:lnTo>
                <a:lnTo>
                  <a:pt x="460" y="1098"/>
                </a:lnTo>
                <a:lnTo>
                  <a:pt x="461" y="1097"/>
                </a:lnTo>
                <a:lnTo>
                  <a:pt x="462" y="1097"/>
                </a:lnTo>
                <a:lnTo>
                  <a:pt x="465" y="1095"/>
                </a:lnTo>
                <a:lnTo>
                  <a:pt x="467" y="1094"/>
                </a:lnTo>
                <a:lnTo>
                  <a:pt x="467" y="1093"/>
                </a:lnTo>
                <a:lnTo>
                  <a:pt x="468" y="1093"/>
                </a:lnTo>
                <a:lnTo>
                  <a:pt x="469" y="1092"/>
                </a:lnTo>
                <a:lnTo>
                  <a:pt x="472" y="1089"/>
                </a:lnTo>
                <a:lnTo>
                  <a:pt x="473" y="1087"/>
                </a:lnTo>
                <a:lnTo>
                  <a:pt x="474" y="1087"/>
                </a:lnTo>
                <a:lnTo>
                  <a:pt x="474" y="1086"/>
                </a:lnTo>
                <a:lnTo>
                  <a:pt x="476" y="1082"/>
                </a:lnTo>
                <a:lnTo>
                  <a:pt x="477" y="1080"/>
                </a:lnTo>
                <a:lnTo>
                  <a:pt x="480" y="1074"/>
                </a:lnTo>
                <a:lnTo>
                  <a:pt x="480" y="1073"/>
                </a:lnTo>
                <a:lnTo>
                  <a:pt x="481" y="1072"/>
                </a:lnTo>
                <a:lnTo>
                  <a:pt x="482" y="1071"/>
                </a:lnTo>
                <a:lnTo>
                  <a:pt x="483" y="1068"/>
                </a:lnTo>
                <a:lnTo>
                  <a:pt x="485" y="1066"/>
                </a:lnTo>
                <a:lnTo>
                  <a:pt x="485" y="1065"/>
                </a:lnTo>
                <a:lnTo>
                  <a:pt x="486" y="1063"/>
                </a:lnTo>
                <a:lnTo>
                  <a:pt x="486" y="1062"/>
                </a:lnTo>
                <a:lnTo>
                  <a:pt x="487" y="1062"/>
                </a:lnTo>
                <a:lnTo>
                  <a:pt x="487" y="1061"/>
                </a:lnTo>
                <a:lnTo>
                  <a:pt x="489" y="1057"/>
                </a:lnTo>
                <a:lnTo>
                  <a:pt x="490" y="1053"/>
                </a:lnTo>
                <a:lnTo>
                  <a:pt x="490" y="1052"/>
                </a:lnTo>
                <a:lnTo>
                  <a:pt x="491" y="1052"/>
                </a:lnTo>
                <a:lnTo>
                  <a:pt x="491" y="1051"/>
                </a:lnTo>
                <a:lnTo>
                  <a:pt x="492" y="1051"/>
                </a:lnTo>
                <a:lnTo>
                  <a:pt x="492" y="1050"/>
                </a:lnTo>
                <a:lnTo>
                  <a:pt x="495" y="1046"/>
                </a:lnTo>
                <a:lnTo>
                  <a:pt x="497" y="1043"/>
                </a:lnTo>
                <a:lnTo>
                  <a:pt x="498" y="1042"/>
                </a:lnTo>
                <a:lnTo>
                  <a:pt x="499" y="1040"/>
                </a:lnTo>
                <a:lnTo>
                  <a:pt x="501" y="1037"/>
                </a:lnTo>
                <a:lnTo>
                  <a:pt x="503" y="1035"/>
                </a:lnTo>
                <a:lnTo>
                  <a:pt x="504" y="1033"/>
                </a:lnTo>
                <a:lnTo>
                  <a:pt x="504" y="1032"/>
                </a:lnTo>
                <a:lnTo>
                  <a:pt x="505" y="1031"/>
                </a:lnTo>
                <a:lnTo>
                  <a:pt x="506" y="1028"/>
                </a:lnTo>
                <a:lnTo>
                  <a:pt x="508" y="1026"/>
                </a:lnTo>
                <a:lnTo>
                  <a:pt x="508" y="1025"/>
                </a:lnTo>
                <a:lnTo>
                  <a:pt x="511" y="1022"/>
                </a:lnTo>
                <a:lnTo>
                  <a:pt x="511" y="1021"/>
                </a:lnTo>
                <a:lnTo>
                  <a:pt x="512" y="1020"/>
                </a:lnTo>
                <a:lnTo>
                  <a:pt x="512" y="1019"/>
                </a:lnTo>
                <a:lnTo>
                  <a:pt x="512" y="1018"/>
                </a:lnTo>
                <a:lnTo>
                  <a:pt x="513" y="1017"/>
                </a:lnTo>
                <a:lnTo>
                  <a:pt x="513" y="1016"/>
                </a:lnTo>
                <a:lnTo>
                  <a:pt x="514" y="1015"/>
                </a:lnTo>
                <a:lnTo>
                  <a:pt x="515" y="1014"/>
                </a:lnTo>
                <a:lnTo>
                  <a:pt x="515" y="1013"/>
                </a:lnTo>
                <a:lnTo>
                  <a:pt x="519" y="1007"/>
                </a:lnTo>
                <a:lnTo>
                  <a:pt x="520" y="1005"/>
                </a:lnTo>
                <a:lnTo>
                  <a:pt x="521" y="1004"/>
                </a:lnTo>
                <a:lnTo>
                  <a:pt x="522" y="1002"/>
                </a:lnTo>
                <a:lnTo>
                  <a:pt x="523" y="1002"/>
                </a:lnTo>
                <a:lnTo>
                  <a:pt x="524" y="1000"/>
                </a:lnTo>
                <a:lnTo>
                  <a:pt x="524" y="999"/>
                </a:lnTo>
                <a:lnTo>
                  <a:pt x="525" y="998"/>
                </a:lnTo>
                <a:lnTo>
                  <a:pt x="525" y="997"/>
                </a:lnTo>
                <a:lnTo>
                  <a:pt x="526" y="997"/>
                </a:lnTo>
                <a:lnTo>
                  <a:pt x="526" y="996"/>
                </a:lnTo>
                <a:lnTo>
                  <a:pt x="526" y="995"/>
                </a:lnTo>
                <a:lnTo>
                  <a:pt x="527" y="995"/>
                </a:lnTo>
                <a:lnTo>
                  <a:pt x="528" y="994"/>
                </a:lnTo>
                <a:lnTo>
                  <a:pt x="528" y="993"/>
                </a:lnTo>
                <a:lnTo>
                  <a:pt x="529" y="993"/>
                </a:lnTo>
                <a:lnTo>
                  <a:pt x="531" y="991"/>
                </a:lnTo>
                <a:lnTo>
                  <a:pt x="532" y="989"/>
                </a:lnTo>
                <a:lnTo>
                  <a:pt x="533" y="988"/>
                </a:lnTo>
                <a:lnTo>
                  <a:pt x="534" y="988"/>
                </a:lnTo>
                <a:lnTo>
                  <a:pt x="534" y="987"/>
                </a:lnTo>
                <a:lnTo>
                  <a:pt x="535" y="986"/>
                </a:lnTo>
                <a:lnTo>
                  <a:pt x="537" y="983"/>
                </a:lnTo>
                <a:lnTo>
                  <a:pt x="543" y="976"/>
                </a:lnTo>
                <a:lnTo>
                  <a:pt x="544" y="976"/>
                </a:lnTo>
                <a:lnTo>
                  <a:pt x="544" y="975"/>
                </a:lnTo>
                <a:lnTo>
                  <a:pt x="546" y="971"/>
                </a:lnTo>
                <a:lnTo>
                  <a:pt x="547" y="971"/>
                </a:lnTo>
                <a:lnTo>
                  <a:pt x="548" y="971"/>
                </a:lnTo>
                <a:lnTo>
                  <a:pt x="549" y="972"/>
                </a:lnTo>
                <a:lnTo>
                  <a:pt x="550" y="972"/>
                </a:lnTo>
                <a:lnTo>
                  <a:pt x="551" y="973"/>
                </a:lnTo>
                <a:lnTo>
                  <a:pt x="552" y="973"/>
                </a:lnTo>
                <a:lnTo>
                  <a:pt x="553" y="973"/>
                </a:lnTo>
                <a:lnTo>
                  <a:pt x="553" y="974"/>
                </a:lnTo>
                <a:lnTo>
                  <a:pt x="554" y="974"/>
                </a:lnTo>
                <a:lnTo>
                  <a:pt x="554" y="975"/>
                </a:lnTo>
                <a:lnTo>
                  <a:pt x="555" y="976"/>
                </a:lnTo>
                <a:lnTo>
                  <a:pt x="555" y="977"/>
                </a:lnTo>
                <a:lnTo>
                  <a:pt x="555" y="978"/>
                </a:lnTo>
                <a:lnTo>
                  <a:pt x="555" y="979"/>
                </a:lnTo>
                <a:lnTo>
                  <a:pt x="556" y="980"/>
                </a:lnTo>
                <a:lnTo>
                  <a:pt x="556" y="981"/>
                </a:lnTo>
                <a:lnTo>
                  <a:pt x="556" y="982"/>
                </a:lnTo>
                <a:lnTo>
                  <a:pt x="555" y="982"/>
                </a:lnTo>
                <a:lnTo>
                  <a:pt x="555" y="983"/>
                </a:lnTo>
                <a:lnTo>
                  <a:pt x="555" y="985"/>
                </a:lnTo>
                <a:lnTo>
                  <a:pt x="556" y="986"/>
                </a:lnTo>
                <a:lnTo>
                  <a:pt x="558" y="988"/>
                </a:lnTo>
                <a:lnTo>
                  <a:pt x="559" y="989"/>
                </a:lnTo>
                <a:lnTo>
                  <a:pt x="560" y="989"/>
                </a:lnTo>
                <a:lnTo>
                  <a:pt x="560" y="990"/>
                </a:lnTo>
                <a:lnTo>
                  <a:pt x="561" y="990"/>
                </a:lnTo>
                <a:lnTo>
                  <a:pt x="560" y="990"/>
                </a:lnTo>
                <a:lnTo>
                  <a:pt x="560" y="991"/>
                </a:lnTo>
                <a:lnTo>
                  <a:pt x="560" y="992"/>
                </a:lnTo>
                <a:lnTo>
                  <a:pt x="559" y="992"/>
                </a:lnTo>
                <a:lnTo>
                  <a:pt x="558" y="992"/>
                </a:lnTo>
                <a:lnTo>
                  <a:pt x="558" y="993"/>
                </a:lnTo>
                <a:lnTo>
                  <a:pt x="558" y="994"/>
                </a:lnTo>
                <a:lnTo>
                  <a:pt x="558" y="995"/>
                </a:lnTo>
                <a:lnTo>
                  <a:pt x="559" y="995"/>
                </a:lnTo>
                <a:lnTo>
                  <a:pt x="560" y="996"/>
                </a:lnTo>
                <a:lnTo>
                  <a:pt x="560" y="997"/>
                </a:lnTo>
                <a:lnTo>
                  <a:pt x="561" y="997"/>
                </a:lnTo>
                <a:lnTo>
                  <a:pt x="561" y="998"/>
                </a:lnTo>
                <a:lnTo>
                  <a:pt x="561" y="999"/>
                </a:lnTo>
                <a:lnTo>
                  <a:pt x="562" y="1000"/>
                </a:lnTo>
                <a:lnTo>
                  <a:pt x="562" y="1001"/>
                </a:lnTo>
                <a:lnTo>
                  <a:pt x="561" y="1002"/>
                </a:lnTo>
                <a:lnTo>
                  <a:pt x="560" y="1002"/>
                </a:lnTo>
                <a:lnTo>
                  <a:pt x="561" y="1003"/>
                </a:lnTo>
                <a:lnTo>
                  <a:pt x="562" y="1004"/>
                </a:lnTo>
                <a:lnTo>
                  <a:pt x="562" y="1005"/>
                </a:lnTo>
                <a:lnTo>
                  <a:pt x="562" y="1006"/>
                </a:lnTo>
                <a:lnTo>
                  <a:pt x="562" y="1007"/>
                </a:lnTo>
                <a:lnTo>
                  <a:pt x="563" y="1007"/>
                </a:lnTo>
                <a:lnTo>
                  <a:pt x="563" y="1008"/>
                </a:lnTo>
                <a:lnTo>
                  <a:pt x="564" y="1009"/>
                </a:lnTo>
                <a:lnTo>
                  <a:pt x="565" y="1011"/>
                </a:lnTo>
                <a:lnTo>
                  <a:pt x="566" y="1012"/>
                </a:lnTo>
                <a:lnTo>
                  <a:pt x="567" y="1013"/>
                </a:lnTo>
                <a:lnTo>
                  <a:pt x="567" y="1012"/>
                </a:lnTo>
                <a:lnTo>
                  <a:pt x="569" y="1013"/>
                </a:lnTo>
                <a:lnTo>
                  <a:pt x="568" y="1014"/>
                </a:lnTo>
                <a:lnTo>
                  <a:pt x="568" y="1015"/>
                </a:lnTo>
                <a:lnTo>
                  <a:pt x="570" y="1017"/>
                </a:lnTo>
                <a:lnTo>
                  <a:pt x="571" y="1017"/>
                </a:lnTo>
                <a:lnTo>
                  <a:pt x="572" y="1019"/>
                </a:lnTo>
                <a:lnTo>
                  <a:pt x="572" y="1020"/>
                </a:lnTo>
                <a:lnTo>
                  <a:pt x="573" y="1020"/>
                </a:lnTo>
                <a:lnTo>
                  <a:pt x="574" y="1020"/>
                </a:lnTo>
                <a:lnTo>
                  <a:pt x="575" y="1020"/>
                </a:lnTo>
                <a:lnTo>
                  <a:pt x="576" y="1021"/>
                </a:lnTo>
                <a:lnTo>
                  <a:pt x="576" y="1022"/>
                </a:lnTo>
                <a:lnTo>
                  <a:pt x="576" y="1023"/>
                </a:lnTo>
                <a:lnTo>
                  <a:pt x="577" y="1024"/>
                </a:lnTo>
                <a:lnTo>
                  <a:pt x="577" y="1025"/>
                </a:lnTo>
                <a:lnTo>
                  <a:pt x="579" y="1025"/>
                </a:lnTo>
                <a:lnTo>
                  <a:pt x="579" y="1024"/>
                </a:lnTo>
                <a:lnTo>
                  <a:pt x="580" y="1024"/>
                </a:lnTo>
                <a:lnTo>
                  <a:pt x="580" y="1025"/>
                </a:lnTo>
                <a:lnTo>
                  <a:pt x="580" y="1026"/>
                </a:lnTo>
                <a:lnTo>
                  <a:pt x="581" y="1026"/>
                </a:lnTo>
                <a:lnTo>
                  <a:pt x="581" y="1028"/>
                </a:lnTo>
                <a:lnTo>
                  <a:pt x="581" y="1029"/>
                </a:lnTo>
                <a:lnTo>
                  <a:pt x="580" y="1029"/>
                </a:lnTo>
                <a:lnTo>
                  <a:pt x="580" y="1030"/>
                </a:lnTo>
                <a:lnTo>
                  <a:pt x="579" y="1030"/>
                </a:lnTo>
                <a:lnTo>
                  <a:pt x="579" y="1031"/>
                </a:lnTo>
                <a:lnTo>
                  <a:pt x="580" y="1031"/>
                </a:lnTo>
                <a:lnTo>
                  <a:pt x="580" y="1032"/>
                </a:lnTo>
                <a:lnTo>
                  <a:pt x="581" y="1033"/>
                </a:lnTo>
                <a:lnTo>
                  <a:pt x="581" y="1034"/>
                </a:lnTo>
                <a:lnTo>
                  <a:pt x="581" y="1035"/>
                </a:lnTo>
                <a:lnTo>
                  <a:pt x="581" y="1036"/>
                </a:lnTo>
                <a:lnTo>
                  <a:pt x="582" y="1037"/>
                </a:lnTo>
                <a:lnTo>
                  <a:pt x="583" y="1037"/>
                </a:lnTo>
                <a:lnTo>
                  <a:pt x="583" y="1038"/>
                </a:lnTo>
                <a:lnTo>
                  <a:pt x="585" y="1038"/>
                </a:lnTo>
                <a:lnTo>
                  <a:pt x="585" y="1037"/>
                </a:lnTo>
                <a:lnTo>
                  <a:pt x="586" y="1038"/>
                </a:lnTo>
                <a:lnTo>
                  <a:pt x="587" y="1038"/>
                </a:lnTo>
                <a:lnTo>
                  <a:pt x="588" y="1038"/>
                </a:lnTo>
                <a:lnTo>
                  <a:pt x="588" y="1037"/>
                </a:lnTo>
                <a:lnTo>
                  <a:pt x="588" y="1036"/>
                </a:lnTo>
                <a:lnTo>
                  <a:pt x="588" y="1037"/>
                </a:lnTo>
                <a:lnTo>
                  <a:pt x="589" y="1037"/>
                </a:lnTo>
                <a:lnTo>
                  <a:pt x="588" y="1038"/>
                </a:lnTo>
                <a:lnTo>
                  <a:pt x="589" y="1038"/>
                </a:lnTo>
                <a:lnTo>
                  <a:pt x="589" y="1037"/>
                </a:lnTo>
                <a:lnTo>
                  <a:pt x="590" y="1039"/>
                </a:lnTo>
                <a:lnTo>
                  <a:pt x="590" y="1040"/>
                </a:lnTo>
                <a:lnTo>
                  <a:pt x="589" y="1040"/>
                </a:lnTo>
                <a:lnTo>
                  <a:pt x="589" y="1041"/>
                </a:lnTo>
                <a:lnTo>
                  <a:pt x="589" y="1042"/>
                </a:lnTo>
                <a:lnTo>
                  <a:pt x="590" y="1043"/>
                </a:lnTo>
                <a:lnTo>
                  <a:pt x="590" y="1044"/>
                </a:lnTo>
                <a:lnTo>
                  <a:pt x="591" y="1044"/>
                </a:lnTo>
                <a:lnTo>
                  <a:pt x="591" y="1045"/>
                </a:lnTo>
                <a:lnTo>
                  <a:pt x="591" y="1046"/>
                </a:lnTo>
                <a:lnTo>
                  <a:pt x="590" y="1046"/>
                </a:lnTo>
                <a:lnTo>
                  <a:pt x="588" y="1047"/>
                </a:lnTo>
                <a:lnTo>
                  <a:pt x="587" y="1048"/>
                </a:lnTo>
                <a:lnTo>
                  <a:pt x="586" y="1048"/>
                </a:lnTo>
                <a:lnTo>
                  <a:pt x="586" y="1049"/>
                </a:lnTo>
                <a:lnTo>
                  <a:pt x="586" y="1050"/>
                </a:lnTo>
                <a:lnTo>
                  <a:pt x="587" y="1050"/>
                </a:lnTo>
                <a:lnTo>
                  <a:pt x="587" y="1051"/>
                </a:lnTo>
                <a:lnTo>
                  <a:pt x="587" y="1052"/>
                </a:lnTo>
                <a:lnTo>
                  <a:pt x="586" y="1052"/>
                </a:lnTo>
                <a:lnTo>
                  <a:pt x="585" y="1052"/>
                </a:lnTo>
                <a:lnTo>
                  <a:pt x="585" y="1053"/>
                </a:lnTo>
                <a:lnTo>
                  <a:pt x="586" y="1054"/>
                </a:lnTo>
                <a:lnTo>
                  <a:pt x="586" y="1055"/>
                </a:lnTo>
                <a:lnTo>
                  <a:pt x="586" y="1056"/>
                </a:lnTo>
                <a:lnTo>
                  <a:pt x="585" y="1056"/>
                </a:lnTo>
                <a:lnTo>
                  <a:pt x="586" y="1056"/>
                </a:lnTo>
                <a:lnTo>
                  <a:pt x="587" y="1057"/>
                </a:lnTo>
                <a:lnTo>
                  <a:pt x="588" y="1057"/>
                </a:lnTo>
                <a:lnTo>
                  <a:pt x="588" y="1056"/>
                </a:lnTo>
                <a:lnTo>
                  <a:pt x="588" y="1055"/>
                </a:lnTo>
                <a:lnTo>
                  <a:pt x="588" y="1054"/>
                </a:lnTo>
                <a:lnTo>
                  <a:pt x="589" y="1053"/>
                </a:lnTo>
                <a:lnTo>
                  <a:pt x="590" y="1053"/>
                </a:lnTo>
                <a:lnTo>
                  <a:pt x="591" y="1053"/>
                </a:lnTo>
                <a:lnTo>
                  <a:pt x="592" y="1053"/>
                </a:lnTo>
                <a:lnTo>
                  <a:pt x="592" y="1051"/>
                </a:lnTo>
                <a:lnTo>
                  <a:pt x="593" y="1051"/>
                </a:lnTo>
                <a:lnTo>
                  <a:pt x="593" y="1050"/>
                </a:lnTo>
                <a:lnTo>
                  <a:pt x="593" y="1049"/>
                </a:lnTo>
                <a:lnTo>
                  <a:pt x="592" y="1049"/>
                </a:lnTo>
                <a:lnTo>
                  <a:pt x="592" y="1048"/>
                </a:lnTo>
                <a:lnTo>
                  <a:pt x="592" y="1047"/>
                </a:lnTo>
                <a:lnTo>
                  <a:pt x="593" y="1046"/>
                </a:lnTo>
                <a:lnTo>
                  <a:pt x="594" y="1047"/>
                </a:lnTo>
                <a:lnTo>
                  <a:pt x="595" y="1047"/>
                </a:lnTo>
                <a:lnTo>
                  <a:pt x="596" y="1047"/>
                </a:lnTo>
                <a:lnTo>
                  <a:pt x="596" y="1046"/>
                </a:lnTo>
                <a:lnTo>
                  <a:pt x="596" y="1045"/>
                </a:lnTo>
                <a:lnTo>
                  <a:pt x="596" y="1044"/>
                </a:lnTo>
                <a:lnTo>
                  <a:pt x="596" y="1043"/>
                </a:lnTo>
                <a:lnTo>
                  <a:pt x="597" y="1043"/>
                </a:lnTo>
                <a:lnTo>
                  <a:pt x="597" y="1042"/>
                </a:lnTo>
                <a:lnTo>
                  <a:pt x="598" y="1042"/>
                </a:lnTo>
                <a:lnTo>
                  <a:pt x="598" y="1040"/>
                </a:lnTo>
                <a:lnTo>
                  <a:pt x="597" y="1039"/>
                </a:lnTo>
                <a:lnTo>
                  <a:pt x="596" y="1038"/>
                </a:lnTo>
                <a:lnTo>
                  <a:pt x="595" y="1038"/>
                </a:lnTo>
                <a:lnTo>
                  <a:pt x="595" y="1037"/>
                </a:lnTo>
                <a:lnTo>
                  <a:pt x="596" y="1037"/>
                </a:lnTo>
                <a:lnTo>
                  <a:pt x="597" y="1037"/>
                </a:lnTo>
                <a:lnTo>
                  <a:pt x="597" y="1036"/>
                </a:lnTo>
                <a:lnTo>
                  <a:pt x="597" y="1035"/>
                </a:lnTo>
                <a:lnTo>
                  <a:pt x="596" y="1035"/>
                </a:lnTo>
                <a:lnTo>
                  <a:pt x="595" y="1034"/>
                </a:lnTo>
                <a:lnTo>
                  <a:pt x="595" y="1033"/>
                </a:lnTo>
                <a:lnTo>
                  <a:pt x="596" y="1033"/>
                </a:lnTo>
                <a:lnTo>
                  <a:pt x="597" y="1032"/>
                </a:lnTo>
                <a:lnTo>
                  <a:pt x="598" y="1031"/>
                </a:lnTo>
                <a:lnTo>
                  <a:pt x="599" y="1029"/>
                </a:lnTo>
                <a:lnTo>
                  <a:pt x="599" y="1028"/>
                </a:lnTo>
                <a:lnTo>
                  <a:pt x="598" y="1028"/>
                </a:lnTo>
                <a:lnTo>
                  <a:pt x="598" y="1026"/>
                </a:lnTo>
                <a:lnTo>
                  <a:pt x="599" y="1026"/>
                </a:lnTo>
                <a:lnTo>
                  <a:pt x="599" y="1025"/>
                </a:lnTo>
                <a:lnTo>
                  <a:pt x="599" y="1024"/>
                </a:lnTo>
                <a:lnTo>
                  <a:pt x="599" y="1023"/>
                </a:lnTo>
                <a:lnTo>
                  <a:pt x="598" y="1023"/>
                </a:lnTo>
                <a:lnTo>
                  <a:pt x="598" y="1022"/>
                </a:lnTo>
                <a:lnTo>
                  <a:pt x="599" y="1022"/>
                </a:lnTo>
                <a:lnTo>
                  <a:pt x="599" y="1021"/>
                </a:lnTo>
                <a:lnTo>
                  <a:pt x="599" y="1020"/>
                </a:lnTo>
                <a:lnTo>
                  <a:pt x="600" y="1020"/>
                </a:lnTo>
                <a:lnTo>
                  <a:pt x="600" y="1019"/>
                </a:lnTo>
                <a:lnTo>
                  <a:pt x="601" y="1019"/>
                </a:lnTo>
                <a:lnTo>
                  <a:pt x="601" y="1018"/>
                </a:lnTo>
                <a:lnTo>
                  <a:pt x="600" y="1017"/>
                </a:lnTo>
                <a:lnTo>
                  <a:pt x="600" y="1016"/>
                </a:lnTo>
                <a:lnTo>
                  <a:pt x="598" y="1016"/>
                </a:lnTo>
                <a:lnTo>
                  <a:pt x="597" y="1016"/>
                </a:lnTo>
                <a:lnTo>
                  <a:pt x="597" y="1015"/>
                </a:lnTo>
                <a:lnTo>
                  <a:pt x="597" y="1014"/>
                </a:lnTo>
                <a:lnTo>
                  <a:pt x="597" y="1012"/>
                </a:lnTo>
                <a:lnTo>
                  <a:pt x="597" y="1011"/>
                </a:lnTo>
                <a:lnTo>
                  <a:pt x="598" y="1011"/>
                </a:lnTo>
                <a:lnTo>
                  <a:pt x="599" y="1011"/>
                </a:lnTo>
                <a:lnTo>
                  <a:pt x="599" y="1010"/>
                </a:lnTo>
                <a:lnTo>
                  <a:pt x="599" y="1009"/>
                </a:lnTo>
                <a:lnTo>
                  <a:pt x="598" y="1009"/>
                </a:lnTo>
                <a:lnTo>
                  <a:pt x="598" y="1008"/>
                </a:lnTo>
                <a:lnTo>
                  <a:pt x="597" y="1009"/>
                </a:lnTo>
                <a:lnTo>
                  <a:pt x="597" y="1008"/>
                </a:lnTo>
                <a:lnTo>
                  <a:pt x="596" y="1008"/>
                </a:lnTo>
                <a:lnTo>
                  <a:pt x="597" y="1007"/>
                </a:lnTo>
                <a:lnTo>
                  <a:pt x="596" y="1007"/>
                </a:lnTo>
                <a:lnTo>
                  <a:pt x="596" y="1006"/>
                </a:lnTo>
                <a:lnTo>
                  <a:pt x="596" y="1005"/>
                </a:lnTo>
                <a:lnTo>
                  <a:pt x="595" y="1005"/>
                </a:lnTo>
                <a:lnTo>
                  <a:pt x="594" y="1005"/>
                </a:lnTo>
                <a:lnTo>
                  <a:pt x="593" y="1005"/>
                </a:lnTo>
                <a:lnTo>
                  <a:pt x="593" y="1004"/>
                </a:lnTo>
                <a:lnTo>
                  <a:pt x="592" y="1003"/>
                </a:lnTo>
                <a:lnTo>
                  <a:pt x="592" y="1002"/>
                </a:lnTo>
                <a:lnTo>
                  <a:pt x="593" y="1001"/>
                </a:lnTo>
                <a:lnTo>
                  <a:pt x="593" y="1000"/>
                </a:lnTo>
                <a:lnTo>
                  <a:pt x="592" y="1000"/>
                </a:lnTo>
                <a:lnTo>
                  <a:pt x="592" y="999"/>
                </a:lnTo>
                <a:lnTo>
                  <a:pt x="592" y="998"/>
                </a:lnTo>
                <a:lnTo>
                  <a:pt x="591" y="998"/>
                </a:lnTo>
                <a:lnTo>
                  <a:pt x="591" y="997"/>
                </a:lnTo>
                <a:lnTo>
                  <a:pt x="590" y="997"/>
                </a:lnTo>
                <a:lnTo>
                  <a:pt x="589" y="997"/>
                </a:lnTo>
                <a:lnTo>
                  <a:pt x="588" y="996"/>
                </a:lnTo>
                <a:lnTo>
                  <a:pt x="587" y="996"/>
                </a:lnTo>
                <a:lnTo>
                  <a:pt x="587" y="995"/>
                </a:lnTo>
                <a:lnTo>
                  <a:pt x="587" y="994"/>
                </a:lnTo>
                <a:lnTo>
                  <a:pt x="588" y="994"/>
                </a:lnTo>
                <a:lnTo>
                  <a:pt x="588" y="993"/>
                </a:lnTo>
                <a:lnTo>
                  <a:pt x="588" y="992"/>
                </a:lnTo>
                <a:lnTo>
                  <a:pt x="587" y="992"/>
                </a:lnTo>
                <a:lnTo>
                  <a:pt x="587" y="991"/>
                </a:lnTo>
                <a:lnTo>
                  <a:pt x="587" y="990"/>
                </a:lnTo>
                <a:lnTo>
                  <a:pt x="587" y="989"/>
                </a:lnTo>
                <a:lnTo>
                  <a:pt x="587" y="988"/>
                </a:lnTo>
                <a:lnTo>
                  <a:pt x="587" y="987"/>
                </a:lnTo>
                <a:lnTo>
                  <a:pt x="587" y="986"/>
                </a:lnTo>
                <a:lnTo>
                  <a:pt x="586" y="986"/>
                </a:lnTo>
                <a:lnTo>
                  <a:pt x="586" y="985"/>
                </a:lnTo>
                <a:lnTo>
                  <a:pt x="585" y="984"/>
                </a:lnTo>
                <a:lnTo>
                  <a:pt x="584" y="983"/>
                </a:lnTo>
                <a:lnTo>
                  <a:pt x="583" y="983"/>
                </a:lnTo>
                <a:lnTo>
                  <a:pt x="583" y="982"/>
                </a:lnTo>
                <a:lnTo>
                  <a:pt x="583" y="981"/>
                </a:lnTo>
                <a:lnTo>
                  <a:pt x="584" y="981"/>
                </a:lnTo>
                <a:lnTo>
                  <a:pt x="585" y="981"/>
                </a:lnTo>
                <a:lnTo>
                  <a:pt x="586" y="981"/>
                </a:lnTo>
                <a:lnTo>
                  <a:pt x="586" y="980"/>
                </a:lnTo>
                <a:lnTo>
                  <a:pt x="587" y="979"/>
                </a:lnTo>
                <a:lnTo>
                  <a:pt x="587" y="978"/>
                </a:lnTo>
                <a:lnTo>
                  <a:pt x="589" y="978"/>
                </a:lnTo>
                <a:lnTo>
                  <a:pt x="589" y="977"/>
                </a:lnTo>
                <a:lnTo>
                  <a:pt x="589" y="976"/>
                </a:lnTo>
                <a:lnTo>
                  <a:pt x="588" y="976"/>
                </a:lnTo>
                <a:lnTo>
                  <a:pt x="587" y="976"/>
                </a:lnTo>
                <a:lnTo>
                  <a:pt x="586" y="975"/>
                </a:lnTo>
                <a:lnTo>
                  <a:pt x="586" y="974"/>
                </a:lnTo>
                <a:lnTo>
                  <a:pt x="586" y="972"/>
                </a:lnTo>
                <a:lnTo>
                  <a:pt x="585" y="972"/>
                </a:lnTo>
                <a:lnTo>
                  <a:pt x="585" y="971"/>
                </a:lnTo>
                <a:lnTo>
                  <a:pt x="584" y="969"/>
                </a:lnTo>
                <a:lnTo>
                  <a:pt x="584" y="968"/>
                </a:lnTo>
                <a:lnTo>
                  <a:pt x="584" y="967"/>
                </a:lnTo>
                <a:lnTo>
                  <a:pt x="584" y="966"/>
                </a:lnTo>
                <a:lnTo>
                  <a:pt x="585" y="966"/>
                </a:lnTo>
                <a:lnTo>
                  <a:pt x="585" y="965"/>
                </a:lnTo>
                <a:lnTo>
                  <a:pt x="586" y="964"/>
                </a:lnTo>
                <a:lnTo>
                  <a:pt x="585" y="963"/>
                </a:lnTo>
                <a:lnTo>
                  <a:pt x="584" y="963"/>
                </a:lnTo>
                <a:lnTo>
                  <a:pt x="584" y="962"/>
                </a:lnTo>
                <a:lnTo>
                  <a:pt x="583" y="962"/>
                </a:lnTo>
                <a:lnTo>
                  <a:pt x="582" y="962"/>
                </a:lnTo>
                <a:lnTo>
                  <a:pt x="581" y="959"/>
                </a:lnTo>
                <a:lnTo>
                  <a:pt x="582" y="955"/>
                </a:lnTo>
                <a:lnTo>
                  <a:pt x="583" y="954"/>
                </a:lnTo>
                <a:lnTo>
                  <a:pt x="585" y="953"/>
                </a:lnTo>
                <a:lnTo>
                  <a:pt x="585" y="952"/>
                </a:lnTo>
                <a:lnTo>
                  <a:pt x="586" y="952"/>
                </a:lnTo>
                <a:lnTo>
                  <a:pt x="586" y="951"/>
                </a:lnTo>
                <a:lnTo>
                  <a:pt x="587" y="948"/>
                </a:lnTo>
                <a:lnTo>
                  <a:pt x="586" y="946"/>
                </a:lnTo>
                <a:lnTo>
                  <a:pt x="587" y="945"/>
                </a:lnTo>
                <a:lnTo>
                  <a:pt x="588" y="944"/>
                </a:lnTo>
                <a:lnTo>
                  <a:pt x="588" y="943"/>
                </a:lnTo>
                <a:lnTo>
                  <a:pt x="589" y="943"/>
                </a:lnTo>
                <a:lnTo>
                  <a:pt x="589" y="941"/>
                </a:lnTo>
                <a:lnTo>
                  <a:pt x="588" y="938"/>
                </a:lnTo>
                <a:lnTo>
                  <a:pt x="588" y="937"/>
                </a:lnTo>
                <a:lnTo>
                  <a:pt x="588" y="936"/>
                </a:lnTo>
                <a:lnTo>
                  <a:pt x="589" y="936"/>
                </a:lnTo>
                <a:lnTo>
                  <a:pt x="589" y="935"/>
                </a:lnTo>
                <a:lnTo>
                  <a:pt x="589" y="932"/>
                </a:lnTo>
                <a:lnTo>
                  <a:pt x="589" y="928"/>
                </a:lnTo>
                <a:lnTo>
                  <a:pt x="589" y="927"/>
                </a:lnTo>
                <a:lnTo>
                  <a:pt x="588" y="927"/>
                </a:lnTo>
                <a:lnTo>
                  <a:pt x="588" y="925"/>
                </a:lnTo>
                <a:lnTo>
                  <a:pt x="586" y="922"/>
                </a:lnTo>
                <a:lnTo>
                  <a:pt x="586" y="920"/>
                </a:lnTo>
                <a:lnTo>
                  <a:pt x="586" y="919"/>
                </a:lnTo>
                <a:lnTo>
                  <a:pt x="586" y="918"/>
                </a:lnTo>
                <a:lnTo>
                  <a:pt x="586" y="917"/>
                </a:lnTo>
                <a:lnTo>
                  <a:pt x="586" y="916"/>
                </a:lnTo>
                <a:lnTo>
                  <a:pt x="586" y="915"/>
                </a:lnTo>
                <a:lnTo>
                  <a:pt x="588" y="913"/>
                </a:lnTo>
                <a:lnTo>
                  <a:pt x="589" y="913"/>
                </a:lnTo>
                <a:lnTo>
                  <a:pt x="589" y="912"/>
                </a:lnTo>
                <a:lnTo>
                  <a:pt x="589" y="911"/>
                </a:lnTo>
                <a:lnTo>
                  <a:pt x="589" y="910"/>
                </a:lnTo>
                <a:lnTo>
                  <a:pt x="588" y="908"/>
                </a:lnTo>
                <a:lnTo>
                  <a:pt x="587" y="907"/>
                </a:lnTo>
                <a:lnTo>
                  <a:pt x="587" y="906"/>
                </a:lnTo>
                <a:lnTo>
                  <a:pt x="587" y="905"/>
                </a:lnTo>
                <a:lnTo>
                  <a:pt x="587" y="904"/>
                </a:lnTo>
                <a:lnTo>
                  <a:pt x="587" y="903"/>
                </a:lnTo>
                <a:lnTo>
                  <a:pt x="588" y="901"/>
                </a:lnTo>
                <a:lnTo>
                  <a:pt x="590" y="899"/>
                </a:lnTo>
                <a:lnTo>
                  <a:pt x="591" y="899"/>
                </a:lnTo>
                <a:lnTo>
                  <a:pt x="592" y="899"/>
                </a:lnTo>
                <a:lnTo>
                  <a:pt x="593" y="894"/>
                </a:lnTo>
                <a:lnTo>
                  <a:pt x="593" y="889"/>
                </a:lnTo>
                <a:lnTo>
                  <a:pt x="592" y="888"/>
                </a:lnTo>
                <a:lnTo>
                  <a:pt x="592" y="886"/>
                </a:lnTo>
                <a:lnTo>
                  <a:pt x="592" y="884"/>
                </a:lnTo>
                <a:lnTo>
                  <a:pt x="593" y="882"/>
                </a:lnTo>
                <a:lnTo>
                  <a:pt x="596" y="882"/>
                </a:lnTo>
                <a:lnTo>
                  <a:pt x="597" y="881"/>
                </a:lnTo>
                <a:lnTo>
                  <a:pt x="597" y="880"/>
                </a:lnTo>
                <a:lnTo>
                  <a:pt x="597" y="879"/>
                </a:lnTo>
                <a:lnTo>
                  <a:pt x="597" y="878"/>
                </a:lnTo>
                <a:lnTo>
                  <a:pt x="596" y="878"/>
                </a:lnTo>
                <a:lnTo>
                  <a:pt x="596" y="877"/>
                </a:lnTo>
                <a:lnTo>
                  <a:pt x="595" y="876"/>
                </a:lnTo>
                <a:lnTo>
                  <a:pt x="595" y="875"/>
                </a:lnTo>
                <a:lnTo>
                  <a:pt x="596" y="872"/>
                </a:lnTo>
                <a:lnTo>
                  <a:pt x="596" y="869"/>
                </a:lnTo>
                <a:lnTo>
                  <a:pt x="597" y="868"/>
                </a:lnTo>
                <a:lnTo>
                  <a:pt x="598" y="865"/>
                </a:lnTo>
                <a:lnTo>
                  <a:pt x="599" y="864"/>
                </a:lnTo>
                <a:lnTo>
                  <a:pt x="600" y="863"/>
                </a:lnTo>
                <a:lnTo>
                  <a:pt x="600" y="862"/>
                </a:lnTo>
                <a:lnTo>
                  <a:pt x="600" y="861"/>
                </a:lnTo>
                <a:lnTo>
                  <a:pt x="601" y="860"/>
                </a:lnTo>
                <a:lnTo>
                  <a:pt x="601" y="859"/>
                </a:lnTo>
                <a:lnTo>
                  <a:pt x="600" y="858"/>
                </a:lnTo>
                <a:lnTo>
                  <a:pt x="600" y="857"/>
                </a:lnTo>
                <a:lnTo>
                  <a:pt x="601" y="857"/>
                </a:lnTo>
                <a:lnTo>
                  <a:pt x="601" y="855"/>
                </a:lnTo>
                <a:lnTo>
                  <a:pt x="601" y="854"/>
                </a:lnTo>
                <a:lnTo>
                  <a:pt x="601" y="853"/>
                </a:lnTo>
                <a:lnTo>
                  <a:pt x="600" y="853"/>
                </a:lnTo>
                <a:lnTo>
                  <a:pt x="600" y="852"/>
                </a:lnTo>
                <a:lnTo>
                  <a:pt x="600" y="851"/>
                </a:lnTo>
                <a:lnTo>
                  <a:pt x="601" y="850"/>
                </a:lnTo>
                <a:lnTo>
                  <a:pt x="601" y="849"/>
                </a:lnTo>
                <a:lnTo>
                  <a:pt x="601" y="848"/>
                </a:lnTo>
                <a:lnTo>
                  <a:pt x="601" y="847"/>
                </a:lnTo>
                <a:lnTo>
                  <a:pt x="600" y="847"/>
                </a:lnTo>
                <a:lnTo>
                  <a:pt x="600" y="846"/>
                </a:lnTo>
                <a:lnTo>
                  <a:pt x="599" y="845"/>
                </a:lnTo>
                <a:lnTo>
                  <a:pt x="598" y="844"/>
                </a:lnTo>
                <a:lnTo>
                  <a:pt x="597" y="843"/>
                </a:lnTo>
                <a:lnTo>
                  <a:pt x="597" y="842"/>
                </a:lnTo>
                <a:lnTo>
                  <a:pt x="597" y="841"/>
                </a:lnTo>
                <a:lnTo>
                  <a:pt x="597" y="840"/>
                </a:lnTo>
                <a:lnTo>
                  <a:pt x="598" y="840"/>
                </a:lnTo>
                <a:lnTo>
                  <a:pt x="599" y="840"/>
                </a:lnTo>
                <a:lnTo>
                  <a:pt x="600" y="839"/>
                </a:lnTo>
                <a:lnTo>
                  <a:pt x="601" y="839"/>
                </a:lnTo>
                <a:lnTo>
                  <a:pt x="601" y="838"/>
                </a:lnTo>
                <a:lnTo>
                  <a:pt x="601" y="837"/>
                </a:lnTo>
                <a:lnTo>
                  <a:pt x="601" y="836"/>
                </a:lnTo>
                <a:lnTo>
                  <a:pt x="602" y="834"/>
                </a:lnTo>
                <a:lnTo>
                  <a:pt x="602" y="830"/>
                </a:lnTo>
                <a:lnTo>
                  <a:pt x="602" y="829"/>
                </a:lnTo>
                <a:lnTo>
                  <a:pt x="604" y="827"/>
                </a:lnTo>
                <a:lnTo>
                  <a:pt x="605" y="827"/>
                </a:lnTo>
                <a:lnTo>
                  <a:pt x="605" y="826"/>
                </a:lnTo>
                <a:lnTo>
                  <a:pt x="606" y="826"/>
                </a:lnTo>
                <a:lnTo>
                  <a:pt x="607" y="825"/>
                </a:lnTo>
                <a:lnTo>
                  <a:pt x="608" y="825"/>
                </a:lnTo>
                <a:lnTo>
                  <a:pt x="609" y="825"/>
                </a:lnTo>
                <a:lnTo>
                  <a:pt x="610" y="825"/>
                </a:lnTo>
                <a:lnTo>
                  <a:pt x="610" y="826"/>
                </a:lnTo>
                <a:lnTo>
                  <a:pt x="612" y="826"/>
                </a:lnTo>
                <a:lnTo>
                  <a:pt x="612" y="827"/>
                </a:lnTo>
                <a:lnTo>
                  <a:pt x="613" y="827"/>
                </a:lnTo>
                <a:lnTo>
                  <a:pt x="614" y="827"/>
                </a:lnTo>
                <a:lnTo>
                  <a:pt x="615" y="827"/>
                </a:lnTo>
                <a:lnTo>
                  <a:pt x="616" y="827"/>
                </a:lnTo>
                <a:lnTo>
                  <a:pt x="617" y="827"/>
                </a:lnTo>
                <a:lnTo>
                  <a:pt x="618" y="827"/>
                </a:lnTo>
                <a:lnTo>
                  <a:pt x="619" y="827"/>
                </a:lnTo>
                <a:lnTo>
                  <a:pt x="619" y="826"/>
                </a:lnTo>
                <a:lnTo>
                  <a:pt x="620" y="825"/>
                </a:lnTo>
                <a:lnTo>
                  <a:pt x="620" y="824"/>
                </a:lnTo>
                <a:lnTo>
                  <a:pt x="621" y="824"/>
                </a:lnTo>
                <a:lnTo>
                  <a:pt x="622" y="824"/>
                </a:lnTo>
                <a:lnTo>
                  <a:pt x="623" y="824"/>
                </a:lnTo>
                <a:lnTo>
                  <a:pt x="624" y="823"/>
                </a:lnTo>
                <a:lnTo>
                  <a:pt x="625" y="823"/>
                </a:lnTo>
                <a:lnTo>
                  <a:pt x="625" y="824"/>
                </a:lnTo>
                <a:lnTo>
                  <a:pt x="625" y="825"/>
                </a:lnTo>
                <a:lnTo>
                  <a:pt x="625" y="826"/>
                </a:lnTo>
                <a:lnTo>
                  <a:pt x="625" y="827"/>
                </a:lnTo>
                <a:lnTo>
                  <a:pt x="626" y="827"/>
                </a:lnTo>
                <a:lnTo>
                  <a:pt x="626" y="828"/>
                </a:lnTo>
                <a:lnTo>
                  <a:pt x="627" y="828"/>
                </a:lnTo>
                <a:lnTo>
                  <a:pt x="628" y="828"/>
                </a:lnTo>
                <a:lnTo>
                  <a:pt x="629" y="829"/>
                </a:lnTo>
                <a:lnTo>
                  <a:pt x="630" y="829"/>
                </a:lnTo>
                <a:lnTo>
                  <a:pt x="631" y="829"/>
                </a:lnTo>
                <a:lnTo>
                  <a:pt x="632" y="829"/>
                </a:lnTo>
                <a:lnTo>
                  <a:pt x="634" y="830"/>
                </a:lnTo>
                <a:lnTo>
                  <a:pt x="635" y="830"/>
                </a:lnTo>
                <a:lnTo>
                  <a:pt x="635" y="831"/>
                </a:lnTo>
                <a:lnTo>
                  <a:pt x="636" y="831"/>
                </a:lnTo>
                <a:lnTo>
                  <a:pt x="637" y="831"/>
                </a:lnTo>
                <a:lnTo>
                  <a:pt x="637" y="830"/>
                </a:lnTo>
                <a:lnTo>
                  <a:pt x="638" y="830"/>
                </a:lnTo>
                <a:lnTo>
                  <a:pt x="638" y="829"/>
                </a:lnTo>
                <a:lnTo>
                  <a:pt x="638" y="828"/>
                </a:lnTo>
                <a:lnTo>
                  <a:pt x="639" y="827"/>
                </a:lnTo>
                <a:lnTo>
                  <a:pt x="640" y="827"/>
                </a:lnTo>
                <a:lnTo>
                  <a:pt x="641" y="827"/>
                </a:lnTo>
                <a:lnTo>
                  <a:pt x="641" y="826"/>
                </a:lnTo>
                <a:lnTo>
                  <a:pt x="642" y="825"/>
                </a:lnTo>
                <a:lnTo>
                  <a:pt x="642" y="824"/>
                </a:lnTo>
                <a:lnTo>
                  <a:pt x="642" y="823"/>
                </a:lnTo>
                <a:lnTo>
                  <a:pt x="642" y="822"/>
                </a:lnTo>
                <a:lnTo>
                  <a:pt x="642" y="821"/>
                </a:lnTo>
                <a:lnTo>
                  <a:pt x="643" y="820"/>
                </a:lnTo>
                <a:lnTo>
                  <a:pt x="644" y="820"/>
                </a:lnTo>
                <a:lnTo>
                  <a:pt x="644" y="819"/>
                </a:lnTo>
                <a:lnTo>
                  <a:pt x="644" y="818"/>
                </a:lnTo>
                <a:lnTo>
                  <a:pt x="644" y="817"/>
                </a:lnTo>
                <a:lnTo>
                  <a:pt x="644" y="816"/>
                </a:lnTo>
                <a:lnTo>
                  <a:pt x="645" y="816"/>
                </a:lnTo>
                <a:lnTo>
                  <a:pt x="647" y="816"/>
                </a:lnTo>
                <a:lnTo>
                  <a:pt x="648" y="816"/>
                </a:lnTo>
                <a:lnTo>
                  <a:pt x="648" y="815"/>
                </a:lnTo>
                <a:lnTo>
                  <a:pt x="648" y="814"/>
                </a:lnTo>
                <a:lnTo>
                  <a:pt x="648" y="813"/>
                </a:lnTo>
                <a:lnTo>
                  <a:pt x="648" y="812"/>
                </a:lnTo>
                <a:lnTo>
                  <a:pt x="648" y="811"/>
                </a:lnTo>
                <a:lnTo>
                  <a:pt x="648" y="810"/>
                </a:lnTo>
                <a:lnTo>
                  <a:pt x="648" y="809"/>
                </a:lnTo>
                <a:lnTo>
                  <a:pt x="648" y="808"/>
                </a:lnTo>
                <a:lnTo>
                  <a:pt x="648" y="807"/>
                </a:lnTo>
                <a:lnTo>
                  <a:pt x="648" y="806"/>
                </a:lnTo>
                <a:lnTo>
                  <a:pt x="647" y="806"/>
                </a:lnTo>
                <a:lnTo>
                  <a:pt x="647" y="805"/>
                </a:lnTo>
                <a:lnTo>
                  <a:pt x="646" y="805"/>
                </a:lnTo>
                <a:lnTo>
                  <a:pt x="645" y="804"/>
                </a:lnTo>
                <a:lnTo>
                  <a:pt x="645" y="803"/>
                </a:lnTo>
                <a:lnTo>
                  <a:pt x="646" y="802"/>
                </a:lnTo>
                <a:lnTo>
                  <a:pt x="647" y="802"/>
                </a:lnTo>
                <a:lnTo>
                  <a:pt x="648" y="802"/>
                </a:lnTo>
                <a:lnTo>
                  <a:pt x="648" y="801"/>
                </a:lnTo>
                <a:lnTo>
                  <a:pt x="647" y="801"/>
                </a:lnTo>
                <a:lnTo>
                  <a:pt x="646" y="801"/>
                </a:lnTo>
                <a:lnTo>
                  <a:pt x="645" y="801"/>
                </a:lnTo>
                <a:lnTo>
                  <a:pt x="645" y="800"/>
                </a:lnTo>
                <a:lnTo>
                  <a:pt x="646" y="800"/>
                </a:lnTo>
                <a:lnTo>
                  <a:pt x="646" y="799"/>
                </a:lnTo>
                <a:lnTo>
                  <a:pt x="645" y="798"/>
                </a:lnTo>
                <a:lnTo>
                  <a:pt x="645" y="799"/>
                </a:lnTo>
                <a:lnTo>
                  <a:pt x="644" y="799"/>
                </a:lnTo>
                <a:lnTo>
                  <a:pt x="644" y="798"/>
                </a:lnTo>
                <a:lnTo>
                  <a:pt x="644" y="797"/>
                </a:lnTo>
                <a:lnTo>
                  <a:pt x="645" y="797"/>
                </a:lnTo>
                <a:lnTo>
                  <a:pt x="645" y="796"/>
                </a:lnTo>
                <a:lnTo>
                  <a:pt x="646" y="795"/>
                </a:lnTo>
                <a:lnTo>
                  <a:pt x="646" y="794"/>
                </a:lnTo>
                <a:lnTo>
                  <a:pt x="646" y="793"/>
                </a:lnTo>
                <a:lnTo>
                  <a:pt x="647" y="792"/>
                </a:lnTo>
                <a:lnTo>
                  <a:pt x="647" y="791"/>
                </a:lnTo>
                <a:lnTo>
                  <a:pt x="648" y="790"/>
                </a:lnTo>
                <a:lnTo>
                  <a:pt x="648" y="789"/>
                </a:lnTo>
                <a:lnTo>
                  <a:pt x="649" y="789"/>
                </a:lnTo>
                <a:lnTo>
                  <a:pt x="649" y="788"/>
                </a:lnTo>
                <a:lnTo>
                  <a:pt x="648" y="788"/>
                </a:lnTo>
                <a:lnTo>
                  <a:pt x="647" y="788"/>
                </a:lnTo>
                <a:lnTo>
                  <a:pt x="647" y="787"/>
                </a:lnTo>
                <a:lnTo>
                  <a:pt x="647" y="786"/>
                </a:lnTo>
                <a:lnTo>
                  <a:pt x="648" y="786"/>
                </a:lnTo>
                <a:lnTo>
                  <a:pt x="648" y="785"/>
                </a:lnTo>
                <a:lnTo>
                  <a:pt x="648" y="784"/>
                </a:lnTo>
                <a:lnTo>
                  <a:pt x="647" y="783"/>
                </a:lnTo>
                <a:lnTo>
                  <a:pt x="646" y="782"/>
                </a:lnTo>
                <a:lnTo>
                  <a:pt x="646" y="781"/>
                </a:lnTo>
                <a:lnTo>
                  <a:pt x="646" y="780"/>
                </a:lnTo>
                <a:lnTo>
                  <a:pt x="647" y="780"/>
                </a:lnTo>
                <a:lnTo>
                  <a:pt x="648" y="780"/>
                </a:lnTo>
                <a:lnTo>
                  <a:pt x="649" y="780"/>
                </a:lnTo>
                <a:lnTo>
                  <a:pt x="649" y="779"/>
                </a:lnTo>
                <a:lnTo>
                  <a:pt x="648" y="779"/>
                </a:lnTo>
                <a:lnTo>
                  <a:pt x="648" y="778"/>
                </a:lnTo>
                <a:lnTo>
                  <a:pt x="648" y="777"/>
                </a:lnTo>
                <a:lnTo>
                  <a:pt x="648" y="776"/>
                </a:lnTo>
                <a:lnTo>
                  <a:pt x="648" y="775"/>
                </a:lnTo>
                <a:lnTo>
                  <a:pt x="647" y="774"/>
                </a:lnTo>
                <a:lnTo>
                  <a:pt x="646" y="774"/>
                </a:lnTo>
                <a:lnTo>
                  <a:pt x="645" y="774"/>
                </a:lnTo>
                <a:lnTo>
                  <a:pt x="645" y="773"/>
                </a:lnTo>
                <a:lnTo>
                  <a:pt x="644" y="773"/>
                </a:lnTo>
                <a:lnTo>
                  <a:pt x="645" y="773"/>
                </a:lnTo>
                <a:lnTo>
                  <a:pt x="645" y="772"/>
                </a:lnTo>
                <a:lnTo>
                  <a:pt x="645" y="771"/>
                </a:lnTo>
                <a:lnTo>
                  <a:pt x="644" y="769"/>
                </a:lnTo>
                <a:lnTo>
                  <a:pt x="644" y="767"/>
                </a:lnTo>
                <a:lnTo>
                  <a:pt x="643" y="766"/>
                </a:lnTo>
                <a:lnTo>
                  <a:pt x="643" y="765"/>
                </a:lnTo>
                <a:lnTo>
                  <a:pt x="644" y="764"/>
                </a:lnTo>
                <a:lnTo>
                  <a:pt x="644" y="763"/>
                </a:lnTo>
                <a:lnTo>
                  <a:pt x="644" y="762"/>
                </a:lnTo>
                <a:lnTo>
                  <a:pt x="644" y="761"/>
                </a:lnTo>
                <a:lnTo>
                  <a:pt x="643" y="761"/>
                </a:lnTo>
                <a:lnTo>
                  <a:pt x="642" y="760"/>
                </a:lnTo>
                <a:lnTo>
                  <a:pt x="640" y="758"/>
                </a:lnTo>
                <a:lnTo>
                  <a:pt x="639" y="757"/>
                </a:lnTo>
                <a:lnTo>
                  <a:pt x="638" y="756"/>
                </a:lnTo>
                <a:lnTo>
                  <a:pt x="637" y="756"/>
                </a:lnTo>
                <a:lnTo>
                  <a:pt x="637" y="755"/>
                </a:lnTo>
                <a:lnTo>
                  <a:pt x="638" y="754"/>
                </a:lnTo>
                <a:lnTo>
                  <a:pt x="639" y="754"/>
                </a:lnTo>
                <a:lnTo>
                  <a:pt x="639" y="753"/>
                </a:lnTo>
                <a:lnTo>
                  <a:pt x="638" y="753"/>
                </a:lnTo>
                <a:lnTo>
                  <a:pt x="638" y="752"/>
                </a:lnTo>
                <a:lnTo>
                  <a:pt x="638" y="753"/>
                </a:lnTo>
                <a:lnTo>
                  <a:pt x="637" y="753"/>
                </a:lnTo>
                <a:lnTo>
                  <a:pt x="636" y="753"/>
                </a:lnTo>
                <a:lnTo>
                  <a:pt x="636" y="752"/>
                </a:lnTo>
                <a:lnTo>
                  <a:pt x="636" y="751"/>
                </a:lnTo>
                <a:lnTo>
                  <a:pt x="636" y="750"/>
                </a:lnTo>
                <a:lnTo>
                  <a:pt x="635" y="750"/>
                </a:lnTo>
                <a:lnTo>
                  <a:pt x="635" y="749"/>
                </a:lnTo>
                <a:lnTo>
                  <a:pt x="634" y="749"/>
                </a:lnTo>
                <a:lnTo>
                  <a:pt x="634" y="748"/>
                </a:lnTo>
                <a:lnTo>
                  <a:pt x="634" y="747"/>
                </a:lnTo>
                <a:lnTo>
                  <a:pt x="633" y="747"/>
                </a:lnTo>
                <a:lnTo>
                  <a:pt x="633" y="746"/>
                </a:lnTo>
                <a:lnTo>
                  <a:pt x="634" y="746"/>
                </a:lnTo>
                <a:lnTo>
                  <a:pt x="635" y="746"/>
                </a:lnTo>
                <a:lnTo>
                  <a:pt x="635" y="747"/>
                </a:lnTo>
                <a:lnTo>
                  <a:pt x="636" y="746"/>
                </a:lnTo>
                <a:lnTo>
                  <a:pt x="636" y="745"/>
                </a:lnTo>
                <a:lnTo>
                  <a:pt x="636" y="744"/>
                </a:lnTo>
                <a:lnTo>
                  <a:pt x="636" y="743"/>
                </a:lnTo>
                <a:lnTo>
                  <a:pt x="635" y="743"/>
                </a:lnTo>
                <a:lnTo>
                  <a:pt x="635" y="742"/>
                </a:lnTo>
                <a:lnTo>
                  <a:pt x="635" y="741"/>
                </a:lnTo>
                <a:lnTo>
                  <a:pt x="633" y="741"/>
                </a:lnTo>
                <a:lnTo>
                  <a:pt x="632" y="741"/>
                </a:lnTo>
                <a:lnTo>
                  <a:pt x="633" y="741"/>
                </a:lnTo>
                <a:lnTo>
                  <a:pt x="633" y="740"/>
                </a:lnTo>
                <a:lnTo>
                  <a:pt x="633" y="739"/>
                </a:lnTo>
                <a:lnTo>
                  <a:pt x="634" y="739"/>
                </a:lnTo>
                <a:lnTo>
                  <a:pt x="635" y="739"/>
                </a:lnTo>
                <a:lnTo>
                  <a:pt x="635" y="738"/>
                </a:lnTo>
                <a:lnTo>
                  <a:pt x="634" y="738"/>
                </a:lnTo>
                <a:lnTo>
                  <a:pt x="634" y="737"/>
                </a:lnTo>
                <a:lnTo>
                  <a:pt x="633" y="737"/>
                </a:lnTo>
                <a:lnTo>
                  <a:pt x="633" y="736"/>
                </a:lnTo>
                <a:lnTo>
                  <a:pt x="634" y="736"/>
                </a:lnTo>
                <a:lnTo>
                  <a:pt x="634" y="735"/>
                </a:lnTo>
                <a:lnTo>
                  <a:pt x="633" y="735"/>
                </a:lnTo>
                <a:lnTo>
                  <a:pt x="632" y="735"/>
                </a:lnTo>
                <a:lnTo>
                  <a:pt x="631" y="736"/>
                </a:lnTo>
                <a:lnTo>
                  <a:pt x="630" y="736"/>
                </a:lnTo>
                <a:lnTo>
                  <a:pt x="629" y="735"/>
                </a:lnTo>
                <a:lnTo>
                  <a:pt x="629" y="734"/>
                </a:lnTo>
                <a:lnTo>
                  <a:pt x="628" y="734"/>
                </a:lnTo>
                <a:lnTo>
                  <a:pt x="627" y="733"/>
                </a:lnTo>
                <a:lnTo>
                  <a:pt x="626" y="732"/>
                </a:lnTo>
                <a:lnTo>
                  <a:pt x="625" y="731"/>
                </a:lnTo>
                <a:lnTo>
                  <a:pt x="625" y="730"/>
                </a:lnTo>
                <a:lnTo>
                  <a:pt x="624" y="730"/>
                </a:lnTo>
                <a:lnTo>
                  <a:pt x="624" y="729"/>
                </a:lnTo>
                <a:lnTo>
                  <a:pt x="623" y="730"/>
                </a:lnTo>
                <a:lnTo>
                  <a:pt x="624" y="731"/>
                </a:lnTo>
                <a:lnTo>
                  <a:pt x="623" y="732"/>
                </a:lnTo>
                <a:lnTo>
                  <a:pt x="622" y="732"/>
                </a:lnTo>
                <a:lnTo>
                  <a:pt x="621" y="732"/>
                </a:lnTo>
                <a:lnTo>
                  <a:pt x="620" y="732"/>
                </a:lnTo>
                <a:lnTo>
                  <a:pt x="620" y="731"/>
                </a:lnTo>
                <a:lnTo>
                  <a:pt x="620" y="730"/>
                </a:lnTo>
                <a:lnTo>
                  <a:pt x="619" y="730"/>
                </a:lnTo>
                <a:lnTo>
                  <a:pt x="619" y="729"/>
                </a:lnTo>
                <a:lnTo>
                  <a:pt x="618" y="728"/>
                </a:lnTo>
                <a:lnTo>
                  <a:pt x="617" y="726"/>
                </a:lnTo>
                <a:lnTo>
                  <a:pt x="617" y="725"/>
                </a:lnTo>
                <a:lnTo>
                  <a:pt x="617" y="724"/>
                </a:lnTo>
                <a:lnTo>
                  <a:pt x="617" y="723"/>
                </a:lnTo>
                <a:lnTo>
                  <a:pt x="617" y="722"/>
                </a:lnTo>
                <a:lnTo>
                  <a:pt x="618" y="722"/>
                </a:lnTo>
                <a:lnTo>
                  <a:pt x="618" y="721"/>
                </a:lnTo>
                <a:lnTo>
                  <a:pt x="620" y="722"/>
                </a:lnTo>
                <a:lnTo>
                  <a:pt x="621" y="722"/>
                </a:lnTo>
                <a:lnTo>
                  <a:pt x="622" y="722"/>
                </a:lnTo>
                <a:lnTo>
                  <a:pt x="623" y="722"/>
                </a:lnTo>
                <a:lnTo>
                  <a:pt x="623" y="723"/>
                </a:lnTo>
                <a:lnTo>
                  <a:pt x="624" y="723"/>
                </a:lnTo>
                <a:lnTo>
                  <a:pt x="625" y="723"/>
                </a:lnTo>
                <a:lnTo>
                  <a:pt x="625" y="725"/>
                </a:lnTo>
                <a:lnTo>
                  <a:pt x="625" y="726"/>
                </a:lnTo>
                <a:lnTo>
                  <a:pt x="625" y="728"/>
                </a:lnTo>
                <a:lnTo>
                  <a:pt x="626" y="728"/>
                </a:lnTo>
                <a:lnTo>
                  <a:pt x="626" y="729"/>
                </a:lnTo>
                <a:lnTo>
                  <a:pt x="627" y="729"/>
                </a:lnTo>
                <a:lnTo>
                  <a:pt x="627" y="728"/>
                </a:lnTo>
                <a:lnTo>
                  <a:pt x="627" y="727"/>
                </a:lnTo>
                <a:lnTo>
                  <a:pt x="627" y="726"/>
                </a:lnTo>
                <a:lnTo>
                  <a:pt x="627" y="725"/>
                </a:lnTo>
                <a:lnTo>
                  <a:pt x="627" y="724"/>
                </a:lnTo>
                <a:lnTo>
                  <a:pt x="627" y="723"/>
                </a:lnTo>
                <a:lnTo>
                  <a:pt x="628" y="723"/>
                </a:lnTo>
                <a:lnTo>
                  <a:pt x="628" y="722"/>
                </a:lnTo>
                <a:lnTo>
                  <a:pt x="629" y="720"/>
                </a:lnTo>
                <a:lnTo>
                  <a:pt x="629" y="719"/>
                </a:lnTo>
                <a:lnTo>
                  <a:pt x="628" y="719"/>
                </a:lnTo>
                <a:lnTo>
                  <a:pt x="628" y="718"/>
                </a:lnTo>
                <a:lnTo>
                  <a:pt x="628" y="717"/>
                </a:lnTo>
                <a:lnTo>
                  <a:pt x="628" y="716"/>
                </a:lnTo>
                <a:lnTo>
                  <a:pt x="628" y="715"/>
                </a:lnTo>
                <a:lnTo>
                  <a:pt x="627" y="714"/>
                </a:lnTo>
                <a:lnTo>
                  <a:pt x="627" y="713"/>
                </a:lnTo>
                <a:lnTo>
                  <a:pt x="627" y="712"/>
                </a:lnTo>
                <a:lnTo>
                  <a:pt x="627" y="711"/>
                </a:lnTo>
                <a:lnTo>
                  <a:pt x="627" y="710"/>
                </a:lnTo>
                <a:lnTo>
                  <a:pt x="627" y="709"/>
                </a:lnTo>
                <a:lnTo>
                  <a:pt x="626" y="708"/>
                </a:lnTo>
                <a:lnTo>
                  <a:pt x="625" y="708"/>
                </a:lnTo>
                <a:lnTo>
                  <a:pt x="624" y="708"/>
                </a:lnTo>
                <a:lnTo>
                  <a:pt x="624" y="707"/>
                </a:lnTo>
                <a:lnTo>
                  <a:pt x="624" y="706"/>
                </a:lnTo>
                <a:lnTo>
                  <a:pt x="624" y="705"/>
                </a:lnTo>
                <a:lnTo>
                  <a:pt x="625" y="705"/>
                </a:lnTo>
                <a:lnTo>
                  <a:pt x="625" y="704"/>
                </a:lnTo>
                <a:lnTo>
                  <a:pt x="625" y="703"/>
                </a:lnTo>
                <a:lnTo>
                  <a:pt x="625" y="701"/>
                </a:lnTo>
                <a:lnTo>
                  <a:pt x="625" y="699"/>
                </a:lnTo>
                <a:lnTo>
                  <a:pt x="625" y="698"/>
                </a:lnTo>
                <a:lnTo>
                  <a:pt x="624" y="698"/>
                </a:lnTo>
                <a:lnTo>
                  <a:pt x="624" y="697"/>
                </a:lnTo>
                <a:lnTo>
                  <a:pt x="625" y="697"/>
                </a:lnTo>
                <a:lnTo>
                  <a:pt x="625" y="696"/>
                </a:lnTo>
                <a:lnTo>
                  <a:pt x="624" y="695"/>
                </a:lnTo>
                <a:lnTo>
                  <a:pt x="623" y="694"/>
                </a:lnTo>
                <a:lnTo>
                  <a:pt x="622" y="693"/>
                </a:lnTo>
                <a:lnTo>
                  <a:pt x="621" y="693"/>
                </a:lnTo>
                <a:lnTo>
                  <a:pt x="620" y="693"/>
                </a:lnTo>
                <a:lnTo>
                  <a:pt x="620" y="692"/>
                </a:lnTo>
                <a:lnTo>
                  <a:pt x="619" y="692"/>
                </a:lnTo>
                <a:lnTo>
                  <a:pt x="618" y="692"/>
                </a:lnTo>
                <a:lnTo>
                  <a:pt x="617" y="692"/>
                </a:lnTo>
                <a:lnTo>
                  <a:pt x="617" y="691"/>
                </a:lnTo>
                <a:lnTo>
                  <a:pt x="617" y="690"/>
                </a:lnTo>
                <a:lnTo>
                  <a:pt x="617" y="689"/>
                </a:lnTo>
                <a:lnTo>
                  <a:pt x="618" y="689"/>
                </a:lnTo>
                <a:lnTo>
                  <a:pt x="619" y="688"/>
                </a:lnTo>
                <a:lnTo>
                  <a:pt x="620" y="688"/>
                </a:lnTo>
                <a:lnTo>
                  <a:pt x="621" y="688"/>
                </a:lnTo>
                <a:lnTo>
                  <a:pt x="622" y="687"/>
                </a:lnTo>
                <a:lnTo>
                  <a:pt x="623" y="687"/>
                </a:lnTo>
                <a:lnTo>
                  <a:pt x="623" y="686"/>
                </a:lnTo>
                <a:lnTo>
                  <a:pt x="624" y="686"/>
                </a:lnTo>
                <a:lnTo>
                  <a:pt x="624" y="685"/>
                </a:lnTo>
                <a:lnTo>
                  <a:pt x="624" y="684"/>
                </a:lnTo>
                <a:lnTo>
                  <a:pt x="623" y="683"/>
                </a:lnTo>
                <a:lnTo>
                  <a:pt x="622" y="683"/>
                </a:lnTo>
                <a:lnTo>
                  <a:pt x="621" y="682"/>
                </a:lnTo>
                <a:lnTo>
                  <a:pt x="621" y="681"/>
                </a:lnTo>
                <a:lnTo>
                  <a:pt x="622" y="681"/>
                </a:lnTo>
                <a:lnTo>
                  <a:pt x="623" y="681"/>
                </a:lnTo>
                <a:lnTo>
                  <a:pt x="624" y="680"/>
                </a:lnTo>
                <a:lnTo>
                  <a:pt x="624" y="679"/>
                </a:lnTo>
                <a:lnTo>
                  <a:pt x="623" y="678"/>
                </a:lnTo>
                <a:lnTo>
                  <a:pt x="622" y="677"/>
                </a:lnTo>
                <a:lnTo>
                  <a:pt x="622" y="676"/>
                </a:lnTo>
                <a:lnTo>
                  <a:pt x="621" y="676"/>
                </a:lnTo>
                <a:lnTo>
                  <a:pt x="621" y="675"/>
                </a:lnTo>
                <a:lnTo>
                  <a:pt x="620" y="675"/>
                </a:lnTo>
                <a:lnTo>
                  <a:pt x="619" y="674"/>
                </a:lnTo>
                <a:lnTo>
                  <a:pt x="618" y="674"/>
                </a:lnTo>
                <a:lnTo>
                  <a:pt x="618" y="673"/>
                </a:lnTo>
                <a:lnTo>
                  <a:pt x="618" y="672"/>
                </a:lnTo>
                <a:lnTo>
                  <a:pt x="618" y="671"/>
                </a:lnTo>
                <a:lnTo>
                  <a:pt x="619" y="670"/>
                </a:lnTo>
                <a:lnTo>
                  <a:pt x="618" y="670"/>
                </a:lnTo>
                <a:lnTo>
                  <a:pt x="617" y="669"/>
                </a:lnTo>
                <a:lnTo>
                  <a:pt x="616" y="669"/>
                </a:lnTo>
                <a:lnTo>
                  <a:pt x="616" y="668"/>
                </a:lnTo>
                <a:lnTo>
                  <a:pt x="615" y="668"/>
                </a:lnTo>
                <a:lnTo>
                  <a:pt x="615" y="667"/>
                </a:lnTo>
                <a:lnTo>
                  <a:pt x="614" y="666"/>
                </a:lnTo>
                <a:lnTo>
                  <a:pt x="613" y="666"/>
                </a:lnTo>
                <a:lnTo>
                  <a:pt x="612" y="665"/>
                </a:lnTo>
                <a:lnTo>
                  <a:pt x="612" y="664"/>
                </a:lnTo>
                <a:lnTo>
                  <a:pt x="613" y="664"/>
                </a:lnTo>
                <a:lnTo>
                  <a:pt x="614" y="663"/>
                </a:lnTo>
                <a:lnTo>
                  <a:pt x="615" y="663"/>
                </a:lnTo>
                <a:lnTo>
                  <a:pt x="616" y="663"/>
                </a:lnTo>
                <a:lnTo>
                  <a:pt x="617" y="663"/>
                </a:lnTo>
                <a:lnTo>
                  <a:pt x="618" y="663"/>
                </a:lnTo>
                <a:lnTo>
                  <a:pt x="619" y="663"/>
                </a:lnTo>
                <a:lnTo>
                  <a:pt x="619" y="662"/>
                </a:lnTo>
                <a:lnTo>
                  <a:pt x="619" y="660"/>
                </a:lnTo>
                <a:lnTo>
                  <a:pt x="619" y="659"/>
                </a:lnTo>
                <a:lnTo>
                  <a:pt x="619" y="658"/>
                </a:lnTo>
                <a:lnTo>
                  <a:pt x="619" y="656"/>
                </a:lnTo>
                <a:lnTo>
                  <a:pt x="619" y="655"/>
                </a:lnTo>
                <a:lnTo>
                  <a:pt x="620" y="655"/>
                </a:lnTo>
                <a:lnTo>
                  <a:pt x="621" y="655"/>
                </a:lnTo>
                <a:lnTo>
                  <a:pt x="622" y="654"/>
                </a:lnTo>
                <a:lnTo>
                  <a:pt x="623" y="654"/>
                </a:lnTo>
                <a:lnTo>
                  <a:pt x="624" y="653"/>
                </a:lnTo>
                <a:lnTo>
                  <a:pt x="625" y="652"/>
                </a:lnTo>
                <a:lnTo>
                  <a:pt x="625" y="651"/>
                </a:lnTo>
                <a:lnTo>
                  <a:pt x="625" y="649"/>
                </a:lnTo>
                <a:lnTo>
                  <a:pt x="624" y="648"/>
                </a:lnTo>
                <a:lnTo>
                  <a:pt x="624" y="647"/>
                </a:lnTo>
                <a:lnTo>
                  <a:pt x="623" y="647"/>
                </a:lnTo>
                <a:lnTo>
                  <a:pt x="623" y="646"/>
                </a:lnTo>
                <a:lnTo>
                  <a:pt x="622" y="646"/>
                </a:lnTo>
                <a:lnTo>
                  <a:pt x="621" y="646"/>
                </a:lnTo>
                <a:lnTo>
                  <a:pt x="620" y="646"/>
                </a:lnTo>
                <a:lnTo>
                  <a:pt x="619" y="646"/>
                </a:lnTo>
                <a:lnTo>
                  <a:pt x="618" y="646"/>
                </a:lnTo>
                <a:lnTo>
                  <a:pt x="618" y="645"/>
                </a:lnTo>
                <a:lnTo>
                  <a:pt x="617" y="645"/>
                </a:lnTo>
                <a:lnTo>
                  <a:pt x="618" y="645"/>
                </a:lnTo>
                <a:lnTo>
                  <a:pt x="619" y="644"/>
                </a:lnTo>
                <a:lnTo>
                  <a:pt x="620" y="643"/>
                </a:lnTo>
                <a:lnTo>
                  <a:pt x="620" y="642"/>
                </a:lnTo>
                <a:lnTo>
                  <a:pt x="621" y="642"/>
                </a:lnTo>
                <a:lnTo>
                  <a:pt x="621" y="641"/>
                </a:lnTo>
                <a:lnTo>
                  <a:pt x="622" y="641"/>
                </a:lnTo>
                <a:lnTo>
                  <a:pt x="622" y="642"/>
                </a:lnTo>
                <a:lnTo>
                  <a:pt x="623" y="642"/>
                </a:lnTo>
                <a:lnTo>
                  <a:pt x="623" y="643"/>
                </a:lnTo>
                <a:lnTo>
                  <a:pt x="624" y="643"/>
                </a:lnTo>
                <a:lnTo>
                  <a:pt x="625" y="644"/>
                </a:lnTo>
                <a:lnTo>
                  <a:pt x="625" y="643"/>
                </a:lnTo>
                <a:lnTo>
                  <a:pt x="626" y="643"/>
                </a:lnTo>
                <a:lnTo>
                  <a:pt x="627" y="642"/>
                </a:lnTo>
                <a:lnTo>
                  <a:pt x="628" y="642"/>
                </a:lnTo>
                <a:lnTo>
                  <a:pt x="628" y="641"/>
                </a:lnTo>
                <a:lnTo>
                  <a:pt x="628" y="640"/>
                </a:lnTo>
                <a:lnTo>
                  <a:pt x="628" y="639"/>
                </a:lnTo>
                <a:lnTo>
                  <a:pt x="627" y="639"/>
                </a:lnTo>
                <a:lnTo>
                  <a:pt x="626" y="639"/>
                </a:lnTo>
                <a:lnTo>
                  <a:pt x="625" y="639"/>
                </a:lnTo>
                <a:lnTo>
                  <a:pt x="624" y="639"/>
                </a:lnTo>
                <a:lnTo>
                  <a:pt x="623" y="639"/>
                </a:lnTo>
                <a:lnTo>
                  <a:pt x="621" y="639"/>
                </a:lnTo>
                <a:lnTo>
                  <a:pt x="620" y="639"/>
                </a:lnTo>
                <a:lnTo>
                  <a:pt x="619" y="639"/>
                </a:lnTo>
                <a:lnTo>
                  <a:pt x="619" y="638"/>
                </a:lnTo>
                <a:lnTo>
                  <a:pt x="619" y="637"/>
                </a:lnTo>
                <a:lnTo>
                  <a:pt x="620" y="636"/>
                </a:lnTo>
                <a:lnTo>
                  <a:pt x="620" y="635"/>
                </a:lnTo>
                <a:lnTo>
                  <a:pt x="621" y="635"/>
                </a:lnTo>
                <a:lnTo>
                  <a:pt x="620" y="635"/>
                </a:lnTo>
                <a:lnTo>
                  <a:pt x="620" y="634"/>
                </a:lnTo>
                <a:lnTo>
                  <a:pt x="618" y="634"/>
                </a:lnTo>
                <a:lnTo>
                  <a:pt x="617" y="634"/>
                </a:lnTo>
                <a:lnTo>
                  <a:pt x="616" y="634"/>
                </a:lnTo>
                <a:lnTo>
                  <a:pt x="616" y="633"/>
                </a:lnTo>
                <a:lnTo>
                  <a:pt x="617" y="633"/>
                </a:lnTo>
                <a:lnTo>
                  <a:pt x="618" y="633"/>
                </a:lnTo>
                <a:lnTo>
                  <a:pt x="618" y="632"/>
                </a:lnTo>
                <a:lnTo>
                  <a:pt x="619" y="631"/>
                </a:lnTo>
                <a:lnTo>
                  <a:pt x="619" y="630"/>
                </a:lnTo>
                <a:lnTo>
                  <a:pt x="618" y="630"/>
                </a:lnTo>
                <a:lnTo>
                  <a:pt x="618" y="629"/>
                </a:lnTo>
                <a:lnTo>
                  <a:pt x="618" y="628"/>
                </a:lnTo>
                <a:lnTo>
                  <a:pt x="619" y="627"/>
                </a:lnTo>
                <a:lnTo>
                  <a:pt x="620" y="626"/>
                </a:lnTo>
                <a:lnTo>
                  <a:pt x="620" y="625"/>
                </a:lnTo>
                <a:lnTo>
                  <a:pt x="621" y="625"/>
                </a:lnTo>
                <a:lnTo>
                  <a:pt x="622" y="625"/>
                </a:lnTo>
                <a:lnTo>
                  <a:pt x="622" y="626"/>
                </a:lnTo>
                <a:lnTo>
                  <a:pt x="622" y="627"/>
                </a:lnTo>
                <a:lnTo>
                  <a:pt x="622" y="628"/>
                </a:lnTo>
                <a:lnTo>
                  <a:pt x="623" y="628"/>
                </a:lnTo>
                <a:lnTo>
                  <a:pt x="624" y="629"/>
                </a:lnTo>
                <a:lnTo>
                  <a:pt x="624" y="628"/>
                </a:lnTo>
                <a:lnTo>
                  <a:pt x="625" y="628"/>
                </a:lnTo>
                <a:lnTo>
                  <a:pt x="624" y="627"/>
                </a:lnTo>
                <a:lnTo>
                  <a:pt x="624" y="626"/>
                </a:lnTo>
                <a:lnTo>
                  <a:pt x="624" y="625"/>
                </a:lnTo>
                <a:lnTo>
                  <a:pt x="625" y="625"/>
                </a:lnTo>
                <a:lnTo>
                  <a:pt x="626" y="625"/>
                </a:lnTo>
                <a:lnTo>
                  <a:pt x="627" y="625"/>
                </a:lnTo>
                <a:lnTo>
                  <a:pt x="627" y="624"/>
                </a:lnTo>
                <a:lnTo>
                  <a:pt x="628" y="624"/>
                </a:lnTo>
                <a:lnTo>
                  <a:pt x="629" y="624"/>
                </a:lnTo>
                <a:lnTo>
                  <a:pt x="630" y="624"/>
                </a:lnTo>
                <a:lnTo>
                  <a:pt x="630" y="623"/>
                </a:lnTo>
                <a:lnTo>
                  <a:pt x="630" y="622"/>
                </a:lnTo>
                <a:lnTo>
                  <a:pt x="629" y="622"/>
                </a:lnTo>
                <a:lnTo>
                  <a:pt x="627" y="622"/>
                </a:lnTo>
                <a:lnTo>
                  <a:pt x="626" y="621"/>
                </a:lnTo>
                <a:lnTo>
                  <a:pt x="624" y="620"/>
                </a:lnTo>
                <a:lnTo>
                  <a:pt x="624" y="619"/>
                </a:lnTo>
                <a:lnTo>
                  <a:pt x="623" y="619"/>
                </a:lnTo>
                <a:lnTo>
                  <a:pt x="624" y="619"/>
                </a:lnTo>
                <a:lnTo>
                  <a:pt x="626" y="619"/>
                </a:lnTo>
                <a:lnTo>
                  <a:pt x="627" y="619"/>
                </a:lnTo>
                <a:lnTo>
                  <a:pt x="627" y="618"/>
                </a:lnTo>
                <a:lnTo>
                  <a:pt x="628" y="618"/>
                </a:lnTo>
                <a:lnTo>
                  <a:pt x="628" y="617"/>
                </a:lnTo>
                <a:lnTo>
                  <a:pt x="629" y="617"/>
                </a:lnTo>
                <a:lnTo>
                  <a:pt x="630" y="616"/>
                </a:lnTo>
                <a:lnTo>
                  <a:pt x="630" y="615"/>
                </a:lnTo>
                <a:lnTo>
                  <a:pt x="630" y="614"/>
                </a:lnTo>
                <a:lnTo>
                  <a:pt x="629" y="614"/>
                </a:lnTo>
                <a:lnTo>
                  <a:pt x="629" y="613"/>
                </a:lnTo>
                <a:lnTo>
                  <a:pt x="629" y="612"/>
                </a:lnTo>
                <a:lnTo>
                  <a:pt x="629" y="611"/>
                </a:lnTo>
                <a:lnTo>
                  <a:pt x="630" y="611"/>
                </a:lnTo>
                <a:lnTo>
                  <a:pt x="631" y="611"/>
                </a:lnTo>
                <a:lnTo>
                  <a:pt x="632" y="611"/>
                </a:lnTo>
                <a:lnTo>
                  <a:pt x="633" y="611"/>
                </a:lnTo>
                <a:lnTo>
                  <a:pt x="633" y="610"/>
                </a:lnTo>
                <a:lnTo>
                  <a:pt x="634" y="610"/>
                </a:lnTo>
                <a:lnTo>
                  <a:pt x="634" y="609"/>
                </a:lnTo>
                <a:lnTo>
                  <a:pt x="635" y="609"/>
                </a:lnTo>
                <a:lnTo>
                  <a:pt x="635" y="608"/>
                </a:lnTo>
                <a:lnTo>
                  <a:pt x="636" y="608"/>
                </a:lnTo>
                <a:lnTo>
                  <a:pt x="636" y="607"/>
                </a:lnTo>
                <a:lnTo>
                  <a:pt x="636" y="606"/>
                </a:lnTo>
                <a:lnTo>
                  <a:pt x="636" y="605"/>
                </a:lnTo>
                <a:lnTo>
                  <a:pt x="635" y="605"/>
                </a:lnTo>
                <a:lnTo>
                  <a:pt x="634" y="605"/>
                </a:lnTo>
                <a:lnTo>
                  <a:pt x="634" y="604"/>
                </a:lnTo>
                <a:lnTo>
                  <a:pt x="634" y="603"/>
                </a:lnTo>
                <a:lnTo>
                  <a:pt x="635" y="603"/>
                </a:lnTo>
                <a:lnTo>
                  <a:pt x="636" y="603"/>
                </a:lnTo>
                <a:lnTo>
                  <a:pt x="637" y="604"/>
                </a:lnTo>
                <a:lnTo>
                  <a:pt x="637" y="603"/>
                </a:lnTo>
                <a:lnTo>
                  <a:pt x="638" y="603"/>
                </a:lnTo>
                <a:lnTo>
                  <a:pt x="637" y="602"/>
                </a:lnTo>
                <a:lnTo>
                  <a:pt x="636" y="602"/>
                </a:lnTo>
                <a:lnTo>
                  <a:pt x="636" y="601"/>
                </a:lnTo>
                <a:lnTo>
                  <a:pt x="635" y="601"/>
                </a:lnTo>
                <a:lnTo>
                  <a:pt x="635" y="600"/>
                </a:lnTo>
                <a:lnTo>
                  <a:pt x="635" y="599"/>
                </a:lnTo>
                <a:lnTo>
                  <a:pt x="635" y="598"/>
                </a:lnTo>
                <a:lnTo>
                  <a:pt x="634" y="598"/>
                </a:lnTo>
                <a:lnTo>
                  <a:pt x="634" y="597"/>
                </a:lnTo>
                <a:lnTo>
                  <a:pt x="634" y="596"/>
                </a:lnTo>
                <a:lnTo>
                  <a:pt x="635" y="596"/>
                </a:lnTo>
                <a:lnTo>
                  <a:pt x="636" y="596"/>
                </a:lnTo>
                <a:lnTo>
                  <a:pt x="636" y="595"/>
                </a:lnTo>
                <a:lnTo>
                  <a:pt x="636" y="594"/>
                </a:lnTo>
                <a:lnTo>
                  <a:pt x="636" y="593"/>
                </a:lnTo>
                <a:lnTo>
                  <a:pt x="635" y="593"/>
                </a:lnTo>
                <a:lnTo>
                  <a:pt x="635" y="592"/>
                </a:lnTo>
                <a:lnTo>
                  <a:pt x="635" y="591"/>
                </a:lnTo>
                <a:lnTo>
                  <a:pt x="635" y="590"/>
                </a:lnTo>
                <a:lnTo>
                  <a:pt x="635" y="589"/>
                </a:lnTo>
                <a:lnTo>
                  <a:pt x="636" y="590"/>
                </a:lnTo>
                <a:lnTo>
                  <a:pt x="637" y="589"/>
                </a:lnTo>
                <a:lnTo>
                  <a:pt x="637" y="588"/>
                </a:lnTo>
                <a:lnTo>
                  <a:pt x="637" y="587"/>
                </a:lnTo>
                <a:lnTo>
                  <a:pt x="638" y="587"/>
                </a:lnTo>
                <a:lnTo>
                  <a:pt x="638" y="586"/>
                </a:lnTo>
                <a:lnTo>
                  <a:pt x="639" y="586"/>
                </a:lnTo>
                <a:lnTo>
                  <a:pt x="640" y="586"/>
                </a:lnTo>
                <a:lnTo>
                  <a:pt x="641" y="586"/>
                </a:lnTo>
                <a:lnTo>
                  <a:pt x="641" y="585"/>
                </a:lnTo>
                <a:lnTo>
                  <a:pt x="642" y="585"/>
                </a:lnTo>
                <a:lnTo>
                  <a:pt x="641" y="584"/>
                </a:lnTo>
                <a:lnTo>
                  <a:pt x="640" y="584"/>
                </a:lnTo>
                <a:lnTo>
                  <a:pt x="640" y="585"/>
                </a:lnTo>
                <a:lnTo>
                  <a:pt x="639" y="584"/>
                </a:lnTo>
                <a:lnTo>
                  <a:pt x="639" y="583"/>
                </a:lnTo>
                <a:lnTo>
                  <a:pt x="640" y="583"/>
                </a:lnTo>
                <a:lnTo>
                  <a:pt x="641" y="583"/>
                </a:lnTo>
                <a:lnTo>
                  <a:pt x="641" y="582"/>
                </a:lnTo>
                <a:lnTo>
                  <a:pt x="642" y="582"/>
                </a:lnTo>
                <a:lnTo>
                  <a:pt x="642" y="581"/>
                </a:lnTo>
                <a:lnTo>
                  <a:pt x="641" y="581"/>
                </a:lnTo>
                <a:lnTo>
                  <a:pt x="641" y="580"/>
                </a:lnTo>
                <a:lnTo>
                  <a:pt x="640" y="580"/>
                </a:lnTo>
                <a:lnTo>
                  <a:pt x="640" y="579"/>
                </a:lnTo>
                <a:lnTo>
                  <a:pt x="640" y="578"/>
                </a:lnTo>
                <a:lnTo>
                  <a:pt x="640" y="577"/>
                </a:lnTo>
                <a:lnTo>
                  <a:pt x="641" y="577"/>
                </a:lnTo>
                <a:lnTo>
                  <a:pt x="642" y="577"/>
                </a:lnTo>
                <a:lnTo>
                  <a:pt x="643" y="576"/>
                </a:lnTo>
                <a:lnTo>
                  <a:pt x="643" y="575"/>
                </a:lnTo>
                <a:lnTo>
                  <a:pt x="642" y="574"/>
                </a:lnTo>
                <a:lnTo>
                  <a:pt x="641" y="574"/>
                </a:lnTo>
                <a:lnTo>
                  <a:pt x="641" y="575"/>
                </a:lnTo>
                <a:lnTo>
                  <a:pt x="640" y="575"/>
                </a:lnTo>
                <a:lnTo>
                  <a:pt x="640" y="574"/>
                </a:lnTo>
                <a:lnTo>
                  <a:pt x="639" y="574"/>
                </a:lnTo>
                <a:lnTo>
                  <a:pt x="639" y="573"/>
                </a:lnTo>
                <a:lnTo>
                  <a:pt x="640" y="572"/>
                </a:lnTo>
                <a:lnTo>
                  <a:pt x="641" y="572"/>
                </a:lnTo>
                <a:lnTo>
                  <a:pt x="641" y="571"/>
                </a:lnTo>
                <a:lnTo>
                  <a:pt x="640" y="570"/>
                </a:lnTo>
                <a:lnTo>
                  <a:pt x="639" y="569"/>
                </a:lnTo>
                <a:lnTo>
                  <a:pt x="639" y="568"/>
                </a:lnTo>
                <a:lnTo>
                  <a:pt x="639" y="567"/>
                </a:lnTo>
                <a:lnTo>
                  <a:pt x="638" y="567"/>
                </a:lnTo>
                <a:lnTo>
                  <a:pt x="637" y="567"/>
                </a:lnTo>
                <a:lnTo>
                  <a:pt x="637" y="566"/>
                </a:lnTo>
                <a:lnTo>
                  <a:pt x="638" y="566"/>
                </a:lnTo>
                <a:lnTo>
                  <a:pt x="638" y="565"/>
                </a:lnTo>
                <a:lnTo>
                  <a:pt x="638" y="564"/>
                </a:lnTo>
                <a:lnTo>
                  <a:pt x="638" y="563"/>
                </a:lnTo>
                <a:lnTo>
                  <a:pt x="639" y="563"/>
                </a:lnTo>
                <a:lnTo>
                  <a:pt x="640" y="563"/>
                </a:lnTo>
                <a:lnTo>
                  <a:pt x="640" y="564"/>
                </a:lnTo>
                <a:lnTo>
                  <a:pt x="641" y="564"/>
                </a:lnTo>
                <a:lnTo>
                  <a:pt x="643" y="566"/>
                </a:lnTo>
                <a:lnTo>
                  <a:pt x="644" y="566"/>
                </a:lnTo>
                <a:lnTo>
                  <a:pt x="645" y="566"/>
                </a:lnTo>
                <a:lnTo>
                  <a:pt x="646" y="566"/>
                </a:lnTo>
                <a:lnTo>
                  <a:pt x="646" y="565"/>
                </a:lnTo>
                <a:lnTo>
                  <a:pt x="646" y="564"/>
                </a:lnTo>
                <a:lnTo>
                  <a:pt x="645" y="564"/>
                </a:lnTo>
                <a:lnTo>
                  <a:pt x="645" y="563"/>
                </a:lnTo>
                <a:lnTo>
                  <a:pt x="644" y="563"/>
                </a:lnTo>
                <a:lnTo>
                  <a:pt x="644" y="562"/>
                </a:lnTo>
                <a:lnTo>
                  <a:pt x="643" y="561"/>
                </a:lnTo>
                <a:lnTo>
                  <a:pt x="642" y="560"/>
                </a:lnTo>
                <a:lnTo>
                  <a:pt x="642" y="559"/>
                </a:lnTo>
                <a:lnTo>
                  <a:pt x="642" y="558"/>
                </a:lnTo>
                <a:lnTo>
                  <a:pt x="644" y="558"/>
                </a:lnTo>
                <a:lnTo>
                  <a:pt x="645" y="558"/>
                </a:lnTo>
                <a:lnTo>
                  <a:pt x="644" y="558"/>
                </a:lnTo>
                <a:lnTo>
                  <a:pt x="644" y="557"/>
                </a:lnTo>
                <a:lnTo>
                  <a:pt x="643" y="557"/>
                </a:lnTo>
                <a:lnTo>
                  <a:pt x="644" y="557"/>
                </a:lnTo>
                <a:lnTo>
                  <a:pt x="644" y="556"/>
                </a:lnTo>
                <a:lnTo>
                  <a:pt x="645" y="556"/>
                </a:lnTo>
                <a:lnTo>
                  <a:pt x="645" y="555"/>
                </a:lnTo>
                <a:lnTo>
                  <a:pt x="648" y="555"/>
                </a:lnTo>
                <a:lnTo>
                  <a:pt x="648" y="556"/>
                </a:lnTo>
                <a:lnTo>
                  <a:pt x="649" y="556"/>
                </a:lnTo>
                <a:lnTo>
                  <a:pt x="650" y="556"/>
                </a:lnTo>
                <a:lnTo>
                  <a:pt x="651" y="556"/>
                </a:lnTo>
                <a:lnTo>
                  <a:pt x="652" y="555"/>
                </a:lnTo>
                <a:lnTo>
                  <a:pt x="652" y="554"/>
                </a:lnTo>
                <a:lnTo>
                  <a:pt x="652" y="552"/>
                </a:lnTo>
                <a:lnTo>
                  <a:pt x="652" y="550"/>
                </a:lnTo>
                <a:lnTo>
                  <a:pt x="653" y="550"/>
                </a:lnTo>
                <a:lnTo>
                  <a:pt x="654" y="548"/>
                </a:lnTo>
                <a:lnTo>
                  <a:pt x="655" y="548"/>
                </a:lnTo>
                <a:lnTo>
                  <a:pt x="656" y="548"/>
                </a:lnTo>
                <a:lnTo>
                  <a:pt x="656" y="547"/>
                </a:lnTo>
                <a:lnTo>
                  <a:pt x="657" y="547"/>
                </a:lnTo>
                <a:lnTo>
                  <a:pt x="658" y="547"/>
                </a:lnTo>
                <a:lnTo>
                  <a:pt x="658" y="546"/>
                </a:lnTo>
                <a:lnTo>
                  <a:pt x="657" y="546"/>
                </a:lnTo>
                <a:lnTo>
                  <a:pt x="656" y="546"/>
                </a:lnTo>
                <a:lnTo>
                  <a:pt x="655" y="546"/>
                </a:lnTo>
                <a:lnTo>
                  <a:pt x="655" y="545"/>
                </a:lnTo>
                <a:lnTo>
                  <a:pt x="656" y="545"/>
                </a:lnTo>
                <a:lnTo>
                  <a:pt x="656" y="544"/>
                </a:lnTo>
                <a:lnTo>
                  <a:pt x="657" y="544"/>
                </a:lnTo>
                <a:lnTo>
                  <a:pt x="658" y="543"/>
                </a:lnTo>
                <a:lnTo>
                  <a:pt x="659" y="542"/>
                </a:lnTo>
                <a:lnTo>
                  <a:pt x="659" y="541"/>
                </a:lnTo>
                <a:lnTo>
                  <a:pt x="659" y="540"/>
                </a:lnTo>
                <a:lnTo>
                  <a:pt x="660" y="539"/>
                </a:lnTo>
                <a:lnTo>
                  <a:pt x="661" y="538"/>
                </a:lnTo>
                <a:lnTo>
                  <a:pt x="662" y="538"/>
                </a:lnTo>
                <a:lnTo>
                  <a:pt x="663" y="538"/>
                </a:lnTo>
                <a:lnTo>
                  <a:pt x="664" y="539"/>
                </a:lnTo>
                <a:lnTo>
                  <a:pt x="663" y="539"/>
                </a:lnTo>
                <a:lnTo>
                  <a:pt x="662" y="539"/>
                </a:lnTo>
                <a:lnTo>
                  <a:pt x="662" y="540"/>
                </a:lnTo>
                <a:lnTo>
                  <a:pt x="664" y="540"/>
                </a:lnTo>
                <a:lnTo>
                  <a:pt x="665" y="539"/>
                </a:lnTo>
                <a:lnTo>
                  <a:pt x="665" y="538"/>
                </a:lnTo>
                <a:lnTo>
                  <a:pt x="666" y="538"/>
                </a:lnTo>
                <a:lnTo>
                  <a:pt x="666" y="537"/>
                </a:lnTo>
                <a:lnTo>
                  <a:pt x="666" y="536"/>
                </a:lnTo>
                <a:lnTo>
                  <a:pt x="665" y="536"/>
                </a:lnTo>
                <a:lnTo>
                  <a:pt x="665" y="535"/>
                </a:lnTo>
                <a:lnTo>
                  <a:pt x="666" y="535"/>
                </a:lnTo>
                <a:lnTo>
                  <a:pt x="667" y="535"/>
                </a:lnTo>
                <a:lnTo>
                  <a:pt x="668" y="535"/>
                </a:lnTo>
                <a:lnTo>
                  <a:pt x="668" y="534"/>
                </a:lnTo>
                <a:lnTo>
                  <a:pt x="668" y="533"/>
                </a:lnTo>
                <a:lnTo>
                  <a:pt x="668" y="532"/>
                </a:lnTo>
                <a:lnTo>
                  <a:pt x="669" y="532"/>
                </a:lnTo>
                <a:lnTo>
                  <a:pt x="669" y="531"/>
                </a:lnTo>
                <a:lnTo>
                  <a:pt x="670" y="531"/>
                </a:lnTo>
                <a:lnTo>
                  <a:pt x="670" y="530"/>
                </a:lnTo>
                <a:lnTo>
                  <a:pt x="671" y="530"/>
                </a:lnTo>
                <a:lnTo>
                  <a:pt x="671" y="529"/>
                </a:lnTo>
                <a:lnTo>
                  <a:pt x="671" y="528"/>
                </a:lnTo>
                <a:lnTo>
                  <a:pt x="671" y="527"/>
                </a:lnTo>
                <a:lnTo>
                  <a:pt x="671" y="526"/>
                </a:lnTo>
                <a:lnTo>
                  <a:pt x="670" y="525"/>
                </a:lnTo>
                <a:lnTo>
                  <a:pt x="670" y="524"/>
                </a:lnTo>
                <a:lnTo>
                  <a:pt x="669" y="524"/>
                </a:lnTo>
                <a:lnTo>
                  <a:pt x="669" y="523"/>
                </a:lnTo>
                <a:lnTo>
                  <a:pt x="668" y="522"/>
                </a:lnTo>
                <a:lnTo>
                  <a:pt x="668" y="521"/>
                </a:lnTo>
                <a:lnTo>
                  <a:pt x="667" y="520"/>
                </a:lnTo>
                <a:lnTo>
                  <a:pt x="667" y="519"/>
                </a:lnTo>
                <a:lnTo>
                  <a:pt x="667" y="518"/>
                </a:lnTo>
                <a:lnTo>
                  <a:pt x="667" y="516"/>
                </a:lnTo>
                <a:lnTo>
                  <a:pt x="667" y="515"/>
                </a:lnTo>
                <a:lnTo>
                  <a:pt x="666" y="515"/>
                </a:lnTo>
                <a:lnTo>
                  <a:pt x="665" y="515"/>
                </a:lnTo>
                <a:lnTo>
                  <a:pt x="665" y="514"/>
                </a:lnTo>
                <a:lnTo>
                  <a:pt x="664" y="514"/>
                </a:lnTo>
                <a:lnTo>
                  <a:pt x="664" y="513"/>
                </a:lnTo>
                <a:lnTo>
                  <a:pt x="663" y="512"/>
                </a:lnTo>
                <a:lnTo>
                  <a:pt x="663" y="511"/>
                </a:lnTo>
                <a:lnTo>
                  <a:pt x="664" y="510"/>
                </a:lnTo>
                <a:lnTo>
                  <a:pt x="664" y="509"/>
                </a:lnTo>
                <a:lnTo>
                  <a:pt x="664" y="508"/>
                </a:lnTo>
                <a:lnTo>
                  <a:pt x="663" y="508"/>
                </a:lnTo>
                <a:lnTo>
                  <a:pt x="662" y="507"/>
                </a:lnTo>
                <a:lnTo>
                  <a:pt x="661" y="506"/>
                </a:lnTo>
                <a:lnTo>
                  <a:pt x="661" y="505"/>
                </a:lnTo>
                <a:lnTo>
                  <a:pt x="662" y="505"/>
                </a:lnTo>
                <a:lnTo>
                  <a:pt x="663" y="504"/>
                </a:lnTo>
                <a:lnTo>
                  <a:pt x="664" y="504"/>
                </a:lnTo>
                <a:lnTo>
                  <a:pt x="664" y="503"/>
                </a:lnTo>
                <a:lnTo>
                  <a:pt x="665" y="503"/>
                </a:lnTo>
                <a:lnTo>
                  <a:pt x="665" y="502"/>
                </a:lnTo>
                <a:lnTo>
                  <a:pt x="665" y="501"/>
                </a:lnTo>
                <a:lnTo>
                  <a:pt x="665" y="500"/>
                </a:lnTo>
                <a:lnTo>
                  <a:pt x="665" y="499"/>
                </a:lnTo>
                <a:lnTo>
                  <a:pt x="664" y="499"/>
                </a:lnTo>
                <a:lnTo>
                  <a:pt x="662" y="499"/>
                </a:lnTo>
                <a:lnTo>
                  <a:pt x="662" y="498"/>
                </a:lnTo>
                <a:lnTo>
                  <a:pt x="660" y="498"/>
                </a:lnTo>
                <a:lnTo>
                  <a:pt x="659" y="497"/>
                </a:lnTo>
                <a:lnTo>
                  <a:pt x="658" y="497"/>
                </a:lnTo>
                <a:lnTo>
                  <a:pt x="658" y="496"/>
                </a:lnTo>
                <a:lnTo>
                  <a:pt x="659" y="495"/>
                </a:lnTo>
                <a:lnTo>
                  <a:pt x="660" y="495"/>
                </a:lnTo>
                <a:lnTo>
                  <a:pt x="660" y="494"/>
                </a:lnTo>
                <a:lnTo>
                  <a:pt x="659" y="494"/>
                </a:lnTo>
                <a:lnTo>
                  <a:pt x="659" y="493"/>
                </a:lnTo>
                <a:lnTo>
                  <a:pt x="657" y="492"/>
                </a:lnTo>
                <a:lnTo>
                  <a:pt x="656" y="492"/>
                </a:lnTo>
                <a:lnTo>
                  <a:pt x="656" y="493"/>
                </a:lnTo>
                <a:lnTo>
                  <a:pt x="655" y="493"/>
                </a:lnTo>
                <a:lnTo>
                  <a:pt x="654" y="493"/>
                </a:lnTo>
                <a:lnTo>
                  <a:pt x="654" y="492"/>
                </a:lnTo>
                <a:lnTo>
                  <a:pt x="655" y="492"/>
                </a:lnTo>
                <a:lnTo>
                  <a:pt x="655" y="491"/>
                </a:lnTo>
                <a:lnTo>
                  <a:pt x="655" y="490"/>
                </a:lnTo>
                <a:lnTo>
                  <a:pt x="656" y="489"/>
                </a:lnTo>
                <a:lnTo>
                  <a:pt x="658" y="487"/>
                </a:lnTo>
                <a:lnTo>
                  <a:pt x="659" y="487"/>
                </a:lnTo>
                <a:lnTo>
                  <a:pt x="660" y="487"/>
                </a:lnTo>
                <a:lnTo>
                  <a:pt x="661" y="488"/>
                </a:lnTo>
                <a:lnTo>
                  <a:pt x="662" y="488"/>
                </a:lnTo>
                <a:lnTo>
                  <a:pt x="663" y="488"/>
                </a:lnTo>
                <a:lnTo>
                  <a:pt x="663" y="489"/>
                </a:lnTo>
                <a:lnTo>
                  <a:pt x="664" y="489"/>
                </a:lnTo>
                <a:lnTo>
                  <a:pt x="665" y="489"/>
                </a:lnTo>
                <a:lnTo>
                  <a:pt x="665" y="488"/>
                </a:lnTo>
                <a:lnTo>
                  <a:pt x="665" y="487"/>
                </a:lnTo>
                <a:lnTo>
                  <a:pt x="665" y="486"/>
                </a:lnTo>
                <a:lnTo>
                  <a:pt x="664" y="486"/>
                </a:lnTo>
                <a:lnTo>
                  <a:pt x="664" y="485"/>
                </a:lnTo>
                <a:lnTo>
                  <a:pt x="663" y="485"/>
                </a:lnTo>
                <a:lnTo>
                  <a:pt x="663" y="484"/>
                </a:lnTo>
                <a:lnTo>
                  <a:pt x="662" y="484"/>
                </a:lnTo>
                <a:lnTo>
                  <a:pt x="662" y="483"/>
                </a:lnTo>
                <a:lnTo>
                  <a:pt x="663" y="482"/>
                </a:lnTo>
                <a:lnTo>
                  <a:pt x="663" y="481"/>
                </a:lnTo>
                <a:lnTo>
                  <a:pt x="664" y="481"/>
                </a:lnTo>
                <a:lnTo>
                  <a:pt x="664" y="482"/>
                </a:lnTo>
                <a:lnTo>
                  <a:pt x="665" y="482"/>
                </a:lnTo>
                <a:lnTo>
                  <a:pt x="666" y="482"/>
                </a:lnTo>
                <a:lnTo>
                  <a:pt x="666" y="481"/>
                </a:lnTo>
                <a:lnTo>
                  <a:pt x="667" y="481"/>
                </a:lnTo>
                <a:lnTo>
                  <a:pt x="667" y="480"/>
                </a:lnTo>
                <a:lnTo>
                  <a:pt x="668" y="479"/>
                </a:lnTo>
                <a:lnTo>
                  <a:pt x="669" y="478"/>
                </a:lnTo>
                <a:lnTo>
                  <a:pt x="669" y="477"/>
                </a:lnTo>
                <a:lnTo>
                  <a:pt x="668" y="477"/>
                </a:lnTo>
                <a:lnTo>
                  <a:pt x="667" y="476"/>
                </a:lnTo>
                <a:lnTo>
                  <a:pt x="667" y="475"/>
                </a:lnTo>
                <a:lnTo>
                  <a:pt x="668" y="475"/>
                </a:lnTo>
                <a:lnTo>
                  <a:pt x="668" y="474"/>
                </a:lnTo>
                <a:lnTo>
                  <a:pt x="669" y="474"/>
                </a:lnTo>
                <a:lnTo>
                  <a:pt x="670" y="474"/>
                </a:lnTo>
                <a:lnTo>
                  <a:pt x="671" y="474"/>
                </a:lnTo>
                <a:lnTo>
                  <a:pt x="671" y="473"/>
                </a:lnTo>
                <a:lnTo>
                  <a:pt x="672" y="472"/>
                </a:lnTo>
                <a:lnTo>
                  <a:pt x="672" y="471"/>
                </a:lnTo>
                <a:lnTo>
                  <a:pt x="672" y="469"/>
                </a:lnTo>
                <a:lnTo>
                  <a:pt x="671" y="468"/>
                </a:lnTo>
                <a:lnTo>
                  <a:pt x="669" y="468"/>
                </a:lnTo>
                <a:lnTo>
                  <a:pt x="668" y="468"/>
                </a:lnTo>
                <a:lnTo>
                  <a:pt x="667" y="468"/>
                </a:lnTo>
                <a:lnTo>
                  <a:pt x="668" y="467"/>
                </a:lnTo>
                <a:lnTo>
                  <a:pt x="669" y="467"/>
                </a:lnTo>
                <a:lnTo>
                  <a:pt x="670" y="467"/>
                </a:lnTo>
                <a:lnTo>
                  <a:pt x="671" y="467"/>
                </a:lnTo>
                <a:lnTo>
                  <a:pt x="671" y="468"/>
                </a:lnTo>
                <a:lnTo>
                  <a:pt x="671" y="467"/>
                </a:lnTo>
                <a:lnTo>
                  <a:pt x="672" y="467"/>
                </a:lnTo>
                <a:lnTo>
                  <a:pt x="673" y="467"/>
                </a:lnTo>
                <a:lnTo>
                  <a:pt x="674" y="467"/>
                </a:lnTo>
                <a:lnTo>
                  <a:pt x="674" y="466"/>
                </a:lnTo>
                <a:lnTo>
                  <a:pt x="675" y="466"/>
                </a:lnTo>
                <a:lnTo>
                  <a:pt x="675" y="465"/>
                </a:lnTo>
                <a:lnTo>
                  <a:pt x="675" y="464"/>
                </a:lnTo>
                <a:lnTo>
                  <a:pt x="674" y="464"/>
                </a:lnTo>
                <a:lnTo>
                  <a:pt x="673" y="464"/>
                </a:lnTo>
                <a:lnTo>
                  <a:pt x="673" y="463"/>
                </a:lnTo>
                <a:lnTo>
                  <a:pt x="674" y="462"/>
                </a:lnTo>
                <a:lnTo>
                  <a:pt x="674" y="460"/>
                </a:lnTo>
                <a:lnTo>
                  <a:pt x="674" y="459"/>
                </a:lnTo>
                <a:lnTo>
                  <a:pt x="674" y="457"/>
                </a:lnTo>
                <a:lnTo>
                  <a:pt x="675" y="457"/>
                </a:lnTo>
                <a:lnTo>
                  <a:pt x="676" y="457"/>
                </a:lnTo>
                <a:lnTo>
                  <a:pt x="676" y="458"/>
                </a:lnTo>
                <a:lnTo>
                  <a:pt x="676" y="459"/>
                </a:lnTo>
                <a:lnTo>
                  <a:pt x="676" y="460"/>
                </a:lnTo>
                <a:lnTo>
                  <a:pt x="676" y="461"/>
                </a:lnTo>
                <a:lnTo>
                  <a:pt x="677" y="461"/>
                </a:lnTo>
                <a:lnTo>
                  <a:pt x="677" y="462"/>
                </a:lnTo>
                <a:lnTo>
                  <a:pt x="678" y="462"/>
                </a:lnTo>
                <a:lnTo>
                  <a:pt x="679" y="462"/>
                </a:lnTo>
                <a:lnTo>
                  <a:pt x="680" y="462"/>
                </a:lnTo>
                <a:lnTo>
                  <a:pt x="680" y="460"/>
                </a:lnTo>
                <a:lnTo>
                  <a:pt x="680" y="459"/>
                </a:lnTo>
                <a:lnTo>
                  <a:pt x="679" y="459"/>
                </a:lnTo>
                <a:lnTo>
                  <a:pt x="679" y="457"/>
                </a:lnTo>
                <a:lnTo>
                  <a:pt x="680" y="457"/>
                </a:lnTo>
                <a:lnTo>
                  <a:pt x="680" y="456"/>
                </a:lnTo>
                <a:lnTo>
                  <a:pt x="679" y="456"/>
                </a:lnTo>
                <a:lnTo>
                  <a:pt x="678" y="456"/>
                </a:lnTo>
                <a:lnTo>
                  <a:pt x="678" y="455"/>
                </a:lnTo>
                <a:lnTo>
                  <a:pt x="679" y="455"/>
                </a:lnTo>
                <a:lnTo>
                  <a:pt x="680" y="455"/>
                </a:lnTo>
                <a:lnTo>
                  <a:pt x="680" y="454"/>
                </a:lnTo>
                <a:lnTo>
                  <a:pt x="681" y="454"/>
                </a:lnTo>
                <a:lnTo>
                  <a:pt x="682" y="455"/>
                </a:lnTo>
                <a:lnTo>
                  <a:pt x="683" y="455"/>
                </a:lnTo>
                <a:lnTo>
                  <a:pt x="683" y="454"/>
                </a:lnTo>
                <a:lnTo>
                  <a:pt x="682" y="454"/>
                </a:lnTo>
                <a:lnTo>
                  <a:pt x="682" y="453"/>
                </a:lnTo>
                <a:lnTo>
                  <a:pt x="681" y="451"/>
                </a:lnTo>
                <a:lnTo>
                  <a:pt x="681" y="450"/>
                </a:lnTo>
                <a:lnTo>
                  <a:pt x="682" y="449"/>
                </a:lnTo>
                <a:lnTo>
                  <a:pt x="683" y="449"/>
                </a:lnTo>
                <a:lnTo>
                  <a:pt x="683" y="450"/>
                </a:lnTo>
                <a:lnTo>
                  <a:pt x="684" y="450"/>
                </a:lnTo>
                <a:lnTo>
                  <a:pt x="684" y="448"/>
                </a:lnTo>
                <a:lnTo>
                  <a:pt x="683" y="447"/>
                </a:lnTo>
                <a:lnTo>
                  <a:pt x="683" y="446"/>
                </a:lnTo>
                <a:lnTo>
                  <a:pt x="684" y="443"/>
                </a:lnTo>
                <a:lnTo>
                  <a:pt x="685" y="442"/>
                </a:lnTo>
                <a:lnTo>
                  <a:pt x="685" y="441"/>
                </a:lnTo>
                <a:lnTo>
                  <a:pt x="685" y="439"/>
                </a:lnTo>
                <a:lnTo>
                  <a:pt x="685" y="438"/>
                </a:lnTo>
                <a:lnTo>
                  <a:pt x="684" y="439"/>
                </a:lnTo>
                <a:lnTo>
                  <a:pt x="683" y="440"/>
                </a:lnTo>
                <a:lnTo>
                  <a:pt x="682" y="440"/>
                </a:lnTo>
                <a:lnTo>
                  <a:pt x="681" y="439"/>
                </a:lnTo>
                <a:lnTo>
                  <a:pt x="681" y="438"/>
                </a:lnTo>
                <a:lnTo>
                  <a:pt x="682" y="438"/>
                </a:lnTo>
                <a:lnTo>
                  <a:pt x="682" y="437"/>
                </a:lnTo>
                <a:lnTo>
                  <a:pt x="681" y="436"/>
                </a:lnTo>
                <a:lnTo>
                  <a:pt x="680" y="436"/>
                </a:lnTo>
                <a:lnTo>
                  <a:pt x="680" y="435"/>
                </a:lnTo>
                <a:lnTo>
                  <a:pt x="679" y="435"/>
                </a:lnTo>
                <a:lnTo>
                  <a:pt x="679" y="434"/>
                </a:lnTo>
                <a:lnTo>
                  <a:pt x="679" y="433"/>
                </a:lnTo>
                <a:lnTo>
                  <a:pt x="680" y="432"/>
                </a:lnTo>
                <a:lnTo>
                  <a:pt x="680" y="429"/>
                </a:lnTo>
                <a:lnTo>
                  <a:pt x="679" y="429"/>
                </a:lnTo>
                <a:lnTo>
                  <a:pt x="679" y="428"/>
                </a:lnTo>
                <a:lnTo>
                  <a:pt x="680" y="429"/>
                </a:lnTo>
                <a:lnTo>
                  <a:pt x="681" y="429"/>
                </a:lnTo>
                <a:lnTo>
                  <a:pt x="681" y="428"/>
                </a:lnTo>
                <a:lnTo>
                  <a:pt x="681" y="427"/>
                </a:lnTo>
                <a:lnTo>
                  <a:pt x="681" y="426"/>
                </a:lnTo>
                <a:lnTo>
                  <a:pt x="680" y="426"/>
                </a:lnTo>
                <a:lnTo>
                  <a:pt x="679" y="426"/>
                </a:lnTo>
                <a:lnTo>
                  <a:pt x="679" y="427"/>
                </a:lnTo>
                <a:lnTo>
                  <a:pt x="678" y="427"/>
                </a:lnTo>
                <a:lnTo>
                  <a:pt x="678" y="426"/>
                </a:lnTo>
                <a:lnTo>
                  <a:pt x="676" y="426"/>
                </a:lnTo>
                <a:lnTo>
                  <a:pt x="676" y="425"/>
                </a:lnTo>
                <a:lnTo>
                  <a:pt x="675" y="425"/>
                </a:lnTo>
                <a:lnTo>
                  <a:pt x="674" y="425"/>
                </a:lnTo>
                <a:lnTo>
                  <a:pt x="674" y="424"/>
                </a:lnTo>
                <a:lnTo>
                  <a:pt x="675" y="424"/>
                </a:lnTo>
                <a:lnTo>
                  <a:pt x="675" y="423"/>
                </a:lnTo>
                <a:lnTo>
                  <a:pt x="675" y="422"/>
                </a:lnTo>
                <a:lnTo>
                  <a:pt x="674" y="422"/>
                </a:lnTo>
                <a:lnTo>
                  <a:pt x="674" y="423"/>
                </a:lnTo>
                <a:lnTo>
                  <a:pt x="673" y="423"/>
                </a:lnTo>
                <a:lnTo>
                  <a:pt x="672" y="423"/>
                </a:lnTo>
                <a:lnTo>
                  <a:pt x="672" y="422"/>
                </a:lnTo>
                <a:lnTo>
                  <a:pt x="670" y="421"/>
                </a:lnTo>
                <a:lnTo>
                  <a:pt x="669" y="421"/>
                </a:lnTo>
                <a:lnTo>
                  <a:pt x="668" y="421"/>
                </a:lnTo>
                <a:lnTo>
                  <a:pt x="668" y="420"/>
                </a:lnTo>
                <a:lnTo>
                  <a:pt x="669" y="420"/>
                </a:lnTo>
                <a:lnTo>
                  <a:pt x="670" y="421"/>
                </a:lnTo>
                <a:lnTo>
                  <a:pt x="670" y="420"/>
                </a:lnTo>
                <a:lnTo>
                  <a:pt x="669" y="420"/>
                </a:lnTo>
                <a:lnTo>
                  <a:pt x="668" y="420"/>
                </a:lnTo>
                <a:lnTo>
                  <a:pt x="668" y="419"/>
                </a:lnTo>
                <a:lnTo>
                  <a:pt x="669" y="418"/>
                </a:lnTo>
                <a:lnTo>
                  <a:pt x="670" y="418"/>
                </a:lnTo>
                <a:lnTo>
                  <a:pt x="670" y="417"/>
                </a:lnTo>
                <a:lnTo>
                  <a:pt x="669" y="417"/>
                </a:lnTo>
                <a:lnTo>
                  <a:pt x="669" y="415"/>
                </a:lnTo>
                <a:lnTo>
                  <a:pt x="669" y="414"/>
                </a:lnTo>
                <a:lnTo>
                  <a:pt x="669" y="413"/>
                </a:lnTo>
                <a:lnTo>
                  <a:pt x="669" y="414"/>
                </a:lnTo>
                <a:lnTo>
                  <a:pt x="668" y="415"/>
                </a:lnTo>
                <a:lnTo>
                  <a:pt x="668" y="414"/>
                </a:lnTo>
                <a:lnTo>
                  <a:pt x="668" y="413"/>
                </a:lnTo>
                <a:lnTo>
                  <a:pt x="667" y="413"/>
                </a:lnTo>
                <a:lnTo>
                  <a:pt x="666" y="413"/>
                </a:lnTo>
                <a:lnTo>
                  <a:pt x="666" y="414"/>
                </a:lnTo>
                <a:lnTo>
                  <a:pt x="665" y="414"/>
                </a:lnTo>
                <a:lnTo>
                  <a:pt x="665" y="415"/>
                </a:lnTo>
                <a:lnTo>
                  <a:pt x="664" y="416"/>
                </a:lnTo>
                <a:lnTo>
                  <a:pt x="664" y="417"/>
                </a:lnTo>
                <a:lnTo>
                  <a:pt x="662" y="416"/>
                </a:lnTo>
                <a:lnTo>
                  <a:pt x="661" y="416"/>
                </a:lnTo>
                <a:lnTo>
                  <a:pt x="661" y="415"/>
                </a:lnTo>
                <a:lnTo>
                  <a:pt x="660" y="415"/>
                </a:lnTo>
                <a:lnTo>
                  <a:pt x="660" y="414"/>
                </a:lnTo>
                <a:lnTo>
                  <a:pt x="661" y="414"/>
                </a:lnTo>
                <a:lnTo>
                  <a:pt x="661" y="413"/>
                </a:lnTo>
                <a:lnTo>
                  <a:pt x="660" y="413"/>
                </a:lnTo>
                <a:lnTo>
                  <a:pt x="659" y="414"/>
                </a:lnTo>
                <a:lnTo>
                  <a:pt x="659" y="413"/>
                </a:lnTo>
                <a:lnTo>
                  <a:pt x="659" y="412"/>
                </a:lnTo>
                <a:lnTo>
                  <a:pt x="658" y="412"/>
                </a:lnTo>
                <a:lnTo>
                  <a:pt x="657" y="412"/>
                </a:lnTo>
                <a:lnTo>
                  <a:pt x="655" y="413"/>
                </a:lnTo>
                <a:lnTo>
                  <a:pt x="655" y="412"/>
                </a:lnTo>
                <a:lnTo>
                  <a:pt x="654" y="413"/>
                </a:lnTo>
                <a:lnTo>
                  <a:pt x="653" y="413"/>
                </a:lnTo>
                <a:lnTo>
                  <a:pt x="652" y="412"/>
                </a:lnTo>
                <a:lnTo>
                  <a:pt x="652" y="410"/>
                </a:lnTo>
                <a:lnTo>
                  <a:pt x="653" y="409"/>
                </a:lnTo>
                <a:lnTo>
                  <a:pt x="653" y="408"/>
                </a:lnTo>
                <a:lnTo>
                  <a:pt x="652" y="408"/>
                </a:lnTo>
                <a:lnTo>
                  <a:pt x="650" y="407"/>
                </a:lnTo>
                <a:lnTo>
                  <a:pt x="650" y="406"/>
                </a:lnTo>
                <a:lnTo>
                  <a:pt x="651" y="406"/>
                </a:lnTo>
                <a:lnTo>
                  <a:pt x="650" y="406"/>
                </a:lnTo>
                <a:lnTo>
                  <a:pt x="650" y="405"/>
                </a:lnTo>
                <a:lnTo>
                  <a:pt x="650" y="404"/>
                </a:lnTo>
                <a:lnTo>
                  <a:pt x="649" y="403"/>
                </a:lnTo>
                <a:lnTo>
                  <a:pt x="649" y="402"/>
                </a:lnTo>
                <a:lnTo>
                  <a:pt x="648" y="402"/>
                </a:lnTo>
                <a:lnTo>
                  <a:pt x="648" y="401"/>
                </a:lnTo>
                <a:lnTo>
                  <a:pt x="647" y="401"/>
                </a:lnTo>
                <a:lnTo>
                  <a:pt x="648" y="401"/>
                </a:lnTo>
                <a:lnTo>
                  <a:pt x="648" y="400"/>
                </a:lnTo>
                <a:lnTo>
                  <a:pt x="647" y="400"/>
                </a:lnTo>
                <a:lnTo>
                  <a:pt x="646" y="399"/>
                </a:lnTo>
                <a:lnTo>
                  <a:pt x="645" y="398"/>
                </a:lnTo>
                <a:lnTo>
                  <a:pt x="643" y="397"/>
                </a:lnTo>
                <a:lnTo>
                  <a:pt x="642" y="397"/>
                </a:lnTo>
                <a:lnTo>
                  <a:pt x="641" y="398"/>
                </a:lnTo>
                <a:lnTo>
                  <a:pt x="640" y="398"/>
                </a:lnTo>
                <a:lnTo>
                  <a:pt x="639" y="398"/>
                </a:lnTo>
                <a:lnTo>
                  <a:pt x="638" y="398"/>
                </a:lnTo>
                <a:lnTo>
                  <a:pt x="637" y="398"/>
                </a:lnTo>
                <a:lnTo>
                  <a:pt x="636" y="399"/>
                </a:lnTo>
                <a:lnTo>
                  <a:pt x="634" y="399"/>
                </a:lnTo>
                <a:lnTo>
                  <a:pt x="634" y="398"/>
                </a:lnTo>
                <a:lnTo>
                  <a:pt x="633" y="398"/>
                </a:lnTo>
                <a:lnTo>
                  <a:pt x="633" y="397"/>
                </a:lnTo>
                <a:lnTo>
                  <a:pt x="634" y="397"/>
                </a:lnTo>
                <a:lnTo>
                  <a:pt x="635" y="395"/>
                </a:lnTo>
                <a:lnTo>
                  <a:pt x="634" y="394"/>
                </a:lnTo>
                <a:lnTo>
                  <a:pt x="634" y="393"/>
                </a:lnTo>
                <a:lnTo>
                  <a:pt x="634" y="392"/>
                </a:lnTo>
                <a:lnTo>
                  <a:pt x="633" y="392"/>
                </a:lnTo>
                <a:lnTo>
                  <a:pt x="632" y="391"/>
                </a:lnTo>
                <a:lnTo>
                  <a:pt x="631" y="391"/>
                </a:lnTo>
                <a:lnTo>
                  <a:pt x="629" y="388"/>
                </a:lnTo>
                <a:lnTo>
                  <a:pt x="628" y="388"/>
                </a:lnTo>
                <a:lnTo>
                  <a:pt x="627" y="387"/>
                </a:lnTo>
                <a:lnTo>
                  <a:pt x="626" y="385"/>
                </a:lnTo>
                <a:lnTo>
                  <a:pt x="625" y="385"/>
                </a:lnTo>
                <a:lnTo>
                  <a:pt x="625" y="384"/>
                </a:lnTo>
                <a:lnTo>
                  <a:pt x="625" y="383"/>
                </a:lnTo>
                <a:lnTo>
                  <a:pt x="624" y="383"/>
                </a:lnTo>
                <a:lnTo>
                  <a:pt x="623" y="382"/>
                </a:lnTo>
                <a:lnTo>
                  <a:pt x="623" y="381"/>
                </a:lnTo>
                <a:lnTo>
                  <a:pt x="623" y="380"/>
                </a:lnTo>
                <a:lnTo>
                  <a:pt x="622" y="379"/>
                </a:lnTo>
                <a:lnTo>
                  <a:pt x="621" y="379"/>
                </a:lnTo>
                <a:lnTo>
                  <a:pt x="620" y="379"/>
                </a:lnTo>
                <a:lnTo>
                  <a:pt x="619" y="379"/>
                </a:lnTo>
                <a:lnTo>
                  <a:pt x="618" y="379"/>
                </a:lnTo>
                <a:lnTo>
                  <a:pt x="618" y="378"/>
                </a:lnTo>
                <a:lnTo>
                  <a:pt x="618" y="377"/>
                </a:lnTo>
                <a:lnTo>
                  <a:pt x="617" y="377"/>
                </a:lnTo>
                <a:lnTo>
                  <a:pt x="616" y="377"/>
                </a:lnTo>
                <a:lnTo>
                  <a:pt x="615" y="376"/>
                </a:lnTo>
                <a:lnTo>
                  <a:pt x="614" y="375"/>
                </a:lnTo>
                <a:lnTo>
                  <a:pt x="614" y="374"/>
                </a:lnTo>
                <a:lnTo>
                  <a:pt x="613" y="373"/>
                </a:lnTo>
                <a:lnTo>
                  <a:pt x="611" y="373"/>
                </a:lnTo>
                <a:lnTo>
                  <a:pt x="611" y="372"/>
                </a:lnTo>
                <a:lnTo>
                  <a:pt x="611" y="371"/>
                </a:lnTo>
                <a:lnTo>
                  <a:pt x="610" y="371"/>
                </a:lnTo>
                <a:lnTo>
                  <a:pt x="610" y="370"/>
                </a:lnTo>
                <a:lnTo>
                  <a:pt x="610" y="369"/>
                </a:lnTo>
                <a:lnTo>
                  <a:pt x="609" y="369"/>
                </a:lnTo>
                <a:lnTo>
                  <a:pt x="608" y="369"/>
                </a:lnTo>
                <a:lnTo>
                  <a:pt x="608" y="368"/>
                </a:lnTo>
                <a:lnTo>
                  <a:pt x="607" y="367"/>
                </a:lnTo>
                <a:lnTo>
                  <a:pt x="606" y="366"/>
                </a:lnTo>
                <a:lnTo>
                  <a:pt x="605" y="366"/>
                </a:lnTo>
                <a:lnTo>
                  <a:pt x="605" y="365"/>
                </a:lnTo>
                <a:lnTo>
                  <a:pt x="604" y="364"/>
                </a:lnTo>
                <a:lnTo>
                  <a:pt x="603" y="364"/>
                </a:lnTo>
                <a:lnTo>
                  <a:pt x="602" y="364"/>
                </a:lnTo>
                <a:lnTo>
                  <a:pt x="602" y="363"/>
                </a:lnTo>
                <a:lnTo>
                  <a:pt x="601" y="363"/>
                </a:lnTo>
                <a:lnTo>
                  <a:pt x="602" y="362"/>
                </a:lnTo>
                <a:lnTo>
                  <a:pt x="602" y="361"/>
                </a:lnTo>
                <a:lnTo>
                  <a:pt x="602" y="360"/>
                </a:lnTo>
                <a:lnTo>
                  <a:pt x="601" y="360"/>
                </a:lnTo>
                <a:lnTo>
                  <a:pt x="600" y="360"/>
                </a:lnTo>
                <a:lnTo>
                  <a:pt x="600" y="359"/>
                </a:lnTo>
                <a:lnTo>
                  <a:pt x="599" y="359"/>
                </a:lnTo>
                <a:lnTo>
                  <a:pt x="598" y="358"/>
                </a:lnTo>
                <a:lnTo>
                  <a:pt x="597" y="358"/>
                </a:lnTo>
                <a:lnTo>
                  <a:pt x="597" y="357"/>
                </a:lnTo>
                <a:lnTo>
                  <a:pt x="597" y="356"/>
                </a:lnTo>
                <a:lnTo>
                  <a:pt x="595" y="355"/>
                </a:lnTo>
                <a:lnTo>
                  <a:pt x="594" y="354"/>
                </a:lnTo>
                <a:lnTo>
                  <a:pt x="593" y="353"/>
                </a:lnTo>
                <a:lnTo>
                  <a:pt x="591" y="352"/>
                </a:lnTo>
                <a:lnTo>
                  <a:pt x="590" y="352"/>
                </a:lnTo>
                <a:lnTo>
                  <a:pt x="590" y="351"/>
                </a:lnTo>
                <a:lnTo>
                  <a:pt x="589" y="350"/>
                </a:lnTo>
                <a:lnTo>
                  <a:pt x="587" y="349"/>
                </a:lnTo>
                <a:lnTo>
                  <a:pt x="586" y="349"/>
                </a:lnTo>
                <a:lnTo>
                  <a:pt x="586" y="348"/>
                </a:lnTo>
                <a:lnTo>
                  <a:pt x="585" y="347"/>
                </a:lnTo>
                <a:lnTo>
                  <a:pt x="585" y="348"/>
                </a:lnTo>
                <a:lnTo>
                  <a:pt x="584" y="347"/>
                </a:lnTo>
                <a:lnTo>
                  <a:pt x="583" y="347"/>
                </a:lnTo>
                <a:lnTo>
                  <a:pt x="583" y="346"/>
                </a:lnTo>
                <a:lnTo>
                  <a:pt x="582" y="346"/>
                </a:lnTo>
                <a:lnTo>
                  <a:pt x="582" y="345"/>
                </a:lnTo>
                <a:lnTo>
                  <a:pt x="581" y="345"/>
                </a:lnTo>
                <a:lnTo>
                  <a:pt x="580" y="344"/>
                </a:lnTo>
                <a:lnTo>
                  <a:pt x="579" y="344"/>
                </a:lnTo>
                <a:lnTo>
                  <a:pt x="579" y="343"/>
                </a:lnTo>
                <a:lnTo>
                  <a:pt x="578" y="342"/>
                </a:lnTo>
                <a:lnTo>
                  <a:pt x="577" y="342"/>
                </a:lnTo>
                <a:lnTo>
                  <a:pt x="576" y="342"/>
                </a:lnTo>
                <a:lnTo>
                  <a:pt x="575" y="341"/>
                </a:lnTo>
                <a:lnTo>
                  <a:pt x="573" y="340"/>
                </a:lnTo>
                <a:lnTo>
                  <a:pt x="572" y="339"/>
                </a:lnTo>
                <a:lnTo>
                  <a:pt x="571" y="339"/>
                </a:lnTo>
                <a:lnTo>
                  <a:pt x="571" y="338"/>
                </a:lnTo>
                <a:lnTo>
                  <a:pt x="571" y="337"/>
                </a:lnTo>
                <a:lnTo>
                  <a:pt x="570" y="337"/>
                </a:lnTo>
                <a:lnTo>
                  <a:pt x="570" y="336"/>
                </a:lnTo>
                <a:lnTo>
                  <a:pt x="570" y="335"/>
                </a:lnTo>
                <a:lnTo>
                  <a:pt x="569" y="335"/>
                </a:lnTo>
                <a:lnTo>
                  <a:pt x="569" y="334"/>
                </a:lnTo>
                <a:lnTo>
                  <a:pt x="569" y="333"/>
                </a:lnTo>
                <a:lnTo>
                  <a:pt x="568" y="333"/>
                </a:lnTo>
                <a:lnTo>
                  <a:pt x="567" y="332"/>
                </a:lnTo>
                <a:lnTo>
                  <a:pt x="566" y="332"/>
                </a:lnTo>
                <a:lnTo>
                  <a:pt x="564" y="333"/>
                </a:lnTo>
                <a:lnTo>
                  <a:pt x="563" y="334"/>
                </a:lnTo>
                <a:lnTo>
                  <a:pt x="562" y="335"/>
                </a:lnTo>
                <a:lnTo>
                  <a:pt x="562" y="336"/>
                </a:lnTo>
                <a:lnTo>
                  <a:pt x="560" y="335"/>
                </a:lnTo>
                <a:lnTo>
                  <a:pt x="559" y="335"/>
                </a:lnTo>
                <a:lnTo>
                  <a:pt x="559" y="334"/>
                </a:lnTo>
                <a:lnTo>
                  <a:pt x="559" y="333"/>
                </a:lnTo>
                <a:lnTo>
                  <a:pt x="558" y="332"/>
                </a:lnTo>
                <a:lnTo>
                  <a:pt x="557" y="332"/>
                </a:lnTo>
                <a:lnTo>
                  <a:pt x="555" y="332"/>
                </a:lnTo>
                <a:lnTo>
                  <a:pt x="555" y="333"/>
                </a:lnTo>
                <a:lnTo>
                  <a:pt x="554" y="333"/>
                </a:lnTo>
                <a:lnTo>
                  <a:pt x="554" y="334"/>
                </a:lnTo>
                <a:lnTo>
                  <a:pt x="552" y="333"/>
                </a:lnTo>
                <a:lnTo>
                  <a:pt x="550" y="332"/>
                </a:lnTo>
                <a:lnTo>
                  <a:pt x="550" y="333"/>
                </a:lnTo>
                <a:lnTo>
                  <a:pt x="549" y="333"/>
                </a:lnTo>
                <a:lnTo>
                  <a:pt x="549" y="334"/>
                </a:lnTo>
                <a:lnTo>
                  <a:pt x="549" y="335"/>
                </a:lnTo>
                <a:lnTo>
                  <a:pt x="548" y="335"/>
                </a:lnTo>
                <a:lnTo>
                  <a:pt x="547" y="335"/>
                </a:lnTo>
                <a:lnTo>
                  <a:pt x="545" y="334"/>
                </a:lnTo>
                <a:lnTo>
                  <a:pt x="543" y="334"/>
                </a:lnTo>
                <a:lnTo>
                  <a:pt x="542" y="334"/>
                </a:lnTo>
                <a:lnTo>
                  <a:pt x="540" y="335"/>
                </a:lnTo>
                <a:lnTo>
                  <a:pt x="540" y="336"/>
                </a:lnTo>
                <a:lnTo>
                  <a:pt x="538" y="336"/>
                </a:lnTo>
                <a:lnTo>
                  <a:pt x="537" y="336"/>
                </a:lnTo>
                <a:lnTo>
                  <a:pt x="537" y="334"/>
                </a:lnTo>
                <a:lnTo>
                  <a:pt x="536" y="331"/>
                </a:lnTo>
                <a:lnTo>
                  <a:pt x="535" y="331"/>
                </a:lnTo>
                <a:lnTo>
                  <a:pt x="534" y="331"/>
                </a:lnTo>
                <a:lnTo>
                  <a:pt x="533" y="332"/>
                </a:lnTo>
                <a:lnTo>
                  <a:pt x="533" y="333"/>
                </a:lnTo>
                <a:lnTo>
                  <a:pt x="532" y="336"/>
                </a:lnTo>
                <a:lnTo>
                  <a:pt x="531" y="337"/>
                </a:lnTo>
                <a:lnTo>
                  <a:pt x="530" y="339"/>
                </a:lnTo>
                <a:lnTo>
                  <a:pt x="530" y="343"/>
                </a:lnTo>
                <a:lnTo>
                  <a:pt x="530" y="345"/>
                </a:lnTo>
                <a:lnTo>
                  <a:pt x="531" y="348"/>
                </a:lnTo>
                <a:lnTo>
                  <a:pt x="531" y="349"/>
                </a:lnTo>
                <a:lnTo>
                  <a:pt x="532" y="351"/>
                </a:lnTo>
                <a:lnTo>
                  <a:pt x="533" y="352"/>
                </a:lnTo>
                <a:lnTo>
                  <a:pt x="534" y="353"/>
                </a:lnTo>
                <a:lnTo>
                  <a:pt x="533" y="353"/>
                </a:lnTo>
                <a:lnTo>
                  <a:pt x="533" y="354"/>
                </a:lnTo>
                <a:lnTo>
                  <a:pt x="532" y="354"/>
                </a:lnTo>
                <a:lnTo>
                  <a:pt x="532" y="355"/>
                </a:lnTo>
                <a:lnTo>
                  <a:pt x="532" y="356"/>
                </a:lnTo>
                <a:lnTo>
                  <a:pt x="532" y="357"/>
                </a:lnTo>
                <a:lnTo>
                  <a:pt x="533" y="357"/>
                </a:lnTo>
                <a:lnTo>
                  <a:pt x="531" y="359"/>
                </a:lnTo>
                <a:lnTo>
                  <a:pt x="529" y="359"/>
                </a:lnTo>
                <a:lnTo>
                  <a:pt x="526" y="360"/>
                </a:lnTo>
                <a:lnTo>
                  <a:pt x="525" y="361"/>
                </a:lnTo>
                <a:lnTo>
                  <a:pt x="524" y="362"/>
                </a:lnTo>
                <a:lnTo>
                  <a:pt x="524" y="364"/>
                </a:lnTo>
                <a:lnTo>
                  <a:pt x="524" y="365"/>
                </a:lnTo>
                <a:lnTo>
                  <a:pt x="522" y="366"/>
                </a:lnTo>
                <a:lnTo>
                  <a:pt x="521" y="366"/>
                </a:lnTo>
                <a:lnTo>
                  <a:pt x="519" y="366"/>
                </a:lnTo>
                <a:lnTo>
                  <a:pt x="518" y="367"/>
                </a:lnTo>
                <a:lnTo>
                  <a:pt x="517" y="367"/>
                </a:lnTo>
                <a:lnTo>
                  <a:pt x="516" y="367"/>
                </a:lnTo>
                <a:lnTo>
                  <a:pt x="516" y="368"/>
                </a:lnTo>
                <a:lnTo>
                  <a:pt x="516" y="369"/>
                </a:lnTo>
                <a:lnTo>
                  <a:pt x="517" y="372"/>
                </a:lnTo>
                <a:lnTo>
                  <a:pt x="518" y="373"/>
                </a:lnTo>
                <a:lnTo>
                  <a:pt x="519" y="374"/>
                </a:lnTo>
                <a:lnTo>
                  <a:pt x="520" y="376"/>
                </a:lnTo>
                <a:lnTo>
                  <a:pt x="521" y="378"/>
                </a:lnTo>
                <a:lnTo>
                  <a:pt x="520" y="379"/>
                </a:lnTo>
                <a:lnTo>
                  <a:pt x="519" y="380"/>
                </a:lnTo>
                <a:lnTo>
                  <a:pt x="519" y="381"/>
                </a:lnTo>
                <a:lnTo>
                  <a:pt x="518" y="381"/>
                </a:lnTo>
                <a:lnTo>
                  <a:pt x="517" y="381"/>
                </a:lnTo>
                <a:lnTo>
                  <a:pt x="517" y="382"/>
                </a:lnTo>
                <a:lnTo>
                  <a:pt x="517" y="383"/>
                </a:lnTo>
                <a:lnTo>
                  <a:pt x="516" y="385"/>
                </a:lnTo>
                <a:lnTo>
                  <a:pt x="515" y="388"/>
                </a:lnTo>
                <a:lnTo>
                  <a:pt x="514" y="388"/>
                </a:lnTo>
                <a:lnTo>
                  <a:pt x="515" y="389"/>
                </a:lnTo>
                <a:lnTo>
                  <a:pt x="516" y="389"/>
                </a:lnTo>
                <a:lnTo>
                  <a:pt x="516" y="390"/>
                </a:lnTo>
                <a:lnTo>
                  <a:pt x="515" y="392"/>
                </a:lnTo>
                <a:lnTo>
                  <a:pt x="514" y="393"/>
                </a:lnTo>
                <a:lnTo>
                  <a:pt x="512" y="393"/>
                </a:lnTo>
                <a:lnTo>
                  <a:pt x="510" y="393"/>
                </a:lnTo>
                <a:lnTo>
                  <a:pt x="509" y="393"/>
                </a:lnTo>
                <a:lnTo>
                  <a:pt x="507" y="393"/>
                </a:lnTo>
                <a:lnTo>
                  <a:pt x="506" y="393"/>
                </a:lnTo>
                <a:lnTo>
                  <a:pt x="505" y="392"/>
                </a:lnTo>
                <a:lnTo>
                  <a:pt x="504" y="392"/>
                </a:lnTo>
                <a:lnTo>
                  <a:pt x="503" y="392"/>
                </a:lnTo>
                <a:lnTo>
                  <a:pt x="502" y="392"/>
                </a:lnTo>
                <a:lnTo>
                  <a:pt x="502" y="393"/>
                </a:lnTo>
                <a:lnTo>
                  <a:pt x="500" y="395"/>
                </a:lnTo>
                <a:lnTo>
                  <a:pt x="500" y="396"/>
                </a:lnTo>
                <a:lnTo>
                  <a:pt x="500" y="397"/>
                </a:lnTo>
                <a:lnTo>
                  <a:pt x="499" y="397"/>
                </a:lnTo>
                <a:lnTo>
                  <a:pt x="500" y="398"/>
                </a:lnTo>
                <a:lnTo>
                  <a:pt x="500" y="399"/>
                </a:lnTo>
                <a:lnTo>
                  <a:pt x="500" y="400"/>
                </a:lnTo>
                <a:lnTo>
                  <a:pt x="500" y="401"/>
                </a:lnTo>
                <a:lnTo>
                  <a:pt x="498" y="402"/>
                </a:lnTo>
                <a:lnTo>
                  <a:pt x="496" y="404"/>
                </a:lnTo>
                <a:lnTo>
                  <a:pt x="491" y="407"/>
                </a:lnTo>
                <a:lnTo>
                  <a:pt x="490" y="407"/>
                </a:lnTo>
                <a:lnTo>
                  <a:pt x="489" y="407"/>
                </a:lnTo>
                <a:lnTo>
                  <a:pt x="488" y="406"/>
                </a:lnTo>
                <a:lnTo>
                  <a:pt x="488" y="407"/>
                </a:lnTo>
                <a:lnTo>
                  <a:pt x="486" y="408"/>
                </a:lnTo>
                <a:lnTo>
                  <a:pt x="486" y="409"/>
                </a:lnTo>
                <a:lnTo>
                  <a:pt x="486" y="410"/>
                </a:lnTo>
                <a:lnTo>
                  <a:pt x="483" y="408"/>
                </a:lnTo>
                <a:lnTo>
                  <a:pt x="481" y="406"/>
                </a:lnTo>
                <a:lnTo>
                  <a:pt x="480" y="406"/>
                </a:lnTo>
                <a:lnTo>
                  <a:pt x="480" y="405"/>
                </a:lnTo>
                <a:lnTo>
                  <a:pt x="479" y="404"/>
                </a:lnTo>
                <a:lnTo>
                  <a:pt x="479" y="403"/>
                </a:lnTo>
                <a:lnTo>
                  <a:pt x="478" y="403"/>
                </a:lnTo>
                <a:lnTo>
                  <a:pt x="477" y="403"/>
                </a:lnTo>
                <a:lnTo>
                  <a:pt x="475" y="402"/>
                </a:lnTo>
                <a:lnTo>
                  <a:pt x="475" y="401"/>
                </a:lnTo>
                <a:lnTo>
                  <a:pt x="474" y="401"/>
                </a:lnTo>
                <a:lnTo>
                  <a:pt x="473" y="401"/>
                </a:lnTo>
                <a:lnTo>
                  <a:pt x="472" y="402"/>
                </a:lnTo>
                <a:lnTo>
                  <a:pt x="472" y="403"/>
                </a:lnTo>
                <a:lnTo>
                  <a:pt x="470" y="402"/>
                </a:lnTo>
                <a:lnTo>
                  <a:pt x="469" y="402"/>
                </a:lnTo>
                <a:lnTo>
                  <a:pt x="468" y="402"/>
                </a:lnTo>
                <a:lnTo>
                  <a:pt x="467" y="402"/>
                </a:lnTo>
                <a:lnTo>
                  <a:pt x="467" y="401"/>
                </a:lnTo>
                <a:lnTo>
                  <a:pt x="467" y="402"/>
                </a:lnTo>
                <a:lnTo>
                  <a:pt x="466" y="402"/>
                </a:lnTo>
                <a:lnTo>
                  <a:pt x="465" y="403"/>
                </a:lnTo>
                <a:lnTo>
                  <a:pt x="465" y="404"/>
                </a:lnTo>
                <a:lnTo>
                  <a:pt x="465" y="406"/>
                </a:lnTo>
                <a:lnTo>
                  <a:pt x="464" y="406"/>
                </a:lnTo>
                <a:lnTo>
                  <a:pt x="463" y="406"/>
                </a:lnTo>
                <a:lnTo>
                  <a:pt x="461" y="407"/>
                </a:lnTo>
                <a:lnTo>
                  <a:pt x="459" y="409"/>
                </a:lnTo>
                <a:lnTo>
                  <a:pt x="459" y="411"/>
                </a:lnTo>
                <a:lnTo>
                  <a:pt x="459" y="412"/>
                </a:lnTo>
                <a:lnTo>
                  <a:pt x="460" y="415"/>
                </a:lnTo>
                <a:lnTo>
                  <a:pt x="461" y="418"/>
                </a:lnTo>
                <a:lnTo>
                  <a:pt x="461" y="420"/>
                </a:lnTo>
                <a:lnTo>
                  <a:pt x="460" y="420"/>
                </a:lnTo>
                <a:lnTo>
                  <a:pt x="460" y="421"/>
                </a:lnTo>
                <a:lnTo>
                  <a:pt x="460" y="422"/>
                </a:lnTo>
                <a:lnTo>
                  <a:pt x="459" y="423"/>
                </a:lnTo>
                <a:lnTo>
                  <a:pt x="459" y="426"/>
                </a:lnTo>
                <a:lnTo>
                  <a:pt x="457" y="425"/>
                </a:lnTo>
                <a:lnTo>
                  <a:pt x="456" y="425"/>
                </a:lnTo>
                <a:lnTo>
                  <a:pt x="455" y="425"/>
                </a:lnTo>
                <a:lnTo>
                  <a:pt x="454" y="425"/>
                </a:lnTo>
                <a:lnTo>
                  <a:pt x="452" y="425"/>
                </a:lnTo>
                <a:lnTo>
                  <a:pt x="452" y="426"/>
                </a:lnTo>
                <a:lnTo>
                  <a:pt x="451" y="427"/>
                </a:lnTo>
                <a:lnTo>
                  <a:pt x="449" y="426"/>
                </a:lnTo>
                <a:lnTo>
                  <a:pt x="449" y="425"/>
                </a:lnTo>
                <a:lnTo>
                  <a:pt x="449" y="424"/>
                </a:lnTo>
                <a:lnTo>
                  <a:pt x="449" y="423"/>
                </a:lnTo>
                <a:lnTo>
                  <a:pt x="447" y="424"/>
                </a:lnTo>
                <a:lnTo>
                  <a:pt x="446" y="425"/>
                </a:lnTo>
                <a:lnTo>
                  <a:pt x="445" y="425"/>
                </a:lnTo>
                <a:lnTo>
                  <a:pt x="445" y="424"/>
                </a:lnTo>
                <a:lnTo>
                  <a:pt x="444" y="423"/>
                </a:lnTo>
                <a:lnTo>
                  <a:pt x="442" y="422"/>
                </a:lnTo>
                <a:lnTo>
                  <a:pt x="440" y="420"/>
                </a:lnTo>
                <a:lnTo>
                  <a:pt x="439" y="419"/>
                </a:lnTo>
                <a:lnTo>
                  <a:pt x="438" y="419"/>
                </a:lnTo>
                <a:lnTo>
                  <a:pt x="436" y="417"/>
                </a:lnTo>
                <a:lnTo>
                  <a:pt x="434" y="416"/>
                </a:lnTo>
                <a:lnTo>
                  <a:pt x="431" y="415"/>
                </a:lnTo>
                <a:lnTo>
                  <a:pt x="430" y="416"/>
                </a:lnTo>
                <a:lnTo>
                  <a:pt x="430" y="417"/>
                </a:lnTo>
                <a:lnTo>
                  <a:pt x="427" y="418"/>
                </a:lnTo>
                <a:lnTo>
                  <a:pt x="425" y="418"/>
                </a:lnTo>
                <a:lnTo>
                  <a:pt x="423" y="418"/>
                </a:lnTo>
                <a:lnTo>
                  <a:pt x="423" y="419"/>
                </a:lnTo>
                <a:lnTo>
                  <a:pt x="422" y="419"/>
                </a:lnTo>
                <a:lnTo>
                  <a:pt x="421" y="419"/>
                </a:lnTo>
                <a:lnTo>
                  <a:pt x="419" y="418"/>
                </a:lnTo>
                <a:lnTo>
                  <a:pt x="416" y="420"/>
                </a:lnTo>
                <a:lnTo>
                  <a:pt x="416" y="421"/>
                </a:lnTo>
                <a:lnTo>
                  <a:pt x="415" y="421"/>
                </a:lnTo>
                <a:lnTo>
                  <a:pt x="415" y="422"/>
                </a:lnTo>
                <a:lnTo>
                  <a:pt x="415" y="423"/>
                </a:lnTo>
                <a:lnTo>
                  <a:pt x="415" y="424"/>
                </a:lnTo>
                <a:lnTo>
                  <a:pt x="414" y="425"/>
                </a:lnTo>
                <a:lnTo>
                  <a:pt x="413" y="425"/>
                </a:lnTo>
                <a:lnTo>
                  <a:pt x="411" y="425"/>
                </a:lnTo>
                <a:lnTo>
                  <a:pt x="410" y="425"/>
                </a:lnTo>
                <a:lnTo>
                  <a:pt x="410" y="426"/>
                </a:lnTo>
                <a:lnTo>
                  <a:pt x="409" y="426"/>
                </a:lnTo>
                <a:lnTo>
                  <a:pt x="408" y="426"/>
                </a:lnTo>
                <a:lnTo>
                  <a:pt x="407" y="426"/>
                </a:lnTo>
                <a:lnTo>
                  <a:pt x="406" y="425"/>
                </a:lnTo>
                <a:lnTo>
                  <a:pt x="405" y="426"/>
                </a:lnTo>
                <a:lnTo>
                  <a:pt x="404" y="426"/>
                </a:lnTo>
                <a:lnTo>
                  <a:pt x="402" y="426"/>
                </a:lnTo>
                <a:lnTo>
                  <a:pt x="398" y="429"/>
                </a:lnTo>
                <a:lnTo>
                  <a:pt x="397" y="431"/>
                </a:lnTo>
                <a:lnTo>
                  <a:pt x="396" y="432"/>
                </a:lnTo>
                <a:lnTo>
                  <a:pt x="395" y="432"/>
                </a:lnTo>
                <a:lnTo>
                  <a:pt x="391" y="430"/>
                </a:lnTo>
                <a:lnTo>
                  <a:pt x="387" y="426"/>
                </a:lnTo>
                <a:lnTo>
                  <a:pt x="386" y="425"/>
                </a:lnTo>
                <a:lnTo>
                  <a:pt x="386" y="424"/>
                </a:lnTo>
                <a:lnTo>
                  <a:pt x="385" y="424"/>
                </a:lnTo>
                <a:lnTo>
                  <a:pt x="385" y="423"/>
                </a:lnTo>
                <a:lnTo>
                  <a:pt x="384" y="422"/>
                </a:lnTo>
                <a:lnTo>
                  <a:pt x="383" y="422"/>
                </a:lnTo>
                <a:lnTo>
                  <a:pt x="382" y="421"/>
                </a:lnTo>
                <a:lnTo>
                  <a:pt x="381" y="421"/>
                </a:lnTo>
                <a:lnTo>
                  <a:pt x="380" y="421"/>
                </a:lnTo>
                <a:lnTo>
                  <a:pt x="379" y="422"/>
                </a:lnTo>
                <a:lnTo>
                  <a:pt x="377" y="423"/>
                </a:lnTo>
                <a:lnTo>
                  <a:pt x="374" y="422"/>
                </a:lnTo>
                <a:lnTo>
                  <a:pt x="371" y="422"/>
                </a:lnTo>
                <a:lnTo>
                  <a:pt x="368" y="420"/>
                </a:lnTo>
                <a:lnTo>
                  <a:pt x="367" y="420"/>
                </a:lnTo>
                <a:lnTo>
                  <a:pt x="367" y="419"/>
                </a:lnTo>
                <a:lnTo>
                  <a:pt x="367" y="418"/>
                </a:lnTo>
                <a:lnTo>
                  <a:pt x="366" y="418"/>
                </a:lnTo>
                <a:lnTo>
                  <a:pt x="364" y="419"/>
                </a:lnTo>
                <a:lnTo>
                  <a:pt x="362" y="424"/>
                </a:lnTo>
                <a:lnTo>
                  <a:pt x="362" y="425"/>
                </a:lnTo>
                <a:lnTo>
                  <a:pt x="362" y="426"/>
                </a:lnTo>
                <a:lnTo>
                  <a:pt x="362" y="428"/>
                </a:lnTo>
                <a:lnTo>
                  <a:pt x="361" y="429"/>
                </a:lnTo>
                <a:lnTo>
                  <a:pt x="360" y="429"/>
                </a:lnTo>
                <a:lnTo>
                  <a:pt x="360" y="430"/>
                </a:lnTo>
                <a:lnTo>
                  <a:pt x="360" y="431"/>
                </a:lnTo>
                <a:lnTo>
                  <a:pt x="360" y="432"/>
                </a:lnTo>
                <a:lnTo>
                  <a:pt x="360" y="433"/>
                </a:lnTo>
                <a:lnTo>
                  <a:pt x="361" y="433"/>
                </a:lnTo>
                <a:lnTo>
                  <a:pt x="361" y="434"/>
                </a:lnTo>
                <a:lnTo>
                  <a:pt x="361" y="435"/>
                </a:lnTo>
                <a:lnTo>
                  <a:pt x="360" y="435"/>
                </a:lnTo>
                <a:lnTo>
                  <a:pt x="359" y="435"/>
                </a:lnTo>
                <a:lnTo>
                  <a:pt x="358" y="435"/>
                </a:lnTo>
                <a:lnTo>
                  <a:pt x="357" y="436"/>
                </a:lnTo>
                <a:lnTo>
                  <a:pt x="354" y="438"/>
                </a:lnTo>
                <a:lnTo>
                  <a:pt x="353" y="438"/>
                </a:lnTo>
                <a:lnTo>
                  <a:pt x="352" y="438"/>
                </a:lnTo>
                <a:lnTo>
                  <a:pt x="351" y="438"/>
                </a:lnTo>
                <a:lnTo>
                  <a:pt x="351" y="439"/>
                </a:lnTo>
                <a:lnTo>
                  <a:pt x="351" y="440"/>
                </a:lnTo>
                <a:lnTo>
                  <a:pt x="352" y="441"/>
                </a:lnTo>
                <a:lnTo>
                  <a:pt x="352" y="442"/>
                </a:lnTo>
                <a:lnTo>
                  <a:pt x="350" y="443"/>
                </a:lnTo>
                <a:lnTo>
                  <a:pt x="349" y="443"/>
                </a:lnTo>
                <a:lnTo>
                  <a:pt x="348" y="443"/>
                </a:lnTo>
                <a:lnTo>
                  <a:pt x="347" y="444"/>
                </a:lnTo>
                <a:lnTo>
                  <a:pt x="346" y="444"/>
                </a:lnTo>
                <a:lnTo>
                  <a:pt x="346" y="445"/>
                </a:lnTo>
                <a:lnTo>
                  <a:pt x="345" y="445"/>
                </a:lnTo>
                <a:lnTo>
                  <a:pt x="343" y="445"/>
                </a:lnTo>
                <a:lnTo>
                  <a:pt x="342" y="445"/>
                </a:lnTo>
                <a:lnTo>
                  <a:pt x="342" y="444"/>
                </a:lnTo>
                <a:lnTo>
                  <a:pt x="340" y="444"/>
                </a:lnTo>
                <a:lnTo>
                  <a:pt x="337" y="445"/>
                </a:lnTo>
                <a:lnTo>
                  <a:pt x="337" y="446"/>
                </a:lnTo>
                <a:lnTo>
                  <a:pt x="336" y="446"/>
                </a:lnTo>
                <a:lnTo>
                  <a:pt x="336" y="448"/>
                </a:lnTo>
                <a:lnTo>
                  <a:pt x="336" y="449"/>
                </a:lnTo>
                <a:lnTo>
                  <a:pt x="334" y="450"/>
                </a:lnTo>
                <a:lnTo>
                  <a:pt x="333" y="450"/>
                </a:lnTo>
                <a:lnTo>
                  <a:pt x="332" y="450"/>
                </a:lnTo>
                <a:lnTo>
                  <a:pt x="331" y="450"/>
                </a:lnTo>
                <a:lnTo>
                  <a:pt x="331" y="449"/>
                </a:lnTo>
                <a:lnTo>
                  <a:pt x="330" y="449"/>
                </a:lnTo>
                <a:lnTo>
                  <a:pt x="329" y="449"/>
                </a:lnTo>
                <a:lnTo>
                  <a:pt x="328" y="450"/>
                </a:lnTo>
                <a:lnTo>
                  <a:pt x="328" y="451"/>
                </a:lnTo>
                <a:lnTo>
                  <a:pt x="327" y="451"/>
                </a:lnTo>
                <a:lnTo>
                  <a:pt x="327" y="452"/>
                </a:lnTo>
                <a:lnTo>
                  <a:pt x="327" y="453"/>
                </a:lnTo>
                <a:lnTo>
                  <a:pt x="326" y="453"/>
                </a:lnTo>
                <a:lnTo>
                  <a:pt x="325" y="453"/>
                </a:lnTo>
                <a:lnTo>
                  <a:pt x="324" y="453"/>
                </a:lnTo>
                <a:lnTo>
                  <a:pt x="324" y="452"/>
                </a:lnTo>
                <a:lnTo>
                  <a:pt x="323" y="452"/>
                </a:lnTo>
                <a:lnTo>
                  <a:pt x="322" y="452"/>
                </a:lnTo>
                <a:lnTo>
                  <a:pt x="321" y="452"/>
                </a:lnTo>
                <a:lnTo>
                  <a:pt x="319" y="453"/>
                </a:lnTo>
                <a:lnTo>
                  <a:pt x="318" y="454"/>
                </a:lnTo>
                <a:lnTo>
                  <a:pt x="317" y="455"/>
                </a:lnTo>
                <a:lnTo>
                  <a:pt x="317" y="456"/>
                </a:lnTo>
                <a:lnTo>
                  <a:pt x="316" y="456"/>
                </a:lnTo>
                <a:lnTo>
                  <a:pt x="316" y="457"/>
                </a:lnTo>
                <a:lnTo>
                  <a:pt x="315" y="458"/>
                </a:lnTo>
                <a:lnTo>
                  <a:pt x="314" y="458"/>
                </a:lnTo>
                <a:lnTo>
                  <a:pt x="312" y="457"/>
                </a:lnTo>
                <a:lnTo>
                  <a:pt x="311" y="457"/>
                </a:lnTo>
                <a:lnTo>
                  <a:pt x="310" y="457"/>
                </a:lnTo>
                <a:lnTo>
                  <a:pt x="308" y="455"/>
                </a:lnTo>
                <a:lnTo>
                  <a:pt x="307" y="454"/>
                </a:lnTo>
                <a:lnTo>
                  <a:pt x="307" y="453"/>
                </a:lnTo>
                <a:lnTo>
                  <a:pt x="306" y="453"/>
                </a:lnTo>
                <a:lnTo>
                  <a:pt x="305" y="453"/>
                </a:lnTo>
                <a:lnTo>
                  <a:pt x="304" y="453"/>
                </a:lnTo>
                <a:lnTo>
                  <a:pt x="303" y="453"/>
                </a:lnTo>
                <a:lnTo>
                  <a:pt x="302" y="454"/>
                </a:lnTo>
                <a:lnTo>
                  <a:pt x="301" y="454"/>
                </a:lnTo>
                <a:lnTo>
                  <a:pt x="299" y="453"/>
                </a:lnTo>
                <a:lnTo>
                  <a:pt x="298" y="453"/>
                </a:lnTo>
                <a:lnTo>
                  <a:pt x="298" y="452"/>
                </a:lnTo>
                <a:lnTo>
                  <a:pt x="298" y="451"/>
                </a:lnTo>
                <a:lnTo>
                  <a:pt x="296" y="450"/>
                </a:lnTo>
                <a:lnTo>
                  <a:pt x="295" y="450"/>
                </a:lnTo>
                <a:lnTo>
                  <a:pt x="295" y="451"/>
                </a:lnTo>
                <a:lnTo>
                  <a:pt x="295" y="452"/>
                </a:lnTo>
                <a:lnTo>
                  <a:pt x="294" y="452"/>
                </a:lnTo>
                <a:lnTo>
                  <a:pt x="293" y="452"/>
                </a:lnTo>
                <a:lnTo>
                  <a:pt x="292" y="451"/>
                </a:lnTo>
                <a:lnTo>
                  <a:pt x="291" y="451"/>
                </a:lnTo>
                <a:lnTo>
                  <a:pt x="291" y="450"/>
                </a:lnTo>
                <a:lnTo>
                  <a:pt x="290" y="450"/>
                </a:lnTo>
                <a:lnTo>
                  <a:pt x="290" y="451"/>
                </a:lnTo>
                <a:lnTo>
                  <a:pt x="288" y="451"/>
                </a:lnTo>
                <a:lnTo>
                  <a:pt x="288" y="450"/>
                </a:lnTo>
                <a:lnTo>
                  <a:pt x="287" y="450"/>
                </a:lnTo>
                <a:lnTo>
                  <a:pt x="285" y="449"/>
                </a:lnTo>
                <a:lnTo>
                  <a:pt x="280" y="450"/>
                </a:lnTo>
                <a:lnTo>
                  <a:pt x="279" y="451"/>
                </a:lnTo>
                <a:lnTo>
                  <a:pt x="279" y="452"/>
                </a:lnTo>
                <a:lnTo>
                  <a:pt x="279" y="453"/>
                </a:lnTo>
                <a:lnTo>
                  <a:pt x="277" y="453"/>
                </a:lnTo>
                <a:lnTo>
                  <a:pt x="276" y="452"/>
                </a:lnTo>
                <a:lnTo>
                  <a:pt x="274" y="450"/>
                </a:lnTo>
                <a:lnTo>
                  <a:pt x="273" y="449"/>
                </a:lnTo>
                <a:lnTo>
                  <a:pt x="272" y="448"/>
                </a:lnTo>
                <a:lnTo>
                  <a:pt x="271" y="447"/>
                </a:lnTo>
                <a:lnTo>
                  <a:pt x="270" y="445"/>
                </a:lnTo>
                <a:lnTo>
                  <a:pt x="269" y="444"/>
                </a:lnTo>
                <a:lnTo>
                  <a:pt x="269" y="443"/>
                </a:lnTo>
                <a:lnTo>
                  <a:pt x="270" y="442"/>
                </a:lnTo>
                <a:lnTo>
                  <a:pt x="270" y="441"/>
                </a:lnTo>
                <a:lnTo>
                  <a:pt x="270" y="438"/>
                </a:lnTo>
                <a:lnTo>
                  <a:pt x="269" y="438"/>
                </a:lnTo>
                <a:lnTo>
                  <a:pt x="268" y="438"/>
                </a:lnTo>
                <a:lnTo>
                  <a:pt x="267" y="437"/>
                </a:lnTo>
                <a:lnTo>
                  <a:pt x="266" y="436"/>
                </a:lnTo>
                <a:lnTo>
                  <a:pt x="266" y="435"/>
                </a:lnTo>
                <a:lnTo>
                  <a:pt x="265" y="435"/>
                </a:lnTo>
                <a:lnTo>
                  <a:pt x="264" y="435"/>
                </a:lnTo>
                <a:lnTo>
                  <a:pt x="263" y="435"/>
                </a:lnTo>
                <a:lnTo>
                  <a:pt x="262" y="435"/>
                </a:lnTo>
                <a:lnTo>
                  <a:pt x="260" y="434"/>
                </a:lnTo>
                <a:lnTo>
                  <a:pt x="259" y="433"/>
                </a:lnTo>
                <a:lnTo>
                  <a:pt x="259" y="432"/>
                </a:lnTo>
                <a:lnTo>
                  <a:pt x="259" y="431"/>
                </a:lnTo>
                <a:lnTo>
                  <a:pt x="259" y="430"/>
                </a:lnTo>
                <a:lnTo>
                  <a:pt x="259" y="429"/>
                </a:lnTo>
                <a:lnTo>
                  <a:pt x="260" y="428"/>
                </a:lnTo>
                <a:lnTo>
                  <a:pt x="258" y="428"/>
                </a:lnTo>
                <a:lnTo>
                  <a:pt x="257" y="428"/>
                </a:lnTo>
                <a:lnTo>
                  <a:pt x="256" y="428"/>
                </a:lnTo>
                <a:lnTo>
                  <a:pt x="255" y="428"/>
                </a:lnTo>
                <a:lnTo>
                  <a:pt x="255" y="426"/>
                </a:lnTo>
                <a:lnTo>
                  <a:pt x="254" y="425"/>
                </a:lnTo>
                <a:lnTo>
                  <a:pt x="253" y="424"/>
                </a:lnTo>
                <a:lnTo>
                  <a:pt x="252" y="424"/>
                </a:lnTo>
                <a:lnTo>
                  <a:pt x="253" y="423"/>
                </a:lnTo>
                <a:lnTo>
                  <a:pt x="253" y="422"/>
                </a:lnTo>
                <a:lnTo>
                  <a:pt x="254" y="421"/>
                </a:lnTo>
                <a:lnTo>
                  <a:pt x="254" y="420"/>
                </a:lnTo>
                <a:lnTo>
                  <a:pt x="255" y="420"/>
                </a:lnTo>
                <a:lnTo>
                  <a:pt x="255" y="418"/>
                </a:lnTo>
                <a:lnTo>
                  <a:pt x="255" y="417"/>
                </a:lnTo>
                <a:lnTo>
                  <a:pt x="254" y="416"/>
                </a:lnTo>
                <a:lnTo>
                  <a:pt x="253" y="416"/>
                </a:lnTo>
                <a:lnTo>
                  <a:pt x="252" y="416"/>
                </a:lnTo>
                <a:lnTo>
                  <a:pt x="250" y="413"/>
                </a:lnTo>
                <a:lnTo>
                  <a:pt x="251" y="412"/>
                </a:lnTo>
                <a:lnTo>
                  <a:pt x="252" y="412"/>
                </a:lnTo>
                <a:lnTo>
                  <a:pt x="253" y="411"/>
                </a:lnTo>
                <a:lnTo>
                  <a:pt x="254" y="411"/>
                </a:lnTo>
                <a:lnTo>
                  <a:pt x="254" y="408"/>
                </a:lnTo>
                <a:lnTo>
                  <a:pt x="253" y="408"/>
                </a:lnTo>
                <a:lnTo>
                  <a:pt x="253" y="407"/>
                </a:lnTo>
                <a:lnTo>
                  <a:pt x="249" y="405"/>
                </a:lnTo>
                <a:lnTo>
                  <a:pt x="247" y="404"/>
                </a:lnTo>
                <a:lnTo>
                  <a:pt x="246" y="404"/>
                </a:lnTo>
                <a:lnTo>
                  <a:pt x="245" y="403"/>
                </a:lnTo>
                <a:lnTo>
                  <a:pt x="246" y="401"/>
                </a:lnTo>
                <a:lnTo>
                  <a:pt x="246" y="400"/>
                </a:lnTo>
                <a:lnTo>
                  <a:pt x="247" y="400"/>
                </a:lnTo>
                <a:lnTo>
                  <a:pt x="247" y="399"/>
                </a:lnTo>
                <a:lnTo>
                  <a:pt x="248" y="399"/>
                </a:lnTo>
                <a:lnTo>
                  <a:pt x="248" y="398"/>
                </a:lnTo>
                <a:lnTo>
                  <a:pt x="247" y="396"/>
                </a:lnTo>
                <a:lnTo>
                  <a:pt x="245" y="394"/>
                </a:lnTo>
                <a:lnTo>
                  <a:pt x="244" y="394"/>
                </a:lnTo>
                <a:lnTo>
                  <a:pt x="243" y="394"/>
                </a:lnTo>
                <a:lnTo>
                  <a:pt x="242" y="394"/>
                </a:lnTo>
                <a:lnTo>
                  <a:pt x="242" y="393"/>
                </a:lnTo>
                <a:lnTo>
                  <a:pt x="241" y="391"/>
                </a:lnTo>
                <a:lnTo>
                  <a:pt x="241" y="390"/>
                </a:lnTo>
                <a:lnTo>
                  <a:pt x="241" y="389"/>
                </a:lnTo>
                <a:lnTo>
                  <a:pt x="240" y="389"/>
                </a:lnTo>
                <a:lnTo>
                  <a:pt x="240" y="388"/>
                </a:lnTo>
                <a:lnTo>
                  <a:pt x="239" y="388"/>
                </a:lnTo>
                <a:lnTo>
                  <a:pt x="238" y="386"/>
                </a:lnTo>
                <a:lnTo>
                  <a:pt x="237" y="385"/>
                </a:lnTo>
                <a:lnTo>
                  <a:pt x="235" y="384"/>
                </a:lnTo>
                <a:lnTo>
                  <a:pt x="235" y="383"/>
                </a:lnTo>
                <a:lnTo>
                  <a:pt x="233" y="379"/>
                </a:lnTo>
                <a:lnTo>
                  <a:pt x="233" y="378"/>
                </a:lnTo>
                <a:lnTo>
                  <a:pt x="232" y="376"/>
                </a:lnTo>
                <a:lnTo>
                  <a:pt x="232" y="375"/>
                </a:lnTo>
                <a:lnTo>
                  <a:pt x="231" y="375"/>
                </a:lnTo>
                <a:lnTo>
                  <a:pt x="230" y="375"/>
                </a:lnTo>
                <a:lnTo>
                  <a:pt x="229" y="374"/>
                </a:lnTo>
                <a:lnTo>
                  <a:pt x="229" y="373"/>
                </a:lnTo>
                <a:lnTo>
                  <a:pt x="228" y="373"/>
                </a:lnTo>
                <a:lnTo>
                  <a:pt x="229" y="372"/>
                </a:lnTo>
                <a:lnTo>
                  <a:pt x="231" y="368"/>
                </a:lnTo>
                <a:lnTo>
                  <a:pt x="231" y="367"/>
                </a:lnTo>
                <a:lnTo>
                  <a:pt x="229" y="364"/>
                </a:lnTo>
                <a:lnTo>
                  <a:pt x="228" y="362"/>
                </a:lnTo>
                <a:lnTo>
                  <a:pt x="226" y="361"/>
                </a:lnTo>
                <a:lnTo>
                  <a:pt x="225" y="358"/>
                </a:lnTo>
                <a:lnTo>
                  <a:pt x="224" y="358"/>
                </a:lnTo>
                <a:lnTo>
                  <a:pt x="223" y="356"/>
                </a:lnTo>
                <a:lnTo>
                  <a:pt x="223" y="353"/>
                </a:lnTo>
                <a:lnTo>
                  <a:pt x="222" y="351"/>
                </a:lnTo>
                <a:lnTo>
                  <a:pt x="222" y="350"/>
                </a:lnTo>
                <a:lnTo>
                  <a:pt x="221" y="350"/>
                </a:lnTo>
                <a:lnTo>
                  <a:pt x="221" y="349"/>
                </a:lnTo>
                <a:lnTo>
                  <a:pt x="221" y="348"/>
                </a:lnTo>
                <a:lnTo>
                  <a:pt x="220" y="347"/>
                </a:lnTo>
                <a:lnTo>
                  <a:pt x="219" y="347"/>
                </a:lnTo>
                <a:lnTo>
                  <a:pt x="218" y="347"/>
                </a:lnTo>
                <a:lnTo>
                  <a:pt x="217" y="346"/>
                </a:lnTo>
                <a:lnTo>
                  <a:pt x="218" y="342"/>
                </a:lnTo>
                <a:lnTo>
                  <a:pt x="219" y="341"/>
                </a:lnTo>
                <a:lnTo>
                  <a:pt x="219" y="340"/>
                </a:lnTo>
                <a:lnTo>
                  <a:pt x="220" y="340"/>
                </a:lnTo>
                <a:lnTo>
                  <a:pt x="220" y="339"/>
                </a:lnTo>
                <a:lnTo>
                  <a:pt x="220" y="338"/>
                </a:lnTo>
                <a:lnTo>
                  <a:pt x="218" y="335"/>
                </a:lnTo>
                <a:lnTo>
                  <a:pt x="218" y="334"/>
                </a:lnTo>
                <a:lnTo>
                  <a:pt x="218" y="333"/>
                </a:lnTo>
                <a:lnTo>
                  <a:pt x="218" y="332"/>
                </a:lnTo>
                <a:lnTo>
                  <a:pt x="217" y="329"/>
                </a:lnTo>
                <a:lnTo>
                  <a:pt x="217" y="328"/>
                </a:lnTo>
                <a:lnTo>
                  <a:pt x="216" y="328"/>
                </a:lnTo>
                <a:lnTo>
                  <a:pt x="215" y="329"/>
                </a:lnTo>
                <a:lnTo>
                  <a:pt x="214" y="329"/>
                </a:lnTo>
                <a:lnTo>
                  <a:pt x="213" y="330"/>
                </a:lnTo>
                <a:lnTo>
                  <a:pt x="212" y="330"/>
                </a:lnTo>
                <a:lnTo>
                  <a:pt x="211" y="329"/>
                </a:lnTo>
                <a:lnTo>
                  <a:pt x="211" y="328"/>
                </a:lnTo>
                <a:lnTo>
                  <a:pt x="210" y="327"/>
                </a:lnTo>
                <a:lnTo>
                  <a:pt x="210" y="326"/>
                </a:lnTo>
                <a:lnTo>
                  <a:pt x="209" y="326"/>
                </a:lnTo>
                <a:lnTo>
                  <a:pt x="209" y="325"/>
                </a:lnTo>
                <a:lnTo>
                  <a:pt x="208" y="323"/>
                </a:lnTo>
                <a:lnTo>
                  <a:pt x="208" y="322"/>
                </a:lnTo>
                <a:lnTo>
                  <a:pt x="209" y="322"/>
                </a:lnTo>
                <a:lnTo>
                  <a:pt x="209" y="321"/>
                </a:lnTo>
                <a:lnTo>
                  <a:pt x="208" y="321"/>
                </a:lnTo>
                <a:lnTo>
                  <a:pt x="207" y="320"/>
                </a:lnTo>
                <a:lnTo>
                  <a:pt x="206" y="319"/>
                </a:lnTo>
                <a:lnTo>
                  <a:pt x="206" y="317"/>
                </a:lnTo>
                <a:lnTo>
                  <a:pt x="206" y="316"/>
                </a:lnTo>
                <a:lnTo>
                  <a:pt x="206" y="315"/>
                </a:lnTo>
                <a:lnTo>
                  <a:pt x="205" y="313"/>
                </a:lnTo>
                <a:lnTo>
                  <a:pt x="204" y="313"/>
                </a:lnTo>
                <a:lnTo>
                  <a:pt x="203" y="313"/>
                </a:lnTo>
                <a:lnTo>
                  <a:pt x="202" y="313"/>
                </a:lnTo>
                <a:lnTo>
                  <a:pt x="201" y="312"/>
                </a:lnTo>
                <a:lnTo>
                  <a:pt x="201" y="311"/>
                </a:lnTo>
                <a:lnTo>
                  <a:pt x="202" y="311"/>
                </a:lnTo>
                <a:lnTo>
                  <a:pt x="202" y="310"/>
                </a:lnTo>
                <a:lnTo>
                  <a:pt x="203" y="309"/>
                </a:lnTo>
                <a:lnTo>
                  <a:pt x="203" y="308"/>
                </a:lnTo>
                <a:lnTo>
                  <a:pt x="203" y="307"/>
                </a:lnTo>
                <a:lnTo>
                  <a:pt x="202" y="307"/>
                </a:lnTo>
                <a:lnTo>
                  <a:pt x="202" y="306"/>
                </a:lnTo>
                <a:lnTo>
                  <a:pt x="203" y="306"/>
                </a:lnTo>
                <a:lnTo>
                  <a:pt x="203" y="305"/>
                </a:lnTo>
                <a:lnTo>
                  <a:pt x="203" y="304"/>
                </a:lnTo>
                <a:lnTo>
                  <a:pt x="202" y="304"/>
                </a:lnTo>
                <a:lnTo>
                  <a:pt x="201" y="302"/>
                </a:lnTo>
                <a:lnTo>
                  <a:pt x="200" y="301"/>
                </a:lnTo>
                <a:lnTo>
                  <a:pt x="200" y="299"/>
                </a:lnTo>
                <a:lnTo>
                  <a:pt x="201" y="299"/>
                </a:lnTo>
                <a:lnTo>
                  <a:pt x="202" y="298"/>
                </a:lnTo>
                <a:lnTo>
                  <a:pt x="202" y="299"/>
                </a:lnTo>
                <a:lnTo>
                  <a:pt x="203" y="298"/>
                </a:lnTo>
                <a:lnTo>
                  <a:pt x="204" y="298"/>
                </a:lnTo>
                <a:lnTo>
                  <a:pt x="206" y="298"/>
                </a:lnTo>
                <a:lnTo>
                  <a:pt x="207" y="298"/>
                </a:lnTo>
                <a:lnTo>
                  <a:pt x="207" y="297"/>
                </a:lnTo>
                <a:lnTo>
                  <a:pt x="208" y="296"/>
                </a:lnTo>
                <a:lnTo>
                  <a:pt x="208" y="295"/>
                </a:lnTo>
                <a:lnTo>
                  <a:pt x="209" y="295"/>
                </a:lnTo>
                <a:lnTo>
                  <a:pt x="210" y="295"/>
                </a:lnTo>
                <a:lnTo>
                  <a:pt x="211" y="295"/>
                </a:lnTo>
                <a:lnTo>
                  <a:pt x="212" y="294"/>
                </a:lnTo>
                <a:lnTo>
                  <a:pt x="213" y="294"/>
                </a:lnTo>
                <a:lnTo>
                  <a:pt x="213" y="292"/>
                </a:lnTo>
                <a:lnTo>
                  <a:pt x="213" y="291"/>
                </a:lnTo>
                <a:lnTo>
                  <a:pt x="213" y="290"/>
                </a:lnTo>
                <a:lnTo>
                  <a:pt x="214" y="290"/>
                </a:lnTo>
                <a:lnTo>
                  <a:pt x="215" y="289"/>
                </a:lnTo>
                <a:lnTo>
                  <a:pt x="215" y="288"/>
                </a:lnTo>
                <a:lnTo>
                  <a:pt x="216" y="288"/>
                </a:lnTo>
                <a:lnTo>
                  <a:pt x="217" y="288"/>
                </a:lnTo>
                <a:lnTo>
                  <a:pt x="217" y="287"/>
                </a:lnTo>
                <a:lnTo>
                  <a:pt x="216" y="287"/>
                </a:lnTo>
                <a:lnTo>
                  <a:pt x="216" y="286"/>
                </a:lnTo>
                <a:lnTo>
                  <a:pt x="216" y="285"/>
                </a:lnTo>
                <a:lnTo>
                  <a:pt x="216" y="284"/>
                </a:lnTo>
                <a:lnTo>
                  <a:pt x="216" y="283"/>
                </a:lnTo>
                <a:lnTo>
                  <a:pt x="215" y="282"/>
                </a:lnTo>
                <a:lnTo>
                  <a:pt x="215" y="281"/>
                </a:lnTo>
                <a:lnTo>
                  <a:pt x="214" y="280"/>
                </a:lnTo>
                <a:lnTo>
                  <a:pt x="214" y="279"/>
                </a:lnTo>
                <a:lnTo>
                  <a:pt x="213" y="278"/>
                </a:lnTo>
                <a:lnTo>
                  <a:pt x="214" y="277"/>
                </a:lnTo>
                <a:lnTo>
                  <a:pt x="215" y="276"/>
                </a:lnTo>
                <a:lnTo>
                  <a:pt x="216" y="276"/>
                </a:lnTo>
                <a:lnTo>
                  <a:pt x="216" y="275"/>
                </a:lnTo>
                <a:lnTo>
                  <a:pt x="216" y="274"/>
                </a:lnTo>
                <a:lnTo>
                  <a:pt x="216" y="273"/>
                </a:lnTo>
                <a:lnTo>
                  <a:pt x="215" y="272"/>
                </a:lnTo>
                <a:lnTo>
                  <a:pt x="214" y="272"/>
                </a:lnTo>
                <a:lnTo>
                  <a:pt x="213" y="272"/>
                </a:lnTo>
                <a:lnTo>
                  <a:pt x="213" y="271"/>
                </a:lnTo>
                <a:lnTo>
                  <a:pt x="212" y="271"/>
                </a:lnTo>
                <a:lnTo>
                  <a:pt x="211" y="272"/>
                </a:lnTo>
                <a:lnTo>
                  <a:pt x="210" y="272"/>
                </a:lnTo>
                <a:lnTo>
                  <a:pt x="209" y="272"/>
                </a:lnTo>
                <a:lnTo>
                  <a:pt x="208" y="273"/>
                </a:lnTo>
                <a:lnTo>
                  <a:pt x="207" y="273"/>
                </a:lnTo>
                <a:lnTo>
                  <a:pt x="206" y="274"/>
                </a:lnTo>
                <a:lnTo>
                  <a:pt x="205" y="274"/>
                </a:lnTo>
                <a:lnTo>
                  <a:pt x="204" y="274"/>
                </a:lnTo>
                <a:lnTo>
                  <a:pt x="203" y="273"/>
                </a:lnTo>
                <a:lnTo>
                  <a:pt x="203" y="272"/>
                </a:lnTo>
                <a:lnTo>
                  <a:pt x="204" y="271"/>
                </a:lnTo>
                <a:lnTo>
                  <a:pt x="203" y="271"/>
                </a:lnTo>
                <a:lnTo>
                  <a:pt x="202" y="271"/>
                </a:lnTo>
                <a:lnTo>
                  <a:pt x="200" y="271"/>
                </a:lnTo>
                <a:lnTo>
                  <a:pt x="199" y="270"/>
                </a:lnTo>
                <a:lnTo>
                  <a:pt x="198" y="270"/>
                </a:lnTo>
                <a:lnTo>
                  <a:pt x="198" y="271"/>
                </a:lnTo>
                <a:lnTo>
                  <a:pt x="197" y="272"/>
                </a:lnTo>
                <a:lnTo>
                  <a:pt x="196" y="272"/>
                </a:lnTo>
                <a:lnTo>
                  <a:pt x="195" y="272"/>
                </a:lnTo>
                <a:lnTo>
                  <a:pt x="195" y="273"/>
                </a:lnTo>
                <a:lnTo>
                  <a:pt x="194" y="273"/>
                </a:lnTo>
                <a:lnTo>
                  <a:pt x="193" y="274"/>
                </a:lnTo>
                <a:lnTo>
                  <a:pt x="192" y="274"/>
                </a:lnTo>
                <a:lnTo>
                  <a:pt x="191" y="274"/>
                </a:lnTo>
                <a:lnTo>
                  <a:pt x="189" y="274"/>
                </a:lnTo>
                <a:lnTo>
                  <a:pt x="189" y="273"/>
                </a:lnTo>
                <a:lnTo>
                  <a:pt x="188" y="273"/>
                </a:lnTo>
                <a:lnTo>
                  <a:pt x="187" y="272"/>
                </a:lnTo>
                <a:lnTo>
                  <a:pt x="186" y="272"/>
                </a:lnTo>
                <a:lnTo>
                  <a:pt x="185" y="272"/>
                </a:lnTo>
                <a:lnTo>
                  <a:pt x="184" y="272"/>
                </a:lnTo>
                <a:lnTo>
                  <a:pt x="183" y="272"/>
                </a:lnTo>
                <a:lnTo>
                  <a:pt x="182" y="272"/>
                </a:lnTo>
                <a:lnTo>
                  <a:pt x="181" y="272"/>
                </a:lnTo>
                <a:lnTo>
                  <a:pt x="180" y="272"/>
                </a:lnTo>
                <a:lnTo>
                  <a:pt x="178" y="272"/>
                </a:lnTo>
                <a:lnTo>
                  <a:pt x="177" y="272"/>
                </a:lnTo>
                <a:lnTo>
                  <a:pt x="177" y="271"/>
                </a:lnTo>
                <a:lnTo>
                  <a:pt x="176" y="271"/>
                </a:lnTo>
                <a:lnTo>
                  <a:pt x="175" y="271"/>
                </a:lnTo>
                <a:lnTo>
                  <a:pt x="174" y="271"/>
                </a:lnTo>
                <a:lnTo>
                  <a:pt x="173" y="270"/>
                </a:lnTo>
                <a:lnTo>
                  <a:pt x="174" y="270"/>
                </a:lnTo>
                <a:lnTo>
                  <a:pt x="174" y="269"/>
                </a:lnTo>
                <a:lnTo>
                  <a:pt x="174" y="267"/>
                </a:lnTo>
                <a:lnTo>
                  <a:pt x="173" y="266"/>
                </a:lnTo>
                <a:lnTo>
                  <a:pt x="173" y="265"/>
                </a:lnTo>
                <a:lnTo>
                  <a:pt x="174" y="264"/>
                </a:lnTo>
                <a:lnTo>
                  <a:pt x="173" y="263"/>
                </a:lnTo>
                <a:lnTo>
                  <a:pt x="173" y="262"/>
                </a:lnTo>
                <a:lnTo>
                  <a:pt x="173" y="261"/>
                </a:lnTo>
                <a:lnTo>
                  <a:pt x="173" y="260"/>
                </a:lnTo>
                <a:lnTo>
                  <a:pt x="172" y="259"/>
                </a:lnTo>
                <a:lnTo>
                  <a:pt x="171" y="259"/>
                </a:lnTo>
                <a:lnTo>
                  <a:pt x="170" y="258"/>
                </a:lnTo>
                <a:lnTo>
                  <a:pt x="170" y="257"/>
                </a:lnTo>
                <a:lnTo>
                  <a:pt x="169" y="256"/>
                </a:lnTo>
                <a:lnTo>
                  <a:pt x="168" y="256"/>
                </a:lnTo>
                <a:lnTo>
                  <a:pt x="168" y="255"/>
                </a:lnTo>
                <a:lnTo>
                  <a:pt x="168" y="254"/>
                </a:lnTo>
                <a:lnTo>
                  <a:pt x="167" y="253"/>
                </a:lnTo>
                <a:lnTo>
                  <a:pt x="166" y="254"/>
                </a:lnTo>
                <a:lnTo>
                  <a:pt x="166" y="255"/>
                </a:lnTo>
                <a:lnTo>
                  <a:pt x="166" y="256"/>
                </a:lnTo>
                <a:lnTo>
                  <a:pt x="165" y="256"/>
                </a:lnTo>
                <a:lnTo>
                  <a:pt x="164" y="256"/>
                </a:lnTo>
                <a:lnTo>
                  <a:pt x="164" y="257"/>
                </a:lnTo>
                <a:lnTo>
                  <a:pt x="163" y="257"/>
                </a:lnTo>
                <a:lnTo>
                  <a:pt x="162" y="255"/>
                </a:lnTo>
                <a:lnTo>
                  <a:pt x="162" y="254"/>
                </a:lnTo>
                <a:lnTo>
                  <a:pt x="161" y="254"/>
                </a:lnTo>
                <a:lnTo>
                  <a:pt x="160" y="254"/>
                </a:lnTo>
                <a:lnTo>
                  <a:pt x="159" y="254"/>
                </a:lnTo>
                <a:lnTo>
                  <a:pt x="158" y="253"/>
                </a:lnTo>
                <a:lnTo>
                  <a:pt x="158" y="252"/>
                </a:lnTo>
                <a:lnTo>
                  <a:pt x="157" y="252"/>
                </a:lnTo>
                <a:lnTo>
                  <a:pt x="157" y="251"/>
                </a:lnTo>
                <a:lnTo>
                  <a:pt x="156" y="251"/>
                </a:lnTo>
                <a:lnTo>
                  <a:pt x="155" y="251"/>
                </a:lnTo>
                <a:lnTo>
                  <a:pt x="155" y="252"/>
                </a:lnTo>
                <a:lnTo>
                  <a:pt x="154" y="252"/>
                </a:lnTo>
                <a:lnTo>
                  <a:pt x="154" y="251"/>
                </a:lnTo>
                <a:lnTo>
                  <a:pt x="154" y="250"/>
                </a:lnTo>
                <a:lnTo>
                  <a:pt x="154" y="249"/>
                </a:lnTo>
                <a:lnTo>
                  <a:pt x="153" y="249"/>
                </a:lnTo>
                <a:lnTo>
                  <a:pt x="152" y="248"/>
                </a:lnTo>
                <a:lnTo>
                  <a:pt x="151" y="247"/>
                </a:lnTo>
                <a:lnTo>
                  <a:pt x="150" y="245"/>
                </a:lnTo>
                <a:lnTo>
                  <a:pt x="150" y="244"/>
                </a:lnTo>
                <a:lnTo>
                  <a:pt x="150" y="243"/>
                </a:lnTo>
                <a:lnTo>
                  <a:pt x="150" y="242"/>
                </a:lnTo>
                <a:lnTo>
                  <a:pt x="149" y="242"/>
                </a:lnTo>
                <a:lnTo>
                  <a:pt x="148" y="242"/>
                </a:lnTo>
                <a:lnTo>
                  <a:pt x="148" y="241"/>
                </a:lnTo>
                <a:lnTo>
                  <a:pt x="148" y="240"/>
                </a:lnTo>
                <a:lnTo>
                  <a:pt x="147" y="240"/>
                </a:lnTo>
                <a:lnTo>
                  <a:pt x="146" y="240"/>
                </a:lnTo>
                <a:lnTo>
                  <a:pt x="144" y="240"/>
                </a:lnTo>
                <a:lnTo>
                  <a:pt x="144" y="241"/>
                </a:lnTo>
                <a:lnTo>
                  <a:pt x="143" y="241"/>
                </a:lnTo>
                <a:lnTo>
                  <a:pt x="143" y="242"/>
                </a:lnTo>
                <a:lnTo>
                  <a:pt x="142" y="243"/>
                </a:lnTo>
                <a:lnTo>
                  <a:pt x="141" y="242"/>
                </a:lnTo>
                <a:lnTo>
                  <a:pt x="140" y="242"/>
                </a:lnTo>
                <a:lnTo>
                  <a:pt x="139" y="243"/>
                </a:lnTo>
                <a:lnTo>
                  <a:pt x="137" y="243"/>
                </a:lnTo>
                <a:lnTo>
                  <a:pt x="137" y="242"/>
                </a:lnTo>
                <a:lnTo>
                  <a:pt x="136" y="243"/>
                </a:lnTo>
                <a:lnTo>
                  <a:pt x="135" y="243"/>
                </a:lnTo>
                <a:lnTo>
                  <a:pt x="135" y="244"/>
                </a:lnTo>
                <a:lnTo>
                  <a:pt x="134" y="244"/>
                </a:lnTo>
                <a:lnTo>
                  <a:pt x="134" y="243"/>
                </a:lnTo>
                <a:lnTo>
                  <a:pt x="133" y="242"/>
                </a:lnTo>
                <a:lnTo>
                  <a:pt x="132" y="242"/>
                </a:lnTo>
                <a:lnTo>
                  <a:pt x="131" y="241"/>
                </a:lnTo>
                <a:lnTo>
                  <a:pt x="130" y="241"/>
                </a:lnTo>
                <a:lnTo>
                  <a:pt x="129" y="240"/>
                </a:lnTo>
                <a:lnTo>
                  <a:pt x="129" y="239"/>
                </a:lnTo>
                <a:lnTo>
                  <a:pt x="129" y="238"/>
                </a:lnTo>
                <a:lnTo>
                  <a:pt x="128" y="237"/>
                </a:lnTo>
                <a:lnTo>
                  <a:pt x="128" y="236"/>
                </a:lnTo>
                <a:lnTo>
                  <a:pt x="128" y="235"/>
                </a:lnTo>
                <a:lnTo>
                  <a:pt x="127" y="235"/>
                </a:lnTo>
                <a:lnTo>
                  <a:pt x="126" y="235"/>
                </a:lnTo>
                <a:lnTo>
                  <a:pt x="126" y="236"/>
                </a:lnTo>
                <a:lnTo>
                  <a:pt x="125" y="237"/>
                </a:lnTo>
                <a:lnTo>
                  <a:pt x="124" y="237"/>
                </a:lnTo>
                <a:lnTo>
                  <a:pt x="125" y="238"/>
                </a:lnTo>
                <a:lnTo>
                  <a:pt x="125" y="239"/>
                </a:lnTo>
                <a:lnTo>
                  <a:pt x="125" y="240"/>
                </a:lnTo>
                <a:lnTo>
                  <a:pt x="125" y="241"/>
                </a:lnTo>
                <a:lnTo>
                  <a:pt x="124" y="241"/>
                </a:lnTo>
                <a:lnTo>
                  <a:pt x="124" y="242"/>
                </a:lnTo>
                <a:lnTo>
                  <a:pt x="125" y="242"/>
                </a:lnTo>
                <a:lnTo>
                  <a:pt x="125" y="243"/>
                </a:lnTo>
                <a:lnTo>
                  <a:pt x="125" y="244"/>
                </a:lnTo>
                <a:lnTo>
                  <a:pt x="124" y="244"/>
                </a:lnTo>
                <a:lnTo>
                  <a:pt x="123" y="245"/>
                </a:lnTo>
                <a:lnTo>
                  <a:pt x="123" y="246"/>
                </a:lnTo>
                <a:lnTo>
                  <a:pt x="123" y="247"/>
                </a:lnTo>
                <a:lnTo>
                  <a:pt x="123" y="248"/>
                </a:lnTo>
                <a:lnTo>
                  <a:pt x="123" y="249"/>
                </a:lnTo>
                <a:lnTo>
                  <a:pt x="122" y="250"/>
                </a:lnTo>
                <a:lnTo>
                  <a:pt x="121" y="251"/>
                </a:lnTo>
                <a:lnTo>
                  <a:pt x="120" y="251"/>
                </a:lnTo>
                <a:lnTo>
                  <a:pt x="120" y="253"/>
                </a:lnTo>
                <a:lnTo>
                  <a:pt x="120" y="254"/>
                </a:lnTo>
                <a:lnTo>
                  <a:pt x="121" y="254"/>
                </a:lnTo>
                <a:lnTo>
                  <a:pt x="121" y="256"/>
                </a:lnTo>
                <a:lnTo>
                  <a:pt x="120" y="256"/>
                </a:lnTo>
                <a:lnTo>
                  <a:pt x="119" y="256"/>
                </a:lnTo>
                <a:lnTo>
                  <a:pt x="118" y="256"/>
                </a:lnTo>
                <a:lnTo>
                  <a:pt x="118" y="257"/>
                </a:lnTo>
                <a:lnTo>
                  <a:pt x="117" y="258"/>
                </a:lnTo>
                <a:lnTo>
                  <a:pt x="116" y="258"/>
                </a:lnTo>
                <a:lnTo>
                  <a:pt x="116" y="259"/>
                </a:lnTo>
                <a:lnTo>
                  <a:pt x="115" y="259"/>
                </a:lnTo>
                <a:lnTo>
                  <a:pt x="116" y="261"/>
                </a:lnTo>
                <a:lnTo>
                  <a:pt x="117" y="262"/>
                </a:lnTo>
                <a:lnTo>
                  <a:pt x="117" y="263"/>
                </a:lnTo>
                <a:lnTo>
                  <a:pt x="116" y="263"/>
                </a:lnTo>
                <a:lnTo>
                  <a:pt x="116" y="264"/>
                </a:lnTo>
                <a:lnTo>
                  <a:pt x="115" y="265"/>
                </a:lnTo>
                <a:lnTo>
                  <a:pt x="115" y="267"/>
                </a:lnTo>
                <a:lnTo>
                  <a:pt x="114" y="268"/>
                </a:lnTo>
                <a:lnTo>
                  <a:pt x="113" y="268"/>
                </a:lnTo>
                <a:lnTo>
                  <a:pt x="113" y="269"/>
                </a:lnTo>
                <a:lnTo>
                  <a:pt x="112" y="269"/>
                </a:lnTo>
                <a:lnTo>
                  <a:pt x="111" y="272"/>
                </a:lnTo>
                <a:lnTo>
                  <a:pt x="111" y="273"/>
                </a:lnTo>
                <a:lnTo>
                  <a:pt x="110" y="273"/>
                </a:lnTo>
                <a:lnTo>
                  <a:pt x="110" y="274"/>
                </a:lnTo>
                <a:lnTo>
                  <a:pt x="110" y="275"/>
                </a:lnTo>
                <a:lnTo>
                  <a:pt x="110" y="276"/>
                </a:lnTo>
                <a:lnTo>
                  <a:pt x="110" y="277"/>
                </a:lnTo>
                <a:lnTo>
                  <a:pt x="109" y="277"/>
                </a:lnTo>
                <a:lnTo>
                  <a:pt x="108" y="278"/>
                </a:lnTo>
                <a:lnTo>
                  <a:pt x="107" y="279"/>
                </a:lnTo>
                <a:lnTo>
                  <a:pt x="108" y="280"/>
                </a:lnTo>
                <a:lnTo>
                  <a:pt x="107" y="282"/>
                </a:lnTo>
                <a:lnTo>
                  <a:pt x="107" y="284"/>
                </a:lnTo>
                <a:lnTo>
                  <a:pt x="106" y="285"/>
                </a:lnTo>
                <a:lnTo>
                  <a:pt x="105" y="286"/>
                </a:lnTo>
                <a:lnTo>
                  <a:pt x="104" y="286"/>
                </a:lnTo>
                <a:lnTo>
                  <a:pt x="103" y="286"/>
                </a:lnTo>
                <a:lnTo>
                  <a:pt x="103" y="287"/>
                </a:lnTo>
                <a:lnTo>
                  <a:pt x="102" y="287"/>
                </a:lnTo>
                <a:lnTo>
                  <a:pt x="100" y="287"/>
                </a:lnTo>
                <a:lnTo>
                  <a:pt x="99" y="287"/>
                </a:lnTo>
                <a:lnTo>
                  <a:pt x="98" y="287"/>
                </a:lnTo>
                <a:lnTo>
                  <a:pt x="98" y="286"/>
                </a:lnTo>
                <a:lnTo>
                  <a:pt x="98" y="287"/>
                </a:lnTo>
                <a:lnTo>
                  <a:pt x="97" y="287"/>
                </a:lnTo>
                <a:lnTo>
                  <a:pt x="96" y="288"/>
                </a:lnTo>
                <a:lnTo>
                  <a:pt x="94" y="288"/>
                </a:lnTo>
                <a:lnTo>
                  <a:pt x="92" y="287"/>
                </a:lnTo>
                <a:lnTo>
                  <a:pt x="91" y="287"/>
                </a:lnTo>
                <a:lnTo>
                  <a:pt x="90" y="287"/>
                </a:lnTo>
                <a:lnTo>
                  <a:pt x="89" y="286"/>
                </a:lnTo>
                <a:lnTo>
                  <a:pt x="88" y="286"/>
                </a:lnTo>
                <a:lnTo>
                  <a:pt x="87" y="286"/>
                </a:lnTo>
                <a:lnTo>
                  <a:pt x="86" y="285"/>
                </a:lnTo>
                <a:lnTo>
                  <a:pt x="85" y="285"/>
                </a:lnTo>
                <a:lnTo>
                  <a:pt x="84" y="285"/>
                </a:lnTo>
                <a:lnTo>
                  <a:pt x="83" y="285"/>
                </a:lnTo>
                <a:lnTo>
                  <a:pt x="82" y="285"/>
                </a:lnTo>
                <a:lnTo>
                  <a:pt x="81" y="284"/>
                </a:lnTo>
                <a:lnTo>
                  <a:pt x="81" y="285"/>
                </a:lnTo>
                <a:lnTo>
                  <a:pt x="80" y="285"/>
                </a:lnTo>
                <a:lnTo>
                  <a:pt x="80" y="284"/>
                </a:lnTo>
                <a:lnTo>
                  <a:pt x="79" y="284"/>
                </a:lnTo>
                <a:lnTo>
                  <a:pt x="78" y="284"/>
                </a:lnTo>
                <a:lnTo>
                  <a:pt x="77" y="284"/>
                </a:lnTo>
                <a:lnTo>
                  <a:pt x="77" y="282"/>
                </a:lnTo>
                <a:lnTo>
                  <a:pt x="77" y="281"/>
                </a:lnTo>
                <a:lnTo>
                  <a:pt x="77" y="280"/>
                </a:lnTo>
                <a:lnTo>
                  <a:pt x="76" y="278"/>
                </a:lnTo>
                <a:lnTo>
                  <a:pt x="75" y="277"/>
                </a:lnTo>
                <a:lnTo>
                  <a:pt x="74" y="276"/>
                </a:lnTo>
                <a:lnTo>
                  <a:pt x="74" y="275"/>
                </a:lnTo>
                <a:lnTo>
                  <a:pt x="73" y="274"/>
                </a:lnTo>
                <a:lnTo>
                  <a:pt x="72" y="273"/>
                </a:lnTo>
                <a:lnTo>
                  <a:pt x="71" y="273"/>
                </a:lnTo>
                <a:lnTo>
                  <a:pt x="70" y="272"/>
                </a:lnTo>
                <a:lnTo>
                  <a:pt x="69" y="271"/>
                </a:lnTo>
                <a:lnTo>
                  <a:pt x="68" y="271"/>
                </a:lnTo>
                <a:lnTo>
                  <a:pt x="68" y="270"/>
                </a:lnTo>
                <a:lnTo>
                  <a:pt x="68" y="269"/>
                </a:lnTo>
                <a:lnTo>
                  <a:pt x="69" y="267"/>
                </a:lnTo>
                <a:lnTo>
                  <a:pt x="68" y="266"/>
                </a:lnTo>
                <a:lnTo>
                  <a:pt x="69" y="266"/>
                </a:lnTo>
                <a:lnTo>
                  <a:pt x="69" y="265"/>
                </a:lnTo>
                <a:lnTo>
                  <a:pt x="68" y="263"/>
                </a:lnTo>
                <a:lnTo>
                  <a:pt x="67" y="263"/>
                </a:lnTo>
                <a:lnTo>
                  <a:pt x="66" y="263"/>
                </a:lnTo>
                <a:lnTo>
                  <a:pt x="65" y="262"/>
                </a:lnTo>
                <a:lnTo>
                  <a:pt x="65" y="261"/>
                </a:lnTo>
                <a:lnTo>
                  <a:pt x="64" y="260"/>
                </a:lnTo>
                <a:lnTo>
                  <a:pt x="62" y="261"/>
                </a:lnTo>
                <a:lnTo>
                  <a:pt x="61" y="261"/>
                </a:lnTo>
                <a:lnTo>
                  <a:pt x="60" y="262"/>
                </a:lnTo>
                <a:lnTo>
                  <a:pt x="59" y="262"/>
                </a:lnTo>
                <a:lnTo>
                  <a:pt x="56" y="262"/>
                </a:lnTo>
                <a:lnTo>
                  <a:pt x="55" y="261"/>
                </a:lnTo>
                <a:lnTo>
                  <a:pt x="55" y="260"/>
                </a:lnTo>
                <a:lnTo>
                  <a:pt x="54" y="260"/>
                </a:lnTo>
                <a:lnTo>
                  <a:pt x="53" y="260"/>
                </a:lnTo>
                <a:lnTo>
                  <a:pt x="52" y="259"/>
                </a:lnTo>
                <a:lnTo>
                  <a:pt x="51" y="259"/>
                </a:lnTo>
                <a:lnTo>
                  <a:pt x="50" y="259"/>
                </a:lnTo>
                <a:lnTo>
                  <a:pt x="50" y="260"/>
                </a:lnTo>
                <a:lnTo>
                  <a:pt x="49" y="261"/>
                </a:lnTo>
                <a:lnTo>
                  <a:pt x="48" y="261"/>
                </a:lnTo>
                <a:lnTo>
                  <a:pt x="47" y="261"/>
                </a:lnTo>
                <a:lnTo>
                  <a:pt x="46" y="260"/>
                </a:lnTo>
                <a:lnTo>
                  <a:pt x="46" y="259"/>
                </a:lnTo>
                <a:lnTo>
                  <a:pt x="45" y="259"/>
                </a:lnTo>
                <a:lnTo>
                  <a:pt x="45" y="258"/>
                </a:lnTo>
                <a:lnTo>
                  <a:pt x="44" y="257"/>
                </a:lnTo>
                <a:lnTo>
                  <a:pt x="43" y="257"/>
                </a:lnTo>
                <a:lnTo>
                  <a:pt x="43" y="256"/>
                </a:lnTo>
                <a:lnTo>
                  <a:pt x="42" y="256"/>
                </a:lnTo>
                <a:lnTo>
                  <a:pt x="41" y="256"/>
                </a:lnTo>
                <a:lnTo>
                  <a:pt x="40" y="257"/>
                </a:lnTo>
                <a:lnTo>
                  <a:pt x="39" y="257"/>
                </a:lnTo>
                <a:lnTo>
                  <a:pt x="39" y="256"/>
                </a:lnTo>
                <a:lnTo>
                  <a:pt x="38" y="256"/>
                </a:lnTo>
                <a:lnTo>
                  <a:pt x="37" y="256"/>
                </a:lnTo>
                <a:lnTo>
                  <a:pt x="36" y="256"/>
                </a:lnTo>
                <a:lnTo>
                  <a:pt x="36" y="255"/>
                </a:lnTo>
                <a:lnTo>
                  <a:pt x="35" y="255"/>
                </a:lnTo>
                <a:lnTo>
                  <a:pt x="34" y="255"/>
                </a:lnTo>
                <a:lnTo>
                  <a:pt x="33" y="255"/>
                </a:lnTo>
                <a:lnTo>
                  <a:pt x="32" y="254"/>
                </a:lnTo>
                <a:lnTo>
                  <a:pt x="31" y="253"/>
                </a:lnTo>
                <a:lnTo>
                  <a:pt x="31" y="252"/>
                </a:lnTo>
                <a:lnTo>
                  <a:pt x="31" y="251"/>
                </a:lnTo>
                <a:lnTo>
                  <a:pt x="31" y="250"/>
                </a:lnTo>
                <a:lnTo>
                  <a:pt x="30" y="250"/>
                </a:lnTo>
                <a:lnTo>
                  <a:pt x="29" y="250"/>
                </a:lnTo>
                <a:lnTo>
                  <a:pt x="28" y="250"/>
                </a:lnTo>
                <a:lnTo>
                  <a:pt x="27" y="250"/>
                </a:lnTo>
                <a:lnTo>
                  <a:pt x="27" y="249"/>
                </a:lnTo>
                <a:lnTo>
                  <a:pt x="26" y="249"/>
                </a:lnTo>
                <a:lnTo>
                  <a:pt x="25" y="249"/>
                </a:lnTo>
                <a:lnTo>
                  <a:pt x="25" y="250"/>
                </a:lnTo>
                <a:lnTo>
                  <a:pt x="24" y="250"/>
                </a:lnTo>
                <a:lnTo>
                  <a:pt x="23" y="249"/>
                </a:lnTo>
                <a:lnTo>
                  <a:pt x="23" y="248"/>
                </a:lnTo>
                <a:lnTo>
                  <a:pt x="22" y="248"/>
                </a:lnTo>
                <a:lnTo>
                  <a:pt x="22" y="247"/>
                </a:lnTo>
                <a:lnTo>
                  <a:pt x="21" y="247"/>
                </a:lnTo>
                <a:lnTo>
                  <a:pt x="21" y="246"/>
                </a:lnTo>
                <a:lnTo>
                  <a:pt x="20" y="246"/>
                </a:lnTo>
                <a:lnTo>
                  <a:pt x="19" y="246"/>
                </a:lnTo>
                <a:lnTo>
                  <a:pt x="19" y="243"/>
                </a:lnTo>
                <a:lnTo>
                  <a:pt x="18" y="243"/>
                </a:lnTo>
                <a:lnTo>
                  <a:pt x="18" y="242"/>
                </a:lnTo>
                <a:lnTo>
                  <a:pt x="17" y="242"/>
                </a:lnTo>
                <a:lnTo>
                  <a:pt x="16" y="242"/>
                </a:lnTo>
                <a:lnTo>
                  <a:pt x="15" y="242"/>
                </a:lnTo>
                <a:lnTo>
                  <a:pt x="14" y="241"/>
                </a:lnTo>
                <a:lnTo>
                  <a:pt x="12" y="240"/>
                </a:lnTo>
                <a:lnTo>
                  <a:pt x="11" y="240"/>
                </a:lnTo>
                <a:lnTo>
                  <a:pt x="11" y="241"/>
                </a:lnTo>
                <a:lnTo>
                  <a:pt x="11" y="242"/>
                </a:lnTo>
                <a:lnTo>
                  <a:pt x="10" y="242"/>
                </a:lnTo>
                <a:lnTo>
                  <a:pt x="8" y="242"/>
                </a:lnTo>
                <a:lnTo>
                  <a:pt x="7" y="243"/>
                </a:lnTo>
                <a:lnTo>
                  <a:pt x="6" y="244"/>
                </a:lnTo>
                <a:lnTo>
                  <a:pt x="4" y="243"/>
                </a:lnTo>
                <a:lnTo>
                  <a:pt x="2" y="242"/>
                </a:lnTo>
                <a:lnTo>
                  <a:pt x="1" y="241"/>
                </a:lnTo>
                <a:lnTo>
                  <a:pt x="0" y="241"/>
                </a:lnTo>
                <a:lnTo>
                  <a:pt x="0" y="240"/>
                </a:lnTo>
                <a:lnTo>
                  <a:pt x="1" y="240"/>
                </a:lnTo>
                <a:lnTo>
                  <a:pt x="2" y="238"/>
                </a:lnTo>
                <a:lnTo>
                  <a:pt x="2" y="237"/>
                </a:lnTo>
                <a:lnTo>
                  <a:pt x="3" y="237"/>
                </a:lnTo>
                <a:lnTo>
                  <a:pt x="3" y="236"/>
                </a:lnTo>
                <a:lnTo>
                  <a:pt x="4" y="236"/>
                </a:lnTo>
                <a:lnTo>
                  <a:pt x="5" y="236"/>
                </a:lnTo>
                <a:lnTo>
                  <a:pt x="5" y="235"/>
                </a:lnTo>
                <a:lnTo>
                  <a:pt x="6" y="234"/>
                </a:lnTo>
                <a:lnTo>
                  <a:pt x="6" y="233"/>
                </a:lnTo>
                <a:lnTo>
                  <a:pt x="7" y="232"/>
                </a:lnTo>
                <a:lnTo>
                  <a:pt x="8" y="231"/>
                </a:lnTo>
                <a:lnTo>
                  <a:pt x="9" y="231"/>
                </a:lnTo>
                <a:lnTo>
                  <a:pt x="9" y="230"/>
                </a:lnTo>
                <a:lnTo>
                  <a:pt x="10" y="230"/>
                </a:lnTo>
                <a:lnTo>
                  <a:pt x="10" y="229"/>
                </a:lnTo>
                <a:lnTo>
                  <a:pt x="11" y="228"/>
                </a:lnTo>
                <a:lnTo>
                  <a:pt x="12" y="228"/>
                </a:lnTo>
                <a:lnTo>
                  <a:pt x="12" y="227"/>
                </a:lnTo>
                <a:lnTo>
                  <a:pt x="11" y="227"/>
                </a:lnTo>
                <a:lnTo>
                  <a:pt x="11" y="226"/>
                </a:lnTo>
                <a:lnTo>
                  <a:pt x="11" y="225"/>
                </a:lnTo>
                <a:lnTo>
                  <a:pt x="12" y="225"/>
                </a:lnTo>
                <a:lnTo>
                  <a:pt x="13" y="224"/>
                </a:lnTo>
                <a:lnTo>
                  <a:pt x="13" y="223"/>
                </a:lnTo>
                <a:lnTo>
                  <a:pt x="13" y="222"/>
                </a:lnTo>
                <a:lnTo>
                  <a:pt x="14" y="222"/>
                </a:lnTo>
                <a:lnTo>
                  <a:pt x="15" y="222"/>
                </a:lnTo>
                <a:lnTo>
                  <a:pt x="16" y="221"/>
                </a:lnTo>
                <a:lnTo>
                  <a:pt x="17" y="221"/>
                </a:lnTo>
                <a:lnTo>
                  <a:pt x="17" y="220"/>
                </a:lnTo>
                <a:lnTo>
                  <a:pt x="18" y="220"/>
                </a:lnTo>
                <a:lnTo>
                  <a:pt x="19" y="220"/>
                </a:lnTo>
                <a:lnTo>
                  <a:pt x="20" y="220"/>
                </a:lnTo>
                <a:lnTo>
                  <a:pt x="21" y="219"/>
                </a:lnTo>
                <a:lnTo>
                  <a:pt x="22" y="219"/>
                </a:lnTo>
                <a:lnTo>
                  <a:pt x="22" y="218"/>
                </a:lnTo>
                <a:lnTo>
                  <a:pt x="22" y="217"/>
                </a:lnTo>
                <a:lnTo>
                  <a:pt x="22" y="216"/>
                </a:lnTo>
                <a:lnTo>
                  <a:pt x="23" y="216"/>
                </a:lnTo>
                <a:lnTo>
                  <a:pt x="24" y="216"/>
                </a:lnTo>
                <a:lnTo>
                  <a:pt x="24" y="215"/>
                </a:lnTo>
                <a:lnTo>
                  <a:pt x="25" y="214"/>
                </a:lnTo>
                <a:lnTo>
                  <a:pt x="26" y="212"/>
                </a:lnTo>
                <a:lnTo>
                  <a:pt x="26" y="211"/>
                </a:lnTo>
                <a:lnTo>
                  <a:pt x="27" y="211"/>
                </a:lnTo>
                <a:lnTo>
                  <a:pt x="27" y="209"/>
                </a:lnTo>
                <a:lnTo>
                  <a:pt x="28" y="209"/>
                </a:lnTo>
                <a:lnTo>
                  <a:pt x="28" y="208"/>
                </a:lnTo>
                <a:lnTo>
                  <a:pt x="29" y="207"/>
                </a:lnTo>
                <a:lnTo>
                  <a:pt x="29" y="206"/>
                </a:lnTo>
                <a:lnTo>
                  <a:pt x="29" y="205"/>
                </a:lnTo>
                <a:lnTo>
                  <a:pt x="30" y="204"/>
                </a:lnTo>
                <a:lnTo>
                  <a:pt x="30" y="203"/>
                </a:lnTo>
                <a:lnTo>
                  <a:pt x="30" y="202"/>
                </a:lnTo>
                <a:lnTo>
                  <a:pt x="30" y="201"/>
                </a:lnTo>
                <a:lnTo>
                  <a:pt x="31" y="201"/>
                </a:lnTo>
                <a:lnTo>
                  <a:pt x="31" y="199"/>
                </a:lnTo>
                <a:lnTo>
                  <a:pt x="32" y="198"/>
                </a:lnTo>
                <a:lnTo>
                  <a:pt x="33" y="198"/>
                </a:lnTo>
                <a:lnTo>
                  <a:pt x="34" y="198"/>
                </a:lnTo>
                <a:lnTo>
                  <a:pt x="35" y="198"/>
                </a:lnTo>
                <a:lnTo>
                  <a:pt x="35" y="197"/>
                </a:lnTo>
                <a:lnTo>
                  <a:pt x="36" y="196"/>
                </a:lnTo>
                <a:lnTo>
                  <a:pt x="37" y="194"/>
                </a:lnTo>
                <a:lnTo>
                  <a:pt x="37" y="193"/>
                </a:lnTo>
                <a:lnTo>
                  <a:pt x="37" y="192"/>
                </a:lnTo>
                <a:lnTo>
                  <a:pt x="38" y="192"/>
                </a:lnTo>
                <a:lnTo>
                  <a:pt x="39" y="190"/>
                </a:lnTo>
                <a:lnTo>
                  <a:pt x="41" y="189"/>
                </a:lnTo>
                <a:lnTo>
                  <a:pt x="42" y="188"/>
                </a:lnTo>
                <a:lnTo>
                  <a:pt x="43" y="187"/>
                </a:lnTo>
                <a:lnTo>
                  <a:pt x="44" y="186"/>
                </a:lnTo>
                <a:lnTo>
                  <a:pt x="44" y="185"/>
                </a:lnTo>
                <a:lnTo>
                  <a:pt x="44" y="184"/>
                </a:lnTo>
                <a:lnTo>
                  <a:pt x="45" y="183"/>
                </a:lnTo>
                <a:lnTo>
                  <a:pt x="45" y="182"/>
                </a:lnTo>
                <a:lnTo>
                  <a:pt x="46" y="181"/>
                </a:lnTo>
                <a:lnTo>
                  <a:pt x="47" y="180"/>
                </a:lnTo>
                <a:lnTo>
                  <a:pt x="46" y="180"/>
                </a:lnTo>
                <a:lnTo>
                  <a:pt x="46" y="179"/>
                </a:lnTo>
                <a:lnTo>
                  <a:pt x="46" y="178"/>
                </a:lnTo>
                <a:lnTo>
                  <a:pt x="45" y="178"/>
                </a:lnTo>
                <a:lnTo>
                  <a:pt x="44" y="177"/>
                </a:lnTo>
                <a:lnTo>
                  <a:pt x="43" y="177"/>
                </a:lnTo>
                <a:lnTo>
                  <a:pt x="44" y="176"/>
                </a:lnTo>
                <a:lnTo>
                  <a:pt x="44" y="174"/>
                </a:lnTo>
                <a:lnTo>
                  <a:pt x="44" y="173"/>
                </a:lnTo>
                <a:lnTo>
                  <a:pt x="43" y="173"/>
                </a:lnTo>
                <a:lnTo>
                  <a:pt x="44" y="173"/>
                </a:lnTo>
                <a:lnTo>
                  <a:pt x="45" y="172"/>
                </a:lnTo>
                <a:lnTo>
                  <a:pt x="46" y="172"/>
                </a:lnTo>
                <a:lnTo>
                  <a:pt x="47" y="171"/>
                </a:lnTo>
                <a:lnTo>
                  <a:pt x="47" y="170"/>
                </a:lnTo>
                <a:lnTo>
                  <a:pt x="48" y="169"/>
                </a:lnTo>
                <a:lnTo>
                  <a:pt x="49" y="169"/>
                </a:lnTo>
                <a:lnTo>
                  <a:pt x="50" y="168"/>
                </a:lnTo>
                <a:lnTo>
                  <a:pt x="50" y="167"/>
                </a:lnTo>
                <a:lnTo>
                  <a:pt x="50" y="166"/>
                </a:lnTo>
                <a:lnTo>
                  <a:pt x="50" y="165"/>
                </a:lnTo>
                <a:lnTo>
                  <a:pt x="51" y="165"/>
                </a:lnTo>
                <a:lnTo>
                  <a:pt x="51" y="164"/>
                </a:lnTo>
                <a:lnTo>
                  <a:pt x="51" y="162"/>
                </a:lnTo>
                <a:lnTo>
                  <a:pt x="51" y="161"/>
                </a:lnTo>
                <a:lnTo>
                  <a:pt x="51" y="159"/>
                </a:lnTo>
                <a:lnTo>
                  <a:pt x="52" y="158"/>
                </a:lnTo>
                <a:lnTo>
                  <a:pt x="52" y="157"/>
                </a:lnTo>
                <a:lnTo>
                  <a:pt x="52" y="156"/>
                </a:lnTo>
                <a:lnTo>
                  <a:pt x="52" y="155"/>
                </a:lnTo>
                <a:lnTo>
                  <a:pt x="53" y="153"/>
                </a:lnTo>
                <a:lnTo>
                  <a:pt x="53" y="152"/>
                </a:lnTo>
                <a:lnTo>
                  <a:pt x="54" y="152"/>
                </a:lnTo>
                <a:lnTo>
                  <a:pt x="54" y="151"/>
                </a:lnTo>
                <a:lnTo>
                  <a:pt x="53" y="150"/>
                </a:lnTo>
                <a:lnTo>
                  <a:pt x="54" y="149"/>
                </a:lnTo>
                <a:lnTo>
                  <a:pt x="55" y="149"/>
                </a:lnTo>
                <a:lnTo>
                  <a:pt x="56" y="149"/>
                </a:lnTo>
                <a:lnTo>
                  <a:pt x="57" y="148"/>
                </a:lnTo>
                <a:lnTo>
                  <a:pt x="59" y="148"/>
                </a:lnTo>
                <a:lnTo>
                  <a:pt x="60" y="147"/>
                </a:lnTo>
                <a:lnTo>
                  <a:pt x="61" y="146"/>
                </a:lnTo>
                <a:lnTo>
                  <a:pt x="61" y="145"/>
                </a:lnTo>
                <a:lnTo>
                  <a:pt x="62" y="145"/>
                </a:lnTo>
                <a:lnTo>
                  <a:pt x="63" y="144"/>
                </a:lnTo>
                <a:lnTo>
                  <a:pt x="63" y="143"/>
                </a:lnTo>
                <a:lnTo>
                  <a:pt x="63" y="142"/>
                </a:lnTo>
                <a:lnTo>
                  <a:pt x="63" y="141"/>
                </a:lnTo>
                <a:lnTo>
                  <a:pt x="63" y="140"/>
                </a:lnTo>
                <a:lnTo>
                  <a:pt x="63" y="139"/>
                </a:lnTo>
                <a:lnTo>
                  <a:pt x="64" y="138"/>
                </a:lnTo>
                <a:lnTo>
                  <a:pt x="64" y="137"/>
                </a:lnTo>
                <a:lnTo>
                  <a:pt x="65" y="137"/>
                </a:lnTo>
                <a:lnTo>
                  <a:pt x="65" y="136"/>
                </a:lnTo>
                <a:lnTo>
                  <a:pt x="65" y="135"/>
                </a:lnTo>
                <a:lnTo>
                  <a:pt x="66" y="135"/>
                </a:lnTo>
                <a:lnTo>
                  <a:pt x="64" y="134"/>
                </a:lnTo>
                <a:lnTo>
                  <a:pt x="63" y="133"/>
                </a:lnTo>
                <a:lnTo>
                  <a:pt x="62" y="133"/>
                </a:lnTo>
                <a:lnTo>
                  <a:pt x="61" y="132"/>
                </a:lnTo>
                <a:lnTo>
                  <a:pt x="60" y="131"/>
                </a:lnTo>
                <a:lnTo>
                  <a:pt x="59" y="131"/>
                </a:lnTo>
                <a:lnTo>
                  <a:pt x="59" y="130"/>
                </a:lnTo>
                <a:lnTo>
                  <a:pt x="59" y="129"/>
                </a:lnTo>
                <a:lnTo>
                  <a:pt x="59" y="128"/>
                </a:lnTo>
                <a:lnTo>
                  <a:pt x="60" y="128"/>
                </a:lnTo>
                <a:lnTo>
                  <a:pt x="59" y="127"/>
                </a:lnTo>
                <a:lnTo>
                  <a:pt x="59" y="126"/>
                </a:lnTo>
                <a:lnTo>
                  <a:pt x="59" y="125"/>
                </a:lnTo>
                <a:lnTo>
                  <a:pt x="57" y="125"/>
                </a:lnTo>
                <a:lnTo>
                  <a:pt x="56" y="125"/>
                </a:lnTo>
                <a:lnTo>
                  <a:pt x="56" y="124"/>
                </a:lnTo>
                <a:lnTo>
                  <a:pt x="55" y="123"/>
                </a:lnTo>
                <a:lnTo>
                  <a:pt x="55" y="122"/>
                </a:lnTo>
                <a:lnTo>
                  <a:pt x="55" y="121"/>
                </a:lnTo>
                <a:lnTo>
                  <a:pt x="53" y="120"/>
                </a:lnTo>
                <a:lnTo>
                  <a:pt x="52" y="120"/>
                </a:lnTo>
                <a:lnTo>
                  <a:pt x="51" y="120"/>
                </a:lnTo>
                <a:lnTo>
                  <a:pt x="51" y="121"/>
                </a:lnTo>
                <a:lnTo>
                  <a:pt x="49" y="121"/>
                </a:lnTo>
                <a:lnTo>
                  <a:pt x="48" y="120"/>
                </a:lnTo>
                <a:lnTo>
                  <a:pt x="47" y="119"/>
                </a:lnTo>
                <a:lnTo>
                  <a:pt x="46" y="119"/>
                </a:lnTo>
                <a:lnTo>
                  <a:pt x="45" y="119"/>
                </a:lnTo>
                <a:lnTo>
                  <a:pt x="45" y="118"/>
                </a:lnTo>
                <a:lnTo>
                  <a:pt x="44" y="118"/>
                </a:lnTo>
                <a:lnTo>
                  <a:pt x="43" y="118"/>
                </a:lnTo>
                <a:lnTo>
                  <a:pt x="42" y="117"/>
                </a:lnTo>
                <a:lnTo>
                  <a:pt x="41" y="117"/>
                </a:lnTo>
                <a:lnTo>
                  <a:pt x="40" y="116"/>
                </a:lnTo>
                <a:lnTo>
                  <a:pt x="39" y="114"/>
                </a:lnTo>
                <a:lnTo>
                  <a:pt x="39" y="113"/>
                </a:lnTo>
                <a:lnTo>
                  <a:pt x="40" y="113"/>
                </a:lnTo>
                <a:lnTo>
                  <a:pt x="41" y="112"/>
                </a:lnTo>
                <a:lnTo>
                  <a:pt x="42" y="111"/>
                </a:lnTo>
                <a:lnTo>
                  <a:pt x="41" y="110"/>
                </a:lnTo>
                <a:lnTo>
                  <a:pt x="41" y="109"/>
                </a:lnTo>
                <a:lnTo>
                  <a:pt x="41" y="108"/>
                </a:lnTo>
                <a:lnTo>
                  <a:pt x="41" y="107"/>
                </a:lnTo>
                <a:lnTo>
                  <a:pt x="41" y="106"/>
                </a:lnTo>
                <a:lnTo>
                  <a:pt x="41" y="104"/>
                </a:lnTo>
                <a:lnTo>
                  <a:pt x="41" y="103"/>
                </a:lnTo>
                <a:lnTo>
                  <a:pt x="40" y="103"/>
                </a:lnTo>
                <a:lnTo>
                  <a:pt x="39" y="102"/>
                </a:lnTo>
                <a:lnTo>
                  <a:pt x="38" y="102"/>
                </a:lnTo>
                <a:lnTo>
                  <a:pt x="37" y="101"/>
                </a:lnTo>
                <a:lnTo>
                  <a:pt x="37" y="100"/>
                </a:lnTo>
                <a:lnTo>
                  <a:pt x="36" y="100"/>
                </a:lnTo>
                <a:lnTo>
                  <a:pt x="35" y="101"/>
                </a:lnTo>
                <a:lnTo>
                  <a:pt x="33" y="101"/>
                </a:lnTo>
                <a:lnTo>
                  <a:pt x="32" y="101"/>
                </a:lnTo>
                <a:lnTo>
                  <a:pt x="31" y="100"/>
                </a:lnTo>
                <a:lnTo>
                  <a:pt x="30" y="100"/>
                </a:lnTo>
                <a:lnTo>
                  <a:pt x="30" y="99"/>
                </a:lnTo>
                <a:lnTo>
                  <a:pt x="30" y="98"/>
                </a:lnTo>
                <a:lnTo>
                  <a:pt x="29" y="98"/>
                </a:lnTo>
                <a:lnTo>
                  <a:pt x="28" y="97"/>
                </a:lnTo>
                <a:lnTo>
                  <a:pt x="28" y="96"/>
                </a:lnTo>
                <a:lnTo>
                  <a:pt x="27" y="96"/>
                </a:lnTo>
                <a:lnTo>
                  <a:pt x="26" y="95"/>
                </a:lnTo>
                <a:lnTo>
                  <a:pt x="26" y="94"/>
                </a:lnTo>
                <a:lnTo>
                  <a:pt x="26" y="95"/>
                </a:lnTo>
                <a:lnTo>
                  <a:pt x="25" y="95"/>
                </a:lnTo>
                <a:lnTo>
                  <a:pt x="24" y="95"/>
                </a:lnTo>
                <a:lnTo>
                  <a:pt x="24" y="96"/>
                </a:lnTo>
                <a:lnTo>
                  <a:pt x="23" y="96"/>
                </a:lnTo>
                <a:lnTo>
                  <a:pt x="23" y="94"/>
                </a:lnTo>
                <a:lnTo>
                  <a:pt x="21" y="94"/>
                </a:lnTo>
                <a:lnTo>
                  <a:pt x="21" y="93"/>
                </a:lnTo>
                <a:lnTo>
                  <a:pt x="20" y="92"/>
                </a:lnTo>
                <a:lnTo>
                  <a:pt x="20" y="91"/>
                </a:lnTo>
                <a:lnTo>
                  <a:pt x="19" y="91"/>
                </a:lnTo>
                <a:lnTo>
                  <a:pt x="18" y="91"/>
                </a:lnTo>
                <a:lnTo>
                  <a:pt x="18" y="92"/>
                </a:lnTo>
                <a:lnTo>
                  <a:pt x="17" y="92"/>
                </a:lnTo>
                <a:lnTo>
                  <a:pt x="17" y="91"/>
                </a:lnTo>
                <a:lnTo>
                  <a:pt x="16" y="90"/>
                </a:lnTo>
                <a:lnTo>
                  <a:pt x="16" y="89"/>
                </a:lnTo>
                <a:lnTo>
                  <a:pt x="15" y="89"/>
                </a:lnTo>
                <a:lnTo>
                  <a:pt x="16" y="89"/>
                </a:lnTo>
                <a:lnTo>
                  <a:pt x="16" y="88"/>
                </a:lnTo>
                <a:lnTo>
                  <a:pt x="17" y="88"/>
                </a:lnTo>
                <a:lnTo>
                  <a:pt x="18" y="88"/>
                </a:lnTo>
                <a:lnTo>
                  <a:pt x="19" y="88"/>
                </a:lnTo>
                <a:lnTo>
                  <a:pt x="19" y="87"/>
                </a:lnTo>
                <a:lnTo>
                  <a:pt x="20" y="87"/>
                </a:lnTo>
                <a:lnTo>
                  <a:pt x="20" y="86"/>
                </a:lnTo>
                <a:lnTo>
                  <a:pt x="21" y="86"/>
                </a:lnTo>
                <a:lnTo>
                  <a:pt x="22" y="86"/>
                </a:lnTo>
                <a:lnTo>
                  <a:pt x="23" y="86"/>
                </a:lnTo>
                <a:lnTo>
                  <a:pt x="23" y="85"/>
                </a:lnTo>
                <a:lnTo>
                  <a:pt x="24" y="85"/>
                </a:lnTo>
                <a:lnTo>
                  <a:pt x="25" y="84"/>
                </a:lnTo>
                <a:lnTo>
                  <a:pt x="26" y="84"/>
                </a:lnTo>
                <a:lnTo>
                  <a:pt x="27" y="83"/>
                </a:lnTo>
                <a:lnTo>
                  <a:pt x="28" y="83"/>
                </a:lnTo>
                <a:lnTo>
                  <a:pt x="28" y="82"/>
                </a:lnTo>
                <a:lnTo>
                  <a:pt x="29" y="82"/>
                </a:lnTo>
                <a:lnTo>
                  <a:pt x="30" y="81"/>
                </a:lnTo>
                <a:lnTo>
                  <a:pt x="30" y="80"/>
                </a:lnTo>
                <a:lnTo>
                  <a:pt x="31" y="79"/>
                </a:lnTo>
                <a:lnTo>
                  <a:pt x="32" y="79"/>
                </a:lnTo>
                <a:lnTo>
                  <a:pt x="32" y="78"/>
                </a:lnTo>
                <a:lnTo>
                  <a:pt x="33" y="78"/>
                </a:lnTo>
                <a:lnTo>
                  <a:pt x="34" y="78"/>
                </a:lnTo>
                <a:lnTo>
                  <a:pt x="34" y="77"/>
                </a:lnTo>
                <a:lnTo>
                  <a:pt x="35" y="77"/>
                </a:lnTo>
                <a:lnTo>
                  <a:pt x="35" y="76"/>
                </a:lnTo>
                <a:lnTo>
                  <a:pt x="36" y="76"/>
                </a:lnTo>
                <a:lnTo>
                  <a:pt x="36" y="75"/>
                </a:lnTo>
                <a:lnTo>
                  <a:pt x="37" y="74"/>
                </a:lnTo>
                <a:lnTo>
                  <a:pt x="38" y="73"/>
                </a:lnTo>
                <a:lnTo>
                  <a:pt x="40" y="73"/>
                </a:lnTo>
                <a:lnTo>
                  <a:pt x="41" y="73"/>
                </a:lnTo>
                <a:lnTo>
                  <a:pt x="42" y="74"/>
                </a:lnTo>
                <a:lnTo>
                  <a:pt x="43" y="74"/>
                </a:lnTo>
                <a:lnTo>
                  <a:pt x="44" y="74"/>
                </a:lnTo>
                <a:lnTo>
                  <a:pt x="44" y="73"/>
                </a:lnTo>
                <a:lnTo>
                  <a:pt x="45" y="73"/>
                </a:lnTo>
                <a:lnTo>
                  <a:pt x="46" y="73"/>
                </a:lnTo>
                <a:lnTo>
                  <a:pt x="46" y="72"/>
                </a:lnTo>
                <a:lnTo>
                  <a:pt x="47" y="72"/>
                </a:lnTo>
                <a:lnTo>
                  <a:pt x="47" y="71"/>
                </a:lnTo>
                <a:lnTo>
                  <a:pt x="48" y="71"/>
                </a:lnTo>
                <a:lnTo>
                  <a:pt x="49" y="70"/>
                </a:lnTo>
                <a:lnTo>
                  <a:pt x="49" y="69"/>
                </a:lnTo>
                <a:lnTo>
                  <a:pt x="50" y="69"/>
                </a:lnTo>
                <a:lnTo>
                  <a:pt x="51" y="69"/>
                </a:lnTo>
                <a:lnTo>
                  <a:pt x="51" y="68"/>
                </a:lnTo>
                <a:lnTo>
                  <a:pt x="52" y="68"/>
                </a:lnTo>
                <a:lnTo>
                  <a:pt x="52" y="67"/>
                </a:lnTo>
                <a:lnTo>
                  <a:pt x="53" y="67"/>
                </a:lnTo>
                <a:lnTo>
                  <a:pt x="53" y="66"/>
                </a:lnTo>
                <a:lnTo>
                  <a:pt x="54" y="66"/>
                </a:lnTo>
                <a:lnTo>
                  <a:pt x="55" y="66"/>
                </a:lnTo>
                <a:lnTo>
                  <a:pt x="55" y="65"/>
                </a:lnTo>
                <a:lnTo>
                  <a:pt x="56" y="65"/>
                </a:lnTo>
                <a:lnTo>
                  <a:pt x="57" y="65"/>
                </a:lnTo>
                <a:lnTo>
                  <a:pt x="59" y="63"/>
                </a:lnTo>
                <a:lnTo>
                  <a:pt x="60" y="63"/>
                </a:lnTo>
                <a:lnTo>
                  <a:pt x="61" y="63"/>
                </a:lnTo>
                <a:lnTo>
                  <a:pt x="62" y="63"/>
                </a:lnTo>
                <a:lnTo>
                  <a:pt x="65" y="63"/>
                </a:lnTo>
                <a:lnTo>
                  <a:pt x="66" y="63"/>
                </a:lnTo>
                <a:lnTo>
                  <a:pt x="66" y="62"/>
                </a:lnTo>
                <a:lnTo>
                  <a:pt x="67" y="62"/>
                </a:lnTo>
                <a:lnTo>
                  <a:pt x="68" y="62"/>
                </a:lnTo>
                <a:lnTo>
                  <a:pt x="68" y="61"/>
                </a:lnTo>
                <a:lnTo>
                  <a:pt x="69" y="61"/>
                </a:lnTo>
                <a:lnTo>
                  <a:pt x="71" y="61"/>
                </a:lnTo>
                <a:lnTo>
                  <a:pt x="71" y="60"/>
                </a:lnTo>
                <a:lnTo>
                  <a:pt x="72" y="60"/>
                </a:lnTo>
                <a:lnTo>
                  <a:pt x="73" y="60"/>
                </a:lnTo>
                <a:lnTo>
                  <a:pt x="74" y="60"/>
                </a:lnTo>
                <a:lnTo>
                  <a:pt x="75" y="60"/>
                </a:lnTo>
                <a:lnTo>
                  <a:pt x="76" y="60"/>
                </a:lnTo>
                <a:lnTo>
                  <a:pt x="77" y="59"/>
                </a:lnTo>
                <a:lnTo>
                  <a:pt x="78" y="59"/>
                </a:lnTo>
                <a:lnTo>
                  <a:pt x="78" y="60"/>
                </a:lnTo>
                <a:lnTo>
                  <a:pt x="80" y="60"/>
                </a:lnTo>
                <a:lnTo>
                  <a:pt x="85" y="60"/>
                </a:lnTo>
                <a:lnTo>
                  <a:pt x="86" y="60"/>
                </a:lnTo>
                <a:lnTo>
                  <a:pt x="87" y="59"/>
                </a:lnTo>
                <a:lnTo>
                  <a:pt x="88" y="59"/>
                </a:lnTo>
                <a:lnTo>
                  <a:pt x="89" y="59"/>
                </a:lnTo>
                <a:lnTo>
                  <a:pt x="89" y="58"/>
                </a:lnTo>
                <a:lnTo>
                  <a:pt x="90" y="58"/>
                </a:lnTo>
                <a:lnTo>
                  <a:pt x="90" y="57"/>
                </a:lnTo>
                <a:lnTo>
                  <a:pt x="91" y="57"/>
                </a:lnTo>
                <a:lnTo>
                  <a:pt x="92" y="55"/>
                </a:lnTo>
                <a:lnTo>
                  <a:pt x="92" y="54"/>
                </a:lnTo>
                <a:lnTo>
                  <a:pt x="93" y="53"/>
                </a:lnTo>
                <a:lnTo>
                  <a:pt x="93" y="52"/>
                </a:lnTo>
                <a:lnTo>
                  <a:pt x="94" y="51"/>
                </a:lnTo>
                <a:lnTo>
                  <a:pt x="94" y="50"/>
                </a:lnTo>
                <a:lnTo>
                  <a:pt x="94" y="49"/>
                </a:lnTo>
                <a:lnTo>
                  <a:pt x="95" y="49"/>
                </a:lnTo>
                <a:lnTo>
                  <a:pt x="95" y="48"/>
                </a:lnTo>
                <a:lnTo>
                  <a:pt x="96" y="48"/>
                </a:lnTo>
                <a:lnTo>
                  <a:pt x="96" y="47"/>
                </a:lnTo>
                <a:lnTo>
                  <a:pt x="97" y="47"/>
                </a:lnTo>
                <a:lnTo>
                  <a:pt x="98" y="48"/>
                </a:lnTo>
                <a:lnTo>
                  <a:pt x="99" y="48"/>
                </a:lnTo>
                <a:lnTo>
                  <a:pt x="100" y="48"/>
                </a:lnTo>
                <a:lnTo>
                  <a:pt x="101" y="48"/>
                </a:lnTo>
                <a:lnTo>
                  <a:pt x="102" y="48"/>
                </a:lnTo>
                <a:lnTo>
                  <a:pt x="102" y="49"/>
                </a:lnTo>
                <a:lnTo>
                  <a:pt x="103" y="49"/>
                </a:lnTo>
                <a:lnTo>
                  <a:pt x="103" y="48"/>
                </a:lnTo>
                <a:lnTo>
                  <a:pt x="104" y="48"/>
                </a:lnTo>
                <a:lnTo>
                  <a:pt x="105" y="48"/>
                </a:lnTo>
                <a:lnTo>
                  <a:pt x="106" y="48"/>
                </a:lnTo>
                <a:lnTo>
                  <a:pt x="106" y="47"/>
                </a:lnTo>
                <a:lnTo>
                  <a:pt x="107" y="47"/>
                </a:lnTo>
                <a:lnTo>
                  <a:pt x="108" y="46"/>
                </a:lnTo>
                <a:lnTo>
                  <a:pt x="109" y="46"/>
                </a:lnTo>
                <a:lnTo>
                  <a:pt x="109" y="45"/>
                </a:lnTo>
                <a:lnTo>
                  <a:pt x="110" y="45"/>
                </a:lnTo>
                <a:lnTo>
                  <a:pt x="110" y="44"/>
                </a:lnTo>
                <a:lnTo>
                  <a:pt x="111" y="44"/>
                </a:lnTo>
                <a:lnTo>
                  <a:pt x="111" y="43"/>
                </a:lnTo>
                <a:lnTo>
                  <a:pt x="112" y="43"/>
                </a:lnTo>
                <a:lnTo>
                  <a:pt x="112" y="42"/>
                </a:lnTo>
                <a:lnTo>
                  <a:pt x="112" y="41"/>
                </a:lnTo>
                <a:lnTo>
                  <a:pt x="113" y="40"/>
                </a:lnTo>
                <a:lnTo>
                  <a:pt x="113" y="39"/>
                </a:lnTo>
                <a:lnTo>
                  <a:pt x="114" y="39"/>
                </a:lnTo>
                <a:lnTo>
                  <a:pt x="115" y="39"/>
                </a:lnTo>
                <a:lnTo>
                  <a:pt x="115" y="38"/>
                </a:lnTo>
                <a:lnTo>
                  <a:pt x="116" y="38"/>
                </a:lnTo>
                <a:lnTo>
                  <a:pt x="117" y="38"/>
                </a:lnTo>
                <a:lnTo>
                  <a:pt x="118" y="38"/>
                </a:lnTo>
                <a:lnTo>
                  <a:pt x="118" y="39"/>
                </a:lnTo>
                <a:lnTo>
                  <a:pt x="119" y="39"/>
                </a:lnTo>
                <a:lnTo>
                  <a:pt x="119" y="40"/>
                </a:lnTo>
                <a:lnTo>
                  <a:pt x="120" y="40"/>
                </a:lnTo>
                <a:lnTo>
                  <a:pt x="120" y="41"/>
                </a:lnTo>
                <a:lnTo>
                  <a:pt x="120" y="42"/>
                </a:lnTo>
                <a:lnTo>
                  <a:pt x="121" y="42"/>
                </a:lnTo>
                <a:lnTo>
                  <a:pt x="121" y="43"/>
                </a:lnTo>
                <a:lnTo>
                  <a:pt x="122" y="44"/>
                </a:lnTo>
                <a:lnTo>
                  <a:pt x="123" y="44"/>
                </a:lnTo>
                <a:lnTo>
                  <a:pt x="123" y="45"/>
                </a:lnTo>
                <a:lnTo>
                  <a:pt x="124" y="45"/>
                </a:lnTo>
                <a:lnTo>
                  <a:pt x="125" y="45"/>
                </a:lnTo>
                <a:lnTo>
                  <a:pt x="126" y="45"/>
                </a:lnTo>
                <a:lnTo>
                  <a:pt x="126" y="46"/>
                </a:lnTo>
                <a:lnTo>
                  <a:pt x="127" y="46"/>
                </a:lnTo>
                <a:lnTo>
                  <a:pt x="127" y="47"/>
                </a:lnTo>
                <a:lnTo>
                  <a:pt x="128" y="47"/>
                </a:lnTo>
                <a:lnTo>
                  <a:pt x="129" y="47"/>
                </a:lnTo>
                <a:lnTo>
                  <a:pt x="130" y="47"/>
                </a:lnTo>
                <a:lnTo>
                  <a:pt x="131" y="47"/>
                </a:lnTo>
                <a:lnTo>
                  <a:pt x="132" y="47"/>
                </a:lnTo>
                <a:lnTo>
                  <a:pt x="133" y="47"/>
                </a:lnTo>
                <a:lnTo>
                  <a:pt x="133" y="46"/>
                </a:lnTo>
                <a:lnTo>
                  <a:pt x="134" y="46"/>
                </a:lnTo>
                <a:lnTo>
                  <a:pt x="135" y="45"/>
                </a:lnTo>
                <a:lnTo>
                  <a:pt x="135" y="44"/>
                </a:lnTo>
                <a:lnTo>
                  <a:pt x="136" y="44"/>
                </a:lnTo>
                <a:lnTo>
                  <a:pt x="137" y="43"/>
                </a:lnTo>
                <a:lnTo>
                  <a:pt x="138" y="43"/>
                </a:lnTo>
                <a:lnTo>
                  <a:pt x="139" y="43"/>
                </a:lnTo>
                <a:lnTo>
                  <a:pt x="140" y="43"/>
                </a:lnTo>
                <a:lnTo>
                  <a:pt x="141" y="43"/>
                </a:lnTo>
                <a:lnTo>
                  <a:pt x="141" y="44"/>
                </a:lnTo>
                <a:lnTo>
                  <a:pt x="141" y="43"/>
                </a:lnTo>
                <a:lnTo>
                  <a:pt x="142" y="43"/>
                </a:lnTo>
                <a:lnTo>
                  <a:pt x="143" y="43"/>
                </a:lnTo>
                <a:lnTo>
                  <a:pt x="145" y="42"/>
                </a:lnTo>
                <a:lnTo>
                  <a:pt x="146" y="41"/>
                </a:lnTo>
                <a:lnTo>
                  <a:pt x="147" y="41"/>
                </a:lnTo>
                <a:lnTo>
                  <a:pt x="148" y="40"/>
                </a:lnTo>
                <a:lnTo>
                  <a:pt x="149" y="40"/>
                </a:lnTo>
                <a:lnTo>
                  <a:pt x="150" y="40"/>
                </a:lnTo>
                <a:lnTo>
                  <a:pt x="151" y="40"/>
                </a:lnTo>
                <a:lnTo>
                  <a:pt x="152" y="40"/>
                </a:lnTo>
                <a:lnTo>
                  <a:pt x="152" y="39"/>
                </a:lnTo>
                <a:lnTo>
                  <a:pt x="153" y="39"/>
                </a:lnTo>
                <a:lnTo>
                  <a:pt x="154" y="39"/>
                </a:lnTo>
                <a:lnTo>
                  <a:pt x="155" y="39"/>
                </a:lnTo>
                <a:lnTo>
                  <a:pt x="155" y="40"/>
                </a:lnTo>
                <a:lnTo>
                  <a:pt x="156" y="39"/>
                </a:lnTo>
                <a:lnTo>
                  <a:pt x="157" y="39"/>
                </a:lnTo>
                <a:lnTo>
                  <a:pt x="160" y="39"/>
                </a:lnTo>
                <a:lnTo>
                  <a:pt x="162" y="38"/>
                </a:lnTo>
                <a:lnTo>
                  <a:pt x="165" y="38"/>
                </a:lnTo>
                <a:lnTo>
                  <a:pt x="167" y="37"/>
                </a:lnTo>
                <a:lnTo>
                  <a:pt x="169" y="36"/>
                </a:lnTo>
                <a:lnTo>
                  <a:pt x="172" y="36"/>
                </a:lnTo>
                <a:lnTo>
                  <a:pt x="173" y="36"/>
                </a:lnTo>
                <a:lnTo>
                  <a:pt x="176" y="36"/>
                </a:lnTo>
                <a:lnTo>
                  <a:pt x="177" y="36"/>
                </a:lnTo>
                <a:lnTo>
                  <a:pt x="178" y="36"/>
                </a:lnTo>
                <a:lnTo>
                  <a:pt x="179" y="36"/>
                </a:lnTo>
                <a:lnTo>
                  <a:pt x="180" y="36"/>
                </a:lnTo>
                <a:lnTo>
                  <a:pt x="181" y="35"/>
                </a:lnTo>
                <a:lnTo>
                  <a:pt x="182" y="35"/>
                </a:lnTo>
                <a:lnTo>
                  <a:pt x="183" y="35"/>
                </a:lnTo>
                <a:lnTo>
                  <a:pt x="184" y="35"/>
                </a:lnTo>
                <a:lnTo>
                  <a:pt x="184" y="34"/>
                </a:lnTo>
                <a:lnTo>
                  <a:pt x="187" y="33"/>
                </a:lnTo>
                <a:lnTo>
                  <a:pt x="188" y="33"/>
                </a:lnTo>
                <a:lnTo>
                  <a:pt x="189" y="32"/>
                </a:lnTo>
                <a:lnTo>
                  <a:pt x="189" y="31"/>
                </a:lnTo>
                <a:lnTo>
                  <a:pt x="190" y="31"/>
                </a:lnTo>
                <a:lnTo>
                  <a:pt x="193" y="28"/>
                </a:lnTo>
                <a:lnTo>
                  <a:pt x="196" y="26"/>
                </a:lnTo>
                <a:lnTo>
                  <a:pt x="197" y="26"/>
                </a:lnTo>
                <a:lnTo>
                  <a:pt x="198" y="26"/>
                </a:lnTo>
                <a:lnTo>
                  <a:pt x="198" y="25"/>
                </a:lnTo>
                <a:lnTo>
                  <a:pt x="199" y="25"/>
                </a:lnTo>
                <a:lnTo>
                  <a:pt x="200" y="24"/>
                </a:lnTo>
                <a:lnTo>
                  <a:pt x="201" y="24"/>
                </a:lnTo>
                <a:lnTo>
                  <a:pt x="201" y="23"/>
                </a:lnTo>
                <a:lnTo>
                  <a:pt x="202" y="23"/>
                </a:lnTo>
                <a:lnTo>
                  <a:pt x="203" y="23"/>
                </a:lnTo>
                <a:lnTo>
                  <a:pt x="203" y="22"/>
                </a:lnTo>
                <a:lnTo>
                  <a:pt x="204" y="22"/>
                </a:lnTo>
                <a:lnTo>
                  <a:pt x="204" y="21"/>
                </a:lnTo>
                <a:lnTo>
                  <a:pt x="205" y="21"/>
                </a:lnTo>
                <a:lnTo>
                  <a:pt x="206" y="21"/>
                </a:lnTo>
                <a:lnTo>
                  <a:pt x="207" y="20"/>
                </a:lnTo>
                <a:lnTo>
                  <a:pt x="208" y="20"/>
                </a:lnTo>
                <a:lnTo>
                  <a:pt x="209" y="20"/>
                </a:lnTo>
                <a:lnTo>
                  <a:pt x="210" y="20"/>
                </a:lnTo>
                <a:lnTo>
                  <a:pt x="212" y="20"/>
                </a:lnTo>
                <a:lnTo>
                  <a:pt x="212" y="21"/>
                </a:lnTo>
                <a:lnTo>
                  <a:pt x="213" y="21"/>
                </a:lnTo>
                <a:lnTo>
                  <a:pt x="214" y="21"/>
                </a:lnTo>
                <a:lnTo>
                  <a:pt x="215" y="21"/>
                </a:lnTo>
                <a:lnTo>
                  <a:pt x="216" y="21"/>
                </a:lnTo>
                <a:lnTo>
                  <a:pt x="217" y="21"/>
                </a:lnTo>
                <a:lnTo>
                  <a:pt x="217" y="20"/>
                </a:lnTo>
                <a:lnTo>
                  <a:pt x="218" y="20"/>
                </a:lnTo>
                <a:lnTo>
                  <a:pt x="219" y="19"/>
                </a:lnTo>
                <a:lnTo>
                  <a:pt x="220" y="19"/>
                </a:lnTo>
                <a:lnTo>
                  <a:pt x="220" y="18"/>
                </a:lnTo>
                <a:lnTo>
                  <a:pt x="220" y="17"/>
                </a:lnTo>
                <a:lnTo>
                  <a:pt x="221" y="15"/>
                </a:lnTo>
                <a:lnTo>
                  <a:pt x="222" y="14"/>
                </a:lnTo>
                <a:lnTo>
                  <a:pt x="222" y="13"/>
                </a:lnTo>
                <a:lnTo>
                  <a:pt x="223" y="13"/>
                </a:lnTo>
                <a:lnTo>
                  <a:pt x="223" y="12"/>
                </a:lnTo>
                <a:lnTo>
                  <a:pt x="223" y="11"/>
                </a:lnTo>
                <a:lnTo>
                  <a:pt x="224" y="11"/>
                </a:lnTo>
                <a:lnTo>
                  <a:pt x="224" y="10"/>
                </a:lnTo>
                <a:lnTo>
                  <a:pt x="225" y="9"/>
                </a:lnTo>
                <a:lnTo>
                  <a:pt x="226" y="8"/>
                </a:lnTo>
                <a:lnTo>
                  <a:pt x="227" y="7"/>
                </a:lnTo>
                <a:lnTo>
                  <a:pt x="229" y="6"/>
                </a:lnTo>
                <a:lnTo>
                  <a:pt x="230" y="5"/>
                </a:lnTo>
                <a:lnTo>
                  <a:pt x="231" y="5"/>
                </a:lnTo>
                <a:lnTo>
                  <a:pt x="232" y="5"/>
                </a:lnTo>
                <a:lnTo>
                  <a:pt x="234" y="5"/>
                </a:lnTo>
                <a:lnTo>
                  <a:pt x="235" y="5"/>
                </a:lnTo>
                <a:lnTo>
                  <a:pt x="236" y="6"/>
                </a:lnTo>
                <a:lnTo>
                  <a:pt x="239" y="6"/>
                </a:lnTo>
                <a:lnTo>
                  <a:pt x="242" y="7"/>
                </a:lnTo>
                <a:lnTo>
                  <a:pt x="244" y="7"/>
                </a:lnTo>
                <a:lnTo>
                  <a:pt x="246" y="7"/>
                </a:lnTo>
                <a:lnTo>
                  <a:pt x="248" y="7"/>
                </a:lnTo>
                <a:close/>
              </a:path>
            </a:pathLst>
          </a:custGeom>
          <a:noFill/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8" name=""/>
          <p:cNvSpPr/>
          <p:nvPr/>
        </p:nvSpPr>
        <p:spPr>
          <a:xfrm>
            <a:off x="8443440" y="1851480"/>
            <a:ext cx="72000" cy="87480"/>
          </a:xfrm>
          <a:custGeom>
            <a:avLst/>
            <a:gdLst/>
            <a:ahLst/>
            <a:rect l="0" t="0" r="r" b="b"/>
            <a:pathLst>
              <a:path w="200" h="243">
                <a:moveTo>
                  <a:pt x="82" y="19"/>
                </a:moveTo>
                <a:lnTo>
                  <a:pt x="85" y="19"/>
                </a:lnTo>
                <a:lnTo>
                  <a:pt x="86" y="19"/>
                </a:lnTo>
                <a:lnTo>
                  <a:pt x="88" y="19"/>
                </a:lnTo>
                <a:lnTo>
                  <a:pt x="89" y="19"/>
                </a:lnTo>
                <a:lnTo>
                  <a:pt x="90" y="20"/>
                </a:lnTo>
                <a:lnTo>
                  <a:pt x="91" y="21"/>
                </a:lnTo>
                <a:lnTo>
                  <a:pt x="94" y="21"/>
                </a:lnTo>
                <a:lnTo>
                  <a:pt x="96" y="21"/>
                </a:lnTo>
                <a:lnTo>
                  <a:pt x="96" y="22"/>
                </a:lnTo>
                <a:lnTo>
                  <a:pt x="97" y="22"/>
                </a:lnTo>
                <a:lnTo>
                  <a:pt x="98" y="23"/>
                </a:lnTo>
                <a:lnTo>
                  <a:pt x="98" y="22"/>
                </a:lnTo>
                <a:lnTo>
                  <a:pt x="100" y="23"/>
                </a:lnTo>
                <a:lnTo>
                  <a:pt x="100" y="24"/>
                </a:lnTo>
                <a:lnTo>
                  <a:pt x="101" y="24"/>
                </a:lnTo>
                <a:lnTo>
                  <a:pt x="103" y="25"/>
                </a:lnTo>
                <a:lnTo>
                  <a:pt x="104" y="25"/>
                </a:lnTo>
                <a:lnTo>
                  <a:pt x="105" y="25"/>
                </a:lnTo>
                <a:lnTo>
                  <a:pt x="106" y="26"/>
                </a:lnTo>
                <a:lnTo>
                  <a:pt x="108" y="26"/>
                </a:lnTo>
                <a:lnTo>
                  <a:pt x="108" y="25"/>
                </a:lnTo>
                <a:lnTo>
                  <a:pt x="109" y="25"/>
                </a:lnTo>
                <a:lnTo>
                  <a:pt x="110" y="26"/>
                </a:lnTo>
                <a:lnTo>
                  <a:pt x="111" y="26"/>
                </a:lnTo>
                <a:lnTo>
                  <a:pt x="113" y="27"/>
                </a:lnTo>
                <a:lnTo>
                  <a:pt x="114" y="26"/>
                </a:lnTo>
                <a:lnTo>
                  <a:pt x="115" y="26"/>
                </a:lnTo>
                <a:lnTo>
                  <a:pt x="117" y="26"/>
                </a:lnTo>
                <a:lnTo>
                  <a:pt x="119" y="27"/>
                </a:lnTo>
                <a:lnTo>
                  <a:pt x="121" y="27"/>
                </a:lnTo>
                <a:lnTo>
                  <a:pt x="124" y="28"/>
                </a:lnTo>
                <a:lnTo>
                  <a:pt x="126" y="28"/>
                </a:lnTo>
                <a:lnTo>
                  <a:pt x="128" y="29"/>
                </a:lnTo>
                <a:lnTo>
                  <a:pt x="131" y="29"/>
                </a:lnTo>
                <a:lnTo>
                  <a:pt x="133" y="30"/>
                </a:lnTo>
                <a:lnTo>
                  <a:pt x="135" y="30"/>
                </a:lnTo>
                <a:lnTo>
                  <a:pt x="140" y="31"/>
                </a:lnTo>
                <a:lnTo>
                  <a:pt x="142" y="31"/>
                </a:lnTo>
                <a:lnTo>
                  <a:pt x="145" y="32"/>
                </a:lnTo>
                <a:lnTo>
                  <a:pt x="147" y="32"/>
                </a:lnTo>
                <a:lnTo>
                  <a:pt x="152" y="32"/>
                </a:lnTo>
                <a:lnTo>
                  <a:pt x="155" y="32"/>
                </a:lnTo>
                <a:lnTo>
                  <a:pt x="157" y="32"/>
                </a:lnTo>
                <a:lnTo>
                  <a:pt x="158" y="37"/>
                </a:lnTo>
                <a:lnTo>
                  <a:pt x="158" y="43"/>
                </a:lnTo>
                <a:lnTo>
                  <a:pt x="160" y="43"/>
                </a:lnTo>
                <a:lnTo>
                  <a:pt x="161" y="43"/>
                </a:lnTo>
                <a:lnTo>
                  <a:pt x="164" y="44"/>
                </a:lnTo>
                <a:lnTo>
                  <a:pt x="165" y="44"/>
                </a:lnTo>
                <a:lnTo>
                  <a:pt x="165" y="43"/>
                </a:lnTo>
                <a:lnTo>
                  <a:pt x="166" y="43"/>
                </a:lnTo>
                <a:lnTo>
                  <a:pt x="174" y="48"/>
                </a:lnTo>
                <a:lnTo>
                  <a:pt x="177" y="50"/>
                </a:lnTo>
                <a:lnTo>
                  <a:pt x="178" y="52"/>
                </a:lnTo>
                <a:lnTo>
                  <a:pt x="180" y="55"/>
                </a:lnTo>
                <a:lnTo>
                  <a:pt x="181" y="58"/>
                </a:lnTo>
                <a:lnTo>
                  <a:pt x="181" y="61"/>
                </a:lnTo>
                <a:lnTo>
                  <a:pt x="181" y="62"/>
                </a:lnTo>
                <a:lnTo>
                  <a:pt x="180" y="64"/>
                </a:lnTo>
                <a:lnTo>
                  <a:pt x="179" y="64"/>
                </a:lnTo>
                <a:lnTo>
                  <a:pt x="177" y="65"/>
                </a:lnTo>
                <a:lnTo>
                  <a:pt x="171" y="69"/>
                </a:lnTo>
                <a:lnTo>
                  <a:pt x="165" y="73"/>
                </a:lnTo>
                <a:lnTo>
                  <a:pt x="165" y="74"/>
                </a:lnTo>
                <a:lnTo>
                  <a:pt x="166" y="89"/>
                </a:lnTo>
                <a:lnTo>
                  <a:pt x="173" y="91"/>
                </a:lnTo>
                <a:lnTo>
                  <a:pt x="173" y="96"/>
                </a:lnTo>
                <a:lnTo>
                  <a:pt x="186" y="96"/>
                </a:lnTo>
                <a:lnTo>
                  <a:pt x="199" y="96"/>
                </a:lnTo>
                <a:lnTo>
                  <a:pt x="198" y="101"/>
                </a:lnTo>
                <a:lnTo>
                  <a:pt x="193" y="100"/>
                </a:lnTo>
                <a:lnTo>
                  <a:pt x="187" y="100"/>
                </a:lnTo>
                <a:lnTo>
                  <a:pt x="184" y="100"/>
                </a:lnTo>
                <a:lnTo>
                  <a:pt x="181" y="100"/>
                </a:lnTo>
                <a:lnTo>
                  <a:pt x="172" y="102"/>
                </a:lnTo>
                <a:lnTo>
                  <a:pt x="171" y="102"/>
                </a:lnTo>
                <a:lnTo>
                  <a:pt x="165" y="103"/>
                </a:lnTo>
                <a:lnTo>
                  <a:pt x="164" y="103"/>
                </a:lnTo>
                <a:lnTo>
                  <a:pt x="165" y="106"/>
                </a:lnTo>
                <a:lnTo>
                  <a:pt x="165" y="107"/>
                </a:lnTo>
                <a:lnTo>
                  <a:pt x="166" y="110"/>
                </a:lnTo>
                <a:lnTo>
                  <a:pt x="166" y="111"/>
                </a:lnTo>
                <a:lnTo>
                  <a:pt x="165" y="114"/>
                </a:lnTo>
                <a:lnTo>
                  <a:pt x="164" y="116"/>
                </a:lnTo>
                <a:lnTo>
                  <a:pt x="164" y="117"/>
                </a:lnTo>
                <a:lnTo>
                  <a:pt x="164" y="118"/>
                </a:lnTo>
                <a:lnTo>
                  <a:pt x="163" y="118"/>
                </a:lnTo>
                <a:lnTo>
                  <a:pt x="162" y="117"/>
                </a:lnTo>
                <a:lnTo>
                  <a:pt x="161" y="117"/>
                </a:lnTo>
                <a:lnTo>
                  <a:pt x="160" y="117"/>
                </a:lnTo>
                <a:lnTo>
                  <a:pt x="157" y="118"/>
                </a:lnTo>
                <a:lnTo>
                  <a:pt x="156" y="119"/>
                </a:lnTo>
                <a:lnTo>
                  <a:pt x="154" y="122"/>
                </a:lnTo>
                <a:lnTo>
                  <a:pt x="155" y="122"/>
                </a:lnTo>
                <a:lnTo>
                  <a:pt x="158" y="125"/>
                </a:lnTo>
                <a:lnTo>
                  <a:pt x="163" y="129"/>
                </a:lnTo>
                <a:lnTo>
                  <a:pt x="164" y="130"/>
                </a:lnTo>
                <a:lnTo>
                  <a:pt x="167" y="131"/>
                </a:lnTo>
                <a:lnTo>
                  <a:pt x="175" y="136"/>
                </a:lnTo>
                <a:lnTo>
                  <a:pt x="172" y="140"/>
                </a:lnTo>
                <a:lnTo>
                  <a:pt x="173" y="140"/>
                </a:lnTo>
                <a:lnTo>
                  <a:pt x="179" y="147"/>
                </a:lnTo>
                <a:lnTo>
                  <a:pt x="189" y="159"/>
                </a:lnTo>
                <a:lnTo>
                  <a:pt x="189" y="160"/>
                </a:lnTo>
                <a:lnTo>
                  <a:pt x="190" y="161"/>
                </a:lnTo>
                <a:lnTo>
                  <a:pt x="199" y="176"/>
                </a:lnTo>
                <a:lnTo>
                  <a:pt x="200" y="183"/>
                </a:lnTo>
                <a:lnTo>
                  <a:pt x="199" y="185"/>
                </a:lnTo>
                <a:lnTo>
                  <a:pt x="198" y="185"/>
                </a:lnTo>
                <a:lnTo>
                  <a:pt x="196" y="187"/>
                </a:lnTo>
                <a:lnTo>
                  <a:pt x="191" y="190"/>
                </a:lnTo>
                <a:lnTo>
                  <a:pt x="190" y="191"/>
                </a:lnTo>
                <a:lnTo>
                  <a:pt x="186" y="193"/>
                </a:lnTo>
                <a:lnTo>
                  <a:pt x="186" y="194"/>
                </a:lnTo>
                <a:lnTo>
                  <a:pt x="185" y="193"/>
                </a:lnTo>
                <a:lnTo>
                  <a:pt x="184" y="194"/>
                </a:lnTo>
                <a:lnTo>
                  <a:pt x="180" y="194"/>
                </a:lnTo>
                <a:lnTo>
                  <a:pt x="179" y="194"/>
                </a:lnTo>
                <a:lnTo>
                  <a:pt x="178" y="195"/>
                </a:lnTo>
                <a:lnTo>
                  <a:pt x="176" y="196"/>
                </a:lnTo>
                <a:lnTo>
                  <a:pt x="174" y="196"/>
                </a:lnTo>
                <a:lnTo>
                  <a:pt x="172" y="196"/>
                </a:lnTo>
                <a:lnTo>
                  <a:pt x="169" y="196"/>
                </a:lnTo>
                <a:lnTo>
                  <a:pt x="165" y="197"/>
                </a:lnTo>
                <a:lnTo>
                  <a:pt x="165" y="196"/>
                </a:lnTo>
                <a:lnTo>
                  <a:pt x="161" y="197"/>
                </a:lnTo>
                <a:lnTo>
                  <a:pt x="158" y="198"/>
                </a:lnTo>
                <a:lnTo>
                  <a:pt x="157" y="198"/>
                </a:lnTo>
                <a:lnTo>
                  <a:pt x="155" y="199"/>
                </a:lnTo>
                <a:lnTo>
                  <a:pt x="154" y="199"/>
                </a:lnTo>
                <a:lnTo>
                  <a:pt x="152" y="199"/>
                </a:lnTo>
                <a:lnTo>
                  <a:pt x="149" y="200"/>
                </a:lnTo>
                <a:lnTo>
                  <a:pt x="148" y="200"/>
                </a:lnTo>
                <a:lnTo>
                  <a:pt x="147" y="201"/>
                </a:lnTo>
                <a:lnTo>
                  <a:pt x="144" y="202"/>
                </a:lnTo>
                <a:lnTo>
                  <a:pt x="142" y="203"/>
                </a:lnTo>
                <a:lnTo>
                  <a:pt x="140" y="204"/>
                </a:lnTo>
                <a:lnTo>
                  <a:pt x="137" y="206"/>
                </a:lnTo>
                <a:lnTo>
                  <a:pt x="133" y="208"/>
                </a:lnTo>
                <a:lnTo>
                  <a:pt x="127" y="211"/>
                </a:lnTo>
                <a:lnTo>
                  <a:pt x="125" y="210"/>
                </a:lnTo>
                <a:lnTo>
                  <a:pt x="123" y="211"/>
                </a:lnTo>
                <a:lnTo>
                  <a:pt x="123" y="213"/>
                </a:lnTo>
                <a:lnTo>
                  <a:pt x="120" y="215"/>
                </a:lnTo>
                <a:lnTo>
                  <a:pt x="120" y="216"/>
                </a:lnTo>
                <a:lnTo>
                  <a:pt x="118" y="218"/>
                </a:lnTo>
                <a:lnTo>
                  <a:pt x="115" y="219"/>
                </a:lnTo>
                <a:lnTo>
                  <a:pt x="110" y="223"/>
                </a:lnTo>
                <a:lnTo>
                  <a:pt x="108" y="225"/>
                </a:lnTo>
                <a:lnTo>
                  <a:pt x="107" y="226"/>
                </a:lnTo>
                <a:lnTo>
                  <a:pt x="104" y="230"/>
                </a:lnTo>
                <a:lnTo>
                  <a:pt x="100" y="235"/>
                </a:lnTo>
                <a:lnTo>
                  <a:pt x="101" y="235"/>
                </a:lnTo>
                <a:lnTo>
                  <a:pt x="100" y="236"/>
                </a:lnTo>
                <a:lnTo>
                  <a:pt x="99" y="238"/>
                </a:lnTo>
                <a:lnTo>
                  <a:pt x="98" y="238"/>
                </a:lnTo>
                <a:lnTo>
                  <a:pt x="97" y="238"/>
                </a:lnTo>
                <a:lnTo>
                  <a:pt x="97" y="239"/>
                </a:lnTo>
                <a:lnTo>
                  <a:pt x="96" y="240"/>
                </a:lnTo>
                <a:lnTo>
                  <a:pt x="94" y="241"/>
                </a:lnTo>
                <a:lnTo>
                  <a:pt x="93" y="241"/>
                </a:lnTo>
                <a:lnTo>
                  <a:pt x="92" y="241"/>
                </a:lnTo>
                <a:lnTo>
                  <a:pt x="90" y="241"/>
                </a:lnTo>
                <a:lnTo>
                  <a:pt x="87" y="242"/>
                </a:lnTo>
                <a:lnTo>
                  <a:pt x="86" y="243"/>
                </a:lnTo>
                <a:lnTo>
                  <a:pt x="85" y="242"/>
                </a:lnTo>
                <a:lnTo>
                  <a:pt x="85" y="241"/>
                </a:lnTo>
                <a:lnTo>
                  <a:pt x="84" y="240"/>
                </a:lnTo>
                <a:lnTo>
                  <a:pt x="84" y="239"/>
                </a:lnTo>
                <a:lnTo>
                  <a:pt x="84" y="238"/>
                </a:lnTo>
                <a:lnTo>
                  <a:pt x="85" y="236"/>
                </a:lnTo>
                <a:lnTo>
                  <a:pt x="84" y="236"/>
                </a:lnTo>
                <a:lnTo>
                  <a:pt x="84" y="235"/>
                </a:lnTo>
                <a:lnTo>
                  <a:pt x="84" y="234"/>
                </a:lnTo>
                <a:lnTo>
                  <a:pt x="83" y="234"/>
                </a:lnTo>
                <a:lnTo>
                  <a:pt x="82" y="234"/>
                </a:lnTo>
                <a:lnTo>
                  <a:pt x="82" y="233"/>
                </a:lnTo>
                <a:lnTo>
                  <a:pt x="81" y="233"/>
                </a:lnTo>
                <a:lnTo>
                  <a:pt x="81" y="232"/>
                </a:lnTo>
                <a:lnTo>
                  <a:pt x="80" y="232"/>
                </a:lnTo>
                <a:lnTo>
                  <a:pt x="79" y="232"/>
                </a:lnTo>
                <a:lnTo>
                  <a:pt x="78" y="231"/>
                </a:lnTo>
                <a:lnTo>
                  <a:pt x="77" y="231"/>
                </a:lnTo>
                <a:lnTo>
                  <a:pt x="76" y="231"/>
                </a:lnTo>
                <a:lnTo>
                  <a:pt x="76" y="230"/>
                </a:lnTo>
                <a:lnTo>
                  <a:pt x="76" y="229"/>
                </a:lnTo>
                <a:lnTo>
                  <a:pt x="76" y="228"/>
                </a:lnTo>
                <a:lnTo>
                  <a:pt x="75" y="228"/>
                </a:lnTo>
                <a:lnTo>
                  <a:pt x="75" y="227"/>
                </a:lnTo>
                <a:lnTo>
                  <a:pt x="74" y="227"/>
                </a:lnTo>
                <a:lnTo>
                  <a:pt x="74" y="226"/>
                </a:lnTo>
                <a:lnTo>
                  <a:pt x="73" y="225"/>
                </a:lnTo>
                <a:lnTo>
                  <a:pt x="71" y="225"/>
                </a:lnTo>
                <a:lnTo>
                  <a:pt x="71" y="226"/>
                </a:lnTo>
                <a:lnTo>
                  <a:pt x="70" y="226"/>
                </a:lnTo>
                <a:lnTo>
                  <a:pt x="70" y="227"/>
                </a:lnTo>
                <a:lnTo>
                  <a:pt x="71" y="228"/>
                </a:lnTo>
                <a:lnTo>
                  <a:pt x="70" y="228"/>
                </a:lnTo>
                <a:lnTo>
                  <a:pt x="69" y="228"/>
                </a:lnTo>
                <a:lnTo>
                  <a:pt x="69" y="227"/>
                </a:lnTo>
                <a:lnTo>
                  <a:pt x="68" y="227"/>
                </a:lnTo>
                <a:lnTo>
                  <a:pt x="68" y="228"/>
                </a:lnTo>
                <a:lnTo>
                  <a:pt x="67" y="228"/>
                </a:lnTo>
                <a:lnTo>
                  <a:pt x="67" y="229"/>
                </a:lnTo>
                <a:lnTo>
                  <a:pt x="66" y="229"/>
                </a:lnTo>
                <a:lnTo>
                  <a:pt x="65" y="228"/>
                </a:lnTo>
                <a:lnTo>
                  <a:pt x="65" y="229"/>
                </a:lnTo>
                <a:lnTo>
                  <a:pt x="64" y="229"/>
                </a:lnTo>
                <a:lnTo>
                  <a:pt x="63" y="228"/>
                </a:lnTo>
                <a:lnTo>
                  <a:pt x="63" y="229"/>
                </a:lnTo>
                <a:lnTo>
                  <a:pt x="62" y="228"/>
                </a:lnTo>
                <a:lnTo>
                  <a:pt x="61" y="228"/>
                </a:lnTo>
                <a:lnTo>
                  <a:pt x="61" y="229"/>
                </a:lnTo>
                <a:lnTo>
                  <a:pt x="60" y="229"/>
                </a:lnTo>
                <a:lnTo>
                  <a:pt x="59" y="229"/>
                </a:lnTo>
                <a:lnTo>
                  <a:pt x="58" y="229"/>
                </a:lnTo>
                <a:lnTo>
                  <a:pt x="57" y="228"/>
                </a:lnTo>
                <a:lnTo>
                  <a:pt x="57" y="227"/>
                </a:lnTo>
                <a:lnTo>
                  <a:pt x="57" y="226"/>
                </a:lnTo>
                <a:lnTo>
                  <a:pt x="57" y="224"/>
                </a:lnTo>
                <a:lnTo>
                  <a:pt x="57" y="222"/>
                </a:lnTo>
                <a:lnTo>
                  <a:pt x="57" y="221"/>
                </a:lnTo>
                <a:lnTo>
                  <a:pt x="58" y="219"/>
                </a:lnTo>
                <a:lnTo>
                  <a:pt x="58" y="218"/>
                </a:lnTo>
                <a:lnTo>
                  <a:pt x="57" y="217"/>
                </a:lnTo>
                <a:lnTo>
                  <a:pt x="56" y="217"/>
                </a:lnTo>
                <a:lnTo>
                  <a:pt x="55" y="218"/>
                </a:lnTo>
                <a:lnTo>
                  <a:pt x="54" y="216"/>
                </a:lnTo>
                <a:lnTo>
                  <a:pt x="55" y="216"/>
                </a:lnTo>
                <a:lnTo>
                  <a:pt x="54" y="215"/>
                </a:lnTo>
                <a:lnTo>
                  <a:pt x="53" y="215"/>
                </a:lnTo>
                <a:lnTo>
                  <a:pt x="52" y="215"/>
                </a:lnTo>
                <a:lnTo>
                  <a:pt x="51" y="215"/>
                </a:lnTo>
                <a:lnTo>
                  <a:pt x="50" y="214"/>
                </a:lnTo>
                <a:lnTo>
                  <a:pt x="49" y="215"/>
                </a:lnTo>
                <a:lnTo>
                  <a:pt x="48" y="216"/>
                </a:lnTo>
                <a:lnTo>
                  <a:pt x="47" y="216"/>
                </a:lnTo>
                <a:lnTo>
                  <a:pt x="45" y="217"/>
                </a:lnTo>
                <a:lnTo>
                  <a:pt x="44" y="217"/>
                </a:lnTo>
                <a:lnTo>
                  <a:pt x="44" y="218"/>
                </a:lnTo>
                <a:lnTo>
                  <a:pt x="45" y="219"/>
                </a:lnTo>
                <a:lnTo>
                  <a:pt x="44" y="219"/>
                </a:lnTo>
                <a:lnTo>
                  <a:pt x="42" y="221"/>
                </a:lnTo>
                <a:lnTo>
                  <a:pt x="43" y="221"/>
                </a:lnTo>
                <a:lnTo>
                  <a:pt x="42" y="222"/>
                </a:lnTo>
                <a:lnTo>
                  <a:pt x="41" y="222"/>
                </a:lnTo>
                <a:lnTo>
                  <a:pt x="41" y="223"/>
                </a:lnTo>
                <a:lnTo>
                  <a:pt x="42" y="223"/>
                </a:lnTo>
                <a:lnTo>
                  <a:pt x="42" y="224"/>
                </a:lnTo>
                <a:lnTo>
                  <a:pt x="41" y="224"/>
                </a:lnTo>
                <a:lnTo>
                  <a:pt x="41" y="223"/>
                </a:lnTo>
                <a:lnTo>
                  <a:pt x="40" y="222"/>
                </a:lnTo>
                <a:lnTo>
                  <a:pt x="39" y="222"/>
                </a:lnTo>
                <a:lnTo>
                  <a:pt x="38" y="221"/>
                </a:lnTo>
                <a:lnTo>
                  <a:pt x="37" y="221"/>
                </a:lnTo>
                <a:lnTo>
                  <a:pt x="36" y="221"/>
                </a:lnTo>
                <a:lnTo>
                  <a:pt x="35" y="222"/>
                </a:lnTo>
                <a:lnTo>
                  <a:pt x="34" y="223"/>
                </a:lnTo>
                <a:lnTo>
                  <a:pt x="34" y="224"/>
                </a:lnTo>
                <a:lnTo>
                  <a:pt x="33" y="224"/>
                </a:lnTo>
                <a:lnTo>
                  <a:pt x="32" y="222"/>
                </a:lnTo>
                <a:lnTo>
                  <a:pt x="33" y="221"/>
                </a:lnTo>
                <a:lnTo>
                  <a:pt x="33" y="220"/>
                </a:lnTo>
                <a:lnTo>
                  <a:pt x="33" y="219"/>
                </a:lnTo>
                <a:lnTo>
                  <a:pt x="34" y="219"/>
                </a:lnTo>
                <a:lnTo>
                  <a:pt x="35" y="218"/>
                </a:lnTo>
                <a:lnTo>
                  <a:pt x="35" y="217"/>
                </a:lnTo>
                <a:lnTo>
                  <a:pt x="36" y="217"/>
                </a:lnTo>
                <a:lnTo>
                  <a:pt x="36" y="216"/>
                </a:lnTo>
                <a:lnTo>
                  <a:pt x="36" y="214"/>
                </a:lnTo>
                <a:lnTo>
                  <a:pt x="36" y="213"/>
                </a:lnTo>
                <a:lnTo>
                  <a:pt x="37" y="213"/>
                </a:lnTo>
                <a:lnTo>
                  <a:pt x="37" y="212"/>
                </a:lnTo>
                <a:lnTo>
                  <a:pt x="36" y="212"/>
                </a:lnTo>
                <a:lnTo>
                  <a:pt x="36" y="211"/>
                </a:lnTo>
                <a:lnTo>
                  <a:pt x="35" y="211"/>
                </a:lnTo>
                <a:lnTo>
                  <a:pt x="34" y="211"/>
                </a:lnTo>
                <a:lnTo>
                  <a:pt x="34" y="210"/>
                </a:lnTo>
                <a:lnTo>
                  <a:pt x="31" y="210"/>
                </a:lnTo>
                <a:lnTo>
                  <a:pt x="31" y="209"/>
                </a:lnTo>
                <a:lnTo>
                  <a:pt x="31" y="208"/>
                </a:lnTo>
                <a:lnTo>
                  <a:pt x="31" y="207"/>
                </a:lnTo>
                <a:lnTo>
                  <a:pt x="32" y="207"/>
                </a:lnTo>
                <a:lnTo>
                  <a:pt x="33" y="206"/>
                </a:lnTo>
                <a:lnTo>
                  <a:pt x="32" y="206"/>
                </a:lnTo>
                <a:lnTo>
                  <a:pt x="31" y="205"/>
                </a:lnTo>
                <a:lnTo>
                  <a:pt x="31" y="203"/>
                </a:lnTo>
                <a:lnTo>
                  <a:pt x="31" y="201"/>
                </a:lnTo>
                <a:lnTo>
                  <a:pt x="31" y="200"/>
                </a:lnTo>
                <a:lnTo>
                  <a:pt x="30" y="199"/>
                </a:lnTo>
                <a:lnTo>
                  <a:pt x="30" y="198"/>
                </a:lnTo>
                <a:lnTo>
                  <a:pt x="30" y="197"/>
                </a:lnTo>
                <a:lnTo>
                  <a:pt x="29" y="197"/>
                </a:lnTo>
                <a:lnTo>
                  <a:pt x="29" y="196"/>
                </a:lnTo>
                <a:lnTo>
                  <a:pt x="29" y="195"/>
                </a:lnTo>
                <a:lnTo>
                  <a:pt x="28" y="194"/>
                </a:lnTo>
                <a:lnTo>
                  <a:pt x="29" y="193"/>
                </a:lnTo>
                <a:lnTo>
                  <a:pt x="30" y="193"/>
                </a:lnTo>
                <a:lnTo>
                  <a:pt x="30" y="192"/>
                </a:lnTo>
                <a:lnTo>
                  <a:pt x="29" y="190"/>
                </a:lnTo>
                <a:lnTo>
                  <a:pt x="28" y="189"/>
                </a:lnTo>
                <a:lnTo>
                  <a:pt x="27" y="188"/>
                </a:lnTo>
                <a:lnTo>
                  <a:pt x="27" y="186"/>
                </a:lnTo>
                <a:lnTo>
                  <a:pt x="26" y="185"/>
                </a:lnTo>
                <a:lnTo>
                  <a:pt x="25" y="185"/>
                </a:lnTo>
                <a:lnTo>
                  <a:pt x="23" y="185"/>
                </a:lnTo>
                <a:lnTo>
                  <a:pt x="22" y="185"/>
                </a:lnTo>
                <a:lnTo>
                  <a:pt x="21" y="184"/>
                </a:lnTo>
                <a:lnTo>
                  <a:pt x="21" y="183"/>
                </a:lnTo>
                <a:lnTo>
                  <a:pt x="20" y="183"/>
                </a:lnTo>
                <a:lnTo>
                  <a:pt x="19" y="183"/>
                </a:lnTo>
                <a:lnTo>
                  <a:pt x="19" y="184"/>
                </a:lnTo>
                <a:lnTo>
                  <a:pt x="20" y="184"/>
                </a:lnTo>
                <a:lnTo>
                  <a:pt x="20" y="185"/>
                </a:lnTo>
                <a:lnTo>
                  <a:pt x="17" y="186"/>
                </a:lnTo>
                <a:lnTo>
                  <a:pt x="18" y="187"/>
                </a:lnTo>
                <a:lnTo>
                  <a:pt x="17" y="187"/>
                </a:lnTo>
                <a:lnTo>
                  <a:pt x="16" y="187"/>
                </a:lnTo>
                <a:lnTo>
                  <a:pt x="14" y="187"/>
                </a:lnTo>
                <a:lnTo>
                  <a:pt x="14" y="188"/>
                </a:lnTo>
                <a:lnTo>
                  <a:pt x="13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1" y="184"/>
                </a:lnTo>
                <a:lnTo>
                  <a:pt x="11" y="183"/>
                </a:lnTo>
                <a:lnTo>
                  <a:pt x="9" y="182"/>
                </a:lnTo>
                <a:lnTo>
                  <a:pt x="9" y="181"/>
                </a:lnTo>
                <a:lnTo>
                  <a:pt x="8" y="180"/>
                </a:lnTo>
                <a:lnTo>
                  <a:pt x="8" y="179"/>
                </a:lnTo>
                <a:lnTo>
                  <a:pt x="8" y="178"/>
                </a:lnTo>
                <a:lnTo>
                  <a:pt x="8" y="175"/>
                </a:lnTo>
                <a:lnTo>
                  <a:pt x="8" y="174"/>
                </a:lnTo>
                <a:lnTo>
                  <a:pt x="9" y="174"/>
                </a:lnTo>
                <a:lnTo>
                  <a:pt x="8" y="173"/>
                </a:lnTo>
                <a:lnTo>
                  <a:pt x="7" y="173"/>
                </a:lnTo>
                <a:lnTo>
                  <a:pt x="7" y="172"/>
                </a:lnTo>
                <a:lnTo>
                  <a:pt x="6" y="171"/>
                </a:lnTo>
                <a:lnTo>
                  <a:pt x="4" y="171"/>
                </a:lnTo>
                <a:lnTo>
                  <a:pt x="3" y="171"/>
                </a:lnTo>
                <a:lnTo>
                  <a:pt x="3" y="170"/>
                </a:lnTo>
                <a:lnTo>
                  <a:pt x="3" y="171"/>
                </a:lnTo>
                <a:lnTo>
                  <a:pt x="2" y="171"/>
                </a:lnTo>
                <a:lnTo>
                  <a:pt x="1" y="171"/>
                </a:lnTo>
                <a:lnTo>
                  <a:pt x="0" y="171"/>
                </a:lnTo>
                <a:lnTo>
                  <a:pt x="0" y="170"/>
                </a:lnTo>
                <a:lnTo>
                  <a:pt x="0" y="169"/>
                </a:lnTo>
                <a:lnTo>
                  <a:pt x="0" y="168"/>
                </a:lnTo>
                <a:lnTo>
                  <a:pt x="1" y="168"/>
                </a:lnTo>
                <a:lnTo>
                  <a:pt x="2" y="167"/>
                </a:lnTo>
                <a:lnTo>
                  <a:pt x="2" y="166"/>
                </a:lnTo>
                <a:lnTo>
                  <a:pt x="2" y="165"/>
                </a:lnTo>
                <a:lnTo>
                  <a:pt x="2" y="164"/>
                </a:lnTo>
                <a:lnTo>
                  <a:pt x="3" y="164"/>
                </a:lnTo>
                <a:lnTo>
                  <a:pt x="3" y="163"/>
                </a:lnTo>
                <a:lnTo>
                  <a:pt x="5" y="163"/>
                </a:lnTo>
                <a:lnTo>
                  <a:pt x="6" y="163"/>
                </a:lnTo>
                <a:lnTo>
                  <a:pt x="7" y="163"/>
                </a:lnTo>
                <a:lnTo>
                  <a:pt x="8" y="162"/>
                </a:lnTo>
                <a:lnTo>
                  <a:pt x="9" y="162"/>
                </a:lnTo>
                <a:lnTo>
                  <a:pt x="12" y="161"/>
                </a:lnTo>
                <a:lnTo>
                  <a:pt x="16" y="161"/>
                </a:lnTo>
                <a:lnTo>
                  <a:pt x="18" y="161"/>
                </a:lnTo>
                <a:lnTo>
                  <a:pt x="19" y="161"/>
                </a:lnTo>
                <a:lnTo>
                  <a:pt x="20" y="161"/>
                </a:lnTo>
                <a:lnTo>
                  <a:pt x="21" y="161"/>
                </a:lnTo>
                <a:lnTo>
                  <a:pt x="22" y="161"/>
                </a:lnTo>
                <a:lnTo>
                  <a:pt x="24" y="160"/>
                </a:lnTo>
                <a:lnTo>
                  <a:pt x="25" y="160"/>
                </a:lnTo>
                <a:lnTo>
                  <a:pt x="27" y="160"/>
                </a:lnTo>
                <a:lnTo>
                  <a:pt x="28" y="159"/>
                </a:lnTo>
                <a:lnTo>
                  <a:pt x="28" y="158"/>
                </a:lnTo>
                <a:lnTo>
                  <a:pt x="29" y="158"/>
                </a:lnTo>
                <a:lnTo>
                  <a:pt x="30" y="158"/>
                </a:lnTo>
                <a:lnTo>
                  <a:pt x="30" y="159"/>
                </a:lnTo>
                <a:lnTo>
                  <a:pt x="31" y="159"/>
                </a:lnTo>
                <a:lnTo>
                  <a:pt x="31" y="158"/>
                </a:lnTo>
                <a:lnTo>
                  <a:pt x="32" y="157"/>
                </a:lnTo>
                <a:lnTo>
                  <a:pt x="31" y="156"/>
                </a:lnTo>
                <a:lnTo>
                  <a:pt x="31" y="155"/>
                </a:lnTo>
                <a:lnTo>
                  <a:pt x="32" y="155"/>
                </a:lnTo>
                <a:lnTo>
                  <a:pt x="32" y="156"/>
                </a:lnTo>
                <a:lnTo>
                  <a:pt x="33" y="155"/>
                </a:lnTo>
                <a:lnTo>
                  <a:pt x="34" y="155"/>
                </a:lnTo>
                <a:lnTo>
                  <a:pt x="35" y="155"/>
                </a:lnTo>
                <a:lnTo>
                  <a:pt x="36" y="154"/>
                </a:lnTo>
                <a:lnTo>
                  <a:pt x="36" y="153"/>
                </a:lnTo>
                <a:lnTo>
                  <a:pt x="37" y="153"/>
                </a:lnTo>
                <a:lnTo>
                  <a:pt x="37" y="152"/>
                </a:lnTo>
                <a:lnTo>
                  <a:pt x="36" y="152"/>
                </a:lnTo>
                <a:lnTo>
                  <a:pt x="36" y="151"/>
                </a:lnTo>
                <a:lnTo>
                  <a:pt x="35" y="151"/>
                </a:lnTo>
                <a:lnTo>
                  <a:pt x="35" y="150"/>
                </a:lnTo>
                <a:lnTo>
                  <a:pt x="36" y="150"/>
                </a:lnTo>
                <a:lnTo>
                  <a:pt x="35" y="150"/>
                </a:lnTo>
                <a:lnTo>
                  <a:pt x="35" y="149"/>
                </a:lnTo>
                <a:lnTo>
                  <a:pt x="35" y="148"/>
                </a:lnTo>
                <a:lnTo>
                  <a:pt x="34" y="148"/>
                </a:lnTo>
                <a:lnTo>
                  <a:pt x="34" y="147"/>
                </a:lnTo>
                <a:lnTo>
                  <a:pt x="35" y="147"/>
                </a:lnTo>
                <a:lnTo>
                  <a:pt x="34" y="146"/>
                </a:lnTo>
                <a:lnTo>
                  <a:pt x="33" y="145"/>
                </a:lnTo>
                <a:lnTo>
                  <a:pt x="33" y="141"/>
                </a:lnTo>
                <a:lnTo>
                  <a:pt x="32" y="140"/>
                </a:lnTo>
                <a:lnTo>
                  <a:pt x="32" y="139"/>
                </a:lnTo>
                <a:lnTo>
                  <a:pt x="31" y="138"/>
                </a:lnTo>
                <a:lnTo>
                  <a:pt x="31" y="137"/>
                </a:lnTo>
                <a:lnTo>
                  <a:pt x="32" y="137"/>
                </a:lnTo>
                <a:lnTo>
                  <a:pt x="31" y="136"/>
                </a:lnTo>
                <a:lnTo>
                  <a:pt x="31" y="135"/>
                </a:lnTo>
                <a:lnTo>
                  <a:pt x="30" y="131"/>
                </a:lnTo>
                <a:lnTo>
                  <a:pt x="31" y="131"/>
                </a:lnTo>
                <a:lnTo>
                  <a:pt x="32" y="131"/>
                </a:lnTo>
                <a:lnTo>
                  <a:pt x="33" y="130"/>
                </a:lnTo>
                <a:lnTo>
                  <a:pt x="34" y="130"/>
                </a:lnTo>
                <a:lnTo>
                  <a:pt x="34" y="129"/>
                </a:lnTo>
                <a:lnTo>
                  <a:pt x="33" y="129"/>
                </a:lnTo>
                <a:lnTo>
                  <a:pt x="33" y="128"/>
                </a:lnTo>
                <a:lnTo>
                  <a:pt x="34" y="127"/>
                </a:lnTo>
                <a:lnTo>
                  <a:pt x="34" y="126"/>
                </a:lnTo>
                <a:lnTo>
                  <a:pt x="34" y="125"/>
                </a:lnTo>
                <a:lnTo>
                  <a:pt x="34" y="126"/>
                </a:lnTo>
                <a:lnTo>
                  <a:pt x="35" y="126"/>
                </a:lnTo>
                <a:lnTo>
                  <a:pt x="36" y="128"/>
                </a:lnTo>
                <a:lnTo>
                  <a:pt x="37" y="129"/>
                </a:lnTo>
                <a:lnTo>
                  <a:pt x="38" y="129"/>
                </a:lnTo>
                <a:lnTo>
                  <a:pt x="38" y="128"/>
                </a:lnTo>
                <a:lnTo>
                  <a:pt x="38" y="127"/>
                </a:lnTo>
                <a:lnTo>
                  <a:pt x="39" y="126"/>
                </a:lnTo>
                <a:lnTo>
                  <a:pt x="40" y="126"/>
                </a:lnTo>
                <a:lnTo>
                  <a:pt x="41" y="126"/>
                </a:lnTo>
                <a:lnTo>
                  <a:pt x="41" y="127"/>
                </a:lnTo>
                <a:lnTo>
                  <a:pt x="42" y="127"/>
                </a:lnTo>
                <a:lnTo>
                  <a:pt x="43" y="127"/>
                </a:lnTo>
                <a:lnTo>
                  <a:pt x="44" y="127"/>
                </a:lnTo>
                <a:lnTo>
                  <a:pt x="44" y="128"/>
                </a:lnTo>
                <a:lnTo>
                  <a:pt x="45" y="127"/>
                </a:lnTo>
                <a:lnTo>
                  <a:pt x="46" y="127"/>
                </a:lnTo>
                <a:lnTo>
                  <a:pt x="46" y="126"/>
                </a:lnTo>
                <a:lnTo>
                  <a:pt x="47" y="125"/>
                </a:lnTo>
                <a:lnTo>
                  <a:pt x="46" y="125"/>
                </a:lnTo>
                <a:lnTo>
                  <a:pt x="46" y="124"/>
                </a:lnTo>
                <a:lnTo>
                  <a:pt x="46" y="125"/>
                </a:lnTo>
                <a:lnTo>
                  <a:pt x="45" y="124"/>
                </a:lnTo>
                <a:lnTo>
                  <a:pt x="45" y="123"/>
                </a:lnTo>
                <a:lnTo>
                  <a:pt x="44" y="122"/>
                </a:lnTo>
                <a:lnTo>
                  <a:pt x="43" y="120"/>
                </a:lnTo>
                <a:lnTo>
                  <a:pt x="43" y="121"/>
                </a:lnTo>
                <a:lnTo>
                  <a:pt x="42" y="121"/>
                </a:lnTo>
                <a:lnTo>
                  <a:pt x="42" y="122"/>
                </a:lnTo>
                <a:lnTo>
                  <a:pt x="41" y="122"/>
                </a:lnTo>
                <a:lnTo>
                  <a:pt x="41" y="121"/>
                </a:lnTo>
                <a:lnTo>
                  <a:pt x="40" y="120"/>
                </a:lnTo>
                <a:lnTo>
                  <a:pt x="40" y="119"/>
                </a:lnTo>
                <a:lnTo>
                  <a:pt x="40" y="118"/>
                </a:lnTo>
                <a:lnTo>
                  <a:pt x="41" y="117"/>
                </a:lnTo>
                <a:lnTo>
                  <a:pt x="40" y="116"/>
                </a:lnTo>
                <a:lnTo>
                  <a:pt x="40" y="115"/>
                </a:lnTo>
                <a:lnTo>
                  <a:pt x="40" y="114"/>
                </a:lnTo>
                <a:lnTo>
                  <a:pt x="39" y="114"/>
                </a:lnTo>
                <a:lnTo>
                  <a:pt x="38" y="114"/>
                </a:lnTo>
                <a:lnTo>
                  <a:pt x="37" y="114"/>
                </a:lnTo>
                <a:lnTo>
                  <a:pt x="37" y="113"/>
                </a:lnTo>
                <a:lnTo>
                  <a:pt x="38" y="113"/>
                </a:lnTo>
                <a:lnTo>
                  <a:pt x="37" y="113"/>
                </a:lnTo>
                <a:lnTo>
                  <a:pt x="36" y="113"/>
                </a:lnTo>
                <a:lnTo>
                  <a:pt x="35" y="113"/>
                </a:lnTo>
                <a:lnTo>
                  <a:pt x="35" y="112"/>
                </a:lnTo>
                <a:lnTo>
                  <a:pt x="35" y="111"/>
                </a:lnTo>
                <a:lnTo>
                  <a:pt x="35" y="110"/>
                </a:lnTo>
                <a:lnTo>
                  <a:pt x="36" y="110"/>
                </a:lnTo>
                <a:lnTo>
                  <a:pt x="37" y="109"/>
                </a:lnTo>
                <a:lnTo>
                  <a:pt x="36" y="109"/>
                </a:lnTo>
                <a:lnTo>
                  <a:pt x="36" y="108"/>
                </a:lnTo>
                <a:lnTo>
                  <a:pt x="37" y="107"/>
                </a:lnTo>
                <a:lnTo>
                  <a:pt x="41" y="105"/>
                </a:lnTo>
                <a:lnTo>
                  <a:pt x="41" y="104"/>
                </a:lnTo>
                <a:lnTo>
                  <a:pt x="40" y="104"/>
                </a:lnTo>
                <a:lnTo>
                  <a:pt x="40" y="103"/>
                </a:lnTo>
                <a:lnTo>
                  <a:pt x="41" y="102"/>
                </a:lnTo>
                <a:lnTo>
                  <a:pt x="41" y="101"/>
                </a:lnTo>
                <a:lnTo>
                  <a:pt x="41" y="100"/>
                </a:lnTo>
                <a:lnTo>
                  <a:pt x="42" y="100"/>
                </a:lnTo>
                <a:lnTo>
                  <a:pt x="42" y="99"/>
                </a:lnTo>
                <a:lnTo>
                  <a:pt x="41" y="99"/>
                </a:lnTo>
                <a:lnTo>
                  <a:pt x="40" y="99"/>
                </a:lnTo>
                <a:lnTo>
                  <a:pt x="40" y="98"/>
                </a:lnTo>
                <a:lnTo>
                  <a:pt x="40" y="97"/>
                </a:lnTo>
                <a:lnTo>
                  <a:pt x="41" y="97"/>
                </a:lnTo>
                <a:lnTo>
                  <a:pt x="41" y="96"/>
                </a:lnTo>
                <a:lnTo>
                  <a:pt x="42" y="96"/>
                </a:lnTo>
                <a:lnTo>
                  <a:pt x="42" y="95"/>
                </a:lnTo>
                <a:lnTo>
                  <a:pt x="41" y="95"/>
                </a:lnTo>
                <a:lnTo>
                  <a:pt x="40" y="95"/>
                </a:lnTo>
                <a:lnTo>
                  <a:pt x="39" y="95"/>
                </a:lnTo>
                <a:lnTo>
                  <a:pt x="39" y="94"/>
                </a:lnTo>
                <a:lnTo>
                  <a:pt x="39" y="93"/>
                </a:lnTo>
                <a:lnTo>
                  <a:pt x="41" y="91"/>
                </a:lnTo>
                <a:lnTo>
                  <a:pt x="42" y="91"/>
                </a:lnTo>
                <a:lnTo>
                  <a:pt x="43" y="91"/>
                </a:lnTo>
                <a:lnTo>
                  <a:pt x="44" y="91"/>
                </a:lnTo>
                <a:lnTo>
                  <a:pt x="44" y="90"/>
                </a:lnTo>
                <a:lnTo>
                  <a:pt x="45" y="90"/>
                </a:lnTo>
                <a:lnTo>
                  <a:pt x="45" y="89"/>
                </a:lnTo>
                <a:lnTo>
                  <a:pt x="45" y="88"/>
                </a:lnTo>
                <a:lnTo>
                  <a:pt x="46" y="88"/>
                </a:lnTo>
                <a:lnTo>
                  <a:pt x="46" y="87"/>
                </a:lnTo>
                <a:lnTo>
                  <a:pt x="47" y="87"/>
                </a:lnTo>
                <a:lnTo>
                  <a:pt x="47" y="86"/>
                </a:lnTo>
                <a:lnTo>
                  <a:pt x="48" y="86"/>
                </a:lnTo>
                <a:lnTo>
                  <a:pt x="47" y="86"/>
                </a:lnTo>
                <a:lnTo>
                  <a:pt x="48" y="85"/>
                </a:lnTo>
                <a:lnTo>
                  <a:pt x="48" y="84"/>
                </a:lnTo>
                <a:lnTo>
                  <a:pt x="49" y="84"/>
                </a:lnTo>
                <a:lnTo>
                  <a:pt x="49" y="85"/>
                </a:lnTo>
                <a:lnTo>
                  <a:pt x="50" y="85"/>
                </a:lnTo>
                <a:lnTo>
                  <a:pt x="51" y="84"/>
                </a:lnTo>
                <a:lnTo>
                  <a:pt x="52" y="84"/>
                </a:lnTo>
                <a:lnTo>
                  <a:pt x="52" y="83"/>
                </a:lnTo>
                <a:lnTo>
                  <a:pt x="52" y="82"/>
                </a:lnTo>
                <a:lnTo>
                  <a:pt x="53" y="81"/>
                </a:lnTo>
                <a:lnTo>
                  <a:pt x="53" y="80"/>
                </a:lnTo>
                <a:lnTo>
                  <a:pt x="54" y="81"/>
                </a:lnTo>
                <a:lnTo>
                  <a:pt x="54" y="82"/>
                </a:lnTo>
                <a:lnTo>
                  <a:pt x="55" y="83"/>
                </a:lnTo>
                <a:lnTo>
                  <a:pt x="57" y="83"/>
                </a:lnTo>
                <a:lnTo>
                  <a:pt x="57" y="82"/>
                </a:lnTo>
                <a:lnTo>
                  <a:pt x="58" y="81"/>
                </a:lnTo>
                <a:lnTo>
                  <a:pt x="59" y="81"/>
                </a:lnTo>
                <a:lnTo>
                  <a:pt x="60" y="81"/>
                </a:lnTo>
                <a:lnTo>
                  <a:pt x="60" y="80"/>
                </a:lnTo>
                <a:lnTo>
                  <a:pt x="61" y="80"/>
                </a:lnTo>
                <a:lnTo>
                  <a:pt x="62" y="80"/>
                </a:lnTo>
                <a:lnTo>
                  <a:pt x="62" y="79"/>
                </a:lnTo>
                <a:lnTo>
                  <a:pt x="63" y="79"/>
                </a:lnTo>
                <a:lnTo>
                  <a:pt x="63" y="78"/>
                </a:lnTo>
                <a:lnTo>
                  <a:pt x="64" y="77"/>
                </a:lnTo>
                <a:lnTo>
                  <a:pt x="63" y="77"/>
                </a:lnTo>
                <a:lnTo>
                  <a:pt x="64" y="76"/>
                </a:lnTo>
                <a:lnTo>
                  <a:pt x="65" y="76"/>
                </a:lnTo>
                <a:lnTo>
                  <a:pt x="65" y="77"/>
                </a:lnTo>
                <a:lnTo>
                  <a:pt x="67" y="77"/>
                </a:lnTo>
                <a:lnTo>
                  <a:pt x="68" y="75"/>
                </a:lnTo>
                <a:lnTo>
                  <a:pt x="70" y="73"/>
                </a:lnTo>
                <a:lnTo>
                  <a:pt x="71" y="72"/>
                </a:lnTo>
                <a:lnTo>
                  <a:pt x="73" y="70"/>
                </a:lnTo>
                <a:lnTo>
                  <a:pt x="73" y="69"/>
                </a:lnTo>
                <a:lnTo>
                  <a:pt x="74" y="69"/>
                </a:lnTo>
                <a:lnTo>
                  <a:pt x="75" y="67"/>
                </a:lnTo>
                <a:lnTo>
                  <a:pt x="76" y="66"/>
                </a:lnTo>
                <a:lnTo>
                  <a:pt x="75" y="65"/>
                </a:lnTo>
                <a:lnTo>
                  <a:pt x="74" y="64"/>
                </a:lnTo>
                <a:lnTo>
                  <a:pt x="69" y="62"/>
                </a:lnTo>
                <a:lnTo>
                  <a:pt x="68" y="61"/>
                </a:lnTo>
                <a:lnTo>
                  <a:pt x="67" y="61"/>
                </a:lnTo>
                <a:lnTo>
                  <a:pt x="66" y="60"/>
                </a:lnTo>
                <a:lnTo>
                  <a:pt x="65" y="60"/>
                </a:lnTo>
                <a:lnTo>
                  <a:pt x="63" y="59"/>
                </a:lnTo>
                <a:lnTo>
                  <a:pt x="63" y="58"/>
                </a:lnTo>
                <a:lnTo>
                  <a:pt x="62" y="58"/>
                </a:lnTo>
                <a:lnTo>
                  <a:pt x="58" y="54"/>
                </a:lnTo>
                <a:lnTo>
                  <a:pt x="56" y="52"/>
                </a:lnTo>
                <a:lnTo>
                  <a:pt x="53" y="49"/>
                </a:lnTo>
                <a:lnTo>
                  <a:pt x="52" y="48"/>
                </a:lnTo>
                <a:lnTo>
                  <a:pt x="51" y="47"/>
                </a:lnTo>
                <a:lnTo>
                  <a:pt x="50" y="47"/>
                </a:lnTo>
                <a:lnTo>
                  <a:pt x="48" y="45"/>
                </a:lnTo>
                <a:lnTo>
                  <a:pt x="45" y="44"/>
                </a:lnTo>
                <a:lnTo>
                  <a:pt x="44" y="43"/>
                </a:lnTo>
                <a:lnTo>
                  <a:pt x="42" y="42"/>
                </a:lnTo>
                <a:lnTo>
                  <a:pt x="40" y="41"/>
                </a:lnTo>
                <a:lnTo>
                  <a:pt x="38" y="38"/>
                </a:lnTo>
                <a:lnTo>
                  <a:pt x="37" y="38"/>
                </a:lnTo>
                <a:lnTo>
                  <a:pt x="35" y="37"/>
                </a:lnTo>
                <a:lnTo>
                  <a:pt x="34" y="36"/>
                </a:lnTo>
                <a:lnTo>
                  <a:pt x="31" y="35"/>
                </a:lnTo>
                <a:lnTo>
                  <a:pt x="29" y="34"/>
                </a:lnTo>
                <a:lnTo>
                  <a:pt x="27" y="33"/>
                </a:lnTo>
                <a:lnTo>
                  <a:pt x="26" y="32"/>
                </a:lnTo>
                <a:lnTo>
                  <a:pt x="24" y="30"/>
                </a:lnTo>
                <a:lnTo>
                  <a:pt x="23" y="30"/>
                </a:lnTo>
                <a:lnTo>
                  <a:pt x="22" y="29"/>
                </a:lnTo>
                <a:lnTo>
                  <a:pt x="21" y="28"/>
                </a:lnTo>
                <a:lnTo>
                  <a:pt x="22" y="27"/>
                </a:lnTo>
                <a:lnTo>
                  <a:pt x="25" y="23"/>
                </a:lnTo>
                <a:lnTo>
                  <a:pt x="26" y="23"/>
                </a:lnTo>
                <a:lnTo>
                  <a:pt x="27" y="21"/>
                </a:lnTo>
                <a:lnTo>
                  <a:pt x="28" y="19"/>
                </a:lnTo>
                <a:lnTo>
                  <a:pt x="30" y="17"/>
                </a:lnTo>
                <a:lnTo>
                  <a:pt x="31" y="16"/>
                </a:lnTo>
                <a:lnTo>
                  <a:pt x="31" y="15"/>
                </a:lnTo>
                <a:lnTo>
                  <a:pt x="32" y="14"/>
                </a:lnTo>
                <a:lnTo>
                  <a:pt x="34" y="12"/>
                </a:lnTo>
                <a:lnTo>
                  <a:pt x="35" y="11"/>
                </a:lnTo>
                <a:lnTo>
                  <a:pt x="36" y="10"/>
                </a:lnTo>
                <a:lnTo>
                  <a:pt x="38" y="8"/>
                </a:lnTo>
                <a:lnTo>
                  <a:pt x="39" y="7"/>
                </a:lnTo>
                <a:lnTo>
                  <a:pt x="42" y="6"/>
                </a:lnTo>
                <a:lnTo>
                  <a:pt x="43" y="5"/>
                </a:lnTo>
                <a:lnTo>
                  <a:pt x="47" y="2"/>
                </a:lnTo>
                <a:lnTo>
                  <a:pt x="48" y="1"/>
                </a:lnTo>
                <a:lnTo>
                  <a:pt x="50" y="1"/>
                </a:lnTo>
                <a:lnTo>
                  <a:pt x="52" y="0"/>
                </a:lnTo>
                <a:lnTo>
                  <a:pt x="53" y="1"/>
                </a:lnTo>
                <a:lnTo>
                  <a:pt x="56" y="1"/>
                </a:lnTo>
                <a:lnTo>
                  <a:pt x="57" y="2"/>
                </a:lnTo>
                <a:lnTo>
                  <a:pt x="60" y="2"/>
                </a:lnTo>
                <a:lnTo>
                  <a:pt x="63" y="3"/>
                </a:lnTo>
                <a:lnTo>
                  <a:pt x="64" y="3"/>
                </a:lnTo>
                <a:lnTo>
                  <a:pt x="67" y="6"/>
                </a:lnTo>
                <a:lnTo>
                  <a:pt x="70" y="10"/>
                </a:lnTo>
                <a:lnTo>
                  <a:pt x="71" y="10"/>
                </a:lnTo>
                <a:lnTo>
                  <a:pt x="72" y="11"/>
                </a:lnTo>
                <a:lnTo>
                  <a:pt x="73" y="12"/>
                </a:lnTo>
                <a:lnTo>
                  <a:pt x="72" y="12"/>
                </a:lnTo>
                <a:lnTo>
                  <a:pt x="72" y="13"/>
                </a:lnTo>
                <a:lnTo>
                  <a:pt x="72" y="14"/>
                </a:lnTo>
                <a:lnTo>
                  <a:pt x="73" y="14"/>
                </a:lnTo>
                <a:lnTo>
                  <a:pt x="73" y="15"/>
                </a:lnTo>
                <a:lnTo>
                  <a:pt x="74" y="16"/>
                </a:lnTo>
                <a:lnTo>
                  <a:pt x="75" y="16"/>
                </a:lnTo>
                <a:lnTo>
                  <a:pt x="75" y="17"/>
                </a:lnTo>
                <a:lnTo>
                  <a:pt x="76" y="17"/>
                </a:lnTo>
                <a:lnTo>
                  <a:pt x="76" y="18"/>
                </a:lnTo>
                <a:lnTo>
                  <a:pt x="77" y="18"/>
                </a:lnTo>
                <a:lnTo>
                  <a:pt x="79" y="18"/>
                </a:lnTo>
                <a:lnTo>
                  <a:pt x="80" y="18"/>
                </a:lnTo>
                <a:lnTo>
                  <a:pt x="80" y="19"/>
                </a:lnTo>
                <a:lnTo>
                  <a:pt x="81" y="19"/>
                </a:lnTo>
                <a:lnTo>
                  <a:pt x="82" y="19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9" name=""/>
          <p:cNvSpPr/>
          <p:nvPr/>
        </p:nvSpPr>
        <p:spPr>
          <a:xfrm>
            <a:off x="8459280" y="18018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2" y="4"/>
                </a:move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3"/>
                </a:lnTo>
                <a:lnTo>
                  <a:pt x="6" y="3"/>
                </a:lnTo>
                <a:lnTo>
                  <a:pt x="4" y="3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0" name=""/>
          <p:cNvSpPr/>
          <p:nvPr/>
        </p:nvSpPr>
        <p:spPr>
          <a:xfrm>
            <a:off x="8135280" y="1630800"/>
            <a:ext cx="366840" cy="310680"/>
          </a:xfrm>
          <a:custGeom>
            <a:avLst/>
            <a:gdLst/>
            <a:ahLst/>
            <a:rect l="0" t="0" r="r" b="b"/>
            <a:pathLst>
              <a:path w="1019" h="863">
                <a:moveTo>
                  <a:pt x="463" y="0"/>
                </a:moveTo>
                <a:lnTo>
                  <a:pt x="464" y="0"/>
                </a:lnTo>
                <a:lnTo>
                  <a:pt x="465" y="1"/>
                </a:lnTo>
                <a:lnTo>
                  <a:pt x="466" y="1"/>
                </a:lnTo>
                <a:lnTo>
                  <a:pt x="467" y="1"/>
                </a:lnTo>
                <a:lnTo>
                  <a:pt x="468" y="1"/>
                </a:lnTo>
                <a:lnTo>
                  <a:pt x="469" y="1"/>
                </a:lnTo>
                <a:lnTo>
                  <a:pt x="470" y="1"/>
                </a:lnTo>
                <a:lnTo>
                  <a:pt x="470" y="2"/>
                </a:lnTo>
                <a:lnTo>
                  <a:pt x="471" y="4"/>
                </a:lnTo>
                <a:lnTo>
                  <a:pt x="472" y="5"/>
                </a:lnTo>
                <a:lnTo>
                  <a:pt x="472" y="6"/>
                </a:lnTo>
                <a:lnTo>
                  <a:pt x="472" y="7"/>
                </a:lnTo>
                <a:lnTo>
                  <a:pt x="473" y="7"/>
                </a:lnTo>
                <a:lnTo>
                  <a:pt x="472" y="8"/>
                </a:lnTo>
                <a:lnTo>
                  <a:pt x="470" y="9"/>
                </a:lnTo>
                <a:lnTo>
                  <a:pt x="469" y="10"/>
                </a:lnTo>
                <a:lnTo>
                  <a:pt x="466" y="11"/>
                </a:lnTo>
                <a:lnTo>
                  <a:pt x="467" y="12"/>
                </a:lnTo>
                <a:lnTo>
                  <a:pt x="465" y="14"/>
                </a:lnTo>
                <a:lnTo>
                  <a:pt x="464" y="13"/>
                </a:lnTo>
                <a:lnTo>
                  <a:pt x="464" y="14"/>
                </a:lnTo>
                <a:lnTo>
                  <a:pt x="462" y="14"/>
                </a:lnTo>
                <a:lnTo>
                  <a:pt x="462" y="15"/>
                </a:lnTo>
                <a:lnTo>
                  <a:pt x="462" y="16"/>
                </a:lnTo>
                <a:lnTo>
                  <a:pt x="462" y="18"/>
                </a:lnTo>
                <a:lnTo>
                  <a:pt x="461" y="18"/>
                </a:lnTo>
                <a:lnTo>
                  <a:pt x="460" y="18"/>
                </a:lnTo>
                <a:lnTo>
                  <a:pt x="460" y="21"/>
                </a:lnTo>
                <a:lnTo>
                  <a:pt x="460" y="22"/>
                </a:lnTo>
                <a:lnTo>
                  <a:pt x="460" y="24"/>
                </a:lnTo>
                <a:lnTo>
                  <a:pt x="460" y="25"/>
                </a:lnTo>
                <a:lnTo>
                  <a:pt x="460" y="26"/>
                </a:lnTo>
                <a:lnTo>
                  <a:pt x="460" y="27"/>
                </a:lnTo>
                <a:lnTo>
                  <a:pt x="460" y="30"/>
                </a:lnTo>
                <a:lnTo>
                  <a:pt x="460" y="31"/>
                </a:lnTo>
                <a:lnTo>
                  <a:pt x="460" y="32"/>
                </a:lnTo>
                <a:lnTo>
                  <a:pt x="460" y="36"/>
                </a:lnTo>
                <a:lnTo>
                  <a:pt x="460" y="37"/>
                </a:lnTo>
                <a:lnTo>
                  <a:pt x="461" y="39"/>
                </a:lnTo>
                <a:lnTo>
                  <a:pt x="461" y="41"/>
                </a:lnTo>
                <a:lnTo>
                  <a:pt x="462" y="43"/>
                </a:lnTo>
                <a:lnTo>
                  <a:pt x="461" y="43"/>
                </a:lnTo>
                <a:lnTo>
                  <a:pt x="461" y="44"/>
                </a:lnTo>
                <a:lnTo>
                  <a:pt x="462" y="44"/>
                </a:lnTo>
                <a:lnTo>
                  <a:pt x="462" y="47"/>
                </a:lnTo>
                <a:lnTo>
                  <a:pt x="461" y="48"/>
                </a:lnTo>
                <a:lnTo>
                  <a:pt x="461" y="49"/>
                </a:lnTo>
                <a:lnTo>
                  <a:pt x="462" y="49"/>
                </a:lnTo>
                <a:lnTo>
                  <a:pt x="462" y="50"/>
                </a:lnTo>
                <a:lnTo>
                  <a:pt x="460" y="50"/>
                </a:lnTo>
                <a:lnTo>
                  <a:pt x="461" y="50"/>
                </a:lnTo>
                <a:lnTo>
                  <a:pt x="461" y="51"/>
                </a:lnTo>
                <a:lnTo>
                  <a:pt x="463" y="51"/>
                </a:lnTo>
                <a:lnTo>
                  <a:pt x="463" y="57"/>
                </a:lnTo>
                <a:lnTo>
                  <a:pt x="461" y="57"/>
                </a:lnTo>
                <a:lnTo>
                  <a:pt x="461" y="58"/>
                </a:lnTo>
                <a:lnTo>
                  <a:pt x="462" y="57"/>
                </a:lnTo>
                <a:lnTo>
                  <a:pt x="462" y="58"/>
                </a:lnTo>
                <a:lnTo>
                  <a:pt x="462" y="57"/>
                </a:lnTo>
                <a:lnTo>
                  <a:pt x="465" y="57"/>
                </a:lnTo>
                <a:lnTo>
                  <a:pt x="466" y="58"/>
                </a:lnTo>
                <a:lnTo>
                  <a:pt x="466" y="59"/>
                </a:lnTo>
                <a:lnTo>
                  <a:pt x="465" y="59"/>
                </a:lnTo>
                <a:lnTo>
                  <a:pt x="463" y="61"/>
                </a:lnTo>
                <a:lnTo>
                  <a:pt x="463" y="62"/>
                </a:lnTo>
                <a:lnTo>
                  <a:pt x="464" y="63"/>
                </a:lnTo>
                <a:lnTo>
                  <a:pt x="465" y="62"/>
                </a:lnTo>
                <a:lnTo>
                  <a:pt x="466" y="63"/>
                </a:lnTo>
                <a:lnTo>
                  <a:pt x="466" y="65"/>
                </a:lnTo>
                <a:lnTo>
                  <a:pt x="467" y="66"/>
                </a:lnTo>
                <a:lnTo>
                  <a:pt x="468" y="66"/>
                </a:lnTo>
                <a:lnTo>
                  <a:pt x="469" y="68"/>
                </a:lnTo>
                <a:lnTo>
                  <a:pt x="469" y="69"/>
                </a:lnTo>
                <a:lnTo>
                  <a:pt x="469" y="70"/>
                </a:lnTo>
                <a:lnTo>
                  <a:pt x="470" y="70"/>
                </a:lnTo>
                <a:lnTo>
                  <a:pt x="472" y="70"/>
                </a:lnTo>
                <a:lnTo>
                  <a:pt x="473" y="70"/>
                </a:lnTo>
                <a:lnTo>
                  <a:pt x="475" y="67"/>
                </a:lnTo>
                <a:lnTo>
                  <a:pt x="476" y="67"/>
                </a:lnTo>
                <a:lnTo>
                  <a:pt x="477" y="68"/>
                </a:lnTo>
                <a:lnTo>
                  <a:pt x="478" y="68"/>
                </a:lnTo>
                <a:lnTo>
                  <a:pt x="479" y="69"/>
                </a:lnTo>
                <a:lnTo>
                  <a:pt x="480" y="70"/>
                </a:lnTo>
                <a:lnTo>
                  <a:pt x="482" y="70"/>
                </a:lnTo>
                <a:lnTo>
                  <a:pt x="483" y="71"/>
                </a:lnTo>
                <a:lnTo>
                  <a:pt x="485" y="71"/>
                </a:lnTo>
                <a:lnTo>
                  <a:pt x="486" y="71"/>
                </a:lnTo>
                <a:lnTo>
                  <a:pt x="486" y="72"/>
                </a:lnTo>
                <a:lnTo>
                  <a:pt x="487" y="72"/>
                </a:lnTo>
                <a:lnTo>
                  <a:pt x="488" y="72"/>
                </a:lnTo>
                <a:lnTo>
                  <a:pt x="489" y="72"/>
                </a:lnTo>
                <a:lnTo>
                  <a:pt x="490" y="71"/>
                </a:lnTo>
                <a:lnTo>
                  <a:pt x="491" y="71"/>
                </a:lnTo>
                <a:lnTo>
                  <a:pt x="493" y="71"/>
                </a:lnTo>
                <a:lnTo>
                  <a:pt x="494" y="71"/>
                </a:lnTo>
                <a:lnTo>
                  <a:pt x="494" y="73"/>
                </a:lnTo>
                <a:lnTo>
                  <a:pt x="495" y="74"/>
                </a:lnTo>
                <a:lnTo>
                  <a:pt x="496" y="74"/>
                </a:lnTo>
                <a:lnTo>
                  <a:pt x="497" y="74"/>
                </a:lnTo>
                <a:lnTo>
                  <a:pt x="498" y="74"/>
                </a:lnTo>
                <a:lnTo>
                  <a:pt x="499" y="74"/>
                </a:lnTo>
                <a:lnTo>
                  <a:pt x="500" y="74"/>
                </a:lnTo>
                <a:lnTo>
                  <a:pt x="501" y="74"/>
                </a:lnTo>
                <a:lnTo>
                  <a:pt x="502" y="74"/>
                </a:lnTo>
                <a:lnTo>
                  <a:pt x="502" y="73"/>
                </a:lnTo>
                <a:lnTo>
                  <a:pt x="503" y="73"/>
                </a:lnTo>
                <a:lnTo>
                  <a:pt x="504" y="74"/>
                </a:lnTo>
                <a:lnTo>
                  <a:pt x="505" y="74"/>
                </a:lnTo>
                <a:lnTo>
                  <a:pt x="506" y="74"/>
                </a:lnTo>
                <a:lnTo>
                  <a:pt x="505" y="74"/>
                </a:lnTo>
                <a:lnTo>
                  <a:pt x="507" y="73"/>
                </a:lnTo>
                <a:lnTo>
                  <a:pt x="507" y="74"/>
                </a:lnTo>
                <a:lnTo>
                  <a:pt x="509" y="75"/>
                </a:lnTo>
                <a:lnTo>
                  <a:pt x="509" y="76"/>
                </a:lnTo>
                <a:lnTo>
                  <a:pt x="510" y="76"/>
                </a:lnTo>
                <a:lnTo>
                  <a:pt x="511" y="76"/>
                </a:lnTo>
                <a:lnTo>
                  <a:pt x="511" y="75"/>
                </a:lnTo>
                <a:lnTo>
                  <a:pt x="512" y="74"/>
                </a:lnTo>
                <a:lnTo>
                  <a:pt x="516" y="75"/>
                </a:lnTo>
                <a:lnTo>
                  <a:pt x="517" y="75"/>
                </a:lnTo>
                <a:lnTo>
                  <a:pt x="518" y="75"/>
                </a:lnTo>
                <a:lnTo>
                  <a:pt x="519" y="74"/>
                </a:lnTo>
                <a:lnTo>
                  <a:pt x="519" y="76"/>
                </a:lnTo>
                <a:lnTo>
                  <a:pt x="518" y="76"/>
                </a:lnTo>
                <a:lnTo>
                  <a:pt x="517" y="77"/>
                </a:lnTo>
                <a:lnTo>
                  <a:pt x="517" y="78"/>
                </a:lnTo>
                <a:lnTo>
                  <a:pt x="513" y="78"/>
                </a:lnTo>
                <a:lnTo>
                  <a:pt x="513" y="79"/>
                </a:lnTo>
                <a:lnTo>
                  <a:pt x="514" y="79"/>
                </a:lnTo>
                <a:lnTo>
                  <a:pt x="514" y="80"/>
                </a:lnTo>
                <a:lnTo>
                  <a:pt x="514" y="82"/>
                </a:lnTo>
                <a:lnTo>
                  <a:pt x="513" y="82"/>
                </a:lnTo>
                <a:lnTo>
                  <a:pt x="512" y="82"/>
                </a:lnTo>
                <a:lnTo>
                  <a:pt x="512" y="83"/>
                </a:lnTo>
                <a:lnTo>
                  <a:pt x="512" y="84"/>
                </a:lnTo>
                <a:lnTo>
                  <a:pt x="512" y="85"/>
                </a:lnTo>
                <a:lnTo>
                  <a:pt x="511" y="86"/>
                </a:lnTo>
                <a:lnTo>
                  <a:pt x="510" y="86"/>
                </a:lnTo>
                <a:lnTo>
                  <a:pt x="510" y="87"/>
                </a:lnTo>
                <a:lnTo>
                  <a:pt x="512" y="88"/>
                </a:lnTo>
                <a:lnTo>
                  <a:pt x="512" y="89"/>
                </a:lnTo>
                <a:lnTo>
                  <a:pt x="515" y="90"/>
                </a:lnTo>
                <a:lnTo>
                  <a:pt x="516" y="91"/>
                </a:lnTo>
                <a:lnTo>
                  <a:pt x="517" y="92"/>
                </a:lnTo>
                <a:lnTo>
                  <a:pt x="519" y="94"/>
                </a:lnTo>
                <a:lnTo>
                  <a:pt x="523" y="96"/>
                </a:lnTo>
                <a:lnTo>
                  <a:pt x="524" y="97"/>
                </a:lnTo>
                <a:lnTo>
                  <a:pt x="525" y="94"/>
                </a:lnTo>
                <a:lnTo>
                  <a:pt x="528" y="94"/>
                </a:lnTo>
                <a:lnTo>
                  <a:pt x="528" y="98"/>
                </a:lnTo>
                <a:lnTo>
                  <a:pt x="531" y="99"/>
                </a:lnTo>
                <a:lnTo>
                  <a:pt x="530" y="101"/>
                </a:lnTo>
                <a:lnTo>
                  <a:pt x="532" y="102"/>
                </a:lnTo>
                <a:lnTo>
                  <a:pt x="534" y="102"/>
                </a:lnTo>
                <a:lnTo>
                  <a:pt x="534" y="103"/>
                </a:lnTo>
                <a:lnTo>
                  <a:pt x="537" y="104"/>
                </a:lnTo>
                <a:lnTo>
                  <a:pt x="539" y="104"/>
                </a:lnTo>
                <a:lnTo>
                  <a:pt x="539" y="105"/>
                </a:lnTo>
                <a:lnTo>
                  <a:pt x="542" y="105"/>
                </a:lnTo>
                <a:lnTo>
                  <a:pt x="544" y="106"/>
                </a:lnTo>
                <a:lnTo>
                  <a:pt x="545" y="106"/>
                </a:lnTo>
                <a:lnTo>
                  <a:pt x="545" y="107"/>
                </a:lnTo>
                <a:lnTo>
                  <a:pt x="546" y="107"/>
                </a:lnTo>
                <a:lnTo>
                  <a:pt x="546" y="108"/>
                </a:lnTo>
                <a:lnTo>
                  <a:pt x="546" y="109"/>
                </a:lnTo>
                <a:lnTo>
                  <a:pt x="546" y="111"/>
                </a:lnTo>
                <a:lnTo>
                  <a:pt x="546" y="112"/>
                </a:lnTo>
                <a:lnTo>
                  <a:pt x="547" y="112"/>
                </a:lnTo>
                <a:lnTo>
                  <a:pt x="547" y="114"/>
                </a:lnTo>
                <a:lnTo>
                  <a:pt x="546" y="115"/>
                </a:lnTo>
                <a:lnTo>
                  <a:pt x="546" y="116"/>
                </a:lnTo>
                <a:lnTo>
                  <a:pt x="548" y="115"/>
                </a:lnTo>
                <a:lnTo>
                  <a:pt x="551" y="114"/>
                </a:lnTo>
                <a:lnTo>
                  <a:pt x="552" y="114"/>
                </a:lnTo>
                <a:lnTo>
                  <a:pt x="552" y="113"/>
                </a:lnTo>
                <a:lnTo>
                  <a:pt x="553" y="113"/>
                </a:lnTo>
                <a:lnTo>
                  <a:pt x="554" y="113"/>
                </a:lnTo>
                <a:lnTo>
                  <a:pt x="555" y="112"/>
                </a:lnTo>
                <a:lnTo>
                  <a:pt x="558" y="112"/>
                </a:lnTo>
                <a:lnTo>
                  <a:pt x="559" y="112"/>
                </a:lnTo>
                <a:lnTo>
                  <a:pt x="560" y="112"/>
                </a:lnTo>
                <a:lnTo>
                  <a:pt x="561" y="113"/>
                </a:lnTo>
                <a:lnTo>
                  <a:pt x="564" y="114"/>
                </a:lnTo>
                <a:lnTo>
                  <a:pt x="567" y="115"/>
                </a:lnTo>
                <a:lnTo>
                  <a:pt x="568" y="115"/>
                </a:lnTo>
                <a:lnTo>
                  <a:pt x="568" y="116"/>
                </a:lnTo>
                <a:lnTo>
                  <a:pt x="569" y="116"/>
                </a:lnTo>
                <a:lnTo>
                  <a:pt x="570" y="116"/>
                </a:lnTo>
                <a:lnTo>
                  <a:pt x="571" y="117"/>
                </a:lnTo>
                <a:lnTo>
                  <a:pt x="571" y="118"/>
                </a:lnTo>
                <a:lnTo>
                  <a:pt x="570" y="119"/>
                </a:lnTo>
                <a:lnTo>
                  <a:pt x="571" y="119"/>
                </a:lnTo>
                <a:lnTo>
                  <a:pt x="571" y="120"/>
                </a:lnTo>
                <a:lnTo>
                  <a:pt x="570" y="121"/>
                </a:lnTo>
                <a:lnTo>
                  <a:pt x="572" y="122"/>
                </a:lnTo>
                <a:lnTo>
                  <a:pt x="574" y="122"/>
                </a:lnTo>
                <a:lnTo>
                  <a:pt x="575" y="121"/>
                </a:lnTo>
                <a:lnTo>
                  <a:pt x="576" y="121"/>
                </a:lnTo>
                <a:lnTo>
                  <a:pt x="577" y="121"/>
                </a:lnTo>
                <a:lnTo>
                  <a:pt x="579" y="122"/>
                </a:lnTo>
                <a:lnTo>
                  <a:pt x="581" y="122"/>
                </a:lnTo>
                <a:lnTo>
                  <a:pt x="583" y="122"/>
                </a:lnTo>
                <a:lnTo>
                  <a:pt x="586" y="122"/>
                </a:lnTo>
                <a:lnTo>
                  <a:pt x="587" y="122"/>
                </a:lnTo>
                <a:lnTo>
                  <a:pt x="588" y="122"/>
                </a:lnTo>
                <a:lnTo>
                  <a:pt x="589" y="122"/>
                </a:lnTo>
                <a:lnTo>
                  <a:pt x="590" y="122"/>
                </a:lnTo>
                <a:lnTo>
                  <a:pt x="591" y="122"/>
                </a:lnTo>
                <a:lnTo>
                  <a:pt x="594" y="123"/>
                </a:lnTo>
                <a:lnTo>
                  <a:pt x="595" y="122"/>
                </a:lnTo>
                <a:lnTo>
                  <a:pt x="595" y="123"/>
                </a:lnTo>
                <a:lnTo>
                  <a:pt x="598" y="123"/>
                </a:lnTo>
                <a:lnTo>
                  <a:pt x="599" y="123"/>
                </a:lnTo>
                <a:lnTo>
                  <a:pt x="600" y="124"/>
                </a:lnTo>
                <a:lnTo>
                  <a:pt x="603" y="125"/>
                </a:lnTo>
                <a:lnTo>
                  <a:pt x="605" y="125"/>
                </a:lnTo>
                <a:lnTo>
                  <a:pt x="606" y="125"/>
                </a:lnTo>
                <a:lnTo>
                  <a:pt x="607" y="125"/>
                </a:lnTo>
                <a:lnTo>
                  <a:pt x="608" y="125"/>
                </a:lnTo>
                <a:lnTo>
                  <a:pt x="608" y="126"/>
                </a:lnTo>
                <a:lnTo>
                  <a:pt x="609" y="125"/>
                </a:lnTo>
                <a:lnTo>
                  <a:pt x="613" y="127"/>
                </a:lnTo>
                <a:lnTo>
                  <a:pt x="617" y="128"/>
                </a:lnTo>
                <a:lnTo>
                  <a:pt x="617" y="129"/>
                </a:lnTo>
                <a:lnTo>
                  <a:pt x="619" y="129"/>
                </a:lnTo>
                <a:lnTo>
                  <a:pt x="619" y="130"/>
                </a:lnTo>
                <a:lnTo>
                  <a:pt x="622" y="132"/>
                </a:lnTo>
                <a:lnTo>
                  <a:pt x="624" y="133"/>
                </a:lnTo>
                <a:lnTo>
                  <a:pt x="624" y="134"/>
                </a:lnTo>
                <a:lnTo>
                  <a:pt x="624" y="135"/>
                </a:lnTo>
                <a:lnTo>
                  <a:pt x="625" y="134"/>
                </a:lnTo>
                <a:lnTo>
                  <a:pt x="626" y="134"/>
                </a:lnTo>
                <a:lnTo>
                  <a:pt x="627" y="134"/>
                </a:lnTo>
                <a:lnTo>
                  <a:pt x="628" y="134"/>
                </a:lnTo>
                <a:lnTo>
                  <a:pt x="629" y="135"/>
                </a:lnTo>
                <a:lnTo>
                  <a:pt x="634" y="136"/>
                </a:lnTo>
                <a:lnTo>
                  <a:pt x="635" y="136"/>
                </a:lnTo>
                <a:lnTo>
                  <a:pt x="635" y="137"/>
                </a:lnTo>
                <a:lnTo>
                  <a:pt x="636" y="137"/>
                </a:lnTo>
                <a:lnTo>
                  <a:pt x="637" y="137"/>
                </a:lnTo>
                <a:lnTo>
                  <a:pt x="638" y="137"/>
                </a:lnTo>
                <a:lnTo>
                  <a:pt x="638" y="138"/>
                </a:lnTo>
                <a:lnTo>
                  <a:pt x="639" y="138"/>
                </a:lnTo>
                <a:lnTo>
                  <a:pt x="641" y="138"/>
                </a:lnTo>
                <a:lnTo>
                  <a:pt x="643" y="139"/>
                </a:lnTo>
                <a:lnTo>
                  <a:pt x="644" y="139"/>
                </a:lnTo>
                <a:lnTo>
                  <a:pt x="646" y="140"/>
                </a:lnTo>
                <a:lnTo>
                  <a:pt x="650" y="141"/>
                </a:lnTo>
                <a:lnTo>
                  <a:pt x="654" y="142"/>
                </a:lnTo>
                <a:lnTo>
                  <a:pt x="655" y="143"/>
                </a:lnTo>
                <a:lnTo>
                  <a:pt x="656" y="144"/>
                </a:lnTo>
                <a:lnTo>
                  <a:pt x="657" y="144"/>
                </a:lnTo>
                <a:lnTo>
                  <a:pt x="657" y="145"/>
                </a:lnTo>
                <a:lnTo>
                  <a:pt x="657" y="146"/>
                </a:lnTo>
                <a:lnTo>
                  <a:pt x="657" y="147"/>
                </a:lnTo>
                <a:lnTo>
                  <a:pt x="657" y="148"/>
                </a:lnTo>
                <a:lnTo>
                  <a:pt x="659" y="150"/>
                </a:lnTo>
                <a:lnTo>
                  <a:pt x="659" y="151"/>
                </a:lnTo>
                <a:lnTo>
                  <a:pt x="658" y="153"/>
                </a:lnTo>
                <a:lnTo>
                  <a:pt x="659" y="154"/>
                </a:lnTo>
                <a:lnTo>
                  <a:pt x="659" y="155"/>
                </a:lnTo>
                <a:lnTo>
                  <a:pt x="660" y="155"/>
                </a:lnTo>
                <a:lnTo>
                  <a:pt x="660" y="156"/>
                </a:lnTo>
                <a:lnTo>
                  <a:pt x="661" y="158"/>
                </a:lnTo>
                <a:lnTo>
                  <a:pt x="662" y="160"/>
                </a:lnTo>
                <a:lnTo>
                  <a:pt x="662" y="161"/>
                </a:lnTo>
                <a:lnTo>
                  <a:pt x="663" y="162"/>
                </a:lnTo>
                <a:lnTo>
                  <a:pt x="663" y="163"/>
                </a:lnTo>
                <a:lnTo>
                  <a:pt x="664" y="164"/>
                </a:lnTo>
                <a:lnTo>
                  <a:pt x="664" y="165"/>
                </a:lnTo>
                <a:lnTo>
                  <a:pt x="664" y="166"/>
                </a:lnTo>
                <a:lnTo>
                  <a:pt x="664" y="167"/>
                </a:lnTo>
                <a:lnTo>
                  <a:pt x="665" y="168"/>
                </a:lnTo>
                <a:lnTo>
                  <a:pt x="667" y="173"/>
                </a:lnTo>
                <a:lnTo>
                  <a:pt x="668" y="174"/>
                </a:lnTo>
                <a:lnTo>
                  <a:pt x="668" y="175"/>
                </a:lnTo>
                <a:lnTo>
                  <a:pt x="668" y="176"/>
                </a:lnTo>
                <a:lnTo>
                  <a:pt x="669" y="176"/>
                </a:lnTo>
                <a:lnTo>
                  <a:pt x="670" y="177"/>
                </a:lnTo>
                <a:lnTo>
                  <a:pt x="670" y="178"/>
                </a:lnTo>
                <a:lnTo>
                  <a:pt x="671" y="179"/>
                </a:lnTo>
                <a:lnTo>
                  <a:pt x="671" y="180"/>
                </a:lnTo>
                <a:lnTo>
                  <a:pt x="671" y="182"/>
                </a:lnTo>
                <a:lnTo>
                  <a:pt x="671" y="183"/>
                </a:lnTo>
                <a:lnTo>
                  <a:pt x="672" y="184"/>
                </a:lnTo>
                <a:lnTo>
                  <a:pt x="673" y="185"/>
                </a:lnTo>
                <a:lnTo>
                  <a:pt x="674" y="185"/>
                </a:lnTo>
                <a:lnTo>
                  <a:pt x="675" y="187"/>
                </a:lnTo>
                <a:lnTo>
                  <a:pt x="677" y="190"/>
                </a:lnTo>
                <a:lnTo>
                  <a:pt x="677" y="191"/>
                </a:lnTo>
                <a:lnTo>
                  <a:pt x="678" y="191"/>
                </a:lnTo>
                <a:lnTo>
                  <a:pt x="679" y="192"/>
                </a:lnTo>
                <a:lnTo>
                  <a:pt x="679" y="193"/>
                </a:lnTo>
                <a:lnTo>
                  <a:pt x="680" y="194"/>
                </a:lnTo>
                <a:lnTo>
                  <a:pt x="680" y="195"/>
                </a:lnTo>
                <a:lnTo>
                  <a:pt x="681" y="195"/>
                </a:lnTo>
                <a:lnTo>
                  <a:pt x="681" y="196"/>
                </a:lnTo>
                <a:lnTo>
                  <a:pt x="684" y="200"/>
                </a:lnTo>
                <a:lnTo>
                  <a:pt x="684" y="201"/>
                </a:lnTo>
                <a:lnTo>
                  <a:pt x="685" y="201"/>
                </a:lnTo>
                <a:lnTo>
                  <a:pt x="685" y="202"/>
                </a:lnTo>
                <a:lnTo>
                  <a:pt x="686" y="204"/>
                </a:lnTo>
                <a:lnTo>
                  <a:pt x="686" y="205"/>
                </a:lnTo>
                <a:lnTo>
                  <a:pt x="687" y="207"/>
                </a:lnTo>
                <a:lnTo>
                  <a:pt x="688" y="207"/>
                </a:lnTo>
                <a:lnTo>
                  <a:pt x="688" y="208"/>
                </a:lnTo>
                <a:lnTo>
                  <a:pt x="689" y="209"/>
                </a:lnTo>
                <a:lnTo>
                  <a:pt x="690" y="210"/>
                </a:lnTo>
                <a:lnTo>
                  <a:pt x="691" y="213"/>
                </a:lnTo>
                <a:lnTo>
                  <a:pt x="692" y="214"/>
                </a:lnTo>
                <a:lnTo>
                  <a:pt x="692" y="215"/>
                </a:lnTo>
                <a:lnTo>
                  <a:pt x="693" y="216"/>
                </a:lnTo>
                <a:lnTo>
                  <a:pt x="692" y="216"/>
                </a:lnTo>
                <a:lnTo>
                  <a:pt x="692" y="217"/>
                </a:lnTo>
                <a:lnTo>
                  <a:pt x="693" y="216"/>
                </a:lnTo>
                <a:lnTo>
                  <a:pt x="693" y="217"/>
                </a:lnTo>
                <a:lnTo>
                  <a:pt x="694" y="219"/>
                </a:lnTo>
                <a:lnTo>
                  <a:pt x="695" y="220"/>
                </a:lnTo>
                <a:lnTo>
                  <a:pt x="695" y="221"/>
                </a:lnTo>
                <a:lnTo>
                  <a:pt x="697" y="223"/>
                </a:lnTo>
                <a:lnTo>
                  <a:pt x="700" y="226"/>
                </a:lnTo>
                <a:lnTo>
                  <a:pt x="701" y="228"/>
                </a:lnTo>
                <a:lnTo>
                  <a:pt x="703" y="231"/>
                </a:lnTo>
                <a:lnTo>
                  <a:pt x="703" y="232"/>
                </a:lnTo>
                <a:lnTo>
                  <a:pt x="705" y="233"/>
                </a:lnTo>
                <a:lnTo>
                  <a:pt x="705" y="235"/>
                </a:lnTo>
                <a:lnTo>
                  <a:pt x="706" y="235"/>
                </a:lnTo>
                <a:lnTo>
                  <a:pt x="706" y="236"/>
                </a:lnTo>
                <a:lnTo>
                  <a:pt x="706" y="237"/>
                </a:lnTo>
                <a:lnTo>
                  <a:pt x="706" y="238"/>
                </a:lnTo>
                <a:lnTo>
                  <a:pt x="706" y="239"/>
                </a:lnTo>
                <a:lnTo>
                  <a:pt x="705" y="239"/>
                </a:lnTo>
                <a:lnTo>
                  <a:pt x="705" y="240"/>
                </a:lnTo>
                <a:lnTo>
                  <a:pt x="705" y="241"/>
                </a:lnTo>
                <a:lnTo>
                  <a:pt x="704" y="241"/>
                </a:lnTo>
                <a:lnTo>
                  <a:pt x="704" y="242"/>
                </a:lnTo>
                <a:lnTo>
                  <a:pt x="705" y="242"/>
                </a:lnTo>
                <a:lnTo>
                  <a:pt x="705" y="243"/>
                </a:lnTo>
                <a:lnTo>
                  <a:pt x="706" y="243"/>
                </a:lnTo>
                <a:lnTo>
                  <a:pt x="707" y="241"/>
                </a:lnTo>
                <a:lnTo>
                  <a:pt x="707" y="240"/>
                </a:lnTo>
                <a:lnTo>
                  <a:pt x="708" y="240"/>
                </a:lnTo>
                <a:lnTo>
                  <a:pt x="711" y="242"/>
                </a:lnTo>
                <a:lnTo>
                  <a:pt x="712" y="243"/>
                </a:lnTo>
                <a:lnTo>
                  <a:pt x="713" y="243"/>
                </a:lnTo>
                <a:lnTo>
                  <a:pt x="713" y="244"/>
                </a:lnTo>
                <a:lnTo>
                  <a:pt x="715" y="245"/>
                </a:lnTo>
                <a:lnTo>
                  <a:pt x="715" y="246"/>
                </a:lnTo>
                <a:lnTo>
                  <a:pt x="715" y="247"/>
                </a:lnTo>
                <a:lnTo>
                  <a:pt x="717" y="249"/>
                </a:lnTo>
                <a:lnTo>
                  <a:pt x="718" y="252"/>
                </a:lnTo>
                <a:lnTo>
                  <a:pt x="719" y="253"/>
                </a:lnTo>
                <a:lnTo>
                  <a:pt x="720" y="255"/>
                </a:lnTo>
                <a:lnTo>
                  <a:pt x="720" y="256"/>
                </a:lnTo>
                <a:lnTo>
                  <a:pt x="721" y="257"/>
                </a:lnTo>
                <a:lnTo>
                  <a:pt x="722" y="260"/>
                </a:lnTo>
                <a:lnTo>
                  <a:pt x="723" y="260"/>
                </a:lnTo>
                <a:lnTo>
                  <a:pt x="723" y="261"/>
                </a:lnTo>
                <a:lnTo>
                  <a:pt x="724" y="261"/>
                </a:lnTo>
                <a:lnTo>
                  <a:pt x="724" y="262"/>
                </a:lnTo>
                <a:lnTo>
                  <a:pt x="724" y="263"/>
                </a:lnTo>
                <a:lnTo>
                  <a:pt x="726" y="266"/>
                </a:lnTo>
                <a:lnTo>
                  <a:pt x="726" y="268"/>
                </a:lnTo>
                <a:lnTo>
                  <a:pt x="727" y="268"/>
                </a:lnTo>
                <a:lnTo>
                  <a:pt x="728" y="269"/>
                </a:lnTo>
                <a:lnTo>
                  <a:pt x="728" y="271"/>
                </a:lnTo>
                <a:lnTo>
                  <a:pt x="728" y="273"/>
                </a:lnTo>
                <a:lnTo>
                  <a:pt x="727" y="273"/>
                </a:lnTo>
                <a:lnTo>
                  <a:pt x="726" y="273"/>
                </a:lnTo>
                <a:lnTo>
                  <a:pt x="726" y="274"/>
                </a:lnTo>
                <a:lnTo>
                  <a:pt x="726" y="275"/>
                </a:lnTo>
                <a:lnTo>
                  <a:pt x="727" y="275"/>
                </a:lnTo>
                <a:lnTo>
                  <a:pt x="728" y="275"/>
                </a:lnTo>
                <a:lnTo>
                  <a:pt x="729" y="275"/>
                </a:lnTo>
                <a:lnTo>
                  <a:pt x="729" y="276"/>
                </a:lnTo>
                <a:lnTo>
                  <a:pt x="729" y="278"/>
                </a:lnTo>
                <a:lnTo>
                  <a:pt x="729" y="279"/>
                </a:lnTo>
                <a:lnTo>
                  <a:pt x="730" y="282"/>
                </a:lnTo>
                <a:lnTo>
                  <a:pt x="726" y="285"/>
                </a:lnTo>
                <a:lnTo>
                  <a:pt x="726" y="286"/>
                </a:lnTo>
                <a:lnTo>
                  <a:pt x="727" y="288"/>
                </a:lnTo>
                <a:lnTo>
                  <a:pt x="725" y="290"/>
                </a:lnTo>
                <a:lnTo>
                  <a:pt x="725" y="291"/>
                </a:lnTo>
                <a:lnTo>
                  <a:pt x="726" y="292"/>
                </a:lnTo>
                <a:lnTo>
                  <a:pt x="726" y="293"/>
                </a:lnTo>
                <a:lnTo>
                  <a:pt x="730" y="295"/>
                </a:lnTo>
                <a:lnTo>
                  <a:pt x="735" y="298"/>
                </a:lnTo>
                <a:lnTo>
                  <a:pt x="736" y="299"/>
                </a:lnTo>
                <a:lnTo>
                  <a:pt x="736" y="298"/>
                </a:lnTo>
                <a:lnTo>
                  <a:pt x="737" y="298"/>
                </a:lnTo>
                <a:lnTo>
                  <a:pt x="737" y="299"/>
                </a:lnTo>
                <a:lnTo>
                  <a:pt x="738" y="299"/>
                </a:lnTo>
                <a:lnTo>
                  <a:pt x="738" y="298"/>
                </a:lnTo>
                <a:lnTo>
                  <a:pt x="740" y="298"/>
                </a:lnTo>
                <a:lnTo>
                  <a:pt x="741" y="299"/>
                </a:lnTo>
                <a:lnTo>
                  <a:pt x="743" y="299"/>
                </a:lnTo>
                <a:lnTo>
                  <a:pt x="742" y="300"/>
                </a:lnTo>
                <a:lnTo>
                  <a:pt x="741" y="300"/>
                </a:lnTo>
                <a:lnTo>
                  <a:pt x="741" y="301"/>
                </a:lnTo>
                <a:lnTo>
                  <a:pt x="740" y="301"/>
                </a:lnTo>
                <a:lnTo>
                  <a:pt x="742" y="301"/>
                </a:lnTo>
                <a:lnTo>
                  <a:pt x="744" y="299"/>
                </a:lnTo>
                <a:lnTo>
                  <a:pt x="745" y="299"/>
                </a:lnTo>
                <a:lnTo>
                  <a:pt x="745" y="300"/>
                </a:lnTo>
                <a:lnTo>
                  <a:pt x="745" y="301"/>
                </a:lnTo>
                <a:lnTo>
                  <a:pt x="745" y="302"/>
                </a:lnTo>
                <a:lnTo>
                  <a:pt x="745" y="303"/>
                </a:lnTo>
                <a:lnTo>
                  <a:pt x="745" y="304"/>
                </a:lnTo>
                <a:lnTo>
                  <a:pt x="746" y="305"/>
                </a:lnTo>
                <a:lnTo>
                  <a:pt x="747" y="305"/>
                </a:lnTo>
                <a:lnTo>
                  <a:pt x="747" y="304"/>
                </a:lnTo>
                <a:lnTo>
                  <a:pt x="748" y="304"/>
                </a:lnTo>
                <a:lnTo>
                  <a:pt x="748" y="303"/>
                </a:lnTo>
                <a:lnTo>
                  <a:pt x="749" y="304"/>
                </a:lnTo>
                <a:lnTo>
                  <a:pt x="750" y="305"/>
                </a:lnTo>
                <a:lnTo>
                  <a:pt x="751" y="308"/>
                </a:lnTo>
                <a:lnTo>
                  <a:pt x="752" y="308"/>
                </a:lnTo>
                <a:lnTo>
                  <a:pt x="752" y="310"/>
                </a:lnTo>
                <a:lnTo>
                  <a:pt x="753" y="313"/>
                </a:lnTo>
                <a:lnTo>
                  <a:pt x="754" y="313"/>
                </a:lnTo>
                <a:lnTo>
                  <a:pt x="754" y="314"/>
                </a:lnTo>
                <a:lnTo>
                  <a:pt x="754" y="313"/>
                </a:lnTo>
                <a:lnTo>
                  <a:pt x="755" y="313"/>
                </a:lnTo>
                <a:lnTo>
                  <a:pt x="756" y="313"/>
                </a:lnTo>
                <a:lnTo>
                  <a:pt x="758" y="316"/>
                </a:lnTo>
                <a:lnTo>
                  <a:pt x="758" y="318"/>
                </a:lnTo>
                <a:lnTo>
                  <a:pt x="758" y="319"/>
                </a:lnTo>
                <a:lnTo>
                  <a:pt x="759" y="319"/>
                </a:lnTo>
                <a:lnTo>
                  <a:pt x="760" y="321"/>
                </a:lnTo>
                <a:lnTo>
                  <a:pt x="759" y="323"/>
                </a:lnTo>
                <a:lnTo>
                  <a:pt x="758" y="323"/>
                </a:lnTo>
                <a:lnTo>
                  <a:pt x="757" y="324"/>
                </a:lnTo>
                <a:lnTo>
                  <a:pt x="757" y="325"/>
                </a:lnTo>
                <a:lnTo>
                  <a:pt x="758" y="325"/>
                </a:lnTo>
                <a:lnTo>
                  <a:pt x="759" y="324"/>
                </a:lnTo>
                <a:lnTo>
                  <a:pt x="760" y="323"/>
                </a:lnTo>
                <a:lnTo>
                  <a:pt x="761" y="327"/>
                </a:lnTo>
                <a:lnTo>
                  <a:pt x="761" y="329"/>
                </a:lnTo>
                <a:lnTo>
                  <a:pt x="760" y="330"/>
                </a:lnTo>
                <a:lnTo>
                  <a:pt x="759" y="329"/>
                </a:lnTo>
                <a:lnTo>
                  <a:pt x="759" y="330"/>
                </a:lnTo>
                <a:lnTo>
                  <a:pt x="757" y="331"/>
                </a:lnTo>
                <a:lnTo>
                  <a:pt x="757" y="332"/>
                </a:lnTo>
                <a:lnTo>
                  <a:pt x="756" y="332"/>
                </a:lnTo>
                <a:lnTo>
                  <a:pt x="755" y="333"/>
                </a:lnTo>
                <a:lnTo>
                  <a:pt x="754" y="333"/>
                </a:lnTo>
                <a:lnTo>
                  <a:pt x="753" y="333"/>
                </a:lnTo>
                <a:lnTo>
                  <a:pt x="753" y="334"/>
                </a:lnTo>
                <a:lnTo>
                  <a:pt x="754" y="334"/>
                </a:lnTo>
                <a:lnTo>
                  <a:pt x="754" y="333"/>
                </a:lnTo>
                <a:lnTo>
                  <a:pt x="756" y="333"/>
                </a:lnTo>
                <a:lnTo>
                  <a:pt x="757" y="333"/>
                </a:lnTo>
                <a:lnTo>
                  <a:pt x="758" y="332"/>
                </a:lnTo>
                <a:lnTo>
                  <a:pt x="758" y="331"/>
                </a:lnTo>
                <a:lnTo>
                  <a:pt x="759" y="330"/>
                </a:lnTo>
                <a:lnTo>
                  <a:pt x="760" y="330"/>
                </a:lnTo>
                <a:lnTo>
                  <a:pt x="761" y="330"/>
                </a:lnTo>
                <a:lnTo>
                  <a:pt x="762" y="328"/>
                </a:lnTo>
                <a:lnTo>
                  <a:pt x="762" y="329"/>
                </a:lnTo>
                <a:lnTo>
                  <a:pt x="763" y="330"/>
                </a:lnTo>
                <a:lnTo>
                  <a:pt x="763" y="331"/>
                </a:lnTo>
                <a:lnTo>
                  <a:pt x="764" y="331"/>
                </a:lnTo>
                <a:lnTo>
                  <a:pt x="765" y="332"/>
                </a:lnTo>
                <a:lnTo>
                  <a:pt x="765" y="331"/>
                </a:lnTo>
                <a:lnTo>
                  <a:pt x="766" y="332"/>
                </a:lnTo>
                <a:lnTo>
                  <a:pt x="766" y="333"/>
                </a:lnTo>
                <a:lnTo>
                  <a:pt x="767" y="334"/>
                </a:lnTo>
                <a:lnTo>
                  <a:pt x="769" y="337"/>
                </a:lnTo>
                <a:lnTo>
                  <a:pt x="769" y="338"/>
                </a:lnTo>
                <a:lnTo>
                  <a:pt x="769" y="339"/>
                </a:lnTo>
                <a:lnTo>
                  <a:pt x="771" y="340"/>
                </a:lnTo>
                <a:lnTo>
                  <a:pt x="772" y="342"/>
                </a:lnTo>
                <a:lnTo>
                  <a:pt x="773" y="342"/>
                </a:lnTo>
                <a:lnTo>
                  <a:pt x="773" y="343"/>
                </a:lnTo>
                <a:lnTo>
                  <a:pt x="774" y="346"/>
                </a:lnTo>
                <a:lnTo>
                  <a:pt x="777" y="351"/>
                </a:lnTo>
                <a:lnTo>
                  <a:pt x="777" y="352"/>
                </a:lnTo>
                <a:lnTo>
                  <a:pt x="781" y="351"/>
                </a:lnTo>
                <a:lnTo>
                  <a:pt x="783" y="350"/>
                </a:lnTo>
                <a:lnTo>
                  <a:pt x="785" y="353"/>
                </a:lnTo>
                <a:lnTo>
                  <a:pt x="783" y="354"/>
                </a:lnTo>
                <a:lnTo>
                  <a:pt x="784" y="356"/>
                </a:lnTo>
                <a:lnTo>
                  <a:pt x="785" y="357"/>
                </a:lnTo>
                <a:lnTo>
                  <a:pt x="786" y="358"/>
                </a:lnTo>
                <a:lnTo>
                  <a:pt x="786" y="359"/>
                </a:lnTo>
                <a:lnTo>
                  <a:pt x="784" y="361"/>
                </a:lnTo>
                <a:lnTo>
                  <a:pt x="785" y="361"/>
                </a:lnTo>
                <a:lnTo>
                  <a:pt x="785" y="362"/>
                </a:lnTo>
                <a:lnTo>
                  <a:pt x="786" y="363"/>
                </a:lnTo>
                <a:lnTo>
                  <a:pt x="786" y="364"/>
                </a:lnTo>
                <a:lnTo>
                  <a:pt x="787" y="365"/>
                </a:lnTo>
                <a:lnTo>
                  <a:pt x="787" y="366"/>
                </a:lnTo>
                <a:lnTo>
                  <a:pt x="788" y="366"/>
                </a:lnTo>
                <a:lnTo>
                  <a:pt x="788" y="367"/>
                </a:lnTo>
                <a:lnTo>
                  <a:pt x="788" y="368"/>
                </a:lnTo>
                <a:lnTo>
                  <a:pt x="789" y="368"/>
                </a:lnTo>
                <a:lnTo>
                  <a:pt x="790" y="370"/>
                </a:lnTo>
                <a:lnTo>
                  <a:pt x="790" y="371"/>
                </a:lnTo>
                <a:lnTo>
                  <a:pt x="790" y="372"/>
                </a:lnTo>
                <a:lnTo>
                  <a:pt x="791" y="372"/>
                </a:lnTo>
                <a:lnTo>
                  <a:pt x="791" y="374"/>
                </a:lnTo>
                <a:lnTo>
                  <a:pt x="792" y="374"/>
                </a:lnTo>
                <a:lnTo>
                  <a:pt x="793" y="377"/>
                </a:lnTo>
                <a:lnTo>
                  <a:pt x="793" y="378"/>
                </a:lnTo>
                <a:lnTo>
                  <a:pt x="794" y="382"/>
                </a:lnTo>
                <a:lnTo>
                  <a:pt x="794" y="383"/>
                </a:lnTo>
                <a:lnTo>
                  <a:pt x="794" y="384"/>
                </a:lnTo>
                <a:lnTo>
                  <a:pt x="794" y="385"/>
                </a:lnTo>
                <a:lnTo>
                  <a:pt x="792" y="385"/>
                </a:lnTo>
                <a:lnTo>
                  <a:pt x="791" y="385"/>
                </a:lnTo>
                <a:lnTo>
                  <a:pt x="788" y="386"/>
                </a:lnTo>
                <a:lnTo>
                  <a:pt x="786" y="388"/>
                </a:lnTo>
                <a:lnTo>
                  <a:pt x="787" y="388"/>
                </a:lnTo>
                <a:lnTo>
                  <a:pt x="787" y="389"/>
                </a:lnTo>
                <a:lnTo>
                  <a:pt x="788" y="389"/>
                </a:lnTo>
                <a:lnTo>
                  <a:pt x="789" y="388"/>
                </a:lnTo>
                <a:lnTo>
                  <a:pt x="794" y="390"/>
                </a:lnTo>
                <a:lnTo>
                  <a:pt x="796" y="390"/>
                </a:lnTo>
                <a:lnTo>
                  <a:pt x="799" y="391"/>
                </a:lnTo>
                <a:lnTo>
                  <a:pt x="799" y="392"/>
                </a:lnTo>
                <a:lnTo>
                  <a:pt x="798" y="392"/>
                </a:lnTo>
                <a:lnTo>
                  <a:pt x="799" y="393"/>
                </a:lnTo>
                <a:lnTo>
                  <a:pt x="801" y="392"/>
                </a:lnTo>
                <a:lnTo>
                  <a:pt x="802" y="394"/>
                </a:lnTo>
                <a:lnTo>
                  <a:pt x="802" y="395"/>
                </a:lnTo>
                <a:lnTo>
                  <a:pt x="804" y="401"/>
                </a:lnTo>
                <a:lnTo>
                  <a:pt x="804" y="402"/>
                </a:lnTo>
                <a:lnTo>
                  <a:pt x="804" y="404"/>
                </a:lnTo>
                <a:lnTo>
                  <a:pt x="803" y="404"/>
                </a:lnTo>
                <a:lnTo>
                  <a:pt x="803" y="405"/>
                </a:lnTo>
                <a:lnTo>
                  <a:pt x="805" y="405"/>
                </a:lnTo>
                <a:lnTo>
                  <a:pt x="805" y="406"/>
                </a:lnTo>
                <a:lnTo>
                  <a:pt x="806" y="406"/>
                </a:lnTo>
                <a:lnTo>
                  <a:pt x="807" y="410"/>
                </a:lnTo>
                <a:lnTo>
                  <a:pt x="808" y="411"/>
                </a:lnTo>
                <a:lnTo>
                  <a:pt x="808" y="412"/>
                </a:lnTo>
                <a:lnTo>
                  <a:pt x="809" y="413"/>
                </a:lnTo>
                <a:lnTo>
                  <a:pt x="809" y="414"/>
                </a:lnTo>
                <a:lnTo>
                  <a:pt x="809" y="415"/>
                </a:lnTo>
                <a:lnTo>
                  <a:pt x="810" y="416"/>
                </a:lnTo>
                <a:lnTo>
                  <a:pt x="809" y="417"/>
                </a:lnTo>
                <a:lnTo>
                  <a:pt x="808" y="418"/>
                </a:lnTo>
                <a:lnTo>
                  <a:pt x="808" y="419"/>
                </a:lnTo>
                <a:lnTo>
                  <a:pt x="808" y="420"/>
                </a:lnTo>
                <a:lnTo>
                  <a:pt x="808" y="421"/>
                </a:lnTo>
                <a:lnTo>
                  <a:pt x="810" y="420"/>
                </a:lnTo>
                <a:lnTo>
                  <a:pt x="811" y="419"/>
                </a:lnTo>
                <a:lnTo>
                  <a:pt x="813" y="418"/>
                </a:lnTo>
                <a:lnTo>
                  <a:pt x="817" y="417"/>
                </a:lnTo>
                <a:lnTo>
                  <a:pt x="818" y="418"/>
                </a:lnTo>
                <a:lnTo>
                  <a:pt x="820" y="442"/>
                </a:lnTo>
                <a:lnTo>
                  <a:pt x="819" y="443"/>
                </a:lnTo>
                <a:lnTo>
                  <a:pt x="819" y="450"/>
                </a:lnTo>
                <a:lnTo>
                  <a:pt x="813" y="452"/>
                </a:lnTo>
                <a:lnTo>
                  <a:pt x="813" y="454"/>
                </a:lnTo>
                <a:lnTo>
                  <a:pt x="812" y="454"/>
                </a:lnTo>
                <a:lnTo>
                  <a:pt x="812" y="455"/>
                </a:lnTo>
                <a:lnTo>
                  <a:pt x="811" y="457"/>
                </a:lnTo>
                <a:lnTo>
                  <a:pt x="812" y="458"/>
                </a:lnTo>
                <a:lnTo>
                  <a:pt x="812" y="459"/>
                </a:lnTo>
                <a:lnTo>
                  <a:pt x="813" y="459"/>
                </a:lnTo>
                <a:lnTo>
                  <a:pt x="818" y="458"/>
                </a:lnTo>
                <a:lnTo>
                  <a:pt x="819" y="458"/>
                </a:lnTo>
                <a:lnTo>
                  <a:pt x="820" y="457"/>
                </a:lnTo>
                <a:lnTo>
                  <a:pt x="820" y="458"/>
                </a:lnTo>
                <a:lnTo>
                  <a:pt x="821" y="460"/>
                </a:lnTo>
                <a:lnTo>
                  <a:pt x="822" y="461"/>
                </a:lnTo>
                <a:lnTo>
                  <a:pt x="823" y="462"/>
                </a:lnTo>
                <a:lnTo>
                  <a:pt x="825" y="465"/>
                </a:lnTo>
                <a:lnTo>
                  <a:pt x="826" y="467"/>
                </a:lnTo>
                <a:lnTo>
                  <a:pt x="827" y="467"/>
                </a:lnTo>
                <a:lnTo>
                  <a:pt x="826" y="468"/>
                </a:lnTo>
                <a:lnTo>
                  <a:pt x="824" y="473"/>
                </a:lnTo>
                <a:lnTo>
                  <a:pt x="823" y="475"/>
                </a:lnTo>
                <a:lnTo>
                  <a:pt x="823" y="476"/>
                </a:lnTo>
                <a:lnTo>
                  <a:pt x="824" y="474"/>
                </a:lnTo>
                <a:lnTo>
                  <a:pt x="827" y="473"/>
                </a:lnTo>
                <a:lnTo>
                  <a:pt x="828" y="473"/>
                </a:lnTo>
                <a:lnTo>
                  <a:pt x="829" y="474"/>
                </a:lnTo>
                <a:lnTo>
                  <a:pt x="830" y="474"/>
                </a:lnTo>
                <a:lnTo>
                  <a:pt x="834" y="474"/>
                </a:lnTo>
                <a:lnTo>
                  <a:pt x="835" y="473"/>
                </a:lnTo>
                <a:lnTo>
                  <a:pt x="840" y="475"/>
                </a:lnTo>
                <a:lnTo>
                  <a:pt x="839" y="477"/>
                </a:lnTo>
                <a:lnTo>
                  <a:pt x="838" y="480"/>
                </a:lnTo>
                <a:lnTo>
                  <a:pt x="839" y="481"/>
                </a:lnTo>
                <a:lnTo>
                  <a:pt x="840" y="481"/>
                </a:lnTo>
                <a:lnTo>
                  <a:pt x="841" y="481"/>
                </a:lnTo>
                <a:lnTo>
                  <a:pt x="843" y="482"/>
                </a:lnTo>
                <a:lnTo>
                  <a:pt x="844" y="482"/>
                </a:lnTo>
                <a:lnTo>
                  <a:pt x="845" y="482"/>
                </a:lnTo>
                <a:lnTo>
                  <a:pt x="847" y="482"/>
                </a:lnTo>
                <a:lnTo>
                  <a:pt x="849" y="483"/>
                </a:lnTo>
                <a:lnTo>
                  <a:pt x="852" y="483"/>
                </a:lnTo>
                <a:lnTo>
                  <a:pt x="853" y="483"/>
                </a:lnTo>
                <a:lnTo>
                  <a:pt x="854" y="484"/>
                </a:lnTo>
                <a:lnTo>
                  <a:pt x="869" y="489"/>
                </a:lnTo>
                <a:lnTo>
                  <a:pt x="869" y="490"/>
                </a:lnTo>
                <a:lnTo>
                  <a:pt x="868" y="496"/>
                </a:lnTo>
                <a:lnTo>
                  <a:pt x="869" y="495"/>
                </a:lnTo>
                <a:lnTo>
                  <a:pt x="870" y="495"/>
                </a:lnTo>
                <a:lnTo>
                  <a:pt x="871" y="496"/>
                </a:lnTo>
                <a:lnTo>
                  <a:pt x="874" y="492"/>
                </a:lnTo>
                <a:lnTo>
                  <a:pt x="881" y="493"/>
                </a:lnTo>
                <a:lnTo>
                  <a:pt x="881" y="495"/>
                </a:lnTo>
                <a:lnTo>
                  <a:pt x="885" y="497"/>
                </a:lnTo>
                <a:lnTo>
                  <a:pt x="886" y="495"/>
                </a:lnTo>
                <a:lnTo>
                  <a:pt x="887" y="495"/>
                </a:lnTo>
                <a:lnTo>
                  <a:pt x="893" y="496"/>
                </a:lnTo>
                <a:lnTo>
                  <a:pt x="901" y="500"/>
                </a:lnTo>
                <a:lnTo>
                  <a:pt x="907" y="502"/>
                </a:lnTo>
                <a:lnTo>
                  <a:pt x="908" y="503"/>
                </a:lnTo>
                <a:lnTo>
                  <a:pt x="909" y="504"/>
                </a:lnTo>
                <a:lnTo>
                  <a:pt x="909" y="505"/>
                </a:lnTo>
                <a:lnTo>
                  <a:pt x="909" y="508"/>
                </a:lnTo>
                <a:lnTo>
                  <a:pt x="909" y="509"/>
                </a:lnTo>
                <a:lnTo>
                  <a:pt x="910" y="509"/>
                </a:lnTo>
                <a:lnTo>
                  <a:pt x="910" y="510"/>
                </a:lnTo>
                <a:lnTo>
                  <a:pt x="910" y="511"/>
                </a:lnTo>
                <a:lnTo>
                  <a:pt x="910" y="512"/>
                </a:lnTo>
                <a:lnTo>
                  <a:pt x="910" y="513"/>
                </a:lnTo>
                <a:lnTo>
                  <a:pt x="911" y="516"/>
                </a:lnTo>
                <a:lnTo>
                  <a:pt x="911" y="517"/>
                </a:lnTo>
                <a:lnTo>
                  <a:pt x="912" y="520"/>
                </a:lnTo>
                <a:lnTo>
                  <a:pt x="912" y="521"/>
                </a:lnTo>
                <a:lnTo>
                  <a:pt x="914" y="521"/>
                </a:lnTo>
                <a:lnTo>
                  <a:pt x="915" y="521"/>
                </a:lnTo>
                <a:lnTo>
                  <a:pt x="916" y="521"/>
                </a:lnTo>
                <a:lnTo>
                  <a:pt x="916" y="522"/>
                </a:lnTo>
                <a:lnTo>
                  <a:pt x="916" y="524"/>
                </a:lnTo>
                <a:lnTo>
                  <a:pt x="916" y="525"/>
                </a:lnTo>
                <a:lnTo>
                  <a:pt x="916" y="526"/>
                </a:lnTo>
                <a:lnTo>
                  <a:pt x="916" y="527"/>
                </a:lnTo>
                <a:lnTo>
                  <a:pt x="917" y="527"/>
                </a:lnTo>
                <a:lnTo>
                  <a:pt x="917" y="528"/>
                </a:lnTo>
                <a:lnTo>
                  <a:pt x="919" y="529"/>
                </a:lnTo>
                <a:lnTo>
                  <a:pt x="919" y="530"/>
                </a:lnTo>
                <a:lnTo>
                  <a:pt x="919" y="531"/>
                </a:lnTo>
                <a:lnTo>
                  <a:pt x="920" y="532"/>
                </a:lnTo>
                <a:lnTo>
                  <a:pt x="921" y="534"/>
                </a:lnTo>
                <a:lnTo>
                  <a:pt x="923" y="535"/>
                </a:lnTo>
                <a:lnTo>
                  <a:pt x="925" y="535"/>
                </a:lnTo>
                <a:lnTo>
                  <a:pt x="926" y="537"/>
                </a:lnTo>
                <a:lnTo>
                  <a:pt x="926" y="539"/>
                </a:lnTo>
                <a:lnTo>
                  <a:pt x="924" y="541"/>
                </a:lnTo>
                <a:lnTo>
                  <a:pt x="922" y="542"/>
                </a:lnTo>
                <a:lnTo>
                  <a:pt x="920" y="543"/>
                </a:lnTo>
                <a:lnTo>
                  <a:pt x="917" y="543"/>
                </a:lnTo>
                <a:lnTo>
                  <a:pt x="917" y="542"/>
                </a:lnTo>
                <a:lnTo>
                  <a:pt x="913" y="541"/>
                </a:lnTo>
                <a:lnTo>
                  <a:pt x="912" y="541"/>
                </a:lnTo>
                <a:lnTo>
                  <a:pt x="912" y="542"/>
                </a:lnTo>
                <a:lnTo>
                  <a:pt x="911" y="542"/>
                </a:lnTo>
                <a:lnTo>
                  <a:pt x="909" y="543"/>
                </a:lnTo>
                <a:lnTo>
                  <a:pt x="910" y="543"/>
                </a:lnTo>
                <a:lnTo>
                  <a:pt x="910" y="544"/>
                </a:lnTo>
                <a:lnTo>
                  <a:pt x="909" y="544"/>
                </a:lnTo>
                <a:lnTo>
                  <a:pt x="908" y="544"/>
                </a:lnTo>
                <a:lnTo>
                  <a:pt x="906" y="544"/>
                </a:lnTo>
                <a:lnTo>
                  <a:pt x="906" y="545"/>
                </a:lnTo>
                <a:lnTo>
                  <a:pt x="908" y="545"/>
                </a:lnTo>
                <a:lnTo>
                  <a:pt x="908" y="544"/>
                </a:lnTo>
                <a:lnTo>
                  <a:pt x="909" y="544"/>
                </a:lnTo>
                <a:lnTo>
                  <a:pt x="910" y="545"/>
                </a:lnTo>
                <a:lnTo>
                  <a:pt x="914" y="544"/>
                </a:lnTo>
                <a:lnTo>
                  <a:pt x="915" y="544"/>
                </a:lnTo>
                <a:lnTo>
                  <a:pt x="915" y="545"/>
                </a:lnTo>
                <a:lnTo>
                  <a:pt x="916" y="545"/>
                </a:lnTo>
                <a:lnTo>
                  <a:pt x="915" y="546"/>
                </a:lnTo>
                <a:lnTo>
                  <a:pt x="916" y="549"/>
                </a:lnTo>
                <a:lnTo>
                  <a:pt x="917" y="549"/>
                </a:lnTo>
                <a:lnTo>
                  <a:pt x="918" y="550"/>
                </a:lnTo>
                <a:lnTo>
                  <a:pt x="919" y="550"/>
                </a:lnTo>
                <a:lnTo>
                  <a:pt x="919" y="552"/>
                </a:lnTo>
                <a:lnTo>
                  <a:pt x="922" y="551"/>
                </a:lnTo>
                <a:lnTo>
                  <a:pt x="924" y="553"/>
                </a:lnTo>
                <a:lnTo>
                  <a:pt x="927" y="551"/>
                </a:lnTo>
                <a:lnTo>
                  <a:pt x="929" y="549"/>
                </a:lnTo>
                <a:lnTo>
                  <a:pt x="931" y="549"/>
                </a:lnTo>
                <a:lnTo>
                  <a:pt x="934" y="550"/>
                </a:lnTo>
                <a:lnTo>
                  <a:pt x="935" y="552"/>
                </a:lnTo>
                <a:lnTo>
                  <a:pt x="936" y="555"/>
                </a:lnTo>
                <a:lnTo>
                  <a:pt x="935" y="559"/>
                </a:lnTo>
                <a:lnTo>
                  <a:pt x="936" y="559"/>
                </a:lnTo>
                <a:lnTo>
                  <a:pt x="938" y="560"/>
                </a:lnTo>
                <a:lnTo>
                  <a:pt x="939" y="560"/>
                </a:lnTo>
                <a:lnTo>
                  <a:pt x="940" y="560"/>
                </a:lnTo>
                <a:lnTo>
                  <a:pt x="940" y="561"/>
                </a:lnTo>
                <a:lnTo>
                  <a:pt x="941" y="561"/>
                </a:lnTo>
                <a:lnTo>
                  <a:pt x="942" y="561"/>
                </a:lnTo>
                <a:lnTo>
                  <a:pt x="944" y="561"/>
                </a:lnTo>
                <a:lnTo>
                  <a:pt x="945" y="558"/>
                </a:lnTo>
                <a:lnTo>
                  <a:pt x="950" y="559"/>
                </a:lnTo>
                <a:lnTo>
                  <a:pt x="966" y="561"/>
                </a:lnTo>
                <a:lnTo>
                  <a:pt x="974" y="564"/>
                </a:lnTo>
                <a:lnTo>
                  <a:pt x="978" y="567"/>
                </a:lnTo>
                <a:lnTo>
                  <a:pt x="976" y="572"/>
                </a:lnTo>
                <a:lnTo>
                  <a:pt x="975" y="572"/>
                </a:lnTo>
                <a:lnTo>
                  <a:pt x="976" y="572"/>
                </a:lnTo>
                <a:lnTo>
                  <a:pt x="978" y="573"/>
                </a:lnTo>
                <a:lnTo>
                  <a:pt x="978" y="574"/>
                </a:lnTo>
                <a:lnTo>
                  <a:pt x="979" y="574"/>
                </a:lnTo>
                <a:lnTo>
                  <a:pt x="980" y="574"/>
                </a:lnTo>
                <a:lnTo>
                  <a:pt x="981" y="574"/>
                </a:lnTo>
                <a:lnTo>
                  <a:pt x="982" y="575"/>
                </a:lnTo>
                <a:lnTo>
                  <a:pt x="985" y="578"/>
                </a:lnTo>
                <a:lnTo>
                  <a:pt x="989" y="581"/>
                </a:lnTo>
                <a:lnTo>
                  <a:pt x="990" y="580"/>
                </a:lnTo>
                <a:lnTo>
                  <a:pt x="993" y="582"/>
                </a:lnTo>
                <a:lnTo>
                  <a:pt x="1004" y="599"/>
                </a:lnTo>
                <a:lnTo>
                  <a:pt x="1004" y="600"/>
                </a:lnTo>
                <a:lnTo>
                  <a:pt x="1004" y="601"/>
                </a:lnTo>
                <a:lnTo>
                  <a:pt x="1004" y="602"/>
                </a:lnTo>
                <a:lnTo>
                  <a:pt x="1004" y="603"/>
                </a:lnTo>
                <a:lnTo>
                  <a:pt x="1005" y="603"/>
                </a:lnTo>
                <a:lnTo>
                  <a:pt x="1005" y="604"/>
                </a:lnTo>
                <a:lnTo>
                  <a:pt x="1006" y="605"/>
                </a:lnTo>
                <a:lnTo>
                  <a:pt x="1007" y="606"/>
                </a:lnTo>
                <a:lnTo>
                  <a:pt x="1007" y="607"/>
                </a:lnTo>
                <a:lnTo>
                  <a:pt x="1008" y="608"/>
                </a:lnTo>
                <a:lnTo>
                  <a:pt x="1008" y="609"/>
                </a:lnTo>
                <a:lnTo>
                  <a:pt x="1009" y="609"/>
                </a:lnTo>
                <a:lnTo>
                  <a:pt x="1009" y="610"/>
                </a:lnTo>
                <a:lnTo>
                  <a:pt x="1010" y="610"/>
                </a:lnTo>
                <a:lnTo>
                  <a:pt x="1010" y="611"/>
                </a:lnTo>
                <a:lnTo>
                  <a:pt x="1011" y="612"/>
                </a:lnTo>
                <a:lnTo>
                  <a:pt x="1012" y="613"/>
                </a:lnTo>
                <a:lnTo>
                  <a:pt x="1012" y="614"/>
                </a:lnTo>
                <a:lnTo>
                  <a:pt x="1011" y="615"/>
                </a:lnTo>
                <a:lnTo>
                  <a:pt x="1013" y="617"/>
                </a:lnTo>
                <a:lnTo>
                  <a:pt x="1014" y="617"/>
                </a:lnTo>
                <a:lnTo>
                  <a:pt x="1015" y="618"/>
                </a:lnTo>
                <a:lnTo>
                  <a:pt x="1016" y="619"/>
                </a:lnTo>
                <a:lnTo>
                  <a:pt x="1017" y="622"/>
                </a:lnTo>
                <a:lnTo>
                  <a:pt x="1018" y="624"/>
                </a:lnTo>
                <a:lnTo>
                  <a:pt x="1018" y="626"/>
                </a:lnTo>
                <a:lnTo>
                  <a:pt x="1019" y="626"/>
                </a:lnTo>
                <a:lnTo>
                  <a:pt x="1019" y="627"/>
                </a:lnTo>
                <a:lnTo>
                  <a:pt x="1017" y="630"/>
                </a:lnTo>
                <a:lnTo>
                  <a:pt x="1017" y="631"/>
                </a:lnTo>
                <a:lnTo>
                  <a:pt x="1016" y="632"/>
                </a:lnTo>
                <a:lnTo>
                  <a:pt x="1015" y="632"/>
                </a:lnTo>
                <a:lnTo>
                  <a:pt x="1014" y="632"/>
                </a:lnTo>
                <a:lnTo>
                  <a:pt x="1014" y="633"/>
                </a:lnTo>
                <a:lnTo>
                  <a:pt x="1013" y="633"/>
                </a:lnTo>
                <a:lnTo>
                  <a:pt x="1012" y="634"/>
                </a:lnTo>
                <a:lnTo>
                  <a:pt x="1012" y="635"/>
                </a:lnTo>
                <a:lnTo>
                  <a:pt x="1013" y="640"/>
                </a:lnTo>
                <a:lnTo>
                  <a:pt x="1013" y="646"/>
                </a:lnTo>
                <a:lnTo>
                  <a:pt x="1011" y="646"/>
                </a:lnTo>
                <a:lnTo>
                  <a:pt x="1008" y="646"/>
                </a:lnTo>
                <a:lnTo>
                  <a:pt x="1003" y="646"/>
                </a:lnTo>
                <a:lnTo>
                  <a:pt x="1001" y="646"/>
                </a:lnTo>
                <a:lnTo>
                  <a:pt x="998" y="645"/>
                </a:lnTo>
                <a:lnTo>
                  <a:pt x="996" y="645"/>
                </a:lnTo>
                <a:lnTo>
                  <a:pt x="991" y="644"/>
                </a:lnTo>
                <a:lnTo>
                  <a:pt x="989" y="644"/>
                </a:lnTo>
                <a:lnTo>
                  <a:pt x="987" y="643"/>
                </a:lnTo>
                <a:lnTo>
                  <a:pt x="984" y="643"/>
                </a:lnTo>
                <a:lnTo>
                  <a:pt x="982" y="642"/>
                </a:lnTo>
                <a:lnTo>
                  <a:pt x="980" y="642"/>
                </a:lnTo>
                <a:lnTo>
                  <a:pt x="977" y="641"/>
                </a:lnTo>
                <a:lnTo>
                  <a:pt x="975" y="641"/>
                </a:lnTo>
                <a:lnTo>
                  <a:pt x="973" y="640"/>
                </a:lnTo>
                <a:lnTo>
                  <a:pt x="971" y="640"/>
                </a:lnTo>
                <a:lnTo>
                  <a:pt x="970" y="640"/>
                </a:lnTo>
                <a:lnTo>
                  <a:pt x="969" y="641"/>
                </a:lnTo>
                <a:lnTo>
                  <a:pt x="967" y="640"/>
                </a:lnTo>
                <a:lnTo>
                  <a:pt x="966" y="640"/>
                </a:lnTo>
                <a:lnTo>
                  <a:pt x="965" y="639"/>
                </a:lnTo>
                <a:lnTo>
                  <a:pt x="964" y="639"/>
                </a:lnTo>
                <a:lnTo>
                  <a:pt x="964" y="640"/>
                </a:lnTo>
                <a:lnTo>
                  <a:pt x="962" y="640"/>
                </a:lnTo>
                <a:lnTo>
                  <a:pt x="961" y="639"/>
                </a:lnTo>
                <a:lnTo>
                  <a:pt x="960" y="639"/>
                </a:lnTo>
                <a:lnTo>
                  <a:pt x="959" y="639"/>
                </a:lnTo>
                <a:lnTo>
                  <a:pt x="957" y="638"/>
                </a:lnTo>
                <a:lnTo>
                  <a:pt x="956" y="638"/>
                </a:lnTo>
                <a:lnTo>
                  <a:pt x="956" y="637"/>
                </a:lnTo>
                <a:lnTo>
                  <a:pt x="954" y="636"/>
                </a:lnTo>
                <a:lnTo>
                  <a:pt x="954" y="637"/>
                </a:lnTo>
                <a:lnTo>
                  <a:pt x="953" y="636"/>
                </a:lnTo>
                <a:lnTo>
                  <a:pt x="952" y="636"/>
                </a:lnTo>
                <a:lnTo>
                  <a:pt x="952" y="635"/>
                </a:lnTo>
                <a:lnTo>
                  <a:pt x="950" y="635"/>
                </a:lnTo>
                <a:lnTo>
                  <a:pt x="947" y="635"/>
                </a:lnTo>
                <a:lnTo>
                  <a:pt x="946" y="634"/>
                </a:lnTo>
                <a:lnTo>
                  <a:pt x="945" y="633"/>
                </a:lnTo>
                <a:lnTo>
                  <a:pt x="944" y="633"/>
                </a:lnTo>
                <a:lnTo>
                  <a:pt x="942" y="633"/>
                </a:lnTo>
                <a:lnTo>
                  <a:pt x="941" y="633"/>
                </a:lnTo>
                <a:lnTo>
                  <a:pt x="937" y="633"/>
                </a:lnTo>
                <a:lnTo>
                  <a:pt x="936" y="633"/>
                </a:lnTo>
                <a:lnTo>
                  <a:pt x="936" y="632"/>
                </a:lnTo>
                <a:lnTo>
                  <a:pt x="935" y="632"/>
                </a:lnTo>
                <a:lnTo>
                  <a:pt x="933" y="632"/>
                </a:lnTo>
                <a:lnTo>
                  <a:pt x="932" y="632"/>
                </a:lnTo>
                <a:lnTo>
                  <a:pt x="932" y="631"/>
                </a:lnTo>
                <a:lnTo>
                  <a:pt x="931" y="631"/>
                </a:lnTo>
                <a:lnTo>
                  <a:pt x="931" y="630"/>
                </a:lnTo>
                <a:lnTo>
                  <a:pt x="930" y="630"/>
                </a:lnTo>
                <a:lnTo>
                  <a:pt x="929" y="629"/>
                </a:lnTo>
                <a:lnTo>
                  <a:pt x="929" y="628"/>
                </a:lnTo>
                <a:lnTo>
                  <a:pt x="928" y="628"/>
                </a:lnTo>
                <a:lnTo>
                  <a:pt x="928" y="627"/>
                </a:lnTo>
                <a:lnTo>
                  <a:pt x="928" y="626"/>
                </a:lnTo>
                <a:lnTo>
                  <a:pt x="929" y="626"/>
                </a:lnTo>
                <a:lnTo>
                  <a:pt x="928" y="625"/>
                </a:lnTo>
                <a:lnTo>
                  <a:pt x="927" y="624"/>
                </a:lnTo>
                <a:lnTo>
                  <a:pt x="926" y="624"/>
                </a:lnTo>
                <a:lnTo>
                  <a:pt x="923" y="620"/>
                </a:lnTo>
                <a:lnTo>
                  <a:pt x="920" y="617"/>
                </a:lnTo>
                <a:lnTo>
                  <a:pt x="919" y="617"/>
                </a:lnTo>
                <a:lnTo>
                  <a:pt x="916" y="616"/>
                </a:lnTo>
                <a:lnTo>
                  <a:pt x="913" y="616"/>
                </a:lnTo>
                <a:lnTo>
                  <a:pt x="912" y="615"/>
                </a:lnTo>
                <a:lnTo>
                  <a:pt x="909" y="615"/>
                </a:lnTo>
                <a:lnTo>
                  <a:pt x="908" y="614"/>
                </a:lnTo>
                <a:lnTo>
                  <a:pt x="906" y="615"/>
                </a:lnTo>
                <a:lnTo>
                  <a:pt x="904" y="615"/>
                </a:lnTo>
                <a:lnTo>
                  <a:pt x="903" y="616"/>
                </a:lnTo>
                <a:lnTo>
                  <a:pt x="899" y="619"/>
                </a:lnTo>
                <a:lnTo>
                  <a:pt x="898" y="620"/>
                </a:lnTo>
                <a:lnTo>
                  <a:pt x="895" y="621"/>
                </a:lnTo>
                <a:lnTo>
                  <a:pt x="894" y="622"/>
                </a:lnTo>
                <a:lnTo>
                  <a:pt x="892" y="624"/>
                </a:lnTo>
                <a:lnTo>
                  <a:pt x="891" y="625"/>
                </a:lnTo>
                <a:lnTo>
                  <a:pt x="890" y="626"/>
                </a:lnTo>
                <a:lnTo>
                  <a:pt x="888" y="628"/>
                </a:lnTo>
                <a:lnTo>
                  <a:pt x="887" y="629"/>
                </a:lnTo>
                <a:lnTo>
                  <a:pt x="887" y="630"/>
                </a:lnTo>
                <a:lnTo>
                  <a:pt x="886" y="631"/>
                </a:lnTo>
                <a:lnTo>
                  <a:pt x="884" y="633"/>
                </a:lnTo>
                <a:lnTo>
                  <a:pt x="883" y="635"/>
                </a:lnTo>
                <a:lnTo>
                  <a:pt x="882" y="637"/>
                </a:lnTo>
                <a:lnTo>
                  <a:pt x="881" y="637"/>
                </a:lnTo>
                <a:lnTo>
                  <a:pt x="878" y="641"/>
                </a:lnTo>
                <a:lnTo>
                  <a:pt x="877" y="642"/>
                </a:lnTo>
                <a:lnTo>
                  <a:pt x="878" y="643"/>
                </a:lnTo>
                <a:lnTo>
                  <a:pt x="879" y="644"/>
                </a:lnTo>
                <a:lnTo>
                  <a:pt x="880" y="644"/>
                </a:lnTo>
                <a:lnTo>
                  <a:pt x="882" y="646"/>
                </a:lnTo>
                <a:lnTo>
                  <a:pt x="883" y="647"/>
                </a:lnTo>
                <a:lnTo>
                  <a:pt x="885" y="648"/>
                </a:lnTo>
                <a:lnTo>
                  <a:pt x="887" y="649"/>
                </a:lnTo>
                <a:lnTo>
                  <a:pt x="890" y="650"/>
                </a:lnTo>
                <a:lnTo>
                  <a:pt x="891" y="651"/>
                </a:lnTo>
                <a:lnTo>
                  <a:pt x="893" y="652"/>
                </a:lnTo>
                <a:lnTo>
                  <a:pt x="894" y="652"/>
                </a:lnTo>
                <a:lnTo>
                  <a:pt x="896" y="654"/>
                </a:lnTo>
                <a:lnTo>
                  <a:pt x="898" y="655"/>
                </a:lnTo>
                <a:lnTo>
                  <a:pt x="900" y="656"/>
                </a:lnTo>
                <a:lnTo>
                  <a:pt x="901" y="657"/>
                </a:lnTo>
                <a:lnTo>
                  <a:pt x="904" y="658"/>
                </a:lnTo>
                <a:lnTo>
                  <a:pt x="906" y="660"/>
                </a:lnTo>
                <a:lnTo>
                  <a:pt x="907" y="660"/>
                </a:lnTo>
                <a:lnTo>
                  <a:pt x="908" y="661"/>
                </a:lnTo>
                <a:lnTo>
                  <a:pt x="909" y="662"/>
                </a:lnTo>
                <a:lnTo>
                  <a:pt x="912" y="665"/>
                </a:lnTo>
                <a:lnTo>
                  <a:pt x="914" y="667"/>
                </a:lnTo>
                <a:lnTo>
                  <a:pt x="918" y="671"/>
                </a:lnTo>
                <a:lnTo>
                  <a:pt x="919" y="671"/>
                </a:lnTo>
                <a:lnTo>
                  <a:pt x="919" y="672"/>
                </a:lnTo>
                <a:lnTo>
                  <a:pt x="921" y="673"/>
                </a:lnTo>
                <a:lnTo>
                  <a:pt x="922" y="673"/>
                </a:lnTo>
                <a:lnTo>
                  <a:pt x="923" y="674"/>
                </a:lnTo>
                <a:lnTo>
                  <a:pt x="924" y="674"/>
                </a:lnTo>
                <a:lnTo>
                  <a:pt x="925" y="675"/>
                </a:lnTo>
                <a:lnTo>
                  <a:pt x="930" y="677"/>
                </a:lnTo>
                <a:lnTo>
                  <a:pt x="931" y="678"/>
                </a:lnTo>
                <a:lnTo>
                  <a:pt x="932" y="679"/>
                </a:lnTo>
                <a:lnTo>
                  <a:pt x="931" y="680"/>
                </a:lnTo>
                <a:lnTo>
                  <a:pt x="930" y="682"/>
                </a:lnTo>
                <a:lnTo>
                  <a:pt x="929" y="682"/>
                </a:lnTo>
                <a:lnTo>
                  <a:pt x="929" y="683"/>
                </a:lnTo>
                <a:lnTo>
                  <a:pt x="927" y="685"/>
                </a:lnTo>
                <a:lnTo>
                  <a:pt x="926" y="686"/>
                </a:lnTo>
                <a:lnTo>
                  <a:pt x="924" y="688"/>
                </a:lnTo>
                <a:lnTo>
                  <a:pt x="923" y="690"/>
                </a:lnTo>
                <a:lnTo>
                  <a:pt x="921" y="690"/>
                </a:lnTo>
                <a:lnTo>
                  <a:pt x="921" y="689"/>
                </a:lnTo>
                <a:lnTo>
                  <a:pt x="920" y="689"/>
                </a:lnTo>
                <a:lnTo>
                  <a:pt x="919" y="690"/>
                </a:lnTo>
                <a:lnTo>
                  <a:pt x="920" y="690"/>
                </a:lnTo>
                <a:lnTo>
                  <a:pt x="919" y="691"/>
                </a:lnTo>
                <a:lnTo>
                  <a:pt x="919" y="692"/>
                </a:lnTo>
                <a:lnTo>
                  <a:pt x="918" y="692"/>
                </a:lnTo>
                <a:lnTo>
                  <a:pt x="918" y="693"/>
                </a:lnTo>
                <a:lnTo>
                  <a:pt x="917" y="693"/>
                </a:lnTo>
                <a:lnTo>
                  <a:pt x="916" y="693"/>
                </a:lnTo>
                <a:lnTo>
                  <a:pt x="916" y="694"/>
                </a:lnTo>
                <a:lnTo>
                  <a:pt x="915" y="694"/>
                </a:lnTo>
                <a:lnTo>
                  <a:pt x="914" y="694"/>
                </a:lnTo>
                <a:lnTo>
                  <a:pt x="913" y="695"/>
                </a:lnTo>
                <a:lnTo>
                  <a:pt x="913" y="696"/>
                </a:lnTo>
                <a:lnTo>
                  <a:pt x="911" y="696"/>
                </a:lnTo>
                <a:lnTo>
                  <a:pt x="910" y="695"/>
                </a:lnTo>
                <a:lnTo>
                  <a:pt x="910" y="694"/>
                </a:lnTo>
                <a:lnTo>
                  <a:pt x="909" y="693"/>
                </a:lnTo>
                <a:lnTo>
                  <a:pt x="909" y="694"/>
                </a:lnTo>
                <a:lnTo>
                  <a:pt x="908" y="695"/>
                </a:lnTo>
                <a:lnTo>
                  <a:pt x="908" y="696"/>
                </a:lnTo>
                <a:lnTo>
                  <a:pt x="908" y="697"/>
                </a:lnTo>
                <a:lnTo>
                  <a:pt x="907" y="697"/>
                </a:lnTo>
                <a:lnTo>
                  <a:pt x="906" y="698"/>
                </a:lnTo>
                <a:lnTo>
                  <a:pt x="905" y="698"/>
                </a:lnTo>
                <a:lnTo>
                  <a:pt x="905" y="697"/>
                </a:lnTo>
                <a:lnTo>
                  <a:pt x="904" y="697"/>
                </a:lnTo>
                <a:lnTo>
                  <a:pt x="904" y="698"/>
                </a:lnTo>
                <a:lnTo>
                  <a:pt x="903" y="699"/>
                </a:lnTo>
                <a:lnTo>
                  <a:pt x="904" y="699"/>
                </a:lnTo>
                <a:lnTo>
                  <a:pt x="903" y="699"/>
                </a:lnTo>
                <a:lnTo>
                  <a:pt x="903" y="700"/>
                </a:lnTo>
                <a:lnTo>
                  <a:pt x="902" y="700"/>
                </a:lnTo>
                <a:lnTo>
                  <a:pt x="902" y="701"/>
                </a:lnTo>
                <a:lnTo>
                  <a:pt x="901" y="701"/>
                </a:lnTo>
                <a:lnTo>
                  <a:pt x="901" y="702"/>
                </a:lnTo>
                <a:lnTo>
                  <a:pt x="901" y="703"/>
                </a:lnTo>
                <a:lnTo>
                  <a:pt x="900" y="703"/>
                </a:lnTo>
                <a:lnTo>
                  <a:pt x="900" y="704"/>
                </a:lnTo>
                <a:lnTo>
                  <a:pt x="899" y="704"/>
                </a:lnTo>
                <a:lnTo>
                  <a:pt x="898" y="704"/>
                </a:lnTo>
                <a:lnTo>
                  <a:pt x="897" y="704"/>
                </a:lnTo>
                <a:lnTo>
                  <a:pt x="895" y="706"/>
                </a:lnTo>
                <a:lnTo>
                  <a:pt x="895" y="707"/>
                </a:lnTo>
                <a:lnTo>
                  <a:pt x="895" y="708"/>
                </a:lnTo>
                <a:lnTo>
                  <a:pt x="896" y="708"/>
                </a:lnTo>
                <a:lnTo>
                  <a:pt x="897" y="708"/>
                </a:lnTo>
                <a:lnTo>
                  <a:pt x="898" y="708"/>
                </a:lnTo>
                <a:lnTo>
                  <a:pt x="898" y="709"/>
                </a:lnTo>
                <a:lnTo>
                  <a:pt x="897" y="709"/>
                </a:lnTo>
                <a:lnTo>
                  <a:pt x="897" y="710"/>
                </a:lnTo>
                <a:lnTo>
                  <a:pt x="896" y="710"/>
                </a:lnTo>
                <a:lnTo>
                  <a:pt x="896" y="711"/>
                </a:lnTo>
                <a:lnTo>
                  <a:pt x="896" y="712"/>
                </a:lnTo>
                <a:lnTo>
                  <a:pt x="897" y="712"/>
                </a:lnTo>
                <a:lnTo>
                  <a:pt x="898" y="712"/>
                </a:lnTo>
                <a:lnTo>
                  <a:pt x="898" y="713"/>
                </a:lnTo>
                <a:lnTo>
                  <a:pt x="897" y="713"/>
                </a:lnTo>
                <a:lnTo>
                  <a:pt x="897" y="714"/>
                </a:lnTo>
                <a:lnTo>
                  <a:pt x="897" y="715"/>
                </a:lnTo>
                <a:lnTo>
                  <a:pt x="896" y="716"/>
                </a:lnTo>
                <a:lnTo>
                  <a:pt x="896" y="717"/>
                </a:lnTo>
                <a:lnTo>
                  <a:pt x="897" y="717"/>
                </a:lnTo>
                <a:lnTo>
                  <a:pt x="897" y="718"/>
                </a:lnTo>
                <a:lnTo>
                  <a:pt x="893" y="720"/>
                </a:lnTo>
                <a:lnTo>
                  <a:pt x="892" y="721"/>
                </a:lnTo>
                <a:lnTo>
                  <a:pt x="892" y="722"/>
                </a:lnTo>
                <a:lnTo>
                  <a:pt x="893" y="722"/>
                </a:lnTo>
                <a:lnTo>
                  <a:pt x="892" y="723"/>
                </a:lnTo>
                <a:lnTo>
                  <a:pt x="891" y="723"/>
                </a:lnTo>
                <a:lnTo>
                  <a:pt x="891" y="724"/>
                </a:lnTo>
                <a:lnTo>
                  <a:pt x="891" y="725"/>
                </a:lnTo>
                <a:lnTo>
                  <a:pt x="891" y="726"/>
                </a:lnTo>
                <a:lnTo>
                  <a:pt x="892" y="726"/>
                </a:lnTo>
                <a:lnTo>
                  <a:pt x="893" y="726"/>
                </a:lnTo>
                <a:lnTo>
                  <a:pt x="894" y="726"/>
                </a:lnTo>
                <a:lnTo>
                  <a:pt x="893" y="726"/>
                </a:lnTo>
                <a:lnTo>
                  <a:pt x="893" y="727"/>
                </a:lnTo>
                <a:lnTo>
                  <a:pt x="894" y="727"/>
                </a:lnTo>
                <a:lnTo>
                  <a:pt x="895" y="727"/>
                </a:lnTo>
                <a:lnTo>
                  <a:pt x="896" y="727"/>
                </a:lnTo>
                <a:lnTo>
                  <a:pt x="896" y="728"/>
                </a:lnTo>
                <a:lnTo>
                  <a:pt x="896" y="729"/>
                </a:lnTo>
                <a:lnTo>
                  <a:pt x="897" y="730"/>
                </a:lnTo>
                <a:lnTo>
                  <a:pt x="896" y="731"/>
                </a:lnTo>
                <a:lnTo>
                  <a:pt x="896" y="732"/>
                </a:lnTo>
                <a:lnTo>
                  <a:pt x="896" y="733"/>
                </a:lnTo>
                <a:lnTo>
                  <a:pt x="897" y="734"/>
                </a:lnTo>
                <a:lnTo>
                  <a:pt x="897" y="735"/>
                </a:lnTo>
                <a:lnTo>
                  <a:pt x="898" y="735"/>
                </a:lnTo>
                <a:lnTo>
                  <a:pt x="898" y="734"/>
                </a:lnTo>
                <a:lnTo>
                  <a:pt x="899" y="734"/>
                </a:lnTo>
                <a:lnTo>
                  <a:pt x="899" y="733"/>
                </a:lnTo>
                <a:lnTo>
                  <a:pt x="900" y="735"/>
                </a:lnTo>
                <a:lnTo>
                  <a:pt x="901" y="736"/>
                </a:lnTo>
                <a:lnTo>
                  <a:pt x="901" y="737"/>
                </a:lnTo>
                <a:lnTo>
                  <a:pt x="902" y="738"/>
                </a:lnTo>
                <a:lnTo>
                  <a:pt x="902" y="737"/>
                </a:lnTo>
                <a:lnTo>
                  <a:pt x="902" y="738"/>
                </a:lnTo>
                <a:lnTo>
                  <a:pt x="903" y="738"/>
                </a:lnTo>
                <a:lnTo>
                  <a:pt x="902" y="739"/>
                </a:lnTo>
                <a:lnTo>
                  <a:pt x="902" y="740"/>
                </a:lnTo>
                <a:lnTo>
                  <a:pt x="901" y="740"/>
                </a:lnTo>
                <a:lnTo>
                  <a:pt x="900" y="741"/>
                </a:lnTo>
                <a:lnTo>
                  <a:pt x="900" y="740"/>
                </a:lnTo>
                <a:lnTo>
                  <a:pt x="899" y="740"/>
                </a:lnTo>
                <a:lnTo>
                  <a:pt x="898" y="740"/>
                </a:lnTo>
                <a:lnTo>
                  <a:pt x="897" y="740"/>
                </a:lnTo>
                <a:lnTo>
                  <a:pt x="897" y="739"/>
                </a:lnTo>
                <a:lnTo>
                  <a:pt x="896" y="739"/>
                </a:lnTo>
                <a:lnTo>
                  <a:pt x="895" y="739"/>
                </a:lnTo>
                <a:lnTo>
                  <a:pt x="894" y="740"/>
                </a:lnTo>
                <a:lnTo>
                  <a:pt x="894" y="741"/>
                </a:lnTo>
                <a:lnTo>
                  <a:pt x="894" y="742"/>
                </a:lnTo>
                <a:lnTo>
                  <a:pt x="893" y="742"/>
                </a:lnTo>
                <a:lnTo>
                  <a:pt x="892" y="741"/>
                </a:lnTo>
                <a:lnTo>
                  <a:pt x="891" y="739"/>
                </a:lnTo>
                <a:lnTo>
                  <a:pt x="890" y="739"/>
                </a:lnTo>
                <a:lnTo>
                  <a:pt x="890" y="738"/>
                </a:lnTo>
                <a:lnTo>
                  <a:pt x="890" y="739"/>
                </a:lnTo>
                <a:lnTo>
                  <a:pt x="890" y="740"/>
                </a:lnTo>
                <a:lnTo>
                  <a:pt x="889" y="741"/>
                </a:lnTo>
                <a:lnTo>
                  <a:pt x="889" y="742"/>
                </a:lnTo>
                <a:lnTo>
                  <a:pt x="890" y="742"/>
                </a:lnTo>
                <a:lnTo>
                  <a:pt x="890" y="743"/>
                </a:lnTo>
                <a:lnTo>
                  <a:pt x="889" y="743"/>
                </a:lnTo>
                <a:lnTo>
                  <a:pt x="888" y="744"/>
                </a:lnTo>
                <a:lnTo>
                  <a:pt x="887" y="744"/>
                </a:lnTo>
                <a:lnTo>
                  <a:pt x="886" y="744"/>
                </a:lnTo>
                <a:lnTo>
                  <a:pt x="887" y="748"/>
                </a:lnTo>
                <a:lnTo>
                  <a:pt x="887" y="749"/>
                </a:lnTo>
                <a:lnTo>
                  <a:pt x="888" y="750"/>
                </a:lnTo>
                <a:lnTo>
                  <a:pt x="887" y="750"/>
                </a:lnTo>
                <a:lnTo>
                  <a:pt x="887" y="751"/>
                </a:lnTo>
                <a:lnTo>
                  <a:pt x="888" y="752"/>
                </a:lnTo>
                <a:lnTo>
                  <a:pt x="888" y="753"/>
                </a:lnTo>
                <a:lnTo>
                  <a:pt x="889" y="754"/>
                </a:lnTo>
                <a:lnTo>
                  <a:pt x="889" y="758"/>
                </a:lnTo>
                <a:lnTo>
                  <a:pt x="890" y="759"/>
                </a:lnTo>
                <a:lnTo>
                  <a:pt x="891" y="760"/>
                </a:lnTo>
                <a:lnTo>
                  <a:pt x="890" y="760"/>
                </a:lnTo>
                <a:lnTo>
                  <a:pt x="890" y="761"/>
                </a:lnTo>
                <a:lnTo>
                  <a:pt x="891" y="761"/>
                </a:lnTo>
                <a:lnTo>
                  <a:pt x="891" y="762"/>
                </a:lnTo>
                <a:lnTo>
                  <a:pt x="891" y="763"/>
                </a:lnTo>
                <a:lnTo>
                  <a:pt x="892" y="763"/>
                </a:lnTo>
                <a:lnTo>
                  <a:pt x="891" y="763"/>
                </a:lnTo>
                <a:lnTo>
                  <a:pt x="891" y="764"/>
                </a:lnTo>
                <a:lnTo>
                  <a:pt x="892" y="764"/>
                </a:lnTo>
                <a:lnTo>
                  <a:pt x="892" y="765"/>
                </a:lnTo>
                <a:lnTo>
                  <a:pt x="893" y="765"/>
                </a:lnTo>
                <a:lnTo>
                  <a:pt x="893" y="766"/>
                </a:lnTo>
                <a:lnTo>
                  <a:pt x="892" y="766"/>
                </a:lnTo>
                <a:lnTo>
                  <a:pt x="892" y="767"/>
                </a:lnTo>
                <a:lnTo>
                  <a:pt x="891" y="768"/>
                </a:lnTo>
                <a:lnTo>
                  <a:pt x="890" y="768"/>
                </a:lnTo>
                <a:lnTo>
                  <a:pt x="889" y="768"/>
                </a:lnTo>
                <a:lnTo>
                  <a:pt x="888" y="769"/>
                </a:lnTo>
                <a:lnTo>
                  <a:pt x="888" y="768"/>
                </a:lnTo>
                <a:lnTo>
                  <a:pt x="887" y="768"/>
                </a:lnTo>
                <a:lnTo>
                  <a:pt x="887" y="769"/>
                </a:lnTo>
                <a:lnTo>
                  <a:pt x="888" y="770"/>
                </a:lnTo>
                <a:lnTo>
                  <a:pt x="887" y="771"/>
                </a:lnTo>
                <a:lnTo>
                  <a:pt x="887" y="772"/>
                </a:lnTo>
                <a:lnTo>
                  <a:pt x="886" y="772"/>
                </a:lnTo>
                <a:lnTo>
                  <a:pt x="886" y="771"/>
                </a:lnTo>
                <a:lnTo>
                  <a:pt x="885" y="771"/>
                </a:lnTo>
                <a:lnTo>
                  <a:pt x="884" y="771"/>
                </a:lnTo>
                <a:lnTo>
                  <a:pt x="884" y="772"/>
                </a:lnTo>
                <a:lnTo>
                  <a:pt x="883" y="773"/>
                </a:lnTo>
                <a:lnTo>
                  <a:pt x="881" y="773"/>
                </a:lnTo>
                <a:lnTo>
                  <a:pt x="880" y="773"/>
                </a:lnTo>
                <a:lnTo>
                  <a:pt x="878" y="774"/>
                </a:lnTo>
                <a:lnTo>
                  <a:pt x="877" y="774"/>
                </a:lnTo>
                <a:lnTo>
                  <a:pt x="876" y="774"/>
                </a:lnTo>
                <a:lnTo>
                  <a:pt x="875" y="774"/>
                </a:lnTo>
                <a:lnTo>
                  <a:pt x="874" y="774"/>
                </a:lnTo>
                <a:lnTo>
                  <a:pt x="872" y="774"/>
                </a:lnTo>
                <a:lnTo>
                  <a:pt x="868" y="774"/>
                </a:lnTo>
                <a:lnTo>
                  <a:pt x="866" y="775"/>
                </a:lnTo>
                <a:lnTo>
                  <a:pt x="865" y="775"/>
                </a:lnTo>
                <a:lnTo>
                  <a:pt x="864" y="776"/>
                </a:lnTo>
                <a:lnTo>
                  <a:pt x="863" y="776"/>
                </a:lnTo>
                <a:lnTo>
                  <a:pt x="862" y="776"/>
                </a:lnTo>
                <a:lnTo>
                  <a:pt x="860" y="776"/>
                </a:lnTo>
                <a:lnTo>
                  <a:pt x="860" y="777"/>
                </a:lnTo>
                <a:lnTo>
                  <a:pt x="859" y="777"/>
                </a:lnTo>
                <a:lnTo>
                  <a:pt x="859" y="778"/>
                </a:lnTo>
                <a:lnTo>
                  <a:pt x="859" y="779"/>
                </a:lnTo>
                <a:lnTo>
                  <a:pt x="859" y="780"/>
                </a:lnTo>
                <a:lnTo>
                  <a:pt x="858" y="781"/>
                </a:lnTo>
                <a:lnTo>
                  <a:pt x="857" y="781"/>
                </a:lnTo>
                <a:lnTo>
                  <a:pt x="857" y="782"/>
                </a:lnTo>
                <a:lnTo>
                  <a:pt x="857" y="783"/>
                </a:lnTo>
                <a:lnTo>
                  <a:pt x="857" y="784"/>
                </a:lnTo>
                <a:lnTo>
                  <a:pt x="858" y="784"/>
                </a:lnTo>
                <a:lnTo>
                  <a:pt x="859" y="784"/>
                </a:lnTo>
                <a:lnTo>
                  <a:pt x="860" y="784"/>
                </a:lnTo>
                <a:lnTo>
                  <a:pt x="860" y="783"/>
                </a:lnTo>
                <a:lnTo>
                  <a:pt x="860" y="784"/>
                </a:lnTo>
                <a:lnTo>
                  <a:pt x="861" y="784"/>
                </a:lnTo>
                <a:lnTo>
                  <a:pt x="863" y="784"/>
                </a:lnTo>
                <a:lnTo>
                  <a:pt x="864" y="785"/>
                </a:lnTo>
                <a:lnTo>
                  <a:pt x="864" y="786"/>
                </a:lnTo>
                <a:lnTo>
                  <a:pt x="865" y="786"/>
                </a:lnTo>
                <a:lnTo>
                  <a:pt x="866" y="787"/>
                </a:lnTo>
                <a:lnTo>
                  <a:pt x="865" y="787"/>
                </a:lnTo>
                <a:lnTo>
                  <a:pt x="865" y="788"/>
                </a:lnTo>
                <a:lnTo>
                  <a:pt x="865" y="791"/>
                </a:lnTo>
                <a:lnTo>
                  <a:pt x="865" y="792"/>
                </a:lnTo>
                <a:lnTo>
                  <a:pt x="865" y="793"/>
                </a:lnTo>
                <a:lnTo>
                  <a:pt x="866" y="794"/>
                </a:lnTo>
                <a:lnTo>
                  <a:pt x="866" y="795"/>
                </a:lnTo>
                <a:lnTo>
                  <a:pt x="867" y="796"/>
                </a:lnTo>
                <a:lnTo>
                  <a:pt x="867" y="797"/>
                </a:lnTo>
                <a:lnTo>
                  <a:pt x="867" y="798"/>
                </a:lnTo>
                <a:lnTo>
                  <a:pt x="867" y="799"/>
                </a:lnTo>
                <a:lnTo>
                  <a:pt x="867" y="800"/>
                </a:lnTo>
                <a:lnTo>
                  <a:pt x="866" y="800"/>
                </a:lnTo>
                <a:lnTo>
                  <a:pt x="866" y="801"/>
                </a:lnTo>
                <a:lnTo>
                  <a:pt x="866" y="802"/>
                </a:lnTo>
                <a:lnTo>
                  <a:pt x="866" y="803"/>
                </a:lnTo>
                <a:lnTo>
                  <a:pt x="865" y="803"/>
                </a:lnTo>
                <a:lnTo>
                  <a:pt x="865" y="804"/>
                </a:lnTo>
                <a:lnTo>
                  <a:pt x="864" y="804"/>
                </a:lnTo>
                <a:lnTo>
                  <a:pt x="862" y="806"/>
                </a:lnTo>
                <a:lnTo>
                  <a:pt x="861" y="806"/>
                </a:lnTo>
                <a:lnTo>
                  <a:pt x="860" y="806"/>
                </a:lnTo>
                <a:lnTo>
                  <a:pt x="859" y="807"/>
                </a:lnTo>
                <a:lnTo>
                  <a:pt x="858" y="807"/>
                </a:lnTo>
                <a:lnTo>
                  <a:pt x="858" y="806"/>
                </a:lnTo>
                <a:lnTo>
                  <a:pt x="857" y="805"/>
                </a:lnTo>
                <a:lnTo>
                  <a:pt x="856" y="805"/>
                </a:lnTo>
                <a:lnTo>
                  <a:pt x="854" y="804"/>
                </a:lnTo>
                <a:lnTo>
                  <a:pt x="853" y="804"/>
                </a:lnTo>
                <a:lnTo>
                  <a:pt x="851" y="805"/>
                </a:lnTo>
                <a:lnTo>
                  <a:pt x="850" y="805"/>
                </a:lnTo>
                <a:lnTo>
                  <a:pt x="848" y="806"/>
                </a:lnTo>
                <a:lnTo>
                  <a:pt x="847" y="806"/>
                </a:lnTo>
                <a:lnTo>
                  <a:pt x="846" y="806"/>
                </a:lnTo>
                <a:lnTo>
                  <a:pt x="846" y="807"/>
                </a:lnTo>
                <a:lnTo>
                  <a:pt x="847" y="807"/>
                </a:lnTo>
                <a:lnTo>
                  <a:pt x="846" y="808"/>
                </a:lnTo>
                <a:lnTo>
                  <a:pt x="846" y="807"/>
                </a:lnTo>
                <a:lnTo>
                  <a:pt x="845" y="807"/>
                </a:lnTo>
                <a:lnTo>
                  <a:pt x="845" y="809"/>
                </a:lnTo>
                <a:lnTo>
                  <a:pt x="845" y="810"/>
                </a:lnTo>
                <a:lnTo>
                  <a:pt x="846" y="811"/>
                </a:lnTo>
                <a:lnTo>
                  <a:pt x="846" y="812"/>
                </a:lnTo>
                <a:lnTo>
                  <a:pt x="845" y="812"/>
                </a:lnTo>
                <a:lnTo>
                  <a:pt x="844" y="812"/>
                </a:lnTo>
                <a:lnTo>
                  <a:pt x="843" y="814"/>
                </a:lnTo>
                <a:lnTo>
                  <a:pt x="843" y="815"/>
                </a:lnTo>
                <a:lnTo>
                  <a:pt x="842" y="815"/>
                </a:lnTo>
                <a:lnTo>
                  <a:pt x="841" y="815"/>
                </a:lnTo>
                <a:lnTo>
                  <a:pt x="841" y="814"/>
                </a:lnTo>
                <a:lnTo>
                  <a:pt x="840" y="814"/>
                </a:lnTo>
                <a:lnTo>
                  <a:pt x="839" y="814"/>
                </a:lnTo>
                <a:lnTo>
                  <a:pt x="838" y="814"/>
                </a:lnTo>
                <a:lnTo>
                  <a:pt x="836" y="814"/>
                </a:lnTo>
                <a:lnTo>
                  <a:pt x="836" y="815"/>
                </a:lnTo>
                <a:lnTo>
                  <a:pt x="835" y="816"/>
                </a:lnTo>
                <a:lnTo>
                  <a:pt x="835" y="815"/>
                </a:lnTo>
                <a:lnTo>
                  <a:pt x="834" y="815"/>
                </a:lnTo>
                <a:lnTo>
                  <a:pt x="833" y="816"/>
                </a:lnTo>
                <a:lnTo>
                  <a:pt x="832" y="817"/>
                </a:lnTo>
                <a:lnTo>
                  <a:pt x="832" y="818"/>
                </a:lnTo>
                <a:lnTo>
                  <a:pt x="833" y="819"/>
                </a:lnTo>
                <a:lnTo>
                  <a:pt x="834" y="819"/>
                </a:lnTo>
                <a:lnTo>
                  <a:pt x="835" y="819"/>
                </a:lnTo>
                <a:lnTo>
                  <a:pt x="836" y="821"/>
                </a:lnTo>
                <a:lnTo>
                  <a:pt x="837" y="821"/>
                </a:lnTo>
                <a:lnTo>
                  <a:pt x="837" y="822"/>
                </a:lnTo>
                <a:lnTo>
                  <a:pt x="837" y="823"/>
                </a:lnTo>
                <a:lnTo>
                  <a:pt x="838" y="823"/>
                </a:lnTo>
                <a:lnTo>
                  <a:pt x="838" y="824"/>
                </a:lnTo>
                <a:lnTo>
                  <a:pt x="838" y="825"/>
                </a:lnTo>
                <a:lnTo>
                  <a:pt x="838" y="826"/>
                </a:lnTo>
                <a:lnTo>
                  <a:pt x="838" y="827"/>
                </a:lnTo>
                <a:lnTo>
                  <a:pt x="838" y="828"/>
                </a:lnTo>
                <a:lnTo>
                  <a:pt x="838" y="829"/>
                </a:lnTo>
                <a:lnTo>
                  <a:pt x="839" y="829"/>
                </a:lnTo>
                <a:lnTo>
                  <a:pt x="839" y="830"/>
                </a:lnTo>
                <a:lnTo>
                  <a:pt x="839" y="831"/>
                </a:lnTo>
                <a:lnTo>
                  <a:pt x="839" y="832"/>
                </a:lnTo>
                <a:lnTo>
                  <a:pt x="838" y="832"/>
                </a:lnTo>
                <a:lnTo>
                  <a:pt x="837" y="833"/>
                </a:lnTo>
                <a:lnTo>
                  <a:pt x="838" y="834"/>
                </a:lnTo>
                <a:lnTo>
                  <a:pt x="838" y="835"/>
                </a:lnTo>
                <a:lnTo>
                  <a:pt x="836" y="835"/>
                </a:lnTo>
                <a:lnTo>
                  <a:pt x="835" y="834"/>
                </a:lnTo>
                <a:lnTo>
                  <a:pt x="835" y="833"/>
                </a:lnTo>
                <a:lnTo>
                  <a:pt x="834" y="833"/>
                </a:lnTo>
                <a:lnTo>
                  <a:pt x="834" y="834"/>
                </a:lnTo>
                <a:lnTo>
                  <a:pt x="833" y="835"/>
                </a:lnTo>
                <a:lnTo>
                  <a:pt x="833" y="836"/>
                </a:lnTo>
                <a:lnTo>
                  <a:pt x="833" y="837"/>
                </a:lnTo>
                <a:lnTo>
                  <a:pt x="832" y="838"/>
                </a:lnTo>
                <a:lnTo>
                  <a:pt x="831" y="838"/>
                </a:lnTo>
                <a:lnTo>
                  <a:pt x="831" y="837"/>
                </a:lnTo>
                <a:lnTo>
                  <a:pt x="831" y="838"/>
                </a:lnTo>
                <a:lnTo>
                  <a:pt x="831" y="839"/>
                </a:lnTo>
                <a:lnTo>
                  <a:pt x="830" y="839"/>
                </a:lnTo>
                <a:lnTo>
                  <a:pt x="831" y="840"/>
                </a:lnTo>
                <a:lnTo>
                  <a:pt x="831" y="841"/>
                </a:lnTo>
                <a:lnTo>
                  <a:pt x="830" y="841"/>
                </a:lnTo>
                <a:lnTo>
                  <a:pt x="829" y="841"/>
                </a:lnTo>
                <a:lnTo>
                  <a:pt x="829" y="840"/>
                </a:lnTo>
                <a:lnTo>
                  <a:pt x="828" y="840"/>
                </a:lnTo>
                <a:lnTo>
                  <a:pt x="827" y="840"/>
                </a:lnTo>
                <a:lnTo>
                  <a:pt x="826" y="840"/>
                </a:lnTo>
                <a:lnTo>
                  <a:pt x="825" y="840"/>
                </a:lnTo>
                <a:lnTo>
                  <a:pt x="825" y="841"/>
                </a:lnTo>
                <a:lnTo>
                  <a:pt x="824" y="841"/>
                </a:lnTo>
                <a:lnTo>
                  <a:pt x="824" y="842"/>
                </a:lnTo>
                <a:lnTo>
                  <a:pt x="823" y="842"/>
                </a:lnTo>
                <a:lnTo>
                  <a:pt x="821" y="842"/>
                </a:lnTo>
                <a:lnTo>
                  <a:pt x="820" y="842"/>
                </a:lnTo>
                <a:lnTo>
                  <a:pt x="819" y="841"/>
                </a:lnTo>
                <a:lnTo>
                  <a:pt x="818" y="842"/>
                </a:lnTo>
                <a:lnTo>
                  <a:pt x="818" y="843"/>
                </a:lnTo>
                <a:lnTo>
                  <a:pt x="818" y="844"/>
                </a:lnTo>
                <a:lnTo>
                  <a:pt x="817" y="844"/>
                </a:lnTo>
                <a:lnTo>
                  <a:pt x="816" y="846"/>
                </a:lnTo>
                <a:lnTo>
                  <a:pt x="815" y="846"/>
                </a:lnTo>
                <a:lnTo>
                  <a:pt x="814" y="847"/>
                </a:lnTo>
                <a:lnTo>
                  <a:pt x="815" y="847"/>
                </a:lnTo>
                <a:lnTo>
                  <a:pt x="815" y="848"/>
                </a:lnTo>
                <a:lnTo>
                  <a:pt x="814" y="849"/>
                </a:lnTo>
                <a:lnTo>
                  <a:pt x="814" y="850"/>
                </a:lnTo>
                <a:lnTo>
                  <a:pt x="813" y="851"/>
                </a:lnTo>
                <a:lnTo>
                  <a:pt x="813" y="853"/>
                </a:lnTo>
                <a:lnTo>
                  <a:pt x="812" y="854"/>
                </a:lnTo>
                <a:lnTo>
                  <a:pt x="812" y="855"/>
                </a:lnTo>
                <a:lnTo>
                  <a:pt x="811" y="855"/>
                </a:lnTo>
                <a:lnTo>
                  <a:pt x="811" y="856"/>
                </a:lnTo>
                <a:lnTo>
                  <a:pt x="811" y="857"/>
                </a:lnTo>
                <a:lnTo>
                  <a:pt x="810" y="859"/>
                </a:lnTo>
                <a:lnTo>
                  <a:pt x="810" y="860"/>
                </a:lnTo>
                <a:lnTo>
                  <a:pt x="809" y="861"/>
                </a:lnTo>
                <a:lnTo>
                  <a:pt x="809" y="862"/>
                </a:lnTo>
                <a:lnTo>
                  <a:pt x="808" y="863"/>
                </a:lnTo>
                <a:lnTo>
                  <a:pt x="806" y="863"/>
                </a:lnTo>
                <a:lnTo>
                  <a:pt x="805" y="863"/>
                </a:lnTo>
                <a:lnTo>
                  <a:pt x="805" y="862"/>
                </a:lnTo>
                <a:lnTo>
                  <a:pt x="804" y="862"/>
                </a:lnTo>
                <a:lnTo>
                  <a:pt x="804" y="861"/>
                </a:lnTo>
                <a:lnTo>
                  <a:pt x="803" y="860"/>
                </a:lnTo>
                <a:lnTo>
                  <a:pt x="803" y="859"/>
                </a:lnTo>
                <a:lnTo>
                  <a:pt x="802" y="859"/>
                </a:lnTo>
                <a:lnTo>
                  <a:pt x="802" y="858"/>
                </a:lnTo>
                <a:lnTo>
                  <a:pt x="802" y="855"/>
                </a:lnTo>
                <a:lnTo>
                  <a:pt x="801" y="855"/>
                </a:lnTo>
                <a:lnTo>
                  <a:pt x="801" y="854"/>
                </a:lnTo>
                <a:lnTo>
                  <a:pt x="801" y="855"/>
                </a:lnTo>
                <a:lnTo>
                  <a:pt x="800" y="855"/>
                </a:lnTo>
                <a:lnTo>
                  <a:pt x="799" y="854"/>
                </a:lnTo>
                <a:lnTo>
                  <a:pt x="799" y="853"/>
                </a:lnTo>
                <a:lnTo>
                  <a:pt x="798" y="853"/>
                </a:lnTo>
                <a:lnTo>
                  <a:pt x="798" y="852"/>
                </a:lnTo>
                <a:lnTo>
                  <a:pt x="797" y="851"/>
                </a:lnTo>
                <a:lnTo>
                  <a:pt x="798" y="851"/>
                </a:lnTo>
                <a:lnTo>
                  <a:pt x="798" y="850"/>
                </a:lnTo>
                <a:lnTo>
                  <a:pt x="798" y="848"/>
                </a:lnTo>
                <a:lnTo>
                  <a:pt x="797" y="848"/>
                </a:lnTo>
                <a:lnTo>
                  <a:pt x="796" y="847"/>
                </a:lnTo>
                <a:lnTo>
                  <a:pt x="797" y="847"/>
                </a:lnTo>
                <a:lnTo>
                  <a:pt x="796" y="846"/>
                </a:lnTo>
                <a:lnTo>
                  <a:pt x="795" y="846"/>
                </a:lnTo>
                <a:lnTo>
                  <a:pt x="794" y="846"/>
                </a:lnTo>
                <a:lnTo>
                  <a:pt x="793" y="845"/>
                </a:lnTo>
                <a:lnTo>
                  <a:pt x="793" y="844"/>
                </a:lnTo>
                <a:lnTo>
                  <a:pt x="795" y="843"/>
                </a:lnTo>
                <a:lnTo>
                  <a:pt x="795" y="842"/>
                </a:lnTo>
                <a:lnTo>
                  <a:pt x="794" y="842"/>
                </a:lnTo>
                <a:lnTo>
                  <a:pt x="794" y="841"/>
                </a:lnTo>
                <a:lnTo>
                  <a:pt x="793" y="841"/>
                </a:lnTo>
                <a:lnTo>
                  <a:pt x="793" y="840"/>
                </a:lnTo>
                <a:lnTo>
                  <a:pt x="793" y="839"/>
                </a:lnTo>
                <a:lnTo>
                  <a:pt x="793" y="840"/>
                </a:lnTo>
                <a:lnTo>
                  <a:pt x="792" y="840"/>
                </a:lnTo>
                <a:lnTo>
                  <a:pt x="792" y="839"/>
                </a:lnTo>
                <a:lnTo>
                  <a:pt x="792" y="838"/>
                </a:lnTo>
                <a:lnTo>
                  <a:pt x="792" y="837"/>
                </a:lnTo>
                <a:lnTo>
                  <a:pt x="792" y="836"/>
                </a:lnTo>
                <a:lnTo>
                  <a:pt x="791" y="836"/>
                </a:lnTo>
                <a:lnTo>
                  <a:pt x="791" y="835"/>
                </a:lnTo>
                <a:lnTo>
                  <a:pt x="790" y="834"/>
                </a:lnTo>
                <a:lnTo>
                  <a:pt x="791" y="834"/>
                </a:lnTo>
                <a:lnTo>
                  <a:pt x="791" y="833"/>
                </a:lnTo>
                <a:lnTo>
                  <a:pt x="791" y="832"/>
                </a:lnTo>
                <a:lnTo>
                  <a:pt x="791" y="831"/>
                </a:lnTo>
                <a:lnTo>
                  <a:pt x="790" y="831"/>
                </a:lnTo>
                <a:lnTo>
                  <a:pt x="789" y="832"/>
                </a:lnTo>
                <a:lnTo>
                  <a:pt x="789" y="831"/>
                </a:lnTo>
                <a:lnTo>
                  <a:pt x="788" y="831"/>
                </a:lnTo>
                <a:lnTo>
                  <a:pt x="788" y="832"/>
                </a:lnTo>
                <a:lnTo>
                  <a:pt x="788" y="833"/>
                </a:lnTo>
                <a:lnTo>
                  <a:pt x="788" y="834"/>
                </a:lnTo>
                <a:lnTo>
                  <a:pt x="789" y="835"/>
                </a:lnTo>
                <a:lnTo>
                  <a:pt x="789" y="836"/>
                </a:lnTo>
                <a:lnTo>
                  <a:pt x="789" y="837"/>
                </a:lnTo>
                <a:lnTo>
                  <a:pt x="788" y="837"/>
                </a:lnTo>
                <a:lnTo>
                  <a:pt x="787" y="838"/>
                </a:lnTo>
                <a:lnTo>
                  <a:pt x="786" y="838"/>
                </a:lnTo>
                <a:lnTo>
                  <a:pt x="786" y="839"/>
                </a:lnTo>
                <a:lnTo>
                  <a:pt x="785" y="839"/>
                </a:lnTo>
                <a:lnTo>
                  <a:pt x="783" y="839"/>
                </a:lnTo>
                <a:lnTo>
                  <a:pt x="782" y="840"/>
                </a:lnTo>
                <a:lnTo>
                  <a:pt x="782" y="841"/>
                </a:lnTo>
                <a:lnTo>
                  <a:pt x="781" y="841"/>
                </a:lnTo>
                <a:lnTo>
                  <a:pt x="781" y="842"/>
                </a:lnTo>
                <a:lnTo>
                  <a:pt x="780" y="842"/>
                </a:lnTo>
                <a:lnTo>
                  <a:pt x="779" y="842"/>
                </a:lnTo>
                <a:lnTo>
                  <a:pt x="778" y="841"/>
                </a:lnTo>
                <a:lnTo>
                  <a:pt x="778" y="840"/>
                </a:lnTo>
                <a:lnTo>
                  <a:pt x="779" y="840"/>
                </a:lnTo>
                <a:lnTo>
                  <a:pt x="778" y="839"/>
                </a:lnTo>
                <a:lnTo>
                  <a:pt x="778" y="837"/>
                </a:lnTo>
                <a:lnTo>
                  <a:pt x="777" y="837"/>
                </a:lnTo>
                <a:lnTo>
                  <a:pt x="778" y="836"/>
                </a:lnTo>
                <a:lnTo>
                  <a:pt x="778" y="835"/>
                </a:lnTo>
                <a:lnTo>
                  <a:pt x="777" y="835"/>
                </a:lnTo>
                <a:lnTo>
                  <a:pt x="777" y="834"/>
                </a:lnTo>
                <a:lnTo>
                  <a:pt x="778" y="834"/>
                </a:lnTo>
                <a:lnTo>
                  <a:pt x="778" y="833"/>
                </a:lnTo>
                <a:lnTo>
                  <a:pt x="777" y="832"/>
                </a:lnTo>
                <a:lnTo>
                  <a:pt x="777" y="831"/>
                </a:lnTo>
                <a:lnTo>
                  <a:pt x="779" y="830"/>
                </a:lnTo>
                <a:lnTo>
                  <a:pt x="779" y="829"/>
                </a:lnTo>
                <a:lnTo>
                  <a:pt x="779" y="828"/>
                </a:lnTo>
                <a:lnTo>
                  <a:pt x="778" y="828"/>
                </a:lnTo>
                <a:lnTo>
                  <a:pt x="777" y="829"/>
                </a:lnTo>
                <a:lnTo>
                  <a:pt x="776" y="830"/>
                </a:lnTo>
                <a:lnTo>
                  <a:pt x="775" y="830"/>
                </a:lnTo>
                <a:lnTo>
                  <a:pt x="773" y="831"/>
                </a:lnTo>
                <a:lnTo>
                  <a:pt x="771" y="832"/>
                </a:lnTo>
                <a:lnTo>
                  <a:pt x="770" y="833"/>
                </a:lnTo>
                <a:lnTo>
                  <a:pt x="768" y="833"/>
                </a:lnTo>
                <a:lnTo>
                  <a:pt x="767" y="834"/>
                </a:lnTo>
                <a:lnTo>
                  <a:pt x="765" y="834"/>
                </a:lnTo>
                <a:lnTo>
                  <a:pt x="763" y="835"/>
                </a:lnTo>
                <a:lnTo>
                  <a:pt x="762" y="835"/>
                </a:lnTo>
                <a:lnTo>
                  <a:pt x="761" y="835"/>
                </a:lnTo>
                <a:lnTo>
                  <a:pt x="760" y="836"/>
                </a:lnTo>
                <a:lnTo>
                  <a:pt x="759" y="836"/>
                </a:lnTo>
                <a:lnTo>
                  <a:pt x="756" y="836"/>
                </a:lnTo>
                <a:lnTo>
                  <a:pt x="754" y="837"/>
                </a:lnTo>
                <a:lnTo>
                  <a:pt x="753" y="836"/>
                </a:lnTo>
                <a:lnTo>
                  <a:pt x="751" y="836"/>
                </a:lnTo>
                <a:lnTo>
                  <a:pt x="748" y="836"/>
                </a:lnTo>
                <a:lnTo>
                  <a:pt x="746" y="836"/>
                </a:lnTo>
                <a:lnTo>
                  <a:pt x="744" y="836"/>
                </a:lnTo>
                <a:lnTo>
                  <a:pt x="743" y="836"/>
                </a:lnTo>
                <a:lnTo>
                  <a:pt x="741" y="836"/>
                </a:lnTo>
                <a:lnTo>
                  <a:pt x="738" y="835"/>
                </a:lnTo>
                <a:lnTo>
                  <a:pt x="734" y="833"/>
                </a:lnTo>
                <a:lnTo>
                  <a:pt x="732" y="832"/>
                </a:lnTo>
                <a:lnTo>
                  <a:pt x="731" y="831"/>
                </a:lnTo>
                <a:lnTo>
                  <a:pt x="730" y="831"/>
                </a:lnTo>
                <a:lnTo>
                  <a:pt x="730" y="830"/>
                </a:lnTo>
                <a:lnTo>
                  <a:pt x="729" y="830"/>
                </a:lnTo>
                <a:lnTo>
                  <a:pt x="729" y="829"/>
                </a:lnTo>
                <a:lnTo>
                  <a:pt x="728" y="829"/>
                </a:lnTo>
                <a:lnTo>
                  <a:pt x="727" y="829"/>
                </a:lnTo>
                <a:lnTo>
                  <a:pt x="727" y="828"/>
                </a:lnTo>
                <a:lnTo>
                  <a:pt x="726" y="828"/>
                </a:lnTo>
                <a:lnTo>
                  <a:pt x="725" y="827"/>
                </a:lnTo>
                <a:lnTo>
                  <a:pt x="724" y="827"/>
                </a:lnTo>
                <a:lnTo>
                  <a:pt x="724" y="826"/>
                </a:lnTo>
                <a:lnTo>
                  <a:pt x="723" y="825"/>
                </a:lnTo>
                <a:lnTo>
                  <a:pt x="722" y="825"/>
                </a:lnTo>
                <a:lnTo>
                  <a:pt x="721" y="825"/>
                </a:lnTo>
                <a:lnTo>
                  <a:pt x="720" y="824"/>
                </a:lnTo>
                <a:lnTo>
                  <a:pt x="718" y="824"/>
                </a:lnTo>
                <a:lnTo>
                  <a:pt x="717" y="824"/>
                </a:lnTo>
                <a:lnTo>
                  <a:pt x="716" y="823"/>
                </a:lnTo>
                <a:lnTo>
                  <a:pt x="715" y="823"/>
                </a:lnTo>
                <a:lnTo>
                  <a:pt x="714" y="823"/>
                </a:lnTo>
                <a:lnTo>
                  <a:pt x="713" y="822"/>
                </a:lnTo>
                <a:lnTo>
                  <a:pt x="712" y="821"/>
                </a:lnTo>
                <a:lnTo>
                  <a:pt x="711" y="821"/>
                </a:lnTo>
                <a:lnTo>
                  <a:pt x="711" y="820"/>
                </a:lnTo>
                <a:lnTo>
                  <a:pt x="710" y="818"/>
                </a:lnTo>
                <a:lnTo>
                  <a:pt x="709" y="816"/>
                </a:lnTo>
                <a:lnTo>
                  <a:pt x="708" y="815"/>
                </a:lnTo>
                <a:lnTo>
                  <a:pt x="707" y="814"/>
                </a:lnTo>
                <a:lnTo>
                  <a:pt x="706" y="813"/>
                </a:lnTo>
                <a:lnTo>
                  <a:pt x="704" y="811"/>
                </a:lnTo>
                <a:lnTo>
                  <a:pt x="703" y="809"/>
                </a:lnTo>
                <a:lnTo>
                  <a:pt x="701" y="807"/>
                </a:lnTo>
                <a:lnTo>
                  <a:pt x="701" y="806"/>
                </a:lnTo>
                <a:lnTo>
                  <a:pt x="701" y="805"/>
                </a:lnTo>
                <a:lnTo>
                  <a:pt x="700" y="804"/>
                </a:lnTo>
                <a:lnTo>
                  <a:pt x="699" y="803"/>
                </a:lnTo>
                <a:lnTo>
                  <a:pt x="699" y="801"/>
                </a:lnTo>
                <a:lnTo>
                  <a:pt x="699" y="800"/>
                </a:lnTo>
                <a:lnTo>
                  <a:pt x="698" y="799"/>
                </a:lnTo>
                <a:lnTo>
                  <a:pt x="697" y="798"/>
                </a:lnTo>
                <a:lnTo>
                  <a:pt x="696" y="797"/>
                </a:lnTo>
                <a:lnTo>
                  <a:pt x="695" y="797"/>
                </a:lnTo>
                <a:lnTo>
                  <a:pt x="695" y="796"/>
                </a:lnTo>
                <a:lnTo>
                  <a:pt x="695" y="795"/>
                </a:lnTo>
                <a:lnTo>
                  <a:pt x="694" y="795"/>
                </a:lnTo>
                <a:lnTo>
                  <a:pt x="693" y="795"/>
                </a:lnTo>
                <a:lnTo>
                  <a:pt x="692" y="795"/>
                </a:lnTo>
                <a:lnTo>
                  <a:pt x="691" y="796"/>
                </a:lnTo>
                <a:lnTo>
                  <a:pt x="690" y="796"/>
                </a:lnTo>
                <a:lnTo>
                  <a:pt x="690" y="797"/>
                </a:lnTo>
                <a:lnTo>
                  <a:pt x="689" y="797"/>
                </a:lnTo>
                <a:lnTo>
                  <a:pt x="688" y="797"/>
                </a:lnTo>
                <a:lnTo>
                  <a:pt x="688" y="798"/>
                </a:lnTo>
                <a:lnTo>
                  <a:pt x="686" y="798"/>
                </a:lnTo>
                <a:lnTo>
                  <a:pt x="686" y="797"/>
                </a:lnTo>
                <a:lnTo>
                  <a:pt x="686" y="796"/>
                </a:lnTo>
                <a:lnTo>
                  <a:pt x="685" y="797"/>
                </a:lnTo>
                <a:lnTo>
                  <a:pt x="684" y="796"/>
                </a:lnTo>
                <a:lnTo>
                  <a:pt x="684" y="797"/>
                </a:lnTo>
                <a:lnTo>
                  <a:pt x="683" y="797"/>
                </a:lnTo>
                <a:lnTo>
                  <a:pt x="682" y="797"/>
                </a:lnTo>
                <a:lnTo>
                  <a:pt x="681" y="797"/>
                </a:lnTo>
                <a:lnTo>
                  <a:pt x="680" y="796"/>
                </a:lnTo>
                <a:lnTo>
                  <a:pt x="679" y="797"/>
                </a:lnTo>
                <a:lnTo>
                  <a:pt x="678" y="797"/>
                </a:lnTo>
                <a:lnTo>
                  <a:pt x="677" y="798"/>
                </a:lnTo>
                <a:lnTo>
                  <a:pt x="677" y="799"/>
                </a:lnTo>
                <a:lnTo>
                  <a:pt x="678" y="799"/>
                </a:lnTo>
                <a:lnTo>
                  <a:pt x="679" y="798"/>
                </a:lnTo>
                <a:lnTo>
                  <a:pt x="680" y="799"/>
                </a:lnTo>
                <a:lnTo>
                  <a:pt x="679" y="801"/>
                </a:lnTo>
                <a:lnTo>
                  <a:pt x="678" y="801"/>
                </a:lnTo>
                <a:lnTo>
                  <a:pt x="677" y="802"/>
                </a:lnTo>
                <a:lnTo>
                  <a:pt x="676" y="802"/>
                </a:lnTo>
                <a:lnTo>
                  <a:pt x="675" y="802"/>
                </a:lnTo>
                <a:lnTo>
                  <a:pt x="675" y="801"/>
                </a:lnTo>
                <a:lnTo>
                  <a:pt x="674" y="800"/>
                </a:lnTo>
                <a:lnTo>
                  <a:pt x="673" y="801"/>
                </a:lnTo>
                <a:lnTo>
                  <a:pt x="673" y="800"/>
                </a:lnTo>
                <a:lnTo>
                  <a:pt x="673" y="799"/>
                </a:lnTo>
                <a:lnTo>
                  <a:pt x="673" y="798"/>
                </a:lnTo>
                <a:lnTo>
                  <a:pt x="672" y="797"/>
                </a:lnTo>
                <a:lnTo>
                  <a:pt x="670" y="796"/>
                </a:lnTo>
                <a:lnTo>
                  <a:pt x="669" y="797"/>
                </a:lnTo>
                <a:lnTo>
                  <a:pt x="668" y="797"/>
                </a:lnTo>
                <a:lnTo>
                  <a:pt x="668" y="798"/>
                </a:lnTo>
                <a:lnTo>
                  <a:pt x="667" y="799"/>
                </a:lnTo>
                <a:lnTo>
                  <a:pt x="666" y="799"/>
                </a:lnTo>
                <a:lnTo>
                  <a:pt x="665" y="800"/>
                </a:lnTo>
                <a:lnTo>
                  <a:pt x="664" y="800"/>
                </a:lnTo>
                <a:lnTo>
                  <a:pt x="664" y="799"/>
                </a:lnTo>
                <a:lnTo>
                  <a:pt x="663" y="799"/>
                </a:lnTo>
                <a:lnTo>
                  <a:pt x="663" y="800"/>
                </a:lnTo>
                <a:lnTo>
                  <a:pt x="662" y="800"/>
                </a:lnTo>
                <a:lnTo>
                  <a:pt x="662" y="799"/>
                </a:lnTo>
                <a:lnTo>
                  <a:pt x="661" y="800"/>
                </a:lnTo>
                <a:lnTo>
                  <a:pt x="660" y="800"/>
                </a:lnTo>
                <a:lnTo>
                  <a:pt x="659" y="801"/>
                </a:lnTo>
                <a:lnTo>
                  <a:pt x="660" y="801"/>
                </a:lnTo>
                <a:lnTo>
                  <a:pt x="659" y="802"/>
                </a:lnTo>
                <a:lnTo>
                  <a:pt x="659" y="803"/>
                </a:lnTo>
                <a:lnTo>
                  <a:pt x="658" y="804"/>
                </a:lnTo>
                <a:lnTo>
                  <a:pt x="657" y="804"/>
                </a:lnTo>
                <a:lnTo>
                  <a:pt x="656" y="803"/>
                </a:lnTo>
                <a:lnTo>
                  <a:pt x="655" y="803"/>
                </a:lnTo>
                <a:lnTo>
                  <a:pt x="654" y="803"/>
                </a:lnTo>
                <a:lnTo>
                  <a:pt x="654" y="802"/>
                </a:lnTo>
                <a:lnTo>
                  <a:pt x="653" y="802"/>
                </a:lnTo>
                <a:lnTo>
                  <a:pt x="653" y="803"/>
                </a:lnTo>
                <a:lnTo>
                  <a:pt x="652" y="803"/>
                </a:lnTo>
                <a:lnTo>
                  <a:pt x="651" y="803"/>
                </a:lnTo>
                <a:lnTo>
                  <a:pt x="650" y="804"/>
                </a:lnTo>
                <a:lnTo>
                  <a:pt x="650" y="805"/>
                </a:lnTo>
                <a:lnTo>
                  <a:pt x="649" y="805"/>
                </a:lnTo>
                <a:lnTo>
                  <a:pt x="648" y="806"/>
                </a:lnTo>
                <a:lnTo>
                  <a:pt x="648" y="807"/>
                </a:lnTo>
                <a:lnTo>
                  <a:pt x="648" y="808"/>
                </a:lnTo>
                <a:lnTo>
                  <a:pt x="648" y="809"/>
                </a:lnTo>
                <a:lnTo>
                  <a:pt x="649" y="808"/>
                </a:lnTo>
                <a:lnTo>
                  <a:pt x="650" y="808"/>
                </a:lnTo>
                <a:lnTo>
                  <a:pt x="650" y="809"/>
                </a:lnTo>
                <a:lnTo>
                  <a:pt x="650" y="810"/>
                </a:lnTo>
                <a:lnTo>
                  <a:pt x="649" y="810"/>
                </a:lnTo>
                <a:lnTo>
                  <a:pt x="649" y="809"/>
                </a:lnTo>
                <a:lnTo>
                  <a:pt x="648" y="809"/>
                </a:lnTo>
                <a:lnTo>
                  <a:pt x="647" y="810"/>
                </a:lnTo>
                <a:lnTo>
                  <a:pt x="646" y="811"/>
                </a:lnTo>
                <a:lnTo>
                  <a:pt x="645" y="811"/>
                </a:lnTo>
                <a:lnTo>
                  <a:pt x="645" y="810"/>
                </a:lnTo>
                <a:lnTo>
                  <a:pt x="644" y="811"/>
                </a:lnTo>
                <a:lnTo>
                  <a:pt x="644" y="812"/>
                </a:lnTo>
                <a:lnTo>
                  <a:pt x="643" y="812"/>
                </a:lnTo>
                <a:lnTo>
                  <a:pt x="643" y="813"/>
                </a:lnTo>
                <a:lnTo>
                  <a:pt x="642" y="814"/>
                </a:lnTo>
                <a:lnTo>
                  <a:pt x="642" y="815"/>
                </a:lnTo>
                <a:lnTo>
                  <a:pt x="643" y="815"/>
                </a:lnTo>
                <a:lnTo>
                  <a:pt x="644" y="816"/>
                </a:lnTo>
                <a:lnTo>
                  <a:pt x="643" y="817"/>
                </a:lnTo>
                <a:lnTo>
                  <a:pt x="643" y="816"/>
                </a:lnTo>
                <a:lnTo>
                  <a:pt x="641" y="815"/>
                </a:lnTo>
                <a:lnTo>
                  <a:pt x="640" y="815"/>
                </a:lnTo>
                <a:lnTo>
                  <a:pt x="640" y="816"/>
                </a:lnTo>
                <a:lnTo>
                  <a:pt x="641" y="816"/>
                </a:lnTo>
                <a:lnTo>
                  <a:pt x="640" y="817"/>
                </a:lnTo>
                <a:lnTo>
                  <a:pt x="640" y="816"/>
                </a:lnTo>
                <a:lnTo>
                  <a:pt x="639" y="815"/>
                </a:lnTo>
                <a:lnTo>
                  <a:pt x="638" y="815"/>
                </a:lnTo>
                <a:lnTo>
                  <a:pt x="638" y="816"/>
                </a:lnTo>
                <a:lnTo>
                  <a:pt x="637" y="815"/>
                </a:lnTo>
                <a:lnTo>
                  <a:pt x="637" y="814"/>
                </a:lnTo>
                <a:lnTo>
                  <a:pt x="636" y="813"/>
                </a:lnTo>
                <a:lnTo>
                  <a:pt x="637" y="813"/>
                </a:lnTo>
                <a:lnTo>
                  <a:pt x="637" y="812"/>
                </a:lnTo>
                <a:lnTo>
                  <a:pt x="637" y="811"/>
                </a:lnTo>
                <a:lnTo>
                  <a:pt x="636" y="812"/>
                </a:lnTo>
                <a:lnTo>
                  <a:pt x="635" y="811"/>
                </a:lnTo>
                <a:lnTo>
                  <a:pt x="634" y="811"/>
                </a:lnTo>
                <a:lnTo>
                  <a:pt x="634" y="810"/>
                </a:lnTo>
                <a:lnTo>
                  <a:pt x="633" y="810"/>
                </a:lnTo>
                <a:lnTo>
                  <a:pt x="633" y="809"/>
                </a:lnTo>
                <a:lnTo>
                  <a:pt x="632" y="809"/>
                </a:lnTo>
                <a:lnTo>
                  <a:pt x="631" y="810"/>
                </a:lnTo>
                <a:lnTo>
                  <a:pt x="631" y="809"/>
                </a:lnTo>
                <a:lnTo>
                  <a:pt x="631" y="808"/>
                </a:lnTo>
                <a:lnTo>
                  <a:pt x="630" y="807"/>
                </a:lnTo>
                <a:lnTo>
                  <a:pt x="630" y="808"/>
                </a:lnTo>
                <a:lnTo>
                  <a:pt x="629" y="808"/>
                </a:lnTo>
                <a:lnTo>
                  <a:pt x="629" y="807"/>
                </a:lnTo>
                <a:lnTo>
                  <a:pt x="627" y="807"/>
                </a:lnTo>
                <a:lnTo>
                  <a:pt x="626" y="807"/>
                </a:lnTo>
                <a:lnTo>
                  <a:pt x="626" y="808"/>
                </a:lnTo>
                <a:lnTo>
                  <a:pt x="625" y="808"/>
                </a:lnTo>
                <a:lnTo>
                  <a:pt x="624" y="808"/>
                </a:lnTo>
                <a:lnTo>
                  <a:pt x="623" y="807"/>
                </a:lnTo>
                <a:lnTo>
                  <a:pt x="622" y="807"/>
                </a:lnTo>
                <a:lnTo>
                  <a:pt x="621" y="807"/>
                </a:lnTo>
                <a:lnTo>
                  <a:pt x="621" y="808"/>
                </a:lnTo>
                <a:lnTo>
                  <a:pt x="621" y="809"/>
                </a:lnTo>
                <a:lnTo>
                  <a:pt x="621" y="810"/>
                </a:lnTo>
                <a:lnTo>
                  <a:pt x="620" y="810"/>
                </a:lnTo>
                <a:lnTo>
                  <a:pt x="620" y="809"/>
                </a:lnTo>
                <a:lnTo>
                  <a:pt x="619" y="808"/>
                </a:lnTo>
                <a:lnTo>
                  <a:pt x="619" y="809"/>
                </a:lnTo>
                <a:lnTo>
                  <a:pt x="618" y="809"/>
                </a:lnTo>
                <a:lnTo>
                  <a:pt x="616" y="809"/>
                </a:lnTo>
                <a:lnTo>
                  <a:pt x="616" y="808"/>
                </a:lnTo>
                <a:lnTo>
                  <a:pt x="615" y="807"/>
                </a:lnTo>
                <a:lnTo>
                  <a:pt x="614" y="807"/>
                </a:lnTo>
                <a:lnTo>
                  <a:pt x="614" y="806"/>
                </a:lnTo>
                <a:lnTo>
                  <a:pt x="613" y="806"/>
                </a:lnTo>
                <a:lnTo>
                  <a:pt x="612" y="806"/>
                </a:lnTo>
                <a:lnTo>
                  <a:pt x="611" y="806"/>
                </a:lnTo>
                <a:lnTo>
                  <a:pt x="611" y="805"/>
                </a:lnTo>
                <a:lnTo>
                  <a:pt x="610" y="804"/>
                </a:lnTo>
                <a:lnTo>
                  <a:pt x="610" y="805"/>
                </a:lnTo>
                <a:lnTo>
                  <a:pt x="609" y="806"/>
                </a:lnTo>
                <a:lnTo>
                  <a:pt x="609" y="807"/>
                </a:lnTo>
                <a:lnTo>
                  <a:pt x="608" y="807"/>
                </a:lnTo>
                <a:lnTo>
                  <a:pt x="607" y="806"/>
                </a:lnTo>
                <a:lnTo>
                  <a:pt x="607" y="805"/>
                </a:lnTo>
                <a:lnTo>
                  <a:pt x="606" y="806"/>
                </a:lnTo>
                <a:lnTo>
                  <a:pt x="605" y="807"/>
                </a:lnTo>
                <a:lnTo>
                  <a:pt x="605" y="808"/>
                </a:lnTo>
                <a:lnTo>
                  <a:pt x="604" y="809"/>
                </a:lnTo>
                <a:lnTo>
                  <a:pt x="603" y="809"/>
                </a:lnTo>
                <a:lnTo>
                  <a:pt x="604" y="808"/>
                </a:lnTo>
                <a:lnTo>
                  <a:pt x="604" y="807"/>
                </a:lnTo>
                <a:lnTo>
                  <a:pt x="604" y="806"/>
                </a:lnTo>
                <a:lnTo>
                  <a:pt x="604" y="805"/>
                </a:lnTo>
                <a:lnTo>
                  <a:pt x="604" y="804"/>
                </a:lnTo>
                <a:lnTo>
                  <a:pt x="605" y="803"/>
                </a:lnTo>
                <a:lnTo>
                  <a:pt x="605" y="804"/>
                </a:lnTo>
                <a:lnTo>
                  <a:pt x="606" y="804"/>
                </a:lnTo>
                <a:lnTo>
                  <a:pt x="606" y="803"/>
                </a:lnTo>
                <a:lnTo>
                  <a:pt x="604" y="802"/>
                </a:lnTo>
                <a:lnTo>
                  <a:pt x="604" y="803"/>
                </a:lnTo>
                <a:lnTo>
                  <a:pt x="604" y="804"/>
                </a:lnTo>
                <a:lnTo>
                  <a:pt x="603" y="804"/>
                </a:lnTo>
                <a:lnTo>
                  <a:pt x="602" y="804"/>
                </a:lnTo>
                <a:lnTo>
                  <a:pt x="602" y="805"/>
                </a:lnTo>
                <a:lnTo>
                  <a:pt x="601" y="805"/>
                </a:lnTo>
                <a:lnTo>
                  <a:pt x="601" y="804"/>
                </a:lnTo>
                <a:lnTo>
                  <a:pt x="600" y="804"/>
                </a:lnTo>
                <a:lnTo>
                  <a:pt x="599" y="804"/>
                </a:lnTo>
                <a:lnTo>
                  <a:pt x="599" y="803"/>
                </a:lnTo>
                <a:lnTo>
                  <a:pt x="598" y="802"/>
                </a:lnTo>
                <a:lnTo>
                  <a:pt x="598" y="800"/>
                </a:lnTo>
                <a:lnTo>
                  <a:pt x="598" y="799"/>
                </a:lnTo>
                <a:lnTo>
                  <a:pt x="599" y="798"/>
                </a:lnTo>
                <a:lnTo>
                  <a:pt x="598" y="798"/>
                </a:lnTo>
                <a:lnTo>
                  <a:pt x="597" y="797"/>
                </a:lnTo>
                <a:lnTo>
                  <a:pt x="598" y="796"/>
                </a:lnTo>
                <a:lnTo>
                  <a:pt x="597" y="795"/>
                </a:lnTo>
                <a:lnTo>
                  <a:pt x="598" y="795"/>
                </a:lnTo>
                <a:lnTo>
                  <a:pt x="598" y="794"/>
                </a:lnTo>
                <a:lnTo>
                  <a:pt x="599" y="793"/>
                </a:lnTo>
                <a:lnTo>
                  <a:pt x="599" y="792"/>
                </a:lnTo>
                <a:lnTo>
                  <a:pt x="599" y="791"/>
                </a:lnTo>
                <a:lnTo>
                  <a:pt x="599" y="790"/>
                </a:lnTo>
                <a:lnTo>
                  <a:pt x="599" y="791"/>
                </a:lnTo>
                <a:lnTo>
                  <a:pt x="600" y="791"/>
                </a:lnTo>
                <a:lnTo>
                  <a:pt x="600" y="790"/>
                </a:lnTo>
                <a:lnTo>
                  <a:pt x="600" y="789"/>
                </a:lnTo>
                <a:lnTo>
                  <a:pt x="599" y="788"/>
                </a:lnTo>
                <a:lnTo>
                  <a:pt x="598" y="788"/>
                </a:lnTo>
                <a:lnTo>
                  <a:pt x="597" y="788"/>
                </a:lnTo>
                <a:lnTo>
                  <a:pt x="597" y="787"/>
                </a:lnTo>
                <a:lnTo>
                  <a:pt x="598" y="787"/>
                </a:lnTo>
                <a:lnTo>
                  <a:pt x="597" y="786"/>
                </a:lnTo>
                <a:lnTo>
                  <a:pt x="596" y="785"/>
                </a:lnTo>
                <a:lnTo>
                  <a:pt x="596" y="784"/>
                </a:lnTo>
                <a:lnTo>
                  <a:pt x="597" y="784"/>
                </a:lnTo>
                <a:lnTo>
                  <a:pt x="596" y="784"/>
                </a:lnTo>
                <a:lnTo>
                  <a:pt x="596" y="783"/>
                </a:lnTo>
                <a:lnTo>
                  <a:pt x="595" y="783"/>
                </a:lnTo>
                <a:lnTo>
                  <a:pt x="595" y="782"/>
                </a:lnTo>
                <a:lnTo>
                  <a:pt x="594" y="782"/>
                </a:lnTo>
                <a:lnTo>
                  <a:pt x="593" y="782"/>
                </a:lnTo>
                <a:lnTo>
                  <a:pt x="593" y="783"/>
                </a:lnTo>
                <a:lnTo>
                  <a:pt x="594" y="784"/>
                </a:lnTo>
                <a:lnTo>
                  <a:pt x="593" y="784"/>
                </a:lnTo>
                <a:lnTo>
                  <a:pt x="593" y="785"/>
                </a:lnTo>
                <a:lnTo>
                  <a:pt x="594" y="786"/>
                </a:lnTo>
                <a:lnTo>
                  <a:pt x="594" y="787"/>
                </a:lnTo>
                <a:lnTo>
                  <a:pt x="594" y="788"/>
                </a:lnTo>
                <a:lnTo>
                  <a:pt x="592" y="788"/>
                </a:lnTo>
                <a:lnTo>
                  <a:pt x="594" y="790"/>
                </a:lnTo>
                <a:lnTo>
                  <a:pt x="595" y="791"/>
                </a:lnTo>
                <a:lnTo>
                  <a:pt x="594" y="791"/>
                </a:lnTo>
                <a:lnTo>
                  <a:pt x="593" y="791"/>
                </a:lnTo>
                <a:lnTo>
                  <a:pt x="593" y="790"/>
                </a:lnTo>
                <a:lnTo>
                  <a:pt x="591" y="790"/>
                </a:lnTo>
                <a:lnTo>
                  <a:pt x="591" y="791"/>
                </a:lnTo>
                <a:lnTo>
                  <a:pt x="589" y="791"/>
                </a:lnTo>
                <a:lnTo>
                  <a:pt x="587" y="791"/>
                </a:lnTo>
                <a:lnTo>
                  <a:pt x="586" y="790"/>
                </a:lnTo>
                <a:lnTo>
                  <a:pt x="585" y="791"/>
                </a:lnTo>
                <a:lnTo>
                  <a:pt x="585" y="792"/>
                </a:lnTo>
                <a:lnTo>
                  <a:pt x="584" y="793"/>
                </a:lnTo>
                <a:lnTo>
                  <a:pt x="583" y="792"/>
                </a:lnTo>
                <a:lnTo>
                  <a:pt x="582" y="793"/>
                </a:lnTo>
                <a:lnTo>
                  <a:pt x="582" y="794"/>
                </a:lnTo>
                <a:lnTo>
                  <a:pt x="581" y="794"/>
                </a:lnTo>
                <a:lnTo>
                  <a:pt x="580" y="794"/>
                </a:lnTo>
                <a:lnTo>
                  <a:pt x="580" y="793"/>
                </a:lnTo>
                <a:lnTo>
                  <a:pt x="578" y="792"/>
                </a:lnTo>
                <a:lnTo>
                  <a:pt x="577" y="793"/>
                </a:lnTo>
                <a:lnTo>
                  <a:pt x="578" y="793"/>
                </a:lnTo>
                <a:lnTo>
                  <a:pt x="578" y="794"/>
                </a:lnTo>
                <a:lnTo>
                  <a:pt x="577" y="794"/>
                </a:lnTo>
                <a:lnTo>
                  <a:pt x="576" y="795"/>
                </a:lnTo>
                <a:lnTo>
                  <a:pt x="575" y="794"/>
                </a:lnTo>
                <a:lnTo>
                  <a:pt x="574" y="794"/>
                </a:lnTo>
                <a:lnTo>
                  <a:pt x="574" y="793"/>
                </a:lnTo>
                <a:lnTo>
                  <a:pt x="573" y="793"/>
                </a:lnTo>
                <a:lnTo>
                  <a:pt x="572" y="792"/>
                </a:lnTo>
                <a:lnTo>
                  <a:pt x="571" y="792"/>
                </a:lnTo>
                <a:lnTo>
                  <a:pt x="571" y="791"/>
                </a:lnTo>
                <a:lnTo>
                  <a:pt x="570" y="791"/>
                </a:lnTo>
                <a:lnTo>
                  <a:pt x="570" y="792"/>
                </a:lnTo>
                <a:lnTo>
                  <a:pt x="569" y="792"/>
                </a:lnTo>
                <a:lnTo>
                  <a:pt x="570" y="792"/>
                </a:lnTo>
                <a:lnTo>
                  <a:pt x="570" y="793"/>
                </a:lnTo>
                <a:lnTo>
                  <a:pt x="569" y="793"/>
                </a:lnTo>
                <a:lnTo>
                  <a:pt x="568" y="793"/>
                </a:lnTo>
                <a:lnTo>
                  <a:pt x="568" y="792"/>
                </a:lnTo>
                <a:lnTo>
                  <a:pt x="568" y="791"/>
                </a:lnTo>
                <a:lnTo>
                  <a:pt x="568" y="790"/>
                </a:lnTo>
                <a:lnTo>
                  <a:pt x="568" y="789"/>
                </a:lnTo>
                <a:lnTo>
                  <a:pt x="568" y="788"/>
                </a:lnTo>
                <a:lnTo>
                  <a:pt x="568" y="787"/>
                </a:lnTo>
                <a:lnTo>
                  <a:pt x="567" y="787"/>
                </a:lnTo>
                <a:lnTo>
                  <a:pt x="567" y="788"/>
                </a:lnTo>
                <a:lnTo>
                  <a:pt x="566" y="788"/>
                </a:lnTo>
                <a:lnTo>
                  <a:pt x="565" y="787"/>
                </a:lnTo>
                <a:lnTo>
                  <a:pt x="565" y="786"/>
                </a:lnTo>
                <a:lnTo>
                  <a:pt x="565" y="787"/>
                </a:lnTo>
                <a:lnTo>
                  <a:pt x="564" y="787"/>
                </a:lnTo>
                <a:lnTo>
                  <a:pt x="564" y="788"/>
                </a:lnTo>
                <a:lnTo>
                  <a:pt x="563" y="789"/>
                </a:lnTo>
                <a:lnTo>
                  <a:pt x="562" y="789"/>
                </a:lnTo>
                <a:lnTo>
                  <a:pt x="561" y="788"/>
                </a:lnTo>
                <a:lnTo>
                  <a:pt x="560" y="789"/>
                </a:lnTo>
                <a:lnTo>
                  <a:pt x="560" y="790"/>
                </a:lnTo>
                <a:lnTo>
                  <a:pt x="560" y="791"/>
                </a:lnTo>
                <a:lnTo>
                  <a:pt x="560" y="792"/>
                </a:lnTo>
                <a:lnTo>
                  <a:pt x="559" y="793"/>
                </a:lnTo>
                <a:lnTo>
                  <a:pt x="559" y="794"/>
                </a:lnTo>
                <a:lnTo>
                  <a:pt x="558" y="794"/>
                </a:lnTo>
                <a:lnTo>
                  <a:pt x="557" y="796"/>
                </a:lnTo>
                <a:lnTo>
                  <a:pt x="556" y="796"/>
                </a:lnTo>
                <a:lnTo>
                  <a:pt x="555" y="796"/>
                </a:lnTo>
                <a:lnTo>
                  <a:pt x="554" y="797"/>
                </a:lnTo>
                <a:lnTo>
                  <a:pt x="555" y="797"/>
                </a:lnTo>
                <a:lnTo>
                  <a:pt x="554" y="797"/>
                </a:lnTo>
                <a:lnTo>
                  <a:pt x="553" y="798"/>
                </a:lnTo>
                <a:lnTo>
                  <a:pt x="553" y="799"/>
                </a:lnTo>
                <a:lnTo>
                  <a:pt x="553" y="801"/>
                </a:lnTo>
                <a:lnTo>
                  <a:pt x="553" y="802"/>
                </a:lnTo>
                <a:lnTo>
                  <a:pt x="552" y="802"/>
                </a:lnTo>
                <a:lnTo>
                  <a:pt x="552" y="801"/>
                </a:lnTo>
                <a:lnTo>
                  <a:pt x="551" y="801"/>
                </a:lnTo>
                <a:lnTo>
                  <a:pt x="550" y="802"/>
                </a:lnTo>
                <a:lnTo>
                  <a:pt x="550" y="803"/>
                </a:lnTo>
                <a:lnTo>
                  <a:pt x="549" y="803"/>
                </a:lnTo>
                <a:lnTo>
                  <a:pt x="548" y="803"/>
                </a:lnTo>
                <a:lnTo>
                  <a:pt x="547" y="802"/>
                </a:lnTo>
                <a:lnTo>
                  <a:pt x="545" y="802"/>
                </a:lnTo>
                <a:lnTo>
                  <a:pt x="545" y="803"/>
                </a:lnTo>
                <a:lnTo>
                  <a:pt x="545" y="804"/>
                </a:lnTo>
                <a:lnTo>
                  <a:pt x="544" y="804"/>
                </a:lnTo>
                <a:lnTo>
                  <a:pt x="543" y="804"/>
                </a:lnTo>
                <a:lnTo>
                  <a:pt x="543" y="803"/>
                </a:lnTo>
                <a:lnTo>
                  <a:pt x="542" y="803"/>
                </a:lnTo>
                <a:lnTo>
                  <a:pt x="542" y="804"/>
                </a:lnTo>
                <a:lnTo>
                  <a:pt x="541" y="804"/>
                </a:lnTo>
                <a:lnTo>
                  <a:pt x="541" y="803"/>
                </a:lnTo>
                <a:lnTo>
                  <a:pt x="540" y="803"/>
                </a:lnTo>
                <a:lnTo>
                  <a:pt x="539" y="802"/>
                </a:lnTo>
                <a:lnTo>
                  <a:pt x="537" y="803"/>
                </a:lnTo>
                <a:lnTo>
                  <a:pt x="537" y="804"/>
                </a:lnTo>
                <a:lnTo>
                  <a:pt x="536" y="805"/>
                </a:lnTo>
                <a:lnTo>
                  <a:pt x="535" y="805"/>
                </a:lnTo>
                <a:lnTo>
                  <a:pt x="534" y="806"/>
                </a:lnTo>
                <a:lnTo>
                  <a:pt x="533" y="805"/>
                </a:lnTo>
                <a:lnTo>
                  <a:pt x="532" y="804"/>
                </a:lnTo>
                <a:lnTo>
                  <a:pt x="532" y="805"/>
                </a:lnTo>
                <a:lnTo>
                  <a:pt x="530" y="805"/>
                </a:lnTo>
                <a:lnTo>
                  <a:pt x="531" y="805"/>
                </a:lnTo>
                <a:lnTo>
                  <a:pt x="530" y="804"/>
                </a:lnTo>
                <a:lnTo>
                  <a:pt x="529" y="805"/>
                </a:lnTo>
                <a:lnTo>
                  <a:pt x="528" y="805"/>
                </a:lnTo>
                <a:lnTo>
                  <a:pt x="527" y="805"/>
                </a:lnTo>
                <a:lnTo>
                  <a:pt x="526" y="806"/>
                </a:lnTo>
                <a:lnTo>
                  <a:pt x="525" y="805"/>
                </a:lnTo>
                <a:lnTo>
                  <a:pt x="524" y="805"/>
                </a:lnTo>
                <a:lnTo>
                  <a:pt x="523" y="805"/>
                </a:lnTo>
                <a:lnTo>
                  <a:pt x="522" y="805"/>
                </a:lnTo>
                <a:lnTo>
                  <a:pt x="521" y="805"/>
                </a:lnTo>
                <a:lnTo>
                  <a:pt x="521" y="806"/>
                </a:lnTo>
                <a:lnTo>
                  <a:pt x="519" y="807"/>
                </a:lnTo>
                <a:lnTo>
                  <a:pt x="518" y="808"/>
                </a:lnTo>
                <a:lnTo>
                  <a:pt x="516" y="808"/>
                </a:lnTo>
                <a:lnTo>
                  <a:pt x="516" y="807"/>
                </a:lnTo>
                <a:lnTo>
                  <a:pt x="515" y="807"/>
                </a:lnTo>
                <a:lnTo>
                  <a:pt x="514" y="807"/>
                </a:lnTo>
                <a:lnTo>
                  <a:pt x="513" y="807"/>
                </a:lnTo>
                <a:lnTo>
                  <a:pt x="513" y="806"/>
                </a:lnTo>
                <a:lnTo>
                  <a:pt x="512" y="807"/>
                </a:lnTo>
                <a:lnTo>
                  <a:pt x="510" y="807"/>
                </a:lnTo>
                <a:lnTo>
                  <a:pt x="509" y="807"/>
                </a:lnTo>
                <a:lnTo>
                  <a:pt x="508" y="808"/>
                </a:lnTo>
                <a:lnTo>
                  <a:pt x="508" y="809"/>
                </a:lnTo>
                <a:lnTo>
                  <a:pt x="507" y="809"/>
                </a:lnTo>
                <a:lnTo>
                  <a:pt x="508" y="809"/>
                </a:lnTo>
                <a:lnTo>
                  <a:pt x="507" y="809"/>
                </a:lnTo>
                <a:lnTo>
                  <a:pt x="507" y="810"/>
                </a:lnTo>
                <a:lnTo>
                  <a:pt x="506" y="810"/>
                </a:lnTo>
                <a:lnTo>
                  <a:pt x="505" y="810"/>
                </a:lnTo>
                <a:lnTo>
                  <a:pt x="505" y="809"/>
                </a:lnTo>
                <a:lnTo>
                  <a:pt x="504" y="809"/>
                </a:lnTo>
                <a:lnTo>
                  <a:pt x="503" y="809"/>
                </a:lnTo>
                <a:lnTo>
                  <a:pt x="503" y="810"/>
                </a:lnTo>
                <a:lnTo>
                  <a:pt x="502" y="811"/>
                </a:lnTo>
                <a:lnTo>
                  <a:pt x="501" y="811"/>
                </a:lnTo>
                <a:lnTo>
                  <a:pt x="500" y="811"/>
                </a:lnTo>
                <a:lnTo>
                  <a:pt x="500" y="810"/>
                </a:lnTo>
                <a:lnTo>
                  <a:pt x="499" y="810"/>
                </a:lnTo>
                <a:lnTo>
                  <a:pt x="498" y="809"/>
                </a:lnTo>
                <a:lnTo>
                  <a:pt x="497" y="808"/>
                </a:lnTo>
                <a:lnTo>
                  <a:pt x="497" y="807"/>
                </a:lnTo>
                <a:lnTo>
                  <a:pt x="497" y="806"/>
                </a:lnTo>
                <a:lnTo>
                  <a:pt x="497" y="805"/>
                </a:lnTo>
                <a:lnTo>
                  <a:pt x="497" y="804"/>
                </a:lnTo>
                <a:lnTo>
                  <a:pt x="496" y="804"/>
                </a:lnTo>
                <a:lnTo>
                  <a:pt x="495" y="803"/>
                </a:lnTo>
                <a:lnTo>
                  <a:pt x="493" y="802"/>
                </a:lnTo>
                <a:lnTo>
                  <a:pt x="493" y="801"/>
                </a:lnTo>
                <a:lnTo>
                  <a:pt x="490" y="801"/>
                </a:lnTo>
                <a:lnTo>
                  <a:pt x="489" y="801"/>
                </a:lnTo>
                <a:lnTo>
                  <a:pt x="489" y="802"/>
                </a:lnTo>
                <a:lnTo>
                  <a:pt x="488" y="802"/>
                </a:lnTo>
                <a:lnTo>
                  <a:pt x="487" y="801"/>
                </a:lnTo>
                <a:lnTo>
                  <a:pt x="487" y="800"/>
                </a:lnTo>
                <a:lnTo>
                  <a:pt x="487" y="799"/>
                </a:lnTo>
                <a:lnTo>
                  <a:pt x="486" y="799"/>
                </a:lnTo>
                <a:lnTo>
                  <a:pt x="486" y="800"/>
                </a:lnTo>
                <a:lnTo>
                  <a:pt x="485" y="800"/>
                </a:lnTo>
                <a:lnTo>
                  <a:pt x="484" y="799"/>
                </a:lnTo>
                <a:lnTo>
                  <a:pt x="483" y="799"/>
                </a:lnTo>
                <a:lnTo>
                  <a:pt x="483" y="798"/>
                </a:lnTo>
                <a:lnTo>
                  <a:pt x="485" y="799"/>
                </a:lnTo>
                <a:lnTo>
                  <a:pt x="485" y="794"/>
                </a:lnTo>
                <a:lnTo>
                  <a:pt x="485" y="793"/>
                </a:lnTo>
                <a:lnTo>
                  <a:pt x="485" y="792"/>
                </a:lnTo>
                <a:lnTo>
                  <a:pt x="487" y="788"/>
                </a:lnTo>
                <a:lnTo>
                  <a:pt x="488" y="783"/>
                </a:lnTo>
                <a:lnTo>
                  <a:pt x="489" y="780"/>
                </a:lnTo>
                <a:lnTo>
                  <a:pt x="490" y="779"/>
                </a:lnTo>
                <a:lnTo>
                  <a:pt x="491" y="779"/>
                </a:lnTo>
                <a:lnTo>
                  <a:pt x="491" y="780"/>
                </a:lnTo>
                <a:lnTo>
                  <a:pt x="492" y="781"/>
                </a:lnTo>
                <a:lnTo>
                  <a:pt x="492" y="782"/>
                </a:lnTo>
                <a:lnTo>
                  <a:pt x="492" y="783"/>
                </a:lnTo>
                <a:lnTo>
                  <a:pt x="492" y="784"/>
                </a:lnTo>
                <a:lnTo>
                  <a:pt x="493" y="784"/>
                </a:lnTo>
                <a:lnTo>
                  <a:pt x="493" y="783"/>
                </a:lnTo>
                <a:lnTo>
                  <a:pt x="495" y="782"/>
                </a:lnTo>
                <a:lnTo>
                  <a:pt x="496" y="782"/>
                </a:lnTo>
                <a:lnTo>
                  <a:pt x="497" y="782"/>
                </a:lnTo>
                <a:lnTo>
                  <a:pt x="498" y="782"/>
                </a:lnTo>
                <a:lnTo>
                  <a:pt x="499" y="781"/>
                </a:lnTo>
                <a:lnTo>
                  <a:pt x="500" y="781"/>
                </a:lnTo>
                <a:lnTo>
                  <a:pt x="500" y="780"/>
                </a:lnTo>
                <a:lnTo>
                  <a:pt x="501" y="780"/>
                </a:lnTo>
                <a:lnTo>
                  <a:pt x="502" y="780"/>
                </a:lnTo>
                <a:lnTo>
                  <a:pt x="502" y="779"/>
                </a:lnTo>
                <a:lnTo>
                  <a:pt x="503" y="778"/>
                </a:lnTo>
                <a:lnTo>
                  <a:pt x="503" y="777"/>
                </a:lnTo>
                <a:lnTo>
                  <a:pt x="504" y="777"/>
                </a:lnTo>
                <a:lnTo>
                  <a:pt x="504" y="776"/>
                </a:lnTo>
                <a:lnTo>
                  <a:pt x="505" y="776"/>
                </a:lnTo>
                <a:lnTo>
                  <a:pt x="505" y="775"/>
                </a:lnTo>
                <a:lnTo>
                  <a:pt x="506" y="775"/>
                </a:lnTo>
                <a:lnTo>
                  <a:pt x="506" y="774"/>
                </a:lnTo>
                <a:lnTo>
                  <a:pt x="506" y="773"/>
                </a:lnTo>
                <a:lnTo>
                  <a:pt x="507" y="770"/>
                </a:lnTo>
                <a:lnTo>
                  <a:pt x="508" y="769"/>
                </a:lnTo>
                <a:lnTo>
                  <a:pt x="508" y="767"/>
                </a:lnTo>
                <a:lnTo>
                  <a:pt x="509" y="764"/>
                </a:lnTo>
                <a:lnTo>
                  <a:pt x="508" y="758"/>
                </a:lnTo>
                <a:lnTo>
                  <a:pt x="508" y="757"/>
                </a:lnTo>
                <a:lnTo>
                  <a:pt x="508" y="754"/>
                </a:lnTo>
                <a:lnTo>
                  <a:pt x="508" y="752"/>
                </a:lnTo>
                <a:lnTo>
                  <a:pt x="508" y="747"/>
                </a:lnTo>
                <a:lnTo>
                  <a:pt x="507" y="746"/>
                </a:lnTo>
                <a:lnTo>
                  <a:pt x="506" y="746"/>
                </a:lnTo>
                <a:lnTo>
                  <a:pt x="506" y="745"/>
                </a:lnTo>
                <a:lnTo>
                  <a:pt x="505" y="745"/>
                </a:lnTo>
                <a:lnTo>
                  <a:pt x="505" y="744"/>
                </a:lnTo>
                <a:lnTo>
                  <a:pt x="505" y="743"/>
                </a:lnTo>
                <a:lnTo>
                  <a:pt x="504" y="742"/>
                </a:lnTo>
                <a:lnTo>
                  <a:pt x="505" y="741"/>
                </a:lnTo>
                <a:lnTo>
                  <a:pt x="506" y="740"/>
                </a:lnTo>
                <a:lnTo>
                  <a:pt x="506" y="739"/>
                </a:lnTo>
                <a:lnTo>
                  <a:pt x="505" y="739"/>
                </a:lnTo>
                <a:lnTo>
                  <a:pt x="504" y="739"/>
                </a:lnTo>
                <a:lnTo>
                  <a:pt x="503" y="739"/>
                </a:lnTo>
                <a:lnTo>
                  <a:pt x="503" y="738"/>
                </a:lnTo>
                <a:lnTo>
                  <a:pt x="504" y="738"/>
                </a:lnTo>
                <a:lnTo>
                  <a:pt x="503" y="739"/>
                </a:lnTo>
                <a:lnTo>
                  <a:pt x="504" y="739"/>
                </a:lnTo>
                <a:lnTo>
                  <a:pt x="504" y="738"/>
                </a:lnTo>
                <a:lnTo>
                  <a:pt x="504" y="737"/>
                </a:lnTo>
                <a:lnTo>
                  <a:pt x="504" y="736"/>
                </a:lnTo>
                <a:lnTo>
                  <a:pt x="504" y="735"/>
                </a:lnTo>
                <a:lnTo>
                  <a:pt x="504" y="734"/>
                </a:lnTo>
                <a:lnTo>
                  <a:pt x="503" y="734"/>
                </a:lnTo>
                <a:lnTo>
                  <a:pt x="503" y="735"/>
                </a:lnTo>
                <a:lnTo>
                  <a:pt x="502" y="735"/>
                </a:lnTo>
                <a:lnTo>
                  <a:pt x="501" y="734"/>
                </a:lnTo>
                <a:lnTo>
                  <a:pt x="502" y="734"/>
                </a:lnTo>
                <a:lnTo>
                  <a:pt x="503" y="734"/>
                </a:lnTo>
                <a:lnTo>
                  <a:pt x="503" y="733"/>
                </a:lnTo>
                <a:lnTo>
                  <a:pt x="503" y="732"/>
                </a:lnTo>
                <a:lnTo>
                  <a:pt x="503" y="731"/>
                </a:lnTo>
                <a:lnTo>
                  <a:pt x="502" y="731"/>
                </a:lnTo>
                <a:lnTo>
                  <a:pt x="502" y="730"/>
                </a:lnTo>
                <a:lnTo>
                  <a:pt x="501" y="730"/>
                </a:lnTo>
                <a:lnTo>
                  <a:pt x="500" y="729"/>
                </a:lnTo>
                <a:lnTo>
                  <a:pt x="500" y="728"/>
                </a:lnTo>
                <a:lnTo>
                  <a:pt x="499" y="728"/>
                </a:lnTo>
                <a:lnTo>
                  <a:pt x="498" y="728"/>
                </a:lnTo>
                <a:lnTo>
                  <a:pt x="497" y="728"/>
                </a:lnTo>
                <a:lnTo>
                  <a:pt x="497" y="727"/>
                </a:lnTo>
                <a:lnTo>
                  <a:pt x="496" y="727"/>
                </a:lnTo>
                <a:lnTo>
                  <a:pt x="495" y="728"/>
                </a:lnTo>
                <a:lnTo>
                  <a:pt x="494" y="728"/>
                </a:lnTo>
                <a:lnTo>
                  <a:pt x="493" y="728"/>
                </a:lnTo>
                <a:lnTo>
                  <a:pt x="493" y="729"/>
                </a:lnTo>
                <a:lnTo>
                  <a:pt x="493" y="730"/>
                </a:lnTo>
                <a:lnTo>
                  <a:pt x="492" y="730"/>
                </a:lnTo>
                <a:lnTo>
                  <a:pt x="491" y="731"/>
                </a:lnTo>
                <a:lnTo>
                  <a:pt x="490" y="730"/>
                </a:lnTo>
                <a:lnTo>
                  <a:pt x="490" y="729"/>
                </a:lnTo>
                <a:lnTo>
                  <a:pt x="489" y="729"/>
                </a:lnTo>
                <a:lnTo>
                  <a:pt x="488" y="729"/>
                </a:lnTo>
                <a:lnTo>
                  <a:pt x="488" y="728"/>
                </a:lnTo>
                <a:lnTo>
                  <a:pt x="488" y="727"/>
                </a:lnTo>
                <a:lnTo>
                  <a:pt x="488" y="726"/>
                </a:lnTo>
                <a:lnTo>
                  <a:pt x="487" y="724"/>
                </a:lnTo>
                <a:lnTo>
                  <a:pt x="486" y="724"/>
                </a:lnTo>
                <a:lnTo>
                  <a:pt x="486" y="723"/>
                </a:lnTo>
                <a:lnTo>
                  <a:pt x="487" y="723"/>
                </a:lnTo>
                <a:lnTo>
                  <a:pt x="488" y="722"/>
                </a:lnTo>
                <a:lnTo>
                  <a:pt x="488" y="721"/>
                </a:lnTo>
                <a:lnTo>
                  <a:pt x="487" y="720"/>
                </a:lnTo>
                <a:lnTo>
                  <a:pt x="486" y="720"/>
                </a:lnTo>
                <a:lnTo>
                  <a:pt x="485" y="719"/>
                </a:lnTo>
                <a:lnTo>
                  <a:pt x="484" y="718"/>
                </a:lnTo>
                <a:lnTo>
                  <a:pt x="484" y="719"/>
                </a:lnTo>
                <a:lnTo>
                  <a:pt x="483" y="719"/>
                </a:lnTo>
                <a:lnTo>
                  <a:pt x="481" y="719"/>
                </a:lnTo>
                <a:lnTo>
                  <a:pt x="480" y="720"/>
                </a:lnTo>
                <a:lnTo>
                  <a:pt x="480" y="721"/>
                </a:lnTo>
                <a:lnTo>
                  <a:pt x="479" y="722"/>
                </a:lnTo>
                <a:lnTo>
                  <a:pt x="480" y="722"/>
                </a:lnTo>
                <a:lnTo>
                  <a:pt x="480" y="723"/>
                </a:lnTo>
                <a:lnTo>
                  <a:pt x="480" y="724"/>
                </a:lnTo>
                <a:lnTo>
                  <a:pt x="480" y="725"/>
                </a:lnTo>
                <a:lnTo>
                  <a:pt x="479" y="725"/>
                </a:lnTo>
                <a:lnTo>
                  <a:pt x="479" y="726"/>
                </a:lnTo>
                <a:lnTo>
                  <a:pt x="479" y="728"/>
                </a:lnTo>
                <a:lnTo>
                  <a:pt x="479" y="729"/>
                </a:lnTo>
                <a:lnTo>
                  <a:pt x="478" y="729"/>
                </a:lnTo>
                <a:lnTo>
                  <a:pt x="477" y="729"/>
                </a:lnTo>
                <a:lnTo>
                  <a:pt x="477" y="730"/>
                </a:lnTo>
                <a:lnTo>
                  <a:pt x="478" y="730"/>
                </a:lnTo>
                <a:lnTo>
                  <a:pt x="477" y="731"/>
                </a:lnTo>
                <a:lnTo>
                  <a:pt x="476" y="731"/>
                </a:lnTo>
                <a:lnTo>
                  <a:pt x="475" y="730"/>
                </a:lnTo>
                <a:lnTo>
                  <a:pt x="475" y="729"/>
                </a:lnTo>
                <a:lnTo>
                  <a:pt x="475" y="728"/>
                </a:lnTo>
                <a:lnTo>
                  <a:pt x="474" y="728"/>
                </a:lnTo>
                <a:lnTo>
                  <a:pt x="474" y="729"/>
                </a:lnTo>
                <a:lnTo>
                  <a:pt x="473" y="729"/>
                </a:lnTo>
                <a:lnTo>
                  <a:pt x="472" y="729"/>
                </a:lnTo>
                <a:lnTo>
                  <a:pt x="471" y="729"/>
                </a:lnTo>
                <a:lnTo>
                  <a:pt x="471" y="730"/>
                </a:lnTo>
                <a:lnTo>
                  <a:pt x="470" y="730"/>
                </a:lnTo>
                <a:lnTo>
                  <a:pt x="469" y="730"/>
                </a:lnTo>
                <a:lnTo>
                  <a:pt x="468" y="729"/>
                </a:lnTo>
                <a:lnTo>
                  <a:pt x="467" y="729"/>
                </a:lnTo>
                <a:lnTo>
                  <a:pt x="466" y="730"/>
                </a:lnTo>
                <a:lnTo>
                  <a:pt x="465" y="729"/>
                </a:lnTo>
                <a:lnTo>
                  <a:pt x="464" y="729"/>
                </a:lnTo>
                <a:lnTo>
                  <a:pt x="464" y="728"/>
                </a:lnTo>
                <a:lnTo>
                  <a:pt x="463" y="728"/>
                </a:lnTo>
                <a:lnTo>
                  <a:pt x="463" y="727"/>
                </a:lnTo>
                <a:lnTo>
                  <a:pt x="463" y="726"/>
                </a:lnTo>
                <a:lnTo>
                  <a:pt x="463" y="725"/>
                </a:lnTo>
                <a:lnTo>
                  <a:pt x="462" y="724"/>
                </a:lnTo>
                <a:lnTo>
                  <a:pt x="462" y="722"/>
                </a:lnTo>
                <a:lnTo>
                  <a:pt x="463" y="722"/>
                </a:lnTo>
                <a:lnTo>
                  <a:pt x="464" y="722"/>
                </a:lnTo>
                <a:lnTo>
                  <a:pt x="465" y="722"/>
                </a:lnTo>
                <a:lnTo>
                  <a:pt x="465" y="721"/>
                </a:lnTo>
                <a:lnTo>
                  <a:pt x="466" y="720"/>
                </a:lnTo>
                <a:lnTo>
                  <a:pt x="466" y="718"/>
                </a:lnTo>
                <a:lnTo>
                  <a:pt x="467" y="718"/>
                </a:lnTo>
                <a:lnTo>
                  <a:pt x="468" y="717"/>
                </a:lnTo>
                <a:lnTo>
                  <a:pt x="469" y="716"/>
                </a:lnTo>
                <a:lnTo>
                  <a:pt x="469" y="715"/>
                </a:lnTo>
                <a:lnTo>
                  <a:pt x="469" y="714"/>
                </a:lnTo>
                <a:lnTo>
                  <a:pt x="468" y="714"/>
                </a:lnTo>
                <a:lnTo>
                  <a:pt x="468" y="713"/>
                </a:lnTo>
                <a:lnTo>
                  <a:pt x="469" y="712"/>
                </a:lnTo>
                <a:lnTo>
                  <a:pt x="468" y="712"/>
                </a:lnTo>
                <a:lnTo>
                  <a:pt x="466" y="711"/>
                </a:lnTo>
                <a:lnTo>
                  <a:pt x="464" y="711"/>
                </a:lnTo>
                <a:lnTo>
                  <a:pt x="463" y="711"/>
                </a:lnTo>
                <a:lnTo>
                  <a:pt x="462" y="711"/>
                </a:lnTo>
                <a:lnTo>
                  <a:pt x="462" y="710"/>
                </a:lnTo>
                <a:lnTo>
                  <a:pt x="461" y="709"/>
                </a:lnTo>
                <a:lnTo>
                  <a:pt x="460" y="709"/>
                </a:lnTo>
                <a:lnTo>
                  <a:pt x="460" y="708"/>
                </a:lnTo>
                <a:lnTo>
                  <a:pt x="461" y="708"/>
                </a:lnTo>
                <a:lnTo>
                  <a:pt x="461" y="707"/>
                </a:lnTo>
                <a:lnTo>
                  <a:pt x="460" y="707"/>
                </a:lnTo>
                <a:lnTo>
                  <a:pt x="459" y="706"/>
                </a:lnTo>
                <a:lnTo>
                  <a:pt x="457" y="706"/>
                </a:lnTo>
                <a:lnTo>
                  <a:pt x="456" y="707"/>
                </a:lnTo>
                <a:lnTo>
                  <a:pt x="456" y="708"/>
                </a:lnTo>
                <a:lnTo>
                  <a:pt x="455" y="708"/>
                </a:lnTo>
                <a:lnTo>
                  <a:pt x="454" y="707"/>
                </a:lnTo>
                <a:lnTo>
                  <a:pt x="453" y="707"/>
                </a:lnTo>
                <a:lnTo>
                  <a:pt x="452" y="708"/>
                </a:lnTo>
                <a:lnTo>
                  <a:pt x="452" y="709"/>
                </a:lnTo>
                <a:lnTo>
                  <a:pt x="451" y="710"/>
                </a:lnTo>
                <a:lnTo>
                  <a:pt x="450" y="710"/>
                </a:lnTo>
                <a:lnTo>
                  <a:pt x="449" y="711"/>
                </a:lnTo>
                <a:lnTo>
                  <a:pt x="448" y="711"/>
                </a:lnTo>
                <a:lnTo>
                  <a:pt x="448" y="710"/>
                </a:lnTo>
                <a:lnTo>
                  <a:pt x="447" y="710"/>
                </a:lnTo>
                <a:lnTo>
                  <a:pt x="447" y="711"/>
                </a:lnTo>
                <a:lnTo>
                  <a:pt x="446" y="713"/>
                </a:lnTo>
                <a:lnTo>
                  <a:pt x="446" y="714"/>
                </a:lnTo>
                <a:lnTo>
                  <a:pt x="445" y="714"/>
                </a:lnTo>
                <a:lnTo>
                  <a:pt x="444" y="713"/>
                </a:lnTo>
                <a:lnTo>
                  <a:pt x="443" y="713"/>
                </a:lnTo>
                <a:lnTo>
                  <a:pt x="443" y="714"/>
                </a:lnTo>
                <a:lnTo>
                  <a:pt x="442" y="714"/>
                </a:lnTo>
                <a:lnTo>
                  <a:pt x="442" y="713"/>
                </a:lnTo>
                <a:lnTo>
                  <a:pt x="442" y="712"/>
                </a:lnTo>
                <a:lnTo>
                  <a:pt x="441" y="713"/>
                </a:lnTo>
                <a:lnTo>
                  <a:pt x="441" y="712"/>
                </a:lnTo>
                <a:lnTo>
                  <a:pt x="440" y="712"/>
                </a:lnTo>
                <a:lnTo>
                  <a:pt x="439" y="712"/>
                </a:lnTo>
                <a:lnTo>
                  <a:pt x="439" y="711"/>
                </a:lnTo>
                <a:lnTo>
                  <a:pt x="440" y="710"/>
                </a:lnTo>
                <a:lnTo>
                  <a:pt x="441" y="710"/>
                </a:lnTo>
                <a:lnTo>
                  <a:pt x="442" y="710"/>
                </a:lnTo>
                <a:lnTo>
                  <a:pt x="442" y="709"/>
                </a:lnTo>
                <a:lnTo>
                  <a:pt x="441" y="709"/>
                </a:lnTo>
                <a:lnTo>
                  <a:pt x="442" y="708"/>
                </a:lnTo>
                <a:lnTo>
                  <a:pt x="443" y="708"/>
                </a:lnTo>
                <a:lnTo>
                  <a:pt x="441" y="707"/>
                </a:lnTo>
                <a:lnTo>
                  <a:pt x="440" y="707"/>
                </a:lnTo>
                <a:lnTo>
                  <a:pt x="439" y="707"/>
                </a:lnTo>
                <a:lnTo>
                  <a:pt x="439" y="708"/>
                </a:lnTo>
                <a:lnTo>
                  <a:pt x="438" y="708"/>
                </a:lnTo>
                <a:lnTo>
                  <a:pt x="437" y="707"/>
                </a:lnTo>
                <a:lnTo>
                  <a:pt x="436" y="707"/>
                </a:lnTo>
                <a:lnTo>
                  <a:pt x="436" y="706"/>
                </a:lnTo>
                <a:lnTo>
                  <a:pt x="435" y="706"/>
                </a:lnTo>
                <a:lnTo>
                  <a:pt x="434" y="706"/>
                </a:lnTo>
                <a:lnTo>
                  <a:pt x="433" y="706"/>
                </a:lnTo>
                <a:lnTo>
                  <a:pt x="432" y="706"/>
                </a:lnTo>
                <a:lnTo>
                  <a:pt x="432" y="705"/>
                </a:lnTo>
                <a:lnTo>
                  <a:pt x="431" y="704"/>
                </a:lnTo>
                <a:lnTo>
                  <a:pt x="431" y="703"/>
                </a:lnTo>
                <a:lnTo>
                  <a:pt x="432" y="700"/>
                </a:lnTo>
                <a:lnTo>
                  <a:pt x="433" y="698"/>
                </a:lnTo>
                <a:lnTo>
                  <a:pt x="433" y="694"/>
                </a:lnTo>
                <a:lnTo>
                  <a:pt x="434" y="692"/>
                </a:lnTo>
                <a:lnTo>
                  <a:pt x="433" y="692"/>
                </a:lnTo>
                <a:lnTo>
                  <a:pt x="432" y="692"/>
                </a:lnTo>
                <a:lnTo>
                  <a:pt x="431" y="692"/>
                </a:lnTo>
                <a:lnTo>
                  <a:pt x="429" y="691"/>
                </a:lnTo>
                <a:lnTo>
                  <a:pt x="428" y="691"/>
                </a:lnTo>
                <a:lnTo>
                  <a:pt x="427" y="690"/>
                </a:lnTo>
                <a:lnTo>
                  <a:pt x="426" y="689"/>
                </a:lnTo>
                <a:lnTo>
                  <a:pt x="426" y="688"/>
                </a:lnTo>
                <a:lnTo>
                  <a:pt x="426" y="687"/>
                </a:lnTo>
                <a:lnTo>
                  <a:pt x="427" y="687"/>
                </a:lnTo>
                <a:lnTo>
                  <a:pt x="428" y="687"/>
                </a:lnTo>
                <a:lnTo>
                  <a:pt x="429" y="686"/>
                </a:lnTo>
                <a:lnTo>
                  <a:pt x="428" y="684"/>
                </a:lnTo>
                <a:lnTo>
                  <a:pt x="426" y="684"/>
                </a:lnTo>
                <a:lnTo>
                  <a:pt x="425" y="684"/>
                </a:lnTo>
                <a:lnTo>
                  <a:pt x="424" y="685"/>
                </a:lnTo>
                <a:lnTo>
                  <a:pt x="423" y="685"/>
                </a:lnTo>
                <a:lnTo>
                  <a:pt x="423" y="684"/>
                </a:lnTo>
                <a:lnTo>
                  <a:pt x="422" y="684"/>
                </a:lnTo>
                <a:lnTo>
                  <a:pt x="422" y="683"/>
                </a:lnTo>
                <a:lnTo>
                  <a:pt x="420" y="682"/>
                </a:lnTo>
                <a:lnTo>
                  <a:pt x="419" y="683"/>
                </a:lnTo>
                <a:lnTo>
                  <a:pt x="419" y="684"/>
                </a:lnTo>
                <a:lnTo>
                  <a:pt x="419" y="685"/>
                </a:lnTo>
                <a:lnTo>
                  <a:pt x="418" y="685"/>
                </a:lnTo>
                <a:lnTo>
                  <a:pt x="417" y="685"/>
                </a:lnTo>
                <a:lnTo>
                  <a:pt x="417" y="684"/>
                </a:lnTo>
                <a:lnTo>
                  <a:pt x="416" y="683"/>
                </a:lnTo>
                <a:lnTo>
                  <a:pt x="416" y="682"/>
                </a:lnTo>
                <a:lnTo>
                  <a:pt x="416" y="681"/>
                </a:lnTo>
                <a:lnTo>
                  <a:pt x="416" y="680"/>
                </a:lnTo>
                <a:lnTo>
                  <a:pt x="415" y="680"/>
                </a:lnTo>
                <a:lnTo>
                  <a:pt x="413" y="679"/>
                </a:lnTo>
                <a:lnTo>
                  <a:pt x="412" y="680"/>
                </a:lnTo>
                <a:lnTo>
                  <a:pt x="412" y="681"/>
                </a:lnTo>
                <a:lnTo>
                  <a:pt x="411" y="681"/>
                </a:lnTo>
                <a:lnTo>
                  <a:pt x="410" y="681"/>
                </a:lnTo>
                <a:lnTo>
                  <a:pt x="409" y="680"/>
                </a:lnTo>
                <a:lnTo>
                  <a:pt x="410" y="680"/>
                </a:lnTo>
                <a:lnTo>
                  <a:pt x="410" y="679"/>
                </a:lnTo>
                <a:lnTo>
                  <a:pt x="409" y="679"/>
                </a:lnTo>
                <a:lnTo>
                  <a:pt x="409" y="678"/>
                </a:lnTo>
                <a:lnTo>
                  <a:pt x="409" y="677"/>
                </a:lnTo>
                <a:lnTo>
                  <a:pt x="408" y="677"/>
                </a:lnTo>
                <a:lnTo>
                  <a:pt x="407" y="678"/>
                </a:lnTo>
                <a:lnTo>
                  <a:pt x="407" y="677"/>
                </a:lnTo>
                <a:lnTo>
                  <a:pt x="406" y="677"/>
                </a:lnTo>
                <a:lnTo>
                  <a:pt x="407" y="676"/>
                </a:lnTo>
                <a:lnTo>
                  <a:pt x="408" y="675"/>
                </a:lnTo>
                <a:lnTo>
                  <a:pt x="408" y="674"/>
                </a:lnTo>
                <a:lnTo>
                  <a:pt x="407" y="674"/>
                </a:lnTo>
                <a:lnTo>
                  <a:pt x="407" y="673"/>
                </a:lnTo>
                <a:lnTo>
                  <a:pt x="407" y="672"/>
                </a:lnTo>
                <a:lnTo>
                  <a:pt x="408" y="672"/>
                </a:lnTo>
                <a:lnTo>
                  <a:pt x="408" y="671"/>
                </a:lnTo>
                <a:lnTo>
                  <a:pt x="408" y="670"/>
                </a:lnTo>
                <a:lnTo>
                  <a:pt x="407" y="670"/>
                </a:lnTo>
                <a:lnTo>
                  <a:pt x="409" y="669"/>
                </a:lnTo>
                <a:lnTo>
                  <a:pt x="408" y="668"/>
                </a:lnTo>
                <a:lnTo>
                  <a:pt x="408" y="667"/>
                </a:lnTo>
                <a:lnTo>
                  <a:pt x="407" y="666"/>
                </a:lnTo>
                <a:lnTo>
                  <a:pt x="408" y="666"/>
                </a:lnTo>
                <a:lnTo>
                  <a:pt x="409" y="667"/>
                </a:lnTo>
                <a:lnTo>
                  <a:pt x="410" y="666"/>
                </a:lnTo>
                <a:lnTo>
                  <a:pt x="410" y="665"/>
                </a:lnTo>
                <a:lnTo>
                  <a:pt x="411" y="664"/>
                </a:lnTo>
                <a:lnTo>
                  <a:pt x="411" y="663"/>
                </a:lnTo>
                <a:lnTo>
                  <a:pt x="410" y="663"/>
                </a:lnTo>
                <a:lnTo>
                  <a:pt x="410" y="662"/>
                </a:lnTo>
                <a:lnTo>
                  <a:pt x="409" y="662"/>
                </a:lnTo>
                <a:lnTo>
                  <a:pt x="409" y="660"/>
                </a:lnTo>
                <a:lnTo>
                  <a:pt x="409" y="659"/>
                </a:lnTo>
                <a:lnTo>
                  <a:pt x="410" y="658"/>
                </a:lnTo>
                <a:lnTo>
                  <a:pt x="410" y="659"/>
                </a:lnTo>
                <a:lnTo>
                  <a:pt x="411" y="659"/>
                </a:lnTo>
                <a:lnTo>
                  <a:pt x="411" y="658"/>
                </a:lnTo>
                <a:lnTo>
                  <a:pt x="411" y="657"/>
                </a:lnTo>
                <a:lnTo>
                  <a:pt x="410" y="657"/>
                </a:lnTo>
                <a:lnTo>
                  <a:pt x="409" y="657"/>
                </a:lnTo>
                <a:lnTo>
                  <a:pt x="408" y="657"/>
                </a:lnTo>
                <a:lnTo>
                  <a:pt x="408" y="656"/>
                </a:lnTo>
                <a:lnTo>
                  <a:pt x="408" y="655"/>
                </a:lnTo>
                <a:lnTo>
                  <a:pt x="408" y="654"/>
                </a:lnTo>
                <a:lnTo>
                  <a:pt x="409" y="653"/>
                </a:lnTo>
                <a:lnTo>
                  <a:pt x="408" y="652"/>
                </a:lnTo>
                <a:lnTo>
                  <a:pt x="408" y="651"/>
                </a:lnTo>
                <a:lnTo>
                  <a:pt x="407" y="651"/>
                </a:lnTo>
                <a:lnTo>
                  <a:pt x="407" y="650"/>
                </a:lnTo>
                <a:lnTo>
                  <a:pt x="408" y="650"/>
                </a:lnTo>
                <a:lnTo>
                  <a:pt x="408" y="649"/>
                </a:lnTo>
                <a:lnTo>
                  <a:pt x="409" y="649"/>
                </a:lnTo>
                <a:lnTo>
                  <a:pt x="409" y="647"/>
                </a:lnTo>
                <a:lnTo>
                  <a:pt x="408" y="647"/>
                </a:lnTo>
                <a:lnTo>
                  <a:pt x="408" y="646"/>
                </a:lnTo>
                <a:lnTo>
                  <a:pt x="409" y="646"/>
                </a:lnTo>
                <a:lnTo>
                  <a:pt x="410" y="646"/>
                </a:lnTo>
                <a:lnTo>
                  <a:pt x="410" y="645"/>
                </a:lnTo>
                <a:lnTo>
                  <a:pt x="411" y="645"/>
                </a:lnTo>
                <a:lnTo>
                  <a:pt x="411" y="644"/>
                </a:lnTo>
                <a:lnTo>
                  <a:pt x="412" y="644"/>
                </a:lnTo>
                <a:lnTo>
                  <a:pt x="413" y="644"/>
                </a:lnTo>
                <a:lnTo>
                  <a:pt x="414" y="644"/>
                </a:lnTo>
                <a:lnTo>
                  <a:pt x="415" y="644"/>
                </a:lnTo>
                <a:lnTo>
                  <a:pt x="415" y="643"/>
                </a:lnTo>
                <a:lnTo>
                  <a:pt x="416" y="642"/>
                </a:lnTo>
                <a:lnTo>
                  <a:pt x="417" y="642"/>
                </a:lnTo>
                <a:lnTo>
                  <a:pt x="417" y="641"/>
                </a:lnTo>
                <a:lnTo>
                  <a:pt x="418" y="640"/>
                </a:lnTo>
                <a:lnTo>
                  <a:pt x="419" y="640"/>
                </a:lnTo>
                <a:lnTo>
                  <a:pt x="420" y="639"/>
                </a:lnTo>
                <a:lnTo>
                  <a:pt x="420" y="638"/>
                </a:lnTo>
                <a:lnTo>
                  <a:pt x="421" y="637"/>
                </a:lnTo>
                <a:lnTo>
                  <a:pt x="421" y="636"/>
                </a:lnTo>
                <a:lnTo>
                  <a:pt x="422" y="636"/>
                </a:lnTo>
                <a:lnTo>
                  <a:pt x="423" y="635"/>
                </a:lnTo>
                <a:lnTo>
                  <a:pt x="424" y="635"/>
                </a:lnTo>
                <a:lnTo>
                  <a:pt x="425" y="635"/>
                </a:lnTo>
                <a:lnTo>
                  <a:pt x="425" y="634"/>
                </a:lnTo>
                <a:lnTo>
                  <a:pt x="424" y="634"/>
                </a:lnTo>
                <a:lnTo>
                  <a:pt x="424" y="633"/>
                </a:lnTo>
                <a:lnTo>
                  <a:pt x="424" y="632"/>
                </a:lnTo>
                <a:lnTo>
                  <a:pt x="424" y="631"/>
                </a:lnTo>
                <a:lnTo>
                  <a:pt x="425" y="631"/>
                </a:lnTo>
                <a:lnTo>
                  <a:pt x="426" y="631"/>
                </a:lnTo>
                <a:lnTo>
                  <a:pt x="424" y="627"/>
                </a:lnTo>
                <a:lnTo>
                  <a:pt x="423" y="627"/>
                </a:lnTo>
                <a:lnTo>
                  <a:pt x="423" y="624"/>
                </a:lnTo>
                <a:lnTo>
                  <a:pt x="423" y="623"/>
                </a:lnTo>
                <a:lnTo>
                  <a:pt x="423" y="622"/>
                </a:lnTo>
                <a:lnTo>
                  <a:pt x="424" y="623"/>
                </a:lnTo>
                <a:lnTo>
                  <a:pt x="425" y="622"/>
                </a:lnTo>
                <a:lnTo>
                  <a:pt x="425" y="621"/>
                </a:lnTo>
                <a:lnTo>
                  <a:pt x="425" y="620"/>
                </a:lnTo>
                <a:lnTo>
                  <a:pt x="426" y="620"/>
                </a:lnTo>
                <a:lnTo>
                  <a:pt x="427" y="621"/>
                </a:lnTo>
                <a:lnTo>
                  <a:pt x="427" y="620"/>
                </a:lnTo>
                <a:lnTo>
                  <a:pt x="428" y="620"/>
                </a:lnTo>
                <a:lnTo>
                  <a:pt x="428" y="619"/>
                </a:lnTo>
                <a:lnTo>
                  <a:pt x="429" y="619"/>
                </a:lnTo>
                <a:lnTo>
                  <a:pt x="430" y="619"/>
                </a:lnTo>
                <a:lnTo>
                  <a:pt x="431" y="619"/>
                </a:lnTo>
                <a:lnTo>
                  <a:pt x="431" y="618"/>
                </a:lnTo>
                <a:lnTo>
                  <a:pt x="431" y="617"/>
                </a:lnTo>
                <a:lnTo>
                  <a:pt x="432" y="617"/>
                </a:lnTo>
                <a:lnTo>
                  <a:pt x="432" y="618"/>
                </a:lnTo>
                <a:lnTo>
                  <a:pt x="433" y="618"/>
                </a:lnTo>
                <a:lnTo>
                  <a:pt x="434" y="617"/>
                </a:lnTo>
                <a:lnTo>
                  <a:pt x="435" y="615"/>
                </a:lnTo>
                <a:lnTo>
                  <a:pt x="436" y="615"/>
                </a:lnTo>
                <a:lnTo>
                  <a:pt x="436" y="616"/>
                </a:lnTo>
                <a:lnTo>
                  <a:pt x="436" y="617"/>
                </a:lnTo>
                <a:lnTo>
                  <a:pt x="437" y="617"/>
                </a:lnTo>
                <a:lnTo>
                  <a:pt x="438" y="617"/>
                </a:lnTo>
                <a:lnTo>
                  <a:pt x="438" y="616"/>
                </a:lnTo>
                <a:lnTo>
                  <a:pt x="438" y="617"/>
                </a:lnTo>
                <a:lnTo>
                  <a:pt x="439" y="617"/>
                </a:lnTo>
                <a:lnTo>
                  <a:pt x="439" y="618"/>
                </a:lnTo>
                <a:lnTo>
                  <a:pt x="439" y="617"/>
                </a:lnTo>
                <a:lnTo>
                  <a:pt x="439" y="616"/>
                </a:lnTo>
                <a:lnTo>
                  <a:pt x="440" y="616"/>
                </a:lnTo>
                <a:lnTo>
                  <a:pt x="441" y="616"/>
                </a:lnTo>
                <a:lnTo>
                  <a:pt x="442" y="615"/>
                </a:lnTo>
                <a:lnTo>
                  <a:pt x="443" y="615"/>
                </a:lnTo>
                <a:lnTo>
                  <a:pt x="444" y="615"/>
                </a:lnTo>
                <a:lnTo>
                  <a:pt x="445" y="615"/>
                </a:lnTo>
                <a:lnTo>
                  <a:pt x="446" y="614"/>
                </a:lnTo>
                <a:lnTo>
                  <a:pt x="447" y="613"/>
                </a:lnTo>
                <a:lnTo>
                  <a:pt x="447" y="612"/>
                </a:lnTo>
                <a:lnTo>
                  <a:pt x="448" y="612"/>
                </a:lnTo>
                <a:lnTo>
                  <a:pt x="448" y="611"/>
                </a:lnTo>
                <a:lnTo>
                  <a:pt x="448" y="610"/>
                </a:lnTo>
                <a:lnTo>
                  <a:pt x="449" y="610"/>
                </a:lnTo>
                <a:lnTo>
                  <a:pt x="449" y="609"/>
                </a:lnTo>
                <a:lnTo>
                  <a:pt x="450" y="608"/>
                </a:lnTo>
                <a:lnTo>
                  <a:pt x="450" y="607"/>
                </a:lnTo>
                <a:lnTo>
                  <a:pt x="451" y="605"/>
                </a:lnTo>
                <a:lnTo>
                  <a:pt x="451" y="604"/>
                </a:lnTo>
                <a:lnTo>
                  <a:pt x="451" y="603"/>
                </a:lnTo>
                <a:lnTo>
                  <a:pt x="450" y="603"/>
                </a:lnTo>
                <a:lnTo>
                  <a:pt x="449" y="603"/>
                </a:lnTo>
                <a:lnTo>
                  <a:pt x="448" y="602"/>
                </a:lnTo>
                <a:lnTo>
                  <a:pt x="448" y="601"/>
                </a:lnTo>
                <a:lnTo>
                  <a:pt x="448" y="600"/>
                </a:lnTo>
                <a:lnTo>
                  <a:pt x="449" y="599"/>
                </a:lnTo>
                <a:lnTo>
                  <a:pt x="449" y="598"/>
                </a:lnTo>
                <a:lnTo>
                  <a:pt x="449" y="597"/>
                </a:lnTo>
                <a:lnTo>
                  <a:pt x="449" y="596"/>
                </a:lnTo>
                <a:lnTo>
                  <a:pt x="449" y="595"/>
                </a:lnTo>
                <a:lnTo>
                  <a:pt x="448" y="595"/>
                </a:lnTo>
                <a:lnTo>
                  <a:pt x="447" y="595"/>
                </a:lnTo>
                <a:lnTo>
                  <a:pt x="447" y="594"/>
                </a:lnTo>
                <a:lnTo>
                  <a:pt x="447" y="593"/>
                </a:lnTo>
                <a:lnTo>
                  <a:pt x="448" y="593"/>
                </a:lnTo>
                <a:lnTo>
                  <a:pt x="448" y="592"/>
                </a:lnTo>
                <a:lnTo>
                  <a:pt x="449" y="592"/>
                </a:lnTo>
                <a:lnTo>
                  <a:pt x="449" y="591"/>
                </a:lnTo>
                <a:lnTo>
                  <a:pt x="450" y="591"/>
                </a:lnTo>
                <a:lnTo>
                  <a:pt x="449" y="591"/>
                </a:lnTo>
                <a:lnTo>
                  <a:pt x="450" y="589"/>
                </a:lnTo>
                <a:lnTo>
                  <a:pt x="452" y="588"/>
                </a:lnTo>
                <a:lnTo>
                  <a:pt x="453" y="588"/>
                </a:lnTo>
                <a:lnTo>
                  <a:pt x="453" y="587"/>
                </a:lnTo>
                <a:lnTo>
                  <a:pt x="454" y="587"/>
                </a:lnTo>
                <a:lnTo>
                  <a:pt x="454" y="585"/>
                </a:lnTo>
                <a:lnTo>
                  <a:pt x="453" y="585"/>
                </a:lnTo>
                <a:lnTo>
                  <a:pt x="452" y="585"/>
                </a:lnTo>
                <a:lnTo>
                  <a:pt x="451" y="583"/>
                </a:lnTo>
                <a:lnTo>
                  <a:pt x="451" y="580"/>
                </a:lnTo>
                <a:lnTo>
                  <a:pt x="452" y="579"/>
                </a:lnTo>
                <a:lnTo>
                  <a:pt x="452" y="580"/>
                </a:lnTo>
                <a:lnTo>
                  <a:pt x="452" y="579"/>
                </a:lnTo>
                <a:lnTo>
                  <a:pt x="452" y="577"/>
                </a:lnTo>
                <a:lnTo>
                  <a:pt x="451" y="577"/>
                </a:lnTo>
                <a:lnTo>
                  <a:pt x="451" y="576"/>
                </a:lnTo>
                <a:lnTo>
                  <a:pt x="451" y="577"/>
                </a:lnTo>
                <a:lnTo>
                  <a:pt x="450" y="577"/>
                </a:lnTo>
                <a:lnTo>
                  <a:pt x="449" y="577"/>
                </a:lnTo>
                <a:lnTo>
                  <a:pt x="449" y="576"/>
                </a:lnTo>
                <a:lnTo>
                  <a:pt x="448" y="576"/>
                </a:lnTo>
                <a:lnTo>
                  <a:pt x="448" y="575"/>
                </a:lnTo>
                <a:lnTo>
                  <a:pt x="447" y="575"/>
                </a:lnTo>
                <a:lnTo>
                  <a:pt x="448" y="575"/>
                </a:lnTo>
                <a:lnTo>
                  <a:pt x="448" y="574"/>
                </a:lnTo>
                <a:lnTo>
                  <a:pt x="448" y="573"/>
                </a:lnTo>
                <a:lnTo>
                  <a:pt x="448" y="572"/>
                </a:lnTo>
                <a:lnTo>
                  <a:pt x="449" y="569"/>
                </a:lnTo>
                <a:lnTo>
                  <a:pt x="448" y="569"/>
                </a:lnTo>
                <a:lnTo>
                  <a:pt x="448" y="568"/>
                </a:lnTo>
                <a:lnTo>
                  <a:pt x="448" y="567"/>
                </a:lnTo>
                <a:lnTo>
                  <a:pt x="448" y="564"/>
                </a:lnTo>
                <a:lnTo>
                  <a:pt x="448" y="561"/>
                </a:lnTo>
                <a:lnTo>
                  <a:pt x="448" y="560"/>
                </a:lnTo>
                <a:lnTo>
                  <a:pt x="447" y="558"/>
                </a:lnTo>
                <a:lnTo>
                  <a:pt x="446" y="558"/>
                </a:lnTo>
                <a:lnTo>
                  <a:pt x="446" y="559"/>
                </a:lnTo>
                <a:lnTo>
                  <a:pt x="445" y="559"/>
                </a:lnTo>
                <a:lnTo>
                  <a:pt x="444" y="559"/>
                </a:lnTo>
                <a:lnTo>
                  <a:pt x="442" y="559"/>
                </a:lnTo>
                <a:lnTo>
                  <a:pt x="441" y="559"/>
                </a:lnTo>
                <a:lnTo>
                  <a:pt x="441" y="558"/>
                </a:lnTo>
                <a:lnTo>
                  <a:pt x="439" y="560"/>
                </a:lnTo>
                <a:lnTo>
                  <a:pt x="437" y="561"/>
                </a:lnTo>
                <a:lnTo>
                  <a:pt x="434" y="560"/>
                </a:lnTo>
                <a:lnTo>
                  <a:pt x="432" y="560"/>
                </a:lnTo>
                <a:lnTo>
                  <a:pt x="431" y="559"/>
                </a:lnTo>
                <a:lnTo>
                  <a:pt x="430" y="559"/>
                </a:lnTo>
                <a:lnTo>
                  <a:pt x="430" y="558"/>
                </a:lnTo>
                <a:lnTo>
                  <a:pt x="430" y="555"/>
                </a:lnTo>
                <a:lnTo>
                  <a:pt x="430" y="554"/>
                </a:lnTo>
                <a:lnTo>
                  <a:pt x="431" y="554"/>
                </a:lnTo>
                <a:lnTo>
                  <a:pt x="432" y="554"/>
                </a:lnTo>
                <a:lnTo>
                  <a:pt x="433" y="554"/>
                </a:lnTo>
                <a:lnTo>
                  <a:pt x="434" y="552"/>
                </a:lnTo>
                <a:lnTo>
                  <a:pt x="433" y="551"/>
                </a:lnTo>
                <a:lnTo>
                  <a:pt x="433" y="550"/>
                </a:lnTo>
                <a:lnTo>
                  <a:pt x="432" y="550"/>
                </a:lnTo>
                <a:lnTo>
                  <a:pt x="431" y="549"/>
                </a:lnTo>
                <a:lnTo>
                  <a:pt x="431" y="548"/>
                </a:lnTo>
                <a:lnTo>
                  <a:pt x="432" y="547"/>
                </a:lnTo>
                <a:lnTo>
                  <a:pt x="431" y="546"/>
                </a:lnTo>
                <a:lnTo>
                  <a:pt x="430" y="546"/>
                </a:lnTo>
                <a:lnTo>
                  <a:pt x="428" y="545"/>
                </a:lnTo>
                <a:lnTo>
                  <a:pt x="427" y="545"/>
                </a:lnTo>
                <a:lnTo>
                  <a:pt x="426" y="545"/>
                </a:lnTo>
                <a:lnTo>
                  <a:pt x="425" y="544"/>
                </a:lnTo>
                <a:lnTo>
                  <a:pt x="424" y="543"/>
                </a:lnTo>
                <a:lnTo>
                  <a:pt x="423" y="543"/>
                </a:lnTo>
                <a:lnTo>
                  <a:pt x="423" y="542"/>
                </a:lnTo>
                <a:lnTo>
                  <a:pt x="424" y="538"/>
                </a:lnTo>
                <a:lnTo>
                  <a:pt x="425" y="536"/>
                </a:lnTo>
                <a:lnTo>
                  <a:pt x="426" y="536"/>
                </a:lnTo>
                <a:lnTo>
                  <a:pt x="428" y="535"/>
                </a:lnTo>
                <a:lnTo>
                  <a:pt x="429" y="535"/>
                </a:lnTo>
                <a:lnTo>
                  <a:pt x="430" y="535"/>
                </a:lnTo>
                <a:lnTo>
                  <a:pt x="432" y="535"/>
                </a:lnTo>
                <a:lnTo>
                  <a:pt x="433" y="536"/>
                </a:lnTo>
                <a:lnTo>
                  <a:pt x="434" y="536"/>
                </a:lnTo>
                <a:lnTo>
                  <a:pt x="434" y="537"/>
                </a:lnTo>
                <a:lnTo>
                  <a:pt x="435" y="538"/>
                </a:lnTo>
                <a:lnTo>
                  <a:pt x="435" y="537"/>
                </a:lnTo>
                <a:lnTo>
                  <a:pt x="436" y="537"/>
                </a:lnTo>
                <a:lnTo>
                  <a:pt x="437" y="535"/>
                </a:lnTo>
                <a:lnTo>
                  <a:pt x="437" y="534"/>
                </a:lnTo>
                <a:lnTo>
                  <a:pt x="437" y="533"/>
                </a:lnTo>
                <a:lnTo>
                  <a:pt x="438" y="533"/>
                </a:lnTo>
                <a:lnTo>
                  <a:pt x="441" y="534"/>
                </a:lnTo>
                <a:lnTo>
                  <a:pt x="442" y="534"/>
                </a:lnTo>
                <a:lnTo>
                  <a:pt x="443" y="534"/>
                </a:lnTo>
                <a:lnTo>
                  <a:pt x="443" y="535"/>
                </a:lnTo>
                <a:lnTo>
                  <a:pt x="444" y="535"/>
                </a:lnTo>
                <a:lnTo>
                  <a:pt x="445" y="535"/>
                </a:lnTo>
                <a:lnTo>
                  <a:pt x="446" y="535"/>
                </a:lnTo>
                <a:lnTo>
                  <a:pt x="446" y="534"/>
                </a:lnTo>
                <a:lnTo>
                  <a:pt x="445" y="532"/>
                </a:lnTo>
                <a:lnTo>
                  <a:pt x="444" y="531"/>
                </a:lnTo>
                <a:lnTo>
                  <a:pt x="446" y="531"/>
                </a:lnTo>
                <a:lnTo>
                  <a:pt x="448" y="529"/>
                </a:lnTo>
                <a:lnTo>
                  <a:pt x="449" y="530"/>
                </a:lnTo>
                <a:lnTo>
                  <a:pt x="449" y="531"/>
                </a:lnTo>
                <a:lnTo>
                  <a:pt x="450" y="532"/>
                </a:lnTo>
                <a:lnTo>
                  <a:pt x="450" y="533"/>
                </a:lnTo>
                <a:lnTo>
                  <a:pt x="451" y="533"/>
                </a:lnTo>
                <a:lnTo>
                  <a:pt x="452" y="533"/>
                </a:lnTo>
                <a:lnTo>
                  <a:pt x="453" y="533"/>
                </a:lnTo>
                <a:lnTo>
                  <a:pt x="453" y="532"/>
                </a:lnTo>
                <a:lnTo>
                  <a:pt x="453" y="531"/>
                </a:lnTo>
                <a:lnTo>
                  <a:pt x="454" y="531"/>
                </a:lnTo>
                <a:lnTo>
                  <a:pt x="454" y="530"/>
                </a:lnTo>
                <a:lnTo>
                  <a:pt x="455" y="530"/>
                </a:lnTo>
                <a:lnTo>
                  <a:pt x="457" y="530"/>
                </a:lnTo>
                <a:lnTo>
                  <a:pt x="458" y="530"/>
                </a:lnTo>
                <a:lnTo>
                  <a:pt x="458" y="531"/>
                </a:lnTo>
                <a:lnTo>
                  <a:pt x="458" y="532"/>
                </a:lnTo>
                <a:lnTo>
                  <a:pt x="460" y="533"/>
                </a:lnTo>
                <a:lnTo>
                  <a:pt x="462" y="533"/>
                </a:lnTo>
                <a:lnTo>
                  <a:pt x="463" y="533"/>
                </a:lnTo>
                <a:lnTo>
                  <a:pt x="463" y="532"/>
                </a:lnTo>
                <a:lnTo>
                  <a:pt x="463" y="531"/>
                </a:lnTo>
                <a:lnTo>
                  <a:pt x="464" y="530"/>
                </a:lnTo>
                <a:lnTo>
                  <a:pt x="464" y="529"/>
                </a:lnTo>
                <a:lnTo>
                  <a:pt x="465" y="529"/>
                </a:lnTo>
                <a:lnTo>
                  <a:pt x="466" y="529"/>
                </a:lnTo>
                <a:lnTo>
                  <a:pt x="466" y="531"/>
                </a:lnTo>
                <a:lnTo>
                  <a:pt x="465" y="532"/>
                </a:lnTo>
                <a:lnTo>
                  <a:pt x="466" y="533"/>
                </a:lnTo>
                <a:lnTo>
                  <a:pt x="467" y="535"/>
                </a:lnTo>
                <a:lnTo>
                  <a:pt x="470" y="535"/>
                </a:lnTo>
                <a:lnTo>
                  <a:pt x="471" y="535"/>
                </a:lnTo>
                <a:lnTo>
                  <a:pt x="474" y="533"/>
                </a:lnTo>
                <a:lnTo>
                  <a:pt x="475" y="532"/>
                </a:lnTo>
                <a:lnTo>
                  <a:pt x="476" y="531"/>
                </a:lnTo>
                <a:lnTo>
                  <a:pt x="476" y="530"/>
                </a:lnTo>
                <a:lnTo>
                  <a:pt x="477" y="530"/>
                </a:lnTo>
                <a:lnTo>
                  <a:pt x="479" y="530"/>
                </a:lnTo>
                <a:lnTo>
                  <a:pt x="480" y="531"/>
                </a:lnTo>
                <a:lnTo>
                  <a:pt x="479" y="531"/>
                </a:lnTo>
                <a:lnTo>
                  <a:pt x="479" y="532"/>
                </a:lnTo>
                <a:lnTo>
                  <a:pt x="479" y="533"/>
                </a:lnTo>
                <a:lnTo>
                  <a:pt x="479" y="534"/>
                </a:lnTo>
                <a:lnTo>
                  <a:pt x="479" y="535"/>
                </a:lnTo>
                <a:lnTo>
                  <a:pt x="478" y="536"/>
                </a:lnTo>
                <a:lnTo>
                  <a:pt x="478" y="537"/>
                </a:lnTo>
                <a:lnTo>
                  <a:pt x="480" y="538"/>
                </a:lnTo>
                <a:lnTo>
                  <a:pt x="481" y="537"/>
                </a:lnTo>
                <a:lnTo>
                  <a:pt x="481" y="536"/>
                </a:lnTo>
                <a:lnTo>
                  <a:pt x="481" y="537"/>
                </a:lnTo>
                <a:lnTo>
                  <a:pt x="482" y="537"/>
                </a:lnTo>
                <a:lnTo>
                  <a:pt x="483" y="537"/>
                </a:lnTo>
                <a:lnTo>
                  <a:pt x="483" y="536"/>
                </a:lnTo>
                <a:lnTo>
                  <a:pt x="482" y="536"/>
                </a:lnTo>
                <a:lnTo>
                  <a:pt x="482" y="535"/>
                </a:lnTo>
                <a:lnTo>
                  <a:pt x="483" y="535"/>
                </a:lnTo>
                <a:lnTo>
                  <a:pt x="486" y="535"/>
                </a:lnTo>
                <a:lnTo>
                  <a:pt x="486" y="536"/>
                </a:lnTo>
                <a:lnTo>
                  <a:pt x="487" y="536"/>
                </a:lnTo>
                <a:lnTo>
                  <a:pt x="487" y="537"/>
                </a:lnTo>
                <a:lnTo>
                  <a:pt x="488" y="537"/>
                </a:lnTo>
                <a:lnTo>
                  <a:pt x="489" y="538"/>
                </a:lnTo>
                <a:lnTo>
                  <a:pt x="492" y="540"/>
                </a:lnTo>
                <a:lnTo>
                  <a:pt x="492" y="541"/>
                </a:lnTo>
                <a:lnTo>
                  <a:pt x="493" y="541"/>
                </a:lnTo>
                <a:lnTo>
                  <a:pt x="493" y="542"/>
                </a:lnTo>
                <a:lnTo>
                  <a:pt x="493" y="543"/>
                </a:lnTo>
                <a:lnTo>
                  <a:pt x="494" y="545"/>
                </a:lnTo>
                <a:lnTo>
                  <a:pt x="496" y="545"/>
                </a:lnTo>
                <a:lnTo>
                  <a:pt x="498" y="545"/>
                </a:lnTo>
                <a:lnTo>
                  <a:pt x="501" y="542"/>
                </a:lnTo>
                <a:lnTo>
                  <a:pt x="503" y="541"/>
                </a:lnTo>
                <a:lnTo>
                  <a:pt x="505" y="542"/>
                </a:lnTo>
                <a:lnTo>
                  <a:pt x="507" y="545"/>
                </a:lnTo>
                <a:lnTo>
                  <a:pt x="508" y="546"/>
                </a:lnTo>
                <a:lnTo>
                  <a:pt x="509" y="547"/>
                </a:lnTo>
                <a:lnTo>
                  <a:pt x="510" y="549"/>
                </a:lnTo>
                <a:lnTo>
                  <a:pt x="511" y="550"/>
                </a:lnTo>
                <a:lnTo>
                  <a:pt x="510" y="552"/>
                </a:lnTo>
                <a:lnTo>
                  <a:pt x="511" y="552"/>
                </a:lnTo>
                <a:lnTo>
                  <a:pt x="512" y="552"/>
                </a:lnTo>
                <a:lnTo>
                  <a:pt x="512" y="553"/>
                </a:lnTo>
                <a:lnTo>
                  <a:pt x="513" y="553"/>
                </a:lnTo>
                <a:lnTo>
                  <a:pt x="514" y="554"/>
                </a:lnTo>
                <a:lnTo>
                  <a:pt x="514" y="553"/>
                </a:lnTo>
                <a:lnTo>
                  <a:pt x="515" y="552"/>
                </a:lnTo>
                <a:lnTo>
                  <a:pt x="515" y="551"/>
                </a:lnTo>
                <a:lnTo>
                  <a:pt x="515" y="550"/>
                </a:lnTo>
                <a:lnTo>
                  <a:pt x="515" y="549"/>
                </a:lnTo>
                <a:lnTo>
                  <a:pt x="515" y="548"/>
                </a:lnTo>
                <a:lnTo>
                  <a:pt x="516" y="549"/>
                </a:lnTo>
                <a:lnTo>
                  <a:pt x="519" y="547"/>
                </a:lnTo>
                <a:lnTo>
                  <a:pt x="521" y="544"/>
                </a:lnTo>
                <a:lnTo>
                  <a:pt x="522" y="544"/>
                </a:lnTo>
                <a:lnTo>
                  <a:pt x="523" y="542"/>
                </a:lnTo>
                <a:lnTo>
                  <a:pt x="524" y="541"/>
                </a:lnTo>
                <a:lnTo>
                  <a:pt x="524" y="540"/>
                </a:lnTo>
                <a:lnTo>
                  <a:pt x="524" y="539"/>
                </a:lnTo>
                <a:lnTo>
                  <a:pt x="524" y="538"/>
                </a:lnTo>
                <a:lnTo>
                  <a:pt x="523" y="538"/>
                </a:lnTo>
                <a:lnTo>
                  <a:pt x="523" y="537"/>
                </a:lnTo>
                <a:lnTo>
                  <a:pt x="523" y="535"/>
                </a:lnTo>
                <a:lnTo>
                  <a:pt x="524" y="534"/>
                </a:lnTo>
                <a:lnTo>
                  <a:pt x="524" y="535"/>
                </a:lnTo>
                <a:lnTo>
                  <a:pt x="525" y="535"/>
                </a:lnTo>
                <a:lnTo>
                  <a:pt x="526" y="534"/>
                </a:lnTo>
                <a:lnTo>
                  <a:pt x="525" y="532"/>
                </a:lnTo>
                <a:lnTo>
                  <a:pt x="524" y="531"/>
                </a:lnTo>
                <a:lnTo>
                  <a:pt x="523" y="530"/>
                </a:lnTo>
                <a:lnTo>
                  <a:pt x="524" y="528"/>
                </a:lnTo>
                <a:lnTo>
                  <a:pt x="526" y="526"/>
                </a:lnTo>
                <a:lnTo>
                  <a:pt x="526" y="524"/>
                </a:lnTo>
                <a:lnTo>
                  <a:pt x="526" y="523"/>
                </a:lnTo>
                <a:lnTo>
                  <a:pt x="526" y="522"/>
                </a:lnTo>
                <a:lnTo>
                  <a:pt x="527" y="521"/>
                </a:lnTo>
                <a:lnTo>
                  <a:pt x="528" y="521"/>
                </a:lnTo>
                <a:lnTo>
                  <a:pt x="528" y="523"/>
                </a:lnTo>
                <a:lnTo>
                  <a:pt x="528" y="524"/>
                </a:lnTo>
                <a:lnTo>
                  <a:pt x="529" y="524"/>
                </a:lnTo>
                <a:lnTo>
                  <a:pt x="532" y="526"/>
                </a:lnTo>
                <a:lnTo>
                  <a:pt x="534" y="524"/>
                </a:lnTo>
                <a:lnTo>
                  <a:pt x="533" y="524"/>
                </a:lnTo>
                <a:lnTo>
                  <a:pt x="532" y="521"/>
                </a:lnTo>
                <a:lnTo>
                  <a:pt x="533" y="519"/>
                </a:lnTo>
                <a:lnTo>
                  <a:pt x="534" y="519"/>
                </a:lnTo>
                <a:lnTo>
                  <a:pt x="534" y="518"/>
                </a:lnTo>
                <a:lnTo>
                  <a:pt x="534" y="517"/>
                </a:lnTo>
                <a:lnTo>
                  <a:pt x="533" y="517"/>
                </a:lnTo>
                <a:lnTo>
                  <a:pt x="533" y="518"/>
                </a:lnTo>
                <a:lnTo>
                  <a:pt x="532" y="518"/>
                </a:lnTo>
                <a:lnTo>
                  <a:pt x="530" y="517"/>
                </a:lnTo>
                <a:lnTo>
                  <a:pt x="530" y="516"/>
                </a:lnTo>
                <a:lnTo>
                  <a:pt x="531" y="516"/>
                </a:lnTo>
                <a:lnTo>
                  <a:pt x="532" y="514"/>
                </a:lnTo>
                <a:lnTo>
                  <a:pt x="531" y="513"/>
                </a:lnTo>
                <a:lnTo>
                  <a:pt x="531" y="514"/>
                </a:lnTo>
                <a:lnTo>
                  <a:pt x="530" y="513"/>
                </a:lnTo>
                <a:lnTo>
                  <a:pt x="530" y="511"/>
                </a:lnTo>
                <a:lnTo>
                  <a:pt x="529" y="505"/>
                </a:lnTo>
                <a:lnTo>
                  <a:pt x="529" y="504"/>
                </a:lnTo>
                <a:lnTo>
                  <a:pt x="529" y="503"/>
                </a:lnTo>
                <a:lnTo>
                  <a:pt x="528" y="501"/>
                </a:lnTo>
                <a:lnTo>
                  <a:pt x="528" y="497"/>
                </a:lnTo>
                <a:lnTo>
                  <a:pt x="527" y="494"/>
                </a:lnTo>
                <a:lnTo>
                  <a:pt x="526" y="490"/>
                </a:lnTo>
                <a:lnTo>
                  <a:pt x="525" y="489"/>
                </a:lnTo>
                <a:lnTo>
                  <a:pt x="525" y="487"/>
                </a:lnTo>
                <a:lnTo>
                  <a:pt x="524" y="486"/>
                </a:lnTo>
                <a:lnTo>
                  <a:pt x="524" y="485"/>
                </a:lnTo>
                <a:lnTo>
                  <a:pt x="524" y="484"/>
                </a:lnTo>
                <a:lnTo>
                  <a:pt x="523" y="484"/>
                </a:lnTo>
                <a:lnTo>
                  <a:pt x="523" y="483"/>
                </a:lnTo>
                <a:lnTo>
                  <a:pt x="523" y="482"/>
                </a:lnTo>
                <a:lnTo>
                  <a:pt x="523" y="481"/>
                </a:lnTo>
                <a:lnTo>
                  <a:pt x="522" y="481"/>
                </a:lnTo>
                <a:lnTo>
                  <a:pt x="522" y="479"/>
                </a:lnTo>
                <a:lnTo>
                  <a:pt x="521" y="478"/>
                </a:lnTo>
                <a:lnTo>
                  <a:pt x="521" y="477"/>
                </a:lnTo>
                <a:lnTo>
                  <a:pt x="521" y="476"/>
                </a:lnTo>
                <a:lnTo>
                  <a:pt x="520" y="475"/>
                </a:lnTo>
                <a:lnTo>
                  <a:pt x="520" y="474"/>
                </a:lnTo>
                <a:lnTo>
                  <a:pt x="519" y="474"/>
                </a:lnTo>
                <a:lnTo>
                  <a:pt x="518" y="475"/>
                </a:lnTo>
                <a:lnTo>
                  <a:pt x="517" y="475"/>
                </a:lnTo>
                <a:lnTo>
                  <a:pt x="516" y="475"/>
                </a:lnTo>
                <a:lnTo>
                  <a:pt x="515" y="475"/>
                </a:lnTo>
                <a:lnTo>
                  <a:pt x="514" y="475"/>
                </a:lnTo>
                <a:lnTo>
                  <a:pt x="513" y="475"/>
                </a:lnTo>
                <a:lnTo>
                  <a:pt x="512" y="475"/>
                </a:lnTo>
                <a:lnTo>
                  <a:pt x="511" y="476"/>
                </a:lnTo>
                <a:lnTo>
                  <a:pt x="508" y="476"/>
                </a:lnTo>
                <a:lnTo>
                  <a:pt x="506" y="475"/>
                </a:lnTo>
                <a:lnTo>
                  <a:pt x="502" y="471"/>
                </a:lnTo>
                <a:lnTo>
                  <a:pt x="501" y="470"/>
                </a:lnTo>
                <a:lnTo>
                  <a:pt x="500" y="470"/>
                </a:lnTo>
                <a:lnTo>
                  <a:pt x="500" y="469"/>
                </a:lnTo>
                <a:lnTo>
                  <a:pt x="499" y="469"/>
                </a:lnTo>
                <a:lnTo>
                  <a:pt x="498" y="469"/>
                </a:lnTo>
                <a:lnTo>
                  <a:pt x="497" y="468"/>
                </a:lnTo>
                <a:lnTo>
                  <a:pt x="496" y="467"/>
                </a:lnTo>
                <a:lnTo>
                  <a:pt x="496" y="466"/>
                </a:lnTo>
                <a:lnTo>
                  <a:pt x="496" y="465"/>
                </a:lnTo>
                <a:lnTo>
                  <a:pt x="495" y="464"/>
                </a:lnTo>
                <a:lnTo>
                  <a:pt x="495" y="463"/>
                </a:lnTo>
                <a:lnTo>
                  <a:pt x="494" y="460"/>
                </a:lnTo>
                <a:lnTo>
                  <a:pt x="493" y="460"/>
                </a:lnTo>
                <a:lnTo>
                  <a:pt x="493" y="461"/>
                </a:lnTo>
                <a:lnTo>
                  <a:pt x="490" y="462"/>
                </a:lnTo>
                <a:lnTo>
                  <a:pt x="489" y="462"/>
                </a:lnTo>
                <a:lnTo>
                  <a:pt x="489" y="461"/>
                </a:lnTo>
                <a:lnTo>
                  <a:pt x="489" y="458"/>
                </a:lnTo>
                <a:lnTo>
                  <a:pt x="490" y="458"/>
                </a:lnTo>
                <a:lnTo>
                  <a:pt x="491" y="458"/>
                </a:lnTo>
                <a:lnTo>
                  <a:pt x="491" y="457"/>
                </a:lnTo>
                <a:lnTo>
                  <a:pt x="490" y="454"/>
                </a:lnTo>
                <a:lnTo>
                  <a:pt x="490" y="453"/>
                </a:lnTo>
                <a:lnTo>
                  <a:pt x="489" y="452"/>
                </a:lnTo>
                <a:lnTo>
                  <a:pt x="487" y="451"/>
                </a:lnTo>
                <a:lnTo>
                  <a:pt x="485" y="451"/>
                </a:lnTo>
                <a:lnTo>
                  <a:pt x="484" y="451"/>
                </a:lnTo>
                <a:lnTo>
                  <a:pt x="484" y="452"/>
                </a:lnTo>
                <a:lnTo>
                  <a:pt x="483" y="452"/>
                </a:lnTo>
                <a:lnTo>
                  <a:pt x="482" y="453"/>
                </a:lnTo>
                <a:lnTo>
                  <a:pt x="481" y="453"/>
                </a:lnTo>
                <a:lnTo>
                  <a:pt x="480" y="454"/>
                </a:lnTo>
                <a:lnTo>
                  <a:pt x="479" y="455"/>
                </a:lnTo>
                <a:lnTo>
                  <a:pt x="477" y="455"/>
                </a:lnTo>
                <a:lnTo>
                  <a:pt x="476" y="456"/>
                </a:lnTo>
                <a:lnTo>
                  <a:pt x="476" y="457"/>
                </a:lnTo>
                <a:lnTo>
                  <a:pt x="475" y="457"/>
                </a:lnTo>
                <a:lnTo>
                  <a:pt x="474" y="457"/>
                </a:lnTo>
                <a:lnTo>
                  <a:pt x="470" y="456"/>
                </a:lnTo>
                <a:lnTo>
                  <a:pt x="470" y="457"/>
                </a:lnTo>
                <a:lnTo>
                  <a:pt x="468" y="458"/>
                </a:lnTo>
                <a:lnTo>
                  <a:pt x="467" y="456"/>
                </a:lnTo>
                <a:lnTo>
                  <a:pt x="467" y="455"/>
                </a:lnTo>
                <a:lnTo>
                  <a:pt x="468" y="454"/>
                </a:lnTo>
                <a:lnTo>
                  <a:pt x="467" y="454"/>
                </a:lnTo>
                <a:lnTo>
                  <a:pt x="466" y="454"/>
                </a:lnTo>
                <a:lnTo>
                  <a:pt x="460" y="455"/>
                </a:lnTo>
                <a:lnTo>
                  <a:pt x="459" y="458"/>
                </a:lnTo>
                <a:lnTo>
                  <a:pt x="460" y="459"/>
                </a:lnTo>
                <a:lnTo>
                  <a:pt x="461" y="460"/>
                </a:lnTo>
                <a:lnTo>
                  <a:pt x="461" y="461"/>
                </a:lnTo>
                <a:lnTo>
                  <a:pt x="461" y="462"/>
                </a:lnTo>
                <a:lnTo>
                  <a:pt x="459" y="464"/>
                </a:lnTo>
                <a:lnTo>
                  <a:pt x="458" y="464"/>
                </a:lnTo>
                <a:lnTo>
                  <a:pt x="457" y="464"/>
                </a:lnTo>
                <a:lnTo>
                  <a:pt x="457" y="463"/>
                </a:lnTo>
                <a:lnTo>
                  <a:pt x="456" y="463"/>
                </a:lnTo>
                <a:lnTo>
                  <a:pt x="454" y="465"/>
                </a:lnTo>
                <a:lnTo>
                  <a:pt x="454" y="466"/>
                </a:lnTo>
                <a:lnTo>
                  <a:pt x="456" y="468"/>
                </a:lnTo>
                <a:lnTo>
                  <a:pt x="456" y="470"/>
                </a:lnTo>
                <a:lnTo>
                  <a:pt x="456" y="471"/>
                </a:lnTo>
                <a:lnTo>
                  <a:pt x="456" y="472"/>
                </a:lnTo>
                <a:lnTo>
                  <a:pt x="457" y="476"/>
                </a:lnTo>
                <a:lnTo>
                  <a:pt x="457" y="477"/>
                </a:lnTo>
                <a:lnTo>
                  <a:pt x="456" y="477"/>
                </a:lnTo>
                <a:lnTo>
                  <a:pt x="455" y="478"/>
                </a:lnTo>
                <a:lnTo>
                  <a:pt x="454" y="478"/>
                </a:lnTo>
                <a:lnTo>
                  <a:pt x="454" y="479"/>
                </a:lnTo>
                <a:lnTo>
                  <a:pt x="453" y="479"/>
                </a:lnTo>
                <a:lnTo>
                  <a:pt x="452" y="479"/>
                </a:lnTo>
                <a:lnTo>
                  <a:pt x="451" y="479"/>
                </a:lnTo>
                <a:lnTo>
                  <a:pt x="450" y="479"/>
                </a:lnTo>
                <a:lnTo>
                  <a:pt x="449" y="479"/>
                </a:lnTo>
                <a:lnTo>
                  <a:pt x="448" y="478"/>
                </a:lnTo>
                <a:lnTo>
                  <a:pt x="447" y="478"/>
                </a:lnTo>
                <a:lnTo>
                  <a:pt x="446" y="478"/>
                </a:lnTo>
                <a:lnTo>
                  <a:pt x="445" y="479"/>
                </a:lnTo>
                <a:lnTo>
                  <a:pt x="445" y="480"/>
                </a:lnTo>
                <a:lnTo>
                  <a:pt x="445" y="481"/>
                </a:lnTo>
                <a:lnTo>
                  <a:pt x="445" y="483"/>
                </a:lnTo>
                <a:lnTo>
                  <a:pt x="446" y="484"/>
                </a:lnTo>
                <a:lnTo>
                  <a:pt x="446" y="486"/>
                </a:lnTo>
                <a:lnTo>
                  <a:pt x="447" y="487"/>
                </a:lnTo>
                <a:lnTo>
                  <a:pt x="447" y="489"/>
                </a:lnTo>
                <a:lnTo>
                  <a:pt x="447" y="490"/>
                </a:lnTo>
                <a:lnTo>
                  <a:pt x="446" y="490"/>
                </a:lnTo>
                <a:lnTo>
                  <a:pt x="446" y="491"/>
                </a:lnTo>
                <a:lnTo>
                  <a:pt x="446" y="492"/>
                </a:lnTo>
                <a:lnTo>
                  <a:pt x="446" y="494"/>
                </a:lnTo>
                <a:lnTo>
                  <a:pt x="446" y="495"/>
                </a:lnTo>
                <a:lnTo>
                  <a:pt x="446" y="496"/>
                </a:lnTo>
                <a:lnTo>
                  <a:pt x="447" y="497"/>
                </a:lnTo>
                <a:lnTo>
                  <a:pt x="448" y="498"/>
                </a:lnTo>
                <a:lnTo>
                  <a:pt x="449" y="499"/>
                </a:lnTo>
                <a:lnTo>
                  <a:pt x="450" y="500"/>
                </a:lnTo>
                <a:lnTo>
                  <a:pt x="450" y="501"/>
                </a:lnTo>
                <a:lnTo>
                  <a:pt x="451" y="502"/>
                </a:lnTo>
                <a:lnTo>
                  <a:pt x="451" y="503"/>
                </a:lnTo>
                <a:lnTo>
                  <a:pt x="450" y="503"/>
                </a:lnTo>
                <a:lnTo>
                  <a:pt x="449" y="503"/>
                </a:lnTo>
                <a:lnTo>
                  <a:pt x="447" y="504"/>
                </a:lnTo>
                <a:lnTo>
                  <a:pt x="446" y="506"/>
                </a:lnTo>
                <a:lnTo>
                  <a:pt x="443" y="507"/>
                </a:lnTo>
                <a:lnTo>
                  <a:pt x="442" y="507"/>
                </a:lnTo>
                <a:lnTo>
                  <a:pt x="440" y="506"/>
                </a:lnTo>
                <a:lnTo>
                  <a:pt x="437" y="506"/>
                </a:lnTo>
                <a:lnTo>
                  <a:pt x="434" y="505"/>
                </a:lnTo>
                <a:lnTo>
                  <a:pt x="433" y="504"/>
                </a:lnTo>
                <a:lnTo>
                  <a:pt x="431" y="504"/>
                </a:lnTo>
                <a:lnTo>
                  <a:pt x="428" y="505"/>
                </a:lnTo>
                <a:lnTo>
                  <a:pt x="427" y="505"/>
                </a:lnTo>
                <a:lnTo>
                  <a:pt x="427" y="506"/>
                </a:lnTo>
                <a:lnTo>
                  <a:pt x="426" y="506"/>
                </a:lnTo>
                <a:lnTo>
                  <a:pt x="426" y="507"/>
                </a:lnTo>
                <a:lnTo>
                  <a:pt x="426" y="508"/>
                </a:lnTo>
                <a:lnTo>
                  <a:pt x="422" y="510"/>
                </a:lnTo>
                <a:lnTo>
                  <a:pt x="419" y="509"/>
                </a:lnTo>
                <a:lnTo>
                  <a:pt x="418" y="508"/>
                </a:lnTo>
                <a:lnTo>
                  <a:pt x="417" y="508"/>
                </a:lnTo>
                <a:lnTo>
                  <a:pt x="415" y="509"/>
                </a:lnTo>
                <a:lnTo>
                  <a:pt x="413" y="510"/>
                </a:lnTo>
                <a:lnTo>
                  <a:pt x="411" y="511"/>
                </a:lnTo>
                <a:lnTo>
                  <a:pt x="408" y="512"/>
                </a:lnTo>
                <a:lnTo>
                  <a:pt x="406" y="512"/>
                </a:lnTo>
                <a:lnTo>
                  <a:pt x="403" y="512"/>
                </a:lnTo>
                <a:lnTo>
                  <a:pt x="402" y="512"/>
                </a:lnTo>
                <a:lnTo>
                  <a:pt x="401" y="512"/>
                </a:lnTo>
                <a:lnTo>
                  <a:pt x="400" y="511"/>
                </a:lnTo>
                <a:lnTo>
                  <a:pt x="400" y="510"/>
                </a:lnTo>
                <a:lnTo>
                  <a:pt x="400" y="509"/>
                </a:lnTo>
                <a:lnTo>
                  <a:pt x="400" y="508"/>
                </a:lnTo>
                <a:lnTo>
                  <a:pt x="399" y="508"/>
                </a:lnTo>
                <a:lnTo>
                  <a:pt x="398" y="509"/>
                </a:lnTo>
                <a:lnTo>
                  <a:pt x="398" y="510"/>
                </a:lnTo>
                <a:lnTo>
                  <a:pt x="398" y="511"/>
                </a:lnTo>
                <a:lnTo>
                  <a:pt x="398" y="512"/>
                </a:lnTo>
                <a:lnTo>
                  <a:pt x="397" y="513"/>
                </a:lnTo>
                <a:lnTo>
                  <a:pt x="396" y="513"/>
                </a:lnTo>
                <a:lnTo>
                  <a:pt x="396" y="514"/>
                </a:lnTo>
                <a:lnTo>
                  <a:pt x="395" y="515"/>
                </a:lnTo>
                <a:lnTo>
                  <a:pt x="394" y="515"/>
                </a:lnTo>
                <a:lnTo>
                  <a:pt x="393" y="515"/>
                </a:lnTo>
                <a:lnTo>
                  <a:pt x="391" y="515"/>
                </a:lnTo>
                <a:lnTo>
                  <a:pt x="390" y="514"/>
                </a:lnTo>
                <a:lnTo>
                  <a:pt x="388" y="515"/>
                </a:lnTo>
                <a:lnTo>
                  <a:pt x="386" y="515"/>
                </a:lnTo>
                <a:lnTo>
                  <a:pt x="386" y="514"/>
                </a:lnTo>
                <a:lnTo>
                  <a:pt x="385" y="514"/>
                </a:lnTo>
                <a:lnTo>
                  <a:pt x="385" y="511"/>
                </a:lnTo>
                <a:lnTo>
                  <a:pt x="386" y="511"/>
                </a:lnTo>
                <a:lnTo>
                  <a:pt x="386" y="508"/>
                </a:lnTo>
                <a:lnTo>
                  <a:pt x="385" y="507"/>
                </a:lnTo>
                <a:lnTo>
                  <a:pt x="384" y="505"/>
                </a:lnTo>
                <a:lnTo>
                  <a:pt x="384" y="504"/>
                </a:lnTo>
                <a:lnTo>
                  <a:pt x="382" y="504"/>
                </a:lnTo>
                <a:lnTo>
                  <a:pt x="381" y="504"/>
                </a:lnTo>
                <a:lnTo>
                  <a:pt x="380" y="505"/>
                </a:lnTo>
                <a:lnTo>
                  <a:pt x="379" y="506"/>
                </a:lnTo>
                <a:lnTo>
                  <a:pt x="379" y="507"/>
                </a:lnTo>
                <a:lnTo>
                  <a:pt x="378" y="508"/>
                </a:lnTo>
                <a:lnTo>
                  <a:pt x="377" y="507"/>
                </a:lnTo>
                <a:lnTo>
                  <a:pt x="377" y="506"/>
                </a:lnTo>
                <a:lnTo>
                  <a:pt x="377" y="505"/>
                </a:lnTo>
                <a:lnTo>
                  <a:pt x="376" y="504"/>
                </a:lnTo>
                <a:lnTo>
                  <a:pt x="375" y="504"/>
                </a:lnTo>
                <a:lnTo>
                  <a:pt x="374" y="504"/>
                </a:lnTo>
                <a:lnTo>
                  <a:pt x="373" y="504"/>
                </a:lnTo>
                <a:lnTo>
                  <a:pt x="372" y="501"/>
                </a:lnTo>
                <a:lnTo>
                  <a:pt x="372" y="500"/>
                </a:lnTo>
                <a:lnTo>
                  <a:pt x="373" y="500"/>
                </a:lnTo>
                <a:lnTo>
                  <a:pt x="373" y="499"/>
                </a:lnTo>
                <a:lnTo>
                  <a:pt x="373" y="498"/>
                </a:lnTo>
                <a:lnTo>
                  <a:pt x="373" y="497"/>
                </a:lnTo>
                <a:lnTo>
                  <a:pt x="372" y="494"/>
                </a:lnTo>
                <a:lnTo>
                  <a:pt x="371" y="492"/>
                </a:lnTo>
                <a:lnTo>
                  <a:pt x="369" y="491"/>
                </a:lnTo>
                <a:lnTo>
                  <a:pt x="368" y="490"/>
                </a:lnTo>
                <a:lnTo>
                  <a:pt x="369" y="490"/>
                </a:lnTo>
                <a:lnTo>
                  <a:pt x="369" y="489"/>
                </a:lnTo>
                <a:lnTo>
                  <a:pt x="368" y="489"/>
                </a:lnTo>
                <a:lnTo>
                  <a:pt x="367" y="489"/>
                </a:lnTo>
                <a:lnTo>
                  <a:pt x="365" y="489"/>
                </a:lnTo>
                <a:lnTo>
                  <a:pt x="365" y="490"/>
                </a:lnTo>
                <a:lnTo>
                  <a:pt x="364" y="490"/>
                </a:lnTo>
                <a:lnTo>
                  <a:pt x="364" y="491"/>
                </a:lnTo>
                <a:lnTo>
                  <a:pt x="363" y="492"/>
                </a:lnTo>
                <a:lnTo>
                  <a:pt x="362" y="491"/>
                </a:lnTo>
                <a:lnTo>
                  <a:pt x="362" y="490"/>
                </a:lnTo>
                <a:lnTo>
                  <a:pt x="361" y="488"/>
                </a:lnTo>
                <a:lnTo>
                  <a:pt x="361" y="486"/>
                </a:lnTo>
                <a:lnTo>
                  <a:pt x="361" y="485"/>
                </a:lnTo>
                <a:lnTo>
                  <a:pt x="360" y="485"/>
                </a:lnTo>
                <a:lnTo>
                  <a:pt x="360" y="484"/>
                </a:lnTo>
                <a:lnTo>
                  <a:pt x="359" y="483"/>
                </a:lnTo>
                <a:lnTo>
                  <a:pt x="359" y="482"/>
                </a:lnTo>
                <a:lnTo>
                  <a:pt x="358" y="480"/>
                </a:lnTo>
                <a:lnTo>
                  <a:pt x="357" y="477"/>
                </a:lnTo>
                <a:lnTo>
                  <a:pt x="357" y="476"/>
                </a:lnTo>
                <a:lnTo>
                  <a:pt x="357" y="475"/>
                </a:lnTo>
                <a:lnTo>
                  <a:pt x="358" y="475"/>
                </a:lnTo>
                <a:lnTo>
                  <a:pt x="358" y="474"/>
                </a:lnTo>
                <a:lnTo>
                  <a:pt x="359" y="473"/>
                </a:lnTo>
                <a:lnTo>
                  <a:pt x="360" y="473"/>
                </a:lnTo>
                <a:lnTo>
                  <a:pt x="362" y="472"/>
                </a:lnTo>
                <a:lnTo>
                  <a:pt x="363" y="471"/>
                </a:lnTo>
                <a:lnTo>
                  <a:pt x="364" y="471"/>
                </a:lnTo>
                <a:lnTo>
                  <a:pt x="365" y="471"/>
                </a:lnTo>
                <a:lnTo>
                  <a:pt x="366" y="471"/>
                </a:lnTo>
                <a:lnTo>
                  <a:pt x="367" y="470"/>
                </a:lnTo>
                <a:lnTo>
                  <a:pt x="368" y="470"/>
                </a:lnTo>
                <a:lnTo>
                  <a:pt x="370" y="467"/>
                </a:lnTo>
                <a:lnTo>
                  <a:pt x="370" y="466"/>
                </a:lnTo>
                <a:lnTo>
                  <a:pt x="369" y="466"/>
                </a:lnTo>
                <a:lnTo>
                  <a:pt x="368" y="465"/>
                </a:lnTo>
                <a:lnTo>
                  <a:pt x="367" y="465"/>
                </a:lnTo>
                <a:lnTo>
                  <a:pt x="366" y="465"/>
                </a:lnTo>
                <a:lnTo>
                  <a:pt x="365" y="466"/>
                </a:lnTo>
                <a:lnTo>
                  <a:pt x="364" y="466"/>
                </a:lnTo>
                <a:lnTo>
                  <a:pt x="362" y="466"/>
                </a:lnTo>
                <a:lnTo>
                  <a:pt x="361" y="465"/>
                </a:lnTo>
                <a:lnTo>
                  <a:pt x="360" y="465"/>
                </a:lnTo>
                <a:lnTo>
                  <a:pt x="359" y="463"/>
                </a:lnTo>
                <a:lnTo>
                  <a:pt x="358" y="462"/>
                </a:lnTo>
                <a:lnTo>
                  <a:pt x="358" y="461"/>
                </a:lnTo>
                <a:lnTo>
                  <a:pt x="357" y="460"/>
                </a:lnTo>
                <a:lnTo>
                  <a:pt x="357" y="459"/>
                </a:lnTo>
                <a:lnTo>
                  <a:pt x="357" y="456"/>
                </a:lnTo>
                <a:lnTo>
                  <a:pt x="357" y="455"/>
                </a:lnTo>
                <a:lnTo>
                  <a:pt x="356" y="453"/>
                </a:lnTo>
                <a:lnTo>
                  <a:pt x="356" y="451"/>
                </a:lnTo>
                <a:lnTo>
                  <a:pt x="355" y="449"/>
                </a:lnTo>
                <a:lnTo>
                  <a:pt x="354" y="448"/>
                </a:lnTo>
                <a:lnTo>
                  <a:pt x="353" y="448"/>
                </a:lnTo>
                <a:lnTo>
                  <a:pt x="353" y="449"/>
                </a:lnTo>
                <a:lnTo>
                  <a:pt x="350" y="449"/>
                </a:lnTo>
                <a:lnTo>
                  <a:pt x="350" y="448"/>
                </a:lnTo>
                <a:lnTo>
                  <a:pt x="351" y="446"/>
                </a:lnTo>
                <a:lnTo>
                  <a:pt x="352" y="446"/>
                </a:lnTo>
                <a:lnTo>
                  <a:pt x="353" y="446"/>
                </a:lnTo>
                <a:lnTo>
                  <a:pt x="352" y="444"/>
                </a:lnTo>
                <a:lnTo>
                  <a:pt x="352" y="443"/>
                </a:lnTo>
                <a:lnTo>
                  <a:pt x="352" y="444"/>
                </a:lnTo>
                <a:lnTo>
                  <a:pt x="351" y="444"/>
                </a:lnTo>
                <a:lnTo>
                  <a:pt x="351" y="443"/>
                </a:lnTo>
                <a:lnTo>
                  <a:pt x="349" y="443"/>
                </a:lnTo>
                <a:lnTo>
                  <a:pt x="350" y="443"/>
                </a:lnTo>
                <a:lnTo>
                  <a:pt x="351" y="443"/>
                </a:lnTo>
                <a:lnTo>
                  <a:pt x="352" y="443"/>
                </a:lnTo>
                <a:lnTo>
                  <a:pt x="352" y="441"/>
                </a:lnTo>
                <a:lnTo>
                  <a:pt x="351" y="440"/>
                </a:lnTo>
                <a:lnTo>
                  <a:pt x="351" y="439"/>
                </a:lnTo>
                <a:lnTo>
                  <a:pt x="350" y="439"/>
                </a:lnTo>
                <a:lnTo>
                  <a:pt x="349" y="440"/>
                </a:lnTo>
                <a:lnTo>
                  <a:pt x="348" y="439"/>
                </a:lnTo>
                <a:lnTo>
                  <a:pt x="348" y="438"/>
                </a:lnTo>
                <a:lnTo>
                  <a:pt x="349" y="438"/>
                </a:lnTo>
                <a:lnTo>
                  <a:pt x="350" y="438"/>
                </a:lnTo>
                <a:lnTo>
                  <a:pt x="350" y="437"/>
                </a:lnTo>
                <a:lnTo>
                  <a:pt x="350" y="436"/>
                </a:lnTo>
                <a:lnTo>
                  <a:pt x="350" y="433"/>
                </a:lnTo>
                <a:lnTo>
                  <a:pt x="350" y="432"/>
                </a:lnTo>
                <a:lnTo>
                  <a:pt x="350" y="430"/>
                </a:lnTo>
                <a:lnTo>
                  <a:pt x="350" y="429"/>
                </a:lnTo>
                <a:lnTo>
                  <a:pt x="349" y="428"/>
                </a:lnTo>
                <a:lnTo>
                  <a:pt x="349" y="427"/>
                </a:lnTo>
                <a:lnTo>
                  <a:pt x="349" y="426"/>
                </a:lnTo>
                <a:lnTo>
                  <a:pt x="349" y="425"/>
                </a:lnTo>
                <a:lnTo>
                  <a:pt x="349" y="424"/>
                </a:lnTo>
                <a:lnTo>
                  <a:pt x="349" y="423"/>
                </a:lnTo>
                <a:lnTo>
                  <a:pt x="348" y="423"/>
                </a:lnTo>
                <a:lnTo>
                  <a:pt x="348" y="422"/>
                </a:lnTo>
                <a:lnTo>
                  <a:pt x="347" y="421"/>
                </a:lnTo>
                <a:lnTo>
                  <a:pt x="346" y="420"/>
                </a:lnTo>
                <a:lnTo>
                  <a:pt x="345" y="419"/>
                </a:lnTo>
                <a:lnTo>
                  <a:pt x="344" y="418"/>
                </a:lnTo>
                <a:lnTo>
                  <a:pt x="343" y="418"/>
                </a:lnTo>
                <a:lnTo>
                  <a:pt x="341" y="418"/>
                </a:lnTo>
                <a:lnTo>
                  <a:pt x="340" y="417"/>
                </a:lnTo>
                <a:lnTo>
                  <a:pt x="340" y="418"/>
                </a:lnTo>
                <a:lnTo>
                  <a:pt x="339" y="418"/>
                </a:lnTo>
                <a:lnTo>
                  <a:pt x="338" y="420"/>
                </a:lnTo>
                <a:lnTo>
                  <a:pt x="338" y="421"/>
                </a:lnTo>
                <a:lnTo>
                  <a:pt x="337" y="422"/>
                </a:lnTo>
                <a:lnTo>
                  <a:pt x="337" y="423"/>
                </a:lnTo>
                <a:lnTo>
                  <a:pt x="338" y="424"/>
                </a:lnTo>
                <a:lnTo>
                  <a:pt x="338" y="425"/>
                </a:lnTo>
                <a:lnTo>
                  <a:pt x="338" y="426"/>
                </a:lnTo>
                <a:lnTo>
                  <a:pt x="337" y="427"/>
                </a:lnTo>
                <a:lnTo>
                  <a:pt x="337" y="428"/>
                </a:lnTo>
                <a:lnTo>
                  <a:pt x="336" y="428"/>
                </a:lnTo>
                <a:lnTo>
                  <a:pt x="335" y="429"/>
                </a:lnTo>
                <a:lnTo>
                  <a:pt x="334" y="429"/>
                </a:lnTo>
                <a:lnTo>
                  <a:pt x="333" y="430"/>
                </a:lnTo>
                <a:lnTo>
                  <a:pt x="332" y="430"/>
                </a:lnTo>
                <a:lnTo>
                  <a:pt x="331" y="431"/>
                </a:lnTo>
                <a:lnTo>
                  <a:pt x="329" y="432"/>
                </a:lnTo>
                <a:lnTo>
                  <a:pt x="327" y="433"/>
                </a:lnTo>
                <a:lnTo>
                  <a:pt x="327" y="434"/>
                </a:lnTo>
                <a:lnTo>
                  <a:pt x="326" y="434"/>
                </a:lnTo>
                <a:lnTo>
                  <a:pt x="325" y="435"/>
                </a:lnTo>
                <a:lnTo>
                  <a:pt x="324" y="436"/>
                </a:lnTo>
                <a:lnTo>
                  <a:pt x="323" y="434"/>
                </a:lnTo>
                <a:lnTo>
                  <a:pt x="321" y="434"/>
                </a:lnTo>
                <a:lnTo>
                  <a:pt x="320" y="434"/>
                </a:lnTo>
                <a:lnTo>
                  <a:pt x="320" y="435"/>
                </a:lnTo>
                <a:lnTo>
                  <a:pt x="320" y="436"/>
                </a:lnTo>
                <a:lnTo>
                  <a:pt x="320" y="437"/>
                </a:lnTo>
                <a:lnTo>
                  <a:pt x="319" y="437"/>
                </a:lnTo>
                <a:lnTo>
                  <a:pt x="319" y="436"/>
                </a:lnTo>
                <a:lnTo>
                  <a:pt x="319" y="435"/>
                </a:lnTo>
                <a:lnTo>
                  <a:pt x="318" y="434"/>
                </a:lnTo>
                <a:lnTo>
                  <a:pt x="317" y="433"/>
                </a:lnTo>
                <a:lnTo>
                  <a:pt x="314" y="431"/>
                </a:lnTo>
                <a:lnTo>
                  <a:pt x="313" y="431"/>
                </a:lnTo>
                <a:lnTo>
                  <a:pt x="313" y="430"/>
                </a:lnTo>
                <a:lnTo>
                  <a:pt x="313" y="429"/>
                </a:lnTo>
                <a:lnTo>
                  <a:pt x="312" y="429"/>
                </a:lnTo>
                <a:lnTo>
                  <a:pt x="311" y="429"/>
                </a:lnTo>
                <a:lnTo>
                  <a:pt x="310" y="429"/>
                </a:lnTo>
                <a:lnTo>
                  <a:pt x="308" y="426"/>
                </a:lnTo>
                <a:lnTo>
                  <a:pt x="308" y="425"/>
                </a:lnTo>
                <a:lnTo>
                  <a:pt x="309" y="424"/>
                </a:lnTo>
                <a:lnTo>
                  <a:pt x="309" y="421"/>
                </a:lnTo>
                <a:lnTo>
                  <a:pt x="307" y="420"/>
                </a:lnTo>
                <a:lnTo>
                  <a:pt x="307" y="419"/>
                </a:lnTo>
                <a:lnTo>
                  <a:pt x="306" y="419"/>
                </a:lnTo>
                <a:lnTo>
                  <a:pt x="306" y="420"/>
                </a:lnTo>
                <a:lnTo>
                  <a:pt x="305" y="420"/>
                </a:lnTo>
                <a:lnTo>
                  <a:pt x="305" y="421"/>
                </a:lnTo>
                <a:lnTo>
                  <a:pt x="304" y="421"/>
                </a:lnTo>
                <a:lnTo>
                  <a:pt x="303" y="421"/>
                </a:lnTo>
                <a:lnTo>
                  <a:pt x="302" y="421"/>
                </a:lnTo>
                <a:lnTo>
                  <a:pt x="301" y="421"/>
                </a:lnTo>
                <a:lnTo>
                  <a:pt x="301" y="420"/>
                </a:lnTo>
                <a:lnTo>
                  <a:pt x="300" y="420"/>
                </a:lnTo>
                <a:lnTo>
                  <a:pt x="300" y="419"/>
                </a:lnTo>
                <a:lnTo>
                  <a:pt x="301" y="419"/>
                </a:lnTo>
                <a:lnTo>
                  <a:pt x="301" y="418"/>
                </a:lnTo>
                <a:lnTo>
                  <a:pt x="301" y="417"/>
                </a:lnTo>
                <a:lnTo>
                  <a:pt x="301" y="415"/>
                </a:lnTo>
                <a:lnTo>
                  <a:pt x="301" y="414"/>
                </a:lnTo>
                <a:lnTo>
                  <a:pt x="300" y="414"/>
                </a:lnTo>
                <a:lnTo>
                  <a:pt x="300" y="413"/>
                </a:lnTo>
                <a:lnTo>
                  <a:pt x="300" y="412"/>
                </a:lnTo>
                <a:lnTo>
                  <a:pt x="301" y="412"/>
                </a:lnTo>
                <a:lnTo>
                  <a:pt x="301" y="411"/>
                </a:lnTo>
                <a:lnTo>
                  <a:pt x="303" y="410"/>
                </a:lnTo>
                <a:lnTo>
                  <a:pt x="304" y="410"/>
                </a:lnTo>
                <a:lnTo>
                  <a:pt x="304" y="409"/>
                </a:lnTo>
                <a:lnTo>
                  <a:pt x="304" y="408"/>
                </a:lnTo>
                <a:lnTo>
                  <a:pt x="305" y="407"/>
                </a:lnTo>
                <a:lnTo>
                  <a:pt x="305" y="406"/>
                </a:lnTo>
                <a:lnTo>
                  <a:pt x="306" y="406"/>
                </a:lnTo>
                <a:lnTo>
                  <a:pt x="306" y="405"/>
                </a:lnTo>
                <a:lnTo>
                  <a:pt x="306" y="404"/>
                </a:lnTo>
                <a:lnTo>
                  <a:pt x="306" y="403"/>
                </a:lnTo>
                <a:lnTo>
                  <a:pt x="306" y="401"/>
                </a:lnTo>
                <a:lnTo>
                  <a:pt x="306" y="400"/>
                </a:lnTo>
                <a:lnTo>
                  <a:pt x="306" y="397"/>
                </a:lnTo>
                <a:lnTo>
                  <a:pt x="305" y="397"/>
                </a:lnTo>
                <a:lnTo>
                  <a:pt x="304" y="397"/>
                </a:lnTo>
                <a:lnTo>
                  <a:pt x="304" y="398"/>
                </a:lnTo>
                <a:lnTo>
                  <a:pt x="303" y="397"/>
                </a:lnTo>
                <a:lnTo>
                  <a:pt x="302" y="396"/>
                </a:lnTo>
                <a:lnTo>
                  <a:pt x="302" y="395"/>
                </a:lnTo>
                <a:lnTo>
                  <a:pt x="304" y="395"/>
                </a:lnTo>
                <a:lnTo>
                  <a:pt x="305" y="394"/>
                </a:lnTo>
                <a:lnTo>
                  <a:pt x="306" y="395"/>
                </a:lnTo>
                <a:lnTo>
                  <a:pt x="307" y="395"/>
                </a:lnTo>
                <a:lnTo>
                  <a:pt x="309" y="392"/>
                </a:lnTo>
                <a:lnTo>
                  <a:pt x="310" y="392"/>
                </a:lnTo>
                <a:lnTo>
                  <a:pt x="311" y="389"/>
                </a:lnTo>
                <a:lnTo>
                  <a:pt x="311" y="388"/>
                </a:lnTo>
                <a:lnTo>
                  <a:pt x="311" y="385"/>
                </a:lnTo>
                <a:lnTo>
                  <a:pt x="309" y="383"/>
                </a:lnTo>
                <a:lnTo>
                  <a:pt x="308" y="383"/>
                </a:lnTo>
                <a:lnTo>
                  <a:pt x="309" y="381"/>
                </a:lnTo>
                <a:lnTo>
                  <a:pt x="309" y="380"/>
                </a:lnTo>
                <a:lnTo>
                  <a:pt x="309" y="379"/>
                </a:lnTo>
                <a:lnTo>
                  <a:pt x="309" y="378"/>
                </a:lnTo>
                <a:lnTo>
                  <a:pt x="309" y="375"/>
                </a:lnTo>
                <a:lnTo>
                  <a:pt x="309" y="374"/>
                </a:lnTo>
                <a:lnTo>
                  <a:pt x="309" y="371"/>
                </a:lnTo>
                <a:lnTo>
                  <a:pt x="310" y="369"/>
                </a:lnTo>
                <a:lnTo>
                  <a:pt x="311" y="368"/>
                </a:lnTo>
                <a:lnTo>
                  <a:pt x="311" y="366"/>
                </a:lnTo>
                <a:lnTo>
                  <a:pt x="312" y="364"/>
                </a:lnTo>
                <a:lnTo>
                  <a:pt x="312" y="363"/>
                </a:lnTo>
                <a:lnTo>
                  <a:pt x="313" y="363"/>
                </a:lnTo>
                <a:lnTo>
                  <a:pt x="313" y="364"/>
                </a:lnTo>
                <a:lnTo>
                  <a:pt x="314" y="364"/>
                </a:lnTo>
                <a:lnTo>
                  <a:pt x="315" y="364"/>
                </a:lnTo>
                <a:lnTo>
                  <a:pt x="317" y="365"/>
                </a:lnTo>
                <a:lnTo>
                  <a:pt x="318" y="365"/>
                </a:lnTo>
                <a:lnTo>
                  <a:pt x="320" y="365"/>
                </a:lnTo>
                <a:lnTo>
                  <a:pt x="321" y="366"/>
                </a:lnTo>
                <a:lnTo>
                  <a:pt x="321" y="365"/>
                </a:lnTo>
                <a:lnTo>
                  <a:pt x="322" y="365"/>
                </a:lnTo>
                <a:lnTo>
                  <a:pt x="321" y="365"/>
                </a:lnTo>
                <a:lnTo>
                  <a:pt x="321" y="364"/>
                </a:lnTo>
                <a:lnTo>
                  <a:pt x="321" y="360"/>
                </a:lnTo>
                <a:lnTo>
                  <a:pt x="321" y="359"/>
                </a:lnTo>
                <a:lnTo>
                  <a:pt x="321" y="357"/>
                </a:lnTo>
                <a:lnTo>
                  <a:pt x="321" y="356"/>
                </a:lnTo>
                <a:lnTo>
                  <a:pt x="320" y="353"/>
                </a:lnTo>
                <a:lnTo>
                  <a:pt x="320" y="349"/>
                </a:lnTo>
                <a:lnTo>
                  <a:pt x="320" y="345"/>
                </a:lnTo>
                <a:lnTo>
                  <a:pt x="320" y="341"/>
                </a:lnTo>
                <a:lnTo>
                  <a:pt x="320" y="340"/>
                </a:lnTo>
                <a:lnTo>
                  <a:pt x="319" y="339"/>
                </a:lnTo>
                <a:lnTo>
                  <a:pt x="319" y="338"/>
                </a:lnTo>
                <a:lnTo>
                  <a:pt x="318" y="337"/>
                </a:lnTo>
                <a:lnTo>
                  <a:pt x="319" y="337"/>
                </a:lnTo>
                <a:lnTo>
                  <a:pt x="320" y="336"/>
                </a:lnTo>
                <a:lnTo>
                  <a:pt x="320" y="335"/>
                </a:lnTo>
                <a:lnTo>
                  <a:pt x="321" y="334"/>
                </a:lnTo>
                <a:lnTo>
                  <a:pt x="322" y="332"/>
                </a:lnTo>
                <a:lnTo>
                  <a:pt x="323" y="331"/>
                </a:lnTo>
                <a:lnTo>
                  <a:pt x="324" y="329"/>
                </a:lnTo>
                <a:lnTo>
                  <a:pt x="326" y="327"/>
                </a:lnTo>
                <a:lnTo>
                  <a:pt x="326" y="326"/>
                </a:lnTo>
                <a:lnTo>
                  <a:pt x="327" y="326"/>
                </a:lnTo>
                <a:lnTo>
                  <a:pt x="326" y="326"/>
                </a:lnTo>
                <a:lnTo>
                  <a:pt x="326" y="324"/>
                </a:lnTo>
                <a:lnTo>
                  <a:pt x="325" y="320"/>
                </a:lnTo>
                <a:lnTo>
                  <a:pt x="325" y="318"/>
                </a:lnTo>
                <a:lnTo>
                  <a:pt x="325" y="317"/>
                </a:lnTo>
                <a:lnTo>
                  <a:pt x="323" y="314"/>
                </a:lnTo>
                <a:lnTo>
                  <a:pt x="324" y="312"/>
                </a:lnTo>
                <a:lnTo>
                  <a:pt x="326" y="312"/>
                </a:lnTo>
                <a:lnTo>
                  <a:pt x="327" y="312"/>
                </a:lnTo>
                <a:lnTo>
                  <a:pt x="327" y="310"/>
                </a:lnTo>
                <a:lnTo>
                  <a:pt x="327" y="309"/>
                </a:lnTo>
                <a:lnTo>
                  <a:pt x="325" y="308"/>
                </a:lnTo>
                <a:lnTo>
                  <a:pt x="324" y="308"/>
                </a:lnTo>
                <a:lnTo>
                  <a:pt x="323" y="308"/>
                </a:lnTo>
                <a:lnTo>
                  <a:pt x="321" y="309"/>
                </a:lnTo>
                <a:lnTo>
                  <a:pt x="320" y="309"/>
                </a:lnTo>
                <a:lnTo>
                  <a:pt x="318" y="309"/>
                </a:lnTo>
                <a:lnTo>
                  <a:pt x="318" y="308"/>
                </a:lnTo>
                <a:lnTo>
                  <a:pt x="317" y="308"/>
                </a:lnTo>
                <a:lnTo>
                  <a:pt x="317" y="307"/>
                </a:lnTo>
                <a:lnTo>
                  <a:pt x="316" y="307"/>
                </a:lnTo>
                <a:lnTo>
                  <a:pt x="316" y="306"/>
                </a:lnTo>
                <a:lnTo>
                  <a:pt x="315" y="305"/>
                </a:lnTo>
                <a:lnTo>
                  <a:pt x="314" y="305"/>
                </a:lnTo>
                <a:lnTo>
                  <a:pt x="313" y="306"/>
                </a:lnTo>
                <a:lnTo>
                  <a:pt x="309" y="307"/>
                </a:lnTo>
                <a:lnTo>
                  <a:pt x="308" y="307"/>
                </a:lnTo>
                <a:lnTo>
                  <a:pt x="307" y="307"/>
                </a:lnTo>
                <a:lnTo>
                  <a:pt x="307" y="308"/>
                </a:lnTo>
                <a:lnTo>
                  <a:pt x="306" y="309"/>
                </a:lnTo>
                <a:lnTo>
                  <a:pt x="305" y="309"/>
                </a:lnTo>
                <a:lnTo>
                  <a:pt x="304" y="310"/>
                </a:lnTo>
                <a:lnTo>
                  <a:pt x="303" y="311"/>
                </a:lnTo>
                <a:lnTo>
                  <a:pt x="301" y="311"/>
                </a:lnTo>
                <a:lnTo>
                  <a:pt x="301" y="312"/>
                </a:lnTo>
                <a:lnTo>
                  <a:pt x="301" y="313"/>
                </a:lnTo>
                <a:lnTo>
                  <a:pt x="300" y="314"/>
                </a:lnTo>
                <a:lnTo>
                  <a:pt x="300" y="313"/>
                </a:lnTo>
                <a:lnTo>
                  <a:pt x="299" y="312"/>
                </a:lnTo>
                <a:lnTo>
                  <a:pt x="298" y="312"/>
                </a:lnTo>
                <a:lnTo>
                  <a:pt x="297" y="313"/>
                </a:lnTo>
                <a:lnTo>
                  <a:pt x="293" y="313"/>
                </a:lnTo>
                <a:lnTo>
                  <a:pt x="292" y="313"/>
                </a:lnTo>
                <a:lnTo>
                  <a:pt x="292" y="312"/>
                </a:lnTo>
                <a:lnTo>
                  <a:pt x="291" y="312"/>
                </a:lnTo>
                <a:lnTo>
                  <a:pt x="291" y="311"/>
                </a:lnTo>
                <a:lnTo>
                  <a:pt x="290" y="310"/>
                </a:lnTo>
                <a:lnTo>
                  <a:pt x="289" y="310"/>
                </a:lnTo>
                <a:lnTo>
                  <a:pt x="289" y="311"/>
                </a:lnTo>
                <a:lnTo>
                  <a:pt x="289" y="313"/>
                </a:lnTo>
                <a:lnTo>
                  <a:pt x="289" y="315"/>
                </a:lnTo>
                <a:lnTo>
                  <a:pt x="289" y="316"/>
                </a:lnTo>
                <a:lnTo>
                  <a:pt x="289" y="317"/>
                </a:lnTo>
                <a:lnTo>
                  <a:pt x="286" y="318"/>
                </a:lnTo>
                <a:lnTo>
                  <a:pt x="284" y="318"/>
                </a:lnTo>
                <a:lnTo>
                  <a:pt x="282" y="317"/>
                </a:lnTo>
                <a:lnTo>
                  <a:pt x="282" y="316"/>
                </a:lnTo>
                <a:lnTo>
                  <a:pt x="281" y="316"/>
                </a:lnTo>
                <a:lnTo>
                  <a:pt x="279" y="317"/>
                </a:lnTo>
                <a:lnTo>
                  <a:pt x="279" y="318"/>
                </a:lnTo>
                <a:lnTo>
                  <a:pt x="279" y="319"/>
                </a:lnTo>
                <a:lnTo>
                  <a:pt x="280" y="319"/>
                </a:lnTo>
                <a:lnTo>
                  <a:pt x="278" y="319"/>
                </a:lnTo>
                <a:lnTo>
                  <a:pt x="277" y="319"/>
                </a:lnTo>
                <a:lnTo>
                  <a:pt x="276" y="319"/>
                </a:lnTo>
                <a:lnTo>
                  <a:pt x="275" y="319"/>
                </a:lnTo>
                <a:lnTo>
                  <a:pt x="272" y="318"/>
                </a:lnTo>
                <a:lnTo>
                  <a:pt x="270" y="318"/>
                </a:lnTo>
                <a:lnTo>
                  <a:pt x="269" y="318"/>
                </a:lnTo>
                <a:lnTo>
                  <a:pt x="269" y="319"/>
                </a:lnTo>
                <a:lnTo>
                  <a:pt x="268" y="318"/>
                </a:lnTo>
                <a:lnTo>
                  <a:pt x="267" y="318"/>
                </a:lnTo>
                <a:lnTo>
                  <a:pt x="266" y="318"/>
                </a:lnTo>
                <a:lnTo>
                  <a:pt x="266" y="319"/>
                </a:lnTo>
                <a:lnTo>
                  <a:pt x="265" y="319"/>
                </a:lnTo>
                <a:lnTo>
                  <a:pt x="264" y="319"/>
                </a:lnTo>
                <a:lnTo>
                  <a:pt x="263" y="319"/>
                </a:lnTo>
                <a:lnTo>
                  <a:pt x="262" y="319"/>
                </a:lnTo>
                <a:lnTo>
                  <a:pt x="261" y="320"/>
                </a:lnTo>
                <a:lnTo>
                  <a:pt x="261" y="321"/>
                </a:lnTo>
                <a:lnTo>
                  <a:pt x="260" y="322"/>
                </a:lnTo>
                <a:lnTo>
                  <a:pt x="259" y="322"/>
                </a:lnTo>
                <a:lnTo>
                  <a:pt x="258" y="322"/>
                </a:lnTo>
                <a:lnTo>
                  <a:pt x="257" y="322"/>
                </a:lnTo>
                <a:lnTo>
                  <a:pt x="257" y="323"/>
                </a:lnTo>
                <a:lnTo>
                  <a:pt x="257" y="324"/>
                </a:lnTo>
                <a:lnTo>
                  <a:pt x="256" y="324"/>
                </a:lnTo>
                <a:lnTo>
                  <a:pt x="255" y="323"/>
                </a:lnTo>
                <a:lnTo>
                  <a:pt x="253" y="323"/>
                </a:lnTo>
                <a:lnTo>
                  <a:pt x="252" y="322"/>
                </a:lnTo>
                <a:lnTo>
                  <a:pt x="252" y="321"/>
                </a:lnTo>
                <a:lnTo>
                  <a:pt x="251" y="321"/>
                </a:lnTo>
                <a:lnTo>
                  <a:pt x="250" y="320"/>
                </a:lnTo>
                <a:lnTo>
                  <a:pt x="250" y="319"/>
                </a:lnTo>
                <a:lnTo>
                  <a:pt x="251" y="318"/>
                </a:lnTo>
                <a:lnTo>
                  <a:pt x="252" y="315"/>
                </a:lnTo>
                <a:lnTo>
                  <a:pt x="252" y="314"/>
                </a:lnTo>
                <a:lnTo>
                  <a:pt x="252" y="313"/>
                </a:lnTo>
                <a:lnTo>
                  <a:pt x="251" y="312"/>
                </a:lnTo>
                <a:lnTo>
                  <a:pt x="252" y="312"/>
                </a:lnTo>
                <a:lnTo>
                  <a:pt x="252" y="311"/>
                </a:lnTo>
                <a:lnTo>
                  <a:pt x="253" y="309"/>
                </a:lnTo>
                <a:lnTo>
                  <a:pt x="253" y="308"/>
                </a:lnTo>
                <a:lnTo>
                  <a:pt x="253" y="307"/>
                </a:lnTo>
                <a:lnTo>
                  <a:pt x="252" y="304"/>
                </a:lnTo>
                <a:lnTo>
                  <a:pt x="251" y="303"/>
                </a:lnTo>
                <a:lnTo>
                  <a:pt x="251" y="302"/>
                </a:lnTo>
                <a:lnTo>
                  <a:pt x="251" y="301"/>
                </a:lnTo>
                <a:lnTo>
                  <a:pt x="252" y="301"/>
                </a:lnTo>
                <a:lnTo>
                  <a:pt x="252" y="298"/>
                </a:lnTo>
                <a:lnTo>
                  <a:pt x="252" y="296"/>
                </a:lnTo>
                <a:lnTo>
                  <a:pt x="252" y="294"/>
                </a:lnTo>
                <a:lnTo>
                  <a:pt x="252" y="292"/>
                </a:lnTo>
                <a:lnTo>
                  <a:pt x="252" y="291"/>
                </a:lnTo>
                <a:lnTo>
                  <a:pt x="252" y="289"/>
                </a:lnTo>
                <a:lnTo>
                  <a:pt x="251" y="289"/>
                </a:lnTo>
                <a:lnTo>
                  <a:pt x="250" y="288"/>
                </a:lnTo>
                <a:lnTo>
                  <a:pt x="248" y="288"/>
                </a:lnTo>
                <a:lnTo>
                  <a:pt x="247" y="289"/>
                </a:lnTo>
                <a:lnTo>
                  <a:pt x="246" y="289"/>
                </a:lnTo>
                <a:lnTo>
                  <a:pt x="246" y="290"/>
                </a:lnTo>
                <a:lnTo>
                  <a:pt x="246" y="291"/>
                </a:lnTo>
                <a:lnTo>
                  <a:pt x="245" y="291"/>
                </a:lnTo>
                <a:lnTo>
                  <a:pt x="244" y="291"/>
                </a:lnTo>
                <a:lnTo>
                  <a:pt x="242" y="290"/>
                </a:lnTo>
                <a:lnTo>
                  <a:pt x="242" y="289"/>
                </a:lnTo>
                <a:lnTo>
                  <a:pt x="242" y="287"/>
                </a:lnTo>
                <a:lnTo>
                  <a:pt x="240" y="285"/>
                </a:lnTo>
                <a:lnTo>
                  <a:pt x="239" y="283"/>
                </a:lnTo>
                <a:lnTo>
                  <a:pt x="238" y="282"/>
                </a:lnTo>
                <a:lnTo>
                  <a:pt x="237" y="282"/>
                </a:lnTo>
                <a:lnTo>
                  <a:pt x="236" y="282"/>
                </a:lnTo>
                <a:lnTo>
                  <a:pt x="236" y="281"/>
                </a:lnTo>
                <a:lnTo>
                  <a:pt x="236" y="280"/>
                </a:lnTo>
                <a:lnTo>
                  <a:pt x="236" y="279"/>
                </a:lnTo>
                <a:lnTo>
                  <a:pt x="236" y="278"/>
                </a:lnTo>
                <a:lnTo>
                  <a:pt x="235" y="277"/>
                </a:lnTo>
                <a:lnTo>
                  <a:pt x="234" y="276"/>
                </a:lnTo>
                <a:lnTo>
                  <a:pt x="233" y="274"/>
                </a:lnTo>
                <a:lnTo>
                  <a:pt x="233" y="273"/>
                </a:lnTo>
                <a:lnTo>
                  <a:pt x="234" y="271"/>
                </a:lnTo>
                <a:lnTo>
                  <a:pt x="234" y="270"/>
                </a:lnTo>
                <a:lnTo>
                  <a:pt x="234" y="268"/>
                </a:lnTo>
                <a:lnTo>
                  <a:pt x="233" y="267"/>
                </a:lnTo>
                <a:lnTo>
                  <a:pt x="232" y="267"/>
                </a:lnTo>
                <a:lnTo>
                  <a:pt x="231" y="267"/>
                </a:lnTo>
                <a:lnTo>
                  <a:pt x="230" y="266"/>
                </a:lnTo>
                <a:lnTo>
                  <a:pt x="229" y="266"/>
                </a:lnTo>
                <a:lnTo>
                  <a:pt x="226" y="263"/>
                </a:lnTo>
                <a:lnTo>
                  <a:pt x="226" y="262"/>
                </a:lnTo>
                <a:lnTo>
                  <a:pt x="225" y="262"/>
                </a:lnTo>
                <a:lnTo>
                  <a:pt x="223" y="262"/>
                </a:lnTo>
                <a:lnTo>
                  <a:pt x="223" y="263"/>
                </a:lnTo>
                <a:lnTo>
                  <a:pt x="224" y="264"/>
                </a:lnTo>
                <a:lnTo>
                  <a:pt x="225" y="265"/>
                </a:lnTo>
                <a:lnTo>
                  <a:pt x="225" y="266"/>
                </a:lnTo>
                <a:lnTo>
                  <a:pt x="224" y="266"/>
                </a:lnTo>
                <a:lnTo>
                  <a:pt x="224" y="267"/>
                </a:lnTo>
                <a:lnTo>
                  <a:pt x="225" y="268"/>
                </a:lnTo>
                <a:lnTo>
                  <a:pt x="224" y="269"/>
                </a:lnTo>
                <a:lnTo>
                  <a:pt x="222" y="270"/>
                </a:lnTo>
                <a:lnTo>
                  <a:pt x="221" y="270"/>
                </a:lnTo>
                <a:lnTo>
                  <a:pt x="221" y="271"/>
                </a:lnTo>
                <a:lnTo>
                  <a:pt x="221" y="272"/>
                </a:lnTo>
                <a:lnTo>
                  <a:pt x="219" y="274"/>
                </a:lnTo>
                <a:lnTo>
                  <a:pt x="218" y="274"/>
                </a:lnTo>
                <a:lnTo>
                  <a:pt x="217" y="274"/>
                </a:lnTo>
                <a:lnTo>
                  <a:pt x="217" y="273"/>
                </a:lnTo>
                <a:lnTo>
                  <a:pt x="217" y="272"/>
                </a:lnTo>
                <a:lnTo>
                  <a:pt x="217" y="271"/>
                </a:lnTo>
                <a:lnTo>
                  <a:pt x="217" y="270"/>
                </a:lnTo>
                <a:lnTo>
                  <a:pt x="215" y="269"/>
                </a:lnTo>
                <a:lnTo>
                  <a:pt x="214" y="269"/>
                </a:lnTo>
                <a:lnTo>
                  <a:pt x="213" y="269"/>
                </a:lnTo>
                <a:lnTo>
                  <a:pt x="212" y="266"/>
                </a:lnTo>
                <a:lnTo>
                  <a:pt x="212" y="265"/>
                </a:lnTo>
                <a:lnTo>
                  <a:pt x="212" y="261"/>
                </a:lnTo>
                <a:lnTo>
                  <a:pt x="211" y="260"/>
                </a:lnTo>
                <a:lnTo>
                  <a:pt x="210" y="259"/>
                </a:lnTo>
                <a:lnTo>
                  <a:pt x="209" y="259"/>
                </a:lnTo>
                <a:lnTo>
                  <a:pt x="208" y="259"/>
                </a:lnTo>
                <a:lnTo>
                  <a:pt x="207" y="259"/>
                </a:lnTo>
                <a:lnTo>
                  <a:pt x="207" y="258"/>
                </a:lnTo>
                <a:lnTo>
                  <a:pt x="206" y="258"/>
                </a:lnTo>
                <a:lnTo>
                  <a:pt x="205" y="259"/>
                </a:lnTo>
                <a:lnTo>
                  <a:pt x="204" y="261"/>
                </a:lnTo>
                <a:lnTo>
                  <a:pt x="204" y="262"/>
                </a:lnTo>
                <a:lnTo>
                  <a:pt x="201" y="262"/>
                </a:lnTo>
                <a:lnTo>
                  <a:pt x="200" y="263"/>
                </a:lnTo>
                <a:lnTo>
                  <a:pt x="197" y="265"/>
                </a:lnTo>
                <a:lnTo>
                  <a:pt x="198" y="266"/>
                </a:lnTo>
                <a:lnTo>
                  <a:pt x="198" y="267"/>
                </a:lnTo>
                <a:lnTo>
                  <a:pt x="196" y="267"/>
                </a:lnTo>
                <a:lnTo>
                  <a:pt x="194" y="267"/>
                </a:lnTo>
                <a:lnTo>
                  <a:pt x="194" y="268"/>
                </a:lnTo>
                <a:lnTo>
                  <a:pt x="192" y="268"/>
                </a:lnTo>
                <a:lnTo>
                  <a:pt x="191" y="268"/>
                </a:lnTo>
                <a:lnTo>
                  <a:pt x="189" y="267"/>
                </a:lnTo>
                <a:lnTo>
                  <a:pt x="188" y="267"/>
                </a:lnTo>
                <a:lnTo>
                  <a:pt x="188" y="265"/>
                </a:lnTo>
                <a:lnTo>
                  <a:pt x="188" y="264"/>
                </a:lnTo>
                <a:lnTo>
                  <a:pt x="187" y="262"/>
                </a:lnTo>
                <a:lnTo>
                  <a:pt x="186" y="262"/>
                </a:lnTo>
                <a:lnTo>
                  <a:pt x="185" y="262"/>
                </a:lnTo>
                <a:lnTo>
                  <a:pt x="184" y="262"/>
                </a:lnTo>
                <a:lnTo>
                  <a:pt x="183" y="262"/>
                </a:lnTo>
                <a:lnTo>
                  <a:pt x="183" y="261"/>
                </a:lnTo>
                <a:lnTo>
                  <a:pt x="183" y="260"/>
                </a:lnTo>
                <a:lnTo>
                  <a:pt x="184" y="260"/>
                </a:lnTo>
                <a:lnTo>
                  <a:pt x="184" y="259"/>
                </a:lnTo>
                <a:lnTo>
                  <a:pt x="184" y="258"/>
                </a:lnTo>
                <a:lnTo>
                  <a:pt x="183" y="258"/>
                </a:lnTo>
                <a:lnTo>
                  <a:pt x="183" y="257"/>
                </a:lnTo>
                <a:lnTo>
                  <a:pt x="182" y="257"/>
                </a:lnTo>
                <a:lnTo>
                  <a:pt x="182" y="258"/>
                </a:lnTo>
                <a:lnTo>
                  <a:pt x="182" y="257"/>
                </a:lnTo>
                <a:lnTo>
                  <a:pt x="180" y="257"/>
                </a:lnTo>
                <a:lnTo>
                  <a:pt x="180" y="256"/>
                </a:lnTo>
                <a:lnTo>
                  <a:pt x="176" y="257"/>
                </a:lnTo>
                <a:lnTo>
                  <a:pt x="174" y="258"/>
                </a:lnTo>
                <a:lnTo>
                  <a:pt x="173" y="259"/>
                </a:lnTo>
                <a:lnTo>
                  <a:pt x="173" y="260"/>
                </a:lnTo>
                <a:lnTo>
                  <a:pt x="173" y="262"/>
                </a:lnTo>
                <a:lnTo>
                  <a:pt x="172" y="262"/>
                </a:lnTo>
                <a:lnTo>
                  <a:pt x="171" y="262"/>
                </a:lnTo>
                <a:lnTo>
                  <a:pt x="169" y="261"/>
                </a:lnTo>
                <a:lnTo>
                  <a:pt x="169" y="260"/>
                </a:lnTo>
                <a:lnTo>
                  <a:pt x="167" y="260"/>
                </a:lnTo>
                <a:lnTo>
                  <a:pt x="166" y="260"/>
                </a:lnTo>
                <a:lnTo>
                  <a:pt x="165" y="261"/>
                </a:lnTo>
                <a:lnTo>
                  <a:pt x="164" y="261"/>
                </a:lnTo>
                <a:lnTo>
                  <a:pt x="162" y="262"/>
                </a:lnTo>
                <a:lnTo>
                  <a:pt x="160" y="263"/>
                </a:lnTo>
                <a:lnTo>
                  <a:pt x="159" y="263"/>
                </a:lnTo>
                <a:lnTo>
                  <a:pt x="158" y="263"/>
                </a:lnTo>
                <a:lnTo>
                  <a:pt x="157" y="262"/>
                </a:lnTo>
                <a:lnTo>
                  <a:pt x="156" y="263"/>
                </a:lnTo>
                <a:lnTo>
                  <a:pt x="154" y="263"/>
                </a:lnTo>
                <a:lnTo>
                  <a:pt x="151" y="263"/>
                </a:lnTo>
                <a:lnTo>
                  <a:pt x="148" y="262"/>
                </a:lnTo>
                <a:lnTo>
                  <a:pt x="146" y="262"/>
                </a:lnTo>
                <a:lnTo>
                  <a:pt x="146" y="260"/>
                </a:lnTo>
                <a:lnTo>
                  <a:pt x="146" y="259"/>
                </a:lnTo>
                <a:lnTo>
                  <a:pt x="147" y="258"/>
                </a:lnTo>
                <a:lnTo>
                  <a:pt x="145" y="258"/>
                </a:lnTo>
                <a:lnTo>
                  <a:pt x="143" y="258"/>
                </a:lnTo>
                <a:lnTo>
                  <a:pt x="141" y="258"/>
                </a:lnTo>
                <a:lnTo>
                  <a:pt x="140" y="258"/>
                </a:lnTo>
                <a:lnTo>
                  <a:pt x="140" y="257"/>
                </a:lnTo>
                <a:lnTo>
                  <a:pt x="140" y="256"/>
                </a:lnTo>
                <a:lnTo>
                  <a:pt x="141" y="256"/>
                </a:lnTo>
                <a:lnTo>
                  <a:pt x="143" y="256"/>
                </a:lnTo>
                <a:lnTo>
                  <a:pt x="143" y="255"/>
                </a:lnTo>
                <a:lnTo>
                  <a:pt x="142" y="254"/>
                </a:lnTo>
                <a:lnTo>
                  <a:pt x="141" y="253"/>
                </a:lnTo>
                <a:lnTo>
                  <a:pt x="140" y="252"/>
                </a:lnTo>
                <a:lnTo>
                  <a:pt x="139" y="252"/>
                </a:lnTo>
                <a:lnTo>
                  <a:pt x="138" y="253"/>
                </a:lnTo>
                <a:lnTo>
                  <a:pt x="137" y="252"/>
                </a:lnTo>
                <a:lnTo>
                  <a:pt x="136" y="251"/>
                </a:lnTo>
                <a:lnTo>
                  <a:pt x="135" y="250"/>
                </a:lnTo>
                <a:lnTo>
                  <a:pt x="132" y="250"/>
                </a:lnTo>
                <a:lnTo>
                  <a:pt x="131" y="250"/>
                </a:lnTo>
                <a:lnTo>
                  <a:pt x="130" y="250"/>
                </a:lnTo>
                <a:lnTo>
                  <a:pt x="130" y="249"/>
                </a:lnTo>
                <a:lnTo>
                  <a:pt x="130" y="248"/>
                </a:lnTo>
                <a:lnTo>
                  <a:pt x="128" y="248"/>
                </a:lnTo>
                <a:lnTo>
                  <a:pt x="126" y="247"/>
                </a:lnTo>
                <a:lnTo>
                  <a:pt x="124" y="247"/>
                </a:lnTo>
                <a:lnTo>
                  <a:pt x="123" y="246"/>
                </a:lnTo>
                <a:lnTo>
                  <a:pt x="123" y="243"/>
                </a:lnTo>
                <a:lnTo>
                  <a:pt x="124" y="241"/>
                </a:lnTo>
                <a:lnTo>
                  <a:pt x="126" y="238"/>
                </a:lnTo>
                <a:lnTo>
                  <a:pt x="125" y="234"/>
                </a:lnTo>
                <a:lnTo>
                  <a:pt x="124" y="233"/>
                </a:lnTo>
                <a:lnTo>
                  <a:pt x="125" y="232"/>
                </a:lnTo>
                <a:lnTo>
                  <a:pt x="125" y="231"/>
                </a:lnTo>
                <a:lnTo>
                  <a:pt x="125" y="230"/>
                </a:lnTo>
                <a:lnTo>
                  <a:pt x="124" y="229"/>
                </a:lnTo>
                <a:lnTo>
                  <a:pt x="123" y="229"/>
                </a:lnTo>
                <a:lnTo>
                  <a:pt x="122" y="231"/>
                </a:lnTo>
                <a:lnTo>
                  <a:pt x="121" y="231"/>
                </a:lnTo>
                <a:lnTo>
                  <a:pt x="120" y="231"/>
                </a:lnTo>
                <a:lnTo>
                  <a:pt x="120" y="230"/>
                </a:lnTo>
                <a:lnTo>
                  <a:pt x="120" y="229"/>
                </a:lnTo>
                <a:lnTo>
                  <a:pt x="120" y="228"/>
                </a:lnTo>
                <a:lnTo>
                  <a:pt x="119" y="227"/>
                </a:lnTo>
                <a:lnTo>
                  <a:pt x="118" y="228"/>
                </a:lnTo>
                <a:lnTo>
                  <a:pt x="117" y="229"/>
                </a:lnTo>
                <a:lnTo>
                  <a:pt x="117" y="228"/>
                </a:lnTo>
                <a:lnTo>
                  <a:pt x="116" y="228"/>
                </a:lnTo>
                <a:lnTo>
                  <a:pt x="117" y="228"/>
                </a:lnTo>
                <a:lnTo>
                  <a:pt x="116" y="227"/>
                </a:lnTo>
                <a:lnTo>
                  <a:pt x="116" y="226"/>
                </a:lnTo>
                <a:lnTo>
                  <a:pt x="114" y="226"/>
                </a:lnTo>
                <a:lnTo>
                  <a:pt x="113" y="224"/>
                </a:lnTo>
                <a:lnTo>
                  <a:pt x="112" y="223"/>
                </a:lnTo>
                <a:lnTo>
                  <a:pt x="111" y="221"/>
                </a:lnTo>
                <a:lnTo>
                  <a:pt x="111" y="220"/>
                </a:lnTo>
                <a:lnTo>
                  <a:pt x="111" y="219"/>
                </a:lnTo>
                <a:lnTo>
                  <a:pt x="112" y="219"/>
                </a:lnTo>
                <a:lnTo>
                  <a:pt x="111" y="218"/>
                </a:lnTo>
                <a:lnTo>
                  <a:pt x="111" y="217"/>
                </a:lnTo>
                <a:lnTo>
                  <a:pt x="111" y="216"/>
                </a:lnTo>
                <a:lnTo>
                  <a:pt x="110" y="216"/>
                </a:lnTo>
                <a:lnTo>
                  <a:pt x="110" y="215"/>
                </a:lnTo>
                <a:lnTo>
                  <a:pt x="110" y="214"/>
                </a:lnTo>
                <a:lnTo>
                  <a:pt x="110" y="213"/>
                </a:lnTo>
                <a:lnTo>
                  <a:pt x="111" y="213"/>
                </a:lnTo>
                <a:lnTo>
                  <a:pt x="111" y="212"/>
                </a:lnTo>
                <a:lnTo>
                  <a:pt x="111" y="210"/>
                </a:lnTo>
                <a:lnTo>
                  <a:pt x="111" y="208"/>
                </a:lnTo>
                <a:lnTo>
                  <a:pt x="111" y="207"/>
                </a:lnTo>
                <a:lnTo>
                  <a:pt x="110" y="206"/>
                </a:lnTo>
                <a:lnTo>
                  <a:pt x="109" y="206"/>
                </a:lnTo>
                <a:lnTo>
                  <a:pt x="107" y="206"/>
                </a:lnTo>
                <a:lnTo>
                  <a:pt x="107" y="204"/>
                </a:lnTo>
                <a:lnTo>
                  <a:pt x="108" y="201"/>
                </a:lnTo>
                <a:lnTo>
                  <a:pt x="108" y="200"/>
                </a:lnTo>
                <a:lnTo>
                  <a:pt x="106" y="200"/>
                </a:lnTo>
                <a:lnTo>
                  <a:pt x="102" y="199"/>
                </a:lnTo>
                <a:lnTo>
                  <a:pt x="99" y="199"/>
                </a:lnTo>
                <a:lnTo>
                  <a:pt x="97" y="199"/>
                </a:lnTo>
                <a:lnTo>
                  <a:pt x="96" y="199"/>
                </a:lnTo>
                <a:lnTo>
                  <a:pt x="94" y="199"/>
                </a:lnTo>
                <a:lnTo>
                  <a:pt x="93" y="199"/>
                </a:lnTo>
                <a:lnTo>
                  <a:pt x="93" y="198"/>
                </a:lnTo>
                <a:lnTo>
                  <a:pt x="92" y="199"/>
                </a:lnTo>
                <a:lnTo>
                  <a:pt x="92" y="201"/>
                </a:lnTo>
                <a:lnTo>
                  <a:pt x="92" y="202"/>
                </a:lnTo>
                <a:lnTo>
                  <a:pt x="91" y="202"/>
                </a:lnTo>
                <a:lnTo>
                  <a:pt x="90" y="201"/>
                </a:lnTo>
                <a:lnTo>
                  <a:pt x="89" y="201"/>
                </a:lnTo>
                <a:lnTo>
                  <a:pt x="88" y="202"/>
                </a:lnTo>
                <a:lnTo>
                  <a:pt x="87" y="202"/>
                </a:lnTo>
                <a:lnTo>
                  <a:pt x="87" y="203"/>
                </a:lnTo>
                <a:lnTo>
                  <a:pt x="86" y="204"/>
                </a:lnTo>
                <a:lnTo>
                  <a:pt x="85" y="204"/>
                </a:lnTo>
                <a:lnTo>
                  <a:pt x="83" y="201"/>
                </a:lnTo>
                <a:lnTo>
                  <a:pt x="83" y="200"/>
                </a:lnTo>
                <a:lnTo>
                  <a:pt x="82" y="200"/>
                </a:lnTo>
                <a:lnTo>
                  <a:pt x="81" y="200"/>
                </a:lnTo>
                <a:lnTo>
                  <a:pt x="80" y="199"/>
                </a:lnTo>
                <a:lnTo>
                  <a:pt x="79" y="199"/>
                </a:lnTo>
                <a:lnTo>
                  <a:pt x="78" y="198"/>
                </a:lnTo>
                <a:lnTo>
                  <a:pt x="78" y="197"/>
                </a:lnTo>
                <a:lnTo>
                  <a:pt x="78" y="196"/>
                </a:lnTo>
                <a:lnTo>
                  <a:pt x="77" y="196"/>
                </a:lnTo>
                <a:lnTo>
                  <a:pt x="76" y="196"/>
                </a:lnTo>
                <a:lnTo>
                  <a:pt x="76" y="195"/>
                </a:lnTo>
                <a:lnTo>
                  <a:pt x="76" y="194"/>
                </a:lnTo>
                <a:lnTo>
                  <a:pt x="75" y="192"/>
                </a:lnTo>
                <a:lnTo>
                  <a:pt x="74" y="191"/>
                </a:lnTo>
                <a:lnTo>
                  <a:pt x="72" y="190"/>
                </a:lnTo>
                <a:lnTo>
                  <a:pt x="71" y="189"/>
                </a:lnTo>
                <a:lnTo>
                  <a:pt x="70" y="189"/>
                </a:lnTo>
                <a:lnTo>
                  <a:pt x="68" y="189"/>
                </a:lnTo>
                <a:lnTo>
                  <a:pt x="67" y="189"/>
                </a:lnTo>
                <a:lnTo>
                  <a:pt x="66" y="189"/>
                </a:lnTo>
                <a:lnTo>
                  <a:pt x="65" y="189"/>
                </a:lnTo>
                <a:lnTo>
                  <a:pt x="64" y="188"/>
                </a:lnTo>
                <a:lnTo>
                  <a:pt x="63" y="189"/>
                </a:lnTo>
                <a:lnTo>
                  <a:pt x="62" y="189"/>
                </a:lnTo>
                <a:lnTo>
                  <a:pt x="60" y="189"/>
                </a:lnTo>
                <a:lnTo>
                  <a:pt x="58" y="189"/>
                </a:lnTo>
                <a:lnTo>
                  <a:pt x="56" y="190"/>
                </a:lnTo>
                <a:lnTo>
                  <a:pt x="55" y="190"/>
                </a:lnTo>
                <a:lnTo>
                  <a:pt x="55" y="189"/>
                </a:lnTo>
                <a:lnTo>
                  <a:pt x="53" y="189"/>
                </a:lnTo>
                <a:lnTo>
                  <a:pt x="51" y="188"/>
                </a:lnTo>
                <a:lnTo>
                  <a:pt x="50" y="188"/>
                </a:lnTo>
                <a:lnTo>
                  <a:pt x="49" y="187"/>
                </a:lnTo>
                <a:lnTo>
                  <a:pt x="48" y="187"/>
                </a:lnTo>
                <a:lnTo>
                  <a:pt x="46" y="188"/>
                </a:lnTo>
                <a:lnTo>
                  <a:pt x="42" y="188"/>
                </a:lnTo>
                <a:lnTo>
                  <a:pt x="42" y="189"/>
                </a:lnTo>
                <a:lnTo>
                  <a:pt x="41" y="189"/>
                </a:lnTo>
                <a:lnTo>
                  <a:pt x="40" y="189"/>
                </a:lnTo>
                <a:lnTo>
                  <a:pt x="40" y="188"/>
                </a:lnTo>
                <a:lnTo>
                  <a:pt x="40" y="187"/>
                </a:lnTo>
                <a:lnTo>
                  <a:pt x="39" y="187"/>
                </a:lnTo>
                <a:lnTo>
                  <a:pt x="40" y="187"/>
                </a:lnTo>
                <a:lnTo>
                  <a:pt x="40" y="186"/>
                </a:lnTo>
                <a:lnTo>
                  <a:pt x="41" y="186"/>
                </a:lnTo>
                <a:lnTo>
                  <a:pt x="42" y="186"/>
                </a:lnTo>
                <a:lnTo>
                  <a:pt x="42" y="187"/>
                </a:lnTo>
                <a:lnTo>
                  <a:pt x="43" y="187"/>
                </a:lnTo>
                <a:lnTo>
                  <a:pt x="44" y="186"/>
                </a:lnTo>
                <a:lnTo>
                  <a:pt x="44" y="185"/>
                </a:lnTo>
                <a:lnTo>
                  <a:pt x="45" y="184"/>
                </a:lnTo>
                <a:lnTo>
                  <a:pt x="44" y="183"/>
                </a:lnTo>
                <a:lnTo>
                  <a:pt x="43" y="183"/>
                </a:lnTo>
                <a:lnTo>
                  <a:pt x="42" y="183"/>
                </a:lnTo>
                <a:lnTo>
                  <a:pt x="41" y="182"/>
                </a:lnTo>
                <a:lnTo>
                  <a:pt x="41" y="181"/>
                </a:lnTo>
                <a:lnTo>
                  <a:pt x="40" y="180"/>
                </a:lnTo>
                <a:lnTo>
                  <a:pt x="37" y="179"/>
                </a:lnTo>
                <a:lnTo>
                  <a:pt x="36" y="179"/>
                </a:lnTo>
                <a:lnTo>
                  <a:pt x="36" y="178"/>
                </a:lnTo>
                <a:lnTo>
                  <a:pt x="35" y="177"/>
                </a:lnTo>
                <a:lnTo>
                  <a:pt x="32" y="178"/>
                </a:lnTo>
                <a:lnTo>
                  <a:pt x="30" y="178"/>
                </a:lnTo>
                <a:lnTo>
                  <a:pt x="30" y="177"/>
                </a:lnTo>
                <a:lnTo>
                  <a:pt x="31" y="176"/>
                </a:lnTo>
                <a:lnTo>
                  <a:pt x="30" y="175"/>
                </a:lnTo>
                <a:lnTo>
                  <a:pt x="29" y="175"/>
                </a:lnTo>
                <a:lnTo>
                  <a:pt x="28" y="175"/>
                </a:lnTo>
                <a:lnTo>
                  <a:pt x="26" y="174"/>
                </a:lnTo>
                <a:lnTo>
                  <a:pt x="25" y="173"/>
                </a:lnTo>
                <a:lnTo>
                  <a:pt x="25" y="171"/>
                </a:lnTo>
                <a:lnTo>
                  <a:pt x="25" y="170"/>
                </a:lnTo>
                <a:lnTo>
                  <a:pt x="26" y="170"/>
                </a:lnTo>
                <a:lnTo>
                  <a:pt x="26" y="169"/>
                </a:lnTo>
                <a:lnTo>
                  <a:pt x="24" y="169"/>
                </a:lnTo>
                <a:lnTo>
                  <a:pt x="23" y="168"/>
                </a:lnTo>
                <a:lnTo>
                  <a:pt x="23" y="167"/>
                </a:lnTo>
                <a:lnTo>
                  <a:pt x="23" y="165"/>
                </a:lnTo>
                <a:lnTo>
                  <a:pt x="22" y="165"/>
                </a:lnTo>
                <a:lnTo>
                  <a:pt x="20" y="165"/>
                </a:lnTo>
                <a:lnTo>
                  <a:pt x="19" y="165"/>
                </a:lnTo>
                <a:lnTo>
                  <a:pt x="18" y="163"/>
                </a:lnTo>
                <a:lnTo>
                  <a:pt x="17" y="163"/>
                </a:lnTo>
                <a:lnTo>
                  <a:pt x="16" y="163"/>
                </a:lnTo>
                <a:lnTo>
                  <a:pt x="15" y="163"/>
                </a:lnTo>
                <a:lnTo>
                  <a:pt x="15" y="161"/>
                </a:lnTo>
                <a:lnTo>
                  <a:pt x="15" y="160"/>
                </a:lnTo>
                <a:lnTo>
                  <a:pt x="14" y="159"/>
                </a:lnTo>
                <a:lnTo>
                  <a:pt x="13" y="157"/>
                </a:lnTo>
                <a:lnTo>
                  <a:pt x="11" y="158"/>
                </a:lnTo>
                <a:lnTo>
                  <a:pt x="10" y="159"/>
                </a:lnTo>
                <a:lnTo>
                  <a:pt x="9" y="159"/>
                </a:lnTo>
                <a:lnTo>
                  <a:pt x="8" y="159"/>
                </a:lnTo>
                <a:lnTo>
                  <a:pt x="7" y="161"/>
                </a:lnTo>
                <a:lnTo>
                  <a:pt x="6" y="162"/>
                </a:lnTo>
                <a:lnTo>
                  <a:pt x="5" y="161"/>
                </a:lnTo>
                <a:lnTo>
                  <a:pt x="4" y="161"/>
                </a:lnTo>
                <a:lnTo>
                  <a:pt x="3" y="160"/>
                </a:lnTo>
                <a:lnTo>
                  <a:pt x="3" y="158"/>
                </a:lnTo>
                <a:lnTo>
                  <a:pt x="4" y="158"/>
                </a:lnTo>
                <a:lnTo>
                  <a:pt x="5" y="157"/>
                </a:lnTo>
                <a:lnTo>
                  <a:pt x="5" y="156"/>
                </a:lnTo>
                <a:lnTo>
                  <a:pt x="5" y="155"/>
                </a:lnTo>
                <a:lnTo>
                  <a:pt x="4" y="154"/>
                </a:lnTo>
                <a:lnTo>
                  <a:pt x="4" y="153"/>
                </a:lnTo>
                <a:lnTo>
                  <a:pt x="4" y="152"/>
                </a:lnTo>
                <a:lnTo>
                  <a:pt x="5" y="149"/>
                </a:lnTo>
                <a:lnTo>
                  <a:pt x="6" y="148"/>
                </a:lnTo>
                <a:lnTo>
                  <a:pt x="6" y="147"/>
                </a:lnTo>
                <a:lnTo>
                  <a:pt x="4" y="145"/>
                </a:lnTo>
                <a:lnTo>
                  <a:pt x="3" y="145"/>
                </a:lnTo>
                <a:lnTo>
                  <a:pt x="3" y="144"/>
                </a:lnTo>
                <a:lnTo>
                  <a:pt x="3" y="145"/>
                </a:lnTo>
                <a:lnTo>
                  <a:pt x="2" y="145"/>
                </a:lnTo>
                <a:lnTo>
                  <a:pt x="1" y="146"/>
                </a:lnTo>
                <a:lnTo>
                  <a:pt x="0" y="145"/>
                </a:lnTo>
                <a:lnTo>
                  <a:pt x="0" y="144"/>
                </a:lnTo>
                <a:lnTo>
                  <a:pt x="1" y="143"/>
                </a:lnTo>
                <a:lnTo>
                  <a:pt x="1" y="142"/>
                </a:lnTo>
                <a:lnTo>
                  <a:pt x="0" y="141"/>
                </a:lnTo>
                <a:lnTo>
                  <a:pt x="0" y="140"/>
                </a:lnTo>
                <a:lnTo>
                  <a:pt x="0" y="139"/>
                </a:lnTo>
                <a:lnTo>
                  <a:pt x="0" y="138"/>
                </a:lnTo>
                <a:lnTo>
                  <a:pt x="1" y="138"/>
                </a:lnTo>
                <a:lnTo>
                  <a:pt x="2" y="138"/>
                </a:lnTo>
                <a:lnTo>
                  <a:pt x="5" y="137"/>
                </a:lnTo>
                <a:lnTo>
                  <a:pt x="5" y="134"/>
                </a:lnTo>
                <a:lnTo>
                  <a:pt x="6" y="133"/>
                </a:lnTo>
                <a:lnTo>
                  <a:pt x="5" y="130"/>
                </a:lnTo>
                <a:lnTo>
                  <a:pt x="5" y="128"/>
                </a:lnTo>
                <a:lnTo>
                  <a:pt x="4" y="126"/>
                </a:lnTo>
                <a:lnTo>
                  <a:pt x="4" y="125"/>
                </a:lnTo>
                <a:lnTo>
                  <a:pt x="5" y="124"/>
                </a:lnTo>
                <a:lnTo>
                  <a:pt x="6" y="124"/>
                </a:lnTo>
                <a:lnTo>
                  <a:pt x="6" y="123"/>
                </a:lnTo>
                <a:lnTo>
                  <a:pt x="6" y="122"/>
                </a:lnTo>
                <a:lnTo>
                  <a:pt x="5" y="122"/>
                </a:lnTo>
                <a:lnTo>
                  <a:pt x="5" y="121"/>
                </a:lnTo>
                <a:lnTo>
                  <a:pt x="5" y="120"/>
                </a:lnTo>
                <a:lnTo>
                  <a:pt x="5" y="118"/>
                </a:lnTo>
                <a:lnTo>
                  <a:pt x="5" y="117"/>
                </a:lnTo>
                <a:lnTo>
                  <a:pt x="5" y="116"/>
                </a:lnTo>
                <a:lnTo>
                  <a:pt x="5" y="115"/>
                </a:lnTo>
                <a:lnTo>
                  <a:pt x="5" y="114"/>
                </a:lnTo>
                <a:lnTo>
                  <a:pt x="6" y="113"/>
                </a:lnTo>
                <a:lnTo>
                  <a:pt x="7" y="111"/>
                </a:lnTo>
                <a:lnTo>
                  <a:pt x="8" y="111"/>
                </a:lnTo>
                <a:lnTo>
                  <a:pt x="8" y="110"/>
                </a:lnTo>
                <a:lnTo>
                  <a:pt x="8" y="109"/>
                </a:lnTo>
                <a:lnTo>
                  <a:pt x="9" y="109"/>
                </a:lnTo>
                <a:lnTo>
                  <a:pt x="9" y="108"/>
                </a:lnTo>
                <a:lnTo>
                  <a:pt x="9" y="107"/>
                </a:lnTo>
                <a:lnTo>
                  <a:pt x="10" y="107"/>
                </a:lnTo>
                <a:lnTo>
                  <a:pt x="11" y="107"/>
                </a:lnTo>
                <a:lnTo>
                  <a:pt x="11" y="106"/>
                </a:lnTo>
                <a:lnTo>
                  <a:pt x="11" y="105"/>
                </a:lnTo>
                <a:lnTo>
                  <a:pt x="12" y="105"/>
                </a:lnTo>
                <a:lnTo>
                  <a:pt x="14" y="105"/>
                </a:lnTo>
                <a:lnTo>
                  <a:pt x="15" y="106"/>
                </a:lnTo>
                <a:lnTo>
                  <a:pt x="15" y="105"/>
                </a:lnTo>
                <a:lnTo>
                  <a:pt x="19" y="104"/>
                </a:lnTo>
                <a:lnTo>
                  <a:pt x="19" y="103"/>
                </a:lnTo>
                <a:lnTo>
                  <a:pt x="21" y="103"/>
                </a:lnTo>
                <a:lnTo>
                  <a:pt x="22" y="103"/>
                </a:lnTo>
                <a:lnTo>
                  <a:pt x="23" y="103"/>
                </a:lnTo>
                <a:lnTo>
                  <a:pt x="24" y="103"/>
                </a:lnTo>
                <a:lnTo>
                  <a:pt x="26" y="102"/>
                </a:lnTo>
                <a:lnTo>
                  <a:pt x="28" y="102"/>
                </a:lnTo>
                <a:lnTo>
                  <a:pt x="30" y="101"/>
                </a:lnTo>
                <a:lnTo>
                  <a:pt x="31" y="100"/>
                </a:lnTo>
                <a:lnTo>
                  <a:pt x="33" y="99"/>
                </a:lnTo>
                <a:lnTo>
                  <a:pt x="35" y="98"/>
                </a:lnTo>
                <a:lnTo>
                  <a:pt x="36" y="98"/>
                </a:lnTo>
                <a:lnTo>
                  <a:pt x="37" y="97"/>
                </a:lnTo>
                <a:lnTo>
                  <a:pt x="37" y="96"/>
                </a:lnTo>
                <a:lnTo>
                  <a:pt x="37" y="95"/>
                </a:lnTo>
                <a:lnTo>
                  <a:pt x="37" y="94"/>
                </a:lnTo>
                <a:lnTo>
                  <a:pt x="38" y="94"/>
                </a:lnTo>
                <a:lnTo>
                  <a:pt x="39" y="94"/>
                </a:lnTo>
                <a:lnTo>
                  <a:pt x="40" y="94"/>
                </a:lnTo>
                <a:lnTo>
                  <a:pt x="40" y="95"/>
                </a:lnTo>
                <a:lnTo>
                  <a:pt x="41" y="95"/>
                </a:lnTo>
                <a:lnTo>
                  <a:pt x="42" y="96"/>
                </a:lnTo>
                <a:lnTo>
                  <a:pt x="43" y="96"/>
                </a:lnTo>
                <a:lnTo>
                  <a:pt x="44" y="96"/>
                </a:lnTo>
                <a:lnTo>
                  <a:pt x="44" y="95"/>
                </a:lnTo>
                <a:lnTo>
                  <a:pt x="43" y="95"/>
                </a:lnTo>
                <a:lnTo>
                  <a:pt x="44" y="95"/>
                </a:lnTo>
                <a:lnTo>
                  <a:pt x="47" y="94"/>
                </a:lnTo>
                <a:lnTo>
                  <a:pt x="47" y="93"/>
                </a:lnTo>
                <a:lnTo>
                  <a:pt x="49" y="93"/>
                </a:lnTo>
                <a:lnTo>
                  <a:pt x="51" y="93"/>
                </a:lnTo>
                <a:lnTo>
                  <a:pt x="52" y="94"/>
                </a:lnTo>
                <a:lnTo>
                  <a:pt x="53" y="94"/>
                </a:lnTo>
                <a:lnTo>
                  <a:pt x="54" y="95"/>
                </a:lnTo>
                <a:lnTo>
                  <a:pt x="55" y="95"/>
                </a:lnTo>
                <a:lnTo>
                  <a:pt x="56" y="95"/>
                </a:lnTo>
                <a:lnTo>
                  <a:pt x="58" y="96"/>
                </a:lnTo>
                <a:lnTo>
                  <a:pt x="59" y="96"/>
                </a:lnTo>
                <a:lnTo>
                  <a:pt x="60" y="96"/>
                </a:lnTo>
                <a:lnTo>
                  <a:pt x="60" y="97"/>
                </a:lnTo>
                <a:lnTo>
                  <a:pt x="59" y="98"/>
                </a:lnTo>
                <a:lnTo>
                  <a:pt x="60" y="98"/>
                </a:lnTo>
                <a:lnTo>
                  <a:pt x="61" y="97"/>
                </a:lnTo>
                <a:lnTo>
                  <a:pt x="62" y="96"/>
                </a:lnTo>
                <a:lnTo>
                  <a:pt x="63" y="96"/>
                </a:lnTo>
                <a:lnTo>
                  <a:pt x="64" y="96"/>
                </a:lnTo>
                <a:lnTo>
                  <a:pt x="64" y="94"/>
                </a:lnTo>
                <a:lnTo>
                  <a:pt x="64" y="93"/>
                </a:lnTo>
                <a:lnTo>
                  <a:pt x="64" y="92"/>
                </a:lnTo>
                <a:lnTo>
                  <a:pt x="64" y="91"/>
                </a:lnTo>
                <a:lnTo>
                  <a:pt x="64" y="90"/>
                </a:lnTo>
                <a:lnTo>
                  <a:pt x="64" y="89"/>
                </a:lnTo>
                <a:lnTo>
                  <a:pt x="63" y="89"/>
                </a:lnTo>
                <a:lnTo>
                  <a:pt x="63" y="87"/>
                </a:lnTo>
                <a:lnTo>
                  <a:pt x="63" y="86"/>
                </a:lnTo>
                <a:lnTo>
                  <a:pt x="63" y="85"/>
                </a:lnTo>
                <a:lnTo>
                  <a:pt x="64" y="84"/>
                </a:lnTo>
                <a:lnTo>
                  <a:pt x="66" y="84"/>
                </a:lnTo>
                <a:lnTo>
                  <a:pt x="66" y="85"/>
                </a:lnTo>
                <a:lnTo>
                  <a:pt x="67" y="87"/>
                </a:lnTo>
                <a:lnTo>
                  <a:pt x="67" y="91"/>
                </a:lnTo>
                <a:lnTo>
                  <a:pt x="67" y="92"/>
                </a:lnTo>
                <a:lnTo>
                  <a:pt x="67" y="93"/>
                </a:lnTo>
                <a:lnTo>
                  <a:pt x="68" y="93"/>
                </a:lnTo>
                <a:lnTo>
                  <a:pt x="69" y="93"/>
                </a:lnTo>
                <a:lnTo>
                  <a:pt x="69" y="92"/>
                </a:lnTo>
                <a:lnTo>
                  <a:pt x="68" y="92"/>
                </a:lnTo>
                <a:lnTo>
                  <a:pt x="68" y="91"/>
                </a:lnTo>
                <a:lnTo>
                  <a:pt x="67" y="86"/>
                </a:lnTo>
                <a:lnTo>
                  <a:pt x="67" y="85"/>
                </a:lnTo>
                <a:lnTo>
                  <a:pt x="71" y="87"/>
                </a:lnTo>
                <a:lnTo>
                  <a:pt x="72" y="88"/>
                </a:lnTo>
                <a:lnTo>
                  <a:pt x="73" y="91"/>
                </a:lnTo>
                <a:lnTo>
                  <a:pt x="73" y="92"/>
                </a:lnTo>
                <a:lnTo>
                  <a:pt x="72" y="92"/>
                </a:lnTo>
                <a:lnTo>
                  <a:pt x="72" y="93"/>
                </a:lnTo>
                <a:lnTo>
                  <a:pt x="74" y="93"/>
                </a:lnTo>
                <a:lnTo>
                  <a:pt x="76" y="93"/>
                </a:lnTo>
                <a:lnTo>
                  <a:pt x="77" y="92"/>
                </a:lnTo>
                <a:lnTo>
                  <a:pt x="76" y="91"/>
                </a:lnTo>
                <a:lnTo>
                  <a:pt x="76" y="90"/>
                </a:lnTo>
                <a:lnTo>
                  <a:pt x="75" y="90"/>
                </a:lnTo>
                <a:lnTo>
                  <a:pt x="74" y="90"/>
                </a:lnTo>
                <a:lnTo>
                  <a:pt x="74" y="91"/>
                </a:lnTo>
                <a:lnTo>
                  <a:pt x="73" y="91"/>
                </a:lnTo>
                <a:lnTo>
                  <a:pt x="72" y="88"/>
                </a:lnTo>
                <a:lnTo>
                  <a:pt x="73" y="88"/>
                </a:lnTo>
                <a:lnTo>
                  <a:pt x="74" y="88"/>
                </a:lnTo>
                <a:lnTo>
                  <a:pt x="74" y="89"/>
                </a:lnTo>
                <a:lnTo>
                  <a:pt x="75" y="89"/>
                </a:lnTo>
                <a:lnTo>
                  <a:pt x="82" y="93"/>
                </a:lnTo>
                <a:lnTo>
                  <a:pt x="83" y="94"/>
                </a:lnTo>
                <a:lnTo>
                  <a:pt x="84" y="95"/>
                </a:lnTo>
                <a:lnTo>
                  <a:pt x="83" y="95"/>
                </a:lnTo>
                <a:lnTo>
                  <a:pt x="83" y="97"/>
                </a:lnTo>
                <a:lnTo>
                  <a:pt x="84" y="97"/>
                </a:lnTo>
                <a:lnTo>
                  <a:pt x="85" y="97"/>
                </a:lnTo>
                <a:lnTo>
                  <a:pt x="85" y="96"/>
                </a:lnTo>
                <a:lnTo>
                  <a:pt x="85" y="95"/>
                </a:lnTo>
                <a:lnTo>
                  <a:pt x="88" y="96"/>
                </a:lnTo>
                <a:lnTo>
                  <a:pt x="88" y="97"/>
                </a:lnTo>
                <a:lnTo>
                  <a:pt x="88" y="99"/>
                </a:lnTo>
                <a:lnTo>
                  <a:pt x="88" y="100"/>
                </a:lnTo>
                <a:lnTo>
                  <a:pt x="88" y="101"/>
                </a:lnTo>
                <a:lnTo>
                  <a:pt x="88" y="102"/>
                </a:lnTo>
                <a:lnTo>
                  <a:pt x="89" y="102"/>
                </a:lnTo>
                <a:lnTo>
                  <a:pt x="90" y="101"/>
                </a:lnTo>
                <a:lnTo>
                  <a:pt x="91" y="102"/>
                </a:lnTo>
                <a:lnTo>
                  <a:pt x="92" y="102"/>
                </a:lnTo>
                <a:lnTo>
                  <a:pt x="93" y="103"/>
                </a:lnTo>
                <a:lnTo>
                  <a:pt x="94" y="103"/>
                </a:lnTo>
                <a:lnTo>
                  <a:pt x="95" y="102"/>
                </a:lnTo>
                <a:lnTo>
                  <a:pt x="96" y="102"/>
                </a:lnTo>
                <a:lnTo>
                  <a:pt x="96" y="103"/>
                </a:lnTo>
                <a:lnTo>
                  <a:pt x="94" y="103"/>
                </a:lnTo>
                <a:lnTo>
                  <a:pt x="92" y="104"/>
                </a:lnTo>
                <a:lnTo>
                  <a:pt x="91" y="104"/>
                </a:lnTo>
                <a:lnTo>
                  <a:pt x="89" y="106"/>
                </a:lnTo>
                <a:lnTo>
                  <a:pt x="90" y="107"/>
                </a:lnTo>
                <a:lnTo>
                  <a:pt x="90" y="108"/>
                </a:lnTo>
                <a:lnTo>
                  <a:pt x="91" y="108"/>
                </a:lnTo>
                <a:lnTo>
                  <a:pt x="93" y="108"/>
                </a:lnTo>
                <a:lnTo>
                  <a:pt x="95" y="107"/>
                </a:lnTo>
                <a:lnTo>
                  <a:pt x="96" y="107"/>
                </a:lnTo>
                <a:lnTo>
                  <a:pt x="97" y="108"/>
                </a:lnTo>
                <a:lnTo>
                  <a:pt x="97" y="110"/>
                </a:lnTo>
                <a:lnTo>
                  <a:pt x="98" y="111"/>
                </a:lnTo>
                <a:lnTo>
                  <a:pt x="99" y="114"/>
                </a:lnTo>
                <a:lnTo>
                  <a:pt x="100" y="115"/>
                </a:lnTo>
                <a:lnTo>
                  <a:pt x="99" y="115"/>
                </a:lnTo>
                <a:lnTo>
                  <a:pt x="98" y="114"/>
                </a:lnTo>
                <a:lnTo>
                  <a:pt x="96" y="115"/>
                </a:lnTo>
                <a:lnTo>
                  <a:pt x="95" y="115"/>
                </a:lnTo>
                <a:lnTo>
                  <a:pt x="95" y="116"/>
                </a:lnTo>
                <a:lnTo>
                  <a:pt x="95" y="118"/>
                </a:lnTo>
                <a:lnTo>
                  <a:pt x="98" y="120"/>
                </a:lnTo>
                <a:lnTo>
                  <a:pt x="99" y="121"/>
                </a:lnTo>
                <a:lnTo>
                  <a:pt x="100" y="121"/>
                </a:lnTo>
                <a:lnTo>
                  <a:pt x="100" y="123"/>
                </a:lnTo>
                <a:lnTo>
                  <a:pt x="100" y="124"/>
                </a:lnTo>
                <a:lnTo>
                  <a:pt x="102" y="123"/>
                </a:lnTo>
                <a:lnTo>
                  <a:pt x="104" y="123"/>
                </a:lnTo>
                <a:lnTo>
                  <a:pt x="104" y="122"/>
                </a:lnTo>
                <a:lnTo>
                  <a:pt x="105" y="122"/>
                </a:lnTo>
                <a:lnTo>
                  <a:pt x="106" y="122"/>
                </a:lnTo>
                <a:lnTo>
                  <a:pt x="107" y="122"/>
                </a:lnTo>
                <a:lnTo>
                  <a:pt x="107" y="123"/>
                </a:lnTo>
                <a:lnTo>
                  <a:pt x="107" y="124"/>
                </a:lnTo>
                <a:lnTo>
                  <a:pt x="108" y="124"/>
                </a:lnTo>
                <a:lnTo>
                  <a:pt x="108" y="125"/>
                </a:lnTo>
                <a:lnTo>
                  <a:pt x="109" y="125"/>
                </a:lnTo>
                <a:lnTo>
                  <a:pt x="109" y="126"/>
                </a:lnTo>
                <a:lnTo>
                  <a:pt x="111" y="127"/>
                </a:lnTo>
                <a:lnTo>
                  <a:pt x="111" y="128"/>
                </a:lnTo>
                <a:lnTo>
                  <a:pt x="112" y="128"/>
                </a:lnTo>
                <a:lnTo>
                  <a:pt x="112" y="129"/>
                </a:lnTo>
                <a:lnTo>
                  <a:pt x="113" y="129"/>
                </a:lnTo>
                <a:lnTo>
                  <a:pt x="114" y="131"/>
                </a:lnTo>
                <a:lnTo>
                  <a:pt x="115" y="131"/>
                </a:lnTo>
                <a:lnTo>
                  <a:pt x="116" y="133"/>
                </a:lnTo>
                <a:lnTo>
                  <a:pt x="117" y="133"/>
                </a:lnTo>
                <a:lnTo>
                  <a:pt x="118" y="135"/>
                </a:lnTo>
                <a:lnTo>
                  <a:pt x="118" y="136"/>
                </a:lnTo>
                <a:lnTo>
                  <a:pt x="117" y="136"/>
                </a:lnTo>
                <a:lnTo>
                  <a:pt x="117" y="137"/>
                </a:lnTo>
                <a:lnTo>
                  <a:pt x="117" y="138"/>
                </a:lnTo>
                <a:lnTo>
                  <a:pt x="117" y="139"/>
                </a:lnTo>
                <a:lnTo>
                  <a:pt x="118" y="139"/>
                </a:lnTo>
                <a:lnTo>
                  <a:pt x="119" y="138"/>
                </a:lnTo>
                <a:lnTo>
                  <a:pt x="120" y="139"/>
                </a:lnTo>
                <a:lnTo>
                  <a:pt x="120" y="141"/>
                </a:lnTo>
                <a:lnTo>
                  <a:pt x="119" y="141"/>
                </a:lnTo>
                <a:lnTo>
                  <a:pt x="118" y="142"/>
                </a:lnTo>
                <a:lnTo>
                  <a:pt x="116" y="142"/>
                </a:lnTo>
                <a:lnTo>
                  <a:pt x="115" y="143"/>
                </a:lnTo>
                <a:lnTo>
                  <a:pt x="115" y="144"/>
                </a:lnTo>
                <a:lnTo>
                  <a:pt x="116" y="144"/>
                </a:lnTo>
                <a:lnTo>
                  <a:pt x="117" y="144"/>
                </a:lnTo>
                <a:lnTo>
                  <a:pt x="118" y="144"/>
                </a:lnTo>
                <a:lnTo>
                  <a:pt x="119" y="143"/>
                </a:lnTo>
                <a:lnTo>
                  <a:pt x="121" y="143"/>
                </a:lnTo>
                <a:lnTo>
                  <a:pt x="120" y="144"/>
                </a:lnTo>
                <a:lnTo>
                  <a:pt x="119" y="145"/>
                </a:lnTo>
                <a:lnTo>
                  <a:pt x="118" y="146"/>
                </a:lnTo>
                <a:lnTo>
                  <a:pt x="118" y="147"/>
                </a:lnTo>
                <a:lnTo>
                  <a:pt x="119" y="147"/>
                </a:lnTo>
                <a:lnTo>
                  <a:pt x="120" y="147"/>
                </a:lnTo>
                <a:lnTo>
                  <a:pt x="121" y="147"/>
                </a:lnTo>
                <a:lnTo>
                  <a:pt x="121" y="146"/>
                </a:lnTo>
                <a:lnTo>
                  <a:pt x="124" y="145"/>
                </a:lnTo>
                <a:lnTo>
                  <a:pt x="124" y="146"/>
                </a:lnTo>
                <a:lnTo>
                  <a:pt x="126" y="148"/>
                </a:lnTo>
                <a:lnTo>
                  <a:pt x="126" y="149"/>
                </a:lnTo>
                <a:lnTo>
                  <a:pt x="127" y="150"/>
                </a:lnTo>
                <a:lnTo>
                  <a:pt x="127" y="151"/>
                </a:lnTo>
                <a:lnTo>
                  <a:pt x="127" y="152"/>
                </a:lnTo>
                <a:lnTo>
                  <a:pt x="128" y="153"/>
                </a:lnTo>
                <a:lnTo>
                  <a:pt x="128" y="154"/>
                </a:lnTo>
                <a:lnTo>
                  <a:pt x="129" y="155"/>
                </a:lnTo>
                <a:lnTo>
                  <a:pt x="129" y="156"/>
                </a:lnTo>
                <a:lnTo>
                  <a:pt x="130" y="157"/>
                </a:lnTo>
                <a:lnTo>
                  <a:pt x="131" y="158"/>
                </a:lnTo>
                <a:lnTo>
                  <a:pt x="133" y="160"/>
                </a:lnTo>
                <a:lnTo>
                  <a:pt x="133" y="161"/>
                </a:lnTo>
                <a:lnTo>
                  <a:pt x="134" y="162"/>
                </a:lnTo>
                <a:lnTo>
                  <a:pt x="134" y="163"/>
                </a:lnTo>
                <a:lnTo>
                  <a:pt x="133" y="164"/>
                </a:lnTo>
                <a:lnTo>
                  <a:pt x="133" y="165"/>
                </a:lnTo>
                <a:lnTo>
                  <a:pt x="133" y="166"/>
                </a:lnTo>
                <a:lnTo>
                  <a:pt x="132" y="167"/>
                </a:lnTo>
                <a:lnTo>
                  <a:pt x="132" y="168"/>
                </a:lnTo>
                <a:lnTo>
                  <a:pt x="133" y="169"/>
                </a:lnTo>
                <a:lnTo>
                  <a:pt x="133" y="170"/>
                </a:lnTo>
                <a:lnTo>
                  <a:pt x="133" y="171"/>
                </a:lnTo>
                <a:lnTo>
                  <a:pt x="134" y="173"/>
                </a:lnTo>
                <a:lnTo>
                  <a:pt x="134" y="174"/>
                </a:lnTo>
                <a:lnTo>
                  <a:pt x="135" y="175"/>
                </a:lnTo>
                <a:lnTo>
                  <a:pt x="135" y="176"/>
                </a:lnTo>
                <a:lnTo>
                  <a:pt x="136" y="177"/>
                </a:lnTo>
                <a:lnTo>
                  <a:pt x="137" y="178"/>
                </a:lnTo>
                <a:lnTo>
                  <a:pt x="137" y="179"/>
                </a:lnTo>
                <a:lnTo>
                  <a:pt x="137" y="180"/>
                </a:lnTo>
                <a:lnTo>
                  <a:pt x="137" y="181"/>
                </a:lnTo>
                <a:lnTo>
                  <a:pt x="137" y="182"/>
                </a:lnTo>
                <a:lnTo>
                  <a:pt x="137" y="183"/>
                </a:lnTo>
                <a:lnTo>
                  <a:pt x="138" y="184"/>
                </a:lnTo>
                <a:lnTo>
                  <a:pt x="139" y="186"/>
                </a:lnTo>
                <a:lnTo>
                  <a:pt x="139" y="187"/>
                </a:lnTo>
                <a:lnTo>
                  <a:pt x="140" y="188"/>
                </a:lnTo>
                <a:lnTo>
                  <a:pt x="140" y="187"/>
                </a:lnTo>
                <a:lnTo>
                  <a:pt x="142" y="187"/>
                </a:lnTo>
                <a:lnTo>
                  <a:pt x="143" y="187"/>
                </a:lnTo>
                <a:lnTo>
                  <a:pt x="145" y="187"/>
                </a:lnTo>
                <a:lnTo>
                  <a:pt x="146" y="187"/>
                </a:lnTo>
                <a:lnTo>
                  <a:pt x="147" y="187"/>
                </a:lnTo>
                <a:lnTo>
                  <a:pt x="147" y="186"/>
                </a:lnTo>
                <a:lnTo>
                  <a:pt x="148" y="183"/>
                </a:lnTo>
                <a:lnTo>
                  <a:pt x="149" y="182"/>
                </a:lnTo>
                <a:lnTo>
                  <a:pt x="150" y="182"/>
                </a:lnTo>
                <a:lnTo>
                  <a:pt x="151" y="182"/>
                </a:lnTo>
                <a:lnTo>
                  <a:pt x="151" y="183"/>
                </a:lnTo>
                <a:lnTo>
                  <a:pt x="151" y="184"/>
                </a:lnTo>
                <a:lnTo>
                  <a:pt x="152" y="184"/>
                </a:lnTo>
                <a:lnTo>
                  <a:pt x="153" y="182"/>
                </a:lnTo>
                <a:lnTo>
                  <a:pt x="154" y="182"/>
                </a:lnTo>
                <a:lnTo>
                  <a:pt x="154" y="181"/>
                </a:lnTo>
                <a:lnTo>
                  <a:pt x="154" y="179"/>
                </a:lnTo>
                <a:lnTo>
                  <a:pt x="154" y="178"/>
                </a:lnTo>
                <a:lnTo>
                  <a:pt x="155" y="178"/>
                </a:lnTo>
                <a:lnTo>
                  <a:pt x="155" y="177"/>
                </a:lnTo>
                <a:lnTo>
                  <a:pt x="155" y="176"/>
                </a:lnTo>
                <a:lnTo>
                  <a:pt x="155" y="175"/>
                </a:lnTo>
                <a:lnTo>
                  <a:pt x="154" y="175"/>
                </a:lnTo>
                <a:lnTo>
                  <a:pt x="154" y="174"/>
                </a:lnTo>
                <a:lnTo>
                  <a:pt x="153" y="173"/>
                </a:lnTo>
                <a:lnTo>
                  <a:pt x="153" y="172"/>
                </a:lnTo>
                <a:lnTo>
                  <a:pt x="154" y="172"/>
                </a:lnTo>
                <a:lnTo>
                  <a:pt x="155" y="171"/>
                </a:lnTo>
                <a:lnTo>
                  <a:pt x="155" y="170"/>
                </a:lnTo>
                <a:lnTo>
                  <a:pt x="155" y="169"/>
                </a:lnTo>
                <a:lnTo>
                  <a:pt x="155" y="168"/>
                </a:lnTo>
                <a:lnTo>
                  <a:pt x="155" y="167"/>
                </a:lnTo>
                <a:lnTo>
                  <a:pt x="154" y="166"/>
                </a:lnTo>
                <a:lnTo>
                  <a:pt x="154" y="165"/>
                </a:lnTo>
                <a:lnTo>
                  <a:pt x="155" y="165"/>
                </a:lnTo>
                <a:lnTo>
                  <a:pt x="156" y="165"/>
                </a:lnTo>
                <a:lnTo>
                  <a:pt x="157" y="164"/>
                </a:lnTo>
                <a:lnTo>
                  <a:pt x="158" y="164"/>
                </a:lnTo>
                <a:lnTo>
                  <a:pt x="159" y="163"/>
                </a:lnTo>
                <a:lnTo>
                  <a:pt x="159" y="162"/>
                </a:lnTo>
                <a:lnTo>
                  <a:pt x="159" y="161"/>
                </a:lnTo>
                <a:lnTo>
                  <a:pt x="158" y="161"/>
                </a:lnTo>
                <a:lnTo>
                  <a:pt x="157" y="160"/>
                </a:lnTo>
                <a:lnTo>
                  <a:pt x="156" y="160"/>
                </a:lnTo>
                <a:lnTo>
                  <a:pt x="155" y="161"/>
                </a:lnTo>
                <a:lnTo>
                  <a:pt x="154" y="161"/>
                </a:lnTo>
                <a:lnTo>
                  <a:pt x="154" y="160"/>
                </a:lnTo>
                <a:lnTo>
                  <a:pt x="155" y="159"/>
                </a:lnTo>
                <a:lnTo>
                  <a:pt x="156" y="158"/>
                </a:lnTo>
                <a:lnTo>
                  <a:pt x="157" y="158"/>
                </a:lnTo>
                <a:lnTo>
                  <a:pt x="158" y="157"/>
                </a:lnTo>
                <a:lnTo>
                  <a:pt x="158" y="156"/>
                </a:lnTo>
                <a:lnTo>
                  <a:pt x="159" y="156"/>
                </a:lnTo>
                <a:lnTo>
                  <a:pt x="159" y="158"/>
                </a:lnTo>
                <a:lnTo>
                  <a:pt x="159" y="159"/>
                </a:lnTo>
                <a:lnTo>
                  <a:pt x="160" y="160"/>
                </a:lnTo>
                <a:lnTo>
                  <a:pt x="160" y="159"/>
                </a:lnTo>
                <a:lnTo>
                  <a:pt x="161" y="158"/>
                </a:lnTo>
                <a:lnTo>
                  <a:pt x="162" y="158"/>
                </a:lnTo>
                <a:lnTo>
                  <a:pt x="163" y="158"/>
                </a:lnTo>
                <a:lnTo>
                  <a:pt x="163" y="157"/>
                </a:lnTo>
                <a:lnTo>
                  <a:pt x="163" y="156"/>
                </a:lnTo>
                <a:lnTo>
                  <a:pt x="162" y="156"/>
                </a:lnTo>
                <a:lnTo>
                  <a:pt x="162" y="157"/>
                </a:lnTo>
                <a:lnTo>
                  <a:pt x="161" y="157"/>
                </a:lnTo>
                <a:lnTo>
                  <a:pt x="161" y="156"/>
                </a:lnTo>
                <a:lnTo>
                  <a:pt x="162" y="156"/>
                </a:lnTo>
                <a:lnTo>
                  <a:pt x="163" y="155"/>
                </a:lnTo>
                <a:lnTo>
                  <a:pt x="164" y="155"/>
                </a:lnTo>
                <a:lnTo>
                  <a:pt x="165" y="154"/>
                </a:lnTo>
                <a:lnTo>
                  <a:pt x="165" y="153"/>
                </a:lnTo>
                <a:lnTo>
                  <a:pt x="166" y="153"/>
                </a:lnTo>
                <a:lnTo>
                  <a:pt x="167" y="153"/>
                </a:lnTo>
                <a:lnTo>
                  <a:pt x="169" y="153"/>
                </a:lnTo>
                <a:lnTo>
                  <a:pt x="170" y="152"/>
                </a:lnTo>
                <a:lnTo>
                  <a:pt x="172" y="153"/>
                </a:lnTo>
                <a:lnTo>
                  <a:pt x="173" y="154"/>
                </a:lnTo>
                <a:lnTo>
                  <a:pt x="175" y="155"/>
                </a:lnTo>
                <a:lnTo>
                  <a:pt x="175" y="156"/>
                </a:lnTo>
                <a:lnTo>
                  <a:pt x="175" y="157"/>
                </a:lnTo>
                <a:lnTo>
                  <a:pt x="175" y="158"/>
                </a:lnTo>
                <a:lnTo>
                  <a:pt x="176" y="159"/>
                </a:lnTo>
                <a:lnTo>
                  <a:pt x="176" y="161"/>
                </a:lnTo>
                <a:lnTo>
                  <a:pt x="177" y="161"/>
                </a:lnTo>
                <a:lnTo>
                  <a:pt x="177" y="160"/>
                </a:lnTo>
                <a:lnTo>
                  <a:pt x="178" y="160"/>
                </a:lnTo>
                <a:lnTo>
                  <a:pt x="179" y="160"/>
                </a:lnTo>
                <a:lnTo>
                  <a:pt x="180" y="161"/>
                </a:lnTo>
                <a:lnTo>
                  <a:pt x="180" y="162"/>
                </a:lnTo>
                <a:lnTo>
                  <a:pt x="180" y="163"/>
                </a:lnTo>
                <a:lnTo>
                  <a:pt x="180" y="164"/>
                </a:lnTo>
                <a:lnTo>
                  <a:pt x="180" y="165"/>
                </a:lnTo>
                <a:lnTo>
                  <a:pt x="181" y="165"/>
                </a:lnTo>
                <a:lnTo>
                  <a:pt x="181" y="164"/>
                </a:lnTo>
                <a:lnTo>
                  <a:pt x="182" y="163"/>
                </a:lnTo>
                <a:lnTo>
                  <a:pt x="183" y="164"/>
                </a:lnTo>
                <a:lnTo>
                  <a:pt x="186" y="167"/>
                </a:lnTo>
                <a:lnTo>
                  <a:pt x="186" y="168"/>
                </a:lnTo>
                <a:lnTo>
                  <a:pt x="186" y="169"/>
                </a:lnTo>
                <a:lnTo>
                  <a:pt x="187" y="170"/>
                </a:lnTo>
                <a:lnTo>
                  <a:pt x="188" y="170"/>
                </a:lnTo>
                <a:lnTo>
                  <a:pt x="189" y="170"/>
                </a:lnTo>
                <a:lnTo>
                  <a:pt x="191" y="171"/>
                </a:lnTo>
                <a:lnTo>
                  <a:pt x="191" y="172"/>
                </a:lnTo>
                <a:lnTo>
                  <a:pt x="191" y="173"/>
                </a:lnTo>
                <a:lnTo>
                  <a:pt x="192" y="174"/>
                </a:lnTo>
                <a:lnTo>
                  <a:pt x="193" y="174"/>
                </a:lnTo>
                <a:lnTo>
                  <a:pt x="194" y="173"/>
                </a:lnTo>
                <a:lnTo>
                  <a:pt x="196" y="172"/>
                </a:lnTo>
                <a:lnTo>
                  <a:pt x="197" y="173"/>
                </a:lnTo>
                <a:lnTo>
                  <a:pt x="198" y="173"/>
                </a:lnTo>
                <a:lnTo>
                  <a:pt x="200" y="173"/>
                </a:lnTo>
                <a:lnTo>
                  <a:pt x="201" y="172"/>
                </a:lnTo>
                <a:lnTo>
                  <a:pt x="201" y="171"/>
                </a:lnTo>
                <a:lnTo>
                  <a:pt x="202" y="171"/>
                </a:lnTo>
                <a:lnTo>
                  <a:pt x="203" y="172"/>
                </a:lnTo>
                <a:lnTo>
                  <a:pt x="205" y="173"/>
                </a:lnTo>
                <a:lnTo>
                  <a:pt x="208" y="173"/>
                </a:lnTo>
                <a:lnTo>
                  <a:pt x="209" y="173"/>
                </a:lnTo>
                <a:lnTo>
                  <a:pt x="209" y="172"/>
                </a:lnTo>
                <a:lnTo>
                  <a:pt x="210" y="170"/>
                </a:lnTo>
                <a:lnTo>
                  <a:pt x="210" y="169"/>
                </a:lnTo>
                <a:lnTo>
                  <a:pt x="211" y="166"/>
                </a:lnTo>
                <a:lnTo>
                  <a:pt x="212" y="166"/>
                </a:lnTo>
                <a:lnTo>
                  <a:pt x="213" y="167"/>
                </a:lnTo>
                <a:lnTo>
                  <a:pt x="214" y="167"/>
                </a:lnTo>
                <a:lnTo>
                  <a:pt x="215" y="166"/>
                </a:lnTo>
                <a:lnTo>
                  <a:pt x="216" y="165"/>
                </a:lnTo>
                <a:lnTo>
                  <a:pt x="217" y="165"/>
                </a:lnTo>
                <a:lnTo>
                  <a:pt x="218" y="164"/>
                </a:lnTo>
                <a:lnTo>
                  <a:pt x="219" y="163"/>
                </a:lnTo>
                <a:lnTo>
                  <a:pt x="219" y="162"/>
                </a:lnTo>
                <a:lnTo>
                  <a:pt x="219" y="161"/>
                </a:lnTo>
                <a:lnTo>
                  <a:pt x="220" y="161"/>
                </a:lnTo>
                <a:lnTo>
                  <a:pt x="221" y="160"/>
                </a:lnTo>
                <a:lnTo>
                  <a:pt x="222" y="158"/>
                </a:lnTo>
                <a:lnTo>
                  <a:pt x="222" y="157"/>
                </a:lnTo>
                <a:lnTo>
                  <a:pt x="222" y="156"/>
                </a:lnTo>
                <a:lnTo>
                  <a:pt x="222" y="155"/>
                </a:lnTo>
                <a:lnTo>
                  <a:pt x="222" y="154"/>
                </a:lnTo>
                <a:lnTo>
                  <a:pt x="224" y="153"/>
                </a:lnTo>
                <a:lnTo>
                  <a:pt x="226" y="154"/>
                </a:lnTo>
                <a:lnTo>
                  <a:pt x="227" y="154"/>
                </a:lnTo>
                <a:lnTo>
                  <a:pt x="228" y="154"/>
                </a:lnTo>
                <a:lnTo>
                  <a:pt x="234" y="155"/>
                </a:lnTo>
                <a:lnTo>
                  <a:pt x="237" y="156"/>
                </a:lnTo>
                <a:lnTo>
                  <a:pt x="239" y="156"/>
                </a:lnTo>
                <a:lnTo>
                  <a:pt x="241" y="156"/>
                </a:lnTo>
                <a:lnTo>
                  <a:pt x="241" y="155"/>
                </a:lnTo>
                <a:lnTo>
                  <a:pt x="240" y="153"/>
                </a:lnTo>
                <a:lnTo>
                  <a:pt x="240" y="151"/>
                </a:lnTo>
                <a:lnTo>
                  <a:pt x="240" y="150"/>
                </a:lnTo>
                <a:lnTo>
                  <a:pt x="240" y="149"/>
                </a:lnTo>
                <a:lnTo>
                  <a:pt x="239" y="149"/>
                </a:lnTo>
                <a:lnTo>
                  <a:pt x="239" y="147"/>
                </a:lnTo>
                <a:lnTo>
                  <a:pt x="239" y="146"/>
                </a:lnTo>
                <a:lnTo>
                  <a:pt x="239" y="145"/>
                </a:lnTo>
                <a:lnTo>
                  <a:pt x="239" y="144"/>
                </a:lnTo>
                <a:lnTo>
                  <a:pt x="238" y="144"/>
                </a:lnTo>
                <a:lnTo>
                  <a:pt x="238" y="143"/>
                </a:lnTo>
                <a:lnTo>
                  <a:pt x="238" y="142"/>
                </a:lnTo>
                <a:lnTo>
                  <a:pt x="238" y="141"/>
                </a:lnTo>
                <a:lnTo>
                  <a:pt x="238" y="139"/>
                </a:lnTo>
                <a:lnTo>
                  <a:pt x="238" y="136"/>
                </a:lnTo>
                <a:lnTo>
                  <a:pt x="239" y="135"/>
                </a:lnTo>
                <a:lnTo>
                  <a:pt x="238" y="135"/>
                </a:lnTo>
                <a:lnTo>
                  <a:pt x="238" y="133"/>
                </a:lnTo>
                <a:lnTo>
                  <a:pt x="237" y="131"/>
                </a:lnTo>
                <a:lnTo>
                  <a:pt x="237" y="130"/>
                </a:lnTo>
                <a:lnTo>
                  <a:pt x="237" y="129"/>
                </a:lnTo>
                <a:lnTo>
                  <a:pt x="238" y="129"/>
                </a:lnTo>
                <a:lnTo>
                  <a:pt x="239" y="130"/>
                </a:lnTo>
                <a:lnTo>
                  <a:pt x="239" y="131"/>
                </a:lnTo>
                <a:lnTo>
                  <a:pt x="240" y="131"/>
                </a:lnTo>
                <a:lnTo>
                  <a:pt x="242" y="129"/>
                </a:lnTo>
                <a:lnTo>
                  <a:pt x="243" y="129"/>
                </a:lnTo>
                <a:lnTo>
                  <a:pt x="245" y="129"/>
                </a:lnTo>
                <a:lnTo>
                  <a:pt x="246" y="129"/>
                </a:lnTo>
                <a:lnTo>
                  <a:pt x="246" y="130"/>
                </a:lnTo>
                <a:lnTo>
                  <a:pt x="247" y="130"/>
                </a:lnTo>
                <a:lnTo>
                  <a:pt x="248" y="129"/>
                </a:lnTo>
                <a:lnTo>
                  <a:pt x="249" y="129"/>
                </a:lnTo>
                <a:lnTo>
                  <a:pt x="249" y="128"/>
                </a:lnTo>
                <a:lnTo>
                  <a:pt x="250" y="128"/>
                </a:lnTo>
                <a:lnTo>
                  <a:pt x="251" y="128"/>
                </a:lnTo>
                <a:lnTo>
                  <a:pt x="252" y="129"/>
                </a:lnTo>
                <a:lnTo>
                  <a:pt x="253" y="129"/>
                </a:lnTo>
                <a:lnTo>
                  <a:pt x="255" y="129"/>
                </a:lnTo>
                <a:lnTo>
                  <a:pt x="255" y="128"/>
                </a:lnTo>
                <a:lnTo>
                  <a:pt x="255" y="125"/>
                </a:lnTo>
                <a:lnTo>
                  <a:pt x="255" y="124"/>
                </a:lnTo>
                <a:lnTo>
                  <a:pt x="256" y="123"/>
                </a:lnTo>
                <a:lnTo>
                  <a:pt x="258" y="125"/>
                </a:lnTo>
                <a:lnTo>
                  <a:pt x="259" y="126"/>
                </a:lnTo>
                <a:lnTo>
                  <a:pt x="260" y="126"/>
                </a:lnTo>
                <a:lnTo>
                  <a:pt x="261" y="124"/>
                </a:lnTo>
                <a:lnTo>
                  <a:pt x="261" y="122"/>
                </a:lnTo>
                <a:lnTo>
                  <a:pt x="262" y="122"/>
                </a:lnTo>
                <a:lnTo>
                  <a:pt x="262" y="121"/>
                </a:lnTo>
                <a:lnTo>
                  <a:pt x="264" y="121"/>
                </a:lnTo>
                <a:lnTo>
                  <a:pt x="264" y="120"/>
                </a:lnTo>
                <a:lnTo>
                  <a:pt x="264" y="121"/>
                </a:lnTo>
                <a:lnTo>
                  <a:pt x="267" y="122"/>
                </a:lnTo>
                <a:lnTo>
                  <a:pt x="269" y="122"/>
                </a:lnTo>
                <a:lnTo>
                  <a:pt x="269" y="124"/>
                </a:lnTo>
                <a:lnTo>
                  <a:pt x="272" y="126"/>
                </a:lnTo>
                <a:lnTo>
                  <a:pt x="273" y="126"/>
                </a:lnTo>
                <a:lnTo>
                  <a:pt x="274" y="125"/>
                </a:lnTo>
                <a:lnTo>
                  <a:pt x="274" y="124"/>
                </a:lnTo>
                <a:lnTo>
                  <a:pt x="275" y="123"/>
                </a:lnTo>
                <a:lnTo>
                  <a:pt x="278" y="124"/>
                </a:lnTo>
                <a:lnTo>
                  <a:pt x="279" y="124"/>
                </a:lnTo>
                <a:lnTo>
                  <a:pt x="280" y="124"/>
                </a:lnTo>
                <a:lnTo>
                  <a:pt x="280" y="123"/>
                </a:lnTo>
                <a:lnTo>
                  <a:pt x="282" y="123"/>
                </a:lnTo>
                <a:lnTo>
                  <a:pt x="283" y="122"/>
                </a:lnTo>
                <a:lnTo>
                  <a:pt x="284" y="123"/>
                </a:lnTo>
                <a:lnTo>
                  <a:pt x="286" y="123"/>
                </a:lnTo>
                <a:lnTo>
                  <a:pt x="288" y="122"/>
                </a:lnTo>
                <a:lnTo>
                  <a:pt x="289" y="124"/>
                </a:lnTo>
                <a:lnTo>
                  <a:pt x="288" y="126"/>
                </a:lnTo>
                <a:lnTo>
                  <a:pt x="288" y="127"/>
                </a:lnTo>
                <a:lnTo>
                  <a:pt x="289" y="128"/>
                </a:lnTo>
                <a:lnTo>
                  <a:pt x="290" y="129"/>
                </a:lnTo>
                <a:lnTo>
                  <a:pt x="292" y="130"/>
                </a:lnTo>
                <a:lnTo>
                  <a:pt x="292" y="131"/>
                </a:lnTo>
                <a:lnTo>
                  <a:pt x="291" y="134"/>
                </a:lnTo>
                <a:lnTo>
                  <a:pt x="290" y="135"/>
                </a:lnTo>
                <a:lnTo>
                  <a:pt x="289" y="136"/>
                </a:lnTo>
                <a:lnTo>
                  <a:pt x="289" y="137"/>
                </a:lnTo>
                <a:lnTo>
                  <a:pt x="288" y="137"/>
                </a:lnTo>
                <a:lnTo>
                  <a:pt x="287" y="138"/>
                </a:lnTo>
                <a:lnTo>
                  <a:pt x="287" y="139"/>
                </a:lnTo>
                <a:lnTo>
                  <a:pt x="287" y="140"/>
                </a:lnTo>
                <a:lnTo>
                  <a:pt x="291" y="141"/>
                </a:lnTo>
                <a:lnTo>
                  <a:pt x="292" y="141"/>
                </a:lnTo>
                <a:lnTo>
                  <a:pt x="293" y="142"/>
                </a:lnTo>
                <a:lnTo>
                  <a:pt x="294" y="142"/>
                </a:lnTo>
                <a:lnTo>
                  <a:pt x="295" y="142"/>
                </a:lnTo>
                <a:lnTo>
                  <a:pt x="296" y="142"/>
                </a:lnTo>
                <a:lnTo>
                  <a:pt x="297" y="142"/>
                </a:lnTo>
                <a:lnTo>
                  <a:pt x="298" y="143"/>
                </a:lnTo>
                <a:lnTo>
                  <a:pt x="300" y="143"/>
                </a:lnTo>
                <a:lnTo>
                  <a:pt x="301" y="143"/>
                </a:lnTo>
                <a:lnTo>
                  <a:pt x="301" y="142"/>
                </a:lnTo>
                <a:lnTo>
                  <a:pt x="302" y="142"/>
                </a:lnTo>
                <a:lnTo>
                  <a:pt x="303" y="143"/>
                </a:lnTo>
                <a:lnTo>
                  <a:pt x="306" y="143"/>
                </a:lnTo>
                <a:lnTo>
                  <a:pt x="306" y="144"/>
                </a:lnTo>
                <a:lnTo>
                  <a:pt x="305" y="145"/>
                </a:lnTo>
                <a:lnTo>
                  <a:pt x="304" y="145"/>
                </a:lnTo>
                <a:lnTo>
                  <a:pt x="303" y="147"/>
                </a:lnTo>
                <a:lnTo>
                  <a:pt x="303" y="148"/>
                </a:lnTo>
                <a:lnTo>
                  <a:pt x="303" y="150"/>
                </a:lnTo>
                <a:lnTo>
                  <a:pt x="304" y="150"/>
                </a:lnTo>
                <a:lnTo>
                  <a:pt x="303" y="151"/>
                </a:lnTo>
                <a:lnTo>
                  <a:pt x="303" y="152"/>
                </a:lnTo>
                <a:lnTo>
                  <a:pt x="303" y="153"/>
                </a:lnTo>
                <a:lnTo>
                  <a:pt x="301" y="153"/>
                </a:lnTo>
                <a:lnTo>
                  <a:pt x="299" y="153"/>
                </a:lnTo>
                <a:lnTo>
                  <a:pt x="298" y="155"/>
                </a:lnTo>
                <a:lnTo>
                  <a:pt x="297" y="156"/>
                </a:lnTo>
                <a:lnTo>
                  <a:pt x="297" y="157"/>
                </a:lnTo>
                <a:lnTo>
                  <a:pt x="298" y="157"/>
                </a:lnTo>
                <a:lnTo>
                  <a:pt x="299" y="157"/>
                </a:lnTo>
                <a:lnTo>
                  <a:pt x="300" y="158"/>
                </a:lnTo>
                <a:lnTo>
                  <a:pt x="300" y="159"/>
                </a:lnTo>
                <a:lnTo>
                  <a:pt x="300" y="158"/>
                </a:lnTo>
                <a:lnTo>
                  <a:pt x="301" y="159"/>
                </a:lnTo>
                <a:lnTo>
                  <a:pt x="303" y="160"/>
                </a:lnTo>
                <a:lnTo>
                  <a:pt x="304" y="161"/>
                </a:lnTo>
                <a:lnTo>
                  <a:pt x="305" y="161"/>
                </a:lnTo>
                <a:lnTo>
                  <a:pt x="306" y="162"/>
                </a:lnTo>
                <a:lnTo>
                  <a:pt x="307" y="163"/>
                </a:lnTo>
                <a:lnTo>
                  <a:pt x="307" y="164"/>
                </a:lnTo>
                <a:lnTo>
                  <a:pt x="308" y="166"/>
                </a:lnTo>
                <a:lnTo>
                  <a:pt x="307" y="169"/>
                </a:lnTo>
                <a:lnTo>
                  <a:pt x="307" y="170"/>
                </a:lnTo>
                <a:lnTo>
                  <a:pt x="307" y="171"/>
                </a:lnTo>
                <a:lnTo>
                  <a:pt x="308" y="173"/>
                </a:lnTo>
                <a:lnTo>
                  <a:pt x="308" y="174"/>
                </a:lnTo>
                <a:lnTo>
                  <a:pt x="307" y="175"/>
                </a:lnTo>
                <a:lnTo>
                  <a:pt x="307" y="177"/>
                </a:lnTo>
                <a:lnTo>
                  <a:pt x="308" y="177"/>
                </a:lnTo>
                <a:lnTo>
                  <a:pt x="309" y="177"/>
                </a:lnTo>
                <a:lnTo>
                  <a:pt x="309" y="176"/>
                </a:lnTo>
                <a:lnTo>
                  <a:pt x="309" y="175"/>
                </a:lnTo>
                <a:lnTo>
                  <a:pt x="310" y="175"/>
                </a:lnTo>
                <a:lnTo>
                  <a:pt x="310" y="176"/>
                </a:lnTo>
                <a:lnTo>
                  <a:pt x="311" y="177"/>
                </a:lnTo>
                <a:lnTo>
                  <a:pt x="313" y="177"/>
                </a:lnTo>
                <a:lnTo>
                  <a:pt x="314" y="177"/>
                </a:lnTo>
                <a:lnTo>
                  <a:pt x="315" y="177"/>
                </a:lnTo>
                <a:lnTo>
                  <a:pt x="315" y="176"/>
                </a:lnTo>
                <a:lnTo>
                  <a:pt x="315" y="171"/>
                </a:lnTo>
                <a:lnTo>
                  <a:pt x="316" y="172"/>
                </a:lnTo>
                <a:lnTo>
                  <a:pt x="317" y="172"/>
                </a:lnTo>
                <a:lnTo>
                  <a:pt x="318" y="172"/>
                </a:lnTo>
                <a:lnTo>
                  <a:pt x="318" y="171"/>
                </a:lnTo>
                <a:lnTo>
                  <a:pt x="320" y="170"/>
                </a:lnTo>
                <a:lnTo>
                  <a:pt x="323" y="170"/>
                </a:lnTo>
                <a:lnTo>
                  <a:pt x="325" y="169"/>
                </a:lnTo>
                <a:lnTo>
                  <a:pt x="326" y="168"/>
                </a:lnTo>
                <a:lnTo>
                  <a:pt x="326" y="167"/>
                </a:lnTo>
                <a:lnTo>
                  <a:pt x="327" y="165"/>
                </a:lnTo>
                <a:lnTo>
                  <a:pt x="330" y="165"/>
                </a:lnTo>
                <a:lnTo>
                  <a:pt x="331" y="166"/>
                </a:lnTo>
                <a:lnTo>
                  <a:pt x="332" y="165"/>
                </a:lnTo>
                <a:lnTo>
                  <a:pt x="335" y="165"/>
                </a:lnTo>
                <a:lnTo>
                  <a:pt x="336" y="166"/>
                </a:lnTo>
                <a:lnTo>
                  <a:pt x="337" y="166"/>
                </a:lnTo>
                <a:lnTo>
                  <a:pt x="338" y="166"/>
                </a:lnTo>
                <a:lnTo>
                  <a:pt x="339" y="166"/>
                </a:lnTo>
                <a:lnTo>
                  <a:pt x="340" y="166"/>
                </a:lnTo>
                <a:lnTo>
                  <a:pt x="340" y="165"/>
                </a:lnTo>
                <a:lnTo>
                  <a:pt x="340" y="164"/>
                </a:lnTo>
                <a:lnTo>
                  <a:pt x="341" y="164"/>
                </a:lnTo>
                <a:lnTo>
                  <a:pt x="341" y="163"/>
                </a:lnTo>
                <a:lnTo>
                  <a:pt x="342" y="163"/>
                </a:lnTo>
                <a:lnTo>
                  <a:pt x="344" y="163"/>
                </a:lnTo>
                <a:lnTo>
                  <a:pt x="344" y="162"/>
                </a:lnTo>
                <a:lnTo>
                  <a:pt x="345" y="162"/>
                </a:lnTo>
                <a:lnTo>
                  <a:pt x="345" y="161"/>
                </a:lnTo>
                <a:lnTo>
                  <a:pt x="345" y="160"/>
                </a:lnTo>
                <a:lnTo>
                  <a:pt x="346" y="160"/>
                </a:lnTo>
                <a:lnTo>
                  <a:pt x="346" y="159"/>
                </a:lnTo>
                <a:lnTo>
                  <a:pt x="345" y="159"/>
                </a:lnTo>
                <a:lnTo>
                  <a:pt x="345" y="157"/>
                </a:lnTo>
                <a:lnTo>
                  <a:pt x="345" y="154"/>
                </a:lnTo>
                <a:lnTo>
                  <a:pt x="345" y="153"/>
                </a:lnTo>
                <a:lnTo>
                  <a:pt x="346" y="151"/>
                </a:lnTo>
                <a:lnTo>
                  <a:pt x="347" y="149"/>
                </a:lnTo>
                <a:lnTo>
                  <a:pt x="348" y="146"/>
                </a:lnTo>
                <a:lnTo>
                  <a:pt x="348" y="145"/>
                </a:lnTo>
                <a:lnTo>
                  <a:pt x="348" y="144"/>
                </a:lnTo>
                <a:lnTo>
                  <a:pt x="348" y="143"/>
                </a:lnTo>
                <a:lnTo>
                  <a:pt x="347" y="142"/>
                </a:lnTo>
                <a:lnTo>
                  <a:pt x="347" y="141"/>
                </a:lnTo>
                <a:lnTo>
                  <a:pt x="345" y="136"/>
                </a:lnTo>
                <a:lnTo>
                  <a:pt x="344" y="134"/>
                </a:lnTo>
                <a:lnTo>
                  <a:pt x="344" y="132"/>
                </a:lnTo>
                <a:lnTo>
                  <a:pt x="344" y="130"/>
                </a:lnTo>
                <a:lnTo>
                  <a:pt x="344" y="129"/>
                </a:lnTo>
                <a:lnTo>
                  <a:pt x="343" y="127"/>
                </a:lnTo>
                <a:lnTo>
                  <a:pt x="342" y="126"/>
                </a:lnTo>
                <a:lnTo>
                  <a:pt x="343" y="125"/>
                </a:lnTo>
                <a:lnTo>
                  <a:pt x="343" y="124"/>
                </a:lnTo>
                <a:lnTo>
                  <a:pt x="344" y="124"/>
                </a:lnTo>
                <a:lnTo>
                  <a:pt x="344" y="123"/>
                </a:lnTo>
                <a:lnTo>
                  <a:pt x="344" y="121"/>
                </a:lnTo>
                <a:lnTo>
                  <a:pt x="345" y="121"/>
                </a:lnTo>
                <a:lnTo>
                  <a:pt x="347" y="122"/>
                </a:lnTo>
                <a:lnTo>
                  <a:pt x="350" y="121"/>
                </a:lnTo>
                <a:lnTo>
                  <a:pt x="351" y="121"/>
                </a:lnTo>
                <a:lnTo>
                  <a:pt x="351" y="119"/>
                </a:lnTo>
                <a:lnTo>
                  <a:pt x="351" y="118"/>
                </a:lnTo>
                <a:lnTo>
                  <a:pt x="350" y="117"/>
                </a:lnTo>
                <a:lnTo>
                  <a:pt x="349" y="117"/>
                </a:lnTo>
                <a:lnTo>
                  <a:pt x="348" y="116"/>
                </a:lnTo>
                <a:lnTo>
                  <a:pt x="348" y="115"/>
                </a:lnTo>
                <a:lnTo>
                  <a:pt x="347" y="114"/>
                </a:lnTo>
                <a:lnTo>
                  <a:pt x="348" y="112"/>
                </a:lnTo>
                <a:lnTo>
                  <a:pt x="348" y="111"/>
                </a:lnTo>
                <a:lnTo>
                  <a:pt x="348" y="110"/>
                </a:lnTo>
                <a:lnTo>
                  <a:pt x="349" y="110"/>
                </a:lnTo>
                <a:lnTo>
                  <a:pt x="351" y="112"/>
                </a:lnTo>
                <a:lnTo>
                  <a:pt x="352" y="112"/>
                </a:lnTo>
                <a:lnTo>
                  <a:pt x="353" y="112"/>
                </a:lnTo>
                <a:lnTo>
                  <a:pt x="354" y="111"/>
                </a:lnTo>
                <a:lnTo>
                  <a:pt x="354" y="110"/>
                </a:lnTo>
                <a:lnTo>
                  <a:pt x="354" y="109"/>
                </a:lnTo>
                <a:lnTo>
                  <a:pt x="354" y="107"/>
                </a:lnTo>
                <a:lnTo>
                  <a:pt x="354" y="106"/>
                </a:lnTo>
                <a:lnTo>
                  <a:pt x="355" y="106"/>
                </a:lnTo>
                <a:lnTo>
                  <a:pt x="356" y="106"/>
                </a:lnTo>
                <a:lnTo>
                  <a:pt x="358" y="107"/>
                </a:lnTo>
                <a:lnTo>
                  <a:pt x="358" y="106"/>
                </a:lnTo>
                <a:lnTo>
                  <a:pt x="358" y="105"/>
                </a:lnTo>
                <a:lnTo>
                  <a:pt x="357" y="105"/>
                </a:lnTo>
                <a:lnTo>
                  <a:pt x="356" y="104"/>
                </a:lnTo>
                <a:lnTo>
                  <a:pt x="356" y="103"/>
                </a:lnTo>
                <a:lnTo>
                  <a:pt x="357" y="103"/>
                </a:lnTo>
                <a:lnTo>
                  <a:pt x="357" y="102"/>
                </a:lnTo>
                <a:lnTo>
                  <a:pt x="357" y="101"/>
                </a:lnTo>
                <a:lnTo>
                  <a:pt x="360" y="100"/>
                </a:lnTo>
                <a:lnTo>
                  <a:pt x="361" y="100"/>
                </a:lnTo>
                <a:lnTo>
                  <a:pt x="362" y="101"/>
                </a:lnTo>
                <a:lnTo>
                  <a:pt x="364" y="100"/>
                </a:lnTo>
                <a:lnTo>
                  <a:pt x="368" y="99"/>
                </a:lnTo>
                <a:lnTo>
                  <a:pt x="368" y="98"/>
                </a:lnTo>
                <a:lnTo>
                  <a:pt x="369" y="99"/>
                </a:lnTo>
                <a:lnTo>
                  <a:pt x="370" y="100"/>
                </a:lnTo>
                <a:lnTo>
                  <a:pt x="370" y="101"/>
                </a:lnTo>
                <a:lnTo>
                  <a:pt x="370" y="102"/>
                </a:lnTo>
                <a:lnTo>
                  <a:pt x="370" y="104"/>
                </a:lnTo>
                <a:lnTo>
                  <a:pt x="371" y="104"/>
                </a:lnTo>
                <a:lnTo>
                  <a:pt x="372" y="103"/>
                </a:lnTo>
                <a:lnTo>
                  <a:pt x="373" y="103"/>
                </a:lnTo>
                <a:lnTo>
                  <a:pt x="375" y="104"/>
                </a:lnTo>
                <a:lnTo>
                  <a:pt x="375" y="105"/>
                </a:lnTo>
                <a:lnTo>
                  <a:pt x="375" y="104"/>
                </a:lnTo>
                <a:lnTo>
                  <a:pt x="376" y="103"/>
                </a:lnTo>
                <a:lnTo>
                  <a:pt x="377" y="102"/>
                </a:lnTo>
                <a:lnTo>
                  <a:pt x="381" y="101"/>
                </a:lnTo>
                <a:lnTo>
                  <a:pt x="382" y="103"/>
                </a:lnTo>
                <a:lnTo>
                  <a:pt x="383" y="105"/>
                </a:lnTo>
                <a:lnTo>
                  <a:pt x="384" y="105"/>
                </a:lnTo>
                <a:lnTo>
                  <a:pt x="386" y="103"/>
                </a:lnTo>
                <a:lnTo>
                  <a:pt x="387" y="102"/>
                </a:lnTo>
                <a:lnTo>
                  <a:pt x="387" y="101"/>
                </a:lnTo>
                <a:lnTo>
                  <a:pt x="388" y="101"/>
                </a:lnTo>
                <a:lnTo>
                  <a:pt x="389" y="100"/>
                </a:lnTo>
                <a:lnTo>
                  <a:pt x="390" y="100"/>
                </a:lnTo>
                <a:lnTo>
                  <a:pt x="391" y="100"/>
                </a:lnTo>
                <a:lnTo>
                  <a:pt x="393" y="99"/>
                </a:lnTo>
                <a:lnTo>
                  <a:pt x="395" y="97"/>
                </a:lnTo>
                <a:lnTo>
                  <a:pt x="397" y="95"/>
                </a:lnTo>
                <a:lnTo>
                  <a:pt x="397" y="94"/>
                </a:lnTo>
                <a:lnTo>
                  <a:pt x="397" y="92"/>
                </a:lnTo>
                <a:lnTo>
                  <a:pt x="397" y="91"/>
                </a:lnTo>
                <a:lnTo>
                  <a:pt x="396" y="91"/>
                </a:lnTo>
                <a:lnTo>
                  <a:pt x="395" y="90"/>
                </a:lnTo>
                <a:lnTo>
                  <a:pt x="394" y="89"/>
                </a:lnTo>
                <a:lnTo>
                  <a:pt x="394" y="90"/>
                </a:lnTo>
                <a:lnTo>
                  <a:pt x="391" y="92"/>
                </a:lnTo>
                <a:lnTo>
                  <a:pt x="390" y="92"/>
                </a:lnTo>
                <a:lnTo>
                  <a:pt x="390" y="91"/>
                </a:lnTo>
                <a:lnTo>
                  <a:pt x="388" y="90"/>
                </a:lnTo>
                <a:lnTo>
                  <a:pt x="387" y="90"/>
                </a:lnTo>
                <a:lnTo>
                  <a:pt x="386" y="90"/>
                </a:lnTo>
                <a:lnTo>
                  <a:pt x="386" y="89"/>
                </a:lnTo>
                <a:lnTo>
                  <a:pt x="386" y="86"/>
                </a:lnTo>
                <a:lnTo>
                  <a:pt x="387" y="85"/>
                </a:lnTo>
                <a:lnTo>
                  <a:pt x="388" y="85"/>
                </a:lnTo>
                <a:lnTo>
                  <a:pt x="389" y="85"/>
                </a:lnTo>
                <a:lnTo>
                  <a:pt x="390" y="85"/>
                </a:lnTo>
                <a:lnTo>
                  <a:pt x="390" y="83"/>
                </a:lnTo>
                <a:lnTo>
                  <a:pt x="390" y="82"/>
                </a:lnTo>
                <a:lnTo>
                  <a:pt x="389" y="82"/>
                </a:lnTo>
                <a:lnTo>
                  <a:pt x="388" y="82"/>
                </a:lnTo>
                <a:lnTo>
                  <a:pt x="387" y="81"/>
                </a:lnTo>
                <a:lnTo>
                  <a:pt x="388" y="81"/>
                </a:lnTo>
                <a:lnTo>
                  <a:pt x="389" y="80"/>
                </a:lnTo>
                <a:lnTo>
                  <a:pt x="390" y="80"/>
                </a:lnTo>
                <a:lnTo>
                  <a:pt x="391" y="80"/>
                </a:lnTo>
                <a:lnTo>
                  <a:pt x="392" y="80"/>
                </a:lnTo>
                <a:lnTo>
                  <a:pt x="394" y="79"/>
                </a:lnTo>
                <a:lnTo>
                  <a:pt x="395" y="78"/>
                </a:lnTo>
                <a:lnTo>
                  <a:pt x="395" y="77"/>
                </a:lnTo>
                <a:lnTo>
                  <a:pt x="394" y="76"/>
                </a:lnTo>
                <a:lnTo>
                  <a:pt x="395" y="73"/>
                </a:lnTo>
                <a:lnTo>
                  <a:pt x="395" y="72"/>
                </a:lnTo>
                <a:lnTo>
                  <a:pt x="396" y="71"/>
                </a:lnTo>
                <a:lnTo>
                  <a:pt x="395" y="70"/>
                </a:lnTo>
                <a:lnTo>
                  <a:pt x="393" y="71"/>
                </a:lnTo>
                <a:lnTo>
                  <a:pt x="391" y="70"/>
                </a:lnTo>
                <a:lnTo>
                  <a:pt x="391" y="69"/>
                </a:lnTo>
                <a:lnTo>
                  <a:pt x="392" y="68"/>
                </a:lnTo>
                <a:lnTo>
                  <a:pt x="392" y="67"/>
                </a:lnTo>
                <a:lnTo>
                  <a:pt x="393" y="68"/>
                </a:lnTo>
                <a:lnTo>
                  <a:pt x="394" y="68"/>
                </a:lnTo>
                <a:lnTo>
                  <a:pt x="395" y="68"/>
                </a:lnTo>
                <a:lnTo>
                  <a:pt x="395" y="67"/>
                </a:lnTo>
                <a:lnTo>
                  <a:pt x="395" y="66"/>
                </a:lnTo>
                <a:lnTo>
                  <a:pt x="396" y="68"/>
                </a:lnTo>
                <a:lnTo>
                  <a:pt x="397" y="68"/>
                </a:lnTo>
                <a:lnTo>
                  <a:pt x="398" y="67"/>
                </a:lnTo>
                <a:lnTo>
                  <a:pt x="398" y="66"/>
                </a:lnTo>
                <a:lnTo>
                  <a:pt x="398" y="63"/>
                </a:lnTo>
                <a:lnTo>
                  <a:pt x="397" y="62"/>
                </a:lnTo>
                <a:lnTo>
                  <a:pt x="397" y="60"/>
                </a:lnTo>
                <a:lnTo>
                  <a:pt x="398" y="59"/>
                </a:lnTo>
                <a:lnTo>
                  <a:pt x="399" y="58"/>
                </a:lnTo>
                <a:lnTo>
                  <a:pt x="399" y="57"/>
                </a:lnTo>
                <a:lnTo>
                  <a:pt x="399" y="56"/>
                </a:lnTo>
                <a:lnTo>
                  <a:pt x="400" y="54"/>
                </a:lnTo>
                <a:lnTo>
                  <a:pt x="401" y="52"/>
                </a:lnTo>
                <a:lnTo>
                  <a:pt x="402" y="51"/>
                </a:lnTo>
                <a:lnTo>
                  <a:pt x="403" y="49"/>
                </a:lnTo>
                <a:lnTo>
                  <a:pt x="404" y="49"/>
                </a:lnTo>
                <a:lnTo>
                  <a:pt x="403" y="50"/>
                </a:lnTo>
                <a:lnTo>
                  <a:pt x="404" y="50"/>
                </a:lnTo>
                <a:lnTo>
                  <a:pt x="405" y="50"/>
                </a:lnTo>
                <a:lnTo>
                  <a:pt x="405" y="49"/>
                </a:lnTo>
                <a:lnTo>
                  <a:pt x="405" y="48"/>
                </a:lnTo>
                <a:lnTo>
                  <a:pt x="404" y="47"/>
                </a:lnTo>
                <a:lnTo>
                  <a:pt x="405" y="46"/>
                </a:lnTo>
                <a:lnTo>
                  <a:pt x="405" y="44"/>
                </a:lnTo>
                <a:lnTo>
                  <a:pt x="404" y="43"/>
                </a:lnTo>
                <a:lnTo>
                  <a:pt x="403" y="42"/>
                </a:lnTo>
                <a:lnTo>
                  <a:pt x="403" y="40"/>
                </a:lnTo>
                <a:lnTo>
                  <a:pt x="404" y="38"/>
                </a:lnTo>
                <a:lnTo>
                  <a:pt x="404" y="36"/>
                </a:lnTo>
                <a:lnTo>
                  <a:pt x="405" y="35"/>
                </a:lnTo>
                <a:lnTo>
                  <a:pt x="404" y="34"/>
                </a:lnTo>
                <a:lnTo>
                  <a:pt x="404" y="33"/>
                </a:lnTo>
                <a:lnTo>
                  <a:pt x="403" y="30"/>
                </a:lnTo>
                <a:lnTo>
                  <a:pt x="402" y="30"/>
                </a:lnTo>
                <a:lnTo>
                  <a:pt x="403" y="28"/>
                </a:lnTo>
                <a:lnTo>
                  <a:pt x="405" y="27"/>
                </a:lnTo>
                <a:lnTo>
                  <a:pt x="406" y="27"/>
                </a:lnTo>
                <a:lnTo>
                  <a:pt x="407" y="27"/>
                </a:lnTo>
                <a:lnTo>
                  <a:pt x="409" y="24"/>
                </a:lnTo>
                <a:lnTo>
                  <a:pt x="410" y="23"/>
                </a:lnTo>
                <a:lnTo>
                  <a:pt x="412" y="22"/>
                </a:lnTo>
                <a:lnTo>
                  <a:pt x="415" y="24"/>
                </a:lnTo>
                <a:lnTo>
                  <a:pt x="417" y="23"/>
                </a:lnTo>
                <a:lnTo>
                  <a:pt x="418" y="23"/>
                </a:lnTo>
                <a:lnTo>
                  <a:pt x="421" y="22"/>
                </a:lnTo>
                <a:lnTo>
                  <a:pt x="422" y="22"/>
                </a:lnTo>
                <a:lnTo>
                  <a:pt x="423" y="22"/>
                </a:lnTo>
                <a:lnTo>
                  <a:pt x="425" y="20"/>
                </a:lnTo>
                <a:lnTo>
                  <a:pt x="426" y="20"/>
                </a:lnTo>
                <a:lnTo>
                  <a:pt x="429" y="19"/>
                </a:lnTo>
                <a:lnTo>
                  <a:pt x="430" y="20"/>
                </a:lnTo>
                <a:lnTo>
                  <a:pt x="431" y="20"/>
                </a:lnTo>
                <a:lnTo>
                  <a:pt x="432" y="20"/>
                </a:lnTo>
                <a:lnTo>
                  <a:pt x="435" y="19"/>
                </a:lnTo>
                <a:lnTo>
                  <a:pt x="436" y="18"/>
                </a:lnTo>
                <a:lnTo>
                  <a:pt x="437" y="18"/>
                </a:lnTo>
                <a:lnTo>
                  <a:pt x="439" y="17"/>
                </a:lnTo>
                <a:lnTo>
                  <a:pt x="440" y="18"/>
                </a:lnTo>
                <a:lnTo>
                  <a:pt x="441" y="18"/>
                </a:lnTo>
                <a:lnTo>
                  <a:pt x="442" y="18"/>
                </a:lnTo>
                <a:lnTo>
                  <a:pt x="443" y="18"/>
                </a:lnTo>
                <a:lnTo>
                  <a:pt x="445" y="17"/>
                </a:lnTo>
                <a:lnTo>
                  <a:pt x="445" y="16"/>
                </a:lnTo>
                <a:lnTo>
                  <a:pt x="444" y="15"/>
                </a:lnTo>
                <a:lnTo>
                  <a:pt x="443" y="14"/>
                </a:lnTo>
                <a:lnTo>
                  <a:pt x="444" y="14"/>
                </a:lnTo>
                <a:lnTo>
                  <a:pt x="444" y="13"/>
                </a:lnTo>
                <a:lnTo>
                  <a:pt x="445" y="12"/>
                </a:lnTo>
                <a:lnTo>
                  <a:pt x="446" y="11"/>
                </a:lnTo>
                <a:lnTo>
                  <a:pt x="446" y="10"/>
                </a:lnTo>
                <a:lnTo>
                  <a:pt x="445" y="10"/>
                </a:lnTo>
                <a:lnTo>
                  <a:pt x="445" y="9"/>
                </a:lnTo>
                <a:lnTo>
                  <a:pt x="445" y="8"/>
                </a:lnTo>
                <a:lnTo>
                  <a:pt x="446" y="8"/>
                </a:lnTo>
                <a:lnTo>
                  <a:pt x="448" y="7"/>
                </a:lnTo>
                <a:lnTo>
                  <a:pt x="449" y="7"/>
                </a:lnTo>
                <a:lnTo>
                  <a:pt x="450" y="7"/>
                </a:lnTo>
                <a:lnTo>
                  <a:pt x="450" y="6"/>
                </a:lnTo>
                <a:lnTo>
                  <a:pt x="450" y="5"/>
                </a:lnTo>
                <a:lnTo>
                  <a:pt x="451" y="5"/>
                </a:lnTo>
                <a:lnTo>
                  <a:pt x="455" y="4"/>
                </a:lnTo>
                <a:lnTo>
                  <a:pt x="457" y="4"/>
                </a:lnTo>
                <a:lnTo>
                  <a:pt x="458" y="4"/>
                </a:lnTo>
                <a:lnTo>
                  <a:pt x="459" y="4"/>
                </a:lnTo>
                <a:lnTo>
                  <a:pt x="460" y="2"/>
                </a:lnTo>
                <a:lnTo>
                  <a:pt x="461" y="0"/>
                </a:lnTo>
                <a:lnTo>
                  <a:pt x="462" y="0"/>
                </a:lnTo>
                <a:lnTo>
                  <a:pt x="46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1" name=""/>
          <p:cNvSpPr/>
          <p:nvPr/>
        </p:nvSpPr>
        <p:spPr>
          <a:xfrm>
            <a:off x="8313120" y="1654920"/>
            <a:ext cx="7560" cy="2160"/>
          </a:xfrm>
          <a:custGeom>
            <a:avLst/>
            <a:gdLst/>
            <a:ahLst/>
            <a:rect l="0" t="0" r="r" b="b"/>
            <a:pathLst>
              <a:path w="21" h="6">
                <a:moveTo>
                  <a:pt x="14" y="2"/>
                </a:moveTo>
                <a:lnTo>
                  <a:pt x="14" y="3"/>
                </a:lnTo>
                <a:lnTo>
                  <a:pt x="15" y="3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19" y="6"/>
                </a:lnTo>
                <a:lnTo>
                  <a:pt x="18" y="6"/>
                </a:lnTo>
                <a:lnTo>
                  <a:pt x="16" y="6"/>
                </a:lnTo>
                <a:lnTo>
                  <a:pt x="15" y="5"/>
                </a:lnTo>
                <a:lnTo>
                  <a:pt x="15" y="4"/>
                </a:lnTo>
                <a:lnTo>
                  <a:pt x="14" y="4"/>
                </a:lnTo>
                <a:lnTo>
                  <a:pt x="14" y="3"/>
                </a:lnTo>
                <a:lnTo>
                  <a:pt x="13" y="3"/>
                </a:lnTo>
                <a:lnTo>
                  <a:pt x="11" y="3"/>
                </a:lnTo>
                <a:lnTo>
                  <a:pt x="10" y="3"/>
                </a:lnTo>
                <a:lnTo>
                  <a:pt x="11" y="4"/>
                </a:lnTo>
                <a:lnTo>
                  <a:pt x="5" y="6"/>
                </a:lnTo>
                <a:lnTo>
                  <a:pt x="4" y="6"/>
                </a:lnTo>
                <a:lnTo>
                  <a:pt x="2" y="5"/>
                </a:lnTo>
                <a:lnTo>
                  <a:pt x="0" y="6"/>
                </a:lnTo>
                <a:lnTo>
                  <a:pt x="0" y="5"/>
                </a:lnTo>
                <a:lnTo>
                  <a:pt x="10" y="3"/>
                </a:lnTo>
                <a:lnTo>
                  <a:pt x="12" y="2"/>
                </a:lnTo>
                <a:lnTo>
                  <a:pt x="12" y="0"/>
                </a:lnTo>
                <a:lnTo>
                  <a:pt x="11" y="0"/>
                </a:lnTo>
                <a:lnTo>
                  <a:pt x="13" y="0"/>
                </a:lnTo>
                <a:lnTo>
                  <a:pt x="13" y="2"/>
                </a:lnTo>
                <a:lnTo>
                  <a:pt x="14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2" name=""/>
          <p:cNvSpPr/>
          <p:nvPr/>
        </p:nvSpPr>
        <p:spPr>
          <a:xfrm>
            <a:off x="8464680" y="22046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5" y="5"/>
                </a:move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3"/>
                </a:lnTo>
                <a:lnTo>
                  <a:pt x="5" y="4"/>
                </a:ln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3" name=""/>
          <p:cNvSpPr/>
          <p:nvPr/>
        </p:nvSpPr>
        <p:spPr>
          <a:xfrm>
            <a:off x="8467920" y="2202840"/>
            <a:ext cx="1800" cy="2880"/>
          </a:xfrm>
          <a:custGeom>
            <a:avLst/>
            <a:gdLst/>
            <a:ahLst/>
            <a:rect l="0" t="0" r="r" b="b"/>
            <a:pathLst>
              <a:path w="5" h="8">
                <a:moveTo>
                  <a:pt x="4" y="6"/>
                </a:moveTo>
                <a:lnTo>
                  <a:pt x="4" y="7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4" y="5"/>
                </a:lnTo>
                <a:lnTo>
                  <a:pt x="4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4" name=""/>
          <p:cNvSpPr/>
          <p:nvPr/>
        </p:nvSpPr>
        <p:spPr>
          <a:xfrm>
            <a:off x="8469360" y="21978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5" name=""/>
          <p:cNvSpPr/>
          <p:nvPr/>
        </p:nvSpPr>
        <p:spPr>
          <a:xfrm>
            <a:off x="8470080" y="21898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5" y="0"/>
                </a:lnTo>
                <a:lnTo>
                  <a:pt x="4" y="1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6" name=""/>
          <p:cNvSpPr/>
          <p:nvPr/>
        </p:nvSpPr>
        <p:spPr>
          <a:xfrm>
            <a:off x="8500680" y="2178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7" name=""/>
          <p:cNvSpPr/>
          <p:nvPr/>
        </p:nvSpPr>
        <p:spPr>
          <a:xfrm>
            <a:off x="8498520" y="2175120"/>
            <a:ext cx="4680" cy="3240"/>
          </a:xfrm>
          <a:custGeom>
            <a:avLst/>
            <a:gdLst/>
            <a:ahLst/>
            <a:rect l="0" t="0" r="r" b="b"/>
            <a:pathLst>
              <a:path w="13" h="9">
                <a:moveTo>
                  <a:pt x="3" y="1"/>
                </a:moveTo>
                <a:lnTo>
                  <a:pt x="4" y="1"/>
                </a:lnTo>
                <a:lnTo>
                  <a:pt x="4" y="2"/>
                </a:lnTo>
                <a:lnTo>
                  <a:pt x="6" y="2"/>
                </a:lnTo>
                <a:lnTo>
                  <a:pt x="7" y="2"/>
                </a:lnTo>
                <a:lnTo>
                  <a:pt x="8" y="4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1" y="6"/>
                </a:lnTo>
                <a:lnTo>
                  <a:pt x="12" y="7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1" y="7"/>
                </a:lnTo>
                <a:lnTo>
                  <a:pt x="9" y="6"/>
                </a:lnTo>
                <a:lnTo>
                  <a:pt x="8" y="5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9" y="7"/>
                </a:lnTo>
                <a:lnTo>
                  <a:pt x="6" y="6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4" y="7"/>
                </a:lnTo>
                <a:lnTo>
                  <a:pt x="4" y="8"/>
                </a:lnTo>
                <a:lnTo>
                  <a:pt x="6" y="8"/>
                </a:lnTo>
                <a:lnTo>
                  <a:pt x="6" y="9"/>
                </a:lnTo>
                <a:lnTo>
                  <a:pt x="4" y="9"/>
                </a:lnTo>
                <a:lnTo>
                  <a:pt x="4" y="8"/>
                </a:lnTo>
                <a:lnTo>
                  <a:pt x="3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8" name=""/>
          <p:cNvSpPr/>
          <p:nvPr/>
        </p:nvSpPr>
        <p:spPr>
          <a:xfrm>
            <a:off x="8502120" y="2175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9" name=""/>
          <p:cNvSpPr/>
          <p:nvPr/>
        </p:nvSpPr>
        <p:spPr>
          <a:xfrm>
            <a:off x="8503560" y="2175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0" name=""/>
          <p:cNvSpPr/>
          <p:nvPr/>
        </p:nvSpPr>
        <p:spPr>
          <a:xfrm>
            <a:off x="8500680" y="2174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1" name=""/>
          <p:cNvSpPr/>
          <p:nvPr/>
        </p:nvSpPr>
        <p:spPr>
          <a:xfrm>
            <a:off x="8481960" y="2165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1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2" name=""/>
          <p:cNvSpPr/>
          <p:nvPr/>
        </p:nvSpPr>
        <p:spPr>
          <a:xfrm>
            <a:off x="8504280" y="2163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3" name=""/>
          <p:cNvSpPr/>
          <p:nvPr/>
        </p:nvSpPr>
        <p:spPr>
          <a:xfrm>
            <a:off x="8506080" y="21625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2"/>
                </a:moveTo>
                <a:lnTo>
                  <a:pt x="3" y="1"/>
                </a:lnTo>
                <a:lnTo>
                  <a:pt x="5" y="0"/>
                </a:lnTo>
                <a:lnTo>
                  <a:pt x="5" y="1"/>
                </a:lnTo>
                <a:lnTo>
                  <a:pt x="4" y="2"/>
                </a:lnTo>
                <a:lnTo>
                  <a:pt x="3" y="5"/>
                </a:lnTo>
                <a:lnTo>
                  <a:pt x="1" y="5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4" name=""/>
          <p:cNvSpPr/>
          <p:nvPr/>
        </p:nvSpPr>
        <p:spPr>
          <a:xfrm>
            <a:off x="8490960" y="21625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5"/>
                </a:move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3" y="6"/>
                </a:lnTo>
                <a:lnTo>
                  <a:pt x="1" y="6"/>
                </a:lnTo>
                <a:lnTo>
                  <a:pt x="3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5" name=""/>
          <p:cNvSpPr/>
          <p:nvPr/>
        </p:nvSpPr>
        <p:spPr>
          <a:xfrm>
            <a:off x="8481960" y="2162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0"/>
                </a:moveTo>
                <a:lnTo>
                  <a:pt x="3" y="2"/>
                </a:lnTo>
                <a:lnTo>
                  <a:pt x="4" y="2"/>
                </a:lnTo>
                <a:lnTo>
                  <a:pt x="3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6" name=""/>
          <p:cNvSpPr/>
          <p:nvPr/>
        </p:nvSpPr>
        <p:spPr>
          <a:xfrm>
            <a:off x="8480880" y="2162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7" name=""/>
          <p:cNvSpPr/>
          <p:nvPr/>
        </p:nvSpPr>
        <p:spPr>
          <a:xfrm>
            <a:off x="8486640" y="2161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8" name=""/>
          <p:cNvSpPr/>
          <p:nvPr/>
        </p:nvSpPr>
        <p:spPr>
          <a:xfrm>
            <a:off x="8485560" y="21603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9" name=""/>
          <p:cNvSpPr/>
          <p:nvPr/>
        </p:nvSpPr>
        <p:spPr>
          <a:xfrm>
            <a:off x="8500320" y="2153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0"/>
                </a:move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0" name=""/>
          <p:cNvSpPr/>
          <p:nvPr/>
        </p:nvSpPr>
        <p:spPr>
          <a:xfrm>
            <a:off x="8501400" y="2153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1" name=""/>
          <p:cNvSpPr/>
          <p:nvPr/>
        </p:nvSpPr>
        <p:spPr>
          <a:xfrm>
            <a:off x="8500320" y="2153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2" name=""/>
          <p:cNvSpPr/>
          <p:nvPr/>
        </p:nvSpPr>
        <p:spPr>
          <a:xfrm>
            <a:off x="8496360" y="2152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3"/>
                </a:move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3" name=""/>
          <p:cNvSpPr/>
          <p:nvPr/>
        </p:nvSpPr>
        <p:spPr>
          <a:xfrm>
            <a:off x="8499960" y="214992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0" y="7"/>
                </a:move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3" y="3"/>
                </a:lnTo>
                <a:lnTo>
                  <a:pt x="4" y="2"/>
                </a:lnTo>
                <a:lnTo>
                  <a:pt x="6" y="0"/>
                </a:ln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6"/>
                </a:lnTo>
                <a:lnTo>
                  <a:pt x="3" y="7"/>
                </a:lnTo>
                <a:lnTo>
                  <a:pt x="2" y="9"/>
                </a:lnTo>
                <a:lnTo>
                  <a:pt x="0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4" name=""/>
          <p:cNvSpPr/>
          <p:nvPr/>
        </p:nvSpPr>
        <p:spPr>
          <a:xfrm>
            <a:off x="8505000" y="2148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5" name=""/>
          <p:cNvSpPr/>
          <p:nvPr/>
        </p:nvSpPr>
        <p:spPr>
          <a:xfrm>
            <a:off x="8497080" y="2146680"/>
            <a:ext cx="6840" cy="4320"/>
          </a:xfrm>
          <a:custGeom>
            <a:avLst/>
            <a:gdLst/>
            <a:ahLst/>
            <a:rect l="0" t="0" r="r" b="b"/>
            <a:pathLst>
              <a:path w="19" h="12">
                <a:moveTo>
                  <a:pt x="18" y="3"/>
                </a:moveTo>
                <a:lnTo>
                  <a:pt x="17" y="5"/>
                </a:lnTo>
                <a:lnTo>
                  <a:pt x="16" y="4"/>
                </a:lnTo>
                <a:lnTo>
                  <a:pt x="15" y="4"/>
                </a:lnTo>
                <a:lnTo>
                  <a:pt x="15" y="5"/>
                </a:lnTo>
                <a:lnTo>
                  <a:pt x="16" y="5"/>
                </a:lnTo>
                <a:lnTo>
                  <a:pt x="16" y="6"/>
                </a:lnTo>
                <a:lnTo>
                  <a:pt x="15" y="6"/>
                </a:lnTo>
                <a:lnTo>
                  <a:pt x="15" y="7"/>
                </a:lnTo>
                <a:lnTo>
                  <a:pt x="16" y="9"/>
                </a:lnTo>
                <a:lnTo>
                  <a:pt x="17" y="9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1" y="10"/>
                </a:lnTo>
                <a:lnTo>
                  <a:pt x="10" y="11"/>
                </a:lnTo>
                <a:lnTo>
                  <a:pt x="8" y="11"/>
                </a:lnTo>
                <a:lnTo>
                  <a:pt x="7" y="11"/>
                </a:lnTo>
                <a:lnTo>
                  <a:pt x="5" y="11"/>
                </a:lnTo>
                <a:lnTo>
                  <a:pt x="4" y="12"/>
                </a:lnTo>
                <a:lnTo>
                  <a:pt x="3" y="11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3" y="11"/>
                </a:lnTo>
                <a:lnTo>
                  <a:pt x="3" y="10"/>
                </a:lnTo>
                <a:lnTo>
                  <a:pt x="1" y="10"/>
                </a:lnTo>
                <a:lnTo>
                  <a:pt x="1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5" y="7"/>
                </a:lnTo>
                <a:lnTo>
                  <a:pt x="6" y="6"/>
                </a:lnTo>
                <a:lnTo>
                  <a:pt x="7" y="6"/>
                </a:lnTo>
                <a:lnTo>
                  <a:pt x="6" y="5"/>
                </a:lnTo>
                <a:lnTo>
                  <a:pt x="7" y="4"/>
                </a:lnTo>
                <a:lnTo>
                  <a:pt x="9" y="3"/>
                </a:lnTo>
                <a:lnTo>
                  <a:pt x="12" y="3"/>
                </a:lnTo>
                <a:lnTo>
                  <a:pt x="12" y="1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lnTo>
                  <a:pt x="16" y="1"/>
                </a:lnTo>
                <a:lnTo>
                  <a:pt x="17" y="0"/>
                </a:lnTo>
                <a:lnTo>
                  <a:pt x="18" y="0"/>
                </a:lnTo>
                <a:lnTo>
                  <a:pt x="19" y="1"/>
                </a:lnTo>
                <a:lnTo>
                  <a:pt x="18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6" name=""/>
          <p:cNvSpPr/>
          <p:nvPr/>
        </p:nvSpPr>
        <p:spPr>
          <a:xfrm>
            <a:off x="8492400" y="2146680"/>
            <a:ext cx="4320" cy="3960"/>
          </a:xfrm>
          <a:custGeom>
            <a:avLst/>
            <a:gdLst/>
            <a:ahLst/>
            <a:rect l="0" t="0" r="r" b="b"/>
            <a:pathLst>
              <a:path w="12" h="11">
                <a:moveTo>
                  <a:pt x="4" y="2"/>
                </a:moveTo>
                <a:lnTo>
                  <a:pt x="5" y="3"/>
                </a:lnTo>
                <a:lnTo>
                  <a:pt x="5" y="4"/>
                </a:lnTo>
                <a:lnTo>
                  <a:pt x="7" y="4"/>
                </a:lnTo>
                <a:lnTo>
                  <a:pt x="8" y="4"/>
                </a:lnTo>
                <a:lnTo>
                  <a:pt x="9" y="3"/>
                </a:lnTo>
                <a:lnTo>
                  <a:pt x="12" y="2"/>
                </a:lnTo>
                <a:lnTo>
                  <a:pt x="10" y="4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8" y="8"/>
                </a:lnTo>
                <a:lnTo>
                  <a:pt x="7" y="8"/>
                </a:lnTo>
                <a:lnTo>
                  <a:pt x="7" y="6"/>
                </a:lnTo>
                <a:lnTo>
                  <a:pt x="6" y="7"/>
                </a:lnTo>
                <a:lnTo>
                  <a:pt x="5" y="6"/>
                </a:lnTo>
                <a:lnTo>
                  <a:pt x="4" y="6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2" y="9"/>
                </a:lnTo>
                <a:lnTo>
                  <a:pt x="1" y="11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7" name=""/>
          <p:cNvSpPr/>
          <p:nvPr/>
        </p:nvSpPr>
        <p:spPr>
          <a:xfrm>
            <a:off x="8500320" y="21456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1" y="2"/>
                </a:move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3" y="4"/>
                </a:lnTo>
                <a:lnTo>
                  <a:pt x="0" y="5"/>
                </a:lnTo>
                <a:lnTo>
                  <a:pt x="1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8" name=""/>
          <p:cNvSpPr/>
          <p:nvPr/>
        </p:nvSpPr>
        <p:spPr>
          <a:xfrm>
            <a:off x="8497440" y="214344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7" y="7"/>
                </a:moveTo>
                <a:lnTo>
                  <a:pt x="1" y="11"/>
                </a:lnTo>
                <a:lnTo>
                  <a:pt x="0" y="10"/>
                </a:lnTo>
                <a:lnTo>
                  <a:pt x="0" y="8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9" name=""/>
          <p:cNvSpPr/>
          <p:nvPr/>
        </p:nvSpPr>
        <p:spPr>
          <a:xfrm>
            <a:off x="8497080" y="2142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0" name=""/>
          <p:cNvSpPr/>
          <p:nvPr/>
        </p:nvSpPr>
        <p:spPr>
          <a:xfrm>
            <a:off x="8492040" y="2138400"/>
            <a:ext cx="6840" cy="3600"/>
          </a:xfrm>
          <a:custGeom>
            <a:avLst/>
            <a:gdLst/>
            <a:ahLst/>
            <a:rect l="0" t="0" r="r" b="b"/>
            <a:pathLst>
              <a:path w="19" h="10">
                <a:moveTo>
                  <a:pt x="13" y="0"/>
                </a:moveTo>
                <a:lnTo>
                  <a:pt x="14" y="0"/>
                </a:lnTo>
                <a:lnTo>
                  <a:pt x="15" y="0"/>
                </a:lnTo>
                <a:lnTo>
                  <a:pt x="17" y="2"/>
                </a:lnTo>
                <a:lnTo>
                  <a:pt x="18" y="2"/>
                </a:lnTo>
                <a:lnTo>
                  <a:pt x="19" y="2"/>
                </a:lnTo>
                <a:lnTo>
                  <a:pt x="19" y="3"/>
                </a:lnTo>
                <a:lnTo>
                  <a:pt x="19" y="4"/>
                </a:lnTo>
                <a:lnTo>
                  <a:pt x="19" y="6"/>
                </a:lnTo>
                <a:lnTo>
                  <a:pt x="18" y="7"/>
                </a:lnTo>
                <a:lnTo>
                  <a:pt x="17" y="7"/>
                </a:lnTo>
                <a:lnTo>
                  <a:pt x="15" y="8"/>
                </a:lnTo>
                <a:lnTo>
                  <a:pt x="14" y="8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0" y="10"/>
                </a:lnTo>
                <a:lnTo>
                  <a:pt x="10" y="9"/>
                </a:lnTo>
                <a:lnTo>
                  <a:pt x="10" y="8"/>
                </a:lnTo>
                <a:lnTo>
                  <a:pt x="7" y="8"/>
                </a:lnTo>
                <a:lnTo>
                  <a:pt x="5" y="8"/>
                </a:lnTo>
                <a:lnTo>
                  <a:pt x="3" y="9"/>
                </a:lnTo>
                <a:lnTo>
                  <a:pt x="2" y="10"/>
                </a:lnTo>
                <a:lnTo>
                  <a:pt x="1" y="10"/>
                </a:lnTo>
                <a:lnTo>
                  <a:pt x="0" y="8"/>
                </a:lnTo>
                <a:lnTo>
                  <a:pt x="1" y="7"/>
                </a:lnTo>
                <a:lnTo>
                  <a:pt x="1" y="6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12" y="0"/>
                </a:lnTo>
                <a:lnTo>
                  <a:pt x="1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1" name=""/>
          <p:cNvSpPr/>
          <p:nvPr/>
        </p:nvSpPr>
        <p:spPr>
          <a:xfrm>
            <a:off x="8492040" y="213696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8" y="2"/>
                </a:moveTo>
                <a:lnTo>
                  <a:pt x="8" y="3"/>
                </a:lnTo>
                <a:lnTo>
                  <a:pt x="7" y="3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2" y="6"/>
                </a:lnTo>
                <a:lnTo>
                  <a:pt x="0" y="7"/>
                </a:lnTo>
                <a:lnTo>
                  <a:pt x="0" y="6"/>
                </a:lnTo>
                <a:lnTo>
                  <a:pt x="1" y="4"/>
                </a:lnTo>
                <a:lnTo>
                  <a:pt x="2" y="4"/>
                </a:lnTo>
                <a:lnTo>
                  <a:pt x="3" y="3"/>
                </a:lnTo>
                <a:lnTo>
                  <a:pt x="4" y="2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2"/>
                </a:lnTo>
                <a:lnTo>
                  <a:pt x="8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2" name=""/>
          <p:cNvSpPr/>
          <p:nvPr/>
        </p:nvSpPr>
        <p:spPr>
          <a:xfrm>
            <a:off x="8500320" y="2136240"/>
            <a:ext cx="4320" cy="2880"/>
          </a:xfrm>
          <a:custGeom>
            <a:avLst/>
            <a:gdLst/>
            <a:ahLst/>
            <a:rect l="0" t="0" r="r" b="b"/>
            <a:pathLst>
              <a:path w="12" h="8">
                <a:moveTo>
                  <a:pt x="5" y="1"/>
                </a:move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0"/>
                </a:lnTo>
                <a:lnTo>
                  <a:pt x="12" y="0"/>
                </a:lnTo>
                <a:lnTo>
                  <a:pt x="12" y="1"/>
                </a:lnTo>
                <a:lnTo>
                  <a:pt x="8" y="2"/>
                </a:lnTo>
                <a:lnTo>
                  <a:pt x="7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7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3" name=""/>
          <p:cNvSpPr/>
          <p:nvPr/>
        </p:nvSpPr>
        <p:spPr>
          <a:xfrm>
            <a:off x="8498160" y="21348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3"/>
                </a:move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4" y="2"/>
                </a:lnTo>
                <a:lnTo>
                  <a:pt x="2" y="2"/>
                </a:lnTo>
                <a:lnTo>
                  <a:pt x="1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4" name=""/>
          <p:cNvSpPr/>
          <p:nvPr/>
        </p:nvSpPr>
        <p:spPr>
          <a:xfrm>
            <a:off x="8504640" y="2131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5" name=""/>
          <p:cNvSpPr/>
          <p:nvPr/>
        </p:nvSpPr>
        <p:spPr>
          <a:xfrm>
            <a:off x="8506440" y="2130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6" name=""/>
          <p:cNvSpPr/>
          <p:nvPr/>
        </p:nvSpPr>
        <p:spPr>
          <a:xfrm>
            <a:off x="8496720" y="2123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7" name=""/>
          <p:cNvSpPr/>
          <p:nvPr/>
        </p:nvSpPr>
        <p:spPr>
          <a:xfrm>
            <a:off x="8496360" y="2118960"/>
            <a:ext cx="1800" cy="2880"/>
          </a:xfrm>
          <a:custGeom>
            <a:avLst/>
            <a:gdLst/>
            <a:ahLst/>
            <a:rect l="0" t="0" r="r" b="b"/>
            <a:pathLst>
              <a:path w="5" h="8">
                <a:moveTo>
                  <a:pt x="0" y="4"/>
                </a:move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5" y="4"/>
                </a:lnTo>
                <a:lnTo>
                  <a:pt x="5" y="5"/>
                </a:lnTo>
                <a:lnTo>
                  <a:pt x="4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8" name=""/>
          <p:cNvSpPr/>
          <p:nvPr/>
        </p:nvSpPr>
        <p:spPr>
          <a:xfrm>
            <a:off x="8496720" y="2117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9" name=""/>
          <p:cNvSpPr/>
          <p:nvPr/>
        </p:nvSpPr>
        <p:spPr>
          <a:xfrm>
            <a:off x="8494560" y="21175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0" name=""/>
          <p:cNvSpPr/>
          <p:nvPr/>
        </p:nvSpPr>
        <p:spPr>
          <a:xfrm>
            <a:off x="8495640" y="21171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0"/>
                </a:move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1" name=""/>
          <p:cNvSpPr/>
          <p:nvPr/>
        </p:nvSpPr>
        <p:spPr>
          <a:xfrm>
            <a:off x="8496000" y="211068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2" y="3"/>
                </a:move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7" y="4"/>
                </a:lnTo>
                <a:lnTo>
                  <a:pt x="9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2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2" name=""/>
          <p:cNvSpPr/>
          <p:nvPr/>
        </p:nvSpPr>
        <p:spPr>
          <a:xfrm>
            <a:off x="8497440" y="210960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5"/>
                </a:moveTo>
                <a:lnTo>
                  <a:pt x="3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3" name=""/>
          <p:cNvSpPr/>
          <p:nvPr/>
        </p:nvSpPr>
        <p:spPr>
          <a:xfrm>
            <a:off x="8287920" y="1916640"/>
            <a:ext cx="250560" cy="288720"/>
          </a:xfrm>
          <a:custGeom>
            <a:avLst/>
            <a:gdLst/>
            <a:ahLst/>
            <a:rect l="0" t="0" r="r" b="b"/>
            <a:pathLst>
              <a:path w="696" h="802">
                <a:moveTo>
                  <a:pt x="249" y="3"/>
                </a:moveTo>
                <a:lnTo>
                  <a:pt x="249" y="4"/>
                </a:lnTo>
                <a:lnTo>
                  <a:pt x="249" y="5"/>
                </a:lnTo>
                <a:lnTo>
                  <a:pt x="249" y="6"/>
                </a:lnTo>
                <a:lnTo>
                  <a:pt x="250" y="5"/>
                </a:lnTo>
                <a:lnTo>
                  <a:pt x="251" y="6"/>
                </a:lnTo>
                <a:lnTo>
                  <a:pt x="251" y="7"/>
                </a:lnTo>
                <a:lnTo>
                  <a:pt x="252" y="7"/>
                </a:lnTo>
                <a:lnTo>
                  <a:pt x="253" y="7"/>
                </a:lnTo>
                <a:lnTo>
                  <a:pt x="254" y="6"/>
                </a:lnTo>
                <a:lnTo>
                  <a:pt x="255" y="6"/>
                </a:lnTo>
                <a:lnTo>
                  <a:pt x="256" y="4"/>
                </a:lnTo>
                <a:lnTo>
                  <a:pt x="255" y="3"/>
                </a:lnTo>
                <a:lnTo>
                  <a:pt x="254" y="4"/>
                </a:lnTo>
                <a:lnTo>
                  <a:pt x="253" y="4"/>
                </a:lnTo>
                <a:lnTo>
                  <a:pt x="253" y="3"/>
                </a:lnTo>
                <a:lnTo>
                  <a:pt x="254" y="2"/>
                </a:lnTo>
                <a:lnTo>
                  <a:pt x="255" y="2"/>
                </a:lnTo>
                <a:lnTo>
                  <a:pt x="256" y="1"/>
                </a:lnTo>
                <a:lnTo>
                  <a:pt x="257" y="2"/>
                </a:lnTo>
                <a:lnTo>
                  <a:pt x="258" y="2"/>
                </a:lnTo>
                <a:lnTo>
                  <a:pt x="259" y="2"/>
                </a:lnTo>
                <a:lnTo>
                  <a:pt x="260" y="2"/>
                </a:lnTo>
                <a:lnTo>
                  <a:pt x="260" y="1"/>
                </a:lnTo>
                <a:lnTo>
                  <a:pt x="261" y="2"/>
                </a:lnTo>
                <a:lnTo>
                  <a:pt x="262" y="1"/>
                </a:lnTo>
                <a:lnTo>
                  <a:pt x="262" y="2"/>
                </a:lnTo>
                <a:lnTo>
                  <a:pt x="262" y="3"/>
                </a:lnTo>
                <a:lnTo>
                  <a:pt x="264" y="3"/>
                </a:lnTo>
                <a:lnTo>
                  <a:pt x="264" y="2"/>
                </a:lnTo>
                <a:lnTo>
                  <a:pt x="265" y="2"/>
                </a:lnTo>
                <a:lnTo>
                  <a:pt x="266" y="2"/>
                </a:lnTo>
                <a:lnTo>
                  <a:pt x="266" y="1"/>
                </a:lnTo>
                <a:lnTo>
                  <a:pt x="267" y="1"/>
                </a:lnTo>
                <a:lnTo>
                  <a:pt x="268" y="0"/>
                </a:lnTo>
                <a:lnTo>
                  <a:pt x="269" y="0"/>
                </a:lnTo>
                <a:lnTo>
                  <a:pt x="270" y="0"/>
                </a:lnTo>
                <a:lnTo>
                  <a:pt x="271" y="0"/>
                </a:lnTo>
                <a:lnTo>
                  <a:pt x="271" y="1"/>
                </a:lnTo>
                <a:lnTo>
                  <a:pt x="271" y="2"/>
                </a:lnTo>
                <a:lnTo>
                  <a:pt x="272" y="2"/>
                </a:lnTo>
                <a:lnTo>
                  <a:pt x="273" y="3"/>
                </a:lnTo>
                <a:lnTo>
                  <a:pt x="274" y="4"/>
                </a:lnTo>
                <a:lnTo>
                  <a:pt x="275" y="5"/>
                </a:lnTo>
                <a:lnTo>
                  <a:pt x="275" y="6"/>
                </a:lnTo>
                <a:lnTo>
                  <a:pt x="275" y="8"/>
                </a:lnTo>
                <a:lnTo>
                  <a:pt x="276" y="9"/>
                </a:lnTo>
                <a:lnTo>
                  <a:pt x="277" y="10"/>
                </a:lnTo>
                <a:lnTo>
                  <a:pt x="277" y="11"/>
                </a:lnTo>
                <a:lnTo>
                  <a:pt x="277" y="12"/>
                </a:lnTo>
                <a:lnTo>
                  <a:pt x="279" y="14"/>
                </a:lnTo>
                <a:lnTo>
                  <a:pt x="280" y="16"/>
                </a:lnTo>
                <a:lnTo>
                  <a:pt x="282" y="18"/>
                </a:lnTo>
                <a:lnTo>
                  <a:pt x="283" y="19"/>
                </a:lnTo>
                <a:lnTo>
                  <a:pt x="284" y="20"/>
                </a:lnTo>
                <a:lnTo>
                  <a:pt x="285" y="21"/>
                </a:lnTo>
                <a:lnTo>
                  <a:pt x="286" y="23"/>
                </a:lnTo>
                <a:lnTo>
                  <a:pt x="287" y="25"/>
                </a:lnTo>
                <a:lnTo>
                  <a:pt x="287" y="26"/>
                </a:lnTo>
                <a:lnTo>
                  <a:pt x="288" y="26"/>
                </a:lnTo>
                <a:lnTo>
                  <a:pt x="289" y="27"/>
                </a:lnTo>
                <a:lnTo>
                  <a:pt x="290" y="28"/>
                </a:lnTo>
                <a:lnTo>
                  <a:pt x="291" y="28"/>
                </a:lnTo>
                <a:lnTo>
                  <a:pt x="292" y="28"/>
                </a:lnTo>
                <a:lnTo>
                  <a:pt x="293" y="29"/>
                </a:lnTo>
                <a:lnTo>
                  <a:pt x="294" y="29"/>
                </a:lnTo>
                <a:lnTo>
                  <a:pt x="296" y="29"/>
                </a:lnTo>
                <a:lnTo>
                  <a:pt x="297" y="30"/>
                </a:lnTo>
                <a:lnTo>
                  <a:pt x="298" y="30"/>
                </a:lnTo>
                <a:lnTo>
                  <a:pt x="299" y="30"/>
                </a:lnTo>
                <a:lnTo>
                  <a:pt x="300" y="31"/>
                </a:lnTo>
                <a:lnTo>
                  <a:pt x="300" y="32"/>
                </a:lnTo>
                <a:lnTo>
                  <a:pt x="301" y="32"/>
                </a:lnTo>
                <a:lnTo>
                  <a:pt x="302" y="33"/>
                </a:lnTo>
                <a:lnTo>
                  <a:pt x="303" y="33"/>
                </a:lnTo>
                <a:lnTo>
                  <a:pt x="303" y="34"/>
                </a:lnTo>
                <a:lnTo>
                  <a:pt x="304" y="34"/>
                </a:lnTo>
                <a:lnTo>
                  <a:pt x="305" y="34"/>
                </a:lnTo>
                <a:lnTo>
                  <a:pt x="305" y="35"/>
                </a:lnTo>
                <a:lnTo>
                  <a:pt x="306" y="35"/>
                </a:lnTo>
                <a:lnTo>
                  <a:pt x="306" y="36"/>
                </a:lnTo>
                <a:lnTo>
                  <a:pt x="307" y="36"/>
                </a:lnTo>
                <a:lnTo>
                  <a:pt x="308" y="37"/>
                </a:lnTo>
                <a:lnTo>
                  <a:pt x="310" y="38"/>
                </a:lnTo>
                <a:lnTo>
                  <a:pt x="314" y="40"/>
                </a:lnTo>
                <a:lnTo>
                  <a:pt x="317" y="41"/>
                </a:lnTo>
                <a:lnTo>
                  <a:pt x="319" y="41"/>
                </a:lnTo>
                <a:lnTo>
                  <a:pt x="320" y="41"/>
                </a:lnTo>
                <a:lnTo>
                  <a:pt x="322" y="41"/>
                </a:lnTo>
                <a:lnTo>
                  <a:pt x="324" y="41"/>
                </a:lnTo>
                <a:lnTo>
                  <a:pt x="327" y="41"/>
                </a:lnTo>
                <a:lnTo>
                  <a:pt x="329" y="41"/>
                </a:lnTo>
                <a:lnTo>
                  <a:pt x="330" y="42"/>
                </a:lnTo>
                <a:lnTo>
                  <a:pt x="332" y="41"/>
                </a:lnTo>
                <a:lnTo>
                  <a:pt x="335" y="41"/>
                </a:lnTo>
                <a:lnTo>
                  <a:pt x="336" y="41"/>
                </a:lnTo>
                <a:lnTo>
                  <a:pt x="337" y="40"/>
                </a:lnTo>
                <a:lnTo>
                  <a:pt x="338" y="40"/>
                </a:lnTo>
                <a:lnTo>
                  <a:pt x="339" y="40"/>
                </a:lnTo>
                <a:lnTo>
                  <a:pt x="341" y="39"/>
                </a:lnTo>
                <a:lnTo>
                  <a:pt x="343" y="39"/>
                </a:lnTo>
                <a:lnTo>
                  <a:pt x="344" y="38"/>
                </a:lnTo>
                <a:lnTo>
                  <a:pt x="346" y="38"/>
                </a:lnTo>
                <a:lnTo>
                  <a:pt x="347" y="37"/>
                </a:lnTo>
                <a:lnTo>
                  <a:pt x="349" y="36"/>
                </a:lnTo>
                <a:lnTo>
                  <a:pt x="351" y="35"/>
                </a:lnTo>
                <a:lnTo>
                  <a:pt x="352" y="35"/>
                </a:lnTo>
                <a:lnTo>
                  <a:pt x="353" y="34"/>
                </a:lnTo>
                <a:lnTo>
                  <a:pt x="354" y="33"/>
                </a:lnTo>
                <a:lnTo>
                  <a:pt x="355" y="33"/>
                </a:lnTo>
                <a:lnTo>
                  <a:pt x="355" y="34"/>
                </a:lnTo>
                <a:lnTo>
                  <a:pt x="355" y="35"/>
                </a:lnTo>
                <a:lnTo>
                  <a:pt x="353" y="36"/>
                </a:lnTo>
                <a:lnTo>
                  <a:pt x="353" y="37"/>
                </a:lnTo>
                <a:lnTo>
                  <a:pt x="354" y="38"/>
                </a:lnTo>
                <a:lnTo>
                  <a:pt x="354" y="39"/>
                </a:lnTo>
                <a:lnTo>
                  <a:pt x="353" y="39"/>
                </a:lnTo>
                <a:lnTo>
                  <a:pt x="353" y="40"/>
                </a:lnTo>
                <a:lnTo>
                  <a:pt x="354" y="40"/>
                </a:lnTo>
                <a:lnTo>
                  <a:pt x="354" y="41"/>
                </a:lnTo>
                <a:lnTo>
                  <a:pt x="353" y="42"/>
                </a:lnTo>
                <a:lnTo>
                  <a:pt x="354" y="42"/>
                </a:lnTo>
                <a:lnTo>
                  <a:pt x="354" y="44"/>
                </a:lnTo>
                <a:lnTo>
                  <a:pt x="355" y="45"/>
                </a:lnTo>
                <a:lnTo>
                  <a:pt x="354" y="45"/>
                </a:lnTo>
                <a:lnTo>
                  <a:pt x="354" y="46"/>
                </a:lnTo>
                <a:lnTo>
                  <a:pt x="355" y="47"/>
                </a:lnTo>
                <a:lnTo>
                  <a:pt x="356" y="47"/>
                </a:lnTo>
                <a:lnTo>
                  <a:pt x="357" y="47"/>
                </a:lnTo>
                <a:lnTo>
                  <a:pt x="357" y="46"/>
                </a:lnTo>
                <a:lnTo>
                  <a:pt x="358" y="46"/>
                </a:lnTo>
                <a:lnTo>
                  <a:pt x="358" y="45"/>
                </a:lnTo>
                <a:lnTo>
                  <a:pt x="359" y="44"/>
                </a:lnTo>
                <a:lnTo>
                  <a:pt x="361" y="44"/>
                </a:lnTo>
                <a:lnTo>
                  <a:pt x="362" y="44"/>
                </a:lnTo>
                <a:lnTo>
                  <a:pt x="362" y="43"/>
                </a:lnTo>
                <a:lnTo>
                  <a:pt x="363" y="43"/>
                </a:lnTo>
                <a:lnTo>
                  <a:pt x="364" y="42"/>
                </a:lnTo>
                <a:lnTo>
                  <a:pt x="365" y="42"/>
                </a:lnTo>
                <a:lnTo>
                  <a:pt x="365" y="41"/>
                </a:lnTo>
                <a:lnTo>
                  <a:pt x="365" y="40"/>
                </a:lnTo>
                <a:lnTo>
                  <a:pt x="364" y="39"/>
                </a:lnTo>
                <a:lnTo>
                  <a:pt x="364" y="38"/>
                </a:lnTo>
                <a:lnTo>
                  <a:pt x="364" y="37"/>
                </a:lnTo>
                <a:lnTo>
                  <a:pt x="364" y="36"/>
                </a:lnTo>
                <a:lnTo>
                  <a:pt x="365" y="36"/>
                </a:lnTo>
                <a:lnTo>
                  <a:pt x="365" y="37"/>
                </a:lnTo>
                <a:lnTo>
                  <a:pt x="366" y="36"/>
                </a:lnTo>
                <a:lnTo>
                  <a:pt x="367" y="36"/>
                </a:lnTo>
                <a:lnTo>
                  <a:pt x="367" y="37"/>
                </a:lnTo>
                <a:lnTo>
                  <a:pt x="367" y="38"/>
                </a:lnTo>
                <a:lnTo>
                  <a:pt x="367" y="39"/>
                </a:lnTo>
                <a:lnTo>
                  <a:pt x="366" y="39"/>
                </a:lnTo>
                <a:lnTo>
                  <a:pt x="367" y="40"/>
                </a:lnTo>
                <a:lnTo>
                  <a:pt x="367" y="41"/>
                </a:lnTo>
                <a:lnTo>
                  <a:pt x="368" y="41"/>
                </a:lnTo>
                <a:lnTo>
                  <a:pt x="368" y="42"/>
                </a:lnTo>
                <a:lnTo>
                  <a:pt x="368" y="43"/>
                </a:lnTo>
                <a:lnTo>
                  <a:pt x="368" y="44"/>
                </a:lnTo>
                <a:lnTo>
                  <a:pt x="368" y="45"/>
                </a:lnTo>
                <a:lnTo>
                  <a:pt x="369" y="45"/>
                </a:lnTo>
                <a:lnTo>
                  <a:pt x="369" y="44"/>
                </a:lnTo>
                <a:lnTo>
                  <a:pt x="369" y="45"/>
                </a:lnTo>
                <a:lnTo>
                  <a:pt x="369" y="46"/>
                </a:lnTo>
                <a:lnTo>
                  <a:pt x="370" y="46"/>
                </a:lnTo>
                <a:lnTo>
                  <a:pt x="370" y="47"/>
                </a:lnTo>
                <a:lnTo>
                  <a:pt x="371" y="47"/>
                </a:lnTo>
                <a:lnTo>
                  <a:pt x="371" y="48"/>
                </a:lnTo>
                <a:lnTo>
                  <a:pt x="369" y="49"/>
                </a:lnTo>
                <a:lnTo>
                  <a:pt x="369" y="50"/>
                </a:lnTo>
                <a:lnTo>
                  <a:pt x="370" y="51"/>
                </a:lnTo>
                <a:lnTo>
                  <a:pt x="371" y="51"/>
                </a:lnTo>
                <a:lnTo>
                  <a:pt x="372" y="51"/>
                </a:lnTo>
                <a:lnTo>
                  <a:pt x="373" y="52"/>
                </a:lnTo>
                <a:lnTo>
                  <a:pt x="372" y="52"/>
                </a:lnTo>
                <a:lnTo>
                  <a:pt x="373" y="53"/>
                </a:lnTo>
                <a:lnTo>
                  <a:pt x="374" y="53"/>
                </a:lnTo>
                <a:lnTo>
                  <a:pt x="374" y="55"/>
                </a:lnTo>
                <a:lnTo>
                  <a:pt x="374" y="56"/>
                </a:lnTo>
                <a:lnTo>
                  <a:pt x="373" y="56"/>
                </a:lnTo>
                <a:lnTo>
                  <a:pt x="374" y="57"/>
                </a:lnTo>
                <a:lnTo>
                  <a:pt x="374" y="58"/>
                </a:lnTo>
                <a:lnTo>
                  <a:pt x="375" y="58"/>
                </a:lnTo>
                <a:lnTo>
                  <a:pt x="375" y="59"/>
                </a:lnTo>
                <a:lnTo>
                  <a:pt x="376" y="60"/>
                </a:lnTo>
                <a:lnTo>
                  <a:pt x="377" y="60"/>
                </a:lnTo>
                <a:lnTo>
                  <a:pt x="377" y="59"/>
                </a:lnTo>
                <a:lnTo>
                  <a:pt x="377" y="60"/>
                </a:lnTo>
                <a:lnTo>
                  <a:pt x="378" y="60"/>
                </a:lnTo>
                <a:lnTo>
                  <a:pt x="378" y="63"/>
                </a:lnTo>
                <a:lnTo>
                  <a:pt x="378" y="64"/>
                </a:lnTo>
                <a:lnTo>
                  <a:pt x="379" y="64"/>
                </a:lnTo>
                <a:lnTo>
                  <a:pt x="379" y="65"/>
                </a:lnTo>
                <a:lnTo>
                  <a:pt x="380" y="66"/>
                </a:lnTo>
                <a:lnTo>
                  <a:pt x="380" y="67"/>
                </a:lnTo>
                <a:lnTo>
                  <a:pt x="381" y="67"/>
                </a:lnTo>
                <a:lnTo>
                  <a:pt x="381" y="68"/>
                </a:lnTo>
                <a:lnTo>
                  <a:pt x="382" y="68"/>
                </a:lnTo>
                <a:lnTo>
                  <a:pt x="384" y="68"/>
                </a:lnTo>
                <a:lnTo>
                  <a:pt x="385" y="67"/>
                </a:lnTo>
                <a:lnTo>
                  <a:pt x="385" y="66"/>
                </a:lnTo>
                <a:lnTo>
                  <a:pt x="386" y="65"/>
                </a:lnTo>
                <a:lnTo>
                  <a:pt x="386" y="64"/>
                </a:lnTo>
                <a:lnTo>
                  <a:pt x="387" y="62"/>
                </a:lnTo>
                <a:lnTo>
                  <a:pt x="387" y="61"/>
                </a:lnTo>
                <a:lnTo>
                  <a:pt x="387" y="60"/>
                </a:lnTo>
                <a:lnTo>
                  <a:pt x="388" y="60"/>
                </a:lnTo>
                <a:lnTo>
                  <a:pt x="388" y="59"/>
                </a:lnTo>
                <a:lnTo>
                  <a:pt x="389" y="58"/>
                </a:lnTo>
                <a:lnTo>
                  <a:pt x="389" y="56"/>
                </a:lnTo>
                <a:lnTo>
                  <a:pt x="390" y="55"/>
                </a:lnTo>
                <a:lnTo>
                  <a:pt x="390" y="54"/>
                </a:lnTo>
                <a:lnTo>
                  <a:pt x="391" y="53"/>
                </a:lnTo>
                <a:lnTo>
                  <a:pt x="391" y="52"/>
                </a:lnTo>
                <a:lnTo>
                  <a:pt x="390" y="52"/>
                </a:lnTo>
                <a:lnTo>
                  <a:pt x="391" y="51"/>
                </a:lnTo>
                <a:lnTo>
                  <a:pt x="392" y="51"/>
                </a:lnTo>
                <a:lnTo>
                  <a:pt x="393" y="49"/>
                </a:lnTo>
                <a:lnTo>
                  <a:pt x="394" y="49"/>
                </a:lnTo>
                <a:lnTo>
                  <a:pt x="394" y="48"/>
                </a:lnTo>
                <a:lnTo>
                  <a:pt x="394" y="47"/>
                </a:lnTo>
                <a:lnTo>
                  <a:pt x="395" y="46"/>
                </a:lnTo>
                <a:lnTo>
                  <a:pt x="396" y="47"/>
                </a:lnTo>
                <a:lnTo>
                  <a:pt x="397" y="47"/>
                </a:lnTo>
                <a:lnTo>
                  <a:pt x="399" y="47"/>
                </a:lnTo>
                <a:lnTo>
                  <a:pt x="400" y="47"/>
                </a:lnTo>
                <a:lnTo>
                  <a:pt x="400" y="46"/>
                </a:lnTo>
                <a:lnTo>
                  <a:pt x="401" y="46"/>
                </a:lnTo>
                <a:lnTo>
                  <a:pt x="401" y="45"/>
                </a:lnTo>
                <a:lnTo>
                  <a:pt x="402" y="45"/>
                </a:lnTo>
                <a:lnTo>
                  <a:pt x="403" y="45"/>
                </a:lnTo>
                <a:lnTo>
                  <a:pt x="404" y="45"/>
                </a:lnTo>
                <a:lnTo>
                  <a:pt x="405" y="45"/>
                </a:lnTo>
                <a:lnTo>
                  <a:pt x="405" y="46"/>
                </a:lnTo>
                <a:lnTo>
                  <a:pt x="406" y="46"/>
                </a:lnTo>
                <a:lnTo>
                  <a:pt x="407" y="46"/>
                </a:lnTo>
                <a:lnTo>
                  <a:pt x="407" y="45"/>
                </a:lnTo>
                <a:lnTo>
                  <a:pt x="406" y="44"/>
                </a:lnTo>
                <a:lnTo>
                  <a:pt x="407" y="44"/>
                </a:lnTo>
                <a:lnTo>
                  <a:pt x="407" y="43"/>
                </a:lnTo>
                <a:lnTo>
                  <a:pt x="407" y="42"/>
                </a:lnTo>
                <a:lnTo>
                  <a:pt x="407" y="43"/>
                </a:lnTo>
                <a:lnTo>
                  <a:pt x="408" y="43"/>
                </a:lnTo>
                <a:lnTo>
                  <a:pt x="409" y="42"/>
                </a:lnTo>
                <a:lnTo>
                  <a:pt x="409" y="41"/>
                </a:lnTo>
                <a:lnTo>
                  <a:pt x="409" y="40"/>
                </a:lnTo>
                <a:lnTo>
                  <a:pt x="410" y="39"/>
                </a:lnTo>
                <a:lnTo>
                  <a:pt x="410" y="38"/>
                </a:lnTo>
                <a:lnTo>
                  <a:pt x="411" y="38"/>
                </a:lnTo>
                <a:lnTo>
                  <a:pt x="411" y="39"/>
                </a:lnTo>
                <a:lnTo>
                  <a:pt x="412" y="40"/>
                </a:lnTo>
                <a:lnTo>
                  <a:pt x="414" y="40"/>
                </a:lnTo>
                <a:lnTo>
                  <a:pt x="414" y="39"/>
                </a:lnTo>
                <a:lnTo>
                  <a:pt x="413" y="38"/>
                </a:lnTo>
                <a:lnTo>
                  <a:pt x="414" y="37"/>
                </a:lnTo>
                <a:lnTo>
                  <a:pt x="415" y="37"/>
                </a:lnTo>
                <a:lnTo>
                  <a:pt x="415" y="36"/>
                </a:lnTo>
                <a:lnTo>
                  <a:pt x="415" y="35"/>
                </a:lnTo>
                <a:lnTo>
                  <a:pt x="415" y="34"/>
                </a:lnTo>
                <a:lnTo>
                  <a:pt x="414" y="34"/>
                </a:lnTo>
                <a:lnTo>
                  <a:pt x="414" y="33"/>
                </a:lnTo>
                <a:lnTo>
                  <a:pt x="414" y="32"/>
                </a:lnTo>
                <a:lnTo>
                  <a:pt x="414" y="31"/>
                </a:lnTo>
                <a:lnTo>
                  <a:pt x="414" y="30"/>
                </a:lnTo>
                <a:lnTo>
                  <a:pt x="414" y="29"/>
                </a:lnTo>
                <a:lnTo>
                  <a:pt x="414" y="28"/>
                </a:lnTo>
                <a:lnTo>
                  <a:pt x="413" y="28"/>
                </a:lnTo>
                <a:lnTo>
                  <a:pt x="413" y="27"/>
                </a:lnTo>
                <a:lnTo>
                  <a:pt x="413" y="26"/>
                </a:lnTo>
                <a:lnTo>
                  <a:pt x="412" y="26"/>
                </a:lnTo>
                <a:lnTo>
                  <a:pt x="411" y="24"/>
                </a:lnTo>
                <a:lnTo>
                  <a:pt x="410" y="24"/>
                </a:lnTo>
                <a:lnTo>
                  <a:pt x="409" y="24"/>
                </a:lnTo>
                <a:lnTo>
                  <a:pt x="408" y="23"/>
                </a:lnTo>
                <a:lnTo>
                  <a:pt x="408" y="22"/>
                </a:lnTo>
                <a:lnTo>
                  <a:pt x="409" y="21"/>
                </a:lnTo>
                <a:lnTo>
                  <a:pt x="410" y="20"/>
                </a:lnTo>
                <a:lnTo>
                  <a:pt x="411" y="20"/>
                </a:lnTo>
                <a:lnTo>
                  <a:pt x="411" y="21"/>
                </a:lnTo>
                <a:lnTo>
                  <a:pt x="412" y="20"/>
                </a:lnTo>
                <a:lnTo>
                  <a:pt x="412" y="19"/>
                </a:lnTo>
                <a:lnTo>
                  <a:pt x="414" y="19"/>
                </a:lnTo>
                <a:lnTo>
                  <a:pt x="415" y="19"/>
                </a:lnTo>
                <a:lnTo>
                  <a:pt x="416" y="19"/>
                </a:lnTo>
                <a:lnTo>
                  <a:pt x="417" y="19"/>
                </a:lnTo>
                <a:lnTo>
                  <a:pt x="417" y="20"/>
                </a:lnTo>
                <a:lnTo>
                  <a:pt x="418" y="20"/>
                </a:lnTo>
                <a:lnTo>
                  <a:pt x="419" y="20"/>
                </a:lnTo>
                <a:lnTo>
                  <a:pt x="419" y="19"/>
                </a:lnTo>
                <a:lnTo>
                  <a:pt x="420" y="17"/>
                </a:lnTo>
                <a:lnTo>
                  <a:pt x="421" y="17"/>
                </a:lnTo>
                <a:lnTo>
                  <a:pt x="422" y="17"/>
                </a:lnTo>
                <a:lnTo>
                  <a:pt x="422" y="16"/>
                </a:lnTo>
                <a:lnTo>
                  <a:pt x="421" y="15"/>
                </a:lnTo>
                <a:lnTo>
                  <a:pt x="421" y="14"/>
                </a:lnTo>
                <a:lnTo>
                  <a:pt x="421" y="12"/>
                </a:lnTo>
                <a:lnTo>
                  <a:pt x="422" y="12"/>
                </a:lnTo>
                <a:lnTo>
                  <a:pt x="422" y="13"/>
                </a:lnTo>
                <a:lnTo>
                  <a:pt x="423" y="12"/>
                </a:lnTo>
                <a:lnTo>
                  <a:pt x="422" y="12"/>
                </a:lnTo>
                <a:lnTo>
                  <a:pt x="422" y="11"/>
                </a:lnTo>
                <a:lnTo>
                  <a:pt x="423" y="11"/>
                </a:lnTo>
                <a:lnTo>
                  <a:pt x="424" y="11"/>
                </a:lnTo>
                <a:lnTo>
                  <a:pt x="426" y="10"/>
                </a:lnTo>
                <a:lnTo>
                  <a:pt x="427" y="10"/>
                </a:lnTo>
                <a:lnTo>
                  <a:pt x="429" y="9"/>
                </a:lnTo>
                <a:lnTo>
                  <a:pt x="430" y="9"/>
                </a:lnTo>
                <a:lnTo>
                  <a:pt x="432" y="10"/>
                </a:lnTo>
                <a:lnTo>
                  <a:pt x="433" y="10"/>
                </a:lnTo>
                <a:lnTo>
                  <a:pt x="434" y="11"/>
                </a:lnTo>
                <a:lnTo>
                  <a:pt x="434" y="12"/>
                </a:lnTo>
                <a:lnTo>
                  <a:pt x="435" y="12"/>
                </a:lnTo>
                <a:lnTo>
                  <a:pt x="436" y="11"/>
                </a:lnTo>
                <a:lnTo>
                  <a:pt x="437" y="11"/>
                </a:lnTo>
                <a:lnTo>
                  <a:pt x="438" y="11"/>
                </a:lnTo>
                <a:lnTo>
                  <a:pt x="440" y="9"/>
                </a:lnTo>
                <a:lnTo>
                  <a:pt x="441" y="9"/>
                </a:lnTo>
                <a:lnTo>
                  <a:pt x="441" y="8"/>
                </a:lnTo>
                <a:lnTo>
                  <a:pt x="442" y="8"/>
                </a:lnTo>
                <a:lnTo>
                  <a:pt x="442" y="7"/>
                </a:lnTo>
                <a:lnTo>
                  <a:pt x="442" y="6"/>
                </a:lnTo>
                <a:lnTo>
                  <a:pt x="442" y="5"/>
                </a:lnTo>
                <a:lnTo>
                  <a:pt x="443" y="5"/>
                </a:lnTo>
                <a:lnTo>
                  <a:pt x="445" y="5"/>
                </a:lnTo>
                <a:lnTo>
                  <a:pt x="446" y="6"/>
                </a:lnTo>
                <a:lnTo>
                  <a:pt x="446" y="5"/>
                </a:lnTo>
                <a:lnTo>
                  <a:pt x="448" y="5"/>
                </a:lnTo>
                <a:lnTo>
                  <a:pt x="449" y="5"/>
                </a:lnTo>
                <a:lnTo>
                  <a:pt x="450" y="5"/>
                </a:lnTo>
                <a:lnTo>
                  <a:pt x="449" y="4"/>
                </a:lnTo>
                <a:lnTo>
                  <a:pt x="452" y="3"/>
                </a:lnTo>
                <a:lnTo>
                  <a:pt x="452" y="2"/>
                </a:lnTo>
                <a:lnTo>
                  <a:pt x="451" y="2"/>
                </a:lnTo>
                <a:lnTo>
                  <a:pt x="451" y="1"/>
                </a:lnTo>
                <a:lnTo>
                  <a:pt x="452" y="1"/>
                </a:lnTo>
                <a:lnTo>
                  <a:pt x="453" y="1"/>
                </a:lnTo>
                <a:lnTo>
                  <a:pt x="453" y="2"/>
                </a:lnTo>
                <a:lnTo>
                  <a:pt x="454" y="3"/>
                </a:lnTo>
                <a:lnTo>
                  <a:pt x="455" y="3"/>
                </a:lnTo>
                <a:lnTo>
                  <a:pt x="457" y="3"/>
                </a:lnTo>
                <a:lnTo>
                  <a:pt x="458" y="3"/>
                </a:lnTo>
                <a:lnTo>
                  <a:pt x="459" y="4"/>
                </a:lnTo>
                <a:lnTo>
                  <a:pt x="459" y="6"/>
                </a:lnTo>
                <a:lnTo>
                  <a:pt x="460" y="7"/>
                </a:lnTo>
                <a:lnTo>
                  <a:pt x="461" y="8"/>
                </a:lnTo>
                <a:lnTo>
                  <a:pt x="462" y="10"/>
                </a:lnTo>
                <a:lnTo>
                  <a:pt x="462" y="11"/>
                </a:lnTo>
                <a:lnTo>
                  <a:pt x="461" y="11"/>
                </a:lnTo>
                <a:lnTo>
                  <a:pt x="460" y="12"/>
                </a:lnTo>
                <a:lnTo>
                  <a:pt x="461" y="13"/>
                </a:lnTo>
                <a:lnTo>
                  <a:pt x="461" y="14"/>
                </a:lnTo>
                <a:lnTo>
                  <a:pt x="461" y="15"/>
                </a:lnTo>
                <a:lnTo>
                  <a:pt x="462" y="15"/>
                </a:lnTo>
                <a:lnTo>
                  <a:pt x="462" y="16"/>
                </a:lnTo>
                <a:lnTo>
                  <a:pt x="462" y="17"/>
                </a:lnTo>
                <a:lnTo>
                  <a:pt x="463" y="18"/>
                </a:lnTo>
                <a:lnTo>
                  <a:pt x="463" y="19"/>
                </a:lnTo>
                <a:lnTo>
                  <a:pt x="463" y="21"/>
                </a:lnTo>
                <a:lnTo>
                  <a:pt x="463" y="23"/>
                </a:lnTo>
                <a:lnTo>
                  <a:pt x="464" y="24"/>
                </a:lnTo>
                <a:lnTo>
                  <a:pt x="465" y="24"/>
                </a:lnTo>
                <a:lnTo>
                  <a:pt x="464" y="25"/>
                </a:lnTo>
                <a:lnTo>
                  <a:pt x="463" y="25"/>
                </a:lnTo>
                <a:lnTo>
                  <a:pt x="463" y="26"/>
                </a:lnTo>
                <a:lnTo>
                  <a:pt x="463" y="27"/>
                </a:lnTo>
                <a:lnTo>
                  <a:pt x="463" y="28"/>
                </a:lnTo>
                <a:lnTo>
                  <a:pt x="466" y="28"/>
                </a:lnTo>
                <a:lnTo>
                  <a:pt x="466" y="29"/>
                </a:lnTo>
                <a:lnTo>
                  <a:pt x="467" y="29"/>
                </a:lnTo>
                <a:lnTo>
                  <a:pt x="468" y="29"/>
                </a:lnTo>
                <a:lnTo>
                  <a:pt x="468" y="30"/>
                </a:lnTo>
                <a:lnTo>
                  <a:pt x="469" y="30"/>
                </a:lnTo>
                <a:lnTo>
                  <a:pt x="469" y="31"/>
                </a:lnTo>
                <a:lnTo>
                  <a:pt x="468" y="31"/>
                </a:lnTo>
                <a:lnTo>
                  <a:pt x="468" y="32"/>
                </a:lnTo>
                <a:lnTo>
                  <a:pt x="468" y="34"/>
                </a:lnTo>
                <a:lnTo>
                  <a:pt x="468" y="35"/>
                </a:lnTo>
                <a:lnTo>
                  <a:pt x="467" y="35"/>
                </a:lnTo>
                <a:lnTo>
                  <a:pt x="467" y="36"/>
                </a:lnTo>
                <a:lnTo>
                  <a:pt x="466" y="37"/>
                </a:lnTo>
                <a:lnTo>
                  <a:pt x="465" y="37"/>
                </a:lnTo>
                <a:lnTo>
                  <a:pt x="465" y="38"/>
                </a:lnTo>
                <a:lnTo>
                  <a:pt x="465" y="39"/>
                </a:lnTo>
                <a:lnTo>
                  <a:pt x="464" y="40"/>
                </a:lnTo>
                <a:lnTo>
                  <a:pt x="465" y="42"/>
                </a:lnTo>
                <a:lnTo>
                  <a:pt x="466" y="42"/>
                </a:lnTo>
                <a:lnTo>
                  <a:pt x="466" y="41"/>
                </a:lnTo>
                <a:lnTo>
                  <a:pt x="467" y="40"/>
                </a:lnTo>
                <a:lnTo>
                  <a:pt x="468" y="39"/>
                </a:lnTo>
                <a:lnTo>
                  <a:pt x="469" y="39"/>
                </a:lnTo>
                <a:lnTo>
                  <a:pt x="470" y="39"/>
                </a:lnTo>
                <a:lnTo>
                  <a:pt x="471" y="40"/>
                </a:lnTo>
                <a:lnTo>
                  <a:pt x="472" y="40"/>
                </a:lnTo>
                <a:lnTo>
                  <a:pt x="473" y="41"/>
                </a:lnTo>
                <a:lnTo>
                  <a:pt x="473" y="42"/>
                </a:lnTo>
                <a:lnTo>
                  <a:pt x="474" y="42"/>
                </a:lnTo>
                <a:lnTo>
                  <a:pt x="474" y="41"/>
                </a:lnTo>
                <a:lnTo>
                  <a:pt x="473" y="41"/>
                </a:lnTo>
                <a:lnTo>
                  <a:pt x="473" y="40"/>
                </a:lnTo>
                <a:lnTo>
                  <a:pt x="474" y="40"/>
                </a:lnTo>
                <a:lnTo>
                  <a:pt x="475" y="39"/>
                </a:lnTo>
                <a:lnTo>
                  <a:pt x="474" y="39"/>
                </a:lnTo>
                <a:lnTo>
                  <a:pt x="476" y="37"/>
                </a:lnTo>
                <a:lnTo>
                  <a:pt x="477" y="37"/>
                </a:lnTo>
                <a:lnTo>
                  <a:pt x="476" y="36"/>
                </a:lnTo>
                <a:lnTo>
                  <a:pt x="476" y="35"/>
                </a:lnTo>
                <a:lnTo>
                  <a:pt x="477" y="35"/>
                </a:lnTo>
                <a:lnTo>
                  <a:pt x="479" y="34"/>
                </a:lnTo>
                <a:lnTo>
                  <a:pt x="480" y="34"/>
                </a:lnTo>
                <a:lnTo>
                  <a:pt x="481" y="33"/>
                </a:lnTo>
                <a:lnTo>
                  <a:pt x="482" y="32"/>
                </a:lnTo>
                <a:lnTo>
                  <a:pt x="483" y="33"/>
                </a:lnTo>
                <a:lnTo>
                  <a:pt x="484" y="33"/>
                </a:lnTo>
                <a:lnTo>
                  <a:pt x="485" y="33"/>
                </a:lnTo>
                <a:lnTo>
                  <a:pt x="486" y="33"/>
                </a:lnTo>
                <a:lnTo>
                  <a:pt x="487" y="34"/>
                </a:lnTo>
                <a:lnTo>
                  <a:pt x="486" y="34"/>
                </a:lnTo>
                <a:lnTo>
                  <a:pt x="487" y="36"/>
                </a:lnTo>
                <a:lnTo>
                  <a:pt x="488" y="35"/>
                </a:lnTo>
                <a:lnTo>
                  <a:pt x="489" y="35"/>
                </a:lnTo>
                <a:lnTo>
                  <a:pt x="490" y="36"/>
                </a:lnTo>
                <a:lnTo>
                  <a:pt x="490" y="37"/>
                </a:lnTo>
                <a:lnTo>
                  <a:pt x="489" y="39"/>
                </a:lnTo>
                <a:lnTo>
                  <a:pt x="489" y="40"/>
                </a:lnTo>
                <a:lnTo>
                  <a:pt x="489" y="42"/>
                </a:lnTo>
                <a:lnTo>
                  <a:pt x="489" y="44"/>
                </a:lnTo>
                <a:lnTo>
                  <a:pt x="489" y="45"/>
                </a:lnTo>
                <a:lnTo>
                  <a:pt x="489" y="46"/>
                </a:lnTo>
                <a:lnTo>
                  <a:pt x="490" y="47"/>
                </a:lnTo>
                <a:lnTo>
                  <a:pt x="491" y="47"/>
                </a:lnTo>
                <a:lnTo>
                  <a:pt x="492" y="47"/>
                </a:lnTo>
                <a:lnTo>
                  <a:pt x="493" y="47"/>
                </a:lnTo>
                <a:lnTo>
                  <a:pt x="493" y="46"/>
                </a:lnTo>
                <a:lnTo>
                  <a:pt x="494" y="46"/>
                </a:lnTo>
                <a:lnTo>
                  <a:pt x="495" y="47"/>
                </a:lnTo>
                <a:lnTo>
                  <a:pt x="495" y="46"/>
                </a:lnTo>
                <a:lnTo>
                  <a:pt x="496" y="47"/>
                </a:lnTo>
                <a:lnTo>
                  <a:pt x="497" y="47"/>
                </a:lnTo>
                <a:lnTo>
                  <a:pt x="497" y="46"/>
                </a:lnTo>
                <a:lnTo>
                  <a:pt x="498" y="47"/>
                </a:lnTo>
                <a:lnTo>
                  <a:pt x="499" y="47"/>
                </a:lnTo>
                <a:lnTo>
                  <a:pt x="499" y="46"/>
                </a:lnTo>
                <a:lnTo>
                  <a:pt x="500" y="46"/>
                </a:lnTo>
                <a:lnTo>
                  <a:pt x="500" y="45"/>
                </a:lnTo>
                <a:lnTo>
                  <a:pt x="501" y="45"/>
                </a:lnTo>
                <a:lnTo>
                  <a:pt x="501" y="46"/>
                </a:lnTo>
                <a:lnTo>
                  <a:pt x="502" y="46"/>
                </a:lnTo>
                <a:lnTo>
                  <a:pt x="503" y="46"/>
                </a:lnTo>
                <a:lnTo>
                  <a:pt x="502" y="45"/>
                </a:lnTo>
                <a:lnTo>
                  <a:pt x="502" y="44"/>
                </a:lnTo>
                <a:lnTo>
                  <a:pt x="503" y="44"/>
                </a:lnTo>
                <a:lnTo>
                  <a:pt x="503" y="43"/>
                </a:lnTo>
                <a:lnTo>
                  <a:pt x="505" y="43"/>
                </a:lnTo>
                <a:lnTo>
                  <a:pt x="506" y="44"/>
                </a:lnTo>
                <a:lnTo>
                  <a:pt x="506" y="45"/>
                </a:lnTo>
                <a:lnTo>
                  <a:pt x="507" y="45"/>
                </a:lnTo>
                <a:lnTo>
                  <a:pt x="507" y="46"/>
                </a:lnTo>
                <a:lnTo>
                  <a:pt x="508" y="46"/>
                </a:lnTo>
                <a:lnTo>
                  <a:pt x="508" y="47"/>
                </a:lnTo>
                <a:lnTo>
                  <a:pt x="508" y="48"/>
                </a:lnTo>
                <a:lnTo>
                  <a:pt x="508" y="49"/>
                </a:lnTo>
                <a:lnTo>
                  <a:pt x="509" y="49"/>
                </a:lnTo>
                <a:lnTo>
                  <a:pt x="510" y="49"/>
                </a:lnTo>
                <a:lnTo>
                  <a:pt x="511" y="50"/>
                </a:lnTo>
                <a:lnTo>
                  <a:pt x="512" y="50"/>
                </a:lnTo>
                <a:lnTo>
                  <a:pt x="513" y="50"/>
                </a:lnTo>
                <a:lnTo>
                  <a:pt x="513" y="51"/>
                </a:lnTo>
                <a:lnTo>
                  <a:pt x="514" y="51"/>
                </a:lnTo>
                <a:lnTo>
                  <a:pt x="514" y="52"/>
                </a:lnTo>
                <a:lnTo>
                  <a:pt x="515" y="52"/>
                </a:lnTo>
                <a:lnTo>
                  <a:pt x="516" y="52"/>
                </a:lnTo>
                <a:lnTo>
                  <a:pt x="516" y="53"/>
                </a:lnTo>
                <a:lnTo>
                  <a:pt x="516" y="54"/>
                </a:lnTo>
                <a:lnTo>
                  <a:pt x="517" y="54"/>
                </a:lnTo>
                <a:lnTo>
                  <a:pt x="516" y="56"/>
                </a:lnTo>
                <a:lnTo>
                  <a:pt x="516" y="57"/>
                </a:lnTo>
                <a:lnTo>
                  <a:pt x="516" y="58"/>
                </a:lnTo>
                <a:lnTo>
                  <a:pt x="517" y="59"/>
                </a:lnTo>
                <a:lnTo>
                  <a:pt x="517" y="60"/>
                </a:lnTo>
                <a:lnTo>
                  <a:pt x="518" y="61"/>
                </a:lnTo>
                <a:lnTo>
                  <a:pt x="517" y="61"/>
                </a:lnTo>
                <a:lnTo>
                  <a:pt x="516" y="63"/>
                </a:lnTo>
                <a:lnTo>
                  <a:pt x="516" y="67"/>
                </a:lnTo>
                <a:lnTo>
                  <a:pt x="519" y="101"/>
                </a:lnTo>
                <a:lnTo>
                  <a:pt x="519" y="102"/>
                </a:lnTo>
                <a:lnTo>
                  <a:pt x="520" y="111"/>
                </a:lnTo>
                <a:lnTo>
                  <a:pt x="520" y="114"/>
                </a:lnTo>
                <a:lnTo>
                  <a:pt x="522" y="128"/>
                </a:lnTo>
                <a:lnTo>
                  <a:pt x="528" y="127"/>
                </a:lnTo>
                <a:lnTo>
                  <a:pt x="528" y="120"/>
                </a:lnTo>
                <a:lnTo>
                  <a:pt x="534" y="120"/>
                </a:lnTo>
                <a:lnTo>
                  <a:pt x="539" y="122"/>
                </a:lnTo>
                <a:lnTo>
                  <a:pt x="547" y="126"/>
                </a:lnTo>
                <a:lnTo>
                  <a:pt x="546" y="130"/>
                </a:lnTo>
                <a:lnTo>
                  <a:pt x="553" y="133"/>
                </a:lnTo>
                <a:lnTo>
                  <a:pt x="555" y="134"/>
                </a:lnTo>
                <a:lnTo>
                  <a:pt x="560" y="137"/>
                </a:lnTo>
                <a:lnTo>
                  <a:pt x="566" y="140"/>
                </a:lnTo>
                <a:lnTo>
                  <a:pt x="566" y="141"/>
                </a:lnTo>
                <a:lnTo>
                  <a:pt x="570" y="145"/>
                </a:lnTo>
                <a:lnTo>
                  <a:pt x="570" y="146"/>
                </a:lnTo>
                <a:lnTo>
                  <a:pt x="577" y="150"/>
                </a:lnTo>
                <a:lnTo>
                  <a:pt x="580" y="154"/>
                </a:lnTo>
                <a:lnTo>
                  <a:pt x="584" y="159"/>
                </a:lnTo>
                <a:lnTo>
                  <a:pt x="587" y="163"/>
                </a:lnTo>
                <a:lnTo>
                  <a:pt x="593" y="171"/>
                </a:lnTo>
                <a:lnTo>
                  <a:pt x="594" y="172"/>
                </a:lnTo>
                <a:lnTo>
                  <a:pt x="599" y="178"/>
                </a:lnTo>
                <a:lnTo>
                  <a:pt x="601" y="180"/>
                </a:lnTo>
                <a:lnTo>
                  <a:pt x="602" y="180"/>
                </a:lnTo>
                <a:lnTo>
                  <a:pt x="605" y="177"/>
                </a:lnTo>
                <a:lnTo>
                  <a:pt x="611" y="187"/>
                </a:lnTo>
                <a:lnTo>
                  <a:pt x="610" y="189"/>
                </a:lnTo>
                <a:lnTo>
                  <a:pt x="611" y="189"/>
                </a:lnTo>
                <a:lnTo>
                  <a:pt x="611" y="190"/>
                </a:lnTo>
                <a:lnTo>
                  <a:pt x="613" y="191"/>
                </a:lnTo>
                <a:lnTo>
                  <a:pt x="614" y="191"/>
                </a:lnTo>
                <a:lnTo>
                  <a:pt x="617" y="192"/>
                </a:lnTo>
                <a:lnTo>
                  <a:pt x="618" y="193"/>
                </a:lnTo>
                <a:lnTo>
                  <a:pt x="620" y="193"/>
                </a:lnTo>
                <a:lnTo>
                  <a:pt x="622" y="193"/>
                </a:lnTo>
                <a:lnTo>
                  <a:pt x="624" y="192"/>
                </a:lnTo>
                <a:lnTo>
                  <a:pt x="625" y="192"/>
                </a:lnTo>
                <a:lnTo>
                  <a:pt x="626" y="192"/>
                </a:lnTo>
                <a:lnTo>
                  <a:pt x="626" y="193"/>
                </a:lnTo>
                <a:lnTo>
                  <a:pt x="627" y="193"/>
                </a:lnTo>
                <a:lnTo>
                  <a:pt x="628" y="193"/>
                </a:lnTo>
                <a:lnTo>
                  <a:pt x="629" y="193"/>
                </a:lnTo>
                <a:lnTo>
                  <a:pt x="630" y="193"/>
                </a:lnTo>
                <a:lnTo>
                  <a:pt x="633" y="194"/>
                </a:lnTo>
                <a:lnTo>
                  <a:pt x="634" y="194"/>
                </a:lnTo>
                <a:lnTo>
                  <a:pt x="634" y="195"/>
                </a:lnTo>
                <a:lnTo>
                  <a:pt x="635" y="195"/>
                </a:lnTo>
                <a:lnTo>
                  <a:pt x="636" y="195"/>
                </a:lnTo>
                <a:lnTo>
                  <a:pt x="637" y="196"/>
                </a:lnTo>
                <a:lnTo>
                  <a:pt x="637" y="197"/>
                </a:lnTo>
                <a:lnTo>
                  <a:pt x="638" y="196"/>
                </a:lnTo>
                <a:lnTo>
                  <a:pt x="640" y="197"/>
                </a:lnTo>
                <a:lnTo>
                  <a:pt x="641" y="197"/>
                </a:lnTo>
                <a:lnTo>
                  <a:pt x="643" y="198"/>
                </a:lnTo>
                <a:lnTo>
                  <a:pt x="644" y="198"/>
                </a:lnTo>
                <a:lnTo>
                  <a:pt x="649" y="199"/>
                </a:lnTo>
                <a:lnTo>
                  <a:pt x="650" y="199"/>
                </a:lnTo>
                <a:lnTo>
                  <a:pt x="654" y="199"/>
                </a:lnTo>
                <a:lnTo>
                  <a:pt x="655" y="199"/>
                </a:lnTo>
                <a:lnTo>
                  <a:pt x="658" y="202"/>
                </a:lnTo>
                <a:lnTo>
                  <a:pt x="660" y="203"/>
                </a:lnTo>
                <a:lnTo>
                  <a:pt x="660" y="204"/>
                </a:lnTo>
                <a:lnTo>
                  <a:pt x="659" y="204"/>
                </a:lnTo>
                <a:lnTo>
                  <a:pt x="659" y="205"/>
                </a:lnTo>
                <a:lnTo>
                  <a:pt x="660" y="205"/>
                </a:lnTo>
                <a:lnTo>
                  <a:pt x="662" y="205"/>
                </a:lnTo>
                <a:lnTo>
                  <a:pt x="664" y="205"/>
                </a:lnTo>
                <a:lnTo>
                  <a:pt x="665" y="204"/>
                </a:lnTo>
                <a:lnTo>
                  <a:pt x="667" y="204"/>
                </a:lnTo>
                <a:lnTo>
                  <a:pt x="669" y="204"/>
                </a:lnTo>
                <a:lnTo>
                  <a:pt x="670" y="203"/>
                </a:lnTo>
                <a:lnTo>
                  <a:pt x="671" y="203"/>
                </a:lnTo>
                <a:lnTo>
                  <a:pt x="672" y="202"/>
                </a:lnTo>
                <a:lnTo>
                  <a:pt x="673" y="202"/>
                </a:lnTo>
                <a:lnTo>
                  <a:pt x="673" y="203"/>
                </a:lnTo>
                <a:lnTo>
                  <a:pt x="673" y="205"/>
                </a:lnTo>
                <a:lnTo>
                  <a:pt x="674" y="205"/>
                </a:lnTo>
                <a:lnTo>
                  <a:pt x="675" y="205"/>
                </a:lnTo>
                <a:lnTo>
                  <a:pt x="675" y="204"/>
                </a:lnTo>
                <a:lnTo>
                  <a:pt x="675" y="203"/>
                </a:lnTo>
                <a:lnTo>
                  <a:pt x="675" y="202"/>
                </a:lnTo>
                <a:lnTo>
                  <a:pt x="676" y="201"/>
                </a:lnTo>
                <a:lnTo>
                  <a:pt x="677" y="202"/>
                </a:lnTo>
                <a:lnTo>
                  <a:pt x="678" y="202"/>
                </a:lnTo>
                <a:lnTo>
                  <a:pt x="679" y="202"/>
                </a:lnTo>
                <a:lnTo>
                  <a:pt x="682" y="202"/>
                </a:lnTo>
                <a:lnTo>
                  <a:pt x="683" y="201"/>
                </a:lnTo>
                <a:lnTo>
                  <a:pt x="685" y="200"/>
                </a:lnTo>
                <a:lnTo>
                  <a:pt x="686" y="200"/>
                </a:lnTo>
                <a:lnTo>
                  <a:pt x="687" y="199"/>
                </a:lnTo>
                <a:lnTo>
                  <a:pt x="688" y="198"/>
                </a:lnTo>
                <a:lnTo>
                  <a:pt x="689" y="197"/>
                </a:lnTo>
                <a:lnTo>
                  <a:pt x="690" y="196"/>
                </a:lnTo>
                <a:lnTo>
                  <a:pt x="691" y="196"/>
                </a:lnTo>
                <a:lnTo>
                  <a:pt x="693" y="196"/>
                </a:lnTo>
                <a:lnTo>
                  <a:pt x="694" y="197"/>
                </a:lnTo>
                <a:lnTo>
                  <a:pt x="695" y="199"/>
                </a:lnTo>
                <a:lnTo>
                  <a:pt x="696" y="201"/>
                </a:lnTo>
                <a:lnTo>
                  <a:pt x="695" y="201"/>
                </a:lnTo>
                <a:lnTo>
                  <a:pt x="693" y="203"/>
                </a:lnTo>
                <a:lnTo>
                  <a:pt x="692" y="203"/>
                </a:lnTo>
                <a:lnTo>
                  <a:pt x="691" y="203"/>
                </a:lnTo>
                <a:lnTo>
                  <a:pt x="690" y="204"/>
                </a:lnTo>
                <a:lnTo>
                  <a:pt x="690" y="205"/>
                </a:lnTo>
                <a:lnTo>
                  <a:pt x="689" y="205"/>
                </a:lnTo>
                <a:lnTo>
                  <a:pt x="687" y="206"/>
                </a:lnTo>
                <a:lnTo>
                  <a:pt x="686" y="208"/>
                </a:lnTo>
                <a:lnTo>
                  <a:pt x="685" y="208"/>
                </a:lnTo>
                <a:lnTo>
                  <a:pt x="685" y="209"/>
                </a:lnTo>
                <a:lnTo>
                  <a:pt x="683" y="209"/>
                </a:lnTo>
                <a:lnTo>
                  <a:pt x="682" y="210"/>
                </a:lnTo>
                <a:lnTo>
                  <a:pt x="682" y="211"/>
                </a:lnTo>
                <a:lnTo>
                  <a:pt x="681" y="212"/>
                </a:lnTo>
                <a:lnTo>
                  <a:pt x="680" y="213"/>
                </a:lnTo>
                <a:lnTo>
                  <a:pt x="679" y="214"/>
                </a:lnTo>
                <a:lnTo>
                  <a:pt x="678" y="214"/>
                </a:lnTo>
                <a:lnTo>
                  <a:pt x="677" y="215"/>
                </a:lnTo>
                <a:lnTo>
                  <a:pt x="674" y="216"/>
                </a:lnTo>
                <a:lnTo>
                  <a:pt x="673" y="217"/>
                </a:lnTo>
                <a:lnTo>
                  <a:pt x="671" y="218"/>
                </a:lnTo>
                <a:lnTo>
                  <a:pt x="671" y="219"/>
                </a:lnTo>
                <a:lnTo>
                  <a:pt x="669" y="221"/>
                </a:lnTo>
                <a:lnTo>
                  <a:pt x="668" y="222"/>
                </a:lnTo>
                <a:lnTo>
                  <a:pt x="665" y="225"/>
                </a:lnTo>
                <a:lnTo>
                  <a:pt x="664" y="225"/>
                </a:lnTo>
                <a:lnTo>
                  <a:pt x="664" y="226"/>
                </a:lnTo>
                <a:lnTo>
                  <a:pt x="663" y="226"/>
                </a:lnTo>
                <a:lnTo>
                  <a:pt x="664" y="227"/>
                </a:lnTo>
                <a:lnTo>
                  <a:pt x="663" y="229"/>
                </a:lnTo>
                <a:lnTo>
                  <a:pt x="662" y="229"/>
                </a:lnTo>
                <a:lnTo>
                  <a:pt x="661" y="232"/>
                </a:lnTo>
                <a:lnTo>
                  <a:pt x="660" y="233"/>
                </a:lnTo>
                <a:lnTo>
                  <a:pt x="660" y="234"/>
                </a:lnTo>
                <a:lnTo>
                  <a:pt x="659" y="235"/>
                </a:lnTo>
                <a:lnTo>
                  <a:pt x="658" y="236"/>
                </a:lnTo>
                <a:lnTo>
                  <a:pt x="657" y="236"/>
                </a:lnTo>
                <a:lnTo>
                  <a:pt x="658" y="238"/>
                </a:lnTo>
                <a:lnTo>
                  <a:pt x="658" y="242"/>
                </a:lnTo>
                <a:lnTo>
                  <a:pt x="655" y="246"/>
                </a:lnTo>
                <a:lnTo>
                  <a:pt x="653" y="247"/>
                </a:lnTo>
                <a:lnTo>
                  <a:pt x="652" y="248"/>
                </a:lnTo>
                <a:lnTo>
                  <a:pt x="652" y="249"/>
                </a:lnTo>
                <a:lnTo>
                  <a:pt x="652" y="248"/>
                </a:lnTo>
                <a:lnTo>
                  <a:pt x="651" y="249"/>
                </a:lnTo>
                <a:lnTo>
                  <a:pt x="650" y="249"/>
                </a:lnTo>
                <a:lnTo>
                  <a:pt x="649" y="250"/>
                </a:lnTo>
                <a:lnTo>
                  <a:pt x="648" y="251"/>
                </a:lnTo>
                <a:lnTo>
                  <a:pt x="647" y="252"/>
                </a:lnTo>
                <a:lnTo>
                  <a:pt x="645" y="254"/>
                </a:lnTo>
                <a:lnTo>
                  <a:pt x="644" y="254"/>
                </a:lnTo>
                <a:lnTo>
                  <a:pt x="643" y="256"/>
                </a:lnTo>
                <a:lnTo>
                  <a:pt x="642" y="257"/>
                </a:lnTo>
                <a:lnTo>
                  <a:pt x="641" y="258"/>
                </a:lnTo>
                <a:lnTo>
                  <a:pt x="641" y="259"/>
                </a:lnTo>
                <a:lnTo>
                  <a:pt x="640" y="260"/>
                </a:lnTo>
                <a:lnTo>
                  <a:pt x="640" y="261"/>
                </a:lnTo>
                <a:lnTo>
                  <a:pt x="639" y="262"/>
                </a:lnTo>
                <a:lnTo>
                  <a:pt x="639" y="263"/>
                </a:lnTo>
                <a:lnTo>
                  <a:pt x="638" y="263"/>
                </a:lnTo>
                <a:lnTo>
                  <a:pt x="637" y="266"/>
                </a:lnTo>
                <a:lnTo>
                  <a:pt x="637" y="267"/>
                </a:lnTo>
                <a:lnTo>
                  <a:pt x="637" y="268"/>
                </a:lnTo>
                <a:lnTo>
                  <a:pt x="636" y="270"/>
                </a:lnTo>
                <a:lnTo>
                  <a:pt x="635" y="271"/>
                </a:lnTo>
                <a:lnTo>
                  <a:pt x="634" y="271"/>
                </a:lnTo>
                <a:lnTo>
                  <a:pt x="633" y="272"/>
                </a:lnTo>
                <a:lnTo>
                  <a:pt x="633" y="273"/>
                </a:lnTo>
                <a:lnTo>
                  <a:pt x="632" y="276"/>
                </a:lnTo>
                <a:lnTo>
                  <a:pt x="632" y="277"/>
                </a:lnTo>
                <a:lnTo>
                  <a:pt x="631" y="279"/>
                </a:lnTo>
                <a:lnTo>
                  <a:pt x="629" y="279"/>
                </a:lnTo>
                <a:lnTo>
                  <a:pt x="629" y="278"/>
                </a:lnTo>
                <a:lnTo>
                  <a:pt x="628" y="279"/>
                </a:lnTo>
                <a:lnTo>
                  <a:pt x="626" y="281"/>
                </a:lnTo>
                <a:lnTo>
                  <a:pt x="623" y="282"/>
                </a:lnTo>
                <a:lnTo>
                  <a:pt x="622" y="282"/>
                </a:lnTo>
                <a:lnTo>
                  <a:pt x="621" y="283"/>
                </a:lnTo>
                <a:lnTo>
                  <a:pt x="620" y="283"/>
                </a:lnTo>
                <a:lnTo>
                  <a:pt x="619" y="283"/>
                </a:lnTo>
                <a:lnTo>
                  <a:pt x="619" y="284"/>
                </a:lnTo>
                <a:lnTo>
                  <a:pt x="618" y="284"/>
                </a:lnTo>
                <a:lnTo>
                  <a:pt x="617" y="283"/>
                </a:lnTo>
                <a:lnTo>
                  <a:pt x="617" y="284"/>
                </a:lnTo>
                <a:lnTo>
                  <a:pt x="616" y="284"/>
                </a:lnTo>
                <a:lnTo>
                  <a:pt x="616" y="285"/>
                </a:lnTo>
                <a:lnTo>
                  <a:pt x="615" y="286"/>
                </a:lnTo>
                <a:lnTo>
                  <a:pt x="613" y="286"/>
                </a:lnTo>
                <a:lnTo>
                  <a:pt x="612" y="286"/>
                </a:lnTo>
                <a:lnTo>
                  <a:pt x="610" y="285"/>
                </a:lnTo>
                <a:lnTo>
                  <a:pt x="608" y="285"/>
                </a:lnTo>
                <a:lnTo>
                  <a:pt x="608" y="286"/>
                </a:lnTo>
                <a:lnTo>
                  <a:pt x="607" y="287"/>
                </a:lnTo>
                <a:lnTo>
                  <a:pt x="608" y="287"/>
                </a:lnTo>
                <a:lnTo>
                  <a:pt x="608" y="288"/>
                </a:lnTo>
                <a:lnTo>
                  <a:pt x="607" y="288"/>
                </a:lnTo>
                <a:lnTo>
                  <a:pt x="607" y="289"/>
                </a:lnTo>
                <a:lnTo>
                  <a:pt x="606" y="289"/>
                </a:lnTo>
                <a:lnTo>
                  <a:pt x="606" y="290"/>
                </a:lnTo>
                <a:lnTo>
                  <a:pt x="605" y="291"/>
                </a:lnTo>
                <a:lnTo>
                  <a:pt x="604" y="291"/>
                </a:lnTo>
                <a:lnTo>
                  <a:pt x="604" y="292"/>
                </a:lnTo>
                <a:lnTo>
                  <a:pt x="604" y="293"/>
                </a:lnTo>
                <a:lnTo>
                  <a:pt x="602" y="295"/>
                </a:lnTo>
                <a:lnTo>
                  <a:pt x="601" y="295"/>
                </a:lnTo>
                <a:lnTo>
                  <a:pt x="601" y="293"/>
                </a:lnTo>
                <a:lnTo>
                  <a:pt x="602" y="293"/>
                </a:lnTo>
                <a:lnTo>
                  <a:pt x="600" y="291"/>
                </a:lnTo>
                <a:lnTo>
                  <a:pt x="593" y="294"/>
                </a:lnTo>
                <a:lnTo>
                  <a:pt x="592" y="295"/>
                </a:lnTo>
                <a:lnTo>
                  <a:pt x="590" y="295"/>
                </a:lnTo>
                <a:lnTo>
                  <a:pt x="590" y="296"/>
                </a:lnTo>
                <a:lnTo>
                  <a:pt x="589" y="297"/>
                </a:lnTo>
                <a:lnTo>
                  <a:pt x="590" y="298"/>
                </a:lnTo>
                <a:lnTo>
                  <a:pt x="591" y="298"/>
                </a:lnTo>
                <a:lnTo>
                  <a:pt x="591" y="300"/>
                </a:lnTo>
                <a:lnTo>
                  <a:pt x="589" y="303"/>
                </a:lnTo>
                <a:lnTo>
                  <a:pt x="589" y="304"/>
                </a:lnTo>
                <a:lnTo>
                  <a:pt x="588" y="304"/>
                </a:lnTo>
                <a:lnTo>
                  <a:pt x="587" y="304"/>
                </a:lnTo>
                <a:lnTo>
                  <a:pt x="587" y="306"/>
                </a:lnTo>
                <a:lnTo>
                  <a:pt x="587" y="307"/>
                </a:lnTo>
                <a:lnTo>
                  <a:pt x="587" y="308"/>
                </a:lnTo>
                <a:lnTo>
                  <a:pt x="588" y="308"/>
                </a:lnTo>
                <a:lnTo>
                  <a:pt x="589" y="307"/>
                </a:lnTo>
                <a:lnTo>
                  <a:pt x="589" y="308"/>
                </a:lnTo>
                <a:lnTo>
                  <a:pt x="589" y="309"/>
                </a:lnTo>
                <a:lnTo>
                  <a:pt x="590" y="309"/>
                </a:lnTo>
                <a:lnTo>
                  <a:pt x="591" y="311"/>
                </a:lnTo>
                <a:lnTo>
                  <a:pt x="591" y="312"/>
                </a:lnTo>
                <a:lnTo>
                  <a:pt x="590" y="312"/>
                </a:lnTo>
                <a:lnTo>
                  <a:pt x="590" y="313"/>
                </a:lnTo>
                <a:lnTo>
                  <a:pt x="590" y="314"/>
                </a:lnTo>
                <a:lnTo>
                  <a:pt x="590" y="315"/>
                </a:lnTo>
                <a:lnTo>
                  <a:pt x="590" y="316"/>
                </a:lnTo>
                <a:lnTo>
                  <a:pt x="590" y="317"/>
                </a:lnTo>
                <a:lnTo>
                  <a:pt x="591" y="317"/>
                </a:lnTo>
                <a:lnTo>
                  <a:pt x="593" y="316"/>
                </a:lnTo>
                <a:lnTo>
                  <a:pt x="595" y="314"/>
                </a:lnTo>
                <a:lnTo>
                  <a:pt x="595" y="313"/>
                </a:lnTo>
                <a:lnTo>
                  <a:pt x="595" y="311"/>
                </a:lnTo>
                <a:lnTo>
                  <a:pt x="595" y="310"/>
                </a:lnTo>
                <a:lnTo>
                  <a:pt x="595" y="308"/>
                </a:lnTo>
                <a:lnTo>
                  <a:pt x="595" y="305"/>
                </a:lnTo>
                <a:lnTo>
                  <a:pt x="595" y="304"/>
                </a:lnTo>
                <a:lnTo>
                  <a:pt x="596" y="303"/>
                </a:lnTo>
                <a:lnTo>
                  <a:pt x="597" y="302"/>
                </a:lnTo>
                <a:lnTo>
                  <a:pt x="598" y="302"/>
                </a:lnTo>
                <a:lnTo>
                  <a:pt x="598" y="301"/>
                </a:lnTo>
                <a:lnTo>
                  <a:pt x="599" y="299"/>
                </a:lnTo>
                <a:lnTo>
                  <a:pt x="600" y="298"/>
                </a:lnTo>
                <a:lnTo>
                  <a:pt x="603" y="301"/>
                </a:lnTo>
                <a:lnTo>
                  <a:pt x="603" y="302"/>
                </a:lnTo>
                <a:lnTo>
                  <a:pt x="604" y="302"/>
                </a:lnTo>
                <a:lnTo>
                  <a:pt x="605" y="303"/>
                </a:lnTo>
                <a:lnTo>
                  <a:pt x="605" y="304"/>
                </a:lnTo>
                <a:lnTo>
                  <a:pt x="604" y="304"/>
                </a:lnTo>
                <a:lnTo>
                  <a:pt x="604" y="305"/>
                </a:lnTo>
                <a:lnTo>
                  <a:pt x="603" y="306"/>
                </a:lnTo>
                <a:lnTo>
                  <a:pt x="604" y="306"/>
                </a:lnTo>
                <a:lnTo>
                  <a:pt x="604" y="308"/>
                </a:lnTo>
                <a:lnTo>
                  <a:pt x="603" y="308"/>
                </a:lnTo>
                <a:lnTo>
                  <a:pt x="603" y="307"/>
                </a:lnTo>
                <a:lnTo>
                  <a:pt x="602" y="307"/>
                </a:lnTo>
                <a:lnTo>
                  <a:pt x="602" y="308"/>
                </a:lnTo>
                <a:lnTo>
                  <a:pt x="603" y="308"/>
                </a:lnTo>
                <a:lnTo>
                  <a:pt x="603" y="309"/>
                </a:lnTo>
                <a:lnTo>
                  <a:pt x="603" y="310"/>
                </a:lnTo>
                <a:lnTo>
                  <a:pt x="603" y="311"/>
                </a:lnTo>
                <a:lnTo>
                  <a:pt x="603" y="312"/>
                </a:lnTo>
                <a:lnTo>
                  <a:pt x="603" y="313"/>
                </a:lnTo>
                <a:lnTo>
                  <a:pt x="602" y="313"/>
                </a:lnTo>
                <a:lnTo>
                  <a:pt x="601" y="313"/>
                </a:lnTo>
                <a:lnTo>
                  <a:pt x="599" y="315"/>
                </a:lnTo>
                <a:lnTo>
                  <a:pt x="599" y="316"/>
                </a:lnTo>
                <a:lnTo>
                  <a:pt x="599" y="317"/>
                </a:lnTo>
                <a:lnTo>
                  <a:pt x="599" y="318"/>
                </a:lnTo>
                <a:lnTo>
                  <a:pt x="599" y="319"/>
                </a:lnTo>
                <a:lnTo>
                  <a:pt x="600" y="320"/>
                </a:lnTo>
                <a:lnTo>
                  <a:pt x="600" y="319"/>
                </a:lnTo>
                <a:lnTo>
                  <a:pt x="601" y="318"/>
                </a:lnTo>
                <a:lnTo>
                  <a:pt x="602" y="318"/>
                </a:lnTo>
                <a:lnTo>
                  <a:pt x="602" y="317"/>
                </a:lnTo>
                <a:lnTo>
                  <a:pt x="603" y="317"/>
                </a:lnTo>
                <a:lnTo>
                  <a:pt x="604" y="317"/>
                </a:lnTo>
                <a:lnTo>
                  <a:pt x="604" y="315"/>
                </a:lnTo>
                <a:lnTo>
                  <a:pt x="605" y="314"/>
                </a:lnTo>
                <a:lnTo>
                  <a:pt x="606" y="313"/>
                </a:lnTo>
                <a:lnTo>
                  <a:pt x="606" y="312"/>
                </a:lnTo>
                <a:lnTo>
                  <a:pt x="607" y="309"/>
                </a:lnTo>
                <a:lnTo>
                  <a:pt x="608" y="308"/>
                </a:lnTo>
                <a:lnTo>
                  <a:pt x="608" y="307"/>
                </a:lnTo>
                <a:lnTo>
                  <a:pt x="607" y="305"/>
                </a:lnTo>
                <a:lnTo>
                  <a:pt x="608" y="305"/>
                </a:lnTo>
                <a:lnTo>
                  <a:pt x="609" y="304"/>
                </a:lnTo>
                <a:lnTo>
                  <a:pt x="610" y="303"/>
                </a:lnTo>
                <a:lnTo>
                  <a:pt x="610" y="302"/>
                </a:lnTo>
                <a:lnTo>
                  <a:pt x="610" y="301"/>
                </a:lnTo>
                <a:lnTo>
                  <a:pt x="610" y="300"/>
                </a:lnTo>
                <a:lnTo>
                  <a:pt x="611" y="300"/>
                </a:lnTo>
                <a:lnTo>
                  <a:pt x="612" y="299"/>
                </a:lnTo>
                <a:lnTo>
                  <a:pt x="613" y="299"/>
                </a:lnTo>
                <a:lnTo>
                  <a:pt x="614" y="298"/>
                </a:lnTo>
                <a:lnTo>
                  <a:pt x="621" y="295"/>
                </a:lnTo>
                <a:lnTo>
                  <a:pt x="622" y="294"/>
                </a:lnTo>
                <a:lnTo>
                  <a:pt x="623" y="293"/>
                </a:lnTo>
                <a:lnTo>
                  <a:pt x="624" y="293"/>
                </a:lnTo>
                <a:lnTo>
                  <a:pt x="625" y="291"/>
                </a:lnTo>
                <a:lnTo>
                  <a:pt x="627" y="289"/>
                </a:lnTo>
                <a:lnTo>
                  <a:pt x="627" y="288"/>
                </a:lnTo>
                <a:lnTo>
                  <a:pt x="628" y="288"/>
                </a:lnTo>
                <a:lnTo>
                  <a:pt x="629" y="287"/>
                </a:lnTo>
                <a:lnTo>
                  <a:pt x="630" y="285"/>
                </a:lnTo>
                <a:lnTo>
                  <a:pt x="631" y="285"/>
                </a:lnTo>
                <a:lnTo>
                  <a:pt x="632" y="285"/>
                </a:lnTo>
                <a:lnTo>
                  <a:pt x="634" y="284"/>
                </a:lnTo>
                <a:lnTo>
                  <a:pt x="634" y="283"/>
                </a:lnTo>
                <a:lnTo>
                  <a:pt x="635" y="282"/>
                </a:lnTo>
                <a:lnTo>
                  <a:pt x="636" y="282"/>
                </a:lnTo>
                <a:lnTo>
                  <a:pt x="637" y="282"/>
                </a:lnTo>
                <a:lnTo>
                  <a:pt x="638" y="282"/>
                </a:lnTo>
                <a:lnTo>
                  <a:pt x="638" y="283"/>
                </a:lnTo>
                <a:lnTo>
                  <a:pt x="640" y="284"/>
                </a:lnTo>
                <a:lnTo>
                  <a:pt x="641" y="284"/>
                </a:lnTo>
                <a:lnTo>
                  <a:pt x="642" y="284"/>
                </a:lnTo>
                <a:lnTo>
                  <a:pt x="642" y="283"/>
                </a:lnTo>
                <a:lnTo>
                  <a:pt x="643" y="283"/>
                </a:lnTo>
                <a:lnTo>
                  <a:pt x="643" y="282"/>
                </a:lnTo>
                <a:lnTo>
                  <a:pt x="645" y="281"/>
                </a:lnTo>
                <a:lnTo>
                  <a:pt x="646" y="281"/>
                </a:lnTo>
                <a:lnTo>
                  <a:pt x="645" y="282"/>
                </a:lnTo>
                <a:lnTo>
                  <a:pt x="645" y="283"/>
                </a:lnTo>
                <a:lnTo>
                  <a:pt x="645" y="284"/>
                </a:lnTo>
                <a:lnTo>
                  <a:pt x="644" y="285"/>
                </a:lnTo>
                <a:lnTo>
                  <a:pt x="643" y="287"/>
                </a:lnTo>
                <a:lnTo>
                  <a:pt x="643" y="290"/>
                </a:lnTo>
                <a:lnTo>
                  <a:pt x="644" y="291"/>
                </a:lnTo>
                <a:lnTo>
                  <a:pt x="644" y="293"/>
                </a:lnTo>
                <a:lnTo>
                  <a:pt x="645" y="293"/>
                </a:lnTo>
                <a:lnTo>
                  <a:pt x="645" y="294"/>
                </a:lnTo>
                <a:lnTo>
                  <a:pt x="646" y="295"/>
                </a:lnTo>
                <a:lnTo>
                  <a:pt x="647" y="295"/>
                </a:lnTo>
                <a:lnTo>
                  <a:pt x="649" y="294"/>
                </a:lnTo>
                <a:lnTo>
                  <a:pt x="649" y="293"/>
                </a:lnTo>
                <a:lnTo>
                  <a:pt x="650" y="293"/>
                </a:lnTo>
                <a:lnTo>
                  <a:pt x="651" y="293"/>
                </a:lnTo>
                <a:lnTo>
                  <a:pt x="652" y="293"/>
                </a:lnTo>
                <a:lnTo>
                  <a:pt x="652" y="292"/>
                </a:lnTo>
                <a:lnTo>
                  <a:pt x="652" y="291"/>
                </a:lnTo>
                <a:lnTo>
                  <a:pt x="653" y="290"/>
                </a:lnTo>
                <a:lnTo>
                  <a:pt x="654" y="289"/>
                </a:lnTo>
                <a:lnTo>
                  <a:pt x="654" y="288"/>
                </a:lnTo>
                <a:lnTo>
                  <a:pt x="653" y="288"/>
                </a:lnTo>
                <a:lnTo>
                  <a:pt x="653" y="287"/>
                </a:lnTo>
                <a:lnTo>
                  <a:pt x="653" y="285"/>
                </a:lnTo>
                <a:lnTo>
                  <a:pt x="654" y="284"/>
                </a:lnTo>
                <a:lnTo>
                  <a:pt x="654" y="283"/>
                </a:lnTo>
                <a:lnTo>
                  <a:pt x="654" y="281"/>
                </a:lnTo>
                <a:lnTo>
                  <a:pt x="656" y="281"/>
                </a:lnTo>
                <a:lnTo>
                  <a:pt x="657" y="280"/>
                </a:lnTo>
                <a:lnTo>
                  <a:pt x="657" y="279"/>
                </a:lnTo>
                <a:lnTo>
                  <a:pt x="656" y="279"/>
                </a:lnTo>
                <a:lnTo>
                  <a:pt x="655" y="279"/>
                </a:lnTo>
                <a:lnTo>
                  <a:pt x="654" y="278"/>
                </a:lnTo>
                <a:lnTo>
                  <a:pt x="653" y="278"/>
                </a:lnTo>
                <a:lnTo>
                  <a:pt x="652" y="278"/>
                </a:lnTo>
                <a:lnTo>
                  <a:pt x="648" y="278"/>
                </a:lnTo>
                <a:lnTo>
                  <a:pt x="648" y="279"/>
                </a:lnTo>
                <a:lnTo>
                  <a:pt x="647" y="279"/>
                </a:lnTo>
                <a:lnTo>
                  <a:pt x="645" y="279"/>
                </a:lnTo>
                <a:lnTo>
                  <a:pt x="644" y="279"/>
                </a:lnTo>
                <a:lnTo>
                  <a:pt x="643" y="279"/>
                </a:lnTo>
                <a:lnTo>
                  <a:pt x="644" y="279"/>
                </a:lnTo>
                <a:lnTo>
                  <a:pt x="643" y="280"/>
                </a:lnTo>
                <a:lnTo>
                  <a:pt x="642" y="280"/>
                </a:lnTo>
                <a:lnTo>
                  <a:pt x="641" y="280"/>
                </a:lnTo>
                <a:lnTo>
                  <a:pt x="640" y="281"/>
                </a:lnTo>
                <a:lnTo>
                  <a:pt x="639" y="281"/>
                </a:lnTo>
                <a:lnTo>
                  <a:pt x="639" y="280"/>
                </a:lnTo>
                <a:lnTo>
                  <a:pt x="638" y="278"/>
                </a:lnTo>
                <a:lnTo>
                  <a:pt x="639" y="278"/>
                </a:lnTo>
                <a:lnTo>
                  <a:pt x="639" y="277"/>
                </a:lnTo>
                <a:lnTo>
                  <a:pt x="640" y="277"/>
                </a:lnTo>
                <a:lnTo>
                  <a:pt x="641" y="275"/>
                </a:lnTo>
                <a:lnTo>
                  <a:pt x="642" y="275"/>
                </a:lnTo>
                <a:lnTo>
                  <a:pt x="643" y="274"/>
                </a:lnTo>
                <a:lnTo>
                  <a:pt x="644" y="272"/>
                </a:lnTo>
                <a:lnTo>
                  <a:pt x="644" y="271"/>
                </a:lnTo>
                <a:lnTo>
                  <a:pt x="645" y="270"/>
                </a:lnTo>
                <a:lnTo>
                  <a:pt x="645" y="269"/>
                </a:lnTo>
                <a:lnTo>
                  <a:pt x="645" y="268"/>
                </a:lnTo>
                <a:lnTo>
                  <a:pt x="646" y="267"/>
                </a:lnTo>
                <a:lnTo>
                  <a:pt x="647" y="267"/>
                </a:lnTo>
                <a:lnTo>
                  <a:pt x="648" y="267"/>
                </a:lnTo>
                <a:lnTo>
                  <a:pt x="650" y="266"/>
                </a:lnTo>
                <a:lnTo>
                  <a:pt x="650" y="265"/>
                </a:lnTo>
                <a:lnTo>
                  <a:pt x="653" y="264"/>
                </a:lnTo>
                <a:lnTo>
                  <a:pt x="655" y="263"/>
                </a:lnTo>
                <a:lnTo>
                  <a:pt x="656" y="263"/>
                </a:lnTo>
                <a:lnTo>
                  <a:pt x="657" y="262"/>
                </a:lnTo>
                <a:lnTo>
                  <a:pt x="657" y="261"/>
                </a:lnTo>
                <a:lnTo>
                  <a:pt x="658" y="261"/>
                </a:lnTo>
                <a:lnTo>
                  <a:pt x="660" y="262"/>
                </a:lnTo>
                <a:lnTo>
                  <a:pt x="661" y="261"/>
                </a:lnTo>
                <a:lnTo>
                  <a:pt x="662" y="260"/>
                </a:lnTo>
                <a:lnTo>
                  <a:pt x="662" y="261"/>
                </a:lnTo>
                <a:lnTo>
                  <a:pt x="664" y="260"/>
                </a:lnTo>
                <a:lnTo>
                  <a:pt x="665" y="258"/>
                </a:lnTo>
                <a:lnTo>
                  <a:pt x="665" y="257"/>
                </a:lnTo>
                <a:lnTo>
                  <a:pt x="665" y="256"/>
                </a:lnTo>
                <a:lnTo>
                  <a:pt x="666" y="255"/>
                </a:lnTo>
                <a:lnTo>
                  <a:pt x="668" y="256"/>
                </a:lnTo>
                <a:lnTo>
                  <a:pt x="668" y="257"/>
                </a:lnTo>
                <a:lnTo>
                  <a:pt x="670" y="257"/>
                </a:lnTo>
                <a:lnTo>
                  <a:pt x="670" y="256"/>
                </a:lnTo>
                <a:lnTo>
                  <a:pt x="672" y="256"/>
                </a:lnTo>
                <a:lnTo>
                  <a:pt x="673" y="257"/>
                </a:lnTo>
                <a:lnTo>
                  <a:pt x="672" y="259"/>
                </a:lnTo>
                <a:lnTo>
                  <a:pt x="673" y="259"/>
                </a:lnTo>
                <a:lnTo>
                  <a:pt x="676" y="259"/>
                </a:lnTo>
                <a:lnTo>
                  <a:pt x="677" y="260"/>
                </a:lnTo>
                <a:lnTo>
                  <a:pt x="676" y="261"/>
                </a:lnTo>
                <a:lnTo>
                  <a:pt x="677" y="263"/>
                </a:lnTo>
                <a:lnTo>
                  <a:pt x="678" y="263"/>
                </a:lnTo>
                <a:lnTo>
                  <a:pt x="679" y="262"/>
                </a:lnTo>
                <a:lnTo>
                  <a:pt x="680" y="262"/>
                </a:lnTo>
                <a:lnTo>
                  <a:pt x="680" y="263"/>
                </a:lnTo>
                <a:lnTo>
                  <a:pt x="681" y="265"/>
                </a:lnTo>
                <a:lnTo>
                  <a:pt x="680" y="265"/>
                </a:lnTo>
                <a:lnTo>
                  <a:pt x="680" y="266"/>
                </a:lnTo>
                <a:lnTo>
                  <a:pt x="678" y="267"/>
                </a:lnTo>
                <a:lnTo>
                  <a:pt x="679" y="267"/>
                </a:lnTo>
                <a:lnTo>
                  <a:pt x="679" y="268"/>
                </a:lnTo>
                <a:lnTo>
                  <a:pt x="679" y="269"/>
                </a:lnTo>
                <a:lnTo>
                  <a:pt x="680" y="270"/>
                </a:lnTo>
                <a:lnTo>
                  <a:pt x="680" y="271"/>
                </a:lnTo>
                <a:lnTo>
                  <a:pt x="680" y="272"/>
                </a:lnTo>
                <a:lnTo>
                  <a:pt x="681" y="272"/>
                </a:lnTo>
                <a:lnTo>
                  <a:pt x="682" y="272"/>
                </a:lnTo>
                <a:lnTo>
                  <a:pt x="682" y="273"/>
                </a:lnTo>
                <a:lnTo>
                  <a:pt x="681" y="273"/>
                </a:lnTo>
                <a:lnTo>
                  <a:pt x="680" y="273"/>
                </a:lnTo>
                <a:lnTo>
                  <a:pt x="680" y="274"/>
                </a:lnTo>
                <a:lnTo>
                  <a:pt x="677" y="281"/>
                </a:lnTo>
                <a:lnTo>
                  <a:pt x="677" y="282"/>
                </a:lnTo>
                <a:lnTo>
                  <a:pt x="677" y="283"/>
                </a:lnTo>
                <a:lnTo>
                  <a:pt x="678" y="288"/>
                </a:lnTo>
                <a:lnTo>
                  <a:pt x="679" y="289"/>
                </a:lnTo>
                <a:lnTo>
                  <a:pt x="681" y="289"/>
                </a:lnTo>
                <a:lnTo>
                  <a:pt x="683" y="290"/>
                </a:lnTo>
                <a:lnTo>
                  <a:pt x="683" y="291"/>
                </a:lnTo>
                <a:lnTo>
                  <a:pt x="684" y="292"/>
                </a:lnTo>
                <a:lnTo>
                  <a:pt x="684" y="293"/>
                </a:lnTo>
                <a:lnTo>
                  <a:pt x="683" y="293"/>
                </a:lnTo>
                <a:lnTo>
                  <a:pt x="682" y="294"/>
                </a:lnTo>
                <a:lnTo>
                  <a:pt x="683" y="294"/>
                </a:lnTo>
                <a:lnTo>
                  <a:pt x="683" y="295"/>
                </a:lnTo>
                <a:lnTo>
                  <a:pt x="682" y="295"/>
                </a:lnTo>
                <a:lnTo>
                  <a:pt x="681" y="295"/>
                </a:lnTo>
                <a:lnTo>
                  <a:pt x="681" y="296"/>
                </a:lnTo>
                <a:lnTo>
                  <a:pt x="681" y="297"/>
                </a:lnTo>
                <a:lnTo>
                  <a:pt x="682" y="297"/>
                </a:lnTo>
                <a:lnTo>
                  <a:pt x="681" y="298"/>
                </a:lnTo>
                <a:lnTo>
                  <a:pt x="682" y="299"/>
                </a:lnTo>
                <a:lnTo>
                  <a:pt x="682" y="300"/>
                </a:lnTo>
                <a:lnTo>
                  <a:pt x="682" y="299"/>
                </a:lnTo>
                <a:lnTo>
                  <a:pt x="678" y="304"/>
                </a:lnTo>
                <a:lnTo>
                  <a:pt x="678" y="305"/>
                </a:lnTo>
                <a:lnTo>
                  <a:pt x="677" y="307"/>
                </a:lnTo>
                <a:lnTo>
                  <a:pt x="676" y="307"/>
                </a:lnTo>
                <a:lnTo>
                  <a:pt x="676" y="308"/>
                </a:lnTo>
                <a:lnTo>
                  <a:pt x="677" y="310"/>
                </a:lnTo>
                <a:lnTo>
                  <a:pt x="677" y="311"/>
                </a:lnTo>
                <a:lnTo>
                  <a:pt x="677" y="312"/>
                </a:lnTo>
                <a:lnTo>
                  <a:pt x="676" y="312"/>
                </a:lnTo>
                <a:lnTo>
                  <a:pt x="676" y="313"/>
                </a:lnTo>
                <a:lnTo>
                  <a:pt x="677" y="314"/>
                </a:lnTo>
                <a:lnTo>
                  <a:pt x="679" y="316"/>
                </a:lnTo>
                <a:lnTo>
                  <a:pt x="680" y="317"/>
                </a:lnTo>
                <a:lnTo>
                  <a:pt x="681" y="317"/>
                </a:lnTo>
                <a:lnTo>
                  <a:pt x="680" y="319"/>
                </a:lnTo>
                <a:lnTo>
                  <a:pt x="680" y="320"/>
                </a:lnTo>
                <a:lnTo>
                  <a:pt x="679" y="320"/>
                </a:lnTo>
                <a:lnTo>
                  <a:pt x="678" y="322"/>
                </a:lnTo>
                <a:lnTo>
                  <a:pt x="678" y="323"/>
                </a:lnTo>
                <a:lnTo>
                  <a:pt x="679" y="323"/>
                </a:lnTo>
                <a:lnTo>
                  <a:pt x="680" y="326"/>
                </a:lnTo>
                <a:lnTo>
                  <a:pt x="680" y="327"/>
                </a:lnTo>
                <a:lnTo>
                  <a:pt x="679" y="328"/>
                </a:lnTo>
                <a:lnTo>
                  <a:pt x="680" y="328"/>
                </a:lnTo>
                <a:lnTo>
                  <a:pt x="684" y="327"/>
                </a:lnTo>
                <a:lnTo>
                  <a:pt x="687" y="328"/>
                </a:lnTo>
                <a:lnTo>
                  <a:pt x="687" y="329"/>
                </a:lnTo>
                <a:lnTo>
                  <a:pt x="688" y="329"/>
                </a:lnTo>
                <a:lnTo>
                  <a:pt x="689" y="328"/>
                </a:lnTo>
                <a:lnTo>
                  <a:pt x="689" y="327"/>
                </a:lnTo>
                <a:lnTo>
                  <a:pt x="689" y="326"/>
                </a:lnTo>
                <a:lnTo>
                  <a:pt x="690" y="326"/>
                </a:lnTo>
                <a:lnTo>
                  <a:pt x="691" y="327"/>
                </a:lnTo>
                <a:lnTo>
                  <a:pt x="691" y="328"/>
                </a:lnTo>
                <a:lnTo>
                  <a:pt x="690" y="329"/>
                </a:lnTo>
                <a:lnTo>
                  <a:pt x="690" y="330"/>
                </a:lnTo>
                <a:lnTo>
                  <a:pt x="689" y="330"/>
                </a:lnTo>
                <a:lnTo>
                  <a:pt x="688" y="331"/>
                </a:lnTo>
                <a:lnTo>
                  <a:pt x="687" y="331"/>
                </a:lnTo>
                <a:lnTo>
                  <a:pt x="687" y="332"/>
                </a:lnTo>
                <a:lnTo>
                  <a:pt x="687" y="333"/>
                </a:lnTo>
                <a:lnTo>
                  <a:pt x="687" y="334"/>
                </a:lnTo>
                <a:lnTo>
                  <a:pt x="687" y="336"/>
                </a:lnTo>
                <a:lnTo>
                  <a:pt x="688" y="336"/>
                </a:lnTo>
                <a:lnTo>
                  <a:pt x="689" y="337"/>
                </a:lnTo>
                <a:lnTo>
                  <a:pt x="690" y="339"/>
                </a:lnTo>
                <a:lnTo>
                  <a:pt x="689" y="341"/>
                </a:lnTo>
                <a:lnTo>
                  <a:pt x="688" y="341"/>
                </a:lnTo>
                <a:lnTo>
                  <a:pt x="688" y="340"/>
                </a:lnTo>
                <a:lnTo>
                  <a:pt x="687" y="339"/>
                </a:lnTo>
                <a:lnTo>
                  <a:pt x="686" y="339"/>
                </a:lnTo>
                <a:lnTo>
                  <a:pt x="686" y="340"/>
                </a:lnTo>
                <a:lnTo>
                  <a:pt x="685" y="342"/>
                </a:lnTo>
                <a:lnTo>
                  <a:pt x="685" y="344"/>
                </a:lnTo>
                <a:lnTo>
                  <a:pt x="685" y="345"/>
                </a:lnTo>
                <a:lnTo>
                  <a:pt x="685" y="346"/>
                </a:lnTo>
                <a:lnTo>
                  <a:pt x="684" y="346"/>
                </a:lnTo>
                <a:lnTo>
                  <a:pt x="683" y="347"/>
                </a:lnTo>
                <a:lnTo>
                  <a:pt x="682" y="347"/>
                </a:lnTo>
                <a:lnTo>
                  <a:pt x="680" y="347"/>
                </a:lnTo>
                <a:lnTo>
                  <a:pt x="679" y="349"/>
                </a:lnTo>
                <a:lnTo>
                  <a:pt x="676" y="351"/>
                </a:lnTo>
                <a:lnTo>
                  <a:pt x="676" y="352"/>
                </a:lnTo>
                <a:lnTo>
                  <a:pt x="675" y="353"/>
                </a:lnTo>
                <a:lnTo>
                  <a:pt x="674" y="353"/>
                </a:lnTo>
                <a:lnTo>
                  <a:pt x="673" y="353"/>
                </a:lnTo>
                <a:lnTo>
                  <a:pt x="672" y="353"/>
                </a:lnTo>
                <a:lnTo>
                  <a:pt x="672" y="354"/>
                </a:lnTo>
                <a:lnTo>
                  <a:pt x="671" y="355"/>
                </a:lnTo>
                <a:lnTo>
                  <a:pt x="670" y="356"/>
                </a:lnTo>
                <a:lnTo>
                  <a:pt x="669" y="356"/>
                </a:lnTo>
                <a:lnTo>
                  <a:pt x="665" y="357"/>
                </a:lnTo>
                <a:lnTo>
                  <a:pt x="664" y="357"/>
                </a:lnTo>
                <a:lnTo>
                  <a:pt x="663" y="357"/>
                </a:lnTo>
                <a:lnTo>
                  <a:pt x="662" y="356"/>
                </a:lnTo>
                <a:lnTo>
                  <a:pt x="661" y="356"/>
                </a:lnTo>
                <a:lnTo>
                  <a:pt x="660" y="356"/>
                </a:lnTo>
                <a:lnTo>
                  <a:pt x="659" y="355"/>
                </a:lnTo>
                <a:lnTo>
                  <a:pt x="658" y="354"/>
                </a:lnTo>
                <a:lnTo>
                  <a:pt x="658" y="353"/>
                </a:lnTo>
                <a:lnTo>
                  <a:pt x="658" y="350"/>
                </a:lnTo>
                <a:lnTo>
                  <a:pt x="658" y="349"/>
                </a:lnTo>
                <a:lnTo>
                  <a:pt x="659" y="344"/>
                </a:lnTo>
                <a:lnTo>
                  <a:pt x="659" y="343"/>
                </a:lnTo>
                <a:lnTo>
                  <a:pt x="658" y="342"/>
                </a:lnTo>
                <a:lnTo>
                  <a:pt x="659" y="340"/>
                </a:lnTo>
                <a:lnTo>
                  <a:pt x="659" y="339"/>
                </a:lnTo>
                <a:lnTo>
                  <a:pt x="658" y="338"/>
                </a:lnTo>
                <a:lnTo>
                  <a:pt x="658" y="336"/>
                </a:lnTo>
                <a:lnTo>
                  <a:pt x="657" y="336"/>
                </a:lnTo>
                <a:lnTo>
                  <a:pt x="657" y="335"/>
                </a:lnTo>
                <a:lnTo>
                  <a:pt x="658" y="332"/>
                </a:lnTo>
                <a:lnTo>
                  <a:pt x="659" y="331"/>
                </a:lnTo>
                <a:lnTo>
                  <a:pt x="658" y="329"/>
                </a:lnTo>
                <a:lnTo>
                  <a:pt x="658" y="328"/>
                </a:lnTo>
                <a:lnTo>
                  <a:pt x="659" y="326"/>
                </a:lnTo>
                <a:lnTo>
                  <a:pt x="660" y="326"/>
                </a:lnTo>
                <a:lnTo>
                  <a:pt x="661" y="325"/>
                </a:lnTo>
                <a:lnTo>
                  <a:pt x="661" y="324"/>
                </a:lnTo>
                <a:lnTo>
                  <a:pt x="662" y="323"/>
                </a:lnTo>
                <a:lnTo>
                  <a:pt x="663" y="323"/>
                </a:lnTo>
                <a:lnTo>
                  <a:pt x="663" y="322"/>
                </a:lnTo>
                <a:lnTo>
                  <a:pt x="663" y="321"/>
                </a:lnTo>
                <a:lnTo>
                  <a:pt x="661" y="321"/>
                </a:lnTo>
                <a:lnTo>
                  <a:pt x="659" y="321"/>
                </a:lnTo>
                <a:lnTo>
                  <a:pt x="658" y="321"/>
                </a:lnTo>
                <a:lnTo>
                  <a:pt x="657" y="321"/>
                </a:lnTo>
                <a:lnTo>
                  <a:pt x="656" y="322"/>
                </a:lnTo>
                <a:lnTo>
                  <a:pt x="657" y="324"/>
                </a:lnTo>
                <a:lnTo>
                  <a:pt x="657" y="325"/>
                </a:lnTo>
                <a:lnTo>
                  <a:pt x="655" y="325"/>
                </a:lnTo>
                <a:lnTo>
                  <a:pt x="655" y="324"/>
                </a:lnTo>
                <a:lnTo>
                  <a:pt x="654" y="323"/>
                </a:lnTo>
                <a:lnTo>
                  <a:pt x="655" y="322"/>
                </a:lnTo>
                <a:lnTo>
                  <a:pt x="656" y="322"/>
                </a:lnTo>
                <a:lnTo>
                  <a:pt x="656" y="321"/>
                </a:lnTo>
                <a:lnTo>
                  <a:pt x="655" y="321"/>
                </a:lnTo>
                <a:lnTo>
                  <a:pt x="655" y="320"/>
                </a:lnTo>
                <a:lnTo>
                  <a:pt x="656" y="320"/>
                </a:lnTo>
                <a:lnTo>
                  <a:pt x="656" y="319"/>
                </a:lnTo>
                <a:lnTo>
                  <a:pt x="655" y="319"/>
                </a:lnTo>
                <a:lnTo>
                  <a:pt x="655" y="318"/>
                </a:lnTo>
                <a:lnTo>
                  <a:pt x="656" y="318"/>
                </a:lnTo>
                <a:lnTo>
                  <a:pt x="656" y="317"/>
                </a:lnTo>
                <a:lnTo>
                  <a:pt x="656" y="316"/>
                </a:lnTo>
                <a:lnTo>
                  <a:pt x="655" y="316"/>
                </a:lnTo>
                <a:lnTo>
                  <a:pt x="655" y="317"/>
                </a:lnTo>
                <a:lnTo>
                  <a:pt x="654" y="317"/>
                </a:lnTo>
                <a:lnTo>
                  <a:pt x="654" y="316"/>
                </a:lnTo>
                <a:lnTo>
                  <a:pt x="653" y="316"/>
                </a:lnTo>
                <a:lnTo>
                  <a:pt x="654" y="315"/>
                </a:lnTo>
                <a:lnTo>
                  <a:pt x="655" y="315"/>
                </a:lnTo>
                <a:lnTo>
                  <a:pt x="655" y="314"/>
                </a:lnTo>
                <a:lnTo>
                  <a:pt x="656" y="314"/>
                </a:lnTo>
                <a:lnTo>
                  <a:pt x="656" y="313"/>
                </a:lnTo>
                <a:lnTo>
                  <a:pt x="654" y="313"/>
                </a:lnTo>
                <a:lnTo>
                  <a:pt x="654" y="314"/>
                </a:lnTo>
                <a:lnTo>
                  <a:pt x="653" y="315"/>
                </a:lnTo>
                <a:lnTo>
                  <a:pt x="652" y="315"/>
                </a:lnTo>
                <a:lnTo>
                  <a:pt x="652" y="316"/>
                </a:lnTo>
                <a:lnTo>
                  <a:pt x="651" y="316"/>
                </a:lnTo>
                <a:lnTo>
                  <a:pt x="650" y="317"/>
                </a:lnTo>
                <a:lnTo>
                  <a:pt x="650" y="318"/>
                </a:lnTo>
                <a:lnTo>
                  <a:pt x="650" y="319"/>
                </a:lnTo>
                <a:lnTo>
                  <a:pt x="652" y="319"/>
                </a:lnTo>
                <a:lnTo>
                  <a:pt x="653" y="319"/>
                </a:lnTo>
                <a:lnTo>
                  <a:pt x="654" y="320"/>
                </a:lnTo>
                <a:lnTo>
                  <a:pt x="653" y="321"/>
                </a:lnTo>
                <a:lnTo>
                  <a:pt x="653" y="322"/>
                </a:lnTo>
                <a:lnTo>
                  <a:pt x="652" y="321"/>
                </a:lnTo>
                <a:lnTo>
                  <a:pt x="652" y="322"/>
                </a:lnTo>
                <a:lnTo>
                  <a:pt x="652" y="323"/>
                </a:lnTo>
                <a:lnTo>
                  <a:pt x="652" y="324"/>
                </a:lnTo>
                <a:lnTo>
                  <a:pt x="653" y="324"/>
                </a:lnTo>
                <a:lnTo>
                  <a:pt x="654" y="325"/>
                </a:lnTo>
                <a:lnTo>
                  <a:pt x="654" y="326"/>
                </a:lnTo>
                <a:lnTo>
                  <a:pt x="654" y="327"/>
                </a:lnTo>
                <a:lnTo>
                  <a:pt x="654" y="328"/>
                </a:lnTo>
                <a:lnTo>
                  <a:pt x="654" y="330"/>
                </a:lnTo>
                <a:lnTo>
                  <a:pt x="654" y="332"/>
                </a:lnTo>
                <a:lnTo>
                  <a:pt x="655" y="333"/>
                </a:lnTo>
                <a:lnTo>
                  <a:pt x="655" y="334"/>
                </a:lnTo>
                <a:lnTo>
                  <a:pt x="656" y="336"/>
                </a:lnTo>
                <a:lnTo>
                  <a:pt x="655" y="340"/>
                </a:lnTo>
                <a:lnTo>
                  <a:pt x="655" y="342"/>
                </a:lnTo>
                <a:lnTo>
                  <a:pt x="654" y="345"/>
                </a:lnTo>
                <a:lnTo>
                  <a:pt x="654" y="346"/>
                </a:lnTo>
                <a:lnTo>
                  <a:pt x="654" y="347"/>
                </a:lnTo>
                <a:lnTo>
                  <a:pt x="654" y="349"/>
                </a:lnTo>
                <a:lnTo>
                  <a:pt x="654" y="350"/>
                </a:lnTo>
                <a:lnTo>
                  <a:pt x="654" y="351"/>
                </a:lnTo>
                <a:lnTo>
                  <a:pt x="654" y="353"/>
                </a:lnTo>
                <a:lnTo>
                  <a:pt x="654" y="354"/>
                </a:lnTo>
                <a:lnTo>
                  <a:pt x="654" y="355"/>
                </a:lnTo>
                <a:lnTo>
                  <a:pt x="654" y="356"/>
                </a:lnTo>
                <a:lnTo>
                  <a:pt x="654" y="357"/>
                </a:lnTo>
                <a:lnTo>
                  <a:pt x="654" y="358"/>
                </a:lnTo>
                <a:lnTo>
                  <a:pt x="654" y="360"/>
                </a:lnTo>
                <a:lnTo>
                  <a:pt x="653" y="360"/>
                </a:lnTo>
                <a:lnTo>
                  <a:pt x="653" y="361"/>
                </a:lnTo>
                <a:lnTo>
                  <a:pt x="652" y="361"/>
                </a:lnTo>
                <a:lnTo>
                  <a:pt x="650" y="363"/>
                </a:lnTo>
                <a:lnTo>
                  <a:pt x="649" y="364"/>
                </a:lnTo>
                <a:lnTo>
                  <a:pt x="647" y="365"/>
                </a:lnTo>
                <a:lnTo>
                  <a:pt x="647" y="366"/>
                </a:lnTo>
                <a:lnTo>
                  <a:pt x="646" y="366"/>
                </a:lnTo>
                <a:lnTo>
                  <a:pt x="645" y="365"/>
                </a:lnTo>
                <a:lnTo>
                  <a:pt x="644" y="365"/>
                </a:lnTo>
                <a:lnTo>
                  <a:pt x="643" y="365"/>
                </a:lnTo>
                <a:lnTo>
                  <a:pt x="642" y="364"/>
                </a:lnTo>
                <a:lnTo>
                  <a:pt x="641" y="363"/>
                </a:lnTo>
                <a:lnTo>
                  <a:pt x="640" y="363"/>
                </a:lnTo>
                <a:lnTo>
                  <a:pt x="640" y="362"/>
                </a:lnTo>
                <a:lnTo>
                  <a:pt x="639" y="362"/>
                </a:lnTo>
                <a:lnTo>
                  <a:pt x="639" y="361"/>
                </a:lnTo>
                <a:lnTo>
                  <a:pt x="638" y="361"/>
                </a:lnTo>
                <a:lnTo>
                  <a:pt x="638" y="360"/>
                </a:lnTo>
                <a:lnTo>
                  <a:pt x="633" y="358"/>
                </a:lnTo>
                <a:lnTo>
                  <a:pt x="633" y="357"/>
                </a:lnTo>
                <a:lnTo>
                  <a:pt x="631" y="357"/>
                </a:lnTo>
                <a:lnTo>
                  <a:pt x="631" y="356"/>
                </a:lnTo>
                <a:lnTo>
                  <a:pt x="629" y="353"/>
                </a:lnTo>
                <a:lnTo>
                  <a:pt x="628" y="352"/>
                </a:lnTo>
                <a:lnTo>
                  <a:pt x="628" y="351"/>
                </a:lnTo>
                <a:lnTo>
                  <a:pt x="626" y="349"/>
                </a:lnTo>
                <a:lnTo>
                  <a:pt x="625" y="347"/>
                </a:lnTo>
                <a:lnTo>
                  <a:pt x="624" y="346"/>
                </a:lnTo>
                <a:lnTo>
                  <a:pt x="624" y="344"/>
                </a:lnTo>
                <a:lnTo>
                  <a:pt x="624" y="341"/>
                </a:lnTo>
                <a:lnTo>
                  <a:pt x="623" y="341"/>
                </a:lnTo>
                <a:lnTo>
                  <a:pt x="622" y="342"/>
                </a:lnTo>
                <a:lnTo>
                  <a:pt x="621" y="343"/>
                </a:lnTo>
                <a:lnTo>
                  <a:pt x="620" y="344"/>
                </a:lnTo>
                <a:lnTo>
                  <a:pt x="620" y="343"/>
                </a:lnTo>
                <a:lnTo>
                  <a:pt x="618" y="343"/>
                </a:lnTo>
                <a:lnTo>
                  <a:pt x="617" y="342"/>
                </a:lnTo>
                <a:lnTo>
                  <a:pt x="616" y="342"/>
                </a:lnTo>
                <a:lnTo>
                  <a:pt x="614" y="341"/>
                </a:lnTo>
                <a:lnTo>
                  <a:pt x="613" y="341"/>
                </a:lnTo>
                <a:lnTo>
                  <a:pt x="612" y="341"/>
                </a:lnTo>
                <a:lnTo>
                  <a:pt x="611" y="342"/>
                </a:lnTo>
                <a:lnTo>
                  <a:pt x="611" y="343"/>
                </a:lnTo>
                <a:lnTo>
                  <a:pt x="609" y="343"/>
                </a:lnTo>
                <a:lnTo>
                  <a:pt x="610" y="343"/>
                </a:lnTo>
                <a:lnTo>
                  <a:pt x="610" y="344"/>
                </a:lnTo>
                <a:lnTo>
                  <a:pt x="611" y="343"/>
                </a:lnTo>
                <a:lnTo>
                  <a:pt x="611" y="342"/>
                </a:lnTo>
                <a:lnTo>
                  <a:pt x="612" y="342"/>
                </a:lnTo>
                <a:lnTo>
                  <a:pt x="613" y="342"/>
                </a:lnTo>
                <a:lnTo>
                  <a:pt x="614" y="343"/>
                </a:lnTo>
                <a:lnTo>
                  <a:pt x="615" y="343"/>
                </a:lnTo>
                <a:lnTo>
                  <a:pt x="615" y="344"/>
                </a:lnTo>
                <a:lnTo>
                  <a:pt x="617" y="344"/>
                </a:lnTo>
                <a:lnTo>
                  <a:pt x="619" y="345"/>
                </a:lnTo>
                <a:lnTo>
                  <a:pt x="620" y="346"/>
                </a:lnTo>
                <a:lnTo>
                  <a:pt x="621" y="347"/>
                </a:lnTo>
                <a:lnTo>
                  <a:pt x="620" y="348"/>
                </a:lnTo>
                <a:lnTo>
                  <a:pt x="621" y="349"/>
                </a:lnTo>
                <a:lnTo>
                  <a:pt x="622" y="349"/>
                </a:lnTo>
                <a:lnTo>
                  <a:pt x="622" y="350"/>
                </a:lnTo>
                <a:lnTo>
                  <a:pt x="621" y="350"/>
                </a:lnTo>
                <a:lnTo>
                  <a:pt x="621" y="351"/>
                </a:lnTo>
                <a:lnTo>
                  <a:pt x="620" y="351"/>
                </a:lnTo>
                <a:lnTo>
                  <a:pt x="619" y="351"/>
                </a:lnTo>
                <a:lnTo>
                  <a:pt x="619" y="350"/>
                </a:lnTo>
                <a:lnTo>
                  <a:pt x="618" y="351"/>
                </a:lnTo>
                <a:lnTo>
                  <a:pt x="616" y="352"/>
                </a:lnTo>
                <a:lnTo>
                  <a:pt x="615" y="352"/>
                </a:lnTo>
                <a:lnTo>
                  <a:pt x="614" y="352"/>
                </a:lnTo>
                <a:lnTo>
                  <a:pt x="613" y="353"/>
                </a:lnTo>
                <a:lnTo>
                  <a:pt x="614" y="353"/>
                </a:lnTo>
                <a:lnTo>
                  <a:pt x="614" y="355"/>
                </a:lnTo>
                <a:lnTo>
                  <a:pt x="614" y="356"/>
                </a:lnTo>
                <a:lnTo>
                  <a:pt x="613" y="356"/>
                </a:lnTo>
                <a:lnTo>
                  <a:pt x="613" y="357"/>
                </a:lnTo>
                <a:lnTo>
                  <a:pt x="612" y="357"/>
                </a:lnTo>
                <a:lnTo>
                  <a:pt x="613" y="359"/>
                </a:lnTo>
                <a:lnTo>
                  <a:pt x="614" y="359"/>
                </a:lnTo>
                <a:lnTo>
                  <a:pt x="615" y="359"/>
                </a:lnTo>
                <a:lnTo>
                  <a:pt x="615" y="360"/>
                </a:lnTo>
                <a:lnTo>
                  <a:pt x="615" y="361"/>
                </a:lnTo>
                <a:lnTo>
                  <a:pt x="618" y="363"/>
                </a:lnTo>
                <a:lnTo>
                  <a:pt x="619" y="363"/>
                </a:lnTo>
                <a:lnTo>
                  <a:pt x="619" y="362"/>
                </a:lnTo>
                <a:lnTo>
                  <a:pt x="622" y="362"/>
                </a:lnTo>
                <a:lnTo>
                  <a:pt x="622" y="363"/>
                </a:lnTo>
                <a:lnTo>
                  <a:pt x="622" y="364"/>
                </a:lnTo>
                <a:lnTo>
                  <a:pt x="624" y="364"/>
                </a:lnTo>
                <a:lnTo>
                  <a:pt x="625" y="364"/>
                </a:lnTo>
                <a:lnTo>
                  <a:pt x="626" y="364"/>
                </a:lnTo>
                <a:lnTo>
                  <a:pt x="627" y="364"/>
                </a:lnTo>
                <a:lnTo>
                  <a:pt x="627" y="365"/>
                </a:lnTo>
                <a:lnTo>
                  <a:pt x="627" y="366"/>
                </a:lnTo>
                <a:lnTo>
                  <a:pt x="627" y="367"/>
                </a:lnTo>
                <a:lnTo>
                  <a:pt x="623" y="369"/>
                </a:lnTo>
                <a:lnTo>
                  <a:pt x="622" y="369"/>
                </a:lnTo>
                <a:lnTo>
                  <a:pt x="620" y="369"/>
                </a:lnTo>
                <a:lnTo>
                  <a:pt x="619" y="369"/>
                </a:lnTo>
                <a:lnTo>
                  <a:pt x="618" y="368"/>
                </a:lnTo>
                <a:lnTo>
                  <a:pt x="617" y="368"/>
                </a:lnTo>
                <a:lnTo>
                  <a:pt x="616" y="368"/>
                </a:lnTo>
                <a:lnTo>
                  <a:pt x="612" y="368"/>
                </a:lnTo>
                <a:lnTo>
                  <a:pt x="610" y="368"/>
                </a:lnTo>
                <a:lnTo>
                  <a:pt x="609" y="367"/>
                </a:lnTo>
                <a:lnTo>
                  <a:pt x="609" y="366"/>
                </a:lnTo>
                <a:lnTo>
                  <a:pt x="608" y="365"/>
                </a:lnTo>
                <a:lnTo>
                  <a:pt x="608" y="364"/>
                </a:lnTo>
                <a:lnTo>
                  <a:pt x="608" y="365"/>
                </a:lnTo>
                <a:lnTo>
                  <a:pt x="607" y="365"/>
                </a:lnTo>
                <a:lnTo>
                  <a:pt x="606" y="366"/>
                </a:lnTo>
                <a:lnTo>
                  <a:pt x="606" y="367"/>
                </a:lnTo>
                <a:lnTo>
                  <a:pt x="605" y="368"/>
                </a:lnTo>
                <a:lnTo>
                  <a:pt x="605" y="367"/>
                </a:lnTo>
                <a:lnTo>
                  <a:pt x="604" y="368"/>
                </a:lnTo>
                <a:lnTo>
                  <a:pt x="603" y="368"/>
                </a:lnTo>
                <a:lnTo>
                  <a:pt x="603" y="367"/>
                </a:lnTo>
                <a:lnTo>
                  <a:pt x="602" y="366"/>
                </a:lnTo>
                <a:lnTo>
                  <a:pt x="601" y="366"/>
                </a:lnTo>
                <a:lnTo>
                  <a:pt x="599" y="366"/>
                </a:lnTo>
                <a:lnTo>
                  <a:pt x="599" y="367"/>
                </a:lnTo>
                <a:lnTo>
                  <a:pt x="599" y="368"/>
                </a:lnTo>
                <a:lnTo>
                  <a:pt x="600" y="368"/>
                </a:lnTo>
                <a:lnTo>
                  <a:pt x="601" y="368"/>
                </a:lnTo>
                <a:lnTo>
                  <a:pt x="603" y="369"/>
                </a:lnTo>
                <a:lnTo>
                  <a:pt x="603" y="370"/>
                </a:lnTo>
                <a:lnTo>
                  <a:pt x="604" y="371"/>
                </a:lnTo>
                <a:lnTo>
                  <a:pt x="605" y="371"/>
                </a:lnTo>
                <a:lnTo>
                  <a:pt x="605" y="370"/>
                </a:lnTo>
                <a:lnTo>
                  <a:pt x="608" y="371"/>
                </a:lnTo>
                <a:lnTo>
                  <a:pt x="609" y="371"/>
                </a:lnTo>
                <a:lnTo>
                  <a:pt x="610" y="371"/>
                </a:lnTo>
                <a:lnTo>
                  <a:pt x="611" y="373"/>
                </a:lnTo>
                <a:lnTo>
                  <a:pt x="612" y="374"/>
                </a:lnTo>
                <a:lnTo>
                  <a:pt x="613" y="374"/>
                </a:lnTo>
                <a:lnTo>
                  <a:pt x="615" y="373"/>
                </a:lnTo>
                <a:lnTo>
                  <a:pt x="617" y="372"/>
                </a:lnTo>
                <a:lnTo>
                  <a:pt x="619" y="373"/>
                </a:lnTo>
                <a:lnTo>
                  <a:pt x="620" y="373"/>
                </a:lnTo>
                <a:lnTo>
                  <a:pt x="620" y="374"/>
                </a:lnTo>
                <a:lnTo>
                  <a:pt x="621" y="374"/>
                </a:lnTo>
                <a:lnTo>
                  <a:pt x="622" y="373"/>
                </a:lnTo>
                <a:lnTo>
                  <a:pt x="623" y="373"/>
                </a:lnTo>
                <a:lnTo>
                  <a:pt x="624" y="372"/>
                </a:lnTo>
                <a:lnTo>
                  <a:pt x="625" y="372"/>
                </a:lnTo>
                <a:lnTo>
                  <a:pt x="626" y="373"/>
                </a:lnTo>
                <a:lnTo>
                  <a:pt x="628" y="373"/>
                </a:lnTo>
                <a:lnTo>
                  <a:pt x="629" y="373"/>
                </a:lnTo>
                <a:lnTo>
                  <a:pt x="630" y="374"/>
                </a:lnTo>
                <a:lnTo>
                  <a:pt x="631" y="374"/>
                </a:lnTo>
                <a:lnTo>
                  <a:pt x="632" y="374"/>
                </a:lnTo>
                <a:lnTo>
                  <a:pt x="633" y="374"/>
                </a:lnTo>
                <a:lnTo>
                  <a:pt x="633" y="373"/>
                </a:lnTo>
                <a:lnTo>
                  <a:pt x="636" y="373"/>
                </a:lnTo>
                <a:lnTo>
                  <a:pt x="637" y="373"/>
                </a:lnTo>
                <a:lnTo>
                  <a:pt x="638" y="373"/>
                </a:lnTo>
                <a:lnTo>
                  <a:pt x="637" y="374"/>
                </a:lnTo>
                <a:lnTo>
                  <a:pt x="635" y="376"/>
                </a:lnTo>
                <a:lnTo>
                  <a:pt x="635" y="379"/>
                </a:lnTo>
                <a:lnTo>
                  <a:pt x="636" y="380"/>
                </a:lnTo>
                <a:lnTo>
                  <a:pt x="636" y="381"/>
                </a:lnTo>
                <a:lnTo>
                  <a:pt x="636" y="382"/>
                </a:lnTo>
                <a:lnTo>
                  <a:pt x="637" y="383"/>
                </a:lnTo>
                <a:lnTo>
                  <a:pt x="637" y="385"/>
                </a:lnTo>
                <a:lnTo>
                  <a:pt x="637" y="386"/>
                </a:lnTo>
                <a:lnTo>
                  <a:pt x="636" y="386"/>
                </a:lnTo>
                <a:lnTo>
                  <a:pt x="635" y="386"/>
                </a:lnTo>
                <a:lnTo>
                  <a:pt x="634" y="387"/>
                </a:lnTo>
                <a:lnTo>
                  <a:pt x="633" y="387"/>
                </a:lnTo>
                <a:lnTo>
                  <a:pt x="633" y="386"/>
                </a:lnTo>
                <a:lnTo>
                  <a:pt x="632" y="387"/>
                </a:lnTo>
                <a:lnTo>
                  <a:pt x="630" y="387"/>
                </a:lnTo>
                <a:lnTo>
                  <a:pt x="629" y="387"/>
                </a:lnTo>
                <a:lnTo>
                  <a:pt x="627" y="385"/>
                </a:lnTo>
                <a:lnTo>
                  <a:pt x="624" y="386"/>
                </a:lnTo>
                <a:lnTo>
                  <a:pt x="622" y="386"/>
                </a:lnTo>
                <a:lnTo>
                  <a:pt x="621" y="386"/>
                </a:lnTo>
                <a:lnTo>
                  <a:pt x="621" y="387"/>
                </a:lnTo>
                <a:lnTo>
                  <a:pt x="621" y="388"/>
                </a:lnTo>
                <a:lnTo>
                  <a:pt x="621" y="389"/>
                </a:lnTo>
                <a:lnTo>
                  <a:pt x="621" y="390"/>
                </a:lnTo>
                <a:lnTo>
                  <a:pt x="621" y="389"/>
                </a:lnTo>
                <a:lnTo>
                  <a:pt x="622" y="390"/>
                </a:lnTo>
                <a:lnTo>
                  <a:pt x="621" y="393"/>
                </a:lnTo>
                <a:lnTo>
                  <a:pt x="620" y="393"/>
                </a:lnTo>
                <a:lnTo>
                  <a:pt x="620" y="395"/>
                </a:lnTo>
                <a:lnTo>
                  <a:pt x="620" y="397"/>
                </a:lnTo>
                <a:lnTo>
                  <a:pt x="621" y="397"/>
                </a:lnTo>
                <a:lnTo>
                  <a:pt x="624" y="395"/>
                </a:lnTo>
                <a:lnTo>
                  <a:pt x="625" y="394"/>
                </a:lnTo>
                <a:lnTo>
                  <a:pt x="623" y="392"/>
                </a:lnTo>
                <a:lnTo>
                  <a:pt x="623" y="391"/>
                </a:lnTo>
                <a:lnTo>
                  <a:pt x="623" y="390"/>
                </a:lnTo>
                <a:lnTo>
                  <a:pt x="622" y="389"/>
                </a:lnTo>
                <a:lnTo>
                  <a:pt x="622" y="388"/>
                </a:lnTo>
                <a:lnTo>
                  <a:pt x="623" y="387"/>
                </a:lnTo>
                <a:lnTo>
                  <a:pt x="624" y="387"/>
                </a:lnTo>
                <a:lnTo>
                  <a:pt x="626" y="386"/>
                </a:lnTo>
                <a:lnTo>
                  <a:pt x="627" y="387"/>
                </a:lnTo>
                <a:lnTo>
                  <a:pt x="628" y="387"/>
                </a:lnTo>
                <a:lnTo>
                  <a:pt x="628" y="388"/>
                </a:lnTo>
                <a:lnTo>
                  <a:pt x="629" y="388"/>
                </a:lnTo>
                <a:lnTo>
                  <a:pt x="630" y="389"/>
                </a:lnTo>
                <a:lnTo>
                  <a:pt x="631" y="389"/>
                </a:lnTo>
                <a:lnTo>
                  <a:pt x="631" y="388"/>
                </a:lnTo>
                <a:lnTo>
                  <a:pt x="632" y="388"/>
                </a:lnTo>
                <a:lnTo>
                  <a:pt x="633" y="387"/>
                </a:lnTo>
                <a:lnTo>
                  <a:pt x="635" y="387"/>
                </a:lnTo>
                <a:lnTo>
                  <a:pt x="636" y="387"/>
                </a:lnTo>
                <a:lnTo>
                  <a:pt x="637" y="387"/>
                </a:lnTo>
                <a:lnTo>
                  <a:pt x="638" y="386"/>
                </a:lnTo>
                <a:lnTo>
                  <a:pt x="639" y="384"/>
                </a:lnTo>
                <a:lnTo>
                  <a:pt x="640" y="383"/>
                </a:lnTo>
                <a:lnTo>
                  <a:pt x="641" y="383"/>
                </a:lnTo>
                <a:lnTo>
                  <a:pt x="642" y="383"/>
                </a:lnTo>
                <a:lnTo>
                  <a:pt x="642" y="384"/>
                </a:lnTo>
                <a:lnTo>
                  <a:pt x="643" y="384"/>
                </a:lnTo>
                <a:lnTo>
                  <a:pt x="644" y="384"/>
                </a:lnTo>
                <a:lnTo>
                  <a:pt x="644" y="385"/>
                </a:lnTo>
                <a:lnTo>
                  <a:pt x="645" y="385"/>
                </a:lnTo>
                <a:lnTo>
                  <a:pt x="645" y="386"/>
                </a:lnTo>
                <a:lnTo>
                  <a:pt x="646" y="387"/>
                </a:lnTo>
                <a:lnTo>
                  <a:pt x="646" y="388"/>
                </a:lnTo>
                <a:lnTo>
                  <a:pt x="646" y="389"/>
                </a:lnTo>
                <a:lnTo>
                  <a:pt x="647" y="389"/>
                </a:lnTo>
                <a:lnTo>
                  <a:pt x="648" y="389"/>
                </a:lnTo>
                <a:lnTo>
                  <a:pt x="648" y="388"/>
                </a:lnTo>
                <a:lnTo>
                  <a:pt x="649" y="388"/>
                </a:lnTo>
                <a:lnTo>
                  <a:pt x="649" y="389"/>
                </a:lnTo>
                <a:lnTo>
                  <a:pt x="650" y="389"/>
                </a:lnTo>
                <a:lnTo>
                  <a:pt x="650" y="390"/>
                </a:lnTo>
                <a:lnTo>
                  <a:pt x="649" y="390"/>
                </a:lnTo>
                <a:lnTo>
                  <a:pt x="648" y="390"/>
                </a:lnTo>
                <a:lnTo>
                  <a:pt x="647" y="390"/>
                </a:lnTo>
                <a:lnTo>
                  <a:pt x="646" y="390"/>
                </a:lnTo>
                <a:lnTo>
                  <a:pt x="646" y="391"/>
                </a:lnTo>
                <a:lnTo>
                  <a:pt x="646" y="392"/>
                </a:lnTo>
                <a:lnTo>
                  <a:pt x="647" y="395"/>
                </a:lnTo>
                <a:lnTo>
                  <a:pt x="645" y="397"/>
                </a:lnTo>
                <a:lnTo>
                  <a:pt x="645" y="398"/>
                </a:lnTo>
                <a:lnTo>
                  <a:pt x="648" y="400"/>
                </a:lnTo>
                <a:lnTo>
                  <a:pt x="649" y="401"/>
                </a:lnTo>
                <a:lnTo>
                  <a:pt x="649" y="400"/>
                </a:lnTo>
                <a:lnTo>
                  <a:pt x="650" y="400"/>
                </a:lnTo>
                <a:lnTo>
                  <a:pt x="650" y="399"/>
                </a:lnTo>
                <a:lnTo>
                  <a:pt x="651" y="400"/>
                </a:lnTo>
                <a:lnTo>
                  <a:pt x="652" y="401"/>
                </a:lnTo>
                <a:lnTo>
                  <a:pt x="653" y="400"/>
                </a:lnTo>
                <a:lnTo>
                  <a:pt x="654" y="400"/>
                </a:lnTo>
                <a:lnTo>
                  <a:pt x="654" y="401"/>
                </a:lnTo>
                <a:lnTo>
                  <a:pt x="653" y="401"/>
                </a:lnTo>
                <a:lnTo>
                  <a:pt x="652" y="402"/>
                </a:lnTo>
                <a:lnTo>
                  <a:pt x="653" y="403"/>
                </a:lnTo>
                <a:lnTo>
                  <a:pt x="652" y="403"/>
                </a:lnTo>
                <a:lnTo>
                  <a:pt x="653" y="404"/>
                </a:lnTo>
                <a:lnTo>
                  <a:pt x="656" y="403"/>
                </a:lnTo>
                <a:lnTo>
                  <a:pt x="657" y="403"/>
                </a:lnTo>
                <a:lnTo>
                  <a:pt x="656" y="405"/>
                </a:lnTo>
                <a:lnTo>
                  <a:pt x="655" y="405"/>
                </a:lnTo>
                <a:lnTo>
                  <a:pt x="654" y="406"/>
                </a:lnTo>
                <a:lnTo>
                  <a:pt x="653" y="407"/>
                </a:lnTo>
                <a:lnTo>
                  <a:pt x="653" y="409"/>
                </a:lnTo>
                <a:lnTo>
                  <a:pt x="653" y="410"/>
                </a:lnTo>
                <a:lnTo>
                  <a:pt x="652" y="410"/>
                </a:lnTo>
                <a:lnTo>
                  <a:pt x="652" y="409"/>
                </a:lnTo>
                <a:lnTo>
                  <a:pt x="651" y="410"/>
                </a:lnTo>
                <a:lnTo>
                  <a:pt x="650" y="410"/>
                </a:lnTo>
                <a:lnTo>
                  <a:pt x="650" y="411"/>
                </a:lnTo>
                <a:lnTo>
                  <a:pt x="649" y="412"/>
                </a:lnTo>
                <a:lnTo>
                  <a:pt x="648" y="413"/>
                </a:lnTo>
                <a:lnTo>
                  <a:pt x="646" y="414"/>
                </a:lnTo>
                <a:lnTo>
                  <a:pt x="646" y="413"/>
                </a:lnTo>
                <a:lnTo>
                  <a:pt x="645" y="412"/>
                </a:lnTo>
                <a:lnTo>
                  <a:pt x="644" y="412"/>
                </a:lnTo>
                <a:lnTo>
                  <a:pt x="643" y="413"/>
                </a:lnTo>
                <a:lnTo>
                  <a:pt x="639" y="412"/>
                </a:lnTo>
                <a:lnTo>
                  <a:pt x="637" y="412"/>
                </a:lnTo>
                <a:lnTo>
                  <a:pt x="636" y="411"/>
                </a:lnTo>
                <a:lnTo>
                  <a:pt x="635" y="411"/>
                </a:lnTo>
                <a:lnTo>
                  <a:pt x="634" y="411"/>
                </a:lnTo>
                <a:lnTo>
                  <a:pt x="633" y="411"/>
                </a:lnTo>
                <a:lnTo>
                  <a:pt x="632" y="411"/>
                </a:lnTo>
                <a:lnTo>
                  <a:pt x="629" y="410"/>
                </a:lnTo>
                <a:lnTo>
                  <a:pt x="628" y="410"/>
                </a:lnTo>
                <a:lnTo>
                  <a:pt x="627" y="409"/>
                </a:lnTo>
                <a:lnTo>
                  <a:pt x="627" y="408"/>
                </a:lnTo>
                <a:lnTo>
                  <a:pt x="625" y="406"/>
                </a:lnTo>
                <a:lnTo>
                  <a:pt x="623" y="406"/>
                </a:lnTo>
                <a:lnTo>
                  <a:pt x="623" y="407"/>
                </a:lnTo>
                <a:lnTo>
                  <a:pt x="621" y="409"/>
                </a:lnTo>
                <a:lnTo>
                  <a:pt x="620" y="410"/>
                </a:lnTo>
                <a:lnTo>
                  <a:pt x="620" y="411"/>
                </a:lnTo>
                <a:lnTo>
                  <a:pt x="621" y="411"/>
                </a:lnTo>
                <a:lnTo>
                  <a:pt x="621" y="410"/>
                </a:lnTo>
                <a:lnTo>
                  <a:pt x="622" y="411"/>
                </a:lnTo>
                <a:lnTo>
                  <a:pt x="623" y="411"/>
                </a:lnTo>
                <a:lnTo>
                  <a:pt x="625" y="411"/>
                </a:lnTo>
                <a:lnTo>
                  <a:pt x="626" y="411"/>
                </a:lnTo>
                <a:lnTo>
                  <a:pt x="628" y="412"/>
                </a:lnTo>
                <a:lnTo>
                  <a:pt x="627" y="412"/>
                </a:lnTo>
                <a:lnTo>
                  <a:pt x="626" y="412"/>
                </a:lnTo>
                <a:lnTo>
                  <a:pt x="627" y="413"/>
                </a:lnTo>
                <a:lnTo>
                  <a:pt x="627" y="414"/>
                </a:lnTo>
                <a:lnTo>
                  <a:pt x="627" y="415"/>
                </a:lnTo>
                <a:lnTo>
                  <a:pt x="627" y="416"/>
                </a:lnTo>
                <a:lnTo>
                  <a:pt x="628" y="416"/>
                </a:lnTo>
                <a:lnTo>
                  <a:pt x="629" y="416"/>
                </a:lnTo>
                <a:lnTo>
                  <a:pt x="630" y="416"/>
                </a:lnTo>
                <a:lnTo>
                  <a:pt x="630" y="415"/>
                </a:lnTo>
                <a:lnTo>
                  <a:pt x="631" y="415"/>
                </a:lnTo>
                <a:lnTo>
                  <a:pt x="632" y="415"/>
                </a:lnTo>
                <a:lnTo>
                  <a:pt x="633" y="414"/>
                </a:lnTo>
                <a:lnTo>
                  <a:pt x="635" y="416"/>
                </a:lnTo>
                <a:lnTo>
                  <a:pt x="637" y="416"/>
                </a:lnTo>
                <a:lnTo>
                  <a:pt x="637" y="415"/>
                </a:lnTo>
                <a:lnTo>
                  <a:pt x="638" y="415"/>
                </a:lnTo>
                <a:lnTo>
                  <a:pt x="639" y="415"/>
                </a:lnTo>
                <a:lnTo>
                  <a:pt x="640" y="415"/>
                </a:lnTo>
                <a:lnTo>
                  <a:pt x="643" y="417"/>
                </a:lnTo>
                <a:lnTo>
                  <a:pt x="644" y="417"/>
                </a:lnTo>
                <a:lnTo>
                  <a:pt x="644" y="418"/>
                </a:lnTo>
                <a:lnTo>
                  <a:pt x="645" y="418"/>
                </a:lnTo>
                <a:lnTo>
                  <a:pt x="645" y="419"/>
                </a:lnTo>
                <a:lnTo>
                  <a:pt x="645" y="421"/>
                </a:lnTo>
                <a:lnTo>
                  <a:pt x="646" y="422"/>
                </a:lnTo>
                <a:lnTo>
                  <a:pt x="645" y="422"/>
                </a:lnTo>
                <a:lnTo>
                  <a:pt x="645" y="423"/>
                </a:lnTo>
                <a:lnTo>
                  <a:pt x="648" y="422"/>
                </a:lnTo>
                <a:lnTo>
                  <a:pt x="649" y="422"/>
                </a:lnTo>
                <a:lnTo>
                  <a:pt x="651" y="421"/>
                </a:lnTo>
                <a:lnTo>
                  <a:pt x="651" y="422"/>
                </a:lnTo>
                <a:lnTo>
                  <a:pt x="650" y="424"/>
                </a:lnTo>
                <a:lnTo>
                  <a:pt x="650" y="425"/>
                </a:lnTo>
                <a:lnTo>
                  <a:pt x="650" y="426"/>
                </a:lnTo>
                <a:lnTo>
                  <a:pt x="649" y="426"/>
                </a:lnTo>
                <a:lnTo>
                  <a:pt x="649" y="427"/>
                </a:lnTo>
                <a:lnTo>
                  <a:pt x="650" y="427"/>
                </a:lnTo>
                <a:lnTo>
                  <a:pt x="651" y="427"/>
                </a:lnTo>
                <a:lnTo>
                  <a:pt x="652" y="427"/>
                </a:lnTo>
                <a:lnTo>
                  <a:pt x="653" y="427"/>
                </a:lnTo>
                <a:lnTo>
                  <a:pt x="653" y="428"/>
                </a:lnTo>
                <a:lnTo>
                  <a:pt x="652" y="428"/>
                </a:lnTo>
                <a:lnTo>
                  <a:pt x="652" y="429"/>
                </a:lnTo>
                <a:lnTo>
                  <a:pt x="653" y="429"/>
                </a:lnTo>
                <a:lnTo>
                  <a:pt x="654" y="432"/>
                </a:lnTo>
                <a:lnTo>
                  <a:pt x="655" y="432"/>
                </a:lnTo>
                <a:lnTo>
                  <a:pt x="653" y="433"/>
                </a:lnTo>
                <a:lnTo>
                  <a:pt x="654" y="434"/>
                </a:lnTo>
                <a:lnTo>
                  <a:pt x="653" y="434"/>
                </a:lnTo>
                <a:lnTo>
                  <a:pt x="653" y="435"/>
                </a:lnTo>
                <a:lnTo>
                  <a:pt x="654" y="435"/>
                </a:lnTo>
                <a:lnTo>
                  <a:pt x="654" y="436"/>
                </a:lnTo>
                <a:lnTo>
                  <a:pt x="654" y="437"/>
                </a:lnTo>
                <a:lnTo>
                  <a:pt x="653" y="448"/>
                </a:lnTo>
                <a:lnTo>
                  <a:pt x="653" y="450"/>
                </a:lnTo>
                <a:lnTo>
                  <a:pt x="653" y="451"/>
                </a:lnTo>
                <a:lnTo>
                  <a:pt x="652" y="452"/>
                </a:lnTo>
                <a:lnTo>
                  <a:pt x="651" y="452"/>
                </a:lnTo>
                <a:lnTo>
                  <a:pt x="651" y="453"/>
                </a:lnTo>
                <a:lnTo>
                  <a:pt x="650" y="452"/>
                </a:lnTo>
                <a:lnTo>
                  <a:pt x="650" y="453"/>
                </a:lnTo>
                <a:lnTo>
                  <a:pt x="649" y="453"/>
                </a:lnTo>
                <a:lnTo>
                  <a:pt x="649" y="452"/>
                </a:lnTo>
                <a:lnTo>
                  <a:pt x="648" y="452"/>
                </a:lnTo>
                <a:lnTo>
                  <a:pt x="647" y="451"/>
                </a:lnTo>
                <a:lnTo>
                  <a:pt x="646" y="452"/>
                </a:lnTo>
                <a:lnTo>
                  <a:pt x="645" y="452"/>
                </a:lnTo>
                <a:lnTo>
                  <a:pt x="645" y="453"/>
                </a:lnTo>
                <a:lnTo>
                  <a:pt x="646" y="454"/>
                </a:lnTo>
                <a:lnTo>
                  <a:pt x="646" y="455"/>
                </a:lnTo>
                <a:lnTo>
                  <a:pt x="646" y="454"/>
                </a:lnTo>
                <a:lnTo>
                  <a:pt x="646" y="455"/>
                </a:lnTo>
                <a:lnTo>
                  <a:pt x="645" y="456"/>
                </a:lnTo>
                <a:lnTo>
                  <a:pt x="642" y="457"/>
                </a:lnTo>
                <a:lnTo>
                  <a:pt x="641" y="458"/>
                </a:lnTo>
                <a:lnTo>
                  <a:pt x="639" y="458"/>
                </a:lnTo>
                <a:lnTo>
                  <a:pt x="638" y="459"/>
                </a:lnTo>
                <a:lnTo>
                  <a:pt x="637" y="459"/>
                </a:lnTo>
                <a:lnTo>
                  <a:pt x="634" y="460"/>
                </a:lnTo>
                <a:lnTo>
                  <a:pt x="633" y="460"/>
                </a:lnTo>
                <a:lnTo>
                  <a:pt x="632" y="460"/>
                </a:lnTo>
                <a:lnTo>
                  <a:pt x="631" y="460"/>
                </a:lnTo>
                <a:lnTo>
                  <a:pt x="628" y="460"/>
                </a:lnTo>
                <a:lnTo>
                  <a:pt x="627" y="460"/>
                </a:lnTo>
                <a:lnTo>
                  <a:pt x="626" y="460"/>
                </a:lnTo>
                <a:lnTo>
                  <a:pt x="625" y="460"/>
                </a:lnTo>
                <a:lnTo>
                  <a:pt x="624" y="460"/>
                </a:lnTo>
                <a:lnTo>
                  <a:pt x="624" y="461"/>
                </a:lnTo>
                <a:lnTo>
                  <a:pt x="624" y="463"/>
                </a:lnTo>
                <a:lnTo>
                  <a:pt x="623" y="465"/>
                </a:lnTo>
                <a:lnTo>
                  <a:pt x="627" y="466"/>
                </a:lnTo>
                <a:lnTo>
                  <a:pt x="630" y="466"/>
                </a:lnTo>
                <a:lnTo>
                  <a:pt x="632" y="466"/>
                </a:lnTo>
                <a:lnTo>
                  <a:pt x="635" y="467"/>
                </a:lnTo>
                <a:lnTo>
                  <a:pt x="637" y="470"/>
                </a:lnTo>
                <a:lnTo>
                  <a:pt x="640" y="475"/>
                </a:lnTo>
                <a:lnTo>
                  <a:pt x="641" y="477"/>
                </a:lnTo>
                <a:lnTo>
                  <a:pt x="643" y="479"/>
                </a:lnTo>
                <a:lnTo>
                  <a:pt x="645" y="482"/>
                </a:lnTo>
                <a:lnTo>
                  <a:pt x="646" y="483"/>
                </a:lnTo>
                <a:lnTo>
                  <a:pt x="647" y="485"/>
                </a:lnTo>
                <a:lnTo>
                  <a:pt x="648" y="486"/>
                </a:lnTo>
                <a:lnTo>
                  <a:pt x="648" y="487"/>
                </a:lnTo>
                <a:lnTo>
                  <a:pt x="648" y="489"/>
                </a:lnTo>
                <a:lnTo>
                  <a:pt x="649" y="490"/>
                </a:lnTo>
                <a:lnTo>
                  <a:pt x="649" y="489"/>
                </a:lnTo>
                <a:lnTo>
                  <a:pt x="650" y="488"/>
                </a:lnTo>
                <a:lnTo>
                  <a:pt x="652" y="490"/>
                </a:lnTo>
                <a:lnTo>
                  <a:pt x="652" y="491"/>
                </a:lnTo>
                <a:lnTo>
                  <a:pt x="652" y="492"/>
                </a:lnTo>
                <a:lnTo>
                  <a:pt x="653" y="492"/>
                </a:lnTo>
                <a:lnTo>
                  <a:pt x="655" y="492"/>
                </a:lnTo>
                <a:lnTo>
                  <a:pt x="654" y="493"/>
                </a:lnTo>
                <a:lnTo>
                  <a:pt x="653" y="493"/>
                </a:lnTo>
                <a:lnTo>
                  <a:pt x="652" y="494"/>
                </a:lnTo>
                <a:lnTo>
                  <a:pt x="652" y="495"/>
                </a:lnTo>
                <a:lnTo>
                  <a:pt x="653" y="495"/>
                </a:lnTo>
                <a:lnTo>
                  <a:pt x="653" y="496"/>
                </a:lnTo>
                <a:lnTo>
                  <a:pt x="652" y="496"/>
                </a:lnTo>
                <a:lnTo>
                  <a:pt x="652" y="497"/>
                </a:lnTo>
                <a:lnTo>
                  <a:pt x="652" y="498"/>
                </a:lnTo>
                <a:lnTo>
                  <a:pt x="651" y="498"/>
                </a:lnTo>
                <a:lnTo>
                  <a:pt x="650" y="498"/>
                </a:lnTo>
                <a:lnTo>
                  <a:pt x="649" y="499"/>
                </a:lnTo>
                <a:lnTo>
                  <a:pt x="647" y="499"/>
                </a:lnTo>
                <a:lnTo>
                  <a:pt x="647" y="498"/>
                </a:lnTo>
                <a:lnTo>
                  <a:pt x="646" y="499"/>
                </a:lnTo>
                <a:lnTo>
                  <a:pt x="648" y="501"/>
                </a:lnTo>
                <a:lnTo>
                  <a:pt x="650" y="501"/>
                </a:lnTo>
                <a:lnTo>
                  <a:pt x="651" y="500"/>
                </a:lnTo>
                <a:lnTo>
                  <a:pt x="652" y="500"/>
                </a:lnTo>
                <a:lnTo>
                  <a:pt x="652" y="501"/>
                </a:lnTo>
                <a:lnTo>
                  <a:pt x="653" y="502"/>
                </a:lnTo>
                <a:lnTo>
                  <a:pt x="652" y="503"/>
                </a:lnTo>
                <a:lnTo>
                  <a:pt x="651" y="504"/>
                </a:lnTo>
                <a:lnTo>
                  <a:pt x="651" y="506"/>
                </a:lnTo>
                <a:lnTo>
                  <a:pt x="651" y="511"/>
                </a:lnTo>
                <a:lnTo>
                  <a:pt x="652" y="512"/>
                </a:lnTo>
                <a:lnTo>
                  <a:pt x="653" y="512"/>
                </a:lnTo>
                <a:lnTo>
                  <a:pt x="654" y="512"/>
                </a:lnTo>
                <a:lnTo>
                  <a:pt x="660" y="513"/>
                </a:lnTo>
                <a:lnTo>
                  <a:pt x="661" y="513"/>
                </a:lnTo>
                <a:lnTo>
                  <a:pt x="662" y="514"/>
                </a:lnTo>
                <a:lnTo>
                  <a:pt x="664" y="515"/>
                </a:lnTo>
                <a:lnTo>
                  <a:pt x="663" y="515"/>
                </a:lnTo>
                <a:lnTo>
                  <a:pt x="662" y="516"/>
                </a:lnTo>
                <a:lnTo>
                  <a:pt x="661" y="516"/>
                </a:lnTo>
                <a:lnTo>
                  <a:pt x="661" y="517"/>
                </a:lnTo>
                <a:lnTo>
                  <a:pt x="660" y="519"/>
                </a:lnTo>
                <a:lnTo>
                  <a:pt x="662" y="520"/>
                </a:lnTo>
                <a:lnTo>
                  <a:pt x="663" y="520"/>
                </a:lnTo>
                <a:lnTo>
                  <a:pt x="663" y="521"/>
                </a:lnTo>
                <a:lnTo>
                  <a:pt x="662" y="522"/>
                </a:lnTo>
                <a:lnTo>
                  <a:pt x="661" y="523"/>
                </a:lnTo>
                <a:lnTo>
                  <a:pt x="660" y="524"/>
                </a:lnTo>
                <a:lnTo>
                  <a:pt x="659" y="524"/>
                </a:lnTo>
                <a:lnTo>
                  <a:pt x="658" y="524"/>
                </a:lnTo>
                <a:lnTo>
                  <a:pt x="658" y="525"/>
                </a:lnTo>
                <a:lnTo>
                  <a:pt x="659" y="525"/>
                </a:lnTo>
                <a:lnTo>
                  <a:pt x="659" y="526"/>
                </a:lnTo>
                <a:lnTo>
                  <a:pt x="658" y="527"/>
                </a:lnTo>
                <a:lnTo>
                  <a:pt x="660" y="528"/>
                </a:lnTo>
                <a:lnTo>
                  <a:pt x="662" y="526"/>
                </a:lnTo>
                <a:lnTo>
                  <a:pt x="663" y="525"/>
                </a:lnTo>
                <a:lnTo>
                  <a:pt x="665" y="525"/>
                </a:lnTo>
                <a:lnTo>
                  <a:pt x="664" y="526"/>
                </a:lnTo>
                <a:lnTo>
                  <a:pt x="664" y="527"/>
                </a:lnTo>
                <a:lnTo>
                  <a:pt x="665" y="527"/>
                </a:lnTo>
                <a:lnTo>
                  <a:pt x="665" y="526"/>
                </a:lnTo>
                <a:lnTo>
                  <a:pt x="667" y="526"/>
                </a:lnTo>
                <a:lnTo>
                  <a:pt x="666" y="526"/>
                </a:lnTo>
                <a:lnTo>
                  <a:pt x="666" y="527"/>
                </a:lnTo>
                <a:lnTo>
                  <a:pt x="664" y="529"/>
                </a:lnTo>
                <a:lnTo>
                  <a:pt x="664" y="530"/>
                </a:lnTo>
                <a:lnTo>
                  <a:pt x="664" y="531"/>
                </a:lnTo>
                <a:lnTo>
                  <a:pt x="665" y="531"/>
                </a:lnTo>
                <a:lnTo>
                  <a:pt x="664" y="532"/>
                </a:lnTo>
                <a:lnTo>
                  <a:pt x="663" y="533"/>
                </a:lnTo>
                <a:lnTo>
                  <a:pt x="663" y="534"/>
                </a:lnTo>
                <a:lnTo>
                  <a:pt x="664" y="534"/>
                </a:lnTo>
                <a:lnTo>
                  <a:pt x="664" y="535"/>
                </a:lnTo>
                <a:lnTo>
                  <a:pt x="664" y="536"/>
                </a:lnTo>
                <a:lnTo>
                  <a:pt x="663" y="537"/>
                </a:lnTo>
                <a:lnTo>
                  <a:pt x="662" y="537"/>
                </a:lnTo>
                <a:lnTo>
                  <a:pt x="662" y="538"/>
                </a:lnTo>
                <a:lnTo>
                  <a:pt x="663" y="538"/>
                </a:lnTo>
                <a:lnTo>
                  <a:pt x="664" y="538"/>
                </a:lnTo>
                <a:lnTo>
                  <a:pt x="664" y="539"/>
                </a:lnTo>
                <a:lnTo>
                  <a:pt x="663" y="539"/>
                </a:lnTo>
                <a:lnTo>
                  <a:pt x="662" y="539"/>
                </a:lnTo>
                <a:lnTo>
                  <a:pt x="662" y="540"/>
                </a:lnTo>
                <a:lnTo>
                  <a:pt x="662" y="541"/>
                </a:lnTo>
                <a:lnTo>
                  <a:pt x="661" y="541"/>
                </a:lnTo>
                <a:lnTo>
                  <a:pt x="660" y="541"/>
                </a:lnTo>
                <a:lnTo>
                  <a:pt x="660" y="542"/>
                </a:lnTo>
                <a:lnTo>
                  <a:pt x="661" y="542"/>
                </a:lnTo>
                <a:lnTo>
                  <a:pt x="661" y="543"/>
                </a:lnTo>
                <a:lnTo>
                  <a:pt x="660" y="543"/>
                </a:lnTo>
                <a:lnTo>
                  <a:pt x="660" y="544"/>
                </a:lnTo>
                <a:lnTo>
                  <a:pt x="661" y="544"/>
                </a:lnTo>
                <a:lnTo>
                  <a:pt x="662" y="543"/>
                </a:lnTo>
                <a:lnTo>
                  <a:pt x="662" y="544"/>
                </a:lnTo>
                <a:lnTo>
                  <a:pt x="661" y="544"/>
                </a:lnTo>
                <a:lnTo>
                  <a:pt x="661" y="545"/>
                </a:lnTo>
                <a:lnTo>
                  <a:pt x="661" y="546"/>
                </a:lnTo>
                <a:lnTo>
                  <a:pt x="660" y="546"/>
                </a:lnTo>
                <a:lnTo>
                  <a:pt x="660" y="547"/>
                </a:lnTo>
                <a:lnTo>
                  <a:pt x="659" y="546"/>
                </a:lnTo>
                <a:lnTo>
                  <a:pt x="659" y="547"/>
                </a:lnTo>
                <a:lnTo>
                  <a:pt x="658" y="547"/>
                </a:lnTo>
                <a:lnTo>
                  <a:pt x="658" y="546"/>
                </a:lnTo>
                <a:lnTo>
                  <a:pt x="658" y="547"/>
                </a:lnTo>
                <a:lnTo>
                  <a:pt x="657" y="547"/>
                </a:lnTo>
                <a:lnTo>
                  <a:pt x="657" y="548"/>
                </a:lnTo>
                <a:lnTo>
                  <a:pt x="655" y="548"/>
                </a:lnTo>
                <a:lnTo>
                  <a:pt x="655" y="546"/>
                </a:lnTo>
                <a:lnTo>
                  <a:pt x="656" y="545"/>
                </a:lnTo>
                <a:lnTo>
                  <a:pt x="656" y="544"/>
                </a:lnTo>
                <a:lnTo>
                  <a:pt x="656" y="543"/>
                </a:lnTo>
                <a:lnTo>
                  <a:pt x="655" y="543"/>
                </a:lnTo>
                <a:lnTo>
                  <a:pt x="655" y="545"/>
                </a:lnTo>
                <a:lnTo>
                  <a:pt x="654" y="545"/>
                </a:lnTo>
                <a:lnTo>
                  <a:pt x="653" y="544"/>
                </a:lnTo>
                <a:lnTo>
                  <a:pt x="652" y="544"/>
                </a:lnTo>
                <a:lnTo>
                  <a:pt x="652" y="543"/>
                </a:lnTo>
                <a:lnTo>
                  <a:pt x="653" y="543"/>
                </a:lnTo>
                <a:lnTo>
                  <a:pt x="653" y="542"/>
                </a:lnTo>
                <a:lnTo>
                  <a:pt x="653" y="540"/>
                </a:lnTo>
                <a:lnTo>
                  <a:pt x="653" y="538"/>
                </a:lnTo>
                <a:lnTo>
                  <a:pt x="650" y="537"/>
                </a:lnTo>
                <a:lnTo>
                  <a:pt x="647" y="537"/>
                </a:lnTo>
                <a:lnTo>
                  <a:pt x="647" y="536"/>
                </a:lnTo>
                <a:lnTo>
                  <a:pt x="647" y="535"/>
                </a:lnTo>
                <a:lnTo>
                  <a:pt x="643" y="535"/>
                </a:lnTo>
                <a:lnTo>
                  <a:pt x="641" y="534"/>
                </a:lnTo>
                <a:lnTo>
                  <a:pt x="640" y="534"/>
                </a:lnTo>
                <a:lnTo>
                  <a:pt x="637" y="534"/>
                </a:lnTo>
                <a:lnTo>
                  <a:pt x="634" y="535"/>
                </a:lnTo>
                <a:lnTo>
                  <a:pt x="633" y="535"/>
                </a:lnTo>
                <a:lnTo>
                  <a:pt x="632" y="535"/>
                </a:lnTo>
                <a:lnTo>
                  <a:pt x="632" y="536"/>
                </a:lnTo>
                <a:lnTo>
                  <a:pt x="631" y="536"/>
                </a:lnTo>
                <a:lnTo>
                  <a:pt x="632" y="538"/>
                </a:lnTo>
                <a:lnTo>
                  <a:pt x="632" y="540"/>
                </a:lnTo>
                <a:lnTo>
                  <a:pt x="632" y="541"/>
                </a:lnTo>
                <a:lnTo>
                  <a:pt x="631" y="540"/>
                </a:lnTo>
                <a:lnTo>
                  <a:pt x="630" y="540"/>
                </a:lnTo>
                <a:lnTo>
                  <a:pt x="630" y="541"/>
                </a:lnTo>
                <a:lnTo>
                  <a:pt x="629" y="541"/>
                </a:lnTo>
                <a:lnTo>
                  <a:pt x="630" y="541"/>
                </a:lnTo>
                <a:lnTo>
                  <a:pt x="630" y="542"/>
                </a:lnTo>
                <a:lnTo>
                  <a:pt x="630" y="543"/>
                </a:lnTo>
                <a:lnTo>
                  <a:pt x="629" y="543"/>
                </a:lnTo>
                <a:lnTo>
                  <a:pt x="629" y="545"/>
                </a:lnTo>
                <a:lnTo>
                  <a:pt x="629" y="547"/>
                </a:lnTo>
                <a:lnTo>
                  <a:pt x="629" y="549"/>
                </a:lnTo>
                <a:lnTo>
                  <a:pt x="629" y="550"/>
                </a:lnTo>
                <a:lnTo>
                  <a:pt x="628" y="550"/>
                </a:lnTo>
                <a:lnTo>
                  <a:pt x="627" y="551"/>
                </a:lnTo>
                <a:lnTo>
                  <a:pt x="627" y="552"/>
                </a:lnTo>
                <a:lnTo>
                  <a:pt x="628" y="553"/>
                </a:lnTo>
                <a:lnTo>
                  <a:pt x="627" y="555"/>
                </a:lnTo>
                <a:lnTo>
                  <a:pt x="626" y="556"/>
                </a:lnTo>
                <a:lnTo>
                  <a:pt x="625" y="557"/>
                </a:lnTo>
                <a:lnTo>
                  <a:pt x="624" y="558"/>
                </a:lnTo>
                <a:lnTo>
                  <a:pt x="625" y="560"/>
                </a:lnTo>
                <a:lnTo>
                  <a:pt x="625" y="561"/>
                </a:lnTo>
                <a:lnTo>
                  <a:pt x="623" y="562"/>
                </a:lnTo>
                <a:lnTo>
                  <a:pt x="622" y="562"/>
                </a:lnTo>
                <a:lnTo>
                  <a:pt x="622" y="561"/>
                </a:lnTo>
                <a:lnTo>
                  <a:pt x="622" y="560"/>
                </a:lnTo>
                <a:lnTo>
                  <a:pt x="620" y="560"/>
                </a:lnTo>
                <a:lnTo>
                  <a:pt x="618" y="560"/>
                </a:lnTo>
                <a:lnTo>
                  <a:pt x="618" y="561"/>
                </a:lnTo>
                <a:lnTo>
                  <a:pt x="618" y="562"/>
                </a:lnTo>
                <a:lnTo>
                  <a:pt x="619" y="563"/>
                </a:lnTo>
                <a:lnTo>
                  <a:pt x="620" y="563"/>
                </a:lnTo>
                <a:lnTo>
                  <a:pt x="621" y="564"/>
                </a:lnTo>
                <a:lnTo>
                  <a:pt x="621" y="565"/>
                </a:lnTo>
                <a:lnTo>
                  <a:pt x="620" y="565"/>
                </a:lnTo>
                <a:lnTo>
                  <a:pt x="620" y="566"/>
                </a:lnTo>
                <a:lnTo>
                  <a:pt x="622" y="567"/>
                </a:lnTo>
                <a:lnTo>
                  <a:pt x="623" y="567"/>
                </a:lnTo>
                <a:lnTo>
                  <a:pt x="623" y="566"/>
                </a:lnTo>
                <a:lnTo>
                  <a:pt x="623" y="565"/>
                </a:lnTo>
                <a:lnTo>
                  <a:pt x="624" y="566"/>
                </a:lnTo>
                <a:lnTo>
                  <a:pt x="624" y="567"/>
                </a:lnTo>
                <a:lnTo>
                  <a:pt x="623" y="568"/>
                </a:lnTo>
                <a:lnTo>
                  <a:pt x="623" y="569"/>
                </a:lnTo>
                <a:lnTo>
                  <a:pt x="623" y="570"/>
                </a:lnTo>
                <a:lnTo>
                  <a:pt x="623" y="571"/>
                </a:lnTo>
                <a:lnTo>
                  <a:pt x="623" y="572"/>
                </a:lnTo>
                <a:lnTo>
                  <a:pt x="622" y="572"/>
                </a:lnTo>
                <a:lnTo>
                  <a:pt x="621" y="572"/>
                </a:lnTo>
                <a:lnTo>
                  <a:pt x="620" y="575"/>
                </a:lnTo>
                <a:lnTo>
                  <a:pt x="620" y="577"/>
                </a:lnTo>
                <a:lnTo>
                  <a:pt x="619" y="577"/>
                </a:lnTo>
                <a:lnTo>
                  <a:pt x="619" y="576"/>
                </a:lnTo>
                <a:lnTo>
                  <a:pt x="618" y="576"/>
                </a:lnTo>
                <a:lnTo>
                  <a:pt x="617" y="577"/>
                </a:lnTo>
                <a:lnTo>
                  <a:pt x="616" y="577"/>
                </a:lnTo>
                <a:lnTo>
                  <a:pt x="616" y="576"/>
                </a:lnTo>
                <a:lnTo>
                  <a:pt x="615" y="576"/>
                </a:lnTo>
                <a:lnTo>
                  <a:pt x="615" y="575"/>
                </a:lnTo>
                <a:lnTo>
                  <a:pt x="614" y="575"/>
                </a:lnTo>
                <a:lnTo>
                  <a:pt x="613" y="576"/>
                </a:lnTo>
                <a:lnTo>
                  <a:pt x="613" y="575"/>
                </a:lnTo>
                <a:lnTo>
                  <a:pt x="612" y="575"/>
                </a:lnTo>
                <a:lnTo>
                  <a:pt x="609" y="574"/>
                </a:lnTo>
                <a:lnTo>
                  <a:pt x="608" y="574"/>
                </a:lnTo>
                <a:lnTo>
                  <a:pt x="607" y="575"/>
                </a:lnTo>
                <a:lnTo>
                  <a:pt x="606" y="575"/>
                </a:lnTo>
                <a:lnTo>
                  <a:pt x="606" y="576"/>
                </a:lnTo>
                <a:lnTo>
                  <a:pt x="605" y="576"/>
                </a:lnTo>
                <a:lnTo>
                  <a:pt x="606" y="576"/>
                </a:lnTo>
                <a:lnTo>
                  <a:pt x="606" y="577"/>
                </a:lnTo>
                <a:lnTo>
                  <a:pt x="605" y="577"/>
                </a:lnTo>
                <a:lnTo>
                  <a:pt x="605" y="578"/>
                </a:lnTo>
                <a:lnTo>
                  <a:pt x="605" y="579"/>
                </a:lnTo>
                <a:lnTo>
                  <a:pt x="605" y="580"/>
                </a:lnTo>
                <a:lnTo>
                  <a:pt x="605" y="581"/>
                </a:lnTo>
                <a:lnTo>
                  <a:pt x="605" y="582"/>
                </a:lnTo>
                <a:lnTo>
                  <a:pt x="605" y="583"/>
                </a:lnTo>
                <a:lnTo>
                  <a:pt x="604" y="583"/>
                </a:lnTo>
                <a:lnTo>
                  <a:pt x="605" y="585"/>
                </a:lnTo>
                <a:lnTo>
                  <a:pt x="606" y="586"/>
                </a:lnTo>
                <a:lnTo>
                  <a:pt x="607" y="586"/>
                </a:lnTo>
                <a:lnTo>
                  <a:pt x="608" y="586"/>
                </a:lnTo>
                <a:lnTo>
                  <a:pt x="608" y="587"/>
                </a:lnTo>
                <a:lnTo>
                  <a:pt x="608" y="586"/>
                </a:lnTo>
                <a:lnTo>
                  <a:pt x="609" y="585"/>
                </a:lnTo>
                <a:lnTo>
                  <a:pt x="609" y="587"/>
                </a:lnTo>
                <a:lnTo>
                  <a:pt x="608" y="588"/>
                </a:lnTo>
                <a:lnTo>
                  <a:pt x="608" y="589"/>
                </a:lnTo>
                <a:lnTo>
                  <a:pt x="608" y="590"/>
                </a:lnTo>
                <a:lnTo>
                  <a:pt x="607" y="590"/>
                </a:lnTo>
                <a:lnTo>
                  <a:pt x="607" y="591"/>
                </a:lnTo>
                <a:lnTo>
                  <a:pt x="608" y="591"/>
                </a:lnTo>
                <a:lnTo>
                  <a:pt x="609" y="592"/>
                </a:lnTo>
                <a:lnTo>
                  <a:pt x="610" y="593"/>
                </a:lnTo>
                <a:lnTo>
                  <a:pt x="609" y="593"/>
                </a:lnTo>
                <a:lnTo>
                  <a:pt x="609" y="592"/>
                </a:lnTo>
                <a:lnTo>
                  <a:pt x="608" y="592"/>
                </a:lnTo>
                <a:lnTo>
                  <a:pt x="608" y="593"/>
                </a:lnTo>
                <a:lnTo>
                  <a:pt x="608" y="592"/>
                </a:lnTo>
                <a:lnTo>
                  <a:pt x="607" y="593"/>
                </a:lnTo>
                <a:lnTo>
                  <a:pt x="606" y="593"/>
                </a:lnTo>
                <a:lnTo>
                  <a:pt x="605" y="593"/>
                </a:lnTo>
                <a:lnTo>
                  <a:pt x="606" y="592"/>
                </a:lnTo>
                <a:lnTo>
                  <a:pt x="605" y="592"/>
                </a:lnTo>
                <a:lnTo>
                  <a:pt x="605" y="591"/>
                </a:lnTo>
                <a:lnTo>
                  <a:pt x="604" y="592"/>
                </a:lnTo>
                <a:lnTo>
                  <a:pt x="603" y="592"/>
                </a:lnTo>
                <a:lnTo>
                  <a:pt x="602" y="591"/>
                </a:lnTo>
                <a:lnTo>
                  <a:pt x="601" y="591"/>
                </a:lnTo>
                <a:lnTo>
                  <a:pt x="600" y="591"/>
                </a:lnTo>
                <a:lnTo>
                  <a:pt x="601" y="592"/>
                </a:lnTo>
                <a:lnTo>
                  <a:pt x="600" y="592"/>
                </a:lnTo>
                <a:lnTo>
                  <a:pt x="600" y="593"/>
                </a:lnTo>
                <a:lnTo>
                  <a:pt x="599" y="593"/>
                </a:lnTo>
                <a:lnTo>
                  <a:pt x="599" y="594"/>
                </a:lnTo>
                <a:lnTo>
                  <a:pt x="600" y="594"/>
                </a:lnTo>
                <a:lnTo>
                  <a:pt x="601" y="594"/>
                </a:lnTo>
                <a:lnTo>
                  <a:pt x="602" y="594"/>
                </a:lnTo>
                <a:lnTo>
                  <a:pt x="602" y="595"/>
                </a:lnTo>
                <a:lnTo>
                  <a:pt x="603" y="595"/>
                </a:lnTo>
                <a:lnTo>
                  <a:pt x="602" y="595"/>
                </a:lnTo>
                <a:lnTo>
                  <a:pt x="602" y="596"/>
                </a:lnTo>
                <a:lnTo>
                  <a:pt x="603" y="596"/>
                </a:lnTo>
                <a:lnTo>
                  <a:pt x="602" y="596"/>
                </a:lnTo>
                <a:lnTo>
                  <a:pt x="602" y="597"/>
                </a:lnTo>
                <a:lnTo>
                  <a:pt x="603" y="597"/>
                </a:lnTo>
                <a:lnTo>
                  <a:pt x="603" y="598"/>
                </a:lnTo>
                <a:lnTo>
                  <a:pt x="602" y="598"/>
                </a:lnTo>
                <a:lnTo>
                  <a:pt x="602" y="597"/>
                </a:lnTo>
                <a:lnTo>
                  <a:pt x="601" y="597"/>
                </a:lnTo>
                <a:lnTo>
                  <a:pt x="601" y="596"/>
                </a:lnTo>
                <a:lnTo>
                  <a:pt x="601" y="595"/>
                </a:lnTo>
                <a:lnTo>
                  <a:pt x="600" y="596"/>
                </a:lnTo>
                <a:lnTo>
                  <a:pt x="599" y="596"/>
                </a:lnTo>
                <a:lnTo>
                  <a:pt x="598" y="595"/>
                </a:lnTo>
                <a:lnTo>
                  <a:pt x="597" y="595"/>
                </a:lnTo>
                <a:lnTo>
                  <a:pt x="597" y="596"/>
                </a:lnTo>
                <a:lnTo>
                  <a:pt x="598" y="596"/>
                </a:lnTo>
                <a:lnTo>
                  <a:pt x="598" y="597"/>
                </a:lnTo>
                <a:lnTo>
                  <a:pt x="597" y="597"/>
                </a:lnTo>
                <a:lnTo>
                  <a:pt x="596" y="597"/>
                </a:lnTo>
                <a:lnTo>
                  <a:pt x="595" y="597"/>
                </a:lnTo>
                <a:lnTo>
                  <a:pt x="596" y="598"/>
                </a:lnTo>
                <a:lnTo>
                  <a:pt x="596" y="597"/>
                </a:lnTo>
                <a:lnTo>
                  <a:pt x="597" y="597"/>
                </a:lnTo>
                <a:lnTo>
                  <a:pt x="598" y="597"/>
                </a:lnTo>
                <a:lnTo>
                  <a:pt x="598" y="598"/>
                </a:lnTo>
                <a:lnTo>
                  <a:pt x="599" y="598"/>
                </a:lnTo>
                <a:lnTo>
                  <a:pt x="598" y="598"/>
                </a:lnTo>
                <a:lnTo>
                  <a:pt x="595" y="600"/>
                </a:lnTo>
                <a:lnTo>
                  <a:pt x="594" y="600"/>
                </a:lnTo>
                <a:lnTo>
                  <a:pt x="593" y="601"/>
                </a:lnTo>
                <a:lnTo>
                  <a:pt x="592" y="601"/>
                </a:lnTo>
                <a:lnTo>
                  <a:pt x="591" y="602"/>
                </a:lnTo>
                <a:lnTo>
                  <a:pt x="590" y="601"/>
                </a:lnTo>
                <a:lnTo>
                  <a:pt x="587" y="603"/>
                </a:lnTo>
                <a:lnTo>
                  <a:pt x="586" y="603"/>
                </a:lnTo>
                <a:lnTo>
                  <a:pt x="586" y="602"/>
                </a:lnTo>
                <a:lnTo>
                  <a:pt x="587" y="602"/>
                </a:lnTo>
                <a:lnTo>
                  <a:pt x="587" y="601"/>
                </a:lnTo>
                <a:lnTo>
                  <a:pt x="586" y="601"/>
                </a:lnTo>
                <a:lnTo>
                  <a:pt x="586" y="600"/>
                </a:lnTo>
                <a:lnTo>
                  <a:pt x="586" y="601"/>
                </a:lnTo>
                <a:lnTo>
                  <a:pt x="585" y="601"/>
                </a:lnTo>
                <a:lnTo>
                  <a:pt x="585" y="600"/>
                </a:lnTo>
                <a:lnTo>
                  <a:pt x="584" y="600"/>
                </a:lnTo>
                <a:lnTo>
                  <a:pt x="585" y="600"/>
                </a:lnTo>
                <a:lnTo>
                  <a:pt x="586" y="598"/>
                </a:lnTo>
                <a:lnTo>
                  <a:pt x="586" y="597"/>
                </a:lnTo>
                <a:lnTo>
                  <a:pt x="586" y="596"/>
                </a:lnTo>
                <a:lnTo>
                  <a:pt x="584" y="595"/>
                </a:lnTo>
                <a:lnTo>
                  <a:pt x="583" y="595"/>
                </a:lnTo>
                <a:lnTo>
                  <a:pt x="583" y="594"/>
                </a:lnTo>
                <a:lnTo>
                  <a:pt x="582" y="593"/>
                </a:lnTo>
                <a:lnTo>
                  <a:pt x="581" y="592"/>
                </a:lnTo>
                <a:lnTo>
                  <a:pt x="581" y="590"/>
                </a:lnTo>
                <a:lnTo>
                  <a:pt x="581" y="588"/>
                </a:lnTo>
                <a:lnTo>
                  <a:pt x="580" y="587"/>
                </a:lnTo>
                <a:lnTo>
                  <a:pt x="579" y="586"/>
                </a:lnTo>
                <a:lnTo>
                  <a:pt x="579" y="585"/>
                </a:lnTo>
                <a:lnTo>
                  <a:pt x="579" y="584"/>
                </a:lnTo>
                <a:lnTo>
                  <a:pt x="580" y="584"/>
                </a:lnTo>
                <a:lnTo>
                  <a:pt x="582" y="582"/>
                </a:lnTo>
                <a:lnTo>
                  <a:pt x="583" y="583"/>
                </a:lnTo>
                <a:lnTo>
                  <a:pt x="584" y="584"/>
                </a:lnTo>
                <a:lnTo>
                  <a:pt x="584" y="583"/>
                </a:lnTo>
                <a:lnTo>
                  <a:pt x="584" y="582"/>
                </a:lnTo>
                <a:lnTo>
                  <a:pt x="585" y="581"/>
                </a:lnTo>
                <a:lnTo>
                  <a:pt x="586" y="581"/>
                </a:lnTo>
                <a:lnTo>
                  <a:pt x="587" y="580"/>
                </a:lnTo>
                <a:lnTo>
                  <a:pt x="587" y="579"/>
                </a:lnTo>
                <a:lnTo>
                  <a:pt x="589" y="577"/>
                </a:lnTo>
                <a:lnTo>
                  <a:pt x="589" y="576"/>
                </a:lnTo>
                <a:lnTo>
                  <a:pt x="590" y="576"/>
                </a:lnTo>
                <a:lnTo>
                  <a:pt x="590" y="575"/>
                </a:lnTo>
                <a:lnTo>
                  <a:pt x="591" y="575"/>
                </a:lnTo>
                <a:lnTo>
                  <a:pt x="591" y="576"/>
                </a:lnTo>
                <a:lnTo>
                  <a:pt x="591" y="575"/>
                </a:lnTo>
                <a:lnTo>
                  <a:pt x="591" y="574"/>
                </a:lnTo>
                <a:lnTo>
                  <a:pt x="590" y="573"/>
                </a:lnTo>
                <a:lnTo>
                  <a:pt x="590" y="571"/>
                </a:lnTo>
                <a:lnTo>
                  <a:pt x="591" y="570"/>
                </a:lnTo>
                <a:lnTo>
                  <a:pt x="590" y="569"/>
                </a:lnTo>
                <a:lnTo>
                  <a:pt x="589" y="568"/>
                </a:lnTo>
                <a:lnTo>
                  <a:pt x="589" y="567"/>
                </a:lnTo>
                <a:lnTo>
                  <a:pt x="588" y="567"/>
                </a:lnTo>
                <a:lnTo>
                  <a:pt x="588" y="566"/>
                </a:lnTo>
                <a:lnTo>
                  <a:pt x="589" y="557"/>
                </a:lnTo>
                <a:lnTo>
                  <a:pt x="590" y="557"/>
                </a:lnTo>
                <a:lnTo>
                  <a:pt x="591" y="556"/>
                </a:lnTo>
                <a:lnTo>
                  <a:pt x="592" y="556"/>
                </a:lnTo>
                <a:lnTo>
                  <a:pt x="593" y="555"/>
                </a:lnTo>
                <a:lnTo>
                  <a:pt x="593" y="554"/>
                </a:lnTo>
                <a:lnTo>
                  <a:pt x="594" y="553"/>
                </a:lnTo>
                <a:lnTo>
                  <a:pt x="594" y="552"/>
                </a:lnTo>
                <a:lnTo>
                  <a:pt x="593" y="551"/>
                </a:lnTo>
                <a:lnTo>
                  <a:pt x="594" y="550"/>
                </a:lnTo>
                <a:lnTo>
                  <a:pt x="592" y="549"/>
                </a:lnTo>
                <a:lnTo>
                  <a:pt x="591" y="549"/>
                </a:lnTo>
                <a:lnTo>
                  <a:pt x="592" y="549"/>
                </a:lnTo>
                <a:lnTo>
                  <a:pt x="592" y="548"/>
                </a:lnTo>
                <a:lnTo>
                  <a:pt x="592" y="547"/>
                </a:lnTo>
                <a:lnTo>
                  <a:pt x="591" y="547"/>
                </a:lnTo>
                <a:lnTo>
                  <a:pt x="591" y="546"/>
                </a:lnTo>
                <a:lnTo>
                  <a:pt x="590" y="546"/>
                </a:lnTo>
                <a:lnTo>
                  <a:pt x="588" y="545"/>
                </a:lnTo>
                <a:lnTo>
                  <a:pt x="588" y="544"/>
                </a:lnTo>
                <a:lnTo>
                  <a:pt x="588" y="543"/>
                </a:lnTo>
                <a:lnTo>
                  <a:pt x="588" y="542"/>
                </a:lnTo>
                <a:lnTo>
                  <a:pt x="588" y="541"/>
                </a:lnTo>
                <a:lnTo>
                  <a:pt x="588" y="540"/>
                </a:lnTo>
                <a:lnTo>
                  <a:pt x="589" y="540"/>
                </a:lnTo>
                <a:lnTo>
                  <a:pt x="591" y="540"/>
                </a:lnTo>
                <a:lnTo>
                  <a:pt x="592" y="539"/>
                </a:lnTo>
                <a:lnTo>
                  <a:pt x="591" y="538"/>
                </a:lnTo>
                <a:lnTo>
                  <a:pt x="590" y="539"/>
                </a:lnTo>
                <a:lnTo>
                  <a:pt x="588" y="539"/>
                </a:lnTo>
                <a:lnTo>
                  <a:pt x="587" y="539"/>
                </a:lnTo>
                <a:lnTo>
                  <a:pt x="587" y="537"/>
                </a:lnTo>
                <a:lnTo>
                  <a:pt x="586" y="536"/>
                </a:lnTo>
                <a:lnTo>
                  <a:pt x="585" y="535"/>
                </a:lnTo>
                <a:lnTo>
                  <a:pt x="584" y="534"/>
                </a:lnTo>
                <a:lnTo>
                  <a:pt x="584" y="533"/>
                </a:lnTo>
                <a:lnTo>
                  <a:pt x="584" y="532"/>
                </a:lnTo>
                <a:lnTo>
                  <a:pt x="584" y="531"/>
                </a:lnTo>
                <a:lnTo>
                  <a:pt x="583" y="531"/>
                </a:lnTo>
                <a:lnTo>
                  <a:pt x="582" y="531"/>
                </a:lnTo>
                <a:lnTo>
                  <a:pt x="581" y="531"/>
                </a:lnTo>
                <a:lnTo>
                  <a:pt x="580" y="532"/>
                </a:lnTo>
                <a:lnTo>
                  <a:pt x="580" y="534"/>
                </a:lnTo>
                <a:lnTo>
                  <a:pt x="579" y="534"/>
                </a:lnTo>
                <a:lnTo>
                  <a:pt x="578" y="532"/>
                </a:lnTo>
                <a:lnTo>
                  <a:pt x="579" y="535"/>
                </a:lnTo>
                <a:lnTo>
                  <a:pt x="580" y="535"/>
                </a:lnTo>
                <a:lnTo>
                  <a:pt x="581" y="536"/>
                </a:lnTo>
                <a:lnTo>
                  <a:pt x="582" y="537"/>
                </a:lnTo>
                <a:lnTo>
                  <a:pt x="581" y="538"/>
                </a:lnTo>
                <a:lnTo>
                  <a:pt x="580" y="539"/>
                </a:lnTo>
                <a:lnTo>
                  <a:pt x="579" y="539"/>
                </a:lnTo>
                <a:lnTo>
                  <a:pt x="578" y="539"/>
                </a:lnTo>
                <a:lnTo>
                  <a:pt x="578" y="540"/>
                </a:lnTo>
                <a:lnTo>
                  <a:pt x="578" y="541"/>
                </a:lnTo>
                <a:lnTo>
                  <a:pt x="577" y="541"/>
                </a:lnTo>
                <a:lnTo>
                  <a:pt x="577" y="540"/>
                </a:lnTo>
                <a:lnTo>
                  <a:pt x="577" y="541"/>
                </a:lnTo>
                <a:lnTo>
                  <a:pt x="577" y="542"/>
                </a:lnTo>
                <a:lnTo>
                  <a:pt x="576" y="542"/>
                </a:lnTo>
                <a:lnTo>
                  <a:pt x="575" y="542"/>
                </a:lnTo>
                <a:lnTo>
                  <a:pt x="575" y="544"/>
                </a:lnTo>
                <a:lnTo>
                  <a:pt x="576" y="545"/>
                </a:lnTo>
                <a:lnTo>
                  <a:pt x="576" y="546"/>
                </a:lnTo>
                <a:lnTo>
                  <a:pt x="576" y="547"/>
                </a:lnTo>
                <a:lnTo>
                  <a:pt x="574" y="548"/>
                </a:lnTo>
                <a:lnTo>
                  <a:pt x="574" y="549"/>
                </a:lnTo>
                <a:lnTo>
                  <a:pt x="573" y="549"/>
                </a:lnTo>
                <a:lnTo>
                  <a:pt x="573" y="550"/>
                </a:lnTo>
                <a:lnTo>
                  <a:pt x="574" y="550"/>
                </a:lnTo>
                <a:lnTo>
                  <a:pt x="575" y="551"/>
                </a:lnTo>
                <a:lnTo>
                  <a:pt x="575" y="552"/>
                </a:lnTo>
                <a:lnTo>
                  <a:pt x="574" y="552"/>
                </a:lnTo>
                <a:lnTo>
                  <a:pt x="573" y="552"/>
                </a:lnTo>
                <a:lnTo>
                  <a:pt x="573" y="553"/>
                </a:lnTo>
                <a:lnTo>
                  <a:pt x="573" y="554"/>
                </a:lnTo>
                <a:lnTo>
                  <a:pt x="572" y="555"/>
                </a:lnTo>
                <a:lnTo>
                  <a:pt x="570" y="555"/>
                </a:lnTo>
                <a:lnTo>
                  <a:pt x="569" y="555"/>
                </a:lnTo>
                <a:lnTo>
                  <a:pt x="568" y="555"/>
                </a:lnTo>
                <a:lnTo>
                  <a:pt x="567" y="556"/>
                </a:lnTo>
                <a:lnTo>
                  <a:pt x="566" y="556"/>
                </a:lnTo>
                <a:lnTo>
                  <a:pt x="565" y="555"/>
                </a:lnTo>
                <a:lnTo>
                  <a:pt x="565" y="554"/>
                </a:lnTo>
                <a:lnTo>
                  <a:pt x="564" y="554"/>
                </a:lnTo>
                <a:lnTo>
                  <a:pt x="564" y="555"/>
                </a:lnTo>
                <a:lnTo>
                  <a:pt x="564" y="556"/>
                </a:lnTo>
                <a:lnTo>
                  <a:pt x="563" y="556"/>
                </a:lnTo>
                <a:lnTo>
                  <a:pt x="564" y="556"/>
                </a:lnTo>
                <a:lnTo>
                  <a:pt x="566" y="557"/>
                </a:lnTo>
                <a:lnTo>
                  <a:pt x="568" y="557"/>
                </a:lnTo>
                <a:lnTo>
                  <a:pt x="569" y="557"/>
                </a:lnTo>
                <a:lnTo>
                  <a:pt x="571" y="556"/>
                </a:lnTo>
                <a:lnTo>
                  <a:pt x="572" y="556"/>
                </a:lnTo>
                <a:lnTo>
                  <a:pt x="572" y="558"/>
                </a:lnTo>
                <a:lnTo>
                  <a:pt x="573" y="559"/>
                </a:lnTo>
                <a:lnTo>
                  <a:pt x="574" y="560"/>
                </a:lnTo>
                <a:lnTo>
                  <a:pt x="576" y="562"/>
                </a:lnTo>
                <a:lnTo>
                  <a:pt x="576" y="563"/>
                </a:lnTo>
                <a:lnTo>
                  <a:pt x="575" y="569"/>
                </a:lnTo>
                <a:lnTo>
                  <a:pt x="575" y="570"/>
                </a:lnTo>
                <a:lnTo>
                  <a:pt x="573" y="571"/>
                </a:lnTo>
                <a:lnTo>
                  <a:pt x="573" y="572"/>
                </a:lnTo>
                <a:lnTo>
                  <a:pt x="572" y="573"/>
                </a:lnTo>
                <a:lnTo>
                  <a:pt x="572" y="574"/>
                </a:lnTo>
                <a:lnTo>
                  <a:pt x="572" y="575"/>
                </a:lnTo>
                <a:lnTo>
                  <a:pt x="573" y="575"/>
                </a:lnTo>
                <a:lnTo>
                  <a:pt x="573" y="576"/>
                </a:lnTo>
                <a:lnTo>
                  <a:pt x="572" y="577"/>
                </a:lnTo>
                <a:lnTo>
                  <a:pt x="572" y="578"/>
                </a:lnTo>
                <a:lnTo>
                  <a:pt x="572" y="580"/>
                </a:lnTo>
                <a:lnTo>
                  <a:pt x="573" y="580"/>
                </a:lnTo>
                <a:lnTo>
                  <a:pt x="572" y="584"/>
                </a:lnTo>
                <a:lnTo>
                  <a:pt x="571" y="584"/>
                </a:lnTo>
                <a:lnTo>
                  <a:pt x="569" y="582"/>
                </a:lnTo>
                <a:lnTo>
                  <a:pt x="568" y="582"/>
                </a:lnTo>
                <a:lnTo>
                  <a:pt x="567" y="582"/>
                </a:lnTo>
                <a:lnTo>
                  <a:pt x="569" y="583"/>
                </a:lnTo>
                <a:lnTo>
                  <a:pt x="567" y="586"/>
                </a:lnTo>
                <a:lnTo>
                  <a:pt x="561" y="593"/>
                </a:lnTo>
                <a:lnTo>
                  <a:pt x="560" y="592"/>
                </a:lnTo>
                <a:lnTo>
                  <a:pt x="560" y="593"/>
                </a:lnTo>
                <a:lnTo>
                  <a:pt x="560" y="594"/>
                </a:lnTo>
                <a:lnTo>
                  <a:pt x="559" y="597"/>
                </a:lnTo>
                <a:lnTo>
                  <a:pt x="558" y="597"/>
                </a:lnTo>
                <a:lnTo>
                  <a:pt x="558" y="598"/>
                </a:lnTo>
                <a:lnTo>
                  <a:pt x="560" y="599"/>
                </a:lnTo>
                <a:lnTo>
                  <a:pt x="560" y="601"/>
                </a:lnTo>
                <a:lnTo>
                  <a:pt x="562" y="608"/>
                </a:lnTo>
                <a:lnTo>
                  <a:pt x="561" y="608"/>
                </a:lnTo>
                <a:lnTo>
                  <a:pt x="560" y="609"/>
                </a:lnTo>
                <a:lnTo>
                  <a:pt x="560" y="610"/>
                </a:lnTo>
                <a:lnTo>
                  <a:pt x="560" y="611"/>
                </a:lnTo>
                <a:lnTo>
                  <a:pt x="559" y="611"/>
                </a:lnTo>
                <a:lnTo>
                  <a:pt x="560" y="612"/>
                </a:lnTo>
                <a:lnTo>
                  <a:pt x="560" y="613"/>
                </a:lnTo>
                <a:lnTo>
                  <a:pt x="560" y="614"/>
                </a:lnTo>
                <a:lnTo>
                  <a:pt x="560" y="615"/>
                </a:lnTo>
                <a:lnTo>
                  <a:pt x="559" y="616"/>
                </a:lnTo>
                <a:lnTo>
                  <a:pt x="559" y="617"/>
                </a:lnTo>
                <a:lnTo>
                  <a:pt x="557" y="618"/>
                </a:lnTo>
                <a:lnTo>
                  <a:pt x="556" y="619"/>
                </a:lnTo>
                <a:lnTo>
                  <a:pt x="555" y="620"/>
                </a:lnTo>
                <a:lnTo>
                  <a:pt x="554" y="621"/>
                </a:lnTo>
                <a:lnTo>
                  <a:pt x="554" y="626"/>
                </a:lnTo>
                <a:lnTo>
                  <a:pt x="554" y="627"/>
                </a:lnTo>
                <a:lnTo>
                  <a:pt x="558" y="629"/>
                </a:lnTo>
                <a:lnTo>
                  <a:pt x="557" y="629"/>
                </a:lnTo>
                <a:lnTo>
                  <a:pt x="557" y="630"/>
                </a:lnTo>
                <a:lnTo>
                  <a:pt x="556" y="631"/>
                </a:lnTo>
                <a:lnTo>
                  <a:pt x="556" y="632"/>
                </a:lnTo>
                <a:lnTo>
                  <a:pt x="555" y="634"/>
                </a:lnTo>
                <a:lnTo>
                  <a:pt x="555" y="635"/>
                </a:lnTo>
                <a:lnTo>
                  <a:pt x="554" y="635"/>
                </a:lnTo>
                <a:lnTo>
                  <a:pt x="554" y="636"/>
                </a:lnTo>
                <a:lnTo>
                  <a:pt x="553" y="637"/>
                </a:lnTo>
                <a:lnTo>
                  <a:pt x="552" y="636"/>
                </a:lnTo>
                <a:lnTo>
                  <a:pt x="551" y="635"/>
                </a:lnTo>
                <a:lnTo>
                  <a:pt x="550" y="635"/>
                </a:lnTo>
                <a:lnTo>
                  <a:pt x="550" y="634"/>
                </a:lnTo>
                <a:lnTo>
                  <a:pt x="549" y="634"/>
                </a:lnTo>
                <a:lnTo>
                  <a:pt x="549" y="633"/>
                </a:lnTo>
                <a:lnTo>
                  <a:pt x="549" y="634"/>
                </a:lnTo>
                <a:lnTo>
                  <a:pt x="548" y="634"/>
                </a:lnTo>
                <a:lnTo>
                  <a:pt x="545" y="636"/>
                </a:lnTo>
                <a:lnTo>
                  <a:pt x="543" y="636"/>
                </a:lnTo>
                <a:lnTo>
                  <a:pt x="542" y="641"/>
                </a:lnTo>
                <a:lnTo>
                  <a:pt x="542" y="645"/>
                </a:lnTo>
                <a:lnTo>
                  <a:pt x="541" y="647"/>
                </a:lnTo>
                <a:lnTo>
                  <a:pt x="540" y="649"/>
                </a:lnTo>
                <a:lnTo>
                  <a:pt x="539" y="649"/>
                </a:lnTo>
                <a:lnTo>
                  <a:pt x="539" y="650"/>
                </a:lnTo>
                <a:lnTo>
                  <a:pt x="538" y="651"/>
                </a:lnTo>
                <a:lnTo>
                  <a:pt x="537" y="652"/>
                </a:lnTo>
                <a:lnTo>
                  <a:pt x="533" y="657"/>
                </a:lnTo>
                <a:lnTo>
                  <a:pt x="533" y="658"/>
                </a:lnTo>
                <a:lnTo>
                  <a:pt x="532" y="659"/>
                </a:lnTo>
                <a:lnTo>
                  <a:pt x="532" y="660"/>
                </a:lnTo>
                <a:lnTo>
                  <a:pt x="531" y="662"/>
                </a:lnTo>
                <a:lnTo>
                  <a:pt x="530" y="663"/>
                </a:lnTo>
                <a:lnTo>
                  <a:pt x="530" y="664"/>
                </a:lnTo>
                <a:lnTo>
                  <a:pt x="529" y="664"/>
                </a:lnTo>
                <a:lnTo>
                  <a:pt x="529" y="663"/>
                </a:lnTo>
                <a:lnTo>
                  <a:pt x="528" y="663"/>
                </a:lnTo>
                <a:lnTo>
                  <a:pt x="527" y="663"/>
                </a:lnTo>
                <a:lnTo>
                  <a:pt x="527" y="664"/>
                </a:lnTo>
                <a:lnTo>
                  <a:pt x="526" y="664"/>
                </a:lnTo>
                <a:lnTo>
                  <a:pt x="526" y="665"/>
                </a:lnTo>
                <a:lnTo>
                  <a:pt x="525" y="666"/>
                </a:lnTo>
                <a:lnTo>
                  <a:pt x="525" y="667"/>
                </a:lnTo>
                <a:lnTo>
                  <a:pt x="525" y="668"/>
                </a:lnTo>
                <a:lnTo>
                  <a:pt x="524" y="669"/>
                </a:lnTo>
                <a:lnTo>
                  <a:pt x="524" y="670"/>
                </a:lnTo>
                <a:lnTo>
                  <a:pt x="524" y="671"/>
                </a:lnTo>
                <a:lnTo>
                  <a:pt x="524" y="672"/>
                </a:lnTo>
                <a:lnTo>
                  <a:pt x="524" y="673"/>
                </a:lnTo>
                <a:lnTo>
                  <a:pt x="524" y="674"/>
                </a:lnTo>
                <a:lnTo>
                  <a:pt x="523" y="674"/>
                </a:lnTo>
                <a:lnTo>
                  <a:pt x="523" y="675"/>
                </a:lnTo>
                <a:lnTo>
                  <a:pt x="523" y="676"/>
                </a:lnTo>
                <a:lnTo>
                  <a:pt x="526" y="678"/>
                </a:lnTo>
                <a:lnTo>
                  <a:pt x="525" y="679"/>
                </a:lnTo>
                <a:lnTo>
                  <a:pt x="524" y="681"/>
                </a:lnTo>
                <a:lnTo>
                  <a:pt x="521" y="683"/>
                </a:lnTo>
                <a:lnTo>
                  <a:pt x="518" y="683"/>
                </a:lnTo>
                <a:lnTo>
                  <a:pt x="518" y="682"/>
                </a:lnTo>
                <a:lnTo>
                  <a:pt x="517" y="682"/>
                </a:lnTo>
                <a:lnTo>
                  <a:pt x="516" y="682"/>
                </a:lnTo>
                <a:lnTo>
                  <a:pt x="515" y="682"/>
                </a:lnTo>
                <a:lnTo>
                  <a:pt x="513" y="686"/>
                </a:lnTo>
                <a:lnTo>
                  <a:pt x="514" y="687"/>
                </a:lnTo>
                <a:lnTo>
                  <a:pt x="516" y="689"/>
                </a:lnTo>
                <a:lnTo>
                  <a:pt x="515" y="697"/>
                </a:lnTo>
                <a:lnTo>
                  <a:pt x="514" y="698"/>
                </a:lnTo>
                <a:lnTo>
                  <a:pt x="515" y="698"/>
                </a:lnTo>
                <a:lnTo>
                  <a:pt x="515" y="699"/>
                </a:lnTo>
                <a:lnTo>
                  <a:pt x="515" y="700"/>
                </a:lnTo>
                <a:lnTo>
                  <a:pt x="514" y="700"/>
                </a:lnTo>
                <a:lnTo>
                  <a:pt x="513" y="700"/>
                </a:lnTo>
                <a:lnTo>
                  <a:pt x="513" y="701"/>
                </a:lnTo>
                <a:lnTo>
                  <a:pt x="513" y="702"/>
                </a:lnTo>
                <a:lnTo>
                  <a:pt x="513" y="704"/>
                </a:lnTo>
                <a:lnTo>
                  <a:pt x="511" y="705"/>
                </a:lnTo>
                <a:lnTo>
                  <a:pt x="510" y="705"/>
                </a:lnTo>
                <a:lnTo>
                  <a:pt x="509" y="707"/>
                </a:lnTo>
                <a:lnTo>
                  <a:pt x="509" y="708"/>
                </a:lnTo>
                <a:lnTo>
                  <a:pt x="510" y="708"/>
                </a:lnTo>
                <a:lnTo>
                  <a:pt x="512" y="709"/>
                </a:lnTo>
                <a:lnTo>
                  <a:pt x="512" y="710"/>
                </a:lnTo>
                <a:lnTo>
                  <a:pt x="511" y="710"/>
                </a:lnTo>
                <a:lnTo>
                  <a:pt x="508" y="712"/>
                </a:lnTo>
                <a:lnTo>
                  <a:pt x="504" y="711"/>
                </a:lnTo>
                <a:lnTo>
                  <a:pt x="504" y="710"/>
                </a:lnTo>
                <a:lnTo>
                  <a:pt x="503" y="710"/>
                </a:lnTo>
                <a:lnTo>
                  <a:pt x="502" y="711"/>
                </a:lnTo>
                <a:lnTo>
                  <a:pt x="501" y="711"/>
                </a:lnTo>
                <a:lnTo>
                  <a:pt x="502" y="711"/>
                </a:lnTo>
                <a:lnTo>
                  <a:pt x="502" y="712"/>
                </a:lnTo>
                <a:lnTo>
                  <a:pt x="503" y="712"/>
                </a:lnTo>
                <a:lnTo>
                  <a:pt x="504" y="713"/>
                </a:lnTo>
                <a:lnTo>
                  <a:pt x="504" y="714"/>
                </a:lnTo>
                <a:lnTo>
                  <a:pt x="510" y="716"/>
                </a:lnTo>
                <a:lnTo>
                  <a:pt x="511" y="717"/>
                </a:lnTo>
                <a:lnTo>
                  <a:pt x="515" y="724"/>
                </a:lnTo>
                <a:lnTo>
                  <a:pt x="516" y="725"/>
                </a:lnTo>
                <a:lnTo>
                  <a:pt x="517" y="726"/>
                </a:lnTo>
                <a:lnTo>
                  <a:pt x="518" y="726"/>
                </a:lnTo>
                <a:lnTo>
                  <a:pt x="518" y="725"/>
                </a:lnTo>
                <a:lnTo>
                  <a:pt x="518" y="726"/>
                </a:lnTo>
                <a:lnTo>
                  <a:pt x="517" y="727"/>
                </a:lnTo>
                <a:lnTo>
                  <a:pt x="516" y="727"/>
                </a:lnTo>
                <a:lnTo>
                  <a:pt x="516" y="726"/>
                </a:lnTo>
                <a:lnTo>
                  <a:pt x="513" y="727"/>
                </a:lnTo>
                <a:lnTo>
                  <a:pt x="513" y="728"/>
                </a:lnTo>
                <a:lnTo>
                  <a:pt x="512" y="729"/>
                </a:lnTo>
                <a:lnTo>
                  <a:pt x="512" y="730"/>
                </a:lnTo>
                <a:lnTo>
                  <a:pt x="512" y="729"/>
                </a:lnTo>
                <a:lnTo>
                  <a:pt x="513" y="729"/>
                </a:lnTo>
                <a:lnTo>
                  <a:pt x="514" y="729"/>
                </a:lnTo>
                <a:lnTo>
                  <a:pt x="515" y="728"/>
                </a:lnTo>
                <a:lnTo>
                  <a:pt x="516" y="728"/>
                </a:lnTo>
                <a:lnTo>
                  <a:pt x="517" y="728"/>
                </a:lnTo>
                <a:lnTo>
                  <a:pt x="517" y="729"/>
                </a:lnTo>
                <a:lnTo>
                  <a:pt x="518" y="729"/>
                </a:lnTo>
                <a:lnTo>
                  <a:pt x="518" y="731"/>
                </a:lnTo>
                <a:lnTo>
                  <a:pt x="519" y="731"/>
                </a:lnTo>
                <a:lnTo>
                  <a:pt x="520" y="731"/>
                </a:lnTo>
                <a:lnTo>
                  <a:pt x="520" y="732"/>
                </a:lnTo>
                <a:lnTo>
                  <a:pt x="521" y="732"/>
                </a:lnTo>
                <a:lnTo>
                  <a:pt x="522" y="731"/>
                </a:lnTo>
                <a:lnTo>
                  <a:pt x="522" y="732"/>
                </a:lnTo>
                <a:lnTo>
                  <a:pt x="522" y="733"/>
                </a:lnTo>
                <a:lnTo>
                  <a:pt x="521" y="734"/>
                </a:lnTo>
                <a:lnTo>
                  <a:pt x="520" y="736"/>
                </a:lnTo>
                <a:lnTo>
                  <a:pt x="519" y="737"/>
                </a:lnTo>
                <a:lnTo>
                  <a:pt x="519" y="738"/>
                </a:lnTo>
                <a:lnTo>
                  <a:pt x="519" y="739"/>
                </a:lnTo>
                <a:lnTo>
                  <a:pt x="518" y="739"/>
                </a:lnTo>
                <a:lnTo>
                  <a:pt x="518" y="738"/>
                </a:lnTo>
                <a:lnTo>
                  <a:pt x="517" y="738"/>
                </a:lnTo>
                <a:lnTo>
                  <a:pt x="516" y="739"/>
                </a:lnTo>
                <a:lnTo>
                  <a:pt x="516" y="740"/>
                </a:lnTo>
                <a:lnTo>
                  <a:pt x="517" y="740"/>
                </a:lnTo>
                <a:lnTo>
                  <a:pt x="516" y="743"/>
                </a:lnTo>
                <a:lnTo>
                  <a:pt x="516" y="744"/>
                </a:lnTo>
                <a:lnTo>
                  <a:pt x="516" y="745"/>
                </a:lnTo>
                <a:lnTo>
                  <a:pt x="516" y="746"/>
                </a:lnTo>
                <a:lnTo>
                  <a:pt x="515" y="747"/>
                </a:lnTo>
                <a:lnTo>
                  <a:pt x="516" y="748"/>
                </a:lnTo>
                <a:lnTo>
                  <a:pt x="517" y="748"/>
                </a:lnTo>
                <a:lnTo>
                  <a:pt x="517" y="747"/>
                </a:lnTo>
                <a:lnTo>
                  <a:pt x="518" y="748"/>
                </a:lnTo>
                <a:lnTo>
                  <a:pt x="518" y="749"/>
                </a:lnTo>
                <a:lnTo>
                  <a:pt x="518" y="750"/>
                </a:lnTo>
                <a:lnTo>
                  <a:pt x="519" y="751"/>
                </a:lnTo>
                <a:lnTo>
                  <a:pt x="519" y="752"/>
                </a:lnTo>
                <a:lnTo>
                  <a:pt x="518" y="752"/>
                </a:lnTo>
                <a:lnTo>
                  <a:pt x="518" y="753"/>
                </a:lnTo>
                <a:lnTo>
                  <a:pt x="519" y="753"/>
                </a:lnTo>
                <a:lnTo>
                  <a:pt x="519" y="755"/>
                </a:lnTo>
                <a:lnTo>
                  <a:pt x="518" y="756"/>
                </a:lnTo>
                <a:lnTo>
                  <a:pt x="517" y="755"/>
                </a:lnTo>
                <a:lnTo>
                  <a:pt x="516" y="756"/>
                </a:lnTo>
                <a:lnTo>
                  <a:pt x="515" y="756"/>
                </a:lnTo>
                <a:lnTo>
                  <a:pt x="514" y="757"/>
                </a:lnTo>
                <a:lnTo>
                  <a:pt x="513" y="756"/>
                </a:lnTo>
                <a:lnTo>
                  <a:pt x="513" y="755"/>
                </a:lnTo>
                <a:lnTo>
                  <a:pt x="514" y="755"/>
                </a:lnTo>
                <a:lnTo>
                  <a:pt x="514" y="754"/>
                </a:lnTo>
                <a:lnTo>
                  <a:pt x="513" y="753"/>
                </a:lnTo>
                <a:lnTo>
                  <a:pt x="512" y="753"/>
                </a:lnTo>
                <a:lnTo>
                  <a:pt x="511" y="753"/>
                </a:lnTo>
                <a:lnTo>
                  <a:pt x="511" y="752"/>
                </a:lnTo>
                <a:lnTo>
                  <a:pt x="512" y="752"/>
                </a:lnTo>
                <a:lnTo>
                  <a:pt x="512" y="751"/>
                </a:lnTo>
                <a:lnTo>
                  <a:pt x="510" y="752"/>
                </a:lnTo>
                <a:lnTo>
                  <a:pt x="509" y="752"/>
                </a:lnTo>
                <a:lnTo>
                  <a:pt x="510" y="752"/>
                </a:lnTo>
                <a:lnTo>
                  <a:pt x="510" y="753"/>
                </a:lnTo>
                <a:lnTo>
                  <a:pt x="509" y="754"/>
                </a:lnTo>
                <a:lnTo>
                  <a:pt x="508" y="754"/>
                </a:lnTo>
                <a:lnTo>
                  <a:pt x="506" y="753"/>
                </a:lnTo>
                <a:lnTo>
                  <a:pt x="505" y="752"/>
                </a:lnTo>
                <a:lnTo>
                  <a:pt x="505" y="751"/>
                </a:lnTo>
                <a:lnTo>
                  <a:pt x="504" y="751"/>
                </a:lnTo>
                <a:lnTo>
                  <a:pt x="503" y="750"/>
                </a:lnTo>
                <a:lnTo>
                  <a:pt x="502" y="750"/>
                </a:lnTo>
                <a:lnTo>
                  <a:pt x="501" y="750"/>
                </a:lnTo>
                <a:lnTo>
                  <a:pt x="500" y="750"/>
                </a:lnTo>
                <a:lnTo>
                  <a:pt x="499" y="750"/>
                </a:lnTo>
                <a:lnTo>
                  <a:pt x="499" y="751"/>
                </a:lnTo>
                <a:lnTo>
                  <a:pt x="499" y="752"/>
                </a:lnTo>
                <a:lnTo>
                  <a:pt x="501" y="753"/>
                </a:lnTo>
                <a:lnTo>
                  <a:pt x="500" y="753"/>
                </a:lnTo>
                <a:lnTo>
                  <a:pt x="499" y="753"/>
                </a:lnTo>
                <a:lnTo>
                  <a:pt x="498" y="754"/>
                </a:lnTo>
                <a:lnTo>
                  <a:pt x="498" y="755"/>
                </a:lnTo>
                <a:lnTo>
                  <a:pt x="500" y="756"/>
                </a:lnTo>
                <a:lnTo>
                  <a:pt x="500" y="755"/>
                </a:lnTo>
                <a:lnTo>
                  <a:pt x="501" y="755"/>
                </a:lnTo>
                <a:lnTo>
                  <a:pt x="501" y="754"/>
                </a:lnTo>
                <a:lnTo>
                  <a:pt x="502" y="755"/>
                </a:lnTo>
                <a:lnTo>
                  <a:pt x="503" y="755"/>
                </a:lnTo>
                <a:lnTo>
                  <a:pt x="502" y="755"/>
                </a:lnTo>
                <a:lnTo>
                  <a:pt x="502" y="757"/>
                </a:lnTo>
                <a:lnTo>
                  <a:pt x="502" y="758"/>
                </a:lnTo>
                <a:lnTo>
                  <a:pt x="500" y="759"/>
                </a:lnTo>
                <a:lnTo>
                  <a:pt x="499" y="760"/>
                </a:lnTo>
                <a:lnTo>
                  <a:pt x="498" y="760"/>
                </a:lnTo>
                <a:lnTo>
                  <a:pt x="498" y="761"/>
                </a:lnTo>
                <a:lnTo>
                  <a:pt x="498" y="762"/>
                </a:lnTo>
                <a:lnTo>
                  <a:pt x="499" y="763"/>
                </a:lnTo>
                <a:lnTo>
                  <a:pt x="500" y="763"/>
                </a:lnTo>
                <a:lnTo>
                  <a:pt x="500" y="764"/>
                </a:lnTo>
                <a:lnTo>
                  <a:pt x="499" y="764"/>
                </a:lnTo>
                <a:lnTo>
                  <a:pt x="498" y="764"/>
                </a:lnTo>
                <a:lnTo>
                  <a:pt x="497" y="765"/>
                </a:lnTo>
                <a:lnTo>
                  <a:pt x="496" y="765"/>
                </a:lnTo>
                <a:lnTo>
                  <a:pt x="496" y="764"/>
                </a:lnTo>
                <a:lnTo>
                  <a:pt x="495" y="764"/>
                </a:lnTo>
                <a:lnTo>
                  <a:pt x="495" y="765"/>
                </a:lnTo>
                <a:lnTo>
                  <a:pt x="496" y="766"/>
                </a:lnTo>
                <a:lnTo>
                  <a:pt x="498" y="767"/>
                </a:lnTo>
                <a:lnTo>
                  <a:pt x="501" y="766"/>
                </a:lnTo>
                <a:lnTo>
                  <a:pt x="501" y="767"/>
                </a:lnTo>
                <a:lnTo>
                  <a:pt x="501" y="768"/>
                </a:lnTo>
                <a:lnTo>
                  <a:pt x="502" y="768"/>
                </a:lnTo>
                <a:lnTo>
                  <a:pt x="503" y="767"/>
                </a:lnTo>
                <a:lnTo>
                  <a:pt x="504" y="767"/>
                </a:lnTo>
                <a:lnTo>
                  <a:pt x="504" y="768"/>
                </a:lnTo>
                <a:lnTo>
                  <a:pt x="503" y="770"/>
                </a:lnTo>
                <a:lnTo>
                  <a:pt x="502" y="771"/>
                </a:lnTo>
                <a:lnTo>
                  <a:pt x="502" y="772"/>
                </a:lnTo>
                <a:lnTo>
                  <a:pt x="503" y="771"/>
                </a:lnTo>
                <a:lnTo>
                  <a:pt x="504" y="771"/>
                </a:lnTo>
                <a:lnTo>
                  <a:pt x="505" y="771"/>
                </a:lnTo>
                <a:lnTo>
                  <a:pt x="506" y="772"/>
                </a:lnTo>
                <a:lnTo>
                  <a:pt x="505" y="772"/>
                </a:lnTo>
                <a:lnTo>
                  <a:pt x="504" y="772"/>
                </a:lnTo>
                <a:lnTo>
                  <a:pt x="503" y="773"/>
                </a:lnTo>
                <a:lnTo>
                  <a:pt x="502" y="773"/>
                </a:lnTo>
                <a:lnTo>
                  <a:pt x="503" y="774"/>
                </a:lnTo>
                <a:lnTo>
                  <a:pt x="504" y="774"/>
                </a:lnTo>
                <a:lnTo>
                  <a:pt x="504" y="775"/>
                </a:lnTo>
                <a:lnTo>
                  <a:pt x="503" y="776"/>
                </a:lnTo>
                <a:lnTo>
                  <a:pt x="502" y="776"/>
                </a:lnTo>
                <a:lnTo>
                  <a:pt x="501" y="777"/>
                </a:lnTo>
                <a:lnTo>
                  <a:pt x="500" y="777"/>
                </a:lnTo>
                <a:lnTo>
                  <a:pt x="499" y="777"/>
                </a:lnTo>
                <a:lnTo>
                  <a:pt x="498" y="777"/>
                </a:lnTo>
                <a:lnTo>
                  <a:pt x="498" y="778"/>
                </a:lnTo>
                <a:lnTo>
                  <a:pt x="500" y="779"/>
                </a:lnTo>
                <a:lnTo>
                  <a:pt x="500" y="780"/>
                </a:lnTo>
                <a:lnTo>
                  <a:pt x="499" y="780"/>
                </a:lnTo>
                <a:lnTo>
                  <a:pt x="499" y="781"/>
                </a:lnTo>
                <a:lnTo>
                  <a:pt x="499" y="782"/>
                </a:lnTo>
                <a:lnTo>
                  <a:pt x="499" y="783"/>
                </a:lnTo>
                <a:lnTo>
                  <a:pt x="500" y="783"/>
                </a:lnTo>
                <a:lnTo>
                  <a:pt x="501" y="783"/>
                </a:lnTo>
                <a:lnTo>
                  <a:pt x="502" y="783"/>
                </a:lnTo>
                <a:lnTo>
                  <a:pt x="503" y="783"/>
                </a:lnTo>
                <a:lnTo>
                  <a:pt x="503" y="785"/>
                </a:lnTo>
                <a:lnTo>
                  <a:pt x="502" y="785"/>
                </a:lnTo>
                <a:lnTo>
                  <a:pt x="501" y="786"/>
                </a:lnTo>
                <a:lnTo>
                  <a:pt x="502" y="786"/>
                </a:lnTo>
                <a:lnTo>
                  <a:pt x="503" y="787"/>
                </a:lnTo>
                <a:lnTo>
                  <a:pt x="502" y="787"/>
                </a:lnTo>
                <a:lnTo>
                  <a:pt x="502" y="788"/>
                </a:lnTo>
                <a:lnTo>
                  <a:pt x="502" y="787"/>
                </a:lnTo>
                <a:lnTo>
                  <a:pt x="500" y="787"/>
                </a:lnTo>
                <a:lnTo>
                  <a:pt x="500" y="788"/>
                </a:lnTo>
                <a:lnTo>
                  <a:pt x="500" y="789"/>
                </a:lnTo>
                <a:lnTo>
                  <a:pt x="499" y="790"/>
                </a:lnTo>
                <a:lnTo>
                  <a:pt x="499" y="791"/>
                </a:lnTo>
                <a:lnTo>
                  <a:pt x="499" y="792"/>
                </a:lnTo>
                <a:lnTo>
                  <a:pt x="501" y="792"/>
                </a:lnTo>
                <a:lnTo>
                  <a:pt x="501" y="793"/>
                </a:lnTo>
                <a:lnTo>
                  <a:pt x="500" y="794"/>
                </a:lnTo>
                <a:lnTo>
                  <a:pt x="499" y="795"/>
                </a:lnTo>
                <a:lnTo>
                  <a:pt x="498" y="795"/>
                </a:lnTo>
                <a:lnTo>
                  <a:pt x="497" y="795"/>
                </a:lnTo>
                <a:lnTo>
                  <a:pt x="497" y="796"/>
                </a:lnTo>
                <a:lnTo>
                  <a:pt x="497" y="797"/>
                </a:lnTo>
                <a:lnTo>
                  <a:pt x="496" y="797"/>
                </a:lnTo>
                <a:lnTo>
                  <a:pt x="495" y="799"/>
                </a:lnTo>
                <a:lnTo>
                  <a:pt x="496" y="799"/>
                </a:lnTo>
                <a:lnTo>
                  <a:pt x="496" y="800"/>
                </a:lnTo>
                <a:lnTo>
                  <a:pt x="495" y="800"/>
                </a:lnTo>
                <a:lnTo>
                  <a:pt x="495" y="801"/>
                </a:lnTo>
                <a:lnTo>
                  <a:pt x="494" y="800"/>
                </a:lnTo>
                <a:lnTo>
                  <a:pt x="493" y="800"/>
                </a:lnTo>
                <a:lnTo>
                  <a:pt x="492" y="800"/>
                </a:lnTo>
                <a:lnTo>
                  <a:pt x="492" y="799"/>
                </a:lnTo>
                <a:lnTo>
                  <a:pt x="491" y="796"/>
                </a:lnTo>
                <a:lnTo>
                  <a:pt x="492" y="795"/>
                </a:lnTo>
                <a:lnTo>
                  <a:pt x="492" y="794"/>
                </a:lnTo>
                <a:lnTo>
                  <a:pt x="491" y="794"/>
                </a:lnTo>
                <a:lnTo>
                  <a:pt x="490" y="792"/>
                </a:lnTo>
                <a:lnTo>
                  <a:pt x="490" y="791"/>
                </a:lnTo>
                <a:lnTo>
                  <a:pt x="490" y="790"/>
                </a:lnTo>
                <a:lnTo>
                  <a:pt x="489" y="790"/>
                </a:lnTo>
                <a:lnTo>
                  <a:pt x="488" y="791"/>
                </a:lnTo>
                <a:lnTo>
                  <a:pt x="488" y="792"/>
                </a:lnTo>
                <a:lnTo>
                  <a:pt x="487" y="793"/>
                </a:lnTo>
                <a:lnTo>
                  <a:pt x="487" y="792"/>
                </a:lnTo>
                <a:lnTo>
                  <a:pt x="486" y="792"/>
                </a:lnTo>
                <a:lnTo>
                  <a:pt x="485" y="792"/>
                </a:lnTo>
                <a:lnTo>
                  <a:pt x="485" y="793"/>
                </a:lnTo>
                <a:lnTo>
                  <a:pt x="485" y="794"/>
                </a:lnTo>
                <a:lnTo>
                  <a:pt x="485" y="795"/>
                </a:lnTo>
                <a:lnTo>
                  <a:pt x="484" y="796"/>
                </a:lnTo>
                <a:lnTo>
                  <a:pt x="484" y="797"/>
                </a:lnTo>
                <a:lnTo>
                  <a:pt x="484" y="798"/>
                </a:lnTo>
                <a:lnTo>
                  <a:pt x="485" y="798"/>
                </a:lnTo>
                <a:lnTo>
                  <a:pt x="486" y="798"/>
                </a:lnTo>
                <a:lnTo>
                  <a:pt x="487" y="799"/>
                </a:lnTo>
                <a:lnTo>
                  <a:pt x="487" y="800"/>
                </a:lnTo>
                <a:lnTo>
                  <a:pt x="487" y="801"/>
                </a:lnTo>
                <a:lnTo>
                  <a:pt x="487" y="802"/>
                </a:lnTo>
                <a:lnTo>
                  <a:pt x="486" y="802"/>
                </a:lnTo>
                <a:lnTo>
                  <a:pt x="486" y="801"/>
                </a:lnTo>
                <a:lnTo>
                  <a:pt x="485" y="801"/>
                </a:lnTo>
                <a:lnTo>
                  <a:pt x="485" y="800"/>
                </a:lnTo>
                <a:lnTo>
                  <a:pt x="484" y="800"/>
                </a:lnTo>
                <a:lnTo>
                  <a:pt x="484" y="799"/>
                </a:lnTo>
                <a:lnTo>
                  <a:pt x="484" y="798"/>
                </a:lnTo>
                <a:lnTo>
                  <a:pt x="483" y="798"/>
                </a:lnTo>
                <a:lnTo>
                  <a:pt x="483" y="797"/>
                </a:lnTo>
                <a:lnTo>
                  <a:pt x="481" y="796"/>
                </a:lnTo>
                <a:lnTo>
                  <a:pt x="480" y="795"/>
                </a:lnTo>
                <a:lnTo>
                  <a:pt x="480" y="794"/>
                </a:lnTo>
                <a:lnTo>
                  <a:pt x="480" y="793"/>
                </a:lnTo>
                <a:lnTo>
                  <a:pt x="479" y="793"/>
                </a:lnTo>
                <a:lnTo>
                  <a:pt x="480" y="793"/>
                </a:lnTo>
                <a:lnTo>
                  <a:pt x="480" y="792"/>
                </a:lnTo>
                <a:lnTo>
                  <a:pt x="479" y="792"/>
                </a:lnTo>
                <a:lnTo>
                  <a:pt x="479" y="791"/>
                </a:lnTo>
                <a:lnTo>
                  <a:pt x="480" y="791"/>
                </a:lnTo>
                <a:lnTo>
                  <a:pt x="481" y="789"/>
                </a:lnTo>
                <a:lnTo>
                  <a:pt x="480" y="789"/>
                </a:lnTo>
                <a:lnTo>
                  <a:pt x="479" y="788"/>
                </a:lnTo>
                <a:lnTo>
                  <a:pt x="477" y="787"/>
                </a:lnTo>
                <a:lnTo>
                  <a:pt x="477" y="785"/>
                </a:lnTo>
                <a:lnTo>
                  <a:pt x="479" y="784"/>
                </a:lnTo>
                <a:lnTo>
                  <a:pt x="480" y="784"/>
                </a:lnTo>
                <a:lnTo>
                  <a:pt x="481" y="784"/>
                </a:lnTo>
                <a:lnTo>
                  <a:pt x="481" y="785"/>
                </a:lnTo>
                <a:lnTo>
                  <a:pt x="483" y="783"/>
                </a:lnTo>
                <a:lnTo>
                  <a:pt x="482" y="782"/>
                </a:lnTo>
                <a:lnTo>
                  <a:pt x="481" y="781"/>
                </a:lnTo>
                <a:lnTo>
                  <a:pt x="480" y="781"/>
                </a:lnTo>
                <a:lnTo>
                  <a:pt x="479" y="781"/>
                </a:lnTo>
                <a:lnTo>
                  <a:pt x="477" y="780"/>
                </a:lnTo>
                <a:lnTo>
                  <a:pt x="477" y="779"/>
                </a:lnTo>
                <a:lnTo>
                  <a:pt x="477" y="778"/>
                </a:lnTo>
                <a:lnTo>
                  <a:pt x="477" y="777"/>
                </a:lnTo>
                <a:lnTo>
                  <a:pt x="476" y="776"/>
                </a:lnTo>
                <a:lnTo>
                  <a:pt x="475" y="775"/>
                </a:lnTo>
                <a:lnTo>
                  <a:pt x="475" y="774"/>
                </a:lnTo>
                <a:lnTo>
                  <a:pt x="474" y="774"/>
                </a:lnTo>
                <a:lnTo>
                  <a:pt x="473" y="774"/>
                </a:lnTo>
                <a:lnTo>
                  <a:pt x="472" y="773"/>
                </a:lnTo>
                <a:lnTo>
                  <a:pt x="471" y="772"/>
                </a:lnTo>
                <a:lnTo>
                  <a:pt x="471" y="771"/>
                </a:lnTo>
                <a:lnTo>
                  <a:pt x="470" y="770"/>
                </a:lnTo>
                <a:lnTo>
                  <a:pt x="469" y="770"/>
                </a:lnTo>
                <a:lnTo>
                  <a:pt x="467" y="769"/>
                </a:lnTo>
                <a:lnTo>
                  <a:pt x="467" y="768"/>
                </a:lnTo>
                <a:lnTo>
                  <a:pt x="466" y="768"/>
                </a:lnTo>
                <a:lnTo>
                  <a:pt x="465" y="768"/>
                </a:lnTo>
                <a:lnTo>
                  <a:pt x="465" y="767"/>
                </a:lnTo>
                <a:lnTo>
                  <a:pt x="465" y="766"/>
                </a:lnTo>
                <a:lnTo>
                  <a:pt x="466" y="766"/>
                </a:lnTo>
                <a:lnTo>
                  <a:pt x="466" y="765"/>
                </a:lnTo>
                <a:lnTo>
                  <a:pt x="465" y="765"/>
                </a:lnTo>
                <a:lnTo>
                  <a:pt x="465" y="764"/>
                </a:lnTo>
                <a:lnTo>
                  <a:pt x="464" y="764"/>
                </a:lnTo>
                <a:lnTo>
                  <a:pt x="464" y="763"/>
                </a:lnTo>
                <a:lnTo>
                  <a:pt x="464" y="762"/>
                </a:lnTo>
                <a:lnTo>
                  <a:pt x="464" y="759"/>
                </a:lnTo>
                <a:lnTo>
                  <a:pt x="463" y="757"/>
                </a:lnTo>
                <a:lnTo>
                  <a:pt x="462" y="757"/>
                </a:lnTo>
                <a:lnTo>
                  <a:pt x="461" y="757"/>
                </a:lnTo>
                <a:lnTo>
                  <a:pt x="460" y="758"/>
                </a:lnTo>
                <a:lnTo>
                  <a:pt x="459" y="758"/>
                </a:lnTo>
                <a:lnTo>
                  <a:pt x="458" y="757"/>
                </a:lnTo>
                <a:lnTo>
                  <a:pt x="459" y="757"/>
                </a:lnTo>
                <a:lnTo>
                  <a:pt x="458" y="756"/>
                </a:lnTo>
                <a:lnTo>
                  <a:pt x="458" y="755"/>
                </a:lnTo>
                <a:lnTo>
                  <a:pt x="458" y="756"/>
                </a:lnTo>
                <a:lnTo>
                  <a:pt x="457" y="758"/>
                </a:lnTo>
                <a:lnTo>
                  <a:pt x="456" y="759"/>
                </a:lnTo>
                <a:lnTo>
                  <a:pt x="455" y="759"/>
                </a:lnTo>
                <a:lnTo>
                  <a:pt x="454" y="759"/>
                </a:lnTo>
                <a:lnTo>
                  <a:pt x="453" y="759"/>
                </a:lnTo>
                <a:lnTo>
                  <a:pt x="452" y="759"/>
                </a:lnTo>
                <a:lnTo>
                  <a:pt x="452" y="760"/>
                </a:lnTo>
                <a:lnTo>
                  <a:pt x="451" y="761"/>
                </a:lnTo>
                <a:lnTo>
                  <a:pt x="450" y="761"/>
                </a:lnTo>
                <a:lnTo>
                  <a:pt x="449" y="759"/>
                </a:lnTo>
                <a:lnTo>
                  <a:pt x="449" y="758"/>
                </a:lnTo>
                <a:lnTo>
                  <a:pt x="448" y="757"/>
                </a:lnTo>
                <a:lnTo>
                  <a:pt x="447" y="757"/>
                </a:lnTo>
                <a:lnTo>
                  <a:pt x="447" y="756"/>
                </a:lnTo>
                <a:lnTo>
                  <a:pt x="447" y="755"/>
                </a:lnTo>
                <a:lnTo>
                  <a:pt x="448" y="755"/>
                </a:lnTo>
                <a:lnTo>
                  <a:pt x="448" y="754"/>
                </a:lnTo>
                <a:lnTo>
                  <a:pt x="447" y="753"/>
                </a:lnTo>
                <a:lnTo>
                  <a:pt x="446" y="752"/>
                </a:lnTo>
                <a:lnTo>
                  <a:pt x="445" y="751"/>
                </a:lnTo>
                <a:lnTo>
                  <a:pt x="444" y="751"/>
                </a:lnTo>
                <a:lnTo>
                  <a:pt x="445" y="752"/>
                </a:lnTo>
                <a:lnTo>
                  <a:pt x="444" y="752"/>
                </a:lnTo>
                <a:lnTo>
                  <a:pt x="444" y="753"/>
                </a:lnTo>
                <a:lnTo>
                  <a:pt x="443" y="753"/>
                </a:lnTo>
                <a:lnTo>
                  <a:pt x="443" y="754"/>
                </a:lnTo>
                <a:lnTo>
                  <a:pt x="442" y="754"/>
                </a:lnTo>
                <a:lnTo>
                  <a:pt x="441" y="754"/>
                </a:lnTo>
                <a:lnTo>
                  <a:pt x="441" y="755"/>
                </a:lnTo>
                <a:lnTo>
                  <a:pt x="440" y="756"/>
                </a:lnTo>
                <a:lnTo>
                  <a:pt x="438" y="756"/>
                </a:lnTo>
                <a:lnTo>
                  <a:pt x="437" y="755"/>
                </a:lnTo>
                <a:lnTo>
                  <a:pt x="436" y="755"/>
                </a:lnTo>
                <a:lnTo>
                  <a:pt x="434" y="756"/>
                </a:lnTo>
                <a:lnTo>
                  <a:pt x="433" y="757"/>
                </a:lnTo>
                <a:lnTo>
                  <a:pt x="432" y="757"/>
                </a:lnTo>
                <a:lnTo>
                  <a:pt x="431" y="757"/>
                </a:lnTo>
                <a:lnTo>
                  <a:pt x="430" y="756"/>
                </a:lnTo>
                <a:lnTo>
                  <a:pt x="429" y="756"/>
                </a:lnTo>
                <a:lnTo>
                  <a:pt x="429" y="757"/>
                </a:lnTo>
                <a:lnTo>
                  <a:pt x="428" y="757"/>
                </a:lnTo>
                <a:lnTo>
                  <a:pt x="427" y="757"/>
                </a:lnTo>
                <a:lnTo>
                  <a:pt x="425" y="758"/>
                </a:lnTo>
                <a:lnTo>
                  <a:pt x="424" y="758"/>
                </a:lnTo>
                <a:lnTo>
                  <a:pt x="424" y="759"/>
                </a:lnTo>
                <a:lnTo>
                  <a:pt x="424" y="760"/>
                </a:lnTo>
                <a:lnTo>
                  <a:pt x="424" y="761"/>
                </a:lnTo>
                <a:lnTo>
                  <a:pt x="425" y="761"/>
                </a:lnTo>
                <a:lnTo>
                  <a:pt x="426" y="762"/>
                </a:lnTo>
                <a:lnTo>
                  <a:pt x="425" y="764"/>
                </a:lnTo>
                <a:lnTo>
                  <a:pt x="424" y="764"/>
                </a:lnTo>
                <a:lnTo>
                  <a:pt x="422" y="764"/>
                </a:lnTo>
                <a:lnTo>
                  <a:pt x="421" y="764"/>
                </a:lnTo>
                <a:lnTo>
                  <a:pt x="420" y="764"/>
                </a:lnTo>
                <a:lnTo>
                  <a:pt x="419" y="765"/>
                </a:lnTo>
                <a:lnTo>
                  <a:pt x="419" y="766"/>
                </a:lnTo>
                <a:lnTo>
                  <a:pt x="419" y="767"/>
                </a:lnTo>
                <a:lnTo>
                  <a:pt x="419" y="768"/>
                </a:lnTo>
                <a:lnTo>
                  <a:pt x="417" y="769"/>
                </a:lnTo>
                <a:lnTo>
                  <a:pt x="416" y="770"/>
                </a:lnTo>
                <a:lnTo>
                  <a:pt x="416" y="771"/>
                </a:lnTo>
                <a:lnTo>
                  <a:pt x="415" y="772"/>
                </a:lnTo>
                <a:lnTo>
                  <a:pt x="414" y="774"/>
                </a:lnTo>
                <a:lnTo>
                  <a:pt x="413" y="775"/>
                </a:lnTo>
                <a:lnTo>
                  <a:pt x="412" y="775"/>
                </a:lnTo>
                <a:lnTo>
                  <a:pt x="412" y="776"/>
                </a:lnTo>
                <a:lnTo>
                  <a:pt x="412" y="777"/>
                </a:lnTo>
                <a:lnTo>
                  <a:pt x="410" y="777"/>
                </a:lnTo>
                <a:lnTo>
                  <a:pt x="409" y="776"/>
                </a:lnTo>
                <a:lnTo>
                  <a:pt x="407" y="775"/>
                </a:lnTo>
                <a:lnTo>
                  <a:pt x="405" y="773"/>
                </a:lnTo>
                <a:lnTo>
                  <a:pt x="404" y="773"/>
                </a:lnTo>
                <a:lnTo>
                  <a:pt x="404" y="772"/>
                </a:lnTo>
                <a:lnTo>
                  <a:pt x="403" y="772"/>
                </a:lnTo>
                <a:lnTo>
                  <a:pt x="403" y="771"/>
                </a:lnTo>
                <a:lnTo>
                  <a:pt x="404" y="771"/>
                </a:lnTo>
                <a:lnTo>
                  <a:pt x="403" y="771"/>
                </a:lnTo>
                <a:lnTo>
                  <a:pt x="402" y="770"/>
                </a:lnTo>
                <a:lnTo>
                  <a:pt x="401" y="770"/>
                </a:lnTo>
                <a:lnTo>
                  <a:pt x="400" y="771"/>
                </a:lnTo>
                <a:lnTo>
                  <a:pt x="400" y="772"/>
                </a:lnTo>
                <a:lnTo>
                  <a:pt x="399" y="772"/>
                </a:lnTo>
                <a:lnTo>
                  <a:pt x="398" y="772"/>
                </a:lnTo>
                <a:lnTo>
                  <a:pt x="397" y="773"/>
                </a:lnTo>
                <a:lnTo>
                  <a:pt x="396" y="773"/>
                </a:lnTo>
                <a:lnTo>
                  <a:pt x="395" y="774"/>
                </a:lnTo>
                <a:lnTo>
                  <a:pt x="394" y="774"/>
                </a:lnTo>
                <a:lnTo>
                  <a:pt x="394" y="775"/>
                </a:lnTo>
                <a:lnTo>
                  <a:pt x="395" y="776"/>
                </a:lnTo>
                <a:lnTo>
                  <a:pt x="395" y="775"/>
                </a:lnTo>
                <a:lnTo>
                  <a:pt x="396" y="775"/>
                </a:lnTo>
                <a:lnTo>
                  <a:pt x="396" y="776"/>
                </a:lnTo>
                <a:lnTo>
                  <a:pt x="395" y="777"/>
                </a:lnTo>
                <a:lnTo>
                  <a:pt x="394" y="778"/>
                </a:lnTo>
                <a:lnTo>
                  <a:pt x="394" y="779"/>
                </a:lnTo>
                <a:lnTo>
                  <a:pt x="394" y="780"/>
                </a:lnTo>
                <a:lnTo>
                  <a:pt x="393" y="780"/>
                </a:lnTo>
                <a:lnTo>
                  <a:pt x="392" y="780"/>
                </a:lnTo>
                <a:lnTo>
                  <a:pt x="392" y="781"/>
                </a:lnTo>
                <a:lnTo>
                  <a:pt x="393" y="781"/>
                </a:lnTo>
                <a:lnTo>
                  <a:pt x="392" y="782"/>
                </a:lnTo>
                <a:lnTo>
                  <a:pt x="393" y="783"/>
                </a:lnTo>
                <a:lnTo>
                  <a:pt x="394" y="783"/>
                </a:lnTo>
                <a:lnTo>
                  <a:pt x="394" y="784"/>
                </a:lnTo>
                <a:lnTo>
                  <a:pt x="394" y="785"/>
                </a:lnTo>
                <a:lnTo>
                  <a:pt x="393" y="785"/>
                </a:lnTo>
                <a:lnTo>
                  <a:pt x="392" y="785"/>
                </a:lnTo>
                <a:lnTo>
                  <a:pt x="391" y="785"/>
                </a:lnTo>
                <a:lnTo>
                  <a:pt x="390" y="785"/>
                </a:lnTo>
                <a:lnTo>
                  <a:pt x="387" y="785"/>
                </a:lnTo>
                <a:lnTo>
                  <a:pt x="386" y="785"/>
                </a:lnTo>
                <a:lnTo>
                  <a:pt x="386" y="786"/>
                </a:lnTo>
                <a:lnTo>
                  <a:pt x="386" y="787"/>
                </a:lnTo>
                <a:lnTo>
                  <a:pt x="385" y="787"/>
                </a:lnTo>
                <a:lnTo>
                  <a:pt x="384" y="786"/>
                </a:lnTo>
                <a:lnTo>
                  <a:pt x="382" y="787"/>
                </a:lnTo>
                <a:lnTo>
                  <a:pt x="382" y="788"/>
                </a:lnTo>
                <a:lnTo>
                  <a:pt x="382" y="789"/>
                </a:lnTo>
                <a:lnTo>
                  <a:pt x="380" y="789"/>
                </a:lnTo>
                <a:lnTo>
                  <a:pt x="380" y="788"/>
                </a:lnTo>
                <a:lnTo>
                  <a:pt x="381" y="787"/>
                </a:lnTo>
                <a:lnTo>
                  <a:pt x="380" y="787"/>
                </a:lnTo>
                <a:lnTo>
                  <a:pt x="378" y="787"/>
                </a:lnTo>
                <a:lnTo>
                  <a:pt x="377" y="786"/>
                </a:lnTo>
                <a:lnTo>
                  <a:pt x="376" y="786"/>
                </a:lnTo>
                <a:lnTo>
                  <a:pt x="376" y="785"/>
                </a:lnTo>
                <a:lnTo>
                  <a:pt x="376" y="786"/>
                </a:lnTo>
                <a:lnTo>
                  <a:pt x="375" y="786"/>
                </a:lnTo>
                <a:lnTo>
                  <a:pt x="375" y="787"/>
                </a:lnTo>
                <a:lnTo>
                  <a:pt x="374" y="788"/>
                </a:lnTo>
                <a:lnTo>
                  <a:pt x="375" y="789"/>
                </a:lnTo>
                <a:lnTo>
                  <a:pt x="376" y="789"/>
                </a:lnTo>
                <a:lnTo>
                  <a:pt x="376" y="790"/>
                </a:lnTo>
                <a:lnTo>
                  <a:pt x="376" y="791"/>
                </a:lnTo>
                <a:lnTo>
                  <a:pt x="375" y="790"/>
                </a:lnTo>
                <a:lnTo>
                  <a:pt x="373" y="790"/>
                </a:lnTo>
                <a:lnTo>
                  <a:pt x="372" y="791"/>
                </a:lnTo>
                <a:lnTo>
                  <a:pt x="372" y="792"/>
                </a:lnTo>
                <a:lnTo>
                  <a:pt x="371" y="791"/>
                </a:lnTo>
                <a:lnTo>
                  <a:pt x="370" y="791"/>
                </a:lnTo>
                <a:lnTo>
                  <a:pt x="370" y="790"/>
                </a:lnTo>
                <a:lnTo>
                  <a:pt x="369" y="790"/>
                </a:lnTo>
                <a:lnTo>
                  <a:pt x="368" y="790"/>
                </a:lnTo>
                <a:lnTo>
                  <a:pt x="367" y="790"/>
                </a:lnTo>
                <a:lnTo>
                  <a:pt x="367" y="791"/>
                </a:lnTo>
                <a:lnTo>
                  <a:pt x="365" y="791"/>
                </a:lnTo>
                <a:lnTo>
                  <a:pt x="364" y="791"/>
                </a:lnTo>
                <a:lnTo>
                  <a:pt x="363" y="791"/>
                </a:lnTo>
                <a:lnTo>
                  <a:pt x="363" y="790"/>
                </a:lnTo>
                <a:lnTo>
                  <a:pt x="363" y="789"/>
                </a:lnTo>
                <a:lnTo>
                  <a:pt x="362" y="788"/>
                </a:lnTo>
                <a:lnTo>
                  <a:pt x="362" y="787"/>
                </a:lnTo>
                <a:lnTo>
                  <a:pt x="363" y="787"/>
                </a:lnTo>
                <a:lnTo>
                  <a:pt x="364" y="788"/>
                </a:lnTo>
                <a:lnTo>
                  <a:pt x="365" y="787"/>
                </a:lnTo>
                <a:lnTo>
                  <a:pt x="364" y="786"/>
                </a:lnTo>
                <a:lnTo>
                  <a:pt x="363" y="786"/>
                </a:lnTo>
                <a:lnTo>
                  <a:pt x="362" y="786"/>
                </a:lnTo>
                <a:lnTo>
                  <a:pt x="362" y="785"/>
                </a:lnTo>
                <a:lnTo>
                  <a:pt x="361" y="785"/>
                </a:lnTo>
                <a:lnTo>
                  <a:pt x="361" y="784"/>
                </a:lnTo>
                <a:lnTo>
                  <a:pt x="362" y="784"/>
                </a:lnTo>
                <a:lnTo>
                  <a:pt x="361" y="783"/>
                </a:lnTo>
                <a:lnTo>
                  <a:pt x="360" y="783"/>
                </a:lnTo>
                <a:lnTo>
                  <a:pt x="358" y="783"/>
                </a:lnTo>
                <a:lnTo>
                  <a:pt x="358" y="782"/>
                </a:lnTo>
                <a:lnTo>
                  <a:pt x="357" y="781"/>
                </a:lnTo>
                <a:lnTo>
                  <a:pt x="356" y="781"/>
                </a:lnTo>
                <a:lnTo>
                  <a:pt x="356" y="780"/>
                </a:lnTo>
                <a:lnTo>
                  <a:pt x="356" y="779"/>
                </a:lnTo>
                <a:lnTo>
                  <a:pt x="357" y="779"/>
                </a:lnTo>
                <a:lnTo>
                  <a:pt x="357" y="778"/>
                </a:lnTo>
                <a:lnTo>
                  <a:pt x="357" y="777"/>
                </a:lnTo>
                <a:lnTo>
                  <a:pt x="356" y="777"/>
                </a:lnTo>
                <a:lnTo>
                  <a:pt x="356" y="778"/>
                </a:lnTo>
                <a:lnTo>
                  <a:pt x="356" y="777"/>
                </a:lnTo>
                <a:lnTo>
                  <a:pt x="355" y="777"/>
                </a:lnTo>
                <a:lnTo>
                  <a:pt x="355" y="776"/>
                </a:lnTo>
                <a:lnTo>
                  <a:pt x="354" y="776"/>
                </a:lnTo>
                <a:lnTo>
                  <a:pt x="354" y="775"/>
                </a:lnTo>
                <a:lnTo>
                  <a:pt x="353" y="775"/>
                </a:lnTo>
                <a:lnTo>
                  <a:pt x="353" y="774"/>
                </a:lnTo>
                <a:lnTo>
                  <a:pt x="352" y="774"/>
                </a:lnTo>
                <a:lnTo>
                  <a:pt x="352" y="773"/>
                </a:lnTo>
                <a:lnTo>
                  <a:pt x="351" y="773"/>
                </a:lnTo>
                <a:lnTo>
                  <a:pt x="350" y="773"/>
                </a:lnTo>
                <a:lnTo>
                  <a:pt x="349" y="773"/>
                </a:lnTo>
                <a:lnTo>
                  <a:pt x="349" y="772"/>
                </a:lnTo>
                <a:lnTo>
                  <a:pt x="348" y="771"/>
                </a:lnTo>
                <a:lnTo>
                  <a:pt x="348" y="770"/>
                </a:lnTo>
                <a:lnTo>
                  <a:pt x="348" y="769"/>
                </a:lnTo>
                <a:lnTo>
                  <a:pt x="347" y="769"/>
                </a:lnTo>
                <a:lnTo>
                  <a:pt x="346" y="769"/>
                </a:lnTo>
                <a:lnTo>
                  <a:pt x="345" y="768"/>
                </a:lnTo>
                <a:lnTo>
                  <a:pt x="344" y="767"/>
                </a:lnTo>
                <a:lnTo>
                  <a:pt x="344" y="766"/>
                </a:lnTo>
                <a:lnTo>
                  <a:pt x="345" y="766"/>
                </a:lnTo>
                <a:lnTo>
                  <a:pt x="347" y="765"/>
                </a:lnTo>
                <a:lnTo>
                  <a:pt x="347" y="764"/>
                </a:lnTo>
                <a:lnTo>
                  <a:pt x="346" y="762"/>
                </a:lnTo>
                <a:lnTo>
                  <a:pt x="347" y="761"/>
                </a:lnTo>
                <a:lnTo>
                  <a:pt x="347" y="760"/>
                </a:lnTo>
                <a:lnTo>
                  <a:pt x="347" y="759"/>
                </a:lnTo>
                <a:lnTo>
                  <a:pt x="347" y="758"/>
                </a:lnTo>
                <a:lnTo>
                  <a:pt x="346" y="757"/>
                </a:lnTo>
                <a:lnTo>
                  <a:pt x="346" y="756"/>
                </a:lnTo>
                <a:lnTo>
                  <a:pt x="347" y="756"/>
                </a:lnTo>
                <a:lnTo>
                  <a:pt x="346" y="754"/>
                </a:lnTo>
                <a:lnTo>
                  <a:pt x="345" y="754"/>
                </a:lnTo>
                <a:lnTo>
                  <a:pt x="345" y="752"/>
                </a:lnTo>
                <a:lnTo>
                  <a:pt x="345" y="751"/>
                </a:lnTo>
                <a:lnTo>
                  <a:pt x="346" y="751"/>
                </a:lnTo>
                <a:lnTo>
                  <a:pt x="345" y="750"/>
                </a:lnTo>
                <a:lnTo>
                  <a:pt x="344" y="750"/>
                </a:lnTo>
                <a:lnTo>
                  <a:pt x="344" y="749"/>
                </a:lnTo>
                <a:lnTo>
                  <a:pt x="341" y="747"/>
                </a:lnTo>
                <a:lnTo>
                  <a:pt x="341" y="746"/>
                </a:lnTo>
                <a:lnTo>
                  <a:pt x="340" y="747"/>
                </a:lnTo>
                <a:lnTo>
                  <a:pt x="339" y="747"/>
                </a:lnTo>
                <a:lnTo>
                  <a:pt x="338" y="747"/>
                </a:lnTo>
                <a:lnTo>
                  <a:pt x="337" y="747"/>
                </a:lnTo>
                <a:lnTo>
                  <a:pt x="336" y="747"/>
                </a:lnTo>
                <a:lnTo>
                  <a:pt x="336" y="746"/>
                </a:lnTo>
                <a:lnTo>
                  <a:pt x="337" y="745"/>
                </a:lnTo>
                <a:lnTo>
                  <a:pt x="337" y="744"/>
                </a:lnTo>
                <a:lnTo>
                  <a:pt x="337" y="743"/>
                </a:lnTo>
                <a:lnTo>
                  <a:pt x="338" y="742"/>
                </a:lnTo>
                <a:lnTo>
                  <a:pt x="338" y="740"/>
                </a:lnTo>
                <a:lnTo>
                  <a:pt x="338" y="739"/>
                </a:lnTo>
                <a:lnTo>
                  <a:pt x="337" y="739"/>
                </a:lnTo>
                <a:lnTo>
                  <a:pt x="336" y="739"/>
                </a:lnTo>
                <a:lnTo>
                  <a:pt x="334" y="739"/>
                </a:lnTo>
                <a:lnTo>
                  <a:pt x="333" y="739"/>
                </a:lnTo>
                <a:lnTo>
                  <a:pt x="332" y="739"/>
                </a:lnTo>
                <a:lnTo>
                  <a:pt x="331" y="739"/>
                </a:lnTo>
                <a:lnTo>
                  <a:pt x="330" y="739"/>
                </a:lnTo>
                <a:lnTo>
                  <a:pt x="330" y="738"/>
                </a:lnTo>
                <a:lnTo>
                  <a:pt x="329" y="737"/>
                </a:lnTo>
                <a:lnTo>
                  <a:pt x="329" y="736"/>
                </a:lnTo>
                <a:lnTo>
                  <a:pt x="329" y="735"/>
                </a:lnTo>
                <a:lnTo>
                  <a:pt x="329" y="734"/>
                </a:lnTo>
                <a:lnTo>
                  <a:pt x="329" y="733"/>
                </a:lnTo>
                <a:lnTo>
                  <a:pt x="328" y="733"/>
                </a:lnTo>
                <a:lnTo>
                  <a:pt x="328" y="732"/>
                </a:lnTo>
                <a:lnTo>
                  <a:pt x="328" y="731"/>
                </a:lnTo>
                <a:lnTo>
                  <a:pt x="329" y="730"/>
                </a:lnTo>
                <a:lnTo>
                  <a:pt x="330" y="730"/>
                </a:lnTo>
                <a:lnTo>
                  <a:pt x="330" y="729"/>
                </a:lnTo>
                <a:lnTo>
                  <a:pt x="330" y="728"/>
                </a:lnTo>
                <a:lnTo>
                  <a:pt x="331" y="728"/>
                </a:lnTo>
                <a:lnTo>
                  <a:pt x="331" y="727"/>
                </a:lnTo>
                <a:lnTo>
                  <a:pt x="331" y="726"/>
                </a:lnTo>
                <a:lnTo>
                  <a:pt x="330" y="726"/>
                </a:lnTo>
                <a:lnTo>
                  <a:pt x="329" y="725"/>
                </a:lnTo>
                <a:lnTo>
                  <a:pt x="329" y="724"/>
                </a:lnTo>
                <a:lnTo>
                  <a:pt x="330" y="723"/>
                </a:lnTo>
                <a:lnTo>
                  <a:pt x="329" y="722"/>
                </a:lnTo>
                <a:lnTo>
                  <a:pt x="328" y="722"/>
                </a:lnTo>
                <a:lnTo>
                  <a:pt x="328" y="721"/>
                </a:lnTo>
                <a:lnTo>
                  <a:pt x="327" y="721"/>
                </a:lnTo>
                <a:lnTo>
                  <a:pt x="325" y="721"/>
                </a:lnTo>
                <a:lnTo>
                  <a:pt x="324" y="721"/>
                </a:lnTo>
                <a:lnTo>
                  <a:pt x="323" y="721"/>
                </a:lnTo>
                <a:lnTo>
                  <a:pt x="321" y="721"/>
                </a:lnTo>
                <a:lnTo>
                  <a:pt x="321" y="722"/>
                </a:lnTo>
                <a:lnTo>
                  <a:pt x="321" y="723"/>
                </a:lnTo>
                <a:lnTo>
                  <a:pt x="319" y="724"/>
                </a:lnTo>
                <a:lnTo>
                  <a:pt x="318" y="723"/>
                </a:lnTo>
                <a:lnTo>
                  <a:pt x="318" y="722"/>
                </a:lnTo>
                <a:lnTo>
                  <a:pt x="317" y="722"/>
                </a:lnTo>
                <a:lnTo>
                  <a:pt x="317" y="723"/>
                </a:lnTo>
                <a:lnTo>
                  <a:pt x="316" y="724"/>
                </a:lnTo>
                <a:lnTo>
                  <a:pt x="315" y="724"/>
                </a:lnTo>
                <a:lnTo>
                  <a:pt x="314" y="725"/>
                </a:lnTo>
                <a:lnTo>
                  <a:pt x="313" y="724"/>
                </a:lnTo>
                <a:lnTo>
                  <a:pt x="313" y="723"/>
                </a:lnTo>
                <a:lnTo>
                  <a:pt x="311" y="722"/>
                </a:lnTo>
                <a:lnTo>
                  <a:pt x="311" y="723"/>
                </a:lnTo>
                <a:lnTo>
                  <a:pt x="311" y="724"/>
                </a:lnTo>
                <a:lnTo>
                  <a:pt x="311" y="725"/>
                </a:lnTo>
                <a:lnTo>
                  <a:pt x="311" y="726"/>
                </a:lnTo>
                <a:lnTo>
                  <a:pt x="310" y="726"/>
                </a:lnTo>
                <a:lnTo>
                  <a:pt x="309" y="726"/>
                </a:lnTo>
                <a:lnTo>
                  <a:pt x="308" y="726"/>
                </a:lnTo>
                <a:lnTo>
                  <a:pt x="308" y="727"/>
                </a:lnTo>
                <a:lnTo>
                  <a:pt x="309" y="727"/>
                </a:lnTo>
                <a:lnTo>
                  <a:pt x="308" y="727"/>
                </a:lnTo>
                <a:lnTo>
                  <a:pt x="308" y="728"/>
                </a:lnTo>
                <a:lnTo>
                  <a:pt x="307" y="728"/>
                </a:lnTo>
                <a:lnTo>
                  <a:pt x="307" y="727"/>
                </a:lnTo>
                <a:lnTo>
                  <a:pt x="306" y="728"/>
                </a:lnTo>
                <a:lnTo>
                  <a:pt x="305" y="729"/>
                </a:lnTo>
                <a:lnTo>
                  <a:pt x="305" y="730"/>
                </a:lnTo>
                <a:lnTo>
                  <a:pt x="305" y="732"/>
                </a:lnTo>
                <a:lnTo>
                  <a:pt x="305" y="733"/>
                </a:lnTo>
                <a:lnTo>
                  <a:pt x="305" y="734"/>
                </a:lnTo>
                <a:lnTo>
                  <a:pt x="305" y="735"/>
                </a:lnTo>
                <a:lnTo>
                  <a:pt x="306" y="736"/>
                </a:lnTo>
                <a:lnTo>
                  <a:pt x="306" y="737"/>
                </a:lnTo>
                <a:lnTo>
                  <a:pt x="305" y="738"/>
                </a:lnTo>
                <a:lnTo>
                  <a:pt x="304" y="739"/>
                </a:lnTo>
                <a:lnTo>
                  <a:pt x="304" y="741"/>
                </a:lnTo>
                <a:lnTo>
                  <a:pt x="305" y="741"/>
                </a:lnTo>
                <a:lnTo>
                  <a:pt x="305" y="742"/>
                </a:lnTo>
                <a:lnTo>
                  <a:pt x="304" y="742"/>
                </a:lnTo>
                <a:lnTo>
                  <a:pt x="304" y="743"/>
                </a:lnTo>
                <a:lnTo>
                  <a:pt x="304" y="744"/>
                </a:lnTo>
                <a:lnTo>
                  <a:pt x="305" y="745"/>
                </a:lnTo>
                <a:lnTo>
                  <a:pt x="305" y="746"/>
                </a:lnTo>
                <a:lnTo>
                  <a:pt x="305" y="747"/>
                </a:lnTo>
                <a:lnTo>
                  <a:pt x="305" y="748"/>
                </a:lnTo>
                <a:lnTo>
                  <a:pt x="305" y="749"/>
                </a:lnTo>
                <a:lnTo>
                  <a:pt x="303" y="750"/>
                </a:lnTo>
                <a:lnTo>
                  <a:pt x="303" y="753"/>
                </a:lnTo>
                <a:lnTo>
                  <a:pt x="303" y="754"/>
                </a:lnTo>
                <a:lnTo>
                  <a:pt x="303" y="755"/>
                </a:lnTo>
                <a:lnTo>
                  <a:pt x="302" y="755"/>
                </a:lnTo>
                <a:lnTo>
                  <a:pt x="301" y="756"/>
                </a:lnTo>
                <a:lnTo>
                  <a:pt x="300" y="757"/>
                </a:lnTo>
                <a:lnTo>
                  <a:pt x="300" y="758"/>
                </a:lnTo>
                <a:lnTo>
                  <a:pt x="299" y="758"/>
                </a:lnTo>
                <a:lnTo>
                  <a:pt x="298" y="759"/>
                </a:lnTo>
                <a:lnTo>
                  <a:pt x="296" y="759"/>
                </a:lnTo>
                <a:lnTo>
                  <a:pt x="296" y="758"/>
                </a:lnTo>
                <a:lnTo>
                  <a:pt x="296" y="757"/>
                </a:lnTo>
                <a:lnTo>
                  <a:pt x="296" y="756"/>
                </a:lnTo>
                <a:lnTo>
                  <a:pt x="294" y="754"/>
                </a:lnTo>
                <a:lnTo>
                  <a:pt x="293" y="754"/>
                </a:lnTo>
                <a:lnTo>
                  <a:pt x="292" y="754"/>
                </a:lnTo>
                <a:lnTo>
                  <a:pt x="291" y="755"/>
                </a:lnTo>
                <a:lnTo>
                  <a:pt x="289" y="755"/>
                </a:lnTo>
                <a:lnTo>
                  <a:pt x="287" y="755"/>
                </a:lnTo>
                <a:lnTo>
                  <a:pt x="286" y="756"/>
                </a:lnTo>
                <a:lnTo>
                  <a:pt x="285" y="756"/>
                </a:lnTo>
                <a:lnTo>
                  <a:pt x="284" y="757"/>
                </a:lnTo>
                <a:lnTo>
                  <a:pt x="283" y="758"/>
                </a:lnTo>
                <a:lnTo>
                  <a:pt x="283" y="759"/>
                </a:lnTo>
                <a:lnTo>
                  <a:pt x="282" y="759"/>
                </a:lnTo>
                <a:lnTo>
                  <a:pt x="281" y="759"/>
                </a:lnTo>
                <a:lnTo>
                  <a:pt x="280" y="759"/>
                </a:lnTo>
                <a:lnTo>
                  <a:pt x="280" y="760"/>
                </a:lnTo>
                <a:lnTo>
                  <a:pt x="280" y="761"/>
                </a:lnTo>
                <a:lnTo>
                  <a:pt x="280" y="762"/>
                </a:lnTo>
                <a:lnTo>
                  <a:pt x="281" y="762"/>
                </a:lnTo>
                <a:lnTo>
                  <a:pt x="282" y="764"/>
                </a:lnTo>
                <a:lnTo>
                  <a:pt x="282" y="766"/>
                </a:lnTo>
                <a:lnTo>
                  <a:pt x="281" y="766"/>
                </a:lnTo>
                <a:lnTo>
                  <a:pt x="281" y="767"/>
                </a:lnTo>
                <a:lnTo>
                  <a:pt x="280" y="767"/>
                </a:lnTo>
                <a:lnTo>
                  <a:pt x="279" y="768"/>
                </a:lnTo>
                <a:lnTo>
                  <a:pt x="278" y="768"/>
                </a:lnTo>
                <a:lnTo>
                  <a:pt x="278" y="767"/>
                </a:lnTo>
                <a:lnTo>
                  <a:pt x="277" y="767"/>
                </a:lnTo>
                <a:lnTo>
                  <a:pt x="277" y="768"/>
                </a:lnTo>
                <a:lnTo>
                  <a:pt x="278" y="769"/>
                </a:lnTo>
                <a:lnTo>
                  <a:pt x="277" y="770"/>
                </a:lnTo>
                <a:lnTo>
                  <a:pt x="277" y="771"/>
                </a:lnTo>
                <a:lnTo>
                  <a:pt x="276" y="771"/>
                </a:lnTo>
                <a:lnTo>
                  <a:pt x="275" y="771"/>
                </a:lnTo>
                <a:lnTo>
                  <a:pt x="274" y="771"/>
                </a:lnTo>
                <a:lnTo>
                  <a:pt x="273" y="772"/>
                </a:lnTo>
                <a:lnTo>
                  <a:pt x="272" y="773"/>
                </a:lnTo>
                <a:lnTo>
                  <a:pt x="273" y="773"/>
                </a:lnTo>
                <a:lnTo>
                  <a:pt x="272" y="774"/>
                </a:lnTo>
                <a:lnTo>
                  <a:pt x="271" y="774"/>
                </a:lnTo>
                <a:lnTo>
                  <a:pt x="271" y="776"/>
                </a:lnTo>
                <a:lnTo>
                  <a:pt x="271" y="777"/>
                </a:lnTo>
                <a:lnTo>
                  <a:pt x="270" y="779"/>
                </a:lnTo>
                <a:lnTo>
                  <a:pt x="270" y="780"/>
                </a:lnTo>
                <a:lnTo>
                  <a:pt x="270" y="781"/>
                </a:lnTo>
                <a:lnTo>
                  <a:pt x="269" y="781"/>
                </a:lnTo>
                <a:lnTo>
                  <a:pt x="268" y="781"/>
                </a:lnTo>
                <a:lnTo>
                  <a:pt x="267" y="781"/>
                </a:lnTo>
                <a:lnTo>
                  <a:pt x="267" y="782"/>
                </a:lnTo>
                <a:lnTo>
                  <a:pt x="266" y="782"/>
                </a:lnTo>
                <a:lnTo>
                  <a:pt x="266" y="781"/>
                </a:lnTo>
                <a:lnTo>
                  <a:pt x="266" y="780"/>
                </a:lnTo>
                <a:lnTo>
                  <a:pt x="265" y="780"/>
                </a:lnTo>
                <a:lnTo>
                  <a:pt x="265" y="781"/>
                </a:lnTo>
                <a:lnTo>
                  <a:pt x="266" y="782"/>
                </a:lnTo>
                <a:lnTo>
                  <a:pt x="265" y="782"/>
                </a:lnTo>
                <a:lnTo>
                  <a:pt x="264" y="782"/>
                </a:lnTo>
                <a:lnTo>
                  <a:pt x="263" y="782"/>
                </a:lnTo>
                <a:lnTo>
                  <a:pt x="263" y="783"/>
                </a:lnTo>
                <a:lnTo>
                  <a:pt x="262" y="783"/>
                </a:lnTo>
                <a:lnTo>
                  <a:pt x="261" y="783"/>
                </a:lnTo>
                <a:lnTo>
                  <a:pt x="260" y="782"/>
                </a:lnTo>
                <a:lnTo>
                  <a:pt x="259" y="782"/>
                </a:lnTo>
                <a:lnTo>
                  <a:pt x="258" y="783"/>
                </a:lnTo>
                <a:lnTo>
                  <a:pt x="257" y="783"/>
                </a:lnTo>
                <a:lnTo>
                  <a:pt x="257" y="784"/>
                </a:lnTo>
                <a:lnTo>
                  <a:pt x="256" y="783"/>
                </a:lnTo>
                <a:lnTo>
                  <a:pt x="255" y="783"/>
                </a:lnTo>
                <a:lnTo>
                  <a:pt x="254" y="782"/>
                </a:lnTo>
                <a:lnTo>
                  <a:pt x="253" y="782"/>
                </a:lnTo>
                <a:lnTo>
                  <a:pt x="252" y="783"/>
                </a:lnTo>
                <a:lnTo>
                  <a:pt x="251" y="783"/>
                </a:lnTo>
                <a:lnTo>
                  <a:pt x="250" y="783"/>
                </a:lnTo>
                <a:lnTo>
                  <a:pt x="249" y="782"/>
                </a:lnTo>
                <a:lnTo>
                  <a:pt x="249" y="783"/>
                </a:lnTo>
                <a:lnTo>
                  <a:pt x="248" y="783"/>
                </a:lnTo>
                <a:lnTo>
                  <a:pt x="248" y="782"/>
                </a:lnTo>
                <a:lnTo>
                  <a:pt x="247" y="782"/>
                </a:lnTo>
                <a:lnTo>
                  <a:pt x="246" y="782"/>
                </a:lnTo>
                <a:lnTo>
                  <a:pt x="245" y="782"/>
                </a:lnTo>
                <a:lnTo>
                  <a:pt x="244" y="782"/>
                </a:lnTo>
                <a:lnTo>
                  <a:pt x="243" y="782"/>
                </a:lnTo>
                <a:lnTo>
                  <a:pt x="243" y="780"/>
                </a:lnTo>
                <a:lnTo>
                  <a:pt x="243" y="779"/>
                </a:lnTo>
                <a:lnTo>
                  <a:pt x="243" y="778"/>
                </a:lnTo>
                <a:lnTo>
                  <a:pt x="243" y="777"/>
                </a:lnTo>
                <a:lnTo>
                  <a:pt x="242" y="777"/>
                </a:lnTo>
                <a:lnTo>
                  <a:pt x="243" y="776"/>
                </a:lnTo>
                <a:lnTo>
                  <a:pt x="244" y="776"/>
                </a:lnTo>
                <a:lnTo>
                  <a:pt x="244" y="774"/>
                </a:lnTo>
                <a:lnTo>
                  <a:pt x="243" y="774"/>
                </a:lnTo>
                <a:lnTo>
                  <a:pt x="243" y="773"/>
                </a:lnTo>
                <a:lnTo>
                  <a:pt x="240" y="772"/>
                </a:lnTo>
                <a:lnTo>
                  <a:pt x="240" y="773"/>
                </a:lnTo>
                <a:lnTo>
                  <a:pt x="238" y="775"/>
                </a:lnTo>
                <a:lnTo>
                  <a:pt x="237" y="776"/>
                </a:lnTo>
                <a:lnTo>
                  <a:pt x="237" y="777"/>
                </a:lnTo>
                <a:lnTo>
                  <a:pt x="236" y="777"/>
                </a:lnTo>
                <a:lnTo>
                  <a:pt x="235" y="777"/>
                </a:lnTo>
                <a:lnTo>
                  <a:pt x="234" y="776"/>
                </a:lnTo>
                <a:lnTo>
                  <a:pt x="233" y="776"/>
                </a:lnTo>
                <a:lnTo>
                  <a:pt x="233" y="777"/>
                </a:lnTo>
                <a:lnTo>
                  <a:pt x="232" y="777"/>
                </a:lnTo>
                <a:lnTo>
                  <a:pt x="231" y="777"/>
                </a:lnTo>
                <a:lnTo>
                  <a:pt x="231" y="776"/>
                </a:lnTo>
                <a:lnTo>
                  <a:pt x="230" y="776"/>
                </a:lnTo>
                <a:lnTo>
                  <a:pt x="230" y="775"/>
                </a:lnTo>
                <a:lnTo>
                  <a:pt x="227" y="775"/>
                </a:lnTo>
                <a:lnTo>
                  <a:pt x="227" y="774"/>
                </a:lnTo>
                <a:lnTo>
                  <a:pt x="227" y="775"/>
                </a:lnTo>
                <a:lnTo>
                  <a:pt x="226" y="775"/>
                </a:lnTo>
                <a:lnTo>
                  <a:pt x="225" y="775"/>
                </a:lnTo>
                <a:lnTo>
                  <a:pt x="225" y="774"/>
                </a:lnTo>
                <a:lnTo>
                  <a:pt x="225" y="773"/>
                </a:lnTo>
                <a:lnTo>
                  <a:pt x="224" y="773"/>
                </a:lnTo>
                <a:lnTo>
                  <a:pt x="223" y="773"/>
                </a:lnTo>
                <a:lnTo>
                  <a:pt x="223" y="772"/>
                </a:lnTo>
                <a:lnTo>
                  <a:pt x="222" y="772"/>
                </a:lnTo>
                <a:lnTo>
                  <a:pt x="221" y="772"/>
                </a:lnTo>
                <a:lnTo>
                  <a:pt x="221" y="773"/>
                </a:lnTo>
                <a:lnTo>
                  <a:pt x="220" y="773"/>
                </a:lnTo>
                <a:lnTo>
                  <a:pt x="219" y="773"/>
                </a:lnTo>
                <a:lnTo>
                  <a:pt x="218" y="773"/>
                </a:lnTo>
                <a:lnTo>
                  <a:pt x="217" y="772"/>
                </a:lnTo>
                <a:lnTo>
                  <a:pt x="216" y="772"/>
                </a:lnTo>
                <a:lnTo>
                  <a:pt x="215" y="773"/>
                </a:lnTo>
                <a:lnTo>
                  <a:pt x="216" y="774"/>
                </a:lnTo>
                <a:lnTo>
                  <a:pt x="216" y="773"/>
                </a:lnTo>
                <a:lnTo>
                  <a:pt x="217" y="774"/>
                </a:lnTo>
                <a:lnTo>
                  <a:pt x="217" y="775"/>
                </a:lnTo>
                <a:lnTo>
                  <a:pt x="217" y="777"/>
                </a:lnTo>
                <a:lnTo>
                  <a:pt x="216" y="777"/>
                </a:lnTo>
                <a:lnTo>
                  <a:pt x="215" y="777"/>
                </a:lnTo>
                <a:lnTo>
                  <a:pt x="213" y="778"/>
                </a:lnTo>
                <a:lnTo>
                  <a:pt x="213" y="779"/>
                </a:lnTo>
                <a:lnTo>
                  <a:pt x="212" y="779"/>
                </a:lnTo>
                <a:lnTo>
                  <a:pt x="213" y="780"/>
                </a:lnTo>
                <a:lnTo>
                  <a:pt x="213" y="781"/>
                </a:lnTo>
                <a:lnTo>
                  <a:pt x="213" y="782"/>
                </a:lnTo>
                <a:lnTo>
                  <a:pt x="213" y="783"/>
                </a:lnTo>
                <a:lnTo>
                  <a:pt x="212" y="783"/>
                </a:lnTo>
                <a:lnTo>
                  <a:pt x="211" y="783"/>
                </a:lnTo>
                <a:lnTo>
                  <a:pt x="211" y="782"/>
                </a:lnTo>
                <a:lnTo>
                  <a:pt x="210" y="782"/>
                </a:lnTo>
                <a:lnTo>
                  <a:pt x="209" y="781"/>
                </a:lnTo>
                <a:lnTo>
                  <a:pt x="208" y="781"/>
                </a:lnTo>
                <a:lnTo>
                  <a:pt x="207" y="781"/>
                </a:lnTo>
                <a:lnTo>
                  <a:pt x="205" y="781"/>
                </a:lnTo>
                <a:lnTo>
                  <a:pt x="205" y="782"/>
                </a:lnTo>
                <a:lnTo>
                  <a:pt x="204" y="782"/>
                </a:lnTo>
                <a:lnTo>
                  <a:pt x="203" y="782"/>
                </a:lnTo>
                <a:lnTo>
                  <a:pt x="202" y="782"/>
                </a:lnTo>
                <a:lnTo>
                  <a:pt x="202" y="781"/>
                </a:lnTo>
                <a:lnTo>
                  <a:pt x="202" y="780"/>
                </a:lnTo>
                <a:lnTo>
                  <a:pt x="201" y="779"/>
                </a:lnTo>
                <a:lnTo>
                  <a:pt x="200" y="778"/>
                </a:lnTo>
                <a:lnTo>
                  <a:pt x="199" y="778"/>
                </a:lnTo>
                <a:lnTo>
                  <a:pt x="199" y="777"/>
                </a:lnTo>
                <a:lnTo>
                  <a:pt x="199" y="776"/>
                </a:lnTo>
                <a:lnTo>
                  <a:pt x="198" y="775"/>
                </a:lnTo>
                <a:lnTo>
                  <a:pt x="197" y="775"/>
                </a:lnTo>
                <a:lnTo>
                  <a:pt x="196" y="773"/>
                </a:lnTo>
                <a:lnTo>
                  <a:pt x="196" y="772"/>
                </a:lnTo>
                <a:lnTo>
                  <a:pt x="195" y="771"/>
                </a:lnTo>
                <a:lnTo>
                  <a:pt x="194" y="772"/>
                </a:lnTo>
                <a:lnTo>
                  <a:pt x="193" y="773"/>
                </a:lnTo>
                <a:lnTo>
                  <a:pt x="193" y="772"/>
                </a:lnTo>
                <a:lnTo>
                  <a:pt x="193" y="770"/>
                </a:lnTo>
                <a:lnTo>
                  <a:pt x="193" y="769"/>
                </a:lnTo>
                <a:lnTo>
                  <a:pt x="194" y="768"/>
                </a:lnTo>
                <a:lnTo>
                  <a:pt x="194" y="767"/>
                </a:lnTo>
                <a:lnTo>
                  <a:pt x="195" y="767"/>
                </a:lnTo>
                <a:lnTo>
                  <a:pt x="196" y="767"/>
                </a:lnTo>
                <a:lnTo>
                  <a:pt x="197" y="767"/>
                </a:lnTo>
                <a:lnTo>
                  <a:pt x="197" y="766"/>
                </a:lnTo>
                <a:lnTo>
                  <a:pt x="197" y="765"/>
                </a:lnTo>
                <a:lnTo>
                  <a:pt x="198" y="764"/>
                </a:lnTo>
                <a:lnTo>
                  <a:pt x="198" y="763"/>
                </a:lnTo>
                <a:lnTo>
                  <a:pt x="198" y="762"/>
                </a:lnTo>
                <a:lnTo>
                  <a:pt x="198" y="761"/>
                </a:lnTo>
                <a:lnTo>
                  <a:pt x="199" y="761"/>
                </a:lnTo>
                <a:lnTo>
                  <a:pt x="200" y="760"/>
                </a:lnTo>
                <a:lnTo>
                  <a:pt x="201" y="760"/>
                </a:lnTo>
                <a:lnTo>
                  <a:pt x="200" y="760"/>
                </a:lnTo>
                <a:lnTo>
                  <a:pt x="199" y="759"/>
                </a:lnTo>
                <a:lnTo>
                  <a:pt x="199" y="758"/>
                </a:lnTo>
                <a:lnTo>
                  <a:pt x="199" y="757"/>
                </a:lnTo>
                <a:lnTo>
                  <a:pt x="199" y="756"/>
                </a:lnTo>
                <a:lnTo>
                  <a:pt x="199" y="755"/>
                </a:lnTo>
                <a:lnTo>
                  <a:pt x="199" y="754"/>
                </a:lnTo>
                <a:lnTo>
                  <a:pt x="199" y="753"/>
                </a:lnTo>
                <a:lnTo>
                  <a:pt x="199" y="752"/>
                </a:lnTo>
                <a:lnTo>
                  <a:pt x="200" y="751"/>
                </a:lnTo>
                <a:lnTo>
                  <a:pt x="200" y="750"/>
                </a:lnTo>
                <a:lnTo>
                  <a:pt x="199" y="749"/>
                </a:lnTo>
                <a:lnTo>
                  <a:pt x="198" y="749"/>
                </a:lnTo>
                <a:lnTo>
                  <a:pt x="198" y="748"/>
                </a:lnTo>
                <a:lnTo>
                  <a:pt x="197" y="748"/>
                </a:lnTo>
                <a:lnTo>
                  <a:pt x="197" y="747"/>
                </a:lnTo>
                <a:lnTo>
                  <a:pt x="197" y="746"/>
                </a:lnTo>
                <a:lnTo>
                  <a:pt x="197" y="745"/>
                </a:lnTo>
                <a:lnTo>
                  <a:pt x="197" y="744"/>
                </a:lnTo>
                <a:lnTo>
                  <a:pt x="196" y="744"/>
                </a:lnTo>
                <a:lnTo>
                  <a:pt x="195" y="743"/>
                </a:lnTo>
                <a:lnTo>
                  <a:pt x="195" y="742"/>
                </a:lnTo>
                <a:lnTo>
                  <a:pt x="194" y="742"/>
                </a:lnTo>
                <a:lnTo>
                  <a:pt x="192" y="740"/>
                </a:lnTo>
                <a:lnTo>
                  <a:pt x="192" y="739"/>
                </a:lnTo>
                <a:lnTo>
                  <a:pt x="191" y="739"/>
                </a:lnTo>
                <a:lnTo>
                  <a:pt x="191" y="738"/>
                </a:lnTo>
                <a:lnTo>
                  <a:pt x="192" y="737"/>
                </a:lnTo>
                <a:lnTo>
                  <a:pt x="192" y="736"/>
                </a:lnTo>
                <a:lnTo>
                  <a:pt x="192" y="735"/>
                </a:lnTo>
                <a:lnTo>
                  <a:pt x="191" y="735"/>
                </a:lnTo>
                <a:lnTo>
                  <a:pt x="190" y="735"/>
                </a:lnTo>
                <a:lnTo>
                  <a:pt x="190" y="734"/>
                </a:lnTo>
                <a:lnTo>
                  <a:pt x="191" y="734"/>
                </a:lnTo>
                <a:lnTo>
                  <a:pt x="192" y="733"/>
                </a:lnTo>
                <a:lnTo>
                  <a:pt x="194" y="733"/>
                </a:lnTo>
                <a:lnTo>
                  <a:pt x="195" y="733"/>
                </a:lnTo>
                <a:lnTo>
                  <a:pt x="195" y="732"/>
                </a:lnTo>
                <a:lnTo>
                  <a:pt x="194" y="731"/>
                </a:lnTo>
                <a:lnTo>
                  <a:pt x="194" y="730"/>
                </a:lnTo>
                <a:lnTo>
                  <a:pt x="193" y="730"/>
                </a:lnTo>
                <a:lnTo>
                  <a:pt x="192" y="730"/>
                </a:lnTo>
                <a:lnTo>
                  <a:pt x="191" y="729"/>
                </a:lnTo>
                <a:lnTo>
                  <a:pt x="191" y="728"/>
                </a:lnTo>
                <a:lnTo>
                  <a:pt x="190" y="728"/>
                </a:lnTo>
                <a:lnTo>
                  <a:pt x="189" y="728"/>
                </a:lnTo>
                <a:lnTo>
                  <a:pt x="189" y="727"/>
                </a:lnTo>
                <a:lnTo>
                  <a:pt x="188" y="727"/>
                </a:lnTo>
                <a:lnTo>
                  <a:pt x="188" y="726"/>
                </a:lnTo>
                <a:lnTo>
                  <a:pt x="188" y="725"/>
                </a:lnTo>
                <a:lnTo>
                  <a:pt x="187" y="724"/>
                </a:lnTo>
                <a:lnTo>
                  <a:pt x="187" y="723"/>
                </a:lnTo>
                <a:lnTo>
                  <a:pt x="186" y="722"/>
                </a:lnTo>
                <a:lnTo>
                  <a:pt x="185" y="722"/>
                </a:lnTo>
                <a:lnTo>
                  <a:pt x="185" y="721"/>
                </a:lnTo>
                <a:lnTo>
                  <a:pt x="185" y="719"/>
                </a:lnTo>
                <a:lnTo>
                  <a:pt x="184" y="720"/>
                </a:lnTo>
                <a:lnTo>
                  <a:pt x="183" y="719"/>
                </a:lnTo>
                <a:lnTo>
                  <a:pt x="182" y="719"/>
                </a:lnTo>
                <a:lnTo>
                  <a:pt x="182" y="717"/>
                </a:lnTo>
                <a:lnTo>
                  <a:pt x="183" y="716"/>
                </a:lnTo>
                <a:lnTo>
                  <a:pt x="184" y="716"/>
                </a:lnTo>
                <a:lnTo>
                  <a:pt x="184" y="715"/>
                </a:lnTo>
                <a:lnTo>
                  <a:pt x="183" y="715"/>
                </a:lnTo>
                <a:lnTo>
                  <a:pt x="183" y="714"/>
                </a:lnTo>
                <a:lnTo>
                  <a:pt x="183" y="713"/>
                </a:lnTo>
                <a:lnTo>
                  <a:pt x="183" y="712"/>
                </a:lnTo>
                <a:lnTo>
                  <a:pt x="182" y="712"/>
                </a:lnTo>
                <a:lnTo>
                  <a:pt x="181" y="711"/>
                </a:lnTo>
                <a:lnTo>
                  <a:pt x="181" y="710"/>
                </a:lnTo>
                <a:lnTo>
                  <a:pt x="180" y="710"/>
                </a:lnTo>
                <a:lnTo>
                  <a:pt x="180" y="709"/>
                </a:lnTo>
                <a:lnTo>
                  <a:pt x="180" y="708"/>
                </a:lnTo>
                <a:lnTo>
                  <a:pt x="180" y="707"/>
                </a:lnTo>
                <a:lnTo>
                  <a:pt x="178" y="706"/>
                </a:lnTo>
                <a:lnTo>
                  <a:pt x="178" y="705"/>
                </a:lnTo>
                <a:lnTo>
                  <a:pt x="179" y="704"/>
                </a:lnTo>
                <a:lnTo>
                  <a:pt x="179" y="703"/>
                </a:lnTo>
                <a:lnTo>
                  <a:pt x="179" y="702"/>
                </a:lnTo>
                <a:lnTo>
                  <a:pt x="179" y="701"/>
                </a:lnTo>
                <a:lnTo>
                  <a:pt x="178" y="701"/>
                </a:lnTo>
                <a:lnTo>
                  <a:pt x="177" y="700"/>
                </a:lnTo>
                <a:lnTo>
                  <a:pt x="177" y="699"/>
                </a:lnTo>
                <a:lnTo>
                  <a:pt x="177" y="698"/>
                </a:lnTo>
                <a:lnTo>
                  <a:pt x="178" y="697"/>
                </a:lnTo>
                <a:lnTo>
                  <a:pt x="177" y="697"/>
                </a:lnTo>
                <a:lnTo>
                  <a:pt x="176" y="697"/>
                </a:lnTo>
                <a:lnTo>
                  <a:pt x="175" y="696"/>
                </a:lnTo>
                <a:lnTo>
                  <a:pt x="175" y="695"/>
                </a:lnTo>
                <a:lnTo>
                  <a:pt x="175" y="694"/>
                </a:lnTo>
                <a:lnTo>
                  <a:pt x="174" y="694"/>
                </a:lnTo>
                <a:lnTo>
                  <a:pt x="174" y="693"/>
                </a:lnTo>
                <a:lnTo>
                  <a:pt x="174" y="692"/>
                </a:lnTo>
                <a:lnTo>
                  <a:pt x="173" y="692"/>
                </a:lnTo>
                <a:lnTo>
                  <a:pt x="172" y="692"/>
                </a:lnTo>
                <a:lnTo>
                  <a:pt x="171" y="692"/>
                </a:lnTo>
                <a:lnTo>
                  <a:pt x="171" y="691"/>
                </a:lnTo>
                <a:lnTo>
                  <a:pt x="172" y="691"/>
                </a:lnTo>
                <a:lnTo>
                  <a:pt x="170" y="689"/>
                </a:lnTo>
                <a:lnTo>
                  <a:pt x="169" y="689"/>
                </a:lnTo>
                <a:lnTo>
                  <a:pt x="168" y="688"/>
                </a:lnTo>
                <a:lnTo>
                  <a:pt x="167" y="688"/>
                </a:lnTo>
                <a:lnTo>
                  <a:pt x="166" y="689"/>
                </a:lnTo>
                <a:lnTo>
                  <a:pt x="165" y="688"/>
                </a:lnTo>
                <a:lnTo>
                  <a:pt x="164" y="688"/>
                </a:lnTo>
                <a:lnTo>
                  <a:pt x="163" y="688"/>
                </a:lnTo>
                <a:lnTo>
                  <a:pt x="162" y="688"/>
                </a:lnTo>
                <a:lnTo>
                  <a:pt x="161" y="687"/>
                </a:lnTo>
                <a:lnTo>
                  <a:pt x="161" y="686"/>
                </a:lnTo>
                <a:lnTo>
                  <a:pt x="160" y="685"/>
                </a:lnTo>
                <a:lnTo>
                  <a:pt x="158" y="683"/>
                </a:lnTo>
                <a:lnTo>
                  <a:pt x="157" y="683"/>
                </a:lnTo>
                <a:lnTo>
                  <a:pt x="157" y="682"/>
                </a:lnTo>
                <a:lnTo>
                  <a:pt x="157" y="681"/>
                </a:lnTo>
                <a:lnTo>
                  <a:pt x="157" y="680"/>
                </a:lnTo>
                <a:lnTo>
                  <a:pt x="157" y="678"/>
                </a:lnTo>
                <a:lnTo>
                  <a:pt x="156" y="677"/>
                </a:lnTo>
                <a:lnTo>
                  <a:pt x="155" y="676"/>
                </a:lnTo>
                <a:lnTo>
                  <a:pt x="155" y="674"/>
                </a:lnTo>
                <a:lnTo>
                  <a:pt x="155" y="673"/>
                </a:lnTo>
                <a:lnTo>
                  <a:pt x="155" y="672"/>
                </a:lnTo>
                <a:lnTo>
                  <a:pt x="156" y="671"/>
                </a:lnTo>
                <a:lnTo>
                  <a:pt x="156" y="670"/>
                </a:lnTo>
                <a:lnTo>
                  <a:pt x="156" y="669"/>
                </a:lnTo>
                <a:lnTo>
                  <a:pt x="155" y="668"/>
                </a:lnTo>
                <a:lnTo>
                  <a:pt x="154" y="669"/>
                </a:lnTo>
                <a:lnTo>
                  <a:pt x="154" y="670"/>
                </a:lnTo>
                <a:lnTo>
                  <a:pt x="153" y="670"/>
                </a:lnTo>
                <a:lnTo>
                  <a:pt x="153" y="669"/>
                </a:lnTo>
                <a:lnTo>
                  <a:pt x="153" y="668"/>
                </a:lnTo>
                <a:lnTo>
                  <a:pt x="153" y="667"/>
                </a:lnTo>
                <a:lnTo>
                  <a:pt x="153" y="665"/>
                </a:lnTo>
                <a:lnTo>
                  <a:pt x="152" y="664"/>
                </a:lnTo>
                <a:lnTo>
                  <a:pt x="152" y="663"/>
                </a:lnTo>
                <a:lnTo>
                  <a:pt x="153" y="663"/>
                </a:lnTo>
                <a:lnTo>
                  <a:pt x="153" y="662"/>
                </a:lnTo>
                <a:lnTo>
                  <a:pt x="154" y="661"/>
                </a:lnTo>
                <a:lnTo>
                  <a:pt x="155" y="661"/>
                </a:lnTo>
                <a:lnTo>
                  <a:pt x="155" y="660"/>
                </a:lnTo>
                <a:lnTo>
                  <a:pt x="155" y="659"/>
                </a:lnTo>
                <a:lnTo>
                  <a:pt x="156" y="659"/>
                </a:lnTo>
                <a:lnTo>
                  <a:pt x="156" y="658"/>
                </a:lnTo>
                <a:lnTo>
                  <a:pt x="157" y="657"/>
                </a:lnTo>
                <a:lnTo>
                  <a:pt x="158" y="657"/>
                </a:lnTo>
                <a:lnTo>
                  <a:pt x="159" y="656"/>
                </a:lnTo>
                <a:lnTo>
                  <a:pt x="160" y="656"/>
                </a:lnTo>
                <a:lnTo>
                  <a:pt x="159" y="655"/>
                </a:lnTo>
                <a:lnTo>
                  <a:pt x="160" y="654"/>
                </a:lnTo>
                <a:lnTo>
                  <a:pt x="160" y="653"/>
                </a:lnTo>
                <a:lnTo>
                  <a:pt x="160" y="652"/>
                </a:lnTo>
                <a:lnTo>
                  <a:pt x="161" y="652"/>
                </a:lnTo>
                <a:lnTo>
                  <a:pt x="163" y="651"/>
                </a:lnTo>
                <a:lnTo>
                  <a:pt x="164" y="651"/>
                </a:lnTo>
                <a:lnTo>
                  <a:pt x="165" y="651"/>
                </a:lnTo>
                <a:lnTo>
                  <a:pt x="166" y="650"/>
                </a:lnTo>
                <a:lnTo>
                  <a:pt x="165" y="650"/>
                </a:lnTo>
                <a:lnTo>
                  <a:pt x="165" y="649"/>
                </a:lnTo>
                <a:lnTo>
                  <a:pt x="165" y="648"/>
                </a:lnTo>
                <a:lnTo>
                  <a:pt x="165" y="647"/>
                </a:lnTo>
                <a:lnTo>
                  <a:pt x="165" y="646"/>
                </a:lnTo>
                <a:lnTo>
                  <a:pt x="166" y="646"/>
                </a:lnTo>
                <a:lnTo>
                  <a:pt x="166" y="645"/>
                </a:lnTo>
                <a:lnTo>
                  <a:pt x="166" y="644"/>
                </a:lnTo>
                <a:lnTo>
                  <a:pt x="165" y="644"/>
                </a:lnTo>
                <a:lnTo>
                  <a:pt x="165" y="643"/>
                </a:lnTo>
                <a:lnTo>
                  <a:pt x="164" y="642"/>
                </a:lnTo>
                <a:lnTo>
                  <a:pt x="163" y="641"/>
                </a:lnTo>
                <a:lnTo>
                  <a:pt x="163" y="640"/>
                </a:lnTo>
                <a:lnTo>
                  <a:pt x="162" y="640"/>
                </a:lnTo>
                <a:lnTo>
                  <a:pt x="161" y="640"/>
                </a:lnTo>
                <a:lnTo>
                  <a:pt x="160" y="640"/>
                </a:lnTo>
                <a:lnTo>
                  <a:pt x="159" y="641"/>
                </a:lnTo>
                <a:lnTo>
                  <a:pt x="157" y="641"/>
                </a:lnTo>
                <a:lnTo>
                  <a:pt x="157" y="640"/>
                </a:lnTo>
                <a:lnTo>
                  <a:pt x="157" y="639"/>
                </a:lnTo>
                <a:lnTo>
                  <a:pt x="158" y="638"/>
                </a:lnTo>
                <a:lnTo>
                  <a:pt x="158" y="637"/>
                </a:lnTo>
                <a:lnTo>
                  <a:pt x="158" y="636"/>
                </a:lnTo>
                <a:lnTo>
                  <a:pt x="159" y="636"/>
                </a:lnTo>
                <a:lnTo>
                  <a:pt x="160" y="635"/>
                </a:lnTo>
                <a:lnTo>
                  <a:pt x="161" y="634"/>
                </a:lnTo>
                <a:lnTo>
                  <a:pt x="161" y="633"/>
                </a:lnTo>
                <a:lnTo>
                  <a:pt x="162" y="633"/>
                </a:lnTo>
                <a:lnTo>
                  <a:pt x="162" y="632"/>
                </a:lnTo>
                <a:lnTo>
                  <a:pt x="163" y="632"/>
                </a:lnTo>
                <a:lnTo>
                  <a:pt x="163" y="631"/>
                </a:lnTo>
                <a:lnTo>
                  <a:pt x="164" y="630"/>
                </a:lnTo>
                <a:lnTo>
                  <a:pt x="164" y="629"/>
                </a:lnTo>
                <a:lnTo>
                  <a:pt x="165" y="627"/>
                </a:lnTo>
                <a:lnTo>
                  <a:pt x="164" y="627"/>
                </a:lnTo>
                <a:lnTo>
                  <a:pt x="163" y="627"/>
                </a:lnTo>
                <a:lnTo>
                  <a:pt x="162" y="627"/>
                </a:lnTo>
                <a:lnTo>
                  <a:pt x="163" y="626"/>
                </a:lnTo>
                <a:lnTo>
                  <a:pt x="162" y="625"/>
                </a:lnTo>
                <a:lnTo>
                  <a:pt x="160" y="625"/>
                </a:lnTo>
                <a:lnTo>
                  <a:pt x="159" y="625"/>
                </a:lnTo>
                <a:lnTo>
                  <a:pt x="157" y="626"/>
                </a:lnTo>
                <a:lnTo>
                  <a:pt x="157" y="627"/>
                </a:lnTo>
                <a:lnTo>
                  <a:pt x="156" y="627"/>
                </a:lnTo>
                <a:lnTo>
                  <a:pt x="154" y="626"/>
                </a:lnTo>
                <a:lnTo>
                  <a:pt x="153" y="625"/>
                </a:lnTo>
                <a:lnTo>
                  <a:pt x="153" y="624"/>
                </a:lnTo>
                <a:lnTo>
                  <a:pt x="152" y="624"/>
                </a:lnTo>
                <a:lnTo>
                  <a:pt x="151" y="624"/>
                </a:lnTo>
                <a:lnTo>
                  <a:pt x="150" y="624"/>
                </a:lnTo>
                <a:lnTo>
                  <a:pt x="149" y="624"/>
                </a:lnTo>
                <a:lnTo>
                  <a:pt x="150" y="624"/>
                </a:lnTo>
                <a:lnTo>
                  <a:pt x="149" y="624"/>
                </a:lnTo>
                <a:lnTo>
                  <a:pt x="150" y="623"/>
                </a:lnTo>
                <a:lnTo>
                  <a:pt x="150" y="622"/>
                </a:lnTo>
                <a:lnTo>
                  <a:pt x="150" y="621"/>
                </a:lnTo>
                <a:lnTo>
                  <a:pt x="150" y="620"/>
                </a:lnTo>
                <a:lnTo>
                  <a:pt x="150" y="619"/>
                </a:lnTo>
                <a:lnTo>
                  <a:pt x="149" y="619"/>
                </a:lnTo>
                <a:lnTo>
                  <a:pt x="148" y="619"/>
                </a:lnTo>
                <a:lnTo>
                  <a:pt x="147" y="618"/>
                </a:lnTo>
                <a:lnTo>
                  <a:pt x="147" y="617"/>
                </a:lnTo>
                <a:lnTo>
                  <a:pt x="147" y="616"/>
                </a:lnTo>
                <a:lnTo>
                  <a:pt x="147" y="615"/>
                </a:lnTo>
                <a:lnTo>
                  <a:pt x="147" y="614"/>
                </a:lnTo>
                <a:lnTo>
                  <a:pt x="147" y="613"/>
                </a:lnTo>
                <a:lnTo>
                  <a:pt x="146" y="612"/>
                </a:lnTo>
                <a:lnTo>
                  <a:pt x="145" y="613"/>
                </a:lnTo>
                <a:lnTo>
                  <a:pt x="143" y="613"/>
                </a:lnTo>
                <a:lnTo>
                  <a:pt x="142" y="613"/>
                </a:lnTo>
                <a:lnTo>
                  <a:pt x="142" y="614"/>
                </a:lnTo>
                <a:lnTo>
                  <a:pt x="141" y="615"/>
                </a:lnTo>
                <a:lnTo>
                  <a:pt x="141" y="618"/>
                </a:lnTo>
                <a:lnTo>
                  <a:pt x="141" y="619"/>
                </a:lnTo>
                <a:lnTo>
                  <a:pt x="140" y="619"/>
                </a:lnTo>
                <a:lnTo>
                  <a:pt x="140" y="620"/>
                </a:lnTo>
                <a:lnTo>
                  <a:pt x="140" y="621"/>
                </a:lnTo>
                <a:lnTo>
                  <a:pt x="139" y="622"/>
                </a:lnTo>
                <a:lnTo>
                  <a:pt x="138" y="622"/>
                </a:lnTo>
                <a:lnTo>
                  <a:pt x="137" y="623"/>
                </a:lnTo>
                <a:lnTo>
                  <a:pt x="136" y="623"/>
                </a:lnTo>
                <a:lnTo>
                  <a:pt x="136" y="622"/>
                </a:lnTo>
                <a:lnTo>
                  <a:pt x="135" y="622"/>
                </a:lnTo>
                <a:lnTo>
                  <a:pt x="134" y="622"/>
                </a:lnTo>
                <a:lnTo>
                  <a:pt x="133" y="622"/>
                </a:lnTo>
                <a:lnTo>
                  <a:pt x="133" y="623"/>
                </a:lnTo>
                <a:lnTo>
                  <a:pt x="132" y="624"/>
                </a:lnTo>
                <a:lnTo>
                  <a:pt x="132" y="625"/>
                </a:lnTo>
                <a:lnTo>
                  <a:pt x="131" y="625"/>
                </a:lnTo>
                <a:lnTo>
                  <a:pt x="130" y="625"/>
                </a:lnTo>
                <a:lnTo>
                  <a:pt x="130" y="626"/>
                </a:lnTo>
                <a:lnTo>
                  <a:pt x="130" y="627"/>
                </a:lnTo>
                <a:lnTo>
                  <a:pt x="129" y="627"/>
                </a:lnTo>
                <a:lnTo>
                  <a:pt x="128" y="626"/>
                </a:lnTo>
                <a:lnTo>
                  <a:pt x="128" y="625"/>
                </a:lnTo>
                <a:lnTo>
                  <a:pt x="128" y="624"/>
                </a:lnTo>
                <a:lnTo>
                  <a:pt x="127" y="626"/>
                </a:lnTo>
                <a:lnTo>
                  <a:pt x="127" y="627"/>
                </a:lnTo>
                <a:lnTo>
                  <a:pt x="126" y="628"/>
                </a:lnTo>
                <a:lnTo>
                  <a:pt x="125" y="627"/>
                </a:lnTo>
                <a:lnTo>
                  <a:pt x="125" y="626"/>
                </a:lnTo>
                <a:lnTo>
                  <a:pt x="125" y="625"/>
                </a:lnTo>
                <a:lnTo>
                  <a:pt x="125" y="624"/>
                </a:lnTo>
                <a:lnTo>
                  <a:pt x="123" y="622"/>
                </a:lnTo>
                <a:lnTo>
                  <a:pt x="122" y="621"/>
                </a:lnTo>
                <a:lnTo>
                  <a:pt x="122" y="622"/>
                </a:lnTo>
                <a:lnTo>
                  <a:pt x="121" y="622"/>
                </a:lnTo>
                <a:lnTo>
                  <a:pt x="120" y="621"/>
                </a:lnTo>
                <a:lnTo>
                  <a:pt x="119" y="622"/>
                </a:lnTo>
                <a:lnTo>
                  <a:pt x="118" y="623"/>
                </a:lnTo>
                <a:lnTo>
                  <a:pt x="118" y="624"/>
                </a:lnTo>
                <a:lnTo>
                  <a:pt x="117" y="624"/>
                </a:lnTo>
                <a:lnTo>
                  <a:pt x="117" y="623"/>
                </a:lnTo>
                <a:lnTo>
                  <a:pt x="116" y="623"/>
                </a:lnTo>
                <a:lnTo>
                  <a:pt x="116" y="624"/>
                </a:lnTo>
                <a:lnTo>
                  <a:pt x="116" y="625"/>
                </a:lnTo>
                <a:lnTo>
                  <a:pt x="114" y="626"/>
                </a:lnTo>
                <a:lnTo>
                  <a:pt x="112" y="625"/>
                </a:lnTo>
                <a:lnTo>
                  <a:pt x="112" y="624"/>
                </a:lnTo>
                <a:lnTo>
                  <a:pt x="111" y="625"/>
                </a:lnTo>
                <a:lnTo>
                  <a:pt x="111" y="626"/>
                </a:lnTo>
                <a:lnTo>
                  <a:pt x="110" y="626"/>
                </a:lnTo>
                <a:lnTo>
                  <a:pt x="110" y="625"/>
                </a:lnTo>
                <a:lnTo>
                  <a:pt x="109" y="625"/>
                </a:lnTo>
                <a:lnTo>
                  <a:pt x="108" y="625"/>
                </a:lnTo>
                <a:lnTo>
                  <a:pt x="107" y="626"/>
                </a:lnTo>
                <a:lnTo>
                  <a:pt x="107" y="627"/>
                </a:lnTo>
                <a:lnTo>
                  <a:pt x="106" y="628"/>
                </a:lnTo>
                <a:lnTo>
                  <a:pt x="107" y="628"/>
                </a:lnTo>
                <a:lnTo>
                  <a:pt x="107" y="629"/>
                </a:lnTo>
                <a:lnTo>
                  <a:pt x="108" y="629"/>
                </a:lnTo>
                <a:lnTo>
                  <a:pt x="109" y="631"/>
                </a:lnTo>
                <a:lnTo>
                  <a:pt x="109" y="632"/>
                </a:lnTo>
                <a:lnTo>
                  <a:pt x="108" y="632"/>
                </a:lnTo>
                <a:lnTo>
                  <a:pt x="107" y="632"/>
                </a:lnTo>
                <a:lnTo>
                  <a:pt x="107" y="633"/>
                </a:lnTo>
                <a:lnTo>
                  <a:pt x="106" y="633"/>
                </a:lnTo>
                <a:lnTo>
                  <a:pt x="105" y="632"/>
                </a:lnTo>
                <a:lnTo>
                  <a:pt x="104" y="632"/>
                </a:lnTo>
                <a:lnTo>
                  <a:pt x="103" y="632"/>
                </a:lnTo>
                <a:lnTo>
                  <a:pt x="103" y="633"/>
                </a:lnTo>
                <a:lnTo>
                  <a:pt x="102" y="633"/>
                </a:lnTo>
                <a:lnTo>
                  <a:pt x="101" y="633"/>
                </a:lnTo>
                <a:lnTo>
                  <a:pt x="100" y="632"/>
                </a:lnTo>
                <a:lnTo>
                  <a:pt x="99" y="632"/>
                </a:lnTo>
                <a:lnTo>
                  <a:pt x="98" y="632"/>
                </a:lnTo>
                <a:lnTo>
                  <a:pt x="98" y="631"/>
                </a:lnTo>
                <a:lnTo>
                  <a:pt x="99" y="630"/>
                </a:lnTo>
                <a:lnTo>
                  <a:pt x="98" y="630"/>
                </a:lnTo>
                <a:lnTo>
                  <a:pt x="97" y="630"/>
                </a:lnTo>
                <a:lnTo>
                  <a:pt x="97" y="629"/>
                </a:lnTo>
                <a:lnTo>
                  <a:pt x="97" y="628"/>
                </a:lnTo>
                <a:lnTo>
                  <a:pt x="96" y="629"/>
                </a:lnTo>
                <a:lnTo>
                  <a:pt x="95" y="627"/>
                </a:lnTo>
                <a:lnTo>
                  <a:pt x="95" y="625"/>
                </a:lnTo>
                <a:lnTo>
                  <a:pt x="96" y="625"/>
                </a:lnTo>
                <a:lnTo>
                  <a:pt x="98" y="623"/>
                </a:lnTo>
                <a:lnTo>
                  <a:pt x="99" y="622"/>
                </a:lnTo>
                <a:lnTo>
                  <a:pt x="100" y="621"/>
                </a:lnTo>
                <a:lnTo>
                  <a:pt x="101" y="620"/>
                </a:lnTo>
                <a:lnTo>
                  <a:pt x="101" y="619"/>
                </a:lnTo>
                <a:lnTo>
                  <a:pt x="101" y="618"/>
                </a:lnTo>
                <a:lnTo>
                  <a:pt x="102" y="617"/>
                </a:lnTo>
                <a:lnTo>
                  <a:pt x="103" y="617"/>
                </a:lnTo>
                <a:lnTo>
                  <a:pt x="104" y="616"/>
                </a:lnTo>
                <a:lnTo>
                  <a:pt x="104" y="615"/>
                </a:lnTo>
                <a:lnTo>
                  <a:pt x="103" y="614"/>
                </a:lnTo>
                <a:lnTo>
                  <a:pt x="102" y="614"/>
                </a:lnTo>
                <a:lnTo>
                  <a:pt x="103" y="614"/>
                </a:lnTo>
                <a:lnTo>
                  <a:pt x="103" y="615"/>
                </a:lnTo>
                <a:lnTo>
                  <a:pt x="103" y="616"/>
                </a:lnTo>
                <a:lnTo>
                  <a:pt x="102" y="616"/>
                </a:lnTo>
                <a:lnTo>
                  <a:pt x="101" y="616"/>
                </a:lnTo>
                <a:lnTo>
                  <a:pt x="101" y="615"/>
                </a:lnTo>
                <a:lnTo>
                  <a:pt x="102" y="615"/>
                </a:lnTo>
                <a:lnTo>
                  <a:pt x="102" y="614"/>
                </a:lnTo>
                <a:lnTo>
                  <a:pt x="102" y="615"/>
                </a:lnTo>
                <a:lnTo>
                  <a:pt x="101" y="615"/>
                </a:lnTo>
                <a:lnTo>
                  <a:pt x="101" y="614"/>
                </a:lnTo>
                <a:lnTo>
                  <a:pt x="101" y="613"/>
                </a:lnTo>
                <a:lnTo>
                  <a:pt x="100" y="613"/>
                </a:lnTo>
                <a:lnTo>
                  <a:pt x="100" y="612"/>
                </a:lnTo>
                <a:lnTo>
                  <a:pt x="100" y="611"/>
                </a:lnTo>
                <a:lnTo>
                  <a:pt x="100" y="610"/>
                </a:lnTo>
                <a:lnTo>
                  <a:pt x="99" y="610"/>
                </a:lnTo>
                <a:lnTo>
                  <a:pt x="99" y="609"/>
                </a:lnTo>
                <a:lnTo>
                  <a:pt x="99" y="608"/>
                </a:lnTo>
                <a:lnTo>
                  <a:pt x="98" y="607"/>
                </a:lnTo>
                <a:lnTo>
                  <a:pt x="97" y="605"/>
                </a:lnTo>
                <a:lnTo>
                  <a:pt x="96" y="604"/>
                </a:lnTo>
                <a:lnTo>
                  <a:pt x="95" y="604"/>
                </a:lnTo>
                <a:lnTo>
                  <a:pt x="94" y="604"/>
                </a:lnTo>
                <a:lnTo>
                  <a:pt x="94" y="603"/>
                </a:lnTo>
                <a:lnTo>
                  <a:pt x="94" y="602"/>
                </a:lnTo>
                <a:lnTo>
                  <a:pt x="93" y="602"/>
                </a:lnTo>
                <a:lnTo>
                  <a:pt x="92" y="602"/>
                </a:lnTo>
                <a:lnTo>
                  <a:pt x="93" y="601"/>
                </a:lnTo>
                <a:lnTo>
                  <a:pt x="93" y="600"/>
                </a:lnTo>
                <a:lnTo>
                  <a:pt x="93" y="599"/>
                </a:lnTo>
                <a:lnTo>
                  <a:pt x="94" y="599"/>
                </a:lnTo>
                <a:lnTo>
                  <a:pt x="95" y="599"/>
                </a:lnTo>
                <a:lnTo>
                  <a:pt x="96" y="598"/>
                </a:lnTo>
                <a:lnTo>
                  <a:pt x="95" y="597"/>
                </a:lnTo>
                <a:lnTo>
                  <a:pt x="95" y="598"/>
                </a:lnTo>
                <a:lnTo>
                  <a:pt x="95" y="597"/>
                </a:lnTo>
                <a:lnTo>
                  <a:pt x="96" y="597"/>
                </a:lnTo>
                <a:lnTo>
                  <a:pt x="96" y="596"/>
                </a:lnTo>
                <a:lnTo>
                  <a:pt x="96" y="595"/>
                </a:lnTo>
                <a:lnTo>
                  <a:pt x="96" y="594"/>
                </a:lnTo>
                <a:lnTo>
                  <a:pt x="96" y="593"/>
                </a:lnTo>
                <a:lnTo>
                  <a:pt x="97" y="591"/>
                </a:lnTo>
                <a:lnTo>
                  <a:pt x="96" y="591"/>
                </a:lnTo>
                <a:lnTo>
                  <a:pt x="96" y="590"/>
                </a:lnTo>
                <a:lnTo>
                  <a:pt x="97" y="590"/>
                </a:lnTo>
                <a:lnTo>
                  <a:pt x="97" y="591"/>
                </a:lnTo>
                <a:lnTo>
                  <a:pt x="97" y="590"/>
                </a:lnTo>
                <a:lnTo>
                  <a:pt x="96" y="589"/>
                </a:lnTo>
                <a:lnTo>
                  <a:pt x="97" y="589"/>
                </a:lnTo>
                <a:lnTo>
                  <a:pt x="97" y="588"/>
                </a:lnTo>
                <a:lnTo>
                  <a:pt x="97" y="587"/>
                </a:lnTo>
                <a:lnTo>
                  <a:pt x="98" y="587"/>
                </a:lnTo>
                <a:lnTo>
                  <a:pt x="99" y="587"/>
                </a:lnTo>
                <a:lnTo>
                  <a:pt x="98" y="587"/>
                </a:lnTo>
                <a:lnTo>
                  <a:pt x="99" y="587"/>
                </a:lnTo>
                <a:lnTo>
                  <a:pt x="99" y="586"/>
                </a:lnTo>
                <a:lnTo>
                  <a:pt x="98" y="586"/>
                </a:lnTo>
                <a:lnTo>
                  <a:pt x="97" y="584"/>
                </a:lnTo>
                <a:lnTo>
                  <a:pt x="96" y="585"/>
                </a:lnTo>
                <a:lnTo>
                  <a:pt x="95" y="585"/>
                </a:lnTo>
                <a:lnTo>
                  <a:pt x="94" y="586"/>
                </a:lnTo>
                <a:lnTo>
                  <a:pt x="93" y="586"/>
                </a:lnTo>
                <a:lnTo>
                  <a:pt x="93" y="585"/>
                </a:lnTo>
                <a:lnTo>
                  <a:pt x="92" y="584"/>
                </a:lnTo>
                <a:lnTo>
                  <a:pt x="91" y="583"/>
                </a:lnTo>
                <a:lnTo>
                  <a:pt x="90" y="583"/>
                </a:lnTo>
                <a:lnTo>
                  <a:pt x="89" y="583"/>
                </a:lnTo>
                <a:lnTo>
                  <a:pt x="87" y="583"/>
                </a:lnTo>
                <a:lnTo>
                  <a:pt x="86" y="582"/>
                </a:lnTo>
                <a:lnTo>
                  <a:pt x="87" y="582"/>
                </a:lnTo>
                <a:lnTo>
                  <a:pt x="87" y="581"/>
                </a:lnTo>
                <a:lnTo>
                  <a:pt x="87" y="582"/>
                </a:lnTo>
                <a:lnTo>
                  <a:pt x="88" y="582"/>
                </a:lnTo>
                <a:lnTo>
                  <a:pt x="89" y="581"/>
                </a:lnTo>
                <a:lnTo>
                  <a:pt x="90" y="581"/>
                </a:lnTo>
                <a:lnTo>
                  <a:pt x="91" y="580"/>
                </a:lnTo>
                <a:lnTo>
                  <a:pt x="91" y="579"/>
                </a:lnTo>
                <a:lnTo>
                  <a:pt x="91" y="578"/>
                </a:lnTo>
                <a:lnTo>
                  <a:pt x="90" y="577"/>
                </a:lnTo>
                <a:lnTo>
                  <a:pt x="89" y="578"/>
                </a:lnTo>
                <a:lnTo>
                  <a:pt x="87" y="577"/>
                </a:lnTo>
                <a:lnTo>
                  <a:pt x="87" y="576"/>
                </a:lnTo>
                <a:lnTo>
                  <a:pt x="87" y="574"/>
                </a:lnTo>
                <a:lnTo>
                  <a:pt x="87" y="575"/>
                </a:lnTo>
                <a:lnTo>
                  <a:pt x="88" y="575"/>
                </a:lnTo>
                <a:lnTo>
                  <a:pt x="87" y="574"/>
                </a:lnTo>
                <a:lnTo>
                  <a:pt x="86" y="574"/>
                </a:lnTo>
                <a:lnTo>
                  <a:pt x="86" y="573"/>
                </a:lnTo>
                <a:lnTo>
                  <a:pt x="87" y="572"/>
                </a:lnTo>
                <a:lnTo>
                  <a:pt x="86" y="572"/>
                </a:lnTo>
                <a:lnTo>
                  <a:pt x="85" y="571"/>
                </a:lnTo>
                <a:lnTo>
                  <a:pt x="84" y="571"/>
                </a:lnTo>
                <a:lnTo>
                  <a:pt x="84" y="570"/>
                </a:lnTo>
                <a:lnTo>
                  <a:pt x="84" y="569"/>
                </a:lnTo>
                <a:lnTo>
                  <a:pt x="83" y="568"/>
                </a:lnTo>
                <a:lnTo>
                  <a:pt x="83" y="567"/>
                </a:lnTo>
                <a:lnTo>
                  <a:pt x="84" y="567"/>
                </a:lnTo>
                <a:lnTo>
                  <a:pt x="85" y="567"/>
                </a:lnTo>
                <a:lnTo>
                  <a:pt x="84" y="566"/>
                </a:lnTo>
                <a:lnTo>
                  <a:pt x="84" y="565"/>
                </a:lnTo>
                <a:lnTo>
                  <a:pt x="85" y="565"/>
                </a:lnTo>
                <a:lnTo>
                  <a:pt x="86" y="564"/>
                </a:lnTo>
                <a:lnTo>
                  <a:pt x="85" y="563"/>
                </a:lnTo>
                <a:lnTo>
                  <a:pt x="84" y="563"/>
                </a:lnTo>
                <a:lnTo>
                  <a:pt x="83" y="563"/>
                </a:lnTo>
                <a:lnTo>
                  <a:pt x="83" y="562"/>
                </a:lnTo>
                <a:lnTo>
                  <a:pt x="83" y="560"/>
                </a:lnTo>
                <a:lnTo>
                  <a:pt x="84" y="559"/>
                </a:lnTo>
                <a:lnTo>
                  <a:pt x="84" y="560"/>
                </a:lnTo>
                <a:lnTo>
                  <a:pt x="85" y="559"/>
                </a:lnTo>
                <a:lnTo>
                  <a:pt x="86" y="558"/>
                </a:lnTo>
                <a:lnTo>
                  <a:pt x="86" y="556"/>
                </a:lnTo>
                <a:lnTo>
                  <a:pt x="86" y="555"/>
                </a:lnTo>
                <a:lnTo>
                  <a:pt x="85" y="555"/>
                </a:lnTo>
                <a:lnTo>
                  <a:pt x="84" y="553"/>
                </a:lnTo>
                <a:lnTo>
                  <a:pt x="83" y="552"/>
                </a:lnTo>
                <a:lnTo>
                  <a:pt x="84" y="552"/>
                </a:lnTo>
                <a:lnTo>
                  <a:pt x="85" y="551"/>
                </a:lnTo>
                <a:lnTo>
                  <a:pt x="84" y="551"/>
                </a:lnTo>
                <a:lnTo>
                  <a:pt x="85" y="550"/>
                </a:lnTo>
                <a:lnTo>
                  <a:pt x="85" y="549"/>
                </a:lnTo>
                <a:lnTo>
                  <a:pt x="85" y="548"/>
                </a:lnTo>
                <a:lnTo>
                  <a:pt x="84" y="547"/>
                </a:lnTo>
                <a:lnTo>
                  <a:pt x="84" y="546"/>
                </a:lnTo>
                <a:lnTo>
                  <a:pt x="85" y="546"/>
                </a:lnTo>
                <a:lnTo>
                  <a:pt x="84" y="545"/>
                </a:lnTo>
                <a:lnTo>
                  <a:pt x="83" y="545"/>
                </a:lnTo>
                <a:lnTo>
                  <a:pt x="82" y="545"/>
                </a:lnTo>
                <a:lnTo>
                  <a:pt x="81" y="544"/>
                </a:lnTo>
                <a:lnTo>
                  <a:pt x="81" y="543"/>
                </a:lnTo>
                <a:lnTo>
                  <a:pt x="80" y="542"/>
                </a:lnTo>
                <a:lnTo>
                  <a:pt x="79" y="542"/>
                </a:lnTo>
                <a:lnTo>
                  <a:pt x="79" y="541"/>
                </a:lnTo>
                <a:lnTo>
                  <a:pt x="78" y="541"/>
                </a:lnTo>
                <a:lnTo>
                  <a:pt x="77" y="541"/>
                </a:lnTo>
                <a:lnTo>
                  <a:pt x="77" y="542"/>
                </a:lnTo>
                <a:lnTo>
                  <a:pt x="76" y="542"/>
                </a:lnTo>
                <a:lnTo>
                  <a:pt x="76" y="541"/>
                </a:lnTo>
                <a:lnTo>
                  <a:pt x="76" y="540"/>
                </a:lnTo>
                <a:lnTo>
                  <a:pt x="77" y="539"/>
                </a:lnTo>
                <a:lnTo>
                  <a:pt x="78" y="539"/>
                </a:lnTo>
                <a:lnTo>
                  <a:pt x="78" y="538"/>
                </a:lnTo>
                <a:lnTo>
                  <a:pt x="77" y="538"/>
                </a:lnTo>
                <a:lnTo>
                  <a:pt x="77" y="537"/>
                </a:lnTo>
                <a:lnTo>
                  <a:pt x="77" y="536"/>
                </a:lnTo>
                <a:lnTo>
                  <a:pt x="77" y="537"/>
                </a:lnTo>
                <a:lnTo>
                  <a:pt x="78" y="537"/>
                </a:lnTo>
                <a:lnTo>
                  <a:pt x="77" y="536"/>
                </a:lnTo>
                <a:lnTo>
                  <a:pt x="76" y="536"/>
                </a:lnTo>
                <a:lnTo>
                  <a:pt x="76" y="535"/>
                </a:lnTo>
                <a:lnTo>
                  <a:pt x="77" y="535"/>
                </a:lnTo>
                <a:lnTo>
                  <a:pt x="77" y="534"/>
                </a:lnTo>
                <a:lnTo>
                  <a:pt x="76" y="534"/>
                </a:lnTo>
                <a:lnTo>
                  <a:pt x="75" y="533"/>
                </a:lnTo>
                <a:lnTo>
                  <a:pt x="75" y="532"/>
                </a:lnTo>
                <a:lnTo>
                  <a:pt x="76" y="532"/>
                </a:lnTo>
                <a:lnTo>
                  <a:pt x="75" y="531"/>
                </a:lnTo>
                <a:lnTo>
                  <a:pt x="74" y="530"/>
                </a:lnTo>
                <a:lnTo>
                  <a:pt x="74" y="529"/>
                </a:lnTo>
                <a:lnTo>
                  <a:pt x="74" y="528"/>
                </a:lnTo>
                <a:lnTo>
                  <a:pt x="73" y="527"/>
                </a:lnTo>
                <a:lnTo>
                  <a:pt x="72" y="527"/>
                </a:lnTo>
                <a:lnTo>
                  <a:pt x="72" y="525"/>
                </a:lnTo>
                <a:lnTo>
                  <a:pt x="73" y="524"/>
                </a:lnTo>
                <a:lnTo>
                  <a:pt x="72" y="524"/>
                </a:lnTo>
                <a:lnTo>
                  <a:pt x="71" y="523"/>
                </a:lnTo>
                <a:lnTo>
                  <a:pt x="70" y="522"/>
                </a:lnTo>
                <a:lnTo>
                  <a:pt x="71" y="521"/>
                </a:lnTo>
                <a:lnTo>
                  <a:pt x="70" y="520"/>
                </a:lnTo>
                <a:lnTo>
                  <a:pt x="69" y="520"/>
                </a:lnTo>
                <a:lnTo>
                  <a:pt x="69" y="519"/>
                </a:lnTo>
                <a:lnTo>
                  <a:pt x="68" y="519"/>
                </a:lnTo>
                <a:lnTo>
                  <a:pt x="67" y="519"/>
                </a:lnTo>
                <a:lnTo>
                  <a:pt x="67" y="520"/>
                </a:lnTo>
                <a:lnTo>
                  <a:pt x="66" y="520"/>
                </a:lnTo>
                <a:lnTo>
                  <a:pt x="65" y="520"/>
                </a:lnTo>
                <a:lnTo>
                  <a:pt x="64" y="520"/>
                </a:lnTo>
                <a:lnTo>
                  <a:pt x="63" y="520"/>
                </a:lnTo>
                <a:lnTo>
                  <a:pt x="62" y="519"/>
                </a:lnTo>
                <a:lnTo>
                  <a:pt x="61" y="519"/>
                </a:lnTo>
                <a:lnTo>
                  <a:pt x="59" y="519"/>
                </a:lnTo>
                <a:lnTo>
                  <a:pt x="58" y="519"/>
                </a:lnTo>
                <a:lnTo>
                  <a:pt x="56" y="517"/>
                </a:lnTo>
                <a:lnTo>
                  <a:pt x="56" y="516"/>
                </a:lnTo>
                <a:lnTo>
                  <a:pt x="57" y="515"/>
                </a:lnTo>
                <a:lnTo>
                  <a:pt x="57" y="514"/>
                </a:lnTo>
                <a:lnTo>
                  <a:pt x="56" y="514"/>
                </a:lnTo>
                <a:lnTo>
                  <a:pt x="55" y="512"/>
                </a:lnTo>
                <a:lnTo>
                  <a:pt x="55" y="511"/>
                </a:lnTo>
                <a:lnTo>
                  <a:pt x="54" y="511"/>
                </a:lnTo>
                <a:lnTo>
                  <a:pt x="54" y="510"/>
                </a:lnTo>
                <a:lnTo>
                  <a:pt x="54" y="509"/>
                </a:lnTo>
                <a:lnTo>
                  <a:pt x="53" y="509"/>
                </a:lnTo>
                <a:lnTo>
                  <a:pt x="53" y="508"/>
                </a:lnTo>
                <a:lnTo>
                  <a:pt x="52" y="507"/>
                </a:lnTo>
                <a:lnTo>
                  <a:pt x="52" y="506"/>
                </a:lnTo>
                <a:lnTo>
                  <a:pt x="52" y="505"/>
                </a:lnTo>
                <a:lnTo>
                  <a:pt x="51" y="505"/>
                </a:lnTo>
                <a:lnTo>
                  <a:pt x="50" y="503"/>
                </a:lnTo>
                <a:lnTo>
                  <a:pt x="49" y="500"/>
                </a:lnTo>
                <a:lnTo>
                  <a:pt x="48" y="500"/>
                </a:lnTo>
                <a:lnTo>
                  <a:pt x="47" y="500"/>
                </a:lnTo>
                <a:lnTo>
                  <a:pt x="46" y="500"/>
                </a:lnTo>
                <a:lnTo>
                  <a:pt x="44" y="500"/>
                </a:lnTo>
                <a:lnTo>
                  <a:pt x="44" y="501"/>
                </a:lnTo>
                <a:lnTo>
                  <a:pt x="43" y="501"/>
                </a:lnTo>
                <a:lnTo>
                  <a:pt x="43" y="502"/>
                </a:lnTo>
                <a:lnTo>
                  <a:pt x="42" y="503"/>
                </a:lnTo>
                <a:lnTo>
                  <a:pt x="41" y="503"/>
                </a:lnTo>
                <a:lnTo>
                  <a:pt x="40" y="503"/>
                </a:lnTo>
                <a:lnTo>
                  <a:pt x="40" y="504"/>
                </a:lnTo>
                <a:lnTo>
                  <a:pt x="39" y="504"/>
                </a:lnTo>
                <a:lnTo>
                  <a:pt x="38" y="504"/>
                </a:lnTo>
                <a:lnTo>
                  <a:pt x="37" y="505"/>
                </a:lnTo>
                <a:lnTo>
                  <a:pt x="36" y="505"/>
                </a:lnTo>
                <a:lnTo>
                  <a:pt x="36" y="504"/>
                </a:lnTo>
                <a:lnTo>
                  <a:pt x="36" y="503"/>
                </a:lnTo>
                <a:lnTo>
                  <a:pt x="36" y="502"/>
                </a:lnTo>
                <a:lnTo>
                  <a:pt x="37" y="502"/>
                </a:lnTo>
                <a:lnTo>
                  <a:pt x="38" y="501"/>
                </a:lnTo>
                <a:lnTo>
                  <a:pt x="38" y="500"/>
                </a:lnTo>
                <a:lnTo>
                  <a:pt x="39" y="499"/>
                </a:lnTo>
                <a:lnTo>
                  <a:pt x="40" y="499"/>
                </a:lnTo>
                <a:lnTo>
                  <a:pt x="40" y="498"/>
                </a:lnTo>
                <a:lnTo>
                  <a:pt x="41" y="496"/>
                </a:lnTo>
                <a:lnTo>
                  <a:pt x="40" y="496"/>
                </a:lnTo>
                <a:lnTo>
                  <a:pt x="40" y="495"/>
                </a:lnTo>
                <a:lnTo>
                  <a:pt x="39" y="495"/>
                </a:lnTo>
                <a:lnTo>
                  <a:pt x="39" y="496"/>
                </a:lnTo>
                <a:lnTo>
                  <a:pt x="38" y="495"/>
                </a:lnTo>
                <a:lnTo>
                  <a:pt x="38" y="494"/>
                </a:lnTo>
                <a:lnTo>
                  <a:pt x="37" y="494"/>
                </a:lnTo>
                <a:lnTo>
                  <a:pt x="37" y="495"/>
                </a:lnTo>
                <a:lnTo>
                  <a:pt x="36" y="495"/>
                </a:lnTo>
                <a:lnTo>
                  <a:pt x="36" y="494"/>
                </a:lnTo>
                <a:lnTo>
                  <a:pt x="35" y="492"/>
                </a:lnTo>
                <a:lnTo>
                  <a:pt x="34" y="492"/>
                </a:lnTo>
                <a:lnTo>
                  <a:pt x="33" y="490"/>
                </a:lnTo>
                <a:lnTo>
                  <a:pt x="32" y="490"/>
                </a:lnTo>
                <a:lnTo>
                  <a:pt x="31" y="490"/>
                </a:lnTo>
                <a:lnTo>
                  <a:pt x="29" y="489"/>
                </a:lnTo>
                <a:lnTo>
                  <a:pt x="28" y="489"/>
                </a:lnTo>
                <a:lnTo>
                  <a:pt x="27" y="490"/>
                </a:lnTo>
                <a:lnTo>
                  <a:pt x="27" y="489"/>
                </a:lnTo>
                <a:lnTo>
                  <a:pt x="26" y="489"/>
                </a:lnTo>
                <a:lnTo>
                  <a:pt x="26" y="490"/>
                </a:lnTo>
                <a:lnTo>
                  <a:pt x="26" y="491"/>
                </a:lnTo>
                <a:lnTo>
                  <a:pt x="25" y="491"/>
                </a:lnTo>
                <a:lnTo>
                  <a:pt x="23" y="490"/>
                </a:lnTo>
                <a:lnTo>
                  <a:pt x="22" y="488"/>
                </a:lnTo>
                <a:lnTo>
                  <a:pt x="22" y="487"/>
                </a:lnTo>
                <a:lnTo>
                  <a:pt x="22" y="485"/>
                </a:lnTo>
                <a:lnTo>
                  <a:pt x="22" y="484"/>
                </a:lnTo>
                <a:lnTo>
                  <a:pt x="21" y="484"/>
                </a:lnTo>
                <a:lnTo>
                  <a:pt x="20" y="485"/>
                </a:lnTo>
                <a:lnTo>
                  <a:pt x="19" y="485"/>
                </a:lnTo>
                <a:lnTo>
                  <a:pt x="19" y="487"/>
                </a:lnTo>
                <a:lnTo>
                  <a:pt x="19" y="488"/>
                </a:lnTo>
                <a:lnTo>
                  <a:pt x="19" y="489"/>
                </a:lnTo>
                <a:lnTo>
                  <a:pt x="18" y="490"/>
                </a:lnTo>
                <a:lnTo>
                  <a:pt x="17" y="490"/>
                </a:lnTo>
                <a:lnTo>
                  <a:pt x="17" y="489"/>
                </a:lnTo>
                <a:lnTo>
                  <a:pt x="18" y="488"/>
                </a:lnTo>
                <a:lnTo>
                  <a:pt x="18" y="487"/>
                </a:lnTo>
                <a:lnTo>
                  <a:pt x="18" y="486"/>
                </a:lnTo>
                <a:lnTo>
                  <a:pt x="18" y="485"/>
                </a:lnTo>
                <a:lnTo>
                  <a:pt x="17" y="485"/>
                </a:lnTo>
                <a:lnTo>
                  <a:pt x="17" y="486"/>
                </a:lnTo>
                <a:lnTo>
                  <a:pt x="17" y="487"/>
                </a:lnTo>
                <a:lnTo>
                  <a:pt x="16" y="488"/>
                </a:lnTo>
                <a:lnTo>
                  <a:pt x="16" y="487"/>
                </a:lnTo>
                <a:lnTo>
                  <a:pt x="15" y="486"/>
                </a:lnTo>
                <a:lnTo>
                  <a:pt x="15" y="485"/>
                </a:lnTo>
                <a:lnTo>
                  <a:pt x="14" y="483"/>
                </a:lnTo>
                <a:lnTo>
                  <a:pt x="14" y="482"/>
                </a:lnTo>
                <a:lnTo>
                  <a:pt x="14" y="481"/>
                </a:lnTo>
                <a:lnTo>
                  <a:pt x="13" y="482"/>
                </a:lnTo>
                <a:lnTo>
                  <a:pt x="13" y="481"/>
                </a:lnTo>
                <a:lnTo>
                  <a:pt x="12" y="480"/>
                </a:lnTo>
                <a:lnTo>
                  <a:pt x="12" y="481"/>
                </a:lnTo>
                <a:lnTo>
                  <a:pt x="11" y="481"/>
                </a:lnTo>
                <a:lnTo>
                  <a:pt x="11" y="480"/>
                </a:lnTo>
                <a:lnTo>
                  <a:pt x="11" y="479"/>
                </a:lnTo>
                <a:lnTo>
                  <a:pt x="10" y="479"/>
                </a:lnTo>
                <a:lnTo>
                  <a:pt x="10" y="478"/>
                </a:lnTo>
                <a:lnTo>
                  <a:pt x="9" y="477"/>
                </a:lnTo>
                <a:lnTo>
                  <a:pt x="11" y="476"/>
                </a:lnTo>
                <a:lnTo>
                  <a:pt x="11" y="475"/>
                </a:lnTo>
                <a:lnTo>
                  <a:pt x="10" y="475"/>
                </a:lnTo>
                <a:lnTo>
                  <a:pt x="11" y="474"/>
                </a:lnTo>
                <a:lnTo>
                  <a:pt x="11" y="473"/>
                </a:lnTo>
                <a:lnTo>
                  <a:pt x="9" y="472"/>
                </a:lnTo>
                <a:lnTo>
                  <a:pt x="8" y="472"/>
                </a:lnTo>
                <a:lnTo>
                  <a:pt x="7" y="471"/>
                </a:lnTo>
                <a:lnTo>
                  <a:pt x="6" y="471"/>
                </a:lnTo>
                <a:lnTo>
                  <a:pt x="5" y="471"/>
                </a:lnTo>
                <a:lnTo>
                  <a:pt x="4" y="471"/>
                </a:lnTo>
                <a:lnTo>
                  <a:pt x="4" y="470"/>
                </a:lnTo>
                <a:lnTo>
                  <a:pt x="3" y="470"/>
                </a:lnTo>
                <a:lnTo>
                  <a:pt x="3" y="469"/>
                </a:lnTo>
                <a:lnTo>
                  <a:pt x="3" y="468"/>
                </a:lnTo>
                <a:lnTo>
                  <a:pt x="4" y="467"/>
                </a:lnTo>
                <a:lnTo>
                  <a:pt x="4" y="466"/>
                </a:lnTo>
                <a:lnTo>
                  <a:pt x="5" y="466"/>
                </a:lnTo>
                <a:lnTo>
                  <a:pt x="6" y="466"/>
                </a:lnTo>
                <a:lnTo>
                  <a:pt x="6" y="465"/>
                </a:lnTo>
                <a:lnTo>
                  <a:pt x="5" y="465"/>
                </a:lnTo>
                <a:lnTo>
                  <a:pt x="4" y="464"/>
                </a:lnTo>
                <a:lnTo>
                  <a:pt x="3" y="464"/>
                </a:lnTo>
                <a:lnTo>
                  <a:pt x="3" y="463"/>
                </a:lnTo>
                <a:lnTo>
                  <a:pt x="3" y="462"/>
                </a:lnTo>
                <a:lnTo>
                  <a:pt x="3" y="461"/>
                </a:lnTo>
                <a:lnTo>
                  <a:pt x="3" y="460"/>
                </a:lnTo>
                <a:lnTo>
                  <a:pt x="3" y="459"/>
                </a:lnTo>
                <a:lnTo>
                  <a:pt x="3" y="458"/>
                </a:lnTo>
                <a:lnTo>
                  <a:pt x="3" y="457"/>
                </a:lnTo>
                <a:lnTo>
                  <a:pt x="2" y="456"/>
                </a:lnTo>
                <a:lnTo>
                  <a:pt x="1" y="456"/>
                </a:lnTo>
                <a:lnTo>
                  <a:pt x="0" y="456"/>
                </a:lnTo>
                <a:lnTo>
                  <a:pt x="0" y="455"/>
                </a:lnTo>
                <a:lnTo>
                  <a:pt x="0" y="454"/>
                </a:lnTo>
                <a:lnTo>
                  <a:pt x="1" y="454"/>
                </a:lnTo>
                <a:lnTo>
                  <a:pt x="1" y="453"/>
                </a:lnTo>
                <a:lnTo>
                  <a:pt x="0" y="452"/>
                </a:lnTo>
                <a:lnTo>
                  <a:pt x="1" y="450"/>
                </a:lnTo>
                <a:lnTo>
                  <a:pt x="1" y="449"/>
                </a:lnTo>
                <a:lnTo>
                  <a:pt x="1" y="448"/>
                </a:lnTo>
                <a:lnTo>
                  <a:pt x="1" y="446"/>
                </a:lnTo>
                <a:lnTo>
                  <a:pt x="2" y="445"/>
                </a:lnTo>
                <a:lnTo>
                  <a:pt x="3" y="445"/>
                </a:lnTo>
                <a:lnTo>
                  <a:pt x="4" y="445"/>
                </a:lnTo>
                <a:lnTo>
                  <a:pt x="7" y="444"/>
                </a:lnTo>
                <a:lnTo>
                  <a:pt x="8" y="444"/>
                </a:lnTo>
                <a:lnTo>
                  <a:pt x="8" y="443"/>
                </a:lnTo>
                <a:lnTo>
                  <a:pt x="7" y="442"/>
                </a:lnTo>
                <a:lnTo>
                  <a:pt x="7" y="441"/>
                </a:lnTo>
                <a:lnTo>
                  <a:pt x="8" y="440"/>
                </a:lnTo>
                <a:lnTo>
                  <a:pt x="7" y="439"/>
                </a:lnTo>
                <a:lnTo>
                  <a:pt x="7" y="438"/>
                </a:lnTo>
                <a:lnTo>
                  <a:pt x="6" y="438"/>
                </a:lnTo>
                <a:lnTo>
                  <a:pt x="6" y="437"/>
                </a:lnTo>
                <a:lnTo>
                  <a:pt x="6" y="436"/>
                </a:lnTo>
                <a:lnTo>
                  <a:pt x="6" y="435"/>
                </a:lnTo>
                <a:lnTo>
                  <a:pt x="6" y="434"/>
                </a:lnTo>
                <a:lnTo>
                  <a:pt x="6" y="432"/>
                </a:lnTo>
                <a:lnTo>
                  <a:pt x="5" y="430"/>
                </a:lnTo>
                <a:lnTo>
                  <a:pt x="4" y="430"/>
                </a:lnTo>
                <a:lnTo>
                  <a:pt x="4" y="429"/>
                </a:lnTo>
                <a:lnTo>
                  <a:pt x="5" y="429"/>
                </a:lnTo>
                <a:lnTo>
                  <a:pt x="6" y="429"/>
                </a:lnTo>
                <a:lnTo>
                  <a:pt x="7" y="429"/>
                </a:lnTo>
                <a:lnTo>
                  <a:pt x="9" y="430"/>
                </a:lnTo>
                <a:lnTo>
                  <a:pt x="10" y="430"/>
                </a:lnTo>
                <a:lnTo>
                  <a:pt x="10" y="429"/>
                </a:lnTo>
                <a:lnTo>
                  <a:pt x="11" y="429"/>
                </a:lnTo>
                <a:lnTo>
                  <a:pt x="10" y="429"/>
                </a:lnTo>
                <a:lnTo>
                  <a:pt x="11" y="428"/>
                </a:lnTo>
                <a:lnTo>
                  <a:pt x="12" y="428"/>
                </a:lnTo>
                <a:lnTo>
                  <a:pt x="13" y="428"/>
                </a:lnTo>
                <a:lnTo>
                  <a:pt x="15" y="429"/>
                </a:lnTo>
                <a:lnTo>
                  <a:pt x="16" y="429"/>
                </a:lnTo>
                <a:lnTo>
                  <a:pt x="16" y="428"/>
                </a:lnTo>
                <a:lnTo>
                  <a:pt x="17" y="428"/>
                </a:lnTo>
                <a:lnTo>
                  <a:pt x="18" y="428"/>
                </a:lnTo>
                <a:lnTo>
                  <a:pt x="19" y="428"/>
                </a:lnTo>
                <a:lnTo>
                  <a:pt x="20" y="429"/>
                </a:lnTo>
                <a:lnTo>
                  <a:pt x="21" y="429"/>
                </a:lnTo>
                <a:lnTo>
                  <a:pt x="22" y="429"/>
                </a:lnTo>
                <a:lnTo>
                  <a:pt x="22" y="428"/>
                </a:lnTo>
                <a:lnTo>
                  <a:pt x="21" y="428"/>
                </a:lnTo>
                <a:lnTo>
                  <a:pt x="21" y="427"/>
                </a:lnTo>
                <a:lnTo>
                  <a:pt x="22" y="426"/>
                </a:lnTo>
                <a:lnTo>
                  <a:pt x="23" y="425"/>
                </a:lnTo>
                <a:lnTo>
                  <a:pt x="22" y="423"/>
                </a:lnTo>
                <a:lnTo>
                  <a:pt x="21" y="423"/>
                </a:lnTo>
                <a:lnTo>
                  <a:pt x="20" y="423"/>
                </a:lnTo>
                <a:lnTo>
                  <a:pt x="20" y="422"/>
                </a:lnTo>
                <a:lnTo>
                  <a:pt x="21" y="422"/>
                </a:lnTo>
                <a:lnTo>
                  <a:pt x="21" y="421"/>
                </a:lnTo>
                <a:lnTo>
                  <a:pt x="22" y="420"/>
                </a:lnTo>
                <a:lnTo>
                  <a:pt x="23" y="419"/>
                </a:lnTo>
                <a:lnTo>
                  <a:pt x="23" y="418"/>
                </a:lnTo>
                <a:lnTo>
                  <a:pt x="24" y="416"/>
                </a:lnTo>
                <a:lnTo>
                  <a:pt x="25" y="416"/>
                </a:lnTo>
                <a:lnTo>
                  <a:pt x="26" y="415"/>
                </a:lnTo>
                <a:lnTo>
                  <a:pt x="27" y="414"/>
                </a:lnTo>
                <a:lnTo>
                  <a:pt x="27" y="413"/>
                </a:lnTo>
                <a:lnTo>
                  <a:pt x="26" y="412"/>
                </a:lnTo>
                <a:lnTo>
                  <a:pt x="26" y="411"/>
                </a:lnTo>
                <a:lnTo>
                  <a:pt x="25" y="411"/>
                </a:lnTo>
                <a:lnTo>
                  <a:pt x="25" y="410"/>
                </a:lnTo>
                <a:lnTo>
                  <a:pt x="26" y="410"/>
                </a:lnTo>
                <a:lnTo>
                  <a:pt x="26" y="409"/>
                </a:lnTo>
                <a:lnTo>
                  <a:pt x="26" y="408"/>
                </a:lnTo>
                <a:lnTo>
                  <a:pt x="25" y="408"/>
                </a:lnTo>
                <a:lnTo>
                  <a:pt x="25" y="407"/>
                </a:lnTo>
                <a:lnTo>
                  <a:pt x="24" y="407"/>
                </a:lnTo>
                <a:lnTo>
                  <a:pt x="23" y="406"/>
                </a:lnTo>
                <a:lnTo>
                  <a:pt x="22" y="406"/>
                </a:lnTo>
                <a:lnTo>
                  <a:pt x="22" y="405"/>
                </a:lnTo>
                <a:lnTo>
                  <a:pt x="23" y="405"/>
                </a:lnTo>
                <a:lnTo>
                  <a:pt x="24" y="405"/>
                </a:lnTo>
                <a:lnTo>
                  <a:pt x="25" y="404"/>
                </a:lnTo>
                <a:lnTo>
                  <a:pt x="25" y="403"/>
                </a:lnTo>
                <a:lnTo>
                  <a:pt x="26" y="401"/>
                </a:lnTo>
                <a:lnTo>
                  <a:pt x="26" y="400"/>
                </a:lnTo>
                <a:lnTo>
                  <a:pt x="27" y="399"/>
                </a:lnTo>
                <a:lnTo>
                  <a:pt x="27" y="398"/>
                </a:lnTo>
                <a:lnTo>
                  <a:pt x="28" y="398"/>
                </a:lnTo>
                <a:lnTo>
                  <a:pt x="29" y="398"/>
                </a:lnTo>
                <a:lnTo>
                  <a:pt x="30" y="398"/>
                </a:lnTo>
                <a:lnTo>
                  <a:pt x="31" y="397"/>
                </a:lnTo>
                <a:lnTo>
                  <a:pt x="31" y="396"/>
                </a:lnTo>
                <a:lnTo>
                  <a:pt x="33" y="397"/>
                </a:lnTo>
                <a:lnTo>
                  <a:pt x="34" y="397"/>
                </a:lnTo>
                <a:lnTo>
                  <a:pt x="35" y="396"/>
                </a:lnTo>
                <a:lnTo>
                  <a:pt x="36" y="397"/>
                </a:lnTo>
                <a:lnTo>
                  <a:pt x="37" y="397"/>
                </a:lnTo>
                <a:lnTo>
                  <a:pt x="37" y="396"/>
                </a:lnTo>
                <a:lnTo>
                  <a:pt x="38" y="396"/>
                </a:lnTo>
                <a:lnTo>
                  <a:pt x="39" y="397"/>
                </a:lnTo>
                <a:lnTo>
                  <a:pt x="39" y="398"/>
                </a:lnTo>
                <a:lnTo>
                  <a:pt x="40" y="398"/>
                </a:lnTo>
                <a:lnTo>
                  <a:pt x="42" y="397"/>
                </a:lnTo>
                <a:lnTo>
                  <a:pt x="43" y="397"/>
                </a:lnTo>
                <a:lnTo>
                  <a:pt x="43" y="396"/>
                </a:lnTo>
                <a:lnTo>
                  <a:pt x="43" y="394"/>
                </a:lnTo>
                <a:lnTo>
                  <a:pt x="43" y="393"/>
                </a:lnTo>
                <a:lnTo>
                  <a:pt x="43" y="392"/>
                </a:lnTo>
                <a:lnTo>
                  <a:pt x="43" y="391"/>
                </a:lnTo>
                <a:lnTo>
                  <a:pt x="42" y="390"/>
                </a:lnTo>
                <a:lnTo>
                  <a:pt x="42" y="389"/>
                </a:lnTo>
                <a:lnTo>
                  <a:pt x="42" y="388"/>
                </a:lnTo>
                <a:lnTo>
                  <a:pt x="41" y="387"/>
                </a:lnTo>
                <a:lnTo>
                  <a:pt x="40" y="385"/>
                </a:lnTo>
                <a:lnTo>
                  <a:pt x="40" y="382"/>
                </a:lnTo>
                <a:lnTo>
                  <a:pt x="40" y="381"/>
                </a:lnTo>
                <a:lnTo>
                  <a:pt x="41" y="381"/>
                </a:lnTo>
                <a:lnTo>
                  <a:pt x="41" y="382"/>
                </a:lnTo>
                <a:lnTo>
                  <a:pt x="42" y="382"/>
                </a:lnTo>
                <a:lnTo>
                  <a:pt x="42" y="381"/>
                </a:lnTo>
                <a:lnTo>
                  <a:pt x="43" y="381"/>
                </a:lnTo>
                <a:lnTo>
                  <a:pt x="44" y="381"/>
                </a:lnTo>
                <a:lnTo>
                  <a:pt x="44" y="382"/>
                </a:lnTo>
                <a:lnTo>
                  <a:pt x="45" y="384"/>
                </a:lnTo>
                <a:lnTo>
                  <a:pt x="46" y="384"/>
                </a:lnTo>
                <a:lnTo>
                  <a:pt x="47" y="384"/>
                </a:lnTo>
                <a:lnTo>
                  <a:pt x="47" y="385"/>
                </a:lnTo>
                <a:lnTo>
                  <a:pt x="48" y="385"/>
                </a:lnTo>
                <a:lnTo>
                  <a:pt x="48" y="384"/>
                </a:lnTo>
                <a:lnTo>
                  <a:pt x="49" y="384"/>
                </a:lnTo>
                <a:lnTo>
                  <a:pt x="50" y="383"/>
                </a:lnTo>
                <a:lnTo>
                  <a:pt x="50" y="382"/>
                </a:lnTo>
                <a:lnTo>
                  <a:pt x="51" y="381"/>
                </a:lnTo>
                <a:lnTo>
                  <a:pt x="51" y="380"/>
                </a:lnTo>
                <a:lnTo>
                  <a:pt x="51" y="379"/>
                </a:lnTo>
                <a:lnTo>
                  <a:pt x="52" y="379"/>
                </a:lnTo>
                <a:lnTo>
                  <a:pt x="53" y="378"/>
                </a:lnTo>
                <a:lnTo>
                  <a:pt x="52" y="378"/>
                </a:lnTo>
                <a:lnTo>
                  <a:pt x="53" y="377"/>
                </a:lnTo>
                <a:lnTo>
                  <a:pt x="54" y="377"/>
                </a:lnTo>
                <a:lnTo>
                  <a:pt x="55" y="377"/>
                </a:lnTo>
                <a:lnTo>
                  <a:pt x="56" y="377"/>
                </a:lnTo>
                <a:lnTo>
                  <a:pt x="57" y="377"/>
                </a:lnTo>
                <a:lnTo>
                  <a:pt x="57" y="376"/>
                </a:lnTo>
                <a:lnTo>
                  <a:pt x="58" y="376"/>
                </a:lnTo>
                <a:lnTo>
                  <a:pt x="60" y="377"/>
                </a:lnTo>
                <a:lnTo>
                  <a:pt x="61" y="378"/>
                </a:lnTo>
                <a:lnTo>
                  <a:pt x="61" y="377"/>
                </a:lnTo>
                <a:lnTo>
                  <a:pt x="62" y="377"/>
                </a:lnTo>
                <a:lnTo>
                  <a:pt x="62" y="376"/>
                </a:lnTo>
                <a:lnTo>
                  <a:pt x="62" y="375"/>
                </a:lnTo>
                <a:lnTo>
                  <a:pt x="63" y="374"/>
                </a:lnTo>
                <a:lnTo>
                  <a:pt x="63" y="375"/>
                </a:lnTo>
                <a:lnTo>
                  <a:pt x="64" y="375"/>
                </a:lnTo>
                <a:lnTo>
                  <a:pt x="65" y="375"/>
                </a:lnTo>
                <a:lnTo>
                  <a:pt x="65" y="376"/>
                </a:lnTo>
                <a:lnTo>
                  <a:pt x="66" y="376"/>
                </a:lnTo>
                <a:lnTo>
                  <a:pt x="66" y="375"/>
                </a:lnTo>
                <a:lnTo>
                  <a:pt x="66" y="374"/>
                </a:lnTo>
                <a:lnTo>
                  <a:pt x="67" y="374"/>
                </a:lnTo>
                <a:lnTo>
                  <a:pt x="68" y="374"/>
                </a:lnTo>
                <a:lnTo>
                  <a:pt x="68" y="375"/>
                </a:lnTo>
                <a:lnTo>
                  <a:pt x="69" y="375"/>
                </a:lnTo>
                <a:lnTo>
                  <a:pt x="70" y="374"/>
                </a:lnTo>
                <a:lnTo>
                  <a:pt x="70" y="373"/>
                </a:lnTo>
                <a:lnTo>
                  <a:pt x="71" y="373"/>
                </a:lnTo>
                <a:lnTo>
                  <a:pt x="72" y="373"/>
                </a:lnTo>
                <a:lnTo>
                  <a:pt x="72" y="372"/>
                </a:lnTo>
                <a:lnTo>
                  <a:pt x="72" y="371"/>
                </a:lnTo>
                <a:lnTo>
                  <a:pt x="72" y="370"/>
                </a:lnTo>
                <a:lnTo>
                  <a:pt x="72" y="369"/>
                </a:lnTo>
                <a:lnTo>
                  <a:pt x="72" y="368"/>
                </a:lnTo>
                <a:lnTo>
                  <a:pt x="72" y="367"/>
                </a:lnTo>
                <a:lnTo>
                  <a:pt x="71" y="366"/>
                </a:lnTo>
                <a:lnTo>
                  <a:pt x="71" y="365"/>
                </a:lnTo>
                <a:lnTo>
                  <a:pt x="71" y="364"/>
                </a:lnTo>
                <a:lnTo>
                  <a:pt x="71" y="362"/>
                </a:lnTo>
                <a:lnTo>
                  <a:pt x="71" y="361"/>
                </a:lnTo>
                <a:lnTo>
                  <a:pt x="73" y="360"/>
                </a:lnTo>
                <a:lnTo>
                  <a:pt x="73" y="359"/>
                </a:lnTo>
                <a:lnTo>
                  <a:pt x="74" y="359"/>
                </a:lnTo>
                <a:lnTo>
                  <a:pt x="74" y="358"/>
                </a:lnTo>
                <a:lnTo>
                  <a:pt x="75" y="358"/>
                </a:lnTo>
                <a:lnTo>
                  <a:pt x="77" y="357"/>
                </a:lnTo>
                <a:lnTo>
                  <a:pt x="77" y="356"/>
                </a:lnTo>
                <a:lnTo>
                  <a:pt x="78" y="354"/>
                </a:lnTo>
                <a:lnTo>
                  <a:pt x="79" y="352"/>
                </a:lnTo>
                <a:lnTo>
                  <a:pt x="80" y="352"/>
                </a:lnTo>
                <a:lnTo>
                  <a:pt x="80" y="351"/>
                </a:lnTo>
                <a:lnTo>
                  <a:pt x="80" y="350"/>
                </a:lnTo>
                <a:lnTo>
                  <a:pt x="81" y="350"/>
                </a:lnTo>
                <a:lnTo>
                  <a:pt x="81" y="349"/>
                </a:lnTo>
                <a:lnTo>
                  <a:pt x="82" y="348"/>
                </a:lnTo>
                <a:lnTo>
                  <a:pt x="82" y="347"/>
                </a:lnTo>
                <a:lnTo>
                  <a:pt x="82" y="346"/>
                </a:lnTo>
                <a:lnTo>
                  <a:pt x="84" y="345"/>
                </a:lnTo>
                <a:lnTo>
                  <a:pt x="85" y="345"/>
                </a:lnTo>
                <a:lnTo>
                  <a:pt x="86" y="344"/>
                </a:lnTo>
                <a:lnTo>
                  <a:pt x="87" y="344"/>
                </a:lnTo>
                <a:lnTo>
                  <a:pt x="88" y="344"/>
                </a:lnTo>
                <a:lnTo>
                  <a:pt x="88" y="343"/>
                </a:lnTo>
                <a:lnTo>
                  <a:pt x="89" y="342"/>
                </a:lnTo>
                <a:lnTo>
                  <a:pt x="90" y="342"/>
                </a:lnTo>
                <a:lnTo>
                  <a:pt x="91" y="342"/>
                </a:lnTo>
                <a:lnTo>
                  <a:pt x="92" y="342"/>
                </a:lnTo>
                <a:lnTo>
                  <a:pt x="93" y="343"/>
                </a:lnTo>
                <a:lnTo>
                  <a:pt x="93" y="344"/>
                </a:lnTo>
                <a:lnTo>
                  <a:pt x="94" y="344"/>
                </a:lnTo>
                <a:lnTo>
                  <a:pt x="96" y="343"/>
                </a:lnTo>
                <a:lnTo>
                  <a:pt x="96" y="342"/>
                </a:lnTo>
                <a:lnTo>
                  <a:pt x="96" y="341"/>
                </a:lnTo>
                <a:lnTo>
                  <a:pt x="97" y="341"/>
                </a:lnTo>
                <a:lnTo>
                  <a:pt x="97" y="339"/>
                </a:lnTo>
                <a:lnTo>
                  <a:pt x="98" y="338"/>
                </a:lnTo>
                <a:lnTo>
                  <a:pt x="99" y="338"/>
                </a:lnTo>
                <a:lnTo>
                  <a:pt x="99" y="337"/>
                </a:lnTo>
                <a:lnTo>
                  <a:pt x="99" y="336"/>
                </a:lnTo>
                <a:lnTo>
                  <a:pt x="100" y="335"/>
                </a:lnTo>
                <a:lnTo>
                  <a:pt x="100" y="334"/>
                </a:lnTo>
                <a:lnTo>
                  <a:pt x="100" y="333"/>
                </a:lnTo>
                <a:lnTo>
                  <a:pt x="101" y="333"/>
                </a:lnTo>
                <a:lnTo>
                  <a:pt x="101" y="332"/>
                </a:lnTo>
                <a:lnTo>
                  <a:pt x="102" y="332"/>
                </a:lnTo>
                <a:lnTo>
                  <a:pt x="101" y="331"/>
                </a:lnTo>
                <a:lnTo>
                  <a:pt x="103" y="329"/>
                </a:lnTo>
                <a:lnTo>
                  <a:pt x="104" y="329"/>
                </a:lnTo>
                <a:lnTo>
                  <a:pt x="105" y="329"/>
                </a:lnTo>
                <a:lnTo>
                  <a:pt x="106" y="328"/>
                </a:lnTo>
                <a:lnTo>
                  <a:pt x="106" y="327"/>
                </a:lnTo>
                <a:lnTo>
                  <a:pt x="106" y="325"/>
                </a:lnTo>
                <a:lnTo>
                  <a:pt x="106" y="324"/>
                </a:lnTo>
                <a:lnTo>
                  <a:pt x="107" y="325"/>
                </a:lnTo>
                <a:lnTo>
                  <a:pt x="107" y="324"/>
                </a:lnTo>
                <a:lnTo>
                  <a:pt x="108" y="323"/>
                </a:lnTo>
                <a:lnTo>
                  <a:pt x="108" y="322"/>
                </a:lnTo>
                <a:lnTo>
                  <a:pt x="109" y="322"/>
                </a:lnTo>
                <a:lnTo>
                  <a:pt x="110" y="321"/>
                </a:lnTo>
                <a:lnTo>
                  <a:pt x="109" y="321"/>
                </a:lnTo>
                <a:lnTo>
                  <a:pt x="110" y="320"/>
                </a:lnTo>
                <a:lnTo>
                  <a:pt x="110" y="319"/>
                </a:lnTo>
                <a:lnTo>
                  <a:pt x="110" y="318"/>
                </a:lnTo>
                <a:lnTo>
                  <a:pt x="110" y="317"/>
                </a:lnTo>
                <a:lnTo>
                  <a:pt x="109" y="316"/>
                </a:lnTo>
                <a:lnTo>
                  <a:pt x="109" y="315"/>
                </a:lnTo>
                <a:lnTo>
                  <a:pt x="109" y="314"/>
                </a:lnTo>
                <a:lnTo>
                  <a:pt x="108" y="313"/>
                </a:lnTo>
                <a:lnTo>
                  <a:pt x="107" y="312"/>
                </a:lnTo>
                <a:lnTo>
                  <a:pt x="106" y="312"/>
                </a:lnTo>
                <a:lnTo>
                  <a:pt x="106" y="311"/>
                </a:lnTo>
                <a:lnTo>
                  <a:pt x="106" y="310"/>
                </a:lnTo>
                <a:lnTo>
                  <a:pt x="106" y="309"/>
                </a:lnTo>
                <a:lnTo>
                  <a:pt x="106" y="307"/>
                </a:lnTo>
                <a:lnTo>
                  <a:pt x="106" y="306"/>
                </a:lnTo>
                <a:lnTo>
                  <a:pt x="107" y="305"/>
                </a:lnTo>
                <a:lnTo>
                  <a:pt x="108" y="305"/>
                </a:lnTo>
                <a:lnTo>
                  <a:pt x="109" y="305"/>
                </a:lnTo>
                <a:lnTo>
                  <a:pt x="110" y="305"/>
                </a:lnTo>
                <a:lnTo>
                  <a:pt x="110" y="304"/>
                </a:lnTo>
                <a:lnTo>
                  <a:pt x="110" y="303"/>
                </a:lnTo>
                <a:lnTo>
                  <a:pt x="109" y="303"/>
                </a:lnTo>
                <a:lnTo>
                  <a:pt x="108" y="302"/>
                </a:lnTo>
                <a:lnTo>
                  <a:pt x="108" y="301"/>
                </a:lnTo>
                <a:lnTo>
                  <a:pt x="108" y="300"/>
                </a:lnTo>
                <a:lnTo>
                  <a:pt x="109" y="299"/>
                </a:lnTo>
                <a:lnTo>
                  <a:pt x="110" y="299"/>
                </a:lnTo>
                <a:lnTo>
                  <a:pt x="110" y="298"/>
                </a:lnTo>
                <a:lnTo>
                  <a:pt x="111" y="299"/>
                </a:lnTo>
                <a:lnTo>
                  <a:pt x="112" y="299"/>
                </a:lnTo>
                <a:lnTo>
                  <a:pt x="112" y="300"/>
                </a:lnTo>
                <a:lnTo>
                  <a:pt x="113" y="300"/>
                </a:lnTo>
                <a:lnTo>
                  <a:pt x="113" y="299"/>
                </a:lnTo>
                <a:lnTo>
                  <a:pt x="114" y="298"/>
                </a:lnTo>
                <a:lnTo>
                  <a:pt x="114" y="297"/>
                </a:lnTo>
                <a:lnTo>
                  <a:pt x="115" y="297"/>
                </a:lnTo>
                <a:lnTo>
                  <a:pt x="115" y="296"/>
                </a:lnTo>
                <a:lnTo>
                  <a:pt x="116" y="295"/>
                </a:lnTo>
                <a:lnTo>
                  <a:pt x="117" y="294"/>
                </a:lnTo>
                <a:lnTo>
                  <a:pt x="117" y="293"/>
                </a:lnTo>
                <a:lnTo>
                  <a:pt x="118" y="292"/>
                </a:lnTo>
                <a:lnTo>
                  <a:pt x="119" y="291"/>
                </a:lnTo>
                <a:lnTo>
                  <a:pt x="120" y="290"/>
                </a:lnTo>
                <a:lnTo>
                  <a:pt x="121" y="289"/>
                </a:lnTo>
                <a:lnTo>
                  <a:pt x="122" y="288"/>
                </a:lnTo>
                <a:lnTo>
                  <a:pt x="122" y="287"/>
                </a:lnTo>
                <a:lnTo>
                  <a:pt x="122" y="286"/>
                </a:lnTo>
                <a:lnTo>
                  <a:pt x="122" y="284"/>
                </a:lnTo>
                <a:lnTo>
                  <a:pt x="121" y="282"/>
                </a:lnTo>
                <a:lnTo>
                  <a:pt x="122" y="282"/>
                </a:lnTo>
                <a:lnTo>
                  <a:pt x="121" y="281"/>
                </a:lnTo>
                <a:lnTo>
                  <a:pt x="121" y="280"/>
                </a:lnTo>
                <a:lnTo>
                  <a:pt x="121" y="279"/>
                </a:lnTo>
                <a:lnTo>
                  <a:pt x="122" y="278"/>
                </a:lnTo>
                <a:lnTo>
                  <a:pt x="123" y="278"/>
                </a:lnTo>
                <a:lnTo>
                  <a:pt x="124" y="278"/>
                </a:lnTo>
                <a:lnTo>
                  <a:pt x="125" y="278"/>
                </a:lnTo>
                <a:lnTo>
                  <a:pt x="125" y="277"/>
                </a:lnTo>
                <a:lnTo>
                  <a:pt x="126" y="276"/>
                </a:lnTo>
                <a:lnTo>
                  <a:pt x="127" y="276"/>
                </a:lnTo>
                <a:lnTo>
                  <a:pt x="128" y="277"/>
                </a:lnTo>
                <a:lnTo>
                  <a:pt x="129" y="278"/>
                </a:lnTo>
                <a:lnTo>
                  <a:pt x="129" y="275"/>
                </a:lnTo>
                <a:lnTo>
                  <a:pt x="129" y="274"/>
                </a:lnTo>
                <a:lnTo>
                  <a:pt x="129" y="273"/>
                </a:lnTo>
                <a:lnTo>
                  <a:pt x="128" y="273"/>
                </a:lnTo>
                <a:lnTo>
                  <a:pt x="128" y="271"/>
                </a:lnTo>
                <a:lnTo>
                  <a:pt x="129" y="270"/>
                </a:lnTo>
                <a:lnTo>
                  <a:pt x="129" y="269"/>
                </a:lnTo>
                <a:lnTo>
                  <a:pt x="129" y="268"/>
                </a:lnTo>
                <a:lnTo>
                  <a:pt x="129" y="267"/>
                </a:lnTo>
                <a:lnTo>
                  <a:pt x="128" y="266"/>
                </a:lnTo>
                <a:lnTo>
                  <a:pt x="127" y="266"/>
                </a:lnTo>
                <a:lnTo>
                  <a:pt x="127" y="265"/>
                </a:lnTo>
                <a:lnTo>
                  <a:pt x="128" y="265"/>
                </a:lnTo>
                <a:lnTo>
                  <a:pt x="128" y="264"/>
                </a:lnTo>
                <a:lnTo>
                  <a:pt x="128" y="263"/>
                </a:lnTo>
                <a:lnTo>
                  <a:pt x="127" y="263"/>
                </a:lnTo>
                <a:lnTo>
                  <a:pt x="127" y="262"/>
                </a:lnTo>
                <a:lnTo>
                  <a:pt x="128" y="262"/>
                </a:lnTo>
                <a:lnTo>
                  <a:pt x="128" y="261"/>
                </a:lnTo>
                <a:lnTo>
                  <a:pt x="128" y="260"/>
                </a:lnTo>
                <a:lnTo>
                  <a:pt x="129" y="259"/>
                </a:lnTo>
                <a:lnTo>
                  <a:pt x="128" y="259"/>
                </a:lnTo>
                <a:lnTo>
                  <a:pt x="127" y="258"/>
                </a:lnTo>
                <a:lnTo>
                  <a:pt x="126" y="257"/>
                </a:lnTo>
                <a:lnTo>
                  <a:pt x="126" y="256"/>
                </a:lnTo>
                <a:lnTo>
                  <a:pt x="126" y="255"/>
                </a:lnTo>
                <a:lnTo>
                  <a:pt x="126" y="253"/>
                </a:lnTo>
                <a:lnTo>
                  <a:pt x="126" y="252"/>
                </a:lnTo>
                <a:lnTo>
                  <a:pt x="125" y="251"/>
                </a:lnTo>
                <a:lnTo>
                  <a:pt x="125" y="250"/>
                </a:lnTo>
                <a:lnTo>
                  <a:pt x="125" y="249"/>
                </a:lnTo>
                <a:lnTo>
                  <a:pt x="124" y="248"/>
                </a:lnTo>
                <a:lnTo>
                  <a:pt x="124" y="247"/>
                </a:lnTo>
                <a:lnTo>
                  <a:pt x="123" y="245"/>
                </a:lnTo>
                <a:lnTo>
                  <a:pt x="123" y="244"/>
                </a:lnTo>
                <a:lnTo>
                  <a:pt x="122" y="244"/>
                </a:lnTo>
                <a:lnTo>
                  <a:pt x="121" y="244"/>
                </a:lnTo>
                <a:lnTo>
                  <a:pt x="121" y="245"/>
                </a:lnTo>
                <a:lnTo>
                  <a:pt x="120" y="245"/>
                </a:lnTo>
                <a:lnTo>
                  <a:pt x="120" y="244"/>
                </a:lnTo>
                <a:lnTo>
                  <a:pt x="119" y="243"/>
                </a:lnTo>
                <a:lnTo>
                  <a:pt x="119" y="242"/>
                </a:lnTo>
                <a:lnTo>
                  <a:pt x="119" y="241"/>
                </a:lnTo>
                <a:lnTo>
                  <a:pt x="120" y="241"/>
                </a:lnTo>
                <a:lnTo>
                  <a:pt x="119" y="240"/>
                </a:lnTo>
                <a:lnTo>
                  <a:pt x="118" y="241"/>
                </a:lnTo>
                <a:lnTo>
                  <a:pt x="118" y="239"/>
                </a:lnTo>
                <a:lnTo>
                  <a:pt x="118" y="238"/>
                </a:lnTo>
                <a:lnTo>
                  <a:pt x="119" y="238"/>
                </a:lnTo>
                <a:lnTo>
                  <a:pt x="120" y="238"/>
                </a:lnTo>
                <a:lnTo>
                  <a:pt x="121" y="239"/>
                </a:lnTo>
                <a:lnTo>
                  <a:pt x="122" y="239"/>
                </a:lnTo>
                <a:lnTo>
                  <a:pt x="124" y="238"/>
                </a:lnTo>
                <a:lnTo>
                  <a:pt x="124" y="237"/>
                </a:lnTo>
                <a:lnTo>
                  <a:pt x="125" y="237"/>
                </a:lnTo>
                <a:lnTo>
                  <a:pt x="125" y="235"/>
                </a:lnTo>
                <a:lnTo>
                  <a:pt x="123" y="234"/>
                </a:lnTo>
                <a:lnTo>
                  <a:pt x="123" y="235"/>
                </a:lnTo>
                <a:lnTo>
                  <a:pt x="122" y="236"/>
                </a:lnTo>
                <a:lnTo>
                  <a:pt x="122" y="237"/>
                </a:lnTo>
                <a:lnTo>
                  <a:pt x="122" y="238"/>
                </a:lnTo>
                <a:lnTo>
                  <a:pt x="121" y="237"/>
                </a:lnTo>
                <a:lnTo>
                  <a:pt x="120" y="237"/>
                </a:lnTo>
                <a:lnTo>
                  <a:pt x="119" y="237"/>
                </a:lnTo>
                <a:lnTo>
                  <a:pt x="117" y="237"/>
                </a:lnTo>
                <a:lnTo>
                  <a:pt x="117" y="236"/>
                </a:lnTo>
                <a:lnTo>
                  <a:pt x="117" y="235"/>
                </a:lnTo>
                <a:lnTo>
                  <a:pt x="116" y="234"/>
                </a:lnTo>
                <a:lnTo>
                  <a:pt x="115" y="235"/>
                </a:lnTo>
                <a:lnTo>
                  <a:pt x="115" y="234"/>
                </a:lnTo>
                <a:lnTo>
                  <a:pt x="115" y="233"/>
                </a:lnTo>
                <a:lnTo>
                  <a:pt x="115" y="232"/>
                </a:lnTo>
                <a:lnTo>
                  <a:pt x="116" y="232"/>
                </a:lnTo>
                <a:lnTo>
                  <a:pt x="117" y="231"/>
                </a:lnTo>
                <a:lnTo>
                  <a:pt x="118" y="231"/>
                </a:lnTo>
                <a:lnTo>
                  <a:pt x="121" y="229"/>
                </a:lnTo>
                <a:lnTo>
                  <a:pt x="122" y="228"/>
                </a:lnTo>
                <a:lnTo>
                  <a:pt x="123" y="228"/>
                </a:lnTo>
                <a:lnTo>
                  <a:pt x="124" y="228"/>
                </a:lnTo>
                <a:lnTo>
                  <a:pt x="124" y="227"/>
                </a:lnTo>
                <a:lnTo>
                  <a:pt x="125" y="226"/>
                </a:lnTo>
                <a:lnTo>
                  <a:pt x="125" y="225"/>
                </a:lnTo>
                <a:lnTo>
                  <a:pt x="126" y="224"/>
                </a:lnTo>
                <a:lnTo>
                  <a:pt x="126" y="223"/>
                </a:lnTo>
                <a:lnTo>
                  <a:pt x="127" y="223"/>
                </a:lnTo>
                <a:lnTo>
                  <a:pt x="128" y="223"/>
                </a:lnTo>
                <a:lnTo>
                  <a:pt x="129" y="222"/>
                </a:lnTo>
                <a:lnTo>
                  <a:pt x="128" y="222"/>
                </a:lnTo>
                <a:lnTo>
                  <a:pt x="128" y="221"/>
                </a:lnTo>
                <a:lnTo>
                  <a:pt x="127" y="221"/>
                </a:lnTo>
                <a:lnTo>
                  <a:pt x="127" y="220"/>
                </a:lnTo>
                <a:lnTo>
                  <a:pt x="126" y="220"/>
                </a:lnTo>
                <a:lnTo>
                  <a:pt x="125" y="221"/>
                </a:lnTo>
                <a:lnTo>
                  <a:pt x="124" y="220"/>
                </a:lnTo>
                <a:lnTo>
                  <a:pt x="123" y="220"/>
                </a:lnTo>
                <a:lnTo>
                  <a:pt x="124" y="219"/>
                </a:lnTo>
                <a:lnTo>
                  <a:pt x="123" y="219"/>
                </a:lnTo>
                <a:lnTo>
                  <a:pt x="122" y="218"/>
                </a:lnTo>
                <a:lnTo>
                  <a:pt x="121" y="217"/>
                </a:lnTo>
                <a:lnTo>
                  <a:pt x="120" y="216"/>
                </a:lnTo>
                <a:lnTo>
                  <a:pt x="119" y="216"/>
                </a:lnTo>
                <a:lnTo>
                  <a:pt x="119" y="215"/>
                </a:lnTo>
                <a:lnTo>
                  <a:pt x="119" y="214"/>
                </a:lnTo>
                <a:lnTo>
                  <a:pt x="119" y="213"/>
                </a:lnTo>
                <a:lnTo>
                  <a:pt x="120" y="213"/>
                </a:lnTo>
                <a:lnTo>
                  <a:pt x="121" y="212"/>
                </a:lnTo>
                <a:lnTo>
                  <a:pt x="120" y="210"/>
                </a:lnTo>
                <a:lnTo>
                  <a:pt x="119" y="210"/>
                </a:lnTo>
                <a:lnTo>
                  <a:pt x="118" y="209"/>
                </a:lnTo>
                <a:lnTo>
                  <a:pt x="118" y="208"/>
                </a:lnTo>
                <a:lnTo>
                  <a:pt x="117" y="207"/>
                </a:lnTo>
                <a:lnTo>
                  <a:pt x="117" y="206"/>
                </a:lnTo>
                <a:lnTo>
                  <a:pt x="117" y="205"/>
                </a:lnTo>
                <a:lnTo>
                  <a:pt x="117" y="203"/>
                </a:lnTo>
                <a:lnTo>
                  <a:pt x="117" y="202"/>
                </a:lnTo>
                <a:lnTo>
                  <a:pt x="117" y="201"/>
                </a:lnTo>
                <a:lnTo>
                  <a:pt x="116" y="201"/>
                </a:lnTo>
                <a:lnTo>
                  <a:pt x="116" y="200"/>
                </a:lnTo>
                <a:lnTo>
                  <a:pt x="117" y="200"/>
                </a:lnTo>
                <a:lnTo>
                  <a:pt x="118" y="200"/>
                </a:lnTo>
                <a:lnTo>
                  <a:pt x="120" y="199"/>
                </a:lnTo>
                <a:lnTo>
                  <a:pt x="120" y="198"/>
                </a:lnTo>
                <a:lnTo>
                  <a:pt x="120" y="197"/>
                </a:lnTo>
                <a:lnTo>
                  <a:pt x="121" y="196"/>
                </a:lnTo>
                <a:lnTo>
                  <a:pt x="122" y="196"/>
                </a:lnTo>
                <a:lnTo>
                  <a:pt x="123" y="196"/>
                </a:lnTo>
                <a:lnTo>
                  <a:pt x="123" y="195"/>
                </a:lnTo>
                <a:lnTo>
                  <a:pt x="123" y="194"/>
                </a:lnTo>
                <a:lnTo>
                  <a:pt x="124" y="194"/>
                </a:lnTo>
                <a:lnTo>
                  <a:pt x="125" y="194"/>
                </a:lnTo>
                <a:lnTo>
                  <a:pt x="126" y="193"/>
                </a:lnTo>
                <a:lnTo>
                  <a:pt x="126" y="192"/>
                </a:lnTo>
                <a:lnTo>
                  <a:pt x="126" y="191"/>
                </a:lnTo>
                <a:lnTo>
                  <a:pt x="127" y="191"/>
                </a:lnTo>
                <a:lnTo>
                  <a:pt x="127" y="190"/>
                </a:lnTo>
                <a:lnTo>
                  <a:pt x="128" y="190"/>
                </a:lnTo>
                <a:lnTo>
                  <a:pt x="129" y="191"/>
                </a:lnTo>
                <a:lnTo>
                  <a:pt x="129" y="192"/>
                </a:lnTo>
                <a:lnTo>
                  <a:pt x="130" y="192"/>
                </a:lnTo>
                <a:lnTo>
                  <a:pt x="130" y="191"/>
                </a:lnTo>
                <a:lnTo>
                  <a:pt x="131" y="191"/>
                </a:lnTo>
                <a:lnTo>
                  <a:pt x="132" y="192"/>
                </a:lnTo>
                <a:lnTo>
                  <a:pt x="133" y="192"/>
                </a:lnTo>
                <a:lnTo>
                  <a:pt x="133" y="191"/>
                </a:lnTo>
                <a:lnTo>
                  <a:pt x="134" y="191"/>
                </a:lnTo>
                <a:lnTo>
                  <a:pt x="134" y="193"/>
                </a:lnTo>
                <a:lnTo>
                  <a:pt x="134" y="194"/>
                </a:lnTo>
                <a:lnTo>
                  <a:pt x="135" y="195"/>
                </a:lnTo>
                <a:lnTo>
                  <a:pt x="137" y="195"/>
                </a:lnTo>
                <a:lnTo>
                  <a:pt x="138" y="195"/>
                </a:lnTo>
                <a:lnTo>
                  <a:pt x="138" y="194"/>
                </a:lnTo>
                <a:lnTo>
                  <a:pt x="139" y="194"/>
                </a:lnTo>
                <a:lnTo>
                  <a:pt x="140" y="194"/>
                </a:lnTo>
                <a:lnTo>
                  <a:pt x="142" y="194"/>
                </a:lnTo>
                <a:lnTo>
                  <a:pt x="142" y="195"/>
                </a:lnTo>
                <a:lnTo>
                  <a:pt x="142" y="196"/>
                </a:lnTo>
                <a:lnTo>
                  <a:pt x="143" y="197"/>
                </a:lnTo>
                <a:lnTo>
                  <a:pt x="144" y="197"/>
                </a:lnTo>
                <a:lnTo>
                  <a:pt x="145" y="197"/>
                </a:lnTo>
                <a:lnTo>
                  <a:pt x="146" y="197"/>
                </a:lnTo>
                <a:lnTo>
                  <a:pt x="146" y="198"/>
                </a:lnTo>
                <a:lnTo>
                  <a:pt x="147" y="199"/>
                </a:lnTo>
                <a:lnTo>
                  <a:pt x="148" y="199"/>
                </a:lnTo>
                <a:lnTo>
                  <a:pt x="149" y="198"/>
                </a:lnTo>
                <a:lnTo>
                  <a:pt x="150" y="196"/>
                </a:lnTo>
                <a:lnTo>
                  <a:pt x="151" y="195"/>
                </a:lnTo>
                <a:lnTo>
                  <a:pt x="152" y="194"/>
                </a:lnTo>
                <a:lnTo>
                  <a:pt x="153" y="194"/>
                </a:lnTo>
                <a:lnTo>
                  <a:pt x="154" y="195"/>
                </a:lnTo>
                <a:lnTo>
                  <a:pt x="155" y="195"/>
                </a:lnTo>
                <a:lnTo>
                  <a:pt x="156" y="196"/>
                </a:lnTo>
                <a:lnTo>
                  <a:pt x="157" y="196"/>
                </a:lnTo>
                <a:lnTo>
                  <a:pt x="158" y="196"/>
                </a:lnTo>
                <a:lnTo>
                  <a:pt x="159" y="196"/>
                </a:lnTo>
                <a:lnTo>
                  <a:pt x="159" y="197"/>
                </a:lnTo>
                <a:lnTo>
                  <a:pt x="161" y="197"/>
                </a:lnTo>
                <a:lnTo>
                  <a:pt x="161" y="196"/>
                </a:lnTo>
                <a:lnTo>
                  <a:pt x="162" y="196"/>
                </a:lnTo>
                <a:lnTo>
                  <a:pt x="163" y="196"/>
                </a:lnTo>
                <a:lnTo>
                  <a:pt x="164" y="196"/>
                </a:lnTo>
                <a:lnTo>
                  <a:pt x="165" y="197"/>
                </a:lnTo>
                <a:lnTo>
                  <a:pt x="166" y="197"/>
                </a:lnTo>
                <a:lnTo>
                  <a:pt x="167" y="197"/>
                </a:lnTo>
                <a:lnTo>
                  <a:pt x="168" y="197"/>
                </a:lnTo>
                <a:lnTo>
                  <a:pt x="169" y="197"/>
                </a:lnTo>
                <a:lnTo>
                  <a:pt x="170" y="197"/>
                </a:lnTo>
                <a:lnTo>
                  <a:pt x="170" y="198"/>
                </a:lnTo>
                <a:lnTo>
                  <a:pt x="171" y="198"/>
                </a:lnTo>
                <a:lnTo>
                  <a:pt x="173" y="198"/>
                </a:lnTo>
                <a:lnTo>
                  <a:pt x="174" y="197"/>
                </a:lnTo>
                <a:lnTo>
                  <a:pt x="174" y="196"/>
                </a:lnTo>
                <a:lnTo>
                  <a:pt x="173" y="195"/>
                </a:lnTo>
                <a:lnTo>
                  <a:pt x="174" y="196"/>
                </a:lnTo>
                <a:lnTo>
                  <a:pt x="175" y="197"/>
                </a:lnTo>
                <a:lnTo>
                  <a:pt x="175" y="196"/>
                </a:lnTo>
                <a:lnTo>
                  <a:pt x="176" y="195"/>
                </a:lnTo>
                <a:lnTo>
                  <a:pt x="177" y="196"/>
                </a:lnTo>
                <a:lnTo>
                  <a:pt x="176" y="196"/>
                </a:lnTo>
                <a:lnTo>
                  <a:pt x="177" y="197"/>
                </a:lnTo>
                <a:lnTo>
                  <a:pt x="178" y="197"/>
                </a:lnTo>
                <a:lnTo>
                  <a:pt x="178" y="196"/>
                </a:lnTo>
                <a:lnTo>
                  <a:pt x="179" y="196"/>
                </a:lnTo>
                <a:lnTo>
                  <a:pt x="179" y="195"/>
                </a:lnTo>
                <a:lnTo>
                  <a:pt x="179" y="194"/>
                </a:lnTo>
                <a:lnTo>
                  <a:pt x="179" y="193"/>
                </a:lnTo>
                <a:lnTo>
                  <a:pt x="179" y="191"/>
                </a:lnTo>
                <a:lnTo>
                  <a:pt x="179" y="189"/>
                </a:lnTo>
                <a:lnTo>
                  <a:pt x="179" y="188"/>
                </a:lnTo>
                <a:lnTo>
                  <a:pt x="179" y="186"/>
                </a:lnTo>
                <a:lnTo>
                  <a:pt x="181" y="186"/>
                </a:lnTo>
                <a:lnTo>
                  <a:pt x="181" y="187"/>
                </a:lnTo>
                <a:lnTo>
                  <a:pt x="182" y="187"/>
                </a:lnTo>
                <a:lnTo>
                  <a:pt x="182" y="186"/>
                </a:lnTo>
                <a:lnTo>
                  <a:pt x="183" y="185"/>
                </a:lnTo>
                <a:lnTo>
                  <a:pt x="184" y="186"/>
                </a:lnTo>
                <a:lnTo>
                  <a:pt x="184" y="185"/>
                </a:lnTo>
                <a:lnTo>
                  <a:pt x="185" y="185"/>
                </a:lnTo>
                <a:lnTo>
                  <a:pt x="185" y="184"/>
                </a:lnTo>
                <a:lnTo>
                  <a:pt x="186" y="183"/>
                </a:lnTo>
                <a:lnTo>
                  <a:pt x="187" y="183"/>
                </a:lnTo>
                <a:lnTo>
                  <a:pt x="187" y="182"/>
                </a:lnTo>
                <a:lnTo>
                  <a:pt x="188" y="180"/>
                </a:lnTo>
                <a:lnTo>
                  <a:pt x="189" y="180"/>
                </a:lnTo>
                <a:lnTo>
                  <a:pt x="190" y="179"/>
                </a:lnTo>
                <a:lnTo>
                  <a:pt x="191" y="178"/>
                </a:lnTo>
                <a:lnTo>
                  <a:pt x="192" y="178"/>
                </a:lnTo>
                <a:lnTo>
                  <a:pt x="193" y="178"/>
                </a:lnTo>
                <a:lnTo>
                  <a:pt x="193" y="179"/>
                </a:lnTo>
                <a:lnTo>
                  <a:pt x="194" y="179"/>
                </a:lnTo>
                <a:lnTo>
                  <a:pt x="195" y="179"/>
                </a:lnTo>
                <a:lnTo>
                  <a:pt x="195" y="180"/>
                </a:lnTo>
                <a:lnTo>
                  <a:pt x="195" y="181"/>
                </a:lnTo>
                <a:lnTo>
                  <a:pt x="196" y="182"/>
                </a:lnTo>
                <a:lnTo>
                  <a:pt x="197" y="182"/>
                </a:lnTo>
                <a:lnTo>
                  <a:pt x="198" y="182"/>
                </a:lnTo>
                <a:lnTo>
                  <a:pt x="197" y="182"/>
                </a:lnTo>
                <a:lnTo>
                  <a:pt x="198" y="182"/>
                </a:lnTo>
                <a:lnTo>
                  <a:pt x="198" y="181"/>
                </a:lnTo>
                <a:lnTo>
                  <a:pt x="199" y="181"/>
                </a:lnTo>
                <a:lnTo>
                  <a:pt x="200" y="181"/>
                </a:lnTo>
                <a:lnTo>
                  <a:pt x="201" y="180"/>
                </a:lnTo>
                <a:lnTo>
                  <a:pt x="202" y="179"/>
                </a:lnTo>
                <a:lnTo>
                  <a:pt x="202" y="178"/>
                </a:lnTo>
                <a:lnTo>
                  <a:pt x="203" y="178"/>
                </a:lnTo>
                <a:lnTo>
                  <a:pt x="204" y="177"/>
                </a:lnTo>
                <a:lnTo>
                  <a:pt x="205" y="177"/>
                </a:lnTo>
                <a:lnTo>
                  <a:pt x="205" y="176"/>
                </a:lnTo>
                <a:lnTo>
                  <a:pt x="205" y="175"/>
                </a:lnTo>
                <a:lnTo>
                  <a:pt x="203" y="174"/>
                </a:lnTo>
                <a:lnTo>
                  <a:pt x="200" y="174"/>
                </a:lnTo>
                <a:lnTo>
                  <a:pt x="199" y="174"/>
                </a:lnTo>
                <a:lnTo>
                  <a:pt x="198" y="174"/>
                </a:lnTo>
                <a:lnTo>
                  <a:pt x="198" y="173"/>
                </a:lnTo>
                <a:lnTo>
                  <a:pt x="198" y="172"/>
                </a:lnTo>
                <a:lnTo>
                  <a:pt x="197" y="172"/>
                </a:lnTo>
                <a:lnTo>
                  <a:pt x="196" y="170"/>
                </a:lnTo>
                <a:lnTo>
                  <a:pt x="196" y="169"/>
                </a:lnTo>
                <a:lnTo>
                  <a:pt x="197" y="168"/>
                </a:lnTo>
                <a:lnTo>
                  <a:pt x="196" y="168"/>
                </a:lnTo>
                <a:lnTo>
                  <a:pt x="195" y="168"/>
                </a:lnTo>
                <a:lnTo>
                  <a:pt x="195" y="167"/>
                </a:lnTo>
                <a:lnTo>
                  <a:pt x="195" y="166"/>
                </a:lnTo>
                <a:lnTo>
                  <a:pt x="194" y="165"/>
                </a:lnTo>
                <a:lnTo>
                  <a:pt x="193" y="164"/>
                </a:lnTo>
                <a:lnTo>
                  <a:pt x="192" y="163"/>
                </a:lnTo>
                <a:lnTo>
                  <a:pt x="191" y="162"/>
                </a:lnTo>
                <a:lnTo>
                  <a:pt x="191" y="161"/>
                </a:lnTo>
                <a:lnTo>
                  <a:pt x="191" y="159"/>
                </a:lnTo>
                <a:lnTo>
                  <a:pt x="190" y="159"/>
                </a:lnTo>
                <a:lnTo>
                  <a:pt x="190" y="158"/>
                </a:lnTo>
                <a:lnTo>
                  <a:pt x="191" y="158"/>
                </a:lnTo>
                <a:lnTo>
                  <a:pt x="191" y="157"/>
                </a:lnTo>
                <a:lnTo>
                  <a:pt x="190" y="156"/>
                </a:lnTo>
                <a:lnTo>
                  <a:pt x="189" y="156"/>
                </a:lnTo>
                <a:lnTo>
                  <a:pt x="189" y="155"/>
                </a:lnTo>
                <a:lnTo>
                  <a:pt x="189" y="154"/>
                </a:lnTo>
                <a:lnTo>
                  <a:pt x="189" y="153"/>
                </a:lnTo>
                <a:lnTo>
                  <a:pt x="189" y="152"/>
                </a:lnTo>
                <a:lnTo>
                  <a:pt x="190" y="151"/>
                </a:lnTo>
                <a:lnTo>
                  <a:pt x="189" y="149"/>
                </a:lnTo>
                <a:lnTo>
                  <a:pt x="188" y="148"/>
                </a:lnTo>
                <a:lnTo>
                  <a:pt x="188" y="147"/>
                </a:lnTo>
                <a:lnTo>
                  <a:pt x="188" y="146"/>
                </a:lnTo>
                <a:lnTo>
                  <a:pt x="188" y="145"/>
                </a:lnTo>
                <a:lnTo>
                  <a:pt x="186" y="145"/>
                </a:lnTo>
                <a:lnTo>
                  <a:pt x="185" y="145"/>
                </a:lnTo>
                <a:lnTo>
                  <a:pt x="185" y="146"/>
                </a:lnTo>
                <a:lnTo>
                  <a:pt x="184" y="148"/>
                </a:lnTo>
                <a:lnTo>
                  <a:pt x="183" y="148"/>
                </a:lnTo>
                <a:lnTo>
                  <a:pt x="182" y="149"/>
                </a:lnTo>
                <a:lnTo>
                  <a:pt x="181" y="150"/>
                </a:lnTo>
                <a:lnTo>
                  <a:pt x="181" y="151"/>
                </a:lnTo>
                <a:lnTo>
                  <a:pt x="180" y="151"/>
                </a:lnTo>
                <a:lnTo>
                  <a:pt x="178" y="151"/>
                </a:lnTo>
                <a:lnTo>
                  <a:pt x="176" y="150"/>
                </a:lnTo>
                <a:lnTo>
                  <a:pt x="176" y="149"/>
                </a:lnTo>
                <a:lnTo>
                  <a:pt x="176" y="148"/>
                </a:lnTo>
                <a:lnTo>
                  <a:pt x="175" y="148"/>
                </a:lnTo>
                <a:lnTo>
                  <a:pt x="174" y="148"/>
                </a:lnTo>
                <a:lnTo>
                  <a:pt x="174" y="149"/>
                </a:lnTo>
                <a:lnTo>
                  <a:pt x="173" y="149"/>
                </a:lnTo>
                <a:lnTo>
                  <a:pt x="172" y="147"/>
                </a:lnTo>
                <a:lnTo>
                  <a:pt x="172" y="146"/>
                </a:lnTo>
                <a:lnTo>
                  <a:pt x="172" y="145"/>
                </a:lnTo>
                <a:lnTo>
                  <a:pt x="171" y="145"/>
                </a:lnTo>
                <a:lnTo>
                  <a:pt x="172" y="144"/>
                </a:lnTo>
                <a:lnTo>
                  <a:pt x="172" y="143"/>
                </a:lnTo>
                <a:lnTo>
                  <a:pt x="173" y="142"/>
                </a:lnTo>
                <a:lnTo>
                  <a:pt x="172" y="141"/>
                </a:lnTo>
                <a:lnTo>
                  <a:pt x="173" y="141"/>
                </a:lnTo>
                <a:lnTo>
                  <a:pt x="173" y="140"/>
                </a:lnTo>
                <a:lnTo>
                  <a:pt x="174" y="139"/>
                </a:lnTo>
                <a:lnTo>
                  <a:pt x="175" y="139"/>
                </a:lnTo>
                <a:lnTo>
                  <a:pt x="175" y="138"/>
                </a:lnTo>
                <a:lnTo>
                  <a:pt x="176" y="138"/>
                </a:lnTo>
                <a:lnTo>
                  <a:pt x="175" y="137"/>
                </a:lnTo>
                <a:lnTo>
                  <a:pt x="174" y="136"/>
                </a:lnTo>
                <a:lnTo>
                  <a:pt x="174" y="135"/>
                </a:lnTo>
                <a:lnTo>
                  <a:pt x="173" y="135"/>
                </a:lnTo>
                <a:lnTo>
                  <a:pt x="173" y="134"/>
                </a:lnTo>
                <a:lnTo>
                  <a:pt x="172" y="134"/>
                </a:lnTo>
                <a:lnTo>
                  <a:pt x="171" y="133"/>
                </a:lnTo>
                <a:lnTo>
                  <a:pt x="170" y="132"/>
                </a:lnTo>
                <a:lnTo>
                  <a:pt x="170" y="131"/>
                </a:lnTo>
                <a:lnTo>
                  <a:pt x="170" y="130"/>
                </a:lnTo>
                <a:lnTo>
                  <a:pt x="171" y="129"/>
                </a:lnTo>
                <a:lnTo>
                  <a:pt x="172" y="129"/>
                </a:lnTo>
                <a:lnTo>
                  <a:pt x="172" y="130"/>
                </a:lnTo>
                <a:lnTo>
                  <a:pt x="173" y="130"/>
                </a:lnTo>
                <a:lnTo>
                  <a:pt x="174" y="130"/>
                </a:lnTo>
                <a:lnTo>
                  <a:pt x="175" y="129"/>
                </a:lnTo>
                <a:lnTo>
                  <a:pt x="176" y="129"/>
                </a:lnTo>
                <a:lnTo>
                  <a:pt x="177" y="129"/>
                </a:lnTo>
                <a:lnTo>
                  <a:pt x="178" y="129"/>
                </a:lnTo>
                <a:lnTo>
                  <a:pt x="179" y="129"/>
                </a:lnTo>
                <a:lnTo>
                  <a:pt x="179" y="128"/>
                </a:lnTo>
                <a:lnTo>
                  <a:pt x="180" y="128"/>
                </a:lnTo>
                <a:lnTo>
                  <a:pt x="181" y="128"/>
                </a:lnTo>
                <a:lnTo>
                  <a:pt x="182" y="127"/>
                </a:lnTo>
                <a:lnTo>
                  <a:pt x="183" y="126"/>
                </a:lnTo>
                <a:lnTo>
                  <a:pt x="184" y="125"/>
                </a:lnTo>
                <a:lnTo>
                  <a:pt x="184" y="124"/>
                </a:lnTo>
                <a:lnTo>
                  <a:pt x="184" y="123"/>
                </a:lnTo>
                <a:lnTo>
                  <a:pt x="184" y="122"/>
                </a:lnTo>
                <a:lnTo>
                  <a:pt x="185" y="122"/>
                </a:lnTo>
                <a:lnTo>
                  <a:pt x="185" y="121"/>
                </a:lnTo>
                <a:lnTo>
                  <a:pt x="185" y="120"/>
                </a:lnTo>
                <a:lnTo>
                  <a:pt x="186" y="119"/>
                </a:lnTo>
                <a:lnTo>
                  <a:pt x="185" y="118"/>
                </a:lnTo>
                <a:lnTo>
                  <a:pt x="186" y="118"/>
                </a:lnTo>
                <a:lnTo>
                  <a:pt x="187" y="118"/>
                </a:lnTo>
                <a:lnTo>
                  <a:pt x="187" y="117"/>
                </a:lnTo>
                <a:lnTo>
                  <a:pt x="188" y="117"/>
                </a:lnTo>
                <a:lnTo>
                  <a:pt x="189" y="116"/>
                </a:lnTo>
                <a:lnTo>
                  <a:pt x="189" y="115"/>
                </a:lnTo>
                <a:lnTo>
                  <a:pt x="190" y="115"/>
                </a:lnTo>
                <a:lnTo>
                  <a:pt x="190" y="114"/>
                </a:lnTo>
                <a:lnTo>
                  <a:pt x="191" y="113"/>
                </a:lnTo>
                <a:lnTo>
                  <a:pt x="192" y="114"/>
                </a:lnTo>
                <a:lnTo>
                  <a:pt x="192" y="113"/>
                </a:lnTo>
                <a:lnTo>
                  <a:pt x="193" y="113"/>
                </a:lnTo>
                <a:lnTo>
                  <a:pt x="193" y="112"/>
                </a:lnTo>
                <a:lnTo>
                  <a:pt x="194" y="112"/>
                </a:lnTo>
                <a:lnTo>
                  <a:pt x="194" y="113"/>
                </a:lnTo>
                <a:lnTo>
                  <a:pt x="195" y="114"/>
                </a:lnTo>
                <a:lnTo>
                  <a:pt x="195" y="115"/>
                </a:lnTo>
                <a:lnTo>
                  <a:pt x="196" y="116"/>
                </a:lnTo>
                <a:lnTo>
                  <a:pt x="196" y="117"/>
                </a:lnTo>
                <a:lnTo>
                  <a:pt x="196" y="119"/>
                </a:lnTo>
                <a:lnTo>
                  <a:pt x="197" y="119"/>
                </a:lnTo>
                <a:lnTo>
                  <a:pt x="198" y="120"/>
                </a:lnTo>
                <a:lnTo>
                  <a:pt x="199" y="121"/>
                </a:lnTo>
                <a:lnTo>
                  <a:pt x="200" y="120"/>
                </a:lnTo>
                <a:lnTo>
                  <a:pt x="201" y="120"/>
                </a:lnTo>
                <a:lnTo>
                  <a:pt x="202" y="120"/>
                </a:lnTo>
                <a:lnTo>
                  <a:pt x="202" y="119"/>
                </a:lnTo>
                <a:lnTo>
                  <a:pt x="203" y="118"/>
                </a:lnTo>
                <a:lnTo>
                  <a:pt x="204" y="118"/>
                </a:lnTo>
                <a:lnTo>
                  <a:pt x="204" y="117"/>
                </a:lnTo>
                <a:lnTo>
                  <a:pt x="204" y="115"/>
                </a:lnTo>
                <a:lnTo>
                  <a:pt x="204" y="114"/>
                </a:lnTo>
                <a:lnTo>
                  <a:pt x="205" y="113"/>
                </a:lnTo>
                <a:lnTo>
                  <a:pt x="206" y="112"/>
                </a:lnTo>
                <a:lnTo>
                  <a:pt x="206" y="111"/>
                </a:lnTo>
                <a:lnTo>
                  <a:pt x="207" y="110"/>
                </a:lnTo>
                <a:lnTo>
                  <a:pt x="207" y="109"/>
                </a:lnTo>
                <a:lnTo>
                  <a:pt x="207" y="108"/>
                </a:lnTo>
                <a:lnTo>
                  <a:pt x="209" y="107"/>
                </a:lnTo>
                <a:lnTo>
                  <a:pt x="209" y="106"/>
                </a:lnTo>
                <a:lnTo>
                  <a:pt x="209" y="105"/>
                </a:lnTo>
                <a:lnTo>
                  <a:pt x="209" y="104"/>
                </a:lnTo>
                <a:lnTo>
                  <a:pt x="209" y="103"/>
                </a:lnTo>
                <a:lnTo>
                  <a:pt x="210" y="103"/>
                </a:lnTo>
                <a:lnTo>
                  <a:pt x="209" y="102"/>
                </a:lnTo>
                <a:lnTo>
                  <a:pt x="208" y="100"/>
                </a:lnTo>
                <a:lnTo>
                  <a:pt x="207" y="100"/>
                </a:lnTo>
                <a:lnTo>
                  <a:pt x="207" y="99"/>
                </a:lnTo>
                <a:lnTo>
                  <a:pt x="208" y="99"/>
                </a:lnTo>
                <a:lnTo>
                  <a:pt x="208" y="98"/>
                </a:lnTo>
                <a:lnTo>
                  <a:pt x="208" y="97"/>
                </a:lnTo>
                <a:lnTo>
                  <a:pt x="207" y="97"/>
                </a:lnTo>
                <a:lnTo>
                  <a:pt x="207" y="96"/>
                </a:lnTo>
                <a:lnTo>
                  <a:pt x="207" y="95"/>
                </a:lnTo>
                <a:lnTo>
                  <a:pt x="207" y="94"/>
                </a:lnTo>
                <a:lnTo>
                  <a:pt x="206" y="92"/>
                </a:lnTo>
                <a:lnTo>
                  <a:pt x="207" y="92"/>
                </a:lnTo>
                <a:lnTo>
                  <a:pt x="208" y="91"/>
                </a:lnTo>
                <a:lnTo>
                  <a:pt x="209" y="91"/>
                </a:lnTo>
                <a:lnTo>
                  <a:pt x="209" y="92"/>
                </a:lnTo>
                <a:lnTo>
                  <a:pt x="210" y="92"/>
                </a:lnTo>
                <a:lnTo>
                  <a:pt x="212" y="92"/>
                </a:lnTo>
                <a:lnTo>
                  <a:pt x="212" y="91"/>
                </a:lnTo>
                <a:lnTo>
                  <a:pt x="213" y="91"/>
                </a:lnTo>
                <a:lnTo>
                  <a:pt x="214" y="91"/>
                </a:lnTo>
                <a:lnTo>
                  <a:pt x="214" y="90"/>
                </a:lnTo>
                <a:lnTo>
                  <a:pt x="215" y="90"/>
                </a:lnTo>
                <a:lnTo>
                  <a:pt x="215" y="89"/>
                </a:lnTo>
                <a:lnTo>
                  <a:pt x="214" y="88"/>
                </a:lnTo>
                <a:lnTo>
                  <a:pt x="215" y="87"/>
                </a:lnTo>
                <a:lnTo>
                  <a:pt x="215" y="86"/>
                </a:lnTo>
                <a:lnTo>
                  <a:pt x="216" y="86"/>
                </a:lnTo>
                <a:lnTo>
                  <a:pt x="216" y="85"/>
                </a:lnTo>
                <a:lnTo>
                  <a:pt x="216" y="84"/>
                </a:lnTo>
                <a:lnTo>
                  <a:pt x="216" y="83"/>
                </a:lnTo>
                <a:lnTo>
                  <a:pt x="216" y="82"/>
                </a:lnTo>
                <a:lnTo>
                  <a:pt x="217" y="81"/>
                </a:lnTo>
                <a:lnTo>
                  <a:pt x="217" y="80"/>
                </a:lnTo>
                <a:lnTo>
                  <a:pt x="218" y="79"/>
                </a:lnTo>
                <a:lnTo>
                  <a:pt x="219" y="79"/>
                </a:lnTo>
                <a:lnTo>
                  <a:pt x="221" y="78"/>
                </a:lnTo>
                <a:lnTo>
                  <a:pt x="221" y="79"/>
                </a:lnTo>
                <a:lnTo>
                  <a:pt x="222" y="78"/>
                </a:lnTo>
                <a:lnTo>
                  <a:pt x="221" y="77"/>
                </a:lnTo>
                <a:lnTo>
                  <a:pt x="221" y="76"/>
                </a:lnTo>
                <a:lnTo>
                  <a:pt x="220" y="76"/>
                </a:lnTo>
                <a:lnTo>
                  <a:pt x="220" y="75"/>
                </a:lnTo>
                <a:lnTo>
                  <a:pt x="220" y="74"/>
                </a:lnTo>
                <a:lnTo>
                  <a:pt x="220" y="73"/>
                </a:lnTo>
                <a:lnTo>
                  <a:pt x="220" y="72"/>
                </a:lnTo>
                <a:lnTo>
                  <a:pt x="219" y="72"/>
                </a:lnTo>
                <a:lnTo>
                  <a:pt x="218" y="72"/>
                </a:lnTo>
                <a:lnTo>
                  <a:pt x="217" y="71"/>
                </a:lnTo>
                <a:lnTo>
                  <a:pt x="217" y="70"/>
                </a:lnTo>
                <a:lnTo>
                  <a:pt x="217" y="69"/>
                </a:lnTo>
                <a:lnTo>
                  <a:pt x="216" y="69"/>
                </a:lnTo>
                <a:lnTo>
                  <a:pt x="216" y="68"/>
                </a:lnTo>
                <a:lnTo>
                  <a:pt x="216" y="67"/>
                </a:lnTo>
                <a:lnTo>
                  <a:pt x="216" y="66"/>
                </a:lnTo>
                <a:lnTo>
                  <a:pt x="215" y="65"/>
                </a:lnTo>
                <a:lnTo>
                  <a:pt x="215" y="64"/>
                </a:lnTo>
                <a:lnTo>
                  <a:pt x="216" y="63"/>
                </a:lnTo>
                <a:lnTo>
                  <a:pt x="217" y="63"/>
                </a:lnTo>
                <a:lnTo>
                  <a:pt x="217" y="62"/>
                </a:lnTo>
                <a:lnTo>
                  <a:pt x="216" y="62"/>
                </a:lnTo>
                <a:lnTo>
                  <a:pt x="216" y="61"/>
                </a:lnTo>
                <a:lnTo>
                  <a:pt x="217" y="61"/>
                </a:lnTo>
                <a:lnTo>
                  <a:pt x="218" y="60"/>
                </a:lnTo>
                <a:lnTo>
                  <a:pt x="218" y="59"/>
                </a:lnTo>
                <a:lnTo>
                  <a:pt x="218" y="58"/>
                </a:lnTo>
                <a:lnTo>
                  <a:pt x="219" y="58"/>
                </a:lnTo>
                <a:lnTo>
                  <a:pt x="220" y="57"/>
                </a:lnTo>
                <a:lnTo>
                  <a:pt x="219" y="57"/>
                </a:lnTo>
                <a:lnTo>
                  <a:pt x="219" y="56"/>
                </a:lnTo>
                <a:lnTo>
                  <a:pt x="218" y="56"/>
                </a:lnTo>
                <a:lnTo>
                  <a:pt x="219" y="55"/>
                </a:lnTo>
                <a:lnTo>
                  <a:pt x="219" y="54"/>
                </a:lnTo>
                <a:lnTo>
                  <a:pt x="220" y="54"/>
                </a:lnTo>
                <a:lnTo>
                  <a:pt x="220" y="53"/>
                </a:lnTo>
                <a:lnTo>
                  <a:pt x="219" y="52"/>
                </a:lnTo>
                <a:lnTo>
                  <a:pt x="218" y="52"/>
                </a:lnTo>
                <a:lnTo>
                  <a:pt x="218" y="51"/>
                </a:lnTo>
                <a:lnTo>
                  <a:pt x="219" y="50"/>
                </a:lnTo>
                <a:lnTo>
                  <a:pt x="220" y="49"/>
                </a:lnTo>
                <a:lnTo>
                  <a:pt x="220" y="48"/>
                </a:lnTo>
                <a:lnTo>
                  <a:pt x="220" y="47"/>
                </a:lnTo>
                <a:lnTo>
                  <a:pt x="220" y="46"/>
                </a:lnTo>
                <a:lnTo>
                  <a:pt x="221" y="45"/>
                </a:lnTo>
                <a:lnTo>
                  <a:pt x="222" y="44"/>
                </a:lnTo>
                <a:lnTo>
                  <a:pt x="223" y="44"/>
                </a:lnTo>
                <a:lnTo>
                  <a:pt x="223" y="43"/>
                </a:lnTo>
                <a:lnTo>
                  <a:pt x="223" y="42"/>
                </a:lnTo>
                <a:lnTo>
                  <a:pt x="224" y="41"/>
                </a:lnTo>
                <a:lnTo>
                  <a:pt x="225" y="40"/>
                </a:lnTo>
                <a:lnTo>
                  <a:pt x="225" y="39"/>
                </a:lnTo>
                <a:lnTo>
                  <a:pt x="225" y="38"/>
                </a:lnTo>
                <a:lnTo>
                  <a:pt x="225" y="37"/>
                </a:lnTo>
                <a:lnTo>
                  <a:pt x="226" y="36"/>
                </a:lnTo>
                <a:lnTo>
                  <a:pt x="225" y="36"/>
                </a:lnTo>
                <a:lnTo>
                  <a:pt x="224" y="36"/>
                </a:lnTo>
                <a:lnTo>
                  <a:pt x="224" y="34"/>
                </a:lnTo>
                <a:lnTo>
                  <a:pt x="224" y="33"/>
                </a:lnTo>
                <a:lnTo>
                  <a:pt x="224" y="32"/>
                </a:lnTo>
                <a:lnTo>
                  <a:pt x="223" y="31"/>
                </a:lnTo>
                <a:lnTo>
                  <a:pt x="223" y="30"/>
                </a:lnTo>
                <a:lnTo>
                  <a:pt x="223" y="29"/>
                </a:lnTo>
                <a:lnTo>
                  <a:pt x="224" y="29"/>
                </a:lnTo>
                <a:lnTo>
                  <a:pt x="223" y="28"/>
                </a:lnTo>
                <a:lnTo>
                  <a:pt x="223" y="27"/>
                </a:lnTo>
                <a:lnTo>
                  <a:pt x="222" y="27"/>
                </a:lnTo>
                <a:lnTo>
                  <a:pt x="222" y="26"/>
                </a:lnTo>
                <a:lnTo>
                  <a:pt x="223" y="24"/>
                </a:lnTo>
                <a:lnTo>
                  <a:pt x="223" y="23"/>
                </a:lnTo>
                <a:lnTo>
                  <a:pt x="223" y="22"/>
                </a:lnTo>
                <a:lnTo>
                  <a:pt x="224" y="21"/>
                </a:lnTo>
                <a:lnTo>
                  <a:pt x="225" y="21"/>
                </a:lnTo>
                <a:lnTo>
                  <a:pt x="226" y="21"/>
                </a:lnTo>
                <a:lnTo>
                  <a:pt x="226" y="20"/>
                </a:lnTo>
                <a:lnTo>
                  <a:pt x="225" y="20"/>
                </a:lnTo>
                <a:lnTo>
                  <a:pt x="224" y="19"/>
                </a:lnTo>
                <a:lnTo>
                  <a:pt x="223" y="19"/>
                </a:lnTo>
                <a:lnTo>
                  <a:pt x="224" y="19"/>
                </a:lnTo>
                <a:lnTo>
                  <a:pt x="224" y="18"/>
                </a:lnTo>
                <a:lnTo>
                  <a:pt x="223" y="18"/>
                </a:lnTo>
                <a:lnTo>
                  <a:pt x="222" y="19"/>
                </a:lnTo>
                <a:lnTo>
                  <a:pt x="221" y="19"/>
                </a:lnTo>
                <a:lnTo>
                  <a:pt x="221" y="18"/>
                </a:lnTo>
                <a:lnTo>
                  <a:pt x="220" y="18"/>
                </a:lnTo>
                <a:lnTo>
                  <a:pt x="220" y="17"/>
                </a:lnTo>
                <a:lnTo>
                  <a:pt x="220" y="16"/>
                </a:lnTo>
                <a:lnTo>
                  <a:pt x="221" y="16"/>
                </a:lnTo>
                <a:lnTo>
                  <a:pt x="222" y="15"/>
                </a:lnTo>
                <a:lnTo>
                  <a:pt x="223" y="14"/>
                </a:lnTo>
                <a:lnTo>
                  <a:pt x="224" y="14"/>
                </a:lnTo>
                <a:lnTo>
                  <a:pt x="224" y="15"/>
                </a:lnTo>
                <a:lnTo>
                  <a:pt x="225" y="15"/>
                </a:lnTo>
                <a:lnTo>
                  <a:pt x="225" y="14"/>
                </a:lnTo>
                <a:lnTo>
                  <a:pt x="225" y="13"/>
                </a:lnTo>
                <a:lnTo>
                  <a:pt x="224" y="13"/>
                </a:lnTo>
                <a:lnTo>
                  <a:pt x="223" y="14"/>
                </a:lnTo>
                <a:lnTo>
                  <a:pt x="223" y="13"/>
                </a:lnTo>
                <a:lnTo>
                  <a:pt x="223" y="12"/>
                </a:lnTo>
                <a:lnTo>
                  <a:pt x="223" y="11"/>
                </a:lnTo>
                <a:lnTo>
                  <a:pt x="224" y="10"/>
                </a:lnTo>
                <a:lnTo>
                  <a:pt x="225" y="10"/>
                </a:lnTo>
                <a:lnTo>
                  <a:pt x="225" y="9"/>
                </a:lnTo>
                <a:lnTo>
                  <a:pt x="226" y="8"/>
                </a:lnTo>
                <a:lnTo>
                  <a:pt x="227" y="8"/>
                </a:lnTo>
                <a:lnTo>
                  <a:pt x="229" y="8"/>
                </a:lnTo>
                <a:lnTo>
                  <a:pt x="229" y="7"/>
                </a:lnTo>
                <a:lnTo>
                  <a:pt x="230" y="7"/>
                </a:lnTo>
                <a:lnTo>
                  <a:pt x="230" y="8"/>
                </a:lnTo>
                <a:lnTo>
                  <a:pt x="231" y="8"/>
                </a:lnTo>
                <a:lnTo>
                  <a:pt x="232" y="8"/>
                </a:lnTo>
                <a:lnTo>
                  <a:pt x="233" y="9"/>
                </a:lnTo>
                <a:lnTo>
                  <a:pt x="234" y="9"/>
                </a:lnTo>
                <a:lnTo>
                  <a:pt x="235" y="8"/>
                </a:lnTo>
                <a:lnTo>
                  <a:pt x="235" y="7"/>
                </a:lnTo>
                <a:lnTo>
                  <a:pt x="236" y="6"/>
                </a:lnTo>
                <a:lnTo>
                  <a:pt x="235" y="6"/>
                </a:lnTo>
                <a:lnTo>
                  <a:pt x="236" y="5"/>
                </a:lnTo>
                <a:lnTo>
                  <a:pt x="237" y="5"/>
                </a:lnTo>
                <a:lnTo>
                  <a:pt x="238" y="4"/>
                </a:lnTo>
                <a:lnTo>
                  <a:pt x="238" y="5"/>
                </a:lnTo>
                <a:lnTo>
                  <a:pt x="239" y="5"/>
                </a:lnTo>
                <a:lnTo>
                  <a:pt x="239" y="4"/>
                </a:lnTo>
                <a:lnTo>
                  <a:pt x="240" y="4"/>
                </a:lnTo>
                <a:lnTo>
                  <a:pt x="240" y="5"/>
                </a:lnTo>
                <a:lnTo>
                  <a:pt x="241" y="5"/>
                </a:lnTo>
                <a:lnTo>
                  <a:pt x="242" y="4"/>
                </a:lnTo>
                <a:lnTo>
                  <a:pt x="243" y="4"/>
                </a:lnTo>
                <a:lnTo>
                  <a:pt x="244" y="3"/>
                </a:lnTo>
                <a:lnTo>
                  <a:pt x="244" y="2"/>
                </a:lnTo>
                <a:lnTo>
                  <a:pt x="245" y="2"/>
                </a:lnTo>
                <a:lnTo>
                  <a:pt x="246" y="1"/>
                </a:lnTo>
                <a:lnTo>
                  <a:pt x="248" y="2"/>
                </a:lnTo>
                <a:lnTo>
                  <a:pt x="249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4" name=""/>
          <p:cNvSpPr/>
          <p:nvPr/>
        </p:nvSpPr>
        <p:spPr>
          <a:xfrm>
            <a:off x="8506080" y="20203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5"/>
                </a:move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6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5" name=""/>
          <p:cNvSpPr/>
          <p:nvPr/>
        </p:nvSpPr>
        <p:spPr>
          <a:xfrm>
            <a:off x="8496360" y="1940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3" y="0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6" name=""/>
          <p:cNvSpPr/>
          <p:nvPr/>
        </p:nvSpPr>
        <p:spPr>
          <a:xfrm>
            <a:off x="8506800" y="2163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0"/>
                </a:moveTo>
                <a:lnTo>
                  <a:pt x="4" y="2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7" name=""/>
          <p:cNvSpPr/>
          <p:nvPr/>
        </p:nvSpPr>
        <p:spPr>
          <a:xfrm>
            <a:off x="8507520" y="2163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0"/>
                </a:moveTo>
                <a:lnTo>
                  <a:pt x="4" y="0"/>
                </a:lnTo>
                <a:lnTo>
                  <a:pt x="4" y="3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8" name=""/>
          <p:cNvSpPr/>
          <p:nvPr/>
        </p:nvSpPr>
        <p:spPr>
          <a:xfrm>
            <a:off x="8514360" y="21297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9" name=""/>
          <p:cNvSpPr/>
          <p:nvPr/>
        </p:nvSpPr>
        <p:spPr>
          <a:xfrm>
            <a:off x="8513640" y="212652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0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0" name=""/>
          <p:cNvSpPr/>
          <p:nvPr/>
        </p:nvSpPr>
        <p:spPr>
          <a:xfrm>
            <a:off x="8510040" y="212616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0" y="6"/>
                </a:moveTo>
                <a:lnTo>
                  <a:pt x="0" y="5"/>
                </a:lnTo>
                <a:lnTo>
                  <a:pt x="1" y="3"/>
                </a:lnTo>
                <a:lnTo>
                  <a:pt x="1" y="5"/>
                </a:lnTo>
                <a:lnTo>
                  <a:pt x="2" y="5"/>
                </a:lnTo>
                <a:lnTo>
                  <a:pt x="4" y="3"/>
                </a:lnTo>
                <a:lnTo>
                  <a:pt x="5" y="1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2" y="6"/>
                </a:lnTo>
                <a:lnTo>
                  <a:pt x="0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1" name=""/>
          <p:cNvSpPr/>
          <p:nvPr/>
        </p:nvSpPr>
        <p:spPr>
          <a:xfrm>
            <a:off x="8520120" y="212508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2" y="3"/>
                </a:moveTo>
                <a:lnTo>
                  <a:pt x="2" y="5"/>
                </a:lnTo>
                <a:lnTo>
                  <a:pt x="2" y="7"/>
                </a:lnTo>
                <a:lnTo>
                  <a:pt x="1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4" y="1"/>
                </a:lnTo>
                <a:lnTo>
                  <a:pt x="5" y="0"/>
                </a:lnTo>
                <a:lnTo>
                  <a:pt x="6" y="2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2" name=""/>
          <p:cNvSpPr/>
          <p:nvPr/>
        </p:nvSpPr>
        <p:spPr>
          <a:xfrm>
            <a:off x="8512200" y="2124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3"/>
                </a:move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3" name=""/>
          <p:cNvSpPr/>
          <p:nvPr/>
        </p:nvSpPr>
        <p:spPr>
          <a:xfrm>
            <a:off x="8526600" y="2114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3"/>
                </a:moveTo>
                <a:lnTo>
                  <a:pt x="0" y="1"/>
                </a:lnTo>
                <a:lnTo>
                  <a:pt x="3" y="0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4" name=""/>
          <p:cNvSpPr/>
          <p:nvPr/>
        </p:nvSpPr>
        <p:spPr>
          <a:xfrm>
            <a:off x="8527320" y="2109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5" name=""/>
          <p:cNvSpPr/>
          <p:nvPr/>
        </p:nvSpPr>
        <p:spPr>
          <a:xfrm>
            <a:off x="8526600" y="21092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6" name=""/>
          <p:cNvSpPr/>
          <p:nvPr/>
        </p:nvSpPr>
        <p:spPr>
          <a:xfrm>
            <a:off x="8525880" y="21045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1"/>
                </a:moveTo>
                <a:lnTo>
                  <a:pt x="3" y="0"/>
                </a:lnTo>
                <a:lnTo>
                  <a:pt x="3" y="2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7" name=""/>
          <p:cNvSpPr/>
          <p:nvPr/>
        </p:nvSpPr>
        <p:spPr>
          <a:xfrm>
            <a:off x="8526240" y="2100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8" name=""/>
          <p:cNvSpPr/>
          <p:nvPr/>
        </p:nvSpPr>
        <p:spPr>
          <a:xfrm>
            <a:off x="8526960" y="21006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9" name=""/>
          <p:cNvSpPr/>
          <p:nvPr/>
        </p:nvSpPr>
        <p:spPr>
          <a:xfrm>
            <a:off x="8525520" y="21002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2"/>
                </a:move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0" name=""/>
          <p:cNvSpPr/>
          <p:nvPr/>
        </p:nvSpPr>
        <p:spPr>
          <a:xfrm>
            <a:off x="8524440" y="209952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7" y="2"/>
                </a:moveTo>
                <a:lnTo>
                  <a:pt x="5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7" y="0"/>
                </a:lnTo>
                <a:lnTo>
                  <a:pt x="7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1" name=""/>
          <p:cNvSpPr/>
          <p:nvPr/>
        </p:nvSpPr>
        <p:spPr>
          <a:xfrm>
            <a:off x="8522280" y="209556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6" y="5"/>
                </a:move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8" y="5"/>
                </a:lnTo>
                <a:lnTo>
                  <a:pt x="8" y="6"/>
                </a:lnTo>
                <a:lnTo>
                  <a:pt x="9" y="6"/>
                </a:lnTo>
                <a:lnTo>
                  <a:pt x="8" y="6"/>
                </a:lnTo>
                <a:lnTo>
                  <a:pt x="9" y="6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6" y="8"/>
                </a:lnTo>
                <a:lnTo>
                  <a:pt x="6" y="7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2" y="7"/>
                </a:lnTo>
                <a:lnTo>
                  <a:pt x="1" y="7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1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2" name=""/>
          <p:cNvSpPr/>
          <p:nvPr/>
        </p:nvSpPr>
        <p:spPr>
          <a:xfrm>
            <a:off x="8520120" y="206496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3" y="4"/>
                </a:move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3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9" y="4"/>
                </a:lnTo>
                <a:lnTo>
                  <a:pt x="8" y="5"/>
                </a:lnTo>
                <a:lnTo>
                  <a:pt x="7" y="5"/>
                </a:lnTo>
                <a:lnTo>
                  <a:pt x="6" y="4"/>
                </a:lnTo>
                <a:lnTo>
                  <a:pt x="5" y="3"/>
                </a:lnTo>
                <a:lnTo>
                  <a:pt x="3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3" name=""/>
          <p:cNvSpPr/>
          <p:nvPr/>
        </p:nvSpPr>
        <p:spPr>
          <a:xfrm>
            <a:off x="8517960" y="2053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5" y="2"/>
                </a:lnTo>
                <a:lnTo>
                  <a:pt x="4" y="4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4" name=""/>
          <p:cNvSpPr/>
          <p:nvPr/>
        </p:nvSpPr>
        <p:spPr>
          <a:xfrm>
            <a:off x="8520120" y="20509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5" name=""/>
          <p:cNvSpPr/>
          <p:nvPr/>
        </p:nvSpPr>
        <p:spPr>
          <a:xfrm>
            <a:off x="8525880" y="2049480"/>
            <a:ext cx="4320" cy="3600"/>
          </a:xfrm>
          <a:custGeom>
            <a:avLst/>
            <a:gdLst/>
            <a:ahLst/>
            <a:rect l="0" t="0" r="r" b="b"/>
            <a:pathLst>
              <a:path w="12" h="10">
                <a:moveTo>
                  <a:pt x="10" y="2"/>
                </a:move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9" y="4"/>
                </a:lnTo>
                <a:lnTo>
                  <a:pt x="10" y="4"/>
                </a:lnTo>
                <a:lnTo>
                  <a:pt x="12" y="4"/>
                </a:lnTo>
                <a:lnTo>
                  <a:pt x="10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2" y="7"/>
                </a:lnTo>
                <a:lnTo>
                  <a:pt x="10" y="8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7" y="10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5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0" y="5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1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6" name=""/>
          <p:cNvSpPr/>
          <p:nvPr/>
        </p:nvSpPr>
        <p:spPr>
          <a:xfrm>
            <a:off x="8519040" y="20498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0"/>
                </a:move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7" name=""/>
          <p:cNvSpPr/>
          <p:nvPr/>
        </p:nvSpPr>
        <p:spPr>
          <a:xfrm>
            <a:off x="8512200" y="2044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8" name=""/>
          <p:cNvSpPr/>
          <p:nvPr/>
        </p:nvSpPr>
        <p:spPr>
          <a:xfrm>
            <a:off x="8523360" y="2034000"/>
            <a:ext cx="1080" cy="2520"/>
          </a:xfrm>
          <a:custGeom>
            <a:avLst/>
            <a:gdLst/>
            <a:ahLst/>
            <a:rect l="0" t="0" r="r" b="b"/>
            <a:pathLst>
              <a:path w="3" h="7">
                <a:moveTo>
                  <a:pt x="0" y="4"/>
                </a:moveTo>
                <a:lnTo>
                  <a:pt x="0" y="3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9" name=""/>
          <p:cNvSpPr/>
          <p:nvPr/>
        </p:nvSpPr>
        <p:spPr>
          <a:xfrm>
            <a:off x="8507880" y="2022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0" name=""/>
          <p:cNvSpPr/>
          <p:nvPr/>
        </p:nvSpPr>
        <p:spPr>
          <a:xfrm>
            <a:off x="8508600" y="2021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1" name=""/>
          <p:cNvSpPr/>
          <p:nvPr/>
        </p:nvSpPr>
        <p:spPr>
          <a:xfrm>
            <a:off x="8507160" y="2019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2" name=""/>
          <p:cNvSpPr/>
          <p:nvPr/>
        </p:nvSpPr>
        <p:spPr>
          <a:xfrm>
            <a:off x="8509320" y="2019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3" name=""/>
          <p:cNvSpPr/>
          <p:nvPr/>
        </p:nvSpPr>
        <p:spPr>
          <a:xfrm>
            <a:off x="8512200" y="2018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4" name=""/>
          <p:cNvSpPr/>
          <p:nvPr/>
        </p:nvSpPr>
        <p:spPr>
          <a:xfrm>
            <a:off x="8512200" y="2018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noFill/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5" name=""/>
          <p:cNvSpPr/>
          <p:nvPr/>
        </p:nvSpPr>
        <p:spPr>
          <a:xfrm>
            <a:off x="8512560" y="20174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3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6" name=""/>
          <p:cNvSpPr/>
          <p:nvPr/>
        </p:nvSpPr>
        <p:spPr>
          <a:xfrm>
            <a:off x="8516520" y="2013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7" name=""/>
          <p:cNvSpPr/>
          <p:nvPr/>
        </p:nvSpPr>
        <p:spPr>
          <a:xfrm>
            <a:off x="8524080" y="198540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7" y="13"/>
                </a:move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3" y="12"/>
                </a:lnTo>
                <a:lnTo>
                  <a:pt x="1" y="9"/>
                </a:lnTo>
                <a:lnTo>
                  <a:pt x="0" y="8"/>
                </a:lnTo>
                <a:lnTo>
                  <a:pt x="0" y="6"/>
                </a:lnTo>
                <a:lnTo>
                  <a:pt x="3" y="4"/>
                </a:lnTo>
                <a:lnTo>
                  <a:pt x="4" y="3"/>
                </a:lnTo>
                <a:lnTo>
                  <a:pt x="6" y="0"/>
                </a:lnTo>
                <a:lnTo>
                  <a:pt x="7" y="0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4"/>
                </a:lnTo>
                <a:lnTo>
                  <a:pt x="12" y="5"/>
                </a:lnTo>
                <a:lnTo>
                  <a:pt x="13" y="5"/>
                </a:lnTo>
                <a:lnTo>
                  <a:pt x="14" y="6"/>
                </a:lnTo>
                <a:lnTo>
                  <a:pt x="14" y="8"/>
                </a:lnTo>
                <a:lnTo>
                  <a:pt x="14" y="9"/>
                </a:lnTo>
                <a:lnTo>
                  <a:pt x="14" y="10"/>
                </a:lnTo>
                <a:lnTo>
                  <a:pt x="13" y="10"/>
                </a:lnTo>
                <a:lnTo>
                  <a:pt x="11" y="12"/>
                </a:lnTo>
                <a:lnTo>
                  <a:pt x="10" y="12"/>
                </a:lnTo>
                <a:lnTo>
                  <a:pt x="8" y="13"/>
                </a:lnTo>
                <a:lnTo>
                  <a:pt x="7" y="1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8" name=""/>
          <p:cNvSpPr/>
          <p:nvPr/>
        </p:nvSpPr>
        <p:spPr>
          <a:xfrm>
            <a:off x="8516880" y="1975680"/>
            <a:ext cx="6840" cy="10080"/>
          </a:xfrm>
          <a:custGeom>
            <a:avLst/>
            <a:gdLst/>
            <a:ahLst/>
            <a:rect l="0" t="0" r="r" b="b"/>
            <a:pathLst>
              <a:path w="19" h="28">
                <a:moveTo>
                  <a:pt x="3" y="1"/>
                </a:move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8" y="3"/>
                </a:lnTo>
                <a:lnTo>
                  <a:pt x="8" y="4"/>
                </a:lnTo>
                <a:lnTo>
                  <a:pt x="10" y="6"/>
                </a:lnTo>
                <a:lnTo>
                  <a:pt x="11" y="7"/>
                </a:lnTo>
                <a:lnTo>
                  <a:pt x="12" y="8"/>
                </a:lnTo>
                <a:lnTo>
                  <a:pt x="13" y="8"/>
                </a:lnTo>
                <a:lnTo>
                  <a:pt x="16" y="8"/>
                </a:lnTo>
                <a:lnTo>
                  <a:pt x="16" y="9"/>
                </a:lnTo>
                <a:lnTo>
                  <a:pt x="16" y="10"/>
                </a:lnTo>
                <a:lnTo>
                  <a:pt x="16" y="12"/>
                </a:lnTo>
                <a:lnTo>
                  <a:pt x="17" y="14"/>
                </a:lnTo>
                <a:lnTo>
                  <a:pt x="18" y="16"/>
                </a:lnTo>
                <a:lnTo>
                  <a:pt x="18" y="17"/>
                </a:lnTo>
                <a:lnTo>
                  <a:pt x="19" y="18"/>
                </a:lnTo>
                <a:lnTo>
                  <a:pt x="19" y="19"/>
                </a:lnTo>
                <a:lnTo>
                  <a:pt x="19" y="20"/>
                </a:lnTo>
                <a:lnTo>
                  <a:pt x="18" y="21"/>
                </a:lnTo>
                <a:lnTo>
                  <a:pt x="16" y="23"/>
                </a:lnTo>
                <a:lnTo>
                  <a:pt x="14" y="23"/>
                </a:lnTo>
                <a:lnTo>
                  <a:pt x="12" y="24"/>
                </a:lnTo>
                <a:lnTo>
                  <a:pt x="11" y="25"/>
                </a:lnTo>
                <a:lnTo>
                  <a:pt x="11" y="26"/>
                </a:lnTo>
                <a:lnTo>
                  <a:pt x="10" y="27"/>
                </a:lnTo>
                <a:lnTo>
                  <a:pt x="9" y="28"/>
                </a:lnTo>
                <a:lnTo>
                  <a:pt x="8" y="28"/>
                </a:lnTo>
                <a:lnTo>
                  <a:pt x="7" y="28"/>
                </a:lnTo>
                <a:lnTo>
                  <a:pt x="6" y="27"/>
                </a:lnTo>
                <a:lnTo>
                  <a:pt x="6" y="28"/>
                </a:lnTo>
                <a:lnTo>
                  <a:pt x="5" y="28"/>
                </a:lnTo>
                <a:lnTo>
                  <a:pt x="5" y="27"/>
                </a:lnTo>
                <a:lnTo>
                  <a:pt x="5" y="26"/>
                </a:lnTo>
                <a:lnTo>
                  <a:pt x="4" y="25"/>
                </a:lnTo>
                <a:lnTo>
                  <a:pt x="4" y="24"/>
                </a:lnTo>
                <a:lnTo>
                  <a:pt x="3" y="24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3" y="21"/>
                </a:lnTo>
                <a:lnTo>
                  <a:pt x="4" y="20"/>
                </a:lnTo>
                <a:lnTo>
                  <a:pt x="3" y="18"/>
                </a:lnTo>
                <a:lnTo>
                  <a:pt x="2" y="15"/>
                </a:lnTo>
                <a:lnTo>
                  <a:pt x="1" y="15"/>
                </a:lnTo>
                <a:lnTo>
                  <a:pt x="1" y="14"/>
                </a:lnTo>
                <a:lnTo>
                  <a:pt x="1" y="13"/>
                </a:lnTo>
                <a:lnTo>
                  <a:pt x="1" y="10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9" name=""/>
          <p:cNvSpPr/>
          <p:nvPr/>
        </p:nvSpPr>
        <p:spPr>
          <a:xfrm>
            <a:off x="8515440" y="19771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1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0" name=""/>
          <p:cNvSpPr/>
          <p:nvPr/>
        </p:nvSpPr>
        <p:spPr>
          <a:xfrm>
            <a:off x="8524440" y="19771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0"/>
                </a:moveTo>
                <a:lnTo>
                  <a:pt x="4" y="0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1" name=""/>
          <p:cNvSpPr/>
          <p:nvPr/>
        </p:nvSpPr>
        <p:spPr>
          <a:xfrm>
            <a:off x="8525160" y="1975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2" name=""/>
          <p:cNvSpPr/>
          <p:nvPr/>
        </p:nvSpPr>
        <p:spPr>
          <a:xfrm>
            <a:off x="8520840" y="1973880"/>
            <a:ext cx="3600" cy="3960"/>
          </a:xfrm>
          <a:custGeom>
            <a:avLst/>
            <a:gdLst/>
            <a:ahLst/>
            <a:rect l="0" t="0" r="r" b="b"/>
            <a:pathLst>
              <a:path w="10" h="11">
                <a:moveTo>
                  <a:pt x="8" y="9"/>
                </a:moveTo>
                <a:lnTo>
                  <a:pt x="8" y="10"/>
                </a:lnTo>
                <a:lnTo>
                  <a:pt x="5" y="11"/>
                </a:lnTo>
                <a:lnTo>
                  <a:pt x="4" y="11"/>
                </a:lnTo>
                <a:lnTo>
                  <a:pt x="4" y="10"/>
                </a:lnTo>
                <a:lnTo>
                  <a:pt x="5" y="9"/>
                </a:lnTo>
                <a:lnTo>
                  <a:pt x="5" y="8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2" y="3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3"/>
                </a:lnTo>
                <a:lnTo>
                  <a:pt x="9" y="6"/>
                </a:lnTo>
                <a:lnTo>
                  <a:pt x="9" y="7"/>
                </a:lnTo>
                <a:lnTo>
                  <a:pt x="8" y="9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3" name=""/>
          <p:cNvSpPr/>
          <p:nvPr/>
        </p:nvSpPr>
        <p:spPr>
          <a:xfrm>
            <a:off x="8524440" y="1974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4" name=""/>
          <p:cNvSpPr/>
          <p:nvPr/>
        </p:nvSpPr>
        <p:spPr>
          <a:xfrm>
            <a:off x="8517600" y="19742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4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5" name=""/>
          <p:cNvSpPr/>
          <p:nvPr/>
        </p:nvSpPr>
        <p:spPr>
          <a:xfrm>
            <a:off x="8518680" y="19591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2"/>
                </a:move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6" name=""/>
          <p:cNvSpPr/>
          <p:nvPr/>
        </p:nvSpPr>
        <p:spPr>
          <a:xfrm>
            <a:off x="8520840" y="1956600"/>
            <a:ext cx="2520" cy="4320"/>
          </a:xfrm>
          <a:custGeom>
            <a:avLst/>
            <a:gdLst/>
            <a:ahLst/>
            <a:rect l="0" t="0" r="r" b="b"/>
            <a:pathLst>
              <a:path w="7" h="12">
                <a:moveTo>
                  <a:pt x="4" y="9"/>
                </a:moveTo>
                <a:lnTo>
                  <a:pt x="4" y="11"/>
                </a:lnTo>
                <a:lnTo>
                  <a:pt x="3" y="12"/>
                </a:lnTo>
                <a:lnTo>
                  <a:pt x="2" y="12"/>
                </a:lnTo>
                <a:lnTo>
                  <a:pt x="0" y="9"/>
                </a:lnTo>
                <a:lnTo>
                  <a:pt x="0" y="8"/>
                </a:lnTo>
                <a:lnTo>
                  <a:pt x="2" y="8"/>
                </a:lnTo>
                <a:lnTo>
                  <a:pt x="2" y="7"/>
                </a:lnTo>
                <a:lnTo>
                  <a:pt x="3" y="6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3"/>
                </a:lnTo>
                <a:lnTo>
                  <a:pt x="5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7" name=""/>
          <p:cNvSpPr/>
          <p:nvPr/>
        </p:nvSpPr>
        <p:spPr>
          <a:xfrm>
            <a:off x="8523720" y="19371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0" y="3"/>
                </a:moveTo>
                <a:lnTo>
                  <a:pt x="0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5"/>
                </a:lnTo>
                <a:lnTo>
                  <a:pt x="4" y="7"/>
                </a:lnTo>
                <a:lnTo>
                  <a:pt x="3" y="5"/>
                </a:lnTo>
                <a:lnTo>
                  <a:pt x="2" y="4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8" name=""/>
          <p:cNvSpPr/>
          <p:nvPr/>
        </p:nvSpPr>
        <p:spPr>
          <a:xfrm>
            <a:off x="8526240" y="19353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5" y="1"/>
                </a:lnTo>
                <a:lnTo>
                  <a:pt x="6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9" name=""/>
          <p:cNvSpPr/>
          <p:nvPr/>
        </p:nvSpPr>
        <p:spPr>
          <a:xfrm>
            <a:off x="8521920" y="1933560"/>
            <a:ext cx="5040" cy="3240"/>
          </a:xfrm>
          <a:custGeom>
            <a:avLst/>
            <a:gdLst/>
            <a:ahLst/>
            <a:rect l="0" t="0" r="r" b="b"/>
            <a:pathLst>
              <a:path w="14" h="9">
                <a:moveTo>
                  <a:pt x="13" y="7"/>
                </a:moveTo>
                <a:lnTo>
                  <a:pt x="12" y="7"/>
                </a:lnTo>
                <a:lnTo>
                  <a:pt x="13" y="8"/>
                </a:lnTo>
                <a:lnTo>
                  <a:pt x="12" y="9"/>
                </a:lnTo>
                <a:lnTo>
                  <a:pt x="6" y="7"/>
                </a:lnTo>
                <a:lnTo>
                  <a:pt x="3" y="5"/>
                </a:lnTo>
                <a:lnTo>
                  <a:pt x="1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7" y="3"/>
                </a:lnTo>
                <a:lnTo>
                  <a:pt x="9" y="4"/>
                </a:lnTo>
                <a:lnTo>
                  <a:pt x="13" y="5"/>
                </a:lnTo>
                <a:lnTo>
                  <a:pt x="14" y="5"/>
                </a:lnTo>
                <a:lnTo>
                  <a:pt x="14" y="6"/>
                </a:lnTo>
                <a:lnTo>
                  <a:pt x="13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0" name=""/>
          <p:cNvSpPr/>
          <p:nvPr/>
        </p:nvSpPr>
        <p:spPr>
          <a:xfrm>
            <a:off x="8520120" y="1933200"/>
            <a:ext cx="2880" cy="720"/>
          </a:xfrm>
          <a:custGeom>
            <a:avLst/>
            <a:gdLst/>
            <a:ahLst/>
            <a:rect l="0" t="0" r="r" b="b"/>
            <a:pathLst>
              <a:path w="8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6" y="0"/>
                </a:lnTo>
                <a:lnTo>
                  <a:pt x="6" y="2"/>
                </a:lnTo>
                <a:lnTo>
                  <a:pt x="8" y="2"/>
                </a:lnTo>
                <a:lnTo>
                  <a:pt x="6" y="2"/>
                </a:lnTo>
                <a:lnTo>
                  <a:pt x="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1" name=""/>
          <p:cNvSpPr/>
          <p:nvPr/>
        </p:nvSpPr>
        <p:spPr>
          <a:xfrm>
            <a:off x="8528760" y="2109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2" name=""/>
          <p:cNvSpPr/>
          <p:nvPr/>
        </p:nvSpPr>
        <p:spPr>
          <a:xfrm>
            <a:off x="8527680" y="2103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3" name=""/>
          <p:cNvSpPr/>
          <p:nvPr/>
        </p:nvSpPr>
        <p:spPr>
          <a:xfrm>
            <a:off x="8528040" y="2102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4" name=""/>
          <p:cNvSpPr/>
          <p:nvPr/>
        </p:nvSpPr>
        <p:spPr>
          <a:xfrm>
            <a:off x="8530560" y="2102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5" name=""/>
          <p:cNvSpPr/>
          <p:nvPr/>
        </p:nvSpPr>
        <p:spPr>
          <a:xfrm>
            <a:off x="8533080" y="2085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6" name=""/>
          <p:cNvSpPr/>
          <p:nvPr/>
        </p:nvSpPr>
        <p:spPr>
          <a:xfrm>
            <a:off x="8533080" y="20851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7" name=""/>
          <p:cNvSpPr/>
          <p:nvPr/>
        </p:nvSpPr>
        <p:spPr>
          <a:xfrm>
            <a:off x="8529120" y="207828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6" y="4"/>
                </a:moveTo>
                <a:lnTo>
                  <a:pt x="6" y="5"/>
                </a:lnTo>
                <a:lnTo>
                  <a:pt x="6" y="6"/>
                </a:lnTo>
                <a:lnTo>
                  <a:pt x="5" y="7"/>
                </a:lnTo>
                <a:lnTo>
                  <a:pt x="4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8" y="1"/>
                </a:lnTo>
                <a:lnTo>
                  <a:pt x="6" y="3"/>
                </a:lnTo>
                <a:lnTo>
                  <a:pt x="6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8" name=""/>
          <p:cNvSpPr/>
          <p:nvPr/>
        </p:nvSpPr>
        <p:spPr>
          <a:xfrm>
            <a:off x="8533800" y="207396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4" y="5"/>
                </a:move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4" y="7"/>
                </a:lnTo>
                <a:lnTo>
                  <a:pt x="4" y="6"/>
                </a:lnTo>
                <a:lnTo>
                  <a:pt x="2" y="6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1"/>
                </a:lnTo>
                <a:lnTo>
                  <a:pt x="2" y="1"/>
                </a:lnTo>
                <a:lnTo>
                  <a:pt x="4" y="3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4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9" name=""/>
          <p:cNvSpPr/>
          <p:nvPr/>
        </p:nvSpPr>
        <p:spPr>
          <a:xfrm>
            <a:off x="8531640" y="2073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3"/>
                </a:lnTo>
                <a:lnTo>
                  <a:pt x="2" y="4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0" name=""/>
          <p:cNvSpPr/>
          <p:nvPr/>
        </p:nvSpPr>
        <p:spPr>
          <a:xfrm>
            <a:off x="8532720" y="2069640"/>
            <a:ext cx="2880" cy="3600"/>
          </a:xfrm>
          <a:custGeom>
            <a:avLst/>
            <a:gdLst/>
            <a:ahLst/>
            <a:rect l="0" t="0" r="r" b="b"/>
            <a:pathLst>
              <a:path w="8" h="10">
                <a:moveTo>
                  <a:pt x="5" y="3"/>
                </a:moveTo>
                <a:lnTo>
                  <a:pt x="5" y="6"/>
                </a:lnTo>
                <a:lnTo>
                  <a:pt x="4" y="8"/>
                </a:lnTo>
                <a:lnTo>
                  <a:pt x="2" y="10"/>
                </a:lnTo>
                <a:lnTo>
                  <a:pt x="0" y="10"/>
                </a:lnTo>
                <a:lnTo>
                  <a:pt x="2" y="10"/>
                </a:lnTo>
                <a:lnTo>
                  <a:pt x="3" y="9"/>
                </a:lnTo>
                <a:lnTo>
                  <a:pt x="3" y="8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8" y="2"/>
                </a:lnTo>
                <a:lnTo>
                  <a:pt x="8" y="3"/>
                </a:lnTo>
                <a:lnTo>
                  <a:pt x="5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1" name=""/>
          <p:cNvSpPr/>
          <p:nvPr/>
        </p:nvSpPr>
        <p:spPr>
          <a:xfrm>
            <a:off x="8535240" y="20516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2" name=""/>
          <p:cNvSpPr/>
          <p:nvPr/>
        </p:nvSpPr>
        <p:spPr>
          <a:xfrm>
            <a:off x="8524800" y="2045520"/>
            <a:ext cx="7560" cy="4680"/>
          </a:xfrm>
          <a:custGeom>
            <a:avLst/>
            <a:gdLst/>
            <a:ahLst/>
            <a:rect l="0" t="0" r="r" b="b"/>
            <a:pathLst>
              <a:path w="21" h="13">
                <a:moveTo>
                  <a:pt x="16" y="0"/>
                </a:moveTo>
                <a:lnTo>
                  <a:pt x="16" y="1"/>
                </a:lnTo>
                <a:lnTo>
                  <a:pt x="17" y="1"/>
                </a:lnTo>
                <a:lnTo>
                  <a:pt x="17" y="2"/>
                </a:lnTo>
                <a:lnTo>
                  <a:pt x="16" y="3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0" y="5"/>
                </a:lnTo>
                <a:lnTo>
                  <a:pt x="21" y="5"/>
                </a:lnTo>
                <a:lnTo>
                  <a:pt x="21" y="6"/>
                </a:lnTo>
                <a:lnTo>
                  <a:pt x="20" y="6"/>
                </a:lnTo>
                <a:lnTo>
                  <a:pt x="19" y="6"/>
                </a:lnTo>
                <a:lnTo>
                  <a:pt x="19" y="7"/>
                </a:lnTo>
                <a:lnTo>
                  <a:pt x="19" y="8"/>
                </a:lnTo>
                <a:lnTo>
                  <a:pt x="19" y="9"/>
                </a:lnTo>
                <a:lnTo>
                  <a:pt x="19" y="12"/>
                </a:lnTo>
                <a:lnTo>
                  <a:pt x="18" y="13"/>
                </a:lnTo>
                <a:lnTo>
                  <a:pt x="17" y="13"/>
                </a:lnTo>
                <a:lnTo>
                  <a:pt x="16" y="13"/>
                </a:lnTo>
                <a:lnTo>
                  <a:pt x="16" y="12"/>
                </a:lnTo>
                <a:lnTo>
                  <a:pt x="14" y="13"/>
                </a:lnTo>
                <a:lnTo>
                  <a:pt x="13" y="13"/>
                </a:lnTo>
                <a:lnTo>
                  <a:pt x="13" y="12"/>
                </a:lnTo>
                <a:lnTo>
                  <a:pt x="12" y="12"/>
                </a:lnTo>
                <a:lnTo>
                  <a:pt x="11" y="12"/>
                </a:lnTo>
                <a:lnTo>
                  <a:pt x="11" y="10"/>
                </a:lnTo>
                <a:lnTo>
                  <a:pt x="11" y="9"/>
                </a:lnTo>
                <a:lnTo>
                  <a:pt x="10" y="9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3" y="8"/>
                </a:lnTo>
                <a:lnTo>
                  <a:pt x="2" y="9"/>
                </a:lnTo>
                <a:lnTo>
                  <a:pt x="2" y="8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4" y="1"/>
                </a:lnTo>
                <a:lnTo>
                  <a:pt x="15" y="1"/>
                </a:lnTo>
                <a:lnTo>
                  <a:pt x="16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3" name=""/>
          <p:cNvSpPr/>
          <p:nvPr/>
        </p:nvSpPr>
        <p:spPr>
          <a:xfrm>
            <a:off x="8530560" y="2041920"/>
            <a:ext cx="7920" cy="10080"/>
          </a:xfrm>
          <a:custGeom>
            <a:avLst/>
            <a:gdLst/>
            <a:ahLst/>
            <a:rect l="0" t="0" r="r" b="b"/>
            <a:pathLst>
              <a:path w="22" h="28">
                <a:moveTo>
                  <a:pt x="19" y="7"/>
                </a:moveTo>
                <a:lnTo>
                  <a:pt x="19" y="8"/>
                </a:lnTo>
                <a:lnTo>
                  <a:pt x="19" y="9"/>
                </a:lnTo>
                <a:lnTo>
                  <a:pt x="20" y="9"/>
                </a:lnTo>
                <a:lnTo>
                  <a:pt x="20" y="10"/>
                </a:lnTo>
                <a:lnTo>
                  <a:pt x="20" y="11"/>
                </a:lnTo>
                <a:lnTo>
                  <a:pt x="21" y="11"/>
                </a:lnTo>
                <a:lnTo>
                  <a:pt x="22" y="14"/>
                </a:lnTo>
                <a:lnTo>
                  <a:pt x="22" y="15"/>
                </a:lnTo>
                <a:lnTo>
                  <a:pt x="21" y="16"/>
                </a:lnTo>
                <a:lnTo>
                  <a:pt x="20" y="16"/>
                </a:lnTo>
                <a:lnTo>
                  <a:pt x="19" y="17"/>
                </a:lnTo>
                <a:lnTo>
                  <a:pt x="18" y="18"/>
                </a:lnTo>
                <a:lnTo>
                  <a:pt x="19" y="19"/>
                </a:lnTo>
                <a:lnTo>
                  <a:pt x="20" y="19"/>
                </a:lnTo>
                <a:lnTo>
                  <a:pt x="21" y="18"/>
                </a:lnTo>
                <a:lnTo>
                  <a:pt x="22" y="18"/>
                </a:lnTo>
                <a:lnTo>
                  <a:pt x="22" y="19"/>
                </a:lnTo>
                <a:lnTo>
                  <a:pt x="20" y="21"/>
                </a:lnTo>
                <a:lnTo>
                  <a:pt x="19" y="21"/>
                </a:lnTo>
                <a:lnTo>
                  <a:pt x="19" y="22"/>
                </a:lnTo>
                <a:lnTo>
                  <a:pt x="19" y="23"/>
                </a:lnTo>
                <a:lnTo>
                  <a:pt x="19" y="24"/>
                </a:lnTo>
                <a:lnTo>
                  <a:pt x="18" y="24"/>
                </a:lnTo>
                <a:lnTo>
                  <a:pt x="19" y="25"/>
                </a:lnTo>
                <a:lnTo>
                  <a:pt x="19" y="26"/>
                </a:lnTo>
                <a:lnTo>
                  <a:pt x="18" y="28"/>
                </a:lnTo>
                <a:lnTo>
                  <a:pt x="17" y="28"/>
                </a:lnTo>
                <a:lnTo>
                  <a:pt x="17" y="27"/>
                </a:lnTo>
                <a:lnTo>
                  <a:pt x="17" y="26"/>
                </a:lnTo>
                <a:lnTo>
                  <a:pt x="16" y="27"/>
                </a:lnTo>
                <a:lnTo>
                  <a:pt x="14" y="27"/>
                </a:lnTo>
                <a:lnTo>
                  <a:pt x="15" y="26"/>
                </a:lnTo>
                <a:lnTo>
                  <a:pt x="14" y="26"/>
                </a:lnTo>
                <a:lnTo>
                  <a:pt x="14" y="24"/>
                </a:lnTo>
                <a:lnTo>
                  <a:pt x="14" y="23"/>
                </a:lnTo>
                <a:lnTo>
                  <a:pt x="13" y="23"/>
                </a:lnTo>
                <a:lnTo>
                  <a:pt x="10" y="23"/>
                </a:lnTo>
                <a:lnTo>
                  <a:pt x="10" y="24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9" y="23"/>
                </a:lnTo>
                <a:lnTo>
                  <a:pt x="10" y="22"/>
                </a:lnTo>
                <a:lnTo>
                  <a:pt x="9" y="21"/>
                </a:lnTo>
                <a:lnTo>
                  <a:pt x="8" y="21"/>
                </a:lnTo>
                <a:lnTo>
                  <a:pt x="8" y="20"/>
                </a:lnTo>
                <a:lnTo>
                  <a:pt x="6" y="18"/>
                </a:lnTo>
                <a:lnTo>
                  <a:pt x="6" y="17"/>
                </a:lnTo>
                <a:lnTo>
                  <a:pt x="5" y="17"/>
                </a:lnTo>
                <a:lnTo>
                  <a:pt x="5" y="16"/>
                </a:lnTo>
                <a:lnTo>
                  <a:pt x="6" y="16"/>
                </a:lnTo>
                <a:lnTo>
                  <a:pt x="5" y="15"/>
                </a:lnTo>
                <a:lnTo>
                  <a:pt x="4" y="14"/>
                </a:lnTo>
                <a:lnTo>
                  <a:pt x="2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1"/>
                </a:lnTo>
                <a:lnTo>
                  <a:pt x="1" y="10"/>
                </a:lnTo>
                <a:lnTo>
                  <a:pt x="1" y="9"/>
                </a:lnTo>
                <a:lnTo>
                  <a:pt x="4" y="8"/>
                </a:lnTo>
                <a:lnTo>
                  <a:pt x="5" y="7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9" y="4"/>
                </a:lnTo>
                <a:lnTo>
                  <a:pt x="10" y="3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4" y="2"/>
                </a:lnTo>
                <a:lnTo>
                  <a:pt x="15" y="3"/>
                </a:lnTo>
                <a:lnTo>
                  <a:pt x="16" y="3"/>
                </a:lnTo>
                <a:lnTo>
                  <a:pt x="18" y="4"/>
                </a:lnTo>
                <a:lnTo>
                  <a:pt x="20" y="6"/>
                </a:lnTo>
                <a:lnTo>
                  <a:pt x="19" y="6"/>
                </a:lnTo>
                <a:lnTo>
                  <a:pt x="19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4" name=""/>
          <p:cNvSpPr/>
          <p:nvPr/>
        </p:nvSpPr>
        <p:spPr>
          <a:xfrm>
            <a:off x="8529120" y="204372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2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5" name=""/>
          <p:cNvSpPr/>
          <p:nvPr/>
        </p:nvSpPr>
        <p:spPr>
          <a:xfrm>
            <a:off x="8530920" y="20433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0"/>
                </a:move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6" name=""/>
          <p:cNvSpPr/>
          <p:nvPr/>
        </p:nvSpPr>
        <p:spPr>
          <a:xfrm>
            <a:off x="8534880" y="204084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6" y="7"/>
                </a:moveTo>
                <a:lnTo>
                  <a:pt x="4" y="7"/>
                </a:lnTo>
                <a:lnTo>
                  <a:pt x="3" y="6"/>
                </a:lnTo>
                <a:lnTo>
                  <a:pt x="2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3" y="2"/>
                </a:lnTo>
                <a:lnTo>
                  <a:pt x="4" y="3"/>
                </a:lnTo>
                <a:lnTo>
                  <a:pt x="6" y="3"/>
                </a:lnTo>
                <a:lnTo>
                  <a:pt x="7" y="6"/>
                </a:lnTo>
                <a:lnTo>
                  <a:pt x="6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7" name=""/>
          <p:cNvSpPr/>
          <p:nvPr/>
        </p:nvSpPr>
        <p:spPr>
          <a:xfrm>
            <a:off x="8534520" y="203940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4" y="4"/>
                </a:moveTo>
                <a:lnTo>
                  <a:pt x="3" y="6"/>
                </a:lnTo>
                <a:lnTo>
                  <a:pt x="2" y="6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4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8" name=""/>
          <p:cNvSpPr/>
          <p:nvPr/>
        </p:nvSpPr>
        <p:spPr>
          <a:xfrm>
            <a:off x="8534160" y="2029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9" name=""/>
          <p:cNvSpPr/>
          <p:nvPr/>
        </p:nvSpPr>
        <p:spPr>
          <a:xfrm>
            <a:off x="8535240" y="2024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0" name=""/>
          <p:cNvSpPr/>
          <p:nvPr/>
        </p:nvSpPr>
        <p:spPr>
          <a:xfrm>
            <a:off x="8532720" y="2019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0"/>
                </a:move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1" name=""/>
          <p:cNvSpPr/>
          <p:nvPr/>
        </p:nvSpPr>
        <p:spPr>
          <a:xfrm>
            <a:off x="8532360" y="20174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3" y="2"/>
                </a:moveTo>
                <a:lnTo>
                  <a:pt x="2" y="2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3" y="0"/>
                </a:lnTo>
                <a:lnTo>
                  <a:pt x="4" y="0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2" name=""/>
          <p:cNvSpPr/>
          <p:nvPr/>
        </p:nvSpPr>
        <p:spPr>
          <a:xfrm>
            <a:off x="8533800" y="20088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3" name=""/>
          <p:cNvSpPr/>
          <p:nvPr/>
        </p:nvSpPr>
        <p:spPr>
          <a:xfrm>
            <a:off x="8532360" y="2008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4" name=""/>
          <p:cNvSpPr/>
          <p:nvPr/>
        </p:nvSpPr>
        <p:spPr>
          <a:xfrm>
            <a:off x="8531640" y="1998720"/>
            <a:ext cx="2160" cy="3960"/>
          </a:xfrm>
          <a:custGeom>
            <a:avLst/>
            <a:gdLst/>
            <a:ahLst/>
            <a:rect l="0" t="0" r="r" b="b"/>
            <a:pathLst>
              <a:path w="6" h="11">
                <a:moveTo>
                  <a:pt x="3" y="11"/>
                </a:moveTo>
                <a:lnTo>
                  <a:pt x="2" y="11"/>
                </a:lnTo>
                <a:lnTo>
                  <a:pt x="1" y="9"/>
                </a:lnTo>
                <a:lnTo>
                  <a:pt x="1" y="8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3" y="5"/>
                </a:ln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3" y="10"/>
                </a:lnTo>
                <a:lnTo>
                  <a:pt x="3" y="1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5" name=""/>
          <p:cNvSpPr/>
          <p:nvPr/>
        </p:nvSpPr>
        <p:spPr>
          <a:xfrm>
            <a:off x="8525880" y="1994400"/>
            <a:ext cx="6840" cy="6840"/>
          </a:xfrm>
          <a:custGeom>
            <a:avLst/>
            <a:gdLst/>
            <a:ahLst/>
            <a:rect l="0" t="0" r="r" b="b"/>
            <a:pathLst>
              <a:path w="19" h="19">
                <a:moveTo>
                  <a:pt x="15" y="11"/>
                </a:moveTo>
                <a:lnTo>
                  <a:pt x="14" y="12"/>
                </a:lnTo>
                <a:lnTo>
                  <a:pt x="13" y="14"/>
                </a:lnTo>
                <a:lnTo>
                  <a:pt x="2" y="18"/>
                </a:lnTo>
                <a:lnTo>
                  <a:pt x="1" y="18"/>
                </a:lnTo>
                <a:lnTo>
                  <a:pt x="1" y="19"/>
                </a:lnTo>
                <a:lnTo>
                  <a:pt x="0" y="18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3" y="12"/>
                </a:lnTo>
                <a:lnTo>
                  <a:pt x="4" y="11"/>
                </a:lnTo>
                <a:lnTo>
                  <a:pt x="6" y="8"/>
                </a:lnTo>
                <a:lnTo>
                  <a:pt x="9" y="6"/>
                </a:lnTo>
                <a:lnTo>
                  <a:pt x="9" y="5"/>
                </a:lnTo>
                <a:lnTo>
                  <a:pt x="10" y="4"/>
                </a:lnTo>
                <a:lnTo>
                  <a:pt x="12" y="2"/>
                </a:lnTo>
                <a:lnTo>
                  <a:pt x="14" y="1"/>
                </a:lnTo>
                <a:lnTo>
                  <a:pt x="15" y="1"/>
                </a:lnTo>
                <a:lnTo>
                  <a:pt x="15" y="0"/>
                </a:lnTo>
                <a:lnTo>
                  <a:pt x="17" y="0"/>
                </a:lnTo>
                <a:lnTo>
                  <a:pt x="18" y="0"/>
                </a:lnTo>
                <a:lnTo>
                  <a:pt x="18" y="1"/>
                </a:lnTo>
                <a:lnTo>
                  <a:pt x="19" y="2"/>
                </a:lnTo>
                <a:lnTo>
                  <a:pt x="19" y="3"/>
                </a:lnTo>
                <a:lnTo>
                  <a:pt x="18" y="3"/>
                </a:lnTo>
                <a:lnTo>
                  <a:pt x="18" y="4"/>
                </a:lnTo>
                <a:lnTo>
                  <a:pt x="17" y="6"/>
                </a:lnTo>
                <a:lnTo>
                  <a:pt x="16" y="6"/>
                </a:lnTo>
                <a:lnTo>
                  <a:pt x="16" y="9"/>
                </a:lnTo>
                <a:lnTo>
                  <a:pt x="15" y="10"/>
                </a:lnTo>
                <a:lnTo>
                  <a:pt x="15" y="1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6" name=""/>
          <p:cNvSpPr/>
          <p:nvPr/>
        </p:nvSpPr>
        <p:spPr>
          <a:xfrm>
            <a:off x="8529840" y="19893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7" name=""/>
          <p:cNvSpPr/>
          <p:nvPr/>
        </p:nvSpPr>
        <p:spPr>
          <a:xfrm>
            <a:off x="8528400" y="198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8" name=""/>
          <p:cNvSpPr/>
          <p:nvPr/>
        </p:nvSpPr>
        <p:spPr>
          <a:xfrm>
            <a:off x="8529120" y="1988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9" name=""/>
          <p:cNvSpPr/>
          <p:nvPr/>
        </p:nvSpPr>
        <p:spPr>
          <a:xfrm>
            <a:off x="8529120" y="1987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0" name=""/>
          <p:cNvSpPr/>
          <p:nvPr/>
        </p:nvSpPr>
        <p:spPr>
          <a:xfrm>
            <a:off x="8531640" y="1984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1" name=""/>
          <p:cNvSpPr/>
          <p:nvPr/>
        </p:nvSpPr>
        <p:spPr>
          <a:xfrm>
            <a:off x="8530200" y="1983600"/>
            <a:ext cx="1800" cy="2880"/>
          </a:xfrm>
          <a:custGeom>
            <a:avLst/>
            <a:gdLst/>
            <a:ahLst/>
            <a:rect l="0" t="0" r="r" b="b"/>
            <a:pathLst>
              <a:path w="5" h="8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4" y="6"/>
                </a:lnTo>
                <a:lnTo>
                  <a:pt x="4" y="7"/>
                </a:lnTo>
                <a:lnTo>
                  <a:pt x="2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2" name=""/>
          <p:cNvSpPr/>
          <p:nvPr/>
        </p:nvSpPr>
        <p:spPr>
          <a:xfrm>
            <a:off x="8533080" y="19839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3" name=""/>
          <p:cNvSpPr/>
          <p:nvPr/>
        </p:nvSpPr>
        <p:spPr>
          <a:xfrm>
            <a:off x="8532720" y="198324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1"/>
                </a:moveTo>
                <a:lnTo>
                  <a:pt x="0" y="0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4" name=""/>
          <p:cNvSpPr/>
          <p:nvPr/>
        </p:nvSpPr>
        <p:spPr>
          <a:xfrm>
            <a:off x="8534880" y="1981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5" name=""/>
          <p:cNvSpPr/>
          <p:nvPr/>
        </p:nvSpPr>
        <p:spPr>
          <a:xfrm>
            <a:off x="8530560" y="19818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0"/>
                </a:move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6" name=""/>
          <p:cNvSpPr/>
          <p:nvPr/>
        </p:nvSpPr>
        <p:spPr>
          <a:xfrm>
            <a:off x="8532000" y="19807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5" y="5"/>
                </a:move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2" y="8"/>
                </a:lnTo>
                <a:lnTo>
                  <a:pt x="1" y="8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5" y="6"/>
                </a:lnTo>
                <a:lnTo>
                  <a:pt x="4" y="5"/>
                </a:lnTo>
                <a:lnTo>
                  <a:pt x="5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7" name=""/>
          <p:cNvSpPr/>
          <p:nvPr/>
        </p:nvSpPr>
        <p:spPr>
          <a:xfrm>
            <a:off x="8533800" y="1980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8" name=""/>
          <p:cNvSpPr/>
          <p:nvPr/>
        </p:nvSpPr>
        <p:spPr>
          <a:xfrm>
            <a:off x="8521560" y="1968840"/>
            <a:ext cx="27720" cy="14400"/>
          </a:xfrm>
          <a:custGeom>
            <a:avLst/>
            <a:gdLst/>
            <a:ahLst/>
            <a:rect l="0" t="0" r="r" b="b"/>
            <a:pathLst>
              <a:path w="77" h="40">
                <a:moveTo>
                  <a:pt x="11" y="3"/>
                </a:move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6" y="4"/>
                </a:lnTo>
                <a:lnTo>
                  <a:pt x="17" y="5"/>
                </a:lnTo>
                <a:lnTo>
                  <a:pt x="20" y="4"/>
                </a:lnTo>
                <a:lnTo>
                  <a:pt x="22" y="4"/>
                </a:lnTo>
                <a:lnTo>
                  <a:pt x="23" y="3"/>
                </a:lnTo>
                <a:lnTo>
                  <a:pt x="25" y="2"/>
                </a:lnTo>
                <a:lnTo>
                  <a:pt x="26" y="2"/>
                </a:lnTo>
                <a:lnTo>
                  <a:pt x="27" y="1"/>
                </a:lnTo>
                <a:lnTo>
                  <a:pt x="28" y="1"/>
                </a:lnTo>
                <a:lnTo>
                  <a:pt x="29" y="1"/>
                </a:lnTo>
                <a:lnTo>
                  <a:pt x="29" y="0"/>
                </a:lnTo>
                <a:lnTo>
                  <a:pt x="30" y="1"/>
                </a:lnTo>
                <a:lnTo>
                  <a:pt x="32" y="2"/>
                </a:lnTo>
                <a:lnTo>
                  <a:pt x="32" y="3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5" y="5"/>
                </a:lnTo>
                <a:lnTo>
                  <a:pt x="36" y="6"/>
                </a:lnTo>
                <a:lnTo>
                  <a:pt x="37" y="7"/>
                </a:lnTo>
                <a:lnTo>
                  <a:pt x="38" y="8"/>
                </a:lnTo>
                <a:lnTo>
                  <a:pt x="39" y="8"/>
                </a:lnTo>
                <a:lnTo>
                  <a:pt x="40" y="8"/>
                </a:lnTo>
                <a:lnTo>
                  <a:pt x="42" y="8"/>
                </a:lnTo>
                <a:lnTo>
                  <a:pt x="46" y="8"/>
                </a:lnTo>
                <a:lnTo>
                  <a:pt x="47" y="7"/>
                </a:lnTo>
                <a:lnTo>
                  <a:pt x="48" y="7"/>
                </a:lnTo>
                <a:lnTo>
                  <a:pt x="49" y="7"/>
                </a:lnTo>
                <a:lnTo>
                  <a:pt x="53" y="7"/>
                </a:lnTo>
                <a:lnTo>
                  <a:pt x="53" y="6"/>
                </a:lnTo>
                <a:lnTo>
                  <a:pt x="54" y="7"/>
                </a:lnTo>
                <a:lnTo>
                  <a:pt x="54" y="6"/>
                </a:lnTo>
                <a:lnTo>
                  <a:pt x="55" y="6"/>
                </a:lnTo>
                <a:lnTo>
                  <a:pt x="56" y="7"/>
                </a:lnTo>
                <a:lnTo>
                  <a:pt x="58" y="8"/>
                </a:lnTo>
                <a:lnTo>
                  <a:pt x="59" y="7"/>
                </a:lnTo>
                <a:lnTo>
                  <a:pt x="61" y="6"/>
                </a:lnTo>
                <a:lnTo>
                  <a:pt x="62" y="6"/>
                </a:lnTo>
                <a:lnTo>
                  <a:pt x="64" y="6"/>
                </a:lnTo>
                <a:lnTo>
                  <a:pt x="64" y="7"/>
                </a:lnTo>
                <a:lnTo>
                  <a:pt x="65" y="7"/>
                </a:lnTo>
                <a:lnTo>
                  <a:pt x="65" y="8"/>
                </a:lnTo>
                <a:lnTo>
                  <a:pt x="66" y="8"/>
                </a:lnTo>
                <a:lnTo>
                  <a:pt x="66" y="9"/>
                </a:lnTo>
                <a:lnTo>
                  <a:pt x="66" y="12"/>
                </a:lnTo>
                <a:lnTo>
                  <a:pt x="64" y="12"/>
                </a:lnTo>
                <a:lnTo>
                  <a:pt x="64" y="13"/>
                </a:lnTo>
                <a:lnTo>
                  <a:pt x="63" y="13"/>
                </a:lnTo>
                <a:lnTo>
                  <a:pt x="63" y="12"/>
                </a:lnTo>
                <a:lnTo>
                  <a:pt x="62" y="12"/>
                </a:lnTo>
                <a:lnTo>
                  <a:pt x="61" y="12"/>
                </a:lnTo>
                <a:lnTo>
                  <a:pt x="60" y="12"/>
                </a:lnTo>
                <a:lnTo>
                  <a:pt x="60" y="13"/>
                </a:lnTo>
                <a:lnTo>
                  <a:pt x="59" y="13"/>
                </a:lnTo>
                <a:lnTo>
                  <a:pt x="58" y="14"/>
                </a:lnTo>
                <a:lnTo>
                  <a:pt x="58" y="15"/>
                </a:lnTo>
                <a:lnTo>
                  <a:pt x="58" y="16"/>
                </a:lnTo>
                <a:lnTo>
                  <a:pt x="59" y="16"/>
                </a:lnTo>
                <a:lnTo>
                  <a:pt x="60" y="16"/>
                </a:lnTo>
                <a:lnTo>
                  <a:pt x="62" y="15"/>
                </a:lnTo>
                <a:lnTo>
                  <a:pt x="63" y="15"/>
                </a:lnTo>
                <a:lnTo>
                  <a:pt x="64" y="15"/>
                </a:lnTo>
                <a:lnTo>
                  <a:pt x="65" y="15"/>
                </a:lnTo>
                <a:lnTo>
                  <a:pt x="65" y="16"/>
                </a:lnTo>
                <a:lnTo>
                  <a:pt x="66" y="16"/>
                </a:lnTo>
                <a:lnTo>
                  <a:pt x="69" y="18"/>
                </a:lnTo>
                <a:lnTo>
                  <a:pt x="70" y="20"/>
                </a:lnTo>
                <a:lnTo>
                  <a:pt x="71" y="20"/>
                </a:lnTo>
                <a:lnTo>
                  <a:pt x="72" y="20"/>
                </a:lnTo>
                <a:lnTo>
                  <a:pt x="73" y="20"/>
                </a:lnTo>
                <a:lnTo>
                  <a:pt x="74" y="21"/>
                </a:lnTo>
                <a:lnTo>
                  <a:pt x="74" y="22"/>
                </a:lnTo>
                <a:lnTo>
                  <a:pt x="74" y="23"/>
                </a:lnTo>
                <a:lnTo>
                  <a:pt x="75" y="23"/>
                </a:lnTo>
                <a:lnTo>
                  <a:pt x="76" y="23"/>
                </a:lnTo>
                <a:lnTo>
                  <a:pt x="76" y="22"/>
                </a:lnTo>
                <a:lnTo>
                  <a:pt x="76" y="23"/>
                </a:lnTo>
                <a:lnTo>
                  <a:pt x="75" y="24"/>
                </a:lnTo>
                <a:lnTo>
                  <a:pt x="75" y="25"/>
                </a:lnTo>
                <a:lnTo>
                  <a:pt x="75" y="26"/>
                </a:lnTo>
                <a:lnTo>
                  <a:pt x="77" y="27"/>
                </a:lnTo>
                <a:lnTo>
                  <a:pt x="75" y="33"/>
                </a:lnTo>
                <a:lnTo>
                  <a:pt x="75" y="36"/>
                </a:lnTo>
                <a:lnTo>
                  <a:pt x="75" y="37"/>
                </a:lnTo>
                <a:lnTo>
                  <a:pt x="75" y="38"/>
                </a:lnTo>
                <a:lnTo>
                  <a:pt x="74" y="38"/>
                </a:lnTo>
                <a:lnTo>
                  <a:pt x="72" y="39"/>
                </a:lnTo>
                <a:lnTo>
                  <a:pt x="71" y="39"/>
                </a:lnTo>
                <a:lnTo>
                  <a:pt x="70" y="40"/>
                </a:lnTo>
                <a:lnTo>
                  <a:pt x="69" y="40"/>
                </a:lnTo>
                <a:lnTo>
                  <a:pt x="68" y="40"/>
                </a:lnTo>
                <a:lnTo>
                  <a:pt x="66" y="40"/>
                </a:lnTo>
                <a:lnTo>
                  <a:pt x="65" y="39"/>
                </a:lnTo>
                <a:lnTo>
                  <a:pt x="63" y="38"/>
                </a:lnTo>
                <a:lnTo>
                  <a:pt x="62" y="37"/>
                </a:lnTo>
                <a:lnTo>
                  <a:pt x="61" y="37"/>
                </a:lnTo>
                <a:lnTo>
                  <a:pt x="60" y="37"/>
                </a:lnTo>
                <a:lnTo>
                  <a:pt x="59" y="36"/>
                </a:lnTo>
                <a:lnTo>
                  <a:pt x="58" y="36"/>
                </a:lnTo>
                <a:lnTo>
                  <a:pt x="56" y="35"/>
                </a:lnTo>
                <a:lnTo>
                  <a:pt x="55" y="35"/>
                </a:lnTo>
                <a:lnTo>
                  <a:pt x="51" y="35"/>
                </a:lnTo>
                <a:lnTo>
                  <a:pt x="49" y="34"/>
                </a:lnTo>
                <a:lnTo>
                  <a:pt x="48" y="33"/>
                </a:lnTo>
                <a:lnTo>
                  <a:pt x="47" y="33"/>
                </a:lnTo>
                <a:lnTo>
                  <a:pt x="46" y="33"/>
                </a:lnTo>
                <a:lnTo>
                  <a:pt x="45" y="33"/>
                </a:lnTo>
                <a:lnTo>
                  <a:pt x="44" y="34"/>
                </a:lnTo>
                <a:lnTo>
                  <a:pt x="43" y="34"/>
                </a:lnTo>
                <a:lnTo>
                  <a:pt x="41" y="34"/>
                </a:lnTo>
                <a:lnTo>
                  <a:pt x="39" y="35"/>
                </a:lnTo>
                <a:lnTo>
                  <a:pt x="38" y="35"/>
                </a:lnTo>
                <a:lnTo>
                  <a:pt x="37" y="33"/>
                </a:lnTo>
                <a:lnTo>
                  <a:pt x="36" y="32"/>
                </a:lnTo>
                <a:lnTo>
                  <a:pt x="35" y="32"/>
                </a:lnTo>
                <a:lnTo>
                  <a:pt x="34" y="32"/>
                </a:lnTo>
                <a:lnTo>
                  <a:pt x="32" y="32"/>
                </a:lnTo>
                <a:lnTo>
                  <a:pt x="30" y="32"/>
                </a:lnTo>
                <a:lnTo>
                  <a:pt x="28" y="32"/>
                </a:lnTo>
                <a:lnTo>
                  <a:pt x="28" y="33"/>
                </a:lnTo>
                <a:lnTo>
                  <a:pt x="26" y="34"/>
                </a:lnTo>
                <a:lnTo>
                  <a:pt x="26" y="35"/>
                </a:lnTo>
                <a:lnTo>
                  <a:pt x="25" y="36"/>
                </a:lnTo>
                <a:lnTo>
                  <a:pt x="24" y="36"/>
                </a:lnTo>
                <a:lnTo>
                  <a:pt x="24" y="37"/>
                </a:lnTo>
                <a:lnTo>
                  <a:pt x="22" y="37"/>
                </a:lnTo>
                <a:lnTo>
                  <a:pt x="21" y="36"/>
                </a:lnTo>
                <a:lnTo>
                  <a:pt x="22" y="36"/>
                </a:lnTo>
                <a:lnTo>
                  <a:pt x="21" y="36"/>
                </a:lnTo>
                <a:lnTo>
                  <a:pt x="20" y="34"/>
                </a:lnTo>
                <a:lnTo>
                  <a:pt x="20" y="33"/>
                </a:lnTo>
                <a:lnTo>
                  <a:pt x="18" y="31"/>
                </a:lnTo>
                <a:lnTo>
                  <a:pt x="15" y="28"/>
                </a:lnTo>
                <a:lnTo>
                  <a:pt x="14" y="28"/>
                </a:lnTo>
                <a:lnTo>
                  <a:pt x="13" y="27"/>
                </a:lnTo>
                <a:lnTo>
                  <a:pt x="12" y="27"/>
                </a:lnTo>
                <a:lnTo>
                  <a:pt x="12" y="26"/>
                </a:lnTo>
                <a:lnTo>
                  <a:pt x="11" y="26"/>
                </a:lnTo>
                <a:lnTo>
                  <a:pt x="11" y="25"/>
                </a:lnTo>
                <a:lnTo>
                  <a:pt x="11" y="24"/>
                </a:lnTo>
                <a:lnTo>
                  <a:pt x="11" y="23"/>
                </a:lnTo>
                <a:lnTo>
                  <a:pt x="12" y="23"/>
                </a:lnTo>
                <a:lnTo>
                  <a:pt x="13" y="23"/>
                </a:lnTo>
                <a:lnTo>
                  <a:pt x="13" y="22"/>
                </a:lnTo>
                <a:lnTo>
                  <a:pt x="13" y="21"/>
                </a:lnTo>
                <a:lnTo>
                  <a:pt x="12" y="21"/>
                </a:lnTo>
                <a:lnTo>
                  <a:pt x="12" y="20"/>
                </a:lnTo>
                <a:lnTo>
                  <a:pt x="12" y="17"/>
                </a:lnTo>
                <a:lnTo>
                  <a:pt x="11" y="16"/>
                </a:lnTo>
                <a:lnTo>
                  <a:pt x="10" y="14"/>
                </a:lnTo>
                <a:lnTo>
                  <a:pt x="9" y="13"/>
                </a:lnTo>
                <a:lnTo>
                  <a:pt x="8" y="13"/>
                </a:lnTo>
                <a:lnTo>
                  <a:pt x="6" y="10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2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9" name=""/>
          <p:cNvSpPr/>
          <p:nvPr/>
        </p:nvSpPr>
        <p:spPr>
          <a:xfrm>
            <a:off x="8535240" y="1970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3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0" name=""/>
          <p:cNvSpPr/>
          <p:nvPr/>
        </p:nvSpPr>
        <p:spPr>
          <a:xfrm>
            <a:off x="8526240" y="196632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4" y="9"/>
                </a:move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2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5" y="8"/>
                </a:lnTo>
                <a:lnTo>
                  <a:pt x="4" y="9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1" name=""/>
          <p:cNvSpPr/>
          <p:nvPr/>
        </p:nvSpPr>
        <p:spPr>
          <a:xfrm>
            <a:off x="8534520" y="1964880"/>
            <a:ext cx="4320" cy="5040"/>
          </a:xfrm>
          <a:custGeom>
            <a:avLst/>
            <a:gdLst/>
            <a:ahLst/>
            <a:rect l="0" t="0" r="r" b="b"/>
            <a:pathLst>
              <a:path w="12" h="14">
                <a:moveTo>
                  <a:pt x="8" y="1"/>
                </a:moveTo>
                <a:lnTo>
                  <a:pt x="9" y="1"/>
                </a:lnTo>
                <a:lnTo>
                  <a:pt x="11" y="2"/>
                </a:lnTo>
                <a:lnTo>
                  <a:pt x="11" y="1"/>
                </a:lnTo>
                <a:lnTo>
                  <a:pt x="11" y="2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10" y="4"/>
                </a:lnTo>
                <a:lnTo>
                  <a:pt x="9" y="4"/>
                </a:lnTo>
                <a:lnTo>
                  <a:pt x="10" y="5"/>
                </a:lnTo>
                <a:lnTo>
                  <a:pt x="9" y="5"/>
                </a:lnTo>
                <a:lnTo>
                  <a:pt x="8" y="6"/>
                </a:lnTo>
                <a:lnTo>
                  <a:pt x="7" y="7"/>
                </a:lnTo>
                <a:lnTo>
                  <a:pt x="8" y="9"/>
                </a:lnTo>
                <a:lnTo>
                  <a:pt x="8" y="10"/>
                </a:lnTo>
                <a:lnTo>
                  <a:pt x="7" y="12"/>
                </a:lnTo>
                <a:lnTo>
                  <a:pt x="6" y="13"/>
                </a:lnTo>
                <a:lnTo>
                  <a:pt x="6" y="14"/>
                </a:lnTo>
                <a:lnTo>
                  <a:pt x="5" y="14"/>
                </a:lnTo>
                <a:lnTo>
                  <a:pt x="3" y="14"/>
                </a:lnTo>
                <a:lnTo>
                  <a:pt x="2" y="13"/>
                </a:lnTo>
                <a:lnTo>
                  <a:pt x="1" y="11"/>
                </a:lnTo>
                <a:lnTo>
                  <a:pt x="0" y="10"/>
                </a:lnTo>
                <a:lnTo>
                  <a:pt x="0" y="9"/>
                </a:lnTo>
                <a:lnTo>
                  <a:pt x="0" y="6"/>
                </a:lnTo>
                <a:lnTo>
                  <a:pt x="0" y="3"/>
                </a:lnTo>
                <a:lnTo>
                  <a:pt x="3" y="1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2" name=""/>
          <p:cNvSpPr/>
          <p:nvPr/>
        </p:nvSpPr>
        <p:spPr>
          <a:xfrm>
            <a:off x="8532720" y="19638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2"/>
                </a:move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3" name=""/>
          <p:cNvSpPr/>
          <p:nvPr/>
        </p:nvSpPr>
        <p:spPr>
          <a:xfrm>
            <a:off x="8526960" y="1954800"/>
            <a:ext cx="12240" cy="7920"/>
          </a:xfrm>
          <a:custGeom>
            <a:avLst/>
            <a:gdLst/>
            <a:ahLst/>
            <a:rect l="0" t="0" r="r" b="b"/>
            <a:pathLst>
              <a:path w="34" h="22">
                <a:moveTo>
                  <a:pt x="26" y="1"/>
                </a:move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0" y="1"/>
                </a:lnTo>
                <a:lnTo>
                  <a:pt x="29" y="1"/>
                </a:lnTo>
                <a:lnTo>
                  <a:pt x="29" y="2"/>
                </a:lnTo>
                <a:lnTo>
                  <a:pt x="30" y="3"/>
                </a:lnTo>
                <a:lnTo>
                  <a:pt x="30" y="4"/>
                </a:lnTo>
                <a:lnTo>
                  <a:pt x="31" y="4"/>
                </a:lnTo>
                <a:lnTo>
                  <a:pt x="32" y="5"/>
                </a:lnTo>
                <a:lnTo>
                  <a:pt x="33" y="6"/>
                </a:lnTo>
                <a:lnTo>
                  <a:pt x="34" y="5"/>
                </a:lnTo>
                <a:lnTo>
                  <a:pt x="34" y="4"/>
                </a:lnTo>
                <a:lnTo>
                  <a:pt x="34" y="5"/>
                </a:lnTo>
                <a:lnTo>
                  <a:pt x="33" y="7"/>
                </a:lnTo>
                <a:lnTo>
                  <a:pt x="32" y="8"/>
                </a:lnTo>
                <a:lnTo>
                  <a:pt x="31" y="8"/>
                </a:lnTo>
                <a:lnTo>
                  <a:pt x="31" y="9"/>
                </a:lnTo>
                <a:lnTo>
                  <a:pt x="33" y="11"/>
                </a:lnTo>
                <a:lnTo>
                  <a:pt x="34" y="11"/>
                </a:lnTo>
                <a:lnTo>
                  <a:pt x="34" y="12"/>
                </a:lnTo>
                <a:lnTo>
                  <a:pt x="34" y="13"/>
                </a:lnTo>
                <a:lnTo>
                  <a:pt x="33" y="13"/>
                </a:lnTo>
                <a:lnTo>
                  <a:pt x="33" y="15"/>
                </a:lnTo>
                <a:lnTo>
                  <a:pt x="33" y="17"/>
                </a:lnTo>
                <a:lnTo>
                  <a:pt x="33" y="18"/>
                </a:lnTo>
                <a:lnTo>
                  <a:pt x="34" y="21"/>
                </a:lnTo>
                <a:lnTo>
                  <a:pt x="33" y="21"/>
                </a:lnTo>
                <a:lnTo>
                  <a:pt x="33" y="22"/>
                </a:lnTo>
                <a:lnTo>
                  <a:pt x="32" y="21"/>
                </a:lnTo>
                <a:lnTo>
                  <a:pt x="32" y="19"/>
                </a:lnTo>
                <a:lnTo>
                  <a:pt x="31" y="19"/>
                </a:lnTo>
                <a:lnTo>
                  <a:pt x="30" y="21"/>
                </a:lnTo>
                <a:lnTo>
                  <a:pt x="29" y="19"/>
                </a:lnTo>
                <a:lnTo>
                  <a:pt x="28" y="19"/>
                </a:lnTo>
                <a:lnTo>
                  <a:pt x="27" y="19"/>
                </a:lnTo>
                <a:lnTo>
                  <a:pt x="26" y="19"/>
                </a:lnTo>
                <a:lnTo>
                  <a:pt x="24" y="19"/>
                </a:lnTo>
                <a:lnTo>
                  <a:pt x="22" y="19"/>
                </a:lnTo>
                <a:lnTo>
                  <a:pt x="21" y="19"/>
                </a:lnTo>
                <a:lnTo>
                  <a:pt x="19" y="19"/>
                </a:lnTo>
                <a:lnTo>
                  <a:pt x="18" y="19"/>
                </a:lnTo>
                <a:lnTo>
                  <a:pt x="17" y="19"/>
                </a:lnTo>
                <a:lnTo>
                  <a:pt x="16" y="19"/>
                </a:lnTo>
                <a:lnTo>
                  <a:pt x="16" y="18"/>
                </a:lnTo>
                <a:lnTo>
                  <a:pt x="12" y="16"/>
                </a:lnTo>
                <a:lnTo>
                  <a:pt x="10" y="15"/>
                </a:lnTo>
                <a:lnTo>
                  <a:pt x="9" y="15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4" y="13"/>
                </a:lnTo>
                <a:lnTo>
                  <a:pt x="5" y="13"/>
                </a:lnTo>
                <a:lnTo>
                  <a:pt x="4" y="13"/>
                </a:lnTo>
                <a:lnTo>
                  <a:pt x="3" y="13"/>
                </a:lnTo>
                <a:lnTo>
                  <a:pt x="2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4" y="11"/>
                </a:lnTo>
                <a:lnTo>
                  <a:pt x="3" y="11"/>
                </a:lnTo>
                <a:lnTo>
                  <a:pt x="3" y="10"/>
                </a:lnTo>
                <a:lnTo>
                  <a:pt x="4" y="10"/>
                </a:lnTo>
                <a:lnTo>
                  <a:pt x="7" y="10"/>
                </a:lnTo>
                <a:lnTo>
                  <a:pt x="8" y="10"/>
                </a:lnTo>
                <a:lnTo>
                  <a:pt x="9" y="10"/>
                </a:lnTo>
                <a:lnTo>
                  <a:pt x="9" y="9"/>
                </a:lnTo>
                <a:lnTo>
                  <a:pt x="10" y="9"/>
                </a:lnTo>
                <a:lnTo>
                  <a:pt x="9" y="9"/>
                </a:lnTo>
                <a:lnTo>
                  <a:pt x="10" y="8"/>
                </a:lnTo>
                <a:lnTo>
                  <a:pt x="11" y="7"/>
                </a:lnTo>
                <a:lnTo>
                  <a:pt x="11" y="6"/>
                </a:lnTo>
                <a:lnTo>
                  <a:pt x="12" y="6"/>
                </a:lnTo>
                <a:lnTo>
                  <a:pt x="14" y="6"/>
                </a:lnTo>
                <a:lnTo>
                  <a:pt x="15" y="6"/>
                </a:lnTo>
                <a:lnTo>
                  <a:pt x="16" y="6"/>
                </a:lnTo>
                <a:lnTo>
                  <a:pt x="16" y="5"/>
                </a:lnTo>
                <a:lnTo>
                  <a:pt x="17" y="5"/>
                </a:lnTo>
                <a:lnTo>
                  <a:pt x="17" y="4"/>
                </a:lnTo>
                <a:lnTo>
                  <a:pt x="19" y="2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2" y="0"/>
                </a:lnTo>
                <a:lnTo>
                  <a:pt x="23" y="2"/>
                </a:lnTo>
                <a:lnTo>
                  <a:pt x="24" y="2"/>
                </a:lnTo>
                <a:lnTo>
                  <a:pt x="24" y="1"/>
                </a:lnTo>
                <a:lnTo>
                  <a:pt x="26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4" name=""/>
          <p:cNvSpPr/>
          <p:nvPr/>
        </p:nvSpPr>
        <p:spPr>
          <a:xfrm>
            <a:off x="8528040" y="1934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3" y="0"/>
                </a:lnTo>
                <a:lnTo>
                  <a:pt x="3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5" name=""/>
          <p:cNvSpPr/>
          <p:nvPr/>
        </p:nvSpPr>
        <p:spPr>
          <a:xfrm>
            <a:off x="8542080" y="2099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6" name=""/>
          <p:cNvSpPr/>
          <p:nvPr/>
        </p:nvSpPr>
        <p:spPr>
          <a:xfrm>
            <a:off x="8539560" y="2094480"/>
            <a:ext cx="2880" cy="3240"/>
          </a:xfrm>
          <a:custGeom>
            <a:avLst/>
            <a:gdLst/>
            <a:ahLst/>
            <a:rect l="0" t="0" r="r" b="b"/>
            <a:pathLst>
              <a:path w="8" h="9">
                <a:moveTo>
                  <a:pt x="4" y="7"/>
                </a:move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1" y="8"/>
                </a:lnTo>
                <a:lnTo>
                  <a:pt x="0" y="7"/>
                </a:lnTo>
                <a:lnTo>
                  <a:pt x="1" y="6"/>
                </a:lnTo>
                <a:lnTo>
                  <a:pt x="2" y="5"/>
                </a:lnTo>
                <a:lnTo>
                  <a:pt x="3" y="5"/>
                </a:lnTo>
                <a:lnTo>
                  <a:pt x="4" y="4"/>
                </a:lnTo>
                <a:lnTo>
                  <a:pt x="5" y="4"/>
                </a:lnTo>
                <a:lnTo>
                  <a:pt x="8" y="4"/>
                </a:lnTo>
                <a:lnTo>
                  <a:pt x="8" y="2"/>
                </a:lnTo>
                <a:lnTo>
                  <a:pt x="7" y="2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4"/>
                </a:lnTo>
                <a:lnTo>
                  <a:pt x="8" y="5"/>
                </a:lnTo>
                <a:lnTo>
                  <a:pt x="7" y="6"/>
                </a:lnTo>
                <a:lnTo>
                  <a:pt x="4" y="6"/>
                </a:lnTo>
                <a:lnTo>
                  <a:pt x="4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7" name=""/>
          <p:cNvSpPr/>
          <p:nvPr/>
        </p:nvSpPr>
        <p:spPr>
          <a:xfrm>
            <a:off x="8538480" y="209124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7" y="2"/>
                </a:moveTo>
                <a:lnTo>
                  <a:pt x="9" y="4"/>
                </a:lnTo>
                <a:lnTo>
                  <a:pt x="8" y="6"/>
                </a:lnTo>
                <a:lnTo>
                  <a:pt x="7" y="7"/>
                </a:lnTo>
                <a:lnTo>
                  <a:pt x="5" y="8"/>
                </a:lnTo>
                <a:lnTo>
                  <a:pt x="2" y="9"/>
                </a:lnTo>
                <a:lnTo>
                  <a:pt x="1" y="9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3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4" y="4"/>
                </a:lnTo>
                <a:lnTo>
                  <a:pt x="5" y="4"/>
                </a:lnTo>
                <a:lnTo>
                  <a:pt x="7" y="4"/>
                </a:lnTo>
                <a:lnTo>
                  <a:pt x="7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8" name=""/>
          <p:cNvSpPr/>
          <p:nvPr/>
        </p:nvSpPr>
        <p:spPr>
          <a:xfrm>
            <a:off x="8538480" y="20754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0" y="4"/>
                </a:move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3" y="2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9" name=""/>
          <p:cNvSpPr/>
          <p:nvPr/>
        </p:nvSpPr>
        <p:spPr>
          <a:xfrm>
            <a:off x="8535960" y="20728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0" y="5"/>
                </a:moveTo>
                <a:lnTo>
                  <a:pt x="1" y="3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0" name=""/>
          <p:cNvSpPr/>
          <p:nvPr/>
        </p:nvSpPr>
        <p:spPr>
          <a:xfrm>
            <a:off x="8539200" y="2039040"/>
            <a:ext cx="3600" cy="4680"/>
          </a:xfrm>
          <a:custGeom>
            <a:avLst/>
            <a:gdLst/>
            <a:ahLst/>
            <a:rect l="0" t="0" r="r" b="b"/>
            <a:pathLst>
              <a:path w="10" h="13">
                <a:moveTo>
                  <a:pt x="4" y="6"/>
                </a:moveTo>
                <a:lnTo>
                  <a:pt x="5" y="8"/>
                </a:lnTo>
                <a:lnTo>
                  <a:pt x="6" y="8"/>
                </a:lnTo>
                <a:lnTo>
                  <a:pt x="7" y="8"/>
                </a:lnTo>
                <a:lnTo>
                  <a:pt x="8" y="6"/>
                </a:lnTo>
                <a:lnTo>
                  <a:pt x="10" y="5"/>
                </a:lnTo>
                <a:lnTo>
                  <a:pt x="10" y="6"/>
                </a:lnTo>
                <a:lnTo>
                  <a:pt x="10" y="8"/>
                </a:lnTo>
                <a:lnTo>
                  <a:pt x="8" y="9"/>
                </a:lnTo>
                <a:lnTo>
                  <a:pt x="7" y="10"/>
                </a:lnTo>
                <a:lnTo>
                  <a:pt x="6" y="10"/>
                </a:lnTo>
                <a:lnTo>
                  <a:pt x="6" y="9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4" y="11"/>
                </a:lnTo>
                <a:lnTo>
                  <a:pt x="4" y="12"/>
                </a:lnTo>
                <a:lnTo>
                  <a:pt x="0" y="13"/>
                </a:lnTo>
                <a:lnTo>
                  <a:pt x="0" y="12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2" y="8"/>
                </a:lnTo>
                <a:lnTo>
                  <a:pt x="3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1" name=""/>
          <p:cNvSpPr/>
          <p:nvPr/>
        </p:nvSpPr>
        <p:spPr>
          <a:xfrm>
            <a:off x="8536320" y="2037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2" name=""/>
          <p:cNvSpPr/>
          <p:nvPr/>
        </p:nvSpPr>
        <p:spPr>
          <a:xfrm>
            <a:off x="8537400" y="2037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1"/>
                </a:move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3" name=""/>
          <p:cNvSpPr/>
          <p:nvPr/>
        </p:nvSpPr>
        <p:spPr>
          <a:xfrm>
            <a:off x="8546040" y="20228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4" name=""/>
          <p:cNvSpPr/>
          <p:nvPr/>
        </p:nvSpPr>
        <p:spPr>
          <a:xfrm>
            <a:off x="8546040" y="20185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5" name=""/>
          <p:cNvSpPr/>
          <p:nvPr/>
        </p:nvSpPr>
        <p:spPr>
          <a:xfrm>
            <a:off x="8541720" y="20077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0"/>
                </a:moveTo>
                <a:lnTo>
                  <a:pt x="3" y="0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6" name=""/>
          <p:cNvSpPr/>
          <p:nvPr/>
        </p:nvSpPr>
        <p:spPr>
          <a:xfrm>
            <a:off x="8545320" y="200556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3" y="0"/>
                </a:move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7" name=""/>
          <p:cNvSpPr/>
          <p:nvPr/>
        </p:nvSpPr>
        <p:spPr>
          <a:xfrm>
            <a:off x="8544960" y="2001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8" name=""/>
          <p:cNvSpPr/>
          <p:nvPr/>
        </p:nvSpPr>
        <p:spPr>
          <a:xfrm>
            <a:off x="8534520" y="1995480"/>
            <a:ext cx="10440" cy="10080"/>
          </a:xfrm>
          <a:custGeom>
            <a:avLst/>
            <a:gdLst/>
            <a:ahLst/>
            <a:rect l="0" t="0" r="r" b="b"/>
            <a:pathLst>
              <a:path w="29" h="28">
                <a:moveTo>
                  <a:pt x="12" y="6"/>
                </a:moveTo>
                <a:lnTo>
                  <a:pt x="12" y="7"/>
                </a:lnTo>
                <a:lnTo>
                  <a:pt x="14" y="9"/>
                </a:lnTo>
                <a:lnTo>
                  <a:pt x="14" y="10"/>
                </a:lnTo>
                <a:lnTo>
                  <a:pt x="15" y="11"/>
                </a:lnTo>
                <a:lnTo>
                  <a:pt x="17" y="13"/>
                </a:lnTo>
                <a:lnTo>
                  <a:pt x="18" y="13"/>
                </a:lnTo>
                <a:lnTo>
                  <a:pt x="20" y="13"/>
                </a:lnTo>
                <a:lnTo>
                  <a:pt x="21" y="14"/>
                </a:lnTo>
                <a:lnTo>
                  <a:pt x="21" y="13"/>
                </a:lnTo>
                <a:lnTo>
                  <a:pt x="21" y="12"/>
                </a:lnTo>
                <a:lnTo>
                  <a:pt x="22" y="13"/>
                </a:lnTo>
                <a:lnTo>
                  <a:pt x="24" y="14"/>
                </a:lnTo>
                <a:lnTo>
                  <a:pt x="25" y="15"/>
                </a:lnTo>
                <a:lnTo>
                  <a:pt x="26" y="15"/>
                </a:lnTo>
                <a:lnTo>
                  <a:pt x="27" y="16"/>
                </a:lnTo>
                <a:lnTo>
                  <a:pt x="27" y="17"/>
                </a:lnTo>
                <a:lnTo>
                  <a:pt x="29" y="19"/>
                </a:lnTo>
                <a:lnTo>
                  <a:pt x="28" y="19"/>
                </a:lnTo>
                <a:lnTo>
                  <a:pt x="27" y="20"/>
                </a:lnTo>
                <a:lnTo>
                  <a:pt x="27" y="21"/>
                </a:lnTo>
                <a:lnTo>
                  <a:pt x="28" y="21"/>
                </a:lnTo>
                <a:lnTo>
                  <a:pt x="28" y="22"/>
                </a:lnTo>
                <a:lnTo>
                  <a:pt x="27" y="23"/>
                </a:lnTo>
                <a:lnTo>
                  <a:pt x="27" y="24"/>
                </a:lnTo>
                <a:lnTo>
                  <a:pt x="27" y="25"/>
                </a:lnTo>
                <a:lnTo>
                  <a:pt x="26" y="26"/>
                </a:lnTo>
                <a:lnTo>
                  <a:pt x="26" y="27"/>
                </a:lnTo>
                <a:lnTo>
                  <a:pt x="25" y="28"/>
                </a:lnTo>
                <a:lnTo>
                  <a:pt x="25" y="27"/>
                </a:lnTo>
                <a:lnTo>
                  <a:pt x="25" y="26"/>
                </a:lnTo>
                <a:lnTo>
                  <a:pt x="25" y="25"/>
                </a:lnTo>
                <a:lnTo>
                  <a:pt x="25" y="24"/>
                </a:lnTo>
                <a:lnTo>
                  <a:pt x="24" y="23"/>
                </a:lnTo>
                <a:lnTo>
                  <a:pt x="22" y="24"/>
                </a:lnTo>
                <a:lnTo>
                  <a:pt x="22" y="25"/>
                </a:lnTo>
                <a:lnTo>
                  <a:pt x="22" y="26"/>
                </a:lnTo>
                <a:lnTo>
                  <a:pt x="21" y="26"/>
                </a:lnTo>
                <a:lnTo>
                  <a:pt x="21" y="27"/>
                </a:lnTo>
                <a:lnTo>
                  <a:pt x="20" y="27"/>
                </a:lnTo>
                <a:lnTo>
                  <a:pt x="19" y="27"/>
                </a:lnTo>
                <a:lnTo>
                  <a:pt x="19" y="26"/>
                </a:lnTo>
                <a:lnTo>
                  <a:pt x="20" y="26"/>
                </a:lnTo>
                <a:lnTo>
                  <a:pt x="20" y="25"/>
                </a:lnTo>
                <a:lnTo>
                  <a:pt x="19" y="24"/>
                </a:lnTo>
                <a:lnTo>
                  <a:pt x="18" y="25"/>
                </a:lnTo>
                <a:lnTo>
                  <a:pt x="18" y="26"/>
                </a:lnTo>
                <a:lnTo>
                  <a:pt x="17" y="27"/>
                </a:lnTo>
                <a:lnTo>
                  <a:pt x="16" y="26"/>
                </a:lnTo>
                <a:lnTo>
                  <a:pt x="17" y="26"/>
                </a:lnTo>
                <a:lnTo>
                  <a:pt x="17" y="25"/>
                </a:lnTo>
                <a:lnTo>
                  <a:pt x="17" y="24"/>
                </a:lnTo>
                <a:lnTo>
                  <a:pt x="16" y="24"/>
                </a:lnTo>
                <a:lnTo>
                  <a:pt x="16" y="25"/>
                </a:lnTo>
                <a:lnTo>
                  <a:pt x="15" y="25"/>
                </a:lnTo>
                <a:lnTo>
                  <a:pt x="15" y="24"/>
                </a:lnTo>
                <a:lnTo>
                  <a:pt x="16" y="24"/>
                </a:lnTo>
                <a:lnTo>
                  <a:pt x="16" y="23"/>
                </a:lnTo>
                <a:lnTo>
                  <a:pt x="14" y="20"/>
                </a:lnTo>
                <a:lnTo>
                  <a:pt x="13" y="19"/>
                </a:lnTo>
                <a:lnTo>
                  <a:pt x="13" y="20"/>
                </a:lnTo>
                <a:lnTo>
                  <a:pt x="12" y="20"/>
                </a:lnTo>
                <a:lnTo>
                  <a:pt x="11" y="20"/>
                </a:lnTo>
                <a:lnTo>
                  <a:pt x="11" y="19"/>
                </a:lnTo>
                <a:lnTo>
                  <a:pt x="10" y="16"/>
                </a:lnTo>
                <a:lnTo>
                  <a:pt x="7" y="16"/>
                </a:lnTo>
                <a:lnTo>
                  <a:pt x="7" y="17"/>
                </a:lnTo>
                <a:lnTo>
                  <a:pt x="5" y="19"/>
                </a:lnTo>
                <a:lnTo>
                  <a:pt x="4" y="20"/>
                </a:lnTo>
                <a:lnTo>
                  <a:pt x="3" y="19"/>
                </a:lnTo>
                <a:lnTo>
                  <a:pt x="1" y="19"/>
                </a:lnTo>
                <a:lnTo>
                  <a:pt x="0" y="19"/>
                </a:lnTo>
                <a:lnTo>
                  <a:pt x="0" y="18"/>
                </a:lnTo>
                <a:lnTo>
                  <a:pt x="0" y="17"/>
                </a:lnTo>
                <a:lnTo>
                  <a:pt x="0" y="16"/>
                </a:lnTo>
                <a:lnTo>
                  <a:pt x="0" y="15"/>
                </a:lnTo>
                <a:lnTo>
                  <a:pt x="1" y="14"/>
                </a:lnTo>
                <a:lnTo>
                  <a:pt x="1" y="13"/>
                </a:lnTo>
                <a:lnTo>
                  <a:pt x="1" y="11"/>
                </a:lnTo>
                <a:lnTo>
                  <a:pt x="1" y="10"/>
                </a:lnTo>
                <a:lnTo>
                  <a:pt x="1" y="6"/>
                </a:lnTo>
                <a:lnTo>
                  <a:pt x="1" y="5"/>
                </a:lnTo>
                <a:lnTo>
                  <a:pt x="2" y="4"/>
                </a:lnTo>
                <a:lnTo>
                  <a:pt x="3" y="3"/>
                </a:lnTo>
                <a:lnTo>
                  <a:pt x="4" y="4"/>
                </a:lnTo>
                <a:lnTo>
                  <a:pt x="5" y="4"/>
                </a:lnTo>
                <a:lnTo>
                  <a:pt x="6" y="3"/>
                </a:lnTo>
                <a:lnTo>
                  <a:pt x="7" y="2"/>
                </a:lnTo>
                <a:lnTo>
                  <a:pt x="8" y="2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lnTo>
                  <a:pt x="12" y="2"/>
                </a:lnTo>
                <a:lnTo>
                  <a:pt x="12" y="3"/>
                </a:lnTo>
                <a:lnTo>
                  <a:pt x="12" y="4"/>
                </a:lnTo>
                <a:lnTo>
                  <a:pt x="12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9" name=""/>
          <p:cNvSpPr/>
          <p:nvPr/>
        </p:nvSpPr>
        <p:spPr>
          <a:xfrm>
            <a:off x="8543520" y="19990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2"/>
                </a:moveTo>
                <a:lnTo>
                  <a:pt x="0" y="0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0" name=""/>
          <p:cNvSpPr/>
          <p:nvPr/>
        </p:nvSpPr>
        <p:spPr>
          <a:xfrm>
            <a:off x="8544960" y="1998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4" y="4"/>
                </a:lnTo>
                <a:lnTo>
                  <a:pt x="3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1" name=""/>
          <p:cNvSpPr/>
          <p:nvPr/>
        </p:nvSpPr>
        <p:spPr>
          <a:xfrm>
            <a:off x="8542440" y="19965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2" name=""/>
          <p:cNvSpPr/>
          <p:nvPr/>
        </p:nvSpPr>
        <p:spPr>
          <a:xfrm>
            <a:off x="8541000" y="19944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7" y="2"/>
                </a:moveTo>
                <a:lnTo>
                  <a:pt x="7" y="4"/>
                </a:ln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3" name=""/>
          <p:cNvSpPr/>
          <p:nvPr/>
        </p:nvSpPr>
        <p:spPr>
          <a:xfrm>
            <a:off x="8540280" y="1994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4" name=""/>
          <p:cNvSpPr/>
          <p:nvPr/>
        </p:nvSpPr>
        <p:spPr>
          <a:xfrm>
            <a:off x="8543880" y="1992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5" name=""/>
          <p:cNvSpPr/>
          <p:nvPr/>
        </p:nvSpPr>
        <p:spPr>
          <a:xfrm>
            <a:off x="8541360" y="1992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1"/>
                </a:move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lnTo>
                  <a:pt x="2" y="3"/>
                </a:lnTo>
                <a:lnTo>
                  <a:pt x="0" y="1"/>
                </a:lnTo>
                <a:lnTo>
                  <a:pt x="2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6" name=""/>
          <p:cNvSpPr/>
          <p:nvPr/>
        </p:nvSpPr>
        <p:spPr>
          <a:xfrm>
            <a:off x="8544960" y="19879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0"/>
                </a:moveTo>
                <a:lnTo>
                  <a:pt x="4" y="0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7" name=""/>
          <p:cNvSpPr/>
          <p:nvPr/>
        </p:nvSpPr>
        <p:spPr>
          <a:xfrm>
            <a:off x="8536320" y="198216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1" y="2"/>
                </a:moveTo>
                <a:lnTo>
                  <a:pt x="5" y="1"/>
                </a:lnTo>
                <a:lnTo>
                  <a:pt x="6" y="0"/>
                </a:lnTo>
                <a:lnTo>
                  <a:pt x="7" y="2"/>
                </a:lnTo>
                <a:lnTo>
                  <a:pt x="8" y="2"/>
                </a:lnTo>
                <a:lnTo>
                  <a:pt x="7" y="3"/>
                </a:lnTo>
                <a:lnTo>
                  <a:pt x="6" y="5"/>
                </a:lnTo>
                <a:lnTo>
                  <a:pt x="5" y="6"/>
                </a:lnTo>
                <a:lnTo>
                  <a:pt x="2" y="6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8" name=""/>
          <p:cNvSpPr/>
          <p:nvPr/>
        </p:nvSpPr>
        <p:spPr>
          <a:xfrm>
            <a:off x="8535960" y="1982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9" name=""/>
          <p:cNvSpPr/>
          <p:nvPr/>
        </p:nvSpPr>
        <p:spPr>
          <a:xfrm>
            <a:off x="8541720" y="19818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2" y="3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7" y="3"/>
                </a:lnTo>
                <a:lnTo>
                  <a:pt x="7" y="4"/>
                </a:lnTo>
                <a:lnTo>
                  <a:pt x="4" y="4"/>
                </a:lnTo>
                <a:lnTo>
                  <a:pt x="3" y="4"/>
                </a:lnTo>
                <a:lnTo>
                  <a:pt x="2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0" name=""/>
          <p:cNvSpPr/>
          <p:nvPr/>
        </p:nvSpPr>
        <p:spPr>
          <a:xfrm>
            <a:off x="8536680" y="198072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10" y="6"/>
                </a:moveTo>
                <a:lnTo>
                  <a:pt x="9" y="8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2"/>
                </a:lnTo>
                <a:lnTo>
                  <a:pt x="8" y="3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0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1" name=""/>
          <p:cNvSpPr/>
          <p:nvPr/>
        </p:nvSpPr>
        <p:spPr>
          <a:xfrm>
            <a:off x="8535960" y="1981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2" name=""/>
          <p:cNvSpPr/>
          <p:nvPr/>
        </p:nvSpPr>
        <p:spPr>
          <a:xfrm>
            <a:off x="8535960" y="19627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1" y="3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3" name=""/>
          <p:cNvSpPr/>
          <p:nvPr/>
        </p:nvSpPr>
        <p:spPr>
          <a:xfrm>
            <a:off x="8538840" y="19620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3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4" name=""/>
          <p:cNvSpPr/>
          <p:nvPr/>
        </p:nvSpPr>
        <p:spPr>
          <a:xfrm>
            <a:off x="8537760" y="19620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5" name=""/>
          <p:cNvSpPr/>
          <p:nvPr/>
        </p:nvSpPr>
        <p:spPr>
          <a:xfrm>
            <a:off x="8544960" y="19612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0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6" name=""/>
          <p:cNvSpPr/>
          <p:nvPr/>
        </p:nvSpPr>
        <p:spPr>
          <a:xfrm>
            <a:off x="8540280" y="1958400"/>
            <a:ext cx="3960" cy="3600"/>
          </a:xfrm>
          <a:custGeom>
            <a:avLst/>
            <a:gdLst/>
            <a:ahLst/>
            <a:rect l="0" t="0" r="r" b="b"/>
            <a:pathLst>
              <a:path w="11" h="10">
                <a:moveTo>
                  <a:pt x="10" y="1"/>
                </a:moveTo>
                <a:lnTo>
                  <a:pt x="11" y="2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lnTo>
                  <a:pt x="9" y="5"/>
                </a:lnTo>
                <a:lnTo>
                  <a:pt x="8" y="6"/>
                </a:lnTo>
                <a:lnTo>
                  <a:pt x="7" y="6"/>
                </a:lnTo>
                <a:lnTo>
                  <a:pt x="5" y="7"/>
                </a:lnTo>
                <a:lnTo>
                  <a:pt x="4" y="7"/>
                </a:lnTo>
                <a:lnTo>
                  <a:pt x="3" y="8"/>
                </a:lnTo>
                <a:lnTo>
                  <a:pt x="3" y="9"/>
                </a:lnTo>
                <a:lnTo>
                  <a:pt x="1" y="10"/>
                </a:lnTo>
                <a:lnTo>
                  <a:pt x="0" y="9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2"/>
                </a:lnTo>
                <a:lnTo>
                  <a:pt x="3" y="1"/>
                </a:lnTo>
                <a:lnTo>
                  <a:pt x="4" y="1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1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7" name=""/>
          <p:cNvSpPr/>
          <p:nvPr/>
        </p:nvSpPr>
        <p:spPr>
          <a:xfrm>
            <a:off x="8541720" y="1957320"/>
            <a:ext cx="9000" cy="4680"/>
          </a:xfrm>
          <a:custGeom>
            <a:avLst/>
            <a:gdLst/>
            <a:ahLst/>
            <a:rect l="0" t="0" r="r" b="b"/>
            <a:pathLst>
              <a:path w="25" h="13">
                <a:moveTo>
                  <a:pt x="25" y="6"/>
                </a:moveTo>
                <a:lnTo>
                  <a:pt x="24" y="7"/>
                </a:lnTo>
                <a:lnTo>
                  <a:pt x="24" y="8"/>
                </a:lnTo>
                <a:lnTo>
                  <a:pt x="24" y="9"/>
                </a:lnTo>
                <a:lnTo>
                  <a:pt x="24" y="10"/>
                </a:lnTo>
                <a:lnTo>
                  <a:pt x="22" y="10"/>
                </a:lnTo>
                <a:lnTo>
                  <a:pt x="22" y="9"/>
                </a:lnTo>
                <a:lnTo>
                  <a:pt x="22" y="8"/>
                </a:lnTo>
                <a:lnTo>
                  <a:pt x="22" y="7"/>
                </a:lnTo>
                <a:lnTo>
                  <a:pt x="20" y="7"/>
                </a:lnTo>
                <a:lnTo>
                  <a:pt x="19" y="7"/>
                </a:lnTo>
                <a:lnTo>
                  <a:pt x="18" y="7"/>
                </a:lnTo>
                <a:lnTo>
                  <a:pt x="18" y="8"/>
                </a:lnTo>
                <a:lnTo>
                  <a:pt x="19" y="8"/>
                </a:lnTo>
                <a:lnTo>
                  <a:pt x="18" y="8"/>
                </a:lnTo>
                <a:lnTo>
                  <a:pt x="19" y="8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4" y="9"/>
                </a:lnTo>
                <a:lnTo>
                  <a:pt x="13" y="10"/>
                </a:lnTo>
                <a:lnTo>
                  <a:pt x="12" y="10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7" y="10"/>
                </a:lnTo>
                <a:lnTo>
                  <a:pt x="6" y="10"/>
                </a:lnTo>
                <a:lnTo>
                  <a:pt x="5" y="11"/>
                </a:lnTo>
                <a:lnTo>
                  <a:pt x="5" y="12"/>
                </a:lnTo>
                <a:lnTo>
                  <a:pt x="6" y="12"/>
                </a:lnTo>
                <a:lnTo>
                  <a:pt x="5" y="12"/>
                </a:lnTo>
                <a:lnTo>
                  <a:pt x="3" y="12"/>
                </a:lnTo>
                <a:lnTo>
                  <a:pt x="3" y="13"/>
                </a:lnTo>
                <a:lnTo>
                  <a:pt x="2" y="13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2" y="10"/>
                </a:lnTo>
                <a:lnTo>
                  <a:pt x="3" y="10"/>
                </a:lnTo>
                <a:lnTo>
                  <a:pt x="7" y="8"/>
                </a:lnTo>
                <a:lnTo>
                  <a:pt x="7" y="7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1" y="3"/>
                </a:lnTo>
                <a:lnTo>
                  <a:pt x="12" y="2"/>
                </a:lnTo>
                <a:lnTo>
                  <a:pt x="14" y="1"/>
                </a:lnTo>
                <a:lnTo>
                  <a:pt x="16" y="1"/>
                </a:lnTo>
                <a:lnTo>
                  <a:pt x="17" y="1"/>
                </a:lnTo>
                <a:lnTo>
                  <a:pt x="18" y="1"/>
                </a:lnTo>
                <a:lnTo>
                  <a:pt x="19" y="0"/>
                </a:lnTo>
                <a:lnTo>
                  <a:pt x="20" y="0"/>
                </a:lnTo>
                <a:lnTo>
                  <a:pt x="22" y="0"/>
                </a:lnTo>
                <a:lnTo>
                  <a:pt x="23" y="2"/>
                </a:lnTo>
                <a:lnTo>
                  <a:pt x="23" y="3"/>
                </a:lnTo>
                <a:lnTo>
                  <a:pt x="24" y="3"/>
                </a:lnTo>
                <a:lnTo>
                  <a:pt x="25" y="4"/>
                </a:lnTo>
                <a:lnTo>
                  <a:pt x="25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8" name=""/>
          <p:cNvSpPr/>
          <p:nvPr/>
        </p:nvSpPr>
        <p:spPr>
          <a:xfrm>
            <a:off x="8538840" y="1942560"/>
            <a:ext cx="11160" cy="6120"/>
          </a:xfrm>
          <a:custGeom>
            <a:avLst/>
            <a:gdLst/>
            <a:ahLst/>
            <a:rect l="0" t="0" r="r" b="b"/>
            <a:pathLst>
              <a:path w="31" h="17">
                <a:moveTo>
                  <a:pt x="17" y="2"/>
                </a:moveTo>
                <a:lnTo>
                  <a:pt x="17" y="3"/>
                </a:lnTo>
                <a:lnTo>
                  <a:pt x="16" y="4"/>
                </a:lnTo>
                <a:lnTo>
                  <a:pt x="16" y="5"/>
                </a:lnTo>
                <a:lnTo>
                  <a:pt x="17" y="5"/>
                </a:lnTo>
                <a:lnTo>
                  <a:pt x="19" y="6"/>
                </a:lnTo>
                <a:lnTo>
                  <a:pt x="20" y="6"/>
                </a:lnTo>
                <a:lnTo>
                  <a:pt x="21" y="6"/>
                </a:lnTo>
                <a:lnTo>
                  <a:pt x="22" y="6"/>
                </a:lnTo>
                <a:lnTo>
                  <a:pt x="22" y="5"/>
                </a:lnTo>
                <a:lnTo>
                  <a:pt x="23" y="5"/>
                </a:lnTo>
                <a:lnTo>
                  <a:pt x="25" y="5"/>
                </a:lnTo>
                <a:lnTo>
                  <a:pt x="26" y="6"/>
                </a:lnTo>
                <a:lnTo>
                  <a:pt x="28" y="7"/>
                </a:lnTo>
                <a:lnTo>
                  <a:pt x="28" y="8"/>
                </a:lnTo>
                <a:lnTo>
                  <a:pt x="28" y="9"/>
                </a:lnTo>
                <a:lnTo>
                  <a:pt x="26" y="9"/>
                </a:lnTo>
                <a:lnTo>
                  <a:pt x="26" y="10"/>
                </a:lnTo>
                <a:lnTo>
                  <a:pt x="28" y="11"/>
                </a:lnTo>
                <a:lnTo>
                  <a:pt x="29" y="11"/>
                </a:lnTo>
                <a:lnTo>
                  <a:pt x="30" y="12"/>
                </a:lnTo>
                <a:lnTo>
                  <a:pt x="30" y="11"/>
                </a:lnTo>
                <a:lnTo>
                  <a:pt x="30" y="12"/>
                </a:lnTo>
                <a:lnTo>
                  <a:pt x="31" y="12"/>
                </a:lnTo>
                <a:lnTo>
                  <a:pt x="30" y="12"/>
                </a:lnTo>
                <a:lnTo>
                  <a:pt x="29" y="13"/>
                </a:lnTo>
                <a:lnTo>
                  <a:pt x="28" y="13"/>
                </a:lnTo>
                <a:lnTo>
                  <a:pt x="27" y="13"/>
                </a:lnTo>
                <a:lnTo>
                  <a:pt x="26" y="13"/>
                </a:lnTo>
                <a:lnTo>
                  <a:pt x="25" y="12"/>
                </a:lnTo>
                <a:lnTo>
                  <a:pt x="24" y="12"/>
                </a:lnTo>
                <a:lnTo>
                  <a:pt x="23" y="11"/>
                </a:lnTo>
                <a:lnTo>
                  <a:pt x="20" y="12"/>
                </a:lnTo>
                <a:lnTo>
                  <a:pt x="19" y="12"/>
                </a:lnTo>
                <a:lnTo>
                  <a:pt x="19" y="13"/>
                </a:lnTo>
                <a:lnTo>
                  <a:pt x="17" y="13"/>
                </a:lnTo>
                <a:lnTo>
                  <a:pt x="17" y="12"/>
                </a:lnTo>
                <a:lnTo>
                  <a:pt x="16" y="12"/>
                </a:lnTo>
                <a:lnTo>
                  <a:pt x="17" y="12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4" y="12"/>
                </a:lnTo>
                <a:lnTo>
                  <a:pt x="14" y="11"/>
                </a:lnTo>
                <a:lnTo>
                  <a:pt x="15" y="11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4" y="12"/>
                </a:lnTo>
                <a:lnTo>
                  <a:pt x="14" y="13"/>
                </a:lnTo>
                <a:lnTo>
                  <a:pt x="14" y="14"/>
                </a:lnTo>
                <a:lnTo>
                  <a:pt x="14" y="15"/>
                </a:lnTo>
                <a:lnTo>
                  <a:pt x="11" y="17"/>
                </a:lnTo>
                <a:lnTo>
                  <a:pt x="10" y="17"/>
                </a:lnTo>
                <a:lnTo>
                  <a:pt x="9" y="17"/>
                </a:lnTo>
                <a:lnTo>
                  <a:pt x="8" y="17"/>
                </a:lnTo>
                <a:lnTo>
                  <a:pt x="7" y="17"/>
                </a:lnTo>
                <a:lnTo>
                  <a:pt x="7" y="15"/>
                </a:lnTo>
                <a:lnTo>
                  <a:pt x="5" y="15"/>
                </a:lnTo>
                <a:lnTo>
                  <a:pt x="3" y="15"/>
                </a:lnTo>
                <a:lnTo>
                  <a:pt x="3" y="14"/>
                </a:lnTo>
                <a:lnTo>
                  <a:pt x="3" y="13"/>
                </a:lnTo>
                <a:lnTo>
                  <a:pt x="2" y="12"/>
                </a:lnTo>
                <a:lnTo>
                  <a:pt x="2" y="11"/>
                </a:lnTo>
                <a:lnTo>
                  <a:pt x="1" y="10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2" y="5"/>
                </a:lnTo>
                <a:lnTo>
                  <a:pt x="4" y="6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9" y="5"/>
                </a:lnTo>
                <a:lnTo>
                  <a:pt x="9" y="6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6" y="2"/>
                </a:lnTo>
                <a:lnTo>
                  <a:pt x="16" y="0"/>
                </a:lnTo>
                <a:lnTo>
                  <a:pt x="17" y="2"/>
                </a:lnTo>
                <a:lnTo>
                  <a:pt x="19" y="2"/>
                </a:lnTo>
                <a:lnTo>
                  <a:pt x="19" y="3"/>
                </a:lnTo>
                <a:lnTo>
                  <a:pt x="17" y="3"/>
                </a:lnTo>
                <a:lnTo>
                  <a:pt x="17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9" name=""/>
          <p:cNvSpPr/>
          <p:nvPr/>
        </p:nvSpPr>
        <p:spPr>
          <a:xfrm>
            <a:off x="8539920" y="194184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0"/>
                </a:moveTo>
                <a:lnTo>
                  <a:pt x="4" y="2"/>
                </a:lnTo>
                <a:lnTo>
                  <a:pt x="3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0" name=""/>
          <p:cNvSpPr/>
          <p:nvPr/>
        </p:nvSpPr>
        <p:spPr>
          <a:xfrm>
            <a:off x="8537040" y="1940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1" name=""/>
          <p:cNvSpPr/>
          <p:nvPr/>
        </p:nvSpPr>
        <p:spPr>
          <a:xfrm>
            <a:off x="8540640" y="19393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5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2" name=""/>
          <p:cNvSpPr/>
          <p:nvPr/>
        </p:nvSpPr>
        <p:spPr>
          <a:xfrm>
            <a:off x="8540280" y="19339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3"/>
                </a:move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3" name=""/>
          <p:cNvSpPr/>
          <p:nvPr/>
        </p:nvSpPr>
        <p:spPr>
          <a:xfrm>
            <a:off x="8542080" y="1933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4" name=""/>
          <p:cNvSpPr/>
          <p:nvPr/>
        </p:nvSpPr>
        <p:spPr>
          <a:xfrm>
            <a:off x="8546040" y="19314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1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5" name=""/>
          <p:cNvSpPr/>
          <p:nvPr/>
        </p:nvSpPr>
        <p:spPr>
          <a:xfrm>
            <a:off x="8536680" y="1930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6" name=""/>
          <p:cNvSpPr/>
          <p:nvPr/>
        </p:nvSpPr>
        <p:spPr>
          <a:xfrm>
            <a:off x="8544240" y="19267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5" y="3"/>
                </a:move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7" name=""/>
          <p:cNvSpPr/>
          <p:nvPr/>
        </p:nvSpPr>
        <p:spPr>
          <a:xfrm>
            <a:off x="8541720" y="1921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8" name=""/>
          <p:cNvSpPr/>
          <p:nvPr/>
        </p:nvSpPr>
        <p:spPr>
          <a:xfrm>
            <a:off x="8546040" y="1921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0"/>
                </a:move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9" name=""/>
          <p:cNvSpPr/>
          <p:nvPr/>
        </p:nvSpPr>
        <p:spPr>
          <a:xfrm>
            <a:off x="8556480" y="2061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0" name=""/>
          <p:cNvSpPr/>
          <p:nvPr/>
        </p:nvSpPr>
        <p:spPr>
          <a:xfrm>
            <a:off x="8557920" y="2059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1" name=""/>
          <p:cNvSpPr/>
          <p:nvPr/>
        </p:nvSpPr>
        <p:spPr>
          <a:xfrm>
            <a:off x="8549280" y="2024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2" name=""/>
          <p:cNvSpPr/>
          <p:nvPr/>
        </p:nvSpPr>
        <p:spPr>
          <a:xfrm>
            <a:off x="8546040" y="202032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9" y="1"/>
                </a:moveTo>
                <a:lnTo>
                  <a:pt x="6" y="2"/>
                </a:lnTo>
                <a:lnTo>
                  <a:pt x="6" y="1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7"/>
                </a:lnTo>
                <a:lnTo>
                  <a:pt x="1" y="8"/>
                </a:lnTo>
                <a:lnTo>
                  <a:pt x="1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4" y="3"/>
                </a:lnTo>
                <a:lnTo>
                  <a:pt x="5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3" name=""/>
          <p:cNvSpPr/>
          <p:nvPr/>
        </p:nvSpPr>
        <p:spPr>
          <a:xfrm>
            <a:off x="8546040" y="2003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4" name=""/>
          <p:cNvSpPr/>
          <p:nvPr/>
        </p:nvSpPr>
        <p:spPr>
          <a:xfrm>
            <a:off x="8546040" y="2002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5" name=""/>
          <p:cNvSpPr/>
          <p:nvPr/>
        </p:nvSpPr>
        <p:spPr>
          <a:xfrm>
            <a:off x="8544240" y="1999800"/>
            <a:ext cx="5400" cy="2880"/>
          </a:xfrm>
          <a:custGeom>
            <a:avLst/>
            <a:gdLst/>
            <a:ahLst/>
            <a:rect l="0" t="0" r="r" b="b"/>
            <a:pathLst>
              <a:path w="15" h="8">
                <a:moveTo>
                  <a:pt x="9" y="5"/>
                </a:moveTo>
                <a:lnTo>
                  <a:pt x="11" y="6"/>
                </a:lnTo>
                <a:lnTo>
                  <a:pt x="12" y="6"/>
                </a:lnTo>
                <a:lnTo>
                  <a:pt x="12" y="5"/>
                </a:lnTo>
                <a:lnTo>
                  <a:pt x="13" y="5"/>
                </a:lnTo>
                <a:lnTo>
                  <a:pt x="14" y="5"/>
                </a:lnTo>
                <a:lnTo>
                  <a:pt x="15" y="5"/>
                </a:lnTo>
                <a:lnTo>
                  <a:pt x="15" y="6"/>
                </a:lnTo>
                <a:lnTo>
                  <a:pt x="14" y="6"/>
                </a:lnTo>
                <a:lnTo>
                  <a:pt x="14" y="7"/>
                </a:lnTo>
                <a:lnTo>
                  <a:pt x="15" y="7"/>
                </a:lnTo>
                <a:lnTo>
                  <a:pt x="15" y="8"/>
                </a:lnTo>
                <a:lnTo>
                  <a:pt x="14" y="8"/>
                </a:lnTo>
                <a:lnTo>
                  <a:pt x="13" y="7"/>
                </a:lnTo>
                <a:lnTo>
                  <a:pt x="14" y="7"/>
                </a:lnTo>
                <a:lnTo>
                  <a:pt x="13" y="6"/>
                </a:lnTo>
                <a:lnTo>
                  <a:pt x="12" y="6"/>
                </a:lnTo>
                <a:lnTo>
                  <a:pt x="11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7" y="7"/>
                </a:lnTo>
                <a:lnTo>
                  <a:pt x="7" y="6"/>
                </a:lnTo>
                <a:lnTo>
                  <a:pt x="6" y="6"/>
                </a:lnTo>
                <a:lnTo>
                  <a:pt x="4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6" y="5"/>
                </a:lnTo>
                <a:lnTo>
                  <a:pt x="7" y="5"/>
                </a:lnTo>
                <a:lnTo>
                  <a:pt x="8" y="5"/>
                </a:lnTo>
                <a:lnTo>
                  <a:pt x="9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6" name=""/>
          <p:cNvSpPr/>
          <p:nvPr/>
        </p:nvSpPr>
        <p:spPr>
          <a:xfrm>
            <a:off x="8543880" y="1994760"/>
            <a:ext cx="6840" cy="3960"/>
          </a:xfrm>
          <a:custGeom>
            <a:avLst/>
            <a:gdLst/>
            <a:ahLst/>
            <a:rect l="0" t="0" r="r" b="b"/>
            <a:pathLst>
              <a:path w="19" h="11">
                <a:moveTo>
                  <a:pt x="15" y="6"/>
                </a:moveTo>
                <a:lnTo>
                  <a:pt x="16" y="6"/>
                </a:lnTo>
                <a:lnTo>
                  <a:pt x="17" y="6"/>
                </a:lnTo>
                <a:lnTo>
                  <a:pt x="18" y="6"/>
                </a:lnTo>
                <a:lnTo>
                  <a:pt x="19" y="7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7" y="10"/>
                </a:lnTo>
                <a:lnTo>
                  <a:pt x="16" y="9"/>
                </a:lnTo>
                <a:lnTo>
                  <a:pt x="16" y="10"/>
                </a:lnTo>
                <a:lnTo>
                  <a:pt x="15" y="11"/>
                </a:lnTo>
                <a:lnTo>
                  <a:pt x="13" y="10"/>
                </a:lnTo>
                <a:lnTo>
                  <a:pt x="12" y="10"/>
                </a:lnTo>
                <a:lnTo>
                  <a:pt x="10" y="10"/>
                </a:lnTo>
                <a:lnTo>
                  <a:pt x="11" y="11"/>
                </a:lnTo>
                <a:lnTo>
                  <a:pt x="10" y="11"/>
                </a:lnTo>
                <a:lnTo>
                  <a:pt x="7" y="9"/>
                </a:lnTo>
                <a:lnTo>
                  <a:pt x="3" y="6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9" y="2"/>
                </a:lnTo>
                <a:lnTo>
                  <a:pt x="9" y="3"/>
                </a:lnTo>
                <a:lnTo>
                  <a:pt x="7" y="4"/>
                </a:lnTo>
                <a:lnTo>
                  <a:pt x="6" y="5"/>
                </a:lnTo>
                <a:lnTo>
                  <a:pt x="6" y="6"/>
                </a:lnTo>
                <a:lnTo>
                  <a:pt x="7" y="6"/>
                </a:lnTo>
                <a:lnTo>
                  <a:pt x="9" y="6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7"/>
                </a:lnTo>
                <a:lnTo>
                  <a:pt x="15" y="7"/>
                </a:lnTo>
                <a:lnTo>
                  <a:pt x="15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7" name=""/>
          <p:cNvSpPr/>
          <p:nvPr/>
        </p:nvSpPr>
        <p:spPr>
          <a:xfrm>
            <a:off x="8543520" y="1989720"/>
            <a:ext cx="7560" cy="5760"/>
          </a:xfrm>
          <a:custGeom>
            <a:avLst/>
            <a:gdLst/>
            <a:ahLst/>
            <a:rect l="0" t="0" r="r" b="b"/>
            <a:pathLst>
              <a:path w="21" h="16">
                <a:moveTo>
                  <a:pt x="12" y="1"/>
                </a:moveTo>
                <a:lnTo>
                  <a:pt x="14" y="2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4"/>
                </a:lnTo>
                <a:lnTo>
                  <a:pt x="17" y="4"/>
                </a:lnTo>
                <a:lnTo>
                  <a:pt x="16" y="4"/>
                </a:lnTo>
                <a:lnTo>
                  <a:pt x="14" y="5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5" y="7"/>
                </a:lnTo>
                <a:lnTo>
                  <a:pt x="16" y="7"/>
                </a:lnTo>
                <a:lnTo>
                  <a:pt x="17" y="7"/>
                </a:lnTo>
                <a:lnTo>
                  <a:pt x="17" y="9"/>
                </a:lnTo>
                <a:lnTo>
                  <a:pt x="16" y="9"/>
                </a:lnTo>
                <a:lnTo>
                  <a:pt x="16" y="11"/>
                </a:lnTo>
                <a:lnTo>
                  <a:pt x="19" y="13"/>
                </a:lnTo>
                <a:lnTo>
                  <a:pt x="20" y="13"/>
                </a:lnTo>
                <a:lnTo>
                  <a:pt x="21" y="13"/>
                </a:lnTo>
                <a:lnTo>
                  <a:pt x="21" y="14"/>
                </a:lnTo>
                <a:lnTo>
                  <a:pt x="19" y="15"/>
                </a:lnTo>
                <a:lnTo>
                  <a:pt x="20" y="16"/>
                </a:lnTo>
                <a:lnTo>
                  <a:pt x="19" y="16"/>
                </a:lnTo>
                <a:lnTo>
                  <a:pt x="17" y="16"/>
                </a:lnTo>
                <a:lnTo>
                  <a:pt x="16" y="15"/>
                </a:lnTo>
                <a:lnTo>
                  <a:pt x="15" y="14"/>
                </a:lnTo>
                <a:lnTo>
                  <a:pt x="14" y="14"/>
                </a:lnTo>
                <a:lnTo>
                  <a:pt x="13" y="14"/>
                </a:lnTo>
                <a:lnTo>
                  <a:pt x="12" y="14"/>
                </a:lnTo>
                <a:lnTo>
                  <a:pt x="12" y="13"/>
                </a:lnTo>
                <a:lnTo>
                  <a:pt x="11" y="13"/>
                </a:lnTo>
                <a:lnTo>
                  <a:pt x="10" y="12"/>
                </a:lnTo>
                <a:lnTo>
                  <a:pt x="8" y="11"/>
                </a:lnTo>
                <a:lnTo>
                  <a:pt x="7" y="11"/>
                </a:lnTo>
                <a:lnTo>
                  <a:pt x="6" y="9"/>
                </a:lnTo>
                <a:lnTo>
                  <a:pt x="5" y="7"/>
                </a:lnTo>
                <a:lnTo>
                  <a:pt x="3" y="6"/>
                </a:lnTo>
                <a:lnTo>
                  <a:pt x="2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2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8" name=""/>
          <p:cNvSpPr/>
          <p:nvPr/>
        </p:nvSpPr>
        <p:spPr>
          <a:xfrm>
            <a:off x="8549640" y="1989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1" y="3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9" name=""/>
          <p:cNvSpPr/>
          <p:nvPr/>
        </p:nvSpPr>
        <p:spPr>
          <a:xfrm>
            <a:off x="8552160" y="198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0"/>
                </a:move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0" name=""/>
          <p:cNvSpPr/>
          <p:nvPr/>
        </p:nvSpPr>
        <p:spPr>
          <a:xfrm>
            <a:off x="8546760" y="1986480"/>
            <a:ext cx="4320" cy="2880"/>
          </a:xfrm>
          <a:custGeom>
            <a:avLst/>
            <a:gdLst/>
            <a:ahLst/>
            <a:rect l="0" t="0" r="r" b="b"/>
            <a:pathLst>
              <a:path w="12" h="8">
                <a:moveTo>
                  <a:pt x="11" y="0"/>
                </a:moveTo>
                <a:lnTo>
                  <a:pt x="12" y="1"/>
                </a:lnTo>
                <a:lnTo>
                  <a:pt x="12" y="3"/>
                </a:lnTo>
                <a:lnTo>
                  <a:pt x="11" y="3"/>
                </a:lnTo>
                <a:lnTo>
                  <a:pt x="11" y="4"/>
                </a:lnTo>
                <a:lnTo>
                  <a:pt x="12" y="5"/>
                </a:lnTo>
                <a:lnTo>
                  <a:pt x="11" y="5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7" y="7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2" y="8"/>
                </a:lnTo>
                <a:lnTo>
                  <a:pt x="1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7" y="3"/>
                </a:lnTo>
                <a:lnTo>
                  <a:pt x="8" y="3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1" name=""/>
          <p:cNvSpPr/>
          <p:nvPr/>
        </p:nvSpPr>
        <p:spPr>
          <a:xfrm>
            <a:off x="8548920" y="1980720"/>
            <a:ext cx="7560" cy="9360"/>
          </a:xfrm>
          <a:custGeom>
            <a:avLst/>
            <a:gdLst/>
            <a:ahLst/>
            <a:rect l="0" t="0" r="r" b="b"/>
            <a:pathLst>
              <a:path w="21" h="26">
                <a:moveTo>
                  <a:pt x="7" y="1"/>
                </a:move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4" y="2"/>
                </a:lnTo>
                <a:lnTo>
                  <a:pt x="15" y="2"/>
                </a:lnTo>
                <a:lnTo>
                  <a:pt x="15" y="1"/>
                </a:lnTo>
                <a:lnTo>
                  <a:pt x="16" y="1"/>
                </a:lnTo>
                <a:lnTo>
                  <a:pt x="16" y="0"/>
                </a:lnTo>
                <a:lnTo>
                  <a:pt x="17" y="1"/>
                </a:lnTo>
                <a:lnTo>
                  <a:pt x="16" y="2"/>
                </a:lnTo>
                <a:lnTo>
                  <a:pt x="16" y="3"/>
                </a:lnTo>
                <a:lnTo>
                  <a:pt x="17" y="5"/>
                </a:lnTo>
                <a:lnTo>
                  <a:pt x="18" y="5"/>
                </a:lnTo>
                <a:lnTo>
                  <a:pt x="19" y="5"/>
                </a:lnTo>
                <a:lnTo>
                  <a:pt x="19" y="7"/>
                </a:lnTo>
                <a:lnTo>
                  <a:pt x="17" y="7"/>
                </a:lnTo>
                <a:lnTo>
                  <a:pt x="15" y="7"/>
                </a:lnTo>
                <a:lnTo>
                  <a:pt x="15" y="8"/>
                </a:lnTo>
                <a:lnTo>
                  <a:pt x="16" y="9"/>
                </a:lnTo>
                <a:lnTo>
                  <a:pt x="17" y="9"/>
                </a:lnTo>
                <a:lnTo>
                  <a:pt x="19" y="9"/>
                </a:lnTo>
                <a:lnTo>
                  <a:pt x="20" y="9"/>
                </a:lnTo>
                <a:lnTo>
                  <a:pt x="20" y="10"/>
                </a:lnTo>
                <a:lnTo>
                  <a:pt x="19" y="10"/>
                </a:lnTo>
                <a:lnTo>
                  <a:pt x="19" y="11"/>
                </a:lnTo>
                <a:lnTo>
                  <a:pt x="19" y="12"/>
                </a:lnTo>
                <a:lnTo>
                  <a:pt x="20" y="12"/>
                </a:lnTo>
                <a:lnTo>
                  <a:pt x="21" y="13"/>
                </a:lnTo>
                <a:lnTo>
                  <a:pt x="21" y="14"/>
                </a:lnTo>
                <a:lnTo>
                  <a:pt x="20" y="14"/>
                </a:lnTo>
                <a:lnTo>
                  <a:pt x="19" y="14"/>
                </a:lnTo>
                <a:lnTo>
                  <a:pt x="18" y="14"/>
                </a:lnTo>
                <a:lnTo>
                  <a:pt x="18" y="15"/>
                </a:lnTo>
                <a:lnTo>
                  <a:pt x="18" y="16"/>
                </a:lnTo>
                <a:lnTo>
                  <a:pt x="17" y="16"/>
                </a:lnTo>
                <a:lnTo>
                  <a:pt x="16" y="16"/>
                </a:lnTo>
                <a:lnTo>
                  <a:pt x="16" y="17"/>
                </a:lnTo>
                <a:lnTo>
                  <a:pt x="15" y="17"/>
                </a:lnTo>
                <a:lnTo>
                  <a:pt x="15" y="18"/>
                </a:lnTo>
                <a:lnTo>
                  <a:pt x="15" y="19"/>
                </a:lnTo>
                <a:lnTo>
                  <a:pt x="15" y="21"/>
                </a:lnTo>
                <a:lnTo>
                  <a:pt x="16" y="21"/>
                </a:lnTo>
                <a:lnTo>
                  <a:pt x="17" y="22"/>
                </a:lnTo>
                <a:lnTo>
                  <a:pt x="19" y="22"/>
                </a:lnTo>
                <a:lnTo>
                  <a:pt x="19" y="24"/>
                </a:lnTo>
                <a:lnTo>
                  <a:pt x="20" y="25"/>
                </a:lnTo>
                <a:lnTo>
                  <a:pt x="19" y="25"/>
                </a:lnTo>
                <a:lnTo>
                  <a:pt x="18" y="26"/>
                </a:lnTo>
                <a:lnTo>
                  <a:pt x="18" y="25"/>
                </a:lnTo>
                <a:lnTo>
                  <a:pt x="17" y="25"/>
                </a:lnTo>
                <a:lnTo>
                  <a:pt x="16" y="25"/>
                </a:lnTo>
                <a:lnTo>
                  <a:pt x="15" y="25"/>
                </a:lnTo>
                <a:lnTo>
                  <a:pt x="14" y="25"/>
                </a:lnTo>
                <a:lnTo>
                  <a:pt x="12" y="24"/>
                </a:lnTo>
                <a:lnTo>
                  <a:pt x="12" y="23"/>
                </a:lnTo>
                <a:lnTo>
                  <a:pt x="11" y="23"/>
                </a:lnTo>
                <a:lnTo>
                  <a:pt x="10" y="20"/>
                </a:lnTo>
                <a:lnTo>
                  <a:pt x="10" y="19"/>
                </a:lnTo>
                <a:lnTo>
                  <a:pt x="11" y="18"/>
                </a:lnTo>
                <a:lnTo>
                  <a:pt x="11" y="17"/>
                </a:lnTo>
                <a:lnTo>
                  <a:pt x="11" y="16"/>
                </a:lnTo>
                <a:lnTo>
                  <a:pt x="10" y="15"/>
                </a:lnTo>
                <a:lnTo>
                  <a:pt x="9" y="13"/>
                </a:lnTo>
                <a:lnTo>
                  <a:pt x="8" y="12"/>
                </a:lnTo>
                <a:lnTo>
                  <a:pt x="8" y="11"/>
                </a:lnTo>
                <a:lnTo>
                  <a:pt x="6" y="11"/>
                </a:lnTo>
                <a:lnTo>
                  <a:pt x="5" y="10"/>
                </a:lnTo>
                <a:lnTo>
                  <a:pt x="4" y="10"/>
                </a:lnTo>
                <a:lnTo>
                  <a:pt x="3" y="10"/>
                </a:lnTo>
                <a:lnTo>
                  <a:pt x="2" y="9"/>
                </a:lnTo>
                <a:lnTo>
                  <a:pt x="1" y="8"/>
                </a:lnTo>
                <a:lnTo>
                  <a:pt x="0" y="5"/>
                </a:lnTo>
                <a:lnTo>
                  <a:pt x="3" y="1"/>
                </a:lnTo>
                <a:lnTo>
                  <a:pt x="4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2" name=""/>
          <p:cNvSpPr/>
          <p:nvPr/>
        </p:nvSpPr>
        <p:spPr>
          <a:xfrm>
            <a:off x="8546400" y="1982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0" y="2"/>
                </a:move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3" name=""/>
          <p:cNvSpPr/>
          <p:nvPr/>
        </p:nvSpPr>
        <p:spPr>
          <a:xfrm>
            <a:off x="8556480" y="19803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4" name=""/>
          <p:cNvSpPr/>
          <p:nvPr/>
        </p:nvSpPr>
        <p:spPr>
          <a:xfrm>
            <a:off x="8555760" y="19796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0"/>
                </a:moveTo>
                <a:lnTo>
                  <a:pt x="3" y="1"/>
                </a:lnTo>
                <a:lnTo>
                  <a:pt x="5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5" name=""/>
          <p:cNvSpPr/>
          <p:nvPr/>
        </p:nvSpPr>
        <p:spPr>
          <a:xfrm>
            <a:off x="8555760" y="1978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2"/>
                </a:lnTo>
                <a:lnTo>
                  <a:pt x="2" y="0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6" name=""/>
          <p:cNvSpPr/>
          <p:nvPr/>
        </p:nvSpPr>
        <p:spPr>
          <a:xfrm>
            <a:off x="8550720" y="1974600"/>
            <a:ext cx="3240" cy="5040"/>
          </a:xfrm>
          <a:custGeom>
            <a:avLst/>
            <a:gdLst/>
            <a:ahLst/>
            <a:rect l="0" t="0" r="r" b="b"/>
            <a:pathLst>
              <a:path w="9" h="14">
                <a:moveTo>
                  <a:pt x="8" y="7"/>
                </a:moveTo>
                <a:lnTo>
                  <a:pt x="9" y="7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5" y="9"/>
                </a:lnTo>
                <a:lnTo>
                  <a:pt x="4" y="11"/>
                </a:lnTo>
                <a:lnTo>
                  <a:pt x="5" y="12"/>
                </a:lnTo>
                <a:lnTo>
                  <a:pt x="5" y="13"/>
                </a:lnTo>
                <a:lnTo>
                  <a:pt x="4" y="14"/>
                </a:lnTo>
                <a:lnTo>
                  <a:pt x="2" y="14"/>
                </a:lnTo>
                <a:lnTo>
                  <a:pt x="1" y="13"/>
                </a:lnTo>
                <a:lnTo>
                  <a:pt x="0" y="12"/>
                </a:lnTo>
                <a:lnTo>
                  <a:pt x="1" y="13"/>
                </a:lnTo>
                <a:lnTo>
                  <a:pt x="1" y="10"/>
                </a:lnTo>
                <a:lnTo>
                  <a:pt x="1" y="8"/>
                </a:lnTo>
                <a:lnTo>
                  <a:pt x="1" y="7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4" y="3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5" y="6"/>
                </a:lnTo>
                <a:lnTo>
                  <a:pt x="6" y="6"/>
                </a:lnTo>
                <a:lnTo>
                  <a:pt x="6" y="7"/>
                </a:lnTo>
                <a:lnTo>
                  <a:pt x="7" y="7"/>
                </a:lnTo>
                <a:lnTo>
                  <a:pt x="8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7" name=""/>
          <p:cNvSpPr/>
          <p:nvPr/>
        </p:nvSpPr>
        <p:spPr>
          <a:xfrm>
            <a:off x="8553600" y="19738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1"/>
                </a:moveTo>
                <a:lnTo>
                  <a:pt x="0" y="0"/>
                </a:lnTo>
                <a:lnTo>
                  <a:pt x="2" y="1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8" name=""/>
          <p:cNvSpPr/>
          <p:nvPr/>
        </p:nvSpPr>
        <p:spPr>
          <a:xfrm>
            <a:off x="8573040" y="19627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2" y="4"/>
                </a:moveTo>
                <a:lnTo>
                  <a:pt x="2" y="6"/>
                </a:lnTo>
                <a:lnTo>
                  <a:pt x="1" y="6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3" y="2"/>
                </a:lnTo>
                <a:lnTo>
                  <a:pt x="6" y="3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9" name=""/>
          <p:cNvSpPr/>
          <p:nvPr/>
        </p:nvSpPr>
        <p:spPr>
          <a:xfrm>
            <a:off x="8569800" y="19605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0"/>
                </a:moveTo>
                <a:lnTo>
                  <a:pt x="3" y="2"/>
                </a:ln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0" name=""/>
          <p:cNvSpPr/>
          <p:nvPr/>
        </p:nvSpPr>
        <p:spPr>
          <a:xfrm>
            <a:off x="8561520" y="196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1" name=""/>
          <p:cNvSpPr/>
          <p:nvPr/>
        </p:nvSpPr>
        <p:spPr>
          <a:xfrm>
            <a:off x="8564400" y="19591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4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3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2" name=""/>
          <p:cNvSpPr/>
          <p:nvPr/>
        </p:nvSpPr>
        <p:spPr>
          <a:xfrm>
            <a:off x="8566560" y="19587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0" y="0"/>
                </a:moveTo>
                <a:lnTo>
                  <a:pt x="3" y="0"/>
                </a:lnTo>
                <a:lnTo>
                  <a:pt x="4" y="1"/>
                </a:lnTo>
                <a:lnTo>
                  <a:pt x="5" y="3"/>
                </a:lnTo>
                <a:lnTo>
                  <a:pt x="6" y="5"/>
                </a:lnTo>
                <a:lnTo>
                  <a:pt x="6" y="6"/>
                </a:lnTo>
                <a:lnTo>
                  <a:pt x="5" y="7"/>
                </a:lnTo>
                <a:lnTo>
                  <a:pt x="5" y="5"/>
                </a:lnTo>
                <a:lnTo>
                  <a:pt x="3" y="5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3" name=""/>
          <p:cNvSpPr/>
          <p:nvPr/>
        </p:nvSpPr>
        <p:spPr>
          <a:xfrm>
            <a:off x="8553960" y="1959480"/>
            <a:ext cx="2520" cy="1080"/>
          </a:xfrm>
          <a:custGeom>
            <a:avLst/>
            <a:gdLst/>
            <a:ahLst/>
            <a:rect l="0" t="0" r="r" b="b"/>
            <a:pathLst>
              <a:path w="7" h="3">
                <a:moveTo>
                  <a:pt x="1" y="0"/>
                </a:move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3"/>
                </a:lnTo>
                <a:lnTo>
                  <a:pt x="6" y="3"/>
                </a:lnTo>
                <a:lnTo>
                  <a:pt x="4" y="3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4" name=""/>
          <p:cNvSpPr/>
          <p:nvPr/>
        </p:nvSpPr>
        <p:spPr>
          <a:xfrm>
            <a:off x="8556480" y="1958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4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5" y="0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5" name=""/>
          <p:cNvSpPr/>
          <p:nvPr/>
        </p:nvSpPr>
        <p:spPr>
          <a:xfrm>
            <a:off x="8568720" y="195840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0" y="1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2" y="6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6" name=""/>
          <p:cNvSpPr/>
          <p:nvPr/>
        </p:nvSpPr>
        <p:spPr>
          <a:xfrm>
            <a:off x="8546400" y="195696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0" y="2"/>
                </a:move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7" name=""/>
          <p:cNvSpPr/>
          <p:nvPr/>
        </p:nvSpPr>
        <p:spPr>
          <a:xfrm>
            <a:off x="8546400" y="195696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0" y="2"/>
                </a:move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noFill/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8" name=""/>
          <p:cNvSpPr/>
          <p:nvPr/>
        </p:nvSpPr>
        <p:spPr>
          <a:xfrm>
            <a:off x="8551440" y="19461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9" name=""/>
          <p:cNvSpPr/>
          <p:nvPr/>
        </p:nvSpPr>
        <p:spPr>
          <a:xfrm>
            <a:off x="8550000" y="194436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6" y="4"/>
                </a:moveTo>
                <a:lnTo>
                  <a:pt x="7" y="4"/>
                </a:lnTo>
                <a:lnTo>
                  <a:pt x="9" y="5"/>
                </a:lnTo>
                <a:lnTo>
                  <a:pt x="7" y="7"/>
                </a:lnTo>
                <a:lnTo>
                  <a:pt x="6" y="7"/>
                </a:lnTo>
                <a:lnTo>
                  <a:pt x="6" y="5"/>
                </a:lnTo>
                <a:lnTo>
                  <a:pt x="5" y="5"/>
                </a:lnTo>
                <a:lnTo>
                  <a:pt x="5" y="7"/>
                </a:lnTo>
                <a:lnTo>
                  <a:pt x="3" y="5"/>
                </a:lnTo>
                <a:lnTo>
                  <a:pt x="3" y="4"/>
                </a:lnTo>
                <a:lnTo>
                  <a:pt x="2" y="5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6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0" name=""/>
          <p:cNvSpPr/>
          <p:nvPr/>
        </p:nvSpPr>
        <p:spPr>
          <a:xfrm>
            <a:off x="8551080" y="1928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1" name=""/>
          <p:cNvSpPr/>
          <p:nvPr/>
        </p:nvSpPr>
        <p:spPr>
          <a:xfrm>
            <a:off x="8552880" y="1926000"/>
            <a:ext cx="2880" cy="2520"/>
          </a:xfrm>
          <a:custGeom>
            <a:avLst/>
            <a:gdLst/>
            <a:ahLst/>
            <a:rect l="0" t="0" r="r" b="b"/>
            <a:pathLst>
              <a:path w="8" h="7">
                <a:moveTo>
                  <a:pt x="8" y="2"/>
                </a:moveTo>
                <a:lnTo>
                  <a:pt x="7" y="4"/>
                </a:lnTo>
                <a:lnTo>
                  <a:pt x="6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4" y="6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2" y="0"/>
                </a:lnTo>
                <a:lnTo>
                  <a:pt x="4" y="1"/>
                </a:lnTo>
                <a:lnTo>
                  <a:pt x="7" y="2"/>
                </a:lnTo>
                <a:lnTo>
                  <a:pt x="8" y="1"/>
                </a:lnTo>
                <a:lnTo>
                  <a:pt x="8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2" name=""/>
          <p:cNvSpPr/>
          <p:nvPr/>
        </p:nvSpPr>
        <p:spPr>
          <a:xfrm>
            <a:off x="8551440" y="19267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3"/>
                </a:moveTo>
                <a:lnTo>
                  <a:pt x="3" y="2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3" name=""/>
          <p:cNvSpPr/>
          <p:nvPr/>
        </p:nvSpPr>
        <p:spPr>
          <a:xfrm>
            <a:off x="8544960" y="1922400"/>
            <a:ext cx="7200" cy="4680"/>
          </a:xfrm>
          <a:custGeom>
            <a:avLst/>
            <a:gdLst/>
            <a:ahLst/>
            <a:rect l="0" t="0" r="r" b="b"/>
            <a:pathLst>
              <a:path w="20" h="13">
                <a:moveTo>
                  <a:pt x="14" y="3"/>
                </a:moveTo>
                <a:lnTo>
                  <a:pt x="15" y="2"/>
                </a:lnTo>
                <a:lnTo>
                  <a:pt x="15" y="3"/>
                </a:lnTo>
                <a:lnTo>
                  <a:pt x="16" y="3"/>
                </a:lnTo>
                <a:lnTo>
                  <a:pt x="16" y="4"/>
                </a:lnTo>
                <a:lnTo>
                  <a:pt x="16" y="3"/>
                </a:lnTo>
                <a:lnTo>
                  <a:pt x="17" y="3"/>
                </a:lnTo>
                <a:lnTo>
                  <a:pt x="18" y="1"/>
                </a:lnTo>
                <a:lnTo>
                  <a:pt x="19" y="1"/>
                </a:lnTo>
                <a:lnTo>
                  <a:pt x="19" y="2"/>
                </a:lnTo>
                <a:lnTo>
                  <a:pt x="18" y="3"/>
                </a:lnTo>
                <a:lnTo>
                  <a:pt x="17" y="3"/>
                </a:lnTo>
                <a:lnTo>
                  <a:pt x="18" y="4"/>
                </a:lnTo>
                <a:lnTo>
                  <a:pt x="18" y="5"/>
                </a:lnTo>
                <a:lnTo>
                  <a:pt x="20" y="5"/>
                </a:lnTo>
                <a:lnTo>
                  <a:pt x="20" y="7"/>
                </a:lnTo>
                <a:lnTo>
                  <a:pt x="19" y="7"/>
                </a:lnTo>
                <a:lnTo>
                  <a:pt x="17" y="5"/>
                </a:lnTo>
                <a:lnTo>
                  <a:pt x="16" y="7"/>
                </a:lnTo>
                <a:lnTo>
                  <a:pt x="15" y="7"/>
                </a:lnTo>
                <a:lnTo>
                  <a:pt x="14" y="8"/>
                </a:lnTo>
                <a:lnTo>
                  <a:pt x="13" y="8"/>
                </a:lnTo>
                <a:lnTo>
                  <a:pt x="12" y="9"/>
                </a:lnTo>
                <a:lnTo>
                  <a:pt x="12" y="8"/>
                </a:lnTo>
                <a:lnTo>
                  <a:pt x="11" y="8"/>
                </a:lnTo>
                <a:lnTo>
                  <a:pt x="9" y="9"/>
                </a:lnTo>
                <a:lnTo>
                  <a:pt x="8" y="9"/>
                </a:lnTo>
                <a:lnTo>
                  <a:pt x="8" y="10"/>
                </a:lnTo>
                <a:lnTo>
                  <a:pt x="7" y="10"/>
                </a:lnTo>
                <a:lnTo>
                  <a:pt x="6" y="10"/>
                </a:lnTo>
                <a:lnTo>
                  <a:pt x="3" y="10"/>
                </a:lnTo>
                <a:lnTo>
                  <a:pt x="2" y="11"/>
                </a:lnTo>
                <a:lnTo>
                  <a:pt x="1" y="12"/>
                </a:lnTo>
                <a:lnTo>
                  <a:pt x="1" y="13"/>
                </a:lnTo>
                <a:lnTo>
                  <a:pt x="2" y="13"/>
                </a:lnTo>
                <a:lnTo>
                  <a:pt x="1" y="13"/>
                </a:lnTo>
                <a:lnTo>
                  <a:pt x="0" y="12"/>
                </a:lnTo>
                <a:lnTo>
                  <a:pt x="0" y="10"/>
                </a:lnTo>
                <a:lnTo>
                  <a:pt x="1" y="9"/>
                </a:lnTo>
                <a:lnTo>
                  <a:pt x="2" y="8"/>
                </a:lnTo>
                <a:lnTo>
                  <a:pt x="3" y="5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6" y="2"/>
                </a:lnTo>
                <a:lnTo>
                  <a:pt x="7" y="3"/>
                </a:lnTo>
                <a:lnTo>
                  <a:pt x="8" y="4"/>
                </a:lnTo>
                <a:lnTo>
                  <a:pt x="8" y="5"/>
                </a:lnTo>
                <a:lnTo>
                  <a:pt x="10" y="5"/>
                </a:lnTo>
                <a:lnTo>
                  <a:pt x="11" y="5"/>
                </a:lnTo>
                <a:lnTo>
                  <a:pt x="13" y="5"/>
                </a:lnTo>
                <a:lnTo>
                  <a:pt x="14" y="4"/>
                </a:lnTo>
                <a:lnTo>
                  <a:pt x="14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4" name=""/>
          <p:cNvSpPr/>
          <p:nvPr/>
        </p:nvSpPr>
        <p:spPr>
          <a:xfrm>
            <a:off x="8565120" y="191952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7" y="2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7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5" y="7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7"/>
                </a:lnTo>
                <a:lnTo>
                  <a:pt x="2" y="7"/>
                </a:lnTo>
                <a:lnTo>
                  <a:pt x="0" y="7"/>
                </a:lnTo>
                <a:lnTo>
                  <a:pt x="0" y="4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9" y="1"/>
                </a:lnTo>
                <a:lnTo>
                  <a:pt x="9" y="2"/>
                </a:lnTo>
                <a:lnTo>
                  <a:pt x="7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5" name=""/>
          <p:cNvSpPr/>
          <p:nvPr/>
        </p:nvSpPr>
        <p:spPr>
          <a:xfrm>
            <a:off x="8568360" y="19191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5" y="3"/>
                </a:moveTo>
                <a:lnTo>
                  <a:pt x="6" y="3"/>
                </a:lnTo>
                <a:lnTo>
                  <a:pt x="6" y="6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  <a:lnTo>
                  <a:pt x="5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6" name=""/>
          <p:cNvSpPr/>
          <p:nvPr/>
        </p:nvSpPr>
        <p:spPr>
          <a:xfrm>
            <a:off x="8565480" y="19152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0"/>
                </a:moveTo>
                <a:lnTo>
                  <a:pt x="3" y="0"/>
                </a:lnTo>
                <a:lnTo>
                  <a:pt x="5" y="3"/>
                </a:lnTo>
                <a:lnTo>
                  <a:pt x="4" y="5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7" name=""/>
          <p:cNvSpPr/>
          <p:nvPr/>
        </p:nvSpPr>
        <p:spPr>
          <a:xfrm>
            <a:off x="8564400" y="1914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8" name=""/>
          <p:cNvSpPr/>
          <p:nvPr/>
        </p:nvSpPr>
        <p:spPr>
          <a:xfrm>
            <a:off x="8554680" y="191412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3"/>
                </a:move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3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9" name=""/>
          <p:cNvSpPr/>
          <p:nvPr/>
        </p:nvSpPr>
        <p:spPr>
          <a:xfrm>
            <a:off x="8556840" y="19141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0"/>
                </a:moveTo>
                <a:lnTo>
                  <a:pt x="1" y="0"/>
                </a:lnTo>
                <a:lnTo>
                  <a:pt x="3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0" name=""/>
          <p:cNvSpPr/>
          <p:nvPr/>
        </p:nvSpPr>
        <p:spPr>
          <a:xfrm>
            <a:off x="8557920" y="19112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7" y="2"/>
                </a:move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1" name=""/>
          <p:cNvSpPr/>
          <p:nvPr/>
        </p:nvSpPr>
        <p:spPr>
          <a:xfrm>
            <a:off x="8060400" y="1687320"/>
            <a:ext cx="309240" cy="375480"/>
          </a:xfrm>
          <a:custGeom>
            <a:avLst/>
            <a:gdLst/>
            <a:ahLst/>
            <a:rect l="0" t="0" r="r" b="b"/>
            <a:pathLst>
              <a:path w="859" h="1043">
                <a:moveTo>
                  <a:pt x="718" y="394"/>
                </a:moveTo>
                <a:lnTo>
                  <a:pt x="719" y="392"/>
                </a:lnTo>
                <a:lnTo>
                  <a:pt x="718" y="391"/>
                </a:lnTo>
                <a:lnTo>
                  <a:pt x="717" y="389"/>
                </a:lnTo>
                <a:lnTo>
                  <a:pt x="716" y="388"/>
                </a:lnTo>
                <a:lnTo>
                  <a:pt x="715" y="387"/>
                </a:lnTo>
                <a:lnTo>
                  <a:pt x="713" y="384"/>
                </a:lnTo>
                <a:lnTo>
                  <a:pt x="711" y="383"/>
                </a:lnTo>
                <a:lnTo>
                  <a:pt x="709" y="384"/>
                </a:lnTo>
                <a:lnTo>
                  <a:pt x="706" y="387"/>
                </a:lnTo>
                <a:lnTo>
                  <a:pt x="704" y="387"/>
                </a:lnTo>
                <a:lnTo>
                  <a:pt x="702" y="387"/>
                </a:lnTo>
                <a:lnTo>
                  <a:pt x="701" y="385"/>
                </a:lnTo>
                <a:lnTo>
                  <a:pt x="701" y="384"/>
                </a:lnTo>
                <a:lnTo>
                  <a:pt x="701" y="383"/>
                </a:lnTo>
                <a:lnTo>
                  <a:pt x="700" y="383"/>
                </a:lnTo>
                <a:lnTo>
                  <a:pt x="700" y="382"/>
                </a:lnTo>
                <a:lnTo>
                  <a:pt x="697" y="380"/>
                </a:lnTo>
                <a:lnTo>
                  <a:pt x="696" y="379"/>
                </a:lnTo>
                <a:lnTo>
                  <a:pt x="695" y="379"/>
                </a:lnTo>
                <a:lnTo>
                  <a:pt x="695" y="378"/>
                </a:lnTo>
                <a:lnTo>
                  <a:pt x="694" y="378"/>
                </a:lnTo>
                <a:lnTo>
                  <a:pt x="694" y="377"/>
                </a:lnTo>
                <a:lnTo>
                  <a:pt x="691" y="377"/>
                </a:lnTo>
                <a:lnTo>
                  <a:pt x="690" y="377"/>
                </a:lnTo>
                <a:lnTo>
                  <a:pt x="690" y="378"/>
                </a:lnTo>
                <a:lnTo>
                  <a:pt x="691" y="378"/>
                </a:lnTo>
                <a:lnTo>
                  <a:pt x="691" y="379"/>
                </a:lnTo>
                <a:lnTo>
                  <a:pt x="690" y="379"/>
                </a:lnTo>
                <a:lnTo>
                  <a:pt x="689" y="379"/>
                </a:lnTo>
                <a:lnTo>
                  <a:pt x="689" y="378"/>
                </a:lnTo>
                <a:lnTo>
                  <a:pt x="689" y="379"/>
                </a:lnTo>
                <a:lnTo>
                  <a:pt x="688" y="380"/>
                </a:lnTo>
                <a:lnTo>
                  <a:pt x="686" y="379"/>
                </a:lnTo>
                <a:lnTo>
                  <a:pt x="686" y="378"/>
                </a:lnTo>
                <a:lnTo>
                  <a:pt x="687" y="377"/>
                </a:lnTo>
                <a:lnTo>
                  <a:pt x="687" y="376"/>
                </a:lnTo>
                <a:lnTo>
                  <a:pt x="687" y="375"/>
                </a:lnTo>
                <a:lnTo>
                  <a:pt x="687" y="374"/>
                </a:lnTo>
                <a:lnTo>
                  <a:pt x="687" y="373"/>
                </a:lnTo>
                <a:lnTo>
                  <a:pt x="688" y="373"/>
                </a:lnTo>
                <a:lnTo>
                  <a:pt x="687" y="372"/>
                </a:lnTo>
                <a:lnTo>
                  <a:pt x="685" y="372"/>
                </a:lnTo>
                <a:lnTo>
                  <a:pt x="684" y="372"/>
                </a:lnTo>
                <a:lnTo>
                  <a:pt x="684" y="373"/>
                </a:lnTo>
                <a:lnTo>
                  <a:pt x="683" y="374"/>
                </a:lnTo>
                <a:lnTo>
                  <a:pt x="682" y="375"/>
                </a:lnTo>
                <a:lnTo>
                  <a:pt x="679" y="377"/>
                </a:lnTo>
                <a:lnTo>
                  <a:pt x="678" y="377"/>
                </a:lnTo>
                <a:lnTo>
                  <a:pt x="675" y="377"/>
                </a:lnTo>
                <a:lnTo>
                  <a:pt x="674" y="375"/>
                </a:lnTo>
                <a:lnTo>
                  <a:pt x="673" y="374"/>
                </a:lnTo>
                <a:lnTo>
                  <a:pt x="674" y="373"/>
                </a:lnTo>
                <a:lnTo>
                  <a:pt x="674" y="371"/>
                </a:lnTo>
                <a:lnTo>
                  <a:pt x="673" y="371"/>
                </a:lnTo>
                <a:lnTo>
                  <a:pt x="672" y="371"/>
                </a:lnTo>
                <a:lnTo>
                  <a:pt x="672" y="372"/>
                </a:lnTo>
                <a:lnTo>
                  <a:pt x="671" y="373"/>
                </a:lnTo>
                <a:lnTo>
                  <a:pt x="671" y="374"/>
                </a:lnTo>
                <a:lnTo>
                  <a:pt x="671" y="375"/>
                </a:lnTo>
                <a:lnTo>
                  <a:pt x="670" y="375"/>
                </a:lnTo>
                <a:lnTo>
                  <a:pt x="668" y="375"/>
                </a:lnTo>
                <a:lnTo>
                  <a:pt x="666" y="374"/>
                </a:lnTo>
                <a:lnTo>
                  <a:pt x="666" y="373"/>
                </a:lnTo>
                <a:lnTo>
                  <a:pt x="666" y="372"/>
                </a:lnTo>
                <a:lnTo>
                  <a:pt x="665" y="372"/>
                </a:lnTo>
                <a:lnTo>
                  <a:pt x="663" y="372"/>
                </a:lnTo>
                <a:lnTo>
                  <a:pt x="662" y="372"/>
                </a:lnTo>
                <a:lnTo>
                  <a:pt x="662" y="373"/>
                </a:lnTo>
                <a:lnTo>
                  <a:pt x="661" y="373"/>
                </a:lnTo>
                <a:lnTo>
                  <a:pt x="661" y="374"/>
                </a:lnTo>
                <a:lnTo>
                  <a:pt x="661" y="375"/>
                </a:lnTo>
                <a:lnTo>
                  <a:pt x="660" y="375"/>
                </a:lnTo>
                <a:lnTo>
                  <a:pt x="659" y="375"/>
                </a:lnTo>
                <a:lnTo>
                  <a:pt x="658" y="375"/>
                </a:lnTo>
                <a:lnTo>
                  <a:pt x="658" y="374"/>
                </a:lnTo>
                <a:lnTo>
                  <a:pt x="657" y="373"/>
                </a:lnTo>
                <a:lnTo>
                  <a:pt x="657" y="372"/>
                </a:lnTo>
                <a:lnTo>
                  <a:pt x="656" y="371"/>
                </a:lnTo>
                <a:lnTo>
                  <a:pt x="654" y="373"/>
                </a:lnTo>
                <a:lnTo>
                  <a:pt x="652" y="373"/>
                </a:lnTo>
                <a:lnTo>
                  <a:pt x="653" y="374"/>
                </a:lnTo>
                <a:lnTo>
                  <a:pt x="654" y="376"/>
                </a:lnTo>
                <a:lnTo>
                  <a:pt x="654" y="377"/>
                </a:lnTo>
                <a:lnTo>
                  <a:pt x="653" y="377"/>
                </a:lnTo>
                <a:lnTo>
                  <a:pt x="652" y="377"/>
                </a:lnTo>
                <a:lnTo>
                  <a:pt x="651" y="377"/>
                </a:lnTo>
                <a:lnTo>
                  <a:pt x="651" y="376"/>
                </a:lnTo>
                <a:lnTo>
                  <a:pt x="650" y="376"/>
                </a:lnTo>
                <a:lnTo>
                  <a:pt x="649" y="376"/>
                </a:lnTo>
                <a:lnTo>
                  <a:pt x="646" y="375"/>
                </a:lnTo>
                <a:lnTo>
                  <a:pt x="645" y="375"/>
                </a:lnTo>
                <a:lnTo>
                  <a:pt x="645" y="376"/>
                </a:lnTo>
                <a:lnTo>
                  <a:pt x="645" y="377"/>
                </a:lnTo>
                <a:lnTo>
                  <a:pt x="644" y="379"/>
                </a:lnTo>
                <a:lnTo>
                  <a:pt x="643" y="379"/>
                </a:lnTo>
                <a:lnTo>
                  <a:pt x="643" y="380"/>
                </a:lnTo>
                <a:lnTo>
                  <a:pt x="642" y="379"/>
                </a:lnTo>
                <a:lnTo>
                  <a:pt x="642" y="378"/>
                </a:lnTo>
                <a:lnTo>
                  <a:pt x="641" y="378"/>
                </a:lnTo>
                <a:lnTo>
                  <a:pt x="640" y="377"/>
                </a:lnTo>
                <a:lnTo>
                  <a:pt x="638" y="377"/>
                </a:lnTo>
                <a:lnTo>
                  <a:pt x="637" y="377"/>
                </a:lnTo>
                <a:lnTo>
                  <a:pt x="636" y="377"/>
                </a:lnTo>
                <a:lnTo>
                  <a:pt x="634" y="378"/>
                </a:lnTo>
                <a:lnTo>
                  <a:pt x="633" y="378"/>
                </a:lnTo>
                <a:lnTo>
                  <a:pt x="632" y="380"/>
                </a:lnTo>
                <a:lnTo>
                  <a:pt x="631" y="384"/>
                </a:lnTo>
                <a:lnTo>
                  <a:pt x="631" y="385"/>
                </a:lnTo>
                <a:lnTo>
                  <a:pt x="632" y="385"/>
                </a:lnTo>
                <a:lnTo>
                  <a:pt x="633" y="386"/>
                </a:lnTo>
                <a:lnTo>
                  <a:pt x="634" y="387"/>
                </a:lnTo>
                <a:lnTo>
                  <a:pt x="635" y="387"/>
                </a:lnTo>
                <a:lnTo>
                  <a:pt x="636" y="387"/>
                </a:lnTo>
                <a:lnTo>
                  <a:pt x="638" y="388"/>
                </a:lnTo>
                <a:lnTo>
                  <a:pt x="639" y="388"/>
                </a:lnTo>
                <a:lnTo>
                  <a:pt x="640" y="389"/>
                </a:lnTo>
                <a:lnTo>
                  <a:pt x="639" y="390"/>
                </a:lnTo>
                <a:lnTo>
                  <a:pt x="639" y="391"/>
                </a:lnTo>
                <a:lnTo>
                  <a:pt x="640" y="392"/>
                </a:lnTo>
                <a:lnTo>
                  <a:pt x="641" y="392"/>
                </a:lnTo>
                <a:lnTo>
                  <a:pt x="641" y="393"/>
                </a:lnTo>
                <a:lnTo>
                  <a:pt x="642" y="394"/>
                </a:lnTo>
                <a:lnTo>
                  <a:pt x="641" y="396"/>
                </a:lnTo>
                <a:lnTo>
                  <a:pt x="640" y="396"/>
                </a:lnTo>
                <a:lnTo>
                  <a:pt x="639" y="396"/>
                </a:lnTo>
                <a:lnTo>
                  <a:pt x="638" y="396"/>
                </a:lnTo>
                <a:lnTo>
                  <a:pt x="638" y="397"/>
                </a:lnTo>
                <a:lnTo>
                  <a:pt x="638" y="400"/>
                </a:lnTo>
                <a:lnTo>
                  <a:pt x="638" y="401"/>
                </a:lnTo>
                <a:lnTo>
                  <a:pt x="639" y="401"/>
                </a:lnTo>
                <a:lnTo>
                  <a:pt x="640" y="402"/>
                </a:lnTo>
                <a:lnTo>
                  <a:pt x="642" y="402"/>
                </a:lnTo>
                <a:lnTo>
                  <a:pt x="645" y="403"/>
                </a:lnTo>
                <a:lnTo>
                  <a:pt x="647" y="402"/>
                </a:lnTo>
                <a:lnTo>
                  <a:pt x="649" y="400"/>
                </a:lnTo>
                <a:lnTo>
                  <a:pt x="649" y="401"/>
                </a:lnTo>
                <a:lnTo>
                  <a:pt x="650" y="401"/>
                </a:lnTo>
                <a:lnTo>
                  <a:pt x="652" y="401"/>
                </a:lnTo>
                <a:lnTo>
                  <a:pt x="653" y="401"/>
                </a:lnTo>
                <a:lnTo>
                  <a:pt x="654" y="401"/>
                </a:lnTo>
                <a:lnTo>
                  <a:pt x="654" y="400"/>
                </a:lnTo>
                <a:lnTo>
                  <a:pt x="655" y="400"/>
                </a:lnTo>
                <a:lnTo>
                  <a:pt x="656" y="402"/>
                </a:lnTo>
                <a:lnTo>
                  <a:pt x="656" y="403"/>
                </a:lnTo>
                <a:lnTo>
                  <a:pt x="656" y="406"/>
                </a:lnTo>
                <a:lnTo>
                  <a:pt x="656" y="409"/>
                </a:lnTo>
                <a:lnTo>
                  <a:pt x="656" y="410"/>
                </a:lnTo>
                <a:lnTo>
                  <a:pt x="656" y="411"/>
                </a:lnTo>
                <a:lnTo>
                  <a:pt x="657" y="411"/>
                </a:lnTo>
                <a:lnTo>
                  <a:pt x="656" y="414"/>
                </a:lnTo>
                <a:lnTo>
                  <a:pt x="656" y="415"/>
                </a:lnTo>
                <a:lnTo>
                  <a:pt x="656" y="416"/>
                </a:lnTo>
                <a:lnTo>
                  <a:pt x="656" y="417"/>
                </a:lnTo>
                <a:lnTo>
                  <a:pt x="655" y="417"/>
                </a:lnTo>
                <a:lnTo>
                  <a:pt x="656" y="417"/>
                </a:lnTo>
                <a:lnTo>
                  <a:pt x="656" y="418"/>
                </a:lnTo>
                <a:lnTo>
                  <a:pt x="657" y="418"/>
                </a:lnTo>
                <a:lnTo>
                  <a:pt x="657" y="419"/>
                </a:lnTo>
                <a:lnTo>
                  <a:pt x="658" y="419"/>
                </a:lnTo>
                <a:lnTo>
                  <a:pt x="659" y="419"/>
                </a:lnTo>
                <a:lnTo>
                  <a:pt x="659" y="418"/>
                </a:lnTo>
                <a:lnTo>
                  <a:pt x="659" y="419"/>
                </a:lnTo>
                <a:lnTo>
                  <a:pt x="660" y="419"/>
                </a:lnTo>
                <a:lnTo>
                  <a:pt x="660" y="421"/>
                </a:lnTo>
                <a:lnTo>
                  <a:pt x="660" y="422"/>
                </a:lnTo>
                <a:lnTo>
                  <a:pt x="660" y="421"/>
                </a:lnTo>
                <a:lnTo>
                  <a:pt x="659" y="422"/>
                </a:lnTo>
                <a:lnTo>
                  <a:pt x="659" y="425"/>
                </a:lnTo>
                <a:lnTo>
                  <a:pt x="660" y="427"/>
                </a:lnTo>
                <a:lnTo>
                  <a:pt x="661" y="427"/>
                </a:lnTo>
                <a:lnTo>
                  <a:pt x="662" y="427"/>
                </a:lnTo>
                <a:lnTo>
                  <a:pt x="662" y="429"/>
                </a:lnTo>
                <a:lnTo>
                  <a:pt x="661" y="429"/>
                </a:lnTo>
                <a:lnTo>
                  <a:pt x="661" y="430"/>
                </a:lnTo>
                <a:lnTo>
                  <a:pt x="660" y="430"/>
                </a:lnTo>
                <a:lnTo>
                  <a:pt x="658" y="431"/>
                </a:lnTo>
                <a:lnTo>
                  <a:pt x="657" y="433"/>
                </a:lnTo>
                <a:lnTo>
                  <a:pt x="658" y="433"/>
                </a:lnTo>
                <a:lnTo>
                  <a:pt x="657" y="433"/>
                </a:lnTo>
                <a:lnTo>
                  <a:pt x="657" y="434"/>
                </a:lnTo>
                <a:lnTo>
                  <a:pt x="656" y="434"/>
                </a:lnTo>
                <a:lnTo>
                  <a:pt x="656" y="435"/>
                </a:lnTo>
                <a:lnTo>
                  <a:pt x="655" y="435"/>
                </a:lnTo>
                <a:lnTo>
                  <a:pt x="655" y="436"/>
                </a:lnTo>
                <a:lnTo>
                  <a:pt x="655" y="437"/>
                </a:lnTo>
                <a:lnTo>
                  <a:pt x="656" y="437"/>
                </a:lnTo>
                <a:lnTo>
                  <a:pt x="657" y="437"/>
                </a:lnTo>
                <a:lnTo>
                  <a:pt x="657" y="438"/>
                </a:lnTo>
                <a:lnTo>
                  <a:pt x="657" y="439"/>
                </a:lnTo>
                <a:lnTo>
                  <a:pt x="657" y="440"/>
                </a:lnTo>
                <a:lnTo>
                  <a:pt x="657" y="441"/>
                </a:lnTo>
                <a:lnTo>
                  <a:pt x="656" y="442"/>
                </a:lnTo>
                <a:lnTo>
                  <a:pt x="656" y="443"/>
                </a:lnTo>
                <a:lnTo>
                  <a:pt x="656" y="444"/>
                </a:lnTo>
                <a:lnTo>
                  <a:pt x="657" y="445"/>
                </a:lnTo>
                <a:lnTo>
                  <a:pt x="658" y="445"/>
                </a:lnTo>
                <a:lnTo>
                  <a:pt x="659" y="445"/>
                </a:lnTo>
                <a:lnTo>
                  <a:pt x="659" y="446"/>
                </a:lnTo>
                <a:lnTo>
                  <a:pt x="659" y="447"/>
                </a:lnTo>
                <a:lnTo>
                  <a:pt x="658" y="449"/>
                </a:lnTo>
                <a:lnTo>
                  <a:pt x="658" y="450"/>
                </a:lnTo>
                <a:lnTo>
                  <a:pt x="657" y="451"/>
                </a:lnTo>
                <a:lnTo>
                  <a:pt x="657" y="452"/>
                </a:lnTo>
                <a:lnTo>
                  <a:pt x="656" y="452"/>
                </a:lnTo>
                <a:lnTo>
                  <a:pt x="656" y="453"/>
                </a:lnTo>
                <a:lnTo>
                  <a:pt x="656" y="454"/>
                </a:lnTo>
                <a:lnTo>
                  <a:pt x="655" y="454"/>
                </a:lnTo>
                <a:lnTo>
                  <a:pt x="655" y="455"/>
                </a:lnTo>
                <a:lnTo>
                  <a:pt x="654" y="456"/>
                </a:lnTo>
                <a:lnTo>
                  <a:pt x="653" y="457"/>
                </a:lnTo>
                <a:lnTo>
                  <a:pt x="652" y="457"/>
                </a:lnTo>
                <a:lnTo>
                  <a:pt x="651" y="457"/>
                </a:lnTo>
                <a:lnTo>
                  <a:pt x="650" y="457"/>
                </a:lnTo>
                <a:lnTo>
                  <a:pt x="649" y="458"/>
                </a:lnTo>
                <a:lnTo>
                  <a:pt x="648" y="458"/>
                </a:lnTo>
                <a:lnTo>
                  <a:pt x="647" y="458"/>
                </a:lnTo>
                <a:lnTo>
                  <a:pt x="647" y="459"/>
                </a:lnTo>
                <a:lnTo>
                  <a:pt x="647" y="460"/>
                </a:lnTo>
                <a:lnTo>
                  <a:pt x="647" y="459"/>
                </a:lnTo>
                <a:lnTo>
                  <a:pt x="646" y="459"/>
                </a:lnTo>
                <a:lnTo>
                  <a:pt x="646" y="458"/>
                </a:lnTo>
                <a:lnTo>
                  <a:pt x="646" y="459"/>
                </a:lnTo>
                <a:lnTo>
                  <a:pt x="645" y="459"/>
                </a:lnTo>
                <a:lnTo>
                  <a:pt x="644" y="459"/>
                </a:lnTo>
                <a:lnTo>
                  <a:pt x="644" y="458"/>
                </a:lnTo>
                <a:lnTo>
                  <a:pt x="644" y="457"/>
                </a:lnTo>
                <a:lnTo>
                  <a:pt x="643" y="457"/>
                </a:lnTo>
                <a:lnTo>
                  <a:pt x="642" y="459"/>
                </a:lnTo>
                <a:lnTo>
                  <a:pt x="641" y="460"/>
                </a:lnTo>
                <a:lnTo>
                  <a:pt x="640" y="460"/>
                </a:lnTo>
                <a:lnTo>
                  <a:pt x="640" y="459"/>
                </a:lnTo>
                <a:lnTo>
                  <a:pt x="639" y="459"/>
                </a:lnTo>
                <a:lnTo>
                  <a:pt x="639" y="460"/>
                </a:lnTo>
                <a:lnTo>
                  <a:pt x="639" y="461"/>
                </a:lnTo>
                <a:lnTo>
                  <a:pt x="638" y="461"/>
                </a:lnTo>
                <a:lnTo>
                  <a:pt x="637" y="461"/>
                </a:lnTo>
                <a:lnTo>
                  <a:pt x="636" y="461"/>
                </a:lnTo>
                <a:lnTo>
                  <a:pt x="636" y="462"/>
                </a:lnTo>
                <a:lnTo>
                  <a:pt x="635" y="462"/>
                </a:lnTo>
                <a:lnTo>
                  <a:pt x="635" y="463"/>
                </a:lnTo>
                <a:lnTo>
                  <a:pt x="634" y="462"/>
                </a:lnTo>
                <a:lnTo>
                  <a:pt x="633" y="462"/>
                </a:lnTo>
                <a:lnTo>
                  <a:pt x="633" y="463"/>
                </a:lnTo>
                <a:lnTo>
                  <a:pt x="633" y="464"/>
                </a:lnTo>
                <a:lnTo>
                  <a:pt x="632" y="465"/>
                </a:lnTo>
                <a:lnTo>
                  <a:pt x="631" y="464"/>
                </a:lnTo>
                <a:lnTo>
                  <a:pt x="631" y="465"/>
                </a:lnTo>
                <a:lnTo>
                  <a:pt x="631" y="466"/>
                </a:lnTo>
                <a:lnTo>
                  <a:pt x="631" y="469"/>
                </a:lnTo>
                <a:lnTo>
                  <a:pt x="632" y="469"/>
                </a:lnTo>
                <a:lnTo>
                  <a:pt x="634" y="473"/>
                </a:lnTo>
                <a:lnTo>
                  <a:pt x="633" y="473"/>
                </a:lnTo>
                <a:lnTo>
                  <a:pt x="632" y="473"/>
                </a:lnTo>
                <a:lnTo>
                  <a:pt x="632" y="474"/>
                </a:lnTo>
                <a:lnTo>
                  <a:pt x="632" y="475"/>
                </a:lnTo>
                <a:lnTo>
                  <a:pt x="632" y="476"/>
                </a:lnTo>
                <a:lnTo>
                  <a:pt x="633" y="476"/>
                </a:lnTo>
                <a:lnTo>
                  <a:pt x="633" y="477"/>
                </a:lnTo>
                <a:lnTo>
                  <a:pt x="632" y="477"/>
                </a:lnTo>
                <a:lnTo>
                  <a:pt x="631" y="477"/>
                </a:lnTo>
                <a:lnTo>
                  <a:pt x="630" y="478"/>
                </a:lnTo>
                <a:lnTo>
                  <a:pt x="629" y="478"/>
                </a:lnTo>
                <a:lnTo>
                  <a:pt x="629" y="479"/>
                </a:lnTo>
                <a:lnTo>
                  <a:pt x="628" y="480"/>
                </a:lnTo>
                <a:lnTo>
                  <a:pt x="628" y="481"/>
                </a:lnTo>
                <a:lnTo>
                  <a:pt x="627" y="482"/>
                </a:lnTo>
                <a:lnTo>
                  <a:pt x="626" y="482"/>
                </a:lnTo>
                <a:lnTo>
                  <a:pt x="625" y="483"/>
                </a:lnTo>
                <a:lnTo>
                  <a:pt x="625" y="484"/>
                </a:lnTo>
                <a:lnTo>
                  <a:pt x="624" y="484"/>
                </a:lnTo>
                <a:lnTo>
                  <a:pt x="623" y="485"/>
                </a:lnTo>
                <a:lnTo>
                  <a:pt x="623" y="486"/>
                </a:lnTo>
                <a:lnTo>
                  <a:pt x="622" y="486"/>
                </a:lnTo>
                <a:lnTo>
                  <a:pt x="621" y="486"/>
                </a:lnTo>
                <a:lnTo>
                  <a:pt x="620" y="486"/>
                </a:lnTo>
                <a:lnTo>
                  <a:pt x="619" y="486"/>
                </a:lnTo>
                <a:lnTo>
                  <a:pt x="619" y="487"/>
                </a:lnTo>
                <a:lnTo>
                  <a:pt x="618" y="487"/>
                </a:lnTo>
                <a:lnTo>
                  <a:pt x="618" y="488"/>
                </a:lnTo>
                <a:lnTo>
                  <a:pt x="617" y="488"/>
                </a:lnTo>
                <a:lnTo>
                  <a:pt x="616" y="488"/>
                </a:lnTo>
                <a:lnTo>
                  <a:pt x="616" y="489"/>
                </a:lnTo>
                <a:lnTo>
                  <a:pt x="617" y="489"/>
                </a:lnTo>
                <a:lnTo>
                  <a:pt x="617" y="491"/>
                </a:lnTo>
                <a:lnTo>
                  <a:pt x="616" y="491"/>
                </a:lnTo>
                <a:lnTo>
                  <a:pt x="616" y="492"/>
                </a:lnTo>
                <a:lnTo>
                  <a:pt x="615" y="492"/>
                </a:lnTo>
                <a:lnTo>
                  <a:pt x="615" y="493"/>
                </a:lnTo>
                <a:lnTo>
                  <a:pt x="616" y="493"/>
                </a:lnTo>
                <a:lnTo>
                  <a:pt x="616" y="494"/>
                </a:lnTo>
                <a:lnTo>
                  <a:pt x="617" y="495"/>
                </a:lnTo>
                <a:lnTo>
                  <a:pt x="616" y="496"/>
                </a:lnTo>
                <a:lnTo>
                  <a:pt x="616" y="497"/>
                </a:lnTo>
                <a:lnTo>
                  <a:pt x="616" y="498"/>
                </a:lnTo>
                <a:lnTo>
                  <a:pt x="616" y="499"/>
                </a:lnTo>
                <a:lnTo>
                  <a:pt x="617" y="499"/>
                </a:lnTo>
                <a:lnTo>
                  <a:pt x="618" y="499"/>
                </a:lnTo>
                <a:lnTo>
                  <a:pt x="619" y="499"/>
                </a:lnTo>
                <a:lnTo>
                  <a:pt x="619" y="500"/>
                </a:lnTo>
                <a:lnTo>
                  <a:pt x="619" y="501"/>
                </a:lnTo>
                <a:lnTo>
                  <a:pt x="618" y="501"/>
                </a:lnTo>
                <a:lnTo>
                  <a:pt x="618" y="500"/>
                </a:lnTo>
                <a:lnTo>
                  <a:pt x="617" y="501"/>
                </a:lnTo>
                <a:lnTo>
                  <a:pt x="617" y="502"/>
                </a:lnTo>
                <a:lnTo>
                  <a:pt x="617" y="504"/>
                </a:lnTo>
                <a:lnTo>
                  <a:pt x="618" y="504"/>
                </a:lnTo>
                <a:lnTo>
                  <a:pt x="618" y="505"/>
                </a:lnTo>
                <a:lnTo>
                  <a:pt x="619" y="505"/>
                </a:lnTo>
                <a:lnTo>
                  <a:pt x="619" y="506"/>
                </a:lnTo>
                <a:lnTo>
                  <a:pt x="618" y="507"/>
                </a:lnTo>
                <a:lnTo>
                  <a:pt x="618" y="508"/>
                </a:lnTo>
                <a:lnTo>
                  <a:pt x="617" y="509"/>
                </a:lnTo>
                <a:lnTo>
                  <a:pt x="616" y="508"/>
                </a:lnTo>
                <a:lnTo>
                  <a:pt x="615" y="508"/>
                </a:lnTo>
                <a:lnTo>
                  <a:pt x="616" y="509"/>
                </a:lnTo>
                <a:lnTo>
                  <a:pt x="616" y="510"/>
                </a:lnTo>
                <a:lnTo>
                  <a:pt x="617" y="511"/>
                </a:lnTo>
                <a:lnTo>
                  <a:pt x="615" y="512"/>
                </a:lnTo>
                <a:lnTo>
                  <a:pt x="616" y="512"/>
                </a:lnTo>
                <a:lnTo>
                  <a:pt x="616" y="513"/>
                </a:lnTo>
                <a:lnTo>
                  <a:pt x="616" y="514"/>
                </a:lnTo>
                <a:lnTo>
                  <a:pt x="615" y="514"/>
                </a:lnTo>
                <a:lnTo>
                  <a:pt x="615" y="515"/>
                </a:lnTo>
                <a:lnTo>
                  <a:pt x="615" y="516"/>
                </a:lnTo>
                <a:lnTo>
                  <a:pt x="616" y="516"/>
                </a:lnTo>
                <a:lnTo>
                  <a:pt x="616" y="517"/>
                </a:lnTo>
                <a:lnTo>
                  <a:pt x="615" y="518"/>
                </a:lnTo>
                <a:lnTo>
                  <a:pt x="614" y="519"/>
                </a:lnTo>
                <a:lnTo>
                  <a:pt x="615" y="519"/>
                </a:lnTo>
                <a:lnTo>
                  <a:pt x="615" y="520"/>
                </a:lnTo>
                <a:lnTo>
                  <a:pt x="616" y="519"/>
                </a:lnTo>
                <a:lnTo>
                  <a:pt x="617" y="519"/>
                </a:lnTo>
                <a:lnTo>
                  <a:pt x="617" y="520"/>
                </a:lnTo>
                <a:lnTo>
                  <a:pt x="617" y="521"/>
                </a:lnTo>
                <a:lnTo>
                  <a:pt x="618" y="521"/>
                </a:lnTo>
                <a:lnTo>
                  <a:pt x="618" y="522"/>
                </a:lnTo>
                <a:lnTo>
                  <a:pt x="617" y="522"/>
                </a:lnTo>
                <a:lnTo>
                  <a:pt x="618" y="523"/>
                </a:lnTo>
                <a:lnTo>
                  <a:pt x="619" y="523"/>
                </a:lnTo>
                <a:lnTo>
                  <a:pt x="620" y="523"/>
                </a:lnTo>
                <a:lnTo>
                  <a:pt x="620" y="522"/>
                </a:lnTo>
                <a:lnTo>
                  <a:pt x="621" y="521"/>
                </a:lnTo>
                <a:lnTo>
                  <a:pt x="623" y="522"/>
                </a:lnTo>
                <a:lnTo>
                  <a:pt x="624" y="522"/>
                </a:lnTo>
                <a:lnTo>
                  <a:pt x="624" y="523"/>
                </a:lnTo>
                <a:lnTo>
                  <a:pt x="624" y="524"/>
                </a:lnTo>
                <a:lnTo>
                  <a:pt x="624" y="525"/>
                </a:lnTo>
                <a:lnTo>
                  <a:pt x="625" y="526"/>
                </a:lnTo>
                <a:lnTo>
                  <a:pt x="625" y="527"/>
                </a:lnTo>
                <a:lnTo>
                  <a:pt x="626" y="527"/>
                </a:lnTo>
                <a:lnTo>
                  <a:pt x="627" y="527"/>
                </a:lnTo>
                <a:lnTo>
                  <a:pt x="627" y="526"/>
                </a:lnTo>
                <a:lnTo>
                  <a:pt x="627" y="525"/>
                </a:lnTo>
                <a:lnTo>
                  <a:pt x="628" y="524"/>
                </a:lnTo>
                <a:lnTo>
                  <a:pt x="630" y="525"/>
                </a:lnTo>
                <a:lnTo>
                  <a:pt x="630" y="526"/>
                </a:lnTo>
                <a:lnTo>
                  <a:pt x="631" y="526"/>
                </a:lnTo>
                <a:lnTo>
                  <a:pt x="631" y="527"/>
                </a:lnTo>
                <a:lnTo>
                  <a:pt x="632" y="527"/>
                </a:lnTo>
                <a:lnTo>
                  <a:pt x="633" y="526"/>
                </a:lnTo>
                <a:lnTo>
                  <a:pt x="634" y="526"/>
                </a:lnTo>
                <a:lnTo>
                  <a:pt x="636" y="526"/>
                </a:lnTo>
                <a:lnTo>
                  <a:pt x="637" y="528"/>
                </a:lnTo>
                <a:lnTo>
                  <a:pt x="636" y="529"/>
                </a:lnTo>
                <a:lnTo>
                  <a:pt x="635" y="529"/>
                </a:lnTo>
                <a:lnTo>
                  <a:pt x="634" y="529"/>
                </a:lnTo>
                <a:lnTo>
                  <a:pt x="634" y="530"/>
                </a:lnTo>
                <a:lnTo>
                  <a:pt x="634" y="531"/>
                </a:lnTo>
                <a:lnTo>
                  <a:pt x="635" y="532"/>
                </a:lnTo>
                <a:lnTo>
                  <a:pt x="636" y="533"/>
                </a:lnTo>
                <a:lnTo>
                  <a:pt x="637" y="533"/>
                </a:lnTo>
                <a:lnTo>
                  <a:pt x="639" y="534"/>
                </a:lnTo>
                <a:lnTo>
                  <a:pt x="640" y="534"/>
                </a:lnTo>
                <a:lnTo>
                  <a:pt x="641" y="534"/>
                </a:lnTo>
                <a:lnTo>
                  <a:pt x="642" y="534"/>
                </a:lnTo>
                <a:lnTo>
                  <a:pt x="641" y="536"/>
                </a:lnTo>
                <a:lnTo>
                  <a:pt x="641" y="540"/>
                </a:lnTo>
                <a:lnTo>
                  <a:pt x="640" y="542"/>
                </a:lnTo>
                <a:lnTo>
                  <a:pt x="639" y="545"/>
                </a:lnTo>
                <a:lnTo>
                  <a:pt x="639" y="546"/>
                </a:lnTo>
                <a:lnTo>
                  <a:pt x="640" y="547"/>
                </a:lnTo>
                <a:lnTo>
                  <a:pt x="640" y="548"/>
                </a:lnTo>
                <a:lnTo>
                  <a:pt x="641" y="548"/>
                </a:lnTo>
                <a:lnTo>
                  <a:pt x="642" y="548"/>
                </a:lnTo>
                <a:lnTo>
                  <a:pt x="643" y="548"/>
                </a:lnTo>
                <a:lnTo>
                  <a:pt x="644" y="548"/>
                </a:lnTo>
                <a:lnTo>
                  <a:pt x="644" y="549"/>
                </a:lnTo>
                <a:lnTo>
                  <a:pt x="645" y="549"/>
                </a:lnTo>
                <a:lnTo>
                  <a:pt x="646" y="550"/>
                </a:lnTo>
                <a:lnTo>
                  <a:pt x="647" y="550"/>
                </a:lnTo>
                <a:lnTo>
                  <a:pt x="647" y="549"/>
                </a:lnTo>
                <a:lnTo>
                  <a:pt x="648" y="549"/>
                </a:lnTo>
                <a:lnTo>
                  <a:pt x="649" y="549"/>
                </a:lnTo>
                <a:lnTo>
                  <a:pt x="651" y="550"/>
                </a:lnTo>
                <a:lnTo>
                  <a:pt x="650" y="550"/>
                </a:lnTo>
                <a:lnTo>
                  <a:pt x="649" y="551"/>
                </a:lnTo>
                <a:lnTo>
                  <a:pt x="650" y="551"/>
                </a:lnTo>
                <a:lnTo>
                  <a:pt x="650" y="552"/>
                </a:lnTo>
                <a:lnTo>
                  <a:pt x="649" y="552"/>
                </a:lnTo>
                <a:lnTo>
                  <a:pt x="648" y="552"/>
                </a:lnTo>
                <a:lnTo>
                  <a:pt x="647" y="553"/>
                </a:lnTo>
                <a:lnTo>
                  <a:pt x="647" y="554"/>
                </a:lnTo>
                <a:lnTo>
                  <a:pt x="648" y="554"/>
                </a:lnTo>
                <a:lnTo>
                  <a:pt x="649" y="554"/>
                </a:lnTo>
                <a:lnTo>
                  <a:pt x="649" y="555"/>
                </a:lnTo>
                <a:lnTo>
                  <a:pt x="650" y="554"/>
                </a:lnTo>
                <a:lnTo>
                  <a:pt x="650" y="555"/>
                </a:lnTo>
                <a:lnTo>
                  <a:pt x="650" y="556"/>
                </a:lnTo>
                <a:lnTo>
                  <a:pt x="651" y="556"/>
                </a:lnTo>
                <a:lnTo>
                  <a:pt x="651" y="555"/>
                </a:lnTo>
                <a:lnTo>
                  <a:pt x="652" y="555"/>
                </a:lnTo>
                <a:lnTo>
                  <a:pt x="653" y="556"/>
                </a:lnTo>
                <a:lnTo>
                  <a:pt x="654" y="556"/>
                </a:lnTo>
                <a:lnTo>
                  <a:pt x="654" y="555"/>
                </a:lnTo>
                <a:lnTo>
                  <a:pt x="655" y="553"/>
                </a:lnTo>
                <a:lnTo>
                  <a:pt x="655" y="552"/>
                </a:lnTo>
                <a:lnTo>
                  <a:pt x="656" y="552"/>
                </a:lnTo>
                <a:lnTo>
                  <a:pt x="656" y="553"/>
                </a:lnTo>
                <a:lnTo>
                  <a:pt x="657" y="553"/>
                </a:lnTo>
                <a:lnTo>
                  <a:pt x="658" y="552"/>
                </a:lnTo>
                <a:lnTo>
                  <a:pt x="659" y="552"/>
                </a:lnTo>
                <a:lnTo>
                  <a:pt x="660" y="551"/>
                </a:lnTo>
                <a:lnTo>
                  <a:pt x="660" y="550"/>
                </a:lnTo>
                <a:lnTo>
                  <a:pt x="661" y="549"/>
                </a:lnTo>
                <a:lnTo>
                  <a:pt x="662" y="549"/>
                </a:lnTo>
                <a:lnTo>
                  <a:pt x="663" y="550"/>
                </a:lnTo>
                <a:lnTo>
                  <a:pt x="664" y="550"/>
                </a:lnTo>
                <a:lnTo>
                  <a:pt x="664" y="549"/>
                </a:lnTo>
                <a:lnTo>
                  <a:pt x="665" y="548"/>
                </a:lnTo>
                <a:lnTo>
                  <a:pt x="667" y="548"/>
                </a:lnTo>
                <a:lnTo>
                  <a:pt x="668" y="549"/>
                </a:lnTo>
                <a:lnTo>
                  <a:pt x="669" y="549"/>
                </a:lnTo>
                <a:lnTo>
                  <a:pt x="669" y="550"/>
                </a:lnTo>
                <a:lnTo>
                  <a:pt x="668" y="550"/>
                </a:lnTo>
                <a:lnTo>
                  <a:pt x="668" y="551"/>
                </a:lnTo>
                <a:lnTo>
                  <a:pt x="669" y="551"/>
                </a:lnTo>
                <a:lnTo>
                  <a:pt x="670" y="552"/>
                </a:lnTo>
                <a:lnTo>
                  <a:pt x="670" y="553"/>
                </a:lnTo>
                <a:lnTo>
                  <a:pt x="671" y="553"/>
                </a:lnTo>
                <a:lnTo>
                  <a:pt x="672" y="553"/>
                </a:lnTo>
                <a:lnTo>
                  <a:pt x="674" y="553"/>
                </a:lnTo>
                <a:lnTo>
                  <a:pt x="676" y="554"/>
                </a:lnTo>
                <a:lnTo>
                  <a:pt x="677" y="554"/>
                </a:lnTo>
                <a:lnTo>
                  <a:pt x="676" y="555"/>
                </a:lnTo>
                <a:lnTo>
                  <a:pt x="676" y="556"/>
                </a:lnTo>
                <a:lnTo>
                  <a:pt x="677" y="556"/>
                </a:lnTo>
                <a:lnTo>
                  <a:pt x="677" y="557"/>
                </a:lnTo>
                <a:lnTo>
                  <a:pt x="677" y="558"/>
                </a:lnTo>
                <a:lnTo>
                  <a:pt x="676" y="559"/>
                </a:lnTo>
                <a:lnTo>
                  <a:pt x="675" y="560"/>
                </a:lnTo>
                <a:lnTo>
                  <a:pt x="674" y="560"/>
                </a:lnTo>
                <a:lnTo>
                  <a:pt x="674" y="562"/>
                </a:lnTo>
                <a:lnTo>
                  <a:pt x="673" y="563"/>
                </a:lnTo>
                <a:lnTo>
                  <a:pt x="673" y="564"/>
                </a:lnTo>
                <a:lnTo>
                  <a:pt x="672" y="564"/>
                </a:lnTo>
                <a:lnTo>
                  <a:pt x="671" y="564"/>
                </a:lnTo>
                <a:lnTo>
                  <a:pt x="670" y="564"/>
                </a:lnTo>
                <a:lnTo>
                  <a:pt x="670" y="566"/>
                </a:lnTo>
                <a:lnTo>
                  <a:pt x="671" y="567"/>
                </a:lnTo>
                <a:lnTo>
                  <a:pt x="671" y="568"/>
                </a:lnTo>
                <a:lnTo>
                  <a:pt x="671" y="569"/>
                </a:lnTo>
                <a:lnTo>
                  <a:pt x="671" y="570"/>
                </a:lnTo>
                <a:lnTo>
                  <a:pt x="672" y="570"/>
                </a:lnTo>
                <a:lnTo>
                  <a:pt x="672" y="571"/>
                </a:lnTo>
                <a:lnTo>
                  <a:pt x="673" y="571"/>
                </a:lnTo>
                <a:lnTo>
                  <a:pt x="674" y="572"/>
                </a:lnTo>
                <a:lnTo>
                  <a:pt x="675" y="571"/>
                </a:lnTo>
                <a:lnTo>
                  <a:pt x="676" y="571"/>
                </a:lnTo>
                <a:lnTo>
                  <a:pt x="677" y="572"/>
                </a:lnTo>
                <a:lnTo>
                  <a:pt x="678" y="572"/>
                </a:lnTo>
                <a:lnTo>
                  <a:pt x="679" y="572"/>
                </a:lnTo>
                <a:lnTo>
                  <a:pt x="679" y="571"/>
                </a:lnTo>
                <a:lnTo>
                  <a:pt x="680" y="571"/>
                </a:lnTo>
                <a:lnTo>
                  <a:pt x="681" y="571"/>
                </a:lnTo>
                <a:lnTo>
                  <a:pt x="682" y="571"/>
                </a:lnTo>
                <a:lnTo>
                  <a:pt x="682" y="570"/>
                </a:lnTo>
                <a:lnTo>
                  <a:pt x="683" y="570"/>
                </a:lnTo>
                <a:lnTo>
                  <a:pt x="683" y="571"/>
                </a:lnTo>
                <a:lnTo>
                  <a:pt x="683" y="572"/>
                </a:lnTo>
                <a:lnTo>
                  <a:pt x="684" y="573"/>
                </a:lnTo>
                <a:lnTo>
                  <a:pt x="685" y="573"/>
                </a:lnTo>
                <a:lnTo>
                  <a:pt x="686" y="572"/>
                </a:lnTo>
                <a:lnTo>
                  <a:pt x="685" y="572"/>
                </a:lnTo>
                <a:lnTo>
                  <a:pt x="685" y="571"/>
                </a:lnTo>
                <a:lnTo>
                  <a:pt x="686" y="571"/>
                </a:lnTo>
                <a:lnTo>
                  <a:pt x="687" y="571"/>
                </a:lnTo>
                <a:lnTo>
                  <a:pt x="687" y="570"/>
                </a:lnTo>
                <a:lnTo>
                  <a:pt x="687" y="568"/>
                </a:lnTo>
                <a:lnTo>
                  <a:pt x="687" y="567"/>
                </a:lnTo>
                <a:lnTo>
                  <a:pt x="688" y="567"/>
                </a:lnTo>
                <a:lnTo>
                  <a:pt x="688" y="566"/>
                </a:lnTo>
                <a:lnTo>
                  <a:pt x="688" y="565"/>
                </a:lnTo>
                <a:lnTo>
                  <a:pt x="688" y="564"/>
                </a:lnTo>
                <a:lnTo>
                  <a:pt x="687" y="564"/>
                </a:lnTo>
                <a:lnTo>
                  <a:pt x="688" y="563"/>
                </a:lnTo>
                <a:lnTo>
                  <a:pt x="688" y="562"/>
                </a:lnTo>
                <a:lnTo>
                  <a:pt x="689" y="561"/>
                </a:lnTo>
                <a:lnTo>
                  <a:pt x="691" y="561"/>
                </a:lnTo>
                <a:lnTo>
                  <a:pt x="692" y="561"/>
                </a:lnTo>
                <a:lnTo>
                  <a:pt x="692" y="560"/>
                </a:lnTo>
                <a:lnTo>
                  <a:pt x="693" y="561"/>
                </a:lnTo>
                <a:lnTo>
                  <a:pt x="694" y="562"/>
                </a:lnTo>
                <a:lnTo>
                  <a:pt x="695" y="562"/>
                </a:lnTo>
                <a:lnTo>
                  <a:pt x="696" y="563"/>
                </a:lnTo>
                <a:lnTo>
                  <a:pt x="696" y="564"/>
                </a:lnTo>
                <a:lnTo>
                  <a:pt x="695" y="565"/>
                </a:lnTo>
                <a:lnTo>
                  <a:pt x="694" y="565"/>
                </a:lnTo>
                <a:lnTo>
                  <a:pt x="694" y="566"/>
                </a:lnTo>
                <a:lnTo>
                  <a:pt x="695" y="566"/>
                </a:lnTo>
                <a:lnTo>
                  <a:pt x="696" y="568"/>
                </a:lnTo>
                <a:lnTo>
                  <a:pt x="696" y="569"/>
                </a:lnTo>
                <a:lnTo>
                  <a:pt x="696" y="570"/>
                </a:lnTo>
                <a:lnTo>
                  <a:pt x="696" y="571"/>
                </a:lnTo>
                <a:lnTo>
                  <a:pt x="697" y="571"/>
                </a:lnTo>
                <a:lnTo>
                  <a:pt x="698" y="571"/>
                </a:lnTo>
                <a:lnTo>
                  <a:pt x="698" y="572"/>
                </a:lnTo>
                <a:lnTo>
                  <a:pt x="699" y="573"/>
                </a:lnTo>
                <a:lnTo>
                  <a:pt x="700" y="572"/>
                </a:lnTo>
                <a:lnTo>
                  <a:pt x="701" y="572"/>
                </a:lnTo>
                <a:lnTo>
                  <a:pt x="701" y="571"/>
                </a:lnTo>
                <a:lnTo>
                  <a:pt x="701" y="570"/>
                </a:lnTo>
                <a:lnTo>
                  <a:pt x="702" y="570"/>
                </a:lnTo>
                <a:lnTo>
                  <a:pt x="703" y="570"/>
                </a:lnTo>
                <a:lnTo>
                  <a:pt x="704" y="569"/>
                </a:lnTo>
                <a:lnTo>
                  <a:pt x="705" y="569"/>
                </a:lnTo>
                <a:lnTo>
                  <a:pt x="705" y="570"/>
                </a:lnTo>
                <a:lnTo>
                  <a:pt x="706" y="570"/>
                </a:lnTo>
                <a:lnTo>
                  <a:pt x="707" y="570"/>
                </a:lnTo>
                <a:lnTo>
                  <a:pt x="708" y="570"/>
                </a:lnTo>
                <a:lnTo>
                  <a:pt x="708" y="571"/>
                </a:lnTo>
                <a:lnTo>
                  <a:pt x="709" y="572"/>
                </a:lnTo>
                <a:lnTo>
                  <a:pt x="710" y="572"/>
                </a:lnTo>
                <a:lnTo>
                  <a:pt x="710" y="573"/>
                </a:lnTo>
                <a:lnTo>
                  <a:pt x="711" y="573"/>
                </a:lnTo>
                <a:lnTo>
                  <a:pt x="711" y="574"/>
                </a:lnTo>
                <a:lnTo>
                  <a:pt x="711" y="575"/>
                </a:lnTo>
                <a:lnTo>
                  <a:pt x="711" y="576"/>
                </a:lnTo>
                <a:lnTo>
                  <a:pt x="710" y="576"/>
                </a:lnTo>
                <a:lnTo>
                  <a:pt x="709" y="576"/>
                </a:lnTo>
                <a:lnTo>
                  <a:pt x="710" y="577"/>
                </a:lnTo>
                <a:lnTo>
                  <a:pt x="711" y="577"/>
                </a:lnTo>
                <a:lnTo>
                  <a:pt x="711" y="576"/>
                </a:lnTo>
                <a:lnTo>
                  <a:pt x="712" y="576"/>
                </a:lnTo>
                <a:lnTo>
                  <a:pt x="712" y="577"/>
                </a:lnTo>
                <a:lnTo>
                  <a:pt x="712" y="578"/>
                </a:lnTo>
                <a:lnTo>
                  <a:pt x="712" y="579"/>
                </a:lnTo>
                <a:lnTo>
                  <a:pt x="712" y="580"/>
                </a:lnTo>
                <a:lnTo>
                  <a:pt x="712" y="581"/>
                </a:lnTo>
                <a:lnTo>
                  <a:pt x="711" y="581"/>
                </a:lnTo>
                <a:lnTo>
                  <a:pt x="712" y="580"/>
                </a:lnTo>
                <a:lnTo>
                  <a:pt x="711" y="580"/>
                </a:lnTo>
                <a:lnTo>
                  <a:pt x="711" y="581"/>
                </a:lnTo>
                <a:lnTo>
                  <a:pt x="712" y="581"/>
                </a:lnTo>
                <a:lnTo>
                  <a:pt x="713" y="581"/>
                </a:lnTo>
                <a:lnTo>
                  <a:pt x="714" y="581"/>
                </a:lnTo>
                <a:lnTo>
                  <a:pt x="714" y="582"/>
                </a:lnTo>
                <a:lnTo>
                  <a:pt x="713" y="583"/>
                </a:lnTo>
                <a:lnTo>
                  <a:pt x="712" y="584"/>
                </a:lnTo>
                <a:lnTo>
                  <a:pt x="713" y="585"/>
                </a:lnTo>
                <a:lnTo>
                  <a:pt x="713" y="586"/>
                </a:lnTo>
                <a:lnTo>
                  <a:pt x="713" y="587"/>
                </a:lnTo>
                <a:lnTo>
                  <a:pt x="714" y="587"/>
                </a:lnTo>
                <a:lnTo>
                  <a:pt x="714" y="588"/>
                </a:lnTo>
                <a:lnTo>
                  <a:pt x="715" y="588"/>
                </a:lnTo>
                <a:lnTo>
                  <a:pt x="716" y="589"/>
                </a:lnTo>
                <a:lnTo>
                  <a:pt x="716" y="594"/>
                </a:lnTo>
                <a:lnTo>
                  <a:pt x="716" y="596"/>
                </a:lnTo>
                <a:lnTo>
                  <a:pt x="716" y="599"/>
                </a:lnTo>
                <a:lnTo>
                  <a:pt x="716" y="600"/>
                </a:lnTo>
                <a:lnTo>
                  <a:pt x="717" y="606"/>
                </a:lnTo>
                <a:lnTo>
                  <a:pt x="716" y="609"/>
                </a:lnTo>
                <a:lnTo>
                  <a:pt x="716" y="611"/>
                </a:lnTo>
                <a:lnTo>
                  <a:pt x="715" y="612"/>
                </a:lnTo>
                <a:lnTo>
                  <a:pt x="714" y="615"/>
                </a:lnTo>
                <a:lnTo>
                  <a:pt x="714" y="616"/>
                </a:lnTo>
                <a:lnTo>
                  <a:pt x="714" y="617"/>
                </a:lnTo>
                <a:lnTo>
                  <a:pt x="713" y="617"/>
                </a:lnTo>
                <a:lnTo>
                  <a:pt x="713" y="618"/>
                </a:lnTo>
                <a:lnTo>
                  <a:pt x="712" y="618"/>
                </a:lnTo>
                <a:lnTo>
                  <a:pt x="712" y="619"/>
                </a:lnTo>
                <a:lnTo>
                  <a:pt x="711" y="619"/>
                </a:lnTo>
                <a:lnTo>
                  <a:pt x="711" y="620"/>
                </a:lnTo>
                <a:lnTo>
                  <a:pt x="710" y="621"/>
                </a:lnTo>
                <a:lnTo>
                  <a:pt x="710" y="622"/>
                </a:lnTo>
                <a:lnTo>
                  <a:pt x="709" y="622"/>
                </a:lnTo>
                <a:lnTo>
                  <a:pt x="708" y="622"/>
                </a:lnTo>
                <a:lnTo>
                  <a:pt x="708" y="623"/>
                </a:lnTo>
                <a:lnTo>
                  <a:pt x="707" y="623"/>
                </a:lnTo>
                <a:lnTo>
                  <a:pt x="706" y="624"/>
                </a:lnTo>
                <a:lnTo>
                  <a:pt x="705" y="624"/>
                </a:lnTo>
                <a:lnTo>
                  <a:pt x="704" y="624"/>
                </a:lnTo>
                <a:lnTo>
                  <a:pt x="703" y="624"/>
                </a:lnTo>
                <a:lnTo>
                  <a:pt x="701" y="625"/>
                </a:lnTo>
                <a:lnTo>
                  <a:pt x="701" y="626"/>
                </a:lnTo>
                <a:lnTo>
                  <a:pt x="700" y="626"/>
                </a:lnTo>
                <a:lnTo>
                  <a:pt x="700" y="625"/>
                </a:lnTo>
                <a:lnTo>
                  <a:pt x="700" y="624"/>
                </a:lnTo>
                <a:lnTo>
                  <a:pt x="700" y="623"/>
                </a:lnTo>
                <a:lnTo>
                  <a:pt x="699" y="622"/>
                </a:lnTo>
                <a:lnTo>
                  <a:pt x="699" y="621"/>
                </a:lnTo>
                <a:lnTo>
                  <a:pt x="698" y="621"/>
                </a:lnTo>
                <a:lnTo>
                  <a:pt x="697" y="622"/>
                </a:lnTo>
                <a:lnTo>
                  <a:pt x="696" y="625"/>
                </a:lnTo>
                <a:lnTo>
                  <a:pt x="695" y="630"/>
                </a:lnTo>
                <a:lnTo>
                  <a:pt x="693" y="634"/>
                </a:lnTo>
                <a:lnTo>
                  <a:pt x="693" y="635"/>
                </a:lnTo>
                <a:lnTo>
                  <a:pt x="693" y="636"/>
                </a:lnTo>
                <a:lnTo>
                  <a:pt x="693" y="641"/>
                </a:lnTo>
                <a:lnTo>
                  <a:pt x="691" y="640"/>
                </a:lnTo>
                <a:lnTo>
                  <a:pt x="691" y="641"/>
                </a:lnTo>
                <a:lnTo>
                  <a:pt x="692" y="641"/>
                </a:lnTo>
                <a:lnTo>
                  <a:pt x="693" y="642"/>
                </a:lnTo>
                <a:lnTo>
                  <a:pt x="694" y="642"/>
                </a:lnTo>
                <a:lnTo>
                  <a:pt x="694" y="641"/>
                </a:lnTo>
                <a:lnTo>
                  <a:pt x="695" y="641"/>
                </a:lnTo>
                <a:lnTo>
                  <a:pt x="695" y="642"/>
                </a:lnTo>
                <a:lnTo>
                  <a:pt x="695" y="643"/>
                </a:lnTo>
                <a:lnTo>
                  <a:pt x="696" y="644"/>
                </a:lnTo>
                <a:lnTo>
                  <a:pt x="697" y="644"/>
                </a:lnTo>
                <a:lnTo>
                  <a:pt x="697" y="643"/>
                </a:lnTo>
                <a:lnTo>
                  <a:pt x="698" y="643"/>
                </a:lnTo>
                <a:lnTo>
                  <a:pt x="701" y="643"/>
                </a:lnTo>
                <a:lnTo>
                  <a:pt x="701" y="644"/>
                </a:lnTo>
                <a:lnTo>
                  <a:pt x="703" y="645"/>
                </a:lnTo>
                <a:lnTo>
                  <a:pt x="704" y="646"/>
                </a:lnTo>
                <a:lnTo>
                  <a:pt x="705" y="646"/>
                </a:lnTo>
                <a:lnTo>
                  <a:pt x="705" y="647"/>
                </a:lnTo>
                <a:lnTo>
                  <a:pt x="705" y="648"/>
                </a:lnTo>
                <a:lnTo>
                  <a:pt x="705" y="649"/>
                </a:lnTo>
                <a:lnTo>
                  <a:pt x="705" y="650"/>
                </a:lnTo>
                <a:lnTo>
                  <a:pt x="706" y="651"/>
                </a:lnTo>
                <a:lnTo>
                  <a:pt x="707" y="652"/>
                </a:lnTo>
                <a:lnTo>
                  <a:pt x="708" y="652"/>
                </a:lnTo>
                <a:lnTo>
                  <a:pt x="708" y="653"/>
                </a:lnTo>
                <a:lnTo>
                  <a:pt x="709" y="653"/>
                </a:lnTo>
                <a:lnTo>
                  <a:pt x="710" y="653"/>
                </a:lnTo>
                <a:lnTo>
                  <a:pt x="711" y="652"/>
                </a:lnTo>
                <a:lnTo>
                  <a:pt x="711" y="651"/>
                </a:lnTo>
                <a:lnTo>
                  <a:pt x="712" y="651"/>
                </a:lnTo>
                <a:lnTo>
                  <a:pt x="713" y="651"/>
                </a:lnTo>
                <a:lnTo>
                  <a:pt x="713" y="652"/>
                </a:lnTo>
                <a:lnTo>
                  <a:pt x="714" y="652"/>
                </a:lnTo>
                <a:lnTo>
                  <a:pt x="715" y="652"/>
                </a:lnTo>
                <a:lnTo>
                  <a:pt x="715" y="651"/>
                </a:lnTo>
                <a:lnTo>
                  <a:pt x="716" y="651"/>
                </a:lnTo>
                <a:lnTo>
                  <a:pt x="715" y="651"/>
                </a:lnTo>
                <a:lnTo>
                  <a:pt x="716" y="651"/>
                </a:lnTo>
                <a:lnTo>
                  <a:pt x="716" y="650"/>
                </a:lnTo>
                <a:lnTo>
                  <a:pt x="717" y="649"/>
                </a:lnTo>
                <a:lnTo>
                  <a:pt x="718" y="649"/>
                </a:lnTo>
                <a:lnTo>
                  <a:pt x="720" y="649"/>
                </a:lnTo>
                <a:lnTo>
                  <a:pt x="721" y="648"/>
                </a:lnTo>
                <a:lnTo>
                  <a:pt x="721" y="649"/>
                </a:lnTo>
                <a:lnTo>
                  <a:pt x="722" y="649"/>
                </a:lnTo>
                <a:lnTo>
                  <a:pt x="723" y="649"/>
                </a:lnTo>
                <a:lnTo>
                  <a:pt x="724" y="649"/>
                </a:lnTo>
                <a:lnTo>
                  <a:pt x="724" y="650"/>
                </a:lnTo>
                <a:lnTo>
                  <a:pt x="726" y="650"/>
                </a:lnTo>
                <a:lnTo>
                  <a:pt x="727" y="649"/>
                </a:lnTo>
                <a:lnTo>
                  <a:pt x="729" y="648"/>
                </a:lnTo>
                <a:lnTo>
                  <a:pt x="729" y="647"/>
                </a:lnTo>
                <a:lnTo>
                  <a:pt x="730" y="647"/>
                </a:lnTo>
                <a:lnTo>
                  <a:pt x="731" y="647"/>
                </a:lnTo>
                <a:lnTo>
                  <a:pt x="732" y="647"/>
                </a:lnTo>
                <a:lnTo>
                  <a:pt x="733" y="647"/>
                </a:lnTo>
                <a:lnTo>
                  <a:pt x="734" y="648"/>
                </a:lnTo>
                <a:lnTo>
                  <a:pt x="735" y="647"/>
                </a:lnTo>
                <a:lnTo>
                  <a:pt x="736" y="647"/>
                </a:lnTo>
                <a:lnTo>
                  <a:pt x="737" y="647"/>
                </a:lnTo>
                <a:lnTo>
                  <a:pt x="738" y="646"/>
                </a:lnTo>
                <a:lnTo>
                  <a:pt x="739" y="647"/>
                </a:lnTo>
                <a:lnTo>
                  <a:pt x="738" y="647"/>
                </a:lnTo>
                <a:lnTo>
                  <a:pt x="740" y="647"/>
                </a:lnTo>
                <a:lnTo>
                  <a:pt x="740" y="646"/>
                </a:lnTo>
                <a:lnTo>
                  <a:pt x="741" y="647"/>
                </a:lnTo>
                <a:lnTo>
                  <a:pt x="742" y="648"/>
                </a:lnTo>
                <a:lnTo>
                  <a:pt x="743" y="647"/>
                </a:lnTo>
                <a:lnTo>
                  <a:pt x="744" y="647"/>
                </a:lnTo>
                <a:lnTo>
                  <a:pt x="745" y="646"/>
                </a:lnTo>
                <a:lnTo>
                  <a:pt x="745" y="645"/>
                </a:lnTo>
                <a:lnTo>
                  <a:pt x="747" y="644"/>
                </a:lnTo>
                <a:lnTo>
                  <a:pt x="748" y="645"/>
                </a:lnTo>
                <a:lnTo>
                  <a:pt x="749" y="645"/>
                </a:lnTo>
                <a:lnTo>
                  <a:pt x="749" y="646"/>
                </a:lnTo>
                <a:lnTo>
                  <a:pt x="750" y="646"/>
                </a:lnTo>
                <a:lnTo>
                  <a:pt x="750" y="645"/>
                </a:lnTo>
                <a:lnTo>
                  <a:pt x="751" y="645"/>
                </a:lnTo>
                <a:lnTo>
                  <a:pt x="751" y="646"/>
                </a:lnTo>
                <a:lnTo>
                  <a:pt x="752" y="646"/>
                </a:lnTo>
                <a:lnTo>
                  <a:pt x="753" y="646"/>
                </a:lnTo>
                <a:lnTo>
                  <a:pt x="753" y="645"/>
                </a:lnTo>
                <a:lnTo>
                  <a:pt x="753" y="644"/>
                </a:lnTo>
                <a:lnTo>
                  <a:pt x="755" y="644"/>
                </a:lnTo>
                <a:lnTo>
                  <a:pt x="756" y="645"/>
                </a:lnTo>
                <a:lnTo>
                  <a:pt x="757" y="645"/>
                </a:lnTo>
                <a:lnTo>
                  <a:pt x="758" y="645"/>
                </a:lnTo>
                <a:lnTo>
                  <a:pt x="758" y="644"/>
                </a:lnTo>
                <a:lnTo>
                  <a:pt x="759" y="643"/>
                </a:lnTo>
                <a:lnTo>
                  <a:pt x="760" y="643"/>
                </a:lnTo>
                <a:lnTo>
                  <a:pt x="760" y="644"/>
                </a:lnTo>
                <a:lnTo>
                  <a:pt x="761" y="644"/>
                </a:lnTo>
                <a:lnTo>
                  <a:pt x="761" y="643"/>
                </a:lnTo>
                <a:lnTo>
                  <a:pt x="761" y="641"/>
                </a:lnTo>
                <a:lnTo>
                  <a:pt x="761" y="640"/>
                </a:lnTo>
                <a:lnTo>
                  <a:pt x="762" y="639"/>
                </a:lnTo>
                <a:lnTo>
                  <a:pt x="763" y="639"/>
                </a:lnTo>
                <a:lnTo>
                  <a:pt x="762" y="639"/>
                </a:lnTo>
                <a:lnTo>
                  <a:pt x="763" y="638"/>
                </a:lnTo>
                <a:lnTo>
                  <a:pt x="764" y="638"/>
                </a:lnTo>
                <a:lnTo>
                  <a:pt x="765" y="638"/>
                </a:lnTo>
                <a:lnTo>
                  <a:pt x="766" y="636"/>
                </a:lnTo>
                <a:lnTo>
                  <a:pt x="767" y="636"/>
                </a:lnTo>
                <a:lnTo>
                  <a:pt x="767" y="635"/>
                </a:lnTo>
                <a:lnTo>
                  <a:pt x="768" y="634"/>
                </a:lnTo>
                <a:lnTo>
                  <a:pt x="768" y="633"/>
                </a:lnTo>
                <a:lnTo>
                  <a:pt x="768" y="632"/>
                </a:lnTo>
                <a:lnTo>
                  <a:pt x="768" y="631"/>
                </a:lnTo>
                <a:lnTo>
                  <a:pt x="769" y="630"/>
                </a:lnTo>
                <a:lnTo>
                  <a:pt x="770" y="631"/>
                </a:lnTo>
                <a:lnTo>
                  <a:pt x="771" y="631"/>
                </a:lnTo>
                <a:lnTo>
                  <a:pt x="772" y="630"/>
                </a:lnTo>
                <a:lnTo>
                  <a:pt x="772" y="629"/>
                </a:lnTo>
                <a:lnTo>
                  <a:pt x="773" y="629"/>
                </a:lnTo>
                <a:lnTo>
                  <a:pt x="773" y="628"/>
                </a:lnTo>
                <a:lnTo>
                  <a:pt x="773" y="629"/>
                </a:lnTo>
                <a:lnTo>
                  <a:pt x="774" y="630"/>
                </a:lnTo>
                <a:lnTo>
                  <a:pt x="775" y="630"/>
                </a:lnTo>
                <a:lnTo>
                  <a:pt x="775" y="629"/>
                </a:lnTo>
                <a:lnTo>
                  <a:pt x="776" y="629"/>
                </a:lnTo>
                <a:lnTo>
                  <a:pt x="776" y="630"/>
                </a:lnTo>
                <a:lnTo>
                  <a:pt x="776" y="631"/>
                </a:lnTo>
                <a:lnTo>
                  <a:pt x="776" y="632"/>
                </a:lnTo>
                <a:lnTo>
                  <a:pt x="776" y="633"/>
                </a:lnTo>
                <a:lnTo>
                  <a:pt x="776" y="634"/>
                </a:lnTo>
                <a:lnTo>
                  <a:pt x="776" y="635"/>
                </a:lnTo>
                <a:lnTo>
                  <a:pt x="777" y="635"/>
                </a:lnTo>
                <a:lnTo>
                  <a:pt x="778" y="635"/>
                </a:lnTo>
                <a:lnTo>
                  <a:pt x="778" y="634"/>
                </a:lnTo>
                <a:lnTo>
                  <a:pt x="777" y="634"/>
                </a:lnTo>
                <a:lnTo>
                  <a:pt x="778" y="634"/>
                </a:lnTo>
                <a:lnTo>
                  <a:pt x="778" y="633"/>
                </a:lnTo>
                <a:lnTo>
                  <a:pt x="779" y="633"/>
                </a:lnTo>
                <a:lnTo>
                  <a:pt x="779" y="634"/>
                </a:lnTo>
                <a:lnTo>
                  <a:pt x="780" y="634"/>
                </a:lnTo>
                <a:lnTo>
                  <a:pt x="781" y="635"/>
                </a:lnTo>
                <a:lnTo>
                  <a:pt x="782" y="635"/>
                </a:lnTo>
                <a:lnTo>
                  <a:pt x="782" y="636"/>
                </a:lnTo>
                <a:lnTo>
                  <a:pt x="783" y="636"/>
                </a:lnTo>
                <a:lnTo>
                  <a:pt x="784" y="637"/>
                </a:lnTo>
                <a:lnTo>
                  <a:pt x="785" y="636"/>
                </a:lnTo>
                <a:lnTo>
                  <a:pt x="786" y="636"/>
                </a:lnTo>
                <a:lnTo>
                  <a:pt x="786" y="635"/>
                </a:lnTo>
                <a:lnTo>
                  <a:pt x="785" y="635"/>
                </a:lnTo>
                <a:lnTo>
                  <a:pt x="786" y="634"/>
                </a:lnTo>
                <a:lnTo>
                  <a:pt x="788" y="635"/>
                </a:lnTo>
                <a:lnTo>
                  <a:pt x="788" y="636"/>
                </a:lnTo>
                <a:lnTo>
                  <a:pt x="789" y="636"/>
                </a:lnTo>
                <a:lnTo>
                  <a:pt x="790" y="636"/>
                </a:lnTo>
                <a:lnTo>
                  <a:pt x="790" y="635"/>
                </a:lnTo>
                <a:lnTo>
                  <a:pt x="791" y="634"/>
                </a:lnTo>
                <a:lnTo>
                  <a:pt x="792" y="635"/>
                </a:lnTo>
                <a:lnTo>
                  <a:pt x="793" y="634"/>
                </a:lnTo>
                <a:lnTo>
                  <a:pt x="793" y="633"/>
                </a:lnTo>
                <a:lnTo>
                  <a:pt x="794" y="632"/>
                </a:lnTo>
                <a:lnTo>
                  <a:pt x="795" y="633"/>
                </a:lnTo>
                <a:lnTo>
                  <a:pt x="797" y="633"/>
                </a:lnTo>
                <a:lnTo>
                  <a:pt x="799" y="633"/>
                </a:lnTo>
                <a:lnTo>
                  <a:pt x="799" y="632"/>
                </a:lnTo>
                <a:lnTo>
                  <a:pt x="801" y="632"/>
                </a:lnTo>
                <a:lnTo>
                  <a:pt x="801" y="633"/>
                </a:lnTo>
                <a:lnTo>
                  <a:pt x="802" y="633"/>
                </a:lnTo>
                <a:lnTo>
                  <a:pt x="803" y="633"/>
                </a:lnTo>
                <a:lnTo>
                  <a:pt x="802" y="632"/>
                </a:lnTo>
                <a:lnTo>
                  <a:pt x="800" y="630"/>
                </a:lnTo>
                <a:lnTo>
                  <a:pt x="802" y="630"/>
                </a:lnTo>
                <a:lnTo>
                  <a:pt x="802" y="629"/>
                </a:lnTo>
                <a:lnTo>
                  <a:pt x="802" y="628"/>
                </a:lnTo>
                <a:lnTo>
                  <a:pt x="801" y="627"/>
                </a:lnTo>
                <a:lnTo>
                  <a:pt x="801" y="626"/>
                </a:lnTo>
                <a:lnTo>
                  <a:pt x="802" y="626"/>
                </a:lnTo>
                <a:lnTo>
                  <a:pt x="801" y="625"/>
                </a:lnTo>
                <a:lnTo>
                  <a:pt x="801" y="624"/>
                </a:lnTo>
                <a:lnTo>
                  <a:pt x="802" y="624"/>
                </a:lnTo>
                <a:lnTo>
                  <a:pt x="803" y="624"/>
                </a:lnTo>
                <a:lnTo>
                  <a:pt x="803" y="625"/>
                </a:lnTo>
                <a:lnTo>
                  <a:pt x="804" y="625"/>
                </a:lnTo>
                <a:lnTo>
                  <a:pt x="804" y="626"/>
                </a:lnTo>
                <a:lnTo>
                  <a:pt x="805" y="626"/>
                </a:lnTo>
                <a:lnTo>
                  <a:pt x="804" y="626"/>
                </a:lnTo>
                <a:lnTo>
                  <a:pt x="804" y="627"/>
                </a:lnTo>
                <a:lnTo>
                  <a:pt x="805" y="628"/>
                </a:lnTo>
                <a:lnTo>
                  <a:pt x="806" y="629"/>
                </a:lnTo>
                <a:lnTo>
                  <a:pt x="805" y="629"/>
                </a:lnTo>
                <a:lnTo>
                  <a:pt x="805" y="630"/>
                </a:lnTo>
                <a:lnTo>
                  <a:pt x="806" y="630"/>
                </a:lnTo>
                <a:lnTo>
                  <a:pt x="807" y="630"/>
                </a:lnTo>
                <a:lnTo>
                  <a:pt x="808" y="631"/>
                </a:lnTo>
                <a:lnTo>
                  <a:pt x="808" y="632"/>
                </a:lnTo>
                <a:lnTo>
                  <a:pt x="808" y="633"/>
                </a:lnTo>
                <a:lnTo>
                  <a:pt x="807" y="633"/>
                </a:lnTo>
                <a:lnTo>
                  <a:pt x="807" y="632"/>
                </a:lnTo>
                <a:lnTo>
                  <a:pt x="807" y="633"/>
                </a:lnTo>
                <a:lnTo>
                  <a:pt x="807" y="634"/>
                </a:lnTo>
                <a:lnTo>
                  <a:pt x="807" y="635"/>
                </a:lnTo>
                <a:lnTo>
                  <a:pt x="806" y="636"/>
                </a:lnTo>
                <a:lnTo>
                  <a:pt x="806" y="637"/>
                </a:lnTo>
                <a:lnTo>
                  <a:pt x="805" y="637"/>
                </a:lnTo>
                <a:lnTo>
                  <a:pt x="806" y="638"/>
                </a:lnTo>
                <a:lnTo>
                  <a:pt x="805" y="639"/>
                </a:lnTo>
                <a:lnTo>
                  <a:pt x="806" y="640"/>
                </a:lnTo>
                <a:lnTo>
                  <a:pt x="807" y="640"/>
                </a:lnTo>
                <a:lnTo>
                  <a:pt x="806" y="641"/>
                </a:lnTo>
                <a:lnTo>
                  <a:pt x="806" y="642"/>
                </a:lnTo>
                <a:lnTo>
                  <a:pt x="806" y="644"/>
                </a:lnTo>
                <a:lnTo>
                  <a:pt x="807" y="645"/>
                </a:lnTo>
                <a:lnTo>
                  <a:pt x="807" y="646"/>
                </a:lnTo>
                <a:lnTo>
                  <a:pt x="808" y="646"/>
                </a:lnTo>
                <a:lnTo>
                  <a:pt x="809" y="646"/>
                </a:lnTo>
                <a:lnTo>
                  <a:pt x="809" y="647"/>
                </a:lnTo>
                <a:lnTo>
                  <a:pt x="810" y="647"/>
                </a:lnTo>
                <a:lnTo>
                  <a:pt x="810" y="646"/>
                </a:lnTo>
                <a:lnTo>
                  <a:pt x="811" y="646"/>
                </a:lnTo>
                <a:lnTo>
                  <a:pt x="812" y="646"/>
                </a:lnTo>
                <a:lnTo>
                  <a:pt x="812" y="645"/>
                </a:lnTo>
                <a:lnTo>
                  <a:pt x="812" y="644"/>
                </a:lnTo>
                <a:lnTo>
                  <a:pt x="814" y="645"/>
                </a:lnTo>
                <a:lnTo>
                  <a:pt x="814" y="646"/>
                </a:lnTo>
                <a:lnTo>
                  <a:pt x="813" y="646"/>
                </a:lnTo>
                <a:lnTo>
                  <a:pt x="813" y="645"/>
                </a:lnTo>
                <a:lnTo>
                  <a:pt x="812" y="646"/>
                </a:lnTo>
                <a:lnTo>
                  <a:pt x="812" y="647"/>
                </a:lnTo>
                <a:lnTo>
                  <a:pt x="812" y="648"/>
                </a:lnTo>
                <a:lnTo>
                  <a:pt x="812" y="649"/>
                </a:lnTo>
                <a:lnTo>
                  <a:pt x="812" y="650"/>
                </a:lnTo>
                <a:lnTo>
                  <a:pt x="811" y="651"/>
                </a:lnTo>
                <a:lnTo>
                  <a:pt x="812" y="651"/>
                </a:lnTo>
                <a:lnTo>
                  <a:pt x="813" y="650"/>
                </a:lnTo>
                <a:lnTo>
                  <a:pt x="813" y="649"/>
                </a:lnTo>
                <a:lnTo>
                  <a:pt x="814" y="648"/>
                </a:lnTo>
                <a:lnTo>
                  <a:pt x="815" y="647"/>
                </a:lnTo>
                <a:lnTo>
                  <a:pt x="815" y="648"/>
                </a:lnTo>
                <a:lnTo>
                  <a:pt x="816" y="649"/>
                </a:lnTo>
                <a:lnTo>
                  <a:pt x="817" y="649"/>
                </a:lnTo>
                <a:lnTo>
                  <a:pt x="817" y="648"/>
                </a:lnTo>
                <a:lnTo>
                  <a:pt x="818" y="647"/>
                </a:lnTo>
                <a:lnTo>
                  <a:pt x="818" y="646"/>
                </a:lnTo>
                <a:lnTo>
                  <a:pt x="819" y="647"/>
                </a:lnTo>
                <a:lnTo>
                  <a:pt x="819" y="648"/>
                </a:lnTo>
                <a:lnTo>
                  <a:pt x="820" y="648"/>
                </a:lnTo>
                <a:lnTo>
                  <a:pt x="821" y="648"/>
                </a:lnTo>
                <a:lnTo>
                  <a:pt x="822" y="648"/>
                </a:lnTo>
                <a:lnTo>
                  <a:pt x="822" y="649"/>
                </a:lnTo>
                <a:lnTo>
                  <a:pt x="823" y="649"/>
                </a:lnTo>
                <a:lnTo>
                  <a:pt x="824" y="650"/>
                </a:lnTo>
                <a:lnTo>
                  <a:pt x="824" y="651"/>
                </a:lnTo>
                <a:lnTo>
                  <a:pt x="826" y="651"/>
                </a:lnTo>
                <a:lnTo>
                  <a:pt x="827" y="651"/>
                </a:lnTo>
                <a:lnTo>
                  <a:pt x="827" y="650"/>
                </a:lnTo>
                <a:lnTo>
                  <a:pt x="828" y="651"/>
                </a:lnTo>
                <a:lnTo>
                  <a:pt x="828" y="652"/>
                </a:lnTo>
                <a:lnTo>
                  <a:pt x="829" y="652"/>
                </a:lnTo>
                <a:lnTo>
                  <a:pt x="829" y="651"/>
                </a:lnTo>
                <a:lnTo>
                  <a:pt x="829" y="650"/>
                </a:lnTo>
                <a:lnTo>
                  <a:pt x="829" y="649"/>
                </a:lnTo>
                <a:lnTo>
                  <a:pt x="830" y="649"/>
                </a:lnTo>
                <a:lnTo>
                  <a:pt x="831" y="649"/>
                </a:lnTo>
                <a:lnTo>
                  <a:pt x="832" y="650"/>
                </a:lnTo>
                <a:lnTo>
                  <a:pt x="833" y="650"/>
                </a:lnTo>
                <a:lnTo>
                  <a:pt x="834" y="650"/>
                </a:lnTo>
                <a:lnTo>
                  <a:pt x="834" y="649"/>
                </a:lnTo>
                <a:lnTo>
                  <a:pt x="835" y="649"/>
                </a:lnTo>
                <a:lnTo>
                  <a:pt x="837" y="649"/>
                </a:lnTo>
                <a:lnTo>
                  <a:pt x="837" y="650"/>
                </a:lnTo>
                <a:lnTo>
                  <a:pt x="838" y="650"/>
                </a:lnTo>
                <a:lnTo>
                  <a:pt x="838" y="649"/>
                </a:lnTo>
                <a:lnTo>
                  <a:pt x="839" y="650"/>
                </a:lnTo>
                <a:lnTo>
                  <a:pt x="839" y="651"/>
                </a:lnTo>
                <a:lnTo>
                  <a:pt x="839" y="652"/>
                </a:lnTo>
                <a:lnTo>
                  <a:pt x="840" y="651"/>
                </a:lnTo>
                <a:lnTo>
                  <a:pt x="841" y="651"/>
                </a:lnTo>
                <a:lnTo>
                  <a:pt x="841" y="652"/>
                </a:lnTo>
                <a:lnTo>
                  <a:pt x="842" y="652"/>
                </a:lnTo>
                <a:lnTo>
                  <a:pt x="842" y="653"/>
                </a:lnTo>
                <a:lnTo>
                  <a:pt x="843" y="653"/>
                </a:lnTo>
                <a:lnTo>
                  <a:pt x="844" y="654"/>
                </a:lnTo>
                <a:lnTo>
                  <a:pt x="845" y="653"/>
                </a:lnTo>
                <a:lnTo>
                  <a:pt x="845" y="654"/>
                </a:lnTo>
                <a:lnTo>
                  <a:pt x="845" y="655"/>
                </a:lnTo>
                <a:lnTo>
                  <a:pt x="844" y="655"/>
                </a:lnTo>
                <a:lnTo>
                  <a:pt x="845" y="656"/>
                </a:lnTo>
                <a:lnTo>
                  <a:pt x="845" y="657"/>
                </a:lnTo>
                <a:lnTo>
                  <a:pt x="846" y="658"/>
                </a:lnTo>
                <a:lnTo>
                  <a:pt x="846" y="657"/>
                </a:lnTo>
                <a:lnTo>
                  <a:pt x="847" y="657"/>
                </a:lnTo>
                <a:lnTo>
                  <a:pt x="848" y="658"/>
                </a:lnTo>
                <a:lnTo>
                  <a:pt x="848" y="659"/>
                </a:lnTo>
                <a:lnTo>
                  <a:pt x="849" y="658"/>
                </a:lnTo>
                <a:lnTo>
                  <a:pt x="848" y="658"/>
                </a:lnTo>
                <a:lnTo>
                  <a:pt x="848" y="657"/>
                </a:lnTo>
                <a:lnTo>
                  <a:pt x="849" y="657"/>
                </a:lnTo>
                <a:lnTo>
                  <a:pt x="851" y="658"/>
                </a:lnTo>
                <a:lnTo>
                  <a:pt x="851" y="659"/>
                </a:lnTo>
                <a:lnTo>
                  <a:pt x="852" y="658"/>
                </a:lnTo>
                <a:lnTo>
                  <a:pt x="851" y="657"/>
                </a:lnTo>
                <a:lnTo>
                  <a:pt x="850" y="657"/>
                </a:lnTo>
                <a:lnTo>
                  <a:pt x="850" y="656"/>
                </a:lnTo>
                <a:lnTo>
                  <a:pt x="851" y="655"/>
                </a:lnTo>
                <a:lnTo>
                  <a:pt x="851" y="654"/>
                </a:lnTo>
                <a:lnTo>
                  <a:pt x="852" y="654"/>
                </a:lnTo>
                <a:lnTo>
                  <a:pt x="852" y="653"/>
                </a:lnTo>
                <a:lnTo>
                  <a:pt x="853" y="652"/>
                </a:lnTo>
                <a:lnTo>
                  <a:pt x="853" y="653"/>
                </a:lnTo>
                <a:lnTo>
                  <a:pt x="853" y="654"/>
                </a:lnTo>
                <a:lnTo>
                  <a:pt x="853" y="655"/>
                </a:lnTo>
                <a:lnTo>
                  <a:pt x="854" y="655"/>
                </a:lnTo>
                <a:lnTo>
                  <a:pt x="854" y="656"/>
                </a:lnTo>
                <a:lnTo>
                  <a:pt x="855" y="656"/>
                </a:lnTo>
                <a:lnTo>
                  <a:pt x="856" y="655"/>
                </a:lnTo>
                <a:lnTo>
                  <a:pt x="857" y="655"/>
                </a:lnTo>
                <a:lnTo>
                  <a:pt x="857" y="656"/>
                </a:lnTo>
                <a:lnTo>
                  <a:pt x="856" y="656"/>
                </a:lnTo>
                <a:lnTo>
                  <a:pt x="857" y="656"/>
                </a:lnTo>
                <a:lnTo>
                  <a:pt x="858" y="657"/>
                </a:lnTo>
                <a:lnTo>
                  <a:pt x="859" y="657"/>
                </a:lnTo>
                <a:lnTo>
                  <a:pt x="859" y="658"/>
                </a:lnTo>
                <a:lnTo>
                  <a:pt x="858" y="658"/>
                </a:lnTo>
                <a:lnTo>
                  <a:pt x="857" y="658"/>
                </a:lnTo>
                <a:lnTo>
                  <a:pt x="856" y="659"/>
                </a:lnTo>
                <a:lnTo>
                  <a:pt x="856" y="660"/>
                </a:lnTo>
                <a:lnTo>
                  <a:pt x="856" y="661"/>
                </a:lnTo>
                <a:lnTo>
                  <a:pt x="855" y="663"/>
                </a:lnTo>
                <a:lnTo>
                  <a:pt x="855" y="664"/>
                </a:lnTo>
                <a:lnTo>
                  <a:pt x="856" y="664"/>
                </a:lnTo>
                <a:lnTo>
                  <a:pt x="856" y="665"/>
                </a:lnTo>
                <a:lnTo>
                  <a:pt x="857" y="666"/>
                </a:lnTo>
                <a:lnTo>
                  <a:pt x="856" y="666"/>
                </a:lnTo>
                <a:lnTo>
                  <a:pt x="856" y="667"/>
                </a:lnTo>
                <a:lnTo>
                  <a:pt x="856" y="668"/>
                </a:lnTo>
                <a:lnTo>
                  <a:pt x="857" y="669"/>
                </a:lnTo>
                <a:lnTo>
                  <a:pt x="857" y="670"/>
                </a:lnTo>
                <a:lnTo>
                  <a:pt x="857" y="671"/>
                </a:lnTo>
                <a:lnTo>
                  <a:pt x="857" y="673"/>
                </a:lnTo>
                <a:lnTo>
                  <a:pt x="858" y="673"/>
                </a:lnTo>
                <a:lnTo>
                  <a:pt x="859" y="673"/>
                </a:lnTo>
                <a:lnTo>
                  <a:pt x="858" y="674"/>
                </a:lnTo>
                <a:lnTo>
                  <a:pt x="858" y="675"/>
                </a:lnTo>
                <a:lnTo>
                  <a:pt x="858" y="676"/>
                </a:lnTo>
                <a:lnTo>
                  <a:pt x="858" y="677"/>
                </a:lnTo>
                <a:lnTo>
                  <a:pt x="857" y="678"/>
                </a:lnTo>
                <a:lnTo>
                  <a:pt x="856" y="679"/>
                </a:lnTo>
                <a:lnTo>
                  <a:pt x="856" y="680"/>
                </a:lnTo>
                <a:lnTo>
                  <a:pt x="856" y="681"/>
                </a:lnTo>
                <a:lnTo>
                  <a:pt x="855" y="681"/>
                </a:lnTo>
                <a:lnTo>
                  <a:pt x="854" y="682"/>
                </a:lnTo>
                <a:lnTo>
                  <a:pt x="853" y="683"/>
                </a:lnTo>
                <a:lnTo>
                  <a:pt x="853" y="684"/>
                </a:lnTo>
                <a:lnTo>
                  <a:pt x="853" y="685"/>
                </a:lnTo>
                <a:lnTo>
                  <a:pt x="853" y="686"/>
                </a:lnTo>
                <a:lnTo>
                  <a:pt x="852" y="687"/>
                </a:lnTo>
                <a:lnTo>
                  <a:pt x="851" y="688"/>
                </a:lnTo>
                <a:lnTo>
                  <a:pt x="851" y="689"/>
                </a:lnTo>
                <a:lnTo>
                  <a:pt x="852" y="689"/>
                </a:lnTo>
                <a:lnTo>
                  <a:pt x="853" y="690"/>
                </a:lnTo>
                <a:lnTo>
                  <a:pt x="853" y="691"/>
                </a:lnTo>
                <a:lnTo>
                  <a:pt x="852" y="691"/>
                </a:lnTo>
                <a:lnTo>
                  <a:pt x="852" y="692"/>
                </a:lnTo>
                <a:lnTo>
                  <a:pt x="851" y="693"/>
                </a:lnTo>
                <a:lnTo>
                  <a:pt x="852" y="693"/>
                </a:lnTo>
                <a:lnTo>
                  <a:pt x="852" y="694"/>
                </a:lnTo>
                <a:lnTo>
                  <a:pt x="853" y="694"/>
                </a:lnTo>
                <a:lnTo>
                  <a:pt x="852" y="695"/>
                </a:lnTo>
                <a:lnTo>
                  <a:pt x="851" y="695"/>
                </a:lnTo>
                <a:lnTo>
                  <a:pt x="851" y="696"/>
                </a:lnTo>
                <a:lnTo>
                  <a:pt x="851" y="697"/>
                </a:lnTo>
                <a:lnTo>
                  <a:pt x="850" y="698"/>
                </a:lnTo>
                <a:lnTo>
                  <a:pt x="849" y="698"/>
                </a:lnTo>
                <a:lnTo>
                  <a:pt x="849" y="699"/>
                </a:lnTo>
                <a:lnTo>
                  <a:pt x="850" y="699"/>
                </a:lnTo>
                <a:lnTo>
                  <a:pt x="850" y="700"/>
                </a:lnTo>
                <a:lnTo>
                  <a:pt x="849" y="700"/>
                </a:lnTo>
                <a:lnTo>
                  <a:pt x="848" y="701"/>
                </a:lnTo>
                <a:lnTo>
                  <a:pt x="848" y="702"/>
                </a:lnTo>
                <a:lnTo>
                  <a:pt x="849" y="703"/>
                </a:lnTo>
                <a:lnTo>
                  <a:pt x="849" y="704"/>
                </a:lnTo>
                <a:lnTo>
                  <a:pt x="849" y="705"/>
                </a:lnTo>
                <a:lnTo>
                  <a:pt x="849" y="706"/>
                </a:lnTo>
                <a:lnTo>
                  <a:pt x="850" y="706"/>
                </a:lnTo>
                <a:lnTo>
                  <a:pt x="850" y="707"/>
                </a:lnTo>
                <a:lnTo>
                  <a:pt x="850" y="708"/>
                </a:lnTo>
                <a:lnTo>
                  <a:pt x="851" y="709"/>
                </a:lnTo>
                <a:lnTo>
                  <a:pt x="852" y="709"/>
                </a:lnTo>
                <a:lnTo>
                  <a:pt x="853" y="709"/>
                </a:lnTo>
                <a:lnTo>
                  <a:pt x="853" y="710"/>
                </a:lnTo>
                <a:lnTo>
                  <a:pt x="853" y="711"/>
                </a:lnTo>
                <a:lnTo>
                  <a:pt x="853" y="712"/>
                </a:lnTo>
                <a:lnTo>
                  <a:pt x="853" y="713"/>
                </a:lnTo>
                <a:lnTo>
                  <a:pt x="854" y="713"/>
                </a:lnTo>
                <a:lnTo>
                  <a:pt x="854" y="714"/>
                </a:lnTo>
                <a:lnTo>
                  <a:pt x="855" y="715"/>
                </a:lnTo>
                <a:lnTo>
                  <a:pt x="854" y="716"/>
                </a:lnTo>
                <a:lnTo>
                  <a:pt x="854" y="715"/>
                </a:lnTo>
                <a:lnTo>
                  <a:pt x="852" y="716"/>
                </a:lnTo>
                <a:lnTo>
                  <a:pt x="851" y="716"/>
                </a:lnTo>
                <a:lnTo>
                  <a:pt x="850" y="717"/>
                </a:lnTo>
                <a:lnTo>
                  <a:pt x="850" y="718"/>
                </a:lnTo>
                <a:lnTo>
                  <a:pt x="849" y="719"/>
                </a:lnTo>
                <a:lnTo>
                  <a:pt x="849" y="720"/>
                </a:lnTo>
                <a:lnTo>
                  <a:pt x="849" y="721"/>
                </a:lnTo>
                <a:lnTo>
                  <a:pt x="849" y="722"/>
                </a:lnTo>
                <a:lnTo>
                  <a:pt x="849" y="723"/>
                </a:lnTo>
                <a:lnTo>
                  <a:pt x="848" y="723"/>
                </a:lnTo>
                <a:lnTo>
                  <a:pt x="848" y="724"/>
                </a:lnTo>
                <a:lnTo>
                  <a:pt x="847" y="725"/>
                </a:lnTo>
                <a:lnTo>
                  <a:pt x="848" y="726"/>
                </a:lnTo>
                <a:lnTo>
                  <a:pt x="848" y="727"/>
                </a:lnTo>
                <a:lnTo>
                  <a:pt x="847" y="727"/>
                </a:lnTo>
                <a:lnTo>
                  <a:pt x="847" y="728"/>
                </a:lnTo>
                <a:lnTo>
                  <a:pt x="846" y="728"/>
                </a:lnTo>
                <a:lnTo>
                  <a:pt x="845" y="728"/>
                </a:lnTo>
                <a:lnTo>
                  <a:pt x="845" y="729"/>
                </a:lnTo>
                <a:lnTo>
                  <a:pt x="843" y="729"/>
                </a:lnTo>
                <a:lnTo>
                  <a:pt x="842" y="729"/>
                </a:lnTo>
                <a:lnTo>
                  <a:pt x="842" y="728"/>
                </a:lnTo>
                <a:lnTo>
                  <a:pt x="841" y="728"/>
                </a:lnTo>
                <a:lnTo>
                  <a:pt x="840" y="729"/>
                </a:lnTo>
                <a:lnTo>
                  <a:pt x="839" y="729"/>
                </a:lnTo>
                <a:lnTo>
                  <a:pt x="840" y="731"/>
                </a:lnTo>
                <a:lnTo>
                  <a:pt x="840" y="732"/>
                </a:lnTo>
                <a:lnTo>
                  <a:pt x="840" y="733"/>
                </a:lnTo>
                <a:lnTo>
                  <a:pt x="840" y="734"/>
                </a:lnTo>
                <a:lnTo>
                  <a:pt x="841" y="734"/>
                </a:lnTo>
                <a:lnTo>
                  <a:pt x="841" y="735"/>
                </a:lnTo>
                <a:lnTo>
                  <a:pt x="841" y="736"/>
                </a:lnTo>
                <a:lnTo>
                  <a:pt x="840" y="736"/>
                </a:lnTo>
                <a:lnTo>
                  <a:pt x="840" y="737"/>
                </a:lnTo>
                <a:lnTo>
                  <a:pt x="841" y="737"/>
                </a:lnTo>
                <a:lnTo>
                  <a:pt x="842" y="739"/>
                </a:lnTo>
                <a:lnTo>
                  <a:pt x="843" y="740"/>
                </a:lnTo>
                <a:lnTo>
                  <a:pt x="842" y="740"/>
                </a:lnTo>
                <a:lnTo>
                  <a:pt x="842" y="741"/>
                </a:lnTo>
                <a:lnTo>
                  <a:pt x="842" y="742"/>
                </a:lnTo>
                <a:lnTo>
                  <a:pt x="842" y="743"/>
                </a:lnTo>
                <a:lnTo>
                  <a:pt x="842" y="744"/>
                </a:lnTo>
                <a:lnTo>
                  <a:pt x="840" y="745"/>
                </a:lnTo>
                <a:lnTo>
                  <a:pt x="840" y="746"/>
                </a:lnTo>
                <a:lnTo>
                  <a:pt x="840" y="747"/>
                </a:lnTo>
                <a:lnTo>
                  <a:pt x="839" y="748"/>
                </a:lnTo>
                <a:lnTo>
                  <a:pt x="839" y="749"/>
                </a:lnTo>
                <a:lnTo>
                  <a:pt x="838" y="750"/>
                </a:lnTo>
                <a:lnTo>
                  <a:pt x="837" y="751"/>
                </a:lnTo>
                <a:lnTo>
                  <a:pt x="837" y="752"/>
                </a:lnTo>
                <a:lnTo>
                  <a:pt x="837" y="754"/>
                </a:lnTo>
                <a:lnTo>
                  <a:pt x="837" y="755"/>
                </a:lnTo>
                <a:lnTo>
                  <a:pt x="836" y="755"/>
                </a:lnTo>
                <a:lnTo>
                  <a:pt x="835" y="756"/>
                </a:lnTo>
                <a:lnTo>
                  <a:pt x="835" y="757"/>
                </a:lnTo>
                <a:lnTo>
                  <a:pt x="834" y="757"/>
                </a:lnTo>
                <a:lnTo>
                  <a:pt x="833" y="757"/>
                </a:lnTo>
                <a:lnTo>
                  <a:pt x="832" y="758"/>
                </a:lnTo>
                <a:lnTo>
                  <a:pt x="831" y="757"/>
                </a:lnTo>
                <a:lnTo>
                  <a:pt x="830" y="756"/>
                </a:lnTo>
                <a:lnTo>
                  <a:pt x="829" y="756"/>
                </a:lnTo>
                <a:lnTo>
                  <a:pt x="829" y="754"/>
                </a:lnTo>
                <a:lnTo>
                  <a:pt x="829" y="753"/>
                </a:lnTo>
                <a:lnTo>
                  <a:pt x="828" y="752"/>
                </a:lnTo>
                <a:lnTo>
                  <a:pt x="828" y="751"/>
                </a:lnTo>
                <a:lnTo>
                  <a:pt x="827" y="750"/>
                </a:lnTo>
                <a:lnTo>
                  <a:pt x="827" y="749"/>
                </a:lnTo>
                <a:lnTo>
                  <a:pt x="826" y="749"/>
                </a:lnTo>
                <a:lnTo>
                  <a:pt x="826" y="750"/>
                </a:lnTo>
                <a:lnTo>
                  <a:pt x="825" y="750"/>
                </a:lnTo>
                <a:lnTo>
                  <a:pt x="825" y="751"/>
                </a:lnTo>
                <a:lnTo>
                  <a:pt x="824" y="750"/>
                </a:lnTo>
                <a:lnTo>
                  <a:pt x="823" y="751"/>
                </a:lnTo>
                <a:lnTo>
                  <a:pt x="823" y="752"/>
                </a:lnTo>
                <a:lnTo>
                  <a:pt x="822" y="752"/>
                </a:lnTo>
                <a:lnTo>
                  <a:pt x="822" y="753"/>
                </a:lnTo>
                <a:lnTo>
                  <a:pt x="821" y="754"/>
                </a:lnTo>
                <a:lnTo>
                  <a:pt x="820" y="754"/>
                </a:lnTo>
                <a:lnTo>
                  <a:pt x="820" y="755"/>
                </a:lnTo>
                <a:lnTo>
                  <a:pt x="819" y="755"/>
                </a:lnTo>
                <a:lnTo>
                  <a:pt x="818" y="755"/>
                </a:lnTo>
                <a:lnTo>
                  <a:pt x="819" y="756"/>
                </a:lnTo>
                <a:lnTo>
                  <a:pt x="818" y="757"/>
                </a:lnTo>
                <a:lnTo>
                  <a:pt x="818" y="758"/>
                </a:lnTo>
                <a:lnTo>
                  <a:pt x="818" y="759"/>
                </a:lnTo>
                <a:lnTo>
                  <a:pt x="817" y="759"/>
                </a:lnTo>
                <a:lnTo>
                  <a:pt x="817" y="760"/>
                </a:lnTo>
                <a:lnTo>
                  <a:pt x="817" y="761"/>
                </a:lnTo>
                <a:lnTo>
                  <a:pt x="817" y="762"/>
                </a:lnTo>
                <a:lnTo>
                  <a:pt x="816" y="763"/>
                </a:lnTo>
                <a:lnTo>
                  <a:pt x="815" y="764"/>
                </a:lnTo>
                <a:lnTo>
                  <a:pt x="814" y="765"/>
                </a:lnTo>
                <a:lnTo>
                  <a:pt x="813" y="765"/>
                </a:lnTo>
                <a:lnTo>
                  <a:pt x="812" y="765"/>
                </a:lnTo>
                <a:lnTo>
                  <a:pt x="812" y="766"/>
                </a:lnTo>
                <a:lnTo>
                  <a:pt x="811" y="766"/>
                </a:lnTo>
                <a:lnTo>
                  <a:pt x="810" y="766"/>
                </a:lnTo>
                <a:lnTo>
                  <a:pt x="809" y="766"/>
                </a:lnTo>
                <a:lnTo>
                  <a:pt x="808" y="766"/>
                </a:lnTo>
                <a:lnTo>
                  <a:pt x="807" y="767"/>
                </a:lnTo>
                <a:lnTo>
                  <a:pt x="806" y="767"/>
                </a:lnTo>
                <a:lnTo>
                  <a:pt x="805" y="767"/>
                </a:lnTo>
                <a:lnTo>
                  <a:pt x="805" y="766"/>
                </a:lnTo>
                <a:lnTo>
                  <a:pt x="804" y="766"/>
                </a:lnTo>
                <a:lnTo>
                  <a:pt x="803" y="767"/>
                </a:lnTo>
                <a:lnTo>
                  <a:pt x="803" y="768"/>
                </a:lnTo>
                <a:lnTo>
                  <a:pt x="803" y="769"/>
                </a:lnTo>
                <a:lnTo>
                  <a:pt x="804" y="770"/>
                </a:lnTo>
                <a:lnTo>
                  <a:pt x="805" y="771"/>
                </a:lnTo>
                <a:lnTo>
                  <a:pt x="806" y="771"/>
                </a:lnTo>
                <a:lnTo>
                  <a:pt x="806" y="772"/>
                </a:lnTo>
                <a:lnTo>
                  <a:pt x="807" y="772"/>
                </a:lnTo>
                <a:lnTo>
                  <a:pt x="807" y="773"/>
                </a:lnTo>
                <a:lnTo>
                  <a:pt x="808" y="774"/>
                </a:lnTo>
                <a:lnTo>
                  <a:pt x="809" y="775"/>
                </a:lnTo>
                <a:lnTo>
                  <a:pt x="808" y="775"/>
                </a:lnTo>
                <a:lnTo>
                  <a:pt x="808" y="776"/>
                </a:lnTo>
                <a:lnTo>
                  <a:pt x="807" y="776"/>
                </a:lnTo>
                <a:lnTo>
                  <a:pt x="806" y="777"/>
                </a:lnTo>
                <a:lnTo>
                  <a:pt x="806" y="778"/>
                </a:lnTo>
                <a:lnTo>
                  <a:pt x="805" y="778"/>
                </a:lnTo>
                <a:lnTo>
                  <a:pt x="806" y="779"/>
                </a:lnTo>
                <a:lnTo>
                  <a:pt x="805" y="780"/>
                </a:lnTo>
                <a:lnTo>
                  <a:pt x="805" y="781"/>
                </a:lnTo>
                <a:lnTo>
                  <a:pt x="804" y="782"/>
                </a:lnTo>
                <a:lnTo>
                  <a:pt x="805" y="782"/>
                </a:lnTo>
                <a:lnTo>
                  <a:pt x="805" y="783"/>
                </a:lnTo>
                <a:lnTo>
                  <a:pt x="805" y="784"/>
                </a:lnTo>
                <a:lnTo>
                  <a:pt x="806" y="786"/>
                </a:lnTo>
                <a:lnTo>
                  <a:pt x="807" y="786"/>
                </a:lnTo>
                <a:lnTo>
                  <a:pt x="807" y="785"/>
                </a:lnTo>
                <a:lnTo>
                  <a:pt x="808" y="785"/>
                </a:lnTo>
                <a:lnTo>
                  <a:pt x="809" y="785"/>
                </a:lnTo>
                <a:lnTo>
                  <a:pt x="809" y="786"/>
                </a:lnTo>
                <a:lnTo>
                  <a:pt x="809" y="787"/>
                </a:lnTo>
                <a:lnTo>
                  <a:pt x="811" y="788"/>
                </a:lnTo>
                <a:lnTo>
                  <a:pt x="813" y="788"/>
                </a:lnTo>
                <a:lnTo>
                  <a:pt x="814" y="788"/>
                </a:lnTo>
                <a:lnTo>
                  <a:pt x="814" y="787"/>
                </a:lnTo>
                <a:lnTo>
                  <a:pt x="815" y="786"/>
                </a:lnTo>
                <a:lnTo>
                  <a:pt x="816" y="785"/>
                </a:lnTo>
                <a:lnTo>
                  <a:pt x="817" y="785"/>
                </a:lnTo>
                <a:lnTo>
                  <a:pt x="818" y="783"/>
                </a:lnTo>
                <a:lnTo>
                  <a:pt x="818" y="782"/>
                </a:lnTo>
                <a:lnTo>
                  <a:pt x="819" y="782"/>
                </a:lnTo>
                <a:lnTo>
                  <a:pt x="821" y="782"/>
                </a:lnTo>
                <a:lnTo>
                  <a:pt x="821" y="783"/>
                </a:lnTo>
                <a:lnTo>
                  <a:pt x="821" y="784"/>
                </a:lnTo>
                <a:lnTo>
                  <a:pt x="821" y="785"/>
                </a:lnTo>
                <a:lnTo>
                  <a:pt x="822" y="786"/>
                </a:lnTo>
                <a:lnTo>
                  <a:pt x="823" y="788"/>
                </a:lnTo>
                <a:lnTo>
                  <a:pt x="822" y="789"/>
                </a:lnTo>
                <a:lnTo>
                  <a:pt x="822" y="790"/>
                </a:lnTo>
                <a:lnTo>
                  <a:pt x="822" y="791"/>
                </a:lnTo>
                <a:lnTo>
                  <a:pt x="822" y="792"/>
                </a:lnTo>
                <a:lnTo>
                  <a:pt x="822" y="793"/>
                </a:lnTo>
                <a:lnTo>
                  <a:pt x="823" y="793"/>
                </a:lnTo>
                <a:lnTo>
                  <a:pt x="824" y="794"/>
                </a:lnTo>
                <a:lnTo>
                  <a:pt x="824" y="795"/>
                </a:lnTo>
                <a:lnTo>
                  <a:pt x="823" y="795"/>
                </a:lnTo>
                <a:lnTo>
                  <a:pt x="823" y="796"/>
                </a:lnTo>
                <a:lnTo>
                  <a:pt x="824" y="796"/>
                </a:lnTo>
                <a:lnTo>
                  <a:pt x="824" y="798"/>
                </a:lnTo>
                <a:lnTo>
                  <a:pt x="824" y="799"/>
                </a:lnTo>
                <a:lnTo>
                  <a:pt x="825" y="800"/>
                </a:lnTo>
                <a:lnTo>
                  <a:pt x="826" y="801"/>
                </a:lnTo>
                <a:lnTo>
                  <a:pt x="827" y="802"/>
                </a:lnTo>
                <a:lnTo>
                  <a:pt x="828" y="803"/>
                </a:lnTo>
                <a:lnTo>
                  <a:pt x="828" y="804"/>
                </a:lnTo>
                <a:lnTo>
                  <a:pt x="828" y="805"/>
                </a:lnTo>
                <a:lnTo>
                  <a:pt x="829" y="805"/>
                </a:lnTo>
                <a:lnTo>
                  <a:pt x="830" y="805"/>
                </a:lnTo>
                <a:lnTo>
                  <a:pt x="829" y="806"/>
                </a:lnTo>
                <a:lnTo>
                  <a:pt x="829" y="807"/>
                </a:lnTo>
                <a:lnTo>
                  <a:pt x="830" y="809"/>
                </a:lnTo>
                <a:lnTo>
                  <a:pt x="831" y="809"/>
                </a:lnTo>
                <a:lnTo>
                  <a:pt x="831" y="810"/>
                </a:lnTo>
                <a:lnTo>
                  <a:pt x="831" y="811"/>
                </a:lnTo>
                <a:lnTo>
                  <a:pt x="832" y="811"/>
                </a:lnTo>
                <a:lnTo>
                  <a:pt x="833" y="811"/>
                </a:lnTo>
                <a:lnTo>
                  <a:pt x="836" y="811"/>
                </a:lnTo>
                <a:lnTo>
                  <a:pt x="838" y="812"/>
                </a:lnTo>
                <a:lnTo>
                  <a:pt x="838" y="813"/>
                </a:lnTo>
                <a:lnTo>
                  <a:pt x="838" y="814"/>
                </a:lnTo>
                <a:lnTo>
                  <a:pt x="837" y="814"/>
                </a:lnTo>
                <a:lnTo>
                  <a:pt x="836" y="815"/>
                </a:lnTo>
                <a:lnTo>
                  <a:pt x="835" y="815"/>
                </a:lnTo>
                <a:lnTo>
                  <a:pt x="835" y="816"/>
                </a:lnTo>
                <a:lnTo>
                  <a:pt x="834" y="817"/>
                </a:lnTo>
                <a:lnTo>
                  <a:pt x="833" y="818"/>
                </a:lnTo>
                <a:lnTo>
                  <a:pt x="832" y="818"/>
                </a:lnTo>
                <a:lnTo>
                  <a:pt x="831" y="818"/>
                </a:lnTo>
                <a:lnTo>
                  <a:pt x="831" y="819"/>
                </a:lnTo>
                <a:lnTo>
                  <a:pt x="830" y="819"/>
                </a:lnTo>
                <a:lnTo>
                  <a:pt x="831" y="819"/>
                </a:lnTo>
                <a:lnTo>
                  <a:pt x="830" y="819"/>
                </a:lnTo>
                <a:lnTo>
                  <a:pt x="829" y="819"/>
                </a:lnTo>
                <a:lnTo>
                  <a:pt x="828" y="818"/>
                </a:lnTo>
                <a:lnTo>
                  <a:pt x="828" y="817"/>
                </a:lnTo>
                <a:lnTo>
                  <a:pt x="828" y="816"/>
                </a:lnTo>
                <a:lnTo>
                  <a:pt x="827" y="816"/>
                </a:lnTo>
                <a:lnTo>
                  <a:pt x="826" y="816"/>
                </a:lnTo>
                <a:lnTo>
                  <a:pt x="826" y="815"/>
                </a:lnTo>
                <a:lnTo>
                  <a:pt x="825" y="815"/>
                </a:lnTo>
                <a:lnTo>
                  <a:pt x="824" y="815"/>
                </a:lnTo>
                <a:lnTo>
                  <a:pt x="823" y="816"/>
                </a:lnTo>
                <a:lnTo>
                  <a:pt x="822" y="817"/>
                </a:lnTo>
                <a:lnTo>
                  <a:pt x="821" y="817"/>
                </a:lnTo>
                <a:lnTo>
                  <a:pt x="820" y="819"/>
                </a:lnTo>
                <a:lnTo>
                  <a:pt x="820" y="820"/>
                </a:lnTo>
                <a:lnTo>
                  <a:pt x="819" y="820"/>
                </a:lnTo>
                <a:lnTo>
                  <a:pt x="818" y="821"/>
                </a:lnTo>
                <a:lnTo>
                  <a:pt x="818" y="822"/>
                </a:lnTo>
                <a:lnTo>
                  <a:pt x="817" y="822"/>
                </a:lnTo>
                <a:lnTo>
                  <a:pt x="817" y="823"/>
                </a:lnTo>
                <a:lnTo>
                  <a:pt x="816" y="822"/>
                </a:lnTo>
                <a:lnTo>
                  <a:pt x="815" y="823"/>
                </a:lnTo>
                <a:lnTo>
                  <a:pt x="815" y="824"/>
                </a:lnTo>
                <a:lnTo>
                  <a:pt x="814" y="824"/>
                </a:lnTo>
                <a:lnTo>
                  <a:pt x="814" y="823"/>
                </a:lnTo>
                <a:lnTo>
                  <a:pt x="812" y="823"/>
                </a:lnTo>
                <a:lnTo>
                  <a:pt x="812" y="825"/>
                </a:lnTo>
                <a:lnTo>
                  <a:pt x="812" y="826"/>
                </a:lnTo>
                <a:lnTo>
                  <a:pt x="812" y="828"/>
                </a:lnTo>
                <a:lnTo>
                  <a:pt x="812" y="830"/>
                </a:lnTo>
                <a:lnTo>
                  <a:pt x="812" y="831"/>
                </a:lnTo>
                <a:lnTo>
                  <a:pt x="812" y="832"/>
                </a:lnTo>
                <a:lnTo>
                  <a:pt x="812" y="833"/>
                </a:lnTo>
                <a:lnTo>
                  <a:pt x="811" y="833"/>
                </a:lnTo>
                <a:lnTo>
                  <a:pt x="811" y="834"/>
                </a:lnTo>
                <a:lnTo>
                  <a:pt x="810" y="834"/>
                </a:lnTo>
                <a:lnTo>
                  <a:pt x="809" y="833"/>
                </a:lnTo>
                <a:lnTo>
                  <a:pt x="810" y="833"/>
                </a:lnTo>
                <a:lnTo>
                  <a:pt x="809" y="832"/>
                </a:lnTo>
                <a:lnTo>
                  <a:pt x="808" y="833"/>
                </a:lnTo>
                <a:lnTo>
                  <a:pt x="808" y="834"/>
                </a:lnTo>
                <a:lnTo>
                  <a:pt x="807" y="833"/>
                </a:lnTo>
                <a:lnTo>
                  <a:pt x="806" y="832"/>
                </a:lnTo>
                <a:lnTo>
                  <a:pt x="807" y="833"/>
                </a:lnTo>
                <a:lnTo>
                  <a:pt x="807" y="834"/>
                </a:lnTo>
                <a:lnTo>
                  <a:pt x="806" y="835"/>
                </a:lnTo>
                <a:lnTo>
                  <a:pt x="804" y="835"/>
                </a:lnTo>
                <a:lnTo>
                  <a:pt x="803" y="835"/>
                </a:lnTo>
                <a:lnTo>
                  <a:pt x="803" y="834"/>
                </a:lnTo>
                <a:lnTo>
                  <a:pt x="802" y="834"/>
                </a:lnTo>
                <a:lnTo>
                  <a:pt x="801" y="834"/>
                </a:lnTo>
                <a:lnTo>
                  <a:pt x="800" y="834"/>
                </a:lnTo>
                <a:lnTo>
                  <a:pt x="799" y="834"/>
                </a:lnTo>
                <a:lnTo>
                  <a:pt x="798" y="834"/>
                </a:lnTo>
                <a:lnTo>
                  <a:pt x="797" y="833"/>
                </a:lnTo>
                <a:lnTo>
                  <a:pt x="796" y="833"/>
                </a:lnTo>
                <a:lnTo>
                  <a:pt x="795" y="833"/>
                </a:lnTo>
                <a:lnTo>
                  <a:pt x="794" y="833"/>
                </a:lnTo>
                <a:lnTo>
                  <a:pt x="794" y="834"/>
                </a:lnTo>
                <a:lnTo>
                  <a:pt x="792" y="834"/>
                </a:lnTo>
                <a:lnTo>
                  <a:pt x="792" y="833"/>
                </a:lnTo>
                <a:lnTo>
                  <a:pt x="791" y="833"/>
                </a:lnTo>
                <a:lnTo>
                  <a:pt x="790" y="833"/>
                </a:lnTo>
                <a:lnTo>
                  <a:pt x="789" y="833"/>
                </a:lnTo>
                <a:lnTo>
                  <a:pt x="788" y="832"/>
                </a:lnTo>
                <a:lnTo>
                  <a:pt x="787" y="832"/>
                </a:lnTo>
                <a:lnTo>
                  <a:pt x="786" y="831"/>
                </a:lnTo>
                <a:lnTo>
                  <a:pt x="785" y="831"/>
                </a:lnTo>
                <a:lnTo>
                  <a:pt x="784" y="832"/>
                </a:lnTo>
                <a:lnTo>
                  <a:pt x="783" y="833"/>
                </a:lnTo>
                <a:lnTo>
                  <a:pt x="782" y="835"/>
                </a:lnTo>
                <a:lnTo>
                  <a:pt x="781" y="836"/>
                </a:lnTo>
                <a:lnTo>
                  <a:pt x="780" y="836"/>
                </a:lnTo>
                <a:lnTo>
                  <a:pt x="779" y="835"/>
                </a:lnTo>
                <a:lnTo>
                  <a:pt x="779" y="834"/>
                </a:lnTo>
                <a:lnTo>
                  <a:pt x="778" y="834"/>
                </a:lnTo>
                <a:lnTo>
                  <a:pt x="777" y="834"/>
                </a:lnTo>
                <a:lnTo>
                  <a:pt x="776" y="834"/>
                </a:lnTo>
                <a:lnTo>
                  <a:pt x="775" y="833"/>
                </a:lnTo>
                <a:lnTo>
                  <a:pt x="775" y="832"/>
                </a:lnTo>
                <a:lnTo>
                  <a:pt x="775" y="831"/>
                </a:lnTo>
                <a:lnTo>
                  <a:pt x="773" y="831"/>
                </a:lnTo>
                <a:lnTo>
                  <a:pt x="772" y="831"/>
                </a:lnTo>
                <a:lnTo>
                  <a:pt x="771" y="831"/>
                </a:lnTo>
                <a:lnTo>
                  <a:pt x="771" y="832"/>
                </a:lnTo>
                <a:lnTo>
                  <a:pt x="770" y="832"/>
                </a:lnTo>
                <a:lnTo>
                  <a:pt x="768" y="832"/>
                </a:lnTo>
                <a:lnTo>
                  <a:pt x="767" y="831"/>
                </a:lnTo>
                <a:lnTo>
                  <a:pt x="767" y="830"/>
                </a:lnTo>
                <a:lnTo>
                  <a:pt x="767" y="828"/>
                </a:lnTo>
                <a:lnTo>
                  <a:pt x="766" y="828"/>
                </a:lnTo>
                <a:lnTo>
                  <a:pt x="766" y="829"/>
                </a:lnTo>
                <a:lnTo>
                  <a:pt x="765" y="829"/>
                </a:lnTo>
                <a:lnTo>
                  <a:pt x="764" y="828"/>
                </a:lnTo>
                <a:lnTo>
                  <a:pt x="763" y="828"/>
                </a:lnTo>
                <a:lnTo>
                  <a:pt x="763" y="829"/>
                </a:lnTo>
                <a:lnTo>
                  <a:pt x="762" y="829"/>
                </a:lnTo>
                <a:lnTo>
                  <a:pt x="762" y="828"/>
                </a:lnTo>
                <a:lnTo>
                  <a:pt x="761" y="827"/>
                </a:lnTo>
                <a:lnTo>
                  <a:pt x="760" y="827"/>
                </a:lnTo>
                <a:lnTo>
                  <a:pt x="760" y="828"/>
                </a:lnTo>
                <a:lnTo>
                  <a:pt x="759" y="828"/>
                </a:lnTo>
                <a:lnTo>
                  <a:pt x="759" y="829"/>
                </a:lnTo>
                <a:lnTo>
                  <a:pt x="759" y="830"/>
                </a:lnTo>
                <a:lnTo>
                  <a:pt x="758" y="831"/>
                </a:lnTo>
                <a:lnTo>
                  <a:pt x="757" y="831"/>
                </a:lnTo>
                <a:lnTo>
                  <a:pt x="756" y="831"/>
                </a:lnTo>
                <a:lnTo>
                  <a:pt x="756" y="832"/>
                </a:lnTo>
                <a:lnTo>
                  <a:pt x="756" y="833"/>
                </a:lnTo>
                <a:lnTo>
                  <a:pt x="755" y="833"/>
                </a:lnTo>
                <a:lnTo>
                  <a:pt x="754" y="833"/>
                </a:lnTo>
                <a:lnTo>
                  <a:pt x="753" y="834"/>
                </a:lnTo>
                <a:lnTo>
                  <a:pt x="753" y="835"/>
                </a:lnTo>
                <a:lnTo>
                  <a:pt x="753" y="836"/>
                </a:lnTo>
                <a:lnTo>
                  <a:pt x="751" y="837"/>
                </a:lnTo>
                <a:lnTo>
                  <a:pt x="750" y="837"/>
                </a:lnTo>
                <a:lnTo>
                  <a:pt x="749" y="837"/>
                </a:lnTo>
                <a:lnTo>
                  <a:pt x="749" y="838"/>
                </a:lnTo>
                <a:lnTo>
                  <a:pt x="750" y="838"/>
                </a:lnTo>
                <a:lnTo>
                  <a:pt x="750" y="839"/>
                </a:lnTo>
                <a:lnTo>
                  <a:pt x="750" y="840"/>
                </a:lnTo>
                <a:lnTo>
                  <a:pt x="750" y="842"/>
                </a:lnTo>
                <a:lnTo>
                  <a:pt x="750" y="843"/>
                </a:lnTo>
                <a:lnTo>
                  <a:pt x="750" y="844"/>
                </a:lnTo>
                <a:lnTo>
                  <a:pt x="751" y="845"/>
                </a:lnTo>
                <a:lnTo>
                  <a:pt x="751" y="846"/>
                </a:lnTo>
                <a:lnTo>
                  <a:pt x="752" y="847"/>
                </a:lnTo>
                <a:lnTo>
                  <a:pt x="753" y="847"/>
                </a:lnTo>
                <a:lnTo>
                  <a:pt x="754" y="849"/>
                </a:lnTo>
                <a:lnTo>
                  <a:pt x="753" y="850"/>
                </a:lnTo>
                <a:lnTo>
                  <a:pt x="752" y="850"/>
                </a:lnTo>
                <a:lnTo>
                  <a:pt x="752" y="851"/>
                </a:lnTo>
                <a:lnTo>
                  <a:pt x="752" y="852"/>
                </a:lnTo>
                <a:lnTo>
                  <a:pt x="752" y="853"/>
                </a:lnTo>
                <a:lnTo>
                  <a:pt x="753" y="853"/>
                </a:lnTo>
                <a:lnTo>
                  <a:pt x="754" y="854"/>
                </a:lnTo>
                <a:lnTo>
                  <a:pt x="755" y="855"/>
                </a:lnTo>
                <a:lnTo>
                  <a:pt x="756" y="856"/>
                </a:lnTo>
                <a:lnTo>
                  <a:pt x="757" y="856"/>
                </a:lnTo>
                <a:lnTo>
                  <a:pt x="756" y="857"/>
                </a:lnTo>
                <a:lnTo>
                  <a:pt x="757" y="857"/>
                </a:lnTo>
                <a:lnTo>
                  <a:pt x="758" y="858"/>
                </a:lnTo>
                <a:lnTo>
                  <a:pt x="759" y="857"/>
                </a:lnTo>
                <a:lnTo>
                  <a:pt x="760" y="857"/>
                </a:lnTo>
                <a:lnTo>
                  <a:pt x="760" y="858"/>
                </a:lnTo>
                <a:lnTo>
                  <a:pt x="761" y="858"/>
                </a:lnTo>
                <a:lnTo>
                  <a:pt x="761" y="859"/>
                </a:lnTo>
                <a:lnTo>
                  <a:pt x="762" y="859"/>
                </a:lnTo>
                <a:lnTo>
                  <a:pt x="761" y="860"/>
                </a:lnTo>
                <a:lnTo>
                  <a:pt x="760" y="860"/>
                </a:lnTo>
                <a:lnTo>
                  <a:pt x="759" y="860"/>
                </a:lnTo>
                <a:lnTo>
                  <a:pt x="759" y="861"/>
                </a:lnTo>
                <a:lnTo>
                  <a:pt x="758" y="862"/>
                </a:lnTo>
                <a:lnTo>
                  <a:pt x="758" y="863"/>
                </a:lnTo>
                <a:lnTo>
                  <a:pt x="757" y="864"/>
                </a:lnTo>
                <a:lnTo>
                  <a:pt x="757" y="865"/>
                </a:lnTo>
                <a:lnTo>
                  <a:pt x="756" y="865"/>
                </a:lnTo>
                <a:lnTo>
                  <a:pt x="755" y="865"/>
                </a:lnTo>
                <a:lnTo>
                  <a:pt x="754" y="866"/>
                </a:lnTo>
                <a:lnTo>
                  <a:pt x="751" y="868"/>
                </a:lnTo>
                <a:lnTo>
                  <a:pt x="750" y="868"/>
                </a:lnTo>
                <a:lnTo>
                  <a:pt x="749" y="869"/>
                </a:lnTo>
                <a:lnTo>
                  <a:pt x="748" y="869"/>
                </a:lnTo>
                <a:lnTo>
                  <a:pt x="748" y="870"/>
                </a:lnTo>
                <a:lnTo>
                  <a:pt x="748" y="871"/>
                </a:lnTo>
                <a:lnTo>
                  <a:pt x="748" y="872"/>
                </a:lnTo>
                <a:lnTo>
                  <a:pt x="749" y="871"/>
                </a:lnTo>
                <a:lnTo>
                  <a:pt x="750" y="872"/>
                </a:lnTo>
                <a:lnTo>
                  <a:pt x="750" y="873"/>
                </a:lnTo>
                <a:lnTo>
                  <a:pt x="750" y="874"/>
                </a:lnTo>
                <a:lnTo>
                  <a:pt x="752" y="874"/>
                </a:lnTo>
                <a:lnTo>
                  <a:pt x="753" y="874"/>
                </a:lnTo>
                <a:lnTo>
                  <a:pt x="754" y="874"/>
                </a:lnTo>
                <a:lnTo>
                  <a:pt x="755" y="875"/>
                </a:lnTo>
                <a:lnTo>
                  <a:pt x="755" y="874"/>
                </a:lnTo>
                <a:lnTo>
                  <a:pt x="755" y="873"/>
                </a:lnTo>
                <a:lnTo>
                  <a:pt x="756" y="872"/>
                </a:lnTo>
                <a:lnTo>
                  <a:pt x="756" y="871"/>
                </a:lnTo>
                <a:lnTo>
                  <a:pt x="758" y="872"/>
                </a:lnTo>
                <a:lnTo>
                  <a:pt x="758" y="874"/>
                </a:lnTo>
                <a:lnTo>
                  <a:pt x="757" y="874"/>
                </a:lnTo>
                <a:lnTo>
                  <a:pt x="757" y="875"/>
                </a:lnTo>
                <a:lnTo>
                  <a:pt x="755" y="876"/>
                </a:lnTo>
                <a:lnTo>
                  <a:pt x="754" y="876"/>
                </a:lnTo>
                <a:lnTo>
                  <a:pt x="753" y="875"/>
                </a:lnTo>
                <a:lnTo>
                  <a:pt x="752" y="875"/>
                </a:lnTo>
                <a:lnTo>
                  <a:pt x="751" y="875"/>
                </a:lnTo>
                <a:lnTo>
                  <a:pt x="751" y="876"/>
                </a:lnTo>
                <a:lnTo>
                  <a:pt x="751" y="878"/>
                </a:lnTo>
                <a:lnTo>
                  <a:pt x="752" y="877"/>
                </a:lnTo>
                <a:lnTo>
                  <a:pt x="753" y="878"/>
                </a:lnTo>
                <a:lnTo>
                  <a:pt x="752" y="878"/>
                </a:lnTo>
                <a:lnTo>
                  <a:pt x="752" y="879"/>
                </a:lnTo>
                <a:lnTo>
                  <a:pt x="752" y="880"/>
                </a:lnTo>
                <a:lnTo>
                  <a:pt x="753" y="881"/>
                </a:lnTo>
                <a:lnTo>
                  <a:pt x="753" y="882"/>
                </a:lnTo>
                <a:lnTo>
                  <a:pt x="754" y="882"/>
                </a:lnTo>
                <a:lnTo>
                  <a:pt x="754" y="881"/>
                </a:lnTo>
                <a:lnTo>
                  <a:pt x="755" y="881"/>
                </a:lnTo>
                <a:lnTo>
                  <a:pt x="756" y="881"/>
                </a:lnTo>
                <a:lnTo>
                  <a:pt x="756" y="882"/>
                </a:lnTo>
                <a:lnTo>
                  <a:pt x="757" y="884"/>
                </a:lnTo>
                <a:lnTo>
                  <a:pt x="757" y="885"/>
                </a:lnTo>
                <a:lnTo>
                  <a:pt x="758" y="886"/>
                </a:lnTo>
                <a:lnTo>
                  <a:pt x="758" y="887"/>
                </a:lnTo>
                <a:lnTo>
                  <a:pt x="758" y="888"/>
                </a:lnTo>
                <a:lnTo>
                  <a:pt x="759" y="889"/>
                </a:lnTo>
                <a:lnTo>
                  <a:pt x="759" y="890"/>
                </a:lnTo>
                <a:lnTo>
                  <a:pt x="759" y="892"/>
                </a:lnTo>
                <a:lnTo>
                  <a:pt x="759" y="893"/>
                </a:lnTo>
                <a:lnTo>
                  <a:pt x="759" y="894"/>
                </a:lnTo>
                <a:lnTo>
                  <a:pt x="760" y="895"/>
                </a:lnTo>
                <a:lnTo>
                  <a:pt x="761" y="896"/>
                </a:lnTo>
                <a:lnTo>
                  <a:pt x="762" y="896"/>
                </a:lnTo>
                <a:lnTo>
                  <a:pt x="761" y="897"/>
                </a:lnTo>
                <a:lnTo>
                  <a:pt x="761" y="898"/>
                </a:lnTo>
                <a:lnTo>
                  <a:pt x="761" y="899"/>
                </a:lnTo>
                <a:lnTo>
                  <a:pt x="760" y="899"/>
                </a:lnTo>
                <a:lnTo>
                  <a:pt x="760" y="900"/>
                </a:lnTo>
                <a:lnTo>
                  <a:pt x="761" y="900"/>
                </a:lnTo>
                <a:lnTo>
                  <a:pt x="761" y="901"/>
                </a:lnTo>
                <a:lnTo>
                  <a:pt x="761" y="902"/>
                </a:lnTo>
                <a:lnTo>
                  <a:pt x="760" y="902"/>
                </a:lnTo>
                <a:lnTo>
                  <a:pt x="760" y="903"/>
                </a:lnTo>
                <a:lnTo>
                  <a:pt x="761" y="903"/>
                </a:lnTo>
                <a:lnTo>
                  <a:pt x="762" y="904"/>
                </a:lnTo>
                <a:lnTo>
                  <a:pt x="762" y="905"/>
                </a:lnTo>
                <a:lnTo>
                  <a:pt x="762" y="906"/>
                </a:lnTo>
                <a:lnTo>
                  <a:pt x="762" y="907"/>
                </a:lnTo>
                <a:lnTo>
                  <a:pt x="761" y="908"/>
                </a:lnTo>
                <a:lnTo>
                  <a:pt x="761" y="910"/>
                </a:lnTo>
                <a:lnTo>
                  <a:pt x="762" y="910"/>
                </a:lnTo>
                <a:lnTo>
                  <a:pt x="762" y="911"/>
                </a:lnTo>
                <a:lnTo>
                  <a:pt x="762" y="912"/>
                </a:lnTo>
                <a:lnTo>
                  <a:pt x="762" y="915"/>
                </a:lnTo>
                <a:lnTo>
                  <a:pt x="761" y="914"/>
                </a:lnTo>
                <a:lnTo>
                  <a:pt x="760" y="913"/>
                </a:lnTo>
                <a:lnTo>
                  <a:pt x="759" y="913"/>
                </a:lnTo>
                <a:lnTo>
                  <a:pt x="758" y="914"/>
                </a:lnTo>
                <a:lnTo>
                  <a:pt x="758" y="915"/>
                </a:lnTo>
                <a:lnTo>
                  <a:pt x="757" y="915"/>
                </a:lnTo>
                <a:lnTo>
                  <a:pt x="756" y="915"/>
                </a:lnTo>
                <a:lnTo>
                  <a:pt x="755" y="915"/>
                </a:lnTo>
                <a:lnTo>
                  <a:pt x="754" y="916"/>
                </a:lnTo>
                <a:lnTo>
                  <a:pt x="754" y="917"/>
                </a:lnTo>
                <a:lnTo>
                  <a:pt x="754" y="918"/>
                </a:lnTo>
                <a:lnTo>
                  <a:pt x="755" y="919"/>
                </a:lnTo>
                <a:lnTo>
                  <a:pt x="754" y="919"/>
                </a:lnTo>
                <a:lnTo>
                  <a:pt x="755" y="921"/>
                </a:lnTo>
                <a:lnTo>
                  <a:pt x="755" y="923"/>
                </a:lnTo>
                <a:lnTo>
                  <a:pt x="755" y="924"/>
                </a:lnTo>
                <a:lnTo>
                  <a:pt x="755" y="925"/>
                </a:lnTo>
                <a:lnTo>
                  <a:pt x="754" y="926"/>
                </a:lnTo>
                <a:lnTo>
                  <a:pt x="753" y="927"/>
                </a:lnTo>
                <a:lnTo>
                  <a:pt x="752" y="928"/>
                </a:lnTo>
                <a:lnTo>
                  <a:pt x="751" y="929"/>
                </a:lnTo>
                <a:lnTo>
                  <a:pt x="750" y="930"/>
                </a:lnTo>
                <a:lnTo>
                  <a:pt x="750" y="931"/>
                </a:lnTo>
                <a:lnTo>
                  <a:pt x="749" y="932"/>
                </a:lnTo>
                <a:lnTo>
                  <a:pt x="748" y="933"/>
                </a:lnTo>
                <a:lnTo>
                  <a:pt x="748" y="934"/>
                </a:lnTo>
                <a:lnTo>
                  <a:pt x="747" y="934"/>
                </a:lnTo>
                <a:lnTo>
                  <a:pt x="747" y="935"/>
                </a:lnTo>
                <a:lnTo>
                  <a:pt x="746" y="936"/>
                </a:lnTo>
                <a:lnTo>
                  <a:pt x="746" y="937"/>
                </a:lnTo>
                <a:lnTo>
                  <a:pt x="745" y="937"/>
                </a:lnTo>
                <a:lnTo>
                  <a:pt x="745" y="936"/>
                </a:lnTo>
                <a:lnTo>
                  <a:pt x="744" y="936"/>
                </a:lnTo>
                <a:lnTo>
                  <a:pt x="743" y="935"/>
                </a:lnTo>
                <a:lnTo>
                  <a:pt x="743" y="936"/>
                </a:lnTo>
                <a:lnTo>
                  <a:pt x="742" y="936"/>
                </a:lnTo>
                <a:lnTo>
                  <a:pt x="741" y="937"/>
                </a:lnTo>
                <a:lnTo>
                  <a:pt x="741" y="938"/>
                </a:lnTo>
                <a:lnTo>
                  <a:pt x="741" y="939"/>
                </a:lnTo>
                <a:lnTo>
                  <a:pt x="742" y="940"/>
                </a:lnTo>
                <a:lnTo>
                  <a:pt x="743" y="940"/>
                </a:lnTo>
                <a:lnTo>
                  <a:pt x="743" y="941"/>
                </a:lnTo>
                <a:lnTo>
                  <a:pt x="743" y="942"/>
                </a:lnTo>
                <a:lnTo>
                  <a:pt x="742" y="942"/>
                </a:lnTo>
                <a:lnTo>
                  <a:pt x="741" y="942"/>
                </a:lnTo>
                <a:lnTo>
                  <a:pt x="740" y="942"/>
                </a:lnTo>
                <a:lnTo>
                  <a:pt x="739" y="943"/>
                </a:lnTo>
                <a:lnTo>
                  <a:pt x="739" y="944"/>
                </a:lnTo>
                <a:lnTo>
                  <a:pt x="739" y="946"/>
                </a:lnTo>
                <a:lnTo>
                  <a:pt x="739" y="947"/>
                </a:lnTo>
                <a:lnTo>
                  <a:pt x="739" y="948"/>
                </a:lnTo>
                <a:lnTo>
                  <a:pt x="739" y="949"/>
                </a:lnTo>
                <a:lnTo>
                  <a:pt x="740" y="949"/>
                </a:lnTo>
                <a:lnTo>
                  <a:pt x="741" y="950"/>
                </a:lnTo>
                <a:lnTo>
                  <a:pt x="742" y="951"/>
                </a:lnTo>
                <a:lnTo>
                  <a:pt x="742" y="952"/>
                </a:lnTo>
                <a:lnTo>
                  <a:pt x="742" y="953"/>
                </a:lnTo>
                <a:lnTo>
                  <a:pt x="743" y="954"/>
                </a:lnTo>
                <a:lnTo>
                  <a:pt x="743" y="955"/>
                </a:lnTo>
                <a:lnTo>
                  <a:pt x="743" y="956"/>
                </a:lnTo>
                <a:lnTo>
                  <a:pt x="743" y="957"/>
                </a:lnTo>
                <a:lnTo>
                  <a:pt x="742" y="958"/>
                </a:lnTo>
                <a:lnTo>
                  <a:pt x="743" y="958"/>
                </a:lnTo>
                <a:lnTo>
                  <a:pt x="742" y="959"/>
                </a:lnTo>
                <a:lnTo>
                  <a:pt x="741" y="959"/>
                </a:lnTo>
                <a:lnTo>
                  <a:pt x="741" y="960"/>
                </a:lnTo>
                <a:lnTo>
                  <a:pt x="740" y="961"/>
                </a:lnTo>
                <a:lnTo>
                  <a:pt x="740" y="962"/>
                </a:lnTo>
                <a:lnTo>
                  <a:pt x="739" y="961"/>
                </a:lnTo>
                <a:lnTo>
                  <a:pt x="739" y="962"/>
                </a:lnTo>
                <a:lnTo>
                  <a:pt x="739" y="964"/>
                </a:lnTo>
                <a:lnTo>
                  <a:pt x="739" y="965"/>
                </a:lnTo>
                <a:lnTo>
                  <a:pt x="738" y="966"/>
                </a:lnTo>
                <a:lnTo>
                  <a:pt x="737" y="966"/>
                </a:lnTo>
                <a:lnTo>
                  <a:pt x="736" y="966"/>
                </a:lnTo>
                <a:lnTo>
                  <a:pt x="734" y="968"/>
                </a:lnTo>
                <a:lnTo>
                  <a:pt x="735" y="969"/>
                </a:lnTo>
                <a:lnTo>
                  <a:pt x="734" y="969"/>
                </a:lnTo>
                <a:lnTo>
                  <a:pt x="734" y="970"/>
                </a:lnTo>
                <a:lnTo>
                  <a:pt x="733" y="970"/>
                </a:lnTo>
                <a:lnTo>
                  <a:pt x="733" y="971"/>
                </a:lnTo>
                <a:lnTo>
                  <a:pt x="733" y="972"/>
                </a:lnTo>
                <a:lnTo>
                  <a:pt x="732" y="973"/>
                </a:lnTo>
                <a:lnTo>
                  <a:pt x="732" y="974"/>
                </a:lnTo>
                <a:lnTo>
                  <a:pt x="732" y="975"/>
                </a:lnTo>
                <a:lnTo>
                  <a:pt x="731" y="975"/>
                </a:lnTo>
                <a:lnTo>
                  <a:pt x="730" y="976"/>
                </a:lnTo>
                <a:lnTo>
                  <a:pt x="730" y="978"/>
                </a:lnTo>
                <a:lnTo>
                  <a:pt x="729" y="978"/>
                </a:lnTo>
                <a:lnTo>
                  <a:pt x="729" y="979"/>
                </a:lnTo>
                <a:lnTo>
                  <a:pt x="729" y="980"/>
                </a:lnTo>
                <a:lnTo>
                  <a:pt x="727" y="981"/>
                </a:lnTo>
                <a:lnTo>
                  <a:pt x="726" y="981"/>
                </a:lnTo>
                <a:lnTo>
                  <a:pt x="726" y="980"/>
                </a:lnTo>
                <a:lnTo>
                  <a:pt x="725" y="979"/>
                </a:lnTo>
                <a:lnTo>
                  <a:pt x="724" y="979"/>
                </a:lnTo>
                <a:lnTo>
                  <a:pt x="723" y="979"/>
                </a:lnTo>
                <a:lnTo>
                  <a:pt x="722" y="979"/>
                </a:lnTo>
                <a:lnTo>
                  <a:pt x="721" y="980"/>
                </a:lnTo>
                <a:lnTo>
                  <a:pt x="721" y="981"/>
                </a:lnTo>
                <a:lnTo>
                  <a:pt x="720" y="981"/>
                </a:lnTo>
                <a:lnTo>
                  <a:pt x="719" y="981"/>
                </a:lnTo>
                <a:lnTo>
                  <a:pt x="718" y="982"/>
                </a:lnTo>
                <a:lnTo>
                  <a:pt x="717" y="982"/>
                </a:lnTo>
                <a:lnTo>
                  <a:pt x="715" y="983"/>
                </a:lnTo>
                <a:lnTo>
                  <a:pt x="715" y="984"/>
                </a:lnTo>
                <a:lnTo>
                  <a:pt x="715" y="985"/>
                </a:lnTo>
                <a:lnTo>
                  <a:pt x="714" y="986"/>
                </a:lnTo>
                <a:lnTo>
                  <a:pt x="714" y="987"/>
                </a:lnTo>
                <a:lnTo>
                  <a:pt x="713" y="987"/>
                </a:lnTo>
                <a:lnTo>
                  <a:pt x="713" y="988"/>
                </a:lnTo>
                <a:lnTo>
                  <a:pt x="713" y="989"/>
                </a:lnTo>
                <a:lnTo>
                  <a:pt x="712" y="989"/>
                </a:lnTo>
                <a:lnTo>
                  <a:pt x="711" y="991"/>
                </a:lnTo>
                <a:lnTo>
                  <a:pt x="710" y="993"/>
                </a:lnTo>
                <a:lnTo>
                  <a:pt x="710" y="994"/>
                </a:lnTo>
                <a:lnTo>
                  <a:pt x="708" y="995"/>
                </a:lnTo>
                <a:lnTo>
                  <a:pt x="707" y="995"/>
                </a:lnTo>
                <a:lnTo>
                  <a:pt x="707" y="996"/>
                </a:lnTo>
                <a:lnTo>
                  <a:pt x="706" y="996"/>
                </a:lnTo>
                <a:lnTo>
                  <a:pt x="706" y="997"/>
                </a:lnTo>
                <a:lnTo>
                  <a:pt x="704" y="998"/>
                </a:lnTo>
                <a:lnTo>
                  <a:pt x="704" y="999"/>
                </a:lnTo>
                <a:lnTo>
                  <a:pt x="704" y="1001"/>
                </a:lnTo>
                <a:lnTo>
                  <a:pt x="704" y="1002"/>
                </a:lnTo>
                <a:lnTo>
                  <a:pt x="704" y="1003"/>
                </a:lnTo>
                <a:lnTo>
                  <a:pt x="705" y="1004"/>
                </a:lnTo>
                <a:lnTo>
                  <a:pt x="705" y="1005"/>
                </a:lnTo>
                <a:lnTo>
                  <a:pt x="705" y="1006"/>
                </a:lnTo>
                <a:lnTo>
                  <a:pt x="705" y="1007"/>
                </a:lnTo>
                <a:lnTo>
                  <a:pt x="705" y="1008"/>
                </a:lnTo>
                <a:lnTo>
                  <a:pt x="705" y="1009"/>
                </a:lnTo>
                <a:lnTo>
                  <a:pt x="705" y="1010"/>
                </a:lnTo>
                <a:lnTo>
                  <a:pt x="704" y="1010"/>
                </a:lnTo>
                <a:lnTo>
                  <a:pt x="703" y="1010"/>
                </a:lnTo>
                <a:lnTo>
                  <a:pt x="703" y="1011"/>
                </a:lnTo>
                <a:lnTo>
                  <a:pt x="702" y="1012"/>
                </a:lnTo>
                <a:lnTo>
                  <a:pt x="701" y="1012"/>
                </a:lnTo>
                <a:lnTo>
                  <a:pt x="701" y="1011"/>
                </a:lnTo>
                <a:lnTo>
                  <a:pt x="700" y="1011"/>
                </a:lnTo>
                <a:lnTo>
                  <a:pt x="699" y="1011"/>
                </a:lnTo>
                <a:lnTo>
                  <a:pt x="699" y="1012"/>
                </a:lnTo>
                <a:lnTo>
                  <a:pt x="699" y="1013"/>
                </a:lnTo>
                <a:lnTo>
                  <a:pt x="698" y="1013"/>
                </a:lnTo>
                <a:lnTo>
                  <a:pt x="698" y="1012"/>
                </a:lnTo>
                <a:lnTo>
                  <a:pt x="697" y="1012"/>
                </a:lnTo>
                <a:lnTo>
                  <a:pt x="696" y="1012"/>
                </a:lnTo>
                <a:lnTo>
                  <a:pt x="696" y="1011"/>
                </a:lnTo>
                <a:lnTo>
                  <a:pt x="695" y="1012"/>
                </a:lnTo>
                <a:lnTo>
                  <a:pt x="695" y="1013"/>
                </a:lnTo>
                <a:lnTo>
                  <a:pt x="695" y="1014"/>
                </a:lnTo>
                <a:lnTo>
                  <a:pt x="694" y="1014"/>
                </a:lnTo>
                <a:lnTo>
                  <a:pt x="694" y="1015"/>
                </a:lnTo>
                <a:lnTo>
                  <a:pt x="693" y="1014"/>
                </a:lnTo>
                <a:lnTo>
                  <a:pt x="691" y="1013"/>
                </a:lnTo>
                <a:lnTo>
                  <a:pt x="690" y="1013"/>
                </a:lnTo>
                <a:lnTo>
                  <a:pt x="690" y="1014"/>
                </a:lnTo>
                <a:lnTo>
                  <a:pt x="689" y="1014"/>
                </a:lnTo>
                <a:lnTo>
                  <a:pt x="688" y="1014"/>
                </a:lnTo>
                <a:lnTo>
                  <a:pt x="687" y="1014"/>
                </a:lnTo>
                <a:lnTo>
                  <a:pt x="686" y="1014"/>
                </a:lnTo>
                <a:lnTo>
                  <a:pt x="685" y="1015"/>
                </a:lnTo>
                <a:lnTo>
                  <a:pt x="686" y="1015"/>
                </a:lnTo>
                <a:lnTo>
                  <a:pt x="685" y="1016"/>
                </a:lnTo>
                <a:lnTo>
                  <a:pt x="684" y="1016"/>
                </a:lnTo>
                <a:lnTo>
                  <a:pt x="684" y="1017"/>
                </a:lnTo>
                <a:lnTo>
                  <a:pt x="684" y="1018"/>
                </a:lnTo>
                <a:lnTo>
                  <a:pt x="683" y="1019"/>
                </a:lnTo>
                <a:lnTo>
                  <a:pt x="683" y="1020"/>
                </a:lnTo>
                <a:lnTo>
                  <a:pt x="682" y="1021"/>
                </a:lnTo>
                <a:lnTo>
                  <a:pt x="681" y="1021"/>
                </a:lnTo>
                <a:lnTo>
                  <a:pt x="681" y="1022"/>
                </a:lnTo>
                <a:lnTo>
                  <a:pt x="680" y="1022"/>
                </a:lnTo>
                <a:lnTo>
                  <a:pt x="680" y="1021"/>
                </a:lnTo>
                <a:lnTo>
                  <a:pt x="679" y="1021"/>
                </a:lnTo>
                <a:lnTo>
                  <a:pt x="678" y="1021"/>
                </a:lnTo>
                <a:lnTo>
                  <a:pt x="677" y="1019"/>
                </a:lnTo>
                <a:lnTo>
                  <a:pt x="677" y="1018"/>
                </a:lnTo>
                <a:lnTo>
                  <a:pt x="676" y="1018"/>
                </a:lnTo>
                <a:lnTo>
                  <a:pt x="675" y="1018"/>
                </a:lnTo>
                <a:lnTo>
                  <a:pt x="675" y="1019"/>
                </a:lnTo>
                <a:lnTo>
                  <a:pt x="674" y="1019"/>
                </a:lnTo>
                <a:lnTo>
                  <a:pt x="674" y="1018"/>
                </a:lnTo>
                <a:lnTo>
                  <a:pt x="673" y="1018"/>
                </a:lnTo>
                <a:lnTo>
                  <a:pt x="673" y="1019"/>
                </a:lnTo>
                <a:lnTo>
                  <a:pt x="673" y="1022"/>
                </a:lnTo>
                <a:lnTo>
                  <a:pt x="674" y="1024"/>
                </a:lnTo>
                <a:lnTo>
                  <a:pt x="675" y="1025"/>
                </a:lnTo>
                <a:lnTo>
                  <a:pt x="675" y="1026"/>
                </a:lnTo>
                <a:lnTo>
                  <a:pt x="675" y="1027"/>
                </a:lnTo>
                <a:lnTo>
                  <a:pt x="676" y="1028"/>
                </a:lnTo>
                <a:lnTo>
                  <a:pt x="676" y="1029"/>
                </a:lnTo>
                <a:lnTo>
                  <a:pt x="676" y="1030"/>
                </a:lnTo>
                <a:lnTo>
                  <a:pt x="676" y="1031"/>
                </a:lnTo>
                <a:lnTo>
                  <a:pt x="676" y="1033"/>
                </a:lnTo>
                <a:lnTo>
                  <a:pt x="676" y="1034"/>
                </a:lnTo>
                <a:lnTo>
                  <a:pt x="675" y="1034"/>
                </a:lnTo>
                <a:lnTo>
                  <a:pt x="673" y="1035"/>
                </a:lnTo>
                <a:lnTo>
                  <a:pt x="672" y="1035"/>
                </a:lnTo>
                <a:lnTo>
                  <a:pt x="672" y="1034"/>
                </a:lnTo>
                <a:lnTo>
                  <a:pt x="671" y="1033"/>
                </a:lnTo>
                <a:lnTo>
                  <a:pt x="670" y="1033"/>
                </a:lnTo>
                <a:lnTo>
                  <a:pt x="670" y="1034"/>
                </a:lnTo>
                <a:lnTo>
                  <a:pt x="669" y="1034"/>
                </a:lnTo>
                <a:lnTo>
                  <a:pt x="668" y="1033"/>
                </a:lnTo>
                <a:lnTo>
                  <a:pt x="667" y="1034"/>
                </a:lnTo>
                <a:lnTo>
                  <a:pt x="666" y="1034"/>
                </a:lnTo>
                <a:lnTo>
                  <a:pt x="664" y="1033"/>
                </a:lnTo>
                <a:lnTo>
                  <a:pt x="664" y="1034"/>
                </a:lnTo>
                <a:lnTo>
                  <a:pt x="663" y="1035"/>
                </a:lnTo>
                <a:lnTo>
                  <a:pt x="662" y="1035"/>
                </a:lnTo>
                <a:lnTo>
                  <a:pt x="661" y="1035"/>
                </a:lnTo>
                <a:lnTo>
                  <a:pt x="660" y="1035"/>
                </a:lnTo>
                <a:lnTo>
                  <a:pt x="660" y="1036"/>
                </a:lnTo>
                <a:lnTo>
                  <a:pt x="659" y="1037"/>
                </a:lnTo>
                <a:lnTo>
                  <a:pt x="659" y="1038"/>
                </a:lnTo>
                <a:lnTo>
                  <a:pt x="658" y="1041"/>
                </a:lnTo>
                <a:lnTo>
                  <a:pt x="658" y="1042"/>
                </a:lnTo>
                <a:lnTo>
                  <a:pt x="657" y="1043"/>
                </a:lnTo>
                <a:lnTo>
                  <a:pt x="656" y="1043"/>
                </a:lnTo>
                <a:lnTo>
                  <a:pt x="656" y="1042"/>
                </a:lnTo>
                <a:lnTo>
                  <a:pt x="655" y="1042"/>
                </a:lnTo>
                <a:lnTo>
                  <a:pt x="655" y="1041"/>
                </a:lnTo>
                <a:lnTo>
                  <a:pt x="654" y="1041"/>
                </a:lnTo>
                <a:lnTo>
                  <a:pt x="653" y="1041"/>
                </a:lnTo>
                <a:lnTo>
                  <a:pt x="652" y="1041"/>
                </a:lnTo>
                <a:lnTo>
                  <a:pt x="651" y="1041"/>
                </a:lnTo>
                <a:lnTo>
                  <a:pt x="650" y="1041"/>
                </a:lnTo>
                <a:lnTo>
                  <a:pt x="649" y="1040"/>
                </a:lnTo>
                <a:lnTo>
                  <a:pt x="648" y="1040"/>
                </a:lnTo>
                <a:lnTo>
                  <a:pt x="646" y="1040"/>
                </a:lnTo>
                <a:lnTo>
                  <a:pt x="646" y="1038"/>
                </a:lnTo>
                <a:lnTo>
                  <a:pt x="644" y="1036"/>
                </a:lnTo>
                <a:lnTo>
                  <a:pt x="644" y="1035"/>
                </a:lnTo>
                <a:lnTo>
                  <a:pt x="643" y="1034"/>
                </a:lnTo>
                <a:lnTo>
                  <a:pt x="644" y="1034"/>
                </a:lnTo>
                <a:lnTo>
                  <a:pt x="645" y="1034"/>
                </a:lnTo>
                <a:lnTo>
                  <a:pt x="645" y="1033"/>
                </a:lnTo>
                <a:lnTo>
                  <a:pt x="644" y="1032"/>
                </a:lnTo>
                <a:lnTo>
                  <a:pt x="644" y="1031"/>
                </a:lnTo>
                <a:lnTo>
                  <a:pt x="644" y="1030"/>
                </a:lnTo>
                <a:lnTo>
                  <a:pt x="644" y="1029"/>
                </a:lnTo>
                <a:lnTo>
                  <a:pt x="643" y="1029"/>
                </a:lnTo>
                <a:lnTo>
                  <a:pt x="642" y="1029"/>
                </a:lnTo>
                <a:lnTo>
                  <a:pt x="641" y="1028"/>
                </a:lnTo>
                <a:lnTo>
                  <a:pt x="641" y="1027"/>
                </a:lnTo>
                <a:lnTo>
                  <a:pt x="642" y="1027"/>
                </a:lnTo>
                <a:lnTo>
                  <a:pt x="642" y="1026"/>
                </a:lnTo>
                <a:lnTo>
                  <a:pt x="643" y="1025"/>
                </a:lnTo>
                <a:lnTo>
                  <a:pt x="644" y="1024"/>
                </a:lnTo>
                <a:lnTo>
                  <a:pt x="644" y="1023"/>
                </a:lnTo>
                <a:lnTo>
                  <a:pt x="643" y="1022"/>
                </a:lnTo>
                <a:lnTo>
                  <a:pt x="643" y="1021"/>
                </a:lnTo>
                <a:lnTo>
                  <a:pt x="642" y="1019"/>
                </a:lnTo>
                <a:lnTo>
                  <a:pt x="641" y="1019"/>
                </a:lnTo>
                <a:lnTo>
                  <a:pt x="641" y="1020"/>
                </a:lnTo>
                <a:lnTo>
                  <a:pt x="640" y="1019"/>
                </a:lnTo>
                <a:lnTo>
                  <a:pt x="639" y="1019"/>
                </a:lnTo>
                <a:lnTo>
                  <a:pt x="639" y="1018"/>
                </a:lnTo>
                <a:lnTo>
                  <a:pt x="638" y="1018"/>
                </a:lnTo>
                <a:lnTo>
                  <a:pt x="637" y="1018"/>
                </a:lnTo>
                <a:lnTo>
                  <a:pt x="637" y="1017"/>
                </a:lnTo>
                <a:lnTo>
                  <a:pt x="637" y="1016"/>
                </a:lnTo>
                <a:lnTo>
                  <a:pt x="636" y="1015"/>
                </a:lnTo>
                <a:lnTo>
                  <a:pt x="635" y="1015"/>
                </a:lnTo>
                <a:lnTo>
                  <a:pt x="634" y="1016"/>
                </a:lnTo>
                <a:lnTo>
                  <a:pt x="633" y="1016"/>
                </a:lnTo>
                <a:lnTo>
                  <a:pt x="632" y="1015"/>
                </a:lnTo>
                <a:lnTo>
                  <a:pt x="631" y="1015"/>
                </a:lnTo>
                <a:lnTo>
                  <a:pt x="630" y="1016"/>
                </a:lnTo>
                <a:lnTo>
                  <a:pt x="628" y="1016"/>
                </a:lnTo>
                <a:lnTo>
                  <a:pt x="626" y="1014"/>
                </a:lnTo>
                <a:lnTo>
                  <a:pt x="626" y="1013"/>
                </a:lnTo>
                <a:lnTo>
                  <a:pt x="626" y="1012"/>
                </a:lnTo>
                <a:lnTo>
                  <a:pt x="625" y="1012"/>
                </a:lnTo>
                <a:lnTo>
                  <a:pt x="624" y="1011"/>
                </a:lnTo>
                <a:lnTo>
                  <a:pt x="623" y="1010"/>
                </a:lnTo>
                <a:lnTo>
                  <a:pt x="622" y="1009"/>
                </a:lnTo>
                <a:lnTo>
                  <a:pt x="620" y="1009"/>
                </a:lnTo>
                <a:lnTo>
                  <a:pt x="619" y="1009"/>
                </a:lnTo>
                <a:lnTo>
                  <a:pt x="618" y="1010"/>
                </a:lnTo>
                <a:lnTo>
                  <a:pt x="617" y="1009"/>
                </a:lnTo>
                <a:lnTo>
                  <a:pt x="617" y="1010"/>
                </a:lnTo>
                <a:lnTo>
                  <a:pt x="616" y="1010"/>
                </a:lnTo>
                <a:lnTo>
                  <a:pt x="616" y="1011"/>
                </a:lnTo>
                <a:lnTo>
                  <a:pt x="616" y="1012"/>
                </a:lnTo>
                <a:lnTo>
                  <a:pt x="615" y="1013"/>
                </a:lnTo>
                <a:lnTo>
                  <a:pt x="614" y="1013"/>
                </a:lnTo>
                <a:lnTo>
                  <a:pt x="613" y="1012"/>
                </a:lnTo>
                <a:lnTo>
                  <a:pt x="610" y="1012"/>
                </a:lnTo>
                <a:lnTo>
                  <a:pt x="609" y="1012"/>
                </a:lnTo>
                <a:lnTo>
                  <a:pt x="609" y="1013"/>
                </a:lnTo>
                <a:lnTo>
                  <a:pt x="609" y="1014"/>
                </a:lnTo>
                <a:lnTo>
                  <a:pt x="608" y="1015"/>
                </a:lnTo>
                <a:lnTo>
                  <a:pt x="608" y="1016"/>
                </a:lnTo>
                <a:lnTo>
                  <a:pt x="607" y="1016"/>
                </a:lnTo>
                <a:lnTo>
                  <a:pt x="606" y="1015"/>
                </a:lnTo>
                <a:lnTo>
                  <a:pt x="603" y="1015"/>
                </a:lnTo>
                <a:lnTo>
                  <a:pt x="603" y="1016"/>
                </a:lnTo>
                <a:lnTo>
                  <a:pt x="602" y="1017"/>
                </a:lnTo>
                <a:lnTo>
                  <a:pt x="601" y="1017"/>
                </a:lnTo>
                <a:lnTo>
                  <a:pt x="600" y="1017"/>
                </a:lnTo>
                <a:lnTo>
                  <a:pt x="600" y="1018"/>
                </a:lnTo>
                <a:lnTo>
                  <a:pt x="599" y="1018"/>
                </a:lnTo>
                <a:lnTo>
                  <a:pt x="598" y="1018"/>
                </a:lnTo>
                <a:lnTo>
                  <a:pt x="598" y="1019"/>
                </a:lnTo>
                <a:lnTo>
                  <a:pt x="597" y="1019"/>
                </a:lnTo>
                <a:lnTo>
                  <a:pt x="596" y="1018"/>
                </a:lnTo>
                <a:lnTo>
                  <a:pt x="596" y="1017"/>
                </a:lnTo>
                <a:lnTo>
                  <a:pt x="596" y="1016"/>
                </a:lnTo>
                <a:lnTo>
                  <a:pt x="596" y="1017"/>
                </a:lnTo>
                <a:lnTo>
                  <a:pt x="595" y="1017"/>
                </a:lnTo>
                <a:lnTo>
                  <a:pt x="594" y="1017"/>
                </a:lnTo>
                <a:lnTo>
                  <a:pt x="594" y="1016"/>
                </a:lnTo>
                <a:lnTo>
                  <a:pt x="594" y="1015"/>
                </a:lnTo>
                <a:lnTo>
                  <a:pt x="593" y="1015"/>
                </a:lnTo>
                <a:lnTo>
                  <a:pt x="592" y="1015"/>
                </a:lnTo>
                <a:lnTo>
                  <a:pt x="591" y="1016"/>
                </a:lnTo>
                <a:lnTo>
                  <a:pt x="590" y="1016"/>
                </a:lnTo>
                <a:lnTo>
                  <a:pt x="589" y="1016"/>
                </a:lnTo>
                <a:lnTo>
                  <a:pt x="588" y="1016"/>
                </a:lnTo>
                <a:lnTo>
                  <a:pt x="587" y="1015"/>
                </a:lnTo>
                <a:lnTo>
                  <a:pt x="586" y="1015"/>
                </a:lnTo>
                <a:lnTo>
                  <a:pt x="586" y="1014"/>
                </a:lnTo>
                <a:lnTo>
                  <a:pt x="585" y="1014"/>
                </a:lnTo>
                <a:lnTo>
                  <a:pt x="584" y="1014"/>
                </a:lnTo>
                <a:lnTo>
                  <a:pt x="583" y="1015"/>
                </a:lnTo>
                <a:lnTo>
                  <a:pt x="582" y="1015"/>
                </a:lnTo>
                <a:lnTo>
                  <a:pt x="581" y="1016"/>
                </a:lnTo>
                <a:lnTo>
                  <a:pt x="580" y="1017"/>
                </a:lnTo>
                <a:lnTo>
                  <a:pt x="580" y="1018"/>
                </a:lnTo>
                <a:lnTo>
                  <a:pt x="578" y="1018"/>
                </a:lnTo>
                <a:lnTo>
                  <a:pt x="579" y="1016"/>
                </a:lnTo>
                <a:lnTo>
                  <a:pt x="578" y="1016"/>
                </a:lnTo>
                <a:lnTo>
                  <a:pt x="578" y="1015"/>
                </a:lnTo>
                <a:lnTo>
                  <a:pt x="577" y="1015"/>
                </a:lnTo>
                <a:lnTo>
                  <a:pt x="577" y="1016"/>
                </a:lnTo>
                <a:lnTo>
                  <a:pt x="577" y="1017"/>
                </a:lnTo>
                <a:lnTo>
                  <a:pt x="577" y="1018"/>
                </a:lnTo>
                <a:lnTo>
                  <a:pt x="577" y="1019"/>
                </a:lnTo>
                <a:lnTo>
                  <a:pt x="575" y="1019"/>
                </a:lnTo>
                <a:lnTo>
                  <a:pt x="575" y="1018"/>
                </a:lnTo>
                <a:lnTo>
                  <a:pt x="574" y="1018"/>
                </a:lnTo>
                <a:lnTo>
                  <a:pt x="574" y="1019"/>
                </a:lnTo>
                <a:lnTo>
                  <a:pt x="573" y="1019"/>
                </a:lnTo>
                <a:lnTo>
                  <a:pt x="572" y="1020"/>
                </a:lnTo>
                <a:lnTo>
                  <a:pt x="572" y="1021"/>
                </a:lnTo>
                <a:lnTo>
                  <a:pt x="571" y="1021"/>
                </a:lnTo>
                <a:lnTo>
                  <a:pt x="570" y="1021"/>
                </a:lnTo>
                <a:lnTo>
                  <a:pt x="570" y="1020"/>
                </a:lnTo>
                <a:lnTo>
                  <a:pt x="568" y="1019"/>
                </a:lnTo>
                <a:lnTo>
                  <a:pt x="567" y="1019"/>
                </a:lnTo>
                <a:lnTo>
                  <a:pt x="567" y="1020"/>
                </a:lnTo>
                <a:lnTo>
                  <a:pt x="567" y="1021"/>
                </a:lnTo>
                <a:lnTo>
                  <a:pt x="565" y="1020"/>
                </a:lnTo>
                <a:lnTo>
                  <a:pt x="565" y="1021"/>
                </a:lnTo>
                <a:lnTo>
                  <a:pt x="564" y="1021"/>
                </a:lnTo>
                <a:lnTo>
                  <a:pt x="563" y="1021"/>
                </a:lnTo>
                <a:lnTo>
                  <a:pt x="563" y="1020"/>
                </a:lnTo>
                <a:lnTo>
                  <a:pt x="562" y="1019"/>
                </a:lnTo>
                <a:lnTo>
                  <a:pt x="561" y="1018"/>
                </a:lnTo>
                <a:lnTo>
                  <a:pt x="562" y="1017"/>
                </a:lnTo>
                <a:lnTo>
                  <a:pt x="562" y="1015"/>
                </a:lnTo>
                <a:lnTo>
                  <a:pt x="561" y="1013"/>
                </a:lnTo>
                <a:lnTo>
                  <a:pt x="560" y="1013"/>
                </a:lnTo>
                <a:lnTo>
                  <a:pt x="559" y="1013"/>
                </a:lnTo>
                <a:lnTo>
                  <a:pt x="558" y="1013"/>
                </a:lnTo>
                <a:lnTo>
                  <a:pt x="558" y="1012"/>
                </a:lnTo>
                <a:lnTo>
                  <a:pt x="557" y="1010"/>
                </a:lnTo>
                <a:lnTo>
                  <a:pt x="556" y="1010"/>
                </a:lnTo>
                <a:lnTo>
                  <a:pt x="555" y="1010"/>
                </a:lnTo>
                <a:lnTo>
                  <a:pt x="554" y="1009"/>
                </a:lnTo>
                <a:lnTo>
                  <a:pt x="553" y="1010"/>
                </a:lnTo>
                <a:lnTo>
                  <a:pt x="552" y="1011"/>
                </a:lnTo>
                <a:lnTo>
                  <a:pt x="551" y="1012"/>
                </a:lnTo>
                <a:lnTo>
                  <a:pt x="551" y="1013"/>
                </a:lnTo>
                <a:lnTo>
                  <a:pt x="549" y="1015"/>
                </a:lnTo>
                <a:lnTo>
                  <a:pt x="548" y="1015"/>
                </a:lnTo>
                <a:lnTo>
                  <a:pt x="548" y="1016"/>
                </a:lnTo>
                <a:lnTo>
                  <a:pt x="547" y="1016"/>
                </a:lnTo>
                <a:lnTo>
                  <a:pt x="547" y="1017"/>
                </a:lnTo>
                <a:lnTo>
                  <a:pt x="546" y="1017"/>
                </a:lnTo>
                <a:lnTo>
                  <a:pt x="545" y="1017"/>
                </a:lnTo>
                <a:lnTo>
                  <a:pt x="545" y="1016"/>
                </a:lnTo>
                <a:lnTo>
                  <a:pt x="544" y="1015"/>
                </a:lnTo>
                <a:lnTo>
                  <a:pt x="542" y="1016"/>
                </a:lnTo>
                <a:lnTo>
                  <a:pt x="541" y="1016"/>
                </a:lnTo>
                <a:lnTo>
                  <a:pt x="539" y="1016"/>
                </a:lnTo>
                <a:lnTo>
                  <a:pt x="537" y="1016"/>
                </a:lnTo>
                <a:lnTo>
                  <a:pt x="537" y="1017"/>
                </a:lnTo>
                <a:lnTo>
                  <a:pt x="536" y="1016"/>
                </a:lnTo>
                <a:lnTo>
                  <a:pt x="536" y="1015"/>
                </a:lnTo>
                <a:lnTo>
                  <a:pt x="534" y="1014"/>
                </a:lnTo>
                <a:lnTo>
                  <a:pt x="534" y="1013"/>
                </a:lnTo>
                <a:lnTo>
                  <a:pt x="533" y="1012"/>
                </a:lnTo>
                <a:lnTo>
                  <a:pt x="533" y="1011"/>
                </a:lnTo>
                <a:lnTo>
                  <a:pt x="533" y="1010"/>
                </a:lnTo>
                <a:lnTo>
                  <a:pt x="532" y="1009"/>
                </a:lnTo>
                <a:lnTo>
                  <a:pt x="532" y="1006"/>
                </a:lnTo>
                <a:lnTo>
                  <a:pt x="533" y="1006"/>
                </a:lnTo>
                <a:lnTo>
                  <a:pt x="533" y="1005"/>
                </a:lnTo>
                <a:lnTo>
                  <a:pt x="533" y="1004"/>
                </a:lnTo>
                <a:lnTo>
                  <a:pt x="532" y="1003"/>
                </a:lnTo>
                <a:lnTo>
                  <a:pt x="531" y="1003"/>
                </a:lnTo>
                <a:lnTo>
                  <a:pt x="530" y="1002"/>
                </a:lnTo>
                <a:lnTo>
                  <a:pt x="529" y="1001"/>
                </a:lnTo>
                <a:lnTo>
                  <a:pt x="528" y="1002"/>
                </a:lnTo>
                <a:lnTo>
                  <a:pt x="527" y="1002"/>
                </a:lnTo>
                <a:lnTo>
                  <a:pt x="527" y="1003"/>
                </a:lnTo>
                <a:lnTo>
                  <a:pt x="526" y="1003"/>
                </a:lnTo>
                <a:lnTo>
                  <a:pt x="526" y="1004"/>
                </a:lnTo>
                <a:lnTo>
                  <a:pt x="525" y="1003"/>
                </a:lnTo>
                <a:lnTo>
                  <a:pt x="525" y="1002"/>
                </a:lnTo>
                <a:lnTo>
                  <a:pt x="524" y="1003"/>
                </a:lnTo>
                <a:lnTo>
                  <a:pt x="523" y="1003"/>
                </a:lnTo>
                <a:lnTo>
                  <a:pt x="522" y="1002"/>
                </a:lnTo>
                <a:lnTo>
                  <a:pt x="523" y="1001"/>
                </a:lnTo>
                <a:lnTo>
                  <a:pt x="523" y="1000"/>
                </a:lnTo>
                <a:lnTo>
                  <a:pt x="522" y="1000"/>
                </a:lnTo>
                <a:lnTo>
                  <a:pt x="522" y="999"/>
                </a:lnTo>
                <a:lnTo>
                  <a:pt x="521" y="999"/>
                </a:lnTo>
                <a:lnTo>
                  <a:pt x="521" y="1000"/>
                </a:lnTo>
                <a:lnTo>
                  <a:pt x="520" y="1001"/>
                </a:lnTo>
                <a:lnTo>
                  <a:pt x="519" y="1000"/>
                </a:lnTo>
                <a:lnTo>
                  <a:pt x="520" y="999"/>
                </a:lnTo>
                <a:lnTo>
                  <a:pt x="519" y="999"/>
                </a:lnTo>
                <a:lnTo>
                  <a:pt x="518" y="998"/>
                </a:lnTo>
                <a:lnTo>
                  <a:pt x="518" y="997"/>
                </a:lnTo>
                <a:lnTo>
                  <a:pt x="518" y="996"/>
                </a:lnTo>
                <a:lnTo>
                  <a:pt x="518" y="995"/>
                </a:lnTo>
                <a:lnTo>
                  <a:pt x="519" y="994"/>
                </a:lnTo>
                <a:lnTo>
                  <a:pt x="519" y="993"/>
                </a:lnTo>
                <a:lnTo>
                  <a:pt x="518" y="992"/>
                </a:lnTo>
                <a:lnTo>
                  <a:pt x="517" y="991"/>
                </a:lnTo>
                <a:lnTo>
                  <a:pt x="518" y="990"/>
                </a:lnTo>
                <a:lnTo>
                  <a:pt x="519" y="989"/>
                </a:lnTo>
                <a:lnTo>
                  <a:pt x="518" y="989"/>
                </a:lnTo>
                <a:lnTo>
                  <a:pt x="516" y="987"/>
                </a:lnTo>
                <a:lnTo>
                  <a:pt x="515" y="986"/>
                </a:lnTo>
                <a:lnTo>
                  <a:pt x="516" y="986"/>
                </a:lnTo>
                <a:lnTo>
                  <a:pt x="516" y="985"/>
                </a:lnTo>
                <a:lnTo>
                  <a:pt x="516" y="984"/>
                </a:lnTo>
                <a:lnTo>
                  <a:pt x="515" y="984"/>
                </a:lnTo>
                <a:lnTo>
                  <a:pt x="514" y="984"/>
                </a:lnTo>
                <a:lnTo>
                  <a:pt x="514" y="985"/>
                </a:lnTo>
                <a:lnTo>
                  <a:pt x="513" y="984"/>
                </a:lnTo>
                <a:lnTo>
                  <a:pt x="512" y="983"/>
                </a:lnTo>
                <a:lnTo>
                  <a:pt x="512" y="982"/>
                </a:lnTo>
                <a:lnTo>
                  <a:pt x="511" y="982"/>
                </a:lnTo>
                <a:lnTo>
                  <a:pt x="511" y="981"/>
                </a:lnTo>
                <a:lnTo>
                  <a:pt x="510" y="980"/>
                </a:lnTo>
                <a:lnTo>
                  <a:pt x="509" y="979"/>
                </a:lnTo>
                <a:lnTo>
                  <a:pt x="509" y="978"/>
                </a:lnTo>
                <a:lnTo>
                  <a:pt x="509" y="977"/>
                </a:lnTo>
                <a:lnTo>
                  <a:pt x="508" y="977"/>
                </a:lnTo>
                <a:lnTo>
                  <a:pt x="508" y="976"/>
                </a:lnTo>
                <a:lnTo>
                  <a:pt x="509" y="975"/>
                </a:lnTo>
                <a:lnTo>
                  <a:pt x="509" y="974"/>
                </a:lnTo>
                <a:lnTo>
                  <a:pt x="509" y="973"/>
                </a:lnTo>
                <a:lnTo>
                  <a:pt x="509" y="972"/>
                </a:lnTo>
                <a:lnTo>
                  <a:pt x="510" y="971"/>
                </a:lnTo>
                <a:lnTo>
                  <a:pt x="510" y="970"/>
                </a:lnTo>
                <a:lnTo>
                  <a:pt x="510" y="969"/>
                </a:lnTo>
                <a:lnTo>
                  <a:pt x="510" y="968"/>
                </a:lnTo>
                <a:lnTo>
                  <a:pt x="510" y="967"/>
                </a:lnTo>
                <a:lnTo>
                  <a:pt x="509" y="966"/>
                </a:lnTo>
                <a:lnTo>
                  <a:pt x="508" y="966"/>
                </a:lnTo>
                <a:lnTo>
                  <a:pt x="506" y="967"/>
                </a:lnTo>
                <a:lnTo>
                  <a:pt x="504" y="967"/>
                </a:lnTo>
                <a:lnTo>
                  <a:pt x="503" y="969"/>
                </a:lnTo>
                <a:lnTo>
                  <a:pt x="503" y="971"/>
                </a:lnTo>
                <a:lnTo>
                  <a:pt x="503" y="972"/>
                </a:lnTo>
                <a:lnTo>
                  <a:pt x="503" y="973"/>
                </a:lnTo>
                <a:lnTo>
                  <a:pt x="502" y="973"/>
                </a:lnTo>
                <a:lnTo>
                  <a:pt x="502" y="974"/>
                </a:lnTo>
                <a:lnTo>
                  <a:pt x="501" y="975"/>
                </a:lnTo>
                <a:lnTo>
                  <a:pt x="500" y="975"/>
                </a:lnTo>
                <a:lnTo>
                  <a:pt x="499" y="975"/>
                </a:lnTo>
                <a:lnTo>
                  <a:pt x="498" y="974"/>
                </a:lnTo>
                <a:lnTo>
                  <a:pt x="497" y="973"/>
                </a:lnTo>
                <a:lnTo>
                  <a:pt x="497" y="972"/>
                </a:lnTo>
                <a:lnTo>
                  <a:pt x="496" y="971"/>
                </a:lnTo>
                <a:lnTo>
                  <a:pt x="495" y="971"/>
                </a:lnTo>
                <a:lnTo>
                  <a:pt x="496" y="970"/>
                </a:lnTo>
                <a:lnTo>
                  <a:pt x="496" y="969"/>
                </a:lnTo>
                <a:lnTo>
                  <a:pt x="495" y="968"/>
                </a:lnTo>
                <a:lnTo>
                  <a:pt x="494" y="967"/>
                </a:lnTo>
                <a:lnTo>
                  <a:pt x="491" y="970"/>
                </a:lnTo>
                <a:lnTo>
                  <a:pt x="492" y="971"/>
                </a:lnTo>
                <a:lnTo>
                  <a:pt x="491" y="971"/>
                </a:lnTo>
                <a:lnTo>
                  <a:pt x="490" y="971"/>
                </a:lnTo>
                <a:lnTo>
                  <a:pt x="489" y="971"/>
                </a:lnTo>
                <a:lnTo>
                  <a:pt x="487" y="972"/>
                </a:lnTo>
                <a:lnTo>
                  <a:pt x="486" y="972"/>
                </a:lnTo>
                <a:lnTo>
                  <a:pt x="487" y="973"/>
                </a:lnTo>
                <a:lnTo>
                  <a:pt x="487" y="974"/>
                </a:lnTo>
                <a:lnTo>
                  <a:pt x="487" y="975"/>
                </a:lnTo>
                <a:lnTo>
                  <a:pt x="486" y="975"/>
                </a:lnTo>
                <a:lnTo>
                  <a:pt x="485" y="975"/>
                </a:lnTo>
                <a:lnTo>
                  <a:pt x="484" y="975"/>
                </a:lnTo>
                <a:lnTo>
                  <a:pt x="484" y="974"/>
                </a:lnTo>
                <a:lnTo>
                  <a:pt x="483" y="973"/>
                </a:lnTo>
                <a:lnTo>
                  <a:pt x="482" y="973"/>
                </a:lnTo>
                <a:lnTo>
                  <a:pt x="481" y="973"/>
                </a:lnTo>
                <a:lnTo>
                  <a:pt x="480" y="973"/>
                </a:lnTo>
                <a:lnTo>
                  <a:pt x="479" y="972"/>
                </a:lnTo>
                <a:lnTo>
                  <a:pt x="479" y="971"/>
                </a:lnTo>
                <a:lnTo>
                  <a:pt x="478" y="971"/>
                </a:lnTo>
                <a:lnTo>
                  <a:pt x="478" y="970"/>
                </a:lnTo>
                <a:lnTo>
                  <a:pt x="479" y="969"/>
                </a:lnTo>
                <a:lnTo>
                  <a:pt x="479" y="968"/>
                </a:lnTo>
                <a:lnTo>
                  <a:pt x="480" y="968"/>
                </a:lnTo>
                <a:lnTo>
                  <a:pt x="480" y="966"/>
                </a:lnTo>
                <a:lnTo>
                  <a:pt x="480" y="965"/>
                </a:lnTo>
                <a:lnTo>
                  <a:pt x="481" y="964"/>
                </a:lnTo>
                <a:lnTo>
                  <a:pt x="481" y="963"/>
                </a:lnTo>
                <a:lnTo>
                  <a:pt x="481" y="962"/>
                </a:lnTo>
                <a:lnTo>
                  <a:pt x="480" y="961"/>
                </a:lnTo>
                <a:lnTo>
                  <a:pt x="480" y="960"/>
                </a:lnTo>
                <a:lnTo>
                  <a:pt x="479" y="959"/>
                </a:lnTo>
                <a:lnTo>
                  <a:pt x="479" y="958"/>
                </a:lnTo>
                <a:lnTo>
                  <a:pt x="478" y="958"/>
                </a:lnTo>
                <a:lnTo>
                  <a:pt x="478" y="957"/>
                </a:lnTo>
                <a:lnTo>
                  <a:pt x="477" y="957"/>
                </a:lnTo>
                <a:lnTo>
                  <a:pt x="475" y="957"/>
                </a:lnTo>
                <a:lnTo>
                  <a:pt x="474" y="957"/>
                </a:lnTo>
                <a:lnTo>
                  <a:pt x="473" y="957"/>
                </a:lnTo>
                <a:lnTo>
                  <a:pt x="473" y="956"/>
                </a:lnTo>
                <a:lnTo>
                  <a:pt x="472" y="956"/>
                </a:lnTo>
                <a:lnTo>
                  <a:pt x="471" y="955"/>
                </a:lnTo>
                <a:lnTo>
                  <a:pt x="469" y="954"/>
                </a:lnTo>
                <a:lnTo>
                  <a:pt x="469" y="955"/>
                </a:lnTo>
                <a:lnTo>
                  <a:pt x="469" y="956"/>
                </a:lnTo>
                <a:lnTo>
                  <a:pt x="468" y="956"/>
                </a:lnTo>
                <a:lnTo>
                  <a:pt x="467" y="956"/>
                </a:lnTo>
                <a:lnTo>
                  <a:pt x="466" y="956"/>
                </a:lnTo>
                <a:lnTo>
                  <a:pt x="466" y="957"/>
                </a:lnTo>
                <a:lnTo>
                  <a:pt x="465" y="957"/>
                </a:lnTo>
                <a:lnTo>
                  <a:pt x="464" y="958"/>
                </a:lnTo>
                <a:lnTo>
                  <a:pt x="463" y="958"/>
                </a:lnTo>
                <a:lnTo>
                  <a:pt x="462" y="957"/>
                </a:lnTo>
                <a:lnTo>
                  <a:pt x="461" y="958"/>
                </a:lnTo>
                <a:lnTo>
                  <a:pt x="460" y="958"/>
                </a:lnTo>
                <a:lnTo>
                  <a:pt x="460" y="959"/>
                </a:lnTo>
                <a:lnTo>
                  <a:pt x="459" y="959"/>
                </a:lnTo>
                <a:lnTo>
                  <a:pt x="459" y="960"/>
                </a:lnTo>
                <a:lnTo>
                  <a:pt x="458" y="961"/>
                </a:lnTo>
                <a:lnTo>
                  <a:pt x="457" y="962"/>
                </a:lnTo>
                <a:lnTo>
                  <a:pt x="456" y="963"/>
                </a:lnTo>
                <a:lnTo>
                  <a:pt x="456" y="964"/>
                </a:lnTo>
                <a:lnTo>
                  <a:pt x="457" y="965"/>
                </a:lnTo>
                <a:lnTo>
                  <a:pt x="458" y="966"/>
                </a:lnTo>
                <a:lnTo>
                  <a:pt x="458" y="967"/>
                </a:lnTo>
                <a:lnTo>
                  <a:pt x="458" y="968"/>
                </a:lnTo>
                <a:lnTo>
                  <a:pt x="458" y="969"/>
                </a:lnTo>
                <a:lnTo>
                  <a:pt x="458" y="970"/>
                </a:lnTo>
                <a:lnTo>
                  <a:pt x="456" y="971"/>
                </a:lnTo>
                <a:lnTo>
                  <a:pt x="455" y="971"/>
                </a:lnTo>
                <a:lnTo>
                  <a:pt x="455" y="972"/>
                </a:lnTo>
                <a:lnTo>
                  <a:pt x="454" y="972"/>
                </a:lnTo>
                <a:lnTo>
                  <a:pt x="453" y="973"/>
                </a:lnTo>
                <a:lnTo>
                  <a:pt x="453" y="974"/>
                </a:lnTo>
                <a:lnTo>
                  <a:pt x="452" y="976"/>
                </a:lnTo>
                <a:lnTo>
                  <a:pt x="450" y="977"/>
                </a:lnTo>
                <a:lnTo>
                  <a:pt x="450" y="976"/>
                </a:lnTo>
                <a:lnTo>
                  <a:pt x="449" y="977"/>
                </a:lnTo>
                <a:lnTo>
                  <a:pt x="448" y="978"/>
                </a:lnTo>
                <a:lnTo>
                  <a:pt x="448" y="979"/>
                </a:lnTo>
                <a:lnTo>
                  <a:pt x="449" y="979"/>
                </a:lnTo>
                <a:lnTo>
                  <a:pt x="449" y="980"/>
                </a:lnTo>
                <a:lnTo>
                  <a:pt x="450" y="980"/>
                </a:lnTo>
                <a:lnTo>
                  <a:pt x="451" y="980"/>
                </a:lnTo>
                <a:lnTo>
                  <a:pt x="452" y="980"/>
                </a:lnTo>
                <a:lnTo>
                  <a:pt x="452" y="981"/>
                </a:lnTo>
                <a:lnTo>
                  <a:pt x="453" y="981"/>
                </a:lnTo>
                <a:lnTo>
                  <a:pt x="453" y="980"/>
                </a:lnTo>
                <a:lnTo>
                  <a:pt x="454" y="981"/>
                </a:lnTo>
                <a:lnTo>
                  <a:pt x="454" y="982"/>
                </a:lnTo>
                <a:lnTo>
                  <a:pt x="455" y="982"/>
                </a:lnTo>
                <a:lnTo>
                  <a:pt x="456" y="984"/>
                </a:lnTo>
                <a:lnTo>
                  <a:pt x="458" y="983"/>
                </a:lnTo>
                <a:lnTo>
                  <a:pt x="459" y="984"/>
                </a:lnTo>
                <a:lnTo>
                  <a:pt x="459" y="985"/>
                </a:lnTo>
                <a:lnTo>
                  <a:pt x="460" y="985"/>
                </a:lnTo>
                <a:lnTo>
                  <a:pt x="461" y="985"/>
                </a:lnTo>
                <a:lnTo>
                  <a:pt x="461" y="986"/>
                </a:lnTo>
                <a:lnTo>
                  <a:pt x="461" y="987"/>
                </a:lnTo>
                <a:lnTo>
                  <a:pt x="461" y="988"/>
                </a:lnTo>
                <a:lnTo>
                  <a:pt x="461" y="989"/>
                </a:lnTo>
                <a:lnTo>
                  <a:pt x="460" y="989"/>
                </a:lnTo>
                <a:lnTo>
                  <a:pt x="459" y="989"/>
                </a:lnTo>
                <a:lnTo>
                  <a:pt x="459" y="990"/>
                </a:lnTo>
                <a:lnTo>
                  <a:pt x="458" y="991"/>
                </a:lnTo>
                <a:lnTo>
                  <a:pt x="458" y="992"/>
                </a:lnTo>
                <a:lnTo>
                  <a:pt x="457" y="993"/>
                </a:lnTo>
                <a:lnTo>
                  <a:pt x="456" y="993"/>
                </a:lnTo>
                <a:lnTo>
                  <a:pt x="456" y="994"/>
                </a:lnTo>
                <a:lnTo>
                  <a:pt x="457" y="995"/>
                </a:lnTo>
                <a:lnTo>
                  <a:pt x="457" y="996"/>
                </a:lnTo>
                <a:lnTo>
                  <a:pt x="458" y="996"/>
                </a:lnTo>
                <a:lnTo>
                  <a:pt x="459" y="998"/>
                </a:lnTo>
                <a:lnTo>
                  <a:pt x="459" y="1000"/>
                </a:lnTo>
                <a:lnTo>
                  <a:pt x="459" y="1001"/>
                </a:lnTo>
                <a:lnTo>
                  <a:pt x="459" y="1002"/>
                </a:lnTo>
                <a:lnTo>
                  <a:pt x="458" y="1003"/>
                </a:lnTo>
                <a:lnTo>
                  <a:pt x="457" y="1003"/>
                </a:lnTo>
                <a:lnTo>
                  <a:pt x="456" y="1003"/>
                </a:lnTo>
                <a:lnTo>
                  <a:pt x="455" y="1003"/>
                </a:lnTo>
                <a:lnTo>
                  <a:pt x="455" y="1004"/>
                </a:lnTo>
                <a:lnTo>
                  <a:pt x="455" y="1005"/>
                </a:lnTo>
                <a:lnTo>
                  <a:pt x="454" y="1004"/>
                </a:lnTo>
                <a:lnTo>
                  <a:pt x="453" y="1005"/>
                </a:lnTo>
                <a:lnTo>
                  <a:pt x="452" y="1005"/>
                </a:lnTo>
                <a:lnTo>
                  <a:pt x="451" y="1006"/>
                </a:lnTo>
                <a:lnTo>
                  <a:pt x="451" y="1007"/>
                </a:lnTo>
                <a:lnTo>
                  <a:pt x="450" y="1007"/>
                </a:lnTo>
                <a:lnTo>
                  <a:pt x="449" y="1007"/>
                </a:lnTo>
                <a:lnTo>
                  <a:pt x="448" y="1007"/>
                </a:lnTo>
                <a:lnTo>
                  <a:pt x="447" y="1008"/>
                </a:lnTo>
                <a:lnTo>
                  <a:pt x="447" y="1009"/>
                </a:lnTo>
                <a:lnTo>
                  <a:pt x="446" y="1009"/>
                </a:lnTo>
                <a:lnTo>
                  <a:pt x="445" y="1009"/>
                </a:lnTo>
                <a:lnTo>
                  <a:pt x="444" y="1008"/>
                </a:lnTo>
                <a:lnTo>
                  <a:pt x="443" y="1008"/>
                </a:lnTo>
                <a:lnTo>
                  <a:pt x="442" y="1008"/>
                </a:lnTo>
                <a:lnTo>
                  <a:pt x="442" y="1009"/>
                </a:lnTo>
                <a:lnTo>
                  <a:pt x="441" y="1009"/>
                </a:lnTo>
                <a:lnTo>
                  <a:pt x="440" y="1009"/>
                </a:lnTo>
                <a:lnTo>
                  <a:pt x="439" y="1009"/>
                </a:lnTo>
                <a:lnTo>
                  <a:pt x="438" y="1010"/>
                </a:lnTo>
                <a:lnTo>
                  <a:pt x="438" y="1011"/>
                </a:lnTo>
                <a:lnTo>
                  <a:pt x="438" y="1012"/>
                </a:lnTo>
                <a:lnTo>
                  <a:pt x="437" y="1013"/>
                </a:lnTo>
                <a:lnTo>
                  <a:pt x="437" y="1014"/>
                </a:lnTo>
                <a:lnTo>
                  <a:pt x="436" y="1014"/>
                </a:lnTo>
                <a:lnTo>
                  <a:pt x="436" y="1015"/>
                </a:lnTo>
                <a:lnTo>
                  <a:pt x="436" y="1016"/>
                </a:lnTo>
                <a:lnTo>
                  <a:pt x="436" y="1017"/>
                </a:lnTo>
                <a:lnTo>
                  <a:pt x="435" y="1017"/>
                </a:lnTo>
                <a:lnTo>
                  <a:pt x="435" y="1016"/>
                </a:lnTo>
                <a:lnTo>
                  <a:pt x="434" y="1016"/>
                </a:lnTo>
                <a:lnTo>
                  <a:pt x="434" y="1017"/>
                </a:lnTo>
                <a:lnTo>
                  <a:pt x="433" y="1017"/>
                </a:lnTo>
                <a:lnTo>
                  <a:pt x="432" y="1017"/>
                </a:lnTo>
                <a:lnTo>
                  <a:pt x="431" y="1017"/>
                </a:lnTo>
                <a:lnTo>
                  <a:pt x="431" y="1018"/>
                </a:lnTo>
                <a:lnTo>
                  <a:pt x="430" y="1019"/>
                </a:lnTo>
                <a:lnTo>
                  <a:pt x="429" y="1019"/>
                </a:lnTo>
                <a:lnTo>
                  <a:pt x="429" y="1018"/>
                </a:lnTo>
                <a:lnTo>
                  <a:pt x="428" y="1018"/>
                </a:lnTo>
                <a:lnTo>
                  <a:pt x="428" y="1019"/>
                </a:lnTo>
                <a:lnTo>
                  <a:pt x="427" y="1020"/>
                </a:lnTo>
                <a:lnTo>
                  <a:pt x="426" y="1021"/>
                </a:lnTo>
                <a:lnTo>
                  <a:pt x="425" y="1022"/>
                </a:lnTo>
                <a:lnTo>
                  <a:pt x="425" y="1023"/>
                </a:lnTo>
                <a:lnTo>
                  <a:pt x="424" y="1024"/>
                </a:lnTo>
                <a:lnTo>
                  <a:pt x="423" y="1024"/>
                </a:lnTo>
                <a:lnTo>
                  <a:pt x="422" y="1025"/>
                </a:lnTo>
                <a:lnTo>
                  <a:pt x="420" y="1026"/>
                </a:lnTo>
                <a:lnTo>
                  <a:pt x="420" y="1027"/>
                </a:lnTo>
                <a:lnTo>
                  <a:pt x="419" y="1029"/>
                </a:lnTo>
                <a:lnTo>
                  <a:pt x="418" y="1030"/>
                </a:lnTo>
                <a:lnTo>
                  <a:pt x="417" y="1030"/>
                </a:lnTo>
                <a:lnTo>
                  <a:pt x="417" y="1031"/>
                </a:lnTo>
                <a:lnTo>
                  <a:pt x="416" y="1032"/>
                </a:lnTo>
                <a:lnTo>
                  <a:pt x="416" y="1033"/>
                </a:lnTo>
                <a:lnTo>
                  <a:pt x="416" y="1034"/>
                </a:lnTo>
                <a:lnTo>
                  <a:pt x="416" y="1035"/>
                </a:lnTo>
                <a:lnTo>
                  <a:pt x="414" y="1036"/>
                </a:lnTo>
                <a:lnTo>
                  <a:pt x="413" y="1037"/>
                </a:lnTo>
                <a:lnTo>
                  <a:pt x="411" y="1037"/>
                </a:lnTo>
                <a:lnTo>
                  <a:pt x="410" y="1038"/>
                </a:lnTo>
                <a:lnTo>
                  <a:pt x="410" y="1037"/>
                </a:lnTo>
                <a:lnTo>
                  <a:pt x="409" y="1038"/>
                </a:lnTo>
                <a:lnTo>
                  <a:pt x="408" y="1038"/>
                </a:lnTo>
                <a:lnTo>
                  <a:pt x="408" y="1040"/>
                </a:lnTo>
                <a:lnTo>
                  <a:pt x="407" y="1040"/>
                </a:lnTo>
                <a:lnTo>
                  <a:pt x="407" y="1038"/>
                </a:lnTo>
                <a:lnTo>
                  <a:pt x="406" y="1037"/>
                </a:lnTo>
                <a:lnTo>
                  <a:pt x="405" y="1038"/>
                </a:lnTo>
                <a:lnTo>
                  <a:pt x="404" y="1037"/>
                </a:lnTo>
                <a:lnTo>
                  <a:pt x="404" y="1036"/>
                </a:lnTo>
                <a:lnTo>
                  <a:pt x="404" y="1035"/>
                </a:lnTo>
                <a:lnTo>
                  <a:pt x="404" y="1033"/>
                </a:lnTo>
                <a:lnTo>
                  <a:pt x="405" y="1033"/>
                </a:lnTo>
                <a:lnTo>
                  <a:pt x="404" y="1033"/>
                </a:lnTo>
                <a:lnTo>
                  <a:pt x="403" y="1032"/>
                </a:lnTo>
                <a:lnTo>
                  <a:pt x="402" y="1032"/>
                </a:lnTo>
                <a:lnTo>
                  <a:pt x="402" y="1033"/>
                </a:lnTo>
                <a:lnTo>
                  <a:pt x="401" y="1033"/>
                </a:lnTo>
                <a:lnTo>
                  <a:pt x="402" y="1032"/>
                </a:lnTo>
                <a:lnTo>
                  <a:pt x="402" y="1031"/>
                </a:lnTo>
                <a:lnTo>
                  <a:pt x="401" y="1031"/>
                </a:lnTo>
                <a:lnTo>
                  <a:pt x="400" y="1031"/>
                </a:lnTo>
                <a:lnTo>
                  <a:pt x="400" y="1032"/>
                </a:lnTo>
                <a:lnTo>
                  <a:pt x="400" y="1033"/>
                </a:lnTo>
                <a:lnTo>
                  <a:pt x="400" y="1034"/>
                </a:lnTo>
                <a:lnTo>
                  <a:pt x="400" y="1033"/>
                </a:lnTo>
                <a:lnTo>
                  <a:pt x="399" y="1033"/>
                </a:lnTo>
                <a:lnTo>
                  <a:pt x="398" y="1033"/>
                </a:lnTo>
                <a:lnTo>
                  <a:pt x="397" y="1033"/>
                </a:lnTo>
                <a:lnTo>
                  <a:pt x="396" y="1034"/>
                </a:lnTo>
                <a:lnTo>
                  <a:pt x="396" y="1035"/>
                </a:lnTo>
                <a:lnTo>
                  <a:pt x="396" y="1036"/>
                </a:lnTo>
                <a:lnTo>
                  <a:pt x="396" y="1037"/>
                </a:lnTo>
                <a:lnTo>
                  <a:pt x="395" y="1037"/>
                </a:lnTo>
                <a:lnTo>
                  <a:pt x="395" y="1038"/>
                </a:lnTo>
                <a:lnTo>
                  <a:pt x="395" y="1040"/>
                </a:lnTo>
                <a:lnTo>
                  <a:pt x="395" y="1041"/>
                </a:lnTo>
                <a:lnTo>
                  <a:pt x="394" y="1041"/>
                </a:lnTo>
                <a:lnTo>
                  <a:pt x="394" y="1040"/>
                </a:lnTo>
                <a:lnTo>
                  <a:pt x="393" y="1040"/>
                </a:lnTo>
                <a:lnTo>
                  <a:pt x="393" y="1038"/>
                </a:lnTo>
                <a:lnTo>
                  <a:pt x="393" y="1037"/>
                </a:lnTo>
                <a:lnTo>
                  <a:pt x="393" y="1036"/>
                </a:lnTo>
                <a:lnTo>
                  <a:pt x="392" y="1034"/>
                </a:lnTo>
                <a:lnTo>
                  <a:pt x="391" y="1034"/>
                </a:lnTo>
                <a:lnTo>
                  <a:pt x="389" y="1033"/>
                </a:lnTo>
                <a:lnTo>
                  <a:pt x="388" y="1033"/>
                </a:lnTo>
                <a:lnTo>
                  <a:pt x="387" y="1033"/>
                </a:lnTo>
                <a:lnTo>
                  <a:pt x="386" y="1034"/>
                </a:lnTo>
                <a:lnTo>
                  <a:pt x="385" y="1033"/>
                </a:lnTo>
                <a:lnTo>
                  <a:pt x="386" y="1032"/>
                </a:lnTo>
                <a:lnTo>
                  <a:pt x="386" y="1029"/>
                </a:lnTo>
                <a:lnTo>
                  <a:pt x="385" y="1029"/>
                </a:lnTo>
                <a:lnTo>
                  <a:pt x="383" y="1028"/>
                </a:lnTo>
                <a:lnTo>
                  <a:pt x="382" y="1027"/>
                </a:lnTo>
                <a:lnTo>
                  <a:pt x="381" y="1027"/>
                </a:lnTo>
                <a:lnTo>
                  <a:pt x="380" y="1026"/>
                </a:lnTo>
                <a:lnTo>
                  <a:pt x="380" y="1025"/>
                </a:lnTo>
                <a:lnTo>
                  <a:pt x="381" y="1022"/>
                </a:lnTo>
                <a:lnTo>
                  <a:pt x="382" y="1021"/>
                </a:lnTo>
                <a:lnTo>
                  <a:pt x="382" y="1020"/>
                </a:lnTo>
                <a:lnTo>
                  <a:pt x="383" y="1020"/>
                </a:lnTo>
                <a:lnTo>
                  <a:pt x="383" y="1019"/>
                </a:lnTo>
                <a:lnTo>
                  <a:pt x="384" y="1019"/>
                </a:lnTo>
                <a:lnTo>
                  <a:pt x="385" y="1018"/>
                </a:lnTo>
                <a:lnTo>
                  <a:pt x="385" y="1017"/>
                </a:lnTo>
                <a:lnTo>
                  <a:pt x="384" y="1016"/>
                </a:lnTo>
                <a:lnTo>
                  <a:pt x="383" y="1015"/>
                </a:lnTo>
                <a:lnTo>
                  <a:pt x="382" y="1015"/>
                </a:lnTo>
                <a:lnTo>
                  <a:pt x="381" y="1016"/>
                </a:lnTo>
                <a:lnTo>
                  <a:pt x="380" y="1016"/>
                </a:lnTo>
                <a:lnTo>
                  <a:pt x="379" y="1016"/>
                </a:lnTo>
                <a:lnTo>
                  <a:pt x="378" y="1016"/>
                </a:lnTo>
                <a:lnTo>
                  <a:pt x="378" y="1015"/>
                </a:lnTo>
                <a:lnTo>
                  <a:pt x="378" y="1014"/>
                </a:lnTo>
                <a:lnTo>
                  <a:pt x="379" y="1013"/>
                </a:lnTo>
                <a:lnTo>
                  <a:pt x="380" y="1013"/>
                </a:lnTo>
                <a:lnTo>
                  <a:pt x="381" y="1013"/>
                </a:lnTo>
                <a:lnTo>
                  <a:pt x="382" y="1012"/>
                </a:lnTo>
                <a:lnTo>
                  <a:pt x="381" y="1011"/>
                </a:lnTo>
                <a:lnTo>
                  <a:pt x="382" y="1010"/>
                </a:lnTo>
                <a:lnTo>
                  <a:pt x="382" y="1009"/>
                </a:lnTo>
                <a:lnTo>
                  <a:pt x="382" y="1008"/>
                </a:lnTo>
                <a:lnTo>
                  <a:pt x="382" y="1007"/>
                </a:lnTo>
                <a:lnTo>
                  <a:pt x="383" y="1007"/>
                </a:lnTo>
                <a:lnTo>
                  <a:pt x="383" y="1006"/>
                </a:lnTo>
                <a:lnTo>
                  <a:pt x="384" y="1004"/>
                </a:lnTo>
                <a:lnTo>
                  <a:pt x="385" y="1004"/>
                </a:lnTo>
                <a:lnTo>
                  <a:pt x="386" y="1004"/>
                </a:lnTo>
                <a:lnTo>
                  <a:pt x="386" y="1003"/>
                </a:lnTo>
                <a:lnTo>
                  <a:pt x="387" y="1003"/>
                </a:lnTo>
                <a:lnTo>
                  <a:pt x="388" y="1002"/>
                </a:lnTo>
                <a:lnTo>
                  <a:pt x="388" y="1000"/>
                </a:lnTo>
                <a:lnTo>
                  <a:pt x="389" y="999"/>
                </a:lnTo>
                <a:lnTo>
                  <a:pt x="390" y="997"/>
                </a:lnTo>
                <a:lnTo>
                  <a:pt x="391" y="997"/>
                </a:lnTo>
                <a:lnTo>
                  <a:pt x="391" y="996"/>
                </a:lnTo>
                <a:lnTo>
                  <a:pt x="392" y="995"/>
                </a:lnTo>
                <a:lnTo>
                  <a:pt x="392" y="994"/>
                </a:lnTo>
                <a:lnTo>
                  <a:pt x="392" y="993"/>
                </a:lnTo>
                <a:lnTo>
                  <a:pt x="393" y="992"/>
                </a:lnTo>
                <a:lnTo>
                  <a:pt x="393" y="991"/>
                </a:lnTo>
                <a:lnTo>
                  <a:pt x="394" y="991"/>
                </a:lnTo>
                <a:lnTo>
                  <a:pt x="395" y="991"/>
                </a:lnTo>
                <a:lnTo>
                  <a:pt x="395" y="990"/>
                </a:lnTo>
                <a:lnTo>
                  <a:pt x="395" y="989"/>
                </a:lnTo>
                <a:lnTo>
                  <a:pt x="396" y="990"/>
                </a:lnTo>
                <a:lnTo>
                  <a:pt x="397" y="990"/>
                </a:lnTo>
                <a:lnTo>
                  <a:pt x="397" y="991"/>
                </a:lnTo>
                <a:lnTo>
                  <a:pt x="398" y="991"/>
                </a:lnTo>
                <a:lnTo>
                  <a:pt x="399" y="992"/>
                </a:lnTo>
                <a:lnTo>
                  <a:pt x="400" y="992"/>
                </a:lnTo>
                <a:lnTo>
                  <a:pt x="400" y="991"/>
                </a:lnTo>
                <a:lnTo>
                  <a:pt x="401" y="990"/>
                </a:lnTo>
                <a:lnTo>
                  <a:pt x="402" y="990"/>
                </a:lnTo>
                <a:lnTo>
                  <a:pt x="402" y="989"/>
                </a:lnTo>
                <a:lnTo>
                  <a:pt x="403" y="989"/>
                </a:lnTo>
                <a:lnTo>
                  <a:pt x="402" y="989"/>
                </a:lnTo>
                <a:lnTo>
                  <a:pt x="402" y="988"/>
                </a:lnTo>
                <a:lnTo>
                  <a:pt x="403" y="987"/>
                </a:lnTo>
                <a:lnTo>
                  <a:pt x="403" y="986"/>
                </a:lnTo>
                <a:lnTo>
                  <a:pt x="404" y="986"/>
                </a:lnTo>
                <a:lnTo>
                  <a:pt x="405" y="986"/>
                </a:lnTo>
                <a:lnTo>
                  <a:pt x="406" y="985"/>
                </a:lnTo>
                <a:lnTo>
                  <a:pt x="406" y="984"/>
                </a:lnTo>
                <a:lnTo>
                  <a:pt x="406" y="983"/>
                </a:lnTo>
                <a:lnTo>
                  <a:pt x="405" y="983"/>
                </a:lnTo>
                <a:lnTo>
                  <a:pt x="405" y="982"/>
                </a:lnTo>
                <a:lnTo>
                  <a:pt x="406" y="981"/>
                </a:lnTo>
                <a:lnTo>
                  <a:pt x="408" y="980"/>
                </a:lnTo>
                <a:lnTo>
                  <a:pt x="408" y="979"/>
                </a:lnTo>
                <a:lnTo>
                  <a:pt x="410" y="977"/>
                </a:lnTo>
                <a:lnTo>
                  <a:pt x="410" y="976"/>
                </a:lnTo>
                <a:lnTo>
                  <a:pt x="410" y="975"/>
                </a:lnTo>
                <a:lnTo>
                  <a:pt x="411" y="975"/>
                </a:lnTo>
                <a:lnTo>
                  <a:pt x="412" y="973"/>
                </a:lnTo>
                <a:lnTo>
                  <a:pt x="412" y="972"/>
                </a:lnTo>
                <a:lnTo>
                  <a:pt x="413" y="971"/>
                </a:lnTo>
                <a:lnTo>
                  <a:pt x="414" y="970"/>
                </a:lnTo>
                <a:lnTo>
                  <a:pt x="414" y="969"/>
                </a:lnTo>
                <a:lnTo>
                  <a:pt x="415" y="969"/>
                </a:lnTo>
                <a:lnTo>
                  <a:pt x="415" y="967"/>
                </a:lnTo>
                <a:lnTo>
                  <a:pt x="414" y="967"/>
                </a:lnTo>
                <a:lnTo>
                  <a:pt x="415" y="965"/>
                </a:lnTo>
                <a:lnTo>
                  <a:pt x="416" y="965"/>
                </a:lnTo>
                <a:lnTo>
                  <a:pt x="416" y="964"/>
                </a:lnTo>
                <a:lnTo>
                  <a:pt x="416" y="963"/>
                </a:lnTo>
                <a:lnTo>
                  <a:pt x="415" y="963"/>
                </a:lnTo>
                <a:lnTo>
                  <a:pt x="415" y="959"/>
                </a:lnTo>
                <a:lnTo>
                  <a:pt x="416" y="959"/>
                </a:lnTo>
                <a:lnTo>
                  <a:pt x="416" y="958"/>
                </a:lnTo>
                <a:lnTo>
                  <a:pt x="416" y="957"/>
                </a:lnTo>
                <a:lnTo>
                  <a:pt x="416" y="956"/>
                </a:lnTo>
                <a:lnTo>
                  <a:pt x="415" y="955"/>
                </a:lnTo>
                <a:lnTo>
                  <a:pt x="415" y="954"/>
                </a:lnTo>
                <a:lnTo>
                  <a:pt x="415" y="953"/>
                </a:lnTo>
                <a:lnTo>
                  <a:pt x="414" y="953"/>
                </a:lnTo>
                <a:lnTo>
                  <a:pt x="413" y="953"/>
                </a:lnTo>
                <a:lnTo>
                  <a:pt x="413" y="954"/>
                </a:lnTo>
                <a:lnTo>
                  <a:pt x="413" y="953"/>
                </a:lnTo>
                <a:lnTo>
                  <a:pt x="412" y="952"/>
                </a:lnTo>
                <a:lnTo>
                  <a:pt x="411" y="953"/>
                </a:lnTo>
                <a:lnTo>
                  <a:pt x="411" y="952"/>
                </a:lnTo>
                <a:lnTo>
                  <a:pt x="410" y="951"/>
                </a:lnTo>
                <a:lnTo>
                  <a:pt x="409" y="951"/>
                </a:lnTo>
                <a:lnTo>
                  <a:pt x="408" y="952"/>
                </a:lnTo>
                <a:lnTo>
                  <a:pt x="408" y="953"/>
                </a:lnTo>
                <a:lnTo>
                  <a:pt x="407" y="954"/>
                </a:lnTo>
                <a:lnTo>
                  <a:pt x="405" y="954"/>
                </a:lnTo>
                <a:lnTo>
                  <a:pt x="404" y="954"/>
                </a:lnTo>
                <a:lnTo>
                  <a:pt x="404" y="956"/>
                </a:lnTo>
                <a:lnTo>
                  <a:pt x="404" y="957"/>
                </a:lnTo>
                <a:lnTo>
                  <a:pt x="403" y="956"/>
                </a:lnTo>
                <a:lnTo>
                  <a:pt x="402" y="954"/>
                </a:lnTo>
                <a:lnTo>
                  <a:pt x="402" y="953"/>
                </a:lnTo>
                <a:lnTo>
                  <a:pt x="402" y="952"/>
                </a:lnTo>
                <a:lnTo>
                  <a:pt x="402" y="951"/>
                </a:lnTo>
                <a:lnTo>
                  <a:pt x="402" y="950"/>
                </a:lnTo>
                <a:lnTo>
                  <a:pt x="402" y="949"/>
                </a:lnTo>
                <a:lnTo>
                  <a:pt x="402" y="948"/>
                </a:lnTo>
                <a:lnTo>
                  <a:pt x="402" y="946"/>
                </a:lnTo>
                <a:lnTo>
                  <a:pt x="401" y="946"/>
                </a:lnTo>
                <a:lnTo>
                  <a:pt x="401" y="947"/>
                </a:lnTo>
                <a:lnTo>
                  <a:pt x="401" y="948"/>
                </a:lnTo>
                <a:lnTo>
                  <a:pt x="399" y="949"/>
                </a:lnTo>
                <a:lnTo>
                  <a:pt x="398" y="949"/>
                </a:lnTo>
                <a:lnTo>
                  <a:pt x="397" y="950"/>
                </a:lnTo>
                <a:lnTo>
                  <a:pt x="397" y="949"/>
                </a:lnTo>
                <a:lnTo>
                  <a:pt x="396" y="948"/>
                </a:lnTo>
                <a:lnTo>
                  <a:pt x="395" y="948"/>
                </a:lnTo>
                <a:lnTo>
                  <a:pt x="396" y="947"/>
                </a:lnTo>
                <a:lnTo>
                  <a:pt x="395" y="947"/>
                </a:lnTo>
                <a:lnTo>
                  <a:pt x="395" y="946"/>
                </a:lnTo>
                <a:lnTo>
                  <a:pt x="395" y="945"/>
                </a:lnTo>
                <a:lnTo>
                  <a:pt x="394" y="945"/>
                </a:lnTo>
                <a:lnTo>
                  <a:pt x="393" y="944"/>
                </a:lnTo>
                <a:lnTo>
                  <a:pt x="393" y="943"/>
                </a:lnTo>
                <a:lnTo>
                  <a:pt x="391" y="941"/>
                </a:lnTo>
                <a:lnTo>
                  <a:pt x="391" y="940"/>
                </a:lnTo>
                <a:lnTo>
                  <a:pt x="389" y="940"/>
                </a:lnTo>
                <a:lnTo>
                  <a:pt x="388" y="940"/>
                </a:lnTo>
                <a:lnTo>
                  <a:pt x="387" y="938"/>
                </a:lnTo>
                <a:lnTo>
                  <a:pt x="386" y="938"/>
                </a:lnTo>
                <a:lnTo>
                  <a:pt x="386" y="939"/>
                </a:lnTo>
                <a:lnTo>
                  <a:pt x="385" y="939"/>
                </a:lnTo>
                <a:lnTo>
                  <a:pt x="384" y="939"/>
                </a:lnTo>
                <a:lnTo>
                  <a:pt x="382" y="939"/>
                </a:lnTo>
                <a:lnTo>
                  <a:pt x="380" y="939"/>
                </a:lnTo>
                <a:lnTo>
                  <a:pt x="380" y="938"/>
                </a:lnTo>
                <a:lnTo>
                  <a:pt x="378" y="938"/>
                </a:lnTo>
                <a:lnTo>
                  <a:pt x="377" y="938"/>
                </a:lnTo>
                <a:lnTo>
                  <a:pt x="376" y="937"/>
                </a:lnTo>
                <a:lnTo>
                  <a:pt x="375" y="937"/>
                </a:lnTo>
                <a:lnTo>
                  <a:pt x="374" y="936"/>
                </a:lnTo>
                <a:lnTo>
                  <a:pt x="373" y="936"/>
                </a:lnTo>
                <a:lnTo>
                  <a:pt x="372" y="936"/>
                </a:lnTo>
                <a:lnTo>
                  <a:pt x="371" y="936"/>
                </a:lnTo>
                <a:lnTo>
                  <a:pt x="370" y="936"/>
                </a:lnTo>
                <a:lnTo>
                  <a:pt x="367" y="937"/>
                </a:lnTo>
                <a:lnTo>
                  <a:pt x="365" y="937"/>
                </a:lnTo>
                <a:lnTo>
                  <a:pt x="363" y="938"/>
                </a:lnTo>
                <a:lnTo>
                  <a:pt x="362" y="939"/>
                </a:lnTo>
                <a:lnTo>
                  <a:pt x="361" y="940"/>
                </a:lnTo>
                <a:lnTo>
                  <a:pt x="360" y="941"/>
                </a:lnTo>
                <a:lnTo>
                  <a:pt x="358" y="944"/>
                </a:lnTo>
                <a:lnTo>
                  <a:pt x="357" y="947"/>
                </a:lnTo>
                <a:lnTo>
                  <a:pt x="357" y="951"/>
                </a:lnTo>
                <a:lnTo>
                  <a:pt x="357" y="954"/>
                </a:lnTo>
                <a:lnTo>
                  <a:pt x="357" y="956"/>
                </a:lnTo>
                <a:lnTo>
                  <a:pt x="358" y="963"/>
                </a:lnTo>
                <a:lnTo>
                  <a:pt x="357" y="966"/>
                </a:lnTo>
                <a:lnTo>
                  <a:pt x="356" y="967"/>
                </a:lnTo>
                <a:lnTo>
                  <a:pt x="356" y="968"/>
                </a:lnTo>
                <a:lnTo>
                  <a:pt x="357" y="969"/>
                </a:lnTo>
                <a:lnTo>
                  <a:pt x="357" y="970"/>
                </a:lnTo>
                <a:lnTo>
                  <a:pt x="356" y="972"/>
                </a:lnTo>
                <a:lnTo>
                  <a:pt x="355" y="973"/>
                </a:lnTo>
                <a:lnTo>
                  <a:pt x="354" y="974"/>
                </a:lnTo>
                <a:lnTo>
                  <a:pt x="354" y="975"/>
                </a:lnTo>
                <a:lnTo>
                  <a:pt x="353" y="975"/>
                </a:lnTo>
                <a:lnTo>
                  <a:pt x="352" y="975"/>
                </a:lnTo>
                <a:lnTo>
                  <a:pt x="351" y="975"/>
                </a:lnTo>
                <a:lnTo>
                  <a:pt x="345" y="975"/>
                </a:lnTo>
                <a:lnTo>
                  <a:pt x="344" y="976"/>
                </a:lnTo>
                <a:lnTo>
                  <a:pt x="343" y="976"/>
                </a:lnTo>
                <a:lnTo>
                  <a:pt x="342" y="976"/>
                </a:lnTo>
                <a:lnTo>
                  <a:pt x="341" y="977"/>
                </a:lnTo>
                <a:lnTo>
                  <a:pt x="341" y="978"/>
                </a:lnTo>
                <a:lnTo>
                  <a:pt x="340" y="978"/>
                </a:lnTo>
                <a:lnTo>
                  <a:pt x="340" y="979"/>
                </a:lnTo>
                <a:lnTo>
                  <a:pt x="337" y="981"/>
                </a:lnTo>
                <a:lnTo>
                  <a:pt x="336" y="982"/>
                </a:lnTo>
                <a:lnTo>
                  <a:pt x="335" y="983"/>
                </a:lnTo>
                <a:lnTo>
                  <a:pt x="334" y="983"/>
                </a:lnTo>
                <a:lnTo>
                  <a:pt x="334" y="984"/>
                </a:lnTo>
                <a:lnTo>
                  <a:pt x="333" y="984"/>
                </a:lnTo>
                <a:lnTo>
                  <a:pt x="332" y="985"/>
                </a:lnTo>
                <a:lnTo>
                  <a:pt x="330" y="986"/>
                </a:lnTo>
                <a:lnTo>
                  <a:pt x="330" y="987"/>
                </a:lnTo>
                <a:lnTo>
                  <a:pt x="329" y="987"/>
                </a:lnTo>
                <a:lnTo>
                  <a:pt x="328" y="988"/>
                </a:lnTo>
                <a:lnTo>
                  <a:pt x="327" y="988"/>
                </a:lnTo>
                <a:lnTo>
                  <a:pt x="326" y="989"/>
                </a:lnTo>
                <a:lnTo>
                  <a:pt x="325" y="989"/>
                </a:lnTo>
                <a:lnTo>
                  <a:pt x="325" y="990"/>
                </a:lnTo>
                <a:lnTo>
                  <a:pt x="324" y="990"/>
                </a:lnTo>
                <a:lnTo>
                  <a:pt x="323" y="991"/>
                </a:lnTo>
                <a:lnTo>
                  <a:pt x="322" y="991"/>
                </a:lnTo>
                <a:lnTo>
                  <a:pt x="322" y="992"/>
                </a:lnTo>
                <a:lnTo>
                  <a:pt x="320" y="992"/>
                </a:lnTo>
                <a:lnTo>
                  <a:pt x="319" y="993"/>
                </a:lnTo>
                <a:lnTo>
                  <a:pt x="318" y="994"/>
                </a:lnTo>
                <a:lnTo>
                  <a:pt x="318" y="995"/>
                </a:lnTo>
                <a:lnTo>
                  <a:pt x="317" y="995"/>
                </a:lnTo>
                <a:lnTo>
                  <a:pt x="317" y="996"/>
                </a:lnTo>
                <a:lnTo>
                  <a:pt x="316" y="997"/>
                </a:lnTo>
                <a:lnTo>
                  <a:pt x="315" y="998"/>
                </a:lnTo>
                <a:lnTo>
                  <a:pt x="314" y="999"/>
                </a:lnTo>
                <a:lnTo>
                  <a:pt x="313" y="1000"/>
                </a:lnTo>
                <a:lnTo>
                  <a:pt x="310" y="1002"/>
                </a:lnTo>
                <a:lnTo>
                  <a:pt x="310" y="1003"/>
                </a:lnTo>
                <a:lnTo>
                  <a:pt x="308" y="1005"/>
                </a:lnTo>
                <a:lnTo>
                  <a:pt x="307" y="1005"/>
                </a:lnTo>
                <a:lnTo>
                  <a:pt x="307" y="1004"/>
                </a:lnTo>
                <a:lnTo>
                  <a:pt x="306" y="1004"/>
                </a:lnTo>
                <a:lnTo>
                  <a:pt x="305" y="1003"/>
                </a:lnTo>
                <a:lnTo>
                  <a:pt x="304" y="1003"/>
                </a:lnTo>
                <a:lnTo>
                  <a:pt x="304" y="1002"/>
                </a:lnTo>
                <a:lnTo>
                  <a:pt x="303" y="1002"/>
                </a:lnTo>
                <a:lnTo>
                  <a:pt x="303" y="1001"/>
                </a:lnTo>
                <a:lnTo>
                  <a:pt x="303" y="1000"/>
                </a:lnTo>
                <a:lnTo>
                  <a:pt x="302" y="999"/>
                </a:lnTo>
                <a:lnTo>
                  <a:pt x="300" y="997"/>
                </a:lnTo>
                <a:lnTo>
                  <a:pt x="299" y="997"/>
                </a:lnTo>
                <a:lnTo>
                  <a:pt x="299" y="996"/>
                </a:lnTo>
                <a:lnTo>
                  <a:pt x="298" y="996"/>
                </a:lnTo>
                <a:lnTo>
                  <a:pt x="295" y="996"/>
                </a:lnTo>
                <a:lnTo>
                  <a:pt x="294" y="996"/>
                </a:lnTo>
                <a:lnTo>
                  <a:pt x="292" y="996"/>
                </a:lnTo>
                <a:lnTo>
                  <a:pt x="291" y="996"/>
                </a:lnTo>
                <a:lnTo>
                  <a:pt x="290" y="996"/>
                </a:lnTo>
                <a:lnTo>
                  <a:pt x="289" y="997"/>
                </a:lnTo>
                <a:lnTo>
                  <a:pt x="287" y="997"/>
                </a:lnTo>
                <a:lnTo>
                  <a:pt x="286" y="997"/>
                </a:lnTo>
                <a:lnTo>
                  <a:pt x="286" y="998"/>
                </a:lnTo>
                <a:lnTo>
                  <a:pt x="285" y="998"/>
                </a:lnTo>
                <a:lnTo>
                  <a:pt x="284" y="998"/>
                </a:lnTo>
                <a:lnTo>
                  <a:pt x="284" y="996"/>
                </a:lnTo>
                <a:lnTo>
                  <a:pt x="283" y="994"/>
                </a:lnTo>
                <a:lnTo>
                  <a:pt x="283" y="993"/>
                </a:lnTo>
                <a:lnTo>
                  <a:pt x="283" y="992"/>
                </a:lnTo>
                <a:lnTo>
                  <a:pt x="282" y="991"/>
                </a:lnTo>
                <a:lnTo>
                  <a:pt x="283" y="990"/>
                </a:lnTo>
                <a:lnTo>
                  <a:pt x="283" y="989"/>
                </a:lnTo>
                <a:lnTo>
                  <a:pt x="283" y="988"/>
                </a:lnTo>
                <a:lnTo>
                  <a:pt x="283" y="987"/>
                </a:lnTo>
                <a:lnTo>
                  <a:pt x="282" y="987"/>
                </a:lnTo>
                <a:lnTo>
                  <a:pt x="281" y="986"/>
                </a:lnTo>
                <a:lnTo>
                  <a:pt x="281" y="985"/>
                </a:lnTo>
                <a:lnTo>
                  <a:pt x="282" y="985"/>
                </a:lnTo>
                <a:lnTo>
                  <a:pt x="282" y="983"/>
                </a:lnTo>
                <a:lnTo>
                  <a:pt x="282" y="984"/>
                </a:lnTo>
                <a:lnTo>
                  <a:pt x="271" y="972"/>
                </a:lnTo>
                <a:lnTo>
                  <a:pt x="271" y="971"/>
                </a:lnTo>
                <a:lnTo>
                  <a:pt x="270" y="971"/>
                </a:lnTo>
                <a:lnTo>
                  <a:pt x="270" y="970"/>
                </a:lnTo>
                <a:lnTo>
                  <a:pt x="270" y="969"/>
                </a:lnTo>
                <a:lnTo>
                  <a:pt x="271" y="968"/>
                </a:lnTo>
                <a:lnTo>
                  <a:pt x="271" y="967"/>
                </a:lnTo>
                <a:lnTo>
                  <a:pt x="271" y="966"/>
                </a:lnTo>
                <a:lnTo>
                  <a:pt x="271" y="965"/>
                </a:lnTo>
                <a:lnTo>
                  <a:pt x="270" y="963"/>
                </a:lnTo>
                <a:lnTo>
                  <a:pt x="270" y="961"/>
                </a:lnTo>
                <a:lnTo>
                  <a:pt x="271" y="960"/>
                </a:lnTo>
                <a:lnTo>
                  <a:pt x="271" y="959"/>
                </a:lnTo>
                <a:lnTo>
                  <a:pt x="270" y="958"/>
                </a:lnTo>
                <a:lnTo>
                  <a:pt x="271" y="958"/>
                </a:lnTo>
                <a:lnTo>
                  <a:pt x="272" y="957"/>
                </a:lnTo>
                <a:lnTo>
                  <a:pt x="272" y="956"/>
                </a:lnTo>
                <a:lnTo>
                  <a:pt x="271" y="955"/>
                </a:lnTo>
                <a:lnTo>
                  <a:pt x="270" y="954"/>
                </a:lnTo>
                <a:lnTo>
                  <a:pt x="270" y="953"/>
                </a:lnTo>
                <a:lnTo>
                  <a:pt x="270" y="952"/>
                </a:lnTo>
                <a:lnTo>
                  <a:pt x="269" y="952"/>
                </a:lnTo>
                <a:lnTo>
                  <a:pt x="268" y="950"/>
                </a:lnTo>
                <a:lnTo>
                  <a:pt x="269" y="949"/>
                </a:lnTo>
                <a:lnTo>
                  <a:pt x="270" y="949"/>
                </a:lnTo>
                <a:lnTo>
                  <a:pt x="270" y="947"/>
                </a:lnTo>
                <a:lnTo>
                  <a:pt x="269" y="946"/>
                </a:lnTo>
                <a:lnTo>
                  <a:pt x="269" y="945"/>
                </a:lnTo>
                <a:lnTo>
                  <a:pt x="269" y="944"/>
                </a:lnTo>
                <a:lnTo>
                  <a:pt x="269" y="943"/>
                </a:lnTo>
                <a:lnTo>
                  <a:pt x="270" y="942"/>
                </a:lnTo>
                <a:lnTo>
                  <a:pt x="270" y="941"/>
                </a:lnTo>
                <a:lnTo>
                  <a:pt x="269" y="941"/>
                </a:lnTo>
                <a:lnTo>
                  <a:pt x="269" y="940"/>
                </a:lnTo>
                <a:lnTo>
                  <a:pt x="269" y="939"/>
                </a:lnTo>
                <a:lnTo>
                  <a:pt x="269" y="938"/>
                </a:lnTo>
                <a:lnTo>
                  <a:pt x="269" y="937"/>
                </a:lnTo>
                <a:lnTo>
                  <a:pt x="268" y="936"/>
                </a:lnTo>
                <a:lnTo>
                  <a:pt x="267" y="936"/>
                </a:lnTo>
                <a:lnTo>
                  <a:pt x="266" y="937"/>
                </a:lnTo>
                <a:lnTo>
                  <a:pt x="266" y="936"/>
                </a:lnTo>
                <a:lnTo>
                  <a:pt x="266" y="935"/>
                </a:lnTo>
                <a:lnTo>
                  <a:pt x="265" y="934"/>
                </a:lnTo>
                <a:lnTo>
                  <a:pt x="265" y="933"/>
                </a:lnTo>
                <a:lnTo>
                  <a:pt x="264" y="933"/>
                </a:lnTo>
                <a:lnTo>
                  <a:pt x="264" y="932"/>
                </a:lnTo>
                <a:lnTo>
                  <a:pt x="263" y="932"/>
                </a:lnTo>
                <a:lnTo>
                  <a:pt x="264" y="932"/>
                </a:lnTo>
                <a:lnTo>
                  <a:pt x="264" y="930"/>
                </a:lnTo>
                <a:lnTo>
                  <a:pt x="263" y="929"/>
                </a:lnTo>
                <a:lnTo>
                  <a:pt x="263" y="928"/>
                </a:lnTo>
                <a:lnTo>
                  <a:pt x="262" y="926"/>
                </a:lnTo>
                <a:lnTo>
                  <a:pt x="264" y="924"/>
                </a:lnTo>
                <a:lnTo>
                  <a:pt x="264" y="923"/>
                </a:lnTo>
                <a:lnTo>
                  <a:pt x="263" y="923"/>
                </a:lnTo>
                <a:lnTo>
                  <a:pt x="263" y="922"/>
                </a:lnTo>
                <a:lnTo>
                  <a:pt x="263" y="921"/>
                </a:lnTo>
                <a:lnTo>
                  <a:pt x="262" y="920"/>
                </a:lnTo>
                <a:lnTo>
                  <a:pt x="261" y="920"/>
                </a:lnTo>
                <a:lnTo>
                  <a:pt x="260" y="919"/>
                </a:lnTo>
                <a:lnTo>
                  <a:pt x="260" y="918"/>
                </a:lnTo>
                <a:lnTo>
                  <a:pt x="259" y="918"/>
                </a:lnTo>
                <a:lnTo>
                  <a:pt x="258" y="918"/>
                </a:lnTo>
                <a:lnTo>
                  <a:pt x="258" y="919"/>
                </a:lnTo>
                <a:lnTo>
                  <a:pt x="258" y="918"/>
                </a:lnTo>
                <a:lnTo>
                  <a:pt x="258" y="917"/>
                </a:lnTo>
                <a:lnTo>
                  <a:pt x="257" y="917"/>
                </a:lnTo>
                <a:lnTo>
                  <a:pt x="256" y="916"/>
                </a:lnTo>
                <a:lnTo>
                  <a:pt x="256" y="915"/>
                </a:lnTo>
                <a:lnTo>
                  <a:pt x="255" y="915"/>
                </a:lnTo>
                <a:lnTo>
                  <a:pt x="254" y="915"/>
                </a:lnTo>
                <a:lnTo>
                  <a:pt x="253" y="915"/>
                </a:lnTo>
                <a:lnTo>
                  <a:pt x="254" y="915"/>
                </a:lnTo>
                <a:lnTo>
                  <a:pt x="254" y="914"/>
                </a:lnTo>
                <a:lnTo>
                  <a:pt x="253" y="914"/>
                </a:lnTo>
                <a:lnTo>
                  <a:pt x="253" y="913"/>
                </a:lnTo>
                <a:lnTo>
                  <a:pt x="253" y="912"/>
                </a:lnTo>
                <a:lnTo>
                  <a:pt x="252" y="912"/>
                </a:lnTo>
                <a:lnTo>
                  <a:pt x="251" y="913"/>
                </a:lnTo>
                <a:lnTo>
                  <a:pt x="251" y="912"/>
                </a:lnTo>
                <a:lnTo>
                  <a:pt x="250" y="912"/>
                </a:lnTo>
                <a:lnTo>
                  <a:pt x="249" y="912"/>
                </a:lnTo>
                <a:lnTo>
                  <a:pt x="248" y="911"/>
                </a:lnTo>
                <a:lnTo>
                  <a:pt x="249" y="911"/>
                </a:lnTo>
                <a:lnTo>
                  <a:pt x="249" y="910"/>
                </a:lnTo>
                <a:lnTo>
                  <a:pt x="249" y="909"/>
                </a:lnTo>
                <a:lnTo>
                  <a:pt x="248" y="909"/>
                </a:lnTo>
                <a:lnTo>
                  <a:pt x="248" y="908"/>
                </a:lnTo>
                <a:lnTo>
                  <a:pt x="248" y="907"/>
                </a:lnTo>
                <a:lnTo>
                  <a:pt x="248" y="906"/>
                </a:lnTo>
                <a:lnTo>
                  <a:pt x="247" y="906"/>
                </a:lnTo>
                <a:lnTo>
                  <a:pt x="246" y="905"/>
                </a:lnTo>
                <a:lnTo>
                  <a:pt x="246" y="904"/>
                </a:lnTo>
                <a:lnTo>
                  <a:pt x="245" y="904"/>
                </a:lnTo>
                <a:lnTo>
                  <a:pt x="244" y="904"/>
                </a:lnTo>
                <a:lnTo>
                  <a:pt x="243" y="904"/>
                </a:lnTo>
                <a:lnTo>
                  <a:pt x="242" y="904"/>
                </a:lnTo>
                <a:lnTo>
                  <a:pt x="242" y="903"/>
                </a:lnTo>
                <a:lnTo>
                  <a:pt x="241" y="903"/>
                </a:lnTo>
                <a:lnTo>
                  <a:pt x="240" y="903"/>
                </a:lnTo>
                <a:lnTo>
                  <a:pt x="239" y="903"/>
                </a:lnTo>
                <a:lnTo>
                  <a:pt x="239" y="904"/>
                </a:lnTo>
                <a:lnTo>
                  <a:pt x="238" y="905"/>
                </a:lnTo>
                <a:lnTo>
                  <a:pt x="238" y="904"/>
                </a:lnTo>
                <a:lnTo>
                  <a:pt x="237" y="904"/>
                </a:lnTo>
                <a:lnTo>
                  <a:pt x="237" y="905"/>
                </a:lnTo>
                <a:lnTo>
                  <a:pt x="236" y="905"/>
                </a:lnTo>
                <a:lnTo>
                  <a:pt x="236" y="904"/>
                </a:lnTo>
                <a:lnTo>
                  <a:pt x="235" y="904"/>
                </a:lnTo>
                <a:lnTo>
                  <a:pt x="234" y="904"/>
                </a:lnTo>
                <a:lnTo>
                  <a:pt x="233" y="903"/>
                </a:lnTo>
                <a:lnTo>
                  <a:pt x="234" y="903"/>
                </a:lnTo>
                <a:lnTo>
                  <a:pt x="234" y="902"/>
                </a:lnTo>
                <a:lnTo>
                  <a:pt x="233" y="901"/>
                </a:lnTo>
                <a:lnTo>
                  <a:pt x="234" y="900"/>
                </a:lnTo>
                <a:lnTo>
                  <a:pt x="235" y="900"/>
                </a:lnTo>
                <a:lnTo>
                  <a:pt x="235" y="898"/>
                </a:lnTo>
                <a:lnTo>
                  <a:pt x="234" y="897"/>
                </a:lnTo>
                <a:lnTo>
                  <a:pt x="233" y="897"/>
                </a:lnTo>
                <a:lnTo>
                  <a:pt x="232" y="897"/>
                </a:lnTo>
                <a:lnTo>
                  <a:pt x="232" y="896"/>
                </a:lnTo>
                <a:lnTo>
                  <a:pt x="232" y="895"/>
                </a:lnTo>
                <a:lnTo>
                  <a:pt x="231" y="894"/>
                </a:lnTo>
                <a:lnTo>
                  <a:pt x="231" y="895"/>
                </a:lnTo>
                <a:lnTo>
                  <a:pt x="230" y="895"/>
                </a:lnTo>
                <a:lnTo>
                  <a:pt x="230" y="894"/>
                </a:lnTo>
                <a:lnTo>
                  <a:pt x="230" y="893"/>
                </a:lnTo>
                <a:lnTo>
                  <a:pt x="230" y="892"/>
                </a:lnTo>
                <a:lnTo>
                  <a:pt x="229" y="891"/>
                </a:lnTo>
                <a:lnTo>
                  <a:pt x="228" y="890"/>
                </a:lnTo>
                <a:lnTo>
                  <a:pt x="228" y="889"/>
                </a:lnTo>
                <a:lnTo>
                  <a:pt x="228" y="888"/>
                </a:lnTo>
                <a:lnTo>
                  <a:pt x="229" y="887"/>
                </a:lnTo>
                <a:lnTo>
                  <a:pt x="230" y="887"/>
                </a:lnTo>
                <a:lnTo>
                  <a:pt x="230" y="886"/>
                </a:lnTo>
                <a:lnTo>
                  <a:pt x="230" y="885"/>
                </a:lnTo>
                <a:lnTo>
                  <a:pt x="231" y="885"/>
                </a:lnTo>
                <a:lnTo>
                  <a:pt x="232" y="885"/>
                </a:lnTo>
                <a:lnTo>
                  <a:pt x="233" y="883"/>
                </a:lnTo>
                <a:lnTo>
                  <a:pt x="233" y="881"/>
                </a:lnTo>
                <a:lnTo>
                  <a:pt x="234" y="881"/>
                </a:lnTo>
                <a:lnTo>
                  <a:pt x="234" y="880"/>
                </a:lnTo>
                <a:lnTo>
                  <a:pt x="235" y="880"/>
                </a:lnTo>
                <a:lnTo>
                  <a:pt x="236" y="881"/>
                </a:lnTo>
                <a:lnTo>
                  <a:pt x="236" y="880"/>
                </a:lnTo>
                <a:lnTo>
                  <a:pt x="237" y="880"/>
                </a:lnTo>
                <a:lnTo>
                  <a:pt x="238" y="879"/>
                </a:lnTo>
                <a:lnTo>
                  <a:pt x="237" y="878"/>
                </a:lnTo>
                <a:lnTo>
                  <a:pt x="234" y="878"/>
                </a:lnTo>
                <a:lnTo>
                  <a:pt x="234" y="879"/>
                </a:lnTo>
                <a:lnTo>
                  <a:pt x="233" y="879"/>
                </a:lnTo>
                <a:lnTo>
                  <a:pt x="233" y="878"/>
                </a:lnTo>
                <a:lnTo>
                  <a:pt x="232" y="876"/>
                </a:lnTo>
                <a:lnTo>
                  <a:pt x="232" y="875"/>
                </a:lnTo>
                <a:lnTo>
                  <a:pt x="231" y="875"/>
                </a:lnTo>
                <a:lnTo>
                  <a:pt x="230" y="875"/>
                </a:lnTo>
                <a:lnTo>
                  <a:pt x="228" y="875"/>
                </a:lnTo>
                <a:lnTo>
                  <a:pt x="228" y="874"/>
                </a:lnTo>
                <a:lnTo>
                  <a:pt x="228" y="872"/>
                </a:lnTo>
                <a:lnTo>
                  <a:pt x="229" y="872"/>
                </a:lnTo>
                <a:lnTo>
                  <a:pt x="229" y="871"/>
                </a:lnTo>
                <a:lnTo>
                  <a:pt x="229" y="870"/>
                </a:lnTo>
                <a:lnTo>
                  <a:pt x="228" y="870"/>
                </a:lnTo>
                <a:lnTo>
                  <a:pt x="228" y="869"/>
                </a:lnTo>
                <a:lnTo>
                  <a:pt x="228" y="868"/>
                </a:lnTo>
                <a:lnTo>
                  <a:pt x="228" y="867"/>
                </a:lnTo>
                <a:lnTo>
                  <a:pt x="229" y="867"/>
                </a:lnTo>
                <a:lnTo>
                  <a:pt x="228" y="866"/>
                </a:lnTo>
                <a:lnTo>
                  <a:pt x="229" y="865"/>
                </a:lnTo>
                <a:lnTo>
                  <a:pt x="229" y="864"/>
                </a:lnTo>
                <a:lnTo>
                  <a:pt x="229" y="863"/>
                </a:lnTo>
                <a:lnTo>
                  <a:pt x="230" y="863"/>
                </a:lnTo>
                <a:lnTo>
                  <a:pt x="230" y="862"/>
                </a:lnTo>
                <a:lnTo>
                  <a:pt x="231" y="860"/>
                </a:lnTo>
                <a:lnTo>
                  <a:pt x="230" y="860"/>
                </a:lnTo>
                <a:lnTo>
                  <a:pt x="228" y="860"/>
                </a:lnTo>
                <a:lnTo>
                  <a:pt x="228" y="859"/>
                </a:lnTo>
                <a:lnTo>
                  <a:pt x="227" y="857"/>
                </a:lnTo>
                <a:lnTo>
                  <a:pt x="226" y="856"/>
                </a:lnTo>
                <a:lnTo>
                  <a:pt x="225" y="856"/>
                </a:lnTo>
                <a:lnTo>
                  <a:pt x="224" y="855"/>
                </a:lnTo>
                <a:lnTo>
                  <a:pt x="224" y="854"/>
                </a:lnTo>
                <a:lnTo>
                  <a:pt x="224" y="853"/>
                </a:lnTo>
                <a:lnTo>
                  <a:pt x="223" y="851"/>
                </a:lnTo>
                <a:lnTo>
                  <a:pt x="222" y="851"/>
                </a:lnTo>
                <a:lnTo>
                  <a:pt x="222" y="850"/>
                </a:lnTo>
                <a:lnTo>
                  <a:pt x="223" y="849"/>
                </a:lnTo>
                <a:lnTo>
                  <a:pt x="222" y="848"/>
                </a:lnTo>
                <a:lnTo>
                  <a:pt x="220" y="847"/>
                </a:lnTo>
                <a:lnTo>
                  <a:pt x="219" y="847"/>
                </a:lnTo>
                <a:lnTo>
                  <a:pt x="218" y="847"/>
                </a:lnTo>
                <a:lnTo>
                  <a:pt x="218" y="846"/>
                </a:lnTo>
                <a:lnTo>
                  <a:pt x="217" y="845"/>
                </a:lnTo>
                <a:lnTo>
                  <a:pt x="217" y="844"/>
                </a:lnTo>
                <a:lnTo>
                  <a:pt x="216" y="845"/>
                </a:lnTo>
                <a:lnTo>
                  <a:pt x="215" y="845"/>
                </a:lnTo>
                <a:lnTo>
                  <a:pt x="214" y="844"/>
                </a:lnTo>
                <a:lnTo>
                  <a:pt x="213" y="844"/>
                </a:lnTo>
                <a:lnTo>
                  <a:pt x="213" y="845"/>
                </a:lnTo>
                <a:lnTo>
                  <a:pt x="213" y="846"/>
                </a:lnTo>
                <a:lnTo>
                  <a:pt x="212" y="846"/>
                </a:lnTo>
                <a:lnTo>
                  <a:pt x="211" y="845"/>
                </a:lnTo>
                <a:lnTo>
                  <a:pt x="210" y="844"/>
                </a:lnTo>
                <a:lnTo>
                  <a:pt x="209" y="842"/>
                </a:lnTo>
                <a:lnTo>
                  <a:pt x="210" y="841"/>
                </a:lnTo>
                <a:lnTo>
                  <a:pt x="211" y="841"/>
                </a:lnTo>
                <a:lnTo>
                  <a:pt x="210" y="840"/>
                </a:lnTo>
                <a:lnTo>
                  <a:pt x="210" y="839"/>
                </a:lnTo>
                <a:lnTo>
                  <a:pt x="210" y="838"/>
                </a:lnTo>
                <a:lnTo>
                  <a:pt x="209" y="837"/>
                </a:lnTo>
                <a:lnTo>
                  <a:pt x="208" y="837"/>
                </a:lnTo>
                <a:lnTo>
                  <a:pt x="207" y="835"/>
                </a:lnTo>
                <a:lnTo>
                  <a:pt x="207" y="834"/>
                </a:lnTo>
                <a:lnTo>
                  <a:pt x="207" y="833"/>
                </a:lnTo>
                <a:lnTo>
                  <a:pt x="204" y="833"/>
                </a:lnTo>
                <a:lnTo>
                  <a:pt x="204" y="832"/>
                </a:lnTo>
                <a:lnTo>
                  <a:pt x="202" y="832"/>
                </a:lnTo>
                <a:lnTo>
                  <a:pt x="202" y="831"/>
                </a:lnTo>
                <a:lnTo>
                  <a:pt x="201" y="830"/>
                </a:lnTo>
                <a:lnTo>
                  <a:pt x="200" y="829"/>
                </a:lnTo>
                <a:lnTo>
                  <a:pt x="200" y="828"/>
                </a:lnTo>
                <a:lnTo>
                  <a:pt x="201" y="827"/>
                </a:lnTo>
                <a:lnTo>
                  <a:pt x="200" y="826"/>
                </a:lnTo>
                <a:lnTo>
                  <a:pt x="200" y="824"/>
                </a:lnTo>
                <a:lnTo>
                  <a:pt x="201" y="823"/>
                </a:lnTo>
                <a:lnTo>
                  <a:pt x="201" y="822"/>
                </a:lnTo>
                <a:lnTo>
                  <a:pt x="200" y="822"/>
                </a:lnTo>
                <a:lnTo>
                  <a:pt x="201" y="821"/>
                </a:lnTo>
                <a:lnTo>
                  <a:pt x="201" y="820"/>
                </a:lnTo>
                <a:lnTo>
                  <a:pt x="202" y="820"/>
                </a:lnTo>
                <a:lnTo>
                  <a:pt x="201" y="820"/>
                </a:lnTo>
                <a:lnTo>
                  <a:pt x="201" y="817"/>
                </a:lnTo>
                <a:lnTo>
                  <a:pt x="202" y="817"/>
                </a:lnTo>
                <a:lnTo>
                  <a:pt x="202" y="816"/>
                </a:lnTo>
                <a:lnTo>
                  <a:pt x="201" y="816"/>
                </a:lnTo>
                <a:lnTo>
                  <a:pt x="203" y="814"/>
                </a:lnTo>
                <a:lnTo>
                  <a:pt x="203" y="813"/>
                </a:lnTo>
                <a:lnTo>
                  <a:pt x="205" y="813"/>
                </a:lnTo>
                <a:lnTo>
                  <a:pt x="208" y="814"/>
                </a:lnTo>
                <a:lnTo>
                  <a:pt x="209" y="814"/>
                </a:lnTo>
                <a:lnTo>
                  <a:pt x="210" y="814"/>
                </a:lnTo>
                <a:lnTo>
                  <a:pt x="211" y="813"/>
                </a:lnTo>
                <a:lnTo>
                  <a:pt x="212" y="813"/>
                </a:lnTo>
                <a:lnTo>
                  <a:pt x="213" y="813"/>
                </a:lnTo>
                <a:lnTo>
                  <a:pt x="214" y="813"/>
                </a:lnTo>
                <a:lnTo>
                  <a:pt x="214" y="812"/>
                </a:lnTo>
                <a:lnTo>
                  <a:pt x="214" y="811"/>
                </a:lnTo>
                <a:lnTo>
                  <a:pt x="214" y="810"/>
                </a:lnTo>
                <a:lnTo>
                  <a:pt x="215" y="810"/>
                </a:lnTo>
                <a:lnTo>
                  <a:pt x="216" y="809"/>
                </a:lnTo>
                <a:lnTo>
                  <a:pt x="217" y="807"/>
                </a:lnTo>
                <a:lnTo>
                  <a:pt x="216" y="807"/>
                </a:lnTo>
                <a:lnTo>
                  <a:pt x="214" y="807"/>
                </a:lnTo>
                <a:lnTo>
                  <a:pt x="214" y="806"/>
                </a:lnTo>
                <a:lnTo>
                  <a:pt x="214" y="805"/>
                </a:lnTo>
                <a:lnTo>
                  <a:pt x="214" y="804"/>
                </a:lnTo>
                <a:lnTo>
                  <a:pt x="215" y="804"/>
                </a:lnTo>
                <a:lnTo>
                  <a:pt x="215" y="803"/>
                </a:lnTo>
                <a:lnTo>
                  <a:pt x="214" y="802"/>
                </a:lnTo>
                <a:lnTo>
                  <a:pt x="214" y="801"/>
                </a:lnTo>
                <a:lnTo>
                  <a:pt x="215" y="800"/>
                </a:lnTo>
                <a:lnTo>
                  <a:pt x="214" y="800"/>
                </a:lnTo>
                <a:lnTo>
                  <a:pt x="212" y="799"/>
                </a:lnTo>
                <a:lnTo>
                  <a:pt x="211" y="797"/>
                </a:lnTo>
                <a:lnTo>
                  <a:pt x="211" y="795"/>
                </a:lnTo>
                <a:lnTo>
                  <a:pt x="212" y="794"/>
                </a:lnTo>
                <a:lnTo>
                  <a:pt x="213" y="793"/>
                </a:lnTo>
                <a:lnTo>
                  <a:pt x="214" y="792"/>
                </a:lnTo>
                <a:lnTo>
                  <a:pt x="214" y="791"/>
                </a:lnTo>
                <a:lnTo>
                  <a:pt x="213" y="791"/>
                </a:lnTo>
                <a:lnTo>
                  <a:pt x="214" y="790"/>
                </a:lnTo>
                <a:lnTo>
                  <a:pt x="214" y="789"/>
                </a:lnTo>
                <a:lnTo>
                  <a:pt x="215" y="789"/>
                </a:lnTo>
                <a:lnTo>
                  <a:pt x="216" y="789"/>
                </a:lnTo>
                <a:lnTo>
                  <a:pt x="216" y="788"/>
                </a:lnTo>
                <a:lnTo>
                  <a:pt x="217" y="787"/>
                </a:lnTo>
                <a:lnTo>
                  <a:pt x="218" y="786"/>
                </a:lnTo>
                <a:lnTo>
                  <a:pt x="219" y="786"/>
                </a:lnTo>
                <a:lnTo>
                  <a:pt x="220" y="786"/>
                </a:lnTo>
                <a:lnTo>
                  <a:pt x="221" y="785"/>
                </a:lnTo>
                <a:lnTo>
                  <a:pt x="220" y="785"/>
                </a:lnTo>
                <a:lnTo>
                  <a:pt x="221" y="785"/>
                </a:lnTo>
                <a:lnTo>
                  <a:pt x="222" y="784"/>
                </a:lnTo>
                <a:lnTo>
                  <a:pt x="222" y="785"/>
                </a:lnTo>
                <a:lnTo>
                  <a:pt x="223" y="785"/>
                </a:lnTo>
                <a:lnTo>
                  <a:pt x="224" y="785"/>
                </a:lnTo>
                <a:lnTo>
                  <a:pt x="225" y="784"/>
                </a:lnTo>
                <a:lnTo>
                  <a:pt x="225" y="783"/>
                </a:lnTo>
                <a:lnTo>
                  <a:pt x="225" y="782"/>
                </a:lnTo>
                <a:lnTo>
                  <a:pt x="225" y="781"/>
                </a:lnTo>
                <a:lnTo>
                  <a:pt x="226" y="781"/>
                </a:lnTo>
                <a:lnTo>
                  <a:pt x="227" y="781"/>
                </a:lnTo>
                <a:lnTo>
                  <a:pt x="227" y="780"/>
                </a:lnTo>
                <a:lnTo>
                  <a:pt x="228" y="779"/>
                </a:lnTo>
                <a:lnTo>
                  <a:pt x="228" y="778"/>
                </a:lnTo>
                <a:lnTo>
                  <a:pt x="230" y="777"/>
                </a:lnTo>
                <a:lnTo>
                  <a:pt x="231" y="776"/>
                </a:lnTo>
                <a:lnTo>
                  <a:pt x="230" y="775"/>
                </a:lnTo>
                <a:lnTo>
                  <a:pt x="231" y="775"/>
                </a:lnTo>
                <a:lnTo>
                  <a:pt x="232" y="774"/>
                </a:lnTo>
                <a:lnTo>
                  <a:pt x="233" y="774"/>
                </a:lnTo>
                <a:lnTo>
                  <a:pt x="234" y="773"/>
                </a:lnTo>
                <a:lnTo>
                  <a:pt x="235" y="772"/>
                </a:lnTo>
                <a:lnTo>
                  <a:pt x="235" y="771"/>
                </a:lnTo>
                <a:lnTo>
                  <a:pt x="236" y="771"/>
                </a:lnTo>
                <a:lnTo>
                  <a:pt x="236" y="770"/>
                </a:lnTo>
                <a:lnTo>
                  <a:pt x="237" y="770"/>
                </a:lnTo>
                <a:lnTo>
                  <a:pt x="238" y="770"/>
                </a:lnTo>
                <a:lnTo>
                  <a:pt x="239" y="770"/>
                </a:lnTo>
                <a:lnTo>
                  <a:pt x="239" y="769"/>
                </a:lnTo>
                <a:lnTo>
                  <a:pt x="240" y="769"/>
                </a:lnTo>
                <a:lnTo>
                  <a:pt x="241" y="769"/>
                </a:lnTo>
                <a:lnTo>
                  <a:pt x="241" y="768"/>
                </a:lnTo>
                <a:lnTo>
                  <a:pt x="242" y="768"/>
                </a:lnTo>
                <a:lnTo>
                  <a:pt x="243" y="767"/>
                </a:lnTo>
                <a:lnTo>
                  <a:pt x="244" y="768"/>
                </a:lnTo>
                <a:lnTo>
                  <a:pt x="245" y="768"/>
                </a:lnTo>
                <a:lnTo>
                  <a:pt x="245" y="767"/>
                </a:lnTo>
                <a:lnTo>
                  <a:pt x="246" y="767"/>
                </a:lnTo>
                <a:lnTo>
                  <a:pt x="247" y="767"/>
                </a:lnTo>
                <a:lnTo>
                  <a:pt x="247" y="768"/>
                </a:lnTo>
                <a:lnTo>
                  <a:pt x="247" y="767"/>
                </a:lnTo>
                <a:lnTo>
                  <a:pt x="247" y="766"/>
                </a:lnTo>
                <a:lnTo>
                  <a:pt x="247" y="765"/>
                </a:lnTo>
                <a:lnTo>
                  <a:pt x="246" y="765"/>
                </a:lnTo>
                <a:lnTo>
                  <a:pt x="246" y="764"/>
                </a:lnTo>
                <a:lnTo>
                  <a:pt x="246" y="762"/>
                </a:lnTo>
                <a:lnTo>
                  <a:pt x="245" y="761"/>
                </a:lnTo>
                <a:lnTo>
                  <a:pt x="244" y="759"/>
                </a:lnTo>
                <a:lnTo>
                  <a:pt x="244" y="757"/>
                </a:lnTo>
                <a:lnTo>
                  <a:pt x="244" y="756"/>
                </a:lnTo>
                <a:lnTo>
                  <a:pt x="243" y="756"/>
                </a:lnTo>
                <a:lnTo>
                  <a:pt x="242" y="756"/>
                </a:lnTo>
                <a:lnTo>
                  <a:pt x="241" y="756"/>
                </a:lnTo>
                <a:lnTo>
                  <a:pt x="240" y="756"/>
                </a:lnTo>
                <a:lnTo>
                  <a:pt x="239" y="757"/>
                </a:lnTo>
                <a:lnTo>
                  <a:pt x="239" y="758"/>
                </a:lnTo>
                <a:lnTo>
                  <a:pt x="238" y="757"/>
                </a:lnTo>
                <a:lnTo>
                  <a:pt x="237" y="757"/>
                </a:lnTo>
                <a:lnTo>
                  <a:pt x="236" y="757"/>
                </a:lnTo>
                <a:lnTo>
                  <a:pt x="235" y="756"/>
                </a:lnTo>
                <a:lnTo>
                  <a:pt x="235" y="755"/>
                </a:lnTo>
                <a:lnTo>
                  <a:pt x="235" y="754"/>
                </a:lnTo>
                <a:lnTo>
                  <a:pt x="234" y="753"/>
                </a:lnTo>
                <a:lnTo>
                  <a:pt x="233" y="753"/>
                </a:lnTo>
                <a:lnTo>
                  <a:pt x="232" y="753"/>
                </a:lnTo>
                <a:lnTo>
                  <a:pt x="232" y="752"/>
                </a:lnTo>
                <a:lnTo>
                  <a:pt x="231" y="752"/>
                </a:lnTo>
                <a:lnTo>
                  <a:pt x="231" y="753"/>
                </a:lnTo>
                <a:lnTo>
                  <a:pt x="230" y="752"/>
                </a:lnTo>
                <a:lnTo>
                  <a:pt x="230" y="751"/>
                </a:lnTo>
                <a:lnTo>
                  <a:pt x="229" y="752"/>
                </a:lnTo>
                <a:lnTo>
                  <a:pt x="228" y="752"/>
                </a:lnTo>
                <a:lnTo>
                  <a:pt x="228" y="753"/>
                </a:lnTo>
                <a:lnTo>
                  <a:pt x="227" y="753"/>
                </a:lnTo>
                <a:lnTo>
                  <a:pt x="226" y="752"/>
                </a:lnTo>
                <a:lnTo>
                  <a:pt x="225" y="752"/>
                </a:lnTo>
                <a:lnTo>
                  <a:pt x="224" y="752"/>
                </a:lnTo>
                <a:lnTo>
                  <a:pt x="224" y="753"/>
                </a:lnTo>
                <a:lnTo>
                  <a:pt x="223" y="753"/>
                </a:lnTo>
                <a:lnTo>
                  <a:pt x="223" y="752"/>
                </a:lnTo>
                <a:lnTo>
                  <a:pt x="222" y="752"/>
                </a:lnTo>
                <a:lnTo>
                  <a:pt x="223" y="750"/>
                </a:lnTo>
                <a:lnTo>
                  <a:pt x="223" y="749"/>
                </a:lnTo>
                <a:lnTo>
                  <a:pt x="223" y="748"/>
                </a:lnTo>
                <a:lnTo>
                  <a:pt x="223" y="747"/>
                </a:lnTo>
                <a:lnTo>
                  <a:pt x="222" y="747"/>
                </a:lnTo>
                <a:lnTo>
                  <a:pt x="221" y="747"/>
                </a:lnTo>
                <a:lnTo>
                  <a:pt x="220" y="746"/>
                </a:lnTo>
                <a:lnTo>
                  <a:pt x="219" y="745"/>
                </a:lnTo>
                <a:lnTo>
                  <a:pt x="219" y="744"/>
                </a:lnTo>
                <a:lnTo>
                  <a:pt x="218" y="744"/>
                </a:lnTo>
                <a:lnTo>
                  <a:pt x="217" y="743"/>
                </a:lnTo>
                <a:lnTo>
                  <a:pt x="216" y="743"/>
                </a:lnTo>
                <a:lnTo>
                  <a:pt x="215" y="743"/>
                </a:lnTo>
                <a:lnTo>
                  <a:pt x="214" y="743"/>
                </a:lnTo>
                <a:lnTo>
                  <a:pt x="214" y="742"/>
                </a:lnTo>
                <a:lnTo>
                  <a:pt x="213" y="741"/>
                </a:lnTo>
                <a:lnTo>
                  <a:pt x="213" y="739"/>
                </a:lnTo>
                <a:lnTo>
                  <a:pt x="213" y="738"/>
                </a:lnTo>
                <a:lnTo>
                  <a:pt x="212" y="738"/>
                </a:lnTo>
                <a:lnTo>
                  <a:pt x="212" y="737"/>
                </a:lnTo>
                <a:lnTo>
                  <a:pt x="213" y="737"/>
                </a:lnTo>
                <a:lnTo>
                  <a:pt x="213" y="736"/>
                </a:lnTo>
                <a:lnTo>
                  <a:pt x="212" y="736"/>
                </a:lnTo>
                <a:lnTo>
                  <a:pt x="212" y="735"/>
                </a:lnTo>
                <a:lnTo>
                  <a:pt x="211" y="734"/>
                </a:lnTo>
                <a:lnTo>
                  <a:pt x="211" y="733"/>
                </a:lnTo>
                <a:lnTo>
                  <a:pt x="210" y="732"/>
                </a:lnTo>
                <a:lnTo>
                  <a:pt x="209" y="732"/>
                </a:lnTo>
                <a:lnTo>
                  <a:pt x="207" y="733"/>
                </a:lnTo>
                <a:lnTo>
                  <a:pt x="206" y="733"/>
                </a:lnTo>
                <a:lnTo>
                  <a:pt x="205" y="734"/>
                </a:lnTo>
                <a:lnTo>
                  <a:pt x="205" y="735"/>
                </a:lnTo>
                <a:lnTo>
                  <a:pt x="204" y="735"/>
                </a:lnTo>
                <a:lnTo>
                  <a:pt x="204" y="736"/>
                </a:lnTo>
                <a:lnTo>
                  <a:pt x="204" y="737"/>
                </a:lnTo>
                <a:lnTo>
                  <a:pt x="201" y="738"/>
                </a:lnTo>
                <a:lnTo>
                  <a:pt x="200" y="738"/>
                </a:lnTo>
                <a:lnTo>
                  <a:pt x="199" y="737"/>
                </a:lnTo>
                <a:lnTo>
                  <a:pt x="198" y="738"/>
                </a:lnTo>
                <a:lnTo>
                  <a:pt x="197" y="738"/>
                </a:lnTo>
                <a:lnTo>
                  <a:pt x="196" y="738"/>
                </a:lnTo>
                <a:lnTo>
                  <a:pt x="195" y="738"/>
                </a:lnTo>
                <a:lnTo>
                  <a:pt x="195" y="739"/>
                </a:lnTo>
                <a:lnTo>
                  <a:pt x="195" y="740"/>
                </a:lnTo>
                <a:lnTo>
                  <a:pt x="195" y="741"/>
                </a:lnTo>
                <a:lnTo>
                  <a:pt x="194" y="742"/>
                </a:lnTo>
                <a:lnTo>
                  <a:pt x="193" y="743"/>
                </a:lnTo>
                <a:lnTo>
                  <a:pt x="192" y="743"/>
                </a:lnTo>
                <a:lnTo>
                  <a:pt x="192" y="742"/>
                </a:lnTo>
                <a:lnTo>
                  <a:pt x="191" y="741"/>
                </a:lnTo>
                <a:lnTo>
                  <a:pt x="192" y="741"/>
                </a:lnTo>
                <a:lnTo>
                  <a:pt x="192" y="740"/>
                </a:lnTo>
                <a:lnTo>
                  <a:pt x="191" y="739"/>
                </a:lnTo>
                <a:lnTo>
                  <a:pt x="190" y="738"/>
                </a:lnTo>
                <a:lnTo>
                  <a:pt x="190" y="737"/>
                </a:lnTo>
                <a:lnTo>
                  <a:pt x="189" y="736"/>
                </a:lnTo>
                <a:lnTo>
                  <a:pt x="189" y="735"/>
                </a:lnTo>
                <a:lnTo>
                  <a:pt x="188" y="735"/>
                </a:lnTo>
                <a:lnTo>
                  <a:pt x="188" y="734"/>
                </a:lnTo>
                <a:lnTo>
                  <a:pt x="187" y="733"/>
                </a:lnTo>
                <a:lnTo>
                  <a:pt x="186" y="733"/>
                </a:lnTo>
                <a:lnTo>
                  <a:pt x="185" y="733"/>
                </a:lnTo>
                <a:lnTo>
                  <a:pt x="185" y="732"/>
                </a:lnTo>
                <a:lnTo>
                  <a:pt x="185" y="731"/>
                </a:lnTo>
                <a:lnTo>
                  <a:pt x="184" y="730"/>
                </a:lnTo>
                <a:lnTo>
                  <a:pt x="184" y="729"/>
                </a:lnTo>
                <a:lnTo>
                  <a:pt x="183" y="728"/>
                </a:lnTo>
                <a:lnTo>
                  <a:pt x="182" y="728"/>
                </a:lnTo>
                <a:lnTo>
                  <a:pt x="180" y="728"/>
                </a:lnTo>
                <a:lnTo>
                  <a:pt x="180" y="727"/>
                </a:lnTo>
                <a:lnTo>
                  <a:pt x="180" y="726"/>
                </a:lnTo>
                <a:lnTo>
                  <a:pt x="180" y="725"/>
                </a:lnTo>
                <a:lnTo>
                  <a:pt x="180" y="724"/>
                </a:lnTo>
                <a:lnTo>
                  <a:pt x="179" y="724"/>
                </a:lnTo>
                <a:lnTo>
                  <a:pt x="178" y="724"/>
                </a:lnTo>
                <a:lnTo>
                  <a:pt x="177" y="724"/>
                </a:lnTo>
                <a:lnTo>
                  <a:pt x="176" y="724"/>
                </a:lnTo>
                <a:lnTo>
                  <a:pt x="175" y="724"/>
                </a:lnTo>
                <a:lnTo>
                  <a:pt x="174" y="723"/>
                </a:lnTo>
                <a:lnTo>
                  <a:pt x="173" y="723"/>
                </a:lnTo>
                <a:lnTo>
                  <a:pt x="172" y="723"/>
                </a:lnTo>
                <a:lnTo>
                  <a:pt x="171" y="723"/>
                </a:lnTo>
                <a:lnTo>
                  <a:pt x="171" y="722"/>
                </a:lnTo>
                <a:lnTo>
                  <a:pt x="169" y="722"/>
                </a:lnTo>
                <a:lnTo>
                  <a:pt x="169" y="721"/>
                </a:lnTo>
                <a:lnTo>
                  <a:pt x="168" y="721"/>
                </a:lnTo>
                <a:lnTo>
                  <a:pt x="168" y="722"/>
                </a:lnTo>
                <a:lnTo>
                  <a:pt x="168" y="723"/>
                </a:lnTo>
                <a:lnTo>
                  <a:pt x="168" y="725"/>
                </a:lnTo>
                <a:lnTo>
                  <a:pt x="168" y="726"/>
                </a:lnTo>
                <a:lnTo>
                  <a:pt x="167" y="727"/>
                </a:lnTo>
                <a:lnTo>
                  <a:pt x="167" y="729"/>
                </a:lnTo>
                <a:lnTo>
                  <a:pt x="166" y="729"/>
                </a:lnTo>
                <a:lnTo>
                  <a:pt x="165" y="729"/>
                </a:lnTo>
                <a:lnTo>
                  <a:pt x="164" y="730"/>
                </a:lnTo>
                <a:lnTo>
                  <a:pt x="163" y="731"/>
                </a:lnTo>
                <a:lnTo>
                  <a:pt x="162" y="732"/>
                </a:lnTo>
                <a:lnTo>
                  <a:pt x="162" y="733"/>
                </a:lnTo>
                <a:lnTo>
                  <a:pt x="162" y="734"/>
                </a:lnTo>
                <a:lnTo>
                  <a:pt x="162" y="735"/>
                </a:lnTo>
                <a:lnTo>
                  <a:pt x="161" y="734"/>
                </a:lnTo>
                <a:lnTo>
                  <a:pt x="161" y="735"/>
                </a:lnTo>
                <a:lnTo>
                  <a:pt x="161" y="736"/>
                </a:lnTo>
                <a:lnTo>
                  <a:pt x="161" y="737"/>
                </a:lnTo>
                <a:lnTo>
                  <a:pt x="161" y="738"/>
                </a:lnTo>
                <a:lnTo>
                  <a:pt x="160" y="738"/>
                </a:lnTo>
                <a:lnTo>
                  <a:pt x="159" y="738"/>
                </a:lnTo>
                <a:lnTo>
                  <a:pt x="158" y="737"/>
                </a:lnTo>
                <a:lnTo>
                  <a:pt x="156" y="736"/>
                </a:lnTo>
                <a:lnTo>
                  <a:pt x="155" y="735"/>
                </a:lnTo>
                <a:lnTo>
                  <a:pt x="154" y="735"/>
                </a:lnTo>
                <a:lnTo>
                  <a:pt x="154" y="734"/>
                </a:lnTo>
                <a:lnTo>
                  <a:pt x="154" y="733"/>
                </a:lnTo>
                <a:lnTo>
                  <a:pt x="154" y="732"/>
                </a:lnTo>
                <a:lnTo>
                  <a:pt x="153" y="732"/>
                </a:lnTo>
                <a:lnTo>
                  <a:pt x="152" y="731"/>
                </a:lnTo>
                <a:lnTo>
                  <a:pt x="152" y="730"/>
                </a:lnTo>
                <a:lnTo>
                  <a:pt x="152" y="729"/>
                </a:lnTo>
                <a:lnTo>
                  <a:pt x="151" y="729"/>
                </a:lnTo>
                <a:lnTo>
                  <a:pt x="150" y="728"/>
                </a:lnTo>
                <a:lnTo>
                  <a:pt x="149" y="727"/>
                </a:lnTo>
                <a:lnTo>
                  <a:pt x="149" y="726"/>
                </a:lnTo>
                <a:lnTo>
                  <a:pt x="150" y="726"/>
                </a:lnTo>
                <a:lnTo>
                  <a:pt x="150" y="725"/>
                </a:lnTo>
                <a:lnTo>
                  <a:pt x="150" y="724"/>
                </a:lnTo>
                <a:lnTo>
                  <a:pt x="150" y="723"/>
                </a:lnTo>
                <a:lnTo>
                  <a:pt x="150" y="722"/>
                </a:lnTo>
                <a:lnTo>
                  <a:pt x="150" y="721"/>
                </a:lnTo>
                <a:lnTo>
                  <a:pt x="150" y="720"/>
                </a:lnTo>
                <a:lnTo>
                  <a:pt x="149" y="719"/>
                </a:lnTo>
                <a:lnTo>
                  <a:pt x="148" y="719"/>
                </a:lnTo>
                <a:lnTo>
                  <a:pt x="148" y="718"/>
                </a:lnTo>
                <a:lnTo>
                  <a:pt x="147" y="717"/>
                </a:lnTo>
                <a:lnTo>
                  <a:pt x="146" y="716"/>
                </a:lnTo>
                <a:lnTo>
                  <a:pt x="146" y="715"/>
                </a:lnTo>
                <a:lnTo>
                  <a:pt x="145" y="714"/>
                </a:lnTo>
                <a:lnTo>
                  <a:pt x="144" y="714"/>
                </a:lnTo>
                <a:lnTo>
                  <a:pt x="143" y="714"/>
                </a:lnTo>
                <a:lnTo>
                  <a:pt x="143" y="715"/>
                </a:lnTo>
                <a:lnTo>
                  <a:pt x="142" y="716"/>
                </a:lnTo>
                <a:lnTo>
                  <a:pt x="142" y="715"/>
                </a:lnTo>
                <a:lnTo>
                  <a:pt x="141" y="715"/>
                </a:lnTo>
                <a:lnTo>
                  <a:pt x="139" y="714"/>
                </a:lnTo>
                <a:lnTo>
                  <a:pt x="139" y="715"/>
                </a:lnTo>
                <a:lnTo>
                  <a:pt x="138" y="716"/>
                </a:lnTo>
                <a:lnTo>
                  <a:pt x="137" y="715"/>
                </a:lnTo>
                <a:lnTo>
                  <a:pt x="137" y="714"/>
                </a:lnTo>
                <a:lnTo>
                  <a:pt x="136" y="713"/>
                </a:lnTo>
                <a:lnTo>
                  <a:pt x="135" y="712"/>
                </a:lnTo>
                <a:lnTo>
                  <a:pt x="134" y="712"/>
                </a:lnTo>
                <a:lnTo>
                  <a:pt x="134" y="711"/>
                </a:lnTo>
                <a:lnTo>
                  <a:pt x="134" y="710"/>
                </a:lnTo>
                <a:lnTo>
                  <a:pt x="135" y="710"/>
                </a:lnTo>
                <a:lnTo>
                  <a:pt x="135" y="709"/>
                </a:lnTo>
                <a:lnTo>
                  <a:pt x="134" y="707"/>
                </a:lnTo>
                <a:lnTo>
                  <a:pt x="135" y="707"/>
                </a:lnTo>
                <a:lnTo>
                  <a:pt x="135" y="706"/>
                </a:lnTo>
                <a:lnTo>
                  <a:pt x="135" y="704"/>
                </a:lnTo>
                <a:lnTo>
                  <a:pt x="134" y="704"/>
                </a:lnTo>
                <a:lnTo>
                  <a:pt x="134" y="705"/>
                </a:lnTo>
                <a:lnTo>
                  <a:pt x="134" y="706"/>
                </a:lnTo>
                <a:lnTo>
                  <a:pt x="133" y="706"/>
                </a:lnTo>
                <a:lnTo>
                  <a:pt x="132" y="705"/>
                </a:lnTo>
                <a:lnTo>
                  <a:pt x="132" y="704"/>
                </a:lnTo>
                <a:lnTo>
                  <a:pt x="131" y="703"/>
                </a:lnTo>
                <a:lnTo>
                  <a:pt x="131" y="701"/>
                </a:lnTo>
                <a:lnTo>
                  <a:pt x="131" y="700"/>
                </a:lnTo>
                <a:lnTo>
                  <a:pt x="130" y="699"/>
                </a:lnTo>
                <a:lnTo>
                  <a:pt x="129" y="699"/>
                </a:lnTo>
                <a:lnTo>
                  <a:pt x="128" y="698"/>
                </a:lnTo>
                <a:lnTo>
                  <a:pt x="128" y="699"/>
                </a:lnTo>
                <a:lnTo>
                  <a:pt x="127" y="699"/>
                </a:lnTo>
                <a:lnTo>
                  <a:pt x="126" y="699"/>
                </a:lnTo>
                <a:lnTo>
                  <a:pt x="126" y="700"/>
                </a:lnTo>
                <a:lnTo>
                  <a:pt x="126" y="701"/>
                </a:lnTo>
                <a:lnTo>
                  <a:pt x="125" y="701"/>
                </a:lnTo>
                <a:lnTo>
                  <a:pt x="125" y="702"/>
                </a:lnTo>
                <a:lnTo>
                  <a:pt x="124" y="702"/>
                </a:lnTo>
                <a:lnTo>
                  <a:pt x="124" y="701"/>
                </a:lnTo>
                <a:lnTo>
                  <a:pt x="123" y="701"/>
                </a:lnTo>
                <a:lnTo>
                  <a:pt x="122" y="700"/>
                </a:lnTo>
                <a:lnTo>
                  <a:pt x="122" y="701"/>
                </a:lnTo>
                <a:lnTo>
                  <a:pt x="121" y="701"/>
                </a:lnTo>
                <a:lnTo>
                  <a:pt x="119" y="700"/>
                </a:lnTo>
                <a:lnTo>
                  <a:pt x="118" y="700"/>
                </a:lnTo>
                <a:lnTo>
                  <a:pt x="119" y="699"/>
                </a:lnTo>
                <a:lnTo>
                  <a:pt x="120" y="697"/>
                </a:lnTo>
                <a:lnTo>
                  <a:pt x="119" y="696"/>
                </a:lnTo>
                <a:lnTo>
                  <a:pt x="118" y="695"/>
                </a:lnTo>
                <a:lnTo>
                  <a:pt x="119" y="695"/>
                </a:lnTo>
                <a:lnTo>
                  <a:pt x="119" y="694"/>
                </a:lnTo>
                <a:lnTo>
                  <a:pt x="120" y="693"/>
                </a:lnTo>
                <a:lnTo>
                  <a:pt x="121" y="692"/>
                </a:lnTo>
                <a:lnTo>
                  <a:pt x="121" y="691"/>
                </a:lnTo>
                <a:lnTo>
                  <a:pt x="120" y="690"/>
                </a:lnTo>
                <a:lnTo>
                  <a:pt x="119" y="690"/>
                </a:lnTo>
                <a:lnTo>
                  <a:pt x="119" y="689"/>
                </a:lnTo>
                <a:lnTo>
                  <a:pt x="118" y="689"/>
                </a:lnTo>
                <a:lnTo>
                  <a:pt x="117" y="688"/>
                </a:lnTo>
                <a:lnTo>
                  <a:pt x="117" y="687"/>
                </a:lnTo>
                <a:lnTo>
                  <a:pt x="118" y="686"/>
                </a:lnTo>
                <a:lnTo>
                  <a:pt x="119" y="686"/>
                </a:lnTo>
                <a:lnTo>
                  <a:pt x="119" y="685"/>
                </a:lnTo>
                <a:lnTo>
                  <a:pt x="119" y="684"/>
                </a:lnTo>
                <a:lnTo>
                  <a:pt x="119" y="683"/>
                </a:lnTo>
                <a:lnTo>
                  <a:pt x="119" y="682"/>
                </a:lnTo>
                <a:lnTo>
                  <a:pt x="119" y="681"/>
                </a:lnTo>
                <a:lnTo>
                  <a:pt x="119" y="680"/>
                </a:lnTo>
                <a:lnTo>
                  <a:pt x="119" y="679"/>
                </a:lnTo>
                <a:lnTo>
                  <a:pt x="119" y="678"/>
                </a:lnTo>
                <a:lnTo>
                  <a:pt x="118" y="678"/>
                </a:lnTo>
                <a:lnTo>
                  <a:pt x="118" y="677"/>
                </a:lnTo>
                <a:lnTo>
                  <a:pt x="118" y="676"/>
                </a:lnTo>
                <a:lnTo>
                  <a:pt x="117" y="675"/>
                </a:lnTo>
                <a:lnTo>
                  <a:pt x="116" y="675"/>
                </a:lnTo>
                <a:lnTo>
                  <a:pt x="117" y="674"/>
                </a:lnTo>
                <a:lnTo>
                  <a:pt x="116" y="674"/>
                </a:lnTo>
                <a:lnTo>
                  <a:pt x="116" y="673"/>
                </a:lnTo>
                <a:lnTo>
                  <a:pt x="116" y="672"/>
                </a:lnTo>
                <a:lnTo>
                  <a:pt x="116" y="671"/>
                </a:lnTo>
                <a:lnTo>
                  <a:pt x="115" y="671"/>
                </a:lnTo>
                <a:lnTo>
                  <a:pt x="115" y="670"/>
                </a:lnTo>
                <a:lnTo>
                  <a:pt x="115" y="669"/>
                </a:lnTo>
                <a:lnTo>
                  <a:pt x="116" y="669"/>
                </a:lnTo>
                <a:lnTo>
                  <a:pt x="116" y="668"/>
                </a:lnTo>
                <a:lnTo>
                  <a:pt x="117" y="668"/>
                </a:lnTo>
                <a:lnTo>
                  <a:pt x="118" y="667"/>
                </a:lnTo>
                <a:lnTo>
                  <a:pt x="119" y="666"/>
                </a:lnTo>
                <a:lnTo>
                  <a:pt x="119" y="665"/>
                </a:lnTo>
                <a:lnTo>
                  <a:pt x="120" y="665"/>
                </a:lnTo>
                <a:lnTo>
                  <a:pt x="120" y="664"/>
                </a:lnTo>
                <a:lnTo>
                  <a:pt x="121" y="664"/>
                </a:lnTo>
                <a:lnTo>
                  <a:pt x="122" y="663"/>
                </a:lnTo>
                <a:lnTo>
                  <a:pt x="122" y="662"/>
                </a:lnTo>
                <a:lnTo>
                  <a:pt x="123" y="661"/>
                </a:lnTo>
                <a:lnTo>
                  <a:pt x="123" y="660"/>
                </a:lnTo>
                <a:lnTo>
                  <a:pt x="123" y="659"/>
                </a:lnTo>
                <a:lnTo>
                  <a:pt x="123" y="658"/>
                </a:lnTo>
                <a:lnTo>
                  <a:pt x="124" y="658"/>
                </a:lnTo>
                <a:lnTo>
                  <a:pt x="123" y="658"/>
                </a:lnTo>
                <a:lnTo>
                  <a:pt x="124" y="657"/>
                </a:lnTo>
                <a:lnTo>
                  <a:pt x="124" y="656"/>
                </a:lnTo>
                <a:lnTo>
                  <a:pt x="124" y="655"/>
                </a:lnTo>
                <a:lnTo>
                  <a:pt x="123" y="655"/>
                </a:lnTo>
                <a:lnTo>
                  <a:pt x="123" y="654"/>
                </a:lnTo>
                <a:lnTo>
                  <a:pt x="123" y="653"/>
                </a:lnTo>
                <a:lnTo>
                  <a:pt x="124" y="653"/>
                </a:lnTo>
                <a:lnTo>
                  <a:pt x="124" y="652"/>
                </a:lnTo>
                <a:lnTo>
                  <a:pt x="125" y="652"/>
                </a:lnTo>
                <a:lnTo>
                  <a:pt x="125" y="651"/>
                </a:lnTo>
                <a:lnTo>
                  <a:pt x="125" y="650"/>
                </a:lnTo>
                <a:lnTo>
                  <a:pt x="124" y="650"/>
                </a:lnTo>
                <a:lnTo>
                  <a:pt x="124" y="649"/>
                </a:lnTo>
                <a:lnTo>
                  <a:pt x="125" y="649"/>
                </a:lnTo>
                <a:lnTo>
                  <a:pt x="126" y="649"/>
                </a:lnTo>
                <a:lnTo>
                  <a:pt x="126" y="648"/>
                </a:lnTo>
                <a:lnTo>
                  <a:pt x="127" y="648"/>
                </a:lnTo>
                <a:lnTo>
                  <a:pt x="128" y="648"/>
                </a:lnTo>
                <a:lnTo>
                  <a:pt x="128" y="647"/>
                </a:lnTo>
                <a:lnTo>
                  <a:pt x="129" y="646"/>
                </a:lnTo>
                <a:lnTo>
                  <a:pt x="130" y="646"/>
                </a:lnTo>
                <a:lnTo>
                  <a:pt x="131" y="645"/>
                </a:lnTo>
                <a:lnTo>
                  <a:pt x="132" y="644"/>
                </a:lnTo>
                <a:lnTo>
                  <a:pt x="133" y="643"/>
                </a:lnTo>
                <a:lnTo>
                  <a:pt x="133" y="642"/>
                </a:lnTo>
                <a:lnTo>
                  <a:pt x="133" y="641"/>
                </a:lnTo>
                <a:lnTo>
                  <a:pt x="132" y="641"/>
                </a:lnTo>
                <a:lnTo>
                  <a:pt x="132" y="640"/>
                </a:lnTo>
                <a:lnTo>
                  <a:pt x="131" y="640"/>
                </a:lnTo>
                <a:lnTo>
                  <a:pt x="131" y="639"/>
                </a:lnTo>
                <a:lnTo>
                  <a:pt x="131" y="638"/>
                </a:lnTo>
                <a:lnTo>
                  <a:pt x="130" y="638"/>
                </a:lnTo>
                <a:lnTo>
                  <a:pt x="130" y="637"/>
                </a:lnTo>
                <a:lnTo>
                  <a:pt x="131" y="637"/>
                </a:lnTo>
                <a:lnTo>
                  <a:pt x="131" y="636"/>
                </a:lnTo>
                <a:lnTo>
                  <a:pt x="131" y="635"/>
                </a:lnTo>
                <a:lnTo>
                  <a:pt x="131" y="634"/>
                </a:lnTo>
                <a:lnTo>
                  <a:pt x="131" y="633"/>
                </a:lnTo>
                <a:lnTo>
                  <a:pt x="132" y="633"/>
                </a:lnTo>
                <a:lnTo>
                  <a:pt x="132" y="632"/>
                </a:lnTo>
                <a:lnTo>
                  <a:pt x="132" y="631"/>
                </a:lnTo>
                <a:lnTo>
                  <a:pt x="133" y="631"/>
                </a:lnTo>
                <a:lnTo>
                  <a:pt x="133" y="630"/>
                </a:lnTo>
                <a:lnTo>
                  <a:pt x="134" y="630"/>
                </a:lnTo>
                <a:lnTo>
                  <a:pt x="135" y="629"/>
                </a:lnTo>
                <a:lnTo>
                  <a:pt x="136" y="628"/>
                </a:lnTo>
                <a:lnTo>
                  <a:pt x="136" y="627"/>
                </a:lnTo>
                <a:lnTo>
                  <a:pt x="136" y="626"/>
                </a:lnTo>
                <a:lnTo>
                  <a:pt x="137" y="626"/>
                </a:lnTo>
                <a:lnTo>
                  <a:pt x="137" y="625"/>
                </a:lnTo>
                <a:lnTo>
                  <a:pt x="136" y="625"/>
                </a:lnTo>
                <a:lnTo>
                  <a:pt x="137" y="625"/>
                </a:lnTo>
                <a:lnTo>
                  <a:pt x="138" y="625"/>
                </a:lnTo>
                <a:lnTo>
                  <a:pt x="139" y="625"/>
                </a:lnTo>
                <a:lnTo>
                  <a:pt x="140" y="625"/>
                </a:lnTo>
                <a:lnTo>
                  <a:pt x="141" y="625"/>
                </a:lnTo>
                <a:lnTo>
                  <a:pt x="142" y="625"/>
                </a:lnTo>
                <a:lnTo>
                  <a:pt x="142" y="624"/>
                </a:lnTo>
                <a:lnTo>
                  <a:pt x="143" y="623"/>
                </a:lnTo>
                <a:lnTo>
                  <a:pt x="144" y="622"/>
                </a:lnTo>
                <a:lnTo>
                  <a:pt x="145" y="622"/>
                </a:lnTo>
                <a:lnTo>
                  <a:pt x="146" y="622"/>
                </a:lnTo>
                <a:lnTo>
                  <a:pt x="147" y="621"/>
                </a:lnTo>
                <a:lnTo>
                  <a:pt x="147" y="620"/>
                </a:lnTo>
                <a:lnTo>
                  <a:pt x="147" y="619"/>
                </a:lnTo>
                <a:lnTo>
                  <a:pt x="148" y="619"/>
                </a:lnTo>
                <a:lnTo>
                  <a:pt x="148" y="618"/>
                </a:lnTo>
                <a:lnTo>
                  <a:pt x="149" y="618"/>
                </a:lnTo>
                <a:lnTo>
                  <a:pt x="149" y="617"/>
                </a:lnTo>
                <a:lnTo>
                  <a:pt x="150" y="617"/>
                </a:lnTo>
                <a:lnTo>
                  <a:pt x="150" y="616"/>
                </a:lnTo>
                <a:lnTo>
                  <a:pt x="151" y="616"/>
                </a:lnTo>
                <a:lnTo>
                  <a:pt x="152" y="615"/>
                </a:lnTo>
                <a:lnTo>
                  <a:pt x="153" y="615"/>
                </a:lnTo>
                <a:lnTo>
                  <a:pt x="153" y="614"/>
                </a:lnTo>
                <a:lnTo>
                  <a:pt x="154" y="613"/>
                </a:lnTo>
                <a:lnTo>
                  <a:pt x="154" y="612"/>
                </a:lnTo>
                <a:lnTo>
                  <a:pt x="155" y="611"/>
                </a:lnTo>
                <a:lnTo>
                  <a:pt x="156" y="611"/>
                </a:lnTo>
                <a:lnTo>
                  <a:pt x="157" y="610"/>
                </a:lnTo>
                <a:lnTo>
                  <a:pt x="158" y="610"/>
                </a:lnTo>
                <a:lnTo>
                  <a:pt x="159" y="610"/>
                </a:lnTo>
                <a:lnTo>
                  <a:pt x="159" y="609"/>
                </a:lnTo>
                <a:lnTo>
                  <a:pt x="160" y="609"/>
                </a:lnTo>
                <a:lnTo>
                  <a:pt x="159" y="609"/>
                </a:lnTo>
                <a:lnTo>
                  <a:pt x="160" y="608"/>
                </a:lnTo>
                <a:lnTo>
                  <a:pt x="160" y="607"/>
                </a:lnTo>
                <a:lnTo>
                  <a:pt x="161" y="607"/>
                </a:lnTo>
                <a:lnTo>
                  <a:pt x="161" y="606"/>
                </a:lnTo>
                <a:lnTo>
                  <a:pt x="162" y="606"/>
                </a:lnTo>
                <a:lnTo>
                  <a:pt x="163" y="606"/>
                </a:lnTo>
                <a:lnTo>
                  <a:pt x="164" y="607"/>
                </a:lnTo>
                <a:lnTo>
                  <a:pt x="165" y="607"/>
                </a:lnTo>
                <a:lnTo>
                  <a:pt x="165" y="608"/>
                </a:lnTo>
                <a:lnTo>
                  <a:pt x="166" y="608"/>
                </a:lnTo>
                <a:lnTo>
                  <a:pt x="166" y="607"/>
                </a:lnTo>
                <a:lnTo>
                  <a:pt x="167" y="607"/>
                </a:lnTo>
                <a:lnTo>
                  <a:pt x="168" y="607"/>
                </a:lnTo>
                <a:lnTo>
                  <a:pt x="168" y="608"/>
                </a:lnTo>
                <a:lnTo>
                  <a:pt x="169" y="608"/>
                </a:lnTo>
                <a:lnTo>
                  <a:pt x="170" y="608"/>
                </a:lnTo>
                <a:lnTo>
                  <a:pt x="171" y="608"/>
                </a:lnTo>
                <a:lnTo>
                  <a:pt x="172" y="608"/>
                </a:lnTo>
                <a:lnTo>
                  <a:pt x="172" y="607"/>
                </a:lnTo>
                <a:lnTo>
                  <a:pt x="171" y="607"/>
                </a:lnTo>
                <a:lnTo>
                  <a:pt x="170" y="607"/>
                </a:lnTo>
                <a:lnTo>
                  <a:pt x="171" y="606"/>
                </a:lnTo>
                <a:lnTo>
                  <a:pt x="172" y="605"/>
                </a:lnTo>
                <a:lnTo>
                  <a:pt x="172" y="604"/>
                </a:lnTo>
                <a:lnTo>
                  <a:pt x="175" y="604"/>
                </a:lnTo>
                <a:lnTo>
                  <a:pt x="176" y="603"/>
                </a:lnTo>
                <a:lnTo>
                  <a:pt x="176" y="602"/>
                </a:lnTo>
                <a:lnTo>
                  <a:pt x="177" y="602"/>
                </a:lnTo>
                <a:lnTo>
                  <a:pt x="177" y="603"/>
                </a:lnTo>
                <a:lnTo>
                  <a:pt x="178" y="603"/>
                </a:lnTo>
                <a:lnTo>
                  <a:pt x="179" y="603"/>
                </a:lnTo>
                <a:lnTo>
                  <a:pt x="180" y="603"/>
                </a:lnTo>
                <a:lnTo>
                  <a:pt x="180" y="604"/>
                </a:lnTo>
                <a:lnTo>
                  <a:pt x="181" y="605"/>
                </a:lnTo>
                <a:lnTo>
                  <a:pt x="183" y="605"/>
                </a:lnTo>
                <a:lnTo>
                  <a:pt x="183" y="604"/>
                </a:lnTo>
                <a:lnTo>
                  <a:pt x="183" y="605"/>
                </a:lnTo>
                <a:lnTo>
                  <a:pt x="184" y="605"/>
                </a:lnTo>
                <a:lnTo>
                  <a:pt x="183" y="605"/>
                </a:lnTo>
                <a:lnTo>
                  <a:pt x="183" y="606"/>
                </a:lnTo>
                <a:lnTo>
                  <a:pt x="184" y="606"/>
                </a:lnTo>
                <a:lnTo>
                  <a:pt x="185" y="606"/>
                </a:lnTo>
                <a:lnTo>
                  <a:pt x="186" y="606"/>
                </a:lnTo>
                <a:lnTo>
                  <a:pt x="186" y="605"/>
                </a:lnTo>
                <a:lnTo>
                  <a:pt x="187" y="604"/>
                </a:lnTo>
                <a:lnTo>
                  <a:pt x="187" y="603"/>
                </a:lnTo>
                <a:lnTo>
                  <a:pt x="188" y="603"/>
                </a:lnTo>
                <a:lnTo>
                  <a:pt x="188" y="604"/>
                </a:lnTo>
                <a:lnTo>
                  <a:pt x="189" y="604"/>
                </a:lnTo>
                <a:lnTo>
                  <a:pt x="189" y="603"/>
                </a:lnTo>
                <a:lnTo>
                  <a:pt x="189" y="602"/>
                </a:lnTo>
                <a:lnTo>
                  <a:pt x="190" y="602"/>
                </a:lnTo>
                <a:lnTo>
                  <a:pt x="190" y="601"/>
                </a:lnTo>
                <a:lnTo>
                  <a:pt x="191" y="601"/>
                </a:lnTo>
                <a:lnTo>
                  <a:pt x="191" y="602"/>
                </a:lnTo>
                <a:lnTo>
                  <a:pt x="191" y="603"/>
                </a:lnTo>
                <a:lnTo>
                  <a:pt x="192" y="603"/>
                </a:lnTo>
                <a:lnTo>
                  <a:pt x="192" y="604"/>
                </a:lnTo>
                <a:lnTo>
                  <a:pt x="192" y="603"/>
                </a:lnTo>
                <a:lnTo>
                  <a:pt x="193" y="603"/>
                </a:lnTo>
                <a:lnTo>
                  <a:pt x="194" y="603"/>
                </a:lnTo>
                <a:lnTo>
                  <a:pt x="195" y="603"/>
                </a:lnTo>
                <a:lnTo>
                  <a:pt x="196" y="603"/>
                </a:lnTo>
                <a:lnTo>
                  <a:pt x="197" y="602"/>
                </a:lnTo>
                <a:lnTo>
                  <a:pt x="197" y="601"/>
                </a:lnTo>
                <a:lnTo>
                  <a:pt x="197" y="600"/>
                </a:lnTo>
                <a:lnTo>
                  <a:pt x="198" y="599"/>
                </a:lnTo>
                <a:lnTo>
                  <a:pt x="199" y="599"/>
                </a:lnTo>
                <a:lnTo>
                  <a:pt x="200" y="599"/>
                </a:lnTo>
                <a:lnTo>
                  <a:pt x="201" y="599"/>
                </a:lnTo>
                <a:lnTo>
                  <a:pt x="201" y="598"/>
                </a:lnTo>
                <a:lnTo>
                  <a:pt x="201" y="597"/>
                </a:lnTo>
                <a:lnTo>
                  <a:pt x="201" y="595"/>
                </a:lnTo>
                <a:lnTo>
                  <a:pt x="201" y="594"/>
                </a:lnTo>
                <a:lnTo>
                  <a:pt x="201" y="593"/>
                </a:lnTo>
                <a:lnTo>
                  <a:pt x="200" y="593"/>
                </a:lnTo>
                <a:lnTo>
                  <a:pt x="199" y="592"/>
                </a:lnTo>
                <a:lnTo>
                  <a:pt x="198" y="591"/>
                </a:lnTo>
                <a:lnTo>
                  <a:pt x="197" y="591"/>
                </a:lnTo>
                <a:lnTo>
                  <a:pt x="197" y="590"/>
                </a:lnTo>
                <a:lnTo>
                  <a:pt x="196" y="589"/>
                </a:lnTo>
                <a:lnTo>
                  <a:pt x="196" y="588"/>
                </a:lnTo>
                <a:lnTo>
                  <a:pt x="197" y="587"/>
                </a:lnTo>
                <a:lnTo>
                  <a:pt x="197" y="585"/>
                </a:lnTo>
                <a:lnTo>
                  <a:pt x="196" y="585"/>
                </a:lnTo>
                <a:lnTo>
                  <a:pt x="196" y="584"/>
                </a:lnTo>
                <a:lnTo>
                  <a:pt x="196" y="583"/>
                </a:lnTo>
                <a:lnTo>
                  <a:pt x="196" y="582"/>
                </a:lnTo>
                <a:lnTo>
                  <a:pt x="196" y="581"/>
                </a:lnTo>
                <a:lnTo>
                  <a:pt x="197" y="580"/>
                </a:lnTo>
                <a:lnTo>
                  <a:pt x="198" y="581"/>
                </a:lnTo>
                <a:lnTo>
                  <a:pt x="198" y="580"/>
                </a:lnTo>
                <a:lnTo>
                  <a:pt x="198" y="579"/>
                </a:lnTo>
                <a:lnTo>
                  <a:pt x="198" y="578"/>
                </a:lnTo>
                <a:lnTo>
                  <a:pt x="198" y="577"/>
                </a:lnTo>
                <a:lnTo>
                  <a:pt x="199" y="577"/>
                </a:lnTo>
                <a:lnTo>
                  <a:pt x="199" y="576"/>
                </a:lnTo>
                <a:lnTo>
                  <a:pt x="199" y="575"/>
                </a:lnTo>
                <a:lnTo>
                  <a:pt x="199" y="574"/>
                </a:lnTo>
                <a:lnTo>
                  <a:pt x="199" y="573"/>
                </a:lnTo>
                <a:lnTo>
                  <a:pt x="200" y="573"/>
                </a:lnTo>
                <a:lnTo>
                  <a:pt x="200" y="572"/>
                </a:lnTo>
                <a:lnTo>
                  <a:pt x="199" y="572"/>
                </a:lnTo>
                <a:lnTo>
                  <a:pt x="199" y="571"/>
                </a:lnTo>
                <a:lnTo>
                  <a:pt x="198" y="570"/>
                </a:lnTo>
                <a:lnTo>
                  <a:pt x="199" y="570"/>
                </a:lnTo>
                <a:lnTo>
                  <a:pt x="199" y="569"/>
                </a:lnTo>
                <a:lnTo>
                  <a:pt x="198" y="569"/>
                </a:lnTo>
                <a:lnTo>
                  <a:pt x="198" y="568"/>
                </a:lnTo>
                <a:lnTo>
                  <a:pt x="197" y="568"/>
                </a:lnTo>
                <a:lnTo>
                  <a:pt x="197" y="567"/>
                </a:lnTo>
                <a:lnTo>
                  <a:pt x="197" y="566"/>
                </a:lnTo>
                <a:lnTo>
                  <a:pt x="197" y="565"/>
                </a:lnTo>
                <a:lnTo>
                  <a:pt x="197" y="564"/>
                </a:lnTo>
                <a:lnTo>
                  <a:pt x="197" y="563"/>
                </a:lnTo>
                <a:lnTo>
                  <a:pt x="198" y="562"/>
                </a:lnTo>
                <a:lnTo>
                  <a:pt x="198" y="561"/>
                </a:lnTo>
                <a:lnTo>
                  <a:pt x="198" y="560"/>
                </a:lnTo>
                <a:lnTo>
                  <a:pt x="199" y="560"/>
                </a:lnTo>
                <a:lnTo>
                  <a:pt x="199" y="559"/>
                </a:lnTo>
                <a:lnTo>
                  <a:pt x="198" y="559"/>
                </a:lnTo>
                <a:lnTo>
                  <a:pt x="198" y="558"/>
                </a:lnTo>
                <a:lnTo>
                  <a:pt x="198" y="557"/>
                </a:lnTo>
                <a:lnTo>
                  <a:pt x="198" y="556"/>
                </a:lnTo>
                <a:lnTo>
                  <a:pt x="199" y="556"/>
                </a:lnTo>
                <a:lnTo>
                  <a:pt x="200" y="557"/>
                </a:lnTo>
                <a:lnTo>
                  <a:pt x="200" y="556"/>
                </a:lnTo>
                <a:lnTo>
                  <a:pt x="199" y="555"/>
                </a:lnTo>
                <a:lnTo>
                  <a:pt x="198" y="554"/>
                </a:lnTo>
                <a:lnTo>
                  <a:pt x="198" y="552"/>
                </a:lnTo>
                <a:lnTo>
                  <a:pt x="198" y="551"/>
                </a:lnTo>
                <a:lnTo>
                  <a:pt x="197" y="551"/>
                </a:lnTo>
                <a:lnTo>
                  <a:pt x="197" y="550"/>
                </a:lnTo>
                <a:lnTo>
                  <a:pt x="197" y="549"/>
                </a:lnTo>
                <a:lnTo>
                  <a:pt x="197" y="548"/>
                </a:lnTo>
                <a:lnTo>
                  <a:pt x="198" y="548"/>
                </a:lnTo>
                <a:lnTo>
                  <a:pt x="198" y="547"/>
                </a:lnTo>
                <a:lnTo>
                  <a:pt x="197" y="547"/>
                </a:lnTo>
                <a:lnTo>
                  <a:pt x="197" y="545"/>
                </a:lnTo>
                <a:lnTo>
                  <a:pt x="197" y="544"/>
                </a:lnTo>
                <a:lnTo>
                  <a:pt x="198" y="544"/>
                </a:lnTo>
                <a:lnTo>
                  <a:pt x="199" y="542"/>
                </a:lnTo>
                <a:lnTo>
                  <a:pt x="200" y="541"/>
                </a:lnTo>
                <a:lnTo>
                  <a:pt x="200" y="540"/>
                </a:lnTo>
                <a:lnTo>
                  <a:pt x="200" y="539"/>
                </a:lnTo>
                <a:lnTo>
                  <a:pt x="199" y="539"/>
                </a:lnTo>
                <a:lnTo>
                  <a:pt x="198" y="539"/>
                </a:lnTo>
                <a:lnTo>
                  <a:pt x="198" y="538"/>
                </a:lnTo>
                <a:lnTo>
                  <a:pt x="197" y="538"/>
                </a:lnTo>
                <a:lnTo>
                  <a:pt x="196" y="535"/>
                </a:lnTo>
                <a:lnTo>
                  <a:pt x="196" y="534"/>
                </a:lnTo>
                <a:lnTo>
                  <a:pt x="196" y="533"/>
                </a:lnTo>
                <a:lnTo>
                  <a:pt x="197" y="533"/>
                </a:lnTo>
                <a:lnTo>
                  <a:pt x="197" y="532"/>
                </a:lnTo>
                <a:lnTo>
                  <a:pt x="197" y="531"/>
                </a:lnTo>
                <a:lnTo>
                  <a:pt x="197" y="530"/>
                </a:lnTo>
                <a:lnTo>
                  <a:pt x="197" y="529"/>
                </a:lnTo>
                <a:lnTo>
                  <a:pt x="197" y="528"/>
                </a:lnTo>
                <a:lnTo>
                  <a:pt x="197" y="527"/>
                </a:lnTo>
                <a:lnTo>
                  <a:pt x="197" y="525"/>
                </a:lnTo>
                <a:lnTo>
                  <a:pt x="197" y="524"/>
                </a:lnTo>
                <a:lnTo>
                  <a:pt x="197" y="522"/>
                </a:lnTo>
                <a:lnTo>
                  <a:pt x="197" y="521"/>
                </a:lnTo>
                <a:lnTo>
                  <a:pt x="196" y="519"/>
                </a:lnTo>
                <a:lnTo>
                  <a:pt x="196" y="518"/>
                </a:lnTo>
                <a:lnTo>
                  <a:pt x="195" y="517"/>
                </a:lnTo>
                <a:lnTo>
                  <a:pt x="194" y="517"/>
                </a:lnTo>
                <a:lnTo>
                  <a:pt x="193" y="514"/>
                </a:lnTo>
                <a:lnTo>
                  <a:pt x="193" y="513"/>
                </a:lnTo>
                <a:lnTo>
                  <a:pt x="192" y="513"/>
                </a:lnTo>
                <a:lnTo>
                  <a:pt x="192" y="510"/>
                </a:lnTo>
                <a:lnTo>
                  <a:pt x="191" y="509"/>
                </a:lnTo>
                <a:lnTo>
                  <a:pt x="191" y="508"/>
                </a:lnTo>
                <a:lnTo>
                  <a:pt x="191" y="507"/>
                </a:lnTo>
                <a:lnTo>
                  <a:pt x="191" y="505"/>
                </a:lnTo>
                <a:lnTo>
                  <a:pt x="191" y="504"/>
                </a:lnTo>
                <a:lnTo>
                  <a:pt x="191" y="503"/>
                </a:lnTo>
                <a:lnTo>
                  <a:pt x="191" y="502"/>
                </a:lnTo>
                <a:lnTo>
                  <a:pt x="192" y="501"/>
                </a:lnTo>
                <a:lnTo>
                  <a:pt x="192" y="500"/>
                </a:lnTo>
                <a:lnTo>
                  <a:pt x="191" y="499"/>
                </a:lnTo>
                <a:lnTo>
                  <a:pt x="189" y="498"/>
                </a:lnTo>
                <a:lnTo>
                  <a:pt x="189" y="497"/>
                </a:lnTo>
                <a:lnTo>
                  <a:pt x="189" y="495"/>
                </a:lnTo>
                <a:lnTo>
                  <a:pt x="189" y="494"/>
                </a:lnTo>
                <a:lnTo>
                  <a:pt x="188" y="490"/>
                </a:lnTo>
                <a:lnTo>
                  <a:pt x="188" y="489"/>
                </a:lnTo>
                <a:lnTo>
                  <a:pt x="187" y="486"/>
                </a:lnTo>
                <a:lnTo>
                  <a:pt x="186" y="486"/>
                </a:lnTo>
                <a:lnTo>
                  <a:pt x="186" y="485"/>
                </a:lnTo>
                <a:lnTo>
                  <a:pt x="186" y="483"/>
                </a:lnTo>
                <a:lnTo>
                  <a:pt x="185" y="482"/>
                </a:lnTo>
                <a:lnTo>
                  <a:pt x="185" y="481"/>
                </a:lnTo>
                <a:lnTo>
                  <a:pt x="185" y="480"/>
                </a:lnTo>
                <a:lnTo>
                  <a:pt x="185" y="479"/>
                </a:lnTo>
                <a:lnTo>
                  <a:pt x="185" y="478"/>
                </a:lnTo>
                <a:lnTo>
                  <a:pt x="185" y="477"/>
                </a:lnTo>
                <a:lnTo>
                  <a:pt x="185" y="476"/>
                </a:lnTo>
                <a:lnTo>
                  <a:pt x="185" y="475"/>
                </a:lnTo>
                <a:lnTo>
                  <a:pt x="183" y="472"/>
                </a:lnTo>
                <a:lnTo>
                  <a:pt x="181" y="468"/>
                </a:lnTo>
                <a:lnTo>
                  <a:pt x="181" y="465"/>
                </a:lnTo>
                <a:lnTo>
                  <a:pt x="181" y="464"/>
                </a:lnTo>
                <a:lnTo>
                  <a:pt x="181" y="463"/>
                </a:lnTo>
                <a:lnTo>
                  <a:pt x="180" y="462"/>
                </a:lnTo>
                <a:lnTo>
                  <a:pt x="179" y="462"/>
                </a:lnTo>
                <a:lnTo>
                  <a:pt x="178" y="462"/>
                </a:lnTo>
                <a:lnTo>
                  <a:pt x="177" y="462"/>
                </a:lnTo>
                <a:lnTo>
                  <a:pt x="178" y="461"/>
                </a:lnTo>
                <a:lnTo>
                  <a:pt x="179" y="460"/>
                </a:lnTo>
                <a:lnTo>
                  <a:pt x="179" y="459"/>
                </a:lnTo>
                <a:lnTo>
                  <a:pt x="180" y="459"/>
                </a:lnTo>
                <a:lnTo>
                  <a:pt x="180" y="458"/>
                </a:lnTo>
                <a:lnTo>
                  <a:pt x="180" y="457"/>
                </a:lnTo>
                <a:lnTo>
                  <a:pt x="180" y="456"/>
                </a:lnTo>
                <a:lnTo>
                  <a:pt x="180" y="455"/>
                </a:lnTo>
                <a:lnTo>
                  <a:pt x="179" y="455"/>
                </a:lnTo>
                <a:lnTo>
                  <a:pt x="178" y="454"/>
                </a:lnTo>
                <a:lnTo>
                  <a:pt x="178" y="453"/>
                </a:lnTo>
                <a:lnTo>
                  <a:pt x="177" y="453"/>
                </a:lnTo>
                <a:lnTo>
                  <a:pt x="176" y="453"/>
                </a:lnTo>
                <a:lnTo>
                  <a:pt x="175" y="453"/>
                </a:lnTo>
                <a:lnTo>
                  <a:pt x="174" y="453"/>
                </a:lnTo>
                <a:lnTo>
                  <a:pt x="174" y="454"/>
                </a:lnTo>
                <a:lnTo>
                  <a:pt x="173" y="454"/>
                </a:lnTo>
                <a:lnTo>
                  <a:pt x="173" y="453"/>
                </a:lnTo>
                <a:lnTo>
                  <a:pt x="173" y="452"/>
                </a:lnTo>
                <a:lnTo>
                  <a:pt x="174" y="452"/>
                </a:lnTo>
                <a:lnTo>
                  <a:pt x="174" y="451"/>
                </a:lnTo>
                <a:lnTo>
                  <a:pt x="175" y="451"/>
                </a:lnTo>
                <a:lnTo>
                  <a:pt x="176" y="450"/>
                </a:lnTo>
                <a:lnTo>
                  <a:pt x="176" y="449"/>
                </a:lnTo>
                <a:lnTo>
                  <a:pt x="177" y="449"/>
                </a:lnTo>
                <a:lnTo>
                  <a:pt x="178" y="448"/>
                </a:lnTo>
                <a:lnTo>
                  <a:pt x="178" y="447"/>
                </a:lnTo>
                <a:lnTo>
                  <a:pt x="178" y="446"/>
                </a:lnTo>
                <a:lnTo>
                  <a:pt x="178" y="445"/>
                </a:lnTo>
                <a:lnTo>
                  <a:pt x="179" y="443"/>
                </a:lnTo>
                <a:lnTo>
                  <a:pt x="180" y="443"/>
                </a:lnTo>
                <a:lnTo>
                  <a:pt x="181" y="442"/>
                </a:lnTo>
                <a:lnTo>
                  <a:pt x="181" y="441"/>
                </a:lnTo>
                <a:lnTo>
                  <a:pt x="182" y="441"/>
                </a:lnTo>
                <a:lnTo>
                  <a:pt x="182" y="440"/>
                </a:lnTo>
                <a:lnTo>
                  <a:pt x="183" y="440"/>
                </a:lnTo>
                <a:lnTo>
                  <a:pt x="183" y="439"/>
                </a:lnTo>
                <a:lnTo>
                  <a:pt x="184" y="439"/>
                </a:lnTo>
                <a:lnTo>
                  <a:pt x="185" y="439"/>
                </a:lnTo>
                <a:lnTo>
                  <a:pt x="186" y="439"/>
                </a:lnTo>
                <a:lnTo>
                  <a:pt x="185" y="439"/>
                </a:lnTo>
                <a:lnTo>
                  <a:pt x="185" y="438"/>
                </a:lnTo>
                <a:lnTo>
                  <a:pt x="184" y="438"/>
                </a:lnTo>
                <a:lnTo>
                  <a:pt x="184" y="437"/>
                </a:lnTo>
                <a:lnTo>
                  <a:pt x="183" y="437"/>
                </a:lnTo>
                <a:lnTo>
                  <a:pt x="181" y="437"/>
                </a:lnTo>
                <a:lnTo>
                  <a:pt x="180" y="437"/>
                </a:lnTo>
                <a:lnTo>
                  <a:pt x="180" y="438"/>
                </a:lnTo>
                <a:lnTo>
                  <a:pt x="179" y="438"/>
                </a:lnTo>
                <a:lnTo>
                  <a:pt x="179" y="439"/>
                </a:lnTo>
                <a:lnTo>
                  <a:pt x="179" y="440"/>
                </a:lnTo>
                <a:lnTo>
                  <a:pt x="178" y="441"/>
                </a:lnTo>
                <a:lnTo>
                  <a:pt x="178" y="442"/>
                </a:lnTo>
                <a:lnTo>
                  <a:pt x="176" y="445"/>
                </a:lnTo>
                <a:lnTo>
                  <a:pt x="175" y="447"/>
                </a:lnTo>
                <a:lnTo>
                  <a:pt x="174" y="447"/>
                </a:lnTo>
                <a:lnTo>
                  <a:pt x="173" y="447"/>
                </a:lnTo>
                <a:lnTo>
                  <a:pt x="173" y="448"/>
                </a:lnTo>
                <a:lnTo>
                  <a:pt x="172" y="448"/>
                </a:lnTo>
                <a:lnTo>
                  <a:pt x="172" y="449"/>
                </a:lnTo>
                <a:lnTo>
                  <a:pt x="172" y="450"/>
                </a:lnTo>
                <a:lnTo>
                  <a:pt x="172" y="451"/>
                </a:lnTo>
                <a:lnTo>
                  <a:pt x="173" y="454"/>
                </a:lnTo>
                <a:lnTo>
                  <a:pt x="172" y="454"/>
                </a:lnTo>
                <a:lnTo>
                  <a:pt x="171" y="454"/>
                </a:lnTo>
                <a:lnTo>
                  <a:pt x="170" y="454"/>
                </a:lnTo>
                <a:lnTo>
                  <a:pt x="169" y="454"/>
                </a:lnTo>
                <a:lnTo>
                  <a:pt x="169" y="455"/>
                </a:lnTo>
                <a:lnTo>
                  <a:pt x="169" y="456"/>
                </a:lnTo>
                <a:lnTo>
                  <a:pt x="168" y="456"/>
                </a:lnTo>
                <a:lnTo>
                  <a:pt x="168" y="457"/>
                </a:lnTo>
                <a:lnTo>
                  <a:pt x="167" y="458"/>
                </a:lnTo>
                <a:lnTo>
                  <a:pt x="166" y="459"/>
                </a:lnTo>
                <a:lnTo>
                  <a:pt x="166" y="460"/>
                </a:lnTo>
                <a:lnTo>
                  <a:pt x="164" y="462"/>
                </a:lnTo>
                <a:lnTo>
                  <a:pt x="163" y="462"/>
                </a:lnTo>
                <a:lnTo>
                  <a:pt x="164" y="461"/>
                </a:lnTo>
                <a:lnTo>
                  <a:pt x="164" y="460"/>
                </a:lnTo>
                <a:lnTo>
                  <a:pt x="164" y="459"/>
                </a:lnTo>
                <a:lnTo>
                  <a:pt x="164" y="458"/>
                </a:lnTo>
                <a:lnTo>
                  <a:pt x="163" y="458"/>
                </a:lnTo>
                <a:lnTo>
                  <a:pt x="163" y="457"/>
                </a:lnTo>
                <a:lnTo>
                  <a:pt x="162" y="456"/>
                </a:lnTo>
                <a:lnTo>
                  <a:pt x="161" y="455"/>
                </a:lnTo>
                <a:lnTo>
                  <a:pt x="160" y="455"/>
                </a:lnTo>
                <a:lnTo>
                  <a:pt x="160" y="456"/>
                </a:lnTo>
                <a:lnTo>
                  <a:pt x="160" y="458"/>
                </a:lnTo>
                <a:lnTo>
                  <a:pt x="160" y="459"/>
                </a:lnTo>
                <a:lnTo>
                  <a:pt x="159" y="460"/>
                </a:lnTo>
                <a:lnTo>
                  <a:pt x="158" y="460"/>
                </a:lnTo>
                <a:lnTo>
                  <a:pt x="157" y="461"/>
                </a:lnTo>
                <a:lnTo>
                  <a:pt x="156" y="461"/>
                </a:lnTo>
                <a:lnTo>
                  <a:pt x="154" y="460"/>
                </a:lnTo>
                <a:lnTo>
                  <a:pt x="153" y="460"/>
                </a:lnTo>
                <a:lnTo>
                  <a:pt x="152" y="459"/>
                </a:lnTo>
                <a:lnTo>
                  <a:pt x="151" y="459"/>
                </a:lnTo>
                <a:lnTo>
                  <a:pt x="150" y="459"/>
                </a:lnTo>
                <a:lnTo>
                  <a:pt x="150" y="458"/>
                </a:lnTo>
                <a:lnTo>
                  <a:pt x="149" y="458"/>
                </a:lnTo>
                <a:lnTo>
                  <a:pt x="149" y="459"/>
                </a:lnTo>
                <a:lnTo>
                  <a:pt x="148" y="459"/>
                </a:lnTo>
                <a:lnTo>
                  <a:pt x="148" y="461"/>
                </a:lnTo>
                <a:lnTo>
                  <a:pt x="149" y="462"/>
                </a:lnTo>
                <a:lnTo>
                  <a:pt x="150" y="462"/>
                </a:lnTo>
                <a:lnTo>
                  <a:pt x="150" y="463"/>
                </a:lnTo>
                <a:lnTo>
                  <a:pt x="149" y="463"/>
                </a:lnTo>
                <a:lnTo>
                  <a:pt x="149" y="464"/>
                </a:lnTo>
                <a:lnTo>
                  <a:pt x="148" y="464"/>
                </a:lnTo>
                <a:lnTo>
                  <a:pt x="147" y="464"/>
                </a:lnTo>
                <a:lnTo>
                  <a:pt x="146" y="464"/>
                </a:lnTo>
                <a:lnTo>
                  <a:pt x="145" y="464"/>
                </a:lnTo>
                <a:lnTo>
                  <a:pt x="145" y="465"/>
                </a:lnTo>
                <a:lnTo>
                  <a:pt x="146" y="465"/>
                </a:lnTo>
                <a:lnTo>
                  <a:pt x="146" y="466"/>
                </a:lnTo>
                <a:lnTo>
                  <a:pt x="146" y="467"/>
                </a:lnTo>
                <a:lnTo>
                  <a:pt x="147" y="467"/>
                </a:lnTo>
                <a:lnTo>
                  <a:pt x="147" y="468"/>
                </a:lnTo>
                <a:lnTo>
                  <a:pt x="147" y="470"/>
                </a:lnTo>
                <a:lnTo>
                  <a:pt x="146" y="475"/>
                </a:lnTo>
                <a:lnTo>
                  <a:pt x="146" y="476"/>
                </a:lnTo>
                <a:lnTo>
                  <a:pt x="145" y="476"/>
                </a:lnTo>
                <a:lnTo>
                  <a:pt x="145" y="477"/>
                </a:lnTo>
                <a:lnTo>
                  <a:pt x="144" y="477"/>
                </a:lnTo>
                <a:lnTo>
                  <a:pt x="143" y="476"/>
                </a:lnTo>
                <a:lnTo>
                  <a:pt x="143" y="474"/>
                </a:lnTo>
                <a:lnTo>
                  <a:pt x="142" y="473"/>
                </a:lnTo>
                <a:lnTo>
                  <a:pt x="142" y="474"/>
                </a:lnTo>
                <a:lnTo>
                  <a:pt x="142" y="475"/>
                </a:lnTo>
                <a:lnTo>
                  <a:pt x="141" y="475"/>
                </a:lnTo>
                <a:lnTo>
                  <a:pt x="141" y="476"/>
                </a:lnTo>
                <a:lnTo>
                  <a:pt x="139" y="478"/>
                </a:lnTo>
                <a:lnTo>
                  <a:pt x="138" y="478"/>
                </a:lnTo>
                <a:lnTo>
                  <a:pt x="138" y="477"/>
                </a:lnTo>
                <a:lnTo>
                  <a:pt x="137" y="477"/>
                </a:lnTo>
                <a:lnTo>
                  <a:pt x="137" y="476"/>
                </a:lnTo>
                <a:lnTo>
                  <a:pt x="136" y="476"/>
                </a:lnTo>
                <a:lnTo>
                  <a:pt x="136" y="475"/>
                </a:lnTo>
                <a:lnTo>
                  <a:pt x="135" y="475"/>
                </a:lnTo>
                <a:lnTo>
                  <a:pt x="135" y="474"/>
                </a:lnTo>
                <a:lnTo>
                  <a:pt x="134" y="474"/>
                </a:lnTo>
                <a:lnTo>
                  <a:pt x="133" y="474"/>
                </a:lnTo>
                <a:lnTo>
                  <a:pt x="133" y="475"/>
                </a:lnTo>
                <a:lnTo>
                  <a:pt x="132" y="475"/>
                </a:lnTo>
                <a:lnTo>
                  <a:pt x="130" y="477"/>
                </a:lnTo>
                <a:lnTo>
                  <a:pt x="129" y="478"/>
                </a:lnTo>
                <a:lnTo>
                  <a:pt x="128" y="479"/>
                </a:lnTo>
                <a:lnTo>
                  <a:pt x="127" y="479"/>
                </a:lnTo>
                <a:lnTo>
                  <a:pt x="126" y="479"/>
                </a:lnTo>
                <a:lnTo>
                  <a:pt x="126" y="478"/>
                </a:lnTo>
                <a:lnTo>
                  <a:pt x="127" y="478"/>
                </a:lnTo>
                <a:lnTo>
                  <a:pt x="128" y="478"/>
                </a:lnTo>
                <a:lnTo>
                  <a:pt x="128" y="477"/>
                </a:lnTo>
                <a:lnTo>
                  <a:pt x="129" y="477"/>
                </a:lnTo>
                <a:lnTo>
                  <a:pt x="129" y="476"/>
                </a:lnTo>
                <a:lnTo>
                  <a:pt x="128" y="476"/>
                </a:lnTo>
                <a:lnTo>
                  <a:pt x="128" y="475"/>
                </a:lnTo>
                <a:lnTo>
                  <a:pt x="127" y="475"/>
                </a:lnTo>
                <a:lnTo>
                  <a:pt x="126" y="475"/>
                </a:lnTo>
                <a:lnTo>
                  <a:pt x="125" y="476"/>
                </a:lnTo>
                <a:lnTo>
                  <a:pt x="125" y="475"/>
                </a:lnTo>
                <a:lnTo>
                  <a:pt x="124" y="475"/>
                </a:lnTo>
                <a:lnTo>
                  <a:pt x="124" y="474"/>
                </a:lnTo>
                <a:lnTo>
                  <a:pt x="123" y="473"/>
                </a:lnTo>
                <a:lnTo>
                  <a:pt x="123" y="472"/>
                </a:lnTo>
                <a:lnTo>
                  <a:pt x="122" y="472"/>
                </a:lnTo>
                <a:lnTo>
                  <a:pt x="122" y="473"/>
                </a:lnTo>
                <a:lnTo>
                  <a:pt x="121" y="473"/>
                </a:lnTo>
                <a:lnTo>
                  <a:pt x="120" y="472"/>
                </a:lnTo>
                <a:lnTo>
                  <a:pt x="120" y="471"/>
                </a:lnTo>
                <a:lnTo>
                  <a:pt x="119" y="471"/>
                </a:lnTo>
                <a:lnTo>
                  <a:pt x="119" y="470"/>
                </a:lnTo>
                <a:lnTo>
                  <a:pt x="118" y="470"/>
                </a:lnTo>
                <a:lnTo>
                  <a:pt x="118" y="468"/>
                </a:lnTo>
                <a:lnTo>
                  <a:pt x="117" y="466"/>
                </a:lnTo>
                <a:lnTo>
                  <a:pt x="116" y="464"/>
                </a:lnTo>
                <a:lnTo>
                  <a:pt x="115" y="462"/>
                </a:lnTo>
                <a:lnTo>
                  <a:pt x="114" y="462"/>
                </a:lnTo>
                <a:lnTo>
                  <a:pt x="113" y="461"/>
                </a:lnTo>
                <a:lnTo>
                  <a:pt x="112" y="459"/>
                </a:lnTo>
                <a:lnTo>
                  <a:pt x="112" y="458"/>
                </a:lnTo>
                <a:lnTo>
                  <a:pt x="112" y="459"/>
                </a:lnTo>
                <a:lnTo>
                  <a:pt x="111" y="459"/>
                </a:lnTo>
                <a:lnTo>
                  <a:pt x="111" y="457"/>
                </a:lnTo>
                <a:lnTo>
                  <a:pt x="110" y="457"/>
                </a:lnTo>
                <a:lnTo>
                  <a:pt x="109" y="457"/>
                </a:lnTo>
                <a:lnTo>
                  <a:pt x="108" y="457"/>
                </a:lnTo>
                <a:lnTo>
                  <a:pt x="107" y="456"/>
                </a:lnTo>
                <a:lnTo>
                  <a:pt x="106" y="456"/>
                </a:lnTo>
                <a:lnTo>
                  <a:pt x="105" y="456"/>
                </a:lnTo>
                <a:lnTo>
                  <a:pt x="104" y="455"/>
                </a:lnTo>
                <a:lnTo>
                  <a:pt x="104" y="454"/>
                </a:lnTo>
                <a:lnTo>
                  <a:pt x="104" y="453"/>
                </a:lnTo>
                <a:lnTo>
                  <a:pt x="104" y="452"/>
                </a:lnTo>
                <a:lnTo>
                  <a:pt x="102" y="451"/>
                </a:lnTo>
                <a:lnTo>
                  <a:pt x="100" y="451"/>
                </a:lnTo>
                <a:lnTo>
                  <a:pt x="99" y="450"/>
                </a:lnTo>
                <a:lnTo>
                  <a:pt x="99" y="449"/>
                </a:lnTo>
                <a:lnTo>
                  <a:pt x="98" y="447"/>
                </a:lnTo>
                <a:lnTo>
                  <a:pt x="98" y="446"/>
                </a:lnTo>
                <a:lnTo>
                  <a:pt x="97" y="446"/>
                </a:lnTo>
                <a:lnTo>
                  <a:pt x="97" y="447"/>
                </a:lnTo>
                <a:lnTo>
                  <a:pt x="96" y="447"/>
                </a:lnTo>
                <a:lnTo>
                  <a:pt x="95" y="448"/>
                </a:lnTo>
                <a:lnTo>
                  <a:pt x="93" y="448"/>
                </a:lnTo>
                <a:lnTo>
                  <a:pt x="87" y="450"/>
                </a:lnTo>
                <a:lnTo>
                  <a:pt x="86" y="451"/>
                </a:lnTo>
                <a:lnTo>
                  <a:pt x="85" y="451"/>
                </a:lnTo>
                <a:lnTo>
                  <a:pt x="84" y="452"/>
                </a:lnTo>
                <a:lnTo>
                  <a:pt x="84" y="453"/>
                </a:lnTo>
                <a:lnTo>
                  <a:pt x="82" y="453"/>
                </a:lnTo>
                <a:lnTo>
                  <a:pt x="81" y="453"/>
                </a:lnTo>
                <a:lnTo>
                  <a:pt x="80" y="453"/>
                </a:lnTo>
                <a:lnTo>
                  <a:pt x="80" y="452"/>
                </a:lnTo>
                <a:lnTo>
                  <a:pt x="79" y="452"/>
                </a:lnTo>
                <a:lnTo>
                  <a:pt x="79" y="451"/>
                </a:lnTo>
                <a:lnTo>
                  <a:pt x="80" y="450"/>
                </a:lnTo>
                <a:lnTo>
                  <a:pt x="80" y="447"/>
                </a:lnTo>
                <a:lnTo>
                  <a:pt x="80" y="446"/>
                </a:lnTo>
                <a:lnTo>
                  <a:pt x="79" y="446"/>
                </a:lnTo>
                <a:lnTo>
                  <a:pt x="76" y="446"/>
                </a:lnTo>
                <a:lnTo>
                  <a:pt x="76" y="447"/>
                </a:lnTo>
                <a:lnTo>
                  <a:pt x="74" y="449"/>
                </a:lnTo>
                <a:lnTo>
                  <a:pt x="73" y="449"/>
                </a:lnTo>
                <a:lnTo>
                  <a:pt x="73" y="448"/>
                </a:lnTo>
                <a:lnTo>
                  <a:pt x="72" y="447"/>
                </a:lnTo>
                <a:lnTo>
                  <a:pt x="73" y="447"/>
                </a:lnTo>
                <a:lnTo>
                  <a:pt x="73" y="446"/>
                </a:lnTo>
                <a:lnTo>
                  <a:pt x="72" y="446"/>
                </a:lnTo>
                <a:lnTo>
                  <a:pt x="72" y="445"/>
                </a:lnTo>
                <a:lnTo>
                  <a:pt x="71" y="446"/>
                </a:lnTo>
                <a:lnTo>
                  <a:pt x="70" y="446"/>
                </a:lnTo>
                <a:lnTo>
                  <a:pt x="69" y="446"/>
                </a:lnTo>
                <a:lnTo>
                  <a:pt x="69" y="447"/>
                </a:lnTo>
                <a:lnTo>
                  <a:pt x="68" y="447"/>
                </a:lnTo>
                <a:lnTo>
                  <a:pt x="67" y="447"/>
                </a:lnTo>
                <a:lnTo>
                  <a:pt x="66" y="447"/>
                </a:lnTo>
                <a:lnTo>
                  <a:pt x="65" y="447"/>
                </a:lnTo>
                <a:lnTo>
                  <a:pt x="65" y="448"/>
                </a:lnTo>
                <a:lnTo>
                  <a:pt x="64" y="447"/>
                </a:lnTo>
                <a:lnTo>
                  <a:pt x="63" y="447"/>
                </a:lnTo>
                <a:lnTo>
                  <a:pt x="62" y="447"/>
                </a:lnTo>
                <a:lnTo>
                  <a:pt x="62" y="446"/>
                </a:lnTo>
                <a:lnTo>
                  <a:pt x="61" y="445"/>
                </a:lnTo>
                <a:lnTo>
                  <a:pt x="61" y="444"/>
                </a:lnTo>
                <a:lnTo>
                  <a:pt x="62" y="444"/>
                </a:lnTo>
                <a:lnTo>
                  <a:pt x="63" y="442"/>
                </a:lnTo>
                <a:lnTo>
                  <a:pt x="62" y="441"/>
                </a:lnTo>
                <a:lnTo>
                  <a:pt x="62" y="440"/>
                </a:lnTo>
                <a:lnTo>
                  <a:pt x="62" y="439"/>
                </a:lnTo>
                <a:lnTo>
                  <a:pt x="62" y="438"/>
                </a:lnTo>
                <a:lnTo>
                  <a:pt x="61" y="438"/>
                </a:lnTo>
                <a:lnTo>
                  <a:pt x="61" y="439"/>
                </a:lnTo>
                <a:lnTo>
                  <a:pt x="60" y="439"/>
                </a:lnTo>
                <a:lnTo>
                  <a:pt x="60" y="436"/>
                </a:lnTo>
                <a:lnTo>
                  <a:pt x="61" y="436"/>
                </a:lnTo>
                <a:lnTo>
                  <a:pt x="61" y="435"/>
                </a:lnTo>
                <a:lnTo>
                  <a:pt x="62" y="434"/>
                </a:lnTo>
                <a:lnTo>
                  <a:pt x="62" y="433"/>
                </a:lnTo>
                <a:lnTo>
                  <a:pt x="62" y="431"/>
                </a:lnTo>
                <a:lnTo>
                  <a:pt x="61" y="431"/>
                </a:lnTo>
                <a:lnTo>
                  <a:pt x="60" y="431"/>
                </a:lnTo>
                <a:lnTo>
                  <a:pt x="59" y="432"/>
                </a:lnTo>
                <a:lnTo>
                  <a:pt x="58" y="433"/>
                </a:lnTo>
                <a:lnTo>
                  <a:pt x="57" y="433"/>
                </a:lnTo>
                <a:lnTo>
                  <a:pt x="57" y="432"/>
                </a:lnTo>
                <a:lnTo>
                  <a:pt x="58" y="432"/>
                </a:lnTo>
                <a:lnTo>
                  <a:pt x="58" y="431"/>
                </a:lnTo>
                <a:lnTo>
                  <a:pt x="58" y="430"/>
                </a:lnTo>
                <a:lnTo>
                  <a:pt x="58" y="429"/>
                </a:lnTo>
                <a:lnTo>
                  <a:pt x="57" y="430"/>
                </a:lnTo>
                <a:lnTo>
                  <a:pt x="57" y="429"/>
                </a:lnTo>
                <a:lnTo>
                  <a:pt x="57" y="428"/>
                </a:lnTo>
                <a:lnTo>
                  <a:pt x="57" y="426"/>
                </a:lnTo>
                <a:lnTo>
                  <a:pt x="57" y="420"/>
                </a:lnTo>
                <a:lnTo>
                  <a:pt x="56" y="420"/>
                </a:lnTo>
                <a:lnTo>
                  <a:pt x="56" y="419"/>
                </a:lnTo>
                <a:lnTo>
                  <a:pt x="55" y="418"/>
                </a:lnTo>
                <a:lnTo>
                  <a:pt x="55" y="417"/>
                </a:lnTo>
                <a:lnTo>
                  <a:pt x="56" y="416"/>
                </a:lnTo>
                <a:lnTo>
                  <a:pt x="57" y="414"/>
                </a:lnTo>
                <a:lnTo>
                  <a:pt x="57" y="411"/>
                </a:lnTo>
                <a:lnTo>
                  <a:pt x="57" y="410"/>
                </a:lnTo>
                <a:lnTo>
                  <a:pt x="56" y="410"/>
                </a:lnTo>
                <a:lnTo>
                  <a:pt x="56" y="409"/>
                </a:lnTo>
                <a:lnTo>
                  <a:pt x="55" y="409"/>
                </a:lnTo>
                <a:lnTo>
                  <a:pt x="55" y="408"/>
                </a:lnTo>
                <a:lnTo>
                  <a:pt x="55" y="407"/>
                </a:lnTo>
                <a:lnTo>
                  <a:pt x="56" y="406"/>
                </a:lnTo>
                <a:lnTo>
                  <a:pt x="57" y="406"/>
                </a:lnTo>
                <a:lnTo>
                  <a:pt x="57" y="407"/>
                </a:lnTo>
                <a:lnTo>
                  <a:pt x="58" y="408"/>
                </a:lnTo>
                <a:lnTo>
                  <a:pt x="60" y="407"/>
                </a:lnTo>
                <a:lnTo>
                  <a:pt x="60" y="406"/>
                </a:lnTo>
                <a:lnTo>
                  <a:pt x="60" y="405"/>
                </a:lnTo>
                <a:lnTo>
                  <a:pt x="59" y="404"/>
                </a:lnTo>
                <a:lnTo>
                  <a:pt x="58" y="404"/>
                </a:lnTo>
                <a:lnTo>
                  <a:pt x="57" y="404"/>
                </a:lnTo>
                <a:lnTo>
                  <a:pt x="56" y="403"/>
                </a:lnTo>
                <a:lnTo>
                  <a:pt x="56" y="401"/>
                </a:lnTo>
                <a:lnTo>
                  <a:pt x="57" y="399"/>
                </a:lnTo>
                <a:lnTo>
                  <a:pt x="57" y="398"/>
                </a:lnTo>
                <a:lnTo>
                  <a:pt x="56" y="398"/>
                </a:lnTo>
                <a:lnTo>
                  <a:pt x="55" y="398"/>
                </a:lnTo>
                <a:lnTo>
                  <a:pt x="55" y="397"/>
                </a:lnTo>
                <a:lnTo>
                  <a:pt x="55" y="396"/>
                </a:lnTo>
                <a:lnTo>
                  <a:pt x="57" y="396"/>
                </a:lnTo>
                <a:lnTo>
                  <a:pt x="58" y="395"/>
                </a:lnTo>
                <a:lnTo>
                  <a:pt x="57" y="393"/>
                </a:lnTo>
                <a:lnTo>
                  <a:pt x="56" y="393"/>
                </a:lnTo>
                <a:lnTo>
                  <a:pt x="55" y="392"/>
                </a:lnTo>
                <a:lnTo>
                  <a:pt x="53" y="393"/>
                </a:lnTo>
                <a:lnTo>
                  <a:pt x="52" y="393"/>
                </a:lnTo>
                <a:lnTo>
                  <a:pt x="51" y="393"/>
                </a:lnTo>
                <a:lnTo>
                  <a:pt x="51" y="392"/>
                </a:lnTo>
                <a:lnTo>
                  <a:pt x="49" y="392"/>
                </a:lnTo>
                <a:lnTo>
                  <a:pt x="49" y="391"/>
                </a:lnTo>
                <a:lnTo>
                  <a:pt x="49" y="390"/>
                </a:lnTo>
                <a:lnTo>
                  <a:pt x="49" y="389"/>
                </a:lnTo>
                <a:lnTo>
                  <a:pt x="48" y="389"/>
                </a:lnTo>
                <a:lnTo>
                  <a:pt x="47" y="388"/>
                </a:lnTo>
                <a:lnTo>
                  <a:pt x="47" y="387"/>
                </a:lnTo>
                <a:lnTo>
                  <a:pt x="46" y="386"/>
                </a:lnTo>
                <a:lnTo>
                  <a:pt x="45" y="385"/>
                </a:lnTo>
                <a:lnTo>
                  <a:pt x="42" y="385"/>
                </a:lnTo>
                <a:lnTo>
                  <a:pt x="41" y="385"/>
                </a:lnTo>
                <a:lnTo>
                  <a:pt x="40" y="386"/>
                </a:lnTo>
                <a:lnTo>
                  <a:pt x="39" y="386"/>
                </a:lnTo>
                <a:lnTo>
                  <a:pt x="38" y="386"/>
                </a:lnTo>
                <a:lnTo>
                  <a:pt x="37" y="385"/>
                </a:lnTo>
                <a:lnTo>
                  <a:pt x="36" y="385"/>
                </a:lnTo>
                <a:lnTo>
                  <a:pt x="35" y="385"/>
                </a:lnTo>
                <a:lnTo>
                  <a:pt x="32" y="385"/>
                </a:lnTo>
                <a:lnTo>
                  <a:pt x="29" y="385"/>
                </a:lnTo>
                <a:lnTo>
                  <a:pt x="28" y="386"/>
                </a:lnTo>
                <a:lnTo>
                  <a:pt x="27" y="386"/>
                </a:lnTo>
                <a:lnTo>
                  <a:pt x="27" y="385"/>
                </a:lnTo>
                <a:lnTo>
                  <a:pt x="25" y="385"/>
                </a:lnTo>
                <a:lnTo>
                  <a:pt x="25" y="384"/>
                </a:lnTo>
                <a:lnTo>
                  <a:pt x="26" y="383"/>
                </a:lnTo>
                <a:lnTo>
                  <a:pt x="28" y="383"/>
                </a:lnTo>
                <a:lnTo>
                  <a:pt x="28" y="382"/>
                </a:lnTo>
                <a:lnTo>
                  <a:pt x="29" y="380"/>
                </a:lnTo>
                <a:lnTo>
                  <a:pt x="29" y="379"/>
                </a:lnTo>
                <a:lnTo>
                  <a:pt x="28" y="379"/>
                </a:lnTo>
                <a:lnTo>
                  <a:pt x="28" y="378"/>
                </a:lnTo>
                <a:lnTo>
                  <a:pt x="27" y="379"/>
                </a:lnTo>
                <a:lnTo>
                  <a:pt x="26" y="380"/>
                </a:lnTo>
                <a:lnTo>
                  <a:pt x="24" y="380"/>
                </a:lnTo>
                <a:lnTo>
                  <a:pt x="24" y="379"/>
                </a:lnTo>
                <a:lnTo>
                  <a:pt x="23" y="379"/>
                </a:lnTo>
                <a:lnTo>
                  <a:pt x="22" y="379"/>
                </a:lnTo>
                <a:lnTo>
                  <a:pt x="18" y="379"/>
                </a:lnTo>
                <a:lnTo>
                  <a:pt x="16" y="379"/>
                </a:lnTo>
                <a:lnTo>
                  <a:pt x="14" y="381"/>
                </a:lnTo>
                <a:lnTo>
                  <a:pt x="13" y="381"/>
                </a:lnTo>
                <a:lnTo>
                  <a:pt x="12" y="381"/>
                </a:lnTo>
                <a:lnTo>
                  <a:pt x="11" y="380"/>
                </a:lnTo>
                <a:lnTo>
                  <a:pt x="11" y="379"/>
                </a:lnTo>
                <a:lnTo>
                  <a:pt x="10" y="378"/>
                </a:lnTo>
                <a:lnTo>
                  <a:pt x="10" y="377"/>
                </a:lnTo>
                <a:lnTo>
                  <a:pt x="7" y="374"/>
                </a:lnTo>
                <a:lnTo>
                  <a:pt x="5" y="374"/>
                </a:lnTo>
                <a:lnTo>
                  <a:pt x="4" y="374"/>
                </a:lnTo>
                <a:lnTo>
                  <a:pt x="3" y="374"/>
                </a:lnTo>
                <a:lnTo>
                  <a:pt x="2" y="374"/>
                </a:lnTo>
                <a:lnTo>
                  <a:pt x="1" y="374"/>
                </a:lnTo>
                <a:lnTo>
                  <a:pt x="1" y="373"/>
                </a:lnTo>
                <a:lnTo>
                  <a:pt x="1" y="371"/>
                </a:lnTo>
                <a:lnTo>
                  <a:pt x="1" y="370"/>
                </a:lnTo>
                <a:lnTo>
                  <a:pt x="3" y="369"/>
                </a:lnTo>
                <a:lnTo>
                  <a:pt x="3" y="368"/>
                </a:lnTo>
                <a:lnTo>
                  <a:pt x="4" y="368"/>
                </a:lnTo>
                <a:lnTo>
                  <a:pt x="3" y="367"/>
                </a:lnTo>
                <a:lnTo>
                  <a:pt x="3" y="366"/>
                </a:lnTo>
                <a:lnTo>
                  <a:pt x="2" y="365"/>
                </a:lnTo>
                <a:lnTo>
                  <a:pt x="2" y="364"/>
                </a:lnTo>
                <a:lnTo>
                  <a:pt x="3" y="364"/>
                </a:lnTo>
                <a:lnTo>
                  <a:pt x="4" y="364"/>
                </a:lnTo>
                <a:lnTo>
                  <a:pt x="5" y="364"/>
                </a:lnTo>
                <a:lnTo>
                  <a:pt x="6" y="364"/>
                </a:lnTo>
                <a:lnTo>
                  <a:pt x="7" y="364"/>
                </a:lnTo>
                <a:lnTo>
                  <a:pt x="8" y="363"/>
                </a:lnTo>
                <a:lnTo>
                  <a:pt x="8" y="362"/>
                </a:lnTo>
                <a:lnTo>
                  <a:pt x="8" y="361"/>
                </a:lnTo>
                <a:lnTo>
                  <a:pt x="6" y="360"/>
                </a:lnTo>
                <a:lnTo>
                  <a:pt x="6" y="359"/>
                </a:lnTo>
                <a:lnTo>
                  <a:pt x="6" y="358"/>
                </a:lnTo>
                <a:lnTo>
                  <a:pt x="6" y="357"/>
                </a:lnTo>
                <a:lnTo>
                  <a:pt x="5" y="354"/>
                </a:lnTo>
                <a:lnTo>
                  <a:pt x="5" y="352"/>
                </a:lnTo>
                <a:lnTo>
                  <a:pt x="4" y="352"/>
                </a:lnTo>
                <a:lnTo>
                  <a:pt x="4" y="351"/>
                </a:lnTo>
                <a:lnTo>
                  <a:pt x="3" y="350"/>
                </a:lnTo>
                <a:lnTo>
                  <a:pt x="1" y="351"/>
                </a:lnTo>
                <a:lnTo>
                  <a:pt x="1" y="348"/>
                </a:lnTo>
                <a:lnTo>
                  <a:pt x="1" y="347"/>
                </a:lnTo>
                <a:lnTo>
                  <a:pt x="1" y="346"/>
                </a:lnTo>
                <a:lnTo>
                  <a:pt x="2" y="346"/>
                </a:lnTo>
                <a:lnTo>
                  <a:pt x="2" y="344"/>
                </a:lnTo>
                <a:lnTo>
                  <a:pt x="2" y="343"/>
                </a:lnTo>
                <a:lnTo>
                  <a:pt x="0" y="342"/>
                </a:lnTo>
                <a:lnTo>
                  <a:pt x="1" y="341"/>
                </a:lnTo>
                <a:lnTo>
                  <a:pt x="2" y="340"/>
                </a:lnTo>
                <a:lnTo>
                  <a:pt x="3" y="339"/>
                </a:lnTo>
                <a:lnTo>
                  <a:pt x="4" y="339"/>
                </a:lnTo>
                <a:lnTo>
                  <a:pt x="5" y="339"/>
                </a:lnTo>
                <a:lnTo>
                  <a:pt x="6" y="338"/>
                </a:lnTo>
                <a:lnTo>
                  <a:pt x="6" y="336"/>
                </a:lnTo>
                <a:lnTo>
                  <a:pt x="10" y="336"/>
                </a:lnTo>
                <a:lnTo>
                  <a:pt x="11" y="336"/>
                </a:lnTo>
                <a:lnTo>
                  <a:pt x="13" y="336"/>
                </a:lnTo>
                <a:lnTo>
                  <a:pt x="14" y="336"/>
                </a:lnTo>
                <a:lnTo>
                  <a:pt x="14" y="337"/>
                </a:lnTo>
                <a:lnTo>
                  <a:pt x="13" y="337"/>
                </a:lnTo>
                <a:lnTo>
                  <a:pt x="13" y="338"/>
                </a:lnTo>
                <a:lnTo>
                  <a:pt x="12" y="338"/>
                </a:lnTo>
                <a:lnTo>
                  <a:pt x="12" y="339"/>
                </a:lnTo>
                <a:lnTo>
                  <a:pt x="12" y="340"/>
                </a:lnTo>
                <a:lnTo>
                  <a:pt x="13" y="341"/>
                </a:lnTo>
                <a:lnTo>
                  <a:pt x="14" y="341"/>
                </a:lnTo>
                <a:lnTo>
                  <a:pt x="15" y="341"/>
                </a:lnTo>
                <a:lnTo>
                  <a:pt x="15" y="342"/>
                </a:lnTo>
                <a:lnTo>
                  <a:pt x="16" y="343"/>
                </a:lnTo>
                <a:lnTo>
                  <a:pt x="16" y="344"/>
                </a:lnTo>
                <a:lnTo>
                  <a:pt x="16" y="345"/>
                </a:lnTo>
                <a:lnTo>
                  <a:pt x="17" y="346"/>
                </a:lnTo>
                <a:lnTo>
                  <a:pt x="20" y="346"/>
                </a:lnTo>
                <a:lnTo>
                  <a:pt x="21" y="347"/>
                </a:lnTo>
                <a:lnTo>
                  <a:pt x="21" y="348"/>
                </a:lnTo>
                <a:lnTo>
                  <a:pt x="22" y="348"/>
                </a:lnTo>
                <a:lnTo>
                  <a:pt x="23" y="348"/>
                </a:lnTo>
                <a:lnTo>
                  <a:pt x="25" y="348"/>
                </a:lnTo>
                <a:lnTo>
                  <a:pt x="25" y="347"/>
                </a:lnTo>
                <a:lnTo>
                  <a:pt x="26" y="346"/>
                </a:lnTo>
                <a:lnTo>
                  <a:pt x="27" y="346"/>
                </a:lnTo>
                <a:lnTo>
                  <a:pt x="27" y="347"/>
                </a:lnTo>
                <a:lnTo>
                  <a:pt x="27" y="348"/>
                </a:lnTo>
                <a:lnTo>
                  <a:pt x="29" y="349"/>
                </a:lnTo>
                <a:lnTo>
                  <a:pt x="29" y="348"/>
                </a:lnTo>
                <a:lnTo>
                  <a:pt x="30" y="347"/>
                </a:lnTo>
                <a:lnTo>
                  <a:pt x="31" y="347"/>
                </a:lnTo>
                <a:lnTo>
                  <a:pt x="32" y="347"/>
                </a:lnTo>
                <a:lnTo>
                  <a:pt x="34" y="347"/>
                </a:lnTo>
                <a:lnTo>
                  <a:pt x="34" y="348"/>
                </a:lnTo>
                <a:lnTo>
                  <a:pt x="38" y="349"/>
                </a:lnTo>
                <a:lnTo>
                  <a:pt x="39" y="348"/>
                </a:lnTo>
                <a:lnTo>
                  <a:pt x="41" y="347"/>
                </a:lnTo>
                <a:lnTo>
                  <a:pt x="43" y="347"/>
                </a:lnTo>
                <a:lnTo>
                  <a:pt x="44" y="347"/>
                </a:lnTo>
                <a:lnTo>
                  <a:pt x="46" y="346"/>
                </a:lnTo>
                <a:lnTo>
                  <a:pt x="47" y="344"/>
                </a:lnTo>
                <a:lnTo>
                  <a:pt x="46" y="344"/>
                </a:lnTo>
                <a:lnTo>
                  <a:pt x="46" y="343"/>
                </a:lnTo>
                <a:lnTo>
                  <a:pt x="46" y="341"/>
                </a:lnTo>
                <a:lnTo>
                  <a:pt x="47" y="341"/>
                </a:lnTo>
                <a:lnTo>
                  <a:pt x="47" y="340"/>
                </a:lnTo>
                <a:lnTo>
                  <a:pt x="49" y="339"/>
                </a:lnTo>
                <a:lnTo>
                  <a:pt x="50" y="339"/>
                </a:lnTo>
                <a:lnTo>
                  <a:pt x="50" y="338"/>
                </a:lnTo>
                <a:lnTo>
                  <a:pt x="51" y="338"/>
                </a:lnTo>
                <a:lnTo>
                  <a:pt x="52" y="338"/>
                </a:lnTo>
                <a:lnTo>
                  <a:pt x="52" y="339"/>
                </a:lnTo>
                <a:lnTo>
                  <a:pt x="57" y="337"/>
                </a:lnTo>
                <a:lnTo>
                  <a:pt x="57" y="336"/>
                </a:lnTo>
                <a:lnTo>
                  <a:pt x="58" y="336"/>
                </a:lnTo>
                <a:lnTo>
                  <a:pt x="58" y="335"/>
                </a:lnTo>
                <a:lnTo>
                  <a:pt x="58" y="334"/>
                </a:lnTo>
                <a:lnTo>
                  <a:pt x="59" y="334"/>
                </a:lnTo>
                <a:lnTo>
                  <a:pt x="61" y="334"/>
                </a:lnTo>
                <a:lnTo>
                  <a:pt x="62" y="334"/>
                </a:lnTo>
                <a:lnTo>
                  <a:pt x="64" y="333"/>
                </a:lnTo>
                <a:lnTo>
                  <a:pt x="65" y="334"/>
                </a:lnTo>
                <a:lnTo>
                  <a:pt x="66" y="334"/>
                </a:lnTo>
                <a:lnTo>
                  <a:pt x="66" y="333"/>
                </a:lnTo>
                <a:lnTo>
                  <a:pt x="65" y="333"/>
                </a:lnTo>
                <a:lnTo>
                  <a:pt x="65" y="332"/>
                </a:lnTo>
                <a:lnTo>
                  <a:pt x="66" y="332"/>
                </a:lnTo>
                <a:lnTo>
                  <a:pt x="67" y="332"/>
                </a:lnTo>
                <a:lnTo>
                  <a:pt x="68" y="332"/>
                </a:lnTo>
                <a:lnTo>
                  <a:pt x="68" y="330"/>
                </a:lnTo>
                <a:lnTo>
                  <a:pt x="67" y="328"/>
                </a:lnTo>
                <a:lnTo>
                  <a:pt x="67" y="326"/>
                </a:lnTo>
                <a:lnTo>
                  <a:pt x="66" y="323"/>
                </a:lnTo>
                <a:lnTo>
                  <a:pt x="65" y="322"/>
                </a:lnTo>
                <a:lnTo>
                  <a:pt x="65" y="321"/>
                </a:lnTo>
                <a:lnTo>
                  <a:pt x="65" y="320"/>
                </a:lnTo>
                <a:lnTo>
                  <a:pt x="66" y="319"/>
                </a:lnTo>
                <a:lnTo>
                  <a:pt x="67" y="319"/>
                </a:lnTo>
                <a:lnTo>
                  <a:pt x="68" y="319"/>
                </a:lnTo>
                <a:lnTo>
                  <a:pt x="70" y="317"/>
                </a:lnTo>
                <a:lnTo>
                  <a:pt x="71" y="316"/>
                </a:lnTo>
                <a:lnTo>
                  <a:pt x="70" y="316"/>
                </a:lnTo>
                <a:lnTo>
                  <a:pt x="68" y="316"/>
                </a:lnTo>
                <a:lnTo>
                  <a:pt x="68" y="315"/>
                </a:lnTo>
                <a:lnTo>
                  <a:pt x="68" y="314"/>
                </a:lnTo>
                <a:lnTo>
                  <a:pt x="69" y="314"/>
                </a:lnTo>
                <a:lnTo>
                  <a:pt x="70" y="314"/>
                </a:lnTo>
                <a:lnTo>
                  <a:pt x="71" y="313"/>
                </a:lnTo>
                <a:lnTo>
                  <a:pt x="71" y="312"/>
                </a:lnTo>
                <a:lnTo>
                  <a:pt x="70" y="312"/>
                </a:lnTo>
                <a:lnTo>
                  <a:pt x="70" y="311"/>
                </a:lnTo>
                <a:lnTo>
                  <a:pt x="70" y="310"/>
                </a:lnTo>
                <a:lnTo>
                  <a:pt x="70" y="308"/>
                </a:lnTo>
                <a:lnTo>
                  <a:pt x="71" y="307"/>
                </a:lnTo>
                <a:lnTo>
                  <a:pt x="72" y="307"/>
                </a:lnTo>
                <a:lnTo>
                  <a:pt x="72" y="306"/>
                </a:lnTo>
                <a:lnTo>
                  <a:pt x="71" y="305"/>
                </a:lnTo>
                <a:lnTo>
                  <a:pt x="71" y="304"/>
                </a:lnTo>
                <a:lnTo>
                  <a:pt x="71" y="303"/>
                </a:lnTo>
                <a:lnTo>
                  <a:pt x="70" y="302"/>
                </a:lnTo>
                <a:lnTo>
                  <a:pt x="70" y="299"/>
                </a:lnTo>
                <a:lnTo>
                  <a:pt x="71" y="299"/>
                </a:lnTo>
                <a:lnTo>
                  <a:pt x="71" y="298"/>
                </a:lnTo>
                <a:lnTo>
                  <a:pt x="72" y="298"/>
                </a:lnTo>
                <a:lnTo>
                  <a:pt x="73" y="299"/>
                </a:lnTo>
                <a:lnTo>
                  <a:pt x="74" y="299"/>
                </a:lnTo>
                <a:lnTo>
                  <a:pt x="74" y="298"/>
                </a:lnTo>
                <a:lnTo>
                  <a:pt x="74" y="297"/>
                </a:lnTo>
                <a:lnTo>
                  <a:pt x="74" y="295"/>
                </a:lnTo>
                <a:lnTo>
                  <a:pt x="74" y="293"/>
                </a:lnTo>
                <a:lnTo>
                  <a:pt x="75" y="292"/>
                </a:lnTo>
                <a:lnTo>
                  <a:pt x="75" y="291"/>
                </a:lnTo>
                <a:lnTo>
                  <a:pt x="74" y="290"/>
                </a:lnTo>
                <a:lnTo>
                  <a:pt x="73" y="290"/>
                </a:lnTo>
                <a:lnTo>
                  <a:pt x="72" y="290"/>
                </a:lnTo>
                <a:lnTo>
                  <a:pt x="71" y="288"/>
                </a:lnTo>
                <a:lnTo>
                  <a:pt x="70" y="287"/>
                </a:lnTo>
                <a:lnTo>
                  <a:pt x="70" y="286"/>
                </a:lnTo>
                <a:lnTo>
                  <a:pt x="69" y="285"/>
                </a:lnTo>
                <a:lnTo>
                  <a:pt x="70" y="285"/>
                </a:lnTo>
                <a:lnTo>
                  <a:pt x="70" y="284"/>
                </a:lnTo>
                <a:lnTo>
                  <a:pt x="68" y="284"/>
                </a:lnTo>
                <a:lnTo>
                  <a:pt x="68" y="285"/>
                </a:lnTo>
                <a:lnTo>
                  <a:pt x="67" y="286"/>
                </a:lnTo>
                <a:lnTo>
                  <a:pt x="66" y="286"/>
                </a:lnTo>
                <a:lnTo>
                  <a:pt x="65" y="285"/>
                </a:lnTo>
                <a:lnTo>
                  <a:pt x="65" y="284"/>
                </a:lnTo>
                <a:lnTo>
                  <a:pt x="64" y="281"/>
                </a:lnTo>
                <a:lnTo>
                  <a:pt x="65" y="280"/>
                </a:lnTo>
                <a:lnTo>
                  <a:pt x="66" y="280"/>
                </a:lnTo>
                <a:lnTo>
                  <a:pt x="67" y="279"/>
                </a:lnTo>
                <a:lnTo>
                  <a:pt x="67" y="278"/>
                </a:lnTo>
                <a:lnTo>
                  <a:pt x="67" y="277"/>
                </a:lnTo>
                <a:lnTo>
                  <a:pt x="66" y="277"/>
                </a:lnTo>
                <a:lnTo>
                  <a:pt x="65" y="276"/>
                </a:lnTo>
                <a:lnTo>
                  <a:pt x="64" y="274"/>
                </a:lnTo>
                <a:lnTo>
                  <a:pt x="64" y="273"/>
                </a:lnTo>
                <a:lnTo>
                  <a:pt x="64" y="271"/>
                </a:lnTo>
                <a:lnTo>
                  <a:pt x="64" y="270"/>
                </a:lnTo>
                <a:lnTo>
                  <a:pt x="64" y="269"/>
                </a:lnTo>
                <a:lnTo>
                  <a:pt x="65" y="267"/>
                </a:lnTo>
                <a:lnTo>
                  <a:pt x="66" y="268"/>
                </a:lnTo>
                <a:lnTo>
                  <a:pt x="67" y="268"/>
                </a:lnTo>
                <a:lnTo>
                  <a:pt x="68" y="269"/>
                </a:lnTo>
                <a:lnTo>
                  <a:pt x="69" y="268"/>
                </a:lnTo>
                <a:lnTo>
                  <a:pt x="69" y="267"/>
                </a:lnTo>
                <a:lnTo>
                  <a:pt x="69" y="266"/>
                </a:lnTo>
                <a:lnTo>
                  <a:pt x="68" y="266"/>
                </a:lnTo>
                <a:lnTo>
                  <a:pt x="68" y="265"/>
                </a:lnTo>
                <a:lnTo>
                  <a:pt x="68" y="264"/>
                </a:lnTo>
                <a:lnTo>
                  <a:pt x="69" y="263"/>
                </a:lnTo>
                <a:lnTo>
                  <a:pt x="69" y="262"/>
                </a:lnTo>
                <a:lnTo>
                  <a:pt x="68" y="260"/>
                </a:lnTo>
                <a:lnTo>
                  <a:pt x="67" y="257"/>
                </a:lnTo>
                <a:lnTo>
                  <a:pt x="69" y="255"/>
                </a:lnTo>
                <a:lnTo>
                  <a:pt x="70" y="253"/>
                </a:lnTo>
                <a:lnTo>
                  <a:pt x="70" y="252"/>
                </a:lnTo>
                <a:lnTo>
                  <a:pt x="72" y="253"/>
                </a:lnTo>
                <a:lnTo>
                  <a:pt x="74" y="254"/>
                </a:lnTo>
                <a:lnTo>
                  <a:pt x="76" y="255"/>
                </a:lnTo>
                <a:lnTo>
                  <a:pt x="76" y="256"/>
                </a:lnTo>
                <a:lnTo>
                  <a:pt x="76" y="255"/>
                </a:lnTo>
                <a:lnTo>
                  <a:pt x="77" y="254"/>
                </a:lnTo>
                <a:lnTo>
                  <a:pt x="77" y="253"/>
                </a:lnTo>
                <a:lnTo>
                  <a:pt x="77" y="252"/>
                </a:lnTo>
                <a:lnTo>
                  <a:pt x="76" y="251"/>
                </a:lnTo>
                <a:lnTo>
                  <a:pt x="76" y="249"/>
                </a:lnTo>
                <a:lnTo>
                  <a:pt x="77" y="246"/>
                </a:lnTo>
                <a:lnTo>
                  <a:pt x="78" y="245"/>
                </a:lnTo>
                <a:lnTo>
                  <a:pt x="82" y="243"/>
                </a:lnTo>
                <a:lnTo>
                  <a:pt x="83" y="242"/>
                </a:lnTo>
                <a:lnTo>
                  <a:pt x="83" y="241"/>
                </a:lnTo>
                <a:lnTo>
                  <a:pt x="84" y="241"/>
                </a:lnTo>
                <a:lnTo>
                  <a:pt x="85" y="241"/>
                </a:lnTo>
                <a:lnTo>
                  <a:pt x="86" y="242"/>
                </a:lnTo>
                <a:lnTo>
                  <a:pt x="86" y="243"/>
                </a:lnTo>
                <a:lnTo>
                  <a:pt x="87" y="243"/>
                </a:lnTo>
                <a:lnTo>
                  <a:pt x="88" y="243"/>
                </a:lnTo>
                <a:lnTo>
                  <a:pt x="90" y="242"/>
                </a:lnTo>
                <a:lnTo>
                  <a:pt x="91" y="241"/>
                </a:lnTo>
                <a:lnTo>
                  <a:pt x="92" y="241"/>
                </a:lnTo>
                <a:lnTo>
                  <a:pt x="92" y="242"/>
                </a:lnTo>
                <a:lnTo>
                  <a:pt x="92" y="243"/>
                </a:lnTo>
                <a:lnTo>
                  <a:pt x="93" y="243"/>
                </a:lnTo>
                <a:lnTo>
                  <a:pt x="94" y="243"/>
                </a:lnTo>
                <a:lnTo>
                  <a:pt x="96" y="241"/>
                </a:lnTo>
                <a:lnTo>
                  <a:pt x="97" y="240"/>
                </a:lnTo>
                <a:lnTo>
                  <a:pt x="99" y="240"/>
                </a:lnTo>
                <a:lnTo>
                  <a:pt x="100" y="240"/>
                </a:lnTo>
                <a:lnTo>
                  <a:pt x="101" y="241"/>
                </a:lnTo>
                <a:lnTo>
                  <a:pt x="102" y="240"/>
                </a:lnTo>
                <a:lnTo>
                  <a:pt x="102" y="239"/>
                </a:lnTo>
                <a:lnTo>
                  <a:pt x="102" y="238"/>
                </a:lnTo>
                <a:lnTo>
                  <a:pt x="106" y="237"/>
                </a:lnTo>
                <a:lnTo>
                  <a:pt x="108" y="237"/>
                </a:lnTo>
                <a:lnTo>
                  <a:pt x="111" y="237"/>
                </a:lnTo>
                <a:lnTo>
                  <a:pt x="112" y="236"/>
                </a:lnTo>
                <a:lnTo>
                  <a:pt x="112" y="235"/>
                </a:lnTo>
                <a:lnTo>
                  <a:pt x="113" y="235"/>
                </a:lnTo>
                <a:lnTo>
                  <a:pt x="114" y="235"/>
                </a:lnTo>
                <a:lnTo>
                  <a:pt x="115" y="235"/>
                </a:lnTo>
                <a:lnTo>
                  <a:pt x="114" y="234"/>
                </a:lnTo>
                <a:lnTo>
                  <a:pt x="114" y="233"/>
                </a:lnTo>
                <a:lnTo>
                  <a:pt x="113" y="231"/>
                </a:lnTo>
                <a:lnTo>
                  <a:pt x="113" y="230"/>
                </a:lnTo>
                <a:lnTo>
                  <a:pt x="111" y="227"/>
                </a:lnTo>
                <a:lnTo>
                  <a:pt x="111" y="226"/>
                </a:lnTo>
                <a:lnTo>
                  <a:pt x="110" y="226"/>
                </a:lnTo>
                <a:lnTo>
                  <a:pt x="110" y="225"/>
                </a:lnTo>
                <a:lnTo>
                  <a:pt x="109" y="225"/>
                </a:lnTo>
                <a:lnTo>
                  <a:pt x="109" y="224"/>
                </a:lnTo>
                <a:lnTo>
                  <a:pt x="108" y="223"/>
                </a:lnTo>
                <a:lnTo>
                  <a:pt x="108" y="222"/>
                </a:lnTo>
                <a:lnTo>
                  <a:pt x="107" y="222"/>
                </a:lnTo>
                <a:lnTo>
                  <a:pt x="107" y="220"/>
                </a:lnTo>
                <a:lnTo>
                  <a:pt x="106" y="220"/>
                </a:lnTo>
                <a:lnTo>
                  <a:pt x="107" y="220"/>
                </a:lnTo>
                <a:lnTo>
                  <a:pt x="106" y="220"/>
                </a:lnTo>
                <a:lnTo>
                  <a:pt x="106" y="219"/>
                </a:lnTo>
                <a:lnTo>
                  <a:pt x="107" y="217"/>
                </a:lnTo>
                <a:lnTo>
                  <a:pt x="106" y="217"/>
                </a:lnTo>
                <a:lnTo>
                  <a:pt x="105" y="217"/>
                </a:lnTo>
                <a:lnTo>
                  <a:pt x="106" y="214"/>
                </a:lnTo>
                <a:lnTo>
                  <a:pt x="106" y="212"/>
                </a:lnTo>
                <a:lnTo>
                  <a:pt x="105" y="211"/>
                </a:lnTo>
                <a:lnTo>
                  <a:pt x="105" y="209"/>
                </a:lnTo>
                <a:lnTo>
                  <a:pt x="105" y="208"/>
                </a:lnTo>
                <a:lnTo>
                  <a:pt x="105" y="207"/>
                </a:lnTo>
                <a:lnTo>
                  <a:pt x="104" y="206"/>
                </a:lnTo>
                <a:lnTo>
                  <a:pt x="104" y="205"/>
                </a:lnTo>
                <a:lnTo>
                  <a:pt x="103" y="203"/>
                </a:lnTo>
                <a:lnTo>
                  <a:pt x="101" y="202"/>
                </a:lnTo>
                <a:lnTo>
                  <a:pt x="100" y="201"/>
                </a:lnTo>
                <a:lnTo>
                  <a:pt x="100" y="200"/>
                </a:lnTo>
                <a:lnTo>
                  <a:pt x="99" y="198"/>
                </a:lnTo>
                <a:lnTo>
                  <a:pt x="98" y="198"/>
                </a:lnTo>
                <a:lnTo>
                  <a:pt x="98" y="197"/>
                </a:lnTo>
                <a:lnTo>
                  <a:pt x="98" y="196"/>
                </a:lnTo>
                <a:lnTo>
                  <a:pt x="99" y="194"/>
                </a:lnTo>
                <a:lnTo>
                  <a:pt x="100" y="193"/>
                </a:lnTo>
                <a:lnTo>
                  <a:pt x="100" y="194"/>
                </a:lnTo>
                <a:lnTo>
                  <a:pt x="101" y="194"/>
                </a:lnTo>
                <a:lnTo>
                  <a:pt x="102" y="194"/>
                </a:lnTo>
                <a:lnTo>
                  <a:pt x="103" y="194"/>
                </a:lnTo>
                <a:lnTo>
                  <a:pt x="103" y="195"/>
                </a:lnTo>
                <a:lnTo>
                  <a:pt x="104" y="195"/>
                </a:lnTo>
                <a:lnTo>
                  <a:pt x="105" y="195"/>
                </a:lnTo>
                <a:lnTo>
                  <a:pt x="106" y="196"/>
                </a:lnTo>
                <a:lnTo>
                  <a:pt x="106" y="195"/>
                </a:lnTo>
                <a:lnTo>
                  <a:pt x="106" y="194"/>
                </a:lnTo>
                <a:lnTo>
                  <a:pt x="106" y="188"/>
                </a:lnTo>
                <a:lnTo>
                  <a:pt x="106" y="187"/>
                </a:lnTo>
                <a:lnTo>
                  <a:pt x="105" y="187"/>
                </a:lnTo>
                <a:lnTo>
                  <a:pt x="105" y="186"/>
                </a:lnTo>
                <a:lnTo>
                  <a:pt x="106" y="186"/>
                </a:lnTo>
                <a:lnTo>
                  <a:pt x="107" y="183"/>
                </a:lnTo>
                <a:lnTo>
                  <a:pt x="107" y="182"/>
                </a:lnTo>
                <a:lnTo>
                  <a:pt x="108" y="182"/>
                </a:lnTo>
                <a:lnTo>
                  <a:pt x="108" y="181"/>
                </a:lnTo>
                <a:lnTo>
                  <a:pt x="108" y="180"/>
                </a:lnTo>
                <a:lnTo>
                  <a:pt x="108" y="177"/>
                </a:lnTo>
                <a:lnTo>
                  <a:pt x="107" y="177"/>
                </a:lnTo>
                <a:lnTo>
                  <a:pt x="106" y="176"/>
                </a:lnTo>
                <a:lnTo>
                  <a:pt x="106" y="175"/>
                </a:lnTo>
                <a:lnTo>
                  <a:pt x="105" y="175"/>
                </a:lnTo>
                <a:lnTo>
                  <a:pt x="105" y="176"/>
                </a:lnTo>
                <a:lnTo>
                  <a:pt x="104" y="176"/>
                </a:lnTo>
                <a:lnTo>
                  <a:pt x="103" y="177"/>
                </a:lnTo>
                <a:lnTo>
                  <a:pt x="101" y="177"/>
                </a:lnTo>
                <a:lnTo>
                  <a:pt x="100" y="177"/>
                </a:lnTo>
                <a:lnTo>
                  <a:pt x="99" y="177"/>
                </a:lnTo>
                <a:lnTo>
                  <a:pt x="99" y="176"/>
                </a:lnTo>
                <a:lnTo>
                  <a:pt x="98" y="175"/>
                </a:lnTo>
                <a:lnTo>
                  <a:pt x="97" y="176"/>
                </a:lnTo>
                <a:lnTo>
                  <a:pt x="96" y="176"/>
                </a:lnTo>
                <a:lnTo>
                  <a:pt x="96" y="177"/>
                </a:lnTo>
                <a:lnTo>
                  <a:pt x="95" y="177"/>
                </a:lnTo>
                <a:lnTo>
                  <a:pt x="95" y="176"/>
                </a:lnTo>
                <a:lnTo>
                  <a:pt x="94" y="176"/>
                </a:lnTo>
                <a:lnTo>
                  <a:pt x="93" y="176"/>
                </a:lnTo>
                <a:lnTo>
                  <a:pt x="92" y="176"/>
                </a:lnTo>
                <a:lnTo>
                  <a:pt x="92" y="175"/>
                </a:lnTo>
                <a:lnTo>
                  <a:pt x="92" y="173"/>
                </a:lnTo>
                <a:lnTo>
                  <a:pt x="93" y="173"/>
                </a:lnTo>
                <a:lnTo>
                  <a:pt x="93" y="172"/>
                </a:lnTo>
                <a:lnTo>
                  <a:pt x="93" y="170"/>
                </a:lnTo>
                <a:lnTo>
                  <a:pt x="95" y="169"/>
                </a:lnTo>
                <a:lnTo>
                  <a:pt x="94" y="168"/>
                </a:lnTo>
                <a:lnTo>
                  <a:pt x="94" y="167"/>
                </a:lnTo>
                <a:lnTo>
                  <a:pt x="94" y="166"/>
                </a:lnTo>
                <a:lnTo>
                  <a:pt x="94" y="165"/>
                </a:lnTo>
                <a:lnTo>
                  <a:pt x="95" y="165"/>
                </a:lnTo>
                <a:lnTo>
                  <a:pt x="95" y="162"/>
                </a:lnTo>
                <a:lnTo>
                  <a:pt x="95" y="161"/>
                </a:lnTo>
                <a:lnTo>
                  <a:pt x="96" y="161"/>
                </a:lnTo>
                <a:lnTo>
                  <a:pt x="96" y="160"/>
                </a:lnTo>
                <a:lnTo>
                  <a:pt x="96" y="158"/>
                </a:lnTo>
                <a:lnTo>
                  <a:pt x="96" y="156"/>
                </a:lnTo>
                <a:lnTo>
                  <a:pt x="96" y="155"/>
                </a:lnTo>
                <a:lnTo>
                  <a:pt x="97" y="155"/>
                </a:lnTo>
                <a:lnTo>
                  <a:pt x="98" y="154"/>
                </a:lnTo>
                <a:lnTo>
                  <a:pt x="98" y="153"/>
                </a:lnTo>
                <a:lnTo>
                  <a:pt x="97" y="153"/>
                </a:lnTo>
                <a:lnTo>
                  <a:pt x="97" y="152"/>
                </a:lnTo>
                <a:lnTo>
                  <a:pt x="96" y="152"/>
                </a:lnTo>
                <a:lnTo>
                  <a:pt x="96" y="151"/>
                </a:lnTo>
                <a:lnTo>
                  <a:pt x="97" y="147"/>
                </a:lnTo>
                <a:lnTo>
                  <a:pt x="98" y="147"/>
                </a:lnTo>
                <a:lnTo>
                  <a:pt x="99" y="147"/>
                </a:lnTo>
                <a:lnTo>
                  <a:pt x="100" y="147"/>
                </a:lnTo>
                <a:lnTo>
                  <a:pt x="99" y="146"/>
                </a:lnTo>
                <a:lnTo>
                  <a:pt x="99" y="145"/>
                </a:lnTo>
                <a:lnTo>
                  <a:pt x="99" y="143"/>
                </a:lnTo>
                <a:lnTo>
                  <a:pt x="100" y="142"/>
                </a:lnTo>
                <a:lnTo>
                  <a:pt x="103" y="142"/>
                </a:lnTo>
                <a:lnTo>
                  <a:pt x="104" y="142"/>
                </a:lnTo>
                <a:lnTo>
                  <a:pt x="104" y="143"/>
                </a:lnTo>
                <a:lnTo>
                  <a:pt x="106" y="142"/>
                </a:lnTo>
                <a:lnTo>
                  <a:pt x="107" y="137"/>
                </a:lnTo>
                <a:lnTo>
                  <a:pt x="106" y="136"/>
                </a:lnTo>
                <a:lnTo>
                  <a:pt x="107" y="136"/>
                </a:lnTo>
                <a:lnTo>
                  <a:pt x="108" y="136"/>
                </a:lnTo>
                <a:lnTo>
                  <a:pt x="108" y="137"/>
                </a:lnTo>
                <a:lnTo>
                  <a:pt x="109" y="137"/>
                </a:lnTo>
                <a:lnTo>
                  <a:pt x="110" y="136"/>
                </a:lnTo>
                <a:lnTo>
                  <a:pt x="111" y="135"/>
                </a:lnTo>
                <a:lnTo>
                  <a:pt x="112" y="135"/>
                </a:lnTo>
                <a:lnTo>
                  <a:pt x="112" y="134"/>
                </a:lnTo>
                <a:lnTo>
                  <a:pt x="114" y="134"/>
                </a:lnTo>
                <a:lnTo>
                  <a:pt x="115" y="135"/>
                </a:lnTo>
                <a:lnTo>
                  <a:pt x="116" y="135"/>
                </a:lnTo>
                <a:lnTo>
                  <a:pt x="117" y="133"/>
                </a:lnTo>
                <a:lnTo>
                  <a:pt x="119" y="132"/>
                </a:lnTo>
                <a:lnTo>
                  <a:pt x="119" y="131"/>
                </a:lnTo>
                <a:lnTo>
                  <a:pt x="120" y="131"/>
                </a:lnTo>
                <a:lnTo>
                  <a:pt x="121" y="132"/>
                </a:lnTo>
                <a:lnTo>
                  <a:pt x="122" y="133"/>
                </a:lnTo>
                <a:lnTo>
                  <a:pt x="124" y="133"/>
                </a:lnTo>
                <a:lnTo>
                  <a:pt x="124" y="134"/>
                </a:lnTo>
                <a:lnTo>
                  <a:pt x="124" y="135"/>
                </a:lnTo>
                <a:lnTo>
                  <a:pt x="126" y="134"/>
                </a:lnTo>
                <a:lnTo>
                  <a:pt x="127" y="134"/>
                </a:lnTo>
                <a:lnTo>
                  <a:pt x="127" y="132"/>
                </a:lnTo>
                <a:lnTo>
                  <a:pt x="128" y="132"/>
                </a:lnTo>
                <a:lnTo>
                  <a:pt x="129" y="133"/>
                </a:lnTo>
                <a:lnTo>
                  <a:pt x="130" y="133"/>
                </a:lnTo>
                <a:lnTo>
                  <a:pt x="132" y="133"/>
                </a:lnTo>
                <a:lnTo>
                  <a:pt x="132" y="132"/>
                </a:lnTo>
                <a:lnTo>
                  <a:pt x="133" y="133"/>
                </a:lnTo>
                <a:lnTo>
                  <a:pt x="134" y="133"/>
                </a:lnTo>
                <a:lnTo>
                  <a:pt x="134" y="134"/>
                </a:lnTo>
                <a:lnTo>
                  <a:pt x="133" y="135"/>
                </a:lnTo>
                <a:lnTo>
                  <a:pt x="136" y="137"/>
                </a:lnTo>
                <a:lnTo>
                  <a:pt x="137" y="139"/>
                </a:lnTo>
                <a:lnTo>
                  <a:pt x="138" y="139"/>
                </a:lnTo>
                <a:lnTo>
                  <a:pt x="139" y="139"/>
                </a:lnTo>
                <a:lnTo>
                  <a:pt x="140" y="139"/>
                </a:lnTo>
                <a:lnTo>
                  <a:pt x="140" y="140"/>
                </a:lnTo>
                <a:lnTo>
                  <a:pt x="140" y="142"/>
                </a:lnTo>
                <a:lnTo>
                  <a:pt x="140" y="144"/>
                </a:lnTo>
                <a:lnTo>
                  <a:pt x="141" y="145"/>
                </a:lnTo>
                <a:lnTo>
                  <a:pt x="145" y="144"/>
                </a:lnTo>
                <a:lnTo>
                  <a:pt x="144" y="142"/>
                </a:lnTo>
                <a:lnTo>
                  <a:pt x="144" y="141"/>
                </a:lnTo>
                <a:lnTo>
                  <a:pt x="144" y="140"/>
                </a:lnTo>
                <a:lnTo>
                  <a:pt x="144" y="139"/>
                </a:lnTo>
                <a:lnTo>
                  <a:pt x="145" y="139"/>
                </a:lnTo>
                <a:lnTo>
                  <a:pt x="147" y="139"/>
                </a:lnTo>
                <a:lnTo>
                  <a:pt x="148" y="139"/>
                </a:lnTo>
                <a:lnTo>
                  <a:pt x="148" y="140"/>
                </a:lnTo>
                <a:lnTo>
                  <a:pt x="147" y="140"/>
                </a:lnTo>
                <a:lnTo>
                  <a:pt x="147" y="141"/>
                </a:lnTo>
                <a:lnTo>
                  <a:pt x="147" y="142"/>
                </a:lnTo>
                <a:lnTo>
                  <a:pt x="149" y="144"/>
                </a:lnTo>
                <a:lnTo>
                  <a:pt x="150" y="144"/>
                </a:lnTo>
                <a:lnTo>
                  <a:pt x="151" y="144"/>
                </a:lnTo>
                <a:lnTo>
                  <a:pt x="151" y="143"/>
                </a:lnTo>
                <a:lnTo>
                  <a:pt x="153" y="142"/>
                </a:lnTo>
                <a:lnTo>
                  <a:pt x="155" y="143"/>
                </a:lnTo>
                <a:lnTo>
                  <a:pt x="156" y="143"/>
                </a:lnTo>
                <a:lnTo>
                  <a:pt x="157" y="143"/>
                </a:lnTo>
                <a:lnTo>
                  <a:pt x="158" y="142"/>
                </a:lnTo>
                <a:lnTo>
                  <a:pt x="159" y="143"/>
                </a:lnTo>
                <a:lnTo>
                  <a:pt x="162" y="144"/>
                </a:lnTo>
                <a:lnTo>
                  <a:pt x="163" y="145"/>
                </a:lnTo>
                <a:lnTo>
                  <a:pt x="164" y="146"/>
                </a:lnTo>
                <a:lnTo>
                  <a:pt x="164" y="147"/>
                </a:lnTo>
                <a:lnTo>
                  <a:pt x="166" y="149"/>
                </a:lnTo>
                <a:lnTo>
                  <a:pt x="166" y="150"/>
                </a:lnTo>
                <a:lnTo>
                  <a:pt x="167" y="151"/>
                </a:lnTo>
                <a:lnTo>
                  <a:pt x="165" y="154"/>
                </a:lnTo>
                <a:lnTo>
                  <a:pt x="166" y="155"/>
                </a:lnTo>
                <a:lnTo>
                  <a:pt x="165" y="156"/>
                </a:lnTo>
                <a:lnTo>
                  <a:pt x="164" y="157"/>
                </a:lnTo>
                <a:lnTo>
                  <a:pt x="164" y="161"/>
                </a:lnTo>
                <a:lnTo>
                  <a:pt x="165" y="163"/>
                </a:lnTo>
                <a:lnTo>
                  <a:pt x="167" y="164"/>
                </a:lnTo>
                <a:lnTo>
                  <a:pt x="168" y="163"/>
                </a:lnTo>
                <a:lnTo>
                  <a:pt x="169" y="163"/>
                </a:lnTo>
                <a:lnTo>
                  <a:pt x="170" y="164"/>
                </a:lnTo>
                <a:lnTo>
                  <a:pt x="170" y="166"/>
                </a:lnTo>
                <a:lnTo>
                  <a:pt x="172" y="166"/>
                </a:lnTo>
                <a:lnTo>
                  <a:pt x="173" y="167"/>
                </a:lnTo>
                <a:lnTo>
                  <a:pt x="174" y="167"/>
                </a:lnTo>
                <a:lnTo>
                  <a:pt x="175" y="167"/>
                </a:lnTo>
                <a:lnTo>
                  <a:pt x="176" y="168"/>
                </a:lnTo>
                <a:lnTo>
                  <a:pt x="177" y="170"/>
                </a:lnTo>
                <a:lnTo>
                  <a:pt x="178" y="172"/>
                </a:lnTo>
                <a:lnTo>
                  <a:pt x="179" y="173"/>
                </a:lnTo>
                <a:lnTo>
                  <a:pt x="180" y="173"/>
                </a:lnTo>
                <a:lnTo>
                  <a:pt x="180" y="178"/>
                </a:lnTo>
                <a:lnTo>
                  <a:pt x="179" y="178"/>
                </a:lnTo>
                <a:lnTo>
                  <a:pt x="179" y="177"/>
                </a:lnTo>
                <a:lnTo>
                  <a:pt x="178" y="177"/>
                </a:lnTo>
                <a:lnTo>
                  <a:pt x="177" y="177"/>
                </a:lnTo>
                <a:lnTo>
                  <a:pt x="177" y="176"/>
                </a:lnTo>
                <a:lnTo>
                  <a:pt x="177" y="177"/>
                </a:lnTo>
                <a:lnTo>
                  <a:pt x="177" y="179"/>
                </a:lnTo>
                <a:lnTo>
                  <a:pt x="178" y="179"/>
                </a:lnTo>
                <a:lnTo>
                  <a:pt x="178" y="178"/>
                </a:lnTo>
                <a:lnTo>
                  <a:pt x="179" y="178"/>
                </a:lnTo>
                <a:lnTo>
                  <a:pt x="179" y="179"/>
                </a:lnTo>
                <a:lnTo>
                  <a:pt x="180" y="180"/>
                </a:lnTo>
                <a:lnTo>
                  <a:pt x="179" y="181"/>
                </a:lnTo>
                <a:lnTo>
                  <a:pt x="180" y="182"/>
                </a:lnTo>
                <a:lnTo>
                  <a:pt x="181" y="183"/>
                </a:lnTo>
                <a:lnTo>
                  <a:pt x="182" y="185"/>
                </a:lnTo>
                <a:lnTo>
                  <a:pt x="182" y="186"/>
                </a:lnTo>
                <a:lnTo>
                  <a:pt x="184" y="186"/>
                </a:lnTo>
                <a:lnTo>
                  <a:pt x="186" y="186"/>
                </a:lnTo>
                <a:lnTo>
                  <a:pt x="187" y="186"/>
                </a:lnTo>
                <a:lnTo>
                  <a:pt x="187" y="187"/>
                </a:lnTo>
                <a:lnTo>
                  <a:pt x="187" y="188"/>
                </a:lnTo>
                <a:lnTo>
                  <a:pt x="188" y="189"/>
                </a:lnTo>
                <a:lnTo>
                  <a:pt x="188" y="190"/>
                </a:lnTo>
                <a:lnTo>
                  <a:pt x="189" y="190"/>
                </a:lnTo>
                <a:lnTo>
                  <a:pt x="190" y="191"/>
                </a:lnTo>
                <a:lnTo>
                  <a:pt x="191" y="191"/>
                </a:lnTo>
                <a:lnTo>
                  <a:pt x="192" y="191"/>
                </a:lnTo>
                <a:lnTo>
                  <a:pt x="193" y="192"/>
                </a:lnTo>
                <a:lnTo>
                  <a:pt x="195" y="194"/>
                </a:lnTo>
                <a:lnTo>
                  <a:pt x="196" y="196"/>
                </a:lnTo>
                <a:lnTo>
                  <a:pt x="197" y="198"/>
                </a:lnTo>
                <a:lnTo>
                  <a:pt x="198" y="200"/>
                </a:lnTo>
                <a:lnTo>
                  <a:pt x="202" y="200"/>
                </a:lnTo>
                <a:lnTo>
                  <a:pt x="203" y="199"/>
                </a:lnTo>
                <a:lnTo>
                  <a:pt x="204" y="199"/>
                </a:lnTo>
                <a:lnTo>
                  <a:pt x="204" y="197"/>
                </a:lnTo>
                <a:lnTo>
                  <a:pt x="204" y="196"/>
                </a:lnTo>
                <a:lnTo>
                  <a:pt x="205" y="195"/>
                </a:lnTo>
                <a:lnTo>
                  <a:pt x="205" y="196"/>
                </a:lnTo>
                <a:lnTo>
                  <a:pt x="206" y="197"/>
                </a:lnTo>
                <a:lnTo>
                  <a:pt x="209" y="196"/>
                </a:lnTo>
                <a:lnTo>
                  <a:pt x="209" y="195"/>
                </a:lnTo>
                <a:lnTo>
                  <a:pt x="209" y="194"/>
                </a:lnTo>
                <a:lnTo>
                  <a:pt x="209" y="193"/>
                </a:lnTo>
                <a:lnTo>
                  <a:pt x="208" y="193"/>
                </a:lnTo>
                <a:lnTo>
                  <a:pt x="208" y="192"/>
                </a:lnTo>
                <a:lnTo>
                  <a:pt x="210" y="191"/>
                </a:lnTo>
                <a:lnTo>
                  <a:pt x="211" y="191"/>
                </a:lnTo>
                <a:lnTo>
                  <a:pt x="211" y="192"/>
                </a:lnTo>
                <a:lnTo>
                  <a:pt x="211" y="193"/>
                </a:lnTo>
                <a:lnTo>
                  <a:pt x="212" y="193"/>
                </a:lnTo>
                <a:lnTo>
                  <a:pt x="214" y="194"/>
                </a:lnTo>
                <a:lnTo>
                  <a:pt x="215" y="194"/>
                </a:lnTo>
                <a:lnTo>
                  <a:pt x="215" y="192"/>
                </a:lnTo>
                <a:lnTo>
                  <a:pt x="216" y="189"/>
                </a:lnTo>
                <a:lnTo>
                  <a:pt x="217" y="188"/>
                </a:lnTo>
                <a:lnTo>
                  <a:pt x="218" y="188"/>
                </a:lnTo>
                <a:lnTo>
                  <a:pt x="220" y="188"/>
                </a:lnTo>
                <a:lnTo>
                  <a:pt x="221" y="188"/>
                </a:lnTo>
                <a:lnTo>
                  <a:pt x="223" y="185"/>
                </a:lnTo>
                <a:lnTo>
                  <a:pt x="224" y="185"/>
                </a:lnTo>
                <a:lnTo>
                  <a:pt x="225" y="184"/>
                </a:lnTo>
                <a:lnTo>
                  <a:pt x="225" y="183"/>
                </a:lnTo>
                <a:lnTo>
                  <a:pt x="225" y="182"/>
                </a:lnTo>
                <a:lnTo>
                  <a:pt x="226" y="181"/>
                </a:lnTo>
                <a:lnTo>
                  <a:pt x="227" y="181"/>
                </a:lnTo>
                <a:lnTo>
                  <a:pt x="228" y="181"/>
                </a:lnTo>
                <a:lnTo>
                  <a:pt x="228" y="182"/>
                </a:lnTo>
                <a:lnTo>
                  <a:pt x="229" y="182"/>
                </a:lnTo>
                <a:lnTo>
                  <a:pt x="230" y="182"/>
                </a:lnTo>
                <a:lnTo>
                  <a:pt x="231" y="182"/>
                </a:lnTo>
                <a:lnTo>
                  <a:pt x="234" y="181"/>
                </a:lnTo>
                <a:lnTo>
                  <a:pt x="234" y="180"/>
                </a:lnTo>
                <a:lnTo>
                  <a:pt x="235" y="180"/>
                </a:lnTo>
                <a:lnTo>
                  <a:pt x="236" y="180"/>
                </a:lnTo>
                <a:lnTo>
                  <a:pt x="236" y="178"/>
                </a:lnTo>
                <a:lnTo>
                  <a:pt x="236" y="176"/>
                </a:lnTo>
                <a:lnTo>
                  <a:pt x="237" y="175"/>
                </a:lnTo>
                <a:lnTo>
                  <a:pt x="238" y="175"/>
                </a:lnTo>
                <a:lnTo>
                  <a:pt x="239" y="175"/>
                </a:lnTo>
                <a:lnTo>
                  <a:pt x="239" y="176"/>
                </a:lnTo>
                <a:lnTo>
                  <a:pt x="240" y="176"/>
                </a:lnTo>
                <a:lnTo>
                  <a:pt x="240" y="177"/>
                </a:lnTo>
                <a:lnTo>
                  <a:pt x="240" y="176"/>
                </a:lnTo>
                <a:lnTo>
                  <a:pt x="241" y="176"/>
                </a:lnTo>
                <a:lnTo>
                  <a:pt x="242" y="177"/>
                </a:lnTo>
                <a:lnTo>
                  <a:pt x="242" y="176"/>
                </a:lnTo>
                <a:lnTo>
                  <a:pt x="243" y="176"/>
                </a:lnTo>
                <a:lnTo>
                  <a:pt x="242" y="175"/>
                </a:lnTo>
                <a:lnTo>
                  <a:pt x="242" y="173"/>
                </a:lnTo>
                <a:lnTo>
                  <a:pt x="241" y="173"/>
                </a:lnTo>
                <a:lnTo>
                  <a:pt x="241" y="172"/>
                </a:lnTo>
                <a:lnTo>
                  <a:pt x="241" y="167"/>
                </a:lnTo>
                <a:lnTo>
                  <a:pt x="242" y="166"/>
                </a:lnTo>
                <a:lnTo>
                  <a:pt x="243" y="166"/>
                </a:lnTo>
                <a:lnTo>
                  <a:pt x="245" y="165"/>
                </a:lnTo>
                <a:lnTo>
                  <a:pt x="245" y="164"/>
                </a:lnTo>
                <a:lnTo>
                  <a:pt x="245" y="163"/>
                </a:lnTo>
                <a:lnTo>
                  <a:pt x="246" y="162"/>
                </a:lnTo>
                <a:lnTo>
                  <a:pt x="247" y="162"/>
                </a:lnTo>
                <a:lnTo>
                  <a:pt x="249" y="160"/>
                </a:lnTo>
                <a:lnTo>
                  <a:pt x="250" y="160"/>
                </a:lnTo>
                <a:lnTo>
                  <a:pt x="250" y="161"/>
                </a:lnTo>
                <a:lnTo>
                  <a:pt x="251" y="161"/>
                </a:lnTo>
                <a:lnTo>
                  <a:pt x="254" y="160"/>
                </a:lnTo>
                <a:lnTo>
                  <a:pt x="255" y="160"/>
                </a:lnTo>
                <a:lnTo>
                  <a:pt x="255" y="157"/>
                </a:lnTo>
                <a:lnTo>
                  <a:pt x="256" y="157"/>
                </a:lnTo>
                <a:lnTo>
                  <a:pt x="257" y="157"/>
                </a:lnTo>
                <a:lnTo>
                  <a:pt x="257" y="158"/>
                </a:lnTo>
                <a:lnTo>
                  <a:pt x="258" y="158"/>
                </a:lnTo>
                <a:lnTo>
                  <a:pt x="261" y="157"/>
                </a:lnTo>
                <a:lnTo>
                  <a:pt x="261" y="155"/>
                </a:lnTo>
                <a:lnTo>
                  <a:pt x="260" y="155"/>
                </a:lnTo>
                <a:lnTo>
                  <a:pt x="260" y="154"/>
                </a:lnTo>
                <a:lnTo>
                  <a:pt x="260" y="153"/>
                </a:lnTo>
                <a:lnTo>
                  <a:pt x="260" y="151"/>
                </a:lnTo>
                <a:lnTo>
                  <a:pt x="261" y="151"/>
                </a:lnTo>
                <a:lnTo>
                  <a:pt x="262" y="150"/>
                </a:lnTo>
                <a:lnTo>
                  <a:pt x="263" y="150"/>
                </a:lnTo>
                <a:lnTo>
                  <a:pt x="264" y="151"/>
                </a:lnTo>
                <a:lnTo>
                  <a:pt x="264" y="152"/>
                </a:lnTo>
                <a:lnTo>
                  <a:pt x="265" y="152"/>
                </a:lnTo>
                <a:lnTo>
                  <a:pt x="266" y="152"/>
                </a:lnTo>
                <a:lnTo>
                  <a:pt x="267" y="152"/>
                </a:lnTo>
                <a:lnTo>
                  <a:pt x="268" y="152"/>
                </a:lnTo>
                <a:lnTo>
                  <a:pt x="268" y="153"/>
                </a:lnTo>
                <a:lnTo>
                  <a:pt x="269" y="153"/>
                </a:lnTo>
                <a:lnTo>
                  <a:pt x="269" y="154"/>
                </a:lnTo>
                <a:lnTo>
                  <a:pt x="270" y="154"/>
                </a:lnTo>
                <a:lnTo>
                  <a:pt x="274" y="154"/>
                </a:lnTo>
                <a:lnTo>
                  <a:pt x="275" y="154"/>
                </a:lnTo>
                <a:lnTo>
                  <a:pt x="275" y="151"/>
                </a:lnTo>
                <a:lnTo>
                  <a:pt x="275" y="150"/>
                </a:lnTo>
                <a:lnTo>
                  <a:pt x="274" y="150"/>
                </a:lnTo>
                <a:lnTo>
                  <a:pt x="274" y="149"/>
                </a:lnTo>
                <a:lnTo>
                  <a:pt x="273" y="149"/>
                </a:lnTo>
                <a:lnTo>
                  <a:pt x="273" y="148"/>
                </a:lnTo>
                <a:lnTo>
                  <a:pt x="273" y="145"/>
                </a:lnTo>
                <a:lnTo>
                  <a:pt x="274" y="144"/>
                </a:lnTo>
                <a:lnTo>
                  <a:pt x="273" y="142"/>
                </a:lnTo>
                <a:lnTo>
                  <a:pt x="273" y="140"/>
                </a:lnTo>
                <a:lnTo>
                  <a:pt x="274" y="140"/>
                </a:lnTo>
                <a:lnTo>
                  <a:pt x="274" y="139"/>
                </a:lnTo>
                <a:lnTo>
                  <a:pt x="274" y="138"/>
                </a:lnTo>
                <a:lnTo>
                  <a:pt x="274" y="137"/>
                </a:lnTo>
                <a:lnTo>
                  <a:pt x="274" y="136"/>
                </a:lnTo>
                <a:lnTo>
                  <a:pt x="273" y="136"/>
                </a:lnTo>
                <a:lnTo>
                  <a:pt x="273" y="135"/>
                </a:lnTo>
                <a:lnTo>
                  <a:pt x="272" y="135"/>
                </a:lnTo>
                <a:lnTo>
                  <a:pt x="271" y="135"/>
                </a:lnTo>
                <a:lnTo>
                  <a:pt x="269" y="134"/>
                </a:lnTo>
                <a:lnTo>
                  <a:pt x="268" y="132"/>
                </a:lnTo>
                <a:lnTo>
                  <a:pt x="267" y="132"/>
                </a:lnTo>
                <a:lnTo>
                  <a:pt x="266" y="131"/>
                </a:lnTo>
                <a:lnTo>
                  <a:pt x="266" y="130"/>
                </a:lnTo>
                <a:lnTo>
                  <a:pt x="266" y="129"/>
                </a:lnTo>
                <a:lnTo>
                  <a:pt x="265" y="129"/>
                </a:lnTo>
                <a:lnTo>
                  <a:pt x="265" y="128"/>
                </a:lnTo>
                <a:lnTo>
                  <a:pt x="265" y="127"/>
                </a:lnTo>
                <a:lnTo>
                  <a:pt x="265" y="126"/>
                </a:lnTo>
                <a:lnTo>
                  <a:pt x="264" y="125"/>
                </a:lnTo>
                <a:lnTo>
                  <a:pt x="264" y="124"/>
                </a:lnTo>
                <a:lnTo>
                  <a:pt x="263" y="123"/>
                </a:lnTo>
                <a:lnTo>
                  <a:pt x="262" y="123"/>
                </a:lnTo>
                <a:lnTo>
                  <a:pt x="262" y="122"/>
                </a:lnTo>
                <a:lnTo>
                  <a:pt x="261" y="122"/>
                </a:lnTo>
                <a:lnTo>
                  <a:pt x="261" y="121"/>
                </a:lnTo>
                <a:lnTo>
                  <a:pt x="260" y="120"/>
                </a:lnTo>
                <a:lnTo>
                  <a:pt x="260" y="119"/>
                </a:lnTo>
                <a:lnTo>
                  <a:pt x="259" y="118"/>
                </a:lnTo>
                <a:lnTo>
                  <a:pt x="258" y="117"/>
                </a:lnTo>
                <a:lnTo>
                  <a:pt x="257" y="116"/>
                </a:lnTo>
                <a:lnTo>
                  <a:pt x="257" y="115"/>
                </a:lnTo>
                <a:lnTo>
                  <a:pt x="257" y="114"/>
                </a:lnTo>
                <a:lnTo>
                  <a:pt x="255" y="112"/>
                </a:lnTo>
                <a:lnTo>
                  <a:pt x="254" y="112"/>
                </a:lnTo>
                <a:lnTo>
                  <a:pt x="253" y="112"/>
                </a:lnTo>
                <a:lnTo>
                  <a:pt x="252" y="112"/>
                </a:lnTo>
                <a:lnTo>
                  <a:pt x="252" y="111"/>
                </a:lnTo>
                <a:lnTo>
                  <a:pt x="252" y="110"/>
                </a:lnTo>
                <a:lnTo>
                  <a:pt x="251" y="108"/>
                </a:lnTo>
                <a:lnTo>
                  <a:pt x="251" y="103"/>
                </a:lnTo>
                <a:lnTo>
                  <a:pt x="252" y="99"/>
                </a:lnTo>
                <a:lnTo>
                  <a:pt x="253" y="97"/>
                </a:lnTo>
                <a:lnTo>
                  <a:pt x="253" y="98"/>
                </a:lnTo>
                <a:lnTo>
                  <a:pt x="254" y="97"/>
                </a:lnTo>
                <a:lnTo>
                  <a:pt x="255" y="97"/>
                </a:lnTo>
                <a:lnTo>
                  <a:pt x="255" y="96"/>
                </a:lnTo>
                <a:lnTo>
                  <a:pt x="254" y="96"/>
                </a:lnTo>
                <a:lnTo>
                  <a:pt x="254" y="95"/>
                </a:lnTo>
                <a:lnTo>
                  <a:pt x="254" y="94"/>
                </a:lnTo>
                <a:lnTo>
                  <a:pt x="254" y="93"/>
                </a:lnTo>
                <a:lnTo>
                  <a:pt x="253" y="93"/>
                </a:lnTo>
                <a:lnTo>
                  <a:pt x="253" y="94"/>
                </a:lnTo>
                <a:lnTo>
                  <a:pt x="252" y="93"/>
                </a:lnTo>
                <a:lnTo>
                  <a:pt x="251" y="92"/>
                </a:lnTo>
                <a:lnTo>
                  <a:pt x="250" y="90"/>
                </a:lnTo>
                <a:lnTo>
                  <a:pt x="250" y="87"/>
                </a:lnTo>
                <a:lnTo>
                  <a:pt x="250" y="86"/>
                </a:lnTo>
                <a:lnTo>
                  <a:pt x="250" y="85"/>
                </a:lnTo>
                <a:lnTo>
                  <a:pt x="250" y="84"/>
                </a:lnTo>
                <a:lnTo>
                  <a:pt x="250" y="83"/>
                </a:lnTo>
                <a:lnTo>
                  <a:pt x="250" y="82"/>
                </a:lnTo>
                <a:lnTo>
                  <a:pt x="251" y="82"/>
                </a:lnTo>
                <a:lnTo>
                  <a:pt x="252" y="82"/>
                </a:lnTo>
                <a:lnTo>
                  <a:pt x="252" y="81"/>
                </a:lnTo>
                <a:lnTo>
                  <a:pt x="253" y="80"/>
                </a:lnTo>
                <a:lnTo>
                  <a:pt x="254" y="80"/>
                </a:lnTo>
                <a:lnTo>
                  <a:pt x="254" y="79"/>
                </a:lnTo>
                <a:lnTo>
                  <a:pt x="255" y="78"/>
                </a:lnTo>
                <a:lnTo>
                  <a:pt x="255" y="77"/>
                </a:lnTo>
                <a:lnTo>
                  <a:pt x="255" y="75"/>
                </a:lnTo>
                <a:lnTo>
                  <a:pt x="256" y="75"/>
                </a:lnTo>
                <a:lnTo>
                  <a:pt x="253" y="74"/>
                </a:lnTo>
                <a:lnTo>
                  <a:pt x="252" y="74"/>
                </a:lnTo>
                <a:lnTo>
                  <a:pt x="252" y="73"/>
                </a:lnTo>
                <a:lnTo>
                  <a:pt x="251" y="73"/>
                </a:lnTo>
                <a:lnTo>
                  <a:pt x="250" y="72"/>
                </a:lnTo>
                <a:lnTo>
                  <a:pt x="248" y="72"/>
                </a:lnTo>
                <a:lnTo>
                  <a:pt x="246" y="73"/>
                </a:lnTo>
                <a:lnTo>
                  <a:pt x="245" y="73"/>
                </a:lnTo>
                <a:lnTo>
                  <a:pt x="245" y="72"/>
                </a:lnTo>
                <a:lnTo>
                  <a:pt x="244" y="72"/>
                </a:lnTo>
                <a:lnTo>
                  <a:pt x="243" y="72"/>
                </a:lnTo>
                <a:lnTo>
                  <a:pt x="241" y="72"/>
                </a:lnTo>
                <a:lnTo>
                  <a:pt x="240" y="73"/>
                </a:lnTo>
                <a:lnTo>
                  <a:pt x="238" y="77"/>
                </a:lnTo>
                <a:lnTo>
                  <a:pt x="238" y="78"/>
                </a:lnTo>
                <a:lnTo>
                  <a:pt x="236" y="78"/>
                </a:lnTo>
                <a:lnTo>
                  <a:pt x="234" y="78"/>
                </a:lnTo>
                <a:lnTo>
                  <a:pt x="233" y="76"/>
                </a:lnTo>
                <a:lnTo>
                  <a:pt x="233" y="75"/>
                </a:lnTo>
                <a:lnTo>
                  <a:pt x="234" y="75"/>
                </a:lnTo>
                <a:lnTo>
                  <a:pt x="233" y="75"/>
                </a:lnTo>
                <a:lnTo>
                  <a:pt x="232" y="75"/>
                </a:lnTo>
                <a:lnTo>
                  <a:pt x="231" y="75"/>
                </a:lnTo>
                <a:lnTo>
                  <a:pt x="231" y="76"/>
                </a:lnTo>
                <a:lnTo>
                  <a:pt x="230" y="76"/>
                </a:lnTo>
                <a:lnTo>
                  <a:pt x="230" y="77"/>
                </a:lnTo>
                <a:lnTo>
                  <a:pt x="230" y="78"/>
                </a:lnTo>
                <a:lnTo>
                  <a:pt x="231" y="79"/>
                </a:lnTo>
                <a:lnTo>
                  <a:pt x="228" y="79"/>
                </a:lnTo>
                <a:lnTo>
                  <a:pt x="227" y="79"/>
                </a:lnTo>
                <a:lnTo>
                  <a:pt x="226" y="78"/>
                </a:lnTo>
                <a:lnTo>
                  <a:pt x="224" y="78"/>
                </a:lnTo>
                <a:lnTo>
                  <a:pt x="223" y="79"/>
                </a:lnTo>
                <a:lnTo>
                  <a:pt x="222" y="79"/>
                </a:lnTo>
                <a:lnTo>
                  <a:pt x="221" y="79"/>
                </a:lnTo>
                <a:lnTo>
                  <a:pt x="221" y="80"/>
                </a:lnTo>
                <a:lnTo>
                  <a:pt x="220" y="80"/>
                </a:lnTo>
                <a:lnTo>
                  <a:pt x="219" y="80"/>
                </a:lnTo>
                <a:lnTo>
                  <a:pt x="219" y="79"/>
                </a:lnTo>
                <a:lnTo>
                  <a:pt x="219" y="78"/>
                </a:lnTo>
                <a:lnTo>
                  <a:pt x="220" y="76"/>
                </a:lnTo>
                <a:lnTo>
                  <a:pt x="220" y="75"/>
                </a:lnTo>
                <a:lnTo>
                  <a:pt x="220" y="74"/>
                </a:lnTo>
                <a:lnTo>
                  <a:pt x="219" y="72"/>
                </a:lnTo>
                <a:lnTo>
                  <a:pt x="218" y="71"/>
                </a:lnTo>
                <a:lnTo>
                  <a:pt x="217" y="70"/>
                </a:lnTo>
                <a:lnTo>
                  <a:pt x="216" y="69"/>
                </a:lnTo>
                <a:lnTo>
                  <a:pt x="215" y="69"/>
                </a:lnTo>
                <a:lnTo>
                  <a:pt x="213" y="69"/>
                </a:lnTo>
                <a:lnTo>
                  <a:pt x="212" y="68"/>
                </a:lnTo>
                <a:lnTo>
                  <a:pt x="211" y="67"/>
                </a:lnTo>
                <a:lnTo>
                  <a:pt x="209" y="67"/>
                </a:lnTo>
                <a:lnTo>
                  <a:pt x="209" y="68"/>
                </a:lnTo>
                <a:lnTo>
                  <a:pt x="208" y="68"/>
                </a:lnTo>
                <a:lnTo>
                  <a:pt x="207" y="66"/>
                </a:lnTo>
                <a:lnTo>
                  <a:pt x="206" y="65"/>
                </a:lnTo>
                <a:lnTo>
                  <a:pt x="206" y="64"/>
                </a:lnTo>
                <a:lnTo>
                  <a:pt x="206" y="63"/>
                </a:lnTo>
                <a:lnTo>
                  <a:pt x="205" y="63"/>
                </a:lnTo>
                <a:lnTo>
                  <a:pt x="204" y="63"/>
                </a:lnTo>
                <a:lnTo>
                  <a:pt x="204" y="64"/>
                </a:lnTo>
                <a:lnTo>
                  <a:pt x="203" y="63"/>
                </a:lnTo>
                <a:lnTo>
                  <a:pt x="202" y="63"/>
                </a:lnTo>
                <a:lnTo>
                  <a:pt x="202" y="62"/>
                </a:lnTo>
                <a:lnTo>
                  <a:pt x="201" y="61"/>
                </a:lnTo>
                <a:lnTo>
                  <a:pt x="199" y="60"/>
                </a:lnTo>
                <a:lnTo>
                  <a:pt x="198" y="60"/>
                </a:lnTo>
                <a:lnTo>
                  <a:pt x="197" y="61"/>
                </a:lnTo>
                <a:lnTo>
                  <a:pt x="196" y="61"/>
                </a:lnTo>
                <a:lnTo>
                  <a:pt x="195" y="61"/>
                </a:lnTo>
                <a:lnTo>
                  <a:pt x="192" y="61"/>
                </a:lnTo>
                <a:lnTo>
                  <a:pt x="191" y="60"/>
                </a:lnTo>
                <a:lnTo>
                  <a:pt x="190" y="60"/>
                </a:lnTo>
                <a:lnTo>
                  <a:pt x="190" y="59"/>
                </a:lnTo>
                <a:lnTo>
                  <a:pt x="190" y="58"/>
                </a:lnTo>
                <a:lnTo>
                  <a:pt x="191" y="56"/>
                </a:lnTo>
                <a:lnTo>
                  <a:pt x="192" y="56"/>
                </a:lnTo>
                <a:lnTo>
                  <a:pt x="192" y="55"/>
                </a:lnTo>
                <a:lnTo>
                  <a:pt x="190" y="53"/>
                </a:lnTo>
                <a:lnTo>
                  <a:pt x="189" y="54"/>
                </a:lnTo>
                <a:lnTo>
                  <a:pt x="188" y="52"/>
                </a:lnTo>
                <a:lnTo>
                  <a:pt x="186" y="52"/>
                </a:lnTo>
                <a:lnTo>
                  <a:pt x="185" y="52"/>
                </a:lnTo>
                <a:lnTo>
                  <a:pt x="185" y="51"/>
                </a:lnTo>
                <a:lnTo>
                  <a:pt x="186" y="51"/>
                </a:lnTo>
                <a:lnTo>
                  <a:pt x="186" y="50"/>
                </a:lnTo>
                <a:lnTo>
                  <a:pt x="186" y="49"/>
                </a:lnTo>
                <a:lnTo>
                  <a:pt x="185" y="48"/>
                </a:lnTo>
                <a:lnTo>
                  <a:pt x="184" y="48"/>
                </a:lnTo>
                <a:lnTo>
                  <a:pt x="183" y="48"/>
                </a:lnTo>
                <a:lnTo>
                  <a:pt x="183" y="47"/>
                </a:lnTo>
                <a:lnTo>
                  <a:pt x="182" y="47"/>
                </a:lnTo>
                <a:lnTo>
                  <a:pt x="181" y="47"/>
                </a:lnTo>
                <a:lnTo>
                  <a:pt x="181" y="45"/>
                </a:lnTo>
                <a:lnTo>
                  <a:pt x="182" y="45"/>
                </a:lnTo>
                <a:lnTo>
                  <a:pt x="182" y="44"/>
                </a:lnTo>
                <a:lnTo>
                  <a:pt x="182" y="43"/>
                </a:lnTo>
                <a:lnTo>
                  <a:pt x="182" y="42"/>
                </a:lnTo>
                <a:lnTo>
                  <a:pt x="183" y="42"/>
                </a:lnTo>
                <a:lnTo>
                  <a:pt x="183" y="41"/>
                </a:lnTo>
                <a:lnTo>
                  <a:pt x="184" y="39"/>
                </a:lnTo>
                <a:lnTo>
                  <a:pt x="184" y="38"/>
                </a:lnTo>
                <a:lnTo>
                  <a:pt x="185" y="35"/>
                </a:lnTo>
                <a:lnTo>
                  <a:pt x="186" y="35"/>
                </a:lnTo>
                <a:lnTo>
                  <a:pt x="187" y="35"/>
                </a:lnTo>
                <a:lnTo>
                  <a:pt x="188" y="34"/>
                </a:lnTo>
                <a:lnTo>
                  <a:pt x="188" y="33"/>
                </a:lnTo>
                <a:lnTo>
                  <a:pt x="186" y="31"/>
                </a:lnTo>
                <a:lnTo>
                  <a:pt x="185" y="30"/>
                </a:lnTo>
                <a:lnTo>
                  <a:pt x="185" y="28"/>
                </a:lnTo>
                <a:lnTo>
                  <a:pt x="185" y="26"/>
                </a:lnTo>
                <a:lnTo>
                  <a:pt x="185" y="23"/>
                </a:lnTo>
                <a:lnTo>
                  <a:pt x="185" y="22"/>
                </a:lnTo>
                <a:lnTo>
                  <a:pt x="185" y="21"/>
                </a:lnTo>
                <a:lnTo>
                  <a:pt x="184" y="20"/>
                </a:lnTo>
                <a:lnTo>
                  <a:pt x="185" y="20"/>
                </a:lnTo>
                <a:lnTo>
                  <a:pt x="186" y="20"/>
                </a:lnTo>
                <a:lnTo>
                  <a:pt x="187" y="20"/>
                </a:lnTo>
                <a:lnTo>
                  <a:pt x="188" y="20"/>
                </a:lnTo>
                <a:lnTo>
                  <a:pt x="189" y="21"/>
                </a:lnTo>
                <a:lnTo>
                  <a:pt x="189" y="22"/>
                </a:lnTo>
                <a:lnTo>
                  <a:pt x="190" y="23"/>
                </a:lnTo>
                <a:lnTo>
                  <a:pt x="190" y="24"/>
                </a:lnTo>
                <a:lnTo>
                  <a:pt x="191" y="24"/>
                </a:lnTo>
                <a:lnTo>
                  <a:pt x="192" y="24"/>
                </a:lnTo>
                <a:lnTo>
                  <a:pt x="193" y="24"/>
                </a:lnTo>
                <a:lnTo>
                  <a:pt x="194" y="22"/>
                </a:lnTo>
                <a:lnTo>
                  <a:pt x="194" y="21"/>
                </a:lnTo>
                <a:lnTo>
                  <a:pt x="195" y="20"/>
                </a:lnTo>
                <a:lnTo>
                  <a:pt x="196" y="18"/>
                </a:lnTo>
                <a:lnTo>
                  <a:pt x="197" y="18"/>
                </a:lnTo>
                <a:lnTo>
                  <a:pt x="198" y="17"/>
                </a:lnTo>
                <a:lnTo>
                  <a:pt x="198" y="15"/>
                </a:lnTo>
                <a:lnTo>
                  <a:pt x="198" y="14"/>
                </a:lnTo>
                <a:lnTo>
                  <a:pt x="197" y="14"/>
                </a:lnTo>
                <a:lnTo>
                  <a:pt x="197" y="13"/>
                </a:lnTo>
                <a:lnTo>
                  <a:pt x="200" y="12"/>
                </a:lnTo>
                <a:lnTo>
                  <a:pt x="201" y="13"/>
                </a:lnTo>
                <a:lnTo>
                  <a:pt x="202" y="13"/>
                </a:lnTo>
                <a:lnTo>
                  <a:pt x="203" y="14"/>
                </a:lnTo>
                <a:lnTo>
                  <a:pt x="204" y="14"/>
                </a:lnTo>
                <a:lnTo>
                  <a:pt x="204" y="13"/>
                </a:lnTo>
                <a:lnTo>
                  <a:pt x="205" y="13"/>
                </a:lnTo>
                <a:lnTo>
                  <a:pt x="205" y="12"/>
                </a:lnTo>
                <a:lnTo>
                  <a:pt x="206" y="11"/>
                </a:lnTo>
                <a:lnTo>
                  <a:pt x="206" y="8"/>
                </a:lnTo>
                <a:lnTo>
                  <a:pt x="207" y="8"/>
                </a:lnTo>
                <a:lnTo>
                  <a:pt x="208" y="8"/>
                </a:lnTo>
                <a:lnTo>
                  <a:pt x="209" y="8"/>
                </a:lnTo>
                <a:lnTo>
                  <a:pt x="211" y="6"/>
                </a:lnTo>
                <a:lnTo>
                  <a:pt x="212" y="5"/>
                </a:lnTo>
                <a:lnTo>
                  <a:pt x="212" y="4"/>
                </a:lnTo>
                <a:lnTo>
                  <a:pt x="213" y="4"/>
                </a:lnTo>
                <a:lnTo>
                  <a:pt x="214" y="5"/>
                </a:lnTo>
                <a:lnTo>
                  <a:pt x="215" y="4"/>
                </a:lnTo>
                <a:lnTo>
                  <a:pt x="216" y="2"/>
                </a:lnTo>
                <a:lnTo>
                  <a:pt x="217" y="2"/>
                </a:lnTo>
                <a:lnTo>
                  <a:pt x="218" y="2"/>
                </a:lnTo>
                <a:lnTo>
                  <a:pt x="219" y="1"/>
                </a:lnTo>
                <a:lnTo>
                  <a:pt x="221" y="0"/>
                </a:lnTo>
                <a:lnTo>
                  <a:pt x="222" y="2"/>
                </a:lnTo>
                <a:lnTo>
                  <a:pt x="223" y="3"/>
                </a:lnTo>
                <a:lnTo>
                  <a:pt x="223" y="4"/>
                </a:lnTo>
                <a:lnTo>
                  <a:pt x="223" y="6"/>
                </a:lnTo>
                <a:lnTo>
                  <a:pt x="224" y="6"/>
                </a:lnTo>
                <a:lnTo>
                  <a:pt x="225" y="6"/>
                </a:lnTo>
                <a:lnTo>
                  <a:pt x="226" y="6"/>
                </a:lnTo>
                <a:lnTo>
                  <a:pt x="227" y="8"/>
                </a:lnTo>
                <a:lnTo>
                  <a:pt x="228" y="8"/>
                </a:lnTo>
                <a:lnTo>
                  <a:pt x="230" y="8"/>
                </a:lnTo>
                <a:lnTo>
                  <a:pt x="231" y="8"/>
                </a:lnTo>
                <a:lnTo>
                  <a:pt x="231" y="10"/>
                </a:lnTo>
                <a:lnTo>
                  <a:pt x="231" y="11"/>
                </a:lnTo>
                <a:lnTo>
                  <a:pt x="232" y="12"/>
                </a:lnTo>
                <a:lnTo>
                  <a:pt x="234" y="12"/>
                </a:lnTo>
                <a:lnTo>
                  <a:pt x="234" y="13"/>
                </a:lnTo>
                <a:lnTo>
                  <a:pt x="233" y="13"/>
                </a:lnTo>
                <a:lnTo>
                  <a:pt x="233" y="14"/>
                </a:lnTo>
                <a:lnTo>
                  <a:pt x="233" y="16"/>
                </a:lnTo>
                <a:lnTo>
                  <a:pt x="234" y="17"/>
                </a:lnTo>
                <a:lnTo>
                  <a:pt x="236" y="18"/>
                </a:lnTo>
                <a:lnTo>
                  <a:pt x="237" y="18"/>
                </a:lnTo>
                <a:lnTo>
                  <a:pt x="238" y="18"/>
                </a:lnTo>
                <a:lnTo>
                  <a:pt x="239" y="19"/>
                </a:lnTo>
                <a:lnTo>
                  <a:pt x="238" y="20"/>
                </a:lnTo>
                <a:lnTo>
                  <a:pt x="238" y="21"/>
                </a:lnTo>
                <a:lnTo>
                  <a:pt x="240" y="21"/>
                </a:lnTo>
                <a:lnTo>
                  <a:pt x="243" y="20"/>
                </a:lnTo>
                <a:lnTo>
                  <a:pt x="244" y="21"/>
                </a:lnTo>
                <a:lnTo>
                  <a:pt x="244" y="22"/>
                </a:lnTo>
                <a:lnTo>
                  <a:pt x="245" y="22"/>
                </a:lnTo>
                <a:lnTo>
                  <a:pt x="248" y="23"/>
                </a:lnTo>
                <a:lnTo>
                  <a:pt x="249" y="24"/>
                </a:lnTo>
                <a:lnTo>
                  <a:pt x="249" y="25"/>
                </a:lnTo>
                <a:lnTo>
                  <a:pt x="250" y="26"/>
                </a:lnTo>
                <a:lnTo>
                  <a:pt x="251" y="26"/>
                </a:lnTo>
                <a:lnTo>
                  <a:pt x="252" y="26"/>
                </a:lnTo>
                <a:lnTo>
                  <a:pt x="253" y="27"/>
                </a:lnTo>
                <a:lnTo>
                  <a:pt x="252" y="28"/>
                </a:lnTo>
                <a:lnTo>
                  <a:pt x="252" y="29"/>
                </a:lnTo>
                <a:lnTo>
                  <a:pt x="251" y="30"/>
                </a:lnTo>
                <a:lnTo>
                  <a:pt x="250" y="30"/>
                </a:lnTo>
                <a:lnTo>
                  <a:pt x="250" y="29"/>
                </a:lnTo>
                <a:lnTo>
                  <a:pt x="249" y="29"/>
                </a:lnTo>
                <a:lnTo>
                  <a:pt x="248" y="29"/>
                </a:lnTo>
                <a:lnTo>
                  <a:pt x="248" y="30"/>
                </a:lnTo>
                <a:lnTo>
                  <a:pt x="247" y="30"/>
                </a:lnTo>
                <a:lnTo>
                  <a:pt x="248" y="30"/>
                </a:lnTo>
                <a:lnTo>
                  <a:pt x="248" y="31"/>
                </a:lnTo>
                <a:lnTo>
                  <a:pt x="248" y="32"/>
                </a:lnTo>
                <a:lnTo>
                  <a:pt x="249" y="32"/>
                </a:lnTo>
                <a:lnTo>
                  <a:pt x="250" y="32"/>
                </a:lnTo>
                <a:lnTo>
                  <a:pt x="250" y="31"/>
                </a:lnTo>
                <a:lnTo>
                  <a:pt x="254" y="31"/>
                </a:lnTo>
                <a:lnTo>
                  <a:pt x="256" y="30"/>
                </a:lnTo>
                <a:lnTo>
                  <a:pt x="257" y="30"/>
                </a:lnTo>
                <a:lnTo>
                  <a:pt x="258" y="31"/>
                </a:lnTo>
                <a:lnTo>
                  <a:pt x="259" y="31"/>
                </a:lnTo>
                <a:lnTo>
                  <a:pt x="261" y="32"/>
                </a:lnTo>
                <a:lnTo>
                  <a:pt x="263" y="32"/>
                </a:lnTo>
                <a:lnTo>
                  <a:pt x="263" y="33"/>
                </a:lnTo>
                <a:lnTo>
                  <a:pt x="264" y="33"/>
                </a:lnTo>
                <a:lnTo>
                  <a:pt x="266" y="32"/>
                </a:lnTo>
                <a:lnTo>
                  <a:pt x="268" y="32"/>
                </a:lnTo>
                <a:lnTo>
                  <a:pt x="270" y="32"/>
                </a:lnTo>
                <a:lnTo>
                  <a:pt x="271" y="32"/>
                </a:lnTo>
                <a:lnTo>
                  <a:pt x="272" y="31"/>
                </a:lnTo>
                <a:lnTo>
                  <a:pt x="273" y="32"/>
                </a:lnTo>
                <a:lnTo>
                  <a:pt x="274" y="32"/>
                </a:lnTo>
                <a:lnTo>
                  <a:pt x="275" y="32"/>
                </a:lnTo>
                <a:lnTo>
                  <a:pt x="276" y="32"/>
                </a:lnTo>
                <a:lnTo>
                  <a:pt x="278" y="32"/>
                </a:lnTo>
                <a:lnTo>
                  <a:pt x="279" y="32"/>
                </a:lnTo>
                <a:lnTo>
                  <a:pt x="280" y="33"/>
                </a:lnTo>
                <a:lnTo>
                  <a:pt x="282" y="34"/>
                </a:lnTo>
                <a:lnTo>
                  <a:pt x="283" y="35"/>
                </a:lnTo>
                <a:lnTo>
                  <a:pt x="284" y="37"/>
                </a:lnTo>
                <a:lnTo>
                  <a:pt x="284" y="38"/>
                </a:lnTo>
                <a:lnTo>
                  <a:pt x="284" y="39"/>
                </a:lnTo>
                <a:lnTo>
                  <a:pt x="285" y="39"/>
                </a:lnTo>
                <a:lnTo>
                  <a:pt x="286" y="39"/>
                </a:lnTo>
                <a:lnTo>
                  <a:pt x="286" y="40"/>
                </a:lnTo>
                <a:lnTo>
                  <a:pt x="286" y="41"/>
                </a:lnTo>
                <a:lnTo>
                  <a:pt x="287" y="42"/>
                </a:lnTo>
                <a:lnTo>
                  <a:pt x="288" y="42"/>
                </a:lnTo>
                <a:lnTo>
                  <a:pt x="289" y="43"/>
                </a:lnTo>
                <a:lnTo>
                  <a:pt x="290" y="43"/>
                </a:lnTo>
                <a:lnTo>
                  <a:pt x="291" y="43"/>
                </a:lnTo>
                <a:lnTo>
                  <a:pt x="291" y="44"/>
                </a:lnTo>
                <a:lnTo>
                  <a:pt x="293" y="47"/>
                </a:lnTo>
                <a:lnTo>
                  <a:pt x="294" y="47"/>
                </a:lnTo>
                <a:lnTo>
                  <a:pt x="295" y="46"/>
                </a:lnTo>
                <a:lnTo>
                  <a:pt x="295" y="45"/>
                </a:lnTo>
                <a:lnTo>
                  <a:pt x="296" y="45"/>
                </a:lnTo>
                <a:lnTo>
                  <a:pt x="297" y="44"/>
                </a:lnTo>
                <a:lnTo>
                  <a:pt x="298" y="44"/>
                </a:lnTo>
                <a:lnTo>
                  <a:pt x="299" y="45"/>
                </a:lnTo>
                <a:lnTo>
                  <a:pt x="300" y="45"/>
                </a:lnTo>
                <a:lnTo>
                  <a:pt x="300" y="44"/>
                </a:lnTo>
                <a:lnTo>
                  <a:pt x="300" y="42"/>
                </a:lnTo>
                <a:lnTo>
                  <a:pt x="301" y="41"/>
                </a:lnTo>
                <a:lnTo>
                  <a:pt x="301" y="42"/>
                </a:lnTo>
                <a:lnTo>
                  <a:pt x="302" y="42"/>
                </a:lnTo>
                <a:lnTo>
                  <a:pt x="304" y="42"/>
                </a:lnTo>
                <a:lnTo>
                  <a:pt x="305" y="42"/>
                </a:lnTo>
                <a:lnTo>
                  <a:pt x="307" y="42"/>
                </a:lnTo>
                <a:lnTo>
                  <a:pt x="310" y="42"/>
                </a:lnTo>
                <a:lnTo>
                  <a:pt x="314" y="43"/>
                </a:lnTo>
                <a:lnTo>
                  <a:pt x="316" y="43"/>
                </a:lnTo>
                <a:lnTo>
                  <a:pt x="316" y="44"/>
                </a:lnTo>
                <a:lnTo>
                  <a:pt x="315" y="47"/>
                </a:lnTo>
                <a:lnTo>
                  <a:pt x="315" y="49"/>
                </a:lnTo>
                <a:lnTo>
                  <a:pt x="317" y="49"/>
                </a:lnTo>
                <a:lnTo>
                  <a:pt x="318" y="49"/>
                </a:lnTo>
                <a:lnTo>
                  <a:pt x="319" y="50"/>
                </a:lnTo>
                <a:lnTo>
                  <a:pt x="319" y="51"/>
                </a:lnTo>
                <a:lnTo>
                  <a:pt x="319" y="53"/>
                </a:lnTo>
                <a:lnTo>
                  <a:pt x="319" y="54"/>
                </a:lnTo>
                <a:lnTo>
                  <a:pt x="319" y="55"/>
                </a:lnTo>
                <a:lnTo>
                  <a:pt x="318" y="55"/>
                </a:lnTo>
                <a:lnTo>
                  <a:pt x="318" y="56"/>
                </a:lnTo>
                <a:lnTo>
                  <a:pt x="318" y="57"/>
                </a:lnTo>
                <a:lnTo>
                  <a:pt x="318" y="58"/>
                </a:lnTo>
                <a:lnTo>
                  <a:pt x="319" y="58"/>
                </a:lnTo>
                <a:lnTo>
                  <a:pt x="319" y="59"/>
                </a:lnTo>
                <a:lnTo>
                  <a:pt x="319" y="60"/>
                </a:lnTo>
                <a:lnTo>
                  <a:pt x="320" y="61"/>
                </a:lnTo>
                <a:lnTo>
                  <a:pt x="319" y="61"/>
                </a:lnTo>
                <a:lnTo>
                  <a:pt x="319" y="62"/>
                </a:lnTo>
                <a:lnTo>
                  <a:pt x="319" y="63"/>
                </a:lnTo>
                <a:lnTo>
                  <a:pt x="320" y="65"/>
                </a:lnTo>
                <a:lnTo>
                  <a:pt x="322" y="66"/>
                </a:lnTo>
                <a:lnTo>
                  <a:pt x="323" y="68"/>
                </a:lnTo>
                <a:lnTo>
                  <a:pt x="325" y="68"/>
                </a:lnTo>
                <a:lnTo>
                  <a:pt x="325" y="69"/>
                </a:lnTo>
                <a:lnTo>
                  <a:pt x="326" y="70"/>
                </a:lnTo>
                <a:lnTo>
                  <a:pt x="325" y="70"/>
                </a:lnTo>
                <a:lnTo>
                  <a:pt x="326" y="70"/>
                </a:lnTo>
                <a:lnTo>
                  <a:pt x="326" y="71"/>
                </a:lnTo>
                <a:lnTo>
                  <a:pt x="327" y="70"/>
                </a:lnTo>
                <a:lnTo>
                  <a:pt x="328" y="69"/>
                </a:lnTo>
                <a:lnTo>
                  <a:pt x="329" y="70"/>
                </a:lnTo>
                <a:lnTo>
                  <a:pt x="329" y="71"/>
                </a:lnTo>
                <a:lnTo>
                  <a:pt x="329" y="72"/>
                </a:lnTo>
                <a:lnTo>
                  <a:pt x="329" y="73"/>
                </a:lnTo>
                <a:lnTo>
                  <a:pt x="330" y="73"/>
                </a:lnTo>
                <a:lnTo>
                  <a:pt x="331" y="73"/>
                </a:lnTo>
                <a:lnTo>
                  <a:pt x="332" y="71"/>
                </a:lnTo>
                <a:lnTo>
                  <a:pt x="333" y="71"/>
                </a:lnTo>
                <a:lnTo>
                  <a:pt x="334" y="72"/>
                </a:lnTo>
                <a:lnTo>
                  <a:pt x="334" y="73"/>
                </a:lnTo>
                <a:lnTo>
                  <a:pt x="334" y="74"/>
                </a:lnTo>
                <a:lnTo>
                  <a:pt x="333" y="75"/>
                </a:lnTo>
                <a:lnTo>
                  <a:pt x="334" y="76"/>
                </a:lnTo>
                <a:lnTo>
                  <a:pt x="335" y="80"/>
                </a:lnTo>
                <a:lnTo>
                  <a:pt x="333" y="83"/>
                </a:lnTo>
                <a:lnTo>
                  <a:pt x="332" y="85"/>
                </a:lnTo>
                <a:lnTo>
                  <a:pt x="332" y="88"/>
                </a:lnTo>
                <a:lnTo>
                  <a:pt x="333" y="89"/>
                </a:lnTo>
                <a:lnTo>
                  <a:pt x="335" y="89"/>
                </a:lnTo>
                <a:lnTo>
                  <a:pt x="337" y="90"/>
                </a:lnTo>
                <a:lnTo>
                  <a:pt x="339" y="90"/>
                </a:lnTo>
                <a:lnTo>
                  <a:pt x="339" y="91"/>
                </a:lnTo>
                <a:lnTo>
                  <a:pt x="339" y="92"/>
                </a:lnTo>
                <a:lnTo>
                  <a:pt x="340" y="92"/>
                </a:lnTo>
                <a:lnTo>
                  <a:pt x="341" y="92"/>
                </a:lnTo>
                <a:lnTo>
                  <a:pt x="344" y="92"/>
                </a:lnTo>
                <a:lnTo>
                  <a:pt x="345" y="93"/>
                </a:lnTo>
                <a:lnTo>
                  <a:pt x="346" y="94"/>
                </a:lnTo>
                <a:lnTo>
                  <a:pt x="347" y="95"/>
                </a:lnTo>
                <a:lnTo>
                  <a:pt x="348" y="94"/>
                </a:lnTo>
                <a:lnTo>
                  <a:pt x="349" y="94"/>
                </a:lnTo>
                <a:lnTo>
                  <a:pt x="350" y="95"/>
                </a:lnTo>
                <a:lnTo>
                  <a:pt x="351" y="96"/>
                </a:lnTo>
                <a:lnTo>
                  <a:pt x="352" y="97"/>
                </a:lnTo>
                <a:lnTo>
                  <a:pt x="352" y="98"/>
                </a:lnTo>
                <a:lnTo>
                  <a:pt x="350" y="98"/>
                </a:lnTo>
                <a:lnTo>
                  <a:pt x="349" y="98"/>
                </a:lnTo>
                <a:lnTo>
                  <a:pt x="349" y="99"/>
                </a:lnTo>
                <a:lnTo>
                  <a:pt x="349" y="100"/>
                </a:lnTo>
                <a:lnTo>
                  <a:pt x="350" y="100"/>
                </a:lnTo>
                <a:lnTo>
                  <a:pt x="352" y="100"/>
                </a:lnTo>
                <a:lnTo>
                  <a:pt x="354" y="100"/>
                </a:lnTo>
                <a:lnTo>
                  <a:pt x="356" y="100"/>
                </a:lnTo>
                <a:lnTo>
                  <a:pt x="355" y="101"/>
                </a:lnTo>
                <a:lnTo>
                  <a:pt x="355" y="102"/>
                </a:lnTo>
                <a:lnTo>
                  <a:pt x="355" y="104"/>
                </a:lnTo>
                <a:lnTo>
                  <a:pt x="357" y="104"/>
                </a:lnTo>
                <a:lnTo>
                  <a:pt x="360" y="105"/>
                </a:lnTo>
                <a:lnTo>
                  <a:pt x="363" y="105"/>
                </a:lnTo>
                <a:lnTo>
                  <a:pt x="365" y="105"/>
                </a:lnTo>
                <a:lnTo>
                  <a:pt x="366" y="104"/>
                </a:lnTo>
                <a:lnTo>
                  <a:pt x="367" y="105"/>
                </a:lnTo>
                <a:lnTo>
                  <a:pt x="368" y="105"/>
                </a:lnTo>
                <a:lnTo>
                  <a:pt x="369" y="105"/>
                </a:lnTo>
                <a:lnTo>
                  <a:pt x="371" y="104"/>
                </a:lnTo>
                <a:lnTo>
                  <a:pt x="373" y="103"/>
                </a:lnTo>
                <a:lnTo>
                  <a:pt x="374" y="103"/>
                </a:lnTo>
                <a:lnTo>
                  <a:pt x="375" y="102"/>
                </a:lnTo>
                <a:lnTo>
                  <a:pt x="376" y="102"/>
                </a:lnTo>
                <a:lnTo>
                  <a:pt x="378" y="102"/>
                </a:lnTo>
                <a:lnTo>
                  <a:pt x="378" y="103"/>
                </a:lnTo>
                <a:lnTo>
                  <a:pt x="380" y="104"/>
                </a:lnTo>
                <a:lnTo>
                  <a:pt x="381" y="104"/>
                </a:lnTo>
                <a:lnTo>
                  <a:pt x="382" y="104"/>
                </a:lnTo>
                <a:lnTo>
                  <a:pt x="382" y="102"/>
                </a:lnTo>
                <a:lnTo>
                  <a:pt x="382" y="101"/>
                </a:lnTo>
                <a:lnTo>
                  <a:pt x="383" y="100"/>
                </a:lnTo>
                <a:lnTo>
                  <a:pt x="385" y="99"/>
                </a:lnTo>
                <a:lnTo>
                  <a:pt x="389" y="98"/>
                </a:lnTo>
                <a:lnTo>
                  <a:pt x="389" y="99"/>
                </a:lnTo>
                <a:lnTo>
                  <a:pt x="391" y="99"/>
                </a:lnTo>
                <a:lnTo>
                  <a:pt x="391" y="100"/>
                </a:lnTo>
                <a:lnTo>
                  <a:pt x="391" y="99"/>
                </a:lnTo>
                <a:lnTo>
                  <a:pt x="392" y="99"/>
                </a:lnTo>
                <a:lnTo>
                  <a:pt x="392" y="100"/>
                </a:lnTo>
                <a:lnTo>
                  <a:pt x="393" y="100"/>
                </a:lnTo>
                <a:lnTo>
                  <a:pt x="393" y="101"/>
                </a:lnTo>
                <a:lnTo>
                  <a:pt x="393" y="102"/>
                </a:lnTo>
                <a:lnTo>
                  <a:pt x="392" y="102"/>
                </a:lnTo>
                <a:lnTo>
                  <a:pt x="392" y="103"/>
                </a:lnTo>
                <a:lnTo>
                  <a:pt x="392" y="104"/>
                </a:lnTo>
                <a:lnTo>
                  <a:pt x="393" y="104"/>
                </a:lnTo>
                <a:lnTo>
                  <a:pt x="394" y="104"/>
                </a:lnTo>
                <a:lnTo>
                  <a:pt x="395" y="104"/>
                </a:lnTo>
                <a:lnTo>
                  <a:pt x="396" y="104"/>
                </a:lnTo>
                <a:lnTo>
                  <a:pt x="397" y="106"/>
                </a:lnTo>
                <a:lnTo>
                  <a:pt x="397" y="107"/>
                </a:lnTo>
                <a:lnTo>
                  <a:pt x="397" y="109"/>
                </a:lnTo>
                <a:lnTo>
                  <a:pt x="398" y="109"/>
                </a:lnTo>
                <a:lnTo>
                  <a:pt x="400" y="110"/>
                </a:lnTo>
                <a:lnTo>
                  <a:pt x="401" y="110"/>
                </a:lnTo>
                <a:lnTo>
                  <a:pt x="403" y="110"/>
                </a:lnTo>
                <a:lnTo>
                  <a:pt x="403" y="109"/>
                </a:lnTo>
                <a:lnTo>
                  <a:pt x="405" y="109"/>
                </a:lnTo>
                <a:lnTo>
                  <a:pt x="407" y="109"/>
                </a:lnTo>
                <a:lnTo>
                  <a:pt x="407" y="108"/>
                </a:lnTo>
                <a:lnTo>
                  <a:pt x="406" y="107"/>
                </a:lnTo>
                <a:lnTo>
                  <a:pt x="409" y="105"/>
                </a:lnTo>
                <a:lnTo>
                  <a:pt x="410" y="104"/>
                </a:lnTo>
                <a:lnTo>
                  <a:pt x="413" y="104"/>
                </a:lnTo>
                <a:lnTo>
                  <a:pt x="413" y="103"/>
                </a:lnTo>
                <a:lnTo>
                  <a:pt x="414" y="101"/>
                </a:lnTo>
                <a:lnTo>
                  <a:pt x="415" y="100"/>
                </a:lnTo>
                <a:lnTo>
                  <a:pt x="416" y="100"/>
                </a:lnTo>
                <a:lnTo>
                  <a:pt x="416" y="101"/>
                </a:lnTo>
                <a:lnTo>
                  <a:pt x="417" y="101"/>
                </a:lnTo>
                <a:lnTo>
                  <a:pt x="418" y="101"/>
                </a:lnTo>
                <a:lnTo>
                  <a:pt x="419" y="101"/>
                </a:lnTo>
                <a:lnTo>
                  <a:pt x="420" y="102"/>
                </a:lnTo>
                <a:lnTo>
                  <a:pt x="421" y="103"/>
                </a:lnTo>
                <a:lnTo>
                  <a:pt x="421" y="107"/>
                </a:lnTo>
                <a:lnTo>
                  <a:pt x="421" y="108"/>
                </a:lnTo>
                <a:lnTo>
                  <a:pt x="422" y="111"/>
                </a:lnTo>
                <a:lnTo>
                  <a:pt x="423" y="111"/>
                </a:lnTo>
                <a:lnTo>
                  <a:pt x="424" y="111"/>
                </a:lnTo>
                <a:lnTo>
                  <a:pt x="426" y="112"/>
                </a:lnTo>
                <a:lnTo>
                  <a:pt x="426" y="113"/>
                </a:lnTo>
                <a:lnTo>
                  <a:pt x="426" y="114"/>
                </a:lnTo>
                <a:lnTo>
                  <a:pt x="426" y="115"/>
                </a:lnTo>
                <a:lnTo>
                  <a:pt x="426" y="116"/>
                </a:lnTo>
                <a:lnTo>
                  <a:pt x="427" y="116"/>
                </a:lnTo>
                <a:lnTo>
                  <a:pt x="428" y="116"/>
                </a:lnTo>
                <a:lnTo>
                  <a:pt x="430" y="114"/>
                </a:lnTo>
                <a:lnTo>
                  <a:pt x="430" y="113"/>
                </a:lnTo>
                <a:lnTo>
                  <a:pt x="430" y="112"/>
                </a:lnTo>
                <a:lnTo>
                  <a:pt x="431" y="112"/>
                </a:lnTo>
                <a:lnTo>
                  <a:pt x="433" y="111"/>
                </a:lnTo>
                <a:lnTo>
                  <a:pt x="434" y="110"/>
                </a:lnTo>
                <a:lnTo>
                  <a:pt x="433" y="109"/>
                </a:lnTo>
                <a:lnTo>
                  <a:pt x="433" y="108"/>
                </a:lnTo>
                <a:lnTo>
                  <a:pt x="434" y="108"/>
                </a:lnTo>
                <a:lnTo>
                  <a:pt x="434" y="107"/>
                </a:lnTo>
                <a:lnTo>
                  <a:pt x="433" y="106"/>
                </a:lnTo>
                <a:lnTo>
                  <a:pt x="432" y="105"/>
                </a:lnTo>
                <a:lnTo>
                  <a:pt x="432" y="104"/>
                </a:lnTo>
                <a:lnTo>
                  <a:pt x="434" y="104"/>
                </a:lnTo>
                <a:lnTo>
                  <a:pt x="435" y="104"/>
                </a:lnTo>
                <a:lnTo>
                  <a:pt x="435" y="105"/>
                </a:lnTo>
                <a:lnTo>
                  <a:pt x="438" y="108"/>
                </a:lnTo>
                <a:lnTo>
                  <a:pt x="439" y="108"/>
                </a:lnTo>
                <a:lnTo>
                  <a:pt x="440" y="109"/>
                </a:lnTo>
                <a:lnTo>
                  <a:pt x="441" y="109"/>
                </a:lnTo>
                <a:lnTo>
                  <a:pt x="442" y="109"/>
                </a:lnTo>
                <a:lnTo>
                  <a:pt x="443" y="110"/>
                </a:lnTo>
                <a:lnTo>
                  <a:pt x="443" y="112"/>
                </a:lnTo>
                <a:lnTo>
                  <a:pt x="443" y="113"/>
                </a:lnTo>
                <a:lnTo>
                  <a:pt x="442" y="115"/>
                </a:lnTo>
                <a:lnTo>
                  <a:pt x="442" y="116"/>
                </a:lnTo>
                <a:lnTo>
                  <a:pt x="443" y="118"/>
                </a:lnTo>
                <a:lnTo>
                  <a:pt x="444" y="119"/>
                </a:lnTo>
                <a:lnTo>
                  <a:pt x="445" y="120"/>
                </a:lnTo>
                <a:lnTo>
                  <a:pt x="445" y="121"/>
                </a:lnTo>
                <a:lnTo>
                  <a:pt x="445" y="122"/>
                </a:lnTo>
                <a:lnTo>
                  <a:pt x="445" y="123"/>
                </a:lnTo>
                <a:lnTo>
                  <a:pt x="445" y="124"/>
                </a:lnTo>
                <a:lnTo>
                  <a:pt x="446" y="124"/>
                </a:lnTo>
                <a:lnTo>
                  <a:pt x="447" y="124"/>
                </a:lnTo>
                <a:lnTo>
                  <a:pt x="448" y="125"/>
                </a:lnTo>
                <a:lnTo>
                  <a:pt x="449" y="127"/>
                </a:lnTo>
                <a:lnTo>
                  <a:pt x="451" y="129"/>
                </a:lnTo>
                <a:lnTo>
                  <a:pt x="451" y="131"/>
                </a:lnTo>
                <a:lnTo>
                  <a:pt x="451" y="132"/>
                </a:lnTo>
                <a:lnTo>
                  <a:pt x="453" y="133"/>
                </a:lnTo>
                <a:lnTo>
                  <a:pt x="454" y="133"/>
                </a:lnTo>
                <a:lnTo>
                  <a:pt x="455" y="133"/>
                </a:lnTo>
                <a:lnTo>
                  <a:pt x="455" y="132"/>
                </a:lnTo>
                <a:lnTo>
                  <a:pt x="455" y="131"/>
                </a:lnTo>
                <a:lnTo>
                  <a:pt x="456" y="131"/>
                </a:lnTo>
                <a:lnTo>
                  <a:pt x="457" y="130"/>
                </a:lnTo>
                <a:lnTo>
                  <a:pt x="459" y="130"/>
                </a:lnTo>
                <a:lnTo>
                  <a:pt x="460" y="131"/>
                </a:lnTo>
                <a:lnTo>
                  <a:pt x="461" y="131"/>
                </a:lnTo>
                <a:lnTo>
                  <a:pt x="461" y="133"/>
                </a:lnTo>
                <a:lnTo>
                  <a:pt x="461" y="134"/>
                </a:lnTo>
                <a:lnTo>
                  <a:pt x="461" y="136"/>
                </a:lnTo>
                <a:lnTo>
                  <a:pt x="461" y="138"/>
                </a:lnTo>
                <a:lnTo>
                  <a:pt x="461" y="140"/>
                </a:lnTo>
                <a:lnTo>
                  <a:pt x="461" y="143"/>
                </a:lnTo>
                <a:lnTo>
                  <a:pt x="460" y="143"/>
                </a:lnTo>
                <a:lnTo>
                  <a:pt x="460" y="144"/>
                </a:lnTo>
                <a:lnTo>
                  <a:pt x="460" y="145"/>
                </a:lnTo>
                <a:lnTo>
                  <a:pt x="461" y="146"/>
                </a:lnTo>
                <a:lnTo>
                  <a:pt x="462" y="149"/>
                </a:lnTo>
                <a:lnTo>
                  <a:pt x="462" y="150"/>
                </a:lnTo>
                <a:lnTo>
                  <a:pt x="462" y="151"/>
                </a:lnTo>
                <a:lnTo>
                  <a:pt x="461" y="153"/>
                </a:lnTo>
                <a:lnTo>
                  <a:pt x="461" y="154"/>
                </a:lnTo>
                <a:lnTo>
                  <a:pt x="460" y="154"/>
                </a:lnTo>
                <a:lnTo>
                  <a:pt x="461" y="155"/>
                </a:lnTo>
                <a:lnTo>
                  <a:pt x="461" y="156"/>
                </a:lnTo>
                <a:lnTo>
                  <a:pt x="461" y="157"/>
                </a:lnTo>
                <a:lnTo>
                  <a:pt x="460" y="160"/>
                </a:lnTo>
                <a:lnTo>
                  <a:pt x="459" y="161"/>
                </a:lnTo>
                <a:lnTo>
                  <a:pt x="459" y="162"/>
                </a:lnTo>
                <a:lnTo>
                  <a:pt x="460" y="163"/>
                </a:lnTo>
                <a:lnTo>
                  <a:pt x="461" y="163"/>
                </a:lnTo>
                <a:lnTo>
                  <a:pt x="461" y="164"/>
                </a:lnTo>
                <a:lnTo>
                  <a:pt x="462" y="165"/>
                </a:lnTo>
                <a:lnTo>
                  <a:pt x="464" y="165"/>
                </a:lnTo>
                <a:lnTo>
                  <a:pt x="465" y="166"/>
                </a:lnTo>
                <a:lnTo>
                  <a:pt x="466" y="166"/>
                </a:lnTo>
                <a:lnTo>
                  <a:pt x="466" y="165"/>
                </a:lnTo>
                <a:lnTo>
                  <a:pt x="466" y="164"/>
                </a:lnTo>
                <a:lnTo>
                  <a:pt x="467" y="164"/>
                </a:lnTo>
                <a:lnTo>
                  <a:pt x="468" y="164"/>
                </a:lnTo>
                <a:lnTo>
                  <a:pt x="469" y="164"/>
                </a:lnTo>
                <a:lnTo>
                  <a:pt x="470" y="163"/>
                </a:lnTo>
                <a:lnTo>
                  <a:pt x="470" y="162"/>
                </a:lnTo>
                <a:lnTo>
                  <a:pt x="471" y="161"/>
                </a:lnTo>
                <a:lnTo>
                  <a:pt x="472" y="161"/>
                </a:lnTo>
                <a:lnTo>
                  <a:pt x="473" y="161"/>
                </a:lnTo>
                <a:lnTo>
                  <a:pt x="474" y="161"/>
                </a:lnTo>
                <a:lnTo>
                  <a:pt x="475" y="161"/>
                </a:lnTo>
                <a:lnTo>
                  <a:pt x="475" y="160"/>
                </a:lnTo>
                <a:lnTo>
                  <a:pt x="476" y="160"/>
                </a:lnTo>
                <a:lnTo>
                  <a:pt x="477" y="160"/>
                </a:lnTo>
                <a:lnTo>
                  <a:pt x="478" y="161"/>
                </a:lnTo>
                <a:lnTo>
                  <a:pt x="478" y="160"/>
                </a:lnTo>
                <a:lnTo>
                  <a:pt x="479" y="160"/>
                </a:lnTo>
                <a:lnTo>
                  <a:pt x="481" y="160"/>
                </a:lnTo>
                <a:lnTo>
                  <a:pt x="484" y="161"/>
                </a:lnTo>
                <a:lnTo>
                  <a:pt x="485" y="161"/>
                </a:lnTo>
                <a:lnTo>
                  <a:pt x="486" y="161"/>
                </a:lnTo>
                <a:lnTo>
                  <a:pt x="487" y="161"/>
                </a:lnTo>
                <a:lnTo>
                  <a:pt x="489" y="161"/>
                </a:lnTo>
                <a:lnTo>
                  <a:pt x="488" y="161"/>
                </a:lnTo>
                <a:lnTo>
                  <a:pt x="488" y="160"/>
                </a:lnTo>
                <a:lnTo>
                  <a:pt x="488" y="159"/>
                </a:lnTo>
                <a:lnTo>
                  <a:pt x="490" y="158"/>
                </a:lnTo>
                <a:lnTo>
                  <a:pt x="491" y="158"/>
                </a:lnTo>
                <a:lnTo>
                  <a:pt x="491" y="159"/>
                </a:lnTo>
                <a:lnTo>
                  <a:pt x="493" y="160"/>
                </a:lnTo>
                <a:lnTo>
                  <a:pt x="494" y="160"/>
                </a:lnTo>
                <a:lnTo>
                  <a:pt x="497" y="159"/>
                </a:lnTo>
                <a:lnTo>
                  <a:pt x="497" y="158"/>
                </a:lnTo>
                <a:lnTo>
                  <a:pt x="497" y="157"/>
                </a:lnTo>
                <a:lnTo>
                  <a:pt x="497" y="155"/>
                </a:lnTo>
                <a:lnTo>
                  <a:pt x="497" y="153"/>
                </a:lnTo>
                <a:lnTo>
                  <a:pt x="497" y="152"/>
                </a:lnTo>
                <a:lnTo>
                  <a:pt x="498" y="152"/>
                </a:lnTo>
                <a:lnTo>
                  <a:pt x="499" y="153"/>
                </a:lnTo>
                <a:lnTo>
                  <a:pt x="499" y="154"/>
                </a:lnTo>
                <a:lnTo>
                  <a:pt x="500" y="154"/>
                </a:lnTo>
                <a:lnTo>
                  <a:pt x="500" y="155"/>
                </a:lnTo>
                <a:lnTo>
                  <a:pt x="501" y="155"/>
                </a:lnTo>
                <a:lnTo>
                  <a:pt x="505" y="155"/>
                </a:lnTo>
                <a:lnTo>
                  <a:pt x="506" y="154"/>
                </a:lnTo>
                <a:lnTo>
                  <a:pt x="507" y="154"/>
                </a:lnTo>
                <a:lnTo>
                  <a:pt x="508" y="155"/>
                </a:lnTo>
                <a:lnTo>
                  <a:pt x="508" y="156"/>
                </a:lnTo>
                <a:lnTo>
                  <a:pt x="509" y="155"/>
                </a:lnTo>
                <a:lnTo>
                  <a:pt x="509" y="154"/>
                </a:lnTo>
                <a:lnTo>
                  <a:pt x="509" y="153"/>
                </a:lnTo>
                <a:lnTo>
                  <a:pt x="511" y="153"/>
                </a:lnTo>
                <a:lnTo>
                  <a:pt x="512" y="152"/>
                </a:lnTo>
                <a:lnTo>
                  <a:pt x="513" y="151"/>
                </a:lnTo>
                <a:lnTo>
                  <a:pt x="514" y="151"/>
                </a:lnTo>
                <a:lnTo>
                  <a:pt x="515" y="150"/>
                </a:lnTo>
                <a:lnTo>
                  <a:pt x="515" y="149"/>
                </a:lnTo>
                <a:lnTo>
                  <a:pt x="516" y="149"/>
                </a:lnTo>
                <a:lnTo>
                  <a:pt x="517" y="149"/>
                </a:lnTo>
                <a:lnTo>
                  <a:pt x="521" y="148"/>
                </a:lnTo>
                <a:lnTo>
                  <a:pt x="522" y="147"/>
                </a:lnTo>
                <a:lnTo>
                  <a:pt x="523" y="147"/>
                </a:lnTo>
                <a:lnTo>
                  <a:pt x="524" y="148"/>
                </a:lnTo>
                <a:lnTo>
                  <a:pt x="524" y="149"/>
                </a:lnTo>
                <a:lnTo>
                  <a:pt x="525" y="149"/>
                </a:lnTo>
                <a:lnTo>
                  <a:pt x="525" y="150"/>
                </a:lnTo>
                <a:lnTo>
                  <a:pt x="526" y="150"/>
                </a:lnTo>
                <a:lnTo>
                  <a:pt x="526" y="151"/>
                </a:lnTo>
                <a:lnTo>
                  <a:pt x="528" y="151"/>
                </a:lnTo>
                <a:lnTo>
                  <a:pt x="529" y="151"/>
                </a:lnTo>
                <a:lnTo>
                  <a:pt x="531" y="150"/>
                </a:lnTo>
                <a:lnTo>
                  <a:pt x="532" y="150"/>
                </a:lnTo>
                <a:lnTo>
                  <a:pt x="533" y="150"/>
                </a:lnTo>
                <a:lnTo>
                  <a:pt x="535" y="151"/>
                </a:lnTo>
                <a:lnTo>
                  <a:pt x="535" y="152"/>
                </a:lnTo>
                <a:lnTo>
                  <a:pt x="535" y="154"/>
                </a:lnTo>
                <a:lnTo>
                  <a:pt x="534" y="154"/>
                </a:lnTo>
                <a:lnTo>
                  <a:pt x="532" y="154"/>
                </a:lnTo>
                <a:lnTo>
                  <a:pt x="531" y="156"/>
                </a:lnTo>
                <a:lnTo>
                  <a:pt x="533" y="159"/>
                </a:lnTo>
                <a:lnTo>
                  <a:pt x="533" y="160"/>
                </a:lnTo>
                <a:lnTo>
                  <a:pt x="533" y="162"/>
                </a:lnTo>
                <a:lnTo>
                  <a:pt x="534" y="166"/>
                </a:lnTo>
                <a:lnTo>
                  <a:pt x="534" y="168"/>
                </a:lnTo>
                <a:lnTo>
                  <a:pt x="535" y="168"/>
                </a:lnTo>
                <a:lnTo>
                  <a:pt x="534" y="168"/>
                </a:lnTo>
                <a:lnTo>
                  <a:pt x="534" y="169"/>
                </a:lnTo>
                <a:lnTo>
                  <a:pt x="532" y="171"/>
                </a:lnTo>
                <a:lnTo>
                  <a:pt x="531" y="173"/>
                </a:lnTo>
                <a:lnTo>
                  <a:pt x="530" y="174"/>
                </a:lnTo>
                <a:lnTo>
                  <a:pt x="529" y="176"/>
                </a:lnTo>
                <a:lnTo>
                  <a:pt x="528" y="177"/>
                </a:lnTo>
                <a:lnTo>
                  <a:pt x="528" y="178"/>
                </a:lnTo>
                <a:lnTo>
                  <a:pt x="527" y="179"/>
                </a:lnTo>
                <a:lnTo>
                  <a:pt x="526" y="179"/>
                </a:lnTo>
                <a:lnTo>
                  <a:pt x="527" y="180"/>
                </a:lnTo>
                <a:lnTo>
                  <a:pt x="527" y="181"/>
                </a:lnTo>
                <a:lnTo>
                  <a:pt x="528" y="182"/>
                </a:lnTo>
                <a:lnTo>
                  <a:pt x="528" y="183"/>
                </a:lnTo>
                <a:lnTo>
                  <a:pt x="528" y="187"/>
                </a:lnTo>
                <a:lnTo>
                  <a:pt x="528" y="191"/>
                </a:lnTo>
                <a:lnTo>
                  <a:pt x="528" y="195"/>
                </a:lnTo>
                <a:lnTo>
                  <a:pt x="529" y="198"/>
                </a:lnTo>
                <a:lnTo>
                  <a:pt x="529" y="199"/>
                </a:lnTo>
                <a:lnTo>
                  <a:pt x="529" y="201"/>
                </a:lnTo>
                <a:lnTo>
                  <a:pt x="529" y="202"/>
                </a:lnTo>
                <a:lnTo>
                  <a:pt x="529" y="206"/>
                </a:lnTo>
                <a:lnTo>
                  <a:pt x="529" y="207"/>
                </a:lnTo>
                <a:lnTo>
                  <a:pt x="530" y="207"/>
                </a:lnTo>
                <a:lnTo>
                  <a:pt x="529" y="207"/>
                </a:lnTo>
                <a:lnTo>
                  <a:pt x="529" y="208"/>
                </a:lnTo>
                <a:lnTo>
                  <a:pt x="528" y="207"/>
                </a:lnTo>
                <a:lnTo>
                  <a:pt x="526" y="207"/>
                </a:lnTo>
                <a:lnTo>
                  <a:pt x="525" y="207"/>
                </a:lnTo>
                <a:lnTo>
                  <a:pt x="523" y="206"/>
                </a:lnTo>
                <a:lnTo>
                  <a:pt x="522" y="206"/>
                </a:lnTo>
                <a:lnTo>
                  <a:pt x="521" y="206"/>
                </a:lnTo>
                <a:lnTo>
                  <a:pt x="521" y="205"/>
                </a:lnTo>
                <a:lnTo>
                  <a:pt x="520" y="205"/>
                </a:lnTo>
                <a:lnTo>
                  <a:pt x="520" y="206"/>
                </a:lnTo>
                <a:lnTo>
                  <a:pt x="519" y="208"/>
                </a:lnTo>
                <a:lnTo>
                  <a:pt x="519" y="210"/>
                </a:lnTo>
                <a:lnTo>
                  <a:pt x="518" y="211"/>
                </a:lnTo>
                <a:lnTo>
                  <a:pt x="517" y="213"/>
                </a:lnTo>
                <a:lnTo>
                  <a:pt x="517" y="216"/>
                </a:lnTo>
                <a:lnTo>
                  <a:pt x="517" y="217"/>
                </a:lnTo>
                <a:lnTo>
                  <a:pt x="517" y="220"/>
                </a:lnTo>
                <a:lnTo>
                  <a:pt x="517" y="221"/>
                </a:lnTo>
                <a:lnTo>
                  <a:pt x="517" y="222"/>
                </a:lnTo>
                <a:lnTo>
                  <a:pt x="517" y="223"/>
                </a:lnTo>
                <a:lnTo>
                  <a:pt x="516" y="225"/>
                </a:lnTo>
                <a:lnTo>
                  <a:pt x="517" y="225"/>
                </a:lnTo>
                <a:lnTo>
                  <a:pt x="519" y="227"/>
                </a:lnTo>
                <a:lnTo>
                  <a:pt x="519" y="230"/>
                </a:lnTo>
                <a:lnTo>
                  <a:pt x="519" y="231"/>
                </a:lnTo>
                <a:lnTo>
                  <a:pt x="518" y="234"/>
                </a:lnTo>
                <a:lnTo>
                  <a:pt x="517" y="234"/>
                </a:lnTo>
                <a:lnTo>
                  <a:pt x="515" y="237"/>
                </a:lnTo>
                <a:lnTo>
                  <a:pt x="514" y="237"/>
                </a:lnTo>
                <a:lnTo>
                  <a:pt x="513" y="236"/>
                </a:lnTo>
                <a:lnTo>
                  <a:pt x="512" y="237"/>
                </a:lnTo>
                <a:lnTo>
                  <a:pt x="510" y="237"/>
                </a:lnTo>
                <a:lnTo>
                  <a:pt x="510" y="238"/>
                </a:lnTo>
                <a:lnTo>
                  <a:pt x="511" y="239"/>
                </a:lnTo>
                <a:lnTo>
                  <a:pt x="512" y="240"/>
                </a:lnTo>
                <a:lnTo>
                  <a:pt x="512" y="239"/>
                </a:lnTo>
                <a:lnTo>
                  <a:pt x="513" y="239"/>
                </a:lnTo>
                <a:lnTo>
                  <a:pt x="514" y="239"/>
                </a:lnTo>
                <a:lnTo>
                  <a:pt x="514" y="242"/>
                </a:lnTo>
                <a:lnTo>
                  <a:pt x="514" y="243"/>
                </a:lnTo>
                <a:lnTo>
                  <a:pt x="514" y="245"/>
                </a:lnTo>
                <a:lnTo>
                  <a:pt x="514" y="246"/>
                </a:lnTo>
                <a:lnTo>
                  <a:pt x="514" y="247"/>
                </a:lnTo>
                <a:lnTo>
                  <a:pt x="514" y="248"/>
                </a:lnTo>
                <a:lnTo>
                  <a:pt x="513" y="248"/>
                </a:lnTo>
                <a:lnTo>
                  <a:pt x="513" y="249"/>
                </a:lnTo>
                <a:lnTo>
                  <a:pt x="512" y="250"/>
                </a:lnTo>
                <a:lnTo>
                  <a:pt x="512" y="251"/>
                </a:lnTo>
                <a:lnTo>
                  <a:pt x="512" y="252"/>
                </a:lnTo>
                <a:lnTo>
                  <a:pt x="511" y="252"/>
                </a:lnTo>
                <a:lnTo>
                  <a:pt x="509" y="253"/>
                </a:lnTo>
                <a:lnTo>
                  <a:pt x="509" y="254"/>
                </a:lnTo>
                <a:lnTo>
                  <a:pt x="508" y="254"/>
                </a:lnTo>
                <a:lnTo>
                  <a:pt x="508" y="255"/>
                </a:lnTo>
                <a:lnTo>
                  <a:pt x="508" y="256"/>
                </a:lnTo>
                <a:lnTo>
                  <a:pt x="509" y="256"/>
                </a:lnTo>
                <a:lnTo>
                  <a:pt x="509" y="257"/>
                </a:lnTo>
                <a:lnTo>
                  <a:pt x="509" y="259"/>
                </a:lnTo>
                <a:lnTo>
                  <a:pt x="509" y="260"/>
                </a:lnTo>
                <a:lnTo>
                  <a:pt x="509" y="261"/>
                </a:lnTo>
                <a:lnTo>
                  <a:pt x="508" y="261"/>
                </a:lnTo>
                <a:lnTo>
                  <a:pt x="508" y="262"/>
                </a:lnTo>
                <a:lnTo>
                  <a:pt x="509" y="262"/>
                </a:lnTo>
                <a:lnTo>
                  <a:pt x="509" y="263"/>
                </a:lnTo>
                <a:lnTo>
                  <a:pt x="510" y="263"/>
                </a:lnTo>
                <a:lnTo>
                  <a:pt x="511" y="263"/>
                </a:lnTo>
                <a:lnTo>
                  <a:pt x="512" y="263"/>
                </a:lnTo>
                <a:lnTo>
                  <a:pt x="513" y="263"/>
                </a:lnTo>
                <a:lnTo>
                  <a:pt x="513" y="262"/>
                </a:lnTo>
                <a:lnTo>
                  <a:pt x="514" y="262"/>
                </a:lnTo>
                <a:lnTo>
                  <a:pt x="514" y="261"/>
                </a:lnTo>
                <a:lnTo>
                  <a:pt x="515" y="261"/>
                </a:lnTo>
                <a:lnTo>
                  <a:pt x="515" y="262"/>
                </a:lnTo>
                <a:lnTo>
                  <a:pt x="517" y="263"/>
                </a:lnTo>
                <a:lnTo>
                  <a:pt x="517" y="266"/>
                </a:lnTo>
                <a:lnTo>
                  <a:pt x="516" y="267"/>
                </a:lnTo>
                <a:lnTo>
                  <a:pt x="516" y="268"/>
                </a:lnTo>
                <a:lnTo>
                  <a:pt x="518" y="271"/>
                </a:lnTo>
                <a:lnTo>
                  <a:pt x="519" y="271"/>
                </a:lnTo>
                <a:lnTo>
                  <a:pt x="520" y="271"/>
                </a:lnTo>
                <a:lnTo>
                  <a:pt x="521" y="271"/>
                </a:lnTo>
                <a:lnTo>
                  <a:pt x="521" y="272"/>
                </a:lnTo>
                <a:lnTo>
                  <a:pt x="521" y="273"/>
                </a:lnTo>
                <a:lnTo>
                  <a:pt x="522" y="273"/>
                </a:lnTo>
                <a:lnTo>
                  <a:pt x="525" y="275"/>
                </a:lnTo>
                <a:lnTo>
                  <a:pt x="526" y="276"/>
                </a:lnTo>
                <a:lnTo>
                  <a:pt x="527" y="277"/>
                </a:lnTo>
                <a:lnTo>
                  <a:pt x="527" y="278"/>
                </a:lnTo>
                <a:lnTo>
                  <a:pt x="527" y="279"/>
                </a:lnTo>
                <a:lnTo>
                  <a:pt x="528" y="279"/>
                </a:lnTo>
                <a:lnTo>
                  <a:pt x="528" y="278"/>
                </a:lnTo>
                <a:lnTo>
                  <a:pt x="528" y="277"/>
                </a:lnTo>
                <a:lnTo>
                  <a:pt x="528" y="276"/>
                </a:lnTo>
                <a:lnTo>
                  <a:pt x="529" y="276"/>
                </a:lnTo>
                <a:lnTo>
                  <a:pt x="531" y="276"/>
                </a:lnTo>
                <a:lnTo>
                  <a:pt x="532" y="278"/>
                </a:lnTo>
                <a:lnTo>
                  <a:pt x="533" y="277"/>
                </a:lnTo>
                <a:lnTo>
                  <a:pt x="534" y="276"/>
                </a:lnTo>
                <a:lnTo>
                  <a:pt x="535" y="276"/>
                </a:lnTo>
                <a:lnTo>
                  <a:pt x="535" y="275"/>
                </a:lnTo>
                <a:lnTo>
                  <a:pt x="537" y="274"/>
                </a:lnTo>
                <a:lnTo>
                  <a:pt x="539" y="273"/>
                </a:lnTo>
                <a:lnTo>
                  <a:pt x="540" y="272"/>
                </a:lnTo>
                <a:lnTo>
                  <a:pt x="541" y="272"/>
                </a:lnTo>
                <a:lnTo>
                  <a:pt x="542" y="271"/>
                </a:lnTo>
                <a:lnTo>
                  <a:pt x="543" y="271"/>
                </a:lnTo>
                <a:lnTo>
                  <a:pt x="544" y="270"/>
                </a:lnTo>
                <a:lnTo>
                  <a:pt x="545" y="270"/>
                </a:lnTo>
                <a:lnTo>
                  <a:pt x="545" y="269"/>
                </a:lnTo>
                <a:lnTo>
                  <a:pt x="546" y="268"/>
                </a:lnTo>
                <a:lnTo>
                  <a:pt x="546" y="267"/>
                </a:lnTo>
                <a:lnTo>
                  <a:pt x="546" y="266"/>
                </a:lnTo>
                <a:lnTo>
                  <a:pt x="545" y="265"/>
                </a:lnTo>
                <a:lnTo>
                  <a:pt x="545" y="264"/>
                </a:lnTo>
                <a:lnTo>
                  <a:pt x="546" y="263"/>
                </a:lnTo>
                <a:lnTo>
                  <a:pt x="546" y="262"/>
                </a:lnTo>
                <a:lnTo>
                  <a:pt x="547" y="260"/>
                </a:lnTo>
                <a:lnTo>
                  <a:pt x="548" y="260"/>
                </a:lnTo>
                <a:lnTo>
                  <a:pt x="548" y="259"/>
                </a:lnTo>
                <a:lnTo>
                  <a:pt x="549" y="260"/>
                </a:lnTo>
                <a:lnTo>
                  <a:pt x="551" y="260"/>
                </a:lnTo>
                <a:lnTo>
                  <a:pt x="552" y="260"/>
                </a:lnTo>
                <a:lnTo>
                  <a:pt x="553" y="261"/>
                </a:lnTo>
                <a:lnTo>
                  <a:pt x="554" y="262"/>
                </a:lnTo>
                <a:lnTo>
                  <a:pt x="555" y="263"/>
                </a:lnTo>
                <a:lnTo>
                  <a:pt x="556" y="264"/>
                </a:lnTo>
                <a:lnTo>
                  <a:pt x="556" y="265"/>
                </a:lnTo>
                <a:lnTo>
                  <a:pt x="557" y="265"/>
                </a:lnTo>
                <a:lnTo>
                  <a:pt x="557" y="266"/>
                </a:lnTo>
                <a:lnTo>
                  <a:pt x="557" y="267"/>
                </a:lnTo>
                <a:lnTo>
                  <a:pt x="557" y="268"/>
                </a:lnTo>
                <a:lnTo>
                  <a:pt x="557" y="269"/>
                </a:lnTo>
                <a:lnTo>
                  <a:pt x="557" y="270"/>
                </a:lnTo>
                <a:lnTo>
                  <a:pt x="558" y="271"/>
                </a:lnTo>
                <a:lnTo>
                  <a:pt x="558" y="272"/>
                </a:lnTo>
                <a:lnTo>
                  <a:pt x="558" y="274"/>
                </a:lnTo>
                <a:lnTo>
                  <a:pt x="558" y="275"/>
                </a:lnTo>
                <a:lnTo>
                  <a:pt x="558" y="278"/>
                </a:lnTo>
                <a:lnTo>
                  <a:pt x="558" y="279"/>
                </a:lnTo>
                <a:lnTo>
                  <a:pt x="558" y="280"/>
                </a:lnTo>
                <a:lnTo>
                  <a:pt x="557" y="280"/>
                </a:lnTo>
                <a:lnTo>
                  <a:pt x="556" y="280"/>
                </a:lnTo>
                <a:lnTo>
                  <a:pt x="556" y="281"/>
                </a:lnTo>
                <a:lnTo>
                  <a:pt x="557" y="282"/>
                </a:lnTo>
                <a:lnTo>
                  <a:pt x="558" y="281"/>
                </a:lnTo>
                <a:lnTo>
                  <a:pt x="559" y="281"/>
                </a:lnTo>
                <a:lnTo>
                  <a:pt x="559" y="282"/>
                </a:lnTo>
                <a:lnTo>
                  <a:pt x="560" y="283"/>
                </a:lnTo>
                <a:lnTo>
                  <a:pt x="560" y="285"/>
                </a:lnTo>
                <a:lnTo>
                  <a:pt x="559" y="285"/>
                </a:lnTo>
                <a:lnTo>
                  <a:pt x="558" y="285"/>
                </a:lnTo>
                <a:lnTo>
                  <a:pt x="557" y="285"/>
                </a:lnTo>
                <a:lnTo>
                  <a:pt x="559" y="285"/>
                </a:lnTo>
                <a:lnTo>
                  <a:pt x="559" y="286"/>
                </a:lnTo>
                <a:lnTo>
                  <a:pt x="560" y="286"/>
                </a:lnTo>
                <a:lnTo>
                  <a:pt x="560" y="285"/>
                </a:lnTo>
                <a:lnTo>
                  <a:pt x="560" y="286"/>
                </a:lnTo>
                <a:lnTo>
                  <a:pt x="561" y="288"/>
                </a:lnTo>
                <a:lnTo>
                  <a:pt x="560" y="288"/>
                </a:lnTo>
                <a:lnTo>
                  <a:pt x="559" y="288"/>
                </a:lnTo>
                <a:lnTo>
                  <a:pt x="558" y="290"/>
                </a:lnTo>
                <a:lnTo>
                  <a:pt x="558" y="291"/>
                </a:lnTo>
                <a:lnTo>
                  <a:pt x="561" y="291"/>
                </a:lnTo>
                <a:lnTo>
                  <a:pt x="561" y="290"/>
                </a:lnTo>
                <a:lnTo>
                  <a:pt x="562" y="290"/>
                </a:lnTo>
                <a:lnTo>
                  <a:pt x="563" y="291"/>
                </a:lnTo>
                <a:lnTo>
                  <a:pt x="564" y="293"/>
                </a:lnTo>
                <a:lnTo>
                  <a:pt x="564" y="295"/>
                </a:lnTo>
                <a:lnTo>
                  <a:pt x="565" y="297"/>
                </a:lnTo>
                <a:lnTo>
                  <a:pt x="565" y="298"/>
                </a:lnTo>
                <a:lnTo>
                  <a:pt x="565" y="301"/>
                </a:lnTo>
                <a:lnTo>
                  <a:pt x="565" y="302"/>
                </a:lnTo>
                <a:lnTo>
                  <a:pt x="566" y="303"/>
                </a:lnTo>
                <a:lnTo>
                  <a:pt x="566" y="304"/>
                </a:lnTo>
                <a:lnTo>
                  <a:pt x="567" y="305"/>
                </a:lnTo>
                <a:lnTo>
                  <a:pt x="568" y="307"/>
                </a:lnTo>
                <a:lnTo>
                  <a:pt x="569" y="307"/>
                </a:lnTo>
                <a:lnTo>
                  <a:pt x="570" y="308"/>
                </a:lnTo>
                <a:lnTo>
                  <a:pt x="572" y="308"/>
                </a:lnTo>
                <a:lnTo>
                  <a:pt x="573" y="308"/>
                </a:lnTo>
                <a:lnTo>
                  <a:pt x="574" y="307"/>
                </a:lnTo>
                <a:lnTo>
                  <a:pt x="575" y="307"/>
                </a:lnTo>
                <a:lnTo>
                  <a:pt x="576" y="307"/>
                </a:lnTo>
                <a:lnTo>
                  <a:pt x="577" y="308"/>
                </a:lnTo>
                <a:lnTo>
                  <a:pt x="578" y="308"/>
                </a:lnTo>
                <a:lnTo>
                  <a:pt x="578" y="309"/>
                </a:lnTo>
                <a:lnTo>
                  <a:pt x="576" y="312"/>
                </a:lnTo>
                <a:lnTo>
                  <a:pt x="575" y="312"/>
                </a:lnTo>
                <a:lnTo>
                  <a:pt x="574" y="313"/>
                </a:lnTo>
                <a:lnTo>
                  <a:pt x="573" y="313"/>
                </a:lnTo>
                <a:lnTo>
                  <a:pt x="572" y="313"/>
                </a:lnTo>
                <a:lnTo>
                  <a:pt x="571" y="313"/>
                </a:lnTo>
                <a:lnTo>
                  <a:pt x="570" y="314"/>
                </a:lnTo>
                <a:lnTo>
                  <a:pt x="568" y="315"/>
                </a:lnTo>
                <a:lnTo>
                  <a:pt x="567" y="315"/>
                </a:lnTo>
                <a:lnTo>
                  <a:pt x="566" y="316"/>
                </a:lnTo>
                <a:lnTo>
                  <a:pt x="566" y="317"/>
                </a:lnTo>
                <a:lnTo>
                  <a:pt x="565" y="317"/>
                </a:lnTo>
                <a:lnTo>
                  <a:pt x="565" y="318"/>
                </a:lnTo>
                <a:lnTo>
                  <a:pt x="565" y="319"/>
                </a:lnTo>
                <a:lnTo>
                  <a:pt x="566" y="322"/>
                </a:lnTo>
                <a:lnTo>
                  <a:pt x="567" y="324"/>
                </a:lnTo>
                <a:lnTo>
                  <a:pt x="567" y="325"/>
                </a:lnTo>
                <a:lnTo>
                  <a:pt x="568" y="326"/>
                </a:lnTo>
                <a:lnTo>
                  <a:pt x="568" y="327"/>
                </a:lnTo>
                <a:lnTo>
                  <a:pt x="569" y="327"/>
                </a:lnTo>
                <a:lnTo>
                  <a:pt x="569" y="328"/>
                </a:lnTo>
                <a:lnTo>
                  <a:pt x="569" y="330"/>
                </a:lnTo>
                <a:lnTo>
                  <a:pt x="570" y="332"/>
                </a:lnTo>
                <a:lnTo>
                  <a:pt x="570" y="333"/>
                </a:lnTo>
                <a:lnTo>
                  <a:pt x="571" y="334"/>
                </a:lnTo>
                <a:lnTo>
                  <a:pt x="572" y="333"/>
                </a:lnTo>
                <a:lnTo>
                  <a:pt x="572" y="332"/>
                </a:lnTo>
                <a:lnTo>
                  <a:pt x="573" y="332"/>
                </a:lnTo>
                <a:lnTo>
                  <a:pt x="573" y="331"/>
                </a:lnTo>
                <a:lnTo>
                  <a:pt x="575" y="331"/>
                </a:lnTo>
                <a:lnTo>
                  <a:pt x="576" y="331"/>
                </a:lnTo>
                <a:lnTo>
                  <a:pt x="577" y="331"/>
                </a:lnTo>
                <a:lnTo>
                  <a:pt x="577" y="332"/>
                </a:lnTo>
                <a:lnTo>
                  <a:pt x="576" y="332"/>
                </a:lnTo>
                <a:lnTo>
                  <a:pt x="577" y="333"/>
                </a:lnTo>
                <a:lnTo>
                  <a:pt x="579" y="334"/>
                </a:lnTo>
                <a:lnTo>
                  <a:pt x="580" y="336"/>
                </a:lnTo>
                <a:lnTo>
                  <a:pt x="581" y="339"/>
                </a:lnTo>
                <a:lnTo>
                  <a:pt x="581" y="340"/>
                </a:lnTo>
                <a:lnTo>
                  <a:pt x="581" y="341"/>
                </a:lnTo>
                <a:lnTo>
                  <a:pt x="581" y="342"/>
                </a:lnTo>
                <a:lnTo>
                  <a:pt x="580" y="342"/>
                </a:lnTo>
                <a:lnTo>
                  <a:pt x="580" y="343"/>
                </a:lnTo>
                <a:lnTo>
                  <a:pt x="581" y="346"/>
                </a:lnTo>
                <a:lnTo>
                  <a:pt x="582" y="346"/>
                </a:lnTo>
                <a:lnTo>
                  <a:pt x="583" y="346"/>
                </a:lnTo>
                <a:lnTo>
                  <a:pt x="584" y="346"/>
                </a:lnTo>
                <a:lnTo>
                  <a:pt x="585" y="347"/>
                </a:lnTo>
                <a:lnTo>
                  <a:pt x="585" y="348"/>
                </a:lnTo>
                <a:lnTo>
                  <a:pt x="585" y="349"/>
                </a:lnTo>
                <a:lnTo>
                  <a:pt x="586" y="350"/>
                </a:lnTo>
                <a:lnTo>
                  <a:pt x="587" y="349"/>
                </a:lnTo>
                <a:lnTo>
                  <a:pt x="587" y="348"/>
                </a:lnTo>
                <a:lnTo>
                  <a:pt x="588" y="347"/>
                </a:lnTo>
                <a:lnTo>
                  <a:pt x="589" y="346"/>
                </a:lnTo>
                <a:lnTo>
                  <a:pt x="590" y="346"/>
                </a:lnTo>
                <a:lnTo>
                  <a:pt x="592" y="346"/>
                </a:lnTo>
                <a:lnTo>
                  <a:pt x="592" y="347"/>
                </a:lnTo>
                <a:lnTo>
                  <a:pt x="593" y="349"/>
                </a:lnTo>
                <a:lnTo>
                  <a:pt x="594" y="350"/>
                </a:lnTo>
                <a:lnTo>
                  <a:pt x="594" y="353"/>
                </a:lnTo>
                <a:lnTo>
                  <a:pt x="593" y="353"/>
                </a:lnTo>
                <a:lnTo>
                  <a:pt x="593" y="356"/>
                </a:lnTo>
                <a:lnTo>
                  <a:pt x="594" y="356"/>
                </a:lnTo>
                <a:lnTo>
                  <a:pt x="594" y="357"/>
                </a:lnTo>
                <a:lnTo>
                  <a:pt x="596" y="357"/>
                </a:lnTo>
                <a:lnTo>
                  <a:pt x="598" y="356"/>
                </a:lnTo>
                <a:lnTo>
                  <a:pt x="599" y="357"/>
                </a:lnTo>
                <a:lnTo>
                  <a:pt x="601" y="357"/>
                </a:lnTo>
                <a:lnTo>
                  <a:pt x="602" y="357"/>
                </a:lnTo>
                <a:lnTo>
                  <a:pt x="603" y="357"/>
                </a:lnTo>
                <a:lnTo>
                  <a:pt x="604" y="356"/>
                </a:lnTo>
                <a:lnTo>
                  <a:pt x="604" y="355"/>
                </a:lnTo>
                <a:lnTo>
                  <a:pt x="605" y="355"/>
                </a:lnTo>
                <a:lnTo>
                  <a:pt x="606" y="354"/>
                </a:lnTo>
                <a:lnTo>
                  <a:pt x="606" y="353"/>
                </a:lnTo>
                <a:lnTo>
                  <a:pt x="606" y="352"/>
                </a:lnTo>
                <a:lnTo>
                  <a:pt x="606" y="351"/>
                </a:lnTo>
                <a:lnTo>
                  <a:pt x="607" y="350"/>
                </a:lnTo>
                <a:lnTo>
                  <a:pt x="608" y="350"/>
                </a:lnTo>
                <a:lnTo>
                  <a:pt x="608" y="351"/>
                </a:lnTo>
                <a:lnTo>
                  <a:pt x="608" y="352"/>
                </a:lnTo>
                <a:lnTo>
                  <a:pt x="608" y="353"/>
                </a:lnTo>
                <a:lnTo>
                  <a:pt x="609" y="354"/>
                </a:lnTo>
                <a:lnTo>
                  <a:pt x="610" y="354"/>
                </a:lnTo>
                <a:lnTo>
                  <a:pt x="611" y="354"/>
                </a:lnTo>
                <a:lnTo>
                  <a:pt x="614" y="354"/>
                </a:lnTo>
                <a:lnTo>
                  <a:pt x="616" y="354"/>
                </a:lnTo>
                <a:lnTo>
                  <a:pt x="619" y="353"/>
                </a:lnTo>
                <a:lnTo>
                  <a:pt x="621" y="352"/>
                </a:lnTo>
                <a:lnTo>
                  <a:pt x="623" y="351"/>
                </a:lnTo>
                <a:lnTo>
                  <a:pt x="625" y="350"/>
                </a:lnTo>
                <a:lnTo>
                  <a:pt x="626" y="350"/>
                </a:lnTo>
                <a:lnTo>
                  <a:pt x="627" y="351"/>
                </a:lnTo>
                <a:lnTo>
                  <a:pt x="630" y="352"/>
                </a:lnTo>
                <a:lnTo>
                  <a:pt x="634" y="350"/>
                </a:lnTo>
                <a:lnTo>
                  <a:pt x="634" y="349"/>
                </a:lnTo>
                <a:lnTo>
                  <a:pt x="634" y="348"/>
                </a:lnTo>
                <a:lnTo>
                  <a:pt x="635" y="348"/>
                </a:lnTo>
                <a:lnTo>
                  <a:pt x="635" y="347"/>
                </a:lnTo>
                <a:lnTo>
                  <a:pt x="636" y="347"/>
                </a:lnTo>
                <a:lnTo>
                  <a:pt x="639" y="346"/>
                </a:lnTo>
                <a:lnTo>
                  <a:pt x="641" y="346"/>
                </a:lnTo>
                <a:lnTo>
                  <a:pt x="642" y="347"/>
                </a:lnTo>
                <a:lnTo>
                  <a:pt x="645" y="348"/>
                </a:lnTo>
                <a:lnTo>
                  <a:pt x="648" y="348"/>
                </a:lnTo>
                <a:lnTo>
                  <a:pt x="650" y="349"/>
                </a:lnTo>
                <a:lnTo>
                  <a:pt x="651" y="349"/>
                </a:lnTo>
                <a:lnTo>
                  <a:pt x="654" y="348"/>
                </a:lnTo>
                <a:lnTo>
                  <a:pt x="655" y="346"/>
                </a:lnTo>
                <a:lnTo>
                  <a:pt x="657" y="345"/>
                </a:lnTo>
                <a:lnTo>
                  <a:pt x="658" y="345"/>
                </a:lnTo>
                <a:lnTo>
                  <a:pt x="659" y="345"/>
                </a:lnTo>
                <a:lnTo>
                  <a:pt x="659" y="344"/>
                </a:lnTo>
                <a:lnTo>
                  <a:pt x="658" y="343"/>
                </a:lnTo>
                <a:lnTo>
                  <a:pt x="658" y="342"/>
                </a:lnTo>
                <a:lnTo>
                  <a:pt x="657" y="341"/>
                </a:lnTo>
                <a:lnTo>
                  <a:pt x="656" y="340"/>
                </a:lnTo>
                <a:lnTo>
                  <a:pt x="655" y="339"/>
                </a:lnTo>
                <a:lnTo>
                  <a:pt x="654" y="338"/>
                </a:lnTo>
                <a:lnTo>
                  <a:pt x="654" y="337"/>
                </a:lnTo>
                <a:lnTo>
                  <a:pt x="654" y="336"/>
                </a:lnTo>
                <a:lnTo>
                  <a:pt x="654" y="334"/>
                </a:lnTo>
                <a:lnTo>
                  <a:pt x="654" y="333"/>
                </a:lnTo>
                <a:lnTo>
                  <a:pt x="654" y="332"/>
                </a:lnTo>
                <a:lnTo>
                  <a:pt x="655" y="332"/>
                </a:lnTo>
                <a:lnTo>
                  <a:pt x="655" y="331"/>
                </a:lnTo>
                <a:lnTo>
                  <a:pt x="655" y="329"/>
                </a:lnTo>
                <a:lnTo>
                  <a:pt x="654" y="328"/>
                </a:lnTo>
                <a:lnTo>
                  <a:pt x="654" y="326"/>
                </a:lnTo>
                <a:lnTo>
                  <a:pt x="653" y="325"/>
                </a:lnTo>
                <a:lnTo>
                  <a:pt x="653" y="323"/>
                </a:lnTo>
                <a:lnTo>
                  <a:pt x="653" y="322"/>
                </a:lnTo>
                <a:lnTo>
                  <a:pt x="653" y="321"/>
                </a:lnTo>
                <a:lnTo>
                  <a:pt x="654" y="320"/>
                </a:lnTo>
                <a:lnTo>
                  <a:pt x="655" y="320"/>
                </a:lnTo>
                <a:lnTo>
                  <a:pt x="656" y="320"/>
                </a:lnTo>
                <a:lnTo>
                  <a:pt x="657" y="321"/>
                </a:lnTo>
                <a:lnTo>
                  <a:pt x="658" y="321"/>
                </a:lnTo>
                <a:lnTo>
                  <a:pt x="659" y="321"/>
                </a:lnTo>
                <a:lnTo>
                  <a:pt x="660" y="321"/>
                </a:lnTo>
                <a:lnTo>
                  <a:pt x="661" y="321"/>
                </a:lnTo>
                <a:lnTo>
                  <a:pt x="662" y="321"/>
                </a:lnTo>
                <a:lnTo>
                  <a:pt x="662" y="320"/>
                </a:lnTo>
                <a:lnTo>
                  <a:pt x="663" y="320"/>
                </a:lnTo>
                <a:lnTo>
                  <a:pt x="664" y="319"/>
                </a:lnTo>
                <a:lnTo>
                  <a:pt x="665" y="319"/>
                </a:lnTo>
                <a:lnTo>
                  <a:pt x="665" y="318"/>
                </a:lnTo>
                <a:lnTo>
                  <a:pt x="664" y="314"/>
                </a:lnTo>
                <a:lnTo>
                  <a:pt x="664" y="313"/>
                </a:lnTo>
                <a:lnTo>
                  <a:pt x="664" y="312"/>
                </a:lnTo>
                <a:lnTo>
                  <a:pt x="664" y="310"/>
                </a:lnTo>
                <a:lnTo>
                  <a:pt x="662" y="308"/>
                </a:lnTo>
                <a:lnTo>
                  <a:pt x="662" y="307"/>
                </a:lnTo>
                <a:lnTo>
                  <a:pt x="664" y="305"/>
                </a:lnTo>
                <a:lnTo>
                  <a:pt x="665" y="305"/>
                </a:lnTo>
                <a:lnTo>
                  <a:pt x="665" y="306"/>
                </a:lnTo>
                <a:lnTo>
                  <a:pt x="666" y="306"/>
                </a:lnTo>
                <a:lnTo>
                  <a:pt x="667" y="306"/>
                </a:lnTo>
                <a:lnTo>
                  <a:pt x="669" y="304"/>
                </a:lnTo>
                <a:lnTo>
                  <a:pt x="669" y="303"/>
                </a:lnTo>
                <a:lnTo>
                  <a:pt x="669" y="302"/>
                </a:lnTo>
                <a:lnTo>
                  <a:pt x="668" y="301"/>
                </a:lnTo>
                <a:lnTo>
                  <a:pt x="667" y="300"/>
                </a:lnTo>
                <a:lnTo>
                  <a:pt x="668" y="297"/>
                </a:lnTo>
                <a:lnTo>
                  <a:pt x="674" y="296"/>
                </a:lnTo>
                <a:lnTo>
                  <a:pt x="675" y="296"/>
                </a:lnTo>
                <a:lnTo>
                  <a:pt x="676" y="296"/>
                </a:lnTo>
                <a:lnTo>
                  <a:pt x="675" y="297"/>
                </a:lnTo>
                <a:lnTo>
                  <a:pt x="675" y="298"/>
                </a:lnTo>
                <a:lnTo>
                  <a:pt x="676" y="300"/>
                </a:lnTo>
                <a:lnTo>
                  <a:pt x="678" y="299"/>
                </a:lnTo>
                <a:lnTo>
                  <a:pt x="678" y="298"/>
                </a:lnTo>
                <a:lnTo>
                  <a:pt x="682" y="299"/>
                </a:lnTo>
                <a:lnTo>
                  <a:pt x="683" y="299"/>
                </a:lnTo>
                <a:lnTo>
                  <a:pt x="684" y="299"/>
                </a:lnTo>
                <a:lnTo>
                  <a:pt x="684" y="298"/>
                </a:lnTo>
                <a:lnTo>
                  <a:pt x="685" y="297"/>
                </a:lnTo>
                <a:lnTo>
                  <a:pt x="687" y="297"/>
                </a:lnTo>
                <a:lnTo>
                  <a:pt x="688" y="296"/>
                </a:lnTo>
                <a:lnTo>
                  <a:pt x="689" y="295"/>
                </a:lnTo>
                <a:lnTo>
                  <a:pt x="690" y="295"/>
                </a:lnTo>
                <a:lnTo>
                  <a:pt x="691" y="294"/>
                </a:lnTo>
                <a:lnTo>
                  <a:pt x="692" y="294"/>
                </a:lnTo>
                <a:lnTo>
                  <a:pt x="692" y="293"/>
                </a:lnTo>
                <a:lnTo>
                  <a:pt x="693" y="293"/>
                </a:lnTo>
                <a:lnTo>
                  <a:pt x="695" y="293"/>
                </a:lnTo>
                <a:lnTo>
                  <a:pt x="697" y="294"/>
                </a:lnTo>
                <a:lnTo>
                  <a:pt x="698" y="295"/>
                </a:lnTo>
                <a:lnTo>
                  <a:pt x="698" y="296"/>
                </a:lnTo>
                <a:lnTo>
                  <a:pt x="699" y="299"/>
                </a:lnTo>
                <a:lnTo>
                  <a:pt x="699" y="300"/>
                </a:lnTo>
                <a:lnTo>
                  <a:pt x="698" y="300"/>
                </a:lnTo>
                <a:lnTo>
                  <a:pt x="697" y="300"/>
                </a:lnTo>
                <a:lnTo>
                  <a:pt x="697" y="303"/>
                </a:lnTo>
                <a:lnTo>
                  <a:pt x="697" y="304"/>
                </a:lnTo>
                <a:lnTo>
                  <a:pt x="698" y="304"/>
                </a:lnTo>
                <a:lnTo>
                  <a:pt x="701" y="303"/>
                </a:lnTo>
                <a:lnTo>
                  <a:pt x="701" y="302"/>
                </a:lnTo>
                <a:lnTo>
                  <a:pt x="702" y="302"/>
                </a:lnTo>
                <a:lnTo>
                  <a:pt x="703" y="305"/>
                </a:lnTo>
                <a:lnTo>
                  <a:pt x="703" y="306"/>
                </a:lnTo>
                <a:lnTo>
                  <a:pt x="704" y="307"/>
                </a:lnTo>
                <a:lnTo>
                  <a:pt x="704" y="308"/>
                </a:lnTo>
                <a:lnTo>
                  <a:pt x="704" y="309"/>
                </a:lnTo>
                <a:lnTo>
                  <a:pt x="705" y="310"/>
                </a:lnTo>
                <a:lnTo>
                  <a:pt x="706" y="311"/>
                </a:lnTo>
                <a:lnTo>
                  <a:pt x="707" y="311"/>
                </a:lnTo>
                <a:lnTo>
                  <a:pt x="708" y="311"/>
                </a:lnTo>
                <a:lnTo>
                  <a:pt x="708" y="312"/>
                </a:lnTo>
                <a:lnTo>
                  <a:pt x="709" y="312"/>
                </a:lnTo>
                <a:lnTo>
                  <a:pt x="710" y="313"/>
                </a:lnTo>
                <a:lnTo>
                  <a:pt x="714" y="317"/>
                </a:lnTo>
                <a:lnTo>
                  <a:pt x="716" y="318"/>
                </a:lnTo>
                <a:lnTo>
                  <a:pt x="719" y="318"/>
                </a:lnTo>
                <a:lnTo>
                  <a:pt x="720" y="317"/>
                </a:lnTo>
                <a:lnTo>
                  <a:pt x="721" y="317"/>
                </a:lnTo>
                <a:lnTo>
                  <a:pt x="722" y="317"/>
                </a:lnTo>
                <a:lnTo>
                  <a:pt x="723" y="317"/>
                </a:lnTo>
                <a:lnTo>
                  <a:pt x="724" y="317"/>
                </a:lnTo>
                <a:lnTo>
                  <a:pt x="725" y="317"/>
                </a:lnTo>
                <a:lnTo>
                  <a:pt x="726" y="317"/>
                </a:lnTo>
                <a:lnTo>
                  <a:pt x="727" y="316"/>
                </a:lnTo>
                <a:lnTo>
                  <a:pt x="728" y="316"/>
                </a:lnTo>
                <a:lnTo>
                  <a:pt x="728" y="317"/>
                </a:lnTo>
                <a:lnTo>
                  <a:pt x="729" y="318"/>
                </a:lnTo>
                <a:lnTo>
                  <a:pt x="729" y="319"/>
                </a:lnTo>
                <a:lnTo>
                  <a:pt x="729" y="320"/>
                </a:lnTo>
                <a:lnTo>
                  <a:pt x="730" y="321"/>
                </a:lnTo>
                <a:lnTo>
                  <a:pt x="730" y="323"/>
                </a:lnTo>
                <a:lnTo>
                  <a:pt x="731" y="323"/>
                </a:lnTo>
                <a:lnTo>
                  <a:pt x="731" y="324"/>
                </a:lnTo>
                <a:lnTo>
                  <a:pt x="731" y="325"/>
                </a:lnTo>
                <a:lnTo>
                  <a:pt x="731" y="326"/>
                </a:lnTo>
                <a:lnTo>
                  <a:pt x="732" y="326"/>
                </a:lnTo>
                <a:lnTo>
                  <a:pt x="732" y="327"/>
                </a:lnTo>
                <a:lnTo>
                  <a:pt x="732" y="328"/>
                </a:lnTo>
                <a:lnTo>
                  <a:pt x="733" y="329"/>
                </a:lnTo>
                <a:lnTo>
                  <a:pt x="733" y="331"/>
                </a:lnTo>
                <a:lnTo>
                  <a:pt x="734" y="332"/>
                </a:lnTo>
                <a:lnTo>
                  <a:pt x="735" y="336"/>
                </a:lnTo>
                <a:lnTo>
                  <a:pt x="736" y="339"/>
                </a:lnTo>
                <a:lnTo>
                  <a:pt x="736" y="343"/>
                </a:lnTo>
                <a:lnTo>
                  <a:pt x="737" y="345"/>
                </a:lnTo>
                <a:lnTo>
                  <a:pt x="737" y="346"/>
                </a:lnTo>
                <a:lnTo>
                  <a:pt x="737" y="347"/>
                </a:lnTo>
                <a:lnTo>
                  <a:pt x="738" y="353"/>
                </a:lnTo>
                <a:lnTo>
                  <a:pt x="738" y="355"/>
                </a:lnTo>
                <a:lnTo>
                  <a:pt x="739" y="356"/>
                </a:lnTo>
                <a:lnTo>
                  <a:pt x="739" y="355"/>
                </a:lnTo>
                <a:lnTo>
                  <a:pt x="740" y="356"/>
                </a:lnTo>
                <a:lnTo>
                  <a:pt x="739" y="358"/>
                </a:lnTo>
                <a:lnTo>
                  <a:pt x="738" y="358"/>
                </a:lnTo>
                <a:lnTo>
                  <a:pt x="738" y="359"/>
                </a:lnTo>
                <a:lnTo>
                  <a:pt x="740" y="360"/>
                </a:lnTo>
                <a:lnTo>
                  <a:pt x="741" y="360"/>
                </a:lnTo>
                <a:lnTo>
                  <a:pt x="741" y="359"/>
                </a:lnTo>
                <a:lnTo>
                  <a:pt x="742" y="359"/>
                </a:lnTo>
                <a:lnTo>
                  <a:pt x="742" y="360"/>
                </a:lnTo>
                <a:lnTo>
                  <a:pt x="742" y="361"/>
                </a:lnTo>
                <a:lnTo>
                  <a:pt x="741" y="361"/>
                </a:lnTo>
                <a:lnTo>
                  <a:pt x="740" y="363"/>
                </a:lnTo>
                <a:lnTo>
                  <a:pt x="741" y="366"/>
                </a:lnTo>
                <a:lnTo>
                  <a:pt x="742" y="366"/>
                </a:lnTo>
                <a:lnTo>
                  <a:pt x="740" y="368"/>
                </a:lnTo>
                <a:lnTo>
                  <a:pt x="737" y="366"/>
                </a:lnTo>
                <a:lnTo>
                  <a:pt x="736" y="366"/>
                </a:lnTo>
                <a:lnTo>
                  <a:pt x="736" y="365"/>
                </a:lnTo>
                <a:lnTo>
                  <a:pt x="736" y="363"/>
                </a:lnTo>
                <a:lnTo>
                  <a:pt x="735" y="363"/>
                </a:lnTo>
                <a:lnTo>
                  <a:pt x="734" y="364"/>
                </a:lnTo>
                <a:lnTo>
                  <a:pt x="734" y="365"/>
                </a:lnTo>
                <a:lnTo>
                  <a:pt x="734" y="366"/>
                </a:lnTo>
                <a:lnTo>
                  <a:pt x="734" y="368"/>
                </a:lnTo>
                <a:lnTo>
                  <a:pt x="732" y="370"/>
                </a:lnTo>
                <a:lnTo>
                  <a:pt x="731" y="372"/>
                </a:lnTo>
                <a:lnTo>
                  <a:pt x="732" y="373"/>
                </a:lnTo>
                <a:lnTo>
                  <a:pt x="733" y="374"/>
                </a:lnTo>
                <a:lnTo>
                  <a:pt x="734" y="376"/>
                </a:lnTo>
                <a:lnTo>
                  <a:pt x="733" y="377"/>
                </a:lnTo>
                <a:lnTo>
                  <a:pt x="732" y="377"/>
                </a:lnTo>
                <a:lnTo>
                  <a:pt x="732" y="376"/>
                </a:lnTo>
                <a:lnTo>
                  <a:pt x="731" y="377"/>
                </a:lnTo>
                <a:lnTo>
                  <a:pt x="731" y="379"/>
                </a:lnTo>
                <a:lnTo>
                  <a:pt x="731" y="380"/>
                </a:lnTo>
                <a:lnTo>
                  <a:pt x="732" y="380"/>
                </a:lnTo>
                <a:lnTo>
                  <a:pt x="732" y="381"/>
                </a:lnTo>
                <a:lnTo>
                  <a:pt x="732" y="382"/>
                </a:lnTo>
                <a:lnTo>
                  <a:pt x="732" y="383"/>
                </a:lnTo>
                <a:lnTo>
                  <a:pt x="731" y="384"/>
                </a:lnTo>
                <a:lnTo>
                  <a:pt x="730" y="386"/>
                </a:lnTo>
                <a:lnTo>
                  <a:pt x="729" y="386"/>
                </a:lnTo>
                <a:lnTo>
                  <a:pt x="727" y="389"/>
                </a:lnTo>
                <a:lnTo>
                  <a:pt x="724" y="391"/>
                </a:lnTo>
                <a:lnTo>
                  <a:pt x="723" y="390"/>
                </a:lnTo>
                <a:lnTo>
                  <a:pt x="723" y="391"/>
                </a:lnTo>
                <a:lnTo>
                  <a:pt x="723" y="392"/>
                </a:lnTo>
                <a:lnTo>
                  <a:pt x="723" y="393"/>
                </a:lnTo>
                <a:lnTo>
                  <a:pt x="723" y="394"/>
                </a:lnTo>
                <a:lnTo>
                  <a:pt x="722" y="395"/>
                </a:lnTo>
                <a:lnTo>
                  <a:pt x="722" y="396"/>
                </a:lnTo>
                <a:lnTo>
                  <a:pt x="721" y="395"/>
                </a:lnTo>
                <a:lnTo>
                  <a:pt x="720" y="395"/>
                </a:lnTo>
                <a:lnTo>
                  <a:pt x="720" y="394"/>
                </a:lnTo>
                <a:lnTo>
                  <a:pt x="719" y="394"/>
                </a:lnTo>
                <a:lnTo>
                  <a:pt x="718" y="39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2" name=""/>
          <p:cNvSpPr/>
          <p:nvPr/>
        </p:nvSpPr>
        <p:spPr>
          <a:xfrm>
            <a:off x="8291880" y="24930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1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4" y="1"/>
                </a:lnTo>
                <a:lnTo>
                  <a:pt x="2" y="1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3" name=""/>
          <p:cNvSpPr/>
          <p:nvPr/>
        </p:nvSpPr>
        <p:spPr>
          <a:xfrm>
            <a:off x="8293320" y="24919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2"/>
                </a:move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4" name=""/>
          <p:cNvSpPr/>
          <p:nvPr/>
        </p:nvSpPr>
        <p:spPr>
          <a:xfrm>
            <a:off x="8308080" y="2480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0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5" name=""/>
          <p:cNvSpPr/>
          <p:nvPr/>
        </p:nvSpPr>
        <p:spPr>
          <a:xfrm>
            <a:off x="8318160" y="2476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0"/>
                </a:move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3" y="4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6" name=""/>
          <p:cNvSpPr/>
          <p:nvPr/>
        </p:nvSpPr>
        <p:spPr>
          <a:xfrm>
            <a:off x="8316720" y="24764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7" name=""/>
          <p:cNvSpPr/>
          <p:nvPr/>
        </p:nvSpPr>
        <p:spPr>
          <a:xfrm>
            <a:off x="8315280" y="24750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  <a:lnTo>
                  <a:pt x="4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8" name=""/>
          <p:cNvSpPr/>
          <p:nvPr/>
        </p:nvSpPr>
        <p:spPr>
          <a:xfrm>
            <a:off x="8319240" y="24753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9" name=""/>
          <p:cNvSpPr/>
          <p:nvPr/>
        </p:nvSpPr>
        <p:spPr>
          <a:xfrm>
            <a:off x="8321400" y="24732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0" name=""/>
          <p:cNvSpPr/>
          <p:nvPr/>
        </p:nvSpPr>
        <p:spPr>
          <a:xfrm>
            <a:off x="8298720" y="24681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1" name=""/>
          <p:cNvSpPr/>
          <p:nvPr/>
        </p:nvSpPr>
        <p:spPr>
          <a:xfrm>
            <a:off x="8342280" y="24321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0"/>
                </a:moveTo>
                <a:lnTo>
                  <a:pt x="1" y="0"/>
                </a:lnTo>
                <a:lnTo>
                  <a:pt x="3" y="1"/>
                </a:lnTo>
                <a:lnTo>
                  <a:pt x="1" y="3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2" name=""/>
          <p:cNvSpPr/>
          <p:nvPr/>
        </p:nvSpPr>
        <p:spPr>
          <a:xfrm>
            <a:off x="8336520" y="242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4"/>
                </a:lnTo>
                <a:lnTo>
                  <a:pt x="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3" name=""/>
          <p:cNvSpPr/>
          <p:nvPr/>
        </p:nvSpPr>
        <p:spPr>
          <a:xfrm>
            <a:off x="8326080" y="242928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4" y="0"/>
                </a:moveTo>
                <a:lnTo>
                  <a:pt x="6" y="0"/>
                </a:lnTo>
                <a:lnTo>
                  <a:pt x="4" y="0"/>
                </a:lnTo>
                <a:lnTo>
                  <a:pt x="3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4" name=""/>
          <p:cNvSpPr/>
          <p:nvPr/>
        </p:nvSpPr>
        <p:spPr>
          <a:xfrm>
            <a:off x="8327880" y="2428200"/>
            <a:ext cx="3240" cy="1440"/>
          </a:xfrm>
          <a:custGeom>
            <a:avLst/>
            <a:gdLst/>
            <a:ahLst/>
            <a:rect l="0" t="0" r="r" b="b"/>
            <a:pathLst>
              <a:path w="9" h="4">
                <a:moveTo>
                  <a:pt x="1" y="3"/>
                </a:moveTo>
                <a:lnTo>
                  <a:pt x="4" y="0"/>
                </a:lnTo>
                <a:lnTo>
                  <a:pt x="9" y="0"/>
                </a:lnTo>
                <a:lnTo>
                  <a:pt x="9" y="3"/>
                </a:lnTo>
                <a:lnTo>
                  <a:pt x="8" y="3"/>
                </a:lnTo>
                <a:lnTo>
                  <a:pt x="5" y="4"/>
                </a:lnTo>
                <a:lnTo>
                  <a:pt x="4" y="4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5" name=""/>
          <p:cNvSpPr/>
          <p:nvPr/>
        </p:nvSpPr>
        <p:spPr>
          <a:xfrm>
            <a:off x="8343000" y="24278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3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3" y="5"/>
                </a:lnTo>
                <a:lnTo>
                  <a:pt x="1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6" name=""/>
          <p:cNvSpPr/>
          <p:nvPr/>
        </p:nvSpPr>
        <p:spPr>
          <a:xfrm>
            <a:off x="8335440" y="2424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7" name=""/>
          <p:cNvSpPr/>
          <p:nvPr/>
        </p:nvSpPr>
        <p:spPr>
          <a:xfrm>
            <a:off x="8346240" y="2423160"/>
            <a:ext cx="3960" cy="3960"/>
          </a:xfrm>
          <a:custGeom>
            <a:avLst/>
            <a:gdLst/>
            <a:ahLst/>
            <a:rect l="0" t="0" r="r" b="b"/>
            <a:pathLst>
              <a:path w="11" h="11">
                <a:moveTo>
                  <a:pt x="8" y="6"/>
                </a:moveTo>
                <a:lnTo>
                  <a:pt x="8" y="7"/>
                </a:lnTo>
                <a:lnTo>
                  <a:pt x="7" y="8"/>
                </a:lnTo>
                <a:lnTo>
                  <a:pt x="4" y="9"/>
                </a:lnTo>
                <a:lnTo>
                  <a:pt x="4" y="10"/>
                </a:lnTo>
                <a:lnTo>
                  <a:pt x="3" y="11"/>
                </a:lnTo>
                <a:lnTo>
                  <a:pt x="1" y="10"/>
                </a:lnTo>
                <a:lnTo>
                  <a:pt x="0" y="10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3" y="6"/>
                </a:lnTo>
                <a:lnTo>
                  <a:pt x="3" y="5"/>
                </a:lnTo>
                <a:lnTo>
                  <a:pt x="3" y="2"/>
                </a:lnTo>
                <a:lnTo>
                  <a:pt x="3" y="1"/>
                </a:lnTo>
                <a:lnTo>
                  <a:pt x="7" y="0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2"/>
                </a:lnTo>
                <a:lnTo>
                  <a:pt x="10" y="7"/>
                </a:lnTo>
                <a:lnTo>
                  <a:pt x="10" y="6"/>
                </a:lnTo>
                <a:lnTo>
                  <a:pt x="9" y="6"/>
                </a:lnTo>
                <a:lnTo>
                  <a:pt x="8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8" name=""/>
          <p:cNvSpPr/>
          <p:nvPr/>
        </p:nvSpPr>
        <p:spPr>
          <a:xfrm>
            <a:off x="8325360" y="24242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2"/>
                </a:move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9" name=""/>
          <p:cNvSpPr/>
          <p:nvPr/>
        </p:nvSpPr>
        <p:spPr>
          <a:xfrm>
            <a:off x="8350560" y="2415960"/>
            <a:ext cx="13320" cy="12240"/>
          </a:xfrm>
          <a:custGeom>
            <a:avLst/>
            <a:gdLst/>
            <a:ahLst/>
            <a:rect l="0" t="0" r="r" b="b"/>
            <a:pathLst>
              <a:path w="37" h="34">
                <a:moveTo>
                  <a:pt x="31" y="5"/>
                </a:moveTo>
                <a:lnTo>
                  <a:pt x="30" y="5"/>
                </a:lnTo>
                <a:lnTo>
                  <a:pt x="30" y="6"/>
                </a:lnTo>
                <a:lnTo>
                  <a:pt x="31" y="6"/>
                </a:lnTo>
                <a:lnTo>
                  <a:pt x="31" y="7"/>
                </a:lnTo>
                <a:lnTo>
                  <a:pt x="32" y="9"/>
                </a:lnTo>
                <a:lnTo>
                  <a:pt x="33" y="10"/>
                </a:lnTo>
                <a:lnTo>
                  <a:pt x="34" y="10"/>
                </a:lnTo>
                <a:lnTo>
                  <a:pt x="34" y="11"/>
                </a:lnTo>
                <a:lnTo>
                  <a:pt x="34" y="12"/>
                </a:lnTo>
                <a:lnTo>
                  <a:pt x="34" y="13"/>
                </a:lnTo>
                <a:lnTo>
                  <a:pt x="35" y="15"/>
                </a:lnTo>
                <a:lnTo>
                  <a:pt x="36" y="16"/>
                </a:lnTo>
                <a:lnTo>
                  <a:pt x="36" y="15"/>
                </a:lnTo>
                <a:lnTo>
                  <a:pt x="36" y="16"/>
                </a:lnTo>
                <a:lnTo>
                  <a:pt x="37" y="16"/>
                </a:lnTo>
                <a:lnTo>
                  <a:pt x="37" y="17"/>
                </a:lnTo>
                <a:lnTo>
                  <a:pt x="37" y="18"/>
                </a:lnTo>
                <a:lnTo>
                  <a:pt x="36" y="18"/>
                </a:lnTo>
                <a:lnTo>
                  <a:pt x="35" y="18"/>
                </a:lnTo>
                <a:lnTo>
                  <a:pt x="34" y="18"/>
                </a:lnTo>
                <a:lnTo>
                  <a:pt x="34" y="19"/>
                </a:lnTo>
                <a:lnTo>
                  <a:pt x="35" y="19"/>
                </a:lnTo>
                <a:lnTo>
                  <a:pt x="35" y="20"/>
                </a:lnTo>
                <a:lnTo>
                  <a:pt x="35" y="21"/>
                </a:lnTo>
                <a:lnTo>
                  <a:pt x="34" y="22"/>
                </a:lnTo>
                <a:lnTo>
                  <a:pt x="33" y="23"/>
                </a:lnTo>
                <a:lnTo>
                  <a:pt x="32" y="24"/>
                </a:lnTo>
                <a:lnTo>
                  <a:pt x="31" y="25"/>
                </a:lnTo>
                <a:lnTo>
                  <a:pt x="29" y="25"/>
                </a:lnTo>
                <a:lnTo>
                  <a:pt x="30" y="25"/>
                </a:lnTo>
                <a:lnTo>
                  <a:pt x="30" y="24"/>
                </a:lnTo>
                <a:lnTo>
                  <a:pt x="30" y="23"/>
                </a:lnTo>
                <a:lnTo>
                  <a:pt x="29" y="22"/>
                </a:lnTo>
                <a:lnTo>
                  <a:pt x="28" y="22"/>
                </a:lnTo>
                <a:lnTo>
                  <a:pt x="26" y="22"/>
                </a:lnTo>
                <a:lnTo>
                  <a:pt x="25" y="22"/>
                </a:lnTo>
                <a:lnTo>
                  <a:pt x="25" y="21"/>
                </a:lnTo>
                <a:lnTo>
                  <a:pt x="24" y="21"/>
                </a:lnTo>
                <a:lnTo>
                  <a:pt x="23" y="21"/>
                </a:lnTo>
                <a:lnTo>
                  <a:pt x="21" y="21"/>
                </a:lnTo>
                <a:lnTo>
                  <a:pt x="20" y="21"/>
                </a:lnTo>
                <a:lnTo>
                  <a:pt x="18" y="22"/>
                </a:lnTo>
                <a:lnTo>
                  <a:pt x="16" y="23"/>
                </a:lnTo>
                <a:lnTo>
                  <a:pt x="15" y="24"/>
                </a:lnTo>
                <a:lnTo>
                  <a:pt x="14" y="24"/>
                </a:lnTo>
                <a:lnTo>
                  <a:pt x="14" y="25"/>
                </a:lnTo>
                <a:lnTo>
                  <a:pt x="13" y="26"/>
                </a:lnTo>
                <a:lnTo>
                  <a:pt x="12" y="27"/>
                </a:lnTo>
                <a:lnTo>
                  <a:pt x="12" y="28"/>
                </a:lnTo>
                <a:lnTo>
                  <a:pt x="11" y="29"/>
                </a:lnTo>
                <a:lnTo>
                  <a:pt x="11" y="30"/>
                </a:lnTo>
                <a:lnTo>
                  <a:pt x="11" y="32"/>
                </a:lnTo>
                <a:lnTo>
                  <a:pt x="10" y="32"/>
                </a:lnTo>
                <a:lnTo>
                  <a:pt x="9" y="32"/>
                </a:lnTo>
                <a:lnTo>
                  <a:pt x="9" y="34"/>
                </a:lnTo>
                <a:lnTo>
                  <a:pt x="9" y="32"/>
                </a:lnTo>
                <a:lnTo>
                  <a:pt x="8" y="32"/>
                </a:lnTo>
                <a:lnTo>
                  <a:pt x="6" y="31"/>
                </a:lnTo>
                <a:lnTo>
                  <a:pt x="5" y="31"/>
                </a:lnTo>
                <a:lnTo>
                  <a:pt x="4" y="30"/>
                </a:lnTo>
                <a:lnTo>
                  <a:pt x="3" y="30"/>
                </a:lnTo>
                <a:lnTo>
                  <a:pt x="1" y="29"/>
                </a:lnTo>
                <a:lnTo>
                  <a:pt x="1" y="28"/>
                </a:lnTo>
                <a:lnTo>
                  <a:pt x="0" y="28"/>
                </a:lnTo>
                <a:lnTo>
                  <a:pt x="1" y="28"/>
                </a:lnTo>
                <a:lnTo>
                  <a:pt x="4" y="26"/>
                </a:lnTo>
                <a:lnTo>
                  <a:pt x="6" y="25"/>
                </a:lnTo>
                <a:lnTo>
                  <a:pt x="6" y="24"/>
                </a:lnTo>
                <a:lnTo>
                  <a:pt x="6" y="23"/>
                </a:lnTo>
                <a:lnTo>
                  <a:pt x="6" y="22"/>
                </a:lnTo>
                <a:lnTo>
                  <a:pt x="5" y="22"/>
                </a:lnTo>
                <a:lnTo>
                  <a:pt x="4" y="20"/>
                </a:lnTo>
                <a:lnTo>
                  <a:pt x="4" y="18"/>
                </a:lnTo>
                <a:lnTo>
                  <a:pt x="3" y="18"/>
                </a:lnTo>
                <a:lnTo>
                  <a:pt x="3" y="17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1" y="15"/>
                </a:lnTo>
                <a:lnTo>
                  <a:pt x="2" y="14"/>
                </a:lnTo>
                <a:lnTo>
                  <a:pt x="3" y="13"/>
                </a:lnTo>
                <a:lnTo>
                  <a:pt x="4" y="12"/>
                </a:lnTo>
                <a:lnTo>
                  <a:pt x="5" y="12"/>
                </a:lnTo>
                <a:lnTo>
                  <a:pt x="6" y="12"/>
                </a:lnTo>
                <a:lnTo>
                  <a:pt x="8" y="14"/>
                </a:lnTo>
                <a:lnTo>
                  <a:pt x="9" y="14"/>
                </a:lnTo>
                <a:lnTo>
                  <a:pt x="10" y="15"/>
                </a:lnTo>
                <a:lnTo>
                  <a:pt x="12" y="16"/>
                </a:lnTo>
                <a:lnTo>
                  <a:pt x="13" y="16"/>
                </a:lnTo>
                <a:lnTo>
                  <a:pt x="15" y="16"/>
                </a:lnTo>
                <a:lnTo>
                  <a:pt x="16" y="16"/>
                </a:lnTo>
                <a:lnTo>
                  <a:pt x="18" y="16"/>
                </a:lnTo>
                <a:lnTo>
                  <a:pt x="19" y="15"/>
                </a:lnTo>
                <a:lnTo>
                  <a:pt x="19" y="14"/>
                </a:lnTo>
                <a:lnTo>
                  <a:pt x="19" y="13"/>
                </a:lnTo>
                <a:lnTo>
                  <a:pt x="19" y="11"/>
                </a:lnTo>
                <a:lnTo>
                  <a:pt x="20" y="9"/>
                </a:lnTo>
                <a:lnTo>
                  <a:pt x="20" y="8"/>
                </a:lnTo>
                <a:lnTo>
                  <a:pt x="19" y="7"/>
                </a:lnTo>
                <a:lnTo>
                  <a:pt x="19" y="6"/>
                </a:lnTo>
                <a:lnTo>
                  <a:pt x="21" y="5"/>
                </a:lnTo>
                <a:lnTo>
                  <a:pt x="22" y="4"/>
                </a:lnTo>
                <a:lnTo>
                  <a:pt x="22" y="3"/>
                </a:lnTo>
                <a:lnTo>
                  <a:pt x="22" y="2"/>
                </a:lnTo>
                <a:lnTo>
                  <a:pt x="23" y="2"/>
                </a:lnTo>
                <a:lnTo>
                  <a:pt x="23" y="0"/>
                </a:lnTo>
                <a:lnTo>
                  <a:pt x="24" y="2"/>
                </a:lnTo>
                <a:lnTo>
                  <a:pt x="25" y="2"/>
                </a:lnTo>
                <a:lnTo>
                  <a:pt x="25" y="3"/>
                </a:lnTo>
                <a:lnTo>
                  <a:pt x="26" y="3"/>
                </a:lnTo>
                <a:lnTo>
                  <a:pt x="26" y="4"/>
                </a:lnTo>
                <a:lnTo>
                  <a:pt x="26" y="5"/>
                </a:lnTo>
                <a:lnTo>
                  <a:pt x="28" y="5"/>
                </a:lnTo>
                <a:lnTo>
                  <a:pt x="30" y="5"/>
                </a:lnTo>
                <a:lnTo>
                  <a:pt x="30" y="4"/>
                </a:lnTo>
                <a:lnTo>
                  <a:pt x="31" y="4"/>
                </a:lnTo>
                <a:lnTo>
                  <a:pt x="31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0" name=""/>
          <p:cNvSpPr/>
          <p:nvPr/>
        </p:nvSpPr>
        <p:spPr>
          <a:xfrm>
            <a:off x="8336160" y="2416320"/>
            <a:ext cx="9000" cy="10080"/>
          </a:xfrm>
          <a:custGeom>
            <a:avLst/>
            <a:gdLst/>
            <a:ahLst/>
            <a:rect l="0" t="0" r="r" b="b"/>
            <a:pathLst>
              <a:path w="25" h="28">
                <a:moveTo>
                  <a:pt x="19" y="4"/>
                </a:moveTo>
                <a:lnTo>
                  <a:pt x="19" y="3"/>
                </a:lnTo>
                <a:lnTo>
                  <a:pt x="21" y="4"/>
                </a:lnTo>
                <a:lnTo>
                  <a:pt x="22" y="4"/>
                </a:lnTo>
                <a:lnTo>
                  <a:pt x="23" y="5"/>
                </a:lnTo>
                <a:lnTo>
                  <a:pt x="23" y="10"/>
                </a:lnTo>
                <a:lnTo>
                  <a:pt x="24" y="12"/>
                </a:lnTo>
                <a:lnTo>
                  <a:pt x="24" y="13"/>
                </a:lnTo>
                <a:lnTo>
                  <a:pt x="25" y="14"/>
                </a:lnTo>
                <a:lnTo>
                  <a:pt x="24" y="15"/>
                </a:lnTo>
                <a:lnTo>
                  <a:pt x="24" y="16"/>
                </a:lnTo>
                <a:lnTo>
                  <a:pt x="24" y="17"/>
                </a:lnTo>
                <a:lnTo>
                  <a:pt x="23" y="17"/>
                </a:lnTo>
                <a:lnTo>
                  <a:pt x="23" y="16"/>
                </a:lnTo>
                <a:lnTo>
                  <a:pt x="21" y="19"/>
                </a:lnTo>
                <a:lnTo>
                  <a:pt x="20" y="21"/>
                </a:lnTo>
                <a:lnTo>
                  <a:pt x="16" y="24"/>
                </a:lnTo>
                <a:lnTo>
                  <a:pt x="14" y="27"/>
                </a:lnTo>
                <a:lnTo>
                  <a:pt x="14" y="28"/>
                </a:lnTo>
                <a:lnTo>
                  <a:pt x="13" y="28"/>
                </a:lnTo>
                <a:lnTo>
                  <a:pt x="11" y="28"/>
                </a:lnTo>
                <a:lnTo>
                  <a:pt x="10" y="28"/>
                </a:lnTo>
                <a:lnTo>
                  <a:pt x="8" y="28"/>
                </a:lnTo>
                <a:lnTo>
                  <a:pt x="7" y="28"/>
                </a:lnTo>
                <a:lnTo>
                  <a:pt x="6" y="27"/>
                </a:lnTo>
                <a:lnTo>
                  <a:pt x="4" y="27"/>
                </a:lnTo>
                <a:lnTo>
                  <a:pt x="3" y="27"/>
                </a:lnTo>
                <a:lnTo>
                  <a:pt x="1" y="23"/>
                </a:lnTo>
                <a:lnTo>
                  <a:pt x="0" y="22"/>
                </a:lnTo>
                <a:lnTo>
                  <a:pt x="0" y="21"/>
                </a:lnTo>
                <a:lnTo>
                  <a:pt x="0" y="18"/>
                </a:lnTo>
                <a:lnTo>
                  <a:pt x="0" y="17"/>
                </a:lnTo>
                <a:lnTo>
                  <a:pt x="0" y="14"/>
                </a:lnTo>
                <a:lnTo>
                  <a:pt x="0" y="13"/>
                </a:lnTo>
                <a:lnTo>
                  <a:pt x="1" y="11"/>
                </a:lnTo>
                <a:lnTo>
                  <a:pt x="1" y="9"/>
                </a:lnTo>
                <a:lnTo>
                  <a:pt x="2" y="5"/>
                </a:lnTo>
                <a:lnTo>
                  <a:pt x="3" y="4"/>
                </a:lnTo>
                <a:lnTo>
                  <a:pt x="3" y="3"/>
                </a:lnTo>
                <a:lnTo>
                  <a:pt x="4" y="2"/>
                </a:lnTo>
                <a:lnTo>
                  <a:pt x="6" y="1"/>
                </a:lnTo>
                <a:lnTo>
                  <a:pt x="10" y="0"/>
                </a:lnTo>
                <a:lnTo>
                  <a:pt x="11" y="0"/>
                </a:lnTo>
                <a:lnTo>
                  <a:pt x="12" y="1"/>
                </a:lnTo>
                <a:lnTo>
                  <a:pt x="14" y="2"/>
                </a:lnTo>
                <a:lnTo>
                  <a:pt x="15" y="2"/>
                </a:lnTo>
                <a:lnTo>
                  <a:pt x="18" y="3"/>
                </a:lnTo>
                <a:lnTo>
                  <a:pt x="16" y="4"/>
                </a:lnTo>
                <a:lnTo>
                  <a:pt x="16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6" y="8"/>
                </a:lnTo>
                <a:lnTo>
                  <a:pt x="18" y="8"/>
                </a:lnTo>
                <a:lnTo>
                  <a:pt x="19" y="7"/>
                </a:lnTo>
                <a:lnTo>
                  <a:pt x="20" y="5"/>
                </a:lnTo>
                <a:lnTo>
                  <a:pt x="19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1" name=""/>
          <p:cNvSpPr/>
          <p:nvPr/>
        </p:nvSpPr>
        <p:spPr>
          <a:xfrm>
            <a:off x="8350200" y="2413440"/>
            <a:ext cx="5760" cy="3240"/>
          </a:xfrm>
          <a:custGeom>
            <a:avLst/>
            <a:gdLst/>
            <a:ahLst/>
            <a:rect l="0" t="0" r="r" b="b"/>
            <a:pathLst>
              <a:path w="16" h="9">
                <a:moveTo>
                  <a:pt x="10" y="1"/>
                </a:moveTo>
                <a:lnTo>
                  <a:pt x="12" y="1"/>
                </a:lnTo>
                <a:lnTo>
                  <a:pt x="13" y="1"/>
                </a:lnTo>
                <a:lnTo>
                  <a:pt x="15" y="1"/>
                </a:lnTo>
                <a:lnTo>
                  <a:pt x="16" y="2"/>
                </a:lnTo>
                <a:lnTo>
                  <a:pt x="16" y="3"/>
                </a:lnTo>
                <a:lnTo>
                  <a:pt x="15" y="3"/>
                </a:lnTo>
                <a:lnTo>
                  <a:pt x="14" y="3"/>
                </a:lnTo>
                <a:lnTo>
                  <a:pt x="13" y="3"/>
                </a:lnTo>
                <a:lnTo>
                  <a:pt x="12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4"/>
                </a:lnTo>
                <a:lnTo>
                  <a:pt x="15" y="3"/>
                </a:lnTo>
                <a:lnTo>
                  <a:pt x="16" y="3"/>
                </a:lnTo>
                <a:lnTo>
                  <a:pt x="14" y="5"/>
                </a:lnTo>
                <a:lnTo>
                  <a:pt x="14" y="7"/>
                </a:lnTo>
                <a:lnTo>
                  <a:pt x="13" y="7"/>
                </a:lnTo>
                <a:lnTo>
                  <a:pt x="12" y="8"/>
                </a:lnTo>
                <a:lnTo>
                  <a:pt x="11" y="9"/>
                </a:lnTo>
                <a:lnTo>
                  <a:pt x="10" y="9"/>
                </a:lnTo>
                <a:lnTo>
                  <a:pt x="10" y="8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8" y="8"/>
                </a:lnTo>
                <a:lnTo>
                  <a:pt x="7" y="7"/>
                </a:lnTo>
                <a:lnTo>
                  <a:pt x="6" y="7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7" y="1"/>
                </a:lnTo>
                <a:lnTo>
                  <a:pt x="8" y="1"/>
                </a:lnTo>
                <a:lnTo>
                  <a:pt x="1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2" name=""/>
          <p:cNvSpPr/>
          <p:nvPr/>
        </p:nvSpPr>
        <p:spPr>
          <a:xfrm>
            <a:off x="8379000" y="23907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3" name=""/>
          <p:cNvSpPr/>
          <p:nvPr/>
        </p:nvSpPr>
        <p:spPr>
          <a:xfrm>
            <a:off x="8393760" y="23731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2" y="3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4" name=""/>
          <p:cNvSpPr/>
          <p:nvPr/>
        </p:nvSpPr>
        <p:spPr>
          <a:xfrm>
            <a:off x="8394120" y="2369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5" name=""/>
          <p:cNvSpPr/>
          <p:nvPr/>
        </p:nvSpPr>
        <p:spPr>
          <a:xfrm>
            <a:off x="8391960" y="2363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6" name=""/>
          <p:cNvSpPr/>
          <p:nvPr/>
        </p:nvSpPr>
        <p:spPr>
          <a:xfrm>
            <a:off x="8390160" y="2362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7" name=""/>
          <p:cNvSpPr/>
          <p:nvPr/>
        </p:nvSpPr>
        <p:spPr>
          <a:xfrm>
            <a:off x="8182440" y="2136960"/>
            <a:ext cx="281160" cy="358200"/>
          </a:xfrm>
          <a:custGeom>
            <a:avLst/>
            <a:gdLst/>
            <a:ahLst/>
            <a:rect l="0" t="0" r="r" b="b"/>
            <a:pathLst>
              <a:path w="781" h="995">
                <a:moveTo>
                  <a:pt x="441" y="3"/>
                </a:moveTo>
                <a:lnTo>
                  <a:pt x="441" y="4"/>
                </a:lnTo>
                <a:lnTo>
                  <a:pt x="441" y="5"/>
                </a:lnTo>
                <a:lnTo>
                  <a:pt x="441" y="6"/>
                </a:lnTo>
                <a:lnTo>
                  <a:pt x="442" y="7"/>
                </a:lnTo>
                <a:lnTo>
                  <a:pt x="443" y="7"/>
                </a:lnTo>
                <a:lnTo>
                  <a:pt x="444" y="7"/>
                </a:lnTo>
                <a:lnTo>
                  <a:pt x="444" y="8"/>
                </a:lnTo>
                <a:lnTo>
                  <a:pt x="444" y="9"/>
                </a:lnTo>
                <a:lnTo>
                  <a:pt x="444" y="10"/>
                </a:lnTo>
                <a:lnTo>
                  <a:pt x="444" y="11"/>
                </a:lnTo>
                <a:lnTo>
                  <a:pt x="443" y="12"/>
                </a:lnTo>
                <a:lnTo>
                  <a:pt x="444" y="12"/>
                </a:lnTo>
                <a:lnTo>
                  <a:pt x="443" y="12"/>
                </a:lnTo>
                <a:lnTo>
                  <a:pt x="444" y="12"/>
                </a:lnTo>
                <a:lnTo>
                  <a:pt x="445" y="12"/>
                </a:lnTo>
                <a:lnTo>
                  <a:pt x="446" y="12"/>
                </a:lnTo>
                <a:lnTo>
                  <a:pt x="447" y="12"/>
                </a:lnTo>
                <a:lnTo>
                  <a:pt x="447" y="13"/>
                </a:lnTo>
                <a:lnTo>
                  <a:pt x="448" y="14"/>
                </a:lnTo>
                <a:lnTo>
                  <a:pt x="450" y="15"/>
                </a:lnTo>
                <a:lnTo>
                  <a:pt x="451" y="15"/>
                </a:lnTo>
                <a:lnTo>
                  <a:pt x="451" y="14"/>
                </a:lnTo>
                <a:lnTo>
                  <a:pt x="453" y="13"/>
                </a:lnTo>
                <a:lnTo>
                  <a:pt x="454" y="13"/>
                </a:lnTo>
                <a:lnTo>
                  <a:pt x="456" y="13"/>
                </a:lnTo>
                <a:lnTo>
                  <a:pt x="457" y="14"/>
                </a:lnTo>
                <a:lnTo>
                  <a:pt x="456" y="15"/>
                </a:lnTo>
                <a:lnTo>
                  <a:pt x="457" y="15"/>
                </a:lnTo>
                <a:lnTo>
                  <a:pt x="458" y="15"/>
                </a:lnTo>
                <a:lnTo>
                  <a:pt x="459" y="15"/>
                </a:lnTo>
                <a:lnTo>
                  <a:pt x="458" y="17"/>
                </a:lnTo>
                <a:lnTo>
                  <a:pt x="458" y="18"/>
                </a:lnTo>
                <a:lnTo>
                  <a:pt x="457" y="19"/>
                </a:lnTo>
                <a:lnTo>
                  <a:pt x="457" y="20"/>
                </a:lnTo>
                <a:lnTo>
                  <a:pt x="456" y="20"/>
                </a:lnTo>
                <a:lnTo>
                  <a:pt x="456" y="21"/>
                </a:lnTo>
                <a:lnTo>
                  <a:pt x="455" y="21"/>
                </a:lnTo>
                <a:lnTo>
                  <a:pt x="455" y="22"/>
                </a:lnTo>
                <a:lnTo>
                  <a:pt x="454" y="23"/>
                </a:lnTo>
                <a:lnTo>
                  <a:pt x="453" y="24"/>
                </a:lnTo>
                <a:lnTo>
                  <a:pt x="452" y="24"/>
                </a:lnTo>
                <a:lnTo>
                  <a:pt x="452" y="25"/>
                </a:lnTo>
                <a:lnTo>
                  <a:pt x="452" y="26"/>
                </a:lnTo>
                <a:lnTo>
                  <a:pt x="451" y="27"/>
                </a:lnTo>
                <a:lnTo>
                  <a:pt x="451" y="28"/>
                </a:lnTo>
                <a:lnTo>
                  <a:pt x="451" y="29"/>
                </a:lnTo>
                <a:lnTo>
                  <a:pt x="453" y="29"/>
                </a:lnTo>
                <a:lnTo>
                  <a:pt x="454" y="28"/>
                </a:lnTo>
                <a:lnTo>
                  <a:pt x="455" y="28"/>
                </a:lnTo>
                <a:lnTo>
                  <a:pt x="456" y="28"/>
                </a:lnTo>
                <a:lnTo>
                  <a:pt x="457" y="28"/>
                </a:lnTo>
                <a:lnTo>
                  <a:pt x="457" y="29"/>
                </a:lnTo>
                <a:lnTo>
                  <a:pt x="458" y="30"/>
                </a:lnTo>
                <a:lnTo>
                  <a:pt x="459" y="31"/>
                </a:lnTo>
                <a:lnTo>
                  <a:pt x="459" y="32"/>
                </a:lnTo>
                <a:lnTo>
                  <a:pt x="460" y="32"/>
                </a:lnTo>
                <a:lnTo>
                  <a:pt x="460" y="33"/>
                </a:lnTo>
                <a:lnTo>
                  <a:pt x="460" y="34"/>
                </a:lnTo>
                <a:lnTo>
                  <a:pt x="459" y="34"/>
                </a:lnTo>
                <a:lnTo>
                  <a:pt x="459" y="35"/>
                </a:lnTo>
                <a:lnTo>
                  <a:pt x="459" y="36"/>
                </a:lnTo>
                <a:lnTo>
                  <a:pt x="459" y="37"/>
                </a:lnTo>
                <a:lnTo>
                  <a:pt x="459" y="38"/>
                </a:lnTo>
                <a:lnTo>
                  <a:pt x="460" y="38"/>
                </a:lnTo>
                <a:lnTo>
                  <a:pt x="459" y="39"/>
                </a:lnTo>
                <a:lnTo>
                  <a:pt x="458" y="39"/>
                </a:lnTo>
                <a:lnTo>
                  <a:pt x="457" y="39"/>
                </a:lnTo>
                <a:lnTo>
                  <a:pt x="455" y="40"/>
                </a:lnTo>
                <a:lnTo>
                  <a:pt x="454" y="40"/>
                </a:lnTo>
                <a:lnTo>
                  <a:pt x="454" y="41"/>
                </a:lnTo>
                <a:lnTo>
                  <a:pt x="454" y="42"/>
                </a:lnTo>
                <a:lnTo>
                  <a:pt x="453" y="43"/>
                </a:lnTo>
                <a:lnTo>
                  <a:pt x="454" y="44"/>
                </a:lnTo>
                <a:lnTo>
                  <a:pt x="453" y="44"/>
                </a:lnTo>
                <a:lnTo>
                  <a:pt x="452" y="45"/>
                </a:lnTo>
                <a:lnTo>
                  <a:pt x="451" y="45"/>
                </a:lnTo>
                <a:lnTo>
                  <a:pt x="450" y="46"/>
                </a:lnTo>
                <a:lnTo>
                  <a:pt x="450" y="47"/>
                </a:lnTo>
                <a:lnTo>
                  <a:pt x="449" y="47"/>
                </a:lnTo>
                <a:lnTo>
                  <a:pt x="449" y="48"/>
                </a:lnTo>
                <a:lnTo>
                  <a:pt x="449" y="49"/>
                </a:lnTo>
                <a:lnTo>
                  <a:pt x="448" y="49"/>
                </a:lnTo>
                <a:lnTo>
                  <a:pt x="447" y="50"/>
                </a:lnTo>
                <a:lnTo>
                  <a:pt x="447" y="51"/>
                </a:lnTo>
                <a:lnTo>
                  <a:pt x="446" y="51"/>
                </a:lnTo>
                <a:lnTo>
                  <a:pt x="446" y="52"/>
                </a:lnTo>
                <a:lnTo>
                  <a:pt x="447" y="53"/>
                </a:lnTo>
                <a:lnTo>
                  <a:pt x="447" y="55"/>
                </a:lnTo>
                <a:lnTo>
                  <a:pt x="447" y="56"/>
                </a:lnTo>
                <a:lnTo>
                  <a:pt x="447" y="57"/>
                </a:lnTo>
                <a:lnTo>
                  <a:pt x="447" y="58"/>
                </a:lnTo>
                <a:lnTo>
                  <a:pt x="448" y="58"/>
                </a:lnTo>
                <a:lnTo>
                  <a:pt x="448" y="57"/>
                </a:lnTo>
                <a:lnTo>
                  <a:pt x="449" y="56"/>
                </a:lnTo>
                <a:lnTo>
                  <a:pt x="450" y="57"/>
                </a:lnTo>
                <a:lnTo>
                  <a:pt x="450" y="58"/>
                </a:lnTo>
                <a:lnTo>
                  <a:pt x="450" y="59"/>
                </a:lnTo>
                <a:lnTo>
                  <a:pt x="449" y="60"/>
                </a:lnTo>
                <a:lnTo>
                  <a:pt x="449" y="61"/>
                </a:lnTo>
                <a:lnTo>
                  <a:pt x="449" y="62"/>
                </a:lnTo>
                <a:lnTo>
                  <a:pt x="449" y="64"/>
                </a:lnTo>
                <a:lnTo>
                  <a:pt x="450" y="65"/>
                </a:lnTo>
                <a:lnTo>
                  <a:pt x="451" y="66"/>
                </a:lnTo>
                <a:lnTo>
                  <a:pt x="451" y="68"/>
                </a:lnTo>
                <a:lnTo>
                  <a:pt x="451" y="69"/>
                </a:lnTo>
                <a:lnTo>
                  <a:pt x="451" y="70"/>
                </a:lnTo>
                <a:lnTo>
                  <a:pt x="451" y="71"/>
                </a:lnTo>
                <a:lnTo>
                  <a:pt x="452" y="71"/>
                </a:lnTo>
                <a:lnTo>
                  <a:pt x="454" y="72"/>
                </a:lnTo>
                <a:lnTo>
                  <a:pt x="455" y="73"/>
                </a:lnTo>
                <a:lnTo>
                  <a:pt x="455" y="74"/>
                </a:lnTo>
                <a:lnTo>
                  <a:pt x="456" y="75"/>
                </a:lnTo>
                <a:lnTo>
                  <a:pt x="457" y="75"/>
                </a:lnTo>
                <a:lnTo>
                  <a:pt x="458" y="75"/>
                </a:lnTo>
                <a:lnTo>
                  <a:pt x="459" y="75"/>
                </a:lnTo>
                <a:lnTo>
                  <a:pt x="460" y="76"/>
                </a:lnTo>
                <a:lnTo>
                  <a:pt x="461" y="75"/>
                </a:lnTo>
                <a:lnTo>
                  <a:pt x="462" y="75"/>
                </a:lnTo>
                <a:lnTo>
                  <a:pt x="463" y="76"/>
                </a:lnTo>
                <a:lnTo>
                  <a:pt x="464" y="76"/>
                </a:lnTo>
                <a:lnTo>
                  <a:pt x="466" y="78"/>
                </a:lnTo>
                <a:lnTo>
                  <a:pt x="465" y="78"/>
                </a:lnTo>
                <a:lnTo>
                  <a:pt x="465" y="79"/>
                </a:lnTo>
                <a:lnTo>
                  <a:pt x="466" y="79"/>
                </a:lnTo>
                <a:lnTo>
                  <a:pt x="467" y="79"/>
                </a:lnTo>
                <a:lnTo>
                  <a:pt x="468" y="79"/>
                </a:lnTo>
                <a:lnTo>
                  <a:pt x="468" y="80"/>
                </a:lnTo>
                <a:lnTo>
                  <a:pt x="468" y="81"/>
                </a:lnTo>
                <a:lnTo>
                  <a:pt x="469" y="81"/>
                </a:lnTo>
                <a:lnTo>
                  <a:pt x="469" y="82"/>
                </a:lnTo>
                <a:lnTo>
                  <a:pt x="469" y="83"/>
                </a:lnTo>
                <a:lnTo>
                  <a:pt x="470" y="84"/>
                </a:lnTo>
                <a:lnTo>
                  <a:pt x="471" y="84"/>
                </a:lnTo>
                <a:lnTo>
                  <a:pt x="472" y="84"/>
                </a:lnTo>
                <a:lnTo>
                  <a:pt x="471" y="85"/>
                </a:lnTo>
                <a:lnTo>
                  <a:pt x="471" y="86"/>
                </a:lnTo>
                <a:lnTo>
                  <a:pt x="471" y="87"/>
                </a:lnTo>
                <a:lnTo>
                  <a:pt x="472" y="88"/>
                </a:lnTo>
                <a:lnTo>
                  <a:pt x="473" y="88"/>
                </a:lnTo>
                <a:lnTo>
                  <a:pt x="473" y="89"/>
                </a:lnTo>
                <a:lnTo>
                  <a:pt x="473" y="90"/>
                </a:lnTo>
                <a:lnTo>
                  <a:pt x="473" y="91"/>
                </a:lnTo>
                <a:lnTo>
                  <a:pt x="472" y="92"/>
                </a:lnTo>
                <a:lnTo>
                  <a:pt x="472" y="93"/>
                </a:lnTo>
                <a:lnTo>
                  <a:pt x="474" y="94"/>
                </a:lnTo>
                <a:lnTo>
                  <a:pt x="474" y="95"/>
                </a:lnTo>
                <a:lnTo>
                  <a:pt x="474" y="96"/>
                </a:lnTo>
                <a:lnTo>
                  <a:pt x="474" y="97"/>
                </a:lnTo>
                <a:lnTo>
                  <a:pt x="475" y="97"/>
                </a:lnTo>
                <a:lnTo>
                  <a:pt x="475" y="98"/>
                </a:lnTo>
                <a:lnTo>
                  <a:pt x="476" y="99"/>
                </a:lnTo>
                <a:lnTo>
                  <a:pt x="477" y="99"/>
                </a:lnTo>
                <a:lnTo>
                  <a:pt x="477" y="100"/>
                </a:lnTo>
                <a:lnTo>
                  <a:pt x="477" y="101"/>
                </a:lnTo>
                <a:lnTo>
                  <a:pt x="477" y="102"/>
                </a:lnTo>
                <a:lnTo>
                  <a:pt x="478" y="102"/>
                </a:lnTo>
                <a:lnTo>
                  <a:pt x="478" y="103"/>
                </a:lnTo>
                <a:lnTo>
                  <a:pt x="477" y="103"/>
                </a:lnTo>
                <a:lnTo>
                  <a:pt x="476" y="104"/>
                </a:lnTo>
                <a:lnTo>
                  <a:pt x="476" y="106"/>
                </a:lnTo>
                <a:lnTo>
                  <a:pt x="477" y="106"/>
                </a:lnTo>
                <a:lnTo>
                  <a:pt x="478" y="107"/>
                </a:lnTo>
                <a:lnTo>
                  <a:pt x="479" y="106"/>
                </a:lnTo>
                <a:lnTo>
                  <a:pt x="479" y="108"/>
                </a:lnTo>
                <a:lnTo>
                  <a:pt x="479" y="109"/>
                </a:lnTo>
                <a:lnTo>
                  <a:pt x="480" y="109"/>
                </a:lnTo>
                <a:lnTo>
                  <a:pt x="481" y="110"/>
                </a:lnTo>
                <a:lnTo>
                  <a:pt x="481" y="111"/>
                </a:lnTo>
                <a:lnTo>
                  <a:pt x="482" y="112"/>
                </a:lnTo>
                <a:lnTo>
                  <a:pt x="482" y="113"/>
                </a:lnTo>
                <a:lnTo>
                  <a:pt x="482" y="114"/>
                </a:lnTo>
                <a:lnTo>
                  <a:pt x="483" y="114"/>
                </a:lnTo>
                <a:lnTo>
                  <a:pt x="483" y="115"/>
                </a:lnTo>
                <a:lnTo>
                  <a:pt x="484" y="115"/>
                </a:lnTo>
                <a:lnTo>
                  <a:pt x="485" y="115"/>
                </a:lnTo>
                <a:lnTo>
                  <a:pt x="485" y="116"/>
                </a:lnTo>
                <a:lnTo>
                  <a:pt x="486" y="117"/>
                </a:lnTo>
                <a:lnTo>
                  <a:pt x="487" y="117"/>
                </a:lnTo>
                <a:lnTo>
                  <a:pt x="488" y="117"/>
                </a:lnTo>
                <a:lnTo>
                  <a:pt x="488" y="118"/>
                </a:lnTo>
                <a:lnTo>
                  <a:pt x="489" y="119"/>
                </a:lnTo>
                <a:lnTo>
                  <a:pt x="489" y="120"/>
                </a:lnTo>
                <a:lnTo>
                  <a:pt x="488" y="120"/>
                </a:lnTo>
                <a:lnTo>
                  <a:pt x="486" y="120"/>
                </a:lnTo>
                <a:lnTo>
                  <a:pt x="485" y="121"/>
                </a:lnTo>
                <a:lnTo>
                  <a:pt x="484" y="121"/>
                </a:lnTo>
                <a:lnTo>
                  <a:pt x="484" y="122"/>
                </a:lnTo>
                <a:lnTo>
                  <a:pt x="485" y="122"/>
                </a:lnTo>
                <a:lnTo>
                  <a:pt x="486" y="122"/>
                </a:lnTo>
                <a:lnTo>
                  <a:pt x="486" y="123"/>
                </a:lnTo>
                <a:lnTo>
                  <a:pt x="486" y="124"/>
                </a:lnTo>
                <a:lnTo>
                  <a:pt x="485" y="125"/>
                </a:lnTo>
                <a:lnTo>
                  <a:pt x="485" y="126"/>
                </a:lnTo>
                <a:lnTo>
                  <a:pt x="486" y="126"/>
                </a:lnTo>
                <a:lnTo>
                  <a:pt x="486" y="127"/>
                </a:lnTo>
                <a:lnTo>
                  <a:pt x="488" y="129"/>
                </a:lnTo>
                <a:lnTo>
                  <a:pt x="489" y="129"/>
                </a:lnTo>
                <a:lnTo>
                  <a:pt x="489" y="130"/>
                </a:lnTo>
                <a:lnTo>
                  <a:pt x="490" y="131"/>
                </a:lnTo>
                <a:lnTo>
                  <a:pt x="491" y="131"/>
                </a:lnTo>
                <a:lnTo>
                  <a:pt x="491" y="132"/>
                </a:lnTo>
                <a:lnTo>
                  <a:pt x="491" y="133"/>
                </a:lnTo>
                <a:lnTo>
                  <a:pt x="491" y="134"/>
                </a:lnTo>
                <a:lnTo>
                  <a:pt x="491" y="135"/>
                </a:lnTo>
                <a:lnTo>
                  <a:pt x="492" y="135"/>
                </a:lnTo>
                <a:lnTo>
                  <a:pt x="492" y="136"/>
                </a:lnTo>
                <a:lnTo>
                  <a:pt x="493" y="136"/>
                </a:lnTo>
                <a:lnTo>
                  <a:pt x="494" y="137"/>
                </a:lnTo>
                <a:lnTo>
                  <a:pt x="494" y="138"/>
                </a:lnTo>
                <a:lnTo>
                  <a:pt x="493" y="139"/>
                </a:lnTo>
                <a:lnTo>
                  <a:pt x="493" y="140"/>
                </a:lnTo>
                <a:lnTo>
                  <a:pt x="493" y="141"/>
                </a:lnTo>
                <a:lnTo>
                  <a:pt x="493" y="142"/>
                </a:lnTo>
                <a:lnTo>
                  <a:pt x="493" y="143"/>
                </a:lnTo>
                <a:lnTo>
                  <a:pt x="493" y="144"/>
                </a:lnTo>
                <a:lnTo>
                  <a:pt x="493" y="145"/>
                </a:lnTo>
                <a:lnTo>
                  <a:pt x="493" y="146"/>
                </a:lnTo>
                <a:lnTo>
                  <a:pt x="494" y="147"/>
                </a:lnTo>
                <a:lnTo>
                  <a:pt x="495" y="147"/>
                </a:lnTo>
                <a:lnTo>
                  <a:pt x="494" y="147"/>
                </a:lnTo>
                <a:lnTo>
                  <a:pt x="493" y="148"/>
                </a:lnTo>
                <a:lnTo>
                  <a:pt x="492" y="148"/>
                </a:lnTo>
                <a:lnTo>
                  <a:pt x="492" y="149"/>
                </a:lnTo>
                <a:lnTo>
                  <a:pt x="492" y="150"/>
                </a:lnTo>
                <a:lnTo>
                  <a:pt x="492" y="151"/>
                </a:lnTo>
                <a:lnTo>
                  <a:pt x="491" y="152"/>
                </a:lnTo>
                <a:lnTo>
                  <a:pt x="491" y="153"/>
                </a:lnTo>
                <a:lnTo>
                  <a:pt x="491" y="154"/>
                </a:lnTo>
                <a:lnTo>
                  <a:pt x="490" y="154"/>
                </a:lnTo>
                <a:lnTo>
                  <a:pt x="489" y="154"/>
                </a:lnTo>
                <a:lnTo>
                  <a:pt x="488" y="154"/>
                </a:lnTo>
                <a:lnTo>
                  <a:pt x="488" y="155"/>
                </a:lnTo>
                <a:lnTo>
                  <a:pt x="487" y="156"/>
                </a:lnTo>
                <a:lnTo>
                  <a:pt x="487" y="157"/>
                </a:lnTo>
                <a:lnTo>
                  <a:pt x="487" y="159"/>
                </a:lnTo>
                <a:lnTo>
                  <a:pt x="487" y="160"/>
                </a:lnTo>
                <a:lnTo>
                  <a:pt x="488" y="159"/>
                </a:lnTo>
                <a:lnTo>
                  <a:pt x="489" y="158"/>
                </a:lnTo>
                <a:lnTo>
                  <a:pt x="490" y="159"/>
                </a:lnTo>
                <a:lnTo>
                  <a:pt x="490" y="160"/>
                </a:lnTo>
                <a:lnTo>
                  <a:pt x="491" y="162"/>
                </a:lnTo>
                <a:lnTo>
                  <a:pt x="492" y="162"/>
                </a:lnTo>
                <a:lnTo>
                  <a:pt x="493" y="163"/>
                </a:lnTo>
                <a:lnTo>
                  <a:pt x="493" y="164"/>
                </a:lnTo>
                <a:lnTo>
                  <a:pt x="493" y="165"/>
                </a:lnTo>
                <a:lnTo>
                  <a:pt x="494" y="165"/>
                </a:lnTo>
                <a:lnTo>
                  <a:pt x="495" y="166"/>
                </a:lnTo>
                <a:lnTo>
                  <a:pt x="496" y="167"/>
                </a:lnTo>
                <a:lnTo>
                  <a:pt x="496" y="168"/>
                </a:lnTo>
                <a:lnTo>
                  <a:pt x="496" y="169"/>
                </a:lnTo>
                <a:lnTo>
                  <a:pt x="497" y="169"/>
                </a:lnTo>
                <a:lnTo>
                  <a:pt x="498" y="169"/>
                </a:lnTo>
                <a:lnTo>
                  <a:pt x="499" y="169"/>
                </a:lnTo>
                <a:lnTo>
                  <a:pt x="499" y="168"/>
                </a:lnTo>
                <a:lnTo>
                  <a:pt x="501" y="168"/>
                </a:lnTo>
                <a:lnTo>
                  <a:pt x="502" y="168"/>
                </a:lnTo>
                <a:lnTo>
                  <a:pt x="503" y="168"/>
                </a:lnTo>
                <a:lnTo>
                  <a:pt x="504" y="169"/>
                </a:lnTo>
                <a:lnTo>
                  <a:pt x="505" y="169"/>
                </a:lnTo>
                <a:lnTo>
                  <a:pt x="505" y="170"/>
                </a:lnTo>
                <a:lnTo>
                  <a:pt x="506" y="170"/>
                </a:lnTo>
                <a:lnTo>
                  <a:pt x="507" y="170"/>
                </a:lnTo>
                <a:lnTo>
                  <a:pt x="507" y="169"/>
                </a:lnTo>
                <a:lnTo>
                  <a:pt x="507" y="168"/>
                </a:lnTo>
                <a:lnTo>
                  <a:pt x="507" y="167"/>
                </a:lnTo>
                <a:lnTo>
                  <a:pt x="506" y="166"/>
                </a:lnTo>
                <a:lnTo>
                  <a:pt x="507" y="166"/>
                </a:lnTo>
                <a:lnTo>
                  <a:pt x="507" y="165"/>
                </a:lnTo>
                <a:lnTo>
                  <a:pt x="509" y="164"/>
                </a:lnTo>
                <a:lnTo>
                  <a:pt x="510" y="164"/>
                </a:lnTo>
                <a:lnTo>
                  <a:pt x="511" y="164"/>
                </a:lnTo>
                <a:lnTo>
                  <a:pt x="511" y="162"/>
                </a:lnTo>
                <a:lnTo>
                  <a:pt x="511" y="161"/>
                </a:lnTo>
                <a:lnTo>
                  <a:pt x="510" y="160"/>
                </a:lnTo>
                <a:lnTo>
                  <a:pt x="510" y="161"/>
                </a:lnTo>
                <a:lnTo>
                  <a:pt x="509" y="160"/>
                </a:lnTo>
                <a:lnTo>
                  <a:pt x="510" y="159"/>
                </a:lnTo>
                <a:lnTo>
                  <a:pt x="511" y="159"/>
                </a:lnTo>
                <a:lnTo>
                  <a:pt x="512" y="160"/>
                </a:lnTo>
                <a:lnTo>
                  <a:pt x="513" y="160"/>
                </a:lnTo>
                <a:lnTo>
                  <a:pt x="514" y="160"/>
                </a:lnTo>
                <a:lnTo>
                  <a:pt x="515" y="160"/>
                </a:lnTo>
                <a:lnTo>
                  <a:pt x="515" y="159"/>
                </a:lnTo>
                <a:lnTo>
                  <a:pt x="516" y="159"/>
                </a:lnTo>
                <a:lnTo>
                  <a:pt x="517" y="159"/>
                </a:lnTo>
                <a:lnTo>
                  <a:pt x="517" y="160"/>
                </a:lnTo>
                <a:lnTo>
                  <a:pt x="518" y="160"/>
                </a:lnTo>
                <a:lnTo>
                  <a:pt x="519" y="160"/>
                </a:lnTo>
                <a:lnTo>
                  <a:pt x="519" y="161"/>
                </a:lnTo>
                <a:lnTo>
                  <a:pt x="519" y="162"/>
                </a:lnTo>
                <a:lnTo>
                  <a:pt x="520" y="162"/>
                </a:lnTo>
                <a:lnTo>
                  <a:pt x="521" y="162"/>
                </a:lnTo>
                <a:lnTo>
                  <a:pt x="521" y="161"/>
                </a:lnTo>
                <a:lnTo>
                  <a:pt x="521" y="162"/>
                </a:lnTo>
                <a:lnTo>
                  <a:pt x="523" y="162"/>
                </a:lnTo>
                <a:lnTo>
                  <a:pt x="523" y="163"/>
                </a:lnTo>
                <a:lnTo>
                  <a:pt x="524" y="163"/>
                </a:lnTo>
                <a:lnTo>
                  <a:pt x="524" y="164"/>
                </a:lnTo>
                <a:lnTo>
                  <a:pt x="525" y="164"/>
                </a:lnTo>
                <a:lnTo>
                  <a:pt x="526" y="164"/>
                </a:lnTo>
                <a:lnTo>
                  <a:pt x="526" y="163"/>
                </a:lnTo>
                <a:lnTo>
                  <a:pt x="527" y="163"/>
                </a:lnTo>
                <a:lnTo>
                  <a:pt x="528" y="164"/>
                </a:lnTo>
                <a:lnTo>
                  <a:pt x="529" y="164"/>
                </a:lnTo>
                <a:lnTo>
                  <a:pt x="530" y="164"/>
                </a:lnTo>
                <a:lnTo>
                  <a:pt x="530" y="163"/>
                </a:lnTo>
                <a:lnTo>
                  <a:pt x="531" y="162"/>
                </a:lnTo>
                <a:lnTo>
                  <a:pt x="533" y="160"/>
                </a:lnTo>
                <a:lnTo>
                  <a:pt x="533" y="159"/>
                </a:lnTo>
                <a:lnTo>
                  <a:pt x="536" y="160"/>
                </a:lnTo>
                <a:lnTo>
                  <a:pt x="536" y="161"/>
                </a:lnTo>
                <a:lnTo>
                  <a:pt x="537" y="161"/>
                </a:lnTo>
                <a:lnTo>
                  <a:pt x="537" y="163"/>
                </a:lnTo>
                <a:lnTo>
                  <a:pt x="536" y="163"/>
                </a:lnTo>
                <a:lnTo>
                  <a:pt x="535" y="164"/>
                </a:lnTo>
                <a:lnTo>
                  <a:pt x="536" y="164"/>
                </a:lnTo>
                <a:lnTo>
                  <a:pt x="536" y="165"/>
                </a:lnTo>
                <a:lnTo>
                  <a:pt x="536" y="166"/>
                </a:lnTo>
                <a:lnTo>
                  <a:pt x="536" y="167"/>
                </a:lnTo>
                <a:lnTo>
                  <a:pt x="536" y="169"/>
                </a:lnTo>
                <a:lnTo>
                  <a:pt x="537" y="169"/>
                </a:lnTo>
                <a:lnTo>
                  <a:pt x="538" y="169"/>
                </a:lnTo>
                <a:lnTo>
                  <a:pt x="539" y="169"/>
                </a:lnTo>
                <a:lnTo>
                  <a:pt x="540" y="169"/>
                </a:lnTo>
                <a:lnTo>
                  <a:pt x="541" y="169"/>
                </a:lnTo>
                <a:lnTo>
                  <a:pt x="541" y="170"/>
                </a:lnTo>
                <a:lnTo>
                  <a:pt x="542" y="170"/>
                </a:lnTo>
                <a:lnTo>
                  <a:pt x="542" y="169"/>
                </a:lnTo>
                <a:lnTo>
                  <a:pt x="543" y="170"/>
                </a:lnTo>
                <a:lnTo>
                  <a:pt x="544" y="170"/>
                </a:lnTo>
                <a:lnTo>
                  <a:pt x="545" y="170"/>
                </a:lnTo>
                <a:lnTo>
                  <a:pt x="546" y="169"/>
                </a:lnTo>
                <a:lnTo>
                  <a:pt x="547" y="169"/>
                </a:lnTo>
                <a:lnTo>
                  <a:pt x="548" y="170"/>
                </a:lnTo>
                <a:lnTo>
                  <a:pt x="549" y="170"/>
                </a:lnTo>
                <a:lnTo>
                  <a:pt x="550" y="171"/>
                </a:lnTo>
                <a:lnTo>
                  <a:pt x="550" y="170"/>
                </a:lnTo>
                <a:lnTo>
                  <a:pt x="551" y="170"/>
                </a:lnTo>
                <a:lnTo>
                  <a:pt x="552" y="169"/>
                </a:lnTo>
                <a:lnTo>
                  <a:pt x="553" y="169"/>
                </a:lnTo>
                <a:lnTo>
                  <a:pt x="554" y="170"/>
                </a:lnTo>
                <a:lnTo>
                  <a:pt x="555" y="170"/>
                </a:lnTo>
                <a:lnTo>
                  <a:pt x="556" y="170"/>
                </a:lnTo>
                <a:lnTo>
                  <a:pt x="556" y="169"/>
                </a:lnTo>
                <a:lnTo>
                  <a:pt x="557" y="169"/>
                </a:lnTo>
                <a:lnTo>
                  <a:pt x="558" y="169"/>
                </a:lnTo>
                <a:lnTo>
                  <a:pt x="559" y="169"/>
                </a:lnTo>
                <a:lnTo>
                  <a:pt x="558" y="168"/>
                </a:lnTo>
                <a:lnTo>
                  <a:pt x="558" y="167"/>
                </a:lnTo>
                <a:lnTo>
                  <a:pt x="559" y="167"/>
                </a:lnTo>
                <a:lnTo>
                  <a:pt x="559" y="168"/>
                </a:lnTo>
                <a:lnTo>
                  <a:pt x="559" y="169"/>
                </a:lnTo>
                <a:lnTo>
                  <a:pt x="560" y="169"/>
                </a:lnTo>
                <a:lnTo>
                  <a:pt x="560" y="168"/>
                </a:lnTo>
                <a:lnTo>
                  <a:pt x="561" y="168"/>
                </a:lnTo>
                <a:lnTo>
                  <a:pt x="562" y="168"/>
                </a:lnTo>
                <a:lnTo>
                  <a:pt x="563" y="168"/>
                </a:lnTo>
                <a:lnTo>
                  <a:pt x="563" y="167"/>
                </a:lnTo>
                <a:lnTo>
                  <a:pt x="563" y="166"/>
                </a:lnTo>
                <a:lnTo>
                  <a:pt x="564" y="164"/>
                </a:lnTo>
                <a:lnTo>
                  <a:pt x="564" y="163"/>
                </a:lnTo>
                <a:lnTo>
                  <a:pt x="564" y="161"/>
                </a:lnTo>
                <a:lnTo>
                  <a:pt x="565" y="161"/>
                </a:lnTo>
                <a:lnTo>
                  <a:pt x="566" y="160"/>
                </a:lnTo>
                <a:lnTo>
                  <a:pt x="565" y="160"/>
                </a:lnTo>
                <a:lnTo>
                  <a:pt x="566" y="159"/>
                </a:lnTo>
                <a:lnTo>
                  <a:pt x="567" y="158"/>
                </a:lnTo>
                <a:lnTo>
                  <a:pt x="568" y="158"/>
                </a:lnTo>
                <a:lnTo>
                  <a:pt x="569" y="158"/>
                </a:lnTo>
                <a:lnTo>
                  <a:pt x="570" y="158"/>
                </a:lnTo>
                <a:lnTo>
                  <a:pt x="570" y="157"/>
                </a:lnTo>
                <a:lnTo>
                  <a:pt x="571" y="156"/>
                </a:lnTo>
                <a:lnTo>
                  <a:pt x="570" y="155"/>
                </a:lnTo>
                <a:lnTo>
                  <a:pt x="570" y="154"/>
                </a:lnTo>
                <a:lnTo>
                  <a:pt x="571" y="154"/>
                </a:lnTo>
                <a:lnTo>
                  <a:pt x="571" y="155"/>
                </a:lnTo>
                <a:lnTo>
                  <a:pt x="572" y="155"/>
                </a:lnTo>
                <a:lnTo>
                  <a:pt x="573" y="154"/>
                </a:lnTo>
                <a:lnTo>
                  <a:pt x="574" y="154"/>
                </a:lnTo>
                <a:lnTo>
                  <a:pt x="574" y="153"/>
                </a:lnTo>
                <a:lnTo>
                  <a:pt x="575" y="153"/>
                </a:lnTo>
                <a:lnTo>
                  <a:pt x="575" y="151"/>
                </a:lnTo>
                <a:lnTo>
                  <a:pt x="574" y="149"/>
                </a:lnTo>
                <a:lnTo>
                  <a:pt x="573" y="149"/>
                </a:lnTo>
                <a:lnTo>
                  <a:pt x="573" y="148"/>
                </a:lnTo>
                <a:lnTo>
                  <a:pt x="573" y="147"/>
                </a:lnTo>
                <a:lnTo>
                  <a:pt x="573" y="146"/>
                </a:lnTo>
                <a:lnTo>
                  <a:pt x="574" y="146"/>
                </a:lnTo>
                <a:lnTo>
                  <a:pt x="575" y="146"/>
                </a:lnTo>
                <a:lnTo>
                  <a:pt x="576" y="146"/>
                </a:lnTo>
                <a:lnTo>
                  <a:pt x="576" y="145"/>
                </a:lnTo>
                <a:lnTo>
                  <a:pt x="577" y="144"/>
                </a:lnTo>
                <a:lnTo>
                  <a:pt x="578" y="143"/>
                </a:lnTo>
                <a:lnTo>
                  <a:pt x="579" y="143"/>
                </a:lnTo>
                <a:lnTo>
                  <a:pt x="580" y="142"/>
                </a:lnTo>
                <a:lnTo>
                  <a:pt x="582" y="142"/>
                </a:lnTo>
                <a:lnTo>
                  <a:pt x="584" y="142"/>
                </a:lnTo>
                <a:lnTo>
                  <a:pt x="585" y="141"/>
                </a:lnTo>
                <a:lnTo>
                  <a:pt x="586" y="141"/>
                </a:lnTo>
                <a:lnTo>
                  <a:pt x="587" y="141"/>
                </a:lnTo>
                <a:lnTo>
                  <a:pt x="589" y="143"/>
                </a:lnTo>
                <a:lnTo>
                  <a:pt x="589" y="144"/>
                </a:lnTo>
                <a:lnTo>
                  <a:pt x="589" y="145"/>
                </a:lnTo>
                <a:lnTo>
                  <a:pt x="589" y="146"/>
                </a:lnTo>
                <a:lnTo>
                  <a:pt x="591" y="146"/>
                </a:lnTo>
                <a:lnTo>
                  <a:pt x="592" y="145"/>
                </a:lnTo>
                <a:lnTo>
                  <a:pt x="593" y="145"/>
                </a:lnTo>
                <a:lnTo>
                  <a:pt x="593" y="144"/>
                </a:lnTo>
                <a:lnTo>
                  <a:pt x="594" y="143"/>
                </a:lnTo>
                <a:lnTo>
                  <a:pt x="595" y="142"/>
                </a:lnTo>
                <a:lnTo>
                  <a:pt x="596" y="142"/>
                </a:lnTo>
                <a:lnTo>
                  <a:pt x="596" y="141"/>
                </a:lnTo>
                <a:lnTo>
                  <a:pt x="596" y="140"/>
                </a:lnTo>
                <a:lnTo>
                  <a:pt x="596" y="137"/>
                </a:lnTo>
                <a:lnTo>
                  <a:pt x="598" y="136"/>
                </a:lnTo>
                <a:lnTo>
                  <a:pt x="598" y="135"/>
                </a:lnTo>
                <a:lnTo>
                  <a:pt x="598" y="134"/>
                </a:lnTo>
                <a:lnTo>
                  <a:pt x="598" y="133"/>
                </a:lnTo>
                <a:lnTo>
                  <a:pt x="598" y="132"/>
                </a:lnTo>
                <a:lnTo>
                  <a:pt x="597" y="131"/>
                </a:lnTo>
                <a:lnTo>
                  <a:pt x="597" y="130"/>
                </a:lnTo>
                <a:lnTo>
                  <a:pt x="597" y="129"/>
                </a:lnTo>
                <a:lnTo>
                  <a:pt x="598" y="129"/>
                </a:lnTo>
                <a:lnTo>
                  <a:pt x="598" y="128"/>
                </a:lnTo>
                <a:lnTo>
                  <a:pt x="597" y="128"/>
                </a:lnTo>
                <a:lnTo>
                  <a:pt x="597" y="126"/>
                </a:lnTo>
                <a:lnTo>
                  <a:pt x="598" y="125"/>
                </a:lnTo>
                <a:lnTo>
                  <a:pt x="599" y="124"/>
                </a:lnTo>
                <a:lnTo>
                  <a:pt x="599" y="123"/>
                </a:lnTo>
                <a:lnTo>
                  <a:pt x="598" y="122"/>
                </a:lnTo>
                <a:lnTo>
                  <a:pt x="598" y="121"/>
                </a:lnTo>
                <a:lnTo>
                  <a:pt x="598" y="120"/>
                </a:lnTo>
                <a:lnTo>
                  <a:pt x="598" y="119"/>
                </a:lnTo>
                <a:lnTo>
                  <a:pt x="598" y="117"/>
                </a:lnTo>
                <a:lnTo>
                  <a:pt x="598" y="116"/>
                </a:lnTo>
                <a:lnTo>
                  <a:pt x="599" y="115"/>
                </a:lnTo>
                <a:lnTo>
                  <a:pt x="600" y="114"/>
                </a:lnTo>
                <a:lnTo>
                  <a:pt x="600" y="115"/>
                </a:lnTo>
                <a:lnTo>
                  <a:pt x="601" y="115"/>
                </a:lnTo>
                <a:lnTo>
                  <a:pt x="601" y="114"/>
                </a:lnTo>
                <a:lnTo>
                  <a:pt x="602" y="114"/>
                </a:lnTo>
                <a:lnTo>
                  <a:pt x="601" y="114"/>
                </a:lnTo>
                <a:lnTo>
                  <a:pt x="601" y="113"/>
                </a:lnTo>
                <a:lnTo>
                  <a:pt x="602" y="113"/>
                </a:lnTo>
                <a:lnTo>
                  <a:pt x="603" y="113"/>
                </a:lnTo>
                <a:lnTo>
                  <a:pt x="604" y="113"/>
                </a:lnTo>
                <a:lnTo>
                  <a:pt x="604" y="112"/>
                </a:lnTo>
                <a:lnTo>
                  <a:pt x="604" y="111"/>
                </a:lnTo>
                <a:lnTo>
                  <a:pt x="604" y="110"/>
                </a:lnTo>
                <a:lnTo>
                  <a:pt x="604" y="109"/>
                </a:lnTo>
                <a:lnTo>
                  <a:pt x="606" y="110"/>
                </a:lnTo>
                <a:lnTo>
                  <a:pt x="606" y="111"/>
                </a:lnTo>
                <a:lnTo>
                  <a:pt x="607" y="112"/>
                </a:lnTo>
                <a:lnTo>
                  <a:pt x="608" y="111"/>
                </a:lnTo>
                <a:lnTo>
                  <a:pt x="609" y="111"/>
                </a:lnTo>
                <a:lnTo>
                  <a:pt x="610" y="110"/>
                </a:lnTo>
                <a:lnTo>
                  <a:pt x="610" y="109"/>
                </a:lnTo>
                <a:lnTo>
                  <a:pt x="611" y="109"/>
                </a:lnTo>
                <a:lnTo>
                  <a:pt x="611" y="110"/>
                </a:lnTo>
                <a:lnTo>
                  <a:pt x="612" y="111"/>
                </a:lnTo>
                <a:lnTo>
                  <a:pt x="614" y="110"/>
                </a:lnTo>
                <a:lnTo>
                  <a:pt x="614" y="109"/>
                </a:lnTo>
                <a:lnTo>
                  <a:pt x="614" y="108"/>
                </a:lnTo>
                <a:lnTo>
                  <a:pt x="616" y="108"/>
                </a:lnTo>
                <a:lnTo>
                  <a:pt x="617" y="108"/>
                </a:lnTo>
                <a:lnTo>
                  <a:pt x="618" y="108"/>
                </a:lnTo>
                <a:lnTo>
                  <a:pt x="620" y="108"/>
                </a:lnTo>
                <a:lnTo>
                  <a:pt x="621" y="108"/>
                </a:lnTo>
                <a:lnTo>
                  <a:pt x="621" y="109"/>
                </a:lnTo>
                <a:lnTo>
                  <a:pt x="622" y="109"/>
                </a:lnTo>
                <a:lnTo>
                  <a:pt x="623" y="110"/>
                </a:lnTo>
                <a:lnTo>
                  <a:pt x="622" y="111"/>
                </a:lnTo>
                <a:lnTo>
                  <a:pt x="622" y="112"/>
                </a:lnTo>
                <a:lnTo>
                  <a:pt x="623" y="113"/>
                </a:lnTo>
                <a:lnTo>
                  <a:pt x="624" y="113"/>
                </a:lnTo>
                <a:lnTo>
                  <a:pt x="624" y="114"/>
                </a:lnTo>
                <a:lnTo>
                  <a:pt x="624" y="115"/>
                </a:lnTo>
                <a:lnTo>
                  <a:pt x="623" y="115"/>
                </a:lnTo>
                <a:lnTo>
                  <a:pt x="623" y="116"/>
                </a:lnTo>
                <a:lnTo>
                  <a:pt x="623" y="117"/>
                </a:lnTo>
                <a:lnTo>
                  <a:pt x="622" y="117"/>
                </a:lnTo>
                <a:lnTo>
                  <a:pt x="621" y="118"/>
                </a:lnTo>
                <a:lnTo>
                  <a:pt x="621" y="119"/>
                </a:lnTo>
                <a:lnTo>
                  <a:pt x="621" y="120"/>
                </a:lnTo>
                <a:lnTo>
                  <a:pt x="622" y="120"/>
                </a:lnTo>
                <a:lnTo>
                  <a:pt x="622" y="121"/>
                </a:lnTo>
                <a:lnTo>
                  <a:pt x="622" y="122"/>
                </a:lnTo>
                <a:lnTo>
                  <a:pt x="622" y="123"/>
                </a:lnTo>
                <a:lnTo>
                  <a:pt x="622" y="124"/>
                </a:lnTo>
                <a:lnTo>
                  <a:pt x="623" y="125"/>
                </a:lnTo>
                <a:lnTo>
                  <a:pt x="623" y="126"/>
                </a:lnTo>
                <a:lnTo>
                  <a:pt x="624" y="126"/>
                </a:lnTo>
                <a:lnTo>
                  <a:pt x="625" y="126"/>
                </a:lnTo>
                <a:lnTo>
                  <a:pt x="626" y="126"/>
                </a:lnTo>
                <a:lnTo>
                  <a:pt x="627" y="126"/>
                </a:lnTo>
                <a:lnTo>
                  <a:pt x="629" y="126"/>
                </a:lnTo>
                <a:lnTo>
                  <a:pt x="630" y="126"/>
                </a:lnTo>
                <a:lnTo>
                  <a:pt x="631" y="126"/>
                </a:lnTo>
                <a:lnTo>
                  <a:pt x="631" y="127"/>
                </a:lnTo>
                <a:lnTo>
                  <a:pt x="631" y="129"/>
                </a:lnTo>
                <a:lnTo>
                  <a:pt x="630" y="130"/>
                </a:lnTo>
                <a:lnTo>
                  <a:pt x="630" y="131"/>
                </a:lnTo>
                <a:lnTo>
                  <a:pt x="630" y="132"/>
                </a:lnTo>
                <a:lnTo>
                  <a:pt x="629" y="133"/>
                </a:lnTo>
                <a:lnTo>
                  <a:pt x="629" y="134"/>
                </a:lnTo>
                <a:lnTo>
                  <a:pt x="630" y="134"/>
                </a:lnTo>
                <a:lnTo>
                  <a:pt x="631" y="134"/>
                </a:lnTo>
                <a:lnTo>
                  <a:pt x="632" y="134"/>
                </a:lnTo>
                <a:lnTo>
                  <a:pt x="633" y="134"/>
                </a:lnTo>
                <a:lnTo>
                  <a:pt x="634" y="133"/>
                </a:lnTo>
                <a:lnTo>
                  <a:pt x="634" y="134"/>
                </a:lnTo>
                <a:lnTo>
                  <a:pt x="637" y="136"/>
                </a:lnTo>
                <a:lnTo>
                  <a:pt x="637" y="137"/>
                </a:lnTo>
                <a:lnTo>
                  <a:pt x="638" y="137"/>
                </a:lnTo>
                <a:lnTo>
                  <a:pt x="639" y="138"/>
                </a:lnTo>
                <a:lnTo>
                  <a:pt x="638" y="138"/>
                </a:lnTo>
                <a:lnTo>
                  <a:pt x="638" y="139"/>
                </a:lnTo>
                <a:lnTo>
                  <a:pt x="638" y="141"/>
                </a:lnTo>
                <a:lnTo>
                  <a:pt x="639" y="141"/>
                </a:lnTo>
                <a:lnTo>
                  <a:pt x="640" y="143"/>
                </a:lnTo>
                <a:lnTo>
                  <a:pt x="639" y="143"/>
                </a:lnTo>
                <a:lnTo>
                  <a:pt x="639" y="144"/>
                </a:lnTo>
                <a:lnTo>
                  <a:pt x="640" y="145"/>
                </a:lnTo>
                <a:lnTo>
                  <a:pt x="640" y="146"/>
                </a:lnTo>
                <a:lnTo>
                  <a:pt x="640" y="147"/>
                </a:lnTo>
                <a:lnTo>
                  <a:pt x="640" y="148"/>
                </a:lnTo>
                <a:lnTo>
                  <a:pt x="639" y="149"/>
                </a:lnTo>
                <a:lnTo>
                  <a:pt x="640" y="151"/>
                </a:lnTo>
                <a:lnTo>
                  <a:pt x="640" y="152"/>
                </a:lnTo>
                <a:lnTo>
                  <a:pt x="638" y="153"/>
                </a:lnTo>
                <a:lnTo>
                  <a:pt x="637" y="153"/>
                </a:lnTo>
                <a:lnTo>
                  <a:pt x="637" y="154"/>
                </a:lnTo>
                <a:lnTo>
                  <a:pt x="638" y="155"/>
                </a:lnTo>
                <a:lnTo>
                  <a:pt x="639" y="156"/>
                </a:lnTo>
                <a:lnTo>
                  <a:pt x="640" y="156"/>
                </a:lnTo>
                <a:lnTo>
                  <a:pt x="641" y="156"/>
                </a:lnTo>
                <a:lnTo>
                  <a:pt x="641" y="157"/>
                </a:lnTo>
                <a:lnTo>
                  <a:pt x="641" y="158"/>
                </a:lnTo>
                <a:lnTo>
                  <a:pt x="642" y="159"/>
                </a:lnTo>
                <a:lnTo>
                  <a:pt x="642" y="160"/>
                </a:lnTo>
                <a:lnTo>
                  <a:pt x="643" y="160"/>
                </a:lnTo>
                <a:lnTo>
                  <a:pt x="644" y="160"/>
                </a:lnTo>
                <a:lnTo>
                  <a:pt x="645" y="160"/>
                </a:lnTo>
                <a:lnTo>
                  <a:pt x="645" y="161"/>
                </a:lnTo>
                <a:lnTo>
                  <a:pt x="646" y="161"/>
                </a:lnTo>
                <a:lnTo>
                  <a:pt x="646" y="162"/>
                </a:lnTo>
                <a:lnTo>
                  <a:pt x="647" y="162"/>
                </a:lnTo>
                <a:lnTo>
                  <a:pt x="647" y="163"/>
                </a:lnTo>
                <a:lnTo>
                  <a:pt x="648" y="163"/>
                </a:lnTo>
                <a:lnTo>
                  <a:pt x="648" y="164"/>
                </a:lnTo>
                <a:lnTo>
                  <a:pt x="649" y="164"/>
                </a:lnTo>
                <a:lnTo>
                  <a:pt x="649" y="165"/>
                </a:lnTo>
                <a:lnTo>
                  <a:pt x="649" y="164"/>
                </a:lnTo>
                <a:lnTo>
                  <a:pt x="650" y="164"/>
                </a:lnTo>
                <a:lnTo>
                  <a:pt x="650" y="165"/>
                </a:lnTo>
                <a:lnTo>
                  <a:pt x="650" y="166"/>
                </a:lnTo>
                <a:lnTo>
                  <a:pt x="649" y="166"/>
                </a:lnTo>
                <a:lnTo>
                  <a:pt x="649" y="167"/>
                </a:lnTo>
                <a:lnTo>
                  <a:pt x="649" y="168"/>
                </a:lnTo>
                <a:lnTo>
                  <a:pt x="650" y="168"/>
                </a:lnTo>
                <a:lnTo>
                  <a:pt x="651" y="169"/>
                </a:lnTo>
                <a:lnTo>
                  <a:pt x="651" y="170"/>
                </a:lnTo>
                <a:lnTo>
                  <a:pt x="653" y="170"/>
                </a:lnTo>
                <a:lnTo>
                  <a:pt x="654" y="170"/>
                </a:lnTo>
                <a:lnTo>
                  <a:pt x="655" y="171"/>
                </a:lnTo>
                <a:lnTo>
                  <a:pt x="654" y="171"/>
                </a:lnTo>
                <a:lnTo>
                  <a:pt x="654" y="172"/>
                </a:lnTo>
                <a:lnTo>
                  <a:pt x="655" y="172"/>
                </a:lnTo>
                <a:lnTo>
                  <a:pt x="655" y="173"/>
                </a:lnTo>
                <a:lnTo>
                  <a:pt x="656" y="173"/>
                </a:lnTo>
                <a:lnTo>
                  <a:pt x="657" y="173"/>
                </a:lnTo>
                <a:lnTo>
                  <a:pt x="658" y="174"/>
                </a:lnTo>
                <a:lnTo>
                  <a:pt x="657" y="175"/>
                </a:lnTo>
                <a:lnTo>
                  <a:pt x="656" y="174"/>
                </a:lnTo>
                <a:lnTo>
                  <a:pt x="655" y="174"/>
                </a:lnTo>
                <a:lnTo>
                  <a:pt x="655" y="175"/>
                </a:lnTo>
                <a:lnTo>
                  <a:pt x="656" y="176"/>
                </a:lnTo>
                <a:lnTo>
                  <a:pt x="656" y="177"/>
                </a:lnTo>
                <a:lnTo>
                  <a:pt x="656" y="178"/>
                </a:lnTo>
                <a:lnTo>
                  <a:pt x="657" y="178"/>
                </a:lnTo>
                <a:lnTo>
                  <a:pt x="658" y="178"/>
                </a:lnTo>
                <a:lnTo>
                  <a:pt x="660" y="178"/>
                </a:lnTo>
                <a:lnTo>
                  <a:pt x="660" y="177"/>
                </a:lnTo>
                <a:lnTo>
                  <a:pt x="661" y="177"/>
                </a:lnTo>
                <a:lnTo>
                  <a:pt x="662" y="177"/>
                </a:lnTo>
                <a:lnTo>
                  <a:pt x="663" y="177"/>
                </a:lnTo>
                <a:lnTo>
                  <a:pt x="663" y="178"/>
                </a:lnTo>
                <a:lnTo>
                  <a:pt x="664" y="178"/>
                </a:lnTo>
                <a:lnTo>
                  <a:pt x="665" y="179"/>
                </a:lnTo>
                <a:lnTo>
                  <a:pt x="665" y="178"/>
                </a:lnTo>
                <a:lnTo>
                  <a:pt x="666" y="177"/>
                </a:lnTo>
                <a:lnTo>
                  <a:pt x="668" y="177"/>
                </a:lnTo>
                <a:lnTo>
                  <a:pt x="669" y="178"/>
                </a:lnTo>
                <a:lnTo>
                  <a:pt x="669" y="177"/>
                </a:lnTo>
                <a:lnTo>
                  <a:pt x="669" y="176"/>
                </a:lnTo>
                <a:lnTo>
                  <a:pt x="668" y="176"/>
                </a:lnTo>
                <a:lnTo>
                  <a:pt x="667" y="175"/>
                </a:lnTo>
                <a:lnTo>
                  <a:pt x="668" y="174"/>
                </a:lnTo>
                <a:lnTo>
                  <a:pt x="668" y="173"/>
                </a:lnTo>
                <a:lnTo>
                  <a:pt x="669" y="173"/>
                </a:lnTo>
                <a:lnTo>
                  <a:pt x="669" y="172"/>
                </a:lnTo>
                <a:lnTo>
                  <a:pt x="669" y="173"/>
                </a:lnTo>
                <a:lnTo>
                  <a:pt x="670" y="173"/>
                </a:lnTo>
                <a:lnTo>
                  <a:pt x="671" y="174"/>
                </a:lnTo>
                <a:lnTo>
                  <a:pt x="673" y="174"/>
                </a:lnTo>
                <a:lnTo>
                  <a:pt x="674" y="174"/>
                </a:lnTo>
                <a:lnTo>
                  <a:pt x="673" y="175"/>
                </a:lnTo>
                <a:lnTo>
                  <a:pt x="673" y="176"/>
                </a:lnTo>
                <a:lnTo>
                  <a:pt x="675" y="176"/>
                </a:lnTo>
                <a:lnTo>
                  <a:pt x="675" y="175"/>
                </a:lnTo>
                <a:lnTo>
                  <a:pt x="675" y="174"/>
                </a:lnTo>
                <a:lnTo>
                  <a:pt x="677" y="173"/>
                </a:lnTo>
                <a:lnTo>
                  <a:pt x="678" y="174"/>
                </a:lnTo>
                <a:lnTo>
                  <a:pt x="679" y="174"/>
                </a:lnTo>
                <a:lnTo>
                  <a:pt x="679" y="173"/>
                </a:lnTo>
                <a:lnTo>
                  <a:pt x="679" y="172"/>
                </a:lnTo>
                <a:lnTo>
                  <a:pt x="680" y="172"/>
                </a:lnTo>
                <a:lnTo>
                  <a:pt x="683" y="172"/>
                </a:lnTo>
                <a:lnTo>
                  <a:pt x="684" y="172"/>
                </a:lnTo>
                <a:lnTo>
                  <a:pt x="685" y="172"/>
                </a:lnTo>
                <a:lnTo>
                  <a:pt x="686" y="172"/>
                </a:lnTo>
                <a:lnTo>
                  <a:pt x="687" y="172"/>
                </a:lnTo>
                <a:lnTo>
                  <a:pt x="687" y="171"/>
                </a:lnTo>
                <a:lnTo>
                  <a:pt x="687" y="170"/>
                </a:lnTo>
                <a:lnTo>
                  <a:pt x="686" y="170"/>
                </a:lnTo>
                <a:lnTo>
                  <a:pt x="685" y="169"/>
                </a:lnTo>
                <a:lnTo>
                  <a:pt x="686" y="168"/>
                </a:lnTo>
                <a:lnTo>
                  <a:pt x="685" y="168"/>
                </a:lnTo>
                <a:lnTo>
                  <a:pt x="685" y="167"/>
                </a:lnTo>
                <a:lnTo>
                  <a:pt x="686" y="167"/>
                </a:lnTo>
                <a:lnTo>
                  <a:pt x="687" y="167"/>
                </a:lnTo>
                <a:lnTo>
                  <a:pt x="687" y="166"/>
                </a:lnTo>
                <a:lnTo>
                  <a:pt x="687" y="165"/>
                </a:lnTo>
                <a:lnTo>
                  <a:pt x="688" y="164"/>
                </a:lnTo>
                <a:lnTo>
                  <a:pt x="689" y="163"/>
                </a:lnTo>
                <a:lnTo>
                  <a:pt x="689" y="162"/>
                </a:lnTo>
                <a:lnTo>
                  <a:pt x="688" y="162"/>
                </a:lnTo>
                <a:lnTo>
                  <a:pt x="688" y="163"/>
                </a:lnTo>
                <a:lnTo>
                  <a:pt x="687" y="162"/>
                </a:lnTo>
                <a:lnTo>
                  <a:pt x="687" y="161"/>
                </a:lnTo>
                <a:lnTo>
                  <a:pt x="688" y="161"/>
                </a:lnTo>
                <a:lnTo>
                  <a:pt x="689" y="160"/>
                </a:lnTo>
                <a:lnTo>
                  <a:pt x="690" y="160"/>
                </a:lnTo>
                <a:lnTo>
                  <a:pt x="691" y="159"/>
                </a:lnTo>
                <a:lnTo>
                  <a:pt x="692" y="159"/>
                </a:lnTo>
                <a:lnTo>
                  <a:pt x="693" y="159"/>
                </a:lnTo>
                <a:lnTo>
                  <a:pt x="693" y="158"/>
                </a:lnTo>
                <a:lnTo>
                  <a:pt x="694" y="157"/>
                </a:lnTo>
                <a:lnTo>
                  <a:pt x="695" y="157"/>
                </a:lnTo>
                <a:lnTo>
                  <a:pt x="696" y="158"/>
                </a:lnTo>
                <a:lnTo>
                  <a:pt x="697" y="158"/>
                </a:lnTo>
                <a:lnTo>
                  <a:pt x="696" y="158"/>
                </a:lnTo>
                <a:lnTo>
                  <a:pt x="696" y="159"/>
                </a:lnTo>
                <a:lnTo>
                  <a:pt x="697" y="159"/>
                </a:lnTo>
                <a:lnTo>
                  <a:pt x="697" y="160"/>
                </a:lnTo>
                <a:lnTo>
                  <a:pt x="698" y="160"/>
                </a:lnTo>
                <a:lnTo>
                  <a:pt x="700" y="162"/>
                </a:lnTo>
                <a:lnTo>
                  <a:pt x="702" y="163"/>
                </a:lnTo>
                <a:lnTo>
                  <a:pt x="703" y="164"/>
                </a:lnTo>
                <a:lnTo>
                  <a:pt x="705" y="164"/>
                </a:lnTo>
                <a:lnTo>
                  <a:pt x="705" y="163"/>
                </a:lnTo>
                <a:lnTo>
                  <a:pt x="705" y="162"/>
                </a:lnTo>
                <a:lnTo>
                  <a:pt x="706" y="162"/>
                </a:lnTo>
                <a:lnTo>
                  <a:pt x="707" y="161"/>
                </a:lnTo>
                <a:lnTo>
                  <a:pt x="708" y="159"/>
                </a:lnTo>
                <a:lnTo>
                  <a:pt x="709" y="158"/>
                </a:lnTo>
                <a:lnTo>
                  <a:pt x="709" y="157"/>
                </a:lnTo>
                <a:lnTo>
                  <a:pt x="710" y="156"/>
                </a:lnTo>
                <a:lnTo>
                  <a:pt x="712" y="155"/>
                </a:lnTo>
                <a:lnTo>
                  <a:pt x="712" y="154"/>
                </a:lnTo>
                <a:lnTo>
                  <a:pt x="712" y="153"/>
                </a:lnTo>
                <a:lnTo>
                  <a:pt x="712" y="152"/>
                </a:lnTo>
                <a:lnTo>
                  <a:pt x="713" y="151"/>
                </a:lnTo>
                <a:lnTo>
                  <a:pt x="714" y="151"/>
                </a:lnTo>
                <a:lnTo>
                  <a:pt x="715" y="151"/>
                </a:lnTo>
                <a:lnTo>
                  <a:pt x="717" y="151"/>
                </a:lnTo>
                <a:lnTo>
                  <a:pt x="718" y="151"/>
                </a:lnTo>
                <a:lnTo>
                  <a:pt x="719" y="149"/>
                </a:lnTo>
                <a:lnTo>
                  <a:pt x="718" y="148"/>
                </a:lnTo>
                <a:lnTo>
                  <a:pt x="717" y="148"/>
                </a:lnTo>
                <a:lnTo>
                  <a:pt x="717" y="147"/>
                </a:lnTo>
                <a:lnTo>
                  <a:pt x="717" y="146"/>
                </a:lnTo>
                <a:lnTo>
                  <a:pt x="717" y="145"/>
                </a:lnTo>
                <a:lnTo>
                  <a:pt x="718" y="145"/>
                </a:lnTo>
                <a:lnTo>
                  <a:pt x="720" y="144"/>
                </a:lnTo>
                <a:lnTo>
                  <a:pt x="721" y="144"/>
                </a:lnTo>
                <a:lnTo>
                  <a:pt x="722" y="144"/>
                </a:lnTo>
                <a:lnTo>
                  <a:pt x="722" y="143"/>
                </a:lnTo>
                <a:lnTo>
                  <a:pt x="723" y="143"/>
                </a:lnTo>
                <a:lnTo>
                  <a:pt x="724" y="144"/>
                </a:lnTo>
                <a:lnTo>
                  <a:pt x="725" y="144"/>
                </a:lnTo>
                <a:lnTo>
                  <a:pt x="726" y="144"/>
                </a:lnTo>
                <a:lnTo>
                  <a:pt x="727" y="143"/>
                </a:lnTo>
                <a:lnTo>
                  <a:pt x="729" y="142"/>
                </a:lnTo>
                <a:lnTo>
                  <a:pt x="730" y="142"/>
                </a:lnTo>
                <a:lnTo>
                  <a:pt x="731" y="143"/>
                </a:lnTo>
                <a:lnTo>
                  <a:pt x="733" y="143"/>
                </a:lnTo>
                <a:lnTo>
                  <a:pt x="734" y="142"/>
                </a:lnTo>
                <a:lnTo>
                  <a:pt x="734" y="141"/>
                </a:lnTo>
                <a:lnTo>
                  <a:pt x="735" y="141"/>
                </a:lnTo>
                <a:lnTo>
                  <a:pt x="736" y="141"/>
                </a:lnTo>
                <a:lnTo>
                  <a:pt x="736" y="140"/>
                </a:lnTo>
                <a:lnTo>
                  <a:pt x="737" y="140"/>
                </a:lnTo>
                <a:lnTo>
                  <a:pt x="737" y="139"/>
                </a:lnTo>
                <a:lnTo>
                  <a:pt x="738" y="139"/>
                </a:lnTo>
                <a:lnTo>
                  <a:pt x="737" y="138"/>
                </a:lnTo>
                <a:lnTo>
                  <a:pt x="738" y="138"/>
                </a:lnTo>
                <a:lnTo>
                  <a:pt x="739" y="139"/>
                </a:lnTo>
                <a:lnTo>
                  <a:pt x="740" y="140"/>
                </a:lnTo>
                <a:lnTo>
                  <a:pt x="741" y="141"/>
                </a:lnTo>
                <a:lnTo>
                  <a:pt x="741" y="142"/>
                </a:lnTo>
                <a:lnTo>
                  <a:pt x="740" y="142"/>
                </a:lnTo>
                <a:lnTo>
                  <a:pt x="740" y="143"/>
                </a:lnTo>
                <a:lnTo>
                  <a:pt x="740" y="144"/>
                </a:lnTo>
                <a:lnTo>
                  <a:pt x="741" y="144"/>
                </a:lnTo>
                <a:lnTo>
                  <a:pt x="742" y="145"/>
                </a:lnTo>
                <a:lnTo>
                  <a:pt x="742" y="146"/>
                </a:lnTo>
                <a:lnTo>
                  <a:pt x="743" y="148"/>
                </a:lnTo>
                <a:lnTo>
                  <a:pt x="744" y="148"/>
                </a:lnTo>
                <a:lnTo>
                  <a:pt x="745" y="147"/>
                </a:lnTo>
                <a:lnTo>
                  <a:pt x="745" y="146"/>
                </a:lnTo>
                <a:lnTo>
                  <a:pt x="746" y="146"/>
                </a:lnTo>
                <a:lnTo>
                  <a:pt x="747" y="146"/>
                </a:lnTo>
                <a:lnTo>
                  <a:pt x="748" y="146"/>
                </a:lnTo>
                <a:lnTo>
                  <a:pt x="749" y="146"/>
                </a:lnTo>
                <a:lnTo>
                  <a:pt x="750" y="145"/>
                </a:lnTo>
                <a:lnTo>
                  <a:pt x="751" y="143"/>
                </a:lnTo>
                <a:lnTo>
                  <a:pt x="751" y="142"/>
                </a:lnTo>
                <a:lnTo>
                  <a:pt x="751" y="143"/>
                </a:lnTo>
                <a:lnTo>
                  <a:pt x="752" y="144"/>
                </a:lnTo>
                <a:lnTo>
                  <a:pt x="751" y="144"/>
                </a:lnTo>
                <a:lnTo>
                  <a:pt x="752" y="145"/>
                </a:lnTo>
                <a:lnTo>
                  <a:pt x="753" y="145"/>
                </a:lnTo>
                <a:lnTo>
                  <a:pt x="754" y="144"/>
                </a:lnTo>
                <a:lnTo>
                  <a:pt x="755" y="144"/>
                </a:lnTo>
                <a:lnTo>
                  <a:pt x="756" y="144"/>
                </a:lnTo>
                <a:lnTo>
                  <a:pt x="757" y="146"/>
                </a:lnTo>
                <a:lnTo>
                  <a:pt x="757" y="149"/>
                </a:lnTo>
                <a:lnTo>
                  <a:pt x="757" y="150"/>
                </a:lnTo>
                <a:lnTo>
                  <a:pt x="757" y="151"/>
                </a:lnTo>
                <a:lnTo>
                  <a:pt x="758" y="151"/>
                </a:lnTo>
                <a:lnTo>
                  <a:pt x="758" y="152"/>
                </a:lnTo>
                <a:lnTo>
                  <a:pt x="759" y="152"/>
                </a:lnTo>
                <a:lnTo>
                  <a:pt x="759" y="153"/>
                </a:lnTo>
                <a:lnTo>
                  <a:pt x="758" y="153"/>
                </a:lnTo>
                <a:lnTo>
                  <a:pt x="758" y="154"/>
                </a:lnTo>
                <a:lnTo>
                  <a:pt x="758" y="155"/>
                </a:lnTo>
                <a:lnTo>
                  <a:pt x="759" y="155"/>
                </a:lnTo>
                <a:lnTo>
                  <a:pt x="760" y="155"/>
                </a:lnTo>
                <a:lnTo>
                  <a:pt x="760" y="156"/>
                </a:lnTo>
                <a:lnTo>
                  <a:pt x="762" y="157"/>
                </a:lnTo>
                <a:lnTo>
                  <a:pt x="763" y="157"/>
                </a:lnTo>
                <a:lnTo>
                  <a:pt x="764" y="158"/>
                </a:lnTo>
                <a:lnTo>
                  <a:pt x="764" y="159"/>
                </a:lnTo>
                <a:lnTo>
                  <a:pt x="765" y="160"/>
                </a:lnTo>
                <a:lnTo>
                  <a:pt x="766" y="161"/>
                </a:lnTo>
                <a:lnTo>
                  <a:pt x="767" y="161"/>
                </a:lnTo>
                <a:lnTo>
                  <a:pt x="768" y="161"/>
                </a:lnTo>
                <a:lnTo>
                  <a:pt x="768" y="162"/>
                </a:lnTo>
                <a:lnTo>
                  <a:pt x="769" y="163"/>
                </a:lnTo>
                <a:lnTo>
                  <a:pt x="770" y="164"/>
                </a:lnTo>
                <a:lnTo>
                  <a:pt x="770" y="165"/>
                </a:lnTo>
                <a:lnTo>
                  <a:pt x="770" y="166"/>
                </a:lnTo>
                <a:lnTo>
                  <a:pt x="770" y="167"/>
                </a:lnTo>
                <a:lnTo>
                  <a:pt x="772" y="168"/>
                </a:lnTo>
                <a:lnTo>
                  <a:pt x="773" y="168"/>
                </a:lnTo>
                <a:lnTo>
                  <a:pt x="774" y="168"/>
                </a:lnTo>
                <a:lnTo>
                  <a:pt x="775" y="169"/>
                </a:lnTo>
                <a:lnTo>
                  <a:pt x="776" y="170"/>
                </a:lnTo>
                <a:lnTo>
                  <a:pt x="774" y="172"/>
                </a:lnTo>
                <a:lnTo>
                  <a:pt x="774" y="171"/>
                </a:lnTo>
                <a:lnTo>
                  <a:pt x="773" y="171"/>
                </a:lnTo>
                <a:lnTo>
                  <a:pt x="772" y="171"/>
                </a:lnTo>
                <a:lnTo>
                  <a:pt x="770" y="172"/>
                </a:lnTo>
                <a:lnTo>
                  <a:pt x="770" y="174"/>
                </a:lnTo>
                <a:lnTo>
                  <a:pt x="772" y="175"/>
                </a:lnTo>
                <a:lnTo>
                  <a:pt x="773" y="176"/>
                </a:lnTo>
                <a:lnTo>
                  <a:pt x="774" y="176"/>
                </a:lnTo>
                <a:lnTo>
                  <a:pt x="773" y="178"/>
                </a:lnTo>
                <a:lnTo>
                  <a:pt x="772" y="178"/>
                </a:lnTo>
                <a:lnTo>
                  <a:pt x="772" y="179"/>
                </a:lnTo>
                <a:lnTo>
                  <a:pt x="772" y="180"/>
                </a:lnTo>
                <a:lnTo>
                  <a:pt x="772" y="179"/>
                </a:lnTo>
                <a:lnTo>
                  <a:pt x="771" y="179"/>
                </a:lnTo>
                <a:lnTo>
                  <a:pt x="772" y="178"/>
                </a:lnTo>
                <a:lnTo>
                  <a:pt x="772" y="177"/>
                </a:lnTo>
                <a:lnTo>
                  <a:pt x="771" y="177"/>
                </a:lnTo>
                <a:lnTo>
                  <a:pt x="770" y="176"/>
                </a:lnTo>
                <a:lnTo>
                  <a:pt x="769" y="176"/>
                </a:lnTo>
                <a:lnTo>
                  <a:pt x="768" y="177"/>
                </a:lnTo>
                <a:lnTo>
                  <a:pt x="768" y="176"/>
                </a:lnTo>
                <a:lnTo>
                  <a:pt x="768" y="175"/>
                </a:lnTo>
                <a:lnTo>
                  <a:pt x="767" y="175"/>
                </a:lnTo>
                <a:lnTo>
                  <a:pt x="766" y="175"/>
                </a:lnTo>
                <a:lnTo>
                  <a:pt x="766" y="174"/>
                </a:lnTo>
                <a:lnTo>
                  <a:pt x="765" y="174"/>
                </a:lnTo>
                <a:lnTo>
                  <a:pt x="763" y="175"/>
                </a:lnTo>
                <a:lnTo>
                  <a:pt x="762" y="176"/>
                </a:lnTo>
                <a:lnTo>
                  <a:pt x="762" y="177"/>
                </a:lnTo>
                <a:lnTo>
                  <a:pt x="761" y="178"/>
                </a:lnTo>
                <a:lnTo>
                  <a:pt x="760" y="178"/>
                </a:lnTo>
                <a:lnTo>
                  <a:pt x="760" y="177"/>
                </a:lnTo>
                <a:lnTo>
                  <a:pt x="759" y="177"/>
                </a:lnTo>
                <a:lnTo>
                  <a:pt x="759" y="176"/>
                </a:lnTo>
                <a:lnTo>
                  <a:pt x="758" y="176"/>
                </a:lnTo>
                <a:lnTo>
                  <a:pt x="758" y="177"/>
                </a:lnTo>
                <a:lnTo>
                  <a:pt x="757" y="178"/>
                </a:lnTo>
                <a:lnTo>
                  <a:pt x="755" y="180"/>
                </a:lnTo>
                <a:lnTo>
                  <a:pt x="753" y="177"/>
                </a:lnTo>
                <a:lnTo>
                  <a:pt x="753" y="176"/>
                </a:lnTo>
                <a:lnTo>
                  <a:pt x="752" y="174"/>
                </a:lnTo>
                <a:lnTo>
                  <a:pt x="753" y="172"/>
                </a:lnTo>
                <a:lnTo>
                  <a:pt x="754" y="171"/>
                </a:lnTo>
                <a:lnTo>
                  <a:pt x="754" y="170"/>
                </a:lnTo>
                <a:lnTo>
                  <a:pt x="755" y="170"/>
                </a:lnTo>
                <a:lnTo>
                  <a:pt x="755" y="169"/>
                </a:lnTo>
                <a:lnTo>
                  <a:pt x="756" y="168"/>
                </a:lnTo>
                <a:lnTo>
                  <a:pt x="756" y="167"/>
                </a:lnTo>
                <a:lnTo>
                  <a:pt x="757" y="167"/>
                </a:lnTo>
                <a:lnTo>
                  <a:pt x="757" y="166"/>
                </a:lnTo>
                <a:lnTo>
                  <a:pt x="757" y="167"/>
                </a:lnTo>
                <a:lnTo>
                  <a:pt x="756" y="167"/>
                </a:lnTo>
                <a:lnTo>
                  <a:pt x="756" y="168"/>
                </a:lnTo>
                <a:lnTo>
                  <a:pt x="754" y="169"/>
                </a:lnTo>
                <a:lnTo>
                  <a:pt x="752" y="171"/>
                </a:lnTo>
                <a:lnTo>
                  <a:pt x="751" y="171"/>
                </a:lnTo>
                <a:lnTo>
                  <a:pt x="751" y="170"/>
                </a:lnTo>
                <a:lnTo>
                  <a:pt x="752" y="169"/>
                </a:lnTo>
                <a:lnTo>
                  <a:pt x="751" y="168"/>
                </a:lnTo>
                <a:lnTo>
                  <a:pt x="750" y="167"/>
                </a:lnTo>
                <a:lnTo>
                  <a:pt x="749" y="168"/>
                </a:lnTo>
                <a:lnTo>
                  <a:pt x="749" y="169"/>
                </a:lnTo>
                <a:lnTo>
                  <a:pt x="749" y="170"/>
                </a:lnTo>
                <a:lnTo>
                  <a:pt x="748" y="171"/>
                </a:lnTo>
                <a:lnTo>
                  <a:pt x="749" y="172"/>
                </a:lnTo>
                <a:lnTo>
                  <a:pt x="749" y="171"/>
                </a:lnTo>
                <a:lnTo>
                  <a:pt x="750" y="171"/>
                </a:lnTo>
                <a:lnTo>
                  <a:pt x="751" y="172"/>
                </a:lnTo>
                <a:lnTo>
                  <a:pt x="751" y="173"/>
                </a:lnTo>
                <a:lnTo>
                  <a:pt x="750" y="173"/>
                </a:lnTo>
                <a:lnTo>
                  <a:pt x="749" y="174"/>
                </a:lnTo>
                <a:lnTo>
                  <a:pt x="749" y="175"/>
                </a:lnTo>
                <a:lnTo>
                  <a:pt x="748" y="175"/>
                </a:lnTo>
                <a:lnTo>
                  <a:pt x="747" y="174"/>
                </a:lnTo>
                <a:lnTo>
                  <a:pt x="747" y="173"/>
                </a:lnTo>
                <a:lnTo>
                  <a:pt x="746" y="173"/>
                </a:lnTo>
                <a:lnTo>
                  <a:pt x="746" y="172"/>
                </a:lnTo>
                <a:lnTo>
                  <a:pt x="746" y="171"/>
                </a:lnTo>
                <a:lnTo>
                  <a:pt x="747" y="171"/>
                </a:lnTo>
                <a:lnTo>
                  <a:pt x="747" y="170"/>
                </a:lnTo>
                <a:lnTo>
                  <a:pt x="746" y="170"/>
                </a:lnTo>
                <a:lnTo>
                  <a:pt x="745" y="169"/>
                </a:lnTo>
                <a:lnTo>
                  <a:pt x="744" y="167"/>
                </a:lnTo>
                <a:lnTo>
                  <a:pt x="743" y="167"/>
                </a:lnTo>
                <a:lnTo>
                  <a:pt x="742" y="166"/>
                </a:lnTo>
                <a:lnTo>
                  <a:pt x="742" y="165"/>
                </a:lnTo>
                <a:lnTo>
                  <a:pt x="741" y="165"/>
                </a:lnTo>
                <a:lnTo>
                  <a:pt x="740" y="165"/>
                </a:lnTo>
                <a:lnTo>
                  <a:pt x="739" y="165"/>
                </a:lnTo>
                <a:lnTo>
                  <a:pt x="740" y="165"/>
                </a:lnTo>
                <a:lnTo>
                  <a:pt x="740" y="166"/>
                </a:lnTo>
                <a:lnTo>
                  <a:pt x="740" y="167"/>
                </a:lnTo>
                <a:lnTo>
                  <a:pt x="741" y="167"/>
                </a:lnTo>
                <a:lnTo>
                  <a:pt x="741" y="166"/>
                </a:lnTo>
                <a:lnTo>
                  <a:pt x="742" y="167"/>
                </a:lnTo>
                <a:lnTo>
                  <a:pt x="742" y="168"/>
                </a:lnTo>
                <a:lnTo>
                  <a:pt x="742" y="169"/>
                </a:lnTo>
                <a:lnTo>
                  <a:pt x="743" y="169"/>
                </a:lnTo>
                <a:lnTo>
                  <a:pt x="744" y="169"/>
                </a:lnTo>
                <a:lnTo>
                  <a:pt x="744" y="170"/>
                </a:lnTo>
                <a:lnTo>
                  <a:pt x="744" y="171"/>
                </a:lnTo>
                <a:lnTo>
                  <a:pt x="745" y="173"/>
                </a:lnTo>
                <a:lnTo>
                  <a:pt x="745" y="174"/>
                </a:lnTo>
                <a:lnTo>
                  <a:pt x="744" y="174"/>
                </a:lnTo>
                <a:lnTo>
                  <a:pt x="743" y="174"/>
                </a:lnTo>
                <a:lnTo>
                  <a:pt x="743" y="175"/>
                </a:lnTo>
                <a:lnTo>
                  <a:pt x="743" y="176"/>
                </a:lnTo>
                <a:lnTo>
                  <a:pt x="742" y="176"/>
                </a:lnTo>
                <a:lnTo>
                  <a:pt x="741" y="177"/>
                </a:lnTo>
                <a:lnTo>
                  <a:pt x="740" y="177"/>
                </a:lnTo>
                <a:lnTo>
                  <a:pt x="740" y="176"/>
                </a:lnTo>
                <a:lnTo>
                  <a:pt x="740" y="175"/>
                </a:lnTo>
                <a:lnTo>
                  <a:pt x="740" y="174"/>
                </a:lnTo>
                <a:lnTo>
                  <a:pt x="739" y="174"/>
                </a:lnTo>
                <a:lnTo>
                  <a:pt x="739" y="175"/>
                </a:lnTo>
                <a:lnTo>
                  <a:pt x="738" y="174"/>
                </a:lnTo>
                <a:lnTo>
                  <a:pt x="737" y="173"/>
                </a:lnTo>
                <a:lnTo>
                  <a:pt x="737" y="172"/>
                </a:lnTo>
                <a:lnTo>
                  <a:pt x="737" y="171"/>
                </a:lnTo>
                <a:lnTo>
                  <a:pt x="736" y="170"/>
                </a:lnTo>
                <a:lnTo>
                  <a:pt x="735" y="169"/>
                </a:lnTo>
                <a:lnTo>
                  <a:pt x="735" y="170"/>
                </a:lnTo>
                <a:lnTo>
                  <a:pt x="735" y="171"/>
                </a:lnTo>
                <a:lnTo>
                  <a:pt x="736" y="171"/>
                </a:lnTo>
                <a:lnTo>
                  <a:pt x="735" y="172"/>
                </a:lnTo>
                <a:lnTo>
                  <a:pt x="733" y="173"/>
                </a:lnTo>
                <a:lnTo>
                  <a:pt x="732" y="174"/>
                </a:lnTo>
                <a:lnTo>
                  <a:pt x="733" y="175"/>
                </a:lnTo>
                <a:lnTo>
                  <a:pt x="734" y="176"/>
                </a:lnTo>
                <a:lnTo>
                  <a:pt x="735" y="178"/>
                </a:lnTo>
                <a:lnTo>
                  <a:pt x="735" y="179"/>
                </a:lnTo>
                <a:lnTo>
                  <a:pt x="734" y="179"/>
                </a:lnTo>
                <a:lnTo>
                  <a:pt x="734" y="180"/>
                </a:lnTo>
                <a:lnTo>
                  <a:pt x="734" y="181"/>
                </a:lnTo>
                <a:lnTo>
                  <a:pt x="734" y="184"/>
                </a:lnTo>
                <a:lnTo>
                  <a:pt x="733" y="184"/>
                </a:lnTo>
                <a:lnTo>
                  <a:pt x="733" y="185"/>
                </a:lnTo>
                <a:lnTo>
                  <a:pt x="734" y="186"/>
                </a:lnTo>
                <a:lnTo>
                  <a:pt x="733" y="186"/>
                </a:lnTo>
                <a:lnTo>
                  <a:pt x="733" y="187"/>
                </a:lnTo>
                <a:lnTo>
                  <a:pt x="734" y="187"/>
                </a:lnTo>
                <a:lnTo>
                  <a:pt x="735" y="187"/>
                </a:lnTo>
                <a:lnTo>
                  <a:pt x="735" y="186"/>
                </a:lnTo>
                <a:lnTo>
                  <a:pt x="735" y="187"/>
                </a:lnTo>
                <a:lnTo>
                  <a:pt x="736" y="187"/>
                </a:lnTo>
                <a:lnTo>
                  <a:pt x="736" y="188"/>
                </a:lnTo>
                <a:lnTo>
                  <a:pt x="736" y="189"/>
                </a:lnTo>
                <a:lnTo>
                  <a:pt x="736" y="188"/>
                </a:lnTo>
                <a:lnTo>
                  <a:pt x="737" y="187"/>
                </a:lnTo>
                <a:lnTo>
                  <a:pt x="737" y="183"/>
                </a:lnTo>
                <a:lnTo>
                  <a:pt x="737" y="182"/>
                </a:lnTo>
                <a:lnTo>
                  <a:pt x="737" y="180"/>
                </a:lnTo>
                <a:lnTo>
                  <a:pt x="738" y="179"/>
                </a:lnTo>
                <a:lnTo>
                  <a:pt x="739" y="178"/>
                </a:lnTo>
                <a:lnTo>
                  <a:pt x="739" y="177"/>
                </a:lnTo>
                <a:lnTo>
                  <a:pt x="740" y="177"/>
                </a:lnTo>
                <a:lnTo>
                  <a:pt x="740" y="178"/>
                </a:lnTo>
                <a:lnTo>
                  <a:pt x="741" y="179"/>
                </a:lnTo>
                <a:lnTo>
                  <a:pt x="743" y="178"/>
                </a:lnTo>
                <a:lnTo>
                  <a:pt x="744" y="177"/>
                </a:lnTo>
                <a:lnTo>
                  <a:pt x="745" y="177"/>
                </a:lnTo>
                <a:lnTo>
                  <a:pt x="745" y="176"/>
                </a:lnTo>
                <a:lnTo>
                  <a:pt x="746" y="176"/>
                </a:lnTo>
                <a:lnTo>
                  <a:pt x="747" y="176"/>
                </a:lnTo>
                <a:lnTo>
                  <a:pt x="748" y="176"/>
                </a:lnTo>
                <a:lnTo>
                  <a:pt x="748" y="177"/>
                </a:lnTo>
                <a:lnTo>
                  <a:pt x="748" y="178"/>
                </a:lnTo>
                <a:lnTo>
                  <a:pt x="749" y="178"/>
                </a:lnTo>
                <a:lnTo>
                  <a:pt x="749" y="179"/>
                </a:lnTo>
                <a:lnTo>
                  <a:pt x="750" y="179"/>
                </a:lnTo>
                <a:lnTo>
                  <a:pt x="751" y="180"/>
                </a:lnTo>
                <a:lnTo>
                  <a:pt x="752" y="180"/>
                </a:lnTo>
                <a:lnTo>
                  <a:pt x="753" y="180"/>
                </a:lnTo>
                <a:lnTo>
                  <a:pt x="754" y="180"/>
                </a:lnTo>
                <a:lnTo>
                  <a:pt x="754" y="181"/>
                </a:lnTo>
                <a:lnTo>
                  <a:pt x="753" y="181"/>
                </a:lnTo>
                <a:lnTo>
                  <a:pt x="754" y="182"/>
                </a:lnTo>
                <a:lnTo>
                  <a:pt x="755" y="183"/>
                </a:lnTo>
                <a:lnTo>
                  <a:pt x="756" y="184"/>
                </a:lnTo>
                <a:lnTo>
                  <a:pt x="757" y="184"/>
                </a:lnTo>
                <a:lnTo>
                  <a:pt x="758" y="183"/>
                </a:lnTo>
                <a:lnTo>
                  <a:pt x="758" y="182"/>
                </a:lnTo>
                <a:lnTo>
                  <a:pt x="758" y="181"/>
                </a:lnTo>
                <a:lnTo>
                  <a:pt x="758" y="180"/>
                </a:lnTo>
                <a:lnTo>
                  <a:pt x="759" y="179"/>
                </a:lnTo>
                <a:lnTo>
                  <a:pt x="760" y="179"/>
                </a:lnTo>
                <a:lnTo>
                  <a:pt x="761" y="179"/>
                </a:lnTo>
                <a:lnTo>
                  <a:pt x="762" y="179"/>
                </a:lnTo>
                <a:lnTo>
                  <a:pt x="763" y="178"/>
                </a:lnTo>
                <a:lnTo>
                  <a:pt x="763" y="177"/>
                </a:lnTo>
                <a:lnTo>
                  <a:pt x="763" y="176"/>
                </a:lnTo>
                <a:lnTo>
                  <a:pt x="764" y="176"/>
                </a:lnTo>
                <a:lnTo>
                  <a:pt x="765" y="176"/>
                </a:lnTo>
                <a:lnTo>
                  <a:pt x="765" y="177"/>
                </a:lnTo>
                <a:lnTo>
                  <a:pt x="766" y="177"/>
                </a:lnTo>
                <a:lnTo>
                  <a:pt x="766" y="178"/>
                </a:lnTo>
                <a:lnTo>
                  <a:pt x="767" y="179"/>
                </a:lnTo>
                <a:lnTo>
                  <a:pt x="768" y="179"/>
                </a:lnTo>
                <a:lnTo>
                  <a:pt x="768" y="180"/>
                </a:lnTo>
                <a:lnTo>
                  <a:pt x="768" y="181"/>
                </a:lnTo>
                <a:lnTo>
                  <a:pt x="768" y="182"/>
                </a:lnTo>
                <a:lnTo>
                  <a:pt x="768" y="183"/>
                </a:lnTo>
                <a:lnTo>
                  <a:pt x="769" y="185"/>
                </a:lnTo>
                <a:lnTo>
                  <a:pt x="770" y="187"/>
                </a:lnTo>
                <a:lnTo>
                  <a:pt x="771" y="187"/>
                </a:lnTo>
                <a:lnTo>
                  <a:pt x="771" y="188"/>
                </a:lnTo>
                <a:lnTo>
                  <a:pt x="771" y="189"/>
                </a:lnTo>
                <a:lnTo>
                  <a:pt x="772" y="189"/>
                </a:lnTo>
                <a:lnTo>
                  <a:pt x="773" y="189"/>
                </a:lnTo>
                <a:lnTo>
                  <a:pt x="773" y="190"/>
                </a:lnTo>
                <a:lnTo>
                  <a:pt x="774" y="190"/>
                </a:lnTo>
                <a:lnTo>
                  <a:pt x="774" y="191"/>
                </a:lnTo>
                <a:lnTo>
                  <a:pt x="775" y="192"/>
                </a:lnTo>
                <a:lnTo>
                  <a:pt x="776" y="193"/>
                </a:lnTo>
                <a:lnTo>
                  <a:pt x="779" y="193"/>
                </a:lnTo>
                <a:lnTo>
                  <a:pt x="780" y="193"/>
                </a:lnTo>
                <a:lnTo>
                  <a:pt x="780" y="192"/>
                </a:lnTo>
                <a:lnTo>
                  <a:pt x="781" y="191"/>
                </a:lnTo>
                <a:lnTo>
                  <a:pt x="781" y="192"/>
                </a:lnTo>
                <a:lnTo>
                  <a:pt x="781" y="193"/>
                </a:lnTo>
                <a:lnTo>
                  <a:pt x="780" y="195"/>
                </a:lnTo>
                <a:lnTo>
                  <a:pt x="779" y="195"/>
                </a:lnTo>
                <a:lnTo>
                  <a:pt x="778" y="194"/>
                </a:lnTo>
                <a:lnTo>
                  <a:pt x="777" y="194"/>
                </a:lnTo>
                <a:lnTo>
                  <a:pt x="777" y="195"/>
                </a:lnTo>
                <a:lnTo>
                  <a:pt x="776" y="195"/>
                </a:lnTo>
                <a:lnTo>
                  <a:pt x="775" y="195"/>
                </a:lnTo>
                <a:lnTo>
                  <a:pt x="775" y="196"/>
                </a:lnTo>
                <a:lnTo>
                  <a:pt x="773" y="196"/>
                </a:lnTo>
                <a:lnTo>
                  <a:pt x="772" y="196"/>
                </a:lnTo>
                <a:lnTo>
                  <a:pt x="772" y="195"/>
                </a:lnTo>
                <a:lnTo>
                  <a:pt x="771" y="195"/>
                </a:lnTo>
                <a:lnTo>
                  <a:pt x="771" y="196"/>
                </a:lnTo>
                <a:lnTo>
                  <a:pt x="773" y="197"/>
                </a:lnTo>
                <a:lnTo>
                  <a:pt x="774" y="197"/>
                </a:lnTo>
                <a:lnTo>
                  <a:pt x="775" y="197"/>
                </a:lnTo>
                <a:lnTo>
                  <a:pt x="777" y="198"/>
                </a:lnTo>
                <a:lnTo>
                  <a:pt x="778" y="198"/>
                </a:lnTo>
                <a:lnTo>
                  <a:pt x="778" y="199"/>
                </a:lnTo>
                <a:lnTo>
                  <a:pt x="777" y="199"/>
                </a:lnTo>
                <a:lnTo>
                  <a:pt x="776" y="199"/>
                </a:lnTo>
                <a:lnTo>
                  <a:pt x="774" y="200"/>
                </a:lnTo>
                <a:lnTo>
                  <a:pt x="773" y="200"/>
                </a:lnTo>
                <a:lnTo>
                  <a:pt x="772" y="200"/>
                </a:lnTo>
                <a:lnTo>
                  <a:pt x="771" y="199"/>
                </a:lnTo>
                <a:lnTo>
                  <a:pt x="770" y="200"/>
                </a:lnTo>
                <a:lnTo>
                  <a:pt x="770" y="201"/>
                </a:lnTo>
                <a:lnTo>
                  <a:pt x="770" y="202"/>
                </a:lnTo>
                <a:lnTo>
                  <a:pt x="772" y="202"/>
                </a:lnTo>
                <a:lnTo>
                  <a:pt x="771" y="203"/>
                </a:lnTo>
                <a:lnTo>
                  <a:pt x="771" y="204"/>
                </a:lnTo>
                <a:lnTo>
                  <a:pt x="771" y="205"/>
                </a:lnTo>
                <a:lnTo>
                  <a:pt x="772" y="206"/>
                </a:lnTo>
                <a:lnTo>
                  <a:pt x="772" y="205"/>
                </a:lnTo>
                <a:lnTo>
                  <a:pt x="773" y="205"/>
                </a:lnTo>
                <a:lnTo>
                  <a:pt x="774" y="205"/>
                </a:lnTo>
                <a:lnTo>
                  <a:pt x="775" y="205"/>
                </a:lnTo>
                <a:lnTo>
                  <a:pt x="775" y="204"/>
                </a:lnTo>
                <a:lnTo>
                  <a:pt x="774" y="206"/>
                </a:lnTo>
                <a:lnTo>
                  <a:pt x="774" y="207"/>
                </a:lnTo>
                <a:lnTo>
                  <a:pt x="773" y="207"/>
                </a:lnTo>
                <a:lnTo>
                  <a:pt x="773" y="206"/>
                </a:lnTo>
                <a:lnTo>
                  <a:pt x="772" y="206"/>
                </a:lnTo>
                <a:lnTo>
                  <a:pt x="770" y="206"/>
                </a:lnTo>
                <a:lnTo>
                  <a:pt x="769" y="206"/>
                </a:lnTo>
                <a:lnTo>
                  <a:pt x="768" y="206"/>
                </a:lnTo>
                <a:lnTo>
                  <a:pt x="767" y="206"/>
                </a:lnTo>
                <a:lnTo>
                  <a:pt x="763" y="206"/>
                </a:lnTo>
                <a:lnTo>
                  <a:pt x="762" y="206"/>
                </a:lnTo>
                <a:lnTo>
                  <a:pt x="762" y="205"/>
                </a:lnTo>
                <a:lnTo>
                  <a:pt x="761" y="205"/>
                </a:lnTo>
                <a:lnTo>
                  <a:pt x="760" y="205"/>
                </a:lnTo>
                <a:lnTo>
                  <a:pt x="760" y="206"/>
                </a:lnTo>
                <a:lnTo>
                  <a:pt x="758" y="207"/>
                </a:lnTo>
                <a:lnTo>
                  <a:pt x="757" y="207"/>
                </a:lnTo>
                <a:lnTo>
                  <a:pt x="757" y="206"/>
                </a:lnTo>
                <a:lnTo>
                  <a:pt x="755" y="205"/>
                </a:lnTo>
                <a:lnTo>
                  <a:pt x="755" y="206"/>
                </a:lnTo>
                <a:lnTo>
                  <a:pt x="754" y="206"/>
                </a:lnTo>
                <a:lnTo>
                  <a:pt x="753" y="206"/>
                </a:lnTo>
                <a:lnTo>
                  <a:pt x="752" y="205"/>
                </a:lnTo>
                <a:lnTo>
                  <a:pt x="753" y="205"/>
                </a:lnTo>
                <a:lnTo>
                  <a:pt x="753" y="204"/>
                </a:lnTo>
                <a:lnTo>
                  <a:pt x="751" y="204"/>
                </a:lnTo>
                <a:lnTo>
                  <a:pt x="750" y="205"/>
                </a:lnTo>
                <a:lnTo>
                  <a:pt x="750" y="206"/>
                </a:lnTo>
                <a:lnTo>
                  <a:pt x="750" y="207"/>
                </a:lnTo>
                <a:lnTo>
                  <a:pt x="751" y="208"/>
                </a:lnTo>
                <a:lnTo>
                  <a:pt x="751" y="209"/>
                </a:lnTo>
                <a:lnTo>
                  <a:pt x="752" y="209"/>
                </a:lnTo>
                <a:lnTo>
                  <a:pt x="752" y="208"/>
                </a:lnTo>
                <a:lnTo>
                  <a:pt x="753" y="208"/>
                </a:lnTo>
                <a:lnTo>
                  <a:pt x="754" y="208"/>
                </a:lnTo>
                <a:lnTo>
                  <a:pt x="754" y="209"/>
                </a:lnTo>
                <a:lnTo>
                  <a:pt x="755" y="209"/>
                </a:lnTo>
                <a:lnTo>
                  <a:pt x="755" y="210"/>
                </a:lnTo>
                <a:lnTo>
                  <a:pt x="756" y="212"/>
                </a:lnTo>
                <a:lnTo>
                  <a:pt x="755" y="212"/>
                </a:lnTo>
                <a:lnTo>
                  <a:pt x="755" y="213"/>
                </a:lnTo>
                <a:lnTo>
                  <a:pt x="755" y="214"/>
                </a:lnTo>
                <a:lnTo>
                  <a:pt x="756" y="215"/>
                </a:lnTo>
                <a:lnTo>
                  <a:pt x="755" y="215"/>
                </a:lnTo>
                <a:lnTo>
                  <a:pt x="756" y="216"/>
                </a:lnTo>
                <a:lnTo>
                  <a:pt x="757" y="216"/>
                </a:lnTo>
                <a:lnTo>
                  <a:pt x="758" y="216"/>
                </a:lnTo>
                <a:lnTo>
                  <a:pt x="758" y="217"/>
                </a:lnTo>
                <a:lnTo>
                  <a:pt x="758" y="218"/>
                </a:lnTo>
                <a:lnTo>
                  <a:pt x="757" y="219"/>
                </a:lnTo>
                <a:lnTo>
                  <a:pt x="756" y="219"/>
                </a:lnTo>
                <a:lnTo>
                  <a:pt x="755" y="218"/>
                </a:lnTo>
                <a:lnTo>
                  <a:pt x="754" y="217"/>
                </a:lnTo>
                <a:lnTo>
                  <a:pt x="754" y="216"/>
                </a:lnTo>
                <a:lnTo>
                  <a:pt x="752" y="214"/>
                </a:lnTo>
                <a:lnTo>
                  <a:pt x="751" y="214"/>
                </a:lnTo>
                <a:lnTo>
                  <a:pt x="752" y="216"/>
                </a:lnTo>
                <a:lnTo>
                  <a:pt x="752" y="217"/>
                </a:lnTo>
                <a:lnTo>
                  <a:pt x="752" y="216"/>
                </a:lnTo>
                <a:lnTo>
                  <a:pt x="752" y="217"/>
                </a:lnTo>
                <a:lnTo>
                  <a:pt x="751" y="217"/>
                </a:lnTo>
                <a:lnTo>
                  <a:pt x="751" y="218"/>
                </a:lnTo>
                <a:lnTo>
                  <a:pt x="752" y="219"/>
                </a:lnTo>
                <a:lnTo>
                  <a:pt x="753" y="219"/>
                </a:lnTo>
                <a:lnTo>
                  <a:pt x="752" y="219"/>
                </a:lnTo>
                <a:lnTo>
                  <a:pt x="751" y="219"/>
                </a:lnTo>
                <a:lnTo>
                  <a:pt x="750" y="219"/>
                </a:lnTo>
                <a:lnTo>
                  <a:pt x="751" y="220"/>
                </a:lnTo>
                <a:lnTo>
                  <a:pt x="750" y="221"/>
                </a:lnTo>
                <a:lnTo>
                  <a:pt x="750" y="222"/>
                </a:lnTo>
                <a:lnTo>
                  <a:pt x="751" y="222"/>
                </a:lnTo>
                <a:lnTo>
                  <a:pt x="751" y="221"/>
                </a:lnTo>
                <a:lnTo>
                  <a:pt x="752" y="221"/>
                </a:lnTo>
                <a:lnTo>
                  <a:pt x="752" y="222"/>
                </a:lnTo>
                <a:lnTo>
                  <a:pt x="753" y="222"/>
                </a:lnTo>
                <a:lnTo>
                  <a:pt x="753" y="221"/>
                </a:lnTo>
                <a:lnTo>
                  <a:pt x="754" y="221"/>
                </a:lnTo>
                <a:lnTo>
                  <a:pt x="754" y="222"/>
                </a:lnTo>
                <a:lnTo>
                  <a:pt x="755" y="224"/>
                </a:lnTo>
                <a:lnTo>
                  <a:pt x="755" y="225"/>
                </a:lnTo>
                <a:lnTo>
                  <a:pt x="755" y="226"/>
                </a:lnTo>
                <a:lnTo>
                  <a:pt x="755" y="227"/>
                </a:lnTo>
                <a:lnTo>
                  <a:pt x="755" y="228"/>
                </a:lnTo>
                <a:lnTo>
                  <a:pt x="755" y="229"/>
                </a:lnTo>
                <a:lnTo>
                  <a:pt x="754" y="229"/>
                </a:lnTo>
                <a:lnTo>
                  <a:pt x="754" y="230"/>
                </a:lnTo>
                <a:lnTo>
                  <a:pt x="753" y="230"/>
                </a:lnTo>
                <a:lnTo>
                  <a:pt x="752" y="230"/>
                </a:lnTo>
                <a:lnTo>
                  <a:pt x="752" y="231"/>
                </a:lnTo>
                <a:lnTo>
                  <a:pt x="753" y="231"/>
                </a:lnTo>
                <a:lnTo>
                  <a:pt x="752" y="231"/>
                </a:lnTo>
                <a:lnTo>
                  <a:pt x="751" y="231"/>
                </a:lnTo>
                <a:lnTo>
                  <a:pt x="751" y="232"/>
                </a:lnTo>
                <a:lnTo>
                  <a:pt x="750" y="232"/>
                </a:lnTo>
                <a:lnTo>
                  <a:pt x="749" y="232"/>
                </a:lnTo>
                <a:lnTo>
                  <a:pt x="748" y="233"/>
                </a:lnTo>
                <a:lnTo>
                  <a:pt x="747" y="233"/>
                </a:lnTo>
                <a:lnTo>
                  <a:pt x="747" y="234"/>
                </a:lnTo>
                <a:lnTo>
                  <a:pt x="746" y="233"/>
                </a:lnTo>
                <a:lnTo>
                  <a:pt x="745" y="233"/>
                </a:lnTo>
                <a:lnTo>
                  <a:pt x="744" y="233"/>
                </a:lnTo>
                <a:lnTo>
                  <a:pt x="743" y="233"/>
                </a:lnTo>
                <a:lnTo>
                  <a:pt x="743" y="234"/>
                </a:lnTo>
                <a:lnTo>
                  <a:pt x="742" y="234"/>
                </a:lnTo>
                <a:lnTo>
                  <a:pt x="741" y="234"/>
                </a:lnTo>
                <a:lnTo>
                  <a:pt x="742" y="235"/>
                </a:lnTo>
                <a:lnTo>
                  <a:pt x="743" y="235"/>
                </a:lnTo>
                <a:lnTo>
                  <a:pt x="743" y="234"/>
                </a:lnTo>
                <a:lnTo>
                  <a:pt x="744" y="235"/>
                </a:lnTo>
                <a:lnTo>
                  <a:pt x="743" y="235"/>
                </a:lnTo>
                <a:lnTo>
                  <a:pt x="742" y="236"/>
                </a:lnTo>
                <a:lnTo>
                  <a:pt x="743" y="237"/>
                </a:lnTo>
                <a:lnTo>
                  <a:pt x="742" y="238"/>
                </a:lnTo>
                <a:lnTo>
                  <a:pt x="744" y="238"/>
                </a:lnTo>
                <a:lnTo>
                  <a:pt x="746" y="237"/>
                </a:lnTo>
                <a:lnTo>
                  <a:pt x="747" y="236"/>
                </a:lnTo>
                <a:lnTo>
                  <a:pt x="748" y="235"/>
                </a:lnTo>
                <a:lnTo>
                  <a:pt x="750" y="234"/>
                </a:lnTo>
                <a:lnTo>
                  <a:pt x="751" y="235"/>
                </a:lnTo>
                <a:lnTo>
                  <a:pt x="752" y="235"/>
                </a:lnTo>
                <a:lnTo>
                  <a:pt x="752" y="236"/>
                </a:lnTo>
                <a:lnTo>
                  <a:pt x="751" y="236"/>
                </a:lnTo>
                <a:lnTo>
                  <a:pt x="751" y="237"/>
                </a:lnTo>
                <a:lnTo>
                  <a:pt x="751" y="238"/>
                </a:lnTo>
                <a:lnTo>
                  <a:pt x="751" y="239"/>
                </a:lnTo>
                <a:lnTo>
                  <a:pt x="751" y="240"/>
                </a:lnTo>
                <a:lnTo>
                  <a:pt x="752" y="240"/>
                </a:lnTo>
                <a:lnTo>
                  <a:pt x="753" y="240"/>
                </a:lnTo>
                <a:lnTo>
                  <a:pt x="752" y="243"/>
                </a:lnTo>
                <a:lnTo>
                  <a:pt x="751" y="244"/>
                </a:lnTo>
                <a:lnTo>
                  <a:pt x="751" y="245"/>
                </a:lnTo>
                <a:lnTo>
                  <a:pt x="751" y="246"/>
                </a:lnTo>
                <a:lnTo>
                  <a:pt x="750" y="246"/>
                </a:lnTo>
                <a:lnTo>
                  <a:pt x="750" y="245"/>
                </a:lnTo>
                <a:lnTo>
                  <a:pt x="749" y="245"/>
                </a:lnTo>
                <a:lnTo>
                  <a:pt x="749" y="244"/>
                </a:lnTo>
                <a:lnTo>
                  <a:pt x="748" y="245"/>
                </a:lnTo>
                <a:lnTo>
                  <a:pt x="747" y="245"/>
                </a:lnTo>
                <a:lnTo>
                  <a:pt x="746" y="245"/>
                </a:lnTo>
                <a:lnTo>
                  <a:pt x="745" y="245"/>
                </a:lnTo>
                <a:lnTo>
                  <a:pt x="744" y="246"/>
                </a:lnTo>
                <a:lnTo>
                  <a:pt x="743" y="245"/>
                </a:lnTo>
                <a:lnTo>
                  <a:pt x="742" y="244"/>
                </a:lnTo>
                <a:lnTo>
                  <a:pt x="741" y="244"/>
                </a:lnTo>
                <a:lnTo>
                  <a:pt x="740" y="244"/>
                </a:lnTo>
                <a:lnTo>
                  <a:pt x="739" y="244"/>
                </a:lnTo>
                <a:lnTo>
                  <a:pt x="737" y="246"/>
                </a:lnTo>
                <a:lnTo>
                  <a:pt x="736" y="246"/>
                </a:lnTo>
                <a:lnTo>
                  <a:pt x="734" y="246"/>
                </a:lnTo>
                <a:lnTo>
                  <a:pt x="733" y="247"/>
                </a:lnTo>
                <a:lnTo>
                  <a:pt x="733" y="248"/>
                </a:lnTo>
                <a:lnTo>
                  <a:pt x="732" y="248"/>
                </a:lnTo>
                <a:lnTo>
                  <a:pt x="733" y="248"/>
                </a:lnTo>
                <a:lnTo>
                  <a:pt x="733" y="247"/>
                </a:lnTo>
                <a:lnTo>
                  <a:pt x="733" y="246"/>
                </a:lnTo>
                <a:lnTo>
                  <a:pt x="732" y="246"/>
                </a:lnTo>
                <a:lnTo>
                  <a:pt x="731" y="246"/>
                </a:lnTo>
                <a:lnTo>
                  <a:pt x="730" y="245"/>
                </a:lnTo>
                <a:lnTo>
                  <a:pt x="729" y="246"/>
                </a:lnTo>
                <a:lnTo>
                  <a:pt x="729" y="247"/>
                </a:lnTo>
                <a:lnTo>
                  <a:pt x="729" y="248"/>
                </a:lnTo>
                <a:lnTo>
                  <a:pt x="729" y="249"/>
                </a:lnTo>
                <a:lnTo>
                  <a:pt x="730" y="250"/>
                </a:lnTo>
                <a:lnTo>
                  <a:pt x="731" y="251"/>
                </a:lnTo>
                <a:lnTo>
                  <a:pt x="731" y="252"/>
                </a:lnTo>
                <a:lnTo>
                  <a:pt x="731" y="253"/>
                </a:lnTo>
                <a:lnTo>
                  <a:pt x="731" y="254"/>
                </a:lnTo>
                <a:lnTo>
                  <a:pt x="729" y="256"/>
                </a:lnTo>
                <a:lnTo>
                  <a:pt x="729" y="257"/>
                </a:lnTo>
                <a:lnTo>
                  <a:pt x="728" y="257"/>
                </a:lnTo>
                <a:lnTo>
                  <a:pt x="727" y="257"/>
                </a:lnTo>
                <a:lnTo>
                  <a:pt x="726" y="256"/>
                </a:lnTo>
                <a:lnTo>
                  <a:pt x="726" y="257"/>
                </a:lnTo>
                <a:lnTo>
                  <a:pt x="725" y="257"/>
                </a:lnTo>
                <a:lnTo>
                  <a:pt x="724" y="257"/>
                </a:lnTo>
                <a:lnTo>
                  <a:pt x="725" y="255"/>
                </a:lnTo>
                <a:lnTo>
                  <a:pt x="725" y="254"/>
                </a:lnTo>
                <a:lnTo>
                  <a:pt x="724" y="254"/>
                </a:lnTo>
                <a:lnTo>
                  <a:pt x="722" y="255"/>
                </a:lnTo>
                <a:lnTo>
                  <a:pt x="720" y="254"/>
                </a:lnTo>
                <a:lnTo>
                  <a:pt x="720" y="255"/>
                </a:lnTo>
                <a:lnTo>
                  <a:pt x="719" y="256"/>
                </a:lnTo>
                <a:lnTo>
                  <a:pt x="719" y="257"/>
                </a:lnTo>
                <a:lnTo>
                  <a:pt x="720" y="257"/>
                </a:lnTo>
                <a:lnTo>
                  <a:pt x="722" y="257"/>
                </a:lnTo>
                <a:lnTo>
                  <a:pt x="723" y="258"/>
                </a:lnTo>
                <a:lnTo>
                  <a:pt x="723" y="259"/>
                </a:lnTo>
                <a:lnTo>
                  <a:pt x="722" y="259"/>
                </a:lnTo>
                <a:lnTo>
                  <a:pt x="725" y="269"/>
                </a:lnTo>
                <a:lnTo>
                  <a:pt x="727" y="269"/>
                </a:lnTo>
                <a:lnTo>
                  <a:pt x="729" y="269"/>
                </a:lnTo>
                <a:lnTo>
                  <a:pt x="728" y="269"/>
                </a:lnTo>
                <a:lnTo>
                  <a:pt x="728" y="270"/>
                </a:lnTo>
                <a:lnTo>
                  <a:pt x="728" y="271"/>
                </a:lnTo>
                <a:lnTo>
                  <a:pt x="729" y="271"/>
                </a:lnTo>
                <a:lnTo>
                  <a:pt x="729" y="272"/>
                </a:lnTo>
                <a:lnTo>
                  <a:pt x="729" y="273"/>
                </a:lnTo>
                <a:lnTo>
                  <a:pt x="730" y="273"/>
                </a:lnTo>
                <a:lnTo>
                  <a:pt x="730" y="274"/>
                </a:lnTo>
                <a:lnTo>
                  <a:pt x="731" y="274"/>
                </a:lnTo>
                <a:lnTo>
                  <a:pt x="732" y="274"/>
                </a:lnTo>
                <a:lnTo>
                  <a:pt x="732" y="273"/>
                </a:lnTo>
                <a:lnTo>
                  <a:pt x="733" y="273"/>
                </a:lnTo>
                <a:lnTo>
                  <a:pt x="734" y="272"/>
                </a:lnTo>
                <a:lnTo>
                  <a:pt x="735" y="272"/>
                </a:lnTo>
                <a:lnTo>
                  <a:pt x="734" y="273"/>
                </a:lnTo>
                <a:lnTo>
                  <a:pt x="734" y="274"/>
                </a:lnTo>
                <a:lnTo>
                  <a:pt x="735" y="273"/>
                </a:lnTo>
                <a:lnTo>
                  <a:pt x="736" y="273"/>
                </a:lnTo>
                <a:lnTo>
                  <a:pt x="737" y="272"/>
                </a:lnTo>
                <a:lnTo>
                  <a:pt x="738" y="272"/>
                </a:lnTo>
                <a:lnTo>
                  <a:pt x="738" y="273"/>
                </a:lnTo>
                <a:lnTo>
                  <a:pt x="737" y="273"/>
                </a:lnTo>
                <a:lnTo>
                  <a:pt x="735" y="275"/>
                </a:lnTo>
                <a:lnTo>
                  <a:pt x="734" y="276"/>
                </a:lnTo>
                <a:lnTo>
                  <a:pt x="734" y="277"/>
                </a:lnTo>
                <a:lnTo>
                  <a:pt x="734" y="279"/>
                </a:lnTo>
                <a:lnTo>
                  <a:pt x="733" y="280"/>
                </a:lnTo>
                <a:lnTo>
                  <a:pt x="732" y="280"/>
                </a:lnTo>
                <a:lnTo>
                  <a:pt x="732" y="281"/>
                </a:lnTo>
                <a:lnTo>
                  <a:pt x="732" y="282"/>
                </a:lnTo>
                <a:lnTo>
                  <a:pt x="732" y="283"/>
                </a:lnTo>
                <a:lnTo>
                  <a:pt x="733" y="283"/>
                </a:lnTo>
                <a:lnTo>
                  <a:pt x="734" y="283"/>
                </a:lnTo>
                <a:lnTo>
                  <a:pt x="734" y="285"/>
                </a:lnTo>
                <a:lnTo>
                  <a:pt x="735" y="285"/>
                </a:lnTo>
                <a:lnTo>
                  <a:pt x="735" y="286"/>
                </a:lnTo>
                <a:lnTo>
                  <a:pt x="736" y="285"/>
                </a:lnTo>
                <a:lnTo>
                  <a:pt x="738" y="284"/>
                </a:lnTo>
                <a:lnTo>
                  <a:pt x="739" y="284"/>
                </a:lnTo>
                <a:lnTo>
                  <a:pt x="740" y="284"/>
                </a:lnTo>
                <a:lnTo>
                  <a:pt x="740" y="283"/>
                </a:lnTo>
                <a:lnTo>
                  <a:pt x="741" y="283"/>
                </a:lnTo>
                <a:lnTo>
                  <a:pt x="740" y="284"/>
                </a:lnTo>
                <a:lnTo>
                  <a:pt x="740" y="285"/>
                </a:lnTo>
                <a:lnTo>
                  <a:pt x="739" y="285"/>
                </a:lnTo>
                <a:lnTo>
                  <a:pt x="739" y="286"/>
                </a:lnTo>
                <a:lnTo>
                  <a:pt x="741" y="286"/>
                </a:lnTo>
                <a:lnTo>
                  <a:pt x="742" y="285"/>
                </a:lnTo>
                <a:lnTo>
                  <a:pt x="743" y="285"/>
                </a:lnTo>
                <a:lnTo>
                  <a:pt x="743" y="286"/>
                </a:lnTo>
                <a:lnTo>
                  <a:pt x="743" y="287"/>
                </a:lnTo>
                <a:lnTo>
                  <a:pt x="741" y="289"/>
                </a:lnTo>
                <a:lnTo>
                  <a:pt x="740" y="289"/>
                </a:lnTo>
                <a:lnTo>
                  <a:pt x="739" y="289"/>
                </a:lnTo>
                <a:lnTo>
                  <a:pt x="738" y="290"/>
                </a:lnTo>
                <a:lnTo>
                  <a:pt x="737" y="290"/>
                </a:lnTo>
                <a:lnTo>
                  <a:pt x="736" y="291"/>
                </a:lnTo>
                <a:lnTo>
                  <a:pt x="735" y="293"/>
                </a:lnTo>
                <a:lnTo>
                  <a:pt x="735" y="294"/>
                </a:lnTo>
                <a:lnTo>
                  <a:pt x="736" y="295"/>
                </a:lnTo>
                <a:lnTo>
                  <a:pt x="736" y="296"/>
                </a:lnTo>
                <a:lnTo>
                  <a:pt x="736" y="297"/>
                </a:lnTo>
                <a:lnTo>
                  <a:pt x="736" y="298"/>
                </a:lnTo>
                <a:lnTo>
                  <a:pt x="736" y="299"/>
                </a:lnTo>
                <a:lnTo>
                  <a:pt x="737" y="299"/>
                </a:lnTo>
                <a:lnTo>
                  <a:pt x="738" y="302"/>
                </a:lnTo>
                <a:lnTo>
                  <a:pt x="737" y="302"/>
                </a:lnTo>
                <a:lnTo>
                  <a:pt x="737" y="303"/>
                </a:lnTo>
                <a:lnTo>
                  <a:pt x="737" y="304"/>
                </a:lnTo>
                <a:lnTo>
                  <a:pt x="738" y="304"/>
                </a:lnTo>
                <a:lnTo>
                  <a:pt x="739" y="304"/>
                </a:lnTo>
                <a:lnTo>
                  <a:pt x="740" y="303"/>
                </a:lnTo>
                <a:lnTo>
                  <a:pt x="741" y="302"/>
                </a:lnTo>
                <a:lnTo>
                  <a:pt x="742" y="302"/>
                </a:lnTo>
                <a:lnTo>
                  <a:pt x="741" y="303"/>
                </a:lnTo>
                <a:lnTo>
                  <a:pt x="740" y="304"/>
                </a:lnTo>
                <a:lnTo>
                  <a:pt x="740" y="305"/>
                </a:lnTo>
                <a:lnTo>
                  <a:pt x="738" y="307"/>
                </a:lnTo>
                <a:lnTo>
                  <a:pt x="737" y="307"/>
                </a:lnTo>
                <a:lnTo>
                  <a:pt x="737" y="308"/>
                </a:lnTo>
                <a:lnTo>
                  <a:pt x="736" y="308"/>
                </a:lnTo>
                <a:lnTo>
                  <a:pt x="736" y="309"/>
                </a:lnTo>
                <a:lnTo>
                  <a:pt x="735" y="309"/>
                </a:lnTo>
                <a:lnTo>
                  <a:pt x="733" y="308"/>
                </a:lnTo>
                <a:lnTo>
                  <a:pt x="732" y="308"/>
                </a:lnTo>
                <a:lnTo>
                  <a:pt x="733" y="307"/>
                </a:lnTo>
                <a:lnTo>
                  <a:pt x="734" y="307"/>
                </a:lnTo>
                <a:lnTo>
                  <a:pt x="734" y="305"/>
                </a:lnTo>
                <a:lnTo>
                  <a:pt x="734" y="304"/>
                </a:lnTo>
                <a:lnTo>
                  <a:pt x="733" y="303"/>
                </a:lnTo>
                <a:lnTo>
                  <a:pt x="733" y="304"/>
                </a:lnTo>
                <a:lnTo>
                  <a:pt x="732" y="304"/>
                </a:lnTo>
                <a:lnTo>
                  <a:pt x="730" y="305"/>
                </a:lnTo>
                <a:lnTo>
                  <a:pt x="730" y="306"/>
                </a:lnTo>
                <a:lnTo>
                  <a:pt x="729" y="307"/>
                </a:lnTo>
                <a:lnTo>
                  <a:pt x="729" y="308"/>
                </a:lnTo>
                <a:lnTo>
                  <a:pt x="727" y="309"/>
                </a:lnTo>
                <a:lnTo>
                  <a:pt x="726" y="310"/>
                </a:lnTo>
                <a:lnTo>
                  <a:pt x="725" y="310"/>
                </a:lnTo>
                <a:lnTo>
                  <a:pt x="722" y="312"/>
                </a:lnTo>
                <a:lnTo>
                  <a:pt x="722" y="313"/>
                </a:lnTo>
                <a:lnTo>
                  <a:pt x="722" y="314"/>
                </a:lnTo>
                <a:lnTo>
                  <a:pt x="721" y="314"/>
                </a:lnTo>
                <a:lnTo>
                  <a:pt x="720" y="314"/>
                </a:lnTo>
                <a:lnTo>
                  <a:pt x="719" y="314"/>
                </a:lnTo>
                <a:lnTo>
                  <a:pt x="719" y="315"/>
                </a:lnTo>
                <a:lnTo>
                  <a:pt x="718" y="315"/>
                </a:lnTo>
                <a:lnTo>
                  <a:pt x="717" y="315"/>
                </a:lnTo>
                <a:lnTo>
                  <a:pt x="715" y="315"/>
                </a:lnTo>
                <a:lnTo>
                  <a:pt x="714" y="315"/>
                </a:lnTo>
                <a:lnTo>
                  <a:pt x="713" y="314"/>
                </a:lnTo>
                <a:lnTo>
                  <a:pt x="712" y="314"/>
                </a:lnTo>
                <a:lnTo>
                  <a:pt x="711" y="315"/>
                </a:lnTo>
                <a:lnTo>
                  <a:pt x="711" y="316"/>
                </a:lnTo>
                <a:lnTo>
                  <a:pt x="709" y="317"/>
                </a:lnTo>
                <a:lnTo>
                  <a:pt x="709" y="318"/>
                </a:lnTo>
                <a:lnTo>
                  <a:pt x="709" y="319"/>
                </a:lnTo>
                <a:lnTo>
                  <a:pt x="709" y="320"/>
                </a:lnTo>
                <a:lnTo>
                  <a:pt x="708" y="321"/>
                </a:lnTo>
                <a:lnTo>
                  <a:pt x="708" y="322"/>
                </a:lnTo>
                <a:lnTo>
                  <a:pt x="709" y="323"/>
                </a:lnTo>
                <a:lnTo>
                  <a:pt x="710" y="324"/>
                </a:lnTo>
                <a:lnTo>
                  <a:pt x="711" y="324"/>
                </a:lnTo>
                <a:lnTo>
                  <a:pt x="709" y="325"/>
                </a:lnTo>
                <a:lnTo>
                  <a:pt x="708" y="325"/>
                </a:lnTo>
                <a:lnTo>
                  <a:pt x="709" y="326"/>
                </a:lnTo>
                <a:lnTo>
                  <a:pt x="709" y="327"/>
                </a:lnTo>
                <a:lnTo>
                  <a:pt x="708" y="327"/>
                </a:lnTo>
                <a:lnTo>
                  <a:pt x="707" y="328"/>
                </a:lnTo>
                <a:lnTo>
                  <a:pt x="706" y="327"/>
                </a:lnTo>
                <a:lnTo>
                  <a:pt x="705" y="329"/>
                </a:lnTo>
                <a:lnTo>
                  <a:pt x="703" y="330"/>
                </a:lnTo>
                <a:lnTo>
                  <a:pt x="703" y="331"/>
                </a:lnTo>
                <a:lnTo>
                  <a:pt x="703" y="332"/>
                </a:lnTo>
                <a:lnTo>
                  <a:pt x="703" y="333"/>
                </a:lnTo>
                <a:lnTo>
                  <a:pt x="702" y="334"/>
                </a:lnTo>
                <a:lnTo>
                  <a:pt x="701" y="335"/>
                </a:lnTo>
                <a:lnTo>
                  <a:pt x="700" y="336"/>
                </a:lnTo>
                <a:lnTo>
                  <a:pt x="700" y="335"/>
                </a:lnTo>
                <a:lnTo>
                  <a:pt x="699" y="335"/>
                </a:lnTo>
                <a:lnTo>
                  <a:pt x="698" y="336"/>
                </a:lnTo>
                <a:lnTo>
                  <a:pt x="697" y="336"/>
                </a:lnTo>
                <a:lnTo>
                  <a:pt x="697" y="335"/>
                </a:lnTo>
                <a:lnTo>
                  <a:pt x="696" y="335"/>
                </a:lnTo>
                <a:lnTo>
                  <a:pt x="696" y="336"/>
                </a:lnTo>
                <a:lnTo>
                  <a:pt x="695" y="336"/>
                </a:lnTo>
                <a:lnTo>
                  <a:pt x="694" y="336"/>
                </a:lnTo>
                <a:lnTo>
                  <a:pt x="694" y="335"/>
                </a:lnTo>
                <a:lnTo>
                  <a:pt x="693" y="336"/>
                </a:lnTo>
                <a:lnTo>
                  <a:pt x="693" y="335"/>
                </a:lnTo>
                <a:lnTo>
                  <a:pt x="692" y="336"/>
                </a:lnTo>
                <a:lnTo>
                  <a:pt x="692" y="335"/>
                </a:lnTo>
                <a:lnTo>
                  <a:pt x="693" y="334"/>
                </a:lnTo>
                <a:lnTo>
                  <a:pt x="693" y="333"/>
                </a:lnTo>
                <a:lnTo>
                  <a:pt x="692" y="333"/>
                </a:lnTo>
                <a:lnTo>
                  <a:pt x="691" y="334"/>
                </a:lnTo>
                <a:lnTo>
                  <a:pt x="691" y="333"/>
                </a:lnTo>
                <a:lnTo>
                  <a:pt x="692" y="333"/>
                </a:lnTo>
                <a:lnTo>
                  <a:pt x="691" y="333"/>
                </a:lnTo>
                <a:lnTo>
                  <a:pt x="691" y="332"/>
                </a:lnTo>
                <a:lnTo>
                  <a:pt x="692" y="332"/>
                </a:lnTo>
                <a:lnTo>
                  <a:pt x="692" y="331"/>
                </a:lnTo>
                <a:lnTo>
                  <a:pt x="691" y="331"/>
                </a:lnTo>
                <a:lnTo>
                  <a:pt x="691" y="330"/>
                </a:lnTo>
                <a:lnTo>
                  <a:pt x="692" y="330"/>
                </a:lnTo>
                <a:lnTo>
                  <a:pt x="693" y="329"/>
                </a:lnTo>
                <a:lnTo>
                  <a:pt x="692" y="328"/>
                </a:lnTo>
                <a:lnTo>
                  <a:pt x="691" y="328"/>
                </a:lnTo>
                <a:lnTo>
                  <a:pt x="691" y="327"/>
                </a:lnTo>
                <a:lnTo>
                  <a:pt x="692" y="327"/>
                </a:lnTo>
                <a:lnTo>
                  <a:pt x="692" y="326"/>
                </a:lnTo>
                <a:lnTo>
                  <a:pt x="693" y="326"/>
                </a:lnTo>
                <a:lnTo>
                  <a:pt x="694" y="326"/>
                </a:lnTo>
                <a:lnTo>
                  <a:pt x="693" y="326"/>
                </a:lnTo>
                <a:lnTo>
                  <a:pt x="692" y="325"/>
                </a:lnTo>
                <a:lnTo>
                  <a:pt x="692" y="324"/>
                </a:lnTo>
                <a:lnTo>
                  <a:pt x="693" y="324"/>
                </a:lnTo>
                <a:lnTo>
                  <a:pt x="694" y="324"/>
                </a:lnTo>
                <a:lnTo>
                  <a:pt x="694" y="323"/>
                </a:lnTo>
                <a:lnTo>
                  <a:pt x="693" y="323"/>
                </a:lnTo>
                <a:lnTo>
                  <a:pt x="692" y="323"/>
                </a:lnTo>
                <a:lnTo>
                  <a:pt x="692" y="322"/>
                </a:lnTo>
                <a:lnTo>
                  <a:pt x="692" y="321"/>
                </a:lnTo>
                <a:lnTo>
                  <a:pt x="694" y="320"/>
                </a:lnTo>
                <a:lnTo>
                  <a:pt x="695" y="319"/>
                </a:lnTo>
                <a:lnTo>
                  <a:pt x="696" y="319"/>
                </a:lnTo>
                <a:lnTo>
                  <a:pt x="697" y="318"/>
                </a:lnTo>
                <a:lnTo>
                  <a:pt x="697" y="316"/>
                </a:lnTo>
                <a:lnTo>
                  <a:pt x="701" y="313"/>
                </a:lnTo>
                <a:lnTo>
                  <a:pt x="702" y="314"/>
                </a:lnTo>
                <a:lnTo>
                  <a:pt x="703" y="314"/>
                </a:lnTo>
                <a:lnTo>
                  <a:pt x="704" y="314"/>
                </a:lnTo>
                <a:lnTo>
                  <a:pt x="704" y="313"/>
                </a:lnTo>
                <a:lnTo>
                  <a:pt x="705" y="313"/>
                </a:lnTo>
                <a:lnTo>
                  <a:pt x="706" y="313"/>
                </a:lnTo>
                <a:lnTo>
                  <a:pt x="706" y="314"/>
                </a:lnTo>
                <a:lnTo>
                  <a:pt x="707" y="314"/>
                </a:lnTo>
                <a:lnTo>
                  <a:pt x="707" y="313"/>
                </a:lnTo>
                <a:lnTo>
                  <a:pt x="707" y="312"/>
                </a:lnTo>
                <a:lnTo>
                  <a:pt x="706" y="312"/>
                </a:lnTo>
                <a:lnTo>
                  <a:pt x="707" y="312"/>
                </a:lnTo>
                <a:lnTo>
                  <a:pt x="708" y="313"/>
                </a:lnTo>
                <a:lnTo>
                  <a:pt x="708" y="314"/>
                </a:lnTo>
                <a:lnTo>
                  <a:pt x="708" y="315"/>
                </a:lnTo>
                <a:lnTo>
                  <a:pt x="709" y="314"/>
                </a:lnTo>
                <a:lnTo>
                  <a:pt x="710" y="313"/>
                </a:lnTo>
                <a:lnTo>
                  <a:pt x="710" y="312"/>
                </a:lnTo>
                <a:lnTo>
                  <a:pt x="709" y="312"/>
                </a:lnTo>
                <a:lnTo>
                  <a:pt x="709" y="311"/>
                </a:lnTo>
                <a:lnTo>
                  <a:pt x="710" y="311"/>
                </a:lnTo>
                <a:lnTo>
                  <a:pt x="711" y="310"/>
                </a:lnTo>
                <a:lnTo>
                  <a:pt x="712" y="309"/>
                </a:lnTo>
                <a:lnTo>
                  <a:pt x="712" y="308"/>
                </a:lnTo>
                <a:lnTo>
                  <a:pt x="712" y="307"/>
                </a:lnTo>
                <a:lnTo>
                  <a:pt x="711" y="307"/>
                </a:lnTo>
                <a:lnTo>
                  <a:pt x="710" y="307"/>
                </a:lnTo>
                <a:lnTo>
                  <a:pt x="710" y="305"/>
                </a:lnTo>
                <a:lnTo>
                  <a:pt x="711" y="305"/>
                </a:lnTo>
                <a:lnTo>
                  <a:pt x="711" y="306"/>
                </a:lnTo>
                <a:lnTo>
                  <a:pt x="712" y="306"/>
                </a:lnTo>
                <a:lnTo>
                  <a:pt x="713" y="304"/>
                </a:lnTo>
                <a:lnTo>
                  <a:pt x="714" y="303"/>
                </a:lnTo>
                <a:lnTo>
                  <a:pt x="713" y="303"/>
                </a:lnTo>
                <a:lnTo>
                  <a:pt x="713" y="302"/>
                </a:lnTo>
                <a:lnTo>
                  <a:pt x="713" y="301"/>
                </a:lnTo>
                <a:lnTo>
                  <a:pt x="715" y="301"/>
                </a:lnTo>
                <a:lnTo>
                  <a:pt x="715" y="300"/>
                </a:lnTo>
                <a:lnTo>
                  <a:pt x="716" y="299"/>
                </a:lnTo>
                <a:lnTo>
                  <a:pt x="715" y="299"/>
                </a:lnTo>
                <a:lnTo>
                  <a:pt x="714" y="299"/>
                </a:lnTo>
                <a:lnTo>
                  <a:pt x="713" y="299"/>
                </a:lnTo>
                <a:lnTo>
                  <a:pt x="712" y="299"/>
                </a:lnTo>
                <a:lnTo>
                  <a:pt x="711" y="298"/>
                </a:lnTo>
                <a:lnTo>
                  <a:pt x="713" y="296"/>
                </a:lnTo>
                <a:lnTo>
                  <a:pt x="714" y="295"/>
                </a:lnTo>
                <a:lnTo>
                  <a:pt x="716" y="294"/>
                </a:lnTo>
                <a:lnTo>
                  <a:pt x="717" y="294"/>
                </a:lnTo>
                <a:lnTo>
                  <a:pt x="717" y="293"/>
                </a:lnTo>
                <a:lnTo>
                  <a:pt x="718" y="293"/>
                </a:lnTo>
                <a:lnTo>
                  <a:pt x="717" y="293"/>
                </a:lnTo>
                <a:lnTo>
                  <a:pt x="717" y="292"/>
                </a:lnTo>
                <a:lnTo>
                  <a:pt x="716" y="292"/>
                </a:lnTo>
                <a:lnTo>
                  <a:pt x="715" y="292"/>
                </a:lnTo>
                <a:lnTo>
                  <a:pt x="714" y="292"/>
                </a:lnTo>
                <a:lnTo>
                  <a:pt x="714" y="291"/>
                </a:lnTo>
                <a:lnTo>
                  <a:pt x="715" y="291"/>
                </a:lnTo>
                <a:lnTo>
                  <a:pt x="716" y="291"/>
                </a:lnTo>
                <a:lnTo>
                  <a:pt x="716" y="290"/>
                </a:lnTo>
                <a:lnTo>
                  <a:pt x="718" y="290"/>
                </a:lnTo>
                <a:lnTo>
                  <a:pt x="719" y="290"/>
                </a:lnTo>
                <a:lnTo>
                  <a:pt x="720" y="289"/>
                </a:lnTo>
                <a:lnTo>
                  <a:pt x="720" y="288"/>
                </a:lnTo>
                <a:lnTo>
                  <a:pt x="719" y="288"/>
                </a:lnTo>
                <a:lnTo>
                  <a:pt x="719" y="287"/>
                </a:lnTo>
                <a:lnTo>
                  <a:pt x="720" y="286"/>
                </a:lnTo>
                <a:lnTo>
                  <a:pt x="721" y="286"/>
                </a:lnTo>
                <a:lnTo>
                  <a:pt x="722" y="286"/>
                </a:lnTo>
                <a:lnTo>
                  <a:pt x="723" y="285"/>
                </a:lnTo>
                <a:lnTo>
                  <a:pt x="724" y="284"/>
                </a:lnTo>
                <a:lnTo>
                  <a:pt x="723" y="283"/>
                </a:lnTo>
                <a:lnTo>
                  <a:pt x="725" y="281"/>
                </a:lnTo>
                <a:lnTo>
                  <a:pt x="726" y="280"/>
                </a:lnTo>
                <a:lnTo>
                  <a:pt x="727" y="279"/>
                </a:lnTo>
                <a:lnTo>
                  <a:pt x="727" y="278"/>
                </a:lnTo>
                <a:lnTo>
                  <a:pt x="728" y="278"/>
                </a:lnTo>
                <a:lnTo>
                  <a:pt x="728" y="277"/>
                </a:lnTo>
                <a:lnTo>
                  <a:pt x="728" y="275"/>
                </a:lnTo>
                <a:lnTo>
                  <a:pt x="727" y="273"/>
                </a:lnTo>
                <a:lnTo>
                  <a:pt x="726" y="273"/>
                </a:lnTo>
                <a:lnTo>
                  <a:pt x="726" y="274"/>
                </a:lnTo>
                <a:lnTo>
                  <a:pt x="725" y="274"/>
                </a:lnTo>
                <a:lnTo>
                  <a:pt x="724" y="274"/>
                </a:lnTo>
                <a:lnTo>
                  <a:pt x="723" y="275"/>
                </a:lnTo>
                <a:lnTo>
                  <a:pt x="722" y="276"/>
                </a:lnTo>
                <a:lnTo>
                  <a:pt x="721" y="276"/>
                </a:lnTo>
                <a:lnTo>
                  <a:pt x="720" y="276"/>
                </a:lnTo>
                <a:lnTo>
                  <a:pt x="719" y="276"/>
                </a:lnTo>
                <a:lnTo>
                  <a:pt x="718" y="277"/>
                </a:lnTo>
                <a:lnTo>
                  <a:pt x="717" y="277"/>
                </a:lnTo>
                <a:lnTo>
                  <a:pt x="716" y="277"/>
                </a:lnTo>
                <a:lnTo>
                  <a:pt x="715" y="277"/>
                </a:lnTo>
                <a:lnTo>
                  <a:pt x="714" y="277"/>
                </a:lnTo>
                <a:lnTo>
                  <a:pt x="713" y="278"/>
                </a:lnTo>
                <a:lnTo>
                  <a:pt x="712" y="278"/>
                </a:lnTo>
                <a:lnTo>
                  <a:pt x="709" y="279"/>
                </a:lnTo>
                <a:lnTo>
                  <a:pt x="709" y="280"/>
                </a:lnTo>
                <a:lnTo>
                  <a:pt x="708" y="280"/>
                </a:lnTo>
                <a:lnTo>
                  <a:pt x="708" y="279"/>
                </a:lnTo>
                <a:lnTo>
                  <a:pt x="708" y="278"/>
                </a:lnTo>
                <a:lnTo>
                  <a:pt x="708" y="277"/>
                </a:lnTo>
                <a:lnTo>
                  <a:pt x="707" y="277"/>
                </a:lnTo>
                <a:lnTo>
                  <a:pt x="706" y="278"/>
                </a:lnTo>
                <a:lnTo>
                  <a:pt x="705" y="279"/>
                </a:lnTo>
                <a:lnTo>
                  <a:pt x="704" y="278"/>
                </a:lnTo>
                <a:lnTo>
                  <a:pt x="704" y="277"/>
                </a:lnTo>
                <a:lnTo>
                  <a:pt x="703" y="277"/>
                </a:lnTo>
                <a:lnTo>
                  <a:pt x="702" y="278"/>
                </a:lnTo>
                <a:lnTo>
                  <a:pt x="702" y="279"/>
                </a:lnTo>
                <a:lnTo>
                  <a:pt x="701" y="280"/>
                </a:lnTo>
                <a:lnTo>
                  <a:pt x="700" y="281"/>
                </a:lnTo>
                <a:lnTo>
                  <a:pt x="700" y="282"/>
                </a:lnTo>
                <a:lnTo>
                  <a:pt x="700" y="283"/>
                </a:lnTo>
                <a:lnTo>
                  <a:pt x="701" y="285"/>
                </a:lnTo>
                <a:lnTo>
                  <a:pt x="702" y="285"/>
                </a:lnTo>
                <a:lnTo>
                  <a:pt x="702" y="286"/>
                </a:lnTo>
                <a:lnTo>
                  <a:pt x="703" y="287"/>
                </a:lnTo>
                <a:lnTo>
                  <a:pt x="702" y="289"/>
                </a:lnTo>
                <a:lnTo>
                  <a:pt x="702" y="290"/>
                </a:lnTo>
                <a:lnTo>
                  <a:pt x="701" y="291"/>
                </a:lnTo>
                <a:lnTo>
                  <a:pt x="699" y="293"/>
                </a:lnTo>
                <a:lnTo>
                  <a:pt x="699" y="294"/>
                </a:lnTo>
                <a:lnTo>
                  <a:pt x="698" y="297"/>
                </a:lnTo>
                <a:lnTo>
                  <a:pt x="697" y="298"/>
                </a:lnTo>
                <a:lnTo>
                  <a:pt x="698" y="300"/>
                </a:lnTo>
                <a:lnTo>
                  <a:pt x="699" y="301"/>
                </a:lnTo>
                <a:lnTo>
                  <a:pt x="698" y="302"/>
                </a:lnTo>
                <a:lnTo>
                  <a:pt x="697" y="302"/>
                </a:lnTo>
                <a:lnTo>
                  <a:pt x="697" y="303"/>
                </a:lnTo>
                <a:lnTo>
                  <a:pt x="697" y="304"/>
                </a:lnTo>
                <a:lnTo>
                  <a:pt x="698" y="304"/>
                </a:lnTo>
                <a:lnTo>
                  <a:pt x="699" y="304"/>
                </a:lnTo>
                <a:lnTo>
                  <a:pt x="700" y="304"/>
                </a:lnTo>
                <a:lnTo>
                  <a:pt x="699" y="306"/>
                </a:lnTo>
                <a:lnTo>
                  <a:pt x="698" y="306"/>
                </a:lnTo>
                <a:lnTo>
                  <a:pt x="697" y="307"/>
                </a:lnTo>
                <a:lnTo>
                  <a:pt x="697" y="308"/>
                </a:lnTo>
                <a:lnTo>
                  <a:pt x="695" y="309"/>
                </a:lnTo>
                <a:lnTo>
                  <a:pt x="694" y="309"/>
                </a:lnTo>
                <a:lnTo>
                  <a:pt x="693" y="309"/>
                </a:lnTo>
                <a:lnTo>
                  <a:pt x="693" y="307"/>
                </a:lnTo>
                <a:lnTo>
                  <a:pt x="693" y="306"/>
                </a:lnTo>
                <a:lnTo>
                  <a:pt x="693" y="305"/>
                </a:lnTo>
                <a:lnTo>
                  <a:pt x="694" y="304"/>
                </a:lnTo>
                <a:lnTo>
                  <a:pt x="693" y="303"/>
                </a:lnTo>
                <a:lnTo>
                  <a:pt x="692" y="302"/>
                </a:lnTo>
                <a:lnTo>
                  <a:pt x="690" y="301"/>
                </a:lnTo>
                <a:lnTo>
                  <a:pt x="688" y="301"/>
                </a:lnTo>
                <a:lnTo>
                  <a:pt x="687" y="300"/>
                </a:lnTo>
                <a:lnTo>
                  <a:pt x="687" y="299"/>
                </a:lnTo>
                <a:lnTo>
                  <a:pt x="688" y="298"/>
                </a:lnTo>
                <a:lnTo>
                  <a:pt x="688" y="297"/>
                </a:lnTo>
                <a:lnTo>
                  <a:pt x="687" y="297"/>
                </a:lnTo>
                <a:lnTo>
                  <a:pt x="686" y="298"/>
                </a:lnTo>
                <a:lnTo>
                  <a:pt x="685" y="298"/>
                </a:lnTo>
                <a:lnTo>
                  <a:pt x="684" y="299"/>
                </a:lnTo>
                <a:lnTo>
                  <a:pt x="685" y="300"/>
                </a:lnTo>
                <a:lnTo>
                  <a:pt x="684" y="301"/>
                </a:lnTo>
                <a:lnTo>
                  <a:pt x="682" y="301"/>
                </a:lnTo>
                <a:lnTo>
                  <a:pt x="681" y="302"/>
                </a:lnTo>
                <a:lnTo>
                  <a:pt x="679" y="301"/>
                </a:lnTo>
                <a:lnTo>
                  <a:pt x="678" y="299"/>
                </a:lnTo>
                <a:lnTo>
                  <a:pt x="679" y="297"/>
                </a:lnTo>
                <a:lnTo>
                  <a:pt x="681" y="296"/>
                </a:lnTo>
                <a:lnTo>
                  <a:pt x="681" y="295"/>
                </a:lnTo>
                <a:lnTo>
                  <a:pt x="680" y="294"/>
                </a:lnTo>
                <a:lnTo>
                  <a:pt x="680" y="293"/>
                </a:lnTo>
                <a:lnTo>
                  <a:pt x="680" y="291"/>
                </a:lnTo>
                <a:lnTo>
                  <a:pt x="679" y="291"/>
                </a:lnTo>
                <a:lnTo>
                  <a:pt x="678" y="291"/>
                </a:lnTo>
                <a:lnTo>
                  <a:pt x="678" y="290"/>
                </a:lnTo>
                <a:lnTo>
                  <a:pt x="679" y="288"/>
                </a:lnTo>
                <a:lnTo>
                  <a:pt x="680" y="288"/>
                </a:lnTo>
                <a:lnTo>
                  <a:pt x="679" y="286"/>
                </a:lnTo>
                <a:lnTo>
                  <a:pt x="679" y="285"/>
                </a:lnTo>
                <a:lnTo>
                  <a:pt x="680" y="284"/>
                </a:lnTo>
                <a:lnTo>
                  <a:pt x="681" y="283"/>
                </a:lnTo>
                <a:lnTo>
                  <a:pt x="684" y="284"/>
                </a:lnTo>
                <a:lnTo>
                  <a:pt x="685" y="284"/>
                </a:lnTo>
                <a:lnTo>
                  <a:pt x="686" y="284"/>
                </a:lnTo>
                <a:lnTo>
                  <a:pt x="688" y="283"/>
                </a:lnTo>
                <a:lnTo>
                  <a:pt x="688" y="282"/>
                </a:lnTo>
                <a:lnTo>
                  <a:pt x="687" y="281"/>
                </a:lnTo>
                <a:lnTo>
                  <a:pt x="686" y="281"/>
                </a:lnTo>
                <a:lnTo>
                  <a:pt x="686" y="279"/>
                </a:lnTo>
                <a:lnTo>
                  <a:pt x="686" y="278"/>
                </a:lnTo>
                <a:lnTo>
                  <a:pt x="686" y="276"/>
                </a:lnTo>
                <a:lnTo>
                  <a:pt x="685" y="276"/>
                </a:lnTo>
                <a:lnTo>
                  <a:pt x="684" y="277"/>
                </a:lnTo>
                <a:lnTo>
                  <a:pt x="684" y="278"/>
                </a:lnTo>
                <a:lnTo>
                  <a:pt x="684" y="279"/>
                </a:lnTo>
                <a:lnTo>
                  <a:pt x="683" y="280"/>
                </a:lnTo>
                <a:lnTo>
                  <a:pt x="681" y="281"/>
                </a:lnTo>
                <a:lnTo>
                  <a:pt x="680" y="281"/>
                </a:lnTo>
                <a:lnTo>
                  <a:pt x="676" y="282"/>
                </a:lnTo>
                <a:lnTo>
                  <a:pt x="676" y="283"/>
                </a:lnTo>
                <a:lnTo>
                  <a:pt x="674" y="281"/>
                </a:lnTo>
                <a:lnTo>
                  <a:pt x="675" y="278"/>
                </a:lnTo>
                <a:lnTo>
                  <a:pt x="675" y="277"/>
                </a:lnTo>
                <a:lnTo>
                  <a:pt x="676" y="275"/>
                </a:lnTo>
                <a:lnTo>
                  <a:pt x="677" y="275"/>
                </a:lnTo>
                <a:lnTo>
                  <a:pt x="680" y="274"/>
                </a:lnTo>
                <a:lnTo>
                  <a:pt x="681" y="274"/>
                </a:lnTo>
                <a:lnTo>
                  <a:pt x="683" y="272"/>
                </a:lnTo>
                <a:lnTo>
                  <a:pt x="683" y="271"/>
                </a:lnTo>
                <a:lnTo>
                  <a:pt x="684" y="270"/>
                </a:lnTo>
                <a:lnTo>
                  <a:pt x="686" y="269"/>
                </a:lnTo>
                <a:lnTo>
                  <a:pt x="685" y="268"/>
                </a:lnTo>
                <a:lnTo>
                  <a:pt x="684" y="268"/>
                </a:lnTo>
                <a:lnTo>
                  <a:pt x="684" y="267"/>
                </a:lnTo>
                <a:lnTo>
                  <a:pt x="683" y="267"/>
                </a:lnTo>
                <a:lnTo>
                  <a:pt x="683" y="268"/>
                </a:lnTo>
                <a:lnTo>
                  <a:pt x="684" y="268"/>
                </a:lnTo>
                <a:lnTo>
                  <a:pt x="684" y="269"/>
                </a:lnTo>
                <a:lnTo>
                  <a:pt x="683" y="270"/>
                </a:lnTo>
                <a:lnTo>
                  <a:pt x="680" y="272"/>
                </a:lnTo>
                <a:lnTo>
                  <a:pt x="678" y="273"/>
                </a:lnTo>
                <a:lnTo>
                  <a:pt x="677" y="273"/>
                </a:lnTo>
                <a:lnTo>
                  <a:pt x="676" y="270"/>
                </a:lnTo>
                <a:lnTo>
                  <a:pt x="677" y="269"/>
                </a:lnTo>
                <a:lnTo>
                  <a:pt x="676" y="269"/>
                </a:lnTo>
                <a:lnTo>
                  <a:pt x="675" y="269"/>
                </a:lnTo>
                <a:lnTo>
                  <a:pt x="675" y="270"/>
                </a:lnTo>
                <a:lnTo>
                  <a:pt x="675" y="271"/>
                </a:lnTo>
                <a:lnTo>
                  <a:pt x="675" y="272"/>
                </a:lnTo>
                <a:lnTo>
                  <a:pt x="674" y="273"/>
                </a:lnTo>
                <a:lnTo>
                  <a:pt x="674" y="275"/>
                </a:lnTo>
                <a:lnTo>
                  <a:pt x="673" y="276"/>
                </a:lnTo>
                <a:lnTo>
                  <a:pt x="672" y="277"/>
                </a:lnTo>
                <a:lnTo>
                  <a:pt x="673" y="277"/>
                </a:lnTo>
                <a:lnTo>
                  <a:pt x="673" y="278"/>
                </a:lnTo>
                <a:lnTo>
                  <a:pt x="672" y="279"/>
                </a:lnTo>
                <a:lnTo>
                  <a:pt x="671" y="280"/>
                </a:lnTo>
                <a:lnTo>
                  <a:pt x="670" y="281"/>
                </a:lnTo>
                <a:lnTo>
                  <a:pt x="670" y="283"/>
                </a:lnTo>
                <a:lnTo>
                  <a:pt x="670" y="284"/>
                </a:lnTo>
                <a:lnTo>
                  <a:pt x="672" y="286"/>
                </a:lnTo>
                <a:lnTo>
                  <a:pt x="673" y="286"/>
                </a:lnTo>
                <a:lnTo>
                  <a:pt x="673" y="288"/>
                </a:lnTo>
                <a:lnTo>
                  <a:pt x="673" y="289"/>
                </a:lnTo>
                <a:lnTo>
                  <a:pt x="672" y="289"/>
                </a:lnTo>
                <a:lnTo>
                  <a:pt x="672" y="290"/>
                </a:lnTo>
                <a:lnTo>
                  <a:pt x="673" y="290"/>
                </a:lnTo>
                <a:lnTo>
                  <a:pt x="673" y="291"/>
                </a:lnTo>
                <a:lnTo>
                  <a:pt x="672" y="291"/>
                </a:lnTo>
                <a:lnTo>
                  <a:pt x="671" y="294"/>
                </a:lnTo>
                <a:lnTo>
                  <a:pt x="670" y="295"/>
                </a:lnTo>
                <a:lnTo>
                  <a:pt x="669" y="295"/>
                </a:lnTo>
                <a:lnTo>
                  <a:pt x="667" y="294"/>
                </a:lnTo>
                <a:lnTo>
                  <a:pt x="666" y="294"/>
                </a:lnTo>
                <a:lnTo>
                  <a:pt x="666" y="293"/>
                </a:lnTo>
                <a:lnTo>
                  <a:pt x="666" y="292"/>
                </a:lnTo>
                <a:lnTo>
                  <a:pt x="666" y="290"/>
                </a:lnTo>
                <a:lnTo>
                  <a:pt x="665" y="289"/>
                </a:lnTo>
                <a:lnTo>
                  <a:pt x="663" y="285"/>
                </a:lnTo>
                <a:lnTo>
                  <a:pt x="662" y="284"/>
                </a:lnTo>
                <a:lnTo>
                  <a:pt x="661" y="282"/>
                </a:lnTo>
                <a:lnTo>
                  <a:pt x="660" y="281"/>
                </a:lnTo>
                <a:lnTo>
                  <a:pt x="659" y="280"/>
                </a:lnTo>
                <a:lnTo>
                  <a:pt x="658" y="279"/>
                </a:lnTo>
                <a:lnTo>
                  <a:pt x="657" y="279"/>
                </a:lnTo>
                <a:lnTo>
                  <a:pt x="656" y="280"/>
                </a:lnTo>
                <a:lnTo>
                  <a:pt x="657" y="281"/>
                </a:lnTo>
                <a:lnTo>
                  <a:pt x="657" y="282"/>
                </a:lnTo>
                <a:lnTo>
                  <a:pt x="658" y="282"/>
                </a:lnTo>
                <a:lnTo>
                  <a:pt x="658" y="283"/>
                </a:lnTo>
                <a:lnTo>
                  <a:pt x="658" y="284"/>
                </a:lnTo>
                <a:lnTo>
                  <a:pt x="658" y="287"/>
                </a:lnTo>
                <a:lnTo>
                  <a:pt x="659" y="288"/>
                </a:lnTo>
                <a:lnTo>
                  <a:pt x="658" y="288"/>
                </a:lnTo>
                <a:lnTo>
                  <a:pt x="657" y="288"/>
                </a:lnTo>
                <a:lnTo>
                  <a:pt x="657" y="289"/>
                </a:lnTo>
                <a:lnTo>
                  <a:pt x="656" y="289"/>
                </a:lnTo>
                <a:lnTo>
                  <a:pt x="657" y="289"/>
                </a:lnTo>
                <a:lnTo>
                  <a:pt x="657" y="290"/>
                </a:lnTo>
                <a:lnTo>
                  <a:pt x="657" y="291"/>
                </a:lnTo>
                <a:lnTo>
                  <a:pt x="657" y="292"/>
                </a:lnTo>
                <a:lnTo>
                  <a:pt x="658" y="292"/>
                </a:lnTo>
                <a:lnTo>
                  <a:pt x="658" y="293"/>
                </a:lnTo>
                <a:lnTo>
                  <a:pt x="658" y="292"/>
                </a:lnTo>
                <a:lnTo>
                  <a:pt x="659" y="292"/>
                </a:lnTo>
                <a:lnTo>
                  <a:pt x="658" y="293"/>
                </a:lnTo>
                <a:lnTo>
                  <a:pt x="659" y="294"/>
                </a:lnTo>
                <a:lnTo>
                  <a:pt x="660" y="294"/>
                </a:lnTo>
                <a:lnTo>
                  <a:pt x="661" y="294"/>
                </a:lnTo>
                <a:lnTo>
                  <a:pt x="661" y="295"/>
                </a:lnTo>
                <a:lnTo>
                  <a:pt x="662" y="294"/>
                </a:lnTo>
                <a:lnTo>
                  <a:pt x="662" y="295"/>
                </a:lnTo>
                <a:lnTo>
                  <a:pt x="663" y="295"/>
                </a:lnTo>
                <a:lnTo>
                  <a:pt x="664" y="295"/>
                </a:lnTo>
                <a:lnTo>
                  <a:pt x="663" y="295"/>
                </a:lnTo>
                <a:lnTo>
                  <a:pt x="663" y="296"/>
                </a:lnTo>
                <a:lnTo>
                  <a:pt x="664" y="296"/>
                </a:lnTo>
                <a:lnTo>
                  <a:pt x="664" y="295"/>
                </a:lnTo>
                <a:lnTo>
                  <a:pt x="665" y="295"/>
                </a:lnTo>
                <a:lnTo>
                  <a:pt x="666" y="296"/>
                </a:lnTo>
                <a:lnTo>
                  <a:pt x="668" y="297"/>
                </a:lnTo>
                <a:lnTo>
                  <a:pt x="668" y="298"/>
                </a:lnTo>
                <a:lnTo>
                  <a:pt x="667" y="300"/>
                </a:lnTo>
                <a:lnTo>
                  <a:pt x="667" y="302"/>
                </a:lnTo>
                <a:lnTo>
                  <a:pt x="666" y="302"/>
                </a:lnTo>
                <a:lnTo>
                  <a:pt x="665" y="301"/>
                </a:lnTo>
                <a:lnTo>
                  <a:pt x="664" y="301"/>
                </a:lnTo>
                <a:lnTo>
                  <a:pt x="663" y="302"/>
                </a:lnTo>
                <a:lnTo>
                  <a:pt x="662" y="302"/>
                </a:lnTo>
                <a:lnTo>
                  <a:pt x="660" y="300"/>
                </a:lnTo>
                <a:lnTo>
                  <a:pt x="659" y="299"/>
                </a:lnTo>
                <a:lnTo>
                  <a:pt x="658" y="299"/>
                </a:lnTo>
                <a:lnTo>
                  <a:pt x="657" y="298"/>
                </a:lnTo>
                <a:lnTo>
                  <a:pt x="656" y="298"/>
                </a:lnTo>
                <a:lnTo>
                  <a:pt x="655" y="298"/>
                </a:lnTo>
                <a:lnTo>
                  <a:pt x="655" y="297"/>
                </a:lnTo>
                <a:lnTo>
                  <a:pt x="655" y="296"/>
                </a:lnTo>
                <a:lnTo>
                  <a:pt x="654" y="295"/>
                </a:lnTo>
                <a:lnTo>
                  <a:pt x="653" y="294"/>
                </a:lnTo>
                <a:lnTo>
                  <a:pt x="653" y="293"/>
                </a:lnTo>
                <a:lnTo>
                  <a:pt x="652" y="292"/>
                </a:lnTo>
                <a:lnTo>
                  <a:pt x="651" y="293"/>
                </a:lnTo>
                <a:lnTo>
                  <a:pt x="650" y="293"/>
                </a:lnTo>
                <a:lnTo>
                  <a:pt x="647" y="294"/>
                </a:lnTo>
                <a:lnTo>
                  <a:pt x="646" y="294"/>
                </a:lnTo>
                <a:lnTo>
                  <a:pt x="645" y="294"/>
                </a:lnTo>
                <a:lnTo>
                  <a:pt x="645" y="293"/>
                </a:lnTo>
                <a:lnTo>
                  <a:pt x="645" y="292"/>
                </a:lnTo>
                <a:lnTo>
                  <a:pt x="646" y="291"/>
                </a:lnTo>
                <a:lnTo>
                  <a:pt x="646" y="289"/>
                </a:lnTo>
                <a:lnTo>
                  <a:pt x="646" y="286"/>
                </a:lnTo>
                <a:lnTo>
                  <a:pt x="646" y="285"/>
                </a:lnTo>
                <a:lnTo>
                  <a:pt x="645" y="285"/>
                </a:lnTo>
                <a:lnTo>
                  <a:pt x="643" y="286"/>
                </a:lnTo>
                <a:lnTo>
                  <a:pt x="642" y="288"/>
                </a:lnTo>
                <a:lnTo>
                  <a:pt x="641" y="289"/>
                </a:lnTo>
                <a:lnTo>
                  <a:pt x="640" y="289"/>
                </a:lnTo>
                <a:lnTo>
                  <a:pt x="639" y="289"/>
                </a:lnTo>
                <a:lnTo>
                  <a:pt x="638" y="288"/>
                </a:lnTo>
                <a:lnTo>
                  <a:pt x="637" y="287"/>
                </a:lnTo>
                <a:lnTo>
                  <a:pt x="636" y="287"/>
                </a:lnTo>
                <a:lnTo>
                  <a:pt x="635" y="287"/>
                </a:lnTo>
                <a:lnTo>
                  <a:pt x="636" y="287"/>
                </a:lnTo>
                <a:lnTo>
                  <a:pt x="636" y="288"/>
                </a:lnTo>
                <a:lnTo>
                  <a:pt x="637" y="288"/>
                </a:lnTo>
                <a:lnTo>
                  <a:pt x="638" y="288"/>
                </a:lnTo>
                <a:lnTo>
                  <a:pt x="638" y="289"/>
                </a:lnTo>
                <a:lnTo>
                  <a:pt x="638" y="290"/>
                </a:lnTo>
                <a:lnTo>
                  <a:pt x="638" y="292"/>
                </a:lnTo>
                <a:lnTo>
                  <a:pt x="636" y="294"/>
                </a:lnTo>
                <a:lnTo>
                  <a:pt x="635" y="296"/>
                </a:lnTo>
                <a:lnTo>
                  <a:pt x="634" y="295"/>
                </a:lnTo>
                <a:lnTo>
                  <a:pt x="635" y="297"/>
                </a:lnTo>
                <a:lnTo>
                  <a:pt x="636" y="297"/>
                </a:lnTo>
                <a:lnTo>
                  <a:pt x="636" y="298"/>
                </a:lnTo>
                <a:lnTo>
                  <a:pt x="636" y="299"/>
                </a:lnTo>
                <a:lnTo>
                  <a:pt x="636" y="300"/>
                </a:lnTo>
                <a:lnTo>
                  <a:pt x="636" y="299"/>
                </a:lnTo>
                <a:lnTo>
                  <a:pt x="637" y="299"/>
                </a:lnTo>
                <a:lnTo>
                  <a:pt x="638" y="298"/>
                </a:lnTo>
                <a:lnTo>
                  <a:pt x="641" y="296"/>
                </a:lnTo>
                <a:lnTo>
                  <a:pt x="642" y="297"/>
                </a:lnTo>
                <a:lnTo>
                  <a:pt x="643" y="297"/>
                </a:lnTo>
                <a:lnTo>
                  <a:pt x="643" y="296"/>
                </a:lnTo>
                <a:lnTo>
                  <a:pt x="644" y="296"/>
                </a:lnTo>
                <a:lnTo>
                  <a:pt x="644" y="297"/>
                </a:lnTo>
                <a:lnTo>
                  <a:pt x="645" y="297"/>
                </a:lnTo>
                <a:lnTo>
                  <a:pt x="645" y="296"/>
                </a:lnTo>
                <a:lnTo>
                  <a:pt x="647" y="295"/>
                </a:lnTo>
                <a:lnTo>
                  <a:pt x="648" y="295"/>
                </a:lnTo>
                <a:lnTo>
                  <a:pt x="649" y="296"/>
                </a:lnTo>
                <a:lnTo>
                  <a:pt x="650" y="296"/>
                </a:lnTo>
                <a:lnTo>
                  <a:pt x="650" y="297"/>
                </a:lnTo>
                <a:lnTo>
                  <a:pt x="650" y="298"/>
                </a:lnTo>
                <a:lnTo>
                  <a:pt x="651" y="298"/>
                </a:lnTo>
                <a:lnTo>
                  <a:pt x="650" y="299"/>
                </a:lnTo>
                <a:lnTo>
                  <a:pt x="649" y="300"/>
                </a:lnTo>
                <a:lnTo>
                  <a:pt x="649" y="301"/>
                </a:lnTo>
                <a:lnTo>
                  <a:pt x="649" y="302"/>
                </a:lnTo>
                <a:lnTo>
                  <a:pt x="648" y="302"/>
                </a:lnTo>
                <a:lnTo>
                  <a:pt x="648" y="301"/>
                </a:lnTo>
                <a:lnTo>
                  <a:pt x="648" y="300"/>
                </a:lnTo>
                <a:lnTo>
                  <a:pt x="648" y="299"/>
                </a:lnTo>
                <a:lnTo>
                  <a:pt x="648" y="300"/>
                </a:lnTo>
                <a:lnTo>
                  <a:pt x="648" y="301"/>
                </a:lnTo>
                <a:lnTo>
                  <a:pt x="648" y="302"/>
                </a:lnTo>
                <a:lnTo>
                  <a:pt x="649" y="304"/>
                </a:lnTo>
                <a:lnTo>
                  <a:pt x="648" y="304"/>
                </a:lnTo>
                <a:lnTo>
                  <a:pt x="647" y="303"/>
                </a:lnTo>
                <a:lnTo>
                  <a:pt x="646" y="303"/>
                </a:lnTo>
                <a:lnTo>
                  <a:pt x="646" y="302"/>
                </a:lnTo>
                <a:lnTo>
                  <a:pt x="645" y="303"/>
                </a:lnTo>
                <a:lnTo>
                  <a:pt x="645" y="302"/>
                </a:lnTo>
                <a:lnTo>
                  <a:pt x="644" y="302"/>
                </a:lnTo>
                <a:lnTo>
                  <a:pt x="643" y="302"/>
                </a:lnTo>
                <a:lnTo>
                  <a:pt x="643" y="303"/>
                </a:lnTo>
                <a:lnTo>
                  <a:pt x="643" y="302"/>
                </a:lnTo>
                <a:lnTo>
                  <a:pt x="644" y="302"/>
                </a:lnTo>
                <a:lnTo>
                  <a:pt x="645" y="303"/>
                </a:lnTo>
                <a:lnTo>
                  <a:pt x="646" y="303"/>
                </a:lnTo>
                <a:lnTo>
                  <a:pt x="647" y="303"/>
                </a:lnTo>
                <a:lnTo>
                  <a:pt x="647" y="304"/>
                </a:lnTo>
                <a:lnTo>
                  <a:pt x="648" y="305"/>
                </a:lnTo>
                <a:lnTo>
                  <a:pt x="649" y="305"/>
                </a:lnTo>
                <a:lnTo>
                  <a:pt x="650" y="306"/>
                </a:lnTo>
                <a:lnTo>
                  <a:pt x="651" y="307"/>
                </a:lnTo>
                <a:lnTo>
                  <a:pt x="650" y="309"/>
                </a:lnTo>
                <a:lnTo>
                  <a:pt x="649" y="309"/>
                </a:lnTo>
                <a:lnTo>
                  <a:pt x="649" y="308"/>
                </a:lnTo>
                <a:lnTo>
                  <a:pt x="648" y="308"/>
                </a:lnTo>
                <a:lnTo>
                  <a:pt x="647" y="307"/>
                </a:lnTo>
                <a:lnTo>
                  <a:pt x="647" y="308"/>
                </a:lnTo>
                <a:lnTo>
                  <a:pt x="648" y="308"/>
                </a:lnTo>
                <a:lnTo>
                  <a:pt x="648" y="309"/>
                </a:lnTo>
                <a:lnTo>
                  <a:pt x="647" y="308"/>
                </a:lnTo>
                <a:lnTo>
                  <a:pt x="646" y="308"/>
                </a:lnTo>
                <a:lnTo>
                  <a:pt x="646" y="309"/>
                </a:lnTo>
                <a:lnTo>
                  <a:pt x="647" y="309"/>
                </a:lnTo>
                <a:lnTo>
                  <a:pt x="646" y="310"/>
                </a:lnTo>
                <a:lnTo>
                  <a:pt x="647" y="311"/>
                </a:lnTo>
                <a:lnTo>
                  <a:pt x="648" y="311"/>
                </a:lnTo>
                <a:lnTo>
                  <a:pt x="649" y="311"/>
                </a:lnTo>
                <a:lnTo>
                  <a:pt x="649" y="314"/>
                </a:lnTo>
                <a:lnTo>
                  <a:pt x="649" y="315"/>
                </a:lnTo>
                <a:lnTo>
                  <a:pt x="647" y="316"/>
                </a:lnTo>
                <a:lnTo>
                  <a:pt x="646" y="316"/>
                </a:lnTo>
                <a:lnTo>
                  <a:pt x="645" y="316"/>
                </a:lnTo>
                <a:lnTo>
                  <a:pt x="643" y="315"/>
                </a:lnTo>
                <a:lnTo>
                  <a:pt x="642" y="317"/>
                </a:lnTo>
                <a:lnTo>
                  <a:pt x="642" y="318"/>
                </a:lnTo>
                <a:lnTo>
                  <a:pt x="641" y="319"/>
                </a:lnTo>
                <a:lnTo>
                  <a:pt x="640" y="319"/>
                </a:lnTo>
                <a:lnTo>
                  <a:pt x="640" y="320"/>
                </a:lnTo>
                <a:lnTo>
                  <a:pt x="639" y="320"/>
                </a:lnTo>
                <a:lnTo>
                  <a:pt x="640" y="324"/>
                </a:lnTo>
                <a:lnTo>
                  <a:pt x="642" y="324"/>
                </a:lnTo>
                <a:lnTo>
                  <a:pt x="643" y="325"/>
                </a:lnTo>
                <a:lnTo>
                  <a:pt x="645" y="325"/>
                </a:lnTo>
                <a:lnTo>
                  <a:pt x="647" y="327"/>
                </a:lnTo>
                <a:lnTo>
                  <a:pt x="647" y="328"/>
                </a:lnTo>
                <a:lnTo>
                  <a:pt x="648" y="330"/>
                </a:lnTo>
                <a:lnTo>
                  <a:pt x="649" y="330"/>
                </a:lnTo>
                <a:lnTo>
                  <a:pt x="648" y="331"/>
                </a:lnTo>
                <a:lnTo>
                  <a:pt x="648" y="332"/>
                </a:lnTo>
                <a:lnTo>
                  <a:pt x="648" y="333"/>
                </a:lnTo>
                <a:lnTo>
                  <a:pt x="648" y="334"/>
                </a:lnTo>
                <a:lnTo>
                  <a:pt x="649" y="334"/>
                </a:lnTo>
                <a:lnTo>
                  <a:pt x="648" y="333"/>
                </a:lnTo>
                <a:lnTo>
                  <a:pt x="648" y="332"/>
                </a:lnTo>
                <a:lnTo>
                  <a:pt x="649" y="332"/>
                </a:lnTo>
                <a:lnTo>
                  <a:pt x="649" y="331"/>
                </a:lnTo>
                <a:lnTo>
                  <a:pt x="649" y="330"/>
                </a:lnTo>
                <a:lnTo>
                  <a:pt x="649" y="329"/>
                </a:lnTo>
                <a:lnTo>
                  <a:pt x="650" y="328"/>
                </a:lnTo>
                <a:lnTo>
                  <a:pt x="651" y="327"/>
                </a:lnTo>
                <a:lnTo>
                  <a:pt x="652" y="327"/>
                </a:lnTo>
                <a:lnTo>
                  <a:pt x="652" y="326"/>
                </a:lnTo>
                <a:lnTo>
                  <a:pt x="652" y="325"/>
                </a:lnTo>
                <a:lnTo>
                  <a:pt x="653" y="326"/>
                </a:lnTo>
                <a:lnTo>
                  <a:pt x="653" y="325"/>
                </a:lnTo>
                <a:lnTo>
                  <a:pt x="654" y="325"/>
                </a:lnTo>
                <a:lnTo>
                  <a:pt x="655" y="324"/>
                </a:lnTo>
                <a:lnTo>
                  <a:pt x="656" y="323"/>
                </a:lnTo>
                <a:lnTo>
                  <a:pt x="657" y="323"/>
                </a:lnTo>
                <a:lnTo>
                  <a:pt x="658" y="323"/>
                </a:lnTo>
                <a:lnTo>
                  <a:pt x="658" y="322"/>
                </a:lnTo>
                <a:lnTo>
                  <a:pt x="659" y="321"/>
                </a:lnTo>
                <a:lnTo>
                  <a:pt x="659" y="320"/>
                </a:lnTo>
                <a:lnTo>
                  <a:pt x="660" y="320"/>
                </a:lnTo>
                <a:lnTo>
                  <a:pt x="662" y="321"/>
                </a:lnTo>
                <a:lnTo>
                  <a:pt x="665" y="321"/>
                </a:lnTo>
                <a:lnTo>
                  <a:pt x="667" y="321"/>
                </a:lnTo>
                <a:lnTo>
                  <a:pt x="669" y="320"/>
                </a:lnTo>
                <a:lnTo>
                  <a:pt x="671" y="320"/>
                </a:lnTo>
                <a:lnTo>
                  <a:pt x="673" y="321"/>
                </a:lnTo>
                <a:lnTo>
                  <a:pt x="673" y="322"/>
                </a:lnTo>
                <a:lnTo>
                  <a:pt x="674" y="323"/>
                </a:lnTo>
                <a:lnTo>
                  <a:pt x="675" y="323"/>
                </a:lnTo>
                <a:lnTo>
                  <a:pt x="676" y="323"/>
                </a:lnTo>
                <a:lnTo>
                  <a:pt x="677" y="323"/>
                </a:lnTo>
                <a:lnTo>
                  <a:pt x="678" y="324"/>
                </a:lnTo>
                <a:lnTo>
                  <a:pt x="680" y="325"/>
                </a:lnTo>
                <a:lnTo>
                  <a:pt x="681" y="325"/>
                </a:lnTo>
                <a:lnTo>
                  <a:pt x="682" y="326"/>
                </a:lnTo>
                <a:lnTo>
                  <a:pt x="681" y="327"/>
                </a:lnTo>
                <a:lnTo>
                  <a:pt x="681" y="328"/>
                </a:lnTo>
                <a:lnTo>
                  <a:pt x="682" y="328"/>
                </a:lnTo>
                <a:lnTo>
                  <a:pt x="684" y="329"/>
                </a:lnTo>
                <a:lnTo>
                  <a:pt x="684" y="331"/>
                </a:lnTo>
                <a:lnTo>
                  <a:pt x="683" y="331"/>
                </a:lnTo>
                <a:lnTo>
                  <a:pt x="683" y="330"/>
                </a:lnTo>
                <a:lnTo>
                  <a:pt x="682" y="330"/>
                </a:lnTo>
                <a:lnTo>
                  <a:pt x="680" y="329"/>
                </a:lnTo>
                <a:lnTo>
                  <a:pt x="679" y="328"/>
                </a:lnTo>
                <a:lnTo>
                  <a:pt x="679" y="330"/>
                </a:lnTo>
                <a:lnTo>
                  <a:pt x="679" y="331"/>
                </a:lnTo>
                <a:lnTo>
                  <a:pt x="678" y="332"/>
                </a:lnTo>
                <a:lnTo>
                  <a:pt x="678" y="333"/>
                </a:lnTo>
                <a:lnTo>
                  <a:pt x="679" y="332"/>
                </a:lnTo>
                <a:lnTo>
                  <a:pt x="680" y="332"/>
                </a:lnTo>
                <a:lnTo>
                  <a:pt x="682" y="333"/>
                </a:lnTo>
                <a:lnTo>
                  <a:pt x="682" y="334"/>
                </a:lnTo>
                <a:lnTo>
                  <a:pt x="682" y="335"/>
                </a:lnTo>
                <a:lnTo>
                  <a:pt x="682" y="336"/>
                </a:lnTo>
                <a:lnTo>
                  <a:pt x="682" y="337"/>
                </a:lnTo>
                <a:lnTo>
                  <a:pt x="681" y="338"/>
                </a:lnTo>
                <a:lnTo>
                  <a:pt x="682" y="338"/>
                </a:lnTo>
                <a:lnTo>
                  <a:pt x="683" y="338"/>
                </a:lnTo>
                <a:lnTo>
                  <a:pt x="684" y="337"/>
                </a:lnTo>
                <a:lnTo>
                  <a:pt x="684" y="338"/>
                </a:lnTo>
                <a:lnTo>
                  <a:pt x="684" y="339"/>
                </a:lnTo>
                <a:lnTo>
                  <a:pt x="685" y="339"/>
                </a:lnTo>
                <a:lnTo>
                  <a:pt x="686" y="338"/>
                </a:lnTo>
                <a:lnTo>
                  <a:pt x="686" y="339"/>
                </a:lnTo>
                <a:lnTo>
                  <a:pt x="687" y="339"/>
                </a:lnTo>
                <a:lnTo>
                  <a:pt x="686" y="340"/>
                </a:lnTo>
                <a:lnTo>
                  <a:pt x="685" y="340"/>
                </a:lnTo>
                <a:lnTo>
                  <a:pt x="683" y="341"/>
                </a:lnTo>
                <a:lnTo>
                  <a:pt x="682" y="342"/>
                </a:lnTo>
                <a:lnTo>
                  <a:pt x="683" y="342"/>
                </a:lnTo>
                <a:lnTo>
                  <a:pt x="685" y="343"/>
                </a:lnTo>
                <a:lnTo>
                  <a:pt x="686" y="343"/>
                </a:lnTo>
                <a:lnTo>
                  <a:pt x="687" y="343"/>
                </a:lnTo>
                <a:lnTo>
                  <a:pt x="687" y="342"/>
                </a:lnTo>
                <a:lnTo>
                  <a:pt x="687" y="343"/>
                </a:lnTo>
                <a:lnTo>
                  <a:pt x="687" y="344"/>
                </a:lnTo>
                <a:lnTo>
                  <a:pt x="688" y="344"/>
                </a:lnTo>
                <a:lnTo>
                  <a:pt x="689" y="344"/>
                </a:lnTo>
                <a:lnTo>
                  <a:pt x="687" y="346"/>
                </a:lnTo>
                <a:lnTo>
                  <a:pt x="689" y="346"/>
                </a:lnTo>
                <a:lnTo>
                  <a:pt x="689" y="345"/>
                </a:lnTo>
                <a:lnTo>
                  <a:pt x="690" y="346"/>
                </a:lnTo>
                <a:lnTo>
                  <a:pt x="690" y="347"/>
                </a:lnTo>
                <a:lnTo>
                  <a:pt x="689" y="348"/>
                </a:lnTo>
                <a:lnTo>
                  <a:pt x="689" y="349"/>
                </a:lnTo>
                <a:lnTo>
                  <a:pt x="690" y="349"/>
                </a:lnTo>
                <a:lnTo>
                  <a:pt x="691" y="349"/>
                </a:lnTo>
                <a:lnTo>
                  <a:pt x="691" y="350"/>
                </a:lnTo>
                <a:lnTo>
                  <a:pt x="691" y="351"/>
                </a:lnTo>
                <a:lnTo>
                  <a:pt x="692" y="351"/>
                </a:lnTo>
                <a:lnTo>
                  <a:pt x="692" y="350"/>
                </a:lnTo>
                <a:lnTo>
                  <a:pt x="693" y="350"/>
                </a:lnTo>
                <a:lnTo>
                  <a:pt x="693" y="351"/>
                </a:lnTo>
                <a:lnTo>
                  <a:pt x="692" y="352"/>
                </a:lnTo>
                <a:lnTo>
                  <a:pt x="690" y="353"/>
                </a:lnTo>
                <a:lnTo>
                  <a:pt x="689" y="353"/>
                </a:lnTo>
                <a:lnTo>
                  <a:pt x="688" y="354"/>
                </a:lnTo>
                <a:lnTo>
                  <a:pt x="689" y="355"/>
                </a:lnTo>
                <a:lnTo>
                  <a:pt x="688" y="356"/>
                </a:lnTo>
                <a:lnTo>
                  <a:pt x="687" y="357"/>
                </a:lnTo>
                <a:lnTo>
                  <a:pt x="687" y="358"/>
                </a:lnTo>
                <a:lnTo>
                  <a:pt x="687" y="357"/>
                </a:lnTo>
                <a:lnTo>
                  <a:pt x="688" y="357"/>
                </a:lnTo>
                <a:lnTo>
                  <a:pt x="688" y="358"/>
                </a:lnTo>
                <a:lnTo>
                  <a:pt x="687" y="358"/>
                </a:lnTo>
                <a:lnTo>
                  <a:pt x="686" y="359"/>
                </a:lnTo>
                <a:lnTo>
                  <a:pt x="685" y="359"/>
                </a:lnTo>
                <a:lnTo>
                  <a:pt x="684" y="360"/>
                </a:lnTo>
                <a:lnTo>
                  <a:pt x="683" y="361"/>
                </a:lnTo>
                <a:lnTo>
                  <a:pt x="682" y="360"/>
                </a:lnTo>
                <a:lnTo>
                  <a:pt x="682" y="359"/>
                </a:lnTo>
                <a:lnTo>
                  <a:pt x="683" y="358"/>
                </a:lnTo>
                <a:lnTo>
                  <a:pt x="684" y="357"/>
                </a:lnTo>
                <a:lnTo>
                  <a:pt x="684" y="355"/>
                </a:lnTo>
                <a:lnTo>
                  <a:pt x="683" y="354"/>
                </a:lnTo>
                <a:lnTo>
                  <a:pt x="680" y="353"/>
                </a:lnTo>
                <a:lnTo>
                  <a:pt x="678" y="352"/>
                </a:lnTo>
                <a:lnTo>
                  <a:pt x="677" y="352"/>
                </a:lnTo>
                <a:lnTo>
                  <a:pt x="677" y="353"/>
                </a:lnTo>
                <a:lnTo>
                  <a:pt x="678" y="354"/>
                </a:lnTo>
                <a:lnTo>
                  <a:pt x="675" y="354"/>
                </a:lnTo>
                <a:lnTo>
                  <a:pt x="673" y="354"/>
                </a:lnTo>
                <a:lnTo>
                  <a:pt x="670" y="352"/>
                </a:lnTo>
                <a:lnTo>
                  <a:pt x="667" y="351"/>
                </a:lnTo>
                <a:lnTo>
                  <a:pt x="665" y="350"/>
                </a:lnTo>
                <a:lnTo>
                  <a:pt x="664" y="349"/>
                </a:lnTo>
                <a:lnTo>
                  <a:pt x="660" y="349"/>
                </a:lnTo>
                <a:lnTo>
                  <a:pt x="658" y="349"/>
                </a:lnTo>
                <a:lnTo>
                  <a:pt x="657" y="350"/>
                </a:lnTo>
                <a:lnTo>
                  <a:pt x="655" y="351"/>
                </a:lnTo>
                <a:lnTo>
                  <a:pt x="654" y="354"/>
                </a:lnTo>
                <a:lnTo>
                  <a:pt x="655" y="356"/>
                </a:lnTo>
                <a:lnTo>
                  <a:pt x="656" y="356"/>
                </a:lnTo>
                <a:lnTo>
                  <a:pt x="657" y="357"/>
                </a:lnTo>
                <a:lnTo>
                  <a:pt x="657" y="358"/>
                </a:lnTo>
                <a:lnTo>
                  <a:pt x="658" y="358"/>
                </a:lnTo>
                <a:lnTo>
                  <a:pt x="659" y="357"/>
                </a:lnTo>
                <a:lnTo>
                  <a:pt x="660" y="356"/>
                </a:lnTo>
                <a:lnTo>
                  <a:pt x="661" y="356"/>
                </a:lnTo>
                <a:lnTo>
                  <a:pt x="662" y="357"/>
                </a:lnTo>
                <a:lnTo>
                  <a:pt x="664" y="359"/>
                </a:lnTo>
                <a:lnTo>
                  <a:pt x="664" y="360"/>
                </a:lnTo>
                <a:lnTo>
                  <a:pt x="664" y="361"/>
                </a:lnTo>
                <a:lnTo>
                  <a:pt x="664" y="362"/>
                </a:lnTo>
                <a:lnTo>
                  <a:pt x="664" y="363"/>
                </a:lnTo>
                <a:lnTo>
                  <a:pt x="664" y="364"/>
                </a:lnTo>
                <a:lnTo>
                  <a:pt x="664" y="365"/>
                </a:lnTo>
                <a:lnTo>
                  <a:pt x="664" y="366"/>
                </a:lnTo>
                <a:lnTo>
                  <a:pt x="664" y="367"/>
                </a:lnTo>
                <a:lnTo>
                  <a:pt x="664" y="368"/>
                </a:lnTo>
                <a:lnTo>
                  <a:pt x="665" y="369"/>
                </a:lnTo>
                <a:lnTo>
                  <a:pt x="666" y="369"/>
                </a:lnTo>
                <a:lnTo>
                  <a:pt x="665" y="372"/>
                </a:lnTo>
                <a:lnTo>
                  <a:pt x="666" y="372"/>
                </a:lnTo>
                <a:lnTo>
                  <a:pt x="667" y="373"/>
                </a:lnTo>
                <a:lnTo>
                  <a:pt x="668" y="376"/>
                </a:lnTo>
                <a:lnTo>
                  <a:pt x="671" y="376"/>
                </a:lnTo>
                <a:lnTo>
                  <a:pt x="672" y="375"/>
                </a:lnTo>
                <a:lnTo>
                  <a:pt x="674" y="373"/>
                </a:lnTo>
                <a:lnTo>
                  <a:pt x="675" y="372"/>
                </a:lnTo>
                <a:lnTo>
                  <a:pt x="676" y="372"/>
                </a:lnTo>
                <a:lnTo>
                  <a:pt x="677" y="372"/>
                </a:lnTo>
                <a:lnTo>
                  <a:pt x="678" y="371"/>
                </a:lnTo>
                <a:lnTo>
                  <a:pt x="679" y="371"/>
                </a:lnTo>
                <a:lnTo>
                  <a:pt x="679" y="370"/>
                </a:lnTo>
                <a:lnTo>
                  <a:pt x="680" y="370"/>
                </a:lnTo>
                <a:lnTo>
                  <a:pt x="680" y="371"/>
                </a:lnTo>
                <a:lnTo>
                  <a:pt x="680" y="372"/>
                </a:lnTo>
                <a:lnTo>
                  <a:pt x="679" y="372"/>
                </a:lnTo>
                <a:lnTo>
                  <a:pt x="679" y="373"/>
                </a:lnTo>
                <a:lnTo>
                  <a:pt x="680" y="373"/>
                </a:lnTo>
                <a:lnTo>
                  <a:pt x="681" y="372"/>
                </a:lnTo>
                <a:lnTo>
                  <a:pt x="681" y="371"/>
                </a:lnTo>
                <a:lnTo>
                  <a:pt x="682" y="368"/>
                </a:lnTo>
                <a:lnTo>
                  <a:pt x="683" y="367"/>
                </a:lnTo>
                <a:lnTo>
                  <a:pt x="685" y="366"/>
                </a:lnTo>
                <a:lnTo>
                  <a:pt x="685" y="367"/>
                </a:lnTo>
                <a:lnTo>
                  <a:pt x="686" y="367"/>
                </a:lnTo>
                <a:lnTo>
                  <a:pt x="687" y="366"/>
                </a:lnTo>
                <a:lnTo>
                  <a:pt x="687" y="365"/>
                </a:lnTo>
                <a:lnTo>
                  <a:pt x="686" y="364"/>
                </a:lnTo>
                <a:lnTo>
                  <a:pt x="687" y="363"/>
                </a:lnTo>
                <a:lnTo>
                  <a:pt x="687" y="364"/>
                </a:lnTo>
                <a:lnTo>
                  <a:pt x="688" y="363"/>
                </a:lnTo>
                <a:lnTo>
                  <a:pt x="687" y="363"/>
                </a:lnTo>
                <a:lnTo>
                  <a:pt x="687" y="362"/>
                </a:lnTo>
                <a:lnTo>
                  <a:pt x="688" y="362"/>
                </a:lnTo>
                <a:lnTo>
                  <a:pt x="689" y="362"/>
                </a:lnTo>
                <a:lnTo>
                  <a:pt x="689" y="361"/>
                </a:lnTo>
                <a:lnTo>
                  <a:pt x="690" y="360"/>
                </a:lnTo>
                <a:lnTo>
                  <a:pt x="691" y="360"/>
                </a:lnTo>
                <a:lnTo>
                  <a:pt x="691" y="359"/>
                </a:lnTo>
                <a:lnTo>
                  <a:pt x="692" y="357"/>
                </a:lnTo>
                <a:lnTo>
                  <a:pt x="692" y="356"/>
                </a:lnTo>
                <a:lnTo>
                  <a:pt x="694" y="355"/>
                </a:lnTo>
                <a:lnTo>
                  <a:pt x="695" y="355"/>
                </a:lnTo>
                <a:lnTo>
                  <a:pt x="695" y="356"/>
                </a:lnTo>
                <a:lnTo>
                  <a:pt x="695" y="358"/>
                </a:lnTo>
                <a:lnTo>
                  <a:pt x="696" y="358"/>
                </a:lnTo>
                <a:lnTo>
                  <a:pt x="698" y="358"/>
                </a:lnTo>
                <a:lnTo>
                  <a:pt x="698" y="359"/>
                </a:lnTo>
                <a:lnTo>
                  <a:pt x="700" y="359"/>
                </a:lnTo>
                <a:lnTo>
                  <a:pt x="700" y="360"/>
                </a:lnTo>
                <a:lnTo>
                  <a:pt x="699" y="361"/>
                </a:lnTo>
                <a:lnTo>
                  <a:pt x="698" y="361"/>
                </a:lnTo>
                <a:lnTo>
                  <a:pt x="698" y="362"/>
                </a:lnTo>
                <a:lnTo>
                  <a:pt x="697" y="362"/>
                </a:lnTo>
                <a:lnTo>
                  <a:pt x="697" y="363"/>
                </a:lnTo>
                <a:lnTo>
                  <a:pt x="698" y="363"/>
                </a:lnTo>
                <a:lnTo>
                  <a:pt x="700" y="363"/>
                </a:lnTo>
                <a:lnTo>
                  <a:pt x="700" y="362"/>
                </a:lnTo>
                <a:lnTo>
                  <a:pt x="701" y="362"/>
                </a:lnTo>
                <a:lnTo>
                  <a:pt x="702" y="363"/>
                </a:lnTo>
                <a:lnTo>
                  <a:pt x="703" y="365"/>
                </a:lnTo>
                <a:lnTo>
                  <a:pt x="703" y="364"/>
                </a:lnTo>
                <a:lnTo>
                  <a:pt x="704" y="364"/>
                </a:lnTo>
                <a:lnTo>
                  <a:pt x="704" y="365"/>
                </a:lnTo>
                <a:lnTo>
                  <a:pt x="703" y="367"/>
                </a:lnTo>
                <a:lnTo>
                  <a:pt x="702" y="367"/>
                </a:lnTo>
                <a:lnTo>
                  <a:pt x="701" y="368"/>
                </a:lnTo>
                <a:lnTo>
                  <a:pt x="701" y="369"/>
                </a:lnTo>
                <a:lnTo>
                  <a:pt x="702" y="370"/>
                </a:lnTo>
                <a:lnTo>
                  <a:pt x="704" y="370"/>
                </a:lnTo>
                <a:lnTo>
                  <a:pt x="705" y="369"/>
                </a:lnTo>
                <a:lnTo>
                  <a:pt x="706" y="368"/>
                </a:lnTo>
                <a:lnTo>
                  <a:pt x="707" y="368"/>
                </a:lnTo>
                <a:lnTo>
                  <a:pt x="708" y="368"/>
                </a:lnTo>
                <a:lnTo>
                  <a:pt x="708" y="369"/>
                </a:lnTo>
                <a:lnTo>
                  <a:pt x="708" y="370"/>
                </a:lnTo>
                <a:lnTo>
                  <a:pt x="709" y="370"/>
                </a:lnTo>
                <a:lnTo>
                  <a:pt x="710" y="369"/>
                </a:lnTo>
                <a:lnTo>
                  <a:pt x="710" y="368"/>
                </a:lnTo>
                <a:lnTo>
                  <a:pt x="711" y="367"/>
                </a:lnTo>
                <a:lnTo>
                  <a:pt x="712" y="367"/>
                </a:lnTo>
                <a:lnTo>
                  <a:pt x="714" y="366"/>
                </a:lnTo>
                <a:lnTo>
                  <a:pt x="714" y="365"/>
                </a:lnTo>
                <a:lnTo>
                  <a:pt x="717" y="363"/>
                </a:lnTo>
                <a:lnTo>
                  <a:pt x="718" y="362"/>
                </a:lnTo>
                <a:lnTo>
                  <a:pt x="719" y="362"/>
                </a:lnTo>
                <a:lnTo>
                  <a:pt x="718" y="363"/>
                </a:lnTo>
                <a:lnTo>
                  <a:pt x="717" y="363"/>
                </a:lnTo>
                <a:lnTo>
                  <a:pt x="717" y="364"/>
                </a:lnTo>
                <a:lnTo>
                  <a:pt x="717" y="365"/>
                </a:lnTo>
                <a:lnTo>
                  <a:pt x="717" y="366"/>
                </a:lnTo>
                <a:lnTo>
                  <a:pt x="716" y="367"/>
                </a:lnTo>
                <a:lnTo>
                  <a:pt x="715" y="367"/>
                </a:lnTo>
                <a:lnTo>
                  <a:pt x="714" y="369"/>
                </a:lnTo>
                <a:lnTo>
                  <a:pt x="713" y="370"/>
                </a:lnTo>
                <a:lnTo>
                  <a:pt x="712" y="371"/>
                </a:lnTo>
                <a:lnTo>
                  <a:pt x="712" y="372"/>
                </a:lnTo>
                <a:lnTo>
                  <a:pt x="711" y="372"/>
                </a:lnTo>
                <a:lnTo>
                  <a:pt x="709" y="374"/>
                </a:lnTo>
                <a:lnTo>
                  <a:pt x="710" y="374"/>
                </a:lnTo>
                <a:lnTo>
                  <a:pt x="711" y="374"/>
                </a:lnTo>
                <a:lnTo>
                  <a:pt x="711" y="375"/>
                </a:lnTo>
                <a:lnTo>
                  <a:pt x="710" y="376"/>
                </a:lnTo>
                <a:lnTo>
                  <a:pt x="708" y="376"/>
                </a:lnTo>
                <a:lnTo>
                  <a:pt x="707" y="376"/>
                </a:lnTo>
                <a:lnTo>
                  <a:pt x="707" y="375"/>
                </a:lnTo>
                <a:lnTo>
                  <a:pt x="706" y="375"/>
                </a:lnTo>
                <a:lnTo>
                  <a:pt x="704" y="377"/>
                </a:lnTo>
                <a:lnTo>
                  <a:pt x="704" y="378"/>
                </a:lnTo>
                <a:lnTo>
                  <a:pt x="704" y="377"/>
                </a:lnTo>
                <a:lnTo>
                  <a:pt x="703" y="377"/>
                </a:lnTo>
                <a:lnTo>
                  <a:pt x="704" y="376"/>
                </a:lnTo>
                <a:lnTo>
                  <a:pt x="704" y="375"/>
                </a:lnTo>
                <a:lnTo>
                  <a:pt x="703" y="375"/>
                </a:lnTo>
                <a:lnTo>
                  <a:pt x="703" y="374"/>
                </a:lnTo>
                <a:lnTo>
                  <a:pt x="702" y="375"/>
                </a:lnTo>
                <a:lnTo>
                  <a:pt x="700" y="374"/>
                </a:lnTo>
                <a:lnTo>
                  <a:pt x="700" y="373"/>
                </a:lnTo>
                <a:lnTo>
                  <a:pt x="699" y="374"/>
                </a:lnTo>
                <a:lnTo>
                  <a:pt x="698" y="374"/>
                </a:lnTo>
                <a:lnTo>
                  <a:pt x="697" y="375"/>
                </a:lnTo>
                <a:lnTo>
                  <a:pt x="697" y="376"/>
                </a:lnTo>
                <a:lnTo>
                  <a:pt x="694" y="376"/>
                </a:lnTo>
                <a:lnTo>
                  <a:pt x="691" y="379"/>
                </a:lnTo>
                <a:lnTo>
                  <a:pt x="690" y="380"/>
                </a:lnTo>
                <a:lnTo>
                  <a:pt x="690" y="381"/>
                </a:lnTo>
                <a:lnTo>
                  <a:pt x="691" y="382"/>
                </a:lnTo>
                <a:lnTo>
                  <a:pt x="692" y="383"/>
                </a:lnTo>
                <a:lnTo>
                  <a:pt x="694" y="382"/>
                </a:lnTo>
                <a:lnTo>
                  <a:pt x="695" y="382"/>
                </a:lnTo>
                <a:lnTo>
                  <a:pt x="695" y="384"/>
                </a:lnTo>
                <a:lnTo>
                  <a:pt x="693" y="386"/>
                </a:lnTo>
                <a:lnTo>
                  <a:pt x="692" y="386"/>
                </a:lnTo>
                <a:lnTo>
                  <a:pt x="691" y="386"/>
                </a:lnTo>
                <a:lnTo>
                  <a:pt x="691" y="385"/>
                </a:lnTo>
                <a:lnTo>
                  <a:pt x="690" y="384"/>
                </a:lnTo>
                <a:lnTo>
                  <a:pt x="690" y="383"/>
                </a:lnTo>
                <a:lnTo>
                  <a:pt x="690" y="382"/>
                </a:lnTo>
                <a:lnTo>
                  <a:pt x="686" y="382"/>
                </a:lnTo>
                <a:lnTo>
                  <a:pt x="685" y="383"/>
                </a:lnTo>
                <a:lnTo>
                  <a:pt x="684" y="383"/>
                </a:lnTo>
                <a:lnTo>
                  <a:pt x="684" y="384"/>
                </a:lnTo>
                <a:lnTo>
                  <a:pt x="685" y="385"/>
                </a:lnTo>
                <a:lnTo>
                  <a:pt x="685" y="384"/>
                </a:lnTo>
                <a:lnTo>
                  <a:pt x="685" y="385"/>
                </a:lnTo>
                <a:lnTo>
                  <a:pt x="684" y="386"/>
                </a:lnTo>
                <a:lnTo>
                  <a:pt x="683" y="386"/>
                </a:lnTo>
                <a:lnTo>
                  <a:pt x="684" y="385"/>
                </a:lnTo>
                <a:lnTo>
                  <a:pt x="683" y="385"/>
                </a:lnTo>
                <a:lnTo>
                  <a:pt x="681" y="387"/>
                </a:lnTo>
                <a:lnTo>
                  <a:pt x="680" y="387"/>
                </a:lnTo>
                <a:lnTo>
                  <a:pt x="680" y="388"/>
                </a:lnTo>
                <a:lnTo>
                  <a:pt x="679" y="388"/>
                </a:lnTo>
                <a:lnTo>
                  <a:pt x="678" y="388"/>
                </a:lnTo>
                <a:lnTo>
                  <a:pt x="677" y="388"/>
                </a:lnTo>
                <a:lnTo>
                  <a:pt x="676" y="388"/>
                </a:lnTo>
                <a:lnTo>
                  <a:pt x="674" y="389"/>
                </a:lnTo>
                <a:lnTo>
                  <a:pt x="672" y="390"/>
                </a:lnTo>
                <a:lnTo>
                  <a:pt x="670" y="391"/>
                </a:lnTo>
                <a:lnTo>
                  <a:pt x="667" y="391"/>
                </a:lnTo>
                <a:lnTo>
                  <a:pt x="666" y="391"/>
                </a:lnTo>
                <a:lnTo>
                  <a:pt x="664" y="393"/>
                </a:lnTo>
                <a:lnTo>
                  <a:pt x="663" y="394"/>
                </a:lnTo>
                <a:lnTo>
                  <a:pt x="663" y="395"/>
                </a:lnTo>
                <a:lnTo>
                  <a:pt x="664" y="395"/>
                </a:lnTo>
                <a:lnTo>
                  <a:pt x="665" y="395"/>
                </a:lnTo>
                <a:lnTo>
                  <a:pt x="666" y="394"/>
                </a:lnTo>
                <a:lnTo>
                  <a:pt x="667" y="394"/>
                </a:lnTo>
                <a:lnTo>
                  <a:pt x="668" y="395"/>
                </a:lnTo>
                <a:lnTo>
                  <a:pt x="668" y="396"/>
                </a:lnTo>
                <a:lnTo>
                  <a:pt x="669" y="396"/>
                </a:lnTo>
                <a:lnTo>
                  <a:pt x="671" y="398"/>
                </a:lnTo>
                <a:lnTo>
                  <a:pt x="672" y="398"/>
                </a:lnTo>
                <a:lnTo>
                  <a:pt x="672" y="399"/>
                </a:lnTo>
                <a:lnTo>
                  <a:pt x="670" y="399"/>
                </a:lnTo>
                <a:lnTo>
                  <a:pt x="669" y="399"/>
                </a:lnTo>
                <a:lnTo>
                  <a:pt x="669" y="400"/>
                </a:lnTo>
                <a:lnTo>
                  <a:pt x="669" y="401"/>
                </a:lnTo>
                <a:lnTo>
                  <a:pt x="669" y="402"/>
                </a:lnTo>
                <a:lnTo>
                  <a:pt x="670" y="403"/>
                </a:lnTo>
                <a:lnTo>
                  <a:pt x="669" y="404"/>
                </a:lnTo>
                <a:lnTo>
                  <a:pt x="669" y="405"/>
                </a:lnTo>
                <a:lnTo>
                  <a:pt x="668" y="405"/>
                </a:lnTo>
                <a:lnTo>
                  <a:pt x="665" y="406"/>
                </a:lnTo>
                <a:lnTo>
                  <a:pt x="665" y="407"/>
                </a:lnTo>
                <a:lnTo>
                  <a:pt x="664" y="409"/>
                </a:lnTo>
                <a:lnTo>
                  <a:pt x="664" y="410"/>
                </a:lnTo>
                <a:lnTo>
                  <a:pt x="663" y="410"/>
                </a:lnTo>
                <a:lnTo>
                  <a:pt x="662" y="410"/>
                </a:lnTo>
                <a:lnTo>
                  <a:pt x="661" y="411"/>
                </a:lnTo>
                <a:lnTo>
                  <a:pt x="660" y="412"/>
                </a:lnTo>
                <a:lnTo>
                  <a:pt x="660" y="414"/>
                </a:lnTo>
                <a:lnTo>
                  <a:pt x="660" y="416"/>
                </a:lnTo>
                <a:lnTo>
                  <a:pt x="661" y="417"/>
                </a:lnTo>
                <a:lnTo>
                  <a:pt x="662" y="418"/>
                </a:lnTo>
                <a:lnTo>
                  <a:pt x="663" y="418"/>
                </a:lnTo>
                <a:lnTo>
                  <a:pt x="663" y="419"/>
                </a:lnTo>
                <a:lnTo>
                  <a:pt x="662" y="419"/>
                </a:lnTo>
                <a:lnTo>
                  <a:pt x="660" y="420"/>
                </a:lnTo>
                <a:lnTo>
                  <a:pt x="659" y="421"/>
                </a:lnTo>
                <a:lnTo>
                  <a:pt x="657" y="421"/>
                </a:lnTo>
                <a:lnTo>
                  <a:pt x="655" y="422"/>
                </a:lnTo>
                <a:lnTo>
                  <a:pt x="654" y="422"/>
                </a:lnTo>
                <a:lnTo>
                  <a:pt x="653" y="423"/>
                </a:lnTo>
                <a:lnTo>
                  <a:pt x="652" y="424"/>
                </a:lnTo>
                <a:lnTo>
                  <a:pt x="652" y="425"/>
                </a:lnTo>
                <a:lnTo>
                  <a:pt x="652" y="426"/>
                </a:lnTo>
                <a:lnTo>
                  <a:pt x="649" y="432"/>
                </a:lnTo>
                <a:lnTo>
                  <a:pt x="648" y="433"/>
                </a:lnTo>
                <a:lnTo>
                  <a:pt x="647" y="436"/>
                </a:lnTo>
                <a:lnTo>
                  <a:pt x="647" y="437"/>
                </a:lnTo>
                <a:lnTo>
                  <a:pt x="647" y="438"/>
                </a:lnTo>
                <a:lnTo>
                  <a:pt x="646" y="440"/>
                </a:lnTo>
                <a:lnTo>
                  <a:pt x="647" y="443"/>
                </a:lnTo>
                <a:lnTo>
                  <a:pt x="647" y="444"/>
                </a:lnTo>
                <a:lnTo>
                  <a:pt x="646" y="445"/>
                </a:lnTo>
                <a:lnTo>
                  <a:pt x="644" y="447"/>
                </a:lnTo>
                <a:lnTo>
                  <a:pt x="644" y="448"/>
                </a:lnTo>
                <a:lnTo>
                  <a:pt x="645" y="447"/>
                </a:lnTo>
                <a:lnTo>
                  <a:pt x="646" y="447"/>
                </a:lnTo>
                <a:lnTo>
                  <a:pt x="646" y="446"/>
                </a:lnTo>
                <a:lnTo>
                  <a:pt x="647" y="446"/>
                </a:lnTo>
                <a:lnTo>
                  <a:pt x="647" y="445"/>
                </a:lnTo>
                <a:lnTo>
                  <a:pt x="648" y="445"/>
                </a:lnTo>
                <a:lnTo>
                  <a:pt x="648" y="444"/>
                </a:lnTo>
                <a:lnTo>
                  <a:pt x="648" y="443"/>
                </a:lnTo>
                <a:lnTo>
                  <a:pt x="648" y="442"/>
                </a:lnTo>
                <a:lnTo>
                  <a:pt x="647" y="441"/>
                </a:lnTo>
                <a:lnTo>
                  <a:pt x="648" y="440"/>
                </a:lnTo>
                <a:lnTo>
                  <a:pt x="648" y="438"/>
                </a:lnTo>
                <a:lnTo>
                  <a:pt x="649" y="437"/>
                </a:lnTo>
                <a:lnTo>
                  <a:pt x="650" y="437"/>
                </a:lnTo>
                <a:lnTo>
                  <a:pt x="650" y="436"/>
                </a:lnTo>
                <a:lnTo>
                  <a:pt x="651" y="435"/>
                </a:lnTo>
                <a:lnTo>
                  <a:pt x="652" y="434"/>
                </a:lnTo>
                <a:lnTo>
                  <a:pt x="653" y="434"/>
                </a:lnTo>
                <a:lnTo>
                  <a:pt x="654" y="435"/>
                </a:lnTo>
                <a:lnTo>
                  <a:pt x="655" y="437"/>
                </a:lnTo>
                <a:lnTo>
                  <a:pt x="656" y="438"/>
                </a:lnTo>
                <a:lnTo>
                  <a:pt x="660" y="439"/>
                </a:lnTo>
                <a:lnTo>
                  <a:pt x="661" y="438"/>
                </a:lnTo>
                <a:lnTo>
                  <a:pt x="662" y="438"/>
                </a:lnTo>
                <a:lnTo>
                  <a:pt x="663" y="438"/>
                </a:lnTo>
                <a:lnTo>
                  <a:pt x="664" y="438"/>
                </a:lnTo>
                <a:lnTo>
                  <a:pt x="665" y="438"/>
                </a:lnTo>
                <a:lnTo>
                  <a:pt x="666" y="438"/>
                </a:lnTo>
                <a:lnTo>
                  <a:pt x="666" y="439"/>
                </a:lnTo>
                <a:lnTo>
                  <a:pt x="666" y="440"/>
                </a:lnTo>
                <a:lnTo>
                  <a:pt x="667" y="441"/>
                </a:lnTo>
                <a:lnTo>
                  <a:pt x="669" y="441"/>
                </a:lnTo>
                <a:lnTo>
                  <a:pt x="677" y="443"/>
                </a:lnTo>
                <a:lnTo>
                  <a:pt x="678" y="442"/>
                </a:lnTo>
                <a:lnTo>
                  <a:pt x="679" y="441"/>
                </a:lnTo>
                <a:lnTo>
                  <a:pt x="680" y="441"/>
                </a:lnTo>
                <a:lnTo>
                  <a:pt x="682" y="440"/>
                </a:lnTo>
                <a:lnTo>
                  <a:pt x="683" y="440"/>
                </a:lnTo>
                <a:lnTo>
                  <a:pt x="685" y="441"/>
                </a:lnTo>
                <a:lnTo>
                  <a:pt x="686" y="441"/>
                </a:lnTo>
                <a:lnTo>
                  <a:pt x="686" y="442"/>
                </a:lnTo>
                <a:lnTo>
                  <a:pt x="686" y="443"/>
                </a:lnTo>
                <a:lnTo>
                  <a:pt x="686" y="444"/>
                </a:lnTo>
                <a:lnTo>
                  <a:pt x="686" y="449"/>
                </a:lnTo>
                <a:lnTo>
                  <a:pt x="685" y="452"/>
                </a:lnTo>
                <a:lnTo>
                  <a:pt x="684" y="454"/>
                </a:lnTo>
                <a:lnTo>
                  <a:pt x="683" y="455"/>
                </a:lnTo>
                <a:lnTo>
                  <a:pt x="683" y="456"/>
                </a:lnTo>
                <a:lnTo>
                  <a:pt x="683" y="459"/>
                </a:lnTo>
                <a:lnTo>
                  <a:pt x="683" y="462"/>
                </a:lnTo>
                <a:lnTo>
                  <a:pt x="683" y="463"/>
                </a:lnTo>
                <a:lnTo>
                  <a:pt x="682" y="464"/>
                </a:lnTo>
                <a:lnTo>
                  <a:pt x="680" y="464"/>
                </a:lnTo>
                <a:lnTo>
                  <a:pt x="678" y="464"/>
                </a:lnTo>
                <a:lnTo>
                  <a:pt x="677" y="465"/>
                </a:lnTo>
                <a:lnTo>
                  <a:pt x="675" y="465"/>
                </a:lnTo>
                <a:lnTo>
                  <a:pt x="674" y="467"/>
                </a:lnTo>
                <a:lnTo>
                  <a:pt x="673" y="467"/>
                </a:lnTo>
                <a:lnTo>
                  <a:pt x="672" y="469"/>
                </a:lnTo>
                <a:lnTo>
                  <a:pt x="672" y="472"/>
                </a:lnTo>
                <a:lnTo>
                  <a:pt x="672" y="475"/>
                </a:lnTo>
                <a:lnTo>
                  <a:pt x="672" y="477"/>
                </a:lnTo>
                <a:lnTo>
                  <a:pt x="673" y="478"/>
                </a:lnTo>
                <a:lnTo>
                  <a:pt x="673" y="479"/>
                </a:lnTo>
                <a:lnTo>
                  <a:pt x="672" y="483"/>
                </a:lnTo>
                <a:lnTo>
                  <a:pt x="673" y="485"/>
                </a:lnTo>
                <a:lnTo>
                  <a:pt x="674" y="488"/>
                </a:lnTo>
                <a:lnTo>
                  <a:pt x="675" y="490"/>
                </a:lnTo>
                <a:lnTo>
                  <a:pt x="675" y="491"/>
                </a:lnTo>
                <a:lnTo>
                  <a:pt x="675" y="492"/>
                </a:lnTo>
                <a:lnTo>
                  <a:pt x="675" y="493"/>
                </a:lnTo>
                <a:lnTo>
                  <a:pt x="676" y="494"/>
                </a:lnTo>
                <a:lnTo>
                  <a:pt x="677" y="495"/>
                </a:lnTo>
                <a:lnTo>
                  <a:pt x="678" y="495"/>
                </a:lnTo>
                <a:lnTo>
                  <a:pt x="679" y="496"/>
                </a:lnTo>
                <a:lnTo>
                  <a:pt x="678" y="498"/>
                </a:lnTo>
                <a:lnTo>
                  <a:pt x="677" y="498"/>
                </a:lnTo>
                <a:lnTo>
                  <a:pt x="676" y="500"/>
                </a:lnTo>
                <a:lnTo>
                  <a:pt x="675" y="501"/>
                </a:lnTo>
                <a:lnTo>
                  <a:pt x="674" y="501"/>
                </a:lnTo>
                <a:lnTo>
                  <a:pt x="674" y="502"/>
                </a:lnTo>
                <a:lnTo>
                  <a:pt x="674" y="503"/>
                </a:lnTo>
                <a:lnTo>
                  <a:pt x="674" y="504"/>
                </a:lnTo>
                <a:lnTo>
                  <a:pt x="674" y="506"/>
                </a:lnTo>
                <a:lnTo>
                  <a:pt x="675" y="507"/>
                </a:lnTo>
                <a:lnTo>
                  <a:pt x="674" y="510"/>
                </a:lnTo>
                <a:lnTo>
                  <a:pt x="673" y="511"/>
                </a:lnTo>
                <a:lnTo>
                  <a:pt x="672" y="511"/>
                </a:lnTo>
                <a:lnTo>
                  <a:pt x="671" y="511"/>
                </a:lnTo>
                <a:lnTo>
                  <a:pt x="670" y="511"/>
                </a:lnTo>
                <a:lnTo>
                  <a:pt x="666" y="511"/>
                </a:lnTo>
                <a:lnTo>
                  <a:pt x="665" y="511"/>
                </a:lnTo>
                <a:lnTo>
                  <a:pt x="660" y="513"/>
                </a:lnTo>
                <a:lnTo>
                  <a:pt x="659" y="514"/>
                </a:lnTo>
                <a:lnTo>
                  <a:pt x="657" y="515"/>
                </a:lnTo>
                <a:lnTo>
                  <a:pt x="655" y="515"/>
                </a:lnTo>
                <a:lnTo>
                  <a:pt x="654" y="514"/>
                </a:lnTo>
                <a:lnTo>
                  <a:pt x="654" y="515"/>
                </a:lnTo>
                <a:lnTo>
                  <a:pt x="653" y="515"/>
                </a:lnTo>
                <a:lnTo>
                  <a:pt x="653" y="516"/>
                </a:lnTo>
                <a:lnTo>
                  <a:pt x="654" y="516"/>
                </a:lnTo>
                <a:lnTo>
                  <a:pt x="654" y="517"/>
                </a:lnTo>
                <a:lnTo>
                  <a:pt x="653" y="518"/>
                </a:lnTo>
                <a:lnTo>
                  <a:pt x="652" y="518"/>
                </a:lnTo>
                <a:lnTo>
                  <a:pt x="652" y="517"/>
                </a:lnTo>
                <a:lnTo>
                  <a:pt x="651" y="517"/>
                </a:lnTo>
                <a:lnTo>
                  <a:pt x="651" y="520"/>
                </a:lnTo>
                <a:lnTo>
                  <a:pt x="650" y="520"/>
                </a:lnTo>
                <a:lnTo>
                  <a:pt x="651" y="523"/>
                </a:lnTo>
                <a:lnTo>
                  <a:pt x="651" y="524"/>
                </a:lnTo>
                <a:lnTo>
                  <a:pt x="652" y="523"/>
                </a:lnTo>
                <a:lnTo>
                  <a:pt x="653" y="524"/>
                </a:lnTo>
                <a:lnTo>
                  <a:pt x="653" y="525"/>
                </a:lnTo>
                <a:lnTo>
                  <a:pt x="652" y="525"/>
                </a:lnTo>
                <a:lnTo>
                  <a:pt x="654" y="527"/>
                </a:lnTo>
                <a:lnTo>
                  <a:pt x="655" y="526"/>
                </a:lnTo>
                <a:lnTo>
                  <a:pt x="657" y="527"/>
                </a:lnTo>
                <a:lnTo>
                  <a:pt x="658" y="528"/>
                </a:lnTo>
                <a:lnTo>
                  <a:pt x="659" y="526"/>
                </a:lnTo>
                <a:lnTo>
                  <a:pt x="663" y="526"/>
                </a:lnTo>
                <a:lnTo>
                  <a:pt x="664" y="527"/>
                </a:lnTo>
                <a:lnTo>
                  <a:pt x="663" y="526"/>
                </a:lnTo>
                <a:lnTo>
                  <a:pt x="664" y="525"/>
                </a:lnTo>
                <a:lnTo>
                  <a:pt x="665" y="525"/>
                </a:lnTo>
                <a:lnTo>
                  <a:pt x="665" y="526"/>
                </a:lnTo>
                <a:lnTo>
                  <a:pt x="666" y="529"/>
                </a:lnTo>
                <a:lnTo>
                  <a:pt x="665" y="530"/>
                </a:lnTo>
                <a:lnTo>
                  <a:pt x="665" y="532"/>
                </a:lnTo>
                <a:lnTo>
                  <a:pt x="665" y="534"/>
                </a:lnTo>
                <a:lnTo>
                  <a:pt x="666" y="534"/>
                </a:lnTo>
                <a:lnTo>
                  <a:pt x="667" y="534"/>
                </a:lnTo>
                <a:lnTo>
                  <a:pt x="668" y="535"/>
                </a:lnTo>
                <a:lnTo>
                  <a:pt x="670" y="534"/>
                </a:lnTo>
                <a:lnTo>
                  <a:pt x="671" y="534"/>
                </a:lnTo>
                <a:lnTo>
                  <a:pt x="672" y="535"/>
                </a:lnTo>
                <a:lnTo>
                  <a:pt x="673" y="534"/>
                </a:lnTo>
                <a:lnTo>
                  <a:pt x="674" y="533"/>
                </a:lnTo>
                <a:lnTo>
                  <a:pt x="674" y="532"/>
                </a:lnTo>
                <a:lnTo>
                  <a:pt x="675" y="532"/>
                </a:lnTo>
                <a:lnTo>
                  <a:pt x="675" y="531"/>
                </a:lnTo>
                <a:lnTo>
                  <a:pt x="676" y="532"/>
                </a:lnTo>
                <a:lnTo>
                  <a:pt x="675" y="533"/>
                </a:lnTo>
                <a:lnTo>
                  <a:pt x="676" y="536"/>
                </a:lnTo>
                <a:lnTo>
                  <a:pt x="677" y="536"/>
                </a:lnTo>
                <a:lnTo>
                  <a:pt x="678" y="536"/>
                </a:lnTo>
                <a:lnTo>
                  <a:pt x="678" y="535"/>
                </a:lnTo>
                <a:lnTo>
                  <a:pt x="680" y="536"/>
                </a:lnTo>
                <a:lnTo>
                  <a:pt x="680" y="537"/>
                </a:lnTo>
                <a:lnTo>
                  <a:pt x="680" y="538"/>
                </a:lnTo>
                <a:lnTo>
                  <a:pt x="680" y="539"/>
                </a:lnTo>
                <a:lnTo>
                  <a:pt x="681" y="540"/>
                </a:lnTo>
                <a:lnTo>
                  <a:pt x="681" y="541"/>
                </a:lnTo>
                <a:lnTo>
                  <a:pt x="682" y="542"/>
                </a:lnTo>
                <a:lnTo>
                  <a:pt x="681" y="543"/>
                </a:lnTo>
                <a:lnTo>
                  <a:pt x="680" y="543"/>
                </a:lnTo>
                <a:lnTo>
                  <a:pt x="679" y="545"/>
                </a:lnTo>
                <a:lnTo>
                  <a:pt x="679" y="546"/>
                </a:lnTo>
                <a:lnTo>
                  <a:pt x="680" y="547"/>
                </a:lnTo>
                <a:lnTo>
                  <a:pt x="681" y="547"/>
                </a:lnTo>
                <a:lnTo>
                  <a:pt x="681" y="549"/>
                </a:lnTo>
                <a:lnTo>
                  <a:pt x="680" y="549"/>
                </a:lnTo>
                <a:lnTo>
                  <a:pt x="680" y="550"/>
                </a:lnTo>
                <a:lnTo>
                  <a:pt x="681" y="551"/>
                </a:lnTo>
                <a:lnTo>
                  <a:pt x="683" y="551"/>
                </a:lnTo>
                <a:lnTo>
                  <a:pt x="684" y="550"/>
                </a:lnTo>
                <a:lnTo>
                  <a:pt x="684" y="551"/>
                </a:lnTo>
                <a:lnTo>
                  <a:pt x="683" y="552"/>
                </a:lnTo>
                <a:lnTo>
                  <a:pt x="682" y="552"/>
                </a:lnTo>
                <a:lnTo>
                  <a:pt x="681" y="553"/>
                </a:lnTo>
                <a:lnTo>
                  <a:pt x="682" y="556"/>
                </a:lnTo>
                <a:lnTo>
                  <a:pt x="684" y="557"/>
                </a:lnTo>
                <a:lnTo>
                  <a:pt x="686" y="556"/>
                </a:lnTo>
                <a:lnTo>
                  <a:pt x="687" y="555"/>
                </a:lnTo>
                <a:lnTo>
                  <a:pt x="688" y="556"/>
                </a:lnTo>
                <a:lnTo>
                  <a:pt x="688" y="555"/>
                </a:lnTo>
                <a:lnTo>
                  <a:pt x="688" y="554"/>
                </a:lnTo>
                <a:lnTo>
                  <a:pt x="689" y="555"/>
                </a:lnTo>
                <a:lnTo>
                  <a:pt x="689" y="556"/>
                </a:lnTo>
                <a:lnTo>
                  <a:pt x="689" y="558"/>
                </a:lnTo>
                <a:lnTo>
                  <a:pt x="688" y="559"/>
                </a:lnTo>
                <a:lnTo>
                  <a:pt x="687" y="560"/>
                </a:lnTo>
                <a:lnTo>
                  <a:pt x="686" y="560"/>
                </a:lnTo>
                <a:lnTo>
                  <a:pt x="684" y="561"/>
                </a:lnTo>
                <a:lnTo>
                  <a:pt x="684" y="562"/>
                </a:lnTo>
                <a:lnTo>
                  <a:pt x="684" y="563"/>
                </a:lnTo>
                <a:lnTo>
                  <a:pt x="685" y="563"/>
                </a:lnTo>
                <a:lnTo>
                  <a:pt x="685" y="562"/>
                </a:lnTo>
                <a:lnTo>
                  <a:pt x="686" y="562"/>
                </a:lnTo>
                <a:lnTo>
                  <a:pt x="687" y="563"/>
                </a:lnTo>
                <a:lnTo>
                  <a:pt x="689" y="563"/>
                </a:lnTo>
                <a:lnTo>
                  <a:pt x="690" y="562"/>
                </a:lnTo>
                <a:lnTo>
                  <a:pt x="691" y="562"/>
                </a:lnTo>
                <a:lnTo>
                  <a:pt x="692" y="563"/>
                </a:lnTo>
                <a:lnTo>
                  <a:pt x="693" y="565"/>
                </a:lnTo>
                <a:lnTo>
                  <a:pt x="693" y="566"/>
                </a:lnTo>
                <a:lnTo>
                  <a:pt x="693" y="567"/>
                </a:lnTo>
                <a:lnTo>
                  <a:pt x="692" y="568"/>
                </a:lnTo>
                <a:lnTo>
                  <a:pt x="693" y="569"/>
                </a:lnTo>
                <a:lnTo>
                  <a:pt x="693" y="570"/>
                </a:lnTo>
                <a:lnTo>
                  <a:pt x="694" y="571"/>
                </a:lnTo>
                <a:lnTo>
                  <a:pt x="693" y="572"/>
                </a:lnTo>
                <a:lnTo>
                  <a:pt x="693" y="573"/>
                </a:lnTo>
                <a:lnTo>
                  <a:pt x="694" y="573"/>
                </a:lnTo>
                <a:lnTo>
                  <a:pt x="694" y="572"/>
                </a:lnTo>
                <a:lnTo>
                  <a:pt x="695" y="572"/>
                </a:lnTo>
                <a:lnTo>
                  <a:pt x="694" y="572"/>
                </a:lnTo>
                <a:lnTo>
                  <a:pt x="694" y="573"/>
                </a:lnTo>
                <a:lnTo>
                  <a:pt x="695" y="573"/>
                </a:lnTo>
                <a:lnTo>
                  <a:pt x="695" y="574"/>
                </a:lnTo>
                <a:lnTo>
                  <a:pt x="694" y="574"/>
                </a:lnTo>
                <a:lnTo>
                  <a:pt x="693" y="574"/>
                </a:lnTo>
                <a:lnTo>
                  <a:pt x="692" y="575"/>
                </a:lnTo>
                <a:lnTo>
                  <a:pt x="690" y="576"/>
                </a:lnTo>
                <a:lnTo>
                  <a:pt x="689" y="577"/>
                </a:lnTo>
                <a:lnTo>
                  <a:pt x="688" y="578"/>
                </a:lnTo>
                <a:lnTo>
                  <a:pt x="690" y="578"/>
                </a:lnTo>
                <a:lnTo>
                  <a:pt x="692" y="577"/>
                </a:lnTo>
                <a:lnTo>
                  <a:pt x="694" y="576"/>
                </a:lnTo>
                <a:lnTo>
                  <a:pt x="694" y="575"/>
                </a:lnTo>
                <a:lnTo>
                  <a:pt x="695" y="575"/>
                </a:lnTo>
                <a:lnTo>
                  <a:pt x="695" y="577"/>
                </a:lnTo>
                <a:lnTo>
                  <a:pt x="694" y="578"/>
                </a:lnTo>
                <a:lnTo>
                  <a:pt x="693" y="579"/>
                </a:lnTo>
                <a:lnTo>
                  <a:pt x="691" y="580"/>
                </a:lnTo>
                <a:lnTo>
                  <a:pt x="691" y="581"/>
                </a:lnTo>
                <a:lnTo>
                  <a:pt x="688" y="581"/>
                </a:lnTo>
                <a:lnTo>
                  <a:pt x="687" y="580"/>
                </a:lnTo>
                <a:lnTo>
                  <a:pt x="686" y="580"/>
                </a:lnTo>
                <a:lnTo>
                  <a:pt x="686" y="581"/>
                </a:lnTo>
                <a:lnTo>
                  <a:pt x="685" y="582"/>
                </a:lnTo>
                <a:lnTo>
                  <a:pt x="684" y="581"/>
                </a:lnTo>
                <a:lnTo>
                  <a:pt x="683" y="581"/>
                </a:lnTo>
                <a:lnTo>
                  <a:pt x="684" y="580"/>
                </a:lnTo>
                <a:lnTo>
                  <a:pt x="685" y="579"/>
                </a:lnTo>
                <a:lnTo>
                  <a:pt x="684" y="578"/>
                </a:lnTo>
                <a:lnTo>
                  <a:pt x="683" y="577"/>
                </a:lnTo>
                <a:lnTo>
                  <a:pt x="683" y="576"/>
                </a:lnTo>
                <a:lnTo>
                  <a:pt x="681" y="575"/>
                </a:lnTo>
                <a:lnTo>
                  <a:pt x="680" y="575"/>
                </a:lnTo>
                <a:lnTo>
                  <a:pt x="680" y="574"/>
                </a:lnTo>
                <a:lnTo>
                  <a:pt x="681" y="573"/>
                </a:lnTo>
                <a:lnTo>
                  <a:pt x="682" y="574"/>
                </a:lnTo>
                <a:lnTo>
                  <a:pt x="682" y="573"/>
                </a:lnTo>
                <a:lnTo>
                  <a:pt x="682" y="572"/>
                </a:lnTo>
                <a:lnTo>
                  <a:pt x="681" y="572"/>
                </a:lnTo>
                <a:lnTo>
                  <a:pt x="681" y="570"/>
                </a:lnTo>
                <a:lnTo>
                  <a:pt x="680" y="568"/>
                </a:lnTo>
                <a:lnTo>
                  <a:pt x="679" y="566"/>
                </a:lnTo>
                <a:lnTo>
                  <a:pt x="679" y="565"/>
                </a:lnTo>
                <a:lnTo>
                  <a:pt x="679" y="563"/>
                </a:lnTo>
                <a:lnTo>
                  <a:pt x="679" y="561"/>
                </a:lnTo>
                <a:lnTo>
                  <a:pt x="679" y="560"/>
                </a:lnTo>
                <a:lnTo>
                  <a:pt x="678" y="558"/>
                </a:lnTo>
                <a:lnTo>
                  <a:pt x="675" y="558"/>
                </a:lnTo>
                <a:lnTo>
                  <a:pt x="674" y="559"/>
                </a:lnTo>
                <a:lnTo>
                  <a:pt x="674" y="560"/>
                </a:lnTo>
                <a:lnTo>
                  <a:pt x="674" y="563"/>
                </a:lnTo>
                <a:lnTo>
                  <a:pt x="674" y="564"/>
                </a:lnTo>
                <a:lnTo>
                  <a:pt x="673" y="564"/>
                </a:lnTo>
                <a:lnTo>
                  <a:pt x="673" y="563"/>
                </a:lnTo>
                <a:lnTo>
                  <a:pt x="671" y="562"/>
                </a:lnTo>
                <a:lnTo>
                  <a:pt x="670" y="563"/>
                </a:lnTo>
                <a:lnTo>
                  <a:pt x="671" y="563"/>
                </a:lnTo>
                <a:lnTo>
                  <a:pt x="671" y="564"/>
                </a:lnTo>
                <a:lnTo>
                  <a:pt x="670" y="564"/>
                </a:lnTo>
                <a:lnTo>
                  <a:pt x="669" y="564"/>
                </a:lnTo>
                <a:lnTo>
                  <a:pt x="669" y="565"/>
                </a:lnTo>
                <a:lnTo>
                  <a:pt x="670" y="566"/>
                </a:lnTo>
                <a:lnTo>
                  <a:pt x="671" y="566"/>
                </a:lnTo>
                <a:lnTo>
                  <a:pt x="673" y="567"/>
                </a:lnTo>
                <a:lnTo>
                  <a:pt x="672" y="568"/>
                </a:lnTo>
                <a:lnTo>
                  <a:pt x="673" y="568"/>
                </a:lnTo>
                <a:lnTo>
                  <a:pt x="674" y="567"/>
                </a:lnTo>
                <a:lnTo>
                  <a:pt x="674" y="566"/>
                </a:lnTo>
                <a:lnTo>
                  <a:pt x="675" y="566"/>
                </a:lnTo>
                <a:lnTo>
                  <a:pt x="676" y="566"/>
                </a:lnTo>
                <a:lnTo>
                  <a:pt x="676" y="567"/>
                </a:lnTo>
                <a:lnTo>
                  <a:pt x="675" y="567"/>
                </a:lnTo>
                <a:lnTo>
                  <a:pt x="676" y="568"/>
                </a:lnTo>
                <a:lnTo>
                  <a:pt x="677" y="568"/>
                </a:lnTo>
                <a:lnTo>
                  <a:pt x="677" y="567"/>
                </a:lnTo>
                <a:lnTo>
                  <a:pt x="678" y="569"/>
                </a:lnTo>
                <a:lnTo>
                  <a:pt x="678" y="570"/>
                </a:lnTo>
                <a:lnTo>
                  <a:pt x="677" y="570"/>
                </a:lnTo>
                <a:lnTo>
                  <a:pt x="677" y="571"/>
                </a:lnTo>
                <a:lnTo>
                  <a:pt x="677" y="573"/>
                </a:lnTo>
                <a:lnTo>
                  <a:pt x="675" y="574"/>
                </a:lnTo>
                <a:lnTo>
                  <a:pt x="674" y="574"/>
                </a:lnTo>
                <a:lnTo>
                  <a:pt x="674" y="576"/>
                </a:lnTo>
                <a:lnTo>
                  <a:pt x="673" y="576"/>
                </a:lnTo>
                <a:lnTo>
                  <a:pt x="674" y="577"/>
                </a:lnTo>
                <a:lnTo>
                  <a:pt x="674" y="578"/>
                </a:lnTo>
                <a:lnTo>
                  <a:pt x="673" y="578"/>
                </a:lnTo>
                <a:lnTo>
                  <a:pt x="672" y="579"/>
                </a:lnTo>
                <a:lnTo>
                  <a:pt x="671" y="579"/>
                </a:lnTo>
                <a:lnTo>
                  <a:pt x="671" y="578"/>
                </a:lnTo>
                <a:lnTo>
                  <a:pt x="672" y="578"/>
                </a:lnTo>
                <a:lnTo>
                  <a:pt x="672" y="577"/>
                </a:lnTo>
                <a:lnTo>
                  <a:pt x="672" y="576"/>
                </a:lnTo>
                <a:lnTo>
                  <a:pt x="671" y="576"/>
                </a:lnTo>
                <a:lnTo>
                  <a:pt x="670" y="575"/>
                </a:lnTo>
                <a:lnTo>
                  <a:pt x="669" y="575"/>
                </a:lnTo>
                <a:lnTo>
                  <a:pt x="667" y="576"/>
                </a:lnTo>
                <a:lnTo>
                  <a:pt x="665" y="578"/>
                </a:lnTo>
                <a:lnTo>
                  <a:pt x="665" y="579"/>
                </a:lnTo>
                <a:lnTo>
                  <a:pt x="665" y="580"/>
                </a:lnTo>
                <a:lnTo>
                  <a:pt x="664" y="580"/>
                </a:lnTo>
                <a:lnTo>
                  <a:pt x="663" y="579"/>
                </a:lnTo>
                <a:lnTo>
                  <a:pt x="664" y="578"/>
                </a:lnTo>
                <a:lnTo>
                  <a:pt x="666" y="576"/>
                </a:lnTo>
                <a:lnTo>
                  <a:pt x="667" y="575"/>
                </a:lnTo>
                <a:lnTo>
                  <a:pt x="668" y="574"/>
                </a:lnTo>
                <a:lnTo>
                  <a:pt x="668" y="573"/>
                </a:lnTo>
                <a:lnTo>
                  <a:pt x="667" y="571"/>
                </a:lnTo>
                <a:lnTo>
                  <a:pt x="665" y="569"/>
                </a:lnTo>
                <a:lnTo>
                  <a:pt x="662" y="567"/>
                </a:lnTo>
                <a:lnTo>
                  <a:pt x="661" y="567"/>
                </a:lnTo>
                <a:lnTo>
                  <a:pt x="662" y="564"/>
                </a:lnTo>
                <a:lnTo>
                  <a:pt x="663" y="562"/>
                </a:lnTo>
                <a:lnTo>
                  <a:pt x="663" y="560"/>
                </a:lnTo>
                <a:lnTo>
                  <a:pt x="662" y="560"/>
                </a:lnTo>
                <a:lnTo>
                  <a:pt x="661" y="561"/>
                </a:lnTo>
                <a:lnTo>
                  <a:pt x="662" y="561"/>
                </a:lnTo>
                <a:lnTo>
                  <a:pt x="661" y="562"/>
                </a:lnTo>
                <a:lnTo>
                  <a:pt x="660" y="562"/>
                </a:lnTo>
                <a:lnTo>
                  <a:pt x="659" y="562"/>
                </a:lnTo>
                <a:lnTo>
                  <a:pt x="659" y="561"/>
                </a:lnTo>
                <a:lnTo>
                  <a:pt x="658" y="562"/>
                </a:lnTo>
                <a:lnTo>
                  <a:pt x="657" y="561"/>
                </a:lnTo>
                <a:lnTo>
                  <a:pt x="656" y="562"/>
                </a:lnTo>
                <a:lnTo>
                  <a:pt x="656" y="563"/>
                </a:lnTo>
                <a:lnTo>
                  <a:pt x="656" y="564"/>
                </a:lnTo>
                <a:lnTo>
                  <a:pt x="655" y="565"/>
                </a:lnTo>
                <a:lnTo>
                  <a:pt x="653" y="567"/>
                </a:lnTo>
                <a:lnTo>
                  <a:pt x="653" y="568"/>
                </a:lnTo>
                <a:lnTo>
                  <a:pt x="652" y="567"/>
                </a:lnTo>
                <a:lnTo>
                  <a:pt x="653" y="566"/>
                </a:lnTo>
                <a:lnTo>
                  <a:pt x="653" y="565"/>
                </a:lnTo>
                <a:lnTo>
                  <a:pt x="654" y="563"/>
                </a:lnTo>
                <a:lnTo>
                  <a:pt x="654" y="561"/>
                </a:lnTo>
                <a:lnTo>
                  <a:pt x="653" y="560"/>
                </a:lnTo>
                <a:lnTo>
                  <a:pt x="652" y="559"/>
                </a:lnTo>
                <a:lnTo>
                  <a:pt x="653" y="558"/>
                </a:lnTo>
                <a:lnTo>
                  <a:pt x="654" y="558"/>
                </a:lnTo>
                <a:lnTo>
                  <a:pt x="654" y="555"/>
                </a:lnTo>
                <a:lnTo>
                  <a:pt x="654" y="554"/>
                </a:lnTo>
                <a:lnTo>
                  <a:pt x="654" y="553"/>
                </a:lnTo>
                <a:lnTo>
                  <a:pt x="654" y="552"/>
                </a:lnTo>
                <a:lnTo>
                  <a:pt x="653" y="552"/>
                </a:lnTo>
                <a:lnTo>
                  <a:pt x="653" y="553"/>
                </a:lnTo>
                <a:lnTo>
                  <a:pt x="651" y="553"/>
                </a:lnTo>
                <a:lnTo>
                  <a:pt x="650" y="553"/>
                </a:lnTo>
                <a:lnTo>
                  <a:pt x="649" y="552"/>
                </a:lnTo>
                <a:lnTo>
                  <a:pt x="648" y="556"/>
                </a:lnTo>
                <a:lnTo>
                  <a:pt x="643" y="555"/>
                </a:lnTo>
                <a:lnTo>
                  <a:pt x="645" y="552"/>
                </a:lnTo>
                <a:lnTo>
                  <a:pt x="644" y="552"/>
                </a:lnTo>
                <a:lnTo>
                  <a:pt x="640" y="551"/>
                </a:lnTo>
                <a:lnTo>
                  <a:pt x="640" y="550"/>
                </a:lnTo>
                <a:lnTo>
                  <a:pt x="639" y="550"/>
                </a:lnTo>
                <a:lnTo>
                  <a:pt x="638" y="551"/>
                </a:lnTo>
                <a:lnTo>
                  <a:pt x="636" y="550"/>
                </a:lnTo>
                <a:lnTo>
                  <a:pt x="635" y="550"/>
                </a:lnTo>
                <a:lnTo>
                  <a:pt x="635" y="549"/>
                </a:lnTo>
                <a:lnTo>
                  <a:pt x="634" y="548"/>
                </a:lnTo>
                <a:lnTo>
                  <a:pt x="634" y="547"/>
                </a:lnTo>
                <a:lnTo>
                  <a:pt x="635" y="546"/>
                </a:lnTo>
                <a:lnTo>
                  <a:pt x="635" y="545"/>
                </a:lnTo>
                <a:lnTo>
                  <a:pt x="635" y="544"/>
                </a:lnTo>
                <a:lnTo>
                  <a:pt x="634" y="545"/>
                </a:lnTo>
                <a:lnTo>
                  <a:pt x="634" y="544"/>
                </a:lnTo>
                <a:lnTo>
                  <a:pt x="633" y="545"/>
                </a:lnTo>
                <a:lnTo>
                  <a:pt x="634" y="545"/>
                </a:lnTo>
                <a:lnTo>
                  <a:pt x="634" y="547"/>
                </a:lnTo>
                <a:lnTo>
                  <a:pt x="633" y="548"/>
                </a:lnTo>
                <a:lnTo>
                  <a:pt x="633" y="549"/>
                </a:lnTo>
                <a:lnTo>
                  <a:pt x="633" y="551"/>
                </a:lnTo>
                <a:lnTo>
                  <a:pt x="633" y="552"/>
                </a:lnTo>
                <a:lnTo>
                  <a:pt x="633" y="554"/>
                </a:lnTo>
                <a:lnTo>
                  <a:pt x="633" y="556"/>
                </a:lnTo>
                <a:lnTo>
                  <a:pt x="632" y="557"/>
                </a:lnTo>
                <a:lnTo>
                  <a:pt x="631" y="560"/>
                </a:lnTo>
                <a:lnTo>
                  <a:pt x="631" y="561"/>
                </a:lnTo>
                <a:lnTo>
                  <a:pt x="632" y="562"/>
                </a:lnTo>
                <a:lnTo>
                  <a:pt x="633" y="563"/>
                </a:lnTo>
                <a:lnTo>
                  <a:pt x="632" y="563"/>
                </a:lnTo>
                <a:lnTo>
                  <a:pt x="632" y="564"/>
                </a:lnTo>
                <a:lnTo>
                  <a:pt x="632" y="565"/>
                </a:lnTo>
                <a:lnTo>
                  <a:pt x="633" y="566"/>
                </a:lnTo>
                <a:lnTo>
                  <a:pt x="633" y="567"/>
                </a:lnTo>
                <a:lnTo>
                  <a:pt x="634" y="568"/>
                </a:lnTo>
                <a:lnTo>
                  <a:pt x="635" y="568"/>
                </a:lnTo>
                <a:lnTo>
                  <a:pt x="636" y="569"/>
                </a:lnTo>
                <a:lnTo>
                  <a:pt x="636" y="570"/>
                </a:lnTo>
                <a:lnTo>
                  <a:pt x="635" y="570"/>
                </a:lnTo>
                <a:lnTo>
                  <a:pt x="632" y="569"/>
                </a:lnTo>
                <a:lnTo>
                  <a:pt x="631" y="569"/>
                </a:lnTo>
                <a:lnTo>
                  <a:pt x="631" y="575"/>
                </a:lnTo>
                <a:lnTo>
                  <a:pt x="628" y="574"/>
                </a:lnTo>
                <a:lnTo>
                  <a:pt x="628" y="575"/>
                </a:lnTo>
                <a:lnTo>
                  <a:pt x="627" y="575"/>
                </a:lnTo>
                <a:lnTo>
                  <a:pt x="624" y="574"/>
                </a:lnTo>
                <a:lnTo>
                  <a:pt x="625" y="572"/>
                </a:lnTo>
                <a:lnTo>
                  <a:pt x="624" y="571"/>
                </a:lnTo>
                <a:lnTo>
                  <a:pt x="622" y="571"/>
                </a:lnTo>
                <a:lnTo>
                  <a:pt x="621" y="570"/>
                </a:lnTo>
                <a:lnTo>
                  <a:pt x="620" y="570"/>
                </a:lnTo>
                <a:lnTo>
                  <a:pt x="620" y="569"/>
                </a:lnTo>
                <a:lnTo>
                  <a:pt x="620" y="568"/>
                </a:lnTo>
                <a:lnTo>
                  <a:pt x="620" y="567"/>
                </a:lnTo>
                <a:lnTo>
                  <a:pt x="620" y="566"/>
                </a:lnTo>
                <a:lnTo>
                  <a:pt x="621" y="565"/>
                </a:lnTo>
                <a:lnTo>
                  <a:pt x="621" y="564"/>
                </a:lnTo>
                <a:lnTo>
                  <a:pt x="621" y="563"/>
                </a:lnTo>
                <a:lnTo>
                  <a:pt x="622" y="562"/>
                </a:lnTo>
                <a:lnTo>
                  <a:pt x="621" y="561"/>
                </a:lnTo>
                <a:lnTo>
                  <a:pt x="620" y="561"/>
                </a:lnTo>
                <a:lnTo>
                  <a:pt x="619" y="562"/>
                </a:lnTo>
                <a:lnTo>
                  <a:pt x="619" y="559"/>
                </a:lnTo>
                <a:lnTo>
                  <a:pt x="618" y="558"/>
                </a:lnTo>
                <a:lnTo>
                  <a:pt x="618" y="559"/>
                </a:lnTo>
                <a:lnTo>
                  <a:pt x="617" y="560"/>
                </a:lnTo>
                <a:lnTo>
                  <a:pt x="615" y="562"/>
                </a:lnTo>
                <a:lnTo>
                  <a:pt x="613" y="563"/>
                </a:lnTo>
                <a:lnTo>
                  <a:pt x="613" y="564"/>
                </a:lnTo>
                <a:lnTo>
                  <a:pt x="613" y="565"/>
                </a:lnTo>
                <a:lnTo>
                  <a:pt x="612" y="565"/>
                </a:lnTo>
                <a:lnTo>
                  <a:pt x="611" y="565"/>
                </a:lnTo>
                <a:lnTo>
                  <a:pt x="610" y="565"/>
                </a:lnTo>
                <a:lnTo>
                  <a:pt x="610" y="566"/>
                </a:lnTo>
                <a:lnTo>
                  <a:pt x="606" y="568"/>
                </a:lnTo>
                <a:lnTo>
                  <a:pt x="606" y="569"/>
                </a:lnTo>
                <a:lnTo>
                  <a:pt x="605" y="570"/>
                </a:lnTo>
                <a:lnTo>
                  <a:pt x="604" y="570"/>
                </a:lnTo>
                <a:lnTo>
                  <a:pt x="603" y="570"/>
                </a:lnTo>
                <a:lnTo>
                  <a:pt x="601" y="572"/>
                </a:lnTo>
                <a:lnTo>
                  <a:pt x="600" y="573"/>
                </a:lnTo>
                <a:lnTo>
                  <a:pt x="599" y="574"/>
                </a:lnTo>
                <a:lnTo>
                  <a:pt x="599" y="575"/>
                </a:lnTo>
                <a:lnTo>
                  <a:pt x="598" y="576"/>
                </a:lnTo>
                <a:lnTo>
                  <a:pt x="598" y="578"/>
                </a:lnTo>
                <a:lnTo>
                  <a:pt x="598" y="580"/>
                </a:lnTo>
                <a:lnTo>
                  <a:pt x="597" y="581"/>
                </a:lnTo>
                <a:lnTo>
                  <a:pt x="596" y="580"/>
                </a:lnTo>
                <a:lnTo>
                  <a:pt x="596" y="581"/>
                </a:lnTo>
                <a:lnTo>
                  <a:pt x="595" y="581"/>
                </a:lnTo>
                <a:lnTo>
                  <a:pt x="596" y="582"/>
                </a:lnTo>
                <a:lnTo>
                  <a:pt x="597" y="583"/>
                </a:lnTo>
                <a:lnTo>
                  <a:pt x="598" y="584"/>
                </a:lnTo>
                <a:lnTo>
                  <a:pt x="598" y="585"/>
                </a:lnTo>
                <a:lnTo>
                  <a:pt x="599" y="585"/>
                </a:lnTo>
                <a:lnTo>
                  <a:pt x="601" y="586"/>
                </a:lnTo>
                <a:lnTo>
                  <a:pt x="604" y="585"/>
                </a:lnTo>
                <a:lnTo>
                  <a:pt x="604" y="586"/>
                </a:lnTo>
                <a:lnTo>
                  <a:pt x="607" y="586"/>
                </a:lnTo>
                <a:lnTo>
                  <a:pt x="611" y="587"/>
                </a:lnTo>
                <a:lnTo>
                  <a:pt x="611" y="589"/>
                </a:lnTo>
                <a:lnTo>
                  <a:pt x="612" y="588"/>
                </a:lnTo>
                <a:lnTo>
                  <a:pt x="612" y="587"/>
                </a:lnTo>
                <a:lnTo>
                  <a:pt x="613" y="588"/>
                </a:lnTo>
                <a:lnTo>
                  <a:pt x="614" y="588"/>
                </a:lnTo>
                <a:lnTo>
                  <a:pt x="614" y="589"/>
                </a:lnTo>
                <a:lnTo>
                  <a:pt x="614" y="590"/>
                </a:lnTo>
                <a:lnTo>
                  <a:pt x="614" y="591"/>
                </a:lnTo>
                <a:lnTo>
                  <a:pt x="615" y="592"/>
                </a:lnTo>
                <a:lnTo>
                  <a:pt x="616" y="592"/>
                </a:lnTo>
                <a:lnTo>
                  <a:pt x="616" y="593"/>
                </a:lnTo>
                <a:lnTo>
                  <a:pt x="616" y="594"/>
                </a:lnTo>
                <a:lnTo>
                  <a:pt x="617" y="595"/>
                </a:lnTo>
                <a:lnTo>
                  <a:pt x="618" y="595"/>
                </a:lnTo>
                <a:lnTo>
                  <a:pt x="619" y="595"/>
                </a:lnTo>
                <a:lnTo>
                  <a:pt x="619" y="596"/>
                </a:lnTo>
                <a:lnTo>
                  <a:pt x="619" y="598"/>
                </a:lnTo>
                <a:lnTo>
                  <a:pt x="621" y="599"/>
                </a:lnTo>
                <a:lnTo>
                  <a:pt x="622" y="599"/>
                </a:lnTo>
                <a:lnTo>
                  <a:pt x="623" y="598"/>
                </a:lnTo>
                <a:lnTo>
                  <a:pt x="622" y="595"/>
                </a:lnTo>
                <a:lnTo>
                  <a:pt x="622" y="594"/>
                </a:lnTo>
                <a:lnTo>
                  <a:pt x="621" y="593"/>
                </a:lnTo>
                <a:lnTo>
                  <a:pt x="622" y="593"/>
                </a:lnTo>
                <a:lnTo>
                  <a:pt x="622" y="594"/>
                </a:lnTo>
                <a:lnTo>
                  <a:pt x="623" y="595"/>
                </a:lnTo>
                <a:lnTo>
                  <a:pt x="625" y="596"/>
                </a:lnTo>
                <a:lnTo>
                  <a:pt x="627" y="596"/>
                </a:lnTo>
                <a:lnTo>
                  <a:pt x="629" y="595"/>
                </a:lnTo>
                <a:lnTo>
                  <a:pt x="629" y="594"/>
                </a:lnTo>
                <a:lnTo>
                  <a:pt x="628" y="593"/>
                </a:lnTo>
                <a:lnTo>
                  <a:pt x="629" y="593"/>
                </a:lnTo>
                <a:lnTo>
                  <a:pt x="630" y="593"/>
                </a:lnTo>
                <a:lnTo>
                  <a:pt x="631" y="595"/>
                </a:lnTo>
                <a:lnTo>
                  <a:pt x="632" y="596"/>
                </a:lnTo>
                <a:lnTo>
                  <a:pt x="631" y="597"/>
                </a:lnTo>
                <a:lnTo>
                  <a:pt x="632" y="597"/>
                </a:lnTo>
                <a:lnTo>
                  <a:pt x="634" y="598"/>
                </a:lnTo>
                <a:lnTo>
                  <a:pt x="636" y="599"/>
                </a:lnTo>
                <a:lnTo>
                  <a:pt x="637" y="599"/>
                </a:lnTo>
                <a:lnTo>
                  <a:pt x="638" y="600"/>
                </a:lnTo>
                <a:lnTo>
                  <a:pt x="638" y="601"/>
                </a:lnTo>
                <a:lnTo>
                  <a:pt x="640" y="602"/>
                </a:lnTo>
                <a:lnTo>
                  <a:pt x="641" y="602"/>
                </a:lnTo>
                <a:lnTo>
                  <a:pt x="642" y="602"/>
                </a:lnTo>
                <a:lnTo>
                  <a:pt x="644" y="603"/>
                </a:lnTo>
                <a:lnTo>
                  <a:pt x="645" y="602"/>
                </a:lnTo>
                <a:lnTo>
                  <a:pt x="646" y="602"/>
                </a:lnTo>
                <a:lnTo>
                  <a:pt x="645" y="604"/>
                </a:lnTo>
                <a:lnTo>
                  <a:pt x="645" y="605"/>
                </a:lnTo>
                <a:lnTo>
                  <a:pt x="645" y="606"/>
                </a:lnTo>
                <a:lnTo>
                  <a:pt x="644" y="606"/>
                </a:lnTo>
                <a:lnTo>
                  <a:pt x="643" y="606"/>
                </a:lnTo>
                <a:lnTo>
                  <a:pt x="642" y="606"/>
                </a:lnTo>
                <a:lnTo>
                  <a:pt x="639" y="608"/>
                </a:lnTo>
                <a:lnTo>
                  <a:pt x="639" y="609"/>
                </a:lnTo>
                <a:lnTo>
                  <a:pt x="638" y="610"/>
                </a:lnTo>
                <a:lnTo>
                  <a:pt x="639" y="610"/>
                </a:lnTo>
                <a:lnTo>
                  <a:pt x="638" y="610"/>
                </a:lnTo>
                <a:lnTo>
                  <a:pt x="637" y="609"/>
                </a:lnTo>
                <a:lnTo>
                  <a:pt x="635" y="609"/>
                </a:lnTo>
                <a:lnTo>
                  <a:pt x="635" y="610"/>
                </a:lnTo>
                <a:lnTo>
                  <a:pt x="634" y="610"/>
                </a:lnTo>
                <a:lnTo>
                  <a:pt x="633" y="610"/>
                </a:lnTo>
                <a:lnTo>
                  <a:pt x="632" y="609"/>
                </a:lnTo>
                <a:lnTo>
                  <a:pt x="632" y="610"/>
                </a:lnTo>
                <a:lnTo>
                  <a:pt x="631" y="611"/>
                </a:lnTo>
                <a:lnTo>
                  <a:pt x="632" y="612"/>
                </a:lnTo>
                <a:lnTo>
                  <a:pt x="633" y="615"/>
                </a:lnTo>
                <a:lnTo>
                  <a:pt x="633" y="616"/>
                </a:lnTo>
                <a:lnTo>
                  <a:pt x="633" y="618"/>
                </a:lnTo>
                <a:lnTo>
                  <a:pt x="634" y="618"/>
                </a:lnTo>
                <a:lnTo>
                  <a:pt x="635" y="618"/>
                </a:lnTo>
                <a:lnTo>
                  <a:pt x="635" y="619"/>
                </a:lnTo>
                <a:lnTo>
                  <a:pt x="635" y="620"/>
                </a:lnTo>
                <a:lnTo>
                  <a:pt x="634" y="620"/>
                </a:lnTo>
                <a:lnTo>
                  <a:pt x="632" y="621"/>
                </a:lnTo>
                <a:lnTo>
                  <a:pt x="631" y="623"/>
                </a:lnTo>
                <a:lnTo>
                  <a:pt x="631" y="624"/>
                </a:lnTo>
                <a:lnTo>
                  <a:pt x="630" y="625"/>
                </a:lnTo>
                <a:lnTo>
                  <a:pt x="630" y="623"/>
                </a:lnTo>
                <a:lnTo>
                  <a:pt x="629" y="623"/>
                </a:lnTo>
                <a:lnTo>
                  <a:pt x="628" y="622"/>
                </a:lnTo>
                <a:lnTo>
                  <a:pt x="626" y="622"/>
                </a:lnTo>
                <a:lnTo>
                  <a:pt x="625" y="623"/>
                </a:lnTo>
                <a:lnTo>
                  <a:pt x="625" y="622"/>
                </a:lnTo>
                <a:lnTo>
                  <a:pt x="623" y="621"/>
                </a:lnTo>
                <a:lnTo>
                  <a:pt x="620" y="622"/>
                </a:lnTo>
                <a:lnTo>
                  <a:pt x="619" y="622"/>
                </a:lnTo>
                <a:lnTo>
                  <a:pt x="618" y="623"/>
                </a:lnTo>
                <a:lnTo>
                  <a:pt x="616" y="625"/>
                </a:lnTo>
                <a:lnTo>
                  <a:pt x="615" y="625"/>
                </a:lnTo>
                <a:lnTo>
                  <a:pt x="613" y="625"/>
                </a:lnTo>
                <a:lnTo>
                  <a:pt x="612" y="625"/>
                </a:lnTo>
                <a:lnTo>
                  <a:pt x="611" y="624"/>
                </a:lnTo>
                <a:lnTo>
                  <a:pt x="611" y="623"/>
                </a:lnTo>
                <a:lnTo>
                  <a:pt x="609" y="622"/>
                </a:lnTo>
                <a:lnTo>
                  <a:pt x="608" y="621"/>
                </a:lnTo>
                <a:lnTo>
                  <a:pt x="607" y="621"/>
                </a:lnTo>
                <a:lnTo>
                  <a:pt x="606" y="620"/>
                </a:lnTo>
                <a:lnTo>
                  <a:pt x="605" y="617"/>
                </a:lnTo>
                <a:lnTo>
                  <a:pt x="606" y="616"/>
                </a:lnTo>
                <a:lnTo>
                  <a:pt x="604" y="615"/>
                </a:lnTo>
                <a:lnTo>
                  <a:pt x="603" y="615"/>
                </a:lnTo>
                <a:lnTo>
                  <a:pt x="602" y="615"/>
                </a:lnTo>
                <a:lnTo>
                  <a:pt x="601" y="615"/>
                </a:lnTo>
                <a:lnTo>
                  <a:pt x="602" y="617"/>
                </a:lnTo>
                <a:lnTo>
                  <a:pt x="600" y="619"/>
                </a:lnTo>
                <a:lnTo>
                  <a:pt x="599" y="619"/>
                </a:lnTo>
                <a:lnTo>
                  <a:pt x="599" y="620"/>
                </a:lnTo>
                <a:lnTo>
                  <a:pt x="599" y="621"/>
                </a:lnTo>
                <a:lnTo>
                  <a:pt x="599" y="622"/>
                </a:lnTo>
                <a:lnTo>
                  <a:pt x="598" y="623"/>
                </a:lnTo>
                <a:lnTo>
                  <a:pt x="600" y="627"/>
                </a:lnTo>
                <a:lnTo>
                  <a:pt x="601" y="628"/>
                </a:lnTo>
                <a:lnTo>
                  <a:pt x="602" y="628"/>
                </a:lnTo>
                <a:lnTo>
                  <a:pt x="603" y="628"/>
                </a:lnTo>
                <a:lnTo>
                  <a:pt x="604" y="629"/>
                </a:lnTo>
                <a:lnTo>
                  <a:pt x="605" y="629"/>
                </a:lnTo>
                <a:lnTo>
                  <a:pt x="605" y="628"/>
                </a:lnTo>
                <a:lnTo>
                  <a:pt x="606" y="628"/>
                </a:lnTo>
                <a:lnTo>
                  <a:pt x="606" y="629"/>
                </a:lnTo>
                <a:lnTo>
                  <a:pt x="606" y="630"/>
                </a:lnTo>
                <a:lnTo>
                  <a:pt x="605" y="630"/>
                </a:lnTo>
                <a:lnTo>
                  <a:pt x="604" y="631"/>
                </a:lnTo>
                <a:lnTo>
                  <a:pt x="605" y="632"/>
                </a:lnTo>
                <a:lnTo>
                  <a:pt x="605" y="633"/>
                </a:lnTo>
                <a:lnTo>
                  <a:pt x="607" y="633"/>
                </a:lnTo>
                <a:lnTo>
                  <a:pt x="608" y="633"/>
                </a:lnTo>
                <a:lnTo>
                  <a:pt x="608" y="632"/>
                </a:lnTo>
                <a:lnTo>
                  <a:pt x="609" y="631"/>
                </a:lnTo>
                <a:lnTo>
                  <a:pt x="610" y="632"/>
                </a:lnTo>
                <a:lnTo>
                  <a:pt x="610" y="633"/>
                </a:lnTo>
                <a:lnTo>
                  <a:pt x="611" y="633"/>
                </a:lnTo>
                <a:lnTo>
                  <a:pt x="610" y="634"/>
                </a:lnTo>
                <a:lnTo>
                  <a:pt x="610" y="636"/>
                </a:lnTo>
                <a:lnTo>
                  <a:pt x="611" y="636"/>
                </a:lnTo>
                <a:lnTo>
                  <a:pt x="610" y="637"/>
                </a:lnTo>
                <a:lnTo>
                  <a:pt x="609" y="637"/>
                </a:lnTo>
                <a:lnTo>
                  <a:pt x="609" y="636"/>
                </a:lnTo>
                <a:lnTo>
                  <a:pt x="602" y="640"/>
                </a:lnTo>
                <a:lnTo>
                  <a:pt x="601" y="641"/>
                </a:lnTo>
                <a:lnTo>
                  <a:pt x="600" y="641"/>
                </a:lnTo>
                <a:lnTo>
                  <a:pt x="596" y="641"/>
                </a:lnTo>
                <a:lnTo>
                  <a:pt x="596" y="642"/>
                </a:lnTo>
                <a:lnTo>
                  <a:pt x="595" y="644"/>
                </a:lnTo>
                <a:lnTo>
                  <a:pt x="594" y="643"/>
                </a:lnTo>
                <a:lnTo>
                  <a:pt x="595" y="642"/>
                </a:lnTo>
                <a:lnTo>
                  <a:pt x="595" y="641"/>
                </a:lnTo>
                <a:lnTo>
                  <a:pt x="593" y="641"/>
                </a:lnTo>
                <a:lnTo>
                  <a:pt x="592" y="641"/>
                </a:lnTo>
                <a:lnTo>
                  <a:pt x="592" y="642"/>
                </a:lnTo>
                <a:lnTo>
                  <a:pt x="591" y="642"/>
                </a:lnTo>
                <a:lnTo>
                  <a:pt x="592" y="642"/>
                </a:lnTo>
                <a:lnTo>
                  <a:pt x="591" y="642"/>
                </a:lnTo>
                <a:lnTo>
                  <a:pt x="591" y="641"/>
                </a:lnTo>
                <a:lnTo>
                  <a:pt x="589" y="640"/>
                </a:lnTo>
                <a:lnTo>
                  <a:pt x="588" y="640"/>
                </a:lnTo>
                <a:lnTo>
                  <a:pt x="587" y="639"/>
                </a:lnTo>
                <a:lnTo>
                  <a:pt x="586" y="638"/>
                </a:lnTo>
                <a:lnTo>
                  <a:pt x="586" y="637"/>
                </a:lnTo>
                <a:lnTo>
                  <a:pt x="585" y="634"/>
                </a:lnTo>
                <a:lnTo>
                  <a:pt x="586" y="632"/>
                </a:lnTo>
                <a:lnTo>
                  <a:pt x="587" y="631"/>
                </a:lnTo>
                <a:lnTo>
                  <a:pt x="588" y="631"/>
                </a:lnTo>
                <a:lnTo>
                  <a:pt x="589" y="632"/>
                </a:lnTo>
                <a:lnTo>
                  <a:pt x="590" y="632"/>
                </a:lnTo>
                <a:lnTo>
                  <a:pt x="591" y="630"/>
                </a:lnTo>
                <a:lnTo>
                  <a:pt x="592" y="627"/>
                </a:lnTo>
                <a:lnTo>
                  <a:pt x="593" y="626"/>
                </a:lnTo>
                <a:lnTo>
                  <a:pt x="593" y="625"/>
                </a:lnTo>
                <a:lnTo>
                  <a:pt x="593" y="624"/>
                </a:lnTo>
                <a:lnTo>
                  <a:pt x="592" y="624"/>
                </a:lnTo>
                <a:lnTo>
                  <a:pt x="592" y="622"/>
                </a:lnTo>
                <a:lnTo>
                  <a:pt x="593" y="622"/>
                </a:lnTo>
                <a:lnTo>
                  <a:pt x="593" y="620"/>
                </a:lnTo>
                <a:lnTo>
                  <a:pt x="593" y="619"/>
                </a:lnTo>
                <a:lnTo>
                  <a:pt x="593" y="620"/>
                </a:lnTo>
                <a:lnTo>
                  <a:pt x="590" y="622"/>
                </a:lnTo>
                <a:lnTo>
                  <a:pt x="589" y="620"/>
                </a:lnTo>
                <a:lnTo>
                  <a:pt x="591" y="619"/>
                </a:lnTo>
                <a:lnTo>
                  <a:pt x="591" y="618"/>
                </a:lnTo>
                <a:lnTo>
                  <a:pt x="589" y="619"/>
                </a:lnTo>
                <a:lnTo>
                  <a:pt x="585" y="621"/>
                </a:lnTo>
                <a:lnTo>
                  <a:pt x="582" y="622"/>
                </a:lnTo>
                <a:lnTo>
                  <a:pt x="581" y="622"/>
                </a:lnTo>
                <a:lnTo>
                  <a:pt x="580" y="621"/>
                </a:lnTo>
                <a:lnTo>
                  <a:pt x="581" y="621"/>
                </a:lnTo>
                <a:lnTo>
                  <a:pt x="582" y="620"/>
                </a:lnTo>
                <a:lnTo>
                  <a:pt x="585" y="619"/>
                </a:lnTo>
                <a:lnTo>
                  <a:pt x="589" y="617"/>
                </a:lnTo>
                <a:lnTo>
                  <a:pt x="588" y="617"/>
                </a:lnTo>
                <a:lnTo>
                  <a:pt x="587" y="617"/>
                </a:lnTo>
                <a:lnTo>
                  <a:pt x="586" y="617"/>
                </a:lnTo>
                <a:lnTo>
                  <a:pt x="585" y="617"/>
                </a:lnTo>
                <a:lnTo>
                  <a:pt x="585" y="618"/>
                </a:lnTo>
                <a:lnTo>
                  <a:pt x="584" y="619"/>
                </a:lnTo>
                <a:lnTo>
                  <a:pt x="581" y="620"/>
                </a:lnTo>
                <a:lnTo>
                  <a:pt x="580" y="621"/>
                </a:lnTo>
                <a:lnTo>
                  <a:pt x="580" y="622"/>
                </a:lnTo>
                <a:lnTo>
                  <a:pt x="579" y="624"/>
                </a:lnTo>
                <a:lnTo>
                  <a:pt x="578" y="624"/>
                </a:lnTo>
                <a:lnTo>
                  <a:pt x="577" y="624"/>
                </a:lnTo>
                <a:lnTo>
                  <a:pt x="576" y="623"/>
                </a:lnTo>
                <a:lnTo>
                  <a:pt x="575" y="621"/>
                </a:lnTo>
                <a:lnTo>
                  <a:pt x="574" y="621"/>
                </a:lnTo>
                <a:lnTo>
                  <a:pt x="575" y="620"/>
                </a:lnTo>
                <a:lnTo>
                  <a:pt x="575" y="619"/>
                </a:lnTo>
                <a:lnTo>
                  <a:pt x="576" y="619"/>
                </a:lnTo>
                <a:lnTo>
                  <a:pt x="575" y="616"/>
                </a:lnTo>
                <a:lnTo>
                  <a:pt x="575" y="615"/>
                </a:lnTo>
                <a:lnTo>
                  <a:pt x="576" y="615"/>
                </a:lnTo>
                <a:lnTo>
                  <a:pt x="576" y="614"/>
                </a:lnTo>
                <a:lnTo>
                  <a:pt x="576" y="613"/>
                </a:lnTo>
                <a:lnTo>
                  <a:pt x="577" y="613"/>
                </a:lnTo>
                <a:lnTo>
                  <a:pt x="578" y="614"/>
                </a:lnTo>
                <a:lnTo>
                  <a:pt x="578" y="615"/>
                </a:lnTo>
                <a:lnTo>
                  <a:pt x="579" y="614"/>
                </a:lnTo>
                <a:lnTo>
                  <a:pt x="581" y="614"/>
                </a:lnTo>
                <a:lnTo>
                  <a:pt x="582" y="613"/>
                </a:lnTo>
                <a:lnTo>
                  <a:pt x="582" y="611"/>
                </a:lnTo>
                <a:lnTo>
                  <a:pt x="583" y="609"/>
                </a:lnTo>
                <a:lnTo>
                  <a:pt x="580" y="608"/>
                </a:lnTo>
                <a:lnTo>
                  <a:pt x="579" y="608"/>
                </a:lnTo>
                <a:lnTo>
                  <a:pt x="579" y="609"/>
                </a:lnTo>
                <a:lnTo>
                  <a:pt x="577" y="609"/>
                </a:lnTo>
                <a:lnTo>
                  <a:pt x="576" y="609"/>
                </a:lnTo>
                <a:lnTo>
                  <a:pt x="576" y="608"/>
                </a:lnTo>
                <a:lnTo>
                  <a:pt x="575" y="608"/>
                </a:lnTo>
                <a:lnTo>
                  <a:pt x="574" y="609"/>
                </a:lnTo>
                <a:lnTo>
                  <a:pt x="574" y="610"/>
                </a:lnTo>
                <a:lnTo>
                  <a:pt x="572" y="611"/>
                </a:lnTo>
                <a:lnTo>
                  <a:pt x="572" y="610"/>
                </a:lnTo>
                <a:lnTo>
                  <a:pt x="571" y="611"/>
                </a:lnTo>
                <a:lnTo>
                  <a:pt x="569" y="611"/>
                </a:lnTo>
                <a:lnTo>
                  <a:pt x="568" y="612"/>
                </a:lnTo>
                <a:lnTo>
                  <a:pt x="567" y="613"/>
                </a:lnTo>
                <a:lnTo>
                  <a:pt x="563" y="616"/>
                </a:lnTo>
                <a:lnTo>
                  <a:pt x="562" y="616"/>
                </a:lnTo>
                <a:lnTo>
                  <a:pt x="561" y="616"/>
                </a:lnTo>
                <a:lnTo>
                  <a:pt x="560" y="616"/>
                </a:lnTo>
                <a:lnTo>
                  <a:pt x="561" y="617"/>
                </a:lnTo>
                <a:lnTo>
                  <a:pt x="562" y="618"/>
                </a:lnTo>
                <a:lnTo>
                  <a:pt x="560" y="619"/>
                </a:lnTo>
                <a:lnTo>
                  <a:pt x="559" y="619"/>
                </a:lnTo>
                <a:lnTo>
                  <a:pt x="557" y="620"/>
                </a:lnTo>
                <a:lnTo>
                  <a:pt x="555" y="620"/>
                </a:lnTo>
                <a:lnTo>
                  <a:pt x="554" y="620"/>
                </a:lnTo>
                <a:lnTo>
                  <a:pt x="555" y="620"/>
                </a:lnTo>
                <a:lnTo>
                  <a:pt x="556" y="621"/>
                </a:lnTo>
                <a:lnTo>
                  <a:pt x="559" y="620"/>
                </a:lnTo>
                <a:lnTo>
                  <a:pt x="560" y="621"/>
                </a:lnTo>
                <a:lnTo>
                  <a:pt x="561" y="620"/>
                </a:lnTo>
                <a:lnTo>
                  <a:pt x="562" y="620"/>
                </a:lnTo>
                <a:lnTo>
                  <a:pt x="563" y="621"/>
                </a:lnTo>
                <a:lnTo>
                  <a:pt x="564" y="621"/>
                </a:lnTo>
                <a:lnTo>
                  <a:pt x="565" y="623"/>
                </a:lnTo>
                <a:lnTo>
                  <a:pt x="566" y="623"/>
                </a:lnTo>
                <a:lnTo>
                  <a:pt x="567" y="622"/>
                </a:lnTo>
                <a:lnTo>
                  <a:pt x="567" y="623"/>
                </a:lnTo>
                <a:lnTo>
                  <a:pt x="568" y="625"/>
                </a:lnTo>
                <a:lnTo>
                  <a:pt x="567" y="625"/>
                </a:lnTo>
                <a:lnTo>
                  <a:pt x="568" y="626"/>
                </a:lnTo>
                <a:lnTo>
                  <a:pt x="570" y="626"/>
                </a:lnTo>
                <a:lnTo>
                  <a:pt x="570" y="627"/>
                </a:lnTo>
                <a:lnTo>
                  <a:pt x="571" y="626"/>
                </a:lnTo>
                <a:lnTo>
                  <a:pt x="571" y="625"/>
                </a:lnTo>
                <a:lnTo>
                  <a:pt x="572" y="625"/>
                </a:lnTo>
                <a:lnTo>
                  <a:pt x="573" y="625"/>
                </a:lnTo>
                <a:lnTo>
                  <a:pt x="573" y="626"/>
                </a:lnTo>
                <a:lnTo>
                  <a:pt x="574" y="626"/>
                </a:lnTo>
                <a:lnTo>
                  <a:pt x="575" y="626"/>
                </a:lnTo>
                <a:lnTo>
                  <a:pt x="576" y="626"/>
                </a:lnTo>
                <a:lnTo>
                  <a:pt x="576" y="627"/>
                </a:lnTo>
                <a:lnTo>
                  <a:pt x="575" y="630"/>
                </a:lnTo>
                <a:lnTo>
                  <a:pt x="576" y="630"/>
                </a:lnTo>
                <a:lnTo>
                  <a:pt x="576" y="632"/>
                </a:lnTo>
                <a:lnTo>
                  <a:pt x="576" y="633"/>
                </a:lnTo>
                <a:lnTo>
                  <a:pt x="576" y="634"/>
                </a:lnTo>
                <a:lnTo>
                  <a:pt x="575" y="633"/>
                </a:lnTo>
                <a:lnTo>
                  <a:pt x="574" y="633"/>
                </a:lnTo>
                <a:lnTo>
                  <a:pt x="574" y="634"/>
                </a:lnTo>
                <a:lnTo>
                  <a:pt x="574" y="635"/>
                </a:lnTo>
                <a:lnTo>
                  <a:pt x="573" y="636"/>
                </a:lnTo>
                <a:lnTo>
                  <a:pt x="571" y="636"/>
                </a:lnTo>
                <a:lnTo>
                  <a:pt x="570" y="639"/>
                </a:lnTo>
                <a:lnTo>
                  <a:pt x="570" y="640"/>
                </a:lnTo>
                <a:lnTo>
                  <a:pt x="571" y="641"/>
                </a:lnTo>
                <a:lnTo>
                  <a:pt x="572" y="642"/>
                </a:lnTo>
                <a:lnTo>
                  <a:pt x="572" y="643"/>
                </a:lnTo>
                <a:lnTo>
                  <a:pt x="574" y="643"/>
                </a:lnTo>
                <a:lnTo>
                  <a:pt x="576" y="643"/>
                </a:lnTo>
                <a:lnTo>
                  <a:pt x="576" y="644"/>
                </a:lnTo>
                <a:lnTo>
                  <a:pt x="575" y="644"/>
                </a:lnTo>
                <a:lnTo>
                  <a:pt x="574" y="644"/>
                </a:lnTo>
                <a:lnTo>
                  <a:pt x="573" y="645"/>
                </a:lnTo>
                <a:lnTo>
                  <a:pt x="572" y="646"/>
                </a:lnTo>
                <a:lnTo>
                  <a:pt x="571" y="646"/>
                </a:lnTo>
                <a:lnTo>
                  <a:pt x="569" y="647"/>
                </a:lnTo>
                <a:lnTo>
                  <a:pt x="569" y="646"/>
                </a:lnTo>
                <a:lnTo>
                  <a:pt x="566" y="647"/>
                </a:lnTo>
                <a:lnTo>
                  <a:pt x="566" y="648"/>
                </a:lnTo>
                <a:lnTo>
                  <a:pt x="566" y="649"/>
                </a:lnTo>
                <a:lnTo>
                  <a:pt x="563" y="650"/>
                </a:lnTo>
                <a:lnTo>
                  <a:pt x="563" y="648"/>
                </a:lnTo>
                <a:lnTo>
                  <a:pt x="563" y="649"/>
                </a:lnTo>
                <a:lnTo>
                  <a:pt x="561" y="649"/>
                </a:lnTo>
                <a:lnTo>
                  <a:pt x="559" y="651"/>
                </a:lnTo>
                <a:lnTo>
                  <a:pt x="557" y="652"/>
                </a:lnTo>
                <a:lnTo>
                  <a:pt x="556" y="652"/>
                </a:lnTo>
                <a:lnTo>
                  <a:pt x="557" y="653"/>
                </a:lnTo>
                <a:lnTo>
                  <a:pt x="558" y="653"/>
                </a:lnTo>
                <a:lnTo>
                  <a:pt x="559" y="653"/>
                </a:lnTo>
                <a:lnTo>
                  <a:pt x="561" y="653"/>
                </a:lnTo>
                <a:lnTo>
                  <a:pt x="561" y="652"/>
                </a:lnTo>
                <a:lnTo>
                  <a:pt x="562" y="652"/>
                </a:lnTo>
                <a:lnTo>
                  <a:pt x="562" y="653"/>
                </a:lnTo>
                <a:lnTo>
                  <a:pt x="564" y="654"/>
                </a:lnTo>
                <a:lnTo>
                  <a:pt x="565" y="655"/>
                </a:lnTo>
                <a:lnTo>
                  <a:pt x="570" y="658"/>
                </a:lnTo>
                <a:lnTo>
                  <a:pt x="572" y="659"/>
                </a:lnTo>
                <a:lnTo>
                  <a:pt x="573" y="659"/>
                </a:lnTo>
                <a:lnTo>
                  <a:pt x="572" y="659"/>
                </a:lnTo>
                <a:lnTo>
                  <a:pt x="573" y="659"/>
                </a:lnTo>
                <a:lnTo>
                  <a:pt x="573" y="660"/>
                </a:lnTo>
                <a:lnTo>
                  <a:pt x="574" y="660"/>
                </a:lnTo>
                <a:lnTo>
                  <a:pt x="575" y="660"/>
                </a:lnTo>
                <a:lnTo>
                  <a:pt x="577" y="661"/>
                </a:lnTo>
                <a:lnTo>
                  <a:pt x="578" y="662"/>
                </a:lnTo>
                <a:lnTo>
                  <a:pt x="579" y="662"/>
                </a:lnTo>
                <a:lnTo>
                  <a:pt x="579" y="663"/>
                </a:lnTo>
                <a:lnTo>
                  <a:pt x="580" y="663"/>
                </a:lnTo>
                <a:lnTo>
                  <a:pt x="581" y="663"/>
                </a:lnTo>
                <a:lnTo>
                  <a:pt x="582" y="662"/>
                </a:lnTo>
                <a:lnTo>
                  <a:pt x="583" y="661"/>
                </a:lnTo>
                <a:lnTo>
                  <a:pt x="583" y="660"/>
                </a:lnTo>
                <a:lnTo>
                  <a:pt x="581" y="659"/>
                </a:lnTo>
                <a:lnTo>
                  <a:pt x="581" y="658"/>
                </a:lnTo>
                <a:lnTo>
                  <a:pt x="582" y="658"/>
                </a:lnTo>
                <a:lnTo>
                  <a:pt x="583" y="658"/>
                </a:lnTo>
                <a:lnTo>
                  <a:pt x="582" y="657"/>
                </a:lnTo>
                <a:lnTo>
                  <a:pt x="583" y="655"/>
                </a:lnTo>
                <a:lnTo>
                  <a:pt x="585" y="654"/>
                </a:lnTo>
                <a:lnTo>
                  <a:pt x="587" y="655"/>
                </a:lnTo>
                <a:lnTo>
                  <a:pt x="587" y="656"/>
                </a:lnTo>
                <a:lnTo>
                  <a:pt x="586" y="658"/>
                </a:lnTo>
                <a:lnTo>
                  <a:pt x="585" y="658"/>
                </a:lnTo>
                <a:lnTo>
                  <a:pt x="585" y="659"/>
                </a:lnTo>
                <a:lnTo>
                  <a:pt x="584" y="660"/>
                </a:lnTo>
                <a:lnTo>
                  <a:pt x="584" y="665"/>
                </a:lnTo>
                <a:lnTo>
                  <a:pt x="584" y="666"/>
                </a:lnTo>
                <a:lnTo>
                  <a:pt x="583" y="665"/>
                </a:lnTo>
                <a:lnTo>
                  <a:pt x="582" y="666"/>
                </a:lnTo>
                <a:lnTo>
                  <a:pt x="582" y="667"/>
                </a:lnTo>
                <a:lnTo>
                  <a:pt x="582" y="668"/>
                </a:lnTo>
                <a:lnTo>
                  <a:pt x="582" y="669"/>
                </a:lnTo>
                <a:lnTo>
                  <a:pt x="583" y="671"/>
                </a:lnTo>
                <a:lnTo>
                  <a:pt x="583" y="672"/>
                </a:lnTo>
                <a:lnTo>
                  <a:pt x="584" y="673"/>
                </a:lnTo>
                <a:lnTo>
                  <a:pt x="585" y="674"/>
                </a:lnTo>
                <a:lnTo>
                  <a:pt x="586" y="674"/>
                </a:lnTo>
                <a:lnTo>
                  <a:pt x="585" y="673"/>
                </a:lnTo>
                <a:lnTo>
                  <a:pt x="586" y="672"/>
                </a:lnTo>
                <a:lnTo>
                  <a:pt x="587" y="672"/>
                </a:lnTo>
                <a:lnTo>
                  <a:pt x="586" y="673"/>
                </a:lnTo>
                <a:lnTo>
                  <a:pt x="586" y="674"/>
                </a:lnTo>
                <a:lnTo>
                  <a:pt x="587" y="675"/>
                </a:lnTo>
                <a:lnTo>
                  <a:pt x="588" y="675"/>
                </a:lnTo>
                <a:lnTo>
                  <a:pt x="590" y="673"/>
                </a:lnTo>
                <a:lnTo>
                  <a:pt x="591" y="673"/>
                </a:lnTo>
                <a:lnTo>
                  <a:pt x="591" y="674"/>
                </a:lnTo>
                <a:lnTo>
                  <a:pt x="590" y="674"/>
                </a:lnTo>
                <a:lnTo>
                  <a:pt x="590" y="675"/>
                </a:lnTo>
                <a:lnTo>
                  <a:pt x="589" y="675"/>
                </a:lnTo>
                <a:lnTo>
                  <a:pt x="588" y="676"/>
                </a:lnTo>
                <a:lnTo>
                  <a:pt x="588" y="677"/>
                </a:lnTo>
                <a:lnTo>
                  <a:pt x="585" y="678"/>
                </a:lnTo>
                <a:lnTo>
                  <a:pt x="584" y="677"/>
                </a:lnTo>
                <a:lnTo>
                  <a:pt x="583" y="677"/>
                </a:lnTo>
                <a:lnTo>
                  <a:pt x="583" y="675"/>
                </a:lnTo>
                <a:lnTo>
                  <a:pt x="582" y="674"/>
                </a:lnTo>
                <a:lnTo>
                  <a:pt x="580" y="674"/>
                </a:lnTo>
                <a:lnTo>
                  <a:pt x="579" y="674"/>
                </a:lnTo>
                <a:lnTo>
                  <a:pt x="578" y="675"/>
                </a:lnTo>
                <a:lnTo>
                  <a:pt x="577" y="675"/>
                </a:lnTo>
                <a:lnTo>
                  <a:pt x="576" y="676"/>
                </a:lnTo>
                <a:lnTo>
                  <a:pt x="575" y="676"/>
                </a:lnTo>
                <a:lnTo>
                  <a:pt x="574" y="676"/>
                </a:lnTo>
                <a:lnTo>
                  <a:pt x="573" y="675"/>
                </a:lnTo>
                <a:lnTo>
                  <a:pt x="571" y="676"/>
                </a:lnTo>
                <a:lnTo>
                  <a:pt x="569" y="680"/>
                </a:lnTo>
                <a:lnTo>
                  <a:pt x="568" y="681"/>
                </a:lnTo>
                <a:lnTo>
                  <a:pt x="569" y="681"/>
                </a:lnTo>
                <a:lnTo>
                  <a:pt x="571" y="682"/>
                </a:lnTo>
                <a:lnTo>
                  <a:pt x="571" y="683"/>
                </a:lnTo>
                <a:lnTo>
                  <a:pt x="570" y="683"/>
                </a:lnTo>
                <a:lnTo>
                  <a:pt x="571" y="685"/>
                </a:lnTo>
                <a:lnTo>
                  <a:pt x="571" y="686"/>
                </a:lnTo>
                <a:lnTo>
                  <a:pt x="572" y="686"/>
                </a:lnTo>
                <a:lnTo>
                  <a:pt x="573" y="687"/>
                </a:lnTo>
                <a:lnTo>
                  <a:pt x="574" y="688"/>
                </a:lnTo>
                <a:lnTo>
                  <a:pt x="575" y="688"/>
                </a:lnTo>
                <a:lnTo>
                  <a:pt x="577" y="689"/>
                </a:lnTo>
                <a:lnTo>
                  <a:pt x="581" y="688"/>
                </a:lnTo>
                <a:lnTo>
                  <a:pt x="583" y="687"/>
                </a:lnTo>
                <a:lnTo>
                  <a:pt x="584" y="687"/>
                </a:lnTo>
                <a:lnTo>
                  <a:pt x="584" y="688"/>
                </a:lnTo>
                <a:lnTo>
                  <a:pt x="586" y="689"/>
                </a:lnTo>
                <a:lnTo>
                  <a:pt x="586" y="690"/>
                </a:lnTo>
                <a:lnTo>
                  <a:pt x="585" y="691"/>
                </a:lnTo>
                <a:lnTo>
                  <a:pt x="584" y="691"/>
                </a:lnTo>
                <a:lnTo>
                  <a:pt x="583" y="691"/>
                </a:lnTo>
                <a:lnTo>
                  <a:pt x="582" y="691"/>
                </a:lnTo>
                <a:lnTo>
                  <a:pt x="580" y="692"/>
                </a:lnTo>
                <a:lnTo>
                  <a:pt x="578" y="692"/>
                </a:lnTo>
                <a:lnTo>
                  <a:pt x="577" y="693"/>
                </a:lnTo>
                <a:lnTo>
                  <a:pt x="576" y="693"/>
                </a:lnTo>
                <a:lnTo>
                  <a:pt x="575" y="694"/>
                </a:lnTo>
                <a:lnTo>
                  <a:pt x="572" y="693"/>
                </a:lnTo>
                <a:lnTo>
                  <a:pt x="570" y="693"/>
                </a:lnTo>
                <a:lnTo>
                  <a:pt x="570" y="692"/>
                </a:lnTo>
                <a:lnTo>
                  <a:pt x="569" y="691"/>
                </a:lnTo>
                <a:lnTo>
                  <a:pt x="568" y="690"/>
                </a:lnTo>
                <a:lnTo>
                  <a:pt x="565" y="691"/>
                </a:lnTo>
                <a:lnTo>
                  <a:pt x="563" y="691"/>
                </a:lnTo>
                <a:lnTo>
                  <a:pt x="561" y="692"/>
                </a:lnTo>
                <a:lnTo>
                  <a:pt x="561" y="693"/>
                </a:lnTo>
                <a:lnTo>
                  <a:pt x="561" y="694"/>
                </a:lnTo>
                <a:lnTo>
                  <a:pt x="560" y="695"/>
                </a:lnTo>
                <a:lnTo>
                  <a:pt x="558" y="694"/>
                </a:lnTo>
                <a:lnTo>
                  <a:pt x="557" y="696"/>
                </a:lnTo>
                <a:lnTo>
                  <a:pt x="556" y="697"/>
                </a:lnTo>
                <a:lnTo>
                  <a:pt x="555" y="696"/>
                </a:lnTo>
                <a:lnTo>
                  <a:pt x="554" y="696"/>
                </a:lnTo>
                <a:lnTo>
                  <a:pt x="553" y="697"/>
                </a:lnTo>
                <a:lnTo>
                  <a:pt x="551" y="698"/>
                </a:lnTo>
                <a:lnTo>
                  <a:pt x="550" y="699"/>
                </a:lnTo>
                <a:lnTo>
                  <a:pt x="550" y="700"/>
                </a:lnTo>
                <a:lnTo>
                  <a:pt x="548" y="701"/>
                </a:lnTo>
                <a:lnTo>
                  <a:pt x="547" y="701"/>
                </a:lnTo>
                <a:lnTo>
                  <a:pt x="544" y="701"/>
                </a:lnTo>
                <a:lnTo>
                  <a:pt x="543" y="701"/>
                </a:lnTo>
                <a:lnTo>
                  <a:pt x="543" y="702"/>
                </a:lnTo>
                <a:lnTo>
                  <a:pt x="542" y="703"/>
                </a:lnTo>
                <a:lnTo>
                  <a:pt x="541" y="703"/>
                </a:lnTo>
                <a:lnTo>
                  <a:pt x="540" y="703"/>
                </a:lnTo>
                <a:lnTo>
                  <a:pt x="537" y="704"/>
                </a:lnTo>
                <a:lnTo>
                  <a:pt x="536" y="704"/>
                </a:lnTo>
                <a:lnTo>
                  <a:pt x="535" y="704"/>
                </a:lnTo>
                <a:lnTo>
                  <a:pt x="534" y="704"/>
                </a:lnTo>
                <a:lnTo>
                  <a:pt x="533" y="703"/>
                </a:lnTo>
                <a:lnTo>
                  <a:pt x="534" y="702"/>
                </a:lnTo>
                <a:lnTo>
                  <a:pt x="534" y="700"/>
                </a:lnTo>
                <a:lnTo>
                  <a:pt x="533" y="699"/>
                </a:lnTo>
                <a:lnTo>
                  <a:pt x="533" y="698"/>
                </a:lnTo>
                <a:lnTo>
                  <a:pt x="533" y="697"/>
                </a:lnTo>
                <a:lnTo>
                  <a:pt x="531" y="695"/>
                </a:lnTo>
                <a:lnTo>
                  <a:pt x="530" y="695"/>
                </a:lnTo>
                <a:lnTo>
                  <a:pt x="529" y="694"/>
                </a:lnTo>
                <a:lnTo>
                  <a:pt x="529" y="693"/>
                </a:lnTo>
                <a:lnTo>
                  <a:pt x="530" y="691"/>
                </a:lnTo>
                <a:lnTo>
                  <a:pt x="531" y="691"/>
                </a:lnTo>
                <a:lnTo>
                  <a:pt x="531" y="690"/>
                </a:lnTo>
                <a:lnTo>
                  <a:pt x="531" y="689"/>
                </a:lnTo>
                <a:lnTo>
                  <a:pt x="532" y="689"/>
                </a:lnTo>
                <a:lnTo>
                  <a:pt x="532" y="688"/>
                </a:lnTo>
                <a:lnTo>
                  <a:pt x="532" y="687"/>
                </a:lnTo>
                <a:lnTo>
                  <a:pt x="531" y="686"/>
                </a:lnTo>
                <a:lnTo>
                  <a:pt x="531" y="685"/>
                </a:lnTo>
                <a:lnTo>
                  <a:pt x="530" y="684"/>
                </a:lnTo>
                <a:lnTo>
                  <a:pt x="530" y="683"/>
                </a:lnTo>
                <a:lnTo>
                  <a:pt x="529" y="683"/>
                </a:lnTo>
                <a:lnTo>
                  <a:pt x="528" y="683"/>
                </a:lnTo>
                <a:lnTo>
                  <a:pt x="527" y="683"/>
                </a:lnTo>
                <a:lnTo>
                  <a:pt x="526" y="683"/>
                </a:lnTo>
                <a:lnTo>
                  <a:pt x="526" y="684"/>
                </a:lnTo>
                <a:lnTo>
                  <a:pt x="527" y="684"/>
                </a:lnTo>
                <a:lnTo>
                  <a:pt x="527" y="685"/>
                </a:lnTo>
                <a:lnTo>
                  <a:pt x="527" y="686"/>
                </a:lnTo>
                <a:lnTo>
                  <a:pt x="527" y="687"/>
                </a:lnTo>
                <a:lnTo>
                  <a:pt x="527" y="688"/>
                </a:lnTo>
                <a:lnTo>
                  <a:pt x="528" y="688"/>
                </a:lnTo>
                <a:lnTo>
                  <a:pt x="528" y="689"/>
                </a:lnTo>
                <a:lnTo>
                  <a:pt x="528" y="690"/>
                </a:lnTo>
                <a:lnTo>
                  <a:pt x="527" y="690"/>
                </a:lnTo>
                <a:lnTo>
                  <a:pt x="526" y="691"/>
                </a:lnTo>
                <a:lnTo>
                  <a:pt x="525" y="692"/>
                </a:lnTo>
                <a:lnTo>
                  <a:pt x="524" y="693"/>
                </a:lnTo>
                <a:lnTo>
                  <a:pt x="524" y="694"/>
                </a:lnTo>
                <a:lnTo>
                  <a:pt x="525" y="695"/>
                </a:lnTo>
                <a:lnTo>
                  <a:pt x="527" y="695"/>
                </a:lnTo>
                <a:lnTo>
                  <a:pt x="528" y="695"/>
                </a:lnTo>
                <a:lnTo>
                  <a:pt x="530" y="697"/>
                </a:lnTo>
                <a:lnTo>
                  <a:pt x="530" y="699"/>
                </a:lnTo>
                <a:lnTo>
                  <a:pt x="531" y="701"/>
                </a:lnTo>
                <a:lnTo>
                  <a:pt x="531" y="702"/>
                </a:lnTo>
                <a:lnTo>
                  <a:pt x="530" y="703"/>
                </a:lnTo>
                <a:lnTo>
                  <a:pt x="528" y="704"/>
                </a:lnTo>
                <a:lnTo>
                  <a:pt x="525" y="705"/>
                </a:lnTo>
                <a:lnTo>
                  <a:pt x="524" y="705"/>
                </a:lnTo>
                <a:lnTo>
                  <a:pt x="523" y="705"/>
                </a:lnTo>
                <a:lnTo>
                  <a:pt x="524" y="707"/>
                </a:lnTo>
                <a:lnTo>
                  <a:pt x="524" y="708"/>
                </a:lnTo>
                <a:lnTo>
                  <a:pt x="523" y="710"/>
                </a:lnTo>
                <a:lnTo>
                  <a:pt x="525" y="713"/>
                </a:lnTo>
                <a:lnTo>
                  <a:pt x="526" y="715"/>
                </a:lnTo>
                <a:lnTo>
                  <a:pt x="527" y="714"/>
                </a:lnTo>
                <a:lnTo>
                  <a:pt x="528" y="715"/>
                </a:lnTo>
                <a:lnTo>
                  <a:pt x="528" y="716"/>
                </a:lnTo>
                <a:lnTo>
                  <a:pt x="527" y="716"/>
                </a:lnTo>
                <a:lnTo>
                  <a:pt x="527" y="717"/>
                </a:lnTo>
                <a:lnTo>
                  <a:pt x="527" y="718"/>
                </a:lnTo>
                <a:lnTo>
                  <a:pt x="528" y="718"/>
                </a:lnTo>
                <a:lnTo>
                  <a:pt x="533" y="715"/>
                </a:lnTo>
                <a:lnTo>
                  <a:pt x="534" y="715"/>
                </a:lnTo>
                <a:lnTo>
                  <a:pt x="535" y="715"/>
                </a:lnTo>
                <a:lnTo>
                  <a:pt x="536" y="715"/>
                </a:lnTo>
                <a:lnTo>
                  <a:pt x="537" y="715"/>
                </a:lnTo>
                <a:lnTo>
                  <a:pt x="538" y="714"/>
                </a:lnTo>
                <a:lnTo>
                  <a:pt x="537" y="712"/>
                </a:lnTo>
                <a:lnTo>
                  <a:pt x="538" y="710"/>
                </a:lnTo>
                <a:lnTo>
                  <a:pt x="540" y="710"/>
                </a:lnTo>
                <a:lnTo>
                  <a:pt x="541" y="712"/>
                </a:lnTo>
                <a:lnTo>
                  <a:pt x="540" y="713"/>
                </a:lnTo>
                <a:lnTo>
                  <a:pt x="539" y="713"/>
                </a:lnTo>
                <a:lnTo>
                  <a:pt x="539" y="714"/>
                </a:lnTo>
                <a:lnTo>
                  <a:pt x="539" y="715"/>
                </a:lnTo>
                <a:lnTo>
                  <a:pt x="540" y="716"/>
                </a:lnTo>
                <a:lnTo>
                  <a:pt x="541" y="718"/>
                </a:lnTo>
                <a:lnTo>
                  <a:pt x="542" y="719"/>
                </a:lnTo>
                <a:lnTo>
                  <a:pt x="543" y="719"/>
                </a:lnTo>
                <a:lnTo>
                  <a:pt x="544" y="719"/>
                </a:lnTo>
                <a:lnTo>
                  <a:pt x="545" y="719"/>
                </a:lnTo>
                <a:lnTo>
                  <a:pt x="545" y="718"/>
                </a:lnTo>
                <a:lnTo>
                  <a:pt x="546" y="717"/>
                </a:lnTo>
                <a:lnTo>
                  <a:pt x="547" y="718"/>
                </a:lnTo>
                <a:lnTo>
                  <a:pt x="548" y="718"/>
                </a:lnTo>
                <a:lnTo>
                  <a:pt x="549" y="718"/>
                </a:lnTo>
                <a:lnTo>
                  <a:pt x="549" y="717"/>
                </a:lnTo>
                <a:lnTo>
                  <a:pt x="551" y="717"/>
                </a:lnTo>
                <a:lnTo>
                  <a:pt x="551" y="718"/>
                </a:lnTo>
                <a:lnTo>
                  <a:pt x="551" y="719"/>
                </a:lnTo>
                <a:lnTo>
                  <a:pt x="550" y="719"/>
                </a:lnTo>
                <a:lnTo>
                  <a:pt x="551" y="720"/>
                </a:lnTo>
                <a:lnTo>
                  <a:pt x="551" y="722"/>
                </a:lnTo>
                <a:lnTo>
                  <a:pt x="551" y="723"/>
                </a:lnTo>
                <a:lnTo>
                  <a:pt x="550" y="723"/>
                </a:lnTo>
                <a:lnTo>
                  <a:pt x="549" y="724"/>
                </a:lnTo>
                <a:lnTo>
                  <a:pt x="548" y="725"/>
                </a:lnTo>
                <a:lnTo>
                  <a:pt x="548" y="726"/>
                </a:lnTo>
                <a:lnTo>
                  <a:pt x="548" y="727"/>
                </a:lnTo>
                <a:lnTo>
                  <a:pt x="548" y="728"/>
                </a:lnTo>
                <a:lnTo>
                  <a:pt x="547" y="729"/>
                </a:lnTo>
                <a:lnTo>
                  <a:pt x="546" y="728"/>
                </a:lnTo>
                <a:lnTo>
                  <a:pt x="546" y="727"/>
                </a:lnTo>
                <a:lnTo>
                  <a:pt x="545" y="728"/>
                </a:lnTo>
                <a:lnTo>
                  <a:pt x="544" y="729"/>
                </a:lnTo>
                <a:lnTo>
                  <a:pt x="544" y="730"/>
                </a:lnTo>
                <a:lnTo>
                  <a:pt x="544" y="732"/>
                </a:lnTo>
                <a:lnTo>
                  <a:pt x="544" y="733"/>
                </a:lnTo>
                <a:lnTo>
                  <a:pt x="545" y="734"/>
                </a:lnTo>
                <a:lnTo>
                  <a:pt x="544" y="734"/>
                </a:lnTo>
                <a:lnTo>
                  <a:pt x="543" y="735"/>
                </a:lnTo>
                <a:lnTo>
                  <a:pt x="542" y="735"/>
                </a:lnTo>
                <a:lnTo>
                  <a:pt x="541" y="737"/>
                </a:lnTo>
                <a:lnTo>
                  <a:pt x="542" y="738"/>
                </a:lnTo>
                <a:lnTo>
                  <a:pt x="539" y="741"/>
                </a:lnTo>
                <a:lnTo>
                  <a:pt x="536" y="742"/>
                </a:lnTo>
                <a:lnTo>
                  <a:pt x="535" y="740"/>
                </a:lnTo>
                <a:lnTo>
                  <a:pt x="535" y="739"/>
                </a:lnTo>
                <a:lnTo>
                  <a:pt x="534" y="738"/>
                </a:lnTo>
                <a:lnTo>
                  <a:pt x="533" y="738"/>
                </a:lnTo>
                <a:lnTo>
                  <a:pt x="531" y="738"/>
                </a:lnTo>
                <a:lnTo>
                  <a:pt x="530" y="739"/>
                </a:lnTo>
                <a:lnTo>
                  <a:pt x="530" y="740"/>
                </a:lnTo>
                <a:lnTo>
                  <a:pt x="529" y="745"/>
                </a:lnTo>
                <a:lnTo>
                  <a:pt x="530" y="746"/>
                </a:lnTo>
                <a:lnTo>
                  <a:pt x="530" y="747"/>
                </a:lnTo>
                <a:lnTo>
                  <a:pt x="530" y="749"/>
                </a:lnTo>
                <a:lnTo>
                  <a:pt x="532" y="750"/>
                </a:lnTo>
                <a:lnTo>
                  <a:pt x="533" y="752"/>
                </a:lnTo>
                <a:lnTo>
                  <a:pt x="534" y="752"/>
                </a:lnTo>
                <a:lnTo>
                  <a:pt x="535" y="751"/>
                </a:lnTo>
                <a:lnTo>
                  <a:pt x="535" y="750"/>
                </a:lnTo>
                <a:lnTo>
                  <a:pt x="536" y="749"/>
                </a:lnTo>
                <a:lnTo>
                  <a:pt x="537" y="749"/>
                </a:lnTo>
                <a:lnTo>
                  <a:pt x="537" y="750"/>
                </a:lnTo>
                <a:lnTo>
                  <a:pt x="537" y="751"/>
                </a:lnTo>
                <a:lnTo>
                  <a:pt x="538" y="753"/>
                </a:lnTo>
                <a:lnTo>
                  <a:pt x="538" y="754"/>
                </a:lnTo>
                <a:lnTo>
                  <a:pt x="537" y="754"/>
                </a:lnTo>
                <a:lnTo>
                  <a:pt x="537" y="755"/>
                </a:lnTo>
                <a:lnTo>
                  <a:pt x="536" y="755"/>
                </a:lnTo>
                <a:lnTo>
                  <a:pt x="536" y="756"/>
                </a:lnTo>
                <a:lnTo>
                  <a:pt x="536" y="758"/>
                </a:lnTo>
                <a:lnTo>
                  <a:pt x="536" y="760"/>
                </a:lnTo>
                <a:lnTo>
                  <a:pt x="535" y="760"/>
                </a:lnTo>
                <a:lnTo>
                  <a:pt x="534" y="760"/>
                </a:lnTo>
                <a:lnTo>
                  <a:pt x="533" y="763"/>
                </a:lnTo>
                <a:lnTo>
                  <a:pt x="533" y="764"/>
                </a:lnTo>
                <a:lnTo>
                  <a:pt x="534" y="764"/>
                </a:lnTo>
                <a:lnTo>
                  <a:pt x="533" y="765"/>
                </a:lnTo>
                <a:lnTo>
                  <a:pt x="533" y="764"/>
                </a:lnTo>
                <a:lnTo>
                  <a:pt x="532" y="764"/>
                </a:lnTo>
                <a:lnTo>
                  <a:pt x="531" y="765"/>
                </a:lnTo>
                <a:lnTo>
                  <a:pt x="530" y="766"/>
                </a:lnTo>
                <a:lnTo>
                  <a:pt x="530" y="767"/>
                </a:lnTo>
                <a:lnTo>
                  <a:pt x="529" y="767"/>
                </a:lnTo>
                <a:lnTo>
                  <a:pt x="528" y="768"/>
                </a:lnTo>
                <a:lnTo>
                  <a:pt x="528" y="769"/>
                </a:lnTo>
                <a:lnTo>
                  <a:pt x="527" y="769"/>
                </a:lnTo>
                <a:lnTo>
                  <a:pt x="526" y="770"/>
                </a:lnTo>
                <a:lnTo>
                  <a:pt x="526" y="771"/>
                </a:lnTo>
                <a:lnTo>
                  <a:pt x="526" y="772"/>
                </a:lnTo>
                <a:lnTo>
                  <a:pt x="525" y="772"/>
                </a:lnTo>
                <a:lnTo>
                  <a:pt x="524" y="772"/>
                </a:lnTo>
                <a:lnTo>
                  <a:pt x="523" y="772"/>
                </a:lnTo>
                <a:lnTo>
                  <a:pt x="522" y="772"/>
                </a:lnTo>
                <a:lnTo>
                  <a:pt x="521" y="773"/>
                </a:lnTo>
                <a:lnTo>
                  <a:pt x="520" y="774"/>
                </a:lnTo>
                <a:lnTo>
                  <a:pt x="521" y="775"/>
                </a:lnTo>
                <a:lnTo>
                  <a:pt x="520" y="776"/>
                </a:lnTo>
                <a:lnTo>
                  <a:pt x="519" y="773"/>
                </a:lnTo>
                <a:lnTo>
                  <a:pt x="519" y="772"/>
                </a:lnTo>
                <a:lnTo>
                  <a:pt x="520" y="770"/>
                </a:lnTo>
                <a:lnTo>
                  <a:pt x="519" y="769"/>
                </a:lnTo>
                <a:lnTo>
                  <a:pt x="520" y="768"/>
                </a:lnTo>
                <a:lnTo>
                  <a:pt x="520" y="767"/>
                </a:lnTo>
                <a:lnTo>
                  <a:pt x="518" y="763"/>
                </a:lnTo>
                <a:lnTo>
                  <a:pt x="518" y="761"/>
                </a:lnTo>
                <a:lnTo>
                  <a:pt x="513" y="760"/>
                </a:lnTo>
                <a:lnTo>
                  <a:pt x="511" y="758"/>
                </a:lnTo>
                <a:lnTo>
                  <a:pt x="510" y="757"/>
                </a:lnTo>
                <a:lnTo>
                  <a:pt x="507" y="756"/>
                </a:lnTo>
                <a:lnTo>
                  <a:pt x="506" y="757"/>
                </a:lnTo>
                <a:lnTo>
                  <a:pt x="505" y="756"/>
                </a:lnTo>
                <a:lnTo>
                  <a:pt x="504" y="755"/>
                </a:lnTo>
                <a:lnTo>
                  <a:pt x="503" y="755"/>
                </a:lnTo>
                <a:lnTo>
                  <a:pt x="502" y="754"/>
                </a:lnTo>
                <a:lnTo>
                  <a:pt x="501" y="754"/>
                </a:lnTo>
                <a:lnTo>
                  <a:pt x="499" y="754"/>
                </a:lnTo>
                <a:lnTo>
                  <a:pt x="497" y="754"/>
                </a:lnTo>
                <a:lnTo>
                  <a:pt x="494" y="756"/>
                </a:lnTo>
                <a:lnTo>
                  <a:pt x="493" y="756"/>
                </a:lnTo>
                <a:lnTo>
                  <a:pt x="493" y="755"/>
                </a:lnTo>
                <a:lnTo>
                  <a:pt x="492" y="755"/>
                </a:lnTo>
                <a:lnTo>
                  <a:pt x="493" y="755"/>
                </a:lnTo>
                <a:lnTo>
                  <a:pt x="494" y="755"/>
                </a:lnTo>
                <a:lnTo>
                  <a:pt x="493" y="753"/>
                </a:lnTo>
                <a:lnTo>
                  <a:pt x="493" y="752"/>
                </a:lnTo>
                <a:lnTo>
                  <a:pt x="492" y="751"/>
                </a:lnTo>
                <a:lnTo>
                  <a:pt x="493" y="748"/>
                </a:lnTo>
                <a:lnTo>
                  <a:pt x="493" y="747"/>
                </a:lnTo>
                <a:lnTo>
                  <a:pt x="492" y="747"/>
                </a:lnTo>
                <a:lnTo>
                  <a:pt x="493" y="747"/>
                </a:lnTo>
                <a:lnTo>
                  <a:pt x="493" y="746"/>
                </a:lnTo>
                <a:lnTo>
                  <a:pt x="493" y="745"/>
                </a:lnTo>
                <a:lnTo>
                  <a:pt x="492" y="745"/>
                </a:lnTo>
                <a:lnTo>
                  <a:pt x="492" y="744"/>
                </a:lnTo>
                <a:lnTo>
                  <a:pt x="491" y="744"/>
                </a:lnTo>
                <a:lnTo>
                  <a:pt x="491" y="743"/>
                </a:lnTo>
                <a:lnTo>
                  <a:pt x="491" y="742"/>
                </a:lnTo>
                <a:lnTo>
                  <a:pt x="490" y="741"/>
                </a:lnTo>
                <a:lnTo>
                  <a:pt x="490" y="742"/>
                </a:lnTo>
                <a:lnTo>
                  <a:pt x="490" y="743"/>
                </a:lnTo>
                <a:lnTo>
                  <a:pt x="490" y="744"/>
                </a:lnTo>
                <a:lnTo>
                  <a:pt x="490" y="746"/>
                </a:lnTo>
                <a:lnTo>
                  <a:pt x="491" y="746"/>
                </a:lnTo>
                <a:lnTo>
                  <a:pt x="491" y="747"/>
                </a:lnTo>
                <a:lnTo>
                  <a:pt x="490" y="747"/>
                </a:lnTo>
                <a:lnTo>
                  <a:pt x="490" y="748"/>
                </a:lnTo>
                <a:lnTo>
                  <a:pt x="490" y="749"/>
                </a:lnTo>
                <a:lnTo>
                  <a:pt x="490" y="750"/>
                </a:lnTo>
                <a:lnTo>
                  <a:pt x="489" y="752"/>
                </a:lnTo>
                <a:lnTo>
                  <a:pt x="490" y="752"/>
                </a:lnTo>
                <a:lnTo>
                  <a:pt x="490" y="754"/>
                </a:lnTo>
                <a:lnTo>
                  <a:pt x="491" y="756"/>
                </a:lnTo>
                <a:lnTo>
                  <a:pt x="491" y="758"/>
                </a:lnTo>
                <a:lnTo>
                  <a:pt x="489" y="760"/>
                </a:lnTo>
                <a:lnTo>
                  <a:pt x="489" y="761"/>
                </a:lnTo>
                <a:lnTo>
                  <a:pt x="488" y="761"/>
                </a:lnTo>
                <a:lnTo>
                  <a:pt x="486" y="762"/>
                </a:lnTo>
                <a:lnTo>
                  <a:pt x="485" y="762"/>
                </a:lnTo>
                <a:lnTo>
                  <a:pt x="483" y="763"/>
                </a:lnTo>
                <a:lnTo>
                  <a:pt x="484" y="764"/>
                </a:lnTo>
                <a:lnTo>
                  <a:pt x="482" y="766"/>
                </a:lnTo>
                <a:lnTo>
                  <a:pt x="481" y="767"/>
                </a:lnTo>
                <a:lnTo>
                  <a:pt x="480" y="767"/>
                </a:lnTo>
                <a:lnTo>
                  <a:pt x="479" y="768"/>
                </a:lnTo>
                <a:lnTo>
                  <a:pt x="478" y="767"/>
                </a:lnTo>
                <a:lnTo>
                  <a:pt x="477" y="767"/>
                </a:lnTo>
                <a:lnTo>
                  <a:pt x="475" y="768"/>
                </a:lnTo>
                <a:lnTo>
                  <a:pt x="474" y="768"/>
                </a:lnTo>
                <a:lnTo>
                  <a:pt x="472" y="768"/>
                </a:lnTo>
                <a:lnTo>
                  <a:pt x="471" y="768"/>
                </a:lnTo>
                <a:lnTo>
                  <a:pt x="469" y="769"/>
                </a:lnTo>
                <a:lnTo>
                  <a:pt x="468" y="768"/>
                </a:lnTo>
                <a:lnTo>
                  <a:pt x="467" y="768"/>
                </a:lnTo>
                <a:lnTo>
                  <a:pt x="466" y="768"/>
                </a:lnTo>
                <a:lnTo>
                  <a:pt x="466" y="769"/>
                </a:lnTo>
                <a:lnTo>
                  <a:pt x="467" y="770"/>
                </a:lnTo>
                <a:lnTo>
                  <a:pt x="466" y="770"/>
                </a:lnTo>
                <a:lnTo>
                  <a:pt x="466" y="771"/>
                </a:lnTo>
                <a:lnTo>
                  <a:pt x="463" y="774"/>
                </a:lnTo>
                <a:lnTo>
                  <a:pt x="462" y="774"/>
                </a:lnTo>
                <a:lnTo>
                  <a:pt x="460" y="775"/>
                </a:lnTo>
                <a:lnTo>
                  <a:pt x="460" y="777"/>
                </a:lnTo>
                <a:lnTo>
                  <a:pt x="459" y="779"/>
                </a:lnTo>
                <a:lnTo>
                  <a:pt x="458" y="779"/>
                </a:lnTo>
                <a:lnTo>
                  <a:pt x="456" y="779"/>
                </a:lnTo>
                <a:lnTo>
                  <a:pt x="454" y="778"/>
                </a:lnTo>
                <a:lnTo>
                  <a:pt x="452" y="777"/>
                </a:lnTo>
                <a:lnTo>
                  <a:pt x="450" y="775"/>
                </a:lnTo>
                <a:lnTo>
                  <a:pt x="448" y="774"/>
                </a:lnTo>
                <a:lnTo>
                  <a:pt x="448" y="772"/>
                </a:lnTo>
                <a:lnTo>
                  <a:pt x="447" y="769"/>
                </a:lnTo>
                <a:lnTo>
                  <a:pt x="447" y="768"/>
                </a:lnTo>
                <a:lnTo>
                  <a:pt x="447" y="767"/>
                </a:lnTo>
                <a:lnTo>
                  <a:pt x="447" y="766"/>
                </a:lnTo>
                <a:lnTo>
                  <a:pt x="447" y="763"/>
                </a:lnTo>
                <a:lnTo>
                  <a:pt x="446" y="763"/>
                </a:lnTo>
                <a:lnTo>
                  <a:pt x="445" y="763"/>
                </a:lnTo>
                <a:lnTo>
                  <a:pt x="444" y="763"/>
                </a:lnTo>
                <a:lnTo>
                  <a:pt x="444" y="762"/>
                </a:lnTo>
                <a:lnTo>
                  <a:pt x="444" y="761"/>
                </a:lnTo>
                <a:lnTo>
                  <a:pt x="446" y="760"/>
                </a:lnTo>
                <a:lnTo>
                  <a:pt x="447" y="759"/>
                </a:lnTo>
                <a:lnTo>
                  <a:pt x="448" y="758"/>
                </a:lnTo>
                <a:lnTo>
                  <a:pt x="448" y="757"/>
                </a:lnTo>
                <a:lnTo>
                  <a:pt x="447" y="757"/>
                </a:lnTo>
                <a:lnTo>
                  <a:pt x="445" y="756"/>
                </a:lnTo>
                <a:lnTo>
                  <a:pt x="444" y="755"/>
                </a:lnTo>
                <a:lnTo>
                  <a:pt x="443" y="756"/>
                </a:lnTo>
                <a:lnTo>
                  <a:pt x="444" y="756"/>
                </a:lnTo>
                <a:lnTo>
                  <a:pt x="444" y="757"/>
                </a:lnTo>
                <a:lnTo>
                  <a:pt x="444" y="758"/>
                </a:lnTo>
                <a:lnTo>
                  <a:pt x="443" y="759"/>
                </a:lnTo>
                <a:lnTo>
                  <a:pt x="442" y="761"/>
                </a:lnTo>
                <a:lnTo>
                  <a:pt x="441" y="761"/>
                </a:lnTo>
                <a:lnTo>
                  <a:pt x="441" y="760"/>
                </a:lnTo>
                <a:lnTo>
                  <a:pt x="439" y="760"/>
                </a:lnTo>
                <a:lnTo>
                  <a:pt x="438" y="760"/>
                </a:lnTo>
                <a:lnTo>
                  <a:pt x="439" y="760"/>
                </a:lnTo>
                <a:lnTo>
                  <a:pt x="438" y="762"/>
                </a:lnTo>
                <a:lnTo>
                  <a:pt x="438" y="764"/>
                </a:lnTo>
                <a:lnTo>
                  <a:pt x="438" y="765"/>
                </a:lnTo>
                <a:lnTo>
                  <a:pt x="437" y="766"/>
                </a:lnTo>
                <a:lnTo>
                  <a:pt x="436" y="768"/>
                </a:lnTo>
                <a:lnTo>
                  <a:pt x="435" y="769"/>
                </a:lnTo>
                <a:lnTo>
                  <a:pt x="435" y="770"/>
                </a:lnTo>
                <a:lnTo>
                  <a:pt x="433" y="772"/>
                </a:lnTo>
                <a:lnTo>
                  <a:pt x="433" y="773"/>
                </a:lnTo>
                <a:lnTo>
                  <a:pt x="432" y="775"/>
                </a:lnTo>
                <a:lnTo>
                  <a:pt x="432" y="776"/>
                </a:lnTo>
                <a:lnTo>
                  <a:pt x="431" y="776"/>
                </a:lnTo>
                <a:lnTo>
                  <a:pt x="431" y="777"/>
                </a:lnTo>
                <a:lnTo>
                  <a:pt x="429" y="777"/>
                </a:lnTo>
                <a:lnTo>
                  <a:pt x="428" y="777"/>
                </a:lnTo>
                <a:lnTo>
                  <a:pt x="425" y="777"/>
                </a:lnTo>
                <a:lnTo>
                  <a:pt x="424" y="778"/>
                </a:lnTo>
                <a:lnTo>
                  <a:pt x="423" y="780"/>
                </a:lnTo>
                <a:lnTo>
                  <a:pt x="422" y="780"/>
                </a:lnTo>
                <a:lnTo>
                  <a:pt x="419" y="781"/>
                </a:lnTo>
                <a:lnTo>
                  <a:pt x="419" y="783"/>
                </a:lnTo>
                <a:lnTo>
                  <a:pt x="419" y="784"/>
                </a:lnTo>
                <a:lnTo>
                  <a:pt x="420" y="785"/>
                </a:lnTo>
                <a:lnTo>
                  <a:pt x="421" y="785"/>
                </a:lnTo>
                <a:lnTo>
                  <a:pt x="421" y="784"/>
                </a:lnTo>
                <a:lnTo>
                  <a:pt x="422" y="784"/>
                </a:lnTo>
                <a:lnTo>
                  <a:pt x="423" y="784"/>
                </a:lnTo>
                <a:lnTo>
                  <a:pt x="427" y="789"/>
                </a:lnTo>
                <a:lnTo>
                  <a:pt x="427" y="790"/>
                </a:lnTo>
                <a:lnTo>
                  <a:pt x="425" y="792"/>
                </a:lnTo>
                <a:lnTo>
                  <a:pt x="423" y="794"/>
                </a:lnTo>
                <a:lnTo>
                  <a:pt x="422" y="796"/>
                </a:lnTo>
                <a:lnTo>
                  <a:pt x="422" y="797"/>
                </a:lnTo>
                <a:lnTo>
                  <a:pt x="422" y="798"/>
                </a:lnTo>
                <a:lnTo>
                  <a:pt x="422" y="799"/>
                </a:lnTo>
                <a:lnTo>
                  <a:pt x="423" y="800"/>
                </a:lnTo>
                <a:lnTo>
                  <a:pt x="424" y="802"/>
                </a:lnTo>
                <a:lnTo>
                  <a:pt x="424" y="803"/>
                </a:lnTo>
                <a:lnTo>
                  <a:pt x="421" y="804"/>
                </a:lnTo>
                <a:lnTo>
                  <a:pt x="420" y="803"/>
                </a:lnTo>
                <a:lnTo>
                  <a:pt x="411" y="802"/>
                </a:lnTo>
                <a:lnTo>
                  <a:pt x="408" y="802"/>
                </a:lnTo>
                <a:lnTo>
                  <a:pt x="407" y="802"/>
                </a:lnTo>
                <a:lnTo>
                  <a:pt x="407" y="800"/>
                </a:lnTo>
                <a:lnTo>
                  <a:pt x="406" y="800"/>
                </a:lnTo>
                <a:lnTo>
                  <a:pt x="401" y="799"/>
                </a:lnTo>
                <a:lnTo>
                  <a:pt x="399" y="799"/>
                </a:lnTo>
                <a:lnTo>
                  <a:pt x="398" y="799"/>
                </a:lnTo>
                <a:lnTo>
                  <a:pt x="397" y="800"/>
                </a:lnTo>
                <a:lnTo>
                  <a:pt x="398" y="801"/>
                </a:lnTo>
                <a:lnTo>
                  <a:pt x="400" y="802"/>
                </a:lnTo>
                <a:lnTo>
                  <a:pt x="400" y="803"/>
                </a:lnTo>
                <a:lnTo>
                  <a:pt x="399" y="805"/>
                </a:lnTo>
                <a:lnTo>
                  <a:pt x="399" y="807"/>
                </a:lnTo>
                <a:lnTo>
                  <a:pt x="398" y="808"/>
                </a:lnTo>
                <a:lnTo>
                  <a:pt x="397" y="808"/>
                </a:lnTo>
                <a:lnTo>
                  <a:pt x="395" y="808"/>
                </a:lnTo>
                <a:lnTo>
                  <a:pt x="395" y="809"/>
                </a:lnTo>
                <a:lnTo>
                  <a:pt x="394" y="809"/>
                </a:lnTo>
                <a:lnTo>
                  <a:pt x="394" y="810"/>
                </a:lnTo>
                <a:lnTo>
                  <a:pt x="395" y="810"/>
                </a:lnTo>
                <a:lnTo>
                  <a:pt x="397" y="810"/>
                </a:lnTo>
                <a:lnTo>
                  <a:pt x="400" y="812"/>
                </a:lnTo>
                <a:lnTo>
                  <a:pt x="400" y="813"/>
                </a:lnTo>
                <a:lnTo>
                  <a:pt x="399" y="813"/>
                </a:lnTo>
                <a:lnTo>
                  <a:pt x="398" y="813"/>
                </a:lnTo>
                <a:lnTo>
                  <a:pt x="396" y="813"/>
                </a:lnTo>
                <a:lnTo>
                  <a:pt x="397" y="814"/>
                </a:lnTo>
                <a:lnTo>
                  <a:pt x="398" y="814"/>
                </a:lnTo>
                <a:lnTo>
                  <a:pt x="399" y="815"/>
                </a:lnTo>
                <a:lnTo>
                  <a:pt x="400" y="816"/>
                </a:lnTo>
                <a:lnTo>
                  <a:pt x="403" y="816"/>
                </a:lnTo>
                <a:lnTo>
                  <a:pt x="405" y="815"/>
                </a:lnTo>
                <a:lnTo>
                  <a:pt x="407" y="815"/>
                </a:lnTo>
                <a:lnTo>
                  <a:pt x="408" y="815"/>
                </a:lnTo>
                <a:lnTo>
                  <a:pt x="409" y="814"/>
                </a:lnTo>
                <a:lnTo>
                  <a:pt x="410" y="814"/>
                </a:lnTo>
                <a:lnTo>
                  <a:pt x="414" y="813"/>
                </a:lnTo>
                <a:lnTo>
                  <a:pt x="415" y="812"/>
                </a:lnTo>
                <a:lnTo>
                  <a:pt x="416" y="811"/>
                </a:lnTo>
                <a:lnTo>
                  <a:pt x="418" y="810"/>
                </a:lnTo>
                <a:lnTo>
                  <a:pt x="420" y="809"/>
                </a:lnTo>
                <a:lnTo>
                  <a:pt x="424" y="809"/>
                </a:lnTo>
                <a:lnTo>
                  <a:pt x="426" y="809"/>
                </a:lnTo>
                <a:lnTo>
                  <a:pt x="428" y="809"/>
                </a:lnTo>
                <a:lnTo>
                  <a:pt x="429" y="809"/>
                </a:lnTo>
                <a:lnTo>
                  <a:pt x="430" y="810"/>
                </a:lnTo>
                <a:lnTo>
                  <a:pt x="430" y="811"/>
                </a:lnTo>
                <a:lnTo>
                  <a:pt x="430" y="812"/>
                </a:lnTo>
                <a:lnTo>
                  <a:pt x="430" y="813"/>
                </a:lnTo>
                <a:lnTo>
                  <a:pt x="429" y="813"/>
                </a:lnTo>
                <a:lnTo>
                  <a:pt x="428" y="814"/>
                </a:lnTo>
                <a:lnTo>
                  <a:pt x="427" y="814"/>
                </a:lnTo>
                <a:lnTo>
                  <a:pt x="427" y="815"/>
                </a:lnTo>
                <a:lnTo>
                  <a:pt x="428" y="817"/>
                </a:lnTo>
                <a:lnTo>
                  <a:pt x="428" y="818"/>
                </a:lnTo>
                <a:lnTo>
                  <a:pt x="429" y="818"/>
                </a:lnTo>
                <a:lnTo>
                  <a:pt x="428" y="819"/>
                </a:lnTo>
                <a:lnTo>
                  <a:pt x="428" y="820"/>
                </a:lnTo>
                <a:lnTo>
                  <a:pt x="427" y="820"/>
                </a:lnTo>
                <a:lnTo>
                  <a:pt x="426" y="821"/>
                </a:lnTo>
                <a:lnTo>
                  <a:pt x="426" y="822"/>
                </a:lnTo>
                <a:lnTo>
                  <a:pt x="426" y="823"/>
                </a:lnTo>
                <a:lnTo>
                  <a:pt x="427" y="822"/>
                </a:lnTo>
                <a:lnTo>
                  <a:pt x="428" y="821"/>
                </a:lnTo>
                <a:lnTo>
                  <a:pt x="428" y="820"/>
                </a:lnTo>
                <a:lnTo>
                  <a:pt x="429" y="820"/>
                </a:lnTo>
                <a:lnTo>
                  <a:pt x="433" y="819"/>
                </a:lnTo>
                <a:lnTo>
                  <a:pt x="434" y="819"/>
                </a:lnTo>
                <a:lnTo>
                  <a:pt x="435" y="818"/>
                </a:lnTo>
                <a:lnTo>
                  <a:pt x="436" y="818"/>
                </a:lnTo>
                <a:lnTo>
                  <a:pt x="437" y="819"/>
                </a:lnTo>
                <a:lnTo>
                  <a:pt x="438" y="820"/>
                </a:lnTo>
                <a:lnTo>
                  <a:pt x="439" y="821"/>
                </a:lnTo>
                <a:lnTo>
                  <a:pt x="438" y="821"/>
                </a:lnTo>
                <a:lnTo>
                  <a:pt x="440" y="823"/>
                </a:lnTo>
                <a:lnTo>
                  <a:pt x="440" y="824"/>
                </a:lnTo>
                <a:lnTo>
                  <a:pt x="440" y="825"/>
                </a:lnTo>
                <a:lnTo>
                  <a:pt x="441" y="827"/>
                </a:lnTo>
                <a:lnTo>
                  <a:pt x="443" y="827"/>
                </a:lnTo>
                <a:lnTo>
                  <a:pt x="444" y="828"/>
                </a:lnTo>
                <a:lnTo>
                  <a:pt x="443" y="830"/>
                </a:lnTo>
                <a:lnTo>
                  <a:pt x="443" y="831"/>
                </a:lnTo>
                <a:lnTo>
                  <a:pt x="444" y="832"/>
                </a:lnTo>
                <a:lnTo>
                  <a:pt x="444" y="833"/>
                </a:lnTo>
                <a:lnTo>
                  <a:pt x="446" y="834"/>
                </a:lnTo>
                <a:lnTo>
                  <a:pt x="447" y="835"/>
                </a:lnTo>
                <a:lnTo>
                  <a:pt x="446" y="837"/>
                </a:lnTo>
                <a:lnTo>
                  <a:pt x="445" y="836"/>
                </a:lnTo>
                <a:lnTo>
                  <a:pt x="444" y="836"/>
                </a:lnTo>
                <a:lnTo>
                  <a:pt x="443" y="836"/>
                </a:lnTo>
                <a:lnTo>
                  <a:pt x="441" y="837"/>
                </a:lnTo>
                <a:lnTo>
                  <a:pt x="440" y="838"/>
                </a:lnTo>
                <a:lnTo>
                  <a:pt x="439" y="839"/>
                </a:lnTo>
                <a:lnTo>
                  <a:pt x="439" y="840"/>
                </a:lnTo>
                <a:lnTo>
                  <a:pt x="438" y="840"/>
                </a:lnTo>
                <a:lnTo>
                  <a:pt x="437" y="839"/>
                </a:lnTo>
                <a:lnTo>
                  <a:pt x="436" y="840"/>
                </a:lnTo>
                <a:lnTo>
                  <a:pt x="435" y="840"/>
                </a:lnTo>
                <a:lnTo>
                  <a:pt x="434" y="841"/>
                </a:lnTo>
                <a:lnTo>
                  <a:pt x="433" y="841"/>
                </a:lnTo>
                <a:lnTo>
                  <a:pt x="433" y="843"/>
                </a:lnTo>
                <a:lnTo>
                  <a:pt x="432" y="844"/>
                </a:lnTo>
                <a:lnTo>
                  <a:pt x="431" y="844"/>
                </a:lnTo>
                <a:lnTo>
                  <a:pt x="430" y="845"/>
                </a:lnTo>
                <a:lnTo>
                  <a:pt x="430" y="847"/>
                </a:lnTo>
                <a:lnTo>
                  <a:pt x="429" y="849"/>
                </a:lnTo>
                <a:lnTo>
                  <a:pt x="429" y="848"/>
                </a:lnTo>
                <a:lnTo>
                  <a:pt x="428" y="848"/>
                </a:lnTo>
                <a:lnTo>
                  <a:pt x="427" y="849"/>
                </a:lnTo>
                <a:lnTo>
                  <a:pt x="427" y="850"/>
                </a:lnTo>
                <a:lnTo>
                  <a:pt x="426" y="851"/>
                </a:lnTo>
                <a:lnTo>
                  <a:pt x="425" y="851"/>
                </a:lnTo>
                <a:lnTo>
                  <a:pt x="424" y="851"/>
                </a:lnTo>
                <a:lnTo>
                  <a:pt x="424" y="852"/>
                </a:lnTo>
                <a:lnTo>
                  <a:pt x="423" y="853"/>
                </a:lnTo>
                <a:lnTo>
                  <a:pt x="422" y="854"/>
                </a:lnTo>
                <a:lnTo>
                  <a:pt x="423" y="855"/>
                </a:lnTo>
                <a:lnTo>
                  <a:pt x="421" y="856"/>
                </a:lnTo>
                <a:lnTo>
                  <a:pt x="420" y="857"/>
                </a:lnTo>
                <a:lnTo>
                  <a:pt x="420" y="858"/>
                </a:lnTo>
                <a:lnTo>
                  <a:pt x="420" y="859"/>
                </a:lnTo>
                <a:lnTo>
                  <a:pt x="420" y="861"/>
                </a:lnTo>
                <a:lnTo>
                  <a:pt x="418" y="863"/>
                </a:lnTo>
                <a:lnTo>
                  <a:pt x="417" y="862"/>
                </a:lnTo>
                <a:lnTo>
                  <a:pt x="417" y="861"/>
                </a:lnTo>
                <a:lnTo>
                  <a:pt x="418" y="861"/>
                </a:lnTo>
                <a:lnTo>
                  <a:pt x="418" y="860"/>
                </a:lnTo>
                <a:lnTo>
                  <a:pt x="417" y="858"/>
                </a:lnTo>
                <a:lnTo>
                  <a:pt x="418" y="857"/>
                </a:lnTo>
                <a:lnTo>
                  <a:pt x="418" y="855"/>
                </a:lnTo>
                <a:lnTo>
                  <a:pt x="417" y="856"/>
                </a:lnTo>
                <a:lnTo>
                  <a:pt x="417" y="857"/>
                </a:lnTo>
                <a:lnTo>
                  <a:pt x="416" y="857"/>
                </a:lnTo>
                <a:lnTo>
                  <a:pt x="416" y="856"/>
                </a:lnTo>
                <a:lnTo>
                  <a:pt x="416" y="855"/>
                </a:lnTo>
                <a:lnTo>
                  <a:pt x="415" y="855"/>
                </a:lnTo>
                <a:lnTo>
                  <a:pt x="414" y="854"/>
                </a:lnTo>
                <a:lnTo>
                  <a:pt x="415" y="853"/>
                </a:lnTo>
                <a:lnTo>
                  <a:pt x="414" y="853"/>
                </a:lnTo>
                <a:lnTo>
                  <a:pt x="413" y="853"/>
                </a:lnTo>
                <a:lnTo>
                  <a:pt x="413" y="856"/>
                </a:lnTo>
                <a:lnTo>
                  <a:pt x="414" y="857"/>
                </a:lnTo>
                <a:lnTo>
                  <a:pt x="416" y="858"/>
                </a:lnTo>
                <a:lnTo>
                  <a:pt x="416" y="859"/>
                </a:lnTo>
                <a:lnTo>
                  <a:pt x="416" y="860"/>
                </a:lnTo>
                <a:lnTo>
                  <a:pt x="414" y="859"/>
                </a:lnTo>
                <a:lnTo>
                  <a:pt x="413" y="858"/>
                </a:lnTo>
                <a:lnTo>
                  <a:pt x="413" y="857"/>
                </a:lnTo>
                <a:lnTo>
                  <a:pt x="412" y="857"/>
                </a:lnTo>
                <a:lnTo>
                  <a:pt x="412" y="858"/>
                </a:lnTo>
                <a:lnTo>
                  <a:pt x="413" y="858"/>
                </a:lnTo>
                <a:lnTo>
                  <a:pt x="413" y="859"/>
                </a:lnTo>
                <a:lnTo>
                  <a:pt x="412" y="859"/>
                </a:lnTo>
                <a:lnTo>
                  <a:pt x="411" y="858"/>
                </a:lnTo>
                <a:lnTo>
                  <a:pt x="411" y="859"/>
                </a:lnTo>
                <a:lnTo>
                  <a:pt x="413" y="861"/>
                </a:lnTo>
                <a:lnTo>
                  <a:pt x="415" y="861"/>
                </a:lnTo>
                <a:lnTo>
                  <a:pt x="415" y="862"/>
                </a:lnTo>
                <a:lnTo>
                  <a:pt x="414" y="862"/>
                </a:lnTo>
                <a:lnTo>
                  <a:pt x="414" y="863"/>
                </a:lnTo>
                <a:lnTo>
                  <a:pt x="414" y="864"/>
                </a:lnTo>
                <a:lnTo>
                  <a:pt x="413" y="865"/>
                </a:lnTo>
                <a:lnTo>
                  <a:pt x="412" y="867"/>
                </a:lnTo>
                <a:lnTo>
                  <a:pt x="412" y="868"/>
                </a:lnTo>
                <a:lnTo>
                  <a:pt x="411" y="871"/>
                </a:lnTo>
                <a:lnTo>
                  <a:pt x="410" y="870"/>
                </a:lnTo>
                <a:lnTo>
                  <a:pt x="409" y="871"/>
                </a:lnTo>
                <a:lnTo>
                  <a:pt x="408" y="872"/>
                </a:lnTo>
                <a:lnTo>
                  <a:pt x="407" y="875"/>
                </a:lnTo>
                <a:lnTo>
                  <a:pt x="407" y="877"/>
                </a:lnTo>
                <a:lnTo>
                  <a:pt x="406" y="878"/>
                </a:lnTo>
                <a:lnTo>
                  <a:pt x="407" y="881"/>
                </a:lnTo>
                <a:lnTo>
                  <a:pt x="407" y="885"/>
                </a:lnTo>
                <a:lnTo>
                  <a:pt x="408" y="886"/>
                </a:lnTo>
                <a:lnTo>
                  <a:pt x="408" y="887"/>
                </a:lnTo>
                <a:lnTo>
                  <a:pt x="409" y="888"/>
                </a:lnTo>
                <a:lnTo>
                  <a:pt x="408" y="889"/>
                </a:lnTo>
                <a:lnTo>
                  <a:pt x="408" y="890"/>
                </a:lnTo>
                <a:lnTo>
                  <a:pt x="407" y="890"/>
                </a:lnTo>
                <a:lnTo>
                  <a:pt x="406" y="890"/>
                </a:lnTo>
                <a:lnTo>
                  <a:pt x="405" y="890"/>
                </a:lnTo>
                <a:lnTo>
                  <a:pt x="404" y="890"/>
                </a:lnTo>
                <a:lnTo>
                  <a:pt x="404" y="889"/>
                </a:lnTo>
                <a:lnTo>
                  <a:pt x="401" y="890"/>
                </a:lnTo>
                <a:lnTo>
                  <a:pt x="399" y="890"/>
                </a:lnTo>
                <a:lnTo>
                  <a:pt x="398" y="891"/>
                </a:lnTo>
                <a:lnTo>
                  <a:pt x="397" y="893"/>
                </a:lnTo>
                <a:lnTo>
                  <a:pt x="396" y="894"/>
                </a:lnTo>
                <a:lnTo>
                  <a:pt x="395" y="896"/>
                </a:lnTo>
                <a:lnTo>
                  <a:pt x="395" y="897"/>
                </a:lnTo>
                <a:lnTo>
                  <a:pt x="395" y="898"/>
                </a:lnTo>
                <a:lnTo>
                  <a:pt x="395" y="897"/>
                </a:lnTo>
                <a:lnTo>
                  <a:pt x="394" y="897"/>
                </a:lnTo>
                <a:lnTo>
                  <a:pt x="395" y="897"/>
                </a:lnTo>
                <a:lnTo>
                  <a:pt x="394" y="897"/>
                </a:lnTo>
                <a:lnTo>
                  <a:pt x="393" y="897"/>
                </a:lnTo>
                <a:lnTo>
                  <a:pt x="392" y="898"/>
                </a:lnTo>
                <a:lnTo>
                  <a:pt x="392" y="899"/>
                </a:lnTo>
                <a:lnTo>
                  <a:pt x="391" y="900"/>
                </a:lnTo>
                <a:lnTo>
                  <a:pt x="391" y="901"/>
                </a:lnTo>
                <a:lnTo>
                  <a:pt x="391" y="902"/>
                </a:lnTo>
                <a:lnTo>
                  <a:pt x="391" y="904"/>
                </a:lnTo>
                <a:lnTo>
                  <a:pt x="391" y="905"/>
                </a:lnTo>
                <a:lnTo>
                  <a:pt x="392" y="905"/>
                </a:lnTo>
                <a:lnTo>
                  <a:pt x="392" y="906"/>
                </a:lnTo>
                <a:lnTo>
                  <a:pt x="391" y="906"/>
                </a:lnTo>
                <a:lnTo>
                  <a:pt x="389" y="906"/>
                </a:lnTo>
                <a:lnTo>
                  <a:pt x="389" y="905"/>
                </a:lnTo>
                <a:lnTo>
                  <a:pt x="388" y="906"/>
                </a:lnTo>
                <a:lnTo>
                  <a:pt x="387" y="907"/>
                </a:lnTo>
                <a:lnTo>
                  <a:pt x="387" y="909"/>
                </a:lnTo>
                <a:lnTo>
                  <a:pt x="387" y="912"/>
                </a:lnTo>
                <a:lnTo>
                  <a:pt x="386" y="913"/>
                </a:lnTo>
                <a:lnTo>
                  <a:pt x="387" y="914"/>
                </a:lnTo>
                <a:lnTo>
                  <a:pt x="387" y="915"/>
                </a:lnTo>
                <a:lnTo>
                  <a:pt x="386" y="915"/>
                </a:lnTo>
                <a:lnTo>
                  <a:pt x="386" y="916"/>
                </a:lnTo>
                <a:lnTo>
                  <a:pt x="385" y="916"/>
                </a:lnTo>
                <a:lnTo>
                  <a:pt x="384" y="917"/>
                </a:lnTo>
                <a:lnTo>
                  <a:pt x="384" y="918"/>
                </a:lnTo>
                <a:lnTo>
                  <a:pt x="383" y="918"/>
                </a:lnTo>
                <a:lnTo>
                  <a:pt x="382" y="918"/>
                </a:lnTo>
                <a:lnTo>
                  <a:pt x="381" y="918"/>
                </a:lnTo>
                <a:lnTo>
                  <a:pt x="381" y="917"/>
                </a:lnTo>
                <a:lnTo>
                  <a:pt x="381" y="916"/>
                </a:lnTo>
                <a:lnTo>
                  <a:pt x="380" y="913"/>
                </a:lnTo>
                <a:lnTo>
                  <a:pt x="379" y="912"/>
                </a:lnTo>
                <a:lnTo>
                  <a:pt x="380" y="912"/>
                </a:lnTo>
                <a:lnTo>
                  <a:pt x="381" y="911"/>
                </a:lnTo>
                <a:lnTo>
                  <a:pt x="384" y="908"/>
                </a:lnTo>
                <a:lnTo>
                  <a:pt x="383" y="908"/>
                </a:lnTo>
                <a:lnTo>
                  <a:pt x="384" y="907"/>
                </a:lnTo>
                <a:lnTo>
                  <a:pt x="384" y="906"/>
                </a:lnTo>
                <a:lnTo>
                  <a:pt x="385" y="905"/>
                </a:lnTo>
                <a:lnTo>
                  <a:pt x="385" y="904"/>
                </a:lnTo>
                <a:lnTo>
                  <a:pt x="385" y="903"/>
                </a:lnTo>
                <a:lnTo>
                  <a:pt x="385" y="902"/>
                </a:lnTo>
                <a:lnTo>
                  <a:pt x="386" y="901"/>
                </a:lnTo>
                <a:lnTo>
                  <a:pt x="387" y="901"/>
                </a:lnTo>
                <a:lnTo>
                  <a:pt x="387" y="900"/>
                </a:lnTo>
                <a:lnTo>
                  <a:pt x="388" y="901"/>
                </a:lnTo>
                <a:lnTo>
                  <a:pt x="388" y="900"/>
                </a:lnTo>
                <a:lnTo>
                  <a:pt x="388" y="899"/>
                </a:lnTo>
                <a:lnTo>
                  <a:pt x="389" y="898"/>
                </a:lnTo>
                <a:lnTo>
                  <a:pt x="388" y="898"/>
                </a:lnTo>
                <a:lnTo>
                  <a:pt x="388" y="897"/>
                </a:lnTo>
                <a:lnTo>
                  <a:pt x="388" y="898"/>
                </a:lnTo>
                <a:lnTo>
                  <a:pt x="388" y="899"/>
                </a:lnTo>
                <a:lnTo>
                  <a:pt x="387" y="900"/>
                </a:lnTo>
                <a:lnTo>
                  <a:pt x="386" y="900"/>
                </a:lnTo>
                <a:lnTo>
                  <a:pt x="386" y="899"/>
                </a:lnTo>
                <a:lnTo>
                  <a:pt x="387" y="899"/>
                </a:lnTo>
                <a:lnTo>
                  <a:pt x="387" y="898"/>
                </a:lnTo>
                <a:lnTo>
                  <a:pt x="386" y="898"/>
                </a:lnTo>
                <a:lnTo>
                  <a:pt x="386" y="899"/>
                </a:lnTo>
                <a:lnTo>
                  <a:pt x="385" y="899"/>
                </a:lnTo>
                <a:lnTo>
                  <a:pt x="385" y="900"/>
                </a:lnTo>
                <a:lnTo>
                  <a:pt x="385" y="899"/>
                </a:lnTo>
                <a:lnTo>
                  <a:pt x="385" y="898"/>
                </a:lnTo>
                <a:lnTo>
                  <a:pt x="385" y="897"/>
                </a:lnTo>
                <a:lnTo>
                  <a:pt x="384" y="897"/>
                </a:lnTo>
                <a:lnTo>
                  <a:pt x="382" y="895"/>
                </a:lnTo>
                <a:lnTo>
                  <a:pt x="382" y="894"/>
                </a:lnTo>
                <a:lnTo>
                  <a:pt x="383" y="892"/>
                </a:lnTo>
                <a:lnTo>
                  <a:pt x="384" y="891"/>
                </a:lnTo>
                <a:lnTo>
                  <a:pt x="383" y="892"/>
                </a:lnTo>
                <a:lnTo>
                  <a:pt x="382" y="893"/>
                </a:lnTo>
                <a:lnTo>
                  <a:pt x="381" y="894"/>
                </a:lnTo>
                <a:lnTo>
                  <a:pt x="382" y="896"/>
                </a:lnTo>
                <a:lnTo>
                  <a:pt x="380" y="897"/>
                </a:lnTo>
                <a:lnTo>
                  <a:pt x="379" y="896"/>
                </a:lnTo>
                <a:lnTo>
                  <a:pt x="377" y="895"/>
                </a:lnTo>
                <a:lnTo>
                  <a:pt x="375" y="894"/>
                </a:lnTo>
                <a:lnTo>
                  <a:pt x="374" y="894"/>
                </a:lnTo>
                <a:lnTo>
                  <a:pt x="373" y="893"/>
                </a:lnTo>
                <a:lnTo>
                  <a:pt x="373" y="892"/>
                </a:lnTo>
                <a:lnTo>
                  <a:pt x="373" y="891"/>
                </a:lnTo>
                <a:lnTo>
                  <a:pt x="372" y="891"/>
                </a:lnTo>
                <a:lnTo>
                  <a:pt x="371" y="891"/>
                </a:lnTo>
                <a:lnTo>
                  <a:pt x="370" y="892"/>
                </a:lnTo>
                <a:lnTo>
                  <a:pt x="371" y="892"/>
                </a:lnTo>
                <a:lnTo>
                  <a:pt x="372" y="891"/>
                </a:lnTo>
                <a:lnTo>
                  <a:pt x="372" y="892"/>
                </a:lnTo>
                <a:lnTo>
                  <a:pt x="373" y="893"/>
                </a:lnTo>
                <a:lnTo>
                  <a:pt x="373" y="894"/>
                </a:lnTo>
                <a:lnTo>
                  <a:pt x="374" y="895"/>
                </a:lnTo>
                <a:lnTo>
                  <a:pt x="373" y="897"/>
                </a:lnTo>
                <a:lnTo>
                  <a:pt x="371" y="900"/>
                </a:lnTo>
                <a:lnTo>
                  <a:pt x="371" y="901"/>
                </a:lnTo>
                <a:lnTo>
                  <a:pt x="371" y="902"/>
                </a:lnTo>
                <a:lnTo>
                  <a:pt x="371" y="903"/>
                </a:lnTo>
                <a:lnTo>
                  <a:pt x="371" y="904"/>
                </a:lnTo>
                <a:lnTo>
                  <a:pt x="371" y="905"/>
                </a:lnTo>
                <a:lnTo>
                  <a:pt x="372" y="905"/>
                </a:lnTo>
                <a:lnTo>
                  <a:pt x="372" y="906"/>
                </a:lnTo>
                <a:lnTo>
                  <a:pt x="373" y="907"/>
                </a:lnTo>
                <a:lnTo>
                  <a:pt x="374" y="908"/>
                </a:lnTo>
                <a:lnTo>
                  <a:pt x="374" y="909"/>
                </a:lnTo>
                <a:lnTo>
                  <a:pt x="375" y="910"/>
                </a:lnTo>
                <a:lnTo>
                  <a:pt x="374" y="910"/>
                </a:lnTo>
                <a:lnTo>
                  <a:pt x="372" y="911"/>
                </a:lnTo>
                <a:lnTo>
                  <a:pt x="372" y="912"/>
                </a:lnTo>
                <a:lnTo>
                  <a:pt x="371" y="912"/>
                </a:lnTo>
                <a:lnTo>
                  <a:pt x="370" y="913"/>
                </a:lnTo>
                <a:lnTo>
                  <a:pt x="369" y="914"/>
                </a:lnTo>
                <a:lnTo>
                  <a:pt x="368" y="915"/>
                </a:lnTo>
                <a:lnTo>
                  <a:pt x="367" y="917"/>
                </a:lnTo>
                <a:lnTo>
                  <a:pt x="366" y="917"/>
                </a:lnTo>
                <a:lnTo>
                  <a:pt x="365" y="918"/>
                </a:lnTo>
                <a:lnTo>
                  <a:pt x="365" y="919"/>
                </a:lnTo>
                <a:lnTo>
                  <a:pt x="364" y="921"/>
                </a:lnTo>
                <a:lnTo>
                  <a:pt x="363" y="923"/>
                </a:lnTo>
                <a:lnTo>
                  <a:pt x="363" y="924"/>
                </a:lnTo>
                <a:lnTo>
                  <a:pt x="362" y="925"/>
                </a:lnTo>
                <a:lnTo>
                  <a:pt x="362" y="927"/>
                </a:lnTo>
                <a:lnTo>
                  <a:pt x="362" y="929"/>
                </a:lnTo>
                <a:lnTo>
                  <a:pt x="362" y="931"/>
                </a:lnTo>
                <a:lnTo>
                  <a:pt x="362" y="934"/>
                </a:lnTo>
                <a:lnTo>
                  <a:pt x="362" y="935"/>
                </a:lnTo>
                <a:lnTo>
                  <a:pt x="362" y="937"/>
                </a:lnTo>
                <a:lnTo>
                  <a:pt x="363" y="938"/>
                </a:lnTo>
                <a:lnTo>
                  <a:pt x="363" y="939"/>
                </a:lnTo>
                <a:lnTo>
                  <a:pt x="363" y="940"/>
                </a:lnTo>
                <a:lnTo>
                  <a:pt x="364" y="941"/>
                </a:lnTo>
                <a:lnTo>
                  <a:pt x="364" y="942"/>
                </a:lnTo>
                <a:lnTo>
                  <a:pt x="365" y="943"/>
                </a:lnTo>
                <a:lnTo>
                  <a:pt x="366" y="943"/>
                </a:lnTo>
                <a:lnTo>
                  <a:pt x="366" y="944"/>
                </a:lnTo>
                <a:lnTo>
                  <a:pt x="365" y="945"/>
                </a:lnTo>
                <a:lnTo>
                  <a:pt x="364" y="947"/>
                </a:lnTo>
                <a:lnTo>
                  <a:pt x="364" y="948"/>
                </a:lnTo>
                <a:lnTo>
                  <a:pt x="364" y="949"/>
                </a:lnTo>
                <a:lnTo>
                  <a:pt x="364" y="950"/>
                </a:lnTo>
                <a:lnTo>
                  <a:pt x="363" y="950"/>
                </a:lnTo>
                <a:lnTo>
                  <a:pt x="363" y="949"/>
                </a:lnTo>
                <a:lnTo>
                  <a:pt x="362" y="950"/>
                </a:lnTo>
                <a:lnTo>
                  <a:pt x="362" y="951"/>
                </a:lnTo>
                <a:lnTo>
                  <a:pt x="362" y="952"/>
                </a:lnTo>
                <a:lnTo>
                  <a:pt x="361" y="954"/>
                </a:lnTo>
                <a:lnTo>
                  <a:pt x="360" y="954"/>
                </a:lnTo>
                <a:lnTo>
                  <a:pt x="359" y="955"/>
                </a:lnTo>
                <a:lnTo>
                  <a:pt x="359" y="956"/>
                </a:lnTo>
                <a:lnTo>
                  <a:pt x="359" y="958"/>
                </a:lnTo>
                <a:lnTo>
                  <a:pt x="359" y="959"/>
                </a:lnTo>
                <a:lnTo>
                  <a:pt x="359" y="960"/>
                </a:lnTo>
                <a:lnTo>
                  <a:pt x="358" y="960"/>
                </a:lnTo>
                <a:lnTo>
                  <a:pt x="357" y="960"/>
                </a:lnTo>
                <a:lnTo>
                  <a:pt x="357" y="959"/>
                </a:lnTo>
                <a:lnTo>
                  <a:pt x="357" y="958"/>
                </a:lnTo>
                <a:lnTo>
                  <a:pt x="357" y="957"/>
                </a:lnTo>
                <a:lnTo>
                  <a:pt x="357" y="956"/>
                </a:lnTo>
                <a:lnTo>
                  <a:pt x="357" y="955"/>
                </a:lnTo>
                <a:lnTo>
                  <a:pt x="358" y="955"/>
                </a:lnTo>
                <a:lnTo>
                  <a:pt x="359" y="955"/>
                </a:lnTo>
                <a:lnTo>
                  <a:pt x="359" y="954"/>
                </a:lnTo>
                <a:lnTo>
                  <a:pt x="359" y="952"/>
                </a:lnTo>
                <a:lnTo>
                  <a:pt x="357" y="950"/>
                </a:lnTo>
                <a:lnTo>
                  <a:pt x="357" y="949"/>
                </a:lnTo>
                <a:lnTo>
                  <a:pt x="358" y="948"/>
                </a:lnTo>
                <a:lnTo>
                  <a:pt x="358" y="947"/>
                </a:lnTo>
                <a:lnTo>
                  <a:pt x="357" y="947"/>
                </a:lnTo>
                <a:lnTo>
                  <a:pt x="358" y="946"/>
                </a:lnTo>
                <a:lnTo>
                  <a:pt x="359" y="945"/>
                </a:lnTo>
                <a:lnTo>
                  <a:pt x="359" y="944"/>
                </a:lnTo>
                <a:lnTo>
                  <a:pt x="360" y="944"/>
                </a:lnTo>
                <a:lnTo>
                  <a:pt x="360" y="943"/>
                </a:lnTo>
                <a:lnTo>
                  <a:pt x="361" y="943"/>
                </a:lnTo>
                <a:lnTo>
                  <a:pt x="361" y="942"/>
                </a:lnTo>
                <a:lnTo>
                  <a:pt x="361" y="940"/>
                </a:lnTo>
                <a:lnTo>
                  <a:pt x="361" y="938"/>
                </a:lnTo>
                <a:lnTo>
                  <a:pt x="360" y="936"/>
                </a:lnTo>
                <a:lnTo>
                  <a:pt x="359" y="936"/>
                </a:lnTo>
                <a:lnTo>
                  <a:pt x="359" y="935"/>
                </a:lnTo>
                <a:lnTo>
                  <a:pt x="359" y="934"/>
                </a:lnTo>
                <a:lnTo>
                  <a:pt x="358" y="933"/>
                </a:lnTo>
                <a:lnTo>
                  <a:pt x="357" y="932"/>
                </a:lnTo>
                <a:lnTo>
                  <a:pt x="357" y="931"/>
                </a:lnTo>
                <a:lnTo>
                  <a:pt x="357" y="930"/>
                </a:lnTo>
                <a:lnTo>
                  <a:pt x="358" y="930"/>
                </a:lnTo>
                <a:lnTo>
                  <a:pt x="357" y="930"/>
                </a:lnTo>
                <a:lnTo>
                  <a:pt x="356" y="929"/>
                </a:lnTo>
                <a:lnTo>
                  <a:pt x="356" y="928"/>
                </a:lnTo>
                <a:lnTo>
                  <a:pt x="355" y="928"/>
                </a:lnTo>
                <a:lnTo>
                  <a:pt x="355" y="927"/>
                </a:lnTo>
                <a:lnTo>
                  <a:pt x="354" y="927"/>
                </a:lnTo>
                <a:lnTo>
                  <a:pt x="353" y="927"/>
                </a:lnTo>
                <a:lnTo>
                  <a:pt x="352" y="927"/>
                </a:lnTo>
                <a:lnTo>
                  <a:pt x="350" y="927"/>
                </a:lnTo>
                <a:lnTo>
                  <a:pt x="350" y="926"/>
                </a:lnTo>
                <a:lnTo>
                  <a:pt x="351" y="925"/>
                </a:lnTo>
                <a:lnTo>
                  <a:pt x="351" y="924"/>
                </a:lnTo>
                <a:lnTo>
                  <a:pt x="350" y="924"/>
                </a:lnTo>
                <a:lnTo>
                  <a:pt x="350" y="923"/>
                </a:lnTo>
                <a:lnTo>
                  <a:pt x="350" y="924"/>
                </a:lnTo>
                <a:lnTo>
                  <a:pt x="350" y="925"/>
                </a:lnTo>
                <a:lnTo>
                  <a:pt x="349" y="925"/>
                </a:lnTo>
                <a:lnTo>
                  <a:pt x="348" y="925"/>
                </a:lnTo>
                <a:lnTo>
                  <a:pt x="347" y="924"/>
                </a:lnTo>
                <a:lnTo>
                  <a:pt x="346" y="924"/>
                </a:lnTo>
                <a:lnTo>
                  <a:pt x="346" y="923"/>
                </a:lnTo>
                <a:lnTo>
                  <a:pt x="345" y="923"/>
                </a:lnTo>
                <a:lnTo>
                  <a:pt x="343" y="923"/>
                </a:lnTo>
                <a:lnTo>
                  <a:pt x="341" y="922"/>
                </a:lnTo>
                <a:lnTo>
                  <a:pt x="340" y="921"/>
                </a:lnTo>
                <a:lnTo>
                  <a:pt x="339" y="921"/>
                </a:lnTo>
                <a:lnTo>
                  <a:pt x="338" y="921"/>
                </a:lnTo>
                <a:lnTo>
                  <a:pt x="336" y="921"/>
                </a:lnTo>
                <a:lnTo>
                  <a:pt x="335" y="922"/>
                </a:lnTo>
                <a:lnTo>
                  <a:pt x="335" y="921"/>
                </a:lnTo>
                <a:lnTo>
                  <a:pt x="334" y="922"/>
                </a:lnTo>
                <a:lnTo>
                  <a:pt x="331" y="922"/>
                </a:lnTo>
                <a:lnTo>
                  <a:pt x="330" y="922"/>
                </a:lnTo>
                <a:lnTo>
                  <a:pt x="330" y="921"/>
                </a:lnTo>
                <a:lnTo>
                  <a:pt x="329" y="921"/>
                </a:lnTo>
                <a:lnTo>
                  <a:pt x="328" y="921"/>
                </a:lnTo>
                <a:lnTo>
                  <a:pt x="327" y="920"/>
                </a:lnTo>
                <a:lnTo>
                  <a:pt x="327" y="919"/>
                </a:lnTo>
                <a:lnTo>
                  <a:pt x="326" y="919"/>
                </a:lnTo>
                <a:lnTo>
                  <a:pt x="325" y="918"/>
                </a:lnTo>
                <a:lnTo>
                  <a:pt x="324" y="918"/>
                </a:lnTo>
                <a:lnTo>
                  <a:pt x="323" y="918"/>
                </a:lnTo>
                <a:lnTo>
                  <a:pt x="322" y="918"/>
                </a:lnTo>
                <a:lnTo>
                  <a:pt x="322" y="919"/>
                </a:lnTo>
                <a:lnTo>
                  <a:pt x="321" y="919"/>
                </a:lnTo>
                <a:lnTo>
                  <a:pt x="320" y="919"/>
                </a:lnTo>
                <a:lnTo>
                  <a:pt x="319" y="919"/>
                </a:lnTo>
                <a:lnTo>
                  <a:pt x="318" y="920"/>
                </a:lnTo>
                <a:lnTo>
                  <a:pt x="318" y="921"/>
                </a:lnTo>
                <a:lnTo>
                  <a:pt x="319" y="921"/>
                </a:lnTo>
                <a:lnTo>
                  <a:pt x="319" y="920"/>
                </a:lnTo>
                <a:lnTo>
                  <a:pt x="320" y="920"/>
                </a:lnTo>
                <a:lnTo>
                  <a:pt x="320" y="921"/>
                </a:lnTo>
                <a:lnTo>
                  <a:pt x="321" y="921"/>
                </a:lnTo>
                <a:lnTo>
                  <a:pt x="321" y="922"/>
                </a:lnTo>
                <a:lnTo>
                  <a:pt x="321" y="923"/>
                </a:lnTo>
                <a:lnTo>
                  <a:pt x="322" y="923"/>
                </a:lnTo>
                <a:lnTo>
                  <a:pt x="323" y="924"/>
                </a:lnTo>
                <a:lnTo>
                  <a:pt x="324" y="924"/>
                </a:lnTo>
                <a:lnTo>
                  <a:pt x="325" y="924"/>
                </a:lnTo>
                <a:lnTo>
                  <a:pt x="326" y="924"/>
                </a:lnTo>
                <a:lnTo>
                  <a:pt x="328" y="924"/>
                </a:lnTo>
                <a:lnTo>
                  <a:pt x="329" y="924"/>
                </a:lnTo>
                <a:lnTo>
                  <a:pt x="330" y="924"/>
                </a:lnTo>
                <a:lnTo>
                  <a:pt x="331" y="923"/>
                </a:lnTo>
                <a:lnTo>
                  <a:pt x="332" y="923"/>
                </a:lnTo>
                <a:lnTo>
                  <a:pt x="332" y="924"/>
                </a:lnTo>
                <a:lnTo>
                  <a:pt x="334" y="924"/>
                </a:lnTo>
                <a:lnTo>
                  <a:pt x="335" y="925"/>
                </a:lnTo>
                <a:lnTo>
                  <a:pt x="336" y="926"/>
                </a:lnTo>
                <a:lnTo>
                  <a:pt x="336" y="927"/>
                </a:lnTo>
                <a:lnTo>
                  <a:pt x="336" y="928"/>
                </a:lnTo>
                <a:lnTo>
                  <a:pt x="335" y="928"/>
                </a:lnTo>
                <a:lnTo>
                  <a:pt x="336" y="928"/>
                </a:lnTo>
                <a:lnTo>
                  <a:pt x="336" y="929"/>
                </a:lnTo>
                <a:lnTo>
                  <a:pt x="337" y="930"/>
                </a:lnTo>
                <a:lnTo>
                  <a:pt x="338" y="931"/>
                </a:lnTo>
                <a:lnTo>
                  <a:pt x="339" y="932"/>
                </a:lnTo>
                <a:lnTo>
                  <a:pt x="339" y="933"/>
                </a:lnTo>
                <a:lnTo>
                  <a:pt x="337" y="935"/>
                </a:lnTo>
                <a:lnTo>
                  <a:pt x="337" y="936"/>
                </a:lnTo>
                <a:lnTo>
                  <a:pt x="337" y="937"/>
                </a:lnTo>
                <a:lnTo>
                  <a:pt x="337" y="938"/>
                </a:lnTo>
                <a:lnTo>
                  <a:pt x="336" y="938"/>
                </a:lnTo>
                <a:lnTo>
                  <a:pt x="337" y="938"/>
                </a:lnTo>
                <a:lnTo>
                  <a:pt x="337" y="939"/>
                </a:lnTo>
                <a:lnTo>
                  <a:pt x="338" y="939"/>
                </a:lnTo>
                <a:lnTo>
                  <a:pt x="338" y="940"/>
                </a:lnTo>
                <a:lnTo>
                  <a:pt x="337" y="940"/>
                </a:lnTo>
                <a:lnTo>
                  <a:pt x="336" y="940"/>
                </a:lnTo>
                <a:lnTo>
                  <a:pt x="336" y="941"/>
                </a:lnTo>
                <a:lnTo>
                  <a:pt x="335" y="941"/>
                </a:lnTo>
                <a:lnTo>
                  <a:pt x="335" y="942"/>
                </a:lnTo>
                <a:lnTo>
                  <a:pt x="334" y="942"/>
                </a:lnTo>
                <a:lnTo>
                  <a:pt x="334" y="943"/>
                </a:lnTo>
                <a:lnTo>
                  <a:pt x="334" y="944"/>
                </a:lnTo>
                <a:lnTo>
                  <a:pt x="334" y="945"/>
                </a:lnTo>
                <a:lnTo>
                  <a:pt x="335" y="946"/>
                </a:lnTo>
                <a:lnTo>
                  <a:pt x="335" y="947"/>
                </a:lnTo>
                <a:lnTo>
                  <a:pt x="333" y="948"/>
                </a:lnTo>
                <a:lnTo>
                  <a:pt x="332" y="949"/>
                </a:lnTo>
                <a:lnTo>
                  <a:pt x="331" y="951"/>
                </a:lnTo>
                <a:lnTo>
                  <a:pt x="330" y="954"/>
                </a:lnTo>
                <a:lnTo>
                  <a:pt x="330" y="955"/>
                </a:lnTo>
                <a:lnTo>
                  <a:pt x="329" y="955"/>
                </a:lnTo>
                <a:lnTo>
                  <a:pt x="328" y="955"/>
                </a:lnTo>
                <a:lnTo>
                  <a:pt x="327" y="954"/>
                </a:lnTo>
                <a:lnTo>
                  <a:pt x="325" y="952"/>
                </a:lnTo>
                <a:lnTo>
                  <a:pt x="324" y="952"/>
                </a:lnTo>
                <a:lnTo>
                  <a:pt x="323" y="952"/>
                </a:lnTo>
                <a:lnTo>
                  <a:pt x="323" y="953"/>
                </a:lnTo>
                <a:lnTo>
                  <a:pt x="324" y="953"/>
                </a:lnTo>
                <a:lnTo>
                  <a:pt x="325" y="954"/>
                </a:lnTo>
                <a:lnTo>
                  <a:pt x="326" y="954"/>
                </a:lnTo>
                <a:lnTo>
                  <a:pt x="327" y="955"/>
                </a:lnTo>
                <a:lnTo>
                  <a:pt x="327" y="956"/>
                </a:lnTo>
                <a:lnTo>
                  <a:pt x="328" y="957"/>
                </a:lnTo>
                <a:lnTo>
                  <a:pt x="329" y="958"/>
                </a:lnTo>
                <a:lnTo>
                  <a:pt x="330" y="959"/>
                </a:lnTo>
                <a:lnTo>
                  <a:pt x="331" y="959"/>
                </a:lnTo>
                <a:lnTo>
                  <a:pt x="331" y="958"/>
                </a:lnTo>
                <a:lnTo>
                  <a:pt x="332" y="958"/>
                </a:lnTo>
                <a:lnTo>
                  <a:pt x="333" y="957"/>
                </a:lnTo>
                <a:lnTo>
                  <a:pt x="333" y="958"/>
                </a:lnTo>
                <a:lnTo>
                  <a:pt x="334" y="958"/>
                </a:lnTo>
                <a:lnTo>
                  <a:pt x="335" y="957"/>
                </a:lnTo>
                <a:lnTo>
                  <a:pt x="335" y="956"/>
                </a:lnTo>
                <a:lnTo>
                  <a:pt x="336" y="955"/>
                </a:lnTo>
                <a:lnTo>
                  <a:pt x="336" y="956"/>
                </a:lnTo>
                <a:lnTo>
                  <a:pt x="337" y="956"/>
                </a:lnTo>
                <a:lnTo>
                  <a:pt x="338" y="956"/>
                </a:lnTo>
                <a:lnTo>
                  <a:pt x="338" y="955"/>
                </a:lnTo>
                <a:lnTo>
                  <a:pt x="338" y="954"/>
                </a:lnTo>
                <a:lnTo>
                  <a:pt x="338" y="953"/>
                </a:lnTo>
                <a:lnTo>
                  <a:pt x="339" y="953"/>
                </a:lnTo>
                <a:lnTo>
                  <a:pt x="340" y="953"/>
                </a:lnTo>
                <a:lnTo>
                  <a:pt x="341" y="953"/>
                </a:lnTo>
                <a:lnTo>
                  <a:pt x="341" y="954"/>
                </a:lnTo>
                <a:lnTo>
                  <a:pt x="341" y="955"/>
                </a:lnTo>
                <a:lnTo>
                  <a:pt x="342" y="955"/>
                </a:lnTo>
                <a:lnTo>
                  <a:pt x="343" y="955"/>
                </a:lnTo>
                <a:lnTo>
                  <a:pt x="344" y="955"/>
                </a:lnTo>
                <a:lnTo>
                  <a:pt x="345" y="956"/>
                </a:lnTo>
                <a:lnTo>
                  <a:pt x="346" y="956"/>
                </a:lnTo>
                <a:lnTo>
                  <a:pt x="347" y="956"/>
                </a:lnTo>
                <a:lnTo>
                  <a:pt x="348" y="957"/>
                </a:lnTo>
                <a:lnTo>
                  <a:pt x="348" y="958"/>
                </a:lnTo>
                <a:lnTo>
                  <a:pt x="346" y="958"/>
                </a:lnTo>
                <a:lnTo>
                  <a:pt x="346" y="959"/>
                </a:lnTo>
                <a:lnTo>
                  <a:pt x="345" y="959"/>
                </a:lnTo>
                <a:lnTo>
                  <a:pt x="345" y="960"/>
                </a:lnTo>
                <a:lnTo>
                  <a:pt x="345" y="961"/>
                </a:lnTo>
                <a:lnTo>
                  <a:pt x="345" y="962"/>
                </a:lnTo>
                <a:lnTo>
                  <a:pt x="344" y="962"/>
                </a:lnTo>
                <a:lnTo>
                  <a:pt x="343" y="961"/>
                </a:lnTo>
                <a:lnTo>
                  <a:pt x="342" y="960"/>
                </a:lnTo>
                <a:lnTo>
                  <a:pt x="341" y="960"/>
                </a:lnTo>
                <a:lnTo>
                  <a:pt x="339" y="961"/>
                </a:lnTo>
                <a:lnTo>
                  <a:pt x="339" y="962"/>
                </a:lnTo>
                <a:lnTo>
                  <a:pt x="339" y="963"/>
                </a:lnTo>
                <a:lnTo>
                  <a:pt x="339" y="964"/>
                </a:lnTo>
                <a:lnTo>
                  <a:pt x="338" y="965"/>
                </a:lnTo>
                <a:lnTo>
                  <a:pt x="338" y="966"/>
                </a:lnTo>
                <a:lnTo>
                  <a:pt x="338" y="967"/>
                </a:lnTo>
                <a:lnTo>
                  <a:pt x="337" y="968"/>
                </a:lnTo>
                <a:lnTo>
                  <a:pt x="338" y="969"/>
                </a:lnTo>
                <a:lnTo>
                  <a:pt x="338" y="970"/>
                </a:lnTo>
                <a:lnTo>
                  <a:pt x="338" y="971"/>
                </a:lnTo>
                <a:lnTo>
                  <a:pt x="338" y="972"/>
                </a:lnTo>
                <a:lnTo>
                  <a:pt x="339" y="972"/>
                </a:lnTo>
                <a:lnTo>
                  <a:pt x="340" y="972"/>
                </a:lnTo>
                <a:lnTo>
                  <a:pt x="342" y="973"/>
                </a:lnTo>
                <a:lnTo>
                  <a:pt x="342" y="974"/>
                </a:lnTo>
                <a:lnTo>
                  <a:pt x="341" y="975"/>
                </a:lnTo>
                <a:lnTo>
                  <a:pt x="340" y="975"/>
                </a:lnTo>
                <a:lnTo>
                  <a:pt x="339" y="975"/>
                </a:lnTo>
                <a:lnTo>
                  <a:pt x="338" y="975"/>
                </a:lnTo>
                <a:lnTo>
                  <a:pt x="337" y="976"/>
                </a:lnTo>
                <a:lnTo>
                  <a:pt x="336" y="976"/>
                </a:lnTo>
                <a:lnTo>
                  <a:pt x="336" y="975"/>
                </a:lnTo>
                <a:lnTo>
                  <a:pt x="335" y="975"/>
                </a:lnTo>
                <a:lnTo>
                  <a:pt x="335" y="974"/>
                </a:lnTo>
                <a:lnTo>
                  <a:pt x="334" y="975"/>
                </a:lnTo>
                <a:lnTo>
                  <a:pt x="333" y="975"/>
                </a:lnTo>
                <a:lnTo>
                  <a:pt x="333" y="974"/>
                </a:lnTo>
                <a:lnTo>
                  <a:pt x="332" y="974"/>
                </a:lnTo>
                <a:lnTo>
                  <a:pt x="331" y="975"/>
                </a:lnTo>
                <a:lnTo>
                  <a:pt x="330" y="976"/>
                </a:lnTo>
                <a:lnTo>
                  <a:pt x="330" y="977"/>
                </a:lnTo>
                <a:lnTo>
                  <a:pt x="329" y="978"/>
                </a:lnTo>
                <a:lnTo>
                  <a:pt x="329" y="979"/>
                </a:lnTo>
                <a:lnTo>
                  <a:pt x="329" y="980"/>
                </a:lnTo>
                <a:lnTo>
                  <a:pt x="328" y="982"/>
                </a:lnTo>
                <a:lnTo>
                  <a:pt x="329" y="982"/>
                </a:lnTo>
                <a:lnTo>
                  <a:pt x="329" y="984"/>
                </a:lnTo>
                <a:lnTo>
                  <a:pt x="329" y="985"/>
                </a:lnTo>
                <a:lnTo>
                  <a:pt x="329" y="986"/>
                </a:lnTo>
                <a:lnTo>
                  <a:pt x="330" y="988"/>
                </a:lnTo>
                <a:lnTo>
                  <a:pt x="331" y="988"/>
                </a:lnTo>
                <a:lnTo>
                  <a:pt x="331" y="989"/>
                </a:lnTo>
                <a:lnTo>
                  <a:pt x="332" y="989"/>
                </a:lnTo>
                <a:lnTo>
                  <a:pt x="332" y="988"/>
                </a:lnTo>
                <a:lnTo>
                  <a:pt x="333" y="988"/>
                </a:lnTo>
                <a:lnTo>
                  <a:pt x="334" y="989"/>
                </a:lnTo>
                <a:lnTo>
                  <a:pt x="334" y="988"/>
                </a:lnTo>
                <a:lnTo>
                  <a:pt x="335" y="988"/>
                </a:lnTo>
                <a:lnTo>
                  <a:pt x="335" y="989"/>
                </a:lnTo>
                <a:lnTo>
                  <a:pt x="334" y="989"/>
                </a:lnTo>
                <a:lnTo>
                  <a:pt x="334" y="990"/>
                </a:lnTo>
                <a:lnTo>
                  <a:pt x="333" y="991"/>
                </a:lnTo>
                <a:lnTo>
                  <a:pt x="332" y="991"/>
                </a:lnTo>
                <a:lnTo>
                  <a:pt x="332" y="990"/>
                </a:lnTo>
                <a:lnTo>
                  <a:pt x="332" y="989"/>
                </a:lnTo>
                <a:lnTo>
                  <a:pt x="331" y="990"/>
                </a:lnTo>
                <a:lnTo>
                  <a:pt x="330" y="990"/>
                </a:lnTo>
                <a:lnTo>
                  <a:pt x="329" y="991"/>
                </a:lnTo>
                <a:lnTo>
                  <a:pt x="328" y="991"/>
                </a:lnTo>
                <a:lnTo>
                  <a:pt x="327" y="991"/>
                </a:lnTo>
                <a:lnTo>
                  <a:pt x="326" y="992"/>
                </a:lnTo>
                <a:lnTo>
                  <a:pt x="325" y="992"/>
                </a:lnTo>
                <a:lnTo>
                  <a:pt x="323" y="993"/>
                </a:lnTo>
                <a:lnTo>
                  <a:pt x="322" y="995"/>
                </a:lnTo>
                <a:lnTo>
                  <a:pt x="321" y="995"/>
                </a:lnTo>
                <a:lnTo>
                  <a:pt x="322" y="995"/>
                </a:lnTo>
                <a:lnTo>
                  <a:pt x="322" y="994"/>
                </a:lnTo>
                <a:lnTo>
                  <a:pt x="321" y="994"/>
                </a:lnTo>
                <a:lnTo>
                  <a:pt x="321" y="993"/>
                </a:lnTo>
                <a:lnTo>
                  <a:pt x="320" y="993"/>
                </a:lnTo>
                <a:lnTo>
                  <a:pt x="320" y="992"/>
                </a:lnTo>
                <a:lnTo>
                  <a:pt x="319" y="992"/>
                </a:lnTo>
                <a:lnTo>
                  <a:pt x="318" y="993"/>
                </a:lnTo>
                <a:lnTo>
                  <a:pt x="317" y="993"/>
                </a:lnTo>
                <a:lnTo>
                  <a:pt x="315" y="994"/>
                </a:lnTo>
                <a:lnTo>
                  <a:pt x="313" y="995"/>
                </a:lnTo>
                <a:lnTo>
                  <a:pt x="312" y="995"/>
                </a:lnTo>
                <a:lnTo>
                  <a:pt x="311" y="995"/>
                </a:lnTo>
                <a:lnTo>
                  <a:pt x="311" y="994"/>
                </a:lnTo>
                <a:lnTo>
                  <a:pt x="312" y="993"/>
                </a:lnTo>
                <a:lnTo>
                  <a:pt x="313" y="993"/>
                </a:lnTo>
                <a:lnTo>
                  <a:pt x="313" y="992"/>
                </a:lnTo>
                <a:lnTo>
                  <a:pt x="314" y="991"/>
                </a:lnTo>
                <a:lnTo>
                  <a:pt x="314" y="990"/>
                </a:lnTo>
                <a:lnTo>
                  <a:pt x="315" y="989"/>
                </a:lnTo>
                <a:lnTo>
                  <a:pt x="316" y="988"/>
                </a:lnTo>
                <a:lnTo>
                  <a:pt x="317" y="987"/>
                </a:lnTo>
                <a:lnTo>
                  <a:pt x="318" y="987"/>
                </a:lnTo>
                <a:lnTo>
                  <a:pt x="319" y="985"/>
                </a:lnTo>
                <a:lnTo>
                  <a:pt x="321" y="982"/>
                </a:lnTo>
                <a:lnTo>
                  <a:pt x="321" y="981"/>
                </a:lnTo>
                <a:lnTo>
                  <a:pt x="320" y="980"/>
                </a:lnTo>
                <a:lnTo>
                  <a:pt x="317" y="974"/>
                </a:lnTo>
                <a:lnTo>
                  <a:pt x="316" y="974"/>
                </a:lnTo>
                <a:lnTo>
                  <a:pt x="315" y="974"/>
                </a:lnTo>
                <a:lnTo>
                  <a:pt x="314" y="973"/>
                </a:lnTo>
                <a:lnTo>
                  <a:pt x="314" y="972"/>
                </a:lnTo>
                <a:lnTo>
                  <a:pt x="313" y="972"/>
                </a:lnTo>
                <a:lnTo>
                  <a:pt x="313" y="971"/>
                </a:lnTo>
                <a:lnTo>
                  <a:pt x="313" y="970"/>
                </a:lnTo>
                <a:lnTo>
                  <a:pt x="315" y="968"/>
                </a:lnTo>
                <a:lnTo>
                  <a:pt x="315" y="967"/>
                </a:lnTo>
                <a:lnTo>
                  <a:pt x="316" y="966"/>
                </a:lnTo>
                <a:lnTo>
                  <a:pt x="316" y="965"/>
                </a:lnTo>
                <a:lnTo>
                  <a:pt x="316" y="964"/>
                </a:lnTo>
                <a:lnTo>
                  <a:pt x="314" y="962"/>
                </a:lnTo>
                <a:lnTo>
                  <a:pt x="313" y="960"/>
                </a:lnTo>
                <a:lnTo>
                  <a:pt x="313" y="959"/>
                </a:lnTo>
                <a:lnTo>
                  <a:pt x="314" y="958"/>
                </a:lnTo>
                <a:lnTo>
                  <a:pt x="316" y="956"/>
                </a:lnTo>
                <a:lnTo>
                  <a:pt x="317" y="955"/>
                </a:lnTo>
                <a:lnTo>
                  <a:pt x="316" y="955"/>
                </a:lnTo>
                <a:lnTo>
                  <a:pt x="317" y="954"/>
                </a:lnTo>
                <a:lnTo>
                  <a:pt x="317" y="953"/>
                </a:lnTo>
                <a:lnTo>
                  <a:pt x="318" y="952"/>
                </a:lnTo>
                <a:lnTo>
                  <a:pt x="319" y="951"/>
                </a:lnTo>
                <a:lnTo>
                  <a:pt x="321" y="951"/>
                </a:lnTo>
                <a:lnTo>
                  <a:pt x="321" y="952"/>
                </a:lnTo>
                <a:lnTo>
                  <a:pt x="322" y="952"/>
                </a:lnTo>
                <a:lnTo>
                  <a:pt x="322" y="953"/>
                </a:lnTo>
                <a:lnTo>
                  <a:pt x="323" y="952"/>
                </a:lnTo>
                <a:lnTo>
                  <a:pt x="321" y="950"/>
                </a:lnTo>
                <a:lnTo>
                  <a:pt x="319" y="950"/>
                </a:lnTo>
                <a:lnTo>
                  <a:pt x="319" y="951"/>
                </a:lnTo>
                <a:lnTo>
                  <a:pt x="318" y="951"/>
                </a:lnTo>
                <a:lnTo>
                  <a:pt x="317" y="952"/>
                </a:lnTo>
                <a:lnTo>
                  <a:pt x="316" y="953"/>
                </a:lnTo>
                <a:lnTo>
                  <a:pt x="315" y="954"/>
                </a:lnTo>
                <a:lnTo>
                  <a:pt x="315" y="955"/>
                </a:lnTo>
                <a:lnTo>
                  <a:pt x="314" y="956"/>
                </a:lnTo>
                <a:lnTo>
                  <a:pt x="313" y="957"/>
                </a:lnTo>
                <a:lnTo>
                  <a:pt x="312" y="958"/>
                </a:lnTo>
                <a:lnTo>
                  <a:pt x="311" y="958"/>
                </a:lnTo>
                <a:lnTo>
                  <a:pt x="310" y="959"/>
                </a:lnTo>
                <a:lnTo>
                  <a:pt x="309" y="959"/>
                </a:lnTo>
                <a:lnTo>
                  <a:pt x="308" y="959"/>
                </a:lnTo>
                <a:lnTo>
                  <a:pt x="307" y="958"/>
                </a:lnTo>
                <a:lnTo>
                  <a:pt x="306" y="958"/>
                </a:lnTo>
                <a:lnTo>
                  <a:pt x="306" y="959"/>
                </a:lnTo>
                <a:lnTo>
                  <a:pt x="307" y="960"/>
                </a:lnTo>
                <a:lnTo>
                  <a:pt x="306" y="961"/>
                </a:lnTo>
                <a:lnTo>
                  <a:pt x="305" y="961"/>
                </a:lnTo>
                <a:lnTo>
                  <a:pt x="302" y="962"/>
                </a:lnTo>
                <a:lnTo>
                  <a:pt x="300" y="963"/>
                </a:lnTo>
                <a:lnTo>
                  <a:pt x="299" y="964"/>
                </a:lnTo>
                <a:lnTo>
                  <a:pt x="299" y="965"/>
                </a:lnTo>
                <a:lnTo>
                  <a:pt x="299" y="966"/>
                </a:lnTo>
                <a:lnTo>
                  <a:pt x="299" y="968"/>
                </a:lnTo>
                <a:lnTo>
                  <a:pt x="299" y="969"/>
                </a:lnTo>
                <a:lnTo>
                  <a:pt x="300" y="971"/>
                </a:lnTo>
                <a:lnTo>
                  <a:pt x="301" y="972"/>
                </a:lnTo>
                <a:lnTo>
                  <a:pt x="301" y="973"/>
                </a:lnTo>
                <a:lnTo>
                  <a:pt x="301" y="974"/>
                </a:lnTo>
                <a:lnTo>
                  <a:pt x="302" y="974"/>
                </a:lnTo>
                <a:lnTo>
                  <a:pt x="301" y="975"/>
                </a:lnTo>
                <a:lnTo>
                  <a:pt x="300" y="975"/>
                </a:lnTo>
                <a:lnTo>
                  <a:pt x="299" y="976"/>
                </a:lnTo>
                <a:lnTo>
                  <a:pt x="299" y="977"/>
                </a:lnTo>
                <a:lnTo>
                  <a:pt x="300" y="978"/>
                </a:lnTo>
                <a:lnTo>
                  <a:pt x="300" y="980"/>
                </a:lnTo>
                <a:lnTo>
                  <a:pt x="301" y="981"/>
                </a:lnTo>
                <a:lnTo>
                  <a:pt x="301" y="982"/>
                </a:lnTo>
                <a:lnTo>
                  <a:pt x="302" y="982"/>
                </a:lnTo>
                <a:lnTo>
                  <a:pt x="302" y="983"/>
                </a:lnTo>
                <a:lnTo>
                  <a:pt x="303" y="983"/>
                </a:lnTo>
                <a:lnTo>
                  <a:pt x="303" y="984"/>
                </a:lnTo>
                <a:lnTo>
                  <a:pt x="303" y="985"/>
                </a:lnTo>
                <a:lnTo>
                  <a:pt x="302" y="985"/>
                </a:lnTo>
                <a:lnTo>
                  <a:pt x="302" y="986"/>
                </a:lnTo>
                <a:lnTo>
                  <a:pt x="301" y="986"/>
                </a:lnTo>
                <a:lnTo>
                  <a:pt x="300" y="986"/>
                </a:lnTo>
                <a:lnTo>
                  <a:pt x="299" y="986"/>
                </a:lnTo>
                <a:lnTo>
                  <a:pt x="298" y="988"/>
                </a:lnTo>
                <a:lnTo>
                  <a:pt x="299" y="988"/>
                </a:lnTo>
                <a:lnTo>
                  <a:pt x="299" y="989"/>
                </a:lnTo>
                <a:lnTo>
                  <a:pt x="298" y="990"/>
                </a:lnTo>
                <a:lnTo>
                  <a:pt x="297" y="990"/>
                </a:lnTo>
                <a:lnTo>
                  <a:pt x="295" y="991"/>
                </a:lnTo>
                <a:lnTo>
                  <a:pt x="294" y="991"/>
                </a:lnTo>
                <a:lnTo>
                  <a:pt x="294" y="990"/>
                </a:lnTo>
                <a:lnTo>
                  <a:pt x="295" y="990"/>
                </a:lnTo>
                <a:lnTo>
                  <a:pt x="295" y="989"/>
                </a:lnTo>
                <a:lnTo>
                  <a:pt x="294" y="988"/>
                </a:lnTo>
                <a:lnTo>
                  <a:pt x="294" y="986"/>
                </a:lnTo>
                <a:lnTo>
                  <a:pt x="294" y="985"/>
                </a:lnTo>
                <a:lnTo>
                  <a:pt x="295" y="984"/>
                </a:lnTo>
                <a:lnTo>
                  <a:pt x="295" y="983"/>
                </a:lnTo>
                <a:lnTo>
                  <a:pt x="295" y="981"/>
                </a:lnTo>
                <a:lnTo>
                  <a:pt x="295" y="980"/>
                </a:lnTo>
                <a:lnTo>
                  <a:pt x="295" y="979"/>
                </a:lnTo>
                <a:lnTo>
                  <a:pt x="296" y="977"/>
                </a:lnTo>
                <a:lnTo>
                  <a:pt x="295" y="975"/>
                </a:lnTo>
                <a:lnTo>
                  <a:pt x="294" y="975"/>
                </a:lnTo>
                <a:lnTo>
                  <a:pt x="293" y="974"/>
                </a:lnTo>
                <a:lnTo>
                  <a:pt x="292" y="974"/>
                </a:lnTo>
                <a:lnTo>
                  <a:pt x="293" y="974"/>
                </a:lnTo>
                <a:lnTo>
                  <a:pt x="294" y="975"/>
                </a:lnTo>
                <a:lnTo>
                  <a:pt x="295" y="976"/>
                </a:lnTo>
                <a:lnTo>
                  <a:pt x="295" y="977"/>
                </a:lnTo>
                <a:lnTo>
                  <a:pt x="294" y="977"/>
                </a:lnTo>
                <a:lnTo>
                  <a:pt x="294" y="976"/>
                </a:lnTo>
                <a:lnTo>
                  <a:pt x="293" y="976"/>
                </a:lnTo>
                <a:lnTo>
                  <a:pt x="293" y="977"/>
                </a:lnTo>
                <a:lnTo>
                  <a:pt x="293" y="978"/>
                </a:lnTo>
                <a:lnTo>
                  <a:pt x="293" y="979"/>
                </a:lnTo>
                <a:lnTo>
                  <a:pt x="293" y="980"/>
                </a:lnTo>
                <a:lnTo>
                  <a:pt x="292" y="980"/>
                </a:lnTo>
                <a:lnTo>
                  <a:pt x="292" y="979"/>
                </a:lnTo>
                <a:lnTo>
                  <a:pt x="292" y="978"/>
                </a:lnTo>
                <a:lnTo>
                  <a:pt x="291" y="977"/>
                </a:lnTo>
                <a:lnTo>
                  <a:pt x="289" y="976"/>
                </a:lnTo>
                <a:lnTo>
                  <a:pt x="289" y="977"/>
                </a:lnTo>
                <a:lnTo>
                  <a:pt x="290" y="978"/>
                </a:lnTo>
                <a:lnTo>
                  <a:pt x="291" y="978"/>
                </a:lnTo>
                <a:lnTo>
                  <a:pt x="291" y="980"/>
                </a:lnTo>
                <a:lnTo>
                  <a:pt x="290" y="980"/>
                </a:lnTo>
                <a:lnTo>
                  <a:pt x="289" y="980"/>
                </a:lnTo>
                <a:lnTo>
                  <a:pt x="290" y="981"/>
                </a:lnTo>
                <a:lnTo>
                  <a:pt x="291" y="981"/>
                </a:lnTo>
                <a:lnTo>
                  <a:pt x="292" y="982"/>
                </a:lnTo>
                <a:lnTo>
                  <a:pt x="293" y="984"/>
                </a:lnTo>
                <a:lnTo>
                  <a:pt x="293" y="985"/>
                </a:lnTo>
                <a:lnTo>
                  <a:pt x="293" y="987"/>
                </a:lnTo>
                <a:lnTo>
                  <a:pt x="292" y="987"/>
                </a:lnTo>
                <a:lnTo>
                  <a:pt x="291" y="987"/>
                </a:lnTo>
                <a:lnTo>
                  <a:pt x="289" y="988"/>
                </a:lnTo>
                <a:lnTo>
                  <a:pt x="288" y="988"/>
                </a:lnTo>
                <a:lnTo>
                  <a:pt x="287" y="989"/>
                </a:lnTo>
                <a:lnTo>
                  <a:pt x="286" y="989"/>
                </a:lnTo>
                <a:lnTo>
                  <a:pt x="286" y="988"/>
                </a:lnTo>
                <a:lnTo>
                  <a:pt x="285" y="987"/>
                </a:lnTo>
                <a:lnTo>
                  <a:pt x="283" y="985"/>
                </a:lnTo>
                <a:lnTo>
                  <a:pt x="279" y="985"/>
                </a:lnTo>
                <a:lnTo>
                  <a:pt x="278" y="985"/>
                </a:lnTo>
                <a:lnTo>
                  <a:pt x="276" y="983"/>
                </a:lnTo>
                <a:lnTo>
                  <a:pt x="275" y="983"/>
                </a:lnTo>
                <a:lnTo>
                  <a:pt x="273" y="984"/>
                </a:lnTo>
                <a:lnTo>
                  <a:pt x="272" y="985"/>
                </a:lnTo>
                <a:lnTo>
                  <a:pt x="271" y="984"/>
                </a:lnTo>
                <a:lnTo>
                  <a:pt x="271" y="983"/>
                </a:lnTo>
                <a:lnTo>
                  <a:pt x="270" y="983"/>
                </a:lnTo>
                <a:lnTo>
                  <a:pt x="267" y="982"/>
                </a:lnTo>
                <a:lnTo>
                  <a:pt x="266" y="982"/>
                </a:lnTo>
                <a:lnTo>
                  <a:pt x="265" y="981"/>
                </a:lnTo>
                <a:lnTo>
                  <a:pt x="265" y="982"/>
                </a:lnTo>
                <a:lnTo>
                  <a:pt x="263" y="980"/>
                </a:lnTo>
                <a:lnTo>
                  <a:pt x="264" y="980"/>
                </a:lnTo>
                <a:lnTo>
                  <a:pt x="263" y="980"/>
                </a:lnTo>
                <a:lnTo>
                  <a:pt x="262" y="979"/>
                </a:lnTo>
                <a:lnTo>
                  <a:pt x="261" y="979"/>
                </a:lnTo>
                <a:lnTo>
                  <a:pt x="260" y="978"/>
                </a:lnTo>
                <a:lnTo>
                  <a:pt x="259" y="978"/>
                </a:lnTo>
                <a:lnTo>
                  <a:pt x="257" y="975"/>
                </a:lnTo>
                <a:lnTo>
                  <a:pt x="256" y="973"/>
                </a:lnTo>
                <a:lnTo>
                  <a:pt x="257" y="972"/>
                </a:lnTo>
                <a:lnTo>
                  <a:pt x="256" y="972"/>
                </a:lnTo>
                <a:lnTo>
                  <a:pt x="256" y="970"/>
                </a:lnTo>
                <a:lnTo>
                  <a:pt x="256" y="968"/>
                </a:lnTo>
                <a:lnTo>
                  <a:pt x="255" y="966"/>
                </a:lnTo>
                <a:lnTo>
                  <a:pt x="254" y="964"/>
                </a:lnTo>
                <a:lnTo>
                  <a:pt x="253" y="962"/>
                </a:lnTo>
                <a:lnTo>
                  <a:pt x="252" y="959"/>
                </a:lnTo>
                <a:lnTo>
                  <a:pt x="251" y="958"/>
                </a:lnTo>
                <a:lnTo>
                  <a:pt x="251" y="957"/>
                </a:lnTo>
                <a:lnTo>
                  <a:pt x="251" y="956"/>
                </a:lnTo>
                <a:lnTo>
                  <a:pt x="250" y="956"/>
                </a:lnTo>
                <a:lnTo>
                  <a:pt x="249" y="955"/>
                </a:lnTo>
                <a:lnTo>
                  <a:pt x="248" y="954"/>
                </a:lnTo>
                <a:lnTo>
                  <a:pt x="249" y="954"/>
                </a:lnTo>
                <a:lnTo>
                  <a:pt x="250" y="953"/>
                </a:lnTo>
                <a:lnTo>
                  <a:pt x="250" y="952"/>
                </a:lnTo>
                <a:lnTo>
                  <a:pt x="250" y="951"/>
                </a:lnTo>
                <a:lnTo>
                  <a:pt x="250" y="950"/>
                </a:lnTo>
                <a:lnTo>
                  <a:pt x="250" y="951"/>
                </a:lnTo>
                <a:lnTo>
                  <a:pt x="249" y="951"/>
                </a:lnTo>
                <a:lnTo>
                  <a:pt x="248" y="950"/>
                </a:lnTo>
                <a:lnTo>
                  <a:pt x="248" y="948"/>
                </a:lnTo>
                <a:lnTo>
                  <a:pt x="247" y="948"/>
                </a:lnTo>
                <a:lnTo>
                  <a:pt x="245" y="945"/>
                </a:lnTo>
                <a:lnTo>
                  <a:pt x="244" y="944"/>
                </a:lnTo>
                <a:lnTo>
                  <a:pt x="242" y="944"/>
                </a:lnTo>
                <a:lnTo>
                  <a:pt x="241" y="944"/>
                </a:lnTo>
                <a:lnTo>
                  <a:pt x="240" y="944"/>
                </a:lnTo>
                <a:lnTo>
                  <a:pt x="240" y="945"/>
                </a:lnTo>
                <a:lnTo>
                  <a:pt x="239" y="946"/>
                </a:lnTo>
                <a:lnTo>
                  <a:pt x="238" y="946"/>
                </a:lnTo>
                <a:lnTo>
                  <a:pt x="237" y="945"/>
                </a:lnTo>
                <a:lnTo>
                  <a:pt x="236" y="945"/>
                </a:lnTo>
                <a:lnTo>
                  <a:pt x="236" y="944"/>
                </a:lnTo>
                <a:lnTo>
                  <a:pt x="236" y="943"/>
                </a:lnTo>
                <a:lnTo>
                  <a:pt x="237" y="943"/>
                </a:lnTo>
                <a:lnTo>
                  <a:pt x="238" y="943"/>
                </a:lnTo>
                <a:lnTo>
                  <a:pt x="239" y="943"/>
                </a:lnTo>
                <a:lnTo>
                  <a:pt x="239" y="941"/>
                </a:lnTo>
                <a:lnTo>
                  <a:pt x="238" y="940"/>
                </a:lnTo>
                <a:lnTo>
                  <a:pt x="238" y="939"/>
                </a:lnTo>
                <a:lnTo>
                  <a:pt x="238" y="938"/>
                </a:lnTo>
                <a:lnTo>
                  <a:pt x="236" y="937"/>
                </a:lnTo>
                <a:lnTo>
                  <a:pt x="235" y="936"/>
                </a:lnTo>
                <a:lnTo>
                  <a:pt x="235" y="935"/>
                </a:lnTo>
                <a:lnTo>
                  <a:pt x="235" y="934"/>
                </a:lnTo>
                <a:lnTo>
                  <a:pt x="234" y="934"/>
                </a:lnTo>
                <a:lnTo>
                  <a:pt x="233" y="933"/>
                </a:lnTo>
                <a:lnTo>
                  <a:pt x="234" y="933"/>
                </a:lnTo>
                <a:lnTo>
                  <a:pt x="235" y="933"/>
                </a:lnTo>
                <a:lnTo>
                  <a:pt x="236" y="932"/>
                </a:lnTo>
                <a:lnTo>
                  <a:pt x="237" y="931"/>
                </a:lnTo>
                <a:lnTo>
                  <a:pt x="237" y="930"/>
                </a:lnTo>
                <a:lnTo>
                  <a:pt x="238" y="929"/>
                </a:lnTo>
                <a:lnTo>
                  <a:pt x="238" y="928"/>
                </a:lnTo>
                <a:lnTo>
                  <a:pt x="238" y="927"/>
                </a:lnTo>
                <a:lnTo>
                  <a:pt x="237" y="926"/>
                </a:lnTo>
                <a:lnTo>
                  <a:pt x="237" y="925"/>
                </a:lnTo>
                <a:lnTo>
                  <a:pt x="237" y="924"/>
                </a:lnTo>
                <a:lnTo>
                  <a:pt x="236" y="923"/>
                </a:lnTo>
                <a:lnTo>
                  <a:pt x="235" y="922"/>
                </a:lnTo>
                <a:lnTo>
                  <a:pt x="236" y="919"/>
                </a:lnTo>
                <a:lnTo>
                  <a:pt x="236" y="918"/>
                </a:lnTo>
                <a:lnTo>
                  <a:pt x="236" y="917"/>
                </a:lnTo>
                <a:lnTo>
                  <a:pt x="236" y="916"/>
                </a:lnTo>
                <a:lnTo>
                  <a:pt x="235" y="916"/>
                </a:lnTo>
                <a:lnTo>
                  <a:pt x="233" y="915"/>
                </a:lnTo>
                <a:lnTo>
                  <a:pt x="232" y="915"/>
                </a:lnTo>
                <a:lnTo>
                  <a:pt x="232" y="916"/>
                </a:lnTo>
                <a:lnTo>
                  <a:pt x="232" y="917"/>
                </a:lnTo>
                <a:lnTo>
                  <a:pt x="231" y="917"/>
                </a:lnTo>
                <a:lnTo>
                  <a:pt x="231" y="916"/>
                </a:lnTo>
                <a:lnTo>
                  <a:pt x="231" y="914"/>
                </a:lnTo>
                <a:lnTo>
                  <a:pt x="232" y="914"/>
                </a:lnTo>
                <a:lnTo>
                  <a:pt x="231" y="913"/>
                </a:lnTo>
                <a:lnTo>
                  <a:pt x="230" y="913"/>
                </a:lnTo>
                <a:lnTo>
                  <a:pt x="230" y="912"/>
                </a:lnTo>
                <a:lnTo>
                  <a:pt x="229" y="912"/>
                </a:lnTo>
                <a:lnTo>
                  <a:pt x="228" y="911"/>
                </a:lnTo>
                <a:lnTo>
                  <a:pt x="228" y="910"/>
                </a:lnTo>
                <a:lnTo>
                  <a:pt x="229" y="910"/>
                </a:lnTo>
                <a:lnTo>
                  <a:pt x="230" y="910"/>
                </a:lnTo>
                <a:lnTo>
                  <a:pt x="230" y="909"/>
                </a:lnTo>
                <a:lnTo>
                  <a:pt x="230" y="907"/>
                </a:lnTo>
                <a:lnTo>
                  <a:pt x="229" y="907"/>
                </a:lnTo>
                <a:lnTo>
                  <a:pt x="229" y="906"/>
                </a:lnTo>
                <a:lnTo>
                  <a:pt x="228" y="907"/>
                </a:lnTo>
                <a:lnTo>
                  <a:pt x="227" y="907"/>
                </a:lnTo>
                <a:lnTo>
                  <a:pt x="226" y="906"/>
                </a:lnTo>
                <a:lnTo>
                  <a:pt x="227" y="906"/>
                </a:lnTo>
                <a:lnTo>
                  <a:pt x="226" y="905"/>
                </a:lnTo>
                <a:lnTo>
                  <a:pt x="225" y="905"/>
                </a:lnTo>
                <a:lnTo>
                  <a:pt x="225" y="904"/>
                </a:lnTo>
                <a:lnTo>
                  <a:pt x="225" y="903"/>
                </a:lnTo>
                <a:lnTo>
                  <a:pt x="225" y="902"/>
                </a:lnTo>
                <a:lnTo>
                  <a:pt x="224" y="900"/>
                </a:lnTo>
                <a:lnTo>
                  <a:pt x="225" y="900"/>
                </a:lnTo>
                <a:lnTo>
                  <a:pt x="224" y="899"/>
                </a:lnTo>
                <a:lnTo>
                  <a:pt x="224" y="898"/>
                </a:lnTo>
                <a:lnTo>
                  <a:pt x="224" y="897"/>
                </a:lnTo>
                <a:lnTo>
                  <a:pt x="224" y="896"/>
                </a:lnTo>
                <a:lnTo>
                  <a:pt x="224" y="895"/>
                </a:lnTo>
                <a:lnTo>
                  <a:pt x="225" y="894"/>
                </a:lnTo>
                <a:lnTo>
                  <a:pt x="225" y="892"/>
                </a:lnTo>
                <a:lnTo>
                  <a:pt x="226" y="891"/>
                </a:lnTo>
                <a:lnTo>
                  <a:pt x="226" y="890"/>
                </a:lnTo>
                <a:lnTo>
                  <a:pt x="227" y="890"/>
                </a:lnTo>
                <a:lnTo>
                  <a:pt x="227" y="889"/>
                </a:lnTo>
                <a:lnTo>
                  <a:pt x="227" y="888"/>
                </a:lnTo>
                <a:lnTo>
                  <a:pt x="228" y="888"/>
                </a:lnTo>
                <a:lnTo>
                  <a:pt x="228" y="887"/>
                </a:lnTo>
                <a:lnTo>
                  <a:pt x="229" y="886"/>
                </a:lnTo>
                <a:lnTo>
                  <a:pt x="230" y="886"/>
                </a:lnTo>
                <a:lnTo>
                  <a:pt x="231" y="886"/>
                </a:lnTo>
                <a:lnTo>
                  <a:pt x="231" y="885"/>
                </a:lnTo>
                <a:lnTo>
                  <a:pt x="231" y="884"/>
                </a:lnTo>
                <a:lnTo>
                  <a:pt x="232" y="883"/>
                </a:lnTo>
                <a:lnTo>
                  <a:pt x="233" y="883"/>
                </a:lnTo>
                <a:lnTo>
                  <a:pt x="233" y="882"/>
                </a:lnTo>
                <a:lnTo>
                  <a:pt x="234" y="882"/>
                </a:lnTo>
                <a:lnTo>
                  <a:pt x="234" y="881"/>
                </a:lnTo>
                <a:lnTo>
                  <a:pt x="235" y="880"/>
                </a:lnTo>
                <a:lnTo>
                  <a:pt x="235" y="879"/>
                </a:lnTo>
                <a:lnTo>
                  <a:pt x="234" y="879"/>
                </a:lnTo>
                <a:lnTo>
                  <a:pt x="233" y="878"/>
                </a:lnTo>
                <a:lnTo>
                  <a:pt x="232" y="877"/>
                </a:lnTo>
                <a:lnTo>
                  <a:pt x="231" y="876"/>
                </a:lnTo>
                <a:lnTo>
                  <a:pt x="231" y="877"/>
                </a:lnTo>
                <a:lnTo>
                  <a:pt x="230" y="877"/>
                </a:lnTo>
                <a:lnTo>
                  <a:pt x="229" y="877"/>
                </a:lnTo>
                <a:lnTo>
                  <a:pt x="229" y="876"/>
                </a:lnTo>
                <a:lnTo>
                  <a:pt x="228" y="875"/>
                </a:lnTo>
                <a:lnTo>
                  <a:pt x="228" y="874"/>
                </a:lnTo>
                <a:lnTo>
                  <a:pt x="227" y="874"/>
                </a:lnTo>
                <a:lnTo>
                  <a:pt x="226" y="873"/>
                </a:lnTo>
                <a:lnTo>
                  <a:pt x="225" y="874"/>
                </a:lnTo>
                <a:lnTo>
                  <a:pt x="224" y="874"/>
                </a:lnTo>
                <a:lnTo>
                  <a:pt x="223" y="874"/>
                </a:lnTo>
                <a:lnTo>
                  <a:pt x="222" y="874"/>
                </a:lnTo>
                <a:lnTo>
                  <a:pt x="222" y="873"/>
                </a:lnTo>
                <a:lnTo>
                  <a:pt x="222" y="871"/>
                </a:lnTo>
                <a:lnTo>
                  <a:pt x="223" y="871"/>
                </a:lnTo>
                <a:lnTo>
                  <a:pt x="223" y="870"/>
                </a:lnTo>
                <a:lnTo>
                  <a:pt x="223" y="869"/>
                </a:lnTo>
                <a:lnTo>
                  <a:pt x="222" y="868"/>
                </a:lnTo>
                <a:lnTo>
                  <a:pt x="222" y="867"/>
                </a:lnTo>
                <a:lnTo>
                  <a:pt x="222" y="866"/>
                </a:lnTo>
                <a:lnTo>
                  <a:pt x="222" y="864"/>
                </a:lnTo>
                <a:lnTo>
                  <a:pt x="222" y="863"/>
                </a:lnTo>
                <a:lnTo>
                  <a:pt x="222" y="862"/>
                </a:lnTo>
                <a:lnTo>
                  <a:pt x="222" y="860"/>
                </a:lnTo>
                <a:lnTo>
                  <a:pt x="221" y="860"/>
                </a:lnTo>
                <a:lnTo>
                  <a:pt x="219" y="860"/>
                </a:lnTo>
                <a:lnTo>
                  <a:pt x="218" y="861"/>
                </a:lnTo>
                <a:lnTo>
                  <a:pt x="217" y="861"/>
                </a:lnTo>
                <a:lnTo>
                  <a:pt x="217" y="860"/>
                </a:lnTo>
                <a:lnTo>
                  <a:pt x="217" y="859"/>
                </a:lnTo>
                <a:lnTo>
                  <a:pt x="216" y="858"/>
                </a:lnTo>
                <a:lnTo>
                  <a:pt x="217" y="857"/>
                </a:lnTo>
                <a:lnTo>
                  <a:pt x="216" y="857"/>
                </a:lnTo>
                <a:lnTo>
                  <a:pt x="216" y="856"/>
                </a:lnTo>
                <a:lnTo>
                  <a:pt x="216" y="855"/>
                </a:lnTo>
                <a:lnTo>
                  <a:pt x="217" y="854"/>
                </a:lnTo>
                <a:lnTo>
                  <a:pt x="217" y="853"/>
                </a:lnTo>
                <a:lnTo>
                  <a:pt x="216" y="852"/>
                </a:lnTo>
                <a:lnTo>
                  <a:pt x="215" y="851"/>
                </a:lnTo>
                <a:lnTo>
                  <a:pt x="215" y="850"/>
                </a:lnTo>
                <a:lnTo>
                  <a:pt x="214" y="850"/>
                </a:lnTo>
                <a:lnTo>
                  <a:pt x="214" y="849"/>
                </a:lnTo>
                <a:lnTo>
                  <a:pt x="213" y="848"/>
                </a:lnTo>
                <a:lnTo>
                  <a:pt x="212" y="848"/>
                </a:lnTo>
                <a:lnTo>
                  <a:pt x="212" y="847"/>
                </a:lnTo>
                <a:lnTo>
                  <a:pt x="212" y="848"/>
                </a:lnTo>
                <a:lnTo>
                  <a:pt x="212" y="847"/>
                </a:lnTo>
                <a:lnTo>
                  <a:pt x="212" y="846"/>
                </a:lnTo>
                <a:lnTo>
                  <a:pt x="212" y="845"/>
                </a:lnTo>
                <a:lnTo>
                  <a:pt x="211" y="845"/>
                </a:lnTo>
                <a:lnTo>
                  <a:pt x="212" y="845"/>
                </a:lnTo>
                <a:lnTo>
                  <a:pt x="213" y="844"/>
                </a:lnTo>
                <a:lnTo>
                  <a:pt x="213" y="843"/>
                </a:lnTo>
                <a:lnTo>
                  <a:pt x="212" y="843"/>
                </a:lnTo>
                <a:lnTo>
                  <a:pt x="212" y="842"/>
                </a:lnTo>
                <a:lnTo>
                  <a:pt x="211" y="841"/>
                </a:lnTo>
                <a:lnTo>
                  <a:pt x="210" y="840"/>
                </a:lnTo>
                <a:lnTo>
                  <a:pt x="209" y="840"/>
                </a:lnTo>
                <a:lnTo>
                  <a:pt x="209" y="839"/>
                </a:lnTo>
                <a:lnTo>
                  <a:pt x="208" y="839"/>
                </a:lnTo>
                <a:lnTo>
                  <a:pt x="208" y="840"/>
                </a:lnTo>
                <a:lnTo>
                  <a:pt x="207" y="840"/>
                </a:lnTo>
                <a:lnTo>
                  <a:pt x="206" y="839"/>
                </a:lnTo>
                <a:lnTo>
                  <a:pt x="206" y="838"/>
                </a:lnTo>
                <a:lnTo>
                  <a:pt x="205" y="837"/>
                </a:lnTo>
                <a:lnTo>
                  <a:pt x="204" y="836"/>
                </a:lnTo>
                <a:lnTo>
                  <a:pt x="203" y="835"/>
                </a:lnTo>
                <a:lnTo>
                  <a:pt x="203" y="834"/>
                </a:lnTo>
                <a:lnTo>
                  <a:pt x="202" y="834"/>
                </a:lnTo>
                <a:lnTo>
                  <a:pt x="201" y="833"/>
                </a:lnTo>
                <a:lnTo>
                  <a:pt x="200" y="833"/>
                </a:lnTo>
                <a:lnTo>
                  <a:pt x="199" y="831"/>
                </a:lnTo>
                <a:lnTo>
                  <a:pt x="199" y="830"/>
                </a:lnTo>
                <a:lnTo>
                  <a:pt x="199" y="829"/>
                </a:lnTo>
                <a:lnTo>
                  <a:pt x="200" y="828"/>
                </a:lnTo>
                <a:lnTo>
                  <a:pt x="201" y="828"/>
                </a:lnTo>
                <a:lnTo>
                  <a:pt x="202" y="828"/>
                </a:lnTo>
                <a:lnTo>
                  <a:pt x="203" y="827"/>
                </a:lnTo>
                <a:lnTo>
                  <a:pt x="203" y="826"/>
                </a:lnTo>
                <a:lnTo>
                  <a:pt x="202" y="825"/>
                </a:lnTo>
                <a:lnTo>
                  <a:pt x="201" y="825"/>
                </a:lnTo>
                <a:lnTo>
                  <a:pt x="201" y="824"/>
                </a:lnTo>
                <a:lnTo>
                  <a:pt x="200" y="823"/>
                </a:lnTo>
                <a:lnTo>
                  <a:pt x="199" y="822"/>
                </a:lnTo>
                <a:lnTo>
                  <a:pt x="198" y="821"/>
                </a:lnTo>
                <a:lnTo>
                  <a:pt x="197" y="820"/>
                </a:lnTo>
                <a:lnTo>
                  <a:pt x="196" y="820"/>
                </a:lnTo>
                <a:lnTo>
                  <a:pt x="196" y="821"/>
                </a:lnTo>
                <a:lnTo>
                  <a:pt x="195" y="821"/>
                </a:lnTo>
                <a:lnTo>
                  <a:pt x="195" y="822"/>
                </a:lnTo>
                <a:lnTo>
                  <a:pt x="194" y="822"/>
                </a:lnTo>
                <a:lnTo>
                  <a:pt x="194" y="823"/>
                </a:lnTo>
                <a:lnTo>
                  <a:pt x="193" y="823"/>
                </a:lnTo>
                <a:lnTo>
                  <a:pt x="193" y="822"/>
                </a:lnTo>
                <a:lnTo>
                  <a:pt x="194" y="821"/>
                </a:lnTo>
                <a:lnTo>
                  <a:pt x="193" y="821"/>
                </a:lnTo>
                <a:lnTo>
                  <a:pt x="192" y="821"/>
                </a:lnTo>
                <a:lnTo>
                  <a:pt x="191" y="820"/>
                </a:lnTo>
                <a:lnTo>
                  <a:pt x="188" y="818"/>
                </a:lnTo>
                <a:lnTo>
                  <a:pt x="187" y="817"/>
                </a:lnTo>
                <a:lnTo>
                  <a:pt x="186" y="816"/>
                </a:lnTo>
                <a:lnTo>
                  <a:pt x="186" y="815"/>
                </a:lnTo>
                <a:lnTo>
                  <a:pt x="186" y="814"/>
                </a:lnTo>
                <a:lnTo>
                  <a:pt x="185" y="813"/>
                </a:lnTo>
                <a:lnTo>
                  <a:pt x="184" y="813"/>
                </a:lnTo>
                <a:lnTo>
                  <a:pt x="183" y="812"/>
                </a:lnTo>
                <a:lnTo>
                  <a:pt x="182" y="812"/>
                </a:lnTo>
                <a:lnTo>
                  <a:pt x="181" y="811"/>
                </a:lnTo>
                <a:lnTo>
                  <a:pt x="181" y="810"/>
                </a:lnTo>
                <a:lnTo>
                  <a:pt x="181" y="809"/>
                </a:lnTo>
                <a:lnTo>
                  <a:pt x="182" y="808"/>
                </a:lnTo>
                <a:lnTo>
                  <a:pt x="183" y="808"/>
                </a:lnTo>
                <a:lnTo>
                  <a:pt x="183" y="807"/>
                </a:lnTo>
                <a:lnTo>
                  <a:pt x="182" y="805"/>
                </a:lnTo>
                <a:lnTo>
                  <a:pt x="181" y="805"/>
                </a:lnTo>
                <a:lnTo>
                  <a:pt x="181" y="804"/>
                </a:lnTo>
                <a:lnTo>
                  <a:pt x="182" y="804"/>
                </a:lnTo>
                <a:lnTo>
                  <a:pt x="182" y="803"/>
                </a:lnTo>
                <a:lnTo>
                  <a:pt x="183" y="802"/>
                </a:lnTo>
                <a:lnTo>
                  <a:pt x="184" y="801"/>
                </a:lnTo>
                <a:lnTo>
                  <a:pt x="184" y="800"/>
                </a:lnTo>
                <a:lnTo>
                  <a:pt x="185" y="800"/>
                </a:lnTo>
                <a:lnTo>
                  <a:pt x="184" y="799"/>
                </a:lnTo>
                <a:lnTo>
                  <a:pt x="185" y="797"/>
                </a:lnTo>
                <a:lnTo>
                  <a:pt x="186" y="796"/>
                </a:lnTo>
                <a:lnTo>
                  <a:pt x="187" y="795"/>
                </a:lnTo>
                <a:lnTo>
                  <a:pt x="187" y="794"/>
                </a:lnTo>
                <a:lnTo>
                  <a:pt x="187" y="793"/>
                </a:lnTo>
                <a:lnTo>
                  <a:pt x="187" y="792"/>
                </a:lnTo>
                <a:lnTo>
                  <a:pt x="188" y="791"/>
                </a:lnTo>
                <a:lnTo>
                  <a:pt x="189" y="790"/>
                </a:lnTo>
                <a:lnTo>
                  <a:pt x="189" y="789"/>
                </a:lnTo>
                <a:lnTo>
                  <a:pt x="190" y="788"/>
                </a:lnTo>
                <a:lnTo>
                  <a:pt x="189" y="788"/>
                </a:lnTo>
                <a:lnTo>
                  <a:pt x="188" y="786"/>
                </a:lnTo>
                <a:lnTo>
                  <a:pt x="188" y="785"/>
                </a:lnTo>
                <a:lnTo>
                  <a:pt x="187" y="784"/>
                </a:lnTo>
                <a:lnTo>
                  <a:pt x="186" y="784"/>
                </a:lnTo>
                <a:lnTo>
                  <a:pt x="185" y="784"/>
                </a:lnTo>
                <a:lnTo>
                  <a:pt x="184" y="784"/>
                </a:lnTo>
                <a:lnTo>
                  <a:pt x="183" y="784"/>
                </a:lnTo>
                <a:lnTo>
                  <a:pt x="182" y="784"/>
                </a:lnTo>
                <a:lnTo>
                  <a:pt x="182" y="785"/>
                </a:lnTo>
                <a:lnTo>
                  <a:pt x="181" y="786"/>
                </a:lnTo>
                <a:lnTo>
                  <a:pt x="181" y="787"/>
                </a:lnTo>
                <a:lnTo>
                  <a:pt x="179" y="788"/>
                </a:lnTo>
                <a:lnTo>
                  <a:pt x="179" y="789"/>
                </a:lnTo>
                <a:lnTo>
                  <a:pt x="178" y="789"/>
                </a:lnTo>
                <a:lnTo>
                  <a:pt x="177" y="789"/>
                </a:lnTo>
                <a:lnTo>
                  <a:pt x="176" y="788"/>
                </a:lnTo>
                <a:lnTo>
                  <a:pt x="175" y="787"/>
                </a:lnTo>
                <a:lnTo>
                  <a:pt x="174" y="788"/>
                </a:lnTo>
                <a:lnTo>
                  <a:pt x="172" y="788"/>
                </a:lnTo>
                <a:lnTo>
                  <a:pt x="171" y="788"/>
                </a:lnTo>
                <a:lnTo>
                  <a:pt x="169" y="789"/>
                </a:lnTo>
                <a:lnTo>
                  <a:pt x="169" y="790"/>
                </a:lnTo>
                <a:lnTo>
                  <a:pt x="168" y="790"/>
                </a:lnTo>
                <a:lnTo>
                  <a:pt x="167" y="790"/>
                </a:lnTo>
                <a:lnTo>
                  <a:pt x="166" y="790"/>
                </a:lnTo>
                <a:lnTo>
                  <a:pt x="165" y="790"/>
                </a:lnTo>
                <a:lnTo>
                  <a:pt x="164" y="790"/>
                </a:lnTo>
                <a:lnTo>
                  <a:pt x="163" y="790"/>
                </a:lnTo>
                <a:lnTo>
                  <a:pt x="163" y="791"/>
                </a:lnTo>
                <a:lnTo>
                  <a:pt x="162" y="791"/>
                </a:lnTo>
                <a:lnTo>
                  <a:pt x="160" y="791"/>
                </a:lnTo>
                <a:lnTo>
                  <a:pt x="160" y="792"/>
                </a:lnTo>
                <a:lnTo>
                  <a:pt x="159" y="793"/>
                </a:lnTo>
                <a:lnTo>
                  <a:pt x="158" y="793"/>
                </a:lnTo>
                <a:lnTo>
                  <a:pt x="157" y="793"/>
                </a:lnTo>
                <a:lnTo>
                  <a:pt x="156" y="794"/>
                </a:lnTo>
                <a:lnTo>
                  <a:pt x="156" y="795"/>
                </a:lnTo>
                <a:lnTo>
                  <a:pt x="155" y="795"/>
                </a:lnTo>
                <a:lnTo>
                  <a:pt x="154" y="795"/>
                </a:lnTo>
                <a:lnTo>
                  <a:pt x="154" y="794"/>
                </a:lnTo>
                <a:lnTo>
                  <a:pt x="153" y="794"/>
                </a:lnTo>
                <a:lnTo>
                  <a:pt x="152" y="794"/>
                </a:lnTo>
                <a:lnTo>
                  <a:pt x="151" y="794"/>
                </a:lnTo>
                <a:lnTo>
                  <a:pt x="151" y="793"/>
                </a:lnTo>
                <a:lnTo>
                  <a:pt x="150" y="793"/>
                </a:lnTo>
                <a:lnTo>
                  <a:pt x="149" y="793"/>
                </a:lnTo>
                <a:lnTo>
                  <a:pt x="149" y="794"/>
                </a:lnTo>
                <a:lnTo>
                  <a:pt x="149" y="795"/>
                </a:lnTo>
                <a:lnTo>
                  <a:pt x="148" y="796"/>
                </a:lnTo>
                <a:lnTo>
                  <a:pt x="148" y="797"/>
                </a:lnTo>
                <a:lnTo>
                  <a:pt x="147" y="797"/>
                </a:lnTo>
                <a:lnTo>
                  <a:pt x="146" y="798"/>
                </a:lnTo>
                <a:lnTo>
                  <a:pt x="145" y="799"/>
                </a:lnTo>
                <a:lnTo>
                  <a:pt x="145" y="800"/>
                </a:lnTo>
                <a:lnTo>
                  <a:pt x="144" y="800"/>
                </a:lnTo>
                <a:lnTo>
                  <a:pt x="144" y="801"/>
                </a:lnTo>
                <a:lnTo>
                  <a:pt x="143" y="802"/>
                </a:lnTo>
                <a:lnTo>
                  <a:pt x="142" y="803"/>
                </a:lnTo>
                <a:lnTo>
                  <a:pt x="142" y="804"/>
                </a:lnTo>
                <a:lnTo>
                  <a:pt x="142" y="803"/>
                </a:lnTo>
                <a:lnTo>
                  <a:pt x="142" y="802"/>
                </a:lnTo>
                <a:lnTo>
                  <a:pt x="141" y="802"/>
                </a:lnTo>
                <a:lnTo>
                  <a:pt x="141" y="803"/>
                </a:lnTo>
                <a:lnTo>
                  <a:pt x="140" y="803"/>
                </a:lnTo>
                <a:lnTo>
                  <a:pt x="139" y="804"/>
                </a:lnTo>
                <a:lnTo>
                  <a:pt x="138" y="804"/>
                </a:lnTo>
                <a:lnTo>
                  <a:pt x="138" y="805"/>
                </a:lnTo>
                <a:lnTo>
                  <a:pt x="137" y="804"/>
                </a:lnTo>
                <a:lnTo>
                  <a:pt x="136" y="803"/>
                </a:lnTo>
                <a:lnTo>
                  <a:pt x="135" y="803"/>
                </a:lnTo>
                <a:lnTo>
                  <a:pt x="134" y="803"/>
                </a:lnTo>
                <a:lnTo>
                  <a:pt x="133" y="802"/>
                </a:lnTo>
                <a:lnTo>
                  <a:pt x="133" y="801"/>
                </a:lnTo>
                <a:lnTo>
                  <a:pt x="134" y="801"/>
                </a:lnTo>
                <a:lnTo>
                  <a:pt x="133" y="800"/>
                </a:lnTo>
                <a:lnTo>
                  <a:pt x="134" y="800"/>
                </a:lnTo>
                <a:lnTo>
                  <a:pt x="134" y="799"/>
                </a:lnTo>
                <a:lnTo>
                  <a:pt x="134" y="798"/>
                </a:lnTo>
                <a:lnTo>
                  <a:pt x="134" y="797"/>
                </a:lnTo>
                <a:lnTo>
                  <a:pt x="134" y="796"/>
                </a:lnTo>
                <a:lnTo>
                  <a:pt x="134" y="795"/>
                </a:lnTo>
                <a:lnTo>
                  <a:pt x="134" y="794"/>
                </a:lnTo>
                <a:lnTo>
                  <a:pt x="133" y="794"/>
                </a:lnTo>
                <a:lnTo>
                  <a:pt x="133" y="793"/>
                </a:lnTo>
                <a:lnTo>
                  <a:pt x="132" y="792"/>
                </a:lnTo>
                <a:lnTo>
                  <a:pt x="131" y="792"/>
                </a:lnTo>
                <a:lnTo>
                  <a:pt x="131" y="791"/>
                </a:lnTo>
                <a:lnTo>
                  <a:pt x="131" y="790"/>
                </a:lnTo>
                <a:lnTo>
                  <a:pt x="131" y="789"/>
                </a:lnTo>
                <a:lnTo>
                  <a:pt x="131" y="788"/>
                </a:lnTo>
                <a:lnTo>
                  <a:pt x="131" y="786"/>
                </a:lnTo>
                <a:lnTo>
                  <a:pt x="130" y="785"/>
                </a:lnTo>
                <a:lnTo>
                  <a:pt x="129" y="785"/>
                </a:lnTo>
                <a:lnTo>
                  <a:pt x="128" y="783"/>
                </a:lnTo>
                <a:lnTo>
                  <a:pt x="127" y="783"/>
                </a:lnTo>
                <a:lnTo>
                  <a:pt x="127" y="782"/>
                </a:lnTo>
                <a:lnTo>
                  <a:pt x="126" y="783"/>
                </a:lnTo>
                <a:lnTo>
                  <a:pt x="124" y="783"/>
                </a:lnTo>
                <a:lnTo>
                  <a:pt x="123" y="783"/>
                </a:lnTo>
                <a:lnTo>
                  <a:pt x="122" y="784"/>
                </a:lnTo>
                <a:lnTo>
                  <a:pt x="121" y="784"/>
                </a:lnTo>
                <a:lnTo>
                  <a:pt x="120" y="784"/>
                </a:lnTo>
                <a:lnTo>
                  <a:pt x="119" y="783"/>
                </a:lnTo>
                <a:lnTo>
                  <a:pt x="119" y="782"/>
                </a:lnTo>
                <a:lnTo>
                  <a:pt x="119" y="781"/>
                </a:lnTo>
                <a:lnTo>
                  <a:pt x="118" y="780"/>
                </a:lnTo>
                <a:lnTo>
                  <a:pt x="117" y="780"/>
                </a:lnTo>
                <a:lnTo>
                  <a:pt x="117" y="781"/>
                </a:lnTo>
                <a:lnTo>
                  <a:pt x="116" y="780"/>
                </a:lnTo>
                <a:lnTo>
                  <a:pt x="116" y="779"/>
                </a:lnTo>
                <a:lnTo>
                  <a:pt x="115" y="779"/>
                </a:lnTo>
                <a:lnTo>
                  <a:pt x="114" y="779"/>
                </a:lnTo>
                <a:lnTo>
                  <a:pt x="113" y="778"/>
                </a:lnTo>
                <a:lnTo>
                  <a:pt x="114" y="777"/>
                </a:lnTo>
                <a:lnTo>
                  <a:pt x="114" y="775"/>
                </a:lnTo>
                <a:lnTo>
                  <a:pt x="114" y="774"/>
                </a:lnTo>
                <a:lnTo>
                  <a:pt x="113" y="774"/>
                </a:lnTo>
                <a:lnTo>
                  <a:pt x="113" y="773"/>
                </a:lnTo>
                <a:lnTo>
                  <a:pt x="111" y="772"/>
                </a:lnTo>
                <a:lnTo>
                  <a:pt x="110" y="771"/>
                </a:lnTo>
                <a:lnTo>
                  <a:pt x="110" y="770"/>
                </a:lnTo>
                <a:lnTo>
                  <a:pt x="110" y="769"/>
                </a:lnTo>
                <a:lnTo>
                  <a:pt x="109" y="769"/>
                </a:lnTo>
                <a:lnTo>
                  <a:pt x="108" y="770"/>
                </a:lnTo>
                <a:lnTo>
                  <a:pt x="107" y="770"/>
                </a:lnTo>
                <a:lnTo>
                  <a:pt x="106" y="770"/>
                </a:lnTo>
                <a:lnTo>
                  <a:pt x="106" y="769"/>
                </a:lnTo>
                <a:lnTo>
                  <a:pt x="107" y="769"/>
                </a:lnTo>
                <a:lnTo>
                  <a:pt x="106" y="768"/>
                </a:lnTo>
                <a:lnTo>
                  <a:pt x="105" y="768"/>
                </a:lnTo>
                <a:lnTo>
                  <a:pt x="105" y="767"/>
                </a:lnTo>
                <a:lnTo>
                  <a:pt x="105" y="765"/>
                </a:lnTo>
                <a:lnTo>
                  <a:pt x="105" y="764"/>
                </a:lnTo>
                <a:lnTo>
                  <a:pt x="105" y="763"/>
                </a:lnTo>
                <a:lnTo>
                  <a:pt x="106" y="763"/>
                </a:lnTo>
                <a:lnTo>
                  <a:pt x="107" y="762"/>
                </a:lnTo>
                <a:lnTo>
                  <a:pt x="108" y="762"/>
                </a:lnTo>
                <a:lnTo>
                  <a:pt x="109" y="762"/>
                </a:lnTo>
                <a:lnTo>
                  <a:pt x="110" y="761"/>
                </a:lnTo>
                <a:lnTo>
                  <a:pt x="111" y="760"/>
                </a:lnTo>
                <a:lnTo>
                  <a:pt x="112" y="760"/>
                </a:lnTo>
                <a:lnTo>
                  <a:pt x="112" y="759"/>
                </a:lnTo>
                <a:lnTo>
                  <a:pt x="111" y="758"/>
                </a:lnTo>
                <a:lnTo>
                  <a:pt x="110" y="757"/>
                </a:lnTo>
                <a:lnTo>
                  <a:pt x="108" y="757"/>
                </a:lnTo>
                <a:lnTo>
                  <a:pt x="107" y="756"/>
                </a:lnTo>
                <a:lnTo>
                  <a:pt x="106" y="754"/>
                </a:lnTo>
                <a:lnTo>
                  <a:pt x="106" y="753"/>
                </a:lnTo>
                <a:lnTo>
                  <a:pt x="107" y="753"/>
                </a:lnTo>
                <a:lnTo>
                  <a:pt x="107" y="752"/>
                </a:lnTo>
                <a:lnTo>
                  <a:pt x="106" y="752"/>
                </a:lnTo>
                <a:lnTo>
                  <a:pt x="104" y="753"/>
                </a:lnTo>
                <a:lnTo>
                  <a:pt x="103" y="753"/>
                </a:lnTo>
                <a:lnTo>
                  <a:pt x="103" y="754"/>
                </a:lnTo>
                <a:lnTo>
                  <a:pt x="103" y="755"/>
                </a:lnTo>
                <a:lnTo>
                  <a:pt x="102" y="755"/>
                </a:lnTo>
                <a:lnTo>
                  <a:pt x="102" y="754"/>
                </a:lnTo>
                <a:lnTo>
                  <a:pt x="101" y="754"/>
                </a:lnTo>
                <a:lnTo>
                  <a:pt x="101" y="755"/>
                </a:lnTo>
                <a:lnTo>
                  <a:pt x="100" y="756"/>
                </a:lnTo>
                <a:lnTo>
                  <a:pt x="100" y="757"/>
                </a:lnTo>
                <a:lnTo>
                  <a:pt x="99" y="757"/>
                </a:lnTo>
                <a:lnTo>
                  <a:pt x="99" y="758"/>
                </a:lnTo>
                <a:lnTo>
                  <a:pt x="99" y="760"/>
                </a:lnTo>
                <a:lnTo>
                  <a:pt x="99" y="762"/>
                </a:lnTo>
                <a:lnTo>
                  <a:pt x="99" y="763"/>
                </a:lnTo>
                <a:lnTo>
                  <a:pt x="98" y="764"/>
                </a:lnTo>
                <a:lnTo>
                  <a:pt x="97" y="765"/>
                </a:lnTo>
                <a:lnTo>
                  <a:pt x="96" y="765"/>
                </a:lnTo>
                <a:lnTo>
                  <a:pt x="95" y="766"/>
                </a:lnTo>
                <a:lnTo>
                  <a:pt x="94" y="766"/>
                </a:lnTo>
                <a:lnTo>
                  <a:pt x="93" y="768"/>
                </a:lnTo>
                <a:lnTo>
                  <a:pt x="92" y="769"/>
                </a:lnTo>
                <a:lnTo>
                  <a:pt x="91" y="770"/>
                </a:lnTo>
                <a:lnTo>
                  <a:pt x="89" y="770"/>
                </a:lnTo>
                <a:lnTo>
                  <a:pt x="88" y="770"/>
                </a:lnTo>
                <a:lnTo>
                  <a:pt x="86" y="771"/>
                </a:lnTo>
                <a:lnTo>
                  <a:pt x="85" y="771"/>
                </a:lnTo>
                <a:lnTo>
                  <a:pt x="84" y="771"/>
                </a:lnTo>
                <a:lnTo>
                  <a:pt x="83" y="772"/>
                </a:lnTo>
                <a:lnTo>
                  <a:pt x="82" y="772"/>
                </a:lnTo>
                <a:lnTo>
                  <a:pt x="82" y="773"/>
                </a:lnTo>
                <a:lnTo>
                  <a:pt x="81" y="772"/>
                </a:lnTo>
                <a:lnTo>
                  <a:pt x="80" y="772"/>
                </a:lnTo>
                <a:lnTo>
                  <a:pt x="79" y="771"/>
                </a:lnTo>
                <a:lnTo>
                  <a:pt x="78" y="772"/>
                </a:lnTo>
                <a:lnTo>
                  <a:pt x="78" y="771"/>
                </a:lnTo>
                <a:lnTo>
                  <a:pt x="79" y="771"/>
                </a:lnTo>
                <a:lnTo>
                  <a:pt x="80" y="769"/>
                </a:lnTo>
                <a:lnTo>
                  <a:pt x="80" y="768"/>
                </a:lnTo>
                <a:lnTo>
                  <a:pt x="81" y="767"/>
                </a:lnTo>
                <a:lnTo>
                  <a:pt x="81" y="766"/>
                </a:lnTo>
                <a:lnTo>
                  <a:pt x="81" y="765"/>
                </a:lnTo>
                <a:lnTo>
                  <a:pt x="80" y="765"/>
                </a:lnTo>
                <a:lnTo>
                  <a:pt x="79" y="765"/>
                </a:lnTo>
                <a:lnTo>
                  <a:pt x="78" y="765"/>
                </a:lnTo>
                <a:lnTo>
                  <a:pt x="78" y="766"/>
                </a:lnTo>
                <a:lnTo>
                  <a:pt x="77" y="766"/>
                </a:lnTo>
                <a:lnTo>
                  <a:pt x="76" y="766"/>
                </a:lnTo>
                <a:lnTo>
                  <a:pt x="75" y="764"/>
                </a:lnTo>
                <a:lnTo>
                  <a:pt x="75" y="763"/>
                </a:lnTo>
                <a:lnTo>
                  <a:pt x="75" y="762"/>
                </a:lnTo>
                <a:lnTo>
                  <a:pt x="74" y="761"/>
                </a:lnTo>
                <a:lnTo>
                  <a:pt x="72" y="761"/>
                </a:lnTo>
                <a:lnTo>
                  <a:pt x="71" y="760"/>
                </a:lnTo>
                <a:lnTo>
                  <a:pt x="71" y="759"/>
                </a:lnTo>
                <a:lnTo>
                  <a:pt x="70" y="758"/>
                </a:lnTo>
                <a:lnTo>
                  <a:pt x="69" y="758"/>
                </a:lnTo>
                <a:lnTo>
                  <a:pt x="69" y="756"/>
                </a:lnTo>
                <a:lnTo>
                  <a:pt x="69" y="757"/>
                </a:lnTo>
                <a:lnTo>
                  <a:pt x="68" y="757"/>
                </a:lnTo>
                <a:lnTo>
                  <a:pt x="67" y="757"/>
                </a:lnTo>
                <a:lnTo>
                  <a:pt x="67" y="758"/>
                </a:lnTo>
                <a:lnTo>
                  <a:pt x="67" y="759"/>
                </a:lnTo>
                <a:lnTo>
                  <a:pt x="66" y="759"/>
                </a:lnTo>
                <a:lnTo>
                  <a:pt x="65" y="760"/>
                </a:lnTo>
                <a:lnTo>
                  <a:pt x="65" y="761"/>
                </a:lnTo>
                <a:lnTo>
                  <a:pt x="64" y="761"/>
                </a:lnTo>
                <a:lnTo>
                  <a:pt x="64" y="762"/>
                </a:lnTo>
                <a:lnTo>
                  <a:pt x="63" y="763"/>
                </a:lnTo>
                <a:lnTo>
                  <a:pt x="63" y="764"/>
                </a:lnTo>
                <a:lnTo>
                  <a:pt x="62" y="764"/>
                </a:lnTo>
                <a:lnTo>
                  <a:pt x="61" y="764"/>
                </a:lnTo>
                <a:lnTo>
                  <a:pt x="61" y="765"/>
                </a:lnTo>
                <a:lnTo>
                  <a:pt x="60" y="764"/>
                </a:lnTo>
                <a:lnTo>
                  <a:pt x="59" y="764"/>
                </a:lnTo>
                <a:lnTo>
                  <a:pt x="58" y="764"/>
                </a:lnTo>
                <a:lnTo>
                  <a:pt x="57" y="764"/>
                </a:lnTo>
                <a:lnTo>
                  <a:pt x="55" y="764"/>
                </a:lnTo>
                <a:lnTo>
                  <a:pt x="53" y="764"/>
                </a:lnTo>
                <a:lnTo>
                  <a:pt x="52" y="764"/>
                </a:lnTo>
                <a:lnTo>
                  <a:pt x="52" y="765"/>
                </a:lnTo>
                <a:lnTo>
                  <a:pt x="52" y="767"/>
                </a:lnTo>
                <a:lnTo>
                  <a:pt x="51" y="767"/>
                </a:lnTo>
                <a:lnTo>
                  <a:pt x="50" y="767"/>
                </a:lnTo>
                <a:lnTo>
                  <a:pt x="50" y="766"/>
                </a:lnTo>
                <a:lnTo>
                  <a:pt x="51" y="766"/>
                </a:lnTo>
                <a:lnTo>
                  <a:pt x="51" y="765"/>
                </a:lnTo>
                <a:lnTo>
                  <a:pt x="50" y="764"/>
                </a:lnTo>
                <a:lnTo>
                  <a:pt x="48" y="764"/>
                </a:lnTo>
                <a:lnTo>
                  <a:pt x="47" y="765"/>
                </a:lnTo>
                <a:lnTo>
                  <a:pt x="46" y="763"/>
                </a:lnTo>
                <a:lnTo>
                  <a:pt x="45" y="763"/>
                </a:lnTo>
                <a:lnTo>
                  <a:pt x="44" y="763"/>
                </a:lnTo>
                <a:lnTo>
                  <a:pt x="43" y="762"/>
                </a:lnTo>
                <a:lnTo>
                  <a:pt x="43" y="761"/>
                </a:lnTo>
                <a:lnTo>
                  <a:pt x="43" y="760"/>
                </a:lnTo>
                <a:lnTo>
                  <a:pt x="42" y="760"/>
                </a:lnTo>
                <a:lnTo>
                  <a:pt x="41" y="759"/>
                </a:lnTo>
                <a:lnTo>
                  <a:pt x="41" y="758"/>
                </a:lnTo>
                <a:lnTo>
                  <a:pt x="40" y="758"/>
                </a:lnTo>
                <a:lnTo>
                  <a:pt x="40" y="757"/>
                </a:lnTo>
                <a:lnTo>
                  <a:pt x="39" y="757"/>
                </a:lnTo>
                <a:lnTo>
                  <a:pt x="38" y="756"/>
                </a:lnTo>
                <a:lnTo>
                  <a:pt x="38" y="755"/>
                </a:lnTo>
                <a:lnTo>
                  <a:pt x="37" y="755"/>
                </a:lnTo>
                <a:lnTo>
                  <a:pt x="36" y="755"/>
                </a:lnTo>
                <a:lnTo>
                  <a:pt x="35" y="756"/>
                </a:lnTo>
                <a:lnTo>
                  <a:pt x="34" y="757"/>
                </a:lnTo>
                <a:lnTo>
                  <a:pt x="33" y="757"/>
                </a:lnTo>
                <a:lnTo>
                  <a:pt x="32" y="756"/>
                </a:lnTo>
                <a:lnTo>
                  <a:pt x="31" y="756"/>
                </a:lnTo>
                <a:lnTo>
                  <a:pt x="30" y="756"/>
                </a:lnTo>
                <a:lnTo>
                  <a:pt x="29" y="753"/>
                </a:lnTo>
                <a:lnTo>
                  <a:pt x="28" y="753"/>
                </a:lnTo>
                <a:lnTo>
                  <a:pt x="28" y="754"/>
                </a:lnTo>
                <a:lnTo>
                  <a:pt x="27" y="754"/>
                </a:lnTo>
                <a:lnTo>
                  <a:pt x="24" y="754"/>
                </a:lnTo>
                <a:lnTo>
                  <a:pt x="22" y="753"/>
                </a:lnTo>
                <a:lnTo>
                  <a:pt x="20" y="753"/>
                </a:lnTo>
                <a:lnTo>
                  <a:pt x="19" y="754"/>
                </a:lnTo>
                <a:lnTo>
                  <a:pt x="19" y="753"/>
                </a:lnTo>
                <a:lnTo>
                  <a:pt x="18" y="753"/>
                </a:lnTo>
                <a:lnTo>
                  <a:pt x="16" y="753"/>
                </a:lnTo>
                <a:lnTo>
                  <a:pt x="15" y="752"/>
                </a:lnTo>
                <a:lnTo>
                  <a:pt x="14" y="751"/>
                </a:lnTo>
                <a:lnTo>
                  <a:pt x="13" y="751"/>
                </a:lnTo>
                <a:lnTo>
                  <a:pt x="12" y="750"/>
                </a:lnTo>
                <a:lnTo>
                  <a:pt x="12" y="749"/>
                </a:lnTo>
                <a:lnTo>
                  <a:pt x="11" y="749"/>
                </a:lnTo>
                <a:lnTo>
                  <a:pt x="11" y="748"/>
                </a:lnTo>
                <a:lnTo>
                  <a:pt x="10" y="748"/>
                </a:lnTo>
                <a:lnTo>
                  <a:pt x="9" y="748"/>
                </a:lnTo>
                <a:lnTo>
                  <a:pt x="8" y="747"/>
                </a:lnTo>
                <a:lnTo>
                  <a:pt x="8" y="745"/>
                </a:lnTo>
                <a:lnTo>
                  <a:pt x="8" y="744"/>
                </a:lnTo>
                <a:lnTo>
                  <a:pt x="9" y="744"/>
                </a:lnTo>
                <a:lnTo>
                  <a:pt x="10" y="743"/>
                </a:lnTo>
                <a:lnTo>
                  <a:pt x="12" y="744"/>
                </a:lnTo>
                <a:lnTo>
                  <a:pt x="12" y="745"/>
                </a:lnTo>
                <a:lnTo>
                  <a:pt x="13" y="746"/>
                </a:lnTo>
                <a:lnTo>
                  <a:pt x="14" y="746"/>
                </a:lnTo>
                <a:lnTo>
                  <a:pt x="14" y="745"/>
                </a:lnTo>
                <a:lnTo>
                  <a:pt x="15" y="745"/>
                </a:lnTo>
                <a:lnTo>
                  <a:pt x="15" y="746"/>
                </a:lnTo>
                <a:lnTo>
                  <a:pt x="16" y="746"/>
                </a:lnTo>
                <a:lnTo>
                  <a:pt x="17" y="746"/>
                </a:lnTo>
                <a:lnTo>
                  <a:pt x="18" y="745"/>
                </a:lnTo>
                <a:lnTo>
                  <a:pt x="17" y="744"/>
                </a:lnTo>
                <a:lnTo>
                  <a:pt x="16" y="743"/>
                </a:lnTo>
                <a:lnTo>
                  <a:pt x="16" y="742"/>
                </a:lnTo>
                <a:lnTo>
                  <a:pt x="15" y="741"/>
                </a:lnTo>
                <a:lnTo>
                  <a:pt x="14" y="741"/>
                </a:lnTo>
                <a:lnTo>
                  <a:pt x="13" y="741"/>
                </a:lnTo>
                <a:lnTo>
                  <a:pt x="13" y="740"/>
                </a:lnTo>
                <a:lnTo>
                  <a:pt x="13" y="739"/>
                </a:lnTo>
                <a:lnTo>
                  <a:pt x="12" y="739"/>
                </a:lnTo>
                <a:lnTo>
                  <a:pt x="11" y="739"/>
                </a:lnTo>
                <a:lnTo>
                  <a:pt x="10" y="739"/>
                </a:lnTo>
                <a:lnTo>
                  <a:pt x="9" y="738"/>
                </a:lnTo>
                <a:lnTo>
                  <a:pt x="8" y="738"/>
                </a:lnTo>
                <a:lnTo>
                  <a:pt x="8" y="736"/>
                </a:lnTo>
                <a:lnTo>
                  <a:pt x="7" y="734"/>
                </a:lnTo>
                <a:lnTo>
                  <a:pt x="8" y="733"/>
                </a:lnTo>
                <a:lnTo>
                  <a:pt x="9" y="733"/>
                </a:lnTo>
                <a:lnTo>
                  <a:pt x="10" y="733"/>
                </a:lnTo>
                <a:lnTo>
                  <a:pt x="10" y="732"/>
                </a:lnTo>
                <a:lnTo>
                  <a:pt x="11" y="731"/>
                </a:lnTo>
                <a:lnTo>
                  <a:pt x="12" y="731"/>
                </a:lnTo>
                <a:lnTo>
                  <a:pt x="11" y="731"/>
                </a:lnTo>
                <a:lnTo>
                  <a:pt x="11" y="730"/>
                </a:lnTo>
                <a:lnTo>
                  <a:pt x="12" y="729"/>
                </a:lnTo>
                <a:lnTo>
                  <a:pt x="14" y="729"/>
                </a:lnTo>
                <a:lnTo>
                  <a:pt x="15" y="730"/>
                </a:lnTo>
                <a:lnTo>
                  <a:pt x="16" y="729"/>
                </a:lnTo>
                <a:lnTo>
                  <a:pt x="16" y="728"/>
                </a:lnTo>
                <a:lnTo>
                  <a:pt x="17" y="728"/>
                </a:lnTo>
                <a:lnTo>
                  <a:pt x="17" y="727"/>
                </a:lnTo>
                <a:lnTo>
                  <a:pt x="16" y="726"/>
                </a:lnTo>
                <a:lnTo>
                  <a:pt x="15" y="726"/>
                </a:lnTo>
                <a:lnTo>
                  <a:pt x="15" y="725"/>
                </a:lnTo>
                <a:lnTo>
                  <a:pt x="14" y="725"/>
                </a:lnTo>
                <a:lnTo>
                  <a:pt x="14" y="724"/>
                </a:lnTo>
                <a:lnTo>
                  <a:pt x="14" y="723"/>
                </a:lnTo>
                <a:lnTo>
                  <a:pt x="14" y="722"/>
                </a:lnTo>
                <a:lnTo>
                  <a:pt x="13" y="721"/>
                </a:lnTo>
                <a:lnTo>
                  <a:pt x="12" y="720"/>
                </a:lnTo>
                <a:lnTo>
                  <a:pt x="11" y="720"/>
                </a:lnTo>
                <a:lnTo>
                  <a:pt x="10" y="720"/>
                </a:lnTo>
                <a:lnTo>
                  <a:pt x="9" y="720"/>
                </a:lnTo>
                <a:lnTo>
                  <a:pt x="8" y="720"/>
                </a:lnTo>
                <a:lnTo>
                  <a:pt x="7" y="720"/>
                </a:lnTo>
                <a:lnTo>
                  <a:pt x="7" y="719"/>
                </a:lnTo>
                <a:lnTo>
                  <a:pt x="6" y="719"/>
                </a:lnTo>
                <a:lnTo>
                  <a:pt x="7" y="718"/>
                </a:lnTo>
                <a:lnTo>
                  <a:pt x="7" y="717"/>
                </a:lnTo>
                <a:lnTo>
                  <a:pt x="7" y="716"/>
                </a:lnTo>
                <a:lnTo>
                  <a:pt x="6" y="716"/>
                </a:lnTo>
                <a:lnTo>
                  <a:pt x="6" y="715"/>
                </a:lnTo>
                <a:lnTo>
                  <a:pt x="5" y="714"/>
                </a:lnTo>
                <a:lnTo>
                  <a:pt x="5" y="713"/>
                </a:lnTo>
                <a:lnTo>
                  <a:pt x="6" y="713"/>
                </a:lnTo>
                <a:lnTo>
                  <a:pt x="7" y="713"/>
                </a:lnTo>
                <a:lnTo>
                  <a:pt x="8" y="712"/>
                </a:lnTo>
                <a:lnTo>
                  <a:pt x="8" y="711"/>
                </a:lnTo>
                <a:lnTo>
                  <a:pt x="7" y="710"/>
                </a:lnTo>
                <a:lnTo>
                  <a:pt x="7" y="709"/>
                </a:lnTo>
                <a:lnTo>
                  <a:pt x="6" y="708"/>
                </a:lnTo>
                <a:lnTo>
                  <a:pt x="5" y="707"/>
                </a:lnTo>
                <a:lnTo>
                  <a:pt x="4" y="708"/>
                </a:lnTo>
                <a:lnTo>
                  <a:pt x="3" y="708"/>
                </a:lnTo>
                <a:lnTo>
                  <a:pt x="2" y="708"/>
                </a:lnTo>
                <a:lnTo>
                  <a:pt x="2" y="707"/>
                </a:lnTo>
                <a:lnTo>
                  <a:pt x="1" y="708"/>
                </a:lnTo>
                <a:lnTo>
                  <a:pt x="0" y="707"/>
                </a:lnTo>
                <a:lnTo>
                  <a:pt x="0" y="706"/>
                </a:lnTo>
                <a:lnTo>
                  <a:pt x="0" y="705"/>
                </a:lnTo>
                <a:lnTo>
                  <a:pt x="1" y="705"/>
                </a:lnTo>
                <a:lnTo>
                  <a:pt x="2" y="705"/>
                </a:lnTo>
                <a:lnTo>
                  <a:pt x="1" y="704"/>
                </a:lnTo>
                <a:lnTo>
                  <a:pt x="0" y="703"/>
                </a:lnTo>
                <a:lnTo>
                  <a:pt x="1" y="703"/>
                </a:lnTo>
                <a:lnTo>
                  <a:pt x="1" y="701"/>
                </a:lnTo>
                <a:lnTo>
                  <a:pt x="1" y="700"/>
                </a:lnTo>
                <a:lnTo>
                  <a:pt x="0" y="699"/>
                </a:lnTo>
                <a:lnTo>
                  <a:pt x="0" y="698"/>
                </a:lnTo>
                <a:lnTo>
                  <a:pt x="0" y="697"/>
                </a:lnTo>
                <a:lnTo>
                  <a:pt x="0" y="696"/>
                </a:lnTo>
                <a:lnTo>
                  <a:pt x="1" y="695"/>
                </a:lnTo>
                <a:lnTo>
                  <a:pt x="2" y="694"/>
                </a:lnTo>
                <a:lnTo>
                  <a:pt x="2" y="693"/>
                </a:lnTo>
                <a:lnTo>
                  <a:pt x="3" y="694"/>
                </a:lnTo>
                <a:lnTo>
                  <a:pt x="3" y="695"/>
                </a:lnTo>
                <a:lnTo>
                  <a:pt x="4" y="695"/>
                </a:lnTo>
                <a:lnTo>
                  <a:pt x="6" y="694"/>
                </a:lnTo>
                <a:lnTo>
                  <a:pt x="8" y="692"/>
                </a:lnTo>
                <a:lnTo>
                  <a:pt x="8" y="691"/>
                </a:lnTo>
                <a:lnTo>
                  <a:pt x="9" y="690"/>
                </a:lnTo>
                <a:lnTo>
                  <a:pt x="10" y="690"/>
                </a:lnTo>
                <a:lnTo>
                  <a:pt x="11" y="691"/>
                </a:lnTo>
                <a:lnTo>
                  <a:pt x="11" y="690"/>
                </a:lnTo>
                <a:lnTo>
                  <a:pt x="13" y="690"/>
                </a:lnTo>
                <a:lnTo>
                  <a:pt x="13" y="689"/>
                </a:lnTo>
                <a:lnTo>
                  <a:pt x="14" y="688"/>
                </a:lnTo>
                <a:lnTo>
                  <a:pt x="14" y="687"/>
                </a:lnTo>
                <a:lnTo>
                  <a:pt x="14" y="686"/>
                </a:lnTo>
                <a:lnTo>
                  <a:pt x="15" y="685"/>
                </a:lnTo>
                <a:lnTo>
                  <a:pt x="16" y="682"/>
                </a:lnTo>
                <a:lnTo>
                  <a:pt x="16" y="680"/>
                </a:lnTo>
                <a:lnTo>
                  <a:pt x="15" y="680"/>
                </a:lnTo>
                <a:lnTo>
                  <a:pt x="15" y="679"/>
                </a:lnTo>
                <a:lnTo>
                  <a:pt x="15" y="678"/>
                </a:lnTo>
                <a:lnTo>
                  <a:pt x="16" y="677"/>
                </a:lnTo>
                <a:lnTo>
                  <a:pt x="17" y="677"/>
                </a:lnTo>
                <a:lnTo>
                  <a:pt x="17" y="678"/>
                </a:lnTo>
                <a:lnTo>
                  <a:pt x="18" y="678"/>
                </a:lnTo>
                <a:lnTo>
                  <a:pt x="19" y="679"/>
                </a:lnTo>
                <a:lnTo>
                  <a:pt x="19" y="678"/>
                </a:lnTo>
                <a:lnTo>
                  <a:pt x="20" y="678"/>
                </a:lnTo>
                <a:lnTo>
                  <a:pt x="20" y="677"/>
                </a:lnTo>
                <a:lnTo>
                  <a:pt x="20" y="676"/>
                </a:lnTo>
                <a:lnTo>
                  <a:pt x="21" y="676"/>
                </a:lnTo>
                <a:lnTo>
                  <a:pt x="22" y="677"/>
                </a:lnTo>
                <a:lnTo>
                  <a:pt x="23" y="676"/>
                </a:lnTo>
                <a:lnTo>
                  <a:pt x="24" y="675"/>
                </a:lnTo>
                <a:lnTo>
                  <a:pt x="25" y="673"/>
                </a:lnTo>
                <a:lnTo>
                  <a:pt x="25" y="672"/>
                </a:lnTo>
                <a:lnTo>
                  <a:pt x="25" y="670"/>
                </a:lnTo>
                <a:lnTo>
                  <a:pt x="24" y="670"/>
                </a:lnTo>
                <a:lnTo>
                  <a:pt x="23" y="670"/>
                </a:lnTo>
                <a:lnTo>
                  <a:pt x="24" y="670"/>
                </a:lnTo>
                <a:lnTo>
                  <a:pt x="24" y="669"/>
                </a:lnTo>
                <a:lnTo>
                  <a:pt x="25" y="669"/>
                </a:lnTo>
                <a:lnTo>
                  <a:pt x="25" y="668"/>
                </a:lnTo>
                <a:lnTo>
                  <a:pt x="24" y="667"/>
                </a:lnTo>
                <a:lnTo>
                  <a:pt x="23" y="666"/>
                </a:lnTo>
                <a:lnTo>
                  <a:pt x="21" y="666"/>
                </a:lnTo>
                <a:lnTo>
                  <a:pt x="21" y="665"/>
                </a:lnTo>
                <a:lnTo>
                  <a:pt x="22" y="665"/>
                </a:lnTo>
                <a:lnTo>
                  <a:pt x="23" y="665"/>
                </a:lnTo>
                <a:lnTo>
                  <a:pt x="23" y="664"/>
                </a:lnTo>
                <a:lnTo>
                  <a:pt x="23" y="663"/>
                </a:lnTo>
                <a:lnTo>
                  <a:pt x="22" y="663"/>
                </a:lnTo>
                <a:lnTo>
                  <a:pt x="22" y="662"/>
                </a:lnTo>
                <a:lnTo>
                  <a:pt x="22" y="661"/>
                </a:lnTo>
                <a:lnTo>
                  <a:pt x="21" y="660"/>
                </a:lnTo>
                <a:lnTo>
                  <a:pt x="22" y="658"/>
                </a:lnTo>
                <a:lnTo>
                  <a:pt x="23" y="656"/>
                </a:lnTo>
                <a:lnTo>
                  <a:pt x="24" y="656"/>
                </a:lnTo>
                <a:lnTo>
                  <a:pt x="24" y="655"/>
                </a:lnTo>
                <a:lnTo>
                  <a:pt x="23" y="655"/>
                </a:lnTo>
                <a:lnTo>
                  <a:pt x="23" y="654"/>
                </a:lnTo>
                <a:lnTo>
                  <a:pt x="22" y="653"/>
                </a:lnTo>
                <a:lnTo>
                  <a:pt x="22" y="652"/>
                </a:lnTo>
                <a:lnTo>
                  <a:pt x="23" y="652"/>
                </a:lnTo>
                <a:lnTo>
                  <a:pt x="23" y="651"/>
                </a:lnTo>
                <a:lnTo>
                  <a:pt x="24" y="652"/>
                </a:lnTo>
                <a:lnTo>
                  <a:pt x="25" y="652"/>
                </a:lnTo>
                <a:lnTo>
                  <a:pt x="26" y="650"/>
                </a:lnTo>
                <a:lnTo>
                  <a:pt x="25" y="649"/>
                </a:lnTo>
                <a:lnTo>
                  <a:pt x="25" y="648"/>
                </a:lnTo>
                <a:lnTo>
                  <a:pt x="25" y="647"/>
                </a:lnTo>
                <a:lnTo>
                  <a:pt x="25" y="646"/>
                </a:lnTo>
                <a:lnTo>
                  <a:pt x="24" y="645"/>
                </a:lnTo>
                <a:lnTo>
                  <a:pt x="23" y="644"/>
                </a:lnTo>
                <a:lnTo>
                  <a:pt x="22" y="643"/>
                </a:lnTo>
                <a:lnTo>
                  <a:pt x="23" y="640"/>
                </a:lnTo>
                <a:lnTo>
                  <a:pt x="24" y="640"/>
                </a:lnTo>
                <a:lnTo>
                  <a:pt x="24" y="639"/>
                </a:lnTo>
                <a:lnTo>
                  <a:pt x="23" y="640"/>
                </a:lnTo>
                <a:lnTo>
                  <a:pt x="21" y="640"/>
                </a:lnTo>
                <a:lnTo>
                  <a:pt x="21" y="639"/>
                </a:lnTo>
                <a:lnTo>
                  <a:pt x="22" y="638"/>
                </a:lnTo>
                <a:lnTo>
                  <a:pt x="21" y="637"/>
                </a:lnTo>
                <a:lnTo>
                  <a:pt x="21" y="636"/>
                </a:lnTo>
                <a:lnTo>
                  <a:pt x="22" y="635"/>
                </a:lnTo>
                <a:lnTo>
                  <a:pt x="22" y="634"/>
                </a:lnTo>
                <a:lnTo>
                  <a:pt x="22" y="633"/>
                </a:lnTo>
                <a:lnTo>
                  <a:pt x="23" y="632"/>
                </a:lnTo>
                <a:lnTo>
                  <a:pt x="24" y="632"/>
                </a:lnTo>
                <a:lnTo>
                  <a:pt x="26" y="631"/>
                </a:lnTo>
                <a:lnTo>
                  <a:pt x="26" y="630"/>
                </a:lnTo>
                <a:lnTo>
                  <a:pt x="25" y="628"/>
                </a:lnTo>
                <a:lnTo>
                  <a:pt x="25" y="627"/>
                </a:lnTo>
                <a:lnTo>
                  <a:pt x="25" y="626"/>
                </a:lnTo>
                <a:lnTo>
                  <a:pt x="26" y="625"/>
                </a:lnTo>
                <a:lnTo>
                  <a:pt x="26" y="624"/>
                </a:lnTo>
                <a:lnTo>
                  <a:pt x="27" y="624"/>
                </a:lnTo>
                <a:lnTo>
                  <a:pt x="28" y="624"/>
                </a:lnTo>
                <a:lnTo>
                  <a:pt x="29" y="624"/>
                </a:lnTo>
                <a:lnTo>
                  <a:pt x="29" y="623"/>
                </a:lnTo>
                <a:lnTo>
                  <a:pt x="30" y="621"/>
                </a:lnTo>
                <a:lnTo>
                  <a:pt x="30" y="620"/>
                </a:lnTo>
                <a:lnTo>
                  <a:pt x="29" y="620"/>
                </a:lnTo>
                <a:lnTo>
                  <a:pt x="29" y="619"/>
                </a:lnTo>
                <a:lnTo>
                  <a:pt x="29" y="618"/>
                </a:lnTo>
                <a:lnTo>
                  <a:pt x="28" y="618"/>
                </a:lnTo>
                <a:lnTo>
                  <a:pt x="28" y="617"/>
                </a:lnTo>
                <a:lnTo>
                  <a:pt x="28" y="616"/>
                </a:lnTo>
                <a:lnTo>
                  <a:pt x="28" y="615"/>
                </a:lnTo>
                <a:lnTo>
                  <a:pt x="27" y="614"/>
                </a:lnTo>
                <a:lnTo>
                  <a:pt x="27" y="613"/>
                </a:lnTo>
                <a:lnTo>
                  <a:pt x="26" y="613"/>
                </a:lnTo>
                <a:lnTo>
                  <a:pt x="25" y="613"/>
                </a:lnTo>
                <a:lnTo>
                  <a:pt x="25" y="612"/>
                </a:lnTo>
                <a:lnTo>
                  <a:pt x="25" y="610"/>
                </a:lnTo>
                <a:lnTo>
                  <a:pt x="25" y="609"/>
                </a:lnTo>
                <a:lnTo>
                  <a:pt x="24" y="609"/>
                </a:lnTo>
                <a:lnTo>
                  <a:pt x="24" y="608"/>
                </a:lnTo>
                <a:lnTo>
                  <a:pt x="25" y="608"/>
                </a:lnTo>
                <a:lnTo>
                  <a:pt x="26" y="608"/>
                </a:lnTo>
                <a:lnTo>
                  <a:pt x="26" y="607"/>
                </a:lnTo>
                <a:lnTo>
                  <a:pt x="26" y="606"/>
                </a:lnTo>
                <a:lnTo>
                  <a:pt x="27" y="605"/>
                </a:lnTo>
                <a:lnTo>
                  <a:pt x="28" y="605"/>
                </a:lnTo>
                <a:lnTo>
                  <a:pt x="29" y="606"/>
                </a:lnTo>
                <a:lnTo>
                  <a:pt x="29" y="604"/>
                </a:lnTo>
                <a:lnTo>
                  <a:pt x="29" y="603"/>
                </a:lnTo>
                <a:lnTo>
                  <a:pt x="28" y="602"/>
                </a:lnTo>
                <a:lnTo>
                  <a:pt x="27" y="602"/>
                </a:lnTo>
                <a:lnTo>
                  <a:pt x="27" y="601"/>
                </a:lnTo>
                <a:lnTo>
                  <a:pt x="27" y="600"/>
                </a:lnTo>
                <a:lnTo>
                  <a:pt x="27" y="599"/>
                </a:lnTo>
                <a:lnTo>
                  <a:pt x="27" y="598"/>
                </a:lnTo>
                <a:lnTo>
                  <a:pt x="28" y="598"/>
                </a:lnTo>
                <a:lnTo>
                  <a:pt x="27" y="597"/>
                </a:lnTo>
                <a:lnTo>
                  <a:pt x="26" y="597"/>
                </a:lnTo>
                <a:lnTo>
                  <a:pt x="26" y="596"/>
                </a:lnTo>
                <a:lnTo>
                  <a:pt x="26" y="595"/>
                </a:lnTo>
                <a:lnTo>
                  <a:pt x="26" y="594"/>
                </a:lnTo>
                <a:lnTo>
                  <a:pt x="27" y="594"/>
                </a:lnTo>
                <a:lnTo>
                  <a:pt x="27" y="595"/>
                </a:lnTo>
                <a:lnTo>
                  <a:pt x="28" y="595"/>
                </a:lnTo>
                <a:lnTo>
                  <a:pt x="28" y="594"/>
                </a:lnTo>
                <a:lnTo>
                  <a:pt x="28" y="593"/>
                </a:lnTo>
                <a:lnTo>
                  <a:pt x="27" y="592"/>
                </a:lnTo>
                <a:lnTo>
                  <a:pt x="28" y="591"/>
                </a:lnTo>
                <a:lnTo>
                  <a:pt x="29" y="592"/>
                </a:lnTo>
                <a:lnTo>
                  <a:pt x="30" y="593"/>
                </a:lnTo>
                <a:lnTo>
                  <a:pt x="31" y="593"/>
                </a:lnTo>
                <a:lnTo>
                  <a:pt x="32" y="592"/>
                </a:lnTo>
                <a:lnTo>
                  <a:pt x="33" y="592"/>
                </a:lnTo>
                <a:lnTo>
                  <a:pt x="34" y="592"/>
                </a:lnTo>
                <a:lnTo>
                  <a:pt x="35" y="591"/>
                </a:lnTo>
                <a:lnTo>
                  <a:pt x="35" y="590"/>
                </a:lnTo>
                <a:lnTo>
                  <a:pt x="35" y="589"/>
                </a:lnTo>
                <a:lnTo>
                  <a:pt x="34" y="587"/>
                </a:lnTo>
                <a:lnTo>
                  <a:pt x="34" y="586"/>
                </a:lnTo>
                <a:lnTo>
                  <a:pt x="35" y="586"/>
                </a:lnTo>
                <a:lnTo>
                  <a:pt x="36" y="585"/>
                </a:lnTo>
                <a:lnTo>
                  <a:pt x="36" y="584"/>
                </a:lnTo>
                <a:lnTo>
                  <a:pt x="36" y="583"/>
                </a:lnTo>
                <a:lnTo>
                  <a:pt x="36" y="582"/>
                </a:lnTo>
                <a:lnTo>
                  <a:pt x="37" y="581"/>
                </a:lnTo>
                <a:lnTo>
                  <a:pt x="37" y="580"/>
                </a:lnTo>
                <a:lnTo>
                  <a:pt x="37" y="579"/>
                </a:lnTo>
                <a:lnTo>
                  <a:pt x="38" y="579"/>
                </a:lnTo>
                <a:lnTo>
                  <a:pt x="39" y="579"/>
                </a:lnTo>
                <a:lnTo>
                  <a:pt x="41" y="579"/>
                </a:lnTo>
                <a:lnTo>
                  <a:pt x="41" y="578"/>
                </a:lnTo>
                <a:lnTo>
                  <a:pt x="43" y="577"/>
                </a:lnTo>
                <a:lnTo>
                  <a:pt x="44" y="577"/>
                </a:lnTo>
                <a:lnTo>
                  <a:pt x="44" y="578"/>
                </a:lnTo>
                <a:lnTo>
                  <a:pt x="44" y="579"/>
                </a:lnTo>
                <a:lnTo>
                  <a:pt x="44" y="581"/>
                </a:lnTo>
                <a:lnTo>
                  <a:pt x="45" y="581"/>
                </a:lnTo>
                <a:lnTo>
                  <a:pt x="46" y="581"/>
                </a:lnTo>
                <a:lnTo>
                  <a:pt x="46" y="580"/>
                </a:lnTo>
                <a:lnTo>
                  <a:pt x="47" y="579"/>
                </a:lnTo>
                <a:lnTo>
                  <a:pt x="46" y="579"/>
                </a:lnTo>
                <a:lnTo>
                  <a:pt x="46" y="578"/>
                </a:lnTo>
                <a:lnTo>
                  <a:pt x="46" y="577"/>
                </a:lnTo>
                <a:lnTo>
                  <a:pt x="46" y="576"/>
                </a:lnTo>
                <a:lnTo>
                  <a:pt x="46" y="575"/>
                </a:lnTo>
                <a:lnTo>
                  <a:pt x="47" y="575"/>
                </a:lnTo>
                <a:lnTo>
                  <a:pt x="47" y="574"/>
                </a:lnTo>
                <a:lnTo>
                  <a:pt x="45" y="572"/>
                </a:lnTo>
                <a:lnTo>
                  <a:pt x="45" y="573"/>
                </a:lnTo>
                <a:lnTo>
                  <a:pt x="45" y="572"/>
                </a:lnTo>
                <a:lnTo>
                  <a:pt x="44" y="572"/>
                </a:lnTo>
                <a:lnTo>
                  <a:pt x="44" y="571"/>
                </a:lnTo>
                <a:lnTo>
                  <a:pt x="43" y="571"/>
                </a:lnTo>
                <a:lnTo>
                  <a:pt x="42" y="571"/>
                </a:lnTo>
                <a:lnTo>
                  <a:pt x="42" y="570"/>
                </a:lnTo>
                <a:lnTo>
                  <a:pt x="42" y="569"/>
                </a:lnTo>
                <a:lnTo>
                  <a:pt x="42" y="568"/>
                </a:lnTo>
                <a:lnTo>
                  <a:pt x="41" y="568"/>
                </a:lnTo>
                <a:lnTo>
                  <a:pt x="40" y="567"/>
                </a:lnTo>
                <a:lnTo>
                  <a:pt x="39" y="567"/>
                </a:lnTo>
                <a:lnTo>
                  <a:pt x="38" y="567"/>
                </a:lnTo>
                <a:lnTo>
                  <a:pt x="38" y="566"/>
                </a:lnTo>
                <a:lnTo>
                  <a:pt x="38" y="565"/>
                </a:lnTo>
                <a:lnTo>
                  <a:pt x="37" y="565"/>
                </a:lnTo>
                <a:lnTo>
                  <a:pt x="37" y="566"/>
                </a:lnTo>
                <a:lnTo>
                  <a:pt x="36" y="565"/>
                </a:lnTo>
                <a:lnTo>
                  <a:pt x="36" y="564"/>
                </a:lnTo>
                <a:lnTo>
                  <a:pt x="36" y="562"/>
                </a:lnTo>
                <a:lnTo>
                  <a:pt x="36" y="560"/>
                </a:lnTo>
                <a:lnTo>
                  <a:pt x="36" y="559"/>
                </a:lnTo>
                <a:lnTo>
                  <a:pt x="37" y="558"/>
                </a:lnTo>
                <a:lnTo>
                  <a:pt x="38" y="557"/>
                </a:lnTo>
                <a:lnTo>
                  <a:pt x="38" y="556"/>
                </a:lnTo>
                <a:lnTo>
                  <a:pt x="39" y="555"/>
                </a:lnTo>
                <a:lnTo>
                  <a:pt x="40" y="554"/>
                </a:lnTo>
                <a:lnTo>
                  <a:pt x="41" y="554"/>
                </a:lnTo>
                <a:lnTo>
                  <a:pt x="42" y="554"/>
                </a:lnTo>
                <a:lnTo>
                  <a:pt x="42" y="555"/>
                </a:lnTo>
                <a:lnTo>
                  <a:pt x="43" y="554"/>
                </a:lnTo>
                <a:lnTo>
                  <a:pt x="42" y="553"/>
                </a:lnTo>
                <a:lnTo>
                  <a:pt x="43" y="552"/>
                </a:lnTo>
                <a:lnTo>
                  <a:pt x="43" y="551"/>
                </a:lnTo>
                <a:lnTo>
                  <a:pt x="44" y="550"/>
                </a:lnTo>
                <a:lnTo>
                  <a:pt x="45" y="549"/>
                </a:lnTo>
                <a:lnTo>
                  <a:pt x="46" y="549"/>
                </a:lnTo>
                <a:lnTo>
                  <a:pt x="47" y="549"/>
                </a:lnTo>
                <a:lnTo>
                  <a:pt x="48" y="549"/>
                </a:lnTo>
                <a:lnTo>
                  <a:pt x="49" y="549"/>
                </a:lnTo>
                <a:lnTo>
                  <a:pt x="49" y="548"/>
                </a:lnTo>
                <a:lnTo>
                  <a:pt x="50" y="548"/>
                </a:lnTo>
                <a:lnTo>
                  <a:pt x="50" y="547"/>
                </a:lnTo>
                <a:lnTo>
                  <a:pt x="50" y="548"/>
                </a:lnTo>
                <a:lnTo>
                  <a:pt x="51" y="547"/>
                </a:lnTo>
                <a:lnTo>
                  <a:pt x="52" y="547"/>
                </a:lnTo>
                <a:lnTo>
                  <a:pt x="53" y="548"/>
                </a:lnTo>
                <a:lnTo>
                  <a:pt x="53" y="549"/>
                </a:lnTo>
                <a:lnTo>
                  <a:pt x="54" y="548"/>
                </a:lnTo>
                <a:lnTo>
                  <a:pt x="55" y="548"/>
                </a:lnTo>
                <a:lnTo>
                  <a:pt x="56" y="547"/>
                </a:lnTo>
                <a:lnTo>
                  <a:pt x="57" y="548"/>
                </a:lnTo>
                <a:lnTo>
                  <a:pt x="58" y="547"/>
                </a:lnTo>
                <a:lnTo>
                  <a:pt x="58" y="546"/>
                </a:lnTo>
                <a:lnTo>
                  <a:pt x="58" y="545"/>
                </a:lnTo>
                <a:lnTo>
                  <a:pt x="59" y="545"/>
                </a:lnTo>
                <a:lnTo>
                  <a:pt x="60" y="545"/>
                </a:lnTo>
                <a:lnTo>
                  <a:pt x="62" y="545"/>
                </a:lnTo>
                <a:lnTo>
                  <a:pt x="62" y="544"/>
                </a:lnTo>
                <a:lnTo>
                  <a:pt x="63" y="543"/>
                </a:lnTo>
                <a:lnTo>
                  <a:pt x="64" y="543"/>
                </a:lnTo>
                <a:lnTo>
                  <a:pt x="65" y="543"/>
                </a:lnTo>
                <a:lnTo>
                  <a:pt x="65" y="542"/>
                </a:lnTo>
                <a:lnTo>
                  <a:pt x="66" y="541"/>
                </a:lnTo>
                <a:lnTo>
                  <a:pt x="67" y="539"/>
                </a:lnTo>
                <a:lnTo>
                  <a:pt x="68" y="539"/>
                </a:lnTo>
                <a:lnTo>
                  <a:pt x="68" y="538"/>
                </a:lnTo>
                <a:lnTo>
                  <a:pt x="69" y="537"/>
                </a:lnTo>
                <a:lnTo>
                  <a:pt x="68" y="535"/>
                </a:lnTo>
                <a:lnTo>
                  <a:pt x="69" y="535"/>
                </a:lnTo>
                <a:lnTo>
                  <a:pt x="70" y="535"/>
                </a:lnTo>
                <a:lnTo>
                  <a:pt x="71" y="535"/>
                </a:lnTo>
                <a:lnTo>
                  <a:pt x="71" y="534"/>
                </a:lnTo>
                <a:lnTo>
                  <a:pt x="72" y="534"/>
                </a:lnTo>
                <a:lnTo>
                  <a:pt x="73" y="533"/>
                </a:lnTo>
                <a:lnTo>
                  <a:pt x="74" y="534"/>
                </a:lnTo>
                <a:lnTo>
                  <a:pt x="76" y="534"/>
                </a:lnTo>
                <a:lnTo>
                  <a:pt x="76" y="533"/>
                </a:lnTo>
                <a:lnTo>
                  <a:pt x="77" y="533"/>
                </a:lnTo>
                <a:lnTo>
                  <a:pt x="76" y="532"/>
                </a:lnTo>
                <a:lnTo>
                  <a:pt x="76" y="531"/>
                </a:lnTo>
                <a:lnTo>
                  <a:pt x="76" y="530"/>
                </a:lnTo>
                <a:lnTo>
                  <a:pt x="75" y="528"/>
                </a:lnTo>
                <a:lnTo>
                  <a:pt x="74" y="527"/>
                </a:lnTo>
                <a:lnTo>
                  <a:pt x="74" y="526"/>
                </a:lnTo>
                <a:lnTo>
                  <a:pt x="74" y="525"/>
                </a:lnTo>
                <a:lnTo>
                  <a:pt x="75" y="524"/>
                </a:lnTo>
                <a:lnTo>
                  <a:pt x="76" y="524"/>
                </a:lnTo>
                <a:lnTo>
                  <a:pt x="77" y="522"/>
                </a:lnTo>
                <a:lnTo>
                  <a:pt x="78" y="520"/>
                </a:lnTo>
                <a:lnTo>
                  <a:pt x="78" y="518"/>
                </a:lnTo>
                <a:lnTo>
                  <a:pt x="79" y="518"/>
                </a:lnTo>
                <a:lnTo>
                  <a:pt x="80" y="518"/>
                </a:lnTo>
                <a:lnTo>
                  <a:pt x="80" y="517"/>
                </a:lnTo>
                <a:lnTo>
                  <a:pt x="79" y="517"/>
                </a:lnTo>
                <a:lnTo>
                  <a:pt x="79" y="516"/>
                </a:lnTo>
                <a:lnTo>
                  <a:pt x="80" y="516"/>
                </a:lnTo>
                <a:lnTo>
                  <a:pt x="80" y="517"/>
                </a:lnTo>
                <a:lnTo>
                  <a:pt x="81" y="517"/>
                </a:lnTo>
                <a:lnTo>
                  <a:pt x="81" y="516"/>
                </a:lnTo>
                <a:lnTo>
                  <a:pt x="81" y="515"/>
                </a:lnTo>
                <a:lnTo>
                  <a:pt x="81" y="514"/>
                </a:lnTo>
                <a:lnTo>
                  <a:pt x="82" y="513"/>
                </a:lnTo>
                <a:lnTo>
                  <a:pt x="81" y="513"/>
                </a:lnTo>
                <a:lnTo>
                  <a:pt x="82" y="513"/>
                </a:lnTo>
                <a:lnTo>
                  <a:pt x="83" y="513"/>
                </a:lnTo>
                <a:lnTo>
                  <a:pt x="84" y="512"/>
                </a:lnTo>
                <a:lnTo>
                  <a:pt x="84" y="511"/>
                </a:lnTo>
                <a:lnTo>
                  <a:pt x="84" y="510"/>
                </a:lnTo>
                <a:lnTo>
                  <a:pt x="84" y="508"/>
                </a:lnTo>
                <a:lnTo>
                  <a:pt x="85" y="508"/>
                </a:lnTo>
                <a:lnTo>
                  <a:pt x="85" y="509"/>
                </a:lnTo>
                <a:lnTo>
                  <a:pt x="86" y="508"/>
                </a:lnTo>
                <a:lnTo>
                  <a:pt x="87" y="507"/>
                </a:lnTo>
                <a:lnTo>
                  <a:pt x="88" y="506"/>
                </a:lnTo>
                <a:lnTo>
                  <a:pt x="90" y="504"/>
                </a:lnTo>
                <a:lnTo>
                  <a:pt x="91" y="503"/>
                </a:lnTo>
                <a:lnTo>
                  <a:pt x="91" y="502"/>
                </a:lnTo>
                <a:lnTo>
                  <a:pt x="92" y="502"/>
                </a:lnTo>
                <a:lnTo>
                  <a:pt x="92" y="501"/>
                </a:lnTo>
                <a:lnTo>
                  <a:pt x="93" y="501"/>
                </a:lnTo>
                <a:lnTo>
                  <a:pt x="94" y="500"/>
                </a:lnTo>
                <a:lnTo>
                  <a:pt x="95" y="499"/>
                </a:lnTo>
                <a:lnTo>
                  <a:pt x="95" y="498"/>
                </a:lnTo>
                <a:lnTo>
                  <a:pt x="95" y="497"/>
                </a:lnTo>
                <a:lnTo>
                  <a:pt x="95" y="495"/>
                </a:lnTo>
                <a:lnTo>
                  <a:pt x="94" y="495"/>
                </a:lnTo>
                <a:lnTo>
                  <a:pt x="93" y="494"/>
                </a:lnTo>
                <a:lnTo>
                  <a:pt x="93" y="493"/>
                </a:lnTo>
                <a:lnTo>
                  <a:pt x="93" y="492"/>
                </a:lnTo>
                <a:lnTo>
                  <a:pt x="92" y="491"/>
                </a:lnTo>
                <a:lnTo>
                  <a:pt x="92" y="490"/>
                </a:lnTo>
                <a:lnTo>
                  <a:pt x="92" y="489"/>
                </a:lnTo>
                <a:lnTo>
                  <a:pt x="91" y="488"/>
                </a:lnTo>
                <a:lnTo>
                  <a:pt x="91" y="487"/>
                </a:lnTo>
                <a:lnTo>
                  <a:pt x="90" y="487"/>
                </a:lnTo>
                <a:lnTo>
                  <a:pt x="89" y="487"/>
                </a:lnTo>
                <a:lnTo>
                  <a:pt x="88" y="488"/>
                </a:lnTo>
                <a:lnTo>
                  <a:pt x="87" y="488"/>
                </a:lnTo>
                <a:lnTo>
                  <a:pt x="86" y="489"/>
                </a:lnTo>
                <a:lnTo>
                  <a:pt x="85" y="490"/>
                </a:lnTo>
                <a:lnTo>
                  <a:pt x="84" y="491"/>
                </a:lnTo>
                <a:lnTo>
                  <a:pt x="82" y="491"/>
                </a:lnTo>
                <a:lnTo>
                  <a:pt x="81" y="491"/>
                </a:lnTo>
                <a:lnTo>
                  <a:pt x="82" y="490"/>
                </a:lnTo>
                <a:lnTo>
                  <a:pt x="81" y="489"/>
                </a:lnTo>
                <a:lnTo>
                  <a:pt x="81" y="490"/>
                </a:lnTo>
                <a:lnTo>
                  <a:pt x="80" y="491"/>
                </a:lnTo>
                <a:lnTo>
                  <a:pt x="79" y="491"/>
                </a:lnTo>
                <a:lnTo>
                  <a:pt x="79" y="490"/>
                </a:lnTo>
                <a:lnTo>
                  <a:pt x="78" y="490"/>
                </a:lnTo>
                <a:lnTo>
                  <a:pt x="77" y="490"/>
                </a:lnTo>
                <a:lnTo>
                  <a:pt x="76" y="490"/>
                </a:lnTo>
                <a:lnTo>
                  <a:pt x="76" y="489"/>
                </a:lnTo>
                <a:lnTo>
                  <a:pt x="76" y="488"/>
                </a:lnTo>
                <a:lnTo>
                  <a:pt x="77" y="487"/>
                </a:lnTo>
                <a:lnTo>
                  <a:pt x="77" y="486"/>
                </a:lnTo>
                <a:lnTo>
                  <a:pt x="77" y="485"/>
                </a:lnTo>
                <a:lnTo>
                  <a:pt x="76" y="484"/>
                </a:lnTo>
                <a:lnTo>
                  <a:pt x="75" y="484"/>
                </a:lnTo>
                <a:lnTo>
                  <a:pt x="75" y="483"/>
                </a:lnTo>
                <a:lnTo>
                  <a:pt x="76" y="483"/>
                </a:lnTo>
                <a:lnTo>
                  <a:pt x="76" y="482"/>
                </a:lnTo>
                <a:lnTo>
                  <a:pt x="76" y="481"/>
                </a:lnTo>
                <a:lnTo>
                  <a:pt x="75" y="481"/>
                </a:lnTo>
                <a:lnTo>
                  <a:pt x="75" y="482"/>
                </a:lnTo>
                <a:lnTo>
                  <a:pt x="76" y="482"/>
                </a:lnTo>
                <a:lnTo>
                  <a:pt x="75" y="482"/>
                </a:lnTo>
                <a:lnTo>
                  <a:pt x="73" y="482"/>
                </a:lnTo>
                <a:lnTo>
                  <a:pt x="74" y="481"/>
                </a:lnTo>
                <a:lnTo>
                  <a:pt x="75" y="481"/>
                </a:lnTo>
                <a:lnTo>
                  <a:pt x="75" y="482"/>
                </a:lnTo>
                <a:lnTo>
                  <a:pt x="75" y="481"/>
                </a:lnTo>
                <a:lnTo>
                  <a:pt x="75" y="479"/>
                </a:lnTo>
                <a:lnTo>
                  <a:pt x="74" y="479"/>
                </a:lnTo>
                <a:lnTo>
                  <a:pt x="73" y="477"/>
                </a:lnTo>
                <a:lnTo>
                  <a:pt x="73" y="476"/>
                </a:lnTo>
                <a:lnTo>
                  <a:pt x="74" y="475"/>
                </a:lnTo>
                <a:lnTo>
                  <a:pt x="75" y="475"/>
                </a:lnTo>
                <a:lnTo>
                  <a:pt x="75" y="474"/>
                </a:lnTo>
                <a:lnTo>
                  <a:pt x="75" y="473"/>
                </a:lnTo>
                <a:lnTo>
                  <a:pt x="74" y="472"/>
                </a:lnTo>
                <a:lnTo>
                  <a:pt x="74" y="471"/>
                </a:lnTo>
                <a:lnTo>
                  <a:pt x="75" y="471"/>
                </a:lnTo>
                <a:lnTo>
                  <a:pt x="75" y="470"/>
                </a:lnTo>
                <a:lnTo>
                  <a:pt x="75" y="469"/>
                </a:lnTo>
                <a:lnTo>
                  <a:pt x="74" y="469"/>
                </a:lnTo>
                <a:lnTo>
                  <a:pt x="74" y="468"/>
                </a:lnTo>
                <a:lnTo>
                  <a:pt x="75" y="468"/>
                </a:lnTo>
                <a:lnTo>
                  <a:pt x="76" y="468"/>
                </a:lnTo>
                <a:lnTo>
                  <a:pt x="77" y="467"/>
                </a:lnTo>
                <a:lnTo>
                  <a:pt x="78" y="467"/>
                </a:lnTo>
                <a:lnTo>
                  <a:pt x="79" y="466"/>
                </a:lnTo>
                <a:lnTo>
                  <a:pt x="79" y="464"/>
                </a:lnTo>
                <a:lnTo>
                  <a:pt x="78" y="464"/>
                </a:lnTo>
                <a:lnTo>
                  <a:pt x="78" y="463"/>
                </a:lnTo>
                <a:lnTo>
                  <a:pt x="77" y="463"/>
                </a:lnTo>
                <a:lnTo>
                  <a:pt x="78" y="463"/>
                </a:lnTo>
                <a:lnTo>
                  <a:pt x="79" y="462"/>
                </a:lnTo>
                <a:lnTo>
                  <a:pt x="79" y="461"/>
                </a:lnTo>
                <a:lnTo>
                  <a:pt x="81" y="461"/>
                </a:lnTo>
                <a:lnTo>
                  <a:pt x="81" y="460"/>
                </a:lnTo>
                <a:lnTo>
                  <a:pt x="82" y="460"/>
                </a:lnTo>
                <a:lnTo>
                  <a:pt x="82" y="459"/>
                </a:lnTo>
                <a:lnTo>
                  <a:pt x="81" y="459"/>
                </a:lnTo>
                <a:lnTo>
                  <a:pt x="81" y="458"/>
                </a:lnTo>
                <a:lnTo>
                  <a:pt x="81" y="457"/>
                </a:lnTo>
                <a:lnTo>
                  <a:pt x="82" y="457"/>
                </a:lnTo>
                <a:lnTo>
                  <a:pt x="83" y="456"/>
                </a:lnTo>
                <a:lnTo>
                  <a:pt x="84" y="455"/>
                </a:lnTo>
                <a:lnTo>
                  <a:pt x="84" y="453"/>
                </a:lnTo>
                <a:lnTo>
                  <a:pt x="84" y="452"/>
                </a:lnTo>
                <a:lnTo>
                  <a:pt x="85" y="451"/>
                </a:lnTo>
                <a:lnTo>
                  <a:pt x="86" y="451"/>
                </a:lnTo>
                <a:lnTo>
                  <a:pt x="86" y="452"/>
                </a:lnTo>
                <a:lnTo>
                  <a:pt x="87" y="452"/>
                </a:lnTo>
                <a:lnTo>
                  <a:pt x="87" y="451"/>
                </a:lnTo>
                <a:lnTo>
                  <a:pt x="86" y="451"/>
                </a:lnTo>
                <a:lnTo>
                  <a:pt x="86" y="450"/>
                </a:lnTo>
                <a:lnTo>
                  <a:pt x="87" y="450"/>
                </a:lnTo>
                <a:lnTo>
                  <a:pt x="88" y="450"/>
                </a:lnTo>
                <a:lnTo>
                  <a:pt x="89" y="450"/>
                </a:lnTo>
                <a:lnTo>
                  <a:pt x="89" y="449"/>
                </a:lnTo>
                <a:lnTo>
                  <a:pt x="90" y="448"/>
                </a:lnTo>
                <a:lnTo>
                  <a:pt x="90" y="449"/>
                </a:lnTo>
                <a:lnTo>
                  <a:pt x="91" y="449"/>
                </a:lnTo>
                <a:lnTo>
                  <a:pt x="92" y="448"/>
                </a:lnTo>
                <a:lnTo>
                  <a:pt x="91" y="448"/>
                </a:lnTo>
                <a:lnTo>
                  <a:pt x="91" y="447"/>
                </a:lnTo>
                <a:lnTo>
                  <a:pt x="90" y="447"/>
                </a:lnTo>
                <a:lnTo>
                  <a:pt x="90" y="446"/>
                </a:lnTo>
                <a:lnTo>
                  <a:pt x="90" y="444"/>
                </a:lnTo>
                <a:lnTo>
                  <a:pt x="90" y="443"/>
                </a:lnTo>
                <a:lnTo>
                  <a:pt x="92" y="443"/>
                </a:lnTo>
                <a:lnTo>
                  <a:pt x="92" y="441"/>
                </a:lnTo>
                <a:lnTo>
                  <a:pt x="93" y="440"/>
                </a:lnTo>
                <a:lnTo>
                  <a:pt x="92" y="439"/>
                </a:lnTo>
                <a:lnTo>
                  <a:pt x="93" y="438"/>
                </a:lnTo>
                <a:lnTo>
                  <a:pt x="94" y="438"/>
                </a:lnTo>
                <a:lnTo>
                  <a:pt x="95" y="438"/>
                </a:lnTo>
                <a:lnTo>
                  <a:pt x="96" y="438"/>
                </a:lnTo>
                <a:lnTo>
                  <a:pt x="97" y="438"/>
                </a:lnTo>
                <a:lnTo>
                  <a:pt x="96" y="438"/>
                </a:lnTo>
                <a:lnTo>
                  <a:pt x="96" y="439"/>
                </a:lnTo>
                <a:lnTo>
                  <a:pt x="97" y="440"/>
                </a:lnTo>
                <a:lnTo>
                  <a:pt x="98" y="440"/>
                </a:lnTo>
                <a:lnTo>
                  <a:pt x="99" y="440"/>
                </a:lnTo>
                <a:lnTo>
                  <a:pt x="100" y="439"/>
                </a:lnTo>
                <a:lnTo>
                  <a:pt x="101" y="441"/>
                </a:lnTo>
                <a:lnTo>
                  <a:pt x="101" y="442"/>
                </a:lnTo>
                <a:lnTo>
                  <a:pt x="102" y="442"/>
                </a:lnTo>
                <a:lnTo>
                  <a:pt x="101" y="442"/>
                </a:lnTo>
                <a:lnTo>
                  <a:pt x="101" y="443"/>
                </a:lnTo>
                <a:lnTo>
                  <a:pt x="101" y="444"/>
                </a:lnTo>
                <a:lnTo>
                  <a:pt x="102" y="445"/>
                </a:lnTo>
                <a:lnTo>
                  <a:pt x="101" y="445"/>
                </a:lnTo>
                <a:lnTo>
                  <a:pt x="101" y="446"/>
                </a:lnTo>
                <a:lnTo>
                  <a:pt x="100" y="446"/>
                </a:lnTo>
                <a:lnTo>
                  <a:pt x="101" y="447"/>
                </a:lnTo>
                <a:lnTo>
                  <a:pt x="102" y="446"/>
                </a:lnTo>
                <a:lnTo>
                  <a:pt x="103" y="445"/>
                </a:lnTo>
                <a:lnTo>
                  <a:pt x="104" y="445"/>
                </a:lnTo>
                <a:lnTo>
                  <a:pt x="104" y="444"/>
                </a:lnTo>
                <a:lnTo>
                  <a:pt x="105" y="445"/>
                </a:lnTo>
                <a:lnTo>
                  <a:pt x="106" y="445"/>
                </a:lnTo>
                <a:lnTo>
                  <a:pt x="107" y="445"/>
                </a:lnTo>
                <a:lnTo>
                  <a:pt x="107" y="444"/>
                </a:lnTo>
                <a:lnTo>
                  <a:pt x="108" y="444"/>
                </a:lnTo>
                <a:lnTo>
                  <a:pt x="109" y="444"/>
                </a:lnTo>
                <a:lnTo>
                  <a:pt x="109" y="443"/>
                </a:lnTo>
                <a:lnTo>
                  <a:pt x="109" y="442"/>
                </a:lnTo>
                <a:lnTo>
                  <a:pt x="110" y="442"/>
                </a:lnTo>
                <a:lnTo>
                  <a:pt x="111" y="441"/>
                </a:lnTo>
                <a:lnTo>
                  <a:pt x="111" y="439"/>
                </a:lnTo>
                <a:lnTo>
                  <a:pt x="110" y="439"/>
                </a:lnTo>
                <a:lnTo>
                  <a:pt x="109" y="438"/>
                </a:lnTo>
                <a:lnTo>
                  <a:pt x="109" y="437"/>
                </a:lnTo>
                <a:lnTo>
                  <a:pt x="109" y="436"/>
                </a:lnTo>
                <a:lnTo>
                  <a:pt x="109" y="435"/>
                </a:lnTo>
                <a:lnTo>
                  <a:pt x="109" y="434"/>
                </a:lnTo>
                <a:lnTo>
                  <a:pt x="109" y="433"/>
                </a:lnTo>
                <a:lnTo>
                  <a:pt x="109" y="432"/>
                </a:lnTo>
                <a:lnTo>
                  <a:pt x="109" y="431"/>
                </a:lnTo>
                <a:lnTo>
                  <a:pt x="111" y="429"/>
                </a:lnTo>
                <a:lnTo>
                  <a:pt x="112" y="429"/>
                </a:lnTo>
                <a:lnTo>
                  <a:pt x="113" y="428"/>
                </a:lnTo>
                <a:lnTo>
                  <a:pt x="113" y="427"/>
                </a:lnTo>
                <a:lnTo>
                  <a:pt x="112" y="427"/>
                </a:lnTo>
                <a:lnTo>
                  <a:pt x="112" y="426"/>
                </a:lnTo>
                <a:lnTo>
                  <a:pt x="112" y="425"/>
                </a:lnTo>
                <a:lnTo>
                  <a:pt x="113" y="425"/>
                </a:lnTo>
                <a:lnTo>
                  <a:pt x="114" y="424"/>
                </a:lnTo>
                <a:lnTo>
                  <a:pt x="114" y="423"/>
                </a:lnTo>
                <a:lnTo>
                  <a:pt x="115" y="423"/>
                </a:lnTo>
                <a:lnTo>
                  <a:pt x="116" y="423"/>
                </a:lnTo>
                <a:lnTo>
                  <a:pt x="115" y="423"/>
                </a:lnTo>
                <a:lnTo>
                  <a:pt x="114" y="423"/>
                </a:lnTo>
                <a:lnTo>
                  <a:pt x="113" y="422"/>
                </a:lnTo>
                <a:lnTo>
                  <a:pt x="114" y="422"/>
                </a:lnTo>
                <a:lnTo>
                  <a:pt x="114" y="421"/>
                </a:lnTo>
                <a:lnTo>
                  <a:pt x="113" y="421"/>
                </a:lnTo>
                <a:lnTo>
                  <a:pt x="112" y="422"/>
                </a:lnTo>
                <a:lnTo>
                  <a:pt x="111" y="421"/>
                </a:lnTo>
                <a:lnTo>
                  <a:pt x="110" y="422"/>
                </a:lnTo>
                <a:lnTo>
                  <a:pt x="109" y="422"/>
                </a:lnTo>
                <a:lnTo>
                  <a:pt x="108" y="422"/>
                </a:lnTo>
                <a:lnTo>
                  <a:pt x="107" y="421"/>
                </a:lnTo>
                <a:lnTo>
                  <a:pt x="107" y="422"/>
                </a:lnTo>
                <a:lnTo>
                  <a:pt x="106" y="422"/>
                </a:lnTo>
                <a:lnTo>
                  <a:pt x="106" y="421"/>
                </a:lnTo>
                <a:lnTo>
                  <a:pt x="106" y="420"/>
                </a:lnTo>
                <a:lnTo>
                  <a:pt x="107" y="420"/>
                </a:lnTo>
                <a:lnTo>
                  <a:pt x="106" y="419"/>
                </a:lnTo>
                <a:lnTo>
                  <a:pt x="105" y="419"/>
                </a:lnTo>
                <a:lnTo>
                  <a:pt x="104" y="419"/>
                </a:lnTo>
                <a:lnTo>
                  <a:pt x="104" y="418"/>
                </a:lnTo>
                <a:lnTo>
                  <a:pt x="105" y="418"/>
                </a:lnTo>
                <a:lnTo>
                  <a:pt x="105" y="417"/>
                </a:lnTo>
                <a:lnTo>
                  <a:pt x="104" y="417"/>
                </a:lnTo>
                <a:lnTo>
                  <a:pt x="104" y="416"/>
                </a:lnTo>
                <a:lnTo>
                  <a:pt x="104" y="415"/>
                </a:lnTo>
                <a:lnTo>
                  <a:pt x="103" y="414"/>
                </a:lnTo>
                <a:lnTo>
                  <a:pt x="102" y="414"/>
                </a:lnTo>
                <a:lnTo>
                  <a:pt x="102" y="413"/>
                </a:lnTo>
                <a:lnTo>
                  <a:pt x="102" y="412"/>
                </a:lnTo>
                <a:lnTo>
                  <a:pt x="101" y="411"/>
                </a:lnTo>
                <a:lnTo>
                  <a:pt x="100" y="411"/>
                </a:lnTo>
                <a:lnTo>
                  <a:pt x="99" y="411"/>
                </a:lnTo>
                <a:lnTo>
                  <a:pt x="99" y="410"/>
                </a:lnTo>
                <a:lnTo>
                  <a:pt x="98" y="409"/>
                </a:lnTo>
                <a:lnTo>
                  <a:pt x="97" y="409"/>
                </a:lnTo>
                <a:lnTo>
                  <a:pt x="95" y="409"/>
                </a:lnTo>
                <a:lnTo>
                  <a:pt x="95" y="408"/>
                </a:lnTo>
                <a:lnTo>
                  <a:pt x="94" y="407"/>
                </a:lnTo>
                <a:lnTo>
                  <a:pt x="93" y="408"/>
                </a:lnTo>
                <a:lnTo>
                  <a:pt x="93" y="407"/>
                </a:lnTo>
                <a:lnTo>
                  <a:pt x="94" y="406"/>
                </a:lnTo>
                <a:lnTo>
                  <a:pt x="94" y="405"/>
                </a:lnTo>
                <a:lnTo>
                  <a:pt x="96" y="402"/>
                </a:lnTo>
                <a:lnTo>
                  <a:pt x="97" y="398"/>
                </a:lnTo>
                <a:lnTo>
                  <a:pt x="96" y="397"/>
                </a:lnTo>
                <a:lnTo>
                  <a:pt x="96" y="396"/>
                </a:lnTo>
                <a:lnTo>
                  <a:pt x="97" y="396"/>
                </a:lnTo>
                <a:lnTo>
                  <a:pt x="96" y="395"/>
                </a:lnTo>
                <a:lnTo>
                  <a:pt x="96" y="394"/>
                </a:lnTo>
                <a:lnTo>
                  <a:pt x="96" y="393"/>
                </a:lnTo>
                <a:lnTo>
                  <a:pt x="96" y="392"/>
                </a:lnTo>
                <a:lnTo>
                  <a:pt x="97" y="391"/>
                </a:lnTo>
                <a:lnTo>
                  <a:pt x="96" y="391"/>
                </a:lnTo>
                <a:lnTo>
                  <a:pt x="95" y="390"/>
                </a:lnTo>
                <a:lnTo>
                  <a:pt x="94" y="389"/>
                </a:lnTo>
                <a:lnTo>
                  <a:pt x="93" y="389"/>
                </a:lnTo>
                <a:lnTo>
                  <a:pt x="94" y="388"/>
                </a:lnTo>
                <a:lnTo>
                  <a:pt x="94" y="387"/>
                </a:lnTo>
                <a:lnTo>
                  <a:pt x="92" y="386"/>
                </a:lnTo>
                <a:lnTo>
                  <a:pt x="91" y="386"/>
                </a:lnTo>
                <a:lnTo>
                  <a:pt x="90" y="386"/>
                </a:lnTo>
                <a:lnTo>
                  <a:pt x="90" y="385"/>
                </a:lnTo>
                <a:lnTo>
                  <a:pt x="90" y="384"/>
                </a:lnTo>
                <a:lnTo>
                  <a:pt x="88" y="383"/>
                </a:lnTo>
                <a:lnTo>
                  <a:pt x="87" y="382"/>
                </a:lnTo>
                <a:lnTo>
                  <a:pt x="86" y="382"/>
                </a:lnTo>
                <a:lnTo>
                  <a:pt x="86" y="381"/>
                </a:lnTo>
                <a:lnTo>
                  <a:pt x="85" y="379"/>
                </a:lnTo>
                <a:lnTo>
                  <a:pt x="86" y="378"/>
                </a:lnTo>
                <a:lnTo>
                  <a:pt x="86" y="377"/>
                </a:lnTo>
                <a:lnTo>
                  <a:pt x="85" y="377"/>
                </a:lnTo>
                <a:lnTo>
                  <a:pt x="85" y="376"/>
                </a:lnTo>
                <a:lnTo>
                  <a:pt x="86" y="375"/>
                </a:lnTo>
                <a:lnTo>
                  <a:pt x="86" y="374"/>
                </a:lnTo>
                <a:lnTo>
                  <a:pt x="87" y="373"/>
                </a:lnTo>
                <a:lnTo>
                  <a:pt x="88" y="373"/>
                </a:lnTo>
                <a:lnTo>
                  <a:pt x="88" y="372"/>
                </a:lnTo>
                <a:lnTo>
                  <a:pt x="88" y="371"/>
                </a:lnTo>
                <a:lnTo>
                  <a:pt x="89" y="370"/>
                </a:lnTo>
                <a:lnTo>
                  <a:pt x="90" y="370"/>
                </a:lnTo>
                <a:lnTo>
                  <a:pt x="91" y="369"/>
                </a:lnTo>
                <a:lnTo>
                  <a:pt x="93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4"/>
                </a:lnTo>
                <a:lnTo>
                  <a:pt x="91" y="362"/>
                </a:lnTo>
                <a:lnTo>
                  <a:pt x="91" y="361"/>
                </a:lnTo>
                <a:lnTo>
                  <a:pt x="90" y="361"/>
                </a:lnTo>
                <a:lnTo>
                  <a:pt x="90" y="360"/>
                </a:lnTo>
                <a:lnTo>
                  <a:pt x="89" y="360"/>
                </a:lnTo>
                <a:lnTo>
                  <a:pt x="89" y="359"/>
                </a:lnTo>
                <a:lnTo>
                  <a:pt x="89" y="358"/>
                </a:lnTo>
                <a:lnTo>
                  <a:pt x="89" y="357"/>
                </a:lnTo>
                <a:lnTo>
                  <a:pt x="88" y="356"/>
                </a:lnTo>
                <a:lnTo>
                  <a:pt x="88" y="355"/>
                </a:lnTo>
                <a:lnTo>
                  <a:pt x="89" y="355"/>
                </a:lnTo>
                <a:lnTo>
                  <a:pt x="89" y="354"/>
                </a:lnTo>
                <a:lnTo>
                  <a:pt x="88" y="353"/>
                </a:lnTo>
                <a:lnTo>
                  <a:pt x="89" y="352"/>
                </a:lnTo>
                <a:lnTo>
                  <a:pt x="89" y="351"/>
                </a:lnTo>
                <a:lnTo>
                  <a:pt x="89" y="350"/>
                </a:lnTo>
                <a:lnTo>
                  <a:pt x="90" y="349"/>
                </a:lnTo>
                <a:lnTo>
                  <a:pt x="91" y="348"/>
                </a:lnTo>
                <a:lnTo>
                  <a:pt x="91" y="347"/>
                </a:lnTo>
                <a:lnTo>
                  <a:pt x="91" y="346"/>
                </a:lnTo>
                <a:lnTo>
                  <a:pt x="91" y="344"/>
                </a:lnTo>
                <a:lnTo>
                  <a:pt x="92" y="344"/>
                </a:lnTo>
                <a:lnTo>
                  <a:pt x="93" y="343"/>
                </a:lnTo>
                <a:lnTo>
                  <a:pt x="93" y="344"/>
                </a:lnTo>
                <a:lnTo>
                  <a:pt x="94" y="344"/>
                </a:lnTo>
                <a:lnTo>
                  <a:pt x="95" y="343"/>
                </a:lnTo>
                <a:lnTo>
                  <a:pt x="95" y="341"/>
                </a:lnTo>
                <a:lnTo>
                  <a:pt x="94" y="341"/>
                </a:lnTo>
                <a:lnTo>
                  <a:pt x="94" y="340"/>
                </a:lnTo>
                <a:lnTo>
                  <a:pt x="95" y="340"/>
                </a:lnTo>
                <a:lnTo>
                  <a:pt x="95" y="339"/>
                </a:lnTo>
                <a:lnTo>
                  <a:pt x="96" y="339"/>
                </a:lnTo>
                <a:lnTo>
                  <a:pt x="96" y="338"/>
                </a:lnTo>
                <a:lnTo>
                  <a:pt x="97" y="338"/>
                </a:lnTo>
                <a:lnTo>
                  <a:pt x="98" y="339"/>
                </a:lnTo>
                <a:lnTo>
                  <a:pt x="98" y="337"/>
                </a:lnTo>
                <a:lnTo>
                  <a:pt x="99" y="336"/>
                </a:lnTo>
                <a:lnTo>
                  <a:pt x="99" y="335"/>
                </a:lnTo>
                <a:lnTo>
                  <a:pt x="100" y="334"/>
                </a:lnTo>
                <a:lnTo>
                  <a:pt x="100" y="333"/>
                </a:lnTo>
                <a:lnTo>
                  <a:pt x="100" y="332"/>
                </a:lnTo>
                <a:lnTo>
                  <a:pt x="100" y="331"/>
                </a:lnTo>
                <a:lnTo>
                  <a:pt x="101" y="330"/>
                </a:lnTo>
                <a:lnTo>
                  <a:pt x="102" y="329"/>
                </a:lnTo>
                <a:lnTo>
                  <a:pt x="103" y="328"/>
                </a:lnTo>
                <a:lnTo>
                  <a:pt x="103" y="327"/>
                </a:lnTo>
                <a:lnTo>
                  <a:pt x="104" y="327"/>
                </a:lnTo>
                <a:lnTo>
                  <a:pt x="105" y="326"/>
                </a:lnTo>
                <a:lnTo>
                  <a:pt x="105" y="324"/>
                </a:lnTo>
                <a:lnTo>
                  <a:pt x="105" y="323"/>
                </a:lnTo>
                <a:lnTo>
                  <a:pt x="106" y="322"/>
                </a:lnTo>
                <a:lnTo>
                  <a:pt x="107" y="322"/>
                </a:lnTo>
                <a:lnTo>
                  <a:pt x="108" y="322"/>
                </a:lnTo>
                <a:lnTo>
                  <a:pt x="108" y="321"/>
                </a:lnTo>
                <a:lnTo>
                  <a:pt x="109" y="320"/>
                </a:lnTo>
                <a:lnTo>
                  <a:pt x="109" y="319"/>
                </a:lnTo>
                <a:lnTo>
                  <a:pt x="110" y="319"/>
                </a:lnTo>
                <a:lnTo>
                  <a:pt x="110" y="318"/>
                </a:lnTo>
                <a:lnTo>
                  <a:pt x="111" y="317"/>
                </a:lnTo>
                <a:lnTo>
                  <a:pt x="112" y="316"/>
                </a:lnTo>
                <a:lnTo>
                  <a:pt x="113" y="316"/>
                </a:lnTo>
                <a:lnTo>
                  <a:pt x="114" y="316"/>
                </a:lnTo>
                <a:lnTo>
                  <a:pt x="115" y="316"/>
                </a:lnTo>
                <a:lnTo>
                  <a:pt x="117" y="315"/>
                </a:lnTo>
                <a:lnTo>
                  <a:pt x="119" y="315"/>
                </a:lnTo>
                <a:lnTo>
                  <a:pt x="119" y="314"/>
                </a:lnTo>
                <a:lnTo>
                  <a:pt x="120" y="314"/>
                </a:lnTo>
                <a:lnTo>
                  <a:pt x="121" y="316"/>
                </a:lnTo>
                <a:lnTo>
                  <a:pt x="121" y="317"/>
                </a:lnTo>
                <a:lnTo>
                  <a:pt x="122" y="317"/>
                </a:lnTo>
                <a:lnTo>
                  <a:pt x="123" y="318"/>
                </a:lnTo>
                <a:lnTo>
                  <a:pt x="123" y="317"/>
                </a:lnTo>
                <a:lnTo>
                  <a:pt x="124" y="316"/>
                </a:lnTo>
                <a:lnTo>
                  <a:pt x="123" y="316"/>
                </a:lnTo>
                <a:lnTo>
                  <a:pt x="123" y="315"/>
                </a:lnTo>
                <a:lnTo>
                  <a:pt x="124" y="313"/>
                </a:lnTo>
                <a:lnTo>
                  <a:pt x="125" y="313"/>
                </a:lnTo>
                <a:lnTo>
                  <a:pt x="126" y="313"/>
                </a:lnTo>
                <a:lnTo>
                  <a:pt x="127" y="313"/>
                </a:lnTo>
                <a:lnTo>
                  <a:pt x="128" y="312"/>
                </a:lnTo>
                <a:lnTo>
                  <a:pt x="128" y="311"/>
                </a:lnTo>
                <a:lnTo>
                  <a:pt x="129" y="310"/>
                </a:lnTo>
                <a:lnTo>
                  <a:pt x="130" y="310"/>
                </a:lnTo>
                <a:lnTo>
                  <a:pt x="131" y="310"/>
                </a:lnTo>
                <a:lnTo>
                  <a:pt x="132" y="310"/>
                </a:lnTo>
                <a:lnTo>
                  <a:pt x="133" y="309"/>
                </a:lnTo>
                <a:lnTo>
                  <a:pt x="134" y="308"/>
                </a:lnTo>
                <a:lnTo>
                  <a:pt x="134" y="307"/>
                </a:lnTo>
                <a:lnTo>
                  <a:pt x="135" y="307"/>
                </a:lnTo>
                <a:lnTo>
                  <a:pt x="136" y="308"/>
                </a:lnTo>
                <a:lnTo>
                  <a:pt x="137" y="309"/>
                </a:lnTo>
                <a:lnTo>
                  <a:pt x="137" y="310"/>
                </a:lnTo>
                <a:lnTo>
                  <a:pt x="138" y="310"/>
                </a:lnTo>
                <a:lnTo>
                  <a:pt x="139" y="309"/>
                </a:lnTo>
                <a:lnTo>
                  <a:pt x="141" y="309"/>
                </a:lnTo>
                <a:lnTo>
                  <a:pt x="142" y="308"/>
                </a:lnTo>
                <a:lnTo>
                  <a:pt x="142" y="307"/>
                </a:lnTo>
                <a:lnTo>
                  <a:pt x="142" y="306"/>
                </a:lnTo>
                <a:lnTo>
                  <a:pt x="143" y="306"/>
                </a:lnTo>
                <a:lnTo>
                  <a:pt x="144" y="305"/>
                </a:lnTo>
                <a:lnTo>
                  <a:pt x="145" y="304"/>
                </a:lnTo>
                <a:lnTo>
                  <a:pt x="146" y="304"/>
                </a:lnTo>
                <a:lnTo>
                  <a:pt x="146" y="303"/>
                </a:lnTo>
                <a:lnTo>
                  <a:pt x="147" y="302"/>
                </a:lnTo>
                <a:lnTo>
                  <a:pt x="148" y="303"/>
                </a:lnTo>
                <a:lnTo>
                  <a:pt x="149" y="303"/>
                </a:lnTo>
                <a:lnTo>
                  <a:pt x="150" y="303"/>
                </a:lnTo>
                <a:lnTo>
                  <a:pt x="150" y="302"/>
                </a:lnTo>
                <a:lnTo>
                  <a:pt x="151" y="303"/>
                </a:lnTo>
                <a:lnTo>
                  <a:pt x="151" y="304"/>
                </a:lnTo>
                <a:lnTo>
                  <a:pt x="152" y="304"/>
                </a:lnTo>
                <a:lnTo>
                  <a:pt x="153" y="305"/>
                </a:lnTo>
                <a:lnTo>
                  <a:pt x="154" y="305"/>
                </a:lnTo>
                <a:lnTo>
                  <a:pt x="155" y="305"/>
                </a:lnTo>
                <a:lnTo>
                  <a:pt x="155" y="304"/>
                </a:lnTo>
                <a:lnTo>
                  <a:pt x="155" y="303"/>
                </a:lnTo>
                <a:lnTo>
                  <a:pt x="156" y="301"/>
                </a:lnTo>
                <a:lnTo>
                  <a:pt x="157" y="301"/>
                </a:lnTo>
                <a:lnTo>
                  <a:pt x="157" y="300"/>
                </a:lnTo>
                <a:lnTo>
                  <a:pt x="157" y="299"/>
                </a:lnTo>
                <a:lnTo>
                  <a:pt x="158" y="297"/>
                </a:lnTo>
                <a:lnTo>
                  <a:pt x="159" y="297"/>
                </a:lnTo>
                <a:lnTo>
                  <a:pt x="160" y="297"/>
                </a:lnTo>
                <a:lnTo>
                  <a:pt x="161" y="296"/>
                </a:lnTo>
                <a:lnTo>
                  <a:pt x="161" y="295"/>
                </a:lnTo>
                <a:lnTo>
                  <a:pt x="162" y="294"/>
                </a:lnTo>
                <a:lnTo>
                  <a:pt x="163" y="294"/>
                </a:lnTo>
                <a:lnTo>
                  <a:pt x="163" y="293"/>
                </a:lnTo>
                <a:lnTo>
                  <a:pt x="164" y="292"/>
                </a:lnTo>
                <a:lnTo>
                  <a:pt x="164" y="291"/>
                </a:lnTo>
                <a:lnTo>
                  <a:pt x="165" y="291"/>
                </a:lnTo>
                <a:lnTo>
                  <a:pt x="166" y="290"/>
                </a:lnTo>
                <a:lnTo>
                  <a:pt x="167" y="290"/>
                </a:lnTo>
                <a:lnTo>
                  <a:pt x="168" y="290"/>
                </a:lnTo>
                <a:lnTo>
                  <a:pt x="169" y="290"/>
                </a:lnTo>
                <a:lnTo>
                  <a:pt x="170" y="289"/>
                </a:lnTo>
                <a:lnTo>
                  <a:pt x="171" y="287"/>
                </a:lnTo>
                <a:lnTo>
                  <a:pt x="172" y="287"/>
                </a:lnTo>
                <a:lnTo>
                  <a:pt x="173" y="286"/>
                </a:lnTo>
                <a:lnTo>
                  <a:pt x="172" y="286"/>
                </a:lnTo>
                <a:lnTo>
                  <a:pt x="172" y="285"/>
                </a:lnTo>
                <a:lnTo>
                  <a:pt x="172" y="284"/>
                </a:lnTo>
                <a:lnTo>
                  <a:pt x="172" y="283"/>
                </a:lnTo>
                <a:lnTo>
                  <a:pt x="171" y="281"/>
                </a:lnTo>
                <a:lnTo>
                  <a:pt x="171" y="280"/>
                </a:lnTo>
                <a:lnTo>
                  <a:pt x="170" y="280"/>
                </a:lnTo>
                <a:lnTo>
                  <a:pt x="170" y="278"/>
                </a:lnTo>
                <a:lnTo>
                  <a:pt x="170" y="277"/>
                </a:lnTo>
                <a:lnTo>
                  <a:pt x="171" y="276"/>
                </a:lnTo>
                <a:lnTo>
                  <a:pt x="172" y="274"/>
                </a:lnTo>
                <a:lnTo>
                  <a:pt x="172" y="273"/>
                </a:lnTo>
                <a:lnTo>
                  <a:pt x="173" y="273"/>
                </a:lnTo>
                <a:lnTo>
                  <a:pt x="173" y="271"/>
                </a:lnTo>
                <a:lnTo>
                  <a:pt x="174" y="270"/>
                </a:lnTo>
                <a:lnTo>
                  <a:pt x="175" y="270"/>
                </a:lnTo>
                <a:lnTo>
                  <a:pt x="176" y="269"/>
                </a:lnTo>
                <a:lnTo>
                  <a:pt x="177" y="269"/>
                </a:lnTo>
                <a:lnTo>
                  <a:pt x="177" y="268"/>
                </a:lnTo>
                <a:lnTo>
                  <a:pt x="177" y="267"/>
                </a:lnTo>
                <a:lnTo>
                  <a:pt x="177" y="266"/>
                </a:lnTo>
                <a:lnTo>
                  <a:pt x="178" y="265"/>
                </a:lnTo>
                <a:lnTo>
                  <a:pt x="178" y="264"/>
                </a:lnTo>
                <a:lnTo>
                  <a:pt x="179" y="263"/>
                </a:lnTo>
                <a:lnTo>
                  <a:pt x="179" y="264"/>
                </a:lnTo>
                <a:lnTo>
                  <a:pt x="180" y="264"/>
                </a:lnTo>
                <a:lnTo>
                  <a:pt x="182" y="263"/>
                </a:lnTo>
                <a:lnTo>
                  <a:pt x="182" y="262"/>
                </a:lnTo>
                <a:lnTo>
                  <a:pt x="182" y="261"/>
                </a:lnTo>
                <a:lnTo>
                  <a:pt x="184" y="259"/>
                </a:lnTo>
                <a:lnTo>
                  <a:pt x="185" y="258"/>
                </a:lnTo>
                <a:lnTo>
                  <a:pt x="185" y="257"/>
                </a:lnTo>
                <a:lnTo>
                  <a:pt x="186" y="256"/>
                </a:lnTo>
                <a:lnTo>
                  <a:pt x="187" y="256"/>
                </a:lnTo>
                <a:lnTo>
                  <a:pt x="187" y="255"/>
                </a:lnTo>
                <a:lnTo>
                  <a:pt x="186" y="254"/>
                </a:lnTo>
                <a:lnTo>
                  <a:pt x="187" y="254"/>
                </a:lnTo>
                <a:lnTo>
                  <a:pt x="187" y="253"/>
                </a:lnTo>
                <a:lnTo>
                  <a:pt x="187" y="252"/>
                </a:lnTo>
                <a:lnTo>
                  <a:pt x="188" y="250"/>
                </a:lnTo>
                <a:lnTo>
                  <a:pt x="189" y="250"/>
                </a:lnTo>
                <a:lnTo>
                  <a:pt x="189" y="246"/>
                </a:lnTo>
                <a:lnTo>
                  <a:pt x="190" y="246"/>
                </a:lnTo>
                <a:lnTo>
                  <a:pt x="190" y="245"/>
                </a:lnTo>
                <a:lnTo>
                  <a:pt x="189" y="245"/>
                </a:lnTo>
                <a:lnTo>
                  <a:pt x="188" y="245"/>
                </a:lnTo>
                <a:lnTo>
                  <a:pt x="187" y="244"/>
                </a:lnTo>
                <a:lnTo>
                  <a:pt x="187" y="243"/>
                </a:lnTo>
                <a:lnTo>
                  <a:pt x="186" y="243"/>
                </a:lnTo>
                <a:lnTo>
                  <a:pt x="185" y="243"/>
                </a:lnTo>
                <a:lnTo>
                  <a:pt x="183" y="243"/>
                </a:lnTo>
                <a:lnTo>
                  <a:pt x="183" y="242"/>
                </a:lnTo>
                <a:lnTo>
                  <a:pt x="184" y="241"/>
                </a:lnTo>
                <a:lnTo>
                  <a:pt x="184" y="240"/>
                </a:lnTo>
                <a:lnTo>
                  <a:pt x="183" y="239"/>
                </a:lnTo>
                <a:lnTo>
                  <a:pt x="182" y="239"/>
                </a:lnTo>
                <a:lnTo>
                  <a:pt x="181" y="239"/>
                </a:lnTo>
                <a:lnTo>
                  <a:pt x="179" y="239"/>
                </a:lnTo>
                <a:lnTo>
                  <a:pt x="178" y="238"/>
                </a:lnTo>
                <a:lnTo>
                  <a:pt x="178" y="239"/>
                </a:lnTo>
                <a:lnTo>
                  <a:pt x="177" y="239"/>
                </a:lnTo>
                <a:lnTo>
                  <a:pt x="176" y="238"/>
                </a:lnTo>
                <a:lnTo>
                  <a:pt x="175" y="237"/>
                </a:lnTo>
                <a:lnTo>
                  <a:pt x="176" y="236"/>
                </a:lnTo>
                <a:lnTo>
                  <a:pt x="176" y="235"/>
                </a:lnTo>
                <a:lnTo>
                  <a:pt x="176" y="233"/>
                </a:lnTo>
                <a:lnTo>
                  <a:pt x="175" y="233"/>
                </a:lnTo>
                <a:lnTo>
                  <a:pt x="176" y="232"/>
                </a:lnTo>
                <a:lnTo>
                  <a:pt x="176" y="231"/>
                </a:lnTo>
                <a:lnTo>
                  <a:pt x="175" y="230"/>
                </a:lnTo>
                <a:lnTo>
                  <a:pt x="175" y="229"/>
                </a:lnTo>
                <a:lnTo>
                  <a:pt x="174" y="229"/>
                </a:lnTo>
                <a:lnTo>
                  <a:pt x="174" y="228"/>
                </a:lnTo>
                <a:lnTo>
                  <a:pt x="175" y="228"/>
                </a:lnTo>
                <a:lnTo>
                  <a:pt x="176" y="227"/>
                </a:lnTo>
                <a:lnTo>
                  <a:pt x="175" y="226"/>
                </a:lnTo>
                <a:lnTo>
                  <a:pt x="176" y="225"/>
                </a:lnTo>
                <a:lnTo>
                  <a:pt x="177" y="225"/>
                </a:lnTo>
                <a:lnTo>
                  <a:pt x="178" y="224"/>
                </a:lnTo>
                <a:lnTo>
                  <a:pt x="179" y="223"/>
                </a:lnTo>
                <a:lnTo>
                  <a:pt x="179" y="222"/>
                </a:lnTo>
                <a:lnTo>
                  <a:pt x="179" y="221"/>
                </a:lnTo>
                <a:lnTo>
                  <a:pt x="179" y="220"/>
                </a:lnTo>
                <a:lnTo>
                  <a:pt x="179" y="219"/>
                </a:lnTo>
                <a:lnTo>
                  <a:pt x="179" y="218"/>
                </a:lnTo>
                <a:lnTo>
                  <a:pt x="178" y="217"/>
                </a:lnTo>
                <a:lnTo>
                  <a:pt x="178" y="216"/>
                </a:lnTo>
                <a:lnTo>
                  <a:pt x="178" y="215"/>
                </a:lnTo>
                <a:lnTo>
                  <a:pt x="177" y="213"/>
                </a:lnTo>
                <a:lnTo>
                  <a:pt x="176" y="213"/>
                </a:lnTo>
                <a:lnTo>
                  <a:pt x="175" y="213"/>
                </a:lnTo>
                <a:lnTo>
                  <a:pt x="174" y="212"/>
                </a:lnTo>
                <a:lnTo>
                  <a:pt x="174" y="210"/>
                </a:lnTo>
                <a:lnTo>
                  <a:pt x="174" y="209"/>
                </a:lnTo>
                <a:lnTo>
                  <a:pt x="174" y="208"/>
                </a:lnTo>
                <a:lnTo>
                  <a:pt x="173" y="208"/>
                </a:lnTo>
                <a:lnTo>
                  <a:pt x="173" y="207"/>
                </a:lnTo>
                <a:lnTo>
                  <a:pt x="173" y="206"/>
                </a:lnTo>
                <a:lnTo>
                  <a:pt x="173" y="205"/>
                </a:lnTo>
                <a:lnTo>
                  <a:pt x="174" y="204"/>
                </a:lnTo>
                <a:lnTo>
                  <a:pt x="173" y="203"/>
                </a:lnTo>
                <a:lnTo>
                  <a:pt x="172" y="202"/>
                </a:lnTo>
                <a:lnTo>
                  <a:pt x="172" y="201"/>
                </a:lnTo>
                <a:lnTo>
                  <a:pt x="171" y="199"/>
                </a:lnTo>
                <a:lnTo>
                  <a:pt x="171" y="197"/>
                </a:lnTo>
                <a:lnTo>
                  <a:pt x="171" y="196"/>
                </a:lnTo>
                <a:lnTo>
                  <a:pt x="170" y="195"/>
                </a:lnTo>
                <a:lnTo>
                  <a:pt x="169" y="195"/>
                </a:lnTo>
                <a:lnTo>
                  <a:pt x="169" y="194"/>
                </a:lnTo>
                <a:lnTo>
                  <a:pt x="168" y="193"/>
                </a:lnTo>
                <a:lnTo>
                  <a:pt x="168" y="192"/>
                </a:lnTo>
                <a:lnTo>
                  <a:pt x="167" y="191"/>
                </a:lnTo>
                <a:lnTo>
                  <a:pt x="166" y="191"/>
                </a:lnTo>
                <a:lnTo>
                  <a:pt x="165" y="191"/>
                </a:lnTo>
                <a:lnTo>
                  <a:pt x="165" y="192"/>
                </a:lnTo>
                <a:lnTo>
                  <a:pt x="165" y="193"/>
                </a:lnTo>
                <a:lnTo>
                  <a:pt x="164" y="194"/>
                </a:lnTo>
                <a:lnTo>
                  <a:pt x="164" y="195"/>
                </a:lnTo>
                <a:lnTo>
                  <a:pt x="163" y="196"/>
                </a:lnTo>
                <a:lnTo>
                  <a:pt x="162" y="196"/>
                </a:lnTo>
                <a:lnTo>
                  <a:pt x="162" y="195"/>
                </a:lnTo>
                <a:lnTo>
                  <a:pt x="161" y="195"/>
                </a:lnTo>
                <a:lnTo>
                  <a:pt x="160" y="195"/>
                </a:lnTo>
                <a:lnTo>
                  <a:pt x="158" y="195"/>
                </a:lnTo>
                <a:lnTo>
                  <a:pt x="157" y="195"/>
                </a:lnTo>
                <a:lnTo>
                  <a:pt x="156" y="194"/>
                </a:lnTo>
                <a:lnTo>
                  <a:pt x="155" y="194"/>
                </a:lnTo>
                <a:lnTo>
                  <a:pt x="155" y="193"/>
                </a:lnTo>
                <a:lnTo>
                  <a:pt x="155" y="192"/>
                </a:lnTo>
                <a:lnTo>
                  <a:pt x="155" y="191"/>
                </a:lnTo>
                <a:lnTo>
                  <a:pt x="155" y="190"/>
                </a:lnTo>
                <a:lnTo>
                  <a:pt x="156" y="189"/>
                </a:lnTo>
                <a:lnTo>
                  <a:pt x="156" y="188"/>
                </a:lnTo>
                <a:lnTo>
                  <a:pt x="155" y="188"/>
                </a:lnTo>
                <a:lnTo>
                  <a:pt x="156" y="187"/>
                </a:lnTo>
                <a:lnTo>
                  <a:pt x="155" y="186"/>
                </a:lnTo>
                <a:lnTo>
                  <a:pt x="155" y="185"/>
                </a:lnTo>
                <a:lnTo>
                  <a:pt x="155" y="184"/>
                </a:lnTo>
                <a:lnTo>
                  <a:pt x="154" y="184"/>
                </a:lnTo>
                <a:lnTo>
                  <a:pt x="154" y="185"/>
                </a:lnTo>
                <a:lnTo>
                  <a:pt x="153" y="184"/>
                </a:lnTo>
                <a:lnTo>
                  <a:pt x="154" y="184"/>
                </a:lnTo>
                <a:lnTo>
                  <a:pt x="154" y="183"/>
                </a:lnTo>
                <a:lnTo>
                  <a:pt x="153" y="182"/>
                </a:lnTo>
                <a:lnTo>
                  <a:pt x="152" y="182"/>
                </a:lnTo>
                <a:lnTo>
                  <a:pt x="152" y="181"/>
                </a:lnTo>
                <a:lnTo>
                  <a:pt x="151" y="180"/>
                </a:lnTo>
                <a:lnTo>
                  <a:pt x="152" y="179"/>
                </a:lnTo>
                <a:lnTo>
                  <a:pt x="153" y="179"/>
                </a:lnTo>
                <a:lnTo>
                  <a:pt x="154" y="179"/>
                </a:lnTo>
                <a:lnTo>
                  <a:pt x="154" y="178"/>
                </a:lnTo>
                <a:lnTo>
                  <a:pt x="154" y="177"/>
                </a:lnTo>
                <a:lnTo>
                  <a:pt x="154" y="176"/>
                </a:lnTo>
                <a:lnTo>
                  <a:pt x="153" y="175"/>
                </a:lnTo>
                <a:lnTo>
                  <a:pt x="154" y="173"/>
                </a:lnTo>
                <a:lnTo>
                  <a:pt x="155" y="172"/>
                </a:lnTo>
                <a:lnTo>
                  <a:pt x="156" y="172"/>
                </a:lnTo>
                <a:lnTo>
                  <a:pt x="156" y="171"/>
                </a:lnTo>
                <a:lnTo>
                  <a:pt x="157" y="171"/>
                </a:lnTo>
                <a:lnTo>
                  <a:pt x="158" y="170"/>
                </a:lnTo>
                <a:lnTo>
                  <a:pt x="159" y="170"/>
                </a:lnTo>
                <a:lnTo>
                  <a:pt x="161" y="171"/>
                </a:lnTo>
                <a:lnTo>
                  <a:pt x="162" y="172"/>
                </a:lnTo>
                <a:lnTo>
                  <a:pt x="162" y="173"/>
                </a:lnTo>
                <a:lnTo>
                  <a:pt x="163" y="174"/>
                </a:lnTo>
                <a:lnTo>
                  <a:pt x="164" y="174"/>
                </a:lnTo>
                <a:lnTo>
                  <a:pt x="164" y="175"/>
                </a:lnTo>
                <a:lnTo>
                  <a:pt x="165" y="176"/>
                </a:lnTo>
                <a:lnTo>
                  <a:pt x="166" y="177"/>
                </a:lnTo>
                <a:lnTo>
                  <a:pt x="168" y="178"/>
                </a:lnTo>
                <a:lnTo>
                  <a:pt x="170" y="177"/>
                </a:lnTo>
                <a:lnTo>
                  <a:pt x="170" y="176"/>
                </a:lnTo>
                <a:lnTo>
                  <a:pt x="169" y="176"/>
                </a:lnTo>
                <a:lnTo>
                  <a:pt x="169" y="175"/>
                </a:lnTo>
                <a:lnTo>
                  <a:pt x="170" y="174"/>
                </a:lnTo>
                <a:lnTo>
                  <a:pt x="170" y="173"/>
                </a:lnTo>
                <a:lnTo>
                  <a:pt x="169" y="173"/>
                </a:lnTo>
                <a:lnTo>
                  <a:pt x="169" y="172"/>
                </a:lnTo>
                <a:lnTo>
                  <a:pt x="168" y="172"/>
                </a:lnTo>
                <a:lnTo>
                  <a:pt x="168" y="171"/>
                </a:lnTo>
                <a:lnTo>
                  <a:pt x="168" y="170"/>
                </a:lnTo>
                <a:lnTo>
                  <a:pt x="167" y="170"/>
                </a:lnTo>
                <a:lnTo>
                  <a:pt x="166" y="170"/>
                </a:lnTo>
                <a:lnTo>
                  <a:pt x="167" y="168"/>
                </a:lnTo>
                <a:lnTo>
                  <a:pt x="168" y="167"/>
                </a:lnTo>
                <a:lnTo>
                  <a:pt x="168" y="166"/>
                </a:lnTo>
                <a:lnTo>
                  <a:pt x="169" y="166"/>
                </a:lnTo>
                <a:lnTo>
                  <a:pt x="169" y="165"/>
                </a:lnTo>
                <a:lnTo>
                  <a:pt x="170" y="164"/>
                </a:lnTo>
                <a:lnTo>
                  <a:pt x="171" y="164"/>
                </a:lnTo>
                <a:lnTo>
                  <a:pt x="172" y="164"/>
                </a:lnTo>
                <a:lnTo>
                  <a:pt x="173" y="165"/>
                </a:lnTo>
                <a:lnTo>
                  <a:pt x="174" y="164"/>
                </a:lnTo>
                <a:lnTo>
                  <a:pt x="175" y="164"/>
                </a:lnTo>
                <a:lnTo>
                  <a:pt x="175" y="165"/>
                </a:lnTo>
                <a:lnTo>
                  <a:pt x="176" y="165"/>
                </a:lnTo>
                <a:lnTo>
                  <a:pt x="177" y="165"/>
                </a:lnTo>
                <a:lnTo>
                  <a:pt x="178" y="165"/>
                </a:lnTo>
                <a:lnTo>
                  <a:pt x="179" y="166"/>
                </a:lnTo>
                <a:lnTo>
                  <a:pt x="180" y="166"/>
                </a:lnTo>
                <a:lnTo>
                  <a:pt x="181" y="166"/>
                </a:lnTo>
                <a:lnTo>
                  <a:pt x="182" y="166"/>
                </a:lnTo>
                <a:lnTo>
                  <a:pt x="182" y="165"/>
                </a:lnTo>
                <a:lnTo>
                  <a:pt x="184" y="164"/>
                </a:lnTo>
                <a:lnTo>
                  <a:pt x="185" y="164"/>
                </a:lnTo>
                <a:lnTo>
                  <a:pt x="186" y="164"/>
                </a:lnTo>
                <a:lnTo>
                  <a:pt x="186" y="163"/>
                </a:lnTo>
                <a:lnTo>
                  <a:pt x="185" y="163"/>
                </a:lnTo>
                <a:lnTo>
                  <a:pt x="185" y="162"/>
                </a:lnTo>
                <a:lnTo>
                  <a:pt x="186" y="162"/>
                </a:lnTo>
                <a:lnTo>
                  <a:pt x="186" y="161"/>
                </a:lnTo>
                <a:lnTo>
                  <a:pt x="185" y="161"/>
                </a:lnTo>
                <a:lnTo>
                  <a:pt x="185" y="159"/>
                </a:lnTo>
                <a:lnTo>
                  <a:pt x="185" y="157"/>
                </a:lnTo>
                <a:lnTo>
                  <a:pt x="186" y="157"/>
                </a:lnTo>
                <a:lnTo>
                  <a:pt x="186" y="158"/>
                </a:lnTo>
                <a:lnTo>
                  <a:pt x="187" y="158"/>
                </a:lnTo>
                <a:lnTo>
                  <a:pt x="187" y="157"/>
                </a:lnTo>
                <a:lnTo>
                  <a:pt x="188" y="157"/>
                </a:lnTo>
                <a:lnTo>
                  <a:pt x="189" y="156"/>
                </a:lnTo>
                <a:lnTo>
                  <a:pt x="189" y="157"/>
                </a:lnTo>
                <a:lnTo>
                  <a:pt x="190" y="156"/>
                </a:lnTo>
                <a:lnTo>
                  <a:pt x="191" y="156"/>
                </a:lnTo>
                <a:lnTo>
                  <a:pt x="191" y="157"/>
                </a:lnTo>
                <a:lnTo>
                  <a:pt x="192" y="156"/>
                </a:lnTo>
                <a:lnTo>
                  <a:pt x="192" y="155"/>
                </a:lnTo>
                <a:lnTo>
                  <a:pt x="193" y="155"/>
                </a:lnTo>
                <a:lnTo>
                  <a:pt x="193" y="154"/>
                </a:lnTo>
                <a:lnTo>
                  <a:pt x="194" y="154"/>
                </a:lnTo>
                <a:lnTo>
                  <a:pt x="195" y="154"/>
                </a:lnTo>
                <a:lnTo>
                  <a:pt x="195" y="152"/>
                </a:lnTo>
                <a:lnTo>
                  <a:pt x="195" y="151"/>
                </a:lnTo>
                <a:lnTo>
                  <a:pt x="197" y="150"/>
                </a:lnTo>
                <a:lnTo>
                  <a:pt x="197" y="149"/>
                </a:lnTo>
                <a:lnTo>
                  <a:pt x="198" y="149"/>
                </a:lnTo>
                <a:lnTo>
                  <a:pt x="197" y="149"/>
                </a:lnTo>
                <a:lnTo>
                  <a:pt x="197" y="148"/>
                </a:lnTo>
                <a:lnTo>
                  <a:pt x="196" y="146"/>
                </a:lnTo>
                <a:lnTo>
                  <a:pt x="197" y="146"/>
                </a:lnTo>
                <a:lnTo>
                  <a:pt x="197" y="145"/>
                </a:lnTo>
                <a:lnTo>
                  <a:pt x="198" y="146"/>
                </a:lnTo>
                <a:lnTo>
                  <a:pt x="199" y="146"/>
                </a:lnTo>
                <a:lnTo>
                  <a:pt x="200" y="146"/>
                </a:lnTo>
                <a:lnTo>
                  <a:pt x="200" y="145"/>
                </a:lnTo>
                <a:lnTo>
                  <a:pt x="201" y="144"/>
                </a:lnTo>
                <a:lnTo>
                  <a:pt x="202" y="143"/>
                </a:lnTo>
                <a:lnTo>
                  <a:pt x="201" y="142"/>
                </a:lnTo>
                <a:lnTo>
                  <a:pt x="201" y="141"/>
                </a:lnTo>
                <a:lnTo>
                  <a:pt x="200" y="140"/>
                </a:lnTo>
                <a:lnTo>
                  <a:pt x="199" y="138"/>
                </a:lnTo>
                <a:lnTo>
                  <a:pt x="200" y="137"/>
                </a:lnTo>
                <a:lnTo>
                  <a:pt x="199" y="136"/>
                </a:lnTo>
                <a:lnTo>
                  <a:pt x="200" y="135"/>
                </a:lnTo>
                <a:lnTo>
                  <a:pt x="200" y="133"/>
                </a:lnTo>
                <a:lnTo>
                  <a:pt x="200" y="132"/>
                </a:lnTo>
                <a:lnTo>
                  <a:pt x="199" y="131"/>
                </a:lnTo>
                <a:lnTo>
                  <a:pt x="197" y="129"/>
                </a:lnTo>
                <a:lnTo>
                  <a:pt x="197" y="130"/>
                </a:lnTo>
                <a:lnTo>
                  <a:pt x="196" y="130"/>
                </a:lnTo>
                <a:lnTo>
                  <a:pt x="195" y="129"/>
                </a:lnTo>
                <a:lnTo>
                  <a:pt x="194" y="129"/>
                </a:lnTo>
                <a:lnTo>
                  <a:pt x="195" y="128"/>
                </a:lnTo>
                <a:lnTo>
                  <a:pt x="195" y="127"/>
                </a:lnTo>
                <a:lnTo>
                  <a:pt x="194" y="127"/>
                </a:lnTo>
                <a:lnTo>
                  <a:pt x="195" y="126"/>
                </a:lnTo>
                <a:lnTo>
                  <a:pt x="195" y="125"/>
                </a:lnTo>
                <a:lnTo>
                  <a:pt x="194" y="125"/>
                </a:lnTo>
                <a:lnTo>
                  <a:pt x="194" y="124"/>
                </a:lnTo>
                <a:lnTo>
                  <a:pt x="197" y="124"/>
                </a:lnTo>
                <a:lnTo>
                  <a:pt x="198" y="124"/>
                </a:lnTo>
                <a:lnTo>
                  <a:pt x="199" y="123"/>
                </a:lnTo>
                <a:lnTo>
                  <a:pt x="200" y="121"/>
                </a:lnTo>
                <a:lnTo>
                  <a:pt x="200" y="120"/>
                </a:lnTo>
                <a:lnTo>
                  <a:pt x="200" y="119"/>
                </a:lnTo>
                <a:lnTo>
                  <a:pt x="201" y="118"/>
                </a:lnTo>
                <a:lnTo>
                  <a:pt x="202" y="118"/>
                </a:lnTo>
                <a:lnTo>
                  <a:pt x="203" y="119"/>
                </a:lnTo>
                <a:lnTo>
                  <a:pt x="204" y="120"/>
                </a:lnTo>
                <a:lnTo>
                  <a:pt x="204" y="122"/>
                </a:lnTo>
                <a:lnTo>
                  <a:pt x="204" y="123"/>
                </a:lnTo>
                <a:lnTo>
                  <a:pt x="205" y="124"/>
                </a:lnTo>
                <a:lnTo>
                  <a:pt x="204" y="124"/>
                </a:lnTo>
                <a:lnTo>
                  <a:pt x="204" y="125"/>
                </a:lnTo>
                <a:lnTo>
                  <a:pt x="205" y="125"/>
                </a:lnTo>
                <a:lnTo>
                  <a:pt x="206" y="126"/>
                </a:lnTo>
                <a:lnTo>
                  <a:pt x="207" y="126"/>
                </a:lnTo>
                <a:lnTo>
                  <a:pt x="208" y="125"/>
                </a:lnTo>
                <a:lnTo>
                  <a:pt x="208" y="124"/>
                </a:lnTo>
                <a:lnTo>
                  <a:pt x="208" y="123"/>
                </a:lnTo>
                <a:lnTo>
                  <a:pt x="209" y="121"/>
                </a:lnTo>
                <a:lnTo>
                  <a:pt x="209" y="120"/>
                </a:lnTo>
                <a:lnTo>
                  <a:pt x="210" y="120"/>
                </a:lnTo>
                <a:lnTo>
                  <a:pt x="211" y="119"/>
                </a:lnTo>
                <a:lnTo>
                  <a:pt x="212" y="119"/>
                </a:lnTo>
                <a:lnTo>
                  <a:pt x="213" y="119"/>
                </a:lnTo>
                <a:lnTo>
                  <a:pt x="214" y="118"/>
                </a:lnTo>
                <a:lnTo>
                  <a:pt x="215" y="117"/>
                </a:lnTo>
                <a:lnTo>
                  <a:pt x="216" y="117"/>
                </a:lnTo>
                <a:lnTo>
                  <a:pt x="217" y="117"/>
                </a:lnTo>
                <a:lnTo>
                  <a:pt x="217" y="116"/>
                </a:lnTo>
                <a:lnTo>
                  <a:pt x="218" y="115"/>
                </a:lnTo>
                <a:lnTo>
                  <a:pt x="219" y="115"/>
                </a:lnTo>
                <a:lnTo>
                  <a:pt x="220" y="113"/>
                </a:lnTo>
                <a:lnTo>
                  <a:pt x="220" y="112"/>
                </a:lnTo>
                <a:lnTo>
                  <a:pt x="220" y="111"/>
                </a:lnTo>
                <a:lnTo>
                  <a:pt x="221" y="111"/>
                </a:lnTo>
                <a:lnTo>
                  <a:pt x="221" y="110"/>
                </a:lnTo>
                <a:lnTo>
                  <a:pt x="222" y="110"/>
                </a:lnTo>
                <a:lnTo>
                  <a:pt x="222" y="109"/>
                </a:lnTo>
                <a:lnTo>
                  <a:pt x="222" y="108"/>
                </a:lnTo>
                <a:lnTo>
                  <a:pt x="223" y="108"/>
                </a:lnTo>
                <a:lnTo>
                  <a:pt x="223" y="107"/>
                </a:lnTo>
                <a:lnTo>
                  <a:pt x="224" y="107"/>
                </a:lnTo>
                <a:lnTo>
                  <a:pt x="223" y="107"/>
                </a:lnTo>
                <a:lnTo>
                  <a:pt x="224" y="106"/>
                </a:lnTo>
                <a:lnTo>
                  <a:pt x="225" y="106"/>
                </a:lnTo>
                <a:lnTo>
                  <a:pt x="225" y="107"/>
                </a:lnTo>
                <a:lnTo>
                  <a:pt x="226" y="107"/>
                </a:lnTo>
                <a:lnTo>
                  <a:pt x="227" y="108"/>
                </a:lnTo>
                <a:lnTo>
                  <a:pt x="228" y="108"/>
                </a:lnTo>
                <a:lnTo>
                  <a:pt x="228" y="107"/>
                </a:lnTo>
                <a:lnTo>
                  <a:pt x="229" y="106"/>
                </a:lnTo>
                <a:lnTo>
                  <a:pt x="231" y="104"/>
                </a:lnTo>
                <a:lnTo>
                  <a:pt x="232" y="103"/>
                </a:lnTo>
                <a:lnTo>
                  <a:pt x="232" y="102"/>
                </a:lnTo>
                <a:lnTo>
                  <a:pt x="233" y="102"/>
                </a:lnTo>
                <a:lnTo>
                  <a:pt x="233" y="101"/>
                </a:lnTo>
                <a:lnTo>
                  <a:pt x="233" y="100"/>
                </a:lnTo>
                <a:lnTo>
                  <a:pt x="233" y="99"/>
                </a:lnTo>
                <a:lnTo>
                  <a:pt x="233" y="98"/>
                </a:lnTo>
                <a:lnTo>
                  <a:pt x="234" y="97"/>
                </a:lnTo>
                <a:lnTo>
                  <a:pt x="234" y="96"/>
                </a:lnTo>
                <a:lnTo>
                  <a:pt x="235" y="96"/>
                </a:lnTo>
                <a:lnTo>
                  <a:pt x="236" y="96"/>
                </a:lnTo>
                <a:lnTo>
                  <a:pt x="236" y="97"/>
                </a:lnTo>
                <a:lnTo>
                  <a:pt x="236" y="98"/>
                </a:lnTo>
                <a:lnTo>
                  <a:pt x="237" y="98"/>
                </a:lnTo>
                <a:lnTo>
                  <a:pt x="238" y="98"/>
                </a:lnTo>
                <a:lnTo>
                  <a:pt x="239" y="98"/>
                </a:lnTo>
                <a:lnTo>
                  <a:pt x="240" y="98"/>
                </a:lnTo>
                <a:lnTo>
                  <a:pt x="241" y="98"/>
                </a:lnTo>
                <a:lnTo>
                  <a:pt x="241" y="99"/>
                </a:lnTo>
                <a:lnTo>
                  <a:pt x="242" y="99"/>
                </a:lnTo>
                <a:lnTo>
                  <a:pt x="242" y="100"/>
                </a:lnTo>
                <a:lnTo>
                  <a:pt x="243" y="100"/>
                </a:lnTo>
                <a:lnTo>
                  <a:pt x="243" y="102"/>
                </a:lnTo>
                <a:lnTo>
                  <a:pt x="242" y="102"/>
                </a:lnTo>
                <a:lnTo>
                  <a:pt x="242" y="103"/>
                </a:lnTo>
                <a:lnTo>
                  <a:pt x="243" y="104"/>
                </a:lnTo>
                <a:lnTo>
                  <a:pt x="243" y="105"/>
                </a:lnTo>
                <a:lnTo>
                  <a:pt x="244" y="105"/>
                </a:lnTo>
                <a:lnTo>
                  <a:pt x="245" y="104"/>
                </a:lnTo>
                <a:lnTo>
                  <a:pt x="245" y="103"/>
                </a:lnTo>
                <a:lnTo>
                  <a:pt x="246" y="102"/>
                </a:lnTo>
                <a:lnTo>
                  <a:pt x="247" y="102"/>
                </a:lnTo>
                <a:lnTo>
                  <a:pt x="247" y="103"/>
                </a:lnTo>
                <a:lnTo>
                  <a:pt x="247" y="104"/>
                </a:lnTo>
                <a:lnTo>
                  <a:pt x="248" y="105"/>
                </a:lnTo>
                <a:lnTo>
                  <a:pt x="247" y="106"/>
                </a:lnTo>
                <a:lnTo>
                  <a:pt x="248" y="107"/>
                </a:lnTo>
                <a:lnTo>
                  <a:pt x="248" y="108"/>
                </a:lnTo>
                <a:lnTo>
                  <a:pt x="248" y="109"/>
                </a:lnTo>
                <a:lnTo>
                  <a:pt x="247" y="109"/>
                </a:lnTo>
                <a:lnTo>
                  <a:pt x="248" y="111"/>
                </a:lnTo>
                <a:lnTo>
                  <a:pt x="249" y="111"/>
                </a:lnTo>
                <a:lnTo>
                  <a:pt x="250" y="111"/>
                </a:lnTo>
                <a:lnTo>
                  <a:pt x="250" y="112"/>
                </a:lnTo>
                <a:lnTo>
                  <a:pt x="251" y="113"/>
                </a:lnTo>
                <a:lnTo>
                  <a:pt x="252" y="114"/>
                </a:lnTo>
                <a:lnTo>
                  <a:pt x="252" y="116"/>
                </a:lnTo>
                <a:lnTo>
                  <a:pt x="252" y="117"/>
                </a:lnTo>
                <a:lnTo>
                  <a:pt x="253" y="118"/>
                </a:lnTo>
                <a:lnTo>
                  <a:pt x="254" y="118"/>
                </a:lnTo>
                <a:lnTo>
                  <a:pt x="255" y="118"/>
                </a:lnTo>
                <a:lnTo>
                  <a:pt x="256" y="118"/>
                </a:lnTo>
                <a:lnTo>
                  <a:pt x="256" y="119"/>
                </a:lnTo>
                <a:lnTo>
                  <a:pt x="257" y="119"/>
                </a:lnTo>
                <a:lnTo>
                  <a:pt x="258" y="119"/>
                </a:lnTo>
                <a:lnTo>
                  <a:pt x="259" y="119"/>
                </a:lnTo>
                <a:lnTo>
                  <a:pt x="261" y="120"/>
                </a:lnTo>
                <a:lnTo>
                  <a:pt x="261" y="121"/>
                </a:lnTo>
                <a:lnTo>
                  <a:pt x="262" y="121"/>
                </a:lnTo>
                <a:lnTo>
                  <a:pt x="263" y="121"/>
                </a:lnTo>
                <a:lnTo>
                  <a:pt x="264" y="121"/>
                </a:lnTo>
                <a:lnTo>
                  <a:pt x="264" y="122"/>
                </a:lnTo>
                <a:lnTo>
                  <a:pt x="265" y="122"/>
                </a:lnTo>
                <a:lnTo>
                  <a:pt x="265" y="124"/>
                </a:lnTo>
                <a:lnTo>
                  <a:pt x="266" y="124"/>
                </a:lnTo>
                <a:lnTo>
                  <a:pt x="266" y="125"/>
                </a:lnTo>
                <a:lnTo>
                  <a:pt x="267" y="125"/>
                </a:lnTo>
                <a:lnTo>
                  <a:pt x="268" y="124"/>
                </a:lnTo>
                <a:lnTo>
                  <a:pt x="269" y="124"/>
                </a:lnTo>
                <a:lnTo>
                  <a:pt x="270" y="124"/>
                </a:lnTo>
                <a:lnTo>
                  <a:pt x="270" y="123"/>
                </a:lnTo>
                <a:lnTo>
                  <a:pt x="271" y="122"/>
                </a:lnTo>
                <a:lnTo>
                  <a:pt x="271" y="123"/>
                </a:lnTo>
                <a:lnTo>
                  <a:pt x="272" y="123"/>
                </a:lnTo>
                <a:lnTo>
                  <a:pt x="272" y="124"/>
                </a:lnTo>
                <a:lnTo>
                  <a:pt x="273" y="125"/>
                </a:lnTo>
                <a:lnTo>
                  <a:pt x="274" y="126"/>
                </a:lnTo>
                <a:lnTo>
                  <a:pt x="275" y="127"/>
                </a:lnTo>
                <a:lnTo>
                  <a:pt x="276" y="127"/>
                </a:lnTo>
                <a:lnTo>
                  <a:pt x="277" y="128"/>
                </a:lnTo>
                <a:lnTo>
                  <a:pt x="277" y="129"/>
                </a:lnTo>
                <a:lnTo>
                  <a:pt x="278" y="128"/>
                </a:lnTo>
                <a:lnTo>
                  <a:pt x="279" y="128"/>
                </a:lnTo>
                <a:lnTo>
                  <a:pt x="279" y="127"/>
                </a:lnTo>
                <a:lnTo>
                  <a:pt x="280" y="126"/>
                </a:lnTo>
                <a:lnTo>
                  <a:pt x="280" y="125"/>
                </a:lnTo>
                <a:lnTo>
                  <a:pt x="282" y="125"/>
                </a:lnTo>
                <a:lnTo>
                  <a:pt x="282" y="124"/>
                </a:lnTo>
                <a:lnTo>
                  <a:pt x="282" y="122"/>
                </a:lnTo>
                <a:lnTo>
                  <a:pt x="284" y="121"/>
                </a:lnTo>
                <a:lnTo>
                  <a:pt x="285" y="121"/>
                </a:lnTo>
                <a:lnTo>
                  <a:pt x="285" y="120"/>
                </a:lnTo>
                <a:lnTo>
                  <a:pt x="285" y="119"/>
                </a:lnTo>
                <a:lnTo>
                  <a:pt x="285" y="118"/>
                </a:lnTo>
                <a:lnTo>
                  <a:pt x="286" y="117"/>
                </a:lnTo>
                <a:lnTo>
                  <a:pt x="286" y="116"/>
                </a:lnTo>
                <a:lnTo>
                  <a:pt x="285" y="115"/>
                </a:lnTo>
                <a:lnTo>
                  <a:pt x="285" y="114"/>
                </a:lnTo>
                <a:lnTo>
                  <a:pt x="285" y="113"/>
                </a:lnTo>
                <a:lnTo>
                  <a:pt x="286" y="113"/>
                </a:lnTo>
                <a:lnTo>
                  <a:pt x="286" y="112"/>
                </a:lnTo>
                <a:lnTo>
                  <a:pt x="286" y="111"/>
                </a:lnTo>
                <a:lnTo>
                  <a:pt x="286" y="110"/>
                </a:lnTo>
                <a:lnTo>
                  <a:pt x="285" y="109"/>
                </a:lnTo>
                <a:lnTo>
                  <a:pt x="285" y="108"/>
                </a:lnTo>
                <a:lnTo>
                  <a:pt x="285" y="107"/>
                </a:lnTo>
                <a:lnTo>
                  <a:pt x="286" y="107"/>
                </a:lnTo>
                <a:lnTo>
                  <a:pt x="287" y="107"/>
                </a:lnTo>
                <a:lnTo>
                  <a:pt x="287" y="106"/>
                </a:lnTo>
                <a:lnTo>
                  <a:pt x="288" y="105"/>
                </a:lnTo>
                <a:lnTo>
                  <a:pt x="288" y="104"/>
                </a:lnTo>
                <a:lnTo>
                  <a:pt x="289" y="104"/>
                </a:lnTo>
                <a:lnTo>
                  <a:pt x="289" y="103"/>
                </a:lnTo>
                <a:lnTo>
                  <a:pt x="289" y="102"/>
                </a:lnTo>
                <a:lnTo>
                  <a:pt x="290" y="102"/>
                </a:lnTo>
                <a:lnTo>
                  <a:pt x="291" y="101"/>
                </a:lnTo>
                <a:lnTo>
                  <a:pt x="292" y="101"/>
                </a:lnTo>
                <a:lnTo>
                  <a:pt x="293" y="100"/>
                </a:lnTo>
                <a:lnTo>
                  <a:pt x="294" y="99"/>
                </a:lnTo>
                <a:lnTo>
                  <a:pt x="295" y="99"/>
                </a:lnTo>
                <a:lnTo>
                  <a:pt x="295" y="98"/>
                </a:lnTo>
                <a:lnTo>
                  <a:pt x="296" y="97"/>
                </a:lnTo>
                <a:lnTo>
                  <a:pt x="296" y="96"/>
                </a:lnTo>
                <a:lnTo>
                  <a:pt x="297" y="96"/>
                </a:lnTo>
                <a:lnTo>
                  <a:pt x="298" y="97"/>
                </a:lnTo>
                <a:lnTo>
                  <a:pt x="298" y="98"/>
                </a:lnTo>
                <a:lnTo>
                  <a:pt x="299" y="97"/>
                </a:lnTo>
                <a:lnTo>
                  <a:pt x="300" y="97"/>
                </a:lnTo>
                <a:lnTo>
                  <a:pt x="301" y="96"/>
                </a:lnTo>
                <a:lnTo>
                  <a:pt x="301" y="95"/>
                </a:lnTo>
                <a:lnTo>
                  <a:pt x="302" y="95"/>
                </a:lnTo>
                <a:lnTo>
                  <a:pt x="303" y="95"/>
                </a:lnTo>
                <a:lnTo>
                  <a:pt x="304" y="95"/>
                </a:lnTo>
                <a:lnTo>
                  <a:pt x="304" y="94"/>
                </a:lnTo>
                <a:lnTo>
                  <a:pt x="305" y="94"/>
                </a:lnTo>
                <a:lnTo>
                  <a:pt x="306" y="94"/>
                </a:lnTo>
                <a:lnTo>
                  <a:pt x="307" y="92"/>
                </a:lnTo>
                <a:lnTo>
                  <a:pt x="307" y="91"/>
                </a:lnTo>
                <a:lnTo>
                  <a:pt x="308" y="91"/>
                </a:lnTo>
                <a:lnTo>
                  <a:pt x="308" y="90"/>
                </a:lnTo>
                <a:lnTo>
                  <a:pt x="309" y="90"/>
                </a:lnTo>
                <a:lnTo>
                  <a:pt x="310" y="89"/>
                </a:lnTo>
                <a:lnTo>
                  <a:pt x="310" y="88"/>
                </a:lnTo>
                <a:lnTo>
                  <a:pt x="311" y="88"/>
                </a:lnTo>
                <a:lnTo>
                  <a:pt x="313" y="89"/>
                </a:lnTo>
                <a:lnTo>
                  <a:pt x="314" y="89"/>
                </a:lnTo>
                <a:lnTo>
                  <a:pt x="315" y="90"/>
                </a:lnTo>
                <a:lnTo>
                  <a:pt x="316" y="89"/>
                </a:lnTo>
                <a:lnTo>
                  <a:pt x="317" y="89"/>
                </a:lnTo>
                <a:lnTo>
                  <a:pt x="318" y="89"/>
                </a:lnTo>
                <a:lnTo>
                  <a:pt x="319" y="87"/>
                </a:lnTo>
                <a:lnTo>
                  <a:pt x="319" y="86"/>
                </a:lnTo>
                <a:lnTo>
                  <a:pt x="319" y="85"/>
                </a:lnTo>
                <a:lnTo>
                  <a:pt x="320" y="84"/>
                </a:lnTo>
                <a:lnTo>
                  <a:pt x="320" y="83"/>
                </a:lnTo>
                <a:lnTo>
                  <a:pt x="320" y="84"/>
                </a:lnTo>
                <a:lnTo>
                  <a:pt x="321" y="84"/>
                </a:lnTo>
                <a:lnTo>
                  <a:pt x="321" y="85"/>
                </a:lnTo>
                <a:lnTo>
                  <a:pt x="322" y="85"/>
                </a:lnTo>
                <a:lnTo>
                  <a:pt x="323" y="85"/>
                </a:lnTo>
                <a:lnTo>
                  <a:pt x="324" y="85"/>
                </a:lnTo>
                <a:lnTo>
                  <a:pt x="324" y="84"/>
                </a:lnTo>
                <a:lnTo>
                  <a:pt x="325" y="84"/>
                </a:lnTo>
                <a:lnTo>
                  <a:pt x="326" y="84"/>
                </a:lnTo>
                <a:lnTo>
                  <a:pt x="326" y="83"/>
                </a:lnTo>
                <a:lnTo>
                  <a:pt x="327" y="83"/>
                </a:lnTo>
                <a:lnTo>
                  <a:pt x="328" y="85"/>
                </a:lnTo>
                <a:lnTo>
                  <a:pt x="329" y="85"/>
                </a:lnTo>
                <a:lnTo>
                  <a:pt x="330" y="84"/>
                </a:lnTo>
                <a:lnTo>
                  <a:pt x="331" y="84"/>
                </a:lnTo>
                <a:lnTo>
                  <a:pt x="332" y="84"/>
                </a:lnTo>
                <a:lnTo>
                  <a:pt x="333" y="84"/>
                </a:lnTo>
                <a:lnTo>
                  <a:pt x="333" y="85"/>
                </a:lnTo>
                <a:lnTo>
                  <a:pt x="334" y="86"/>
                </a:lnTo>
                <a:lnTo>
                  <a:pt x="334" y="87"/>
                </a:lnTo>
                <a:lnTo>
                  <a:pt x="335" y="86"/>
                </a:lnTo>
                <a:lnTo>
                  <a:pt x="335" y="87"/>
                </a:lnTo>
                <a:lnTo>
                  <a:pt x="336" y="87"/>
                </a:lnTo>
                <a:lnTo>
                  <a:pt x="337" y="87"/>
                </a:lnTo>
                <a:lnTo>
                  <a:pt x="337" y="86"/>
                </a:lnTo>
                <a:lnTo>
                  <a:pt x="338" y="86"/>
                </a:lnTo>
                <a:lnTo>
                  <a:pt x="338" y="85"/>
                </a:lnTo>
                <a:lnTo>
                  <a:pt x="337" y="83"/>
                </a:lnTo>
                <a:lnTo>
                  <a:pt x="337" y="82"/>
                </a:lnTo>
                <a:lnTo>
                  <a:pt x="337" y="81"/>
                </a:lnTo>
                <a:lnTo>
                  <a:pt x="337" y="80"/>
                </a:lnTo>
                <a:lnTo>
                  <a:pt x="337" y="78"/>
                </a:lnTo>
                <a:lnTo>
                  <a:pt x="338" y="78"/>
                </a:lnTo>
                <a:lnTo>
                  <a:pt x="338" y="77"/>
                </a:lnTo>
                <a:lnTo>
                  <a:pt x="338" y="76"/>
                </a:lnTo>
                <a:lnTo>
                  <a:pt x="339" y="76"/>
                </a:lnTo>
                <a:lnTo>
                  <a:pt x="340" y="76"/>
                </a:lnTo>
                <a:lnTo>
                  <a:pt x="342" y="76"/>
                </a:lnTo>
                <a:lnTo>
                  <a:pt x="343" y="75"/>
                </a:lnTo>
                <a:lnTo>
                  <a:pt x="342" y="75"/>
                </a:lnTo>
                <a:lnTo>
                  <a:pt x="342" y="74"/>
                </a:lnTo>
                <a:lnTo>
                  <a:pt x="342" y="73"/>
                </a:lnTo>
                <a:lnTo>
                  <a:pt x="341" y="73"/>
                </a:lnTo>
                <a:lnTo>
                  <a:pt x="341" y="72"/>
                </a:lnTo>
                <a:lnTo>
                  <a:pt x="341" y="70"/>
                </a:lnTo>
                <a:lnTo>
                  <a:pt x="341" y="69"/>
                </a:lnTo>
                <a:lnTo>
                  <a:pt x="342" y="69"/>
                </a:lnTo>
                <a:lnTo>
                  <a:pt x="343" y="68"/>
                </a:lnTo>
                <a:lnTo>
                  <a:pt x="343" y="67"/>
                </a:lnTo>
                <a:lnTo>
                  <a:pt x="344" y="67"/>
                </a:lnTo>
                <a:lnTo>
                  <a:pt x="345" y="66"/>
                </a:lnTo>
                <a:lnTo>
                  <a:pt x="346" y="65"/>
                </a:lnTo>
                <a:lnTo>
                  <a:pt x="347" y="66"/>
                </a:lnTo>
                <a:lnTo>
                  <a:pt x="348" y="66"/>
                </a:lnTo>
                <a:lnTo>
                  <a:pt x="349" y="66"/>
                </a:lnTo>
                <a:lnTo>
                  <a:pt x="350" y="67"/>
                </a:lnTo>
                <a:lnTo>
                  <a:pt x="351" y="67"/>
                </a:lnTo>
                <a:lnTo>
                  <a:pt x="352" y="67"/>
                </a:lnTo>
                <a:lnTo>
                  <a:pt x="353" y="67"/>
                </a:lnTo>
                <a:lnTo>
                  <a:pt x="354" y="67"/>
                </a:lnTo>
                <a:lnTo>
                  <a:pt x="355" y="66"/>
                </a:lnTo>
                <a:lnTo>
                  <a:pt x="356" y="66"/>
                </a:lnTo>
                <a:lnTo>
                  <a:pt x="356" y="65"/>
                </a:lnTo>
                <a:lnTo>
                  <a:pt x="357" y="65"/>
                </a:lnTo>
                <a:lnTo>
                  <a:pt x="358" y="64"/>
                </a:lnTo>
                <a:lnTo>
                  <a:pt x="359" y="64"/>
                </a:lnTo>
                <a:lnTo>
                  <a:pt x="359" y="63"/>
                </a:lnTo>
                <a:lnTo>
                  <a:pt x="360" y="63"/>
                </a:lnTo>
                <a:lnTo>
                  <a:pt x="361" y="62"/>
                </a:lnTo>
                <a:lnTo>
                  <a:pt x="361" y="60"/>
                </a:lnTo>
                <a:lnTo>
                  <a:pt x="362" y="60"/>
                </a:lnTo>
                <a:lnTo>
                  <a:pt x="362" y="61"/>
                </a:lnTo>
                <a:lnTo>
                  <a:pt x="363" y="61"/>
                </a:lnTo>
                <a:lnTo>
                  <a:pt x="363" y="62"/>
                </a:lnTo>
                <a:lnTo>
                  <a:pt x="364" y="62"/>
                </a:lnTo>
                <a:lnTo>
                  <a:pt x="364" y="61"/>
                </a:lnTo>
                <a:lnTo>
                  <a:pt x="364" y="60"/>
                </a:lnTo>
                <a:lnTo>
                  <a:pt x="365" y="60"/>
                </a:lnTo>
                <a:lnTo>
                  <a:pt x="365" y="59"/>
                </a:lnTo>
                <a:lnTo>
                  <a:pt x="366" y="59"/>
                </a:lnTo>
                <a:lnTo>
                  <a:pt x="367" y="58"/>
                </a:lnTo>
                <a:lnTo>
                  <a:pt x="368" y="59"/>
                </a:lnTo>
                <a:lnTo>
                  <a:pt x="368" y="58"/>
                </a:lnTo>
                <a:lnTo>
                  <a:pt x="369" y="58"/>
                </a:lnTo>
                <a:lnTo>
                  <a:pt x="370" y="58"/>
                </a:lnTo>
                <a:lnTo>
                  <a:pt x="371" y="57"/>
                </a:lnTo>
                <a:lnTo>
                  <a:pt x="372" y="57"/>
                </a:lnTo>
                <a:lnTo>
                  <a:pt x="372" y="56"/>
                </a:lnTo>
                <a:lnTo>
                  <a:pt x="373" y="56"/>
                </a:lnTo>
                <a:lnTo>
                  <a:pt x="374" y="56"/>
                </a:lnTo>
                <a:lnTo>
                  <a:pt x="375" y="56"/>
                </a:lnTo>
                <a:lnTo>
                  <a:pt x="376" y="56"/>
                </a:lnTo>
                <a:lnTo>
                  <a:pt x="377" y="56"/>
                </a:lnTo>
                <a:lnTo>
                  <a:pt x="379" y="56"/>
                </a:lnTo>
                <a:lnTo>
                  <a:pt x="380" y="56"/>
                </a:lnTo>
                <a:lnTo>
                  <a:pt x="381" y="56"/>
                </a:lnTo>
                <a:lnTo>
                  <a:pt x="381" y="55"/>
                </a:lnTo>
                <a:lnTo>
                  <a:pt x="381" y="54"/>
                </a:lnTo>
                <a:lnTo>
                  <a:pt x="381" y="53"/>
                </a:lnTo>
                <a:lnTo>
                  <a:pt x="381" y="52"/>
                </a:lnTo>
                <a:lnTo>
                  <a:pt x="381" y="51"/>
                </a:lnTo>
                <a:lnTo>
                  <a:pt x="381" y="50"/>
                </a:lnTo>
                <a:lnTo>
                  <a:pt x="381" y="49"/>
                </a:lnTo>
                <a:lnTo>
                  <a:pt x="380" y="48"/>
                </a:lnTo>
                <a:lnTo>
                  <a:pt x="382" y="47"/>
                </a:lnTo>
                <a:lnTo>
                  <a:pt x="382" y="46"/>
                </a:lnTo>
                <a:lnTo>
                  <a:pt x="381" y="46"/>
                </a:lnTo>
                <a:lnTo>
                  <a:pt x="381" y="45"/>
                </a:lnTo>
                <a:lnTo>
                  <a:pt x="381" y="44"/>
                </a:lnTo>
                <a:lnTo>
                  <a:pt x="381" y="43"/>
                </a:lnTo>
                <a:lnTo>
                  <a:pt x="380" y="43"/>
                </a:lnTo>
                <a:lnTo>
                  <a:pt x="380" y="42"/>
                </a:lnTo>
                <a:lnTo>
                  <a:pt x="380" y="41"/>
                </a:lnTo>
                <a:lnTo>
                  <a:pt x="381" y="41"/>
                </a:lnTo>
                <a:lnTo>
                  <a:pt x="382" y="40"/>
                </a:lnTo>
                <a:lnTo>
                  <a:pt x="383" y="39"/>
                </a:lnTo>
                <a:lnTo>
                  <a:pt x="383" y="38"/>
                </a:lnTo>
                <a:lnTo>
                  <a:pt x="382" y="38"/>
                </a:lnTo>
                <a:lnTo>
                  <a:pt x="382" y="37"/>
                </a:lnTo>
                <a:lnTo>
                  <a:pt x="382" y="36"/>
                </a:lnTo>
                <a:lnTo>
                  <a:pt x="382" y="35"/>
                </a:lnTo>
                <a:lnTo>
                  <a:pt x="382" y="34"/>
                </a:lnTo>
                <a:lnTo>
                  <a:pt x="381" y="34"/>
                </a:lnTo>
                <a:lnTo>
                  <a:pt x="380" y="34"/>
                </a:lnTo>
                <a:lnTo>
                  <a:pt x="378" y="34"/>
                </a:lnTo>
                <a:lnTo>
                  <a:pt x="377" y="34"/>
                </a:lnTo>
                <a:lnTo>
                  <a:pt x="377" y="35"/>
                </a:lnTo>
                <a:lnTo>
                  <a:pt x="376" y="35"/>
                </a:lnTo>
                <a:lnTo>
                  <a:pt x="375" y="34"/>
                </a:lnTo>
                <a:lnTo>
                  <a:pt x="375" y="33"/>
                </a:lnTo>
                <a:lnTo>
                  <a:pt x="374" y="32"/>
                </a:lnTo>
                <a:lnTo>
                  <a:pt x="372" y="31"/>
                </a:lnTo>
                <a:lnTo>
                  <a:pt x="371" y="30"/>
                </a:lnTo>
                <a:lnTo>
                  <a:pt x="370" y="30"/>
                </a:lnTo>
                <a:lnTo>
                  <a:pt x="370" y="29"/>
                </a:lnTo>
                <a:lnTo>
                  <a:pt x="371" y="29"/>
                </a:lnTo>
                <a:lnTo>
                  <a:pt x="371" y="28"/>
                </a:lnTo>
                <a:lnTo>
                  <a:pt x="372" y="27"/>
                </a:lnTo>
                <a:lnTo>
                  <a:pt x="373" y="27"/>
                </a:lnTo>
                <a:lnTo>
                  <a:pt x="373" y="26"/>
                </a:lnTo>
                <a:lnTo>
                  <a:pt x="374" y="26"/>
                </a:lnTo>
                <a:lnTo>
                  <a:pt x="375" y="26"/>
                </a:lnTo>
                <a:lnTo>
                  <a:pt x="375" y="25"/>
                </a:lnTo>
                <a:lnTo>
                  <a:pt x="375" y="24"/>
                </a:lnTo>
                <a:lnTo>
                  <a:pt x="376" y="24"/>
                </a:lnTo>
                <a:lnTo>
                  <a:pt x="376" y="23"/>
                </a:lnTo>
                <a:lnTo>
                  <a:pt x="376" y="22"/>
                </a:lnTo>
                <a:lnTo>
                  <a:pt x="377" y="22"/>
                </a:lnTo>
                <a:lnTo>
                  <a:pt x="378" y="21"/>
                </a:lnTo>
                <a:lnTo>
                  <a:pt x="378" y="20"/>
                </a:lnTo>
                <a:lnTo>
                  <a:pt x="379" y="19"/>
                </a:lnTo>
                <a:lnTo>
                  <a:pt x="380" y="18"/>
                </a:lnTo>
                <a:lnTo>
                  <a:pt x="380" y="19"/>
                </a:lnTo>
                <a:lnTo>
                  <a:pt x="381" y="19"/>
                </a:lnTo>
                <a:lnTo>
                  <a:pt x="382" y="18"/>
                </a:lnTo>
                <a:lnTo>
                  <a:pt x="383" y="17"/>
                </a:lnTo>
                <a:lnTo>
                  <a:pt x="383" y="16"/>
                </a:lnTo>
                <a:lnTo>
                  <a:pt x="384" y="15"/>
                </a:lnTo>
                <a:lnTo>
                  <a:pt x="385" y="14"/>
                </a:lnTo>
                <a:lnTo>
                  <a:pt x="386" y="13"/>
                </a:lnTo>
                <a:lnTo>
                  <a:pt x="387" y="12"/>
                </a:lnTo>
                <a:lnTo>
                  <a:pt x="388" y="12"/>
                </a:lnTo>
                <a:lnTo>
                  <a:pt x="389" y="12"/>
                </a:lnTo>
                <a:lnTo>
                  <a:pt x="389" y="13"/>
                </a:lnTo>
                <a:lnTo>
                  <a:pt x="389" y="15"/>
                </a:lnTo>
                <a:lnTo>
                  <a:pt x="390" y="17"/>
                </a:lnTo>
                <a:lnTo>
                  <a:pt x="391" y="16"/>
                </a:lnTo>
                <a:lnTo>
                  <a:pt x="391" y="17"/>
                </a:lnTo>
                <a:lnTo>
                  <a:pt x="391" y="18"/>
                </a:lnTo>
                <a:lnTo>
                  <a:pt x="392" y="18"/>
                </a:lnTo>
                <a:lnTo>
                  <a:pt x="393" y="18"/>
                </a:lnTo>
                <a:lnTo>
                  <a:pt x="392" y="19"/>
                </a:lnTo>
                <a:lnTo>
                  <a:pt x="392" y="20"/>
                </a:lnTo>
                <a:lnTo>
                  <a:pt x="393" y="20"/>
                </a:lnTo>
                <a:lnTo>
                  <a:pt x="394" y="20"/>
                </a:lnTo>
                <a:lnTo>
                  <a:pt x="395" y="21"/>
                </a:lnTo>
                <a:lnTo>
                  <a:pt x="396" y="21"/>
                </a:lnTo>
                <a:lnTo>
                  <a:pt x="397" y="21"/>
                </a:lnTo>
                <a:lnTo>
                  <a:pt x="397" y="20"/>
                </a:lnTo>
                <a:lnTo>
                  <a:pt x="398" y="20"/>
                </a:lnTo>
                <a:lnTo>
                  <a:pt x="399" y="20"/>
                </a:lnTo>
                <a:lnTo>
                  <a:pt x="400" y="21"/>
                </a:lnTo>
                <a:lnTo>
                  <a:pt x="401" y="21"/>
                </a:lnTo>
                <a:lnTo>
                  <a:pt x="401" y="20"/>
                </a:lnTo>
                <a:lnTo>
                  <a:pt x="402" y="20"/>
                </a:lnTo>
                <a:lnTo>
                  <a:pt x="403" y="20"/>
                </a:lnTo>
                <a:lnTo>
                  <a:pt x="403" y="19"/>
                </a:lnTo>
                <a:lnTo>
                  <a:pt x="402" y="17"/>
                </a:lnTo>
                <a:lnTo>
                  <a:pt x="401" y="17"/>
                </a:lnTo>
                <a:lnTo>
                  <a:pt x="401" y="16"/>
                </a:lnTo>
                <a:lnTo>
                  <a:pt x="400" y="16"/>
                </a:lnTo>
                <a:lnTo>
                  <a:pt x="401" y="15"/>
                </a:lnTo>
                <a:lnTo>
                  <a:pt x="401" y="14"/>
                </a:lnTo>
                <a:lnTo>
                  <a:pt x="402" y="13"/>
                </a:lnTo>
                <a:lnTo>
                  <a:pt x="403" y="13"/>
                </a:lnTo>
                <a:lnTo>
                  <a:pt x="404" y="13"/>
                </a:lnTo>
                <a:lnTo>
                  <a:pt x="404" y="14"/>
                </a:lnTo>
                <a:lnTo>
                  <a:pt x="405" y="14"/>
                </a:lnTo>
                <a:lnTo>
                  <a:pt x="405" y="13"/>
                </a:lnTo>
                <a:lnTo>
                  <a:pt x="406" y="12"/>
                </a:lnTo>
                <a:lnTo>
                  <a:pt x="406" y="13"/>
                </a:lnTo>
                <a:lnTo>
                  <a:pt x="408" y="14"/>
                </a:lnTo>
                <a:lnTo>
                  <a:pt x="410" y="13"/>
                </a:lnTo>
                <a:lnTo>
                  <a:pt x="410" y="12"/>
                </a:lnTo>
                <a:lnTo>
                  <a:pt x="410" y="11"/>
                </a:lnTo>
                <a:lnTo>
                  <a:pt x="411" y="11"/>
                </a:lnTo>
                <a:lnTo>
                  <a:pt x="411" y="12"/>
                </a:lnTo>
                <a:lnTo>
                  <a:pt x="412" y="12"/>
                </a:lnTo>
                <a:lnTo>
                  <a:pt x="412" y="11"/>
                </a:lnTo>
                <a:lnTo>
                  <a:pt x="413" y="10"/>
                </a:lnTo>
                <a:lnTo>
                  <a:pt x="414" y="9"/>
                </a:lnTo>
                <a:lnTo>
                  <a:pt x="415" y="10"/>
                </a:lnTo>
                <a:lnTo>
                  <a:pt x="416" y="10"/>
                </a:lnTo>
                <a:lnTo>
                  <a:pt x="416" y="9"/>
                </a:lnTo>
                <a:lnTo>
                  <a:pt x="417" y="10"/>
                </a:lnTo>
                <a:lnTo>
                  <a:pt x="419" y="12"/>
                </a:lnTo>
                <a:lnTo>
                  <a:pt x="419" y="13"/>
                </a:lnTo>
                <a:lnTo>
                  <a:pt x="419" y="14"/>
                </a:lnTo>
                <a:lnTo>
                  <a:pt x="419" y="15"/>
                </a:lnTo>
                <a:lnTo>
                  <a:pt x="420" y="16"/>
                </a:lnTo>
                <a:lnTo>
                  <a:pt x="421" y="15"/>
                </a:lnTo>
                <a:lnTo>
                  <a:pt x="421" y="14"/>
                </a:lnTo>
                <a:lnTo>
                  <a:pt x="422" y="12"/>
                </a:lnTo>
                <a:lnTo>
                  <a:pt x="422" y="13"/>
                </a:lnTo>
                <a:lnTo>
                  <a:pt x="422" y="14"/>
                </a:lnTo>
                <a:lnTo>
                  <a:pt x="423" y="15"/>
                </a:lnTo>
                <a:lnTo>
                  <a:pt x="424" y="15"/>
                </a:lnTo>
                <a:lnTo>
                  <a:pt x="424" y="14"/>
                </a:lnTo>
                <a:lnTo>
                  <a:pt x="424" y="13"/>
                </a:lnTo>
                <a:lnTo>
                  <a:pt x="425" y="13"/>
                </a:lnTo>
                <a:lnTo>
                  <a:pt x="426" y="13"/>
                </a:lnTo>
                <a:lnTo>
                  <a:pt x="426" y="12"/>
                </a:lnTo>
                <a:lnTo>
                  <a:pt x="427" y="11"/>
                </a:lnTo>
                <a:lnTo>
                  <a:pt x="427" y="10"/>
                </a:lnTo>
                <a:lnTo>
                  <a:pt x="428" y="10"/>
                </a:lnTo>
                <a:lnTo>
                  <a:pt x="429" y="10"/>
                </a:lnTo>
                <a:lnTo>
                  <a:pt x="430" y="10"/>
                </a:lnTo>
                <a:lnTo>
                  <a:pt x="430" y="11"/>
                </a:lnTo>
                <a:lnTo>
                  <a:pt x="431" y="11"/>
                </a:lnTo>
                <a:lnTo>
                  <a:pt x="432" y="10"/>
                </a:lnTo>
                <a:lnTo>
                  <a:pt x="433" y="10"/>
                </a:lnTo>
                <a:lnTo>
                  <a:pt x="434" y="9"/>
                </a:lnTo>
                <a:lnTo>
                  <a:pt x="434" y="8"/>
                </a:lnTo>
                <a:lnTo>
                  <a:pt x="434" y="7"/>
                </a:lnTo>
                <a:lnTo>
                  <a:pt x="435" y="7"/>
                </a:lnTo>
                <a:lnTo>
                  <a:pt x="435" y="6"/>
                </a:lnTo>
                <a:lnTo>
                  <a:pt x="435" y="3"/>
                </a:lnTo>
                <a:lnTo>
                  <a:pt x="436" y="2"/>
                </a:lnTo>
                <a:lnTo>
                  <a:pt x="436" y="1"/>
                </a:lnTo>
                <a:lnTo>
                  <a:pt x="437" y="1"/>
                </a:lnTo>
                <a:lnTo>
                  <a:pt x="439" y="1"/>
                </a:lnTo>
                <a:lnTo>
                  <a:pt x="440" y="0"/>
                </a:lnTo>
                <a:lnTo>
                  <a:pt x="441" y="1"/>
                </a:lnTo>
                <a:lnTo>
                  <a:pt x="441" y="2"/>
                </a:lnTo>
                <a:lnTo>
                  <a:pt x="441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8" name=""/>
          <p:cNvSpPr/>
          <p:nvPr/>
        </p:nvSpPr>
        <p:spPr>
          <a:xfrm>
            <a:off x="8422200" y="2372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9" name=""/>
          <p:cNvSpPr/>
          <p:nvPr/>
        </p:nvSpPr>
        <p:spPr>
          <a:xfrm>
            <a:off x="8398080" y="2367360"/>
            <a:ext cx="4320" cy="6480"/>
          </a:xfrm>
          <a:custGeom>
            <a:avLst/>
            <a:gdLst/>
            <a:ahLst/>
            <a:rect l="0" t="0" r="r" b="b"/>
            <a:pathLst>
              <a:path w="12" h="18">
                <a:moveTo>
                  <a:pt x="11" y="2"/>
                </a:move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8" y="9"/>
                </a:lnTo>
                <a:lnTo>
                  <a:pt x="9" y="9"/>
                </a:lnTo>
                <a:lnTo>
                  <a:pt x="10" y="9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10" y="11"/>
                </a:lnTo>
                <a:lnTo>
                  <a:pt x="11" y="11"/>
                </a:lnTo>
                <a:lnTo>
                  <a:pt x="10" y="12"/>
                </a:lnTo>
                <a:lnTo>
                  <a:pt x="9" y="12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8" y="16"/>
                </a:lnTo>
                <a:lnTo>
                  <a:pt x="6" y="16"/>
                </a:lnTo>
                <a:lnTo>
                  <a:pt x="6" y="17"/>
                </a:lnTo>
                <a:lnTo>
                  <a:pt x="8" y="17"/>
                </a:lnTo>
                <a:lnTo>
                  <a:pt x="8" y="18"/>
                </a:lnTo>
                <a:lnTo>
                  <a:pt x="6" y="18"/>
                </a:lnTo>
                <a:lnTo>
                  <a:pt x="6" y="17"/>
                </a:lnTo>
                <a:lnTo>
                  <a:pt x="5" y="16"/>
                </a:lnTo>
                <a:lnTo>
                  <a:pt x="4" y="16"/>
                </a:lnTo>
                <a:lnTo>
                  <a:pt x="4" y="15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3"/>
                </a:lnTo>
                <a:lnTo>
                  <a:pt x="2" y="14"/>
                </a:lnTo>
                <a:lnTo>
                  <a:pt x="4" y="14"/>
                </a:lnTo>
                <a:lnTo>
                  <a:pt x="4" y="13"/>
                </a:lnTo>
                <a:lnTo>
                  <a:pt x="5" y="13"/>
                </a:lnTo>
                <a:lnTo>
                  <a:pt x="5" y="12"/>
                </a:lnTo>
                <a:lnTo>
                  <a:pt x="5" y="11"/>
                </a:lnTo>
                <a:lnTo>
                  <a:pt x="5" y="10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1" y="1"/>
                </a:lnTo>
                <a:lnTo>
                  <a:pt x="11" y="2"/>
                </a:lnTo>
                <a:lnTo>
                  <a:pt x="12" y="2"/>
                </a:lnTo>
                <a:lnTo>
                  <a:pt x="11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0" name=""/>
          <p:cNvSpPr/>
          <p:nvPr/>
        </p:nvSpPr>
        <p:spPr>
          <a:xfrm>
            <a:off x="8415360" y="2363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1" name=""/>
          <p:cNvSpPr/>
          <p:nvPr/>
        </p:nvSpPr>
        <p:spPr>
          <a:xfrm>
            <a:off x="8418960" y="2352960"/>
            <a:ext cx="9720" cy="7200"/>
          </a:xfrm>
          <a:custGeom>
            <a:avLst/>
            <a:gdLst/>
            <a:ahLst/>
            <a:rect l="0" t="0" r="r" b="b"/>
            <a:pathLst>
              <a:path w="27" h="20">
                <a:moveTo>
                  <a:pt x="10" y="4"/>
                </a:moveTo>
                <a:lnTo>
                  <a:pt x="10" y="3"/>
                </a:lnTo>
                <a:lnTo>
                  <a:pt x="11" y="4"/>
                </a:lnTo>
                <a:lnTo>
                  <a:pt x="12" y="7"/>
                </a:lnTo>
                <a:lnTo>
                  <a:pt x="12" y="8"/>
                </a:lnTo>
                <a:lnTo>
                  <a:pt x="13" y="9"/>
                </a:lnTo>
                <a:lnTo>
                  <a:pt x="15" y="10"/>
                </a:lnTo>
                <a:lnTo>
                  <a:pt x="17" y="11"/>
                </a:lnTo>
                <a:lnTo>
                  <a:pt x="19" y="11"/>
                </a:lnTo>
                <a:lnTo>
                  <a:pt x="20" y="11"/>
                </a:lnTo>
                <a:lnTo>
                  <a:pt x="21" y="11"/>
                </a:lnTo>
                <a:lnTo>
                  <a:pt x="21" y="10"/>
                </a:lnTo>
                <a:lnTo>
                  <a:pt x="21" y="9"/>
                </a:lnTo>
                <a:lnTo>
                  <a:pt x="22" y="9"/>
                </a:lnTo>
                <a:lnTo>
                  <a:pt x="22" y="10"/>
                </a:lnTo>
                <a:lnTo>
                  <a:pt x="23" y="10"/>
                </a:lnTo>
                <a:lnTo>
                  <a:pt x="23" y="11"/>
                </a:lnTo>
                <a:lnTo>
                  <a:pt x="24" y="11"/>
                </a:lnTo>
                <a:lnTo>
                  <a:pt x="24" y="10"/>
                </a:lnTo>
                <a:lnTo>
                  <a:pt x="25" y="10"/>
                </a:lnTo>
                <a:lnTo>
                  <a:pt x="25" y="9"/>
                </a:lnTo>
                <a:lnTo>
                  <a:pt x="26" y="9"/>
                </a:lnTo>
                <a:lnTo>
                  <a:pt x="27" y="9"/>
                </a:lnTo>
                <a:lnTo>
                  <a:pt x="26" y="9"/>
                </a:lnTo>
                <a:lnTo>
                  <a:pt x="26" y="10"/>
                </a:lnTo>
                <a:lnTo>
                  <a:pt x="27" y="10"/>
                </a:lnTo>
                <a:lnTo>
                  <a:pt x="27" y="11"/>
                </a:lnTo>
                <a:lnTo>
                  <a:pt x="26" y="11"/>
                </a:lnTo>
                <a:lnTo>
                  <a:pt x="25" y="11"/>
                </a:lnTo>
                <a:lnTo>
                  <a:pt x="24" y="11"/>
                </a:lnTo>
                <a:lnTo>
                  <a:pt x="23" y="11"/>
                </a:lnTo>
                <a:lnTo>
                  <a:pt x="22" y="12"/>
                </a:lnTo>
                <a:lnTo>
                  <a:pt x="21" y="14"/>
                </a:lnTo>
                <a:lnTo>
                  <a:pt x="21" y="15"/>
                </a:lnTo>
                <a:lnTo>
                  <a:pt x="22" y="15"/>
                </a:lnTo>
                <a:lnTo>
                  <a:pt x="24" y="17"/>
                </a:lnTo>
                <a:lnTo>
                  <a:pt x="24" y="18"/>
                </a:lnTo>
                <a:lnTo>
                  <a:pt x="22" y="20"/>
                </a:lnTo>
                <a:lnTo>
                  <a:pt x="21" y="20"/>
                </a:lnTo>
                <a:lnTo>
                  <a:pt x="19" y="20"/>
                </a:lnTo>
                <a:lnTo>
                  <a:pt x="17" y="18"/>
                </a:lnTo>
                <a:lnTo>
                  <a:pt x="16" y="17"/>
                </a:lnTo>
                <a:lnTo>
                  <a:pt x="16" y="16"/>
                </a:lnTo>
                <a:lnTo>
                  <a:pt x="15" y="15"/>
                </a:lnTo>
                <a:lnTo>
                  <a:pt x="11" y="14"/>
                </a:lnTo>
                <a:lnTo>
                  <a:pt x="11" y="15"/>
                </a:lnTo>
                <a:lnTo>
                  <a:pt x="11" y="14"/>
                </a:lnTo>
                <a:lnTo>
                  <a:pt x="9" y="13"/>
                </a:lnTo>
                <a:lnTo>
                  <a:pt x="8" y="13"/>
                </a:lnTo>
                <a:lnTo>
                  <a:pt x="6" y="13"/>
                </a:lnTo>
                <a:lnTo>
                  <a:pt x="5" y="13"/>
                </a:lnTo>
                <a:lnTo>
                  <a:pt x="3" y="13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4" y="10"/>
                </a:lnTo>
                <a:lnTo>
                  <a:pt x="3" y="9"/>
                </a:lnTo>
                <a:lnTo>
                  <a:pt x="1" y="8"/>
                </a:lnTo>
                <a:lnTo>
                  <a:pt x="0" y="8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3" y="7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8" y="3"/>
                </a:lnTo>
                <a:lnTo>
                  <a:pt x="8" y="4"/>
                </a:lnTo>
                <a:lnTo>
                  <a:pt x="9" y="5"/>
                </a:lnTo>
                <a:lnTo>
                  <a:pt x="10" y="5"/>
                </a:lnTo>
                <a:lnTo>
                  <a:pt x="1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2" name=""/>
          <p:cNvSpPr/>
          <p:nvPr/>
        </p:nvSpPr>
        <p:spPr>
          <a:xfrm>
            <a:off x="8427240" y="2351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3" name=""/>
          <p:cNvSpPr/>
          <p:nvPr/>
        </p:nvSpPr>
        <p:spPr>
          <a:xfrm>
            <a:off x="8423640" y="23511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4" name=""/>
          <p:cNvSpPr/>
          <p:nvPr/>
        </p:nvSpPr>
        <p:spPr>
          <a:xfrm>
            <a:off x="8412840" y="2348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5" name=""/>
          <p:cNvSpPr/>
          <p:nvPr/>
        </p:nvSpPr>
        <p:spPr>
          <a:xfrm>
            <a:off x="8405640" y="2347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6" name=""/>
          <p:cNvSpPr/>
          <p:nvPr/>
        </p:nvSpPr>
        <p:spPr>
          <a:xfrm>
            <a:off x="8419680" y="23461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5"/>
                </a:move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5" y="0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7" name=""/>
          <p:cNvSpPr/>
          <p:nvPr/>
        </p:nvSpPr>
        <p:spPr>
          <a:xfrm>
            <a:off x="8413560" y="23403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8" name=""/>
          <p:cNvSpPr/>
          <p:nvPr/>
        </p:nvSpPr>
        <p:spPr>
          <a:xfrm>
            <a:off x="8422560" y="2320920"/>
            <a:ext cx="3960" cy="4680"/>
          </a:xfrm>
          <a:custGeom>
            <a:avLst/>
            <a:gdLst/>
            <a:ahLst/>
            <a:rect l="0" t="0" r="r" b="b"/>
            <a:pathLst>
              <a:path w="11" h="13">
                <a:moveTo>
                  <a:pt x="5" y="12"/>
                </a:moveTo>
                <a:lnTo>
                  <a:pt x="5" y="13"/>
                </a:lnTo>
                <a:lnTo>
                  <a:pt x="4" y="13"/>
                </a:lnTo>
                <a:lnTo>
                  <a:pt x="2" y="12"/>
                </a:lnTo>
                <a:lnTo>
                  <a:pt x="1" y="12"/>
                </a:lnTo>
                <a:lnTo>
                  <a:pt x="0" y="11"/>
                </a:lnTo>
                <a:lnTo>
                  <a:pt x="1" y="10"/>
                </a:lnTo>
                <a:lnTo>
                  <a:pt x="2" y="10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3" y="11"/>
                </a:lnTo>
                <a:lnTo>
                  <a:pt x="4" y="10"/>
                </a:lnTo>
                <a:lnTo>
                  <a:pt x="4" y="9"/>
                </a:lnTo>
                <a:lnTo>
                  <a:pt x="5" y="7"/>
                </a:lnTo>
                <a:lnTo>
                  <a:pt x="5" y="6"/>
                </a:lnTo>
                <a:lnTo>
                  <a:pt x="6" y="4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10" y="3"/>
                </a:lnTo>
                <a:lnTo>
                  <a:pt x="10" y="2"/>
                </a:lnTo>
                <a:lnTo>
                  <a:pt x="11" y="1"/>
                </a:lnTo>
                <a:lnTo>
                  <a:pt x="11" y="0"/>
                </a:lnTo>
                <a:lnTo>
                  <a:pt x="11" y="1"/>
                </a:lnTo>
                <a:lnTo>
                  <a:pt x="10" y="2"/>
                </a:lnTo>
                <a:lnTo>
                  <a:pt x="10" y="4"/>
                </a:lnTo>
                <a:lnTo>
                  <a:pt x="10" y="6"/>
                </a:lnTo>
                <a:lnTo>
                  <a:pt x="10" y="7"/>
                </a:lnTo>
                <a:lnTo>
                  <a:pt x="7" y="9"/>
                </a:lnTo>
                <a:lnTo>
                  <a:pt x="5" y="11"/>
                </a:lnTo>
                <a:lnTo>
                  <a:pt x="5" y="1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9" name=""/>
          <p:cNvSpPr/>
          <p:nvPr/>
        </p:nvSpPr>
        <p:spPr>
          <a:xfrm>
            <a:off x="8423640" y="232128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3" y="0"/>
                </a:moveTo>
                <a:lnTo>
                  <a:pt x="3" y="3"/>
                </a:lnTo>
                <a:lnTo>
                  <a:pt x="1" y="4"/>
                </a:lnTo>
                <a:lnTo>
                  <a:pt x="0" y="6"/>
                </a:lnTo>
                <a:lnTo>
                  <a:pt x="0" y="4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0" name=""/>
          <p:cNvSpPr/>
          <p:nvPr/>
        </p:nvSpPr>
        <p:spPr>
          <a:xfrm>
            <a:off x="8427600" y="2320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3" y="1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1" name=""/>
          <p:cNvSpPr/>
          <p:nvPr/>
        </p:nvSpPr>
        <p:spPr>
          <a:xfrm>
            <a:off x="8416800" y="2288520"/>
            <a:ext cx="7560" cy="6120"/>
          </a:xfrm>
          <a:custGeom>
            <a:avLst/>
            <a:gdLst/>
            <a:ahLst/>
            <a:rect l="0" t="0" r="r" b="b"/>
            <a:pathLst>
              <a:path w="21" h="17">
                <a:moveTo>
                  <a:pt x="17" y="4"/>
                </a:moveTo>
                <a:lnTo>
                  <a:pt x="19" y="7"/>
                </a:lnTo>
                <a:lnTo>
                  <a:pt x="21" y="7"/>
                </a:lnTo>
                <a:lnTo>
                  <a:pt x="21" y="10"/>
                </a:lnTo>
                <a:lnTo>
                  <a:pt x="21" y="12"/>
                </a:lnTo>
                <a:lnTo>
                  <a:pt x="20" y="13"/>
                </a:lnTo>
                <a:lnTo>
                  <a:pt x="20" y="14"/>
                </a:lnTo>
                <a:lnTo>
                  <a:pt x="17" y="14"/>
                </a:lnTo>
                <a:lnTo>
                  <a:pt x="14" y="14"/>
                </a:lnTo>
                <a:lnTo>
                  <a:pt x="12" y="15"/>
                </a:lnTo>
                <a:lnTo>
                  <a:pt x="9" y="15"/>
                </a:lnTo>
                <a:lnTo>
                  <a:pt x="8" y="16"/>
                </a:lnTo>
                <a:lnTo>
                  <a:pt x="7" y="17"/>
                </a:lnTo>
                <a:lnTo>
                  <a:pt x="6" y="17"/>
                </a:lnTo>
                <a:lnTo>
                  <a:pt x="6" y="16"/>
                </a:lnTo>
                <a:lnTo>
                  <a:pt x="4" y="15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0" y="13"/>
                </a:lnTo>
                <a:lnTo>
                  <a:pt x="0" y="12"/>
                </a:lnTo>
                <a:lnTo>
                  <a:pt x="2" y="6"/>
                </a:lnTo>
                <a:lnTo>
                  <a:pt x="4" y="4"/>
                </a:lnTo>
                <a:lnTo>
                  <a:pt x="5" y="3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12" y="2"/>
                </a:lnTo>
                <a:lnTo>
                  <a:pt x="15" y="2"/>
                </a:lnTo>
                <a:lnTo>
                  <a:pt x="16" y="2"/>
                </a:lnTo>
                <a:lnTo>
                  <a:pt x="17" y="3"/>
                </a:lnTo>
                <a:lnTo>
                  <a:pt x="18" y="3"/>
                </a:lnTo>
                <a:lnTo>
                  <a:pt x="17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2" name=""/>
          <p:cNvSpPr/>
          <p:nvPr/>
        </p:nvSpPr>
        <p:spPr>
          <a:xfrm>
            <a:off x="8422200" y="2288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4" y="4"/>
                </a:lnTo>
                <a:lnTo>
                  <a:pt x="3" y="4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3" name=""/>
          <p:cNvSpPr/>
          <p:nvPr/>
        </p:nvSpPr>
        <p:spPr>
          <a:xfrm>
            <a:off x="8424000" y="2286720"/>
            <a:ext cx="1800" cy="2880"/>
          </a:xfrm>
          <a:custGeom>
            <a:avLst/>
            <a:gdLst/>
            <a:ahLst/>
            <a:rect l="0" t="0" r="r" b="b"/>
            <a:pathLst>
              <a:path w="5" h="8">
                <a:moveTo>
                  <a:pt x="3" y="5"/>
                </a:moveTo>
                <a:lnTo>
                  <a:pt x="4" y="5"/>
                </a:lnTo>
                <a:lnTo>
                  <a:pt x="4" y="8"/>
                </a:lnTo>
                <a:lnTo>
                  <a:pt x="3" y="6"/>
                </a:lnTo>
                <a:lnTo>
                  <a:pt x="3" y="5"/>
                </a:lnTo>
                <a:lnTo>
                  <a:pt x="0" y="4"/>
                </a:lnTo>
                <a:lnTo>
                  <a:pt x="0" y="3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3" y="4"/>
                </a:lnTo>
                <a:lnTo>
                  <a:pt x="3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4" name=""/>
          <p:cNvSpPr/>
          <p:nvPr/>
        </p:nvSpPr>
        <p:spPr>
          <a:xfrm>
            <a:off x="8420040" y="2285280"/>
            <a:ext cx="4320" cy="2880"/>
          </a:xfrm>
          <a:custGeom>
            <a:avLst/>
            <a:gdLst/>
            <a:ahLst/>
            <a:rect l="0" t="0" r="r" b="b"/>
            <a:pathLst>
              <a:path w="12" h="8">
                <a:moveTo>
                  <a:pt x="12" y="2"/>
                </a:moveTo>
                <a:lnTo>
                  <a:pt x="11" y="3"/>
                </a:lnTo>
                <a:lnTo>
                  <a:pt x="11" y="2"/>
                </a:lnTo>
                <a:lnTo>
                  <a:pt x="10" y="3"/>
                </a:lnTo>
                <a:lnTo>
                  <a:pt x="10" y="6"/>
                </a:lnTo>
                <a:lnTo>
                  <a:pt x="11" y="7"/>
                </a:lnTo>
                <a:lnTo>
                  <a:pt x="11" y="8"/>
                </a:lnTo>
                <a:lnTo>
                  <a:pt x="9" y="8"/>
                </a:lnTo>
                <a:lnTo>
                  <a:pt x="8" y="7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5" name=""/>
          <p:cNvSpPr/>
          <p:nvPr/>
        </p:nvSpPr>
        <p:spPr>
          <a:xfrm>
            <a:off x="8427600" y="2251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6" name=""/>
          <p:cNvSpPr/>
          <p:nvPr/>
        </p:nvSpPr>
        <p:spPr>
          <a:xfrm>
            <a:off x="8425080" y="225036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6" y="5"/>
                </a:move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1" y="6"/>
                </a:lnTo>
                <a:lnTo>
                  <a:pt x="0" y="4"/>
                </a:lnTo>
                <a:lnTo>
                  <a:pt x="3" y="3"/>
                </a:lnTo>
                <a:lnTo>
                  <a:pt x="7" y="0"/>
                </a:lnTo>
                <a:lnTo>
                  <a:pt x="8" y="0"/>
                </a:lnTo>
                <a:lnTo>
                  <a:pt x="10" y="0"/>
                </a:lnTo>
                <a:lnTo>
                  <a:pt x="11" y="1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6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7" name=""/>
          <p:cNvSpPr/>
          <p:nvPr/>
        </p:nvSpPr>
        <p:spPr>
          <a:xfrm>
            <a:off x="8417880" y="2247120"/>
            <a:ext cx="6840" cy="4320"/>
          </a:xfrm>
          <a:custGeom>
            <a:avLst/>
            <a:gdLst/>
            <a:ahLst/>
            <a:rect l="0" t="0" r="r" b="b"/>
            <a:pathLst>
              <a:path w="19" h="12">
                <a:moveTo>
                  <a:pt x="14" y="7"/>
                </a:move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7" y="11"/>
                </a:lnTo>
                <a:lnTo>
                  <a:pt x="4" y="12"/>
                </a:lnTo>
                <a:lnTo>
                  <a:pt x="3" y="12"/>
                </a:lnTo>
                <a:lnTo>
                  <a:pt x="2" y="11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7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5" y="4"/>
                </a:lnTo>
                <a:lnTo>
                  <a:pt x="10" y="5"/>
                </a:lnTo>
                <a:lnTo>
                  <a:pt x="13" y="4"/>
                </a:lnTo>
                <a:lnTo>
                  <a:pt x="14" y="3"/>
                </a:lnTo>
                <a:lnTo>
                  <a:pt x="15" y="3"/>
                </a:lnTo>
                <a:lnTo>
                  <a:pt x="15" y="2"/>
                </a:lnTo>
                <a:lnTo>
                  <a:pt x="17" y="0"/>
                </a:lnTo>
                <a:lnTo>
                  <a:pt x="18" y="0"/>
                </a:lnTo>
                <a:lnTo>
                  <a:pt x="19" y="2"/>
                </a:lnTo>
                <a:lnTo>
                  <a:pt x="19" y="4"/>
                </a:lnTo>
                <a:lnTo>
                  <a:pt x="18" y="5"/>
                </a:lnTo>
                <a:lnTo>
                  <a:pt x="17" y="5"/>
                </a:lnTo>
                <a:lnTo>
                  <a:pt x="16" y="5"/>
                </a:lnTo>
                <a:lnTo>
                  <a:pt x="15" y="6"/>
                </a:lnTo>
                <a:lnTo>
                  <a:pt x="14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8" name=""/>
          <p:cNvSpPr/>
          <p:nvPr/>
        </p:nvSpPr>
        <p:spPr>
          <a:xfrm>
            <a:off x="8426880" y="22460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3" y="2"/>
                </a:moveTo>
                <a:lnTo>
                  <a:pt x="2" y="2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6" y="1"/>
                </a:lnTo>
                <a:lnTo>
                  <a:pt x="6" y="2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4" y="4"/>
                </a:lnTo>
                <a:lnTo>
                  <a:pt x="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9" name=""/>
          <p:cNvSpPr/>
          <p:nvPr/>
        </p:nvSpPr>
        <p:spPr>
          <a:xfrm>
            <a:off x="8425440" y="22460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0"/>
                </a:moveTo>
                <a:lnTo>
                  <a:pt x="5" y="1"/>
                </a:lnTo>
                <a:lnTo>
                  <a:pt x="3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0" name=""/>
          <p:cNvSpPr/>
          <p:nvPr/>
        </p:nvSpPr>
        <p:spPr>
          <a:xfrm>
            <a:off x="8415720" y="22442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4"/>
                </a:move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6"/>
                </a:lnTo>
                <a:lnTo>
                  <a:pt x="2" y="5"/>
                </a:lnTo>
                <a:lnTo>
                  <a:pt x="0" y="5"/>
                </a:lnTo>
                <a:lnTo>
                  <a:pt x="2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1" name=""/>
          <p:cNvSpPr/>
          <p:nvPr/>
        </p:nvSpPr>
        <p:spPr>
          <a:xfrm>
            <a:off x="8416080" y="22435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2" name=""/>
          <p:cNvSpPr/>
          <p:nvPr/>
        </p:nvSpPr>
        <p:spPr>
          <a:xfrm>
            <a:off x="8416080" y="2242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3" name=""/>
          <p:cNvSpPr/>
          <p:nvPr/>
        </p:nvSpPr>
        <p:spPr>
          <a:xfrm>
            <a:off x="8412120" y="22413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5" y="3"/>
                </a:moveTo>
                <a:lnTo>
                  <a:pt x="4" y="6"/>
                </a:lnTo>
                <a:lnTo>
                  <a:pt x="4" y="7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4" name=""/>
          <p:cNvSpPr/>
          <p:nvPr/>
        </p:nvSpPr>
        <p:spPr>
          <a:xfrm>
            <a:off x="8429400" y="2356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5" name=""/>
          <p:cNvSpPr/>
          <p:nvPr/>
        </p:nvSpPr>
        <p:spPr>
          <a:xfrm>
            <a:off x="8432280" y="23533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6" name=""/>
          <p:cNvSpPr/>
          <p:nvPr/>
        </p:nvSpPr>
        <p:spPr>
          <a:xfrm>
            <a:off x="8428680" y="23529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7" name=""/>
          <p:cNvSpPr/>
          <p:nvPr/>
        </p:nvSpPr>
        <p:spPr>
          <a:xfrm>
            <a:off x="8427960" y="2352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8" name=""/>
          <p:cNvSpPr/>
          <p:nvPr/>
        </p:nvSpPr>
        <p:spPr>
          <a:xfrm>
            <a:off x="8431200" y="2351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9" name=""/>
          <p:cNvSpPr/>
          <p:nvPr/>
        </p:nvSpPr>
        <p:spPr>
          <a:xfrm>
            <a:off x="8439480" y="23472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0" name=""/>
          <p:cNvSpPr/>
          <p:nvPr/>
        </p:nvSpPr>
        <p:spPr>
          <a:xfrm>
            <a:off x="8434440" y="2344680"/>
            <a:ext cx="2520" cy="3600"/>
          </a:xfrm>
          <a:custGeom>
            <a:avLst/>
            <a:gdLst/>
            <a:ahLst/>
            <a:rect l="0" t="0" r="r" b="b"/>
            <a:pathLst>
              <a:path w="7" h="10">
                <a:moveTo>
                  <a:pt x="3" y="4"/>
                </a:moveTo>
                <a:lnTo>
                  <a:pt x="3" y="5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7" y="6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10"/>
                </a:lnTo>
                <a:lnTo>
                  <a:pt x="2" y="8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0"/>
                </a:ln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1" name=""/>
          <p:cNvSpPr/>
          <p:nvPr/>
        </p:nvSpPr>
        <p:spPr>
          <a:xfrm>
            <a:off x="8434800" y="234180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5" y="2"/>
                </a:moveTo>
                <a:lnTo>
                  <a:pt x="6" y="2"/>
                </a:lnTo>
                <a:lnTo>
                  <a:pt x="6" y="4"/>
                </a:lnTo>
                <a:lnTo>
                  <a:pt x="7" y="4"/>
                </a:lnTo>
                <a:lnTo>
                  <a:pt x="7" y="2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5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2" name=""/>
          <p:cNvSpPr/>
          <p:nvPr/>
        </p:nvSpPr>
        <p:spPr>
          <a:xfrm>
            <a:off x="8431560" y="2338920"/>
            <a:ext cx="1080" cy="2520"/>
          </a:xfrm>
          <a:custGeom>
            <a:avLst/>
            <a:gdLst/>
            <a:ahLst/>
            <a:rect l="0" t="0" r="r" b="b"/>
            <a:pathLst>
              <a:path w="3" h="7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3" y="7"/>
                </a:lnTo>
                <a:lnTo>
                  <a:pt x="1" y="7"/>
                </a:lnTo>
                <a:lnTo>
                  <a:pt x="1" y="5"/>
                </a:lnTo>
                <a:lnTo>
                  <a:pt x="0" y="4"/>
                </a:lnTo>
                <a:lnTo>
                  <a:pt x="1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3" name=""/>
          <p:cNvSpPr/>
          <p:nvPr/>
        </p:nvSpPr>
        <p:spPr>
          <a:xfrm>
            <a:off x="8440920" y="2336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lnTo>
                  <a:pt x="1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4" name=""/>
          <p:cNvSpPr/>
          <p:nvPr/>
        </p:nvSpPr>
        <p:spPr>
          <a:xfrm>
            <a:off x="8431560" y="2320560"/>
            <a:ext cx="14040" cy="20160"/>
          </a:xfrm>
          <a:custGeom>
            <a:avLst/>
            <a:gdLst/>
            <a:ahLst/>
            <a:rect l="0" t="0" r="r" b="b"/>
            <a:pathLst>
              <a:path w="39" h="56">
                <a:moveTo>
                  <a:pt x="15" y="10"/>
                </a:moveTo>
                <a:lnTo>
                  <a:pt x="17" y="12"/>
                </a:lnTo>
                <a:lnTo>
                  <a:pt x="18" y="12"/>
                </a:lnTo>
                <a:lnTo>
                  <a:pt x="21" y="11"/>
                </a:lnTo>
                <a:lnTo>
                  <a:pt x="21" y="10"/>
                </a:lnTo>
                <a:lnTo>
                  <a:pt x="22" y="10"/>
                </a:lnTo>
                <a:lnTo>
                  <a:pt x="23" y="10"/>
                </a:lnTo>
                <a:lnTo>
                  <a:pt x="24" y="11"/>
                </a:lnTo>
                <a:lnTo>
                  <a:pt x="28" y="12"/>
                </a:lnTo>
                <a:lnTo>
                  <a:pt x="29" y="13"/>
                </a:lnTo>
                <a:lnTo>
                  <a:pt x="29" y="14"/>
                </a:lnTo>
                <a:lnTo>
                  <a:pt x="28" y="14"/>
                </a:lnTo>
                <a:lnTo>
                  <a:pt x="27" y="16"/>
                </a:lnTo>
                <a:lnTo>
                  <a:pt x="27" y="17"/>
                </a:lnTo>
                <a:lnTo>
                  <a:pt x="26" y="17"/>
                </a:lnTo>
                <a:lnTo>
                  <a:pt x="28" y="18"/>
                </a:lnTo>
                <a:lnTo>
                  <a:pt x="29" y="18"/>
                </a:lnTo>
                <a:lnTo>
                  <a:pt x="31" y="20"/>
                </a:lnTo>
                <a:lnTo>
                  <a:pt x="33" y="20"/>
                </a:lnTo>
                <a:lnTo>
                  <a:pt x="35" y="20"/>
                </a:lnTo>
                <a:lnTo>
                  <a:pt x="36" y="19"/>
                </a:lnTo>
                <a:lnTo>
                  <a:pt x="37" y="18"/>
                </a:lnTo>
                <a:lnTo>
                  <a:pt x="38" y="18"/>
                </a:lnTo>
                <a:lnTo>
                  <a:pt x="39" y="18"/>
                </a:lnTo>
                <a:lnTo>
                  <a:pt x="37" y="22"/>
                </a:lnTo>
                <a:lnTo>
                  <a:pt x="36" y="23"/>
                </a:lnTo>
                <a:lnTo>
                  <a:pt x="35" y="24"/>
                </a:lnTo>
                <a:lnTo>
                  <a:pt x="34" y="25"/>
                </a:lnTo>
                <a:lnTo>
                  <a:pt x="34" y="23"/>
                </a:lnTo>
                <a:lnTo>
                  <a:pt x="33" y="22"/>
                </a:lnTo>
                <a:lnTo>
                  <a:pt x="31" y="22"/>
                </a:lnTo>
                <a:lnTo>
                  <a:pt x="30" y="23"/>
                </a:lnTo>
                <a:lnTo>
                  <a:pt x="29" y="23"/>
                </a:lnTo>
                <a:lnTo>
                  <a:pt x="29" y="24"/>
                </a:lnTo>
                <a:lnTo>
                  <a:pt x="28" y="25"/>
                </a:lnTo>
                <a:lnTo>
                  <a:pt x="27" y="25"/>
                </a:lnTo>
                <a:lnTo>
                  <a:pt x="26" y="25"/>
                </a:lnTo>
                <a:lnTo>
                  <a:pt x="25" y="27"/>
                </a:lnTo>
                <a:lnTo>
                  <a:pt x="25" y="29"/>
                </a:lnTo>
                <a:lnTo>
                  <a:pt x="25" y="30"/>
                </a:lnTo>
                <a:lnTo>
                  <a:pt x="26" y="31"/>
                </a:lnTo>
                <a:lnTo>
                  <a:pt x="26" y="33"/>
                </a:lnTo>
                <a:lnTo>
                  <a:pt x="26" y="34"/>
                </a:lnTo>
                <a:lnTo>
                  <a:pt x="26" y="35"/>
                </a:lnTo>
                <a:lnTo>
                  <a:pt x="27" y="35"/>
                </a:lnTo>
                <a:lnTo>
                  <a:pt x="28" y="35"/>
                </a:lnTo>
                <a:lnTo>
                  <a:pt x="29" y="35"/>
                </a:lnTo>
                <a:lnTo>
                  <a:pt x="30" y="35"/>
                </a:lnTo>
                <a:lnTo>
                  <a:pt x="30" y="36"/>
                </a:lnTo>
                <a:lnTo>
                  <a:pt x="30" y="37"/>
                </a:lnTo>
                <a:lnTo>
                  <a:pt x="31" y="37"/>
                </a:lnTo>
                <a:lnTo>
                  <a:pt x="32" y="36"/>
                </a:lnTo>
                <a:lnTo>
                  <a:pt x="33" y="36"/>
                </a:lnTo>
                <a:lnTo>
                  <a:pt x="34" y="36"/>
                </a:lnTo>
                <a:lnTo>
                  <a:pt x="35" y="36"/>
                </a:lnTo>
                <a:lnTo>
                  <a:pt x="36" y="36"/>
                </a:lnTo>
                <a:lnTo>
                  <a:pt x="37" y="38"/>
                </a:lnTo>
                <a:lnTo>
                  <a:pt x="36" y="39"/>
                </a:lnTo>
                <a:lnTo>
                  <a:pt x="36" y="40"/>
                </a:lnTo>
                <a:lnTo>
                  <a:pt x="36" y="41"/>
                </a:lnTo>
                <a:lnTo>
                  <a:pt x="35" y="42"/>
                </a:lnTo>
                <a:lnTo>
                  <a:pt x="34" y="41"/>
                </a:lnTo>
                <a:lnTo>
                  <a:pt x="34" y="40"/>
                </a:lnTo>
                <a:lnTo>
                  <a:pt x="33" y="39"/>
                </a:lnTo>
                <a:lnTo>
                  <a:pt x="31" y="39"/>
                </a:lnTo>
                <a:lnTo>
                  <a:pt x="30" y="39"/>
                </a:lnTo>
                <a:lnTo>
                  <a:pt x="29" y="40"/>
                </a:lnTo>
                <a:lnTo>
                  <a:pt x="28" y="40"/>
                </a:lnTo>
                <a:lnTo>
                  <a:pt x="28" y="41"/>
                </a:lnTo>
                <a:lnTo>
                  <a:pt x="26" y="42"/>
                </a:lnTo>
                <a:lnTo>
                  <a:pt x="25" y="43"/>
                </a:lnTo>
                <a:lnTo>
                  <a:pt x="24" y="43"/>
                </a:lnTo>
                <a:lnTo>
                  <a:pt x="22" y="45"/>
                </a:lnTo>
                <a:lnTo>
                  <a:pt x="20" y="47"/>
                </a:lnTo>
                <a:lnTo>
                  <a:pt x="18" y="47"/>
                </a:lnTo>
                <a:lnTo>
                  <a:pt x="17" y="50"/>
                </a:lnTo>
                <a:lnTo>
                  <a:pt x="17" y="51"/>
                </a:lnTo>
                <a:lnTo>
                  <a:pt x="18" y="52"/>
                </a:lnTo>
                <a:lnTo>
                  <a:pt x="20" y="53"/>
                </a:lnTo>
                <a:lnTo>
                  <a:pt x="21" y="52"/>
                </a:lnTo>
                <a:lnTo>
                  <a:pt x="21" y="51"/>
                </a:lnTo>
                <a:lnTo>
                  <a:pt x="22" y="51"/>
                </a:lnTo>
                <a:lnTo>
                  <a:pt x="23" y="52"/>
                </a:lnTo>
                <a:lnTo>
                  <a:pt x="24" y="53"/>
                </a:lnTo>
                <a:lnTo>
                  <a:pt x="23" y="54"/>
                </a:lnTo>
                <a:lnTo>
                  <a:pt x="23" y="55"/>
                </a:lnTo>
                <a:lnTo>
                  <a:pt x="23" y="56"/>
                </a:lnTo>
                <a:lnTo>
                  <a:pt x="22" y="56"/>
                </a:lnTo>
                <a:lnTo>
                  <a:pt x="17" y="55"/>
                </a:lnTo>
                <a:lnTo>
                  <a:pt x="16" y="54"/>
                </a:lnTo>
                <a:lnTo>
                  <a:pt x="16" y="53"/>
                </a:lnTo>
                <a:lnTo>
                  <a:pt x="15" y="52"/>
                </a:lnTo>
                <a:lnTo>
                  <a:pt x="14" y="52"/>
                </a:lnTo>
                <a:lnTo>
                  <a:pt x="11" y="52"/>
                </a:lnTo>
                <a:lnTo>
                  <a:pt x="10" y="51"/>
                </a:lnTo>
                <a:lnTo>
                  <a:pt x="10" y="50"/>
                </a:lnTo>
                <a:lnTo>
                  <a:pt x="9" y="50"/>
                </a:lnTo>
                <a:lnTo>
                  <a:pt x="8" y="50"/>
                </a:lnTo>
                <a:lnTo>
                  <a:pt x="8" y="49"/>
                </a:lnTo>
                <a:lnTo>
                  <a:pt x="8" y="48"/>
                </a:lnTo>
                <a:lnTo>
                  <a:pt x="8" y="47"/>
                </a:lnTo>
                <a:lnTo>
                  <a:pt x="9" y="47"/>
                </a:lnTo>
                <a:lnTo>
                  <a:pt x="8" y="46"/>
                </a:lnTo>
                <a:lnTo>
                  <a:pt x="7" y="46"/>
                </a:lnTo>
                <a:lnTo>
                  <a:pt x="6" y="47"/>
                </a:lnTo>
                <a:lnTo>
                  <a:pt x="6" y="48"/>
                </a:lnTo>
                <a:lnTo>
                  <a:pt x="5" y="49"/>
                </a:lnTo>
                <a:lnTo>
                  <a:pt x="5" y="48"/>
                </a:lnTo>
                <a:lnTo>
                  <a:pt x="4" y="47"/>
                </a:lnTo>
                <a:lnTo>
                  <a:pt x="4" y="48"/>
                </a:lnTo>
                <a:lnTo>
                  <a:pt x="4" y="47"/>
                </a:lnTo>
                <a:lnTo>
                  <a:pt x="3" y="48"/>
                </a:lnTo>
                <a:lnTo>
                  <a:pt x="3" y="47"/>
                </a:lnTo>
                <a:lnTo>
                  <a:pt x="4" y="47"/>
                </a:lnTo>
                <a:lnTo>
                  <a:pt x="4" y="46"/>
                </a:lnTo>
                <a:lnTo>
                  <a:pt x="4" y="45"/>
                </a:lnTo>
                <a:lnTo>
                  <a:pt x="4" y="44"/>
                </a:lnTo>
                <a:lnTo>
                  <a:pt x="4" y="43"/>
                </a:lnTo>
                <a:lnTo>
                  <a:pt x="5" y="43"/>
                </a:lnTo>
                <a:lnTo>
                  <a:pt x="5" y="42"/>
                </a:lnTo>
                <a:lnTo>
                  <a:pt x="5" y="41"/>
                </a:lnTo>
                <a:lnTo>
                  <a:pt x="6" y="41"/>
                </a:lnTo>
                <a:lnTo>
                  <a:pt x="5" y="41"/>
                </a:lnTo>
                <a:lnTo>
                  <a:pt x="5" y="42"/>
                </a:lnTo>
                <a:lnTo>
                  <a:pt x="4" y="42"/>
                </a:lnTo>
                <a:lnTo>
                  <a:pt x="4" y="43"/>
                </a:lnTo>
                <a:lnTo>
                  <a:pt x="3" y="44"/>
                </a:lnTo>
                <a:lnTo>
                  <a:pt x="3" y="45"/>
                </a:lnTo>
                <a:lnTo>
                  <a:pt x="2" y="45"/>
                </a:lnTo>
                <a:lnTo>
                  <a:pt x="2" y="44"/>
                </a:lnTo>
                <a:lnTo>
                  <a:pt x="2" y="43"/>
                </a:lnTo>
                <a:lnTo>
                  <a:pt x="1" y="43"/>
                </a:lnTo>
                <a:lnTo>
                  <a:pt x="1" y="42"/>
                </a:lnTo>
                <a:lnTo>
                  <a:pt x="2" y="42"/>
                </a:lnTo>
                <a:lnTo>
                  <a:pt x="2" y="40"/>
                </a:lnTo>
                <a:lnTo>
                  <a:pt x="2" y="39"/>
                </a:lnTo>
                <a:lnTo>
                  <a:pt x="2" y="38"/>
                </a:lnTo>
                <a:lnTo>
                  <a:pt x="3" y="37"/>
                </a:lnTo>
                <a:lnTo>
                  <a:pt x="4" y="36"/>
                </a:lnTo>
                <a:lnTo>
                  <a:pt x="4" y="37"/>
                </a:lnTo>
                <a:lnTo>
                  <a:pt x="5" y="36"/>
                </a:lnTo>
                <a:lnTo>
                  <a:pt x="4" y="34"/>
                </a:lnTo>
                <a:lnTo>
                  <a:pt x="5" y="34"/>
                </a:lnTo>
                <a:lnTo>
                  <a:pt x="6" y="34"/>
                </a:lnTo>
                <a:lnTo>
                  <a:pt x="7" y="34"/>
                </a:lnTo>
                <a:lnTo>
                  <a:pt x="8" y="35"/>
                </a:lnTo>
                <a:lnTo>
                  <a:pt x="9" y="34"/>
                </a:lnTo>
                <a:lnTo>
                  <a:pt x="10" y="33"/>
                </a:lnTo>
                <a:lnTo>
                  <a:pt x="11" y="34"/>
                </a:lnTo>
                <a:lnTo>
                  <a:pt x="12" y="35"/>
                </a:lnTo>
                <a:lnTo>
                  <a:pt x="13" y="35"/>
                </a:lnTo>
                <a:lnTo>
                  <a:pt x="13" y="34"/>
                </a:lnTo>
                <a:lnTo>
                  <a:pt x="13" y="33"/>
                </a:lnTo>
                <a:lnTo>
                  <a:pt x="11" y="33"/>
                </a:lnTo>
                <a:lnTo>
                  <a:pt x="9" y="33"/>
                </a:lnTo>
                <a:lnTo>
                  <a:pt x="7" y="32"/>
                </a:lnTo>
                <a:lnTo>
                  <a:pt x="7" y="31"/>
                </a:lnTo>
                <a:lnTo>
                  <a:pt x="7" y="30"/>
                </a:lnTo>
                <a:lnTo>
                  <a:pt x="7" y="26"/>
                </a:lnTo>
                <a:lnTo>
                  <a:pt x="7" y="25"/>
                </a:lnTo>
                <a:lnTo>
                  <a:pt x="5" y="23"/>
                </a:lnTo>
                <a:lnTo>
                  <a:pt x="4" y="21"/>
                </a:lnTo>
                <a:lnTo>
                  <a:pt x="3" y="21"/>
                </a:lnTo>
                <a:lnTo>
                  <a:pt x="2" y="21"/>
                </a:lnTo>
                <a:lnTo>
                  <a:pt x="1" y="20"/>
                </a:lnTo>
                <a:lnTo>
                  <a:pt x="1" y="19"/>
                </a:lnTo>
                <a:lnTo>
                  <a:pt x="0" y="17"/>
                </a:lnTo>
                <a:lnTo>
                  <a:pt x="0" y="16"/>
                </a:lnTo>
                <a:lnTo>
                  <a:pt x="0" y="17"/>
                </a:lnTo>
                <a:lnTo>
                  <a:pt x="1" y="16"/>
                </a:lnTo>
                <a:lnTo>
                  <a:pt x="2" y="13"/>
                </a:lnTo>
                <a:lnTo>
                  <a:pt x="2" y="12"/>
                </a:lnTo>
                <a:lnTo>
                  <a:pt x="4" y="11"/>
                </a:lnTo>
                <a:lnTo>
                  <a:pt x="4" y="12"/>
                </a:lnTo>
                <a:lnTo>
                  <a:pt x="5" y="12"/>
                </a:lnTo>
                <a:lnTo>
                  <a:pt x="5" y="11"/>
                </a:lnTo>
                <a:lnTo>
                  <a:pt x="6" y="10"/>
                </a:lnTo>
                <a:lnTo>
                  <a:pt x="6" y="9"/>
                </a:lnTo>
                <a:lnTo>
                  <a:pt x="8" y="5"/>
                </a:lnTo>
                <a:lnTo>
                  <a:pt x="9" y="6"/>
                </a:lnTo>
                <a:lnTo>
                  <a:pt x="9" y="8"/>
                </a:lnTo>
                <a:lnTo>
                  <a:pt x="10" y="9"/>
                </a:lnTo>
                <a:lnTo>
                  <a:pt x="11" y="9"/>
                </a:lnTo>
                <a:lnTo>
                  <a:pt x="10" y="8"/>
                </a:lnTo>
                <a:lnTo>
                  <a:pt x="10" y="6"/>
                </a:lnTo>
                <a:lnTo>
                  <a:pt x="10" y="5"/>
                </a:lnTo>
                <a:lnTo>
                  <a:pt x="11" y="4"/>
                </a:lnTo>
                <a:lnTo>
                  <a:pt x="12" y="2"/>
                </a:lnTo>
                <a:lnTo>
                  <a:pt x="13" y="2"/>
                </a:lnTo>
                <a:lnTo>
                  <a:pt x="16" y="0"/>
                </a:lnTo>
                <a:lnTo>
                  <a:pt x="17" y="0"/>
                </a:lnTo>
                <a:lnTo>
                  <a:pt x="15" y="3"/>
                </a:lnTo>
                <a:lnTo>
                  <a:pt x="15" y="4"/>
                </a:lnTo>
                <a:lnTo>
                  <a:pt x="14" y="5"/>
                </a:lnTo>
                <a:lnTo>
                  <a:pt x="14" y="6"/>
                </a:lnTo>
                <a:lnTo>
                  <a:pt x="15" y="1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5" name=""/>
          <p:cNvSpPr/>
          <p:nvPr/>
        </p:nvSpPr>
        <p:spPr>
          <a:xfrm>
            <a:off x="8443800" y="232344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4" y="6"/>
                </a:moveTo>
                <a:lnTo>
                  <a:pt x="3" y="6"/>
                </a:lnTo>
                <a:lnTo>
                  <a:pt x="0" y="6"/>
                </a:lnTo>
                <a:lnTo>
                  <a:pt x="0" y="5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3"/>
                </a:lnTo>
                <a:lnTo>
                  <a:pt x="7" y="5"/>
                </a:lnTo>
                <a:lnTo>
                  <a:pt x="6" y="6"/>
                </a:lnTo>
                <a:lnTo>
                  <a:pt x="4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6" name=""/>
          <p:cNvSpPr/>
          <p:nvPr/>
        </p:nvSpPr>
        <p:spPr>
          <a:xfrm>
            <a:off x="8429400" y="232128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11" y="7"/>
                </a:moveTo>
                <a:lnTo>
                  <a:pt x="9" y="7"/>
                </a:lnTo>
                <a:lnTo>
                  <a:pt x="8" y="6"/>
                </a:lnTo>
                <a:lnTo>
                  <a:pt x="7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7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2" y="2"/>
                </a:lnTo>
                <a:lnTo>
                  <a:pt x="2" y="4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0"/>
                </a:lnTo>
                <a:lnTo>
                  <a:pt x="11" y="0"/>
                </a:lnTo>
                <a:lnTo>
                  <a:pt x="9" y="1"/>
                </a:lnTo>
                <a:lnTo>
                  <a:pt x="11" y="2"/>
                </a:lnTo>
                <a:lnTo>
                  <a:pt x="11" y="4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7" name=""/>
          <p:cNvSpPr/>
          <p:nvPr/>
        </p:nvSpPr>
        <p:spPr>
          <a:xfrm>
            <a:off x="8428320" y="23212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4"/>
                </a:move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8" name=""/>
          <p:cNvSpPr/>
          <p:nvPr/>
        </p:nvSpPr>
        <p:spPr>
          <a:xfrm>
            <a:off x="8428680" y="2314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0"/>
                </a:move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9" name=""/>
          <p:cNvSpPr/>
          <p:nvPr/>
        </p:nvSpPr>
        <p:spPr>
          <a:xfrm>
            <a:off x="8443080" y="22960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1"/>
                </a:move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3" y="4"/>
                </a:lnTo>
                <a:lnTo>
                  <a:pt x="2" y="3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0" name=""/>
          <p:cNvSpPr/>
          <p:nvPr/>
        </p:nvSpPr>
        <p:spPr>
          <a:xfrm>
            <a:off x="8440200" y="228240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3" y="2"/>
                </a:moveTo>
                <a:lnTo>
                  <a:pt x="4" y="2"/>
                </a:lnTo>
                <a:lnTo>
                  <a:pt x="6" y="3"/>
                </a:lnTo>
                <a:lnTo>
                  <a:pt x="7" y="2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0" y="2"/>
                </a:lnTo>
                <a:lnTo>
                  <a:pt x="10" y="3"/>
                </a:lnTo>
                <a:lnTo>
                  <a:pt x="7" y="5"/>
                </a:lnTo>
                <a:lnTo>
                  <a:pt x="7" y="7"/>
                </a:lnTo>
                <a:lnTo>
                  <a:pt x="6" y="5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1" name=""/>
          <p:cNvSpPr/>
          <p:nvPr/>
        </p:nvSpPr>
        <p:spPr>
          <a:xfrm>
            <a:off x="8443080" y="227700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8" y="0"/>
                </a:moveTo>
                <a:lnTo>
                  <a:pt x="8" y="2"/>
                </a:lnTo>
                <a:lnTo>
                  <a:pt x="9" y="1"/>
                </a:lnTo>
                <a:lnTo>
                  <a:pt x="10" y="1"/>
                </a:lnTo>
                <a:lnTo>
                  <a:pt x="10" y="2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6" y="4"/>
                </a:lnTo>
                <a:lnTo>
                  <a:pt x="6" y="3"/>
                </a:lnTo>
                <a:lnTo>
                  <a:pt x="6" y="4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2" y="6"/>
                </a:lnTo>
                <a:lnTo>
                  <a:pt x="2" y="8"/>
                </a:lnTo>
                <a:lnTo>
                  <a:pt x="2" y="9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2" y="3"/>
                </a:lnTo>
                <a:lnTo>
                  <a:pt x="3" y="3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8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2" name=""/>
          <p:cNvSpPr/>
          <p:nvPr/>
        </p:nvSpPr>
        <p:spPr>
          <a:xfrm>
            <a:off x="8443440" y="2273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3" name=""/>
          <p:cNvSpPr/>
          <p:nvPr/>
        </p:nvSpPr>
        <p:spPr>
          <a:xfrm>
            <a:off x="8435520" y="22644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2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4" name=""/>
          <p:cNvSpPr/>
          <p:nvPr/>
        </p:nvSpPr>
        <p:spPr>
          <a:xfrm>
            <a:off x="8436960" y="226404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2" y="6"/>
                </a:moveTo>
                <a:lnTo>
                  <a:pt x="0" y="4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5" name=""/>
          <p:cNvSpPr/>
          <p:nvPr/>
        </p:nvSpPr>
        <p:spPr>
          <a:xfrm>
            <a:off x="8443800" y="225540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7" y="7"/>
                </a:moveTo>
                <a:lnTo>
                  <a:pt x="6" y="6"/>
                </a:lnTo>
                <a:lnTo>
                  <a:pt x="5" y="6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1" y="8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7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6" name=""/>
          <p:cNvSpPr/>
          <p:nvPr/>
        </p:nvSpPr>
        <p:spPr>
          <a:xfrm>
            <a:off x="8428320" y="22543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2"/>
                </a:move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5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7" name=""/>
          <p:cNvSpPr/>
          <p:nvPr/>
        </p:nvSpPr>
        <p:spPr>
          <a:xfrm>
            <a:off x="8441640" y="2253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4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8" name=""/>
          <p:cNvSpPr/>
          <p:nvPr/>
        </p:nvSpPr>
        <p:spPr>
          <a:xfrm>
            <a:off x="8435160" y="2247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9" name=""/>
          <p:cNvSpPr/>
          <p:nvPr/>
        </p:nvSpPr>
        <p:spPr>
          <a:xfrm>
            <a:off x="8433720" y="224424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9" y="0"/>
                </a:moveTo>
                <a:lnTo>
                  <a:pt x="9" y="1"/>
                </a:lnTo>
                <a:lnTo>
                  <a:pt x="8" y="2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7" y="6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5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0" name=""/>
          <p:cNvSpPr/>
          <p:nvPr/>
        </p:nvSpPr>
        <p:spPr>
          <a:xfrm>
            <a:off x="8445600" y="22960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6" y="2"/>
                </a:moveTo>
                <a:lnTo>
                  <a:pt x="6" y="4"/>
                </a:lnTo>
                <a:lnTo>
                  <a:pt x="5" y="4"/>
                </a:lnTo>
                <a:lnTo>
                  <a:pt x="4" y="6"/>
                </a:lnTo>
                <a:lnTo>
                  <a:pt x="1" y="7"/>
                </a:lnTo>
                <a:lnTo>
                  <a:pt x="0" y="7"/>
                </a:lnTo>
                <a:lnTo>
                  <a:pt x="3" y="4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1" name=""/>
          <p:cNvSpPr/>
          <p:nvPr/>
        </p:nvSpPr>
        <p:spPr>
          <a:xfrm>
            <a:off x="8444880" y="2275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2" name=""/>
          <p:cNvSpPr/>
          <p:nvPr/>
        </p:nvSpPr>
        <p:spPr>
          <a:xfrm>
            <a:off x="8474040" y="2261520"/>
            <a:ext cx="3240" cy="2160"/>
          </a:xfrm>
          <a:custGeom>
            <a:avLst/>
            <a:gdLst/>
            <a:ahLst/>
            <a:rect l="0" t="0" r="r" b="b"/>
            <a:pathLst>
              <a:path w="9" h="6">
                <a:moveTo>
                  <a:pt x="5" y="3"/>
                </a:moveTo>
                <a:lnTo>
                  <a:pt x="5" y="2"/>
                </a:ln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9" y="3"/>
                </a:lnTo>
                <a:lnTo>
                  <a:pt x="9" y="4"/>
                </a:lnTo>
                <a:lnTo>
                  <a:pt x="7" y="4"/>
                </a:lnTo>
                <a:lnTo>
                  <a:pt x="7" y="5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3" name=""/>
          <p:cNvSpPr/>
          <p:nvPr/>
        </p:nvSpPr>
        <p:spPr>
          <a:xfrm>
            <a:off x="8450640" y="22564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2"/>
                </a:move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5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4" name=""/>
          <p:cNvSpPr/>
          <p:nvPr/>
        </p:nvSpPr>
        <p:spPr>
          <a:xfrm>
            <a:off x="8450640" y="22528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3"/>
                </a:moveTo>
                <a:lnTo>
                  <a:pt x="2" y="1"/>
                </a:lnTo>
                <a:lnTo>
                  <a:pt x="2" y="0"/>
                </a:lnTo>
                <a:lnTo>
                  <a:pt x="3" y="3"/>
                </a:lnTo>
                <a:lnTo>
                  <a:pt x="2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5" name=""/>
          <p:cNvSpPr/>
          <p:nvPr/>
        </p:nvSpPr>
        <p:spPr>
          <a:xfrm>
            <a:off x="8451000" y="22518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1"/>
                </a:move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6" name=""/>
          <p:cNvSpPr/>
          <p:nvPr/>
        </p:nvSpPr>
        <p:spPr>
          <a:xfrm>
            <a:off x="8448840" y="2248560"/>
            <a:ext cx="3600" cy="4320"/>
          </a:xfrm>
          <a:custGeom>
            <a:avLst/>
            <a:gdLst/>
            <a:ahLst/>
            <a:rect l="0" t="0" r="r" b="b"/>
            <a:pathLst>
              <a:path w="10" h="12">
                <a:moveTo>
                  <a:pt x="6" y="6"/>
                </a:moveTo>
                <a:lnTo>
                  <a:pt x="5" y="7"/>
                </a:lnTo>
                <a:lnTo>
                  <a:pt x="5" y="9"/>
                </a:lnTo>
                <a:lnTo>
                  <a:pt x="6" y="9"/>
                </a:lnTo>
                <a:lnTo>
                  <a:pt x="6" y="10"/>
                </a:lnTo>
                <a:lnTo>
                  <a:pt x="5" y="10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2" y="11"/>
                </a:lnTo>
                <a:lnTo>
                  <a:pt x="0" y="10"/>
                </a:lnTo>
                <a:lnTo>
                  <a:pt x="0" y="9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4" y="6"/>
                </a:lnTo>
                <a:lnTo>
                  <a:pt x="4" y="5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1"/>
                </a:lnTo>
                <a:lnTo>
                  <a:pt x="10" y="2"/>
                </a:lnTo>
                <a:lnTo>
                  <a:pt x="10" y="3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6" y="7"/>
                </a:lnTo>
                <a:lnTo>
                  <a:pt x="6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7" name=""/>
          <p:cNvSpPr/>
          <p:nvPr/>
        </p:nvSpPr>
        <p:spPr>
          <a:xfrm>
            <a:off x="8463240" y="22435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8" name=""/>
          <p:cNvSpPr/>
          <p:nvPr/>
        </p:nvSpPr>
        <p:spPr>
          <a:xfrm>
            <a:off x="8461080" y="2243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9" name=""/>
          <p:cNvSpPr/>
          <p:nvPr/>
        </p:nvSpPr>
        <p:spPr>
          <a:xfrm>
            <a:off x="8447760" y="22420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0" name=""/>
          <p:cNvSpPr/>
          <p:nvPr/>
        </p:nvSpPr>
        <p:spPr>
          <a:xfrm>
            <a:off x="8464680" y="2240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1" name=""/>
          <p:cNvSpPr/>
          <p:nvPr/>
        </p:nvSpPr>
        <p:spPr>
          <a:xfrm>
            <a:off x="8462160" y="22388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2" name=""/>
          <p:cNvSpPr/>
          <p:nvPr/>
        </p:nvSpPr>
        <p:spPr>
          <a:xfrm>
            <a:off x="8447760" y="22338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3"/>
                </a:move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1" y="4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3" name=""/>
          <p:cNvSpPr/>
          <p:nvPr/>
        </p:nvSpPr>
        <p:spPr>
          <a:xfrm>
            <a:off x="8445960" y="2232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4" name=""/>
          <p:cNvSpPr/>
          <p:nvPr/>
        </p:nvSpPr>
        <p:spPr>
          <a:xfrm>
            <a:off x="8451720" y="2227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5" name=""/>
          <p:cNvSpPr/>
          <p:nvPr/>
        </p:nvSpPr>
        <p:spPr>
          <a:xfrm>
            <a:off x="8453160" y="22233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0"/>
                </a:moveTo>
                <a:lnTo>
                  <a:pt x="4" y="3"/>
                </a:ln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5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6" name=""/>
          <p:cNvSpPr/>
          <p:nvPr/>
        </p:nvSpPr>
        <p:spPr>
          <a:xfrm>
            <a:off x="8455680" y="222264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0" y="3"/>
                </a:move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6" y="0"/>
                </a:lnTo>
                <a:lnTo>
                  <a:pt x="7" y="1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7" name=""/>
          <p:cNvSpPr/>
          <p:nvPr/>
        </p:nvSpPr>
        <p:spPr>
          <a:xfrm>
            <a:off x="8457840" y="2220120"/>
            <a:ext cx="5400" cy="3960"/>
          </a:xfrm>
          <a:custGeom>
            <a:avLst/>
            <a:gdLst/>
            <a:ahLst/>
            <a:rect l="0" t="0" r="r" b="b"/>
            <a:pathLst>
              <a:path w="15" h="11">
                <a:moveTo>
                  <a:pt x="7" y="1"/>
                </a:moveTo>
                <a:lnTo>
                  <a:pt x="8" y="1"/>
                </a:lnTo>
                <a:lnTo>
                  <a:pt x="9" y="1"/>
                </a:lnTo>
                <a:lnTo>
                  <a:pt x="10" y="2"/>
                </a:lnTo>
                <a:lnTo>
                  <a:pt x="10" y="4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3" y="7"/>
                </a:lnTo>
                <a:lnTo>
                  <a:pt x="14" y="7"/>
                </a:lnTo>
                <a:lnTo>
                  <a:pt x="15" y="7"/>
                </a:lnTo>
                <a:lnTo>
                  <a:pt x="15" y="8"/>
                </a:lnTo>
                <a:lnTo>
                  <a:pt x="14" y="8"/>
                </a:lnTo>
                <a:lnTo>
                  <a:pt x="13" y="8"/>
                </a:lnTo>
                <a:lnTo>
                  <a:pt x="13" y="7"/>
                </a:lnTo>
                <a:lnTo>
                  <a:pt x="12" y="7"/>
                </a:lnTo>
                <a:lnTo>
                  <a:pt x="11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8" y="11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8" name=""/>
          <p:cNvSpPr/>
          <p:nvPr/>
        </p:nvSpPr>
        <p:spPr>
          <a:xfrm>
            <a:off x="8461440" y="2220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9" name=""/>
          <p:cNvSpPr/>
          <p:nvPr/>
        </p:nvSpPr>
        <p:spPr>
          <a:xfrm>
            <a:off x="8461440" y="2220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noFill/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0" name=""/>
          <p:cNvSpPr/>
          <p:nvPr/>
        </p:nvSpPr>
        <p:spPr>
          <a:xfrm>
            <a:off x="8482680" y="2214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1" name=""/>
          <p:cNvSpPr/>
          <p:nvPr/>
        </p:nvSpPr>
        <p:spPr>
          <a:xfrm>
            <a:off x="8481240" y="2213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2" name=""/>
          <p:cNvSpPr/>
          <p:nvPr/>
        </p:nvSpPr>
        <p:spPr>
          <a:xfrm>
            <a:off x="8461440" y="2209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3" name=""/>
          <p:cNvSpPr/>
          <p:nvPr/>
        </p:nvSpPr>
        <p:spPr>
          <a:xfrm>
            <a:off x="8459280" y="2201760"/>
            <a:ext cx="3600" cy="3960"/>
          </a:xfrm>
          <a:custGeom>
            <a:avLst/>
            <a:gdLst/>
            <a:ahLst/>
            <a:rect l="0" t="0" r="r" b="b"/>
            <a:pathLst>
              <a:path w="10" h="11">
                <a:moveTo>
                  <a:pt x="3" y="0"/>
                </a:moveTo>
                <a:lnTo>
                  <a:pt x="3" y="1"/>
                </a:lnTo>
                <a:lnTo>
                  <a:pt x="3" y="2"/>
                </a:lnTo>
                <a:lnTo>
                  <a:pt x="4" y="3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9" y="8"/>
                </a:lnTo>
                <a:lnTo>
                  <a:pt x="10" y="8"/>
                </a:lnTo>
                <a:lnTo>
                  <a:pt x="10" y="10"/>
                </a:lnTo>
                <a:lnTo>
                  <a:pt x="10" y="8"/>
                </a:lnTo>
                <a:lnTo>
                  <a:pt x="9" y="8"/>
                </a:lnTo>
                <a:lnTo>
                  <a:pt x="9" y="10"/>
                </a:lnTo>
                <a:lnTo>
                  <a:pt x="9" y="11"/>
                </a:lnTo>
                <a:lnTo>
                  <a:pt x="8" y="11"/>
                </a:lnTo>
                <a:lnTo>
                  <a:pt x="7" y="11"/>
                </a:lnTo>
                <a:lnTo>
                  <a:pt x="8" y="11"/>
                </a:lnTo>
                <a:lnTo>
                  <a:pt x="8" y="8"/>
                </a:lnTo>
                <a:lnTo>
                  <a:pt x="7" y="7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4" name=""/>
          <p:cNvSpPr/>
          <p:nvPr/>
        </p:nvSpPr>
        <p:spPr>
          <a:xfrm>
            <a:off x="8451720" y="22003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5" name=""/>
          <p:cNvSpPr/>
          <p:nvPr/>
        </p:nvSpPr>
        <p:spPr>
          <a:xfrm>
            <a:off x="8016480" y="2024280"/>
            <a:ext cx="309240" cy="425880"/>
          </a:xfrm>
          <a:custGeom>
            <a:avLst/>
            <a:gdLst/>
            <a:ahLst/>
            <a:rect l="0" t="0" r="r" b="b"/>
            <a:pathLst>
              <a:path w="859" h="1183">
                <a:moveTo>
                  <a:pt x="498" y="1"/>
                </a:moveTo>
                <a:lnTo>
                  <a:pt x="499" y="2"/>
                </a:lnTo>
                <a:lnTo>
                  <a:pt x="500" y="2"/>
                </a:lnTo>
                <a:lnTo>
                  <a:pt x="502" y="2"/>
                </a:lnTo>
                <a:lnTo>
                  <a:pt x="502" y="3"/>
                </a:lnTo>
                <a:lnTo>
                  <a:pt x="504" y="3"/>
                </a:lnTo>
                <a:lnTo>
                  <a:pt x="506" y="3"/>
                </a:lnTo>
                <a:lnTo>
                  <a:pt x="507" y="3"/>
                </a:lnTo>
                <a:lnTo>
                  <a:pt x="508" y="3"/>
                </a:lnTo>
                <a:lnTo>
                  <a:pt x="508" y="2"/>
                </a:lnTo>
                <a:lnTo>
                  <a:pt x="509" y="2"/>
                </a:lnTo>
                <a:lnTo>
                  <a:pt x="510" y="4"/>
                </a:lnTo>
                <a:lnTo>
                  <a:pt x="511" y="4"/>
                </a:lnTo>
                <a:lnTo>
                  <a:pt x="513" y="4"/>
                </a:lnTo>
                <a:lnTo>
                  <a:pt x="513" y="5"/>
                </a:lnTo>
                <a:lnTo>
                  <a:pt x="515" y="7"/>
                </a:lnTo>
                <a:lnTo>
                  <a:pt x="515" y="8"/>
                </a:lnTo>
                <a:lnTo>
                  <a:pt x="516" y="9"/>
                </a:lnTo>
                <a:lnTo>
                  <a:pt x="517" y="9"/>
                </a:lnTo>
                <a:lnTo>
                  <a:pt x="517" y="10"/>
                </a:lnTo>
                <a:lnTo>
                  <a:pt x="517" y="11"/>
                </a:lnTo>
                <a:lnTo>
                  <a:pt x="518" y="11"/>
                </a:lnTo>
                <a:lnTo>
                  <a:pt x="517" y="12"/>
                </a:lnTo>
                <a:lnTo>
                  <a:pt x="518" y="12"/>
                </a:lnTo>
                <a:lnTo>
                  <a:pt x="519" y="13"/>
                </a:lnTo>
                <a:lnTo>
                  <a:pt x="519" y="14"/>
                </a:lnTo>
                <a:lnTo>
                  <a:pt x="520" y="13"/>
                </a:lnTo>
                <a:lnTo>
                  <a:pt x="521" y="13"/>
                </a:lnTo>
                <a:lnTo>
                  <a:pt x="523" y="12"/>
                </a:lnTo>
                <a:lnTo>
                  <a:pt x="523" y="11"/>
                </a:lnTo>
                <a:lnTo>
                  <a:pt x="523" y="10"/>
                </a:lnTo>
                <a:lnTo>
                  <a:pt x="524" y="10"/>
                </a:lnTo>
                <a:lnTo>
                  <a:pt x="524" y="12"/>
                </a:lnTo>
                <a:lnTo>
                  <a:pt x="524" y="13"/>
                </a:lnTo>
                <a:lnTo>
                  <a:pt x="524" y="14"/>
                </a:lnTo>
                <a:lnTo>
                  <a:pt x="524" y="15"/>
                </a:lnTo>
                <a:lnTo>
                  <a:pt x="524" y="16"/>
                </a:lnTo>
                <a:lnTo>
                  <a:pt x="524" y="17"/>
                </a:lnTo>
                <a:lnTo>
                  <a:pt x="524" y="18"/>
                </a:lnTo>
                <a:lnTo>
                  <a:pt x="525" y="20"/>
                </a:lnTo>
                <a:lnTo>
                  <a:pt x="526" y="21"/>
                </a:lnTo>
                <a:lnTo>
                  <a:pt x="526" y="20"/>
                </a:lnTo>
                <a:lnTo>
                  <a:pt x="526" y="18"/>
                </a:lnTo>
                <a:lnTo>
                  <a:pt x="527" y="18"/>
                </a:lnTo>
                <a:lnTo>
                  <a:pt x="529" y="18"/>
                </a:lnTo>
                <a:lnTo>
                  <a:pt x="530" y="17"/>
                </a:lnTo>
                <a:lnTo>
                  <a:pt x="530" y="16"/>
                </a:lnTo>
                <a:lnTo>
                  <a:pt x="531" y="15"/>
                </a:lnTo>
                <a:lnTo>
                  <a:pt x="532" y="15"/>
                </a:lnTo>
                <a:lnTo>
                  <a:pt x="533" y="16"/>
                </a:lnTo>
                <a:lnTo>
                  <a:pt x="533" y="17"/>
                </a:lnTo>
                <a:lnTo>
                  <a:pt x="534" y="16"/>
                </a:lnTo>
                <a:lnTo>
                  <a:pt x="535" y="17"/>
                </a:lnTo>
                <a:lnTo>
                  <a:pt x="535" y="18"/>
                </a:lnTo>
                <a:lnTo>
                  <a:pt x="535" y="17"/>
                </a:lnTo>
                <a:lnTo>
                  <a:pt x="536" y="17"/>
                </a:lnTo>
                <a:lnTo>
                  <a:pt x="537" y="17"/>
                </a:lnTo>
                <a:lnTo>
                  <a:pt x="537" y="18"/>
                </a:lnTo>
                <a:lnTo>
                  <a:pt x="537" y="19"/>
                </a:lnTo>
                <a:lnTo>
                  <a:pt x="538" y="20"/>
                </a:lnTo>
                <a:lnTo>
                  <a:pt x="538" y="21"/>
                </a:lnTo>
                <a:lnTo>
                  <a:pt x="538" y="22"/>
                </a:lnTo>
                <a:lnTo>
                  <a:pt x="538" y="23"/>
                </a:lnTo>
                <a:lnTo>
                  <a:pt x="537" y="23"/>
                </a:lnTo>
                <a:lnTo>
                  <a:pt x="537" y="27"/>
                </a:lnTo>
                <a:lnTo>
                  <a:pt x="538" y="27"/>
                </a:lnTo>
                <a:lnTo>
                  <a:pt x="538" y="28"/>
                </a:lnTo>
                <a:lnTo>
                  <a:pt x="538" y="29"/>
                </a:lnTo>
                <a:lnTo>
                  <a:pt x="537" y="29"/>
                </a:lnTo>
                <a:lnTo>
                  <a:pt x="536" y="31"/>
                </a:lnTo>
                <a:lnTo>
                  <a:pt x="537" y="31"/>
                </a:lnTo>
                <a:lnTo>
                  <a:pt x="537" y="33"/>
                </a:lnTo>
                <a:lnTo>
                  <a:pt x="536" y="33"/>
                </a:lnTo>
                <a:lnTo>
                  <a:pt x="536" y="34"/>
                </a:lnTo>
                <a:lnTo>
                  <a:pt x="535" y="35"/>
                </a:lnTo>
                <a:lnTo>
                  <a:pt x="534" y="36"/>
                </a:lnTo>
                <a:lnTo>
                  <a:pt x="534" y="37"/>
                </a:lnTo>
                <a:lnTo>
                  <a:pt x="533" y="39"/>
                </a:lnTo>
                <a:lnTo>
                  <a:pt x="532" y="39"/>
                </a:lnTo>
                <a:lnTo>
                  <a:pt x="532" y="40"/>
                </a:lnTo>
                <a:lnTo>
                  <a:pt x="532" y="41"/>
                </a:lnTo>
                <a:lnTo>
                  <a:pt x="530" y="43"/>
                </a:lnTo>
                <a:lnTo>
                  <a:pt x="530" y="44"/>
                </a:lnTo>
                <a:lnTo>
                  <a:pt x="528" y="45"/>
                </a:lnTo>
                <a:lnTo>
                  <a:pt x="527" y="46"/>
                </a:lnTo>
                <a:lnTo>
                  <a:pt x="527" y="47"/>
                </a:lnTo>
                <a:lnTo>
                  <a:pt x="528" y="47"/>
                </a:lnTo>
                <a:lnTo>
                  <a:pt x="528" y="48"/>
                </a:lnTo>
                <a:lnTo>
                  <a:pt x="528" y="49"/>
                </a:lnTo>
                <a:lnTo>
                  <a:pt x="527" y="50"/>
                </a:lnTo>
                <a:lnTo>
                  <a:pt x="526" y="50"/>
                </a:lnTo>
                <a:lnTo>
                  <a:pt x="525" y="50"/>
                </a:lnTo>
                <a:lnTo>
                  <a:pt x="525" y="51"/>
                </a:lnTo>
                <a:lnTo>
                  <a:pt x="524" y="52"/>
                </a:lnTo>
                <a:lnTo>
                  <a:pt x="524" y="53"/>
                </a:lnTo>
                <a:lnTo>
                  <a:pt x="525" y="53"/>
                </a:lnTo>
                <a:lnTo>
                  <a:pt x="524" y="53"/>
                </a:lnTo>
                <a:lnTo>
                  <a:pt x="524" y="54"/>
                </a:lnTo>
                <a:lnTo>
                  <a:pt x="523" y="54"/>
                </a:lnTo>
                <a:lnTo>
                  <a:pt x="522" y="55"/>
                </a:lnTo>
                <a:lnTo>
                  <a:pt x="522" y="56"/>
                </a:lnTo>
                <a:lnTo>
                  <a:pt x="521" y="56"/>
                </a:lnTo>
                <a:lnTo>
                  <a:pt x="520" y="55"/>
                </a:lnTo>
                <a:lnTo>
                  <a:pt x="519" y="55"/>
                </a:lnTo>
                <a:lnTo>
                  <a:pt x="519" y="54"/>
                </a:lnTo>
                <a:lnTo>
                  <a:pt x="518" y="54"/>
                </a:lnTo>
                <a:lnTo>
                  <a:pt x="517" y="53"/>
                </a:lnTo>
                <a:lnTo>
                  <a:pt x="517" y="54"/>
                </a:lnTo>
                <a:lnTo>
                  <a:pt x="517" y="55"/>
                </a:lnTo>
                <a:lnTo>
                  <a:pt x="516" y="55"/>
                </a:lnTo>
                <a:lnTo>
                  <a:pt x="515" y="55"/>
                </a:lnTo>
                <a:lnTo>
                  <a:pt x="515" y="56"/>
                </a:lnTo>
                <a:lnTo>
                  <a:pt x="514" y="57"/>
                </a:lnTo>
                <a:lnTo>
                  <a:pt x="514" y="58"/>
                </a:lnTo>
                <a:lnTo>
                  <a:pt x="514" y="59"/>
                </a:lnTo>
                <a:lnTo>
                  <a:pt x="513" y="60"/>
                </a:lnTo>
                <a:lnTo>
                  <a:pt x="513" y="61"/>
                </a:lnTo>
                <a:lnTo>
                  <a:pt x="512" y="61"/>
                </a:lnTo>
                <a:lnTo>
                  <a:pt x="511" y="63"/>
                </a:lnTo>
                <a:lnTo>
                  <a:pt x="510" y="64"/>
                </a:lnTo>
                <a:lnTo>
                  <a:pt x="510" y="66"/>
                </a:lnTo>
                <a:lnTo>
                  <a:pt x="509" y="67"/>
                </a:lnTo>
                <a:lnTo>
                  <a:pt x="508" y="67"/>
                </a:lnTo>
                <a:lnTo>
                  <a:pt x="508" y="68"/>
                </a:lnTo>
                <a:lnTo>
                  <a:pt x="507" y="68"/>
                </a:lnTo>
                <a:lnTo>
                  <a:pt x="506" y="68"/>
                </a:lnTo>
                <a:lnTo>
                  <a:pt x="505" y="70"/>
                </a:lnTo>
                <a:lnTo>
                  <a:pt x="505" y="71"/>
                </a:lnTo>
                <a:lnTo>
                  <a:pt x="504" y="71"/>
                </a:lnTo>
                <a:lnTo>
                  <a:pt x="504" y="72"/>
                </a:lnTo>
                <a:lnTo>
                  <a:pt x="504" y="73"/>
                </a:lnTo>
                <a:lnTo>
                  <a:pt x="504" y="74"/>
                </a:lnTo>
                <a:lnTo>
                  <a:pt x="503" y="75"/>
                </a:lnTo>
                <a:lnTo>
                  <a:pt x="504" y="76"/>
                </a:lnTo>
                <a:lnTo>
                  <a:pt x="503" y="77"/>
                </a:lnTo>
                <a:lnTo>
                  <a:pt x="502" y="77"/>
                </a:lnTo>
                <a:lnTo>
                  <a:pt x="501" y="77"/>
                </a:lnTo>
                <a:lnTo>
                  <a:pt x="500" y="78"/>
                </a:lnTo>
                <a:lnTo>
                  <a:pt x="500" y="79"/>
                </a:lnTo>
                <a:lnTo>
                  <a:pt x="500" y="80"/>
                </a:lnTo>
                <a:lnTo>
                  <a:pt x="501" y="80"/>
                </a:lnTo>
                <a:lnTo>
                  <a:pt x="502" y="80"/>
                </a:lnTo>
                <a:lnTo>
                  <a:pt x="503" y="80"/>
                </a:lnTo>
                <a:lnTo>
                  <a:pt x="504" y="79"/>
                </a:lnTo>
                <a:lnTo>
                  <a:pt x="505" y="79"/>
                </a:lnTo>
                <a:lnTo>
                  <a:pt x="506" y="80"/>
                </a:lnTo>
                <a:lnTo>
                  <a:pt x="507" y="81"/>
                </a:lnTo>
                <a:lnTo>
                  <a:pt x="507" y="82"/>
                </a:lnTo>
                <a:lnTo>
                  <a:pt x="506" y="83"/>
                </a:lnTo>
                <a:lnTo>
                  <a:pt x="505" y="83"/>
                </a:lnTo>
                <a:lnTo>
                  <a:pt x="505" y="84"/>
                </a:lnTo>
                <a:lnTo>
                  <a:pt x="504" y="84"/>
                </a:lnTo>
                <a:lnTo>
                  <a:pt x="504" y="85"/>
                </a:lnTo>
                <a:lnTo>
                  <a:pt x="503" y="86"/>
                </a:lnTo>
                <a:lnTo>
                  <a:pt x="502" y="89"/>
                </a:lnTo>
                <a:lnTo>
                  <a:pt x="502" y="90"/>
                </a:lnTo>
                <a:lnTo>
                  <a:pt x="503" y="91"/>
                </a:lnTo>
                <a:lnTo>
                  <a:pt x="504" y="91"/>
                </a:lnTo>
                <a:lnTo>
                  <a:pt x="505" y="92"/>
                </a:lnTo>
                <a:lnTo>
                  <a:pt x="507" y="93"/>
                </a:lnTo>
                <a:lnTo>
                  <a:pt x="508" y="93"/>
                </a:lnTo>
                <a:lnTo>
                  <a:pt x="508" y="96"/>
                </a:lnTo>
                <a:lnTo>
                  <a:pt x="507" y="97"/>
                </a:lnTo>
                <a:lnTo>
                  <a:pt x="508" y="98"/>
                </a:lnTo>
                <a:lnTo>
                  <a:pt x="509" y="97"/>
                </a:lnTo>
                <a:lnTo>
                  <a:pt x="510" y="97"/>
                </a:lnTo>
                <a:lnTo>
                  <a:pt x="511" y="97"/>
                </a:lnTo>
                <a:lnTo>
                  <a:pt x="513" y="98"/>
                </a:lnTo>
                <a:lnTo>
                  <a:pt x="514" y="98"/>
                </a:lnTo>
                <a:lnTo>
                  <a:pt x="515" y="100"/>
                </a:lnTo>
                <a:lnTo>
                  <a:pt x="515" y="101"/>
                </a:lnTo>
                <a:lnTo>
                  <a:pt x="515" y="102"/>
                </a:lnTo>
                <a:lnTo>
                  <a:pt x="515" y="103"/>
                </a:lnTo>
                <a:lnTo>
                  <a:pt x="516" y="103"/>
                </a:lnTo>
                <a:lnTo>
                  <a:pt x="516" y="104"/>
                </a:lnTo>
                <a:lnTo>
                  <a:pt x="517" y="104"/>
                </a:lnTo>
                <a:lnTo>
                  <a:pt x="517" y="103"/>
                </a:lnTo>
                <a:lnTo>
                  <a:pt x="517" y="102"/>
                </a:lnTo>
                <a:lnTo>
                  <a:pt x="517" y="101"/>
                </a:lnTo>
                <a:lnTo>
                  <a:pt x="518" y="101"/>
                </a:lnTo>
                <a:lnTo>
                  <a:pt x="518" y="100"/>
                </a:lnTo>
                <a:lnTo>
                  <a:pt x="518" y="99"/>
                </a:lnTo>
                <a:lnTo>
                  <a:pt x="518" y="98"/>
                </a:lnTo>
                <a:lnTo>
                  <a:pt x="519" y="97"/>
                </a:lnTo>
                <a:lnTo>
                  <a:pt x="520" y="97"/>
                </a:lnTo>
                <a:lnTo>
                  <a:pt x="521" y="97"/>
                </a:lnTo>
                <a:lnTo>
                  <a:pt x="522" y="97"/>
                </a:lnTo>
                <a:lnTo>
                  <a:pt x="522" y="98"/>
                </a:lnTo>
                <a:lnTo>
                  <a:pt x="522" y="97"/>
                </a:lnTo>
                <a:lnTo>
                  <a:pt x="522" y="96"/>
                </a:lnTo>
                <a:lnTo>
                  <a:pt x="522" y="95"/>
                </a:lnTo>
                <a:lnTo>
                  <a:pt x="523" y="95"/>
                </a:lnTo>
                <a:lnTo>
                  <a:pt x="524" y="95"/>
                </a:lnTo>
                <a:lnTo>
                  <a:pt x="524" y="96"/>
                </a:lnTo>
                <a:lnTo>
                  <a:pt x="523" y="97"/>
                </a:lnTo>
                <a:lnTo>
                  <a:pt x="524" y="97"/>
                </a:lnTo>
                <a:lnTo>
                  <a:pt x="524" y="96"/>
                </a:lnTo>
                <a:lnTo>
                  <a:pt x="525" y="96"/>
                </a:lnTo>
                <a:lnTo>
                  <a:pt x="526" y="97"/>
                </a:lnTo>
                <a:lnTo>
                  <a:pt x="527" y="97"/>
                </a:lnTo>
                <a:lnTo>
                  <a:pt x="526" y="97"/>
                </a:lnTo>
                <a:lnTo>
                  <a:pt x="526" y="99"/>
                </a:lnTo>
                <a:lnTo>
                  <a:pt x="526" y="100"/>
                </a:lnTo>
                <a:lnTo>
                  <a:pt x="526" y="101"/>
                </a:lnTo>
                <a:lnTo>
                  <a:pt x="527" y="102"/>
                </a:lnTo>
                <a:lnTo>
                  <a:pt x="528" y="101"/>
                </a:lnTo>
                <a:lnTo>
                  <a:pt x="529" y="102"/>
                </a:lnTo>
                <a:lnTo>
                  <a:pt x="529" y="103"/>
                </a:lnTo>
                <a:lnTo>
                  <a:pt x="530" y="103"/>
                </a:lnTo>
                <a:lnTo>
                  <a:pt x="530" y="102"/>
                </a:lnTo>
                <a:lnTo>
                  <a:pt x="531" y="102"/>
                </a:lnTo>
                <a:lnTo>
                  <a:pt x="532" y="101"/>
                </a:lnTo>
                <a:lnTo>
                  <a:pt x="532" y="102"/>
                </a:lnTo>
                <a:lnTo>
                  <a:pt x="533" y="101"/>
                </a:lnTo>
                <a:lnTo>
                  <a:pt x="535" y="101"/>
                </a:lnTo>
                <a:lnTo>
                  <a:pt x="536" y="100"/>
                </a:lnTo>
                <a:lnTo>
                  <a:pt x="538" y="99"/>
                </a:lnTo>
                <a:lnTo>
                  <a:pt x="538" y="98"/>
                </a:lnTo>
                <a:lnTo>
                  <a:pt x="538" y="97"/>
                </a:lnTo>
                <a:lnTo>
                  <a:pt x="538" y="96"/>
                </a:lnTo>
                <a:lnTo>
                  <a:pt x="539" y="95"/>
                </a:lnTo>
                <a:lnTo>
                  <a:pt x="539" y="94"/>
                </a:lnTo>
                <a:lnTo>
                  <a:pt x="540" y="94"/>
                </a:lnTo>
                <a:lnTo>
                  <a:pt x="541" y="93"/>
                </a:lnTo>
                <a:lnTo>
                  <a:pt x="542" y="91"/>
                </a:lnTo>
                <a:lnTo>
                  <a:pt x="542" y="90"/>
                </a:lnTo>
                <a:lnTo>
                  <a:pt x="544" y="89"/>
                </a:lnTo>
                <a:lnTo>
                  <a:pt x="545" y="88"/>
                </a:lnTo>
                <a:lnTo>
                  <a:pt x="546" y="88"/>
                </a:lnTo>
                <a:lnTo>
                  <a:pt x="547" y="87"/>
                </a:lnTo>
                <a:lnTo>
                  <a:pt x="547" y="86"/>
                </a:lnTo>
                <a:lnTo>
                  <a:pt x="548" y="85"/>
                </a:lnTo>
                <a:lnTo>
                  <a:pt x="549" y="84"/>
                </a:lnTo>
                <a:lnTo>
                  <a:pt x="550" y="83"/>
                </a:lnTo>
                <a:lnTo>
                  <a:pt x="550" y="82"/>
                </a:lnTo>
                <a:lnTo>
                  <a:pt x="551" y="82"/>
                </a:lnTo>
                <a:lnTo>
                  <a:pt x="551" y="83"/>
                </a:lnTo>
                <a:lnTo>
                  <a:pt x="552" y="83"/>
                </a:lnTo>
                <a:lnTo>
                  <a:pt x="553" y="82"/>
                </a:lnTo>
                <a:lnTo>
                  <a:pt x="553" y="81"/>
                </a:lnTo>
                <a:lnTo>
                  <a:pt x="554" y="81"/>
                </a:lnTo>
                <a:lnTo>
                  <a:pt x="555" y="81"/>
                </a:lnTo>
                <a:lnTo>
                  <a:pt x="556" y="81"/>
                </a:lnTo>
                <a:lnTo>
                  <a:pt x="556" y="80"/>
                </a:lnTo>
                <a:lnTo>
                  <a:pt x="557" y="80"/>
                </a:lnTo>
                <a:lnTo>
                  <a:pt x="557" y="81"/>
                </a:lnTo>
                <a:lnTo>
                  <a:pt x="558" y="81"/>
                </a:lnTo>
                <a:lnTo>
                  <a:pt x="558" y="80"/>
                </a:lnTo>
                <a:lnTo>
                  <a:pt x="558" y="79"/>
                </a:lnTo>
                <a:lnTo>
                  <a:pt x="558" y="78"/>
                </a:lnTo>
                <a:lnTo>
                  <a:pt x="559" y="78"/>
                </a:lnTo>
                <a:lnTo>
                  <a:pt x="559" y="77"/>
                </a:lnTo>
                <a:lnTo>
                  <a:pt x="560" y="76"/>
                </a:lnTo>
                <a:lnTo>
                  <a:pt x="560" y="75"/>
                </a:lnTo>
                <a:lnTo>
                  <a:pt x="560" y="74"/>
                </a:lnTo>
                <a:lnTo>
                  <a:pt x="561" y="73"/>
                </a:lnTo>
                <a:lnTo>
                  <a:pt x="562" y="73"/>
                </a:lnTo>
                <a:lnTo>
                  <a:pt x="563" y="73"/>
                </a:lnTo>
                <a:lnTo>
                  <a:pt x="564" y="73"/>
                </a:lnTo>
                <a:lnTo>
                  <a:pt x="564" y="72"/>
                </a:lnTo>
                <a:lnTo>
                  <a:pt x="565" y="72"/>
                </a:lnTo>
                <a:lnTo>
                  <a:pt x="566" y="72"/>
                </a:lnTo>
                <a:lnTo>
                  <a:pt x="567" y="73"/>
                </a:lnTo>
                <a:lnTo>
                  <a:pt x="568" y="73"/>
                </a:lnTo>
                <a:lnTo>
                  <a:pt x="569" y="73"/>
                </a:lnTo>
                <a:lnTo>
                  <a:pt x="569" y="72"/>
                </a:lnTo>
                <a:lnTo>
                  <a:pt x="570" y="71"/>
                </a:lnTo>
                <a:lnTo>
                  <a:pt x="571" y="71"/>
                </a:lnTo>
                <a:lnTo>
                  <a:pt x="572" y="71"/>
                </a:lnTo>
                <a:lnTo>
                  <a:pt x="573" y="71"/>
                </a:lnTo>
                <a:lnTo>
                  <a:pt x="573" y="70"/>
                </a:lnTo>
                <a:lnTo>
                  <a:pt x="574" y="69"/>
                </a:lnTo>
                <a:lnTo>
                  <a:pt x="575" y="69"/>
                </a:lnTo>
                <a:lnTo>
                  <a:pt x="576" y="68"/>
                </a:lnTo>
                <a:lnTo>
                  <a:pt x="577" y="69"/>
                </a:lnTo>
                <a:lnTo>
                  <a:pt x="577" y="68"/>
                </a:lnTo>
                <a:lnTo>
                  <a:pt x="577" y="67"/>
                </a:lnTo>
                <a:lnTo>
                  <a:pt x="578" y="67"/>
                </a:lnTo>
                <a:lnTo>
                  <a:pt x="579" y="67"/>
                </a:lnTo>
                <a:lnTo>
                  <a:pt x="580" y="67"/>
                </a:lnTo>
                <a:lnTo>
                  <a:pt x="581" y="66"/>
                </a:lnTo>
                <a:lnTo>
                  <a:pt x="581" y="65"/>
                </a:lnTo>
                <a:lnTo>
                  <a:pt x="581" y="64"/>
                </a:lnTo>
                <a:lnTo>
                  <a:pt x="581" y="62"/>
                </a:lnTo>
                <a:lnTo>
                  <a:pt x="580" y="60"/>
                </a:lnTo>
                <a:lnTo>
                  <a:pt x="579" y="60"/>
                </a:lnTo>
                <a:lnTo>
                  <a:pt x="579" y="59"/>
                </a:lnTo>
                <a:lnTo>
                  <a:pt x="578" y="58"/>
                </a:lnTo>
                <a:lnTo>
                  <a:pt x="578" y="57"/>
                </a:lnTo>
                <a:lnTo>
                  <a:pt x="579" y="57"/>
                </a:lnTo>
                <a:lnTo>
                  <a:pt x="580" y="56"/>
                </a:lnTo>
                <a:lnTo>
                  <a:pt x="580" y="55"/>
                </a:lnTo>
                <a:lnTo>
                  <a:pt x="581" y="54"/>
                </a:lnTo>
                <a:lnTo>
                  <a:pt x="581" y="53"/>
                </a:lnTo>
                <a:lnTo>
                  <a:pt x="582" y="53"/>
                </a:lnTo>
                <a:lnTo>
                  <a:pt x="583" y="53"/>
                </a:lnTo>
                <a:lnTo>
                  <a:pt x="583" y="52"/>
                </a:lnTo>
                <a:lnTo>
                  <a:pt x="583" y="51"/>
                </a:lnTo>
                <a:lnTo>
                  <a:pt x="583" y="50"/>
                </a:lnTo>
                <a:lnTo>
                  <a:pt x="583" y="49"/>
                </a:lnTo>
                <a:lnTo>
                  <a:pt x="582" y="49"/>
                </a:lnTo>
                <a:lnTo>
                  <a:pt x="581" y="49"/>
                </a:lnTo>
                <a:lnTo>
                  <a:pt x="581" y="48"/>
                </a:lnTo>
                <a:lnTo>
                  <a:pt x="580" y="47"/>
                </a:lnTo>
                <a:lnTo>
                  <a:pt x="578" y="48"/>
                </a:lnTo>
                <a:lnTo>
                  <a:pt x="577" y="46"/>
                </a:lnTo>
                <a:lnTo>
                  <a:pt x="576" y="46"/>
                </a:lnTo>
                <a:lnTo>
                  <a:pt x="576" y="45"/>
                </a:lnTo>
                <a:lnTo>
                  <a:pt x="575" y="44"/>
                </a:lnTo>
                <a:lnTo>
                  <a:pt x="575" y="45"/>
                </a:lnTo>
                <a:lnTo>
                  <a:pt x="574" y="45"/>
                </a:lnTo>
                <a:lnTo>
                  <a:pt x="574" y="44"/>
                </a:lnTo>
                <a:lnTo>
                  <a:pt x="573" y="44"/>
                </a:lnTo>
                <a:lnTo>
                  <a:pt x="572" y="44"/>
                </a:lnTo>
                <a:lnTo>
                  <a:pt x="571" y="44"/>
                </a:lnTo>
                <a:lnTo>
                  <a:pt x="571" y="43"/>
                </a:lnTo>
                <a:lnTo>
                  <a:pt x="570" y="43"/>
                </a:lnTo>
                <a:lnTo>
                  <a:pt x="570" y="42"/>
                </a:lnTo>
                <a:lnTo>
                  <a:pt x="571" y="41"/>
                </a:lnTo>
                <a:lnTo>
                  <a:pt x="572" y="40"/>
                </a:lnTo>
                <a:lnTo>
                  <a:pt x="572" y="41"/>
                </a:lnTo>
                <a:lnTo>
                  <a:pt x="574" y="40"/>
                </a:lnTo>
                <a:lnTo>
                  <a:pt x="575" y="38"/>
                </a:lnTo>
                <a:lnTo>
                  <a:pt x="575" y="37"/>
                </a:lnTo>
                <a:lnTo>
                  <a:pt x="576" y="36"/>
                </a:lnTo>
                <a:lnTo>
                  <a:pt x="577" y="36"/>
                </a:lnTo>
                <a:lnTo>
                  <a:pt x="577" y="35"/>
                </a:lnTo>
                <a:lnTo>
                  <a:pt x="578" y="35"/>
                </a:lnTo>
                <a:lnTo>
                  <a:pt x="580" y="34"/>
                </a:lnTo>
                <a:lnTo>
                  <a:pt x="580" y="33"/>
                </a:lnTo>
                <a:lnTo>
                  <a:pt x="580" y="32"/>
                </a:lnTo>
                <a:lnTo>
                  <a:pt x="580" y="31"/>
                </a:lnTo>
                <a:lnTo>
                  <a:pt x="580" y="30"/>
                </a:lnTo>
                <a:lnTo>
                  <a:pt x="579" y="29"/>
                </a:lnTo>
                <a:lnTo>
                  <a:pt x="578" y="28"/>
                </a:lnTo>
                <a:lnTo>
                  <a:pt x="578" y="27"/>
                </a:lnTo>
                <a:lnTo>
                  <a:pt x="579" y="26"/>
                </a:lnTo>
                <a:lnTo>
                  <a:pt x="580" y="25"/>
                </a:lnTo>
                <a:lnTo>
                  <a:pt x="581" y="24"/>
                </a:lnTo>
                <a:lnTo>
                  <a:pt x="581" y="23"/>
                </a:lnTo>
                <a:lnTo>
                  <a:pt x="582" y="23"/>
                </a:lnTo>
                <a:lnTo>
                  <a:pt x="582" y="22"/>
                </a:lnTo>
                <a:lnTo>
                  <a:pt x="583" y="22"/>
                </a:lnTo>
                <a:lnTo>
                  <a:pt x="584" y="21"/>
                </a:lnTo>
                <a:lnTo>
                  <a:pt x="585" y="22"/>
                </a:lnTo>
                <a:lnTo>
                  <a:pt x="586" y="22"/>
                </a:lnTo>
                <a:lnTo>
                  <a:pt x="587" y="21"/>
                </a:lnTo>
                <a:lnTo>
                  <a:pt x="588" y="21"/>
                </a:lnTo>
                <a:lnTo>
                  <a:pt x="588" y="20"/>
                </a:lnTo>
                <a:lnTo>
                  <a:pt x="589" y="20"/>
                </a:lnTo>
                <a:lnTo>
                  <a:pt x="590" y="20"/>
                </a:lnTo>
                <a:lnTo>
                  <a:pt x="591" y="20"/>
                </a:lnTo>
                <a:lnTo>
                  <a:pt x="591" y="19"/>
                </a:lnTo>
                <a:lnTo>
                  <a:pt x="591" y="18"/>
                </a:lnTo>
                <a:lnTo>
                  <a:pt x="593" y="19"/>
                </a:lnTo>
                <a:lnTo>
                  <a:pt x="594" y="20"/>
                </a:lnTo>
                <a:lnTo>
                  <a:pt x="595" y="20"/>
                </a:lnTo>
                <a:lnTo>
                  <a:pt x="595" y="21"/>
                </a:lnTo>
                <a:lnTo>
                  <a:pt x="596" y="21"/>
                </a:lnTo>
                <a:lnTo>
                  <a:pt x="597" y="21"/>
                </a:lnTo>
                <a:lnTo>
                  <a:pt x="599" y="21"/>
                </a:lnTo>
                <a:lnTo>
                  <a:pt x="600" y="21"/>
                </a:lnTo>
                <a:lnTo>
                  <a:pt x="600" y="22"/>
                </a:lnTo>
                <a:lnTo>
                  <a:pt x="601" y="22"/>
                </a:lnTo>
                <a:lnTo>
                  <a:pt x="601" y="23"/>
                </a:lnTo>
                <a:lnTo>
                  <a:pt x="602" y="24"/>
                </a:lnTo>
                <a:lnTo>
                  <a:pt x="602" y="25"/>
                </a:lnTo>
                <a:lnTo>
                  <a:pt x="603" y="26"/>
                </a:lnTo>
                <a:lnTo>
                  <a:pt x="603" y="27"/>
                </a:lnTo>
                <a:lnTo>
                  <a:pt x="603" y="28"/>
                </a:lnTo>
                <a:lnTo>
                  <a:pt x="602" y="29"/>
                </a:lnTo>
                <a:lnTo>
                  <a:pt x="602" y="30"/>
                </a:lnTo>
                <a:lnTo>
                  <a:pt x="602" y="32"/>
                </a:lnTo>
                <a:lnTo>
                  <a:pt x="601" y="32"/>
                </a:lnTo>
                <a:lnTo>
                  <a:pt x="601" y="33"/>
                </a:lnTo>
                <a:lnTo>
                  <a:pt x="600" y="34"/>
                </a:lnTo>
                <a:lnTo>
                  <a:pt x="600" y="35"/>
                </a:lnTo>
                <a:lnTo>
                  <a:pt x="601" y="35"/>
                </a:lnTo>
                <a:lnTo>
                  <a:pt x="601" y="36"/>
                </a:lnTo>
                <a:lnTo>
                  <a:pt x="602" y="37"/>
                </a:lnTo>
                <a:lnTo>
                  <a:pt x="603" y="37"/>
                </a:lnTo>
                <a:lnTo>
                  <a:pt x="604" y="37"/>
                </a:lnTo>
                <a:lnTo>
                  <a:pt x="605" y="37"/>
                </a:lnTo>
                <a:lnTo>
                  <a:pt x="606" y="38"/>
                </a:lnTo>
                <a:lnTo>
                  <a:pt x="606" y="39"/>
                </a:lnTo>
                <a:lnTo>
                  <a:pt x="607" y="39"/>
                </a:lnTo>
                <a:lnTo>
                  <a:pt x="608" y="39"/>
                </a:lnTo>
                <a:lnTo>
                  <a:pt x="609" y="39"/>
                </a:lnTo>
                <a:lnTo>
                  <a:pt x="609" y="38"/>
                </a:lnTo>
                <a:lnTo>
                  <a:pt x="609" y="37"/>
                </a:lnTo>
                <a:lnTo>
                  <a:pt x="608" y="36"/>
                </a:lnTo>
                <a:lnTo>
                  <a:pt x="609" y="36"/>
                </a:lnTo>
                <a:lnTo>
                  <a:pt x="611" y="35"/>
                </a:lnTo>
                <a:lnTo>
                  <a:pt x="612" y="35"/>
                </a:lnTo>
                <a:lnTo>
                  <a:pt x="613" y="35"/>
                </a:lnTo>
                <a:lnTo>
                  <a:pt x="614" y="35"/>
                </a:lnTo>
                <a:lnTo>
                  <a:pt x="613" y="34"/>
                </a:lnTo>
                <a:lnTo>
                  <a:pt x="616" y="31"/>
                </a:lnTo>
                <a:lnTo>
                  <a:pt x="617" y="32"/>
                </a:lnTo>
                <a:lnTo>
                  <a:pt x="618" y="33"/>
                </a:lnTo>
                <a:lnTo>
                  <a:pt x="618" y="34"/>
                </a:lnTo>
                <a:lnTo>
                  <a:pt x="617" y="35"/>
                </a:lnTo>
                <a:lnTo>
                  <a:pt x="618" y="35"/>
                </a:lnTo>
                <a:lnTo>
                  <a:pt x="619" y="36"/>
                </a:lnTo>
                <a:lnTo>
                  <a:pt x="619" y="37"/>
                </a:lnTo>
                <a:lnTo>
                  <a:pt x="620" y="38"/>
                </a:lnTo>
                <a:lnTo>
                  <a:pt x="621" y="39"/>
                </a:lnTo>
                <a:lnTo>
                  <a:pt x="622" y="39"/>
                </a:lnTo>
                <a:lnTo>
                  <a:pt x="623" y="39"/>
                </a:lnTo>
                <a:lnTo>
                  <a:pt x="624" y="38"/>
                </a:lnTo>
                <a:lnTo>
                  <a:pt x="624" y="37"/>
                </a:lnTo>
                <a:lnTo>
                  <a:pt x="625" y="37"/>
                </a:lnTo>
                <a:lnTo>
                  <a:pt x="625" y="36"/>
                </a:lnTo>
                <a:lnTo>
                  <a:pt x="625" y="35"/>
                </a:lnTo>
                <a:lnTo>
                  <a:pt x="625" y="33"/>
                </a:lnTo>
                <a:lnTo>
                  <a:pt x="626" y="31"/>
                </a:lnTo>
                <a:lnTo>
                  <a:pt x="628" y="31"/>
                </a:lnTo>
                <a:lnTo>
                  <a:pt x="630" y="30"/>
                </a:lnTo>
                <a:lnTo>
                  <a:pt x="631" y="30"/>
                </a:lnTo>
                <a:lnTo>
                  <a:pt x="632" y="31"/>
                </a:lnTo>
                <a:lnTo>
                  <a:pt x="632" y="32"/>
                </a:lnTo>
                <a:lnTo>
                  <a:pt x="632" y="33"/>
                </a:lnTo>
                <a:lnTo>
                  <a:pt x="632" y="34"/>
                </a:lnTo>
                <a:lnTo>
                  <a:pt x="632" y="35"/>
                </a:lnTo>
                <a:lnTo>
                  <a:pt x="631" y="36"/>
                </a:lnTo>
                <a:lnTo>
                  <a:pt x="631" y="37"/>
                </a:lnTo>
                <a:lnTo>
                  <a:pt x="631" y="38"/>
                </a:lnTo>
                <a:lnTo>
                  <a:pt x="631" y="39"/>
                </a:lnTo>
                <a:lnTo>
                  <a:pt x="630" y="40"/>
                </a:lnTo>
                <a:lnTo>
                  <a:pt x="630" y="41"/>
                </a:lnTo>
                <a:lnTo>
                  <a:pt x="631" y="41"/>
                </a:lnTo>
                <a:lnTo>
                  <a:pt x="631" y="42"/>
                </a:lnTo>
                <a:lnTo>
                  <a:pt x="631" y="43"/>
                </a:lnTo>
                <a:lnTo>
                  <a:pt x="632" y="44"/>
                </a:lnTo>
                <a:lnTo>
                  <a:pt x="633" y="45"/>
                </a:lnTo>
                <a:lnTo>
                  <a:pt x="633" y="46"/>
                </a:lnTo>
                <a:lnTo>
                  <a:pt x="634" y="46"/>
                </a:lnTo>
                <a:lnTo>
                  <a:pt x="634" y="47"/>
                </a:lnTo>
                <a:lnTo>
                  <a:pt x="635" y="48"/>
                </a:lnTo>
                <a:lnTo>
                  <a:pt x="636" y="49"/>
                </a:lnTo>
                <a:lnTo>
                  <a:pt x="636" y="48"/>
                </a:lnTo>
                <a:lnTo>
                  <a:pt x="637" y="48"/>
                </a:lnTo>
                <a:lnTo>
                  <a:pt x="638" y="48"/>
                </a:lnTo>
                <a:lnTo>
                  <a:pt x="638" y="49"/>
                </a:lnTo>
                <a:lnTo>
                  <a:pt x="638" y="50"/>
                </a:lnTo>
                <a:lnTo>
                  <a:pt x="637" y="50"/>
                </a:lnTo>
                <a:lnTo>
                  <a:pt x="638" y="51"/>
                </a:lnTo>
                <a:lnTo>
                  <a:pt x="640" y="53"/>
                </a:lnTo>
                <a:lnTo>
                  <a:pt x="641" y="53"/>
                </a:lnTo>
                <a:lnTo>
                  <a:pt x="640" y="54"/>
                </a:lnTo>
                <a:lnTo>
                  <a:pt x="639" y="55"/>
                </a:lnTo>
                <a:lnTo>
                  <a:pt x="640" y="56"/>
                </a:lnTo>
                <a:lnTo>
                  <a:pt x="641" y="57"/>
                </a:lnTo>
                <a:lnTo>
                  <a:pt x="641" y="58"/>
                </a:lnTo>
                <a:lnTo>
                  <a:pt x="640" y="59"/>
                </a:lnTo>
                <a:lnTo>
                  <a:pt x="640" y="60"/>
                </a:lnTo>
                <a:lnTo>
                  <a:pt x="640" y="61"/>
                </a:lnTo>
                <a:lnTo>
                  <a:pt x="640" y="62"/>
                </a:lnTo>
                <a:lnTo>
                  <a:pt x="641" y="63"/>
                </a:lnTo>
                <a:lnTo>
                  <a:pt x="642" y="63"/>
                </a:lnTo>
                <a:lnTo>
                  <a:pt x="641" y="64"/>
                </a:lnTo>
                <a:lnTo>
                  <a:pt x="642" y="65"/>
                </a:lnTo>
                <a:lnTo>
                  <a:pt x="643" y="64"/>
                </a:lnTo>
                <a:lnTo>
                  <a:pt x="643" y="63"/>
                </a:lnTo>
                <a:lnTo>
                  <a:pt x="644" y="63"/>
                </a:lnTo>
                <a:lnTo>
                  <a:pt x="644" y="64"/>
                </a:lnTo>
                <a:lnTo>
                  <a:pt x="645" y="64"/>
                </a:lnTo>
                <a:lnTo>
                  <a:pt x="645" y="65"/>
                </a:lnTo>
                <a:lnTo>
                  <a:pt x="644" y="66"/>
                </a:lnTo>
                <a:lnTo>
                  <a:pt x="645" y="67"/>
                </a:lnTo>
                <a:lnTo>
                  <a:pt x="646" y="67"/>
                </a:lnTo>
                <a:lnTo>
                  <a:pt x="647" y="66"/>
                </a:lnTo>
                <a:lnTo>
                  <a:pt x="647" y="67"/>
                </a:lnTo>
                <a:lnTo>
                  <a:pt x="648" y="68"/>
                </a:lnTo>
                <a:lnTo>
                  <a:pt x="648" y="67"/>
                </a:lnTo>
                <a:lnTo>
                  <a:pt x="649" y="67"/>
                </a:lnTo>
                <a:lnTo>
                  <a:pt x="649" y="66"/>
                </a:lnTo>
                <a:lnTo>
                  <a:pt x="650" y="66"/>
                </a:lnTo>
                <a:lnTo>
                  <a:pt x="651" y="65"/>
                </a:lnTo>
                <a:lnTo>
                  <a:pt x="652" y="66"/>
                </a:lnTo>
                <a:lnTo>
                  <a:pt x="653" y="67"/>
                </a:lnTo>
                <a:lnTo>
                  <a:pt x="654" y="67"/>
                </a:lnTo>
                <a:lnTo>
                  <a:pt x="655" y="68"/>
                </a:lnTo>
                <a:lnTo>
                  <a:pt x="655" y="69"/>
                </a:lnTo>
                <a:lnTo>
                  <a:pt x="655" y="70"/>
                </a:lnTo>
                <a:lnTo>
                  <a:pt x="654" y="70"/>
                </a:lnTo>
                <a:lnTo>
                  <a:pt x="654" y="73"/>
                </a:lnTo>
                <a:lnTo>
                  <a:pt x="655" y="74"/>
                </a:lnTo>
                <a:lnTo>
                  <a:pt x="655" y="75"/>
                </a:lnTo>
                <a:lnTo>
                  <a:pt x="655" y="76"/>
                </a:lnTo>
                <a:lnTo>
                  <a:pt x="656" y="77"/>
                </a:lnTo>
                <a:lnTo>
                  <a:pt x="656" y="78"/>
                </a:lnTo>
                <a:lnTo>
                  <a:pt x="658" y="79"/>
                </a:lnTo>
                <a:lnTo>
                  <a:pt x="658" y="80"/>
                </a:lnTo>
                <a:lnTo>
                  <a:pt x="659" y="81"/>
                </a:lnTo>
                <a:lnTo>
                  <a:pt x="659" y="80"/>
                </a:lnTo>
                <a:lnTo>
                  <a:pt x="661" y="80"/>
                </a:lnTo>
                <a:lnTo>
                  <a:pt x="663" y="80"/>
                </a:lnTo>
                <a:lnTo>
                  <a:pt x="664" y="80"/>
                </a:lnTo>
                <a:lnTo>
                  <a:pt x="666" y="79"/>
                </a:lnTo>
                <a:lnTo>
                  <a:pt x="667" y="80"/>
                </a:lnTo>
                <a:lnTo>
                  <a:pt x="667" y="81"/>
                </a:lnTo>
                <a:lnTo>
                  <a:pt x="668" y="81"/>
                </a:lnTo>
                <a:lnTo>
                  <a:pt x="669" y="81"/>
                </a:lnTo>
                <a:lnTo>
                  <a:pt x="669" y="80"/>
                </a:lnTo>
                <a:lnTo>
                  <a:pt x="670" y="80"/>
                </a:lnTo>
                <a:lnTo>
                  <a:pt x="670" y="79"/>
                </a:lnTo>
                <a:lnTo>
                  <a:pt x="671" y="79"/>
                </a:lnTo>
                <a:lnTo>
                  <a:pt x="673" y="77"/>
                </a:lnTo>
                <a:lnTo>
                  <a:pt x="673" y="76"/>
                </a:lnTo>
                <a:lnTo>
                  <a:pt x="674" y="75"/>
                </a:lnTo>
                <a:lnTo>
                  <a:pt x="675" y="74"/>
                </a:lnTo>
                <a:lnTo>
                  <a:pt x="676" y="73"/>
                </a:lnTo>
                <a:lnTo>
                  <a:pt x="677" y="74"/>
                </a:lnTo>
                <a:lnTo>
                  <a:pt x="678" y="74"/>
                </a:lnTo>
                <a:lnTo>
                  <a:pt x="679" y="74"/>
                </a:lnTo>
                <a:lnTo>
                  <a:pt x="680" y="76"/>
                </a:lnTo>
                <a:lnTo>
                  <a:pt x="680" y="77"/>
                </a:lnTo>
                <a:lnTo>
                  <a:pt x="681" y="77"/>
                </a:lnTo>
                <a:lnTo>
                  <a:pt x="682" y="77"/>
                </a:lnTo>
                <a:lnTo>
                  <a:pt x="683" y="77"/>
                </a:lnTo>
                <a:lnTo>
                  <a:pt x="684" y="79"/>
                </a:lnTo>
                <a:lnTo>
                  <a:pt x="684" y="81"/>
                </a:lnTo>
                <a:lnTo>
                  <a:pt x="683" y="82"/>
                </a:lnTo>
                <a:lnTo>
                  <a:pt x="684" y="83"/>
                </a:lnTo>
                <a:lnTo>
                  <a:pt x="685" y="84"/>
                </a:lnTo>
                <a:lnTo>
                  <a:pt x="685" y="85"/>
                </a:lnTo>
                <a:lnTo>
                  <a:pt x="686" y="85"/>
                </a:lnTo>
                <a:lnTo>
                  <a:pt x="687" y="85"/>
                </a:lnTo>
                <a:lnTo>
                  <a:pt x="687" y="84"/>
                </a:lnTo>
                <a:lnTo>
                  <a:pt x="689" y="85"/>
                </a:lnTo>
                <a:lnTo>
                  <a:pt x="689" y="84"/>
                </a:lnTo>
                <a:lnTo>
                  <a:pt x="689" y="83"/>
                </a:lnTo>
                <a:lnTo>
                  <a:pt x="690" y="83"/>
                </a:lnTo>
                <a:lnTo>
                  <a:pt x="692" y="84"/>
                </a:lnTo>
                <a:lnTo>
                  <a:pt x="692" y="85"/>
                </a:lnTo>
                <a:lnTo>
                  <a:pt x="693" y="85"/>
                </a:lnTo>
                <a:lnTo>
                  <a:pt x="694" y="85"/>
                </a:lnTo>
                <a:lnTo>
                  <a:pt x="694" y="84"/>
                </a:lnTo>
                <a:lnTo>
                  <a:pt x="695" y="83"/>
                </a:lnTo>
                <a:lnTo>
                  <a:pt x="696" y="83"/>
                </a:lnTo>
                <a:lnTo>
                  <a:pt x="696" y="82"/>
                </a:lnTo>
                <a:lnTo>
                  <a:pt x="697" y="82"/>
                </a:lnTo>
                <a:lnTo>
                  <a:pt x="697" y="83"/>
                </a:lnTo>
                <a:lnTo>
                  <a:pt x="699" y="83"/>
                </a:lnTo>
                <a:lnTo>
                  <a:pt x="699" y="82"/>
                </a:lnTo>
                <a:lnTo>
                  <a:pt x="699" y="81"/>
                </a:lnTo>
                <a:lnTo>
                  <a:pt x="699" y="80"/>
                </a:lnTo>
                <a:lnTo>
                  <a:pt x="699" y="79"/>
                </a:lnTo>
                <a:lnTo>
                  <a:pt x="700" y="79"/>
                </a:lnTo>
                <a:lnTo>
                  <a:pt x="700" y="80"/>
                </a:lnTo>
                <a:lnTo>
                  <a:pt x="701" y="80"/>
                </a:lnTo>
                <a:lnTo>
                  <a:pt x="700" y="82"/>
                </a:lnTo>
                <a:lnTo>
                  <a:pt x="702" y="82"/>
                </a:lnTo>
                <a:lnTo>
                  <a:pt x="702" y="81"/>
                </a:lnTo>
                <a:lnTo>
                  <a:pt x="703" y="80"/>
                </a:lnTo>
                <a:lnTo>
                  <a:pt x="704" y="79"/>
                </a:lnTo>
                <a:lnTo>
                  <a:pt x="705" y="79"/>
                </a:lnTo>
                <a:lnTo>
                  <a:pt x="706" y="78"/>
                </a:lnTo>
                <a:lnTo>
                  <a:pt x="707" y="78"/>
                </a:lnTo>
                <a:lnTo>
                  <a:pt x="708" y="78"/>
                </a:lnTo>
                <a:lnTo>
                  <a:pt x="708" y="79"/>
                </a:lnTo>
                <a:lnTo>
                  <a:pt x="709" y="79"/>
                </a:lnTo>
                <a:lnTo>
                  <a:pt x="710" y="80"/>
                </a:lnTo>
                <a:lnTo>
                  <a:pt x="711" y="80"/>
                </a:lnTo>
                <a:lnTo>
                  <a:pt x="712" y="80"/>
                </a:lnTo>
                <a:lnTo>
                  <a:pt x="713" y="80"/>
                </a:lnTo>
                <a:lnTo>
                  <a:pt x="714" y="79"/>
                </a:lnTo>
                <a:lnTo>
                  <a:pt x="715" y="79"/>
                </a:lnTo>
                <a:lnTo>
                  <a:pt x="716" y="79"/>
                </a:lnTo>
                <a:lnTo>
                  <a:pt x="716" y="80"/>
                </a:lnTo>
                <a:lnTo>
                  <a:pt x="716" y="81"/>
                </a:lnTo>
                <a:lnTo>
                  <a:pt x="717" y="81"/>
                </a:lnTo>
                <a:lnTo>
                  <a:pt x="718" y="81"/>
                </a:lnTo>
                <a:lnTo>
                  <a:pt x="718" y="80"/>
                </a:lnTo>
                <a:lnTo>
                  <a:pt x="718" y="81"/>
                </a:lnTo>
                <a:lnTo>
                  <a:pt x="718" y="82"/>
                </a:lnTo>
                <a:lnTo>
                  <a:pt x="719" y="83"/>
                </a:lnTo>
                <a:lnTo>
                  <a:pt x="720" y="83"/>
                </a:lnTo>
                <a:lnTo>
                  <a:pt x="720" y="82"/>
                </a:lnTo>
                <a:lnTo>
                  <a:pt x="721" y="82"/>
                </a:lnTo>
                <a:lnTo>
                  <a:pt x="722" y="82"/>
                </a:lnTo>
                <a:lnTo>
                  <a:pt x="722" y="81"/>
                </a:lnTo>
                <a:lnTo>
                  <a:pt x="723" y="81"/>
                </a:lnTo>
                <a:lnTo>
                  <a:pt x="724" y="81"/>
                </a:lnTo>
                <a:lnTo>
                  <a:pt x="725" y="80"/>
                </a:lnTo>
                <a:lnTo>
                  <a:pt x="725" y="79"/>
                </a:lnTo>
                <a:lnTo>
                  <a:pt x="728" y="79"/>
                </a:lnTo>
                <a:lnTo>
                  <a:pt x="729" y="80"/>
                </a:lnTo>
                <a:lnTo>
                  <a:pt x="730" y="80"/>
                </a:lnTo>
                <a:lnTo>
                  <a:pt x="730" y="79"/>
                </a:lnTo>
                <a:lnTo>
                  <a:pt x="731" y="78"/>
                </a:lnTo>
                <a:lnTo>
                  <a:pt x="731" y="77"/>
                </a:lnTo>
                <a:lnTo>
                  <a:pt x="731" y="76"/>
                </a:lnTo>
                <a:lnTo>
                  <a:pt x="732" y="76"/>
                </a:lnTo>
                <a:lnTo>
                  <a:pt x="735" y="76"/>
                </a:lnTo>
                <a:lnTo>
                  <a:pt x="736" y="77"/>
                </a:lnTo>
                <a:lnTo>
                  <a:pt x="737" y="77"/>
                </a:lnTo>
                <a:lnTo>
                  <a:pt x="738" y="76"/>
                </a:lnTo>
                <a:lnTo>
                  <a:pt x="738" y="75"/>
                </a:lnTo>
                <a:lnTo>
                  <a:pt x="738" y="74"/>
                </a:lnTo>
                <a:lnTo>
                  <a:pt x="739" y="74"/>
                </a:lnTo>
                <a:lnTo>
                  <a:pt x="739" y="73"/>
                </a:lnTo>
                <a:lnTo>
                  <a:pt x="740" y="74"/>
                </a:lnTo>
                <a:lnTo>
                  <a:pt x="741" y="73"/>
                </a:lnTo>
                <a:lnTo>
                  <a:pt x="742" y="73"/>
                </a:lnTo>
                <a:lnTo>
                  <a:pt x="744" y="73"/>
                </a:lnTo>
                <a:lnTo>
                  <a:pt x="745" y="74"/>
                </a:lnTo>
                <a:lnTo>
                  <a:pt x="746" y="75"/>
                </a:lnTo>
                <a:lnTo>
                  <a:pt x="747" y="76"/>
                </a:lnTo>
                <a:lnTo>
                  <a:pt x="748" y="76"/>
                </a:lnTo>
                <a:lnTo>
                  <a:pt x="748" y="77"/>
                </a:lnTo>
                <a:lnTo>
                  <a:pt x="748" y="78"/>
                </a:lnTo>
                <a:lnTo>
                  <a:pt x="750" y="80"/>
                </a:lnTo>
                <a:lnTo>
                  <a:pt x="752" y="80"/>
                </a:lnTo>
                <a:lnTo>
                  <a:pt x="753" y="79"/>
                </a:lnTo>
                <a:lnTo>
                  <a:pt x="754" y="79"/>
                </a:lnTo>
                <a:lnTo>
                  <a:pt x="755" y="80"/>
                </a:lnTo>
                <a:lnTo>
                  <a:pt x="756" y="80"/>
                </a:lnTo>
                <a:lnTo>
                  <a:pt x="757" y="79"/>
                </a:lnTo>
                <a:lnTo>
                  <a:pt x="758" y="79"/>
                </a:lnTo>
                <a:lnTo>
                  <a:pt x="759" y="80"/>
                </a:lnTo>
                <a:lnTo>
                  <a:pt x="759" y="81"/>
                </a:lnTo>
                <a:lnTo>
                  <a:pt x="759" y="82"/>
                </a:lnTo>
                <a:lnTo>
                  <a:pt x="760" y="82"/>
                </a:lnTo>
                <a:lnTo>
                  <a:pt x="761" y="82"/>
                </a:lnTo>
                <a:lnTo>
                  <a:pt x="761" y="83"/>
                </a:lnTo>
                <a:lnTo>
                  <a:pt x="762" y="83"/>
                </a:lnTo>
                <a:lnTo>
                  <a:pt x="763" y="84"/>
                </a:lnTo>
                <a:lnTo>
                  <a:pt x="763" y="83"/>
                </a:lnTo>
                <a:lnTo>
                  <a:pt x="764" y="83"/>
                </a:lnTo>
                <a:lnTo>
                  <a:pt x="765" y="85"/>
                </a:lnTo>
                <a:lnTo>
                  <a:pt x="765" y="86"/>
                </a:lnTo>
                <a:lnTo>
                  <a:pt x="766" y="87"/>
                </a:lnTo>
                <a:lnTo>
                  <a:pt x="766" y="88"/>
                </a:lnTo>
                <a:lnTo>
                  <a:pt x="765" y="89"/>
                </a:lnTo>
                <a:lnTo>
                  <a:pt x="764" y="90"/>
                </a:lnTo>
                <a:lnTo>
                  <a:pt x="764" y="91"/>
                </a:lnTo>
                <a:lnTo>
                  <a:pt x="763" y="91"/>
                </a:lnTo>
                <a:lnTo>
                  <a:pt x="763" y="92"/>
                </a:lnTo>
                <a:lnTo>
                  <a:pt x="764" y="93"/>
                </a:lnTo>
                <a:lnTo>
                  <a:pt x="765" y="93"/>
                </a:lnTo>
                <a:lnTo>
                  <a:pt x="766" y="93"/>
                </a:lnTo>
                <a:lnTo>
                  <a:pt x="766" y="94"/>
                </a:lnTo>
                <a:lnTo>
                  <a:pt x="766" y="95"/>
                </a:lnTo>
                <a:lnTo>
                  <a:pt x="766" y="96"/>
                </a:lnTo>
                <a:lnTo>
                  <a:pt x="767" y="97"/>
                </a:lnTo>
                <a:lnTo>
                  <a:pt x="767" y="98"/>
                </a:lnTo>
                <a:lnTo>
                  <a:pt x="766" y="98"/>
                </a:lnTo>
                <a:lnTo>
                  <a:pt x="765" y="98"/>
                </a:lnTo>
                <a:lnTo>
                  <a:pt x="766" y="99"/>
                </a:lnTo>
                <a:lnTo>
                  <a:pt x="766" y="100"/>
                </a:lnTo>
                <a:lnTo>
                  <a:pt x="768" y="102"/>
                </a:lnTo>
                <a:lnTo>
                  <a:pt x="768" y="103"/>
                </a:lnTo>
                <a:lnTo>
                  <a:pt x="770" y="103"/>
                </a:lnTo>
                <a:lnTo>
                  <a:pt x="771" y="103"/>
                </a:lnTo>
                <a:lnTo>
                  <a:pt x="772" y="104"/>
                </a:lnTo>
                <a:lnTo>
                  <a:pt x="773" y="104"/>
                </a:lnTo>
                <a:lnTo>
                  <a:pt x="774" y="104"/>
                </a:lnTo>
                <a:lnTo>
                  <a:pt x="775" y="104"/>
                </a:lnTo>
                <a:lnTo>
                  <a:pt x="776" y="104"/>
                </a:lnTo>
                <a:lnTo>
                  <a:pt x="777" y="104"/>
                </a:lnTo>
                <a:lnTo>
                  <a:pt x="777" y="105"/>
                </a:lnTo>
                <a:lnTo>
                  <a:pt x="778" y="105"/>
                </a:lnTo>
                <a:lnTo>
                  <a:pt x="778" y="106"/>
                </a:lnTo>
                <a:lnTo>
                  <a:pt x="777" y="106"/>
                </a:lnTo>
                <a:lnTo>
                  <a:pt x="777" y="107"/>
                </a:lnTo>
                <a:lnTo>
                  <a:pt x="778" y="107"/>
                </a:lnTo>
                <a:lnTo>
                  <a:pt x="779" y="108"/>
                </a:lnTo>
                <a:lnTo>
                  <a:pt x="780" y="108"/>
                </a:lnTo>
                <a:lnTo>
                  <a:pt x="780" y="109"/>
                </a:lnTo>
                <a:lnTo>
                  <a:pt x="781" y="109"/>
                </a:lnTo>
                <a:lnTo>
                  <a:pt x="781" y="110"/>
                </a:lnTo>
                <a:lnTo>
                  <a:pt x="781" y="111"/>
                </a:lnTo>
                <a:lnTo>
                  <a:pt x="780" y="111"/>
                </a:lnTo>
                <a:lnTo>
                  <a:pt x="780" y="112"/>
                </a:lnTo>
                <a:lnTo>
                  <a:pt x="781" y="112"/>
                </a:lnTo>
                <a:lnTo>
                  <a:pt x="781" y="113"/>
                </a:lnTo>
                <a:lnTo>
                  <a:pt x="782" y="114"/>
                </a:lnTo>
                <a:lnTo>
                  <a:pt x="782" y="115"/>
                </a:lnTo>
                <a:lnTo>
                  <a:pt x="781" y="116"/>
                </a:lnTo>
                <a:lnTo>
                  <a:pt x="780" y="117"/>
                </a:lnTo>
                <a:lnTo>
                  <a:pt x="779" y="117"/>
                </a:lnTo>
                <a:lnTo>
                  <a:pt x="778" y="119"/>
                </a:lnTo>
                <a:lnTo>
                  <a:pt x="778" y="120"/>
                </a:lnTo>
                <a:lnTo>
                  <a:pt x="777" y="121"/>
                </a:lnTo>
                <a:lnTo>
                  <a:pt x="776" y="122"/>
                </a:lnTo>
                <a:lnTo>
                  <a:pt x="776" y="123"/>
                </a:lnTo>
                <a:lnTo>
                  <a:pt x="775" y="123"/>
                </a:lnTo>
                <a:lnTo>
                  <a:pt x="775" y="124"/>
                </a:lnTo>
                <a:lnTo>
                  <a:pt x="776" y="124"/>
                </a:lnTo>
                <a:lnTo>
                  <a:pt x="777" y="124"/>
                </a:lnTo>
                <a:lnTo>
                  <a:pt x="778" y="126"/>
                </a:lnTo>
                <a:lnTo>
                  <a:pt x="777" y="127"/>
                </a:lnTo>
                <a:lnTo>
                  <a:pt x="776" y="128"/>
                </a:lnTo>
                <a:lnTo>
                  <a:pt x="776" y="129"/>
                </a:lnTo>
                <a:lnTo>
                  <a:pt x="777" y="129"/>
                </a:lnTo>
                <a:lnTo>
                  <a:pt x="777" y="130"/>
                </a:lnTo>
                <a:lnTo>
                  <a:pt x="776" y="130"/>
                </a:lnTo>
                <a:lnTo>
                  <a:pt x="775" y="130"/>
                </a:lnTo>
                <a:lnTo>
                  <a:pt x="774" y="129"/>
                </a:lnTo>
                <a:lnTo>
                  <a:pt x="773" y="129"/>
                </a:lnTo>
                <a:lnTo>
                  <a:pt x="772" y="129"/>
                </a:lnTo>
                <a:lnTo>
                  <a:pt x="771" y="129"/>
                </a:lnTo>
                <a:lnTo>
                  <a:pt x="771" y="130"/>
                </a:lnTo>
                <a:lnTo>
                  <a:pt x="770" y="130"/>
                </a:lnTo>
                <a:lnTo>
                  <a:pt x="768" y="129"/>
                </a:lnTo>
                <a:lnTo>
                  <a:pt x="767" y="129"/>
                </a:lnTo>
                <a:lnTo>
                  <a:pt x="766" y="129"/>
                </a:lnTo>
                <a:lnTo>
                  <a:pt x="765" y="130"/>
                </a:lnTo>
                <a:lnTo>
                  <a:pt x="766" y="130"/>
                </a:lnTo>
                <a:lnTo>
                  <a:pt x="765" y="130"/>
                </a:lnTo>
                <a:lnTo>
                  <a:pt x="765" y="131"/>
                </a:lnTo>
                <a:lnTo>
                  <a:pt x="764" y="131"/>
                </a:lnTo>
                <a:lnTo>
                  <a:pt x="762" y="130"/>
                </a:lnTo>
                <a:lnTo>
                  <a:pt x="761" y="130"/>
                </a:lnTo>
                <a:lnTo>
                  <a:pt x="760" y="130"/>
                </a:lnTo>
                <a:lnTo>
                  <a:pt x="759" y="130"/>
                </a:lnTo>
                <a:lnTo>
                  <a:pt x="759" y="131"/>
                </a:lnTo>
                <a:lnTo>
                  <a:pt x="760" y="131"/>
                </a:lnTo>
                <a:lnTo>
                  <a:pt x="761" y="133"/>
                </a:lnTo>
                <a:lnTo>
                  <a:pt x="761" y="135"/>
                </a:lnTo>
                <a:lnTo>
                  <a:pt x="761" y="136"/>
                </a:lnTo>
                <a:lnTo>
                  <a:pt x="761" y="137"/>
                </a:lnTo>
                <a:lnTo>
                  <a:pt x="761" y="138"/>
                </a:lnTo>
                <a:lnTo>
                  <a:pt x="761" y="139"/>
                </a:lnTo>
                <a:lnTo>
                  <a:pt x="762" y="139"/>
                </a:lnTo>
                <a:lnTo>
                  <a:pt x="762" y="140"/>
                </a:lnTo>
                <a:lnTo>
                  <a:pt x="763" y="141"/>
                </a:lnTo>
                <a:lnTo>
                  <a:pt x="762" y="142"/>
                </a:lnTo>
                <a:lnTo>
                  <a:pt x="762" y="143"/>
                </a:lnTo>
                <a:lnTo>
                  <a:pt x="763" y="144"/>
                </a:lnTo>
                <a:lnTo>
                  <a:pt x="763" y="145"/>
                </a:lnTo>
                <a:lnTo>
                  <a:pt x="762" y="145"/>
                </a:lnTo>
                <a:lnTo>
                  <a:pt x="759" y="146"/>
                </a:lnTo>
                <a:lnTo>
                  <a:pt x="758" y="146"/>
                </a:lnTo>
                <a:lnTo>
                  <a:pt x="757" y="146"/>
                </a:lnTo>
                <a:lnTo>
                  <a:pt x="756" y="147"/>
                </a:lnTo>
                <a:lnTo>
                  <a:pt x="756" y="149"/>
                </a:lnTo>
                <a:lnTo>
                  <a:pt x="756" y="150"/>
                </a:lnTo>
                <a:lnTo>
                  <a:pt x="756" y="151"/>
                </a:lnTo>
                <a:lnTo>
                  <a:pt x="755" y="153"/>
                </a:lnTo>
                <a:lnTo>
                  <a:pt x="756" y="154"/>
                </a:lnTo>
                <a:lnTo>
                  <a:pt x="756" y="155"/>
                </a:lnTo>
                <a:lnTo>
                  <a:pt x="755" y="155"/>
                </a:lnTo>
                <a:lnTo>
                  <a:pt x="755" y="156"/>
                </a:lnTo>
                <a:lnTo>
                  <a:pt x="755" y="157"/>
                </a:lnTo>
                <a:lnTo>
                  <a:pt x="756" y="157"/>
                </a:lnTo>
                <a:lnTo>
                  <a:pt x="757" y="157"/>
                </a:lnTo>
                <a:lnTo>
                  <a:pt x="758" y="158"/>
                </a:lnTo>
                <a:lnTo>
                  <a:pt x="758" y="159"/>
                </a:lnTo>
                <a:lnTo>
                  <a:pt x="758" y="160"/>
                </a:lnTo>
                <a:lnTo>
                  <a:pt x="758" y="161"/>
                </a:lnTo>
                <a:lnTo>
                  <a:pt x="758" y="162"/>
                </a:lnTo>
                <a:lnTo>
                  <a:pt x="758" y="163"/>
                </a:lnTo>
                <a:lnTo>
                  <a:pt x="758" y="164"/>
                </a:lnTo>
                <a:lnTo>
                  <a:pt x="758" y="165"/>
                </a:lnTo>
                <a:lnTo>
                  <a:pt x="759" y="165"/>
                </a:lnTo>
                <a:lnTo>
                  <a:pt x="760" y="166"/>
                </a:lnTo>
                <a:lnTo>
                  <a:pt x="761" y="166"/>
                </a:lnTo>
                <a:lnTo>
                  <a:pt x="761" y="167"/>
                </a:lnTo>
                <a:lnTo>
                  <a:pt x="760" y="167"/>
                </a:lnTo>
                <a:lnTo>
                  <a:pt x="759" y="167"/>
                </a:lnTo>
                <a:lnTo>
                  <a:pt x="759" y="168"/>
                </a:lnTo>
                <a:lnTo>
                  <a:pt x="758" y="169"/>
                </a:lnTo>
                <a:lnTo>
                  <a:pt x="758" y="170"/>
                </a:lnTo>
                <a:lnTo>
                  <a:pt x="758" y="171"/>
                </a:lnTo>
                <a:lnTo>
                  <a:pt x="759" y="171"/>
                </a:lnTo>
                <a:lnTo>
                  <a:pt x="759" y="172"/>
                </a:lnTo>
                <a:lnTo>
                  <a:pt x="760" y="172"/>
                </a:lnTo>
                <a:lnTo>
                  <a:pt x="761" y="172"/>
                </a:lnTo>
                <a:lnTo>
                  <a:pt x="762" y="172"/>
                </a:lnTo>
                <a:lnTo>
                  <a:pt x="763" y="173"/>
                </a:lnTo>
                <a:lnTo>
                  <a:pt x="764" y="173"/>
                </a:lnTo>
                <a:lnTo>
                  <a:pt x="766" y="174"/>
                </a:lnTo>
                <a:lnTo>
                  <a:pt x="766" y="175"/>
                </a:lnTo>
                <a:lnTo>
                  <a:pt x="765" y="176"/>
                </a:lnTo>
                <a:lnTo>
                  <a:pt x="766" y="176"/>
                </a:lnTo>
                <a:lnTo>
                  <a:pt x="766" y="177"/>
                </a:lnTo>
                <a:lnTo>
                  <a:pt x="764" y="178"/>
                </a:lnTo>
                <a:lnTo>
                  <a:pt x="765" y="179"/>
                </a:lnTo>
                <a:lnTo>
                  <a:pt x="765" y="180"/>
                </a:lnTo>
                <a:lnTo>
                  <a:pt x="766" y="180"/>
                </a:lnTo>
                <a:lnTo>
                  <a:pt x="766" y="181"/>
                </a:lnTo>
                <a:lnTo>
                  <a:pt x="766" y="182"/>
                </a:lnTo>
                <a:lnTo>
                  <a:pt x="767" y="182"/>
                </a:lnTo>
                <a:lnTo>
                  <a:pt x="767" y="181"/>
                </a:lnTo>
                <a:lnTo>
                  <a:pt x="768" y="182"/>
                </a:lnTo>
                <a:lnTo>
                  <a:pt x="768" y="183"/>
                </a:lnTo>
                <a:lnTo>
                  <a:pt x="769" y="182"/>
                </a:lnTo>
                <a:lnTo>
                  <a:pt x="769" y="183"/>
                </a:lnTo>
                <a:lnTo>
                  <a:pt x="769" y="184"/>
                </a:lnTo>
                <a:lnTo>
                  <a:pt x="770" y="186"/>
                </a:lnTo>
                <a:lnTo>
                  <a:pt x="770" y="187"/>
                </a:lnTo>
                <a:lnTo>
                  <a:pt x="771" y="188"/>
                </a:lnTo>
                <a:lnTo>
                  <a:pt x="771" y="189"/>
                </a:lnTo>
                <a:lnTo>
                  <a:pt x="772" y="188"/>
                </a:lnTo>
                <a:lnTo>
                  <a:pt x="772" y="187"/>
                </a:lnTo>
                <a:lnTo>
                  <a:pt x="772" y="186"/>
                </a:lnTo>
                <a:lnTo>
                  <a:pt x="773" y="186"/>
                </a:lnTo>
                <a:lnTo>
                  <a:pt x="773" y="187"/>
                </a:lnTo>
                <a:lnTo>
                  <a:pt x="773" y="188"/>
                </a:lnTo>
                <a:lnTo>
                  <a:pt x="773" y="189"/>
                </a:lnTo>
                <a:lnTo>
                  <a:pt x="772" y="190"/>
                </a:lnTo>
                <a:lnTo>
                  <a:pt x="772" y="191"/>
                </a:lnTo>
                <a:lnTo>
                  <a:pt x="773" y="191"/>
                </a:lnTo>
                <a:lnTo>
                  <a:pt x="774" y="190"/>
                </a:lnTo>
                <a:lnTo>
                  <a:pt x="774" y="189"/>
                </a:lnTo>
                <a:lnTo>
                  <a:pt x="774" y="188"/>
                </a:lnTo>
                <a:lnTo>
                  <a:pt x="774" y="186"/>
                </a:lnTo>
                <a:lnTo>
                  <a:pt x="775" y="186"/>
                </a:lnTo>
                <a:lnTo>
                  <a:pt x="776" y="185"/>
                </a:lnTo>
                <a:lnTo>
                  <a:pt x="777" y="185"/>
                </a:lnTo>
                <a:lnTo>
                  <a:pt x="777" y="186"/>
                </a:lnTo>
                <a:lnTo>
                  <a:pt x="777" y="188"/>
                </a:lnTo>
                <a:lnTo>
                  <a:pt x="777" y="189"/>
                </a:lnTo>
                <a:lnTo>
                  <a:pt x="778" y="191"/>
                </a:lnTo>
                <a:lnTo>
                  <a:pt x="780" y="192"/>
                </a:lnTo>
                <a:lnTo>
                  <a:pt x="781" y="192"/>
                </a:lnTo>
                <a:lnTo>
                  <a:pt x="781" y="191"/>
                </a:lnTo>
                <a:lnTo>
                  <a:pt x="781" y="190"/>
                </a:lnTo>
                <a:lnTo>
                  <a:pt x="782" y="190"/>
                </a:lnTo>
                <a:lnTo>
                  <a:pt x="782" y="191"/>
                </a:lnTo>
                <a:lnTo>
                  <a:pt x="783" y="190"/>
                </a:lnTo>
                <a:lnTo>
                  <a:pt x="784" y="190"/>
                </a:lnTo>
                <a:lnTo>
                  <a:pt x="786" y="191"/>
                </a:lnTo>
                <a:lnTo>
                  <a:pt x="787" y="191"/>
                </a:lnTo>
                <a:lnTo>
                  <a:pt x="788" y="191"/>
                </a:lnTo>
                <a:lnTo>
                  <a:pt x="789" y="193"/>
                </a:lnTo>
                <a:lnTo>
                  <a:pt x="790" y="193"/>
                </a:lnTo>
                <a:lnTo>
                  <a:pt x="791" y="195"/>
                </a:lnTo>
                <a:lnTo>
                  <a:pt x="791" y="196"/>
                </a:lnTo>
                <a:lnTo>
                  <a:pt x="792" y="196"/>
                </a:lnTo>
                <a:lnTo>
                  <a:pt x="792" y="195"/>
                </a:lnTo>
                <a:lnTo>
                  <a:pt x="793" y="195"/>
                </a:lnTo>
                <a:lnTo>
                  <a:pt x="793" y="196"/>
                </a:lnTo>
                <a:lnTo>
                  <a:pt x="794" y="197"/>
                </a:lnTo>
                <a:lnTo>
                  <a:pt x="794" y="196"/>
                </a:lnTo>
                <a:lnTo>
                  <a:pt x="795" y="196"/>
                </a:lnTo>
                <a:lnTo>
                  <a:pt x="795" y="197"/>
                </a:lnTo>
                <a:lnTo>
                  <a:pt x="796" y="197"/>
                </a:lnTo>
                <a:lnTo>
                  <a:pt x="795" y="199"/>
                </a:lnTo>
                <a:lnTo>
                  <a:pt x="795" y="200"/>
                </a:lnTo>
                <a:lnTo>
                  <a:pt x="794" y="200"/>
                </a:lnTo>
                <a:lnTo>
                  <a:pt x="793" y="201"/>
                </a:lnTo>
                <a:lnTo>
                  <a:pt x="793" y="202"/>
                </a:lnTo>
                <a:lnTo>
                  <a:pt x="792" y="203"/>
                </a:lnTo>
                <a:lnTo>
                  <a:pt x="791" y="203"/>
                </a:lnTo>
                <a:lnTo>
                  <a:pt x="791" y="204"/>
                </a:lnTo>
                <a:lnTo>
                  <a:pt x="791" y="205"/>
                </a:lnTo>
                <a:lnTo>
                  <a:pt x="791" y="206"/>
                </a:lnTo>
                <a:lnTo>
                  <a:pt x="792" y="206"/>
                </a:lnTo>
                <a:lnTo>
                  <a:pt x="793" y="205"/>
                </a:lnTo>
                <a:lnTo>
                  <a:pt x="794" y="205"/>
                </a:lnTo>
                <a:lnTo>
                  <a:pt x="795" y="205"/>
                </a:lnTo>
                <a:lnTo>
                  <a:pt x="795" y="204"/>
                </a:lnTo>
                <a:lnTo>
                  <a:pt x="796" y="204"/>
                </a:lnTo>
                <a:lnTo>
                  <a:pt x="797" y="204"/>
                </a:lnTo>
                <a:lnTo>
                  <a:pt x="798" y="203"/>
                </a:lnTo>
                <a:lnTo>
                  <a:pt x="798" y="202"/>
                </a:lnTo>
                <a:lnTo>
                  <a:pt x="799" y="202"/>
                </a:lnTo>
                <a:lnTo>
                  <a:pt x="799" y="201"/>
                </a:lnTo>
                <a:lnTo>
                  <a:pt x="801" y="201"/>
                </a:lnTo>
                <a:lnTo>
                  <a:pt x="802" y="201"/>
                </a:lnTo>
                <a:lnTo>
                  <a:pt x="803" y="201"/>
                </a:lnTo>
                <a:lnTo>
                  <a:pt x="804" y="201"/>
                </a:lnTo>
                <a:lnTo>
                  <a:pt x="805" y="204"/>
                </a:lnTo>
                <a:lnTo>
                  <a:pt x="806" y="206"/>
                </a:lnTo>
                <a:lnTo>
                  <a:pt x="807" y="206"/>
                </a:lnTo>
                <a:lnTo>
                  <a:pt x="807" y="207"/>
                </a:lnTo>
                <a:lnTo>
                  <a:pt x="807" y="208"/>
                </a:lnTo>
                <a:lnTo>
                  <a:pt x="808" y="209"/>
                </a:lnTo>
                <a:lnTo>
                  <a:pt x="808" y="210"/>
                </a:lnTo>
                <a:lnTo>
                  <a:pt x="809" y="210"/>
                </a:lnTo>
                <a:lnTo>
                  <a:pt x="809" y="211"/>
                </a:lnTo>
                <a:lnTo>
                  <a:pt x="809" y="212"/>
                </a:lnTo>
                <a:lnTo>
                  <a:pt x="810" y="212"/>
                </a:lnTo>
                <a:lnTo>
                  <a:pt x="810" y="213"/>
                </a:lnTo>
                <a:lnTo>
                  <a:pt x="811" y="215"/>
                </a:lnTo>
                <a:lnTo>
                  <a:pt x="812" y="215"/>
                </a:lnTo>
                <a:lnTo>
                  <a:pt x="812" y="216"/>
                </a:lnTo>
                <a:lnTo>
                  <a:pt x="811" y="217"/>
                </a:lnTo>
                <a:lnTo>
                  <a:pt x="811" y="218"/>
                </a:lnTo>
                <a:lnTo>
                  <a:pt x="813" y="220"/>
                </a:lnTo>
                <a:lnTo>
                  <a:pt x="814" y="220"/>
                </a:lnTo>
                <a:lnTo>
                  <a:pt x="816" y="220"/>
                </a:lnTo>
                <a:lnTo>
                  <a:pt x="817" y="220"/>
                </a:lnTo>
                <a:lnTo>
                  <a:pt x="818" y="221"/>
                </a:lnTo>
                <a:lnTo>
                  <a:pt x="819" y="221"/>
                </a:lnTo>
                <a:lnTo>
                  <a:pt x="820" y="221"/>
                </a:lnTo>
                <a:lnTo>
                  <a:pt x="821" y="221"/>
                </a:lnTo>
                <a:lnTo>
                  <a:pt x="822" y="221"/>
                </a:lnTo>
                <a:lnTo>
                  <a:pt x="822" y="220"/>
                </a:lnTo>
                <a:lnTo>
                  <a:pt x="823" y="220"/>
                </a:lnTo>
                <a:lnTo>
                  <a:pt x="824" y="220"/>
                </a:lnTo>
                <a:lnTo>
                  <a:pt x="824" y="221"/>
                </a:lnTo>
                <a:lnTo>
                  <a:pt x="825" y="221"/>
                </a:lnTo>
                <a:lnTo>
                  <a:pt x="826" y="222"/>
                </a:lnTo>
                <a:lnTo>
                  <a:pt x="825" y="223"/>
                </a:lnTo>
                <a:lnTo>
                  <a:pt x="826" y="224"/>
                </a:lnTo>
                <a:lnTo>
                  <a:pt x="827" y="225"/>
                </a:lnTo>
                <a:lnTo>
                  <a:pt x="828" y="225"/>
                </a:lnTo>
                <a:lnTo>
                  <a:pt x="827" y="226"/>
                </a:lnTo>
                <a:lnTo>
                  <a:pt x="827" y="228"/>
                </a:lnTo>
                <a:lnTo>
                  <a:pt x="828" y="228"/>
                </a:lnTo>
                <a:lnTo>
                  <a:pt x="829" y="229"/>
                </a:lnTo>
                <a:lnTo>
                  <a:pt x="829" y="230"/>
                </a:lnTo>
                <a:lnTo>
                  <a:pt x="829" y="231"/>
                </a:lnTo>
                <a:lnTo>
                  <a:pt x="830" y="232"/>
                </a:lnTo>
                <a:lnTo>
                  <a:pt x="831" y="233"/>
                </a:lnTo>
                <a:lnTo>
                  <a:pt x="830" y="233"/>
                </a:lnTo>
                <a:lnTo>
                  <a:pt x="830" y="234"/>
                </a:lnTo>
                <a:lnTo>
                  <a:pt x="831" y="235"/>
                </a:lnTo>
                <a:lnTo>
                  <a:pt x="832" y="235"/>
                </a:lnTo>
                <a:lnTo>
                  <a:pt x="832" y="236"/>
                </a:lnTo>
                <a:lnTo>
                  <a:pt x="831" y="236"/>
                </a:lnTo>
                <a:lnTo>
                  <a:pt x="831" y="237"/>
                </a:lnTo>
                <a:lnTo>
                  <a:pt x="832" y="237"/>
                </a:lnTo>
                <a:lnTo>
                  <a:pt x="833" y="238"/>
                </a:lnTo>
                <a:lnTo>
                  <a:pt x="832" y="238"/>
                </a:lnTo>
                <a:lnTo>
                  <a:pt x="832" y="237"/>
                </a:lnTo>
                <a:lnTo>
                  <a:pt x="832" y="238"/>
                </a:lnTo>
                <a:lnTo>
                  <a:pt x="832" y="239"/>
                </a:lnTo>
                <a:lnTo>
                  <a:pt x="833" y="239"/>
                </a:lnTo>
                <a:lnTo>
                  <a:pt x="833" y="240"/>
                </a:lnTo>
                <a:lnTo>
                  <a:pt x="832" y="240"/>
                </a:lnTo>
                <a:lnTo>
                  <a:pt x="831" y="241"/>
                </a:lnTo>
                <a:lnTo>
                  <a:pt x="831" y="242"/>
                </a:lnTo>
                <a:lnTo>
                  <a:pt x="831" y="243"/>
                </a:lnTo>
                <a:lnTo>
                  <a:pt x="832" y="243"/>
                </a:lnTo>
                <a:lnTo>
                  <a:pt x="832" y="242"/>
                </a:lnTo>
                <a:lnTo>
                  <a:pt x="833" y="242"/>
                </a:lnTo>
                <a:lnTo>
                  <a:pt x="834" y="242"/>
                </a:lnTo>
                <a:lnTo>
                  <a:pt x="834" y="243"/>
                </a:lnTo>
                <a:lnTo>
                  <a:pt x="835" y="243"/>
                </a:lnTo>
                <a:lnTo>
                  <a:pt x="836" y="244"/>
                </a:lnTo>
                <a:lnTo>
                  <a:pt x="836" y="245"/>
                </a:lnTo>
                <a:lnTo>
                  <a:pt x="837" y="246"/>
                </a:lnTo>
                <a:lnTo>
                  <a:pt x="838" y="246"/>
                </a:lnTo>
                <a:lnTo>
                  <a:pt x="839" y="246"/>
                </a:lnTo>
                <a:lnTo>
                  <a:pt x="840" y="247"/>
                </a:lnTo>
                <a:lnTo>
                  <a:pt x="839" y="247"/>
                </a:lnTo>
                <a:lnTo>
                  <a:pt x="839" y="248"/>
                </a:lnTo>
                <a:lnTo>
                  <a:pt x="840" y="249"/>
                </a:lnTo>
                <a:lnTo>
                  <a:pt x="840" y="250"/>
                </a:lnTo>
                <a:lnTo>
                  <a:pt x="840" y="251"/>
                </a:lnTo>
                <a:lnTo>
                  <a:pt x="839" y="252"/>
                </a:lnTo>
                <a:lnTo>
                  <a:pt x="840" y="252"/>
                </a:lnTo>
                <a:lnTo>
                  <a:pt x="839" y="253"/>
                </a:lnTo>
                <a:lnTo>
                  <a:pt x="838" y="253"/>
                </a:lnTo>
                <a:lnTo>
                  <a:pt x="839" y="254"/>
                </a:lnTo>
                <a:lnTo>
                  <a:pt x="840" y="256"/>
                </a:lnTo>
                <a:lnTo>
                  <a:pt x="841" y="256"/>
                </a:lnTo>
                <a:lnTo>
                  <a:pt x="841" y="257"/>
                </a:lnTo>
                <a:lnTo>
                  <a:pt x="841" y="259"/>
                </a:lnTo>
                <a:lnTo>
                  <a:pt x="840" y="260"/>
                </a:lnTo>
                <a:lnTo>
                  <a:pt x="839" y="261"/>
                </a:lnTo>
                <a:lnTo>
                  <a:pt x="839" y="260"/>
                </a:lnTo>
                <a:lnTo>
                  <a:pt x="838" y="261"/>
                </a:lnTo>
                <a:lnTo>
                  <a:pt x="838" y="263"/>
                </a:lnTo>
                <a:lnTo>
                  <a:pt x="838" y="264"/>
                </a:lnTo>
                <a:lnTo>
                  <a:pt x="839" y="264"/>
                </a:lnTo>
                <a:lnTo>
                  <a:pt x="840" y="264"/>
                </a:lnTo>
                <a:lnTo>
                  <a:pt x="841" y="265"/>
                </a:lnTo>
                <a:lnTo>
                  <a:pt x="840" y="266"/>
                </a:lnTo>
                <a:lnTo>
                  <a:pt x="839" y="266"/>
                </a:lnTo>
                <a:lnTo>
                  <a:pt x="839" y="267"/>
                </a:lnTo>
                <a:lnTo>
                  <a:pt x="840" y="268"/>
                </a:lnTo>
                <a:lnTo>
                  <a:pt x="839" y="268"/>
                </a:lnTo>
                <a:lnTo>
                  <a:pt x="838" y="268"/>
                </a:lnTo>
                <a:lnTo>
                  <a:pt x="838" y="269"/>
                </a:lnTo>
                <a:lnTo>
                  <a:pt x="839" y="270"/>
                </a:lnTo>
                <a:lnTo>
                  <a:pt x="839" y="271"/>
                </a:lnTo>
                <a:lnTo>
                  <a:pt x="839" y="272"/>
                </a:lnTo>
                <a:lnTo>
                  <a:pt x="840" y="272"/>
                </a:lnTo>
                <a:lnTo>
                  <a:pt x="841" y="273"/>
                </a:lnTo>
                <a:lnTo>
                  <a:pt x="842" y="273"/>
                </a:lnTo>
                <a:lnTo>
                  <a:pt x="841" y="274"/>
                </a:lnTo>
                <a:lnTo>
                  <a:pt x="841" y="275"/>
                </a:lnTo>
                <a:lnTo>
                  <a:pt x="842" y="275"/>
                </a:lnTo>
                <a:lnTo>
                  <a:pt x="843" y="276"/>
                </a:lnTo>
                <a:lnTo>
                  <a:pt x="842" y="276"/>
                </a:lnTo>
                <a:lnTo>
                  <a:pt x="842" y="275"/>
                </a:lnTo>
                <a:lnTo>
                  <a:pt x="842" y="277"/>
                </a:lnTo>
                <a:lnTo>
                  <a:pt x="842" y="278"/>
                </a:lnTo>
                <a:lnTo>
                  <a:pt x="844" y="279"/>
                </a:lnTo>
                <a:lnTo>
                  <a:pt x="845" y="278"/>
                </a:lnTo>
                <a:lnTo>
                  <a:pt x="846" y="279"/>
                </a:lnTo>
                <a:lnTo>
                  <a:pt x="846" y="280"/>
                </a:lnTo>
                <a:lnTo>
                  <a:pt x="846" y="281"/>
                </a:lnTo>
                <a:lnTo>
                  <a:pt x="845" y="282"/>
                </a:lnTo>
                <a:lnTo>
                  <a:pt x="844" y="282"/>
                </a:lnTo>
                <a:lnTo>
                  <a:pt x="843" y="283"/>
                </a:lnTo>
                <a:lnTo>
                  <a:pt x="842" y="283"/>
                </a:lnTo>
                <a:lnTo>
                  <a:pt x="842" y="282"/>
                </a:lnTo>
                <a:lnTo>
                  <a:pt x="842" y="283"/>
                </a:lnTo>
                <a:lnTo>
                  <a:pt x="841" y="283"/>
                </a:lnTo>
                <a:lnTo>
                  <a:pt x="842" y="284"/>
                </a:lnTo>
                <a:lnTo>
                  <a:pt x="844" y="284"/>
                </a:lnTo>
                <a:lnTo>
                  <a:pt x="845" y="284"/>
                </a:lnTo>
                <a:lnTo>
                  <a:pt x="846" y="284"/>
                </a:lnTo>
                <a:lnTo>
                  <a:pt x="847" y="285"/>
                </a:lnTo>
                <a:lnTo>
                  <a:pt x="848" y="286"/>
                </a:lnTo>
                <a:lnTo>
                  <a:pt x="848" y="287"/>
                </a:lnTo>
                <a:lnTo>
                  <a:pt x="849" y="287"/>
                </a:lnTo>
                <a:lnTo>
                  <a:pt x="850" y="286"/>
                </a:lnTo>
                <a:lnTo>
                  <a:pt x="851" y="286"/>
                </a:lnTo>
                <a:lnTo>
                  <a:pt x="852" y="285"/>
                </a:lnTo>
                <a:lnTo>
                  <a:pt x="853" y="287"/>
                </a:lnTo>
                <a:lnTo>
                  <a:pt x="854" y="287"/>
                </a:lnTo>
                <a:lnTo>
                  <a:pt x="854" y="288"/>
                </a:lnTo>
                <a:lnTo>
                  <a:pt x="853" y="288"/>
                </a:lnTo>
                <a:lnTo>
                  <a:pt x="854" y="288"/>
                </a:lnTo>
                <a:lnTo>
                  <a:pt x="853" y="288"/>
                </a:lnTo>
                <a:lnTo>
                  <a:pt x="852" y="288"/>
                </a:lnTo>
                <a:lnTo>
                  <a:pt x="852" y="289"/>
                </a:lnTo>
                <a:lnTo>
                  <a:pt x="852" y="290"/>
                </a:lnTo>
                <a:lnTo>
                  <a:pt x="851" y="290"/>
                </a:lnTo>
                <a:lnTo>
                  <a:pt x="852" y="291"/>
                </a:lnTo>
                <a:lnTo>
                  <a:pt x="852" y="292"/>
                </a:lnTo>
                <a:lnTo>
                  <a:pt x="852" y="291"/>
                </a:lnTo>
                <a:lnTo>
                  <a:pt x="851" y="291"/>
                </a:lnTo>
                <a:lnTo>
                  <a:pt x="851" y="292"/>
                </a:lnTo>
                <a:lnTo>
                  <a:pt x="852" y="292"/>
                </a:lnTo>
                <a:lnTo>
                  <a:pt x="851" y="294"/>
                </a:lnTo>
                <a:lnTo>
                  <a:pt x="851" y="295"/>
                </a:lnTo>
                <a:lnTo>
                  <a:pt x="851" y="296"/>
                </a:lnTo>
                <a:lnTo>
                  <a:pt x="851" y="297"/>
                </a:lnTo>
                <a:lnTo>
                  <a:pt x="851" y="298"/>
                </a:lnTo>
                <a:lnTo>
                  <a:pt x="850" y="298"/>
                </a:lnTo>
                <a:lnTo>
                  <a:pt x="850" y="299"/>
                </a:lnTo>
                <a:lnTo>
                  <a:pt x="850" y="298"/>
                </a:lnTo>
                <a:lnTo>
                  <a:pt x="851" y="299"/>
                </a:lnTo>
                <a:lnTo>
                  <a:pt x="850" y="300"/>
                </a:lnTo>
                <a:lnTo>
                  <a:pt x="849" y="300"/>
                </a:lnTo>
                <a:lnTo>
                  <a:pt x="848" y="300"/>
                </a:lnTo>
                <a:lnTo>
                  <a:pt x="848" y="301"/>
                </a:lnTo>
                <a:lnTo>
                  <a:pt x="848" y="302"/>
                </a:lnTo>
                <a:lnTo>
                  <a:pt x="847" y="303"/>
                </a:lnTo>
                <a:lnTo>
                  <a:pt x="848" y="303"/>
                </a:lnTo>
                <a:lnTo>
                  <a:pt x="849" y="303"/>
                </a:lnTo>
                <a:lnTo>
                  <a:pt x="849" y="304"/>
                </a:lnTo>
                <a:lnTo>
                  <a:pt x="849" y="305"/>
                </a:lnTo>
                <a:lnTo>
                  <a:pt x="850" y="305"/>
                </a:lnTo>
                <a:lnTo>
                  <a:pt x="851" y="305"/>
                </a:lnTo>
                <a:lnTo>
                  <a:pt x="852" y="306"/>
                </a:lnTo>
                <a:lnTo>
                  <a:pt x="853" y="308"/>
                </a:lnTo>
                <a:lnTo>
                  <a:pt x="854" y="309"/>
                </a:lnTo>
                <a:lnTo>
                  <a:pt x="854" y="310"/>
                </a:lnTo>
                <a:lnTo>
                  <a:pt x="854" y="311"/>
                </a:lnTo>
                <a:lnTo>
                  <a:pt x="855" y="311"/>
                </a:lnTo>
                <a:lnTo>
                  <a:pt x="855" y="312"/>
                </a:lnTo>
                <a:lnTo>
                  <a:pt x="855" y="313"/>
                </a:lnTo>
                <a:lnTo>
                  <a:pt x="855" y="314"/>
                </a:lnTo>
                <a:lnTo>
                  <a:pt x="856" y="314"/>
                </a:lnTo>
                <a:lnTo>
                  <a:pt x="856" y="315"/>
                </a:lnTo>
                <a:lnTo>
                  <a:pt x="856" y="316"/>
                </a:lnTo>
                <a:lnTo>
                  <a:pt x="857" y="316"/>
                </a:lnTo>
                <a:lnTo>
                  <a:pt x="857" y="315"/>
                </a:lnTo>
                <a:lnTo>
                  <a:pt x="857" y="316"/>
                </a:lnTo>
                <a:lnTo>
                  <a:pt x="856" y="316"/>
                </a:lnTo>
                <a:lnTo>
                  <a:pt x="856" y="317"/>
                </a:lnTo>
                <a:lnTo>
                  <a:pt x="857" y="317"/>
                </a:lnTo>
                <a:lnTo>
                  <a:pt x="858" y="317"/>
                </a:lnTo>
                <a:lnTo>
                  <a:pt x="858" y="316"/>
                </a:lnTo>
                <a:lnTo>
                  <a:pt x="858" y="315"/>
                </a:lnTo>
                <a:lnTo>
                  <a:pt x="857" y="315"/>
                </a:lnTo>
                <a:lnTo>
                  <a:pt x="858" y="315"/>
                </a:lnTo>
                <a:lnTo>
                  <a:pt x="859" y="316"/>
                </a:lnTo>
                <a:lnTo>
                  <a:pt x="859" y="317"/>
                </a:lnTo>
                <a:lnTo>
                  <a:pt x="858" y="318"/>
                </a:lnTo>
                <a:lnTo>
                  <a:pt x="857" y="318"/>
                </a:lnTo>
                <a:lnTo>
                  <a:pt x="856" y="319"/>
                </a:lnTo>
                <a:lnTo>
                  <a:pt x="856" y="320"/>
                </a:lnTo>
                <a:lnTo>
                  <a:pt x="856" y="321"/>
                </a:lnTo>
                <a:lnTo>
                  <a:pt x="855" y="322"/>
                </a:lnTo>
                <a:lnTo>
                  <a:pt x="854" y="323"/>
                </a:lnTo>
                <a:lnTo>
                  <a:pt x="853" y="324"/>
                </a:lnTo>
                <a:lnTo>
                  <a:pt x="851" y="326"/>
                </a:lnTo>
                <a:lnTo>
                  <a:pt x="850" y="326"/>
                </a:lnTo>
                <a:lnTo>
                  <a:pt x="850" y="325"/>
                </a:lnTo>
                <a:lnTo>
                  <a:pt x="849" y="325"/>
                </a:lnTo>
                <a:lnTo>
                  <a:pt x="848" y="325"/>
                </a:lnTo>
                <a:lnTo>
                  <a:pt x="847" y="326"/>
                </a:lnTo>
                <a:lnTo>
                  <a:pt x="846" y="327"/>
                </a:lnTo>
                <a:lnTo>
                  <a:pt x="845" y="328"/>
                </a:lnTo>
                <a:lnTo>
                  <a:pt x="844" y="329"/>
                </a:lnTo>
                <a:lnTo>
                  <a:pt x="844" y="330"/>
                </a:lnTo>
                <a:lnTo>
                  <a:pt x="843" y="331"/>
                </a:lnTo>
                <a:lnTo>
                  <a:pt x="842" y="332"/>
                </a:lnTo>
                <a:lnTo>
                  <a:pt x="841" y="332"/>
                </a:lnTo>
                <a:lnTo>
                  <a:pt x="841" y="331"/>
                </a:lnTo>
                <a:lnTo>
                  <a:pt x="840" y="332"/>
                </a:lnTo>
                <a:lnTo>
                  <a:pt x="839" y="333"/>
                </a:lnTo>
                <a:lnTo>
                  <a:pt x="839" y="334"/>
                </a:lnTo>
                <a:lnTo>
                  <a:pt x="838" y="335"/>
                </a:lnTo>
                <a:lnTo>
                  <a:pt x="837" y="335"/>
                </a:lnTo>
                <a:lnTo>
                  <a:pt x="837" y="336"/>
                </a:lnTo>
                <a:lnTo>
                  <a:pt x="837" y="337"/>
                </a:lnTo>
                <a:lnTo>
                  <a:pt x="836" y="337"/>
                </a:lnTo>
                <a:lnTo>
                  <a:pt x="836" y="338"/>
                </a:lnTo>
                <a:lnTo>
                  <a:pt x="836" y="339"/>
                </a:lnTo>
                <a:lnTo>
                  <a:pt x="835" y="339"/>
                </a:lnTo>
                <a:lnTo>
                  <a:pt x="834" y="339"/>
                </a:lnTo>
                <a:lnTo>
                  <a:pt x="834" y="340"/>
                </a:lnTo>
                <a:lnTo>
                  <a:pt x="833" y="340"/>
                </a:lnTo>
                <a:lnTo>
                  <a:pt x="832" y="341"/>
                </a:lnTo>
                <a:lnTo>
                  <a:pt x="832" y="342"/>
                </a:lnTo>
                <a:lnTo>
                  <a:pt x="831" y="342"/>
                </a:lnTo>
                <a:lnTo>
                  <a:pt x="831" y="343"/>
                </a:lnTo>
                <a:lnTo>
                  <a:pt x="832" y="343"/>
                </a:lnTo>
                <a:lnTo>
                  <a:pt x="833" y="344"/>
                </a:lnTo>
                <a:lnTo>
                  <a:pt x="835" y="345"/>
                </a:lnTo>
                <a:lnTo>
                  <a:pt x="836" y="346"/>
                </a:lnTo>
                <a:lnTo>
                  <a:pt x="836" y="347"/>
                </a:lnTo>
                <a:lnTo>
                  <a:pt x="837" y="348"/>
                </a:lnTo>
                <a:lnTo>
                  <a:pt x="838" y="348"/>
                </a:lnTo>
                <a:lnTo>
                  <a:pt x="838" y="347"/>
                </a:lnTo>
                <a:lnTo>
                  <a:pt x="839" y="347"/>
                </a:lnTo>
                <a:lnTo>
                  <a:pt x="841" y="347"/>
                </a:lnTo>
                <a:lnTo>
                  <a:pt x="842" y="347"/>
                </a:lnTo>
                <a:lnTo>
                  <a:pt x="843" y="347"/>
                </a:lnTo>
                <a:lnTo>
                  <a:pt x="843" y="348"/>
                </a:lnTo>
                <a:lnTo>
                  <a:pt x="843" y="349"/>
                </a:lnTo>
                <a:lnTo>
                  <a:pt x="843" y="350"/>
                </a:lnTo>
                <a:lnTo>
                  <a:pt x="843" y="351"/>
                </a:lnTo>
                <a:lnTo>
                  <a:pt x="844" y="351"/>
                </a:lnTo>
                <a:lnTo>
                  <a:pt x="844" y="352"/>
                </a:lnTo>
                <a:lnTo>
                  <a:pt x="843" y="353"/>
                </a:lnTo>
                <a:lnTo>
                  <a:pt x="842" y="354"/>
                </a:lnTo>
                <a:lnTo>
                  <a:pt x="841" y="354"/>
                </a:lnTo>
                <a:lnTo>
                  <a:pt x="841" y="355"/>
                </a:lnTo>
                <a:lnTo>
                  <a:pt x="841" y="356"/>
                </a:lnTo>
                <a:lnTo>
                  <a:pt x="842" y="356"/>
                </a:lnTo>
                <a:lnTo>
                  <a:pt x="842" y="357"/>
                </a:lnTo>
                <a:lnTo>
                  <a:pt x="842" y="358"/>
                </a:lnTo>
                <a:lnTo>
                  <a:pt x="842" y="359"/>
                </a:lnTo>
                <a:lnTo>
                  <a:pt x="843" y="359"/>
                </a:lnTo>
                <a:lnTo>
                  <a:pt x="843" y="360"/>
                </a:lnTo>
                <a:lnTo>
                  <a:pt x="841" y="361"/>
                </a:lnTo>
                <a:lnTo>
                  <a:pt x="842" y="362"/>
                </a:lnTo>
                <a:lnTo>
                  <a:pt x="842" y="363"/>
                </a:lnTo>
                <a:lnTo>
                  <a:pt x="842" y="364"/>
                </a:lnTo>
                <a:lnTo>
                  <a:pt x="842" y="365"/>
                </a:lnTo>
                <a:lnTo>
                  <a:pt x="842" y="366"/>
                </a:lnTo>
                <a:lnTo>
                  <a:pt x="842" y="367"/>
                </a:lnTo>
                <a:lnTo>
                  <a:pt x="842" y="368"/>
                </a:lnTo>
                <a:lnTo>
                  <a:pt x="842" y="369"/>
                </a:lnTo>
                <a:lnTo>
                  <a:pt x="841" y="369"/>
                </a:lnTo>
                <a:lnTo>
                  <a:pt x="840" y="369"/>
                </a:lnTo>
                <a:lnTo>
                  <a:pt x="838" y="369"/>
                </a:lnTo>
                <a:lnTo>
                  <a:pt x="837" y="369"/>
                </a:lnTo>
                <a:lnTo>
                  <a:pt x="836" y="369"/>
                </a:lnTo>
                <a:lnTo>
                  <a:pt x="835" y="369"/>
                </a:lnTo>
                <a:lnTo>
                  <a:pt x="834" y="369"/>
                </a:lnTo>
                <a:lnTo>
                  <a:pt x="833" y="369"/>
                </a:lnTo>
                <a:lnTo>
                  <a:pt x="833" y="370"/>
                </a:lnTo>
                <a:lnTo>
                  <a:pt x="832" y="370"/>
                </a:lnTo>
                <a:lnTo>
                  <a:pt x="831" y="371"/>
                </a:lnTo>
                <a:lnTo>
                  <a:pt x="830" y="371"/>
                </a:lnTo>
                <a:lnTo>
                  <a:pt x="829" y="371"/>
                </a:lnTo>
                <a:lnTo>
                  <a:pt x="829" y="372"/>
                </a:lnTo>
                <a:lnTo>
                  <a:pt x="828" y="371"/>
                </a:lnTo>
                <a:lnTo>
                  <a:pt x="827" y="372"/>
                </a:lnTo>
                <a:lnTo>
                  <a:pt x="826" y="372"/>
                </a:lnTo>
                <a:lnTo>
                  <a:pt x="826" y="373"/>
                </a:lnTo>
                <a:lnTo>
                  <a:pt x="825" y="373"/>
                </a:lnTo>
                <a:lnTo>
                  <a:pt x="825" y="374"/>
                </a:lnTo>
                <a:lnTo>
                  <a:pt x="825" y="375"/>
                </a:lnTo>
                <a:lnTo>
                  <a:pt x="824" y="375"/>
                </a:lnTo>
                <a:lnTo>
                  <a:pt x="824" y="374"/>
                </a:lnTo>
                <a:lnTo>
                  <a:pt x="823" y="374"/>
                </a:lnTo>
                <a:lnTo>
                  <a:pt x="823" y="373"/>
                </a:lnTo>
                <a:lnTo>
                  <a:pt x="822" y="373"/>
                </a:lnTo>
                <a:lnTo>
                  <a:pt x="822" y="375"/>
                </a:lnTo>
                <a:lnTo>
                  <a:pt x="821" y="376"/>
                </a:lnTo>
                <a:lnTo>
                  <a:pt x="820" y="376"/>
                </a:lnTo>
                <a:lnTo>
                  <a:pt x="820" y="377"/>
                </a:lnTo>
                <a:lnTo>
                  <a:pt x="819" y="377"/>
                </a:lnTo>
                <a:lnTo>
                  <a:pt x="818" y="378"/>
                </a:lnTo>
                <a:lnTo>
                  <a:pt x="817" y="378"/>
                </a:lnTo>
                <a:lnTo>
                  <a:pt x="817" y="379"/>
                </a:lnTo>
                <a:lnTo>
                  <a:pt x="816" y="379"/>
                </a:lnTo>
                <a:lnTo>
                  <a:pt x="815" y="380"/>
                </a:lnTo>
                <a:lnTo>
                  <a:pt x="814" y="380"/>
                </a:lnTo>
                <a:lnTo>
                  <a:pt x="813" y="380"/>
                </a:lnTo>
                <a:lnTo>
                  <a:pt x="812" y="380"/>
                </a:lnTo>
                <a:lnTo>
                  <a:pt x="811" y="380"/>
                </a:lnTo>
                <a:lnTo>
                  <a:pt x="810" y="379"/>
                </a:lnTo>
                <a:lnTo>
                  <a:pt x="809" y="379"/>
                </a:lnTo>
                <a:lnTo>
                  <a:pt x="808" y="379"/>
                </a:lnTo>
                <a:lnTo>
                  <a:pt x="807" y="378"/>
                </a:lnTo>
                <a:lnTo>
                  <a:pt x="806" y="379"/>
                </a:lnTo>
                <a:lnTo>
                  <a:pt x="805" y="380"/>
                </a:lnTo>
                <a:lnTo>
                  <a:pt x="804" y="380"/>
                </a:lnTo>
                <a:lnTo>
                  <a:pt x="804" y="381"/>
                </a:lnTo>
                <a:lnTo>
                  <a:pt x="803" y="382"/>
                </a:lnTo>
                <a:lnTo>
                  <a:pt x="802" y="382"/>
                </a:lnTo>
                <a:lnTo>
                  <a:pt x="802" y="383"/>
                </a:lnTo>
                <a:lnTo>
                  <a:pt x="802" y="385"/>
                </a:lnTo>
                <a:lnTo>
                  <a:pt x="802" y="386"/>
                </a:lnTo>
                <a:lnTo>
                  <a:pt x="803" y="386"/>
                </a:lnTo>
                <a:lnTo>
                  <a:pt x="803" y="387"/>
                </a:lnTo>
                <a:lnTo>
                  <a:pt x="803" y="388"/>
                </a:lnTo>
                <a:lnTo>
                  <a:pt x="804" y="388"/>
                </a:lnTo>
                <a:lnTo>
                  <a:pt x="803" y="389"/>
                </a:lnTo>
                <a:lnTo>
                  <a:pt x="801" y="389"/>
                </a:lnTo>
                <a:lnTo>
                  <a:pt x="800" y="389"/>
                </a:lnTo>
                <a:lnTo>
                  <a:pt x="799" y="389"/>
                </a:lnTo>
                <a:lnTo>
                  <a:pt x="799" y="390"/>
                </a:lnTo>
                <a:lnTo>
                  <a:pt x="799" y="391"/>
                </a:lnTo>
                <a:lnTo>
                  <a:pt x="798" y="391"/>
                </a:lnTo>
                <a:lnTo>
                  <a:pt x="798" y="393"/>
                </a:lnTo>
                <a:lnTo>
                  <a:pt x="798" y="394"/>
                </a:lnTo>
                <a:lnTo>
                  <a:pt x="798" y="395"/>
                </a:lnTo>
                <a:lnTo>
                  <a:pt x="798" y="396"/>
                </a:lnTo>
                <a:lnTo>
                  <a:pt x="799" y="398"/>
                </a:lnTo>
                <a:lnTo>
                  <a:pt x="799" y="399"/>
                </a:lnTo>
                <a:lnTo>
                  <a:pt x="798" y="399"/>
                </a:lnTo>
                <a:lnTo>
                  <a:pt x="798" y="400"/>
                </a:lnTo>
                <a:lnTo>
                  <a:pt x="797" y="400"/>
                </a:lnTo>
                <a:lnTo>
                  <a:pt x="796" y="400"/>
                </a:lnTo>
                <a:lnTo>
                  <a:pt x="796" y="399"/>
                </a:lnTo>
                <a:lnTo>
                  <a:pt x="795" y="400"/>
                </a:lnTo>
                <a:lnTo>
                  <a:pt x="795" y="399"/>
                </a:lnTo>
                <a:lnTo>
                  <a:pt x="794" y="398"/>
                </a:lnTo>
                <a:lnTo>
                  <a:pt x="794" y="397"/>
                </a:lnTo>
                <a:lnTo>
                  <a:pt x="793" y="397"/>
                </a:lnTo>
                <a:lnTo>
                  <a:pt x="792" y="397"/>
                </a:lnTo>
                <a:lnTo>
                  <a:pt x="791" y="397"/>
                </a:lnTo>
                <a:lnTo>
                  <a:pt x="790" y="398"/>
                </a:lnTo>
                <a:lnTo>
                  <a:pt x="789" y="398"/>
                </a:lnTo>
                <a:lnTo>
                  <a:pt x="788" y="396"/>
                </a:lnTo>
                <a:lnTo>
                  <a:pt x="787" y="396"/>
                </a:lnTo>
                <a:lnTo>
                  <a:pt x="787" y="397"/>
                </a:lnTo>
                <a:lnTo>
                  <a:pt x="786" y="397"/>
                </a:lnTo>
                <a:lnTo>
                  <a:pt x="785" y="397"/>
                </a:lnTo>
                <a:lnTo>
                  <a:pt x="785" y="398"/>
                </a:lnTo>
                <a:lnTo>
                  <a:pt x="784" y="398"/>
                </a:lnTo>
                <a:lnTo>
                  <a:pt x="783" y="398"/>
                </a:lnTo>
                <a:lnTo>
                  <a:pt x="782" y="398"/>
                </a:lnTo>
                <a:lnTo>
                  <a:pt x="782" y="397"/>
                </a:lnTo>
                <a:lnTo>
                  <a:pt x="781" y="397"/>
                </a:lnTo>
                <a:lnTo>
                  <a:pt x="781" y="396"/>
                </a:lnTo>
                <a:lnTo>
                  <a:pt x="781" y="397"/>
                </a:lnTo>
                <a:lnTo>
                  <a:pt x="780" y="398"/>
                </a:lnTo>
                <a:lnTo>
                  <a:pt x="780" y="399"/>
                </a:lnTo>
                <a:lnTo>
                  <a:pt x="780" y="400"/>
                </a:lnTo>
                <a:lnTo>
                  <a:pt x="779" y="402"/>
                </a:lnTo>
                <a:lnTo>
                  <a:pt x="778" y="402"/>
                </a:lnTo>
                <a:lnTo>
                  <a:pt x="777" y="402"/>
                </a:lnTo>
                <a:lnTo>
                  <a:pt x="776" y="403"/>
                </a:lnTo>
                <a:lnTo>
                  <a:pt x="775" y="402"/>
                </a:lnTo>
                <a:lnTo>
                  <a:pt x="774" y="402"/>
                </a:lnTo>
                <a:lnTo>
                  <a:pt x="772" y="401"/>
                </a:lnTo>
                <a:lnTo>
                  <a:pt x="771" y="401"/>
                </a:lnTo>
                <a:lnTo>
                  <a:pt x="771" y="402"/>
                </a:lnTo>
                <a:lnTo>
                  <a:pt x="770" y="403"/>
                </a:lnTo>
                <a:lnTo>
                  <a:pt x="769" y="403"/>
                </a:lnTo>
                <a:lnTo>
                  <a:pt x="769" y="404"/>
                </a:lnTo>
                <a:lnTo>
                  <a:pt x="768" y="404"/>
                </a:lnTo>
                <a:lnTo>
                  <a:pt x="768" y="405"/>
                </a:lnTo>
                <a:lnTo>
                  <a:pt x="767" y="407"/>
                </a:lnTo>
                <a:lnTo>
                  <a:pt x="766" y="407"/>
                </a:lnTo>
                <a:lnTo>
                  <a:pt x="765" y="407"/>
                </a:lnTo>
                <a:lnTo>
                  <a:pt x="765" y="408"/>
                </a:lnTo>
                <a:lnTo>
                  <a:pt x="764" y="408"/>
                </a:lnTo>
                <a:lnTo>
                  <a:pt x="763" y="408"/>
                </a:lnTo>
                <a:lnTo>
                  <a:pt x="762" y="408"/>
                </a:lnTo>
                <a:lnTo>
                  <a:pt x="762" y="409"/>
                </a:lnTo>
                <a:lnTo>
                  <a:pt x="761" y="410"/>
                </a:lnTo>
                <a:lnTo>
                  <a:pt x="760" y="410"/>
                </a:lnTo>
                <a:lnTo>
                  <a:pt x="759" y="411"/>
                </a:lnTo>
                <a:lnTo>
                  <a:pt x="759" y="410"/>
                </a:lnTo>
                <a:lnTo>
                  <a:pt x="758" y="409"/>
                </a:lnTo>
                <a:lnTo>
                  <a:pt x="757" y="409"/>
                </a:lnTo>
                <a:lnTo>
                  <a:pt x="757" y="410"/>
                </a:lnTo>
                <a:lnTo>
                  <a:pt x="756" y="411"/>
                </a:lnTo>
                <a:lnTo>
                  <a:pt x="756" y="412"/>
                </a:lnTo>
                <a:lnTo>
                  <a:pt x="755" y="412"/>
                </a:lnTo>
                <a:lnTo>
                  <a:pt x="754" y="413"/>
                </a:lnTo>
                <a:lnTo>
                  <a:pt x="753" y="414"/>
                </a:lnTo>
                <a:lnTo>
                  <a:pt x="752" y="414"/>
                </a:lnTo>
                <a:lnTo>
                  <a:pt x="751" y="415"/>
                </a:lnTo>
                <a:lnTo>
                  <a:pt x="750" y="415"/>
                </a:lnTo>
                <a:lnTo>
                  <a:pt x="750" y="416"/>
                </a:lnTo>
                <a:lnTo>
                  <a:pt x="750" y="417"/>
                </a:lnTo>
                <a:lnTo>
                  <a:pt x="749" y="417"/>
                </a:lnTo>
                <a:lnTo>
                  <a:pt x="749" y="418"/>
                </a:lnTo>
                <a:lnTo>
                  <a:pt x="748" y="419"/>
                </a:lnTo>
                <a:lnTo>
                  <a:pt x="748" y="420"/>
                </a:lnTo>
                <a:lnTo>
                  <a:pt x="747" y="420"/>
                </a:lnTo>
                <a:lnTo>
                  <a:pt x="746" y="420"/>
                </a:lnTo>
                <a:lnTo>
                  <a:pt x="746" y="421"/>
                </a:lnTo>
                <a:lnTo>
                  <a:pt x="746" y="422"/>
                </a:lnTo>
                <a:lnTo>
                  <a:pt x="747" y="423"/>
                </a:lnTo>
                <a:lnTo>
                  <a:pt x="747" y="424"/>
                </a:lnTo>
                <a:lnTo>
                  <a:pt x="747" y="425"/>
                </a:lnTo>
                <a:lnTo>
                  <a:pt x="747" y="426"/>
                </a:lnTo>
                <a:lnTo>
                  <a:pt x="746" y="426"/>
                </a:lnTo>
                <a:lnTo>
                  <a:pt x="746" y="427"/>
                </a:lnTo>
                <a:lnTo>
                  <a:pt x="746" y="428"/>
                </a:lnTo>
                <a:lnTo>
                  <a:pt x="747" y="429"/>
                </a:lnTo>
                <a:lnTo>
                  <a:pt x="747" y="430"/>
                </a:lnTo>
                <a:lnTo>
                  <a:pt x="746" y="431"/>
                </a:lnTo>
                <a:lnTo>
                  <a:pt x="746" y="432"/>
                </a:lnTo>
                <a:lnTo>
                  <a:pt x="746" y="433"/>
                </a:lnTo>
                <a:lnTo>
                  <a:pt x="746" y="434"/>
                </a:lnTo>
                <a:lnTo>
                  <a:pt x="745" y="434"/>
                </a:lnTo>
                <a:lnTo>
                  <a:pt x="743" y="435"/>
                </a:lnTo>
                <a:lnTo>
                  <a:pt x="743" y="437"/>
                </a:lnTo>
                <a:lnTo>
                  <a:pt x="743" y="438"/>
                </a:lnTo>
                <a:lnTo>
                  <a:pt x="742" y="438"/>
                </a:lnTo>
                <a:lnTo>
                  <a:pt x="742" y="439"/>
                </a:lnTo>
                <a:lnTo>
                  <a:pt x="741" y="440"/>
                </a:lnTo>
                <a:lnTo>
                  <a:pt x="741" y="441"/>
                </a:lnTo>
                <a:lnTo>
                  <a:pt x="740" y="441"/>
                </a:lnTo>
                <a:lnTo>
                  <a:pt x="739" y="442"/>
                </a:lnTo>
                <a:lnTo>
                  <a:pt x="739" y="441"/>
                </a:lnTo>
                <a:lnTo>
                  <a:pt x="738" y="440"/>
                </a:lnTo>
                <a:lnTo>
                  <a:pt x="737" y="440"/>
                </a:lnTo>
                <a:lnTo>
                  <a:pt x="736" y="439"/>
                </a:lnTo>
                <a:lnTo>
                  <a:pt x="735" y="438"/>
                </a:lnTo>
                <a:lnTo>
                  <a:pt x="734" y="437"/>
                </a:lnTo>
                <a:lnTo>
                  <a:pt x="734" y="436"/>
                </a:lnTo>
                <a:lnTo>
                  <a:pt x="733" y="436"/>
                </a:lnTo>
                <a:lnTo>
                  <a:pt x="733" y="435"/>
                </a:lnTo>
                <a:lnTo>
                  <a:pt x="732" y="436"/>
                </a:lnTo>
                <a:lnTo>
                  <a:pt x="732" y="437"/>
                </a:lnTo>
                <a:lnTo>
                  <a:pt x="731" y="437"/>
                </a:lnTo>
                <a:lnTo>
                  <a:pt x="730" y="437"/>
                </a:lnTo>
                <a:lnTo>
                  <a:pt x="729" y="438"/>
                </a:lnTo>
                <a:lnTo>
                  <a:pt x="728" y="438"/>
                </a:lnTo>
                <a:lnTo>
                  <a:pt x="728" y="437"/>
                </a:lnTo>
                <a:lnTo>
                  <a:pt x="727" y="437"/>
                </a:lnTo>
                <a:lnTo>
                  <a:pt x="727" y="435"/>
                </a:lnTo>
                <a:lnTo>
                  <a:pt x="726" y="435"/>
                </a:lnTo>
                <a:lnTo>
                  <a:pt x="726" y="434"/>
                </a:lnTo>
                <a:lnTo>
                  <a:pt x="725" y="434"/>
                </a:lnTo>
                <a:lnTo>
                  <a:pt x="724" y="434"/>
                </a:lnTo>
                <a:lnTo>
                  <a:pt x="723" y="434"/>
                </a:lnTo>
                <a:lnTo>
                  <a:pt x="723" y="433"/>
                </a:lnTo>
                <a:lnTo>
                  <a:pt x="721" y="432"/>
                </a:lnTo>
                <a:lnTo>
                  <a:pt x="720" y="432"/>
                </a:lnTo>
                <a:lnTo>
                  <a:pt x="719" y="432"/>
                </a:lnTo>
                <a:lnTo>
                  <a:pt x="718" y="432"/>
                </a:lnTo>
                <a:lnTo>
                  <a:pt x="718" y="431"/>
                </a:lnTo>
                <a:lnTo>
                  <a:pt x="717" y="431"/>
                </a:lnTo>
                <a:lnTo>
                  <a:pt x="716" y="431"/>
                </a:lnTo>
                <a:lnTo>
                  <a:pt x="715" y="431"/>
                </a:lnTo>
                <a:lnTo>
                  <a:pt x="714" y="430"/>
                </a:lnTo>
                <a:lnTo>
                  <a:pt x="714" y="429"/>
                </a:lnTo>
                <a:lnTo>
                  <a:pt x="714" y="427"/>
                </a:lnTo>
                <a:lnTo>
                  <a:pt x="713" y="426"/>
                </a:lnTo>
                <a:lnTo>
                  <a:pt x="712" y="425"/>
                </a:lnTo>
                <a:lnTo>
                  <a:pt x="712" y="424"/>
                </a:lnTo>
                <a:lnTo>
                  <a:pt x="711" y="424"/>
                </a:lnTo>
                <a:lnTo>
                  <a:pt x="710" y="424"/>
                </a:lnTo>
                <a:lnTo>
                  <a:pt x="709" y="422"/>
                </a:lnTo>
                <a:lnTo>
                  <a:pt x="710" y="422"/>
                </a:lnTo>
                <a:lnTo>
                  <a:pt x="710" y="421"/>
                </a:lnTo>
                <a:lnTo>
                  <a:pt x="710" y="420"/>
                </a:lnTo>
                <a:lnTo>
                  <a:pt x="709" y="419"/>
                </a:lnTo>
                <a:lnTo>
                  <a:pt x="710" y="418"/>
                </a:lnTo>
                <a:lnTo>
                  <a:pt x="709" y="417"/>
                </a:lnTo>
                <a:lnTo>
                  <a:pt x="709" y="416"/>
                </a:lnTo>
                <a:lnTo>
                  <a:pt x="709" y="415"/>
                </a:lnTo>
                <a:lnTo>
                  <a:pt x="708" y="415"/>
                </a:lnTo>
                <a:lnTo>
                  <a:pt x="707" y="416"/>
                </a:lnTo>
                <a:lnTo>
                  <a:pt x="707" y="417"/>
                </a:lnTo>
                <a:lnTo>
                  <a:pt x="706" y="418"/>
                </a:lnTo>
                <a:lnTo>
                  <a:pt x="705" y="418"/>
                </a:lnTo>
                <a:lnTo>
                  <a:pt x="705" y="417"/>
                </a:lnTo>
                <a:lnTo>
                  <a:pt x="704" y="416"/>
                </a:lnTo>
                <a:lnTo>
                  <a:pt x="704" y="415"/>
                </a:lnTo>
                <a:lnTo>
                  <a:pt x="705" y="415"/>
                </a:lnTo>
                <a:lnTo>
                  <a:pt x="705" y="413"/>
                </a:lnTo>
                <a:lnTo>
                  <a:pt x="704" y="413"/>
                </a:lnTo>
                <a:lnTo>
                  <a:pt x="704" y="412"/>
                </a:lnTo>
                <a:lnTo>
                  <a:pt x="703" y="412"/>
                </a:lnTo>
                <a:lnTo>
                  <a:pt x="703" y="411"/>
                </a:lnTo>
                <a:lnTo>
                  <a:pt x="702" y="411"/>
                </a:lnTo>
                <a:lnTo>
                  <a:pt x="701" y="411"/>
                </a:lnTo>
                <a:lnTo>
                  <a:pt x="700" y="411"/>
                </a:lnTo>
                <a:lnTo>
                  <a:pt x="699" y="411"/>
                </a:lnTo>
                <a:lnTo>
                  <a:pt x="698" y="411"/>
                </a:lnTo>
                <a:lnTo>
                  <a:pt x="698" y="410"/>
                </a:lnTo>
                <a:lnTo>
                  <a:pt x="698" y="409"/>
                </a:lnTo>
                <a:lnTo>
                  <a:pt x="697" y="409"/>
                </a:lnTo>
                <a:lnTo>
                  <a:pt x="696" y="409"/>
                </a:lnTo>
                <a:lnTo>
                  <a:pt x="696" y="410"/>
                </a:lnTo>
                <a:lnTo>
                  <a:pt x="695" y="411"/>
                </a:lnTo>
                <a:lnTo>
                  <a:pt x="695" y="412"/>
                </a:lnTo>
                <a:lnTo>
                  <a:pt x="695" y="413"/>
                </a:lnTo>
                <a:lnTo>
                  <a:pt x="695" y="414"/>
                </a:lnTo>
                <a:lnTo>
                  <a:pt x="695" y="415"/>
                </a:lnTo>
                <a:lnTo>
                  <a:pt x="694" y="415"/>
                </a:lnTo>
                <a:lnTo>
                  <a:pt x="694" y="416"/>
                </a:lnTo>
                <a:lnTo>
                  <a:pt x="693" y="417"/>
                </a:lnTo>
                <a:lnTo>
                  <a:pt x="691" y="419"/>
                </a:lnTo>
                <a:lnTo>
                  <a:pt x="690" y="420"/>
                </a:lnTo>
                <a:lnTo>
                  <a:pt x="690" y="421"/>
                </a:lnTo>
                <a:lnTo>
                  <a:pt x="689" y="421"/>
                </a:lnTo>
                <a:lnTo>
                  <a:pt x="688" y="420"/>
                </a:lnTo>
                <a:lnTo>
                  <a:pt x="687" y="420"/>
                </a:lnTo>
                <a:lnTo>
                  <a:pt x="687" y="419"/>
                </a:lnTo>
                <a:lnTo>
                  <a:pt x="686" y="419"/>
                </a:lnTo>
                <a:lnTo>
                  <a:pt x="685" y="420"/>
                </a:lnTo>
                <a:lnTo>
                  <a:pt x="686" y="420"/>
                </a:lnTo>
                <a:lnTo>
                  <a:pt x="685" y="420"/>
                </a:lnTo>
                <a:lnTo>
                  <a:pt x="685" y="421"/>
                </a:lnTo>
                <a:lnTo>
                  <a:pt x="684" y="421"/>
                </a:lnTo>
                <a:lnTo>
                  <a:pt x="684" y="422"/>
                </a:lnTo>
                <a:lnTo>
                  <a:pt x="684" y="423"/>
                </a:lnTo>
                <a:lnTo>
                  <a:pt x="683" y="423"/>
                </a:lnTo>
                <a:lnTo>
                  <a:pt x="683" y="424"/>
                </a:lnTo>
                <a:lnTo>
                  <a:pt x="682" y="424"/>
                </a:lnTo>
                <a:lnTo>
                  <a:pt x="682" y="425"/>
                </a:lnTo>
                <a:lnTo>
                  <a:pt x="682" y="426"/>
                </a:lnTo>
                <a:lnTo>
                  <a:pt x="681" y="428"/>
                </a:lnTo>
                <a:lnTo>
                  <a:pt x="680" y="428"/>
                </a:lnTo>
                <a:lnTo>
                  <a:pt x="679" y="429"/>
                </a:lnTo>
                <a:lnTo>
                  <a:pt x="679" y="430"/>
                </a:lnTo>
                <a:lnTo>
                  <a:pt x="678" y="430"/>
                </a:lnTo>
                <a:lnTo>
                  <a:pt x="677" y="430"/>
                </a:lnTo>
                <a:lnTo>
                  <a:pt x="676" y="431"/>
                </a:lnTo>
                <a:lnTo>
                  <a:pt x="675" y="432"/>
                </a:lnTo>
                <a:lnTo>
                  <a:pt x="674" y="432"/>
                </a:lnTo>
                <a:lnTo>
                  <a:pt x="673" y="432"/>
                </a:lnTo>
                <a:lnTo>
                  <a:pt x="672" y="433"/>
                </a:lnTo>
                <a:lnTo>
                  <a:pt x="671" y="433"/>
                </a:lnTo>
                <a:lnTo>
                  <a:pt x="671" y="434"/>
                </a:lnTo>
                <a:lnTo>
                  <a:pt x="670" y="436"/>
                </a:lnTo>
                <a:lnTo>
                  <a:pt x="670" y="437"/>
                </a:lnTo>
                <a:lnTo>
                  <a:pt x="670" y="438"/>
                </a:lnTo>
                <a:lnTo>
                  <a:pt x="669" y="439"/>
                </a:lnTo>
                <a:lnTo>
                  <a:pt x="668" y="439"/>
                </a:lnTo>
                <a:lnTo>
                  <a:pt x="667" y="438"/>
                </a:lnTo>
                <a:lnTo>
                  <a:pt x="666" y="438"/>
                </a:lnTo>
                <a:lnTo>
                  <a:pt x="666" y="437"/>
                </a:lnTo>
                <a:lnTo>
                  <a:pt x="667" y="437"/>
                </a:lnTo>
                <a:lnTo>
                  <a:pt x="666" y="436"/>
                </a:lnTo>
                <a:lnTo>
                  <a:pt x="666" y="435"/>
                </a:lnTo>
                <a:lnTo>
                  <a:pt x="666" y="433"/>
                </a:lnTo>
                <a:lnTo>
                  <a:pt x="665" y="432"/>
                </a:lnTo>
                <a:lnTo>
                  <a:pt x="664" y="431"/>
                </a:lnTo>
                <a:lnTo>
                  <a:pt x="663" y="431"/>
                </a:lnTo>
                <a:lnTo>
                  <a:pt x="662" y="432"/>
                </a:lnTo>
                <a:lnTo>
                  <a:pt x="662" y="433"/>
                </a:lnTo>
                <a:lnTo>
                  <a:pt x="662" y="434"/>
                </a:lnTo>
                <a:lnTo>
                  <a:pt x="661" y="436"/>
                </a:lnTo>
                <a:lnTo>
                  <a:pt x="660" y="437"/>
                </a:lnTo>
                <a:lnTo>
                  <a:pt x="659" y="437"/>
                </a:lnTo>
                <a:lnTo>
                  <a:pt x="656" y="437"/>
                </a:lnTo>
                <a:lnTo>
                  <a:pt x="656" y="438"/>
                </a:lnTo>
                <a:lnTo>
                  <a:pt x="657" y="438"/>
                </a:lnTo>
                <a:lnTo>
                  <a:pt x="657" y="439"/>
                </a:lnTo>
                <a:lnTo>
                  <a:pt x="656" y="440"/>
                </a:lnTo>
                <a:lnTo>
                  <a:pt x="657" y="440"/>
                </a:lnTo>
                <a:lnTo>
                  <a:pt x="657" y="441"/>
                </a:lnTo>
                <a:lnTo>
                  <a:pt x="656" y="442"/>
                </a:lnTo>
                <a:lnTo>
                  <a:pt x="657" y="442"/>
                </a:lnTo>
                <a:lnTo>
                  <a:pt x="658" y="443"/>
                </a:lnTo>
                <a:lnTo>
                  <a:pt x="659" y="443"/>
                </a:lnTo>
                <a:lnTo>
                  <a:pt x="659" y="442"/>
                </a:lnTo>
                <a:lnTo>
                  <a:pt x="661" y="444"/>
                </a:lnTo>
                <a:lnTo>
                  <a:pt x="662" y="445"/>
                </a:lnTo>
                <a:lnTo>
                  <a:pt x="662" y="446"/>
                </a:lnTo>
                <a:lnTo>
                  <a:pt x="662" y="448"/>
                </a:lnTo>
                <a:lnTo>
                  <a:pt x="661" y="449"/>
                </a:lnTo>
                <a:lnTo>
                  <a:pt x="662" y="450"/>
                </a:lnTo>
                <a:lnTo>
                  <a:pt x="661" y="451"/>
                </a:lnTo>
                <a:lnTo>
                  <a:pt x="662" y="453"/>
                </a:lnTo>
                <a:lnTo>
                  <a:pt x="663" y="454"/>
                </a:lnTo>
                <a:lnTo>
                  <a:pt x="663" y="455"/>
                </a:lnTo>
                <a:lnTo>
                  <a:pt x="664" y="456"/>
                </a:lnTo>
                <a:lnTo>
                  <a:pt x="663" y="457"/>
                </a:lnTo>
                <a:lnTo>
                  <a:pt x="662" y="458"/>
                </a:lnTo>
                <a:lnTo>
                  <a:pt x="662" y="459"/>
                </a:lnTo>
                <a:lnTo>
                  <a:pt x="661" y="459"/>
                </a:lnTo>
                <a:lnTo>
                  <a:pt x="660" y="459"/>
                </a:lnTo>
                <a:lnTo>
                  <a:pt x="659" y="458"/>
                </a:lnTo>
                <a:lnTo>
                  <a:pt x="659" y="459"/>
                </a:lnTo>
                <a:lnTo>
                  <a:pt x="658" y="459"/>
                </a:lnTo>
                <a:lnTo>
                  <a:pt x="659" y="461"/>
                </a:lnTo>
                <a:lnTo>
                  <a:pt x="659" y="462"/>
                </a:lnTo>
                <a:lnTo>
                  <a:pt x="660" y="462"/>
                </a:lnTo>
                <a:lnTo>
                  <a:pt x="659" y="462"/>
                </a:lnTo>
                <a:lnTo>
                  <a:pt x="659" y="463"/>
                </a:lnTo>
                <a:lnTo>
                  <a:pt x="657" y="464"/>
                </a:lnTo>
                <a:lnTo>
                  <a:pt x="657" y="465"/>
                </a:lnTo>
                <a:lnTo>
                  <a:pt x="657" y="467"/>
                </a:lnTo>
                <a:lnTo>
                  <a:pt x="656" y="467"/>
                </a:lnTo>
                <a:lnTo>
                  <a:pt x="655" y="467"/>
                </a:lnTo>
                <a:lnTo>
                  <a:pt x="655" y="468"/>
                </a:lnTo>
                <a:lnTo>
                  <a:pt x="654" y="468"/>
                </a:lnTo>
                <a:lnTo>
                  <a:pt x="654" y="469"/>
                </a:lnTo>
                <a:lnTo>
                  <a:pt x="653" y="470"/>
                </a:lnTo>
                <a:lnTo>
                  <a:pt x="653" y="469"/>
                </a:lnTo>
                <a:lnTo>
                  <a:pt x="652" y="469"/>
                </a:lnTo>
                <a:lnTo>
                  <a:pt x="651" y="470"/>
                </a:lnTo>
                <a:lnTo>
                  <a:pt x="651" y="469"/>
                </a:lnTo>
                <a:lnTo>
                  <a:pt x="650" y="470"/>
                </a:lnTo>
                <a:lnTo>
                  <a:pt x="649" y="470"/>
                </a:lnTo>
                <a:lnTo>
                  <a:pt x="649" y="471"/>
                </a:lnTo>
                <a:lnTo>
                  <a:pt x="648" y="471"/>
                </a:lnTo>
                <a:lnTo>
                  <a:pt x="648" y="470"/>
                </a:lnTo>
                <a:lnTo>
                  <a:pt x="647" y="470"/>
                </a:lnTo>
                <a:lnTo>
                  <a:pt x="647" y="472"/>
                </a:lnTo>
                <a:lnTo>
                  <a:pt x="647" y="474"/>
                </a:lnTo>
                <a:lnTo>
                  <a:pt x="648" y="474"/>
                </a:lnTo>
                <a:lnTo>
                  <a:pt x="648" y="475"/>
                </a:lnTo>
                <a:lnTo>
                  <a:pt x="647" y="475"/>
                </a:lnTo>
                <a:lnTo>
                  <a:pt x="647" y="476"/>
                </a:lnTo>
                <a:lnTo>
                  <a:pt x="648" y="476"/>
                </a:lnTo>
                <a:lnTo>
                  <a:pt x="648" y="477"/>
                </a:lnTo>
                <a:lnTo>
                  <a:pt x="647" y="477"/>
                </a:lnTo>
                <a:lnTo>
                  <a:pt x="646" y="477"/>
                </a:lnTo>
                <a:lnTo>
                  <a:pt x="644" y="478"/>
                </a:lnTo>
                <a:lnTo>
                  <a:pt x="644" y="479"/>
                </a:lnTo>
                <a:lnTo>
                  <a:pt x="643" y="479"/>
                </a:lnTo>
                <a:lnTo>
                  <a:pt x="642" y="479"/>
                </a:lnTo>
                <a:lnTo>
                  <a:pt x="641" y="479"/>
                </a:lnTo>
                <a:lnTo>
                  <a:pt x="640" y="478"/>
                </a:lnTo>
                <a:lnTo>
                  <a:pt x="639" y="478"/>
                </a:lnTo>
                <a:lnTo>
                  <a:pt x="638" y="478"/>
                </a:lnTo>
                <a:lnTo>
                  <a:pt x="637" y="478"/>
                </a:lnTo>
                <a:lnTo>
                  <a:pt x="637" y="477"/>
                </a:lnTo>
                <a:lnTo>
                  <a:pt x="636" y="477"/>
                </a:lnTo>
                <a:lnTo>
                  <a:pt x="635" y="478"/>
                </a:lnTo>
                <a:lnTo>
                  <a:pt x="634" y="477"/>
                </a:lnTo>
                <a:lnTo>
                  <a:pt x="633" y="477"/>
                </a:lnTo>
                <a:lnTo>
                  <a:pt x="632" y="477"/>
                </a:lnTo>
                <a:lnTo>
                  <a:pt x="631" y="478"/>
                </a:lnTo>
                <a:lnTo>
                  <a:pt x="631" y="479"/>
                </a:lnTo>
                <a:lnTo>
                  <a:pt x="630" y="479"/>
                </a:lnTo>
                <a:lnTo>
                  <a:pt x="630" y="480"/>
                </a:lnTo>
                <a:lnTo>
                  <a:pt x="629" y="481"/>
                </a:lnTo>
                <a:lnTo>
                  <a:pt x="628" y="483"/>
                </a:lnTo>
                <a:lnTo>
                  <a:pt x="629" y="483"/>
                </a:lnTo>
                <a:lnTo>
                  <a:pt x="630" y="483"/>
                </a:lnTo>
                <a:lnTo>
                  <a:pt x="630" y="484"/>
                </a:lnTo>
                <a:lnTo>
                  <a:pt x="630" y="485"/>
                </a:lnTo>
                <a:lnTo>
                  <a:pt x="631" y="485"/>
                </a:lnTo>
                <a:lnTo>
                  <a:pt x="631" y="486"/>
                </a:lnTo>
                <a:lnTo>
                  <a:pt x="632" y="486"/>
                </a:lnTo>
                <a:lnTo>
                  <a:pt x="632" y="487"/>
                </a:lnTo>
                <a:lnTo>
                  <a:pt x="631" y="488"/>
                </a:lnTo>
                <a:lnTo>
                  <a:pt x="631" y="489"/>
                </a:lnTo>
                <a:lnTo>
                  <a:pt x="632" y="489"/>
                </a:lnTo>
                <a:lnTo>
                  <a:pt x="632" y="490"/>
                </a:lnTo>
                <a:lnTo>
                  <a:pt x="630" y="491"/>
                </a:lnTo>
                <a:lnTo>
                  <a:pt x="628" y="490"/>
                </a:lnTo>
                <a:lnTo>
                  <a:pt x="627" y="489"/>
                </a:lnTo>
                <a:lnTo>
                  <a:pt x="626" y="488"/>
                </a:lnTo>
                <a:lnTo>
                  <a:pt x="626" y="487"/>
                </a:lnTo>
                <a:lnTo>
                  <a:pt x="625" y="487"/>
                </a:lnTo>
                <a:lnTo>
                  <a:pt x="624" y="486"/>
                </a:lnTo>
                <a:lnTo>
                  <a:pt x="624" y="485"/>
                </a:lnTo>
                <a:lnTo>
                  <a:pt x="623" y="484"/>
                </a:lnTo>
                <a:lnTo>
                  <a:pt x="621" y="483"/>
                </a:lnTo>
                <a:lnTo>
                  <a:pt x="620" y="483"/>
                </a:lnTo>
                <a:lnTo>
                  <a:pt x="619" y="484"/>
                </a:lnTo>
                <a:lnTo>
                  <a:pt x="618" y="484"/>
                </a:lnTo>
                <a:lnTo>
                  <a:pt x="618" y="485"/>
                </a:lnTo>
                <a:lnTo>
                  <a:pt x="617" y="485"/>
                </a:lnTo>
                <a:lnTo>
                  <a:pt x="616" y="486"/>
                </a:lnTo>
                <a:lnTo>
                  <a:pt x="615" y="488"/>
                </a:lnTo>
                <a:lnTo>
                  <a:pt x="616" y="489"/>
                </a:lnTo>
                <a:lnTo>
                  <a:pt x="616" y="490"/>
                </a:lnTo>
                <a:lnTo>
                  <a:pt x="616" y="491"/>
                </a:lnTo>
                <a:lnTo>
                  <a:pt x="616" y="492"/>
                </a:lnTo>
                <a:lnTo>
                  <a:pt x="615" y="492"/>
                </a:lnTo>
                <a:lnTo>
                  <a:pt x="614" y="492"/>
                </a:lnTo>
                <a:lnTo>
                  <a:pt x="613" y="493"/>
                </a:lnTo>
                <a:lnTo>
                  <a:pt x="614" y="494"/>
                </a:lnTo>
                <a:lnTo>
                  <a:pt x="614" y="495"/>
                </a:lnTo>
                <a:lnTo>
                  <a:pt x="615" y="495"/>
                </a:lnTo>
                <a:lnTo>
                  <a:pt x="616" y="496"/>
                </a:lnTo>
                <a:lnTo>
                  <a:pt x="616" y="497"/>
                </a:lnTo>
                <a:lnTo>
                  <a:pt x="615" y="497"/>
                </a:lnTo>
                <a:lnTo>
                  <a:pt x="616" y="498"/>
                </a:lnTo>
                <a:lnTo>
                  <a:pt x="616" y="497"/>
                </a:lnTo>
                <a:lnTo>
                  <a:pt x="617" y="497"/>
                </a:lnTo>
                <a:lnTo>
                  <a:pt x="617" y="498"/>
                </a:lnTo>
                <a:lnTo>
                  <a:pt x="617" y="499"/>
                </a:lnTo>
                <a:lnTo>
                  <a:pt x="618" y="500"/>
                </a:lnTo>
                <a:lnTo>
                  <a:pt x="617" y="501"/>
                </a:lnTo>
                <a:lnTo>
                  <a:pt x="618" y="501"/>
                </a:lnTo>
                <a:lnTo>
                  <a:pt x="618" y="502"/>
                </a:lnTo>
                <a:lnTo>
                  <a:pt x="617" y="503"/>
                </a:lnTo>
                <a:lnTo>
                  <a:pt x="617" y="504"/>
                </a:lnTo>
                <a:lnTo>
                  <a:pt x="617" y="505"/>
                </a:lnTo>
                <a:lnTo>
                  <a:pt x="617" y="506"/>
                </a:lnTo>
                <a:lnTo>
                  <a:pt x="617" y="507"/>
                </a:lnTo>
                <a:lnTo>
                  <a:pt x="618" y="507"/>
                </a:lnTo>
                <a:lnTo>
                  <a:pt x="619" y="508"/>
                </a:lnTo>
                <a:lnTo>
                  <a:pt x="620" y="508"/>
                </a:lnTo>
                <a:lnTo>
                  <a:pt x="622" y="508"/>
                </a:lnTo>
                <a:lnTo>
                  <a:pt x="623" y="508"/>
                </a:lnTo>
                <a:lnTo>
                  <a:pt x="624" y="508"/>
                </a:lnTo>
                <a:lnTo>
                  <a:pt x="624" y="509"/>
                </a:lnTo>
                <a:lnTo>
                  <a:pt x="625" y="509"/>
                </a:lnTo>
                <a:lnTo>
                  <a:pt x="626" y="508"/>
                </a:lnTo>
                <a:lnTo>
                  <a:pt x="626" y="507"/>
                </a:lnTo>
                <a:lnTo>
                  <a:pt x="627" y="506"/>
                </a:lnTo>
                <a:lnTo>
                  <a:pt x="627" y="505"/>
                </a:lnTo>
                <a:lnTo>
                  <a:pt x="627" y="504"/>
                </a:lnTo>
                <a:lnTo>
                  <a:pt x="628" y="504"/>
                </a:lnTo>
                <a:lnTo>
                  <a:pt x="629" y="504"/>
                </a:lnTo>
                <a:lnTo>
                  <a:pt x="630" y="505"/>
                </a:lnTo>
                <a:lnTo>
                  <a:pt x="630" y="506"/>
                </a:lnTo>
                <a:lnTo>
                  <a:pt x="631" y="507"/>
                </a:lnTo>
                <a:lnTo>
                  <a:pt x="631" y="508"/>
                </a:lnTo>
                <a:lnTo>
                  <a:pt x="632" y="508"/>
                </a:lnTo>
                <a:lnTo>
                  <a:pt x="633" y="509"/>
                </a:lnTo>
                <a:lnTo>
                  <a:pt x="633" y="510"/>
                </a:lnTo>
                <a:lnTo>
                  <a:pt x="633" y="512"/>
                </a:lnTo>
                <a:lnTo>
                  <a:pt x="634" y="514"/>
                </a:lnTo>
                <a:lnTo>
                  <a:pt x="634" y="515"/>
                </a:lnTo>
                <a:lnTo>
                  <a:pt x="635" y="516"/>
                </a:lnTo>
                <a:lnTo>
                  <a:pt x="636" y="517"/>
                </a:lnTo>
                <a:lnTo>
                  <a:pt x="635" y="518"/>
                </a:lnTo>
                <a:lnTo>
                  <a:pt x="635" y="519"/>
                </a:lnTo>
                <a:lnTo>
                  <a:pt x="635" y="520"/>
                </a:lnTo>
                <a:lnTo>
                  <a:pt x="635" y="521"/>
                </a:lnTo>
                <a:lnTo>
                  <a:pt x="636" y="521"/>
                </a:lnTo>
                <a:lnTo>
                  <a:pt x="636" y="522"/>
                </a:lnTo>
                <a:lnTo>
                  <a:pt x="636" y="523"/>
                </a:lnTo>
                <a:lnTo>
                  <a:pt x="636" y="525"/>
                </a:lnTo>
                <a:lnTo>
                  <a:pt x="637" y="526"/>
                </a:lnTo>
                <a:lnTo>
                  <a:pt x="638" y="526"/>
                </a:lnTo>
                <a:lnTo>
                  <a:pt x="639" y="526"/>
                </a:lnTo>
                <a:lnTo>
                  <a:pt x="640" y="528"/>
                </a:lnTo>
                <a:lnTo>
                  <a:pt x="640" y="529"/>
                </a:lnTo>
                <a:lnTo>
                  <a:pt x="640" y="530"/>
                </a:lnTo>
                <a:lnTo>
                  <a:pt x="641" y="531"/>
                </a:lnTo>
                <a:lnTo>
                  <a:pt x="641" y="532"/>
                </a:lnTo>
                <a:lnTo>
                  <a:pt x="641" y="533"/>
                </a:lnTo>
                <a:lnTo>
                  <a:pt x="641" y="534"/>
                </a:lnTo>
                <a:lnTo>
                  <a:pt x="641" y="535"/>
                </a:lnTo>
                <a:lnTo>
                  <a:pt x="641" y="536"/>
                </a:lnTo>
                <a:lnTo>
                  <a:pt x="640" y="537"/>
                </a:lnTo>
                <a:lnTo>
                  <a:pt x="639" y="538"/>
                </a:lnTo>
                <a:lnTo>
                  <a:pt x="638" y="538"/>
                </a:lnTo>
                <a:lnTo>
                  <a:pt x="637" y="539"/>
                </a:lnTo>
                <a:lnTo>
                  <a:pt x="638" y="540"/>
                </a:lnTo>
                <a:lnTo>
                  <a:pt x="637" y="541"/>
                </a:lnTo>
                <a:lnTo>
                  <a:pt x="636" y="541"/>
                </a:lnTo>
                <a:lnTo>
                  <a:pt x="636" y="542"/>
                </a:lnTo>
                <a:lnTo>
                  <a:pt x="637" y="542"/>
                </a:lnTo>
                <a:lnTo>
                  <a:pt x="637" y="543"/>
                </a:lnTo>
                <a:lnTo>
                  <a:pt x="638" y="544"/>
                </a:lnTo>
                <a:lnTo>
                  <a:pt x="638" y="545"/>
                </a:lnTo>
                <a:lnTo>
                  <a:pt x="637" y="546"/>
                </a:lnTo>
                <a:lnTo>
                  <a:pt x="638" y="546"/>
                </a:lnTo>
                <a:lnTo>
                  <a:pt x="638" y="548"/>
                </a:lnTo>
                <a:lnTo>
                  <a:pt x="638" y="549"/>
                </a:lnTo>
                <a:lnTo>
                  <a:pt x="637" y="550"/>
                </a:lnTo>
                <a:lnTo>
                  <a:pt x="638" y="551"/>
                </a:lnTo>
                <a:lnTo>
                  <a:pt x="639" y="552"/>
                </a:lnTo>
                <a:lnTo>
                  <a:pt x="640" y="552"/>
                </a:lnTo>
                <a:lnTo>
                  <a:pt x="640" y="551"/>
                </a:lnTo>
                <a:lnTo>
                  <a:pt x="641" y="552"/>
                </a:lnTo>
                <a:lnTo>
                  <a:pt x="643" y="552"/>
                </a:lnTo>
                <a:lnTo>
                  <a:pt x="644" y="552"/>
                </a:lnTo>
                <a:lnTo>
                  <a:pt x="645" y="552"/>
                </a:lnTo>
                <a:lnTo>
                  <a:pt x="646" y="553"/>
                </a:lnTo>
                <a:lnTo>
                  <a:pt x="646" y="554"/>
                </a:lnTo>
                <a:lnTo>
                  <a:pt x="645" y="555"/>
                </a:lnTo>
                <a:lnTo>
                  <a:pt x="645" y="556"/>
                </a:lnTo>
                <a:lnTo>
                  <a:pt x="647" y="556"/>
                </a:lnTo>
                <a:lnTo>
                  <a:pt x="648" y="556"/>
                </a:lnTo>
                <a:lnTo>
                  <a:pt x="649" y="556"/>
                </a:lnTo>
                <a:lnTo>
                  <a:pt x="649" y="557"/>
                </a:lnTo>
                <a:lnTo>
                  <a:pt x="650" y="558"/>
                </a:lnTo>
                <a:lnTo>
                  <a:pt x="651" y="558"/>
                </a:lnTo>
                <a:lnTo>
                  <a:pt x="652" y="558"/>
                </a:lnTo>
                <a:lnTo>
                  <a:pt x="652" y="559"/>
                </a:lnTo>
                <a:lnTo>
                  <a:pt x="651" y="559"/>
                </a:lnTo>
                <a:lnTo>
                  <a:pt x="651" y="563"/>
                </a:lnTo>
                <a:lnTo>
                  <a:pt x="650" y="563"/>
                </a:lnTo>
                <a:lnTo>
                  <a:pt x="649" y="565"/>
                </a:lnTo>
                <a:lnTo>
                  <a:pt x="649" y="566"/>
                </a:lnTo>
                <a:lnTo>
                  <a:pt x="649" y="567"/>
                </a:lnTo>
                <a:lnTo>
                  <a:pt x="648" y="567"/>
                </a:lnTo>
                <a:lnTo>
                  <a:pt x="649" y="568"/>
                </a:lnTo>
                <a:lnTo>
                  <a:pt x="649" y="569"/>
                </a:lnTo>
                <a:lnTo>
                  <a:pt x="648" y="569"/>
                </a:lnTo>
                <a:lnTo>
                  <a:pt x="647" y="570"/>
                </a:lnTo>
                <a:lnTo>
                  <a:pt x="647" y="571"/>
                </a:lnTo>
                <a:lnTo>
                  <a:pt x="646" y="572"/>
                </a:lnTo>
                <a:lnTo>
                  <a:pt x="644" y="574"/>
                </a:lnTo>
                <a:lnTo>
                  <a:pt x="644" y="575"/>
                </a:lnTo>
                <a:lnTo>
                  <a:pt x="644" y="576"/>
                </a:lnTo>
                <a:lnTo>
                  <a:pt x="642" y="577"/>
                </a:lnTo>
                <a:lnTo>
                  <a:pt x="641" y="577"/>
                </a:lnTo>
                <a:lnTo>
                  <a:pt x="641" y="576"/>
                </a:lnTo>
                <a:lnTo>
                  <a:pt x="640" y="577"/>
                </a:lnTo>
                <a:lnTo>
                  <a:pt x="640" y="578"/>
                </a:lnTo>
                <a:lnTo>
                  <a:pt x="639" y="579"/>
                </a:lnTo>
                <a:lnTo>
                  <a:pt x="639" y="580"/>
                </a:lnTo>
                <a:lnTo>
                  <a:pt x="639" y="581"/>
                </a:lnTo>
                <a:lnTo>
                  <a:pt x="639" y="582"/>
                </a:lnTo>
                <a:lnTo>
                  <a:pt x="638" y="582"/>
                </a:lnTo>
                <a:lnTo>
                  <a:pt x="637" y="583"/>
                </a:lnTo>
                <a:lnTo>
                  <a:pt x="636" y="583"/>
                </a:lnTo>
                <a:lnTo>
                  <a:pt x="635" y="584"/>
                </a:lnTo>
                <a:lnTo>
                  <a:pt x="635" y="586"/>
                </a:lnTo>
                <a:lnTo>
                  <a:pt x="634" y="586"/>
                </a:lnTo>
                <a:lnTo>
                  <a:pt x="634" y="587"/>
                </a:lnTo>
                <a:lnTo>
                  <a:pt x="633" y="589"/>
                </a:lnTo>
                <a:lnTo>
                  <a:pt x="632" y="590"/>
                </a:lnTo>
                <a:lnTo>
                  <a:pt x="632" y="591"/>
                </a:lnTo>
                <a:lnTo>
                  <a:pt x="632" y="593"/>
                </a:lnTo>
                <a:lnTo>
                  <a:pt x="633" y="593"/>
                </a:lnTo>
                <a:lnTo>
                  <a:pt x="633" y="594"/>
                </a:lnTo>
                <a:lnTo>
                  <a:pt x="634" y="596"/>
                </a:lnTo>
                <a:lnTo>
                  <a:pt x="634" y="597"/>
                </a:lnTo>
                <a:lnTo>
                  <a:pt x="634" y="598"/>
                </a:lnTo>
                <a:lnTo>
                  <a:pt x="634" y="599"/>
                </a:lnTo>
                <a:lnTo>
                  <a:pt x="635" y="599"/>
                </a:lnTo>
                <a:lnTo>
                  <a:pt x="634" y="600"/>
                </a:lnTo>
                <a:lnTo>
                  <a:pt x="633" y="600"/>
                </a:lnTo>
                <a:lnTo>
                  <a:pt x="632" y="602"/>
                </a:lnTo>
                <a:lnTo>
                  <a:pt x="631" y="603"/>
                </a:lnTo>
                <a:lnTo>
                  <a:pt x="630" y="603"/>
                </a:lnTo>
                <a:lnTo>
                  <a:pt x="629" y="603"/>
                </a:lnTo>
                <a:lnTo>
                  <a:pt x="628" y="603"/>
                </a:lnTo>
                <a:lnTo>
                  <a:pt x="627" y="604"/>
                </a:lnTo>
                <a:lnTo>
                  <a:pt x="626" y="604"/>
                </a:lnTo>
                <a:lnTo>
                  <a:pt x="626" y="605"/>
                </a:lnTo>
                <a:lnTo>
                  <a:pt x="625" y="606"/>
                </a:lnTo>
                <a:lnTo>
                  <a:pt x="625" y="607"/>
                </a:lnTo>
                <a:lnTo>
                  <a:pt x="624" y="607"/>
                </a:lnTo>
                <a:lnTo>
                  <a:pt x="623" y="608"/>
                </a:lnTo>
                <a:lnTo>
                  <a:pt x="623" y="609"/>
                </a:lnTo>
                <a:lnTo>
                  <a:pt x="622" y="610"/>
                </a:lnTo>
                <a:lnTo>
                  <a:pt x="621" y="610"/>
                </a:lnTo>
                <a:lnTo>
                  <a:pt x="620" y="610"/>
                </a:lnTo>
                <a:lnTo>
                  <a:pt x="619" y="612"/>
                </a:lnTo>
                <a:lnTo>
                  <a:pt x="619" y="613"/>
                </a:lnTo>
                <a:lnTo>
                  <a:pt x="619" y="614"/>
                </a:lnTo>
                <a:lnTo>
                  <a:pt x="618" y="614"/>
                </a:lnTo>
                <a:lnTo>
                  <a:pt x="617" y="616"/>
                </a:lnTo>
                <a:lnTo>
                  <a:pt x="617" y="617"/>
                </a:lnTo>
                <a:lnTo>
                  <a:pt x="617" y="618"/>
                </a:lnTo>
                <a:lnTo>
                  <a:pt x="616" y="618"/>
                </a:lnTo>
                <a:lnTo>
                  <a:pt x="615" y="618"/>
                </a:lnTo>
                <a:lnTo>
                  <a:pt x="614" y="617"/>
                </a:lnTo>
                <a:lnTo>
                  <a:pt x="613" y="617"/>
                </a:lnTo>
                <a:lnTo>
                  <a:pt x="613" y="616"/>
                </a:lnTo>
                <a:lnTo>
                  <a:pt x="612" y="615"/>
                </a:lnTo>
                <a:lnTo>
                  <a:pt x="612" y="616"/>
                </a:lnTo>
                <a:lnTo>
                  <a:pt x="611" y="616"/>
                </a:lnTo>
                <a:lnTo>
                  <a:pt x="610" y="616"/>
                </a:lnTo>
                <a:lnTo>
                  <a:pt x="609" y="615"/>
                </a:lnTo>
                <a:lnTo>
                  <a:pt x="608" y="616"/>
                </a:lnTo>
                <a:lnTo>
                  <a:pt x="608" y="617"/>
                </a:lnTo>
                <a:lnTo>
                  <a:pt x="607" y="617"/>
                </a:lnTo>
                <a:lnTo>
                  <a:pt x="606" y="618"/>
                </a:lnTo>
                <a:lnTo>
                  <a:pt x="605" y="619"/>
                </a:lnTo>
                <a:lnTo>
                  <a:pt x="604" y="619"/>
                </a:lnTo>
                <a:lnTo>
                  <a:pt x="604" y="620"/>
                </a:lnTo>
                <a:lnTo>
                  <a:pt x="604" y="621"/>
                </a:lnTo>
                <a:lnTo>
                  <a:pt x="603" y="622"/>
                </a:lnTo>
                <a:lnTo>
                  <a:pt x="601" y="622"/>
                </a:lnTo>
                <a:lnTo>
                  <a:pt x="600" y="623"/>
                </a:lnTo>
                <a:lnTo>
                  <a:pt x="599" y="623"/>
                </a:lnTo>
                <a:lnTo>
                  <a:pt x="599" y="622"/>
                </a:lnTo>
                <a:lnTo>
                  <a:pt x="598" y="621"/>
                </a:lnTo>
                <a:lnTo>
                  <a:pt x="597" y="620"/>
                </a:lnTo>
                <a:lnTo>
                  <a:pt x="596" y="620"/>
                </a:lnTo>
                <a:lnTo>
                  <a:pt x="596" y="621"/>
                </a:lnTo>
                <a:lnTo>
                  <a:pt x="595" y="622"/>
                </a:lnTo>
                <a:lnTo>
                  <a:pt x="594" y="623"/>
                </a:lnTo>
                <a:lnTo>
                  <a:pt x="593" y="623"/>
                </a:lnTo>
                <a:lnTo>
                  <a:pt x="592" y="623"/>
                </a:lnTo>
                <a:lnTo>
                  <a:pt x="591" y="623"/>
                </a:lnTo>
                <a:lnTo>
                  <a:pt x="590" y="624"/>
                </a:lnTo>
                <a:lnTo>
                  <a:pt x="590" y="625"/>
                </a:lnTo>
                <a:lnTo>
                  <a:pt x="589" y="626"/>
                </a:lnTo>
                <a:lnTo>
                  <a:pt x="588" y="626"/>
                </a:lnTo>
                <a:lnTo>
                  <a:pt x="587" y="626"/>
                </a:lnTo>
                <a:lnTo>
                  <a:pt x="586" y="626"/>
                </a:lnTo>
                <a:lnTo>
                  <a:pt x="585" y="628"/>
                </a:lnTo>
                <a:lnTo>
                  <a:pt x="585" y="629"/>
                </a:lnTo>
                <a:lnTo>
                  <a:pt x="586" y="629"/>
                </a:lnTo>
                <a:lnTo>
                  <a:pt x="585" y="630"/>
                </a:lnTo>
                <a:lnTo>
                  <a:pt x="585" y="631"/>
                </a:lnTo>
                <a:lnTo>
                  <a:pt x="584" y="630"/>
                </a:lnTo>
                <a:lnTo>
                  <a:pt x="583" y="630"/>
                </a:lnTo>
                <a:lnTo>
                  <a:pt x="583" y="629"/>
                </a:lnTo>
                <a:lnTo>
                  <a:pt x="582" y="627"/>
                </a:lnTo>
                <a:lnTo>
                  <a:pt x="581" y="627"/>
                </a:lnTo>
                <a:lnTo>
                  <a:pt x="581" y="628"/>
                </a:lnTo>
                <a:lnTo>
                  <a:pt x="579" y="628"/>
                </a:lnTo>
                <a:lnTo>
                  <a:pt x="577" y="629"/>
                </a:lnTo>
                <a:lnTo>
                  <a:pt x="576" y="629"/>
                </a:lnTo>
                <a:lnTo>
                  <a:pt x="575" y="629"/>
                </a:lnTo>
                <a:lnTo>
                  <a:pt x="574" y="629"/>
                </a:lnTo>
                <a:lnTo>
                  <a:pt x="573" y="630"/>
                </a:lnTo>
                <a:lnTo>
                  <a:pt x="572" y="631"/>
                </a:lnTo>
                <a:lnTo>
                  <a:pt x="572" y="632"/>
                </a:lnTo>
                <a:lnTo>
                  <a:pt x="571" y="632"/>
                </a:lnTo>
                <a:lnTo>
                  <a:pt x="571" y="633"/>
                </a:lnTo>
                <a:lnTo>
                  <a:pt x="570" y="634"/>
                </a:lnTo>
                <a:lnTo>
                  <a:pt x="570" y="635"/>
                </a:lnTo>
                <a:lnTo>
                  <a:pt x="569" y="635"/>
                </a:lnTo>
                <a:lnTo>
                  <a:pt x="568" y="635"/>
                </a:lnTo>
                <a:lnTo>
                  <a:pt x="567" y="636"/>
                </a:lnTo>
                <a:lnTo>
                  <a:pt x="567" y="637"/>
                </a:lnTo>
                <a:lnTo>
                  <a:pt x="567" y="639"/>
                </a:lnTo>
                <a:lnTo>
                  <a:pt x="566" y="640"/>
                </a:lnTo>
                <a:lnTo>
                  <a:pt x="565" y="640"/>
                </a:lnTo>
                <a:lnTo>
                  <a:pt x="565" y="641"/>
                </a:lnTo>
                <a:lnTo>
                  <a:pt x="564" y="642"/>
                </a:lnTo>
                <a:lnTo>
                  <a:pt x="563" y="643"/>
                </a:lnTo>
                <a:lnTo>
                  <a:pt x="562" y="644"/>
                </a:lnTo>
                <a:lnTo>
                  <a:pt x="562" y="645"/>
                </a:lnTo>
                <a:lnTo>
                  <a:pt x="562" y="646"/>
                </a:lnTo>
                <a:lnTo>
                  <a:pt x="562" y="647"/>
                </a:lnTo>
                <a:lnTo>
                  <a:pt x="561" y="648"/>
                </a:lnTo>
                <a:lnTo>
                  <a:pt x="561" y="649"/>
                </a:lnTo>
                <a:lnTo>
                  <a:pt x="560" y="650"/>
                </a:lnTo>
                <a:lnTo>
                  <a:pt x="560" y="652"/>
                </a:lnTo>
                <a:lnTo>
                  <a:pt x="559" y="651"/>
                </a:lnTo>
                <a:lnTo>
                  <a:pt x="558" y="651"/>
                </a:lnTo>
                <a:lnTo>
                  <a:pt x="558" y="652"/>
                </a:lnTo>
                <a:lnTo>
                  <a:pt x="557" y="652"/>
                </a:lnTo>
                <a:lnTo>
                  <a:pt x="557" y="653"/>
                </a:lnTo>
                <a:lnTo>
                  <a:pt x="556" y="653"/>
                </a:lnTo>
                <a:lnTo>
                  <a:pt x="556" y="654"/>
                </a:lnTo>
                <a:lnTo>
                  <a:pt x="557" y="654"/>
                </a:lnTo>
                <a:lnTo>
                  <a:pt x="557" y="656"/>
                </a:lnTo>
                <a:lnTo>
                  <a:pt x="556" y="657"/>
                </a:lnTo>
                <a:lnTo>
                  <a:pt x="555" y="657"/>
                </a:lnTo>
                <a:lnTo>
                  <a:pt x="555" y="656"/>
                </a:lnTo>
                <a:lnTo>
                  <a:pt x="554" y="657"/>
                </a:lnTo>
                <a:lnTo>
                  <a:pt x="553" y="657"/>
                </a:lnTo>
                <a:lnTo>
                  <a:pt x="553" y="659"/>
                </a:lnTo>
                <a:lnTo>
                  <a:pt x="553" y="660"/>
                </a:lnTo>
                <a:lnTo>
                  <a:pt x="553" y="661"/>
                </a:lnTo>
                <a:lnTo>
                  <a:pt x="552" y="662"/>
                </a:lnTo>
                <a:lnTo>
                  <a:pt x="551" y="663"/>
                </a:lnTo>
                <a:lnTo>
                  <a:pt x="551" y="664"/>
                </a:lnTo>
                <a:lnTo>
                  <a:pt x="551" y="665"/>
                </a:lnTo>
                <a:lnTo>
                  <a:pt x="550" y="666"/>
                </a:lnTo>
                <a:lnTo>
                  <a:pt x="551" y="667"/>
                </a:lnTo>
                <a:lnTo>
                  <a:pt x="551" y="668"/>
                </a:lnTo>
                <a:lnTo>
                  <a:pt x="550" y="668"/>
                </a:lnTo>
                <a:lnTo>
                  <a:pt x="550" y="669"/>
                </a:lnTo>
                <a:lnTo>
                  <a:pt x="551" y="670"/>
                </a:lnTo>
                <a:lnTo>
                  <a:pt x="551" y="671"/>
                </a:lnTo>
                <a:lnTo>
                  <a:pt x="551" y="672"/>
                </a:lnTo>
                <a:lnTo>
                  <a:pt x="551" y="673"/>
                </a:lnTo>
                <a:lnTo>
                  <a:pt x="552" y="673"/>
                </a:lnTo>
                <a:lnTo>
                  <a:pt x="552" y="674"/>
                </a:lnTo>
                <a:lnTo>
                  <a:pt x="553" y="674"/>
                </a:lnTo>
                <a:lnTo>
                  <a:pt x="553" y="675"/>
                </a:lnTo>
                <a:lnTo>
                  <a:pt x="554" y="677"/>
                </a:lnTo>
                <a:lnTo>
                  <a:pt x="555" y="678"/>
                </a:lnTo>
                <a:lnTo>
                  <a:pt x="555" y="679"/>
                </a:lnTo>
                <a:lnTo>
                  <a:pt x="555" y="680"/>
                </a:lnTo>
                <a:lnTo>
                  <a:pt x="553" y="682"/>
                </a:lnTo>
                <a:lnTo>
                  <a:pt x="552" y="683"/>
                </a:lnTo>
                <a:lnTo>
                  <a:pt x="551" y="683"/>
                </a:lnTo>
                <a:lnTo>
                  <a:pt x="550" y="684"/>
                </a:lnTo>
                <a:lnTo>
                  <a:pt x="550" y="685"/>
                </a:lnTo>
                <a:lnTo>
                  <a:pt x="550" y="686"/>
                </a:lnTo>
                <a:lnTo>
                  <a:pt x="549" y="686"/>
                </a:lnTo>
                <a:lnTo>
                  <a:pt x="548" y="687"/>
                </a:lnTo>
                <a:lnTo>
                  <a:pt x="548" y="688"/>
                </a:lnTo>
                <a:lnTo>
                  <a:pt x="547" y="689"/>
                </a:lnTo>
                <a:lnTo>
                  <a:pt x="547" y="690"/>
                </a:lnTo>
                <a:lnTo>
                  <a:pt x="548" y="690"/>
                </a:lnTo>
                <a:lnTo>
                  <a:pt x="548" y="691"/>
                </a:lnTo>
                <a:lnTo>
                  <a:pt x="547" y="692"/>
                </a:lnTo>
                <a:lnTo>
                  <a:pt x="548" y="694"/>
                </a:lnTo>
                <a:lnTo>
                  <a:pt x="548" y="695"/>
                </a:lnTo>
                <a:lnTo>
                  <a:pt x="549" y="695"/>
                </a:lnTo>
                <a:lnTo>
                  <a:pt x="550" y="696"/>
                </a:lnTo>
                <a:lnTo>
                  <a:pt x="552" y="697"/>
                </a:lnTo>
                <a:lnTo>
                  <a:pt x="552" y="698"/>
                </a:lnTo>
                <a:lnTo>
                  <a:pt x="552" y="699"/>
                </a:lnTo>
                <a:lnTo>
                  <a:pt x="553" y="699"/>
                </a:lnTo>
                <a:lnTo>
                  <a:pt x="554" y="699"/>
                </a:lnTo>
                <a:lnTo>
                  <a:pt x="556" y="700"/>
                </a:lnTo>
                <a:lnTo>
                  <a:pt x="556" y="701"/>
                </a:lnTo>
                <a:lnTo>
                  <a:pt x="555" y="702"/>
                </a:lnTo>
                <a:lnTo>
                  <a:pt x="556" y="702"/>
                </a:lnTo>
                <a:lnTo>
                  <a:pt x="557" y="703"/>
                </a:lnTo>
                <a:lnTo>
                  <a:pt x="558" y="704"/>
                </a:lnTo>
                <a:lnTo>
                  <a:pt x="559" y="704"/>
                </a:lnTo>
                <a:lnTo>
                  <a:pt x="558" y="705"/>
                </a:lnTo>
                <a:lnTo>
                  <a:pt x="558" y="706"/>
                </a:lnTo>
                <a:lnTo>
                  <a:pt x="558" y="707"/>
                </a:lnTo>
                <a:lnTo>
                  <a:pt x="558" y="708"/>
                </a:lnTo>
                <a:lnTo>
                  <a:pt x="559" y="709"/>
                </a:lnTo>
                <a:lnTo>
                  <a:pt x="558" y="709"/>
                </a:lnTo>
                <a:lnTo>
                  <a:pt x="558" y="710"/>
                </a:lnTo>
                <a:lnTo>
                  <a:pt x="559" y="711"/>
                </a:lnTo>
                <a:lnTo>
                  <a:pt x="558" y="715"/>
                </a:lnTo>
                <a:lnTo>
                  <a:pt x="556" y="718"/>
                </a:lnTo>
                <a:lnTo>
                  <a:pt x="556" y="719"/>
                </a:lnTo>
                <a:lnTo>
                  <a:pt x="555" y="720"/>
                </a:lnTo>
                <a:lnTo>
                  <a:pt x="555" y="721"/>
                </a:lnTo>
                <a:lnTo>
                  <a:pt x="556" y="720"/>
                </a:lnTo>
                <a:lnTo>
                  <a:pt x="557" y="721"/>
                </a:lnTo>
                <a:lnTo>
                  <a:pt x="557" y="722"/>
                </a:lnTo>
                <a:lnTo>
                  <a:pt x="559" y="722"/>
                </a:lnTo>
                <a:lnTo>
                  <a:pt x="560" y="722"/>
                </a:lnTo>
                <a:lnTo>
                  <a:pt x="561" y="723"/>
                </a:lnTo>
                <a:lnTo>
                  <a:pt x="561" y="724"/>
                </a:lnTo>
                <a:lnTo>
                  <a:pt x="562" y="724"/>
                </a:lnTo>
                <a:lnTo>
                  <a:pt x="563" y="724"/>
                </a:lnTo>
                <a:lnTo>
                  <a:pt x="564" y="725"/>
                </a:lnTo>
                <a:lnTo>
                  <a:pt x="564" y="726"/>
                </a:lnTo>
                <a:lnTo>
                  <a:pt x="564" y="727"/>
                </a:lnTo>
                <a:lnTo>
                  <a:pt x="565" y="727"/>
                </a:lnTo>
                <a:lnTo>
                  <a:pt x="566" y="728"/>
                </a:lnTo>
                <a:lnTo>
                  <a:pt x="566" y="729"/>
                </a:lnTo>
                <a:lnTo>
                  <a:pt x="566" y="730"/>
                </a:lnTo>
                <a:lnTo>
                  <a:pt x="567" y="730"/>
                </a:lnTo>
                <a:lnTo>
                  <a:pt x="567" y="731"/>
                </a:lnTo>
                <a:lnTo>
                  <a:pt x="566" y="731"/>
                </a:lnTo>
                <a:lnTo>
                  <a:pt x="566" y="732"/>
                </a:lnTo>
                <a:lnTo>
                  <a:pt x="567" y="732"/>
                </a:lnTo>
                <a:lnTo>
                  <a:pt x="568" y="732"/>
                </a:lnTo>
                <a:lnTo>
                  <a:pt x="569" y="733"/>
                </a:lnTo>
                <a:lnTo>
                  <a:pt x="568" y="733"/>
                </a:lnTo>
                <a:lnTo>
                  <a:pt x="568" y="734"/>
                </a:lnTo>
                <a:lnTo>
                  <a:pt x="568" y="735"/>
                </a:lnTo>
                <a:lnTo>
                  <a:pt x="569" y="735"/>
                </a:lnTo>
                <a:lnTo>
                  <a:pt x="569" y="734"/>
                </a:lnTo>
                <a:lnTo>
                  <a:pt x="570" y="735"/>
                </a:lnTo>
                <a:lnTo>
                  <a:pt x="571" y="735"/>
                </a:lnTo>
                <a:lnTo>
                  <a:pt x="572" y="735"/>
                </a:lnTo>
                <a:lnTo>
                  <a:pt x="573" y="734"/>
                </a:lnTo>
                <a:lnTo>
                  <a:pt x="574" y="735"/>
                </a:lnTo>
                <a:lnTo>
                  <a:pt x="575" y="734"/>
                </a:lnTo>
                <a:lnTo>
                  <a:pt x="576" y="734"/>
                </a:lnTo>
                <a:lnTo>
                  <a:pt x="576" y="735"/>
                </a:lnTo>
                <a:lnTo>
                  <a:pt x="575" y="735"/>
                </a:lnTo>
                <a:lnTo>
                  <a:pt x="576" y="736"/>
                </a:lnTo>
                <a:lnTo>
                  <a:pt x="577" y="736"/>
                </a:lnTo>
                <a:lnTo>
                  <a:pt x="578" y="736"/>
                </a:lnTo>
                <a:lnTo>
                  <a:pt x="577" y="736"/>
                </a:lnTo>
                <a:lnTo>
                  <a:pt x="576" y="736"/>
                </a:lnTo>
                <a:lnTo>
                  <a:pt x="576" y="737"/>
                </a:lnTo>
                <a:lnTo>
                  <a:pt x="575" y="738"/>
                </a:lnTo>
                <a:lnTo>
                  <a:pt x="574" y="738"/>
                </a:lnTo>
                <a:lnTo>
                  <a:pt x="574" y="739"/>
                </a:lnTo>
                <a:lnTo>
                  <a:pt x="574" y="740"/>
                </a:lnTo>
                <a:lnTo>
                  <a:pt x="575" y="740"/>
                </a:lnTo>
                <a:lnTo>
                  <a:pt x="575" y="741"/>
                </a:lnTo>
                <a:lnTo>
                  <a:pt x="574" y="742"/>
                </a:lnTo>
                <a:lnTo>
                  <a:pt x="573" y="742"/>
                </a:lnTo>
                <a:lnTo>
                  <a:pt x="571" y="744"/>
                </a:lnTo>
                <a:lnTo>
                  <a:pt x="571" y="745"/>
                </a:lnTo>
                <a:lnTo>
                  <a:pt x="571" y="746"/>
                </a:lnTo>
                <a:lnTo>
                  <a:pt x="571" y="747"/>
                </a:lnTo>
                <a:lnTo>
                  <a:pt x="571" y="748"/>
                </a:lnTo>
                <a:lnTo>
                  <a:pt x="571" y="749"/>
                </a:lnTo>
                <a:lnTo>
                  <a:pt x="571" y="750"/>
                </a:lnTo>
                <a:lnTo>
                  <a:pt x="571" y="751"/>
                </a:lnTo>
                <a:lnTo>
                  <a:pt x="572" y="752"/>
                </a:lnTo>
                <a:lnTo>
                  <a:pt x="573" y="752"/>
                </a:lnTo>
                <a:lnTo>
                  <a:pt x="573" y="754"/>
                </a:lnTo>
                <a:lnTo>
                  <a:pt x="572" y="755"/>
                </a:lnTo>
                <a:lnTo>
                  <a:pt x="571" y="755"/>
                </a:lnTo>
                <a:lnTo>
                  <a:pt x="571" y="756"/>
                </a:lnTo>
                <a:lnTo>
                  <a:pt x="571" y="757"/>
                </a:lnTo>
                <a:lnTo>
                  <a:pt x="570" y="757"/>
                </a:lnTo>
                <a:lnTo>
                  <a:pt x="569" y="757"/>
                </a:lnTo>
                <a:lnTo>
                  <a:pt x="569" y="758"/>
                </a:lnTo>
                <a:lnTo>
                  <a:pt x="568" y="758"/>
                </a:lnTo>
                <a:lnTo>
                  <a:pt x="567" y="758"/>
                </a:lnTo>
                <a:lnTo>
                  <a:pt x="566" y="757"/>
                </a:lnTo>
                <a:lnTo>
                  <a:pt x="566" y="758"/>
                </a:lnTo>
                <a:lnTo>
                  <a:pt x="565" y="758"/>
                </a:lnTo>
                <a:lnTo>
                  <a:pt x="564" y="759"/>
                </a:lnTo>
                <a:lnTo>
                  <a:pt x="563" y="760"/>
                </a:lnTo>
                <a:lnTo>
                  <a:pt x="562" y="759"/>
                </a:lnTo>
                <a:lnTo>
                  <a:pt x="563" y="759"/>
                </a:lnTo>
                <a:lnTo>
                  <a:pt x="563" y="758"/>
                </a:lnTo>
                <a:lnTo>
                  <a:pt x="564" y="758"/>
                </a:lnTo>
                <a:lnTo>
                  <a:pt x="563" y="757"/>
                </a:lnTo>
                <a:lnTo>
                  <a:pt x="563" y="756"/>
                </a:lnTo>
                <a:lnTo>
                  <a:pt x="563" y="755"/>
                </a:lnTo>
                <a:lnTo>
                  <a:pt x="564" y="755"/>
                </a:lnTo>
                <a:lnTo>
                  <a:pt x="563" y="755"/>
                </a:lnTo>
                <a:lnTo>
                  <a:pt x="563" y="754"/>
                </a:lnTo>
                <a:lnTo>
                  <a:pt x="562" y="752"/>
                </a:lnTo>
                <a:lnTo>
                  <a:pt x="561" y="753"/>
                </a:lnTo>
                <a:lnTo>
                  <a:pt x="560" y="753"/>
                </a:lnTo>
                <a:lnTo>
                  <a:pt x="559" y="753"/>
                </a:lnTo>
                <a:lnTo>
                  <a:pt x="558" y="752"/>
                </a:lnTo>
                <a:lnTo>
                  <a:pt x="558" y="751"/>
                </a:lnTo>
                <a:lnTo>
                  <a:pt x="559" y="751"/>
                </a:lnTo>
                <a:lnTo>
                  <a:pt x="558" y="751"/>
                </a:lnTo>
                <a:lnTo>
                  <a:pt x="557" y="751"/>
                </a:lnTo>
                <a:lnTo>
                  <a:pt x="556" y="751"/>
                </a:lnTo>
                <a:lnTo>
                  <a:pt x="555" y="751"/>
                </a:lnTo>
                <a:lnTo>
                  <a:pt x="554" y="752"/>
                </a:lnTo>
                <a:lnTo>
                  <a:pt x="555" y="753"/>
                </a:lnTo>
                <a:lnTo>
                  <a:pt x="554" y="754"/>
                </a:lnTo>
                <a:lnTo>
                  <a:pt x="554" y="756"/>
                </a:lnTo>
                <a:lnTo>
                  <a:pt x="552" y="756"/>
                </a:lnTo>
                <a:lnTo>
                  <a:pt x="552" y="757"/>
                </a:lnTo>
                <a:lnTo>
                  <a:pt x="552" y="759"/>
                </a:lnTo>
                <a:lnTo>
                  <a:pt x="552" y="760"/>
                </a:lnTo>
                <a:lnTo>
                  <a:pt x="553" y="760"/>
                </a:lnTo>
                <a:lnTo>
                  <a:pt x="553" y="761"/>
                </a:lnTo>
                <a:lnTo>
                  <a:pt x="554" y="761"/>
                </a:lnTo>
                <a:lnTo>
                  <a:pt x="553" y="762"/>
                </a:lnTo>
                <a:lnTo>
                  <a:pt x="552" y="762"/>
                </a:lnTo>
                <a:lnTo>
                  <a:pt x="552" y="761"/>
                </a:lnTo>
                <a:lnTo>
                  <a:pt x="551" y="762"/>
                </a:lnTo>
                <a:lnTo>
                  <a:pt x="551" y="763"/>
                </a:lnTo>
                <a:lnTo>
                  <a:pt x="550" y="763"/>
                </a:lnTo>
                <a:lnTo>
                  <a:pt x="549" y="763"/>
                </a:lnTo>
                <a:lnTo>
                  <a:pt x="548" y="763"/>
                </a:lnTo>
                <a:lnTo>
                  <a:pt x="548" y="764"/>
                </a:lnTo>
                <a:lnTo>
                  <a:pt x="549" y="764"/>
                </a:lnTo>
                <a:lnTo>
                  <a:pt x="549" y="765"/>
                </a:lnTo>
                <a:lnTo>
                  <a:pt x="548" y="765"/>
                </a:lnTo>
                <a:lnTo>
                  <a:pt x="548" y="764"/>
                </a:lnTo>
                <a:lnTo>
                  <a:pt x="547" y="764"/>
                </a:lnTo>
                <a:lnTo>
                  <a:pt x="546" y="765"/>
                </a:lnTo>
                <a:lnTo>
                  <a:pt x="546" y="766"/>
                </a:lnTo>
                <a:lnTo>
                  <a:pt x="546" y="768"/>
                </a:lnTo>
                <a:lnTo>
                  <a:pt x="545" y="769"/>
                </a:lnTo>
                <a:lnTo>
                  <a:pt x="544" y="770"/>
                </a:lnTo>
                <a:lnTo>
                  <a:pt x="543" y="770"/>
                </a:lnTo>
                <a:lnTo>
                  <a:pt x="543" y="771"/>
                </a:lnTo>
                <a:lnTo>
                  <a:pt x="543" y="772"/>
                </a:lnTo>
                <a:lnTo>
                  <a:pt x="544" y="772"/>
                </a:lnTo>
                <a:lnTo>
                  <a:pt x="544" y="773"/>
                </a:lnTo>
                <a:lnTo>
                  <a:pt x="543" y="773"/>
                </a:lnTo>
                <a:lnTo>
                  <a:pt x="543" y="774"/>
                </a:lnTo>
                <a:lnTo>
                  <a:pt x="541" y="774"/>
                </a:lnTo>
                <a:lnTo>
                  <a:pt x="541" y="775"/>
                </a:lnTo>
                <a:lnTo>
                  <a:pt x="540" y="776"/>
                </a:lnTo>
                <a:lnTo>
                  <a:pt x="539" y="776"/>
                </a:lnTo>
                <a:lnTo>
                  <a:pt x="540" y="776"/>
                </a:lnTo>
                <a:lnTo>
                  <a:pt x="540" y="777"/>
                </a:lnTo>
                <a:lnTo>
                  <a:pt x="541" y="777"/>
                </a:lnTo>
                <a:lnTo>
                  <a:pt x="541" y="779"/>
                </a:lnTo>
                <a:lnTo>
                  <a:pt x="540" y="780"/>
                </a:lnTo>
                <a:lnTo>
                  <a:pt x="539" y="780"/>
                </a:lnTo>
                <a:lnTo>
                  <a:pt x="538" y="781"/>
                </a:lnTo>
                <a:lnTo>
                  <a:pt x="537" y="781"/>
                </a:lnTo>
                <a:lnTo>
                  <a:pt x="536" y="781"/>
                </a:lnTo>
                <a:lnTo>
                  <a:pt x="536" y="782"/>
                </a:lnTo>
                <a:lnTo>
                  <a:pt x="537" y="782"/>
                </a:lnTo>
                <a:lnTo>
                  <a:pt x="537" y="783"/>
                </a:lnTo>
                <a:lnTo>
                  <a:pt x="537" y="784"/>
                </a:lnTo>
                <a:lnTo>
                  <a:pt x="536" y="784"/>
                </a:lnTo>
                <a:lnTo>
                  <a:pt x="536" y="785"/>
                </a:lnTo>
                <a:lnTo>
                  <a:pt x="537" y="786"/>
                </a:lnTo>
                <a:lnTo>
                  <a:pt x="537" y="787"/>
                </a:lnTo>
                <a:lnTo>
                  <a:pt x="537" y="788"/>
                </a:lnTo>
                <a:lnTo>
                  <a:pt x="536" y="788"/>
                </a:lnTo>
                <a:lnTo>
                  <a:pt x="535" y="789"/>
                </a:lnTo>
                <a:lnTo>
                  <a:pt x="535" y="790"/>
                </a:lnTo>
                <a:lnTo>
                  <a:pt x="536" y="792"/>
                </a:lnTo>
                <a:lnTo>
                  <a:pt x="537" y="792"/>
                </a:lnTo>
                <a:lnTo>
                  <a:pt x="537" y="794"/>
                </a:lnTo>
                <a:lnTo>
                  <a:pt x="537" y="795"/>
                </a:lnTo>
                <a:lnTo>
                  <a:pt x="537" y="794"/>
                </a:lnTo>
                <a:lnTo>
                  <a:pt x="536" y="794"/>
                </a:lnTo>
                <a:lnTo>
                  <a:pt x="535" y="795"/>
                </a:lnTo>
                <a:lnTo>
                  <a:pt x="537" y="795"/>
                </a:lnTo>
                <a:lnTo>
                  <a:pt x="538" y="795"/>
                </a:lnTo>
                <a:lnTo>
                  <a:pt x="537" y="795"/>
                </a:lnTo>
                <a:lnTo>
                  <a:pt x="537" y="794"/>
                </a:lnTo>
                <a:lnTo>
                  <a:pt x="538" y="794"/>
                </a:lnTo>
                <a:lnTo>
                  <a:pt x="538" y="795"/>
                </a:lnTo>
                <a:lnTo>
                  <a:pt x="538" y="796"/>
                </a:lnTo>
                <a:lnTo>
                  <a:pt x="537" y="796"/>
                </a:lnTo>
                <a:lnTo>
                  <a:pt x="537" y="797"/>
                </a:lnTo>
                <a:lnTo>
                  <a:pt x="538" y="797"/>
                </a:lnTo>
                <a:lnTo>
                  <a:pt x="539" y="798"/>
                </a:lnTo>
                <a:lnTo>
                  <a:pt x="539" y="799"/>
                </a:lnTo>
                <a:lnTo>
                  <a:pt x="539" y="800"/>
                </a:lnTo>
                <a:lnTo>
                  <a:pt x="538" y="801"/>
                </a:lnTo>
                <a:lnTo>
                  <a:pt x="538" y="802"/>
                </a:lnTo>
                <a:lnTo>
                  <a:pt x="538" y="803"/>
                </a:lnTo>
                <a:lnTo>
                  <a:pt x="539" y="803"/>
                </a:lnTo>
                <a:lnTo>
                  <a:pt x="540" y="803"/>
                </a:lnTo>
                <a:lnTo>
                  <a:pt x="541" y="803"/>
                </a:lnTo>
                <a:lnTo>
                  <a:pt x="541" y="804"/>
                </a:lnTo>
                <a:lnTo>
                  <a:pt x="542" y="804"/>
                </a:lnTo>
                <a:lnTo>
                  <a:pt x="543" y="803"/>
                </a:lnTo>
                <a:lnTo>
                  <a:pt x="543" y="802"/>
                </a:lnTo>
                <a:lnTo>
                  <a:pt x="544" y="803"/>
                </a:lnTo>
                <a:lnTo>
                  <a:pt x="543" y="804"/>
                </a:lnTo>
                <a:lnTo>
                  <a:pt x="544" y="804"/>
                </a:lnTo>
                <a:lnTo>
                  <a:pt x="546" y="804"/>
                </a:lnTo>
                <a:lnTo>
                  <a:pt x="547" y="803"/>
                </a:lnTo>
                <a:lnTo>
                  <a:pt x="548" y="802"/>
                </a:lnTo>
                <a:lnTo>
                  <a:pt x="549" y="801"/>
                </a:lnTo>
                <a:lnTo>
                  <a:pt x="550" y="801"/>
                </a:lnTo>
                <a:lnTo>
                  <a:pt x="551" y="800"/>
                </a:lnTo>
                <a:lnTo>
                  <a:pt x="552" y="800"/>
                </a:lnTo>
                <a:lnTo>
                  <a:pt x="553" y="800"/>
                </a:lnTo>
                <a:lnTo>
                  <a:pt x="553" y="801"/>
                </a:lnTo>
                <a:lnTo>
                  <a:pt x="554" y="802"/>
                </a:lnTo>
                <a:lnTo>
                  <a:pt x="554" y="803"/>
                </a:lnTo>
                <a:lnTo>
                  <a:pt x="554" y="804"/>
                </a:lnTo>
                <a:lnTo>
                  <a:pt x="555" y="805"/>
                </a:lnTo>
                <a:lnTo>
                  <a:pt x="555" y="806"/>
                </a:lnTo>
                <a:lnTo>
                  <a:pt x="555" y="807"/>
                </a:lnTo>
                <a:lnTo>
                  <a:pt x="556" y="808"/>
                </a:lnTo>
                <a:lnTo>
                  <a:pt x="557" y="808"/>
                </a:lnTo>
                <a:lnTo>
                  <a:pt x="557" y="810"/>
                </a:lnTo>
                <a:lnTo>
                  <a:pt x="557" y="811"/>
                </a:lnTo>
                <a:lnTo>
                  <a:pt x="557" y="812"/>
                </a:lnTo>
                <a:lnTo>
                  <a:pt x="556" y="813"/>
                </a:lnTo>
                <a:lnTo>
                  <a:pt x="555" y="814"/>
                </a:lnTo>
                <a:lnTo>
                  <a:pt x="554" y="814"/>
                </a:lnTo>
                <a:lnTo>
                  <a:pt x="554" y="815"/>
                </a:lnTo>
                <a:lnTo>
                  <a:pt x="553" y="815"/>
                </a:lnTo>
                <a:lnTo>
                  <a:pt x="553" y="816"/>
                </a:lnTo>
                <a:lnTo>
                  <a:pt x="552" y="817"/>
                </a:lnTo>
                <a:lnTo>
                  <a:pt x="550" y="819"/>
                </a:lnTo>
                <a:lnTo>
                  <a:pt x="549" y="820"/>
                </a:lnTo>
                <a:lnTo>
                  <a:pt x="548" y="821"/>
                </a:lnTo>
                <a:lnTo>
                  <a:pt x="547" y="822"/>
                </a:lnTo>
                <a:lnTo>
                  <a:pt x="547" y="821"/>
                </a:lnTo>
                <a:lnTo>
                  <a:pt x="546" y="821"/>
                </a:lnTo>
                <a:lnTo>
                  <a:pt x="546" y="823"/>
                </a:lnTo>
                <a:lnTo>
                  <a:pt x="546" y="824"/>
                </a:lnTo>
                <a:lnTo>
                  <a:pt x="546" y="825"/>
                </a:lnTo>
                <a:lnTo>
                  <a:pt x="545" y="826"/>
                </a:lnTo>
                <a:lnTo>
                  <a:pt x="544" y="826"/>
                </a:lnTo>
                <a:lnTo>
                  <a:pt x="543" y="826"/>
                </a:lnTo>
                <a:lnTo>
                  <a:pt x="544" y="826"/>
                </a:lnTo>
                <a:lnTo>
                  <a:pt x="543" y="827"/>
                </a:lnTo>
                <a:lnTo>
                  <a:pt x="543" y="828"/>
                </a:lnTo>
                <a:lnTo>
                  <a:pt x="543" y="829"/>
                </a:lnTo>
                <a:lnTo>
                  <a:pt x="543" y="830"/>
                </a:lnTo>
                <a:lnTo>
                  <a:pt x="542" y="830"/>
                </a:lnTo>
                <a:lnTo>
                  <a:pt x="542" y="829"/>
                </a:lnTo>
                <a:lnTo>
                  <a:pt x="541" y="829"/>
                </a:lnTo>
                <a:lnTo>
                  <a:pt x="541" y="830"/>
                </a:lnTo>
                <a:lnTo>
                  <a:pt x="542" y="830"/>
                </a:lnTo>
                <a:lnTo>
                  <a:pt x="542" y="831"/>
                </a:lnTo>
                <a:lnTo>
                  <a:pt x="541" y="831"/>
                </a:lnTo>
                <a:lnTo>
                  <a:pt x="540" y="831"/>
                </a:lnTo>
                <a:lnTo>
                  <a:pt x="540" y="832"/>
                </a:lnTo>
                <a:lnTo>
                  <a:pt x="539" y="834"/>
                </a:lnTo>
                <a:lnTo>
                  <a:pt x="538" y="836"/>
                </a:lnTo>
                <a:lnTo>
                  <a:pt x="537" y="836"/>
                </a:lnTo>
                <a:lnTo>
                  <a:pt x="536" y="837"/>
                </a:lnTo>
                <a:lnTo>
                  <a:pt x="536" y="838"/>
                </a:lnTo>
                <a:lnTo>
                  <a:pt x="536" y="839"/>
                </a:lnTo>
                <a:lnTo>
                  <a:pt x="537" y="840"/>
                </a:lnTo>
                <a:lnTo>
                  <a:pt x="538" y="842"/>
                </a:lnTo>
                <a:lnTo>
                  <a:pt x="538" y="843"/>
                </a:lnTo>
                <a:lnTo>
                  <a:pt x="538" y="844"/>
                </a:lnTo>
                <a:lnTo>
                  <a:pt x="539" y="845"/>
                </a:lnTo>
                <a:lnTo>
                  <a:pt x="538" y="845"/>
                </a:lnTo>
                <a:lnTo>
                  <a:pt x="538" y="846"/>
                </a:lnTo>
                <a:lnTo>
                  <a:pt x="536" y="846"/>
                </a:lnTo>
                <a:lnTo>
                  <a:pt x="535" y="845"/>
                </a:lnTo>
                <a:lnTo>
                  <a:pt x="534" y="846"/>
                </a:lnTo>
                <a:lnTo>
                  <a:pt x="533" y="846"/>
                </a:lnTo>
                <a:lnTo>
                  <a:pt x="533" y="847"/>
                </a:lnTo>
                <a:lnTo>
                  <a:pt x="532" y="847"/>
                </a:lnTo>
                <a:lnTo>
                  <a:pt x="531" y="847"/>
                </a:lnTo>
                <a:lnTo>
                  <a:pt x="530" y="847"/>
                </a:lnTo>
                <a:lnTo>
                  <a:pt x="531" y="849"/>
                </a:lnTo>
                <a:lnTo>
                  <a:pt x="530" y="850"/>
                </a:lnTo>
                <a:lnTo>
                  <a:pt x="530" y="851"/>
                </a:lnTo>
                <a:lnTo>
                  <a:pt x="529" y="851"/>
                </a:lnTo>
                <a:lnTo>
                  <a:pt x="528" y="853"/>
                </a:lnTo>
                <a:lnTo>
                  <a:pt x="527" y="854"/>
                </a:lnTo>
                <a:lnTo>
                  <a:pt x="527" y="855"/>
                </a:lnTo>
                <a:lnTo>
                  <a:pt x="526" y="855"/>
                </a:lnTo>
                <a:lnTo>
                  <a:pt x="525" y="855"/>
                </a:lnTo>
                <a:lnTo>
                  <a:pt x="524" y="856"/>
                </a:lnTo>
                <a:lnTo>
                  <a:pt x="524" y="857"/>
                </a:lnTo>
                <a:lnTo>
                  <a:pt x="522" y="857"/>
                </a:lnTo>
                <a:lnTo>
                  <a:pt x="521" y="857"/>
                </a:lnTo>
                <a:lnTo>
                  <a:pt x="520" y="857"/>
                </a:lnTo>
                <a:lnTo>
                  <a:pt x="520" y="858"/>
                </a:lnTo>
                <a:lnTo>
                  <a:pt x="520" y="859"/>
                </a:lnTo>
                <a:lnTo>
                  <a:pt x="519" y="860"/>
                </a:lnTo>
                <a:lnTo>
                  <a:pt x="518" y="859"/>
                </a:lnTo>
                <a:lnTo>
                  <a:pt x="517" y="860"/>
                </a:lnTo>
                <a:lnTo>
                  <a:pt x="516" y="860"/>
                </a:lnTo>
                <a:lnTo>
                  <a:pt x="515" y="861"/>
                </a:lnTo>
                <a:lnTo>
                  <a:pt x="515" y="860"/>
                </a:lnTo>
                <a:lnTo>
                  <a:pt x="514" y="859"/>
                </a:lnTo>
                <a:lnTo>
                  <a:pt x="513" y="859"/>
                </a:lnTo>
                <a:lnTo>
                  <a:pt x="512" y="860"/>
                </a:lnTo>
                <a:lnTo>
                  <a:pt x="512" y="859"/>
                </a:lnTo>
                <a:lnTo>
                  <a:pt x="512" y="860"/>
                </a:lnTo>
                <a:lnTo>
                  <a:pt x="511" y="860"/>
                </a:lnTo>
                <a:lnTo>
                  <a:pt x="511" y="861"/>
                </a:lnTo>
                <a:lnTo>
                  <a:pt x="510" y="861"/>
                </a:lnTo>
                <a:lnTo>
                  <a:pt x="509" y="861"/>
                </a:lnTo>
                <a:lnTo>
                  <a:pt x="508" y="861"/>
                </a:lnTo>
                <a:lnTo>
                  <a:pt x="507" y="861"/>
                </a:lnTo>
                <a:lnTo>
                  <a:pt x="506" y="862"/>
                </a:lnTo>
                <a:lnTo>
                  <a:pt x="505" y="863"/>
                </a:lnTo>
                <a:lnTo>
                  <a:pt x="505" y="864"/>
                </a:lnTo>
                <a:lnTo>
                  <a:pt x="504" y="865"/>
                </a:lnTo>
                <a:lnTo>
                  <a:pt x="505" y="866"/>
                </a:lnTo>
                <a:lnTo>
                  <a:pt x="504" y="867"/>
                </a:lnTo>
                <a:lnTo>
                  <a:pt x="504" y="866"/>
                </a:lnTo>
                <a:lnTo>
                  <a:pt x="503" y="866"/>
                </a:lnTo>
                <a:lnTo>
                  <a:pt x="502" y="866"/>
                </a:lnTo>
                <a:lnTo>
                  <a:pt x="501" y="867"/>
                </a:lnTo>
                <a:lnTo>
                  <a:pt x="500" y="868"/>
                </a:lnTo>
                <a:lnTo>
                  <a:pt x="500" y="869"/>
                </a:lnTo>
                <a:lnTo>
                  <a:pt x="499" y="870"/>
                </a:lnTo>
                <a:lnTo>
                  <a:pt x="498" y="871"/>
                </a:lnTo>
                <a:lnTo>
                  <a:pt x="498" y="872"/>
                </a:lnTo>
                <a:lnTo>
                  <a:pt x="498" y="874"/>
                </a:lnTo>
                <a:lnTo>
                  <a:pt x="498" y="876"/>
                </a:lnTo>
                <a:lnTo>
                  <a:pt x="498" y="877"/>
                </a:lnTo>
                <a:lnTo>
                  <a:pt x="499" y="879"/>
                </a:lnTo>
                <a:lnTo>
                  <a:pt x="499" y="877"/>
                </a:lnTo>
                <a:lnTo>
                  <a:pt x="500" y="877"/>
                </a:lnTo>
                <a:lnTo>
                  <a:pt x="500" y="879"/>
                </a:lnTo>
                <a:lnTo>
                  <a:pt x="500" y="880"/>
                </a:lnTo>
                <a:lnTo>
                  <a:pt x="501" y="880"/>
                </a:lnTo>
                <a:lnTo>
                  <a:pt x="502" y="880"/>
                </a:lnTo>
                <a:lnTo>
                  <a:pt x="503" y="881"/>
                </a:lnTo>
                <a:lnTo>
                  <a:pt x="504" y="881"/>
                </a:lnTo>
                <a:lnTo>
                  <a:pt x="504" y="882"/>
                </a:lnTo>
                <a:lnTo>
                  <a:pt x="504" y="883"/>
                </a:lnTo>
                <a:lnTo>
                  <a:pt x="504" y="884"/>
                </a:lnTo>
                <a:lnTo>
                  <a:pt x="505" y="884"/>
                </a:lnTo>
                <a:lnTo>
                  <a:pt x="506" y="884"/>
                </a:lnTo>
                <a:lnTo>
                  <a:pt x="506" y="885"/>
                </a:lnTo>
                <a:lnTo>
                  <a:pt x="507" y="885"/>
                </a:lnTo>
                <a:lnTo>
                  <a:pt x="507" y="886"/>
                </a:lnTo>
                <a:lnTo>
                  <a:pt x="507" y="885"/>
                </a:lnTo>
                <a:lnTo>
                  <a:pt x="509" y="887"/>
                </a:lnTo>
                <a:lnTo>
                  <a:pt x="509" y="888"/>
                </a:lnTo>
                <a:lnTo>
                  <a:pt x="508" y="888"/>
                </a:lnTo>
                <a:lnTo>
                  <a:pt x="508" y="889"/>
                </a:lnTo>
                <a:lnTo>
                  <a:pt x="508" y="890"/>
                </a:lnTo>
                <a:lnTo>
                  <a:pt x="508" y="891"/>
                </a:lnTo>
                <a:lnTo>
                  <a:pt x="508" y="892"/>
                </a:lnTo>
                <a:lnTo>
                  <a:pt x="509" y="892"/>
                </a:lnTo>
                <a:lnTo>
                  <a:pt x="508" y="893"/>
                </a:lnTo>
                <a:lnTo>
                  <a:pt x="508" y="894"/>
                </a:lnTo>
                <a:lnTo>
                  <a:pt x="507" y="894"/>
                </a:lnTo>
                <a:lnTo>
                  <a:pt x="506" y="894"/>
                </a:lnTo>
                <a:lnTo>
                  <a:pt x="506" y="892"/>
                </a:lnTo>
                <a:lnTo>
                  <a:pt x="506" y="891"/>
                </a:lnTo>
                <a:lnTo>
                  <a:pt x="506" y="890"/>
                </a:lnTo>
                <a:lnTo>
                  <a:pt x="505" y="890"/>
                </a:lnTo>
                <a:lnTo>
                  <a:pt x="503" y="891"/>
                </a:lnTo>
                <a:lnTo>
                  <a:pt x="503" y="892"/>
                </a:lnTo>
                <a:lnTo>
                  <a:pt x="501" y="892"/>
                </a:lnTo>
                <a:lnTo>
                  <a:pt x="500" y="892"/>
                </a:lnTo>
                <a:lnTo>
                  <a:pt x="499" y="892"/>
                </a:lnTo>
                <a:lnTo>
                  <a:pt x="499" y="893"/>
                </a:lnTo>
                <a:lnTo>
                  <a:pt x="499" y="894"/>
                </a:lnTo>
                <a:lnTo>
                  <a:pt x="498" y="895"/>
                </a:lnTo>
                <a:lnTo>
                  <a:pt x="498" y="896"/>
                </a:lnTo>
                <a:lnTo>
                  <a:pt x="498" y="897"/>
                </a:lnTo>
                <a:lnTo>
                  <a:pt x="498" y="898"/>
                </a:lnTo>
                <a:lnTo>
                  <a:pt x="497" y="899"/>
                </a:lnTo>
                <a:lnTo>
                  <a:pt x="496" y="899"/>
                </a:lnTo>
                <a:lnTo>
                  <a:pt x="496" y="900"/>
                </a:lnTo>
                <a:lnTo>
                  <a:pt x="497" y="902"/>
                </a:lnTo>
                <a:lnTo>
                  <a:pt x="497" y="903"/>
                </a:lnTo>
                <a:lnTo>
                  <a:pt x="497" y="904"/>
                </a:lnTo>
                <a:lnTo>
                  <a:pt x="496" y="905"/>
                </a:lnTo>
                <a:lnTo>
                  <a:pt x="495" y="905"/>
                </a:lnTo>
                <a:lnTo>
                  <a:pt x="494" y="905"/>
                </a:lnTo>
                <a:lnTo>
                  <a:pt x="493" y="906"/>
                </a:lnTo>
                <a:lnTo>
                  <a:pt x="492" y="906"/>
                </a:lnTo>
                <a:lnTo>
                  <a:pt x="491" y="905"/>
                </a:lnTo>
                <a:lnTo>
                  <a:pt x="490" y="904"/>
                </a:lnTo>
                <a:lnTo>
                  <a:pt x="489" y="905"/>
                </a:lnTo>
                <a:lnTo>
                  <a:pt x="490" y="906"/>
                </a:lnTo>
                <a:lnTo>
                  <a:pt x="490" y="907"/>
                </a:lnTo>
                <a:lnTo>
                  <a:pt x="490" y="908"/>
                </a:lnTo>
                <a:lnTo>
                  <a:pt x="489" y="908"/>
                </a:lnTo>
                <a:lnTo>
                  <a:pt x="489" y="907"/>
                </a:lnTo>
                <a:lnTo>
                  <a:pt x="488" y="907"/>
                </a:lnTo>
                <a:lnTo>
                  <a:pt x="488" y="908"/>
                </a:lnTo>
                <a:lnTo>
                  <a:pt x="488" y="909"/>
                </a:lnTo>
                <a:lnTo>
                  <a:pt x="488" y="910"/>
                </a:lnTo>
                <a:lnTo>
                  <a:pt x="489" y="910"/>
                </a:lnTo>
                <a:lnTo>
                  <a:pt x="490" y="911"/>
                </a:lnTo>
                <a:lnTo>
                  <a:pt x="489" y="911"/>
                </a:lnTo>
                <a:lnTo>
                  <a:pt x="489" y="912"/>
                </a:lnTo>
                <a:lnTo>
                  <a:pt x="489" y="913"/>
                </a:lnTo>
                <a:lnTo>
                  <a:pt x="489" y="914"/>
                </a:lnTo>
                <a:lnTo>
                  <a:pt x="489" y="915"/>
                </a:lnTo>
                <a:lnTo>
                  <a:pt x="490" y="915"/>
                </a:lnTo>
                <a:lnTo>
                  <a:pt x="491" y="916"/>
                </a:lnTo>
                <a:lnTo>
                  <a:pt x="491" y="917"/>
                </a:lnTo>
                <a:lnTo>
                  <a:pt x="491" y="919"/>
                </a:lnTo>
                <a:lnTo>
                  <a:pt x="490" y="918"/>
                </a:lnTo>
                <a:lnTo>
                  <a:pt x="489" y="918"/>
                </a:lnTo>
                <a:lnTo>
                  <a:pt x="488" y="919"/>
                </a:lnTo>
                <a:lnTo>
                  <a:pt x="488" y="920"/>
                </a:lnTo>
                <a:lnTo>
                  <a:pt x="488" y="921"/>
                </a:lnTo>
                <a:lnTo>
                  <a:pt x="487" y="921"/>
                </a:lnTo>
                <a:lnTo>
                  <a:pt x="486" y="921"/>
                </a:lnTo>
                <a:lnTo>
                  <a:pt x="486" y="922"/>
                </a:lnTo>
                <a:lnTo>
                  <a:pt x="487" y="922"/>
                </a:lnTo>
                <a:lnTo>
                  <a:pt x="487" y="923"/>
                </a:lnTo>
                <a:lnTo>
                  <a:pt x="487" y="925"/>
                </a:lnTo>
                <a:lnTo>
                  <a:pt x="487" y="926"/>
                </a:lnTo>
                <a:lnTo>
                  <a:pt x="488" y="926"/>
                </a:lnTo>
                <a:lnTo>
                  <a:pt x="489" y="926"/>
                </a:lnTo>
                <a:lnTo>
                  <a:pt x="489" y="927"/>
                </a:lnTo>
                <a:lnTo>
                  <a:pt x="490" y="928"/>
                </a:lnTo>
                <a:lnTo>
                  <a:pt x="490" y="929"/>
                </a:lnTo>
                <a:lnTo>
                  <a:pt x="490" y="930"/>
                </a:lnTo>
                <a:lnTo>
                  <a:pt x="490" y="931"/>
                </a:lnTo>
                <a:lnTo>
                  <a:pt x="491" y="931"/>
                </a:lnTo>
                <a:lnTo>
                  <a:pt x="491" y="932"/>
                </a:lnTo>
                <a:lnTo>
                  <a:pt x="491" y="933"/>
                </a:lnTo>
                <a:lnTo>
                  <a:pt x="492" y="933"/>
                </a:lnTo>
                <a:lnTo>
                  <a:pt x="492" y="934"/>
                </a:lnTo>
                <a:lnTo>
                  <a:pt x="491" y="936"/>
                </a:lnTo>
                <a:lnTo>
                  <a:pt x="491" y="937"/>
                </a:lnTo>
                <a:lnTo>
                  <a:pt x="490" y="937"/>
                </a:lnTo>
                <a:lnTo>
                  <a:pt x="489" y="937"/>
                </a:lnTo>
                <a:lnTo>
                  <a:pt x="488" y="937"/>
                </a:lnTo>
                <a:lnTo>
                  <a:pt x="488" y="938"/>
                </a:lnTo>
                <a:lnTo>
                  <a:pt x="487" y="939"/>
                </a:lnTo>
                <a:lnTo>
                  <a:pt x="487" y="940"/>
                </a:lnTo>
                <a:lnTo>
                  <a:pt x="487" y="941"/>
                </a:lnTo>
                <a:lnTo>
                  <a:pt x="488" y="943"/>
                </a:lnTo>
                <a:lnTo>
                  <a:pt x="488" y="944"/>
                </a:lnTo>
                <a:lnTo>
                  <a:pt x="486" y="945"/>
                </a:lnTo>
                <a:lnTo>
                  <a:pt x="485" y="945"/>
                </a:lnTo>
                <a:lnTo>
                  <a:pt x="484" y="946"/>
                </a:lnTo>
                <a:lnTo>
                  <a:pt x="484" y="947"/>
                </a:lnTo>
                <a:lnTo>
                  <a:pt x="484" y="948"/>
                </a:lnTo>
                <a:lnTo>
                  <a:pt x="483" y="949"/>
                </a:lnTo>
                <a:lnTo>
                  <a:pt x="483" y="950"/>
                </a:lnTo>
                <a:lnTo>
                  <a:pt x="484" y="951"/>
                </a:lnTo>
                <a:lnTo>
                  <a:pt x="483" y="952"/>
                </a:lnTo>
                <a:lnTo>
                  <a:pt x="483" y="953"/>
                </a:lnTo>
                <a:lnTo>
                  <a:pt x="485" y="953"/>
                </a:lnTo>
                <a:lnTo>
                  <a:pt x="486" y="952"/>
                </a:lnTo>
                <a:lnTo>
                  <a:pt x="486" y="953"/>
                </a:lnTo>
                <a:lnTo>
                  <a:pt x="485" y="953"/>
                </a:lnTo>
                <a:lnTo>
                  <a:pt x="484" y="956"/>
                </a:lnTo>
                <a:lnTo>
                  <a:pt x="485" y="957"/>
                </a:lnTo>
                <a:lnTo>
                  <a:pt x="486" y="958"/>
                </a:lnTo>
                <a:lnTo>
                  <a:pt x="487" y="959"/>
                </a:lnTo>
                <a:lnTo>
                  <a:pt x="487" y="960"/>
                </a:lnTo>
                <a:lnTo>
                  <a:pt x="487" y="961"/>
                </a:lnTo>
                <a:lnTo>
                  <a:pt x="487" y="962"/>
                </a:lnTo>
                <a:lnTo>
                  <a:pt x="488" y="963"/>
                </a:lnTo>
                <a:lnTo>
                  <a:pt x="487" y="965"/>
                </a:lnTo>
                <a:lnTo>
                  <a:pt x="486" y="965"/>
                </a:lnTo>
                <a:lnTo>
                  <a:pt x="485" y="964"/>
                </a:lnTo>
                <a:lnTo>
                  <a:pt x="485" y="965"/>
                </a:lnTo>
                <a:lnTo>
                  <a:pt x="484" y="965"/>
                </a:lnTo>
                <a:lnTo>
                  <a:pt x="484" y="966"/>
                </a:lnTo>
                <a:lnTo>
                  <a:pt x="485" y="967"/>
                </a:lnTo>
                <a:lnTo>
                  <a:pt x="485" y="968"/>
                </a:lnTo>
                <a:lnTo>
                  <a:pt x="486" y="968"/>
                </a:lnTo>
                <a:lnTo>
                  <a:pt x="486" y="969"/>
                </a:lnTo>
                <a:lnTo>
                  <a:pt x="485" y="969"/>
                </a:lnTo>
                <a:lnTo>
                  <a:pt x="484" y="971"/>
                </a:lnTo>
                <a:lnTo>
                  <a:pt x="483" y="973"/>
                </a:lnTo>
                <a:lnTo>
                  <a:pt x="484" y="974"/>
                </a:lnTo>
                <a:lnTo>
                  <a:pt x="484" y="975"/>
                </a:lnTo>
                <a:lnTo>
                  <a:pt x="484" y="976"/>
                </a:lnTo>
                <a:lnTo>
                  <a:pt x="485" y="976"/>
                </a:lnTo>
                <a:lnTo>
                  <a:pt x="485" y="977"/>
                </a:lnTo>
                <a:lnTo>
                  <a:pt x="485" y="978"/>
                </a:lnTo>
                <a:lnTo>
                  <a:pt x="484" y="978"/>
                </a:lnTo>
                <a:lnTo>
                  <a:pt x="483" y="978"/>
                </a:lnTo>
                <a:lnTo>
                  <a:pt x="483" y="979"/>
                </a:lnTo>
                <a:lnTo>
                  <a:pt x="485" y="979"/>
                </a:lnTo>
                <a:lnTo>
                  <a:pt x="486" y="980"/>
                </a:lnTo>
                <a:lnTo>
                  <a:pt x="487" y="981"/>
                </a:lnTo>
                <a:lnTo>
                  <a:pt x="487" y="982"/>
                </a:lnTo>
                <a:lnTo>
                  <a:pt x="486" y="982"/>
                </a:lnTo>
                <a:lnTo>
                  <a:pt x="486" y="983"/>
                </a:lnTo>
                <a:lnTo>
                  <a:pt x="485" y="983"/>
                </a:lnTo>
                <a:lnTo>
                  <a:pt x="486" y="983"/>
                </a:lnTo>
                <a:lnTo>
                  <a:pt x="487" y="983"/>
                </a:lnTo>
                <a:lnTo>
                  <a:pt x="487" y="985"/>
                </a:lnTo>
                <a:lnTo>
                  <a:pt x="487" y="986"/>
                </a:lnTo>
                <a:lnTo>
                  <a:pt x="486" y="988"/>
                </a:lnTo>
                <a:lnTo>
                  <a:pt x="485" y="989"/>
                </a:lnTo>
                <a:lnTo>
                  <a:pt x="484" y="990"/>
                </a:lnTo>
                <a:lnTo>
                  <a:pt x="483" y="989"/>
                </a:lnTo>
                <a:lnTo>
                  <a:pt x="482" y="989"/>
                </a:lnTo>
                <a:lnTo>
                  <a:pt x="482" y="990"/>
                </a:lnTo>
                <a:lnTo>
                  <a:pt x="482" y="991"/>
                </a:lnTo>
                <a:lnTo>
                  <a:pt x="481" y="991"/>
                </a:lnTo>
                <a:lnTo>
                  <a:pt x="481" y="992"/>
                </a:lnTo>
                <a:lnTo>
                  <a:pt x="480" y="991"/>
                </a:lnTo>
                <a:lnTo>
                  <a:pt x="479" y="991"/>
                </a:lnTo>
                <a:lnTo>
                  <a:pt x="479" y="990"/>
                </a:lnTo>
                <a:lnTo>
                  <a:pt x="478" y="990"/>
                </a:lnTo>
                <a:lnTo>
                  <a:pt x="477" y="991"/>
                </a:lnTo>
                <a:lnTo>
                  <a:pt x="477" y="992"/>
                </a:lnTo>
                <a:lnTo>
                  <a:pt x="477" y="993"/>
                </a:lnTo>
                <a:lnTo>
                  <a:pt x="478" y="993"/>
                </a:lnTo>
                <a:lnTo>
                  <a:pt x="478" y="995"/>
                </a:lnTo>
                <a:lnTo>
                  <a:pt x="477" y="998"/>
                </a:lnTo>
                <a:lnTo>
                  <a:pt x="476" y="999"/>
                </a:lnTo>
                <a:lnTo>
                  <a:pt x="476" y="1000"/>
                </a:lnTo>
                <a:lnTo>
                  <a:pt x="476" y="1001"/>
                </a:lnTo>
                <a:lnTo>
                  <a:pt x="475" y="1002"/>
                </a:lnTo>
                <a:lnTo>
                  <a:pt x="475" y="1003"/>
                </a:lnTo>
                <a:lnTo>
                  <a:pt x="473" y="1003"/>
                </a:lnTo>
                <a:lnTo>
                  <a:pt x="473" y="1004"/>
                </a:lnTo>
                <a:lnTo>
                  <a:pt x="472" y="1003"/>
                </a:lnTo>
                <a:lnTo>
                  <a:pt x="471" y="1003"/>
                </a:lnTo>
                <a:lnTo>
                  <a:pt x="470" y="1004"/>
                </a:lnTo>
                <a:lnTo>
                  <a:pt x="470" y="1005"/>
                </a:lnTo>
                <a:lnTo>
                  <a:pt x="467" y="1007"/>
                </a:lnTo>
                <a:lnTo>
                  <a:pt x="465" y="1008"/>
                </a:lnTo>
                <a:lnTo>
                  <a:pt x="464" y="1008"/>
                </a:lnTo>
                <a:lnTo>
                  <a:pt x="464" y="1007"/>
                </a:lnTo>
                <a:lnTo>
                  <a:pt x="463" y="1006"/>
                </a:lnTo>
                <a:lnTo>
                  <a:pt x="463" y="1007"/>
                </a:lnTo>
                <a:lnTo>
                  <a:pt x="462" y="1008"/>
                </a:lnTo>
                <a:lnTo>
                  <a:pt x="461" y="1009"/>
                </a:lnTo>
                <a:lnTo>
                  <a:pt x="461" y="1010"/>
                </a:lnTo>
                <a:lnTo>
                  <a:pt x="461" y="1011"/>
                </a:lnTo>
                <a:lnTo>
                  <a:pt x="461" y="1012"/>
                </a:lnTo>
                <a:lnTo>
                  <a:pt x="462" y="1013"/>
                </a:lnTo>
                <a:lnTo>
                  <a:pt x="462" y="1014"/>
                </a:lnTo>
                <a:lnTo>
                  <a:pt x="462" y="1016"/>
                </a:lnTo>
                <a:lnTo>
                  <a:pt x="461" y="1016"/>
                </a:lnTo>
                <a:lnTo>
                  <a:pt x="462" y="1017"/>
                </a:lnTo>
                <a:lnTo>
                  <a:pt x="463" y="1018"/>
                </a:lnTo>
                <a:lnTo>
                  <a:pt x="462" y="1018"/>
                </a:lnTo>
                <a:lnTo>
                  <a:pt x="461" y="1018"/>
                </a:lnTo>
                <a:lnTo>
                  <a:pt x="461" y="1019"/>
                </a:lnTo>
                <a:lnTo>
                  <a:pt x="461" y="1020"/>
                </a:lnTo>
                <a:lnTo>
                  <a:pt x="462" y="1021"/>
                </a:lnTo>
                <a:lnTo>
                  <a:pt x="463" y="1020"/>
                </a:lnTo>
                <a:lnTo>
                  <a:pt x="463" y="1021"/>
                </a:lnTo>
                <a:lnTo>
                  <a:pt x="464" y="1021"/>
                </a:lnTo>
                <a:lnTo>
                  <a:pt x="465" y="1021"/>
                </a:lnTo>
                <a:lnTo>
                  <a:pt x="466" y="1020"/>
                </a:lnTo>
                <a:lnTo>
                  <a:pt x="467" y="1021"/>
                </a:lnTo>
                <a:lnTo>
                  <a:pt x="468" y="1022"/>
                </a:lnTo>
                <a:lnTo>
                  <a:pt x="468" y="1023"/>
                </a:lnTo>
                <a:lnTo>
                  <a:pt x="470" y="1024"/>
                </a:lnTo>
                <a:lnTo>
                  <a:pt x="470" y="1025"/>
                </a:lnTo>
                <a:lnTo>
                  <a:pt x="468" y="1026"/>
                </a:lnTo>
                <a:lnTo>
                  <a:pt x="467" y="1026"/>
                </a:lnTo>
                <a:lnTo>
                  <a:pt x="466" y="1026"/>
                </a:lnTo>
                <a:lnTo>
                  <a:pt x="466" y="1027"/>
                </a:lnTo>
                <a:lnTo>
                  <a:pt x="467" y="1028"/>
                </a:lnTo>
                <a:lnTo>
                  <a:pt x="467" y="1029"/>
                </a:lnTo>
                <a:lnTo>
                  <a:pt x="468" y="1029"/>
                </a:lnTo>
                <a:lnTo>
                  <a:pt x="468" y="1030"/>
                </a:lnTo>
                <a:lnTo>
                  <a:pt x="468" y="1031"/>
                </a:lnTo>
                <a:lnTo>
                  <a:pt x="467" y="1032"/>
                </a:lnTo>
                <a:lnTo>
                  <a:pt x="468" y="1032"/>
                </a:lnTo>
                <a:lnTo>
                  <a:pt x="468" y="1033"/>
                </a:lnTo>
                <a:lnTo>
                  <a:pt x="470" y="1033"/>
                </a:lnTo>
                <a:lnTo>
                  <a:pt x="471" y="1033"/>
                </a:lnTo>
                <a:lnTo>
                  <a:pt x="472" y="1033"/>
                </a:lnTo>
                <a:lnTo>
                  <a:pt x="473" y="1033"/>
                </a:lnTo>
                <a:lnTo>
                  <a:pt x="474" y="1033"/>
                </a:lnTo>
                <a:lnTo>
                  <a:pt x="475" y="1034"/>
                </a:lnTo>
                <a:lnTo>
                  <a:pt x="476" y="1035"/>
                </a:lnTo>
                <a:lnTo>
                  <a:pt x="476" y="1036"/>
                </a:lnTo>
                <a:lnTo>
                  <a:pt x="476" y="1037"/>
                </a:lnTo>
                <a:lnTo>
                  <a:pt x="476" y="1038"/>
                </a:lnTo>
                <a:lnTo>
                  <a:pt x="477" y="1038"/>
                </a:lnTo>
                <a:lnTo>
                  <a:pt x="477" y="1039"/>
                </a:lnTo>
                <a:lnTo>
                  <a:pt x="478" y="1039"/>
                </a:lnTo>
                <a:lnTo>
                  <a:pt x="479" y="1040"/>
                </a:lnTo>
                <a:lnTo>
                  <a:pt x="479" y="1041"/>
                </a:lnTo>
                <a:lnTo>
                  <a:pt x="478" y="1041"/>
                </a:lnTo>
                <a:lnTo>
                  <a:pt x="478" y="1042"/>
                </a:lnTo>
                <a:lnTo>
                  <a:pt x="477" y="1043"/>
                </a:lnTo>
                <a:lnTo>
                  <a:pt x="476" y="1042"/>
                </a:lnTo>
                <a:lnTo>
                  <a:pt x="474" y="1042"/>
                </a:lnTo>
                <a:lnTo>
                  <a:pt x="473" y="1043"/>
                </a:lnTo>
                <a:lnTo>
                  <a:pt x="473" y="1044"/>
                </a:lnTo>
                <a:lnTo>
                  <a:pt x="474" y="1044"/>
                </a:lnTo>
                <a:lnTo>
                  <a:pt x="473" y="1044"/>
                </a:lnTo>
                <a:lnTo>
                  <a:pt x="472" y="1045"/>
                </a:lnTo>
                <a:lnTo>
                  <a:pt x="472" y="1046"/>
                </a:lnTo>
                <a:lnTo>
                  <a:pt x="471" y="1046"/>
                </a:lnTo>
                <a:lnTo>
                  <a:pt x="470" y="1046"/>
                </a:lnTo>
                <a:lnTo>
                  <a:pt x="468" y="1047"/>
                </a:lnTo>
                <a:lnTo>
                  <a:pt x="470" y="1049"/>
                </a:lnTo>
                <a:lnTo>
                  <a:pt x="470" y="1051"/>
                </a:lnTo>
                <a:lnTo>
                  <a:pt x="471" y="1051"/>
                </a:lnTo>
                <a:lnTo>
                  <a:pt x="472" y="1052"/>
                </a:lnTo>
                <a:lnTo>
                  <a:pt x="473" y="1052"/>
                </a:lnTo>
                <a:lnTo>
                  <a:pt x="474" y="1052"/>
                </a:lnTo>
                <a:lnTo>
                  <a:pt x="475" y="1052"/>
                </a:lnTo>
                <a:lnTo>
                  <a:pt x="475" y="1053"/>
                </a:lnTo>
                <a:lnTo>
                  <a:pt x="475" y="1054"/>
                </a:lnTo>
                <a:lnTo>
                  <a:pt x="476" y="1054"/>
                </a:lnTo>
                <a:lnTo>
                  <a:pt x="477" y="1054"/>
                </a:lnTo>
                <a:lnTo>
                  <a:pt x="478" y="1055"/>
                </a:lnTo>
                <a:lnTo>
                  <a:pt x="478" y="1056"/>
                </a:lnTo>
                <a:lnTo>
                  <a:pt x="479" y="1057"/>
                </a:lnTo>
                <a:lnTo>
                  <a:pt x="480" y="1058"/>
                </a:lnTo>
                <a:lnTo>
                  <a:pt x="479" y="1059"/>
                </a:lnTo>
                <a:lnTo>
                  <a:pt x="478" y="1059"/>
                </a:lnTo>
                <a:lnTo>
                  <a:pt x="477" y="1059"/>
                </a:lnTo>
                <a:lnTo>
                  <a:pt x="477" y="1058"/>
                </a:lnTo>
                <a:lnTo>
                  <a:pt x="476" y="1058"/>
                </a:lnTo>
                <a:lnTo>
                  <a:pt x="476" y="1059"/>
                </a:lnTo>
                <a:lnTo>
                  <a:pt x="475" y="1059"/>
                </a:lnTo>
                <a:lnTo>
                  <a:pt x="474" y="1058"/>
                </a:lnTo>
                <a:lnTo>
                  <a:pt x="474" y="1057"/>
                </a:lnTo>
                <a:lnTo>
                  <a:pt x="472" y="1056"/>
                </a:lnTo>
                <a:lnTo>
                  <a:pt x="471" y="1057"/>
                </a:lnTo>
                <a:lnTo>
                  <a:pt x="470" y="1057"/>
                </a:lnTo>
                <a:lnTo>
                  <a:pt x="470" y="1058"/>
                </a:lnTo>
                <a:lnTo>
                  <a:pt x="470" y="1060"/>
                </a:lnTo>
                <a:lnTo>
                  <a:pt x="471" y="1061"/>
                </a:lnTo>
                <a:lnTo>
                  <a:pt x="472" y="1061"/>
                </a:lnTo>
                <a:lnTo>
                  <a:pt x="473" y="1061"/>
                </a:lnTo>
                <a:lnTo>
                  <a:pt x="473" y="1062"/>
                </a:lnTo>
                <a:lnTo>
                  <a:pt x="474" y="1062"/>
                </a:lnTo>
                <a:lnTo>
                  <a:pt x="474" y="1063"/>
                </a:lnTo>
                <a:lnTo>
                  <a:pt x="475" y="1064"/>
                </a:lnTo>
                <a:lnTo>
                  <a:pt x="474" y="1064"/>
                </a:lnTo>
                <a:lnTo>
                  <a:pt x="474" y="1065"/>
                </a:lnTo>
                <a:lnTo>
                  <a:pt x="474" y="1064"/>
                </a:lnTo>
                <a:lnTo>
                  <a:pt x="473" y="1064"/>
                </a:lnTo>
                <a:lnTo>
                  <a:pt x="472" y="1065"/>
                </a:lnTo>
                <a:lnTo>
                  <a:pt x="473" y="1066"/>
                </a:lnTo>
                <a:lnTo>
                  <a:pt x="473" y="1067"/>
                </a:lnTo>
                <a:lnTo>
                  <a:pt x="474" y="1068"/>
                </a:lnTo>
                <a:lnTo>
                  <a:pt x="474" y="1069"/>
                </a:lnTo>
                <a:lnTo>
                  <a:pt x="473" y="1069"/>
                </a:lnTo>
                <a:lnTo>
                  <a:pt x="473" y="1070"/>
                </a:lnTo>
                <a:lnTo>
                  <a:pt x="474" y="1072"/>
                </a:lnTo>
                <a:lnTo>
                  <a:pt x="475" y="1072"/>
                </a:lnTo>
                <a:lnTo>
                  <a:pt x="475" y="1073"/>
                </a:lnTo>
                <a:lnTo>
                  <a:pt x="476" y="1073"/>
                </a:lnTo>
                <a:lnTo>
                  <a:pt x="477" y="1073"/>
                </a:lnTo>
                <a:lnTo>
                  <a:pt x="478" y="1073"/>
                </a:lnTo>
                <a:lnTo>
                  <a:pt x="479" y="1074"/>
                </a:lnTo>
                <a:lnTo>
                  <a:pt x="479" y="1075"/>
                </a:lnTo>
                <a:lnTo>
                  <a:pt x="478" y="1075"/>
                </a:lnTo>
                <a:lnTo>
                  <a:pt x="477" y="1076"/>
                </a:lnTo>
                <a:lnTo>
                  <a:pt x="476" y="1077"/>
                </a:lnTo>
                <a:lnTo>
                  <a:pt x="476" y="1078"/>
                </a:lnTo>
                <a:lnTo>
                  <a:pt x="474" y="1078"/>
                </a:lnTo>
                <a:lnTo>
                  <a:pt x="473" y="1078"/>
                </a:lnTo>
                <a:lnTo>
                  <a:pt x="472" y="1078"/>
                </a:lnTo>
                <a:lnTo>
                  <a:pt x="472" y="1079"/>
                </a:lnTo>
                <a:lnTo>
                  <a:pt x="471" y="1079"/>
                </a:lnTo>
                <a:lnTo>
                  <a:pt x="470" y="1079"/>
                </a:lnTo>
                <a:lnTo>
                  <a:pt x="470" y="1078"/>
                </a:lnTo>
                <a:lnTo>
                  <a:pt x="470" y="1077"/>
                </a:lnTo>
                <a:lnTo>
                  <a:pt x="471" y="1077"/>
                </a:lnTo>
                <a:lnTo>
                  <a:pt x="471" y="1076"/>
                </a:lnTo>
                <a:lnTo>
                  <a:pt x="470" y="1076"/>
                </a:lnTo>
                <a:lnTo>
                  <a:pt x="470" y="1075"/>
                </a:lnTo>
                <a:lnTo>
                  <a:pt x="471" y="1075"/>
                </a:lnTo>
                <a:lnTo>
                  <a:pt x="471" y="1074"/>
                </a:lnTo>
                <a:lnTo>
                  <a:pt x="470" y="1073"/>
                </a:lnTo>
                <a:lnTo>
                  <a:pt x="468" y="1074"/>
                </a:lnTo>
                <a:lnTo>
                  <a:pt x="467" y="1073"/>
                </a:lnTo>
                <a:lnTo>
                  <a:pt x="467" y="1072"/>
                </a:lnTo>
                <a:lnTo>
                  <a:pt x="466" y="1072"/>
                </a:lnTo>
                <a:lnTo>
                  <a:pt x="465" y="1071"/>
                </a:lnTo>
                <a:lnTo>
                  <a:pt x="464" y="1071"/>
                </a:lnTo>
                <a:lnTo>
                  <a:pt x="463" y="1071"/>
                </a:lnTo>
                <a:lnTo>
                  <a:pt x="462" y="1071"/>
                </a:lnTo>
                <a:lnTo>
                  <a:pt x="461" y="1071"/>
                </a:lnTo>
                <a:lnTo>
                  <a:pt x="460" y="1072"/>
                </a:lnTo>
                <a:lnTo>
                  <a:pt x="460" y="1073"/>
                </a:lnTo>
                <a:lnTo>
                  <a:pt x="459" y="1074"/>
                </a:lnTo>
                <a:lnTo>
                  <a:pt x="459" y="1076"/>
                </a:lnTo>
                <a:lnTo>
                  <a:pt x="459" y="1077"/>
                </a:lnTo>
                <a:lnTo>
                  <a:pt x="459" y="1078"/>
                </a:lnTo>
                <a:lnTo>
                  <a:pt x="459" y="1079"/>
                </a:lnTo>
                <a:lnTo>
                  <a:pt x="459" y="1080"/>
                </a:lnTo>
                <a:lnTo>
                  <a:pt x="460" y="1080"/>
                </a:lnTo>
                <a:lnTo>
                  <a:pt x="460" y="1081"/>
                </a:lnTo>
                <a:lnTo>
                  <a:pt x="459" y="1082"/>
                </a:lnTo>
                <a:lnTo>
                  <a:pt x="457" y="1082"/>
                </a:lnTo>
                <a:lnTo>
                  <a:pt x="457" y="1081"/>
                </a:lnTo>
                <a:lnTo>
                  <a:pt x="456" y="1081"/>
                </a:lnTo>
                <a:lnTo>
                  <a:pt x="455" y="1081"/>
                </a:lnTo>
                <a:lnTo>
                  <a:pt x="455" y="1082"/>
                </a:lnTo>
                <a:lnTo>
                  <a:pt x="456" y="1082"/>
                </a:lnTo>
                <a:lnTo>
                  <a:pt x="457" y="1082"/>
                </a:lnTo>
                <a:lnTo>
                  <a:pt x="456" y="1083"/>
                </a:lnTo>
                <a:lnTo>
                  <a:pt x="456" y="1084"/>
                </a:lnTo>
                <a:lnTo>
                  <a:pt x="456" y="1085"/>
                </a:lnTo>
                <a:lnTo>
                  <a:pt x="456" y="1086"/>
                </a:lnTo>
                <a:lnTo>
                  <a:pt x="457" y="1086"/>
                </a:lnTo>
                <a:lnTo>
                  <a:pt x="457" y="1087"/>
                </a:lnTo>
                <a:lnTo>
                  <a:pt x="456" y="1087"/>
                </a:lnTo>
                <a:lnTo>
                  <a:pt x="455" y="1086"/>
                </a:lnTo>
                <a:lnTo>
                  <a:pt x="455" y="1088"/>
                </a:lnTo>
                <a:lnTo>
                  <a:pt x="455" y="1090"/>
                </a:lnTo>
                <a:lnTo>
                  <a:pt x="454" y="1091"/>
                </a:lnTo>
                <a:lnTo>
                  <a:pt x="454" y="1092"/>
                </a:lnTo>
                <a:lnTo>
                  <a:pt x="455" y="1093"/>
                </a:lnTo>
                <a:lnTo>
                  <a:pt x="454" y="1094"/>
                </a:lnTo>
                <a:lnTo>
                  <a:pt x="454" y="1095"/>
                </a:lnTo>
                <a:lnTo>
                  <a:pt x="453" y="1095"/>
                </a:lnTo>
                <a:lnTo>
                  <a:pt x="453" y="1096"/>
                </a:lnTo>
                <a:lnTo>
                  <a:pt x="454" y="1096"/>
                </a:lnTo>
                <a:lnTo>
                  <a:pt x="454" y="1097"/>
                </a:lnTo>
                <a:lnTo>
                  <a:pt x="455" y="1097"/>
                </a:lnTo>
                <a:lnTo>
                  <a:pt x="455" y="1098"/>
                </a:lnTo>
                <a:lnTo>
                  <a:pt x="456" y="1099"/>
                </a:lnTo>
                <a:lnTo>
                  <a:pt x="456" y="1100"/>
                </a:lnTo>
                <a:lnTo>
                  <a:pt x="455" y="1100"/>
                </a:lnTo>
                <a:lnTo>
                  <a:pt x="455" y="1101"/>
                </a:lnTo>
                <a:lnTo>
                  <a:pt x="454" y="1101"/>
                </a:lnTo>
                <a:lnTo>
                  <a:pt x="454" y="1102"/>
                </a:lnTo>
                <a:lnTo>
                  <a:pt x="454" y="1103"/>
                </a:lnTo>
                <a:lnTo>
                  <a:pt x="453" y="1104"/>
                </a:lnTo>
                <a:lnTo>
                  <a:pt x="453" y="1105"/>
                </a:lnTo>
                <a:lnTo>
                  <a:pt x="453" y="1106"/>
                </a:lnTo>
                <a:lnTo>
                  <a:pt x="453" y="1107"/>
                </a:lnTo>
                <a:lnTo>
                  <a:pt x="454" y="1108"/>
                </a:lnTo>
                <a:lnTo>
                  <a:pt x="456" y="1109"/>
                </a:lnTo>
                <a:lnTo>
                  <a:pt x="456" y="1110"/>
                </a:lnTo>
                <a:lnTo>
                  <a:pt x="456" y="1112"/>
                </a:lnTo>
                <a:lnTo>
                  <a:pt x="457" y="1112"/>
                </a:lnTo>
                <a:lnTo>
                  <a:pt x="458" y="1113"/>
                </a:lnTo>
                <a:lnTo>
                  <a:pt x="459" y="1114"/>
                </a:lnTo>
                <a:lnTo>
                  <a:pt x="460" y="1114"/>
                </a:lnTo>
                <a:lnTo>
                  <a:pt x="461" y="1113"/>
                </a:lnTo>
                <a:lnTo>
                  <a:pt x="462" y="1112"/>
                </a:lnTo>
                <a:lnTo>
                  <a:pt x="463" y="1113"/>
                </a:lnTo>
                <a:lnTo>
                  <a:pt x="463" y="1114"/>
                </a:lnTo>
                <a:lnTo>
                  <a:pt x="462" y="1115"/>
                </a:lnTo>
                <a:lnTo>
                  <a:pt x="463" y="1115"/>
                </a:lnTo>
                <a:lnTo>
                  <a:pt x="463" y="1116"/>
                </a:lnTo>
                <a:lnTo>
                  <a:pt x="462" y="1117"/>
                </a:lnTo>
                <a:lnTo>
                  <a:pt x="462" y="1118"/>
                </a:lnTo>
                <a:lnTo>
                  <a:pt x="462" y="1119"/>
                </a:lnTo>
                <a:lnTo>
                  <a:pt x="460" y="1119"/>
                </a:lnTo>
                <a:lnTo>
                  <a:pt x="459" y="1119"/>
                </a:lnTo>
                <a:lnTo>
                  <a:pt x="459" y="1118"/>
                </a:lnTo>
                <a:lnTo>
                  <a:pt x="458" y="1118"/>
                </a:lnTo>
                <a:lnTo>
                  <a:pt x="458" y="1119"/>
                </a:lnTo>
                <a:lnTo>
                  <a:pt x="457" y="1120"/>
                </a:lnTo>
                <a:lnTo>
                  <a:pt x="456" y="1120"/>
                </a:lnTo>
                <a:lnTo>
                  <a:pt x="455" y="1121"/>
                </a:lnTo>
                <a:lnTo>
                  <a:pt x="456" y="1121"/>
                </a:lnTo>
                <a:lnTo>
                  <a:pt x="458" y="1121"/>
                </a:lnTo>
                <a:lnTo>
                  <a:pt x="459" y="1121"/>
                </a:lnTo>
                <a:lnTo>
                  <a:pt x="459" y="1122"/>
                </a:lnTo>
                <a:lnTo>
                  <a:pt x="460" y="1122"/>
                </a:lnTo>
                <a:lnTo>
                  <a:pt x="460" y="1123"/>
                </a:lnTo>
                <a:lnTo>
                  <a:pt x="460" y="1124"/>
                </a:lnTo>
                <a:lnTo>
                  <a:pt x="461" y="1124"/>
                </a:lnTo>
                <a:lnTo>
                  <a:pt x="461" y="1125"/>
                </a:lnTo>
                <a:lnTo>
                  <a:pt x="461" y="1126"/>
                </a:lnTo>
                <a:lnTo>
                  <a:pt x="460" y="1127"/>
                </a:lnTo>
                <a:lnTo>
                  <a:pt x="461" y="1128"/>
                </a:lnTo>
                <a:lnTo>
                  <a:pt x="462" y="1128"/>
                </a:lnTo>
                <a:lnTo>
                  <a:pt x="463" y="1128"/>
                </a:lnTo>
                <a:lnTo>
                  <a:pt x="463" y="1129"/>
                </a:lnTo>
                <a:lnTo>
                  <a:pt x="464" y="1130"/>
                </a:lnTo>
                <a:lnTo>
                  <a:pt x="464" y="1129"/>
                </a:lnTo>
                <a:lnTo>
                  <a:pt x="465" y="1129"/>
                </a:lnTo>
                <a:lnTo>
                  <a:pt x="465" y="1130"/>
                </a:lnTo>
                <a:lnTo>
                  <a:pt x="466" y="1131"/>
                </a:lnTo>
                <a:lnTo>
                  <a:pt x="467" y="1131"/>
                </a:lnTo>
                <a:lnTo>
                  <a:pt x="467" y="1132"/>
                </a:lnTo>
                <a:lnTo>
                  <a:pt x="468" y="1134"/>
                </a:lnTo>
                <a:lnTo>
                  <a:pt x="470" y="1134"/>
                </a:lnTo>
                <a:lnTo>
                  <a:pt x="471" y="1134"/>
                </a:lnTo>
                <a:lnTo>
                  <a:pt x="472" y="1135"/>
                </a:lnTo>
                <a:lnTo>
                  <a:pt x="472" y="1136"/>
                </a:lnTo>
                <a:lnTo>
                  <a:pt x="473" y="1136"/>
                </a:lnTo>
                <a:lnTo>
                  <a:pt x="473" y="1137"/>
                </a:lnTo>
                <a:lnTo>
                  <a:pt x="473" y="1138"/>
                </a:lnTo>
                <a:lnTo>
                  <a:pt x="474" y="1138"/>
                </a:lnTo>
                <a:lnTo>
                  <a:pt x="475" y="1138"/>
                </a:lnTo>
                <a:lnTo>
                  <a:pt x="476" y="1139"/>
                </a:lnTo>
                <a:lnTo>
                  <a:pt x="476" y="1140"/>
                </a:lnTo>
                <a:lnTo>
                  <a:pt x="475" y="1140"/>
                </a:lnTo>
                <a:lnTo>
                  <a:pt x="474" y="1141"/>
                </a:lnTo>
                <a:lnTo>
                  <a:pt x="473" y="1140"/>
                </a:lnTo>
                <a:lnTo>
                  <a:pt x="472" y="1141"/>
                </a:lnTo>
                <a:lnTo>
                  <a:pt x="471" y="1141"/>
                </a:lnTo>
                <a:lnTo>
                  <a:pt x="470" y="1141"/>
                </a:lnTo>
                <a:lnTo>
                  <a:pt x="468" y="1141"/>
                </a:lnTo>
                <a:lnTo>
                  <a:pt x="467" y="1140"/>
                </a:lnTo>
                <a:lnTo>
                  <a:pt x="466" y="1141"/>
                </a:lnTo>
                <a:lnTo>
                  <a:pt x="466" y="1142"/>
                </a:lnTo>
                <a:lnTo>
                  <a:pt x="465" y="1141"/>
                </a:lnTo>
                <a:lnTo>
                  <a:pt x="464" y="1141"/>
                </a:lnTo>
                <a:lnTo>
                  <a:pt x="463" y="1140"/>
                </a:lnTo>
                <a:lnTo>
                  <a:pt x="461" y="1141"/>
                </a:lnTo>
                <a:lnTo>
                  <a:pt x="461" y="1142"/>
                </a:lnTo>
                <a:lnTo>
                  <a:pt x="460" y="1142"/>
                </a:lnTo>
                <a:lnTo>
                  <a:pt x="459" y="1142"/>
                </a:lnTo>
                <a:lnTo>
                  <a:pt x="459" y="1143"/>
                </a:lnTo>
                <a:lnTo>
                  <a:pt x="457" y="1145"/>
                </a:lnTo>
                <a:lnTo>
                  <a:pt x="456" y="1146"/>
                </a:lnTo>
                <a:lnTo>
                  <a:pt x="455" y="1147"/>
                </a:lnTo>
                <a:lnTo>
                  <a:pt x="454" y="1147"/>
                </a:lnTo>
                <a:lnTo>
                  <a:pt x="453" y="1147"/>
                </a:lnTo>
                <a:lnTo>
                  <a:pt x="452" y="1147"/>
                </a:lnTo>
                <a:lnTo>
                  <a:pt x="450" y="1148"/>
                </a:lnTo>
                <a:lnTo>
                  <a:pt x="449" y="1148"/>
                </a:lnTo>
                <a:lnTo>
                  <a:pt x="449" y="1147"/>
                </a:lnTo>
                <a:lnTo>
                  <a:pt x="448" y="1147"/>
                </a:lnTo>
                <a:lnTo>
                  <a:pt x="447" y="1147"/>
                </a:lnTo>
                <a:lnTo>
                  <a:pt x="446" y="1147"/>
                </a:lnTo>
                <a:lnTo>
                  <a:pt x="445" y="1147"/>
                </a:lnTo>
                <a:lnTo>
                  <a:pt x="444" y="1147"/>
                </a:lnTo>
                <a:lnTo>
                  <a:pt x="444" y="1146"/>
                </a:lnTo>
                <a:lnTo>
                  <a:pt x="443" y="1145"/>
                </a:lnTo>
                <a:lnTo>
                  <a:pt x="442" y="1144"/>
                </a:lnTo>
                <a:lnTo>
                  <a:pt x="442" y="1143"/>
                </a:lnTo>
                <a:lnTo>
                  <a:pt x="443" y="1142"/>
                </a:lnTo>
                <a:lnTo>
                  <a:pt x="444" y="1142"/>
                </a:lnTo>
                <a:lnTo>
                  <a:pt x="444" y="1141"/>
                </a:lnTo>
                <a:lnTo>
                  <a:pt x="443" y="1140"/>
                </a:lnTo>
                <a:lnTo>
                  <a:pt x="443" y="1139"/>
                </a:lnTo>
                <a:lnTo>
                  <a:pt x="442" y="1138"/>
                </a:lnTo>
                <a:lnTo>
                  <a:pt x="441" y="1136"/>
                </a:lnTo>
                <a:lnTo>
                  <a:pt x="440" y="1135"/>
                </a:lnTo>
                <a:lnTo>
                  <a:pt x="439" y="1135"/>
                </a:lnTo>
                <a:lnTo>
                  <a:pt x="437" y="1135"/>
                </a:lnTo>
                <a:lnTo>
                  <a:pt x="437" y="1134"/>
                </a:lnTo>
                <a:lnTo>
                  <a:pt x="436" y="1134"/>
                </a:lnTo>
                <a:lnTo>
                  <a:pt x="435" y="1134"/>
                </a:lnTo>
                <a:lnTo>
                  <a:pt x="434" y="1134"/>
                </a:lnTo>
                <a:lnTo>
                  <a:pt x="433" y="1135"/>
                </a:lnTo>
                <a:lnTo>
                  <a:pt x="432" y="1135"/>
                </a:lnTo>
                <a:lnTo>
                  <a:pt x="432" y="1134"/>
                </a:lnTo>
                <a:lnTo>
                  <a:pt x="432" y="1133"/>
                </a:lnTo>
                <a:lnTo>
                  <a:pt x="431" y="1133"/>
                </a:lnTo>
                <a:lnTo>
                  <a:pt x="430" y="1133"/>
                </a:lnTo>
                <a:lnTo>
                  <a:pt x="428" y="1132"/>
                </a:lnTo>
                <a:lnTo>
                  <a:pt x="427" y="1133"/>
                </a:lnTo>
                <a:lnTo>
                  <a:pt x="427" y="1134"/>
                </a:lnTo>
                <a:lnTo>
                  <a:pt x="426" y="1135"/>
                </a:lnTo>
                <a:lnTo>
                  <a:pt x="424" y="1135"/>
                </a:lnTo>
                <a:lnTo>
                  <a:pt x="424" y="1134"/>
                </a:lnTo>
                <a:lnTo>
                  <a:pt x="424" y="1135"/>
                </a:lnTo>
                <a:lnTo>
                  <a:pt x="423" y="1135"/>
                </a:lnTo>
                <a:lnTo>
                  <a:pt x="424" y="1135"/>
                </a:lnTo>
                <a:lnTo>
                  <a:pt x="423" y="1135"/>
                </a:lnTo>
                <a:lnTo>
                  <a:pt x="423" y="1136"/>
                </a:lnTo>
                <a:lnTo>
                  <a:pt x="422" y="1135"/>
                </a:lnTo>
                <a:lnTo>
                  <a:pt x="421" y="1134"/>
                </a:lnTo>
                <a:lnTo>
                  <a:pt x="421" y="1133"/>
                </a:lnTo>
                <a:lnTo>
                  <a:pt x="420" y="1132"/>
                </a:lnTo>
                <a:lnTo>
                  <a:pt x="420" y="1131"/>
                </a:lnTo>
                <a:lnTo>
                  <a:pt x="419" y="1131"/>
                </a:lnTo>
                <a:lnTo>
                  <a:pt x="419" y="1130"/>
                </a:lnTo>
                <a:lnTo>
                  <a:pt x="419" y="1129"/>
                </a:lnTo>
                <a:lnTo>
                  <a:pt x="418" y="1129"/>
                </a:lnTo>
                <a:lnTo>
                  <a:pt x="418" y="1128"/>
                </a:lnTo>
                <a:lnTo>
                  <a:pt x="418" y="1127"/>
                </a:lnTo>
                <a:lnTo>
                  <a:pt x="418" y="1126"/>
                </a:lnTo>
                <a:lnTo>
                  <a:pt x="417" y="1125"/>
                </a:lnTo>
                <a:lnTo>
                  <a:pt x="417" y="1124"/>
                </a:lnTo>
                <a:lnTo>
                  <a:pt x="417" y="1123"/>
                </a:lnTo>
                <a:lnTo>
                  <a:pt x="417" y="1122"/>
                </a:lnTo>
                <a:lnTo>
                  <a:pt x="416" y="1122"/>
                </a:lnTo>
                <a:lnTo>
                  <a:pt x="415" y="1121"/>
                </a:lnTo>
                <a:lnTo>
                  <a:pt x="414" y="1121"/>
                </a:lnTo>
                <a:lnTo>
                  <a:pt x="414" y="1120"/>
                </a:lnTo>
                <a:lnTo>
                  <a:pt x="413" y="1121"/>
                </a:lnTo>
                <a:lnTo>
                  <a:pt x="412" y="1120"/>
                </a:lnTo>
                <a:lnTo>
                  <a:pt x="411" y="1120"/>
                </a:lnTo>
                <a:lnTo>
                  <a:pt x="410" y="1119"/>
                </a:lnTo>
                <a:lnTo>
                  <a:pt x="410" y="1118"/>
                </a:lnTo>
                <a:lnTo>
                  <a:pt x="411" y="1118"/>
                </a:lnTo>
                <a:lnTo>
                  <a:pt x="411" y="1117"/>
                </a:lnTo>
                <a:lnTo>
                  <a:pt x="411" y="1116"/>
                </a:lnTo>
                <a:lnTo>
                  <a:pt x="410" y="1116"/>
                </a:lnTo>
                <a:lnTo>
                  <a:pt x="409" y="1116"/>
                </a:lnTo>
                <a:lnTo>
                  <a:pt x="408" y="1116"/>
                </a:lnTo>
                <a:lnTo>
                  <a:pt x="407" y="1116"/>
                </a:lnTo>
                <a:lnTo>
                  <a:pt x="407" y="1114"/>
                </a:lnTo>
                <a:lnTo>
                  <a:pt x="406" y="1114"/>
                </a:lnTo>
                <a:lnTo>
                  <a:pt x="406" y="1113"/>
                </a:lnTo>
                <a:lnTo>
                  <a:pt x="405" y="1113"/>
                </a:lnTo>
                <a:lnTo>
                  <a:pt x="405" y="1112"/>
                </a:lnTo>
                <a:lnTo>
                  <a:pt x="405" y="1111"/>
                </a:lnTo>
                <a:lnTo>
                  <a:pt x="404" y="1110"/>
                </a:lnTo>
                <a:lnTo>
                  <a:pt x="403" y="1110"/>
                </a:lnTo>
                <a:lnTo>
                  <a:pt x="402" y="1110"/>
                </a:lnTo>
                <a:lnTo>
                  <a:pt x="402" y="1109"/>
                </a:lnTo>
                <a:lnTo>
                  <a:pt x="401" y="1108"/>
                </a:lnTo>
                <a:lnTo>
                  <a:pt x="400" y="1107"/>
                </a:lnTo>
                <a:lnTo>
                  <a:pt x="399" y="1107"/>
                </a:lnTo>
                <a:lnTo>
                  <a:pt x="398" y="1107"/>
                </a:lnTo>
                <a:lnTo>
                  <a:pt x="397" y="1108"/>
                </a:lnTo>
                <a:lnTo>
                  <a:pt x="396" y="1107"/>
                </a:lnTo>
                <a:lnTo>
                  <a:pt x="395" y="1107"/>
                </a:lnTo>
                <a:lnTo>
                  <a:pt x="394" y="1106"/>
                </a:lnTo>
                <a:lnTo>
                  <a:pt x="393" y="1105"/>
                </a:lnTo>
                <a:lnTo>
                  <a:pt x="392" y="1105"/>
                </a:lnTo>
                <a:lnTo>
                  <a:pt x="392" y="1104"/>
                </a:lnTo>
                <a:lnTo>
                  <a:pt x="391" y="1104"/>
                </a:lnTo>
                <a:lnTo>
                  <a:pt x="390" y="1104"/>
                </a:lnTo>
                <a:lnTo>
                  <a:pt x="388" y="1103"/>
                </a:lnTo>
                <a:lnTo>
                  <a:pt x="388" y="1102"/>
                </a:lnTo>
                <a:lnTo>
                  <a:pt x="387" y="1102"/>
                </a:lnTo>
                <a:lnTo>
                  <a:pt x="386" y="1103"/>
                </a:lnTo>
                <a:lnTo>
                  <a:pt x="385" y="1105"/>
                </a:lnTo>
                <a:lnTo>
                  <a:pt x="385" y="1106"/>
                </a:lnTo>
                <a:lnTo>
                  <a:pt x="384" y="1107"/>
                </a:lnTo>
                <a:lnTo>
                  <a:pt x="382" y="1108"/>
                </a:lnTo>
                <a:lnTo>
                  <a:pt x="382" y="1107"/>
                </a:lnTo>
                <a:lnTo>
                  <a:pt x="381" y="1107"/>
                </a:lnTo>
                <a:lnTo>
                  <a:pt x="380" y="1108"/>
                </a:lnTo>
                <a:lnTo>
                  <a:pt x="380" y="1110"/>
                </a:lnTo>
                <a:lnTo>
                  <a:pt x="379" y="1111"/>
                </a:lnTo>
                <a:lnTo>
                  <a:pt x="379" y="1112"/>
                </a:lnTo>
                <a:lnTo>
                  <a:pt x="380" y="1113"/>
                </a:lnTo>
                <a:lnTo>
                  <a:pt x="380" y="1114"/>
                </a:lnTo>
                <a:lnTo>
                  <a:pt x="380" y="1115"/>
                </a:lnTo>
                <a:lnTo>
                  <a:pt x="379" y="1115"/>
                </a:lnTo>
                <a:lnTo>
                  <a:pt x="378" y="1115"/>
                </a:lnTo>
                <a:lnTo>
                  <a:pt x="378" y="1114"/>
                </a:lnTo>
                <a:lnTo>
                  <a:pt x="377" y="1114"/>
                </a:lnTo>
                <a:lnTo>
                  <a:pt x="375" y="1113"/>
                </a:lnTo>
                <a:lnTo>
                  <a:pt x="374" y="1113"/>
                </a:lnTo>
                <a:lnTo>
                  <a:pt x="373" y="1113"/>
                </a:lnTo>
                <a:lnTo>
                  <a:pt x="372" y="1113"/>
                </a:lnTo>
                <a:lnTo>
                  <a:pt x="371" y="1113"/>
                </a:lnTo>
                <a:lnTo>
                  <a:pt x="370" y="1112"/>
                </a:lnTo>
                <a:lnTo>
                  <a:pt x="370" y="1111"/>
                </a:lnTo>
                <a:lnTo>
                  <a:pt x="369" y="1111"/>
                </a:lnTo>
                <a:lnTo>
                  <a:pt x="367" y="1112"/>
                </a:lnTo>
                <a:lnTo>
                  <a:pt x="366" y="1113"/>
                </a:lnTo>
                <a:lnTo>
                  <a:pt x="365" y="1113"/>
                </a:lnTo>
                <a:lnTo>
                  <a:pt x="364" y="1113"/>
                </a:lnTo>
                <a:lnTo>
                  <a:pt x="363" y="1113"/>
                </a:lnTo>
                <a:lnTo>
                  <a:pt x="363" y="1114"/>
                </a:lnTo>
                <a:lnTo>
                  <a:pt x="362" y="1114"/>
                </a:lnTo>
                <a:lnTo>
                  <a:pt x="363" y="1114"/>
                </a:lnTo>
                <a:lnTo>
                  <a:pt x="363" y="1115"/>
                </a:lnTo>
                <a:lnTo>
                  <a:pt x="362" y="1116"/>
                </a:lnTo>
                <a:lnTo>
                  <a:pt x="362" y="1117"/>
                </a:lnTo>
                <a:lnTo>
                  <a:pt x="361" y="1118"/>
                </a:lnTo>
                <a:lnTo>
                  <a:pt x="361" y="1119"/>
                </a:lnTo>
                <a:lnTo>
                  <a:pt x="359" y="1118"/>
                </a:lnTo>
                <a:lnTo>
                  <a:pt x="358" y="1118"/>
                </a:lnTo>
                <a:lnTo>
                  <a:pt x="357" y="1119"/>
                </a:lnTo>
                <a:lnTo>
                  <a:pt x="357" y="1120"/>
                </a:lnTo>
                <a:lnTo>
                  <a:pt x="356" y="1119"/>
                </a:lnTo>
                <a:lnTo>
                  <a:pt x="355" y="1119"/>
                </a:lnTo>
                <a:lnTo>
                  <a:pt x="354" y="1120"/>
                </a:lnTo>
                <a:lnTo>
                  <a:pt x="352" y="1121"/>
                </a:lnTo>
                <a:lnTo>
                  <a:pt x="351" y="1122"/>
                </a:lnTo>
                <a:lnTo>
                  <a:pt x="350" y="1123"/>
                </a:lnTo>
                <a:lnTo>
                  <a:pt x="348" y="1124"/>
                </a:lnTo>
                <a:lnTo>
                  <a:pt x="348" y="1125"/>
                </a:lnTo>
                <a:lnTo>
                  <a:pt x="348" y="1126"/>
                </a:lnTo>
                <a:lnTo>
                  <a:pt x="349" y="1127"/>
                </a:lnTo>
                <a:lnTo>
                  <a:pt x="349" y="1126"/>
                </a:lnTo>
                <a:lnTo>
                  <a:pt x="350" y="1126"/>
                </a:lnTo>
                <a:lnTo>
                  <a:pt x="350" y="1127"/>
                </a:lnTo>
                <a:lnTo>
                  <a:pt x="347" y="1127"/>
                </a:lnTo>
                <a:lnTo>
                  <a:pt x="346" y="1127"/>
                </a:lnTo>
                <a:lnTo>
                  <a:pt x="345" y="1127"/>
                </a:lnTo>
                <a:lnTo>
                  <a:pt x="345" y="1128"/>
                </a:lnTo>
                <a:lnTo>
                  <a:pt x="344" y="1128"/>
                </a:lnTo>
                <a:lnTo>
                  <a:pt x="343" y="1128"/>
                </a:lnTo>
                <a:lnTo>
                  <a:pt x="343" y="1129"/>
                </a:lnTo>
                <a:lnTo>
                  <a:pt x="342" y="1129"/>
                </a:lnTo>
                <a:lnTo>
                  <a:pt x="341" y="1128"/>
                </a:lnTo>
                <a:lnTo>
                  <a:pt x="341" y="1129"/>
                </a:lnTo>
                <a:lnTo>
                  <a:pt x="340" y="1130"/>
                </a:lnTo>
                <a:lnTo>
                  <a:pt x="339" y="1130"/>
                </a:lnTo>
                <a:lnTo>
                  <a:pt x="338" y="1131"/>
                </a:lnTo>
                <a:lnTo>
                  <a:pt x="337" y="1132"/>
                </a:lnTo>
                <a:lnTo>
                  <a:pt x="337" y="1133"/>
                </a:lnTo>
                <a:lnTo>
                  <a:pt x="338" y="1132"/>
                </a:lnTo>
                <a:lnTo>
                  <a:pt x="338" y="1133"/>
                </a:lnTo>
                <a:lnTo>
                  <a:pt x="337" y="1133"/>
                </a:lnTo>
                <a:lnTo>
                  <a:pt x="337" y="1134"/>
                </a:lnTo>
                <a:lnTo>
                  <a:pt x="336" y="1134"/>
                </a:lnTo>
                <a:lnTo>
                  <a:pt x="336" y="1133"/>
                </a:lnTo>
                <a:lnTo>
                  <a:pt x="335" y="1133"/>
                </a:lnTo>
                <a:lnTo>
                  <a:pt x="334" y="1133"/>
                </a:lnTo>
                <a:lnTo>
                  <a:pt x="334" y="1134"/>
                </a:lnTo>
                <a:lnTo>
                  <a:pt x="333" y="1133"/>
                </a:lnTo>
                <a:lnTo>
                  <a:pt x="333" y="1132"/>
                </a:lnTo>
                <a:lnTo>
                  <a:pt x="332" y="1132"/>
                </a:lnTo>
                <a:lnTo>
                  <a:pt x="330" y="1130"/>
                </a:lnTo>
                <a:lnTo>
                  <a:pt x="330" y="1129"/>
                </a:lnTo>
                <a:lnTo>
                  <a:pt x="327" y="1127"/>
                </a:lnTo>
                <a:lnTo>
                  <a:pt x="326" y="1127"/>
                </a:lnTo>
                <a:lnTo>
                  <a:pt x="325" y="1127"/>
                </a:lnTo>
                <a:lnTo>
                  <a:pt x="324" y="1128"/>
                </a:lnTo>
                <a:lnTo>
                  <a:pt x="324" y="1127"/>
                </a:lnTo>
                <a:lnTo>
                  <a:pt x="324" y="1126"/>
                </a:lnTo>
                <a:lnTo>
                  <a:pt x="323" y="1126"/>
                </a:lnTo>
                <a:lnTo>
                  <a:pt x="323" y="1127"/>
                </a:lnTo>
                <a:lnTo>
                  <a:pt x="323" y="1128"/>
                </a:lnTo>
                <a:lnTo>
                  <a:pt x="323" y="1129"/>
                </a:lnTo>
                <a:lnTo>
                  <a:pt x="322" y="1129"/>
                </a:lnTo>
                <a:lnTo>
                  <a:pt x="322" y="1130"/>
                </a:lnTo>
                <a:lnTo>
                  <a:pt x="323" y="1130"/>
                </a:lnTo>
                <a:lnTo>
                  <a:pt x="322" y="1130"/>
                </a:lnTo>
                <a:lnTo>
                  <a:pt x="322" y="1131"/>
                </a:lnTo>
                <a:lnTo>
                  <a:pt x="321" y="1132"/>
                </a:lnTo>
                <a:lnTo>
                  <a:pt x="320" y="1132"/>
                </a:lnTo>
                <a:lnTo>
                  <a:pt x="319" y="1133"/>
                </a:lnTo>
                <a:lnTo>
                  <a:pt x="319" y="1134"/>
                </a:lnTo>
                <a:lnTo>
                  <a:pt x="319" y="1135"/>
                </a:lnTo>
                <a:lnTo>
                  <a:pt x="318" y="1135"/>
                </a:lnTo>
                <a:lnTo>
                  <a:pt x="318" y="1134"/>
                </a:lnTo>
                <a:lnTo>
                  <a:pt x="317" y="1134"/>
                </a:lnTo>
                <a:lnTo>
                  <a:pt x="315" y="1134"/>
                </a:lnTo>
                <a:lnTo>
                  <a:pt x="315" y="1133"/>
                </a:lnTo>
                <a:lnTo>
                  <a:pt x="314" y="1134"/>
                </a:lnTo>
                <a:lnTo>
                  <a:pt x="312" y="1135"/>
                </a:lnTo>
                <a:lnTo>
                  <a:pt x="311" y="1135"/>
                </a:lnTo>
                <a:lnTo>
                  <a:pt x="310" y="1135"/>
                </a:lnTo>
                <a:lnTo>
                  <a:pt x="308" y="1137"/>
                </a:lnTo>
                <a:lnTo>
                  <a:pt x="307" y="1137"/>
                </a:lnTo>
                <a:lnTo>
                  <a:pt x="307" y="1138"/>
                </a:lnTo>
                <a:lnTo>
                  <a:pt x="307" y="1139"/>
                </a:lnTo>
                <a:lnTo>
                  <a:pt x="306" y="1140"/>
                </a:lnTo>
                <a:lnTo>
                  <a:pt x="304" y="1140"/>
                </a:lnTo>
                <a:lnTo>
                  <a:pt x="303" y="1140"/>
                </a:lnTo>
                <a:lnTo>
                  <a:pt x="303" y="1139"/>
                </a:lnTo>
                <a:lnTo>
                  <a:pt x="303" y="1138"/>
                </a:lnTo>
                <a:lnTo>
                  <a:pt x="303" y="1137"/>
                </a:lnTo>
                <a:lnTo>
                  <a:pt x="302" y="1137"/>
                </a:lnTo>
                <a:lnTo>
                  <a:pt x="299" y="1137"/>
                </a:lnTo>
                <a:lnTo>
                  <a:pt x="298" y="1138"/>
                </a:lnTo>
                <a:lnTo>
                  <a:pt x="297" y="1139"/>
                </a:lnTo>
                <a:lnTo>
                  <a:pt x="297" y="1140"/>
                </a:lnTo>
                <a:lnTo>
                  <a:pt x="298" y="1141"/>
                </a:lnTo>
                <a:lnTo>
                  <a:pt x="298" y="1142"/>
                </a:lnTo>
                <a:lnTo>
                  <a:pt x="297" y="1142"/>
                </a:lnTo>
                <a:lnTo>
                  <a:pt x="297" y="1143"/>
                </a:lnTo>
                <a:lnTo>
                  <a:pt x="297" y="1144"/>
                </a:lnTo>
                <a:lnTo>
                  <a:pt x="297" y="1145"/>
                </a:lnTo>
                <a:lnTo>
                  <a:pt x="297" y="1146"/>
                </a:lnTo>
                <a:lnTo>
                  <a:pt x="296" y="1146"/>
                </a:lnTo>
                <a:lnTo>
                  <a:pt x="296" y="1147"/>
                </a:lnTo>
                <a:lnTo>
                  <a:pt x="297" y="1148"/>
                </a:lnTo>
                <a:lnTo>
                  <a:pt x="297" y="1149"/>
                </a:lnTo>
                <a:lnTo>
                  <a:pt x="297" y="1150"/>
                </a:lnTo>
                <a:lnTo>
                  <a:pt x="297" y="1151"/>
                </a:lnTo>
                <a:lnTo>
                  <a:pt x="296" y="1151"/>
                </a:lnTo>
                <a:lnTo>
                  <a:pt x="296" y="1152"/>
                </a:lnTo>
                <a:lnTo>
                  <a:pt x="296" y="1155"/>
                </a:lnTo>
                <a:lnTo>
                  <a:pt x="295" y="1155"/>
                </a:lnTo>
                <a:lnTo>
                  <a:pt x="295" y="1156"/>
                </a:lnTo>
                <a:lnTo>
                  <a:pt x="295" y="1157"/>
                </a:lnTo>
                <a:lnTo>
                  <a:pt x="295" y="1158"/>
                </a:lnTo>
                <a:lnTo>
                  <a:pt x="294" y="1158"/>
                </a:lnTo>
                <a:lnTo>
                  <a:pt x="293" y="1159"/>
                </a:lnTo>
                <a:lnTo>
                  <a:pt x="292" y="1159"/>
                </a:lnTo>
                <a:lnTo>
                  <a:pt x="292" y="1160"/>
                </a:lnTo>
                <a:lnTo>
                  <a:pt x="292" y="1159"/>
                </a:lnTo>
                <a:lnTo>
                  <a:pt x="291" y="1159"/>
                </a:lnTo>
                <a:lnTo>
                  <a:pt x="291" y="1158"/>
                </a:lnTo>
                <a:lnTo>
                  <a:pt x="290" y="1157"/>
                </a:lnTo>
                <a:lnTo>
                  <a:pt x="290" y="1156"/>
                </a:lnTo>
                <a:lnTo>
                  <a:pt x="289" y="1156"/>
                </a:lnTo>
                <a:lnTo>
                  <a:pt x="289" y="1155"/>
                </a:lnTo>
                <a:lnTo>
                  <a:pt x="290" y="1154"/>
                </a:lnTo>
                <a:lnTo>
                  <a:pt x="290" y="1153"/>
                </a:lnTo>
                <a:lnTo>
                  <a:pt x="290" y="1152"/>
                </a:lnTo>
                <a:lnTo>
                  <a:pt x="289" y="1152"/>
                </a:lnTo>
                <a:lnTo>
                  <a:pt x="288" y="1152"/>
                </a:lnTo>
                <a:lnTo>
                  <a:pt x="287" y="1152"/>
                </a:lnTo>
                <a:lnTo>
                  <a:pt x="285" y="1152"/>
                </a:lnTo>
                <a:lnTo>
                  <a:pt x="284" y="1153"/>
                </a:lnTo>
                <a:lnTo>
                  <a:pt x="284" y="1154"/>
                </a:lnTo>
                <a:lnTo>
                  <a:pt x="284" y="1155"/>
                </a:lnTo>
                <a:lnTo>
                  <a:pt x="283" y="1155"/>
                </a:lnTo>
                <a:lnTo>
                  <a:pt x="282" y="1154"/>
                </a:lnTo>
                <a:lnTo>
                  <a:pt x="281" y="1153"/>
                </a:lnTo>
                <a:lnTo>
                  <a:pt x="280" y="1153"/>
                </a:lnTo>
                <a:lnTo>
                  <a:pt x="280" y="1152"/>
                </a:lnTo>
                <a:lnTo>
                  <a:pt x="279" y="1152"/>
                </a:lnTo>
                <a:lnTo>
                  <a:pt x="278" y="1153"/>
                </a:lnTo>
                <a:lnTo>
                  <a:pt x="277" y="1153"/>
                </a:lnTo>
                <a:lnTo>
                  <a:pt x="277" y="1152"/>
                </a:lnTo>
                <a:lnTo>
                  <a:pt x="277" y="1151"/>
                </a:lnTo>
                <a:lnTo>
                  <a:pt x="276" y="1151"/>
                </a:lnTo>
                <a:lnTo>
                  <a:pt x="275" y="1151"/>
                </a:lnTo>
                <a:lnTo>
                  <a:pt x="274" y="1151"/>
                </a:lnTo>
                <a:lnTo>
                  <a:pt x="275" y="1151"/>
                </a:lnTo>
                <a:lnTo>
                  <a:pt x="275" y="1152"/>
                </a:lnTo>
                <a:lnTo>
                  <a:pt x="274" y="1152"/>
                </a:lnTo>
                <a:lnTo>
                  <a:pt x="273" y="1152"/>
                </a:lnTo>
                <a:lnTo>
                  <a:pt x="272" y="1152"/>
                </a:lnTo>
                <a:lnTo>
                  <a:pt x="270" y="1151"/>
                </a:lnTo>
                <a:lnTo>
                  <a:pt x="269" y="1150"/>
                </a:lnTo>
                <a:lnTo>
                  <a:pt x="269" y="1151"/>
                </a:lnTo>
                <a:lnTo>
                  <a:pt x="268" y="1152"/>
                </a:lnTo>
                <a:lnTo>
                  <a:pt x="267" y="1152"/>
                </a:lnTo>
                <a:lnTo>
                  <a:pt x="266" y="1152"/>
                </a:lnTo>
                <a:lnTo>
                  <a:pt x="265" y="1153"/>
                </a:lnTo>
                <a:lnTo>
                  <a:pt x="266" y="1153"/>
                </a:lnTo>
                <a:lnTo>
                  <a:pt x="266" y="1154"/>
                </a:lnTo>
                <a:lnTo>
                  <a:pt x="266" y="1155"/>
                </a:lnTo>
                <a:lnTo>
                  <a:pt x="266" y="1156"/>
                </a:lnTo>
                <a:lnTo>
                  <a:pt x="267" y="1157"/>
                </a:lnTo>
                <a:lnTo>
                  <a:pt x="267" y="1158"/>
                </a:lnTo>
                <a:lnTo>
                  <a:pt x="267" y="1159"/>
                </a:lnTo>
                <a:lnTo>
                  <a:pt x="267" y="1160"/>
                </a:lnTo>
                <a:lnTo>
                  <a:pt x="268" y="1161"/>
                </a:lnTo>
                <a:lnTo>
                  <a:pt x="268" y="1162"/>
                </a:lnTo>
                <a:lnTo>
                  <a:pt x="267" y="1163"/>
                </a:lnTo>
                <a:lnTo>
                  <a:pt x="266" y="1164"/>
                </a:lnTo>
                <a:lnTo>
                  <a:pt x="265" y="1164"/>
                </a:lnTo>
                <a:lnTo>
                  <a:pt x="264" y="1164"/>
                </a:lnTo>
                <a:lnTo>
                  <a:pt x="264" y="1165"/>
                </a:lnTo>
                <a:lnTo>
                  <a:pt x="264" y="1166"/>
                </a:lnTo>
                <a:lnTo>
                  <a:pt x="264" y="1167"/>
                </a:lnTo>
                <a:lnTo>
                  <a:pt x="263" y="1167"/>
                </a:lnTo>
                <a:lnTo>
                  <a:pt x="263" y="1168"/>
                </a:lnTo>
                <a:lnTo>
                  <a:pt x="263" y="1169"/>
                </a:lnTo>
                <a:lnTo>
                  <a:pt x="262" y="1169"/>
                </a:lnTo>
                <a:lnTo>
                  <a:pt x="262" y="1168"/>
                </a:lnTo>
                <a:lnTo>
                  <a:pt x="261" y="1168"/>
                </a:lnTo>
                <a:lnTo>
                  <a:pt x="260" y="1167"/>
                </a:lnTo>
                <a:lnTo>
                  <a:pt x="260" y="1168"/>
                </a:lnTo>
                <a:lnTo>
                  <a:pt x="259" y="1168"/>
                </a:lnTo>
                <a:lnTo>
                  <a:pt x="258" y="1167"/>
                </a:lnTo>
                <a:lnTo>
                  <a:pt x="258" y="1166"/>
                </a:lnTo>
                <a:lnTo>
                  <a:pt x="258" y="1165"/>
                </a:lnTo>
                <a:lnTo>
                  <a:pt x="257" y="1165"/>
                </a:lnTo>
                <a:lnTo>
                  <a:pt x="257" y="1164"/>
                </a:lnTo>
                <a:lnTo>
                  <a:pt x="256" y="1163"/>
                </a:lnTo>
                <a:lnTo>
                  <a:pt x="256" y="1162"/>
                </a:lnTo>
                <a:lnTo>
                  <a:pt x="255" y="1162"/>
                </a:lnTo>
                <a:lnTo>
                  <a:pt x="255" y="1161"/>
                </a:lnTo>
                <a:lnTo>
                  <a:pt x="255" y="1160"/>
                </a:lnTo>
                <a:lnTo>
                  <a:pt x="254" y="1160"/>
                </a:lnTo>
                <a:lnTo>
                  <a:pt x="254" y="1159"/>
                </a:lnTo>
                <a:lnTo>
                  <a:pt x="253" y="1160"/>
                </a:lnTo>
                <a:lnTo>
                  <a:pt x="251" y="1160"/>
                </a:lnTo>
                <a:lnTo>
                  <a:pt x="250" y="1161"/>
                </a:lnTo>
                <a:lnTo>
                  <a:pt x="249" y="1162"/>
                </a:lnTo>
                <a:lnTo>
                  <a:pt x="248" y="1162"/>
                </a:lnTo>
                <a:lnTo>
                  <a:pt x="247" y="1161"/>
                </a:lnTo>
                <a:lnTo>
                  <a:pt x="245" y="1162"/>
                </a:lnTo>
                <a:lnTo>
                  <a:pt x="244" y="1163"/>
                </a:lnTo>
                <a:lnTo>
                  <a:pt x="244" y="1164"/>
                </a:lnTo>
                <a:lnTo>
                  <a:pt x="242" y="1166"/>
                </a:lnTo>
                <a:lnTo>
                  <a:pt x="242" y="1167"/>
                </a:lnTo>
                <a:lnTo>
                  <a:pt x="242" y="1169"/>
                </a:lnTo>
                <a:lnTo>
                  <a:pt x="241" y="1170"/>
                </a:lnTo>
                <a:lnTo>
                  <a:pt x="240" y="1169"/>
                </a:lnTo>
                <a:lnTo>
                  <a:pt x="238" y="1169"/>
                </a:lnTo>
                <a:lnTo>
                  <a:pt x="237" y="1169"/>
                </a:lnTo>
                <a:lnTo>
                  <a:pt x="236" y="1169"/>
                </a:lnTo>
                <a:lnTo>
                  <a:pt x="236" y="1170"/>
                </a:lnTo>
                <a:lnTo>
                  <a:pt x="234" y="1169"/>
                </a:lnTo>
                <a:lnTo>
                  <a:pt x="232" y="1169"/>
                </a:lnTo>
                <a:lnTo>
                  <a:pt x="231" y="1167"/>
                </a:lnTo>
                <a:lnTo>
                  <a:pt x="231" y="1166"/>
                </a:lnTo>
                <a:lnTo>
                  <a:pt x="230" y="1166"/>
                </a:lnTo>
                <a:lnTo>
                  <a:pt x="229" y="1166"/>
                </a:lnTo>
                <a:lnTo>
                  <a:pt x="229" y="1167"/>
                </a:lnTo>
                <a:lnTo>
                  <a:pt x="228" y="1168"/>
                </a:lnTo>
                <a:lnTo>
                  <a:pt x="228" y="1169"/>
                </a:lnTo>
                <a:lnTo>
                  <a:pt x="226" y="1170"/>
                </a:lnTo>
                <a:lnTo>
                  <a:pt x="225" y="1170"/>
                </a:lnTo>
                <a:lnTo>
                  <a:pt x="225" y="1171"/>
                </a:lnTo>
                <a:lnTo>
                  <a:pt x="225" y="1172"/>
                </a:lnTo>
                <a:lnTo>
                  <a:pt x="224" y="1172"/>
                </a:lnTo>
                <a:lnTo>
                  <a:pt x="223" y="1172"/>
                </a:lnTo>
                <a:lnTo>
                  <a:pt x="222" y="1173"/>
                </a:lnTo>
                <a:lnTo>
                  <a:pt x="221" y="1173"/>
                </a:lnTo>
                <a:lnTo>
                  <a:pt x="220" y="1173"/>
                </a:lnTo>
                <a:lnTo>
                  <a:pt x="220" y="1174"/>
                </a:lnTo>
                <a:lnTo>
                  <a:pt x="220" y="1175"/>
                </a:lnTo>
                <a:lnTo>
                  <a:pt x="219" y="1176"/>
                </a:lnTo>
                <a:lnTo>
                  <a:pt x="219" y="1177"/>
                </a:lnTo>
                <a:lnTo>
                  <a:pt x="218" y="1178"/>
                </a:lnTo>
                <a:lnTo>
                  <a:pt x="217" y="1178"/>
                </a:lnTo>
                <a:lnTo>
                  <a:pt x="217" y="1179"/>
                </a:lnTo>
                <a:lnTo>
                  <a:pt x="216" y="1179"/>
                </a:lnTo>
                <a:lnTo>
                  <a:pt x="216" y="1180"/>
                </a:lnTo>
                <a:lnTo>
                  <a:pt x="215" y="1180"/>
                </a:lnTo>
                <a:lnTo>
                  <a:pt x="214" y="1180"/>
                </a:lnTo>
                <a:lnTo>
                  <a:pt x="213" y="1181"/>
                </a:lnTo>
                <a:lnTo>
                  <a:pt x="213" y="1182"/>
                </a:lnTo>
                <a:lnTo>
                  <a:pt x="213" y="1183"/>
                </a:lnTo>
                <a:lnTo>
                  <a:pt x="212" y="1183"/>
                </a:lnTo>
                <a:lnTo>
                  <a:pt x="211" y="1182"/>
                </a:lnTo>
                <a:lnTo>
                  <a:pt x="211" y="1181"/>
                </a:lnTo>
                <a:lnTo>
                  <a:pt x="210" y="1181"/>
                </a:lnTo>
                <a:lnTo>
                  <a:pt x="209" y="1181"/>
                </a:lnTo>
                <a:lnTo>
                  <a:pt x="208" y="1180"/>
                </a:lnTo>
                <a:lnTo>
                  <a:pt x="207" y="1181"/>
                </a:lnTo>
                <a:lnTo>
                  <a:pt x="207" y="1180"/>
                </a:lnTo>
                <a:lnTo>
                  <a:pt x="207" y="1179"/>
                </a:lnTo>
                <a:lnTo>
                  <a:pt x="207" y="1178"/>
                </a:lnTo>
                <a:lnTo>
                  <a:pt x="207" y="1177"/>
                </a:lnTo>
                <a:lnTo>
                  <a:pt x="207" y="1175"/>
                </a:lnTo>
                <a:lnTo>
                  <a:pt x="206" y="1175"/>
                </a:lnTo>
                <a:lnTo>
                  <a:pt x="205" y="1174"/>
                </a:lnTo>
                <a:lnTo>
                  <a:pt x="204" y="1174"/>
                </a:lnTo>
                <a:lnTo>
                  <a:pt x="203" y="1174"/>
                </a:lnTo>
                <a:lnTo>
                  <a:pt x="203" y="1173"/>
                </a:lnTo>
                <a:lnTo>
                  <a:pt x="204" y="1172"/>
                </a:lnTo>
                <a:lnTo>
                  <a:pt x="203" y="1171"/>
                </a:lnTo>
                <a:lnTo>
                  <a:pt x="203" y="1170"/>
                </a:lnTo>
                <a:lnTo>
                  <a:pt x="203" y="1169"/>
                </a:lnTo>
                <a:lnTo>
                  <a:pt x="203" y="1168"/>
                </a:lnTo>
                <a:lnTo>
                  <a:pt x="202" y="1168"/>
                </a:lnTo>
                <a:lnTo>
                  <a:pt x="201" y="1168"/>
                </a:lnTo>
                <a:lnTo>
                  <a:pt x="201" y="1166"/>
                </a:lnTo>
                <a:lnTo>
                  <a:pt x="199" y="1165"/>
                </a:lnTo>
                <a:lnTo>
                  <a:pt x="199" y="1166"/>
                </a:lnTo>
                <a:lnTo>
                  <a:pt x="198" y="1165"/>
                </a:lnTo>
                <a:lnTo>
                  <a:pt x="198" y="1164"/>
                </a:lnTo>
                <a:lnTo>
                  <a:pt x="197" y="1164"/>
                </a:lnTo>
                <a:lnTo>
                  <a:pt x="197" y="1165"/>
                </a:lnTo>
                <a:lnTo>
                  <a:pt x="196" y="1165"/>
                </a:lnTo>
                <a:lnTo>
                  <a:pt x="196" y="1164"/>
                </a:lnTo>
                <a:lnTo>
                  <a:pt x="196" y="1163"/>
                </a:lnTo>
                <a:lnTo>
                  <a:pt x="197" y="1163"/>
                </a:lnTo>
                <a:lnTo>
                  <a:pt x="196" y="1163"/>
                </a:lnTo>
                <a:lnTo>
                  <a:pt x="195" y="1164"/>
                </a:lnTo>
                <a:lnTo>
                  <a:pt x="194" y="1164"/>
                </a:lnTo>
                <a:lnTo>
                  <a:pt x="195" y="1164"/>
                </a:lnTo>
                <a:lnTo>
                  <a:pt x="195" y="1165"/>
                </a:lnTo>
                <a:lnTo>
                  <a:pt x="196" y="1165"/>
                </a:lnTo>
                <a:lnTo>
                  <a:pt x="196" y="1166"/>
                </a:lnTo>
                <a:lnTo>
                  <a:pt x="195" y="1167"/>
                </a:lnTo>
                <a:lnTo>
                  <a:pt x="195" y="1166"/>
                </a:lnTo>
                <a:lnTo>
                  <a:pt x="195" y="1165"/>
                </a:lnTo>
                <a:lnTo>
                  <a:pt x="194" y="1165"/>
                </a:lnTo>
                <a:lnTo>
                  <a:pt x="194" y="1164"/>
                </a:lnTo>
                <a:lnTo>
                  <a:pt x="193" y="1165"/>
                </a:lnTo>
                <a:lnTo>
                  <a:pt x="193" y="1166"/>
                </a:lnTo>
                <a:lnTo>
                  <a:pt x="192" y="1166"/>
                </a:lnTo>
                <a:lnTo>
                  <a:pt x="191" y="1166"/>
                </a:lnTo>
                <a:lnTo>
                  <a:pt x="190" y="1166"/>
                </a:lnTo>
                <a:lnTo>
                  <a:pt x="188" y="1167"/>
                </a:lnTo>
                <a:lnTo>
                  <a:pt x="187" y="1167"/>
                </a:lnTo>
                <a:lnTo>
                  <a:pt x="186" y="1166"/>
                </a:lnTo>
                <a:lnTo>
                  <a:pt x="186" y="1165"/>
                </a:lnTo>
                <a:lnTo>
                  <a:pt x="186" y="1164"/>
                </a:lnTo>
                <a:lnTo>
                  <a:pt x="185" y="1163"/>
                </a:lnTo>
                <a:lnTo>
                  <a:pt x="184" y="1163"/>
                </a:lnTo>
                <a:lnTo>
                  <a:pt x="184" y="1162"/>
                </a:lnTo>
                <a:lnTo>
                  <a:pt x="184" y="1161"/>
                </a:lnTo>
                <a:lnTo>
                  <a:pt x="184" y="1160"/>
                </a:lnTo>
                <a:lnTo>
                  <a:pt x="184" y="1158"/>
                </a:lnTo>
                <a:lnTo>
                  <a:pt x="182" y="1158"/>
                </a:lnTo>
                <a:lnTo>
                  <a:pt x="182" y="1157"/>
                </a:lnTo>
                <a:lnTo>
                  <a:pt x="182" y="1156"/>
                </a:lnTo>
                <a:lnTo>
                  <a:pt x="181" y="1156"/>
                </a:lnTo>
                <a:lnTo>
                  <a:pt x="180" y="1156"/>
                </a:lnTo>
                <a:lnTo>
                  <a:pt x="179" y="1156"/>
                </a:lnTo>
                <a:lnTo>
                  <a:pt x="178" y="1156"/>
                </a:lnTo>
                <a:lnTo>
                  <a:pt x="178" y="1155"/>
                </a:lnTo>
                <a:lnTo>
                  <a:pt x="178" y="1154"/>
                </a:lnTo>
                <a:lnTo>
                  <a:pt x="177" y="1154"/>
                </a:lnTo>
                <a:lnTo>
                  <a:pt x="174" y="1153"/>
                </a:lnTo>
                <a:lnTo>
                  <a:pt x="175" y="1154"/>
                </a:lnTo>
                <a:lnTo>
                  <a:pt x="174" y="1154"/>
                </a:lnTo>
                <a:lnTo>
                  <a:pt x="172" y="1155"/>
                </a:lnTo>
                <a:lnTo>
                  <a:pt x="170" y="1155"/>
                </a:lnTo>
                <a:lnTo>
                  <a:pt x="170" y="1154"/>
                </a:lnTo>
                <a:lnTo>
                  <a:pt x="169" y="1154"/>
                </a:lnTo>
                <a:lnTo>
                  <a:pt x="168" y="1154"/>
                </a:lnTo>
                <a:lnTo>
                  <a:pt x="168" y="1153"/>
                </a:lnTo>
                <a:lnTo>
                  <a:pt x="167" y="1153"/>
                </a:lnTo>
                <a:lnTo>
                  <a:pt x="166" y="1153"/>
                </a:lnTo>
                <a:lnTo>
                  <a:pt x="165" y="1153"/>
                </a:lnTo>
                <a:lnTo>
                  <a:pt x="164" y="1153"/>
                </a:lnTo>
                <a:lnTo>
                  <a:pt x="164" y="1154"/>
                </a:lnTo>
                <a:lnTo>
                  <a:pt x="163" y="1155"/>
                </a:lnTo>
                <a:lnTo>
                  <a:pt x="162" y="1155"/>
                </a:lnTo>
                <a:lnTo>
                  <a:pt x="162" y="1154"/>
                </a:lnTo>
                <a:lnTo>
                  <a:pt x="161" y="1153"/>
                </a:lnTo>
                <a:lnTo>
                  <a:pt x="162" y="1152"/>
                </a:lnTo>
                <a:lnTo>
                  <a:pt x="163" y="1152"/>
                </a:lnTo>
                <a:lnTo>
                  <a:pt x="163" y="1153"/>
                </a:lnTo>
                <a:lnTo>
                  <a:pt x="163" y="1154"/>
                </a:lnTo>
                <a:lnTo>
                  <a:pt x="164" y="1153"/>
                </a:lnTo>
                <a:lnTo>
                  <a:pt x="164" y="1152"/>
                </a:lnTo>
                <a:lnTo>
                  <a:pt x="163" y="1152"/>
                </a:lnTo>
                <a:lnTo>
                  <a:pt x="163" y="1151"/>
                </a:lnTo>
                <a:lnTo>
                  <a:pt x="163" y="1150"/>
                </a:lnTo>
                <a:lnTo>
                  <a:pt x="162" y="1150"/>
                </a:lnTo>
                <a:lnTo>
                  <a:pt x="162" y="1149"/>
                </a:lnTo>
                <a:lnTo>
                  <a:pt x="161" y="1148"/>
                </a:lnTo>
                <a:lnTo>
                  <a:pt x="160" y="1148"/>
                </a:lnTo>
                <a:lnTo>
                  <a:pt x="159" y="1147"/>
                </a:lnTo>
                <a:lnTo>
                  <a:pt x="160" y="1146"/>
                </a:lnTo>
                <a:lnTo>
                  <a:pt x="161" y="1145"/>
                </a:lnTo>
                <a:lnTo>
                  <a:pt x="161" y="1146"/>
                </a:lnTo>
                <a:lnTo>
                  <a:pt x="162" y="1146"/>
                </a:lnTo>
                <a:lnTo>
                  <a:pt x="162" y="1145"/>
                </a:lnTo>
                <a:lnTo>
                  <a:pt x="163" y="1145"/>
                </a:lnTo>
                <a:lnTo>
                  <a:pt x="165" y="1145"/>
                </a:lnTo>
                <a:lnTo>
                  <a:pt x="166" y="1146"/>
                </a:lnTo>
                <a:lnTo>
                  <a:pt x="167" y="1145"/>
                </a:lnTo>
                <a:lnTo>
                  <a:pt x="168" y="1145"/>
                </a:lnTo>
                <a:lnTo>
                  <a:pt x="171" y="1143"/>
                </a:lnTo>
                <a:lnTo>
                  <a:pt x="172" y="1143"/>
                </a:lnTo>
                <a:lnTo>
                  <a:pt x="173" y="1143"/>
                </a:lnTo>
                <a:lnTo>
                  <a:pt x="174" y="1143"/>
                </a:lnTo>
                <a:lnTo>
                  <a:pt x="176" y="1143"/>
                </a:lnTo>
                <a:lnTo>
                  <a:pt x="177" y="1143"/>
                </a:lnTo>
                <a:lnTo>
                  <a:pt x="177" y="1142"/>
                </a:lnTo>
                <a:lnTo>
                  <a:pt x="178" y="1142"/>
                </a:lnTo>
                <a:lnTo>
                  <a:pt x="179" y="1142"/>
                </a:lnTo>
                <a:lnTo>
                  <a:pt x="180" y="1141"/>
                </a:lnTo>
                <a:lnTo>
                  <a:pt x="180" y="1140"/>
                </a:lnTo>
                <a:lnTo>
                  <a:pt x="179" y="1140"/>
                </a:lnTo>
                <a:lnTo>
                  <a:pt x="179" y="1139"/>
                </a:lnTo>
                <a:lnTo>
                  <a:pt x="180" y="1137"/>
                </a:lnTo>
                <a:lnTo>
                  <a:pt x="181" y="1136"/>
                </a:lnTo>
                <a:lnTo>
                  <a:pt x="182" y="1136"/>
                </a:lnTo>
                <a:lnTo>
                  <a:pt x="183" y="1136"/>
                </a:lnTo>
                <a:lnTo>
                  <a:pt x="184" y="1135"/>
                </a:lnTo>
                <a:lnTo>
                  <a:pt x="185" y="1135"/>
                </a:lnTo>
                <a:lnTo>
                  <a:pt x="186" y="1134"/>
                </a:lnTo>
                <a:lnTo>
                  <a:pt x="186" y="1133"/>
                </a:lnTo>
                <a:lnTo>
                  <a:pt x="187" y="1133"/>
                </a:lnTo>
                <a:lnTo>
                  <a:pt x="188" y="1132"/>
                </a:lnTo>
                <a:lnTo>
                  <a:pt x="189" y="1132"/>
                </a:lnTo>
                <a:lnTo>
                  <a:pt x="190" y="1131"/>
                </a:lnTo>
                <a:lnTo>
                  <a:pt x="190" y="1130"/>
                </a:lnTo>
                <a:lnTo>
                  <a:pt x="190" y="1129"/>
                </a:lnTo>
                <a:lnTo>
                  <a:pt x="191" y="1128"/>
                </a:lnTo>
                <a:lnTo>
                  <a:pt x="191" y="1127"/>
                </a:lnTo>
                <a:lnTo>
                  <a:pt x="190" y="1127"/>
                </a:lnTo>
                <a:lnTo>
                  <a:pt x="189" y="1126"/>
                </a:lnTo>
                <a:lnTo>
                  <a:pt x="188" y="1125"/>
                </a:lnTo>
                <a:lnTo>
                  <a:pt x="188" y="1124"/>
                </a:lnTo>
                <a:lnTo>
                  <a:pt x="189" y="1123"/>
                </a:lnTo>
                <a:lnTo>
                  <a:pt x="190" y="1123"/>
                </a:lnTo>
                <a:lnTo>
                  <a:pt x="191" y="1121"/>
                </a:lnTo>
                <a:lnTo>
                  <a:pt x="190" y="1120"/>
                </a:lnTo>
                <a:lnTo>
                  <a:pt x="190" y="1119"/>
                </a:lnTo>
                <a:lnTo>
                  <a:pt x="190" y="1118"/>
                </a:lnTo>
                <a:lnTo>
                  <a:pt x="191" y="1117"/>
                </a:lnTo>
                <a:lnTo>
                  <a:pt x="192" y="1117"/>
                </a:lnTo>
                <a:lnTo>
                  <a:pt x="192" y="1116"/>
                </a:lnTo>
                <a:lnTo>
                  <a:pt x="192" y="1115"/>
                </a:lnTo>
                <a:lnTo>
                  <a:pt x="192" y="1113"/>
                </a:lnTo>
                <a:lnTo>
                  <a:pt x="193" y="1113"/>
                </a:lnTo>
                <a:lnTo>
                  <a:pt x="193" y="1112"/>
                </a:lnTo>
                <a:lnTo>
                  <a:pt x="194" y="1111"/>
                </a:lnTo>
                <a:lnTo>
                  <a:pt x="194" y="1110"/>
                </a:lnTo>
                <a:lnTo>
                  <a:pt x="195" y="1110"/>
                </a:lnTo>
                <a:lnTo>
                  <a:pt x="195" y="1109"/>
                </a:lnTo>
                <a:lnTo>
                  <a:pt x="195" y="1108"/>
                </a:lnTo>
                <a:lnTo>
                  <a:pt x="196" y="1108"/>
                </a:lnTo>
                <a:lnTo>
                  <a:pt x="196" y="1107"/>
                </a:lnTo>
                <a:lnTo>
                  <a:pt x="197" y="1107"/>
                </a:lnTo>
                <a:lnTo>
                  <a:pt x="198" y="1107"/>
                </a:lnTo>
                <a:lnTo>
                  <a:pt x="198" y="1106"/>
                </a:lnTo>
                <a:lnTo>
                  <a:pt x="199" y="1105"/>
                </a:lnTo>
                <a:lnTo>
                  <a:pt x="200" y="1104"/>
                </a:lnTo>
                <a:lnTo>
                  <a:pt x="200" y="1100"/>
                </a:lnTo>
                <a:lnTo>
                  <a:pt x="199" y="1099"/>
                </a:lnTo>
                <a:lnTo>
                  <a:pt x="198" y="1098"/>
                </a:lnTo>
                <a:lnTo>
                  <a:pt x="197" y="1098"/>
                </a:lnTo>
                <a:lnTo>
                  <a:pt x="196" y="1097"/>
                </a:lnTo>
                <a:lnTo>
                  <a:pt x="197" y="1097"/>
                </a:lnTo>
                <a:lnTo>
                  <a:pt x="197" y="1096"/>
                </a:lnTo>
                <a:lnTo>
                  <a:pt x="198" y="1096"/>
                </a:lnTo>
                <a:lnTo>
                  <a:pt x="198" y="1094"/>
                </a:lnTo>
                <a:lnTo>
                  <a:pt x="198" y="1093"/>
                </a:lnTo>
                <a:lnTo>
                  <a:pt x="197" y="1093"/>
                </a:lnTo>
                <a:lnTo>
                  <a:pt x="197" y="1092"/>
                </a:lnTo>
                <a:lnTo>
                  <a:pt x="198" y="1091"/>
                </a:lnTo>
                <a:lnTo>
                  <a:pt x="197" y="1091"/>
                </a:lnTo>
                <a:lnTo>
                  <a:pt x="197" y="1090"/>
                </a:lnTo>
                <a:lnTo>
                  <a:pt x="197" y="1089"/>
                </a:lnTo>
                <a:lnTo>
                  <a:pt x="198" y="1089"/>
                </a:lnTo>
                <a:lnTo>
                  <a:pt x="199" y="1088"/>
                </a:lnTo>
                <a:lnTo>
                  <a:pt x="200" y="1088"/>
                </a:lnTo>
                <a:lnTo>
                  <a:pt x="201" y="1088"/>
                </a:lnTo>
                <a:lnTo>
                  <a:pt x="202" y="1088"/>
                </a:lnTo>
                <a:lnTo>
                  <a:pt x="202" y="1087"/>
                </a:lnTo>
                <a:lnTo>
                  <a:pt x="202" y="1086"/>
                </a:lnTo>
                <a:lnTo>
                  <a:pt x="201" y="1087"/>
                </a:lnTo>
                <a:lnTo>
                  <a:pt x="201" y="1085"/>
                </a:lnTo>
                <a:lnTo>
                  <a:pt x="202" y="1084"/>
                </a:lnTo>
                <a:lnTo>
                  <a:pt x="203" y="1084"/>
                </a:lnTo>
                <a:lnTo>
                  <a:pt x="204" y="1084"/>
                </a:lnTo>
                <a:lnTo>
                  <a:pt x="205" y="1084"/>
                </a:lnTo>
                <a:lnTo>
                  <a:pt x="206" y="1084"/>
                </a:lnTo>
                <a:lnTo>
                  <a:pt x="207" y="1083"/>
                </a:lnTo>
                <a:lnTo>
                  <a:pt x="208" y="1082"/>
                </a:lnTo>
                <a:lnTo>
                  <a:pt x="208" y="1081"/>
                </a:lnTo>
                <a:lnTo>
                  <a:pt x="207" y="1079"/>
                </a:lnTo>
                <a:lnTo>
                  <a:pt x="208" y="1079"/>
                </a:lnTo>
                <a:lnTo>
                  <a:pt x="209" y="1078"/>
                </a:lnTo>
                <a:lnTo>
                  <a:pt x="210" y="1078"/>
                </a:lnTo>
                <a:lnTo>
                  <a:pt x="211" y="1077"/>
                </a:lnTo>
                <a:lnTo>
                  <a:pt x="212" y="1076"/>
                </a:lnTo>
                <a:lnTo>
                  <a:pt x="212" y="1077"/>
                </a:lnTo>
                <a:lnTo>
                  <a:pt x="213" y="1077"/>
                </a:lnTo>
                <a:lnTo>
                  <a:pt x="215" y="1077"/>
                </a:lnTo>
                <a:lnTo>
                  <a:pt x="216" y="1077"/>
                </a:lnTo>
                <a:lnTo>
                  <a:pt x="217" y="1077"/>
                </a:lnTo>
                <a:lnTo>
                  <a:pt x="217" y="1076"/>
                </a:lnTo>
                <a:lnTo>
                  <a:pt x="217" y="1075"/>
                </a:lnTo>
                <a:lnTo>
                  <a:pt x="217" y="1074"/>
                </a:lnTo>
                <a:lnTo>
                  <a:pt x="217" y="1073"/>
                </a:lnTo>
                <a:lnTo>
                  <a:pt x="217" y="1072"/>
                </a:lnTo>
                <a:lnTo>
                  <a:pt x="218" y="1072"/>
                </a:lnTo>
                <a:lnTo>
                  <a:pt x="219" y="1072"/>
                </a:lnTo>
                <a:lnTo>
                  <a:pt x="220" y="1073"/>
                </a:lnTo>
                <a:lnTo>
                  <a:pt x="221" y="1072"/>
                </a:lnTo>
                <a:lnTo>
                  <a:pt x="222" y="1072"/>
                </a:lnTo>
                <a:lnTo>
                  <a:pt x="222" y="1071"/>
                </a:lnTo>
                <a:lnTo>
                  <a:pt x="222" y="1069"/>
                </a:lnTo>
                <a:lnTo>
                  <a:pt x="222" y="1068"/>
                </a:lnTo>
                <a:lnTo>
                  <a:pt x="222" y="1067"/>
                </a:lnTo>
                <a:lnTo>
                  <a:pt x="222" y="1066"/>
                </a:lnTo>
                <a:lnTo>
                  <a:pt x="223" y="1066"/>
                </a:lnTo>
                <a:lnTo>
                  <a:pt x="224" y="1064"/>
                </a:lnTo>
                <a:lnTo>
                  <a:pt x="224" y="1063"/>
                </a:lnTo>
                <a:lnTo>
                  <a:pt x="224" y="1062"/>
                </a:lnTo>
                <a:lnTo>
                  <a:pt x="225" y="1060"/>
                </a:lnTo>
                <a:lnTo>
                  <a:pt x="226" y="1060"/>
                </a:lnTo>
                <a:lnTo>
                  <a:pt x="227" y="1060"/>
                </a:lnTo>
                <a:lnTo>
                  <a:pt x="228" y="1060"/>
                </a:lnTo>
                <a:lnTo>
                  <a:pt x="230" y="1060"/>
                </a:lnTo>
                <a:lnTo>
                  <a:pt x="231" y="1060"/>
                </a:lnTo>
                <a:lnTo>
                  <a:pt x="232" y="1059"/>
                </a:lnTo>
                <a:lnTo>
                  <a:pt x="233" y="1058"/>
                </a:lnTo>
                <a:lnTo>
                  <a:pt x="233" y="1059"/>
                </a:lnTo>
                <a:lnTo>
                  <a:pt x="234" y="1059"/>
                </a:lnTo>
                <a:lnTo>
                  <a:pt x="234" y="1060"/>
                </a:lnTo>
                <a:lnTo>
                  <a:pt x="236" y="1060"/>
                </a:lnTo>
                <a:lnTo>
                  <a:pt x="239" y="1060"/>
                </a:lnTo>
                <a:lnTo>
                  <a:pt x="240" y="1060"/>
                </a:lnTo>
                <a:lnTo>
                  <a:pt x="240" y="1061"/>
                </a:lnTo>
                <a:lnTo>
                  <a:pt x="240" y="1060"/>
                </a:lnTo>
                <a:lnTo>
                  <a:pt x="240" y="1059"/>
                </a:lnTo>
                <a:lnTo>
                  <a:pt x="241" y="1059"/>
                </a:lnTo>
                <a:lnTo>
                  <a:pt x="242" y="1059"/>
                </a:lnTo>
                <a:lnTo>
                  <a:pt x="243" y="1059"/>
                </a:lnTo>
                <a:lnTo>
                  <a:pt x="243" y="1058"/>
                </a:lnTo>
                <a:lnTo>
                  <a:pt x="243" y="1057"/>
                </a:lnTo>
                <a:lnTo>
                  <a:pt x="244" y="1057"/>
                </a:lnTo>
                <a:lnTo>
                  <a:pt x="244" y="1056"/>
                </a:lnTo>
                <a:lnTo>
                  <a:pt x="244" y="1055"/>
                </a:lnTo>
                <a:lnTo>
                  <a:pt x="243" y="1055"/>
                </a:lnTo>
                <a:lnTo>
                  <a:pt x="244" y="1054"/>
                </a:lnTo>
                <a:lnTo>
                  <a:pt x="244" y="1053"/>
                </a:lnTo>
                <a:lnTo>
                  <a:pt x="245" y="1054"/>
                </a:lnTo>
                <a:lnTo>
                  <a:pt x="245" y="1055"/>
                </a:lnTo>
                <a:lnTo>
                  <a:pt x="245" y="1054"/>
                </a:lnTo>
                <a:lnTo>
                  <a:pt x="245" y="1053"/>
                </a:lnTo>
                <a:lnTo>
                  <a:pt x="246" y="1053"/>
                </a:lnTo>
                <a:lnTo>
                  <a:pt x="246" y="1052"/>
                </a:lnTo>
                <a:lnTo>
                  <a:pt x="247" y="1052"/>
                </a:lnTo>
                <a:lnTo>
                  <a:pt x="248" y="1053"/>
                </a:lnTo>
                <a:lnTo>
                  <a:pt x="249" y="1053"/>
                </a:lnTo>
                <a:lnTo>
                  <a:pt x="250" y="1052"/>
                </a:lnTo>
                <a:lnTo>
                  <a:pt x="251" y="1052"/>
                </a:lnTo>
                <a:lnTo>
                  <a:pt x="252" y="1052"/>
                </a:lnTo>
                <a:lnTo>
                  <a:pt x="253" y="1051"/>
                </a:lnTo>
                <a:lnTo>
                  <a:pt x="253" y="1050"/>
                </a:lnTo>
                <a:lnTo>
                  <a:pt x="254" y="1050"/>
                </a:lnTo>
                <a:lnTo>
                  <a:pt x="255" y="1050"/>
                </a:lnTo>
                <a:lnTo>
                  <a:pt x="256" y="1049"/>
                </a:lnTo>
                <a:lnTo>
                  <a:pt x="256" y="1048"/>
                </a:lnTo>
                <a:lnTo>
                  <a:pt x="257" y="1048"/>
                </a:lnTo>
                <a:lnTo>
                  <a:pt x="257" y="1047"/>
                </a:lnTo>
                <a:lnTo>
                  <a:pt x="257" y="1046"/>
                </a:lnTo>
                <a:lnTo>
                  <a:pt x="256" y="1045"/>
                </a:lnTo>
                <a:lnTo>
                  <a:pt x="255" y="1045"/>
                </a:lnTo>
                <a:lnTo>
                  <a:pt x="255" y="1044"/>
                </a:lnTo>
                <a:lnTo>
                  <a:pt x="255" y="1043"/>
                </a:lnTo>
                <a:lnTo>
                  <a:pt x="256" y="1043"/>
                </a:lnTo>
                <a:lnTo>
                  <a:pt x="256" y="1042"/>
                </a:lnTo>
                <a:lnTo>
                  <a:pt x="255" y="1042"/>
                </a:lnTo>
                <a:lnTo>
                  <a:pt x="254" y="1042"/>
                </a:lnTo>
                <a:lnTo>
                  <a:pt x="253" y="1041"/>
                </a:lnTo>
                <a:lnTo>
                  <a:pt x="253" y="1040"/>
                </a:lnTo>
                <a:lnTo>
                  <a:pt x="252" y="1040"/>
                </a:lnTo>
                <a:lnTo>
                  <a:pt x="252" y="1041"/>
                </a:lnTo>
                <a:lnTo>
                  <a:pt x="251" y="1041"/>
                </a:lnTo>
                <a:lnTo>
                  <a:pt x="249" y="1041"/>
                </a:lnTo>
                <a:lnTo>
                  <a:pt x="249" y="1040"/>
                </a:lnTo>
                <a:lnTo>
                  <a:pt x="248" y="1040"/>
                </a:lnTo>
                <a:lnTo>
                  <a:pt x="246" y="1039"/>
                </a:lnTo>
                <a:lnTo>
                  <a:pt x="246" y="1038"/>
                </a:lnTo>
                <a:lnTo>
                  <a:pt x="246" y="1036"/>
                </a:lnTo>
                <a:lnTo>
                  <a:pt x="245" y="1036"/>
                </a:lnTo>
                <a:lnTo>
                  <a:pt x="245" y="1035"/>
                </a:lnTo>
                <a:lnTo>
                  <a:pt x="244" y="1035"/>
                </a:lnTo>
                <a:lnTo>
                  <a:pt x="245" y="1034"/>
                </a:lnTo>
                <a:lnTo>
                  <a:pt x="246" y="1034"/>
                </a:lnTo>
                <a:lnTo>
                  <a:pt x="247" y="1034"/>
                </a:lnTo>
                <a:lnTo>
                  <a:pt x="248" y="1034"/>
                </a:lnTo>
                <a:lnTo>
                  <a:pt x="248" y="1033"/>
                </a:lnTo>
                <a:lnTo>
                  <a:pt x="247" y="1031"/>
                </a:lnTo>
                <a:lnTo>
                  <a:pt x="248" y="1031"/>
                </a:lnTo>
                <a:lnTo>
                  <a:pt x="248" y="1030"/>
                </a:lnTo>
                <a:lnTo>
                  <a:pt x="248" y="1029"/>
                </a:lnTo>
                <a:lnTo>
                  <a:pt x="249" y="1029"/>
                </a:lnTo>
                <a:lnTo>
                  <a:pt x="250" y="1029"/>
                </a:lnTo>
                <a:lnTo>
                  <a:pt x="251" y="1028"/>
                </a:lnTo>
                <a:lnTo>
                  <a:pt x="251" y="1027"/>
                </a:lnTo>
                <a:lnTo>
                  <a:pt x="252" y="1026"/>
                </a:lnTo>
                <a:lnTo>
                  <a:pt x="253" y="1026"/>
                </a:lnTo>
                <a:lnTo>
                  <a:pt x="253" y="1027"/>
                </a:lnTo>
                <a:lnTo>
                  <a:pt x="254" y="1028"/>
                </a:lnTo>
                <a:lnTo>
                  <a:pt x="256" y="1027"/>
                </a:lnTo>
                <a:lnTo>
                  <a:pt x="257" y="1026"/>
                </a:lnTo>
                <a:lnTo>
                  <a:pt x="257" y="1025"/>
                </a:lnTo>
                <a:lnTo>
                  <a:pt x="256" y="1025"/>
                </a:lnTo>
                <a:lnTo>
                  <a:pt x="256" y="1026"/>
                </a:lnTo>
                <a:lnTo>
                  <a:pt x="255" y="1026"/>
                </a:lnTo>
                <a:lnTo>
                  <a:pt x="254" y="1025"/>
                </a:lnTo>
                <a:lnTo>
                  <a:pt x="255" y="1024"/>
                </a:lnTo>
                <a:lnTo>
                  <a:pt x="256" y="1024"/>
                </a:lnTo>
                <a:lnTo>
                  <a:pt x="255" y="1023"/>
                </a:lnTo>
                <a:lnTo>
                  <a:pt x="255" y="1022"/>
                </a:lnTo>
                <a:lnTo>
                  <a:pt x="255" y="1021"/>
                </a:lnTo>
                <a:lnTo>
                  <a:pt x="255" y="1018"/>
                </a:lnTo>
                <a:lnTo>
                  <a:pt x="255" y="1017"/>
                </a:lnTo>
                <a:lnTo>
                  <a:pt x="253" y="1016"/>
                </a:lnTo>
                <a:lnTo>
                  <a:pt x="252" y="1016"/>
                </a:lnTo>
                <a:lnTo>
                  <a:pt x="251" y="1016"/>
                </a:lnTo>
                <a:lnTo>
                  <a:pt x="251" y="1015"/>
                </a:lnTo>
                <a:lnTo>
                  <a:pt x="251" y="1014"/>
                </a:lnTo>
                <a:lnTo>
                  <a:pt x="251" y="1013"/>
                </a:lnTo>
                <a:lnTo>
                  <a:pt x="250" y="1013"/>
                </a:lnTo>
                <a:lnTo>
                  <a:pt x="250" y="1012"/>
                </a:lnTo>
                <a:lnTo>
                  <a:pt x="249" y="1012"/>
                </a:lnTo>
                <a:lnTo>
                  <a:pt x="248" y="1012"/>
                </a:lnTo>
                <a:lnTo>
                  <a:pt x="248" y="1011"/>
                </a:lnTo>
                <a:lnTo>
                  <a:pt x="249" y="1010"/>
                </a:lnTo>
                <a:lnTo>
                  <a:pt x="248" y="1010"/>
                </a:lnTo>
                <a:lnTo>
                  <a:pt x="247" y="1010"/>
                </a:lnTo>
                <a:lnTo>
                  <a:pt x="246" y="1010"/>
                </a:lnTo>
                <a:lnTo>
                  <a:pt x="246" y="1009"/>
                </a:lnTo>
                <a:lnTo>
                  <a:pt x="244" y="1008"/>
                </a:lnTo>
                <a:lnTo>
                  <a:pt x="244" y="1009"/>
                </a:lnTo>
                <a:lnTo>
                  <a:pt x="244" y="1010"/>
                </a:lnTo>
                <a:lnTo>
                  <a:pt x="243" y="1010"/>
                </a:lnTo>
                <a:lnTo>
                  <a:pt x="243" y="1011"/>
                </a:lnTo>
                <a:lnTo>
                  <a:pt x="242" y="1011"/>
                </a:lnTo>
                <a:lnTo>
                  <a:pt x="241" y="1010"/>
                </a:lnTo>
                <a:lnTo>
                  <a:pt x="240" y="1009"/>
                </a:lnTo>
                <a:lnTo>
                  <a:pt x="240" y="1008"/>
                </a:lnTo>
                <a:lnTo>
                  <a:pt x="238" y="1008"/>
                </a:lnTo>
                <a:lnTo>
                  <a:pt x="237" y="1008"/>
                </a:lnTo>
                <a:lnTo>
                  <a:pt x="235" y="1009"/>
                </a:lnTo>
                <a:lnTo>
                  <a:pt x="234" y="1009"/>
                </a:lnTo>
                <a:lnTo>
                  <a:pt x="233" y="1008"/>
                </a:lnTo>
                <a:lnTo>
                  <a:pt x="232" y="1008"/>
                </a:lnTo>
                <a:lnTo>
                  <a:pt x="232" y="1007"/>
                </a:lnTo>
                <a:lnTo>
                  <a:pt x="231" y="1006"/>
                </a:lnTo>
                <a:lnTo>
                  <a:pt x="230" y="1006"/>
                </a:lnTo>
                <a:lnTo>
                  <a:pt x="230" y="1005"/>
                </a:lnTo>
                <a:lnTo>
                  <a:pt x="229" y="1004"/>
                </a:lnTo>
                <a:lnTo>
                  <a:pt x="229" y="1003"/>
                </a:lnTo>
                <a:lnTo>
                  <a:pt x="227" y="1003"/>
                </a:lnTo>
                <a:lnTo>
                  <a:pt x="226" y="1003"/>
                </a:lnTo>
                <a:lnTo>
                  <a:pt x="226" y="1001"/>
                </a:lnTo>
                <a:lnTo>
                  <a:pt x="227" y="1001"/>
                </a:lnTo>
                <a:lnTo>
                  <a:pt x="227" y="1000"/>
                </a:lnTo>
                <a:lnTo>
                  <a:pt x="226" y="1001"/>
                </a:lnTo>
                <a:lnTo>
                  <a:pt x="226" y="1000"/>
                </a:lnTo>
                <a:lnTo>
                  <a:pt x="226" y="999"/>
                </a:lnTo>
                <a:lnTo>
                  <a:pt x="226" y="997"/>
                </a:lnTo>
                <a:lnTo>
                  <a:pt x="225" y="997"/>
                </a:lnTo>
                <a:lnTo>
                  <a:pt x="225" y="996"/>
                </a:lnTo>
                <a:lnTo>
                  <a:pt x="224" y="995"/>
                </a:lnTo>
                <a:lnTo>
                  <a:pt x="223" y="995"/>
                </a:lnTo>
                <a:lnTo>
                  <a:pt x="222" y="995"/>
                </a:lnTo>
                <a:lnTo>
                  <a:pt x="222" y="996"/>
                </a:lnTo>
                <a:lnTo>
                  <a:pt x="222" y="997"/>
                </a:lnTo>
                <a:lnTo>
                  <a:pt x="223" y="998"/>
                </a:lnTo>
                <a:lnTo>
                  <a:pt x="222" y="999"/>
                </a:lnTo>
                <a:lnTo>
                  <a:pt x="221" y="998"/>
                </a:lnTo>
                <a:lnTo>
                  <a:pt x="221" y="996"/>
                </a:lnTo>
                <a:lnTo>
                  <a:pt x="222" y="995"/>
                </a:lnTo>
                <a:lnTo>
                  <a:pt x="222" y="994"/>
                </a:lnTo>
                <a:lnTo>
                  <a:pt x="221" y="994"/>
                </a:lnTo>
                <a:lnTo>
                  <a:pt x="221" y="995"/>
                </a:lnTo>
                <a:lnTo>
                  <a:pt x="220" y="995"/>
                </a:lnTo>
                <a:lnTo>
                  <a:pt x="220" y="994"/>
                </a:lnTo>
                <a:lnTo>
                  <a:pt x="219" y="994"/>
                </a:lnTo>
                <a:lnTo>
                  <a:pt x="218" y="994"/>
                </a:lnTo>
                <a:lnTo>
                  <a:pt x="217" y="994"/>
                </a:lnTo>
                <a:lnTo>
                  <a:pt x="216" y="993"/>
                </a:lnTo>
                <a:lnTo>
                  <a:pt x="215" y="993"/>
                </a:lnTo>
                <a:lnTo>
                  <a:pt x="215" y="992"/>
                </a:lnTo>
                <a:lnTo>
                  <a:pt x="214" y="992"/>
                </a:lnTo>
                <a:lnTo>
                  <a:pt x="213" y="993"/>
                </a:lnTo>
                <a:lnTo>
                  <a:pt x="212" y="993"/>
                </a:lnTo>
                <a:lnTo>
                  <a:pt x="211" y="995"/>
                </a:lnTo>
                <a:lnTo>
                  <a:pt x="210" y="996"/>
                </a:lnTo>
                <a:lnTo>
                  <a:pt x="209" y="996"/>
                </a:lnTo>
                <a:lnTo>
                  <a:pt x="208" y="996"/>
                </a:lnTo>
                <a:lnTo>
                  <a:pt x="209" y="997"/>
                </a:lnTo>
                <a:lnTo>
                  <a:pt x="209" y="998"/>
                </a:lnTo>
                <a:lnTo>
                  <a:pt x="210" y="998"/>
                </a:lnTo>
                <a:lnTo>
                  <a:pt x="210" y="999"/>
                </a:lnTo>
                <a:lnTo>
                  <a:pt x="209" y="1000"/>
                </a:lnTo>
                <a:lnTo>
                  <a:pt x="208" y="1000"/>
                </a:lnTo>
                <a:lnTo>
                  <a:pt x="207" y="1001"/>
                </a:lnTo>
                <a:lnTo>
                  <a:pt x="206" y="1001"/>
                </a:lnTo>
                <a:lnTo>
                  <a:pt x="205" y="1001"/>
                </a:lnTo>
                <a:lnTo>
                  <a:pt x="205" y="1002"/>
                </a:lnTo>
                <a:lnTo>
                  <a:pt x="204" y="1003"/>
                </a:lnTo>
                <a:lnTo>
                  <a:pt x="203" y="1002"/>
                </a:lnTo>
                <a:lnTo>
                  <a:pt x="202" y="1001"/>
                </a:lnTo>
                <a:lnTo>
                  <a:pt x="201" y="1001"/>
                </a:lnTo>
                <a:lnTo>
                  <a:pt x="201" y="1000"/>
                </a:lnTo>
                <a:lnTo>
                  <a:pt x="200" y="1000"/>
                </a:lnTo>
                <a:lnTo>
                  <a:pt x="198" y="1000"/>
                </a:lnTo>
                <a:lnTo>
                  <a:pt x="197" y="1002"/>
                </a:lnTo>
                <a:lnTo>
                  <a:pt x="197" y="1003"/>
                </a:lnTo>
                <a:lnTo>
                  <a:pt x="196" y="1005"/>
                </a:lnTo>
                <a:lnTo>
                  <a:pt x="196" y="1006"/>
                </a:lnTo>
                <a:lnTo>
                  <a:pt x="195" y="1006"/>
                </a:lnTo>
                <a:lnTo>
                  <a:pt x="196" y="1008"/>
                </a:lnTo>
                <a:lnTo>
                  <a:pt x="195" y="1009"/>
                </a:lnTo>
                <a:lnTo>
                  <a:pt x="195" y="1010"/>
                </a:lnTo>
                <a:lnTo>
                  <a:pt x="194" y="1011"/>
                </a:lnTo>
                <a:lnTo>
                  <a:pt x="193" y="1011"/>
                </a:lnTo>
                <a:lnTo>
                  <a:pt x="192" y="1011"/>
                </a:lnTo>
                <a:lnTo>
                  <a:pt x="191" y="1011"/>
                </a:lnTo>
                <a:lnTo>
                  <a:pt x="191" y="1012"/>
                </a:lnTo>
                <a:lnTo>
                  <a:pt x="190" y="1013"/>
                </a:lnTo>
                <a:lnTo>
                  <a:pt x="189" y="1013"/>
                </a:lnTo>
                <a:lnTo>
                  <a:pt x="188" y="1014"/>
                </a:lnTo>
                <a:lnTo>
                  <a:pt x="187" y="1015"/>
                </a:lnTo>
                <a:lnTo>
                  <a:pt x="187" y="1016"/>
                </a:lnTo>
                <a:lnTo>
                  <a:pt x="187" y="1015"/>
                </a:lnTo>
                <a:lnTo>
                  <a:pt x="186" y="1015"/>
                </a:lnTo>
                <a:lnTo>
                  <a:pt x="185" y="1014"/>
                </a:lnTo>
                <a:lnTo>
                  <a:pt x="185" y="1013"/>
                </a:lnTo>
                <a:lnTo>
                  <a:pt x="183" y="1013"/>
                </a:lnTo>
                <a:lnTo>
                  <a:pt x="183" y="1014"/>
                </a:lnTo>
                <a:lnTo>
                  <a:pt x="182" y="1014"/>
                </a:lnTo>
                <a:lnTo>
                  <a:pt x="180" y="1013"/>
                </a:lnTo>
                <a:lnTo>
                  <a:pt x="179" y="1013"/>
                </a:lnTo>
                <a:lnTo>
                  <a:pt x="179" y="1012"/>
                </a:lnTo>
                <a:lnTo>
                  <a:pt x="178" y="1012"/>
                </a:lnTo>
                <a:lnTo>
                  <a:pt x="177" y="1013"/>
                </a:lnTo>
                <a:lnTo>
                  <a:pt x="176" y="1013"/>
                </a:lnTo>
                <a:lnTo>
                  <a:pt x="176" y="1012"/>
                </a:lnTo>
                <a:lnTo>
                  <a:pt x="175" y="1012"/>
                </a:lnTo>
                <a:lnTo>
                  <a:pt x="174" y="1013"/>
                </a:lnTo>
                <a:lnTo>
                  <a:pt x="173" y="1013"/>
                </a:lnTo>
                <a:lnTo>
                  <a:pt x="173" y="1014"/>
                </a:lnTo>
                <a:lnTo>
                  <a:pt x="173" y="1015"/>
                </a:lnTo>
                <a:lnTo>
                  <a:pt x="173" y="1016"/>
                </a:lnTo>
                <a:lnTo>
                  <a:pt x="173" y="1017"/>
                </a:lnTo>
                <a:lnTo>
                  <a:pt x="174" y="1017"/>
                </a:lnTo>
                <a:lnTo>
                  <a:pt x="175" y="1017"/>
                </a:lnTo>
                <a:lnTo>
                  <a:pt x="175" y="1019"/>
                </a:lnTo>
                <a:lnTo>
                  <a:pt x="174" y="1019"/>
                </a:lnTo>
                <a:lnTo>
                  <a:pt x="173" y="1019"/>
                </a:lnTo>
                <a:lnTo>
                  <a:pt x="172" y="1019"/>
                </a:lnTo>
                <a:lnTo>
                  <a:pt x="172" y="1020"/>
                </a:lnTo>
                <a:lnTo>
                  <a:pt x="171" y="1020"/>
                </a:lnTo>
                <a:lnTo>
                  <a:pt x="172" y="1021"/>
                </a:lnTo>
                <a:lnTo>
                  <a:pt x="173" y="1022"/>
                </a:lnTo>
                <a:lnTo>
                  <a:pt x="171" y="1023"/>
                </a:lnTo>
                <a:lnTo>
                  <a:pt x="171" y="1022"/>
                </a:lnTo>
                <a:lnTo>
                  <a:pt x="171" y="1021"/>
                </a:lnTo>
                <a:lnTo>
                  <a:pt x="170" y="1021"/>
                </a:lnTo>
                <a:lnTo>
                  <a:pt x="170" y="1020"/>
                </a:lnTo>
                <a:lnTo>
                  <a:pt x="169" y="1020"/>
                </a:lnTo>
                <a:lnTo>
                  <a:pt x="167" y="1020"/>
                </a:lnTo>
                <a:lnTo>
                  <a:pt x="167" y="1021"/>
                </a:lnTo>
                <a:lnTo>
                  <a:pt x="166" y="1022"/>
                </a:lnTo>
                <a:lnTo>
                  <a:pt x="166" y="1023"/>
                </a:lnTo>
                <a:lnTo>
                  <a:pt x="165" y="1023"/>
                </a:lnTo>
                <a:lnTo>
                  <a:pt x="164" y="1022"/>
                </a:lnTo>
                <a:lnTo>
                  <a:pt x="162" y="1022"/>
                </a:lnTo>
                <a:lnTo>
                  <a:pt x="162" y="1021"/>
                </a:lnTo>
                <a:lnTo>
                  <a:pt x="161" y="1021"/>
                </a:lnTo>
                <a:lnTo>
                  <a:pt x="159" y="1021"/>
                </a:lnTo>
                <a:lnTo>
                  <a:pt x="159" y="1022"/>
                </a:lnTo>
                <a:lnTo>
                  <a:pt x="158" y="1022"/>
                </a:lnTo>
                <a:lnTo>
                  <a:pt x="157" y="1021"/>
                </a:lnTo>
                <a:lnTo>
                  <a:pt x="156" y="1021"/>
                </a:lnTo>
                <a:lnTo>
                  <a:pt x="155" y="1022"/>
                </a:lnTo>
                <a:lnTo>
                  <a:pt x="155" y="1021"/>
                </a:lnTo>
                <a:lnTo>
                  <a:pt x="155" y="1019"/>
                </a:lnTo>
                <a:lnTo>
                  <a:pt x="154" y="1019"/>
                </a:lnTo>
                <a:lnTo>
                  <a:pt x="153" y="1018"/>
                </a:lnTo>
                <a:lnTo>
                  <a:pt x="152" y="1018"/>
                </a:lnTo>
                <a:lnTo>
                  <a:pt x="151" y="1019"/>
                </a:lnTo>
                <a:lnTo>
                  <a:pt x="151" y="1020"/>
                </a:lnTo>
                <a:lnTo>
                  <a:pt x="150" y="1021"/>
                </a:lnTo>
                <a:lnTo>
                  <a:pt x="149" y="1021"/>
                </a:lnTo>
                <a:lnTo>
                  <a:pt x="148" y="1021"/>
                </a:lnTo>
                <a:lnTo>
                  <a:pt x="148" y="1020"/>
                </a:lnTo>
                <a:lnTo>
                  <a:pt x="148" y="1019"/>
                </a:lnTo>
                <a:lnTo>
                  <a:pt x="146" y="1020"/>
                </a:lnTo>
                <a:lnTo>
                  <a:pt x="145" y="1020"/>
                </a:lnTo>
                <a:lnTo>
                  <a:pt x="144" y="1021"/>
                </a:lnTo>
                <a:lnTo>
                  <a:pt x="143" y="1020"/>
                </a:lnTo>
                <a:lnTo>
                  <a:pt x="141" y="1022"/>
                </a:lnTo>
                <a:lnTo>
                  <a:pt x="141" y="1023"/>
                </a:lnTo>
                <a:lnTo>
                  <a:pt x="140" y="1023"/>
                </a:lnTo>
                <a:lnTo>
                  <a:pt x="139" y="1023"/>
                </a:lnTo>
                <a:lnTo>
                  <a:pt x="138" y="1023"/>
                </a:lnTo>
                <a:lnTo>
                  <a:pt x="137" y="1024"/>
                </a:lnTo>
                <a:lnTo>
                  <a:pt x="136" y="1025"/>
                </a:lnTo>
                <a:lnTo>
                  <a:pt x="134" y="1028"/>
                </a:lnTo>
                <a:lnTo>
                  <a:pt x="133" y="1029"/>
                </a:lnTo>
                <a:lnTo>
                  <a:pt x="132" y="1028"/>
                </a:lnTo>
                <a:lnTo>
                  <a:pt x="131" y="1028"/>
                </a:lnTo>
                <a:lnTo>
                  <a:pt x="130" y="1029"/>
                </a:lnTo>
                <a:lnTo>
                  <a:pt x="129" y="1028"/>
                </a:lnTo>
                <a:lnTo>
                  <a:pt x="128" y="1029"/>
                </a:lnTo>
                <a:lnTo>
                  <a:pt x="127" y="1030"/>
                </a:lnTo>
                <a:lnTo>
                  <a:pt x="127" y="1031"/>
                </a:lnTo>
                <a:lnTo>
                  <a:pt x="126" y="1032"/>
                </a:lnTo>
                <a:lnTo>
                  <a:pt x="126" y="1034"/>
                </a:lnTo>
                <a:lnTo>
                  <a:pt x="125" y="1035"/>
                </a:lnTo>
                <a:lnTo>
                  <a:pt x="124" y="1035"/>
                </a:lnTo>
                <a:lnTo>
                  <a:pt x="124" y="1034"/>
                </a:lnTo>
                <a:lnTo>
                  <a:pt x="123" y="1034"/>
                </a:lnTo>
                <a:lnTo>
                  <a:pt x="123" y="1033"/>
                </a:lnTo>
                <a:lnTo>
                  <a:pt x="124" y="1032"/>
                </a:lnTo>
                <a:lnTo>
                  <a:pt x="123" y="1031"/>
                </a:lnTo>
                <a:lnTo>
                  <a:pt x="122" y="1031"/>
                </a:lnTo>
                <a:lnTo>
                  <a:pt x="121" y="1030"/>
                </a:lnTo>
                <a:lnTo>
                  <a:pt x="120" y="1029"/>
                </a:lnTo>
                <a:lnTo>
                  <a:pt x="121" y="1029"/>
                </a:lnTo>
                <a:lnTo>
                  <a:pt x="122" y="1028"/>
                </a:lnTo>
                <a:lnTo>
                  <a:pt x="122" y="1027"/>
                </a:lnTo>
                <a:lnTo>
                  <a:pt x="122" y="1025"/>
                </a:lnTo>
                <a:lnTo>
                  <a:pt x="122" y="1024"/>
                </a:lnTo>
                <a:lnTo>
                  <a:pt x="123" y="1023"/>
                </a:lnTo>
                <a:lnTo>
                  <a:pt x="124" y="1023"/>
                </a:lnTo>
                <a:lnTo>
                  <a:pt x="126" y="1023"/>
                </a:lnTo>
                <a:lnTo>
                  <a:pt x="127" y="1022"/>
                </a:lnTo>
                <a:lnTo>
                  <a:pt x="126" y="1022"/>
                </a:lnTo>
                <a:lnTo>
                  <a:pt x="126" y="1021"/>
                </a:lnTo>
                <a:lnTo>
                  <a:pt x="125" y="1021"/>
                </a:lnTo>
                <a:lnTo>
                  <a:pt x="124" y="1020"/>
                </a:lnTo>
                <a:lnTo>
                  <a:pt x="124" y="1021"/>
                </a:lnTo>
                <a:lnTo>
                  <a:pt x="123" y="1020"/>
                </a:lnTo>
                <a:lnTo>
                  <a:pt x="121" y="1019"/>
                </a:lnTo>
                <a:lnTo>
                  <a:pt x="121" y="1018"/>
                </a:lnTo>
                <a:lnTo>
                  <a:pt x="122" y="1018"/>
                </a:lnTo>
                <a:lnTo>
                  <a:pt x="123" y="1017"/>
                </a:lnTo>
                <a:lnTo>
                  <a:pt x="124" y="1016"/>
                </a:lnTo>
                <a:lnTo>
                  <a:pt x="124" y="1015"/>
                </a:lnTo>
                <a:lnTo>
                  <a:pt x="124" y="1014"/>
                </a:lnTo>
                <a:lnTo>
                  <a:pt x="124" y="1013"/>
                </a:lnTo>
                <a:lnTo>
                  <a:pt x="123" y="1012"/>
                </a:lnTo>
                <a:lnTo>
                  <a:pt x="123" y="1011"/>
                </a:lnTo>
                <a:lnTo>
                  <a:pt x="124" y="1011"/>
                </a:lnTo>
                <a:lnTo>
                  <a:pt x="123" y="1011"/>
                </a:lnTo>
                <a:lnTo>
                  <a:pt x="122" y="1010"/>
                </a:lnTo>
                <a:lnTo>
                  <a:pt x="121" y="1010"/>
                </a:lnTo>
                <a:lnTo>
                  <a:pt x="121" y="1009"/>
                </a:lnTo>
                <a:lnTo>
                  <a:pt x="122" y="1008"/>
                </a:lnTo>
                <a:lnTo>
                  <a:pt x="123" y="1008"/>
                </a:lnTo>
                <a:lnTo>
                  <a:pt x="123" y="1007"/>
                </a:lnTo>
                <a:lnTo>
                  <a:pt x="124" y="1006"/>
                </a:lnTo>
                <a:lnTo>
                  <a:pt x="123" y="1006"/>
                </a:lnTo>
                <a:lnTo>
                  <a:pt x="122" y="1006"/>
                </a:lnTo>
                <a:lnTo>
                  <a:pt x="121" y="1007"/>
                </a:lnTo>
                <a:lnTo>
                  <a:pt x="120" y="1007"/>
                </a:lnTo>
                <a:lnTo>
                  <a:pt x="120" y="1008"/>
                </a:lnTo>
                <a:lnTo>
                  <a:pt x="119" y="1008"/>
                </a:lnTo>
                <a:lnTo>
                  <a:pt x="118" y="1008"/>
                </a:lnTo>
                <a:lnTo>
                  <a:pt x="118" y="1007"/>
                </a:lnTo>
                <a:lnTo>
                  <a:pt x="117" y="1006"/>
                </a:lnTo>
                <a:lnTo>
                  <a:pt x="117" y="1005"/>
                </a:lnTo>
                <a:lnTo>
                  <a:pt x="116" y="1005"/>
                </a:lnTo>
                <a:lnTo>
                  <a:pt x="113" y="1005"/>
                </a:lnTo>
                <a:lnTo>
                  <a:pt x="112" y="1005"/>
                </a:lnTo>
                <a:lnTo>
                  <a:pt x="112" y="1004"/>
                </a:lnTo>
                <a:lnTo>
                  <a:pt x="112" y="1002"/>
                </a:lnTo>
                <a:lnTo>
                  <a:pt x="112" y="1001"/>
                </a:lnTo>
                <a:lnTo>
                  <a:pt x="113" y="1001"/>
                </a:lnTo>
                <a:lnTo>
                  <a:pt x="115" y="999"/>
                </a:lnTo>
                <a:lnTo>
                  <a:pt x="115" y="998"/>
                </a:lnTo>
                <a:lnTo>
                  <a:pt x="116" y="998"/>
                </a:lnTo>
                <a:lnTo>
                  <a:pt x="116" y="997"/>
                </a:lnTo>
                <a:lnTo>
                  <a:pt x="116" y="996"/>
                </a:lnTo>
                <a:lnTo>
                  <a:pt x="115" y="996"/>
                </a:lnTo>
                <a:lnTo>
                  <a:pt x="114" y="996"/>
                </a:lnTo>
                <a:lnTo>
                  <a:pt x="113" y="996"/>
                </a:lnTo>
                <a:lnTo>
                  <a:pt x="112" y="996"/>
                </a:lnTo>
                <a:lnTo>
                  <a:pt x="110" y="995"/>
                </a:lnTo>
                <a:lnTo>
                  <a:pt x="107" y="995"/>
                </a:lnTo>
                <a:lnTo>
                  <a:pt x="107" y="996"/>
                </a:lnTo>
                <a:lnTo>
                  <a:pt x="106" y="996"/>
                </a:lnTo>
                <a:lnTo>
                  <a:pt x="105" y="997"/>
                </a:lnTo>
                <a:lnTo>
                  <a:pt x="104" y="997"/>
                </a:lnTo>
                <a:lnTo>
                  <a:pt x="103" y="996"/>
                </a:lnTo>
                <a:lnTo>
                  <a:pt x="103" y="994"/>
                </a:lnTo>
                <a:lnTo>
                  <a:pt x="103" y="993"/>
                </a:lnTo>
                <a:lnTo>
                  <a:pt x="105" y="991"/>
                </a:lnTo>
                <a:lnTo>
                  <a:pt x="106" y="991"/>
                </a:lnTo>
                <a:lnTo>
                  <a:pt x="106" y="989"/>
                </a:lnTo>
                <a:lnTo>
                  <a:pt x="106" y="988"/>
                </a:lnTo>
                <a:lnTo>
                  <a:pt x="105" y="988"/>
                </a:lnTo>
                <a:lnTo>
                  <a:pt x="104" y="985"/>
                </a:lnTo>
                <a:lnTo>
                  <a:pt x="105" y="984"/>
                </a:lnTo>
                <a:lnTo>
                  <a:pt x="105" y="983"/>
                </a:lnTo>
                <a:lnTo>
                  <a:pt x="105" y="982"/>
                </a:lnTo>
                <a:lnTo>
                  <a:pt x="106" y="981"/>
                </a:lnTo>
                <a:lnTo>
                  <a:pt x="106" y="980"/>
                </a:lnTo>
                <a:lnTo>
                  <a:pt x="106" y="979"/>
                </a:lnTo>
                <a:lnTo>
                  <a:pt x="107" y="979"/>
                </a:lnTo>
                <a:lnTo>
                  <a:pt x="108" y="979"/>
                </a:lnTo>
                <a:lnTo>
                  <a:pt x="110" y="979"/>
                </a:lnTo>
                <a:lnTo>
                  <a:pt x="111" y="979"/>
                </a:lnTo>
                <a:lnTo>
                  <a:pt x="110" y="978"/>
                </a:lnTo>
                <a:lnTo>
                  <a:pt x="110" y="976"/>
                </a:lnTo>
                <a:lnTo>
                  <a:pt x="110" y="973"/>
                </a:lnTo>
                <a:lnTo>
                  <a:pt x="111" y="973"/>
                </a:lnTo>
                <a:lnTo>
                  <a:pt x="111" y="972"/>
                </a:lnTo>
                <a:lnTo>
                  <a:pt x="110" y="971"/>
                </a:lnTo>
                <a:lnTo>
                  <a:pt x="109" y="971"/>
                </a:lnTo>
                <a:lnTo>
                  <a:pt x="108" y="970"/>
                </a:lnTo>
                <a:lnTo>
                  <a:pt x="108" y="969"/>
                </a:lnTo>
                <a:lnTo>
                  <a:pt x="108" y="968"/>
                </a:lnTo>
                <a:lnTo>
                  <a:pt x="108" y="966"/>
                </a:lnTo>
                <a:lnTo>
                  <a:pt x="109" y="965"/>
                </a:lnTo>
                <a:lnTo>
                  <a:pt x="108" y="964"/>
                </a:lnTo>
                <a:lnTo>
                  <a:pt x="106" y="963"/>
                </a:lnTo>
                <a:lnTo>
                  <a:pt x="104" y="963"/>
                </a:lnTo>
                <a:lnTo>
                  <a:pt x="102" y="961"/>
                </a:lnTo>
                <a:lnTo>
                  <a:pt x="102" y="960"/>
                </a:lnTo>
                <a:lnTo>
                  <a:pt x="102" y="959"/>
                </a:lnTo>
                <a:lnTo>
                  <a:pt x="102" y="958"/>
                </a:lnTo>
                <a:lnTo>
                  <a:pt x="100" y="955"/>
                </a:lnTo>
                <a:lnTo>
                  <a:pt x="99" y="953"/>
                </a:lnTo>
                <a:lnTo>
                  <a:pt x="98" y="951"/>
                </a:lnTo>
                <a:lnTo>
                  <a:pt x="97" y="949"/>
                </a:lnTo>
                <a:lnTo>
                  <a:pt x="97" y="948"/>
                </a:lnTo>
                <a:lnTo>
                  <a:pt x="96" y="947"/>
                </a:lnTo>
                <a:lnTo>
                  <a:pt x="95" y="946"/>
                </a:lnTo>
                <a:lnTo>
                  <a:pt x="94" y="944"/>
                </a:lnTo>
                <a:lnTo>
                  <a:pt x="94" y="942"/>
                </a:lnTo>
                <a:lnTo>
                  <a:pt x="94" y="941"/>
                </a:lnTo>
                <a:lnTo>
                  <a:pt x="93" y="940"/>
                </a:lnTo>
                <a:lnTo>
                  <a:pt x="94" y="939"/>
                </a:lnTo>
                <a:lnTo>
                  <a:pt x="94" y="937"/>
                </a:lnTo>
                <a:lnTo>
                  <a:pt x="95" y="937"/>
                </a:lnTo>
                <a:lnTo>
                  <a:pt x="96" y="935"/>
                </a:lnTo>
                <a:lnTo>
                  <a:pt x="99" y="932"/>
                </a:lnTo>
                <a:lnTo>
                  <a:pt x="100" y="930"/>
                </a:lnTo>
                <a:lnTo>
                  <a:pt x="101" y="928"/>
                </a:lnTo>
                <a:lnTo>
                  <a:pt x="101" y="927"/>
                </a:lnTo>
                <a:lnTo>
                  <a:pt x="101" y="926"/>
                </a:lnTo>
                <a:lnTo>
                  <a:pt x="101" y="924"/>
                </a:lnTo>
                <a:lnTo>
                  <a:pt x="101" y="923"/>
                </a:lnTo>
                <a:lnTo>
                  <a:pt x="102" y="923"/>
                </a:lnTo>
                <a:lnTo>
                  <a:pt x="102" y="921"/>
                </a:lnTo>
                <a:lnTo>
                  <a:pt x="102" y="919"/>
                </a:lnTo>
                <a:lnTo>
                  <a:pt x="102" y="918"/>
                </a:lnTo>
                <a:lnTo>
                  <a:pt x="102" y="917"/>
                </a:lnTo>
                <a:lnTo>
                  <a:pt x="104" y="913"/>
                </a:lnTo>
                <a:lnTo>
                  <a:pt x="105" y="912"/>
                </a:lnTo>
                <a:lnTo>
                  <a:pt x="107" y="910"/>
                </a:lnTo>
                <a:lnTo>
                  <a:pt x="108" y="910"/>
                </a:lnTo>
                <a:lnTo>
                  <a:pt x="108" y="909"/>
                </a:lnTo>
                <a:lnTo>
                  <a:pt x="109" y="909"/>
                </a:lnTo>
                <a:lnTo>
                  <a:pt x="109" y="907"/>
                </a:lnTo>
                <a:lnTo>
                  <a:pt x="109" y="906"/>
                </a:lnTo>
                <a:lnTo>
                  <a:pt x="110" y="905"/>
                </a:lnTo>
                <a:lnTo>
                  <a:pt x="111" y="905"/>
                </a:lnTo>
                <a:lnTo>
                  <a:pt x="111" y="904"/>
                </a:lnTo>
                <a:lnTo>
                  <a:pt x="110" y="902"/>
                </a:lnTo>
                <a:lnTo>
                  <a:pt x="110" y="901"/>
                </a:lnTo>
                <a:lnTo>
                  <a:pt x="111" y="900"/>
                </a:lnTo>
                <a:lnTo>
                  <a:pt x="110" y="900"/>
                </a:lnTo>
                <a:lnTo>
                  <a:pt x="110" y="899"/>
                </a:lnTo>
                <a:lnTo>
                  <a:pt x="109" y="899"/>
                </a:lnTo>
                <a:lnTo>
                  <a:pt x="110" y="898"/>
                </a:lnTo>
                <a:lnTo>
                  <a:pt x="110" y="896"/>
                </a:lnTo>
                <a:lnTo>
                  <a:pt x="111" y="896"/>
                </a:lnTo>
                <a:lnTo>
                  <a:pt x="111" y="894"/>
                </a:lnTo>
                <a:lnTo>
                  <a:pt x="110" y="894"/>
                </a:lnTo>
                <a:lnTo>
                  <a:pt x="109" y="893"/>
                </a:lnTo>
                <a:lnTo>
                  <a:pt x="109" y="892"/>
                </a:lnTo>
                <a:lnTo>
                  <a:pt x="109" y="891"/>
                </a:lnTo>
                <a:lnTo>
                  <a:pt x="109" y="890"/>
                </a:lnTo>
                <a:lnTo>
                  <a:pt x="108" y="889"/>
                </a:lnTo>
                <a:lnTo>
                  <a:pt x="109" y="888"/>
                </a:lnTo>
                <a:lnTo>
                  <a:pt x="109" y="887"/>
                </a:lnTo>
                <a:lnTo>
                  <a:pt x="110" y="886"/>
                </a:lnTo>
                <a:lnTo>
                  <a:pt x="110" y="885"/>
                </a:lnTo>
                <a:lnTo>
                  <a:pt x="109" y="884"/>
                </a:lnTo>
                <a:lnTo>
                  <a:pt x="108" y="884"/>
                </a:lnTo>
                <a:lnTo>
                  <a:pt x="107" y="884"/>
                </a:lnTo>
                <a:lnTo>
                  <a:pt x="107" y="883"/>
                </a:lnTo>
                <a:lnTo>
                  <a:pt x="106" y="882"/>
                </a:lnTo>
                <a:lnTo>
                  <a:pt x="105" y="881"/>
                </a:lnTo>
                <a:lnTo>
                  <a:pt x="105" y="880"/>
                </a:lnTo>
                <a:lnTo>
                  <a:pt x="106" y="879"/>
                </a:lnTo>
                <a:lnTo>
                  <a:pt x="107" y="879"/>
                </a:lnTo>
                <a:lnTo>
                  <a:pt x="107" y="877"/>
                </a:lnTo>
                <a:lnTo>
                  <a:pt x="107" y="876"/>
                </a:lnTo>
                <a:lnTo>
                  <a:pt x="109" y="875"/>
                </a:lnTo>
                <a:lnTo>
                  <a:pt x="110" y="873"/>
                </a:lnTo>
                <a:lnTo>
                  <a:pt x="110" y="872"/>
                </a:lnTo>
                <a:lnTo>
                  <a:pt x="110" y="871"/>
                </a:lnTo>
                <a:lnTo>
                  <a:pt x="110" y="870"/>
                </a:lnTo>
                <a:lnTo>
                  <a:pt x="110" y="869"/>
                </a:lnTo>
                <a:lnTo>
                  <a:pt x="110" y="868"/>
                </a:lnTo>
                <a:lnTo>
                  <a:pt x="111" y="867"/>
                </a:lnTo>
                <a:lnTo>
                  <a:pt x="111" y="866"/>
                </a:lnTo>
                <a:lnTo>
                  <a:pt x="111" y="865"/>
                </a:lnTo>
                <a:lnTo>
                  <a:pt x="112" y="865"/>
                </a:lnTo>
                <a:lnTo>
                  <a:pt x="113" y="865"/>
                </a:lnTo>
                <a:lnTo>
                  <a:pt x="114" y="865"/>
                </a:lnTo>
                <a:lnTo>
                  <a:pt x="115" y="865"/>
                </a:lnTo>
                <a:lnTo>
                  <a:pt x="115" y="864"/>
                </a:lnTo>
                <a:lnTo>
                  <a:pt x="116" y="865"/>
                </a:lnTo>
                <a:lnTo>
                  <a:pt x="118" y="867"/>
                </a:lnTo>
                <a:lnTo>
                  <a:pt x="119" y="867"/>
                </a:lnTo>
                <a:lnTo>
                  <a:pt x="120" y="866"/>
                </a:lnTo>
                <a:lnTo>
                  <a:pt x="122" y="866"/>
                </a:lnTo>
                <a:lnTo>
                  <a:pt x="124" y="864"/>
                </a:lnTo>
                <a:lnTo>
                  <a:pt x="125" y="862"/>
                </a:lnTo>
                <a:lnTo>
                  <a:pt x="124" y="862"/>
                </a:lnTo>
                <a:lnTo>
                  <a:pt x="124" y="861"/>
                </a:lnTo>
                <a:lnTo>
                  <a:pt x="123" y="861"/>
                </a:lnTo>
                <a:lnTo>
                  <a:pt x="122" y="861"/>
                </a:lnTo>
                <a:lnTo>
                  <a:pt x="122" y="860"/>
                </a:lnTo>
                <a:lnTo>
                  <a:pt x="123" y="859"/>
                </a:lnTo>
                <a:lnTo>
                  <a:pt x="125" y="858"/>
                </a:lnTo>
                <a:lnTo>
                  <a:pt x="127" y="857"/>
                </a:lnTo>
                <a:lnTo>
                  <a:pt x="129" y="856"/>
                </a:lnTo>
                <a:lnTo>
                  <a:pt x="130" y="856"/>
                </a:lnTo>
                <a:lnTo>
                  <a:pt x="132" y="855"/>
                </a:lnTo>
                <a:lnTo>
                  <a:pt x="133" y="854"/>
                </a:lnTo>
                <a:lnTo>
                  <a:pt x="134" y="854"/>
                </a:lnTo>
                <a:lnTo>
                  <a:pt x="135" y="854"/>
                </a:lnTo>
                <a:lnTo>
                  <a:pt x="136" y="854"/>
                </a:lnTo>
                <a:lnTo>
                  <a:pt x="138" y="852"/>
                </a:lnTo>
                <a:lnTo>
                  <a:pt x="139" y="852"/>
                </a:lnTo>
                <a:lnTo>
                  <a:pt x="139" y="851"/>
                </a:lnTo>
                <a:lnTo>
                  <a:pt x="140" y="851"/>
                </a:lnTo>
                <a:lnTo>
                  <a:pt x="141" y="851"/>
                </a:lnTo>
                <a:lnTo>
                  <a:pt x="142" y="849"/>
                </a:lnTo>
                <a:lnTo>
                  <a:pt x="142" y="848"/>
                </a:lnTo>
                <a:lnTo>
                  <a:pt x="143" y="848"/>
                </a:lnTo>
                <a:lnTo>
                  <a:pt x="144" y="847"/>
                </a:lnTo>
                <a:lnTo>
                  <a:pt x="145" y="847"/>
                </a:lnTo>
                <a:lnTo>
                  <a:pt x="145" y="846"/>
                </a:lnTo>
                <a:lnTo>
                  <a:pt x="144" y="846"/>
                </a:lnTo>
                <a:lnTo>
                  <a:pt x="144" y="845"/>
                </a:lnTo>
                <a:lnTo>
                  <a:pt x="143" y="846"/>
                </a:lnTo>
                <a:lnTo>
                  <a:pt x="142" y="845"/>
                </a:lnTo>
                <a:lnTo>
                  <a:pt x="141" y="845"/>
                </a:lnTo>
                <a:lnTo>
                  <a:pt x="141" y="844"/>
                </a:lnTo>
                <a:lnTo>
                  <a:pt x="141" y="843"/>
                </a:lnTo>
                <a:lnTo>
                  <a:pt x="142" y="843"/>
                </a:lnTo>
                <a:lnTo>
                  <a:pt x="143" y="842"/>
                </a:lnTo>
                <a:lnTo>
                  <a:pt x="143" y="841"/>
                </a:lnTo>
                <a:lnTo>
                  <a:pt x="143" y="840"/>
                </a:lnTo>
                <a:lnTo>
                  <a:pt x="142" y="840"/>
                </a:lnTo>
                <a:lnTo>
                  <a:pt x="141" y="840"/>
                </a:lnTo>
                <a:lnTo>
                  <a:pt x="141" y="839"/>
                </a:lnTo>
                <a:lnTo>
                  <a:pt x="141" y="838"/>
                </a:lnTo>
                <a:lnTo>
                  <a:pt x="140" y="837"/>
                </a:lnTo>
                <a:lnTo>
                  <a:pt x="139" y="837"/>
                </a:lnTo>
                <a:lnTo>
                  <a:pt x="138" y="837"/>
                </a:lnTo>
                <a:lnTo>
                  <a:pt x="137" y="838"/>
                </a:lnTo>
                <a:lnTo>
                  <a:pt x="136" y="838"/>
                </a:lnTo>
                <a:lnTo>
                  <a:pt x="135" y="839"/>
                </a:lnTo>
                <a:lnTo>
                  <a:pt x="134" y="838"/>
                </a:lnTo>
                <a:lnTo>
                  <a:pt x="134" y="837"/>
                </a:lnTo>
                <a:lnTo>
                  <a:pt x="133" y="836"/>
                </a:lnTo>
                <a:lnTo>
                  <a:pt x="131" y="836"/>
                </a:lnTo>
                <a:lnTo>
                  <a:pt x="130" y="837"/>
                </a:lnTo>
                <a:lnTo>
                  <a:pt x="128" y="838"/>
                </a:lnTo>
                <a:lnTo>
                  <a:pt x="127" y="838"/>
                </a:lnTo>
                <a:lnTo>
                  <a:pt x="126" y="838"/>
                </a:lnTo>
                <a:lnTo>
                  <a:pt x="126" y="839"/>
                </a:lnTo>
                <a:lnTo>
                  <a:pt x="125" y="839"/>
                </a:lnTo>
                <a:lnTo>
                  <a:pt x="124" y="840"/>
                </a:lnTo>
                <a:lnTo>
                  <a:pt x="123" y="840"/>
                </a:lnTo>
                <a:lnTo>
                  <a:pt x="122" y="841"/>
                </a:lnTo>
                <a:lnTo>
                  <a:pt x="121" y="841"/>
                </a:lnTo>
                <a:lnTo>
                  <a:pt x="120" y="842"/>
                </a:lnTo>
                <a:lnTo>
                  <a:pt x="119" y="842"/>
                </a:lnTo>
                <a:lnTo>
                  <a:pt x="119" y="843"/>
                </a:lnTo>
                <a:lnTo>
                  <a:pt x="119" y="844"/>
                </a:lnTo>
                <a:lnTo>
                  <a:pt x="118" y="844"/>
                </a:lnTo>
                <a:lnTo>
                  <a:pt x="118" y="845"/>
                </a:lnTo>
                <a:lnTo>
                  <a:pt x="117" y="846"/>
                </a:lnTo>
                <a:lnTo>
                  <a:pt x="118" y="846"/>
                </a:lnTo>
                <a:lnTo>
                  <a:pt x="117" y="846"/>
                </a:lnTo>
                <a:lnTo>
                  <a:pt x="115" y="846"/>
                </a:lnTo>
                <a:lnTo>
                  <a:pt x="114" y="846"/>
                </a:lnTo>
                <a:lnTo>
                  <a:pt x="113" y="846"/>
                </a:lnTo>
                <a:lnTo>
                  <a:pt x="112" y="847"/>
                </a:lnTo>
                <a:lnTo>
                  <a:pt x="112" y="848"/>
                </a:lnTo>
                <a:lnTo>
                  <a:pt x="111" y="848"/>
                </a:lnTo>
                <a:lnTo>
                  <a:pt x="111" y="846"/>
                </a:lnTo>
                <a:lnTo>
                  <a:pt x="111" y="845"/>
                </a:lnTo>
                <a:lnTo>
                  <a:pt x="111" y="844"/>
                </a:lnTo>
                <a:lnTo>
                  <a:pt x="110" y="844"/>
                </a:lnTo>
                <a:lnTo>
                  <a:pt x="109" y="844"/>
                </a:lnTo>
                <a:lnTo>
                  <a:pt x="108" y="844"/>
                </a:lnTo>
                <a:lnTo>
                  <a:pt x="108" y="843"/>
                </a:lnTo>
                <a:lnTo>
                  <a:pt x="107" y="843"/>
                </a:lnTo>
                <a:lnTo>
                  <a:pt x="107" y="844"/>
                </a:lnTo>
                <a:lnTo>
                  <a:pt x="106" y="844"/>
                </a:lnTo>
                <a:lnTo>
                  <a:pt x="106" y="845"/>
                </a:lnTo>
                <a:lnTo>
                  <a:pt x="104" y="844"/>
                </a:lnTo>
                <a:lnTo>
                  <a:pt x="103" y="844"/>
                </a:lnTo>
                <a:lnTo>
                  <a:pt x="102" y="845"/>
                </a:lnTo>
                <a:lnTo>
                  <a:pt x="102" y="846"/>
                </a:lnTo>
                <a:lnTo>
                  <a:pt x="100" y="848"/>
                </a:lnTo>
                <a:lnTo>
                  <a:pt x="98" y="848"/>
                </a:lnTo>
                <a:lnTo>
                  <a:pt x="98" y="849"/>
                </a:lnTo>
                <a:lnTo>
                  <a:pt x="97" y="850"/>
                </a:lnTo>
                <a:lnTo>
                  <a:pt x="95" y="852"/>
                </a:lnTo>
                <a:lnTo>
                  <a:pt x="94" y="852"/>
                </a:lnTo>
                <a:lnTo>
                  <a:pt x="93" y="851"/>
                </a:lnTo>
                <a:lnTo>
                  <a:pt x="92" y="850"/>
                </a:lnTo>
                <a:lnTo>
                  <a:pt x="91" y="849"/>
                </a:lnTo>
                <a:lnTo>
                  <a:pt x="92" y="848"/>
                </a:lnTo>
                <a:lnTo>
                  <a:pt x="93" y="848"/>
                </a:lnTo>
                <a:lnTo>
                  <a:pt x="93" y="847"/>
                </a:lnTo>
                <a:lnTo>
                  <a:pt x="92" y="846"/>
                </a:lnTo>
                <a:lnTo>
                  <a:pt x="91" y="845"/>
                </a:lnTo>
                <a:lnTo>
                  <a:pt x="91" y="844"/>
                </a:lnTo>
                <a:lnTo>
                  <a:pt x="92" y="843"/>
                </a:lnTo>
                <a:lnTo>
                  <a:pt x="93" y="843"/>
                </a:lnTo>
                <a:lnTo>
                  <a:pt x="94" y="842"/>
                </a:lnTo>
                <a:lnTo>
                  <a:pt x="95" y="841"/>
                </a:lnTo>
                <a:lnTo>
                  <a:pt x="95" y="840"/>
                </a:lnTo>
                <a:lnTo>
                  <a:pt x="96" y="840"/>
                </a:lnTo>
                <a:lnTo>
                  <a:pt x="96" y="835"/>
                </a:lnTo>
                <a:lnTo>
                  <a:pt x="96" y="834"/>
                </a:lnTo>
                <a:lnTo>
                  <a:pt x="97" y="832"/>
                </a:lnTo>
                <a:lnTo>
                  <a:pt x="98" y="832"/>
                </a:lnTo>
                <a:lnTo>
                  <a:pt x="100" y="831"/>
                </a:lnTo>
                <a:lnTo>
                  <a:pt x="100" y="830"/>
                </a:lnTo>
                <a:lnTo>
                  <a:pt x="101" y="830"/>
                </a:lnTo>
                <a:lnTo>
                  <a:pt x="101" y="829"/>
                </a:lnTo>
                <a:lnTo>
                  <a:pt x="103" y="828"/>
                </a:lnTo>
                <a:lnTo>
                  <a:pt x="105" y="827"/>
                </a:lnTo>
                <a:lnTo>
                  <a:pt x="104" y="827"/>
                </a:lnTo>
                <a:lnTo>
                  <a:pt x="103" y="826"/>
                </a:lnTo>
                <a:lnTo>
                  <a:pt x="103" y="824"/>
                </a:lnTo>
                <a:lnTo>
                  <a:pt x="103" y="823"/>
                </a:lnTo>
                <a:lnTo>
                  <a:pt x="103" y="822"/>
                </a:lnTo>
                <a:lnTo>
                  <a:pt x="104" y="821"/>
                </a:lnTo>
                <a:lnTo>
                  <a:pt x="104" y="820"/>
                </a:lnTo>
                <a:lnTo>
                  <a:pt x="106" y="818"/>
                </a:lnTo>
                <a:lnTo>
                  <a:pt x="105" y="818"/>
                </a:lnTo>
                <a:lnTo>
                  <a:pt x="105" y="817"/>
                </a:lnTo>
                <a:lnTo>
                  <a:pt x="105" y="816"/>
                </a:lnTo>
                <a:lnTo>
                  <a:pt x="105" y="815"/>
                </a:lnTo>
                <a:lnTo>
                  <a:pt x="105" y="814"/>
                </a:lnTo>
                <a:lnTo>
                  <a:pt x="106" y="813"/>
                </a:lnTo>
                <a:lnTo>
                  <a:pt x="107" y="813"/>
                </a:lnTo>
                <a:lnTo>
                  <a:pt x="107" y="812"/>
                </a:lnTo>
                <a:lnTo>
                  <a:pt x="106" y="812"/>
                </a:lnTo>
                <a:lnTo>
                  <a:pt x="105" y="811"/>
                </a:lnTo>
                <a:lnTo>
                  <a:pt x="105" y="810"/>
                </a:lnTo>
                <a:lnTo>
                  <a:pt x="104" y="809"/>
                </a:lnTo>
                <a:lnTo>
                  <a:pt x="104" y="808"/>
                </a:lnTo>
                <a:lnTo>
                  <a:pt x="105" y="808"/>
                </a:lnTo>
                <a:lnTo>
                  <a:pt x="104" y="807"/>
                </a:lnTo>
                <a:lnTo>
                  <a:pt x="103" y="806"/>
                </a:lnTo>
                <a:lnTo>
                  <a:pt x="103" y="805"/>
                </a:lnTo>
                <a:lnTo>
                  <a:pt x="104" y="805"/>
                </a:lnTo>
                <a:lnTo>
                  <a:pt x="105" y="803"/>
                </a:lnTo>
                <a:lnTo>
                  <a:pt x="105" y="802"/>
                </a:lnTo>
                <a:lnTo>
                  <a:pt x="105" y="801"/>
                </a:lnTo>
                <a:lnTo>
                  <a:pt x="106" y="801"/>
                </a:lnTo>
                <a:lnTo>
                  <a:pt x="107" y="801"/>
                </a:lnTo>
                <a:lnTo>
                  <a:pt x="107" y="800"/>
                </a:lnTo>
                <a:lnTo>
                  <a:pt x="108" y="799"/>
                </a:lnTo>
                <a:lnTo>
                  <a:pt x="108" y="798"/>
                </a:lnTo>
                <a:lnTo>
                  <a:pt x="109" y="797"/>
                </a:lnTo>
                <a:lnTo>
                  <a:pt x="110" y="797"/>
                </a:lnTo>
                <a:lnTo>
                  <a:pt x="110" y="798"/>
                </a:lnTo>
                <a:lnTo>
                  <a:pt x="111" y="798"/>
                </a:lnTo>
                <a:lnTo>
                  <a:pt x="112" y="798"/>
                </a:lnTo>
                <a:lnTo>
                  <a:pt x="113" y="797"/>
                </a:lnTo>
                <a:lnTo>
                  <a:pt x="112" y="796"/>
                </a:lnTo>
                <a:lnTo>
                  <a:pt x="113" y="795"/>
                </a:lnTo>
                <a:lnTo>
                  <a:pt x="112" y="795"/>
                </a:lnTo>
                <a:lnTo>
                  <a:pt x="112" y="794"/>
                </a:lnTo>
                <a:lnTo>
                  <a:pt x="112" y="793"/>
                </a:lnTo>
                <a:lnTo>
                  <a:pt x="112" y="792"/>
                </a:lnTo>
                <a:lnTo>
                  <a:pt x="112" y="791"/>
                </a:lnTo>
                <a:lnTo>
                  <a:pt x="112" y="790"/>
                </a:lnTo>
                <a:lnTo>
                  <a:pt x="112" y="789"/>
                </a:lnTo>
                <a:lnTo>
                  <a:pt x="112" y="787"/>
                </a:lnTo>
                <a:lnTo>
                  <a:pt x="113" y="786"/>
                </a:lnTo>
                <a:lnTo>
                  <a:pt x="114" y="786"/>
                </a:lnTo>
                <a:lnTo>
                  <a:pt x="113" y="785"/>
                </a:lnTo>
                <a:lnTo>
                  <a:pt x="114" y="784"/>
                </a:lnTo>
                <a:lnTo>
                  <a:pt x="114" y="783"/>
                </a:lnTo>
                <a:lnTo>
                  <a:pt x="113" y="783"/>
                </a:lnTo>
                <a:lnTo>
                  <a:pt x="112" y="783"/>
                </a:lnTo>
                <a:lnTo>
                  <a:pt x="110" y="783"/>
                </a:lnTo>
                <a:lnTo>
                  <a:pt x="109" y="783"/>
                </a:lnTo>
                <a:lnTo>
                  <a:pt x="109" y="782"/>
                </a:lnTo>
                <a:lnTo>
                  <a:pt x="108" y="782"/>
                </a:lnTo>
                <a:lnTo>
                  <a:pt x="108" y="781"/>
                </a:lnTo>
                <a:lnTo>
                  <a:pt x="109" y="781"/>
                </a:lnTo>
                <a:lnTo>
                  <a:pt x="109" y="780"/>
                </a:lnTo>
                <a:lnTo>
                  <a:pt x="110" y="780"/>
                </a:lnTo>
                <a:lnTo>
                  <a:pt x="110" y="778"/>
                </a:lnTo>
                <a:lnTo>
                  <a:pt x="110" y="777"/>
                </a:lnTo>
                <a:lnTo>
                  <a:pt x="110" y="776"/>
                </a:lnTo>
                <a:lnTo>
                  <a:pt x="110" y="775"/>
                </a:lnTo>
                <a:lnTo>
                  <a:pt x="111" y="772"/>
                </a:lnTo>
                <a:lnTo>
                  <a:pt x="111" y="771"/>
                </a:lnTo>
                <a:lnTo>
                  <a:pt x="112" y="771"/>
                </a:lnTo>
                <a:lnTo>
                  <a:pt x="112" y="770"/>
                </a:lnTo>
                <a:lnTo>
                  <a:pt x="111" y="769"/>
                </a:lnTo>
                <a:lnTo>
                  <a:pt x="112" y="769"/>
                </a:lnTo>
                <a:lnTo>
                  <a:pt x="112" y="768"/>
                </a:lnTo>
                <a:lnTo>
                  <a:pt x="113" y="766"/>
                </a:lnTo>
                <a:lnTo>
                  <a:pt x="114" y="764"/>
                </a:lnTo>
                <a:lnTo>
                  <a:pt x="113" y="763"/>
                </a:lnTo>
                <a:lnTo>
                  <a:pt x="112" y="763"/>
                </a:lnTo>
                <a:lnTo>
                  <a:pt x="111" y="763"/>
                </a:lnTo>
                <a:lnTo>
                  <a:pt x="109" y="763"/>
                </a:lnTo>
                <a:lnTo>
                  <a:pt x="108" y="764"/>
                </a:lnTo>
                <a:lnTo>
                  <a:pt x="106" y="763"/>
                </a:lnTo>
                <a:lnTo>
                  <a:pt x="105" y="763"/>
                </a:lnTo>
                <a:lnTo>
                  <a:pt x="104" y="763"/>
                </a:lnTo>
                <a:lnTo>
                  <a:pt x="102" y="763"/>
                </a:lnTo>
                <a:lnTo>
                  <a:pt x="101" y="763"/>
                </a:lnTo>
                <a:lnTo>
                  <a:pt x="100" y="762"/>
                </a:lnTo>
                <a:lnTo>
                  <a:pt x="98" y="762"/>
                </a:lnTo>
                <a:lnTo>
                  <a:pt x="97" y="762"/>
                </a:lnTo>
                <a:lnTo>
                  <a:pt x="96" y="762"/>
                </a:lnTo>
                <a:lnTo>
                  <a:pt x="96" y="760"/>
                </a:lnTo>
                <a:lnTo>
                  <a:pt x="97" y="760"/>
                </a:lnTo>
                <a:lnTo>
                  <a:pt x="97" y="759"/>
                </a:lnTo>
                <a:lnTo>
                  <a:pt x="96" y="759"/>
                </a:lnTo>
                <a:lnTo>
                  <a:pt x="95" y="759"/>
                </a:lnTo>
                <a:lnTo>
                  <a:pt x="94" y="758"/>
                </a:lnTo>
                <a:lnTo>
                  <a:pt x="92" y="757"/>
                </a:lnTo>
                <a:lnTo>
                  <a:pt x="91" y="757"/>
                </a:lnTo>
                <a:lnTo>
                  <a:pt x="89" y="757"/>
                </a:lnTo>
                <a:lnTo>
                  <a:pt x="88" y="757"/>
                </a:lnTo>
                <a:lnTo>
                  <a:pt x="87" y="757"/>
                </a:lnTo>
                <a:lnTo>
                  <a:pt x="86" y="757"/>
                </a:lnTo>
                <a:lnTo>
                  <a:pt x="85" y="757"/>
                </a:lnTo>
                <a:lnTo>
                  <a:pt x="83" y="758"/>
                </a:lnTo>
                <a:lnTo>
                  <a:pt x="81" y="758"/>
                </a:lnTo>
                <a:lnTo>
                  <a:pt x="78" y="758"/>
                </a:lnTo>
                <a:lnTo>
                  <a:pt x="76" y="758"/>
                </a:lnTo>
                <a:lnTo>
                  <a:pt x="75" y="758"/>
                </a:lnTo>
                <a:lnTo>
                  <a:pt x="75" y="757"/>
                </a:lnTo>
                <a:lnTo>
                  <a:pt x="75" y="756"/>
                </a:lnTo>
                <a:lnTo>
                  <a:pt x="74" y="756"/>
                </a:lnTo>
                <a:lnTo>
                  <a:pt x="74" y="755"/>
                </a:lnTo>
                <a:lnTo>
                  <a:pt x="73" y="755"/>
                </a:lnTo>
                <a:lnTo>
                  <a:pt x="72" y="754"/>
                </a:lnTo>
                <a:lnTo>
                  <a:pt x="71" y="753"/>
                </a:lnTo>
                <a:lnTo>
                  <a:pt x="70" y="750"/>
                </a:lnTo>
                <a:lnTo>
                  <a:pt x="69" y="750"/>
                </a:lnTo>
                <a:lnTo>
                  <a:pt x="69" y="751"/>
                </a:lnTo>
                <a:lnTo>
                  <a:pt x="68" y="751"/>
                </a:lnTo>
                <a:lnTo>
                  <a:pt x="67" y="750"/>
                </a:lnTo>
                <a:lnTo>
                  <a:pt x="67" y="749"/>
                </a:lnTo>
                <a:lnTo>
                  <a:pt x="67" y="748"/>
                </a:lnTo>
                <a:lnTo>
                  <a:pt x="67" y="747"/>
                </a:lnTo>
                <a:lnTo>
                  <a:pt x="67" y="744"/>
                </a:lnTo>
                <a:lnTo>
                  <a:pt x="67" y="743"/>
                </a:lnTo>
                <a:lnTo>
                  <a:pt x="66" y="743"/>
                </a:lnTo>
                <a:lnTo>
                  <a:pt x="66" y="741"/>
                </a:lnTo>
                <a:lnTo>
                  <a:pt x="66" y="740"/>
                </a:lnTo>
                <a:lnTo>
                  <a:pt x="65" y="740"/>
                </a:lnTo>
                <a:lnTo>
                  <a:pt x="65" y="739"/>
                </a:lnTo>
                <a:lnTo>
                  <a:pt x="65" y="738"/>
                </a:lnTo>
                <a:lnTo>
                  <a:pt x="64" y="736"/>
                </a:lnTo>
                <a:lnTo>
                  <a:pt x="64" y="732"/>
                </a:lnTo>
                <a:lnTo>
                  <a:pt x="63" y="732"/>
                </a:lnTo>
                <a:lnTo>
                  <a:pt x="64" y="731"/>
                </a:lnTo>
                <a:lnTo>
                  <a:pt x="63" y="728"/>
                </a:lnTo>
                <a:lnTo>
                  <a:pt x="62" y="726"/>
                </a:lnTo>
                <a:lnTo>
                  <a:pt x="62" y="725"/>
                </a:lnTo>
                <a:lnTo>
                  <a:pt x="62" y="724"/>
                </a:lnTo>
                <a:lnTo>
                  <a:pt x="61" y="724"/>
                </a:lnTo>
                <a:lnTo>
                  <a:pt x="60" y="722"/>
                </a:lnTo>
                <a:lnTo>
                  <a:pt x="59" y="721"/>
                </a:lnTo>
                <a:lnTo>
                  <a:pt x="60" y="720"/>
                </a:lnTo>
                <a:lnTo>
                  <a:pt x="61" y="718"/>
                </a:lnTo>
                <a:lnTo>
                  <a:pt x="62" y="718"/>
                </a:lnTo>
                <a:lnTo>
                  <a:pt x="62" y="717"/>
                </a:lnTo>
                <a:lnTo>
                  <a:pt x="63" y="717"/>
                </a:lnTo>
                <a:lnTo>
                  <a:pt x="63" y="716"/>
                </a:lnTo>
                <a:lnTo>
                  <a:pt x="63" y="715"/>
                </a:lnTo>
                <a:lnTo>
                  <a:pt x="63" y="714"/>
                </a:lnTo>
                <a:lnTo>
                  <a:pt x="66" y="709"/>
                </a:lnTo>
                <a:lnTo>
                  <a:pt x="69" y="708"/>
                </a:lnTo>
                <a:lnTo>
                  <a:pt x="69" y="707"/>
                </a:lnTo>
                <a:lnTo>
                  <a:pt x="68" y="707"/>
                </a:lnTo>
                <a:lnTo>
                  <a:pt x="68" y="703"/>
                </a:lnTo>
                <a:lnTo>
                  <a:pt x="68" y="701"/>
                </a:lnTo>
                <a:lnTo>
                  <a:pt x="68" y="700"/>
                </a:lnTo>
                <a:lnTo>
                  <a:pt x="69" y="700"/>
                </a:lnTo>
                <a:lnTo>
                  <a:pt x="69" y="699"/>
                </a:lnTo>
                <a:lnTo>
                  <a:pt x="69" y="697"/>
                </a:lnTo>
                <a:lnTo>
                  <a:pt x="69" y="695"/>
                </a:lnTo>
                <a:lnTo>
                  <a:pt x="70" y="693"/>
                </a:lnTo>
                <a:lnTo>
                  <a:pt x="71" y="693"/>
                </a:lnTo>
                <a:lnTo>
                  <a:pt x="72" y="692"/>
                </a:lnTo>
                <a:lnTo>
                  <a:pt x="73" y="691"/>
                </a:lnTo>
                <a:lnTo>
                  <a:pt x="73" y="690"/>
                </a:lnTo>
                <a:lnTo>
                  <a:pt x="73" y="689"/>
                </a:lnTo>
                <a:lnTo>
                  <a:pt x="72" y="688"/>
                </a:lnTo>
                <a:lnTo>
                  <a:pt x="71" y="688"/>
                </a:lnTo>
                <a:lnTo>
                  <a:pt x="70" y="688"/>
                </a:lnTo>
                <a:lnTo>
                  <a:pt x="67" y="688"/>
                </a:lnTo>
                <a:lnTo>
                  <a:pt x="67" y="687"/>
                </a:lnTo>
                <a:lnTo>
                  <a:pt x="66" y="686"/>
                </a:lnTo>
                <a:lnTo>
                  <a:pt x="66" y="685"/>
                </a:lnTo>
                <a:lnTo>
                  <a:pt x="65" y="684"/>
                </a:lnTo>
                <a:lnTo>
                  <a:pt x="62" y="682"/>
                </a:lnTo>
                <a:lnTo>
                  <a:pt x="62" y="681"/>
                </a:lnTo>
                <a:lnTo>
                  <a:pt x="61" y="680"/>
                </a:lnTo>
                <a:lnTo>
                  <a:pt x="61" y="679"/>
                </a:lnTo>
                <a:lnTo>
                  <a:pt x="60" y="677"/>
                </a:lnTo>
                <a:lnTo>
                  <a:pt x="59" y="677"/>
                </a:lnTo>
                <a:lnTo>
                  <a:pt x="57" y="676"/>
                </a:lnTo>
                <a:lnTo>
                  <a:pt x="57" y="675"/>
                </a:lnTo>
                <a:lnTo>
                  <a:pt x="56" y="675"/>
                </a:lnTo>
                <a:lnTo>
                  <a:pt x="53" y="672"/>
                </a:lnTo>
                <a:lnTo>
                  <a:pt x="51" y="672"/>
                </a:lnTo>
                <a:lnTo>
                  <a:pt x="51" y="670"/>
                </a:lnTo>
                <a:lnTo>
                  <a:pt x="50" y="670"/>
                </a:lnTo>
                <a:lnTo>
                  <a:pt x="50" y="669"/>
                </a:lnTo>
                <a:lnTo>
                  <a:pt x="51" y="669"/>
                </a:lnTo>
                <a:lnTo>
                  <a:pt x="51" y="668"/>
                </a:lnTo>
                <a:lnTo>
                  <a:pt x="49" y="665"/>
                </a:lnTo>
                <a:lnTo>
                  <a:pt x="49" y="664"/>
                </a:lnTo>
                <a:lnTo>
                  <a:pt x="49" y="663"/>
                </a:lnTo>
                <a:lnTo>
                  <a:pt x="49" y="662"/>
                </a:lnTo>
                <a:lnTo>
                  <a:pt x="49" y="661"/>
                </a:lnTo>
                <a:lnTo>
                  <a:pt x="48" y="661"/>
                </a:lnTo>
                <a:lnTo>
                  <a:pt x="47" y="662"/>
                </a:lnTo>
                <a:lnTo>
                  <a:pt x="46" y="663"/>
                </a:lnTo>
                <a:lnTo>
                  <a:pt x="45" y="664"/>
                </a:lnTo>
                <a:lnTo>
                  <a:pt x="43" y="663"/>
                </a:lnTo>
                <a:lnTo>
                  <a:pt x="43" y="662"/>
                </a:lnTo>
                <a:lnTo>
                  <a:pt x="43" y="661"/>
                </a:lnTo>
                <a:lnTo>
                  <a:pt x="43" y="658"/>
                </a:lnTo>
                <a:lnTo>
                  <a:pt x="42" y="658"/>
                </a:lnTo>
                <a:lnTo>
                  <a:pt x="43" y="657"/>
                </a:lnTo>
                <a:lnTo>
                  <a:pt x="43" y="655"/>
                </a:lnTo>
                <a:lnTo>
                  <a:pt x="43" y="653"/>
                </a:lnTo>
                <a:lnTo>
                  <a:pt x="45" y="652"/>
                </a:lnTo>
                <a:lnTo>
                  <a:pt x="46" y="651"/>
                </a:lnTo>
                <a:lnTo>
                  <a:pt x="46" y="650"/>
                </a:lnTo>
                <a:lnTo>
                  <a:pt x="46" y="649"/>
                </a:lnTo>
                <a:lnTo>
                  <a:pt x="47" y="648"/>
                </a:lnTo>
                <a:lnTo>
                  <a:pt x="48" y="648"/>
                </a:lnTo>
                <a:lnTo>
                  <a:pt x="49" y="646"/>
                </a:lnTo>
                <a:lnTo>
                  <a:pt x="50" y="641"/>
                </a:lnTo>
                <a:lnTo>
                  <a:pt x="51" y="637"/>
                </a:lnTo>
                <a:lnTo>
                  <a:pt x="52" y="637"/>
                </a:lnTo>
                <a:lnTo>
                  <a:pt x="52" y="636"/>
                </a:lnTo>
                <a:lnTo>
                  <a:pt x="53" y="634"/>
                </a:lnTo>
                <a:lnTo>
                  <a:pt x="54" y="633"/>
                </a:lnTo>
                <a:lnTo>
                  <a:pt x="53" y="633"/>
                </a:lnTo>
                <a:lnTo>
                  <a:pt x="53" y="632"/>
                </a:lnTo>
                <a:lnTo>
                  <a:pt x="54" y="631"/>
                </a:lnTo>
                <a:lnTo>
                  <a:pt x="56" y="624"/>
                </a:lnTo>
                <a:lnTo>
                  <a:pt x="57" y="623"/>
                </a:lnTo>
                <a:lnTo>
                  <a:pt x="57" y="621"/>
                </a:lnTo>
                <a:lnTo>
                  <a:pt x="57" y="620"/>
                </a:lnTo>
                <a:lnTo>
                  <a:pt x="56" y="620"/>
                </a:lnTo>
                <a:lnTo>
                  <a:pt x="54" y="621"/>
                </a:lnTo>
                <a:lnTo>
                  <a:pt x="53" y="617"/>
                </a:lnTo>
                <a:lnTo>
                  <a:pt x="53" y="616"/>
                </a:lnTo>
                <a:lnTo>
                  <a:pt x="54" y="614"/>
                </a:lnTo>
                <a:lnTo>
                  <a:pt x="55" y="613"/>
                </a:lnTo>
                <a:lnTo>
                  <a:pt x="55" y="612"/>
                </a:lnTo>
                <a:lnTo>
                  <a:pt x="56" y="612"/>
                </a:lnTo>
                <a:lnTo>
                  <a:pt x="56" y="611"/>
                </a:lnTo>
                <a:lnTo>
                  <a:pt x="56" y="610"/>
                </a:lnTo>
                <a:lnTo>
                  <a:pt x="56" y="608"/>
                </a:lnTo>
                <a:lnTo>
                  <a:pt x="56" y="607"/>
                </a:lnTo>
                <a:lnTo>
                  <a:pt x="56" y="606"/>
                </a:lnTo>
                <a:lnTo>
                  <a:pt x="56" y="605"/>
                </a:lnTo>
                <a:lnTo>
                  <a:pt x="55" y="603"/>
                </a:lnTo>
                <a:lnTo>
                  <a:pt x="55" y="604"/>
                </a:lnTo>
                <a:lnTo>
                  <a:pt x="53" y="606"/>
                </a:lnTo>
                <a:lnTo>
                  <a:pt x="52" y="606"/>
                </a:lnTo>
                <a:lnTo>
                  <a:pt x="51" y="605"/>
                </a:lnTo>
                <a:lnTo>
                  <a:pt x="49" y="604"/>
                </a:lnTo>
                <a:lnTo>
                  <a:pt x="48" y="605"/>
                </a:lnTo>
                <a:lnTo>
                  <a:pt x="48" y="606"/>
                </a:lnTo>
                <a:lnTo>
                  <a:pt x="47" y="608"/>
                </a:lnTo>
                <a:lnTo>
                  <a:pt x="46" y="607"/>
                </a:lnTo>
                <a:lnTo>
                  <a:pt x="45" y="607"/>
                </a:lnTo>
                <a:lnTo>
                  <a:pt x="45" y="606"/>
                </a:lnTo>
                <a:lnTo>
                  <a:pt x="44" y="606"/>
                </a:lnTo>
                <a:lnTo>
                  <a:pt x="43" y="607"/>
                </a:lnTo>
                <a:lnTo>
                  <a:pt x="42" y="607"/>
                </a:lnTo>
                <a:lnTo>
                  <a:pt x="41" y="607"/>
                </a:lnTo>
                <a:lnTo>
                  <a:pt x="41" y="608"/>
                </a:lnTo>
                <a:lnTo>
                  <a:pt x="37" y="609"/>
                </a:lnTo>
                <a:lnTo>
                  <a:pt x="35" y="610"/>
                </a:lnTo>
                <a:lnTo>
                  <a:pt x="35" y="609"/>
                </a:lnTo>
                <a:lnTo>
                  <a:pt x="34" y="609"/>
                </a:lnTo>
                <a:lnTo>
                  <a:pt x="34" y="610"/>
                </a:lnTo>
                <a:lnTo>
                  <a:pt x="33" y="610"/>
                </a:lnTo>
                <a:lnTo>
                  <a:pt x="33" y="611"/>
                </a:lnTo>
                <a:lnTo>
                  <a:pt x="32" y="612"/>
                </a:lnTo>
                <a:lnTo>
                  <a:pt x="31" y="613"/>
                </a:lnTo>
                <a:lnTo>
                  <a:pt x="30" y="613"/>
                </a:lnTo>
                <a:lnTo>
                  <a:pt x="30" y="612"/>
                </a:lnTo>
                <a:lnTo>
                  <a:pt x="29" y="612"/>
                </a:lnTo>
                <a:lnTo>
                  <a:pt x="29" y="611"/>
                </a:lnTo>
                <a:lnTo>
                  <a:pt x="28" y="611"/>
                </a:lnTo>
                <a:lnTo>
                  <a:pt x="28" y="612"/>
                </a:lnTo>
                <a:lnTo>
                  <a:pt x="28" y="613"/>
                </a:lnTo>
                <a:lnTo>
                  <a:pt x="26" y="615"/>
                </a:lnTo>
                <a:lnTo>
                  <a:pt x="25" y="615"/>
                </a:lnTo>
                <a:lnTo>
                  <a:pt x="21" y="617"/>
                </a:lnTo>
                <a:lnTo>
                  <a:pt x="19" y="615"/>
                </a:lnTo>
                <a:lnTo>
                  <a:pt x="19" y="614"/>
                </a:lnTo>
                <a:lnTo>
                  <a:pt x="18" y="613"/>
                </a:lnTo>
                <a:lnTo>
                  <a:pt x="15" y="612"/>
                </a:lnTo>
                <a:lnTo>
                  <a:pt x="13" y="612"/>
                </a:lnTo>
                <a:lnTo>
                  <a:pt x="12" y="613"/>
                </a:lnTo>
                <a:lnTo>
                  <a:pt x="11" y="613"/>
                </a:lnTo>
                <a:lnTo>
                  <a:pt x="9" y="612"/>
                </a:lnTo>
                <a:lnTo>
                  <a:pt x="8" y="611"/>
                </a:lnTo>
                <a:lnTo>
                  <a:pt x="7" y="611"/>
                </a:lnTo>
                <a:lnTo>
                  <a:pt x="8" y="610"/>
                </a:lnTo>
                <a:lnTo>
                  <a:pt x="8" y="608"/>
                </a:lnTo>
                <a:lnTo>
                  <a:pt x="7" y="608"/>
                </a:lnTo>
                <a:lnTo>
                  <a:pt x="7" y="607"/>
                </a:lnTo>
                <a:lnTo>
                  <a:pt x="6" y="606"/>
                </a:lnTo>
                <a:lnTo>
                  <a:pt x="7" y="605"/>
                </a:lnTo>
                <a:lnTo>
                  <a:pt x="8" y="605"/>
                </a:lnTo>
                <a:lnTo>
                  <a:pt x="9" y="604"/>
                </a:lnTo>
                <a:lnTo>
                  <a:pt x="10" y="603"/>
                </a:lnTo>
                <a:lnTo>
                  <a:pt x="11" y="602"/>
                </a:lnTo>
                <a:lnTo>
                  <a:pt x="12" y="602"/>
                </a:lnTo>
                <a:lnTo>
                  <a:pt x="12" y="601"/>
                </a:lnTo>
                <a:lnTo>
                  <a:pt x="11" y="601"/>
                </a:lnTo>
                <a:lnTo>
                  <a:pt x="11" y="599"/>
                </a:lnTo>
                <a:lnTo>
                  <a:pt x="10" y="599"/>
                </a:lnTo>
                <a:lnTo>
                  <a:pt x="9" y="599"/>
                </a:lnTo>
                <a:lnTo>
                  <a:pt x="8" y="599"/>
                </a:lnTo>
                <a:lnTo>
                  <a:pt x="7" y="599"/>
                </a:lnTo>
                <a:lnTo>
                  <a:pt x="6" y="599"/>
                </a:lnTo>
                <a:lnTo>
                  <a:pt x="5" y="597"/>
                </a:lnTo>
                <a:lnTo>
                  <a:pt x="5" y="596"/>
                </a:lnTo>
                <a:lnTo>
                  <a:pt x="6" y="596"/>
                </a:lnTo>
                <a:lnTo>
                  <a:pt x="6" y="595"/>
                </a:lnTo>
                <a:lnTo>
                  <a:pt x="5" y="592"/>
                </a:lnTo>
                <a:lnTo>
                  <a:pt x="5" y="591"/>
                </a:lnTo>
                <a:lnTo>
                  <a:pt x="4" y="590"/>
                </a:lnTo>
                <a:lnTo>
                  <a:pt x="4" y="589"/>
                </a:lnTo>
                <a:lnTo>
                  <a:pt x="7" y="587"/>
                </a:lnTo>
                <a:lnTo>
                  <a:pt x="9" y="582"/>
                </a:lnTo>
                <a:lnTo>
                  <a:pt x="10" y="580"/>
                </a:lnTo>
                <a:lnTo>
                  <a:pt x="8" y="577"/>
                </a:lnTo>
                <a:lnTo>
                  <a:pt x="7" y="578"/>
                </a:lnTo>
                <a:lnTo>
                  <a:pt x="7" y="579"/>
                </a:lnTo>
                <a:lnTo>
                  <a:pt x="6" y="580"/>
                </a:lnTo>
                <a:lnTo>
                  <a:pt x="4" y="579"/>
                </a:lnTo>
                <a:lnTo>
                  <a:pt x="3" y="579"/>
                </a:lnTo>
                <a:lnTo>
                  <a:pt x="2" y="578"/>
                </a:lnTo>
                <a:lnTo>
                  <a:pt x="1" y="577"/>
                </a:lnTo>
                <a:lnTo>
                  <a:pt x="0" y="576"/>
                </a:lnTo>
                <a:lnTo>
                  <a:pt x="0" y="575"/>
                </a:lnTo>
                <a:lnTo>
                  <a:pt x="1" y="575"/>
                </a:lnTo>
                <a:lnTo>
                  <a:pt x="0" y="574"/>
                </a:lnTo>
                <a:lnTo>
                  <a:pt x="0" y="573"/>
                </a:lnTo>
                <a:lnTo>
                  <a:pt x="0" y="572"/>
                </a:lnTo>
                <a:lnTo>
                  <a:pt x="1" y="571"/>
                </a:lnTo>
                <a:lnTo>
                  <a:pt x="2" y="571"/>
                </a:lnTo>
                <a:lnTo>
                  <a:pt x="3" y="568"/>
                </a:lnTo>
                <a:lnTo>
                  <a:pt x="3" y="567"/>
                </a:lnTo>
                <a:lnTo>
                  <a:pt x="3" y="566"/>
                </a:lnTo>
                <a:lnTo>
                  <a:pt x="4" y="565"/>
                </a:lnTo>
                <a:lnTo>
                  <a:pt x="4" y="564"/>
                </a:lnTo>
                <a:lnTo>
                  <a:pt x="4" y="563"/>
                </a:lnTo>
                <a:lnTo>
                  <a:pt x="3" y="563"/>
                </a:lnTo>
                <a:lnTo>
                  <a:pt x="3" y="560"/>
                </a:lnTo>
                <a:lnTo>
                  <a:pt x="4" y="558"/>
                </a:lnTo>
                <a:lnTo>
                  <a:pt x="4" y="557"/>
                </a:lnTo>
                <a:lnTo>
                  <a:pt x="3" y="557"/>
                </a:lnTo>
                <a:lnTo>
                  <a:pt x="3" y="556"/>
                </a:lnTo>
                <a:lnTo>
                  <a:pt x="3" y="555"/>
                </a:lnTo>
                <a:lnTo>
                  <a:pt x="5" y="554"/>
                </a:lnTo>
                <a:lnTo>
                  <a:pt x="6" y="554"/>
                </a:lnTo>
                <a:lnTo>
                  <a:pt x="8" y="552"/>
                </a:lnTo>
                <a:lnTo>
                  <a:pt x="10" y="550"/>
                </a:lnTo>
                <a:lnTo>
                  <a:pt x="11" y="549"/>
                </a:lnTo>
                <a:lnTo>
                  <a:pt x="12" y="548"/>
                </a:lnTo>
                <a:lnTo>
                  <a:pt x="13" y="543"/>
                </a:lnTo>
                <a:lnTo>
                  <a:pt x="14" y="542"/>
                </a:lnTo>
                <a:lnTo>
                  <a:pt x="15" y="540"/>
                </a:lnTo>
                <a:lnTo>
                  <a:pt x="17" y="537"/>
                </a:lnTo>
                <a:lnTo>
                  <a:pt x="18" y="536"/>
                </a:lnTo>
                <a:lnTo>
                  <a:pt x="19" y="536"/>
                </a:lnTo>
                <a:lnTo>
                  <a:pt x="19" y="535"/>
                </a:lnTo>
                <a:lnTo>
                  <a:pt x="19" y="534"/>
                </a:lnTo>
                <a:lnTo>
                  <a:pt x="18" y="532"/>
                </a:lnTo>
                <a:lnTo>
                  <a:pt x="20" y="529"/>
                </a:lnTo>
                <a:lnTo>
                  <a:pt x="22" y="526"/>
                </a:lnTo>
                <a:lnTo>
                  <a:pt x="25" y="523"/>
                </a:lnTo>
                <a:lnTo>
                  <a:pt x="26" y="523"/>
                </a:lnTo>
                <a:lnTo>
                  <a:pt x="28" y="519"/>
                </a:lnTo>
                <a:lnTo>
                  <a:pt x="29" y="518"/>
                </a:lnTo>
                <a:lnTo>
                  <a:pt x="29" y="516"/>
                </a:lnTo>
                <a:lnTo>
                  <a:pt x="29" y="515"/>
                </a:lnTo>
                <a:lnTo>
                  <a:pt x="27" y="511"/>
                </a:lnTo>
                <a:lnTo>
                  <a:pt x="27" y="509"/>
                </a:lnTo>
                <a:lnTo>
                  <a:pt x="26" y="507"/>
                </a:lnTo>
                <a:lnTo>
                  <a:pt x="25" y="505"/>
                </a:lnTo>
                <a:lnTo>
                  <a:pt x="24" y="505"/>
                </a:lnTo>
                <a:lnTo>
                  <a:pt x="23" y="505"/>
                </a:lnTo>
                <a:lnTo>
                  <a:pt x="21" y="505"/>
                </a:lnTo>
                <a:lnTo>
                  <a:pt x="21" y="504"/>
                </a:lnTo>
                <a:lnTo>
                  <a:pt x="20" y="504"/>
                </a:lnTo>
                <a:lnTo>
                  <a:pt x="21" y="503"/>
                </a:lnTo>
                <a:lnTo>
                  <a:pt x="21" y="502"/>
                </a:lnTo>
                <a:lnTo>
                  <a:pt x="21" y="501"/>
                </a:lnTo>
                <a:lnTo>
                  <a:pt x="22" y="498"/>
                </a:lnTo>
                <a:lnTo>
                  <a:pt x="23" y="495"/>
                </a:lnTo>
                <a:lnTo>
                  <a:pt x="23" y="494"/>
                </a:lnTo>
                <a:lnTo>
                  <a:pt x="23" y="492"/>
                </a:lnTo>
                <a:lnTo>
                  <a:pt x="24" y="492"/>
                </a:lnTo>
                <a:lnTo>
                  <a:pt x="24" y="491"/>
                </a:lnTo>
                <a:lnTo>
                  <a:pt x="26" y="488"/>
                </a:lnTo>
                <a:lnTo>
                  <a:pt x="28" y="487"/>
                </a:lnTo>
                <a:lnTo>
                  <a:pt x="31" y="487"/>
                </a:lnTo>
                <a:lnTo>
                  <a:pt x="31" y="486"/>
                </a:lnTo>
                <a:lnTo>
                  <a:pt x="31" y="485"/>
                </a:lnTo>
                <a:lnTo>
                  <a:pt x="31" y="483"/>
                </a:lnTo>
                <a:lnTo>
                  <a:pt x="32" y="483"/>
                </a:lnTo>
                <a:lnTo>
                  <a:pt x="32" y="482"/>
                </a:lnTo>
                <a:lnTo>
                  <a:pt x="34" y="481"/>
                </a:lnTo>
                <a:lnTo>
                  <a:pt x="36" y="481"/>
                </a:lnTo>
                <a:lnTo>
                  <a:pt x="36" y="482"/>
                </a:lnTo>
                <a:lnTo>
                  <a:pt x="37" y="482"/>
                </a:lnTo>
                <a:lnTo>
                  <a:pt x="40" y="483"/>
                </a:lnTo>
                <a:lnTo>
                  <a:pt x="41" y="482"/>
                </a:lnTo>
                <a:lnTo>
                  <a:pt x="41" y="481"/>
                </a:lnTo>
                <a:lnTo>
                  <a:pt x="41" y="480"/>
                </a:lnTo>
                <a:lnTo>
                  <a:pt x="41" y="479"/>
                </a:lnTo>
                <a:lnTo>
                  <a:pt x="41" y="477"/>
                </a:lnTo>
                <a:lnTo>
                  <a:pt x="42" y="477"/>
                </a:lnTo>
                <a:lnTo>
                  <a:pt x="42" y="476"/>
                </a:lnTo>
                <a:lnTo>
                  <a:pt x="42" y="475"/>
                </a:lnTo>
                <a:lnTo>
                  <a:pt x="43" y="475"/>
                </a:lnTo>
                <a:lnTo>
                  <a:pt x="43" y="474"/>
                </a:lnTo>
                <a:lnTo>
                  <a:pt x="43" y="475"/>
                </a:lnTo>
                <a:lnTo>
                  <a:pt x="44" y="475"/>
                </a:lnTo>
                <a:lnTo>
                  <a:pt x="45" y="476"/>
                </a:lnTo>
                <a:lnTo>
                  <a:pt x="45" y="477"/>
                </a:lnTo>
                <a:lnTo>
                  <a:pt x="46" y="478"/>
                </a:lnTo>
                <a:lnTo>
                  <a:pt x="46" y="477"/>
                </a:lnTo>
                <a:lnTo>
                  <a:pt x="47" y="477"/>
                </a:lnTo>
                <a:lnTo>
                  <a:pt x="48" y="478"/>
                </a:lnTo>
                <a:lnTo>
                  <a:pt x="49" y="478"/>
                </a:lnTo>
                <a:lnTo>
                  <a:pt x="50" y="478"/>
                </a:lnTo>
                <a:lnTo>
                  <a:pt x="52" y="477"/>
                </a:lnTo>
                <a:lnTo>
                  <a:pt x="52" y="476"/>
                </a:lnTo>
                <a:lnTo>
                  <a:pt x="52" y="475"/>
                </a:lnTo>
                <a:lnTo>
                  <a:pt x="53" y="475"/>
                </a:lnTo>
                <a:lnTo>
                  <a:pt x="54" y="474"/>
                </a:lnTo>
                <a:lnTo>
                  <a:pt x="55" y="474"/>
                </a:lnTo>
                <a:lnTo>
                  <a:pt x="54" y="474"/>
                </a:lnTo>
                <a:lnTo>
                  <a:pt x="54" y="473"/>
                </a:lnTo>
                <a:lnTo>
                  <a:pt x="54" y="471"/>
                </a:lnTo>
                <a:lnTo>
                  <a:pt x="55" y="471"/>
                </a:lnTo>
                <a:lnTo>
                  <a:pt x="55" y="472"/>
                </a:lnTo>
                <a:lnTo>
                  <a:pt x="56" y="472"/>
                </a:lnTo>
                <a:lnTo>
                  <a:pt x="56" y="473"/>
                </a:lnTo>
                <a:lnTo>
                  <a:pt x="57" y="473"/>
                </a:lnTo>
                <a:lnTo>
                  <a:pt x="57" y="472"/>
                </a:lnTo>
                <a:lnTo>
                  <a:pt x="58" y="472"/>
                </a:lnTo>
                <a:lnTo>
                  <a:pt x="59" y="472"/>
                </a:lnTo>
                <a:lnTo>
                  <a:pt x="60" y="472"/>
                </a:lnTo>
                <a:lnTo>
                  <a:pt x="60" y="471"/>
                </a:lnTo>
                <a:lnTo>
                  <a:pt x="61" y="470"/>
                </a:lnTo>
                <a:lnTo>
                  <a:pt x="60" y="470"/>
                </a:lnTo>
                <a:lnTo>
                  <a:pt x="59" y="469"/>
                </a:lnTo>
                <a:lnTo>
                  <a:pt x="59" y="467"/>
                </a:lnTo>
                <a:lnTo>
                  <a:pt x="60" y="467"/>
                </a:lnTo>
                <a:lnTo>
                  <a:pt x="60" y="466"/>
                </a:lnTo>
                <a:lnTo>
                  <a:pt x="61" y="466"/>
                </a:lnTo>
                <a:lnTo>
                  <a:pt x="62" y="466"/>
                </a:lnTo>
                <a:lnTo>
                  <a:pt x="63" y="466"/>
                </a:lnTo>
                <a:lnTo>
                  <a:pt x="64" y="466"/>
                </a:lnTo>
                <a:lnTo>
                  <a:pt x="65" y="466"/>
                </a:lnTo>
                <a:lnTo>
                  <a:pt x="66" y="466"/>
                </a:lnTo>
                <a:lnTo>
                  <a:pt x="67" y="466"/>
                </a:lnTo>
                <a:lnTo>
                  <a:pt x="68" y="466"/>
                </a:lnTo>
                <a:lnTo>
                  <a:pt x="69" y="466"/>
                </a:lnTo>
                <a:lnTo>
                  <a:pt x="70" y="466"/>
                </a:lnTo>
                <a:lnTo>
                  <a:pt x="70" y="467"/>
                </a:lnTo>
                <a:lnTo>
                  <a:pt x="71" y="467"/>
                </a:lnTo>
                <a:lnTo>
                  <a:pt x="71" y="466"/>
                </a:lnTo>
                <a:lnTo>
                  <a:pt x="71" y="465"/>
                </a:lnTo>
                <a:lnTo>
                  <a:pt x="72" y="465"/>
                </a:lnTo>
                <a:lnTo>
                  <a:pt x="72" y="464"/>
                </a:lnTo>
                <a:lnTo>
                  <a:pt x="72" y="463"/>
                </a:lnTo>
                <a:lnTo>
                  <a:pt x="73" y="463"/>
                </a:lnTo>
                <a:lnTo>
                  <a:pt x="74" y="462"/>
                </a:lnTo>
                <a:lnTo>
                  <a:pt x="74" y="461"/>
                </a:lnTo>
                <a:lnTo>
                  <a:pt x="73" y="460"/>
                </a:lnTo>
                <a:lnTo>
                  <a:pt x="73" y="459"/>
                </a:lnTo>
                <a:lnTo>
                  <a:pt x="72" y="458"/>
                </a:lnTo>
                <a:lnTo>
                  <a:pt x="73" y="458"/>
                </a:lnTo>
                <a:lnTo>
                  <a:pt x="72" y="458"/>
                </a:lnTo>
                <a:lnTo>
                  <a:pt x="72" y="457"/>
                </a:lnTo>
                <a:lnTo>
                  <a:pt x="71" y="457"/>
                </a:lnTo>
                <a:lnTo>
                  <a:pt x="70" y="457"/>
                </a:lnTo>
                <a:lnTo>
                  <a:pt x="69" y="456"/>
                </a:lnTo>
                <a:lnTo>
                  <a:pt x="70" y="456"/>
                </a:lnTo>
                <a:lnTo>
                  <a:pt x="71" y="456"/>
                </a:lnTo>
                <a:lnTo>
                  <a:pt x="70" y="456"/>
                </a:lnTo>
                <a:lnTo>
                  <a:pt x="71" y="456"/>
                </a:lnTo>
                <a:lnTo>
                  <a:pt x="70" y="455"/>
                </a:lnTo>
                <a:lnTo>
                  <a:pt x="70" y="454"/>
                </a:lnTo>
                <a:lnTo>
                  <a:pt x="69" y="454"/>
                </a:lnTo>
                <a:lnTo>
                  <a:pt x="69" y="453"/>
                </a:lnTo>
                <a:lnTo>
                  <a:pt x="68" y="453"/>
                </a:lnTo>
                <a:lnTo>
                  <a:pt x="68" y="452"/>
                </a:lnTo>
                <a:lnTo>
                  <a:pt x="68" y="451"/>
                </a:lnTo>
                <a:lnTo>
                  <a:pt x="68" y="450"/>
                </a:lnTo>
                <a:lnTo>
                  <a:pt x="68" y="449"/>
                </a:lnTo>
                <a:lnTo>
                  <a:pt x="67" y="449"/>
                </a:lnTo>
                <a:lnTo>
                  <a:pt x="67" y="448"/>
                </a:lnTo>
                <a:lnTo>
                  <a:pt x="66" y="449"/>
                </a:lnTo>
                <a:lnTo>
                  <a:pt x="66" y="448"/>
                </a:lnTo>
                <a:lnTo>
                  <a:pt x="66" y="447"/>
                </a:lnTo>
                <a:lnTo>
                  <a:pt x="66" y="446"/>
                </a:lnTo>
                <a:lnTo>
                  <a:pt x="66" y="445"/>
                </a:lnTo>
                <a:lnTo>
                  <a:pt x="65" y="445"/>
                </a:lnTo>
                <a:lnTo>
                  <a:pt x="66" y="445"/>
                </a:lnTo>
                <a:lnTo>
                  <a:pt x="66" y="444"/>
                </a:lnTo>
                <a:lnTo>
                  <a:pt x="65" y="444"/>
                </a:lnTo>
                <a:lnTo>
                  <a:pt x="64" y="444"/>
                </a:lnTo>
                <a:lnTo>
                  <a:pt x="64" y="443"/>
                </a:lnTo>
                <a:lnTo>
                  <a:pt x="63" y="442"/>
                </a:lnTo>
                <a:lnTo>
                  <a:pt x="63" y="441"/>
                </a:lnTo>
                <a:lnTo>
                  <a:pt x="63" y="440"/>
                </a:lnTo>
                <a:lnTo>
                  <a:pt x="64" y="440"/>
                </a:lnTo>
                <a:lnTo>
                  <a:pt x="65" y="440"/>
                </a:lnTo>
                <a:lnTo>
                  <a:pt x="65" y="439"/>
                </a:lnTo>
                <a:lnTo>
                  <a:pt x="67" y="438"/>
                </a:lnTo>
                <a:lnTo>
                  <a:pt x="68" y="438"/>
                </a:lnTo>
                <a:lnTo>
                  <a:pt x="69" y="438"/>
                </a:lnTo>
                <a:lnTo>
                  <a:pt x="70" y="438"/>
                </a:lnTo>
                <a:lnTo>
                  <a:pt x="71" y="438"/>
                </a:lnTo>
                <a:lnTo>
                  <a:pt x="72" y="437"/>
                </a:lnTo>
                <a:lnTo>
                  <a:pt x="73" y="437"/>
                </a:lnTo>
                <a:lnTo>
                  <a:pt x="73" y="438"/>
                </a:lnTo>
                <a:lnTo>
                  <a:pt x="74" y="438"/>
                </a:lnTo>
                <a:lnTo>
                  <a:pt x="75" y="438"/>
                </a:lnTo>
                <a:lnTo>
                  <a:pt x="76" y="438"/>
                </a:lnTo>
                <a:lnTo>
                  <a:pt x="77" y="437"/>
                </a:lnTo>
                <a:lnTo>
                  <a:pt x="78" y="437"/>
                </a:lnTo>
                <a:lnTo>
                  <a:pt x="78" y="436"/>
                </a:lnTo>
                <a:lnTo>
                  <a:pt x="79" y="436"/>
                </a:lnTo>
                <a:lnTo>
                  <a:pt x="80" y="436"/>
                </a:lnTo>
                <a:lnTo>
                  <a:pt x="80" y="435"/>
                </a:lnTo>
                <a:lnTo>
                  <a:pt x="81" y="435"/>
                </a:lnTo>
                <a:lnTo>
                  <a:pt x="82" y="435"/>
                </a:lnTo>
                <a:lnTo>
                  <a:pt x="83" y="434"/>
                </a:lnTo>
                <a:lnTo>
                  <a:pt x="82" y="433"/>
                </a:lnTo>
                <a:lnTo>
                  <a:pt x="82" y="432"/>
                </a:lnTo>
                <a:lnTo>
                  <a:pt x="83" y="432"/>
                </a:lnTo>
                <a:lnTo>
                  <a:pt x="82" y="431"/>
                </a:lnTo>
                <a:lnTo>
                  <a:pt x="82" y="430"/>
                </a:lnTo>
                <a:lnTo>
                  <a:pt x="83" y="430"/>
                </a:lnTo>
                <a:lnTo>
                  <a:pt x="84" y="429"/>
                </a:lnTo>
                <a:lnTo>
                  <a:pt x="84" y="428"/>
                </a:lnTo>
                <a:lnTo>
                  <a:pt x="85" y="428"/>
                </a:lnTo>
                <a:lnTo>
                  <a:pt x="85" y="427"/>
                </a:lnTo>
                <a:lnTo>
                  <a:pt x="86" y="426"/>
                </a:lnTo>
                <a:lnTo>
                  <a:pt x="86" y="425"/>
                </a:lnTo>
                <a:lnTo>
                  <a:pt x="87" y="424"/>
                </a:lnTo>
                <a:lnTo>
                  <a:pt x="88" y="423"/>
                </a:lnTo>
                <a:lnTo>
                  <a:pt x="88" y="422"/>
                </a:lnTo>
                <a:lnTo>
                  <a:pt x="88" y="421"/>
                </a:lnTo>
                <a:lnTo>
                  <a:pt x="89" y="421"/>
                </a:lnTo>
                <a:lnTo>
                  <a:pt x="89" y="420"/>
                </a:lnTo>
                <a:lnTo>
                  <a:pt x="90" y="421"/>
                </a:lnTo>
                <a:lnTo>
                  <a:pt x="91" y="420"/>
                </a:lnTo>
                <a:lnTo>
                  <a:pt x="92" y="419"/>
                </a:lnTo>
                <a:lnTo>
                  <a:pt x="93" y="419"/>
                </a:lnTo>
                <a:lnTo>
                  <a:pt x="94" y="420"/>
                </a:lnTo>
                <a:lnTo>
                  <a:pt x="95" y="420"/>
                </a:lnTo>
                <a:lnTo>
                  <a:pt x="95" y="419"/>
                </a:lnTo>
                <a:lnTo>
                  <a:pt x="95" y="418"/>
                </a:lnTo>
                <a:lnTo>
                  <a:pt x="95" y="417"/>
                </a:lnTo>
                <a:lnTo>
                  <a:pt x="95" y="416"/>
                </a:lnTo>
                <a:lnTo>
                  <a:pt x="96" y="416"/>
                </a:lnTo>
                <a:lnTo>
                  <a:pt x="97" y="416"/>
                </a:lnTo>
                <a:lnTo>
                  <a:pt x="97" y="415"/>
                </a:lnTo>
                <a:lnTo>
                  <a:pt x="97" y="413"/>
                </a:lnTo>
                <a:lnTo>
                  <a:pt x="96" y="413"/>
                </a:lnTo>
                <a:lnTo>
                  <a:pt x="97" y="412"/>
                </a:lnTo>
                <a:lnTo>
                  <a:pt x="97" y="411"/>
                </a:lnTo>
                <a:lnTo>
                  <a:pt x="98" y="411"/>
                </a:lnTo>
                <a:lnTo>
                  <a:pt x="99" y="412"/>
                </a:lnTo>
                <a:lnTo>
                  <a:pt x="100" y="412"/>
                </a:lnTo>
                <a:lnTo>
                  <a:pt x="100" y="411"/>
                </a:lnTo>
                <a:lnTo>
                  <a:pt x="100" y="410"/>
                </a:lnTo>
                <a:lnTo>
                  <a:pt x="101" y="410"/>
                </a:lnTo>
                <a:lnTo>
                  <a:pt x="102" y="409"/>
                </a:lnTo>
                <a:lnTo>
                  <a:pt x="102" y="408"/>
                </a:lnTo>
                <a:lnTo>
                  <a:pt x="103" y="406"/>
                </a:lnTo>
                <a:lnTo>
                  <a:pt x="104" y="406"/>
                </a:lnTo>
                <a:lnTo>
                  <a:pt x="104" y="405"/>
                </a:lnTo>
                <a:lnTo>
                  <a:pt x="105" y="405"/>
                </a:lnTo>
                <a:lnTo>
                  <a:pt x="106" y="405"/>
                </a:lnTo>
                <a:lnTo>
                  <a:pt x="107" y="404"/>
                </a:lnTo>
                <a:lnTo>
                  <a:pt x="106" y="403"/>
                </a:lnTo>
                <a:lnTo>
                  <a:pt x="105" y="401"/>
                </a:lnTo>
                <a:lnTo>
                  <a:pt x="105" y="402"/>
                </a:lnTo>
                <a:lnTo>
                  <a:pt x="104" y="402"/>
                </a:lnTo>
                <a:lnTo>
                  <a:pt x="105" y="401"/>
                </a:lnTo>
                <a:lnTo>
                  <a:pt x="105" y="400"/>
                </a:lnTo>
                <a:lnTo>
                  <a:pt x="104" y="400"/>
                </a:lnTo>
                <a:lnTo>
                  <a:pt x="104" y="399"/>
                </a:lnTo>
                <a:lnTo>
                  <a:pt x="105" y="400"/>
                </a:lnTo>
                <a:lnTo>
                  <a:pt x="105" y="399"/>
                </a:lnTo>
                <a:lnTo>
                  <a:pt x="106" y="399"/>
                </a:lnTo>
                <a:lnTo>
                  <a:pt x="107" y="398"/>
                </a:lnTo>
                <a:lnTo>
                  <a:pt x="107" y="397"/>
                </a:lnTo>
                <a:lnTo>
                  <a:pt x="106" y="396"/>
                </a:lnTo>
                <a:lnTo>
                  <a:pt x="105" y="396"/>
                </a:lnTo>
                <a:lnTo>
                  <a:pt x="105" y="395"/>
                </a:lnTo>
                <a:lnTo>
                  <a:pt x="105" y="394"/>
                </a:lnTo>
                <a:lnTo>
                  <a:pt x="106" y="394"/>
                </a:lnTo>
                <a:lnTo>
                  <a:pt x="106" y="393"/>
                </a:lnTo>
                <a:lnTo>
                  <a:pt x="106" y="392"/>
                </a:lnTo>
                <a:lnTo>
                  <a:pt x="106" y="391"/>
                </a:lnTo>
                <a:lnTo>
                  <a:pt x="105" y="390"/>
                </a:lnTo>
                <a:lnTo>
                  <a:pt x="105" y="389"/>
                </a:lnTo>
                <a:lnTo>
                  <a:pt x="104" y="389"/>
                </a:lnTo>
                <a:lnTo>
                  <a:pt x="103" y="389"/>
                </a:lnTo>
                <a:lnTo>
                  <a:pt x="102" y="389"/>
                </a:lnTo>
                <a:lnTo>
                  <a:pt x="101" y="389"/>
                </a:lnTo>
                <a:lnTo>
                  <a:pt x="100" y="389"/>
                </a:lnTo>
                <a:lnTo>
                  <a:pt x="99" y="388"/>
                </a:lnTo>
                <a:lnTo>
                  <a:pt x="98" y="388"/>
                </a:lnTo>
                <a:lnTo>
                  <a:pt x="97" y="387"/>
                </a:lnTo>
                <a:lnTo>
                  <a:pt x="96" y="385"/>
                </a:lnTo>
                <a:lnTo>
                  <a:pt x="94" y="383"/>
                </a:lnTo>
                <a:lnTo>
                  <a:pt x="93" y="383"/>
                </a:lnTo>
                <a:lnTo>
                  <a:pt x="93" y="382"/>
                </a:lnTo>
                <a:lnTo>
                  <a:pt x="92" y="382"/>
                </a:lnTo>
                <a:lnTo>
                  <a:pt x="91" y="382"/>
                </a:lnTo>
                <a:lnTo>
                  <a:pt x="91" y="381"/>
                </a:lnTo>
                <a:lnTo>
                  <a:pt x="92" y="381"/>
                </a:lnTo>
                <a:lnTo>
                  <a:pt x="93" y="380"/>
                </a:lnTo>
                <a:lnTo>
                  <a:pt x="93" y="379"/>
                </a:lnTo>
                <a:lnTo>
                  <a:pt x="94" y="378"/>
                </a:lnTo>
                <a:lnTo>
                  <a:pt x="94" y="377"/>
                </a:lnTo>
                <a:lnTo>
                  <a:pt x="95" y="377"/>
                </a:lnTo>
                <a:lnTo>
                  <a:pt x="96" y="376"/>
                </a:lnTo>
                <a:lnTo>
                  <a:pt x="97" y="375"/>
                </a:lnTo>
                <a:lnTo>
                  <a:pt x="97" y="374"/>
                </a:lnTo>
                <a:lnTo>
                  <a:pt x="97" y="371"/>
                </a:lnTo>
                <a:lnTo>
                  <a:pt x="96" y="371"/>
                </a:lnTo>
                <a:lnTo>
                  <a:pt x="95" y="371"/>
                </a:lnTo>
                <a:lnTo>
                  <a:pt x="95" y="370"/>
                </a:lnTo>
                <a:lnTo>
                  <a:pt x="94" y="370"/>
                </a:lnTo>
                <a:lnTo>
                  <a:pt x="93" y="370"/>
                </a:lnTo>
                <a:lnTo>
                  <a:pt x="93" y="369"/>
                </a:lnTo>
                <a:lnTo>
                  <a:pt x="92" y="369"/>
                </a:lnTo>
                <a:lnTo>
                  <a:pt x="91" y="369"/>
                </a:lnTo>
                <a:lnTo>
                  <a:pt x="90" y="369"/>
                </a:lnTo>
                <a:lnTo>
                  <a:pt x="89" y="370"/>
                </a:lnTo>
                <a:lnTo>
                  <a:pt x="87" y="369"/>
                </a:lnTo>
                <a:lnTo>
                  <a:pt x="86" y="368"/>
                </a:lnTo>
                <a:lnTo>
                  <a:pt x="85" y="368"/>
                </a:lnTo>
                <a:lnTo>
                  <a:pt x="84" y="367"/>
                </a:lnTo>
                <a:lnTo>
                  <a:pt x="84" y="366"/>
                </a:lnTo>
                <a:lnTo>
                  <a:pt x="83" y="365"/>
                </a:lnTo>
                <a:lnTo>
                  <a:pt x="82" y="365"/>
                </a:lnTo>
                <a:lnTo>
                  <a:pt x="82" y="364"/>
                </a:lnTo>
                <a:lnTo>
                  <a:pt x="82" y="363"/>
                </a:lnTo>
                <a:lnTo>
                  <a:pt x="81" y="362"/>
                </a:lnTo>
                <a:lnTo>
                  <a:pt x="80" y="362"/>
                </a:lnTo>
                <a:lnTo>
                  <a:pt x="79" y="362"/>
                </a:lnTo>
                <a:lnTo>
                  <a:pt x="79" y="363"/>
                </a:lnTo>
                <a:lnTo>
                  <a:pt x="79" y="362"/>
                </a:lnTo>
                <a:lnTo>
                  <a:pt x="78" y="362"/>
                </a:lnTo>
                <a:lnTo>
                  <a:pt x="77" y="362"/>
                </a:lnTo>
                <a:lnTo>
                  <a:pt x="75" y="362"/>
                </a:lnTo>
                <a:lnTo>
                  <a:pt x="74" y="361"/>
                </a:lnTo>
                <a:lnTo>
                  <a:pt x="73" y="360"/>
                </a:lnTo>
                <a:lnTo>
                  <a:pt x="72" y="359"/>
                </a:lnTo>
                <a:lnTo>
                  <a:pt x="72" y="358"/>
                </a:lnTo>
                <a:lnTo>
                  <a:pt x="73" y="358"/>
                </a:lnTo>
                <a:lnTo>
                  <a:pt x="74" y="357"/>
                </a:lnTo>
                <a:lnTo>
                  <a:pt x="74" y="356"/>
                </a:lnTo>
                <a:lnTo>
                  <a:pt x="74" y="355"/>
                </a:lnTo>
                <a:lnTo>
                  <a:pt x="75" y="354"/>
                </a:lnTo>
                <a:lnTo>
                  <a:pt x="74" y="353"/>
                </a:lnTo>
                <a:lnTo>
                  <a:pt x="75" y="353"/>
                </a:lnTo>
                <a:lnTo>
                  <a:pt x="76" y="352"/>
                </a:lnTo>
                <a:lnTo>
                  <a:pt x="78" y="352"/>
                </a:lnTo>
                <a:lnTo>
                  <a:pt x="78" y="351"/>
                </a:lnTo>
                <a:lnTo>
                  <a:pt x="78" y="350"/>
                </a:lnTo>
                <a:lnTo>
                  <a:pt x="78" y="349"/>
                </a:lnTo>
                <a:lnTo>
                  <a:pt x="79" y="349"/>
                </a:lnTo>
                <a:lnTo>
                  <a:pt x="79" y="348"/>
                </a:lnTo>
                <a:lnTo>
                  <a:pt x="79" y="347"/>
                </a:lnTo>
                <a:lnTo>
                  <a:pt x="79" y="346"/>
                </a:lnTo>
                <a:lnTo>
                  <a:pt x="78" y="346"/>
                </a:lnTo>
                <a:lnTo>
                  <a:pt x="77" y="345"/>
                </a:lnTo>
                <a:lnTo>
                  <a:pt x="77" y="344"/>
                </a:lnTo>
                <a:lnTo>
                  <a:pt x="78" y="343"/>
                </a:lnTo>
                <a:lnTo>
                  <a:pt x="78" y="342"/>
                </a:lnTo>
                <a:lnTo>
                  <a:pt x="79" y="341"/>
                </a:lnTo>
                <a:lnTo>
                  <a:pt x="79" y="340"/>
                </a:lnTo>
                <a:lnTo>
                  <a:pt x="78" y="340"/>
                </a:lnTo>
                <a:lnTo>
                  <a:pt x="78" y="339"/>
                </a:lnTo>
                <a:lnTo>
                  <a:pt x="78" y="338"/>
                </a:lnTo>
                <a:lnTo>
                  <a:pt x="78" y="337"/>
                </a:lnTo>
                <a:lnTo>
                  <a:pt x="78" y="336"/>
                </a:lnTo>
                <a:lnTo>
                  <a:pt x="78" y="335"/>
                </a:lnTo>
                <a:lnTo>
                  <a:pt x="78" y="334"/>
                </a:lnTo>
                <a:lnTo>
                  <a:pt x="77" y="334"/>
                </a:lnTo>
                <a:lnTo>
                  <a:pt x="77" y="333"/>
                </a:lnTo>
                <a:lnTo>
                  <a:pt x="76" y="333"/>
                </a:lnTo>
                <a:lnTo>
                  <a:pt x="76" y="332"/>
                </a:lnTo>
                <a:lnTo>
                  <a:pt x="76" y="331"/>
                </a:lnTo>
                <a:lnTo>
                  <a:pt x="76" y="330"/>
                </a:lnTo>
                <a:lnTo>
                  <a:pt x="76" y="329"/>
                </a:lnTo>
                <a:lnTo>
                  <a:pt x="77" y="329"/>
                </a:lnTo>
                <a:lnTo>
                  <a:pt x="78" y="328"/>
                </a:lnTo>
                <a:lnTo>
                  <a:pt x="79" y="328"/>
                </a:lnTo>
                <a:lnTo>
                  <a:pt x="79" y="325"/>
                </a:lnTo>
                <a:lnTo>
                  <a:pt x="80" y="325"/>
                </a:lnTo>
                <a:lnTo>
                  <a:pt x="80" y="324"/>
                </a:lnTo>
                <a:lnTo>
                  <a:pt x="80" y="323"/>
                </a:lnTo>
                <a:lnTo>
                  <a:pt x="80" y="322"/>
                </a:lnTo>
                <a:lnTo>
                  <a:pt x="80" y="321"/>
                </a:lnTo>
                <a:lnTo>
                  <a:pt x="80" y="320"/>
                </a:lnTo>
                <a:lnTo>
                  <a:pt x="80" y="319"/>
                </a:lnTo>
                <a:lnTo>
                  <a:pt x="80" y="318"/>
                </a:lnTo>
                <a:lnTo>
                  <a:pt x="81" y="316"/>
                </a:lnTo>
                <a:lnTo>
                  <a:pt x="81" y="315"/>
                </a:lnTo>
                <a:lnTo>
                  <a:pt x="80" y="314"/>
                </a:lnTo>
                <a:lnTo>
                  <a:pt x="79" y="313"/>
                </a:lnTo>
                <a:lnTo>
                  <a:pt x="78" y="313"/>
                </a:lnTo>
                <a:lnTo>
                  <a:pt x="77" y="312"/>
                </a:lnTo>
                <a:lnTo>
                  <a:pt x="77" y="310"/>
                </a:lnTo>
                <a:lnTo>
                  <a:pt x="78" y="310"/>
                </a:lnTo>
                <a:lnTo>
                  <a:pt x="78" y="309"/>
                </a:lnTo>
                <a:lnTo>
                  <a:pt x="79" y="309"/>
                </a:lnTo>
                <a:lnTo>
                  <a:pt x="79" y="308"/>
                </a:lnTo>
                <a:lnTo>
                  <a:pt x="79" y="307"/>
                </a:lnTo>
                <a:lnTo>
                  <a:pt x="79" y="306"/>
                </a:lnTo>
                <a:lnTo>
                  <a:pt x="79" y="304"/>
                </a:lnTo>
                <a:lnTo>
                  <a:pt x="79" y="301"/>
                </a:lnTo>
                <a:lnTo>
                  <a:pt x="78" y="301"/>
                </a:lnTo>
                <a:lnTo>
                  <a:pt x="78" y="300"/>
                </a:lnTo>
                <a:lnTo>
                  <a:pt x="78" y="301"/>
                </a:lnTo>
                <a:lnTo>
                  <a:pt x="77" y="302"/>
                </a:lnTo>
                <a:lnTo>
                  <a:pt x="76" y="303"/>
                </a:lnTo>
                <a:lnTo>
                  <a:pt x="76" y="302"/>
                </a:lnTo>
                <a:lnTo>
                  <a:pt x="74" y="302"/>
                </a:lnTo>
                <a:lnTo>
                  <a:pt x="74" y="301"/>
                </a:lnTo>
                <a:lnTo>
                  <a:pt x="74" y="300"/>
                </a:lnTo>
                <a:lnTo>
                  <a:pt x="73" y="299"/>
                </a:lnTo>
                <a:lnTo>
                  <a:pt x="72" y="300"/>
                </a:lnTo>
                <a:lnTo>
                  <a:pt x="71" y="301"/>
                </a:lnTo>
                <a:lnTo>
                  <a:pt x="70" y="301"/>
                </a:lnTo>
                <a:lnTo>
                  <a:pt x="69" y="302"/>
                </a:lnTo>
                <a:lnTo>
                  <a:pt x="67" y="302"/>
                </a:lnTo>
                <a:lnTo>
                  <a:pt x="66" y="302"/>
                </a:lnTo>
                <a:lnTo>
                  <a:pt x="65" y="302"/>
                </a:lnTo>
                <a:lnTo>
                  <a:pt x="64" y="301"/>
                </a:lnTo>
                <a:lnTo>
                  <a:pt x="64" y="300"/>
                </a:lnTo>
                <a:lnTo>
                  <a:pt x="64" y="299"/>
                </a:lnTo>
                <a:lnTo>
                  <a:pt x="63" y="300"/>
                </a:lnTo>
                <a:lnTo>
                  <a:pt x="62" y="300"/>
                </a:lnTo>
                <a:lnTo>
                  <a:pt x="62" y="299"/>
                </a:lnTo>
                <a:lnTo>
                  <a:pt x="62" y="298"/>
                </a:lnTo>
                <a:lnTo>
                  <a:pt x="62" y="297"/>
                </a:lnTo>
                <a:lnTo>
                  <a:pt x="62" y="296"/>
                </a:lnTo>
                <a:lnTo>
                  <a:pt x="61" y="295"/>
                </a:lnTo>
                <a:lnTo>
                  <a:pt x="61" y="294"/>
                </a:lnTo>
                <a:lnTo>
                  <a:pt x="62" y="293"/>
                </a:lnTo>
                <a:lnTo>
                  <a:pt x="62" y="292"/>
                </a:lnTo>
                <a:lnTo>
                  <a:pt x="63" y="292"/>
                </a:lnTo>
                <a:lnTo>
                  <a:pt x="63" y="291"/>
                </a:lnTo>
                <a:lnTo>
                  <a:pt x="61" y="289"/>
                </a:lnTo>
                <a:lnTo>
                  <a:pt x="60" y="288"/>
                </a:lnTo>
                <a:lnTo>
                  <a:pt x="59" y="288"/>
                </a:lnTo>
                <a:lnTo>
                  <a:pt x="59" y="287"/>
                </a:lnTo>
                <a:lnTo>
                  <a:pt x="59" y="288"/>
                </a:lnTo>
                <a:lnTo>
                  <a:pt x="58" y="288"/>
                </a:lnTo>
                <a:lnTo>
                  <a:pt x="57" y="289"/>
                </a:lnTo>
                <a:lnTo>
                  <a:pt x="57" y="290"/>
                </a:lnTo>
                <a:lnTo>
                  <a:pt x="56" y="290"/>
                </a:lnTo>
                <a:lnTo>
                  <a:pt x="56" y="291"/>
                </a:lnTo>
                <a:lnTo>
                  <a:pt x="56" y="292"/>
                </a:lnTo>
                <a:lnTo>
                  <a:pt x="55" y="291"/>
                </a:lnTo>
                <a:lnTo>
                  <a:pt x="55" y="290"/>
                </a:lnTo>
                <a:lnTo>
                  <a:pt x="55" y="288"/>
                </a:lnTo>
                <a:lnTo>
                  <a:pt x="54" y="287"/>
                </a:lnTo>
                <a:lnTo>
                  <a:pt x="53" y="286"/>
                </a:lnTo>
                <a:lnTo>
                  <a:pt x="52" y="286"/>
                </a:lnTo>
                <a:lnTo>
                  <a:pt x="51" y="286"/>
                </a:lnTo>
                <a:lnTo>
                  <a:pt x="50" y="286"/>
                </a:lnTo>
                <a:lnTo>
                  <a:pt x="50" y="285"/>
                </a:lnTo>
                <a:lnTo>
                  <a:pt x="51" y="285"/>
                </a:lnTo>
                <a:lnTo>
                  <a:pt x="51" y="284"/>
                </a:lnTo>
                <a:lnTo>
                  <a:pt x="51" y="283"/>
                </a:lnTo>
                <a:lnTo>
                  <a:pt x="50" y="283"/>
                </a:lnTo>
                <a:lnTo>
                  <a:pt x="51" y="283"/>
                </a:lnTo>
                <a:lnTo>
                  <a:pt x="51" y="282"/>
                </a:lnTo>
                <a:lnTo>
                  <a:pt x="51" y="281"/>
                </a:lnTo>
                <a:lnTo>
                  <a:pt x="51" y="280"/>
                </a:lnTo>
                <a:lnTo>
                  <a:pt x="51" y="279"/>
                </a:lnTo>
                <a:lnTo>
                  <a:pt x="51" y="278"/>
                </a:lnTo>
                <a:lnTo>
                  <a:pt x="50" y="278"/>
                </a:lnTo>
                <a:lnTo>
                  <a:pt x="50" y="279"/>
                </a:lnTo>
                <a:lnTo>
                  <a:pt x="49" y="279"/>
                </a:lnTo>
                <a:lnTo>
                  <a:pt x="48" y="279"/>
                </a:lnTo>
                <a:lnTo>
                  <a:pt x="47" y="279"/>
                </a:lnTo>
                <a:lnTo>
                  <a:pt x="47" y="280"/>
                </a:lnTo>
                <a:lnTo>
                  <a:pt x="46" y="281"/>
                </a:lnTo>
                <a:lnTo>
                  <a:pt x="46" y="282"/>
                </a:lnTo>
                <a:lnTo>
                  <a:pt x="45" y="282"/>
                </a:lnTo>
                <a:lnTo>
                  <a:pt x="45" y="283"/>
                </a:lnTo>
                <a:lnTo>
                  <a:pt x="45" y="282"/>
                </a:lnTo>
                <a:lnTo>
                  <a:pt x="44" y="281"/>
                </a:lnTo>
                <a:lnTo>
                  <a:pt x="44" y="282"/>
                </a:lnTo>
                <a:lnTo>
                  <a:pt x="43" y="282"/>
                </a:lnTo>
                <a:lnTo>
                  <a:pt x="43" y="281"/>
                </a:lnTo>
                <a:lnTo>
                  <a:pt x="43" y="280"/>
                </a:lnTo>
                <a:lnTo>
                  <a:pt x="42" y="279"/>
                </a:lnTo>
                <a:lnTo>
                  <a:pt x="43" y="279"/>
                </a:lnTo>
                <a:lnTo>
                  <a:pt x="43" y="278"/>
                </a:lnTo>
                <a:lnTo>
                  <a:pt x="42" y="278"/>
                </a:lnTo>
                <a:lnTo>
                  <a:pt x="42" y="277"/>
                </a:lnTo>
                <a:lnTo>
                  <a:pt x="42" y="276"/>
                </a:lnTo>
                <a:lnTo>
                  <a:pt x="42" y="275"/>
                </a:lnTo>
                <a:lnTo>
                  <a:pt x="41" y="275"/>
                </a:lnTo>
                <a:lnTo>
                  <a:pt x="41" y="274"/>
                </a:lnTo>
                <a:lnTo>
                  <a:pt x="41" y="273"/>
                </a:lnTo>
                <a:lnTo>
                  <a:pt x="41" y="272"/>
                </a:lnTo>
                <a:lnTo>
                  <a:pt x="42" y="272"/>
                </a:lnTo>
                <a:lnTo>
                  <a:pt x="42" y="271"/>
                </a:lnTo>
                <a:lnTo>
                  <a:pt x="42" y="270"/>
                </a:lnTo>
                <a:lnTo>
                  <a:pt x="41" y="270"/>
                </a:lnTo>
                <a:lnTo>
                  <a:pt x="40" y="269"/>
                </a:lnTo>
                <a:lnTo>
                  <a:pt x="41" y="268"/>
                </a:lnTo>
                <a:lnTo>
                  <a:pt x="40" y="267"/>
                </a:lnTo>
                <a:lnTo>
                  <a:pt x="39" y="267"/>
                </a:lnTo>
                <a:lnTo>
                  <a:pt x="39" y="266"/>
                </a:lnTo>
                <a:lnTo>
                  <a:pt x="38" y="266"/>
                </a:lnTo>
                <a:lnTo>
                  <a:pt x="38" y="265"/>
                </a:lnTo>
                <a:lnTo>
                  <a:pt x="39" y="265"/>
                </a:lnTo>
                <a:lnTo>
                  <a:pt x="39" y="264"/>
                </a:lnTo>
                <a:lnTo>
                  <a:pt x="39" y="263"/>
                </a:lnTo>
                <a:lnTo>
                  <a:pt x="39" y="262"/>
                </a:lnTo>
                <a:lnTo>
                  <a:pt x="38" y="262"/>
                </a:lnTo>
                <a:lnTo>
                  <a:pt x="38" y="261"/>
                </a:lnTo>
                <a:lnTo>
                  <a:pt x="38" y="260"/>
                </a:lnTo>
                <a:lnTo>
                  <a:pt x="38" y="259"/>
                </a:lnTo>
                <a:lnTo>
                  <a:pt x="38" y="258"/>
                </a:lnTo>
                <a:lnTo>
                  <a:pt x="38" y="257"/>
                </a:lnTo>
                <a:lnTo>
                  <a:pt x="39" y="256"/>
                </a:lnTo>
                <a:lnTo>
                  <a:pt x="39" y="255"/>
                </a:lnTo>
                <a:lnTo>
                  <a:pt x="38" y="255"/>
                </a:lnTo>
                <a:lnTo>
                  <a:pt x="38" y="254"/>
                </a:lnTo>
                <a:lnTo>
                  <a:pt x="39" y="254"/>
                </a:lnTo>
                <a:lnTo>
                  <a:pt x="39" y="253"/>
                </a:lnTo>
                <a:lnTo>
                  <a:pt x="39" y="252"/>
                </a:lnTo>
                <a:lnTo>
                  <a:pt x="39" y="251"/>
                </a:lnTo>
                <a:lnTo>
                  <a:pt x="38" y="251"/>
                </a:lnTo>
                <a:lnTo>
                  <a:pt x="38" y="250"/>
                </a:lnTo>
                <a:lnTo>
                  <a:pt x="39" y="249"/>
                </a:lnTo>
                <a:lnTo>
                  <a:pt x="40" y="250"/>
                </a:lnTo>
                <a:lnTo>
                  <a:pt x="41" y="250"/>
                </a:lnTo>
                <a:lnTo>
                  <a:pt x="42" y="250"/>
                </a:lnTo>
                <a:lnTo>
                  <a:pt x="42" y="249"/>
                </a:lnTo>
                <a:lnTo>
                  <a:pt x="42" y="248"/>
                </a:lnTo>
                <a:lnTo>
                  <a:pt x="43" y="248"/>
                </a:lnTo>
                <a:lnTo>
                  <a:pt x="43" y="247"/>
                </a:lnTo>
                <a:lnTo>
                  <a:pt x="43" y="246"/>
                </a:lnTo>
                <a:lnTo>
                  <a:pt x="44" y="245"/>
                </a:lnTo>
                <a:lnTo>
                  <a:pt x="44" y="244"/>
                </a:lnTo>
                <a:lnTo>
                  <a:pt x="43" y="244"/>
                </a:lnTo>
                <a:lnTo>
                  <a:pt x="44" y="244"/>
                </a:lnTo>
                <a:lnTo>
                  <a:pt x="45" y="244"/>
                </a:lnTo>
                <a:lnTo>
                  <a:pt x="45" y="243"/>
                </a:lnTo>
                <a:lnTo>
                  <a:pt x="46" y="243"/>
                </a:lnTo>
                <a:lnTo>
                  <a:pt x="47" y="242"/>
                </a:lnTo>
                <a:lnTo>
                  <a:pt x="47" y="241"/>
                </a:lnTo>
                <a:lnTo>
                  <a:pt x="48" y="240"/>
                </a:lnTo>
                <a:lnTo>
                  <a:pt x="49" y="240"/>
                </a:lnTo>
                <a:lnTo>
                  <a:pt x="50" y="239"/>
                </a:lnTo>
                <a:lnTo>
                  <a:pt x="50" y="238"/>
                </a:lnTo>
                <a:lnTo>
                  <a:pt x="52" y="236"/>
                </a:lnTo>
                <a:lnTo>
                  <a:pt x="53" y="236"/>
                </a:lnTo>
                <a:lnTo>
                  <a:pt x="53" y="235"/>
                </a:lnTo>
                <a:lnTo>
                  <a:pt x="53" y="234"/>
                </a:lnTo>
                <a:lnTo>
                  <a:pt x="52" y="234"/>
                </a:lnTo>
                <a:lnTo>
                  <a:pt x="53" y="234"/>
                </a:lnTo>
                <a:lnTo>
                  <a:pt x="53" y="233"/>
                </a:lnTo>
                <a:lnTo>
                  <a:pt x="54" y="233"/>
                </a:lnTo>
                <a:lnTo>
                  <a:pt x="54" y="232"/>
                </a:lnTo>
                <a:lnTo>
                  <a:pt x="55" y="232"/>
                </a:lnTo>
                <a:lnTo>
                  <a:pt x="56" y="231"/>
                </a:lnTo>
                <a:lnTo>
                  <a:pt x="57" y="229"/>
                </a:lnTo>
                <a:lnTo>
                  <a:pt x="57" y="228"/>
                </a:lnTo>
                <a:lnTo>
                  <a:pt x="58" y="227"/>
                </a:lnTo>
                <a:lnTo>
                  <a:pt x="58" y="226"/>
                </a:lnTo>
                <a:lnTo>
                  <a:pt x="57" y="226"/>
                </a:lnTo>
                <a:lnTo>
                  <a:pt x="58" y="226"/>
                </a:lnTo>
                <a:lnTo>
                  <a:pt x="59" y="226"/>
                </a:lnTo>
                <a:lnTo>
                  <a:pt x="60" y="225"/>
                </a:lnTo>
                <a:lnTo>
                  <a:pt x="61" y="224"/>
                </a:lnTo>
                <a:lnTo>
                  <a:pt x="61" y="225"/>
                </a:lnTo>
                <a:lnTo>
                  <a:pt x="62" y="224"/>
                </a:lnTo>
                <a:lnTo>
                  <a:pt x="63" y="224"/>
                </a:lnTo>
                <a:lnTo>
                  <a:pt x="64" y="224"/>
                </a:lnTo>
                <a:lnTo>
                  <a:pt x="65" y="224"/>
                </a:lnTo>
                <a:lnTo>
                  <a:pt x="66" y="224"/>
                </a:lnTo>
                <a:lnTo>
                  <a:pt x="67" y="224"/>
                </a:lnTo>
                <a:lnTo>
                  <a:pt x="67" y="223"/>
                </a:lnTo>
                <a:lnTo>
                  <a:pt x="69" y="224"/>
                </a:lnTo>
                <a:lnTo>
                  <a:pt x="70" y="224"/>
                </a:lnTo>
                <a:lnTo>
                  <a:pt x="71" y="223"/>
                </a:lnTo>
                <a:lnTo>
                  <a:pt x="72" y="223"/>
                </a:lnTo>
                <a:lnTo>
                  <a:pt x="73" y="222"/>
                </a:lnTo>
                <a:lnTo>
                  <a:pt x="74" y="222"/>
                </a:lnTo>
                <a:lnTo>
                  <a:pt x="75" y="222"/>
                </a:lnTo>
                <a:lnTo>
                  <a:pt x="75" y="223"/>
                </a:lnTo>
                <a:lnTo>
                  <a:pt x="76" y="223"/>
                </a:lnTo>
                <a:lnTo>
                  <a:pt x="78" y="221"/>
                </a:lnTo>
                <a:lnTo>
                  <a:pt x="78" y="220"/>
                </a:lnTo>
                <a:lnTo>
                  <a:pt x="80" y="220"/>
                </a:lnTo>
                <a:lnTo>
                  <a:pt x="81" y="220"/>
                </a:lnTo>
                <a:lnTo>
                  <a:pt x="81" y="219"/>
                </a:lnTo>
                <a:lnTo>
                  <a:pt x="82" y="219"/>
                </a:lnTo>
                <a:lnTo>
                  <a:pt x="83" y="219"/>
                </a:lnTo>
                <a:lnTo>
                  <a:pt x="82" y="218"/>
                </a:lnTo>
                <a:lnTo>
                  <a:pt x="83" y="218"/>
                </a:lnTo>
                <a:lnTo>
                  <a:pt x="84" y="217"/>
                </a:lnTo>
                <a:lnTo>
                  <a:pt x="85" y="217"/>
                </a:lnTo>
                <a:lnTo>
                  <a:pt x="85" y="218"/>
                </a:lnTo>
                <a:lnTo>
                  <a:pt x="87" y="218"/>
                </a:lnTo>
                <a:lnTo>
                  <a:pt x="88" y="218"/>
                </a:lnTo>
                <a:lnTo>
                  <a:pt x="88" y="217"/>
                </a:lnTo>
                <a:lnTo>
                  <a:pt x="89" y="217"/>
                </a:lnTo>
                <a:lnTo>
                  <a:pt x="89" y="215"/>
                </a:lnTo>
                <a:lnTo>
                  <a:pt x="89" y="214"/>
                </a:lnTo>
                <a:lnTo>
                  <a:pt x="87" y="212"/>
                </a:lnTo>
                <a:lnTo>
                  <a:pt x="87" y="211"/>
                </a:lnTo>
                <a:lnTo>
                  <a:pt x="87" y="210"/>
                </a:lnTo>
                <a:lnTo>
                  <a:pt x="88" y="210"/>
                </a:lnTo>
                <a:lnTo>
                  <a:pt x="89" y="210"/>
                </a:lnTo>
                <a:lnTo>
                  <a:pt x="89" y="209"/>
                </a:lnTo>
                <a:lnTo>
                  <a:pt x="88" y="208"/>
                </a:lnTo>
                <a:lnTo>
                  <a:pt x="88" y="207"/>
                </a:lnTo>
                <a:lnTo>
                  <a:pt x="89" y="206"/>
                </a:lnTo>
                <a:lnTo>
                  <a:pt x="89" y="205"/>
                </a:lnTo>
                <a:lnTo>
                  <a:pt x="89" y="204"/>
                </a:lnTo>
                <a:lnTo>
                  <a:pt x="88" y="204"/>
                </a:lnTo>
                <a:lnTo>
                  <a:pt x="87" y="203"/>
                </a:lnTo>
                <a:lnTo>
                  <a:pt x="87" y="202"/>
                </a:lnTo>
                <a:lnTo>
                  <a:pt x="88" y="201"/>
                </a:lnTo>
                <a:lnTo>
                  <a:pt x="88" y="200"/>
                </a:lnTo>
                <a:lnTo>
                  <a:pt x="88" y="199"/>
                </a:lnTo>
                <a:lnTo>
                  <a:pt x="88" y="197"/>
                </a:lnTo>
                <a:lnTo>
                  <a:pt x="88" y="196"/>
                </a:lnTo>
                <a:lnTo>
                  <a:pt x="87" y="195"/>
                </a:lnTo>
                <a:lnTo>
                  <a:pt x="89" y="193"/>
                </a:lnTo>
                <a:lnTo>
                  <a:pt x="90" y="192"/>
                </a:lnTo>
                <a:lnTo>
                  <a:pt x="91" y="192"/>
                </a:lnTo>
                <a:lnTo>
                  <a:pt x="91" y="193"/>
                </a:lnTo>
                <a:lnTo>
                  <a:pt x="92" y="192"/>
                </a:lnTo>
                <a:lnTo>
                  <a:pt x="93" y="191"/>
                </a:lnTo>
                <a:lnTo>
                  <a:pt x="94" y="191"/>
                </a:lnTo>
                <a:lnTo>
                  <a:pt x="95" y="190"/>
                </a:lnTo>
                <a:lnTo>
                  <a:pt x="96" y="189"/>
                </a:lnTo>
                <a:lnTo>
                  <a:pt x="97" y="190"/>
                </a:lnTo>
                <a:lnTo>
                  <a:pt x="98" y="190"/>
                </a:lnTo>
                <a:lnTo>
                  <a:pt x="99" y="191"/>
                </a:lnTo>
                <a:lnTo>
                  <a:pt x="99" y="192"/>
                </a:lnTo>
                <a:lnTo>
                  <a:pt x="100" y="193"/>
                </a:lnTo>
                <a:lnTo>
                  <a:pt x="101" y="195"/>
                </a:lnTo>
                <a:lnTo>
                  <a:pt x="101" y="196"/>
                </a:lnTo>
                <a:lnTo>
                  <a:pt x="102" y="197"/>
                </a:lnTo>
                <a:lnTo>
                  <a:pt x="103" y="197"/>
                </a:lnTo>
                <a:lnTo>
                  <a:pt x="104" y="197"/>
                </a:lnTo>
                <a:lnTo>
                  <a:pt x="104" y="198"/>
                </a:lnTo>
                <a:lnTo>
                  <a:pt x="105" y="198"/>
                </a:lnTo>
                <a:lnTo>
                  <a:pt x="105" y="197"/>
                </a:lnTo>
                <a:lnTo>
                  <a:pt x="106" y="197"/>
                </a:lnTo>
                <a:lnTo>
                  <a:pt x="107" y="197"/>
                </a:lnTo>
                <a:lnTo>
                  <a:pt x="108" y="197"/>
                </a:lnTo>
                <a:lnTo>
                  <a:pt x="110" y="196"/>
                </a:lnTo>
                <a:lnTo>
                  <a:pt x="110" y="195"/>
                </a:lnTo>
                <a:lnTo>
                  <a:pt x="111" y="195"/>
                </a:lnTo>
                <a:lnTo>
                  <a:pt x="111" y="194"/>
                </a:lnTo>
                <a:lnTo>
                  <a:pt x="112" y="194"/>
                </a:lnTo>
                <a:lnTo>
                  <a:pt x="112" y="193"/>
                </a:lnTo>
                <a:lnTo>
                  <a:pt x="113" y="193"/>
                </a:lnTo>
                <a:lnTo>
                  <a:pt x="113" y="194"/>
                </a:lnTo>
                <a:lnTo>
                  <a:pt x="114" y="194"/>
                </a:lnTo>
                <a:lnTo>
                  <a:pt x="115" y="193"/>
                </a:lnTo>
                <a:lnTo>
                  <a:pt x="115" y="194"/>
                </a:lnTo>
                <a:lnTo>
                  <a:pt x="116" y="194"/>
                </a:lnTo>
                <a:lnTo>
                  <a:pt x="117" y="193"/>
                </a:lnTo>
                <a:lnTo>
                  <a:pt x="119" y="192"/>
                </a:lnTo>
                <a:lnTo>
                  <a:pt x="120" y="191"/>
                </a:lnTo>
                <a:lnTo>
                  <a:pt x="120" y="190"/>
                </a:lnTo>
                <a:lnTo>
                  <a:pt x="120" y="191"/>
                </a:lnTo>
                <a:lnTo>
                  <a:pt x="121" y="191"/>
                </a:lnTo>
                <a:lnTo>
                  <a:pt x="121" y="192"/>
                </a:lnTo>
                <a:lnTo>
                  <a:pt x="120" y="192"/>
                </a:lnTo>
                <a:lnTo>
                  <a:pt x="120" y="193"/>
                </a:lnTo>
                <a:lnTo>
                  <a:pt x="121" y="193"/>
                </a:lnTo>
                <a:lnTo>
                  <a:pt x="123" y="193"/>
                </a:lnTo>
                <a:lnTo>
                  <a:pt x="122" y="194"/>
                </a:lnTo>
                <a:lnTo>
                  <a:pt x="123" y="195"/>
                </a:lnTo>
                <a:lnTo>
                  <a:pt x="124" y="196"/>
                </a:lnTo>
                <a:lnTo>
                  <a:pt x="125" y="196"/>
                </a:lnTo>
                <a:lnTo>
                  <a:pt x="125" y="195"/>
                </a:lnTo>
                <a:lnTo>
                  <a:pt x="127" y="194"/>
                </a:lnTo>
                <a:lnTo>
                  <a:pt x="128" y="194"/>
                </a:lnTo>
                <a:lnTo>
                  <a:pt x="129" y="194"/>
                </a:lnTo>
                <a:lnTo>
                  <a:pt x="130" y="194"/>
                </a:lnTo>
                <a:lnTo>
                  <a:pt x="131" y="194"/>
                </a:lnTo>
                <a:lnTo>
                  <a:pt x="131" y="195"/>
                </a:lnTo>
                <a:lnTo>
                  <a:pt x="133" y="195"/>
                </a:lnTo>
                <a:lnTo>
                  <a:pt x="135" y="193"/>
                </a:lnTo>
                <a:lnTo>
                  <a:pt x="136" y="193"/>
                </a:lnTo>
                <a:lnTo>
                  <a:pt x="138" y="193"/>
                </a:lnTo>
                <a:lnTo>
                  <a:pt x="138" y="192"/>
                </a:lnTo>
                <a:lnTo>
                  <a:pt x="139" y="191"/>
                </a:lnTo>
                <a:lnTo>
                  <a:pt x="140" y="190"/>
                </a:lnTo>
                <a:lnTo>
                  <a:pt x="140" y="189"/>
                </a:lnTo>
                <a:lnTo>
                  <a:pt x="140" y="190"/>
                </a:lnTo>
                <a:lnTo>
                  <a:pt x="141" y="190"/>
                </a:lnTo>
                <a:lnTo>
                  <a:pt x="142" y="190"/>
                </a:lnTo>
                <a:lnTo>
                  <a:pt x="142" y="189"/>
                </a:lnTo>
                <a:lnTo>
                  <a:pt x="143" y="189"/>
                </a:lnTo>
                <a:lnTo>
                  <a:pt x="144" y="188"/>
                </a:lnTo>
                <a:lnTo>
                  <a:pt x="145" y="188"/>
                </a:lnTo>
                <a:lnTo>
                  <a:pt x="146" y="187"/>
                </a:lnTo>
                <a:lnTo>
                  <a:pt x="147" y="186"/>
                </a:lnTo>
                <a:lnTo>
                  <a:pt x="148" y="186"/>
                </a:lnTo>
                <a:lnTo>
                  <a:pt x="148" y="185"/>
                </a:lnTo>
                <a:lnTo>
                  <a:pt x="149" y="183"/>
                </a:lnTo>
                <a:lnTo>
                  <a:pt x="149" y="182"/>
                </a:lnTo>
                <a:lnTo>
                  <a:pt x="150" y="182"/>
                </a:lnTo>
                <a:lnTo>
                  <a:pt x="151" y="181"/>
                </a:lnTo>
                <a:lnTo>
                  <a:pt x="152" y="181"/>
                </a:lnTo>
                <a:lnTo>
                  <a:pt x="153" y="181"/>
                </a:lnTo>
                <a:lnTo>
                  <a:pt x="154" y="181"/>
                </a:lnTo>
                <a:lnTo>
                  <a:pt x="155" y="181"/>
                </a:lnTo>
                <a:lnTo>
                  <a:pt x="155" y="180"/>
                </a:lnTo>
                <a:lnTo>
                  <a:pt x="156" y="180"/>
                </a:lnTo>
                <a:lnTo>
                  <a:pt x="156" y="179"/>
                </a:lnTo>
                <a:lnTo>
                  <a:pt x="157" y="178"/>
                </a:lnTo>
                <a:lnTo>
                  <a:pt x="158" y="178"/>
                </a:lnTo>
                <a:lnTo>
                  <a:pt x="158" y="179"/>
                </a:lnTo>
                <a:lnTo>
                  <a:pt x="158" y="178"/>
                </a:lnTo>
                <a:lnTo>
                  <a:pt x="159" y="178"/>
                </a:lnTo>
                <a:lnTo>
                  <a:pt x="161" y="178"/>
                </a:lnTo>
                <a:lnTo>
                  <a:pt x="161" y="179"/>
                </a:lnTo>
                <a:lnTo>
                  <a:pt x="163" y="178"/>
                </a:lnTo>
                <a:lnTo>
                  <a:pt x="164" y="178"/>
                </a:lnTo>
                <a:lnTo>
                  <a:pt x="165" y="178"/>
                </a:lnTo>
                <a:lnTo>
                  <a:pt x="166" y="177"/>
                </a:lnTo>
                <a:lnTo>
                  <a:pt x="170" y="176"/>
                </a:lnTo>
                <a:lnTo>
                  <a:pt x="171" y="177"/>
                </a:lnTo>
                <a:lnTo>
                  <a:pt x="172" y="178"/>
                </a:lnTo>
                <a:lnTo>
                  <a:pt x="172" y="179"/>
                </a:lnTo>
                <a:lnTo>
                  <a:pt x="172" y="181"/>
                </a:lnTo>
                <a:lnTo>
                  <a:pt x="172" y="182"/>
                </a:lnTo>
                <a:lnTo>
                  <a:pt x="173" y="182"/>
                </a:lnTo>
                <a:lnTo>
                  <a:pt x="174" y="182"/>
                </a:lnTo>
                <a:lnTo>
                  <a:pt x="175" y="182"/>
                </a:lnTo>
                <a:lnTo>
                  <a:pt x="176" y="181"/>
                </a:lnTo>
                <a:lnTo>
                  <a:pt x="176" y="180"/>
                </a:lnTo>
                <a:lnTo>
                  <a:pt x="177" y="180"/>
                </a:lnTo>
                <a:lnTo>
                  <a:pt x="178" y="180"/>
                </a:lnTo>
                <a:lnTo>
                  <a:pt x="178" y="179"/>
                </a:lnTo>
                <a:lnTo>
                  <a:pt x="179" y="178"/>
                </a:lnTo>
                <a:lnTo>
                  <a:pt x="181" y="178"/>
                </a:lnTo>
                <a:lnTo>
                  <a:pt x="182" y="178"/>
                </a:lnTo>
                <a:lnTo>
                  <a:pt x="183" y="179"/>
                </a:lnTo>
                <a:lnTo>
                  <a:pt x="183" y="178"/>
                </a:lnTo>
                <a:lnTo>
                  <a:pt x="185" y="177"/>
                </a:lnTo>
                <a:lnTo>
                  <a:pt x="186" y="176"/>
                </a:lnTo>
                <a:lnTo>
                  <a:pt x="187" y="175"/>
                </a:lnTo>
                <a:lnTo>
                  <a:pt x="188" y="175"/>
                </a:lnTo>
                <a:lnTo>
                  <a:pt x="190" y="174"/>
                </a:lnTo>
                <a:lnTo>
                  <a:pt x="190" y="173"/>
                </a:lnTo>
                <a:lnTo>
                  <a:pt x="191" y="173"/>
                </a:lnTo>
                <a:lnTo>
                  <a:pt x="193" y="172"/>
                </a:lnTo>
                <a:lnTo>
                  <a:pt x="194" y="172"/>
                </a:lnTo>
                <a:lnTo>
                  <a:pt x="195" y="172"/>
                </a:lnTo>
                <a:lnTo>
                  <a:pt x="195" y="173"/>
                </a:lnTo>
                <a:lnTo>
                  <a:pt x="195" y="174"/>
                </a:lnTo>
                <a:lnTo>
                  <a:pt x="196" y="174"/>
                </a:lnTo>
                <a:lnTo>
                  <a:pt x="197" y="173"/>
                </a:lnTo>
                <a:lnTo>
                  <a:pt x="198" y="173"/>
                </a:lnTo>
                <a:lnTo>
                  <a:pt x="199" y="172"/>
                </a:lnTo>
                <a:lnTo>
                  <a:pt x="200" y="171"/>
                </a:lnTo>
                <a:lnTo>
                  <a:pt x="200" y="170"/>
                </a:lnTo>
                <a:lnTo>
                  <a:pt x="200" y="169"/>
                </a:lnTo>
                <a:lnTo>
                  <a:pt x="201" y="168"/>
                </a:lnTo>
                <a:lnTo>
                  <a:pt x="202" y="168"/>
                </a:lnTo>
                <a:lnTo>
                  <a:pt x="203" y="169"/>
                </a:lnTo>
                <a:lnTo>
                  <a:pt x="204" y="168"/>
                </a:lnTo>
                <a:lnTo>
                  <a:pt x="204" y="167"/>
                </a:lnTo>
                <a:lnTo>
                  <a:pt x="204" y="164"/>
                </a:lnTo>
                <a:lnTo>
                  <a:pt x="203" y="164"/>
                </a:lnTo>
                <a:lnTo>
                  <a:pt x="203" y="162"/>
                </a:lnTo>
                <a:lnTo>
                  <a:pt x="204" y="162"/>
                </a:lnTo>
                <a:lnTo>
                  <a:pt x="205" y="161"/>
                </a:lnTo>
                <a:lnTo>
                  <a:pt x="205" y="160"/>
                </a:lnTo>
                <a:lnTo>
                  <a:pt x="205" y="159"/>
                </a:lnTo>
                <a:lnTo>
                  <a:pt x="205" y="158"/>
                </a:lnTo>
                <a:lnTo>
                  <a:pt x="206" y="158"/>
                </a:lnTo>
                <a:lnTo>
                  <a:pt x="204" y="158"/>
                </a:lnTo>
                <a:lnTo>
                  <a:pt x="204" y="157"/>
                </a:lnTo>
                <a:lnTo>
                  <a:pt x="204" y="156"/>
                </a:lnTo>
                <a:lnTo>
                  <a:pt x="204" y="155"/>
                </a:lnTo>
                <a:lnTo>
                  <a:pt x="205" y="155"/>
                </a:lnTo>
                <a:lnTo>
                  <a:pt x="205" y="154"/>
                </a:lnTo>
                <a:lnTo>
                  <a:pt x="204" y="154"/>
                </a:lnTo>
                <a:lnTo>
                  <a:pt x="202" y="154"/>
                </a:lnTo>
                <a:lnTo>
                  <a:pt x="201" y="155"/>
                </a:lnTo>
                <a:lnTo>
                  <a:pt x="200" y="156"/>
                </a:lnTo>
                <a:lnTo>
                  <a:pt x="200" y="157"/>
                </a:lnTo>
                <a:lnTo>
                  <a:pt x="199" y="158"/>
                </a:lnTo>
                <a:lnTo>
                  <a:pt x="201" y="158"/>
                </a:lnTo>
                <a:lnTo>
                  <a:pt x="201" y="159"/>
                </a:lnTo>
                <a:lnTo>
                  <a:pt x="202" y="159"/>
                </a:lnTo>
                <a:lnTo>
                  <a:pt x="202" y="160"/>
                </a:lnTo>
                <a:lnTo>
                  <a:pt x="201" y="160"/>
                </a:lnTo>
                <a:lnTo>
                  <a:pt x="201" y="161"/>
                </a:lnTo>
                <a:lnTo>
                  <a:pt x="201" y="162"/>
                </a:lnTo>
                <a:lnTo>
                  <a:pt x="200" y="162"/>
                </a:lnTo>
                <a:lnTo>
                  <a:pt x="199" y="162"/>
                </a:lnTo>
                <a:lnTo>
                  <a:pt x="198" y="163"/>
                </a:lnTo>
                <a:lnTo>
                  <a:pt x="197" y="164"/>
                </a:lnTo>
                <a:lnTo>
                  <a:pt x="196" y="165"/>
                </a:lnTo>
                <a:lnTo>
                  <a:pt x="195" y="164"/>
                </a:lnTo>
                <a:lnTo>
                  <a:pt x="195" y="163"/>
                </a:lnTo>
                <a:lnTo>
                  <a:pt x="195" y="162"/>
                </a:lnTo>
                <a:lnTo>
                  <a:pt x="195" y="161"/>
                </a:lnTo>
                <a:lnTo>
                  <a:pt x="194" y="161"/>
                </a:lnTo>
                <a:lnTo>
                  <a:pt x="194" y="160"/>
                </a:lnTo>
                <a:lnTo>
                  <a:pt x="194" y="159"/>
                </a:lnTo>
                <a:lnTo>
                  <a:pt x="193" y="158"/>
                </a:lnTo>
                <a:lnTo>
                  <a:pt x="193" y="159"/>
                </a:lnTo>
                <a:lnTo>
                  <a:pt x="192" y="159"/>
                </a:lnTo>
                <a:lnTo>
                  <a:pt x="191" y="159"/>
                </a:lnTo>
                <a:lnTo>
                  <a:pt x="191" y="158"/>
                </a:lnTo>
                <a:lnTo>
                  <a:pt x="191" y="157"/>
                </a:lnTo>
                <a:lnTo>
                  <a:pt x="192" y="156"/>
                </a:lnTo>
                <a:lnTo>
                  <a:pt x="193" y="156"/>
                </a:lnTo>
                <a:lnTo>
                  <a:pt x="193" y="155"/>
                </a:lnTo>
                <a:lnTo>
                  <a:pt x="193" y="154"/>
                </a:lnTo>
                <a:lnTo>
                  <a:pt x="194" y="154"/>
                </a:lnTo>
                <a:lnTo>
                  <a:pt x="194" y="153"/>
                </a:lnTo>
                <a:lnTo>
                  <a:pt x="194" y="152"/>
                </a:lnTo>
                <a:lnTo>
                  <a:pt x="195" y="152"/>
                </a:lnTo>
                <a:lnTo>
                  <a:pt x="196" y="150"/>
                </a:lnTo>
                <a:lnTo>
                  <a:pt x="196" y="149"/>
                </a:lnTo>
                <a:lnTo>
                  <a:pt x="196" y="147"/>
                </a:lnTo>
                <a:lnTo>
                  <a:pt x="196" y="146"/>
                </a:lnTo>
                <a:lnTo>
                  <a:pt x="197" y="145"/>
                </a:lnTo>
                <a:lnTo>
                  <a:pt x="197" y="146"/>
                </a:lnTo>
                <a:lnTo>
                  <a:pt x="198" y="147"/>
                </a:lnTo>
                <a:lnTo>
                  <a:pt x="198" y="148"/>
                </a:lnTo>
                <a:lnTo>
                  <a:pt x="197" y="150"/>
                </a:lnTo>
                <a:lnTo>
                  <a:pt x="198" y="150"/>
                </a:lnTo>
                <a:lnTo>
                  <a:pt x="200" y="150"/>
                </a:lnTo>
                <a:lnTo>
                  <a:pt x="200" y="149"/>
                </a:lnTo>
                <a:lnTo>
                  <a:pt x="200" y="148"/>
                </a:lnTo>
                <a:lnTo>
                  <a:pt x="200" y="147"/>
                </a:lnTo>
                <a:lnTo>
                  <a:pt x="201" y="147"/>
                </a:lnTo>
                <a:lnTo>
                  <a:pt x="202" y="148"/>
                </a:lnTo>
                <a:lnTo>
                  <a:pt x="202" y="149"/>
                </a:lnTo>
                <a:lnTo>
                  <a:pt x="201" y="150"/>
                </a:lnTo>
                <a:lnTo>
                  <a:pt x="201" y="151"/>
                </a:lnTo>
                <a:lnTo>
                  <a:pt x="202" y="152"/>
                </a:lnTo>
                <a:lnTo>
                  <a:pt x="202" y="151"/>
                </a:lnTo>
                <a:lnTo>
                  <a:pt x="203" y="151"/>
                </a:lnTo>
                <a:lnTo>
                  <a:pt x="203" y="152"/>
                </a:lnTo>
                <a:lnTo>
                  <a:pt x="204" y="152"/>
                </a:lnTo>
                <a:lnTo>
                  <a:pt x="206" y="152"/>
                </a:lnTo>
                <a:lnTo>
                  <a:pt x="206" y="151"/>
                </a:lnTo>
                <a:lnTo>
                  <a:pt x="207" y="151"/>
                </a:lnTo>
                <a:lnTo>
                  <a:pt x="208" y="150"/>
                </a:lnTo>
                <a:lnTo>
                  <a:pt x="208" y="149"/>
                </a:lnTo>
                <a:lnTo>
                  <a:pt x="208" y="148"/>
                </a:lnTo>
                <a:lnTo>
                  <a:pt x="209" y="148"/>
                </a:lnTo>
                <a:lnTo>
                  <a:pt x="210" y="147"/>
                </a:lnTo>
                <a:lnTo>
                  <a:pt x="210" y="146"/>
                </a:lnTo>
                <a:lnTo>
                  <a:pt x="209" y="146"/>
                </a:lnTo>
                <a:lnTo>
                  <a:pt x="208" y="146"/>
                </a:lnTo>
                <a:lnTo>
                  <a:pt x="208" y="145"/>
                </a:lnTo>
                <a:lnTo>
                  <a:pt x="207" y="145"/>
                </a:lnTo>
                <a:lnTo>
                  <a:pt x="207" y="146"/>
                </a:lnTo>
                <a:lnTo>
                  <a:pt x="206" y="146"/>
                </a:lnTo>
                <a:lnTo>
                  <a:pt x="205" y="145"/>
                </a:lnTo>
                <a:lnTo>
                  <a:pt x="205" y="144"/>
                </a:lnTo>
                <a:lnTo>
                  <a:pt x="205" y="142"/>
                </a:lnTo>
                <a:lnTo>
                  <a:pt x="206" y="142"/>
                </a:lnTo>
                <a:lnTo>
                  <a:pt x="206" y="141"/>
                </a:lnTo>
                <a:lnTo>
                  <a:pt x="206" y="140"/>
                </a:lnTo>
                <a:lnTo>
                  <a:pt x="207" y="140"/>
                </a:lnTo>
                <a:lnTo>
                  <a:pt x="209" y="140"/>
                </a:lnTo>
                <a:lnTo>
                  <a:pt x="209" y="139"/>
                </a:lnTo>
                <a:lnTo>
                  <a:pt x="210" y="138"/>
                </a:lnTo>
                <a:lnTo>
                  <a:pt x="210" y="137"/>
                </a:lnTo>
                <a:lnTo>
                  <a:pt x="211" y="138"/>
                </a:lnTo>
                <a:lnTo>
                  <a:pt x="212" y="137"/>
                </a:lnTo>
                <a:lnTo>
                  <a:pt x="213" y="137"/>
                </a:lnTo>
                <a:lnTo>
                  <a:pt x="213" y="136"/>
                </a:lnTo>
                <a:lnTo>
                  <a:pt x="213" y="135"/>
                </a:lnTo>
                <a:lnTo>
                  <a:pt x="214" y="136"/>
                </a:lnTo>
                <a:lnTo>
                  <a:pt x="215" y="136"/>
                </a:lnTo>
                <a:lnTo>
                  <a:pt x="216" y="136"/>
                </a:lnTo>
                <a:lnTo>
                  <a:pt x="216" y="137"/>
                </a:lnTo>
                <a:lnTo>
                  <a:pt x="216" y="138"/>
                </a:lnTo>
                <a:lnTo>
                  <a:pt x="217" y="138"/>
                </a:lnTo>
                <a:lnTo>
                  <a:pt x="218" y="138"/>
                </a:lnTo>
                <a:lnTo>
                  <a:pt x="219" y="139"/>
                </a:lnTo>
                <a:lnTo>
                  <a:pt x="219" y="140"/>
                </a:lnTo>
                <a:lnTo>
                  <a:pt x="220" y="140"/>
                </a:lnTo>
                <a:lnTo>
                  <a:pt x="220" y="139"/>
                </a:lnTo>
                <a:lnTo>
                  <a:pt x="221" y="139"/>
                </a:lnTo>
                <a:lnTo>
                  <a:pt x="222" y="138"/>
                </a:lnTo>
                <a:lnTo>
                  <a:pt x="223" y="138"/>
                </a:lnTo>
                <a:lnTo>
                  <a:pt x="223" y="139"/>
                </a:lnTo>
                <a:lnTo>
                  <a:pt x="224" y="139"/>
                </a:lnTo>
                <a:lnTo>
                  <a:pt x="224" y="138"/>
                </a:lnTo>
                <a:lnTo>
                  <a:pt x="226" y="137"/>
                </a:lnTo>
                <a:lnTo>
                  <a:pt x="227" y="137"/>
                </a:lnTo>
                <a:lnTo>
                  <a:pt x="228" y="137"/>
                </a:lnTo>
                <a:lnTo>
                  <a:pt x="228" y="136"/>
                </a:lnTo>
                <a:lnTo>
                  <a:pt x="229" y="136"/>
                </a:lnTo>
                <a:lnTo>
                  <a:pt x="230" y="137"/>
                </a:lnTo>
                <a:lnTo>
                  <a:pt x="231" y="138"/>
                </a:lnTo>
                <a:lnTo>
                  <a:pt x="231" y="139"/>
                </a:lnTo>
                <a:lnTo>
                  <a:pt x="231" y="140"/>
                </a:lnTo>
                <a:lnTo>
                  <a:pt x="231" y="141"/>
                </a:lnTo>
                <a:lnTo>
                  <a:pt x="230" y="141"/>
                </a:lnTo>
                <a:lnTo>
                  <a:pt x="230" y="142"/>
                </a:lnTo>
                <a:lnTo>
                  <a:pt x="229" y="143"/>
                </a:lnTo>
                <a:lnTo>
                  <a:pt x="229" y="144"/>
                </a:lnTo>
                <a:lnTo>
                  <a:pt x="230" y="144"/>
                </a:lnTo>
                <a:lnTo>
                  <a:pt x="230" y="145"/>
                </a:lnTo>
                <a:lnTo>
                  <a:pt x="230" y="144"/>
                </a:lnTo>
                <a:lnTo>
                  <a:pt x="231" y="144"/>
                </a:lnTo>
                <a:lnTo>
                  <a:pt x="232" y="144"/>
                </a:lnTo>
                <a:lnTo>
                  <a:pt x="233" y="145"/>
                </a:lnTo>
                <a:lnTo>
                  <a:pt x="234" y="145"/>
                </a:lnTo>
                <a:lnTo>
                  <a:pt x="237" y="146"/>
                </a:lnTo>
                <a:lnTo>
                  <a:pt x="238" y="145"/>
                </a:lnTo>
                <a:lnTo>
                  <a:pt x="239" y="145"/>
                </a:lnTo>
                <a:lnTo>
                  <a:pt x="240" y="146"/>
                </a:lnTo>
                <a:lnTo>
                  <a:pt x="242" y="146"/>
                </a:lnTo>
                <a:lnTo>
                  <a:pt x="243" y="146"/>
                </a:lnTo>
                <a:lnTo>
                  <a:pt x="243" y="145"/>
                </a:lnTo>
                <a:lnTo>
                  <a:pt x="242" y="144"/>
                </a:lnTo>
                <a:lnTo>
                  <a:pt x="241" y="143"/>
                </a:lnTo>
                <a:lnTo>
                  <a:pt x="242" y="143"/>
                </a:lnTo>
                <a:lnTo>
                  <a:pt x="241" y="142"/>
                </a:lnTo>
                <a:lnTo>
                  <a:pt x="241" y="141"/>
                </a:lnTo>
                <a:lnTo>
                  <a:pt x="240" y="141"/>
                </a:lnTo>
                <a:lnTo>
                  <a:pt x="241" y="140"/>
                </a:lnTo>
                <a:lnTo>
                  <a:pt x="241" y="139"/>
                </a:lnTo>
                <a:lnTo>
                  <a:pt x="240" y="138"/>
                </a:lnTo>
                <a:lnTo>
                  <a:pt x="241" y="137"/>
                </a:lnTo>
                <a:lnTo>
                  <a:pt x="241" y="136"/>
                </a:lnTo>
                <a:lnTo>
                  <a:pt x="240" y="136"/>
                </a:lnTo>
                <a:lnTo>
                  <a:pt x="240" y="135"/>
                </a:lnTo>
                <a:lnTo>
                  <a:pt x="241" y="135"/>
                </a:lnTo>
                <a:lnTo>
                  <a:pt x="241" y="134"/>
                </a:lnTo>
                <a:lnTo>
                  <a:pt x="241" y="133"/>
                </a:lnTo>
                <a:lnTo>
                  <a:pt x="240" y="132"/>
                </a:lnTo>
                <a:lnTo>
                  <a:pt x="240" y="130"/>
                </a:lnTo>
                <a:lnTo>
                  <a:pt x="241" y="130"/>
                </a:lnTo>
                <a:lnTo>
                  <a:pt x="242" y="129"/>
                </a:lnTo>
                <a:lnTo>
                  <a:pt x="243" y="129"/>
                </a:lnTo>
                <a:lnTo>
                  <a:pt x="244" y="128"/>
                </a:lnTo>
                <a:lnTo>
                  <a:pt x="243" y="127"/>
                </a:lnTo>
                <a:lnTo>
                  <a:pt x="241" y="126"/>
                </a:lnTo>
                <a:lnTo>
                  <a:pt x="240" y="126"/>
                </a:lnTo>
                <a:lnTo>
                  <a:pt x="240" y="127"/>
                </a:lnTo>
                <a:lnTo>
                  <a:pt x="239" y="127"/>
                </a:lnTo>
                <a:lnTo>
                  <a:pt x="238" y="128"/>
                </a:lnTo>
                <a:lnTo>
                  <a:pt x="237" y="128"/>
                </a:lnTo>
                <a:lnTo>
                  <a:pt x="237" y="129"/>
                </a:lnTo>
                <a:lnTo>
                  <a:pt x="236" y="129"/>
                </a:lnTo>
                <a:lnTo>
                  <a:pt x="235" y="129"/>
                </a:lnTo>
                <a:lnTo>
                  <a:pt x="234" y="128"/>
                </a:lnTo>
                <a:lnTo>
                  <a:pt x="233" y="129"/>
                </a:lnTo>
                <a:lnTo>
                  <a:pt x="233" y="128"/>
                </a:lnTo>
                <a:lnTo>
                  <a:pt x="234" y="128"/>
                </a:lnTo>
                <a:lnTo>
                  <a:pt x="235" y="127"/>
                </a:lnTo>
                <a:lnTo>
                  <a:pt x="235" y="126"/>
                </a:lnTo>
                <a:lnTo>
                  <a:pt x="235" y="125"/>
                </a:lnTo>
                <a:lnTo>
                  <a:pt x="236" y="124"/>
                </a:lnTo>
                <a:lnTo>
                  <a:pt x="236" y="123"/>
                </a:lnTo>
                <a:lnTo>
                  <a:pt x="235" y="123"/>
                </a:lnTo>
                <a:lnTo>
                  <a:pt x="235" y="122"/>
                </a:lnTo>
                <a:lnTo>
                  <a:pt x="235" y="121"/>
                </a:lnTo>
                <a:lnTo>
                  <a:pt x="235" y="120"/>
                </a:lnTo>
                <a:lnTo>
                  <a:pt x="236" y="120"/>
                </a:lnTo>
                <a:lnTo>
                  <a:pt x="237" y="119"/>
                </a:lnTo>
                <a:lnTo>
                  <a:pt x="237" y="118"/>
                </a:lnTo>
                <a:lnTo>
                  <a:pt x="236" y="117"/>
                </a:lnTo>
                <a:lnTo>
                  <a:pt x="236" y="116"/>
                </a:lnTo>
                <a:lnTo>
                  <a:pt x="235" y="117"/>
                </a:lnTo>
                <a:lnTo>
                  <a:pt x="234" y="117"/>
                </a:lnTo>
                <a:lnTo>
                  <a:pt x="233" y="117"/>
                </a:lnTo>
                <a:lnTo>
                  <a:pt x="232" y="116"/>
                </a:lnTo>
                <a:lnTo>
                  <a:pt x="231" y="116"/>
                </a:lnTo>
                <a:lnTo>
                  <a:pt x="230" y="115"/>
                </a:lnTo>
                <a:lnTo>
                  <a:pt x="230" y="114"/>
                </a:lnTo>
                <a:lnTo>
                  <a:pt x="231" y="114"/>
                </a:lnTo>
                <a:lnTo>
                  <a:pt x="231" y="113"/>
                </a:lnTo>
                <a:lnTo>
                  <a:pt x="230" y="112"/>
                </a:lnTo>
                <a:lnTo>
                  <a:pt x="231" y="111"/>
                </a:lnTo>
                <a:lnTo>
                  <a:pt x="232" y="111"/>
                </a:lnTo>
                <a:lnTo>
                  <a:pt x="233" y="111"/>
                </a:lnTo>
                <a:lnTo>
                  <a:pt x="234" y="111"/>
                </a:lnTo>
                <a:lnTo>
                  <a:pt x="235" y="111"/>
                </a:lnTo>
                <a:lnTo>
                  <a:pt x="235" y="112"/>
                </a:lnTo>
                <a:lnTo>
                  <a:pt x="236" y="114"/>
                </a:lnTo>
                <a:lnTo>
                  <a:pt x="238" y="115"/>
                </a:lnTo>
                <a:lnTo>
                  <a:pt x="239" y="115"/>
                </a:lnTo>
                <a:lnTo>
                  <a:pt x="240" y="115"/>
                </a:lnTo>
                <a:lnTo>
                  <a:pt x="241" y="115"/>
                </a:lnTo>
                <a:lnTo>
                  <a:pt x="242" y="115"/>
                </a:lnTo>
                <a:lnTo>
                  <a:pt x="243" y="115"/>
                </a:lnTo>
                <a:lnTo>
                  <a:pt x="247" y="115"/>
                </a:lnTo>
                <a:lnTo>
                  <a:pt x="248" y="115"/>
                </a:lnTo>
                <a:lnTo>
                  <a:pt x="249" y="115"/>
                </a:lnTo>
                <a:lnTo>
                  <a:pt x="250" y="115"/>
                </a:lnTo>
                <a:lnTo>
                  <a:pt x="251" y="115"/>
                </a:lnTo>
                <a:lnTo>
                  <a:pt x="252" y="115"/>
                </a:lnTo>
                <a:lnTo>
                  <a:pt x="253" y="114"/>
                </a:lnTo>
                <a:lnTo>
                  <a:pt x="254" y="114"/>
                </a:lnTo>
                <a:lnTo>
                  <a:pt x="255" y="114"/>
                </a:lnTo>
                <a:lnTo>
                  <a:pt x="255" y="113"/>
                </a:lnTo>
                <a:lnTo>
                  <a:pt x="256" y="113"/>
                </a:lnTo>
                <a:lnTo>
                  <a:pt x="257" y="113"/>
                </a:lnTo>
                <a:lnTo>
                  <a:pt x="258" y="113"/>
                </a:lnTo>
                <a:lnTo>
                  <a:pt x="259" y="113"/>
                </a:lnTo>
                <a:lnTo>
                  <a:pt x="260" y="114"/>
                </a:lnTo>
                <a:lnTo>
                  <a:pt x="260" y="115"/>
                </a:lnTo>
                <a:lnTo>
                  <a:pt x="258" y="116"/>
                </a:lnTo>
                <a:lnTo>
                  <a:pt x="257" y="116"/>
                </a:lnTo>
                <a:lnTo>
                  <a:pt x="257" y="117"/>
                </a:lnTo>
                <a:lnTo>
                  <a:pt x="257" y="118"/>
                </a:lnTo>
                <a:lnTo>
                  <a:pt x="257" y="117"/>
                </a:lnTo>
                <a:lnTo>
                  <a:pt x="258" y="117"/>
                </a:lnTo>
                <a:lnTo>
                  <a:pt x="259" y="119"/>
                </a:lnTo>
                <a:lnTo>
                  <a:pt x="260" y="120"/>
                </a:lnTo>
                <a:lnTo>
                  <a:pt x="261" y="120"/>
                </a:lnTo>
                <a:lnTo>
                  <a:pt x="262" y="120"/>
                </a:lnTo>
                <a:lnTo>
                  <a:pt x="262" y="121"/>
                </a:lnTo>
                <a:lnTo>
                  <a:pt x="263" y="120"/>
                </a:lnTo>
                <a:lnTo>
                  <a:pt x="263" y="119"/>
                </a:lnTo>
                <a:lnTo>
                  <a:pt x="264" y="118"/>
                </a:lnTo>
                <a:lnTo>
                  <a:pt x="265" y="117"/>
                </a:lnTo>
                <a:lnTo>
                  <a:pt x="265" y="116"/>
                </a:lnTo>
                <a:lnTo>
                  <a:pt x="266" y="116"/>
                </a:lnTo>
                <a:lnTo>
                  <a:pt x="266" y="117"/>
                </a:lnTo>
                <a:lnTo>
                  <a:pt x="267" y="117"/>
                </a:lnTo>
                <a:lnTo>
                  <a:pt x="268" y="116"/>
                </a:lnTo>
                <a:lnTo>
                  <a:pt x="268" y="115"/>
                </a:lnTo>
                <a:lnTo>
                  <a:pt x="269" y="114"/>
                </a:lnTo>
                <a:lnTo>
                  <a:pt x="270" y="114"/>
                </a:lnTo>
                <a:lnTo>
                  <a:pt x="271" y="113"/>
                </a:lnTo>
                <a:lnTo>
                  <a:pt x="272" y="113"/>
                </a:lnTo>
                <a:lnTo>
                  <a:pt x="272" y="114"/>
                </a:lnTo>
                <a:lnTo>
                  <a:pt x="272" y="113"/>
                </a:lnTo>
                <a:lnTo>
                  <a:pt x="274" y="113"/>
                </a:lnTo>
                <a:lnTo>
                  <a:pt x="275" y="114"/>
                </a:lnTo>
                <a:lnTo>
                  <a:pt x="275" y="113"/>
                </a:lnTo>
                <a:lnTo>
                  <a:pt x="275" y="112"/>
                </a:lnTo>
                <a:lnTo>
                  <a:pt x="276" y="111"/>
                </a:lnTo>
                <a:lnTo>
                  <a:pt x="277" y="110"/>
                </a:lnTo>
                <a:lnTo>
                  <a:pt x="278" y="109"/>
                </a:lnTo>
                <a:lnTo>
                  <a:pt x="280" y="107"/>
                </a:lnTo>
                <a:lnTo>
                  <a:pt x="281" y="107"/>
                </a:lnTo>
                <a:lnTo>
                  <a:pt x="281" y="106"/>
                </a:lnTo>
                <a:lnTo>
                  <a:pt x="282" y="106"/>
                </a:lnTo>
                <a:lnTo>
                  <a:pt x="283" y="106"/>
                </a:lnTo>
                <a:lnTo>
                  <a:pt x="284" y="106"/>
                </a:lnTo>
                <a:lnTo>
                  <a:pt x="284" y="104"/>
                </a:lnTo>
                <a:lnTo>
                  <a:pt x="284" y="102"/>
                </a:lnTo>
                <a:lnTo>
                  <a:pt x="285" y="101"/>
                </a:lnTo>
                <a:lnTo>
                  <a:pt x="285" y="100"/>
                </a:lnTo>
                <a:lnTo>
                  <a:pt x="285" y="99"/>
                </a:lnTo>
                <a:lnTo>
                  <a:pt x="286" y="99"/>
                </a:lnTo>
                <a:lnTo>
                  <a:pt x="287" y="99"/>
                </a:lnTo>
                <a:lnTo>
                  <a:pt x="287" y="98"/>
                </a:lnTo>
                <a:lnTo>
                  <a:pt x="287" y="97"/>
                </a:lnTo>
                <a:lnTo>
                  <a:pt x="288" y="96"/>
                </a:lnTo>
                <a:lnTo>
                  <a:pt x="289" y="96"/>
                </a:lnTo>
                <a:lnTo>
                  <a:pt x="290" y="96"/>
                </a:lnTo>
                <a:lnTo>
                  <a:pt x="290" y="95"/>
                </a:lnTo>
                <a:lnTo>
                  <a:pt x="290" y="94"/>
                </a:lnTo>
                <a:lnTo>
                  <a:pt x="291" y="94"/>
                </a:lnTo>
                <a:lnTo>
                  <a:pt x="292" y="93"/>
                </a:lnTo>
                <a:lnTo>
                  <a:pt x="292" y="92"/>
                </a:lnTo>
                <a:lnTo>
                  <a:pt x="293" y="91"/>
                </a:lnTo>
                <a:lnTo>
                  <a:pt x="293" y="90"/>
                </a:lnTo>
                <a:lnTo>
                  <a:pt x="293" y="89"/>
                </a:lnTo>
                <a:lnTo>
                  <a:pt x="292" y="88"/>
                </a:lnTo>
                <a:lnTo>
                  <a:pt x="291" y="88"/>
                </a:lnTo>
                <a:lnTo>
                  <a:pt x="291" y="89"/>
                </a:lnTo>
                <a:lnTo>
                  <a:pt x="291" y="90"/>
                </a:lnTo>
                <a:lnTo>
                  <a:pt x="291" y="88"/>
                </a:lnTo>
                <a:lnTo>
                  <a:pt x="290" y="88"/>
                </a:lnTo>
                <a:lnTo>
                  <a:pt x="290" y="87"/>
                </a:lnTo>
                <a:lnTo>
                  <a:pt x="290" y="86"/>
                </a:lnTo>
                <a:lnTo>
                  <a:pt x="291" y="86"/>
                </a:lnTo>
                <a:lnTo>
                  <a:pt x="292" y="85"/>
                </a:lnTo>
                <a:lnTo>
                  <a:pt x="292" y="84"/>
                </a:lnTo>
                <a:lnTo>
                  <a:pt x="291" y="83"/>
                </a:lnTo>
                <a:lnTo>
                  <a:pt x="291" y="82"/>
                </a:lnTo>
                <a:lnTo>
                  <a:pt x="292" y="82"/>
                </a:lnTo>
                <a:lnTo>
                  <a:pt x="292" y="81"/>
                </a:lnTo>
                <a:lnTo>
                  <a:pt x="292" y="80"/>
                </a:lnTo>
                <a:lnTo>
                  <a:pt x="291" y="80"/>
                </a:lnTo>
                <a:lnTo>
                  <a:pt x="291" y="79"/>
                </a:lnTo>
                <a:lnTo>
                  <a:pt x="290" y="79"/>
                </a:lnTo>
                <a:lnTo>
                  <a:pt x="291" y="79"/>
                </a:lnTo>
                <a:lnTo>
                  <a:pt x="291" y="78"/>
                </a:lnTo>
                <a:lnTo>
                  <a:pt x="292" y="78"/>
                </a:lnTo>
                <a:lnTo>
                  <a:pt x="293" y="76"/>
                </a:lnTo>
                <a:lnTo>
                  <a:pt x="296" y="75"/>
                </a:lnTo>
                <a:lnTo>
                  <a:pt x="296" y="74"/>
                </a:lnTo>
                <a:lnTo>
                  <a:pt x="296" y="73"/>
                </a:lnTo>
                <a:lnTo>
                  <a:pt x="297" y="71"/>
                </a:lnTo>
                <a:lnTo>
                  <a:pt x="298" y="71"/>
                </a:lnTo>
                <a:lnTo>
                  <a:pt x="300" y="71"/>
                </a:lnTo>
                <a:lnTo>
                  <a:pt x="304" y="71"/>
                </a:lnTo>
                <a:lnTo>
                  <a:pt x="308" y="71"/>
                </a:lnTo>
                <a:lnTo>
                  <a:pt x="311" y="70"/>
                </a:lnTo>
                <a:lnTo>
                  <a:pt x="313" y="70"/>
                </a:lnTo>
                <a:lnTo>
                  <a:pt x="315" y="70"/>
                </a:lnTo>
                <a:lnTo>
                  <a:pt x="318" y="70"/>
                </a:lnTo>
                <a:lnTo>
                  <a:pt x="319" y="70"/>
                </a:lnTo>
                <a:lnTo>
                  <a:pt x="322" y="68"/>
                </a:lnTo>
                <a:lnTo>
                  <a:pt x="324" y="67"/>
                </a:lnTo>
                <a:lnTo>
                  <a:pt x="326" y="67"/>
                </a:lnTo>
                <a:lnTo>
                  <a:pt x="327" y="67"/>
                </a:lnTo>
                <a:lnTo>
                  <a:pt x="328" y="67"/>
                </a:lnTo>
                <a:lnTo>
                  <a:pt x="330" y="68"/>
                </a:lnTo>
                <a:lnTo>
                  <a:pt x="332" y="69"/>
                </a:lnTo>
                <a:lnTo>
                  <a:pt x="335" y="71"/>
                </a:lnTo>
                <a:lnTo>
                  <a:pt x="339" y="74"/>
                </a:lnTo>
                <a:lnTo>
                  <a:pt x="341" y="74"/>
                </a:lnTo>
                <a:lnTo>
                  <a:pt x="342" y="75"/>
                </a:lnTo>
                <a:lnTo>
                  <a:pt x="343" y="76"/>
                </a:lnTo>
                <a:lnTo>
                  <a:pt x="346" y="78"/>
                </a:lnTo>
                <a:lnTo>
                  <a:pt x="348" y="79"/>
                </a:lnTo>
                <a:lnTo>
                  <a:pt x="349" y="80"/>
                </a:lnTo>
                <a:lnTo>
                  <a:pt x="350" y="80"/>
                </a:lnTo>
                <a:lnTo>
                  <a:pt x="354" y="83"/>
                </a:lnTo>
                <a:lnTo>
                  <a:pt x="355" y="83"/>
                </a:lnTo>
                <a:lnTo>
                  <a:pt x="357" y="84"/>
                </a:lnTo>
                <a:lnTo>
                  <a:pt x="364" y="86"/>
                </a:lnTo>
                <a:lnTo>
                  <a:pt x="366" y="86"/>
                </a:lnTo>
                <a:lnTo>
                  <a:pt x="368" y="87"/>
                </a:lnTo>
                <a:lnTo>
                  <a:pt x="372" y="87"/>
                </a:lnTo>
                <a:lnTo>
                  <a:pt x="373" y="88"/>
                </a:lnTo>
                <a:lnTo>
                  <a:pt x="373" y="87"/>
                </a:lnTo>
                <a:lnTo>
                  <a:pt x="374" y="87"/>
                </a:lnTo>
                <a:lnTo>
                  <a:pt x="377" y="87"/>
                </a:lnTo>
                <a:lnTo>
                  <a:pt x="378" y="86"/>
                </a:lnTo>
                <a:lnTo>
                  <a:pt x="379" y="86"/>
                </a:lnTo>
                <a:lnTo>
                  <a:pt x="380" y="85"/>
                </a:lnTo>
                <a:lnTo>
                  <a:pt x="385" y="82"/>
                </a:lnTo>
                <a:lnTo>
                  <a:pt x="386" y="82"/>
                </a:lnTo>
                <a:lnTo>
                  <a:pt x="388" y="80"/>
                </a:lnTo>
                <a:lnTo>
                  <a:pt x="389" y="80"/>
                </a:lnTo>
                <a:lnTo>
                  <a:pt x="390" y="80"/>
                </a:lnTo>
                <a:lnTo>
                  <a:pt x="390" y="79"/>
                </a:lnTo>
                <a:lnTo>
                  <a:pt x="391" y="79"/>
                </a:lnTo>
                <a:lnTo>
                  <a:pt x="392" y="78"/>
                </a:lnTo>
                <a:lnTo>
                  <a:pt x="393" y="77"/>
                </a:lnTo>
                <a:lnTo>
                  <a:pt x="394" y="76"/>
                </a:lnTo>
                <a:lnTo>
                  <a:pt x="394" y="75"/>
                </a:lnTo>
                <a:lnTo>
                  <a:pt x="395" y="75"/>
                </a:lnTo>
                <a:lnTo>
                  <a:pt x="395" y="74"/>
                </a:lnTo>
                <a:lnTo>
                  <a:pt x="395" y="73"/>
                </a:lnTo>
                <a:lnTo>
                  <a:pt x="396" y="72"/>
                </a:lnTo>
                <a:lnTo>
                  <a:pt x="397" y="71"/>
                </a:lnTo>
                <a:lnTo>
                  <a:pt x="397" y="70"/>
                </a:lnTo>
                <a:lnTo>
                  <a:pt x="398" y="70"/>
                </a:lnTo>
                <a:lnTo>
                  <a:pt x="398" y="69"/>
                </a:lnTo>
                <a:lnTo>
                  <a:pt x="402" y="65"/>
                </a:lnTo>
                <a:lnTo>
                  <a:pt x="403" y="65"/>
                </a:lnTo>
                <a:lnTo>
                  <a:pt x="404" y="64"/>
                </a:lnTo>
                <a:lnTo>
                  <a:pt x="405" y="63"/>
                </a:lnTo>
                <a:lnTo>
                  <a:pt x="406" y="62"/>
                </a:lnTo>
                <a:lnTo>
                  <a:pt x="408" y="62"/>
                </a:lnTo>
                <a:lnTo>
                  <a:pt x="408" y="61"/>
                </a:lnTo>
                <a:lnTo>
                  <a:pt x="409" y="61"/>
                </a:lnTo>
                <a:lnTo>
                  <a:pt x="411" y="61"/>
                </a:lnTo>
                <a:lnTo>
                  <a:pt x="412" y="60"/>
                </a:lnTo>
                <a:lnTo>
                  <a:pt x="413" y="60"/>
                </a:lnTo>
                <a:lnTo>
                  <a:pt x="414" y="60"/>
                </a:lnTo>
                <a:lnTo>
                  <a:pt x="416" y="60"/>
                </a:lnTo>
                <a:lnTo>
                  <a:pt x="417" y="60"/>
                </a:lnTo>
                <a:lnTo>
                  <a:pt x="420" y="60"/>
                </a:lnTo>
                <a:lnTo>
                  <a:pt x="421" y="60"/>
                </a:lnTo>
                <a:lnTo>
                  <a:pt x="421" y="61"/>
                </a:lnTo>
                <a:lnTo>
                  <a:pt x="422" y="61"/>
                </a:lnTo>
                <a:lnTo>
                  <a:pt x="424" y="63"/>
                </a:lnTo>
                <a:lnTo>
                  <a:pt x="425" y="64"/>
                </a:lnTo>
                <a:lnTo>
                  <a:pt x="425" y="65"/>
                </a:lnTo>
                <a:lnTo>
                  <a:pt x="425" y="66"/>
                </a:lnTo>
                <a:lnTo>
                  <a:pt x="426" y="66"/>
                </a:lnTo>
                <a:lnTo>
                  <a:pt x="426" y="67"/>
                </a:lnTo>
                <a:lnTo>
                  <a:pt x="427" y="67"/>
                </a:lnTo>
                <a:lnTo>
                  <a:pt x="428" y="68"/>
                </a:lnTo>
                <a:lnTo>
                  <a:pt x="429" y="68"/>
                </a:lnTo>
                <a:lnTo>
                  <a:pt x="429" y="69"/>
                </a:lnTo>
                <a:lnTo>
                  <a:pt x="430" y="69"/>
                </a:lnTo>
                <a:lnTo>
                  <a:pt x="432" y="67"/>
                </a:lnTo>
                <a:lnTo>
                  <a:pt x="432" y="66"/>
                </a:lnTo>
                <a:lnTo>
                  <a:pt x="435" y="64"/>
                </a:lnTo>
                <a:lnTo>
                  <a:pt x="436" y="63"/>
                </a:lnTo>
                <a:lnTo>
                  <a:pt x="437" y="62"/>
                </a:lnTo>
                <a:lnTo>
                  <a:pt x="438" y="61"/>
                </a:lnTo>
                <a:lnTo>
                  <a:pt x="439" y="60"/>
                </a:lnTo>
                <a:lnTo>
                  <a:pt x="439" y="59"/>
                </a:lnTo>
                <a:lnTo>
                  <a:pt x="440" y="59"/>
                </a:lnTo>
                <a:lnTo>
                  <a:pt x="440" y="58"/>
                </a:lnTo>
                <a:lnTo>
                  <a:pt x="441" y="57"/>
                </a:lnTo>
                <a:lnTo>
                  <a:pt x="442" y="56"/>
                </a:lnTo>
                <a:lnTo>
                  <a:pt x="443" y="56"/>
                </a:lnTo>
                <a:lnTo>
                  <a:pt x="443" y="55"/>
                </a:lnTo>
                <a:lnTo>
                  <a:pt x="444" y="55"/>
                </a:lnTo>
                <a:lnTo>
                  <a:pt x="445" y="54"/>
                </a:lnTo>
                <a:lnTo>
                  <a:pt x="446" y="54"/>
                </a:lnTo>
                <a:lnTo>
                  <a:pt x="446" y="53"/>
                </a:lnTo>
                <a:lnTo>
                  <a:pt x="447" y="53"/>
                </a:lnTo>
                <a:lnTo>
                  <a:pt x="448" y="52"/>
                </a:lnTo>
                <a:lnTo>
                  <a:pt x="449" y="52"/>
                </a:lnTo>
                <a:lnTo>
                  <a:pt x="450" y="51"/>
                </a:lnTo>
                <a:lnTo>
                  <a:pt x="451" y="51"/>
                </a:lnTo>
                <a:lnTo>
                  <a:pt x="451" y="50"/>
                </a:lnTo>
                <a:lnTo>
                  <a:pt x="453" y="49"/>
                </a:lnTo>
                <a:lnTo>
                  <a:pt x="454" y="48"/>
                </a:lnTo>
                <a:lnTo>
                  <a:pt x="455" y="48"/>
                </a:lnTo>
                <a:lnTo>
                  <a:pt x="455" y="47"/>
                </a:lnTo>
                <a:lnTo>
                  <a:pt x="456" y="47"/>
                </a:lnTo>
                <a:lnTo>
                  <a:pt x="457" y="46"/>
                </a:lnTo>
                <a:lnTo>
                  <a:pt x="458" y="45"/>
                </a:lnTo>
                <a:lnTo>
                  <a:pt x="461" y="43"/>
                </a:lnTo>
                <a:lnTo>
                  <a:pt x="461" y="42"/>
                </a:lnTo>
                <a:lnTo>
                  <a:pt x="462" y="42"/>
                </a:lnTo>
                <a:lnTo>
                  <a:pt x="462" y="41"/>
                </a:lnTo>
                <a:lnTo>
                  <a:pt x="463" y="40"/>
                </a:lnTo>
                <a:lnTo>
                  <a:pt x="464" y="40"/>
                </a:lnTo>
                <a:lnTo>
                  <a:pt x="465" y="40"/>
                </a:lnTo>
                <a:lnTo>
                  <a:pt x="466" y="39"/>
                </a:lnTo>
                <a:lnTo>
                  <a:pt x="473" y="39"/>
                </a:lnTo>
                <a:lnTo>
                  <a:pt x="474" y="39"/>
                </a:lnTo>
                <a:lnTo>
                  <a:pt x="475" y="39"/>
                </a:lnTo>
                <a:lnTo>
                  <a:pt x="476" y="39"/>
                </a:lnTo>
                <a:lnTo>
                  <a:pt x="476" y="38"/>
                </a:lnTo>
                <a:lnTo>
                  <a:pt x="477" y="37"/>
                </a:lnTo>
                <a:lnTo>
                  <a:pt x="478" y="36"/>
                </a:lnTo>
                <a:lnTo>
                  <a:pt x="479" y="34"/>
                </a:lnTo>
                <a:lnTo>
                  <a:pt x="479" y="33"/>
                </a:lnTo>
                <a:lnTo>
                  <a:pt x="478" y="32"/>
                </a:lnTo>
                <a:lnTo>
                  <a:pt x="478" y="31"/>
                </a:lnTo>
                <a:lnTo>
                  <a:pt x="479" y="30"/>
                </a:lnTo>
                <a:lnTo>
                  <a:pt x="480" y="27"/>
                </a:lnTo>
                <a:lnTo>
                  <a:pt x="479" y="20"/>
                </a:lnTo>
                <a:lnTo>
                  <a:pt x="479" y="18"/>
                </a:lnTo>
                <a:lnTo>
                  <a:pt x="479" y="15"/>
                </a:lnTo>
                <a:lnTo>
                  <a:pt x="479" y="11"/>
                </a:lnTo>
                <a:lnTo>
                  <a:pt x="480" y="8"/>
                </a:lnTo>
                <a:lnTo>
                  <a:pt x="482" y="5"/>
                </a:lnTo>
                <a:lnTo>
                  <a:pt x="483" y="4"/>
                </a:lnTo>
                <a:lnTo>
                  <a:pt x="484" y="3"/>
                </a:lnTo>
                <a:lnTo>
                  <a:pt x="485" y="2"/>
                </a:lnTo>
                <a:lnTo>
                  <a:pt x="487" y="1"/>
                </a:lnTo>
                <a:lnTo>
                  <a:pt x="489" y="1"/>
                </a:lnTo>
                <a:lnTo>
                  <a:pt x="492" y="0"/>
                </a:lnTo>
                <a:lnTo>
                  <a:pt x="493" y="0"/>
                </a:lnTo>
                <a:lnTo>
                  <a:pt x="494" y="0"/>
                </a:lnTo>
                <a:lnTo>
                  <a:pt x="495" y="0"/>
                </a:lnTo>
                <a:lnTo>
                  <a:pt x="496" y="0"/>
                </a:lnTo>
                <a:lnTo>
                  <a:pt x="497" y="1"/>
                </a:lnTo>
                <a:lnTo>
                  <a:pt x="498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6" name=""/>
          <p:cNvSpPr/>
          <p:nvPr/>
        </p:nvSpPr>
        <p:spPr>
          <a:xfrm>
            <a:off x="8335440" y="15868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5"/>
                </a:lnTo>
                <a:lnTo>
                  <a:pt x="0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7" name=""/>
          <p:cNvSpPr/>
          <p:nvPr/>
        </p:nvSpPr>
        <p:spPr>
          <a:xfrm>
            <a:off x="8347680" y="1573560"/>
            <a:ext cx="2160" cy="3960"/>
          </a:xfrm>
          <a:custGeom>
            <a:avLst/>
            <a:gdLst/>
            <a:ahLst/>
            <a:rect l="0" t="0" r="r" b="b"/>
            <a:pathLst>
              <a:path w="6" h="11">
                <a:moveTo>
                  <a:pt x="1" y="11"/>
                </a:moveTo>
                <a:lnTo>
                  <a:pt x="0" y="10"/>
                </a:lnTo>
                <a:lnTo>
                  <a:pt x="0" y="9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2"/>
                </a:lnTo>
                <a:lnTo>
                  <a:pt x="3" y="5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6" y="9"/>
                </a:lnTo>
                <a:lnTo>
                  <a:pt x="2" y="11"/>
                </a:lnTo>
                <a:lnTo>
                  <a:pt x="1" y="1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8" name=""/>
          <p:cNvSpPr/>
          <p:nvPr/>
        </p:nvSpPr>
        <p:spPr>
          <a:xfrm>
            <a:off x="8354520" y="1560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9" name=""/>
          <p:cNvSpPr/>
          <p:nvPr/>
        </p:nvSpPr>
        <p:spPr>
          <a:xfrm>
            <a:off x="8041320" y="1408680"/>
            <a:ext cx="432720" cy="291240"/>
          </a:xfrm>
          <a:custGeom>
            <a:avLst/>
            <a:gdLst/>
            <a:ahLst/>
            <a:rect l="0" t="0" r="r" b="b"/>
            <a:pathLst>
              <a:path w="1202" h="809">
                <a:moveTo>
                  <a:pt x="410" y="1"/>
                </a:moveTo>
                <a:lnTo>
                  <a:pt x="411" y="2"/>
                </a:lnTo>
                <a:lnTo>
                  <a:pt x="412" y="1"/>
                </a:lnTo>
                <a:lnTo>
                  <a:pt x="413" y="1"/>
                </a:lnTo>
                <a:lnTo>
                  <a:pt x="414" y="1"/>
                </a:lnTo>
                <a:lnTo>
                  <a:pt x="415" y="2"/>
                </a:lnTo>
                <a:lnTo>
                  <a:pt x="415" y="3"/>
                </a:lnTo>
                <a:lnTo>
                  <a:pt x="415" y="4"/>
                </a:lnTo>
                <a:lnTo>
                  <a:pt x="416" y="4"/>
                </a:lnTo>
                <a:lnTo>
                  <a:pt x="417" y="4"/>
                </a:lnTo>
                <a:lnTo>
                  <a:pt x="417" y="3"/>
                </a:lnTo>
                <a:lnTo>
                  <a:pt x="418" y="3"/>
                </a:lnTo>
                <a:lnTo>
                  <a:pt x="420" y="4"/>
                </a:lnTo>
                <a:lnTo>
                  <a:pt x="422" y="4"/>
                </a:lnTo>
                <a:lnTo>
                  <a:pt x="424" y="5"/>
                </a:lnTo>
                <a:lnTo>
                  <a:pt x="426" y="6"/>
                </a:lnTo>
                <a:lnTo>
                  <a:pt x="427" y="6"/>
                </a:lnTo>
                <a:lnTo>
                  <a:pt x="427" y="7"/>
                </a:lnTo>
                <a:lnTo>
                  <a:pt x="428" y="8"/>
                </a:lnTo>
                <a:lnTo>
                  <a:pt x="429" y="8"/>
                </a:lnTo>
                <a:lnTo>
                  <a:pt x="429" y="9"/>
                </a:lnTo>
                <a:lnTo>
                  <a:pt x="429" y="10"/>
                </a:lnTo>
                <a:lnTo>
                  <a:pt x="430" y="10"/>
                </a:lnTo>
                <a:lnTo>
                  <a:pt x="430" y="11"/>
                </a:lnTo>
                <a:lnTo>
                  <a:pt x="431" y="11"/>
                </a:lnTo>
                <a:lnTo>
                  <a:pt x="432" y="11"/>
                </a:lnTo>
                <a:lnTo>
                  <a:pt x="431" y="13"/>
                </a:lnTo>
                <a:lnTo>
                  <a:pt x="434" y="14"/>
                </a:lnTo>
                <a:lnTo>
                  <a:pt x="434" y="13"/>
                </a:lnTo>
                <a:lnTo>
                  <a:pt x="435" y="13"/>
                </a:lnTo>
                <a:lnTo>
                  <a:pt x="435" y="12"/>
                </a:lnTo>
                <a:lnTo>
                  <a:pt x="436" y="11"/>
                </a:lnTo>
                <a:lnTo>
                  <a:pt x="437" y="12"/>
                </a:lnTo>
                <a:lnTo>
                  <a:pt x="439" y="12"/>
                </a:lnTo>
                <a:lnTo>
                  <a:pt x="443" y="14"/>
                </a:lnTo>
                <a:lnTo>
                  <a:pt x="443" y="15"/>
                </a:lnTo>
                <a:lnTo>
                  <a:pt x="444" y="15"/>
                </a:lnTo>
                <a:lnTo>
                  <a:pt x="445" y="15"/>
                </a:lnTo>
                <a:lnTo>
                  <a:pt x="446" y="16"/>
                </a:lnTo>
                <a:lnTo>
                  <a:pt x="446" y="17"/>
                </a:lnTo>
                <a:lnTo>
                  <a:pt x="447" y="17"/>
                </a:lnTo>
                <a:lnTo>
                  <a:pt x="449" y="18"/>
                </a:lnTo>
                <a:lnTo>
                  <a:pt x="449" y="19"/>
                </a:lnTo>
                <a:lnTo>
                  <a:pt x="449" y="20"/>
                </a:lnTo>
                <a:lnTo>
                  <a:pt x="448" y="23"/>
                </a:lnTo>
                <a:lnTo>
                  <a:pt x="449" y="23"/>
                </a:lnTo>
                <a:lnTo>
                  <a:pt x="453" y="21"/>
                </a:lnTo>
                <a:lnTo>
                  <a:pt x="454" y="21"/>
                </a:lnTo>
                <a:lnTo>
                  <a:pt x="456" y="20"/>
                </a:lnTo>
                <a:lnTo>
                  <a:pt x="457" y="20"/>
                </a:lnTo>
                <a:lnTo>
                  <a:pt x="458" y="20"/>
                </a:lnTo>
                <a:lnTo>
                  <a:pt x="459" y="20"/>
                </a:lnTo>
                <a:lnTo>
                  <a:pt x="461" y="21"/>
                </a:lnTo>
                <a:lnTo>
                  <a:pt x="462" y="21"/>
                </a:lnTo>
                <a:lnTo>
                  <a:pt x="463" y="21"/>
                </a:lnTo>
                <a:lnTo>
                  <a:pt x="464" y="21"/>
                </a:lnTo>
                <a:lnTo>
                  <a:pt x="465" y="20"/>
                </a:lnTo>
                <a:lnTo>
                  <a:pt x="467" y="20"/>
                </a:lnTo>
                <a:lnTo>
                  <a:pt x="468" y="21"/>
                </a:lnTo>
                <a:lnTo>
                  <a:pt x="469" y="21"/>
                </a:lnTo>
                <a:lnTo>
                  <a:pt x="470" y="21"/>
                </a:lnTo>
                <a:lnTo>
                  <a:pt x="472" y="21"/>
                </a:lnTo>
                <a:lnTo>
                  <a:pt x="473" y="20"/>
                </a:lnTo>
                <a:lnTo>
                  <a:pt x="474" y="21"/>
                </a:lnTo>
                <a:lnTo>
                  <a:pt x="475" y="21"/>
                </a:lnTo>
                <a:lnTo>
                  <a:pt x="475" y="22"/>
                </a:lnTo>
                <a:lnTo>
                  <a:pt x="476" y="22"/>
                </a:lnTo>
                <a:lnTo>
                  <a:pt x="476" y="21"/>
                </a:lnTo>
                <a:lnTo>
                  <a:pt x="477" y="21"/>
                </a:lnTo>
                <a:lnTo>
                  <a:pt x="478" y="21"/>
                </a:lnTo>
                <a:lnTo>
                  <a:pt x="478" y="23"/>
                </a:lnTo>
                <a:lnTo>
                  <a:pt x="480" y="22"/>
                </a:lnTo>
                <a:lnTo>
                  <a:pt x="481" y="22"/>
                </a:lnTo>
                <a:lnTo>
                  <a:pt x="481" y="21"/>
                </a:lnTo>
                <a:lnTo>
                  <a:pt x="482" y="21"/>
                </a:lnTo>
                <a:lnTo>
                  <a:pt x="484" y="22"/>
                </a:lnTo>
                <a:lnTo>
                  <a:pt x="484" y="21"/>
                </a:lnTo>
                <a:lnTo>
                  <a:pt x="485" y="21"/>
                </a:lnTo>
                <a:lnTo>
                  <a:pt x="485" y="23"/>
                </a:lnTo>
                <a:lnTo>
                  <a:pt x="486" y="24"/>
                </a:lnTo>
                <a:lnTo>
                  <a:pt x="487" y="23"/>
                </a:lnTo>
                <a:lnTo>
                  <a:pt x="486" y="22"/>
                </a:lnTo>
                <a:lnTo>
                  <a:pt x="486" y="21"/>
                </a:lnTo>
                <a:lnTo>
                  <a:pt x="487" y="21"/>
                </a:lnTo>
                <a:lnTo>
                  <a:pt x="488" y="21"/>
                </a:lnTo>
                <a:lnTo>
                  <a:pt x="489" y="22"/>
                </a:lnTo>
                <a:lnTo>
                  <a:pt x="490" y="22"/>
                </a:lnTo>
                <a:lnTo>
                  <a:pt x="489" y="23"/>
                </a:lnTo>
                <a:lnTo>
                  <a:pt x="488" y="23"/>
                </a:lnTo>
                <a:lnTo>
                  <a:pt x="488" y="24"/>
                </a:lnTo>
                <a:lnTo>
                  <a:pt x="491" y="24"/>
                </a:lnTo>
                <a:lnTo>
                  <a:pt x="491" y="23"/>
                </a:lnTo>
                <a:lnTo>
                  <a:pt x="492" y="24"/>
                </a:lnTo>
                <a:lnTo>
                  <a:pt x="493" y="25"/>
                </a:lnTo>
                <a:lnTo>
                  <a:pt x="493" y="28"/>
                </a:lnTo>
                <a:lnTo>
                  <a:pt x="493" y="29"/>
                </a:lnTo>
                <a:lnTo>
                  <a:pt x="494" y="29"/>
                </a:lnTo>
                <a:lnTo>
                  <a:pt x="494" y="27"/>
                </a:lnTo>
                <a:lnTo>
                  <a:pt x="493" y="26"/>
                </a:lnTo>
                <a:lnTo>
                  <a:pt x="493" y="24"/>
                </a:lnTo>
                <a:lnTo>
                  <a:pt x="495" y="23"/>
                </a:lnTo>
                <a:lnTo>
                  <a:pt x="499" y="23"/>
                </a:lnTo>
                <a:lnTo>
                  <a:pt x="504" y="22"/>
                </a:lnTo>
                <a:lnTo>
                  <a:pt x="504" y="23"/>
                </a:lnTo>
                <a:lnTo>
                  <a:pt x="504" y="25"/>
                </a:lnTo>
                <a:lnTo>
                  <a:pt x="503" y="27"/>
                </a:lnTo>
                <a:lnTo>
                  <a:pt x="503" y="28"/>
                </a:lnTo>
                <a:lnTo>
                  <a:pt x="503" y="29"/>
                </a:lnTo>
                <a:lnTo>
                  <a:pt x="504" y="29"/>
                </a:lnTo>
                <a:lnTo>
                  <a:pt x="504" y="28"/>
                </a:lnTo>
                <a:lnTo>
                  <a:pt x="504" y="27"/>
                </a:lnTo>
                <a:lnTo>
                  <a:pt x="505" y="27"/>
                </a:lnTo>
                <a:lnTo>
                  <a:pt x="505" y="26"/>
                </a:lnTo>
                <a:lnTo>
                  <a:pt x="505" y="25"/>
                </a:lnTo>
                <a:lnTo>
                  <a:pt x="505" y="23"/>
                </a:lnTo>
                <a:lnTo>
                  <a:pt x="508" y="23"/>
                </a:lnTo>
                <a:lnTo>
                  <a:pt x="509" y="23"/>
                </a:lnTo>
                <a:lnTo>
                  <a:pt x="511" y="23"/>
                </a:lnTo>
                <a:lnTo>
                  <a:pt x="513" y="23"/>
                </a:lnTo>
                <a:lnTo>
                  <a:pt x="516" y="23"/>
                </a:lnTo>
                <a:lnTo>
                  <a:pt x="517" y="23"/>
                </a:lnTo>
                <a:lnTo>
                  <a:pt x="518" y="24"/>
                </a:lnTo>
                <a:lnTo>
                  <a:pt x="519" y="24"/>
                </a:lnTo>
                <a:lnTo>
                  <a:pt x="519" y="27"/>
                </a:lnTo>
                <a:lnTo>
                  <a:pt x="519" y="28"/>
                </a:lnTo>
                <a:lnTo>
                  <a:pt x="520" y="28"/>
                </a:lnTo>
                <a:lnTo>
                  <a:pt x="520" y="30"/>
                </a:lnTo>
                <a:lnTo>
                  <a:pt x="520" y="32"/>
                </a:lnTo>
                <a:lnTo>
                  <a:pt x="522" y="32"/>
                </a:lnTo>
                <a:lnTo>
                  <a:pt x="523" y="32"/>
                </a:lnTo>
                <a:lnTo>
                  <a:pt x="524" y="34"/>
                </a:lnTo>
                <a:lnTo>
                  <a:pt x="525" y="34"/>
                </a:lnTo>
                <a:lnTo>
                  <a:pt x="525" y="33"/>
                </a:lnTo>
                <a:lnTo>
                  <a:pt x="525" y="32"/>
                </a:lnTo>
                <a:lnTo>
                  <a:pt x="526" y="32"/>
                </a:lnTo>
                <a:lnTo>
                  <a:pt x="527" y="31"/>
                </a:lnTo>
                <a:lnTo>
                  <a:pt x="528" y="31"/>
                </a:lnTo>
                <a:lnTo>
                  <a:pt x="529" y="31"/>
                </a:lnTo>
                <a:lnTo>
                  <a:pt x="529" y="32"/>
                </a:lnTo>
                <a:lnTo>
                  <a:pt x="530" y="32"/>
                </a:lnTo>
                <a:lnTo>
                  <a:pt x="531" y="31"/>
                </a:lnTo>
                <a:lnTo>
                  <a:pt x="534" y="31"/>
                </a:lnTo>
                <a:lnTo>
                  <a:pt x="536" y="32"/>
                </a:lnTo>
                <a:lnTo>
                  <a:pt x="537" y="31"/>
                </a:lnTo>
                <a:lnTo>
                  <a:pt x="537" y="30"/>
                </a:lnTo>
                <a:lnTo>
                  <a:pt x="536" y="30"/>
                </a:lnTo>
                <a:lnTo>
                  <a:pt x="535" y="30"/>
                </a:lnTo>
                <a:lnTo>
                  <a:pt x="534" y="28"/>
                </a:lnTo>
                <a:lnTo>
                  <a:pt x="534" y="26"/>
                </a:lnTo>
                <a:lnTo>
                  <a:pt x="534" y="24"/>
                </a:lnTo>
                <a:lnTo>
                  <a:pt x="535" y="23"/>
                </a:lnTo>
                <a:lnTo>
                  <a:pt x="536" y="22"/>
                </a:lnTo>
                <a:lnTo>
                  <a:pt x="537" y="23"/>
                </a:lnTo>
                <a:lnTo>
                  <a:pt x="539" y="23"/>
                </a:lnTo>
                <a:lnTo>
                  <a:pt x="539" y="22"/>
                </a:lnTo>
                <a:lnTo>
                  <a:pt x="538" y="21"/>
                </a:lnTo>
                <a:lnTo>
                  <a:pt x="539" y="21"/>
                </a:lnTo>
                <a:lnTo>
                  <a:pt x="540" y="21"/>
                </a:lnTo>
                <a:lnTo>
                  <a:pt x="541" y="21"/>
                </a:lnTo>
                <a:lnTo>
                  <a:pt x="541" y="20"/>
                </a:lnTo>
                <a:lnTo>
                  <a:pt x="541" y="19"/>
                </a:lnTo>
                <a:lnTo>
                  <a:pt x="540" y="18"/>
                </a:lnTo>
                <a:lnTo>
                  <a:pt x="539" y="18"/>
                </a:lnTo>
                <a:lnTo>
                  <a:pt x="538" y="17"/>
                </a:lnTo>
                <a:lnTo>
                  <a:pt x="538" y="16"/>
                </a:lnTo>
                <a:lnTo>
                  <a:pt x="539" y="16"/>
                </a:lnTo>
                <a:lnTo>
                  <a:pt x="541" y="15"/>
                </a:lnTo>
                <a:lnTo>
                  <a:pt x="542" y="15"/>
                </a:lnTo>
                <a:lnTo>
                  <a:pt x="543" y="15"/>
                </a:lnTo>
                <a:lnTo>
                  <a:pt x="544" y="14"/>
                </a:lnTo>
                <a:lnTo>
                  <a:pt x="544" y="15"/>
                </a:lnTo>
                <a:lnTo>
                  <a:pt x="544" y="16"/>
                </a:lnTo>
                <a:lnTo>
                  <a:pt x="544" y="17"/>
                </a:lnTo>
                <a:lnTo>
                  <a:pt x="544" y="18"/>
                </a:lnTo>
                <a:lnTo>
                  <a:pt x="545" y="17"/>
                </a:lnTo>
                <a:lnTo>
                  <a:pt x="546" y="17"/>
                </a:lnTo>
                <a:lnTo>
                  <a:pt x="547" y="17"/>
                </a:lnTo>
                <a:lnTo>
                  <a:pt x="547" y="16"/>
                </a:lnTo>
                <a:lnTo>
                  <a:pt x="548" y="16"/>
                </a:lnTo>
                <a:lnTo>
                  <a:pt x="549" y="16"/>
                </a:lnTo>
                <a:lnTo>
                  <a:pt x="548" y="17"/>
                </a:lnTo>
                <a:lnTo>
                  <a:pt x="548" y="18"/>
                </a:lnTo>
                <a:lnTo>
                  <a:pt x="549" y="18"/>
                </a:lnTo>
                <a:lnTo>
                  <a:pt x="550" y="18"/>
                </a:lnTo>
                <a:lnTo>
                  <a:pt x="549" y="17"/>
                </a:lnTo>
                <a:lnTo>
                  <a:pt x="550" y="17"/>
                </a:lnTo>
                <a:lnTo>
                  <a:pt x="551" y="18"/>
                </a:lnTo>
                <a:lnTo>
                  <a:pt x="551" y="19"/>
                </a:lnTo>
                <a:lnTo>
                  <a:pt x="552" y="19"/>
                </a:lnTo>
                <a:lnTo>
                  <a:pt x="553" y="19"/>
                </a:lnTo>
                <a:lnTo>
                  <a:pt x="553" y="20"/>
                </a:lnTo>
                <a:lnTo>
                  <a:pt x="554" y="21"/>
                </a:lnTo>
                <a:lnTo>
                  <a:pt x="554" y="22"/>
                </a:lnTo>
                <a:lnTo>
                  <a:pt x="555" y="22"/>
                </a:lnTo>
                <a:lnTo>
                  <a:pt x="555" y="21"/>
                </a:lnTo>
                <a:lnTo>
                  <a:pt x="556" y="21"/>
                </a:lnTo>
                <a:lnTo>
                  <a:pt x="557" y="21"/>
                </a:lnTo>
                <a:lnTo>
                  <a:pt x="558" y="21"/>
                </a:lnTo>
                <a:lnTo>
                  <a:pt x="558" y="20"/>
                </a:lnTo>
                <a:lnTo>
                  <a:pt x="559" y="20"/>
                </a:lnTo>
                <a:lnTo>
                  <a:pt x="560" y="20"/>
                </a:lnTo>
                <a:lnTo>
                  <a:pt x="561" y="20"/>
                </a:lnTo>
                <a:lnTo>
                  <a:pt x="564" y="20"/>
                </a:lnTo>
                <a:lnTo>
                  <a:pt x="565" y="19"/>
                </a:lnTo>
                <a:lnTo>
                  <a:pt x="566" y="17"/>
                </a:lnTo>
                <a:lnTo>
                  <a:pt x="566" y="14"/>
                </a:lnTo>
                <a:lnTo>
                  <a:pt x="566" y="13"/>
                </a:lnTo>
                <a:lnTo>
                  <a:pt x="565" y="13"/>
                </a:lnTo>
                <a:lnTo>
                  <a:pt x="564" y="13"/>
                </a:lnTo>
                <a:lnTo>
                  <a:pt x="564" y="12"/>
                </a:lnTo>
                <a:lnTo>
                  <a:pt x="564" y="11"/>
                </a:lnTo>
                <a:lnTo>
                  <a:pt x="565" y="11"/>
                </a:lnTo>
                <a:lnTo>
                  <a:pt x="565" y="10"/>
                </a:lnTo>
                <a:lnTo>
                  <a:pt x="564" y="6"/>
                </a:lnTo>
                <a:lnTo>
                  <a:pt x="564" y="5"/>
                </a:lnTo>
                <a:lnTo>
                  <a:pt x="566" y="5"/>
                </a:lnTo>
                <a:lnTo>
                  <a:pt x="570" y="5"/>
                </a:lnTo>
                <a:lnTo>
                  <a:pt x="571" y="5"/>
                </a:lnTo>
                <a:lnTo>
                  <a:pt x="571" y="6"/>
                </a:lnTo>
                <a:lnTo>
                  <a:pt x="571" y="10"/>
                </a:lnTo>
                <a:lnTo>
                  <a:pt x="573" y="10"/>
                </a:lnTo>
                <a:lnTo>
                  <a:pt x="575" y="9"/>
                </a:lnTo>
                <a:lnTo>
                  <a:pt x="576" y="9"/>
                </a:lnTo>
                <a:lnTo>
                  <a:pt x="577" y="8"/>
                </a:lnTo>
                <a:lnTo>
                  <a:pt x="577" y="6"/>
                </a:lnTo>
                <a:lnTo>
                  <a:pt x="578" y="7"/>
                </a:lnTo>
                <a:lnTo>
                  <a:pt x="588" y="12"/>
                </a:lnTo>
                <a:lnTo>
                  <a:pt x="589" y="14"/>
                </a:lnTo>
                <a:lnTo>
                  <a:pt x="588" y="14"/>
                </a:lnTo>
                <a:lnTo>
                  <a:pt x="586" y="16"/>
                </a:lnTo>
                <a:lnTo>
                  <a:pt x="586" y="17"/>
                </a:lnTo>
                <a:lnTo>
                  <a:pt x="588" y="16"/>
                </a:lnTo>
                <a:lnTo>
                  <a:pt x="589" y="16"/>
                </a:lnTo>
                <a:lnTo>
                  <a:pt x="590" y="15"/>
                </a:lnTo>
                <a:lnTo>
                  <a:pt x="590" y="16"/>
                </a:lnTo>
                <a:lnTo>
                  <a:pt x="591" y="16"/>
                </a:lnTo>
                <a:lnTo>
                  <a:pt x="591" y="17"/>
                </a:lnTo>
                <a:lnTo>
                  <a:pt x="591" y="18"/>
                </a:lnTo>
                <a:lnTo>
                  <a:pt x="591" y="19"/>
                </a:lnTo>
                <a:lnTo>
                  <a:pt x="592" y="20"/>
                </a:lnTo>
                <a:lnTo>
                  <a:pt x="592" y="21"/>
                </a:lnTo>
                <a:lnTo>
                  <a:pt x="593" y="21"/>
                </a:lnTo>
                <a:lnTo>
                  <a:pt x="593" y="22"/>
                </a:lnTo>
                <a:lnTo>
                  <a:pt x="593" y="23"/>
                </a:lnTo>
                <a:lnTo>
                  <a:pt x="594" y="23"/>
                </a:lnTo>
                <a:lnTo>
                  <a:pt x="594" y="24"/>
                </a:lnTo>
                <a:lnTo>
                  <a:pt x="595" y="25"/>
                </a:lnTo>
                <a:lnTo>
                  <a:pt x="595" y="26"/>
                </a:lnTo>
                <a:lnTo>
                  <a:pt x="595" y="27"/>
                </a:lnTo>
                <a:lnTo>
                  <a:pt x="594" y="27"/>
                </a:lnTo>
                <a:lnTo>
                  <a:pt x="593" y="27"/>
                </a:lnTo>
                <a:lnTo>
                  <a:pt x="594" y="28"/>
                </a:lnTo>
                <a:lnTo>
                  <a:pt x="594" y="29"/>
                </a:lnTo>
                <a:lnTo>
                  <a:pt x="594" y="30"/>
                </a:lnTo>
                <a:lnTo>
                  <a:pt x="594" y="31"/>
                </a:lnTo>
                <a:lnTo>
                  <a:pt x="595" y="32"/>
                </a:lnTo>
                <a:lnTo>
                  <a:pt x="596" y="33"/>
                </a:lnTo>
                <a:lnTo>
                  <a:pt x="597" y="35"/>
                </a:lnTo>
                <a:lnTo>
                  <a:pt x="598" y="35"/>
                </a:lnTo>
                <a:lnTo>
                  <a:pt x="598" y="36"/>
                </a:lnTo>
                <a:lnTo>
                  <a:pt x="601" y="41"/>
                </a:lnTo>
                <a:lnTo>
                  <a:pt x="605" y="41"/>
                </a:lnTo>
                <a:lnTo>
                  <a:pt x="608" y="42"/>
                </a:lnTo>
                <a:lnTo>
                  <a:pt x="610" y="44"/>
                </a:lnTo>
                <a:lnTo>
                  <a:pt x="611" y="44"/>
                </a:lnTo>
                <a:lnTo>
                  <a:pt x="612" y="45"/>
                </a:lnTo>
                <a:lnTo>
                  <a:pt x="613" y="45"/>
                </a:lnTo>
                <a:lnTo>
                  <a:pt x="614" y="46"/>
                </a:lnTo>
                <a:lnTo>
                  <a:pt x="616" y="47"/>
                </a:lnTo>
                <a:lnTo>
                  <a:pt x="616" y="48"/>
                </a:lnTo>
                <a:lnTo>
                  <a:pt x="617" y="53"/>
                </a:lnTo>
                <a:lnTo>
                  <a:pt x="618" y="59"/>
                </a:lnTo>
                <a:lnTo>
                  <a:pt x="619" y="59"/>
                </a:lnTo>
                <a:lnTo>
                  <a:pt x="619" y="60"/>
                </a:lnTo>
                <a:lnTo>
                  <a:pt x="618" y="60"/>
                </a:lnTo>
                <a:lnTo>
                  <a:pt x="618" y="61"/>
                </a:lnTo>
                <a:lnTo>
                  <a:pt x="617" y="63"/>
                </a:lnTo>
                <a:lnTo>
                  <a:pt x="616" y="63"/>
                </a:lnTo>
                <a:lnTo>
                  <a:pt x="615" y="63"/>
                </a:lnTo>
                <a:lnTo>
                  <a:pt x="615" y="64"/>
                </a:lnTo>
                <a:lnTo>
                  <a:pt x="615" y="65"/>
                </a:lnTo>
                <a:lnTo>
                  <a:pt x="615" y="67"/>
                </a:lnTo>
                <a:lnTo>
                  <a:pt x="616" y="68"/>
                </a:lnTo>
                <a:lnTo>
                  <a:pt x="617" y="68"/>
                </a:lnTo>
                <a:lnTo>
                  <a:pt x="618" y="67"/>
                </a:lnTo>
                <a:lnTo>
                  <a:pt x="619" y="68"/>
                </a:lnTo>
                <a:lnTo>
                  <a:pt x="620" y="69"/>
                </a:lnTo>
                <a:lnTo>
                  <a:pt x="620" y="70"/>
                </a:lnTo>
                <a:lnTo>
                  <a:pt x="619" y="72"/>
                </a:lnTo>
                <a:lnTo>
                  <a:pt x="618" y="73"/>
                </a:lnTo>
                <a:lnTo>
                  <a:pt x="618" y="75"/>
                </a:lnTo>
                <a:lnTo>
                  <a:pt x="619" y="75"/>
                </a:lnTo>
                <a:lnTo>
                  <a:pt x="619" y="74"/>
                </a:lnTo>
                <a:lnTo>
                  <a:pt x="620" y="73"/>
                </a:lnTo>
                <a:lnTo>
                  <a:pt x="625" y="74"/>
                </a:lnTo>
                <a:lnTo>
                  <a:pt x="625" y="73"/>
                </a:lnTo>
                <a:lnTo>
                  <a:pt x="626" y="72"/>
                </a:lnTo>
                <a:lnTo>
                  <a:pt x="629" y="72"/>
                </a:lnTo>
                <a:lnTo>
                  <a:pt x="630" y="72"/>
                </a:lnTo>
                <a:lnTo>
                  <a:pt x="630" y="74"/>
                </a:lnTo>
                <a:lnTo>
                  <a:pt x="631" y="75"/>
                </a:lnTo>
                <a:lnTo>
                  <a:pt x="632" y="75"/>
                </a:lnTo>
                <a:lnTo>
                  <a:pt x="633" y="74"/>
                </a:lnTo>
                <a:lnTo>
                  <a:pt x="633" y="73"/>
                </a:lnTo>
                <a:lnTo>
                  <a:pt x="633" y="72"/>
                </a:lnTo>
                <a:lnTo>
                  <a:pt x="634" y="71"/>
                </a:lnTo>
                <a:lnTo>
                  <a:pt x="635" y="70"/>
                </a:lnTo>
                <a:lnTo>
                  <a:pt x="635" y="69"/>
                </a:lnTo>
                <a:lnTo>
                  <a:pt x="636" y="68"/>
                </a:lnTo>
                <a:lnTo>
                  <a:pt x="637" y="68"/>
                </a:lnTo>
                <a:lnTo>
                  <a:pt x="638" y="69"/>
                </a:lnTo>
                <a:lnTo>
                  <a:pt x="639" y="70"/>
                </a:lnTo>
                <a:lnTo>
                  <a:pt x="639" y="71"/>
                </a:lnTo>
                <a:lnTo>
                  <a:pt x="640" y="72"/>
                </a:lnTo>
                <a:lnTo>
                  <a:pt x="641" y="72"/>
                </a:lnTo>
                <a:lnTo>
                  <a:pt x="642" y="71"/>
                </a:lnTo>
                <a:lnTo>
                  <a:pt x="643" y="71"/>
                </a:lnTo>
                <a:lnTo>
                  <a:pt x="643" y="70"/>
                </a:lnTo>
                <a:lnTo>
                  <a:pt x="644" y="69"/>
                </a:lnTo>
                <a:lnTo>
                  <a:pt x="644" y="68"/>
                </a:lnTo>
                <a:lnTo>
                  <a:pt x="643" y="68"/>
                </a:lnTo>
                <a:lnTo>
                  <a:pt x="644" y="68"/>
                </a:lnTo>
                <a:lnTo>
                  <a:pt x="645" y="68"/>
                </a:lnTo>
                <a:lnTo>
                  <a:pt x="646" y="67"/>
                </a:lnTo>
                <a:lnTo>
                  <a:pt x="647" y="68"/>
                </a:lnTo>
                <a:lnTo>
                  <a:pt x="648" y="67"/>
                </a:lnTo>
                <a:lnTo>
                  <a:pt x="648" y="65"/>
                </a:lnTo>
                <a:lnTo>
                  <a:pt x="649" y="65"/>
                </a:lnTo>
                <a:lnTo>
                  <a:pt x="650" y="65"/>
                </a:lnTo>
                <a:lnTo>
                  <a:pt x="650" y="66"/>
                </a:lnTo>
                <a:lnTo>
                  <a:pt x="652" y="67"/>
                </a:lnTo>
                <a:lnTo>
                  <a:pt x="651" y="68"/>
                </a:lnTo>
                <a:lnTo>
                  <a:pt x="652" y="69"/>
                </a:lnTo>
                <a:lnTo>
                  <a:pt x="653" y="69"/>
                </a:lnTo>
                <a:lnTo>
                  <a:pt x="653" y="70"/>
                </a:lnTo>
                <a:lnTo>
                  <a:pt x="653" y="71"/>
                </a:lnTo>
                <a:lnTo>
                  <a:pt x="652" y="71"/>
                </a:lnTo>
                <a:lnTo>
                  <a:pt x="650" y="72"/>
                </a:lnTo>
                <a:lnTo>
                  <a:pt x="649" y="72"/>
                </a:lnTo>
                <a:lnTo>
                  <a:pt x="648" y="72"/>
                </a:lnTo>
                <a:lnTo>
                  <a:pt x="647" y="73"/>
                </a:lnTo>
                <a:lnTo>
                  <a:pt x="647" y="74"/>
                </a:lnTo>
                <a:lnTo>
                  <a:pt x="646" y="75"/>
                </a:lnTo>
                <a:lnTo>
                  <a:pt x="645" y="76"/>
                </a:lnTo>
                <a:lnTo>
                  <a:pt x="644" y="76"/>
                </a:lnTo>
                <a:lnTo>
                  <a:pt x="644" y="77"/>
                </a:lnTo>
                <a:lnTo>
                  <a:pt x="642" y="77"/>
                </a:lnTo>
                <a:lnTo>
                  <a:pt x="641" y="76"/>
                </a:lnTo>
                <a:lnTo>
                  <a:pt x="640" y="76"/>
                </a:lnTo>
                <a:lnTo>
                  <a:pt x="639" y="76"/>
                </a:lnTo>
                <a:lnTo>
                  <a:pt x="638" y="76"/>
                </a:lnTo>
                <a:lnTo>
                  <a:pt x="637" y="76"/>
                </a:lnTo>
                <a:lnTo>
                  <a:pt x="636" y="76"/>
                </a:lnTo>
                <a:lnTo>
                  <a:pt x="635" y="77"/>
                </a:lnTo>
                <a:lnTo>
                  <a:pt x="635" y="78"/>
                </a:lnTo>
                <a:lnTo>
                  <a:pt x="635" y="79"/>
                </a:lnTo>
                <a:lnTo>
                  <a:pt x="637" y="80"/>
                </a:lnTo>
                <a:lnTo>
                  <a:pt x="639" y="81"/>
                </a:lnTo>
                <a:lnTo>
                  <a:pt x="639" y="82"/>
                </a:lnTo>
                <a:lnTo>
                  <a:pt x="640" y="83"/>
                </a:lnTo>
                <a:lnTo>
                  <a:pt x="641" y="83"/>
                </a:lnTo>
                <a:lnTo>
                  <a:pt x="641" y="84"/>
                </a:lnTo>
                <a:lnTo>
                  <a:pt x="643" y="84"/>
                </a:lnTo>
                <a:lnTo>
                  <a:pt x="643" y="85"/>
                </a:lnTo>
                <a:lnTo>
                  <a:pt x="646" y="86"/>
                </a:lnTo>
                <a:lnTo>
                  <a:pt x="649" y="89"/>
                </a:lnTo>
                <a:lnTo>
                  <a:pt x="651" y="90"/>
                </a:lnTo>
                <a:lnTo>
                  <a:pt x="651" y="91"/>
                </a:lnTo>
                <a:lnTo>
                  <a:pt x="652" y="92"/>
                </a:lnTo>
                <a:lnTo>
                  <a:pt x="651" y="92"/>
                </a:lnTo>
                <a:lnTo>
                  <a:pt x="643" y="86"/>
                </a:lnTo>
                <a:lnTo>
                  <a:pt x="638" y="83"/>
                </a:lnTo>
                <a:lnTo>
                  <a:pt x="637" y="83"/>
                </a:lnTo>
                <a:lnTo>
                  <a:pt x="642" y="86"/>
                </a:lnTo>
                <a:lnTo>
                  <a:pt x="647" y="91"/>
                </a:lnTo>
                <a:lnTo>
                  <a:pt x="650" y="96"/>
                </a:lnTo>
                <a:lnTo>
                  <a:pt x="648" y="96"/>
                </a:lnTo>
                <a:lnTo>
                  <a:pt x="647" y="95"/>
                </a:lnTo>
                <a:lnTo>
                  <a:pt x="646" y="91"/>
                </a:lnTo>
                <a:lnTo>
                  <a:pt x="645" y="91"/>
                </a:lnTo>
                <a:lnTo>
                  <a:pt x="645" y="90"/>
                </a:lnTo>
                <a:lnTo>
                  <a:pt x="643" y="89"/>
                </a:lnTo>
                <a:lnTo>
                  <a:pt x="639" y="87"/>
                </a:lnTo>
                <a:lnTo>
                  <a:pt x="636" y="86"/>
                </a:lnTo>
                <a:lnTo>
                  <a:pt x="635" y="85"/>
                </a:lnTo>
                <a:lnTo>
                  <a:pt x="633" y="86"/>
                </a:lnTo>
                <a:lnTo>
                  <a:pt x="632" y="86"/>
                </a:lnTo>
                <a:lnTo>
                  <a:pt x="631" y="86"/>
                </a:lnTo>
                <a:lnTo>
                  <a:pt x="629" y="87"/>
                </a:lnTo>
                <a:lnTo>
                  <a:pt x="627" y="87"/>
                </a:lnTo>
                <a:lnTo>
                  <a:pt x="627" y="86"/>
                </a:lnTo>
                <a:lnTo>
                  <a:pt x="626" y="86"/>
                </a:lnTo>
                <a:lnTo>
                  <a:pt x="625" y="86"/>
                </a:lnTo>
                <a:lnTo>
                  <a:pt x="625" y="87"/>
                </a:lnTo>
                <a:lnTo>
                  <a:pt x="624" y="88"/>
                </a:lnTo>
                <a:lnTo>
                  <a:pt x="624" y="89"/>
                </a:lnTo>
                <a:lnTo>
                  <a:pt x="622" y="89"/>
                </a:lnTo>
                <a:lnTo>
                  <a:pt x="620" y="88"/>
                </a:lnTo>
                <a:lnTo>
                  <a:pt x="617" y="86"/>
                </a:lnTo>
                <a:lnTo>
                  <a:pt x="616" y="86"/>
                </a:lnTo>
                <a:lnTo>
                  <a:pt x="615" y="86"/>
                </a:lnTo>
                <a:lnTo>
                  <a:pt x="613" y="87"/>
                </a:lnTo>
                <a:lnTo>
                  <a:pt x="611" y="87"/>
                </a:lnTo>
                <a:lnTo>
                  <a:pt x="611" y="88"/>
                </a:lnTo>
                <a:lnTo>
                  <a:pt x="612" y="88"/>
                </a:lnTo>
                <a:lnTo>
                  <a:pt x="612" y="89"/>
                </a:lnTo>
                <a:lnTo>
                  <a:pt x="612" y="90"/>
                </a:lnTo>
                <a:lnTo>
                  <a:pt x="613" y="91"/>
                </a:lnTo>
                <a:lnTo>
                  <a:pt x="613" y="92"/>
                </a:lnTo>
                <a:lnTo>
                  <a:pt x="614" y="93"/>
                </a:lnTo>
                <a:lnTo>
                  <a:pt x="613" y="93"/>
                </a:lnTo>
                <a:lnTo>
                  <a:pt x="613" y="94"/>
                </a:lnTo>
                <a:lnTo>
                  <a:pt x="613" y="95"/>
                </a:lnTo>
                <a:lnTo>
                  <a:pt x="614" y="95"/>
                </a:lnTo>
                <a:lnTo>
                  <a:pt x="613" y="98"/>
                </a:lnTo>
                <a:lnTo>
                  <a:pt x="612" y="98"/>
                </a:lnTo>
                <a:lnTo>
                  <a:pt x="612" y="99"/>
                </a:lnTo>
                <a:lnTo>
                  <a:pt x="612" y="100"/>
                </a:lnTo>
                <a:lnTo>
                  <a:pt x="611" y="102"/>
                </a:lnTo>
                <a:lnTo>
                  <a:pt x="610" y="102"/>
                </a:lnTo>
                <a:lnTo>
                  <a:pt x="609" y="103"/>
                </a:lnTo>
                <a:lnTo>
                  <a:pt x="609" y="104"/>
                </a:lnTo>
                <a:lnTo>
                  <a:pt x="606" y="107"/>
                </a:lnTo>
                <a:lnTo>
                  <a:pt x="606" y="108"/>
                </a:lnTo>
                <a:lnTo>
                  <a:pt x="605" y="108"/>
                </a:lnTo>
                <a:lnTo>
                  <a:pt x="605" y="110"/>
                </a:lnTo>
                <a:lnTo>
                  <a:pt x="604" y="110"/>
                </a:lnTo>
                <a:lnTo>
                  <a:pt x="604" y="111"/>
                </a:lnTo>
                <a:lnTo>
                  <a:pt x="603" y="115"/>
                </a:lnTo>
                <a:lnTo>
                  <a:pt x="604" y="115"/>
                </a:lnTo>
                <a:lnTo>
                  <a:pt x="604" y="116"/>
                </a:lnTo>
                <a:lnTo>
                  <a:pt x="603" y="116"/>
                </a:lnTo>
                <a:lnTo>
                  <a:pt x="603" y="118"/>
                </a:lnTo>
                <a:lnTo>
                  <a:pt x="603" y="119"/>
                </a:lnTo>
                <a:lnTo>
                  <a:pt x="601" y="124"/>
                </a:lnTo>
                <a:lnTo>
                  <a:pt x="601" y="125"/>
                </a:lnTo>
                <a:lnTo>
                  <a:pt x="601" y="127"/>
                </a:lnTo>
                <a:lnTo>
                  <a:pt x="600" y="127"/>
                </a:lnTo>
                <a:lnTo>
                  <a:pt x="600" y="128"/>
                </a:lnTo>
                <a:lnTo>
                  <a:pt x="600" y="129"/>
                </a:lnTo>
                <a:lnTo>
                  <a:pt x="598" y="130"/>
                </a:lnTo>
                <a:lnTo>
                  <a:pt x="598" y="131"/>
                </a:lnTo>
                <a:lnTo>
                  <a:pt x="597" y="131"/>
                </a:lnTo>
                <a:lnTo>
                  <a:pt x="595" y="131"/>
                </a:lnTo>
                <a:lnTo>
                  <a:pt x="596" y="132"/>
                </a:lnTo>
                <a:lnTo>
                  <a:pt x="597" y="131"/>
                </a:lnTo>
                <a:lnTo>
                  <a:pt x="598" y="132"/>
                </a:lnTo>
                <a:lnTo>
                  <a:pt x="599" y="133"/>
                </a:lnTo>
                <a:lnTo>
                  <a:pt x="599" y="134"/>
                </a:lnTo>
                <a:lnTo>
                  <a:pt x="600" y="137"/>
                </a:lnTo>
                <a:lnTo>
                  <a:pt x="601" y="138"/>
                </a:lnTo>
                <a:lnTo>
                  <a:pt x="602" y="139"/>
                </a:lnTo>
                <a:lnTo>
                  <a:pt x="603" y="139"/>
                </a:lnTo>
                <a:lnTo>
                  <a:pt x="603" y="140"/>
                </a:lnTo>
                <a:lnTo>
                  <a:pt x="603" y="145"/>
                </a:lnTo>
                <a:lnTo>
                  <a:pt x="603" y="146"/>
                </a:lnTo>
                <a:lnTo>
                  <a:pt x="602" y="148"/>
                </a:lnTo>
                <a:lnTo>
                  <a:pt x="602" y="149"/>
                </a:lnTo>
                <a:lnTo>
                  <a:pt x="602" y="150"/>
                </a:lnTo>
                <a:lnTo>
                  <a:pt x="602" y="152"/>
                </a:lnTo>
                <a:lnTo>
                  <a:pt x="603" y="154"/>
                </a:lnTo>
                <a:lnTo>
                  <a:pt x="605" y="158"/>
                </a:lnTo>
                <a:lnTo>
                  <a:pt x="604" y="160"/>
                </a:lnTo>
                <a:lnTo>
                  <a:pt x="606" y="161"/>
                </a:lnTo>
                <a:lnTo>
                  <a:pt x="607" y="161"/>
                </a:lnTo>
                <a:lnTo>
                  <a:pt x="608" y="165"/>
                </a:lnTo>
                <a:lnTo>
                  <a:pt x="607" y="165"/>
                </a:lnTo>
                <a:lnTo>
                  <a:pt x="606" y="165"/>
                </a:lnTo>
                <a:lnTo>
                  <a:pt x="604" y="166"/>
                </a:lnTo>
                <a:lnTo>
                  <a:pt x="603" y="165"/>
                </a:lnTo>
                <a:lnTo>
                  <a:pt x="601" y="164"/>
                </a:lnTo>
                <a:lnTo>
                  <a:pt x="600" y="163"/>
                </a:lnTo>
                <a:lnTo>
                  <a:pt x="599" y="163"/>
                </a:lnTo>
                <a:lnTo>
                  <a:pt x="598" y="163"/>
                </a:lnTo>
                <a:lnTo>
                  <a:pt x="599" y="164"/>
                </a:lnTo>
                <a:lnTo>
                  <a:pt x="599" y="166"/>
                </a:lnTo>
                <a:lnTo>
                  <a:pt x="599" y="165"/>
                </a:lnTo>
                <a:lnTo>
                  <a:pt x="600" y="165"/>
                </a:lnTo>
                <a:lnTo>
                  <a:pt x="601" y="165"/>
                </a:lnTo>
                <a:lnTo>
                  <a:pt x="601" y="167"/>
                </a:lnTo>
                <a:lnTo>
                  <a:pt x="601" y="168"/>
                </a:lnTo>
                <a:lnTo>
                  <a:pt x="599" y="169"/>
                </a:lnTo>
                <a:lnTo>
                  <a:pt x="598" y="169"/>
                </a:lnTo>
                <a:lnTo>
                  <a:pt x="599" y="170"/>
                </a:lnTo>
                <a:lnTo>
                  <a:pt x="599" y="171"/>
                </a:lnTo>
                <a:lnTo>
                  <a:pt x="599" y="172"/>
                </a:lnTo>
                <a:lnTo>
                  <a:pt x="598" y="172"/>
                </a:lnTo>
                <a:lnTo>
                  <a:pt x="599" y="173"/>
                </a:lnTo>
                <a:lnTo>
                  <a:pt x="599" y="172"/>
                </a:lnTo>
                <a:lnTo>
                  <a:pt x="600" y="172"/>
                </a:lnTo>
                <a:lnTo>
                  <a:pt x="600" y="171"/>
                </a:lnTo>
                <a:lnTo>
                  <a:pt x="601" y="170"/>
                </a:lnTo>
                <a:lnTo>
                  <a:pt x="602" y="169"/>
                </a:lnTo>
                <a:lnTo>
                  <a:pt x="604" y="168"/>
                </a:lnTo>
                <a:lnTo>
                  <a:pt x="605" y="168"/>
                </a:lnTo>
                <a:lnTo>
                  <a:pt x="606" y="169"/>
                </a:lnTo>
                <a:lnTo>
                  <a:pt x="607" y="168"/>
                </a:lnTo>
                <a:lnTo>
                  <a:pt x="609" y="168"/>
                </a:lnTo>
                <a:lnTo>
                  <a:pt x="611" y="171"/>
                </a:lnTo>
                <a:lnTo>
                  <a:pt x="611" y="172"/>
                </a:lnTo>
                <a:lnTo>
                  <a:pt x="612" y="174"/>
                </a:lnTo>
                <a:lnTo>
                  <a:pt x="613" y="175"/>
                </a:lnTo>
                <a:lnTo>
                  <a:pt x="614" y="175"/>
                </a:lnTo>
                <a:lnTo>
                  <a:pt x="614" y="176"/>
                </a:lnTo>
                <a:lnTo>
                  <a:pt x="615" y="177"/>
                </a:lnTo>
                <a:lnTo>
                  <a:pt x="615" y="180"/>
                </a:lnTo>
                <a:lnTo>
                  <a:pt x="614" y="180"/>
                </a:lnTo>
                <a:lnTo>
                  <a:pt x="614" y="181"/>
                </a:lnTo>
                <a:lnTo>
                  <a:pt x="615" y="181"/>
                </a:lnTo>
                <a:lnTo>
                  <a:pt x="616" y="181"/>
                </a:lnTo>
                <a:lnTo>
                  <a:pt x="618" y="180"/>
                </a:lnTo>
                <a:lnTo>
                  <a:pt x="619" y="181"/>
                </a:lnTo>
                <a:lnTo>
                  <a:pt x="620" y="182"/>
                </a:lnTo>
                <a:lnTo>
                  <a:pt x="625" y="181"/>
                </a:lnTo>
                <a:lnTo>
                  <a:pt x="627" y="182"/>
                </a:lnTo>
                <a:lnTo>
                  <a:pt x="627" y="183"/>
                </a:lnTo>
                <a:lnTo>
                  <a:pt x="627" y="185"/>
                </a:lnTo>
                <a:lnTo>
                  <a:pt x="628" y="185"/>
                </a:lnTo>
                <a:lnTo>
                  <a:pt x="629" y="185"/>
                </a:lnTo>
                <a:lnTo>
                  <a:pt x="630" y="187"/>
                </a:lnTo>
                <a:lnTo>
                  <a:pt x="631" y="187"/>
                </a:lnTo>
                <a:lnTo>
                  <a:pt x="632" y="188"/>
                </a:lnTo>
                <a:lnTo>
                  <a:pt x="633" y="188"/>
                </a:lnTo>
                <a:lnTo>
                  <a:pt x="634" y="188"/>
                </a:lnTo>
                <a:lnTo>
                  <a:pt x="634" y="189"/>
                </a:lnTo>
                <a:lnTo>
                  <a:pt x="637" y="191"/>
                </a:lnTo>
                <a:lnTo>
                  <a:pt x="638" y="192"/>
                </a:lnTo>
                <a:lnTo>
                  <a:pt x="639" y="191"/>
                </a:lnTo>
                <a:lnTo>
                  <a:pt x="641" y="189"/>
                </a:lnTo>
                <a:lnTo>
                  <a:pt x="641" y="190"/>
                </a:lnTo>
                <a:lnTo>
                  <a:pt x="642" y="191"/>
                </a:lnTo>
                <a:lnTo>
                  <a:pt x="642" y="192"/>
                </a:lnTo>
                <a:lnTo>
                  <a:pt x="643" y="188"/>
                </a:lnTo>
                <a:lnTo>
                  <a:pt x="643" y="187"/>
                </a:lnTo>
                <a:lnTo>
                  <a:pt x="643" y="186"/>
                </a:lnTo>
                <a:lnTo>
                  <a:pt x="644" y="187"/>
                </a:lnTo>
                <a:lnTo>
                  <a:pt x="646" y="187"/>
                </a:lnTo>
                <a:lnTo>
                  <a:pt x="647" y="187"/>
                </a:lnTo>
                <a:lnTo>
                  <a:pt x="651" y="187"/>
                </a:lnTo>
                <a:lnTo>
                  <a:pt x="651" y="194"/>
                </a:lnTo>
                <a:lnTo>
                  <a:pt x="655" y="193"/>
                </a:lnTo>
                <a:lnTo>
                  <a:pt x="655" y="192"/>
                </a:lnTo>
                <a:lnTo>
                  <a:pt x="654" y="190"/>
                </a:lnTo>
                <a:lnTo>
                  <a:pt x="654" y="188"/>
                </a:lnTo>
                <a:lnTo>
                  <a:pt x="655" y="187"/>
                </a:lnTo>
                <a:lnTo>
                  <a:pt x="657" y="187"/>
                </a:lnTo>
                <a:lnTo>
                  <a:pt x="661" y="190"/>
                </a:lnTo>
                <a:lnTo>
                  <a:pt x="663" y="190"/>
                </a:lnTo>
                <a:lnTo>
                  <a:pt x="665" y="188"/>
                </a:lnTo>
                <a:lnTo>
                  <a:pt x="667" y="189"/>
                </a:lnTo>
                <a:lnTo>
                  <a:pt x="668" y="191"/>
                </a:lnTo>
                <a:lnTo>
                  <a:pt x="668" y="193"/>
                </a:lnTo>
                <a:lnTo>
                  <a:pt x="668" y="197"/>
                </a:lnTo>
                <a:lnTo>
                  <a:pt x="670" y="198"/>
                </a:lnTo>
                <a:lnTo>
                  <a:pt x="670" y="200"/>
                </a:lnTo>
                <a:lnTo>
                  <a:pt x="665" y="213"/>
                </a:lnTo>
                <a:lnTo>
                  <a:pt x="666" y="213"/>
                </a:lnTo>
                <a:lnTo>
                  <a:pt x="667" y="213"/>
                </a:lnTo>
                <a:lnTo>
                  <a:pt x="667" y="212"/>
                </a:lnTo>
                <a:lnTo>
                  <a:pt x="668" y="212"/>
                </a:lnTo>
                <a:lnTo>
                  <a:pt x="669" y="211"/>
                </a:lnTo>
                <a:lnTo>
                  <a:pt x="670" y="211"/>
                </a:lnTo>
                <a:lnTo>
                  <a:pt x="671" y="212"/>
                </a:lnTo>
                <a:lnTo>
                  <a:pt x="671" y="211"/>
                </a:lnTo>
                <a:lnTo>
                  <a:pt x="672" y="211"/>
                </a:lnTo>
                <a:lnTo>
                  <a:pt x="672" y="210"/>
                </a:lnTo>
                <a:lnTo>
                  <a:pt x="673" y="209"/>
                </a:lnTo>
                <a:lnTo>
                  <a:pt x="675" y="209"/>
                </a:lnTo>
                <a:lnTo>
                  <a:pt x="675" y="210"/>
                </a:lnTo>
                <a:lnTo>
                  <a:pt x="676" y="210"/>
                </a:lnTo>
                <a:lnTo>
                  <a:pt x="676" y="211"/>
                </a:lnTo>
                <a:lnTo>
                  <a:pt x="677" y="213"/>
                </a:lnTo>
                <a:lnTo>
                  <a:pt x="678" y="216"/>
                </a:lnTo>
                <a:lnTo>
                  <a:pt x="679" y="216"/>
                </a:lnTo>
                <a:lnTo>
                  <a:pt x="679" y="215"/>
                </a:lnTo>
                <a:lnTo>
                  <a:pt x="679" y="214"/>
                </a:lnTo>
                <a:lnTo>
                  <a:pt x="679" y="213"/>
                </a:lnTo>
                <a:lnTo>
                  <a:pt x="679" y="212"/>
                </a:lnTo>
                <a:lnTo>
                  <a:pt x="679" y="210"/>
                </a:lnTo>
                <a:lnTo>
                  <a:pt x="680" y="209"/>
                </a:lnTo>
                <a:lnTo>
                  <a:pt x="681" y="209"/>
                </a:lnTo>
                <a:lnTo>
                  <a:pt x="682" y="208"/>
                </a:lnTo>
                <a:lnTo>
                  <a:pt x="683" y="208"/>
                </a:lnTo>
                <a:lnTo>
                  <a:pt x="683" y="207"/>
                </a:lnTo>
                <a:lnTo>
                  <a:pt x="683" y="206"/>
                </a:lnTo>
                <a:lnTo>
                  <a:pt x="683" y="205"/>
                </a:lnTo>
                <a:lnTo>
                  <a:pt x="684" y="205"/>
                </a:lnTo>
                <a:lnTo>
                  <a:pt x="685" y="205"/>
                </a:lnTo>
                <a:lnTo>
                  <a:pt x="685" y="204"/>
                </a:lnTo>
                <a:lnTo>
                  <a:pt x="686" y="204"/>
                </a:lnTo>
                <a:lnTo>
                  <a:pt x="688" y="203"/>
                </a:lnTo>
                <a:lnTo>
                  <a:pt x="693" y="203"/>
                </a:lnTo>
                <a:lnTo>
                  <a:pt x="698" y="203"/>
                </a:lnTo>
                <a:lnTo>
                  <a:pt x="699" y="203"/>
                </a:lnTo>
                <a:lnTo>
                  <a:pt x="699" y="205"/>
                </a:lnTo>
                <a:lnTo>
                  <a:pt x="699" y="206"/>
                </a:lnTo>
                <a:lnTo>
                  <a:pt x="701" y="208"/>
                </a:lnTo>
                <a:lnTo>
                  <a:pt x="701" y="207"/>
                </a:lnTo>
                <a:lnTo>
                  <a:pt x="702" y="206"/>
                </a:lnTo>
                <a:lnTo>
                  <a:pt x="703" y="206"/>
                </a:lnTo>
                <a:lnTo>
                  <a:pt x="703" y="205"/>
                </a:lnTo>
                <a:lnTo>
                  <a:pt x="703" y="202"/>
                </a:lnTo>
                <a:lnTo>
                  <a:pt x="704" y="202"/>
                </a:lnTo>
                <a:lnTo>
                  <a:pt x="704" y="200"/>
                </a:lnTo>
                <a:lnTo>
                  <a:pt x="712" y="199"/>
                </a:lnTo>
                <a:lnTo>
                  <a:pt x="713" y="202"/>
                </a:lnTo>
                <a:lnTo>
                  <a:pt x="713" y="205"/>
                </a:lnTo>
                <a:lnTo>
                  <a:pt x="713" y="208"/>
                </a:lnTo>
                <a:lnTo>
                  <a:pt x="713" y="210"/>
                </a:lnTo>
                <a:lnTo>
                  <a:pt x="713" y="211"/>
                </a:lnTo>
                <a:lnTo>
                  <a:pt x="713" y="212"/>
                </a:lnTo>
                <a:lnTo>
                  <a:pt x="713" y="213"/>
                </a:lnTo>
                <a:lnTo>
                  <a:pt x="714" y="214"/>
                </a:lnTo>
                <a:lnTo>
                  <a:pt x="716" y="214"/>
                </a:lnTo>
                <a:lnTo>
                  <a:pt x="716" y="213"/>
                </a:lnTo>
                <a:lnTo>
                  <a:pt x="716" y="212"/>
                </a:lnTo>
                <a:lnTo>
                  <a:pt x="715" y="212"/>
                </a:lnTo>
                <a:lnTo>
                  <a:pt x="715" y="211"/>
                </a:lnTo>
                <a:lnTo>
                  <a:pt x="715" y="210"/>
                </a:lnTo>
                <a:lnTo>
                  <a:pt x="715" y="209"/>
                </a:lnTo>
                <a:lnTo>
                  <a:pt x="715" y="208"/>
                </a:lnTo>
                <a:lnTo>
                  <a:pt x="715" y="207"/>
                </a:lnTo>
                <a:lnTo>
                  <a:pt x="716" y="206"/>
                </a:lnTo>
                <a:lnTo>
                  <a:pt x="717" y="205"/>
                </a:lnTo>
                <a:lnTo>
                  <a:pt x="717" y="204"/>
                </a:lnTo>
                <a:lnTo>
                  <a:pt x="717" y="203"/>
                </a:lnTo>
                <a:lnTo>
                  <a:pt x="717" y="202"/>
                </a:lnTo>
                <a:lnTo>
                  <a:pt x="718" y="202"/>
                </a:lnTo>
                <a:lnTo>
                  <a:pt x="718" y="201"/>
                </a:lnTo>
                <a:lnTo>
                  <a:pt x="719" y="201"/>
                </a:lnTo>
                <a:lnTo>
                  <a:pt x="719" y="200"/>
                </a:lnTo>
                <a:lnTo>
                  <a:pt x="720" y="200"/>
                </a:lnTo>
                <a:lnTo>
                  <a:pt x="719" y="200"/>
                </a:lnTo>
                <a:lnTo>
                  <a:pt x="718" y="198"/>
                </a:lnTo>
                <a:lnTo>
                  <a:pt x="721" y="196"/>
                </a:lnTo>
                <a:lnTo>
                  <a:pt x="723" y="195"/>
                </a:lnTo>
                <a:lnTo>
                  <a:pt x="723" y="194"/>
                </a:lnTo>
                <a:lnTo>
                  <a:pt x="723" y="196"/>
                </a:lnTo>
                <a:lnTo>
                  <a:pt x="731" y="193"/>
                </a:lnTo>
                <a:lnTo>
                  <a:pt x="731" y="195"/>
                </a:lnTo>
                <a:lnTo>
                  <a:pt x="732" y="197"/>
                </a:lnTo>
                <a:lnTo>
                  <a:pt x="732" y="198"/>
                </a:lnTo>
                <a:lnTo>
                  <a:pt x="737" y="196"/>
                </a:lnTo>
                <a:lnTo>
                  <a:pt x="736" y="194"/>
                </a:lnTo>
                <a:lnTo>
                  <a:pt x="736" y="193"/>
                </a:lnTo>
                <a:lnTo>
                  <a:pt x="739" y="192"/>
                </a:lnTo>
                <a:lnTo>
                  <a:pt x="739" y="194"/>
                </a:lnTo>
                <a:lnTo>
                  <a:pt x="740" y="196"/>
                </a:lnTo>
                <a:lnTo>
                  <a:pt x="741" y="195"/>
                </a:lnTo>
                <a:lnTo>
                  <a:pt x="744" y="194"/>
                </a:lnTo>
                <a:lnTo>
                  <a:pt x="743" y="191"/>
                </a:lnTo>
                <a:lnTo>
                  <a:pt x="744" y="190"/>
                </a:lnTo>
                <a:lnTo>
                  <a:pt x="744" y="189"/>
                </a:lnTo>
                <a:lnTo>
                  <a:pt x="747" y="187"/>
                </a:lnTo>
                <a:lnTo>
                  <a:pt x="747" y="186"/>
                </a:lnTo>
                <a:lnTo>
                  <a:pt x="746" y="185"/>
                </a:lnTo>
                <a:lnTo>
                  <a:pt x="747" y="184"/>
                </a:lnTo>
                <a:lnTo>
                  <a:pt x="748" y="182"/>
                </a:lnTo>
                <a:lnTo>
                  <a:pt x="749" y="181"/>
                </a:lnTo>
                <a:lnTo>
                  <a:pt x="751" y="180"/>
                </a:lnTo>
                <a:lnTo>
                  <a:pt x="752" y="180"/>
                </a:lnTo>
                <a:lnTo>
                  <a:pt x="755" y="176"/>
                </a:lnTo>
                <a:lnTo>
                  <a:pt x="756" y="175"/>
                </a:lnTo>
                <a:lnTo>
                  <a:pt x="754" y="174"/>
                </a:lnTo>
                <a:lnTo>
                  <a:pt x="753" y="174"/>
                </a:lnTo>
                <a:lnTo>
                  <a:pt x="754" y="174"/>
                </a:lnTo>
                <a:lnTo>
                  <a:pt x="756" y="174"/>
                </a:lnTo>
                <a:lnTo>
                  <a:pt x="757" y="172"/>
                </a:lnTo>
                <a:lnTo>
                  <a:pt x="758" y="171"/>
                </a:lnTo>
                <a:lnTo>
                  <a:pt x="760" y="170"/>
                </a:lnTo>
                <a:lnTo>
                  <a:pt x="759" y="169"/>
                </a:lnTo>
                <a:lnTo>
                  <a:pt x="760" y="169"/>
                </a:lnTo>
                <a:lnTo>
                  <a:pt x="760" y="168"/>
                </a:lnTo>
                <a:lnTo>
                  <a:pt x="761" y="168"/>
                </a:lnTo>
                <a:lnTo>
                  <a:pt x="762" y="166"/>
                </a:lnTo>
                <a:lnTo>
                  <a:pt x="761" y="164"/>
                </a:lnTo>
                <a:lnTo>
                  <a:pt x="760" y="164"/>
                </a:lnTo>
                <a:lnTo>
                  <a:pt x="760" y="163"/>
                </a:lnTo>
                <a:lnTo>
                  <a:pt x="762" y="163"/>
                </a:lnTo>
                <a:lnTo>
                  <a:pt x="763" y="162"/>
                </a:lnTo>
                <a:lnTo>
                  <a:pt x="763" y="161"/>
                </a:lnTo>
                <a:lnTo>
                  <a:pt x="763" y="159"/>
                </a:lnTo>
                <a:lnTo>
                  <a:pt x="761" y="159"/>
                </a:lnTo>
                <a:lnTo>
                  <a:pt x="760" y="158"/>
                </a:lnTo>
                <a:lnTo>
                  <a:pt x="760" y="157"/>
                </a:lnTo>
                <a:lnTo>
                  <a:pt x="760" y="156"/>
                </a:lnTo>
                <a:lnTo>
                  <a:pt x="760" y="155"/>
                </a:lnTo>
                <a:lnTo>
                  <a:pt x="761" y="155"/>
                </a:lnTo>
                <a:lnTo>
                  <a:pt x="761" y="156"/>
                </a:lnTo>
                <a:lnTo>
                  <a:pt x="762" y="156"/>
                </a:lnTo>
                <a:lnTo>
                  <a:pt x="763" y="156"/>
                </a:lnTo>
                <a:lnTo>
                  <a:pt x="763" y="155"/>
                </a:lnTo>
                <a:lnTo>
                  <a:pt x="762" y="155"/>
                </a:lnTo>
                <a:lnTo>
                  <a:pt x="763" y="155"/>
                </a:lnTo>
                <a:lnTo>
                  <a:pt x="763" y="154"/>
                </a:lnTo>
                <a:lnTo>
                  <a:pt x="762" y="153"/>
                </a:lnTo>
                <a:lnTo>
                  <a:pt x="761" y="153"/>
                </a:lnTo>
                <a:lnTo>
                  <a:pt x="760" y="153"/>
                </a:lnTo>
                <a:lnTo>
                  <a:pt x="759" y="152"/>
                </a:lnTo>
                <a:lnTo>
                  <a:pt x="758" y="150"/>
                </a:lnTo>
                <a:lnTo>
                  <a:pt x="758" y="149"/>
                </a:lnTo>
                <a:lnTo>
                  <a:pt x="757" y="148"/>
                </a:lnTo>
                <a:lnTo>
                  <a:pt x="756" y="149"/>
                </a:lnTo>
                <a:lnTo>
                  <a:pt x="756" y="151"/>
                </a:lnTo>
                <a:lnTo>
                  <a:pt x="755" y="151"/>
                </a:lnTo>
                <a:lnTo>
                  <a:pt x="754" y="150"/>
                </a:lnTo>
                <a:lnTo>
                  <a:pt x="753" y="149"/>
                </a:lnTo>
                <a:lnTo>
                  <a:pt x="753" y="148"/>
                </a:lnTo>
                <a:lnTo>
                  <a:pt x="751" y="147"/>
                </a:lnTo>
                <a:lnTo>
                  <a:pt x="750" y="147"/>
                </a:lnTo>
                <a:lnTo>
                  <a:pt x="751" y="146"/>
                </a:lnTo>
                <a:lnTo>
                  <a:pt x="751" y="145"/>
                </a:lnTo>
                <a:lnTo>
                  <a:pt x="751" y="142"/>
                </a:lnTo>
                <a:lnTo>
                  <a:pt x="750" y="142"/>
                </a:lnTo>
                <a:lnTo>
                  <a:pt x="750" y="141"/>
                </a:lnTo>
                <a:lnTo>
                  <a:pt x="751" y="141"/>
                </a:lnTo>
                <a:lnTo>
                  <a:pt x="754" y="139"/>
                </a:lnTo>
                <a:lnTo>
                  <a:pt x="755" y="139"/>
                </a:lnTo>
                <a:lnTo>
                  <a:pt x="761" y="138"/>
                </a:lnTo>
                <a:lnTo>
                  <a:pt x="763" y="137"/>
                </a:lnTo>
                <a:lnTo>
                  <a:pt x="764" y="136"/>
                </a:lnTo>
                <a:lnTo>
                  <a:pt x="765" y="136"/>
                </a:lnTo>
                <a:lnTo>
                  <a:pt x="766" y="135"/>
                </a:lnTo>
                <a:lnTo>
                  <a:pt x="766" y="133"/>
                </a:lnTo>
                <a:lnTo>
                  <a:pt x="765" y="133"/>
                </a:lnTo>
                <a:lnTo>
                  <a:pt x="765" y="131"/>
                </a:lnTo>
                <a:lnTo>
                  <a:pt x="765" y="130"/>
                </a:lnTo>
                <a:lnTo>
                  <a:pt x="767" y="130"/>
                </a:lnTo>
                <a:lnTo>
                  <a:pt x="767" y="129"/>
                </a:lnTo>
                <a:lnTo>
                  <a:pt x="766" y="129"/>
                </a:lnTo>
                <a:lnTo>
                  <a:pt x="766" y="128"/>
                </a:lnTo>
                <a:lnTo>
                  <a:pt x="767" y="128"/>
                </a:lnTo>
                <a:lnTo>
                  <a:pt x="770" y="128"/>
                </a:lnTo>
                <a:lnTo>
                  <a:pt x="770" y="129"/>
                </a:lnTo>
                <a:lnTo>
                  <a:pt x="773" y="128"/>
                </a:lnTo>
                <a:lnTo>
                  <a:pt x="774" y="127"/>
                </a:lnTo>
                <a:lnTo>
                  <a:pt x="775" y="126"/>
                </a:lnTo>
                <a:lnTo>
                  <a:pt x="776" y="125"/>
                </a:lnTo>
                <a:lnTo>
                  <a:pt x="776" y="124"/>
                </a:lnTo>
                <a:lnTo>
                  <a:pt x="775" y="124"/>
                </a:lnTo>
                <a:lnTo>
                  <a:pt x="777" y="124"/>
                </a:lnTo>
                <a:lnTo>
                  <a:pt x="780" y="123"/>
                </a:lnTo>
                <a:lnTo>
                  <a:pt x="782" y="122"/>
                </a:lnTo>
                <a:lnTo>
                  <a:pt x="783" y="122"/>
                </a:lnTo>
                <a:lnTo>
                  <a:pt x="784" y="122"/>
                </a:lnTo>
                <a:lnTo>
                  <a:pt x="786" y="121"/>
                </a:lnTo>
                <a:lnTo>
                  <a:pt x="787" y="120"/>
                </a:lnTo>
                <a:lnTo>
                  <a:pt x="787" y="119"/>
                </a:lnTo>
                <a:lnTo>
                  <a:pt x="787" y="118"/>
                </a:lnTo>
                <a:lnTo>
                  <a:pt x="787" y="117"/>
                </a:lnTo>
                <a:lnTo>
                  <a:pt x="788" y="117"/>
                </a:lnTo>
                <a:lnTo>
                  <a:pt x="789" y="117"/>
                </a:lnTo>
                <a:lnTo>
                  <a:pt x="790" y="116"/>
                </a:lnTo>
                <a:lnTo>
                  <a:pt x="791" y="115"/>
                </a:lnTo>
                <a:lnTo>
                  <a:pt x="792" y="115"/>
                </a:lnTo>
                <a:lnTo>
                  <a:pt x="792" y="114"/>
                </a:lnTo>
                <a:lnTo>
                  <a:pt x="793" y="114"/>
                </a:lnTo>
                <a:lnTo>
                  <a:pt x="794" y="113"/>
                </a:lnTo>
                <a:lnTo>
                  <a:pt x="795" y="113"/>
                </a:lnTo>
                <a:lnTo>
                  <a:pt x="796" y="112"/>
                </a:lnTo>
                <a:lnTo>
                  <a:pt x="797" y="111"/>
                </a:lnTo>
                <a:lnTo>
                  <a:pt x="799" y="109"/>
                </a:lnTo>
                <a:lnTo>
                  <a:pt x="802" y="105"/>
                </a:lnTo>
                <a:lnTo>
                  <a:pt x="805" y="101"/>
                </a:lnTo>
                <a:lnTo>
                  <a:pt x="806" y="100"/>
                </a:lnTo>
                <a:lnTo>
                  <a:pt x="806" y="99"/>
                </a:lnTo>
                <a:lnTo>
                  <a:pt x="806" y="98"/>
                </a:lnTo>
                <a:lnTo>
                  <a:pt x="807" y="97"/>
                </a:lnTo>
                <a:lnTo>
                  <a:pt x="807" y="96"/>
                </a:lnTo>
                <a:lnTo>
                  <a:pt x="808" y="95"/>
                </a:lnTo>
                <a:lnTo>
                  <a:pt x="808" y="94"/>
                </a:lnTo>
                <a:lnTo>
                  <a:pt x="809" y="94"/>
                </a:lnTo>
                <a:lnTo>
                  <a:pt x="807" y="92"/>
                </a:lnTo>
                <a:lnTo>
                  <a:pt x="802" y="87"/>
                </a:lnTo>
                <a:lnTo>
                  <a:pt x="801" y="87"/>
                </a:lnTo>
                <a:lnTo>
                  <a:pt x="802" y="87"/>
                </a:lnTo>
                <a:lnTo>
                  <a:pt x="803" y="85"/>
                </a:lnTo>
                <a:lnTo>
                  <a:pt x="805" y="83"/>
                </a:lnTo>
                <a:lnTo>
                  <a:pt x="806" y="81"/>
                </a:lnTo>
                <a:lnTo>
                  <a:pt x="807" y="80"/>
                </a:lnTo>
                <a:lnTo>
                  <a:pt x="816" y="79"/>
                </a:lnTo>
                <a:lnTo>
                  <a:pt x="817" y="78"/>
                </a:lnTo>
                <a:lnTo>
                  <a:pt x="817" y="77"/>
                </a:lnTo>
                <a:lnTo>
                  <a:pt x="817" y="76"/>
                </a:lnTo>
                <a:lnTo>
                  <a:pt x="817" y="75"/>
                </a:lnTo>
                <a:lnTo>
                  <a:pt x="817" y="74"/>
                </a:lnTo>
                <a:lnTo>
                  <a:pt x="818" y="73"/>
                </a:lnTo>
                <a:lnTo>
                  <a:pt x="818" y="72"/>
                </a:lnTo>
                <a:lnTo>
                  <a:pt x="817" y="71"/>
                </a:lnTo>
                <a:lnTo>
                  <a:pt x="815" y="70"/>
                </a:lnTo>
                <a:lnTo>
                  <a:pt x="814" y="71"/>
                </a:lnTo>
                <a:lnTo>
                  <a:pt x="815" y="74"/>
                </a:lnTo>
                <a:lnTo>
                  <a:pt x="812" y="74"/>
                </a:lnTo>
                <a:lnTo>
                  <a:pt x="811" y="73"/>
                </a:lnTo>
                <a:lnTo>
                  <a:pt x="812" y="72"/>
                </a:lnTo>
                <a:lnTo>
                  <a:pt x="812" y="71"/>
                </a:lnTo>
                <a:lnTo>
                  <a:pt x="813" y="70"/>
                </a:lnTo>
                <a:lnTo>
                  <a:pt x="814" y="69"/>
                </a:lnTo>
                <a:lnTo>
                  <a:pt x="814" y="68"/>
                </a:lnTo>
                <a:lnTo>
                  <a:pt x="812" y="68"/>
                </a:lnTo>
                <a:lnTo>
                  <a:pt x="811" y="69"/>
                </a:lnTo>
                <a:lnTo>
                  <a:pt x="811" y="70"/>
                </a:lnTo>
                <a:lnTo>
                  <a:pt x="809" y="70"/>
                </a:lnTo>
                <a:lnTo>
                  <a:pt x="809" y="69"/>
                </a:lnTo>
                <a:lnTo>
                  <a:pt x="807" y="69"/>
                </a:lnTo>
                <a:lnTo>
                  <a:pt x="806" y="70"/>
                </a:lnTo>
                <a:lnTo>
                  <a:pt x="805" y="71"/>
                </a:lnTo>
                <a:lnTo>
                  <a:pt x="802" y="70"/>
                </a:lnTo>
                <a:lnTo>
                  <a:pt x="801" y="70"/>
                </a:lnTo>
                <a:lnTo>
                  <a:pt x="800" y="69"/>
                </a:lnTo>
                <a:lnTo>
                  <a:pt x="800" y="68"/>
                </a:lnTo>
                <a:lnTo>
                  <a:pt x="800" y="67"/>
                </a:lnTo>
                <a:lnTo>
                  <a:pt x="801" y="67"/>
                </a:lnTo>
                <a:lnTo>
                  <a:pt x="803" y="67"/>
                </a:lnTo>
                <a:lnTo>
                  <a:pt x="804" y="67"/>
                </a:lnTo>
                <a:lnTo>
                  <a:pt x="807" y="66"/>
                </a:lnTo>
                <a:lnTo>
                  <a:pt x="811" y="66"/>
                </a:lnTo>
                <a:lnTo>
                  <a:pt x="812" y="65"/>
                </a:lnTo>
                <a:lnTo>
                  <a:pt x="813" y="65"/>
                </a:lnTo>
                <a:lnTo>
                  <a:pt x="814" y="65"/>
                </a:lnTo>
                <a:lnTo>
                  <a:pt x="816" y="65"/>
                </a:lnTo>
                <a:lnTo>
                  <a:pt x="816" y="64"/>
                </a:lnTo>
                <a:lnTo>
                  <a:pt x="817" y="64"/>
                </a:lnTo>
                <a:lnTo>
                  <a:pt x="819" y="64"/>
                </a:lnTo>
                <a:lnTo>
                  <a:pt x="820" y="63"/>
                </a:lnTo>
                <a:lnTo>
                  <a:pt x="821" y="63"/>
                </a:lnTo>
                <a:lnTo>
                  <a:pt x="822" y="63"/>
                </a:lnTo>
                <a:lnTo>
                  <a:pt x="822" y="62"/>
                </a:lnTo>
                <a:lnTo>
                  <a:pt x="823" y="62"/>
                </a:lnTo>
                <a:lnTo>
                  <a:pt x="822" y="62"/>
                </a:lnTo>
                <a:lnTo>
                  <a:pt x="823" y="61"/>
                </a:lnTo>
                <a:lnTo>
                  <a:pt x="824" y="61"/>
                </a:lnTo>
                <a:lnTo>
                  <a:pt x="825" y="60"/>
                </a:lnTo>
                <a:lnTo>
                  <a:pt x="827" y="58"/>
                </a:lnTo>
                <a:lnTo>
                  <a:pt x="828" y="57"/>
                </a:lnTo>
                <a:lnTo>
                  <a:pt x="829" y="57"/>
                </a:lnTo>
                <a:lnTo>
                  <a:pt x="830" y="56"/>
                </a:lnTo>
                <a:lnTo>
                  <a:pt x="830" y="55"/>
                </a:lnTo>
                <a:lnTo>
                  <a:pt x="831" y="54"/>
                </a:lnTo>
                <a:lnTo>
                  <a:pt x="831" y="53"/>
                </a:lnTo>
                <a:lnTo>
                  <a:pt x="832" y="53"/>
                </a:lnTo>
                <a:lnTo>
                  <a:pt x="832" y="52"/>
                </a:lnTo>
                <a:lnTo>
                  <a:pt x="834" y="50"/>
                </a:lnTo>
                <a:lnTo>
                  <a:pt x="834" y="49"/>
                </a:lnTo>
                <a:lnTo>
                  <a:pt x="836" y="49"/>
                </a:lnTo>
                <a:lnTo>
                  <a:pt x="837" y="48"/>
                </a:lnTo>
                <a:lnTo>
                  <a:pt x="838" y="48"/>
                </a:lnTo>
                <a:lnTo>
                  <a:pt x="838" y="49"/>
                </a:lnTo>
                <a:lnTo>
                  <a:pt x="839" y="49"/>
                </a:lnTo>
                <a:lnTo>
                  <a:pt x="840" y="49"/>
                </a:lnTo>
                <a:lnTo>
                  <a:pt x="840" y="48"/>
                </a:lnTo>
                <a:lnTo>
                  <a:pt x="841" y="48"/>
                </a:lnTo>
                <a:lnTo>
                  <a:pt x="842" y="48"/>
                </a:lnTo>
                <a:lnTo>
                  <a:pt x="845" y="47"/>
                </a:lnTo>
                <a:lnTo>
                  <a:pt x="846" y="47"/>
                </a:lnTo>
                <a:lnTo>
                  <a:pt x="847" y="47"/>
                </a:lnTo>
                <a:lnTo>
                  <a:pt x="847" y="46"/>
                </a:lnTo>
                <a:lnTo>
                  <a:pt x="849" y="46"/>
                </a:lnTo>
                <a:lnTo>
                  <a:pt x="850" y="46"/>
                </a:lnTo>
                <a:lnTo>
                  <a:pt x="851" y="45"/>
                </a:lnTo>
                <a:lnTo>
                  <a:pt x="853" y="45"/>
                </a:lnTo>
                <a:lnTo>
                  <a:pt x="854" y="44"/>
                </a:lnTo>
                <a:lnTo>
                  <a:pt x="855" y="44"/>
                </a:lnTo>
                <a:lnTo>
                  <a:pt x="855" y="43"/>
                </a:lnTo>
                <a:lnTo>
                  <a:pt x="856" y="43"/>
                </a:lnTo>
                <a:lnTo>
                  <a:pt x="857" y="42"/>
                </a:lnTo>
                <a:lnTo>
                  <a:pt x="858" y="41"/>
                </a:lnTo>
                <a:lnTo>
                  <a:pt x="858" y="40"/>
                </a:lnTo>
                <a:lnTo>
                  <a:pt x="859" y="39"/>
                </a:lnTo>
                <a:lnTo>
                  <a:pt x="860" y="38"/>
                </a:lnTo>
                <a:lnTo>
                  <a:pt x="861" y="38"/>
                </a:lnTo>
                <a:lnTo>
                  <a:pt x="862" y="39"/>
                </a:lnTo>
                <a:lnTo>
                  <a:pt x="863" y="38"/>
                </a:lnTo>
                <a:lnTo>
                  <a:pt x="864" y="38"/>
                </a:lnTo>
                <a:lnTo>
                  <a:pt x="865" y="37"/>
                </a:lnTo>
                <a:lnTo>
                  <a:pt x="865" y="36"/>
                </a:lnTo>
                <a:lnTo>
                  <a:pt x="866" y="35"/>
                </a:lnTo>
                <a:lnTo>
                  <a:pt x="866" y="36"/>
                </a:lnTo>
                <a:lnTo>
                  <a:pt x="867" y="36"/>
                </a:lnTo>
                <a:lnTo>
                  <a:pt x="868" y="35"/>
                </a:lnTo>
                <a:lnTo>
                  <a:pt x="869" y="33"/>
                </a:lnTo>
                <a:lnTo>
                  <a:pt x="870" y="32"/>
                </a:lnTo>
                <a:lnTo>
                  <a:pt x="871" y="32"/>
                </a:lnTo>
                <a:lnTo>
                  <a:pt x="873" y="29"/>
                </a:lnTo>
                <a:lnTo>
                  <a:pt x="874" y="28"/>
                </a:lnTo>
                <a:lnTo>
                  <a:pt x="874" y="27"/>
                </a:lnTo>
                <a:lnTo>
                  <a:pt x="875" y="27"/>
                </a:lnTo>
                <a:lnTo>
                  <a:pt x="876" y="26"/>
                </a:lnTo>
                <a:lnTo>
                  <a:pt x="877" y="25"/>
                </a:lnTo>
                <a:lnTo>
                  <a:pt x="878" y="25"/>
                </a:lnTo>
                <a:lnTo>
                  <a:pt x="879" y="25"/>
                </a:lnTo>
                <a:lnTo>
                  <a:pt x="879" y="26"/>
                </a:lnTo>
                <a:lnTo>
                  <a:pt x="880" y="26"/>
                </a:lnTo>
                <a:lnTo>
                  <a:pt x="881" y="26"/>
                </a:lnTo>
                <a:lnTo>
                  <a:pt x="882" y="26"/>
                </a:lnTo>
                <a:lnTo>
                  <a:pt x="883" y="25"/>
                </a:lnTo>
                <a:lnTo>
                  <a:pt x="884" y="25"/>
                </a:lnTo>
                <a:lnTo>
                  <a:pt x="885" y="25"/>
                </a:lnTo>
                <a:lnTo>
                  <a:pt x="885" y="26"/>
                </a:lnTo>
                <a:lnTo>
                  <a:pt x="886" y="26"/>
                </a:lnTo>
                <a:lnTo>
                  <a:pt x="888" y="26"/>
                </a:lnTo>
                <a:lnTo>
                  <a:pt x="889" y="27"/>
                </a:lnTo>
                <a:lnTo>
                  <a:pt x="890" y="27"/>
                </a:lnTo>
                <a:lnTo>
                  <a:pt x="892" y="26"/>
                </a:lnTo>
                <a:lnTo>
                  <a:pt x="894" y="25"/>
                </a:lnTo>
                <a:lnTo>
                  <a:pt x="895" y="24"/>
                </a:lnTo>
                <a:lnTo>
                  <a:pt x="895" y="23"/>
                </a:lnTo>
                <a:lnTo>
                  <a:pt x="897" y="22"/>
                </a:lnTo>
                <a:lnTo>
                  <a:pt x="899" y="22"/>
                </a:lnTo>
                <a:lnTo>
                  <a:pt x="900" y="22"/>
                </a:lnTo>
                <a:lnTo>
                  <a:pt x="901" y="22"/>
                </a:lnTo>
                <a:lnTo>
                  <a:pt x="903" y="22"/>
                </a:lnTo>
                <a:lnTo>
                  <a:pt x="904" y="22"/>
                </a:lnTo>
                <a:lnTo>
                  <a:pt x="905" y="22"/>
                </a:lnTo>
                <a:lnTo>
                  <a:pt x="905" y="23"/>
                </a:lnTo>
                <a:lnTo>
                  <a:pt x="906" y="23"/>
                </a:lnTo>
                <a:lnTo>
                  <a:pt x="907" y="23"/>
                </a:lnTo>
                <a:lnTo>
                  <a:pt x="908" y="23"/>
                </a:lnTo>
                <a:lnTo>
                  <a:pt x="909" y="23"/>
                </a:lnTo>
                <a:lnTo>
                  <a:pt x="910" y="24"/>
                </a:lnTo>
                <a:lnTo>
                  <a:pt x="910" y="25"/>
                </a:lnTo>
                <a:lnTo>
                  <a:pt x="910" y="26"/>
                </a:lnTo>
                <a:lnTo>
                  <a:pt x="909" y="26"/>
                </a:lnTo>
                <a:lnTo>
                  <a:pt x="909" y="27"/>
                </a:lnTo>
                <a:lnTo>
                  <a:pt x="908" y="27"/>
                </a:lnTo>
                <a:lnTo>
                  <a:pt x="908" y="28"/>
                </a:lnTo>
                <a:lnTo>
                  <a:pt x="908" y="29"/>
                </a:lnTo>
                <a:lnTo>
                  <a:pt x="909" y="31"/>
                </a:lnTo>
                <a:lnTo>
                  <a:pt x="910" y="31"/>
                </a:lnTo>
                <a:lnTo>
                  <a:pt x="911" y="32"/>
                </a:lnTo>
                <a:lnTo>
                  <a:pt x="914" y="33"/>
                </a:lnTo>
                <a:lnTo>
                  <a:pt x="914" y="34"/>
                </a:lnTo>
                <a:lnTo>
                  <a:pt x="916" y="34"/>
                </a:lnTo>
                <a:lnTo>
                  <a:pt x="917" y="35"/>
                </a:lnTo>
                <a:lnTo>
                  <a:pt x="918" y="35"/>
                </a:lnTo>
                <a:lnTo>
                  <a:pt x="919" y="35"/>
                </a:lnTo>
                <a:lnTo>
                  <a:pt x="920" y="35"/>
                </a:lnTo>
                <a:lnTo>
                  <a:pt x="921" y="35"/>
                </a:lnTo>
                <a:lnTo>
                  <a:pt x="921" y="36"/>
                </a:lnTo>
                <a:lnTo>
                  <a:pt x="921" y="37"/>
                </a:lnTo>
                <a:lnTo>
                  <a:pt x="922" y="37"/>
                </a:lnTo>
                <a:lnTo>
                  <a:pt x="922" y="39"/>
                </a:lnTo>
                <a:lnTo>
                  <a:pt x="923" y="40"/>
                </a:lnTo>
                <a:lnTo>
                  <a:pt x="924" y="41"/>
                </a:lnTo>
                <a:lnTo>
                  <a:pt x="926" y="42"/>
                </a:lnTo>
                <a:lnTo>
                  <a:pt x="927" y="42"/>
                </a:lnTo>
                <a:lnTo>
                  <a:pt x="929" y="42"/>
                </a:lnTo>
                <a:lnTo>
                  <a:pt x="931" y="42"/>
                </a:lnTo>
                <a:lnTo>
                  <a:pt x="931" y="43"/>
                </a:lnTo>
                <a:lnTo>
                  <a:pt x="932" y="42"/>
                </a:lnTo>
                <a:lnTo>
                  <a:pt x="932" y="41"/>
                </a:lnTo>
                <a:lnTo>
                  <a:pt x="933" y="40"/>
                </a:lnTo>
                <a:lnTo>
                  <a:pt x="935" y="41"/>
                </a:lnTo>
                <a:lnTo>
                  <a:pt x="938" y="40"/>
                </a:lnTo>
                <a:lnTo>
                  <a:pt x="939" y="40"/>
                </a:lnTo>
                <a:lnTo>
                  <a:pt x="940" y="40"/>
                </a:lnTo>
                <a:lnTo>
                  <a:pt x="941" y="39"/>
                </a:lnTo>
                <a:lnTo>
                  <a:pt x="942" y="39"/>
                </a:lnTo>
                <a:lnTo>
                  <a:pt x="943" y="39"/>
                </a:lnTo>
                <a:lnTo>
                  <a:pt x="944" y="39"/>
                </a:lnTo>
                <a:lnTo>
                  <a:pt x="944" y="40"/>
                </a:lnTo>
                <a:lnTo>
                  <a:pt x="945" y="40"/>
                </a:lnTo>
                <a:lnTo>
                  <a:pt x="945" y="41"/>
                </a:lnTo>
                <a:lnTo>
                  <a:pt x="946" y="41"/>
                </a:lnTo>
                <a:lnTo>
                  <a:pt x="946" y="42"/>
                </a:lnTo>
                <a:lnTo>
                  <a:pt x="945" y="42"/>
                </a:lnTo>
                <a:lnTo>
                  <a:pt x="945" y="43"/>
                </a:lnTo>
                <a:lnTo>
                  <a:pt x="945" y="45"/>
                </a:lnTo>
                <a:lnTo>
                  <a:pt x="944" y="46"/>
                </a:lnTo>
                <a:lnTo>
                  <a:pt x="944" y="47"/>
                </a:lnTo>
                <a:lnTo>
                  <a:pt x="943" y="48"/>
                </a:lnTo>
                <a:lnTo>
                  <a:pt x="944" y="50"/>
                </a:lnTo>
                <a:lnTo>
                  <a:pt x="944" y="51"/>
                </a:lnTo>
                <a:lnTo>
                  <a:pt x="945" y="51"/>
                </a:lnTo>
                <a:lnTo>
                  <a:pt x="946" y="51"/>
                </a:lnTo>
                <a:lnTo>
                  <a:pt x="946" y="50"/>
                </a:lnTo>
                <a:lnTo>
                  <a:pt x="947" y="50"/>
                </a:lnTo>
                <a:lnTo>
                  <a:pt x="947" y="51"/>
                </a:lnTo>
                <a:lnTo>
                  <a:pt x="948" y="51"/>
                </a:lnTo>
                <a:lnTo>
                  <a:pt x="948" y="52"/>
                </a:lnTo>
                <a:lnTo>
                  <a:pt x="948" y="53"/>
                </a:lnTo>
                <a:lnTo>
                  <a:pt x="948" y="54"/>
                </a:lnTo>
                <a:lnTo>
                  <a:pt x="947" y="54"/>
                </a:lnTo>
                <a:lnTo>
                  <a:pt x="947" y="55"/>
                </a:lnTo>
                <a:lnTo>
                  <a:pt x="947" y="56"/>
                </a:lnTo>
                <a:lnTo>
                  <a:pt x="947" y="57"/>
                </a:lnTo>
                <a:lnTo>
                  <a:pt x="947" y="58"/>
                </a:lnTo>
                <a:lnTo>
                  <a:pt x="946" y="59"/>
                </a:lnTo>
                <a:lnTo>
                  <a:pt x="946" y="60"/>
                </a:lnTo>
                <a:lnTo>
                  <a:pt x="947" y="60"/>
                </a:lnTo>
                <a:lnTo>
                  <a:pt x="947" y="61"/>
                </a:lnTo>
                <a:lnTo>
                  <a:pt x="949" y="62"/>
                </a:lnTo>
                <a:lnTo>
                  <a:pt x="949" y="63"/>
                </a:lnTo>
                <a:lnTo>
                  <a:pt x="951" y="64"/>
                </a:lnTo>
                <a:lnTo>
                  <a:pt x="952" y="64"/>
                </a:lnTo>
                <a:lnTo>
                  <a:pt x="953" y="64"/>
                </a:lnTo>
                <a:lnTo>
                  <a:pt x="954" y="64"/>
                </a:lnTo>
                <a:lnTo>
                  <a:pt x="955" y="65"/>
                </a:lnTo>
                <a:lnTo>
                  <a:pt x="956" y="65"/>
                </a:lnTo>
                <a:lnTo>
                  <a:pt x="958" y="65"/>
                </a:lnTo>
                <a:lnTo>
                  <a:pt x="960" y="65"/>
                </a:lnTo>
                <a:lnTo>
                  <a:pt x="964" y="65"/>
                </a:lnTo>
                <a:lnTo>
                  <a:pt x="965" y="65"/>
                </a:lnTo>
                <a:lnTo>
                  <a:pt x="966" y="65"/>
                </a:lnTo>
                <a:lnTo>
                  <a:pt x="968" y="64"/>
                </a:lnTo>
                <a:lnTo>
                  <a:pt x="970" y="64"/>
                </a:lnTo>
                <a:lnTo>
                  <a:pt x="970" y="63"/>
                </a:lnTo>
                <a:lnTo>
                  <a:pt x="971" y="63"/>
                </a:lnTo>
                <a:lnTo>
                  <a:pt x="973" y="63"/>
                </a:lnTo>
                <a:lnTo>
                  <a:pt x="974" y="63"/>
                </a:lnTo>
                <a:lnTo>
                  <a:pt x="975" y="62"/>
                </a:lnTo>
                <a:lnTo>
                  <a:pt x="977" y="61"/>
                </a:lnTo>
                <a:lnTo>
                  <a:pt x="978" y="61"/>
                </a:lnTo>
                <a:lnTo>
                  <a:pt x="979" y="60"/>
                </a:lnTo>
                <a:lnTo>
                  <a:pt x="980" y="60"/>
                </a:lnTo>
                <a:lnTo>
                  <a:pt x="981" y="59"/>
                </a:lnTo>
                <a:lnTo>
                  <a:pt x="982" y="57"/>
                </a:lnTo>
                <a:lnTo>
                  <a:pt x="983" y="56"/>
                </a:lnTo>
                <a:lnTo>
                  <a:pt x="983" y="55"/>
                </a:lnTo>
                <a:lnTo>
                  <a:pt x="983" y="54"/>
                </a:lnTo>
                <a:lnTo>
                  <a:pt x="982" y="53"/>
                </a:lnTo>
                <a:lnTo>
                  <a:pt x="982" y="52"/>
                </a:lnTo>
                <a:lnTo>
                  <a:pt x="980" y="52"/>
                </a:lnTo>
                <a:lnTo>
                  <a:pt x="979" y="51"/>
                </a:lnTo>
                <a:lnTo>
                  <a:pt x="979" y="50"/>
                </a:lnTo>
                <a:lnTo>
                  <a:pt x="980" y="51"/>
                </a:lnTo>
                <a:lnTo>
                  <a:pt x="984" y="52"/>
                </a:lnTo>
                <a:lnTo>
                  <a:pt x="985" y="51"/>
                </a:lnTo>
                <a:lnTo>
                  <a:pt x="986" y="52"/>
                </a:lnTo>
                <a:lnTo>
                  <a:pt x="987" y="53"/>
                </a:lnTo>
                <a:lnTo>
                  <a:pt x="988" y="54"/>
                </a:lnTo>
                <a:lnTo>
                  <a:pt x="989" y="54"/>
                </a:lnTo>
                <a:lnTo>
                  <a:pt x="990" y="54"/>
                </a:lnTo>
                <a:lnTo>
                  <a:pt x="991" y="54"/>
                </a:lnTo>
                <a:lnTo>
                  <a:pt x="991" y="55"/>
                </a:lnTo>
                <a:lnTo>
                  <a:pt x="992" y="55"/>
                </a:lnTo>
                <a:lnTo>
                  <a:pt x="993" y="55"/>
                </a:lnTo>
                <a:lnTo>
                  <a:pt x="994" y="55"/>
                </a:lnTo>
                <a:lnTo>
                  <a:pt x="994" y="56"/>
                </a:lnTo>
                <a:lnTo>
                  <a:pt x="993" y="56"/>
                </a:lnTo>
                <a:lnTo>
                  <a:pt x="991" y="56"/>
                </a:lnTo>
                <a:lnTo>
                  <a:pt x="990" y="56"/>
                </a:lnTo>
                <a:lnTo>
                  <a:pt x="987" y="56"/>
                </a:lnTo>
                <a:lnTo>
                  <a:pt x="985" y="56"/>
                </a:lnTo>
                <a:lnTo>
                  <a:pt x="985" y="57"/>
                </a:lnTo>
                <a:lnTo>
                  <a:pt x="985" y="58"/>
                </a:lnTo>
                <a:lnTo>
                  <a:pt x="986" y="59"/>
                </a:lnTo>
                <a:lnTo>
                  <a:pt x="986" y="60"/>
                </a:lnTo>
                <a:lnTo>
                  <a:pt x="988" y="60"/>
                </a:lnTo>
                <a:lnTo>
                  <a:pt x="989" y="61"/>
                </a:lnTo>
                <a:lnTo>
                  <a:pt x="986" y="62"/>
                </a:lnTo>
                <a:lnTo>
                  <a:pt x="986" y="65"/>
                </a:lnTo>
                <a:lnTo>
                  <a:pt x="987" y="65"/>
                </a:lnTo>
                <a:lnTo>
                  <a:pt x="988" y="65"/>
                </a:lnTo>
                <a:lnTo>
                  <a:pt x="988" y="67"/>
                </a:lnTo>
                <a:lnTo>
                  <a:pt x="989" y="67"/>
                </a:lnTo>
                <a:lnTo>
                  <a:pt x="991" y="67"/>
                </a:lnTo>
                <a:lnTo>
                  <a:pt x="992" y="67"/>
                </a:lnTo>
                <a:lnTo>
                  <a:pt x="993" y="68"/>
                </a:lnTo>
                <a:lnTo>
                  <a:pt x="994" y="68"/>
                </a:lnTo>
                <a:lnTo>
                  <a:pt x="995" y="68"/>
                </a:lnTo>
                <a:lnTo>
                  <a:pt x="996" y="68"/>
                </a:lnTo>
                <a:lnTo>
                  <a:pt x="997" y="69"/>
                </a:lnTo>
                <a:lnTo>
                  <a:pt x="997" y="70"/>
                </a:lnTo>
                <a:lnTo>
                  <a:pt x="998" y="70"/>
                </a:lnTo>
                <a:lnTo>
                  <a:pt x="999" y="71"/>
                </a:lnTo>
                <a:lnTo>
                  <a:pt x="999" y="73"/>
                </a:lnTo>
                <a:lnTo>
                  <a:pt x="999" y="75"/>
                </a:lnTo>
                <a:lnTo>
                  <a:pt x="1000" y="76"/>
                </a:lnTo>
                <a:lnTo>
                  <a:pt x="1000" y="77"/>
                </a:lnTo>
                <a:lnTo>
                  <a:pt x="1002" y="78"/>
                </a:lnTo>
                <a:lnTo>
                  <a:pt x="1002" y="79"/>
                </a:lnTo>
                <a:lnTo>
                  <a:pt x="1004" y="80"/>
                </a:lnTo>
                <a:lnTo>
                  <a:pt x="1005" y="81"/>
                </a:lnTo>
                <a:lnTo>
                  <a:pt x="1006" y="81"/>
                </a:lnTo>
                <a:lnTo>
                  <a:pt x="1007" y="81"/>
                </a:lnTo>
                <a:lnTo>
                  <a:pt x="1007" y="82"/>
                </a:lnTo>
                <a:lnTo>
                  <a:pt x="1008" y="82"/>
                </a:lnTo>
                <a:lnTo>
                  <a:pt x="1009" y="82"/>
                </a:lnTo>
                <a:lnTo>
                  <a:pt x="1010" y="82"/>
                </a:lnTo>
                <a:lnTo>
                  <a:pt x="1011" y="83"/>
                </a:lnTo>
                <a:lnTo>
                  <a:pt x="1011" y="82"/>
                </a:lnTo>
                <a:lnTo>
                  <a:pt x="1012" y="82"/>
                </a:lnTo>
                <a:lnTo>
                  <a:pt x="1013" y="82"/>
                </a:lnTo>
                <a:lnTo>
                  <a:pt x="1013" y="81"/>
                </a:lnTo>
                <a:lnTo>
                  <a:pt x="1013" y="82"/>
                </a:lnTo>
                <a:lnTo>
                  <a:pt x="1014" y="83"/>
                </a:lnTo>
                <a:lnTo>
                  <a:pt x="1016" y="83"/>
                </a:lnTo>
                <a:lnTo>
                  <a:pt x="1017" y="83"/>
                </a:lnTo>
                <a:lnTo>
                  <a:pt x="1017" y="84"/>
                </a:lnTo>
                <a:lnTo>
                  <a:pt x="1019" y="84"/>
                </a:lnTo>
                <a:lnTo>
                  <a:pt x="1020" y="84"/>
                </a:lnTo>
                <a:lnTo>
                  <a:pt x="1021" y="84"/>
                </a:lnTo>
                <a:lnTo>
                  <a:pt x="1022" y="83"/>
                </a:lnTo>
                <a:lnTo>
                  <a:pt x="1025" y="82"/>
                </a:lnTo>
                <a:lnTo>
                  <a:pt x="1025" y="83"/>
                </a:lnTo>
                <a:lnTo>
                  <a:pt x="1026" y="84"/>
                </a:lnTo>
                <a:lnTo>
                  <a:pt x="1028" y="83"/>
                </a:lnTo>
                <a:lnTo>
                  <a:pt x="1027" y="82"/>
                </a:lnTo>
                <a:lnTo>
                  <a:pt x="1027" y="81"/>
                </a:lnTo>
                <a:lnTo>
                  <a:pt x="1031" y="78"/>
                </a:lnTo>
                <a:lnTo>
                  <a:pt x="1031" y="80"/>
                </a:lnTo>
                <a:lnTo>
                  <a:pt x="1032" y="80"/>
                </a:lnTo>
                <a:lnTo>
                  <a:pt x="1033" y="80"/>
                </a:lnTo>
                <a:lnTo>
                  <a:pt x="1033" y="78"/>
                </a:lnTo>
                <a:lnTo>
                  <a:pt x="1032" y="76"/>
                </a:lnTo>
                <a:lnTo>
                  <a:pt x="1033" y="76"/>
                </a:lnTo>
                <a:lnTo>
                  <a:pt x="1034" y="77"/>
                </a:lnTo>
                <a:lnTo>
                  <a:pt x="1035" y="77"/>
                </a:lnTo>
                <a:lnTo>
                  <a:pt x="1038" y="77"/>
                </a:lnTo>
                <a:lnTo>
                  <a:pt x="1040" y="77"/>
                </a:lnTo>
                <a:lnTo>
                  <a:pt x="1041" y="77"/>
                </a:lnTo>
                <a:lnTo>
                  <a:pt x="1044" y="76"/>
                </a:lnTo>
                <a:lnTo>
                  <a:pt x="1045" y="76"/>
                </a:lnTo>
                <a:lnTo>
                  <a:pt x="1046" y="76"/>
                </a:lnTo>
                <a:lnTo>
                  <a:pt x="1047" y="76"/>
                </a:lnTo>
                <a:lnTo>
                  <a:pt x="1048" y="76"/>
                </a:lnTo>
                <a:lnTo>
                  <a:pt x="1049" y="77"/>
                </a:lnTo>
                <a:lnTo>
                  <a:pt x="1049" y="78"/>
                </a:lnTo>
                <a:lnTo>
                  <a:pt x="1050" y="79"/>
                </a:lnTo>
                <a:lnTo>
                  <a:pt x="1051" y="79"/>
                </a:lnTo>
                <a:lnTo>
                  <a:pt x="1052" y="81"/>
                </a:lnTo>
                <a:lnTo>
                  <a:pt x="1052" y="82"/>
                </a:lnTo>
                <a:lnTo>
                  <a:pt x="1052" y="81"/>
                </a:lnTo>
                <a:lnTo>
                  <a:pt x="1052" y="80"/>
                </a:lnTo>
                <a:lnTo>
                  <a:pt x="1052" y="79"/>
                </a:lnTo>
                <a:lnTo>
                  <a:pt x="1051" y="79"/>
                </a:lnTo>
                <a:lnTo>
                  <a:pt x="1050" y="78"/>
                </a:lnTo>
                <a:lnTo>
                  <a:pt x="1050" y="77"/>
                </a:lnTo>
                <a:lnTo>
                  <a:pt x="1050" y="76"/>
                </a:lnTo>
                <a:lnTo>
                  <a:pt x="1051" y="75"/>
                </a:lnTo>
                <a:lnTo>
                  <a:pt x="1052" y="75"/>
                </a:lnTo>
                <a:lnTo>
                  <a:pt x="1056" y="74"/>
                </a:lnTo>
                <a:lnTo>
                  <a:pt x="1060" y="73"/>
                </a:lnTo>
                <a:lnTo>
                  <a:pt x="1062" y="72"/>
                </a:lnTo>
                <a:lnTo>
                  <a:pt x="1064" y="72"/>
                </a:lnTo>
                <a:lnTo>
                  <a:pt x="1065" y="72"/>
                </a:lnTo>
                <a:lnTo>
                  <a:pt x="1068" y="71"/>
                </a:lnTo>
                <a:lnTo>
                  <a:pt x="1069" y="70"/>
                </a:lnTo>
                <a:lnTo>
                  <a:pt x="1070" y="70"/>
                </a:lnTo>
                <a:lnTo>
                  <a:pt x="1072" y="69"/>
                </a:lnTo>
                <a:lnTo>
                  <a:pt x="1073" y="69"/>
                </a:lnTo>
                <a:lnTo>
                  <a:pt x="1074" y="69"/>
                </a:lnTo>
                <a:lnTo>
                  <a:pt x="1075" y="68"/>
                </a:lnTo>
                <a:lnTo>
                  <a:pt x="1076" y="68"/>
                </a:lnTo>
                <a:lnTo>
                  <a:pt x="1077" y="67"/>
                </a:lnTo>
                <a:lnTo>
                  <a:pt x="1078" y="67"/>
                </a:lnTo>
                <a:lnTo>
                  <a:pt x="1080" y="66"/>
                </a:lnTo>
                <a:lnTo>
                  <a:pt x="1080" y="65"/>
                </a:lnTo>
                <a:lnTo>
                  <a:pt x="1081" y="66"/>
                </a:lnTo>
                <a:lnTo>
                  <a:pt x="1081" y="67"/>
                </a:lnTo>
                <a:lnTo>
                  <a:pt x="1081" y="68"/>
                </a:lnTo>
                <a:lnTo>
                  <a:pt x="1081" y="69"/>
                </a:lnTo>
                <a:lnTo>
                  <a:pt x="1082" y="70"/>
                </a:lnTo>
                <a:lnTo>
                  <a:pt x="1084" y="71"/>
                </a:lnTo>
                <a:lnTo>
                  <a:pt x="1082" y="72"/>
                </a:lnTo>
                <a:lnTo>
                  <a:pt x="1084" y="72"/>
                </a:lnTo>
                <a:lnTo>
                  <a:pt x="1085" y="72"/>
                </a:lnTo>
                <a:lnTo>
                  <a:pt x="1086" y="72"/>
                </a:lnTo>
                <a:lnTo>
                  <a:pt x="1085" y="71"/>
                </a:lnTo>
                <a:lnTo>
                  <a:pt x="1084" y="71"/>
                </a:lnTo>
                <a:lnTo>
                  <a:pt x="1082" y="70"/>
                </a:lnTo>
                <a:lnTo>
                  <a:pt x="1082" y="69"/>
                </a:lnTo>
                <a:lnTo>
                  <a:pt x="1082" y="68"/>
                </a:lnTo>
                <a:lnTo>
                  <a:pt x="1084" y="68"/>
                </a:lnTo>
                <a:lnTo>
                  <a:pt x="1082" y="66"/>
                </a:lnTo>
                <a:lnTo>
                  <a:pt x="1082" y="65"/>
                </a:lnTo>
                <a:lnTo>
                  <a:pt x="1082" y="64"/>
                </a:lnTo>
                <a:lnTo>
                  <a:pt x="1085" y="63"/>
                </a:lnTo>
                <a:lnTo>
                  <a:pt x="1086" y="62"/>
                </a:lnTo>
                <a:lnTo>
                  <a:pt x="1087" y="62"/>
                </a:lnTo>
                <a:lnTo>
                  <a:pt x="1087" y="61"/>
                </a:lnTo>
                <a:lnTo>
                  <a:pt x="1087" y="60"/>
                </a:lnTo>
                <a:lnTo>
                  <a:pt x="1088" y="59"/>
                </a:lnTo>
                <a:lnTo>
                  <a:pt x="1089" y="59"/>
                </a:lnTo>
                <a:lnTo>
                  <a:pt x="1089" y="57"/>
                </a:lnTo>
                <a:lnTo>
                  <a:pt x="1090" y="56"/>
                </a:lnTo>
                <a:lnTo>
                  <a:pt x="1090" y="55"/>
                </a:lnTo>
                <a:lnTo>
                  <a:pt x="1090" y="54"/>
                </a:lnTo>
                <a:lnTo>
                  <a:pt x="1089" y="54"/>
                </a:lnTo>
                <a:lnTo>
                  <a:pt x="1088" y="54"/>
                </a:lnTo>
                <a:lnTo>
                  <a:pt x="1089" y="54"/>
                </a:lnTo>
                <a:lnTo>
                  <a:pt x="1090" y="54"/>
                </a:lnTo>
                <a:lnTo>
                  <a:pt x="1091" y="54"/>
                </a:lnTo>
                <a:lnTo>
                  <a:pt x="1092" y="53"/>
                </a:lnTo>
                <a:lnTo>
                  <a:pt x="1093" y="53"/>
                </a:lnTo>
                <a:lnTo>
                  <a:pt x="1094" y="52"/>
                </a:lnTo>
                <a:lnTo>
                  <a:pt x="1094" y="51"/>
                </a:lnTo>
                <a:lnTo>
                  <a:pt x="1093" y="51"/>
                </a:lnTo>
                <a:lnTo>
                  <a:pt x="1094" y="50"/>
                </a:lnTo>
                <a:lnTo>
                  <a:pt x="1095" y="50"/>
                </a:lnTo>
                <a:lnTo>
                  <a:pt x="1096" y="51"/>
                </a:lnTo>
                <a:lnTo>
                  <a:pt x="1097" y="51"/>
                </a:lnTo>
                <a:lnTo>
                  <a:pt x="1098" y="50"/>
                </a:lnTo>
                <a:lnTo>
                  <a:pt x="1098" y="49"/>
                </a:lnTo>
                <a:lnTo>
                  <a:pt x="1097" y="48"/>
                </a:lnTo>
                <a:lnTo>
                  <a:pt x="1097" y="46"/>
                </a:lnTo>
                <a:lnTo>
                  <a:pt x="1096" y="45"/>
                </a:lnTo>
                <a:lnTo>
                  <a:pt x="1097" y="45"/>
                </a:lnTo>
                <a:lnTo>
                  <a:pt x="1098" y="46"/>
                </a:lnTo>
                <a:lnTo>
                  <a:pt x="1098" y="47"/>
                </a:lnTo>
                <a:lnTo>
                  <a:pt x="1099" y="47"/>
                </a:lnTo>
                <a:lnTo>
                  <a:pt x="1099" y="48"/>
                </a:lnTo>
                <a:lnTo>
                  <a:pt x="1100" y="49"/>
                </a:lnTo>
                <a:lnTo>
                  <a:pt x="1101" y="49"/>
                </a:lnTo>
                <a:lnTo>
                  <a:pt x="1102" y="48"/>
                </a:lnTo>
                <a:lnTo>
                  <a:pt x="1103" y="48"/>
                </a:lnTo>
                <a:lnTo>
                  <a:pt x="1104" y="47"/>
                </a:lnTo>
                <a:lnTo>
                  <a:pt x="1104" y="46"/>
                </a:lnTo>
                <a:lnTo>
                  <a:pt x="1105" y="46"/>
                </a:lnTo>
                <a:lnTo>
                  <a:pt x="1105" y="45"/>
                </a:lnTo>
                <a:lnTo>
                  <a:pt x="1104" y="45"/>
                </a:lnTo>
                <a:lnTo>
                  <a:pt x="1104" y="44"/>
                </a:lnTo>
                <a:lnTo>
                  <a:pt x="1104" y="43"/>
                </a:lnTo>
                <a:lnTo>
                  <a:pt x="1105" y="44"/>
                </a:lnTo>
                <a:lnTo>
                  <a:pt x="1105" y="45"/>
                </a:lnTo>
                <a:lnTo>
                  <a:pt x="1106" y="45"/>
                </a:lnTo>
                <a:lnTo>
                  <a:pt x="1107" y="45"/>
                </a:lnTo>
                <a:lnTo>
                  <a:pt x="1108" y="44"/>
                </a:lnTo>
                <a:lnTo>
                  <a:pt x="1108" y="45"/>
                </a:lnTo>
                <a:lnTo>
                  <a:pt x="1107" y="46"/>
                </a:lnTo>
                <a:lnTo>
                  <a:pt x="1107" y="47"/>
                </a:lnTo>
                <a:lnTo>
                  <a:pt x="1108" y="47"/>
                </a:lnTo>
                <a:lnTo>
                  <a:pt x="1109" y="47"/>
                </a:lnTo>
                <a:lnTo>
                  <a:pt x="1110" y="47"/>
                </a:lnTo>
                <a:lnTo>
                  <a:pt x="1111" y="48"/>
                </a:lnTo>
                <a:lnTo>
                  <a:pt x="1111" y="49"/>
                </a:lnTo>
                <a:lnTo>
                  <a:pt x="1110" y="49"/>
                </a:lnTo>
                <a:lnTo>
                  <a:pt x="1111" y="50"/>
                </a:lnTo>
                <a:lnTo>
                  <a:pt x="1112" y="50"/>
                </a:lnTo>
                <a:lnTo>
                  <a:pt x="1112" y="51"/>
                </a:lnTo>
                <a:lnTo>
                  <a:pt x="1111" y="52"/>
                </a:lnTo>
                <a:lnTo>
                  <a:pt x="1110" y="52"/>
                </a:lnTo>
                <a:lnTo>
                  <a:pt x="1109" y="53"/>
                </a:lnTo>
                <a:lnTo>
                  <a:pt x="1108" y="53"/>
                </a:lnTo>
                <a:lnTo>
                  <a:pt x="1106" y="54"/>
                </a:lnTo>
                <a:lnTo>
                  <a:pt x="1106" y="55"/>
                </a:lnTo>
                <a:lnTo>
                  <a:pt x="1107" y="56"/>
                </a:lnTo>
                <a:lnTo>
                  <a:pt x="1107" y="57"/>
                </a:lnTo>
                <a:lnTo>
                  <a:pt x="1108" y="57"/>
                </a:lnTo>
                <a:lnTo>
                  <a:pt x="1108" y="58"/>
                </a:lnTo>
                <a:lnTo>
                  <a:pt x="1110" y="58"/>
                </a:lnTo>
                <a:lnTo>
                  <a:pt x="1110" y="60"/>
                </a:lnTo>
                <a:lnTo>
                  <a:pt x="1110" y="61"/>
                </a:lnTo>
                <a:lnTo>
                  <a:pt x="1111" y="63"/>
                </a:lnTo>
                <a:lnTo>
                  <a:pt x="1111" y="64"/>
                </a:lnTo>
                <a:lnTo>
                  <a:pt x="1113" y="65"/>
                </a:lnTo>
                <a:lnTo>
                  <a:pt x="1114" y="65"/>
                </a:lnTo>
                <a:lnTo>
                  <a:pt x="1114" y="66"/>
                </a:lnTo>
                <a:lnTo>
                  <a:pt x="1115" y="67"/>
                </a:lnTo>
                <a:lnTo>
                  <a:pt x="1115" y="68"/>
                </a:lnTo>
                <a:lnTo>
                  <a:pt x="1114" y="68"/>
                </a:lnTo>
                <a:lnTo>
                  <a:pt x="1115" y="69"/>
                </a:lnTo>
                <a:lnTo>
                  <a:pt x="1117" y="70"/>
                </a:lnTo>
                <a:lnTo>
                  <a:pt x="1119" y="70"/>
                </a:lnTo>
                <a:lnTo>
                  <a:pt x="1119" y="69"/>
                </a:lnTo>
                <a:lnTo>
                  <a:pt x="1120" y="69"/>
                </a:lnTo>
                <a:lnTo>
                  <a:pt x="1120" y="68"/>
                </a:lnTo>
                <a:lnTo>
                  <a:pt x="1120" y="67"/>
                </a:lnTo>
                <a:lnTo>
                  <a:pt x="1120" y="66"/>
                </a:lnTo>
                <a:lnTo>
                  <a:pt x="1119" y="64"/>
                </a:lnTo>
                <a:lnTo>
                  <a:pt x="1121" y="65"/>
                </a:lnTo>
                <a:lnTo>
                  <a:pt x="1124" y="63"/>
                </a:lnTo>
                <a:lnTo>
                  <a:pt x="1126" y="61"/>
                </a:lnTo>
                <a:lnTo>
                  <a:pt x="1127" y="61"/>
                </a:lnTo>
                <a:lnTo>
                  <a:pt x="1128" y="61"/>
                </a:lnTo>
                <a:lnTo>
                  <a:pt x="1129" y="61"/>
                </a:lnTo>
                <a:lnTo>
                  <a:pt x="1130" y="62"/>
                </a:lnTo>
                <a:lnTo>
                  <a:pt x="1131" y="62"/>
                </a:lnTo>
                <a:lnTo>
                  <a:pt x="1131" y="61"/>
                </a:lnTo>
                <a:lnTo>
                  <a:pt x="1132" y="62"/>
                </a:lnTo>
                <a:lnTo>
                  <a:pt x="1133" y="63"/>
                </a:lnTo>
                <a:lnTo>
                  <a:pt x="1134" y="63"/>
                </a:lnTo>
                <a:lnTo>
                  <a:pt x="1133" y="64"/>
                </a:lnTo>
                <a:lnTo>
                  <a:pt x="1132" y="64"/>
                </a:lnTo>
                <a:lnTo>
                  <a:pt x="1131" y="64"/>
                </a:lnTo>
                <a:lnTo>
                  <a:pt x="1132" y="67"/>
                </a:lnTo>
                <a:lnTo>
                  <a:pt x="1133" y="67"/>
                </a:lnTo>
                <a:lnTo>
                  <a:pt x="1134" y="68"/>
                </a:lnTo>
                <a:lnTo>
                  <a:pt x="1135" y="68"/>
                </a:lnTo>
                <a:lnTo>
                  <a:pt x="1138" y="69"/>
                </a:lnTo>
                <a:lnTo>
                  <a:pt x="1139" y="69"/>
                </a:lnTo>
                <a:lnTo>
                  <a:pt x="1140" y="69"/>
                </a:lnTo>
                <a:lnTo>
                  <a:pt x="1141" y="69"/>
                </a:lnTo>
                <a:lnTo>
                  <a:pt x="1142" y="69"/>
                </a:lnTo>
                <a:lnTo>
                  <a:pt x="1143" y="69"/>
                </a:lnTo>
                <a:lnTo>
                  <a:pt x="1144" y="69"/>
                </a:lnTo>
                <a:lnTo>
                  <a:pt x="1146" y="68"/>
                </a:lnTo>
                <a:lnTo>
                  <a:pt x="1147" y="68"/>
                </a:lnTo>
                <a:lnTo>
                  <a:pt x="1148" y="67"/>
                </a:lnTo>
                <a:lnTo>
                  <a:pt x="1150" y="67"/>
                </a:lnTo>
                <a:lnTo>
                  <a:pt x="1151" y="67"/>
                </a:lnTo>
                <a:lnTo>
                  <a:pt x="1152" y="68"/>
                </a:lnTo>
                <a:lnTo>
                  <a:pt x="1153" y="68"/>
                </a:lnTo>
                <a:lnTo>
                  <a:pt x="1154" y="67"/>
                </a:lnTo>
                <a:lnTo>
                  <a:pt x="1155" y="67"/>
                </a:lnTo>
                <a:lnTo>
                  <a:pt x="1156" y="67"/>
                </a:lnTo>
                <a:lnTo>
                  <a:pt x="1157" y="67"/>
                </a:lnTo>
                <a:lnTo>
                  <a:pt x="1161" y="65"/>
                </a:lnTo>
                <a:lnTo>
                  <a:pt x="1162" y="64"/>
                </a:lnTo>
                <a:lnTo>
                  <a:pt x="1164" y="63"/>
                </a:lnTo>
                <a:lnTo>
                  <a:pt x="1165" y="61"/>
                </a:lnTo>
                <a:lnTo>
                  <a:pt x="1166" y="61"/>
                </a:lnTo>
                <a:lnTo>
                  <a:pt x="1166" y="62"/>
                </a:lnTo>
                <a:lnTo>
                  <a:pt x="1166" y="63"/>
                </a:lnTo>
                <a:lnTo>
                  <a:pt x="1167" y="64"/>
                </a:lnTo>
                <a:lnTo>
                  <a:pt x="1167" y="65"/>
                </a:lnTo>
                <a:lnTo>
                  <a:pt x="1166" y="66"/>
                </a:lnTo>
                <a:lnTo>
                  <a:pt x="1165" y="66"/>
                </a:lnTo>
                <a:lnTo>
                  <a:pt x="1166" y="68"/>
                </a:lnTo>
                <a:lnTo>
                  <a:pt x="1166" y="67"/>
                </a:lnTo>
                <a:lnTo>
                  <a:pt x="1167" y="67"/>
                </a:lnTo>
                <a:lnTo>
                  <a:pt x="1168" y="69"/>
                </a:lnTo>
                <a:lnTo>
                  <a:pt x="1167" y="70"/>
                </a:lnTo>
                <a:lnTo>
                  <a:pt x="1168" y="70"/>
                </a:lnTo>
                <a:lnTo>
                  <a:pt x="1170" y="71"/>
                </a:lnTo>
                <a:lnTo>
                  <a:pt x="1169" y="67"/>
                </a:lnTo>
                <a:lnTo>
                  <a:pt x="1168" y="66"/>
                </a:lnTo>
                <a:lnTo>
                  <a:pt x="1169" y="66"/>
                </a:lnTo>
                <a:lnTo>
                  <a:pt x="1170" y="65"/>
                </a:lnTo>
                <a:lnTo>
                  <a:pt x="1171" y="65"/>
                </a:lnTo>
                <a:lnTo>
                  <a:pt x="1172" y="65"/>
                </a:lnTo>
                <a:lnTo>
                  <a:pt x="1177" y="65"/>
                </a:lnTo>
                <a:lnTo>
                  <a:pt x="1179" y="65"/>
                </a:lnTo>
                <a:lnTo>
                  <a:pt x="1180" y="65"/>
                </a:lnTo>
                <a:lnTo>
                  <a:pt x="1182" y="64"/>
                </a:lnTo>
                <a:lnTo>
                  <a:pt x="1183" y="63"/>
                </a:lnTo>
                <a:lnTo>
                  <a:pt x="1183" y="62"/>
                </a:lnTo>
                <a:lnTo>
                  <a:pt x="1184" y="61"/>
                </a:lnTo>
                <a:lnTo>
                  <a:pt x="1185" y="60"/>
                </a:lnTo>
                <a:lnTo>
                  <a:pt x="1186" y="60"/>
                </a:lnTo>
                <a:lnTo>
                  <a:pt x="1186" y="59"/>
                </a:lnTo>
                <a:lnTo>
                  <a:pt x="1187" y="59"/>
                </a:lnTo>
                <a:lnTo>
                  <a:pt x="1189" y="59"/>
                </a:lnTo>
                <a:lnTo>
                  <a:pt x="1189" y="58"/>
                </a:lnTo>
                <a:lnTo>
                  <a:pt x="1190" y="57"/>
                </a:lnTo>
                <a:lnTo>
                  <a:pt x="1190" y="58"/>
                </a:lnTo>
                <a:lnTo>
                  <a:pt x="1190" y="59"/>
                </a:lnTo>
                <a:lnTo>
                  <a:pt x="1191" y="59"/>
                </a:lnTo>
                <a:lnTo>
                  <a:pt x="1191" y="60"/>
                </a:lnTo>
                <a:lnTo>
                  <a:pt x="1192" y="60"/>
                </a:lnTo>
                <a:lnTo>
                  <a:pt x="1192" y="59"/>
                </a:lnTo>
                <a:lnTo>
                  <a:pt x="1193" y="59"/>
                </a:lnTo>
                <a:lnTo>
                  <a:pt x="1192" y="58"/>
                </a:lnTo>
                <a:lnTo>
                  <a:pt x="1192" y="57"/>
                </a:lnTo>
                <a:lnTo>
                  <a:pt x="1193" y="57"/>
                </a:lnTo>
                <a:lnTo>
                  <a:pt x="1193" y="58"/>
                </a:lnTo>
                <a:lnTo>
                  <a:pt x="1193" y="59"/>
                </a:lnTo>
                <a:lnTo>
                  <a:pt x="1194" y="59"/>
                </a:lnTo>
                <a:lnTo>
                  <a:pt x="1194" y="60"/>
                </a:lnTo>
                <a:lnTo>
                  <a:pt x="1195" y="60"/>
                </a:lnTo>
                <a:lnTo>
                  <a:pt x="1196" y="60"/>
                </a:lnTo>
                <a:lnTo>
                  <a:pt x="1196" y="59"/>
                </a:lnTo>
                <a:lnTo>
                  <a:pt x="1197" y="58"/>
                </a:lnTo>
                <a:lnTo>
                  <a:pt x="1196" y="57"/>
                </a:lnTo>
                <a:lnTo>
                  <a:pt x="1195" y="57"/>
                </a:lnTo>
                <a:lnTo>
                  <a:pt x="1196" y="57"/>
                </a:lnTo>
                <a:lnTo>
                  <a:pt x="1197" y="57"/>
                </a:lnTo>
                <a:lnTo>
                  <a:pt x="1198" y="58"/>
                </a:lnTo>
                <a:lnTo>
                  <a:pt x="1199" y="58"/>
                </a:lnTo>
                <a:lnTo>
                  <a:pt x="1200" y="59"/>
                </a:lnTo>
                <a:lnTo>
                  <a:pt x="1201" y="59"/>
                </a:lnTo>
                <a:lnTo>
                  <a:pt x="1200" y="59"/>
                </a:lnTo>
                <a:lnTo>
                  <a:pt x="1200" y="60"/>
                </a:lnTo>
                <a:lnTo>
                  <a:pt x="1201" y="60"/>
                </a:lnTo>
                <a:lnTo>
                  <a:pt x="1201" y="61"/>
                </a:lnTo>
                <a:lnTo>
                  <a:pt x="1202" y="61"/>
                </a:lnTo>
                <a:lnTo>
                  <a:pt x="1202" y="62"/>
                </a:lnTo>
                <a:lnTo>
                  <a:pt x="1201" y="63"/>
                </a:lnTo>
                <a:lnTo>
                  <a:pt x="1200" y="63"/>
                </a:lnTo>
                <a:lnTo>
                  <a:pt x="1200" y="64"/>
                </a:lnTo>
                <a:lnTo>
                  <a:pt x="1200" y="65"/>
                </a:lnTo>
                <a:lnTo>
                  <a:pt x="1199" y="66"/>
                </a:lnTo>
                <a:lnTo>
                  <a:pt x="1199" y="65"/>
                </a:lnTo>
                <a:lnTo>
                  <a:pt x="1198" y="65"/>
                </a:lnTo>
                <a:lnTo>
                  <a:pt x="1198" y="64"/>
                </a:lnTo>
                <a:lnTo>
                  <a:pt x="1197" y="64"/>
                </a:lnTo>
                <a:lnTo>
                  <a:pt x="1196" y="64"/>
                </a:lnTo>
                <a:lnTo>
                  <a:pt x="1194" y="63"/>
                </a:lnTo>
                <a:lnTo>
                  <a:pt x="1193" y="64"/>
                </a:lnTo>
                <a:lnTo>
                  <a:pt x="1191" y="65"/>
                </a:lnTo>
                <a:lnTo>
                  <a:pt x="1190" y="67"/>
                </a:lnTo>
                <a:lnTo>
                  <a:pt x="1188" y="68"/>
                </a:lnTo>
                <a:lnTo>
                  <a:pt x="1187" y="68"/>
                </a:lnTo>
                <a:lnTo>
                  <a:pt x="1187" y="69"/>
                </a:lnTo>
                <a:lnTo>
                  <a:pt x="1186" y="71"/>
                </a:lnTo>
                <a:lnTo>
                  <a:pt x="1185" y="71"/>
                </a:lnTo>
                <a:lnTo>
                  <a:pt x="1185" y="72"/>
                </a:lnTo>
                <a:lnTo>
                  <a:pt x="1185" y="74"/>
                </a:lnTo>
                <a:lnTo>
                  <a:pt x="1185" y="75"/>
                </a:lnTo>
                <a:lnTo>
                  <a:pt x="1185" y="76"/>
                </a:lnTo>
                <a:lnTo>
                  <a:pt x="1185" y="77"/>
                </a:lnTo>
                <a:lnTo>
                  <a:pt x="1186" y="77"/>
                </a:lnTo>
                <a:lnTo>
                  <a:pt x="1186" y="78"/>
                </a:lnTo>
                <a:lnTo>
                  <a:pt x="1186" y="80"/>
                </a:lnTo>
                <a:lnTo>
                  <a:pt x="1186" y="81"/>
                </a:lnTo>
                <a:lnTo>
                  <a:pt x="1186" y="82"/>
                </a:lnTo>
                <a:lnTo>
                  <a:pt x="1185" y="83"/>
                </a:lnTo>
                <a:lnTo>
                  <a:pt x="1184" y="83"/>
                </a:lnTo>
                <a:lnTo>
                  <a:pt x="1184" y="82"/>
                </a:lnTo>
                <a:lnTo>
                  <a:pt x="1183" y="81"/>
                </a:lnTo>
                <a:lnTo>
                  <a:pt x="1182" y="81"/>
                </a:lnTo>
                <a:lnTo>
                  <a:pt x="1182" y="82"/>
                </a:lnTo>
                <a:lnTo>
                  <a:pt x="1182" y="83"/>
                </a:lnTo>
                <a:lnTo>
                  <a:pt x="1183" y="83"/>
                </a:lnTo>
                <a:lnTo>
                  <a:pt x="1184" y="84"/>
                </a:lnTo>
                <a:lnTo>
                  <a:pt x="1184" y="85"/>
                </a:lnTo>
                <a:lnTo>
                  <a:pt x="1184" y="86"/>
                </a:lnTo>
                <a:lnTo>
                  <a:pt x="1183" y="86"/>
                </a:lnTo>
                <a:lnTo>
                  <a:pt x="1183" y="87"/>
                </a:lnTo>
                <a:lnTo>
                  <a:pt x="1184" y="88"/>
                </a:lnTo>
                <a:lnTo>
                  <a:pt x="1185" y="88"/>
                </a:lnTo>
                <a:lnTo>
                  <a:pt x="1184" y="89"/>
                </a:lnTo>
                <a:lnTo>
                  <a:pt x="1184" y="88"/>
                </a:lnTo>
                <a:lnTo>
                  <a:pt x="1183" y="88"/>
                </a:lnTo>
                <a:lnTo>
                  <a:pt x="1182" y="88"/>
                </a:lnTo>
                <a:lnTo>
                  <a:pt x="1182" y="89"/>
                </a:lnTo>
                <a:lnTo>
                  <a:pt x="1182" y="90"/>
                </a:lnTo>
                <a:lnTo>
                  <a:pt x="1183" y="90"/>
                </a:lnTo>
                <a:lnTo>
                  <a:pt x="1184" y="90"/>
                </a:lnTo>
                <a:lnTo>
                  <a:pt x="1185" y="91"/>
                </a:lnTo>
                <a:lnTo>
                  <a:pt x="1185" y="92"/>
                </a:lnTo>
                <a:lnTo>
                  <a:pt x="1184" y="93"/>
                </a:lnTo>
                <a:lnTo>
                  <a:pt x="1184" y="94"/>
                </a:lnTo>
                <a:lnTo>
                  <a:pt x="1185" y="94"/>
                </a:lnTo>
                <a:lnTo>
                  <a:pt x="1186" y="94"/>
                </a:lnTo>
                <a:lnTo>
                  <a:pt x="1187" y="93"/>
                </a:lnTo>
                <a:lnTo>
                  <a:pt x="1188" y="94"/>
                </a:lnTo>
                <a:lnTo>
                  <a:pt x="1189" y="95"/>
                </a:lnTo>
                <a:lnTo>
                  <a:pt x="1190" y="96"/>
                </a:lnTo>
                <a:lnTo>
                  <a:pt x="1190" y="98"/>
                </a:lnTo>
                <a:lnTo>
                  <a:pt x="1190" y="99"/>
                </a:lnTo>
                <a:lnTo>
                  <a:pt x="1190" y="100"/>
                </a:lnTo>
                <a:lnTo>
                  <a:pt x="1191" y="100"/>
                </a:lnTo>
                <a:lnTo>
                  <a:pt x="1193" y="102"/>
                </a:lnTo>
                <a:lnTo>
                  <a:pt x="1194" y="102"/>
                </a:lnTo>
                <a:lnTo>
                  <a:pt x="1195" y="102"/>
                </a:lnTo>
                <a:lnTo>
                  <a:pt x="1196" y="103"/>
                </a:lnTo>
                <a:lnTo>
                  <a:pt x="1196" y="104"/>
                </a:lnTo>
                <a:lnTo>
                  <a:pt x="1195" y="104"/>
                </a:lnTo>
                <a:lnTo>
                  <a:pt x="1193" y="105"/>
                </a:lnTo>
                <a:lnTo>
                  <a:pt x="1193" y="106"/>
                </a:lnTo>
                <a:lnTo>
                  <a:pt x="1192" y="106"/>
                </a:lnTo>
                <a:lnTo>
                  <a:pt x="1190" y="107"/>
                </a:lnTo>
                <a:lnTo>
                  <a:pt x="1187" y="109"/>
                </a:lnTo>
                <a:lnTo>
                  <a:pt x="1187" y="111"/>
                </a:lnTo>
                <a:lnTo>
                  <a:pt x="1187" y="112"/>
                </a:lnTo>
                <a:lnTo>
                  <a:pt x="1188" y="112"/>
                </a:lnTo>
                <a:lnTo>
                  <a:pt x="1189" y="112"/>
                </a:lnTo>
                <a:lnTo>
                  <a:pt x="1190" y="112"/>
                </a:lnTo>
                <a:lnTo>
                  <a:pt x="1191" y="113"/>
                </a:lnTo>
                <a:lnTo>
                  <a:pt x="1191" y="114"/>
                </a:lnTo>
                <a:lnTo>
                  <a:pt x="1191" y="116"/>
                </a:lnTo>
                <a:lnTo>
                  <a:pt x="1189" y="116"/>
                </a:lnTo>
                <a:lnTo>
                  <a:pt x="1187" y="116"/>
                </a:lnTo>
                <a:lnTo>
                  <a:pt x="1186" y="115"/>
                </a:lnTo>
                <a:lnTo>
                  <a:pt x="1183" y="115"/>
                </a:lnTo>
                <a:lnTo>
                  <a:pt x="1182" y="115"/>
                </a:lnTo>
                <a:lnTo>
                  <a:pt x="1181" y="115"/>
                </a:lnTo>
                <a:lnTo>
                  <a:pt x="1181" y="116"/>
                </a:lnTo>
                <a:lnTo>
                  <a:pt x="1180" y="116"/>
                </a:lnTo>
                <a:lnTo>
                  <a:pt x="1179" y="116"/>
                </a:lnTo>
                <a:lnTo>
                  <a:pt x="1177" y="116"/>
                </a:lnTo>
                <a:lnTo>
                  <a:pt x="1177" y="117"/>
                </a:lnTo>
                <a:lnTo>
                  <a:pt x="1177" y="118"/>
                </a:lnTo>
                <a:lnTo>
                  <a:pt x="1176" y="118"/>
                </a:lnTo>
                <a:lnTo>
                  <a:pt x="1176" y="119"/>
                </a:lnTo>
                <a:lnTo>
                  <a:pt x="1175" y="121"/>
                </a:lnTo>
                <a:lnTo>
                  <a:pt x="1175" y="123"/>
                </a:lnTo>
                <a:lnTo>
                  <a:pt x="1175" y="124"/>
                </a:lnTo>
                <a:lnTo>
                  <a:pt x="1175" y="126"/>
                </a:lnTo>
                <a:lnTo>
                  <a:pt x="1174" y="126"/>
                </a:lnTo>
                <a:lnTo>
                  <a:pt x="1173" y="125"/>
                </a:lnTo>
                <a:lnTo>
                  <a:pt x="1172" y="126"/>
                </a:lnTo>
                <a:lnTo>
                  <a:pt x="1172" y="127"/>
                </a:lnTo>
                <a:lnTo>
                  <a:pt x="1173" y="128"/>
                </a:lnTo>
                <a:lnTo>
                  <a:pt x="1174" y="128"/>
                </a:lnTo>
                <a:lnTo>
                  <a:pt x="1174" y="129"/>
                </a:lnTo>
                <a:lnTo>
                  <a:pt x="1175" y="130"/>
                </a:lnTo>
                <a:lnTo>
                  <a:pt x="1175" y="131"/>
                </a:lnTo>
                <a:lnTo>
                  <a:pt x="1175" y="133"/>
                </a:lnTo>
                <a:lnTo>
                  <a:pt x="1176" y="134"/>
                </a:lnTo>
                <a:lnTo>
                  <a:pt x="1176" y="137"/>
                </a:lnTo>
                <a:lnTo>
                  <a:pt x="1175" y="137"/>
                </a:lnTo>
                <a:lnTo>
                  <a:pt x="1173" y="138"/>
                </a:lnTo>
                <a:lnTo>
                  <a:pt x="1172" y="139"/>
                </a:lnTo>
                <a:lnTo>
                  <a:pt x="1171" y="142"/>
                </a:lnTo>
                <a:lnTo>
                  <a:pt x="1172" y="143"/>
                </a:lnTo>
                <a:lnTo>
                  <a:pt x="1173" y="144"/>
                </a:lnTo>
                <a:lnTo>
                  <a:pt x="1174" y="146"/>
                </a:lnTo>
                <a:lnTo>
                  <a:pt x="1174" y="145"/>
                </a:lnTo>
                <a:lnTo>
                  <a:pt x="1175" y="145"/>
                </a:lnTo>
                <a:lnTo>
                  <a:pt x="1175" y="144"/>
                </a:lnTo>
                <a:lnTo>
                  <a:pt x="1175" y="143"/>
                </a:lnTo>
                <a:lnTo>
                  <a:pt x="1176" y="143"/>
                </a:lnTo>
                <a:lnTo>
                  <a:pt x="1178" y="142"/>
                </a:lnTo>
                <a:lnTo>
                  <a:pt x="1179" y="142"/>
                </a:lnTo>
                <a:lnTo>
                  <a:pt x="1179" y="143"/>
                </a:lnTo>
                <a:lnTo>
                  <a:pt x="1180" y="143"/>
                </a:lnTo>
                <a:lnTo>
                  <a:pt x="1181" y="144"/>
                </a:lnTo>
                <a:lnTo>
                  <a:pt x="1182" y="144"/>
                </a:lnTo>
                <a:lnTo>
                  <a:pt x="1183" y="144"/>
                </a:lnTo>
                <a:lnTo>
                  <a:pt x="1183" y="143"/>
                </a:lnTo>
                <a:lnTo>
                  <a:pt x="1185" y="142"/>
                </a:lnTo>
                <a:lnTo>
                  <a:pt x="1186" y="142"/>
                </a:lnTo>
                <a:lnTo>
                  <a:pt x="1187" y="141"/>
                </a:lnTo>
                <a:lnTo>
                  <a:pt x="1192" y="138"/>
                </a:lnTo>
                <a:lnTo>
                  <a:pt x="1193" y="138"/>
                </a:lnTo>
                <a:lnTo>
                  <a:pt x="1194" y="137"/>
                </a:lnTo>
                <a:lnTo>
                  <a:pt x="1194" y="138"/>
                </a:lnTo>
                <a:lnTo>
                  <a:pt x="1193" y="139"/>
                </a:lnTo>
                <a:lnTo>
                  <a:pt x="1191" y="139"/>
                </a:lnTo>
                <a:lnTo>
                  <a:pt x="1190" y="140"/>
                </a:lnTo>
                <a:lnTo>
                  <a:pt x="1190" y="142"/>
                </a:lnTo>
                <a:lnTo>
                  <a:pt x="1189" y="143"/>
                </a:lnTo>
                <a:lnTo>
                  <a:pt x="1189" y="146"/>
                </a:lnTo>
                <a:lnTo>
                  <a:pt x="1190" y="148"/>
                </a:lnTo>
                <a:lnTo>
                  <a:pt x="1190" y="149"/>
                </a:lnTo>
                <a:lnTo>
                  <a:pt x="1191" y="150"/>
                </a:lnTo>
                <a:lnTo>
                  <a:pt x="1191" y="151"/>
                </a:lnTo>
                <a:lnTo>
                  <a:pt x="1191" y="152"/>
                </a:lnTo>
                <a:lnTo>
                  <a:pt x="1191" y="153"/>
                </a:lnTo>
                <a:lnTo>
                  <a:pt x="1190" y="154"/>
                </a:lnTo>
                <a:lnTo>
                  <a:pt x="1190" y="155"/>
                </a:lnTo>
                <a:lnTo>
                  <a:pt x="1189" y="157"/>
                </a:lnTo>
                <a:lnTo>
                  <a:pt x="1189" y="158"/>
                </a:lnTo>
                <a:lnTo>
                  <a:pt x="1190" y="159"/>
                </a:lnTo>
                <a:lnTo>
                  <a:pt x="1190" y="160"/>
                </a:lnTo>
                <a:lnTo>
                  <a:pt x="1190" y="161"/>
                </a:lnTo>
                <a:lnTo>
                  <a:pt x="1191" y="162"/>
                </a:lnTo>
                <a:lnTo>
                  <a:pt x="1192" y="164"/>
                </a:lnTo>
                <a:lnTo>
                  <a:pt x="1192" y="165"/>
                </a:lnTo>
                <a:lnTo>
                  <a:pt x="1191" y="166"/>
                </a:lnTo>
                <a:lnTo>
                  <a:pt x="1191" y="167"/>
                </a:lnTo>
                <a:lnTo>
                  <a:pt x="1190" y="168"/>
                </a:lnTo>
                <a:lnTo>
                  <a:pt x="1189" y="168"/>
                </a:lnTo>
                <a:lnTo>
                  <a:pt x="1188" y="169"/>
                </a:lnTo>
                <a:lnTo>
                  <a:pt x="1187" y="170"/>
                </a:lnTo>
                <a:lnTo>
                  <a:pt x="1186" y="170"/>
                </a:lnTo>
                <a:lnTo>
                  <a:pt x="1186" y="169"/>
                </a:lnTo>
                <a:lnTo>
                  <a:pt x="1187" y="168"/>
                </a:lnTo>
                <a:lnTo>
                  <a:pt x="1188" y="167"/>
                </a:lnTo>
                <a:lnTo>
                  <a:pt x="1188" y="166"/>
                </a:lnTo>
                <a:lnTo>
                  <a:pt x="1188" y="165"/>
                </a:lnTo>
                <a:lnTo>
                  <a:pt x="1188" y="164"/>
                </a:lnTo>
                <a:lnTo>
                  <a:pt x="1188" y="163"/>
                </a:lnTo>
                <a:lnTo>
                  <a:pt x="1188" y="162"/>
                </a:lnTo>
                <a:lnTo>
                  <a:pt x="1187" y="162"/>
                </a:lnTo>
                <a:lnTo>
                  <a:pt x="1186" y="162"/>
                </a:lnTo>
                <a:lnTo>
                  <a:pt x="1186" y="163"/>
                </a:lnTo>
                <a:lnTo>
                  <a:pt x="1186" y="162"/>
                </a:lnTo>
                <a:lnTo>
                  <a:pt x="1185" y="162"/>
                </a:lnTo>
                <a:lnTo>
                  <a:pt x="1184" y="162"/>
                </a:lnTo>
                <a:lnTo>
                  <a:pt x="1183" y="164"/>
                </a:lnTo>
                <a:lnTo>
                  <a:pt x="1183" y="165"/>
                </a:lnTo>
                <a:lnTo>
                  <a:pt x="1182" y="165"/>
                </a:lnTo>
                <a:lnTo>
                  <a:pt x="1182" y="164"/>
                </a:lnTo>
                <a:lnTo>
                  <a:pt x="1181" y="164"/>
                </a:lnTo>
                <a:lnTo>
                  <a:pt x="1180" y="164"/>
                </a:lnTo>
                <a:lnTo>
                  <a:pt x="1179" y="164"/>
                </a:lnTo>
                <a:lnTo>
                  <a:pt x="1179" y="165"/>
                </a:lnTo>
                <a:lnTo>
                  <a:pt x="1177" y="165"/>
                </a:lnTo>
                <a:lnTo>
                  <a:pt x="1176" y="165"/>
                </a:lnTo>
                <a:lnTo>
                  <a:pt x="1175" y="166"/>
                </a:lnTo>
                <a:lnTo>
                  <a:pt x="1174" y="167"/>
                </a:lnTo>
                <a:lnTo>
                  <a:pt x="1174" y="168"/>
                </a:lnTo>
                <a:lnTo>
                  <a:pt x="1174" y="170"/>
                </a:lnTo>
                <a:lnTo>
                  <a:pt x="1174" y="171"/>
                </a:lnTo>
                <a:lnTo>
                  <a:pt x="1175" y="171"/>
                </a:lnTo>
                <a:lnTo>
                  <a:pt x="1176" y="172"/>
                </a:lnTo>
                <a:lnTo>
                  <a:pt x="1176" y="173"/>
                </a:lnTo>
                <a:lnTo>
                  <a:pt x="1177" y="174"/>
                </a:lnTo>
                <a:lnTo>
                  <a:pt x="1178" y="173"/>
                </a:lnTo>
                <a:lnTo>
                  <a:pt x="1178" y="171"/>
                </a:lnTo>
                <a:lnTo>
                  <a:pt x="1179" y="174"/>
                </a:lnTo>
                <a:lnTo>
                  <a:pt x="1180" y="175"/>
                </a:lnTo>
                <a:lnTo>
                  <a:pt x="1179" y="175"/>
                </a:lnTo>
                <a:lnTo>
                  <a:pt x="1178" y="175"/>
                </a:lnTo>
                <a:lnTo>
                  <a:pt x="1177" y="176"/>
                </a:lnTo>
                <a:lnTo>
                  <a:pt x="1177" y="177"/>
                </a:lnTo>
                <a:lnTo>
                  <a:pt x="1176" y="178"/>
                </a:lnTo>
                <a:lnTo>
                  <a:pt x="1174" y="179"/>
                </a:lnTo>
                <a:lnTo>
                  <a:pt x="1173" y="178"/>
                </a:lnTo>
                <a:lnTo>
                  <a:pt x="1172" y="178"/>
                </a:lnTo>
                <a:lnTo>
                  <a:pt x="1170" y="179"/>
                </a:lnTo>
                <a:lnTo>
                  <a:pt x="1169" y="179"/>
                </a:lnTo>
                <a:lnTo>
                  <a:pt x="1169" y="180"/>
                </a:lnTo>
                <a:lnTo>
                  <a:pt x="1169" y="181"/>
                </a:lnTo>
                <a:lnTo>
                  <a:pt x="1169" y="182"/>
                </a:lnTo>
                <a:lnTo>
                  <a:pt x="1170" y="182"/>
                </a:lnTo>
                <a:lnTo>
                  <a:pt x="1170" y="183"/>
                </a:lnTo>
                <a:lnTo>
                  <a:pt x="1169" y="184"/>
                </a:lnTo>
                <a:lnTo>
                  <a:pt x="1168" y="185"/>
                </a:lnTo>
                <a:lnTo>
                  <a:pt x="1167" y="185"/>
                </a:lnTo>
                <a:lnTo>
                  <a:pt x="1166" y="186"/>
                </a:lnTo>
                <a:lnTo>
                  <a:pt x="1165" y="186"/>
                </a:lnTo>
                <a:lnTo>
                  <a:pt x="1166" y="186"/>
                </a:lnTo>
                <a:lnTo>
                  <a:pt x="1166" y="187"/>
                </a:lnTo>
                <a:lnTo>
                  <a:pt x="1165" y="187"/>
                </a:lnTo>
                <a:lnTo>
                  <a:pt x="1164" y="187"/>
                </a:lnTo>
                <a:lnTo>
                  <a:pt x="1165" y="186"/>
                </a:lnTo>
                <a:lnTo>
                  <a:pt x="1164" y="186"/>
                </a:lnTo>
                <a:lnTo>
                  <a:pt x="1163" y="186"/>
                </a:lnTo>
                <a:lnTo>
                  <a:pt x="1162" y="186"/>
                </a:lnTo>
                <a:lnTo>
                  <a:pt x="1162" y="187"/>
                </a:lnTo>
                <a:lnTo>
                  <a:pt x="1161" y="187"/>
                </a:lnTo>
                <a:lnTo>
                  <a:pt x="1160" y="187"/>
                </a:lnTo>
                <a:lnTo>
                  <a:pt x="1159" y="187"/>
                </a:lnTo>
                <a:lnTo>
                  <a:pt x="1158" y="187"/>
                </a:lnTo>
                <a:lnTo>
                  <a:pt x="1157" y="187"/>
                </a:lnTo>
                <a:lnTo>
                  <a:pt x="1155" y="187"/>
                </a:lnTo>
                <a:lnTo>
                  <a:pt x="1154" y="187"/>
                </a:lnTo>
                <a:lnTo>
                  <a:pt x="1153" y="186"/>
                </a:lnTo>
                <a:lnTo>
                  <a:pt x="1152" y="187"/>
                </a:lnTo>
                <a:lnTo>
                  <a:pt x="1151" y="187"/>
                </a:lnTo>
                <a:lnTo>
                  <a:pt x="1147" y="187"/>
                </a:lnTo>
                <a:lnTo>
                  <a:pt x="1147" y="186"/>
                </a:lnTo>
                <a:lnTo>
                  <a:pt x="1146" y="186"/>
                </a:lnTo>
                <a:lnTo>
                  <a:pt x="1145" y="186"/>
                </a:lnTo>
                <a:lnTo>
                  <a:pt x="1144" y="187"/>
                </a:lnTo>
                <a:lnTo>
                  <a:pt x="1143" y="187"/>
                </a:lnTo>
                <a:lnTo>
                  <a:pt x="1142" y="188"/>
                </a:lnTo>
                <a:lnTo>
                  <a:pt x="1141" y="188"/>
                </a:lnTo>
                <a:lnTo>
                  <a:pt x="1139" y="188"/>
                </a:lnTo>
                <a:lnTo>
                  <a:pt x="1140" y="185"/>
                </a:lnTo>
                <a:lnTo>
                  <a:pt x="1141" y="185"/>
                </a:lnTo>
                <a:lnTo>
                  <a:pt x="1140" y="183"/>
                </a:lnTo>
                <a:lnTo>
                  <a:pt x="1139" y="182"/>
                </a:lnTo>
                <a:lnTo>
                  <a:pt x="1138" y="181"/>
                </a:lnTo>
                <a:lnTo>
                  <a:pt x="1138" y="180"/>
                </a:lnTo>
                <a:lnTo>
                  <a:pt x="1139" y="179"/>
                </a:lnTo>
                <a:lnTo>
                  <a:pt x="1139" y="178"/>
                </a:lnTo>
                <a:lnTo>
                  <a:pt x="1140" y="177"/>
                </a:lnTo>
                <a:lnTo>
                  <a:pt x="1139" y="177"/>
                </a:lnTo>
                <a:lnTo>
                  <a:pt x="1139" y="176"/>
                </a:lnTo>
                <a:lnTo>
                  <a:pt x="1140" y="175"/>
                </a:lnTo>
                <a:lnTo>
                  <a:pt x="1143" y="175"/>
                </a:lnTo>
                <a:lnTo>
                  <a:pt x="1144" y="175"/>
                </a:lnTo>
                <a:lnTo>
                  <a:pt x="1145" y="175"/>
                </a:lnTo>
                <a:lnTo>
                  <a:pt x="1146" y="175"/>
                </a:lnTo>
                <a:lnTo>
                  <a:pt x="1147" y="175"/>
                </a:lnTo>
                <a:lnTo>
                  <a:pt x="1149" y="174"/>
                </a:lnTo>
                <a:lnTo>
                  <a:pt x="1148" y="174"/>
                </a:lnTo>
                <a:lnTo>
                  <a:pt x="1147" y="174"/>
                </a:lnTo>
                <a:lnTo>
                  <a:pt x="1146" y="174"/>
                </a:lnTo>
                <a:lnTo>
                  <a:pt x="1144" y="174"/>
                </a:lnTo>
                <a:lnTo>
                  <a:pt x="1142" y="175"/>
                </a:lnTo>
                <a:lnTo>
                  <a:pt x="1140" y="175"/>
                </a:lnTo>
                <a:lnTo>
                  <a:pt x="1138" y="173"/>
                </a:lnTo>
                <a:lnTo>
                  <a:pt x="1138" y="174"/>
                </a:lnTo>
                <a:lnTo>
                  <a:pt x="1138" y="175"/>
                </a:lnTo>
                <a:lnTo>
                  <a:pt x="1137" y="176"/>
                </a:lnTo>
                <a:lnTo>
                  <a:pt x="1135" y="175"/>
                </a:lnTo>
                <a:lnTo>
                  <a:pt x="1133" y="174"/>
                </a:lnTo>
                <a:lnTo>
                  <a:pt x="1133" y="173"/>
                </a:lnTo>
                <a:lnTo>
                  <a:pt x="1133" y="171"/>
                </a:lnTo>
                <a:lnTo>
                  <a:pt x="1133" y="170"/>
                </a:lnTo>
                <a:lnTo>
                  <a:pt x="1132" y="170"/>
                </a:lnTo>
                <a:lnTo>
                  <a:pt x="1132" y="171"/>
                </a:lnTo>
                <a:lnTo>
                  <a:pt x="1131" y="171"/>
                </a:lnTo>
                <a:lnTo>
                  <a:pt x="1130" y="171"/>
                </a:lnTo>
                <a:lnTo>
                  <a:pt x="1130" y="169"/>
                </a:lnTo>
                <a:lnTo>
                  <a:pt x="1131" y="168"/>
                </a:lnTo>
                <a:lnTo>
                  <a:pt x="1131" y="167"/>
                </a:lnTo>
                <a:lnTo>
                  <a:pt x="1132" y="165"/>
                </a:lnTo>
                <a:lnTo>
                  <a:pt x="1132" y="164"/>
                </a:lnTo>
                <a:lnTo>
                  <a:pt x="1133" y="163"/>
                </a:lnTo>
                <a:lnTo>
                  <a:pt x="1133" y="161"/>
                </a:lnTo>
                <a:lnTo>
                  <a:pt x="1133" y="159"/>
                </a:lnTo>
                <a:lnTo>
                  <a:pt x="1133" y="158"/>
                </a:lnTo>
                <a:lnTo>
                  <a:pt x="1133" y="156"/>
                </a:lnTo>
                <a:lnTo>
                  <a:pt x="1134" y="156"/>
                </a:lnTo>
                <a:lnTo>
                  <a:pt x="1135" y="156"/>
                </a:lnTo>
                <a:lnTo>
                  <a:pt x="1136" y="156"/>
                </a:lnTo>
                <a:lnTo>
                  <a:pt x="1136" y="155"/>
                </a:lnTo>
                <a:lnTo>
                  <a:pt x="1136" y="154"/>
                </a:lnTo>
                <a:lnTo>
                  <a:pt x="1136" y="153"/>
                </a:lnTo>
                <a:lnTo>
                  <a:pt x="1137" y="152"/>
                </a:lnTo>
                <a:lnTo>
                  <a:pt x="1138" y="151"/>
                </a:lnTo>
                <a:lnTo>
                  <a:pt x="1138" y="150"/>
                </a:lnTo>
                <a:lnTo>
                  <a:pt x="1139" y="149"/>
                </a:lnTo>
                <a:lnTo>
                  <a:pt x="1140" y="149"/>
                </a:lnTo>
                <a:lnTo>
                  <a:pt x="1140" y="148"/>
                </a:lnTo>
                <a:lnTo>
                  <a:pt x="1139" y="148"/>
                </a:lnTo>
                <a:lnTo>
                  <a:pt x="1138" y="149"/>
                </a:lnTo>
                <a:lnTo>
                  <a:pt x="1138" y="150"/>
                </a:lnTo>
                <a:lnTo>
                  <a:pt x="1137" y="151"/>
                </a:lnTo>
                <a:lnTo>
                  <a:pt x="1137" y="150"/>
                </a:lnTo>
                <a:lnTo>
                  <a:pt x="1136" y="149"/>
                </a:lnTo>
                <a:lnTo>
                  <a:pt x="1136" y="148"/>
                </a:lnTo>
                <a:lnTo>
                  <a:pt x="1135" y="148"/>
                </a:lnTo>
                <a:lnTo>
                  <a:pt x="1135" y="147"/>
                </a:lnTo>
                <a:lnTo>
                  <a:pt x="1134" y="147"/>
                </a:lnTo>
                <a:lnTo>
                  <a:pt x="1134" y="146"/>
                </a:lnTo>
                <a:lnTo>
                  <a:pt x="1134" y="147"/>
                </a:lnTo>
                <a:lnTo>
                  <a:pt x="1133" y="147"/>
                </a:lnTo>
                <a:lnTo>
                  <a:pt x="1134" y="147"/>
                </a:lnTo>
                <a:lnTo>
                  <a:pt x="1135" y="148"/>
                </a:lnTo>
                <a:lnTo>
                  <a:pt x="1136" y="150"/>
                </a:lnTo>
                <a:lnTo>
                  <a:pt x="1136" y="151"/>
                </a:lnTo>
                <a:lnTo>
                  <a:pt x="1135" y="152"/>
                </a:lnTo>
                <a:lnTo>
                  <a:pt x="1135" y="153"/>
                </a:lnTo>
                <a:lnTo>
                  <a:pt x="1135" y="154"/>
                </a:lnTo>
                <a:lnTo>
                  <a:pt x="1134" y="154"/>
                </a:lnTo>
                <a:lnTo>
                  <a:pt x="1133" y="154"/>
                </a:lnTo>
                <a:lnTo>
                  <a:pt x="1133" y="155"/>
                </a:lnTo>
                <a:lnTo>
                  <a:pt x="1132" y="155"/>
                </a:lnTo>
                <a:lnTo>
                  <a:pt x="1131" y="156"/>
                </a:lnTo>
                <a:lnTo>
                  <a:pt x="1130" y="156"/>
                </a:lnTo>
                <a:lnTo>
                  <a:pt x="1130" y="157"/>
                </a:lnTo>
                <a:lnTo>
                  <a:pt x="1129" y="157"/>
                </a:lnTo>
                <a:lnTo>
                  <a:pt x="1129" y="158"/>
                </a:lnTo>
                <a:lnTo>
                  <a:pt x="1130" y="158"/>
                </a:lnTo>
                <a:lnTo>
                  <a:pt x="1130" y="160"/>
                </a:lnTo>
                <a:lnTo>
                  <a:pt x="1130" y="161"/>
                </a:lnTo>
                <a:lnTo>
                  <a:pt x="1130" y="162"/>
                </a:lnTo>
                <a:lnTo>
                  <a:pt x="1129" y="162"/>
                </a:lnTo>
                <a:lnTo>
                  <a:pt x="1130" y="164"/>
                </a:lnTo>
                <a:lnTo>
                  <a:pt x="1130" y="168"/>
                </a:lnTo>
                <a:lnTo>
                  <a:pt x="1130" y="169"/>
                </a:lnTo>
                <a:lnTo>
                  <a:pt x="1129" y="169"/>
                </a:lnTo>
                <a:lnTo>
                  <a:pt x="1128" y="169"/>
                </a:lnTo>
                <a:lnTo>
                  <a:pt x="1127" y="168"/>
                </a:lnTo>
                <a:lnTo>
                  <a:pt x="1126" y="168"/>
                </a:lnTo>
                <a:lnTo>
                  <a:pt x="1125" y="168"/>
                </a:lnTo>
                <a:lnTo>
                  <a:pt x="1124" y="168"/>
                </a:lnTo>
                <a:lnTo>
                  <a:pt x="1123" y="168"/>
                </a:lnTo>
                <a:lnTo>
                  <a:pt x="1123" y="169"/>
                </a:lnTo>
                <a:lnTo>
                  <a:pt x="1122" y="169"/>
                </a:lnTo>
                <a:lnTo>
                  <a:pt x="1122" y="170"/>
                </a:lnTo>
                <a:lnTo>
                  <a:pt x="1121" y="173"/>
                </a:lnTo>
                <a:lnTo>
                  <a:pt x="1121" y="174"/>
                </a:lnTo>
                <a:lnTo>
                  <a:pt x="1122" y="174"/>
                </a:lnTo>
                <a:lnTo>
                  <a:pt x="1122" y="175"/>
                </a:lnTo>
                <a:lnTo>
                  <a:pt x="1122" y="176"/>
                </a:lnTo>
                <a:lnTo>
                  <a:pt x="1121" y="176"/>
                </a:lnTo>
                <a:lnTo>
                  <a:pt x="1120" y="177"/>
                </a:lnTo>
                <a:lnTo>
                  <a:pt x="1119" y="177"/>
                </a:lnTo>
                <a:lnTo>
                  <a:pt x="1117" y="178"/>
                </a:lnTo>
                <a:lnTo>
                  <a:pt x="1116" y="179"/>
                </a:lnTo>
                <a:lnTo>
                  <a:pt x="1115" y="180"/>
                </a:lnTo>
                <a:lnTo>
                  <a:pt x="1115" y="181"/>
                </a:lnTo>
                <a:lnTo>
                  <a:pt x="1114" y="181"/>
                </a:lnTo>
                <a:lnTo>
                  <a:pt x="1113" y="180"/>
                </a:lnTo>
                <a:lnTo>
                  <a:pt x="1112" y="178"/>
                </a:lnTo>
                <a:lnTo>
                  <a:pt x="1113" y="177"/>
                </a:lnTo>
                <a:lnTo>
                  <a:pt x="1113" y="178"/>
                </a:lnTo>
                <a:lnTo>
                  <a:pt x="1113" y="177"/>
                </a:lnTo>
                <a:lnTo>
                  <a:pt x="1112" y="174"/>
                </a:lnTo>
                <a:lnTo>
                  <a:pt x="1111" y="172"/>
                </a:lnTo>
                <a:lnTo>
                  <a:pt x="1110" y="172"/>
                </a:lnTo>
                <a:lnTo>
                  <a:pt x="1109" y="171"/>
                </a:lnTo>
                <a:lnTo>
                  <a:pt x="1110" y="170"/>
                </a:lnTo>
                <a:lnTo>
                  <a:pt x="1109" y="168"/>
                </a:lnTo>
                <a:lnTo>
                  <a:pt x="1108" y="168"/>
                </a:lnTo>
                <a:lnTo>
                  <a:pt x="1107" y="168"/>
                </a:lnTo>
                <a:lnTo>
                  <a:pt x="1106" y="167"/>
                </a:lnTo>
                <a:lnTo>
                  <a:pt x="1106" y="166"/>
                </a:lnTo>
                <a:lnTo>
                  <a:pt x="1106" y="165"/>
                </a:lnTo>
                <a:lnTo>
                  <a:pt x="1106" y="164"/>
                </a:lnTo>
                <a:lnTo>
                  <a:pt x="1105" y="164"/>
                </a:lnTo>
                <a:lnTo>
                  <a:pt x="1105" y="165"/>
                </a:lnTo>
                <a:lnTo>
                  <a:pt x="1105" y="166"/>
                </a:lnTo>
                <a:lnTo>
                  <a:pt x="1105" y="167"/>
                </a:lnTo>
                <a:lnTo>
                  <a:pt x="1106" y="168"/>
                </a:lnTo>
                <a:lnTo>
                  <a:pt x="1106" y="169"/>
                </a:lnTo>
                <a:lnTo>
                  <a:pt x="1103" y="170"/>
                </a:lnTo>
                <a:lnTo>
                  <a:pt x="1102" y="169"/>
                </a:lnTo>
                <a:lnTo>
                  <a:pt x="1101" y="168"/>
                </a:lnTo>
                <a:lnTo>
                  <a:pt x="1100" y="168"/>
                </a:lnTo>
                <a:lnTo>
                  <a:pt x="1099" y="168"/>
                </a:lnTo>
                <a:lnTo>
                  <a:pt x="1098" y="168"/>
                </a:lnTo>
                <a:lnTo>
                  <a:pt x="1098" y="167"/>
                </a:lnTo>
                <a:lnTo>
                  <a:pt x="1097" y="167"/>
                </a:lnTo>
                <a:lnTo>
                  <a:pt x="1097" y="166"/>
                </a:lnTo>
                <a:lnTo>
                  <a:pt x="1097" y="167"/>
                </a:lnTo>
                <a:lnTo>
                  <a:pt x="1097" y="168"/>
                </a:lnTo>
                <a:lnTo>
                  <a:pt x="1099" y="168"/>
                </a:lnTo>
                <a:lnTo>
                  <a:pt x="1100" y="169"/>
                </a:lnTo>
                <a:lnTo>
                  <a:pt x="1101" y="169"/>
                </a:lnTo>
                <a:lnTo>
                  <a:pt x="1101" y="171"/>
                </a:lnTo>
                <a:lnTo>
                  <a:pt x="1100" y="171"/>
                </a:lnTo>
                <a:lnTo>
                  <a:pt x="1101" y="171"/>
                </a:lnTo>
                <a:lnTo>
                  <a:pt x="1102" y="172"/>
                </a:lnTo>
                <a:lnTo>
                  <a:pt x="1102" y="173"/>
                </a:lnTo>
                <a:lnTo>
                  <a:pt x="1102" y="174"/>
                </a:lnTo>
                <a:lnTo>
                  <a:pt x="1101" y="174"/>
                </a:lnTo>
                <a:lnTo>
                  <a:pt x="1100" y="175"/>
                </a:lnTo>
                <a:lnTo>
                  <a:pt x="1098" y="176"/>
                </a:lnTo>
                <a:lnTo>
                  <a:pt x="1094" y="178"/>
                </a:lnTo>
                <a:lnTo>
                  <a:pt x="1093" y="179"/>
                </a:lnTo>
                <a:lnTo>
                  <a:pt x="1092" y="180"/>
                </a:lnTo>
                <a:lnTo>
                  <a:pt x="1091" y="180"/>
                </a:lnTo>
                <a:lnTo>
                  <a:pt x="1090" y="181"/>
                </a:lnTo>
                <a:lnTo>
                  <a:pt x="1089" y="181"/>
                </a:lnTo>
                <a:lnTo>
                  <a:pt x="1088" y="182"/>
                </a:lnTo>
                <a:lnTo>
                  <a:pt x="1086" y="183"/>
                </a:lnTo>
                <a:lnTo>
                  <a:pt x="1085" y="183"/>
                </a:lnTo>
                <a:lnTo>
                  <a:pt x="1084" y="185"/>
                </a:lnTo>
                <a:lnTo>
                  <a:pt x="1082" y="185"/>
                </a:lnTo>
                <a:lnTo>
                  <a:pt x="1081" y="186"/>
                </a:lnTo>
                <a:lnTo>
                  <a:pt x="1080" y="187"/>
                </a:lnTo>
                <a:lnTo>
                  <a:pt x="1079" y="187"/>
                </a:lnTo>
                <a:lnTo>
                  <a:pt x="1078" y="188"/>
                </a:lnTo>
                <a:lnTo>
                  <a:pt x="1077" y="188"/>
                </a:lnTo>
                <a:lnTo>
                  <a:pt x="1077" y="189"/>
                </a:lnTo>
                <a:lnTo>
                  <a:pt x="1076" y="189"/>
                </a:lnTo>
                <a:lnTo>
                  <a:pt x="1075" y="190"/>
                </a:lnTo>
                <a:lnTo>
                  <a:pt x="1073" y="191"/>
                </a:lnTo>
                <a:lnTo>
                  <a:pt x="1071" y="192"/>
                </a:lnTo>
                <a:lnTo>
                  <a:pt x="1070" y="193"/>
                </a:lnTo>
                <a:lnTo>
                  <a:pt x="1070" y="196"/>
                </a:lnTo>
                <a:lnTo>
                  <a:pt x="1069" y="196"/>
                </a:lnTo>
                <a:lnTo>
                  <a:pt x="1069" y="197"/>
                </a:lnTo>
                <a:lnTo>
                  <a:pt x="1069" y="198"/>
                </a:lnTo>
                <a:lnTo>
                  <a:pt x="1069" y="199"/>
                </a:lnTo>
                <a:lnTo>
                  <a:pt x="1070" y="199"/>
                </a:lnTo>
                <a:lnTo>
                  <a:pt x="1070" y="201"/>
                </a:lnTo>
                <a:lnTo>
                  <a:pt x="1068" y="202"/>
                </a:lnTo>
                <a:lnTo>
                  <a:pt x="1067" y="202"/>
                </a:lnTo>
                <a:lnTo>
                  <a:pt x="1067" y="203"/>
                </a:lnTo>
                <a:lnTo>
                  <a:pt x="1067" y="204"/>
                </a:lnTo>
                <a:lnTo>
                  <a:pt x="1066" y="205"/>
                </a:lnTo>
                <a:lnTo>
                  <a:pt x="1066" y="204"/>
                </a:lnTo>
                <a:lnTo>
                  <a:pt x="1065" y="204"/>
                </a:lnTo>
                <a:lnTo>
                  <a:pt x="1064" y="204"/>
                </a:lnTo>
                <a:lnTo>
                  <a:pt x="1063" y="205"/>
                </a:lnTo>
                <a:lnTo>
                  <a:pt x="1063" y="206"/>
                </a:lnTo>
                <a:lnTo>
                  <a:pt x="1062" y="206"/>
                </a:lnTo>
                <a:lnTo>
                  <a:pt x="1060" y="206"/>
                </a:lnTo>
                <a:lnTo>
                  <a:pt x="1059" y="207"/>
                </a:lnTo>
                <a:lnTo>
                  <a:pt x="1058" y="207"/>
                </a:lnTo>
                <a:lnTo>
                  <a:pt x="1057" y="208"/>
                </a:lnTo>
                <a:lnTo>
                  <a:pt x="1056" y="208"/>
                </a:lnTo>
                <a:lnTo>
                  <a:pt x="1053" y="210"/>
                </a:lnTo>
                <a:lnTo>
                  <a:pt x="1053" y="211"/>
                </a:lnTo>
                <a:lnTo>
                  <a:pt x="1052" y="212"/>
                </a:lnTo>
                <a:lnTo>
                  <a:pt x="1052" y="211"/>
                </a:lnTo>
                <a:lnTo>
                  <a:pt x="1051" y="209"/>
                </a:lnTo>
                <a:lnTo>
                  <a:pt x="1052" y="208"/>
                </a:lnTo>
                <a:lnTo>
                  <a:pt x="1054" y="208"/>
                </a:lnTo>
                <a:lnTo>
                  <a:pt x="1055" y="207"/>
                </a:lnTo>
                <a:lnTo>
                  <a:pt x="1055" y="206"/>
                </a:lnTo>
                <a:lnTo>
                  <a:pt x="1054" y="207"/>
                </a:lnTo>
                <a:lnTo>
                  <a:pt x="1053" y="207"/>
                </a:lnTo>
                <a:lnTo>
                  <a:pt x="1052" y="207"/>
                </a:lnTo>
                <a:lnTo>
                  <a:pt x="1051" y="208"/>
                </a:lnTo>
                <a:lnTo>
                  <a:pt x="1051" y="210"/>
                </a:lnTo>
                <a:lnTo>
                  <a:pt x="1051" y="211"/>
                </a:lnTo>
                <a:lnTo>
                  <a:pt x="1051" y="213"/>
                </a:lnTo>
                <a:lnTo>
                  <a:pt x="1051" y="214"/>
                </a:lnTo>
                <a:lnTo>
                  <a:pt x="1052" y="215"/>
                </a:lnTo>
                <a:lnTo>
                  <a:pt x="1052" y="216"/>
                </a:lnTo>
                <a:lnTo>
                  <a:pt x="1052" y="217"/>
                </a:lnTo>
                <a:lnTo>
                  <a:pt x="1053" y="218"/>
                </a:lnTo>
                <a:lnTo>
                  <a:pt x="1053" y="219"/>
                </a:lnTo>
                <a:lnTo>
                  <a:pt x="1053" y="220"/>
                </a:lnTo>
                <a:lnTo>
                  <a:pt x="1053" y="221"/>
                </a:lnTo>
                <a:lnTo>
                  <a:pt x="1054" y="221"/>
                </a:lnTo>
                <a:lnTo>
                  <a:pt x="1055" y="221"/>
                </a:lnTo>
                <a:lnTo>
                  <a:pt x="1055" y="222"/>
                </a:lnTo>
                <a:lnTo>
                  <a:pt x="1055" y="223"/>
                </a:lnTo>
                <a:lnTo>
                  <a:pt x="1056" y="224"/>
                </a:lnTo>
                <a:lnTo>
                  <a:pt x="1056" y="225"/>
                </a:lnTo>
                <a:lnTo>
                  <a:pt x="1057" y="226"/>
                </a:lnTo>
                <a:lnTo>
                  <a:pt x="1056" y="226"/>
                </a:lnTo>
                <a:lnTo>
                  <a:pt x="1054" y="226"/>
                </a:lnTo>
                <a:lnTo>
                  <a:pt x="1054" y="227"/>
                </a:lnTo>
                <a:lnTo>
                  <a:pt x="1054" y="226"/>
                </a:lnTo>
                <a:lnTo>
                  <a:pt x="1052" y="226"/>
                </a:lnTo>
                <a:lnTo>
                  <a:pt x="1050" y="225"/>
                </a:lnTo>
                <a:lnTo>
                  <a:pt x="1049" y="222"/>
                </a:lnTo>
                <a:lnTo>
                  <a:pt x="1049" y="221"/>
                </a:lnTo>
                <a:lnTo>
                  <a:pt x="1048" y="221"/>
                </a:lnTo>
                <a:lnTo>
                  <a:pt x="1047" y="221"/>
                </a:lnTo>
                <a:lnTo>
                  <a:pt x="1047" y="222"/>
                </a:lnTo>
                <a:lnTo>
                  <a:pt x="1047" y="223"/>
                </a:lnTo>
                <a:lnTo>
                  <a:pt x="1046" y="223"/>
                </a:lnTo>
                <a:lnTo>
                  <a:pt x="1045" y="223"/>
                </a:lnTo>
                <a:lnTo>
                  <a:pt x="1045" y="222"/>
                </a:lnTo>
                <a:lnTo>
                  <a:pt x="1045" y="221"/>
                </a:lnTo>
                <a:lnTo>
                  <a:pt x="1043" y="222"/>
                </a:lnTo>
                <a:lnTo>
                  <a:pt x="1042" y="222"/>
                </a:lnTo>
                <a:lnTo>
                  <a:pt x="1041" y="222"/>
                </a:lnTo>
                <a:lnTo>
                  <a:pt x="1041" y="223"/>
                </a:lnTo>
                <a:lnTo>
                  <a:pt x="1042" y="223"/>
                </a:lnTo>
                <a:lnTo>
                  <a:pt x="1042" y="224"/>
                </a:lnTo>
                <a:lnTo>
                  <a:pt x="1044" y="224"/>
                </a:lnTo>
                <a:lnTo>
                  <a:pt x="1045" y="226"/>
                </a:lnTo>
                <a:lnTo>
                  <a:pt x="1045" y="227"/>
                </a:lnTo>
                <a:lnTo>
                  <a:pt x="1045" y="228"/>
                </a:lnTo>
                <a:lnTo>
                  <a:pt x="1044" y="229"/>
                </a:lnTo>
                <a:lnTo>
                  <a:pt x="1043" y="229"/>
                </a:lnTo>
                <a:lnTo>
                  <a:pt x="1042" y="229"/>
                </a:lnTo>
                <a:lnTo>
                  <a:pt x="1041" y="229"/>
                </a:lnTo>
                <a:lnTo>
                  <a:pt x="1041" y="228"/>
                </a:lnTo>
                <a:lnTo>
                  <a:pt x="1041" y="225"/>
                </a:lnTo>
                <a:lnTo>
                  <a:pt x="1040" y="225"/>
                </a:lnTo>
                <a:lnTo>
                  <a:pt x="1039" y="225"/>
                </a:lnTo>
                <a:lnTo>
                  <a:pt x="1038" y="225"/>
                </a:lnTo>
                <a:lnTo>
                  <a:pt x="1037" y="225"/>
                </a:lnTo>
                <a:lnTo>
                  <a:pt x="1037" y="224"/>
                </a:lnTo>
                <a:lnTo>
                  <a:pt x="1036" y="224"/>
                </a:lnTo>
                <a:lnTo>
                  <a:pt x="1035" y="224"/>
                </a:lnTo>
                <a:lnTo>
                  <a:pt x="1034" y="224"/>
                </a:lnTo>
                <a:lnTo>
                  <a:pt x="1033" y="224"/>
                </a:lnTo>
                <a:lnTo>
                  <a:pt x="1033" y="223"/>
                </a:lnTo>
                <a:lnTo>
                  <a:pt x="1034" y="223"/>
                </a:lnTo>
                <a:lnTo>
                  <a:pt x="1033" y="222"/>
                </a:lnTo>
                <a:lnTo>
                  <a:pt x="1032" y="222"/>
                </a:lnTo>
                <a:lnTo>
                  <a:pt x="1031" y="223"/>
                </a:lnTo>
                <a:lnTo>
                  <a:pt x="1030" y="222"/>
                </a:lnTo>
                <a:lnTo>
                  <a:pt x="1029" y="221"/>
                </a:lnTo>
                <a:lnTo>
                  <a:pt x="1031" y="219"/>
                </a:lnTo>
                <a:lnTo>
                  <a:pt x="1032" y="219"/>
                </a:lnTo>
                <a:lnTo>
                  <a:pt x="1032" y="218"/>
                </a:lnTo>
                <a:lnTo>
                  <a:pt x="1033" y="218"/>
                </a:lnTo>
                <a:lnTo>
                  <a:pt x="1033" y="217"/>
                </a:lnTo>
                <a:lnTo>
                  <a:pt x="1034" y="217"/>
                </a:lnTo>
                <a:lnTo>
                  <a:pt x="1036" y="216"/>
                </a:lnTo>
                <a:lnTo>
                  <a:pt x="1036" y="215"/>
                </a:lnTo>
                <a:lnTo>
                  <a:pt x="1037" y="215"/>
                </a:lnTo>
                <a:lnTo>
                  <a:pt x="1038" y="215"/>
                </a:lnTo>
                <a:lnTo>
                  <a:pt x="1040" y="215"/>
                </a:lnTo>
                <a:lnTo>
                  <a:pt x="1040" y="214"/>
                </a:lnTo>
                <a:lnTo>
                  <a:pt x="1039" y="214"/>
                </a:lnTo>
                <a:lnTo>
                  <a:pt x="1039" y="213"/>
                </a:lnTo>
                <a:lnTo>
                  <a:pt x="1040" y="212"/>
                </a:lnTo>
                <a:lnTo>
                  <a:pt x="1040" y="211"/>
                </a:lnTo>
                <a:lnTo>
                  <a:pt x="1041" y="211"/>
                </a:lnTo>
                <a:lnTo>
                  <a:pt x="1042" y="210"/>
                </a:lnTo>
                <a:lnTo>
                  <a:pt x="1043" y="209"/>
                </a:lnTo>
                <a:lnTo>
                  <a:pt x="1043" y="207"/>
                </a:lnTo>
                <a:lnTo>
                  <a:pt x="1042" y="206"/>
                </a:lnTo>
                <a:lnTo>
                  <a:pt x="1044" y="204"/>
                </a:lnTo>
                <a:lnTo>
                  <a:pt x="1045" y="203"/>
                </a:lnTo>
                <a:lnTo>
                  <a:pt x="1046" y="203"/>
                </a:lnTo>
                <a:lnTo>
                  <a:pt x="1046" y="204"/>
                </a:lnTo>
                <a:lnTo>
                  <a:pt x="1047" y="205"/>
                </a:lnTo>
                <a:lnTo>
                  <a:pt x="1048" y="204"/>
                </a:lnTo>
                <a:lnTo>
                  <a:pt x="1048" y="203"/>
                </a:lnTo>
                <a:lnTo>
                  <a:pt x="1048" y="204"/>
                </a:lnTo>
                <a:lnTo>
                  <a:pt x="1047" y="204"/>
                </a:lnTo>
                <a:lnTo>
                  <a:pt x="1046" y="203"/>
                </a:lnTo>
                <a:lnTo>
                  <a:pt x="1045" y="203"/>
                </a:lnTo>
                <a:lnTo>
                  <a:pt x="1045" y="204"/>
                </a:lnTo>
                <a:lnTo>
                  <a:pt x="1044" y="204"/>
                </a:lnTo>
                <a:lnTo>
                  <a:pt x="1042" y="205"/>
                </a:lnTo>
                <a:lnTo>
                  <a:pt x="1040" y="207"/>
                </a:lnTo>
                <a:lnTo>
                  <a:pt x="1040" y="208"/>
                </a:lnTo>
                <a:lnTo>
                  <a:pt x="1038" y="209"/>
                </a:lnTo>
                <a:lnTo>
                  <a:pt x="1036" y="210"/>
                </a:lnTo>
                <a:lnTo>
                  <a:pt x="1035" y="211"/>
                </a:lnTo>
                <a:lnTo>
                  <a:pt x="1034" y="212"/>
                </a:lnTo>
                <a:lnTo>
                  <a:pt x="1034" y="214"/>
                </a:lnTo>
                <a:lnTo>
                  <a:pt x="1033" y="215"/>
                </a:lnTo>
                <a:lnTo>
                  <a:pt x="1032" y="215"/>
                </a:lnTo>
                <a:lnTo>
                  <a:pt x="1031" y="216"/>
                </a:lnTo>
                <a:lnTo>
                  <a:pt x="1031" y="217"/>
                </a:lnTo>
                <a:lnTo>
                  <a:pt x="1030" y="218"/>
                </a:lnTo>
                <a:lnTo>
                  <a:pt x="1030" y="217"/>
                </a:lnTo>
                <a:lnTo>
                  <a:pt x="1030" y="216"/>
                </a:lnTo>
                <a:lnTo>
                  <a:pt x="1030" y="215"/>
                </a:lnTo>
                <a:lnTo>
                  <a:pt x="1029" y="215"/>
                </a:lnTo>
                <a:lnTo>
                  <a:pt x="1029" y="213"/>
                </a:lnTo>
                <a:lnTo>
                  <a:pt x="1029" y="212"/>
                </a:lnTo>
                <a:lnTo>
                  <a:pt x="1028" y="212"/>
                </a:lnTo>
                <a:lnTo>
                  <a:pt x="1027" y="212"/>
                </a:lnTo>
                <a:lnTo>
                  <a:pt x="1026" y="213"/>
                </a:lnTo>
                <a:lnTo>
                  <a:pt x="1027" y="214"/>
                </a:lnTo>
                <a:lnTo>
                  <a:pt x="1028" y="216"/>
                </a:lnTo>
                <a:lnTo>
                  <a:pt x="1028" y="217"/>
                </a:lnTo>
                <a:lnTo>
                  <a:pt x="1027" y="218"/>
                </a:lnTo>
                <a:lnTo>
                  <a:pt x="1027" y="220"/>
                </a:lnTo>
                <a:lnTo>
                  <a:pt x="1028" y="221"/>
                </a:lnTo>
                <a:lnTo>
                  <a:pt x="1028" y="222"/>
                </a:lnTo>
                <a:lnTo>
                  <a:pt x="1029" y="223"/>
                </a:lnTo>
                <a:lnTo>
                  <a:pt x="1028" y="223"/>
                </a:lnTo>
                <a:lnTo>
                  <a:pt x="1027" y="224"/>
                </a:lnTo>
                <a:lnTo>
                  <a:pt x="1025" y="225"/>
                </a:lnTo>
                <a:lnTo>
                  <a:pt x="1026" y="225"/>
                </a:lnTo>
                <a:lnTo>
                  <a:pt x="1026" y="226"/>
                </a:lnTo>
                <a:lnTo>
                  <a:pt x="1026" y="227"/>
                </a:lnTo>
                <a:lnTo>
                  <a:pt x="1025" y="227"/>
                </a:lnTo>
                <a:lnTo>
                  <a:pt x="1024" y="227"/>
                </a:lnTo>
                <a:lnTo>
                  <a:pt x="1023" y="227"/>
                </a:lnTo>
                <a:lnTo>
                  <a:pt x="1022" y="228"/>
                </a:lnTo>
                <a:lnTo>
                  <a:pt x="1021" y="227"/>
                </a:lnTo>
                <a:lnTo>
                  <a:pt x="1020" y="227"/>
                </a:lnTo>
                <a:lnTo>
                  <a:pt x="1019" y="227"/>
                </a:lnTo>
                <a:lnTo>
                  <a:pt x="1018" y="227"/>
                </a:lnTo>
                <a:lnTo>
                  <a:pt x="1018" y="228"/>
                </a:lnTo>
                <a:lnTo>
                  <a:pt x="1017" y="228"/>
                </a:lnTo>
                <a:lnTo>
                  <a:pt x="1016" y="230"/>
                </a:lnTo>
                <a:lnTo>
                  <a:pt x="1015" y="232"/>
                </a:lnTo>
                <a:lnTo>
                  <a:pt x="1014" y="233"/>
                </a:lnTo>
                <a:lnTo>
                  <a:pt x="1014" y="234"/>
                </a:lnTo>
                <a:lnTo>
                  <a:pt x="1015" y="235"/>
                </a:lnTo>
                <a:lnTo>
                  <a:pt x="1015" y="236"/>
                </a:lnTo>
                <a:lnTo>
                  <a:pt x="1016" y="236"/>
                </a:lnTo>
                <a:lnTo>
                  <a:pt x="1017" y="236"/>
                </a:lnTo>
                <a:lnTo>
                  <a:pt x="1018" y="236"/>
                </a:lnTo>
                <a:lnTo>
                  <a:pt x="1019" y="237"/>
                </a:lnTo>
                <a:lnTo>
                  <a:pt x="1018" y="238"/>
                </a:lnTo>
                <a:lnTo>
                  <a:pt x="1018" y="239"/>
                </a:lnTo>
                <a:lnTo>
                  <a:pt x="1016" y="240"/>
                </a:lnTo>
                <a:lnTo>
                  <a:pt x="1015" y="240"/>
                </a:lnTo>
                <a:lnTo>
                  <a:pt x="1014" y="239"/>
                </a:lnTo>
                <a:lnTo>
                  <a:pt x="1014" y="238"/>
                </a:lnTo>
                <a:lnTo>
                  <a:pt x="1014" y="237"/>
                </a:lnTo>
                <a:lnTo>
                  <a:pt x="1013" y="237"/>
                </a:lnTo>
                <a:lnTo>
                  <a:pt x="1011" y="237"/>
                </a:lnTo>
                <a:lnTo>
                  <a:pt x="1009" y="237"/>
                </a:lnTo>
                <a:lnTo>
                  <a:pt x="1008" y="238"/>
                </a:lnTo>
                <a:lnTo>
                  <a:pt x="1006" y="238"/>
                </a:lnTo>
                <a:lnTo>
                  <a:pt x="1006" y="239"/>
                </a:lnTo>
                <a:lnTo>
                  <a:pt x="1005" y="240"/>
                </a:lnTo>
                <a:lnTo>
                  <a:pt x="1004" y="239"/>
                </a:lnTo>
                <a:lnTo>
                  <a:pt x="1003" y="240"/>
                </a:lnTo>
                <a:lnTo>
                  <a:pt x="1002" y="240"/>
                </a:lnTo>
                <a:lnTo>
                  <a:pt x="1000" y="241"/>
                </a:lnTo>
                <a:lnTo>
                  <a:pt x="999" y="242"/>
                </a:lnTo>
                <a:lnTo>
                  <a:pt x="997" y="243"/>
                </a:lnTo>
                <a:lnTo>
                  <a:pt x="996" y="245"/>
                </a:lnTo>
                <a:lnTo>
                  <a:pt x="995" y="245"/>
                </a:lnTo>
                <a:lnTo>
                  <a:pt x="996" y="250"/>
                </a:lnTo>
                <a:lnTo>
                  <a:pt x="995" y="250"/>
                </a:lnTo>
                <a:lnTo>
                  <a:pt x="994" y="250"/>
                </a:lnTo>
                <a:lnTo>
                  <a:pt x="994" y="249"/>
                </a:lnTo>
                <a:lnTo>
                  <a:pt x="994" y="247"/>
                </a:lnTo>
                <a:lnTo>
                  <a:pt x="994" y="246"/>
                </a:lnTo>
                <a:lnTo>
                  <a:pt x="994" y="245"/>
                </a:lnTo>
                <a:lnTo>
                  <a:pt x="993" y="245"/>
                </a:lnTo>
                <a:lnTo>
                  <a:pt x="992" y="245"/>
                </a:lnTo>
                <a:lnTo>
                  <a:pt x="991" y="246"/>
                </a:lnTo>
                <a:lnTo>
                  <a:pt x="989" y="246"/>
                </a:lnTo>
                <a:lnTo>
                  <a:pt x="988" y="247"/>
                </a:lnTo>
                <a:lnTo>
                  <a:pt x="987" y="248"/>
                </a:lnTo>
                <a:lnTo>
                  <a:pt x="986" y="249"/>
                </a:lnTo>
                <a:lnTo>
                  <a:pt x="985" y="250"/>
                </a:lnTo>
                <a:lnTo>
                  <a:pt x="984" y="251"/>
                </a:lnTo>
                <a:lnTo>
                  <a:pt x="982" y="251"/>
                </a:lnTo>
                <a:lnTo>
                  <a:pt x="982" y="252"/>
                </a:lnTo>
                <a:lnTo>
                  <a:pt x="981" y="253"/>
                </a:lnTo>
                <a:lnTo>
                  <a:pt x="978" y="256"/>
                </a:lnTo>
                <a:lnTo>
                  <a:pt x="976" y="258"/>
                </a:lnTo>
                <a:lnTo>
                  <a:pt x="975" y="259"/>
                </a:lnTo>
                <a:lnTo>
                  <a:pt x="975" y="260"/>
                </a:lnTo>
                <a:lnTo>
                  <a:pt x="974" y="261"/>
                </a:lnTo>
                <a:lnTo>
                  <a:pt x="974" y="262"/>
                </a:lnTo>
                <a:lnTo>
                  <a:pt x="973" y="262"/>
                </a:lnTo>
                <a:lnTo>
                  <a:pt x="973" y="263"/>
                </a:lnTo>
                <a:lnTo>
                  <a:pt x="972" y="263"/>
                </a:lnTo>
                <a:lnTo>
                  <a:pt x="972" y="264"/>
                </a:lnTo>
                <a:lnTo>
                  <a:pt x="971" y="264"/>
                </a:lnTo>
                <a:lnTo>
                  <a:pt x="970" y="264"/>
                </a:lnTo>
                <a:lnTo>
                  <a:pt x="970" y="265"/>
                </a:lnTo>
                <a:lnTo>
                  <a:pt x="969" y="265"/>
                </a:lnTo>
                <a:lnTo>
                  <a:pt x="969" y="266"/>
                </a:lnTo>
                <a:lnTo>
                  <a:pt x="968" y="266"/>
                </a:lnTo>
                <a:lnTo>
                  <a:pt x="967" y="266"/>
                </a:lnTo>
                <a:lnTo>
                  <a:pt x="967" y="263"/>
                </a:lnTo>
                <a:lnTo>
                  <a:pt x="967" y="262"/>
                </a:lnTo>
                <a:lnTo>
                  <a:pt x="966" y="262"/>
                </a:lnTo>
                <a:lnTo>
                  <a:pt x="966" y="264"/>
                </a:lnTo>
                <a:lnTo>
                  <a:pt x="965" y="266"/>
                </a:lnTo>
                <a:lnTo>
                  <a:pt x="965" y="267"/>
                </a:lnTo>
                <a:lnTo>
                  <a:pt x="966" y="269"/>
                </a:lnTo>
                <a:lnTo>
                  <a:pt x="966" y="270"/>
                </a:lnTo>
                <a:lnTo>
                  <a:pt x="966" y="271"/>
                </a:lnTo>
                <a:lnTo>
                  <a:pt x="965" y="272"/>
                </a:lnTo>
                <a:lnTo>
                  <a:pt x="964" y="272"/>
                </a:lnTo>
                <a:lnTo>
                  <a:pt x="963" y="274"/>
                </a:lnTo>
                <a:lnTo>
                  <a:pt x="962" y="274"/>
                </a:lnTo>
                <a:lnTo>
                  <a:pt x="962" y="275"/>
                </a:lnTo>
                <a:lnTo>
                  <a:pt x="962" y="274"/>
                </a:lnTo>
                <a:lnTo>
                  <a:pt x="961" y="274"/>
                </a:lnTo>
                <a:lnTo>
                  <a:pt x="959" y="274"/>
                </a:lnTo>
                <a:lnTo>
                  <a:pt x="958" y="274"/>
                </a:lnTo>
                <a:lnTo>
                  <a:pt x="958" y="275"/>
                </a:lnTo>
                <a:lnTo>
                  <a:pt x="959" y="275"/>
                </a:lnTo>
                <a:lnTo>
                  <a:pt x="958" y="275"/>
                </a:lnTo>
                <a:lnTo>
                  <a:pt x="957" y="276"/>
                </a:lnTo>
                <a:lnTo>
                  <a:pt x="956" y="276"/>
                </a:lnTo>
                <a:lnTo>
                  <a:pt x="955" y="276"/>
                </a:lnTo>
                <a:lnTo>
                  <a:pt x="954" y="276"/>
                </a:lnTo>
                <a:lnTo>
                  <a:pt x="953" y="274"/>
                </a:lnTo>
                <a:lnTo>
                  <a:pt x="953" y="275"/>
                </a:lnTo>
                <a:lnTo>
                  <a:pt x="952" y="277"/>
                </a:lnTo>
                <a:lnTo>
                  <a:pt x="951" y="276"/>
                </a:lnTo>
                <a:lnTo>
                  <a:pt x="951" y="275"/>
                </a:lnTo>
                <a:lnTo>
                  <a:pt x="950" y="275"/>
                </a:lnTo>
                <a:lnTo>
                  <a:pt x="949" y="275"/>
                </a:lnTo>
                <a:lnTo>
                  <a:pt x="948" y="274"/>
                </a:lnTo>
                <a:lnTo>
                  <a:pt x="948" y="273"/>
                </a:lnTo>
                <a:lnTo>
                  <a:pt x="948" y="272"/>
                </a:lnTo>
                <a:lnTo>
                  <a:pt x="948" y="270"/>
                </a:lnTo>
                <a:lnTo>
                  <a:pt x="948" y="269"/>
                </a:lnTo>
                <a:lnTo>
                  <a:pt x="948" y="267"/>
                </a:lnTo>
                <a:lnTo>
                  <a:pt x="949" y="267"/>
                </a:lnTo>
                <a:lnTo>
                  <a:pt x="950" y="266"/>
                </a:lnTo>
                <a:lnTo>
                  <a:pt x="949" y="266"/>
                </a:lnTo>
                <a:lnTo>
                  <a:pt x="948" y="266"/>
                </a:lnTo>
                <a:lnTo>
                  <a:pt x="947" y="268"/>
                </a:lnTo>
                <a:lnTo>
                  <a:pt x="947" y="269"/>
                </a:lnTo>
                <a:lnTo>
                  <a:pt x="946" y="269"/>
                </a:lnTo>
                <a:lnTo>
                  <a:pt x="945" y="267"/>
                </a:lnTo>
                <a:lnTo>
                  <a:pt x="944" y="267"/>
                </a:lnTo>
                <a:lnTo>
                  <a:pt x="943" y="268"/>
                </a:lnTo>
                <a:lnTo>
                  <a:pt x="942" y="268"/>
                </a:lnTo>
                <a:lnTo>
                  <a:pt x="942" y="267"/>
                </a:lnTo>
                <a:lnTo>
                  <a:pt x="942" y="266"/>
                </a:lnTo>
                <a:lnTo>
                  <a:pt x="942" y="265"/>
                </a:lnTo>
                <a:lnTo>
                  <a:pt x="942" y="264"/>
                </a:lnTo>
                <a:lnTo>
                  <a:pt x="941" y="263"/>
                </a:lnTo>
                <a:lnTo>
                  <a:pt x="940" y="261"/>
                </a:lnTo>
                <a:lnTo>
                  <a:pt x="940" y="262"/>
                </a:lnTo>
                <a:lnTo>
                  <a:pt x="941" y="263"/>
                </a:lnTo>
                <a:lnTo>
                  <a:pt x="941" y="264"/>
                </a:lnTo>
                <a:lnTo>
                  <a:pt x="941" y="265"/>
                </a:lnTo>
                <a:lnTo>
                  <a:pt x="941" y="266"/>
                </a:lnTo>
                <a:lnTo>
                  <a:pt x="941" y="267"/>
                </a:lnTo>
                <a:lnTo>
                  <a:pt x="941" y="269"/>
                </a:lnTo>
                <a:lnTo>
                  <a:pt x="940" y="268"/>
                </a:lnTo>
                <a:lnTo>
                  <a:pt x="939" y="267"/>
                </a:lnTo>
                <a:lnTo>
                  <a:pt x="938" y="266"/>
                </a:lnTo>
                <a:lnTo>
                  <a:pt x="938" y="265"/>
                </a:lnTo>
                <a:lnTo>
                  <a:pt x="937" y="263"/>
                </a:lnTo>
                <a:lnTo>
                  <a:pt x="936" y="263"/>
                </a:lnTo>
                <a:lnTo>
                  <a:pt x="935" y="264"/>
                </a:lnTo>
                <a:lnTo>
                  <a:pt x="936" y="267"/>
                </a:lnTo>
                <a:lnTo>
                  <a:pt x="937" y="268"/>
                </a:lnTo>
                <a:lnTo>
                  <a:pt x="938" y="268"/>
                </a:lnTo>
                <a:lnTo>
                  <a:pt x="937" y="268"/>
                </a:lnTo>
                <a:lnTo>
                  <a:pt x="936" y="269"/>
                </a:lnTo>
                <a:lnTo>
                  <a:pt x="935" y="269"/>
                </a:lnTo>
                <a:lnTo>
                  <a:pt x="934" y="270"/>
                </a:lnTo>
                <a:lnTo>
                  <a:pt x="933" y="271"/>
                </a:lnTo>
                <a:lnTo>
                  <a:pt x="934" y="271"/>
                </a:lnTo>
                <a:lnTo>
                  <a:pt x="933" y="272"/>
                </a:lnTo>
                <a:lnTo>
                  <a:pt x="932" y="273"/>
                </a:lnTo>
                <a:lnTo>
                  <a:pt x="931" y="273"/>
                </a:lnTo>
                <a:lnTo>
                  <a:pt x="930" y="274"/>
                </a:lnTo>
                <a:lnTo>
                  <a:pt x="929" y="274"/>
                </a:lnTo>
                <a:lnTo>
                  <a:pt x="928" y="274"/>
                </a:lnTo>
                <a:lnTo>
                  <a:pt x="927" y="274"/>
                </a:lnTo>
                <a:lnTo>
                  <a:pt x="927" y="273"/>
                </a:lnTo>
                <a:lnTo>
                  <a:pt x="926" y="272"/>
                </a:lnTo>
                <a:lnTo>
                  <a:pt x="926" y="271"/>
                </a:lnTo>
                <a:lnTo>
                  <a:pt x="925" y="271"/>
                </a:lnTo>
                <a:lnTo>
                  <a:pt x="924" y="270"/>
                </a:lnTo>
                <a:lnTo>
                  <a:pt x="923" y="271"/>
                </a:lnTo>
                <a:lnTo>
                  <a:pt x="924" y="271"/>
                </a:lnTo>
                <a:lnTo>
                  <a:pt x="925" y="271"/>
                </a:lnTo>
                <a:lnTo>
                  <a:pt x="925" y="272"/>
                </a:lnTo>
                <a:lnTo>
                  <a:pt x="926" y="273"/>
                </a:lnTo>
                <a:lnTo>
                  <a:pt x="926" y="274"/>
                </a:lnTo>
                <a:lnTo>
                  <a:pt x="928" y="275"/>
                </a:lnTo>
                <a:lnTo>
                  <a:pt x="928" y="276"/>
                </a:lnTo>
                <a:lnTo>
                  <a:pt x="928" y="277"/>
                </a:lnTo>
                <a:lnTo>
                  <a:pt x="928" y="278"/>
                </a:lnTo>
                <a:lnTo>
                  <a:pt x="927" y="278"/>
                </a:lnTo>
                <a:lnTo>
                  <a:pt x="926" y="278"/>
                </a:lnTo>
                <a:lnTo>
                  <a:pt x="926" y="279"/>
                </a:lnTo>
                <a:lnTo>
                  <a:pt x="925" y="279"/>
                </a:lnTo>
                <a:lnTo>
                  <a:pt x="924" y="279"/>
                </a:lnTo>
                <a:lnTo>
                  <a:pt x="923" y="279"/>
                </a:lnTo>
                <a:lnTo>
                  <a:pt x="922" y="279"/>
                </a:lnTo>
                <a:lnTo>
                  <a:pt x="923" y="279"/>
                </a:lnTo>
                <a:lnTo>
                  <a:pt x="924" y="279"/>
                </a:lnTo>
                <a:lnTo>
                  <a:pt x="925" y="279"/>
                </a:lnTo>
                <a:lnTo>
                  <a:pt x="927" y="279"/>
                </a:lnTo>
                <a:lnTo>
                  <a:pt x="928" y="279"/>
                </a:lnTo>
                <a:lnTo>
                  <a:pt x="930" y="277"/>
                </a:lnTo>
                <a:lnTo>
                  <a:pt x="930" y="276"/>
                </a:lnTo>
                <a:lnTo>
                  <a:pt x="931" y="276"/>
                </a:lnTo>
                <a:lnTo>
                  <a:pt x="931" y="275"/>
                </a:lnTo>
                <a:lnTo>
                  <a:pt x="933" y="274"/>
                </a:lnTo>
                <a:lnTo>
                  <a:pt x="934" y="272"/>
                </a:lnTo>
                <a:lnTo>
                  <a:pt x="935" y="272"/>
                </a:lnTo>
                <a:lnTo>
                  <a:pt x="936" y="273"/>
                </a:lnTo>
                <a:lnTo>
                  <a:pt x="937" y="274"/>
                </a:lnTo>
                <a:lnTo>
                  <a:pt x="938" y="274"/>
                </a:lnTo>
                <a:lnTo>
                  <a:pt x="939" y="274"/>
                </a:lnTo>
                <a:lnTo>
                  <a:pt x="940" y="274"/>
                </a:lnTo>
                <a:lnTo>
                  <a:pt x="940" y="275"/>
                </a:lnTo>
                <a:lnTo>
                  <a:pt x="941" y="276"/>
                </a:lnTo>
                <a:lnTo>
                  <a:pt x="943" y="280"/>
                </a:lnTo>
                <a:lnTo>
                  <a:pt x="944" y="279"/>
                </a:lnTo>
                <a:lnTo>
                  <a:pt x="944" y="280"/>
                </a:lnTo>
                <a:lnTo>
                  <a:pt x="944" y="281"/>
                </a:lnTo>
                <a:lnTo>
                  <a:pt x="945" y="281"/>
                </a:lnTo>
                <a:lnTo>
                  <a:pt x="947" y="279"/>
                </a:lnTo>
                <a:lnTo>
                  <a:pt x="948" y="279"/>
                </a:lnTo>
                <a:lnTo>
                  <a:pt x="948" y="280"/>
                </a:lnTo>
                <a:lnTo>
                  <a:pt x="953" y="280"/>
                </a:lnTo>
                <a:lnTo>
                  <a:pt x="954" y="280"/>
                </a:lnTo>
                <a:lnTo>
                  <a:pt x="956" y="281"/>
                </a:lnTo>
                <a:lnTo>
                  <a:pt x="956" y="282"/>
                </a:lnTo>
                <a:lnTo>
                  <a:pt x="957" y="282"/>
                </a:lnTo>
                <a:lnTo>
                  <a:pt x="957" y="283"/>
                </a:lnTo>
                <a:lnTo>
                  <a:pt x="957" y="284"/>
                </a:lnTo>
                <a:lnTo>
                  <a:pt x="956" y="285"/>
                </a:lnTo>
                <a:lnTo>
                  <a:pt x="956" y="286"/>
                </a:lnTo>
                <a:lnTo>
                  <a:pt x="955" y="287"/>
                </a:lnTo>
                <a:lnTo>
                  <a:pt x="955" y="288"/>
                </a:lnTo>
                <a:lnTo>
                  <a:pt x="954" y="290"/>
                </a:lnTo>
                <a:lnTo>
                  <a:pt x="954" y="291"/>
                </a:lnTo>
                <a:lnTo>
                  <a:pt x="955" y="292"/>
                </a:lnTo>
                <a:lnTo>
                  <a:pt x="955" y="293"/>
                </a:lnTo>
                <a:lnTo>
                  <a:pt x="954" y="293"/>
                </a:lnTo>
                <a:lnTo>
                  <a:pt x="954" y="294"/>
                </a:lnTo>
                <a:lnTo>
                  <a:pt x="954" y="295"/>
                </a:lnTo>
                <a:lnTo>
                  <a:pt x="955" y="296"/>
                </a:lnTo>
                <a:lnTo>
                  <a:pt x="955" y="297"/>
                </a:lnTo>
                <a:lnTo>
                  <a:pt x="956" y="296"/>
                </a:lnTo>
                <a:lnTo>
                  <a:pt x="957" y="297"/>
                </a:lnTo>
                <a:lnTo>
                  <a:pt x="957" y="298"/>
                </a:lnTo>
                <a:lnTo>
                  <a:pt x="957" y="299"/>
                </a:lnTo>
                <a:lnTo>
                  <a:pt x="956" y="298"/>
                </a:lnTo>
                <a:lnTo>
                  <a:pt x="955" y="300"/>
                </a:lnTo>
                <a:lnTo>
                  <a:pt x="955" y="301"/>
                </a:lnTo>
                <a:lnTo>
                  <a:pt x="955" y="302"/>
                </a:lnTo>
                <a:lnTo>
                  <a:pt x="955" y="303"/>
                </a:lnTo>
                <a:lnTo>
                  <a:pt x="954" y="303"/>
                </a:lnTo>
                <a:lnTo>
                  <a:pt x="953" y="302"/>
                </a:lnTo>
                <a:lnTo>
                  <a:pt x="952" y="302"/>
                </a:lnTo>
                <a:lnTo>
                  <a:pt x="950" y="302"/>
                </a:lnTo>
                <a:lnTo>
                  <a:pt x="949" y="302"/>
                </a:lnTo>
                <a:lnTo>
                  <a:pt x="949" y="303"/>
                </a:lnTo>
                <a:lnTo>
                  <a:pt x="948" y="306"/>
                </a:lnTo>
                <a:lnTo>
                  <a:pt x="949" y="306"/>
                </a:lnTo>
                <a:lnTo>
                  <a:pt x="950" y="306"/>
                </a:lnTo>
                <a:lnTo>
                  <a:pt x="950" y="307"/>
                </a:lnTo>
                <a:lnTo>
                  <a:pt x="951" y="308"/>
                </a:lnTo>
                <a:lnTo>
                  <a:pt x="951" y="309"/>
                </a:lnTo>
                <a:lnTo>
                  <a:pt x="951" y="311"/>
                </a:lnTo>
                <a:lnTo>
                  <a:pt x="950" y="311"/>
                </a:lnTo>
                <a:lnTo>
                  <a:pt x="949" y="312"/>
                </a:lnTo>
                <a:lnTo>
                  <a:pt x="949" y="313"/>
                </a:lnTo>
                <a:lnTo>
                  <a:pt x="948" y="314"/>
                </a:lnTo>
                <a:lnTo>
                  <a:pt x="948" y="315"/>
                </a:lnTo>
                <a:lnTo>
                  <a:pt x="947" y="317"/>
                </a:lnTo>
                <a:lnTo>
                  <a:pt x="948" y="318"/>
                </a:lnTo>
                <a:lnTo>
                  <a:pt x="949" y="318"/>
                </a:lnTo>
                <a:lnTo>
                  <a:pt x="949" y="319"/>
                </a:lnTo>
                <a:lnTo>
                  <a:pt x="948" y="320"/>
                </a:lnTo>
                <a:lnTo>
                  <a:pt x="947" y="320"/>
                </a:lnTo>
                <a:lnTo>
                  <a:pt x="947" y="321"/>
                </a:lnTo>
                <a:lnTo>
                  <a:pt x="946" y="320"/>
                </a:lnTo>
                <a:lnTo>
                  <a:pt x="946" y="319"/>
                </a:lnTo>
                <a:lnTo>
                  <a:pt x="945" y="319"/>
                </a:lnTo>
                <a:lnTo>
                  <a:pt x="944" y="320"/>
                </a:lnTo>
                <a:lnTo>
                  <a:pt x="943" y="319"/>
                </a:lnTo>
                <a:lnTo>
                  <a:pt x="942" y="319"/>
                </a:lnTo>
                <a:lnTo>
                  <a:pt x="943" y="318"/>
                </a:lnTo>
                <a:lnTo>
                  <a:pt x="943" y="316"/>
                </a:lnTo>
                <a:lnTo>
                  <a:pt x="942" y="316"/>
                </a:lnTo>
                <a:lnTo>
                  <a:pt x="942" y="315"/>
                </a:lnTo>
                <a:lnTo>
                  <a:pt x="942" y="314"/>
                </a:lnTo>
                <a:lnTo>
                  <a:pt x="943" y="313"/>
                </a:lnTo>
                <a:lnTo>
                  <a:pt x="943" y="312"/>
                </a:lnTo>
                <a:lnTo>
                  <a:pt x="942" y="311"/>
                </a:lnTo>
                <a:lnTo>
                  <a:pt x="941" y="310"/>
                </a:lnTo>
                <a:lnTo>
                  <a:pt x="941" y="309"/>
                </a:lnTo>
                <a:lnTo>
                  <a:pt x="940" y="309"/>
                </a:lnTo>
                <a:lnTo>
                  <a:pt x="939" y="309"/>
                </a:lnTo>
                <a:lnTo>
                  <a:pt x="939" y="308"/>
                </a:lnTo>
                <a:lnTo>
                  <a:pt x="939" y="306"/>
                </a:lnTo>
                <a:lnTo>
                  <a:pt x="939" y="305"/>
                </a:lnTo>
                <a:lnTo>
                  <a:pt x="938" y="303"/>
                </a:lnTo>
                <a:lnTo>
                  <a:pt x="937" y="302"/>
                </a:lnTo>
                <a:lnTo>
                  <a:pt x="935" y="302"/>
                </a:lnTo>
                <a:lnTo>
                  <a:pt x="934" y="302"/>
                </a:lnTo>
                <a:lnTo>
                  <a:pt x="934" y="303"/>
                </a:lnTo>
                <a:lnTo>
                  <a:pt x="931" y="304"/>
                </a:lnTo>
                <a:lnTo>
                  <a:pt x="925" y="305"/>
                </a:lnTo>
                <a:lnTo>
                  <a:pt x="923" y="306"/>
                </a:lnTo>
                <a:lnTo>
                  <a:pt x="923" y="307"/>
                </a:lnTo>
                <a:lnTo>
                  <a:pt x="924" y="307"/>
                </a:lnTo>
                <a:lnTo>
                  <a:pt x="924" y="308"/>
                </a:lnTo>
                <a:lnTo>
                  <a:pt x="924" y="309"/>
                </a:lnTo>
                <a:lnTo>
                  <a:pt x="925" y="309"/>
                </a:lnTo>
                <a:lnTo>
                  <a:pt x="925" y="310"/>
                </a:lnTo>
                <a:lnTo>
                  <a:pt x="925" y="311"/>
                </a:lnTo>
                <a:lnTo>
                  <a:pt x="924" y="311"/>
                </a:lnTo>
                <a:lnTo>
                  <a:pt x="922" y="311"/>
                </a:lnTo>
                <a:lnTo>
                  <a:pt x="921" y="311"/>
                </a:lnTo>
                <a:lnTo>
                  <a:pt x="921" y="312"/>
                </a:lnTo>
                <a:lnTo>
                  <a:pt x="920" y="312"/>
                </a:lnTo>
                <a:lnTo>
                  <a:pt x="919" y="314"/>
                </a:lnTo>
                <a:lnTo>
                  <a:pt x="920" y="314"/>
                </a:lnTo>
                <a:lnTo>
                  <a:pt x="921" y="315"/>
                </a:lnTo>
                <a:lnTo>
                  <a:pt x="921" y="316"/>
                </a:lnTo>
                <a:lnTo>
                  <a:pt x="920" y="316"/>
                </a:lnTo>
                <a:lnTo>
                  <a:pt x="919" y="316"/>
                </a:lnTo>
                <a:lnTo>
                  <a:pt x="919" y="315"/>
                </a:lnTo>
                <a:lnTo>
                  <a:pt x="918" y="316"/>
                </a:lnTo>
                <a:lnTo>
                  <a:pt x="918" y="318"/>
                </a:lnTo>
                <a:lnTo>
                  <a:pt x="918" y="319"/>
                </a:lnTo>
                <a:lnTo>
                  <a:pt x="917" y="319"/>
                </a:lnTo>
                <a:lnTo>
                  <a:pt x="917" y="321"/>
                </a:lnTo>
                <a:lnTo>
                  <a:pt x="917" y="323"/>
                </a:lnTo>
                <a:lnTo>
                  <a:pt x="917" y="325"/>
                </a:lnTo>
                <a:lnTo>
                  <a:pt x="917" y="326"/>
                </a:lnTo>
                <a:lnTo>
                  <a:pt x="918" y="327"/>
                </a:lnTo>
                <a:lnTo>
                  <a:pt x="919" y="327"/>
                </a:lnTo>
                <a:lnTo>
                  <a:pt x="920" y="327"/>
                </a:lnTo>
                <a:lnTo>
                  <a:pt x="922" y="327"/>
                </a:lnTo>
                <a:lnTo>
                  <a:pt x="923" y="328"/>
                </a:lnTo>
                <a:lnTo>
                  <a:pt x="924" y="330"/>
                </a:lnTo>
                <a:lnTo>
                  <a:pt x="925" y="331"/>
                </a:lnTo>
                <a:lnTo>
                  <a:pt x="925" y="332"/>
                </a:lnTo>
                <a:lnTo>
                  <a:pt x="925" y="333"/>
                </a:lnTo>
                <a:lnTo>
                  <a:pt x="924" y="333"/>
                </a:lnTo>
                <a:lnTo>
                  <a:pt x="923" y="333"/>
                </a:lnTo>
                <a:lnTo>
                  <a:pt x="922" y="333"/>
                </a:lnTo>
                <a:lnTo>
                  <a:pt x="921" y="333"/>
                </a:lnTo>
                <a:lnTo>
                  <a:pt x="920" y="333"/>
                </a:lnTo>
                <a:lnTo>
                  <a:pt x="919" y="333"/>
                </a:lnTo>
                <a:lnTo>
                  <a:pt x="919" y="334"/>
                </a:lnTo>
                <a:lnTo>
                  <a:pt x="918" y="334"/>
                </a:lnTo>
                <a:lnTo>
                  <a:pt x="917" y="334"/>
                </a:lnTo>
                <a:lnTo>
                  <a:pt x="917" y="333"/>
                </a:lnTo>
                <a:lnTo>
                  <a:pt x="916" y="333"/>
                </a:lnTo>
                <a:lnTo>
                  <a:pt x="915" y="333"/>
                </a:lnTo>
                <a:lnTo>
                  <a:pt x="914" y="333"/>
                </a:lnTo>
                <a:lnTo>
                  <a:pt x="914" y="332"/>
                </a:lnTo>
                <a:lnTo>
                  <a:pt x="914" y="333"/>
                </a:lnTo>
                <a:lnTo>
                  <a:pt x="912" y="334"/>
                </a:lnTo>
                <a:lnTo>
                  <a:pt x="913" y="334"/>
                </a:lnTo>
                <a:lnTo>
                  <a:pt x="913" y="336"/>
                </a:lnTo>
                <a:lnTo>
                  <a:pt x="912" y="336"/>
                </a:lnTo>
                <a:lnTo>
                  <a:pt x="912" y="337"/>
                </a:lnTo>
                <a:lnTo>
                  <a:pt x="913" y="337"/>
                </a:lnTo>
                <a:lnTo>
                  <a:pt x="914" y="338"/>
                </a:lnTo>
                <a:lnTo>
                  <a:pt x="915" y="339"/>
                </a:lnTo>
                <a:lnTo>
                  <a:pt x="915" y="340"/>
                </a:lnTo>
                <a:lnTo>
                  <a:pt x="915" y="341"/>
                </a:lnTo>
                <a:lnTo>
                  <a:pt x="914" y="342"/>
                </a:lnTo>
                <a:lnTo>
                  <a:pt x="913" y="342"/>
                </a:lnTo>
                <a:lnTo>
                  <a:pt x="912" y="343"/>
                </a:lnTo>
                <a:lnTo>
                  <a:pt x="913" y="345"/>
                </a:lnTo>
                <a:lnTo>
                  <a:pt x="914" y="347"/>
                </a:lnTo>
                <a:lnTo>
                  <a:pt x="915" y="347"/>
                </a:lnTo>
                <a:lnTo>
                  <a:pt x="915" y="346"/>
                </a:lnTo>
                <a:lnTo>
                  <a:pt x="917" y="346"/>
                </a:lnTo>
                <a:lnTo>
                  <a:pt x="917" y="345"/>
                </a:lnTo>
                <a:lnTo>
                  <a:pt x="917" y="344"/>
                </a:lnTo>
                <a:lnTo>
                  <a:pt x="919" y="345"/>
                </a:lnTo>
                <a:lnTo>
                  <a:pt x="919" y="348"/>
                </a:lnTo>
                <a:lnTo>
                  <a:pt x="918" y="349"/>
                </a:lnTo>
                <a:lnTo>
                  <a:pt x="919" y="350"/>
                </a:lnTo>
                <a:lnTo>
                  <a:pt x="920" y="350"/>
                </a:lnTo>
                <a:lnTo>
                  <a:pt x="920" y="351"/>
                </a:lnTo>
                <a:lnTo>
                  <a:pt x="919" y="351"/>
                </a:lnTo>
                <a:lnTo>
                  <a:pt x="919" y="352"/>
                </a:lnTo>
                <a:lnTo>
                  <a:pt x="918" y="352"/>
                </a:lnTo>
                <a:lnTo>
                  <a:pt x="918" y="353"/>
                </a:lnTo>
                <a:lnTo>
                  <a:pt x="918" y="354"/>
                </a:lnTo>
                <a:lnTo>
                  <a:pt x="919" y="354"/>
                </a:lnTo>
                <a:lnTo>
                  <a:pt x="920" y="355"/>
                </a:lnTo>
                <a:lnTo>
                  <a:pt x="920" y="356"/>
                </a:lnTo>
                <a:lnTo>
                  <a:pt x="921" y="357"/>
                </a:lnTo>
                <a:lnTo>
                  <a:pt x="921" y="358"/>
                </a:lnTo>
                <a:lnTo>
                  <a:pt x="922" y="358"/>
                </a:lnTo>
                <a:lnTo>
                  <a:pt x="922" y="359"/>
                </a:lnTo>
                <a:lnTo>
                  <a:pt x="922" y="360"/>
                </a:lnTo>
                <a:lnTo>
                  <a:pt x="923" y="361"/>
                </a:lnTo>
                <a:lnTo>
                  <a:pt x="922" y="361"/>
                </a:lnTo>
                <a:lnTo>
                  <a:pt x="922" y="363"/>
                </a:lnTo>
                <a:lnTo>
                  <a:pt x="922" y="364"/>
                </a:lnTo>
                <a:lnTo>
                  <a:pt x="923" y="364"/>
                </a:lnTo>
                <a:lnTo>
                  <a:pt x="923" y="365"/>
                </a:lnTo>
                <a:lnTo>
                  <a:pt x="923" y="366"/>
                </a:lnTo>
                <a:lnTo>
                  <a:pt x="924" y="369"/>
                </a:lnTo>
                <a:lnTo>
                  <a:pt x="924" y="370"/>
                </a:lnTo>
                <a:lnTo>
                  <a:pt x="925" y="370"/>
                </a:lnTo>
                <a:lnTo>
                  <a:pt x="926" y="370"/>
                </a:lnTo>
                <a:lnTo>
                  <a:pt x="926" y="372"/>
                </a:lnTo>
                <a:lnTo>
                  <a:pt x="926" y="373"/>
                </a:lnTo>
                <a:lnTo>
                  <a:pt x="927" y="373"/>
                </a:lnTo>
                <a:lnTo>
                  <a:pt x="928" y="373"/>
                </a:lnTo>
                <a:lnTo>
                  <a:pt x="929" y="373"/>
                </a:lnTo>
                <a:lnTo>
                  <a:pt x="928" y="374"/>
                </a:lnTo>
                <a:lnTo>
                  <a:pt x="927" y="375"/>
                </a:lnTo>
                <a:lnTo>
                  <a:pt x="926" y="375"/>
                </a:lnTo>
                <a:lnTo>
                  <a:pt x="925" y="375"/>
                </a:lnTo>
                <a:lnTo>
                  <a:pt x="924" y="375"/>
                </a:lnTo>
                <a:lnTo>
                  <a:pt x="923" y="375"/>
                </a:lnTo>
                <a:lnTo>
                  <a:pt x="922" y="374"/>
                </a:lnTo>
                <a:lnTo>
                  <a:pt x="921" y="374"/>
                </a:lnTo>
                <a:lnTo>
                  <a:pt x="920" y="375"/>
                </a:lnTo>
                <a:lnTo>
                  <a:pt x="920" y="376"/>
                </a:lnTo>
                <a:lnTo>
                  <a:pt x="919" y="376"/>
                </a:lnTo>
                <a:lnTo>
                  <a:pt x="919" y="377"/>
                </a:lnTo>
                <a:lnTo>
                  <a:pt x="917" y="378"/>
                </a:lnTo>
                <a:lnTo>
                  <a:pt x="916" y="378"/>
                </a:lnTo>
                <a:lnTo>
                  <a:pt x="915" y="378"/>
                </a:lnTo>
                <a:lnTo>
                  <a:pt x="914" y="378"/>
                </a:lnTo>
                <a:lnTo>
                  <a:pt x="913" y="378"/>
                </a:lnTo>
                <a:lnTo>
                  <a:pt x="912" y="378"/>
                </a:lnTo>
                <a:lnTo>
                  <a:pt x="912" y="379"/>
                </a:lnTo>
                <a:lnTo>
                  <a:pt x="911" y="380"/>
                </a:lnTo>
                <a:lnTo>
                  <a:pt x="911" y="381"/>
                </a:lnTo>
                <a:lnTo>
                  <a:pt x="912" y="381"/>
                </a:lnTo>
                <a:lnTo>
                  <a:pt x="912" y="382"/>
                </a:lnTo>
                <a:lnTo>
                  <a:pt x="911" y="383"/>
                </a:lnTo>
                <a:lnTo>
                  <a:pt x="910" y="383"/>
                </a:lnTo>
                <a:lnTo>
                  <a:pt x="909" y="384"/>
                </a:lnTo>
                <a:lnTo>
                  <a:pt x="908" y="384"/>
                </a:lnTo>
                <a:lnTo>
                  <a:pt x="908" y="383"/>
                </a:lnTo>
                <a:lnTo>
                  <a:pt x="909" y="383"/>
                </a:lnTo>
                <a:lnTo>
                  <a:pt x="909" y="382"/>
                </a:lnTo>
                <a:lnTo>
                  <a:pt x="909" y="381"/>
                </a:lnTo>
                <a:lnTo>
                  <a:pt x="908" y="380"/>
                </a:lnTo>
                <a:lnTo>
                  <a:pt x="906" y="381"/>
                </a:lnTo>
                <a:lnTo>
                  <a:pt x="906" y="382"/>
                </a:lnTo>
                <a:lnTo>
                  <a:pt x="905" y="383"/>
                </a:lnTo>
                <a:lnTo>
                  <a:pt x="904" y="382"/>
                </a:lnTo>
                <a:lnTo>
                  <a:pt x="903" y="382"/>
                </a:lnTo>
                <a:lnTo>
                  <a:pt x="902" y="382"/>
                </a:lnTo>
                <a:lnTo>
                  <a:pt x="901" y="383"/>
                </a:lnTo>
                <a:lnTo>
                  <a:pt x="901" y="384"/>
                </a:lnTo>
                <a:lnTo>
                  <a:pt x="902" y="384"/>
                </a:lnTo>
                <a:lnTo>
                  <a:pt x="903" y="385"/>
                </a:lnTo>
                <a:lnTo>
                  <a:pt x="903" y="386"/>
                </a:lnTo>
                <a:lnTo>
                  <a:pt x="901" y="386"/>
                </a:lnTo>
                <a:lnTo>
                  <a:pt x="900" y="386"/>
                </a:lnTo>
                <a:lnTo>
                  <a:pt x="899" y="386"/>
                </a:lnTo>
                <a:lnTo>
                  <a:pt x="898" y="386"/>
                </a:lnTo>
                <a:lnTo>
                  <a:pt x="898" y="387"/>
                </a:lnTo>
                <a:lnTo>
                  <a:pt x="895" y="388"/>
                </a:lnTo>
                <a:lnTo>
                  <a:pt x="894" y="388"/>
                </a:lnTo>
                <a:lnTo>
                  <a:pt x="893" y="388"/>
                </a:lnTo>
                <a:lnTo>
                  <a:pt x="892" y="387"/>
                </a:lnTo>
                <a:lnTo>
                  <a:pt x="891" y="388"/>
                </a:lnTo>
                <a:lnTo>
                  <a:pt x="890" y="389"/>
                </a:lnTo>
                <a:lnTo>
                  <a:pt x="889" y="389"/>
                </a:lnTo>
                <a:lnTo>
                  <a:pt x="889" y="391"/>
                </a:lnTo>
                <a:lnTo>
                  <a:pt x="888" y="391"/>
                </a:lnTo>
                <a:lnTo>
                  <a:pt x="888" y="392"/>
                </a:lnTo>
                <a:lnTo>
                  <a:pt x="887" y="395"/>
                </a:lnTo>
                <a:lnTo>
                  <a:pt x="886" y="395"/>
                </a:lnTo>
                <a:lnTo>
                  <a:pt x="885" y="395"/>
                </a:lnTo>
                <a:lnTo>
                  <a:pt x="885" y="396"/>
                </a:lnTo>
                <a:lnTo>
                  <a:pt x="885" y="397"/>
                </a:lnTo>
                <a:lnTo>
                  <a:pt x="884" y="397"/>
                </a:lnTo>
                <a:lnTo>
                  <a:pt x="883" y="397"/>
                </a:lnTo>
                <a:lnTo>
                  <a:pt x="882" y="398"/>
                </a:lnTo>
                <a:lnTo>
                  <a:pt x="881" y="398"/>
                </a:lnTo>
                <a:lnTo>
                  <a:pt x="880" y="398"/>
                </a:lnTo>
                <a:lnTo>
                  <a:pt x="879" y="399"/>
                </a:lnTo>
                <a:lnTo>
                  <a:pt x="880" y="398"/>
                </a:lnTo>
                <a:lnTo>
                  <a:pt x="879" y="397"/>
                </a:lnTo>
                <a:lnTo>
                  <a:pt x="878" y="397"/>
                </a:lnTo>
                <a:lnTo>
                  <a:pt x="877" y="397"/>
                </a:lnTo>
                <a:lnTo>
                  <a:pt x="875" y="399"/>
                </a:lnTo>
                <a:lnTo>
                  <a:pt x="874" y="400"/>
                </a:lnTo>
                <a:lnTo>
                  <a:pt x="873" y="400"/>
                </a:lnTo>
                <a:lnTo>
                  <a:pt x="872" y="400"/>
                </a:lnTo>
                <a:lnTo>
                  <a:pt x="871" y="400"/>
                </a:lnTo>
                <a:lnTo>
                  <a:pt x="871" y="399"/>
                </a:lnTo>
                <a:lnTo>
                  <a:pt x="870" y="399"/>
                </a:lnTo>
                <a:lnTo>
                  <a:pt x="869" y="400"/>
                </a:lnTo>
                <a:lnTo>
                  <a:pt x="868" y="399"/>
                </a:lnTo>
                <a:lnTo>
                  <a:pt x="867" y="398"/>
                </a:lnTo>
                <a:lnTo>
                  <a:pt x="867" y="399"/>
                </a:lnTo>
                <a:lnTo>
                  <a:pt x="866" y="399"/>
                </a:lnTo>
                <a:lnTo>
                  <a:pt x="866" y="400"/>
                </a:lnTo>
                <a:lnTo>
                  <a:pt x="866" y="401"/>
                </a:lnTo>
                <a:lnTo>
                  <a:pt x="863" y="401"/>
                </a:lnTo>
                <a:lnTo>
                  <a:pt x="863" y="400"/>
                </a:lnTo>
                <a:lnTo>
                  <a:pt x="862" y="400"/>
                </a:lnTo>
                <a:lnTo>
                  <a:pt x="862" y="399"/>
                </a:lnTo>
                <a:lnTo>
                  <a:pt x="863" y="399"/>
                </a:lnTo>
                <a:lnTo>
                  <a:pt x="864" y="397"/>
                </a:lnTo>
                <a:lnTo>
                  <a:pt x="865" y="397"/>
                </a:lnTo>
                <a:lnTo>
                  <a:pt x="865" y="396"/>
                </a:lnTo>
                <a:lnTo>
                  <a:pt x="866" y="395"/>
                </a:lnTo>
                <a:lnTo>
                  <a:pt x="866" y="394"/>
                </a:lnTo>
                <a:lnTo>
                  <a:pt x="865" y="394"/>
                </a:lnTo>
                <a:lnTo>
                  <a:pt x="866" y="393"/>
                </a:lnTo>
                <a:lnTo>
                  <a:pt x="868" y="393"/>
                </a:lnTo>
                <a:lnTo>
                  <a:pt x="868" y="392"/>
                </a:lnTo>
                <a:lnTo>
                  <a:pt x="868" y="391"/>
                </a:lnTo>
                <a:lnTo>
                  <a:pt x="867" y="390"/>
                </a:lnTo>
                <a:lnTo>
                  <a:pt x="867" y="391"/>
                </a:lnTo>
                <a:lnTo>
                  <a:pt x="866" y="391"/>
                </a:lnTo>
                <a:lnTo>
                  <a:pt x="866" y="392"/>
                </a:lnTo>
                <a:lnTo>
                  <a:pt x="865" y="393"/>
                </a:lnTo>
                <a:lnTo>
                  <a:pt x="865" y="391"/>
                </a:lnTo>
                <a:lnTo>
                  <a:pt x="866" y="391"/>
                </a:lnTo>
                <a:lnTo>
                  <a:pt x="866" y="390"/>
                </a:lnTo>
                <a:lnTo>
                  <a:pt x="865" y="389"/>
                </a:lnTo>
                <a:lnTo>
                  <a:pt x="866" y="388"/>
                </a:lnTo>
                <a:lnTo>
                  <a:pt x="867" y="388"/>
                </a:lnTo>
                <a:lnTo>
                  <a:pt x="867" y="385"/>
                </a:lnTo>
                <a:lnTo>
                  <a:pt x="868" y="384"/>
                </a:lnTo>
                <a:lnTo>
                  <a:pt x="868" y="383"/>
                </a:lnTo>
                <a:lnTo>
                  <a:pt x="868" y="382"/>
                </a:lnTo>
                <a:lnTo>
                  <a:pt x="868" y="380"/>
                </a:lnTo>
                <a:lnTo>
                  <a:pt x="869" y="378"/>
                </a:lnTo>
                <a:lnTo>
                  <a:pt x="872" y="379"/>
                </a:lnTo>
                <a:lnTo>
                  <a:pt x="873" y="379"/>
                </a:lnTo>
                <a:lnTo>
                  <a:pt x="872" y="378"/>
                </a:lnTo>
                <a:lnTo>
                  <a:pt x="871" y="378"/>
                </a:lnTo>
                <a:lnTo>
                  <a:pt x="871" y="377"/>
                </a:lnTo>
                <a:lnTo>
                  <a:pt x="871" y="376"/>
                </a:lnTo>
                <a:lnTo>
                  <a:pt x="870" y="376"/>
                </a:lnTo>
                <a:lnTo>
                  <a:pt x="870" y="374"/>
                </a:lnTo>
                <a:lnTo>
                  <a:pt x="872" y="374"/>
                </a:lnTo>
                <a:lnTo>
                  <a:pt x="872" y="373"/>
                </a:lnTo>
                <a:lnTo>
                  <a:pt x="871" y="370"/>
                </a:lnTo>
                <a:lnTo>
                  <a:pt x="869" y="369"/>
                </a:lnTo>
                <a:lnTo>
                  <a:pt x="868" y="368"/>
                </a:lnTo>
                <a:lnTo>
                  <a:pt x="866" y="367"/>
                </a:lnTo>
                <a:lnTo>
                  <a:pt x="866" y="366"/>
                </a:lnTo>
                <a:lnTo>
                  <a:pt x="865" y="366"/>
                </a:lnTo>
                <a:lnTo>
                  <a:pt x="865" y="365"/>
                </a:lnTo>
                <a:lnTo>
                  <a:pt x="864" y="365"/>
                </a:lnTo>
                <a:lnTo>
                  <a:pt x="864" y="364"/>
                </a:lnTo>
                <a:lnTo>
                  <a:pt x="863" y="364"/>
                </a:lnTo>
                <a:lnTo>
                  <a:pt x="862" y="362"/>
                </a:lnTo>
                <a:lnTo>
                  <a:pt x="861" y="361"/>
                </a:lnTo>
                <a:lnTo>
                  <a:pt x="861" y="360"/>
                </a:lnTo>
                <a:lnTo>
                  <a:pt x="862" y="359"/>
                </a:lnTo>
                <a:lnTo>
                  <a:pt x="861" y="358"/>
                </a:lnTo>
                <a:lnTo>
                  <a:pt x="860" y="358"/>
                </a:lnTo>
                <a:lnTo>
                  <a:pt x="860" y="359"/>
                </a:lnTo>
                <a:lnTo>
                  <a:pt x="859" y="359"/>
                </a:lnTo>
                <a:lnTo>
                  <a:pt x="858" y="359"/>
                </a:lnTo>
                <a:lnTo>
                  <a:pt x="858" y="360"/>
                </a:lnTo>
                <a:lnTo>
                  <a:pt x="858" y="361"/>
                </a:lnTo>
                <a:lnTo>
                  <a:pt x="858" y="362"/>
                </a:lnTo>
                <a:lnTo>
                  <a:pt x="859" y="362"/>
                </a:lnTo>
                <a:lnTo>
                  <a:pt x="859" y="363"/>
                </a:lnTo>
                <a:lnTo>
                  <a:pt x="858" y="364"/>
                </a:lnTo>
                <a:lnTo>
                  <a:pt x="858" y="365"/>
                </a:lnTo>
                <a:lnTo>
                  <a:pt x="857" y="366"/>
                </a:lnTo>
                <a:lnTo>
                  <a:pt x="856" y="367"/>
                </a:lnTo>
                <a:lnTo>
                  <a:pt x="857" y="369"/>
                </a:lnTo>
                <a:lnTo>
                  <a:pt x="859" y="371"/>
                </a:lnTo>
                <a:lnTo>
                  <a:pt x="859" y="370"/>
                </a:lnTo>
                <a:lnTo>
                  <a:pt x="860" y="370"/>
                </a:lnTo>
                <a:lnTo>
                  <a:pt x="861" y="371"/>
                </a:lnTo>
                <a:lnTo>
                  <a:pt x="862" y="371"/>
                </a:lnTo>
                <a:lnTo>
                  <a:pt x="862" y="372"/>
                </a:lnTo>
                <a:lnTo>
                  <a:pt x="860" y="373"/>
                </a:lnTo>
                <a:lnTo>
                  <a:pt x="858" y="374"/>
                </a:lnTo>
                <a:lnTo>
                  <a:pt x="857" y="374"/>
                </a:lnTo>
                <a:lnTo>
                  <a:pt x="856" y="374"/>
                </a:lnTo>
                <a:lnTo>
                  <a:pt x="855" y="375"/>
                </a:lnTo>
                <a:lnTo>
                  <a:pt x="854" y="375"/>
                </a:lnTo>
                <a:lnTo>
                  <a:pt x="854" y="374"/>
                </a:lnTo>
                <a:lnTo>
                  <a:pt x="854" y="373"/>
                </a:lnTo>
                <a:lnTo>
                  <a:pt x="855" y="373"/>
                </a:lnTo>
                <a:lnTo>
                  <a:pt x="854" y="372"/>
                </a:lnTo>
                <a:lnTo>
                  <a:pt x="853" y="371"/>
                </a:lnTo>
                <a:lnTo>
                  <a:pt x="851" y="371"/>
                </a:lnTo>
                <a:lnTo>
                  <a:pt x="850" y="372"/>
                </a:lnTo>
                <a:lnTo>
                  <a:pt x="850" y="373"/>
                </a:lnTo>
                <a:lnTo>
                  <a:pt x="849" y="374"/>
                </a:lnTo>
                <a:lnTo>
                  <a:pt x="848" y="374"/>
                </a:lnTo>
                <a:lnTo>
                  <a:pt x="848" y="373"/>
                </a:lnTo>
                <a:lnTo>
                  <a:pt x="848" y="372"/>
                </a:lnTo>
                <a:lnTo>
                  <a:pt x="847" y="370"/>
                </a:lnTo>
                <a:lnTo>
                  <a:pt x="847" y="369"/>
                </a:lnTo>
                <a:lnTo>
                  <a:pt x="846" y="368"/>
                </a:lnTo>
                <a:lnTo>
                  <a:pt x="845" y="369"/>
                </a:lnTo>
                <a:lnTo>
                  <a:pt x="844" y="370"/>
                </a:lnTo>
                <a:lnTo>
                  <a:pt x="842" y="371"/>
                </a:lnTo>
                <a:lnTo>
                  <a:pt x="841" y="372"/>
                </a:lnTo>
                <a:lnTo>
                  <a:pt x="839" y="373"/>
                </a:lnTo>
                <a:lnTo>
                  <a:pt x="839" y="374"/>
                </a:lnTo>
                <a:lnTo>
                  <a:pt x="838" y="374"/>
                </a:lnTo>
                <a:lnTo>
                  <a:pt x="838" y="375"/>
                </a:lnTo>
                <a:lnTo>
                  <a:pt x="838" y="376"/>
                </a:lnTo>
                <a:lnTo>
                  <a:pt x="837" y="377"/>
                </a:lnTo>
                <a:lnTo>
                  <a:pt x="835" y="378"/>
                </a:lnTo>
                <a:lnTo>
                  <a:pt x="835" y="379"/>
                </a:lnTo>
                <a:lnTo>
                  <a:pt x="834" y="378"/>
                </a:lnTo>
                <a:lnTo>
                  <a:pt x="832" y="378"/>
                </a:lnTo>
                <a:lnTo>
                  <a:pt x="831" y="378"/>
                </a:lnTo>
                <a:lnTo>
                  <a:pt x="831" y="377"/>
                </a:lnTo>
                <a:lnTo>
                  <a:pt x="831" y="376"/>
                </a:lnTo>
                <a:lnTo>
                  <a:pt x="832" y="376"/>
                </a:lnTo>
                <a:lnTo>
                  <a:pt x="833" y="376"/>
                </a:lnTo>
                <a:lnTo>
                  <a:pt x="832" y="376"/>
                </a:lnTo>
                <a:lnTo>
                  <a:pt x="831" y="376"/>
                </a:lnTo>
                <a:lnTo>
                  <a:pt x="830" y="377"/>
                </a:lnTo>
                <a:lnTo>
                  <a:pt x="831" y="378"/>
                </a:lnTo>
                <a:lnTo>
                  <a:pt x="832" y="379"/>
                </a:lnTo>
                <a:lnTo>
                  <a:pt x="833" y="379"/>
                </a:lnTo>
                <a:lnTo>
                  <a:pt x="834" y="379"/>
                </a:lnTo>
                <a:lnTo>
                  <a:pt x="834" y="380"/>
                </a:lnTo>
                <a:lnTo>
                  <a:pt x="833" y="381"/>
                </a:lnTo>
                <a:lnTo>
                  <a:pt x="833" y="382"/>
                </a:lnTo>
                <a:lnTo>
                  <a:pt x="834" y="383"/>
                </a:lnTo>
                <a:lnTo>
                  <a:pt x="834" y="384"/>
                </a:lnTo>
                <a:lnTo>
                  <a:pt x="835" y="385"/>
                </a:lnTo>
                <a:lnTo>
                  <a:pt x="835" y="386"/>
                </a:lnTo>
                <a:lnTo>
                  <a:pt x="834" y="387"/>
                </a:lnTo>
                <a:lnTo>
                  <a:pt x="833" y="388"/>
                </a:lnTo>
                <a:lnTo>
                  <a:pt x="832" y="389"/>
                </a:lnTo>
                <a:lnTo>
                  <a:pt x="831" y="390"/>
                </a:lnTo>
                <a:lnTo>
                  <a:pt x="829" y="390"/>
                </a:lnTo>
                <a:lnTo>
                  <a:pt x="828" y="390"/>
                </a:lnTo>
                <a:lnTo>
                  <a:pt x="827" y="389"/>
                </a:lnTo>
                <a:lnTo>
                  <a:pt x="827" y="390"/>
                </a:lnTo>
                <a:lnTo>
                  <a:pt x="827" y="391"/>
                </a:lnTo>
                <a:lnTo>
                  <a:pt x="828" y="391"/>
                </a:lnTo>
                <a:lnTo>
                  <a:pt x="829" y="391"/>
                </a:lnTo>
                <a:lnTo>
                  <a:pt x="830" y="391"/>
                </a:lnTo>
                <a:lnTo>
                  <a:pt x="831" y="391"/>
                </a:lnTo>
                <a:lnTo>
                  <a:pt x="831" y="392"/>
                </a:lnTo>
                <a:lnTo>
                  <a:pt x="832" y="392"/>
                </a:lnTo>
                <a:lnTo>
                  <a:pt x="833" y="393"/>
                </a:lnTo>
                <a:lnTo>
                  <a:pt x="833" y="394"/>
                </a:lnTo>
                <a:lnTo>
                  <a:pt x="832" y="395"/>
                </a:lnTo>
                <a:lnTo>
                  <a:pt x="832" y="396"/>
                </a:lnTo>
                <a:lnTo>
                  <a:pt x="833" y="396"/>
                </a:lnTo>
                <a:lnTo>
                  <a:pt x="835" y="396"/>
                </a:lnTo>
                <a:lnTo>
                  <a:pt x="836" y="396"/>
                </a:lnTo>
                <a:lnTo>
                  <a:pt x="836" y="397"/>
                </a:lnTo>
                <a:lnTo>
                  <a:pt x="838" y="397"/>
                </a:lnTo>
                <a:lnTo>
                  <a:pt x="839" y="397"/>
                </a:lnTo>
                <a:lnTo>
                  <a:pt x="840" y="397"/>
                </a:lnTo>
                <a:lnTo>
                  <a:pt x="840" y="398"/>
                </a:lnTo>
                <a:lnTo>
                  <a:pt x="841" y="399"/>
                </a:lnTo>
                <a:lnTo>
                  <a:pt x="841" y="398"/>
                </a:lnTo>
                <a:lnTo>
                  <a:pt x="843" y="399"/>
                </a:lnTo>
                <a:lnTo>
                  <a:pt x="842" y="401"/>
                </a:lnTo>
                <a:lnTo>
                  <a:pt x="843" y="401"/>
                </a:lnTo>
                <a:lnTo>
                  <a:pt x="844" y="401"/>
                </a:lnTo>
                <a:lnTo>
                  <a:pt x="845" y="402"/>
                </a:lnTo>
                <a:lnTo>
                  <a:pt x="846" y="402"/>
                </a:lnTo>
                <a:lnTo>
                  <a:pt x="847" y="402"/>
                </a:lnTo>
                <a:lnTo>
                  <a:pt x="848" y="402"/>
                </a:lnTo>
                <a:lnTo>
                  <a:pt x="849" y="401"/>
                </a:lnTo>
                <a:lnTo>
                  <a:pt x="850" y="401"/>
                </a:lnTo>
                <a:lnTo>
                  <a:pt x="851" y="401"/>
                </a:lnTo>
                <a:lnTo>
                  <a:pt x="853" y="401"/>
                </a:lnTo>
                <a:lnTo>
                  <a:pt x="854" y="401"/>
                </a:lnTo>
                <a:lnTo>
                  <a:pt x="855" y="401"/>
                </a:lnTo>
                <a:lnTo>
                  <a:pt x="855" y="402"/>
                </a:lnTo>
                <a:lnTo>
                  <a:pt x="855" y="403"/>
                </a:lnTo>
                <a:lnTo>
                  <a:pt x="854" y="403"/>
                </a:lnTo>
                <a:lnTo>
                  <a:pt x="854" y="404"/>
                </a:lnTo>
                <a:lnTo>
                  <a:pt x="853" y="404"/>
                </a:lnTo>
                <a:lnTo>
                  <a:pt x="853" y="405"/>
                </a:lnTo>
                <a:lnTo>
                  <a:pt x="853" y="406"/>
                </a:lnTo>
                <a:lnTo>
                  <a:pt x="854" y="406"/>
                </a:lnTo>
                <a:lnTo>
                  <a:pt x="854" y="407"/>
                </a:lnTo>
                <a:lnTo>
                  <a:pt x="852" y="410"/>
                </a:lnTo>
                <a:lnTo>
                  <a:pt x="852" y="411"/>
                </a:lnTo>
                <a:lnTo>
                  <a:pt x="850" y="414"/>
                </a:lnTo>
                <a:lnTo>
                  <a:pt x="849" y="413"/>
                </a:lnTo>
                <a:lnTo>
                  <a:pt x="849" y="414"/>
                </a:lnTo>
                <a:lnTo>
                  <a:pt x="849" y="415"/>
                </a:lnTo>
                <a:lnTo>
                  <a:pt x="850" y="415"/>
                </a:lnTo>
                <a:lnTo>
                  <a:pt x="851" y="415"/>
                </a:lnTo>
                <a:lnTo>
                  <a:pt x="852" y="415"/>
                </a:lnTo>
                <a:lnTo>
                  <a:pt x="853" y="414"/>
                </a:lnTo>
                <a:lnTo>
                  <a:pt x="856" y="410"/>
                </a:lnTo>
                <a:lnTo>
                  <a:pt x="857" y="411"/>
                </a:lnTo>
                <a:lnTo>
                  <a:pt x="857" y="410"/>
                </a:lnTo>
                <a:lnTo>
                  <a:pt x="858" y="411"/>
                </a:lnTo>
                <a:lnTo>
                  <a:pt x="859" y="411"/>
                </a:lnTo>
                <a:lnTo>
                  <a:pt x="858" y="412"/>
                </a:lnTo>
                <a:lnTo>
                  <a:pt x="857" y="413"/>
                </a:lnTo>
                <a:lnTo>
                  <a:pt x="858" y="413"/>
                </a:lnTo>
                <a:lnTo>
                  <a:pt x="858" y="416"/>
                </a:lnTo>
                <a:lnTo>
                  <a:pt x="858" y="417"/>
                </a:lnTo>
                <a:lnTo>
                  <a:pt x="857" y="418"/>
                </a:lnTo>
                <a:lnTo>
                  <a:pt x="858" y="418"/>
                </a:lnTo>
                <a:lnTo>
                  <a:pt x="858" y="419"/>
                </a:lnTo>
                <a:lnTo>
                  <a:pt x="859" y="419"/>
                </a:lnTo>
                <a:lnTo>
                  <a:pt x="859" y="418"/>
                </a:lnTo>
                <a:lnTo>
                  <a:pt x="859" y="417"/>
                </a:lnTo>
                <a:lnTo>
                  <a:pt x="860" y="415"/>
                </a:lnTo>
                <a:lnTo>
                  <a:pt x="860" y="414"/>
                </a:lnTo>
                <a:lnTo>
                  <a:pt x="860" y="413"/>
                </a:lnTo>
                <a:lnTo>
                  <a:pt x="861" y="414"/>
                </a:lnTo>
                <a:lnTo>
                  <a:pt x="862" y="413"/>
                </a:lnTo>
                <a:lnTo>
                  <a:pt x="862" y="414"/>
                </a:lnTo>
                <a:lnTo>
                  <a:pt x="863" y="415"/>
                </a:lnTo>
                <a:lnTo>
                  <a:pt x="863" y="414"/>
                </a:lnTo>
                <a:lnTo>
                  <a:pt x="863" y="413"/>
                </a:lnTo>
                <a:lnTo>
                  <a:pt x="863" y="412"/>
                </a:lnTo>
                <a:lnTo>
                  <a:pt x="862" y="412"/>
                </a:lnTo>
                <a:lnTo>
                  <a:pt x="862" y="411"/>
                </a:lnTo>
                <a:lnTo>
                  <a:pt x="863" y="410"/>
                </a:lnTo>
                <a:lnTo>
                  <a:pt x="863" y="409"/>
                </a:lnTo>
                <a:lnTo>
                  <a:pt x="864" y="409"/>
                </a:lnTo>
                <a:lnTo>
                  <a:pt x="865" y="409"/>
                </a:lnTo>
                <a:lnTo>
                  <a:pt x="867" y="409"/>
                </a:lnTo>
                <a:lnTo>
                  <a:pt x="868" y="410"/>
                </a:lnTo>
                <a:lnTo>
                  <a:pt x="868" y="411"/>
                </a:lnTo>
                <a:lnTo>
                  <a:pt x="867" y="411"/>
                </a:lnTo>
                <a:lnTo>
                  <a:pt x="867" y="412"/>
                </a:lnTo>
                <a:lnTo>
                  <a:pt x="867" y="414"/>
                </a:lnTo>
                <a:lnTo>
                  <a:pt x="867" y="415"/>
                </a:lnTo>
                <a:lnTo>
                  <a:pt x="867" y="416"/>
                </a:lnTo>
                <a:lnTo>
                  <a:pt x="866" y="417"/>
                </a:lnTo>
                <a:lnTo>
                  <a:pt x="866" y="418"/>
                </a:lnTo>
                <a:lnTo>
                  <a:pt x="864" y="419"/>
                </a:lnTo>
                <a:lnTo>
                  <a:pt x="863" y="419"/>
                </a:lnTo>
                <a:lnTo>
                  <a:pt x="862" y="419"/>
                </a:lnTo>
                <a:lnTo>
                  <a:pt x="861" y="419"/>
                </a:lnTo>
                <a:lnTo>
                  <a:pt x="860" y="419"/>
                </a:lnTo>
                <a:lnTo>
                  <a:pt x="860" y="420"/>
                </a:lnTo>
                <a:lnTo>
                  <a:pt x="859" y="421"/>
                </a:lnTo>
                <a:lnTo>
                  <a:pt x="857" y="424"/>
                </a:lnTo>
                <a:lnTo>
                  <a:pt x="857" y="425"/>
                </a:lnTo>
                <a:lnTo>
                  <a:pt x="856" y="427"/>
                </a:lnTo>
                <a:lnTo>
                  <a:pt x="854" y="430"/>
                </a:lnTo>
                <a:lnTo>
                  <a:pt x="853" y="430"/>
                </a:lnTo>
                <a:lnTo>
                  <a:pt x="853" y="431"/>
                </a:lnTo>
                <a:lnTo>
                  <a:pt x="853" y="432"/>
                </a:lnTo>
                <a:lnTo>
                  <a:pt x="852" y="433"/>
                </a:lnTo>
                <a:lnTo>
                  <a:pt x="852" y="435"/>
                </a:lnTo>
                <a:lnTo>
                  <a:pt x="851" y="436"/>
                </a:lnTo>
                <a:lnTo>
                  <a:pt x="850" y="437"/>
                </a:lnTo>
                <a:lnTo>
                  <a:pt x="849" y="437"/>
                </a:lnTo>
                <a:lnTo>
                  <a:pt x="849" y="435"/>
                </a:lnTo>
                <a:lnTo>
                  <a:pt x="849" y="433"/>
                </a:lnTo>
                <a:lnTo>
                  <a:pt x="850" y="433"/>
                </a:lnTo>
                <a:lnTo>
                  <a:pt x="850" y="432"/>
                </a:lnTo>
                <a:lnTo>
                  <a:pt x="851" y="431"/>
                </a:lnTo>
                <a:lnTo>
                  <a:pt x="851" y="429"/>
                </a:lnTo>
                <a:lnTo>
                  <a:pt x="852" y="428"/>
                </a:lnTo>
                <a:lnTo>
                  <a:pt x="853" y="427"/>
                </a:lnTo>
                <a:lnTo>
                  <a:pt x="854" y="427"/>
                </a:lnTo>
                <a:lnTo>
                  <a:pt x="854" y="426"/>
                </a:lnTo>
                <a:lnTo>
                  <a:pt x="854" y="425"/>
                </a:lnTo>
                <a:lnTo>
                  <a:pt x="853" y="425"/>
                </a:lnTo>
                <a:lnTo>
                  <a:pt x="851" y="425"/>
                </a:lnTo>
                <a:lnTo>
                  <a:pt x="850" y="426"/>
                </a:lnTo>
                <a:lnTo>
                  <a:pt x="848" y="428"/>
                </a:lnTo>
                <a:lnTo>
                  <a:pt x="848" y="429"/>
                </a:lnTo>
                <a:lnTo>
                  <a:pt x="848" y="430"/>
                </a:lnTo>
                <a:lnTo>
                  <a:pt x="847" y="430"/>
                </a:lnTo>
                <a:lnTo>
                  <a:pt x="846" y="431"/>
                </a:lnTo>
                <a:lnTo>
                  <a:pt x="846" y="432"/>
                </a:lnTo>
                <a:lnTo>
                  <a:pt x="846" y="433"/>
                </a:lnTo>
                <a:lnTo>
                  <a:pt x="846" y="434"/>
                </a:lnTo>
                <a:lnTo>
                  <a:pt x="845" y="434"/>
                </a:lnTo>
                <a:lnTo>
                  <a:pt x="844" y="434"/>
                </a:lnTo>
                <a:lnTo>
                  <a:pt x="844" y="433"/>
                </a:lnTo>
                <a:lnTo>
                  <a:pt x="843" y="432"/>
                </a:lnTo>
                <a:lnTo>
                  <a:pt x="842" y="432"/>
                </a:lnTo>
                <a:lnTo>
                  <a:pt x="843" y="434"/>
                </a:lnTo>
                <a:lnTo>
                  <a:pt x="842" y="434"/>
                </a:lnTo>
                <a:lnTo>
                  <a:pt x="841" y="434"/>
                </a:lnTo>
                <a:lnTo>
                  <a:pt x="840" y="434"/>
                </a:lnTo>
                <a:lnTo>
                  <a:pt x="839" y="435"/>
                </a:lnTo>
                <a:lnTo>
                  <a:pt x="838" y="436"/>
                </a:lnTo>
                <a:lnTo>
                  <a:pt x="837" y="437"/>
                </a:lnTo>
                <a:lnTo>
                  <a:pt x="836" y="438"/>
                </a:lnTo>
                <a:lnTo>
                  <a:pt x="835" y="440"/>
                </a:lnTo>
                <a:lnTo>
                  <a:pt x="834" y="440"/>
                </a:lnTo>
                <a:lnTo>
                  <a:pt x="833" y="440"/>
                </a:lnTo>
                <a:lnTo>
                  <a:pt x="833" y="441"/>
                </a:lnTo>
                <a:lnTo>
                  <a:pt x="832" y="442"/>
                </a:lnTo>
                <a:lnTo>
                  <a:pt x="832" y="443"/>
                </a:lnTo>
                <a:lnTo>
                  <a:pt x="831" y="444"/>
                </a:lnTo>
                <a:lnTo>
                  <a:pt x="831" y="445"/>
                </a:lnTo>
                <a:lnTo>
                  <a:pt x="831" y="446"/>
                </a:lnTo>
                <a:lnTo>
                  <a:pt x="831" y="447"/>
                </a:lnTo>
                <a:lnTo>
                  <a:pt x="830" y="448"/>
                </a:lnTo>
                <a:lnTo>
                  <a:pt x="830" y="449"/>
                </a:lnTo>
                <a:lnTo>
                  <a:pt x="829" y="452"/>
                </a:lnTo>
                <a:lnTo>
                  <a:pt x="829" y="454"/>
                </a:lnTo>
                <a:lnTo>
                  <a:pt x="829" y="455"/>
                </a:lnTo>
                <a:lnTo>
                  <a:pt x="828" y="456"/>
                </a:lnTo>
                <a:lnTo>
                  <a:pt x="828" y="458"/>
                </a:lnTo>
                <a:lnTo>
                  <a:pt x="829" y="458"/>
                </a:lnTo>
                <a:lnTo>
                  <a:pt x="830" y="459"/>
                </a:lnTo>
                <a:lnTo>
                  <a:pt x="830" y="460"/>
                </a:lnTo>
                <a:lnTo>
                  <a:pt x="831" y="461"/>
                </a:lnTo>
                <a:lnTo>
                  <a:pt x="832" y="463"/>
                </a:lnTo>
                <a:lnTo>
                  <a:pt x="831" y="463"/>
                </a:lnTo>
                <a:lnTo>
                  <a:pt x="831" y="464"/>
                </a:lnTo>
                <a:lnTo>
                  <a:pt x="831" y="465"/>
                </a:lnTo>
                <a:lnTo>
                  <a:pt x="831" y="466"/>
                </a:lnTo>
                <a:lnTo>
                  <a:pt x="830" y="469"/>
                </a:lnTo>
                <a:lnTo>
                  <a:pt x="829" y="469"/>
                </a:lnTo>
                <a:lnTo>
                  <a:pt x="829" y="470"/>
                </a:lnTo>
                <a:lnTo>
                  <a:pt x="829" y="472"/>
                </a:lnTo>
                <a:lnTo>
                  <a:pt x="830" y="473"/>
                </a:lnTo>
                <a:lnTo>
                  <a:pt x="829" y="473"/>
                </a:lnTo>
                <a:lnTo>
                  <a:pt x="828" y="473"/>
                </a:lnTo>
                <a:lnTo>
                  <a:pt x="828" y="474"/>
                </a:lnTo>
                <a:lnTo>
                  <a:pt x="829" y="474"/>
                </a:lnTo>
                <a:lnTo>
                  <a:pt x="829" y="475"/>
                </a:lnTo>
                <a:lnTo>
                  <a:pt x="829" y="476"/>
                </a:lnTo>
                <a:lnTo>
                  <a:pt x="828" y="476"/>
                </a:lnTo>
                <a:lnTo>
                  <a:pt x="827" y="476"/>
                </a:lnTo>
                <a:lnTo>
                  <a:pt x="826" y="476"/>
                </a:lnTo>
                <a:lnTo>
                  <a:pt x="825" y="476"/>
                </a:lnTo>
                <a:lnTo>
                  <a:pt x="825" y="475"/>
                </a:lnTo>
                <a:lnTo>
                  <a:pt x="824" y="474"/>
                </a:lnTo>
                <a:lnTo>
                  <a:pt x="823" y="473"/>
                </a:lnTo>
                <a:lnTo>
                  <a:pt x="822" y="473"/>
                </a:lnTo>
                <a:lnTo>
                  <a:pt x="821" y="473"/>
                </a:lnTo>
                <a:lnTo>
                  <a:pt x="821" y="472"/>
                </a:lnTo>
                <a:lnTo>
                  <a:pt x="821" y="470"/>
                </a:lnTo>
                <a:lnTo>
                  <a:pt x="819" y="469"/>
                </a:lnTo>
                <a:lnTo>
                  <a:pt x="817" y="469"/>
                </a:lnTo>
                <a:lnTo>
                  <a:pt x="816" y="468"/>
                </a:lnTo>
                <a:lnTo>
                  <a:pt x="815" y="468"/>
                </a:lnTo>
                <a:lnTo>
                  <a:pt x="814" y="469"/>
                </a:lnTo>
                <a:lnTo>
                  <a:pt x="813" y="469"/>
                </a:lnTo>
                <a:lnTo>
                  <a:pt x="813" y="470"/>
                </a:lnTo>
                <a:lnTo>
                  <a:pt x="812" y="471"/>
                </a:lnTo>
                <a:lnTo>
                  <a:pt x="812" y="472"/>
                </a:lnTo>
                <a:lnTo>
                  <a:pt x="811" y="473"/>
                </a:lnTo>
                <a:lnTo>
                  <a:pt x="812" y="474"/>
                </a:lnTo>
                <a:lnTo>
                  <a:pt x="812" y="475"/>
                </a:lnTo>
                <a:lnTo>
                  <a:pt x="814" y="476"/>
                </a:lnTo>
                <a:lnTo>
                  <a:pt x="815" y="477"/>
                </a:lnTo>
                <a:lnTo>
                  <a:pt x="816" y="477"/>
                </a:lnTo>
                <a:lnTo>
                  <a:pt x="818" y="477"/>
                </a:lnTo>
                <a:lnTo>
                  <a:pt x="819" y="479"/>
                </a:lnTo>
                <a:lnTo>
                  <a:pt x="818" y="479"/>
                </a:lnTo>
                <a:lnTo>
                  <a:pt x="817" y="481"/>
                </a:lnTo>
                <a:lnTo>
                  <a:pt x="816" y="481"/>
                </a:lnTo>
                <a:lnTo>
                  <a:pt x="815" y="482"/>
                </a:lnTo>
                <a:lnTo>
                  <a:pt x="814" y="483"/>
                </a:lnTo>
                <a:lnTo>
                  <a:pt x="814" y="484"/>
                </a:lnTo>
                <a:lnTo>
                  <a:pt x="814" y="485"/>
                </a:lnTo>
                <a:lnTo>
                  <a:pt x="813" y="486"/>
                </a:lnTo>
                <a:lnTo>
                  <a:pt x="813" y="488"/>
                </a:lnTo>
                <a:lnTo>
                  <a:pt x="813" y="489"/>
                </a:lnTo>
                <a:lnTo>
                  <a:pt x="813" y="490"/>
                </a:lnTo>
                <a:lnTo>
                  <a:pt x="813" y="491"/>
                </a:lnTo>
                <a:lnTo>
                  <a:pt x="814" y="491"/>
                </a:lnTo>
                <a:lnTo>
                  <a:pt x="814" y="492"/>
                </a:lnTo>
                <a:lnTo>
                  <a:pt x="815" y="492"/>
                </a:lnTo>
                <a:lnTo>
                  <a:pt x="816" y="493"/>
                </a:lnTo>
                <a:lnTo>
                  <a:pt x="817" y="493"/>
                </a:lnTo>
                <a:lnTo>
                  <a:pt x="816" y="496"/>
                </a:lnTo>
                <a:lnTo>
                  <a:pt x="815" y="496"/>
                </a:lnTo>
                <a:lnTo>
                  <a:pt x="814" y="496"/>
                </a:lnTo>
                <a:lnTo>
                  <a:pt x="813" y="496"/>
                </a:lnTo>
                <a:lnTo>
                  <a:pt x="812" y="496"/>
                </a:lnTo>
                <a:lnTo>
                  <a:pt x="812" y="497"/>
                </a:lnTo>
                <a:lnTo>
                  <a:pt x="812" y="498"/>
                </a:lnTo>
                <a:lnTo>
                  <a:pt x="811" y="499"/>
                </a:lnTo>
                <a:lnTo>
                  <a:pt x="810" y="499"/>
                </a:lnTo>
                <a:lnTo>
                  <a:pt x="810" y="500"/>
                </a:lnTo>
                <a:lnTo>
                  <a:pt x="810" y="501"/>
                </a:lnTo>
                <a:lnTo>
                  <a:pt x="810" y="502"/>
                </a:lnTo>
                <a:lnTo>
                  <a:pt x="809" y="502"/>
                </a:lnTo>
                <a:lnTo>
                  <a:pt x="808" y="502"/>
                </a:lnTo>
                <a:lnTo>
                  <a:pt x="808" y="501"/>
                </a:lnTo>
                <a:lnTo>
                  <a:pt x="808" y="500"/>
                </a:lnTo>
                <a:lnTo>
                  <a:pt x="807" y="500"/>
                </a:lnTo>
                <a:lnTo>
                  <a:pt x="806" y="500"/>
                </a:lnTo>
                <a:lnTo>
                  <a:pt x="806" y="499"/>
                </a:lnTo>
                <a:lnTo>
                  <a:pt x="807" y="499"/>
                </a:lnTo>
                <a:lnTo>
                  <a:pt x="806" y="498"/>
                </a:lnTo>
                <a:lnTo>
                  <a:pt x="805" y="498"/>
                </a:lnTo>
                <a:lnTo>
                  <a:pt x="803" y="499"/>
                </a:lnTo>
                <a:lnTo>
                  <a:pt x="803" y="500"/>
                </a:lnTo>
                <a:lnTo>
                  <a:pt x="803" y="501"/>
                </a:lnTo>
                <a:lnTo>
                  <a:pt x="802" y="500"/>
                </a:lnTo>
                <a:lnTo>
                  <a:pt x="803" y="499"/>
                </a:lnTo>
                <a:lnTo>
                  <a:pt x="803" y="498"/>
                </a:lnTo>
                <a:lnTo>
                  <a:pt x="802" y="498"/>
                </a:lnTo>
                <a:lnTo>
                  <a:pt x="802" y="497"/>
                </a:lnTo>
                <a:lnTo>
                  <a:pt x="802" y="496"/>
                </a:lnTo>
                <a:lnTo>
                  <a:pt x="800" y="495"/>
                </a:lnTo>
                <a:lnTo>
                  <a:pt x="799" y="496"/>
                </a:lnTo>
                <a:lnTo>
                  <a:pt x="799" y="497"/>
                </a:lnTo>
                <a:lnTo>
                  <a:pt x="800" y="497"/>
                </a:lnTo>
                <a:lnTo>
                  <a:pt x="799" y="497"/>
                </a:lnTo>
                <a:lnTo>
                  <a:pt x="798" y="497"/>
                </a:lnTo>
                <a:lnTo>
                  <a:pt x="797" y="499"/>
                </a:lnTo>
                <a:lnTo>
                  <a:pt x="797" y="500"/>
                </a:lnTo>
                <a:lnTo>
                  <a:pt x="796" y="500"/>
                </a:lnTo>
                <a:lnTo>
                  <a:pt x="796" y="501"/>
                </a:lnTo>
                <a:lnTo>
                  <a:pt x="797" y="501"/>
                </a:lnTo>
                <a:lnTo>
                  <a:pt x="797" y="502"/>
                </a:lnTo>
                <a:lnTo>
                  <a:pt x="796" y="502"/>
                </a:lnTo>
                <a:lnTo>
                  <a:pt x="795" y="502"/>
                </a:lnTo>
                <a:lnTo>
                  <a:pt x="795" y="503"/>
                </a:lnTo>
                <a:lnTo>
                  <a:pt x="795" y="504"/>
                </a:lnTo>
                <a:lnTo>
                  <a:pt x="798" y="503"/>
                </a:lnTo>
                <a:lnTo>
                  <a:pt x="798" y="504"/>
                </a:lnTo>
                <a:lnTo>
                  <a:pt x="796" y="506"/>
                </a:lnTo>
                <a:lnTo>
                  <a:pt x="797" y="507"/>
                </a:lnTo>
                <a:lnTo>
                  <a:pt x="796" y="508"/>
                </a:lnTo>
                <a:lnTo>
                  <a:pt x="798" y="510"/>
                </a:lnTo>
                <a:lnTo>
                  <a:pt x="797" y="511"/>
                </a:lnTo>
                <a:lnTo>
                  <a:pt x="795" y="509"/>
                </a:lnTo>
                <a:lnTo>
                  <a:pt x="794" y="511"/>
                </a:lnTo>
                <a:lnTo>
                  <a:pt x="794" y="510"/>
                </a:lnTo>
                <a:lnTo>
                  <a:pt x="793" y="511"/>
                </a:lnTo>
                <a:lnTo>
                  <a:pt x="792" y="511"/>
                </a:lnTo>
                <a:lnTo>
                  <a:pt x="792" y="510"/>
                </a:lnTo>
                <a:lnTo>
                  <a:pt x="791" y="510"/>
                </a:lnTo>
                <a:lnTo>
                  <a:pt x="791" y="509"/>
                </a:lnTo>
                <a:lnTo>
                  <a:pt x="791" y="510"/>
                </a:lnTo>
                <a:lnTo>
                  <a:pt x="790" y="503"/>
                </a:lnTo>
                <a:lnTo>
                  <a:pt x="789" y="502"/>
                </a:lnTo>
                <a:lnTo>
                  <a:pt x="788" y="500"/>
                </a:lnTo>
                <a:lnTo>
                  <a:pt x="787" y="499"/>
                </a:lnTo>
                <a:lnTo>
                  <a:pt x="787" y="501"/>
                </a:lnTo>
                <a:lnTo>
                  <a:pt x="787" y="502"/>
                </a:lnTo>
                <a:lnTo>
                  <a:pt x="788" y="502"/>
                </a:lnTo>
                <a:lnTo>
                  <a:pt x="788" y="503"/>
                </a:lnTo>
                <a:lnTo>
                  <a:pt x="786" y="503"/>
                </a:lnTo>
                <a:lnTo>
                  <a:pt x="785" y="503"/>
                </a:lnTo>
                <a:lnTo>
                  <a:pt x="783" y="505"/>
                </a:lnTo>
                <a:lnTo>
                  <a:pt x="784" y="505"/>
                </a:lnTo>
                <a:lnTo>
                  <a:pt x="783" y="506"/>
                </a:lnTo>
                <a:lnTo>
                  <a:pt x="781" y="507"/>
                </a:lnTo>
                <a:lnTo>
                  <a:pt x="780" y="508"/>
                </a:lnTo>
                <a:lnTo>
                  <a:pt x="780" y="509"/>
                </a:lnTo>
                <a:lnTo>
                  <a:pt x="779" y="509"/>
                </a:lnTo>
                <a:lnTo>
                  <a:pt x="779" y="510"/>
                </a:lnTo>
                <a:lnTo>
                  <a:pt x="778" y="511"/>
                </a:lnTo>
                <a:lnTo>
                  <a:pt x="777" y="511"/>
                </a:lnTo>
                <a:lnTo>
                  <a:pt x="776" y="511"/>
                </a:lnTo>
                <a:lnTo>
                  <a:pt x="776" y="510"/>
                </a:lnTo>
                <a:lnTo>
                  <a:pt x="774" y="509"/>
                </a:lnTo>
                <a:lnTo>
                  <a:pt x="773" y="507"/>
                </a:lnTo>
                <a:lnTo>
                  <a:pt x="772" y="507"/>
                </a:lnTo>
                <a:lnTo>
                  <a:pt x="772" y="508"/>
                </a:lnTo>
                <a:lnTo>
                  <a:pt x="773" y="508"/>
                </a:lnTo>
                <a:lnTo>
                  <a:pt x="773" y="509"/>
                </a:lnTo>
                <a:lnTo>
                  <a:pt x="774" y="509"/>
                </a:lnTo>
                <a:lnTo>
                  <a:pt x="775" y="511"/>
                </a:lnTo>
                <a:lnTo>
                  <a:pt x="775" y="512"/>
                </a:lnTo>
                <a:lnTo>
                  <a:pt x="775" y="511"/>
                </a:lnTo>
                <a:lnTo>
                  <a:pt x="774" y="511"/>
                </a:lnTo>
                <a:lnTo>
                  <a:pt x="773" y="511"/>
                </a:lnTo>
                <a:lnTo>
                  <a:pt x="773" y="512"/>
                </a:lnTo>
                <a:lnTo>
                  <a:pt x="775" y="512"/>
                </a:lnTo>
                <a:lnTo>
                  <a:pt x="776" y="513"/>
                </a:lnTo>
                <a:lnTo>
                  <a:pt x="777" y="514"/>
                </a:lnTo>
                <a:lnTo>
                  <a:pt x="776" y="515"/>
                </a:lnTo>
                <a:lnTo>
                  <a:pt x="776" y="516"/>
                </a:lnTo>
                <a:lnTo>
                  <a:pt x="775" y="516"/>
                </a:lnTo>
                <a:lnTo>
                  <a:pt x="774" y="516"/>
                </a:lnTo>
                <a:lnTo>
                  <a:pt x="774" y="517"/>
                </a:lnTo>
                <a:lnTo>
                  <a:pt x="772" y="517"/>
                </a:lnTo>
                <a:lnTo>
                  <a:pt x="773" y="517"/>
                </a:lnTo>
                <a:lnTo>
                  <a:pt x="772" y="517"/>
                </a:lnTo>
                <a:lnTo>
                  <a:pt x="772" y="518"/>
                </a:lnTo>
                <a:lnTo>
                  <a:pt x="772" y="519"/>
                </a:lnTo>
                <a:lnTo>
                  <a:pt x="774" y="518"/>
                </a:lnTo>
                <a:lnTo>
                  <a:pt x="775" y="518"/>
                </a:lnTo>
                <a:lnTo>
                  <a:pt x="775" y="519"/>
                </a:lnTo>
                <a:lnTo>
                  <a:pt x="774" y="520"/>
                </a:lnTo>
                <a:lnTo>
                  <a:pt x="773" y="523"/>
                </a:lnTo>
                <a:lnTo>
                  <a:pt x="772" y="524"/>
                </a:lnTo>
                <a:lnTo>
                  <a:pt x="772" y="527"/>
                </a:lnTo>
                <a:lnTo>
                  <a:pt x="772" y="528"/>
                </a:lnTo>
                <a:lnTo>
                  <a:pt x="772" y="529"/>
                </a:lnTo>
                <a:lnTo>
                  <a:pt x="773" y="529"/>
                </a:lnTo>
                <a:lnTo>
                  <a:pt x="773" y="530"/>
                </a:lnTo>
                <a:lnTo>
                  <a:pt x="773" y="531"/>
                </a:lnTo>
                <a:lnTo>
                  <a:pt x="772" y="531"/>
                </a:lnTo>
                <a:lnTo>
                  <a:pt x="771" y="533"/>
                </a:lnTo>
                <a:lnTo>
                  <a:pt x="771" y="534"/>
                </a:lnTo>
                <a:lnTo>
                  <a:pt x="771" y="538"/>
                </a:lnTo>
                <a:lnTo>
                  <a:pt x="770" y="539"/>
                </a:lnTo>
                <a:lnTo>
                  <a:pt x="770" y="540"/>
                </a:lnTo>
                <a:lnTo>
                  <a:pt x="769" y="541"/>
                </a:lnTo>
                <a:lnTo>
                  <a:pt x="768" y="542"/>
                </a:lnTo>
                <a:lnTo>
                  <a:pt x="767" y="542"/>
                </a:lnTo>
                <a:lnTo>
                  <a:pt x="767" y="543"/>
                </a:lnTo>
                <a:lnTo>
                  <a:pt x="767" y="544"/>
                </a:lnTo>
                <a:lnTo>
                  <a:pt x="767" y="545"/>
                </a:lnTo>
                <a:lnTo>
                  <a:pt x="767" y="546"/>
                </a:lnTo>
                <a:lnTo>
                  <a:pt x="767" y="548"/>
                </a:lnTo>
                <a:lnTo>
                  <a:pt x="766" y="549"/>
                </a:lnTo>
                <a:lnTo>
                  <a:pt x="766" y="550"/>
                </a:lnTo>
                <a:lnTo>
                  <a:pt x="766" y="551"/>
                </a:lnTo>
                <a:lnTo>
                  <a:pt x="766" y="553"/>
                </a:lnTo>
                <a:lnTo>
                  <a:pt x="765" y="553"/>
                </a:lnTo>
                <a:lnTo>
                  <a:pt x="765" y="554"/>
                </a:lnTo>
                <a:lnTo>
                  <a:pt x="766" y="554"/>
                </a:lnTo>
                <a:lnTo>
                  <a:pt x="766" y="556"/>
                </a:lnTo>
                <a:lnTo>
                  <a:pt x="767" y="559"/>
                </a:lnTo>
                <a:lnTo>
                  <a:pt x="766" y="561"/>
                </a:lnTo>
                <a:lnTo>
                  <a:pt x="766" y="562"/>
                </a:lnTo>
                <a:lnTo>
                  <a:pt x="766" y="564"/>
                </a:lnTo>
                <a:lnTo>
                  <a:pt x="765" y="564"/>
                </a:lnTo>
                <a:lnTo>
                  <a:pt x="765" y="562"/>
                </a:lnTo>
                <a:lnTo>
                  <a:pt x="765" y="560"/>
                </a:lnTo>
                <a:lnTo>
                  <a:pt x="765" y="559"/>
                </a:lnTo>
                <a:lnTo>
                  <a:pt x="763" y="559"/>
                </a:lnTo>
                <a:lnTo>
                  <a:pt x="762" y="560"/>
                </a:lnTo>
                <a:lnTo>
                  <a:pt x="763" y="561"/>
                </a:lnTo>
                <a:lnTo>
                  <a:pt x="763" y="565"/>
                </a:lnTo>
                <a:lnTo>
                  <a:pt x="763" y="566"/>
                </a:lnTo>
                <a:lnTo>
                  <a:pt x="764" y="568"/>
                </a:lnTo>
                <a:lnTo>
                  <a:pt x="763" y="568"/>
                </a:lnTo>
                <a:lnTo>
                  <a:pt x="764" y="574"/>
                </a:lnTo>
                <a:lnTo>
                  <a:pt x="762" y="574"/>
                </a:lnTo>
                <a:lnTo>
                  <a:pt x="761" y="568"/>
                </a:lnTo>
                <a:lnTo>
                  <a:pt x="759" y="568"/>
                </a:lnTo>
                <a:lnTo>
                  <a:pt x="758" y="568"/>
                </a:lnTo>
                <a:lnTo>
                  <a:pt x="757" y="568"/>
                </a:lnTo>
                <a:lnTo>
                  <a:pt x="756" y="569"/>
                </a:lnTo>
                <a:lnTo>
                  <a:pt x="754" y="571"/>
                </a:lnTo>
                <a:lnTo>
                  <a:pt x="754" y="570"/>
                </a:lnTo>
                <a:lnTo>
                  <a:pt x="753" y="570"/>
                </a:lnTo>
                <a:lnTo>
                  <a:pt x="753" y="571"/>
                </a:lnTo>
                <a:lnTo>
                  <a:pt x="755" y="572"/>
                </a:lnTo>
                <a:lnTo>
                  <a:pt x="754" y="574"/>
                </a:lnTo>
                <a:lnTo>
                  <a:pt x="752" y="573"/>
                </a:lnTo>
                <a:lnTo>
                  <a:pt x="751" y="574"/>
                </a:lnTo>
                <a:lnTo>
                  <a:pt x="751" y="576"/>
                </a:lnTo>
                <a:lnTo>
                  <a:pt x="751" y="577"/>
                </a:lnTo>
                <a:lnTo>
                  <a:pt x="750" y="578"/>
                </a:lnTo>
                <a:lnTo>
                  <a:pt x="750" y="577"/>
                </a:lnTo>
                <a:lnTo>
                  <a:pt x="750" y="576"/>
                </a:lnTo>
                <a:lnTo>
                  <a:pt x="749" y="576"/>
                </a:lnTo>
                <a:lnTo>
                  <a:pt x="749" y="577"/>
                </a:lnTo>
                <a:lnTo>
                  <a:pt x="750" y="577"/>
                </a:lnTo>
                <a:lnTo>
                  <a:pt x="750" y="578"/>
                </a:lnTo>
                <a:lnTo>
                  <a:pt x="750" y="579"/>
                </a:lnTo>
                <a:lnTo>
                  <a:pt x="749" y="581"/>
                </a:lnTo>
                <a:lnTo>
                  <a:pt x="748" y="580"/>
                </a:lnTo>
                <a:lnTo>
                  <a:pt x="747" y="581"/>
                </a:lnTo>
                <a:lnTo>
                  <a:pt x="746" y="583"/>
                </a:lnTo>
                <a:lnTo>
                  <a:pt x="745" y="584"/>
                </a:lnTo>
                <a:lnTo>
                  <a:pt x="745" y="585"/>
                </a:lnTo>
                <a:lnTo>
                  <a:pt x="745" y="586"/>
                </a:lnTo>
                <a:lnTo>
                  <a:pt x="745" y="587"/>
                </a:lnTo>
                <a:lnTo>
                  <a:pt x="745" y="588"/>
                </a:lnTo>
                <a:lnTo>
                  <a:pt x="745" y="589"/>
                </a:lnTo>
                <a:lnTo>
                  <a:pt x="745" y="591"/>
                </a:lnTo>
                <a:lnTo>
                  <a:pt x="745" y="594"/>
                </a:lnTo>
                <a:lnTo>
                  <a:pt x="745" y="595"/>
                </a:lnTo>
                <a:lnTo>
                  <a:pt x="744" y="596"/>
                </a:lnTo>
                <a:lnTo>
                  <a:pt x="744" y="598"/>
                </a:lnTo>
                <a:lnTo>
                  <a:pt x="744" y="599"/>
                </a:lnTo>
                <a:lnTo>
                  <a:pt x="744" y="603"/>
                </a:lnTo>
                <a:lnTo>
                  <a:pt x="744" y="605"/>
                </a:lnTo>
                <a:lnTo>
                  <a:pt x="744" y="607"/>
                </a:lnTo>
                <a:lnTo>
                  <a:pt x="744" y="608"/>
                </a:lnTo>
                <a:lnTo>
                  <a:pt x="744" y="609"/>
                </a:lnTo>
                <a:lnTo>
                  <a:pt x="744" y="610"/>
                </a:lnTo>
                <a:lnTo>
                  <a:pt x="744" y="612"/>
                </a:lnTo>
                <a:lnTo>
                  <a:pt x="744" y="613"/>
                </a:lnTo>
                <a:lnTo>
                  <a:pt x="744" y="614"/>
                </a:lnTo>
                <a:lnTo>
                  <a:pt x="745" y="614"/>
                </a:lnTo>
                <a:lnTo>
                  <a:pt x="747" y="614"/>
                </a:lnTo>
                <a:lnTo>
                  <a:pt x="747" y="615"/>
                </a:lnTo>
                <a:lnTo>
                  <a:pt x="746" y="617"/>
                </a:lnTo>
                <a:lnTo>
                  <a:pt x="746" y="618"/>
                </a:lnTo>
                <a:lnTo>
                  <a:pt x="745" y="618"/>
                </a:lnTo>
                <a:lnTo>
                  <a:pt x="745" y="617"/>
                </a:lnTo>
                <a:lnTo>
                  <a:pt x="745" y="618"/>
                </a:lnTo>
                <a:lnTo>
                  <a:pt x="744" y="618"/>
                </a:lnTo>
                <a:lnTo>
                  <a:pt x="744" y="619"/>
                </a:lnTo>
                <a:lnTo>
                  <a:pt x="745" y="619"/>
                </a:lnTo>
                <a:lnTo>
                  <a:pt x="746" y="619"/>
                </a:lnTo>
                <a:lnTo>
                  <a:pt x="746" y="620"/>
                </a:lnTo>
                <a:lnTo>
                  <a:pt x="747" y="620"/>
                </a:lnTo>
                <a:lnTo>
                  <a:pt x="748" y="621"/>
                </a:lnTo>
                <a:lnTo>
                  <a:pt x="745" y="621"/>
                </a:lnTo>
                <a:lnTo>
                  <a:pt x="746" y="622"/>
                </a:lnTo>
                <a:lnTo>
                  <a:pt x="745" y="622"/>
                </a:lnTo>
                <a:lnTo>
                  <a:pt x="745" y="621"/>
                </a:lnTo>
                <a:lnTo>
                  <a:pt x="744" y="621"/>
                </a:lnTo>
                <a:lnTo>
                  <a:pt x="743" y="622"/>
                </a:lnTo>
                <a:lnTo>
                  <a:pt x="743" y="623"/>
                </a:lnTo>
                <a:lnTo>
                  <a:pt x="744" y="624"/>
                </a:lnTo>
                <a:lnTo>
                  <a:pt x="742" y="625"/>
                </a:lnTo>
                <a:lnTo>
                  <a:pt x="741" y="623"/>
                </a:lnTo>
                <a:lnTo>
                  <a:pt x="742" y="622"/>
                </a:lnTo>
                <a:lnTo>
                  <a:pt x="743" y="622"/>
                </a:lnTo>
                <a:lnTo>
                  <a:pt x="742" y="621"/>
                </a:lnTo>
                <a:lnTo>
                  <a:pt x="741" y="622"/>
                </a:lnTo>
                <a:lnTo>
                  <a:pt x="741" y="623"/>
                </a:lnTo>
                <a:lnTo>
                  <a:pt x="740" y="623"/>
                </a:lnTo>
                <a:lnTo>
                  <a:pt x="739" y="623"/>
                </a:lnTo>
                <a:lnTo>
                  <a:pt x="738" y="623"/>
                </a:lnTo>
                <a:lnTo>
                  <a:pt x="737" y="624"/>
                </a:lnTo>
                <a:lnTo>
                  <a:pt x="736" y="624"/>
                </a:lnTo>
                <a:lnTo>
                  <a:pt x="734" y="626"/>
                </a:lnTo>
                <a:lnTo>
                  <a:pt x="733" y="626"/>
                </a:lnTo>
                <a:lnTo>
                  <a:pt x="733" y="625"/>
                </a:lnTo>
                <a:lnTo>
                  <a:pt x="733" y="624"/>
                </a:lnTo>
                <a:lnTo>
                  <a:pt x="732" y="624"/>
                </a:lnTo>
                <a:lnTo>
                  <a:pt x="732" y="623"/>
                </a:lnTo>
                <a:lnTo>
                  <a:pt x="731" y="622"/>
                </a:lnTo>
                <a:lnTo>
                  <a:pt x="730" y="620"/>
                </a:lnTo>
                <a:lnTo>
                  <a:pt x="730" y="619"/>
                </a:lnTo>
                <a:lnTo>
                  <a:pt x="729" y="619"/>
                </a:lnTo>
                <a:lnTo>
                  <a:pt x="728" y="619"/>
                </a:lnTo>
                <a:lnTo>
                  <a:pt x="727" y="619"/>
                </a:lnTo>
                <a:lnTo>
                  <a:pt x="726" y="619"/>
                </a:lnTo>
                <a:lnTo>
                  <a:pt x="725" y="619"/>
                </a:lnTo>
                <a:lnTo>
                  <a:pt x="724" y="618"/>
                </a:lnTo>
                <a:lnTo>
                  <a:pt x="723" y="618"/>
                </a:lnTo>
                <a:lnTo>
                  <a:pt x="722" y="618"/>
                </a:lnTo>
                <a:lnTo>
                  <a:pt x="721" y="618"/>
                </a:lnTo>
                <a:lnTo>
                  <a:pt x="720" y="620"/>
                </a:lnTo>
                <a:lnTo>
                  <a:pt x="719" y="622"/>
                </a:lnTo>
                <a:lnTo>
                  <a:pt x="718" y="622"/>
                </a:lnTo>
                <a:lnTo>
                  <a:pt x="717" y="622"/>
                </a:lnTo>
                <a:lnTo>
                  <a:pt x="715" y="622"/>
                </a:lnTo>
                <a:lnTo>
                  <a:pt x="711" y="623"/>
                </a:lnTo>
                <a:lnTo>
                  <a:pt x="710" y="623"/>
                </a:lnTo>
                <a:lnTo>
                  <a:pt x="710" y="624"/>
                </a:lnTo>
                <a:lnTo>
                  <a:pt x="710" y="625"/>
                </a:lnTo>
                <a:lnTo>
                  <a:pt x="709" y="625"/>
                </a:lnTo>
                <a:lnTo>
                  <a:pt x="708" y="625"/>
                </a:lnTo>
                <a:lnTo>
                  <a:pt x="706" y="626"/>
                </a:lnTo>
                <a:lnTo>
                  <a:pt x="705" y="626"/>
                </a:lnTo>
                <a:lnTo>
                  <a:pt x="705" y="627"/>
                </a:lnTo>
                <a:lnTo>
                  <a:pt x="705" y="628"/>
                </a:lnTo>
                <a:lnTo>
                  <a:pt x="706" y="628"/>
                </a:lnTo>
                <a:lnTo>
                  <a:pt x="706" y="629"/>
                </a:lnTo>
                <a:lnTo>
                  <a:pt x="705" y="630"/>
                </a:lnTo>
                <a:lnTo>
                  <a:pt x="704" y="631"/>
                </a:lnTo>
                <a:lnTo>
                  <a:pt x="704" y="632"/>
                </a:lnTo>
                <a:lnTo>
                  <a:pt x="703" y="632"/>
                </a:lnTo>
                <a:lnTo>
                  <a:pt x="704" y="633"/>
                </a:lnTo>
                <a:lnTo>
                  <a:pt x="705" y="634"/>
                </a:lnTo>
                <a:lnTo>
                  <a:pt x="705" y="635"/>
                </a:lnTo>
                <a:lnTo>
                  <a:pt x="703" y="636"/>
                </a:lnTo>
                <a:lnTo>
                  <a:pt x="702" y="636"/>
                </a:lnTo>
                <a:lnTo>
                  <a:pt x="701" y="636"/>
                </a:lnTo>
                <a:lnTo>
                  <a:pt x="700" y="636"/>
                </a:lnTo>
                <a:lnTo>
                  <a:pt x="699" y="635"/>
                </a:lnTo>
                <a:lnTo>
                  <a:pt x="697" y="636"/>
                </a:lnTo>
                <a:lnTo>
                  <a:pt x="696" y="636"/>
                </a:lnTo>
                <a:lnTo>
                  <a:pt x="695" y="637"/>
                </a:lnTo>
                <a:lnTo>
                  <a:pt x="692" y="638"/>
                </a:lnTo>
                <a:lnTo>
                  <a:pt x="691" y="638"/>
                </a:lnTo>
                <a:lnTo>
                  <a:pt x="690" y="638"/>
                </a:lnTo>
                <a:lnTo>
                  <a:pt x="689" y="637"/>
                </a:lnTo>
                <a:lnTo>
                  <a:pt x="686" y="638"/>
                </a:lnTo>
                <a:lnTo>
                  <a:pt x="685" y="638"/>
                </a:lnTo>
                <a:lnTo>
                  <a:pt x="683" y="640"/>
                </a:lnTo>
                <a:lnTo>
                  <a:pt x="682" y="640"/>
                </a:lnTo>
                <a:lnTo>
                  <a:pt x="681" y="640"/>
                </a:lnTo>
                <a:lnTo>
                  <a:pt x="678" y="641"/>
                </a:lnTo>
                <a:lnTo>
                  <a:pt x="677" y="641"/>
                </a:lnTo>
                <a:lnTo>
                  <a:pt x="675" y="642"/>
                </a:lnTo>
                <a:lnTo>
                  <a:pt x="672" y="640"/>
                </a:lnTo>
                <a:lnTo>
                  <a:pt x="670" y="641"/>
                </a:lnTo>
                <a:lnTo>
                  <a:pt x="669" y="642"/>
                </a:lnTo>
                <a:lnTo>
                  <a:pt x="667" y="645"/>
                </a:lnTo>
                <a:lnTo>
                  <a:pt x="666" y="645"/>
                </a:lnTo>
                <a:lnTo>
                  <a:pt x="665" y="645"/>
                </a:lnTo>
                <a:lnTo>
                  <a:pt x="663" y="646"/>
                </a:lnTo>
                <a:lnTo>
                  <a:pt x="662" y="648"/>
                </a:lnTo>
                <a:lnTo>
                  <a:pt x="663" y="648"/>
                </a:lnTo>
                <a:lnTo>
                  <a:pt x="664" y="651"/>
                </a:lnTo>
                <a:lnTo>
                  <a:pt x="664" y="652"/>
                </a:lnTo>
                <a:lnTo>
                  <a:pt x="665" y="653"/>
                </a:lnTo>
                <a:lnTo>
                  <a:pt x="664" y="654"/>
                </a:lnTo>
                <a:lnTo>
                  <a:pt x="664" y="656"/>
                </a:lnTo>
                <a:lnTo>
                  <a:pt x="663" y="658"/>
                </a:lnTo>
                <a:lnTo>
                  <a:pt x="663" y="660"/>
                </a:lnTo>
                <a:lnTo>
                  <a:pt x="664" y="661"/>
                </a:lnTo>
                <a:lnTo>
                  <a:pt x="665" y="662"/>
                </a:lnTo>
                <a:lnTo>
                  <a:pt x="665" y="664"/>
                </a:lnTo>
                <a:lnTo>
                  <a:pt x="664" y="665"/>
                </a:lnTo>
                <a:lnTo>
                  <a:pt x="665" y="666"/>
                </a:lnTo>
                <a:lnTo>
                  <a:pt x="665" y="667"/>
                </a:lnTo>
                <a:lnTo>
                  <a:pt x="665" y="668"/>
                </a:lnTo>
                <a:lnTo>
                  <a:pt x="664" y="668"/>
                </a:lnTo>
                <a:lnTo>
                  <a:pt x="663" y="668"/>
                </a:lnTo>
                <a:lnTo>
                  <a:pt x="664" y="667"/>
                </a:lnTo>
                <a:lnTo>
                  <a:pt x="663" y="667"/>
                </a:lnTo>
                <a:lnTo>
                  <a:pt x="662" y="669"/>
                </a:lnTo>
                <a:lnTo>
                  <a:pt x="661" y="670"/>
                </a:lnTo>
                <a:lnTo>
                  <a:pt x="660" y="672"/>
                </a:lnTo>
                <a:lnTo>
                  <a:pt x="659" y="674"/>
                </a:lnTo>
                <a:lnTo>
                  <a:pt x="659" y="675"/>
                </a:lnTo>
                <a:lnTo>
                  <a:pt x="659" y="676"/>
                </a:lnTo>
                <a:lnTo>
                  <a:pt x="658" y="677"/>
                </a:lnTo>
                <a:lnTo>
                  <a:pt x="657" y="678"/>
                </a:lnTo>
                <a:lnTo>
                  <a:pt x="657" y="680"/>
                </a:lnTo>
                <a:lnTo>
                  <a:pt x="658" y="681"/>
                </a:lnTo>
                <a:lnTo>
                  <a:pt x="658" y="684"/>
                </a:lnTo>
                <a:lnTo>
                  <a:pt x="658" y="685"/>
                </a:lnTo>
                <a:lnTo>
                  <a:pt x="657" y="686"/>
                </a:lnTo>
                <a:lnTo>
                  <a:pt x="656" y="686"/>
                </a:lnTo>
                <a:lnTo>
                  <a:pt x="655" y="684"/>
                </a:lnTo>
                <a:lnTo>
                  <a:pt x="655" y="685"/>
                </a:lnTo>
                <a:lnTo>
                  <a:pt x="655" y="686"/>
                </a:lnTo>
                <a:lnTo>
                  <a:pt x="654" y="686"/>
                </a:lnTo>
                <a:lnTo>
                  <a:pt x="653" y="686"/>
                </a:lnTo>
                <a:lnTo>
                  <a:pt x="652" y="685"/>
                </a:lnTo>
                <a:lnTo>
                  <a:pt x="652" y="686"/>
                </a:lnTo>
                <a:lnTo>
                  <a:pt x="651" y="687"/>
                </a:lnTo>
                <a:lnTo>
                  <a:pt x="651" y="688"/>
                </a:lnTo>
                <a:lnTo>
                  <a:pt x="653" y="689"/>
                </a:lnTo>
                <a:lnTo>
                  <a:pt x="655" y="688"/>
                </a:lnTo>
                <a:lnTo>
                  <a:pt x="656" y="689"/>
                </a:lnTo>
                <a:lnTo>
                  <a:pt x="655" y="690"/>
                </a:lnTo>
                <a:lnTo>
                  <a:pt x="655" y="691"/>
                </a:lnTo>
                <a:lnTo>
                  <a:pt x="654" y="694"/>
                </a:lnTo>
                <a:lnTo>
                  <a:pt x="655" y="695"/>
                </a:lnTo>
                <a:lnTo>
                  <a:pt x="655" y="696"/>
                </a:lnTo>
                <a:lnTo>
                  <a:pt x="654" y="697"/>
                </a:lnTo>
                <a:lnTo>
                  <a:pt x="652" y="698"/>
                </a:lnTo>
                <a:lnTo>
                  <a:pt x="651" y="698"/>
                </a:lnTo>
                <a:lnTo>
                  <a:pt x="650" y="698"/>
                </a:lnTo>
                <a:lnTo>
                  <a:pt x="649" y="698"/>
                </a:lnTo>
                <a:lnTo>
                  <a:pt x="648" y="699"/>
                </a:lnTo>
                <a:lnTo>
                  <a:pt x="647" y="699"/>
                </a:lnTo>
                <a:lnTo>
                  <a:pt x="648" y="700"/>
                </a:lnTo>
                <a:lnTo>
                  <a:pt x="649" y="700"/>
                </a:lnTo>
                <a:lnTo>
                  <a:pt x="650" y="700"/>
                </a:lnTo>
                <a:lnTo>
                  <a:pt x="650" y="701"/>
                </a:lnTo>
                <a:lnTo>
                  <a:pt x="650" y="703"/>
                </a:lnTo>
                <a:lnTo>
                  <a:pt x="649" y="703"/>
                </a:lnTo>
                <a:lnTo>
                  <a:pt x="648" y="703"/>
                </a:lnTo>
                <a:lnTo>
                  <a:pt x="647" y="703"/>
                </a:lnTo>
                <a:lnTo>
                  <a:pt x="646" y="704"/>
                </a:lnTo>
                <a:lnTo>
                  <a:pt x="646" y="707"/>
                </a:lnTo>
                <a:lnTo>
                  <a:pt x="646" y="708"/>
                </a:lnTo>
                <a:lnTo>
                  <a:pt x="647" y="708"/>
                </a:lnTo>
                <a:lnTo>
                  <a:pt x="648" y="708"/>
                </a:lnTo>
                <a:lnTo>
                  <a:pt x="650" y="709"/>
                </a:lnTo>
                <a:lnTo>
                  <a:pt x="650" y="710"/>
                </a:lnTo>
                <a:lnTo>
                  <a:pt x="651" y="710"/>
                </a:lnTo>
                <a:lnTo>
                  <a:pt x="654" y="708"/>
                </a:lnTo>
                <a:lnTo>
                  <a:pt x="654" y="707"/>
                </a:lnTo>
                <a:lnTo>
                  <a:pt x="655" y="708"/>
                </a:lnTo>
                <a:lnTo>
                  <a:pt x="656" y="709"/>
                </a:lnTo>
                <a:lnTo>
                  <a:pt x="657" y="709"/>
                </a:lnTo>
                <a:lnTo>
                  <a:pt x="657" y="710"/>
                </a:lnTo>
                <a:lnTo>
                  <a:pt x="657" y="712"/>
                </a:lnTo>
                <a:lnTo>
                  <a:pt x="657" y="713"/>
                </a:lnTo>
                <a:lnTo>
                  <a:pt x="655" y="715"/>
                </a:lnTo>
                <a:lnTo>
                  <a:pt x="653" y="717"/>
                </a:lnTo>
                <a:lnTo>
                  <a:pt x="651" y="718"/>
                </a:lnTo>
                <a:lnTo>
                  <a:pt x="650" y="718"/>
                </a:lnTo>
                <a:lnTo>
                  <a:pt x="649" y="718"/>
                </a:lnTo>
                <a:lnTo>
                  <a:pt x="648" y="719"/>
                </a:lnTo>
                <a:lnTo>
                  <a:pt x="647" y="719"/>
                </a:lnTo>
                <a:lnTo>
                  <a:pt x="647" y="720"/>
                </a:lnTo>
                <a:lnTo>
                  <a:pt x="646" y="721"/>
                </a:lnTo>
                <a:lnTo>
                  <a:pt x="644" y="723"/>
                </a:lnTo>
                <a:lnTo>
                  <a:pt x="643" y="723"/>
                </a:lnTo>
                <a:lnTo>
                  <a:pt x="642" y="721"/>
                </a:lnTo>
                <a:lnTo>
                  <a:pt x="641" y="719"/>
                </a:lnTo>
                <a:lnTo>
                  <a:pt x="637" y="720"/>
                </a:lnTo>
                <a:lnTo>
                  <a:pt x="636" y="721"/>
                </a:lnTo>
                <a:lnTo>
                  <a:pt x="635" y="722"/>
                </a:lnTo>
                <a:lnTo>
                  <a:pt x="635" y="723"/>
                </a:lnTo>
                <a:lnTo>
                  <a:pt x="635" y="722"/>
                </a:lnTo>
                <a:lnTo>
                  <a:pt x="633" y="721"/>
                </a:lnTo>
                <a:lnTo>
                  <a:pt x="632" y="721"/>
                </a:lnTo>
                <a:lnTo>
                  <a:pt x="631" y="722"/>
                </a:lnTo>
                <a:lnTo>
                  <a:pt x="630" y="722"/>
                </a:lnTo>
                <a:lnTo>
                  <a:pt x="630" y="720"/>
                </a:lnTo>
                <a:lnTo>
                  <a:pt x="630" y="719"/>
                </a:lnTo>
                <a:lnTo>
                  <a:pt x="630" y="718"/>
                </a:lnTo>
                <a:lnTo>
                  <a:pt x="629" y="717"/>
                </a:lnTo>
                <a:lnTo>
                  <a:pt x="628" y="716"/>
                </a:lnTo>
                <a:lnTo>
                  <a:pt x="628" y="717"/>
                </a:lnTo>
                <a:lnTo>
                  <a:pt x="624" y="718"/>
                </a:lnTo>
                <a:lnTo>
                  <a:pt x="622" y="719"/>
                </a:lnTo>
                <a:lnTo>
                  <a:pt x="621" y="718"/>
                </a:lnTo>
                <a:lnTo>
                  <a:pt x="620" y="718"/>
                </a:lnTo>
                <a:lnTo>
                  <a:pt x="617" y="719"/>
                </a:lnTo>
                <a:lnTo>
                  <a:pt x="617" y="720"/>
                </a:lnTo>
                <a:lnTo>
                  <a:pt x="617" y="721"/>
                </a:lnTo>
                <a:lnTo>
                  <a:pt x="616" y="721"/>
                </a:lnTo>
                <a:lnTo>
                  <a:pt x="616" y="722"/>
                </a:lnTo>
                <a:lnTo>
                  <a:pt x="617" y="723"/>
                </a:lnTo>
                <a:lnTo>
                  <a:pt x="618" y="723"/>
                </a:lnTo>
                <a:lnTo>
                  <a:pt x="618" y="724"/>
                </a:lnTo>
                <a:lnTo>
                  <a:pt x="618" y="725"/>
                </a:lnTo>
                <a:lnTo>
                  <a:pt x="616" y="724"/>
                </a:lnTo>
                <a:lnTo>
                  <a:pt x="615" y="724"/>
                </a:lnTo>
                <a:lnTo>
                  <a:pt x="614" y="724"/>
                </a:lnTo>
                <a:lnTo>
                  <a:pt x="614" y="725"/>
                </a:lnTo>
                <a:lnTo>
                  <a:pt x="614" y="727"/>
                </a:lnTo>
                <a:lnTo>
                  <a:pt x="614" y="728"/>
                </a:lnTo>
                <a:lnTo>
                  <a:pt x="614" y="729"/>
                </a:lnTo>
                <a:lnTo>
                  <a:pt x="613" y="730"/>
                </a:lnTo>
                <a:lnTo>
                  <a:pt x="612" y="730"/>
                </a:lnTo>
                <a:lnTo>
                  <a:pt x="611" y="730"/>
                </a:lnTo>
                <a:lnTo>
                  <a:pt x="609" y="728"/>
                </a:lnTo>
                <a:lnTo>
                  <a:pt x="608" y="728"/>
                </a:lnTo>
                <a:lnTo>
                  <a:pt x="608" y="729"/>
                </a:lnTo>
                <a:lnTo>
                  <a:pt x="608" y="730"/>
                </a:lnTo>
                <a:lnTo>
                  <a:pt x="607" y="732"/>
                </a:lnTo>
                <a:lnTo>
                  <a:pt x="608" y="733"/>
                </a:lnTo>
                <a:lnTo>
                  <a:pt x="608" y="734"/>
                </a:lnTo>
                <a:lnTo>
                  <a:pt x="609" y="735"/>
                </a:lnTo>
                <a:lnTo>
                  <a:pt x="610" y="735"/>
                </a:lnTo>
                <a:lnTo>
                  <a:pt x="611" y="736"/>
                </a:lnTo>
                <a:lnTo>
                  <a:pt x="611" y="737"/>
                </a:lnTo>
                <a:lnTo>
                  <a:pt x="611" y="739"/>
                </a:lnTo>
                <a:lnTo>
                  <a:pt x="610" y="739"/>
                </a:lnTo>
                <a:lnTo>
                  <a:pt x="607" y="740"/>
                </a:lnTo>
                <a:lnTo>
                  <a:pt x="605" y="739"/>
                </a:lnTo>
                <a:lnTo>
                  <a:pt x="604" y="739"/>
                </a:lnTo>
                <a:lnTo>
                  <a:pt x="604" y="741"/>
                </a:lnTo>
                <a:lnTo>
                  <a:pt x="604" y="742"/>
                </a:lnTo>
                <a:lnTo>
                  <a:pt x="603" y="742"/>
                </a:lnTo>
                <a:lnTo>
                  <a:pt x="603" y="743"/>
                </a:lnTo>
                <a:lnTo>
                  <a:pt x="602" y="744"/>
                </a:lnTo>
                <a:lnTo>
                  <a:pt x="603" y="745"/>
                </a:lnTo>
                <a:lnTo>
                  <a:pt x="604" y="747"/>
                </a:lnTo>
                <a:lnTo>
                  <a:pt x="604" y="748"/>
                </a:lnTo>
                <a:lnTo>
                  <a:pt x="604" y="750"/>
                </a:lnTo>
                <a:lnTo>
                  <a:pt x="604" y="752"/>
                </a:lnTo>
                <a:lnTo>
                  <a:pt x="605" y="754"/>
                </a:lnTo>
                <a:lnTo>
                  <a:pt x="607" y="759"/>
                </a:lnTo>
                <a:lnTo>
                  <a:pt x="607" y="760"/>
                </a:lnTo>
                <a:lnTo>
                  <a:pt x="608" y="761"/>
                </a:lnTo>
                <a:lnTo>
                  <a:pt x="608" y="762"/>
                </a:lnTo>
                <a:lnTo>
                  <a:pt x="608" y="763"/>
                </a:lnTo>
                <a:lnTo>
                  <a:pt x="608" y="764"/>
                </a:lnTo>
                <a:lnTo>
                  <a:pt x="607" y="767"/>
                </a:lnTo>
                <a:lnTo>
                  <a:pt x="606" y="769"/>
                </a:lnTo>
                <a:lnTo>
                  <a:pt x="605" y="771"/>
                </a:lnTo>
                <a:lnTo>
                  <a:pt x="605" y="772"/>
                </a:lnTo>
                <a:lnTo>
                  <a:pt x="605" y="775"/>
                </a:lnTo>
                <a:lnTo>
                  <a:pt x="605" y="777"/>
                </a:lnTo>
                <a:lnTo>
                  <a:pt x="606" y="777"/>
                </a:lnTo>
                <a:lnTo>
                  <a:pt x="606" y="778"/>
                </a:lnTo>
                <a:lnTo>
                  <a:pt x="605" y="778"/>
                </a:lnTo>
                <a:lnTo>
                  <a:pt x="605" y="779"/>
                </a:lnTo>
                <a:lnTo>
                  <a:pt x="605" y="780"/>
                </a:lnTo>
                <a:lnTo>
                  <a:pt x="604" y="780"/>
                </a:lnTo>
                <a:lnTo>
                  <a:pt x="604" y="781"/>
                </a:lnTo>
                <a:lnTo>
                  <a:pt x="602" y="781"/>
                </a:lnTo>
                <a:lnTo>
                  <a:pt x="601" y="781"/>
                </a:lnTo>
                <a:lnTo>
                  <a:pt x="601" y="782"/>
                </a:lnTo>
                <a:lnTo>
                  <a:pt x="600" y="782"/>
                </a:lnTo>
                <a:lnTo>
                  <a:pt x="600" y="783"/>
                </a:lnTo>
                <a:lnTo>
                  <a:pt x="600" y="784"/>
                </a:lnTo>
                <a:lnTo>
                  <a:pt x="599" y="784"/>
                </a:lnTo>
                <a:lnTo>
                  <a:pt x="598" y="784"/>
                </a:lnTo>
                <a:lnTo>
                  <a:pt x="597" y="784"/>
                </a:lnTo>
                <a:lnTo>
                  <a:pt x="596" y="784"/>
                </a:lnTo>
                <a:lnTo>
                  <a:pt x="595" y="783"/>
                </a:lnTo>
                <a:lnTo>
                  <a:pt x="592" y="783"/>
                </a:lnTo>
                <a:lnTo>
                  <a:pt x="591" y="784"/>
                </a:lnTo>
                <a:lnTo>
                  <a:pt x="590" y="783"/>
                </a:lnTo>
                <a:lnTo>
                  <a:pt x="587" y="783"/>
                </a:lnTo>
                <a:lnTo>
                  <a:pt x="586" y="785"/>
                </a:lnTo>
                <a:lnTo>
                  <a:pt x="586" y="786"/>
                </a:lnTo>
                <a:lnTo>
                  <a:pt x="585" y="787"/>
                </a:lnTo>
                <a:lnTo>
                  <a:pt x="583" y="788"/>
                </a:lnTo>
                <a:lnTo>
                  <a:pt x="580" y="788"/>
                </a:lnTo>
                <a:lnTo>
                  <a:pt x="578" y="789"/>
                </a:lnTo>
                <a:lnTo>
                  <a:pt x="578" y="790"/>
                </a:lnTo>
                <a:lnTo>
                  <a:pt x="577" y="790"/>
                </a:lnTo>
                <a:lnTo>
                  <a:pt x="576" y="790"/>
                </a:lnTo>
                <a:lnTo>
                  <a:pt x="575" y="789"/>
                </a:lnTo>
                <a:lnTo>
                  <a:pt x="575" y="794"/>
                </a:lnTo>
                <a:lnTo>
                  <a:pt x="575" y="795"/>
                </a:lnTo>
                <a:lnTo>
                  <a:pt x="574" y="795"/>
                </a:lnTo>
                <a:lnTo>
                  <a:pt x="573" y="795"/>
                </a:lnTo>
                <a:lnTo>
                  <a:pt x="571" y="795"/>
                </a:lnTo>
                <a:lnTo>
                  <a:pt x="570" y="794"/>
                </a:lnTo>
                <a:lnTo>
                  <a:pt x="570" y="793"/>
                </a:lnTo>
                <a:lnTo>
                  <a:pt x="569" y="793"/>
                </a:lnTo>
                <a:lnTo>
                  <a:pt x="569" y="794"/>
                </a:lnTo>
                <a:lnTo>
                  <a:pt x="569" y="795"/>
                </a:lnTo>
                <a:lnTo>
                  <a:pt x="568" y="795"/>
                </a:lnTo>
                <a:lnTo>
                  <a:pt x="567" y="795"/>
                </a:lnTo>
                <a:lnTo>
                  <a:pt x="567" y="793"/>
                </a:lnTo>
                <a:lnTo>
                  <a:pt x="568" y="792"/>
                </a:lnTo>
                <a:lnTo>
                  <a:pt x="568" y="791"/>
                </a:lnTo>
                <a:lnTo>
                  <a:pt x="567" y="789"/>
                </a:lnTo>
                <a:lnTo>
                  <a:pt x="567" y="788"/>
                </a:lnTo>
                <a:lnTo>
                  <a:pt x="567" y="787"/>
                </a:lnTo>
                <a:lnTo>
                  <a:pt x="568" y="784"/>
                </a:lnTo>
                <a:lnTo>
                  <a:pt x="567" y="782"/>
                </a:lnTo>
                <a:lnTo>
                  <a:pt x="567" y="781"/>
                </a:lnTo>
                <a:lnTo>
                  <a:pt x="566" y="780"/>
                </a:lnTo>
                <a:lnTo>
                  <a:pt x="565" y="779"/>
                </a:lnTo>
                <a:lnTo>
                  <a:pt x="564" y="779"/>
                </a:lnTo>
                <a:lnTo>
                  <a:pt x="563" y="778"/>
                </a:lnTo>
                <a:lnTo>
                  <a:pt x="561" y="777"/>
                </a:lnTo>
                <a:lnTo>
                  <a:pt x="560" y="776"/>
                </a:lnTo>
                <a:lnTo>
                  <a:pt x="560" y="777"/>
                </a:lnTo>
                <a:lnTo>
                  <a:pt x="560" y="776"/>
                </a:lnTo>
                <a:lnTo>
                  <a:pt x="559" y="775"/>
                </a:lnTo>
                <a:lnTo>
                  <a:pt x="558" y="775"/>
                </a:lnTo>
                <a:lnTo>
                  <a:pt x="557" y="775"/>
                </a:lnTo>
                <a:lnTo>
                  <a:pt x="557" y="774"/>
                </a:lnTo>
                <a:lnTo>
                  <a:pt x="558" y="773"/>
                </a:lnTo>
                <a:lnTo>
                  <a:pt x="559" y="771"/>
                </a:lnTo>
                <a:lnTo>
                  <a:pt x="561" y="771"/>
                </a:lnTo>
                <a:lnTo>
                  <a:pt x="563" y="771"/>
                </a:lnTo>
                <a:lnTo>
                  <a:pt x="563" y="770"/>
                </a:lnTo>
                <a:lnTo>
                  <a:pt x="563" y="769"/>
                </a:lnTo>
                <a:lnTo>
                  <a:pt x="564" y="768"/>
                </a:lnTo>
                <a:lnTo>
                  <a:pt x="563" y="768"/>
                </a:lnTo>
                <a:lnTo>
                  <a:pt x="563" y="766"/>
                </a:lnTo>
                <a:lnTo>
                  <a:pt x="563" y="765"/>
                </a:lnTo>
                <a:lnTo>
                  <a:pt x="564" y="763"/>
                </a:lnTo>
                <a:lnTo>
                  <a:pt x="565" y="763"/>
                </a:lnTo>
                <a:lnTo>
                  <a:pt x="566" y="762"/>
                </a:lnTo>
                <a:lnTo>
                  <a:pt x="566" y="761"/>
                </a:lnTo>
                <a:lnTo>
                  <a:pt x="563" y="761"/>
                </a:lnTo>
                <a:lnTo>
                  <a:pt x="562" y="760"/>
                </a:lnTo>
                <a:lnTo>
                  <a:pt x="561" y="760"/>
                </a:lnTo>
                <a:lnTo>
                  <a:pt x="561" y="761"/>
                </a:lnTo>
                <a:lnTo>
                  <a:pt x="560" y="761"/>
                </a:lnTo>
                <a:lnTo>
                  <a:pt x="558" y="761"/>
                </a:lnTo>
                <a:lnTo>
                  <a:pt x="557" y="760"/>
                </a:lnTo>
                <a:lnTo>
                  <a:pt x="556" y="760"/>
                </a:lnTo>
                <a:lnTo>
                  <a:pt x="555" y="760"/>
                </a:lnTo>
                <a:lnTo>
                  <a:pt x="554" y="760"/>
                </a:lnTo>
                <a:lnTo>
                  <a:pt x="553" y="760"/>
                </a:lnTo>
                <a:lnTo>
                  <a:pt x="552" y="759"/>
                </a:lnTo>
                <a:lnTo>
                  <a:pt x="551" y="759"/>
                </a:lnTo>
                <a:lnTo>
                  <a:pt x="547" y="758"/>
                </a:lnTo>
                <a:lnTo>
                  <a:pt x="547" y="757"/>
                </a:lnTo>
                <a:lnTo>
                  <a:pt x="547" y="756"/>
                </a:lnTo>
                <a:lnTo>
                  <a:pt x="548" y="755"/>
                </a:lnTo>
                <a:lnTo>
                  <a:pt x="549" y="755"/>
                </a:lnTo>
                <a:lnTo>
                  <a:pt x="549" y="754"/>
                </a:lnTo>
                <a:lnTo>
                  <a:pt x="550" y="753"/>
                </a:lnTo>
                <a:lnTo>
                  <a:pt x="551" y="752"/>
                </a:lnTo>
                <a:lnTo>
                  <a:pt x="552" y="749"/>
                </a:lnTo>
                <a:lnTo>
                  <a:pt x="552" y="748"/>
                </a:lnTo>
                <a:lnTo>
                  <a:pt x="550" y="747"/>
                </a:lnTo>
                <a:lnTo>
                  <a:pt x="549" y="746"/>
                </a:lnTo>
                <a:lnTo>
                  <a:pt x="548" y="745"/>
                </a:lnTo>
                <a:lnTo>
                  <a:pt x="548" y="744"/>
                </a:lnTo>
                <a:lnTo>
                  <a:pt x="549" y="742"/>
                </a:lnTo>
                <a:lnTo>
                  <a:pt x="548" y="740"/>
                </a:lnTo>
                <a:lnTo>
                  <a:pt x="546" y="741"/>
                </a:lnTo>
                <a:lnTo>
                  <a:pt x="545" y="741"/>
                </a:lnTo>
                <a:lnTo>
                  <a:pt x="544" y="740"/>
                </a:lnTo>
                <a:lnTo>
                  <a:pt x="543" y="741"/>
                </a:lnTo>
                <a:lnTo>
                  <a:pt x="541" y="741"/>
                </a:lnTo>
                <a:lnTo>
                  <a:pt x="541" y="742"/>
                </a:lnTo>
                <a:lnTo>
                  <a:pt x="540" y="742"/>
                </a:lnTo>
                <a:lnTo>
                  <a:pt x="539" y="742"/>
                </a:lnTo>
                <a:lnTo>
                  <a:pt x="536" y="741"/>
                </a:lnTo>
                <a:lnTo>
                  <a:pt x="535" y="742"/>
                </a:lnTo>
                <a:lnTo>
                  <a:pt x="535" y="743"/>
                </a:lnTo>
                <a:lnTo>
                  <a:pt x="534" y="744"/>
                </a:lnTo>
                <a:lnTo>
                  <a:pt x="533" y="744"/>
                </a:lnTo>
                <a:lnTo>
                  <a:pt x="530" y="742"/>
                </a:lnTo>
                <a:lnTo>
                  <a:pt x="530" y="740"/>
                </a:lnTo>
                <a:lnTo>
                  <a:pt x="528" y="740"/>
                </a:lnTo>
                <a:lnTo>
                  <a:pt x="525" y="739"/>
                </a:lnTo>
                <a:lnTo>
                  <a:pt x="525" y="738"/>
                </a:lnTo>
                <a:lnTo>
                  <a:pt x="525" y="739"/>
                </a:lnTo>
                <a:lnTo>
                  <a:pt x="523" y="739"/>
                </a:lnTo>
                <a:lnTo>
                  <a:pt x="523" y="740"/>
                </a:lnTo>
                <a:lnTo>
                  <a:pt x="522" y="740"/>
                </a:lnTo>
                <a:lnTo>
                  <a:pt x="522" y="742"/>
                </a:lnTo>
                <a:lnTo>
                  <a:pt x="521" y="744"/>
                </a:lnTo>
                <a:lnTo>
                  <a:pt x="520" y="744"/>
                </a:lnTo>
                <a:lnTo>
                  <a:pt x="519" y="743"/>
                </a:lnTo>
                <a:lnTo>
                  <a:pt x="517" y="741"/>
                </a:lnTo>
                <a:lnTo>
                  <a:pt x="516" y="742"/>
                </a:lnTo>
                <a:lnTo>
                  <a:pt x="516" y="743"/>
                </a:lnTo>
                <a:lnTo>
                  <a:pt x="516" y="746"/>
                </a:lnTo>
                <a:lnTo>
                  <a:pt x="516" y="747"/>
                </a:lnTo>
                <a:lnTo>
                  <a:pt x="514" y="747"/>
                </a:lnTo>
                <a:lnTo>
                  <a:pt x="513" y="747"/>
                </a:lnTo>
                <a:lnTo>
                  <a:pt x="512" y="746"/>
                </a:lnTo>
                <a:lnTo>
                  <a:pt x="511" y="746"/>
                </a:lnTo>
                <a:lnTo>
                  <a:pt x="510" y="746"/>
                </a:lnTo>
                <a:lnTo>
                  <a:pt x="510" y="747"/>
                </a:lnTo>
                <a:lnTo>
                  <a:pt x="509" y="747"/>
                </a:lnTo>
                <a:lnTo>
                  <a:pt x="508" y="748"/>
                </a:lnTo>
                <a:lnTo>
                  <a:pt x="507" y="748"/>
                </a:lnTo>
                <a:lnTo>
                  <a:pt x="507" y="747"/>
                </a:lnTo>
                <a:lnTo>
                  <a:pt x="506" y="747"/>
                </a:lnTo>
                <a:lnTo>
                  <a:pt x="504" y="747"/>
                </a:lnTo>
                <a:lnTo>
                  <a:pt x="503" y="747"/>
                </a:lnTo>
                <a:lnTo>
                  <a:pt x="501" y="749"/>
                </a:lnTo>
                <a:lnTo>
                  <a:pt x="500" y="749"/>
                </a:lnTo>
                <a:lnTo>
                  <a:pt x="500" y="748"/>
                </a:lnTo>
                <a:lnTo>
                  <a:pt x="499" y="747"/>
                </a:lnTo>
                <a:lnTo>
                  <a:pt x="498" y="747"/>
                </a:lnTo>
                <a:lnTo>
                  <a:pt x="498" y="748"/>
                </a:lnTo>
                <a:lnTo>
                  <a:pt x="498" y="749"/>
                </a:lnTo>
                <a:lnTo>
                  <a:pt x="499" y="751"/>
                </a:lnTo>
                <a:lnTo>
                  <a:pt x="499" y="753"/>
                </a:lnTo>
                <a:lnTo>
                  <a:pt x="500" y="753"/>
                </a:lnTo>
                <a:lnTo>
                  <a:pt x="499" y="754"/>
                </a:lnTo>
                <a:lnTo>
                  <a:pt x="499" y="757"/>
                </a:lnTo>
                <a:lnTo>
                  <a:pt x="499" y="759"/>
                </a:lnTo>
                <a:lnTo>
                  <a:pt x="499" y="760"/>
                </a:lnTo>
                <a:lnTo>
                  <a:pt x="499" y="761"/>
                </a:lnTo>
                <a:lnTo>
                  <a:pt x="499" y="762"/>
                </a:lnTo>
                <a:lnTo>
                  <a:pt x="500" y="762"/>
                </a:lnTo>
                <a:lnTo>
                  <a:pt x="500" y="763"/>
                </a:lnTo>
                <a:lnTo>
                  <a:pt x="500" y="764"/>
                </a:lnTo>
                <a:lnTo>
                  <a:pt x="500" y="765"/>
                </a:lnTo>
                <a:lnTo>
                  <a:pt x="500" y="767"/>
                </a:lnTo>
                <a:lnTo>
                  <a:pt x="501" y="767"/>
                </a:lnTo>
                <a:lnTo>
                  <a:pt x="501" y="768"/>
                </a:lnTo>
                <a:lnTo>
                  <a:pt x="501" y="769"/>
                </a:lnTo>
                <a:lnTo>
                  <a:pt x="501" y="771"/>
                </a:lnTo>
                <a:lnTo>
                  <a:pt x="502" y="773"/>
                </a:lnTo>
                <a:lnTo>
                  <a:pt x="502" y="774"/>
                </a:lnTo>
                <a:lnTo>
                  <a:pt x="500" y="774"/>
                </a:lnTo>
                <a:lnTo>
                  <a:pt x="498" y="774"/>
                </a:lnTo>
                <a:lnTo>
                  <a:pt x="495" y="773"/>
                </a:lnTo>
                <a:lnTo>
                  <a:pt x="489" y="772"/>
                </a:lnTo>
                <a:lnTo>
                  <a:pt x="488" y="772"/>
                </a:lnTo>
                <a:lnTo>
                  <a:pt x="487" y="772"/>
                </a:lnTo>
                <a:lnTo>
                  <a:pt x="485" y="771"/>
                </a:lnTo>
                <a:lnTo>
                  <a:pt x="483" y="772"/>
                </a:lnTo>
                <a:lnTo>
                  <a:pt x="483" y="773"/>
                </a:lnTo>
                <a:lnTo>
                  <a:pt x="483" y="774"/>
                </a:lnTo>
                <a:lnTo>
                  <a:pt x="483" y="775"/>
                </a:lnTo>
                <a:lnTo>
                  <a:pt x="483" y="776"/>
                </a:lnTo>
                <a:lnTo>
                  <a:pt x="482" y="778"/>
                </a:lnTo>
                <a:lnTo>
                  <a:pt x="481" y="779"/>
                </a:lnTo>
                <a:lnTo>
                  <a:pt x="480" y="779"/>
                </a:lnTo>
                <a:lnTo>
                  <a:pt x="480" y="780"/>
                </a:lnTo>
                <a:lnTo>
                  <a:pt x="480" y="781"/>
                </a:lnTo>
                <a:lnTo>
                  <a:pt x="479" y="782"/>
                </a:lnTo>
                <a:lnTo>
                  <a:pt x="478" y="783"/>
                </a:lnTo>
                <a:lnTo>
                  <a:pt x="477" y="783"/>
                </a:lnTo>
                <a:lnTo>
                  <a:pt x="476" y="784"/>
                </a:lnTo>
                <a:lnTo>
                  <a:pt x="475" y="785"/>
                </a:lnTo>
                <a:lnTo>
                  <a:pt x="474" y="785"/>
                </a:lnTo>
                <a:lnTo>
                  <a:pt x="473" y="784"/>
                </a:lnTo>
                <a:lnTo>
                  <a:pt x="472" y="784"/>
                </a:lnTo>
                <a:lnTo>
                  <a:pt x="471" y="787"/>
                </a:lnTo>
                <a:lnTo>
                  <a:pt x="471" y="788"/>
                </a:lnTo>
                <a:lnTo>
                  <a:pt x="470" y="790"/>
                </a:lnTo>
                <a:lnTo>
                  <a:pt x="470" y="791"/>
                </a:lnTo>
                <a:lnTo>
                  <a:pt x="469" y="791"/>
                </a:lnTo>
                <a:lnTo>
                  <a:pt x="466" y="791"/>
                </a:lnTo>
                <a:lnTo>
                  <a:pt x="464" y="790"/>
                </a:lnTo>
                <a:lnTo>
                  <a:pt x="463" y="789"/>
                </a:lnTo>
                <a:lnTo>
                  <a:pt x="462" y="789"/>
                </a:lnTo>
                <a:lnTo>
                  <a:pt x="462" y="790"/>
                </a:lnTo>
                <a:lnTo>
                  <a:pt x="461" y="791"/>
                </a:lnTo>
                <a:lnTo>
                  <a:pt x="459" y="791"/>
                </a:lnTo>
                <a:lnTo>
                  <a:pt x="458" y="791"/>
                </a:lnTo>
                <a:lnTo>
                  <a:pt x="457" y="790"/>
                </a:lnTo>
                <a:lnTo>
                  <a:pt x="455" y="791"/>
                </a:lnTo>
                <a:lnTo>
                  <a:pt x="454" y="792"/>
                </a:lnTo>
                <a:lnTo>
                  <a:pt x="453" y="792"/>
                </a:lnTo>
                <a:lnTo>
                  <a:pt x="452" y="791"/>
                </a:lnTo>
                <a:lnTo>
                  <a:pt x="452" y="790"/>
                </a:lnTo>
                <a:lnTo>
                  <a:pt x="452" y="789"/>
                </a:lnTo>
                <a:lnTo>
                  <a:pt x="450" y="788"/>
                </a:lnTo>
                <a:lnTo>
                  <a:pt x="449" y="788"/>
                </a:lnTo>
                <a:lnTo>
                  <a:pt x="448" y="788"/>
                </a:lnTo>
                <a:lnTo>
                  <a:pt x="447" y="787"/>
                </a:lnTo>
                <a:lnTo>
                  <a:pt x="447" y="786"/>
                </a:lnTo>
                <a:lnTo>
                  <a:pt x="447" y="785"/>
                </a:lnTo>
                <a:lnTo>
                  <a:pt x="444" y="782"/>
                </a:lnTo>
                <a:lnTo>
                  <a:pt x="443" y="781"/>
                </a:lnTo>
                <a:lnTo>
                  <a:pt x="442" y="782"/>
                </a:lnTo>
                <a:lnTo>
                  <a:pt x="442" y="783"/>
                </a:lnTo>
                <a:lnTo>
                  <a:pt x="441" y="783"/>
                </a:lnTo>
                <a:lnTo>
                  <a:pt x="441" y="782"/>
                </a:lnTo>
                <a:lnTo>
                  <a:pt x="441" y="781"/>
                </a:lnTo>
                <a:lnTo>
                  <a:pt x="441" y="780"/>
                </a:lnTo>
                <a:lnTo>
                  <a:pt x="441" y="779"/>
                </a:lnTo>
                <a:lnTo>
                  <a:pt x="440" y="778"/>
                </a:lnTo>
                <a:lnTo>
                  <a:pt x="439" y="778"/>
                </a:lnTo>
                <a:lnTo>
                  <a:pt x="438" y="778"/>
                </a:lnTo>
                <a:lnTo>
                  <a:pt x="438" y="779"/>
                </a:lnTo>
                <a:lnTo>
                  <a:pt x="437" y="779"/>
                </a:lnTo>
                <a:lnTo>
                  <a:pt x="437" y="777"/>
                </a:lnTo>
                <a:lnTo>
                  <a:pt x="436" y="776"/>
                </a:lnTo>
                <a:lnTo>
                  <a:pt x="436" y="775"/>
                </a:lnTo>
                <a:lnTo>
                  <a:pt x="436" y="774"/>
                </a:lnTo>
                <a:lnTo>
                  <a:pt x="436" y="773"/>
                </a:lnTo>
                <a:lnTo>
                  <a:pt x="434" y="772"/>
                </a:lnTo>
                <a:lnTo>
                  <a:pt x="433" y="771"/>
                </a:lnTo>
                <a:lnTo>
                  <a:pt x="431" y="770"/>
                </a:lnTo>
                <a:lnTo>
                  <a:pt x="430" y="771"/>
                </a:lnTo>
                <a:lnTo>
                  <a:pt x="428" y="771"/>
                </a:lnTo>
                <a:lnTo>
                  <a:pt x="427" y="771"/>
                </a:lnTo>
                <a:lnTo>
                  <a:pt x="426" y="771"/>
                </a:lnTo>
                <a:lnTo>
                  <a:pt x="426" y="772"/>
                </a:lnTo>
                <a:lnTo>
                  <a:pt x="425" y="773"/>
                </a:lnTo>
                <a:lnTo>
                  <a:pt x="424" y="773"/>
                </a:lnTo>
                <a:lnTo>
                  <a:pt x="423" y="774"/>
                </a:lnTo>
                <a:lnTo>
                  <a:pt x="422" y="774"/>
                </a:lnTo>
                <a:lnTo>
                  <a:pt x="422" y="775"/>
                </a:lnTo>
                <a:lnTo>
                  <a:pt x="423" y="775"/>
                </a:lnTo>
                <a:lnTo>
                  <a:pt x="423" y="774"/>
                </a:lnTo>
                <a:lnTo>
                  <a:pt x="424" y="774"/>
                </a:lnTo>
                <a:lnTo>
                  <a:pt x="424" y="775"/>
                </a:lnTo>
                <a:lnTo>
                  <a:pt x="424" y="776"/>
                </a:lnTo>
                <a:lnTo>
                  <a:pt x="423" y="776"/>
                </a:lnTo>
                <a:lnTo>
                  <a:pt x="422" y="776"/>
                </a:lnTo>
                <a:lnTo>
                  <a:pt x="421" y="777"/>
                </a:lnTo>
                <a:lnTo>
                  <a:pt x="421" y="778"/>
                </a:lnTo>
                <a:lnTo>
                  <a:pt x="420" y="777"/>
                </a:lnTo>
                <a:lnTo>
                  <a:pt x="420" y="776"/>
                </a:lnTo>
                <a:lnTo>
                  <a:pt x="420" y="774"/>
                </a:lnTo>
                <a:lnTo>
                  <a:pt x="419" y="774"/>
                </a:lnTo>
                <a:lnTo>
                  <a:pt x="419" y="775"/>
                </a:lnTo>
                <a:lnTo>
                  <a:pt x="418" y="776"/>
                </a:lnTo>
                <a:lnTo>
                  <a:pt x="417" y="776"/>
                </a:lnTo>
                <a:lnTo>
                  <a:pt x="416" y="777"/>
                </a:lnTo>
                <a:lnTo>
                  <a:pt x="415" y="778"/>
                </a:lnTo>
                <a:lnTo>
                  <a:pt x="415" y="779"/>
                </a:lnTo>
                <a:lnTo>
                  <a:pt x="416" y="779"/>
                </a:lnTo>
                <a:lnTo>
                  <a:pt x="417" y="778"/>
                </a:lnTo>
                <a:lnTo>
                  <a:pt x="418" y="778"/>
                </a:lnTo>
                <a:lnTo>
                  <a:pt x="419" y="779"/>
                </a:lnTo>
                <a:lnTo>
                  <a:pt x="420" y="779"/>
                </a:lnTo>
                <a:lnTo>
                  <a:pt x="420" y="780"/>
                </a:lnTo>
                <a:lnTo>
                  <a:pt x="420" y="781"/>
                </a:lnTo>
                <a:lnTo>
                  <a:pt x="419" y="782"/>
                </a:lnTo>
                <a:lnTo>
                  <a:pt x="418" y="782"/>
                </a:lnTo>
                <a:lnTo>
                  <a:pt x="417" y="783"/>
                </a:lnTo>
                <a:lnTo>
                  <a:pt x="416" y="783"/>
                </a:lnTo>
                <a:lnTo>
                  <a:pt x="415" y="783"/>
                </a:lnTo>
                <a:lnTo>
                  <a:pt x="415" y="784"/>
                </a:lnTo>
                <a:lnTo>
                  <a:pt x="416" y="785"/>
                </a:lnTo>
                <a:lnTo>
                  <a:pt x="416" y="786"/>
                </a:lnTo>
                <a:lnTo>
                  <a:pt x="416" y="787"/>
                </a:lnTo>
                <a:lnTo>
                  <a:pt x="416" y="788"/>
                </a:lnTo>
                <a:lnTo>
                  <a:pt x="416" y="789"/>
                </a:lnTo>
                <a:lnTo>
                  <a:pt x="415" y="790"/>
                </a:lnTo>
                <a:lnTo>
                  <a:pt x="414" y="790"/>
                </a:lnTo>
                <a:lnTo>
                  <a:pt x="414" y="791"/>
                </a:lnTo>
                <a:lnTo>
                  <a:pt x="415" y="792"/>
                </a:lnTo>
                <a:lnTo>
                  <a:pt x="415" y="793"/>
                </a:lnTo>
                <a:lnTo>
                  <a:pt x="416" y="793"/>
                </a:lnTo>
                <a:lnTo>
                  <a:pt x="416" y="794"/>
                </a:lnTo>
                <a:lnTo>
                  <a:pt x="416" y="795"/>
                </a:lnTo>
                <a:lnTo>
                  <a:pt x="416" y="796"/>
                </a:lnTo>
                <a:lnTo>
                  <a:pt x="415" y="796"/>
                </a:lnTo>
                <a:lnTo>
                  <a:pt x="415" y="797"/>
                </a:lnTo>
                <a:lnTo>
                  <a:pt x="415" y="799"/>
                </a:lnTo>
                <a:lnTo>
                  <a:pt x="415" y="800"/>
                </a:lnTo>
                <a:lnTo>
                  <a:pt x="414" y="800"/>
                </a:lnTo>
                <a:lnTo>
                  <a:pt x="413" y="802"/>
                </a:lnTo>
                <a:lnTo>
                  <a:pt x="412" y="802"/>
                </a:lnTo>
                <a:lnTo>
                  <a:pt x="412" y="801"/>
                </a:lnTo>
                <a:lnTo>
                  <a:pt x="412" y="800"/>
                </a:lnTo>
                <a:lnTo>
                  <a:pt x="411" y="800"/>
                </a:lnTo>
                <a:lnTo>
                  <a:pt x="410" y="800"/>
                </a:lnTo>
                <a:lnTo>
                  <a:pt x="409" y="801"/>
                </a:lnTo>
                <a:lnTo>
                  <a:pt x="408" y="804"/>
                </a:lnTo>
                <a:lnTo>
                  <a:pt x="408" y="805"/>
                </a:lnTo>
                <a:lnTo>
                  <a:pt x="407" y="805"/>
                </a:lnTo>
                <a:lnTo>
                  <a:pt x="406" y="805"/>
                </a:lnTo>
                <a:lnTo>
                  <a:pt x="404" y="805"/>
                </a:lnTo>
                <a:lnTo>
                  <a:pt x="403" y="805"/>
                </a:lnTo>
                <a:lnTo>
                  <a:pt x="401" y="805"/>
                </a:lnTo>
                <a:lnTo>
                  <a:pt x="401" y="806"/>
                </a:lnTo>
                <a:lnTo>
                  <a:pt x="400" y="805"/>
                </a:lnTo>
                <a:lnTo>
                  <a:pt x="400" y="804"/>
                </a:lnTo>
                <a:lnTo>
                  <a:pt x="399" y="802"/>
                </a:lnTo>
                <a:lnTo>
                  <a:pt x="398" y="801"/>
                </a:lnTo>
                <a:lnTo>
                  <a:pt x="398" y="800"/>
                </a:lnTo>
                <a:lnTo>
                  <a:pt x="398" y="799"/>
                </a:lnTo>
                <a:lnTo>
                  <a:pt x="398" y="798"/>
                </a:lnTo>
                <a:lnTo>
                  <a:pt x="398" y="797"/>
                </a:lnTo>
                <a:lnTo>
                  <a:pt x="398" y="796"/>
                </a:lnTo>
                <a:lnTo>
                  <a:pt x="397" y="795"/>
                </a:lnTo>
                <a:lnTo>
                  <a:pt x="396" y="794"/>
                </a:lnTo>
                <a:lnTo>
                  <a:pt x="396" y="793"/>
                </a:lnTo>
                <a:lnTo>
                  <a:pt x="395" y="792"/>
                </a:lnTo>
                <a:lnTo>
                  <a:pt x="395" y="791"/>
                </a:lnTo>
                <a:lnTo>
                  <a:pt x="394" y="789"/>
                </a:lnTo>
                <a:lnTo>
                  <a:pt x="394" y="788"/>
                </a:lnTo>
                <a:lnTo>
                  <a:pt x="394" y="787"/>
                </a:lnTo>
                <a:lnTo>
                  <a:pt x="393" y="786"/>
                </a:lnTo>
                <a:lnTo>
                  <a:pt x="393" y="785"/>
                </a:lnTo>
                <a:lnTo>
                  <a:pt x="394" y="784"/>
                </a:lnTo>
                <a:lnTo>
                  <a:pt x="394" y="783"/>
                </a:lnTo>
                <a:lnTo>
                  <a:pt x="394" y="782"/>
                </a:lnTo>
                <a:lnTo>
                  <a:pt x="395" y="781"/>
                </a:lnTo>
                <a:lnTo>
                  <a:pt x="395" y="780"/>
                </a:lnTo>
                <a:lnTo>
                  <a:pt x="394" y="779"/>
                </a:lnTo>
                <a:lnTo>
                  <a:pt x="394" y="778"/>
                </a:lnTo>
                <a:lnTo>
                  <a:pt x="392" y="776"/>
                </a:lnTo>
                <a:lnTo>
                  <a:pt x="391" y="775"/>
                </a:lnTo>
                <a:lnTo>
                  <a:pt x="390" y="774"/>
                </a:lnTo>
                <a:lnTo>
                  <a:pt x="390" y="773"/>
                </a:lnTo>
                <a:lnTo>
                  <a:pt x="389" y="772"/>
                </a:lnTo>
                <a:lnTo>
                  <a:pt x="389" y="771"/>
                </a:lnTo>
                <a:lnTo>
                  <a:pt x="388" y="770"/>
                </a:lnTo>
                <a:lnTo>
                  <a:pt x="388" y="769"/>
                </a:lnTo>
                <a:lnTo>
                  <a:pt x="388" y="768"/>
                </a:lnTo>
                <a:lnTo>
                  <a:pt x="387" y="767"/>
                </a:lnTo>
                <a:lnTo>
                  <a:pt x="387" y="766"/>
                </a:lnTo>
                <a:lnTo>
                  <a:pt x="385" y="764"/>
                </a:lnTo>
                <a:lnTo>
                  <a:pt x="385" y="763"/>
                </a:lnTo>
                <a:lnTo>
                  <a:pt x="382" y="764"/>
                </a:lnTo>
                <a:lnTo>
                  <a:pt x="382" y="765"/>
                </a:lnTo>
                <a:lnTo>
                  <a:pt x="381" y="765"/>
                </a:lnTo>
                <a:lnTo>
                  <a:pt x="380" y="765"/>
                </a:lnTo>
                <a:lnTo>
                  <a:pt x="379" y="765"/>
                </a:lnTo>
                <a:lnTo>
                  <a:pt x="379" y="764"/>
                </a:lnTo>
                <a:lnTo>
                  <a:pt x="380" y="763"/>
                </a:lnTo>
                <a:lnTo>
                  <a:pt x="381" y="762"/>
                </a:lnTo>
                <a:lnTo>
                  <a:pt x="382" y="761"/>
                </a:lnTo>
                <a:lnTo>
                  <a:pt x="380" y="761"/>
                </a:lnTo>
                <a:lnTo>
                  <a:pt x="379" y="762"/>
                </a:lnTo>
                <a:lnTo>
                  <a:pt x="378" y="762"/>
                </a:lnTo>
                <a:lnTo>
                  <a:pt x="377" y="762"/>
                </a:lnTo>
                <a:lnTo>
                  <a:pt x="376" y="762"/>
                </a:lnTo>
                <a:lnTo>
                  <a:pt x="376" y="761"/>
                </a:lnTo>
                <a:lnTo>
                  <a:pt x="377" y="760"/>
                </a:lnTo>
                <a:lnTo>
                  <a:pt x="379" y="760"/>
                </a:lnTo>
                <a:lnTo>
                  <a:pt x="380" y="759"/>
                </a:lnTo>
                <a:lnTo>
                  <a:pt x="381" y="759"/>
                </a:lnTo>
                <a:lnTo>
                  <a:pt x="381" y="757"/>
                </a:lnTo>
                <a:lnTo>
                  <a:pt x="380" y="756"/>
                </a:lnTo>
                <a:lnTo>
                  <a:pt x="379" y="757"/>
                </a:lnTo>
                <a:lnTo>
                  <a:pt x="378" y="757"/>
                </a:lnTo>
                <a:lnTo>
                  <a:pt x="378" y="756"/>
                </a:lnTo>
                <a:lnTo>
                  <a:pt x="378" y="755"/>
                </a:lnTo>
                <a:lnTo>
                  <a:pt x="378" y="754"/>
                </a:lnTo>
                <a:lnTo>
                  <a:pt x="379" y="754"/>
                </a:lnTo>
                <a:lnTo>
                  <a:pt x="379" y="753"/>
                </a:lnTo>
                <a:lnTo>
                  <a:pt x="378" y="751"/>
                </a:lnTo>
                <a:lnTo>
                  <a:pt x="377" y="751"/>
                </a:lnTo>
                <a:lnTo>
                  <a:pt x="376" y="749"/>
                </a:lnTo>
                <a:lnTo>
                  <a:pt x="375" y="749"/>
                </a:lnTo>
                <a:lnTo>
                  <a:pt x="374" y="747"/>
                </a:lnTo>
                <a:lnTo>
                  <a:pt x="373" y="747"/>
                </a:lnTo>
                <a:lnTo>
                  <a:pt x="373" y="746"/>
                </a:lnTo>
                <a:lnTo>
                  <a:pt x="372" y="746"/>
                </a:lnTo>
                <a:lnTo>
                  <a:pt x="372" y="745"/>
                </a:lnTo>
                <a:lnTo>
                  <a:pt x="370" y="744"/>
                </a:lnTo>
                <a:lnTo>
                  <a:pt x="370" y="743"/>
                </a:lnTo>
                <a:lnTo>
                  <a:pt x="369" y="743"/>
                </a:lnTo>
                <a:lnTo>
                  <a:pt x="369" y="742"/>
                </a:lnTo>
                <a:lnTo>
                  <a:pt x="368" y="742"/>
                </a:lnTo>
                <a:lnTo>
                  <a:pt x="368" y="741"/>
                </a:lnTo>
                <a:lnTo>
                  <a:pt x="368" y="740"/>
                </a:lnTo>
                <a:lnTo>
                  <a:pt x="367" y="740"/>
                </a:lnTo>
                <a:lnTo>
                  <a:pt x="366" y="740"/>
                </a:lnTo>
                <a:lnTo>
                  <a:pt x="365" y="740"/>
                </a:lnTo>
                <a:lnTo>
                  <a:pt x="365" y="741"/>
                </a:lnTo>
                <a:lnTo>
                  <a:pt x="363" y="741"/>
                </a:lnTo>
                <a:lnTo>
                  <a:pt x="361" y="742"/>
                </a:lnTo>
                <a:lnTo>
                  <a:pt x="361" y="741"/>
                </a:lnTo>
                <a:lnTo>
                  <a:pt x="361" y="739"/>
                </a:lnTo>
                <a:lnTo>
                  <a:pt x="360" y="739"/>
                </a:lnTo>
                <a:lnTo>
                  <a:pt x="359" y="738"/>
                </a:lnTo>
                <a:lnTo>
                  <a:pt x="356" y="736"/>
                </a:lnTo>
                <a:lnTo>
                  <a:pt x="356" y="734"/>
                </a:lnTo>
                <a:lnTo>
                  <a:pt x="356" y="733"/>
                </a:lnTo>
                <a:lnTo>
                  <a:pt x="357" y="733"/>
                </a:lnTo>
                <a:lnTo>
                  <a:pt x="359" y="732"/>
                </a:lnTo>
                <a:lnTo>
                  <a:pt x="360" y="733"/>
                </a:lnTo>
                <a:lnTo>
                  <a:pt x="361" y="733"/>
                </a:lnTo>
                <a:lnTo>
                  <a:pt x="360" y="732"/>
                </a:lnTo>
                <a:lnTo>
                  <a:pt x="359" y="729"/>
                </a:lnTo>
                <a:lnTo>
                  <a:pt x="358" y="728"/>
                </a:lnTo>
                <a:lnTo>
                  <a:pt x="358" y="726"/>
                </a:lnTo>
                <a:lnTo>
                  <a:pt x="357" y="725"/>
                </a:lnTo>
                <a:lnTo>
                  <a:pt x="356" y="725"/>
                </a:lnTo>
                <a:lnTo>
                  <a:pt x="354" y="726"/>
                </a:lnTo>
                <a:lnTo>
                  <a:pt x="352" y="726"/>
                </a:lnTo>
                <a:lnTo>
                  <a:pt x="351" y="726"/>
                </a:lnTo>
                <a:lnTo>
                  <a:pt x="351" y="725"/>
                </a:lnTo>
                <a:lnTo>
                  <a:pt x="350" y="724"/>
                </a:lnTo>
                <a:lnTo>
                  <a:pt x="352" y="722"/>
                </a:lnTo>
                <a:lnTo>
                  <a:pt x="353" y="722"/>
                </a:lnTo>
                <a:lnTo>
                  <a:pt x="355" y="721"/>
                </a:lnTo>
                <a:lnTo>
                  <a:pt x="357" y="721"/>
                </a:lnTo>
                <a:lnTo>
                  <a:pt x="357" y="720"/>
                </a:lnTo>
                <a:lnTo>
                  <a:pt x="356" y="720"/>
                </a:lnTo>
                <a:lnTo>
                  <a:pt x="355" y="721"/>
                </a:lnTo>
                <a:lnTo>
                  <a:pt x="354" y="721"/>
                </a:lnTo>
                <a:lnTo>
                  <a:pt x="353" y="720"/>
                </a:lnTo>
                <a:lnTo>
                  <a:pt x="352" y="720"/>
                </a:lnTo>
                <a:lnTo>
                  <a:pt x="351" y="719"/>
                </a:lnTo>
                <a:lnTo>
                  <a:pt x="350" y="720"/>
                </a:lnTo>
                <a:lnTo>
                  <a:pt x="349" y="720"/>
                </a:lnTo>
                <a:lnTo>
                  <a:pt x="349" y="719"/>
                </a:lnTo>
                <a:lnTo>
                  <a:pt x="349" y="718"/>
                </a:lnTo>
                <a:lnTo>
                  <a:pt x="349" y="717"/>
                </a:lnTo>
                <a:lnTo>
                  <a:pt x="349" y="715"/>
                </a:lnTo>
                <a:lnTo>
                  <a:pt x="349" y="714"/>
                </a:lnTo>
                <a:lnTo>
                  <a:pt x="346" y="713"/>
                </a:lnTo>
                <a:lnTo>
                  <a:pt x="346" y="714"/>
                </a:lnTo>
                <a:lnTo>
                  <a:pt x="346" y="715"/>
                </a:lnTo>
                <a:lnTo>
                  <a:pt x="345" y="715"/>
                </a:lnTo>
                <a:lnTo>
                  <a:pt x="344" y="715"/>
                </a:lnTo>
                <a:lnTo>
                  <a:pt x="344" y="713"/>
                </a:lnTo>
                <a:lnTo>
                  <a:pt x="345" y="713"/>
                </a:lnTo>
                <a:lnTo>
                  <a:pt x="344" y="712"/>
                </a:lnTo>
                <a:lnTo>
                  <a:pt x="343" y="711"/>
                </a:lnTo>
                <a:lnTo>
                  <a:pt x="336" y="707"/>
                </a:lnTo>
                <a:lnTo>
                  <a:pt x="335" y="707"/>
                </a:lnTo>
                <a:lnTo>
                  <a:pt x="335" y="706"/>
                </a:lnTo>
                <a:lnTo>
                  <a:pt x="334" y="706"/>
                </a:lnTo>
                <a:lnTo>
                  <a:pt x="333" y="706"/>
                </a:lnTo>
                <a:lnTo>
                  <a:pt x="334" y="709"/>
                </a:lnTo>
                <a:lnTo>
                  <a:pt x="335" y="709"/>
                </a:lnTo>
                <a:lnTo>
                  <a:pt x="335" y="708"/>
                </a:lnTo>
                <a:lnTo>
                  <a:pt x="336" y="708"/>
                </a:lnTo>
                <a:lnTo>
                  <a:pt x="337" y="708"/>
                </a:lnTo>
                <a:lnTo>
                  <a:pt x="337" y="709"/>
                </a:lnTo>
                <a:lnTo>
                  <a:pt x="338" y="710"/>
                </a:lnTo>
                <a:lnTo>
                  <a:pt x="337" y="711"/>
                </a:lnTo>
                <a:lnTo>
                  <a:pt x="335" y="711"/>
                </a:lnTo>
                <a:lnTo>
                  <a:pt x="333" y="711"/>
                </a:lnTo>
                <a:lnTo>
                  <a:pt x="333" y="710"/>
                </a:lnTo>
                <a:lnTo>
                  <a:pt x="334" y="710"/>
                </a:lnTo>
                <a:lnTo>
                  <a:pt x="334" y="709"/>
                </a:lnTo>
                <a:lnTo>
                  <a:pt x="333" y="706"/>
                </a:lnTo>
                <a:lnTo>
                  <a:pt x="332" y="705"/>
                </a:lnTo>
                <a:lnTo>
                  <a:pt x="328" y="703"/>
                </a:lnTo>
                <a:lnTo>
                  <a:pt x="328" y="704"/>
                </a:lnTo>
                <a:lnTo>
                  <a:pt x="329" y="709"/>
                </a:lnTo>
                <a:lnTo>
                  <a:pt x="329" y="710"/>
                </a:lnTo>
                <a:lnTo>
                  <a:pt x="330" y="710"/>
                </a:lnTo>
                <a:lnTo>
                  <a:pt x="330" y="711"/>
                </a:lnTo>
                <a:lnTo>
                  <a:pt x="329" y="711"/>
                </a:lnTo>
                <a:lnTo>
                  <a:pt x="328" y="711"/>
                </a:lnTo>
                <a:lnTo>
                  <a:pt x="328" y="710"/>
                </a:lnTo>
                <a:lnTo>
                  <a:pt x="328" y="709"/>
                </a:lnTo>
                <a:lnTo>
                  <a:pt x="328" y="705"/>
                </a:lnTo>
                <a:lnTo>
                  <a:pt x="327" y="703"/>
                </a:lnTo>
                <a:lnTo>
                  <a:pt x="327" y="702"/>
                </a:lnTo>
                <a:lnTo>
                  <a:pt x="325" y="702"/>
                </a:lnTo>
                <a:lnTo>
                  <a:pt x="324" y="703"/>
                </a:lnTo>
                <a:lnTo>
                  <a:pt x="324" y="704"/>
                </a:lnTo>
                <a:lnTo>
                  <a:pt x="324" y="705"/>
                </a:lnTo>
                <a:lnTo>
                  <a:pt x="324" y="707"/>
                </a:lnTo>
                <a:lnTo>
                  <a:pt x="325" y="707"/>
                </a:lnTo>
                <a:lnTo>
                  <a:pt x="325" y="708"/>
                </a:lnTo>
                <a:lnTo>
                  <a:pt x="325" y="709"/>
                </a:lnTo>
                <a:lnTo>
                  <a:pt x="325" y="710"/>
                </a:lnTo>
                <a:lnTo>
                  <a:pt x="325" y="711"/>
                </a:lnTo>
                <a:lnTo>
                  <a:pt x="325" y="712"/>
                </a:lnTo>
                <a:lnTo>
                  <a:pt x="325" y="714"/>
                </a:lnTo>
                <a:lnTo>
                  <a:pt x="324" y="714"/>
                </a:lnTo>
                <a:lnTo>
                  <a:pt x="323" y="714"/>
                </a:lnTo>
                <a:lnTo>
                  <a:pt x="322" y="715"/>
                </a:lnTo>
                <a:lnTo>
                  <a:pt x="321" y="716"/>
                </a:lnTo>
                <a:lnTo>
                  <a:pt x="320" y="716"/>
                </a:lnTo>
                <a:lnTo>
                  <a:pt x="321" y="715"/>
                </a:lnTo>
                <a:lnTo>
                  <a:pt x="321" y="714"/>
                </a:lnTo>
                <a:lnTo>
                  <a:pt x="320" y="714"/>
                </a:lnTo>
                <a:lnTo>
                  <a:pt x="319" y="714"/>
                </a:lnTo>
                <a:lnTo>
                  <a:pt x="317" y="713"/>
                </a:lnTo>
                <a:lnTo>
                  <a:pt x="316" y="713"/>
                </a:lnTo>
                <a:lnTo>
                  <a:pt x="315" y="713"/>
                </a:lnTo>
                <a:lnTo>
                  <a:pt x="314" y="712"/>
                </a:lnTo>
                <a:lnTo>
                  <a:pt x="313" y="712"/>
                </a:lnTo>
                <a:lnTo>
                  <a:pt x="312" y="711"/>
                </a:lnTo>
                <a:lnTo>
                  <a:pt x="310" y="711"/>
                </a:lnTo>
                <a:lnTo>
                  <a:pt x="308" y="711"/>
                </a:lnTo>
                <a:lnTo>
                  <a:pt x="308" y="712"/>
                </a:lnTo>
                <a:lnTo>
                  <a:pt x="305" y="713"/>
                </a:lnTo>
                <a:lnTo>
                  <a:pt x="304" y="713"/>
                </a:lnTo>
                <a:lnTo>
                  <a:pt x="305" y="713"/>
                </a:lnTo>
                <a:lnTo>
                  <a:pt x="305" y="714"/>
                </a:lnTo>
                <a:lnTo>
                  <a:pt x="304" y="714"/>
                </a:lnTo>
                <a:lnTo>
                  <a:pt x="303" y="714"/>
                </a:lnTo>
                <a:lnTo>
                  <a:pt x="302" y="713"/>
                </a:lnTo>
                <a:lnTo>
                  <a:pt x="301" y="713"/>
                </a:lnTo>
                <a:lnTo>
                  <a:pt x="301" y="712"/>
                </a:lnTo>
                <a:lnTo>
                  <a:pt x="300" y="712"/>
                </a:lnTo>
                <a:lnTo>
                  <a:pt x="299" y="712"/>
                </a:lnTo>
                <a:lnTo>
                  <a:pt x="298" y="712"/>
                </a:lnTo>
                <a:lnTo>
                  <a:pt x="298" y="713"/>
                </a:lnTo>
                <a:lnTo>
                  <a:pt x="298" y="714"/>
                </a:lnTo>
                <a:lnTo>
                  <a:pt x="298" y="715"/>
                </a:lnTo>
                <a:lnTo>
                  <a:pt x="297" y="716"/>
                </a:lnTo>
                <a:lnTo>
                  <a:pt x="296" y="716"/>
                </a:lnTo>
                <a:lnTo>
                  <a:pt x="294" y="717"/>
                </a:lnTo>
                <a:lnTo>
                  <a:pt x="292" y="718"/>
                </a:lnTo>
                <a:lnTo>
                  <a:pt x="291" y="719"/>
                </a:lnTo>
                <a:lnTo>
                  <a:pt x="289" y="720"/>
                </a:lnTo>
                <a:lnTo>
                  <a:pt x="287" y="720"/>
                </a:lnTo>
                <a:lnTo>
                  <a:pt x="285" y="721"/>
                </a:lnTo>
                <a:lnTo>
                  <a:pt x="284" y="721"/>
                </a:lnTo>
                <a:lnTo>
                  <a:pt x="283" y="721"/>
                </a:lnTo>
                <a:lnTo>
                  <a:pt x="282" y="721"/>
                </a:lnTo>
                <a:lnTo>
                  <a:pt x="280" y="721"/>
                </a:lnTo>
                <a:lnTo>
                  <a:pt x="280" y="722"/>
                </a:lnTo>
                <a:lnTo>
                  <a:pt x="276" y="723"/>
                </a:lnTo>
                <a:lnTo>
                  <a:pt x="276" y="724"/>
                </a:lnTo>
                <a:lnTo>
                  <a:pt x="275" y="723"/>
                </a:lnTo>
                <a:lnTo>
                  <a:pt x="273" y="723"/>
                </a:lnTo>
                <a:lnTo>
                  <a:pt x="272" y="723"/>
                </a:lnTo>
                <a:lnTo>
                  <a:pt x="272" y="724"/>
                </a:lnTo>
                <a:lnTo>
                  <a:pt x="272" y="725"/>
                </a:lnTo>
                <a:lnTo>
                  <a:pt x="271" y="725"/>
                </a:lnTo>
                <a:lnTo>
                  <a:pt x="270" y="725"/>
                </a:lnTo>
                <a:lnTo>
                  <a:pt x="270" y="726"/>
                </a:lnTo>
                <a:lnTo>
                  <a:pt x="270" y="727"/>
                </a:lnTo>
                <a:lnTo>
                  <a:pt x="269" y="727"/>
                </a:lnTo>
                <a:lnTo>
                  <a:pt x="269" y="728"/>
                </a:lnTo>
                <a:lnTo>
                  <a:pt x="269" y="729"/>
                </a:lnTo>
                <a:lnTo>
                  <a:pt x="268" y="729"/>
                </a:lnTo>
                <a:lnTo>
                  <a:pt x="267" y="731"/>
                </a:lnTo>
                <a:lnTo>
                  <a:pt x="266" y="732"/>
                </a:lnTo>
                <a:lnTo>
                  <a:pt x="266" y="733"/>
                </a:lnTo>
                <a:lnTo>
                  <a:pt x="266" y="734"/>
                </a:lnTo>
                <a:lnTo>
                  <a:pt x="266" y="735"/>
                </a:lnTo>
                <a:lnTo>
                  <a:pt x="266" y="736"/>
                </a:lnTo>
                <a:lnTo>
                  <a:pt x="266" y="738"/>
                </a:lnTo>
                <a:lnTo>
                  <a:pt x="266" y="739"/>
                </a:lnTo>
                <a:lnTo>
                  <a:pt x="266" y="740"/>
                </a:lnTo>
                <a:lnTo>
                  <a:pt x="267" y="740"/>
                </a:lnTo>
                <a:lnTo>
                  <a:pt x="267" y="741"/>
                </a:lnTo>
                <a:lnTo>
                  <a:pt x="267" y="742"/>
                </a:lnTo>
                <a:lnTo>
                  <a:pt x="266" y="742"/>
                </a:lnTo>
                <a:lnTo>
                  <a:pt x="265" y="743"/>
                </a:lnTo>
                <a:lnTo>
                  <a:pt x="265" y="744"/>
                </a:lnTo>
                <a:lnTo>
                  <a:pt x="266" y="746"/>
                </a:lnTo>
                <a:lnTo>
                  <a:pt x="266" y="748"/>
                </a:lnTo>
                <a:lnTo>
                  <a:pt x="267" y="751"/>
                </a:lnTo>
                <a:lnTo>
                  <a:pt x="266" y="752"/>
                </a:lnTo>
                <a:lnTo>
                  <a:pt x="266" y="755"/>
                </a:lnTo>
                <a:lnTo>
                  <a:pt x="263" y="756"/>
                </a:lnTo>
                <a:lnTo>
                  <a:pt x="262" y="756"/>
                </a:lnTo>
                <a:lnTo>
                  <a:pt x="261" y="756"/>
                </a:lnTo>
                <a:lnTo>
                  <a:pt x="261" y="757"/>
                </a:lnTo>
                <a:lnTo>
                  <a:pt x="261" y="758"/>
                </a:lnTo>
                <a:lnTo>
                  <a:pt x="261" y="759"/>
                </a:lnTo>
                <a:lnTo>
                  <a:pt x="262" y="760"/>
                </a:lnTo>
                <a:lnTo>
                  <a:pt x="262" y="761"/>
                </a:lnTo>
                <a:lnTo>
                  <a:pt x="261" y="762"/>
                </a:lnTo>
                <a:lnTo>
                  <a:pt x="261" y="763"/>
                </a:lnTo>
                <a:lnTo>
                  <a:pt x="262" y="764"/>
                </a:lnTo>
                <a:lnTo>
                  <a:pt x="263" y="763"/>
                </a:lnTo>
                <a:lnTo>
                  <a:pt x="264" y="763"/>
                </a:lnTo>
                <a:lnTo>
                  <a:pt x="264" y="762"/>
                </a:lnTo>
                <a:lnTo>
                  <a:pt x="264" y="763"/>
                </a:lnTo>
                <a:lnTo>
                  <a:pt x="265" y="763"/>
                </a:lnTo>
                <a:lnTo>
                  <a:pt x="267" y="765"/>
                </a:lnTo>
                <a:lnTo>
                  <a:pt x="267" y="766"/>
                </a:lnTo>
                <a:lnTo>
                  <a:pt x="266" y="767"/>
                </a:lnTo>
                <a:lnTo>
                  <a:pt x="265" y="770"/>
                </a:lnTo>
                <a:lnTo>
                  <a:pt x="265" y="771"/>
                </a:lnTo>
                <a:lnTo>
                  <a:pt x="265" y="772"/>
                </a:lnTo>
                <a:lnTo>
                  <a:pt x="266" y="773"/>
                </a:lnTo>
                <a:lnTo>
                  <a:pt x="266" y="774"/>
                </a:lnTo>
                <a:lnTo>
                  <a:pt x="266" y="775"/>
                </a:lnTo>
                <a:lnTo>
                  <a:pt x="265" y="776"/>
                </a:lnTo>
                <a:lnTo>
                  <a:pt x="264" y="776"/>
                </a:lnTo>
                <a:lnTo>
                  <a:pt x="264" y="778"/>
                </a:lnTo>
                <a:lnTo>
                  <a:pt x="265" y="779"/>
                </a:lnTo>
                <a:lnTo>
                  <a:pt x="265" y="780"/>
                </a:lnTo>
                <a:lnTo>
                  <a:pt x="264" y="781"/>
                </a:lnTo>
                <a:lnTo>
                  <a:pt x="262" y="783"/>
                </a:lnTo>
                <a:lnTo>
                  <a:pt x="261" y="783"/>
                </a:lnTo>
                <a:lnTo>
                  <a:pt x="260" y="783"/>
                </a:lnTo>
                <a:lnTo>
                  <a:pt x="259" y="783"/>
                </a:lnTo>
                <a:lnTo>
                  <a:pt x="259" y="786"/>
                </a:lnTo>
                <a:lnTo>
                  <a:pt x="258" y="787"/>
                </a:lnTo>
                <a:lnTo>
                  <a:pt x="258" y="788"/>
                </a:lnTo>
                <a:lnTo>
                  <a:pt x="257" y="788"/>
                </a:lnTo>
                <a:lnTo>
                  <a:pt x="257" y="789"/>
                </a:lnTo>
                <a:lnTo>
                  <a:pt x="256" y="789"/>
                </a:lnTo>
                <a:lnTo>
                  <a:pt x="255" y="788"/>
                </a:lnTo>
                <a:lnTo>
                  <a:pt x="254" y="788"/>
                </a:lnTo>
                <a:lnTo>
                  <a:pt x="253" y="787"/>
                </a:lnTo>
                <a:lnTo>
                  <a:pt x="250" y="788"/>
                </a:lnTo>
                <a:lnTo>
                  <a:pt x="250" y="789"/>
                </a:lnTo>
                <a:lnTo>
                  <a:pt x="251" y="789"/>
                </a:lnTo>
                <a:lnTo>
                  <a:pt x="251" y="790"/>
                </a:lnTo>
                <a:lnTo>
                  <a:pt x="251" y="792"/>
                </a:lnTo>
                <a:lnTo>
                  <a:pt x="250" y="793"/>
                </a:lnTo>
                <a:lnTo>
                  <a:pt x="249" y="793"/>
                </a:lnTo>
                <a:lnTo>
                  <a:pt x="248" y="795"/>
                </a:lnTo>
                <a:lnTo>
                  <a:pt x="247" y="796"/>
                </a:lnTo>
                <a:lnTo>
                  <a:pt x="247" y="797"/>
                </a:lnTo>
                <a:lnTo>
                  <a:pt x="246" y="799"/>
                </a:lnTo>
                <a:lnTo>
                  <a:pt x="245" y="799"/>
                </a:lnTo>
                <a:lnTo>
                  <a:pt x="244" y="799"/>
                </a:lnTo>
                <a:lnTo>
                  <a:pt x="243" y="799"/>
                </a:lnTo>
                <a:lnTo>
                  <a:pt x="243" y="798"/>
                </a:lnTo>
                <a:lnTo>
                  <a:pt x="242" y="797"/>
                </a:lnTo>
                <a:lnTo>
                  <a:pt x="242" y="796"/>
                </a:lnTo>
                <a:lnTo>
                  <a:pt x="241" y="795"/>
                </a:lnTo>
                <a:lnTo>
                  <a:pt x="240" y="795"/>
                </a:lnTo>
                <a:lnTo>
                  <a:pt x="239" y="795"/>
                </a:lnTo>
                <a:lnTo>
                  <a:pt x="238" y="795"/>
                </a:lnTo>
                <a:lnTo>
                  <a:pt x="237" y="795"/>
                </a:lnTo>
                <a:lnTo>
                  <a:pt x="238" y="796"/>
                </a:lnTo>
                <a:lnTo>
                  <a:pt x="236" y="797"/>
                </a:lnTo>
                <a:lnTo>
                  <a:pt x="233" y="798"/>
                </a:lnTo>
                <a:lnTo>
                  <a:pt x="231" y="799"/>
                </a:lnTo>
                <a:lnTo>
                  <a:pt x="231" y="800"/>
                </a:lnTo>
                <a:lnTo>
                  <a:pt x="230" y="800"/>
                </a:lnTo>
                <a:lnTo>
                  <a:pt x="229" y="800"/>
                </a:lnTo>
                <a:lnTo>
                  <a:pt x="228" y="800"/>
                </a:lnTo>
                <a:lnTo>
                  <a:pt x="228" y="799"/>
                </a:lnTo>
                <a:lnTo>
                  <a:pt x="226" y="796"/>
                </a:lnTo>
                <a:lnTo>
                  <a:pt x="224" y="795"/>
                </a:lnTo>
                <a:lnTo>
                  <a:pt x="222" y="794"/>
                </a:lnTo>
                <a:lnTo>
                  <a:pt x="222" y="793"/>
                </a:lnTo>
                <a:lnTo>
                  <a:pt x="221" y="793"/>
                </a:lnTo>
                <a:lnTo>
                  <a:pt x="220" y="793"/>
                </a:lnTo>
                <a:lnTo>
                  <a:pt x="219" y="793"/>
                </a:lnTo>
                <a:lnTo>
                  <a:pt x="218" y="793"/>
                </a:lnTo>
                <a:lnTo>
                  <a:pt x="216" y="793"/>
                </a:lnTo>
                <a:lnTo>
                  <a:pt x="214" y="793"/>
                </a:lnTo>
                <a:lnTo>
                  <a:pt x="214" y="794"/>
                </a:lnTo>
                <a:lnTo>
                  <a:pt x="213" y="794"/>
                </a:lnTo>
                <a:lnTo>
                  <a:pt x="212" y="794"/>
                </a:lnTo>
                <a:lnTo>
                  <a:pt x="207" y="792"/>
                </a:lnTo>
                <a:lnTo>
                  <a:pt x="206" y="792"/>
                </a:lnTo>
                <a:lnTo>
                  <a:pt x="206" y="791"/>
                </a:lnTo>
                <a:lnTo>
                  <a:pt x="204" y="791"/>
                </a:lnTo>
                <a:lnTo>
                  <a:pt x="203" y="791"/>
                </a:lnTo>
                <a:lnTo>
                  <a:pt x="203" y="792"/>
                </a:lnTo>
                <a:lnTo>
                  <a:pt x="202" y="792"/>
                </a:lnTo>
                <a:lnTo>
                  <a:pt x="202" y="793"/>
                </a:lnTo>
                <a:lnTo>
                  <a:pt x="202" y="794"/>
                </a:lnTo>
                <a:lnTo>
                  <a:pt x="202" y="795"/>
                </a:lnTo>
                <a:lnTo>
                  <a:pt x="202" y="796"/>
                </a:lnTo>
                <a:lnTo>
                  <a:pt x="202" y="797"/>
                </a:lnTo>
                <a:lnTo>
                  <a:pt x="202" y="798"/>
                </a:lnTo>
                <a:lnTo>
                  <a:pt x="201" y="798"/>
                </a:lnTo>
                <a:lnTo>
                  <a:pt x="200" y="798"/>
                </a:lnTo>
                <a:lnTo>
                  <a:pt x="199" y="799"/>
                </a:lnTo>
                <a:lnTo>
                  <a:pt x="196" y="799"/>
                </a:lnTo>
                <a:lnTo>
                  <a:pt x="194" y="800"/>
                </a:lnTo>
                <a:lnTo>
                  <a:pt x="193" y="800"/>
                </a:lnTo>
                <a:lnTo>
                  <a:pt x="188" y="802"/>
                </a:lnTo>
                <a:lnTo>
                  <a:pt x="185" y="803"/>
                </a:lnTo>
                <a:lnTo>
                  <a:pt x="180" y="804"/>
                </a:lnTo>
                <a:lnTo>
                  <a:pt x="179" y="805"/>
                </a:lnTo>
                <a:lnTo>
                  <a:pt x="177" y="806"/>
                </a:lnTo>
                <a:lnTo>
                  <a:pt x="176" y="806"/>
                </a:lnTo>
                <a:lnTo>
                  <a:pt x="176" y="805"/>
                </a:lnTo>
                <a:lnTo>
                  <a:pt x="175" y="805"/>
                </a:lnTo>
                <a:lnTo>
                  <a:pt x="175" y="804"/>
                </a:lnTo>
                <a:lnTo>
                  <a:pt x="173" y="804"/>
                </a:lnTo>
                <a:lnTo>
                  <a:pt x="172" y="804"/>
                </a:lnTo>
                <a:lnTo>
                  <a:pt x="172" y="803"/>
                </a:lnTo>
                <a:lnTo>
                  <a:pt x="172" y="802"/>
                </a:lnTo>
                <a:lnTo>
                  <a:pt x="171" y="802"/>
                </a:lnTo>
                <a:lnTo>
                  <a:pt x="170" y="802"/>
                </a:lnTo>
                <a:lnTo>
                  <a:pt x="169" y="802"/>
                </a:lnTo>
                <a:lnTo>
                  <a:pt x="168" y="802"/>
                </a:lnTo>
                <a:lnTo>
                  <a:pt x="168" y="801"/>
                </a:lnTo>
                <a:lnTo>
                  <a:pt x="167" y="801"/>
                </a:lnTo>
                <a:lnTo>
                  <a:pt x="166" y="801"/>
                </a:lnTo>
                <a:lnTo>
                  <a:pt x="165" y="801"/>
                </a:lnTo>
                <a:lnTo>
                  <a:pt x="163" y="801"/>
                </a:lnTo>
                <a:lnTo>
                  <a:pt x="162" y="801"/>
                </a:lnTo>
                <a:lnTo>
                  <a:pt x="161" y="801"/>
                </a:lnTo>
                <a:lnTo>
                  <a:pt x="160" y="801"/>
                </a:lnTo>
                <a:lnTo>
                  <a:pt x="159" y="801"/>
                </a:lnTo>
                <a:lnTo>
                  <a:pt x="158" y="801"/>
                </a:lnTo>
                <a:lnTo>
                  <a:pt x="158" y="800"/>
                </a:lnTo>
                <a:lnTo>
                  <a:pt x="157" y="800"/>
                </a:lnTo>
                <a:lnTo>
                  <a:pt x="157" y="799"/>
                </a:lnTo>
                <a:lnTo>
                  <a:pt x="156" y="799"/>
                </a:lnTo>
                <a:lnTo>
                  <a:pt x="155" y="799"/>
                </a:lnTo>
                <a:lnTo>
                  <a:pt x="155" y="800"/>
                </a:lnTo>
                <a:lnTo>
                  <a:pt x="154" y="800"/>
                </a:lnTo>
                <a:lnTo>
                  <a:pt x="154" y="801"/>
                </a:lnTo>
                <a:lnTo>
                  <a:pt x="155" y="803"/>
                </a:lnTo>
                <a:lnTo>
                  <a:pt x="155" y="804"/>
                </a:lnTo>
                <a:lnTo>
                  <a:pt x="155" y="805"/>
                </a:lnTo>
                <a:lnTo>
                  <a:pt x="155" y="806"/>
                </a:lnTo>
                <a:lnTo>
                  <a:pt x="155" y="807"/>
                </a:lnTo>
                <a:lnTo>
                  <a:pt x="154" y="808"/>
                </a:lnTo>
                <a:lnTo>
                  <a:pt x="153" y="809"/>
                </a:lnTo>
                <a:lnTo>
                  <a:pt x="151" y="809"/>
                </a:lnTo>
                <a:lnTo>
                  <a:pt x="149" y="808"/>
                </a:lnTo>
                <a:lnTo>
                  <a:pt x="148" y="807"/>
                </a:lnTo>
                <a:lnTo>
                  <a:pt x="147" y="807"/>
                </a:lnTo>
                <a:lnTo>
                  <a:pt x="146" y="807"/>
                </a:lnTo>
                <a:lnTo>
                  <a:pt x="146" y="806"/>
                </a:lnTo>
                <a:lnTo>
                  <a:pt x="145" y="806"/>
                </a:lnTo>
                <a:lnTo>
                  <a:pt x="144" y="806"/>
                </a:lnTo>
                <a:lnTo>
                  <a:pt x="143" y="806"/>
                </a:lnTo>
                <a:lnTo>
                  <a:pt x="142" y="806"/>
                </a:lnTo>
                <a:lnTo>
                  <a:pt x="141" y="806"/>
                </a:lnTo>
                <a:lnTo>
                  <a:pt x="141" y="807"/>
                </a:lnTo>
                <a:lnTo>
                  <a:pt x="140" y="807"/>
                </a:lnTo>
                <a:lnTo>
                  <a:pt x="139" y="807"/>
                </a:lnTo>
                <a:lnTo>
                  <a:pt x="138" y="807"/>
                </a:lnTo>
                <a:lnTo>
                  <a:pt x="137" y="807"/>
                </a:lnTo>
                <a:lnTo>
                  <a:pt x="136" y="807"/>
                </a:lnTo>
                <a:lnTo>
                  <a:pt x="135" y="807"/>
                </a:lnTo>
                <a:lnTo>
                  <a:pt x="133" y="807"/>
                </a:lnTo>
                <a:lnTo>
                  <a:pt x="133" y="808"/>
                </a:lnTo>
                <a:lnTo>
                  <a:pt x="131" y="808"/>
                </a:lnTo>
                <a:lnTo>
                  <a:pt x="131" y="807"/>
                </a:lnTo>
                <a:lnTo>
                  <a:pt x="129" y="807"/>
                </a:lnTo>
                <a:lnTo>
                  <a:pt x="128" y="807"/>
                </a:lnTo>
                <a:lnTo>
                  <a:pt x="127" y="807"/>
                </a:lnTo>
                <a:lnTo>
                  <a:pt x="126" y="806"/>
                </a:lnTo>
                <a:lnTo>
                  <a:pt x="125" y="806"/>
                </a:lnTo>
                <a:lnTo>
                  <a:pt x="124" y="805"/>
                </a:lnTo>
                <a:lnTo>
                  <a:pt x="123" y="804"/>
                </a:lnTo>
                <a:lnTo>
                  <a:pt x="122" y="803"/>
                </a:lnTo>
                <a:lnTo>
                  <a:pt x="121" y="802"/>
                </a:lnTo>
                <a:lnTo>
                  <a:pt x="121" y="801"/>
                </a:lnTo>
                <a:lnTo>
                  <a:pt x="120" y="801"/>
                </a:lnTo>
                <a:lnTo>
                  <a:pt x="120" y="800"/>
                </a:lnTo>
                <a:lnTo>
                  <a:pt x="119" y="799"/>
                </a:lnTo>
                <a:lnTo>
                  <a:pt x="119" y="798"/>
                </a:lnTo>
                <a:lnTo>
                  <a:pt x="118" y="798"/>
                </a:lnTo>
                <a:lnTo>
                  <a:pt x="118" y="797"/>
                </a:lnTo>
                <a:lnTo>
                  <a:pt x="118" y="796"/>
                </a:lnTo>
                <a:lnTo>
                  <a:pt x="117" y="796"/>
                </a:lnTo>
                <a:lnTo>
                  <a:pt x="116" y="796"/>
                </a:lnTo>
                <a:lnTo>
                  <a:pt x="115" y="797"/>
                </a:lnTo>
                <a:lnTo>
                  <a:pt x="115" y="796"/>
                </a:lnTo>
                <a:lnTo>
                  <a:pt x="115" y="795"/>
                </a:lnTo>
                <a:lnTo>
                  <a:pt x="115" y="794"/>
                </a:lnTo>
                <a:lnTo>
                  <a:pt x="114" y="791"/>
                </a:lnTo>
                <a:lnTo>
                  <a:pt x="113" y="791"/>
                </a:lnTo>
                <a:lnTo>
                  <a:pt x="113" y="792"/>
                </a:lnTo>
                <a:lnTo>
                  <a:pt x="112" y="791"/>
                </a:lnTo>
                <a:lnTo>
                  <a:pt x="111" y="790"/>
                </a:lnTo>
                <a:lnTo>
                  <a:pt x="112" y="790"/>
                </a:lnTo>
                <a:lnTo>
                  <a:pt x="112" y="789"/>
                </a:lnTo>
                <a:lnTo>
                  <a:pt x="112" y="788"/>
                </a:lnTo>
                <a:lnTo>
                  <a:pt x="112" y="785"/>
                </a:lnTo>
                <a:lnTo>
                  <a:pt x="110" y="781"/>
                </a:lnTo>
                <a:lnTo>
                  <a:pt x="110" y="780"/>
                </a:lnTo>
                <a:lnTo>
                  <a:pt x="110" y="779"/>
                </a:lnTo>
                <a:lnTo>
                  <a:pt x="108" y="779"/>
                </a:lnTo>
                <a:lnTo>
                  <a:pt x="107" y="778"/>
                </a:lnTo>
                <a:lnTo>
                  <a:pt x="107" y="777"/>
                </a:lnTo>
                <a:lnTo>
                  <a:pt x="109" y="776"/>
                </a:lnTo>
                <a:lnTo>
                  <a:pt x="110" y="776"/>
                </a:lnTo>
                <a:lnTo>
                  <a:pt x="111" y="774"/>
                </a:lnTo>
                <a:lnTo>
                  <a:pt x="111" y="773"/>
                </a:lnTo>
                <a:lnTo>
                  <a:pt x="110" y="772"/>
                </a:lnTo>
                <a:lnTo>
                  <a:pt x="109" y="769"/>
                </a:lnTo>
                <a:lnTo>
                  <a:pt x="107" y="767"/>
                </a:lnTo>
                <a:lnTo>
                  <a:pt x="107" y="766"/>
                </a:lnTo>
                <a:lnTo>
                  <a:pt x="106" y="765"/>
                </a:lnTo>
                <a:lnTo>
                  <a:pt x="106" y="763"/>
                </a:lnTo>
                <a:lnTo>
                  <a:pt x="106" y="762"/>
                </a:lnTo>
                <a:lnTo>
                  <a:pt x="105" y="762"/>
                </a:lnTo>
                <a:lnTo>
                  <a:pt x="104" y="761"/>
                </a:lnTo>
                <a:lnTo>
                  <a:pt x="103" y="760"/>
                </a:lnTo>
                <a:lnTo>
                  <a:pt x="102" y="760"/>
                </a:lnTo>
                <a:lnTo>
                  <a:pt x="102" y="759"/>
                </a:lnTo>
                <a:lnTo>
                  <a:pt x="101" y="759"/>
                </a:lnTo>
                <a:lnTo>
                  <a:pt x="100" y="757"/>
                </a:lnTo>
                <a:lnTo>
                  <a:pt x="98" y="758"/>
                </a:lnTo>
                <a:lnTo>
                  <a:pt x="97" y="758"/>
                </a:lnTo>
                <a:lnTo>
                  <a:pt x="96" y="758"/>
                </a:lnTo>
                <a:lnTo>
                  <a:pt x="96" y="757"/>
                </a:lnTo>
                <a:lnTo>
                  <a:pt x="93" y="757"/>
                </a:lnTo>
                <a:lnTo>
                  <a:pt x="93" y="756"/>
                </a:lnTo>
                <a:lnTo>
                  <a:pt x="90" y="754"/>
                </a:lnTo>
                <a:lnTo>
                  <a:pt x="88" y="754"/>
                </a:lnTo>
                <a:lnTo>
                  <a:pt x="87" y="753"/>
                </a:lnTo>
                <a:lnTo>
                  <a:pt x="87" y="752"/>
                </a:lnTo>
                <a:lnTo>
                  <a:pt x="86" y="752"/>
                </a:lnTo>
                <a:lnTo>
                  <a:pt x="84" y="752"/>
                </a:lnTo>
                <a:lnTo>
                  <a:pt x="83" y="752"/>
                </a:lnTo>
                <a:lnTo>
                  <a:pt x="83" y="755"/>
                </a:lnTo>
                <a:lnTo>
                  <a:pt x="82" y="756"/>
                </a:lnTo>
                <a:lnTo>
                  <a:pt x="82" y="757"/>
                </a:lnTo>
                <a:lnTo>
                  <a:pt x="81" y="757"/>
                </a:lnTo>
                <a:lnTo>
                  <a:pt x="81" y="756"/>
                </a:lnTo>
                <a:lnTo>
                  <a:pt x="81" y="755"/>
                </a:lnTo>
                <a:lnTo>
                  <a:pt x="81" y="754"/>
                </a:lnTo>
                <a:lnTo>
                  <a:pt x="79" y="754"/>
                </a:lnTo>
                <a:lnTo>
                  <a:pt x="78" y="754"/>
                </a:lnTo>
                <a:lnTo>
                  <a:pt x="77" y="757"/>
                </a:lnTo>
                <a:lnTo>
                  <a:pt x="77" y="758"/>
                </a:lnTo>
                <a:lnTo>
                  <a:pt x="75" y="757"/>
                </a:lnTo>
                <a:lnTo>
                  <a:pt x="74" y="756"/>
                </a:lnTo>
                <a:lnTo>
                  <a:pt x="74" y="755"/>
                </a:lnTo>
                <a:lnTo>
                  <a:pt x="74" y="754"/>
                </a:lnTo>
                <a:lnTo>
                  <a:pt x="74" y="752"/>
                </a:lnTo>
                <a:lnTo>
                  <a:pt x="73" y="752"/>
                </a:lnTo>
                <a:lnTo>
                  <a:pt x="73" y="751"/>
                </a:lnTo>
                <a:lnTo>
                  <a:pt x="72" y="749"/>
                </a:lnTo>
                <a:lnTo>
                  <a:pt x="72" y="748"/>
                </a:lnTo>
                <a:lnTo>
                  <a:pt x="72" y="747"/>
                </a:lnTo>
                <a:lnTo>
                  <a:pt x="73" y="747"/>
                </a:lnTo>
                <a:lnTo>
                  <a:pt x="74" y="747"/>
                </a:lnTo>
                <a:lnTo>
                  <a:pt x="75" y="745"/>
                </a:lnTo>
                <a:lnTo>
                  <a:pt x="75" y="744"/>
                </a:lnTo>
                <a:lnTo>
                  <a:pt x="75" y="743"/>
                </a:lnTo>
                <a:lnTo>
                  <a:pt x="72" y="742"/>
                </a:lnTo>
                <a:lnTo>
                  <a:pt x="71" y="742"/>
                </a:lnTo>
                <a:lnTo>
                  <a:pt x="69" y="743"/>
                </a:lnTo>
                <a:lnTo>
                  <a:pt x="69" y="744"/>
                </a:lnTo>
                <a:lnTo>
                  <a:pt x="69" y="745"/>
                </a:lnTo>
                <a:lnTo>
                  <a:pt x="68" y="745"/>
                </a:lnTo>
                <a:lnTo>
                  <a:pt x="67" y="745"/>
                </a:lnTo>
                <a:lnTo>
                  <a:pt x="64" y="743"/>
                </a:lnTo>
                <a:lnTo>
                  <a:pt x="64" y="741"/>
                </a:lnTo>
                <a:lnTo>
                  <a:pt x="65" y="740"/>
                </a:lnTo>
                <a:lnTo>
                  <a:pt x="66" y="740"/>
                </a:lnTo>
                <a:lnTo>
                  <a:pt x="66" y="741"/>
                </a:lnTo>
                <a:lnTo>
                  <a:pt x="66" y="740"/>
                </a:lnTo>
                <a:lnTo>
                  <a:pt x="67" y="737"/>
                </a:lnTo>
                <a:lnTo>
                  <a:pt x="68" y="737"/>
                </a:lnTo>
                <a:lnTo>
                  <a:pt x="69" y="737"/>
                </a:lnTo>
                <a:lnTo>
                  <a:pt x="69" y="736"/>
                </a:lnTo>
                <a:lnTo>
                  <a:pt x="69" y="735"/>
                </a:lnTo>
                <a:lnTo>
                  <a:pt x="67" y="734"/>
                </a:lnTo>
                <a:lnTo>
                  <a:pt x="66" y="734"/>
                </a:lnTo>
                <a:lnTo>
                  <a:pt x="65" y="734"/>
                </a:lnTo>
                <a:lnTo>
                  <a:pt x="65" y="735"/>
                </a:lnTo>
                <a:lnTo>
                  <a:pt x="64" y="735"/>
                </a:lnTo>
                <a:lnTo>
                  <a:pt x="63" y="734"/>
                </a:lnTo>
                <a:lnTo>
                  <a:pt x="61" y="734"/>
                </a:lnTo>
                <a:lnTo>
                  <a:pt x="59" y="735"/>
                </a:lnTo>
                <a:lnTo>
                  <a:pt x="58" y="735"/>
                </a:lnTo>
                <a:lnTo>
                  <a:pt x="58" y="734"/>
                </a:lnTo>
                <a:lnTo>
                  <a:pt x="57" y="733"/>
                </a:lnTo>
                <a:lnTo>
                  <a:pt x="57" y="732"/>
                </a:lnTo>
                <a:lnTo>
                  <a:pt x="55" y="731"/>
                </a:lnTo>
                <a:lnTo>
                  <a:pt x="53" y="730"/>
                </a:lnTo>
                <a:lnTo>
                  <a:pt x="53" y="728"/>
                </a:lnTo>
                <a:lnTo>
                  <a:pt x="53" y="727"/>
                </a:lnTo>
                <a:lnTo>
                  <a:pt x="52" y="726"/>
                </a:lnTo>
                <a:lnTo>
                  <a:pt x="52" y="725"/>
                </a:lnTo>
                <a:lnTo>
                  <a:pt x="50" y="726"/>
                </a:lnTo>
                <a:lnTo>
                  <a:pt x="50" y="727"/>
                </a:lnTo>
                <a:lnTo>
                  <a:pt x="49" y="728"/>
                </a:lnTo>
                <a:lnTo>
                  <a:pt x="48" y="728"/>
                </a:lnTo>
                <a:lnTo>
                  <a:pt x="48" y="727"/>
                </a:lnTo>
                <a:lnTo>
                  <a:pt x="47" y="727"/>
                </a:lnTo>
                <a:lnTo>
                  <a:pt x="46" y="727"/>
                </a:lnTo>
                <a:lnTo>
                  <a:pt x="47" y="728"/>
                </a:lnTo>
                <a:lnTo>
                  <a:pt x="46" y="728"/>
                </a:lnTo>
                <a:lnTo>
                  <a:pt x="44" y="728"/>
                </a:lnTo>
                <a:lnTo>
                  <a:pt x="43" y="729"/>
                </a:lnTo>
                <a:lnTo>
                  <a:pt x="42" y="729"/>
                </a:lnTo>
                <a:lnTo>
                  <a:pt x="41" y="729"/>
                </a:lnTo>
                <a:lnTo>
                  <a:pt x="40" y="731"/>
                </a:lnTo>
                <a:lnTo>
                  <a:pt x="39" y="732"/>
                </a:lnTo>
                <a:lnTo>
                  <a:pt x="38" y="732"/>
                </a:lnTo>
                <a:lnTo>
                  <a:pt x="37" y="733"/>
                </a:lnTo>
                <a:lnTo>
                  <a:pt x="38" y="734"/>
                </a:lnTo>
                <a:lnTo>
                  <a:pt x="38" y="735"/>
                </a:lnTo>
                <a:lnTo>
                  <a:pt x="37" y="735"/>
                </a:lnTo>
                <a:lnTo>
                  <a:pt x="35" y="734"/>
                </a:lnTo>
                <a:lnTo>
                  <a:pt x="34" y="733"/>
                </a:lnTo>
                <a:lnTo>
                  <a:pt x="33" y="733"/>
                </a:lnTo>
                <a:lnTo>
                  <a:pt x="33" y="731"/>
                </a:lnTo>
                <a:lnTo>
                  <a:pt x="32" y="731"/>
                </a:lnTo>
                <a:lnTo>
                  <a:pt x="31" y="731"/>
                </a:lnTo>
                <a:lnTo>
                  <a:pt x="30" y="731"/>
                </a:lnTo>
                <a:lnTo>
                  <a:pt x="28" y="731"/>
                </a:lnTo>
                <a:lnTo>
                  <a:pt x="27" y="731"/>
                </a:lnTo>
                <a:lnTo>
                  <a:pt x="27" y="730"/>
                </a:lnTo>
                <a:lnTo>
                  <a:pt x="25" y="730"/>
                </a:lnTo>
                <a:lnTo>
                  <a:pt x="24" y="731"/>
                </a:lnTo>
                <a:lnTo>
                  <a:pt x="22" y="732"/>
                </a:lnTo>
                <a:lnTo>
                  <a:pt x="21" y="734"/>
                </a:lnTo>
                <a:lnTo>
                  <a:pt x="20" y="736"/>
                </a:lnTo>
                <a:lnTo>
                  <a:pt x="18" y="736"/>
                </a:lnTo>
                <a:lnTo>
                  <a:pt x="16" y="735"/>
                </a:lnTo>
                <a:lnTo>
                  <a:pt x="16" y="734"/>
                </a:lnTo>
                <a:lnTo>
                  <a:pt x="16" y="733"/>
                </a:lnTo>
                <a:lnTo>
                  <a:pt x="13" y="732"/>
                </a:lnTo>
                <a:lnTo>
                  <a:pt x="12" y="731"/>
                </a:lnTo>
                <a:lnTo>
                  <a:pt x="12" y="730"/>
                </a:lnTo>
                <a:lnTo>
                  <a:pt x="12" y="728"/>
                </a:lnTo>
                <a:lnTo>
                  <a:pt x="12" y="727"/>
                </a:lnTo>
                <a:lnTo>
                  <a:pt x="12" y="726"/>
                </a:lnTo>
                <a:lnTo>
                  <a:pt x="11" y="726"/>
                </a:lnTo>
                <a:lnTo>
                  <a:pt x="9" y="726"/>
                </a:lnTo>
                <a:lnTo>
                  <a:pt x="9" y="729"/>
                </a:lnTo>
                <a:lnTo>
                  <a:pt x="9" y="730"/>
                </a:lnTo>
                <a:lnTo>
                  <a:pt x="8" y="731"/>
                </a:lnTo>
                <a:lnTo>
                  <a:pt x="7" y="731"/>
                </a:lnTo>
                <a:lnTo>
                  <a:pt x="3" y="729"/>
                </a:lnTo>
                <a:lnTo>
                  <a:pt x="2" y="730"/>
                </a:lnTo>
                <a:lnTo>
                  <a:pt x="1" y="730"/>
                </a:lnTo>
                <a:lnTo>
                  <a:pt x="2" y="729"/>
                </a:lnTo>
                <a:lnTo>
                  <a:pt x="3" y="729"/>
                </a:lnTo>
                <a:lnTo>
                  <a:pt x="4" y="728"/>
                </a:lnTo>
                <a:lnTo>
                  <a:pt x="6" y="726"/>
                </a:lnTo>
                <a:lnTo>
                  <a:pt x="6" y="725"/>
                </a:lnTo>
                <a:lnTo>
                  <a:pt x="7" y="725"/>
                </a:lnTo>
                <a:lnTo>
                  <a:pt x="7" y="724"/>
                </a:lnTo>
                <a:lnTo>
                  <a:pt x="7" y="723"/>
                </a:lnTo>
                <a:lnTo>
                  <a:pt x="6" y="723"/>
                </a:lnTo>
                <a:lnTo>
                  <a:pt x="5" y="723"/>
                </a:lnTo>
                <a:lnTo>
                  <a:pt x="4" y="723"/>
                </a:lnTo>
                <a:lnTo>
                  <a:pt x="3" y="723"/>
                </a:lnTo>
                <a:lnTo>
                  <a:pt x="2" y="722"/>
                </a:lnTo>
                <a:lnTo>
                  <a:pt x="1" y="722"/>
                </a:lnTo>
                <a:lnTo>
                  <a:pt x="1" y="721"/>
                </a:lnTo>
                <a:lnTo>
                  <a:pt x="0" y="721"/>
                </a:lnTo>
                <a:lnTo>
                  <a:pt x="0" y="720"/>
                </a:lnTo>
                <a:lnTo>
                  <a:pt x="0" y="718"/>
                </a:lnTo>
                <a:lnTo>
                  <a:pt x="0" y="717"/>
                </a:lnTo>
                <a:lnTo>
                  <a:pt x="0" y="716"/>
                </a:lnTo>
                <a:lnTo>
                  <a:pt x="1" y="716"/>
                </a:lnTo>
                <a:lnTo>
                  <a:pt x="1" y="715"/>
                </a:lnTo>
                <a:lnTo>
                  <a:pt x="2" y="715"/>
                </a:lnTo>
                <a:lnTo>
                  <a:pt x="3" y="715"/>
                </a:lnTo>
                <a:lnTo>
                  <a:pt x="5" y="714"/>
                </a:lnTo>
                <a:lnTo>
                  <a:pt x="7" y="714"/>
                </a:lnTo>
                <a:lnTo>
                  <a:pt x="8" y="713"/>
                </a:lnTo>
                <a:lnTo>
                  <a:pt x="9" y="713"/>
                </a:lnTo>
                <a:lnTo>
                  <a:pt x="9" y="712"/>
                </a:lnTo>
                <a:lnTo>
                  <a:pt x="10" y="711"/>
                </a:lnTo>
                <a:lnTo>
                  <a:pt x="10" y="710"/>
                </a:lnTo>
                <a:lnTo>
                  <a:pt x="10" y="709"/>
                </a:lnTo>
                <a:lnTo>
                  <a:pt x="10" y="708"/>
                </a:lnTo>
                <a:lnTo>
                  <a:pt x="10" y="707"/>
                </a:lnTo>
                <a:lnTo>
                  <a:pt x="8" y="705"/>
                </a:lnTo>
                <a:lnTo>
                  <a:pt x="6" y="703"/>
                </a:lnTo>
                <a:lnTo>
                  <a:pt x="5" y="702"/>
                </a:lnTo>
                <a:lnTo>
                  <a:pt x="3" y="699"/>
                </a:lnTo>
                <a:lnTo>
                  <a:pt x="3" y="697"/>
                </a:lnTo>
                <a:lnTo>
                  <a:pt x="3" y="696"/>
                </a:lnTo>
                <a:lnTo>
                  <a:pt x="4" y="695"/>
                </a:lnTo>
                <a:lnTo>
                  <a:pt x="4" y="694"/>
                </a:lnTo>
                <a:lnTo>
                  <a:pt x="5" y="694"/>
                </a:lnTo>
                <a:lnTo>
                  <a:pt x="5" y="693"/>
                </a:lnTo>
                <a:lnTo>
                  <a:pt x="6" y="693"/>
                </a:lnTo>
                <a:lnTo>
                  <a:pt x="6" y="692"/>
                </a:lnTo>
                <a:lnTo>
                  <a:pt x="7" y="692"/>
                </a:lnTo>
                <a:lnTo>
                  <a:pt x="8" y="691"/>
                </a:lnTo>
                <a:lnTo>
                  <a:pt x="9" y="691"/>
                </a:lnTo>
                <a:lnTo>
                  <a:pt x="10" y="691"/>
                </a:lnTo>
                <a:lnTo>
                  <a:pt x="11" y="690"/>
                </a:lnTo>
                <a:lnTo>
                  <a:pt x="12" y="690"/>
                </a:lnTo>
                <a:lnTo>
                  <a:pt x="13" y="690"/>
                </a:lnTo>
                <a:lnTo>
                  <a:pt x="15" y="690"/>
                </a:lnTo>
                <a:lnTo>
                  <a:pt x="16" y="690"/>
                </a:lnTo>
                <a:lnTo>
                  <a:pt x="16" y="689"/>
                </a:lnTo>
                <a:lnTo>
                  <a:pt x="16" y="687"/>
                </a:lnTo>
                <a:lnTo>
                  <a:pt x="16" y="686"/>
                </a:lnTo>
                <a:lnTo>
                  <a:pt x="16" y="684"/>
                </a:lnTo>
                <a:lnTo>
                  <a:pt x="15" y="684"/>
                </a:lnTo>
                <a:lnTo>
                  <a:pt x="15" y="683"/>
                </a:lnTo>
                <a:lnTo>
                  <a:pt x="15" y="682"/>
                </a:lnTo>
                <a:lnTo>
                  <a:pt x="15" y="681"/>
                </a:lnTo>
                <a:lnTo>
                  <a:pt x="15" y="680"/>
                </a:lnTo>
                <a:lnTo>
                  <a:pt x="15" y="679"/>
                </a:lnTo>
                <a:lnTo>
                  <a:pt x="15" y="678"/>
                </a:lnTo>
                <a:lnTo>
                  <a:pt x="16" y="677"/>
                </a:lnTo>
                <a:lnTo>
                  <a:pt x="18" y="677"/>
                </a:lnTo>
                <a:lnTo>
                  <a:pt x="20" y="674"/>
                </a:lnTo>
                <a:lnTo>
                  <a:pt x="20" y="673"/>
                </a:lnTo>
                <a:lnTo>
                  <a:pt x="20" y="672"/>
                </a:lnTo>
                <a:lnTo>
                  <a:pt x="21" y="670"/>
                </a:lnTo>
                <a:lnTo>
                  <a:pt x="22" y="669"/>
                </a:lnTo>
                <a:lnTo>
                  <a:pt x="23" y="667"/>
                </a:lnTo>
                <a:lnTo>
                  <a:pt x="23" y="666"/>
                </a:lnTo>
                <a:lnTo>
                  <a:pt x="23" y="665"/>
                </a:lnTo>
                <a:lnTo>
                  <a:pt x="24" y="665"/>
                </a:lnTo>
                <a:lnTo>
                  <a:pt x="26" y="663"/>
                </a:lnTo>
                <a:lnTo>
                  <a:pt x="26" y="662"/>
                </a:lnTo>
                <a:lnTo>
                  <a:pt x="26" y="661"/>
                </a:lnTo>
                <a:lnTo>
                  <a:pt x="27" y="661"/>
                </a:lnTo>
                <a:lnTo>
                  <a:pt x="28" y="662"/>
                </a:lnTo>
                <a:lnTo>
                  <a:pt x="29" y="662"/>
                </a:lnTo>
                <a:lnTo>
                  <a:pt x="28" y="661"/>
                </a:lnTo>
                <a:lnTo>
                  <a:pt x="28" y="660"/>
                </a:lnTo>
                <a:lnTo>
                  <a:pt x="28" y="659"/>
                </a:lnTo>
                <a:lnTo>
                  <a:pt x="27" y="658"/>
                </a:lnTo>
                <a:lnTo>
                  <a:pt x="27" y="657"/>
                </a:lnTo>
                <a:lnTo>
                  <a:pt x="27" y="656"/>
                </a:lnTo>
                <a:lnTo>
                  <a:pt x="27" y="654"/>
                </a:lnTo>
                <a:lnTo>
                  <a:pt x="27" y="653"/>
                </a:lnTo>
                <a:lnTo>
                  <a:pt x="27" y="652"/>
                </a:lnTo>
                <a:lnTo>
                  <a:pt x="28" y="651"/>
                </a:lnTo>
                <a:lnTo>
                  <a:pt x="29" y="651"/>
                </a:lnTo>
                <a:lnTo>
                  <a:pt x="30" y="651"/>
                </a:lnTo>
                <a:lnTo>
                  <a:pt x="31" y="650"/>
                </a:lnTo>
                <a:lnTo>
                  <a:pt x="33" y="650"/>
                </a:lnTo>
                <a:lnTo>
                  <a:pt x="35" y="650"/>
                </a:lnTo>
                <a:lnTo>
                  <a:pt x="36" y="649"/>
                </a:lnTo>
                <a:lnTo>
                  <a:pt x="37" y="647"/>
                </a:lnTo>
                <a:lnTo>
                  <a:pt x="37" y="646"/>
                </a:lnTo>
                <a:lnTo>
                  <a:pt x="37" y="645"/>
                </a:lnTo>
                <a:lnTo>
                  <a:pt x="37" y="644"/>
                </a:lnTo>
                <a:lnTo>
                  <a:pt x="36" y="643"/>
                </a:lnTo>
                <a:lnTo>
                  <a:pt x="37" y="642"/>
                </a:lnTo>
                <a:lnTo>
                  <a:pt x="38" y="642"/>
                </a:lnTo>
                <a:lnTo>
                  <a:pt x="39" y="643"/>
                </a:lnTo>
                <a:lnTo>
                  <a:pt x="40" y="644"/>
                </a:lnTo>
                <a:lnTo>
                  <a:pt x="41" y="644"/>
                </a:lnTo>
                <a:lnTo>
                  <a:pt x="42" y="644"/>
                </a:lnTo>
                <a:lnTo>
                  <a:pt x="43" y="644"/>
                </a:lnTo>
                <a:lnTo>
                  <a:pt x="43" y="642"/>
                </a:lnTo>
                <a:lnTo>
                  <a:pt x="43" y="641"/>
                </a:lnTo>
                <a:lnTo>
                  <a:pt x="43" y="640"/>
                </a:lnTo>
                <a:lnTo>
                  <a:pt x="44" y="639"/>
                </a:lnTo>
                <a:lnTo>
                  <a:pt x="45" y="639"/>
                </a:lnTo>
                <a:lnTo>
                  <a:pt x="46" y="638"/>
                </a:lnTo>
                <a:lnTo>
                  <a:pt x="47" y="638"/>
                </a:lnTo>
                <a:lnTo>
                  <a:pt x="49" y="638"/>
                </a:lnTo>
                <a:lnTo>
                  <a:pt x="50" y="638"/>
                </a:lnTo>
                <a:lnTo>
                  <a:pt x="51" y="638"/>
                </a:lnTo>
                <a:lnTo>
                  <a:pt x="51" y="639"/>
                </a:lnTo>
                <a:lnTo>
                  <a:pt x="52" y="639"/>
                </a:lnTo>
                <a:lnTo>
                  <a:pt x="53" y="639"/>
                </a:lnTo>
                <a:lnTo>
                  <a:pt x="54" y="639"/>
                </a:lnTo>
                <a:lnTo>
                  <a:pt x="55" y="640"/>
                </a:lnTo>
                <a:lnTo>
                  <a:pt x="54" y="639"/>
                </a:lnTo>
                <a:lnTo>
                  <a:pt x="56" y="638"/>
                </a:lnTo>
                <a:lnTo>
                  <a:pt x="57" y="638"/>
                </a:lnTo>
                <a:lnTo>
                  <a:pt x="59" y="638"/>
                </a:lnTo>
                <a:lnTo>
                  <a:pt x="60" y="638"/>
                </a:lnTo>
                <a:lnTo>
                  <a:pt x="62" y="637"/>
                </a:lnTo>
                <a:lnTo>
                  <a:pt x="63" y="635"/>
                </a:lnTo>
                <a:lnTo>
                  <a:pt x="64" y="634"/>
                </a:lnTo>
                <a:lnTo>
                  <a:pt x="65" y="633"/>
                </a:lnTo>
                <a:lnTo>
                  <a:pt x="66" y="632"/>
                </a:lnTo>
                <a:lnTo>
                  <a:pt x="66" y="631"/>
                </a:lnTo>
                <a:lnTo>
                  <a:pt x="66" y="630"/>
                </a:lnTo>
                <a:lnTo>
                  <a:pt x="67" y="629"/>
                </a:lnTo>
                <a:lnTo>
                  <a:pt x="68" y="628"/>
                </a:lnTo>
                <a:lnTo>
                  <a:pt x="71" y="627"/>
                </a:lnTo>
                <a:lnTo>
                  <a:pt x="71" y="626"/>
                </a:lnTo>
                <a:lnTo>
                  <a:pt x="72" y="626"/>
                </a:lnTo>
                <a:lnTo>
                  <a:pt x="73" y="625"/>
                </a:lnTo>
                <a:lnTo>
                  <a:pt x="74" y="625"/>
                </a:lnTo>
                <a:lnTo>
                  <a:pt x="75" y="624"/>
                </a:lnTo>
                <a:lnTo>
                  <a:pt x="75" y="623"/>
                </a:lnTo>
                <a:lnTo>
                  <a:pt x="76" y="623"/>
                </a:lnTo>
                <a:lnTo>
                  <a:pt x="76" y="622"/>
                </a:lnTo>
                <a:lnTo>
                  <a:pt x="77" y="622"/>
                </a:lnTo>
                <a:lnTo>
                  <a:pt x="78" y="622"/>
                </a:lnTo>
                <a:lnTo>
                  <a:pt x="79" y="621"/>
                </a:lnTo>
                <a:lnTo>
                  <a:pt x="79" y="620"/>
                </a:lnTo>
                <a:lnTo>
                  <a:pt x="79" y="619"/>
                </a:lnTo>
                <a:lnTo>
                  <a:pt x="78" y="617"/>
                </a:lnTo>
                <a:lnTo>
                  <a:pt x="77" y="614"/>
                </a:lnTo>
                <a:lnTo>
                  <a:pt x="77" y="613"/>
                </a:lnTo>
                <a:lnTo>
                  <a:pt x="78" y="611"/>
                </a:lnTo>
                <a:lnTo>
                  <a:pt x="77" y="610"/>
                </a:lnTo>
                <a:lnTo>
                  <a:pt x="76" y="610"/>
                </a:lnTo>
                <a:lnTo>
                  <a:pt x="76" y="609"/>
                </a:lnTo>
                <a:lnTo>
                  <a:pt x="77" y="609"/>
                </a:lnTo>
                <a:lnTo>
                  <a:pt x="78" y="608"/>
                </a:lnTo>
                <a:lnTo>
                  <a:pt x="80" y="606"/>
                </a:lnTo>
                <a:lnTo>
                  <a:pt x="82" y="605"/>
                </a:lnTo>
                <a:lnTo>
                  <a:pt x="83" y="603"/>
                </a:lnTo>
                <a:lnTo>
                  <a:pt x="83" y="602"/>
                </a:lnTo>
                <a:lnTo>
                  <a:pt x="83" y="601"/>
                </a:lnTo>
                <a:lnTo>
                  <a:pt x="84" y="600"/>
                </a:lnTo>
                <a:lnTo>
                  <a:pt x="84" y="599"/>
                </a:lnTo>
                <a:lnTo>
                  <a:pt x="85" y="599"/>
                </a:lnTo>
                <a:lnTo>
                  <a:pt x="85" y="595"/>
                </a:lnTo>
                <a:lnTo>
                  <a:pt x="86" y="593"/>
                </a:lnTo>
                <a:lnTo>
                  <a:pt x="87" y="592"/>
                </a:lnTo>
                <a:lnTo>
                  <a:pt x="87" y="591"/>
                </a:lnTo>
                <a:lnTo>
                  <a:pt x="88" y="587"/>
                </a:lnTo>
                <a:lnTo>
                  <a:pt x="89" y="587"/>
                </a:lnTo>
                <a:lnTo>
                  <a:pt x="90" y="587"/>
                </a:lnTo>
                <a:lnTo>
                  <a:pt x="89" y="587"/>
                </a:lnTo>
                <a:lnTo>
                  <a:pt x="88" y="587"/>
                </a:lnTo>
                <a:lnTo>
                  <a:pt x="87" y="586"/>
                </a:lnTo>
                <a:lnTo>
                  <a:pt x="88" y="586"/>
                </a:lnTo>
                <a:lnTo>
                  <a:pt x="89" y="586"/>
                </a:lnTo>
                <a:lnTo>
                  <a:pt x="90" y="586"/>
                </a:lnTo>
                <a:lnTo>
                  <a:pt x="91" y="585"/>
                </a:lnTo>
                <a:lnTo>
                  <a:pt x="92" y="585"/>
                </a:lnTo>
                <a:lnTo>
                  <a:pt x="93" y="585"/>
                </a:lnTo>
                <a:lnTo>
                  <a:pt x="93" y="584"/>
                </a:lnTo>
                <a:lnTo>
                  <a:pt x="92" y="583"/>
                </a:lnTo>
                <a:lnTo>
                  <a:pt x="93" y="582"/>
                </a:lnTo>
                <a:lnTo>
                  <a:pt x="94" y="582"/>
                </a:lnTo>
                <a:lnTo>
                  <a:pt x="95" y="577"/>
                </a:lnTo>
                <a:lnTo>
                  <a:pt x="95" y="576"/>
                </a:lnTo>
                <a:lnTo>
                  <a:pt x="97" y="574"/>
                </a:lnTo>
                <a:lnTo>
                  <a:pt x="98" y="573"/>
                </a:lnTo>
                <a:lnTo>
                  <a:pt x="99" y="572"/>
                </a:lnTo>
                <a:lnTo>
                  <a:pt x="99" y="571"/>
                </a:lnTo>
                <a:lnTo>
                  <a:pt x="99" y="570"/>
                </a:lnTo>
                <a:lnTo>
                  <a:pt x="102" y="569"/>
                </a:lnTo>
                <a:lnTo>
                  <a:pt x="105" y="569"/>
                </a:lnTo>
                <a:lnTo>
                  <a:pt x="106" y="569"/>
                </a:lnTo>
                <a:lnTo>
                  <a:pt x="107" y="567"/>
                </a:lnTo>
                <a:lnTo>
                  <a:pt x="111" y="568"/>
                </a:lnTo>
                <a:lnTo>
                  <a:pt x="112" y="568"/>
                </a:lnTo>
                <a:lnTo>
                  <a:pt x="112" y="567"/>
                </a:lnTo>
                <a:lnTo>
                  <a:pt x="112" y="566"/>
                </a:lnTo>
                <a:lnTo>
                  <a:pt x="113" y="566"/>
                </a:lnTo>
                <a:lnTo>
                  <a:pt x="114" y="566"/>
                </a:lnTo>
                <a:lnTo>
                  <a:pt x="117" y="566"/>
                </a:lnTo>
                <a:lnTo>
                  <a:pt x="120" y="564"/>
                </a:lnTo>
                <a:lnTo>
                  <a:pt x="122" y="563"/>
                </a:lnTo>
                <a:lnTo>
                  <a:pt x="124" y="562"/>
                </a:lnTo>
                <a:lnTo>
                  <a:pt x="125" y="562"/>
                </a:lnTo>
                <a:lnTo>
                  <a:pt x="126" y="562"/>
                </a:lnTo>
                <a:lnTo>
                  <a:pt x="128" y="561"/>
                </a:lnTo>
                <a:lnTo>
                  <a:pt x="129" y="558"/>
                </a:lnTo>
                <a:lnTo>
                  <a:pt x="128" y="556"/>
                </a:lnTo>
                <a:lnTo>
                  <a:pt x="128" y="555"/>
                </a:lnTo>
                <a:lnTo>
                  <a:pt x="128" y="554"/>
                </a:lnTo>
                <a:lnTo>
                  <a:pt x="129" y="553"/>
                </a:lnTo>
                <a:lnTo>
                  <a:pt x="129" y="550"/>
                </a:lnTo>
                <a:lnTo>
                  <a:pt x="130" y="551"/>
                </a:lnTo>
                <a:lnTo>
                  <a:pt x="131" y="551"/>
                </a:lnTo>
                <a:lnTo>
                  <a:pt x="132" y="548"/>
                </a:lnTo>
                <a:lnTo>
                  <a:pt x="133" y="545"/>
                </a:lnTo>
                <a:lnTo>
                  <a:pt x="133" y="544"/>
                </a:lnTo>
                <a:lnTo>
                  <a:pt x="136" y="544"/>
                </a:lnTo>
                <a:lnTo>
                  <a:pt x="137" y="543"/>
                </a:lnTo>
                <a:lnTo>
                  <a:pt x="138" y="541"/>
                </a:lnTo>
                <a:lnTo>
                  <a:pt x="138" y="540"/>
                </a:lnTo>
                <a:lnTo>
                  <a:pt x="139" y="539"/>
                </a:lnTo>
                <a:lnTo>
                  <a:pt x="145" y="540"/>
                </a:lnTo>
                <a:lnTo>
                  <a:pt x="145" y="541"/>
                </a:lnTo>
                <a:lnTo>
                  <a:pt x="146" y="541"/>
                </a:lnTo>
                <a:lnTo>
                  <a:pt x="146" y="540"/>
                </a:lnTo>
                <a:lnTo>
                  <a:pt x="147" y="540"/>
                </a:lnTo>
                <a:lnTo>
                  <a:pt x="147" y="539"/>
                </a:lnTo>
                <a:lnTo>
                  <a:pt x="149" y="539"/>
                </a:lnTo>
                <a:lnTo>
                  <a:pt x="150" y="539"/>
                </a:lnTo>
                <a:lnTo>
                  <a:pt x="150" y="538"/>
                </a:lnTo>
                <a:lnTo>
                  <a:pt x="150" y="537"/>
                </a:lnTo>
                <a:lnTo>
                  <a:pt x="151" y="537"/>
                </a:lnTo>
                <a:lnTo>
                  <a:pt x="153" y="537"/>
                </a:lnTo>
                <a:lnTo>
                  <a:pt x="153" y="536"/>
                </a:lnTo>
                <a:lnTo>
                  <a:pt x="153" y="535"/>
                </a:lnTo>
                <a:lnTo>
                  <a:pt x="154" y="534"/>
                </a:lnTo>
                <a:lnTo>
                  <a:pt x="155" y="533"/>
                </a:lnTo>
                <a:lnTo>
                  <a:pt x="155" y="536"/>
                </a:lnTo>
                <a:lnTo>
                  <a:pt x="155" y="537"/>
                </a:lnTo>
                <a:lnTo>
                  <a:pt x="155" y="536"/>
                </a:lnTo>
                <a:lnTo>
                  <a:pt x="155" y="534"/>
                </a:lnTo>
                <a:lnTo>
                  <a:pt x="156" y="532"/>
                </a:lnTo>
                <a:lnTo>
                  <a:pt x="156" y="529"/>
                </a:lnTo>
                <a:lnTo>
                  <a:pt x="157" y="528"/>
                </a:lnTo>
                <a:lnTo>
                  <a:pt x="156" y="525"/>
                </a:lnTo>
                <a:lnTo>
                  <a:pt x="155" y="525"/>
                </a:lnTo>
                <a:lnTo>
                  <a:pt x="154" y="525"/>
                </a:lnTo>
                <a:lnTo>
                  <a:pt x="153" y="524"/>
                </a:lnTo>
                <a:lnTo>
                  <a:pt x="154" y="523"/>
                </a:lnTo>
                <a:lnTo>
                  <a:pt x="155" y="522"/>
                </a:lnTo>
                <a:lnTo>
                  <a:pt x="156" y="522"/>
                </a:lnTo>
                <a:lnTo>
                  <a:pt x="157" y="522"/>
                </a:lnTo>
                <a:lnTo>
                  <a:pt x="158" y="522"/>
                </a:lnTo>
                <a:lnTo>
                  <a:pt x="158" y="521"/>
                </a:lnTo>
                <a:lnTo>
                  <a:pt x="159" y="521"/>
                </a:lnTo>
                <a:lnTo>
                  <a:pt x="159" y="520"/>
                </a:lnTo>
                <a:lnTo>
                  <a:pt x="159" y="519"/>
                </a:lnTo>
                <a:lnTo>
                  <a:pt x="159" y="518"/>
                </a:lnTo>
                <a:lnTo>
                  <a:pt x="158" y="517"/>
                </a:lnTo>
                <a:lnTo>
                  <a:pt x="159" y="515"/>
                </a:lnTo>
                <a:lnTo>
                  <a:pt x="159" y="514"/>
                </a:lnTo>
                <a:lnTo>
                  <a:pt x="160" y="513"/>
                </a:lnTo>
                <a:lnTo>
                  <a:pt x="163" y="512"/>
                </a:lnTo>
                <a:lnTo>
                  <a:pt x="164" y="512"/>
                </a:lnTo>
                <a:lnTo>
                  <a:pt x="165" y="512"/>
                </a:lnTo>
                <a:lnTo>
                  <a:pt x="167" y="511"/>
                </a:lnTo>
                <a:lnTo>
                  <a:pt x="169" y="510"/>
                </a:lnTo>
                <a:lnTo>
                  <a:pt x="172" y="510"/>
                </a:lnTo>
                <a:lnTo>
                  <a:pt x="174" y="510"/>
                </a:lnTo>
                <a:lnTo>
                  <a:pt x="176" y="510"/>
                </a:lnTo>
                <a:lnTo>
                  <a:pt x="177" y="511"/>
                </a:lnTo>
                <a:lnTo>
                  <a:pt x="178" y="511"/>
                </a:lnTo>
                <a:lnTo>
                  <a:pt x="180" y="510"/>
                </a:lnTo>
                <a:lnTo>
                  <a:pt x="181" y="509"/>
                </a:lnTo>
                <a:lnTo>
                  <a:pt x="181" y="507"/>
                </a:lnTo>
                <a:lnTo>
                  <a:pt x="181" y="503"/>
                </a:lnTo>
                <a:lnTo>
                  <a:pt x="181" y="500"/>
                </a:lnTo>
                <a:lnTo>
                  <a:pt x="181" y="499"/>
                </a:lnTo>
                <a:lnTo>
                  <a:pt x="182" y="497"/>
                </a:lnTo>
                <a:lnTo>
                  <a:pt x="183" y="497"/>
                </a:lnTo>
                <a:lnTo>
                  <a:pt x="184" y="497"/>
                </a:lnTo>
                <a:lnTo>
                  <a:pt x="184" y="496"/>
                </a:lnTo>
                <a:lnTo>
                  <a:pt x="184" y="494"/>
                </a:lnTo>
                <a:lnTo>
                  <a:pt x="184" y="493"/>
                </a:lnTo>
                <a:lnTo>
                  <a:pt x="184" y="492"/>
                </a:lnTo>
                <a:lnTo>
                  <a:pt x="183" y="491"/>
                </a:lnTo>
                <a:lnTo>
                  <a:pt x="184" y="491"/>
                </a:lnTo>
                <a:lnTo>
                  <a:pt x="185" y="491"/>
                </a:lnTo>
                <a:lnTo>
                  <a:pt x="186" y="491"/>
                </a:lnTo>
                <a:lnTo>
                  <a:pt x="184" y="491"/>
                </a:lnTo>
                <a:lnTo>
                  <a:pt x="184" y="490"/>
                </a:lnTo>
                <a:lnTo>
                  <a:pt x="184" y="489"/>
                </a:lnTo>
                <a:lnTo>
                  <a:pt x="185" y="489"/>
                </a:lnTo>
                <a:lnTo>
                  <a:pt x="185" y="488"/>
                </a:lnTo>
                <a:lnTo>
                  <a:pt x="184" y="487"/>
                </a:lnTo>
                <a:lnTo>
                  <a:pt x="184" y="486"/>
                </a:lnTo>
                <a:lnTo>
                  <a:pt x="185" y="486"/>
                </a:lnTo>
                <a:lnTo>
                  <a:pt x="185" y="485"/>
                </a:lnTo>
                <a:lnTo>
                  <a:pt x="185" y="484"/>
                </a:lnTo>
                <a:lnTo>
                  <a:pt x="186" y="483"/>
                </a:lnTo>
                <a:lnTo>
                  <a:pt x="186" y="481"/>
                </a:lnTo>
                <a:lnTo>
                  <a:pt x="186" y="480"/>
                </a:lnTo>
                <a:lnTo>
                  <a:pt x="186" y="479"/>
                </a:lnTo>
                <a:lnTo>
                  <a:pt x="185" y="479"/>
                </a:lnTo>
                <a:lnTo>
                  <a:pt x="184" y="480"/>
                </a:lnTo>
                <a:lnTo>
                  <a:pt x="183" y="480"/>
                </a:lnTo>
                <a:lnTo>
                  <a:pt x="182" y="480"/>
                </a:lnTo>
                <a:lnTo>
                  <a:pt x="181" y="481"/>
                </a:lnTo>
                <a:lnTo>
                  <a:pt x="180" y="481"/>
                </a:lnTo>
                <a:lnTo>
                  <a:pt x="179" y="481"/>
                </a:lnTo>
                <a:lnTo>
                  <a:pt x="178" y="482"/>
                </a:lnTo>
                <a:lnTo>
                  <a:pt x="177" y="485"/>
                </a:lnTo>
                <a:lnTo>
                  <a:pt x="176" y="486"/>
                </a:lnTo>
                <a:lnTo>
                  <a:pt x="176" y="487"/>
                </a:lnTo>
                <a:lnTo>
                  <a:pt x="176" y="488"/>
                </a:lnTo>
                <a:lnTo>
                  <a:pt x="175" y="488"/>
                </a:lnTo>
                <a:lnTo>
                  <a:pt x="175" y="489"/>
                </a:lnTo>
                <a:lnTo>
                  <a:pt x="174" y="489"/>
                </a:lnTo>
                <a:lnTo>
                  <a:pt x="174" y="490"/>
                </a:lnTo>
                <a:lnTo>
                  <a:pt x="173" y="491"/>
                </a:lnTo>
                <a:lnTo>
                  <a:pt x="173" y="492"/>
                </a:lnTo>
                <a:lnTo>
                  <a:pt x="172" y="492"/>
                </a:lnTo>
                <a:lnTo>
                  <a:pt x="171" y="493"/>
                </a:lnTo>
                <a:lnTo>
                  <a:pt x="170" y="494"/>
                </a:lnTo>
                <a:lnTo>
                  <a:pt x="170" y="495"/>
                </a:lnTo>
                <a:lnTo>
                  <a:pt x="169" y="495"/>
                </a:lnTo>
                <a:lnTo>
                  <a:pt x="168" y="495"/>
                </a:lnTo>
                <a:lnTo>
                  <a:pt x="167" y="495"/>
                </a:lnTo>
                <a:lnTo>
                  <a:pt x="165" y="496"/>
                </a:lnTo>
                <a:lnTo>
                  <a:pt x="164" y="497"/>
                </a:lnTo>
                <a:lnTo>
                  <a:pt x="162" y="498"/>
                </a:lnTo>
                <a:lnTo>
                  <a:pt x="161" y="498"/>
                </a:lnTo>
                <a:lnTo>
                  <a:pt x="159" y="500"/>
                </a:lnTo>
                <a:lnTo>
                  <a:pt x="159" y="501"/>
                </a:lnTo>
                <a:lnTo>
                  <a:pt x="158" y="501"/>
                </a:lnTo>
                <a:lnTo>
                  <a:pt x="157" y="501"/>
                </a:lnTo>
                <a:lnTo>
                  <a:pt x="156" y="500"/>
                </a:lnTo>
                <a:lnTo>
                  <a:pt x="155" y="500"/>
                </a:lnTo>
                <a:lnTo>
                  <a:pt x="154" y="500"/>
                </a:lnTo>
                <a:lnTo>
                  <a:pt x="154" y="501"/>
                </a:lnTo>
                <a:lnTo>
                  <a:pt x="153" y="501"/>
                </a:lnTo>
                <a:lnTo>
                  <a:pt x="153" y="502"/>
                </a:lnTo>
                <a:lnTo>
                  <a:pt x="151" y="503"/>
                </a:lnTo>
                <a:lnTo>
                  <a:pt x="150" y="503"/>
                </a:lnTo>
                <a:lnTo>
                  <a:pt x="150" y="504"/>
                </a:lnTo>
                <a:lnTo>
                  <a:pt x="150" y="505"/>
                </a:lnTo>
                <a:lnTo>
                  <a:pt x="150" y="506"/>
                </a:lnTo>
                <a:lnTo>
                  <a:pt x="149" y="506"/>
                </a:lnTo>
                <a:lnTo>
                  <a:pt x="148" y="506"/>
                </a:lnTo>
                <a:lnTo>
                  <a:pt x="147" y="506"/>
                </a:lnTo>
                <a:lnTo>
                  <a:pt x="147" y="505"/>
                </a:lnTo>
                <a:lnTo>
                  <a:pt x="146" y="504"/>
                </a:lnTo>
                <a:lnTo>
                  <a:pt x="145" y="504"/>
                </a:lnTo>
                <a:lnTo>
                  <a:pt x="145" y="505"/>
                </a:lnTo>
                <a:lnTo>
                  <a:pt x="144" y="505"/>
                </a:lnTo>
                <a:lnTo>
                  <a:pt x="143" y="505"/>
                </a:lnTo>
                <a:lnTo>
                  <a:pt x="142" y="505"/>
                </a:lnTo>
                <a:lnTo>
                  <a:pt x="140" y="506"/>
                </a:lnTo>
                <a:lnTo>
                  <a:pt x="139" y="507"/>
                </a:lnTo>
                <a:lnTo>
                  <a:pt x="138" y="507"/>
                </a:lnTo>
                <a:lnTo>
                  <a:pt x="138" y="508"/>
                </a:lnTo>
                <a:lnTo>
                  <a:pt x="137" y="508"/>
                </a:lnTo>
                <a:lnTo>
                  <a:pt x="137" y="509"/>
                </a:lnTo>
                <a:lnTo>
                  <a:pt x="137" y="510"/>
                </a:lnTo>
                <a:lnTo>
                  <a:pt x="137" y="511"/>
                </a:lnTo>
                <a:lnTo>
                  <a:pt x="136" y="513"/>
                </a:lnTo>
                <a:lnTo>
                  <a:pt x="136" y="514"/>
                </a:lnTo>
                <a:lnTo>
                  <a:pt x="134" y="514"/>
                </a:lnTo>
                <a:lnTo>
                  <a:pt x="130" y="516"/>
                </a:lnTo>
                <a:lnTo>
                  <a:pt x="129" y="515"/>
                </a:lnTo>
                <a:lnTo>
                  <a:pt x="127" y="515"/>
                </a:lnTo>
                <a:lnTo>
                  <a:pt x="126" y="516"/>
                </a:lnTo>
                <a:lnTo>
                  <a:pt x="124" y="516"/>
                </a:lnTo>
                <a:lnTo>
                  <a:pt x="124" y="517"/>
                </a:lnTo>
                <a:lnTo>
                  <a:pt x="123" y="517"/>
                </a:lnTo>
                <a:lnTo>
                  <a:pt x="123" y="518"/>
                </a:lnTo>
                <a:lnTo>
                  <a:pt x="123" y="519"/>
                </a:lnTo>
                <a:lnTo>
                  <a:pt x="122" y="520"/>
                </a:lnTo>
                <a:lnTo>
                  <a:pt x="122" y="521"/>
                </a:lnTo>
                <a:lnTo>
                  <a:pt x="122" y="522"/>
                </a:lnTo>
                <a:lnTo>
                  <a:pt x="121" y="523"/>
                </a:lnTo>
                <a:lnTo>
                  <a:pt x="120" y="523"/>
                </a:lnTo>
                <a:lnTo>
                  <a:pt x="119" y="523"/>
                </a:lnTo>
                <a:lnTo>
                  <a:pt x="118" y="524"/>
                </a:lnTo>
                <a:lnTo>
                  <a:pt x="118" y="525"/>
                </a:lnTo>
                <a:lnTo>
                  <a:pt x="117" y="525"/>
                </a:lnTo>
                <a:lnTo>
                  <a:pt x="117" y="527"/>
                </a:lnTo>
                <a:lnTo>
                  <a:pt x="117" y="528"/>
                </a:lnTo>
                <a:lnTo>
                  <a:pt x="116" y="528"/>
                </a:lnTo>
                <a:lnTo>
                  <a:pt x="113" y="527"/>
                </a:lnTo>
                <a:lnTo>
                  <a:pt x="112" y="527"/>
                </a:lnTo>
                <a:lnTo>
                  <a:pt x="110" y="527"/>
                </a:lnTo>
                <a:lnTo>
                  <a:pt x="109" y="528"/>
                </a:lnTo>
                <a:lnTo>
                  <a:pt x="108" y="528"/>
                </a:lnTo>
                <a:lnTo>
                  <a:pt x="107" y="528"/>
                </a:lnTo>
                <a:lnTo>
                  <a:pt x="107" y="529"/>
                </a:lnTo>
                <a:lnTo>
                  <a:pt x="106" y="529"/>
                </a:lnTo>
                <a:lnTo>
                  <a:pt x="105" y="530"/>
                </a:lnTo>
                <a:lnTo>
                  <a:pt x="104" y="531"/>
                </a:lnTo>
                <a:lnTo>
                  <a:pt x="104" y="532"/>
                </a:lnTo>
                <a:lnTo>
                  <a:pt x="103" y="533"/>
                </a:lnTo>
                <a:lnTo>
                  <a:pt x="101" y="535"/>
                </a:lnTo>
                <a:lnTo>
                  <a:pt x="100" y="535"/>
                </a:lnTo>
                <a:lnTo>
                  <a:pt x="98" y="536"/>
                </a:lnTo>
                <a:lnTo>
                  <a:pt x="97" y="536"/>
                </a:lnTo>
                <a:lnTo>
                  <a:pt x="96" y="536"/>
                </a:lnTo>
                <a:lnTo>
                  <a:pt x="95" y="536"/>
                </a:lnTo>
                <a:lnTo>
                  <a:pt x="94" y="537"/>
                </a:lnTo>
                <a:lnTo>
                  <a:pt x="93" y="538"/>
                </a:lnTo>
                <a:lnTo>
                  <a:pt x="92" y="538"/>
                </a:lnTo>
                <a:lnTo>
                  <a:pt x="92" y="539"/>
                </a:lnTo>
                <a:lnTo>
                  <a:pt x="91" y="539"/>
                </a:lnTo>
                <a:lnTo>
                  <a:pt x="91" y="540"/>
                </a:lnTo>
                <a:lnTo>
                  <a:pt x="90" y="541"/>
                </a:lnTo>
                <a:lnTo>
                  <a:pt x="89" y="541"/>
                </a:lnTo>
                <a:lnTo>
                  <a:pt x="88" y="542"/>
                </a:lnTo>
                <a:lnTo>
                  <a:pt x="87" y="543"/>
                </a:lnTo>
                <a:lnTo>
                  <a:pt x="86" y="543"/>
                </a:lnTo>
                <a:lnTo>
                  <a:pt x="86" y="544"/>
                </a:lnTo>
                <a:lnTo>
                  <a:pt x="83" y="548"/>
                </a:lnTo>
                <a:lnTo>
                  <a:pt x="81" y="553"/>
                </a:lnTo>
                <a:lnTo>
                  <a:pt x="80" y="553"/>
                </a:lnTo>
                <a:lnTo>
                  <a:pt x="80" y="554"/>
                </a:lnTo>
                <a:lnTo>
                  <a:pt x="80" y="555"/>
                </a:lnTo>
                <a:lnTo>
                  <a:pt x="79" y="555"/>
                </a:lnTo>
                <a:lnTo>
                  <a:pt x="79" y="556"/>
                </a:lnTo>
                <a:lnTo>
                  <a:pt x="78" y="556"/>
                </a:lnTo>
                <a:lnTo>
                  <a:pt x="78" y="557"/>
                </a:lnTo>
                <a:lnTo>
                  <a:pt x="77" y="557"/>
                </a:lnTo>
                <a:lnTo>
                  <a:pt x="77" y="558"/>
                </a:lnTo>
                <a:lnTo>
                  <a:pt x="75" y="559"/>
                </a:lnTo>
                <a:lnTo>
                  <a:pt x="75" y="560"/>
                </a:lnTo>
                <a:lnTo>
                  <a:pt x="74" y="560"/>
                </a:lnTo>
                <a:lnTo>
                  <a:pt x="74" y="561"/>
                </a:lnTo>
                <a:lnTo>
                  <a:pt x="73" y="562"/>
                </a:lnTo>
                <a:lnTo>
                  <a:pt x="72" y="562"/>
                </a:lnTo>
                <a:lnTo>
                  <a:pt x="72" y="561"/>
                </a:lnTo>
                <a:lnTo>
                  <a:pt x="71" y="560"/>
                </a:lnTo>
                <a:lnTo>
                  <a:pt x="69" y="559"/>
                </a:lnTo>
                <a:lnTo>
                  <a:pt x="68" y="559"/>
                </a:lnTo>
                <a:lnTo>
                  <a:pt x="69" y="559"/>
                </a:lnTo>
                <a:lnTo>
                  <a:pt x="69" y="557"/>
                </a:lnTo>
                <a:lnTo>
                  <a:pt x="68" y="557"/>
                </a:lnTo>
                <a:lnTo>
                  <a:pt x="68" y="554"/>
                </a:lnTo>
                <a:lnTo>
                  <a:pt x="69" y="554"/>
                </a:lnTo>
                <a:lnTo>
                  <a:pt x="69" y="553"/>
                </a:lnTo>
                <a:lnTo>
                  <a:pt x="70" y="552"/>
                </a:lnTo>
                <a:lnTo>
                  <a:pt x="69" y="550"/>
                </a:lnTo>
                <a:lnTo>
                  <a:pt x="70" y="549"/>
                </a:lnTo>
                <a:lnTo>
                  <a:pt x="70" y="548"/>
                </a:lnTo>
                <a:lnTo>
                  <a:pt x="70" y="547"/>
                </a:lnTo>
                <a:lnTo>
                  <a:pt x="70" y="545"/>
                </a:lnTo>
                <a:lnTo>
                  <a:pt x="68" y="545"/>
                </a:lnTo>
                <a:lnTo>
                  <a:pt x="68" y="543"/>
                </a:lnTo>
                <a:lnTo>
                  <a:pt x="69" y="543"/>
                </a:lnTo>
                <a:lnTo>
                  <a:pt x="70" y="543"/>
                </a:lnTo>
                <a:lnTo>
                  <a:pt x="71" y="543"/>
                </a:lnTo>
                <a:lnTo>
                  <a:pt x="71" y="541"/>
                </a:lnTo>
                <a:lnTo>
                  <a:pt x="72" y="537"/>
                </a:lnTo>
                <a:lnTo>
                  <a:pt x="71" y="531"/>
                </a:lnTo>
                <a:lnTo>
                  <a:pt x="70" y="530"/>
                </a:lnTo>
                <a:lnTo>
                  <a:pt x="69" y="529"/>
                </a:lnTo>
                <a:lnTo>
                  <a:pt x="69" y="528"/>
                </a:lnTo>
                <a:lnTo>
                  <a:pt x="69" y="527"/>
                </a:lnTo>
                <a:lnTo>
                  <a:pt x="70" y="525"/>
                </a:lnTo>
                <a:lnTo>
                  <a:pt x="70" y="524"/>
                </a:lnTo>
                <a:lnTo>
                  <a:pt x="69" y="524"/>
                </a:lnTo>
                <a:lnTo>
                  <a:pt x="69" y="522"/>
                </a:lnTo>
                <a:lnTo>
                  <a:pt x="69" y="520"/>
                </a:lnTo>
                <a:lnTo>
                  <a:pt x="70" y="520"/>
                </a:lnTo>
                <a:lnTo>
                  <a:pt x="72" y="520"/>
                </a:lnTo>
                <a:lnTo>
                  <a:pt x="73" y="520"/>
                </a:lnTo>
                <a:lnTo>
                  <a:pt x="74" y="520"/>
                </a:lnTo>
                <a:lnTo>
                  <a:pt x="74" y="519"/>
                </a:lnTo>
                <a:lnTo>
                  <a:pt x="75" y="517"/>
                </a:lnTo>
                <a:lnTo>
                  <a:pt x="75" y="516"/>
                </a:lnTo>
                <a:lnTo>
                  <a:pt x="76" y="516"/>
                </a:lnTo>
                <a:lnTo>
                  <a:pt x="77" y="516"/>
                </a:lnTo>
                <a:lnTo>
                  <a:pt x="77" y="515"/>
                </a:lnTo>
                <a:lnTo>
                  <a:pt x="77" y="514"/>
                </a:lnTo>
                <a:lnTo>
                  <a:pt x="78" y="513"/>
                </a:lnTo>
                <a:lnTo>
                  <a:pt x="79" y="512"/>
                </a:lnTo>
                <a:lnTo>
                  <a:pt x="80" y="513"/>
                </a:lnTo>
                <a:lnTo>
                  <a:pt x="81" y="513"/>
                </a:lnTo>
                <a:lnTo>
                  <a:pt x="81" y="512"/>
                </a:lnTo>
                <a:lnTo>
                  <a:pt x="82" y="512"/>
                </a:lnTo>
                <a:lnTo>
                  <a:pt x="83" y="512"/>
                </a:lnTo>
                <a:lnTo>
                  <a:pt x="82" y="511"/>
                </a:lnTo>
                <a:lnTo>
                  <a:pt x="82" y="509"/>
                </a:lnTo>
                <a:lnTo>
                  <a:pt x="82" y="508"/>
                </a:lnTo>
                <a:lnTo>
                  <a:pt x="82" y="507"/>
                </a:lnTo>
                <a:lnTo>
                  <a:pt x="82" y="506"/>
                </a:lnTo>
                <a:lnTo>
                  <a:pt x="82" y="505"/>
                </a:lnTo>
                <a:lnTo>
                  <a:pt x="82" y="504"/>
                </a:lnTo>
                <a:lnTo>
                  <a:pt x="82" y="502"/>
                </a:lnTo>
                <a:lnTo>
                  <a:pt x="82" y="501"/>
                </a:lnTo>
                <a:lnTo>
                  <a:pt x="82" y="500"/>
                </a:lnTo>
                <a:lnTo>
                  <a:pt x="82" y="499"/>
                </a:lnTo>
                <a:lnTo>
                  <a:pt x="83" y="498"/>
                </a:lnTo>
                <a:lnTo>
                  <a:pt x="83" y="497"/>
                </a:lnTo>
                <a:lnTo>
                  <a:pt x="83" y="496"/>
                </a:lnTo>
                <a:lnTo>
                  <a:pt x="84" y="494"/>
                </a:lnTo>
                <a:lnTo>
                  <a:pt x="85" y="493"/>
                </a:lnTo>
                <a:lnTo>
                  <a:pt x="85" y="492"/>
                </a:lnTo>
                <a:lnTo>
                  <a:pt x="85" y="491"/>
                </a:lnTo>
                <a:lnTo>
                  <a:pt x="85" y="490"/>
                </a:lnTo>
                <a:lnTo>
                  <a:pt x="86" y="489"/>
                </a:lnTo>
                <a:lnTo>
                  <a:pt x="86" y="488"/>
                </a:lnTo>
                <a:lnTo>
                  <a:pt x="86" y="486"/>
                </a:lnTo>
                <a:lnTo>
                  <a:pt x="87" y="486"/>
                </a:lnTo>
                <a:lnTo>
                  <a:pt x="86" y="486"/>
                </a:lnTo>
                <a:lnTo>
                  <a:pt x="86" y="485"/>
                </a:lnTo>
                <a:lnTo>
                  <a:pt x="85" y="484"/>
                </a:lnTo>
                <a:lnTo>
                  <a:pt x="85" y="483"/>
                </a:lnTo>
                <a:lnTo>
                  <a:pt x="85" y="482"/>
                </a:lnTo>
                <a:lnTo>
                  <a:pt x="86" y="482"/>
                </a:lnTo>
                <a:lnTo>
                  <a:pt x="85" y="481"/>
                </a:lnTo>
                <a:lnTo>
                  <a:pt x="85" y="480"/>
                </a:lnTo>
                <a:lnTo>
                  <a:pt x="84" y="479"/>
                </a:lnTo>
                <a:lnTo>
                  <a:pt x="84" y="478"/>
                </a:lnTo>
                <a:lnTo>
                  <a:pt x="85" y="478"/>
                </a:lnTo>
                <a:lnTo>
                  <a:pt x="84" y="477"/>
                </a:lnTo>
                <a:lnTo>
                  <a:pt x="84" y="476"/>
                </a:lnTo>
                <a:lnTo>
                  <a:pt x="84" y="474"/>
                </a:lnTo>
                <a:lnTo>
                  <a:pt x="83" y="474"/>
                </a:lnTo>
                <a:lnTo>
                  <a:pt x="83" y="473"/>
                </a:lnTo>
                <a:lnTo>
                  <a:pt x="83" y="472"/>
                </a:lnTo>
                <a:lnTo>
                  <a:pt x="84" y="472"/>
                </a:lnTo>
                <a:lnTo>
                  <a:pt x="84" y="471"/>
                </a:lnTo>
                <a:lnTo>
                  <a:pt x="83" y="470"/>
                </a:lnTo>
                <a:lnTo>
                  <a:pt x="82" y="469"/>
                </a:lnTo>
                <a:lnTo>
                  <a:pt x="82" y="468"/>
                </a:lnTo>
                <a:lnTo>
                  <a:pt x="83" y="468"/>
                </a:lnTo>
                <a:lnTo>
                  <a:pt x="83" y="467"/>
                </a:lnTo>
                <a:lnTo>
                  <a:pt x="82" y="467"/>
                </a:lnTo>
                <a:lnTo>
                  <a:pt x="82" y="465"/>
                </a:lnTo>
                <a:lnTo>
                  <a:pt x="82" y="464"/>
                </a:lnTo>
                <a:lnTo>
                  <a:pt x="82" y="463"/>
                </a:lnTo>
                <a:lnTo>
                  <a:pt x="82" y="462"/>
                </a:lnTo>
                <a:lnTo>
                  <a:pt x="81" y="462"/>
                </a:lnTo>
                <a:lnTo>
                  <a:pt x="80" y="462"/>
                </a:lnTo>
                <a:lnTo>
                  <a:pt x="80" y="461"/>
                </a:lnTo>
                <a:lnTo>
                  <a:pt x="80" y="460"/>
                </a:lnTo>
                <a:lnTo>
                  <a:pt x="80" y="459"/>
                </a:lnTo>
                <a:lnTo>
                  <a:pt x="80" y="458"/>
                </a:lnTo>
                <a:lnTo>
                  <a:pt x="79" y="457"/>
                </a:lnTo>
                <a:lnTo>
                  <a:pt x="78" y="457"/>
                </a:lnTo>
                <a:lnTo>
                  <a:pt x="77" y="457"/>
                </a:lnTo>
                <a:lnTo>
                  <a:pt x="75" y="457"/>
                </a:lnTo>
                <a:lnTo>
                  <a:pt x="74" y="457"/>
                </a:lnTo>
                <a:lnTo>
                  <a:pt x="74" y="456"/>
                </a:lnTo>
                <a:lnTo>
                  <a:pt x="74" y="455"/>
                </a:lnTo>
                <a:lnTo>
                  <a:pt x="73" y="455"/>
                </a:lnTo>
                <a:lnTo>
                  <a:pt x="72" y="455"/>
                </a:lnTo>
                <a:lnTo>
                  <a:pt x="71" y="454"/>
                </a:lnTo>
                <a:lnTo>
                  <a:pt x="72" y="453"/>
                </a:lnTo>
                <a:lnTo>
                  <a:pt x="72" y="452"/>
                </a:lnTo>
                <a:lnTo>
                  <a:pt x="72" y="451"/>
                </a:lnTo>
                <a:lnTo>
                  <a:pt x="72" y="450"/>
                </a:lnTo>
                <a:lnTo>
                  <a:pt x="72" y="448"/>
                </a:lnTo>
                <a:lnTo>
                  <a:pt x="71" y="447"/>
                </a:lnTo>
                <a:lnTo>
                  <a:pt x="70" y="447"/>
                </a:lnTo>
                <a:lnTo>
                  <a:pt x="69" y="447"/>
                </a:lnTo>
                <a:lnTo>
                  <a:pt x="69" y="448"/>
                </a:lnTo>
                <a:lnTo>
                  <a:pt x="68" y="448"/>
                </a:lnTo>
                <a:lnTo>
                  <a:pt x="68" y="449"/>
                </a:lnTo>
                <a:lnTo>
                  <a:pt x="67" y="449"/>
                </a:lnTo>
                <a:lnTo>
                  <a:pt x="66" y="449"/>
                </a:lnTo>
                <a:lnTo>
                  <a:pt x="65" y="448"/>
                </a:lnTo>
                <a:lnTo>
                  <a:pt x="65" y="450"/>
                </a:lnTo>
                <a:lnTo>
                  <a:pt x="64" y="451"/>
                </a:lnTo>
                <a:lnTo>
                  <a:pt x="63" y="452"/>
                </a:lnTo>
                <a:lnTo>
                  <a:pt x="62" y="452"/>
                </a:lnTo>
                <a:lnTo>
                  <a:pt x="61" y="451"/>
                </a:lnTo>
                <a:lnTo>
                  <a:pt x="61" y="449"/>
                </a:lnTo>
                <a:lnTo>
                  <a:pt x="62" y="449"/>
                </a:lnTo>
                <a:lnTo>
                  <a:pt x="63" y="448"/>
                </a:lnTo>
                <a:lnTo>
                  <a:pt x="63" y="447"/>
                </a:lnTo>
                <a:lnTo>
                  <a:pt x="63" y="444"/>
                </a:lnTo>
                <a:lnTo>
                  <a:pt x="62" y="443"/>
                </a:lnTo>
                <a:lnTo>
                  <a:pt x="61" y="443"/>
                </a:lnTo>
                <a:lnTo>
                  <a:pt x="60" y="443"/>
                </a:lnTo>
                <a:lnTo>
                  <a:pt x="59" y="443"/>
                </a:lnTo>
                <a:lnTo>
                  <a:pt x="59" y="442"/>
                </a:lnTo>
                <a:lnTo>
                  <a:pt x="59" y="440"/>
                </a:lnTo>
                <a:lnTo>
                  <a:pt x="58" y="440"/>
                </a:lnTo>
                <a:lnTo>
                  <a:pt x="58" y="439"/>
                </a:lnTo>
                <a:lnTo>
                  <a:pt x="57" y="438"/>
                </a:lnTo>
                <a:lnTo>
                  <a:pt x="57" y="437"/>
                </a:lnTo>
                <a:lnTo>
                  <a:pt x="57" y="438"/>
                </a:lnTo>
                <a:lnTo>
                  <a:pt x="57" y="436"/>
                </a:lnTo>
                <a:lnTo>
                  <a:pt x="57" y="435"/>
                </a:lnTo>
                <a:lnTo>
                  <a:pt x="58" y="434"/>
                </a:lnTo>
                <a:lnTo>
                  <a:pt x="57" y="433"/>
                </a:lnTo>
                <a:lnTo>
                  <a:pt x="57" y="434"/>
                </a:lnTo>
                <a:lnTo>
                  <a:pt x="56" y="434"/>
                </a:lnTo>
                <a:lnTo>
                  <a:pt x="55" y="434"/>
                </a:lnTo>
                <a:lnTo>
                  <a:pt x="55" y="433"/>
                </a:lnTo>
                <a:lnTo>
                  <a:pt x="53" y="432"/>
                </a:lnTo>
                <a:lnTo>
                  <a:pt x="52" y="432"/>
                </a:lnTo>
                <a:lnTo>
                  <a:pt x="51" y="431"/>
                </a:lnTo>
                <a:lnTo>
                  <a:pt x="50" y="431"/>
                </a:lnTo>
                <a:lnTo>
                  <a:pt x="50" y="430"/>
                </a:lnTo>
                <a:lnTo>
                  <a:pt x="51" y="429"/>
                </a:lnTo>
                <a:lnTo>
                  <a:pt x="51" y="428"/>
                </a:lnTo>
                <a:lnTo>
                  <a:pt x="51" y="427"/>
                </a:lnTo>
                <a:lnTo>
                  <a:pt x="52" y="427"/>
                </a:lnTo>
                <a:lnTo>
                  <a:pt x="52" y="426"/>
                </a:lnTo>
                <a:lnTo>
                  <a:pt x="52" y="423"/>
                </a:lnTo>
                <a:lnTo>
                  <a:pt x="52" y="422"/>
                </a:lnTo>
                <a:lnTo>
                  <a:pt x="51" y="422"/>
                </a:lnTo>
                <a:lnTo>
                  <a:pt x="50" y="421"/>
                </a:lnTo>
                <a:lnTo>
                  <a:pt x="50" y="420"/>
                </a:lnTo>
                <a:lnTo>
                  <a:pt x="49" y="420"/>
                </a:lnTo>
                <a:lnTo>
                  <a:pt x="48" y="421"/>
                </a:lnTo>
                <a:lnTo>
                  <a:pt x="48" y="422"/>
                </a:lnTo>
                <a:lnTo>
                  <a:pt x="48" y="421"/>
                </a:lnTo>
                <a:lnTo>
                  <a:pt x="47" y="421"/>
                </a:lnTo>
                <a:lnTo>
                  <a:pt x="47" y="420"/>
                </a:lnTo>
                <a:lnTo>
                  <a:pt x="47" y="419"/>
                </a:lnTo>
                <a:lnTo>
                  <a:pt x="48" y="419"/>
                </a:lnTo>
                <a:lnTo>
                  <a:pt x="48" y="418"/>
                </a:lnTo>
                <a:lnTo>
                  <a:pt x="47" y="418"/>
                </a:lnTo>
                <a:lnTo>
                  <a:pt x="46" y="418"/>
                </a:lnTo>
                <a:lnTo>
                  <a:pt x="46" y="417"/>
                </a:lnTo>
                <a:lnTo>
                  <a:pt x="46" y="416"/>
                </a:lnTo>
                <a:lnTo>
                  <a:pt x="46" y="415"/>
                </a:lnTo>
                <a:lnTo>
                  <a:pt x="46" y="414"/>
                </a:lnTo>
                <a:lnTo>
                  <a:pt x="47" y="413"/>
                </a:lnTo>
                <a:lnTo>
                  <a:pt x="47" y="412"/>
                </a:lnTo>
                <a:lnTo>
                  <a:pt x="47" y="411"/>
                </a:lnTo>
                <a:lnTo>
                  <a:pt x="48" y="408"/>
                </a:lnTo>
                <a:lnTo>
                  <a:pt x="49" y="407"/>
                </a:lnTo>
                <a:lnTo>
                  <a:pt x="49" y="406"/>
                </a:lnTo>
                <a:lnTo>
                  <a:pt x="51" y="404"/>
                </a:lnTo>
                <a:lnTo>
                  <a:pt x="52" y="403"/>
                </a:lnTo>
                <a:lnTo>
                  <a:pt x="52" y="402"/>
                </a:lnTo>
                <a:lnTo>
                  <a:pt x="52" y="401"/>
                </a:lnTo>
                <a:lnTo>
                  <a:pt x="52" y="400"/>
                </a:lnTo>
                <a:lnTo>
                  <a:pt x="52" y="399"/>
                </a:lnTo>
                <a:lnTo>
                  <a:pt x="52" y="397"/>
                </a:lnTo>
                <a:lnTo>
                  <a:pt x="52" y="396"/>
                </a:lnTo>
                <a:lnTo>
                  <a:pt x="52" y="395"/>
                </a:lnTo>
                <a:lnTo>
                  <a:pt x="53" y="393"/>
                </a:lnTo>
                <a:lnTo>
                  <a:pt x="53" y="392"/>
                </a:lnTo>
                <a:lnTo>
                  <a:pt x="52" y="392"/>
                </a:lnTo>
                <a:lnTo>
                  <a:pt x="53" y="391"/>
                </a:lnTo>
                <a:lnTo>
                  <a:pt x="53" y="390"/>
                </a:lnTo>
                <a:lnTo>
                  <a:pt x="53" y="389"/>
                </a:lnTo>
                <a:lnTo>
                  <a:pt x="53" y="388"/>
                </a:lnTo>
                <a:lnTo>
                  <a:pt x="54" y="388"/>
                </a:lnTo>
                <a:lnTo>
                  <a:pt x="54" y="387"/>
                </a:lnTo>
                <a:lnTo>
                  <a:pt x="54" y="386"/>
                </a:lnTo>
                <a:lnTo>
                  <a:pt x="54" y="385"/>
                </a:lnTo>
                <a:lnTo>
                  <a:pt x="55" y="385"/>
                </a:lnTo>
                <a:lnTo>
                  <a:pt x="55" y="386"/>
                </a:lnTo>
                <a:lnTo>
                  <a:pt x="56" y="387"/>
                </a:lnTo>
                <a:lnTo>
                  <a:pt x="57" y="385"/>
                </a:lnTo>
                <a:lnTo>
                  <a:pt x="58" y="384"/>
                </a:lnTo>
                <a:lnTo>
                  <a:pt x="59" y="382"/>
                </a:lnTo>
                <a:lnTo>
                  <a:pt x="59" y="381"/>
                </a:lnTo>
                <a:lnTo>
                  <a:pt x="59" y="380"/>
                </a:lnTo>
                <a:lnTo>
                  <a:pt x="59" y="379"/>
                </a:lnTo>
                <a:lnTo>
                  <a:pt x="60" y="378"/>
                </a:lnTo>
                <a:lnTo>
                  <a:pt x="61" y="378"/>
                </a:lnTo>
                <a:lnTo>
                  <a:pt x="62" y="378"/>
                </a:lnTo>
                <a:lnTo>
                  <a:pt x="62" y="377"/>
                </a:lnTo>
                <a:lnTo>
                  <a:pt x="62" y="376"/>
                </a:lnTo>
                <a:lnTo>
                  <a:pt x="62" y="375"/>
                </a:lnTo>
                <a:lnTo>
                  <a:pt x="63" y="374"/>
                </a:lnTo>
                <a:lnTo>
                  <a:pt x="63" y="372"/>
                </a:lnTo>
                <a:lnTo>
                  <a:pt x="65" y="372"/>
                </a:lnTo>
                <a:lnTo>
                  <a:pt x="67" y="371"/>
                </a:lnTo>
                <a:lnTo>
                  <a:pt x="67" y="370"/>
                </a:lnTo>
                <a:lnTo>
                  <a:pt x="68" y="369"/>
                </a:lnTo>
                <a:lnTo>
                  <a:pt x="68" y="368"/>
                </a:lnTo>
                <a:lnTo>
                  <a:pt x="68" y="367"/>
                </a:lnTo>
                <a:lnTo>
                  <a:pt x="68" y="366"/>
                </a:lnTo>
                <a:lnTo>
                  <a:pt x="68" y="365"/>
                </a:lnTo>
                <a:lnTo>
                  <a:pt x="69" y="364"/>
                </a:lnTo>
                <a:lnTo>
                  <a:pt x="69" y="363"/>
                </a:lnTo>
                <a:lnTo>
                  <a:pt x="70" y="363"/>
                </a:lnTo>
                <a:lnTo>
                  <a:pt x="70" y="362"/>
                </a:lnTo>
                <a:lnTo>
                  <a:pt x="70" y="361"/>
                </a:lnTo>
                <a:lnTo>
                  <a:pt x="71" y="360"/>
                </a:lnTo>
                <a:lnTo>
                  <a:pt x="71" y="359"/>
                </a:lnTo>
                <a:lnTo>
                  <a:pt x="71" y="358"/>
                </a:lnTo>
                <a:lnTo>
                  <a:pt x="71" y="357"/>
                </a:lnTo>
                <a:lnTo>
                  <a:pt x="71" y="356"/>
                </a:lnTo>
                <a:lnTo>
                  <a:pt x="72" y="356"/>
                </a:lnTo>
                <a:lnTo>
                  <a:pt x="73" y="356"/>
                </a:lnTo>
                <a:lnTo>
                  <a:pt x="73" y="355"/>
                </a:lnTo>
                <a:lnTo>
                  <a:pt x="76" y="354"/>
                </a:lnTo>
                <a:lnTo>
                  <a:pt x="77" y="354"/>
                </a:lnTo>
                <a:lnTo>
                  <a:pt x="78" y="355"/>
                </a:lnTo>
                <a:lnTo>
                  <a:pt x="79" y="355"/>
                </a:lnTo>
                <a:lnTo>
                  <a:pt x="79" y="354"/>
                </a:lnTo>
                <a:lnTo>
                  <a:pt x="78" y="353"/>
                </a:lnTo>
                <a:lnTo>
                  <a:pt x="79" y="353"/>
                </a:lnTo>
                <a:lnTo>
                  <a:pt x="80" y="353"/>
                </a:lnTo>
                <a:lnTo>
                  <a:pt x="81" y="352"/>
                </a:lnTo>
                <a:lnTo>
                  <a:pt x="83" y="352"/>
                </a:lnTo>
                <a:lnTo>
                  <a:pt x="84" y="352"/>
                </a:lnTo>
                <a:lnTo>
                  <a:pt x="86" y="352"/>
                </a:lnTo>
                <a:lnTo>
                  <a:pt x="87" y="351"/>
                </a:lnTo>
                <a:lnTo>
                  <a:pt x="87" y="350"/>
                </a:lnTo>
                <a:lnTo>
                  <a:pt x="88" y="350"/>
                </a:lnTo>
                <a:lnTo>
                  <a:pt x="89" y="349"/>
                </a:lnTo>
                <a:lnTo>
                  <a:pt x="90" y="349"/>
                </a:lnTo>
                <a:lnTo>
                  <a:pt x="93" y="347"/>
                </a:lnTo>
                <a:lnTo>
                  <a:pt x="94" y="347"/>
                </a:lnTo>
                <a:lnTo>
                  <a:pt x="95" y="345"/>
                </a:lnTo>
                <a:lnTo>
                  <a:pt x="96" y="345"/>
                </a:lnTo>
                <a:lnTo>
                  <a:pt x="97" y="344"/>
                </a:lnTo>
                <a:lnTo>
                  <a:pt x="99" y="343"/>
                </a:lnTo>
                <a:lnTo>
                  <a:pt x="100" y="342"/>
                </a:lnTo>
                <a:lnTo>
                  <a:pt x="101" y="343"/>
                </a:lnTo>
                <a:lnTo>
                  <a:pt x="102" y="342"/>
                </a:lnTo>
                <a:lnTo>
                  <a:pt x="103" y="342"/>
                </a:lnTo>
                <a:lnTo>
                  <a:pt x="103" y="341"/>
                </a:lnTo>
                <a:lnTo>
                  <a:pt x="103" y="340"/>
                </a:lnTo>
                <a:lnTo>
                  <a:pt x="104" y="340"/>
                </a:lnTo>
                <a:lnTo>
                  <a:pt x="104" y="339"/>
                </a:lnTo>
                <a:lnTo>
                  <a:pt x="104" y="338"/>
                </a:lnTo>
                <a:lnTo>
                  <a:pt x="104" y="337"/>
                </a:lnTo>
                <a:lnTo>
                  <a:pt x="103" y="337"/>
                </a:lnTo>
                <a:lnTo>
                  <a:pt x="103" y="336"/>
                </a:lnTo>
                <a:lnTo>
                  <a:pt x="103" y="335"/>
                </a:lnTo>
                <a:lnTo>
                  <a:pt x="104" y="334"/>
                </a:lnTo>
                <a:lnTo>
                  <a:pt x="105" y="332"/>
                </a:lnTo>
                <a:lnTo>
                  <a:pt x="105" y="331"/>
                </a:lnTo>
                <a:lnTo>
                  <a:pt x="104" y="330"/>
                </a:lnTo>
                <a:lnTo>
                  <a:pt x="105" y="330"/>
                </a:lnTo>
                <a:lnTo>
                  <a:pt x="105" y="329"/>
                </a:lnTo>
                <a:lnTo>
                  <a:pt x="105" y="328"/>
                </a:lnTo>
                <a:lnTo>
                  <a:pt x="106" y="328"/>
                </a:lnTo>
                <a:lnTo>
                  <a:pt x="106" y="327"/>
                </a:lnTo>
                <a:lnTo>
                  <a:pt x="106" y="326"/>
                </a:lnTo>
                <a:lnTo>
                  <a:pt x="107" y="326"/>
                </a:lnTo>
                <a:lnTo>
                  <a:pt x="107" y="325"/>
                </a:lnTo>
                <a:lnTo>
                  <a:pt x="108" y="325"/>
                </a:lnTo>
                <a:lnTo>
                  <a:pt x="108" y="324"/>
                </a:lnTo>
                <a:lnTo>
                  <a:pt x="109" y="324"/>
                </a:lnTo>
                <a:lnTo>
                  <a:pt x="109" y="323"/>
                </a:lnTo>
                <a:lnTo>
                  <a:pt x="110" y="323"/>
                </a:lnTo>
                <a:lnTo>
                  <a:pt x="110" y="322"/>
                </a:lnTo>
                <a:lnTo>
                  <a:pt x="111" y="322"/>
                </a:lnTo>
                <a:lnTo>
                  <a:pt x="112" y="322"/>
                </a:lnTo>
                <a:lnTo>
                  <a:pt x="112" y="321"/>
                </a:lnTo>
                <a:lnTo>
                  <a:pt x="112" y="322"/>
                </a:lnTo>
                <a:lnTo>
                  <a:pt x="113" y="322"/>
                </a:lnTo>
                <a:lnTo>
                  <a:pt x="113" y="321"/>
                </a:lnTo>
                <a:lnTo>
                  <a:pt x="114" y="321"/>
                </a:lnTo>
                <a:lnTo>
                  <a:pt x="114" y="319"/>
                </a:lnTo>
                <a:lnTo>
                  <a:pt x="114" y="318"/>
                </a:lnTo>
                <a:lnTo>
                  <a:pt x="113" y="318"/>
                </a:lnTo>
                <a:lnTo>
                  <a:pt x="113" y="317"/>
                </a:lnTo>
                <a:lnTo>
                  <a:pt x="113" y="316"/>
                </a:lnTo>
                <a:lnTo>
                  <a:pt x="113" y="315"/>
                </a:lnTo>
                <a:lnTo>
                  <a:pt x="113" y="314"/>
                </a:lnTo>
                <a:lnTo>
                  <a:pt x="114" y="314"/>
                </a:lnTo>
                <a:lnTo>
                  <a:pt x="114" y="315"/>
                </a:lnTo>
                <a:lnTo>
                  <a:pt x="115" y="313"/>
                </a:lnTo>
                <a:lnTo>
                  <a:pt x="116" y="313"/>
                </a:lnTo>
                <a:lnTo>
                  <a:pt x="116" y="312"/>
                </a:lnTo>
                <a:lnTo>
                  <a:pt x="117" y="311"/>
                </a:lnTo>
                <a:lnTo>
                  <a:pt x="118" y="308"/>
                </a:lnTo>
                <a:lnTo>
                  <a:pt x="117" y="307"/>
                </a:lnTo>
                <a:lnTo>
                  <a:pt x="117" y="306"/>
                </a:lnTo>
                <a:lnTo>
                  <a:pt x="116" y="307"/>
                </a:lnTo>
                <a:lnTo>
                  <a:pt x="116" y="308"/>
                </a:lnTo>
                <a:lnTo>
                  <a:pt x="115" y="308"/>
                </a:lnTo>
                <a:lnTo>
                  <a:pt x="115" y="307"/>
                </a:lnTo>
                <a:lnTo>
                  <a:pt x="115" y="306"/>
                </a:lnTo>
                <a:lnTo>
                  <a:pt x="116" y="306"/>
                </a:lnTo>
                <a:lnTo>
                  <a:pt x="116" y="305"/>
                </a:lnTo>
                <a:lnTo>
                  <a:pt x="115" y="305"/>
                </a:lnTo>
                <a:lnTo>
                  <a:pt x="114" y="304"/>
                </a:lnTo>
                <a:lnTo>
                  <a:pt x="114" y="303"/>
                </a:lnTo>
                <a:lnTo>
                  <a:pt x="115" y="301"/>
                </a:lnTo>
                <a:lnTo>
                  <a:pt x="116" y="300"/>
                </a:lnTo>
                <a:lnTo>
                  <a:pt x="117" y="300"/>
                </a:lnTo>
                <a:lnTo>
                  <a:pt x="118" y="299"/>
                </a:lnTo>
                <a:lnTo>
                  <a:pt x="119" y="298"/>
                </a:lnTo>
                <a:lnTo>
                  <a:pt x="118" y="298"/>
                </a:lnTo>
                <a:lnTo>
                  <a:pt x="118" y="297"/>
                </a:lnTo>
                <a:lnTo>
                  <a:pt x="119" y="297"/>
                </a:lnTo>
                <a:lnTo>
                  <a:pt x="119" y="296"/>
                </a:lnTo>
                <a:lnTo>
                  <a:pt x="119" y="295"/>
                </a:lnTo>
                <a:lnTo>
                  <a:pt x="120" y="295"/>
                </a:lnTo>
                <a:lnTo>
                  <a:pt x="120" y="294"/>
                </a:lnTo>
                <a:lnTo>
                  <a:pt x="121" y="294"/>
                </a:lnTo>
                <a:lnTo>
                  <a:pt x="121" y="293"/>
                </a:lnTo>
                <a:lnTo>
                  <a:pt x="121" y="291"/>
                </a:lnTo>
                <a:lnTo>
                  <a:pt x="123" y="290"/>
                </a:lnTo>
                <a:lnTo>
                  <a:pt x="124" y="289"/>
                </a:lnTo>
                <a:lnTo>
                  <a:pt x="124" y="288"/>
                </a:lnTo>
                <a:lnTo>
                  <a:pt x="125" y="288"/>
                </a:lnTo>
                <a:lnTo>
                  <a:pt x="125" y="287"/>
                </a:lnTo>
                <a:lnTo>
                  <a:pt x="126" y="285"/>
                </a:lnTo>
                <a:lnTo>
                  <a:pt x="126" y="284"/>
                </a:lnTo>
                <a:lnTo>
                  <a:pt x="126" y="282"/>
                </a:lnTo>
                <a:lnTo>
                  <a:pt x="127" y="281"/>
                </a:lnTo>
                <a:lnTo>
                  <a:pt x="127" y="279"/>
                </a:lnTo>
                <a:lnTo>
                  <a:pt x="128" y="278"/>
                </a:lnTo>
                <a:lnTo>
                  <a:pt x="128" y="277"/>
                </a:lnTo>
                <a:lnTo>
                  <a:pt x="128" y="276"/>
                </a:lnTo>
                <a:lnTo>
                  <a:pt x="128" y="274"/>
                </a:lnTo>
                <a:lnTo>
                  <a:pt x="128" y="273"/>
                </a:lnTo>
                <a:lnTo>
                  <a:pt x="127" y="272"/>
                </a:lnTo>
                <a:lnTo>
                  <a:pt x="127" y="271"/>
                </a:lnTo>
                <a:lnTo>
                  <a:pt x="127" y="269"/>
                </a:lnTo>
                <a:lnTo>
                  <a:pt x="127" y="268"/>
                </a:lnTo>
                <a:lnTo>
                  <a:pt x="127" y="267"/>
                </a:lnTo>
                <a:lnTo>
                  <a:pt x="128" y="267"/>
                </a:lnTo>
                <a:lnTo>
                  <a:pt x="129" y="266"/>
                </a:lnTo>
                <a:lnTo>
                  <a:pt x="130" y="265"/>
                </a:lnTo>
                <a:lnTo>
                  <a:pt x="131" y="264"/>
                </a:lnTo>
                <a:lnTo>
                  <a:pt x="131" y="263"/>
                </a:lnTo>
                <a:lnTo>
                  <a:pt x="131" y="262"/>
                </a:lnTo>
                <a:lnTo>
                  <a:pt x="130" y="261"/>
                </a:lnTo>
                <a:lnTo>
                  <a:pt x="130" y="260"/>
                </a:lnTo>
                <a:lnTo>
                  <a:pt x="130" y="259"/>
                </a:lnTo>
                <a:lnTo>
                  <a:pt x="130" y="258"/>
                </a:lnTo>
                <a:lnTo>
                  <a:pt x="130" y="257"/>
                </a:lnTo>
                <a:lnTo>
                  <a:pt x="131" y="256"/>
                </a:lnTo>
                <a:lnTo>
                  <a:pt x="132" y="255"/>
                </a:lnTo>
                <a:lnTo>
                  <a:pt x="133" y="254"/>
                </a:lnTo>
                <a:lnTo>
                  <a:pt x="133" y="253"/>
                </a:lnTo>
                <a:lnTo>
                  <a:pt x="135" y="252"/>
                </a:lnTo>
                <a:lnTo>
                  <a:pt x="136" y="252"/>
                </a:lnTo>
                <a:lnTo>
                  <a:pt x="137" y="251"/>
                </a:lnTo>
                <a:lnTo>
                  <a:pt x="137" y="250"/>
                </a:lnTo>
                <a:lnTo>
                  <a:pt x="138" y="250"/>
                </a:lnTo>
                <a:lnTo>
                  <a:pt x="138" y="249"/>
                </a:lnTo>
                <a:lnTo>
                  <a:pt x="139" y="249"/>
                </a:lnTo>
                <a:lnTo>
                  <a:pt x="139" y="248"/>
                </a:lnTo>
                <a:lnTo>
                  <a:pt x="139" y="247"/>
                </a:lnTo>
                <a:lnTo>
                  <a:pt x="138" y="247"/>
                </a:lnTo>
                <a:lnTo>
                  <a:pt x="139" y="246"/>
                </a:lnTo>
                <a:lnTo>
                  <a:pt x="139" y="245"/>
                </a:lnTo>
                <a:lnTo>
                  <a:pt x="139" y="241"/>
                </a:lnTo>
                <a:lnTo>
                  <a:pt x="139" y="240"/>
                </a:lnTo>
                <a:lnTo>
                  <a:pt x="138" y="240"/>
                </a:lnTo>
                <a:lnTo>
                  <a:pt x="138" y="239"/>
                </a:lnTo>
                <a:lnTo>
                  <a:pt x="138" y="238"/>
                </a:lnTo>
                <a:lnTo>
                  <a:pt x="138" y="237"/>
                </a:lnTo>
                <a:lnTo>
                  <a:pt x="138" y="236"/>
                </a:lnTo>
                <a:lnTo>
                  <a:pt x="139" y="236"/>
                </a:lnTo>
                <a:lnTo>
                  <a:pt x="139" y="235"/>
                </a:lnTo>
                <a:lnTo>
                  <a:pt x="139" y="234"/>
                </a:lnTo>
                <a:lnTo>
                  <a:pt x="140" y="233"/>
                </a:lnTo>
                <a:lnTo>
                  <a:pt x="140" y="232"/>
                </a:lnTo>
                <a:lnTo>
                  <a:pt x="139" y="231"/>
                </a:lnTo>
                <a:lnTo>
                  <a:pt x="139" y="230"/>
                </a:lnTo>
                <a:lnTo>
                  <a:pt x="138" y="229"/>
                </a:lnTo>
                <a:lnTo>
                  <a:pt x="138" y="228"/>
                </a:lnTo>
                <a:lnTo>
                  <a:pt x="139" y="227"/>
                </a:lnTo>
                <a:lnTo>
                  <a:pt x="141" y="227"/>
                </a:lnTo>
                <a:lnTo>
                  <a:pt x="143" y="227"/>
                </a:lnTo>
                <a:lnTo>
                  <a:pt x="143" y="226"/>
                </a:lnTo>
                <a:lnTo>
                  <a:pt x="144" y="225"/>
                </a:lnTo>
                <a:lnTo>
                  <a:pt x="144" y="224"/>
                </a:lnTo>
                <a:lnTo>
                  <a:pt x="146" y="224"/>
                </a:lnTo>
                <a:lnTo>
                  <a:pt x="147" y="223"/>
                </a:lnTo>
                <a:lnTo>
                  <a:pt x="149" y="223"/>
                </a:lnTo>
                <a:lnTo>
                  <a:pt x="149" y="222"/>
                </a:lnTo>
                <a:lnTo>
                  <a:pt x="150" y="222"/>
                </a:lnTo>
                <a:lnTo>
                  <a:pt x="150" y="221"/>
                </a:lnTo>
                <a:lnTo>
                  <a:pt x="151" y="221"/>
                </a:lnTo>
                <a:lnTo>
                  <a:pt x="152" y="221"/>
                </a:lnTo>
                <a:lnTo>
                  <a:pt x="152" y="220"/>
                </a:lnTo>
                <a:lnTo>
                  <a:pt x="153" y="220"/>
                </a:lnTo>
                <a:lnTo>
                  <a:pt x="153" y="219"/>
                </a:lnTo>
                <a:lnTo>
                  <a:pt x="154" y="219"/>
                </a:lnTo>
                <a:lnTo>
                  <a:pt x="157" y="220"/>
                </a:lnTo>
                <a:lnTo>
                  <a:pt x="158" y="220"/>
                </a:lnTo>
                <a:lnTo>
                  <a:pt x="159" y="219"/>
                </a:lnTo>
                <a:lnTo>
                  <a:pt x="159" y="218"/>
                </a:lnTo>
                <a:lnTo>
                  <a:pt x="160" y="218"/>
                </a:lnTo>
                <a:lnTo>
                  <a:pt x="161" y="218"/>
                </a:lnTo>
                <a:lnTo>
                  <a:pt x="163" y="217"/>
                </a:lnTo>
                <a:lnTo>
                  <a:pt x="164" y="217"/>
                </a:lnTo>
                <a:lnTo>
                  <a:pt x="166" y="216"/>
                </a:lnTo>
                <a:lnTo>
                  <a:pt x="167" y="216"/>
                </a:lnTo>
                <a:lnTo>
                  <a:pt x="167" y="215"/>
                </a:lnTo>
                <a:lnTo>
                  <a:pt x="168" y="216"/>
                </a:lnTo>
                <a:lnTo>
                  <a:pt x="169" y="217"/>
                </a:lnTo>
                <a:lnTo>
                  <a:pt x="170" y="218"/>
                </a:lnTo>
                <a:lnTo>
                  <a:pt x="171" y="219"/>
                </a:lnTo>
                <a:lnTo>
                  <a:pt x="172" y="219"/>
                </a:lnTo>
                <a:lnTo>
                  <a:pt x="174" y="219"/>
                </a:lnTo>
                <a:lnTo>
                  <a:pt x="175" y="219"/>
                </a:lnTo>
                <a:lnTo>
                  <a:pt x="176" y="219"/>
                </a:lnTo>
                <a:lnTo>
                  <a:pt x="177" y="219"/>
                </a:lnTo>
                <a:lnTo>
                  <a:pt x="178" y="219"/>
                </a:lnTo>
                <a:lnTo>
                  <a:pt x="179" y="219"/>
                </a:lnTo>
                <a:lnTo>
                  <a:pt x="179" y="218"/>
                </a:lnTo>
                <a:lnTo>
                  <a:pt x="179" y="217"/>
                </a:lnTo>
                <a:lnTo>
                  <a:pt x="180" y="217"/>
                </a:lnTo>
                <a:lnTo>
                  <a:pt x="180" y="216"/>
                </a:lnTo>
                <a:lnTo>
                  <a:pt x="181" y="215"/>
                </a:lnTo>
                <a:lnTo>
                  <a:pt x="181" y="214"/>
                </a:lnTo>
                <a:lnTo>
                  <a:pt x="182" y="214"/>
                </a:lnTo>
                <a:lnTo>
                  <a:pt x="182" y="213"/>
                </a:lnTo>
                <a:lnTo>
                  <a:pt x="182" y="212"/>
                </a:lnTo>
                <a:lnTo>
                  <a:pt x="184" y="212"/>
                </a:lnTo>
                <a:lnTo>
                  <a:pt x="184" y="211"/>
                </a:lnTo>
                <a:lnTo>
                  <a:pt x="183" y="211"/>
                </a:lnTo>
                <a:lnTo>
                  <a:pt x="184" y="211"/>
                </a:lnTo>
                <a:lnTo>
                  <a:pt x="184" y="210"/>
                </a:lnTo>
                <a:lnTo>
                  <a:pt x="185" y="210"/>
                </a:lnTo>
                <a:lnTo>
                  <a:pt x="185" y="209"/>
                </a:lnTo>
                <a:lnTo>
                  <a:pt x="184" y="209"/>
                </a:lnTo>
                <a:lnTo>
                  <a:pt x="183" y="208"/>
                </a:lnTo>
                <a:lnTo>
                  <a:pt x="183" y="207"/>
                </a:lnTo>
                <a:lnTo>
                  <a:pt x="183" y="206"/>
                </a:lnTo>
                <a:lnTo>
                  <a:pt x="182" y="206"/>
                </a:lnTo>
                <a:lnTo>
                  <a:pt x="182" y="207"/>
                </a:lnTo>
                <a:lnTo>
                  <a:pt x="182" y="206"/>
                </a:lnTo>
                <a:lnTo>
                  <a:pt x="181" y="206"/>
                </a:lnTo>
                <a:lnTo>
                  <a:pt x="182" y="206"/>
                </a:lnTo>
                <a:lnTo>
                  <a:pt x="182" y="205"/>
                </a:lnTo>
                <a:lnTo>
                  <a:pt x="183" y="205"/>
                </a:lnTo>
                <a:lnTo>
                  <a:pt x="183" y="204"/>
                </a:lnTo>
                <a:lnTo>
                  <a:pt x="182" y="204"/>
                </a:lnTo>
                <a:lnTo>
                  <a:pt x="181" y="204"/>
                </a:lnTo>
                <a:lnTo>
                  <a:pt x="181" y="205"/>
                </a:lnTo>
                <a:lnTo>
                  <a:pt x="179" y="205"/>
                </a:lnTo>
                <a:lnTo>
                  <a:pt x="179" y="206"/>
                </a:lnTo>
                <a:lnTo>
                  <a:pt x="176" y="206"/>
                </a:lnTo>
                <a:lnTo>
                  <a:pt x="175" y="205"/>
                </a:lnTo>
                <a:lnTo>
                  <a:pt x="175" y="204"/>
                </a:lnTo>
                <a:lnTo>
                  <a:pt x="176" y="203"/>
                </a:lnTo>
                <a:lnTo>
                  <a:pt x="176" y="202"/>
                </a:lnTo>
                <a:lnTo>
                  <a:pt x="177" y="201"/>
                </a:lnTo>
                <a:lnTo>
                  <a:pt x="178" y="201"/>
                </a:lnTo>
                <a:lnTo>
                  <a:pt x="177" y="199"/>
                </a:lnTo>
                <a:lnTo>
                  <a:pt x="176" y="199"/>
                </a:lnTo>
                <a:lnTo>
                  <a:pt x="175" y="199"/>
                </a:lnTo>
                <a:lnTo>
                  <a:pt x="175" y="198"/>
                </a:lnTo>
                <a:lnTo>
                  <a:pt x="175" y="197"/>
                </a:lnTo>
                <a:lnTo>
                  <a:pt x="174" y="196"/>
                </a:lnTo>
                <a:lnTo>
                  <a:pt x="174" y="195"/>
                </a:lnTo>
                <a:lnTo>
                  <a:pt x="175" y="195"/>
                </a:lnTo>
                <a:lnTo>
                  <a:pt x="176" y="194"/>
                </a:lnTo>
                <a:lnTo>
                  <a:pt x="176" y="193"/>
                </a:lnTo>
                <a:lnTo>
                  <a:pt x="176" y="192"/>
                </a:lnTo>
                <a:lnTo>
                  <a:pt x="177" y="192"/>
                </a:lnTo>
                <a:lnTo>
                  <a:pt x="177" y="193"/>
                </a:lnTo>
                <a:lnTo>
                  <a:pt x="179" y="193"/>
                </a:lnTo>
                <a:lnTo>
                  <a:pt x="179" y="194"/>
                </a:lnTo>
                <a:lnTo>
                  <a:pt x="180" y="194"/>
                </a:lnTo>
                <a:lnTo>
                  <a:pt x="180" y="195"/>
                </a:lnTo>
                <a:lnTo>
                  <a:pt x="182" y="197"/>
                </a:lnTo>
                <a:lnTo>
                  <a:pt x="183" y="197"/>
                </a:lnTo>
                <a:lnTo>
                  <a:pt x="183" y="196"/>
                </a:lnTo>
                <a:lnTo>
                  <a:pt x="183" y="195"/>
                </a:lnTo>
                <a:lnTo>
                  <a:pt x="182" y="195"/>
                </a:lnTo>
                <a:lnTo>
                  <a:pt x="181" y="194"/>
                </a:lnTo>
                <a:lnTo>
                  <a:pt x="183" y="193"/>
                </a:lnTo>
                <a:lnTo>
                  <a:pt x="184" y="193"/>
                </a:lnTo>
                <a:lnTo>
                  <a:pt x="184" y="192"/>
                </a:lnTo>
                <a:lnTo>
                  <a:pt x="183" y="192"/>
                </a:lnTo>
                <a:lnTo>
                  <a:pt x="183" y="191"/>
                </a:lnTo>
                <a:lnTo>
                  <a:pt x="184" y="191"/>
                </a:lnTo>
                <a:lnTo>
                  <a:pt x="184" y="190"/>
                </a:lnTo>
                <a:lnTo>
                  <a:pt x="183" y="190"/>
                </a:lnTo>
                <a:lnTo>
                  <a:pt x="183" y="189"/>
                </a:lnTo>
                <a:lnTo>
                  <a:pt x="183" y="188"/>
                </a:lnTo>
                <a:lnTo>
                  <a:pt x="184" y="188"/>
                </a:lnTo>
                <a:lnTo>
                  <a:pt x="183" y="187"/>
                </a:lnTo>
                <a:lnTo>
                  <a:pt x="182" y="187"/>
                </a:lnTo>
                <a:lnTo>
                  <a:pt x="182" y="186"/>
                </a:lnTo>
                <a:lnTo>
                  <a:pt x="182" y="185"/>
                </a:lnTo>
                <a:lnTo>
                  <a:pt x="181" y="185"/>
                </a:lnTo>
                <a:lnTo>
                  <a:pt x="181" y="184"/>
                </a:lnTo>
                <a:lnTo>
                  <a:pt x="183" y="184"/>
                </a:lnTo>
                <a:lnTo>
                  <a:pt x="183" y="185"/>
                </a:lnTo>
                <a:lnTo>
                  <a:pt x="184" y="185"/>
                </a:lnTo>
                <a:lnTo>
                  <a:pt x="184" y="184"/>
                </a:lnTo>
                <a:lnTo>
                  <a:pt x="183" y="184"/>
                </a:lnTo>
                <a:lnTo>
                  <a:pt x="183" y="183"/>
                </a:lnTo>
                <a:lnTo>
                  <a:pt x="182" y="183"/>
                </a:lnTo>
                <a:lnTo>
                  <a:pt x="182" y="182"/>
                </a:lnTo>
                <a:lnTo>
                  <a:pt x="183" y="182"/>
                </a:lnTo>
                <a:lnTo>
                  <a:pt x="183" y="181"/>
                </a:lnTo>
                <a:lnTo>
                  <a:pt x="183" y="180"/>
                </a:lnTo>
                <a:lnTo>
                  <a:pt x="183" y="179"/>
                </a:lnTo>
                <a:lnTo>
                  <a:pt x="182" y="178"/>
                </a:lnTo>
                <a:lnTo>
                  <a:pt x="183" y="178"/>
                </a:lnTo>
                <a:lnTo>
                  <a:pt x="183" y="177"/>
                </a:lnTo>
                <a:lnTo>
                  <a:pt x="184" y="177"/>
                </a:lnTo>
                <a:lnTo>
                  <a:pt x="184" y="176"/>
                </a:lnTo>
                <a:lnTo>
                  <a:pt x="184" y="175"/>
                </a:lnTo>
                <a:lnTo>
                  <a:pt x="184" y="176"/>
                </a:lnTo>
                <a:lnTo>
                  <a:pt x="185" y="176"/>
                </a:lnTo>
                <a:lnTo>
                  <a:pt x="185" y="175"/>
                </a:lnTo>
                <a:lnTo>
                  <a:pt x="186" y="175"/>
                </a:lnTo>
                <a:lnTo>
                  <a:pt x="187" y="174"/>
                </a:lnTo>
                <a:lnTo>
                  <a:pt x="188" y="174"/>
                </a:lnTo>
                <a:lnTo>
                  <a:pt x="189" y="174"/>
                </a:lnTo>
                <a:lnTo>
                  <a:pt x="189" y="173"/>
                </a:lnTo>
                <a:lnTo>
                  <a:pt x="187" y="173"/>
                </a:lnTo>
                <a:lnTo>
                  <a:pt x="187" y="172"/>
                </a:lnTo>
                <a:lnTo>
                  <a:pt x="188" y="172"/>
                </a:lnTo>
                <a:lnTo>
                  <a:pt x="189" y="172"/>
                </a:lnTo>
                <a:lnTo>
                  <a:pt x="189" y="173"/>
                </a:lnTo>
                <a:lnTo>
                  <a:pt x="190" y="173"/>
                </a:lnTo>
                <a:lnTo>
                  <a:pt x="191" y="174"/>
                </a:lnTo>
                <a:lnTo>
                  <a:pt x="191" y="175"/>
                </a:lnTo>
                <a:lnTo>
                  <a:pt x="192" y="175"/>
                </a:lnTo>
                <a:lnTo>
                  <a:pt x="193" y="175"/>
                </a:lnTo>
                <a:lnTo>
                  <a:pt x="194" y="174"/>
                </a:lnTo>
                <a:lnTo>
                  <a:pt x="195" y="174"/>
                </a:lnTo>
                <a:lnTo>
                  <a:pt x="196" y="175"/>
                </a:lnTo>
                <a:lnTo>
                  <a:pt x="196" y="176"/>
                </a:lnTo>
                <a:lnTo>
                  <a:pt x="196" y="178"/>
                </a:lnTo>
                <a:lnTo>
                  <a:pt x="197" y="178"/>
                </a:lnTo>
                <a:lnTo>
                  <a:pt x="197" y="179"/>
                </a:lnTo>
                <a:lnTo>
                  <a:pt x="196" y="179"/>
                </a:lnTo>
                <a:lnTo>
                  <a:pt x="195" y="180"/>
                </a:lnTo>
                <a:lnTo>
                  <a:pt x="195" y="181"/>
                </a:lnTo>
                <a:lnTo>
                  <a:pt x="196" y="182"/>
                </a:lnTo>
                <a:lnTo>
                  <a:pt x="197" y="183"/>
                </a:lnTo>
                <a:lnTo>
                  <a:pt x="198" y="183"/>
                </a:lnTo>
                <a:lnTo>
                  <a:pt x="199" y="183"/>
                </a:lnTo>
                <a:lnTo>
                  <a:pt x="199" y="184"/>
                </a:lnTo>
                <a:lnTo>
                  <a:pt x="198" y="185"/>
                </a:lnTo>
                <a:lnTo>
                  <a:pt x="200" y="185"/>
                </a:lnTo>
                <a:lnTo>
                  <a:pt x="201" y="185"/>
                </a:lnTo>
                <a:lnTo>
                  <a:pt x="202" y="185"/>
                </a:lnTo>
                <a:lnTo>
                  <a:pt x="203" y="186"/>
                </a:lnTo>
                <a:lnTo>
                  <a:pt x="203" y="187"/>
                </a:lnTo>
                <a:lnTo>
                  <a:pt x="203" y="188"/>
                </a:lnTo>
                <a:lnTo>
                  <a:pt x="205" y="191"/>
                </a:lnTo>
                <a:lnTo>
                  <a:pt x="206" y="191"/>
                </a:lnTo>
                <a:lnTo>
                  <a:pt x="207" y="191"/>
                </a:lnTo>
                <a:lnTo>
                  <a:pt x="208" y="192"/>
                </a:lnTo>
                <a:lnTo>
                  <a:pt x="208" y="191"/>
                </a:lnTo>
                <a:lnTo>
                  <a:pt x="209" y="186"/>
                </a:lnTo>
                <a:lnTo>
                  <a:pt x="209" y="185"/>
                </a:lnTo>
                <a:lnTo>
                  <a:pt x="210" y="184"/>
                </a:lnTo>
                <a:lnTo>
                  <a:pt x="210" y="183"/>
                </a:lnTo>
                <a:lnTo>
                  <a:pt x="211" y="182"/>
                </a:lnTo>
                <a:lnTo>
                  <a:pt x="213" y="181"/>
                </a:lnTo>
                <a:lnTo>
                  <a:pt x="214" y="181"/>
                </a:lnTo>
                <a:lnTo>
                  <a:pt x="215" y="180"/>
                </a:lnTo>
                <a:lnTo>
                  <a:pt x="215" y="179"/>
                </a:lnTo>
                <a:lnTo>
                  <a:pt x="216" y="178"/>
                </a:lnTo>
                <a:lnTo>
                  <a:pt x="217" y="177"/>
                </a:lnTo>
                <a:lnTo>
                  <a:pt x="217" y="176"/>
                </a:lnTo>
                <a:lnTo>
                  <a:pt x="218" y="175"/>
                </a:lnTo>
                <a:lnTo>
                  <a:pt x="218" y="173"/>
                </a:lnTo>
                <a:lnTo>
                  <a:pt x="219" y="173"/>
                </a:lnTo>
                <a:lnTo>
                  <a:pt x="220" y="172"/>
                </a:lnTo>
                <a:lnTo>
                  <a:pt x="221" y="171"/>
                </a:lnTo>
                <a:lnTo>
                  <a:pt x="222" y="170"/>
                </a:lnTo>
                <a:lnTo>
                  <a:pt x="222" y="169"/>
                </a:lnTo>
                <a:lnTo>
                  <a:pt x="222" y="168"/>
                </a:lnTo>
                <a:lnTo>
                  <a:pt x="224" y="166"/>
                </a:lnTo>
                <a:lnTo>
                  <a:pt x="225" y="165"/>
                </a:lnTo>
                <a:lnTo>
                  <a:pt x="226" y="163"/>
                </a:lnTo>
                <a:lnTo>
                  <a:pt x="226" y="162"/>
                </a:lnTo>
                <a:lnTo>
                  <a:pt x="226" y="161"/>
                </a:lnTo>
                <a:lnTo>
                  <a:pt x="229" y="159"/>
                </a:lnTo>
                <a:lnTo>
                  <a:pt x="231" y="158"/>
                </a:lnTo>
                <a:lnTo>
                  <a:pt x="231" y="157"/>
                </a:lnTo>
                <a:lnTo>
                  <a:pt x="232" y="155"/>
                </a:lnTo>
                <a:lnTo>
                  <a:pt x="233" y="154"/>
                </a:lnTo>
                <a:lnTo>
                  <a:pt x="233" y="153"/>
                </a:lnTo>
                <a:lnTo>
                  <a:pt x="234" y="152"/>
                </a:lnTo>
                <a:lnTo>
                  <a:pt x="234" y="150"/>
                </a:lnTo>
                <a:lnTo>
                  <a:pt x="235" y="150"/>
                </a:lnTo>
                <a:lnTo>
                  <a:pt x="236" y="148"/>
                </a:lnTo>
                <a:lnTo>
                  <a:pt x="235" y="148"/>
                </a:lnTo>
                <a:lnTo>
                  <a:pt x="234" y="147"/>
                </a:lnTo>
                <a:lnTo>
                  <a:pt x="234" y="146"/>
                </a:lnTo>
                <a:lnTo>
                  <a:pt x="235" y="146"/>
                </a:lnTo>
                <a:lnTo>
                  <a:pt x="235" y="145"/>
                </a:lnTo>
                <a:lnTo>
                  <a:pt x="236" y="146"/>
                </a:lnTo>
                <a:lnTo>
                  <a:pt x="237" y="146"/>
                </a:lnTo>
                <a:lnTo>
                  <a:pt x="238" y="145"/>
                </a:lnTo>
                <a:lnTo>
                  <a:pt x="238" y="144"/>
                </a:lnTo>
                <a:lnTo>
                  <a:pt x="239" y="143"/>
                </a:lnTo>
                <a:lnTo>
                  <a:pt x="239" y="141"/>
                </a:lnTo>
                <a:lnTo>
                  <a:pt x="239" y="137"/>
                </a:lnTo>
                <a:lnTo>
                  <a:pt x="239" y="136"/>
                </a:lnTo>
                <a:lnTo>
                  <a:pt x="240" y="135"/>
                </a:lnTo>
                <a:lnTo>
                  <a:pt x="242" y="134"/>
                </a:lnTo>
                <a:lnTo>
                  <a:pt x="242" y="135"/>
                </a:lnTo>
                <a:lnTo>
                  <a:pt x="242" y="134"/>
                </a:lnTo>
                <a:lnTo>
                  <a:pt x="243" y="134"/>
                </a:lnTo>
                <a:lnTo>
                  <a:pt x="243" y="133"/>
                </a:lnTo>
                <a:lnTo>
                  <a:pt x="243" y="132"/>
                </a:lnTo>
                <a:lnTo>
                  <a:pt x="244" y="132"/>
                </a:lnTo>
                <a:lnTo>
                  <a:pt x="244" y="133"/>
                </a:lnTo>
                <a:lnTo>
                  <a:pt x="245" y="133"/>
                </a:lnTo>
                <a:lnTo>
                  <a:pt x="246" y="132"/>
                </a:lnTo>
                <a:lnTo>
                  <a:pt x="247" y="131"/>
                </a:lnTo>
                <a:lnTo>
                  <a:pt x="246" y="130"/>
                </a:lnTo>
                <a:lnTo>
                  <a:pt x="246" y="129"/>
                </a:lnTo>
                <a:lnTo>
                  <a:pt x="245" y="128"/>
                </a:lnTo>
                <a:lnTo>
                  <a:pt x="245" y="127"/>
                </a:lnTo>
                <a:lnTo>
                  <a:pt x="246" y="126"/>
                </a:lnTo>
                <a:lnTo>
                  <a:pt x="247" y="127"/>
                </a:lnTo>
                <a:lnTo>
                  <a:pt x="248" y="127"/>
                </a:lnTo>
                <a:lnTo>
                  <a:pt x="247" y="128"/>
                </a:lnTo>
                <a:lnTo>
                  <a:pt x="249" y="128"/>
                </a:lnTo>
                <a:lnTo>
                  <a:pt x="250" y="127"/>
                </a:lnTo>
                <a:lnTo>
                  <a:pt x="250" y="126"/>
                </a:lnTo>
                <a:lnTo>
                  <a:pt x="251" y="125"/>
                </a:lnTo>
                <a:lnTo>
                  <a:pt x="250" y="121"/>
                </a:lnTo>
                <a:lnTo>
                  <a:pt x="250" y="120"/>
                </a:lnTo>
                <a:lnTo>
                  <a:pt x="251" y="118"/>
                </a:lnTo>
                <a:lnTo>
                  <a:pt x="252" y="116"/>
                </a:lnTo>
                <a:lnTo>
                  <a:pt x="254" y="114"/>
                </a:lnTo>
                <a:lnTo>
                  <a:pt x="254" y="113"/>
                </a:lnTo>
                <a:lnTo>
                  <a:pt x="255" y="110"/>
                </a:lnTo>
                <a:lnTo>
                  <a:pt x="254" y="110"/>
                </a:lnTo>
                <a:lnTo>
                  <a:pt x="255" y="108"/>
                </a:lnTo>
                <a:lnTo>
                  <a:pt x="256" y="108"/>
                </a:lnTo>
                <a:lnTo>
                  <a:pt x="257" y="108"/>
                </a:lnTo>
                <a:lnTo>
                  <a:pt x="258" y="108"/>
                </a:lnTo>
                <a:lnTo>
                  <a:pt x="258" y="109"/>
                </a:lnTo>
                <a:lnTo>
                  <a:pt x="259" y="108"/>
                </a:lnTo>
                <a:lnTo>
                  <a:pt x="259" y="109"/>
                </a:lnTo>
                <a:lnTo>
                  <a:pt x="261" y="109"/>
                </a:lnTo>
                <a:lnTo>
                  <a:pt x="262" y="109"/>
                </a:lnTo>
                <a:lnTo>
                  <a:pt x="262" y="110"/>
                </a:lnTo>
                <a:lnTo>
                  <a:pt x="263" y="110"/>
                </a:lnTo>
                <a:lnTo>
                  <a:pt x="264" y="110"/>
                </a:lnTo>
                <a:lnTo>
                  <a:pt x="269" y="107"/>
                </a:lnTo>
                <a:lnTo>
                  <a:pt x="270" y="107"/>
                </a:lnTo>
                <a:lnTo>
                  <a:pt x="271" y="107"/>
                </a:lnTo>
                <a:lnTo>
                  <a:pt x="273" y="106"/>
                </a:lnTo>
                <a:lnTo>
                  <a:pt x="275" y="106"/>
                </a:lnTo>
                <a:lnTo>
                  <a:pt x="279" y="107"/>
                </a:lnTo>
                <a:lnTo>
                  <a:pt x="278" y="107"/>
                </a:lnTo>
                <a:lnTo>
                  <a:pt x="279" y="107"/>
                </a:lnTo>
                <a:lnTo>
                  <a:pt x="280" y="107"/>
                </a:lnTo>
                <a:lnTo>
                  <a:pt x="281" y="107"/>
                </a:lnTo>
                <a:lnTo>
                  <a:pt x="282" y="107"/>
                </a:lnTo>
                <a:lnTo>
                  <a:pt x="283" y="106"/>
                </a:lnTo>
                <a:lnTo>
                  <a:pt x="284" y="106"/>
                </a:lnTo>
                <a:lnTo>
                  <a:pt x="285" y="106"/>
                </a:lnTo>
                <a:lnTo>
                  <a:pt x="288" y="107"/>
                </a:lnTo>
                <a:lnTo>
                  <a:pt x="289" y="107"/>
                </a:lnTo>
                <a:lnTo>
                  <a:pt x="292" y="107"/>
                </a:lnTo>
                <a:lnTo>
                  <a:pt x="293" y="107"/>
                </a:lnTo>
                <a:lnTo>
                  <a:pt x="294" y="106"/>
                </a:lnTo>
                <a:lnTo>
                  <a:pt x="295" y="104"/>
                </a:lnTo>
                <a:lnTo>
                  <a:pt x="296" y="104"/>
                </a:lnTo>
                <a:lnTo>
                  <a:pt x="296" y="105"/>
                </a:lnTo>
                <a:lnTo>
                  <a:pt x="297" y="104"/>
                </a:lnTo>
                <a:lnTo>
                  <a:pt x="298" y="103"/>
                </a:lnTo>
                <a:lnTo>
                  <a:pt x="299" y="103"/>
                </a:lnTo>
                <a:lnTo>
                  <a:pt x="300" y="103"/>
                </a:lnTo>
                <a:lnTo>
                  <a:pt x="301" y="102"/>
                </a:lnTo>
                <a:lnTo>
                  <a:pt x="302" y="102"/>
                </a:lnTo>
                <a:lnTo>
                  <a:pt x="304" y="102"/>
                </a:lnTo>
                <a:lnTo>
                  <a:pt x="309" y="103"/>
                </a:lnTo>
                <a:lnTo>
                  <a:pt x="312" y="103"/>
                </a:lnTo>
                <a:lnTo>
                  <a:pt x="313" y="103"/>
                </a:lnTo>
                <a:lnTo>
                  <a:pt x="314" y="103"/>
                </a:lnTo>
                <a:lnTo>
                  <a:pt x="314" y="102"/>
                </a:lnTo>
                <a:lnTo>
                  <a:pt x="315" y="101"/>
                </a:lnTo>
                <a:lnTo>
                  <a:pt x="316" y="100"/>
                </a:lnTo>
                <a:lnTo>
                  <a:pt x="317" y="100"/>
                </a:lnTo>
                <a:lnTo>
                  <a:pt x="318" y="101"/>
                </a:lnTo>
                <a:lnTo>
                  <a:pt x="320" y="101"/>
                </a:lnTo>
                <a:lnTo>
                  <a:pt x="324" y="101"/>
                </a:lnTo>
                <a:lnTo>
                  <a:pt x="326" y="101"/>
                </a:lnTo>
                <a:lnTo>
                  <a:pt x="328" y="101"/>
                </a:lnTo>
                <a:lnTo>
                  <a:pt x="329" y="101"/>
                </a:lnTo>
                <a:lnTo>
                  <a:pt x="330" y="101"/>
                </a:lnTo>
                <a:lnTo>
                  <a:pt x="331" y="101"/>
                </a:lnTo>
                <a:lnTo>
                  <a:pt x="332" y="100"/>
                </a:lnTo>
                <a:lnTo>
                  <a:pt x="333" y="99"/>
                </a:lnTo>
                <a:lnTo>
                  <a:pt x="335" y="98"/>
                </a:lnTo>
                <a:lnTo>
                  <a:pt x="336" y="97"/>
                </a:lnTo>
                <a:lnTo>
                  <a:pt x="337" y="95"/>
                </a:lnTo>
                <a:lnTo>
                  <a:pt x="338" y="95"/>
                </a:lnTo>
                <a:lnTo>
                  <a:pt x="341" y="95"/>
                </a:lnTo>
                <a:lnTo>
                  <a:pt x="342" y="95"/>
                </a:lnTo>
                <a:lnTo>
                  <a:pt x="343" y="95"/>
                </a:lnTo>
                <a:lnTo>
                  <a:pt x="344" y="96"/>
                </a:lnTo>
                <a:lnTo>
                  <a:pt x="345" y="96"/>
                </a:lnTo>
                <a:lnTo>
                  <a:pt x="346" y="96"/>
                </a:lnTo>
                <a:lnTo>
                  <a:pt x="347" y="96"/>
                </a:lnTo>
                <a:lnTo>
                  <a:pt x="348" y="96"/>
                </a:lnTo>
                <a:lnTo>
                  <a:pt x="349" y="96"/>
                </a:lnTo>
                <a:lnTo>
                  <a:pt x="350" y="97"/>
                </a:lnTo>
                <a:lnTo>
                  <a:pt x="351" y="97"/>
                </a:lnTo>
                <a:lnTo>
                  <a:pt x="352" y="97"/>
                </a:lnTo>
                <a:lnTo>
                  <a:pt x="353" y="97"/>
                </a:lnTo>
                <a:lnTo>
                  <a:pt x="354" y="97"/>
                </a:lnTo>
                <a:lnTo>
                  <a:pt x="354" y="96"/>
                </a:lnTo>
                <a:lnTo>
                  <a:pt x="356" y="95"/>
                </a:lnTo>
                <a:lnTo>
                  <a:pt x="357" y="94"/>
                </a:lnTo>
                <a:lnTo>
                  <a:pt x="360" y="86"/>
                </a:lnTo>
                <a:lnTo>
                  <a:pt x="360" y="85"/>
                </a:lnTo>
                <a:lnTo>
                  <a:pt x="361" y="84"/>
                </a:lnTo>
                <a:lnTo>
                  <a:pt x="362" y="81"/>
                </a:lnTo>
                <a:lnTo>
                  <a:pt x="363" y="78"/>
                </a:lnTo>
                <a:lnTo>
                  <a:pt x="364" y="77"/>
                </a:lnTo>
                <a:lnTo>
                  <a:pt x="365" y="77"/>
                </a:lnTo>
                <a:lnTo>
                  <a:pt x="365" y="76"/>
                </a:lnTo>
                <a:lnTo>
                  <a:pt x="366" y="75"/>
                </a:lnTo>
                <a:lnTo>
                  <a:pt x="366" y="73"/>
                </a:lnTo>
                <a:lnTo>
                  <a:pt x="366" y="72"/>
                </a:lnTo>
                <a:lnTo>
                  <a:pt x="367" y="70"/>
                </a:lnTo>
                <a:lnTo>
                  <a:pt x="367" y="64"/>
                </a:lnTo>
                <a:lnTo>
                  <a:pt x="367" y="63"/>
                </a:lnTo>
                <a:lnTo>
                  <a:pt x="367" y="62"/>
                </a:lnTo>
                <a:lnTo>
                  <a:pt x="369" y="60"/>
                </a:lnTo>
                <a:lnTo>
                  <a:pt x="369" y="59"/>
                </a:lnTo>
                <a:lnTo>
                  <a:pt x="369" y="58"/>
                </a:lnTo>
                <a:lnTo>
                  <a:pt x="369" y="57"/>
                </a:lnTo>
                <a:lnTo>
                  <a:pt x="369" y="56"/>
                </a:lnTo>
                <a:lnTo>
                  <a:pt x="370" y="55"/>
                </a:lnTo>
                <a:lnTo>
                  <a:pt x="370" y="54"/>
                </a:lnTo>
                <a:lnTo>
                  <a:pt x="371" y="53"/>
                </a:lnTo>
                <a:lnTo>
                  <a:pt x="370" y="53"/>
                </a:lnTo>
                <a:lnTo>
                  <a:pt x="370" y="52"/>
                </a:lnTo>
                <a:lnTo>
                  <a:pt x="370" y="50"/>
                </a:lnTo>
                <a:lnTo>
                  <a:pt x="371" y="50"/>
                </a:lnTo>
                <a:lnTo>
                  <a:pt x="371" y="49"/>
                </a:lnTo>
                <a:lnTo>
                  <a:pt x="372" y="49"/>
                </a:lnTo>
                <a:lnTo>
                  <a:pt x="372" y="48"/>
                </a:lnTo>
                <a:lnTo>
                  <a:pt x="373" y="48"/>
                </a:lnTo>
                <a:lnTo>
                  <a:pt x="373" y="47"/>
                </a:lnTo>
                <a:lnTo>
                  <a:pt x="374" y="47"/>
                </a:lnTo>
                <a:lnTo>
                  <a:pt x="376" y="46"/>
                </a:lnTo>
                <a:lnTo>
                  <a:pt x="377" y="46"/>
                </a:lnTo>
                <a:lnTo>
                  <a:pt x="378" y="46"/>
                </a:lnTo>
                <a:lnTo>
                  <a:pt x="379" y="46"/>
                </a:lnTo>
                <a:lnTo>
                  <a:pt x="379" y="47"/>
                </a:lnTo>
                <a:lnTo>
                  <a:pt x="382" y="46"/>
                </a:lnTo>
                <a:lnTo>
                  <a:pt x="383" y="45"/>
                </a:lnTo>
                <a:lnTo>
                  <a:pt x="385" y="45"/>
                </a:lnTo>
                <a:lnTo>
                  <a:pt x="386" y="45"/>
                </a:lnTo>
                <a:lnTo>
                  <a:pt x="387" y="45"/>
                </a:lnTo>
                <a:lnTo>
                  <a:pt x="387" y="44"/>
                </a:lnTo>
                <a:lnTo>
                  <a:pt x="389" y="43"/>
                </a:lnTo>
                <a:lnTo>
                  <a:pt x="391" y="43"/>
                </a:lnTo>
                <a:lnTo>
                  <a:pt x="392" y="44"/>
                </a:lnTo>
                <a:lnTo>
                  <a:pt x="393" y="43"/>
                </a:lnTo>
                <a:lnTo>
                  <a:pt x="394" y="41"/>
                </a:lnTo>
                <a:lnTo>
                  <a:pt x="395" y="40"/>
                </a:lnTo>
                <a:lnTo>
                  <a:pt x="396" y="39"/>
                </a:lnTo>
                <a:lnTo>
                  <a:pt x="396" y="38"/>
                </a:lnTo>
                <a:lnTo>
                  <a:pt x="396" y="37"/>
                </a:lnTo>
                <a:lnTo>
                  <a:pt x="396" y="36"/>
                </a:lnTo>
                <a:lnTo>
                  <a:pt x="397" y="35"/>
                </a:lnTo>
                <a:lnTo>
                  <a:pt x="397" y="33"/>
                </a:lnTo>
                <a:lnTo>
                  <a:pt x="398" y="32"/>
                </a:lnTo>
                <a:lnTo>
                  <a:pt x="399" y="32"/>
                </a:lnTo>
                <a:lnTo>
                  <a:pt x="400" y="31"/>
                </a:lnTo>
                <a:lnTo>
                  <a:pt x="401" y="30"/>
                </a:lnTo>
                <a:lnTo>
                  <a:pt x="402" y="30"/>
                </a:lnTo>
                <a:lnTo>
                  <a:pt x="401" y="29"/>
                </a:lnTo>
                <a:lnTo>
                  <a:pt x="401" y="28"/>
                </a:lnTo>
                <a:lnTo>
                  <a:pt x="401" y="27"/>
                </a:lnTo>
                <a:lnTo>
                  <a:pt x="400" y="25"/>
                </a:lnTo>
                <a:lnTo>
                  <a:pt x="400" y="24"/>
                </a:lnTo>
                <a:lnTo>
                  <a:pt x="401" y="23"/>
                </a:lnTo>
                <a:lnTo>
                  <a:pt x="402" y="23"/>
                </a:lnTo>
                <a:lnTo>
                  <a:pt x="403" y="22"/>
                </a:lnTo>
                <a:lnTo>
                  <a:pt x="404" y="22"/>
                </a:lnTo>
                <a:lnTo>
                  <a:pt x="404" y="23"/>
                </a:lnTo>
                <a:lnTo>
                  <a:pt x="405" y="21"/>
                </a:lnTo>
                <a:lnTo>
                  <a:pt x="404" y="21"/>
                </a:lnTo>
                <a:lnTo>
                  <a:pt x="403" y="20"/>
                </a:lnTo>
                <a:lnTo>
                  <a:pt x="404" y="18"/>
                </a:lnTo>
                <a:lnTo>
                  <a:pt x="404" y="17"/>
                </a:lnTo>
                <a:lnTo>
                  <a:pt x="403" y="16"/>
                </a:lnTo>
                <a:lnTo>
                  <a:pt x="403" y="15"/>
                </a:lnTo>
                <a:lnTo>
                  <a:pt x="403" y="14"/>
                </a:lnTo>
                <a:lnTo>
                  <a:pt x="404" y="14"/>
                </a:lnTo>
                <a:lnTo>
                  <a:pt x="405" y="12"/>
                </a:lnTo>
                <a:lnTo>
                  <a:pt x="404" y="11"/>
                </a:lnTo>
                <a:lnTo>
                  <a:pt x="404" y="10"/>
                </a:lnTo>
                <a:lnTo>
                  <a:pt x="406" y="9"/>
                </a:lnTo>
                <a:lnTo>
                  <a:pt x="406" y="7"/>
                </a:lnTo>
                <a:lnTo>
                  <a:pt x="405" y="7"/>
                </a:lnTo>
                <a:lnTo>
                  <a:pt x="405" y="6"/>
                </a:lnTo>
                <a:lnTo>
                  <a:pt x="402" y="3"/>
                </a:lnTo>
                <a:lnTo>
                  <a:pt x="401" y="3"/>
                </a:lnTo>
                <a:lnTo>
                  <a:pt x="402" y="3"/>
                </a:lnTo>
                <a:lnTo>
                  <a:pt x="402" y="2"/>
                </a:lnTo>
                <a:lnTo>
                  <a:pt x="403" y="0"/>
                </a:lnTo>
                <a:lnTo>
                  <a:pt x="404" y="0"/>
                </a:lnTo>
                <a:lnTo>
                  <a:pt x="406" y="2"/>
                </a:lnTo>
                <a:lnTo>
                  <a:pt x="407" y="2"/>
                </a:lnTo>
                <a:lnTo>
                  <a:pt x="408" y="2"/>
                </a:lnTo>
                <a:lnTo>
                  <a:pt x="410" y="2"/>
                </a:lnTo>
                <a:lnTo>
                  <a:pt x="41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0" name=""/>
          <p:cNvSpPr/>
          <p:nvPr/>
        </p:nvSpPr>
        <p:spPr>
          <a:xfrm>
            <a:off x="8310600" y="1463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1" name=""/>
          <p:cNvSpPr/>
          <p:nvPr/>
        </p:nvSpPr>
        <p:spPr>
          <a:xfrm>
            <a:off x="8271360" y="14338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2" name=""/>
          <p:cNvSpPr/>
          <p:nvPr/>
        </p:nvSpPr>
        <p:spPr>
          <a:xfrm>
            <a:off x="8272800" y="1431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3" name=""/>
          <p:cNvSpPr/>
          <p:nvPr/>
        </p:nvSpPr>
        <p:spPr>
          <a:xfrm>
            <a:off x="8340480" y="1423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4" name=""/>
          <p:cNvSpPr/>
          <p:nvPr/>
        </p:nvSpPr>
        <p:spPr>
          <a:xfrm>
            <a:off x="8351640" y="140904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4" y="6"/>
                </a:moveTo>
                <a:lnTo>
                  <a:pt x="3" y="6"/>
                </a:lnTo>
                <a:lnTo>
                  <a:pt x="1" y="6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5" name=""/>
          <p:cNvSpPr/>
          <p:nvPr/>
        </p:nvSpPr>
        <p:spPr>
          <a:xfrm>
            <a:off x="8352000" y="1405800"/>
            <a:ext cx="5760" cy="7200"/>
          </a:xfrm>
          <a:custGeom>
            <a:avLst/>
            <a:gdLst/>
            <a:ahLst/>
            <a:rect l="0" t="0" r="r" b="b"/>
            <a:pathLst>
              <a:path w="16" h="20">
                <a:moveTo>
                  <a:pt x="8" y="7"/>
                </a:move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1" y="8"/>
                </a:lnTo>
                <a:lnTo>
                  <a:pt x="12" y="11"/>
                </a:lnTo>
                <a:lnTo>
                  <a:pt x="15" y="13"/>
                </a:lnTo>
                <a:lnTo>
                  <a:pt x="15" y="14"/>
                </a:lnTo>
                <a:lnTo>
                  <a:pt x="15" y="15"/>
                </a:lnTo>
                <a:lnTo>
                  <a:pt x="15" y="16"/>
                </a:lnTo>
                <a:lnTo>
                  <a:pt x="15" y="17"/>
                </a:lnTo>
                <a:lnTo>
                  <a:pt x="16" y="18"/>
                </a:lnTo>
                <a:lnTo>
                  <a:pt x="16" y="20"/>
                </a:lnTo>
                <a:lnTo>
                  <a:pt x="15" y="20"/>
                </a:lnTo>
                <a:lnTo>
                  <a:pt x="14" y="20"/>
                </a:lnTo>
                <a:lnTo>
                  <a:pt x="12" y="18"/>
                </a:lnTo>
                <a:lnTo>
                  <a:pt x="11" y="17"/>
                </a:lnTo>
                <a:lnTo>
                  <a:pt x="10" y="17"/>
                </a:lnTo>
                <a:lnTo>
                  <a:pt x="8" y="17"/>
                </a:lnTo>
                <a:lnTo>
                  <a:pt x="8" y="16"/>
                </a:lnTo>
                <a:lnTo>
                  <a:pt x="9" y="16"/>
                </a:lnTo>
                <a:lnTo>
                  <a:pt x="9" y="15"/>
                </a:lnTo>
                <a:lnTo>
                  <a:pt x="10" y="15"/>
                </a:lnTo>
                <a:lnTo>
                  <a:pt x="10" y="14"/>
                </a:lnTo>
                <a:lnTo>
                  <a:pt x="9" y="14"/>
                </a:lnTo>
                <a:lnTo>
                  <a:pt x="9" y="13"/>
                </a:lnTo>
                <a:lnTo>
                  <a:pt x="8" y="12"/>
                </a:lnTo>
                <a:lnTo>
                  <a:pt x="8" y="11"/>
                </a:lnTo>
                <a:lnTo>
                  <a:pt x="8" y="10"/>
                </a:lnTo>
                <a:lnTo>
                  <a:pt x="8" y="9"/>
                </a:lnTo>
                <a:lnTo>
                  <a:pt x="9" y="9"/>
                </a:lnTo>
                <a:lnTo>
                  <a:pt x="8" y="8"/>
                </a:lnTo>
                <a:lnTo>
                  <a:pt x="8" y="7"/>
                </a:lnTo>
                <a:lnTo>
                  <a:pt x="7" y="6"/>
                </a:lnTo>
                <a:lnTo>
                  <a:pt x="6" y="6"/>
                </a:lnTo>
                <a:lnTo>
                  <a:pt x="5" y="6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6" name=""/>
          <p:cNvSpPr/>
          <p:nvPr/>
        </p:nvSpPr>
        <p:spPr>
          <a:xfrm>
            <a:off x="8347320" y="140760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5" y="0"/>
                </a:move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8" y="6"/>
                </a:lnTo>
                <a:lnTo>
                  <a:pt x="6" y="8"/>
                </a:lnTo>
                <a:lnTo>
                  <a:pt x="5" y="8"/>
                </a:ln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7" name=""/>
          <p:cNvSpPr/>
          <p:nvPr/>
        </p:nvSpPr>
        <p:spPr>
          <a:xfrm>
            <a:off x="8349840" y="1407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8" name=""/>
          <p:cNvSpPr/>
          <p:nvPr/>
        </p:nvSpPr>
        <p:spPr>
          <a:xfrm>
            <a:off x="8347680" y="1395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9" name=""/>
          <p:cNvSpPr/>
          <p:nvPr/>
        </p:nvSpPr>
        <p:spPr>
          <a:xfrm>
            <a:off x="8352720" y="1390320"/>
            <a:ext cx="3240" cy="3600"/>
          </a:xfrm>
          <a:custGeom>
            <a:avLst/>
            <a:gdLst/>
            <a:ahLst/>
            <a:rect l="0" t="0" r="r" b="b"/>
            <a:pathLst>
              <a:path w="9" h="10">
                <a:moveTo>
                  <a:pt x="5" y="5"/>
                </a:moveTo>
                <a:lnTo>
                  <a:pt x="6" y="5"/>
                </a:lnTo>
                <a:lnTo>
                  <a:pt x="8" y="7"/>
                </a:lnTo>
                <a:lnTo>
                  <a:pt x="9" y="8"/>
                </a:lnTo>
                <a:lnTo>
                  <a:pt x="9" y="9"/>
                </a:lnTo>
                <a:lnTo>
                  <a:pt x="6" y="9"/>
                </a:lnTo>
                <a:lnTo>
                  <a:pt x="4" y="9"/>
                </a:lnTo>
                <a:lnTo>
                  <a:pt x="3" y="9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7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2"/>
                </a:lnTo>
                <a:lnTo>
                  <a:pt x="2" y="3"/>
                </a:lnTo>
                <a:lnTo>
                  <a:pt x="3" y="4"/>
                </a:lnTo>
                <a:lnTo>
                  <a:pt x="2" y="5"/>
                </a:lnTo>
                <a:lnTo>
                  <a:pt x="3" y="5"/>
                </a:lnTo>
                <a:lnTo>
                  <a:pt x="3" y="7"/>
                </a:lnTo>
                <a:lnTo>
                  <a:pt x="4" y="7"/>
                </a:lnTo>
                <a:lnTo>
                  <a:pt x="4" y="5"/>
                </a:lnTo>
                <a:lnTo>
                  <a:pt x="5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0" name=""/>
          <p:cNvSpPr/>
          <p:nvPr/>
        </p:nvSpPr>
        <p:spPr>
          <a:xfrm>
            <a:off x="8354880" y="138096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6" y="5"/>
                </a:moveTo>
                <a:lnTo>
                  <a:pt x="4" y="5"/>
                </a:lnTo>
                <a:lnTo>
                  <a:pt x="2" y="6"/>
                </a:lnTo>
                <a:lnTo>
                  <a:pt x="2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1" name=""/>
          <p:cNvSpPr/>
          <p:nvPr/>
        </p:nvSpPr>
        <p:spPr>
          <a:xfrm>
            <a:off x="8364600" y="15577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2" name=""/>
          <p:cNvSpPr/>
          <p:nvPr/>
        </p:nvSpPr>
        <p:spPr>
          <a:xfrm>
            <a:off x="8368200" y="15469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3" name=""/>
          <p:cNvSpPr/>
          <p:nvPr/>
        </p:nvSpPr>
        <p:spPr>
          <a:xfrm>
            <a:off x="8377560" y="15350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3"/>
                </a:moveTo>
                <a:lnTo>
                  <a:pt x="0" y="0"/>
                </a:ln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4" name=""/>
          <p:cNvSpPr/>
          <p:nvPr/>
        </p:nvSpPr>
        <p:spPr>
          <a:xfrm>
            <a:off x="8384400" y="151992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5" name=""/>
          <p:cNvSpPr/>
          <p:nvPr/>
        </p:nvSpPr>
        <p:spPr>
          <a:xfrm>
            <a:off x="8385480" y="15192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6" y="2"/>
                </a:move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6" name=""/>
          <p:cNvSpPr/>
          <p:nvPr/>
        </p:nvSpPr>
        <p:spPr>
          <a:xfrm>
            <a:off x="8420400" y="14904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4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7" name=""/>
          <p:cNvSpPr/>
          <p:nvPr/>
        </p:nvSpPr>
        <p:spPr>
          <a:xfrm>
            <a:off x="8456400" y="1482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8" name=""/>
          <p:cNvSpPr/>
          <p:nvPr/>
        </p:nvSpPr>
        <p:spPr>
          <a:xfrm>
            <a:off x="8408880" y="1434600"/>
            <a:ext cx="4320" cy="3960"/>
          </a:xfrm>
          <a:custGeom>
            <a:avLst/>
            <a:gdLst/>
            <a:ahLst/>
            <a:rect l="0" t="0" r="r" b="b"/>
            <a:pathLst>
              <a:path w="12" h="11">
                <a:moveTo>
                  <a:pt x="5" y="8"/>
                </a:moveTo>
                <a:lnTo>
                  <a:pt x="4" y="9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1" y="9"/>
                </a:lnTo>
                <a:lnTo>
                  <a:pt x="1" y="8"/>
                </a:lnTo>
                <a:lnTo>
                  <a:pt x="2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5" y="3"/>
                </a:lnTo>
                <a:lnTo>
                  <a:pt x="6" y="3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2" y="1"/>
                </a:lnTo>
                <a:lnTo>
                  <a:pt x="11" y="1"/>
                </a:lnTo>
                <a:lnTo>
                  <a:pt x="11" y="2"/>
                </a:lnTo>
                <a:lnTo>
                  <a:pt x="11" y="3"/>
                </a:lnTo>
                <a:lnTo>
                  <a:pt x="9" y="5"/>
                </a:lnTo>
                <a:lnTo>
                  <a:pt x="8" y="6"/>
                </a:lnTo>
                <a:lnTo>
                  <a:pt x="8" y="7"/>
                </a:lnTo>
                <a:lnTo>
                  <a:pt x="5" y="8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9" name=""/>
          <p:cNvSpPr/>
          <p:nvPr/>
        </p:nvSpPr>
        <p:spPr>
          <a:xfrm>
            <a:off x="8403480" y="14299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3"/>
                </a:move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0" name=""/>
          <p:cNvSpPr/>
          <p:nvPr/>
        </p:nvSpPr>
        <p:spPr>
          <a:xfrm>
            <a:off x="8442000" y="1427400"/>
            <a:ext cx="3240" cy="1440"/>
          </a:xfrm>
          <a:custGeom>
            <a:avLst/>
            <a:gdLst/>
            <a:ahLst/>
            <a:rect l="0" t="0" r="r" b="b"/>
            <a:pathLst>
              <a:path w="9" h="4">
                <a:moveTo>
                  <a:pt x="3" y="1"/>
                </a:move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9" y="4"/>
                </a:lnTo>
                <a:lnTo>
                  <a:pt x="7" y="4"/>
                </a:lnTo>
                <a:lnTo>
                  <a:pt x="4" y="4"/>
                </a:lnTo>
                <a:lnTo>
                  <a:pt x="3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1" name=""/>
          <p:cNvSpPr/>
          <p:nvPr/>
        </p:nvSpPr>
        <p:spPr>
          <a:xfrm>
            <a:off x="8365320" y="1400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2" name=""/>
          <p:cNvSpPr/>
          <p:nvPr/>
        </p:nvSpPr>
        <p:spPr>
          <a:xfrm>
            <a:off x="8356320" y="13780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3"/>
                </a:move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lnTo>
                  <a:pt x="5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3" name=""/>
          <p:cNvSpPr/>
          <p:nvPr/>
        </p:nvSpPr>
        <p:spPr>
          <a:xfrm>
            <a:off x="8359560" y="1375920"/>
            <a:ext cx="1800" cy="2880"/>
          </a:xfrm>
          <a:custGeom>
            <a:avLst/>
            <a:gdLst/>
            <a:ahLst/>
            <a:rect l="0" t="0" r="r" b="b"/>
            <a:pathLst>
              <a:path w="5" h="8">
                <a:moveTo>
                  <a:pt x="2" y="3"/>
                </a:move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4" y="6"/>
                </a:lnTo>
                <a:lnTo>
                  <a:pt x="5" y="6"/>
                </a:lnTo>
                <a:lnTo>
                  <a:pt x="5" y="8"/>
                </a:lnTo>
                <a:lnTo>
                  <a:pt x="4" y="8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4" name=""/>
          <p:cNvSpPr/>
          <p:nvPr/>
        </p:nvSpPr>
        <p:spPr>
          <a:xfrm>
            <a:off x="8359200" y="137412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7" y="3"/>
                </a:moveTo>
                <a:lnTo>
                  <a:pt x="6" y="3"/>
                </a:lnTo>
                <a:lnTo>
                  <a:pt x="6" y="4"/>
                </a:lnTo>
                <a:lnTo>
                  <a:pt x="5" y="3"/>
                </a:lnTo>
                <a:lnTo>
                  <a:pt x="4" y="3"/>
                </a:ln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5" name=""/>
          <p:cNvSpPr/>
          <p:nvPr/>
        </p:nvSpPr>
        <p:spPr>
          <a:xfrm>
            <a:off x="7779960" y="1575360"/>
            <a:ext cx="379800" cy="362160"/>
          </a:xfrm>
          <a:custGeom>
            <a:avLst/>
            <a:gdLst/>
            <a:ahLst/>
            <a:rect l="0" t="0" r="r" b="b"/>
            <a:pathLst>
              <a:path w="1055" h="1006">
                <a:moveTo>
                  <a:pt x="528" y="2"/>
                </a:moveTo>
                <a:lnTo>
                  <a:pt x="529" y="3"/>
                </a:lnTo>
                <a:lnTo>
                  <a:pt x="529" y="4"/>
                </a:lnTo>
                <a:lnTo>
                  <a:pt x="532" y="5"/>
                </a:lnTo>
                <a:lnTo>
                  <a:pt x="533" y="5"/>
                </a:lnTo>
                <a:lnTo>
                  <a:pt x="535" y="5"/>
                </a:lnTo>
                <a:lnTo>
                  <a:pt x="536" y="6"/>
                </a:lnTo>
                <a:lnTo>
                  <a:pt x="536" y="7"/>
                </a:lnTo>
                <a:lnTo>
                  <a:pt x="538" y="8"/>
                </a:lnTo>
                <a:lnTo>
                  <a:pt x="539" y="8"/>
                </a:lnTo>
                <a:lnTo>
                  <a:pt x="540" y="7"/>
                </a:lnTo>
                <a:lnTo>
                  <a:pt x="541" y="7"/>
                </a:lnTo>
                <a:lnTo>
                  <a:pt x="543" y="7"/>
                </a:lnTo>
                <a:lnTo>
                  <a:pt x="544" y="7"/>
                </a:lnTo>
                <a:lnTo>
                  <a:pt x="545" y="8"/>
                </a:lnTo>
                <a:lnTo>
                  <a:pt x="546" y="8"/>
                </a:lnTo>
                <a:lnTo>
                  <a:pt x="546" y="7"/>
                </a:lnTo>
                <a:lnTo>
                  <a:pt x="545" y="7"/>
                </a:lnTo>
                <a:lnTo>
                  <a:pt x="544" y="6"/>
                </a:lnTo>
                <a:lnTo>
                  <a:pt x="544" y="4"/>
                </a:lnTo>
                <a:lnTo>
                  <a:pt x="544" y="3"/>
                </a:lnTo>
                <a:lnTo>
                  <a:pt x="545" y="3"/>
                </a:lnTo>
                <a:lnTo>
                  <a:pt x="546" y="3"/>
                </a:lnTo>
                <a:lnTo>
                  <a:pt x="547" y="3"/>
                </a:lnTo>
                <a:lnTo>
                  <a:pt x="549" y="2"/>
                </a:lnTo>
                <a:lnTo>
                  <a:pt x="550" y="3"/>
                </a:lnTo>
                <a:lnTo>
                  <a:pt x="550" y="4"/>
                </a:lnTo>
                <a:lnTo>
                  <a:pt x="553" y="9"/>
                </a:lnTo>
                <a:lnTo>
                  <a:pt x="554" y="10"/>
                </a:lnTo>
                <a:lnTo>
                  <a:pt x="555" y="10"/>
                </a:lnTo>
                <a:lnTo>
                  <a:pt x="557" y="9"/>
                </a:lnTo>
                <a:lnTo>
                  <a:pt x="558" y="8"/>
                </a:lnTo>
                <a:lnTo>
                  <a:pt x="558" y="6"/>
                </a:lnTo>
                <a:lnTo>
                  <a:pt x="557" y="5"/>
                </a:lnTo>
                <a:lnTo>
                  <a:pt x="558" y="5"/>
                </a:lnTo>
                <a:lnTo>
                  <a:pt x="559" y="5"/>
                </a:lnTo>
                <a:lnTo>
                  <a:pt x="561" y="5"/>
                </a:lnTo>
                <a:lnTo>
                  <a:pt x="561" y="4"/>
                </a:lnTo>
                <a:lnTo>
                  <a:pt x="561" y="3"/>
                </a:lnTo>
                <a:lnTo>
                  <a:pt x="560" y="3"/>
                </a:lnTo>
                <a:lnTo>
                  <a:pt x="559" y="3"/>
                </a:lnTo>
                <a:lnTo>
                  <a:pt x="559" y="2"/>
                </a:lnTo>
                <a:lnTo>
                  <a:pt x="559" y="1"/>
                </a:lnTo>
                <a:lnTo>
                  <a:pt x="559" y="0"/>
                </a:lnTo>
                <a:lnTo>
                  <a:pt x="560" y="0"/>
                </a:lnTo>
                <a:lnTo>
                  <a:pt x="561" y="0"/>
                </a:lnTo>
                <a:lnTo>
                  <a:pt x="562" y="1"/>
                </a:lnTo>
                <a:lnTo>
                  <a:pt x="564" y="5"/>
                </a:lnTo>
                <a:lnTo>
                  <a:pt x="565" y="6"/>
                </a:lnTo>
                <a:lnTo>
                  <a:pt x="565" y="7"/>
                </a:lnTo>
                <a:lnTo>
                  <a:pt x="565" y="8"/>
                </a:lnTo>
                <a:lnTo>
                  <a:pt x="566" y="8"/>
                </a:lnTo>
                <a:lnTo>
                  <a:pt x="566" y="9"/>
                </a:lnTo>
                <a:lnTo>
                  <a:pt x="567" y="9"/>
                </a:lnTo>
                <a:lnTo>
                  <a:pt x="569" y="5"/>
                </a:lnTo>
                <a:lnTo>
                  <a:pt x="568" y="5"/>
                </a:lnTo>
                <a:lnTo>
                  <a:pt x="568" y="4"/>
                </a:lnTo>
                <a:lnTo>
                  <a:pt x="567" y="3"/>
                </a:lnTo>
                <a:lnTo>
                  <a:pt x="566" y="3"/>
                </a:lnTo>
                <a:lnTo>
                  <a:pt x="565" y="3"/>
                </a:lnTo>
                <a:lnTo>
                  <a:pt x="564" y="3"/>
                </a:lnTo>
                <a:lnTo>
                  <a:pt x="564" y="2"/>
                </a:lnTo>
                <a:lnTo>
                  <a:pt x="564" y="1"/>
                </a:lnTo>
                <a:lnTo>
                  <a:pt x="564" y="0"/>
                </a:lnTo>
                <a:lnTo>
                  <a:pt x="565" y="0"/>
                </a:lnTo>
                <a:lnTo>
                  <a:pt x="566" y="0"/>
                </a:lnTo>
                <a:lnTo>
                  <a:pt x="567" y="1"/>
                </a:lnTo>
                <a:lnTo>
                  <a:pt x="568" y="2"/>
                </a:lnTo>
                <a:lnTo>
                  <a:pt x="569" y="3"/>
                </a:lnTo>
                <a:lnTo>
                  <a:pt x="570" y="3"/>
                </a:lnTo>
                <a:lnTo>
                  <a:pt x="570" y="2"/>
                </a:lnTo>
                <a:lnTo>
                  <a:pt x="570" y="1"/>
                </a:lnTo>
                <a:lnTo>
                  <a:pt x="571" y="0"/>
                </a:lnTo>
                <a:lnTo>
                  <a:pt x="572" y="0"/>
                </a:lnTo>
                <a:lnTo>
                  <a:pt x="573" y="0"/>
                </a:lnTo>
                <a:lnTo>
                  <a:pt x="573" y="1"/>
                </a:lnTo>
                <a:lnTo>
                  <a:pt x="573" y="2"/>
                </a:lnTo>
                <a:lnTo>
                  <a:pt x="573" y="3"/>
                </a:lnTo>
                <a:lnTo>
                  <a:pt x="573" y="4"/>
                </a:lnTo>
                <a:lnTo>
                  <a:pt x="573" y="5"/>
                </a:lnTo>
                <a:lnTo>
                  <a:pt x="572" y="5"/>
                </a:lnTo>
                <a:lnTo>
                  <a:pt x="572" y="6"/>
                </a:lnTo>
                <a:lnTo>
                  <a:pt x="573" y="6"/>
                </a:lnTo>
                <a:lnTo>
                  <a:pt x="575" y="6"/>
                </a:lnTo>
                <a:lnTo>
                  <a:pt x="576" y="6"/>
                </a:lnTo>
                <a:lnTo>
                  <a:pt x="577" y="5"/>
                </a:lnTo>
                <a:lnTo>
                  <a:pt x="578" y="6"/>
                </a:lnTo>
                <a:lnTo>
                  <a:pt x="578" y="7"/>
                </a:lnTo>
                <a:lnTo>
                  <a:pt x="578" y="8"/>
                </a:lnTo>
                <a:lnTo>
                  <a:pt x="577" y="8"/>
                </a:lnTo>
                <a:lnTo>
                  <a:pt x="577" y="9"/>
                </a:lnTo>
                <a:lnTo>
                  <a:pt x="576" y="9"/>
                </a:lnTo>
                <a:lnTo>
                  <a:pt x="576" y="10"/>
                </a:lnTo>
                <a:lnTo>
                  <a:pt x="575" y="10"/>
                </a:lnTo>
                <a:lnTo>
                  <a:pt x="576" y="12"/>
                </a:lnTo>
                <a:lnTo>
                  <a:pt x="577" y="12"/>
                </a:lnTo>
                <a:lnTo>
                  <a:pt x="578" y="14"/>
                </a:lnTo>
                <a:lnTo>
                  <a:pt x="579" y="15"/>
                </a:lnTo>
                <a:lnTo>
                  <a:pt x="579" y="16"/>
                </a:lnTo>
                <a:lnTo>
                  <a:pt x="582" y="16"/>
                </a:lnTo>
                <a:lnTo>
                  <a:pt x="582" y="17"/>
                </a:lnTo>
                <a:lnTo>
                  <a:pt x="583" y="17"/>
                </a:lnTo>
                <a:lnTo>
                  <a:pt x="584" y="16"/>
                </a:lnTo>
                <a:lnTo>
                  <a:pt x="584" y="15"/>
                </a:lnTo>
                <a:lnTo>
                  <a:pt x="585" y="15"/>
                </a:lnTo>
                <a:lnTo>
                  <a:pt x="586" y="15"/>
                </a:lnTo>
                <a:lnTo>
                  <a:pt x="587" y="16"/>
                </a:lnTo>
                <a:lnTo>
                  <a:pt x="588" y="16"/>
                </a:lnTo>
                <a:lnTo>
                  <a:pt x="588" y="15"/>
                </a:lnTo>
                <a:lnTo>
                  <a:pt x="589" y="15"/>
                </a:lnTo>
                <a:lnTo>
                  <a:pt x="589" y="16"/>
                </a:lnTo>
                <a:lnTo>
                  <a:pt x="590" y="15"/>
                </a:lnTo>
                <a:lnTo>
                  <a:pt x="590" y="14"/>
                </a:lnTo>
                <a:lnTo>
                  <a:pt x="591" y="14"/>
                </a:lnTo>
                <a:lnTo>
                  <a:pt x="592" y="14"/>
                </a:lnTo>
                <a:lnTo>
                  <a:pt x="593" y="15"/>
                </a:lnTo>
                <a:lnTo>
                  <a:pt x="594" y="16"/>
                </a:lnTo>
                <a:lnTo>
                  <a:pt x="595" y="16"/>
                </a:lnTo>
                <a:lnTo>
                  <a:pt x="596" y="16"/>
                </a:lnTo>
                <a:lnTo>
                  <a:pt x="596" y="15"/>
                </a:lnTo>
                <a:lnTo>
                  <a:pt x="597" y="16"/>
                </a:lnTo>
                <a:lnTo>
                  <a:pt x="598" y="16"/>
                </a:lnTo>
                <a:lnTo>
                  <a:pt x="598" y="17"/>
                </a:lnTo>
                <a:lnTo>
                  <a:pt x="598" y="19"/>
                </a:lnTo>
                <a:lnTo>
                  <a:pt x="598" y="20"/>
                </a:lnTo>
                <a:lnTo>
                  <a:pt x="597" y="20"/>
                </a:lnTo>
                <a:lnTo>
                  <a:pt x="597" y="21"/>
                </a:lnTo>
                <a:lnTo>
                  <a:pt x="599" y="21"/>
                </a:lnTo>
                <a:lnTo>
                  <a:pt x="599" y="20"/>
                </a:lnTo>
                <a:lnTo>
                  <a:pt x="600" y="20"/>
                </a:lnTo>
                <a:lnTo>
                  <a:pt x="601" y="20"/>
                </a:lnTo>
                <a:lnTo>
                  <a:pt x="602" y="20"/>
                </a:lnTo>
                <a:lnTo>
                  <a:pt x="603" y="19"/>
                </a:lnTo>
                <a:lnTo>
                  <a:pt x="603" y="18"/>
                </a:lnTo>
                <a:lnTo>
                  <a:pt x="603" y="17"/>
                </a:lnTo>
                <a:lnTo>
                  <a:pt x="603" y="15"/>
                </a:lnTo>
                <a:lnTo>
                  <a:pt x="603" y="14"/>
                </a:lnTo>
                <a:lnTo>
                  <a:pt x="604" y="14"/>
                </a:lnTo>
                <a:lnTo>
                  <a:pt x="605" y="14"/>
                </a:lnTo>
                <a:lnTo>
                  <a:pt x="605" y="15"/>
                </a:lnTo>
                <a:lnTo>
                  <a:pt x="606" y="15"/>
                </a:lnTo>
                <a:lnTo>
                  <a:pt x="606" y="16"/>
                </a:lnTo>
                <a:lnTo>
                  <a:pt x="607" y="16"/>
                </a:lnTo>
                <a:lnTo>
                  <a:pt x="607" y="18"/>
                </a:lnTo>
                <a:lnTo>
                  <a:pt x="608" y="18"/>
                </a:lnTo>
                <a:lnTo>
                  <a:pt x="609" y="18"/>
                </a:lnTo>
                <a:lnTo>
                  <a:pt x="610" y="18"/>
                </a:lnTo>
                <a:lnTo>
                  <a:pt x="610" y="17"/>
                </a:lnTo>
                <a:lnTo>
                  <a:pt x="611" y="16"/>
                </a:lnTo>
                <a:lnTo>
                  <a:pt x="612" y="16"/>
                </a:lnTo>
                <a:lnTo>
                  <a:pt x="613" y="16"/>
                </a:lnTo>
                <a:lnTo>
                  <a:pt x="614" y="17"/>
                </a:lnTo>
                <a:lnTo>
                  <a:pt x="615" y="17"/>
                </a:lnTo>
                <a:lnTo>
                  <a:pt x="617" y="18"/>
                </a:lnTo>
                <a:lnTo>
                  <a:pt x="618" y="18"/>
                </a:lnTo>
                <a:lnTo>
                  <a:pt x="619" y="18"/>
                </a:lnTo>
                <a:lnTo>
                  <a:pt x="620" y="18"/>
                </a:lnTo>
                <a:lnTo>
                  <a:pt x="620" y="17"/>
                </a:lnTo>
                <a:lnTo>
                  <a:pt x="621" y="17"/>
                </a:lnTo>
                <a:lnTo>
                  <a:pt x="622" y="17"/>
                </a:lnTo>
                <a:lnTo>
                  <a:pt x="622" y="18"/>
                </a:lnTo>
                <a:lnTo>
                  <a:pt x="623" y="18"/>
                </a:lnTo>
                <a:lnTo>
                  <a:pt x="623" y="16"/>
                </a:lnTo>
                <a:lnTo>
                  <a:pt x="624" y="16"/>
                </a:lnTo>
                <a:lnTo>
                  <a:pt x="625" y="16"/>
                </a:lnTo>
                <a:lnTo>
                  <a:pt x="626" y="16"/>
                </a:lnTo>
                <a:lnTo>
                  <a:pt x="626" y="17"/>
                </a:lnTo>
                <a:lnTo>
                  <a:pt x="626" y="18"/>
                </a:lnTo>
                <a:lnTo>
                  <a:pt x="627" y="18"/>
                </a:lnTo>
                <a:lnTo>
                  <a:pt x="627" y="19"/>
                </a:lnTo>
                <a:lnTo>
                  <a:pt x="628" y="20"/>
                </a:lnTo>
                <a:lnTo>
                  <a:pt x="628" y="21"/>
                </a:lnTo>
                <a:lnTo>
                  <a:pt x="629" y="21"/>
                </a:lnTo>
                <a:lnTo>
                  <a:pt x="629" y="22"/>
                </a:lnTo>
                <a:lnTo>
                  <a:pt x="630" y="22"/>
                </a:lnTo>
                <a:lnTo>
                  <a:pt x="631" y="22"/>
                </a:lnTo>
                <a:lnTo>
                  <a:pt x="632" y="22"/>
                </a:lnTo>
                <a:lnTo>
                  <a:pt x="634" y="22"/>
                </a:lnTo>
                <a:lnTo>
                  <a:pt x="635" y="22"/>
                </a:lnTo>
                <a:lnTo>
                  <a:pt x="635" y="21"/>
                </a:lnTo>
                <a:lnTo>
                  <a:pt x="634" y="20"/>
                </a:lnTo>
                <a:lnTo>
                  <a:pt x="636" y="20"/>
                </a:lnTo>
                <a:lnTo>
                  <a:pt x="636" y="21"/>
                </a:lnTo>
                <a:lnTo>
                  <a:pt x="637" y="22"/>
                </a:lnTo>
                <a:lnTo>
                  <a:pt x="637" y="23"/>
                </a:lnTo>
                <a:lnTo>
                  <a:pt x="637" y="25"/>
                </a:lnTo>
                <a:lnTo>
                  <a:pt x="639" y="25"/>
                </a:lnTo>
                <a:lnTo>
                  <a:pt x="640" y="26"/>
                </a:lnTo>
                <a:lnTo>
                  <a:pt x="641" y="26"/>
                </a:lnTo>
                <a:lnTo>
                  <a:pt x="641" y="25"/>
                </a:lnTo>
                <a:lnTo>
                  <a:pt x="642" y="25"/>
                </a:lnTo>
                <a:lnTo>
                  <a:pt x="643" y="24"/>
                </a:lnTo>
                <a:lnTo>
                  <a:pt x="644" y="24"/>
                </a:lnTo>
                <a:lnTo>
                  <a:pt x="645" y="24"/>
                </a:lnTo>
                <a:lnTo>
                  <a:pt x="645" y="26"/>
                </a:lnTo>
                <a:lnTo>
                  <a:pt x="646" y="27"/>
                </a:lnTo>
                <a:lnTo>
                  <a:pt x="647" y="27"/>
                </a:lnTo>
                <a:lnTo>
                  <a:pt x="647" y="28"/>
                </a:lnTo>
                <a:lnTo>
                  <a:pt x="647" y="29"/>
                </a:lnTo>
                <a:lnTo>
                  <a:pt x="648" y="29"/>
                </a:lnTo>
                <a:lnTo>
                  <a:pt x="648" y="30"/>
                </a:lnTo>
                <a:lnTo>
                  <a:pt x="649" y="29"/>
                </a:lnTo>
                <a:lnTo>
                  <a:pt x="650" y="29"/>
                </a:lnTo>
                <a:lnTo>
                  <a:pt x="650" y="30"/>
                </a:lnTo>
                <a:lnTo>
                  <a:pt x="651" y="30"/>
                </a:lnTo>
                <a:lnTo>
                  <a:pt x="652" y="30"/>
                </a:lnTo>
                <a:lnTo>
                  <a:pt x="654" y="30"/>
                </a:lnTo>
                <a:lnTo>
                  <a:pt x="654" y="31"/>
                </a:lnTo>
                <a:lnTo>
                  <a:pt x="654" y="32"/>
                </a:lnTo>
                <a:lnTo>
                  <a:pt x="655" y="31"/>
                </a:lnTo>
                <a:lnTo>
                  <a:pt x="656" y="30"/>
                </a:lnTo>
                <a:lnTo>
                  <a:pt x="657" y="30"/>
                </a:lnTo>
                <a:lnTo>
                  <a:pt x="657" y="31"/>
                </a:lnTo>
                <a:lnTo>
                  <a:pt x="657" y="32"/>
                </a:lnTo>
                <a:lnTo>
                  <a:pt x="658" y="32"/>
                </a:lnTo>
                <a:lnTo>
                  <a:pt x="659" y="32"/>
                </a:lnTo>
                <a:lnTo>
                  <a:pt x="659" y="33"/>
                </a:lnTo>
                <a:lnTo>
                  <a:pt x="660" y="33"/>
                </a:lnTo>
                <a:lnTo>
                  <a:pt x="662" y="34"/>
                </a:lnTo>
                <a:lnTo>
                  <a:pt x="663" y="34"/>
                </a:lnTo>
                <a:lnTo>
                  <a:pt x="664" y="34"/>
                </a:lnTo>
                <a:lnTo>
                  <a:pt x="664" y="35"/>
                </a:lnTo>
                <a:lnTo>
                  <a:pt x="665" y="35"/>
                </a:lnTo>
                <a:lnTo>
                  <a:pt x="667" y="36"/>
                </a:lnTo>
                <a:lnTo>
                  <a:pt x="667" y="37"/>
                </a:lnTo>
                <a:lnTo>
                  <a:pt x="668" y="38"/>
                </a:lnTo>
                <a:lnTo>
                  <a:pt x="667" y="38"/>
                </a:lnTo>
                <a:lnTo>
                  <a:pt x="667" y="39"/>
                </a:lnTo>
                <a:lnTo>
                  <a:pt x="667" y="38"/>
                </a:lnTo>
                <a:lnTo>
                  <a:pt x="666" y="39"/>
                </a:lnTo>
                <a:lnTo>
                  <a:pt x="666" y="40"/>
                </a:lnTo>
                <a:lnTo>
                  <a:pt x="666" y="41"/>
                </a:lnTo>
                <a:lnTo>
                  <a:pt x="667" y="41"/>
                </a:lnTo>
                <a:lnTo>
                  <a:pt x="667" y="40"/>
                </a:lnTo>
                <a:lnTo>
                  <a:pt x="668" y="40"/>
                </a:lnTo>
                <a:lnTo>
                  <a:pt x="669" y="39"/>
                </a:lnTo>
                <a:lnTo>
                  <a:pt x="670" y="39"/>
                </a:lnTo>
                <a:lnTo>
                  <a:pt x="670" y="38"/>
                </a:lnTo>
                <a:lnTo>
                  <a:pt x="671" y="38"/>
                </a:lnTo>
                <a:lnTo>
                  <a:pt x="672" y="38"/>
                </a:lnTo>
                <a:lnTo>
                  <a:pt x="672" y="39"/>
                </a:lnTo>
                <a:lnTo>
                  <a:pt x="673" y="39"/>
                </a:lnTo>
                <a:lnTo>
                  <a:pt x="674" y="39"/>
                </a:lnTo>
                <a:lnTo>
                  <a:pt x="674" y="38"/>
                </a:lnTo>
                <a:lnTo>
                  <a:pt x="675" y="37"/>
                </a:lnTo>
                <a:lnTo>
                  <a:pt x="675" y="36"/>
                </a:lnTo>
                <a:lnTo>
                  <a:pt x="676" y="36"/>
                </a:lnTo>
                <a:lnTo>
                  <a:pt x="676" y="35"/>
                </a:lnTo>
                <a:lnTo>
                  <a:pt x="677" y="35"/>
                </a:lnTo>
                <a:lnTo>
                  <a:pt x="678" y="35"/>
                </a:lnTo>
                <a:lnTo>
                  <a:pt x="679" y="35"/>
                </a:lnTo>
                <a:lnTo>
                  <a:pt x="681" y="35"/>
                </a:lnTo>
                <a:lnTo>
                  <a:pt x="684" y="35"/>
                </a:lnTo>
                <a:lnTo>
                  <a:pt x="684" y="33"/>
                </a:lnTo>
                <a:lnTo>
                  <a:pt x="685" y="33"/>
                </a:lnTo>
                <a:lnTo>
                  <a:pt x="687" y="33"/>
                </a:lnTo>
                <a:lnTo>
                  <a:pt x="687" y="34"/>
                </a:lnTo>
                <a:lnTo>
                  <a:pt x="688" y="34"/>
                </a:lnTo>
                <a:lnTo>
                  <a:pt x="689" y="33"/>
                </a:lnTo>
                <a:lnTo>
                  <a:pt x="689" y="32"/>
                </a:lnTo>
                <a:lnTo>
                  <a:pt x="690" y="32"/>
                </a:lnTo>
                <a:lnTo>
                  <a:pt x="690" y="31"/>
                </a:lnTo>
                <a:lnTo>
                  <a:pt x="690" y="30"/>
                </a:lnTo>
                <a:lnTo>
                  <a:pt x="691" y="30"/>
                </a:lnTo>
                <a:lnTo>
                  <a:pt x="691" y="31"/>
                </a:lnTo>
                <a:lnTo>
                  <a:pt x="692" y="31"/>
                </a:lnTo>
                <a:lnTo>
                  <a:pt x="693" y="31"/>
                </a:lnTo>
                <a:lnTo>
                  <a:pt x="693" y="32"/>
                </a:lnTo>
                <a:lnTo>
                  <a:pt x="693" y="33"/>
                </a:lnTo>
                <a:lnTo>
                  <a:pt x="693" y="34"/>
                </a:lnTo>
                <a:lnTo>
                  <a:pt x="694" y="34"/>
                </a:lnTo>
                <a:lnTo>
                  <a:pt x="695" y="34"/>
                </a:lnTo>
                <a:lnTo>
                  <a:pt x="696" y="35"/>
                </a:lnTo>
                <a:lnTo>
                  <a:pt x="696" y="36"/>
                </a:lnTo>
                <a:lnTo>
                  <a:pt x="697" y="36"/>
                </a:lnTo>
                <a:lnTo>
                  <a:pt x="697" y="35"/>
                </a:lnTo>
                <a:lnTo>
                  <a:pt x="698" y="35"/>
                </a:lnTo>
                <a:lnTo>
                  <a:pt x="698" y="34"/>
                </a:lnTo>
                <a:lnTo>
                  <a:pt x="699" y="34"/>
                </a:lnTo>
                <a:lnTo>
                  <a:pt x="702" y="34"/>
                </a:lnTo>
                <a:lnTo>
                  <a:pt x="702" y="35"/>
                </a:lnTo>
                <a:lnTo>
                  <a:pt x="703" y="35"/>
                </a:lnTo>
                <a:lnTo>
                  <a:pt x="704" y="35"/>
                </a:lnTo>
                <a:lnTo>
                  <a:pt x="705" y="35"/>
                </a:lnTo>
                <a:lnTo>
                  <a:pt x="706" y="36"/>
                </a:lnTo>
                <a:lnTo>
                  <a:pt x="706" y="35"/>
                </a:lnTo>
                <a:lnTo>
                  <a:pt x="706" y="34"/>
                </a:lnTo>
                <a:lnTo>
                  <a:pt x="707" y="34"/>
                </a:lnTo>
                <a:lnTo>
                  <a:pt x="708" y="34"/>
                </a:lnTo>
                <a:lnTo>
                  <a:pt x="709" y="34"/>
                </a:lnTo>
                <a:lnTo>
                  <a:pt x="710" y="34"/>
                </a:lnTo>
                <a:lnTo>
                  <a:pt x="711" y="34"/>
                </a:lnTo>
                <a:lnTo>
                  <a:pt x="711" y="32"/>
                </a:lnTo>
                <a:lnTo>
                  <a:pt x="710" y="32"/>
                </a:lnTo>
                <a:lnTo>
                  <a:pt x="711" y="31"/>
                </a:lnTo>
                <a:lnTo>
                  <a:pt x="712" y="31"/>
                </a:lnTo>
                <a:lnTo>
                  <a:pt x="712" y="30"/>
                </a:lnTo>
                <a:lnTo>
                  <a:pt x="713" y="30"/>
                </a:lnTo>
                <a:lnTo>
                  <a:pt x="714" y="30"/>
                </a:lnTo>
                <a:lnTo>
                  <a:pt x="714" y="31"/>
                </a:lnTo>
                <a:lnTo>
                  <a:pt x="715" y="30"/>
                </a:lnTo>
                <a:lnTo>
                  <a:pt x="716" y="30"/>
                </a:lnTo>
                <a:lnTo>
                  <a:pt x="716" y="31"/>
                </a:lnTo>
                <a:lnTo>
                  <a:pt x="717" y="31"/>
                </a:lnTo>
                <a:lnTo>
                  <a:pt x="719" y="31"/>
                </a:lnTo>
                <a:lnTo>
                  <a:pt x="719" y="32"/>
                </a:lnTo>
                <a:lnTo>
                  <a:pt x="719" y="33"/>
                </a:lnTo>
                <a:lnTo>
                  <a:pt x="719" y="35"/>
                </a:lnTo>
                <a:lnTo>
                  <a:pt x="719" y="36"/>
                </a:lnTo>
                <a:lnTo>
                  <a:pt x="720" y="36"/>
                </a:lnTo>
                <a:lnTo>
                  <a:pt x="720" y="37"/>
                </a:lnTo>
                <a:lnTo>
                  <a:pt x="721" y="38"/>
                </a:lnTo>
                <a:lnTo>
                  <a:pt x="722" y="38"/>
                </a:lnTo>
                <a:lnTo>
                  <a:pt x="723" y="39"/>
                </a:lnTo>
                <a:lnTo>
                  <a:pt x="723" y="40"/>
                </a:lnTo>
                <a:lnTo>
                  <a:pt x="723" y="41"/>
                </a:lnTo>
                <a:lnTo>
                  <a:pt x="722" y="41"/>
                </a:lnTo>
                <a:lnTo>
                  <a:pt x="723" y="41"/>
                </a:lnTo>
                <a:lnTo>
                  <a:pt x="722" y="44"/>
                </a:lnTo>
                <a:lnTo>
                  <a:pt x="722" y="45"/>
                </a:lnTo>
                <a:lnTo>
                  <a:pt x="722" y="46"/>
                </a:lnTo>
                <a:lnTo>
                  <a:pt x="721" y="46"/>
                </a:lnTo>
                <a:lnTo>
                  <a:pt x="721" y="47"/>
                </a:lnTo>
                <a:lnTo>
                  <a:pt x="722" y="47"/>
                </a:lnTo>
                <a:lnTo>
                  <a:pt x="722" y="48"/>
                </a:lnTo>
                <a:lnTo>
                  <a:pt x="722" y="49"/>
                </a:lnTo>
                <a:lnTo>
                  <a:pt x="723" y="49"/>
                </a:lnTo>
                <a:lnTo>
                  <a:pt x="723" y="48"/>
                </a:lnTo>
                <a:lnTo>
                  <a:pt x="724" y="47"/>
                </a:lnTo>
                <a:lnTo>
                  <a:pt x="725" y="47"/>
                </a:lnTo>
                <a:lnTo>
                  <a:pt x="726" y="46"/>
                </a:lnTo>
                <a:lnTo>
                  <a:pt x="727" y="46"/>
                </a:lnTo>
                <a:lnTo>
                  <a:pt x="728" y="45"/>
                </a:lnTo>
                <a:lnTo>
                  <a:pt x="730" y="44"/>
                </a:lnTo>
                <a:lnTo>
                  <a:pt x="730" y="45"/>
                </a:lnTo>
                <a:lnTo>
                  <a:pt x="731" y="45"/>
                </a:lnTo>
                <a:lnTo>
                  <a:pt x="732" y="45"/>
                </a:lnTo>
                <a:lnTo>
                  <a:pt x="733" y="45"/>
                </a:lnTo>
                <a:lnTo>
                  <a:pt x="733" y="46"/>
                </a:lnTo>
                <a:lnTo>
                  <a:pt x="734" y="45"/>
                </a:lnTo>
                <a:lnTo>
                  <a:pt x="735" y="45"/>
                </a:lnTo>
                <a:lnTo>
                  <a:pt x="736" y="43"/>
                </a:lnTo>
                <a:lnTo>
                  <a:pt x="736" y="42"/>
                </a:lnTo>
                <a:lnTo>
                  <a:pt x="736" y="41"/>
                </a:lnTo>
                <a:lnTo>
                  <a:pt x="739" y="37"/>
                </a:lnTo>
                <a:lnTo>
                  <a:pt x="740" y="37"/>
                </a:lnTo>
                <a:lnTo>
                  <a:pt x="741" y="36"/>
                </a:lnTo>
                <a:lnTo>
                  <a:pt x="740" y="35"/>
                </a:lnTo>
                <a:lnTo>
                  <a:pt x="742" y="34"/>
                </a:lnTo>
                <a:lnTo>
                  <a:pt x="742" y="32"/>
                </a:lnTo>
                <a:lnTo>
                  <a:pt x="741" y="31"/>
                </a:lnTo>
                <a:lnTo>
                  <a:pt x="741" y="30"/>
                </a:lnTo>
                <a:lnTo>
                  <a:pt x="742" y="28"/>
                </a:lnTo>
                <a:lnTo>
                  <a:pt x="742" y="27"/>
                </a:lnTo>
                <a:lnTo>
                  <a:pt x="741" y="26"/>
                </a:lnTo>
                <a:lnTo>
                  <a:pt x="740" y="25"/>
                </a:lnTo>
                <a:lnTo>
                  <a:pt x="741" y="24"/>
                </a:lnTo>
                <a:lnTo>
                  <a:pt x="742" y="23"/>
                </a:lnTo>
                <a:lnTo>
                  <a:pt x="742" y="22"/>
                </a:lnTo>
                <a:lnTo>
                  <a:pt x="742" y="20"/>
                </a:lnTo>
                <a:lnTo>
                  <a:pt x="744" y="20"/>
                </a:lnTo>
                <a:lnTo>
                  <a:pt x="745" y="20"/>
                </a:lnTo>
                <a:lnTo>
                  <a:pt x="745" y="21"/>
                </a:lnTo>
                <a:lnTo>
                  <a:pt x="746" y="21"/>
                </a:lnTo>
                <a:lnTo>
                  <a:pt x="747" y="21"/>
                </a:lnTo>
                <a:lnTo>
                  <a:pt x="748" y="21"/>
                </a:lnTo>
                <a:lnTo>
                  <a:pt x="749" y="21"/>
                </a:lnTo>
                <a:lnTo>
                  <a:pt x="750" y="21"/>
                </a:lnTo>
                <a:lnTo>
                  <a:pt x="750" y="20"/>
                </a:lnTo>
                <a:lnTo>
                  <a:pt x="749" y="20"/>
                </a:lnTo>
                <a:lnTo>
                  <a:pt x="749" y="19"/>
                </a:lnTo>
                <a:lnTo>
                  <a:pt x="748" y="19"/>
                </a:lnTo>
                <a:lnTo>
                  <a:pt x="749" y="16"/>
                </a:lnTo>
                <a:lnTo>
                  <a:pt x="750" y="16"/>
                </a:lnTo>
                <a:lnTo>
                  <a:pt x="750" y="15"/>
                </a:lnTo>
                <a:lnTo>
                  <a:pt x="750" y="14"/>
                </a:lnTo>
                <a:lnTo>
                  <a:pt x="751" y="14"/>
                </a:lnTo>
                <a:lnTo>
                  <a:pt x="752" y="14"/>
                </a:lnTo>
                <a:lnTo>
                  <a:pt x="752" y="13"/>
                </a:lnTo>
                <a:lnTo>
                  <a:pt x="753" y="13"/>
                </a:lnTo>
                <a:lnTo>
                  <a:pt x="755" y="13"/>
                </a:lnTo>
                <a:lnTo>
                  <a:pt x="755" y="12"/>
                </a:lnTo>
                <a:lnTo>
                  <a:pt x="756" y="12"/>
                </a:lnTo>
                <a:lnTo>
                  <a:pt x="757" y="13"/>
                </a:lnTo>
                <a:lnTo>
                  <a:pt x="757" y="14"/>
                </a:lnTo>
                <a:lnTo>
                  <a:pt x="758" y="15"/>
                </a:lnTo>
                <a:lnTo>
                  <a:pt x="759" y="15"/>
                </a:lnTo>
                <a:lnTo>
                  <a:pt x="759" y="16"/>
                </a:lnTo>
                <a:lnTo>
                  <a:pt x="760" y="16"/>
                </a:lnTo>
                <a:lnTo>
                  <a:pt x="762" y="16"/>
                </a:lnTo>
                <a:lnTo>
                  <a:pt x="762" y="15"/>
                </a:lnTo>
                <a:lnTo>
                  <a:pt x="763" y="15"/>
                </a:lnTo>
                <a:lnTo>
                  <a:pt x="764" y="14"/>
                </a:lnTo>
                <a:lnTo>
                  <a:pt x="764" y="13"/>
                </a:lnTo>
                <a:lnTo>
                  <a:pt x="764" y="12"/>
                </a:lnTo>
                <a:lnTo>
                  <a:pt x="764" y="11"/>
                </a:lnTo>
                <a:lnTo>
                  <a:pt x="765" y="11"/>
                </a:lnTo>
                <a:lnTo>
                  <a:pt x="765" y="12"/>
                </a:lnTo>
                <a:lnTo>
                  <a:pt x="765" y="13"/>
                </a:lnTo>
                <a:lnTo>
                  <a:pt x="766" y="13"/>
                </a:lnTo>
                <a:lnTo>
                  <a:pt x="767" y="13"/>
                </a:lnTo>
                <a:lnTo>
                  <a:pt x="768" y="14"/>
                </a:lnTo>
                <a:lnTo>
                  <a:pt x="769" y="14"/>
                </a:lnTo>
                <a:lnTo>
                  <a:pt x="769" y="13"/>
                </a:lnTo>
                <a:lnTo>
                  <a:pt x="770" y="13"/>
                </a:lnTo>
                <a:lnTo>
                  <a:pt x="771" y="14"/>
                </a:lnTo>
                <a:lnTo>
                  <a:pt x="772" y="15"/>
                </a:lnTo>
                <a:lnTo>
                  <a:pt x="773" y="15"/>
                </a:lnTo>
                <a:lnTo>
                  <a:pt x="773" y="17"/>
                </a:lnTo>
                <a:lnTo>
                  <a:pt x="774" y="17"/>
                </a:lnTo>
                <a:lnTo>
                  <a:pt x="775" y="18"/>
                </a:lnTo>
                <a:lnTo>
                  <a:pt x="775" y="19"/>
                </a:lnTo>
                <a:lnTo>
                  <a:pt x="775" y="21"/>
                </a:lnTo>
                <a:lnTo>
                  <a:pt x="776" y="22"/>
                </a:lnTo>
                <a:lnTo>
                  <a:pt x="777" y="22"/>
                </a:lnTo>
                <a:lnTo>
                  <a:pt x="777" y="23"/>
                </a:lnTo>
                <a:lnTo>
                  <a:pt x="777" y="24"/>
                </a:lnTo>
                <a:lnTo>
                  <a:pt x="778" y="25"/>
                </a:lnTo>
                <a:lnTo>
                  <a:pt x="779" y="26"/>
                </a:lnTo>
                <a:lnTo>
                  <a:pt x="780" y="26"/>
                </a:lnTo>
                <a:lnTo>
                  <a:pt x="781" y="26"/>
                </a:lnTo>
                <a:lnTo>
                  <a:pt x="782" y="26"/>
                </a:lnTo>
                <a:lnTo>
                  <a:pt x="783" y="26"/>
                </a:lnTo>
                <a:lnTo>
                  <a:pt x="783" y="28"/>
                </a:lnTo>
                <a:lnTo>
                  <a:pt x="783" y="29"/>
                </a:lnTo>
                <a:lnTo>
                  <a:pt x="783" y="30"/>
                </a:lnTo>
                <a:lnTo>
                  <a:pt x="782" y="30"/>
                </a:lnTo>
                <a:lnTo>
                  <a:pt x="782" y="32"/>
                </a:lnTo>
                <a:lnTo>
                  <a:pt x="782" y="33"/>
                </a:lnTo>
                <a:lnTo>
                  <a:pt x="783" y="33"/>
                </a:lnTo>
                <a:lnTo>
                  <a:pt x="784" y="33"/>
                </a:lnTo>
                <a:lnTo>
                  <a:pt x="784" y="34"/>
                </a:lnTo>
                <a:lnTo>
                  <a:pt x="785" y="35"/>
                </a:lnTo>
                <a:lnTo>
                  <a:pt x="786" y="35"/>
                </a:lnTo>
                <a:lnTo>
                  <a:pt x="787" y="35"/>
                </a:lnTo>
                <a:lnTo>
                  <a:pt x="788" y="35"/>
                </a:lnTo>
                <a:lnTo>
                  <a:pt x="788" y="34"/>
                </a:lnTo>
                <a:lnTo>
                  <a:pt x="789" y="34"/>
                </a:lnTo>
                <a:lnTo>
                  <a:pt x="789" y="35"/>
                </a:lnTo>
                <a:lnTo>
                  <a:pt x="790" y="35"/>
                </a:lnTo>
                <a:lnTo>
                  <a:pt x="790" y="34"/>
                </a:lnTo>
                <a:lnTo>
                  <a:pt x="793" y="33"/>
                </a:lnTo>
                <a:lnTo>
                  <a:pt x="793" y="32"/>
                </a:lnTo>
                <a:lnTo>
                  <a:pt x="794" y="31"/>
                </a:lnTo>
                <a:lnTo>
                  <a:pt x="794" y="29"/>
                </a:lnTo>
                <a:lnTo>
                  <a:pt x="795" y="29"/>
                </a:lnTo>
                <a:lnTo>
                  <a:pt x="795" y="28"/>
                </a:lnTo>
                <a:lnTo>
                  <a:pt x="794" y="28"/>
                </a:lnTo>
                <a:lnTo>
                  <a:pt x="794" y="27"/>
                </a:lnTo>
                <a:lnTo>
                  <a:pt x="794" y="26"/>
                </a:lnTo>
                <a:lnTo>
                  <a:pt x="794" y="25"/>
                </a:lnTo>
                <a:lnTo>
                  <a:pt x="795" y="25"/>
                </a:lnTo>
                <a:lnTo>
                  <a:pt x="796" y="25"/>
                </a:lnTo>
                <a:lnTo>
                  <a:pt x="797" y="25"/>
                </a:lnTo>
                <a:lnTo>
                  <a:pt x="798" y="23"/>
                </a:lnTo>
                <a:lnTo>
                  <a:pt x="798" y="22"/>
                </a:lnTo>
                <a:lnTo>
                  <a:pt x="798" y="21"/>
                </a:lnTo>
                <a:lnTo>
                  <a:pt x="798" y="20"/>
                </a:lnTo>
                <a:lnTo>
                  <a:pt x="798" y="19"/>
                </a:lnTo>
                <a:lnTo>
                  <a:pt x="799" y="19"/>
                </a:lnTo>
                <a:lnTo>
                  <a:pt x="799" y="20"/>
                </a:lnTo>
                <a:lnTo>
                  <a:pt x="799" y="21"/>
                </a:lnTo>
                <a:lnTo>
                  <a:pt x="799" y="22"/>
                </a:lnTo>
                <a:lnTo>
                  <a:pt x="800" y="23"/>
                </a:lnTo>
                <a:lnTo>
                  <a:pt x="801" y="23"/>
                </a:lnTo>
                <a:lnTo>
                  <a:pt x="802" y="23"/>
                </a:lnTo>
                <a:lnTo>
                  <a:pt x="803" y="22"/>
                </a:lnTo>
                <a:lnTo>
                  <a:pt x="803" y="21"/>
                </a:lnTo>
                <a:lnTo>
                  <a:pt x="804" y="20"/>
                </a:lnTo>
                <a:lnTo>
                  <a:pt x="805" y="20"/>
                </a:lnTo>
                <a:lnTo>
                  <a:pt x="806" y="21"/>
                </a:lnTo>
                <a:lnTo>
                  <a:pt x="806" y="20"/>
                </a:lnTo>
                <a:lnTo>
                  <a:pt x="806" y="19"/>
                </a:lnTo>
                <a:lnTo>
                  <a:pt x="806" y="18"/>
                </a:lnTo>
                <a:lnTo>
                  <a:pt x="805" y="17"/>
                </a:lnTo>
                <a:lnTo>
                  <a:pt x="805" y="16"/>
                </a:lnTo>
                <a:lnTo>
                  <a:pt x="806" y="15"/>
                </a:lnTo>
                <a:lnTo>
                  <a:pt x="806" y="14"/>
                </a:lnTo>
                <a:lnTo>
                  <a:pt x="807" y="15"/>
                </a:lnTo>
                <a:lnTo>
                  <a:pt x="808" y="16"/>
                </a:lnTo>
                <a:lnTo>
                  <a:pt x="809" y="16"/>
                </a:lnTo>
                <a:lnTo>
                  <a:pt x="809" y="17"/>
                </a:lnTo>
                <a:lnTo>
                  <a:pt x="809" y="18"/>
                </a:lnTo>
                <a:lnTo>
                  <a:pt x="809" y="19"/>
                </a:lnTo>
                <a:lnTo>
                  <a:pt x="810" y="19"/>
                </a:lnTo>
                <a:lnTo>
                  <a:pt x="811" y="19"/>
                </a:lnTo>
                <a:lnTo>
                  <a:pt x="811" y="20"/>
                </a:lnTo>
                <a:lnTo>
                  <a:pt x="811" y="21"/>
                </a:lnTo>
                <a:lnTo>
                  <a:pt x="812" y="22"/>
                </a:lnTo>
                <a:lnTo>
                  <a:pt x="812" y="23"/>
                </a:lnTo>
                <a:lnTo>
                  <a:pt x="813" y="23"/>
                </a:lnTo>
                <a:lnTo>
                  <a:pt x="812" y="23"/>
                </a:lnTo>
                <a:lnTo>
                  <a:pt x="812" y="25"/>
                </a:lnTo>
                <a:lnTo>
                  <a:pt x="812" y="26"/>
                </a:lnTo>
                <a:lnTo>
                  <a:pt x="811" y="27"/>
                </a:lnTo>
                <a:lnTo>
                  <a:pt x="811" y="28"/>
                </a:lnTo>
                <a:lnTo>
                  <a:pt x="811" y="29"/>
                </a:lnTo>
                <a:lnTo>
                  <a:pt x="811" y="30"/>
                </a:lnTo>
                <a:lnTo>
                  <a:pt x="810" y="31"/>
                </a:lnTo>
                <a:lnTo>
                  <a:pt x="809" y="33"/>
                </a:lnTo>
                <a:lnTo>
                  <a:pt x="809" y="34"/>
                </a:lnTo>
                <a:lnTo>
                  <a:pt x="809" y="35"/>
                </a:lnTo>
                <a:lnTo>
                  <a:pt x="808" y="36"/>
                </a:lnTo>
                <a:lnTo>
                  <a:pt x="808" y="37"/>
                </a:lnTo>
                <a:lnTo>
                  <a:pt x="808" y="38"/>
                </a:lnTo>
                <a:lnTo>
                  <a:pt x="808" y="39"/>
                </a:lnTo>
                <a:lnTo>
                  <a:pt x="808" y="41"/>
                </a:lnTo>
                <a:lnTo>
                  <a:pt x="808" y="42"/>
                </a:lnTo>
                <a:lnTo>
                  <a:pt x="808" y="43"/>
                </a:lnTo>
                <a:lnTo>
                  <a:pt x="808" y="44"/>
                </a:lnTo>
                <a:lnTo>
                  <a:pt x="808" y="45"/>
                </a:lnTo>
                <a:lnTo>
                  <a:pt x="808" y="46"/>
                </a:lnTo>
                <a:lnTo>
                  <a:pt x="808" y="48"/>
                </a:lnTo>
                <a:lnTo>
                  <a:pt x="809" y="49"/>
                </a:lnTo>
                <a:lnTo>
                  <a:pt x="808" y="49"/>
                </a:lnTo>
                <a:lnTo>
                  <a:pt x="807" y="49"/>
                </a:lnTo>
                <a:lnTo>
                  <a:pt x="807" y="50"/>
                </a:lnTo>
                <a:lnTo>
                  <a:pt x="806" y="50"/>
                </a:lnTo>
                <a:lnTo>
                  <a:pt x="805" y="49"/>
                </a:lnTo>
                <a:lnTo>
                  <a:pt x="804" y="50"/>
                </a:lnTo>
                <a:lnTo>
                  <a:pt x="803" y="51"/>
                </a:lnTo>
                <a:lnTo>
                  <a:pt x="803" y="52"/>
                </a:lnTo>
                <a:lnTo>
                  <a:pt x="803" y="53"/>
                </a:lnTo>
                <a:lnTo>
                  <a:pt x="802" y="53"/>
                </a:lnTo>
                <a:lnTo>
                  <a:pt x="801" y="53"/>
                </a:lnTo>
                <a:lnTo>
                  <a:pt x="801" y="54"/>
                </a:lnTo>
                <a:lnTo>
                  <a:pt x="800" y="56"/>
                </a:lnTo>
                <a:lnTo>
                  <a:pt x="800" y="57"/>
                </a:lnTo>
                <a:lnTo>
                  <a:pt x="799" y="57"/>
                </a:lnTo>
                <a:lnTo>
                  <a:pt x="798" y="57"/>
                </a:lnTo>
                <a:lnTo>
                  <a:pt x="796" y="57"/>
                </a:lnTo>
                <a:lnTo>
                  <a:pt x="795" y="57"/>
                </a:lnTo>
                <a:lnTo>
                  <a:pt x="795" y="59"/>
                </a:lnTo>
                <a:lnTo>
                  <a:pt x="795" y="61"/>
                </a:lnTo>
                <a:lnTo>
                  <a:pt x="796" y="61"/>
                </a:lnTo>
                <a:lnTo>
                  <a:pt x="796" y="62"/>
                </a:lnTo>
                <a:lnTo>
                  <a:pt x="795" y="63"/>
                </a:lnTo>
                <a:lnTo>
                  <a:pt x="795" y="64"/>
                </a:lnTo>
                <a:lnTo>
                  <a:pt x="795" y="65"/>
                </a:lnTo>
                <a:lnTo>
                  <a:pt x="796" y="66"/>
                </a:lnTo>
                <a:lnTo>
                  <a:pt x="797" y="67"/>
                </a:lnTo>
                <a:lnTo>
                  <a:pt x="798" y="73"/>
                </a:lnTo>
                <a:lnTo>
                  <a:pt x="797" y="77"/>
                </a:lnTo>
                <a:lnTo>
                  <a:pt x="797" y="79"/>
                </a:lnTo>
                <a:lnTo>
                  <a:pt x="796" y="79"/>
                </a:lnTo>
                <a:lnTo>
                  <a:pt x="795" y="79"/>
                </a:lnTo>
                <a:lnTo>
                  <a:pt x="794" y="79"/>
                </a:lnTo>
                <a:lnTo>
                  <a:pt x="794" y="81"/>
                </a:lnTo>
                <a:lnTo>
                  <a:pt x="796" y="81"/>
                </a:lnTo>
                <a:lnTo>
                  <a:pt x="796" y="83"/>
                </a:lnTo>
                <a:lnTo>
                  <a:pt x="796" y="84"/>
                </a:lnTo>
                <a:lnTo>
                  <a:pt x="796" y="85"/>
                </a:lnTo>
                <a:lnTo>
                  <a:pt x="795" y="86"/>
                </a:lnTo>
                <a:lnTo>
                  <a:pt x="796" y="88"/>
                </a:lnTo>
                <a:lnTo>
                  <a:pt x="795" y="89"/>
                </a:lnTo>
                <a:lnTo>
                  <a:pt x="795" y="90"/>
                </a:lnTo>
                <a:lnTo>
                  <a:pt x="794" y="90"/>
                </a:lnTo>
                <a:lnTo>
                  <a:pt x="794" y="93"/>
                </a:lnTo>
                <a:lnTo>
                  <a:pt x="795" y="93"/>
                </a:lnTo>
                <a:lnTo>
                  <a:pt x="795" y="95"/>
                </a:lnTo>
                <a:lnTo>
                  <a:pt x="794" y="95"/>
                </a:lnTo>
                <a:lnTo>
                  <a:pt x="795" y="95"/>
                </a:lnTo>
                <a:lnTo>
                  <a:pt x="797" y="96"/>
                </a:lnTo>
                <a:lnTo>
                  <a:pt x="798" y="97"/>
                </a:lnTo>
                <a:lnTo>
                  <a:pt x="798" y="98"/>
                </a:lnTo>
                <a:lnTo>
                  <a:pt x="799" y="98"/>
                </a:lnTo>
                <a:lnTo>
                  <a:pt x="800" y="97"/>
                </a:lnTo>
                <a:lnTo>
                  <a:pt x="800" y="96"/>
                </a:lnTo>
                <a:lnTo>
                  <a:pt x="801" y="96"/>
                </a:lnTo>
                <a:lnTo>
                  <a:pt x="801" y="95"/>
                </a:lnTo>
                <a:lnTo>
                  <a:pt x="803" y="94"/>
                </a:lnTo>
                <a:lnTo>
                  <a:pt x="803" y="93"/>
                </a:lnTo>
                <a:lnTo>
                  <a:pt x="804" y="93"/>
                </a:lnTo>
                <a:lnTo>
                  <a:pt x="804" y="92"/>
                </a:lnTo>
                <a:lnTo>
                  <a:pt x="805" y="92"/>
                </a:lnTo>
                <a:lnTo>
                  <a:pt x="805" y="91"/>
                </a:lnTo>
                <a:lnTo>
                  <a:pt x="806" y="91"/>
                </a:lnTo>
                <a:lnTo>
                  <a:pt x="806" y="90"/>
                </a:lnTo>
                <a:lnTo>
                  <a:pt x="806" y="89"/>
                </a:lnTo>
                <a:lnTo>
                  <a:pt x="807" y="89"/>
                </a:lnTo>
                <a:lnTo>
                  <a:pt x="809" y="84"/>
                </a:lnTo>
                <a:lnTo>
                  <a:pt x="812" y="80"/>
                </a:lnTo>
                <a:lnTo>
                  <a:pt x="812" y="79"/>
                </a:lnTo>
                <a:lnTo>
                  <a:pt x="813" y="79"/>
                </a:lnTo>
                <a:lnTo>
                  <a:pt x="814" y="78"/>
                </a:lnTo>
                <a:lnTo>
                  <a:pt x="815" y="77"/>
                </a:lnTo>
                <a:lnTo>
                  <a:pt x="816" y="77"/>
                </a:lnTo>
                <a:lnTo>
                  <a:pt x="817" y="76"/>
                </a:lnTo>
                <a:lnTo>
                  <a:pt x="817" y="75"/>
                </a:lnTo>
                <a:lnTo>
                  <a:pt x="818" y="75"/>
                </a:lnTo>
                <a:lnTo>
                  <a:pt x="818" y="74"/>
                </a:lnTo>
                <a:lnTo>
                  <a:pt x="819" y="74"/>
                </a:lnTo>
                <a:lnTo>
                  <a:pt x="820" y="73"/>
                </a:lnTo>
                <a:lnTo>
                  <a:pt x="821" y="72"/>
                </a:lnTo>
                <a:lnTo>
                  <a:pt x="822" y="72"/>
                </a:lnTo>
                <a:lnTo>
                  <a:pt x="823" y="72"/>
                </a:lnTo>
                <a:lnTo>
                  <a:pt x="824" y="72"/>
                </a:lnTo>
                <a:lnTo>
                  <a:pt x="826" y="71"/>
                </a:lnTo>
                <a:lnTo>
                  <a:pt x="827" y="71"/>
                </a:lnTo>
                <a:lnTo>
                  <a:pt x="829" y="69"/>
                </a:lnTo>
                <a:lnTo>
                  <a:pt x="830" y="68"/>
                </a:lnTo>
                <a:lnTo>
                  <a:pt x="830" y="67"/>
                </a:lnTo>
                <a:lnTo>
                  <a:pt x="831" y="66"/>
                </a:lnTo>
                <a:lnTo>
                  <a:pt x="832" y="65"/>
                </a:lnTo>
                <a:lnTo>
                  <a:pt x="833" y="65"/>
                </a:lnTo>
                <a:lnTo>
                  <a:pt x="833" y="64"/>
                </a:lnTo>
                <a:lnTo>
                  <a:pt x="834" y="64"/>
                </a:lnTo>
                <a:lnTo>
                  <a:pt x="835" y="64"/>
                </a:lnTo>
                <a:lnTo>
                  <a:pt x="836" y="63"/>
                </a:lnTo>
                <a:lnTo>
                  <a:pt x="838" y="63"/>
                </a:lnTo>
                <a:lnTo>
                  <a:pt x="839" y="63"/>
                </a:lnTo>
                <a:lnTo>
                  <a:pt x="842" y="64"/>
                </a:lnTo>
                <a:lnTo>
                  <a:pt x="843" y="64"/>
                </a:lnTo>
                <a:lnTo>
                  <a:pt x="843" y="63"/>
                </a:lnTo>
                <a:lnTo>
                  <a:pt x="843" y="62"/>
                </a:lnTo>
                <a:lnTo>
                  <a:pt x="844" y="62"/>
                </a:lnTo>
                <a:lnTo>
                  <a:pt x="844" y="61"/>
                </a:lnTo>
                <a:lnTo>
                  <a:pt x="845" y="60"/>
                </a:lnTo>
                <a:lnTo>
                  <a:pt x="846" y="60"/>
                </a:lnTo>
                <a:lnTo>
                  <a:pt x="847" y="60"/>
                </a:lnTo>
                <a:lnTo>
                  <a:pt x="848" y="59"/>
                </a:lnTo>
                <a:lnTo>
                  <a:pt x="848" y="58"/>
                </a:lnTo>
                <a:lnTo>
                  <a:pt x="848" y="57"/>
                </a:lnTo>
                <a:lnTo>
                  <a:pt x="849" y="56"/>
                </a:lnTo>
                <a:lnTo>
                  <a:pt x="849" y="55"/>
                </a:lnTo>
                <a:lnTo>
                  <a:pt x="849" y="54"/>
                </a:lnTo>
                <a:lnTo>
                  <a:pt x="850" y="54"/>
                </a:lnTo>
                <a:lnTo>
                  <a:pt x="850" y="53"/>
                </a:lnTo>
                <a:lnTo>
                  <a:pt x="852" y="53"/>
                </a:lnTo>
                <a:lnTo>
                  <a:pt x="853" y="52"/>
                </a:lnTo>
                <a:lnTo>
                  <a:pt x="855" y="52"/>
                </a:lnTo>
                <a:lnTo>
                  <a:pt x="856" y="53"/>
                </a:lnTo>
                <a:lnTo>
                  <a:pt x="860" y="51"/>
                </a:lnTo>
                <a:lnTo>
                  <a:pt x="862" y="51"/>
                </a:lnTo>
                <a:lnTo>
                  <a:pt x="862" y="50"/>
                </a:lnTo>
                <a:lnTo>
                  <a:pt x="863" y="48"/>
                </a:lnTo>
                <a:lnTo>
                  <a:pt x="863" y="47"/>
                </a:lnTo>
                <a:lnTo>
                  <a:pt x="863" y="46"/>
                </a:lnTo>
                <a:lnTo>
                  <a:pt x="863" y="45"/>
                </a:lnTo>
                <a:lnTo>
                  <a:pt x="864" y="45"/>
                </a:lnTo>
                <a:lnTo>
                  <a:pt x="864" y="44"/>
                </a:lnTo>
                <a:lnTo>
                  <a:pt x="865" y="44"/>
                </a:lnTo>
                <a:lnTo>
                  <a:pt x="866" y="43"/>
                </a:lnTo>
                <a:lnTo>
                  <a:pt x="868" y="42"/>
                </a:lnTo>
                <a:lnTo>
                  <a:pt x="869" y="42"/>
                </a:lnTo>
                <a:lnTo>
                  <a:pt x="870" y="42"/>
                </a:lnTo>
                <a:lnTo>
                  <a:pt x="871" y="42"/>
                </a:lnTo>
                <a:lnTo>
                  <a:pt x="871" y="41"/>
                </a:lnTo>
                <a:lnTo>
                  <a:pt x="872" y="41"/>
                </a:lnTo>
                <a:lnTo>
                  <a:pt x="873" y="42"/>
                </a:lnTo>
                <a:lnTo>
                  <a:pt x="873" y="43"/>
                </a:lnTo>
                <a:lnTo>
                  <a:pt x="874" y="43"/>
                </a:lnTo>
                <a:lnTo>
                  <a:pt x="875" y="43"/>
                </a:lnTo>
                <a:lnTo>
                  <a:pt x="876" y="43"/>
                </a:lnTo>
                <a:lnTo>
                  <a:pt x="876" y="42"/>
                </a:lnTo>
                <a:lnTo>
                  <a:pt x="876" y="41"/>
                </a:lnTo>
                <a:lnTo>
                  <a:pt x="876" y="40"/>
                </a:lnTo>
                <a:lnTo>
                  <a:pt x="877" y="40"/>
                </a:lnTo>
                <a:lnTo>
                  <a:pt x="879" y="39"/>
                </a:lnTo>
                <a:lnTo>
                  <a:pt x="879" y="38"/>
                </a:lnTo>
                <a:lnTo>
                  <a:pt x="880" y="38"/>
                </a:lnTo>
                <a:lnTo>
                  <a:pt x="880" y="37"/>
                </a:lnTo>
                <a:lnTo>
                  <a:pt x="881" y="37"/>
                </a:lnTo>
                <a:lnTo>
                  <a:pt x="882" y="37"/>
                </a:lnTo>
                <a:lnTo>
                  <a:pt x="883" y="38"/>
                </a:lnTo>
                <a:lnTo>
                  <a:pt x="884" y="38"/>
                </a:lnTo>
                <a:lnTo>
                  <a:pt x="885" y="38"/>
                </a:lnTo>
                <a:lnTo>
                  <a:pt x="885" y="37"/>
                </a:lnTo>
                <a:lnTo>
                  <a:pt x="887" y="35"/>
                </a:lnTo>
                <a:lnTo>
                  <a:pt x="888" y="35"/>
                </a:lnTo>
                <a:lnTo>
                  <a:pt x="890" y="34"/>
                </a:lnTo>
                <a:lnTo>
                  <a:pt x="891" y="33"/>
                </a:lnTo>
                <a:lnTo>
                  <a:pt x="893" y="32"/>
                </a:lnTo>
                <a:lnTo>
                  <a:pt x="894" y="32"/>
                </a:lnTo>
                <a:lnTo>
                  <a:pt x="895" y="32"/>
                </a:lnTo>
                <a:lnTo>
                  <a:pt x="896" y="32"/>
                </a:lnTo>
                <a:lnTo>
                  <a:pt x="896" y="31"/>
                </a:lnTo>
                <a:lnTo>
                  <a:pt x="897" y="30"/>
                </a:lnTo>
                <a:lnTo>
                  <a:pt x="898" y="29"/>
                </a:lnTo>
                <a:lnTo>
                  <a:pt x="899" y="29"/>
                </a:lnTo>
                <a:lnTo>
                  <a:pt x="899" y="28"/>
                </a:lnTo>
                <a:lnTo>
                  <a:pt x="900" y="27"/>
                </a:lnTo>
                <a:lnTo>
                  <a:pt x="900" y="26"/>
                </a:lnTo>
                <a:lnTo>
                  <a:pt x="901" y="26"/>
                </a:lnTo>
                <a:lnTo>
                  <a:pt x="901" y="25"/>
                </a:lnTo>
                <a:lnTo>
                  <a:pt x="902" y="25"/>
                </a:lnTo>
                <a:lnTo>
                  <a:pt x="902" y="24"/>
                </a:lnTo>
                <a:lnTo>
                  <a:pt x="902" y="23"/>
                </a:lnTo>
                <a:lnTo>
                  <a:pt x="903" y="22"/>
                </a:lnTo>
                <a:lnTo>
                  <a:pt x="904" y="19"/>
                </a:lnTo>
                <a:lnTo>
                  <a:pt x="905" y="18"/>
                </a:lnTo>
                <a:lnTo>
                  <a:pt x="906" y="18"/>
                </a:lnTo>
                <a:lnTo>
                  <a:pt x="907" y="18"/>
                </a:lnTo>
                <a:lnTo>
                  <a:pt x="908" y="17"/>
                </a:lnTo>
                <a:lnTo>
                  <a:pt x="909" y="17"/>
                </a:lnTo>
                <a:lnTo>
                  <a:pt x="910" y="17"/>
                </a:lnTo>
                <a:lnTo>
                  <a:pt x="911" y="16"/>
                </a:lnTo>
                <a:lnTo>
                  <a:pt x="912" y="16"/>
                </a:lnTo>
                <a:lnTo>
                  <a:pt x="912" y="17"/>
                </a:lnTo>
                <a:lnTo>
                  <a:pt x="912" y="18"/>
                </a:lnTo>
                <a:lnTo>
                  <a:pt x="912" y="20"/>
                </a:lnTo>
                <a:lnTo>
                  <a:pt x="911" y="21"/>
                </a:lnTo>
                <a:lnTo>
                  <a:pt x="911" y="22"/>
                </a:lnTo>
                <a:lnTo>
                  <a:pt x="911" y="23"/>
                </a:lnTo>
                <a:lnTo>
                  <a:pt x="910" y="23"/>
                </a:lnTo>
                <a:lnTo>
                  <a:pt x="910" y="24"/>
                </a:lnTo>
                <a:lnTo>
                  <a:pt x="911" y="25"/>
                </a:lnTo>
                <a:lnTo>
                  <a:pt x="911" y="26"/>
                </a:lnTo>
                <a:lnTo>
                  <a:pt x="910" y="26"/>
                </a:lnTo>
                <a:lnTo>
                  <a:pt x="910" y="27"/>
                </a:lnTo>
                <a:lnTo>
                  <a:pt x="910" y="28"/>
                </a:lnTo>
                <a:lnTo>
                  <a:pt x="912" y="28"/>
                </a:lnTo>
                <a:lnTo>
                  <a:pt x="911" y="28"/>
                </a:lnTo>
                <a:lnTo>
                  <a:pt x="910" y="28"/>
                </a:lnTo>
                <a:lnTo>
                  <a:pt x="909" y="28"/>
                </a:lnTo>
                <a:lnTo>
                  <a:pt x="910" y="29"/>
                </a:lnTo>
                <a:lnTo>
                  <a:pt x="910" y="30"/>
                </a:lnTo>
                <a:lnTo>
                  <a:pt x="910" y="31"/>
                </a:lnTo>
                <a:lnTo>
                  <a:pt x="910" y="33"/>
                </a:lnTo>
                <a:lnTo>
                  <a:pt x="910" y="34"/>
                </a:lnTo>
                <a:lnTo>
                  <a:pt x="909" y="34"/>
                </a:lnTo>
                <a:lnTo>
                  <a:pt x="908" y="34"/>
                </a:lnTo>
                <a:lnTo>
                  <a:pt x="907" y="36"/>
                </a:lnTo>
                <a:lnTo>
                  <a:pt x="907" y="37"/>
                </a:lnTo>
                <a:lnTo>
                  <a:pt x="907" y="40"/>
                </a:lnTo>
                <a:lnTo>
                  <a:pt x="907" y="44"/>
                </a:lnTo>
                <a:lnTo>
                  <a:pt x="907" y="46"/>
                </a:lnTo>
                <a:lnTo>
                  <a:pt x="906" y="47"/>
                </a:lnTo>
                <a:lnTo>
                  <a:pt x="904" y="48"/>
                </a:lnTo>
                <a:lnTo>
                  <a:pt x="903" y="48"/>
                </a:lnTo>
                <a:lnTo>
                  <a:pt x="902" y="47"/>
                </a:lnTo>
                <a:lnTo>
                  <a:pt x="900" y="47"/>
                </a:lnTo>
                <a:lnTo>
                  <a:pt x="898" y="47"/>
                </a:lnTo>
                <a:lnTo>
                  <a:pt x="895" y="47"/>
                </a:lnTo>
                <a:lnTo>
                  <a:pt x="893" y="48"/>
                </a:lnTo>
                <a:lnTo>
                  <a:pt x="891" y="49"/>
                </a:lnTo>
                <a:lnTo>
                  <a:pt x="890" y="49"/>
                </a:lnTo>
                <a:lnTo>
                  <a:pt x="889" y="49"/>
                </a:lnTo>
                <a:lnTo>
                  <a:pt x="886" y="50"/>
                </a:lnTo>
                <a:lnTo>
                  <a:pt x="885" y="51"/>
                </a:lnTo>
                <a:lnTo>
                  <a:pt x="885" y="52"/>
                </a:lnTo>
                <a:lnTo>
                  <a:pt x="884" y="54"/>
                </a:lnTo>
                <a:lnTo>
                  <a:pt x="885" y="55"/>
                </a:lnTo>
                <a:lnTo>
                  <a:pt x="885" y="56"/>
                </a:lnTo>
                <a:lnTo>
                  <a:pt x="885" y="57"/>
                </a:lnTo>
                <a:lnTo>
                  <a:pt x="885" y="58"/>
                </a:lnTo>
                <a:lnTo>
                  <a:pt x="884" y="58"/>
                </a:lnTo>
                <a:lnTo>
                  <a:pt x="884" y="59"/>
                </a:lnTo>
                <a:lnTo>
                  <a:pt x="883" y="59"/>
                </a:lnTo>
                <a:lnTo>
                  <a:pt x="882" y="59"/>
                </a:lnTo>
                <a:lnTo>
                  <a:pt x="881" y="59"/>
                </a:lnTo>
                <a:lnTo>
                  <a:pt x="880" y="60"/>
                </a:lnTo>
                <a:lnTo>
                  <a:pt x="879" y="61"/>
                </a:lnTo>
                <a:lnTo>
                  <a:pt x="880" y="62"/>
                </a:lnTo>
                <a:lnTo>
                  <a:pt x="881" y="62"/>
                </a:lnTo>
                <a:lnTo>
                  <a:pt x="882" y="62"/>
                </a:lnTo>
                <a:lnTo>
                  <a:pt x="883" y="64"/>
                </a:lnTo>
                <a:lnTo>
                  <a:pt x="882" y="65"/>
                </a:lnTo>
                <a:lnTo>
                  <a:pt x="882" y="68"/>
                </a:lnTo>
                <a:lnTo>
                  <a:pt x="881" y="70"/>
                </a:lnTo>
                <a:lnTo>
                  <a:pt x="881" y="72"/>
                </a:lnTo>
                <a:lnTo>
                  <a:pt x="881" y="73"/>
                </a:lnTo>
                <a:lnTo>
                  <a:pt x="881" y="72"/>
                </a:lnTo>
                <a:lnTo>
                  <a:pt x="881" y="69"/>
                </a:lnTo>
                <a:lnTo>
                  <a:pt x="880" y="70"/>
                </a:lnTo>
                <a:lnTo>
                  <a:pt x="879" y="71"/>
                </a:lnTo>
                <a:lnTo>
                  <a:pt x="879" y="72"/>
                </a:lnTo>
                <a:lnTo>
                  <a:pt x="879" y="73"/>
                </a:lnTo>
                <a:lnTo>
                  <a:pt x="877" y="73"/>
                </a:lnTo>
                <a:lnTo>
                  <a:pt x="876" y="73"/>
                </a:lnTo>
                <a:lnTo>
                  <a:pt x="876" y="74"/>
                </a:lnTo>
                <a:lnTo>
                  <a:pt x="876" y="75"/>
                </a:lnTo>
                <a:lnTo>
                  <a:pt x="875" y="75"/>
                </a:lnTo>
                <a:lnTo>
                  <a:pt x="873" y="75"/>
                </a:lnTo>
                <a:lnTo>
                  <a:pt x="873" y="76"/>
                </a:lnTo>
                <a:lnTo>
                  <a:pt x="872" y="76"/>
                </a:lnTo>
                <a:lnTo>
                  <a:pt x="872" y="77"/>
                </a:lnTo>
                <a:lnTo>
                  <a:pt x="871" y="77"/>
                </a:lnTo>
                <a:lnTo>
                  <a:pt x="871" y="76"/>
                </a:lnTo>
                <a:lnTo>
                  <a:pt x="865" y="75"/>
                </a:lnTo>
                <a:lnTo>
                  <a:pt x="864" y="76"/>
                </a:lnTo>
                <a:lnTo>
                  <a:pt x="864" y="77"/>
                </a:lnTo>
                <a:lnTo>
                  <a:pt x="863" y="79"/>
                </a:lnTo>
                <a:lnTo>
                  <a:pt x="862" y="80"/>
                </a:lnTo>
                <a:lnTo>
                  <a:pt x="859" y="80"/>
                </a:lnTo>
                <a:lnTo>
                  <a:pt x="859" y="81"/>
                </a:lnTo>
                <a:lnTo>
                  <a:pt x="858" y="84"/>
                </a:lnTo>
                <a:lnTo>
                  <a:pt x="857" y="87"/>
                </a:lnTo>
                <a:lnTo>
                  <a:pt x="856" y="87"/>
                </a:lnTo>
                <a:lnTo>
                  <a:pt x="855" y="86"/>
                </a:lnTo>
                <a:lnTo>
                  <a:pt x="855" y="89"/>
                </a:lnTo>
                <a:lnTo>
                  <a:pt x="854" y="90"/>
                </a:lnTo>
                <a:lnTo>
                  <a:pt x="854" y="91"/>
                </a:lnTo>
                <a:lnTo>
                  <a:pt x="854" y="92"/>
                </a:lnTo>
                <a:lnTo>
                  <a:pt x="855" y="94"/>
                </a:lnTo>
                <a:lnTo>
                  <a:pt x="854" y="97"/>
                </a:lnTo>
                <a:lnTo>
                  <a:pt x="852" y="98"/>
                </a:lnTo>
                <a:lnTo>
                  <a:pt x="851" y="98"/>
                </a:lnTo>
                <a:lnTo>
                  <a:pt x="850" y="98"/>
                </a:lnTo>
                <a:lnTo>
                  <a:pt x="848" y="99"/>
                </a:lnTo>
                <a:lnTo>
                  <a:pt x="846" y="100"/>
                </a:lnTo>
                <a:lnTo>
                  <a:pt x="843" y="102"/>
                </a:lnTo>
                <a:lnTo>
                  <a:pt x="840" y="102"/>
                </a:lnTo>
                <a:lnTo>
                  <a:pt x="839" y="102"/>
                </a:lnTo>
                <a:lnTo>
                  <a:pt x="838" y="102"/>
                </a:lnTo>
                <a:lnTo>
                  <a:pt x="838" y="103"/>
                </a:lnTo>
                <a:lnTo>
                  <a:pt x="838" y="104"/>
                </a:lnTo>
                <a:lnTo>
                  <a:pt x="837" y="104"/>
                </a:lnTo>
                <a:lnTo>
                  <a:pt x="833" y="103"/>
                </a:lnTo>
                <a:lnTo>
                  <a:pt x="832" y="105"/>
                </a:lnTo>
                <a:lnTo>
                  <a:pt x="831" y="105"/>
                </a:lnTo>
                <a:lnTo>
                  <a:pt x="828" y="105"/>
                </a:lnTo>
                <a:lnTo>
                  <a:pt x="825" y="106"/>
                </a:lnTo>
                <a:lnTo>
                  <a:pt x="825" y="107"/>
                </a:lnTo>
                <a:lnTo>
                  <a:pt x="825" y="108"/>
                </a:lnTo>
                <a:lnTo>
                  <a:pt x="824" y="109"/>
                </a:lnTo>
                <a:lnTo>
                  <a:pt x="823" y="110"/>
                </a:lnTo>
                <a:lnTo>
                  <a:pt x="821" y="112"/>
                </a:lnTo>
                <a:lnTo>
                  <a:pt x="821" y="113"/>
                </a:lnTo>
                <a:lnTo>
                  <a:pt x="820" y="118"/>
                </a:lnTo>
                <a:lnTo>
                  <a:pt x="819" y="118"/>
                </a:lnTo>
                <a:lnTo>
                  <a:pt x="818" y="119"/>
                </a:lnTo>
                <a:lnTo>
                  <a:pt x="819" y="120"/>
                </a:lnTo>
                <a:lnTo>
                  <a:pt x="819" y="121"/>
                </a:lnTo>
                <a:lnTo>
                  <a:pt x="818" y="121"/>
                </a:lnTo>
                <a:lnTo>
                  <a:pt x="817" y="121"/>
                </a:lnTo>
                <a:lnTo>
                  <a:pt x="816" y="122"/>
                </a:lnTo>
                <a:lnTo>
                  <a:pt x="815" y="122"/>
                </a:lnTo>
                <a:lnTo>
                  <a:pt x="814" y="122"/>
                </a:lnTo>
                <a:lnTo>
                  <a:pt x="813" y="122"/>
                </a:lnTo>
                <a:lnTo>
                  <a:pt x="814" y="123"/>
                </a:lnTo>
                <a:lnTo>
                  <a:pt x="815" y="123"/>
                </a:lnTo>
                <a:lnTo>
                  <a:pt x="816" y="123"/>
                </a:lnTo>
                <a:lnTo>
                  <a:pt x="815" y="123"/>
                </a:lnTo>
                <a:lnTo>
                  <a:pt x="814" y="123"/>
                </a:lnTo>
                <a:lnTo>
                  <a:pt x="813" y="127"/>
                </a:lnTo>
                <a:lnTo>
                  <a:pt x="813" y="128"/>
                </a:lnTo>
                <a:lnTo>
                  <a:pt x="812" y="129"/>
                </a:lnTo>
                <a:lnTo>
                  <a:pt x="811" y="131"/>
                </a:lnTo>
                <a:lnTo>
                  <a:pt x="811" y="135"/>
                </a:lnTo>
                <a:lnTo>
                  <a:pt x="810" y="135"/>
                </a:lnTo>
                <a:lnTo>
                  <a:pt x="810" y="136"/>
                </a:lnTo>
                <a:lnTo>
                  <a:pt x="809" y="137"/>
                </a:lnTo>
                <a:lnTo>
                  <a:pt x="809" y="138"/>
                </a:lnTo>
                <a:lnTo>
                  <a:pt x="809" y="139"/>
                </a:lnTo>
                <a:lnTo>
                  <a:pt x="808" y="141"/>
                </a:lnTo>
                <a:lnTo>
                  <a:pt x="806" y="142"/>
                </a:lnTo>
                <a:lnTo>
                  <a:pt x="804" y="144"/>
                </a:lnTo>
                <a:lnTo>
                  <a:pt x="803" y="145"/>
                </a:lnTo>
                <a:lnTo>
                  <a:pt x="802" y="145"/>
                </a:lnTo>
                <a:lnTo>
                  <a:pt x="802" y="146"/>
                </a:lnTo>
                <a:lnTo>
                  <a:pt x="803" y="146"/>
                </a:lnTo>
                <a:lnTo>
                  <a:pt x="804" y="148"/>
                </a:lnTo>
                <a:lnTo>
                  <a:pt x="803" y="150"/>
                </a:lnTo>
                <a:lnTo>
                  <a:pt x="803" y="151"/>
                </a:lnTo>
                <a:lnTo>
                  <a:pt x="804" y="154"/>
                </a:lnTo>
                <a:lnTo>
                  <a:pt x="805" y="156"/>
                </a:lnTo>
                <a:lnTo>
                  <a:pt x="805" y="157"/>
                </a:lnTo>
                <a:lnTo>
                  <a:pt x="805" y="158"/>
                </a:lnTo>
                <a:lnTo>
                  <a:pt x="804" y="159"/>
                </a:lnTo>
                <a:lnTo>
                  <a:pt x="803" y="159"/>
                </a:lnTo>
                <a:lnTo>
                  <a:pt x="802" y="159"/>
                </a:lnTo>
                <a:lnTo>
                  <a:pt x="802" y="160"/>
                </a:lnTo>
                <a:lnTo>
                  <a:pt x="801" y="160"/>
                </a:lnTo>
                <a:lnTo>
                  <a:pt x="801" y="161"/>
                </a:lnTo>
                <a:lnTo>
                  <a:pt x="800" y="162"/>
                </a:lnTo>
                <a:lnTo>
                  <a:pt x="799" y="162"/>
                </a:lnTo>
                <a:lnTo>
                  <a:pt x="798" y="163"/>
                </a:lnTo>
                <a:lnTo>
                  <a:pt x="797" y="163"/>
                </a:lnTo>
                <a:lnTo>
                  <a:pt x="797" y="164"/>
                </a:lnTo>
                <a:lnTo>
                  <a:pt x="794" y="165"/>
                </a:lnTo>
                <a:lnTo>
                  <a:pt x="793" y="166"/>
                </a:lnTo>
                <a:lnTo>
                  <a:pt x="792" y="167"/>
                </a:lnTo>
                <a:lnTo>
                  <a:pt x="792" y="168"/>
                </a:lnTo>
                <a:lnTo>
                  <a:pt x="792" y="169"/>
                </a:lnTo>
                <a:lnTo>
                  <a:pt x="791" y="170"/>
                </a:lnTo>
                <a:lnTo>
                  <a:pt x="790" y="171"/>
                </a:lnTo>
                <a:lnTo>
                  <a:pt x="789" y="172"/>
                </a:lnTo>
                <a:lnTo>
                  <a:pt x="788" y="174"/>
                </a:lnTo>
                <a:lnTo>
                  <a:pt x="786" y="175"/>
                </a:lnTo>
                <a:lnTo>
                  <a:pt x="785" y="175"/>
                </a:lnTo>
                <a:lnTo>
                  <a:pt x="783" y="175"/>
                </a:lnTo>
                <a:lnTo>
                  <a:pt x="782" y="175"/>
                </a:lnTo>
                <a:lnTo>
                  <a:pt x="780" y="176"/>
                </a:lnTo>
                <a:lnTo>
                  <a:pt x="781" y="177"/>
                </a:lnTo>
                <a:lnTo>
                  <a:pt x="780" y="176"/>
                </a:lnTo>
                <a:lnTo>
                  <a:pt x="779" y="176"/>
                </a:lnTo>
                <a:lnTo>
                  <a:pt x="778" y="176"/>
                </a:lnTo>
                <a:lnTo>
                  <a:pt x="777" y="176"/>
                </a:lnTo>
                <a:lnTo>
                  <a:pt x="777" y="175"/>
                </a:lnTo>
                <a:lnTo>
                  <a:pt x="776" y="175"/>
                </a:lnTo>
                <a:lnTo>
                  <a:pt x="775" y="175"/>
                </a:lnTo>
                <a:lnTo>
                  <a:pt x="773" y="175"/>
                </a:lnTo>
                <a:lnTo>
                  <a:pt x="772" y="175"/>
                </a:lnTo>
                <a:lnTo>
                  <a:pt x="771" y="176"/>
                </a:lnTo>
                <a:lnTo>
                  <a:pt x="770" y="176"/>
                </a:lnTo>
                <a:lnTo>
                  <a:pt x="769" y="177"/>
                </a:lnTo>
                <a:lnTo>
                  <a:pt x="769" y="178"/>
                </a:lnTo>
                <a:lnTo>
                  <a:pt x="769" y="179"/>
                </a:lnTo>
                <a:lnTo>
                  <a:pt x="769" y="181"/>
                </a:lnTo>
                <a:lnTo>
                  <a:pt x="768" y="181"/>
                </a:lnTo>
                <a:lnTo>
                  <a:pt x="767" y="181"/>
                </a:lnTo>
                <a:lnTo>
                  <a:pt x="766" y="181"/>
                </a:lnTo>
                <a:lnTo>
                  <a:pt x="765" y="180"/>
                </a:lnTo>
                <a:lnTo>
                  <a:pt x="764" y="179"/>
                </a:lnTo>
                <a:lnTo>
                  <a:pt x="763" y="179"/>
                </a:lnTo>
                <a:lnTo>
                  <a:pt x="762" y="180"/>
                </a:lnTo>
                <a:lnTo>
                  <a:pt x="763" y="181"/>
                </a:lnTo>
                <a:lnTo>
                  <a:pt x="763" y="182"/>
                </a:lnTo>
                <a:lnTo>
                  <a:pt x="763" y="183"/>
                </a:lnTo>
                <a:lnTo>
                  <a:pt x="763" y="184"/>
                </a:lnTo>
                <a:lnTo>
                  <a:pt x="762" y="186"/>
                </a:lnTo>
                <a:lnTo>
                  <a:pt x="761" y="187"/>
                </a:lnTo>
                <a:lnTo>
                  <a:pt x="759" y="187"/>
                </a:lnTo>
                <a:lnTo>
                  <a:pt x="757" y="187"/>
                </a:lnTo>
                <a:lnTo>
                  <a:pt x="756" y="188"/>
                </a:lnTo>
                <a:lnTo>
                  <a:pt x="755" y="188"/>
                </a:lnTo>
                <a:lnTo>
                  <a:pt x="754" y="188"/>
                </a:lnTo>
                <a:lnTo>
                  <a:pt x="753" y="189"/>
                </a:lnTo>
                <a:lnTo>
                  <a:pt x="753" y="190"/>
                </a:lnTo>
                <a:lnTo>
                  <a:pt x="753" y="191"/>
                </a:lnTo>
                <a:lnTo>
                  <a:pt x="753" y="193"/>
                </a:lnTo>
                <a:lnTo>
                  <a:pt x="753" y="194"/>
                </a:lnTo>
                <a:lnTo>
                  <a:pt x="753" y="195"/>
                </a:lnTo>
                <a:lnTo>
                  <a:pt x="754" y="196"/>
                </a:lnTo>
                <a:lnTo>
                  <a:pt x="754" y="197"/>
                </a:lnTo>
                <a:lnTo>
                  <a:pt x="754" y="198"/>
                </a:lnTo>
                <a:lnTo>
                  <a:pt x="755" y="199"/>
                </a:lnTo>
                <a:lnTo>
                  <a:pt x="754" y="199"/>
                </a:lnTo>
                <a:lnTo>
                  <a:pt x="753" y="198"/>
                </a:lnTo>
                <a:lnTo>
                  <a:pt x="752" y="198"/>
                </a:lnTo>
                <a:lnTo>
                  <a:pt x="752" y="199"/>
                </a:lnTo>
                <a:lnTo>
                  <a:pt x="752" y="200"/>
                </a:lnTo>
                <a:lnTo>
                  <a:pt x="750" y="202"/>
                </a:lnTo>
                <a:lnTo>
                  <a:pt x="749" y="202"/>
                </a:lnTo>
                <a:lnTo>
                  <a:pt x="749" y="203"/>
                </a:lnTo>
                <a:lnTo>
                  <a:pt x="749" y="204"/>
                </a:lnTo>
                <a:lnTo>
                  <a:pt x="748" y="206"/>
                </a:lnTo>
                <a:lnTo>
                  <a:pt x="747" y="207"/>
                </a:lnTo>
                <a:lnTo>
                  <a:pt x="746" y="209"/>
                </a:lnTo>
                <a:lnTo>
                  <a:pt x="746" y="210"/>
                </a:lnTo>
                <a:lnTo>
                  <a:pt x="746" y="211"/>
                </a:lnTo>
                <a:lnTo>
                  <a:pt x="744" y="214"/>
                </a:lnTo>
                <a:lnTo>
                  <a:pt x="742" y="214"/>
                </a:lnTo>
                <a:lnTo>
                  <a:pt x="741" y="215"/>
                </a:lnTo>
                <a:lnTo>
                  <a:pt x="741" y="216"/>
                </a:lnTo>
                <a:lnTo>
                  <a:pt x="741" y="217"/>
                </a:lnTo>
                <a:lnTo>
                  <a:pt x="741" y="218"/>
                </a:lnTo>
                <a:lnTo>
                  <a:pt x="741" y="219"/>
                </a:lnTo>
                <a:lnTo>
                  <a:pt x="741" y="220"/>
                </a:lnTo>
                <a:lnTo>
                  <a:pt x="741" y="221"/>
                </a:lnTo>
                <a:lnTo>
                  <a:pt x="742" y="221"/>
                </a:lnTo>
                <a:lnTo>
                  <a:pt x="742" y="223"/>
                </a:lnTo>
                <a:lnTo>
                  <a:pt x="742" y="224"/>
                </a:lnTo>
                <a:lnTo>
                  <a:pt x="742" y="226"/>
                </a:lnTo>
                <a:lnTo>
                  <a:pt x="742" y="227"/>
                </a:lnTo>
                <a:lnTo>
                  <a:pt x="741" y="227"/>
                </a:lnTo>
                <a:lnTo>
                  <a:pt x="739" y="227"/>
                </a:lnTo>
                <a:lnTo>
                  <a:pt x="738" y="227"/>
                </a:lnTo>
                <a:lnTo>
                  <a:pt x="737" y="227"/>
                </a:lnTo>
                <a:lnTo>
                  <a:pt x="736" y="228"/>
                </a:lnTo>
                <a:lnTo>
                  <a:pt x="735" y="228"/>
                </a:lnTo>
                <a:lnTo>
                  <a:pt x="734" y="228"/>
                </a:lnTo>
                <a:lnTo>
                  <a:pt x="733" y="229"/>
                </a:lnTo>
                <a:lnTo>
                  <a:pt x="732" y="229"/>
                </a:lnTo>
                <a:lnTo>
                  <a:pt x="732" y="230"/>
                </a:lnTo>
                <a:lnTo>
                  <a:pt x="731" y="230"/>
                </a:lnTo>
                <a:lnTo>
                  <a:pt x="731" y="231"/>
                </a:lnTo>
                <a:lnTo>
                  <a:pt x="730" y="231"/>
                </a:lnTo>
                <a:lnTo>
                  <a:pt x="730" y="232"/>
                </a:lnTo>
                <a:lnTo>
                  <a:pt x="729" y="233"/>
                </a:lnTo>
                <a:lnTo>
                  <a:pt x="729" y="234"/>
                </a:lnTo>
                <a:lnTo>
                  <a:pt x="729" y="236"/>
                </a:lnTo>
                <a:lnTo>
                  <a:pt x="731" y="239"/>
                </a:lnTo>
                <a:lnTo>
                  <a:pt x="732" y="240"/>
                </a:lnTo>
                <a:lnTo>
                  <a:pt x="734" y="242"/>
                </a:lnTo>
                <a:lnTo>
                  <a:pt x="736" y="244"/>
                </a:lnTo>
                <a:lnTo>
                  <a:pt x="736" y="245"/>
                </a:lnTo>
                <a:lnTo>
                  <a:pt x="736" y="246"/>
                </a:lnTo>
                <a:lnTo>
                  <a:pt x="736" y="247"/>
                </a:lnTo>
                <a:lnTo>
                  <a:pt x="736" y="248"/>
                </a:lnTo>
                <a:lnTo>
                  <a:pt x="735" y="249"/>
                </a:lnTo>
                <a:lnTo>
                  <a:pt x="735" y="250"/>
                </a:lnTo>
                <a:lnTo>
                  <a:pt x="734" y="250"/>
                </a:lnTo>
                <a:lnTo>
                  <a:pt x="733" y="251"/>
                </a:lnTo>
                <a:lnTo>
                  <a:pt x="731" y="251"/>
                </a:lnTo>
                <a:lnTo>
                  <a:pt x="729" y="252"/>
                </a:lnTo>
                <a:lnTo>
                  <a:pt x="728" y="252"/>
                </a:lnTo>
                <a:lnTo>
                  <a:pt x="727" y="252"/>
                </a:lnTo>
                <a:lnTo>
                  <a:pt x="727" y="253"/>
                </a:lnTo>
                <a:lnTo>
                  <a:pt x="726" y="253"/>
                </a:lnTo>
                <a:lnTo>
                  <a:pt x="726" y="254"/>
                </a:lnTo>
                <a:lnTo>
                  <a:pt x="726" y="255"/>
                </a:lnTo>
                <a:lnTo>
                  <a:pt x="726" y="257"/>
                </a:lnTo>
                <a:lnTo>
                  <a:pt x="726" y="258"/>
                </a:lnTo>
                <a:lnTo>
                  <a:pt x="727" y="258"/>
                </a:lnTo>
                <a:lnTo>
                  <a:pt x="727" y="259"/>
                </a:lnTo>
                <a:lnTo>
                  <a:pt x="728" y="259"/>
                </a:lnTo>
                <a:lnTo>
                  <a:pt x="729" y="260"/>
                </a:lnTo>
                <a:lnTo>
                  <a:pt x="730" y="260"/>
                </a:lnTo>
                <a:lnTo>
                  <a:pt x="731" y="260"/>
                </a:lnTo>
                <a:lnTo>
                  <a:pt x="732" y="260"/>
                </a:lnTo>
                <a:lnTo>
                  <a:pt x="733" y="260"/>
                </a:lnTo>
                <a:lnTo>
                  <a:pt x="733" y="261"/>
                </a:lnTo>
                <a:lnTo>
                  <a:pt x="733" y="262"/>
                </a:lnTo>
                <a:lnTo>
                  <a:pt x="732" y="262"/>
                </a:lnTo>
                <a:lnTo>
                  <a:pt x="732" y="263"/>
                </a:lnTo>
                <a:lnTo>
                  <a:pt x="730" y="265"/>
                </a:lnTo>
                <a:lnTo>
                  <a:pt x="729" y="266"/>
                </a:lnTo>
                <a:lnTo>
                  <a:pt x="728" y="266"/>
                </a:lnTo>
                <a:lnTo>
                  <a:pt x="727" y="267"/>
                </a:lnTo>
                <a:lnTo>
                  <a:pt x="728" y="267"/>
                </a:lnTo>
                <a:lnTo>
                  <a:pt x="729" y="266"/>
                </a:lnTo>
                <a:lnTo>
                  <a:pt x="733" y="268"/>
                </a:lnTo>
                <a:lnTo>
                  <a:pt x="734" y="268"/>
                </a:lnTo>
                <a:lnTo>
                  <a:pt x="735" y="267"/>
                </a:lnTo>
                <a:lnTo>
                  <a:pt x="735" y="266"/>
                </a:lnTo>
                <a:lnTo>
                  <a:pt x="735" y="263"/>
                </a:lnTo>
                <a:lnTo>
                  <a:pt x="737" y="263"/>
                </a:lnTo>
                <a:lnTo>
                  <a:pt x="738" y="263"/>
                </a:lnTo>
                <a:lnTo>
                  <a:pt x="738" y="264"/>
                </a:lnTo>
                <a:lnTo>
                  <a:pt x="738" y="265"/>
                </a:lnTo>
                <a:lnTo>
                  <a:pt x="738" y="267"/>
                </a:lnTo>
                <a:lnTo>
                  <a:pt x="738" y="268"/>
                </a:lnTo>
                <a:lnTo>
                  <a:pt x="739" y="269"/>
                </a:lnTo>
                <a:lnTo>
                  <a:pt x="742" y="270"/>
                </a:lnTo>
                <a:lnTo>
                  <a:pt x="742" y="271"/>
                </a:lnTo>
                <a:lnTo>
                  <a:pt x="742" y="272"/>
                </a:lnTo>
                <a:lnTo>
                  <a:pt x="744" y="273"/>
                </a:lnTo>
                <a:lnTo>
                  <a:pt x="746" y="273"/>
                </a:lnTo>
                <a:lnTo>
                  <a:pt x="747" y="271"/>
                </a:lnTo>
                <a:lnTo>
                  <a:pt x="748" y="269"/>
                </a:lnTo>
                <a:lnTo>
                  <a:pt x="750" y="268"/>
                </a:lnTo>
                <a:lnTo>
                  <a:pt x="751" y="267"/>
                </a:lnTo>
                <a:lnTo>
                  <a:pt x="753" y="267"/>
                </a:lnTo>
                <a:lnTo>
                  <a:pt x="753" y="268"/>
                </a:lnTo>
                <a:lnTo>
                  <a:pt x="754" y="268"/>
                </a:lnTo>
                <a:lnTo>
                  <a:pt x="756" y="268"/>
                </a:lnTo>
                <a:lnTo>
                  <a:pt x="757" y="268"/>
                </a:lnTo>
                <a:lnTo>
                  <a:pt x="758" y="268"/>
                </a:lnTo>
                <a:lnTo>
                  <a:pt x="759" y="268"/>
                </a:lnTo>
                <a:lnTo>
                  <a:pt x="759" y="270"/>
                </a:lnTo>
                <a:lnTo>
                  <a:pt x="760" y="270"/>
                </a:lnTo>
                <a:lnTo>
                  <a:pt x="761" y="271"/>
                </a:lnTo>
                <a:lnTo>
                  <a:pt x="763" y="272"/>
                </a:lnTo>
                <a:lnTo>
                  <a:pt x="764" y="272"/>
                </a:lnTo>
                <a:lnTo>
                  <a:pt x="764" y="271"/>
                </a:lnTo>
                <a:lnTo>
                  <a:pt x="763" y="270"/>
                </a:lnTo>
                <a:lnTo>
                  <a:pt x="764" y="269"/>
                </a:lnTo>
                <a:lnTo>
                  <a:pt x="765" y="269"/>
                </a:lnTo>
                <a:lnTo>
                  <a:pt x="766" y="268"/>
                </a:lnTo>
                <a:lnTo>
                  <a:pt x="767" y="266"/>
                </a:lnTo>
                <a:lnTo>
                  <a:pt x="768" y="266"/>
                </a:lnTo>
                <a:lnTo>
                  <a:pt x="769" y="266"/>
                </a:lnTo>
                <a:lnTo>
                  <a:pt x="770" y="265"/>
                </a:lnTo>
                <a:lnTo>
                  <a:pt x="772" y="265"/>
                </a:lnTo>
                <a:lnTo>
                  <a:pt x="773" y="265"/>
                </a:lnTo>
                <a:lnTo>
                  <a:pt x="772" y="264"/>
                </a:lnTo>
                <a:lnTo>
                  <a:pt x="773" y="264"/>
                </a:lnTo>
                <a:lnTo>
                  <a:pt x="774" y="264"/>
                </a:lnTo>
                <a:lnTo>
                  <a:pt x="774" y="265"/>
                </a:lnTo>
                <a:lnTo>
                  <a:pt x="775" y="265"/>
                </a:lnTo>
                <a:lnTo>
                  <a:pt x="776" y="264"/>
                </a:lnTo>
                <a:lnTo>
                  <a:pt x="776" y="263"/>
                </a:lnTo>
                <a:lnTo>
                  <a:pt x="778" y="262"/>
                </a:lnTo>
                <a:lnTo>
                  <a:pt x="778" y="263"/>
                </a:lnTo>
                <a:lnTo>
                  <a:pt x="779" y="264"/>
                </a:lnTo>
                <a:lnTo>
                  <a:pt x="779" y="265"/>
                </a:lnTo>
                <a:lnTo>
                  <a:pt x="779" y="267"/>
                </a:lnTo>
                <a:lnTo>
                  <a:pt x="781" y="268"/>
                </a:lnTo>
                <a:lnTo>
                  <a:pt x="783" y="269"/>
                </a:lnTo>
                <a:lnTo>
                  <a:pt x="783" y="270"/>
                </a:lnTo>
                <a:lnTo>
                  <a:pt x="784" y="271"/>
                </a:lnTo>
                <a:lnTo>
                  <a:pt x="784" y="272"/>
                </a:lnTo>
                <a:lnTo>
                  <a:pt x="785" y="272"/>
                </a:lnTo>
                <a:lnTo>
                  <a:pt x="787" y="271"/>
                </a:lnTo>
                <a:lnTo>
                  <a:pt x="789" y="271"/>
                </a:lnTo>
                <a:lnTo>
                  <a:pt x="790" y="272"/>
                </a:lnTo>
                <a:lnTo>
                  <a:pt x="791" y="272"/>
                </a:lnTo>
                <a:lnTo>
                  <a:pt x="791" y="271"/>
                </a:lnTo>
                <a:lnTo>
                  <a:pt x="792" y="271"/>
                </a:lnTo>
                <a:lnTo>
                  <a:pt x="793" y="271"/>
                </a:lnTo>
                <a:lnTo>
                  <a:pt x="795" y="272"/>
                </a:lnTo>
                <a:lnTo>
                  <a:pt x="795" y="273"/>
                </a:lnTo>
                <a:lnTo>
                  <a:pt x="795" y="274"/>
                </a:lnTo>
                <a:lnTo>
                  <a:pt x="794" y="274"/>
                </a:lnTo>
                <a:lnTo>
                  <a:pt x="793" y="274"/>
                </a:lnTo>
                <a:lnTo>
                  <a:pt x="792" y="277"/>
                </a:lnTo>
                <a:lnTo>
                  <a:pt x="792" y="278"/>
                </a:lnTo>
                <a:lnTo>
                  <a:pt x="792" y="277"/>
                </a:lnTo>
                <a:lnTo>
                  <a:pt x="791" y="277"/>
                </a:lnTo>
                <a:lnTo>
                  <a:pt x="790" y="278"/>
                </a:lnTo>
                <a:lnTo>
                  <a:pt x="790" y="280"/>
                </a:lnTo>
                <a:lnTo>
                  <a:pt x="793" y="282"/>
                </a:lnTo>
                <a:lnTo>
                  <a:pt x="794" y="282"/>
                </a:lnTo>
                <a:lnTo>
                  <a:pt x="795" y="282"/>
                </a:lnTo>
                <a:lnTo>
                  <a:pt x="795" y="281"/>
                </a:lnTo>
                <a:lnTo>
                  <a:pt x="795" y="280"/>
                </a:lnTo>
                <a:lnTo>
                  <a:pt x="797" y="279"/>
                </a:lnTo>
                <a:lnTo>
                  <a:pt x="798" y="279"/>
                </a:lnTo>
                <a:lnTo>
                  <a:pt x="801" y="280"/>
                </a:lnTo>
                <a:lnTo>
                  <a:pt x="801" y="281"/>
                </a:lnTo>
                <a:lnTo>
                  <a:pt x="801" y="282"/>
                </a:lnTo>
                <a:lnTo>
                  <a:pt x="800" y="284"/>
                </a:lnTo>
                <a:lnTo>
                  <a:pt x="799" y="284"/>
                </a:lnTo>
                <a:lnTo>
                  <a:pt x="798" y="284"/>
                </a:lnTo>
                <a:lnTo>
                  <a:pt x="798" y="285"/>
                </a:lnTo>
                <a:lnTo>
                  <a:pt x="798" y="286"/>
                </a:lnTo>
                <a:lnTo>
                  <a:pt x="799" y="288"/>
                </a:lnTo>
                <a:lnTo>
                  <a:pt x="799" y="289"/>
                </a:lnTo>
                <a:lnTo>
                  <a:pt x="800" y="289"/>
                </a:lnTo>
                <a:lnTo>
                  <a:pt x="800" y="291"/>
                </a:lnTo>
                <a:lnTo>
                  <a:pt x="800" y="292"/>
                </a:lnTo>
                <a:lnTo>
                  <a:pt x="800" y="293"/>
                </a:lnTo>
                <a:lnTo>
                  <a:pt x="801" y="294"/>
                </a:lnTo>
                <a:lnTo>
                  <a:pt x="803" y="295"/>
                </a:lnTo>
                <a:lnTo>
                  <a:pt x="803" y="294"/>
                </a:lnTo>
                <a:lnTo>
                  <a:pt x="804" y="291"/>
                </a:lnTo>
                <a:lnTo>
                  <a:pt x="805" y="291"/>
                </a:lnTo>
                <a:lnTo>
                  <a:pt x="807" y="291"/>
                </a:lnTo>
                <a:lnTo>
                  <a:pt x="807" y="292"/>
                </a:lnTo>
                <a:lnTo>
                  <a:pt x="807" y="293"/>
                </a:lnTo>
                <a:lnTo>
                  <a:pt x="807" y="294"/>
                </a:lnTo>
                <a:lnTo>
                  <a:pt x="808" y="294"/>
                </a:lnTo>
                <a:lnTo>
                  <a:pt x="808" y="293"/>
                </a:lnTo>
                <a:lnTo>
                  <a:pt x="809" y="292"/>
                </a:lnTo>
                <a:lnTo>
                  <a:pt x="809" y="289"/>
                </a:lnTo>
                <a:lnTo>
                  <a:pt x="810" y="289"/>
                </a:lnTo>
                <a:lnTo>
                  <a:pt x="812" y="289"/>
                </a:lnTo>
                <a:lnTo>
                  <a:pt x="813" y="289"/>
                </a:lnTo>
                <a:lnTo>
                  <a:pt x="813" y="290"/>
                </a:lnTo>
                <a:lnTo>
                  <a:pt x="814" y="291"/>
                </a:lnTo>
                <a:lnTo>
                  <a:pt x="816" y="291"/>
                </a:lnTo>
                <a:lnTo>
                  <a:pt x="819" y="293"/>
                </a:lnTo>
                <a:lnTo>
                  <a:pt x="819" y="294"/>
                </a:lnTo>
                <a:lnTo>
                  <a:pt x="822" y="294"/>
                </a:lnTo>
                <a:lnTo>
                  <a:pt x="822" y="295"/>
                </a:lnTo>
                <a:lnTo>
                  <a:pt x="823" y="295"/>
                </a:lnTo>
                <a:lnTo>
                  <a:pt x="824" y="295"/>
                </a:lnTo>
                <a:lnTo>
                  <a:pt x="826" y="294"/>
                </a:lnTo>
                <a:lnTo>
                  <a:pt x="827" y="296"/>
                </a:lnTo>
                <a:lnTo>
                  <a:pt x="828" y="296"/>
                </a:lnTo>
                <a:lnTo>
                  <a:pt x="828" y="297"/>
                </a:lnTo>
                <a:lnTo>
                  <a:pt x="829" y="297"/>
                </a:lnTo>
                <a:lnTo>
                  <a:pt x="830" y="298"/>
                </a:lnTo>
                <a:lnTo>
                  <a:pt x="831" y="299"/>
                </a:lnTo>
                <a:lnTo>
                  <a:pt x="832" y="299"/>
                </a:lnTo>
                <a:lnTo>
                  <a:pt x="832" y="300"/>
                </a:lnTo>
                <a:lnTo>
                  <a:pt x="832" y="302"/>
                </a:lnTo>
                <a:lnTo>
                  <a:pt x="833" y="303"/>
                </a:lnTo>
                <a:lnTo>
                  <a:pt x="833" y="304"/>
                </a:lnTo>
                <a:lnTo>
                  <a:pt x="835" y="306"/>
                </a:lnTo>
                <a:lnTo>
                  <a:pt x="836" y="309"/>
                </a:lnTo>
                <a:lnTo>
                  <a:pt x="837" y="310"/>
                </a:lnTo>
                <a:lnTo>
                  <a:pt x="837" y="311"/>
                </a:lnTo>
                <a:lnTo>
                  <a:pt x="836" y="313"/>
                </a:lnTo>
                <a:lnTo>
                  <a:pt x="835" y="313"/>
                </a:lnTo>
                <a:lnTo>
                  <a:pt x="833" y="314"/>
                </a:lnTo>
                <a:lnTo>
                  <a:pt x="833" y="315"/>
                </a:lnTo>
                <a:lnTo>
                  <a:pt x="834" y="316"/>
                </a:lnTo>
                <a:lnTo>
                  <a:pt x="836" y="316"/>
                </a:lnTo>
                <a:lnTo>
                  <a:pt x="836" y="317"/>
                </a:lnTo>
                <a:lnTo>
                  <a:pt x="836" y="318"/>
                </a:lnTo>
                <a:lnTo>
                  <a:pt x="838" y="322"/>
                </a:lnTo>
                <a:lnTo>
                  <a:pt x="838" y="325"/>
                </a:lnTo>
                <a:lnTo>
                  <a:pt x="838" y="326"/>
                </a:lnTo>
                <a:lnTo>
                  <a:pt x="838" y="327"/>
                </a:lnTo>
                <a:lnTo>
                  <a:pt x="837" y="327"/>
                </a:lnTo>
                <a:lnTo>
                  <a:pt x="838" y="328"/>
                </a:lnTo>
                <a:lnTo>
                  <a:pt x="839" y="329"/>
                </a:lnTo>
                <a:lnTo>
                  <a:pt x="839" y="328"/>
                </a:lnTo>
                <a:lnTo>
                  <a:pt x="840" y="328"/>
                </a:lnTo>
                <a:lnTo>
                  <a:pt x="841" y="331"/>
                </a:lnTo>
                <a:lnTo>
                  <a:pt x="841" y="332"/>
                </a:lnTo>
                <a:lnTo>
                  <a:pt x="841" y="333"/>
                </a:lnTo>
                <a:lnTo>
                  <a:pt x="841" y="334"/>
                </a:lnTo>
                <a:lnTo>
                  <a:pt x="842" y="333"/>
                </a:lnTo>
                <a:lnTo>
                  <a:pt x="843" y="333"/>
                </a:lnTo>
                <a:lnTo>
                  <a:pt x="844" y="333"/>
                </a:lnTo>
                <a:lnTo>
                  <a:pt x="844" y="334"/>
                </a:lnTo>
                <a:lnTo>
                  <a:pt x="844" y="335"/>
                </a:lnTo>
                <a:lnTo>
                  <a:pt x="845" y="335"/>
                </a:lnTo>
                <a:lnTo>
                  <a:pt x="845" y="336"/>
                </a:lnTo>
                <a:lnTo>
                  <a:pt x="846" y="337"/>
                </a:lnTo>
                <a:lnTo>
                  <a:pt x="846" y="338"/>
                </a:lnTo>
                <a:lnTo>
                  <a:pt x="847" y="338"/>
                </a:lnTo>
                <a:lnTo>
                  <a:pt x="847" y="339"/>
                </a:lnTo>
                <a:lnTo>
                  <a:pt x="848" y="340"/>
                </a:lnTo>
                <a:lnTo>
                  <a:pt x="849" y="341"/>
                </a:lnTo>
                <a:lnTo>
                  <a:pt x="850" y="342"/>
                </a:lnTo>
                <a:lnTo>
                  <a:pt x="851" y="343"/>
                </a:lnTo>
                <a:lnTo>
                  <a:pt x="852" y="343"/>
                </a:lnTo>
                <a:lnTo>
                  <a:pt x="853" y="344"/>
                </a:lnTo>
                <a:lnTo>
                  <a:pt x="854" y="344"/>
                </a:lnTo>
                <a:lnTo>
                  <a:pt x="855" y="344"/>
                </a:lnTo>
                <a:lnTo>
                  <a:pt x="857" y="344"/>
                </a:lnTo>
                <a:lnTo>
                  <a:pt x="857" y="345"/>
                </a:lnTo>
                <a:lnTo>
                  <a:pt x="859" y="345"/>
                </a:lnTo>
                <a:lnTo>
                  <a:pt x="859" y="344"/>
                </a:lnTo>
                <a:lnTo>
                  <a:pt x="861" y="344"/>
                </a:lnTo>
                <a:lnTo>
                  <a:pt x="862" y="344"/>
                </a:lnTo>
                <a:lnTo>
                  <a:pt x="863" y="344"/>
                </a:lnTo>
                <a:lnTo>
                  <a:pt x="864" y="344"/>
                </a:lnTo>
                <a:lnTo>
                  <a:pt x="865" y="344"/>
                </a:lnTo>
                <a:lnTo>
                  <a:pt x="866" y="344"/>
                </a:lnTo>
                <a:lnTo>
                  <a:pt x="867" y="344"/>
                </a:lnTo>
                <a:lnTo>
                  <a:pt x="867" y="343"/>
                </a:lnTo>
                <a:lnTo>
                  <a:pt x="868" y="343"/>
                </a:lnTo>
                <a:lnTo>
                  <a:pt x="869" y="343"/>
                </a:lnTo>
                <a:lnTo>
                  <a:pt x="870" y="343"/>
                </a:lnTo>
                <a:lnTo>
                  <a:pt x="871" y="343"/>
                </a:lnTo>
                <a:lnTo>
                  <a:pt x="872" y="343"/>
                </a:lnTo>
                <a:lnTo>
                  <a:pt x="872" y="344"/>
                </a:lnTo>
                <a:lnTo>
                  <a:pt x="873" y="344"/>
                </a:lnTo>
                <a:lnTo>
                  <a:pt x="874" y="344"/>
                </a:lnTo>
                <a:lnTo>
                  <a:pt x="875" y="345"/>
                </a:lnTo>
                <a:lnTo>
                  <a:pt x="877" y="346"/>
                </a:lnTo>
                <a:lnTo>
                  <a:pt x="879" y="346"/>
                </a:lnTo>
                <a:lnTo>
                  <a:pt x="880" y="345"/>
                </a:lnTo>
                <a:lnTo>
                  <a:pt x="881" y="344"/>
                </a:lnTo>
                <a:lnTo>
                  <a:pt x="881" y="343"/>
                </a:lnTo>
                <a:lnTo>
                  <a:pt x="881" y="342"/>
                </a:lnTo>
                <a:lnTo>
                  <a:pt x="881" y="341"/>
                </a:lnTo>
                <a:lnTo>
                  <a:pt x="881" y="340"/>
                </a:lnTo>
                <a:lnTo>
                  <a:pt x="880" y="338"/>
                </a:lnTo>
                <a:lnTo>
                  <a:pt x="880" y="337"/>
                </a:lnTo>
                <a:lnTo>
                  <a:pt x="881" y="337"/>
                </a:lnTo>
                <a:lnTo>
                  <a:pt x="881" y="336"/>
                </a:lnTo>
                <a:lnTo>
                  <a:pt x="882" y="336"/>
                </a:lnTo>
                <a:lnTo>
                  <a:pt x="883" y="336"/>
                </a:lnTo>
                <a:lnTo>
                  <a:pt x="883" y="337"/>
                </a:lnTo>
                <a:lnTo>
                  <a:pt x="884" y="337"/>
                </a:lnTo>
                <a:lnTo>
                  <a:pt x="884" y="338"/>
                </a:lnTo>
                <a:lnTo>
                  <a:pt x="885" y="338"/>
                </a:lnTo>
                <a:lnTo>
                  <a:pt x="886" y="338"/>
                </a:lnTo>
                <a:lnTo>
                  <a:pt x="887" y="338"/>
                </a:lnTo>
                <a:lnTo>
                  <a:pt x="888" y="338"/>
                </a:lnTo>
                <a:lnTo>
                  <a:pt x="889" y="338"/>
                </a:lnTo>
                <a:lnTo>
                  <a:pt x="891" y="338"/>
                </a:lnTo>
                <a:lnTo>
                  <a:pt x="892" y="338"/>
                </a:lnTo>
                <a:lnTo>
                  <a:pt x="893" y="338"/>
                </a:lnTo>
                <a:lnTo>
                  <a:pt x="894" y="338"/>
                </a:lnTo>
                <a:lnTo>
                  <a:pt x="894" y="339"/>
                </a:lnTo>
                <a:lnTo>
                  <a:pt x="895" y="339"/>
                </a:lnTo>
                <a:lnTo>
                  <a:pt x="896" y="339"/>
                </a:lnTo>
                <a:lnTo>
                  <a:pt x="897" y="339"/>
                </a:lnTo>
                <a:lnTo>
                  <a:pt x="898" y="339"/>
                </a:lnTo>
                <a:lnTo>
                  <a:pt x="898" y="340"/>
                </a:lnTo>
                <a:lnTo>
                  <a:pt x="898" y="341"/>
                </a:lnTo>
                <a:lnTo>
                  <a:pt x="899" y="341"/>
                </a:lnTo>
                <a:lnTo>
                  <a:pt x="901" y="341"/>
                </a:lnTo>
                <a:lnTo>
                  <a:pt x="901" y="342"/>
                </a:lnTo>
                <a:lnTo>
                  <a:pt x="902" y="342"/>
                </a:lnTo>
                <a:lnTo>
                  <a:pt x="902" y="343"/>
                </a:lnTo>
                <a:lnTo>
                  <a:pt x="903" y="343"/>
                </a:lnTo>
                <a:lnTo>
                  <a:pt x="905" y="342"/>
                </a:lnTo>
                <a:lnTo>
                  <a:pt x="906" y="341"/>
                </a:lnTo>
                <a:lnTo>
                  <a:pt x="911" y="340"/>
                </a:lnTo>
                <a:lnTo>
                  <a:pt x="914" y="339"/>
                </a:lnTo>
                <a:lnTo>
                  <a:pt x="919" y="337"/>
                </a:lnTo>
                <a:lnTo>
                  <a:pt x="920" y="337"/>
                </a:lnTo>
                <a:lnTo>
                  <a:pt x="922" y="336"/>
                </a:lnTo>
                <a:lnTo>
                  <a:pt x="925" y="336"/>
                </a:lnTo>
                <a:lnTo>
                  <a:pt x="926" y="335"/>
                </a:lnTo>
                <a:lnTo>
                  <a:pt x="927" y="335"/>
                </a:lnTo>
                <a:lnTo>
                  <a:pt x="928" y="335"/>
                </a:lnTo>
                <a:lnTo>
                  <a:pt x="928" y="334"/>
                </a:lnTo>
                <a:lnTo>
                  <a:pt x="928" y="333"/>
                </a:lnTo>
                <a:lnTo>
                  <a:pt x="928" y="332"/>
                </a:lnTo>
                <a:lnTo>
                  <a:pt x="928" y="331"/>
                </a:lnTo>
                <a:lnTo>
                  <a:pt x="928" y="330"/>
                </a:lnTo>
                <a:lnTo>
                  <a:pt x="928" y="329"/>
                </a:lnTo>
                <a:lnTo>
                  <a:pt x="929" y="329"/>
                </a:lnTo>
                <a:lnTo>
                  <a:pt x="929" y="328"/>
                </a:lnTo>
                <a:lnTo>
                  <a:pt x="930" y="328"/>
                </a:lnTo>
                <a:lnTo>
                  <a:pt x="932" y="328"/>
                </a:lnTo>
                <a:lnTo>
                  <a:pt x="932" y="329"/>
                </a:lnTo>
                <a:lnTo>
                  <a:pt x="933" y="329"/>
                </a:lnTo>
                <a:lnTo>
                  <a:pt x="938" y="331"/>
                </a:lnTo>
                <a:lnTo>
                  <a:pt x="939" y="331"/>
                </a:lnTo>
                <a:lnTo>
                  <a:pt x="940" y="331"/>
                </a:lnTo>
                <a:lnTo>
                  <a:pt x="940" y="330"/>
                </a:lnTo>
                <a:lnTo>
                  <a:pt x="942" y="330"/>
                </a:lnTo>
                <a:lnTo>
                  <a:pt x="944" y="330"/>
                </a:lnTo>
                <a:lnTo>
                  <a:pt x="945" y="330"/>
                </a:lnTo>
                <a:lnTo>
                  <a:pt x="946" y="330"/>
                </a:lnTo>
                <a:lnTo>
                  <a:pt x="947" y="330"/>
                </a:lnTo>
                <a:lnTo>
                  <a:pt x="948" y="330"/>
                </a:lnTo>
                <a:lnTo>
                  <a:pt x="948" y="331"/>
                </a:lnTo>
                <a:lnTo>
                  <a:pt x="950" y="332"/>
                </a:lnTo>
                <a:lnTo>
                  <a:pt x="952" y="333"/>
                </a:lnTo>
                <a:lnTo>
                  <a:pt x="954" y="336"/>
                </a:lnTo>
                <a:lnTo>
                  <a:pt x="954" y="337"/>
                </a:lnTo>
                <a:lnTo>
                  <a:pt x="955" y="337"/>
                </a:lnTo>
                <a:lnTo>
                  <a:pt x="956" y="337"/>
                </a:lnTo>
                <a:lnTo>
                  <a:pt x="957" y="337"/>
                </a:lnTo>
                <a:lnTo>
                  <a:pt x="957" y="336"/>
                </a:lnTo>
                <a:lnTo>
                  <a:pt x="959" y="335"/>
                </a:lnTo>
                <a:lnTo>
                  <a:pt x="962" y="334"/>
                </a:lnTo>
                <a:lnTo>
                  <a:pt x="964" y="333"/>
                </a:lnTo>
                <a:lnTo>
                  <a:pt x="964" y="334"/>
                </a:lnTo>
                <a:lnTo>
                  <a:pt x="964" y="335"/>
                </a:lnTo>
                <a:lnTo>
                  <a:pt x="964" y="338"/>
                </a:lnTo>
                <a:lnTo>
                  <a:pt x="964" y="340"/>
                </a:lnTo>
                <a:lnTo>
                  <a:pt x="964" y="342"/>
                </a:lnTo>
                <a:lnTo>
                  <a:pt x="965" y="343"/>
                </a:lnTo>
                <a:lnTo>
                  <a:pt x="967" y="345"/>
                </a:lnTo>
                <a:lnTo>
                  <a:pt x="967" y="346"/>
                </a:lnTo>
                <a:lnTo>
                  <a:pt x="966" y="347"/>
                </a:lnTo>
                <a:lnTo>
                  <a:pt x="965" y="347"/>
                </a:lnTo>
                <a:lnTo>
                  <a:pt x="964" y="347"/>
                </a:lnTo>
                <a:lnTo>
                  <a:pt x="963" y="350"/>
                </a:lnTo>
                <a:lnTo>
                  <a:pt x="963" y="351"/>
                </a:lnTo>
                <a:lnTo>
                  <a:pt x="962" y="353"/>
                </a:lnTo>
                <a:lnTo>
                  <a:pt x="962" y="354"/>
                </a:lnTo>
                <a:lnTo>
                  <a:pt x="961" y="354"/>
                </a:lnTo>
                <a:lnTo>
                  <a:pt x="961" y="355"/>
                </a:lnTo>
                <a:lnTo>
                  <a:pt x="961" y="356"/>
                </a:lnTo>
                <a:lnTo>
                  <a:pt x="961" y="357"/>
                </a:lnTo>
                <a:lnTo>
                  <a:pt x="960" y="357"/>
                </a:lnTo>
                <a:lnTo>
                  <a:pt x="960" y="359"/>
                </a:lnTo>
                <a:lnTo>
                  <a:pt x="961" y="359"/>
                </a:lnTo>
                <a:lnTo>
                  <a:pt x="962" y="359"/>
                </a:lnTo>
                <a:lnTo>
                  <a:pt x="962" y="360"/>
                </a:lnTo>
                <a:lnTo>
                  <a:pt x="963" y="360"/>
                </a:lnTo>
                <a:lnTo>
                  <a:pt x="964" y="360"/>
                </a:lnTo>
                <a:lnTo>
                  <a:pt x="965" y="361"/>
                </a:lnTo>
                <a:lnTo>
                  <a:pt x="965" y="362"/>
                </a:lnTo>
                <a:lnTo>
                  <a:pt x="965" y="363"/>
                </a:lnTo>
                <a:lnTo>
                  <a:pt x="964" y="363"/>
                </a:lnTo>
                <a:lnTo>
                  <a:pt x="964" y="364"/>
                </a:lnTo>
                <a:lnTo>
                  <a:pt x="965" y="364"/>
                </a:lnTo>
                <a:lnTo>
                  <a:pt x="967" y="364"/>
                </a:lnTo>
                <a:lnTo>
                  <a:pt x="968" y="366"/>
                </a:lnTo>
                <a:lnTo>
                  <a:pt x="969" y="365"/>
                </a:lnTo>
                <a:lnTo>
                  <a:pt x="971" y="367"/>
                </a:lnTo>
                <a:lnTo>
                  <a:pt x="971" y="368"/>
                </a:lnTo>
                <a:lnTo>
                  <a:pt x="970" y="368"/>
                </a:lnTo>
                <a:lnTo>
                  <a:pt x="969" y="370"/>
                </a:lnTo>
                <a:lnTo>
                  <a:pt x="969" y="371"/>
                </a:lnTo>
                <a:lnTo>
                  <a:pt x="969" y="372"/>
                </a:lnTo>
                <a:lnTo>
                  <a:pt x="970" y="372"/>
                </a:lnTo>
                <a:lnTo>
                  <a:pt x="971" y="373"/>
                </a:lnTo>
                <a:lnTo>
                  <a:pt x="974" y="373"/>
                </a:lnTo>
                <a:lnTo>
                  <a:pt x="975" y="373"/>
                </a:lnTo>
                <a:lnTo>
                  <a:pt x="976" y="373"/>
                </a:lnTo>
                <a:lnTo>
                  <a:pt x="977" y="372"/>
                </a:lnTo>
                <a:lnTo>
                  <a:pt x="978" y="372"/>
                </a:lnTo>
                <a:lnTo>
                  <a:pt x="980" y="373"/>
                </a:lnTo>
                <a:lnTo>
                  <a:pt x="981" y="374"/>
                </a:lnTo>
                <a:lnTo>
                  <a:pt x="981" y="375"/>
                </a:lnTo>
                <a:lnTo>
                  <a:pt x="982" y="375"/>
                </a:lnTo>
                <a:lnTo>
                  <a:pt x="983" y="376"/>
                </a:lnTo>
                <a:lnTo>
                  <a:pt x="983" y="375"/>
                </a:lnTo>
                <a:lnTo>
                  <a:pt x="984" y="375"/>
                </a:lnTo>
                <a:lnTo>
                  <a:pt x="985" y="375"/>
                </a:lnTo>
                <a:lnTo>
                  <a:pt x="985" y="376"/>
                </a:lnTo>
                <a:lnTo>
                  <a:pt x="985" y="377"/>
                </a:lnTo>
                <a:lnTo>
                  <a:pt x="986" y="378"/>
                </a:lnTo>
                <a:lnTo>
                  <a:pt x="987" y="380"/>
                </a:lnTo>
                <a:lnTo>
                  <a:pt x="988" y="380"/>
                </a:lnTo>
                <a:lnTo>
                  <a:pt x="988" y="379"/>
                </a:lnTo>
                <a:lnTo>
                  <a:pt x="990" y="379"/>
                </a:lnTo>
                <a:lnTo>
                  <a:pt x="991" y="380"/>
                </a:lnTo>
                <a:lnTo>
                  <a:pt x="992" y="381"/>
                </a:lnTo>
                <a:lnTo>
                  <a:pt x="994" y="381"/>
                </a:lnTo>
                <a:lnTo>
                  <a:pt x="995" y="381"/>
                </a:lnTo>
                <a:lnTo>
                  <a:pt x="996" y="382"/>
                </a:lnTo>
                <a:lnTo>
                  <a:pt x="997" y="383"/>
                </a:lnTo>
                <a:lnTo>
                  <a:pt x="998" y="384"/>
                </a:lnTo>
                <a:lnTo>
                  <a:pt x="999" y="386"/>
                </a:lnTo>
                <a:lnTo>
                  <a:pt x="999" y="387"/>
                </a:lnTo>
                <a:lnTo>
                  <a:pt x="999" y="388"/>
                </a:lnTo>
                <a:lnTo>
                  <a:pt x="998" y="390"/>
                </a:lnTo>
                <a:lnTo>
                  <a:pt x="998" y="391"/>
                </a:lnTo>
                <a:lnTo>
                  <a:pt x="998" y="392"/>
                </a:lnTo>
                <a:lnTo>
                  <a:pt x="999" y="392"/>
                </a:lnTo>
                <a:lnTo>
                  <a:pt x="1000" y="392"/>
                </a:lnTo>
                <a:lnTo>
                  <a:pt x="1000" y="391"/>
                </a:lnTo>
                <a:lnTo>
                  <a:pt x="1001" y="391"/>
                </a:lnTo>
                <a:lnTo>
                  <a:pt x="1002" y="391"/>
                </a:lnTo>
                <a:lnTo>
                  <a:pt x="1003" y="390"/>
                </a:lnTo>
                <a:lnTo>
                  <a:pt x="1005" y="390"/>
                </a:lnTo>
                <a:lnTo>
                  <a:pt x="1006" y="391"/>
                </a:lnTo>
                <a:lnTo>
                  <a:pt x="1007" y="391"/>
                </a:lnTo>
                <a:lnTo>
                  <a:pt x="1010" y="391"/>
                </a:lnTo>
                <a:lnTo>
                  <a:pt x="1009" y="390"/>
                </a:lnTo>
                <a:lnTo>
                  <a:pt x="1009" y="389"/>
                </a:lnTo>
                <a:lnTo>
                  <a:pt x="1009" y="388"/>
                </a:lnTo>
                <a:lnTo>
                  <a:pt x="1010" y="388"/>
                </a:lnTo>
                <a:lnTo>
                  <a:pt x="1010" y="387"/>
                </a:lnTo>
                <a:lnTo>
                  <a:pt x="1011" y="387"/>
                </a:lnTo>
                <a:lnTo>
                  <a:pt x="1012" y="387"/>
                </a:lnTo>
                <a:lnTo>
                  <a:pt x="1013" y="387"/>
                </a:lnTo>
                <a:lnTo>
                  <a:pt x="1012" y="387"/>
                </a:lnTo>
                <a:lnTo>
                  <a:pt x="1012" y="388"/>
                </a:lnTo>
                <a:lnTo>
                  <a:pt x="1013" y="390"/>
                </a:lnTo>
                <a:lnTo>
                  <a:pt x="1015" y="390"/>
                </a:lnTo>
                <a:lnTo>
                  <a:pt x="1017" y="390"/>
                </a:lnTo>
                <a:lnTo>
                  <a:pt x="1017" y="389"/>
                </a:lnTo>
                <a:lnTo>
                  <a:pt x="1019" y="385"/>
                </a:lnTo>
                <a:lnTo>
                  <a:pt x="1020" y="384"/>
                </a:lnTo>
                <a:lnTo>
                  <a:pt x="1022" y="384"/>
                </a:lnTo>
                <a:lnTo>
                  <a:pt x="1023" y="384"/>
                </a:lnTo>
                <a:lnTo>
                  <a:pt x="1024" y="384"/>
                </a:lnTo>
                <a:lnTo>
                  <a:pt x="1024" y="385"/>
                </a:lnTo>
                <a:lnTo>
                  <a:pt x="1025" y="385"/>
                </a:lnTo>
                <a:lnTo>
                  <a:pt x="1027" y="384"/>
                </a:lnTo>
                <a:lnTo>
                  <a:pt x="1029" y="384"/>
                </a:lnTo>
                <a:lnTo>
                  <a:pt x="1030" y="385"/>
                </a:lnTo>
                <a:lnTo>
                  <a:pt x="1031" y="385"/>
                </a:lnTo>
                <a:lnTo>
                  <a:pt x="1031" y="386"/>
                </a:lnTo>
                <a:lnTo>
                  <a:pt x="1032" y="386"/>
                </a:lnTo>
                <a:lnTo>
                  <a:pt x="1035" y="387"/>
                </a:lnTo>
                <a:lnTo>
                  <a:pt x="1034" y="387"/>
                </a:lnTo>
                <a:lnTo>
                  <a:pt x="1034" y="389"/>
                </a:lnTo>
                <a:lnTo>
                  <a:pt x="1034" y="390"/>
                </a:lnTo>
                <a:lnTo>
                  <a:pt x="1033" y="391"/>
                </a:lnTo>
                <a:lnTo>
                  <a:pt x="1033" y="392"/>
                </a:lnTo>
                <a:lnTo>
                  <a:pt x="1032" y="392"/>
                </a:lnTo>
                <a:lnTo>
                  <a:pt x="1031" y="393"/>
                </a:lnTo>
                <a:lnTo>
                  <a:pt x="1031" y="394"/>
                </a:lnTo>
                <a:lnTo>
                  <a:pt x="1030" y="394"/>
                </a:lnTo>
                <a:lnTo>
                  <a:pt x="1029" y="394"/>
                </a:lnTo>
                <a:lnTo>
                  <a:pt x="1029" y="395"/>
                </a:lnTo>
                <a:lnTo>
                  <a:pt x="1029" y="396"/>
                </a:lnTo>
                <a:lnTo>
                  <a:pt x="1029" y="397"/>
                </a:lnTo>
                <a:lnTo>
                  <a:pt x="1029" y="398"/>
                </a:lnTo>
                <a:lnTo>
                  <a:pt x="1029" y="399"/>
                </a:lnTo>
                <a:lnTo>
                  <a:pt x="1029" y="402"/>
                </a:lnTo>
                <a:lnTo>
                  <a:pt x="1030" y="404"/>
                </a:lnTo>
                <a:lnTo>
                  <a:pt x="1031" y="405"/>
                </a:lnTo>
                <a:lnTo>
                  <a:pt x="1032" y="406"/>
                </a:lnTo>
                <a:lnTo>
                  <a:pt x="1032" y="405"/>
                </a:lnTo>
                <a:lnTo>
                  <a:pt x="1033" y="405"/>
                </a:lnTo>
                <a:lnTo>
                  <a:pt x="1033" y="406"/>
                </a:lnTo>
                <a:lnTo>
                  <a:pt x="1033" y="407"/>
                </a:lnTo>
                <a:lnTo>
                  <a:pt x="1033" y="408"/>
                </a:lnTo>
                <a:lnTo>
                  <a:pt x="1034" y="408"/>
                </a:lnTo>
                <a:lnTo>
                  <a:pt x="1034" y="409"/>
                </a:lnTo>
                <a:lnTo>
                  <a:pt x="1033" y="409"/>
                </a:lnTo>
                <a:lnTo>
                  <a:pt x="1032" y="410"/>
                </a:lnTo>
                <a:lnTo>
                  <a:pt x="1032" y="409"/>
                </a:lnTo>
                <a:lnTo>
                  <a:pt x="1031" y="411"/>
                </a:lnTo>
                <a:lnTo>
                  <a:pt x="1030" y="415"/>
                </a:lnTo>
                <a:lnTo>
                  <a:pt x="1030" y="420"/>
                </a:lnTo>
                <a:lnTo>
                  <a:pt x="1031" y="422"/>
                </a:lnTo>
                <a:lnTo>
                  <a:pt x="1031" y="423"/>
                </a:lnTo>
                <a:lnTo>
                  <a:pt x="1031" y="424"/>
                </a:lnTo>
                <a:lnTo>
                  <a:pt x="1032" y="424"/>
                </a:lnTo>
                <a:lnTo>
                  <a:pt x="1033" y="424"/>
                </a:lnTo>
                <a:lnTo>
                  <a:pt x="1034" y="424"/>
                </a:lnTo>
                <a:lnTo>
                  <a:pt x="1036" y="426"/>
                </a:lnTo>
                <a:lnTo>
                  <a:pt x="1036" y="427"/>
                </a:lnTo>
                <a:lnTo>
                  <a:pt x="1036" y="428"/>
                </a:lnTo>
                <a:lnTo>
                  <a:pt x="1037" y="429"/>
                </a:lnTo>
                <a:lnTo>
                  <a:pt x="1038" y="430"/>
                </a:lnTo>
                <a:lnTo>
                  <a:pt x="1039" y="431"/>
                </a:lnTo>
                <a:lnTo>
                  <a:pt x="1039" y="432"/>
                </a:lnTo>
                <a:lnTo>
                  <a:pt x="1040" y="433"/>
                </a:lnTo>
                <a:lnTo>
                  <a:pt x="1040" y="434"/>
                </a:lnTo>
                <a:lnTo>
                  <a:pt x="1041" y="434"/>
                </a:lnTo>
                <a:lnTo>
                  <a:pt x="1041" y="435"/>
                </a:lnTo>
                <a:lnTo>
                  <a:pt x="1042" y="435"/>
                </a:lnTo>
                <a:lnTo>
                  <a:pt x="1043" y="436"/>
                </a:lnTo>
                <a:lnTo>
                  <a:pt x="1043" y="437"/>
                </a:lnTo>
                <a:lnTo>
                  <a:pt x="1044" y="438"/>
                </a:lnTo>
                <a:lnTo>
                  <a:pt x="1044" y="439"/>
                </a:lnTo>
                <a:lnTo>
                  <a:pt x="1044" y="440"/>
                </a:lnTo>
                <a:lnTo>
                  <a:pt x="1044" y="441"/>
                </a:lnTo>
                <a:lnTo>
                  <a:pt x="1045" y="441"/>
                </a:lnTo>
                <a:lnTo>
                  <a:pt x="1045" y="442"/>
                </a:lnTo>
                <a:lnTo>
                  <a:pt x="1045" y="443"/>
                </a:lnTo>
                <a:lnTo>
                  <a:pt x="1046" y="444"/>
                </a:lnTo>
                <a:lnTo>
                  <a:pt x="1047" y="444"/>
                </a:lnTo>
                <a:lnTo>
                  <a:pt x="1048" y="446"/>
                </a:lnTo>
                <a:lnTo>
                  <a:pt x="1051" y="447"/>
                </a:lnTo>
                <a:lnTo>
                  <a:pt x="1052" y="447"/>
                </a:lnTo>
                <a:lnTo>
                  <a:pt x="1053" y="447"/>
                </a:lnTo>
                <a:lnTo>
                  <a:pt x="1053" y="448"/>
                </a:lnTo>
                <a:lnTo>
                  <a:pt x="1054" y="448"/>
                </a:lnTo>
                <a:lnTo>
                  <a:pt x="1054" y="449"/>
                </a:lnTo>
                <a:lnTo>
                  <a:pt x="1054" y="450"/>
                </a:lnTo>
                <a:lnTo>
                  <a:pt x="1054" y="451"/>
                </a:lnTo>
                <a:lnTo>
                  <a:pt x="1054" y="452"/>
                </a:lnTo>
                <a:lnTo>
                  <a:pt x="1053" y="452"/>
                </a:lnTo>
                <a:lnTo>
                  <a:pt x="1053" y="454"/>
                </a:lnTo>
                <a:lnTo>
                  <a:pt x="1054" y="456"/>
                </a:lnTo>
                <a:lnTo>
                  <a:pt x="1053" y="457"/>
                </a:lnTo>
                <a:lnTo>
                  <a:pt x="1053" y="460"/>
                </a:lnTo>
                <a:lnTo>
                  <a:pt x="1053" y="461"/>
                </a:lnTo>
                <a:lnTo>
                  <a:pt x="1054" y="461"/>
                </a:lnTo>
                <a:lnTo>
                  <a:pt x="1054" y="462"/>
                </a:lnTo>
                <a:lnTo>
                  <a:pt x="1055" y="462"/>
                </a:lnTo>
                <a:lnTo>
                  <a:pt x="1055" y="463"/>
                </a:lnTo>
                <a:lnTo>
                  <a:pt x="1055" y="466"/>
                </a:lnTo>
                <a:lnTo>
                  <a:pt x="1054" y="466"/>
                </a:lnTo>
                <a:lnTo>
                  <a:pt x="1049" y="466"/>
                </a:lnTo>
                <a:lnTo>
                  <a:pt x="1048" y="466"/>
                </a:lnTo>
                <a:lnTo>
                  <a:pt x="1048" y="465"/>
                </a:lnTo>
                <a:lnTo>
                  <a:pt x="1047" y="465"/>
                </a:lnTo>
                <a:lnTo>
                  <a:pt x="1047" y="464"/>
                </a:lnTo>
                <a:lnTo>
                  <a:pt x="1046" y="464"/>
                </a:lnTo>
                <a:lnTo>
                  <a:pt x="1045" y="464"/>
                </a:lnTo>
                <a:lnTo>
                  <a:pt x="1044" y="464"/>
                </a:lnTo>
                <a:lnTo>
                  <a:pt x="1043" y="464"/>
                </a:lnTo>
                <a:lnTo>
                  <a:pt x="1043" y="463"/>
                </a:lnTo>
                <a:lnTo>
                  <a:pt x="1042" y="462"/>
                </a:lnTo>
                <a:lnTo>
                  <a:pt x="1041" y="462"/>
                </a:lnTo>
                <a:lnTo>
                  <a:pt x="1040" y="463"/>
                </a:lnTo>
                <a:lnTo>
                  <a:pt x="1039" y="463"/>
                </a:lnTo>
                <a:lnTo>
                  <a:pt x="1039" y="465"/>
                </a:lnTo>
                <a:lnTo>
                  <a:pt x="1039" y="466"/>
                </a:lnTo>
                <a:lnTo>
                  <a:pt x="1039" y="467"/>
                </a:lnTo>
                <a:lnTo>
                  <a:pt x="1040" y="467"/>
                </a:lnTo>
                <a:lnTo>
                  <a:pt x="1040" y="469"/>
                </a:lnTo>
                <a:lnTo>
                  <a:pt x="1037" y="470"/>
                </a:lnTo>
                <a:lnTo>
                  <a:pt x="1036" y="470"/>
                </a:lnTo>
                <a:lnTo>
                  <a:pt x="1036" y="469"/>
                </a:lnTo>
                <a:lnTo>
                  <a:pt x="1035" y="469"/>
                </a:lnTo>
                <a:lnTo>
                  <a:pt x="1034" y="469"/>
                </a:lnTo>
                <a:lnTo>
                  <a:pt x="1034" y="472"/>
                </a:lnTo>
                <a:lnTo>
                  <a:pt x="1033" y="472"/>
                </a:lnTo>
                <a:lnTo>
                  <a:pt x="1030" y="473"/>
                </a:lnTo>
                <a:lnTo>
                  <a:pt x="1029" y="473"/>
                </a:lnTo>
                <a:lnTo>
                  <a:pt x="1029" y="472"/>
                </a:lnTo>
                <a:lnTo>
                  <a:pt x="1028" y="472"/>
                </a:lnTo>
                <a:lnTo>
                  <a:pt x="1026" y="474"/>
                </a:lnTo>
                <a:lnTo>
                  <a:pt x="1025" y="474"/>
                </a:lnTo>
                <a:lnTo>
                  <a:pt x="1024" y="475"/>
                </a:lnTo>
                <a:lnTo>
                  <a:pt x="1024" y="476"/>
                </a:lnTo>
                <a:lnTo>
                  <a:pt x="1024" y="477"/>
                </a:lnTo>
                <a:lnTo>
                  <a:pt x="1022" y="478"/>
                </a:lnTo>
                <a:lnTo>
                  <a:pt x="1021" y="478"/>
                </a:lnTo>
                <a:lnTo>
                  <a:pt x="1020" y="479"/>
                </a:lnTo>
                <a:lnTo>
                  <a:pt x="1020" y="484"/>
                </a:lnTo>
                <a:lnTo>
                  <a:pt x="1020" y="485"/>
                </a:lnTo>
                <a:lnTo>
                  <a:pt x="1021" y="485"/>
                </a:lnTo>
                <a:lnTo>
                  <a:pt x="1021" y="487"/>
                </a:lnTo>
                <a:lnTo>
                  <a:pt x="1022" y="488"/>
                </a:lnTo>
                <a:lnTo>
                  <a:pt x="1021" y="488"/>
                </a:lnTo>
                <a:lnTo>
                  <a:pt x="1021" y="489"/>
                </a:lnTo>
                <a:lnTo>
                  <a:pt x="1020" y="488"/>
                </a:lnTo>
                <a:lnTo>
                  <a:pt x="1019" y="488"/>
                </a:lnTo>
                <a:lnTo>
                  <a:pt x="1019" y="489"/>
                </a:lnTo>
                <a:lnTo>
                  <a:pt x="1019" y="488"/>
                </a:lnTo>
                <a:lnTo>
                  <a:pt x="1018" y="488"/>
                </a:lnTo>
                <a:lnTo>
                  <a:pt x="1018" y="487"/>
                </a:lnTo>
                <a:lnTo>
                  <a:pt x="1017" y="487"/>
                </a:lnTo>
                <a:lnTo>
                  <a:pt x="1016" y="487"/>
                </a:lnTo>
                <a:lnTo>
                  <a:pt x="1015" y="488"/>
                </a:lnTo>
                <a:lnTo>
                  <a:pt x="1015" y="490"/>
                </a:lnTo>
                <a:lnTo>
                  <a:pt x="1015" y="492"/>
                </a:lnTo>
                <a:lnTo>
                  <a:pt x="1014" y="492"/>
                </a:lnTo>
                <a:lnTo>
                  <a:pt x="1013" y="492"/>
                </a:lnTo>
                <a:lnTo>
                  <a:pt x="1013" y="493"/>
                </a:lnTo>
                <a:lnTo>
                  <a:pt x="1010" y="494"/>
                </a:lnTo>
                <a:lnTo>
                  <a:pt x="1009" y="494"/>
                </a:lnTo>
                <a:lnTo>
                  <a:pt x="1008" y="494"/>
                </a:lnTo>
                <a:lnTo>
                  <a:pt x="1007" y="494"/>
                </a:lnTo>
                <a:lnTo>
                  <a:pt x="1007" y="493"/>
                </a:lnTo>
                <a:lnTo>
                  <a:pt x="1006" y="493"/>
                </a:lnTo>
                <a:lnTo>
                  <a:pt x="1005" y="493"/>
                </a:lnTo>
                <a:lnTo>
                  <a:pt x="1004" y="494"/>
                </a:lnTo>
                <a:lnTo>
                  <a:pt x="1004" y="495"/>
                </a:lnTo>
                <a:lnTo>
                  <a:pt x="1004" y="496"/>
                </a:lnTo>
                <a:lnTo>
                  <a:pt x="1003" y="497"/>
                </a:lnTo>
                <a:lnTo>
                  <a:pt x="1002" y="497"/>
                </a:lnTo>
                <a:lnTo>
                  <a:pt x="1000" y="500"/>
                </a:lnTo>
                <a:lnTo>
                  <a:pt x="999" y="500"/>
                </a:lnTo>
                <a:lnTo>
                  <a:pt x="997" y="500"/>
                </a:lnTo>
                <a:lnTo>
                  <a:pt x="996" y="500"/>
                </a:lnTo>
                <a:lnTo>
                  <a:pt x="995" y="501"/>
                </a:lnTo>
                <a:lnTo>
                  <a:pt x="994" y="504"/>
                </a:lnTo>
                <a:lnTo>
                  <a:pt x="994" y="506"/>
                </a:lnTo>
                <a:lnTo>
                  <a:pt x="993" y="506"/>
                </a:lnTo>
                <a:lnTo>
                  <a:pt x="991" y="505"/>
                </a:lnTo>
                <a:lnTo>
                  <a:pt x="990" y="505"/>
                </a:lnTo>
                <a:lnTo>
                  <a:pt x="990" y="504"/>
                </a:lnTo>
                <a:lnTo>
                  <a:pt x="990" y="503"/>
                </a:lnTo>
                <a:lnTo>
                  <a:pt x="989" y="503"/>
                </a:lnTo>
                <a:lnTo>
                  <a:pt x="987" y="504"/>
                </a:lnTo>
                <a:lnTo>
                  <a:pt x="987" y="505"/>
                </a:lnTo>
                <a:lnTo>
                  <a:pt x="988" y="505"/>
                </a:lnTo>
                <a:lnTo>
                  <a:pt x="988" y="506"/>
                </a:lnTo>
                <a:lnTo>
                  <a:pt x="988" y="507"/>
                </a:lnTo>
                <a:lnTo>
                  <a:pt x="988" y="508"/>
                </a:lnTo>
                <a:lnTo>
                  <a:pt x="985" y="509"/>
                </a:lnTo>
                <a:lnTo>
                  <a:pt x="984" y="508"/>
                </a:lnTo>
                <a:lnTo>
                  <a:pt x="984" y="507"/>
                </a:lnTo>
                <a:lnTo>
                  <a:pt x="983" y="508"/>
                </a:lnTo>
                <a:lnTo>
                  <a:pt x="983" y="509"/>
                </a:lnTo>
                <a:lnTo>
                  <a:pt x="983" y="511"/>
                </a:lnTo>
                <a:lnTo>
                  <a:pt x="982" y="511"/>
                </a:lnTo>
                <a:lnTo>
                  <a:pt x="981" y="512"/>
                </a:lnTo>
                <a:lnTo>
                  <a:pt x="977" y="512"/>
                </a:lnTo>
                <a:lnTo>
                  <a:pt x="976" y="510"/>
                </a:lnTo>
                <a:lnTo>
                  <a:pt x="975" y="508"/>
                </a:lnTo>
                <a:lnTo>
                  <a:pt x="974" y="506"/>
                </a:lnTo>
                <a:lnTo>
                  <a:pt x="972" y="504"/>
                </a:lnTo>
                <a:lnTo>
                  <a:pt x="971" y="503"/>
                </a:lnTo>
                <a:lnTo>
                  <a:pt x="970" y="503"/>
                </a:lnTo>
                <a:lnTo>
                  <a:pt x="969" y="503"/>
                </a:lnTo>
                <a:lnTo>
                  <a:pt x="968" y="502"/>
                </a:lnTo>
                <a:lnTo>
                  <a:pt x="967" y="502"/>
                </a:lnTo>
                <a:lnTo>
                  <a:pt x="967" y="501"/>
                </a:lnTo>
                <a:lnTo>
                  <a:pt x="966" y="500"/>
                </a:lnTo>
                <a:lnTo>
                  <a:pt x="966" y="499"/>
                </a:lnTo>
                <a:lnTo>
                  <a:pt x="966" y="498"/>
                </a:lnTo>
                <a:lnTo>
                  <a:pt x="965" y="498"/>
                </a:lnTo>
                <a:lnTo>
                  <a:pt x="963" y="498"/>
                </a:lnTo>
                <a:lnTo>
                  <a:pt x="961" y="498"/>
                </a:lnTo>
                <a:lnTo>
                  <a:pt x="961" y="497"/>
                </a:lnTo>
                <a:lnTo>
                  <a:pt x="960" y="495"/>
                </a:lnTo>
                <a:lnTo>
                  <a:pt x="959" y="494"/>
                </a:lnTo>
                <a:lnTo>
                  <a:pt x="958" y="493"/>
                </a:lnTo>
                <a:lnTo>
                  <a:pt x="959" y="492"/>
                </a:lnTo>
                <a:lnTo>
                  <a:pt x="958" y="491"/>
                </a:lnTo>
                <a:lnTo>
                  <a:pt x="958" y="490"/>
                </a:lnTo>
                <a:lnTo>
                  <a:pt x="957" y="490"/>
                </a:lnTo>
                <a:lnTo>
                  <a:pt x="957" y="491"/>
                </a:lnTo>
                <a:lnTo>
                  <a:pt x="956" y="491"/>
                </a:lnTo>
                <a:lnTo>
                  <a:pt x="956" y="489"/>
                </a:lnTo>
                <a:lnTo>
                  <a:pt x="956" y="488"/>
                </a:lnTo>
                <a:lnTo>
                  <a:pt x="956" y="489"/>
                </a:lnTo>
                <a:lnTo>
                  <a:pt x="957" y="489"/>
                </a:lnTo>
                <a:lnTo>
                  <a:pt x="958" y="489"/>
                </a:lnTo>
                <a:lnTo>
                  <a:pt x="958" y="490"/>
                </a:lnTo>
                <a:lnTo>
                  <a:pt x="959" y="490"/>
                </a:lnTo>
                <a:lnTo>
                  <a:pt x="959" y="485"/>
                </a:lnTo>
                <a:lnTo>
                  <a:pt x="958" y="485"/>
                </a:lnTo>
                <a:lnTo>
                  <a:pt x="957" y="484"/>
                </a:lnTo>
                <a:lnTo>
                  <a:pt x="956" y="482"/>
                </a:lnTo>
                <a:lnTo>
                  <a:pt x="955" y="480"/>
                </a:lnTo>
                <a:lnTo>
                  <a:pt x="954" y="479"/>
                </a:lnTo>
                <a:lnTo>
                  <a:pt x="953" y="479"/>
                </a:lnTo>
                <a:lnTo>
                  <a:pt x="952" y="479"/>
                </a:lnTo>
                <a:lnTo>
                  <a:pt x="951" y="478"/>
                </a:lnTo>
                <a:lnTo>
                  <a:pt x="949" y="478"/>
                </a:lnTo>
                <a:lnTo>
                  <a:pt x="949" y="476"/>
                </a:lnTo>
                <a:lnTo>
                  <a:pt x="948" y="475"/>
                </a:lnTo>
                <a:lnTo>
                  <a:pt x="947" y="475"/>
                </a:lnTo>
                <a:lnTo>
                  <a:pt x="946" y="476"/>
                </a:lnTo>
                <a:lnTo>
                  <a:pt x="944" y="475"/>
                </a:lnTo>
                <a:lnTo>
                  <a:pt x="943" y="473"/>
                </a:lnTo>
                <a:lnTo>
                  <a:pt x="943" y="469"/>
                </a:lnTo>
                <a:lnTo>
                  <a:pt x="944" y="468"/>
                </a:lnTo>
                <a:lnTo>
                  <a:pt x="945" y="467"/>
                </a:lnTo>
                <a:lnTo>
                  <a:pt x="944" y="466"/>
                </a:lnTo>
                <a:lnTo>
                  <a:pt x="946" y="463"/>
                </a:lnTo>
                <a:lnTo>
                  <a:pt x="945" y="462"/>
                </a:lnTo>
                <a:lnTo>
                  <a:pt x="945" y="461"/>
                </a:lnTo>
                <a:lnTo>
                  <a:pt x="943" y="459"/>
                </a:lnTo>
                <a:lnTo>
                  <a:pt x="943" y="458"/>
                </a:lnTo>
                <a:lnTo>
                  <a:pt x="942" y="457"/>
                </a:lnTo>
                <a:lnTo>
                  <a:pt x="941" y="456"/>
                </a:lnTo>
                <a:lnTo>
                  <a:pt x="938" y="455"/>
                </a:lnTo>
                <a:lnTo>
                  <a:pt x="937" y="454"/>
                </a:lnTo>
                <a:lnTo>
                  <a:pt x="936" y="455"/>
                </a:lnTo>
                <a:lnTo>
                  <a:pt x="935" y="455"/>
                </a:lnTo>
                <a:lnTo>
                  <a:pt x="934" y="455"/>
                </a:lnTo>
                <a:lnTo>
                  <a:pt x="932" y="454"/>
                </a:lnTo>
                <a:lnTo>
                  <a:pt x="930" y="455"/>
                </a:lnTo>
                <a:lnTo>
                  <a:pt x="930" y="456"/>
                </a:lnTo>
                <a:lnTo>
                  <a:pt x="929" y="456"/>
                </a:lnTo>
                <a:lnTo>
                  <a:pt x="928" y="456"/>
                </a:lnTo>
                <a:lnTo>
                  <a:pt x="926" y="454"/>
                </a:lnTo>
                <a:lnTo>
                  <a:pt x="926" y="453"/>
                </a:lnTo>
                <a:lnTo>
                  <a:pt x="926" y="452"/>
                </a:lnTo>
                <a:lnTo>
                  <a:pt x="927" y="452"/>
                </a:lnTo>
                <a:lnTo>
                  <a:pt x="927" y="451"/>
                </a:lnTo>
                <a:lnTo>
                  <a:pt x="926" y="451"/>
                </a:lnTo>
                <a:lnTo>
                  <a:pt x="924" y="451"/>
                </a:lnTo>
                <a:lnTo>
                  <a:pt x="923" y="451"/>
                </a:lnTo>
                <a:lnTo>
                  <a:pt x="923" y="452"/>
                </a:lnTo>
                <a:lnTo>
                  <a:pt x="923" y="453"/>
                </a:lnTo>
                <a:lnTo>
                  <a:pt x="923" y="454"/>
                </a:lnTo>
                <a:lnTo>
                  <a:pt x="924" y="456"/>
                </a:lnTo>
                <a:lnTo>
                  <a:pt x="920" y="457"/>
                </a:lnTo>
                <a:lnTo>
                  <a:pt x="919" y="456"/>
                </a:lnTo>
                <a:lnTo>
                  <a:pt x="919" y="454"/>
                </a:lnTo>
                <a:lnTo>
                  <a:pt x="919" y="452"/>
                </a:lnTo>
                <a:lnTo>
                  <a:pt x="919" y="451"/>
                </a:lnTo>
                <a:lnTo>
                  <a:pt x="918" y="451"/>
                </a:lnTo>
                <a:lnTo>
                  <a:pt x="917" y="451"/>
                </a:lnTo>
                <a:lnTo>
                  <a:pt x="916" y="451"/>
                </a:lnTo>
                <a:lnTo>
                  <a:pt x="915" y="449"/>
                </a:lnTo>
                <a:lnTo>
                  <a:pt x="912" y="447"/>
                </a:lnTo>
                <a:lnTo>
                  <a:pt x="913" y="446"/>
                </a:lnTo>
                <a:lnTo>
                  <a:pt x="913" y="445"/>
                </a:lnTo>
                <a:lnTo>
                  <a:pt x="912" y="445"/>
                </a:lnTo>
                <a:lnTo>
                  <a:pt x="911" y="444"/>
                </a:lnTo>
                <a:lnTo>
                  <a:pt x="911" y="445"/>
                </a:lnTo>
                <a:lnTo>
                  <a:pt x="909" y="445"/>
                </a:lnTo>
                <a:lnTo>
                  <a:pt x="908" y="445"/>
                </a:lnTo>
                <a:lnTo>
                  <a:pt x="907" y="444"/>
                </a:lnTo>
                <a:lnTo>
                  <a:pt x="906" y="444"/>
                </a:lnTo>
                <a:lnTo>
                  <a:pt x="906" y="446"/>
                </a:lnTo>
                <a:lnTo>
                  <a:pt x="905" y="446"/>
                </a:lnTo>
                <a:lnTo>
                  <a:pt x="903" y="447"/>
                </a:lnTo>
                <a:lnTo>
                  <a:pt x="903" y="446"/>
                </a:lnTo>
                <a:lnTo>
                  <a:pt x="903" y="445"/>
                </a:lnTo>
                <a:lnTo>
                  <a:pt x="901" y="445"/>
                </a:lnTo>
                <a:lnTo>
                  <a:pt x="900" y="444"/>
                </a:lnTo>
                <a:lnTo>
                  <a:pt x="899" y="443"/>
                </a:lnTo>
                <a:lnTo>
                  <a:pt x="898" y="443"/>
                </a:lnTo>
                <a:lnTo>
                  <a:pt x="898" y="444"/>
                </a:lnTo>
                <a:lnTo>
                  <a:pt x="896" y="445"/>
                </a:lnTo>
                <a:lnTo>
                  <a:pt x="895" y="447"/>
                </a:lnTo>
                <a:lnTo>
                  <a:pt x="894" y="447"/>
                </a:lnTo>
                <a:lnTo>
                  <a:pt x="893" y="446"/>
                </a:lnTo>
                <a:lnTo>
                  <a:pt x="891" y="446"/>
                </a:lnTo>
                <a:lnTo>
                  <a:pt x="891" y="447"/>
                </a:lnTo>
                <a:lnTo>
                  <a:pt x="890" y="447"/>
                </a:lnTo>
                <a:lnTo>
                  <a:pt x="889" y="448"/>
                </a:lnTo>
                <a:lnTo>
                  <a:pt x="888" y="449"/>
                </a:lnTo>
                <a:lnTo>
                  <a:pt x="887" y="449"/>
                </a:lnTo>
                <a:lnTo>
                  <a:pt x="887" y="448"/>
                </a:lnTo>
                <a:lnTo>
                  <a:pt x="886" y="448"/>
                </a:lnTo>
                <a:lnTo>
                  <a:pt x="885" y="448"/>
                </a:lnTo>
                <a:lnTo>
                  <a:pt x="886" y="449"/>
                </a:lnTo>
                <a:lnTo>
                  <a:pt x="885" y="454"/>
                </a:lnTo>
                <a:lnTo>
                  <a:pt x="883" y="455"/>
                </a:lnTo>
                <a:lnTo>
                  <a:pt x="883" y="454"/>
                </a:lnTo>
                <a:lnTo>
                  <a:pt x="882" y="454"/>
                </a:lnTo>
                <a:lnTo>
                  <a:pt x="879" y="454"/>
                </a:lnTo>
                <a:lnTo>
                  <a:pt x="878" y="455"/>
                </a:lnTo>
                <a:lnTo>
                  <a:pt x="878" y="457"/>
                </a:lnTo>
                <a:lnTo>
                  <a:pt x="878" y="458"/>
                </a:lnTo>
                <a:lnTo>
                  <a:pt x="879" y="459"/>
                </a:lnTo>
                <a:lnTo>
                  <a:pt x="878" y="459"/>
                </a:lnTo>
                <a:lnTo>
                  <a:pt x="877" y="459"/>
                </a:lnTo>
                <a:lnTo>
                  <a:pt x="876" y="459"/>
                </a:lnTo>
                <a:lnTo>
                  <a:pt x="875" y="463"/>
                </a:lnTo>
                <a:lnTo>
                  <a:pt x="875" y="464"/>
                </a:lnTo>
                <a:lnTo>
                  <a:pt x="876" y="464"/>
                </a:lnTo>
                <a:lnTo>
                  <a:pt x="876" y="465"/>
                </a:lnTo>
                <a:lnTo>
                  <a:pt x="877" y="465"/>
                </a:lnTo>
                <a:lnTo>
                  <a:pt x="877" y="466"/>
                </a:lnTo>
                <a:lnTo>
                  <a:pt x="876" y="467"/>
                </a:lnTo>
                <a:lnTo>
                  <a:pt x="875" y="467"/>
                </a:lnTo>
                <a:lnTo>
                  <a:pt x="875" y="468"/>
                </a:lnTo>
                <a:lnTo>
                  <a:pt x="875" y="470"/>
                </a:lnTo>
                <a:lnTo>
                  <a:pt x="875" y="472"/>
                </a:lnTo>
                <a:lnTo>
                  <a:pt x="875" y="473"/>
                </a:lnTo>
                <a:lnTo>
                  <a:pt x="874" y="473"/>
                </a:lnTo>
                <a:lnTo>
                  <a:pt x="874" y="474"/>
                </a:lnTo>
                <a:lnTo>
                  <a:pt x="874" y="477"/>
                </a:lnTo>
                <a:lnTo>
                  <a:pt x="873" y="477"/>
                </a:lnTo>
                <a:lnTo>
                  <a:pt x="873" y="478"/>
                </a:lnTo>
                <a:lnTo>
                  <a:pt x="873" y="479"/>
                </a:lnTo>
                <a:lnTo>
                  <a:pt x="873" y="480"/>
                </a:lnTo>
                <a:lnTo>
                  <a:pt x="874" y="481"/>
                </a:lnTo>
                <a:lnTo>
                  <a:pt x="872" y="482"/>
                </a:lnTo>
                <a:lnTo>
                  <a:pt x="872" y="484"/>
                </a:lnTo>
                <a:lnTo>
                  <a:pt x="872" y="485"/>
                </a:lnTo>
                <a:lnTo>
                  <a:pt x="871" y="485"/>
                </a:lnTo>
                <a:lnTo>
                  <a:pt x="871" y="487"/>
                </a:lnTo>
                <a:lnTo>
                  <a:pt x="871" y="488"/>
                </a:lnTo>
                <a:lnTo>
                  <a:pt x="872" y="488"/>
                </a:lnTo>
                <a:lnTo>
                  <a:pt x="873" y="488"/>
                </a:lnTo>
                <a:lnTo>
                  <a:pt x="874" y="488"/>
                </a:lnTo>
                <a:lnTo>
                  <a:pt x="874" y="489"/>
                </a:lnTo>
                <a:lnTo>
                  <a:pt x="875" y="489"/>
                </a:lnTo>
                <a:lnTo>
                  <a:pt x="875" y="488"/>
                </a:lnTo>
                <a:lnTo>
                  <a:pt x="876" y="488"/>
                </a:lnTo>
                <a:lnTo>
                  <a:pt x="877" y="487"/>
                </a:lnTo>
                <a:lnTo>
                  <a:pt x="878" y="488"/>
                </a:lnTo>
                <a:lnTo>
                  <a:pt x="878" y="489"/>
                </a:lnTo>
                <a:lnTo>
                  <a:pt x="879" y="489"/>
                </a:lnTo>
                <a:lnTo>
                  <a:pt x="880" y="489"/>
                </a:lnTo>
                <a:lnTo>
                  <a:pt x="882" y="489"/>
                </a:lnTo>
                <a:lnTo>
                  <a:pt x="883" y="488"/>
                </a:lnTo>
                <a:lnTo>
                  <a:pt x="884" y="488"/>
                </a:lnTo>
                <a:lnTo>
                  <a:pt x="884" y="487"/>
                </a:lnTo>
                <a:lnTo>
                  <a:pt x="885" y="487"/>
                </a:lnTo>
                <a:lnTo>
                  <a:pt x="885" y="488"/>
                </a:lnTo>
                <a:lnTo>
                  <a:pt x="886" y="489"/>
                </a:lnTo>
                <a:lnTo>
                  <a:pt x="887" y="489"/>
                </a:lnTo>
                <a:lnTo>
                  <a:pt x="887" y="492"/>
                </a:lnTo>
                <a:lnTo>
                  <a:pt x="887" y="493"/>
                </a:lnTo>
                <a:lnTo>
                  <a:pt x="887" y="494"/>
                </a:lnTo>
                <a:lnTo>
                  <a:pt x="886" y="494"/>
                </a:lnTo>
                <a:lnTo>
                  <a:pt x="886" y="495"/>
                </a:lnTo>
                <a:lnTo>
                  <a:pt x="885" y="498"/>
                </a:lnTo>
                <a:lnTo>
                  <a:pt x="884" y="498"/>
                </a:lnTo>
                <a:lnTo>
                  <a:pt x="884" y="499"/>
                </a:lnTo>
                <a:lnTo>
                  <a:pt x="885" y="499"/>
                </a:lnTo>
                <a:lnTo>
                  <a:pt x="885" y="500"/>
                </a:lnTo>
                <a:lnTo>
                  <a:pt x="885" y="506"/>
                </a:lnTo>
                <a:lnTo>
                  <a:pt x="885" y="507"/>
                </a:lnTo>
                <a:lnTo>
                  <a:pt x="885" y="508"/>
                </a:lnTo>
                <a:lnTo>
                  <a:pt x="884" y="507"/>
                </a:lnTo>
                <a:lnTo>
                  <a:pt x="883" y="507"/>
                </a:lnTo>
                <a:lnTo>
                  <a:pt x="882" y="507"/>
                </a:lnTo>
                <a:lnTo>
                  <a:pt x="882" y="506"/>
                </a:lnTo>
                <a:lnTo>
                  <a:pt x="881" y="506"/>
                </a:lnTo>
                <a:lnTo>
                  <a:pt x="880" y="506"/>
                </a:lnTo>
                <a:lnTo>
                  <a:pt x="879" y="506"/>
                </a:lnTo>
                <a:lnTo>
                  <a:pt x="879" y="505"/>
                </a:lnTo>
                <a:lnTo>
                  <a:pt x="878" y="506"/>
                </a:lnTo>
                <a:lnTo>
                  <a:pt x="877" y="508"/>
                </a:lnTo>
                <a:lnTo>
                  <a:pt x="877" y="509"/>
                </a:lnTo>
                <a:lnTo>
                  <a:pt x="877" y="510"/>
                </a:lnTo>
                <a:lnTo>
                  <a:pt x="878" y="510"/>
                </a:lnTo>
                <a:lnTo>
                  <a:pt x="879" y="512"/>
                </a:lnTo>
                <a:lnTo>
                  <a:pt x="879" y="513"/>
                </a:lnTo>
                <a:lnTo>
                  <a:pt x="880" y="514"/>
                </a:lnTo>
                <a:lnTo>
                  <a:pt x="882" y="515"/>
                </a:lnTo>
                <a:lnTo>
                  <a:pt x="883" y="517"/>
                </a:lnTo>
                <a:lnTo>
                  <a:pt x="883" y="518"/>
                </a:lnTo>
                <a:lnTo>
                  <a:pt x="884" y="519"/>
                </a:lnTo>
                <a:lnTo>
                  <a:pt x="884" y="520"/>
                </a:lnTo>
                <a:lnTo>
                  <a:pt x="884" y="521"/>
                </a:lnTo>
                <a:lnTo>
                  <a:pt x="884" y="523"/>
                </a:lnTo>
                <a:lnTo>
                  <a:pt x="885" y="524"/>
                </a:lnTo>
                <a:lnTo>
                  <a:pt x="885" y="526"/>
                </a:lnTo>
                <a:lnTo>
                  <a:pt x="884" y="529"/>
                </a:lnTo>
                <a:lnTo>
                  <a:pt x="885" y="529"/>
                </a:lnTo>
                <a:lnTo>
                  <a:pt x="886" y="529"/>
                </a:lnTo>
                <a:lnTo>
                  <a:pt x="885" y="531"/>
                </a:lnTo>
                <a:lnTo>
                  <a:pt x="885" y="532"/>
                </a:lnTo>
                <a:lnTo>
                  <a:pt x="886" y="532"/>
                </a:lnTo>
                <a:lnTo>
                  <a:pt x="885" y="532"/>
                </a:lnTo>
                <a:lnTo>
                  <a:pt x="886" y="532"/>
                </a:lnTo>
                <a:lnTo>
                  <a:pt x="886" y="534"/>
                </a:lnTo>
                <a:lnTo>
                  <a:pt x="887" y="534"/>
                </a:lnTo>
                <a:lnTo>
                  <a:pt x="887" y="535"/>
                </a:lnTo>
                <a:lnTo>
                  <a:pt x="888" y="536"/>
                </a:lnTo>
                <a:lnTo>
                  <a:pt x="888" y="537"/>
                </a:lnTo>
                <a:lnTo>
                  <a:pt x="889" y="537"/>
                </a:lnTo>
                <a:lnTo>
                  <a:pt x="889" y="538"/>
                </a:lnTo>
                <a:lnTo>
                  <a:pt x="890" y="538"/>
                </a:lnTo>
                <a:lnTo>
                  <a:pt x="890" y="539"/>
                </a:lnTo>
                <a:lnTo>
                  <a:pt x="892" y="542"/>
                </a:lnTo>
                <a:lnTo>
                  <a:pt x="892" y="543"/>
                </a:lnTo>
                <a:lnTo>
                  <a:pt x="893" y="545"/>
                </a:lnTo>
                <a:lnTo>
                  <a:pt x="893" y="546"/>
                </a:lnTo>
                <a:lnTo>
                  <a:pt x="894" y="547"/>
                </a:lnTo>
                <a:lnTo>
                  <a:pt x="893" y="547"/>
                </a:lnTo>
                <a:lnTo>
                  <a:pt x="892" y="547"/>
                </a:lnTo>
                <a:lnTo>
                  <a:pt x="891" y="547"/>
                </a:lnTo>
                <a:lnTo>
                  <a:pt x="891" y="548"/>
                </a:lnTo>
                <a:lnTo>
                  <a:pt x="890" y="549"/>
                </a:lnTo>
                <a:lnTo>
                  <a:pt x="887" y="549"/>
                </a:lnTo>
                <a:lnTo>
                  <a:pt x="885" y="549"/>
                </a:lnTo>
                <a:lnTo>
                  <a:pt x="881" y="550"/>
                </a:lnTo>
                <a:lnTo>
                  <a:pt x="881" y="551"/>
                </a:lnTo>
                <a:lnTo>
                  <a:pt x="881" y="552"/>
                </a:lnTo>
                <a:lnTo>
                  <a:pt x="880" y="553"/>
                </a:lnTo>
                <a:lnTo>
                  <a:pt x="879" y="552"/>
                </a:lnTo>
                <a:lnTo>
                  <a:pt x="878" y="552"/>
                </a:lnTo>
                <a:lnTo>
                  <a:pt x="876" y="552"/>
                </a:lnTo>
                <a:lnTo>
                  <a:pt x="875" y="553"/>
                </a:lnTo>
                <a:lnTo>
                  <a:pt x="873" y="555"/>
                </a:lnTo>
                <a:lnTo>
                  <a:pt x="872" y="555"/>
                </a:lnTo>
                <a:lnTo>
                  <a:pt x="871" y="555"/>
                </a:lnTo>
                <a:lnTo>
                  <a:pt x="871" y="554"/>
                </a:lnTo>
                <a:lnTo>
                  <a:pt x="871" y="553"/>
                </a:lnTo>
                <a:lnTo>
                  <a:pt x="870" y="553"/>
                </a:lnTo>
                <a:lnTo>
                  <a:pt x="869" y="554"/>
                </a:lnTo>
                <a:lnTo>
                  <a:pt x="867" y="555"/>
                </a:lnTo>
                <a:lnTo>
                  <a:pt x="866" y="555"/>
                </a:lnTo>
                <a:lnTo>
                  <a:pt x="865" y="555"/>
                </a:lnTo>
                <a:lnTo>
                  <a:pt x="865" y="554"/>
                </a:lnTo>
                <a:lnTo>
                  <a:pt x="864" y="553"/>
                </a:lnTo>
                <a:lnTo>
                  <a:pt x="863" y="553"/>
                </a:lnTo>
                <a:lnTo>
                  <a:pt x="862" y="553"/>
                </a:lnTo>
                <a:lnTo>
                  <a:pt x="862" y="554"/>
                </a:lnTo>
                <a:lnTo>
                  <a:pt x="861" y="555"/>
                </a:lnTo>
                <a:lnTo>
                  <a:pt x="857" y="557"/>
                </a:lnTo>
                <a:lnTo>
                  <a:pt x="856" y="558"/>
                </a:lnTo>
                <a:lnTo>
                  <a:pt x="855" y="561"/>
                </a:lnTo>
                <a:lnTo>
                  <a:pt x="855" y="563"/>
                </a:lnTo>
                <a:lnTo>
                  <a:pt x="856" y="564"/>
                </a:lnTo>
                <a:lnTo>
                  <a:pt x="856" y="565"/>
                </a:lnTo>
                <a:lnTo>
                  <a:pt x="856" y="566"/>
                </a:lnTo>
                <a:lnTo>
                  <a:pt x="855" y="567"/>
                </a:lnTo>
                <a:lnTo>
                  <a:pt x="855" y="568"/>
                </a:lnTo>
                <a:lnTo>
                  <a:pt x="855" y="567"/>
                </a:lnTo>
                <a:lnTo>
                  <a:pt x="853" y="566"/>
                </a:lnTo>
                <a:lnTo>
                  <a:pt x="851" y="565"/>
                </a:lnTo>
                <a:lnTo>
                  <a:pt x="849" y="564"/>
                </a:lnTo>
                <a:lnTo>
                  <a:pt x="849" y="565"/>
                </a:lnTo>
                <a:lnTo>
                  <a:pt x="848" y="567"/>
                </a:lnTo>
                <a:lnTo>
                  <a:pt x="846" y="569"/>
                </a:lnTo>
                <a:lnTo>
                  <a:pt x="847" y="572"/>
                </a:lnTo>
                <a:lnTo>
                  <a:pt x="848" y="574"/>
                </a:lnTo>
                <a:lnTo>
                  <a:pt x="848" y="575"/>
                </a:lnTo>
                <a:lnTo>
                  <a:pt x="847" y="576"/>
                </a:lnTo>
                <a:lnTo>
                  <a:pt x="847" y="577"/>
                </a:lnTo>
                <a:lnTo>
                  <a:pt x="847" y="578"/>
                </a:lnTo>
                <a:lnTo>
                  <a:pt x="848" y="578"/>
                </a:lnTo>
                <a:lnTo>
                  <a:pt x="848" y="579"/>
                </a:lnTo>
                <a:lnTo>
                  <a:pt x="848" y="580"/>
                </a:lnTo>
                <a:lnTo>
                  <a:pt x="847" y="581"/>
                </a:lnTo>
                <a:lnTo>
                  <a:pt x="846" y="580"/>
                </a:lnTo>
                <a:lnTo>
                  <a:pt x="845" y="580"/>
                </a:lnTo>
                <a:lnTo>
                  <a:pt x="844" y="579"/>
                </a:lnTo>
                <a:lnTo>
                  <a:pt x="843" y="581"/>
                </a:lnTo>
                <a:lnTo>
                  <a:pt x="843" y="582"/>
                </a:lnTo>
                <a:lnTo>
                  <a:pt x="843" y="583"/>
                </a:lnTo>
                <a:lnTo>
                  <a:pt x="843" y="585"/>
                </a:lnTo>
                <a:lnTo>
                  <a:pt x="843" y="586"/>
                </a:lnTo>
                <a:lnTo>
                  <a:pt x="844" y="588"/>
                </a:lnTo>
                <a:lnTo>
                  <a:pt x="845" y="589"/>
                </a:lnTo>
                <a:lnTo>
                  <a:pt x="846" y="589"/>
                </a:lnTo>
                <a:lnTo>
                  <a:pt x="846" y="590"/>
                </a:lnTo>
                <a:lnTo>
                  <a:pt x="846" y="591"/>
                </a:lnTo>
                <a:lnTo>
                  <a:pt x="845" y="592"/>
                </a:lnTo>
                <a:lnTo>
                  <a:pt x="844" y="592"/>
                </a:lnTo>
                <a:lnTo>
                  <a:pt x="843" y="593"/>
                </a:lnTo>
                <a:lnTo>
                  <a:pt x="844" y="596"/>
                </a:lnTo>
                <a:lnTo>
                  <a:pt x="844" y="597"/>
                </a:lnTo>
                <a:lnTo>
                  <a:pt x="845" y="598"/>
                </a:lnTo>
                <a:lnTo>
                  <a:pt x="846" y="598"/>
                </a:lnTo>
                <a:lnTo>
                  <a:pt x="847" y="597"/>
                </a:lnTo>
                <a:lnTo>
                  <a:pt x="847" y="596"/>
                </a:lnTo>
                <a:lnTo>
                  <a:pt x="849" y="596"/>
                </a:lnTo>
                <a:lnTo>
                  <a:pt x="849" y="597"/>
                </a:lnTo>
                <a:lnTo>
                  <a:pt x="848" y="597"/>
                </a:lnTo>
                <a:lnTo>
                  <a:pt x="849" y="598"/>
                </a:lnTo>
                <a:lnTo>
                  <a:pt x="849" y="599"/>
                </a:lnTo>
                <a:lnTo>
                  <a:pt x="850" y="600"/>
                </a:lnTo>
                <a:lnTo>
                  <a:pt x="851" y="602"/>
                </a:lnTo>
                <a:lnTo>
                  <a:pt x="852" y="602"/>
                </a:lnTo>
                <a:lnTo>
                  <a:pt x="853" y="602"/>
                </a:lnTo>
                <a:lnTo>
                  <a:pt x="854" y="603"/>
                </a:lnTo>
                <a:lnTo>
                  <a:pt x="854" y="604"/>
                </a:lnTo>
                <a:lnTo>
                  <a:pt x="853" y="605"/>
                </a:lnTo>
                <a:lnTo>
                  <a:pt x="853" y="607"/>
                </a:lnTo>
                <a:lnTo>
                  <a:pt x="853" y="609"/>
                </a:lnTo>
                <a:lnTo>
                  <a:pt x="853" y="610"/>
                </a:lnTo>
                <a:lnTo>
                  <a:pt x="853" y="611"/>
                </a:lnTo>
                <a:lnTo>
                  <a:pt x="852" y="611"/>
                </a:lnTo>
                <a:lnTo>
                  <a:pt x="851" y="610"/>
                </a:lnTo>
                <a:lnTo>
                  <a:pt x="850" y="610"/>
                </a:lnTo>
                <a:lnTo>
                  <a:pt x="850" y="611"/>
                </a:lnTo>
                <a:lnTo>
                  <a:pt x="849" y="611"/>
                </a:lnTo>
                <a:lnTo>
                  <a:pt x="849" y="614"/>
                </a:lnTo>
                <a:lnTo>
                  <a:pt x="850" y="615"/>
                </a:lnTo>
                <a:lnTo>
                  <a:pt x="850" y="616"/>
                </a:lnTo>
                <a:lnTo>
                  <a:pt x="850" y="617"/>
                </a:lnTo>
                <a:lnTo>
                  <a:pt x="851" y="618"/>
                </a:lnTo>
                <a:lnTo>
                  <a:pt x="851" y="619"/>
                </a:lnTo>
                <a:lnTo>
                  <a:pt x="850" y="619"/>
                </a:lnTo>
                <a:lnTo>
                  <a:pt x="849" y="620"/>
                </a:lnTo>
                <a:lnTo>
                  <a:pt x="849" y="622"/>
                </a:lnTo>
                <a:lnTo>
                  <a:pt x="849" y="623"/>
                </a:lnTo>
                <a:lnTo>
                  <a:pt x="849" y="624"/>
                </a:lnTo>
                <a:lnTo>
                  <a:pt x="850" y="624"/>
                </a:lnTo>
                <a:lnTo>
                  <a:pt x="850" y="625"/>
                </a:lnTo>
                <a:lnTo>
                  <a:pt x="849" y="626"/>
                </a:lnTo>
                <a:lnTo>
                  <a:pt x="848" y="626"/>
                </a:lnTo>
                <a:lnTo>
                  <a:pt x="847" y="626"/>
                </a:lnTo>
                <a:lnTo>
                  <a:pt x="847" y="627"/>
                </a:lnTo>
                <a:lnTo>
                  <a:pt x="847" y="628"/>
                </a:lnTo>
                <a:lnTo>
                  <a:pt x="849" y="628"/>
                </a:lnTo>
                <a:lnTo>
                  <a:pt x="850" y="628"/>
                </a:lnTo>
                <a:lnTo>
                  <a:pt x="849" y="629"/>
                </a:lnTo>
                <a:lnTo>
                  <a:pt x="847" y="631"/>
                </a:lnTo>
                <a:lnTo>
                  <a:pt x="846" y="631"/>
                </a:lnTo>
                <a:lnTo>
                  <a:pt x="845" y="631"/>
                </a:lnTo>
                <a:lnTo>
                  <a:pt x="844" y="632"/>
                </a:lnTo>
                <a:lnTo>
                  <a:pt x="844" y="633"/>
                </a:lnTo>
                <a:lnTo>
                  <a:pt x="844" y="634"/>
                </a:lnTo>
                <a:lnTo>
                  <a:pt x="845" y="635"/>
                </a:lnTo>
                <a:lnTo>
                  <a:pt x="846" y="638"/>
                </a:lnTo>
                <a:lnTo>
                  <a:pt x="846" y="640"/>
                </a:lnTo>
                <a:lnTo>
                  <a:pt x="847" y="642"/>
                </a:lnTo>
                <a:lnTo>
                  <a:pt x="847" y="644"/>
                </a:lnTo>
                <a:lnTo>
                  <a:pt x="846" y="644"/>
                </a:lnTo>
                <a:lnTo>
                  <a:pt x="845" y="644"/>
                </a:lnTo>
                <a:lnTo>
                  <a:pt x="844" y="644"/>
                </a:lnTo>
                <a:lnTo>
                  <a:pt x="844" y="645"/>
                </a:lnTo>
                <a:lnTo>
                  <a:pt x="845" y="645"/>
                </a:lnTo>
                <a:lnTo>
                  <a:pt x="845" y="646"/>
                </a:lnTo>
                <a:lnTo>
                  <a:pt x="844" y="646"/>
                </a:lnTo>
                <a:lnTo>
                  <a:pt x="843" y="645"/>
                </a:lnTo>
                <a:lnTo>
                  <a:pt x="841" y="646"/>
                </a:lnTo>
                <a:lnTo>
                  <a:pt x="840" y="646"/>
                </a:lnTo>
                <a:lnTo>
                  <a:pt x="838" y="646"/>
                </a:lnTo>
                <a:lnTo>
                  <a:pt x="837" y="646"/>
                </a:lnTo>
                <a:lnTo>
                  <a:pt x="837" y="647"/>
                </a:lnTo>
                <a:lnTo>
                  <a:pt x="837" y="648"/>
                </a:lnTo>
                <a:lnTo>
                  <a:pt x="836" y="648"/>
                </a:lnTo>
                <a:lnTo>
                  <a:pt x="836" y="649"/>
                </a:lnTo>
                <a:lnTo>
                  <a:pt x="831" y="651"/>
                </a:lnTo>
                <a:lnTo>
                  <a:pt x="831" y="650"/>
                </a:lnTo>
                <a:lnTo>
                  <a:pt x="830" y="650"/>
                </a:lnTo>
                <a:lnTo>
                  <a:pt x="829" y="650"/>
                </a:lnTo>
                <a:lnTo>
                  <a:pt x="829" y="651"/>
                </a:lnTo>
                <a:lnTo>
                  <a:pt x="828" y="651"/>
                </a:lnTo>
                <a:lnTo>
                  <a:pt x="826" y="652"/>
                </a:lnTo>
                <a:lnTo>
                  <a:pt x="826" y="653"/>
                </a:lnTo>
                <a:lnTo>
                  <a:pt x="825" y="653"/>
                </a:lnTo>
                <a:lnTo>
                  <a:pt x="825" y="655"/>
                </a:lnTo>
                <a:lnTo>
                  <a:pt x="825" y="656"/>
                </a:lnTo>
                <a:lnTo>
                  <a:pt x="826" y="656"/>
                </a:lnTo>
                <a:lnTo>
                  <a:pt x="825" y="658"/>
                </a:lnTo>
                <a:lnTo>
                  <a:pt x="823" y="659"/>
                </a:lnTo>
                <a:lnTo>
                  <a:pt x="822" y="659"/>
                </a:lnTo>
                <a:lnTo>
                  <a:pt x="820" y="659"/>
                </a:lnTo>
                <a:lnTo>
                  <a:pt x="818" y="660"/>
                </a:lnTo>
                <a:lnTo>
                  <a:pt x="817" y="661"/>
                </a:lnTo>
                <a:lnTo>
                  <a:pt x="813" y="660"/>
                </a:lnTo>
                <a:lnTo>
                  <a:pt x="813" y="659"/>
                </a:lnTo>
                <a:lnTo>
                  <a:pt x="811" y="659"/>
                </a:lnTo>
                <a:lnTo>
                  <a:pt x="810" y="659"/>
                </a:lnTo>
                <a:lnTo>
                  <a:pt x="809" y="659"/>
                </a:lnTo>
                <a:lnTo>
                  <a:pt x="808" y="660"/>
                </a:lnTo>
                <a:lnTo>
                  <a:pt x="808" y="661"/>
                </a:lnTo>
                <a:lnTo>
                  <a:pt x="806" y="660"/>
                </a:lnTo>
                <a:lnTo>
                  <a:pt x="806" y="659"/>
                </a:lnTo>
                <a:lnTo>
                  <a:pt x="806" y="658"/>
                </a:lnTo>
                <a:lnTo>
                  <a:pt x="805" y="658"/>
                </a:lnTo>
                <a:lnTo>
                  <a:pt x="804" y="659"/>
                </a:lnTo>
                <a:lnTo>
                  <a:pt x="804" y="660"/>
                </a:lnTo>
                <a:lnTo>
                  <a:pt x="802" y="660"/>
                </a:lnTo>
                <a:lnTo>
                  <a:pt x="801" y="660"/>
                </a:lnTo>
                <a:lnTo>
                  <a:pt x="800" y="660"/>
                </a:lnTo>
                <a:lnTo>
                  <a:pt x="800" y="659"/>
                </a:lnTo>
                <a:lnTo>
                  <a:pt x="799" y="658"/>
                </a:lnTo>
                <a:lnTo>
                  <a:pt x="796" y="658"/>
                </a:lnTo>
                <a:lnTo>
                  <a:pt x="795" y="657"/>
                </a:lnTo>
                <a:lnTo>
                  <a:pt x="795" y="656"/>
                </a:lnTo>
                <a:lnTo>
                  <a:pt x="795" y="655"/>
                </a:lnTo>
                <a:lnTo>
                  <a:pt x="794" y="654"/>
                </a:lnTo>
                <a:lnTo>
                  <a:pt x="794" y="653"/>
                </a:lnTo>
                <a:lnTo>
                  <a:pt x="793" y="653"/>
                </a:lnTo>
                <a:lnTo>
                  <a:pt x="792" y="653"/>
                </a:lnTo>
                <a:lnTo>
                  <a:pt x="791" y="652"/>
                </a:lnTo>
                <a:lnTo>
                  <a:pt x="791" y="651"/>
                </a:lnTo>
                <a:lnTo>
                  <a:pt x="791" y="650"/>
                </a:lnTo>
                <a:lnTo>
                  <a:pt x="792" y="650"/>
                </a:lnTo>
                <a:lnTo>
                  <a:pt x="792" y="649"/>
                </a:lnTo>
                <a:lnTo>
                  <a:pt x="793" y="649"/>
                </a:lnTo>
                <a:lnTo>
                  <a:pt x="793" y="648"/>
                </a:lnTo>
                <a:lnTo>
                  <a:pt x="792" y="648"/>
                </a:lnTo>
                <a:lnTo>
                  <a:pt x="790" y="648"/>
                </a:lnTo>
                <a:lnTo>
                  <a:pt x="789" y="648"/>
                </a:lnTo>
                <a:lnTo>
                  <a:pt x="785" y="648"/>
                </a:lnTo>
                <a:lnTo>
                  <a:pt x="785" y="650"/>
                </a:lnTo>
                <a:lnTo>
                  <a:pt x="784" y="651"/>
                </a:lnTo>
                <a:lnTo>
                  <a:pt x="783" y="651"/>
                </a:lnTo>
                <a:lnTo>
                  <a:pt x="782" y="651"/>
                </a:lnTo>
                <a:lnTo>
                  <a:pt x="781" y="652"/>
                </a:lnTo>
                <a:lnTo>
                  <a:pt x="780" y="653"/>
                </a:lnTo>
                <a:lnTo>
                  <a:pt x="779" y="654"/>
                </a:lnTo>
                <a:lnTo>
                  <a:pt x="781" y="655"/>
                </a:lnTo>
                <a:lnTo>
                  <a:pt x="781" y="656"/>
                </a:lnTo>
                <a:lnTo>
                  <a:pt x="781" y="658"/>
                </a:lnTo>
                <a:lnTo>
                  <a:pt x="780" y="658"/>
                </a:lnTo>
                <a:lnTo>
                  <a:pt x="780" y="659"/>
                </a:lnTo>
                <a:lnTo>
                  <a:pt x="780" y="660"/>
                </a:lnTo>
                <a:lnTo>
                  <a:pt x="780" y="663"/>
                </a:lnTo>
                <a:lnTo>
                  <a:pt x="782" y="662"/>
                </a:lnTo>
                <a:lnTo>
                  <a:pt x="783" y="663"/>
                </a:lnTo>
                <a:lnTo>
                  <a:pt x="783" y="664"/>
                </a:lnTo>
                <a:lnTo>
                  <a:pt x="784" y="664"/>
                </a:lnTo>
                <a:lnTo>
                  <a:pt x="784" y="666"/>
                </a:lnTo>
                <a:lnTo>
                  <a:pt x="785" y="669"/>
                </a:lnTo>
                <a:lnTo>
                  <a:pt x="785" y="670"/>
                </a:lnTo>
                <a:lnTo>
                  <a:pt x="785" y="671"/>
                </a:lnTo>
                <a:lnTo>
                  <a:pt x="785" y="672"/>
                </a:lnTo>
                <a:lnTo>
                  <a:pt x="787" y="673"/>
                </a:lnTo>
                <a:lnTo>
                  <a:pt x="787" y="674"/>
                </a:lnTo>
                <a:lnTo>
                  <a:pt x="787" y="675"/>
                </a:lnTo>
                <a:lnTo>
                  <a:pt x="786" y="676"/>
                </a:lnTo>
                <a:lnTo>
                  <a:pt x="785" y="676"/>
                </a:lnTo>
                <a:lnTo>
                  <a:pt x="784" y="676"/>
                </a:lnTo>
                <a:lnTo>
                  <a:pt x="783" y="676"/>
                </a:lnTo>
                <a:lnTo>
                  <a:pt x="782" y="676"/>
                </a:lnTo>
                <a:lnTo>
                  <a:pt x="781" y="676"/>
                </a:lnTo>
                <a:lnTo>
                  <a:pt x="781" y="677"/>
                </a:lnTo>
                <a:lnTo>
                  <a:pt x="782" y="678"/>
                </a:lnTo>
                <a:lnTo>
                  <a:pt x="782" y="679"/>
                </a:lnTo>
                <a:lnTo>
                  <a:pt x="783" y="680"/>
                </a:lnTo>
                <a:lnTo>
                  <a:pt x="782" y="680"/>
                </a:lnTo>
                <a:lnTo>
                  <a:pt x="782" y="681"/>
                </a:lnTo>
                <a:lnTo>
                  <a:pt x="780" y="682"/>
                </a:lnTo>
                <a:lnTo>
                  <a:pt x="780" y="683"/>
                </a:lnTo>
                <a:lnTo>
                  <a:pt x="780" y="685"/>
                </a:lnTo>
                <a:lnTo>
                  <a:pt x="780" y="686"/>
                </a:lnTo>
                <a:lnTo>
                  <a:pt x="781" y="686"/>
                </a:lnTo>
                <a:lnTo>
                  <a:pt x="782" y="686"/>
                </a:lnTo>
                <a:lnTo>
                  <a:pt x="783" y="686"/>
                </a:lnTo>
                <a:lnTo>
                  <a:pt x="784" y="686"/>
                </a:lnTo>
                <a:lnTo>
                  <a:pt x="786" y="686"/>
                </a:lnTo>
                <a:lnTo>
                  <a:pt x="789" y="689"/>
                </a:lnTo>
                <a:lnTo>
                  <a:pt x="789" y="690"/>
                </a:lnTo>
                <a:lnTo>
                  <a:pt x="790" y="691"/>
                </a:lnTo>
                <a:lnTo>
                  <a:pt x="790" y="692"/>
                </a:lnTo>
                <a:lnTo>
                  <a:pt x="791" y="693"/>
                </a:lnTo>
                <a:lnTo>
                  <a:pt x="792" y="693"/>
                </a:lnTo>
                <a:lnTo>
                  <a:pt x="793" y="693"/>
                </a:lnTo>
                <a:lnTo>
                  <a:pt x="795" y="691"/>
                </a:lnTo>
                <a:lnTo>
                  <a:pt x="797" y="691"/>
                </a:lnTo>
                <a:lnTo>
                  <a:pt x="801" y="691"/>
                </a:lnTo>
                <a:lnTo>
                  <a:pt x="802" y="691"/>
                </a:lnTo>
                <a:lnTo>
                  <a:pt x="803" y="691"/>
                </a:lnTo>
                <a:lnTo>
                  <a:pt x="803" y="692"/>
                </a:lnTo>
                <a:lnTo>
                  <a:pt x="805" y="692"/>
                </a:lnTo>
                <a:lnTo>
                  <a:pt x="806" y="691"/>
                </a:lnTo>
                <a:lnTo>
                  <a:pt x="807" y="690"/>
                </a:lnTo>
                <a:lnTo>
                  <a:pt x="807" y="691"/>
                </a:lnTo>
                <a:lnTo>
                  <a:pt x="808" y="691"/>
                </a:lnTo>
                <a:lnTo>
                  <a:pt x="808" y="692"/>
                </a:lnTo>
                <a:lnTo>
                  <a:pt x="807" y="694"/>
                </a:lnTo>
                <a:lnTo>
                  <a:pt x="807" y="695"/>
                </a:lnTo>
                <a:lnTo>
                  <a:pt x="805" y="695"/>
                </a:lnTo>
                <a:lnTo>
                  <a:pt x="804" y="696"/>
                </a:lnTo>
                <a:lnTo>
                  <a:pt x="804" y="697"/>
                </a:lnTo>
                <a:lnTo>
                  <a:pt x="806" y="697"/>
                </a:lnTo>
                <a:lnTo>
                  <a:pt x="806" y="698"/>
                </a:lnTo>
                <a:lnTo>
                  <a:pt x="807" y="698"/>
                </a:lnTo>
                <a:lnTo>
                  <a:pt x="808" y="697"/>
                </a:lnTo>
                <a:lnTo>
                  <a:pt x="811" y="697"/>
                </a:lnTo>
                <a:lnTo>
                  <a:pt x="814" y="697"/>
                </a:lnTo>
                <a:lnTo>
                  <a:pt x="815" y="697"/>
                </a:lnTo>
                <a:lnTo>
                  <a:pt x="816" y="697"/>
                </a:lnTo>
                <a:lnTo>
                  <a:pt x="817" y="698"/>
                </a:lnTo>
                <a:lnTo>
                  <a:pt x="818" y="698"/>
                </a:lnTo>
                <a:lnTo>
                  <a:pt x="819" y="698"/>
                </a:lnTo>
                <a:lnTo>
                  <a:pt x="820" y="697"/>
                </a:lnTo>
                <a:lnTo>
                  <a:pt x="821" y="697"/>
                </a:lnTo>
                <a:lnTo>
                  <a:pt x="824" y="697"/>
                </a:lnTo>
                <a:lnTo>
                  <a:pt x="825" y="698"/>
                </a:lnTo>
                <a:lnTo>
                  <a:pt x="826" y="699"/>
                </a:lnTo>
                <a:lnTo>
                  <a:pt x="826" y="700"/>
                </a:lnTo>
                <a:lnTo>
                  <a:pt x="827" y="701"/>
                </a:lnTo>
                <a:lnTo>
                  <a:pt x="828" y="701"/>
                </a:lnTo>
                <a:lnTo>
                  <a:pt x="828" y="702"/>
                </a:lnTo>
                <a:lnTo>
                  <a:pt x="828" y="703"/>
                </a:lnTo>
                <a:lnTo>
                  <a:pt x="828" y="704"/>
                </a:lnTo>
                <a:lnTo>
                  <a:pt x="830" y="704"/>
                </a:lnTo>
                <a:lnTo>
                  <a:pt x="830" y="705"/>
                </a:lnTo>
                <a:lnTo>
                  <a:pt x="831" y="705"/>
                </a:lnTo>
                <a:lnTo>
                  <a:pt x="832" y="705"/>
                </a:lnTo>
                <a:lnTo>
                  <a:pt x="834" y="704"/>
                </a:lnTo>
                <a:lnTo>
                  <a:pt x="835" y="705"/>
                </a:lnTo>
                <a:lnTo>
                  <a:pt x="836" y="705"/>
                </a:lnTo>
                <a:lnTo>
                  <a:pt x="837" y="707"/>
                </a:lnTo>
                <a:lnTo>
                  <a:pt x="836" y="708"/>
                </a:lnTo>
                <a:lnTo>
                  <a:pt x="834" y="708"/>
                </a:lnTo>
                <a:lnTo>
                  <a:pt x="834" y="709"/>
                </a:lnTo>
                <a:lnTo>
                  <a:pt x="834" y="710"/>
                </a:lnTo>
                <a:lnTo>
                  <a:pt x="835" y="710"/>
                </a:lnTo>
                <a:lnTo>
                  <a:pt x="836" y="710"/>
                </a:lnTo>
                <a:lnTo>
                  <a:pt x="836" y="711"/>
                </a:lnTo>
                <a:lnTo>
                  <a:pt x="835" y="713"/>
                </a:lnTo>
                <a:lnTo>
                  <a:pt x="835" y="715"/>
                </a:lnTo>
                <a:lnTo>
                  <a:pt x="836" y="716"/>
                </a:lnTo>
                <a:lnTo>
                  <a:pt x="837" y="716"/>
                </a:lnTo>
                <a:lnTo>
                  <a:pt x="838" y="716"/>
                </a:lnTo>
                <a:lnTo>
                  <a:pt x="839" y="717"/>
                </a:lnTo>
                <a:lnTo>
                  <a:pt x="839" y="718"/>
                </a:lnTo>
                <a:lnTo>
                  <a:pt x="839" y="719"/>
                </a:lnTo>
                <a:lnTo>
                  <a:pt x="837" y="720"/>
                </a:lnTo>
                <a:lnTo>
                  <a:pt x="836" y="719"/>
                </a:lnTo>
                <a:lnTo>
                  <a:pt x="836" y="718"/>
                </a:lnTo>
                <a:lnTo>
                  <a:pt x="835" y="718"/>
                </a:lnTo>
                <a:lnTo>
                  <a:pt x="834" y="719"/>
                </a:lnTo>
                <a:lnTo>
                  <a:pt x="834" y="720"/>
                </a:lnTo>
                <a:lnTo>
                  <a:pt x="834" y="721"/>
                </a:lnTo>
                <a:lnTo>
                  <a:pt x="835" y="721"/>
                </a:lnTo>
                <a:lnTo>
                  <a:pt x="835" y="722"/>
                </a:lnTo>
                <a:lnTo>
                  <a:pt x="836" y="722"/>
                </a:lnTo>
                <a:lnTo>
                  <a:pt x="836" y="723"/>
                </a:lnTo>
                <a:lnTo>
                  <a:pt x="836" y="726"/>
                </a:lnTo>
                <a:lnTo>
                  <a:pt x="835" y="728"/>
                </a:lnTo>
                <a:lnTo>
                  <a:pt x="834" y="729"/>
                </a:lnTo>
                <a:lnTo>
                  <a:pt x="834" y="730"/>
                </a:lnTo>
                <a:lnTo>
                  <a:pt x="835" y="731"/>
                </a:lnTo>
                <a:lnTo>
                  <a:pt x="835" y="732"/>
                </a:lnTo>
                <a:lnTo>
                  <a:pt x="836" y="732"/>
                </a:lnTo>
                <a:lnTo>
                  <a:pt x="836" y="738"/>
                </a:lnTo>
                <a:lnTo>
                  <a:pt x="836" y="740"/>
                </a:lnTo>
                <a:lnTo>
                  <a:pt x="836" y="741"/>
                </a:lnTo>
                <a:lnTo>
                  <a:pt x="836" y="742"/>
                </a:lnTo>
                <a:lnTo>
                  <a:pt x="837" y="741"/>
                </a:lnTo>
                <a:lnTo>
                  <a:pt x="837" y="742"/>
                </a:lnTo>
                <a:lnTo>
                  <a:pt x="837" y="743"/>
                </a:lnTo>
                <a:lnTo>
                  <a:pt x="837" y="744"/>
                </a:lnTo>
                <a:lnTo>
                  <a:pt x="836" y="744"/>
                </a:lnTo>
                <a:lnTo>
                  <a:pt x="836" y="745"/>
                </a:lnTo>
                <a:lnTo>
                  <a:pt x="837" y="745"/>
                </a:lnTo>
                <a:lnTo>
                  <a:pt x="838" y="744"/>
                </a:lnTo>
                <a:lnTo>
                  <a:pt x="839" y="743"/>
                </a:lnTo>
                <a:lnTo>
                  <a:pt x="840" y="743"/>
                </a:lnTo>
                <a:lnTo>
                  <a:pt x="841" y="743"/>
                </a:lnTo>
                <a:lnTo>
                  <a:pt x="841" y="745"/>
                </a:lnTo>
                <a:lnTo>
                  <a:pt x="841" y="746"/>
                </a:lnTo>
                <a:lnTo>
                  <a:pt x="840" y="747"/>
                </a:lnTo>
                <a:lnTo>
                  <a:pt x="840" y="748"/>
                </a:lnTo>
                <a:lnTo>
                  <a:pt x="839" y="748"/>
                </a:lnTo>
                <a:lnTo>
                  <a:pt x="839" y="751"/>
                </a:lnTo>
                <a:lnTo>
                  <a:pt x="840" y="751"/>
                </a:lnTo>
                <a:lnTo>
                  <a:pt x="840" y="750"/>
                </a:lnTo>
                <a:lnTo>
                  <a:pt x="841" y="750"/>
                </a:lnTo>
                <a:lnTo>
                  <a:pt x="841" y="751"/>
                </a:lnTo>
                <a:lnTo>
                  <a:pt x="841" y="752"/>
                </a:lnTo>
                <a:lnTo>
                  <a:pt x="841" y="753"/>
                </a:lnTo>
                <a:lnTo>
                  <a:pt x="842" y="754"/>
                </a:lnTo>
                <a:lnTo>
                  <a:pt x="841" y="756"/>
                </a:lnTo>
                <a:lnTo>
                  <a:pt x="840" y="756"/>
                </a:lnTo>
                <a:lnTo>
                  <a:pt x="840" y="757"/>
                </a:lnTo>
                <a:lnTo>
                  <a:pt x="841" y="758"/>
                </a:lnTo>
                <a:lnTo>
                  <a:pt x="841" y="759"/>
                </a:lnTo>
                <a:lnTo>
                  <a:pt x="842" y="759"/>
                </a:lnTo>
                <a:lnTo>
                  <a:pt x="843" y="759"/>
                </a:lnTo>
                <a:lnTo>
                  <a:pt x="844" y="760"/>
                </a:lnTo>
                <a:lnTo>
                  <a:pt x="844" y="759"/>
                </a:lnTo>
                <a:lnTo>
                  <a:pt x="845" y="759"/>
                </a:lnTo>
                <a:lnTo>
                  <a:pt x="846" y="759"/>
                </a:lnTo>
                <a:lnTo>
                  <a:pt x="847" y="759"/>
                </a:lnTo>
                <a:lnTo>
                  <a:pt x="848" y="759"/>
                </a:lnTo>
                <a:lnTo>
                  <a:pt x="848" y="758"/>
                </a:lnTo>
                <a:lnTo>
                  <a:pt x="849" y="758"/>
                </a:lnTo>
                <a:lnTo>
                  <a:pt x="850" y="758"/>
                </a:lnTo>
                <a:lnTo>
                  <a:pt x="851" y="757"/>
                </a:lnTo>
                <a:lnTo>
                  <a:pt x="851" y="758"/>
                </a:lnTo>
                <a:lnTo>
                  <a:pt x="852" y="758"/>
                </a:lnTo>
                <a:lnTo>
                  <a:pt x="852" y="759"/>
                </a:lnTo>
                <a:lnTo>
                  <a:pt x="851" y="759"/>
                </a:lnTo>
                <a:lnTo>
                  <a:pt x="852" y="760"/>
                </a:lnTo>
                <a:lnTo>
                  <a:pt x="852" y="761"/>
                </a:lnTo>
                <a:lnTo>
                  <a:pt x="853" y="761"/>
                </a:lnTo>
                <a:lnTo>
                  <a:pt x="855" y="759"/>
                </a:lnTo>
                <a:lnTo>
                  <a:pt x="855" y="758"/>
                </a:lnTo>
                <a:lnTo>
                  <a:pt x="858" y="758"/>
                </a:lnTo>
                <a:lnTo>
                  <a:pt x="859" y="758"/>
                </a:lnTo>
                <a:lnTo>
                  <a:pt x="859" y="759"/>
                </a:lnTo>
                <a:lnTo>
                  <a:pt x="859" y="762"/>
                </a:lnTo>
                <a:lnTo>
                  <a:pt x="858" y="763"/>
                </a:lnTo>
                <a:lnTo>
                  <a:pt x="858" y="764"/>
                </a:lnTo>
                <a:lnTo>
                  <a:pt x="859" y="764"/>
                </a:lnTo>
                <a:lnTo>
                  <a:pt x="859" y="765"/>
                </a:lnTo>
                <a:lnTo>
                  <a:pt x="860" y="765"/>
                </a:lnTo>
                <a:lnTo>
                  <a:pt x="861" y="765"/>
                </a:lnTo>
                <a:lnTo>
                  <a:pt x="863" y="765"/>
                </a:lnTo>
                <a:lnTo>
                  <a:pt x="863" y="764"/>
                </a:lnTo>
                <a:lnTo>
                  <a:pt x="864" y="763"/>
                </a:lnTo>
                <a:lnTo>
                  <a:pt x="865" y="763"/>
                </a:lnTo>
                <a:lnTo>
                  <a:pt x="866" y="762"/>
                </a:lnTo>
                <a:lnTo>
                  <a:pt x="872" y="760"/>
                </a:lnTo>
                <a:lnTo>
                  <a:pt x="874" y="760"/>
                </a:lnTo>
                <a:lnTo>
                  <a:pt x="875" y="759"/>
                </a:lnTo>
                <a:lnTo>
                  <a:pt x="876" y="759"/>
                </a:lnTo>
                <a:lnTo>
                  <a:pt x="876" y="758"/>
                </a:lnTo>
                <a:lnTo>
                  <a:pt x="877" y="758"/>
                </a:lnTo>
                <a:lnTo>
                  <a:pt x="877" y="759"/>
                </a:lnTo>
                <a:lnTo>
                  <a:pt x="878" y="761"/>
                </a:lnTo>
                <a:lnTo>
                  <a:pt x="878" y="762"/>
                </a:lnTo>
                <a:lnTo>
                  <a:pt x="879" y="763"/>
                </a:lnTo>
                <a:lnTo>
                  <a:pt x="881" y="763"/>
                </a:lnTo>
                <a:lnTo>
                  <a:pt x="883" y="764"/>
                </a:lnTo>
                <a:lnTo>
                  <a:pt x="883" y="765"/>
                </a:lnTo>
                <a:lnTo>
                  <a:pt x="883" y="766"/>
                </a:lnTo>
                <a:lnTo>
                  <a:pt x="883" y="767"/>
                </a:lnTo>
                <a:lnTo>
                  <a:pt x="884" y="768"/>
                </a:lnTo>
                <a:lnTo>
                  <a:pt x="885" y="768"/>
                </a:lnTo>
                <a:lnTo>
                  <a:pt x="886" y="768"/>
                </a:lnTo>
                <a:lnTo>
                  <a:pt x="887" y="769"/>
                </a:lnTo>
                <a:lnTo>
                  <a:pt x="888" y="769"/>
                </a:lnTo>
                <a:lnTo>
                  <a:pt x="889" y="769"/>
                </a:lnTo>
                <a:lnTo>
                  <a:pt x="890" y="769"/>
                </a:lnTo>
                <a:lnTo>
                  <a:pt x="890" y="771"/>
                </a:lnTo>
                <a:lnTo>
                  <a:pt x="891" y="771"/>
                </a:lnTo>
                <a:lnTo>
                  <a:pt x="891" y="770"/>
                </a:lnTo>
                <a:lnTo>
                  <a:pt x="891" y="771"/>
                </a:lnTo>
                <a:lnTo>
                  <a:pt x="892" y="773"/>
                </a:lnTo>
                <a:lnTo>
                  <a:pt x="893" y="774"/>
                </a:lnTo>
                <a:lnTo>
                  <a:pt x="894" y="774"/>
                </a:lnTo>
                <a:lnTo>
                  <a:pt x="895" y="776"/>
                </a:lnTo>
                <a:lnTo>
                  <a:pt x="896" y="778"/>
                </a:lnTo>
                <a:lnTo>
                  <a:pt x="897" y="780"/>
                </a:lnTo>
                <a:lnTo>
                  <a:pt x="897" y="782"/>
                </a:lnTo>
                <a:lnTo>
                  <a:pt x="898" y="782"/>
                </a:lnTo>
                <a:lnTo>
                  <a:pt x="898" y="783"/>
                </a:lnTo>
                <a:lnTo>
                  <a:pt x="899" y="783"/>
                </a:lnTo>
                <a:lnTo>
                  <a:pt x="899" y="784"/>
                </a:lnTo>
                <a:lnTo>
                  <a:pt x="900" y="785"/>
                </a:lnTo>
                <a:lnTo>
                  <a:pt x="901" y="785"/>
                </a:lnTo>
                <a:lnTo>
                  <a:pt x="901" y="784"/>
                </a:lnTo>
                <a:lnTo>
                  <a:pt x="902" y="784"/>
                </a:lnTo>
                <a:lnTo>
                  <a:pt x="902" y="785"/>
                </a:lnTo>
                <a:lnTo>
                  <a:pt x="903" y="786"/>
                </a:lnTo>
                <a:lnTo>
                  <a:pt x="903" y="787"/>
                </a:lnTo>
                <a:lnTo>
                  <a:pt x="904" y="787"/>
                </a:lnTo>
                <a:lnTo>
                  <a:pt x="904" y="788"/>
                </a:lnTo>
                <a:lnTo>
                  <a:pt x="905" y="787"/>
                </a:lnTo>
                <a:lnTo>
                  <a:pt x="906" y="787"/>
                </a:lnTo>
                <a:lnTo>
                  <a:pt x="907" y="787"/>
                </a:lnTo>
                <a:lnTo>
                  <a:pt x="907" y="788"/>
                </a:lnTo>
                <a:lnTo>
                  <a:pt x="908" y="788"/>
                </a:lnTo>
                <a:lnTo>
                  <a:pt x="908" y="789"/>
                </a:lnTo>
                <a:lnTo>
                  <a:pt x="907" y="789"/>
                </a:lnTo>
                <a:lnTo>
                  <a:pt x="907" y="790"/>
                </a:lnTo>
                <a:lnTo>
                  <a:pt x="906" y="790"/>
                </a:lnTo>
                <a:lnTo>
                  <a:pt x="905" y="790"/>
                </a:lnTo>
                <a:lnTo>
                  <a:pt x="905" y="791"/>
                </a:lnTo>
                <a:lnTo>
                  <a:pt x="906" y="791"/>
                </a:lnTo>
                <a:lnTo>
                  <a:pt x="907" y="791"/>
                </a:lnTo>
                <a:lnTo>
                  <a:pt x="908" y="790"/>
                </a:lnTo>
                <a:lnTo>
                  <a:pt x="909" y="789"/>
                </a:lnTo>
                <a:lnTo>
                  <a:pt x="911" y="787"/>
                </a:lnTo>
                <a:lnTo>
                  <a:pt x="912" y="787"/>
                </a:lnTo>
                <a:lnTo>
                  <a:pt x="912" y="786"/>
                </a:lnTo>
                <a:lnTo>
                  <a:pt x="913" y="786"/>
                </a:lnTo>
                <a:lnTo>
                  <a:pt x="914" y="786"/>
                </a:lnTo>
                <a:lnTo>
                  <a:pt x="914" y="787"/>
                </a:lnTo>
                <a:lnTo>
                  <a:pt x="915" y="787"/>
                </a:lnTo>
                <a:lnTo>
                  <a:pt x="915" y="788"/>
                </a:lnTo>
                <a:lnTo>
                  <a:pt x="916" y="788"/>
                </a:lnTo>
                <a:lnTo>
                  <a:pt x="916" y="789"/>
                </a:lnTo>
                <a:lnTo>
                  <a:pt x="917" y="789"/>
                </a:lnTo>
                <a:lnTo>
                  <a:pt x="917" y="790"/>
                </a:lnTo>
                <a:lnTo>
                  <a:pt x="918" y="790"/>
                </a:lnTo>
                <a:lnTo>
                  <a:pt x="920" y="788"/>
                </a:lnTo>
                <a:lnTo>
                  <a:pt x="920" y="787"/>
                </a:lnTo>
                <a:lnTo>
                  <a:pt x="921" y="787"/>
                </a:lnTo>
                <a:lnTo>
                  <a:pt x="921" y="786"/>
                </a:lnTo>
                <a:lnTo>
                  <a:pt x="921" y="785"/>
                </a:lnTo>
                <a:lnTo>
                  <a:pt x="922" y="786"/>
                </a:lnTo>
                <a:lnTo>
                  <a:pt x="922" y="788"/>
                </a:lnTo>
                <a:lnTo>
                  <a:pt x="923" y="789"/>
                </a:lnTo>
                <a:lnTo>
                  <a:pt x="924" y="789"/>
                </a:lnTo>
                <a:lnTo>
                  <a:pt x="924" y="788"/>
                </a:lnTo>
                <a:lnTo>
                  <a:pt x="925" y="788"/>
                </a:lnTo>
                <a:lnTo>
                  <a:pt x="925" y="787"/>
                </a:lnTo>
                <a:lnTo>
                  <a:pt x="926" y="782"/>
                </a:lnTo>
                <a:lnTo>
                  <a:pt x="926" y="780"/>
                </a:lnTo>
                <a:lnTo>
                  <a:pt x="926" y="779"/>
                </a:lnTo>
                <a:lnTo>
                  <a:pt x="925" y="779"/>
                </a:lnTo>
                <a:lnTo>
                  <a:pt x="925" y="778"/>
                </a:lnTo>
                <a:lnTo>
                  <a:pt x="925" y="777"/>
                </a:lnTo>
                <a:lnTo>
                  <a:pt x="924" y="777"/>
                </a:lnTo>
                <a:lnTo>
                  <a:pt x="924" y="776"/>
                </a:lnTo>
                <a:lnTo>
                  <a:pt x="925" y="776"/>
                </a:lnTo>
                <a:lnTo>
                  <a:pt x="926" y="776"/>
                </a:lnTo>
                <a:lnTo>
                  <a:pt x="927" y="776"/>
                </a:lnTo>
                <a:lnTo>
                  <a:pt x="928" y="776"/>
                </a:lnTo>
                <a:lnTo>
                  <a:pt x="928" y="775"/>
                </a:lnTo>
                <a:lnTo>
                  <a:pt x="929" y="775"/>
                </a:lnTo>
                <a:lnTo>
                  <a:pt x="929" y="774"/>
                </a:lnTo>
                <a:lnTo>
                  <a:pt x="928" y="774"/>
                </a:lnTo>
                <a:lnTo>
                  <a:pt x="927" y="773"/>
                </a:lnTo>
                <a:lnTo>
                  <a:pt x="927" y="771"/>
                </a:lnTo>
                <a:lnTo>
                  <a:pt x="928" y="771"/>
                </a:lnTo>
                <a:lnTo>
                  <a:pt x="928" y="770"/>
                </a:lnTo>
                <a:lnTo>
                  <a:pt x="929" y="770"/>
                </a:lnTo>
                <a:lnTo>
                  <a:pt x="929" y="771"/>
                </a:lnTo>
                <a:lnTo>
                  <a:pt x="930" y="771"/>
                </a:lnTo>
                <a:lnTo>
                  <a:pt x="931" y="771"/>
                </a:lnTo>
                <a:lnTo>
                  <a:pt x="932" y="772"/>
                </a:lnTo>
                <a:lnTo>
                  <a:pt x="933" y="772"/>
                </a:lnTo>
                <a:lnTo>
                  <a:pt x="935" y="773"/>
                </a:lnTo>
                <a:lnTo>
                  <a:pt x="936" y="773"/>
                </a:lnTo>
                <a:lnTo>
                  <a:pt x="937" y="772"/>
                </a:lnTo>
                <a:lnTo>
                  <a:pt x="938" y="772"/>
                </a:lnTo>
                <a:lnTo>
                  <a:pt x="939" y="771"/>
                </a:lnTo>
                <a:lnTo>
                  <a:pt x="939" y="770"/>
                </a:lnTo>
                <a:lnTo>
                  <a:pt x="939" y="768"/>
                </a:lnTo>
                <a:lnTo>
                  <a:pt x="939" y="767"/>
                </a:lnTo>
                <a:lnTo>
                  <a:pt x="940" y="767"/>
                </a:lnTo>
                <a:lnTo>
                  <a:pt x="941" y="768"/>
                </a:lnTo>
                <a:lnTo>
                  <a:pt x="942" y="769"/>
                </a:lnTo>
                <a:lnTo>
                  <a:pt x="942" y="770"/>
                </a:lnTo>
                <a:lnTo>
                  <a:pt x="943" y="770"/>
                </a:lnTo>
                <a:lnTo>
                  <a:pt x="943" y="771"/>
                </a:lnTo>
                <a:lnTo>
                  <a:pt x="943" y="772"/>
                </a:lnTo>
                <a:lnTo>
                  <a:pt x="943" y="773"/>
                </a:lnTo>
                <a:lnTo>
                  <a:pt x="942" y="774"/>
                </a:lnTo>
                <a:lnTo>
                  <a:pt x="943" y="774"/>
                </a:lnTo>
                <a:lnTo>
                  <a:pt x="945" y="772"/>
                </a:lnTo>
                <a:lnTo>
                  <a:pt x="945" y="771"/>
                </a:lnTo>
                <a:lnTo>
                  <a:pt x="946" y="770"/>
                </a:lnTo>
                <a:lnTo>
                  <a:pt x="947" y="769"/>
                </a:lnTo>
                <a:lnTo>
                  <a:pt x="947" y="768"/>
                </a:lnTo>
                <a:lnTo>
                  <a:pt x="948" y="768"/>
                </a:lnTo>
                <a:lnTo>
                  <a:pt x="948" y="767"/>
                </a:lnTo>
                <a:lnTo>
                  <a:pt x="948" y="766"/>
                </a:lnTo>
                <a:lnTo>
                  <a:pt x="949" y="766"/>
                </a:lnTo>
                <a:lnTo>
                  <a:pt x="950" y="766"/>
                </a:lnTo>
                <a:lnTo>
                  <a:pt x="951" y="766"/>
                </a:lnTo>
                <a:lnTo>
                  <a:pt x="952" y="766"/>
                </a:lnTo>
                <a:lnTo>
                  <a:pt x="951" y="763"/>
                </a:lnTo>
                <a:lnTo>
                  <a:pt x="951" y="762"/>
                </a:lnTo>
                <a:lnTo>
                  <a:pt x="951" y="761"/>
                </a:lnTo>
                <a:lnTo>
                  <a:pt x="951" y="760"/>
                </a:lnTo>
                <a:lnTo>
                  <a:pt x="952" y="760"/>
                </a:lnTo>
                <a:lnTo>
                  <a:pt x="952" y="759"/>
                </a:lnTo>
                <a:lnTo>
                  <a:pt x="953" y="759"/>
                </a:lnTo>
                <a:lnTo>
                  <a:pt x="954" y="759"/>
                </a:lnTo>
                <a:lnTo>
                  <a:pt x="955" y="757"/>
                </a:lnTo>
                <a:lnTo>
                  <a:pt x="957" y="754"/>
                </a:lnTo>
                <a:lnTo>
                  <a:pt x="957" y="753"/>
                </a:lnTo>
                <a:lnTo>
                  <a:pt x="958" y="752"/>
                </a:lnTo>
                <a:lnTo>
                  <a:pt x="958" y="751"/>
                </a:lnTo>
                <a:lnTo>
                  <a:pt x="958" y="750"/>
                </a:lnTo>
                <a:lnTo>
                  <a:pt x="959" y="750"/>
                </a:lnTo>
                <a:lnTo>
                  <a:pt x="959" y="749"/>
                </a:lnTo>
                <a:lnTo>
                  <a:pt x="960" y="749"/>
                </a:lnTo>
                <a:lnTo>
                  <a:pt x="962" y="749"/>
                </a:lnTo>
                <a:lnTo>
                  <a:pt x="963" y="749"/>
                </a:lnTo>
                <a:lnTo>
                  <a:pt x="963" y="750"/>
                </a:lnTo>
                <a:lnTo>
                  <a:pt x="964" y="750"/>
                </a:lnTo>
                <a:lnTo>
                  <a:pt x="964" y="751"/>
                </a:lnTo>
                <a:lnTo>
                  <a:pt x="965" y="751"/>
                </a:lnTo>
                <a:lnTo>
                  <a:pt x="964" y="751"/>
                </a:lnTo>
                <a:lnTo>
                  <a:pt x="963" y="751"/>
                </a:lnTo>
                <a:lnTo>
                  <a:pt x="962" y="751"/>
                </a:lnTo>
                <a:lnTo>
                  <a:pt x="962" y="752"/>
                </a:lnTo>
                <a:lnTo>
                  <a:pt x="961" y="752"/>
                </a:lnTo>
                <a:lnTo>
                  <a:pt x="961" y="753"/>
                </a:lnTo>
                <a:lnTo>
                  <a:pt x="960" y="753"/>
                </a:lnTo>
                <a:lnTo>
                  <a:pt x="960" y="754"/>
                </a:lnTo>
                <a:lnTo>
                  <a:pt x="959" y="755"/>
                </a:lnTo>
                <a:lnTo>
                  <a:pt x="958" y="755"/>
                </a:lnTo>
                <a:lnTo>
                  <a:pt x="957" y="757"/>
                </a:lnTo>
                <a:lnTo>
                  <a:pt x="957" y="758"/>
                </a:lnTo>
                <a:lnTo>
                  <a:pt x="957" y="759"/>
                </a:lnTo>
                <a:lnTo>
                  <a:pt x="957" y="760"/>
                </a:lnTo>
                <a:lnTo>
                  <a:pt x="956" y="761"/>
                </a:lnTo>
                <a:lnTo>
                  <a:pt x="955" y="761"/>
                </a:lnTo>
                <a:lnTo>
                  <a:pt x="955" y="762"/>
                </a:lnTo>
                <a:lnTo>
                  <a:pt x="954" y="763"/>
                </a:lnTo>
                <a:lnTo>
                  <a:pt x="953" y="763"/>
                </a:lnTo>
                <a:lnTo>
                  <a:pt x="953" y="764"/>
                </a:lnTo>
                <a:lnTo>
                  <a:pt x="952" y="764"/>
                </a:lnTo>
                <a:lnTo>
                  <a:pt x="952" y="765"/>
                </a:lnTo>
                <a:lnTo>
                  <a:pt x="952" y="766"/>
                </a:lnTo>
                <a:lnTo>
                  <a:pt x="953" y="766"/>
                </a:lnTo>
                <a:lnTo>
                  <a:pt x="953" y="765"/>
                </a:lnTo>
                <a:lnTo>
                  <a:pt x="954" y="765"/>
                </a:lnTo>
                <a:lnTo>
                  <a:pt x="955" y="765"/>
                </a:lnTo>
                <a:lnTo>
                  <a:pt x="956" y="765"/>
                </a:lnTo>
                <a:lnTo>
                  <a:pt x="957" y="765"/>
                </a:lnTo>
                <a:lnTo>
                  <a:pt x="957" y="766"/>
                </a:lnTo>
                <a:lnTo>
                  <a:pt x="958" y="767"/>
                </a:lnTo>
                <a:lnTo>
                  <a:pt x="959" y="767"/>
                </a:lnTo>
                <a:lnTo>
                  <a:pt x="959" y="768"/>
                </a:lnTo>
                <a:lnTo>
                  <a:pt x="959" y="769"/>
                </a:lnTo>
                <a:lnTo>
                  <a:pt x="959" y="770"/>
                </a:lnTo>
                <a:lnTo>
                  <a:pt x="959" y="771"/>
                </a:lnTo>
                <a:lnTo>
                  <a:pt x="958" y="771"/>
                </a:lnTo>
                <a:lnTo>
                  <a:pt x="958" y="772"/>
                </a:lnTo>
                <a:lnTo>
                  <a:pt x="957" y="773"/>
                </a:lnTo>
                <a:lnTo>
                  <a:pt x="956" y="774"/>
                </a:lnTo>
                <a:lnTo>
                  <a:pt x="957" y="774"/>
                </a:lnTo>
                <a:lnTo>
                  <a:pt x="958" y="774"/>
                </a:lnTo>
                <a:lnTo>
                  <a:pt x="959" y="774"/>
                </a:lnTo>
                <a:lnTo>
                  <a:pt x="960" y="775"/>
                </a:lnTo>
                <a:lnTo>
                  <a:pt x="960" y="776"/>
                </a:lnTo>
                <a:lnTo>
                  <a:pt x="960" y="777"/>
                </a:lnTo>
                <a:lnTo>
                  <a:pt x="960" y="780"/>
                </a:lnTo>
                <a:lnTo>
                  <a:pt x="962" y="784"/>
                </a:lnTo>
                <a:lnTo>
                  <a:pt x="964" y="787"/>
                </a:lnTo>
                <a:lnTo>
                  <a:pt x="964" y="788"/>
                </a:lnTo>
                <a:lnTo>
                  <a:pt x="964" y="789"/>
                </a:lnTo>
                <a:lnTo>
                  <a:pt x="964" y="790"/>
                </a:lnTo>
                <a:lnTo>
                  <a:pt x="964" y="791"/>
                </a:lnTo>
                <a:lnTo>
                  <a:pt x="964" y="792"/>
                </a:lnTo>
                <a:lnTo>
                  <a:pt x="964" y="793"/>
                </a:lnTo>
                <a:lnTo>
                  <a:pt x="964" y="794"/>
                </a:lnTo>
                <a:lnTo>
                  <a:pt x="965" y="795"/>
                </a:lnTo>
                <a:lnTo>
                  <a:pt x="965" y="797"/>
                </a:lnTo>
                <a:lnTo>
                  <a:pt x="965" y="798"/>
                </a:lnTo>
                <a:lnTo>
                  <a:pt x="966" y="798"/>
                </a:lnTo>
                <a:lnTo>
                  <a:pt x="967" y="801"/>
                </a:lnTo>
                <a:lnTo>
                  <a:pt x="967" y="802"/>
                </a:lnTo>
                <a:lnTo>
                  <a:pt x="968" y="806"/>
                </a:lnTo>
                <a:lnTo>
                  <a:pt x="968" y="807"/>
                </a:lnTo>
                <a:lnTo>
                  <a:pt x="968" y="809"/>
                </a:lnTo>
                <a:lnTo>
                  <a:pt x="968" y="810"/>
                </a:lnTo>
                <a:lnTo>
                  <a:pt x="970" y="811"/>
                </a:lnTo>
                <a:lnTo>
                  <a:pt x="971" y="812"/>
                </a:lnTo>
                <a:lnTo>
                  <a:pt x="971" y="813"/>
                </a:lnTo>
                <a:lnTo>
                  <a:pt x="970" y="814"/>
                </a:lnTo>
                <a:lnTo>
                  <a:pt x="970" y="815"/>
                </a:lnTo>
                <a:lnTo>
                  <a:pt x="970" y="816"/>
                </a:lnTo>
                <a:lnTo>
                  <a:pt x="970" y="817"/>
                </a:lnTo>
                <a:lnTo>
                  <a:pt x="970" y="819"/>
                </a:lnTo>
                <a:lnTo>
                  <a:pt x="970" y="820"/>
                </a:lnTo>
                <a:lnTo>
                  <a:pt x="970" y="821"/>
                </a:lnTo>
                <a:lnTo>
                  <a:pt x="971" y="822"/>
                </a:lnTo>
                <a:lnTo>
                  <a:pt x="971" y="825"/>
                </a:lnTo>
                <a:lnTo>
                  <a:pt x="972" y="825"/>
                </a:lnTo>
                <a:lnTo>
                  <a:pt x="972" y="826"/>
                </a:lnTo>
                <a:lnTo>
                  <a:pt x="973" y="829"/>
                </a:lnTo>
                <a:lnTo>
                  <a:pt x="974" y="829"/>
                </a:lnTo>
                <a:lnTo>
                  <a:pt x="975" y="830"/>
                </a:lnTo>
                <a:lnTo>
                  <a:pt x="975" y="831"/>
                </a:lnTo>
                <a:lnTo>
                  <a:pt x="976" y="833"/>
                </a:lnTo>
                <a:lnTo>
                  <a:pt x="976" y="834"/>
                </a:lnTo>
                <a:lnTo>
                  <a:pt x="976" y="836"/>
                </a:lnTo>
                <a:lnTo>
                  <a:pt x="976" y="837"/>
                </a:lnTo>
                <a:lnTo>
                  <a:pt x="976" y="839"/>
                </a:lnTo>
                <a:lnTo>
                  <a:pt x="976" y="840"/>
                </a:lnTo>
                <a:lnTo>
                  <a:pt x="976" y="841"/>
                </a:lnTo>
                <a:lnTo>
                  <a:pt x="976" y="842"/>
                </a:lnTo>
                <a:lnTo>
                  <a:pt x="976" y="843"/>
                </a:lnTo>
                <a:lnTo>
                  <a:pt x="976" y="844"/>
                </a:lnTo>
                <a:lnTo>
                  <a:pt x="976" y="845"/>
                </a:lnTo>
                <a:lnTo>
                  <a:pt x="975" y="845"/>
                </a:lnTo>
                <a:lnTo>
                  <a:pt x="975" y="846"/>
                </a:lnTo>
                <a:lnTo>
                  <a:pt x="975" y="847"/>
                </a:lnTo>
                <a:lnTo>
                  <a:pt x="976" y="850"/>
                </a:lnTo>
                <a:lnTo>
                  <a:pt x="977" y="850"/>
                </a:lnTo>
                <a:lnTo>
                  <a:pt x="977" y="851"/>
                </a:lnTo>
                <a:lnTo>
                  <a:pt x="978" y="851"/>
                </a:lnTo>
                <a:lnTo>
                  <a:pt x="979" y="851"/>
                </a:lnTo>
                <a:lnTo>
                  <a:pt x="979" y="852"/>
                </a:lnTo>
                <a:lnTo>
                  <a:pt x="979" y="853"/>
                </a:lnTo>
                <a:lnTo>
                  <a:pt x="978" y="854"/>
                </a:lnTo>
                <a:lnTo>
                  <a:pt x="977" y="856"/>
                </a:lnTo>
                <a:lnTo>
                  <a:pt x="976" y="856"/>
                </a:lnTo>
                <a:lnTo>
                  <a:pt x="976" y="857"/>
                </a:lnTo>
                <a:lnTo>
                  <a:pt x="976" y="859"/>
                </a:lnTo>
                <a:lnTo>
                  <a:pt x="977" y="859"/>
                </a:lnTo>
                <a:lnTo>
                  <a:pt x="977" y="860"/>
                </a:lnTo>
                <a:lnTo>
                  <a:pt x="976" y="860"/>
                </a:lnTo>
                <a:lnTo>
                  <a:pt x="976" y="861"/>
                </a:lnTo>
                <a:lnTo>
                  <a:pt x="976" y="862"/>
                </a:lnTo>
                <a:lnTo>
                  <a:pt x="976" y="863"/>
                </a:lnTo>
                <a:lnTo>
                  <a:pt x="977" y="863"/>
                </a:lnTo>
                <a:lnTo>
                  <a:pt x="977" y="864"/>
                </a:lnTo>
                <a:lnTo>
                  <a:pt x="977" y="866"/>
                </a:lnTo>
                <a:lnTo>
                  <a:pt x="978" y="867"/>
                </a:lnTo>
                <a:lnTo>
                  <a:pt x="979" y="868"/>
                </a:lnTo>
                <a:lnTo>
                  <a:pt x="979" y="869"/>
                </a:lnTo>
                <a:lnTo>
                  <a:pt x="978" y="868"/>
                </a:lnTo>
                <a:lnTo>
                  <a:pt x="977" y="868"/>
                </a:lnTo>
                <a:lnTo>
                  <a:pt x="977" y="869"/>
                </a:lnTo>
                <a:lnTo>
                  <a:pt x="977" y="870"/>
                </a:lnTo>
                <a:lnTo>
                  <a:pt x="977" y="871"/>
                </a:lnTo>
                <a:lnTo>
                  <a:pt x="978" y="871"/>
                </a:lnTo>
                <a:lnTo>
                  <a:pt x="978" y="872"/>
                </a:lnTo>
                <a:lnTo>
                  <a:pt x="977" y="872"/>
                </a:lnTo>
                <a:lnTo>
                  <a:pt x="977" y="873"/>
                </a:lnTo>
                <a:lnTo>
                  <a:pt x="977" y="874"/>
                </a:lnTo>
                <a:lnTo>
                  <a:pt x="976" y="875"/>
                </a:lnTo>
                <a:lnTo>
                  <a:pt x="976" y="876"/>
                </a:lnTo>
                <a:lnTo>
                  <a:pt x="976" y="877"/>
                </a:lnTo>
                <a:lnTo>
                  <a:pt x="976" y="878"/>
                </a:lnTo>
                <a:lnTo>
                  <a:pt x="976" y="879"/>
                </a:lnTo>
                <a:lnTo>
                  <a:pt x="976" y="880"/>
                </a:lnTo>
                <a:lnTo>
                  <a:pt x="977" y="880"/>
                </a:lnTo>
                <a:lnTo>
                  <a:pt x="977" y="881"/>
                </a:lnTo>
                <a:lnTo>
                  <a:pt x="978" y="881"/>
                </a:lnTo>
                <a:lnTo>
                  <a:pt x="978" y="882"/>
                </a:lnTo>
                <a:lnTo>
                  <a:pt x="977" y="882"/>
                </a:lnTo>
                <a:lnTo>
                  <a:pt x="978" y="883"/>
                </a:lnTo>
                <a:lnTo>
                  <a:pt x="978" y="884"/>
                </a:lnTo>
                <a:lnTo>
                  <a:pt x="979" y="884"/>
                </a:lnTo>
                <a:lnTo>
                  <a:pt x="979" y="885"/>
                </a:lnTo>
                <a:lnTo>
                  <a:pt x="978" y="885"/>
                </a:lnTo>
                <a:lnTo>
                  <a:pt x="978" y="886"/>
                </a:lnTo>
                <a:lnTo>
                  <a:pt x="978" y="887"/>
                </a:lnTo>
                <a:lnTo>
                  <a:pt x="978" y="888"/>
                </a:lnTo>
                <a:lnTo>
                  <a:pt x="978" y="889"/>
                </a:lnTo>
                <a:lnTo>
                  <a:pt x="977" y="889"/>
                </a:lnTo>
                <a:lnTo>
                  <a:pt x="977" y="890"/>
                </a:lnTo>
                <a:lnTo>
                  <a:pt x="977" y="891"/>
                </a:lnTo>
                <a:lnTo>
                  <a:pt x="977" y="892"/>
                </a:lnTo>
                <a:lnTo>
                  <a:pt x="977" y="893"/>
                </a:lnTo>
                <a:lnTo>
                  <a:pt x="976" y="892"/>
                </a:lnTo>
                <a:lnTo>
                  <a:pt x="975" y="893"/>
                </a:lnTo>
                <a:lnTo>
                  <a:pt x="975" y="894"/>
                </a:lnTo>
                <a:lnTo>
                  <a:pt x="975" y="895"/>
                </a:lnTo>
                <a:lnTo>
                  <a:pt x="975" y="896"/>
                </a:lnTo>
                <a:lnTo>
                  <a:pt x="975" y="897"/>
                </a:lnTo>
                <a:lnTo>
                  <a:pt x="976" y="897"/>
                </a:lnTo>
                <a:lnTo>
                  <a:pt x="976" y="899"/>
                </a:lnTo>
                <a:lnTo>
                  <a:pt x="975" y="900"/>
                </a:lnTo>
                <a:lnTo>
                  <a:pt x="975" y="901"/>
                </a:lnTo>
                <a:lnTo>
                  <a:pt x="976" y="902"/>
                </a:lnTo>
                <a:lnTo>
                  <a:pt x="976" y="903"/>
                </a:lnTo>
                <a:lnTo>
                  <a:pt x="977" y="903"/>
                </a:lnTo>
                <a:lnTo>
                  <a:pt x="978" y="904"/>
                </a:lnTo>
                <a:lnTo>
                  <a:pt x="979" y="905"/>
                </a:lnTo>
                <a:lnTo>
                  <a:pt x="980" y="905"/>
                </a:lnTo>
                <a:lnTo>
                  <a:pt x="980" y="906"/>
                </a:lnTo>
                <a:lnTo>
                  <a:pt x="980" y="907"/>
                </a:lnTo>
                <a:lnTo>
                  <a:pt x="980" y="909"/>
                </a:lnTo>
                <a:lnTo>
                  <a:pt x="980" y="910"/>
                </a:lnTo>
                <a:lnTo>
                  <a:pt x="980" y="911"/>
                </a:lnTo>
                <a:lnTo>
                  <a:pt x="979" y="911"/>
                </a:lnTo>
                <a:lnTo>
                  <a:pt x="978" y="911"/>
                </a:lnTo>
                <a:lnTo>
                  <a:pt x="977" y="911"/>
                </a:lnTo>
                <a:lnTo>
                  <a:pt x="976" y="912"/>
                </a:lnTo>
                <a:lnTo>
                  <a:pt x="976" y="913"/>
                </a:lnTo>
                <a:lnTo>
                  <a:pt x="976" y="914"/>
                </a:lnTo>
                <a:lnTo>
                  <a:pt x="975" y="915"/>
                </a:lnTo>
                <a:lnTo>
                  <a:pt x="974" y="915"/>
                </a:lnTo>
                <a:lnTo>
                  <a:pt x="973" y="915"/>
                </a:lnTo>
                <a:lnTo>
                  <a:pt x="972" y="915"/>
                </a:lnTo>
                <a:lnTo>
                  <a:pt x="971" y="915"/>
                </a:lnTo>
                <a:lnTo>
                  <a:pt x="971" y="916"/>
                </a:lnTo>
                <a:lnTo>
                  <a:pt x="971" y="915"/>
                </a:lnTo>
                <a:lnTo>
                  <a:pt x="970" y="915"/>
                </a:lnTo>
                <a:lnTo>
                  <a:pt x="970" y="914"/>
                </a:lnTo>
                <a:lnTo>
                  <a:pt x="970" y="913"/>
                </a:lnTo>
                <a:lnTo>
                  <a:pt x="969" y="913"/>
                </a:lnTo>
                <a:lnTo>
                  <a:pt x="969" y="914"/>
                </a:lnTo>
                <a:lnTo>
                  <a:pt x="968" y="914"/>
                </a:lnTo>
                <a:lnTo>
                  <a:pt x="968" y="915"/>
                </a:lnTo>
                <a:lnTo>
                  <a:pt x="968" y="916"/>
                </a:lnTo>
                <a:lnTo>
                  <a:pt x="967" y="916"/>
                </a:lnTo>
                <a:lnTo>
                  <a:pt x="967" y="915"/>
                </a:lnTo>
                <a:lnTo>
                  <a:pt x="966" y="915"/>
                </a:lnTo>
                <a:lnTo>
                  <a:pt x="966" y="916"/>
                </a:lnTo>
                <a:lnTo>
                  <a:pt x="965" y="917"/>
                </a:lnTo>
                <a:lnTo>
                  <a:pt x="965" y="918"/>
                </a:lnTo>
                <a:lnTo>
                  <a:pt x="964" y="918"/>
                </a:lnTo>
                <a:lnTo>
                  <a:pt x="963" y="918"/>
                </a:lnTo>
                <a:lnTo>
                  <a:pt x="962" y="918"/>
                </a:lnTo>
                <a:lnTo>
                  <a:pt x="962" y="917"/>
                </a:lnTo>
                <a:lnTo>
                  <a:pt x="963" y="917"/>
                </a:lnTo>
                <a:lnTo>
                  <a:pt x="962" y="917"/>
                </a:lnTo>
                <a:lnTo>
                  <a:pt x="962" y="916"/>
                </a:lnTo>
                <a:lnTo>
                  <a:pt x="962" y="917"/>
                </a:lnTo>
                <a:lnTo>
                  <a:pt x="960" y="917"/>
                </a:lnTo>
                <a:lnTo>
                  <a:pt x="959" y="916"/>
                </a:lnTo>
                <a:lnTo>
                  <a:pt x="959" y="915"/>
                </a:lnTo>
                <a:lnTo>
                  <a:pt x="958" y="915"/>
                </a:lnTo>
                <a:lnTo>
                  <a:pt x="957" y="915"/>
                </a:lnTo>
                <a:lnTo>
                  <a:pt x="956" y="915"/>
                </a:lnTo>
                <a:lnTo>
                  <a:pt x="956" y="914"/>
                </a:lnTo>
                <a:lnTo>
                  <a:pt x="955" y="914"/>
                </a:lnTo>
                <a:lnTo>
                  <a:pt x="955" y="915"/>
                </a:lnTo>
                <a:lnTo>
                  <a:pt x="954" y="916"/>
                </a:lnTo>
                <a:lnTo>
                  <a:pt x="951" y="916"/>
                </a:lnTo>
                <a:lnTo>
                  <a:pt x="951" y="917"/>
                </a:lnTo>
                <a:lnTo>
                  <a:pt x="950" y="918"/>
                </a:lnTo>
                <a:lnTo>
                  <a:pt x="949" y="919"/>
                </a:lnTo>
                <a:lnTo>
                  <a:pt x="950" y="919"/>
                </a:lnTo>
                <a:lnTo>
                  <a:pt x="951" y="919"/>
                </a:lnTo>
                <a:lnTo>
                  <a:pt x="951" y="920"/>
                </a:lnTo>
                <a:lnTo>
                  <a:pt x="950" y="920"/>
                </a:lnTo>
                <a:lnTo>
                  <a:pt x="949" y="920"/>
                </a:lnTo>
                <a:lnTo>
                  <a:pt x="948" y="920"/>
                </a:lnTo>
                <a:lnTo>
                  <a:pt x="947" y="920"/>
                </a:lnTo>
                <a:lnTo>
                  <a:pt x="947" y="919"/>
                </a:lnTo>
                <a:lnTo>
                  <a:pt x="946" y="919"/>
                </a:lnTo>
                <a:lnTo>
                  <a:pt x="945" y="919"/>
                </a:lnTo>
                <a:lnTo>
                  <a:pt x="945" y="920"/>
                </a:lnTo>
                <a:lnTo>
                  <a:pt x="944" y="920"/>
                </a:lnTo>
                <a:lnTo>
                  <a:pt x="944" y="919"/>
                </a:lnTo>
                <a:lnTo>
                  <a:pt x="943" y="919"/>
                </a:lnTo>
                <a:lnTo>
                  <a:pt x="942" y="918"/>
                </a:lnTo>
                <a:lnTo>
                  <a:pt x="941" y="918"/>
                </a:lnTo>
                <a:lnTo>
                  <a:pt x="940" y="918"/>
                </a:lnTo>
                <a:lnTo>
                  <a:pt x="940" y="919"/>
                </a:lnTo>
                <a:lnTo>
                  <a:pt x="939" y="919"/>
                </a:lnTo>
                <a:lnTo>
                  <a:pt x="939" y="920"/>
                </a:lnTo>
                <a:lnTo>
                  <a:pt x="938" y="921"/>
                </a:lnTo>
                <a:lnTo>
                  <a:pt x="939" y="921"/>
                </a:lnTo>
                <a:lnTo>
                  <a:pt x="938" y="921"/>
                </a:lnTo>
                <a:lnTo>
                  <a:pt x="938" y="922"/>
                </a:lnTo>
                <a:lnTo>
                  <a:pt x="937" y="922"/>
                </a:lnTo>
                <a:lnTo>
                  <a:pt x="936" y="922"/>
                </a:lnTo>
                <a:lnTo>
                  <a:pt x="935" y="923"/>
                </a:lnTo>
                <a:lnTo>
                  <a:pt x="934" y="923"/>
                </a:lnTo>
                <a:lnTo>
                  <a:pt x="933" y="924"/>
                </a:lnTo>
                <a:lnTo>
                  <a:pt x="933" y="925"/>
                </a:lnTo>
                <a:lnTo>
                  <a:pt x="932" y="926"/>
                </a:lnTo>
                <a:lnTo>
                  <a:pt x="932" y="927"/>
                </a:lnTo>
                <a:lnTo>
                  <a:pt x="931" y="927"/>
                </a:lnTo>
                <a:lnTo>
                  <a:pt x="930" y="928"/>
                </a:lnTo>
                <a:lnTo>
                  <a:pt x="929" y="928"/>
                </a:lnTo>
                <a:lnTo>
                  <a:pt x="929" y="929"/>
                </a:lnTo>
                <a:lnTo>
                  <a:pt x="928" y="929"/>
                </a:lnTo>
                <a:lnTo>
                  <a:pt x="928" y="930"/>
                </a:lnTo>
                <a:lnTo>
                  <a:pt x="927" y="930"/>
                </a:lnTo>
                <a:lnTo>
                  <a:pt x="927" y="931"/>
                </a:lnTo>
                <a:lnTo>
                  <a:pt x="926" y="931"/>
                </a:lnTo>
                <a:lnTo>
                  <a:pt x="926" y="932"/>
                </a:lnTo>
                <a:lnTo>
                  <a:pt x="926" y="933"/>
                </a:lnTo>
                <a:lnTo>
                  <a:pt x="925" y="934"/>
                </a:lnTo>
                <a:lnTo>
                  <a:pt x="924" y="934"/>
                </a:lnTo>
                <a:lnTo>
                  <a:pt x="923" y="934"/>
                </a:lnTo>
                <a:lnTo>
                  <a:pt x="922" y="935"/>
                </a:lnTo>
                <a:lnTo>
                  <a:pt x="921" y="936"/>
                </a:lnTo>
                <a:lnTo>
                  <a:pt x="921" y="937"/>
                </a:lnTo>
                <a:lnTo>
                  <a:pt x="920" y="937"/>
                </a:lnTo>
                <a:lnTo>
                  <a:pt x="919" y="937"/>
                </a:lnTo>
                <a:lnTo>
                  <a:pt x="918" y="937"/>
                </a:lnTo>
                <a:lnTo>
                  <a:pt x="917" y="937"/>
                </a:lnTo>
                <a:lnTo>
                  <a:pt x="916" y="937"/>
                </a:lnTo>
                <a:lnTo>
                  <a:pt x="915" y="937"/>
                </a:lnTo>
                <a:lnTo>
                  <a:pt x="916" y="937"/>
                </a:lnTo>
                <a:lnTo>
                  <a:pt x="916" y="938"/>
                </a:lnTo>
                <a:lnTo>
                  <a:pt x="915" y="938"/>
                </a:lnTo>
                <a:lnTo>
                  <a:pt x="915" y="939"/>
                </a:lnTo>
                <a:lnTo>
                  <a:pt x="915" y="940"/>
                </a:lnTo>
                <a:lnTo>
                  <a:pt x="914" y="941"/>
                </a:lnTo>
                <a:lnTo>
                  <a:pt x="913" y="942"/>
                </a:lnTo>
                <a:lnTo>
                  <a:pt x="912" y="942"/>
                </a:lnTo>
                <a:lnTo>
                  <a:pt x="912" y="943"/>
                </a:lnTo>
                <a:lnTo>
                  <a:pt x="911" y="943"/>
                </a:lnTo>
                <a:lnTo>
                  <a:pt x="911" y="944"/>
                </a:lnTo>
                <a:lnTo>
                  <a:pt x="911" y="945"/>
                </a:lnTo>
                <a:lnTo>
                  <a:pt x="910" y="945"/>
                </a:lnTo>
                <a:lnTo>
                  <a:pt x="910" y="946"/>
                </a:lnTo>
                <a:lnTo>
                  <a:pt x="910" y="947"/>
                </a:lnTo>
                <a:lnTo>
                  <a:pt x="910" y="948"/>
                </a:lnTo>
                <a:lnTo>
                  <a:pt x="910" y="949"/>
                </a:lnTo>
                <a:lnTo>
                  <a:pt x="909" y="949"/>
                </a:lnTo>
                <a:lnTo>
                  <a:pt x="909" y="950"/>
                </a:lnTo>
                <a:lnTo>
                  <a:pt x="910" y="950"/>
                </a:lnTo>
                <a:lnTo>
                  <a:pt x="910" y="951"/>
                </a:lnTo>
                <a:lnTo>
                  <a:pt x="910" y="952"/>
                </a:lnTo>
                <a:lnTo>
                  <a:pt x="911" y="952"/>
                </a:lnTo>
                <a:lnTo>
                  <a:pt x="911" y="953"/>
                </a:lnTo>
                <a:lnTo>
                  <a:pt x="912" y="953"/>
                </a:lnTo>
                <a:lnTo>
                  <a:pt x="912" y="954"/>
                </a:lnTo>
                <a:lnTo>
                  <a:pt x="912" y="955"/>
                </a:lnTo>
                <a:lnTo>
                  <a:pt x="911" y="956"/>
                </a:lnTo>
                <a:lnTo>
                  <a:pt x="910" y="957"/>
                </a:lnTo>
                <a:lnTo>
                  <a:pt x="909" y="958"/>
                </a:lnTo>
                <a:lnTo>
                  <a:pt x="908" y="958"/>
                </a:lnTo>
                <a:lnTo>
                  <a:pt x="907" y="959"/>
                </a:lnTo>
                <a:lnTo>
                  <a:pt x="907" y="960"/>
                </a:lnTo>
                <a:lnTo>
                  <a:pt x="906" y="960"/>
                </a:lnTo>
                <a:lnTo>
                  <a:pt x="905" y="960"/>
                </a:lnTo>
                <a:lnTo>
                  <a:pt x="905" y="961"/>
                </a:lnTo>
                <a:lnTo>
                  <a:pt x="904" y="961"/>
                </a:lnTo>
                <a:lnTo>
                  <a:pt x="903" y="961"/>
                </a:lnTo>
                <a:lnTo>
                  <a:pt x="903" y="962"/>
                </a:lnTo>
                <a:lnTo>
                  <a:pt x="904" y="962"/>
                </a:lnTo>
                <a:lnTo>
                  <a:pt x="904" y="963"/>
                </a:lnTo>
                <a:lnTo>
                  <a:pt x="904" y="964"/>
                </a:lnTo>
                <a:lnTo>
                  <a:pt x="903" y="964"/>
                </a:lnTo>
                <a:lnTo>
                  <a:pt x="903" y="965"/>
                </a:lnTo>
                <a:lnTo>
                  <a:pt x="902" y="965"/>
                </a:lnTo>
                <a:lnTo>
                  <a:pt x="902" y="966"/>
                </a:lnTo>
                <a:lnTo>
                  <a:pt x="902" y="967"/>
                </a:lnTo>
                <a:lnTo>
                  <a:pt x="903" y="967"/>
                </a:lnTo>
                <a:lnTo>
                  <a:pt x="903" y="968"/>
                </a:lnTo>
                <a:lnTo>
                  <a:pt x="903" y="969"/>
                </a:lnTo>
                <a:lnTo>
                  <a:pt x="902" y="970"/>
                </a:lnTo>
                <a:lnTo>
                  <a:pt x="903" y="970"/>
                </a:lnTo>
                <a:lnTo>
                  <a:pt x="902" y="970"/>
                </a:lnTo>
                <a:lnTo>
                  <a:pt x="902" y="971"/>
                </a:lnTo>
                <a:lnTo>
                  <a:pt x="902" y="972"/>
                </a:lnTo>
                <a:lnTo>
                  <a:pt x="902" y="973"/>
                </a:lnTo>
                <a:lnTo>
                  <a:pt x="901" y="974"/>
                </a:lnTo>
                <a:lnTo>
                  <a:pt x="901" y="975"/>
                </a:lnTo>
                <a:lnTo>
                  <a:pt x="900" y="976"/>
                </a:lnTo>
                <a:lnTo>
                  <a:pt x="899" y="976"/>
                </a:lnTo>
                <a:lnTo>
                  <a:pt x="899" y="977"/>
                </a:lnTo>
                <a:lnTo>
                  <a:pt x="898" y="977"/>
                </a:lnTo>
                <a:lnTo>
                  <a:pt x="898" y="978"/>
                </a:lnTo>
                <a:lnTo>
                  <a:pt x="897" y="979"/>
                </a:lnTo>
                <a:lnTo>
                  <a:pt x="896" y="980"/>
                </a:lnTo>
                <a:lnTo>
                  <a:pt x="895" y="980"/>
                </a:lnTo>
                <a:lnTo>
                  <a:pt x="895" y="981"/>
                </a:lnTo>
                <a:lnTo>
                  <a:pt x="894" y="981"/>
                </a:lnTo>
                <a:lnTo>
                  <a:pt x="894" y="982"/>
                </a:lnTo>
                <a:lnTo>
                  <a:pt x="894" y="983"/>
                </a:lnTo>
                <a:lnTo>
                  <a:pt x="895" y="983"/>
                </a:lnTo>
                <a:lnTo>
                  <a:pt x="895" y="984"/>
                </a:lnTo>
                <a:lnTo>
                  <a:pt x="895" y="985"/>
                </a:lnTo>
                <a:lnTo>
                  <a:pt x="895" y="986"/>
                </a:lnTo>
                <a:lnTo>
                  <a:pt x="896" y="986"/>
                </a:lnTo>
                <a:lnTo>
                  <a:pt x="895" y="987"/>
                </a:lnTo>
                <a:lnTo>
                  <a:pt x="896" y="987"/>
                </a:lnTo>
                <a:lnTo>
                  <a:pt x="897" y="988"/>
                </a:lnTo>
                <a:lnTo>
                  <a:pt x="897" y="989"/>
                </a:lnTo>
                <a:lnTo>
                  <a:pt x="897" y="990"/>
                </a:lnTo>
                <a:lnTo>
                  <a:pt x="898" y="990"/>
                </a:lnTo>
                <a:lnTo>
                  <a:pt x="898" y="991"/>
                </a:lnTo>
                <a:lnTo>
                  <a:pt x="898" y="992"/>
                </a:lnTo>
                <a:lnTo>
                  <a:pt x="898" y="993"/>
                </a:lnTo>
                <a:lnTo>
                  <a:pt x="898" y="994"/>
                </a:lnTo>
                <a:lnTo>
                  <a:pt x="898" y="995"/>
                </a:lnTo>
                <a:lnTo>
                  <a:pt x="898" y="996"/>
                </a:lnTo>
                <a:lnTo>
                  <a:pt x="898" y="997"/>
                </a:lnTo>
                <a:lnTo>
                  <a:pt x="898" y="998"/>
                </a:lnTo>
                <a:lnTo>
                  <a:pt x="897" y="998"/>
                </a:lnTo>
                <a:lnTo>
                  <a:pt x="896" y="999"/>
                </a:lnTo>
                <a:lnTo>
                  <a:pt x="896" y="1000"/>
                </a:lnTo>
                <a:lnTo>
                  <a:pt x="896" y="1001"/>
                </a:lnTo>
                <a:lnTo>
                  <a:pt x="895" y="1001"/>
                </a:lnTo>
                <a:lnTo>
                  <a:pt x="894" y="1001"/>
                </a:lnTo>
                <a:lnTo>
                  <a:pt x="893" y="1002"/>
                </a:lnTo>
                <a:lnTo>
                  <a:pt x="892" y="1002"/>
                </a:lnTo>
                <a:lnTo>
                  <a:pt x="891" y="1001"/>
                </a:lnTo>
                <a:lnTo>
                  <a:pt x="890" y="1001"/>
                </a:lnTo>
                <a:lnTo>
                  <a:pt x="889" y="1003"/>
                </a:lnTo>
                <a:lnTo>
                  <a:pt x="888" y="1004"/>
                </a:lnTo>
                <a:lnTo>
                  <a:pt x="888" y="1005"/>
                </a:lnTo>
                <a:lnTo>
                  <a:pt x="887" y="1006"/>
                </a:lnTo>
                <a:lnTo>
                  <a:pt x="886" y="1006"/>
                </a:lnTo>
                <a:lnTo>
                  <a:pt x="885" y="1006"/>
                </a:lnTo>
                <a:lnTo>
                  <a:pt x="884" y="1006"/>
                </a:lnTo>
                <a:lnTo>
                  <a:pt x="884" y="1005"/>
                </a:lnTo>
                <a:lnTo>
                  <a:pt x="883" y="1004"/>
                </a:lnTo>
                <a:lnTo>
                  <a:pt x="883" y="1003"/>
                </a:lnTo>
                <a:lnTo>
                  <a:pt x="883" y="1004"/>
                </a:lnTo>
                <a:lnTo>
                  <a:pt x="882" y="1004"/>
                </a:lnTo>
                <a:lnTo>
                  <a:pt x="882" y="1003"/>
                </a:lnTo>
                <a:lnTo>
                  <a:pt x="881" y="1003"/>
                </a:lnTo>
                <a:lnTo>
                  <a:pt x="880" y="1003"/>
                </a:lnTo>
                <a:lnTo>
                  <a:pt x="879" y="1004"/>
                </a:lnTo>
                <a:lnTo>
                  <a:pt x="878" y="1005"/>
                </a:lnTo>
                <a:lnTo>
                  <a:pt x="878" y="1006"/>
                </a:lnTo>
                <a:lnTo>
                  <a:pt x="877" y="1006"/>
                </a:lnTo>
                <a:lnTo>
                  <a:pt x="876" y="1005"/>
                </a:lnTo>
                <a:lnTo>
                  <a:pt x="875" y="1004"/>
                </a:lnTo>
                <a:lnTo>
                  <a:pt x="876" y="1004"/>
                </a:lnTo>
                <a:lnTo>
                  <a:pt x="876" y="1003"/>
                </a:lnTo>
                <a:lnTo>
                  <a:pt x="877" y="1003"/>
                </a:lnTo>
                <a:lnTo>
                  <a:pt x="877" y="1001"/>
                </a:lnTo>
                <a:lnTo>
                  <a:pt x="876" y="1000"/>
                </a:lnTo>
                <a:lnTo>
                  <a:pt x="875" y="999"/>
                </a:lnTo>
                <a:lnTo>
                  <a:pt x="874" y="999"/>
                </a:lnTo>
                <a:lnTo>
                  <a:pt x="873" y="999"/>
                </a:lnTo>
                <a:lnTo>
                  <a:pt x="872" y="998"/>
                </a:lnTo>
                <a:lnTo>
                  <a:pt x="871" y="998"/>
                </a:lnTo>
                <a:lnTo>
                  <a:pt x="871" y="999"/>
                </a:lnTo>
                <a:lnTo>
                  <a:pt x="870" y="999"/>
                </a:lnTo>
                <a:lnTo>
                  <a:pt x="869" y="999"/>
                </a:lnTo>
                <a:lnTo>
                  <a:pt x="869" y="998"/>
                </a:lnTo>
                <a:lnTo>
                  <a:pt x="869" y="997"/>
                </a:lnTo>
                <a:lnTo>
                  <a:pt x="868" y="997"/>
                </a:lnTo>
                <a:lnTo>
                  <a:pt x="868" y="996"/>
                </a:lnTo>
                <a:lnTo>
                  <a:pt x="867" y="995"/>
                </a:lnTo>
                <a:lnTo>
                  <a:pt x="867" y="994"/>
                </a:lnTo>
                <a:lnTo>
                  <a:pt x="867" y="993"/>
                </a:lnTo>
                <a:lnTo>
                  <a:pt x="868" y="992"/>
                </a:lnTo>
                <a:lnTo>
                  <a:pt x="868" y="990"/>
                </a:lnTo>
                <a:lnTo>
                  <a:pt x="868" y="989"/>
                </a:lnTo>
                <a:lnTo>
                  <a:pt x="868" y="988"/>
                </a:lnTo>
                <a:lnTo>
                  <a:pt x="868" y="987"/>
                </a:lnTo>
                <a:lnTo>
                  <a:pt x="867" y="987"/>
                </a:lnTo>
                <a:lnTo>
                  <a:pt x="867" y="986"/>
                </a:lnTo>
                <a:lnTo>
                  <a:pt x="867" y="985"/>
                </a:lnTo>
                <a:lnTo>
                  <a:pt x="868" y="984"/>
                </a:lnTo>
                <a:lnTo>
                  <a:pt x="868" y="982"/>
                </a:lnTo>
                <a:lnTo>
                  <a:pt x="867" y="982"/>
                </a:lnTo>
                <a:lnTo>
                  <a:pt x="867" y="981"/>
                </a:lnTo>
                <a:lnTo>
                  <a:pt x="867" y="980"/>
                </a:lnTo>
                <a:lnTo>
                  <a:pt x="868" y="979"/>
                </a:lnTo>
                <a:lnTo>
                  <a:pt x="868" y="977"/>
                </a:lnTo>
                <a:lnTo>
                  <a:pt x="869" y="976"/>
                </a:lnTo>
                <a:lnTo>
                  <a:pt x="869" y="975"/>
                </a:lnTo>
                <a:lnTo>
                  <a:pt x="869" y="974"/>
                </a:lnTo>
                <a:lnTo>
                  <a:pt x="869" y="973"/>
                </a:lnTo>
                <a:lnTo>
                  <a:pt x="870" y="972"/>
                </a:lnTo>
                <a:lnTo>
                  <a:pt x="869" y="971"/>
                </a:lnTo>
                <a:lnTo>
                  <a:pt x="869" y="972"/>
                </a:lnTo>
                <a:lnTo>
                  <a:pt x="868" y="972"/>
                </a:lnTo>
                <a:lnTo>
                  <a:pt x="867" y="972"/>
                </a:lnTo>
                <a:lnTo>
                  <a:pt x="866" y="973"/>
                </a:lnTo>
                <a:lnTo>
                  <a:pt x="865" y="972"/>
                </a:lnTo>
                <a:lnTo>
                  <a:pt x="865" y="971"/>
                </a:lnTo>
                <a:lnTo>
                  <a:pt x="865" y="970"/>
                </a:lnTo>
                <a:lnTo>
                  <a:pt x="864" y="970"/>
                </a:lnTo>
                <a:lnTo>
                  <a:pt x="864" y="971"/>
                </a:lnTo>
                <a:lnTo>
                  <a:pt x="863" y="971"/>
                </a:lnTo>
                <a:lnTo>
                  <a:pt x="862" y="971"/>
                </a:lnTo>
                <a:lnTo>
                  <a:pt x="862" y="970"/>
                </a:lnTo>
                <a:lnTo>
                  <a:pt x="862" y="969"/>
                </a:lnTo>
                <a:lnTo>
                  <a:pt x="861" y="969"/>
                </a:lnTo>
                <a:lnTo>
                  <a:pt x="860" y="968"/>
                </a:lnTo>
                <a:lnTo>
                  <a:pt x="859" y="968"/>
                </a:lnTo>
                <a:lnTo>
                  <a:pt x="859" y="967"/>
                </a:lnTo>
                <a:lnTo>
                  <a:pt x="859" y="966"/>
                </a:lnTo>
                <a:lnTo>
                  <a:pt x="858" y="965"/>
                </a:lnTo>
                <a:lnTo>
                  <a:pt x="859" y="964"/>
                </a:lnTo>
                <a:lnTo>
                  <a:pt x="858" y="963"/>
                </a:lnTo>
                <a:lnTo>
                  <a:pt x="856" y="963"/>
                </a:lnTo>
                <a:lnTo>
                  <a:pt x="855" y="963"/>
                </a:lnTo>
                <a:lnTo>
                  <a:pt x="854" y="963"/>
                </a:lnTo>
                <a:lnTo>
                  <a:pt x="852" y="964"/>
                </a:lnTo>
                <a:lnTo>
                  <a:pt x="850" y="965"/>
                </a:lnTo>
                <a:lnTo>
                  <a:pt x="850" y="966"/>
                </a:lnTo>
                <a:lnTo>
                  <a:pt x="849" y="966"/>
                </a:lnTo>
                <a:lnTo>
                  <a:pt x="850" y="966"/>
                </a:lnTo>
                <a:lnTo>
                  <a:pt x="850" y="967"/>
                </a:lnTo>
                <a:lnTo>
                  <a:pt x="851" y="968"/>
                </a:lnTo>
                <a:lnTo>
                  <a:pt x="850" y="969"/>
                </a:lnTo>
                <a:lnTo>
                  <a:pt x="850" y="970"/>
                </a:lnTo>
                <a:lnTo>
                  <a:pt x="849" y="970"/>
                </a:lnTo>
                <a:lnTo>
                  <a:pt x="848" y="971"/>
                </a:lnTo>
                <a:lnTo>
                  <a:pt x="847" y="972"/>
                </a:lnTo>
                <a:lnTo>
                  <a:pt x="847" y="973"/>
                </a:lnTo>
                <a:lnTo>
                  <a:pt x="847" y="974"/>
                </a:lnTo>
                <a:lnTo>
                  <a:pt x="847" y="975"/>
                </a:lnTo>
                <a:lnTo>
                  <a:pt x="848" y="975"/>
                </a:lnTo>
                <a:lnTo>
                  <a:pt x="848" y="976"/>
                </a:lnTo>
                <a:lnTo>
                  <a:pt x="847" y="976"/>
                </a:lnTo>
                <a:lnTo>
                  <a:pt x="847" y="977"/>
                </a:lnTo>
                <a:lnTo>
                  <a:pt x="847" y="978"/>
                </a:lnTo>
                <a:lnTo>
                  <a:pt x="848" y="978"/>
                </a:lnTo>
                <a:lnTo>
                  <a:pt x="849" y="978"/>
                </a:lnTo>
                <a:lnTo>
                  <a:pt x="849" y="979"/>
                </a:lnTo>
                <a:lnTo>
                  <a:pt x="848" y="981"/>
                </a:lnTo>
                <a:lnTo>
                  <a:pt x="847" y="982"/>
                </a:lnTo>
                <a:lnTo>
                  <a:pt x="846" y="982"/>
                </a:lnTo>
                <a:lnTo>
                  <a:pt x="846" y="983"/>
                </a:lnTo>
                <a:lnTo>
                  <a:pt x="847" y="983"/>
                </a:lnTo>
                <a:lnTo>
                  <a:pt x="847" y="984"/>
                </a:lnTo>
                <a:lnTo>
                  <a:pt x="846" y="984"/>
                </a:lnTo>
                <a:lnTo>
                  <a:pt x="844" y="984"/>
                </a:lnTo>
                <a:lnTo>
                  <a:pt x="843" y="984"/>
                </a:lnTo>
                <a:lnTo>
                  <a:pt x="841" y="984"/>
                </a:lnTo>
                <a:lnTo>
                  <a:pt x="839" y="983"/>
                </a:lnTo>
                <a:lnTo>
                  <a:pt x="838" y="983"/>
                </a:lnTo>
                <a:lnTo>
                  <a:pt x="837" y="984"/>
                </a:lnTo>
                <a:lnTo>
                  <a:pt x="837" y="983"/>
                </a:lnTo>
                <a:lnTo>
                  <a:pt x="836" y="983"/>
                </a:lnTo>
                <a:lnTo>
                  <a:pt x="835" y="982"/>
                </a:lnTo>
                <a:lnTo>
                  <a:pt x="835" y="981"/>
                </a:lnTo>
                <a:lnTo>
                  <a:pt x="834" y="981"/>
                </a:lnTo>
                <a:lnTo>
                  <a:pt x="833" y="982"/>
                </a:lnTo>
                <a:lnTo>
                  <a:pt x="833" y="983"/>
                </a:lnTo>
                <a:lnTo>
                  <a:pt x="833" y="984"/>
                </a:lnTo>
                <a:lnTo>
                  <a:pt x="832" y="985"/>
                </a:lnTo>
                <a:lnTo>
                  <a:pt x="832" y="986"/>
                </a:lnTo>
                <a:lnTo>
                  <a:pt x="832" y="987"/>
                </a:lnTo>
                <a:lnTo>
                  <a:pt x="831" y="987"/>
                </a:lnTo>
                <a:lnTo>
                  <a:pt x="831" y="988"/>
                </a:lnTo>
                <a:lnTo>
                  <a:pt x="832" y="988"/>
                </a:lnTo>
                <a:lnTo>
                  <a:pt x="832" y="989"/>
                </a:lnTo>
                <a:lnTo>
                  <a:pt x="832" y="990"/>
                </a:lnTo>
                <a:lnTo>
                  <a:pt x="831" y="990"/>
                </a:lnTo>
                <a:lnTo>
                  <a:pt x="831" y="991"/>
                </a:lnTo>
                <a:lnTo>
                  <a:pt x="831" y="992"/>
                </a:lnTo>
                <a:lnTo>
                  <a:pt x="831" y="993"/>
                </a:lnTo>
                <a:lnTo>
                  <a:pt x="830" y="994"/>
                </a:lnTo>
                <a:lnTo>
                  <a:pt x="829" y="993"/>
                </a:lnTo>
                <a:lnTo>
                  <a:pt x="829" y="992"/>
                </a:lnTo>
                <a:lnTo>
                  <a:pt x="828" y="992"/>
                </a:lnTo>
                <a:lnTo>
                  <a:pt x="827" y="991"/>
                </a:lnTo>
                <a:lnTo>
                  <a:pt x="827" y="990"/>
                </a:lnTo>
                <a:lnTo>
                  <a:pt x="827" y="989"/>
                </a:lnTo>
                <a:lnTo>
                  <a:pt x="826" y="988"/>
                </a:lnTo>
                <a:lnTo>
                  <a:pt x="825" y="988"/>
                </a:lnTo>
                <a:lnTo>
                  <a:pt x="824" y="989"/>
                </a:lnTo>
                <a:lnTo>
                  <a:pt x="824" y="990"/>
                </a:lnTo>
                <a:lnTo>
                  <a:pt x="823" y="990"/>
                </a:lnTo>
                <a:lnTo>
                  <a:pt x="822" y="991"/>
                </a:lnTo>
                <a:lnTo>
                  <a:pt x="822" y="992"/>
                </a:lnTo>
                <a:lnTo>
                  <a:pt x="821" y="993"/>
                </a:lnTo>
                <a:lnTo>
                  <a:pt x="820" y="993"/>
                </a:lnTo>
                <a:lnTo>
                  <a:pt x="821" y="994"/>
                </a:lnTo>
                <a:lnTo>
                  <a:pt x="821" y="995"/>
                </a:lnTo>
                <a:lnTo>
                  <a:pt x="820" y="995"/>
                </a:lnTo>
                <a:lnTo>
                  <a:pt x="820" y="994"/>
                </a:lnTo>
                <a:lnTo>
                  <a:pt x="819" y="994"/>
                </a:lnTo>
                <a:lnTo>
                  <a:pt x="818" y="993"/>
                </a:lnTo>
                <a:lnTo>
                  <a:pt x="817" y="992"/>
                </a:lnTo>
                <a:lnTo>
                  <a:pt x="817" y="993"/>
                </a:lnTo>
                <a:lnTo>
                  <a:pt x="816" y="993"/>
                </a:lnTo>
                <a:lnTo>
                  <a:pt x="815" y="994"/>
                </a:lnTo>
                <a:lnTo>
                  <a:pt x="813" y="994"/>
                </a:lnTo>
                <a:lnTo>
                  <a:pt x="813" y="995"/>
                </a:lnTo>
                <a:lnTo>
                  <a:pt x="812" y="995"/>
                </a:lnTo>
                <a:lnTo>
                  <a:pt x="812" y="996"/>
                </a:lnTo>
                <a:lnTo>
                  <a:pt x="811" y="996"/>
                </a:lnTo>
                <a:lnTo>
                  <a:pt x="810" y="996"/>
                </a:lnTo>
                <a:lnTo>
                  <a:pt x="810" y="995"/>
                </a:lnTo>
                <a:lnTo>
                  <a:pt x="810" y="994"/>
                </a:lnTo>
                <a:lnTo>
                  <a:pt x="809" y="994"/>
                </a:lnTo>
                <a:lnTo>
                  <a:pt x="808" y="994"/>
                </a:lnTo>
                <a:lnTo>
                  <a:pt x="807" y="994"/>
                </a:lnTo>
                <a:lnTo>
                  <a:pt x="806" y="995"/>
                </a:lnTo>
                <a:lnTo>
                  <a:pt x="805" y="995"/>
                </a:lnTo>
                <a:lnTo>
                  <a:pt x="805" y="996"/>
                </a:lnTo>
                <a:lnTo>
                  <a:pt x="805" y="997"/>
                </a:lnTo>
                <a:lnTo>
                  <a:pt x="804" y="998"/>
                </a:lnTo>
                <a:lnTo>
                  <a:pt x="803" y="999"/>
                </a:lnTo>
                <a:lnTo>
                  <a:pt x="802" y="999"/>
                </a:lnTo>
                <a:lnTo>
                  <a:pt x="802" y="998"/>
                </a:lnTo>
                <a:lnTo>
                  <a:pt x="801" y="997"/>
                </a:lnTo>
                <a:lnTo>
                  <a:pt x="801" y="996"/>
                </a:lnTo>
                <a:lnTo>
                  <a:pt x="800" y="996"/>
                </a:lnTo>
                <a:lnTo>
                  <a:pt x="799" y="995"/>
                </a:lnTo>
                <a:lnTo>
                  <a:pt x="798" y="995"/>
                </a:lnTo>
                <a:lnTo>
                  <a:pt x="797" y="995"/>
                </a:lnTo>
                <a:lnTo>
                  <a:pt x="796" y="995"/>
                </a:lnTo>
                <a:lnTo>
                  <a:pt x="795" y="995"/>
                </a:lnTo>
                <a:lnTo>
                  <a:pt x="793" y="994"/>
                </a:lnTo>
                <a:lnTo>
                  <a:pt x="793" y="993"/>
                </a:lnTo>
                <a:lnTo>
                  <a:pt x="793" y="992"/>
                </a:lnTo>
                <a:lnTo>
                  <a:pt x="793" y="991"/>
                </a:lnTo>
                <a:lnTo>
                  <a:pt x="792" y="991"/>
                </a:lnTo>
                <a:lnTo>
                  <a:pt x="791" y="991"/>
                </a:lnTo>
                <a:lnTo>
                  <a:pt x="792" y="990"/>
                </a:lnTo>
                <a:lnTo>
                  <a:pt x="792" y="989"/>
                </a:lnTo>
                <a:lnTo>
                  <a:pt x="791" y="989"/>
                </a:lnTo>
                <a:lnTo>
                  <a:pt x="791" y="988"/>
                </a:lnTo>
                <a:lnTo>
                  <a:pt x="792" y="987"/>
                </a:lnTo>
                <a:lnTo>
                  <a:pt x="793" y="987"/>
                </a:lnTo>
                <a:lnTo>
                  <a:pt x="793" y="986"/>
                </a:lnTo>
                <a:lnTo>
                  <a:pt x="792" y="986"/>
                </a:lnTo>
                <a:lnTo>
                  <a:pt x="793" y="986"/>
                </a:lnTo>
                <a:lnTo>
                  <a:pt x="792" y="987"/>
                </a:lnTo>
                <a:lnTo>
                  <a:pt x="791" y="987"/>
                </a:lnTo>
                <a:lnTo>
                  <a:pt x="790" y="987"/>
                </a:lnTo>
                <a:lnTo>
                  <a:pt x="788" y="986"/>
                </a:lnTo>
                <a:lnTo>
                  <a:pt x="787" y="986"/>
                </a:lnTo>
                <a:lnTo>
                  <a:pt x="787" y="987"/>
                </a:lnTo>
                <a:lnTo>
                  <a:pt x="786" y="986"/>
                </a:lnTo>
                <a:lnTo>
                  <a:pt x="785" y="986"/>
                </a:lnTo>
                <a:lnTo>
                  <a:pt x="784" y="987"/>
                </a:lnTo>
                <a:lnTo>
                  <a:pt x="783" y="988"/>
                </a:lnTo>
                <a:lnTo>
                  <a:pt x="782" y="988"/>
                </a:lnTo>
                <a:lnTo>
                  <a:pt x="782" y="989"/>
                </a:lnTo>
                <a:lnTo>
                  <a:pt x="782" y="988"/>
                </a:lnTo>
                <a:lnTo>
                  <a:pt x="781" y="986"/>
                </a:lnTo>
                <a:lnTo>
                  <a:pt x="780" y="987"/>
                </a:lnTo>
                <a:lnTo>
                  <a:pt x="779" y="987"/>
                </a:lnTo>
                <a:lnTo>
                  <a:pt x="778" y="987"/>
                </a:lnTo>
                <a:lnTo>
                  <a:pt x="778" y="988"/>
                </a:lnTo>
                <a:lnTo>
                  <a:pt x="778" y="987"/>
                </a:lnTo>
                <a:lnTo>
                  <a:pt x="777" y="987"/>
                </a:lnTo>
                <a:lnTo>
                  <a:pt x="777" y="986"/>
                </a:lnTo>
                <a:lnTo>
                  <a:pt x="778" y="985"/>
                </a:lnTo>
                <a:lnTo>
                  <a:pt x="778" y="984"/>
                </a:lnTo>
                <a:lnTo>
                  <a:pt x="778" y="983"/>
                </a:lnTo>
                <a:lnTo>
                  <a:pt x="777" y="983"/>
                </a:lnTo>
                <a:lnTo>
                  <a:pt x="777" y="984"/>
                </a:lnTo>
                <a:lnTo>
                  <a:pt x="776" y="983"/>
                </a:lnTo>
                <a:lnTo>
                  <a:pt x="775" y="984"/>
                </a:lnTo>
                <a:lnTo>
                  <a:pt x="774" y="984"/>
                </a:lnTo>
                <a:lnTo>
                  <a:pt x="773" y="983"/>
                </a:lnTo>
                <a:lnTo>
                  <a:pt x="772" y="983"/>
                </a:lnTo>
                <a:lnTo>
                  <a:pt x="772" y="982"/>
                </a:lnTo>
                <a:lnTo>
                  <a:pt x="771" y="981"/>
                </a:lnTo>
                <a:lnTo>
                  <a:pt x="771" y="980"/>
                </a:lnTo>
                <a:lnTo>
                  <a:pt x="770" y="981"/>
                </a:lnTo>
                <a:lnTo>
                  <a:pt x="770" y="980"/>
                </a:lnTo>
                <a:lnTo>
                  <a:pt x="770" y="979"/>
                </a:lnTo>
                <a:lnTo>
                  <a:pt x="770" y="978"/>
                </a:lnTo>
                <a:lnTo>
                  <a:pt x="769" y="978"/>
                </a:lnTo>
                <a:lnTo>
                  <a:pt x="768" y="978"/>
                </a:lnTo>
                <a:lnTo>
                  <a:pt x="768" y="977"/>
                </a:lnTo>
                <a:lnTo>
                  <a:pt x="767" y="977"/>
                </a:lnTo>
                <a:lnTo>
                  <a:pt x="766" y="977"/>
                </a:lnTo>
                <a:lnTo>
                  <a:pt x="765" y="976"/>
                </a:lnTo>
                <a:lnTo>
                  <a:pt x="764" y="976"/>
                </a:lnTo>
                <a:lnTo>
                  <a:pt x="764" y="977"/>
                </a:lnTo>
                <a:lnTo>
                  <a:pt x="763" y="976"/>
                </a:lnTo>
                <a:lnTo>
                  <a:pt x="763" y="977"/>
                </a:lnTo>
                <a:lnTo>
                  <a:pt x="762" y="978"/>
                </a:lnTo>
                <a:lnTo>
                  <a:pt x="761" y="978"/>
                </a:lnTo>
                <a:lnTo>
                  <a:pt x="760" y="978"/>
                </a:lnTo>
                <a:lnTo>
                  <a:pt x="760" y="979"/>
                </a:lnTo>
                <a:lnTo>
                  <a:pt x="759" y="982"/>
                </a:lnTo>
                <a:lnTo>
                  <a:pt x="758" y="982"/>
                </a:lnTo>
                <a:lnTo>
                  <a:pt x="757" y="982"/>
                </a:lnTo>
                <a:lnTo>
                  <a:pt x="756" y="982"/>
                </a:lnTo>
                <a:lnTo>
                  <a:pt x="756" y="983"/>
                </a:lnTo>
                <a:lnTo>
                  <a:pt x="755" y="983"/>
                </a:lnTo>
                <a:lnTo>
                  <a:pt x="754" y="982"/>
                </a:lnTo>
                <a:lnTo>
                  <a:pt x="754" y="981"/>
                </a:lnTo>
                <a:lnTo>
                  <a:pt x="753" y="981"/>
                </a:lnTo>
                <a:lnTo>
                  <a:pt x="753" y="980"/>
                </a:lnTo>
                <a:lnTo>
                  <a:pt x="753" y="979"/>
                </a:lnTo>
                <a:lnTo>
                  <a:pt x="752" y="978"/>
                </a:lnTo>
                <a:lnTo>
                  <a:pt x="752" y="977"/>
                </a:lnTo>
                <a:lnTo>
                  <a:pt x="752" y="976"/>
                </a:lnTo>
                <a:lnTo>
                  <a:pt x="752" y="974"/>
                </a:lnTo>
                <a:lnTo>
                  <a:pt x="751" y="973"/>
                </a:lnTo>
                <a:lnTo>
                  <a:pt x="751" y="972"/>
                </a:lnTo>
                <a:lnTo>
                  <a:pt x="751" y="971"/>
                </a:lnTo>
                <a:lnTo>
                  <a:pt x="751" y="970"/>
                </a:lnTo>
                <a:lnTo>
                  <a:pt x="750" y="970"/>
                </a:lnTo>
                <a:lnTo>
                  <a:pt x="750" y="969"/>
                </a:lnTo>
                <a:lnTo>
                  <a:pt x="751" y="969"/>
                </a:lnTo>
                <a:lnTo>
                  <a:pt x="751" y="967"/>
                </a:lnTo>
                <a:lnTo>
                  <a:pt x="751" y="966"/>
                </a:lnTo>
                <a:lnTo>
                  <a:pt x="750" y="966"/>
                </a:lnTo>
                <a:lnTo>
                  <a:pt x="750" y="965"/>
                </a:lnTo>
                <a:lnTo>
                  <a:pt x="751" y="964"/>
                </a:lnTo>
                <a:lnTo>
                  <a:pt x="751" y="963"/>
                </a:lnTo>
                <a:lnTo>
                  <a:pt x="752" y="962"/>
                </a:lnTo>
                <a:lnTo>
                  <a:pt x="754" y="962"/>
                </a:lnTo>
                <a:lnTo>
                  <a:pt x="754" y="961"/>
                </a:lnTo>
                <a:lnTo>
                  <a:pt x="753" y="961"/>
                </a:lnTo>
                <a:lnTo>
                  <a:pt x="753" y="960"/>
                </a:lnTo>
                <a:lnTo>
                  <a:pt x="754" y="960"/>
                </a:lnTo>
                <a:lnTo>
                  <a:pt x="754" y="959"/>
                </a:lnTo>
                <a:lnTo>
                  <a:pt x="754" y="958"/>
                </a:lnTo>
                <a:lnTo>
                  <a:pt x="754" y="957"/>
                </a:lnTo>
                <a:lnTo>
                  <a:pt x="754" y="955"/>
                </a:lnTo>
                <a:lnTo>
                  <a:pt x="755" y="955"/>
                </a:lnTo>
                <a:lnTo>
                  <a:pt x="756" y="955"/>
                </a:lnTo>
                <a:lnTo>
                  <a:pt x="756" y="954"/>
                </a:lnTo>
                <a:lnTo>
                  <a:pt x="756" y="953"/>
                </a:lnTo>
                <a:lnTo>
                  <a:pt x="756" y="952"/>
                </a:lnTo>
                <a:lnTo>
                  <a:pt x="755" y="952"/>
                </a:lnTo>
                <a:lnTo>
                  <a:pt x="754" y="952"/>
                </a:lnTo>
                <a:lnTo>
                  <a:pt x="754" y="951"/>
                </a:lnTo>
                <a:lnTo>
                  <a:pt x="755" y="950"/>
                </a:lnTo>
                <a:lnTo>
                  <a:pt x="754" y="950"/>
                </a:lnTo>
                <a:lnTo>
                  <a:pt x="754" y="949"/>
                </a:lnTo>
                <a:lnTo>
                  <a:pt x="754" y="948"/>
                </a:lnTo>
                <a:lnTo>
                  <a:pt x="754" y="947"/>
                </a:lnTo>
                <a:lnTo>
                  <a:pt x="754" y="946"/>
                </a:lnTo>
                <a:lnTo>
                  <a:pt x="754" y="945"/>
                </a:lnTo>
                <a:lnTo>
                  <a:pt x="754" y="943"/>
                </a:lnTo>
                <a:lnTo>
                  <a:pt x="755" y="942"/>
                </a:lnTo>
                <a:lnTo>
                  <a:pt x="754" y="941"/>
                </a:lnTo>
                <a:lnTo>
                  <a:pt x="754" y="940"/>
                </a:lnTo>
                <a:lnTo>
                  <a:pt x="753" y="940"/>
                </a:lnTo>
                <a:lnTo>
                  <a:pt x="752" y="940"/>
                </a:lnTo>
                <a:lnTo>
                  <a:pt x="751" y="940"/>
                </a:lnTo>
                <a:lnTo>
                  <a:pt x="749" y="940"/>
                </a:lnTo>
                <a:lnTo>
                  <a:pt x="748" y="940"/>
                </a:lnTo>
                <a:lnTo>
                  <a:pt x="748" y="941"/>
                </a:lnTo>
                <a:lnTo>
                  <a:pt x="749" y="941"/>
                </a:lnTo>
                <a:lnTo>
                  <a:pt x="747" y="943"/>
                </a:lnTo>
                <a:lnTo>
                  <a:pt x="747" y="944"/>
                </a:lnTo>
                <a:lnTo>
                  <a:pt x="747" y="945"/>
                </a:lnTo>
                <a:lnTo>
                  <a:pt x="746" y="945"/>
                </a:lnTo>
                <a:lnTo>
                  <a:pt x="746" y="946"/>
                </a:lnTo>
                <a:lnTo>
                  <a:pt x="745" y="946"/>
                </a:lnTo>
                <a:lnTo>
                  <a:pt x="745" y="945"/>
                </a:lnTo>
                <a:lnTo>
                  <a:pt x="745" y="944"/>
                </a:lnTo>
                <a:lnTo>
                  <a:pt x="744" y="943"/>
                </a:lnTo>
                <a:lnTo>
                  <a:pt x="743" y="942"/>
                </a:lnTo>
                <a:lnTo>
                  <a:pt x="743" y="941"/>
                </a:lnTo>
                <a:lnTo>
                  <a:pt x="743" y="940"/>
                </a:lnTo>
                <a:lnTo>
                  <a:pt x="742" y="940"/>
                </a:lnTo>
                <a:lnTo>
                  <a:pt x="741" y="941"/>
                </a:lnTo>
                <a:lnTo>
                  <a:pt x="740" y="941"/>
                </a:lnTo>
                <a:lnTo>
                  <a:pt x="741" y="941"/>
                </a:lnTo>
                <a:lnTo>
                  <a:pt x="741" y="942"/>
                </a:lnTo>
                <a:lnTo>
                  <a:pt x="740" y="942"/>
                </a:lnTo>
                <a:lnTo>
                  <a:pt x="740" y="943"/>
                </a:lnTo>
                <a:lnTo>
                  <a:pt x="739" y="944"/>
                </a:lnTo>
                <a:lnTo>
                  <a:pt x="739" y="945"/>
                </a:lnTo>
                <a:lnTo>
                  <a:pt x="740" y="945"/>
                </a:lnTo>
                <a:lnTo>
                  <a:pt x="740" y="944"/>
                </a:lnTo>
                <a:lnTo>
                  <a:pt x="741" y="944"/>
                </a:lnTo>
                <a:lnTo>
                  <a:pt x="741" y="945"/>
                </a:lnTo>
                <a:lnTo>
                  <a:pt x="742" y="945"/>
                </a:lnTo>
                <a:lnTo>
                  <a:pt x="742" y="946"/>
                </a:lnTo>
                <a:lnTo>
                  <a:pt x="741" y="946"/>
                </a:lnTo>
                <a:lnTo>
                  <a:pt x="740" y="947"/>
                </a:lnTo>
                <a:lnTo>
                  <a:pt x="739" y="947"/>
                </a:lnTo>
                <a:lnTo>
                  <a:pt x="739" y="946"/>
                </a:lnTo>
                <a:lnTo>
                  <a:pt x="738" y="946"/>
                </a:lnTo>
                <a:lnTo>
                  <a:pt x="737" y="947"/>
                </a:lnTo>
                <a:lnTo>
                  <a:pt x="735" y="947"/>
                </a:lnTo>
                <a:lnTo>
                  <a:pt x="734" y="947"/>
                </a:lnTo>
                <a:lnTo>
                  <a:pt x="734" y="948"/>
                </a:lnTo>
                <a:lnTo>
                  <a:pt x="733" y="949"/>
                </a:lnTo>
                <a:lnTo>
                  <a:pt x="733" y="948"/>
                </a:lnTo>
                <a:lnTo>
                  <a:pt x="732" y="948"/>
                </a:lnTo>
                <a:lnTo>
                  <a:pt x="732" y="947"/>
                </a:lnTo>
                <a:lnTo>
                  <a:pt x="731" y="948"/>
                </a:lnTo>
                <a:lnTo>
                  <a:pt x="732" y="948"/>
                </a:lnTo>
                <a:lnTo>
                  <a:pt x="732" y="949"/>
                </a:lnTo>
                <a:lnTo>
                  <a:pt x="731" y="950"/>
                </a:lnTo>
                <a:lnTo>
                  <a:pt x="730" y="950"/>
                </a:lnTo>
                <a:lnTo>
                  <a:pt x="729" y="949"/>
                </a:lnTo>
                <a:lnTo>
                  <a:pt x="728" y="948"/>
                </a:lnTo>
                <a:lnTo>
                  <a:pt x="728" y="949"/>
                </a:lnTo>
                <a:lnTo>
                  <a:pt x="726" y="949"/>
                </a:lnTo>
                <a:lnTo>
                  <a:pt x="726" y="948"/>
                </a:lnTo>
                <a:lnTo>
                  <a:pt x="725" y="947"/>
                </a:lnTo>
                <a:lnTo>
                  <a:pt x="724" y="946"/>
                </a:lnTo>
                <a:lnTo>
                  <a:pt x="723" y="946"/>
                </a:lnTo>
                <a:lnTo>
                  <a:pt x="722" y="946"/>
                </a:lnTo>
                <a:lnTo>
                  <a:pt x="721" y="947"/>
                </a:lnTo>
                <a:lnTo>
                  <a:pt x="721" y="948"/>
                </a:lnTo>
                <a:lnTo>
                  <a:pt x="720" y="948"/>
                </a:lnTo>
                <a:lnTo>
                  <a:pt x="719" y="947"/>
                </a:lnTo>
                <a:lnTo>
                  <a:pt x="717" y="947"/>
                </a:lnTo>
                <a:lnTo>
                  <a:pt x="716" y="947"/>
                </a:lnTo>
                <a:lnTo>
                  <a:pt x="715" y="946"/>
                </a:lnTo>
                <a:lnTo>
                  <a:pt x="714" y="946"/>
                </a:lnTo>
                <a:lnTo>
                  <a:pt x="713" y="946"/>
                </a:lnTo>
                <a:lnTo>
                  <a:pt x="712" y="946"/>
                </a:lnTo>
                <a:lnTo>
                  <a:pt x="711" y="946"/>
                </a:lnTo>
                <a:lnTo>
                  <a:pt x="710" y="946"/>
                </a:lnTo>
                <a:lnTo>
                  <a:pt x="709" y="946"/>
                </a:lnTo>
                <a:lnTo>
                  <a:pt x="708" y="947"/>
                </a:lnTo>
                <a:lnTo>
                  <a:pt x="707" y="947"/>
                </a:lnTo>
                <a:lnTo>
                  <a:pt x="707" y="946"/>
                </a:lnTo>
                <a:lnTo>
                  <a:pt x="706" y="947"/>
                </a:lnTo>
                <a:lnTo>
                  <a:pt x="705" y="948"/>
                </a:lnTo>
                <a:lnTo>
                  <a:pt x="705" y="947"/>
                </a:lnTo>
                <a:lnTo>
                  <a:pt x="705" y="946"/>
                </a:lnTo>
                <a:lnTo>
                  <a:pt x="704" y="945"/>
                </a:lnTo>
                <a:lnTo>
                  <a:pt x="703" y="945"/>
                </a:lnTo>
                <a:lnTo>
                  <a:pt x="702" y="945"/>
                </a:lnTo>
                <a:lnTo>
                  <a:pt x="702" y="944"/>
                </a:lnTo>
                <a:lnTo>
                  <a:pt x="701" y="943"/>
                </a:lnTo>
                <a:lnTo>
                  <a:pt x="700" y="943"/>
                </a:lnTo>
                <a:lnTo>
                  <a:pt x="700" y="942"/>
                </a:lnTo>
                <a:lnTo>
                  <a:pt x="700" y="941"/>
                </a:lnTo>
                <a:lnTo>
                  <a:pt x="698" y="940"/>
                </a:lnTo>
                <a:lnTo>
                  <a:pt x="698" y="939"/>
                </a:lnTo>
                <a:lnTo>
                  <a:pt x="698" y="938"/>
                </a:lnTo>
                <a:lnTo>
                  <a:pt x="697" y="938"/>
                </a:lnTo>
                <a:lnTo>
                  <a:pt x="697" y="937"/>
                </a:lnTo>
                <a:lnTo>
                  <a:pt x="696" y="937"/>
                </a:lnTo>
                <a:lnTo>
                  <a:pt x="696" y="936"/>
                </a:lnTo>
                <a:lnTo>
                  <a:pt x="695" y="935"/>
                </a:lnTo>
                <a:lnTo>
                  <a:pt x="694" y="934"/>
                </a:lnTo>
                <a:lnTo>
                  <a:pt x="694" y="933"/>
                </a:lnTo>
                <a:lnTo>
                  <a:pt x="693" y="932"/>
                </a:lnTo>
                <a:lnTo>
                  <a:pt x="693" y="931"/>
                </a:lnTo>
                <a:lnTo>
                  <a:pt x="693" y="930"/>
                </a:lnTo>
                <a:lnTo>
                  <a:pt x="692" y="930"/>
                </a:lnTo>
                <a:lnTo>
                  <a:pt x="691" y="931"/>
                </a:lnTo>
                <a:lnTo>
                  <a:pt x="691" y="932"/>
                </a:lnTo>
                <a:lnTo>
                  <a:pt x="690" y="932"/>
                </a:lnTo>
                <a:lnTo>
                  <a:pt x="690" y="931"/>
                </a:lnTo>
                <a:lnTo>
                  <a:pt x="689" y="931"/>
                </a:lnTo>
                <a:lnTo>
                  <a:pt x="689" y="930"/>
                </a:lnTo>
                <a:lnTo>
                  <a:pt x="688" y="930"/>
                </a:lnTo>
                <a:lnTo>
                  <a:pt x="686" y="930"/>
                </a:lnTo>
                <a:lnTo>
                  <a:pt x="686" y="929"/>
                </a:lnTo>
                <a:lnTo>
                  <a:pt x="685" y="929"/>
                </a:lnTo>
                <a:lnTo>
                  <a:pt x="685" y="928"/>
                </a:lnTo>
                <a:lnTo>
                  <a:pt x="684" y="928"/>
                </a:lnTo>
                <a:lnTo>
                  <a:pt x="683" y="928"/>
                </a:lnTo>
                <a:lnTo>
                  <a:pt x="682" y="928"/>
                </a:lnTo>
                <a:lnTo>
                  <a:pt x="681" y="928"/>
                </a:lnTo>
                <a:lnTo>
                  <a:pt x="681" y="929"/>
                </a:lnTo>
                <a:lnTo>
                  <a:pt x="680" y="930"/>
                </a:lnTo>
                <a:lnTo>
                  <a:pt x="680" y="931"/>
                </a:lnTo>
                <a:lnTo>
                  <a:pt x="679" y="932"/>
                </a:lnTo>
                <a:lnTo>
                  <a:pt x="677" y="932"/>
                </a:lnTo>
                <a:lnTo>
                  <a:pt x="676" y="931"/>
                </a:lnTo>
                <a:lnTo>
                  <a:pt x="675" y="931"/>
                </a:lnTo>
                <a:lnTo>
                  <a:pt x="675" y="932"/>
                </a:lnTo>
                <a:lnTo>
                  <a:pt x="675" y="933"/>
                </a:lnTo>
                <a:lnTo>
                  <a:pt x="675" y="934"/>
                </a:lnTo>
                <a:lnTo>
                  <a:pt x="675" y="935"/>
                </a:lnTo>
                <a:lnTo>
                  <a:pt x="674" y="935"/>
                </a:lnTo>
                <a:lnTo>
                  <a:pt x="674" y="936"/>
                </a:lnTo>
                <a:lnTo>
                  <a:pt x="673" y="936"/>
                </a:lnTo>
                <a:lnTo>
                  <a:pt x="673" y="937"/>
                </a:lnTo>
                <a:lnTo>
                  <a:pt x="674" y="938"/>
                </a:lnTo>
                <a:lnTo>
                  <a:pt x="674" y="939"/>
                </a:lnTo>
                <a:lnTo>
                  <a:pt x="673" y="939"/>
                </a:lnTo>
                <a:lnTo>
                  <a:pt x="671" y="939"/>
                </a:lnTo>
                <a:lnTo>
                  <a:pt x="671" y="940"/>
                </a:lnTo>
                <a:lnTo>
                  <a:pt x="670" y="940"/>
                </a:lnTo>
                <a:lnTo>
                  <a:pt x="669" y="941"/>
                </a:lnTo>
                <a:lnTo>
                  <a:pt x="669" y="942"/>
                </a:lnTo>
                <a:lnTo>
                  <a:pt x="670" y="942"/>
                </a:lnTo>
                <a:lnTo>
                  <a:pt x="669" y="944"/>
                </a:lnTo>
                <a:lnTo>
                  <a:pt x="669" y="945"/>
                </a:lnTo>
                <a:lnTo>
                  <a:pt x="668" y="945"/>
                </a:lnTo>
                <a:lnTo>
                  <a:pt x="667" y="945"/>
                </a:lnTo>
                <a:lnTo>
                  <a:pt x="665" y="945"/>
                </a:lnTo>
                <a:lnTo>
                  <a:pt x="664" y="945"/>
                </a:lnTo>
                <a:lnTo>
                  <a:pt x="664" y="946"/>
                </a:lnTo>
                <a:lnTo>
                  <a:pt x="663" y="947"/>
                </a:lnTo>
                <a:lnTo>
                  <a:pt x="662" y="947"/>
                </a:lnTo>
                <a:lnTo>
                  <a:pt x="661" y="947"/>
                </a:lnTo>
                <a:lnTo>
                  <a:pt x="660" y="947"/>
                </a:lnTo>
                <a:lnTo>
                  <a:pt x="660" y="948"/>
                </a:lnTo>
                <a:lnTo>
                  <a:pt x="659" y="947"/>
                </a:lnTo>
                <a:lnTo>
                  <a:pt x="658" y="947"/>
                </a:lnTo>
                <a:lnTo>
                  <a:pt x="658" y="948"/>
                </a:lnTo>
                <a:lnTo>
                  <a:pt x="657" y="948"/>
                </a:lnTo>
                <a:lnTo>
                  <a:pt x="657" y="947"/>
                </a:lnTo>
                <a:lnTo>
                  <a:pt x="657" y="948"/>
                </a:lnTo>
                <a:lnTo>
                  <a:pt x="656" y="948"/>
                </a:lnTo>
                <a:lnTo>
                  <a:pt x="655" y="949"/>
                </a:lnTo>
                <a:lnTo>
                  <a:pt x="655" y="950"/>
                </a:lnTo>
                <a:lnTo>
                  <a:pt x="654" y="950"/>
                </a:lnTo>
                <a:lnTo>
                  <a:pt x="654" y="951"/>
                </a:lnTo>
                <a:lnTo>
                  <a:pt x="653" y="952"/>
                </a:lnTo>
                <a:lnTo>
                  <a:pt x="652" y="953"/>
                </a:lnTo>
                <a:lnTo>
                  <a:pt x="652" y="952"/>
                </a:lnTo>
                <a:lnTo>
                  <a:pt x="651" y="952"/>
                </a:lnTo>
                <a:lnTo>
                  <a:pt x="650" y="951"/>
                </a:lnTo>
                <a:lnTo>
                  <a:pt x="649" y="950"/>
                </a:lnTo>
                <a:lnTo>
                  <a:pt x="649" y="949"/>
                </a:lnTo>
                <a:lnTo>
                  <a:pt x="649" y="948"/>
                </a:lnTo>
                <a:lnTo>
                  <a:pt x="648" y="947"/>
                </a:lnTo>
                <a:lnTo>
                  <a:pt x="648" y="946"/>
                </a:lnTo>
                <a:lnTo>
                  <a:pt x="647" y="946"/>
                </a:lnTo>
                <a:lnTo>
                  <a:pt x="647" y="945"/>
                </a:lnTo>
                <a:lnTo>
                  <a:pt x="645" y="945"/>
                </a:lnTo>
                <a:lnTo>
                  <a:pt x="645" y="944"/>
                </a:lnTo>
                <a:lnTo>
                  <a:pt x="645" y="942"/>
                </a:lnTo>
                <a:lnTo>
                  <a:pt x="645" y="940"/>
                </a:lnTo>
                <a:lnTo>
                  <a:pt x="645" y="939"/>
                </a:lnTo>
                <a:lnTo>
                  <a:pt x="644" y="939"/>
                </a:lnTo>
                <a:lnTo>
                  <a:pt x="644" y="938"/>
                </a:lnTo>
                <a:lnTo>
                  <a:pt x="644" y="936"/>
                </a:lnTo>
                <a:lnTo>
                  <a:pt x="645" y="936"/>
                </a:lnTo>
                <a:lnTo>
                  <a:pt x="645" y="935"/>
                </a:lnTo>
                <a:lnTo>
                  <a:pt x="645" y="934"/>
                </a:lnTo>
                <a:lnTo>
                  <a:pt x="645" y="933"/>
                </a:lnTo>
                <a:lnTo>
                  <a:pt x="645" y="932"/>
                </a:lnTo>
                <a:lnTo>
                  <a:pt x="645" y="931"/>
                </a:lnTo>
                <a:lnTo>
                  <a:pt x="644" y="931"/>
                </a:lnTo>
                <a:lnTo>
                  <a:pt x="643" y="930"/>
                </a:lnTo>
                <a:lnTo>
                  <a:pt x="641" y="929"/>
                </a:lnTo>
                <a:lnTo>
                  <a:pt x="641" y="928"/>
                </a:lnTo>
                <a:lnTo>
                  <a:pt x="640" y="928"/>
                </a:lnTo>
                <a:lnTo>
                  <a:pt x="641" y="927"/>
                </a:lnTo>
                <a:lnTo>
                  <a:pt x="640" y="926"/>
                </a:lnTo>
                <a:lnTo>
                  <a:pt x="638" y="927"/>
                </a:lnTo>
                <a:lnTo>
                  <a:pt x="636" y="929"/>
                </a:lnTo>
                <a:lnTo>
                  <a:pt x="636" y="930"/>
                </a:lnTo>
                <a:lnTo>
                  <a:pt x="635" y="933"/>
                </a:lnTo>
                <a:lnTo>
                  <a:pt x="634" y="934"/>
                </a:lnTo>
                <a:lnTo>
                  <a:pt x="633" y="934"/>
                </a:lnTo>
                <a:lnTo>
                  <a:pt x="632" y="934"/>
                </a:lnTo>
                <a:lnTo>
                  <a:pt x="632" y="935"/>
                </a:lnTo>
                <a:lnTo>
                  <a:pt x="631" y="935"/>
                </a:lnTo>
                <a:lnTo>
                  <a:pt x="630" y="935"/>
                </a:lnTo>
                <a:lnTo>
                  <a:pt x="629" y="935"/>
                </a:lnTo>
                <a:lnTo>
                  <a:pt x="629" y="936"/>
                </a:lnTo>
                <a:lnTo>
                  <a:pt x="628" y="936"/>
                </a:lnTo>
                <a:lnTo>
                  <a:pt x="628" y="935"/>
                </a:lnTo>
                <a:lnTo>
                  <a:pt x="627" y="935"/>
                </a:lnTo>
                <a:lnTo>
                  <a:pt x="625" y="934"/>
                </a:lnTo>
                <a:lnTo>
                  <a:pt x="624" y="933"/>
                </a:lnTo>
                <a:lnTo>
                  <a:pt x="624" y="932"/>
                </a:lnTo>
                <a:lnTo>
                  <a:pt x="624" y="931"/>
                </a:lnTo>
                <a:lnTo>
                  <a:pt x="625" y="931"/>
                </a:lnTo>
                <a:lnTo>
                  <a:pt x="625" y="930"/>
                </a:lnTo>
                <a:lnTo>
                  <a:pt x="624" y="930"/>
                </a:lnTo>
                <a:lnTo>
                  <a:pt x="623" y="929"/>
                </a:lnTo>
                <a:lnTo>
                  <a:pt x="623" y="928"/>
                </a:lnTo>
                <a:lnTo>
                  <a:pt x="623" y="927"/>
                </a:lnTo>
                <a:lnTo>
                  <a:pt x="623" y="926"/>
                </a:lnTo>
                <a:lnTo>
                  <a:pt x="623" y="925"/>
                </a:lnTo>
                <a:lnTo>
                  <a:pt x="623" y="924"/>
                </a:lnTo>
                <a:lnTo>
                  <a:pt x="623" y="923"/>
                </a:lnTo>
                <a:lnTo>
                  <a:pt x="624" y="922"/>
                </a:lnTo>
                <a:lnTo>
                  <a:pt x="622" y="921"/>
                </a:lnTo>
                <a:lnTo>
                  <a:pt x="622" y="920"/>
                </a:lnTo>
                <a:lnTo>
                  <a:pt x="621" y="920"/>
                </a:lnTo>
                <a:lnTo>
                  <a:pt x="620" y="919"/>
                </a:lnTo>
                <a:lnTo>
                  <a:pt x="619" y="919"/>
                </a:lnTo>
                <a:lnTo>
                  <a:pt x="618" y="918"/>
                </a:lnTo>
                <a:lnTo>
                  <a:pt x="617" y="918"/>
                </a:lnTo>
                <a:lnTo>
                  <a:pt x="617" y="914"/>
                </a:lnTo>
                <a:lnTo>
                  <a:pt x="618" y="913"/>
                </a:lnTo>
                <a:lnTo>
                  <a:pt x="618" y="912"/>
                </a:lnTo>
                <a:lnTo>
                  <a:pt x="618" y="911"/>
                </a:lnTo>
                <a:lnTo>
                  <a:pt x="617" y="910"/>
                </a:lnTo>
                <a:lnTo>
                  <a:pt x="617" y="909"/>
                </a:lnTo>
                <a:lnTo>
                  <a:pt x="616" y="909"/>
                </a:lnTo>
                <a:lnTo>
                  <a:pt x="615" y="909"/>
                </a:lnTo>
                <a:lnTo>
                  <a:pt x="614" y="909"/>
                </a:lnTo>
                <a:lnTo>
                  <a:pt x="613" y="909"/>
                </a:lnTo>
                <a:lnTo>
                  <a:pt x="612" y="908"/>
                </a:lnTo>
                <a:lnTo>
                  <a:pt x="611" y="908"/>
                </a:lnTo>
                <a:lnTo>
                  <a:pt x="611" y="909"/>
                </a:lnTo>
                <a:lnTo>
                  <a:pt x="610" y="909"/>
                </a:lnTo>
                <a:lnTo>
                  <a:pt x="610" y="908"/>
                </a:lnTo>
                <a:lnTo>
                  <a:pt x="609" y="907"/>
                </a:lnTo>
                <a:lnTo>
                  <a:pt x="608" y="906"/>
                </a:lnTo>
                <a:lnTo>
                  <a:pt x="608" y="905"/>
                </a:lnTo>
                <a:lnTo>
                  <a:pt x="608" y="904"/>
                </a:lnTo>
                <a:lnTo>
                  <a:pt x="609" y="903"/>
                </a:lnTo>
                <a:lnTo>
                  <a:pt x="609" y="902"/>
                </a:lnTo>
                <a:lnTo>
                  <a:pt x="610" y="902"/>
                </a:lnTo>
                <a:lnTo>
                  <a:pt x="610" y="901"/>
                </a:lnTo>
                <a:lnTo>
                  <a:pt x="610" y="900"/>
                </a:lnTo>
                <a:lnTo>
                  <a:pt x="610" y="901"/>
                </a:lnTo>
                <a:lnTo>
                  <a:pt x="611" y="901"/>
                </a:lnTo>
                <a:lnTo>
                  <a:pt x="611" y="900"/>
                </a:lnTo>
                <a:lnTo>
                  <a:pt x="613" y="898"/>
                </a:lnTo>
                <a:lnTo>
                  <a:pt x="613" y="897"/>
                </a:lnTo>
                <a:lnTo>
                  <a:pt x="613" y="896"/>
                </a:lnTo>
                <a:lnTo>
                  <a:pt x="612" y="895"/>
                </a:lnTo>
                <a:lnTo>
                  <a:pt x="611" y="894"/>
                </a:lnTo>
                <a:lnTo>
                  <a:pt x="610" y="894"/>
                </a:lnTo>
                <a:lnTo>
                  <a:pt x="609" y="894"/>
                </a:lnTo>
                <a:lnTo>
                  <a:pt x="609" y="893"/>
                </a:lnTo>
                <a:lnTo>
                  <a:pt x="608" y="893"/>
                </a:lnTo>
                <a:lnTo>
                  <a:pt x="605" y="891"/>
                </a:lnTo>
                <a:lnTo>
                  <a:pt x="605" y="890"/>
                </a:lnTo>
                <a:lnTo>
                  <a:pt x="605" y="889"/>
                </a:lnTo>
                <a:lnTo>
                  <a:pt x="604" y="889"/>
                </a:lnTo>
                <a:lnTo>
                  <a:pt x="603" y="889"/>
                </a:lnTo>
                <a:lnTo>
                  <a:pt x="603" y="888"/>
                </a:lnTo>
                <a:lnTo>
                  <a:pt x="602" y="888"/>
                </a:lnTo>
                <a:lnTo>
                  <a:pt x="601" y="887"/>
                </a:lnTo>
                <a:lnTo>
                  <a:pt x="602" y="885"/>
                </a:lnTo>
                <a:lnTo>
                  <a:pt x="602" y="884"/>
                </a:lnTo>
                <a:lnTo>
                  <a:pt x="601" y="883"/>
                </a:lnTo>
                <a:lnTo>
                  <a:pt x="601" y="881"/>
                </a:lnTo>
                <a:lnTo>
                  <a:pt x="600" y="881"/>
                </a:lnTo>
                <a:lnTo>
                  <a:pt x="600" y="880"/>
                </a:lnTo>
                <a:lnTo>
                  <a:pt x="600" y="879"/>
                </a:lnTo>
                <a:lnTo>
                  <a:pt x="601" y="879"/>
                </a:lnTo>
                <a:lnTo>
                  <a:pt x="602" y="880"/>
                </a:lnTo>
                <a:lnTo>
                  <a:pt x="603" y="880"/>
                </a:lnTo>
                <a:lnTo>
                  <a:pt x="603" y="881"/>
                </a:lnTo>
                <a:lnTo>
                  <a:pt x="603" y="882"/>
                </a:lnTo>
                <a:lnTo>
                  <a:pt x="604" y="882"/>
                </a:lnTo>
                <a:lnTo>
                  <a:pt x="604" y="881"/>
                </a:lnTo>
                <a:lnTo>
                  <a:pt x="606" y="879"/>
                </a:lnTo>
                <a:lnTo>
                  <a:pt x="607" y="877"/>
                </a:lnTo>
                <a:lnTo>
                  <a:pt x="607" y="874"/>
                </a:lnTo>
                <a:lnTo>
                  <a:pt x="607" y="873"/>
                </a:lnTo>
                <a:lnTo>
                  <a:pt x="606" y="873"/>
                </a:lnTo>
                <a:lnTo>
                  <a:pt x="606" y="872"/>
                </a:lnTo>
                <a:lnTo>
                  <a:pt x="606" y="870"/>
                </a:lnTo>
                <a:lnTo>
                  <a:pt x="607" y="869"/>
                </a:lnTo>
                <a:lnTo>
                  <a:pt x="608" y="867"/>
                </a:lnTo>
                <a:lnTo>
                  <a:pt x="609" y="866"/>
                </a:lnTo>
                <a:lnTo>
                  <a:pt x="609" y="865"/>
                </a:lnTo>
                <a:lnTo>
                  <a:pt x="609" y="864"/>
                </a:lnTo>
                <a:lnTo>
                  <a:pt x="608" y="862"/>
                </a:lnTo>
                <a:lnTo>
                  <a:pt x="608" y="861"/>
                </a:lnTo>
                <a:lnTo>
                  <a:pt x="607" y="862"/>
                </a:lnTo>
                <a:lnTo>
                  <a:pt x="606" y="862"/>
                </a:lnTo>
                <a:lnTo>
                  <a:pt x="605" y="862"/>
                </a:lnTo>
                <a:lnTo>
                  <a:pt x="603" y="860"/>
                </a:lnTo>
                <a:lnTo>
                  <a:pt x="603" y="858"/>
                </a:lnTo>
                <a:lnTo>
                  <a:pt x="602" y="857"/>
                </a:lnTo>
                <a:lnTo>
                  <a:pt x="602" y="856"/>
                </a:lnTo>
                <a:lnTo>
                  <a:pt x="601" y="855"/>
                </a:lnTo>
                <a:lnTo>
                  <a:pt x="601" y="854"/>
                </a:lnTo>
                <a:lnTo>
                  <a:pt x="600" y="852"/>
                </a:lnTo>
                <a:lnTo>
                  <a:pt x="600" y="851"/>
                </a:lnTo>
                <a:lnTo>
                  <a:pt x="601" y="851"/>
                </a:lnTo>
                <a:lnTo>
                  <a:pt x="602" y="851"/>
                </a:lnTo>
                <a:lnTo>
                  <a:pt x="602" y="850"/>
                </a:lnTo>
                <a:lnTo>
                  <a:pt x="602" y="849"/>
                </a:lnTo>
                <a:lnTo>
                  <a:pt x="602" y="848"/>
                </a:lnTo>
                <a:lnTo>
                  <a:pt x="601" y="848"/>
                </a:lnTo>
                <a:lnTo>
                  <a:pt x="601" y="847"/>
                </a:lnTo>
                <a:lnTo>
                  <a:pt x="601" y="846"/>
                </a:lnTo>
                <a:lnTo>
                  <a:pt x="601" y="844"/>
                </a:lnTo>
                <a:lnTo>
                  <a:pt x="602" y="844"/>
                </a:lnTo>
                <a:lnTo>
                  <a:pt x="603" y="843"/>
                </a:lnTo>
                <a:lnTo>
                  <a:pt x="605" y="842"/>
                </a:lnTo>
                <a:lnTo>
                  <a:pt x="605" y="841"/>
                </a:lnTo>
                <a:lnTo>
                  <a:pt x="605" y="840"/>
                </a:lnTo>
                <a:lnTo>
                  <a:pt x="604" y="840"/>
                </a:lnTo>
                <a:lnTo>
                  <a:pt x="604" y="839"/>
                </a:lnTo>
                <a:lnTo>
                  <a:pt x="603" y="838"/>
                </a:lnTo>
                <a:lnTo>
                  <a:pt x="602" y="838"/>
                </a:lnTo>
                <a:lnTo>
                  <a:pt x="602" y="837"/>
                </a:lnTo>
                <a:lnTo>
                  <a:pt x="601" y="837"/>
                </a:lnTo>
                <a:lnTo>
                  <a:pt x="601" y="835"/>
                </a:lnTo>
                <a:lnTo>
                  <a:pt x="601" y="834"/>
                </a:lnTo>
                <a:lnTo>
                  <a:pt x="601" y="833"/>
                </a:lnTo>
                <a:lnTo>
                  <a:pt x="602" y="832"/>
                </a:lnTo>
                <a:lnTo>
                  <a:pt x="604" y="831"/>
                </a:lnTo>
                <a:lnTo>
                  <a:pt x="604" y="830"/>
                </a:lnTo>
                <a:lnTo>
                  <a:pt x="604" y="829"/>
                </a:lnTo>
                <a:lnTo>
                  <a:pt x="604" y="828"/>
                </a:lnTo>
                <a:lnTo>
                  <a:pt x="603" y="828"/>
                </a:lnTo>
                <a:lnTo>
                  <a:pt x="602" y="828"/>
                </a:lnTo>
                <a:lnTo>
                  <a:pt x="602" y="829"/>
                </a:lnTo>
                <a:lnTo>
                  <a:pt x="602" y="830"/>
                </a:lnTo>
                <a:lnTo>
                  <a:pt x="601" y="830"/>
                </a:lnTo>
                <a:lnTo>
                  <a:pt x="600" y="830"/>
                </a:lnTo>
                <a:lnTo>
                  <a:pt x="600" y="829"/>
                </a:lnTo>
                <a:lnTo>
                  <a:pt x="599" y="829"/>
                </a:lnTo>
                <a:lnTo>
                  <a:pt x="599" y="828"/>
                </a:lnTo>
                <a:lnTo>
                  <a:pt x="599" y="827"/>
                </a:lnTo>
                <a:lnTo>
                  <a:pt x="600" y="827"/>
                </a:lnTo>
                <a:lnTo>
                  <a:pt x="600" y="826"/>
                </a:lnTo>
                <a:lnTo>
                  <a:pt x="600" y="825"/>
                </a:lnTo>
                <a:lnTo>
                  <a:pt x="600" y="824"/>
                </a:lnTo>
                <a:lnTo>
                  <a:pt x="599" y="824"/>
                </a:lnTo>
                <a:lnTo>
                  <a:pt x="598" y="824"/>
                </a:lnTo>
                <a:lnTo>
                  <a:pt x="597" y="823"/>
                </a:lnTo>
                <a:lnTo>
                  <a:pt x="597" y="822"/>
                </a:lnTo>
                <a:lnTo>
                  <a:pt x="598" y="822"/>
                </a:lnTo>
                <a:lnTo>
                  <a:pt x="597" y="822"/>
                </a:lnTo>
                <a:lnTo>
                  <a:pt x="597" y="821"/>
                </a:lnTo>
                <a:lnTo>
                  <a:pt x="597" y="820"/>
                </a:lnTo>
                <a:lnTo>
                  <a:pt x="596" y="820"/>
                </a:lnTo>
                <a:lnTo>
                  <a:pt x="595" y="819"/>
                </a:lnTo>
                <a:lnTo>
                  <a:pt x="594" y="819"/>
                </a:lnTo>
                <a:lnTo>
                  <a:pt x="593" y="819"/>
                </a:lnTo>
                <a:lnTo>
                  <a:pt x="593" y="820"/>
                </a:lnTo>
                <a:lnTo>
                  <a:pt x="592" y="821"/>
                </a:lnTo>
                <a:lnTo>
                  <a:pt x="592" y="820"/>
                </a:lnTo>
                <a:lnTo>
                  <a:pt x="591" y="819"/>
                </a:lnTo>
                <a:lnTo>
                  <a:pt x="591" y="818"/>
                </a:lnTo>
                <a:lnTo>
                  <a:pt x="590" y="818"/>
                </a:lnTo>
                <a:lnTo>
                  <a:pt x="589" y="819"/>
                </a:lnTo>
                <a:lnTo>
                  <a:pt x="588" y="819"/>
                </a:lnTo>
                <a:lnTo>
                  <a:pt x="587" y="819"/>
                </a:lnTo>
                <a:lnTo>
                  <a:pt x="586" y="820"/>
                </a:lnTo>
                <a:lnTo>
                  <a:pt x="585" y="819"/>
                </a:lnTo>
                <a:lnTo>
                  <a:pt x="585" y="820"/>
                </a:lnTo>
                <a:lnTo>
                  <a:pt x="584" y="821"/>
                </a:lnTo>
                <a:lnTo>
                  <a:pt x="583" y="821"/>
                </a:lnTo>
                <a:lnTo>
                  <a:pt x="582" y="821"/>
                </a:lnTo>
                <a:lnTo>
                  <a:pt x="582" y="823"/>
                </a:lnTo>
                <a:lnTo>
                  <a:pt x="581" y="826"/>
                </a:lnTo>
                <a:lnTo>
                  <a:pt x="580" y="827"/>
                </a:lnTo>
                <a:lnTo>
                  <a:pt x="579" y="829"/>
                </a:lnTo>
                <a:lnTo>
                  <a:pt x="579" y="830"/>
                </a:lnTo>
                <a:lnTo>
                  <a:pt x="579" y="831"/>
                </a:lnTo>
                <a:lnTo>
                  <a:pt x="579" y="832"/>
                </a:lnTo>
                <a:lnTo>
                  <a:pt x="578" y="833"/>
                </a:lnTo>
                <a:lnTo>
                  <a:pt x="577" y="833"/>
                </a:lnTo>
                <a:lnTo>
                  <a:pt x="576" y="832"/>
                </a:lnTo>
                <a:lnTo>
                  <a:pt x="575" y="831"/>
                </a:lnTo>
                <a:lnTo>
                  <a:pt x="574" y="831"/>
                </a:lnTo>
                <a:lnTo>
                  <a:pt x="574" y="832"/>
                </a:lnTo>
                <a:lnTo>
                  <a:pt x="573" y="832"/>
                </a:lnTo>
                <a:lnTo>
                  <a:pt x="574" y="833"/>
                </a:lnTo>
                <a:lnTo>
                  <a:pt x="575" y="833"/>
                </a:lnTo>
                <a:lnTo>
                  <a:pt x="576" y="833"/>
                </a:lnTo>
                <a:lnTo>
                  <a:pt x="576" y="834"/>
                </a:lnTo>
                <a:lnTo>
                  <a:pt x="574" y="834"/>
                </a:lnTo>
                <a:lnTo>
                  <a:pt x="574" y="835"/>
                </a:lnTo>
                <a:lnTo>
                  <a:pt x="573" y="835"/>
                </a:lnTo>
                <a:lnTo>
                  <a:pt x="573" y="836"/>
                </a:lnTo>
                <a:lnTo>
                  <a:pt x="572" y="837"/>
                </a:lnTo>
                <a:lnTo>
                  <a:pt x="571" y="837"/>
                </a:lnTo>
                <a:lnTo>
                  <a:pt x="570" y="837"/>
                </a:lnTo>
                <a:lnTo>
                  <a:pt x="569" y="837"/>
                </a:lnTo>
                <a:lnTo>
                  <a:pt x="567" y="839"/>
                </a:lnTo>
                <a:lnTo>
                  <a:pt x="568" y="840"/>
                </a:lnTo>
                <a:lnTo>
                  <a:pt x="568" y="841"/>
                </a:lnTo>
                <a:lnTo>
                  <a:pt x="569" y="843"/>
                </a:lnTo>
                <a:lnTo>
                  <a:pt x="569" y="844"/>
                </a:lnTo>
                <a:lnTo>
                  <a:pt x="570" y="844"/>
                </a:lnTo>
                <a:lnTo>
                  <a:pt x="571" y="845"/>
                </a:lnTo>
                <a:lnTo>
                  <a:pt x="570" y="845"/>
                </a:lnTo>
                <a:lnTo>
                  <a:pt x="567" y="845"/>
                </a:lnTo>
                <a:lnTo>
                  <a:pt x="567" y="844"/>
                </a:lnTo>
                <a:lnTo>
                  <a:pt x="567" y="842"/>
                </a:lnTo>
                <a:lnTo>
                  <a:pt x="567" y="840"/>
                </a:lnTo>
                <a:lnTo>
                  <a:pt x="566" y="840"/>
                </a:lnTo>
                <a:lnTo>
                  <a:pt x="565" y="840"/>
                </a:lnTo>
                <a:lnTo>
                  <a:pt x="564" y="840"/>
                </a:lnTo>
                <a:lnTo>
                  <a:pt x="563" y="840"/>
                </a:lnTo>
                <a:lnTo>
                  <a:pt x="563" y="841"/>
                </a:lnTo>
                <a:lnTo>
                  <a:pt x="562" y="841"/>
                </a:lnTo>
                <a:lnTo>
                  <a:pt x="561" y="843"/>
                </a:lnTo>
                <a:lnTo>
                  <a:pt x="560" y="843"/>
                </a:lnTo>
                <a:lnTo>
                  <a:pt x="558" y="845"/>
                </a:lnTo>
                <a:lnTo>
                  <a:pt x="557" y="845"/>
                </a:lnTo>
                <a:lnTo>
                  <a:pt x="557" y="846"/>
                </a:lnTo>
                <a:lnTo>
                  <a:pt x="555" y="847"/>
                </a:lnTo>
                <a:lnTo>
                  <a:pt x="554" y="847"/>
                </a:lnTo>
                <a:lnTo>
                  <a:pt x="553" y="847"/>
                </a:lnTo>
                <a:lnTo>
                  <a:pt x="553" y="848"/>
                </a:lnTo>
                <a:lnTo>
                  <a:pt x="553" y="849"/>
                </a:lnTo>
                <a:lnTo>
                  <a:pt x="552" y="849"/>
                </a:lnTo>
                <a:lnTo>
                  <a:pt x="551" y="849"/>
                </a:lnTo>
                <a:lnTo>
                  <a:pt x="550" y="851"/>
                </a:lnTo>
                <a:lnTo>
                  <a:pt x="549" y="852"/>
                </a:lnTo>
                <a:lnTo>
                  <a:pt x="547" y="854"/>
                </a:lnTo>
                <a:lnTo>
                  <a:pt x="546" y="854"/>
                </a:lnTo>
                <a:lnTo>
                  <a:pt x="545" y="853"/>
                </a:lnTo>
                <a:lnTo>
                  <a:pt x="545" y="852"/>
                </a:lnTo>
                <a:lnTo>
                  <a:pt x="544" y="852"/>
                </a:lnTo>
                <a:lnTo>
                  <a:pt x="543" y="852"/>
                </a:lnTo>
                <a:lnTo>
                  <a:pt x="542" y="852"/>
                </a:lnTo>
                <a:lnTo>
                  <a:pt x="541" y="851"/>
                </a:lnTo>
                <a:lnTo>
                  <a:pt x="542" y="850"/>
                </a:lnTo>
                <a:lnTo>
                  <a:pt x="540" y="849"/>
                </a:lnTo>
                <a:lnTo>
                  <a:pt x="539" y="849"/>
                </a:lnTo>
                <a:lnTo>
                  <a:pt x="538" y="849"/>
                </a:lnTo>
                <a:lnTo>
                  <a:pt x="537" y="848"/>
                </a:lnTo>
                <a:lnTo>
                  <a:pt x="537" y="849"/>
                </a:lnTo>
                <a:lnTo>
                  <a:pt x="536" y="849"/>
                </a:lnTo>
                <a:lnTo>
                  <a:pt x="535" y="849"/>
                </a:lnTo>
                <a:lnTo>
                  <a:pt x="535" y="850"/>
                </a:lnTo>
                <a:lnTo>
                  <a:pt x="534" y="849"/>
                </a:lnTo>
                <a:lnTo>
                  <a:pt x="533" y="849"/>
                </a:lnTo>
                <a:lnTo>
                  <a:pt x="532" y="848"/>
                </a:lnTo>
                <a:lnTo>
                  <a:pt x="531" y="846"/>
                </a:lnTo>
                <a:lnTo>
                  <a:pt x="530" y="845"/>
                </a:lnTo>
                <a:lnTo>
                  <a:pt x="529" y="845"/>
                </a:lnTo>
                <a:lnTo>
                  <a:pt x="528" y="845"/>
                </a:lnTo>
                <a:lnTo>
                  <a:pt x="527" y="845"/>
                </a:lnTo>
                <a:lnTo>
                  <a:pt x="527" y="843"/>
                </a:lnTo>
                <a:lnTo>
                  <a:pt x="528" y="843"/>
                </a:lnTo>
                <a:lnTo>
                  <a:pt x="529" y="842"/>
                </a:lnTo>
                <a:lnTo>
                  <a:pt x="530" y="841"/>
                </a:lnTo>
                <a:lnTo>
                  <a:pt x="530" y="840"/>
                </a:lnTo>
                <a:lnTo>
                  <a:pt x="529" y="840"/>
                </a:lnTo>
                <a:lnTo>
                  <a:pt x="528" y="839"/>
                </a:lnTo>
                <a:lnTo>
                  <a:pt x="527" y="839"/>
                </a:lnTo>
                <a:lnTo>
                  <a:pt x="526" y="839"/>
                </a:lnTo>
                <a:lnTo>
                  <a:pt x="525" y="839"/>
                </a:lnTo>
                <a:lnTo>
                  <a:pt x="524" y="838"/>
                </a:lnTo>
                <a:lnTo>
                  <a:pt x="523" y="837"/>
                </a:lnTo>
                <a:lnTo>
                  <a:pt x="523" y="836"/>
                </a:lnTo>
                <a:lnTo>
                  <a:pt x="523" y="835"/>
                </a:lnTo>
                <a:lnTo>
                  <a:pt x="522" y="834"/>
                </a:lnTo>
                <a:lnTo>
                  <a:pt x="521" y="834"/>
                </a:lnTo>
                <a:lnTo>
                  <a:pt x="520" y="834"/>
                </a:lnTo>
                <a:lnTo>
                  <a:pt x="520" y="833"/>
                </a:lnTo>
                <a:lnTo>
                  <a:pt x="519" y="833"/>
                </a:lnTo>
                <a:lnTo>
                  <a:pt x="519" y="832"/>
                </a:lnTo>
                <a:lnTo>
                  <a:pt x="518" y="832"/>
                </a:lnTo>
                <a:lnTo>
                  <a:pt x="517" y="831"/>
                </a:lnTo>
                <a:lnTo>
                  <a:pt x="516" y="831"/>
                </a:lnTo>
                <a:lnTo>
                  <a:pt x="515" y="830"/>
                </a:lnTo>
                <a:lnTo>
                  <a:pt x="513" y="828"/>
                </a:lnTo>
                <a:lnTo>
                  <a:pt x="512" y="828"/>
                </a:lnTo>
                <a:lnTo>
                  <a:pt x="511" y="826"/>
                </a:lnTo>
                <a:lnTo>
                  <a:pt x="511" y="825"/>
                </a:lnTo>
                <a:lnTo>
                  <a:pt x="510" y="824"/>
                </a:lnTo>
                <a:lnTo>
                  <a:pt x="508" y="824"/>
                </a:lnTo>
                <a:lnTo>
                  <a:pt x="508" y="823"/>
                </a:lnTo>
                <a:lnTo>
                  <a:pt x="507" y="823"/>
                </a:lnTo>
                <a:lnTo>
                  <a:pt x="506" y="823"/>
                </a:lnTo>
                <a:lnTo>
                  <a:pt x="504" y="825"/>
                </a:lnTo>
                <a:lnTo>
                  <a:pt x="504" y="826"/>
                </a:lnTo>
                <a:lnTo>
                  <a:pt x="503" y="826"/>
                </a:lnTo>
                <a:lnTo>
                  <a:pt x="502" y="826"/>
                </a:lnTo>
                <a:lnTo>
                  <a:pt x="501" y="826"/>
                </a:lnTo>
                <a:lnTo>
                  <a:pt x="500" y="826"/>
                </a:lnTo>
                <a:lnTo>
                  <a:pt x="500" y="827"/>
                </a:lnTo>
                <a:lnTo>
                  <a:pt x="500" y="828"/>
                </a:lnTo>
                <a:lnTo>
                  <a:pt x="499" y="828"/>
                </a:lnTo>
                <a:lnTo>
                  <a:pt x="499" y="829"/>
                </a:lnTo>
                <a:lnTo>
                  <a:pt x="500" y="830"/>
                </a:lnTo>
                <a:lnTo>
                  <a:pt x="499" y="831"/>
                </a:lnTo>
                <a:lnTo>
                  <a:pt x="499" y="832"/>
                </a:lnTo>
                <a:lnTo>
                  <a:pt x="499" y="833"/>
                </a:lnTo>
                <a:lnTo>
                  <a:pt x="499" y="834"/>
                </a:lnTo>
                <a:lnTo>
                  <a:pt x="499" y="835"/>
                </a:lnTo>
                <a:lnTo>
                  <a:pt x="498" y="835"/>
                </a:lnTo>
                <a:lnTo>
                  <a:pt x="497" y="835"/>
                </a:lnTo>
                <a:lnTo>
                  <a:pt x="494" y="836"/>
                </a:lnTo>
                <a:lnTo>
                  <a:pt x="493" y="836"/>
                </a:lnTo>
                <a:lnTo>
                  <a:pt x="492" y="836"/>
                </a:lnTo>
                <a:lnTo>
                  <a:pt x="492" y="835"/>
                </a:lnTo>
                <a:lnTo>
                  <a:pt x="492" y="834"/>
                </a:lnTo>
                <a:lnTo>
                  <a:pt x="492" y="833"/>
                </a:lnTo>
                <a:lnTo>
                  <a:pt x="491" y="832"/>
                </a:lnTo>
                <a:lnTo>
                  <a:pt x="489" y="832"/>
                </a:lnTo>
                <a:lnTo>
                  <a:pt x="488" y="832"/>
                </a:lnTo>
                <a:lnTo>
                  <a:pt x="487" y="832"/>
                </a:lnTo>
                <a:lnTo>
                  <a:pt x="487" y="833"/>
                </a:lnTo>
                <a:lnTo>
                  <a:pt x="486" y="833"/>
                </a:lnTo>
                <a:lnTo>
                  <a:pt x="484" y="832"/>
                </a:lnTo>
                <a:lnTo>
                  <a:pt x="483" y="832"/>
                </a:lnTo>
                <a:lnTo>
                  <a:pt x="482" y="831"/>
                </a:lnTo>
                <a:lnTo>
                  <a:pt x="482" y="830"/>
                </a:lnTo>
                <a:lnTo>
                  <a:pt x="482" y="829"/>
                </a:lnTo>
                <a:lnTo>
                  <a:pt x="481" y="829"/>
                </a:lnTo>
                <a:lnTo>
                  <a:pt x="480" y="828"/>
                </a:lnTo>
                <a:lnTo>
                  <a:pt x="479" y="828"/>
                </a:lnTo>
                <a:lnTo>
                  <a:pt x="478" y="828"/>
                </a:lnTo>
                <a:lnTo>
                  <a:pt x="477" y="827"/>
                </a:lnTo>
                <a:lnTo>
                  <a:pt x="476" y="828"/>
                </a:lnTo>
                <a:lnTo>
                  <a:pt x="475" y="828"/>
                </a:lnTo>
                <a:lnTo>
                  <a:pt x="475" y="829"/>
                </a:lnTo>
                <a:lnTo>
                  <a:pt x="474" y="829"/>
                </a:lnTo>
                <a:lnTo>
                  <a:pt x="473" y="829"/>
                </a:lnTo>
                <a:lnTo>
                  <a:pt x="472" y="829"/>
                </a:lnTo>
                <a:lnTo>
                  <a:pt x="471" y="830"/>
                </a:lnTo>
                <a:lnTo>
                  <a:pt x="471" y="831"/>
                </a:lnTo>
                <a:lnTo>
                  <a:pt x="471" y="832"/>
                </a:lnTo>
                <a:lnTo>
                  <a:pt x="471" y="833"/>
                </a:lnTo>
                <a:lnTo>
                  <a:pt x="472" y="835"/>
                </a:lnTo>
                <a:lnTo>
                  <a:pt x="471" y="837"/>
                </a:lnTo>
                <a:lnTo>
                  <a:pt x="471" y="838"/>
                </a:lnTo>
                <a:lnTo>
                  <a:pt x="471" y="839"/>
                </a:lnTo>
                <a:lnTo>
                  <a:pt x="471" y="840"/>
                </a:lnTo>
                <a:lnTo>
                  <a:pt x="470" y="840"/>
                </a:lnTo>
                <a:lnTo>
                  <a:pt x="469" y="839"/>
                </a:lnTo>
                <a:lnTo>
                  <a:pt x="468" y="839"/>
                </a:lnTo>
                <a:lnTo>
                  <a:pt x="467" y="839"/>
                </a:lnTo>
                <a:lnTo>
                  <a:pt x="467" y="838"/>
                </a:lnTo>
                <a:lnTo>
                  <a:pt x="467" y="837"/>
                </a:lnTo>
                <a:lnTo>
                  <a:pt x="467" y="836"/>
                </a:lnTo>
                <a:lnTo>
                  <a:pt x="467" y="835"/>
                </a:lnTo>
                <a:lnTo>
                  <a:pt x="466" y="835"/>
                </a:lnTo>
                <a:lnTo>
                  <a:pt x="465" y="835"/>
                </a:lnTo>
                <a:lnTo>
                  <a:pt x="465" y="836"/>
                </a:lnTo>
                <a:lnTo>
                  <a:pt x="464" y="836"/>
                </a:lnTo>
                <a:lnTo>
                  <a:pt x="465" y="836"/>
                </a:lnTo>
                <a:lnTo>
                  <a:pt x="465" y="837"/>
                </a:lnTo>
                <a:lnTo>
                  <a:pt x="463" y="837"/>
                </a:lnTo>
                <a:lnTo>
                  <a:pt x="462" y="837"/>
                </a:lnTo>
                <a:lnTo>
                  <a:pt x="461" y="837"/>
                </a:lnTo>
                <a:lnTo>
                  <a:pt x="460" y="836"/>
                </a:lnTo>
                <a:lnTo>
                  <a:pt x="458" y="836"/>
                </a:lnTo>
                <a:lnTo>
                  <a:pt x="457" y="835"/>
                </a:lnTo>
                <a:lnTo>
                  <a:pt x="456" y="835"/>
                </a:lnTo>
                <a:lnTo>
                  <a:pt x="454" y="836"/>
                </a:lnTo>
                <a:lnTo>
                  <a:pt x="454" y="837"/>
                </a:lnTo>
                <a:lnTo>
                  <a:pt x="454" y="838"/>
                </a:lnTo>
                <a:lnTo>
                  <a:pt x="454" y="839"/>
                </a:lnTo>
                <a:lnTo>
                  <a:pt x="453" y="839"/>
                </a:lnTo>
                <a:lnTo>
                  <a:pt x="452" y="839"/>
                </a:lnTo>
                <a:lnTo>
                  <a:pt x="452" y="838"/>
                </a:lnTo>
                <a:lnTo>
                  <a:pt x="451" y="836"/>
                </a:lnTo>
                <a:lnTo>
                  <a:pt x="451" y="835"/>
                </a:lnTo>
                <a:lnTo>
                  <a:pt x="450" y="835"/>
                </a:lnTo>
                <a:lnTo>
                  <a:pt x="450" y="836"/>
                </a:lnTo>
                <a:lnTo>
                  <a:pt x="449" y="836"/>
                </a:lnTo>
                <a:lnTo>
                  <a:pt x="449" y="837"/>
                </a:lnTo>
                <a:lnTo>
                  <a:pt x="448" y="838"/>
                </a:lnTo>
                <a:lnTo>
                  <a:pt x="447" y="838"/>
                </a:lnTo>
                <a:lnTo>
                  <a:pt x="446" y="839"/>
                </a:lnTo>
                <a:lnTo>
                  <a:pt x="446" y="840"/>
                </a:lnTo>
                <a:lnTo>
                  <a:pt x="445" y="840"/>
                </a:lnTo>
                <a:lnTo>
                  <a:pt x="443" y="841"/>
                </a:lnTo>
                <a:lnTo>
                  <a:pt x="442" y="842"/>
                </a:lnTo>
                <a:lnTo>
                  <a:pt x="441" y="841"/>
                </a:lnTo>
                <a:lnTo>
                  <a:pt x="441" y="842"/>
                </a:lnTo>
                <a:lnTo>
                  <a:pt x="440" y="842"/>
                </a:lnTo>
                <a:lnTo>
                  <a:pt x="439" y="843"/>
                </a:lnTo>
                <a:lnTo>
                  <a:pt x="438" y="844"/>
                </a:lnTo>
                <a:lnTo>
                  <a:pt x="438" y="845"/>
                </a:lnTo>
                <a:lnTo>
                  <a:pt x="436" y="845"/>
                </a:lnTo>
                <a:lnTo>
                  <a:pt x="435" y="845"/>
                </a:lnTo>
                <a:lnTo>
                  <a:pt x="435" y="844"/>
                </a:lnTo>
                <a:lnTo>
                  <a:pt x="435" y="845"/>
                </a:lnTo>
                <a:lnTo>
                  <a:pt x="434" y="846"/>
                </a:lnTo>
                <a:lnTo>
                  <a:pt x="434" y="847"/>
                </a:lnTo>
                <a:lnTo>
                  <a:pt x="435" y="847"/>
                </a:lnTo>
                <a:lnTo>
                  <a:pt x="434" y="847"/>
                </a:lnTo>
                <a:lnTo>
                  <a:pt x="433" y="848"/>
                </a:lnTo>
                <a:lnTo>
                  <a:pt x="432" y="848"/>
                </a:lnTo>
                <a:lnTo>
                  <a:pt x="431" y="848"/>
                </a:lnTo>
                <a:lnTo>
                  <a:pt x="429" y="847"/>
                </a:lnTo>
                <a:lnTo>
                  <a:pt x="428" y="847"/>
                </a:lnTo>
                <a:lnTo>
                  <a:pt x="428" y="846"/>
                </a:lnTo>
                <a:lnTo>
                  <a:pt x="428" y="845"/>
                </a:lnTo>
                <a:lnTo>
                  <a:pt x="428" y="844"/>
                </a:lnTo>
                <a:lnTo>
                  <a:pt x="428" y="843"/>
                </a:lnTo>
                <a:lnTo>
                  <a:pt x="427" y="843"/>
                </a:lnTo>
                <a:lnTo>
                  <a:pt x="426" y="844"/>
                </a:lnTo>
                <a:lnTo>
                  <a:pt x="425" y="844"/>
                </a:lnTo>
                <a:lnTo>
                  <a:pt x="425" y="845"/>
                </a:lnTo>
                <a:lnTo>
                  <a:pt x="425" y="846"/>
                </a:lnTo>
                <a:lnTo>
                  <a:pt x="424" y="846"/>
                </a:lnTo>
                <a:lnTo>
                  <a:pt x="424" y="847"/>
                </a:lnTo>
                <a:lnTo>
                  <a:pt x="423" y="846"/>
                </a:lnTo>
                <a:lnTo>
                  <a:pt x="422" y="846"/>
                </a:lnTo>
                <a:lnTo>
                  <a:pt x="421" y="846"/>
                </a:lnTo>
                <a:lnTo>
                  <a:pt x="420" y="846"/>
                </a:lnTo>
                <a:lnTo>
                  <a:pt x="419" y="845"/>
                </a:lnTo>
                <a:lnTo>
                  <a:pt x="418" y="844"/>
                </a:lnTo>
                <a:lnTo>
                  <a:pt x="417" y="844"/>
                </a:lnTo>
                <a:lnTo>
                  <a:pt x="416" y="844"/>
                </a:lnTo>
                <a:lnTo>
                  <a:pt x="416" y="845"/>
                </a:lnTo>
                <a:lnTo>
                  <a:pt x="415" y="844"/>
                </a:lnTo>
                <a:lnTo>
                  <a:pt x="415" y="843"/>
                </a:lnTo>
                <a:lnTo>
                  <a:pt x="414" y="843"/>
                </a:lnTo>
                <a:lnTo>
                  <a:pt x="412" y="843"/>
                </a:lnTo>
                <a:lnTo>
                  <a:pt x="412" y="844"/>
                </a:lnTo>
                <a:lnTo>
                  <a:pt x="411" y="844"/>
                </a:lnTo>
                <a:lnTo>
                  <a:pt x="410" y="844"/>
                </a:lnTo>
                <a:lnTo>
                  <a:pt x="409" y="843"/>
                </a:lnTo>
                <a:lnTo>
                  <a:pt x="407" y="842"/>
                </a:lnTo>
                <a:lnTo>
                  <a:pt x="406" y="841"/>
                </a:lnTo>
                <a:lnTo>
                  <a:pt x="404" y="841"/>
                </a:lnTo>
                <a:lnTo>
                  <a:pt x="403" y="841"/>
                </a:lnTo>
                <a:lnTo>
                  <a:pt x="403" y="842"/>
                </a:lnTo>
                <a:lnTo>
                  <a:pt x="402" y="842"/>
                </a:lnTo>
                <a:lnTo>
                  <a:pt x="401" y="842"/>
                </a:lnTo>
                <a:lnTo>
                  <a:pt x="401" y="841"/>
                </a:lnTo>
                <a:lnTo>
                  <a:pt x="400" y="840"/>
                </a:lnTo>
                <a:lnTo>
                  <a:pt x="399" y="839"/>
                </a:lnTo>
                <a:lnTo>
                  <a:pt x="398" y="839"/>
                </a:lnTo>
                <a:lnTo>
                  <a:pt x="397" y="839"/>
                </a:lnTo>
                <a:lnTo>
                  <a:pt x="396" y="838"/>
                </a:lnTo>
                <a:lnTo>
                  <a:pt x="395" y="838"/>
                </a:lnTo>
                <a:lnTo>
                  <a:pt x="395" y="839"/>
                </a:lnTo>
                <a:lnTo>
                  <a:pt x="395" y="840"/>
                </a:lnTo>
                <a:lnTo>
                  <a:pt x="395" y="841"/>
                </a:lnTo>
                <a:lnTo>
                  <a:pt x="394" y="842"/>
                </a:lnTo>
                <a:lnTo>
                  <a:pt x="394" y="843"/>
                </a:lnTo>
                <a:lnTo>
                  <a:pt x="393" y="843"/>
                </a:lnTo>
                <a:lnTo>
                  <a:pt x="393" y="844"/>
                </a:lnTo>
                <a:lnTo>
                  <a:pt x="392" y="843"/>
                </a:lnTo>
                <a:lnTo>
                  <a:pt x="391" y="843"/>
                </a:lnTo>
                <a:lnTo>
                  <a:pt x="390" y="843"/>
                </a:lnTo>
                <a:lnTo>
                  <a:pt x="388" y="843"/>
                </a:lnTo>
                <a:lnTo>
                  <a:pt x="388" y="844"/>
                </a:lnTo>
                <a:lnTo>
                  <a:pt x="387" y="844"/>
                </a:lnTo>
                <a:lnTo>
                  <a:pt x="387" y="845"/>
                </a:lnTo>
                <a:lnTo>
                  <a:pt x="386" y="845"/>
                </a:lnTo>
                <a:lnTo>
                  <a:pt x="386" y="844"/>
                </a:lnTo>
                <a:lnTo>
                  <a:pt x="385" y="844"/>
                </a:lnTo>
                <a:lnTo>
                  <a:pt x="384" y="844"/>
                </a:lnTo>
                <a:lnTo>
                  <a:pt x="383" y="844"/>
                </a:lnTo>
                <a:lnTo>
                  <a:pt x="383" y="845"/>
                </a:lnTo>
                <a:lnTo>
                  <a:pt x="383" y="846"/>
                </a:lnTo>
                <a:lnTo>
                  <a:pt x="382" y="846"/>
                </a:lnTo>
                <a:lnTo>
                  <a:pt x="381" y="846"/>
                </a:lnTo>
                <a:lnTo>
                  <a:pt x="381" y="847"/>
                </a:lnTo>
                <a:lnTo>
                  <a:pt x="379" y="849"/>
                </a:lnTo>
                <a:lnTo>
                  <a:pt x="379" y="850"/>
                </a:lnTo>
                <a:lnTo>
                  <a:pt x="379" y="851"/>
                </a:lnTo>
                <a:lnTo>
                  <a:pt x="380" y="851"/>
                </a:lnTo>
                <a:lnTo>
                  <a:pt x="380" y="852"/>
                </a:lnTo>
                <a:lnTo>
                  <a:pt x="379" y="852"/>
                </a:lnTo>
                <a:lnTo>
                  <a:pt x="378" y="852"/>
                </a:lnTo>
                <a:lnTo>
                  <a:pt x="378" y="851"/>
                </a:lnTo>
                <a:lnTo>
                  <a:pt x="377" y="851"/>
                </a:lnTo>
                <a:lnTo>
                  <a:pt x="376" y="850"/>
                </a:lnTo>
                <a:lnTo>
                  <a:pt x="375" y="850"/>
                </a:lnTo>
                <a:lnTo>
                  <a:pt x="374" y="850"/>
                </a:lnTo>
                <a:lnTo>
                  <a:pt x="374" y="849"/>
                </a:lnTo>
                <a:lnTo>
                  <a:pt x="373" y="848"/>
                </a:lnTo>
                <a:lnTo>
                  <a:pt x="371" y="847"/>
                </a:lnTo>
                <a:lnTo>
                  <a:pt x="369" y="847"/>
                </a:lnTo>
                <a:lnTo>
                  <a:pt x="369" y="848"/>
                </a:lnTo>
                <a:lnTo>
                  <a:pt x="367" y="848"/>
                </a:lnTo>
                <a:lnTo>
                  <a:pt x="366" y="848"/>
                </a:lnTo>
                <a:lnTo>
                  <a:pt x="365" y="848"/>
                </a:lnTo>
                <a:lnTo>
                  <a:pt x="364" y="848"/>
                </a:lnTo>
                <a:lnTo>
                  <a:pt x="364" y="849"/>
                </a:lnTo>
                <a:lnTo>
                  <a:pt x="363" y="850"/>
                </a:lnTo>
                <a:lnTo>
                  <a:pt x="363" y="851"/>
                </a:lnTo>
                <a:lnTo>
                  <a:pt x="363" y="852"/>
                </a:lnTo>
                <a:lnTo>
                  <a:pt x="362" y="852"/>
                </a:lnTo>
                <a:lnTo>
                  <a:pt x="361" y="852"/>
                </a:lnTo>
                <a:lnTo>
                  <a:pt x="360" y="853"/>
                </a:lnTo>
                <a:lnTo>
                  <a:pt x="360" y="854"/>
                </a:lnTo>
                <a:lnTo>
                  <a:pt x="359" y="855"/>
                </a:lnTo>
                <a:lnTo>
                  <a:pt x="359" y="857"/>
                </a:lnTo>
                <a:lnTo>
                  <a:pt x="357" y="857"/>
                </a:lnTo>
                <a:lnTo>
                  <a:pt x="356" y="857"/>
                </a:lnTo>
                <a:lnTo>
                  <a:pt x="356" y="856"/>
                </a:lnTo>
                <a:lnTo>
                  <a:pt x="355" y="856"/>
                </a:lnTo>
                <a:lnTo>
                  <a:pt x="354" y="855"/>
                </a:lnTo>
                <a:lnTo>
                  <a:pt x="352" y="853"/>
                </a:lnTo>
                <a:lnTo>
                  <a:pt x="351" y="853"/>
                </a:lnTo>
                <a:lnTo>
                  <a:pt x="351" y="852"/>
                </a:lnTo>
                <a:lnTo>
                  <a:pt x="348" y="851"/>
                </a:lnTo>
                <a:lnTo>
                  <a:pt x="347" y="851"/>
                </a:lnTo>
                <a:lnTo>
                  <a:pt x="346" y="851"/>
                </a:lnTo>
                <a:lnTo>
                  <a:pt x="346" y="850"/>
                </a:lnTo>
                <a:lnTo>
                  <a:pt x="346" y="849"/>
                </a:lnTo>
                <a:lnTo>
                  <a:pt x="345" y="849"/>
                </a:lnTo>
                <a:lnTo>
                  <a:pt x="344" y="849"/>
                </a:lnTo>
                <a:lnTo>
                  <a:pt x="343" y="849"/>
                </a:lnTo>
                <a:lnTo>
                  <a:pt x="343" y="848"/>
                </a:lnTo>
                <a:lnTo>
                  <a:pt x="342" y="847"/>
                </a:lnTo>
                <a:lnTo>
                  <a:pt x="341" y="847"/>
                </a:lnTo>
                <a:lnTo>
                  <a:pt x="341" y="846"/>
                </a:lnTo>
                <a:lnTo>
                  <a:pt x="341" y="845"/>
                </a:lnTo>
                <a:lnTo>
                  <a:pt x="341" y="846"/>
                </a:lnTo>
                <a:lnTo>
                  <a:pt x="340" y="846"/>
                </a:lnTo>
                <a:lnTo>
                  <a:pt x="339" y="845"/>
                </a:lnTo>
                <a:lnTo>
                  <a:pt x="338" y="845"/>
                </a:lnTo>
                <a:lnTo>
                  <a:pt x="338" y="846"/>
                </a:lnTo>
                <a:lnTo>
                  <a:pt x="338" y="847"/>
                </a:lnTo>
                <a:lnTo>
                  <a:pt x="337" y="847"/>
                </a:lnTo>
                <a:lnTo>
                  <a:pt x="337" y="846"/>
                </a:lnTo>
                <a:lnTo>
                  <a:pt x="337" y="845"/>
                </a:lnTo>
                <a:lnTo>
                  <a:pt x="336" y="845"/>
                </a:lnTo>
                <a:lnTo>
                  <a:pt x="335" y="845"/>
                </a:lnTo>
                <a:lnTo>
                  <a:pt x="334" y="845"/>
                </a:lnTo>
                <a:lnTo>
                  <a:pt x="334" y="846"/>
                </a:lnTo>
                <a:lnTo>
                  <a:pt x="333" y="846"/>
                </a:lnTo>
                <a:lnTo>
                  <a:pt x="332" y="847"/>
                </a:lnTo>
                <a:lnTo>
                  <a:pt x="332" y="846"/>
                </a:lnTo>
                <a:lnTo>
                  <a:pt x="333" y="845"/>
                </a:lnTo>
                <a:lnTo>
                  <a:pt x="333" y="844"/>
                </a:lnTo>
                <a:lnTo>
                  <a:pt x="332" y="842"/>
                </a:lnTo>
                <a:lnTo>
                  <a:pt x="331" y="842"/>
                </a:lnTo>
                <a:lnTo>
                  <a:pt x="330" y="841"/>
                </a:lnTo>
                <a:lnTo>
                  <a:pt x="328" y="841"/>
                </a:lnTo>
                <a:lnTo>
                  <a:pt x="327" y="842"/>
                </a:lnTo>
                <a:lnTo>
                  <a:pt x="327" y="843"/>
                </a:lnTo>
                <a:lnTo>
                  <a:pt x="328" y="844"/>
                </a:lnTo>
                <a:lnTo>
                  <a:pt x="329" y="843"/>
                </a:lnTo>
                <a:lnTo>
                  <a:pt x="330" y="844"/>
                </a:lnTo>
                <a:lnTo>
                  <a:pt x="330" y="845"/>
                </a:lnTo>
                <a:lnTo>
                  <a:pt x="329" y="846"/>
                </a:lnTo>
                <a:lnTo>
                  <a:pt x="328" y="846"/>
                </a:lnTo>
                <a:lnTo>
                  <a:pt x="328" y="847"/>
                </a:lnTo>
                <a:lnTo>
                  <a:pt x="330" y="847"/>
                </a:lnTo>
                <a:lnTo>
                  <a:pt x="330" y="846"/>
                </a:lnTo>
                <a:lnTo>
                  <a:pt x="331" y="847"/>
                </a:lnTo>
                <a:lnTo>
                  <a:pt x="330" y="848"/>
                </a:lnTo>
                <a:lnTo>
                  <a:pt x="330" y="849"/>
                </a:lnTo>
                <a:lnTo>
                  <a:pt x="329" y="849"/>
                </a:lnTo>
                <a:lnTo>
                  <a:pt x="327" y="847"/>
                </a:lnTo>
                <a:lnTo>
                  <a:pt x="326" y="846"/>
                </a:lnTo>
                <a:lnTo>
                  <a:pt x="325" y="845"/>
                </a:lnTo>
                <a:lnTo>
                  <a:pt x="325" y="844"/>
                </a:lnTo>
                <a:lnTo>
                  <a:pt x="325" y="843"/>
                </a:lnTo>
                <a:lnTo>
                  <a:pt x="324" y="843"/>
                </a:lnTo>
                <a:lnTo>
                  <a:pt x="324" y="844"/>
                </a:lnTo>
                <a:lnTo>
                  <a:pt x="324" y="845"/>
                </a:lnTo>
                <a:lnTo>
                  <a:pt x="323" y="845"/>
                </a:lnTo>
                <a:lnTo>
                  <a:pt x="323" y="844"/>
                </a:lnTo>
                <a:lnTo>
                  <a:pt x="322" y="844"/>
                </a:lnTo>
                <a:lnTo>
                  <a:pt x="321" y="843"/>
                </a:lnTo>
                <a:lnTo>
                  <a:pt x="320" y="842"/>
                </a:lnTo>
                <a:lnTo>
                  <a:pt x="320" y="841"/>
                </a:lnTo>
                <a:lnTo>
                  <a:pt x="318" y="841"/>
                </a:lnTo>
                <a:lnTo>
                  <a:pt x="317" y="841"/>
                </a:lnTo>
                <a:lnTo>
                  <a:pt x="316" y="841"/>
                </a:lnTo>
                <a:lnTo>
                  <a:pt x="316" y="840"/>
                </a:lnTo>
                <a:lnTo>
                  <a:pt x="316" y="838"/>
                </a:lnTo>
                <a:lnTo>
                  <a:pt x="315" y="838"/>
                </a:lnTo>
                <a:lnTo>
                  <a:pt x="314" y="837"/>
                </a:lnTo>
                <a:lnTo>
                  <a:pt x="313" y="837"/>
                </a:lnTo>
                <a:lnTo>
                  <a:pt x="313" y="836"/>
                </a:lnTo>
                <a:lnTo>
                  <a:pt x="313" y="835"/>
                </a:lnTo>
                <a:lnTo>
                  <a:pt x="313" y="834"/>
                </a:lnTo>
                <a:lnTo>
                  <a:pt x="313" y="833"/>
                </a:lnTo>
                <a:lnTo>
                  <a:pt x="313" y="831"/>
                </a:lnTo>
                <a:lnTo>
                  <a:pt x="312" y="830"/>
                </a:lnTo>
                <a:lnTo>
                  <a:pt x="310" y="830"/>
                </a:lnTo>
                <a:lnTo>
                  <a:pt x="309" y="830"/>
                </a:lnTo>
                <a:lnTo>
                  <a:pt x="308" y="830"/>
                </a:lnTo>
                <a:lnTo>
                  <a:pt x="308" y="831"/>
                </a:lnTo>
                <a:lnTo>
                  <a:pt x="307" y="831"/>
                </a:lnTo>
                <a:lnTo>
                  <a:pt x="307" y="832"/>
                </a:lnTo>
                <a:lnTo>
                  <a:pt x="307" y="833"/>
                </a:lnTo>
                <a:lnTo>
                  <a:pt x="306" y="834"/>
                </a:lnTo>
                <a:lnTo>
                  <a:pt x="306" y="835"/>
                </a:lnTo>
                <a:lnTo>
                  <a:pt x="305" y="835"/>
                </a:lnTo>
                <a:lnTo>
                  <a:pt x="304" y="835"/>
                </a:lnTo>
                <a:lnTo>
                  <a:pt x="303" y="835"/>
                </a:lnTo>
                <a:lnTo>
                  <a:pt x="302" y="834"/>
                </a:lnTo>
                <a:lnTo>
                  <a:pt x="302" y="833"/>
                </a:lnTo>
                <a:lnTo>
                  <a:pt x="301" y="833"/>
                </a:lnTo>
                <a:lnTo>
                  <a:pt x="301" y="834"/>
                </a:lnTo>
                <a:lnTo>
                  <a:pt x="300" y="834"/>
                </a:lnTo>
                <a:lnTo>
                  <a:pt x="300" y="833"/>
                </a:lnTo>
                <a:lnTo>
                  <a:pt x="300" y="832"/>
                </a:lnTo>
                <a:lnTo>
                  <a:pt x="300" y="831"/>
                </a:lnTo>
                <a:lnTo>
                  <a:pt x="299" y="831"/>
                </a:lnTo>
                <a:lnTo>
                  <a:pt x="297" y="831"/>
                </a:lnTo>
                <a:lnTo>
                  <a:pt x="297" y="830"/>
                </a:lnTo>
                <a:lnTo>
                  <a:pt x="296" y="827"/>
                </a:lnTo>
                <a:lnTo>
                  <a:pt x="295" y="826"/>
                </a:lnTo>
                <a:lnTo>
                  <a:pt x="295" y="825"/>
                </a:lnTo>
                <a:lnTo>
                  <a:pt x="294" y="823"/>
                </a:lnTo>
                <a:lnTo>
                  <a:pt x="293" y="822"/>
                </a:lnTo>
                <a:lnTo>
                  <a:pt x="291" y="822"/>
                </a:lnTo>
                <a:lnTo>
                  <a:pt x="290" y="822"/>
                </a:lnTo>
                <a:lnTo>
                  <a:pt x="288" y="824"/>
                </a:lnTo>
                <a:lnTo>
                  <a:pt x="287" y="825"/>
                </a:lnTo>
                <a:lnTo>
                  <a:pt x="286" y="825"/>
                </a:lnTo>
                <a:lnTo>
                  <a:pt x="285" y="826"/>
                </a:lnTo>
                <a:lnTo>
                  <a:pt x="283" y="826"/>
                </a:lnTo>
                <a:lnTo>
                  <a:pt x="281" y="826"/>
                </a:lnTo>
                <a:lnTo>
                  <a:pt x="280" y="825"/>
                </a:lnTo>
                <a:lnTo>
                  <a:pt x="279" y="825"/>
                </a:lnTo>
                <a:lnTo>
                  <a:pt x="278" y="824"/>
                </a:lnTo>
                <a:lnTo>
                  <a:pt x="278" y="823"/>
                </a:lnTo>
                <a:lnTo>
                  <a:pt x="277" y="822"/>
                </a:lnTo>
                <a:lnTo>
                  <a:pt x="277" y="821"/>
                </a:lnTo>
                <a:lnTo>
                  <a:pt x="278" y="821"/>
                </a:lnTo>
                <a:lnTo>
                  <a:pt x="277" y="821"/>
                </a:lnTo>
                <a:lnTo>
                  <a:pt x="277" y="820"/>
                </a:lnTo>
                <a:lnTo>
                  <a:pt x="277" y="821"/>
                </a:lnTo>
                <a:lnTo>
                  <a:pt x="274" y="821"/>
                </a:lnTo>
                <a:lnTo>
                  <a:pt x="272" y="821"/>
                </a:lnTo>
                <a:lnTo>
                  <a:pt x="271" y="820"/>
                </a:lnTo>
                <a:lnTo>
                  <a:pt x="270" y="819"/>
                </a:lnTo>
                <a:lnTo>
                  <a:pt x="269" y="820"/>
                </a:lnTo>
                <a:lnTo>
                  <a:pt x="268" y="820"/>
                </a:lnTo>
                <a:lnTo>
                  <a:pt x="268" y="819"/>
                </a:lnTo>
                <a:lnTo>
                  <a:pt x="267" y="819"/>
                </a:lnTo>
                <a:lnTo>
                  <a:pt x="266" y="818"/>
                </a:lnTo>
                <a:lnTo>
                  <a:pt x="265" y="818"/>
                </a:lnTo>
                <a:lnTo>
                  <a:pt x="264" y="818"/>
                </a:lnTo>
                <a:lnTo>
                  <a:pt x="264" y="817"/>
                </a:lnTo>
                <a:lnTo>
                  <a:pt x="264" y="816"/>
                </a:lnTo>
                <a:lnTo>
                  <a:pt x="263" y="815"/>
                </a:lnTo>
                <a:lnTo>
                  <a:pt x="262" y="815"/>
                </a:lnTo>
                <a:lnTo>
                  <a:pt x="260" y="815"/>
                </a:lnTo>
                <a:lnTo>
                  <a:pt x="259" y="814"/>
                </a:lnTo>
                <a:lnTo>
                  <a:pt x="258" y="814"/>
                </a:lnTo>
                <a:lnTo>
                  <a:pt x="257" y="812"/>
                </a:lnTo>
                <a:lnTo>
                  <a:pt x="256" y="810"/>
                </a:lnTo>
                <a:lnTo>
                  <a:pt x="255" y="810"/>
                </a:lnTo>
                <a:lnTo>
                  <a:pt x="255" y="809"/>
                </a:lnTo>
                <a:lnTo>
                  <a:pt x="254" y="809"/>
                </a:lnTo>
                <a:lnTo>
                  <a:pt x="253" y="808"/>
                </a:lnTo>
                <a:lnTo>
                  <a:pt x="251" y="806"/>
                </a:lnTo>
                <a:lnTo>
                  <a:pt x="249" y="806"/>
                </a:lnTo>
                <a:lnTo>
                  <a:pt x="248" y="806"/>
                </a:lnTo>
                <a:lnTo>
                  <a:pt x="248" y="807"/>
                </a:lnTo>
                <a:lnTo>
                  <a:pt x="246" y="806"/>
                </a:lnTo>
                <a:lnTo>
                  <a:pt x="245" y="806"/>
                </a:lnTo>
                <a:lnTo>
                  <a:pt x="243" y="806"/>
                </a:lnTo>
                <a:lnTo>
                  <a:pt x="242" y="805"/>
                </a:lnTo>
                <a:lnTo>
                  <a:pt x="241" y="805"/>
                </a:lnTo>
                <a:lnTo>
                  <a:pt x="241" y="807"/>
                </a:lnTo>
                <a:lnTo>
                  <a:pt x="240" y="807"/>
                </a:lnTo>
                <a:lnTo>
                  <a:pt x="240" y="808"/>
                </a:lnTo>
                <a:lnTo>
                  <a:pt x="239" y="808"/>
                </a:lnTo>
                <a:lnTo>
                  <a:pt x="239" y="807"/>
                </a:lnTo>
                <a:lnTo>
                  <a:pt x="238" y="806"/>
                </a:lnTo>
                <a:lnTo>
                  <a:pt x="238" y="805"/>
                </a:lnTo>
                <a:lnTo>
                  <a:pt x="238" y="804"/>
                </a:lnTo>
                <a:lnTo>
                  <a:pt x="239" y="804"/>
                </a:lnTo>
                <a:lnTo>
                  <a:pt x="239" y="803"/>
                </a:lnTo>
                <a:lnTo>
                  <a:pt x="236" y="803"/>
                </a:lnTo>
                <a:lnTo>
                  <a:pt x="235" y="803"/>
                </a:lnTo>
                <a:lnTo>
                  <a:pt x="234" y="804"/>
                </a:lnTo>
                <a:lnTo>
                  <a:pt x="234" y="806"/>
                </a:lnTo>
                <a:lnTo>
                  <a:pt x="233" y="807"/>
                </a:lnTo>
                <a:lnTo>
                  <a:pt x="232" y="809"/>
                </a:lnTo>
                <a:lnTo>
                  <a:pt x="231" y="810"/>
                </a:lnTo>
                <a:lnTo>
                  <a:pt x="229" y="809"/>
                </a:lnTo>
                <a:lnTo>
                  <a:pt x="229" y="810"/>
                </a:lnTo>
                <a:lnTo>
                  <a:pt x="229" y="811"/>
                </a:lnTo>
                <a:lnTo>
                  <a:pt x="228" y="812"/>
                </a:lnTo>
                <a:lnTo>
                  <a:pt x="228" y="811"/>
                </a:lnTo>
                <a:lnTo>
                  <a:pt x="227" y="811"/>
                </a:lnTo>
                <a:lnTo>
                  <a:pt x="226" y="811"/>
                </a:lnTo>
                <a:lnTo>
                  <a:pt x="225" y="810"/>
                </a:lnTo>
                <a:lnTo>
                  <a:pt x="225" y="809"/>
                </a:lnTo>
                <a:lnTo>
                  <a:pt x="224" y="808"/>
                </a:lnTo>
                <a:lnTo>
                  <a:pt x="223" y="808"/>
                </a:lnTo>
                <a:lnTo>
                  <a:pt x="223" y="807"/>
                </a:lnTo>
                <a:lnTo>
                  <a:pt x="221" y="807"/>
                </a:lnTo>
                <a:lnTo>
                  <a:pt x="220" y="806"/>
                </a:lnTo>
                <a:lnTo>
                  <a:pt x="219" y="806"/>
                </a:lnTo>
                <a:lnTo>
                  <a:pt x="220" y="806"/>
                </a:lnTo>
                <a:lnTo>
                  <a:pt x="220" y="805"/>
                </a:lnTo>
                <a:lnTo>
                  <a:pt x="221" y="805"/>
                </a:lnTo>
                <a:lnTo>
                  <a:pt x="221" y="804"/>
                </a:lnTo>
                <a:lnTo>
                  <a:pt x="220" y="803"/>
                </a:lnTo>
                <a:lnTo>
                  <a:pt x="219" y="803"/>
                </a:lnTo>
                <a:lnTo>
                  <a:pt x="219" y="802"/>
                </a:lnTo>
                <a:lnTo>
                  <a:pt x="218" y="802"/>
                </a:lnTo>
                <a:lnTo>
                  <a:pt x="218" y="801"/>
                </a:lnTo>
                <a:lnTo>
                  <a:pt x="219" y="801"/>
                </a:lnTo>
                <a:lnTo>
                  <a:pt x="220" y="801"/>
                </a:lnTo>
                <a:lnTo>
                  <a:pt x="220" y="800"/>
                </a:lnTo>
                <a:lnTo>
                  <a:pt x="219" y="800"/>
                </a:lnTo>
                <a:lnTo>
                  <a:pt x="218" y="797"/>
                </a:lnTo>
                <a:lnTo>
                  <a:pt x="217" y="796"/>
                </a:lnTo>
                <a:lnTo>
                  <a:pt x="217" y="795"/>
                </a:lnTo>
                <a:lnTo>
                  <a:pt x="216" y="795"/>
                </a:lnTo>
                <a:lnTo>
                  <a:pt x="215" y="794"/>
                </a:lnTo>
                <a:lnTo>
                  <a:pt x="214" y="794"/>
                </a:lnTo>
                <a:lnTo>
                  <a:pt x="213" y="794"/>
                </a:lnTo>
                <a:lnTo>
                  <a:pt x="213" y="793"/>
                </a:lnTo>
                <a:lnTo>
                  <a:pt x="211" y="791"/>
                </a:lnTo>
                <a:lnTo>
                  <a:pt x="210" y="791"/>
                </a:lnTo>
                <a:lnTo>
                  <a:pt x="209" y="791"/>
                </a:lnTo>
                <a:lnTo>
                  <a:pt x="209" y="790"/>
                </a:lnTo>
                <a:lnTo>
                  <a:pt x="209" y="789"/>
                </a:lnTo>
                <a:lnTo>
                  <a:pt x="208" y="788"/>
                </a:lnTo>
                <a:lnTo>
                  <a:pt x="209" y="788"/>
                </a:lnTo>
                <a:lnTo>
                  <a:pt x="209" y="787"/>
                </a:lnTo>
                <a:lnTo>
                  <a:pt x="209" y="786"/>
                </a:lnTo>
                <a:lnTo>
                  <a:pt x="208" y="786"/>
                </a:lnTo>
                <a:lnTo>
                  <a:pt x="207" y="785"/>
                </a:lnTo>
                <a:lnTo>
                  <a:pt x="206" y="785"/>
                </a:lnTo>
                <a:lnTo>
                  <a:pt x="205" y="785"/>
                </a:lnTo>
                <a:lnTo>
                  <a:pt x="204" y="785"/>
                </a:lnTo>
                <a:lnTo>
                  <a:pt x="203" y="785"/>
                </a:lnTo>
                <a:lnTo>
                  <a:pt x="202" y="785"/>
                </a:lnTo>
                <a:lnTo>
                  <a:pt x="201" y="784"/>
                </a:lnTo>
                <a:lnTo>
                  <a:pt x="200" y="783"/>
                </a:lnTo>
                <a:lnTo>
                  <a:pt x="201" y="783"/>
                </a:lnTo>
                <a:lnTo>
                  <a:pt x="202" y="783"/>
                </a:lnTo>
                <a:lnTo>
                  <a:pt x="202" y="784"/>
                </a:lnTo>
                <a:lnTo>
                  <a:pt x="203" y="784"/>
                </a:lnTo>
                <a:lnTo>
                  <a:pt x="204" y="785"/>
                </a:lnTo>
                <a:lnTo>
                  <a:pt x="206" y="784"/>
                </a:lnTo>
                <a:lnTo>
                  <a:pt x="207" y="783"/>
                </a:lnTo>
                <a:lnTo>
                  <a:pt x="208" y="782"/>
                </a:lnTo>
                <a:lnTo>
                  <a:pt x="208" y="781"/>
                </a:lnTo>
                <a:lnTo>
                  <a:pt x="208" y="779"/>
                </a:lnTo>
                <a:lnTo>
                  <a:pt x="208" y="778"/>
                </a:lnTo>
                <a:lnTo>
                  <a:pt x="208" y="777"/>
                </a:lnTo>
                <a:lnTo>
                  <a:pt x="207" y="775"/>
                </a:lnTo>
                <a:lnTo>
                  <a:pt x="206" y="775"/>
                </a:lnTo>
                <a:lnTo>
                  <a:pt x="206" y="774"/>
                </a:lnTo>
                <a:lnTo>
                  <a:pt x="206" y="775"/>
                </a:lnTo>
                <a:lnTo>
                  <a:pt x="206" y="776"/>
                </a:lnTo>
                <a:lnTo>
                  <a:pt x="206" y="777"/>
                </a:lnTo>
                <a:lnTo>
                  <a:pt x="206" y="778"/>
                </a:lnTo>
                <a:lnTo>
                  <a:pt x="205" y="778"/>
                </a:lnTo>
                <a:lnTo>
                  <a:pt x="204" y="777"/>
                </a:lnTo>
                <a:lnTo>
                  <a:pt x="204" y="779"/>
                </a:lnTo>
                <a:lnTo>
                  <a:pt x="203" y="780"/>
                </a:lnTo>
                <a:lnTo>
                  <a:pt x="201" y="780"/>
                </a:lnTo>
                <a:lnTo>
                  <a:pt x="200" y="780"/>
                </a:lnTo>
                <a:lnTo>
                  <a:pt x="199" y="780"/>
                </a:lnTo>
                <a:lnTo>
                  <a:pt x="199" y="779"/>
                </a:lnTo>
                <a:lnTo>
                  <a:pt x="198" y="779"/>
                </a:lnTo>
                <a:lnTo>
                  <a:pt x="197" y="777"/>
                </a:lnTo>
                <a:lnTo>
                  <a:pt x="196" y="775"/>
                </a:lnTo>
                <a:lnTo>
                  <a:pt x="196" y="774"/>
                </a:lnTo>
                <a:lnTo>
                  <a:pt x="195" y="772"/>
                </a:lnTo>
                <a:lnTo>
                  <a:pt x="194" y="771"/>
                </a:lnTo>
                <a:lnTo>
                  <a:pt x="194" y="770"/>
                </a:lnTo>
                <a:lnTo>
                  <a:pt x="194" y="769"/>
                </a:lnTo>
                <a:lnTo>
                  <a:pt x="193" y="767"/>
                </a:lnTo>
                <a:lnTo>
                  <a:pt x="192" y="766"/>
                </a:lnTo>
                <a:lnTo>
                  <a:pt x="190" y="766"/>
                </a:lnTo>
                <a:lnTo>
                  <a:pt x="190" y="765"/>
                </a:lnTo>
                <a:lnTo>
                  <a:pt x="190" y="764"/>
                </a:lnTo>
                <a:lnTo>
                  <a:pt x="189" y="764"/>
                </a:lnTo>
                <a:lnTo>
                  <a:pt x="189" y="763"/>
                </a:lnTo>
                <a:lnTo>
                  <a:pt x="188" y="763"/>
                </a:lnTo>
                <a:lnTo>
                  <a:pt x="187" y="763"/>
                </a:lnTo>
                <a:lnTo>
                  <a:pt x="186" y="763"/>
                </a:lnTo>
                <a:lnTo>
                  <a:pt x="185" y="763"/>
                </a:lnTo>
                <a:lnTo>
                  <a:pt x="184" y="763"/>
                </a:lnTo>
                <a:lnTo>
                  <a:pt x="183" y="763"/>
                </a:lnTo>
                <a:lnTo>
                  <a:pt x="183" y="764"/>
                </a:lnTo>
                <a:lnTo>
                  <a:pt x="182" y="763"/>
                </a:lnTo>
                <a:lnTo>
                  <a:pt x="181" y="762"/>
                </a:lnTo>
                <a:lnTo>
                  <a:pt x="181" y="761"/>
                </a:lnTo>
                <a:lnTo>
                  <a:pt x="179" y="760"/>
                </a:lnTo>
                <a:lnTo>
                  <a:pt x="178" y="760"/>
                </a:lnTo>
                <a:lnTo>
                  <a:pt x="177" y="760"/>
                </a:lnTo>
                <a:lnTo>
                  <a:pt x="176" y="760"/>
                </a:lnTo>
                <a:lnTo>
                  <a:pt x="175" y="756"/>
                </a:lnTo>
                <a:lnTo>
                  <a:pt x="176" y="755"/>
                </a:lnTo>
                <a:lnTo>
                  <a:pt x="176" y="754"/>
                </a:lnTo>
                <a:lnTo>
                  <a:pt x="177" y="752"/>
                </a:lnTo>
                <a:lnTo>
                  <a:pt x="176" y="752"/>
                </a:lnTo>
                <a:lnTo>
                  <a:pt x="174" y="751"/>
                </a:lnTo>
                <a:lnTo>
                  <a:pt x="173" y="751"/>
                </a:lnTo>
                <a:lnTo>
                  <a:pt x="172" y="751"/>
                </a:lnTo>
                <a:lnTo>
                  <a:pt x="172" y="752"/>
                </a:lnTo>
                <a:lnTo>
                  <a:pt x="172" y="753"/>
                </a:lnTo>
                <a:lnTo>
                  <a:pt x="171" y="754"/>
                </a:lnTo>
                <a:lnTo>
                  <a:pt x="170" y="755"/>
                </a:lnTo>
                <a:lnTo>
                  <a:pt x="169" y="755"/>
                </a:lnTo>
                <a:lnTo>
                  <a:pt x="168" y="755"/>
                </a:lnTo>
                <a:lnTo>
                  <a:pt x="168" y="754"/>
                </a:lnTo>
                <a:lnTo>
                  <a:pt x="168" y="753"/>
                </a:lnTo>
                <a:lnTo>
                  <a:pt x="168" y="752"/>
                </a:lnTo>
                <a:lnTo>
                  <a:pt x="169" y="751"/>
                </a:lnTo>
                <a:lnTo>
                  <a:pt x="169" y="750"/>
                </a:lnTo>
                <a:lnTo>
                  <a:pt x="168" y="749"/>
                </a:lnTo>
                <a:lnTo>
                  <a:pt x="168" y="748"/>
                </a:lnTo>
                <a:lnTo>
                  <a:pt x="168" y="747"/>
                </a:lnTo>
                <a:lnTo>
                  <a:pt x="167" y="746"/>
                </a:lnTo>
                <a:lnTo>
                  <a:pt x="167" y="744"/>
                </a:lnTo>
                <a:lnTo>
                  <a:pt x="168" y="742"/>
                </a:lnTo>
                <a:lnTo>
                  <a:pt x="168" y="741"/>
                </a:lnTo>
                <a:lnTo>
                  <a:pt x="168" y="740"/>
                </a:lnTo>
                <a:lnTo>
                  <a:pt x="169" y="740"/>
                </a:lnTo>
                <a:lnTo>
                  <a:pt x="171" y="739"/>
                </a:lnTo>
                <a:lnTo>
                  <a:pt x="172" y="738"/>
                </a:lnTo>
                <a:lnTo>
                  <a:pt x="172" y="736"/>
                </a:lnTo>
                <a:lnTo>
                  <a:pt x="171" y="735"/>
                </a:lnTo>
                <a:lnTo>
                  <a:pt x="171" y="734"/>
                </a:lnTo>
                <a:lnTo>
                  <a:pt x="172" y="733"/>
                </a:lnTo>
                <a:lnTo>
                  <a:pt x="172" y="732"/>
                </a:lnTo>
                <a:lnTo>
                  <a:pt x="171" y="732"/>
                </a:lnTo>
                <a:lnTo>
                  <a:pt x="170" y="732"/>
                </a:lnTo>
                <a:lnTo>
                  <a:pt x="169" y="730"/>
                </a:lnTo>
                <a:lnTo>
                  <a:pt x="169" y="729"/>
                </a:lnTo>
                <a:lnTo>
                  <a:pt x="169" y="728"/>
                </a:lnTo>
                <a:lnTo>
                  <a:pt x="168" y="728"/>
                </a:lnTo>
                <a:lnTo>
                  <a:pt x="167" y="728"/>
                </a:lnTo>
                <a:lnTo>
                  <a:pt x="167" y="727"/>
                </a:lnTo>
                <a:lnTo>
                  <a:pt x="166" y="726"/>
                </a:lnTo>
                <a:lnTo>
                  <a:pt x="167" y="726"/>
                </a:lnTo>
                <a:lnTo>
                  <a:pt x="167" y="725"/>
                </a:lnTo>
                <a:lnTo>
                  <a:pt x="167" y="724"/>
                </a:lnTo>
                <a:lnTo>
                  <a:pt x="166" y="724"/>
                </a:lnTo>
                <a:lnTo>
                  <a:pt x="165" y="723"/>
                </a:lnTo>
                <a:lnTo>
                  <a:pt x="163" y="722"/>
                </a:lnTo>
                <a:lnTo>
                  <a:pt x="162" y="722"/>
                </a:lnTo>
                <a:lnTo>
                  <a:pt x="160" y="722"/>
                </a:lnTo>
                <a:lnTo>
                  <a:pt x="159" y="722"/>
                </a:lnTo>
                <a:lnTo>
                  <a:pt x="157" y="723"/>
                </a:lnTo>
                <a:lnTo>
                  <a:pt x="156" y="723"/>
                </a:lnTo>
                <a:lnTo>
                  <a:pt x="156" y="722"/>
                </a:lnTo>
                <a:lnTo>
                  <a:pt x="154" y="721"/>
                </a:lnTo>
                <a:lnTo>
                  <a:pt x="153" y="721"/>
                </a:lnTo>
                <a:lnTo>
                  <a:pt x="153" y="722"/>
                </a:lnTo>
                <a:lnTo>
                  <a:pt x="152" y="722"/>
                </a:lnTo>
                <a:lnTo>
                  <a:pt x="152" y="724"/>
                </a:lnTo>
                <a:lnTo>
                  <a:pt x="151" y="724"/>
                </a:lnTo>
                <a:lnTo>
                  <a:pt x="150" y="723"/>
                </a:lnTo>
                <a:lnTo>
                  <a:pt x="150" y="722"/>
                </a:lnTo>
                <a:lnTo>
                  <a:pt x="150" y="721"/>
                </a:lnTo>
                <a:lnTo>
                  <a:pt x="153" y="719"/>
                </a:lnTo>
                <a:lnTo>
                  <a:pt x="154" y="718"/>
                </a:lnTo>
                <a:lnTo>
                  <a:pt x="155" y="718"/>
                </a:lnTo>
                <a:lnTo>
                  <a:pt x="156" y="718"/>
                </a:lnTo>
                <a:lnTo>
                  <a:pt x="157" y="717"/>
                </a:lnTo>
                <a:lnTo>
                  <a:pt x="157" y="716"/>
                </a:lnTo>
                <a:lnTo>
                  <a:pt x="158" y="716"/>
                </a:lnTo>
                <a:lnTo>
                  <a:pt x="158" y="715"/>
                </a:lnTo>
                <a:lnTo>
                  <a:pt x="157" y="715"/>
                </a:lnTo>
                <a:lnTo>
                  <a:pt x="157" y="714"/>
                </a:lnTo>
                <a:lnTo>
                  <a:pt x="157" y="713"/>
                </a:lnTo>
                <a:lnTo>
                  <a:pt x="157" y="712"/>
                </a:lnTo>
                <a:lnTo>
                  <a:pt x="156" y="712"/>
                </a:lnTo>
                <a:lnTo>
                  <a:pt x="156" y="711"/>
                </a:lnTo>
                <a:lnTo>
                  <a:pt x="156" y="712"/>
                </a:lnTo>
                <a:lnTo>
                  <a:pt x="155" y="712"/>
                </a:lnTo>
                <a:lnTo>
                  <a:pt x="154" y="712"/>
                </a:lnTo>
                <a:lnTo>
                  <a:pt x="154" y="711"/>
                </a:lnTo>
                <a:lnTo>
                  <a:pt x="154" y="708"/>
                </a:lnTo>
                <a:lnTo>
                  <a:pt x="154" y="707"/>
                </a:lnTo>
                <a:lnTo>
                  <a:pt x="153" y="707"/>
                </a:lnTo>
                <a:lnTo>
                  <a:pt x="152" y="706"/>
                </a:lnTo>
                <a:lnTo>
                  <a:pt x="151" y="705"/>
                </a:lnTo>
                <a:lnTo>
                  <a:pt x="150" y="705"/>
                </a:lnTo>
                <a:lnTo>
                  <a:pt x="150" y="706"/>
                </a:lnTo>
                <a:lnTo>
                  <a:pt x="149" y="706"/>
                </a:lnTo>
                <a:lnTo>
                  <a:pt x="148" y="706"/>
                </a:lnTo>
                <a:lnTo>
                  <a:pt x="148" y="705"/>
                </a:lnTo>
                <a:lnTo>
                  <a:pt x="147" y="704"/>
                </a:lnTo>
                <a:lnTo>
                  <a:pt x="147" y="703"/>
                </a:lnTo>
                <a:lnTo>
                  <a:pt x="146" y="703"/>
                </a:lnTo>
                <a:lnTo>
                  <a:pt x="145" y="701"/>
                </a:lnTo>
                <a:lnTo>
                  <a:pt x="145" y="700"/>
                </a:lnTo>
                <a:lnTo>
                  <a:pt x="145" y="699"/>
                </a:lnTo>
                <a:lnTo>
                  <a:pt x="145" y="698"/>
                </a:lnTo>
                <a:lnTo>
                  <a:pt x="144" y="698"/>
                </a:lnTo>
                <a:lnTo>
                  <a:pt x="144" y="699"/>
                </a:lnTo>
                <a:lnTo>
                  <a:pt x="143" y="699"/>
                </a:lnTo>
                <a:lnTo>
                  <a:pt x="142" y="698"/>
                </a:lnTo>
                <a:lnTo>
                  <a:pt x="141" y="697"/>
                </a:lnTo>
                <a:lnTo>
                  <a:pt x="141" y="696"/>
                </a:lnTo>
                <a:lnTo>
                  <a:pt x="140" y="696"/>
                </a:lnTo>
                <a:lnTo>
                  <a:pt x="139" y="696"/>
                </a:lnTo>
                <a:lnTo>
                  <a:pt x="138" y="696"/>
                </a:lnTo>
                <a:lnTo>
                  <a:pt x="139" y="695"/>
                </a:lnTo>
                <a:lnTo>
                  <a:pt x="138" y="694"/>
                </a:lnTo>
                <a:lnTo>
                  <a:pt x="137" y="694"/>
                </a:lnTo>
                <a:lnTo>
                  <a:pt x="137" y="695"/>
                </a:lnTo>
                <a:lnTo>
                  <a:pt x="136" y="695"/>
                </a:lnTo>
                <a:lnTo>
                  <a:pt x="135" y="695"/>
                </a:lnTo>
                <a:lnTo>
                  <a:pt x="135" y="696"/>
                </a:lnTo>
                <a:lnTo>
                  <a:pt x="134" y="696"/>
                </a:lnTo>
                <a:lnTo>
                  <a:pt x="134" y="697"/>
                </a:lnTo>
                <a:lnTo>
                  <a:pt x="134" y="698"/>
                </a:lnTo>
                <a:lnTo>
                  <a:pt x="133" y="700"/>
                </a:lnTo>
                <a:lnTo>
                  <a:pt x="131" y="700"/>
                </a:lnTo>
                <a:lnTo>
                  <a:pt x="130" y="701"/>
                </a:lnTo>
                <a:lnTo>
                  <a:pt x="129" y="700"/>
                </a:lnTo>
                <a:lnTo>
                  <a:pt x="130" y="700"/>
                </a:lnTo>
                <a:lnTo>
                  <a:pt x="131" y="698"/>
                </a:lnTo>
                <a:lnTo>
                  <a:pt x="132" y="697"/>
                </a:lnTo>
                <a:lnTo>
                  <a:pt x="133" y="696"/>
                </a:lnTo>
                <a:lnTo>
                  <a:pt x="133" y="695"/>
                </a:lnTo>
                <a:lnTo>
                  <a:pt x="133" y="694"/>
                </a:lnTo>
                <a:lnTo>
                  <a:pt x="134" y="694"/>
                </a:lnTo>
                <a:lnTo>
                  <a:pt x="133" y="694"/>
                </a:lnTo>
                <a:lnTo>
                  <a:pt x="133" y="692"/>
                </a:lnTo>
                <a:lnTo>
                  <a:pt x="131" y="691"/>
                </a:lnTo>
                <a:lnTo>
                  <a:pt x="130" y="690"/>
                </a:lnTo>
                <a:lnTo>
                  <a:pt x="129" y="690"/>
                </a:lnTo>
                <a:lnTo>
                  <a:pt x="128" y="689"/>
                </a:lnTo>
                <a:lnTo>
                  <a:pt x="127" y="689"/>
                </a:lnTo>
                <a:lnTo>
                  <a:pt x="125" y="687"/>
                </a:lnTo>
                <a:lnTo>
                  <a:pt x="125" y="686"/>
                </a:lnTo>
                <a:lnTo>
                  <a:pt x="125" y="685"/>
                </a:lnTo>
                <a:lnTo>
                  <a:pt x="124" y="685"/>
                </a:lnTo>
                <a:lnTo>
                  <a:pt x="123" y="684"/>
                </a:lnTo>
                <a:lnTo>
                  <a:pt x="122" y="684"/>
                </a:lnTo>
                <a:lnTo>
                  <a:pt x="121" y="684"/>
                </a:lnTo>
                <a:lnTo>
                  <a:pt x="121" y="682"/>
                </a:lnTo>
                <a:lnTo>
                  <a:pt x="122" y="682"/>
                </a:lnTo>
                <a:lnTo>
                  <a:pt x="122" y="681"/>
                </a:lnTo>
                <a:lnTo>
                  <a:pt x="121" y="681"/>
                </a:lnTo>
                <a:lnTo>
                  <a:pt x="121" y="680"/>
                </a:lnTo>
                <a:lnTo>
                  <a:pt x="120" y="679"/>
                </a:lnTo>
                <a:lnTo>
                  <a:pt x="119" y="678"/>
                </a:lnTo>
                <a:lnTo>
                  <a:pt x="119" y="677"/>
                </a:lnTo>
                <a:lnTo>
                  <a:pt x="120" y="676"/>
                </a:lnTo>
                <a:lnTo>
                  <a:pt x="121" y="673"/>
                </a:lnTo>
                <a:lnTo>
                  <a:pt x="121" y="672"/>
                </a:lnTo>
                <a:lnTo>
                  <a:pt x="121" y="671"/>
                </a:lnTo>
                <a:lnTo>
                  <a:pt x="121" y="670"/>
                </a:lnTo>
                <a:lnTo>
                  <a:pt x="122" y="670"/>
                </a:lnTo>
                <a:lnTo>
                  <a:pt x="123" y="670"/>
                </a:lnTo>
                <a:lnTo>
                  <a:pt x="123" y="669"/>
                </a:lnTo>
                <a:lnTo>
                  <a:pt x="122" y="669"/>
                </a:lnTo>
                <a:lnTo>
                  <a:pt x="122" y="668"/>
                </a:lnTo>
                <a:lnTo>
                  <a:pt x="123" y="666"/>
                </a:lnTo>
                <a:lnTo>
                  <a:pt x="123" y="665"/>
                </a:lnTo>
                <a:lnTo>
                  <a:pt x="125" y="665"/>
                </a:lnTo>
                <a:lnTo>
                  <a:pt x="126" y="664"/>
                </a:lnTo>
                <a:lnTo>
                  <a:pt x="127" y="664"/>
                </a:lnTo>
                <a:lnTo>
                  <a:pt x="127" y="663"/>
                </a:lnTo>
                <a:lnTo>
                  <a:pt x="126" y="663"/>
                </a:lnTo>
                <a:lnTo>
                  <a:pt x="126" y="661"/>
                </a:lnTo>
                <a:lnTo>
                  <a:pt x="125" y="660"/>
                </a:lnTo>
                <a:lnTo>
                  <a:pt x="125" y="659"/>
                </a:lnTo>
                <a:lnTo>
                  <a:pt x="126" y="658"/>
                </a:lnTo>
                <a:lnTo>
                  <a:pt x="127" y="657"/>
                </a:lnTo>
                <a:lnTo>
                  <a:pt x="127" y="656"/>
                </a:lnTo>
                <a:lnTo>
                  <a:pt x="126" y="656"/>
                </a:lnTo>
                <a:lnTo>
                  <a:pt x="126" y="655"/>
                </a:lnTo>
                <a:lnTo>
                  <a:pt x="125" y="655"/>
                </a:lnTo>
                <a:lnTo>
                  <a:pt x="125" y="654"/>
                </a:lnTo>
                <a:lnTo>
                  <a:pt x="125" y="653"/>
                </a:lnTo>
                <a:lnTo>
                  <a:pt x="124" y="652"/>
                </a:lnTo>
                <a:lnTo>
                  <a:pt x="123" y="652"/>
                </a:lnTo>
                <a:lnTo>
                  <a:pt x="123" y="651"/>
                </a:lnTo>
                <a:lnTo>
                  <a:pt x="123" y="650"/>
                </a:lnTo>
                <a:lnTo>
                  <a:pt x="122" y="649"/>
                </a:lnTo>
                <a:lnTo>
                  <a:pt x="122" y="648"/>
                </a:lnTo>
                <a:lnTo>
                  <a:pt x="122" y="647"/>
                </a:lnTo>
                <a:lnTo>
                  <a:pt x="122" y="646"/>
                </a:lnTo>
                <a:lnTo>
                  <a:pt x="121" y="645"/>
                </a:lnTo>
                <a:lnTo>
                  <a:pt x="120" y="644"/>
                </a:lnTo>
                <a:lnTo>
                  <a:pt x="120" y="643"/>
                </a:lnTo>
                <a:lnTo>
                  <a:pt x="119" y="643"/>
                </a:lnTo>
                <a:lnTo>
                  <a:pt x="119" y="642"/>
                </a:lnTo>
                <a:lnTo>
                  <a:pt x="120" y="642"/>
                </a:lnTo>
                <a:lnTo>
                  <a:pt x="121" y="642"/>
                </a:lnTo>
                <a:lnTo>
                  <a:pt x="122" y="642"/>
                </a:lnTo>
                <a:lnTo>
                  <a:pt x="123" y="641"/>
                </a:lnTo>
                <a:lnTo>
                  <a:pt x="123" y="640"/>
                </a:lnTo>
                <a:lnTo>
                  <a:pt x="123" y="639"/>
                </a:lnTo>
                <a:lnTo>
                  <a:pt x="123" y="638"/>
                </a:lnTo>
                <a:lnTo>
                  <a:pt x="124" y="637"/>
                </a:lnTo>
                <a:lnTo>
                  <a:pt x="124" y="636"/>
                </a:lnTo>
                <a:lnTo>
                  <a:pt x="123" y="636"/>
                </a:lnTo>
                <a:lnTo>
                  <a:pt x="123" y="635"/>
                </a:lnTo>
                <a:lnTo>
                  <a:pt x="123" y="634"/>
                </a:lnTo>
                <a:lnTo>
                  <a:pt x="124" y="634"/>
                </a:lnTo>
                <a:lnTo>
                  <a:pt x="125" y="632"/>
                </a:lnTo>
                <a:lnTo>
                  <a:pt x="124" y="632"/>
                </a:lnTo>
                <a:lnTo>
                  <a:pt x="124" y="629"/>
                </a:lnTo>
                <a:lnTo>
                  <a:pt x="123" y="628"/>
                </a:lnTo>
                <a:lnTo>
                  <a:pt x="123" y="627"/>
                </a:lnTo>
                <a:lnTo>
                  <a:pt x="122" y="626"/>
                </a:lnTo>
                <a:lnTo>
                  <a:pt x="122" y="625"/>
                </a:lnTo>
                <a:lnTo>
                  <a:pt x="121" y="624"/>
                </a:lnTo>
                <a:lnTo>
                  <a:pt x="120" y="624"/>
                </a:lnTo>
                <a:lnTo>
                  <a:pt x="120" y="623"/>
                </a:lnTo>
                <a:lnTo>
                  <a:pt x="119" y="623"/>
                </a:lnTo>
                <a:lnTo>
                  <a:pt x="119" y="620"/>
                </a:lnTo>
                <a:lnTo>
                  <a:pt x="119" y="619"/>
                </a:lnTo>
                <a:lnTo>
                  <a:pt x="120" y="618"/>
                </a:lnTo>
                <a:lnTo>
                  <a:pt x="120" y="617"/>
                </a:lnTo>
                <a:lnTo>
                  <a:pt x="120" y="616"/>
                </a:lnTo>
                <a:lnTo>
                  <a:pt x="119" y="616"/>
                </a:lnTo>
                <a:lnTo>
                  <a:pt x="119" y="615"/>
                </a:lnTo>
                <a:lnTo>
                  <a:pt x="119" y="614"/>
                </a:lnTo>
                <a:lnTo>
                  <a:pt x="118" y="613"/>
                </a:lnTo>
                <a:lnTo>
                  <a:pt x="117" y="612"/>
                </a:lnTo>
                <a:lnTo>
                  <a:pt x="116" y="611"/>
                </a:lnTo>
                <a:lnTo>
                  <a:pt x="114" y="610"/>
                </a:lnTo>
                <a:lnTo>
                  <a:pt x="114" y="609"/>
                </a:lnTo>
                <a:lnTo>
                  <a:pt x="113" y="609"/>
                </a:lnTo>
                <a:lnTo>
                  <a:pt x="113" y="608"/>
                </a:lnTo>
                <a:lnTo>
                  <a:pt x="112" y="607"/>
                </a:lnTo>
                <a:lnTo>
                  <a:pt x="111" y="607"/>
                </a:lnTo>
                <a:lnTo>
                  <a:pt x="110" y="607"/>
                </a:lnTo>
                <a:lnTo>
                  <a:pt x="109" y="608"/>
                </a:lnTo>
                <a:lnTo>
                  <a:pt x="109" y="607"/>
                </a:lnTo>
                <a:lnTo>
                  <a:pt x="108" y="607"/>
                </a:lnTo>
                <a:lnTo>
                  <a:pt x="108" y="606"/>
                </a:lnTo>
                <a:lnTo>
                  <a:pt x="107" y="605"/>
                </a:lnTo>
                <a:lnTo>
                  <a:pt x="105" y="604"/>
                </a:lnTo>
                <a:lnTo>
                  <a:pt x="103" y="604"/>
                </a:lnTo>
                <a:lnTo>
                  <a:pt x="102" y="604"/>
                </a:lnTo>
                <a:lnTo>
                  <a:pt x="101" y="604"/>
                </a:lnTo>
                <a:lnTo>
                  <a:pt x="100" y="603"/>
                </a:lnTo>
                <a:lnTo>
                  <a:pt x="99" y="603"/>
                </a:lnTo>
                <a:lnTo>
                  <a:pt x="98" y="603"/>
                </a:lnTo>
                <a:lnTo>
                  <a:pt x="97" y="603"/>
                </a:lnTo>
                <a:lnTo>
                  <a:pt x="95" y="601"/>
                </a:lnTo>
                <a:lnTo>
                  <a:pt x="94" y="599"/>
                </a:lnTo>
                <a:lnTo>
                  <a:pt x="93" y="598"/>
                </a:lnTo>
                <a:lnTo>
                  <a:pt x="92" y="598"/>
                </a:lnTo>
                <a:lnTo>
                  <a:pt x="91" y="597"/>
                </a:lnTo>
                <a:lnTo>
                  <a:pt x="90" y="597"/>
                </a:lnTo>
                <a:lnTo>
                  <a:pt x="89" y="595"/>
                </a:lnTo>
                <a:lnTo>
                  <a:pt x="88" y="594"/>
                </a:lnTo>
                <a:lnTo>
                  <a:pt x="87" y="593"/>
                </a:lnTo>
                <a:lnTo>
                  <a:pt x="87" y="592"/>
                </a:lnTo>
                <a:lnTo>
                  <a:pt x="87" y="591"/>
                </a:lnTo>
                <a:lnTo>
                  <a:pt x="88" y="587"/>
                </a:lnTo>
                <a:lnTo>
                  <a:pt x="88" y="586"/>
                </a:lnTo>
                <a:lnTo>
                  <a:pt x="87" y="585"/>
                </a:lnTo>
                <a:lnTo>
                  <a:pt x="86" y="584"/>
                </a:lnTo>
                <a:lnTo>
                  <a:pt x="86" y="583"/>
                </a:lnTo>
                <a:lnTo>
                  <a:pt x="86" y="582"/>
                </a:lnTo>
                <a:lnTo>
                  <a:pt x="85" y="582"/>
                </a:lnTo>
                <a:lnTo>
                  <a:pt x="85" y="580"/>
                </a:lnTo>
                <a:lnTo>
                  <a:pt x="85" y="579"/>
                </a:lnTo>
                <a:lnTo>
                  <a:pt x="84" y="579"/>
                </a:lnTo>
                <a:lnTo>
                  <a:pt x="84" y="578"/>
                </a:lnTo>
                <a:lnTo>
                  <a:pt x="83" y="576"/>
                </a:lnTo>
                <a:lnTo>
                  <a:pt x="82" y="575"/>
                </a:lnTo>
                <a:lnTo>
                  <a:pt x="81" y="574"/>
                </a:lnTo>
                <a:lnTo>
                  <a:pt x="80" y="574"/>
                </a:lnTo>
                <a:lnTo>
                  <a:pt x="80" y="573"/>
                </a:lnTo>
                <a:lnTo>
                  <a:pt x="79" y="573"/>
                </a:lnTo>
                <a:lnTo>
                  <a:pt x="79" y="571"/>
                </a:lnTo>
                <a:lnTo>
                  <a:pt x="79" y="570"/>
                </a:lnTo>
                <a:lnTo>
                  <a:pt x="78" y="570"/>
                </a:lnTo>
                <a:lnTo>
                  <a:pt x="77" y="570"/>
                </a:lnTo>
                <a:lnTo>
                  <a:pt x="77" y="571"/>
                </a:lnTo>
                <a:lnTo>
                  <a:pt x="76" y="571"/>
                </a:lnTo>
                <a:lnTo>
                  <a:pt x="73" y="571"/>
                </a:lnTo>
                <a:lnTo>
                  <a:pt x="72" y="570"/>
                </a:lnTo>
                <a:lnTo>
                  <a:pt x="71" y="570"/>
                </a:lnTo>
                <a:lnTo>
                  <a:pt x="71" y="569"/>
                </a:lnTo>
                <a:lnTo>
                  <a:pt x="70" y="569"/>
                </a:lnTo>
                <a:lnTo>
                  <a:pt x="69" y="568"/>
                </a:lnTo>
                <a:lnTo>
                  <a:pt x="69" y="567"/>
                </a:lnTo>
                <a:lnTo>
                  <a:pt x="69" y="566"/>
                </a:lnTo>
                <a:lnTo>
                  <a:pt x="68" y="565"/>
                </a:lnTo>
                <a:lnTo>
                  <a:pt x="67" y="563"/>
                </a:lnTo>
                <a:lnTo>
                  <a:pt x="66" y="563"/>
                </a:lnTo>
                <a:lnTo>
                  <a:pt x="65" y="563"/>
                </a:lnTo>
                <a:lnTo>
                  <a:pt x="64" y="563"/>
                </a:lnTo>
                <a:lnTo>
                  <a:pt x="63" y="562"/>
                </a:lnTo>
                <a:lnTo>
                  <a:pt x="62" y="562"/>
                </a:lnTo>
                <a:lnTo>
                  <a:pt x="61" y="562"/>
                </a:lnTo>
                <a:lnTo>
                  <a:pt x="60" y="561"/>
                </a:lnTo>
                <a:lnTo>
                  <a:pt x="60" y="560"/>
                </a:lnTo>
                <a:lnTo>
                  <a:pt x="59" y="560"/>
                </a:lnTo>
                <a:lnTo>
                  <a:pt x="58" y="560"/>
                </a:lnTo>
                <a:lnTo>
                  <a:pt x="57" y="560"/>
                </a:lnTo>
                <a:lnTo>
                  <a:pt x="55" y="561"/>
                </a:lnTo>
                <a:lnTo>
                  <a:pt x="53" y="561"/>
                </a:lnTo>
                <a:lnTo>
                  <a:pt x="52" y="561"/>
                </a:lnTo>
                <a:lnTo>
                  <a:pt x="51" y="561"/>
                </a:lnTo>
                <a:lnTo>
                  <a:pt x="50" y="561"/>
                </a:lnTo>
                <a:lnTo>
                  <a:pt x="50" y="560"/>
                </a:lnTo>
                <a:lnTo>
                  <a:pt x="50" y="559"/>
                </a:lnTo>
                <a:lnTo>
                  <a:pt x="50" y="557"/>
                </a:lnTo>
                <a:lnTo>
                  <a:pt x="49" y="557"/>
                </a:lnTo>
                <a:lnTo>
                  <a:pt x="48" y="557"/>
                </a:lnTo>
                <a:lnTo>
                  <a:pt x="48" y="556"/>
                </a:lnTo>
                <a:lnTo>
                  <a:pt x="47" y="555"/>
                </a:lnTo>
                <a:lnTo>
                  <a:pt x="46" y="555"/>
                </a:lnTo>
                <a:lnTo>
                  <a:pt x="46" y="554"/>
                </a:lnTo>
                <a:lnTo>
                  <a:pt x="45" y="553"/>
                </a:lnTo>
                <a:lnTo>
                  <a:pt x="46" y="551"/>
                </a:lnTo>
                <a:lnTo>
                  <a:pt x="47" y="550"/>
                </a:lnTo>
                <a:lnTo>
                  <a:pt x="48" y="550"/>
                </a:lnTo>
                <a:lnTo>
                  <a:pt x="48" y="549"/>
                </a:lnTo>
                <a:lnTo>
                  <a:pt x="49" y="549"/>
                </a:lnTo>
                <a:lnTo>
                  <a:pt x="50" y="549"/>
                </a:lnTo>
                <a:lnTo>
                  <a:pt x="52" y="549"/>
                </a:lnTo>
                <a:lnTo>
                  <a:pt x="52" y="548"/>
                </a:lnTo>
                <a:lnTo>
                  <a:pt x="51" y="547"/>
                </a:lnTo>
                <a:lnTo>
                  <a:pt x="51" y="546"/>
                </a:lnTo>
                <a:lnTo>
                  <a:pt x="51" y="545"/>
                </a:lnTo>
                <a:lnTo>
                  <a:pt x="52" y="545"/>
                </a:lnTo>
                <a:lnTo>
                  <a:pt x="53" y="545"/>
                </a:lnTo>
                <a:lnTo>
                  <a:pt x="54" y="543"/>
                </a:lnTo>
                <a:lnTo>
                  <a:pt x="55" y="541"/>
                </a:lnTo>
                <a:lnTo>
                  <a:pt x="56" y="541"/>
                </a:lnTo>
                <a:lnTo>
                  <a:pt x="57" y="541"/>
                </a:lnTo>
                <a:lnTo>
                  <a:pt x="57" y="542"/>
                </a:lnTo>
                <a:lnTo>
                  <a:pt x="58" y="542"/>
                </a:lnTo>
                <a:lnTo>
                  <a:pt x="58" y="541"/>
                </a:lnTo>
                <a:lnTo>
                  <a:pt x="59" y="541"/>
                </a:lnTo>
                <a:lnTo>
                  <a:pt x="60" y="540"/>
                </a:lnTo>
                <a:lnTo>
                  <a:pt x="60" y="539"/>
                </a:lnTo>
                <a:lnTo>
                  <a:pt x="59" y="539"/>
                </a:lnTo>
                <a:lnTo>
                  <a:pt x="59" y="538"/>
                </a:lnTo>
                <a:lnTo>
                  <a:pt x="59" y="537"/>
                </a:lnTo>
                <a:lnTo>
                  <a:pt x="58" y="537"/>
                </a:lnTo>
                <a:lnTo>
                  <a:pt x="59" y="537"/>
                </a:lnTo>
                <a:lnTo>
                  <a:pt x="58" y="536"/>
                </a:lnTo>
                <a:lnTo>
                  <a:pt x="57" y="536"/>
                </a:lnTo>
                <a:lnTo>
                  <a:pt x="56" y="536"/>
                </a:lnTo>
                <a:lnTo>
                  <a:pt x="56" y="535"/>
                </a:lnTo>
                <a:lnTo>
                  <a:pt x="55" y="534"/>
                </a:lnTo>
                <a:lnTo>
                  <a:pt x="55" y="533"/>
                </a:lnTo>
                <a:lnTo>
                  <a:pt x="55" y="532"/>
                </a:lnTo>
                <a:lnTo>
                  <a:pt x="54" y="531"/>
                </a:lnTo>
                <a:lnTo>
                  <a:pt x="54" y="530"/>
                </a:lnTo>
                <a:lnTo>
                  <a:pt x="54" y="529"/>
                </a:lnTo>
                <a:lnTo>
                  <a:pt x="53" y="529"/>
                </a:lnTo>
                <a:lnTo>
                  <a:pt x="52" y="528"/>
                </a:lnTo>
                <a:lnTo>
                  <a:pt x="52" y="527"/>
                </a:lnTo>
                <a:lnTo>
                  <a:pt x="52" y="526"/>
                </a:lnTo>
                <a:lnTo>
                  <a:pt x="51" y="526"/>
                </a:lnTo>
                <a:lnTo>
                  <a:pt x="50" y="526"/>
                </a:lnTo>
                <a:lnTo>
                  <a:pt x="50" y="525"/>
                </a:lnTo>
                <a:lnTo>
                  <a:pt x="51" y="525"/>
                </a:lnTo>
                <a:lnTo>
                  <a:pt x="51" y="524"/>
                </a:lnTo>
                <a:lnTo>
                  <a:pt x="50" y="523"/>
                </a:lnTo>
                <a:lnTo>
                  <a:pt x="50" y="522"/>
                </a:lnTo>
                <a:lnTo>
                  <a:pt x="49" y="522"/>
                </a:lnTo>
                <a:lnTo>
                  <a:pt x="48" y="522"/>
                </a:lnTo>
                <a:lnTo>
                  <a:pt x="48" y="523"/>
                </a:lnTo>
                <a:lnTo>
                  <a:pt x="48" y="524"/>
                </a:lnTo>
                <a:lnTo>
                  <a:pt x="48" y="525"/>
                </a:lnTo>
                <a:lnTo>
                  <a:pt x="47" y="525"/>
                </a:lnTo>
                <a:lnTo>
                  <a:pt x="46" y="525"/>
                </a:lnTo>
                <a:lnTo>
                  <a:pt x="44" y="525"/>
                </a:lnTo>
                <a:lnTo>
                  <a:pt x="43" y="525"/>
                </a:lnTo>
                <a:lnTo>
                  <a:pt x="43" y="524"/>
                </a:lnTo>
                <a:lnTo>
                  <a:pt x="44" y="523"/>
                </a:lnTo>
                <a:lnTo>
                  <a:pt x="44" y="522"/>
                </a:lnTo>
                <a:lnTo>
                  <a:pt x="44" y="520"/>
                </a:lnTo>
                <a:lnTo>
                  <a:pt x="44" y="519"/>
                </a:lnTo>
                <a:lnTo>
                  <a:pt x="44" y="518"/>
                </a:lnTo>
                <a:lnTo>
                  <a:pt x="44" y="517"/>
                </a:lnTo>
                <a:lnTo>
                  <a:pt x="44" y="516"/>
                </a:lnTo>
                <a:lnTo>
                  <a:pt x="44" y="515"/>
                </a:lnTo>
                <a:lnTo>
                  <a:pt x="44" y="513"/>
                </a:lnTo>
                <a:lnTo>
                  <a:pt x="44" y="512"/>
                </a:lnTo>
                <a:lnTo>
                  <a:pt x="44" y="511"/>
                </a:lnTo>
                <a:lnTo>
                  <a:pt x="44" y="510"/>
                </a:lnTo>
                <a:lnTo>
                  <a:pt x="43" y="510"/>
                </a:lnTo>
                <a:lnTo>
                  <a:pt x="43" y="509"/>
                </a:lnTo>
                <a:lnTo>
                  <a:pt x="44" y="508"/>
                </a:lnTo>
                <a:lnTo>
                  <a:pt x="45" y="508"/>
                </a:lnTo>
                <a:lnTo>
                  <a:pt x="46" y="507"/>
                </a:lnTo>
                <a:lnTo>
                  <a:pt x="47" y="506"/>
                </a:lnTo>
                <a:lnTo>
                  <a:pt x="48" y="504"/>
                </a:lnTo>
                <a:lnTo>
                  <a:pt x="48" y="503"/>
                </a:lnTo>
                <a:lnTo>
                  <a:pt x="49" y="502"/>
                </a:lnTo>
                <a:lnTo>
                  <a:pt x="49" y="500"/>
                </a:lnTo>
                <a:lnTo>
                  <a:pt x="50" y="500"/>
                </a:lnTo>
                <a:lnTo>
                  <a:pt x="51" y="498"/>
                </a:lnTo>
                <a:lnTo>
                  <a:pt x="51" y="497"/>
                </a:lnTo>
                <a:lnTo>
                  <a:pt x="51" y="496"/>
                </a:lnTo>
                <a:lnTo>
                  <a:pt x="50" y="495"/>
                </a:lnTo>
                <a:lnTo>
                  <a:pt x="49" y="494"/>
                </a:lnTo>
                <a:lnTo>
                  <a:pt x="48" y="493"/>
                </a:lnTo>
                <a:lnTo>
                  <a:pt x="47" y="493"/>
                </a:lnTo>
                <a:lnTo>
                  <a:pt x="46" y="493"/>
                </a:lnTo>
                <a:lnTo>
                  <a:pt x="45" y="493"/>
                </a:lnTo>
                <a:lnTo>
                  <a:pt x="43" y="493"/>
                </a:lnTo>
                <a:lnTo>
                  <a:pt x="42" y="493"/>
                </a:lnTo>
                <a:lnTo>
                  <a:pt x="42" y="492"/>
                </a:lnTo>
                <a:lnTo>
                  <a:pt x="42" y="491"/>
                </a:lnTo>
                <a:lnTo>
                  <a:pt x="40" y="490"/>
                </a:lnTo>
                <a:lnTo>
                  <a:pt x="39" y="490"/>
                </a:lnTo>
                <a:lnTo>
                  <a:pt x="39" y="491"/>
                </a:lnTo>
                <a:lnTo>
                  <a:pt x="37" y="490"/>
                </a:lnTo>
                <a:lnTo>
                  <a:pt x="36" y="489"/>
                </a:lnTo>
                <a:lnTo>
                  <a:pt x="36" y="488"/>
                </a:lnTo>
                <a:lnTo>
                  <a:pt x="36" y="487"/>
                </a:lnTo>
                <a:lnTo>
                  <a:pt x="35" y="486"/>
                </a:lnTo>
                <a:lnTo>
                  <a:pt x="34" y="485"/>
                </a:lnTo>
                <a:lnTo>
                  <a:pt x="33" y="485"/>
                </a:lnTo>
                <a:lnTo>
                  <a:pt x="31" y="485"/>
                </a:lnTo>
                <a:lnTo>
                  <a:pt x="30" y="485"/>
                </a:lnTo>
                <a:lnTo>
                  <a:pt x="29" y="486"/>
                </a:lnTo>
                <a:lnTo>
                  <a:pt x="28" y="486"/>
                </a:lnTo>
                <a:lnTo>
                  <a:pt x="28" y="485"/>
                </a:lnTo>
                <a:lnTo>
                  <a:pt x="27" y="484"/>
                </a:lnTo>
                <a:lnTo>
                  <a:pt x="25" y="483"/>
                </a:lnTo>
                <a:lnTo>
                  <a:pt x="24" y="483"/>
                </a:lnTo>
                <a:lnTo>
                  <a:pt x="24" y="482"/>
                </a:lnTo>
                <a:lnTo>
                  <a:pt x="22" y="482"/>
                </a:lnTo>
                <a:lnTo>
                  <a:pt x="21" y="482"/>
                </a:lnTo>
                <a:lnTo>
                  <a:pt x="19" y="481"/>
                </a:lnTo>
                <a:lnTo>
                  <a:pt x="17" y="481"/>
                </a:lnTo>
                <a:lnTo>
                  <a:pt x="16" y="481"/>
                </a:lnTo>
                <a:lnTo>
                  <a:pt x="16" y="479"/>
                </a:lnTo>
                <a:lnTo>
                  <a:pt x="17" y="479"/>
                </a:lnTo>
                <a:lnTo>
                  <a:pt x="17" y="478"/>
                </a:lnTo>
                <a:lnTo>
                  <a:pt x="15" y="475"/>
                </a:lnTo>
                <a:lnTo>
                  <a:pt x="14" y="474"/>
                </a:lnTo>
                <a:lnTo>
                  <a:pt x="14" y="472"/>
                </a:lnTo>
                <a:lnTo>
                  <a:pt x="14" y="471"/>
                </a:lnTo>
                <a:lnTo>
                  <a:pt x="15" y="471"/>
                </a:lnTo>
                <a:lnTo>
                  <a:pt x="16" y="471"/>
                </a:lnTo>
                <a:lnTo>
                  <a:pt x="17" y="471"/>
                </a:lnTo>
                <a:lnTo>
                  <a:pt x="18" y="471"/>
                </a:lnTo>
                <a:lnTo>
                  <a:pt x="19" y="470"/>
                </a:lnTo>
                <a:lnTo>
                  <a:pt x="19" y="469"/>
                </a:lnTo>
                <a:lnTo>
                  <a:pt x="20" y="468"/>
                </a:lnTo>
                <a:lnTo>
                  <a:pt x="21" y="466"/>
                </a:lnTo>
                <a:lnTo>
                  <a:pt x="21" y="465"/>
                </a:lnTo>
                <a:lnTo>
                  <a:pt x="22" y="464"/>
                </a:lnTo>
                <a:lnTo>
                  <a:pt x="22" y="465"/>
                </a:lnTo>
                <a:lnTo>
                  <a:pt x="24" y="465"/>
                </a:lnTo>
                <a:lnTo>
                  <a:pt x="25" y="464"/>
                </a:lnTo>
                <a:lnTo>
                  <a:pt x="26" y="464"/>
                </a:lnTo>
                <a:lnTo>
                  <a:pt x="26" y="462"/>
                </a:lnTo>
                <a:lnTo>
                  <a:pt x="27" y="460"/>
                </a:lnTo>
                <a:lnTo>
                  <a:pt x="26" y="460"/>
                </a:lnTo>
                <a:lnTo>
                  <a:pt x="26" y="459"/>
                </a:lnTo>
                <a:lnTo>
                  <a:pt x="25" y="458"/>
                </a:lnTo>
                <a:lnTo>
                  <a:pt x="24" y="458"/>
                </a:lnTo>
                <a:lnTo>
                  <a:pt x="24" y="457"/>
                </a:lnTo>
                <a:lnTo>
                  <a:pt x="23" y="457"/>
                </a:lnTo>
                <a:lnTo>
                  <a:pt x="23" y="456"/>
                </a:lnTo>
                <a:lnTo>
                  <a:pt x="23" y="455"/>
                </a:lnTo>
                <a:lnTo>
                  <a:pt x="23" y="454"/>
                </a:lnTo>
                <a:lnTo>
                  <a:pt x="22" y="453"/>
                </a:lnTo>
                <a:lnTo>
                  <a:pt x="21" y="452"/>
                </a:lnTo>
                <a:lnTo>
                  <a:pt x="21" y="451"/>
                </a:lnTo>
                <a:lnTo>
                  <a:pt x="21" y="450"/>
                </a:lnTo>
                <a:lnTo>
                  <a:pt x="21" y="449"/>
                </a:lnTo>
                <a:lnTo>
                  <a:pt x="21" y="448"/>
                </a:lnTo>
                <a:lnTo>
                  <a:pt x="21" y="447"/>
                </a:lnTo>
                <a:lnTo>
                  <a:pt x="21" y="446"/>
                </a:lnTo>
                <a:lnTo>
                  <a:pt x="20" y="446"/>
                </a:lnTo>
                <a:lnTo>
                  <a:pt x="19" y="446"/>
                </a:lnTo>
                <a:lnTo>
                  <a:pt x="19" y="447"/>
                </a:lnTo>
                <a:lnTo>
                  <a:pt x="18" y="447"/>
                </a:lnTo>
                <a:lnTo>
                  <a:pt x="18" y="448"/>
                </a:lnTo>
                <a:lnTo>
                  <a:pt x="17" y="448"/>
                </a:lnTo>
                <a:lnTo>
                  <a:pt x="16" y="448"/>
                </a:lnTo>
                <a:lnTo>
                  <a:pt x="15" y="447"/>
                </a:lnTo>
                <a:lnTo>
                  <a:pt x="13" y="447"/>
                </a:lnTo>
                <a:lnTo>
                  <a:pt x="12" y="446"/>
                </a:lnTo>
                <a:lnTo>
                  <a:pt x="12" y="445"/>
                </a:lnTo>
                <a:lnTo>
                  <a:pt x="11" y="445"/>
                </a:lnTo>
                <a:lnTo>
                  <a:pt x="10" y="444"/>
                </a:lnTo>
                <a:lnTo>
                  <a:pt x="9" y="444"/>
                </a:lnTo>
                <a:lnTo>
                  <a:pt x="9" y="443"/>
                </a:lnTo>
                <a:lnTo>
                  <a:pt x="10" y="443"/>
                </a:lnTo>
                <a:lnTo>
                  <a:pt x="8" y="442"/>
                </a:lnTo>
                <a:lnTo>
                  <a:pt x="8" y="441"/>
                </a:lnTo>
                <a:lnTo>
                  <a:pt x="8" y="440"/>
                </a:lnTo>
                <a:lnTo>
                  <a:pt x="8" y="439"/>
                </a:lnTo>
                <a:lnTo>
                  <a:pt x="7" y="438"/>
                </a:lnTo>
                <a:lnTo>
                  <a:pt x="7" y="437"/>
                </a:lnTo>
                <a:lnTo>
                  <a:pt x="6" y="436"/>
                </a:lnTo>
                <a:lnTo>
                  <a:pt x="6" y="435"/>
                </a:lnTo>
                <a:lnTo>
                  <a:pt x="5" y="434"/>
                </a:lnTo>
                <a:lnTo>
                  <a:pt x="4" y="433"/>
                </a:lnTo>
                <a:lnTo>
                  <a:pt x="4" y="432"/>
                </a:lnTo>
                <a:lnTo>
                  <a:pt x="4" y="431"/>
                </a:lnTo>
                <a:lnTo>
                  <a:pt x="3" y="429"/>
                </a:lnTo>
                <a:lnTo>
                  <a:pt x="3" y="430"/>
                </a:lnTo>
                <a:lnTo>
                  <a:pt x="2" y="430"/>
                </a:lnTo>
                <a:lnTo>
                  <a:pt x="2" y="429"/>
                </a:lnTo>
                <a:lnTo>
                  <a:pt x="1" y="426"/>
                </a:lnTo>
                <a:lnTo>
                  <a:pt x="1" y="425"/>
                </a:lnTo>
                <a:lnTo>
                  <a:pt x="1" y="424"/>
                </a:lnTo>
                <a:lnTo>
                  <a:pt x="0" y="422"/>
                </a:lnTo>
                <a:lnTo>
                  <a:pt x="0" y="421"/>
                </a:lnTo>
                <a:lnTo>
                  <a:pt x="1" y="420"/>
                </a:lnTo>
                <a:lnTo>
                  <a:pt x="2" y="419"/>
                </a:lnTo>
                <a:lnTo>
                  <a:pt x="3" y="418"/>
                </a:lnTo>
                <a:lnTo>
                  <a:pt x="3" y="417"/>
                </a:lnTo>
                <a:lnTo>
                  <a:pt x="4" y="417"/>
                </a:lnTo>
                <a:lnTo>
                  <a:pt x="5" y="417"/>
                </a:lnTo>
                <a:lnTo>
                  <a:pt x="7" y="417"/>
                </a:lnTo>
                <a:lnTo>
                  <a:pt x="7" y="416"/>
                </a:lnTo>
                <a:lnTo>
                  <a:pt x="7" y="415"/>
                </a:lnTo>
                <a:lnTo>
                  <a:pt x="6" y="415"/>
                </a:lnTo>
                <a:lnTo>
                  <a:pt x="5" y="415"/>
                </a:lnTo>
                <a:lnTo>
                  <a:pt x="3" y="415"/>
                </a:lnTo>
                <a:lnTo>
                  <a:pt x="1" y="415"/>
                </a:lnTo>
                <a:lnTo>
                  <a:pt x="1" y="414"/>
                </a:lnTo>
                <a:lnTo>
                  <a:pt x="0" y="414"/>
                </a:lnTo>
                <a:lnTo>
                  <a:pt x="1" y="414"/>
                </a:lnTo>
                <a:lnTo>
                  <a:pt x="1" y="413"/>
                </a:lnTo>
                <a:lnTo>
                  <a:pt x="2" y="412"/>
                </a:lnTo>
                <a:lnTo>
                  <a:pt x="1" y="410"/>
                </a:lnTo>
                <a:lnTo>
                  <a:pt x="2" y="409"/>
                </a:lnTo>
                <a:lnTo>
                  <a:pt x="2" y="408"/>
                </a:lnTo>
                <a:lnTo>
                  <a:pt x="3" y="408"/>
                </a:lnTo>
                <a:lnTo>
                  <a:pt x="3" y="407"/>
                </a:lnTo>
                <a:lnTo>
                  <a:pt x="4" y="407"/>
                </a:lnTo>
                <a:lnTo>
                  <a:pt x="4" y="408"/>
                </a:lnTo>
                <a:lnTo>
                  <a:pt x="5" y="408"/>
                </a:lnTo>
                <a:lnTo>
                  <a:pt x="6" y="409"/>
                </a:lnTo>
                <a:lnTo>
                  <a:pt x="7" y="409"/>
                </a:lnTo>
                <a:lnTo>
                  <a:pt x="10" y="409"/>
                </a:lnTo>
                <a:lnTo>
                  <a:pt x="11" y="409"/>
                </a:lnTo>
                <a:lnTo>
                  <a:pt x="11" y="408"/>
                </a:lnTo>
                <a:lnTo>
                  <a:pt x="12" y="408"/>
                </a:lnTo>
                <a:lnTo>
                  <a:pt x="13" y="407"/>
                </a:lnTo>
                <a:lnTo>
                  <a:pt x="14" y="406"/>
                </a:lnTo>
                <a:lnTo>
                  <a:pt x="15" y="406"/>
                </a:lnTo>
                <a:lnTo>
                  <a:pt x="15" y="405"/>
                </a:lnTo>
                <a:lnTo>
                  <a:pt x="16" y="404"/>
                </a:lnTo>
                <a:lnTo>
                  <a:pt x="16" y="403"/>
                </a:lnTo>
                <a:lnTo>
                  <a:pt x="17" y="403"/>
                </a:lnTo>
                <a:lnTo>
                  <a:pt x="18" y="403"/>
                </a:lnTo>
                <a:lnTo>
                  <a:pt x="19" y="403"/>
                </a:lnTo>
                <a:lnTo>
                  <a:pt x="19" y="404"/>
                </a:lnTo>
                <a:lnTo>
                  <a:pt x="20" y="404"/>
                </a:lnTo>
                <a:lnTo>
                  <a:pt x="21" y="404"/>
                </a:lnTo>
                <a:lnTo>
                  <a:pt x="21" y="405"/>
                </a:lnTo>
                <a:lnTo>
                  <a:pt x="22" y="405"/>
                </a:lnTo>
                <a:lnTo>
                  <a:pt x="22" y="406"/>
                </a:lnTo>
                <a:lnTo>
                  <a:pt x="23" y="406"/>
                </a:lnTo>
                <a:lnTo>
                  <a:pt x="24" y="406"/>
                </a:lnTo>
                <a:lnTo>
                  <a:pt x="24" y="407"/>
                </a:lnTo>
                <a:lnTo>
                  <a:pt x="25" y="407"/>
                </a:lnTo>
                <a:lnTo>
                  <a:pt x="25" y="408"/>
                </a:lnTo>
                <a:lnTo>
                  <a:pt x="26" y="408"/>
                </a:lnTo>
                <a:lnTo>
                  <a:pt x="27" y="408"/>
                </a:lnTo>
                <a:lnTo>
                  <a:pt x="27" y="409"/>
                </a:lnTo>
                <a:lnTo>
                  <a:pt x="28" y="409"/>
                </a:lnTo>
                <a:lnTo>
                  <a:pt x="28" y="410"/>
                </a:lnTo>
                <a:lnTo>
                  <a:pt x="30" y="410"/>
                </a:lnTo>
                <a:lnTo>
                  <a:pt x="30" y="409"/>
                </a:lnTo>
                <a:lnTo>
                  <a:pt x="31" y="409"/>
                </a:lnTo>
                <a:lnTo>
                  <a:pt x="32" y="409"/>
                </a:lnTo>
                <a:lnTo>
                  <a:pt x="32" y="408"/>
                </a:lnTo>
                <a:lnTo>
                  <a:pt x="33" y="408"/>
                </a:lnTo>
                <a:lnTo>
                  <a:pt x="34" y="408"/>
                </a:lnTo>
                <a:lnTo>
                  <a:pt x="35" y="408"/>
                </a:lnTo>
                <a:lnTo>
                  <a:pt x="35" y="407"/>
                </a:lnTo>
                <a:lnTo>
                  <a:pt x="36" y="407"/>
                </a:lnTo>
                <a:lnTo>
                  <a:pt x="37" y="407"/>
                </a:lnTo>
                <a:lnTo>
                  <a:pt x="37" y="406"/>
                </a:lnTo>
                <a:lnTo>
                  <a:pt x="38" y="406"/>
                </a:lnTo>
                <a:lnTo>
                  <a:pt x="38" y="405"/>
                </a:lnTo>
                <a:lnTo>
                  <a:pt x="39" y="405"/>
                </a:lnTo>
                <a:lnTo>
                  <a:pt x="39" y="404"/>
                </a:lnTo>
                <a:lnTo>
                  <a:pt x="40" y="404"/>
                </a:lnTo>
                <a:lnTo>
                  <a:pt x="40" y="403"/>
                </a:lnTo>
                <a:lnTo>
                  <a:pt x="41" y="403"/>
                </a:lnTo>
                <a:lnTo>
                  <a:pt x="42" y="403"/>
                </a:lnTo>
                <a:lnTo>
                  <a:pt x="42" y="404"/>
                </a:lnTo>
                <a:lnTo>
                  <a:pt x="43" y="404"/>
                </a:lnTo>
                <a:lnTo>
                  <a:pt x="44" y="404"/>
                </a:lnTo>
                <a:lnTo>
                  <a:pt x="44" y="405"/>
                </a:lnTo>
                <a:lnTo>
                  <a:pt x="45" y="405"/>
                </a:lnTo>
                <a:lnTo>
                  <a:pt x="46" y="405"/>
                </a:lnTo>
                <a:lnTo>
                  <a:pt x="47" y="406"/>
                </a:lnTo>
                <a:lnTo>
                  <a:pt x="48" y="406"/>
                </a:lnTo>
                <a:lnTo>
                  <a:pt x="48" y="407"/>
                </a:lnTo>
                <a:lnTo>
                  <a:pt x="49" y="407"/>
                </a:lnTo>
                <a:lnTo>
                  <a:pt x="50" y="407"/>
                </a:lnTo>
                <a:lnTo>
                  <a:pt x="51" y="407"/>
                </a:lnTo>
                <a:lnTo>
                  <a:pt x="52" y="407"/>
                </a:lnTo>
                <a:lnTo>
                  <a:pt x="52" y="406"/>
                </a:lnTo>
                <a:lnTo>
                  <a:pt x="53" y="406"/>
                </a:lnTo>
                <a:lnTo>
                  <a:pt x="53" y="405"/>
                </a:lnTo>
                <a:lnTo>
                  <a:pt x="53" y="404"/>
                </a:lnTo>
                <a:lnTo>
                  <a:pt x="53" y="403"/>
                </a:lnTo>
                <a:lnTo>
                  <a:pt x="54" y="403"/>
                </a:lnTo>
                <a:lnTo>
                  <a:pt x="54" y="402"/>
                </a:lnTo>
                <a:lnTo>
                  <a:pt x="55" y="402"/>
                </a:lnTo>
                <a:lnTo>
                  <a:pt x="55" y="403"/>
                </a:lnTo>
                <a:lnTo>
                  <a:pt x="56" y="403"/>
                </a:lnTo>
                <a:lnTo>
                  <a:pt x="56" y="404"/>
                </a:lnTo>
                <a:lnTo>
                  <a:pt x="57" y="404"/>
                </a:lnTo>
                <a:lnTo>
                  <a:pt x="57" y="403"/>
                </a:lnTo>
                <a:lnTo>
                  <a:pt x="58" y="403"/>
                </a:lnTo>
                <a:lnTo>
                  <a:pt x="58" y="402"/>
                </a:lnTo>
                <a:lnTo>
                  <a:pt x="58" y="401"/>
                </a:lnTo>
                <a:lnTo>
                  <a:pt x="58" y="400"/>
                </a:lnTo>
                <a:lnTo>
                  <a:pt x="58" y="399"/>
                </a:lnTo>
                <a:lnTo>
                  <a:pt x="59" y="399"/>
                </a:lnTo>
                <a:lnTo>
                  <a:pt x="59" y="398"/>
                </a:lnTo>
                <a:lnTo>
                  <a:pt x="60" y="398"/>
                </a:lnTo>
                <a:lnTo>
                  <a:pt x="60" y="397"/>
                </a:lnTo>
                <a:lnTo>
                  <a:pt x="61" y="397"/>
                </a:lnTo>
                <a:lnTo>
                  <a:pt x="62" y="396"/>
                </a:lnTo>
                <a:lnTo>
                  <a:pt x="62" y="395"/>
                </a:lnTo>
                <a:lnTo>
                  <a:pt x="63" y="394"/>
                </a:lnTo>
                <a:lnTo>
                  <a:pt x="63" y="393"/>
                </a:lnTo>
                <a:lnTo>
                  <a:pt x="64" y="393"/>
                </a:lnTo>
                <a:lnTo>
                  <a:pt x="69" y="393"/>
                </a:lnTo>
                <a:lnTo>
                  <a:pt x="70" y="393"/>
                </a:lnTo>
                <a:lnTo>
                  <a:pt x="71" y="394"/>
                </a:lnTo>
                <a:lnTo>
                  <a:pt x="72" y="394"/>
                </a:lnTo>
                <a:lnTo>
                  <a:pt x="73" y="396"/>
                </a:lnTo>
                <a:lnTo>
                  <a:pt x="73" y="397"/>
                </a:lnTo>
                <a:lnTo>
                  <a:pt x="74" y="399"/>
                </a:lnTo>
                <a:lnTo>
                  <a:pt x="75" y="400"/>
                </a:lnTo>
                <a:lnTo>
                  <a:pt x="76" y="400"/>
                </a:lnTo>
                <a:lnTo>
                  <a:pt x="77" y="400"/>
                </a:lnTo>
                <a:lnTo>
                  <a:pt x="78" y="399"/>
                </a:lnTo>
                <a:lnTo>
                  <a:pt x="79" y="398"/>
                </a:lnTo>
                <a:lnTo>
                  <a:pt x="79" y="396"/>
                </a:lnTo>
                <a:lnTo>
                  <a:pt x="80" y="395"/>
                </a:lnTo>
                <a:lnTo>
                  <a:pt x="81" y="395"/>
                </a:lnTo>
                <a:lnTo>
                  <a:pt x="83" y="395"/>
                </a:lnTo>
                <a:lnTo>
                  <a:pt x="85" y="394"/>
                </a:lnTo>
                <a:lnTo>
                  <a:pt x="87" y="392"/>
                </a:lnTo>
                <a:lnTo>
                  <a:pt x="88" y="390"/>
                </a:lnTo>
                <a:lnTo>
                  <a:pt x="88" y="389"/>
                </a:lnTo>
                <a:lnTo>
                  <a:pt x="89" y="386"/>
                </a:lnTo>
                <a:lnTo>
                  <a:pt x="89" y="385"/>
                </a:lnTo>
                <a:lnTo>
                  <a:pt x="89" y="384"/>
                </a:lnTo>
                <a:lnTo>
                  <a:pt x="89" y="383"/>
                </a:lnTo>
                <a:lnTo>
                  <a:pt x="89" y="381"/>
                </a:lnTo>
                <a:lnTo>
                  <a:pt x="90" y="380"/>
                </a:lnTo>
                <a:lnTo>
                  <a:pt x="90" y="379"/>
                </a:lnTo>
                <a:lnTo>
                  <a:pt x="91" y="378"/>
                </a:lnTo>
                <a:lnTo>
                  <a:pt x="91" y="377"/>
                </a:lnTo>
                <a:lnTo>
                  <a:pt x="90" y="377"/>
                </a:lnTo>
                <a:lnTo>
                  <a:pt x="90" y="376"/>
                </a:lnTo>
                <a:lnTo>
                  <a:pt x="91" y="376"/>
                </a:lnTo>
                <a:lnTo>
                  <a:pt x="91" y="375"/>
                </a:lnTo>
                <a:lnTo>
                  <a:pt x="92" y="375"/>
                </a:lnTo>
                <a:lnTo>
                  <a:pt x="93" y="375"/>
                </a:lnTo>
                <a:lnTo>
                  <a:pt x="94" y="376"/>
                </a:lnTo>
                <a:lnTo>
                  <a:pt x="95" y="376"/>
                </a:lnTo>
                <a:lnTo>
                  <a:pt x="96" y="377"/>
                </a:lnTo>
                <a:lnTo>
                  <a:pt x="97" y="378"/>
                </a:lnTo>
                <a:lnTo>
                  <a:pt x="98" y="379"/>
                </a:lnTo>
                <a:lnTo>
                  <a:pt x="98" y="380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0" y="380"/>
                </a:lnTo>
                <a:lnTo>
                  <a:pt x="101" y="379"/>
                </a:lnTo>
                <a:lnTo>
                  <a:pt x="102" y="378"/>
                </a:lnTo>
                <a:lnTo>
                  <a:pt x="103" y="377"/>
                </a:lnTo>
                <a:lnTo>
                  <a:pt x="104" y="377"/>
                </a:lnTo>
                <a:lnTo>
                  <a:pt x="104" y="376"/>
                </a:lnTo>
                <a:lnTo>
                  <a:pt x="106" y="374"/>
                </a:lnTo>
                <a:lnTo>
                  <a:pt x="108" y="373"/>
                </a:lnTo>
                <a:lnTo>
                  <a:pt x="109" y="372"/>
                </a:lnTo>
                <a:lnTo>
                  <a:pt x="111" y="371"/>
                </a:lnTo>
                <a:lnTo>
                  <a:pt x="112" y="370"/>
                </a:lnTo>
                <a:lnTo>
                  <a:pt x="113" y="370"/>
                </a:lnTo>
                <a:lnTo>
                  <a:pt x="114" y="370"/>
                </a:lnTo>
                <a:lnTo>
                  <a:pt x="114" y="369"/>
                </a:lnTo>
                <a:lnTo>
                  <a:pt x="115" y="369"/>
                </a:lnTo>
                <a:lnTo>
                  <a:pt x="116" y="369"/>
                </a:lnTo>
                <a:lnTo>
                  <a:pt x="117" y="369"/>
                </a:lnTo>
                <a:lnTo>
                  <a:pt x="119" y="369"/>
                </a:lnTo>
                <a:lnTo>
                  <a:pt x="120" y="369"/>
                </a:lnTo>
                <a:lnTo>
                  <a:pt x="120" y="368"/>
                </a:lnTo>
                <a:lnTo>
                  <a:pt x="121" y="368"/>
                </a:lnTo>
                <a:lnTo>
                  <a:pt x="122" y="368"/>
                </a:lnTo>
                <a:lnTo>
                  <a:pt x="123" y="368"/>
                </a:lnTo>
                <a:lnTo>
                  <a:pt x="123" y="367"/>
                </a:lnTo>
                <a:lnTo>
                  <a:pt x="124" y="367"/>
                </a:lnTo>
                <a:lnTo>
                  <a:pt x="124" y="365"/>
                </a:lnTo>
                <a:lnTo>
                  <a:pt x="124" y="364"/>
                </a:lnTo>
                <a:lnTo>
                  <a:pt x="125" y="363"/>
                </a:lnTo>
                <a:lnTo>
                  <a:pt x="125" y="362"/>
                </a:lnTo>
                <a:lnTo>
                  <a:pt x="125" y="361"/>
                </a:lnTo>
                <a:lnTo>
                  <a:pt x="125" y="360"/>
                </a:lnTo>
                <a:lnTo>
                  <a:pt x="127" y="357"/>
                </a:lnTo>
                <a:lnTo>
                  <a:pt x="127" y="356"/>
                </a:lnTo>
                <a:lnTo>
                  <a:pt x="128" y="356"/>
                </a:lnTo>
                <a:lnTo>
                  <a:pt x="129" y="355"/>
                </a:lnTo>
                <a:lnTo>
                  <a:pt x="130" y="355"/>
                </a:lnTo>
                <a:lnTo>
                  <a:pt x="130" y="356"/>
                </a:lnTo>
                <a:lnTo>
                  <a:pt x="131" y="356"/>
                </a:lnTo>
                <a:lnTo>
                  <a:pt x="131" y="357"/>
                </a:lnTo>
                <a:lnTo>
                  <a:pt x="132" y="358"/>
                </a:lnTo>
                <a:lnTo>
                  <a:pt x="133" y="358"/>
                </a:lnTo>
                <a:lnTo>
                  <a:pt x="134" y="358"/>
                </a:lnTo>
                <a:lnTo>
                  <a:pt x="135" y="358"/>
                </a:lnTo>
                <a:lnTo>
                  <a:pt x="136" y="358"/>
                </a:lnTo>
                <a:lnTo>
                  <a:pt x="137" y="358"/>
                </a:lnTo>
                <a:lnTo>
                  <a:pt x="138" y="358"/>
                </a:lnTo>
                <a:lnTo>
                  <a:pt x="138" y="359"/>
                </a:lnTo>
                <a:lnTo>
                  <a:pt x="139" y="359"/>
                </a:lnTo>
                <a:lnTo>
                  <a:pt x="139" y="360"/>
                </a:lnTo>
                <a:lnTo>
                  <a:pt x="140" y="360"/>
                </a:lnTo>
                <a:lnTo>
                  <a:pt x="141" y="360"/>
                </a:lnTo>
                <a:lnTo>
                  <a:pt x="142" y="360"/>
                </a:lnTo>
                <a:lnTo>
                  <a:pt x="142" y="359"/>
                </a:lnTo>
                <a:lnTo>
                  <a:pt x="143" y="358"/>
                </a:lnTo>
                <a:lnTo>
                  <a:pt x="143" y="357"/>
                </a:lnTo>
                <a:lnTo>
                  <a:pt x="143" y="356"/>
                </a:lnTo>
                <a:lnTo>
                  <a:pt x="143" y="355"/>
                </a:lnTo>
                <a:lnTo>
                  <a:pt x="144" y="354"/>
                </a:lnTo>
                <a:lnTo>
                  <a:pt x="144" y="353"/>
                </a:lnTo>
                <a:lnTo>
                  <a:pt x="145" y="353"/>
                </a:lnTo>
                <a:lnTo>
                  <a:pt x="146" y="353"/>
                </a:lnTo>
                <a:lnTo>
                  <a:pt x="146" y="354"/>
                </a:lnTo>
                <a:lnTo>
                  <a:pt x="147" y="354"/>
                </a:lnTo>
                <a:lnTo>
                  <a:pt x="148" y="355"/>
                </a:lnTo>
                <a:lnTo>
                  <a:pt x="149" y="355"/>
                </a:lnTo>
                <a:lnTo>
                  <a:pt x="150" y="356"/>
                </a:lnTo>
                <a:lnTo>
                  <a:pt x="151" y="356"/>
                </a:lnTo>
                <a:lnTo>
                  <a:pt x="151" y="355"/>
                </a:lnTo>
                <a:lnTo>
                  <a:pt x="153" y="354"/>
                </a:lnTo>
                <a:lnTo>
                  <a:pt x="155" y="353"/>
                </a:lnTo>
                <a:lnTo>
                  <a:pt x="156" y="352"/>
                </a:lnTo>
                <a:lnTo>
                  <a:pt x="157" y="351"/>
                </a:lnTo>
                <a:lnTo>
                  <a:pt x="158" y="350"/>
                </a:lnTo>
                <a:lnTo>
                  <a:pt x="159" y="350"/>
                </a:lnTo>
                <a:lnTo>
                  <a:pt x="160" y="350"/>
                </a:lnTo>
                <a:lnTo>
                  <a:pt x="160" y="351"/>
                </a:lnTo>
                <a:lnTo>
                  <a:pt x="161" y="352"/>
                </a:lnTo>
                <a:lnTo>
                  <a:pt x="162" y="352"/>
                </a:lnTo>
                <a:lnTo>
                  <a:pt x="163" y="352"/>
                </a:lnTo>
                <a:lnTo>
                  <a:pt x="164" y="352"/>
                </a:lnTo>
                <a:lnTo>
                  <a:pt x="166" y="353"/>
                </a:lnTo>
                <a:lnTo>
                  <a:pt x="167" y="353"/>
                </a:lnTo>
                <a:lnTo>
                  <a:pt x="168" y="353"/>
                </a:lnTo>
                <a:lnTo>
                  <a:pt x="169" y="353"/>
                </a:lnTo>
                <a:lnTo>
                  <a:pt x="169" y="352"/>
                </a:lnTo>
                <a:lnTo>
                  <a:pt x="170" y="351"/>
                </a:lnTo>
                <a:lnTo>
                  <a:pt x="171" y="350"/>
                </a:lnTo>
                <a:lnTo>
                  <a:pt x="172" y="350"/>
                </a:lnTo>
                <a:lnTo>
                  <a:pt x="173" y="350"/>
                </a:lnTo>
                <a:lnTo>
                  <a:pt x="174" y="349"/>
                </a:lnTo>
                <a:lnTo>
                  <a:pt x="174" y="348"/>
                </a:lnTo>
                <a:lnTo>
                  <a:pt x="175" y="348"/>
                </a:lnTo>
                <a:lnTo>
                  <a:pt x="177" y="348"/>
                </a:lnTo>
                <a:lnTo>
                  <a:pt x="178" y="349"/>
                </a:lnTo>
                <a:lnTo>
                  <a:pt x="178" y="350"/>
                </a:lnTo>
                <a:lnTo>
                  <a:pt x="179" y="350"/>
                </a:lnTo>
                <a:lnTo>
                  <a:pt x="181" y="350"/>
                </a:lnTo>
                <a:lnTo>
                  <a:pt x="182" y="350"/>
                </a:lnTo>
                <a:lnTo>
                  <a:pt x="184" y="349"/>
                </a:lnTo>
                <a:lnTo>
                  <a:pt x="185" y="349"/>
                </a:lnTo>
                <a:lnTo>
                  <a:pt x="186" y="348"/>
                </a:lnTo>
                <a:lnTo>
                  <a:pt x="186" y="347"/>
                </a:lnTo>
                <a:lnTo>
                  <a:pt x="188" y="345"/>
                </a:lnTo>
                <a:lnTo>
                  <a:pt x="189" y="345"/>
                </a:lnTo>
                <a:lnTo>
                  <a:pt x="189" y="344"/>
                </a:lnTo>
                <a:lnTo>
                  <a:pt x="191" y="344"/>
                </a:lnTo>
                <a:lnTo>
                  <a:pt x="192" y="343"/>
                </a:lnTo>
                <a:lnTo>
                  <a:pt x="193" y="343"/>
                </a:lnTo>
                <a:lnTo>
                  <a:pt x="193" y="344"/>
                </a:lnTo>
                <a:lnTo>
                  <a:pt x="194" y="344"/>
                </a:lnTo>
                <a:lnTo>
                  <a:pt x="194" y="345"/>
                </a:lnTo>
                <a:lnTo>
                  <a:pt x="195" y="345"/>
                </a:lnTo>
                <a:lnTo>
                  <a:pt x="196" y="345"/>
                </a:lnTo>
                <a:lnTo>
                  <a:pt x="198" y="343"/>
                </a:lnTo>
                <a:lnTo>
                  <a:pt x="199" y="342"/>
                </a:lnTo>
                <a:lnTo>
                  <a:pt x="199" y="341"/>
                </a:lnTo>
                <a:lnTo>
                  <a:pt x="199" y="340"/>
                </a:lnTo>
                <a:lnTo>
                  <a:pt x="199" y="338"/>
                </a:lnTo>
                <a:lnTo>
                  <a:pt x="199" y="337"/>
                </a:lnTo>
                <a:lnTo>
                  <a:pt x="199" y="336"/>
                </a:lnTo>
                <a:lnTo>
                  <a:pt x="200" y="336"/>
                </a:lnTo>
                <a:lnTo>
                  <a:pt x="201" y="335"/>
                </a:lnTo>
                <a:lnTo>
                  <a:pt x="203" y="335"/>
                </a:lnTo>
                <a:lnTo>
                  <a:pt x="203" y="334"/>
                </a:lnTo>
                <a:lnTo>
                  <a:pt x="204" y="332"/>
                </a:lnTo>
                <a:lnTo>
                  <a:pt x="204" y="331"/>
                </a:lnTo>
                <a:lnTo>
                  <a:pt x="204" y="329"/>
                </a:lnTo>
                <a:lnTo>
                  <a:pt x="205" y="328"/>
                </a:lnTo>
                <a:lnTo>
                  <a:pt x="205" y="327"/>
                </a:lnTo>
                <a:lnTo>
                  <a:pt x="206" y="327"/>
                </a:lnTo>
                <a:lnTo>
                  <a:pt x="206" y="326"/>
                </a:lnTo>
                <a:lnTo>
                  <a:pt x="207" y="325"/>
                </a:lnTo>
                <a:lnTo>
                  <a:pt x="208" y="325"/>
                </a:lnTo>
                <a:lnTo>
                  <a:pt x="208" y="324"/>
                </a:lnTo>
                <a:lnTo>
                  <a:pt x="210" y="324"/>
                </a:lnTo>
                <a:lnTo>
                  <a:pt x="211" y="324"/>
                </a:lnTo>
                <a:lnTo>
                  <a:pt x="212" y="323"/>
                </a:lnTo>
                <a:lnTo>
                  <a:pt x="213" y="322"/>
                </a:lnTo>
                <a:lnTo>
                  <a:pt x="213" y="321"/>
                </a:lnTo>
                <a:lnTo>
                  <a:pt x="212" y="318"/>
                </a:lnTo>
                <a:lnTo>
                  <a:pt x="212" y="317"/>
                </a:lnTo>
                <a:lnTo>
                  <a:pt x="211" y="317"/>
                </a:lnTo>
                <a:lnTo>
                  <a:pt x="211" y="316"/>
                </a:lnTo>
                <a:lnTo>
                  <a:pt x="210" y="316"/>
                </a:lnTo>
                <a:lnTo>
                  <a:pt x="210" y="315"/>
                </a:lnTo>
                <a:lnTo>
                  <a:pt x="210" y="314"/>
                </a:lnTo>
                <a:lnTo>
                  <a:pt x="211" y="314"/>
                </a:lnTo>
                <a:lnTo>
                  <a:pt x="212" y="314"/>
                </a:lnTo>
                <a:lnTo>
                  <a:pt x="213" y="314"/>
                </a:lnTo>
                <a:lnTo>
                  <a:pt x="214" y="313"/>
                </a:lnTo>
                <a:lnTo>
                  <a:pt x="214" y="312"/>
                </a:lnTo>
                <a:lnTo>
                  <a:pt x="215" y="312"/>
                </a:lnTo>
                <a:lnTo>
                  <a:pt x="217" y="311"/>
                </a:lnTo>
                <a:lnTo>
                  <a:pt x="218" y="311"/>
                </a:lnTo>
                <a:lnTo>
                  <a:pt x="219" y="310"/>
                </a:lnTo>
                <a:lnTo>
                  <a:pt x="220" y="310"/>
                </a:lnTo>
                <a:lnTo>
                  <a:pt x="221" y="310"/>
                </a:lnTo>
                <a:lnTo>
                  <a:pt x="222" y="310"/>
                </a:lnTo>
                <a:lnTo>
                  <a:pt x="222" y="309"/>
                </a:lnTo>
                <a:lnTo>
                  <a:pt x="222" y="308"/>
                </a:lnTo>
                <a:lnTo>
                  <a:pt x="223" y="307"/>
                </a:lnTo>
                <a:lnTo>
                  <a:pt x="224" y="307"/>
                </a:lnTo>
                <a:lnTo>
                  <a:pt x="225" y="307"/>
                </a:lnTo>
                <a:lnTo>
                  <a:pt x="226" y="307"/>
                </a:lnTo>
                <a:lnTo>
                  <a:pt x="227" y="307"/>
                </a:lnTo>
                <a:lnTo>
                  <a:pt x="227" y="306"/>
                </a:lnTo>
                <a:lnTo>
                  <a:pt x="228" y="306"/>
                </a:lnTo>
                <a:lnTo>
                  <a:pt x="228" y="305"/>
                </a:lnTo>
                <a:lnTo>
                  <a:pt x="228" y="304"/>
                </a:lnTo>
                <a:lnTo>
                  <a:pt x="229" y="304"/>
                </a:lnTo>
                <a:lnTo>
                  <a:pt x="229" y="305"/>
                </a:lnTo>
                <a:lnTo>
                  <a:pt x="230" y="305"/>
                </a:lnTo>
                <a:lnTo>
                  <a:pt x="231" y="305"/>
                </a:lnTo>
                <a:lnTo>
                  <a:pt x="231" y="304"/>
                </a:lnTo>
                <a:lnTo>
                  <a:pt x="232" y="304"/>
                </a:lnTo>
                <a:lnTo>
                  <a:pt x="232" y="303"/>
                </a:lnTo>
                <a:lnTo>
                  <a:pt x="233" y="303"/>
                </a:lnTo>
                <a:lnTo>
                  <a:pt x="233" y="302"/>
                </a:lnTo>
                <a:lnTo>
                  <a:pt x="233" y="300"/>
                </a:lnTo>
                <a:lnTo>
                  <a:pt x="233" y="299"/>
                </a:lnTo>
                <a:lnTo>
                  <a:pt x="233" y="298"/>
                </a:lnTo>
                <a:lnTo>
                  <a:pt x="232" y="297"/>
                </a:lnTo>
                <a:lnTo>
                  <a:pt x="233" y="296"/>
                </a:lnTo>
                <a:lnTo>
                  <a:pt x="234" y="296"/>
                </a:lnTo>
                <a:lnTo>
                  <a:pt x="236" y="295"/>
                </a:lnTo>
                <a:lnTo>
                  <a:pt x="237" y="295"/>
                </a:lnTo>
                <a:lnTo>
                  <a:pt x="239" y="295"/>
                </a:lnTo>
                <a:lnTo>
                  <a:pt x="240" y="294"/>
                </a:lnTo>
                <a:lnTo>
                  <a:pt x="241" y="294"/>
                </a:lnTo>
                <a:lnTo>
                  <a:pt x="242" y="294"/>
                </a:lnTo>
                <a:lnTo>
                  <a:pt x="243" y="294"/>
                </a:lnTo>
                <a:lnTo>
                  <a:pt x="244" y="295"/>
                </a:lnTo>
                <a:lnTo>
                  <a:pt x="245" y="295"/>
                </a:lnTo>
                <a:lnTo>
                  <a:pt x="246" y="294"/>
                </a:lnTo>
                <a:lnTo>
                  <a:pt x="246" y="293"/>
                </a:lnTo>
                <a:lnTo>
                  <a:pt x="247" y="292"/>
                </a:lnTo>
                <a:lnTo>
                  <a:pt x="248" y="293"/>
                </a:lnTo>
                <a:lnTo>
                  <a:pt x="249" y="294"/>
                </a:lnTo>
                <a:lnTo>
                  <a:pt x="250" y="294"/>
                </a:lnTo>
                <a:lnTo>
                  <a:pt x="251" y="293"/>
                </a:lnTo>
                <a:lnTo>
                  <a:pt x="251" y="292"/>
                </a:lnTo>
                <a:lnTo>
                  <a:pt x="252" y="292"/>
                </a:lnTo>
                <a:lnTo>
                  <a:pt x="256" y="292"/>
                </a:lnTo>
                <a:lnTo>
                  <a:pt x="257" y="292"/>
                </a:lnTo>
                <a:lnTo>
                  <a:pt x="258" y="292"/>
                </a:lnTo>
                <a:lnTo>
                  <a:pt x="258" y="293"/>
                </a:lnTo>
                <a:lnTo>
                  <a:pt x="259" y="293"/>
                </a:lnTo>
                <a:lnTo>
                  <a:pt x="259" y="294"/>
                </a:lnTo>
                <a:lnTo>
                  <a:pt x="260" y="294"/>
                </a:lnTo>
                <a:lnTo>
                  <a:pt x="261" y="294"/>
                </a:lnTo>
                <a:lnTo>
                  <a:pt x="262" y="294"/>
                </a:lnTo>
                <a:lnTo>
                  <a:pt x="263" y="294"/>
                </a:lnTo>
                <a:lnTo>
                  <a:pt x="264" y="294"/>
                </a:lnTo>
                <a:lnTo>
                  <a:pt x="266" y="294"/>
                </a:lnTo>
                <a:lnTo>
                  <a:pt x="267" y="294"/>
                </a:lnTo>
                <a:lnTo>
                  <a:pt x="267" y="295"/>
                </a:lnTo>
                <a:lnTo>
                  <a:pt x="268" y="295"/>
                </a:lnTo>
                <a:lnTo>
                  <a:pt x="268" y="296"/>
                </a:lnTo>
                <a:lnTo>
                  <a:pt x="269" y="296"/>
                </a:lnTo>
                <a:lnTo>
                  <a:pt x="270" y="297"/>
                </a:lnTo>
                <a:lnTo>
                  <a:pt x="270" y="298"/>
                </a:lnTo>
                <a:lnTo>
                  <a:pt x="271" y="298"/>
                </a:lnTo>
                <a:lnTo>
                  <a:pt x="272" y="298"/>
                </a:lnTo>
                <a:lnTo>
                  <a:pt x="274" y="296"/>
                </a:lnTo>
                <a:lnTo>
                  <a:pt x="274" y="295"/>
                </a:lnTo>
                <a:lnTo>
                  <a:pt x="274" y="293"/>
                </a:lnTo>
                <a:lnTo>
                  <a:pt x="274" y="291"/>
                </a:lnTo>
                <a:lnTo>
                  <a:pt x="273" y="290"/>
                </a:lnTo>
                <a:lnTo>
                  <a:pt x="273" y="289"/>
                </a:lnTo>
                <a:lnTo>
                  <a:pt x="272" y="289"/>
                </a:lnTo>
                <a:lnTo>
                  <a:pt x="272" y="288"/>
                </a:lnTo>
                <a:lnTo>
                  <a:pt x="272" y="286"/>
                </a:lnTo>
                <a:lnTo>
                  <a:pt x="273" y="285"/>
                </a:lnTo>
                <a:lnTo>
                  <a:pt x="273" y="283"/>
                </a:lnTo>
                <a:lnTo>
                  <a:pt x="273" y="281"/>
                </a:lnTo>
                <a:lnTo>
                  <a:pt x="273" y="280"/>
                </a:lnTo>
                <a:lnTo>
                  <a:pt x="272" y="279"/>
                </a:lnTo>
                <a:lnTo>
                  <a:pt x="273" y="277"/>
                </a:lnTo>
                <a:lnTo>
                  <a:pt x="273" y="276"/>
                </a:lnTo>
                <a:lnTo>
                  <a:pt x="273" y="275"/>
                </a:lnTo>
                <a:lnTo>
                  <a:pt x="272" y="273"/>
                </a:lnTo>
                <a:lnTo>
                  <a:pt x="271" y="272"/>
                </a:lnTo>
                <a:lnTo>
                  <a:pt x="271" y="271"/>
                </a:lnTo>
                <a:lnTo>
                  <a:pt x="269" y="269"/>
                </a:lnTo>
                <a:lnTo>
                  <a:pt x="268" y="267"/>
                </a:lnTo>
                <a:lnTo>
                  <a:pt x="269" y="266"/>
                </a:lnTo>
                <a:lnTo>
                  <a:pt x="271" y="264"/>
                </a:lnTo>
                <a:lnTo>
                  <a:pt x="272" y="264"/>
                </a:lnTo>
                <a:lnTo>
                  <a:pt x="272" y="263"/>
                </a:lnTo>
                <a:lnTo>
                  <a:pt x="273" y="263"/>
                </a:lnTo>
                <a:lnTo>
                  <a:pt x="273" y="262"/>
                </a:lnTo>
                <a:lnTo>
                  <a:pt x="274" y="262"/>
                </a:lnTo>
                <a:lnTo>
                  <a:pt x="275" y="262"/>
                </a:lnTo>
                <a:lnTo>
                  <a:pt x="275" y="261"/>
                </a:lnTo>
                <a:lnTo>
                  <a:pt x="274" y="258"/>
                </a:lnTo>
                <a:lnTo>
                  <a:pt x="274" y="257"/>
                </a:lnTo>
                <a:lnTo>
                  <a:pt x="273" y="256"/>
                </a:lnTo>
                <a:lnTo>
                  <a:pt x="273" y="255"/>
                </a:lnTo>
                <a:lnTo>
                  <a:pt x="271" y="253"/>
                </a:lnTo>
                <a:lnTo>
                  <a:pt x="269" y="251"/>
                </a:lnTo>
                <a:lnTo>
                  <a:pt x="269" y="250"/>
                </a:lnTo>
                <a:lnTo>
                  <a:pt x="270" y="250"/>
                </a:lnTo>
                <a:lnTo>
                  <a:pt x="270" y="249"/>
                </a:lnTo>
                <a:lnTo>
                  <a:pt x="270" y="250"/>
                </a:lnTo>
                <a:lnTo>
                  <a:pt x="271" y="250"/>
                </a:lnTo>
                <a:lnTo>
                  <a:pt x="273" y="250"/>
                </a:lnTo>
                <a:lnTo>
                  <a:pt x="275" y="249"/>
                </a:lnTo>
                <a:lnTo>
                  <a:pt x="277" y="250"/>
                </a:lnTo>
                <a:lnTo>
                  <a:pt x="278" y="250"/>
                </a:lnTo>
                <a:lnTo>
                  <a:pt x="279" y="251"/>
                </a:lnTo>
                <a:lnTo>
                  <a:pt x="279" y="252"/>
                </a:lnTo>
                <a:lnTo>
                  <a:pt x="280" y="252"/>
                </a:lnTo>
                <a:lnTo>
                  <a:pt x="281" y="252"/>
                </a:lnTo>
                <a:lnTo>
                  <a:pt x="281" y="251"/>
                </a:lnTo>
                <a:lnTo>
                  <a:pt x="282" y="251"/>
                </a:lnTo>
                <a:lnTo>
                  <a:pt x="282" y="250"/>
                </a:lnTo>
                <a:lnTo>
                  <a:pt x="283" y="250"/>
                </a:lnTo>
                <a:lnTo>
                  <a:pt x="285" y="251"/>
                </a:lnTo>
                <a:lnTo>
                  <a:pt x="286" y="251"/>
                </a:lnTo>
                <a:lnTo>
                  <a:pt x="287" y="251"/>
                </a:lnTo>
                <a:lnTo>
                  <a:pt x="288" y="251"/>
                </a:lnTo>
                <a:lnTo>
                  <a:pt x="290" y="252"/>
                </a:lnTo>
                <a:lnTo>
                  <a:pt x="293" y="253"/>
                </a:lnTo>
                <a:lnTo>
                  <a:pt x="294" y="253"/>
                </a:lnTo>
                <a:lnTo>
                  <a:pt x="295" y="254"/>
                </a:lnTo>
                <a:lnTo>
                  <a:pt x="295" y="255"/>
                </a:lnTo>
                <a:lnTo>
                  <a:pt x="296" y="256"/>
                </a:lnTo>
                <a:lnTo>
                  <a:pt x="297" y="256"/>
                </a:lnTo>
                <a:lnTo>
                  <a:pt x="298" y="256"/>
                </a:lnTo>
                <a:lnTo>
                  <a:pt x="301" y="257"/>
                </a:lnTo>
                <a:lnTo>
                  <a:pt x="301" y="256"/>
                </a:lnTo>
                <a:lnTo>
                  <a:pt x="302" y="256"/>
                </a:lnTo>
                <a:lnTo>
                  <a:pt x="303" y="254"/>
                </a:lnTo>
                <a:lnTo>
                  <a:pt x="304" y="254"/>
                </a:lnTo>
                <a:lnTo>
                  <a:pt x="305" y="253"/>
                </a:lnTo>
                <a:lnTo>
                  <a:pt x="306" y="253"/>
                </a:lnTo>
                <a:lnTo>
                  <a:pt x="307" y="253"/>
                </a:lnTo>
                <a:lnTo>
                  <a:pt x="308" y="253"/>
                </a:lnTo>
                <a:lnTo>
                  <a:pt x="309" y="253"/>
                </a:lnTo>
                <a:lnTo>
                  <a:pt x="310" y="252"/>
                </a:lnTo>
                <a:lnTo>
                  <a:pt x="310" y="253"/>
                </a:lnTo>
                <a:lnTo>
                  <a:pt x="310" y="255"/>
                </a:lnTo>
                <a:lnTo>
                  <a:pt x="309" y="257"/>
                </a:lnTo>
                <a:lnTo>
                  <a:pt x="309" y="258"/>
                </a:lnTo>
                <a:lnTo>
                  <a:pt x="308" y="259"/>
                </a:lnTo>
                <a:lnTo>
                  <a:pt x="308" y="260"/>
                </a:lnTo>
                <a:lnTo>
                  <a:pt x="309" y="260"/>
                </a:lnTo>
                <a:lnTo>
                  <a:pt x="309" y="259"/>
                </a:lnTo>
                <a:lnTo>
                  <a:pt x="310" y="259"/>
                </a:lnTo>
                <a:lnTo>
                  <a:pt x="311" y="259"/>
                </a:lnTo>
                <a:lnTo>
                  <a:pt x="316" y="259"/>
                </a:lnTo>
                <a:lnTo>
                  <a:pt x="318" y="258"/>
                </a:lnTo>
                <a:lnTo>
                  <a:pt x="319" y="258"/>
                </a:lnTo>
                <a:lnTo>
                  <a:pt x="320" y="258"/>
                </a:lnTo>
                <a:lnTo>
                  <a:pt x="321" y="258"/>
                </a:lnTo>
                <a:lnTo>
                  <a:pt x="324" y="256"/>
                </a:lnTo>
                <a:lnTo>
                  <a:pt x="324" y="255"/>
                </a:lnTo>
                <a:lnTo>
                  <a:pt x="325" y="255"/>
                </a:lnTo>
                <a:lnTo>
                  <a:pt x="325" y="254"/>
                </a:lnTo>
                <a:lnTo>
                  <a:pt x="326" y="253"/>
                </a:lnTo>
                <a:lnTo>
                  <a:pt x="327" y="253"/>
                </a:lnTo>
                <a:lnTo>
                  <a:pt x="328" y="253"/>
                </a:lnTo>
                <a:lnTo>
                  <a:pt x="329" y="254"/>
                </a:lnTo>
                <a:lnTo>
                  <a:pt x="332" y="254"/>
                </a:lnTo>
                <a:lnTo>
                  <a:pt x="335" y="254"/>
                </a:lnTo>
                <a:lnTo>
                  <a:pt x="335" y="255"/>
                </a:lnTo>
                <a:lnTo>
                  <a:pt x="337" y="255"/>
                </a:lnTo>
                <a:lnTo>
                  <a:pt x="338" y="255"/>
                </a:lnTo>
                <a:lnTo>
                  <a:pt x="339" y="255"/>
                </a:lnTo>
                <a:lnTo>
                  <a:pt x="340" y="256"/>
                </a:lnTo>
                <a:lnTo>
                  <a:pt x="340" y="255"/>
                </a:lnTo>
                <a:lnTo>
                  <a:pt x="341" y="255"/>
                </a:lnTo>
                <a:lnTo>
                  <a:pt x="341" y="254"/>
                </a:lnTo>
                <a:lnTo>
                  <a:pt x="342" y="254"/>
                </a:lnTo>
                <a:lnTo>
                  <a:pt x="342" y="255"/>
                </a:lnTo>
                <a:lnTo>
                  <a:pt x="343" y="255"/>
                </a:lnTo>
                <a:lnTo>
                  <a:pt x="344" y="256"/>
                </a:lnTo>
                <a:lnTo>
                  <a:pt x="346" y="257"/>
                </a:lnTo>
                <a:lnTo>
                  <a:pt x="346" y="256"/>
                </a:lnTo>
                <a:lnTo>
                  <a:pt x="348" y="256"/>
                </a:lnTo>
                <a:lnTo>
                  <a:pt x="348" y="255"/>
                </a:lnTo>
                <a:lnTo>
                  <a:pt x="349" y="255"/>
                </a:lnTo>
                <a:lnTo>
                  <a:pt x="350" y="256"/>
                </a:lnTo>
                <a:lnTo>
                  <a:pt x="351" y="256"/>
                </a:lnTo>
                <a:lnTo>
                  <a:pt x="353" y="258"/>
                </a:lnTo>
                <a:lnTo>
                  <a:pt x="354" y="258"/>
                </a:lnTo>
                <a:lnTo>
                  <a:pt x="354" y="256"/>
                </a:lnTo>
                <a:lnTo>
                  <a:pt x="355" y="256"/>
                </a:lnTo>
                <a:lnTo>
                  <a:pt x="355" y="255"/>
                </a:lnTo>
                <a:lnTo>
                  <a:pt x="356" y="255"/>
                </a:lnTo>
                <a:lnTo>
                  <a:pt x="358" y="255"/>
                </a:lnTo>
                <a:lnTo>
                  <a:pt x="359" y="255"/>
                </a:lnTo>
                <a:lnTo>
                  <a:pt x="361" y="255"/>
                </a:lnTo>
                <a:lnTo>
                  <a:pt x="362" y="255"/>
                </a:lnTo>
                <a:lnTo>
                  <a:pt x="363" y="255"/>
                </a:lnTo>
                <a:lnTo>
                  <a:pt x="364" y="254"/>
                </a:lnTo>
                <a:lnTo>
                  <a:pt x="364" y="253"/>
                </a:lnTo>
                <a:lnTo>
                  <a:pt x="365" y="253"/>
                </a:lnTo>
                <a:lnTo>
                  <a:pt x="365" y="252"/>
                </a:lnTo>
                <a:lnTo>
                  <a:pt x="366" y="251"/>
                </a:lnTo>
                <a:lnTo>
                  <a:pt x="366" y="250"/>
                </a:lnTo>
                <a:lnTo>
                  <a:pt x="365" y="250"/>
                </a:lnTo>
                <a:lnTo>
                  <a:pt x="364" y="250"/>
                </a:lnTo>
                <a:lnTo>
                  <a:pt x="363" y="250"/>
                </a:lnTo>
                <a:lnTo>
                  <a:pt x="362" y="249"/>
                </a:lnTo>
                <a:lnTo>
                  <a:pt x="362" y="248"/>
                </a:lnTo>
                <a:lnTo>
                  <a:pt x="363" y="248"/>
                </a:lnTo>
                <a:lnTo>
                  <a:pt x="363" y="247"/>
                </a:lnTo>
                <a:lnTo>
                  <a:pt x="363" y="246"/>
                </a:lnTo>
                <a:lnTo>
                  <a:pt x="364" y="246"/>
                </a:lnTo>
                <a:lnTo>
                  <a:pt x="364" y="245"/>
                </a:lnTo>
                <a:lnTo>
                  <a:pt x="363" y="245"/>
                </a:lnTo>
                <a:lnTo>
                  <a:pt x="363" y="244"/>
                </a:lnTo>
                <a:lnTo>
                  <a:pt x="364" y="244"/>
                </a:lnTo>
                <a:lnTo>
                  <a:pt x="364" y="245"/>
                </a:lnTo>
                <a:lnTo>
                  <a:pt x="365" y="245"/>
                </a:lnTo>
                <a:lnTo>
                  <a:pt x="366" y="247"/>
                </a:lnTo>
                <a:lnTo>
                  <a:pt x="367" y="247"/>
                </a:lnTo>
                <a:lnTo>
                  <a:pt x="367" y="246"/>
                </a:lnTo>
                <a:lnTo>
                  <a:pt x="367" y="247"/>
                </a:lnTo>
                <a:lnTo>
                  <a:pt x="368" y="247"/>
                </a:lnTo>
                <a:lnTo>
                  <a:pt x="368" y="248"/>
                </a:lnTo>
                <a:lnTo>
                  <a:pt x="368" y="249"/>
                </a:lnTo>
                <a:lnTo>
                  <a:pt x="369" y="250"/>
                </a:lnTo>
                <a:lnTo>
                  <a:pt x="369" y="251"/>
                </a:lnTo>
                <a:lnTo>
                  <a:pt x="371" y="251"/>
                </a:lnTo>
                <a:lnTo>
                  <a:pt x="372" y="251"/>
                </a:lnTo>
                <a:lnTo>
                  <a:pt x="373" y="251"/>
                </a:lnTo>
                <a:lnTo>
                  <a:pt x="373" y="252"/>
                </a:lnTo>
                <a:lnTo>
                  <a:pt x="373" y="253"/>
                </a:lnTo>
                <a:lnTo>
                  <a:pt x="374" y="253"/>
                </a:lnTo>
                <a:lnTo>
                  <a:pt x="375" y="254"/>
                </a:lnTo>
                <a:lnTo>
                  <a:pt x="376" y="255"/>
                </a:lnTo>
                <a:lnTo>
                  <a:pt x="377" y="254"/>
                </a:lnTo>
                <a:lnTo>
                  <a:pt x="377" y="255"/>
                </a:lnTo>
                <a:lnTo>
                  <a:pt x="378" y="255"/>
                </a:lnTo>
                <a:lnTo>
                  <a:pt x="377" y="255"/>
                </a:lnTo>
                <a:lnTo>
                  <a:pt x="377" y="256"/>
                </a:lnTo>
                <a:lnTo>
                  <a:pt x="377" y="257"/>
                </a:lnTo>
                <a:lnTo>
                  <a:pt x="377" y="258"/>
                </a:lnTo>
                <a:lnTo>
                  <a:pt x="378" y="260"/>
                </a:lnTo>
                <a:lnTo>
                  <a:pt x="378" y="261"/>
                </a:lnTo>
                <a:lnTo>
                  <a:pt x="379" y="261"/>
                </a:lnTo>
                <a:lnTo>
                  <a:pt x="379" y="260"/>
                </a:lnTo>
                <a:lnTo>
                  <a:pt x="379" y="259"/>
                </a:lnTo>
                <a:lnTo>
                  <a:pt x="379" y="258"/>
                </a:lnTo>
                <a:lnTo>
                  <a:pt x="379" y="257"/>
                </a:lnTo>
                <a:lnTo>
                  <a:pt x="380" y="256"/>
                </a:lnTo>
                <a:lnTo>
                  <a:pt x="381" y="256"/>
                </a:lnTo>
                <a:lnTo>
                  <a:pt x="381" y="255"/>
                </a:lnTo>
                <a:lnTo>
                  <a:pt x="382" y="255"/>
                </a:lnTo>
                <a:lnTo>
                  <a:pt x="382" y="256"/>
                </a:lnTo>
                <a:lnTo>
                  <a:pt x="383" y="256"/>
                </a:lnTo>
                <a:lnTo>
                  <a:pt x="383" y="257"/>
                </a:lnTo>
                <a:lnTo>
                  <a:pt x="384" y="257"/>
                </a:lnTo>
                <a:lnTo>
                  <a:pt x="385" y="257"/>
                </a:lnTo>
                <a:lnTo>
                  <a:pt x="386" y="257"/>
                </a:lnTo>
                <a:lnTo>
                  <a:pt x="386" y="256"/>
                </a:lnTo>
                <a:lnTo>
                  <a:pt x="387" y="255"/>
                </a:lnTo>
                <a:lnTo>
                  <a:pt x="387" y="254"/>
                </a:lnTo>
                <a:lnTo>
                  <a:pt x="389" y="253"/>
                </a:lnTo>
                <a:lnTo>
                  <a:pt x="389" y="252"/>
                </a:lnTo>
                <a:lnTo>
                  <a:pt x="389" y="251"/>
                </a:lnTo>
                <a:lnTo>
                  <a:pt x="389" y="250"/>
                </a:lnTo>
                <a:lnTo>
                  <a:pt x="388" y="249"/>
                </a:lnTo>
                <a:lnTo>
                  <a:pt x="389" y="249"/>
                </a:lnTo>
                <a:lnTo>
                  <a:pt x="389" y="248"/>
                </a:lnTo>
                <a:lnTo>
                  <a:pt x="391" y="248"/>
                </a:lnTo>
                <a:lnTo>
                  <a:pt x="391" y="249"/>
                </a:lnTo>
                <a:lnTo>
                  <a:pt x="392" y="249"/>
                </a:lnTo>
                <a:lnTo>
                  <a:pt x="393" y="249"/>
                </a:lnTo>
                <a:lnTo>
                  <a:pt x="394" y="248"/>
                </a:lnTo>
                <a:lnTo>
                  <a:pt x="395" y="247"/>
                </a:lnTo>
                <a:lnTo>
                  <a:pt x="395" y="246"/>
                </a:lnTo>
                <a:lnTo>
                  <a:pt x="395" y="245"/>
                </a:lnTo>
                <a:lnTo>
                  <a:pt x="396" y="245"/>
                </a:lnTo>
                <a:lnTo>
                  <a:pt x="397" y="245"/>
                </a:lnTo>
                <a:lnTo>
                  <a:pt x="398" y="245"/>
                </a:lnTo>
                <a:lnTo>
                  <a:pt x="400" y="245"/>
                </a:lnTo>
                <a:lnTo>
                  <a:pt x="401" y="245"/>
                </a:lnTo>
                <a:lnTo>
                  <a:pt x="401" y="246"/>
                </a:lnTo>
                <a:lnTo>
                  <a:pt x="402" y="246"/>
                </a:lnTo>
                <a:lnTo>
                  <a:pt x="403" y="247"/>
                </a:lnTo>
                <a:lnTo>
                  <a:pt x="406" y="248"/>
                </a:lnTo>
                <a:lnTo>
                  <a:pt x="410" y="246"/>
                </a:lnTo>
                <a:lnTo>
                  <a:pt x="412" y="246"/>
                </a:lnTo>
                <a:lnTo>
                  <a:pt x="412" y="245"/>
                </a:lnTo>
                <a:lnTo>
                  <a:pt x="413" y="245"/>
                </a:lnTo>
                <a:lnTo>
                  <a:pt x="413" y="244"/>
                </a:lnTo>
                <a:lnTo>
                  <a:pt x="414" y="242"/>
                </a:lnTo>
                <a:lnTo>
                  <a:pt x="414" y="241"/>
                </a:lnTo>
                <a:lnTo>
                  <a:pt x="414" y="240"/>
                </a:lnTo>
                <a:lnTo>
                  <a:pt x="414" y="239"/>
                </a:lnTo>
                <a:lnTo>
                  <a:pt x="413" y="238"/>
                </a:lnTo>
                <a:lnTo>
                  <a:pt x="414" y="238"/>
                </a:lnTo>
                <a:lnTo>
                  <a:pt x="415" y="237"/>
                </a:lnTo>
                <a:lnTo>
                  <a:pt x="416" y="237"/>
                </a:lnTo>
                <a:lnTo>
                  <a:pt x="418" y="236"/>
                </a:lnTo>
                <a:lnTo>
                  <a:pt x="419" y="235"/>
                </a:lnTo>
                <a:lnTo>
                  <a:pt x="419" y="236"/>
                </a:lnTo>
                <a:lnTo>
                  <a:pt x="420" y="236"/>
                </a:lnTo>
                <a:lnTo>
                  <a:pt x="422" y="237"/>
                </a:lnTo>
                <a:lnTo>
                  <a:pt x="422" y="236"/>
                </a:lnTo>
                <a:lnTo>
                  <a:pt x="423" y="235"/>
                </a:lnTo>
                <a:lnTo>
                  <a:pt x="423" y="234"/>
                </a:lnTo>
                <a:lnTo>
                  <a:pt x="422" y="232"/>
                </a:lnTo>
                <a:lnTo>
                  <a:pt x="421" y="231"/>
                </a:lnTo>
                <a:lnTo>
                  <a:pt x="421" y="229"/>
                </a:lnTo>
                <a:lnTo>
                  <a:pt x="421" y="227"/>
                </a:lnTo>
                <a:lnTo>
                  <a:pt x="421" y="226"/>
                </a:lnTo>
                <a:lnTo>
                  <a:pt x="421" y="225"/>
                </a:lnTo>
                <a:lnTo>
                  <a:pt x="422" y="223"/>
                </a:lnTo>
                <a:lnTo>
                  <a:pt x="421" y="223"/>
                </a:lnTo>
                <a:lnTo>
                  <a:pt x="421" y="222"/>
                </a:lnTo>
                <a:lnTo>
                  <a:pt x="422" y="221"/>
                </a:lnTo>
                <a:lnTo>
                  <a:pt x="423" y="221"/>
                </a:lnTo>
                <a:lnTo>
                  <a:pt x="424" y="221"/>
                </a:lnTo>
                <a:lnTo>
                  <a:pt x="425" y="221"/>
                </a:lnTo>
                <a:lnTo>
                  <a:pt x="426" y="221"/>
                </a:lnTo>
                <a:lnTo>
                  <a:pt x="426" y="222"/>
                </a:lnTo>
                <a:lnTo>
                  <a:pt x="427" y="222"/>
                </a:lnTo>
                <a:lnTo>
                  <a:pt x="428" y="221"/>
                </a:lnTo>
                <a:lnTo>
                  <a:pt x="429" y="221"/>
                </a:lnTo>
                <a:lnTo>
                  <a:pt x="430" y="221"/>
                </a:lnTo>
                <a:lnTo>
                  <a:pt x="431" y="222"/>
                </a:lnTo>
                <a:lnTo>
                  <a:pt x="432" y="222"/>
                </a:lnTo>
                <a:lnTo>
                  <a:pt x="433" y="222"/>
                </a:lnTo>
                <a:lnTo>
                  <a:pt x="433" y="223"/>
                </a:lnTo>
                <a:lnTo>
                  <a:pt x="435" y="222"/>
                </a:lnTo>
                <a:lnTo>
                  <a:pt x="436" y="224"/>
                </a:lnTo>
                <a:lnTo>
                  <a:pt x="437" y="224"/>
                </a:lnTo>
                <a:lnTo>
                  <a:pt x="438" y="224"/>
                </a:lnTo>
                <a:lnTo>
                  <a:pt x="438" y="225"/>
                </a:lnTo>
                <a:lnTo>
                  <a:pt x="439" y="225"/>
                </a:lnTo>
                <a:lnTo>
                  <a:pt x="439" y="224"/>
                </a:lnTo>
                <a:lnTo>
                  <a:pt x="440" y="224"/>
                </a:lnTo>
                <a:lnTo>
                  <a:pt x="441" y="224"/>
                </a:lnTo>
                <a:lnTo>
                  <a:pt x="441" y="225"/>
                </a:lnTo>
                <a:lnTo>
                  <a:pt x="442" y="225"/>
                </a:lnTo>
                <a:lnTo>
                  <a:pt x="443" y="225"/>
                </a:lnTo>
                <a:lnTo>
                  <a:pt x="444" y="226"/>
                </a:lnTo>
                <a:lnTo>
                  <a:pt x="444" y="225"/>
                </a:lnTo>
                <a:lnTo>
                  <a:pt x="445" y="225"/>
                </a:lnTo>
                <a:lnTo>
                  <a:pt x="446" y="224"/>
                </a:lnTo>
                <a:lnTo>
                  <a:pt x="446" y="223"/>
                </a:lnTo>
                <a:lnTo>
                  <a:pt x="446" y="222"/>
                </a:lnTo>
                <a:lnTo>
                  <a:pt x="445" y="222"/>
                </a:lnTo>
                <a:lnTo>
                  <a:pt x="446" y="222"/>
                </a:lnTo>
                <a:lnTo>
                  <a:pt x="447" y="221"/>
                </a:lnTo>
                <a:lnTo>
                  <a:pt x="448" y="221"/>
                </a:lnTo>
                <a:lnTo>
                  <a:pt x="447" y="221"/>
                </a:lnTo>
                <a:lnTo>
                  <a:pt x="447" y="220"/>
                </a:lnTo>
                <a:lnTo>
                  <a:pt x="447" y="218"/>
                </a:lnTo>
                <a:lnTo>
                  <a:pt x="447" y="217"/>
                </a:lnTo>
                <a:lnTo>
                  <a:pt x="448" y="216"/>
                </a:lnTo>
                <a:lnTo>
                  <a:pt x="448" y="215"/>
                </a:lnTo>
                <a:lnTo>
                  <a:pt x="449" y="214"/>
                </a:lnTo>
                <a:lnTo>
                  <a:pt x="450" y="213"/>
                </a:lnTo>
                <a:lnTo>
                  <a:pt x="450" y="212"/>
                </a:lnTo>
                <a:lnTo>
                  <a:pt x="451" y="211"/>
                </a:lnTo>
                <a:lnTo>
                  <a:pt x="451" y="210"/>
                </a:lnTo>
                <a:lnTo>
                  <a:pt x="450" y="210"/>
                </a:lnTo>
                <a:lnTo>
                  <a:pt x="449" y="209"/>
                </a:lnTo>
                <a:lnTo>
                  <a:pt x="449" y="208"/>
                </a:lnTo>
                <a:lnTo>
                  <a:pt x="451" y="208"/>
                </a:lnTo>
                <a:lnTo>
                  <a:pt x="452" y="208"/>
                </a:lnTo>
                <a:lnTo>
                  <a:pt x="452" y="209"/>
                </a:lnTo>
                <a:lnTo>
                  <a:pt x="453" y="208"/>
                </a:lnTo>
                <a:lnTo>
                  <a:pt x="453" y="207"/>
                </a:lnTo>
                <a:lnTo>
                  <a:pt x="452" y="207"/>
                </a:lnTo>
                <a:lnTo>
                  <a:pt x="452" y="206"/>
                </a:lnTo>
                <a:lnTo>
                  <a:pt x="452" y="205"/>
                </a:lnTo>
                <a:lnTo>
                  <a:pt x="453" y="204"/>
                </a:lnTo>
                <a:lnTo>
                  <a:pt x="453" y="203"/>
                </a:lnTo>
                <a:lnTo>
                  <a:pt x="452" y="203"/>
                </a:lnTo>
                <a:lnTo>
                  <a:pt x="452" y="202"/>
                </a:lnTo>
                <a:lnTo>
                  <a:pt x="453" y="201"/>
                </a:lnTo>
                <a:lnTo>
                  <a:pt x="453" y="200"/>
                </a:lnTo>
                <a:lnTo>
                  <a:pt x="454" y="200"/>
                </a:lnTo>
                <a:lnTo>
                  <a:pt x="455" y="200"/>
                </a:lnTo>
                <a:lnTo>
                  <a:pt x="456" y="200"/>
                </a:lnTo>
                <a:lnTo>
                  <a:pt x="457" y="200"/>
                </a:lnTo>
                <a:lnTo>
                  <a:pt x="457" y="199"/>
                </a:lnTo>
                <a:lnTo>
                  <a:pt x="459" y="199"/>
                </a:lnTo>
                <a:lnTo>
                  <a:pt x="461" y="198"/>
                </a:lnTo>
                <a:lnTo>
                  <a:pt x="461" y="199"/>
                </a:lnTo>
                <a:lnTo>
                  <a:pt x="461" y="200"/>
                </a:lnTo>
                <a:lnTo>
                  <a:pt x="462" y="200"/>
                </a:lnTo>
                <a:lnTo>
                  <a:pt x="462" y="201"/>
                </a:lnTo>
                <a:lnTo>
                  <a:pt x="463" y="201"/>
                </a:lnTo>
                <a:lnTo>
                  <a:pt x="464" y="201"/>
                </a:lnTo>
                <a:lnTo>
                  <a:pt x="465" y="202"/>
                </a:lnTo>
                <a:lnTo>
                  <a:pt x="467" y="202"/>
                </a:lnTo>
                <a:lnTo>
                  <a:pt x="469" y="202"/>
                </a:lnTo>
                <a:lnTo>
                  <a:pt x="469" y="203"/>
                </a:lnTo>
                <a:lnTo>
                  <a:pt x="470" y="203"/>
                </a:lnTo>
                <a:lnTo>
                  <a:pt x="471" y="204"/>
                </a:lnTo>
                <a:lnTo>
                  <a:pt x="472" y="203"/>
                </a:lnTo>
                <a:lnTo>
                  <a:pt x="471" y="202"/>
                </a:lnTo>
                <a:lnTo>
                  <a:pt x="470" y="201"/>
                </a:lnTo>
                <a:lnTo>
                  <a:pt x="470" y="199"/>
                </a:lnTo>
                <a:lnTo>
                  <a:pt x="471" y="198"/>
                </a:lnTo>
                <a:lnTo>
                  <a:pt x="471" y="197"/>
                </a:lnTo>
                <a:lnTo>
                  <a:pt x="471" y="196"/>
                </a:lnTo>
                <a:lnTo>
                  <a:pt x="472" y="196"/>
                </a:lnTo>
                <a:lnTo>
                  <a:pt x="472" y="197"/>
                </a:lnTo>
                <a:lnTo>
                  <a:pt x="473" y="198"/>
                </a:lnTo>
                <a:lnTo>
                  <a:pt x="474" y="197"/>
                </a:lnTo>
                <a:lnTo>
                  <a:pt x="474" y="196"/>
                </a:lnTo>
                <a:lnTo>
                  <a:pt x="473" y="196"/>
                </a:lnTo>
                <a:lnTo>
                  <a:pt x="472" y="195"/>
                </a:lnTo>
                <a:lnTo>
                  <a:pt x="471" y="195"/>
                </a:lnTo>
                <a:lnTo>
                  <a:pt x="469" y="195"/>
                </a:lnTo>
                <a:lnTo>
                  <a:pt x="469" y="194"/>
                </a:lnTo>
                <a:lnTo>
                  <a:pt x="471" y="192"/>
                </a:lnTo>
                <a:lnTo>
                  <a:pt x="472" y="192"/>
                </a:lnTo>
                <a:lnTo>
                  <a:pt x="473" y="192"/>
                </a:lnTo>
                <a:lnTo>
                  <a:pt x="473" y="193"/>
                </a:lnTo>
                <a:lnTo>
                  <a:pt x="474" y="193"/>
                </a:lnTo>
                <a:lnTo>
                  <a:pt x="474" y="194"/>
                </a:lnTo>
                <a:lnTo>
                  <a:pt x="475" y="194"/>
                </a:lnTo>
                <a:lnTo>
                  <a:pt x="476" y="194"/>
                </a:lnTo>
                <a:lnTo>
                  <a:pt x="478" y="194"/>
                </a:lnTo>
                <a:lnTo>
                  <a:pt x="478" y="193"/>
                </a:lnTo>
                <a:lnTo>
                  <a:pt x="479" y="192"/>
                </a:lnTo>
                <a:lnTo>
                  <a:pt x="480" y="192"/>
                </a:lnTo>
                <a:lnTo>
                  <a:pt x="482" y="191"/>
                </a:lnTo>
                <a:lnTo>
                  <a:pt x="483" y="189"/>
                </a:lnTo>
                <a:lnTo>
                  <a:pt x="483" y="188"/>
                </a:lnTo>
                <a:lnTo>
                  <a:pt x="483" y="187"/>
                </a:lnTo>
                <a:lnTo>
                  <a:pt x="483" y="186"/>
                </a:lnTo>
                <a:lnTo>
                  <a:pt x="484" y="186"/>
                </a:lnTo>
                <a:lnTo>
                  <a:pt x="485" y="186"/>
                </a:lnTo>
                <a:lnTo>
                  <a:pt x="486" y="185"/>
                </a:lnTo>
                <a:lnTo>
                  <a:pt x="486" y="184"/>
                </a:lnTo>
                <a:lnTo>
                  <a:pt x="487" y="184"/>
                </a:lnTo>
                <a:lnTo>
                  <a:pt x="487" y="185"/>
                </a:lnTo>
                <a:lnTo>
                  <a:pt x="487" y="186"/>
                </a:lnTo>
                <a:lnTo>
                  <a:pt x="488" y="186"/>
                </a:lnTo>
                <a:lnTo>
                  <a:pt x="489" y="186"/>
                </a:lnTo>
                <a:lnTo>
                  <a:pt x="489" y="185"/>
                </a:lnTo>
                <a:lnTo>
                  <a:pt x="490" y="185"/>
                </a:lnTo>
                <a:lnTo>
                  <a:pt x="492" y="184"/>
                </a:lnTo>
                <a:lnTo>
                  <a:pt x="493" y="184"/>
                </a:lnTo>
                <a:lnTo>
                  <a:pt x="495" y="183"/>
                </a:lnTo>
                <a:lnTo>
                  <a:pt x="496" y="183"/>
                </a:lnTo>
                <a:lnTo>
                  <a:pt x="497" y="183"/>
                </a:lnTo>
                <a:lnTo>
                  <a:pt x="497" y="184"/>
                </a:lnTo>
                <a:lnTo>
                  <a:pt x="498" y="184"/>
                </a:lnTo>
                <a:lnTo>
                  <a:pt x="498" y="183"/>
                </a:lnTo>
                <a:lnTo>
                  <a:pt x="498" y="182"/>
                </a:lnTo>
                <a:lnTo>
                  <a:pt x="498" y="181"/>
                </a:lnTo>
                <a:lnTo>
                  <a:pt x="499" y="181"/>
                </a:lnTo>
                <a:lnTo>
                  <a:pt x="500" y="181"/>
                </a:lnTo>
                <a:lnTo>
                  <a:pt x="501" y="182"/>
                </a:lnTo>
                <a:lnTo>
                  <a:pt x="502" y="182"/>
                </a:lnTo>
                <a:lnTo>
                  <a:pt x="503" y="182"/>
                </a:lnTo>
                <a:lnTo>
                  <a:pt x="503" y="180"/>
                </a:lnTo>
                <a:lnTo>
                  <a:pt x="502" y="180"/>
                </a:lnTo>
                <a:lnTo>
                  <a:pt x="501" y="178"/>
                </a:lnTo>
                <a:lnTo>
                  <a:pt x="501" y="177"/>
                </a:lnTo>
                <a:lnTo>
                  <a:pt x="501" y="176"/>
                </a:lnTo>
                <a:lnTo>
                  <a:pt x="501" y="175"/>
                </a:lnTo>
                <a:lnTo>
                  <a:pt x="502" y="174"/>
                </a:lnTo>
                <a:lnTo>
                  <a:pt x="503" y="173"/>
                </a:lnTo>
                <a:lnTo>
                  <a:pt x="502" y="173"/>
                </a:lnTo>
                <a:lnTo>
                  <a:pt x="502" y="171"/>
                </a:lnTo>
                <a:lnTo>
                  <a:pt x="501" y="171"/>
                </a:lnTo>
                <a:lnTo>
                  <a:pt x="501" y="170"/>
                </a:lnTo>
                <a:lnTo>
                  <a:pt x="502" y="170"/>
                </a:lnTo>
                <a:lnTo>
                  <a:pt x="503" y="169"/>
                </a:lnTo>
                <a:lnTo>
                  <a:pt x="504" y="169"/>
                </a:lnTo>
                <a:lnTo>
                  <a:pt x="504" y="168"/>
                </a:lnTo>
                <a:lnTo>
                  <a:pt x="504" y="167"/>
                </a:lnTo>
                <a:lnTo>
                  <a:pt x="505" y="166"/>
                </a:lnTo>
                <a:lnTo>
                  <a:pt x="506" y="166"/>
                </a:lnTo>
                <a:lnTo>
                  <a:pt x="507" y="165"/>
                </a:lnTo>
                <a:lnTo>
                  <a:pt x="508" y="165"/>
                </a:lnTo>
                <a:lnTo>
                  <a:pt x="508" y="164"/>
                </a:lnTo>
                <a:lnTo>
                  <a:pt x="507" y="164"/>
                </a:lnTo>
                <a:lnTo>
                  <a:pt x="507" y="163"/>
                </a:lnTo>
                <a:lnTo>
                  <a:pt x="508" y="161"/>
                </a:lnTo>
                <a:lnTo>
                  <a:pt x="508" y="160"/>
                </a:lnTo>
                <a:lnTo>
                  <a:pt x="509" y="160"/>
                </a:lnTo>
                <a:lnTo>
                  <a:pt x="509" y="158"/>
                </a:lnTo>
                <a:lnTo>
                  <a:pt x="508" y="158"/>
                </a:lnTo>
                <a:lnTo>
                  <a:pt x="508" y="157"/>
                </a:lnTo>
                <a:lnTo>
                  <a:pt x="508" y="156"/>
                </a:lnTo>
                <a:lnTo>
                  <a:pt x="508" y="155"/>
                </a:lnTo>
                <a:lnTo>
                  <a:pt x="508" y="154"/>
                </a:lnTo>
                <a:lnTo>
                  <a:pt x="508" y="153"/>
                </a:lnTo>
                <a:lnTo>
                  <a:pt x="509" y="153"/>
                </a:lnTo>
                <a:lnTo>
                  <a:pt x="509" y="154"/>
                </a:lnTo>
                <a:lnTo>
                  <a:pt x="510" y="155"/>
                </a:lnTo>
                <a:lnTo>
                  <a:pt x="512" y="156"/>
                </a:lnTo>
                <a:lnTo>
                  <a:pt x="512" y="157"/>
                </a:lnTo>
                <a:lnTo>
                  <a:pt x="513" y="157"/>
                </a:lnTo>
                <a:lnTo>
                  <a:pt x="515" y="157"/>
                </a:lnTo>
                <a:lnTo>
                  <a:pt x="516" y="157"/>
                </a:lnTo>
                <a:lnTo>
                  <a:pt x="517" y="157"/>
                </a:lnTo>
                <a:lnTo>
                  <a:pt x="517" y="156"/>
                </a:lnTo>
                <a:lnTo>
                  <a:pt x="518" y="156"/>
                </a:lnTo>
                <a:lnTo>
                  <a:pt x="519" y="156"/>
                </a:lnTo>
                <a:lnTo>
                  <a:pt x="520" y="156"/>
                </a:lnTo>
                <a:lnTo>
                  <a:pt x="520" y="155"/>
                </a:lnTo>
                <a:lnTo>
                  <a:pt x="520" y="154"/>
                </a:lnTo>
                <a:lnTo>
                  <a:pt x="520" y="152"/>
                </a:lnTo>
                <a:lnTo>
                  <a:pt x="520" y="151"/>
                </a:lnTo>
                <a:lnTo>
                  <a:pt x="519" y="151"/>
                </a:lnTo>
                <a:lnTo>
                  <a:pt x="519" y="150"/>
                </a:lnTo>
                <a:lnTo>
                  <a:pt x="518" y="149"/>
                </a:lnTo>
                <a:lnTo>
                  <a:pt x="519" y="148"/>
                </a:lnTo>
                <a:lnTo>
                  <a:pt x="520" y="148"/>
                </a:lnTo>
                <a:lnTo>
                  <a:pt x="519" y="148"/>
                </a:lnTo>
                <a:lnTo>
                  <a:pt x="519" y="146"/>
                </a:lnTo>
                <a:lnTo>
                  <a:pt x="518" y="144"/>
                </a:lnTo>
                <a:lnTo>
                  <a:pt x="517" y="144"/>
                </a:lnTo>
                <a:lnTo>
                  <a:pt x="516" y="144"/>
                </a:lnTo>
                <a:lnTo>
                  <a:pt x="514" y="143"/>
                </a:lnTo>
                <a:lnTo>
                  <a:pt x="515" y="143"/>
                </a:lnTo>
                <a:lnTo>
                  <a:pt x="515" y="142"/>
                </a:lnTo>
                <a:lnTo>
                  <a:pt x="515" y="140"/>
                </a:lnTo>
                <a:lnTo>
                  <a:pt x="515" y="139"/>
                </a:lnTo>
                <a:lnTo>
                  <a:pt x="515" y="138"/>
                </a:lnTo>
                <a:lnTo>
                  <a:pt x="516" y="138"/>
                </a:lnTo>
                <a:lnTo>
                  <a:pt x="515" y="137"/>
                </a:lnTo>
                <a:lnTo>
                  <a:pt x="514" y="136"/>
                </a:lnTo>
                <a:lnTo>
                  <a:pt x="513" y="135"/>
                </a:lnTo>
                <a:lnTo>
                  <a:pt x="513" y="134"/>
                </a:lnTo>
                <a:lnTo>
                  <a:pt x="512" y="133"/>
                </a:lnTo>
                <a:lnTo>
                  <a:pt x="512" y="132"/>
                </a:lnTo>
                <a:lnTo>
                  <a:pt x="512" y="131"/>
                </a:lnTo>
                <a:lnTo>
                  <a:pt x="513" y="130"/>
                </a:lnTo>
                <a:lnTo>
                  <a:pt x="515" y="129"/>
                </a:lnTo>
                <a:lnTo>
                  <a:pt x="515" y="127"/>
                </a:lnTo>
                <a:lnTo>
                  <a:pt x="514" y="126"/>
                </a:lnTo>
                <a:lnTo>
                  <a:pt x="512" y="125"/>
                </a:lnTo>
                <a:lnTo>
                  <a:pt x="511" y="124"/>
                </a:lnTo>
                <a:lnTo>
                  <a:pt x="510" y="124"/>
                </a:lnTo>
                <a:lnTo>
                  <a:pt x="510" y="123"/>
                </a:lnTo>
                <a:lnTo>
                  <a:pt x="511" y="123"/>
                </a:lnTo>
                <a:lnTo>
                  <a:pt x="511" y="122"/>
                </a:lnTo>
                <a:lnTo>
                  <a:pt x="512" y="122"/>
                </a:lnTo>
                <a:lnTo>
                  <a:pt x="513" y="122"/>
                </a:lnTo>
                <a:lnTo>
                  <a:pt x="514" y="122"/>
                </a:lnTo>
                <a:lnTo>
                  <a:pt x="514" y="121"/>
                </a:lnTo>
                <a:lnTo>
                  <a:pt x="513" y="120"/>
                </a:lnTo>
                <a:lnTo>
                  <a:pt x="511" y="120"/>
                </a:lnTo>
                <a:lnTo>
                  <a:pt x="511" y="119"/>
                </a:lnTo>
                <a:lnTo>
                  <a:pt x="511" y="118"/>
                </a:lnTo>
                <a:lnTo>
                  <a:pt x="510" y="118"/>
                </a:lnTo>
                <a:lnTo>
                  <a:pt x="510" y="117"/>
                </a:lnTo>
                <a:lnTo>
                  <a:pt x="510" y="116"/>
                </a:lnTo>
                <a:lnTo>
                  <a:pt x="511" y="116"/>
                </a:lnTo>
                <a:lnTo>
                  <a:pt x="513" y="116"/>
                </a:lnTo>
                <a:lnTo>
                  <a:pt x="514" y="116"/>
                </a:lnTo>
                <a:lnTo>
                  <a:pt x="515" y="115"/>
                </a:lnTo>
                <a:lnTo>
                  <a:pt x="516" y="115"/>
                </a:lnTo>
                <a:lnTo>
                  <a:pt x="516" y="114"/>
                </a:lnTo>
                <a:lnTo>
                  <a:pt x="516" y="113"/>
                </a:lnTo>
                <a:lnTo>
                  <a:pt x="518" y="113"/>
                </a:lnTo>
                <a:lnTo>
                  <a:pt x="518" y="114"/>
                </a:lnTo>
                <a:lnTo>
                  <a:pt x="518" y="115"/>
                </a:lnTo>
                <a:lnTo>
                  <a:pt x="519" y="115"/>
                </a:lnTo>
                <a:lnTo>
                  <a:pt x="520" y="116"/>
                </a:lnTo>
                <a:lnTo>
                  <a:pt x="520" y="115"/>
                </a:lnTo>
                <a:lnTo>
                  <a:pt x="521" y="115"/>
                </a:lnTo>
                <a:lnTo>
                  <a:pt x="522" y="113"/>
                </a:lnTo>
                <a:lnTo>
                  <a:pt x="523" y="113"/>
                </a:lnTo>
                <a:lnTo>
                  <a:pt x="523" y="112"/>
                </a:lnTo>
                <a:lnTo>
                  <a:pt x="522" y="112"/>
                </a:lnTo>
                <a:lnTo>
                  <a:pt x="521" y="112"/>
                </a:lnTo>
                <a:lnTo>
                  <a:pt x="522" y="110"/>
                </a:lnTo>
                <a:lnTo>
                  <a:pt x="522" y="109"/>
                </a:lnTo>
                <a:lnTo>
                  <a:pt x="521" y="109"/>
                </a:lnTo>
                <a:lnTo>
                  <a:pt x="520" y="109"/>
                </a:lnTo>
                <a:lnTo>
                  <a:pt x="519" y="109"/>
                </a:lnTo>
                <a:lnTo>
                  <a:pt x="518" y="108"/>
                </a:lnTo>
                <a:lnTo>
                  <a:pt x="518" y="107"/>
                </a:lnTo>
                <a:lnTo>
                  <a:pt x="518" y="105"/>
                </a:lnTo>
                <a:lnTo>
                  <a:pt x="518" y="104"/>
                </a:lnTo>
                <a:lnTo>
                  <a:pt x="519" y="104"/>
                </a:lnTo>
                <a:lnTo>
                  <a:pt x="519" y="103"/>
                </a:lnTo>
                <a:lnTo>
                  <a:pt x="519" y="101"/>
                </a:lnTo>
                <a:lnTo>
                  <a:pt x="519" y="100"/>
                </a:lnTo>
                <a:lnTo>
                  <a:pt x="519" y="99"/>
                </a:lnTo>
                <a:lnTo>
                  <a:pt x="519" y="98"/>
                </a:lnTo>
                <a:lnTo>
                  <a:pt x="520" y="98"/>
                </a:lnTo>
                <a:lnTo>
                  <a:pt x="519" y="96"/>
                </a:lnTo>
                <a:lnTo>
                  <a:pt x="518" y="96"/>
                </a:lnTo>
                <a:lnTo>
                  <a:pt x="518" y="95"/>
                </a:lnTo>
                <a:lnTo>
                  <a:pt x="518" y="94"/>
                </a:lnTo>
                <a:lnTo>
                  <a:pt x="519" y="94"/>
                </a:lnTo>
                <a:lnTo>
                  <a:pt x="519" y="93"/>
                </a:lnTo>
                <a:lnTo>
                  <a:pt x="520" y="93"/>
                </a:lnTo>
                <a:lnTo>
                  <a:pt x="520" y="92"/>
                </a:lnTo>
                <a:lnTo>
                  <a:pt x="520" y="91"/>
                </a:lnTo>
                <a:lnTo>
                  <a:pt x="520" y="90"/>
                </a:lnTo>
                <a:lnTo>
                  <a:pt x="519" y="90"/>
                </a:lnTo>
                <a:lnTo>
                  <a:pt x="519" y="88"/>
                </a:lnTo>
                <a:lnTo>
                  <a:pt x="519" y="87"/>
                </a:lnTo>
                <a:lnTo>
                  <a:pt x="518" y="86"/>
                </a:lnTo>
                <a:lnTo>
                  <a:pt x="518" y="85"/>
                </a:lnTo>
                <a:lnTo>
                  <a:pt x="517" y="85"/>
                </a:lnTo>
                <a:lnTo>
                  <a:pt x="517" y="84"/>
                </a:lnTo>
                <a:lnTo>
                  <a:pt x="516" y="84"/>
                </a:lnTo>
                <a:lnTo>
                  <a:pt x="515" y="83"/>
                </a:lnTo>
                <a:lnTo>
                  <a:pt x="515" y="82"/>
                </a:lnTo>
                <a:lnTo>
                  <a:pt x="516" y="82"/>
                </a:lnTo>
                <a:lnTo>
                  <a:pt x="517" y="82"/>
                </a:lnTo>
                <a:lnTo>
                  <a:pt x="517" y="81"/>
                </a:lnTo>
                <a:lnTo>
                  <a:pt x="517" y="80"/>
                </a:lnTo>
                <a:lnTo>
                  <a:pt x="518" y="80"/>
                </a:lnTo>
                <a:lnTo>
                  <a:pt x="520" y="81"/>
                </a:lnTo>
                <a:lnTo>
                  <a:pt x="520" y="82"/>
                </a:lnTo>
                <a:lnTo>
                  <a:pt x="521" y="82"/>
                </a:lnTo>
                <a:lnTo>
                  <a:pt x="523" y="81"/>
                </a:lnTo>
                <a:lnTo>
                  <a:pt x="524" y="81"/>
                </a:lnTo>
                <a:lnTo>
                  <a:pt x="526" y="80"/>
                </a:lnTo>
                <a:lnTo>
                  <a:pt x="526" y="79"/>
                </a:lnTo>
                <a:lnTo>
                  <a:pt x="526" y="78"/>
                </a:lnTo>
                <a:lnTo>
                  <a:pt x="525" y="77"/>
                </a:lnTo>
                <a:lnTo>
                  <a:pt x="526" y="74"/>
                </a:lnTo>
                <a:lnTo>
                  <a:pt x="526" y="73"/>
                </a:lnTo>
                <a:lnTo>
                  <a:pt x="525" y="73"/>
                </a:lnTo>
                <a:lnTo>
                  <a:pt x="524" y="73"/>
                </a:lnTo>
                <a:lnTo>
                  <a:pt x="522" y="73"/>
                </a:lnTo>
                <a:lnTo>
                  <a:pt x="520" y="73"/>
                </a:lnTo>
                <a:lnTo>
                  <a:pt x="519" y="73"/>
                </a:lnTo>
                <a:lnTo>
                  <a:pt x="519" y="72"/>
                </a:lnTo>
                <a:lnTo>
                  <a:pt x="518" y="70"/>
                </a:lnTo>
                <a:lnTo>
                  <a:pt x="519" y="69"/>
                </a:lnTo>
                <a:lnTo>
                  <a:pt x="520" y="68"/>
                </a:lnTo>
                <a:lnTo>
                  <a:pt x="521" y="68"/>
                </a:lnTo>
                <a:lnTo>
                  <a:pt x="522" y="67"/>
                </a:lnTo>
                <a:lnTo>
                  <a:pt x="523" y="66"/>
                </a:lnTo>
                <a:lnTo>
                  <a:pt x="523" y="65"/>
                </a:lnTo>
                <a:lnTo>
                  <a:pt x="522" y="63"/>
                </a:lnTo>
                <a:lnTo>
                  <a:pt x="522" y="62"/>
                </a:lnTo>
                <a:lnTo>
                  <a:pt x="521" y="59"/>
                </a:lnTo>
                <a:lnTo>
                  <a:pt x="519" y="55"/>
                </a:lnTo>
                <a:lnTo>
                  <a:pt x="519" y="53"/>
                </a:lnTo>
                <a:lnTo>
                  <a:pt x="520" y="53"/>
                </a:lnTo>
                <a:lnTo>
                  <a:pt x="522" y="53"/>
                </a:lnTo>
                <a:lnTo>
                  <a:pt x="524" y="52"/>
                </a:lnTo>
                <a:lnTo>
                  <a:pt x="525" y="51"/>
                </a:lnTo>
                <a:lnTo>
                  <a:pt x="525" y="50"/>
                </a:lnTo>
                <a:lnTo>
                  <a:pt x="524" y="48"/>
                </a:lnTo>
                <a:lnTo>
                  <a:pt x="524" y="47"/>
                </a:lnTo>
                <a:lnTo>
                  <a:pt x="522" y="46"/>
                </a:lnTo>
                <a:lnTo>
                  <a:pt x="519" y="45"/>
                </a:lnTo>
                <a:lnTo>
                  <a:pt x="518" y="45"/>
                </a:lnTo>
                <a:lnTo>
                  <a:pt x="517" y="45"/>
                </a:lnTo>
                <a:lnTo>
                  <a:pt x="516" y="45"/>
                </a:lnTo>
                <a:lnTo>
                  <a:pt x="516" y="44"/>
                </a:lnTo>
                <a:lnTo>
                  <a:pt x="515" y="43"/>
                </a:lnTo>
                <a:lnTo>
                  <a:pt x="517" y="42"/>
                </a:lnTo>
                <a:lnTo>
                  <a:pt x="518" y="42"/>
                </a:lnTo>
                <a:lnTo>
                  <a:pt x="521" y="41"/>
                </a:lnTo>
                <a:lnTo>
                  <a:pt x="522" y="40"/>
                </a:lnTo>
                <a:lnTo>
                  <a:pt x="522" y="39"/>
                </a:lnTo>
                <a:lnTo>
                  <a:pt x="521" y="39"/>
                </a:lnTo>
                <a:lnTo>
                  <a:pt x="520" y="38"/>
                </a:lnTo>
                <a:lnTo>
                  <a:pt x="520" y="37"/>
                </a:lnTo>
                <a:lnTo>
                  <a:pt x="522" y="37"/>
                </a:lnTo>
                <a:lnTo>
                  <a:pt x="523" y="37"/>
                </a:lnTo>
                <a:lnTo>
                  <a:pt x="523" y="36"/>
                </a:lnTo>
                <a:lnTo>
                  <a:pt x="522" y="34"/>
                </a:lnTo>
                <a:lnTo>
                  <a:pt x="521" y="34"/>
                </a:lnTo>
                <a:lnTo>
                  <a:pt x="520" y="34"/>
                </a:lnTo>
                <a:lnTo>
                  <a:pt x="521" y="31"/>
                </a:lnTo>
                <a:lnTo>
                  <a:pt x="521" y="27"/>
                </a:lnTo>
                <a:lnTo>
                  <a:pt x="521" y="26"/>
                </a:lnTo>
                <a:lnTo>
                  <a:pt x="521" y="25"/>
                </a:lnTo>
                <a:lnTo>
                  <a:pt x="521" y="24"/>
                </a:lnTo>
                <a:lnTo>
                  <a:pt x="523" y="24"/>
                </a:lnTo>
                <a:lnTo>
                  <a:pt x="523" y="21"/>
                </a:lnTo>
                <a:lnTo>
                  <a:pt x="521" y="17"/>
                </a:lnTo>
                <a:lnTo>
                  <a:pt x="521" y="16"/>
                </a:lnTo>
                <a:lnTo>
                  <a:pt x="522" y="15"/>
                </a:lnTo>
                <a:lnTo>
                  <a:pt x="523" y="15"/>
                </a:lnTo>
                <a:lnTo>
                  <a:pt x="524" y="15"/>
                </a:lnTo>
                <a:lnTo>
                  <a:pt x="524" y="14"/>
                </a:lnTo>
                <a:lnTo>
                  <a:pt x="525" y="14"/>
                </a:lnTo>
                <a:lnTo>
                  <a:pt x="526" y="11"/>
                </a:lnTo>
                <a:lnTo>
                  <a:pt x="527" y="11"/>
                </a:lnTo>
                <a:lnTo>
                  <a:pt x="526" y="11"/>
                </a:lnTo>
                <a:lnTo>
                  <a:pt x="526" y="10"/>
                </a:lnTo>
                <a:lnTo>
                  <a:pt x="524" y="8"/>
                </a:lnTo>
                <a:lnTo>
                  <a:pt x="526" y="4"/>
                </a:lnTo>
                <a:lnTo>
                  <a:pt x="526" y="3"/>
                </a:lnTo>
                <a:lnTo>
                  <a:pt x="526" y="2"/>
                </a:lnTo>
                <a:lnTo>
                  <a:pt x="527" y="2"/>
                </a:lnTo>
                <a:lnTo>
                  <a:pt x="528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6" name=""/>
          <p:cNvSpPr/>
          <p:nvPr/>
        </p:nvSpPr>
        <p:spPr>
          <a:xfrm>
            <a:off x="7673040" y="1819440"/>
            <a:ext cx="490320" cy="313920"/>
          </a:xfrm>
          <a:custGeom>
            <a:avLst/>
            <a:gdLst/>
            <a:ahLst/>
            <a:rect l="0" t="0" r="r" b="b"/>
            <a:pathLst>
              <a:path w="1362" h="872">
                <a:moveTo>
                  <a:pt x="189" y="10"/>
                </a:moveTo>
                <a:lnTo>
                  <a:pt x="190" y="10"/>
                </a:lnTo>
                <a:lnTo>
                  <a:pt x="191" y="10"/>
                </a:lnTo>
                <a:lnTo>
                  <a:pt x="191" y="11"/>
                </a:lnTo>
                <a:lnTo>
                  <a:pt x="191" y="12"/>
                </a:lnTo>
                <a:lnTo>
                  <a:pt x="192" y="13"/>
                </a:lnTo>
                <a:lnTo>
                  <a:pt x="192" y="14"/>
                </a:lnTo>
                <a:lnTo>
                  <a:pt x="193" y="14"/>
                </a:lnTo>
                <a:lnTo>
                  <a:pt x="193" y="15"/>
                </a:lnTo>
                <a:lnTo>
                  <a:pt x="194" y="15"/>
                </a:lnTo>
                <a:lnTo>
                  <a:pt x="194" y="14"/>
                </a:lnTo>
                <a:lnTo>
                  <a:pt x="194" y="13"/>
                </a:lnTo>
                <a:lnTo>
                  <a:pt x="195" y="13"/>
                </a:lnTo>
                <a:lnTo>
                  <a:pt x="198" y="13"/>
                </a:lnTo>
                <a:lnTo>
                  <a:pt x="199" y="13"/>
                </a:lnTo>
                <a:lnTo>
                  <a:pt x="199" y="12"/>
                </a:lnTo>
                <a:lnTo>
                  <a:pt x="200" y="12"/>
                </a:lnTo>
                <a:lnTo>
                  <a:pt x="200" y="13"/>
                </a:lnTo>
                <a:lnTo>
                  <a:pt x="201" y="14"/>
                </a:lnTo>
                <a:lnTo>
                  <a:pt x="201" y="15"/>
                </a:lnTo>
                <a:lnTo>
                  <a:pt x="201" y="16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5" y="16"/>
                </a:lnTo>
                <a:lnTo>
                  <a:pt x="206" y="17"/>
                </a:lnTo>
                <a:lnTo>
                  <a:pt x="207" y="17"/>
                </a:lnTo>
                <a:lnTo>
                  <a:pt x="211" y="17"/>
                </a:lnTo>
                <a:lnTo>
                  <a:pt x="211" y="16"/>
                </a:lnTo>
                <a:lnTo>
                  <a:pt x="212" y="16"/>
                </a:lnTo>
                <a:lnTo>
                  <a:pt x="213" y="16"/>
                </a:lnTo>
                <a:lnTo>
                  <a:pt x="214" y="16"/>
                </a:lnTo>
                <a:lnTo>
                  <a:pt x="215" y="16"/>
                </a:lnTo>
                <a:lnTo>
                  <a:pt x="216" y="17"/>
                </a:lnTo>
                <a:lnTo>
                  <a:pt x="217" y="17"/>
                </a:lnTo>
                <a:lnTo>
                  <a:pt x="217" y="16"/>
                </a:lnTo>
                <a:lnTo>
                  <a:pt x="218" y="16"/>
                </a:lnTo>
                <a:lnTo>
                  <a:pt x="219" y="16"/>
                </a:lnTo>
                <a:lnTo>
                  <a:pt x="220" y="16"/>
                </a:lnTo>
                <a:lnTo>
                  <a:pt x="220" y="15"/>
                </a:lnTo>
                <a:lnTo>
                  <a:pt x="221" y="15"/>
                </a:lnTo>
                <a:lnTo>
                  <a:pt x="222" y="15"/>
                </a:lnTo>
                <a:lnTo>
                  <a:pt x="223" y="14"/>
                </a:lnTo>
                <a:lnTo>
                  <a:pt x="224" y="14"/>
                </a:lnTo>
                <a:lnTo>
                  <a:pt x="225" y="14"/>
                </a:lnTo>
                <a:lnTo>
                  <a:pt x="227" y="13"/>
                </a:lnTo>
                <a:lnTo>
                  <a:pt x="229" y="13"/>
                </a:lnTo>
                <a:lnTo>
                  <a:pt x="230" y="14"/>
                </a:lnTo>
                <a:lnTo>
                  <a:pt x="232" y="15"/>
                </a:lnTo>
                <a:lnTo>
                  <a:pt x="233" y="15"/>
                </a:lnTo>
                <a:lnTo>
                  <a:pt x="234" y="15"/>
                </a:lnTo>
                <a:lnTo>
                  <a:pt x="235" y="15"/>
                </a:lnTo>
                <a:lnTo>
                  <a:pt x="235" y="16"/>
                </a:lnTo>
                <a:lnTo>
                  <a:pt x="236" y="16"/>
                </a:lnTo>
                <a:lnTo>
                  <a:pt x="237" y="16"/>
                </a:lnTo>
                <a:lnTo>
                  <a:pt x="237" y="17"/>
                </a:lnTo>
                <a:lnTo>
                  <a:pt x="238" y="17"/>
                </a:lnTo>
                <a:lnTo>
                  <a:pt x="239" y="17"/>
                </a:lnTo>
                <a:lnTo>
                  <a:pt x="240" y="17"/>
                </a:lnTo>
                <a:lnTo>
                  <a:pt x="241" y="18"/>
                </a:lnTo>
                <a:lnTo>
                  <a:pt x="243" y="19"/>
                </a:lnTo>
                <a:lnTo>
                  <a:pt x="245" y="20"/>
                </a:lnTo>
                <a:lnTo>
                  <a:pt x="247" y="21"/>
                </a:lnTo>
                <a:lnTo>
                  <a:pt x="247" y="22"/>
                </a:lnTo>
                <a:lnTo>
                  <a:pt x="248" y="22"/>
                </a:lnTo>
                <a:lnTo>
                  <a:pt x="249" y="22"/>
                </a:lnTo>
                <a:lnTo>
                  <a:pt x="250" y="22"/>
                </a:lnTo>
                <a:lnTo>
                  <a:pt x="250" y="21"/>
                </a:lnTo>
                <a:lnTo>
                  <a:pt x="251" y="21"/>
                </a:lnTo>
                <a:lnTo>
                  <a:pt x="253" y="20"/>
                </a:lnTo>
                <a:lnTo>
                  <a:pt x="254" y="20"/>
                </a:lnTo>
                <a:lnTo>
                  <a:pt x="255" y="21"/>
                </a:lnTo>
                <a:lnTo>
                  <a:pt x="256" y="21"/>
                </a:lnTo>
                <a:lnTo>
                  <a:pt x="256" y="22"/>
                </a:lnTo>
                <a:lnTo>
                  <a:pt x="257" y="22"/>
                </a:lnTo>
                <a:lnTo>
                  <a:pt x="257" y="23"/>
                </a:lnTo>
                <a:lnTo>
                  <a:pt x="258" y="23"/>
                </a:lnTo>
                <a:lnTo>
                  <a:pt x="258" y="22"/>
                </a:lnTo>
                <a:lnTo>
                  <a:pt x="259" y="22"/>
                </a:lnTo>
                <a:lnTo>
                  <a:pt x="260" y="22"/>
                </a:lnTo>
                <a:lnTo>
                  <a:pt x="260" y="23"/>
                </a:lnTo>
                <a:lnTo>
                  <a:pt x="261" y="23"/>
                </a:lnTo>
                <a:lnTo>
                  <a:pt x="262" y="22"/>
                </a:lnTo>
                <a:lnTo>
                  <a:pt x="263" y="22"/>
                </a:lnTo>
                <a:lnTo>
                  <a:pt x="263" y="21"/>
                </a:lnTo>
                <a:lnTo>
                  <a:pt x="263" y="20"/>
                </a:lnTo>
                <a:lnTo>
                  <a:pt x="264" y="20"/>
                </a:lnTo>
                <a:lnTo>
                  <a:pt x="265" y="21"/>
                </a:lnTo>
                <a:lnTo>
                  <a:pt x="266" y="21"/>
                </a:lnTo>
                <a:lnTo>
                  <a:pt x="267" y="20"/>
                </a:lnTo>
                <a:lnTo>
                  <a:pt x="268" y="20"/>
                </a:lnTo>
                <a:lnTo>
                  <a:pt x="268" y="19"/>
                </a:lnTo>
                <a:lnTo>
                  <a:pt x="269" y="20"/>
                </a:lnTo>
                <a:lnTo>
                  <a:pt x="270" y="20"/>
                </a:lnTo>
                <a:lnTo>
                  <a:pt x="271" y="20"/>
                </a:lnTo>
                <a:lnTo>
                  <a:pt x="273" y="20"/>
                </a:lnTo>
                <a:lnTo>
                  <a:pt x="274" y="20"/>
                </a:lnTo>
                <a:lnTo>
                  <a:pt x="275" y="19"/>
                </a:lnTo>
                <a:lnTo>
                  <a:pt x="276" y="19"/>
                </a:lnTo>
                <a:lnTo>
                  <a:pt x="278" y="18"/>
                </a:lnTo>
                <a:lnTo>
                  <a:pt x="279" y="18"/>
                </a:lnTo>
                <a:lnTo>
                  <a:pt x="280" y="19"/>
                </a:lnTo>
                <a:lnTo>
                  <a:pt x="281" y="20"/>
                </a:lnTo>
                <a:lnTo>
                  <a:pt x="280" y="20"/>
                </a:lnTo>
                <a:lnTo>
                  <a:pt x="281" y="22"/>
                </a:lnTo>
                <a:lnTo>
                  <a:pt x="282" y="22"/>
                </a:lnTo>
                <a:lnTo>
                  <a:pt x="284" y="23"/>
                </a:lnTo>
                <a:lnTo>
                  <a:pt x="285" y="24"/>
                </a:lnTo>
                <a:lnTo>
                  <a:pt x="286" y="24"/>
                </a:lnTo>
                <a:lnTo>
                  <a:pt x="286" y="25"/>
                </a:lnTo>
                <a:lnTo>
                  <a:pt x="287" y="26"/>
                </a:lnTo>
                <a:lnTo>
                  <a:pt x="287" y="27"/>
                </a:lnTo>
                <a:lnTo>
                  <a:pt x="287" y="28"/>
                </a:lnTo>
                <a:lnTo>
                  <a:pt x="288" y="28"/>
                </a:lnTo>
                <a:lnTo>
                  <a:pt x="290" y="28"/>
                </a:lnTo>
                <a:lnTo>
                  <a:pt x="291" y="28"/>
                </a:lnTo>
                <a:lnTo>
                  <a:pt x="292" y="27"/>
                </a:lnTo>
                <a:lnTo>
                  <a:pt x="293" y="27"/>
                </a:lnTo>
                <a:lnTo>
                  <a:pt x="294" y="27"/>
                </a:lnTo>
                <a:lnTo>
                  <a:pt x="295" y="28"/>
                </a:lnTo>
                <a:lnTo>
                  <a:pt x="295" y="27"/>
                </a:lnTo>
                <a:lnTo>
                  <a:pt x="296" y="27"/>
                </a:lnTo>
                <a:lnTo>
                  <a:pt x="297" y="26"/>
                </a:lnTo>
                <a:lnTo>
                  <a:pt x="300" y="25"/>
                </a:lnTo>
                <a:lnTo>
                  <a:pt x="301" y="25"/>
                </a:lnTo>
                <a:lnTo>
                  <a:pt x="303" y="25"/>
                </a:lnTo>
                <a:lnTo>
                  <a:pt x="304" y="26"/>
                </a:lnTo>
                <a:lnTo>
                  <a:pt x="305" y="26"/>
                </a:lnTo>
                <a:lnTo>
                  <a:pt x="307" y="26"/>
                </a:lnTo>
                <a:lnTo>
                  <a:pt x="307" y="27"/>
                </a:lnTo>
                <a:lnTo>
                  <a:pt x="308" y="27"/>
                </a:lnTo>
                <a:lnTo>
                  <a:pt x="309" y="27"/>
                </a:lnTo>
                <a:lnTo>
                  <a:pt x="309" y="26"/>
                </a:lnTo>
                <a:lnTo>
                  <a:pt x="309" y="25"/>
                </a:lnTo>
                <a:lnTo>
                  <a:pt x="309" y="24"/>
                </a:lnTo>
                <a:lnTo>
                  <a:pt x="310" y="24"/>
                </a:lnTo>
                <a:lnTo>
                  <a:pt x="312" y="24"/>
                </a:lnTo>
                <a:lnTo>
                  <a:pt x="313" y="23"/>
                </a:lnTo>
                <a:lnTo>
                  <a:pt x="313" y="22"/>
                </a:lnTo>
                <a:lnTo>
                  <a:pt x="314" y="22"/>
                </a:lnTo>
                <a:lnTo>
                  <a:pt x="315" y="22"/>
                </a:lnTo>
                <a:lnTo>
                  <a:pt x="315" y="23"/>
                </a:lnTo>
                <a:lnTo>
                  <a:pt x="314" y="23"/>
                </a:lnTo>
                <a:lnTo>
                  <a:pt x="314" y="22"/>
                </a:lnTo>
                <a:lnTo>
                  <a:pt x="314" y="23"/>
                </a:lnTo>
                <a:lnTo>
                  <a:pt x="315" y="23"/>
                </a:lnTo>
                <a:lnTo>
                  <a:pt x="316" y="23"/>
                </a:lnTo>
                <a:lnTo>
                  <a:pt x="317" y="23"/>
                </a:lnTo>
                <a:lnTo>
                  <a:pt x="318" y="23"/>
                </a:lnTo>
                <a:lnTo>
                  <a:pt x="319" y="23"/>
                </a:lnTo>
                <a:lnTo>
                  <a:pt x="320" y="23"/>
                </a:lnTo>
                <a:lnTo>
                  <a:pt x="321" y="24"/>
                </a:lnTo>
                <a:lnTo>
                  <a:pt x="323" y="24"/>
                </a:lnTo>
                <a:lnTo>
                  <a:pt x="324" y="24"/>
                </a:lnTo>
                <a:lnTo>
                  <a:pt x="325" y="24"/>
                </a:lnTo>
                <a:lnTo>
                  <a:pt x="325" y="23"/>
                </a:lnTo>
                <a:lnTo>
                  <a:pt x="326" y="22"/>
                </a:lnTo>
                <a:lnTo>
                  <a:pt x="327" y="22"/>
                </a:lnTo>
                <a:lnTo>
                  <a:pt x="328" y="22"/>
                </a:lnTo>
                <a:lnTo>
                  <a:pt x="329" y="23"/>
                </a:lnTo>
                <a:lnTo>
                  <a:pt x="331" y="23"/>
                </a:lnTo>
                <a:lnTo>
                  <a:pt x="331" y="22"/>
                </a:lnTo>
                <a:lnTo>
                  <a:pt x="331" y="21"/>
                </a:lnTo>
                <a:lnTo>
                  <a:pt x="332" y="19"/>
                </a:lnTo>
                <a:lnTo>
                  <a:pt x="333" y="19"/>
                </a:lnTo>
                <a:lnTo>
                  <a:pt x="334" y="18"/>
                </a:lnTo>
                <a:lnTo>
                  <a:pt x="334" y="17"/>
                </a:lnTo>
                <a:lnTo>
                  <a:pt x="335" y="17"/>
                </a:lnTo>
                <a:lnTo>
                  <a:pt x="335" y="16"/>
                </a:lnTo>
                <a:lnTo>
                  <a:pt x="334" y="16"/>
                </a:lnTo>
                <a:lnTo>
                  <a:pt x="335" y="15"/>
                </a:lnTo>
                <a:lnTo>
                  <a:pt x="336" y="14"/>
                </a:lnTo>
                <a:lnTo>
                  <a:pt x="337" y="12"/>
                </a:lnTo>
                <a:lnTo>
                  <a:pt x="337" y="11"/>
                </a:lnTo>
                <a:lnTo>
                  <a:pt x="338" y="10"/>
                </a:lnTo>
                <a:lnTo>
                  <a:pt x="338" y="11"/>
                </a:lnTo>
                <a:lnTo>
                  <a:pt x="338" y="12"/>
                </a:lnTo>
                <a:lnTo>
                  <a:pt x="339" y="12"/>
                </a:lnTo>
                <a:lnTo>
                  <a:pt x="341" y="11"/>
                </a:lnTo>
                <a:lnTo>
                  <a:pt x="341" y="9"/>
                </a:lnTo>
                <a:lnTo>
                  <a:pt x="342" y="9"/>
                </a:lnTo>
                <a:lnTo>
                  <a:pt x="342" y="8"/>
                </a:lnTo>
                <a:lnTo>
                  <a:pt x="341" y="8"/>
                </a:lnTo>
                <a:lnTo>
                  <a:pt x="341" y="7"/>
                </a:lnTo>
                <a:lnTo>
                  <a:pt x="340" y="6"/>
                </a:lnTo>
                <a:lnTo>
                  <a:pt x="341" y="5"/>
                </a:lnTo>
                <a:lnTo>
                  <a:pt x="343" y="6"/>
                </a:lnTo>
                <a:lnTo>
                  <a:pt x="346" y="6"/>
                </a:lnTo>
                <a:lnTo>
                  <a:pt x="347" y="8"/>
                </a:lnTo>
                <a:lnTo>
                  <a:pt x="347" y="7"/>
                </a:lnTo>
                <a:lnTo>
                  <a:pt x="348" y="7"/>
                </a:lnTo>
                <a:lnTo>
                  <a:pt x="349" y="8"/>
                </a:lnTo>
                <a:lnTo>
                  <a:pt x="350" y="9"/>
                </a:lnTo>
                <a:lnTo>
                  <a:pt x="350" y="10"/>
                </a:lnTo>
                <a:lnTo>
                  <a:pt x="349" y="11"/>
                </a:lnTo>
                <a:lnTo>
                  <a:pt x="349" y="12"/>
                </a:lnTo>
                <a:lnTo>
                  <a:pt x="350" y="13"/>
                </a:lnTo>
                <a:lnTo>
                  <a:pt x="351" y="13"/>
                </a:lnTo>
                <a:lnTo>
                  <a:pt x="351" y="14"/>
                </a:lnTo>
                <a:lnTo>
                  <a:pt x="352" y="14"/>
                </a:lnTo>
                <a:lnTo>
                  <a:pt x="352" y="15"/>
                </a:lnTo>
                <a:lnTo>
                  <a:pt x="352" y="17"/>
                </a:lnTo>
                <a:lnTo>
                  <a:pt x="352" y="20"/>
                </a:lnTo>
                <a:lnTo>
                  <a:pt x="352" y="21"/>
                </a:lnTo>
                <a:lnTo>
                  <a:pt x="353" y="21"/>
                </a:lnTo>
                <a:lnTo>
                  <a:pt x="353" y="22"/>
                </a:lnTo>
                <a:lnTo>
                  <a:pt x="353" y="23"/>
                </a:lnTo>
                <a:lnTo>
                  <a:pt x="353" y="25"/>
                </a:lnTo>
                <a:lnTo>
                  <a:pt x="352" y="25"/>
                </a:lnTo>
                <a:lnTo>
                  <a:pt x="352" y="26"/>
                </a:lnTo>
                <a:lnTo>
                  <a:pt x="353" y="27"/>
                </a:lnTo>
                <a:lnTo>
                  <a:pt x="355" y="27"/>
                </a:lnTo>
                <a:lnTo>
                  <a:pt x="356" y="27"/>
                </a:lnTo>
                <a:lnTo>
                  <a:pt x="357" y="28"/>
                </a:lnTo>
                <a:lnTo>
                  <a:pt x="358" y="28"/>
                </a:lnTo>
                <a:lnTo>
                  <a:pt x="360" y="27"/>
                </a:lnTo>
                <a:lnTo>
                  <a:pt x="361" y="26"/>
                </a:lnTo>
                <a:lnTo>
                  <a:pt x="360" y="25"/>
                </a:lnTo>
                <a:lnTo>
                  <a:pt x="360" y="24"/>
                </a:lnTo>
                <a:lnTo>
                  <a:pt x="361" y="24"/>
                </a:lnTo>
                <a:lnTo>
                  <a:pt x="362" y="24"/>
                </a:lnTo>
                <a:lnTo>
                  <a:pt x="362" y="26"/>
                </a:lnTo>
                <a:lnTo>
                  <a:pt x="364" y="28"/>
                </a:lnTo>
                <a:lnTo>
                  <a:pt x="365" y="29"/>
                </a:lnTo>
                <a:lnTo>
                  <a:pt x="366" y="30"/>
                </a:lnTo>
                <a:lnTo>
                  <a:pt x="367" y="31"/>
                </a:lnTo>
                <a:lnTo>
                  <a:pt x="366" y="31"/>
                </a:lnTo>
                <a:lnTo>
                  <a:pt x="366" y="32"/>
                </a:lnTo>
                <a:lnTo>
                  <a:pt x="367" y="32"/>
                </a:lnTo>
                <a:lnTo>
                  <a:pt x="369" y="34"/>
                </a:lnTo>
                <a:lnTo>
                  <a:pt x="371" y="36"/>
                </a:lnTo>
                <a:lnTo>
                  <a:pt x="372" y="37"/>
                </a:lnTo>
                <a:lnTo>
                  <a:pt x="374" y="36"/>
                </a:lnTo>
                <a:lnTo>
                  <a:pt x="374" y="35"/>
                </a:lnTo>
                <a:lnTo>
                  <a:pt x="374" y="34"/>
                </a:lnTo>
                <a:lnTo>
                  <a:pt x="374" y="32"/>
                </a:lnTo>
                <a:lnTo>
                  <a:pt x="373" y="32"/>
                </a:lnTo>
                <a:lnTo>
                  <a:pt x="373" y="31"/>
                </a:lnTo>
                <a:lnTo>
                  <a:pt x="374" y="31"/>
                </a:lnTo>
                <a:lnTo>
                  <a:pt x="374" y="29"/>
                </a:lnTo>
                <a:lnTo>
                  <a:pt x="375" y="29"/>
                </a:lnTo>
                <a:lnTo>
                  <a:pt x="376" y="29"/>
                </a:lnTo>
                <a:lnTo>
                  <a:pt x="377" y="29"/>
                </a:lnTo>
                <a:lnTo>
                  <a:pt x="377" y="27"/>
                </a:lnTo>
                <a:lnTo>
                  <a:pt x="378" y="27"/>
                </a:lnTo>
                <a:lnTo>
                  <a:pt x="380" y="26"/>
                </a:lnTo>
                <a:lnTo>
                  <a:pt x="380" y="25"/>
                </a:lnTo>
                <a:lnTo>
                  <a:pt x="382" y="25"/>
                </a:lnTo>
                <a:lnTo>
                  <a:pt x="383" y="25"/>
                </a:lnTo>
                <a:lnTo>
                  <a:pt x="383" y="26"/>
                </a:lnTo>
                <a:lnTo>
                  <a:pt x="384" y="26"/>
                </a:lnTo>
                <a:lnTo>
                  <a:pt x="386" y="25"/>
                </a:lnTo>
                <a:lnTo>
                  <a:pt x="386" y="24"/>
                </a:lnTo>
                <a:lnTo>
                  <a:pt x="387" y="24"/>
                </a:lnTo>
                <a:lnTo>
                  <a:pt x="388" y="22"/>
                </a:lnTo>
                <a:lnTo>
                  <a:pt x="388" y="23"/>
                </a:lnTo>
                <a:lnTo>
                  <a:pt x="388" y="24"/>
                </a:lnTo>
                <a:lnTo>
                  <a:pt x="389" y="24"/>
                </a:lnTo>
                <a:lnTo>
                  <a:pt x="390" y="24"/>
                </a:lnTo>
                <a:lnTo>
                  <a:pt x="391" y="23"/>
                </a:lnTo>
                <a:lnTo>
                  <a:pt x="391" y="22"/>
                </a:lnTo>
                <a:lnTo>
                  <a:pt x="390" y="22"/>
                </a:lnTo>
                <a:lnTo>
                  <a:pt x="390" y="21"/>
                </a:lnTo>
                <a:lnTo>
                  <a:pt x="389" y="21"/>
                </a:lnTo>
                <a:lnTo>
                  <a:pt x="389" y="20"/>
                </a:lnTo>
                <a:lnTo>
                  <a:pt x="389" y="19"/>
                </a:lnTo>
                <a:lnTo>
                  <a:pt x="389" y="17"/>
                </a:lnTo>
                <a:lnTo>
                  <a:pt x="390" y="16"/>
                </a:lnTo>
                <a:lnTo>
                  <a:pt x="391" y="14"/>
                </a:lnTo>
                <a:lnTo>
                  <a:pt x="392" y="13"/>
                </a:lnTo>
                <a:lnTo>
                  <a:pt x="394" y="13"/>
                </a:lnTo>
                <a:lnTo>
                  <a:pt x="395" y="13"/>
                </a:lnTo>
                <a:lnTo>
                  <a:pt x="396" y="12"/>
                </a:lnTo>
                <a:lnTo>
                  <a:pt x="396" y="11"/>
                </a:lnTo>
                <a:lnTo>
                  <a:pt x="397" y="11"/>
                </a:lnTo>
                <a:lnTo>
                  <a:pt x="399" y="11"/>
                </a:lnTo>
                <a:lnTo>
                  <a:pt x="400" y="12"/>
                </a:lnTo>
                <a:lnTo>
                  <a:pt x="401" y="12"/>
                </a:lnTo>
                <a:lnTo>
                  <a:pt x="401" y="11"/>
                </a:lnTo>
                <a:lnTo>
                  <a:pt x="402" y="11"/>
                </a:lnTo>
                <a:lnTo>
                  <a:pt x="403" y="11"/>
                </a:lnTo>
                <a:lnTo>
                  <a:pt x="403" y="12"/>
                </a:lnTo>
                <a:lnTo>
                  <a:pt x="403" y="13"/>
                </a:lnTo>
                <a:lnTo>
                  <a:pt x="404" y="13"/>
                </a:lnTo>
                <a:lnTo>
                  <a:pt x="404" y="12"/>
                </a:lnTo>
                <a:lnTo>
                  <a:pt x="404" y="11"/>
                </a:lnTo>
                <a:lnTo>
                  <a:pt x="405" y="11"/>
                </a:lnTo>
                <a:lnTo>
                  <a:pt x="405" y="12"/>
                </a:lnTo>
                <a:lnTo>
                  <a:pt x="405" y="13"/>
                </a:lnTo>
                <a:lnTo>
                  <a:pt x="406" y="13"/>
                </a:lnTo>
                <a:lnTo>
                  <a:pt x="406" y="12"/>
                </a:lnTo>
                <a:lnTo>
                  <a:pt x="407" y="12"/>
                </a:lnTo>
                <a:lnTo>
                  <a:pt x="407" y="11"/>
                </a:lnTo>
                <a:lnTo>
                  <a:pt x="408" y="10"/>
                </a:lnTo>
                <a:lnTo>
                  <a:pt x="409" y="9"/>
                </a:lnTo>
                <a:lnTo>
                  <a:pt x="409" y="8"/>
                </a:lnTo>
                <a:lnTo>
                  <a:pt x="410" y="7"/>
                </a:lnTo>
                <a:lnTo>
                  <a:pt x="410" y="6"/>
                </a:lnTo>
                <a:lnTo>
                  <a:pt x="410" y="5"/>
                </a:lnTo>
                <a:lnTo>
                  <a:pt x="411" y="5"/>
                </a:lnTo>
                <a:lnTo>
                  <a:pt x="412" y="4"/>
                </a:lnTo>
                <a:lnTo>
                  <a:pt x="412" y="3"/>
                </a:lnTo>
                <a:lnTo>
                  <a:pt x="412" y="2"/>
                </a:lnTo>
                <a:lnTo>
                  <a:pt x="414" y="1"/>
                </a:lnTo>
                <a:lnTo>
                  <a:pt x="414" y="0"/>
                </a:lnTo>
                <a:lnTo>
                  <a:pt x="415" y="1"/>
                </a:lnTo>
                <a:lnTo>
                  <a:pt x="416" y="1"/>
                </a:lnTo>
                <a:lnTo>
                  <a:pt x="417" y="1"/>
                </a:lnTo>
                <a:lnTo>
                  <a:pt x="418" y="2"/>
                </a:lnTo>
                <a:lnTo>
                  <a:pt x="419" y="2"/>
                </a:lnTo>
                <a:lnTo>
                  <a:pt x="419" y="3"/>
                </a:lnTo>
                <a:lnTo>
                  <a:pt x="418" y="3"/>
                </a:lnTo>
                <a:lnTo>
                  <a:pt x="418" y="5"/>
                </a:lnTo>
                <a:lnTo>
                  <a:pt x="419" y="5"/>
                </a:lnTo>
                <a:lnTo>
                  <a:pt x="420" y="5"/>
                </a:lnTo>
                <a:lnTo>
                  <a:pt x="421" y="6"/>
                </a:lnTo>
                <a:lnTo>
                  <a:pt x="422" y="6"/>
                </a:lnTo>
                <a:lnTo>
                  <a:pt x="422" y="7"/>
                </a:lnTo>
                <a:lnTo>
                  <a:pt x="422" y="8"/>
                </a:lnTo>
                <a:lnTo>
                  <a:pt x="424" y="10"/>
                </a:lnTo>
                <a:lnTo>
                  <a:pt x="425" y="10"/>
                </a:lnTo>
                <a:lnTo>
                  <a:pt x="426" y="11"/>
                </a:lnTo>
                <a:lnTo>
                  <a:pt x="427" y="11"/>
                </a:lnTo>
                <a:lnTo>
                  <a:pt x="428" y="12"/>
                </a:lnTo>
                <a:lnTo>
                  <a:pt x="430" y="13"/>
                </a:lnTo>
                <a:lnTo>
                  <a:pt x="430" y="15"/>
                </a:lnTo>
                <a:lnTo>
                  <a:pt x="431" y="15"/>
                </a:lnTo>
                <a:lnTo>
                  <a:pt x="430" y="15"/>
                </a:lnTo>
                <a:lnTo>
                  <a:pt x="430" y="16"/>
                </a:lnTo>
                <a:lnTo>
                  <a:pt x="430" y="17"/>
                </a:lnTo>
                <a:lnTo>
                  <a:pt x="429" y="18"/>
                </a:lnTo>
                <a:lnTo>
                  <a:pt x="428" y="19"/>
                </a:lnTo>
                <a:lnTo>
                  <a:pt x="427" y="21"/>
                </a:lnTo>
                <a:lnTo>
                  <a:pt x="426" y="21"/>
                </a:lnTo>
                <a:lnTo>
                  <a:pt x="427" y="22"/>
                </a:lnTo>
                <a:lnTo>
                  <a:pt x="428" y="21"/>
                </a:lnTo>
                <a:lnTo>
                  <a:pt x="430" y="21"/>
                </a:lnTo>
                <a:lnTo>
                  <a:pt x="431" y="19"/>
                </a:lnTo>
                <a:lnTo>
                  <a:pt x="431" y="18"/>
                </a:lnTo>
                <a:lnTo>
                  <a:pt x="431" y="17"/>
                </a:lnTo>
                <a:lnTo>
                  <a:pt x="432" y="17"/>
                </a:lnTo>
                <a:lnTo>
                  <a:pt x="432" y="16"/>
                </a:lnTo>
                <a:lnTo>
                  <a:pt x="433" y="16"/>
                </a:lnTo>
                <a:lnTo>
                  <a:pt x="434" y="16"/>
                </a:lnTo>
                <a:lnTo>
                  <a:pt x="434" y="15"/>
                </a:lnTo>
                <a:lnTo>
                  <a:pt x="435" y="15"/>
                </a:lnTo>
                <a:lnTo>
                  <a:pt x="436" y="16"/>
                </a:lnTo>
                <a:lnTo>
                  <a:pt x="435" y="17"/>
                </a:lnTo>
                <a:lnTo>
                  <a:pt x="436" y="17"/>
                </a:lnTo>
                <a:lnTo>
                  <a:pt x="437" y="17"/>
                </a:lnTo>
                <a:lnTo>
                  <a:pt x="438" y="17"/>
                </a:lnTo>
                <a:lnTo>
                  <a:pt x="438" y="18"/>
                </a:lnTo>
                <a:lnTo>
                  <a:pt x="439" y="19"/>
                </a:lnTo>
                <a:lnTo>
                  <a:pt x="440" y="20"/>
                </a:lnTo>
                <a:lnTo>
                  <a:pt x="441" y="20"/>
                </a:lnTo>
                <a:lnTo>
                  <a:pt x="441" y="19"/>
                </a:lnTo>
                <a:lnTo>
                  <a:pt x="442" y="19"/>
                </a:lnTo>
                <a:lnTo>
                  <a:pt x="442" y="20"/>
                </a:lnTo>
                <a:lnTo>
                  <a:pt x="442" y="21"/>
                </a:lnTo>
                <a:lnTo>
                  <a:pt x="442" y="22"/>
                </a:lnTo>
                <a:lnTo>
                  <a:pt x="443" y="24"/>
                </a:lnTo>
                <a:lnTo>
                  <a:pt x="444" y="24"/>
                </a:lnTo>
                <a:lnTo>
                  <a:pt x="444" y="25"/>
                </a:lnTo>
                <a:lnTo>
                  <a:pt x="445" y="26"/>
                </a:lnTo>
                <a:lnTo>
                  <a:pt x="445" y="27"/>
                </a:lnTo>
                <a:lnTo>
                  <a:pt x="446" y="27"/>
                </a:lnTo>
                <a:lnTo>
                  <a:pt x="447" y="27"/>
                </a:lnTo>
                <a:lnTo>
                  <a:pt x="447" y="26"/>
                </a:lnTo>
                <a:lnTo>
                  <a:pt x="448" y="26"/>
                </a:lnTo>
                <a:lnTo>
                  <a:pt x="449" y="27"/>
                </a:lnTo>
                <a:lnTo>
                  <a:pt x="450" y="28"/>
                </a:lnTo>
                <a:lnTo>
                  <a:pt x="451" y="28"/>
                </a:lnTo>
                <a:lnTo>
                  <a:pt x="451" y="29"/>
                </a:lnTo>
                <a:lnTo>
                  <a:pt x="451" y="32"/>
                </a:lnTo>
                <a:lnTo>
                  <a:pt x="451" y="33"/>
                </a:lnTo>
                <a:lnTo>
                  <a:pt x="452" y="33"/>
                </a:lnTo>
                <a:lnTo>
                  <a:pt x="453" y="33"/>
                </a:lnTo>
                <a:lnTo>
                  <a:pt x="453" y="32"/>
                </a:lnTo>
                <a:lnTo>
                  <a:pt x="453" y="33"/>
                </a:lnTo>
                <a:lnTo>
                  <a:pt x="454" y="33"/>
                </a:lnTo>
                <a:lnTo>
                  <a:pt x="454" y="34"/>
                </a:lnTo>
                <a:lnTo>
                  <a:pt x="454" y="35"/>
                </a:lnTo>
                <a:lnTo>
                  <a:pt x="454" y="36"/>
                </a:lnTo>
                <a:lnTo>
                  <a:pt x="455" y="36"/>
                </a:lnTo>
                <a:lnTo>
                  <a:pt x="455" y="37"/>
                </a:lnTo>
                <a:lnTo>
                  <a:pt x="454" y="37"/>
                </a:lnTo>
                <a:lnTo>
                  <a:pt x="454" y="38"/>
                </a:lnTo>
                <a:lnTo>
                  <a:pt x="453" y="39"/>
                </a:lnTo>
                <a:lnTo>
                  <a:pt x="452" y="39"/>
                </a:lnTo>
                <a:lnTo>
                  <a:pt x="451" y="39"/>
                </a:lnTo>
                <a:lnTo>
                  <a:pt x="450" y="40"/>
                </a:lnTo>
                <a:lnTo>
                  <a:pt x="447" y="42"/>
                </a:lnTo>
                <a:lnTo>
                  <a:pt x="447" y="43"/>
                </a:lnTo>
                <a:lnTo>
                  <a:pt x="447" y="44"/>
                </a:lnTo>
                <a:lnTo>
                  <a:pt x="448" y="45"/>
                </a:lnTo>
                <a:lnTo>
                  <a:pt x="449" y="45"/>
                </a:lnTo>
                <a:lnTo>
                  <a:pt x="449" y="43"/>
                </a:lnTo>
                <a:lnTo>
                  <a:pt x="450" y="43"/>
                </a:lnTo>
                <a:lnTo>
                  <a:pt x="450" y="42"/>
                </a:lnTo>
                <a:lnTo>
                  <a:pt x="451" y="42"/>
                </a:lnTo>
                <a:lnTo>
                  <a:pt x="453" y="43"/>
                </a:lnTo>
                <a:lnTo>
                  <a:pt x="453" y="44"/>
                </a:lnTo>
                <a:lnTo>
                  <a:pt x="454" y="44"/>
                </a:lnTo>
                <a:lnTo>
                  <a:pt x="456" y="43"/>
                </a:lnTo>
                <a:lnTo>
                  <a:pt x="457" y="43"/>
                </a:lnTo>
                <a:lnTo>
                  <a:pt x="459" y="43"/>
                </a:lnTo>
                <a:lnTo>
                  <a:pt x="460" y="43"/>
                </a:lnTo>
                <a:lnTo>
                  <a:pt x="462" y="44"/>
                </a:lnTo>
                <a:lnTo>
                  <a:pt x="463" y="45"/>
                </a:lnTo>
                <a:lnTo>
                  <a:pt x="464" y="45"/>
                </a:lnTo>
                <a:lnTo>
                  <a:pt x="464" y="46"/>
                </a:lnTo>
                <a:lnTo>
                  <a:pt x="464" y="47"/>
                </a:lnTo>
                <a:lnTo>
                  <a:pt x="463" y="47"/>
                </a:lnTo>
                <a:lnTo>
                  <a:pt x="464" y="48"/>
                </a:lnTo>
                <a:lnTo>
                  <a:pt x="464" y="49"/>
                </a:lnTo>
                <a:lnTo>
                  <a:pt x="465" y="49"/>
                </a:lnTo>
                <a:lnTo>
                  <a:pt x="466" y="49"/>
                </a:lnTo>
                <a:lnTo>
                  <a:pt x="466" y="50"/>
                </a:lnTo>
                <a:lnTo>
                  <a:pt x="466" y="51"/>
                </a:lnTo>
                <a:lnTo>
                  <a:pt x="467" y="53"/>
                </a:lnTo>
                <a:lnTo>
                  <a:pt x="468" y="53"/>
                </a:lnTo>
                <a:lnTo>
                  <a:pt x="469" y="53"/>
                </a:lnTo>
                <a:lnTo>
                  <a:pt x="469" y="54"/>
                </a:lnTo>
                <a:lnTo>
                  <a:pt x="468" y="55"/>
                </a:lnTo>
                <a:lnTo>
                  <a:pt x="468" y="56"/>
                </a:lnTo>
                <a:lnTo>
                  <a:pt x="469" y="57"/>
                </a:lnTo>
                <a:lnTo>
                  <a:pt x="469" y="59"/>
                </a:lnTo>
                <a:lnTo>
                  <a:pt x="468" y="60"/>
                </a:lnTo>
                <a:lnTo>
                  <a:pt x="466" y="61"/>
                </a:lnTo>
                <a:lnTo>
                  <a:pt x="465" y="61"/>
                </a:lnTo>
                <a:lnTo>
                  <a:pt x="465" y="62"/>
                </a:lnTo>
                <a:lnTo>
                  <a:pt x="465" y="63"/>
                </a:lnTo>
                <a:lnTo>
                  <a:pt x="464" y="65"/>
                </a:lnTo>
                <a:lnTo>
                  <a:pt x="464" y="67"/>
                </a:lnTo>
                <a:lnTo>
                  <a:pt x="465" y="68"/>
                </a:lnTo>
                <a:lnTo>
                  <a:pt x="465" y="69"/>
                </a:lnTo>
                <a:lnTo>
                  <a:pt x="465" y="70"/>
                </a:lnTo>
                <a:lnTo>
                  <a:pt x="466" y="71"/>
                </a:lnTo>
                <a:lnTo>
                  <a:pt x="466" y="72"/>
                </a:lnTo>
                <a:lnTo>
                  <a:pt x="465" y="73"/>
                </a:lnTo>
                <a:lnTo>
                  <a:pt x="465" y="74"/>
                </a:lnTo>
                <a:lnTo>
                  <a:pt x="465" y="75"/>
                </a:lnTo>
                <a:lnTo>
                  <a:pt x="465" y="76"/>
                </a:lnTo>
                <a:lnTo>
                  <a:pt x="466" y="76"/>
                </a:lnTo>
                <a:lnTo>
                  <a:pt x="467" y="76"/>
                </a:lnTo>
                <a:lnTo>
                  <a:pt x="468" y="75"/>
                </a:lnTo>
                <a:lnTo>
                  <a:pt x="469" y="74"/>
                </a:lnTo>
                <a:lnTo>
                  <a:pt x="469" y="73"/>
                </a:lnTo>
                <a:lnTo>
                  <a:pt x="469" y="72"/>
                </a:lnTo>
                <a:lnTo>
                  <a:pt x="470" y="72"/>
                </a:lnTo>
                <a:lnTo>
                  <a:pt x="471" y="72"/>
                </a:lnTo>
                <a:lnTo>
                  <a:pt x="473" y="73"/>
                </a:lnTo>
                <a:lnTo>
                  <a:pt x="474" y="73"/>
                </a:lnTo>
                <a:lnTo>
                  <a:pt x="473" y="75"/>
                </a:lnTo>
                <a:lnTo>
                  <a:pt x="473" y="76"/>
                </a:lnTo>
                <a:lnTo>
                  <a:pt x="472" y="77"/>
                </a:lnTo>
                <a:lnTo>
                  <a:pt x="473" y="81"/>
                </a:lnTo>
                <a:lnTo>
                  <a:pt x="474" y="81"/>
                </a:lnTo>
                <a:lnTo>
                  <a:pt x="475" y="81"/>
                </a:lnTo>
                <a:lnTo>
                  <a:pt x="476" y="81"/>
                </a:lnTo>
                <a:lnTo>
                  <a:pt x="478" y="82"/>
                </a:lnTo>
                <a:lnTo>
                  <a:pt x="478" y="83"/>
                </a:lnTo>
                <a:lnTo>
                  <a:pt x="479" y="84"/>
                </a:lnTo>
                <a:lnTo>
                  <a:pt x="480" y="85"/>
                </a:lnTo>
                <a:lnTo>
                  <a:pt x="480" y="84"/>
                </a:lnTo>
                <a:lnTo>
                  <a:pt x="481" y="84"/>
                </a:lnTo>
                <a:lnTo>
                  <a:pt x="482" y="84"/>
                </a:lnTo>
                <a:lnTo>
                  <a:pt x="483" y="84"/>
                </a:lnTo>
                <a:lnTo>
                  <a:pt x="484" y="84"/>
                </a:lnTo>
                <a:lnTo>
                  <a:pt x="485" y="84"/>
                </a:lnTo>
                <a:lnTo>
                  <a:pt x="486" y="84"/>
                </a:lnTo>
                <a:lnTo>
                  <a:pt x="486" y="85"/>
                </a:lnTo>
                <a:lnTo>
                  <a:pt x="487" y="85"/>
                </a:lnTo>
                <a:lnTo>
                  <a:pt x="487" y="86"/>
                </a:lnTo>
                <a:lnTo>
                  <a:pt x="487" y="87"/>
                </a:lnTo>
                <a:lnTo>
                  <a:pt x="489" y="87"/>
                </a:lnTo>
                <a:lnTo>
                  <a:pt x="490" y="88"/>
                </a:lnTo>
                <a:lnTo>
                  <a:pt x="491" y="90"/>
                </a:lnTo>
                <a:lnTo>
                  <a:pt x="491" y="91"/>
                </a:lnTo>
                <a:lnTo>
                  <a:pt x="491" y="92"/>
                </a:lnTo>
                <a:lnTo>
                  <a:pt x="492" y="93"/>
                </a:lnTo>
                <a:lnTo>
                  <a:pt x="493" y="95"/>
                </a:lnTo>
                <a:lnTo>
                  <a:pt x="493" y="96"/>
                </a:lnTo>
                <a:lnTo>
                  <a:pt x="494" y="98"/>
                </a:lnTo>
                <a:lnTo>
                  <a:pt x="495" y="100"/>
                </a:lnTo>
                <a:lnTo>
                  <a:pt x="496" y="100"/>
                </a:lnTo>
                <a:lnTo>
                  <a:pt x="496" y="101"/>
                </a:lnTo>
                <a:lnTo>
                  <a:pt x="497" y="101"/>
                </a:lnTo>
                <a:lnTo>
                  <a:pt x="498" y="101"/>
                </a:lnTo>
                <a:lnTo>
                  <a:pt x="500" y="101"/>
                </a:lnTo>
                <a:lnTo>
                  <a:pt x="501" y="100"/>
                </a:lnTo>
                <a:lnTo>
                  <a:pt x="501" y="98"/>
                </a:lnTo>
                <a:lnTo>
                  <a:pt x="502" y="99"/>
                </a:lnTo>
                <a:lnTo>
                  <a:pt x="503" y="99"/>
                </a:lnTo>
                <a:lnTo>
                  <a:pt x="503" y="98"/>
                </a:lnTo>
                <a:lnTo>
                  <a:pt x="503" y="97"/>
                </a:lnTo>
                <a:lnTo>
                  <a:pt x="503" y="96"/>
                </a:lnTo>
                <a:lnTo>
                  <a:pt x="503" y="95"/>
                </a:lnTo>
                <a:lnTo>
                  <a:pt x="503" y="96"/>
                </a:lnTo>
                <a:lnTo>
                  <a:pt x="504" y="96"/>
                </a:lnTo>
                <a:lnTo>
                  <a:pt x="505" y="98"/>
                </a:lnTo>
                <a:lnTo>
                  <a:pt x="505" y="99"/>
                </a:lnTo>
                <a:lnTo>
                  <a:pt x="505" y="100"/>
                </a:lnTo>
                <a:lnTo>
                  <a:pt x="505" y="102"/>
                </a:lnTo>
                <a:lnTo>
                  <a:pt x="505" y="103"/>
                </a:lnTo>
                <a:lnTo>
                  <a:pt x="504" y="104"/>
                </a:lnTo>
                <a:lnTo>
                  <a:pt x="503" y="105"/>
                </a:lnTo>
                <a:lnTo>
                  <a:pt x="501" y="106"/>
                </a:lnTo>
                <a:lnTo>
                  <a:pt x="500" y="105"/>
                </a:lnTo>
                <a:lnTo>
                  <a:pt x="499" y="105"/>
                </a:lnTo>
                <a:lnTo>
                  <a:pt x="499" y="104"/>
                </a:lnTo>
                <a:lnTo>
                  <a:pt x="498" y="104"/>
                </a:lnTo>
                <a:lnTo>
                  <a:pt x="497" y="104"/>
                </a:lnTo>
                <a:lnTo>
                  <a:pt x="498" y="105"/>
                </a:lnTo>
                <a:lnTo>
                  <a:pt x="499" y="106"/>
                </a:lnTo>
                <a:lnTo>
                  <a:pt x="500" y="106"/>
                </a:lnTo>
                <a:lnTo>
                  <a:pt x="501" y="106"/>
                </a:lnTo>
                <a:lnTo>
                  <a:pt x="502" y="106"/>
                </a:lnTo>
                <a:lnTo>
                  <a:pt x="503" y="106"/>
                </a:lnTo>
                <a:lnTo>
                  <a:pt x="504" y="106"/>
                </a:lnTo>
                <a:lnTo>
                  <a:pt x="505" y="107"/>
                </a:lnTo>
                <a:lnTo>
                  <a:pt x="506" y="107"/>
                </a:lnTo>
                <a:lnTo>
                  <a:pt x="506" y="108"/>
                </a:lnTo>
                <a:lnTo>
                  <a:pt x="506" y="109"/>
                </a:lnTo>
                <a:lnTo>
                  <a:pt x="505" y="109"/>
                </a:lnTo>
                <a:lnTo>
                  <a:pt x="506" y="110"/>
                </a:lnTo>
                <a:lnTo>
                  <a:pt x="506" y="111"/>
                </a:lnTo>
                <a:lnTo>
                  <a:pt x="506" y="112"/>
                </a:lnTo>
                <a:lnTo>
                  <a:pt x="507" y="112"/>
                </a:lnTo>
                <a:lnTo>
                  <a:pt x="508" y="112"/>
                </a:lnTo>
                <a:lnTo>
                  <a:pt x="510" y="114"/>
                </a:lnTo>
                <a:lnTo>
                  <a:pt x="510" y="115"/>
                </a:lnTo>
                <a:lnTo>
                  <a:pt x="511" y="115"/>
                </a:lnTo>
                <a:lnTo>
                  <a:pt x="512" y="115"/>
                </a:lnTo>
                <a:lnTo>
                  <a:pt x="513" y="116"/>
                </a:lnTo>
                <a:lnTo>
                  <a:pt x="514" y="116"/>
                </a:lnTo>
                <a:lnTo>
                  <a:pt x="514" y="117"/>
                </a:lnTo>
                <a:lnTo>
                  <a:pt x="515" y="118"/>
                </a:lnTo>
                <a:lnTo>
                  <a:pt x="516" y="121"/>
                </a:lnTo>
                <a:lnTo>
                  <a:pt x="517" y="121"/>
                </a:lnTo>
                <a:lnTo>
                  <a:pt x="517" y="122"/>
                </a:lnTo>
                <a:lnTo>
                  <a:pt x="516" y="122"/>
                </a:lnTo>
                <a:lnTo>
                  <a:pt x="515" y="122"/>
                </a:lnTo>
                <a:lnTo>
                  <a:pt x="515" y="123"/>
                </a:lnTo>
                <a:lnTo>
                  <a:pt x="516" y="123"/>
                </a:lnTo>
                <a:lnTo>
                  <a:pt x="516" y="124"/>
                </a:lnTo>
                <a:lnTo>
                  <a:pt x="517" y="124"/>
                </a:lnTo>
                <a:lnTo>
                  <a:pt x="518" y="125"/>
                </a:lnTo>
                <a:lnTo>
                  <a:pt x="518" y="126"/>
                </a:lnTo>
                <a:lnTo>
                  <a:pt x="517" y="126"/>
                </a:lnTo>
                <a:lnTo>
                  <a:pt x="517" y="127"/>
                </a:lnTo>
                <a:lnTo>
                  <a:pt x="516" y="127"/>
                </a:lnTo>
                <a:lnTo>
                  <a:pt x="517" y="127"/>
                </a:lnTo>
                <a:lnTo>
                  <a:pt x="518" y="128"/>
                </a:lnTo>
                <a:lnTo>
                  <a:pt x="520" y="128"/>
                </a:lnTo>
                <a:lnTo>
                  <a:pt x="520" y="129"/>
                </a:lnTo>
                <a:lnTo>
                  <a:pt x="521" y="129"/>
                </a:lnTo>
                <a:lnTo>
                  <a:pt x="522" y="130"/>
                </a:lnTo>
                <a:lnTo>
                  <a:pt x="522" y="131"/>
                </a:lnTo>
                <a:lnTo>
                  <a:pt x="523" y="132"/>
                </a:lnTo>
                <a:lnTo>
                  <a:pt x="524" y="132"/>
                </a:lnTo>
                <a:lnTo>
                  <a:pt x="525" y="132"/>
                </a:lnTo>
                <a:lnTo>
                  <a:pt x="525" y="133"/>
                </a:lnTo>
                <a:lnTo>
                  <a:pt x="526" y="132"/>
                </a:lnTo>
                <a:lnTo>
                  <a:pt x="526" y="131"/>
                </a:lnTo>
                <a:lnTo>
                  <a:pt x="526" y="130"/>
                </a:lnTo>
                <a:lnTo>
                  <a:pt x="528" y="131"/>
                </a:lnTo>
                <a:lnTo>
                  <a:pt x="529" y="130"/>
                </a:lnTo>
                <a:lnTo>
                  <a:pt x="530" y="128"/>
                </a:lnTo>
                <a:lnTo>
                  <a:pt x="531" y="127"/>
                </a:lnTo>
                <a:lnTo>
                  <a:pt x="531" y="125"/>
                </a:lnTo>
                <a:lnTo>
                  <a:pt x="532" y="124"/>
                </a:lnTo>
                <a:lnTo>
                  <a:pt x="533" y="124"/>
                </a:lnTo>
                <a:lnTo>
                  <a:pt x="536" y="124"/>
                </a:lnTo>
                <a:lnTo>
                  <a:pt x="536" y="125"/>
                </a:lnTo>
                <a:lnTo>
                  <a:pt x="535" y="125"/>
                </a:lnTo>
                <a:lnTo>
                  <a:pt x="535" y="126"/>
                </a:lnTo>
                <a:lnTo>
                  <a:pt x="535" y="127"/>
                </a:lnTo>
                <a:lnTo>
                  <a:pt x="536" y="128"/>
                </a:lnTo>
                <a:lnTo>
                  <a:pt x="536" y="129"/>
                </a:lnTo>
                <a:lnTo>
                  <a:pt x="537" y="129"/>
                </a:lnTo>
                <a:lnTo>
                  <a:pt x="537" y="128"/>
                </a:lnTo>
                <a:lnTo>
                  <a:pt x="538" y="128"/>
                </a:lnTo>
                <a:lnTo>
                  <a:pt x="538" y="126"/>
                </a:lnTo>
                <a:lnTo>
                  <a:pt x="539" y="126"/>
                </a:lnTo>
                <a:lnTo>
                  <a:pt x="540" y="127"/>
                </a:lnTo>
                <a:lnTo>
                  <a:pt x="542" y="127"/>
                </a:lnTo>
                <a:lnTo>
                  <a:pt x="543" y="127"/>
                </a:lnTo>
                <a:lnTo>
                  <a:pt x="545" y="128"/>
                </a:lnTo>
                <a:lnTo>
                  <a:pt x="545" y="127"/>
                </a:lnTo>
                <a:lnTo>
                  <a:pt x="546" y="127"/>
                </a:lnTo>
                <a:lnTo>
                  <a:pt x="548" y="127"/>
                </a:lnTo>
                <a:lnTo>
                  <a:pt x="550" y="129"/>
                </a:lnTo>
                <a:lnTo>
                  <a:pt x="551" y="130"/>
                </a:lnTo>
                <a:lnTo>
                  <a:pt x="552" y="130"/>
                </a:lnTo>
                <a:lnTo>
                  <a:pt x="552" y="131"/>
                </a:lnTo>
                <a:lnTo>
                  <a:pt x="553" y="131"/>
                </a:lnTo>
                <a:lnTo>
                  <a:pt x="554" y="133"/>
                </a:lnTo>
                <a:lnTo>
                  <a:pt x="555" y="135"/>
                </a:lnTo>
                <a:lnTo>
                  <a:pt x="556" y="135"/>
                </a:lnTo>
                <a:lnTo>
                  <a:pt x="557" y="136"/>
                </a:lnTo>
                <a:lnTo>
                  <a:pt x="559" y="136"/>
                </a:lnTo>
                <a:lnTo>
                  <a:pt x="560" y="136"/>
                </a:lnTo>
                <a:lnTo>
                  <a:pt x="561" y="137"/>
                </a:lnTo>
                <a:lnTo>
                  <a:pt x="561" y="138"/>
                </a:lnTo>
                <a:lnTo>
                  <a:pt x="561" y="139"/>
                </a:lnTo>
                <a:lnTo>
                  <a:pt x="562" y="139"/>
                </a:lnTo>
                <a:lnTo>
                  <a:pt x="563" y="139"/>
                </a:lnTo>
                <a:lnTo>
                  <a:pt x="564" y="140"/>
                </a:lnTo>
                <a:lnTo>
                  <a:pt x="565" y="140"/>
                </a:lnTo>
                <a:lnTo>
                  <a:pt x="565" y="141"/>
                </a:lnTo>
                <a:lnTo>
                  <a:pt x="566" y="141"/>
                </a:lnTo>
                <a:lnTo>
                  <a:pt x="567" y="140"/>
                </a:lnTo>
                <a:lnTo>
                  <a:pt x="568" y="141"/>
                </a:lnTo>
                <a:lnTo>
                  <a:pt x="569" y="142"/>
                </a:lnTo>
                <a:lnTo>
                  <a:pt x="571" y="142"/>
                </a:lnTo>
                <a:lnTo>
                  <a:pt x="574" y="142"/>
                </a:lnTo>
                <a:lnTo>
                  <a:pt x="574" y="141"/>
                </a:lnTo>
                <a:lnTo>
                  <a:pt x="574" y="142"/>
                </a:lnTo>
                <a:lnTo>
                  <a:pt x="575" y="142"/>
                </a:lnTo>
                <a:lnTo>
                  <a:pt x="574" y="142"/>
                </a:lnTo>
                <a:lnTo>
                  <a:pt x="574" y="143"/>
                </a:lnTo>
                <a:lnTo>
                  <a:pt x="575" y="144"/>
                </a:lnTo>
                <a:lnTo>
                  <a:pt x="575" y="145"/>
                </a:lnTo>
                <a:lnTo>
                  <a:pt x="576" y="146"/>
                </a:lnTo>
                <a:lnTo>
                  <a:pt x="577" y="146"/>
                </a:lnTo>
                <a:lnTo>
                  <a:pt x="578" y="147"/>
                </a:lnTo>
                <a:lnTo>
                  <a:pt x="580" y="147"/>
                </a:lnTo>
                <a:lnTo>
                  <a:pt x="582" y="147"/>
                </a:lnTo>
                <a:lnTo>
                  <a:pt x="583" y="146"/>
                </a:lnTo>
                <a:lnTo>
                  <a:pt x="584" y="146"/>
                </a:lnTo>
                <a:lnTo>
                  <a:pt x="585" y="145"/>
                </a:lnTo>
                <a:lnTo>
                  <a:pt x="587" y="143"/>
                </a:lnTo>
                <a:lnTo>
                  <a:pt x="588" y="143"/>
                </a:lnTo>
                <a:lnTo>
                  <a:pt x="590" y="143"/>
                </a:lnTo>
                <a:lnTo>
                  <a:pt x="591" y="144"/>
                </a:lnTo>
                <a:lnTo>
                  <a:pt x="592" y="146"/>
                </a:lnTo>
                <a:lnTo>
                  <a:pt x="592" y="147"/>
                </a:lnTo>
                <a:lnTo>
                  <a:pt x="593" y="148"/>
                </a:lnTo>
                <a:lnTo>
                  <a:pt x="594" y="151"/>
                </a:lnTo>
                <a:lnTo>
                  <a:pt x="594" y="152"/>
                </a:lnTo>
                <a:lnTo>
                  <a:pt x="596" y="152"/>
                </a:lnTo>
                <a:lnTo>
                  <a:pt x="597" y="152"/>
                </a:lnTo>
                <a:lnTo>
                  <a:pt x="597" y="153"/>
                </a:lnTo>
                <a:lnTo>
                  <a:pt x="597" y="154"/>
                </a:lnTo>
                <a:lnTo>
                  <a:pt x="597" y="155"/>
                </a:lnTo>
                <a:lnTo>
                  <a:pt x="598" y="155"/>
                </a:lnTo>
                <a:lnTo>
                  <a:pt x="598" y="154"/>
                </a:lnTo>
                <a:lnTo>
                  <a:pt x="599" y="154"/>
                </a:lnTo>
                <a:lnTo>
                  <a:pt x="599" y="155"/>
                </a:lnTo>
                <a:lnTo>
                  <a:pt x="600" y="156"/>
                </a:lnTo>
                <a:lnTo>
                  <a:pt x="601" y="156"/>
                </a:lnTo>
                <a:lnTo>
                  <a:pt x="602" y="156"/>
                </a:lnTo>
                <a:lnTo>
                  <a:pt x="603" y="156"/>
                </a:lnTo>
                <a:lnTo>
                  <a:pt x="603" y="155"/>
                </a:lnTo>
                <a:lnTo>
                  <a:pt x="604" y="154"/>
                </a:lnTo>
                <a:lnTo>
                  <a:pt x="604" y="153"/>
                </a:lnTo>
                <a:lnTo>
                  <a:pt x="604" y="152"/>
                </a:lnTo>
                <a:lnTo>
                  <a:pt x="605" y="152"/>
                </a:lnTo>
                <a:lnTo>
                  <a:pt x="605" y="151"/>
                </a:lnTo>
                <a:lnTo>
                  <a:pt x="606" y="151"/>
                </a:lnTo>
                <a:lnTo>
                  <a:pt x="607" y="151"/>
                </a:lnTo>
                <a:lnTo>
                  <a:pt x="609" y="151"/>
                </a:lnTo>
                <a:lnTo>
                  <a:pt x="610" y="152"/>
                </a:lnTo>
                <a:lnTo>
                  <a:pt x="610" y="154"/>
                </a:lnTo>
                <a:lnTo>
                  <a:pt x="610" y="155"/>
                </a:lnTo>
                <a:lnTo>
                  <a:pt x="610" y="156"/>
                </a:lnTo>
                <a:lnTo>
                  <a:pt x="610" y="157"/>
                </a:lnTo>
                <a:lnTo>
                  <a:pt x="610" y="158"/>
                </a:lnTo>
                <a:lnTo>
                  <a:pt x="611" y="158"/>
                </a:lnTo>
                <a:lnTo>
                  <a:pt x="612" y="159"/>
                </a:lnTo>
                <a:lnTo>
                  <a:pt x="613" y="159"/>
                </a:lnTo>
                <a:lnTo>
                  <a:pt x="613" y="161"/>
                </a:lnTo>
                <a:lnTo>
                  <a:pt x="613" y="162"/>
                </a:lnTo>
                <a:lnTo>
                  <a:pt x="614" y="162"/>
                </a:lnTo>
                <a:lnTo>
                  <a:pt x="615" y="162"/>
                </a:lnTo>
                <a:lnTo>
                  <a:pt x="617" y="162"/>
                </a:lnTo>
                <a:lnTo>
                  <a:pt x="617" y="163"/>
                </a:lnTo>
                <a:lnTo>
                  <a:pt x="618" y="164"/>
                </a:lnTo>
                <a:lnTo>
                  <a:pt x="619" y="165"/>
                </a:lnTo>
                <a:lnTo>
                  <a:pt x="620" y="165"/>
                </a:lnTo>
                <a:lnTo>
                  <a:pt x="620" y="166"/>
                </a:lnTo>
                <a:lnTo>
                  <a:pt x="621" y="166"/>
                </a:lnTo>
                <a:lnTo>
                  <a:pt x="621" y="165"/>
                </a:lnTo>
                <a:lnTo>
                  <a:pt x="621" y="164"/>
                </a:lnTo>
                <a:lnTo>
                  <a:pt x="622" y="164"/>
                </a:lnTo>
                <a:lnTo>
                  <a:pt x="622" y="165"/>
                </a:lnTo>
                <a:lnTo>
                  <a:pt x="622" y="166"/>
                </a:lnTo>
                <a:lnTo>
                  <a:pt x="623" y="167"/>
                </a:lnTo>
                <a:lnTo>
                  <a:pt x="624" y="168"/>
                </a:lnTo>
                <a:lnTo>
                  <a:pt x="626" y="170"/>
                </a:lnTo>
                <a:lnTo>
                  <a:pt x="627" y="170"/>
                </a:lnTo>
                <a:lnTo>
                  <a:pt x="627" y="169"/>
                </a:lnTo>
                <a:lnTo>
                  <a:pt x="628" y="168"/>
                </a:lnTo>
                <a:lnTo>
                  <a:pt x="627" y="167"/>
                </a:lnTo>
                <a:lnTo>
                  <a:pt x="627" y="168"/>
                </a:lnTo>
                <a:lnTo>
                  <a:pt x="625" y="168"/>
                </a:lnTo>
                <a:lnTo>
                  <a:pt x="625" y="167"/>
                </a:lnTo>
                <a:lnTo>
                  <a:pt x="626" y="167"/>
                </a:lnTo>
                <a:lnTo>
                  <a:pt x="627" y="166"/>
                </a:lnTo>
                <a:lnTo>
                  <a:pt x="627" y="165"/>
                </a:lnTo>
                <a:lnTo>
                  <a:pt x="626" y="164"/>
                </a:lnTo>
                <a:lnTo>
                  <a:pt x="625" y="165"/>
                </a:lnTo>
                <a:lnTo>
                  <a:pt x="624" y="164"/>
                </a:lnTo>
                <a:lnTo>
                  <a:pt x="624" y="163"/>
                </a:lnTo>
                <a:lnTo>
                  <a:pt x="625" y="162"/>
                </a:lnTo>
                <a:lnTo>
                  <a:pt x="627" y="162"/>
                </a:lnTo>
                <a:lnTo>
                  <a:pt x="628" y="163"/>
                </a:lnTo>
                <a:lnTo>
                  <a:pt x="629" y="163"/>
                </a:lnTo>
                <a:lnTo>
                  <a:pt x="630" y="165"/>
                </a:lnTo>
                <a:lnTo>
                  <a:pt x="630" y="166"/>
                </a:lnTo>
                <a:lnTo>
                  <a:pt x="629" y="167"/>
                </a:lnTo>
                <a:lnTo>
                  <a:pt x="629" y="168"/>
                </a:lnTo>
                <a:lnTo>
                  <a:pt x="630" y="167"/>
                </a:lnTo>
                <a:lnTo>
                  <a:pt x="631" y="167"/>
                </a:lnTo>
                <a:lnTo>
                  <a:pt x="631" y="166"/>
                </a:lnTo>
                <a:lnTo>
                  <a:pt x="632" y="166"/>
                </a:lnTo>
                <a:lnTo>
                  <a:pt x="633" y="166"/>
                </a:lnTo>
                <a:lnTo>
                  <a:pt x="634" y="166"/>
                </a:lnTo>
                <a:lnTo>
                  <a:pt x="634" y="167"/>
                </a:lnTo>
                <a:lnTo>
                  <a:pt x="634" y="168"/>
                </a:lnTo>
                <a:lnTo>
                  <a:pt x="635" y="168"/>
                </a:lnTo>
                <a:lnTo>
                  <a:pt x="635" y="167"/>
                </a:lnTo>
                <a:lnTo>
                  <a:pt x="635" y="166"/>
                </a:lnTo>
                <a:lnTo>
                  <a:pt x="636" y="166"/>
                </a:lnTo>
                <a:lnTo>
                  <a:pt x="637" y="167"/>
                </a:lnTo>
                <a:lnTo>
                  <a:pt x="638" y="167"/>
                </a:lnTo>
                <a:lnTo>
                  <a:pt x="638" y="166"/>
                </a:lnTo>
                <a:lnTo>
                  <a:pt x="638" y="167"/>
                </a:lnTo>
                <a:lnTo>
                  <a:pt x="638" y="168"/>
                </a:lnTo>
                <a:lnTo>
                  <a:pt x="639" y="168"/>
                </a:lnTo>
                <a:lnTo>
                  <a:pt x="640" y="169"/>
                </a:lnTo>
                <a:lnTo>
                  <a:pt x="640" y="170"/>
                </a:lnTo>
                <a:lnTo>
                  <a:pt x="641" y="170"/>
                </a:lnTo>
                <a:lnTo>
                  <a:pt x="642" y="170"/>
                </a:lnTo>
                <a:lnTo>
                  <a:pt x="643" y="170"/>
                </a:lnTo>
                <a:lnTo>
                  <a:pt x="643" y="171"/>
                </a:lnTo>
                <a:lnTo>
                  <a:pt x="643" y="172"/>
                </a:lnTo>
                <a:lnTo>
                  <a:pt x="644" y="172"/>
                </a:lnTo>
                <a:lnTo>
                  <a:pt x="645" y="172"/>
                </a:lnTo>
                <a:lnTo>
                  <a:pt x="648" y="173"/>
                </a:lnTo>
                <a:lnTo>
                  <a:pt x="648" y="174"/>
                </a:lnTo>
                <a:lnTo>
                  <a:pt x="649" y="174"/>
                </a:lnTo>
                <a:lnTo>
                  <a:pt x="651" y="176"/>
                </a:lnTo>
                <a:lnTo>
                  <a:pt x="652" y="177"/>
                </a:lnTo>
                <a:lnTo>
                  <a:pt x="653" y="177"/>
                </a:lnTo>
                <a:lnTo>
                  <a:pt x="653" y="178"/>
                </a:lnTo>
                <a:lnTo>
                  <a:pt x="654" y="178"/>
                </a:lnTo>
                <a:lnTo>
                  <a:pt x="656" y="178"/>
                </a:lnTo>
                <a:lnTo>
                  <a:pt x="656" y="176"/>
                </a:lnTo>
                <a:lnTo>
                  <a:pt x="657" y="175"/>
                </a:lnTo>
                <a:lnTo>
                  <a:pt x="657" y="174"/>
                </a:lnTo>
                <a:lnTo>
                  <a:pt x="658" y="173"/>
                </a:lnTo>
                <a:lnTo>
                  <a:pt x="659" y="173"/>
                </a:lnTo>
                <a:lnTo>
                  <a:pt x="660" y="173"/>
                </a:lnTo>
                <a:lnTo>
                  <a:pt x="660" y="172"/>
                </a:lnTo>
                <a:lnTo>
                  <a:pt x="660" y="171"/>
                </a:lnTo>
                <a:lnTo>
                  <a:pt x="661" y="170"/>
                </a:lnTo>
                <a:lnTo>
                  <a:pt x="661" y="169"/>
                </a:lnTo>
                <a:lnTo>
                  <a:pt x="662" y="169"/>
                </a:lnTo>
                <a:lnTo>
                  <a:pt x="663" y="169"/>
                </a:lnTo>
                <a:lnTo>
                  <a:pt x="664" y="169"/>
                </a:lnTo>
                <a:lnTo>
                  <a:pt x="666" y="169"/>
                </a:lnTo>
                <a:lnTo>
                  <a:pt x="666" y="168"/>
                </a:lnTo>
                <a:lnTo>
                  <a:pt x="668" y="168"/>
                </a:lnTo>
                <a:lnTo>
                  <a:pt x="670" y="169"/>
                </a:lnTo>
                <a:lnTo>
                  <a:pt x="671" y="170"/>
                </a:lnTo>
                <a:lnTo>
                  <a:pt x="671" y="171"/>
                </a:lnTo>
                <a:lnTo>
                  <a:pt x="672" y="171"/>
                </a:lnTo>
                <a:lnTo>
                  <a:pt x="673" y="171"/>
                </a:lnTo>
                <a:lnTo>
                  <a:pt x="674" y="172"/>
                </a:lnTo>
                <a:lnTo>
                  <a:pt x="675" y="172"/>
                </a:lnTo>
                <a:lnTo>
                  <a:pt x="675" y="173"/>
                </a:lnTo>
                <a:lnTo>
                  <a:pt x="676" y="173"/>
                </a:lnTo>
                <a:lnTo>
                  <a:pt x="677" y="173"/>
                </a:lnTo>
                <a:lnTo>
                  <a:pt x="677" y="172"/>
                </a:lnTo>
                <a:lnTo>
                  <a:pt x="676" y="172"/>
                </a:lnTo>
                <a:lnTo>
                  <a:pt x="676" y="171"/>
                </a:lnTo>
                <a:lnTo>
                  <a:pt x="676" y="170"/>
                </a:lnTo>
                <a:lnTo>
                  <a:pt x="678" y="168"/>
                </a:lnTo>
                <a:lnTo>
                  <a:pt x="678" y="167"/>
                </a:lnTo>
                <a:lnTo>
                  <a:pt x="679" y="167"/>
                </a:lnTo>
                <a:lnTo>
                  <a:pt x="680" y="167"/>
                </a:lnTo>
                <a:lnTo>
                  <a:pt x="680" y="166"/>
                </a:lnTo>
                <a:lnTo>
                  <a:pt x="680" y="165"/>
                </a:lnTo>
                <a:lnTo>
                  <a:pt x="681" y="165"/>
                </a:lnTo>
                <a:lnTo>
                  <a:pt x="682" y="165"/>
                </a:lnTo>
                <a:lnTo>
                  <a:pt x="683" y="165"/>
                </a:lnTo>
                <a:lnTo>
                  <a:pt x="683" y="166"/>
                </a:lnTo>
                <a:lnTo>
                  <a:pt x="684" y="166"/>
                </a:lnTo>
                <a:lnTo>
                  <a:pt x="684" y="165"/>
                </a:lnTo>
                <a:lnTo>
                  <a:pt x="685" y="165"/>
                </a:lnTo>
                <a:lnTo>
                  <a:pt x="685" y="164"/>
                </a:lnTo>
                <a:lnTo>
                  <a:pt x="687" y="164"/>
                </a:lnTo>
                <a:lnTo>
                  <a:pt x="688" y="164"/>
                </a:lnTo>
                <a:lnTo>
                  <a:pt x="689" y="164"/>
                </a:lnTo>
                <a:lnTo>
                  <a:pt x="690" y="165"/>
                </a:lnTo>
                <a:lnTo>
                  <a:pt x="690" y="164"/>
                </a:lnTo>
                <a:lnTo>
                  <a:pt x="691" y="164"/>
                </a:lnTo>
                <a:lnTo>
                  <a:pt x="691" y="163"/>
                </a:lnTo>
                <a:lnTo>
                  <a:pt x="692" y="162"/>
                </a:lnTo>
                <a:lnTo>
                  <a:pt x="692" y="161"/>
                </a:lnTo>
                <a:lnTo>
                  <a:pt x="692" y="160"/>
                </a:lnTo>
                <a:lnTo>
                  <a:pt x="692" y="159"/>
                </a:lnTo>
                <a:lnTo>
                  <a:pt x="693" y="159"/>
                </a:lnTo>
                <a:lnTo>
                  <a:pt x="694" y="160"/>
                </a:lnTo>
                <a:lnTo>
                  <a:pt x="695" y="160"/>
                </a:lnTo>
                <a:lnTo>
                  <a:pt x="696" y="160"/>
                </a:lnTo>
                <a:lnTo>
                  <a:pt x="697" y="161"/>
                </a:lnTo>
                <a:lnTo>
                  <a:pt x="698" y="162"/>
                </a:lnTo>
                <a:lnTo>
                  <a:pt x="698" y="163"/>
                </a:lnTo>
                <a:lnTo>
                  <a:pt x="699" y="163"/>
                </a:lnTo>
                <a:lnTo>
                  <a:pt x="700" y="163"/>
                </a:lnTo>
                <a:lnTo>
                  <a:pt x="700" y="162"/>
                </a:lnTo>
                <a:lnTo>
                  <a:pt x="701" y="162"/>
                </a:lnTo>
                <a:lnTo>
                  <a:pt x="703" y="162"/>
                </a:lnTo>
                <a:lnTo>
                  <a:pt x="704" y="163"/>
                </a:lnTo>
                <a:lnTo>
                  <a:pt x="706" y="164"/>
                </a:lnTo>
                <a:lnTo>
                  <a:pt x="707" y="165"/>
                </a:lnTo>
                <a:lnTo>
                  <a:pt x="708" y="165"/>
                </a:lnTo>
                <a:lnTo>
                  <a:pt x="709" y="165"/>
                </a:lnTo>
                <a:lnTo>
                  <a:pt x="709" y="164"/>
                </a:lnTo>
                <a:lnTo>
                  <a:pt x="711" y="164"/>
                </a:lnTo>
                <a:lnTo>
                  <a:pt x="712" y="164"/>
                </a:lnTo>
                <a:lnTo>
                  <a:pt x="712" y="165"/>
                </a:lnTo>
                <a:lnTo>
                  <a:pt x="713" y="166"/>
                </a:lnTo>
                <a:lnTo>
                  <a:pt x="713" y="165"/>
                </a:lnTo>
                <a:lnTo>
                  <a:pt x="714" y="165"/>
                </a:lnTo>
                <a:lnTo>
                  <a:pt x="715" y="165"/>
                </a:lnTo>
                <a:lnTo>
                  <a:pt x="716" y="166"/>
                </a:lnTo>
                <a:lnTo>
                  <a:pt x="717" y="167"/>
                </a:lnTo>
                <a:lnTo>
                  <a:pt x="718" y="167"/>
                </a:lnTo>
                <a:lnTo>
                  <a:pt x="719" y="167"/>
                </a:lnTo>
                <a:lnTo>
                  <a:pt x="720" y="167"/>
                </a:lnTo>
                <a:lnTo>
                  <a:pt x="721" y="168"/>
                </a:lnTo>
                <a:lnTo>
                  <a:pt x="721" y="167"/>
                </a:lnTo>
                <a:lnTo>
                  <a:pt x="722" y="167"/>
                </a:lnTo>
                <a:lnTo>
                  <a:pt x="722" y="166"/>
                </a:lnTo>
                <a:lnTo>
                  <a:pt x="722" y="165"/>
                </a:lnTo>
                <a:lnTo>
                  <a:pt x="723" y="165"/>
                </a:lnTo>
                <a:lnTo>
                  <a:pt x="724" y="164"/>
                </a:lnTo>
                <a:lnTo>
                  <a:pt x="725" y="164"/>
                </a:lnTo>
                <a:lnTo>
                  <a:pt x="725" y="165"/>
                </a:lnTo>
                <a:lnTo>
                  <a:pt x="725" y="166"/>
                </a:lnTo>
                <a:lnTo>
                  <a:pt x="725" y="167"/>
                </a:lnTo>
                <a:lnTo>
                  <a:pt x="725" y="168"/>
                </a:lnTo>
                <a:lnTo>
                  <a:pt x="726" y="168"/>
                </a:lnTo>
                <a:lnTo>
                  <a:pt x="728" y="169"/>
                </a:lnTo>
                <a:lnTo>
                  <a:pt x="729" y="169"/>
                </a:lnTo>
                <a:lnTo>
                  <a:pt x="730" y="169"/>
                </a:lnTo>
                <a:lnTo>
                  <a:pt x="731" y="168"/>
                </a:lnTo>
                <a:lnTo>
                  <a:pt x="732" y="168"/>
                </a:lnTo>
                <a:lnTo>
                  <a:pt x="731" y="168"/>
                </a:lnTo>
                <a:lnTo>
                  <a:pt x="731" y="167"/>
                </a:lnTo>
                <a:lnTo>
                  <a:pt x="732" y="166"/>
                </a:lnTo>
                <a:lnTo>
                  <a:pt x="732" y="165"/>
                </a:lnTo>
                <a:lnTo>
                  <a:pt x="732" y="166"/>
                </a:lnTo>
                <a:lnTo>
                  <a:pt x="733" y="166"/>
                </a:lnTo>
                <a:lnTo>
                  <a:pt x="735" y="166"/>
                </a:lnTo>
                <a:lnTo>
                  <a:pt x="735" y="165"/>
                </a:lnTo>
                <a:lnTo>
                  <a:pt x="736" y="164"/>
                </a:lnTo>
                <a:lnTo>
                  <a:pt x="737" y="163"/>
                </a:lnTo>
                <a:lnTo>
                  <a:pt x="738" y="163"/>
                </a:lnTo>
                <a:lnTo>
                  <a:pt x="738" y="162"/>
                </a:lnTo>
                <a:lnTo>
                  <a:pt x="739" y="163"/>
                </a:lnTo>
                <a:lnTo>
                  <a:pt x="740" y="162"/>
                </a:lnTo>
                <a:lnTo>
                  <a:pt x="742" y="161"/>
                </a:lnTo>
                <a:lnTo>
                  <a:pt x="743" y="161"/>
                </a:lnTo>
                <a:lnTo>
                  <a:pt x="743" y="160"/>
                </a:lnTo>
                <a:lnTo>
                  <a:pt x="744" y="159"/>
                </a:lnTo>
                <a:lnTo>
                  <a:pt x="745" y="159"/>
                </a:lnTo>
                <a:lnTo>
                  <a:pt x="746" y="158"/>
                </a:lnTo>
                <a:lnTo>
                  <a:pt x="746" y="157"/>
                </a:lnTo>
                <a:lnTo>
                  <a:pt x="747" y="157"/>
                </a:lnTo>
                <a:lnTo>
                  <a:pt x="747" y="156"/>
                </a:lnTo>
                <a:lnTo>
                  <a:pt x="748" y="156"/>
                </a:lnTo>
                <a:lnTo>
                  <a:pt x="748" y="157"/>
                </a:lnTo>
                <a:lnTo>
                  <a:pt x="749" y="159"/>
                </a:lnTo>
                <a:lnTo>
                  <a:pt x="749" y="160"/>
                </a:lnTo>
                <a:lnTo>
                  <a:pt x="750" y="160"/>
                </a:lnTo>
                <a:lnTo>
                  <a:pt x="751" y="160"/>
                </a:lnTo>
                <a:lnTo>
                  <a:pt x="751" y="159"/>
                </a:lnTo>
                <a:lnTo>
                  <a:pt x="751" y="158"/>
                </a:lnTo>
                <a:lnTo>
                  <a:pt x="751" y="157"/>
                </a:lnTo>
                <a:lnTo>
                  <a:pt x="753" y="156"/>
                </a:lnTo>
                <a:lnTo>
                  <a:pt x="754" y="156"/>
                </a:lnTo>
                <a:lnTo>
                  <a:pt x="755" y="157"/>
                </a:lnTo>
                <a:lnTo>
                  <a:pt x="757" y="157"/>
                </a:lnTo>
                <a:lnTo>
                  <a:pt x="758" y="158"/>
                </a:lnTo>
                <a:lnTo>
                  <a:pt x="759" y="158"/>
                </a:lnTo>
                <a:lnTo>
                  <a:pt x="760" y="158"/>
                </a:lnTo>
                <a:lnTo>
                  <a:pt x="762" y="158"/>
                </a:lnTo>
                <a:lnTo>
                  <a:pt x="762" y="157"/>
                </a:lnTo>
                <a:lnTo>
                  <a:pt x="761" y="157"/>
                </a:lnTo>
                <a:lnTo>
                  <a:pt x="762" y="157"/>
                </a:lnTo>
                <a:lnTo>
                  <a:pt x="762" y="156"/>
                </a:lnTo>
                <a:lnTo>
                  <a:pt x="763" y="156"/>
                </a:lnTo>
                <a:lnTo>
                  <a:pt x="764" y="156"/>
                </a:lnTo>
                <a:lnTo>
                  <a:pt x="764" y="157"/>
                </a:lnTo>
                <a:lnTo>
                  <a:pt x="764" y="158"/>
                </a:lnTo>
                <a:lnTo>
                  <a:pt x="764" y="159"/>
                </a:lnTo>
                <a:lnTo>
                  <a:pt x="764" y="160"/>
                </a:lnTo>
                <a:lnTo>
                  <a:pt x="765" y="160"/>
                </a:lnTo>
                <a:lnTo>
                  <a:pt x="766" y="160"/>
                </a:lnTo>
                <a:lnTo>
                  <a:pt x="767" y="161"/>
                </a:lnTo>
                <a:lnTo>
                  <a:pt x="768" y="161"/>
                </a:lnTo>
                <a:lnTo>
                  <a:pt x="768" y="160"/>
                </a:lnTo>
                <a:lnTo>
                  <a:pt x="768" y="159"/>
                </a:lnTo>
                <a:lnTo>
                  <a:pt x="768" y="158"/>
                </a:lnTo>
                <a:lnTo>
                  <a:pt x="769" y="156"/>
                </a:lnTo>
                <a:lnTo>
                  <a:pt x="768" y="154"/>
                </a:lnTo>
                <a:lnTo>
                  <a:pt x="768" y="153"/>
                </a:lnTo>
                <a:lnTo>
                  <a:pt x="768" y="152"/>
                </a:lnTo>
                <a:lnTo>
                  <a:pt x="768" y="151"/>
                </a:lnTo>
                <a:lnTo>
                  <a:pt x="769" y="150"/>
                </a:lnTo>
                <a:lnTo>
                  <a:pt x="770" y="150"/>
                </a:lnTo>
                <a:lnTo>
                  <a:pt x="771" y="150"/>
                </a:lnTo>
                <a:lnTo>
                  <a:pt x="772" y="150"/>
                </a:lnTo>
                <a:lnTo>
                  <a:pt x="772" y="149"/>
                </a:lnTo>
                <a:lnTo>
                  <a:pt x="773" y="149"/>
                </a:lnTo>
                <a:lnTo>
                  <a:pt x="774" y="148"/>
                </a:lnTo>
                <a:lnTo>
                  <a:pt x="775" y="149"/>
                </a:lnTo>
                <a:lnTo>
                  <a:pt x="776" y="149"/>
                </a:lnTo>
                <a:lnTo>
                  <a:pt x="777" y="149"/>
                </a:lnTo>
                <a:lnTo>
                  <a:pt x="778" y="150"/>
                </a:lnTo>
                <a:lnTo>
                  <a:pt x="779" y="150"/>
                </a:lnTo>
                <a:lnTo>
                  <a:pt x="779" y="151"/>
                </a:lnTo>
                <a:lnTo>
                  <a:pt x="779" y="152"/>
                </a:lnTo>
                <a:lnTo>
                  <a:pt x="780" y="153"/>
                </a:lnTo>
                <a:lnTo>
                  <a:pt x="781" y="153"/>
                </a:lnTo>
                <a:lnTo>
                  <a:pt x="783" y="154"/>
                </a:lnTo>
                <a:lnTo>
                  <a:pt x="784" y="154"/>
                </a:lnTo>
                <a:lnTo>
                  <a:pt x="784" y="153"/>
                </a:lnTo>
                <a:lnTo>
                  <a:pt x="785" y="153"/>
                </a:lnTo>
                <a:lnTo>
                  <a:pt x="786" y="153"/>
                </a:lnTo>
                <a:lnTo>
                  <a:pt x="788" y="153"/>
                </a:lnTo>
                <a:lnTo>
                  <a:pt x="789" y="154"/>
                </a:lnTo>
                <a:lnTo>
                  <a:pt x="789" y="155"/>
                </a:lnTo>
                <a:lnTo>
                  <a:pt x="789" y="156"/>
                </a:lnTo>
                <a:lnTo>
                  <a:pt x="789" y="157"/>
                </a:lnTo>
                <a:lnTo>
                  <a:pt x="790" y="157"/>
                </a:lnTo>
                <a:lnTo>
                  <a:pt x="791" y="157"/>
                </a:lnTo>
                <a:lnTo>
                  <a:pt x="794" y="156"/>
                </a:lnTo>
                <a:lnTo>
                  <a:pt x="795" y="156"/>
                </a:lnTo>
                <a:lnTo>
                  <a:pt x="796" y="156"/>
                </a:lnTo>
                <a:lnTo>
                  <a:pt x="796" y="155"/>
                </a:lnTo>
                <a:lnTo>
                  <a:pt x="796" y="154"/>
                </a:lnTo>
                <a:lnTo>
                  <a:pt x="796" y="153"/>
                </a:lnTo>
                <a:lnTo>
                  <a:pt x="796" y="152"/>
                </a:lnTo>
                <a:lnTo>
                  <a:pt x="797" y="151"/>
                </a:lnTo>
                <a:lnTo>
                  <a:pt x="796" y="150"/>
                </a:lnTo>
                <a:lnTo>
                  <a:pt x="796" y="149"/>
                </a:lnTo>
                <a:lnTo>
                  <a:pt x="797" y="149"/>
                </a:lnTo>
                <a:lnTo>
                  <a:pt x="797" y="148"/>
                </a:lnTo>
                <a:lnTo>
                  <a:pt x="797" y="147"/>
                </a:lnTo>
                <a:lnTo>
                  <a:pt x="798" y="147"/>
                </a:lnTo>
                <a:lnTo>
                  <a:pt x="799" y="147"/>
                </a:lnTo>
                <a:lnTo>
                  <a:pt x="800" y="147"/>
                </a:lnTo>
                <a:lnTo>
                  <a:pt x="801" y="147"/>
                </a:lnTo>
                <a:lnTo>
                  <a:pt x="801" y="146"/>
                </a:lnTo>
                <a:lnTo>
                  <a:pt x="803" y="144"/>
                </a:lnTo>
                <a:lnTo>
                  <a:pt x="804" y="144"/>
                </a:lnTo>
                <a:lnTo>
                  <a:pt x="805" y="144"/>
                </a:lnTo>
                <a:lnTo>
                  <a:pt x="805" y="145"/>
                </a:lnTo>
                <a:lnTo>
                  <a:pt x="807" y="145"/>
                </a:lnTo>
                <a:lnTo>
                  <a:pt x="808" y="146"/>
                </a:lnTo>
                <a:lnTo>
                  <a:pt x="808" y="147"/>
                </a:lnTo>
                <a:lnTo>
                  <a:pt x="809" y="149"/>
                </a:lnTo>
                <a:lnTo>
                  <a:pt x="810" y="149"/>
                </a:lnTo>
                <a:lnTo>
                  <a:pt x="812" y="151"/>
                </a:lnTo>
                <a:lnTo>
                  <a:pt x="813" y="152"/>
                </a:lnTo>
                <a:lnTo>
                  <a:pt x="814" y="152"/>
                </a:lnTo>
                <a:lnTo>
                  <a:pt x="815" y="153"/>
                </a:lnTo>
                <a:lnTo>
                  <a:pt x="816" y="153"/>
                </a:lnTo>
                <a:lnTo>
                  <a:pt x="816" y="154"/>
                </a:lnTo>
                <a:lnTo>
                  <a:pt x="817" y="154"/>
                </a:lnTo>
                <a:lnTo>
                  <a:pt x="817" y="155"/>
                </a:lnTo>
                <a:lnTo>
                  <a:pt x="818" y="155"/>
                </a:lnTo>
                <a:lnTo>
                  <a:pt x="819" y="155"/>
                </a:lnTo>
                <a:lnTo>
                  <a:pt x="820" y="156"/>
                </a:lnTo>
                <a:lnTo>
                  <a:pt x="820" y="157"/>
                </a:lnTo>
                <a:lnTo>
                  <a:pt x="820" y="158"/>
                </a:lnTo>
                <a:lnTo>
                  <a:pt x="821" y="159"/>
                </a:lnTo>
                <a:lnTo>
                  <a:pt x="822" y="160"/>
                </a:lnTo>
                <a:lnTo>
                  <a:pt x="823" y="160"/>
                </a:lnTo>
                <a:lnTo>
                  <a:pt x="824" y="160"/>
                </a:lnTo>
                <a:lnTo>
                  <a:pt x="825" y="160"/>
                </a:lnTo>
                <a:lnTo>
                  <a:pt x="826" y="161"/>
                </a:lnTo>
                <a:lnTo>
                  <a:pt x="827" y="161"/>
                </a:lnTo>
                <a:lnTo>
                  <a:pt x="827" y="162"/>
                </a:lnTo>
                <a:lnTo>
                  <a:pt x="826" y="163"/>
                </a:lnTo>
                <a:lnTo>
                  <a:pt x="825" y="164"/>
                </a:lnTo>
                <a:lnTo>
                  <a:pt x="824" y="164"/>
                </a:lnTo>
                <a:lnTo>
                  <a:pt x="824" y="166"/>
                </a:lnTo>
                <a:lnTo>
                  <a:pt x="825" y="166"/>
                </a:lnTo>
                <a:lnTo>
                  <a:pt x="826" y="166"/>
                </a:lnTo>
                <a:lnTo>
                  <a:pt x="827" y="166"/>
                </a:lnTo>
                <a:lnTo>
                  <a:pt x="828" y="167"/>
                </a:lnTo>
                <a:lnTo>
                  <a:pt x="829" y="169"/>
                </a:lnTo>
                <a:lnTo>
                  <a:pt x="830" y="170"/>
                </a:lnTo>
                <a:lnTo>
                  <a:pt x="831" y="170"/>
                </a:lnTo>
                <a:lnTo>
                  <a:pt x="832" y="171"/>
                </a:lnTo>
                <a:lnTo>
                  <a:pt x="832" y="170"/>
                </a:lnTo>
                <a:lnTo>
                  <a:pt x="833" y="170"/>
                </a:lnTo>
                <a:lnTo>
                  <a:pt x="834" y="170"/>
                </a:lnTo>
                <a:lnTo>
                  <a:pt x="834" y="169"/>
                </a:lnTo>
                <a:lnTo>
                  <a:pt x="835" y="170"/>
                </a:lnTo>
                <a:lnTo>
                  <a:pt x="836" y="170"/>
                </a:lnTo>
                <a:lnTo>
                  <a:pt x="837" y="170"/>
                </a:lnTo>
                <a:lnTo>
                  <a:pt x="839" y="171"/>
                </a:lnTo>
                <a:lnTo>
                  <a:pt x="838" y="172"/>
                </a:lnTo>
                <a:lnTo>
                  <a:pt x="839" y="173"/>
                </a:lnTo>
                <a:lnTo>
                  <a:pt x="840" y="173"/>
                </a:lnTo>
                <a:lnTo>
                  <a:pt x="841" y="173"/>
                </a:lnTo>
                <a:lnTo>
                  <a:pt x="842" y="173"/>
                </a:lnTo>
                <a:lnTo>
                  <a:pt x="842" y="174"/>
                </a:lnTo>
                <a:lnTo>
                  <a:pt x="843" y="175"/>
                </a:lnTo>
                <a:lnTo>
                  <a:pt x="844" y="175"/>
                </a:lnTo>
                <a:lnTo>
                  <a:pt x="846" y="173"/>
                </a:lnTo>
                <a:lnTo>
                  <a:pt x="847" y="172"/>
                </a:lnTo>
                <a:lnTo>
                  <a:pt x="848" y="170"/>
                </a:lnTo>
                <a:lnTo>
                  <a:pt x="849" y="170"/>
                </a:lnTo>
                <a:lnTo>
                  <a:pt x="850" y="170"/>
                </a:lnTo>
                <a:lnTo>
                  <a:pt x="850" y="169"/>
                </a:lnTo>
                <a:lnTo>
                  <a:pt x="850" y="168"/>
                </a:lnTo>
                <a:lnTo>
                  <a:pt x="851" y="168"/>
                </a:lnTo>
                <a:lnTo>
                  <a:pt x="852" y="168"/>
                </a:lnTo>
                <a:lnTo>
                  <a:pt x="854" y="167"/>
                </a:lnTo>
                <a:lnTo>
                  <a:pt x="854" y="166"/>
                </a:lnTo>
                <a:lnTo>
                  <a:pt x="855" y="166"/>
                </a:lnTo>
                <a:lnTo>
                  <a:pt x="857" y="164"/>
                </a:lnTo>
                <a:lnTo>
                  <a:pt x="858" y="164"/>
                </a:lnTo>
                <a:lnTo>
                  <a:pt x="859" y="162"/>
                </a:lnTo>
                <a:lnTo>
                  <a:pt x="860" y="162"/>
                </a:lnTo>
                <a:lnTo>
                  <a:pt x="860" y="161"/>
                </a:lnTo>
                <a:lnTo>
                  <a:pt x="861" y="161"/>
                </a:lnTo>
                <a:lnTo>
                  <a:pt x="862" y="161"/>
                </a:lnTo>
                <a:lnTo>
                  <a:pt x="863" y="161"/>
                </a:lnTo>
                <a:lnTo>
                  <a:pt x="864" y="161"/>
                </a:lnTo>
                <a:lnTo>
                  <a:pt x="864" y="163"/>
                </a:lnTo>
                <a:lnTo>
                  <a:pt x="864" y="165"/>
                </a:lnTo>
                <a:lnTo>
                  <a:pt x="864" y="166"/>
                </a:lnTo>
                <a:lnTo>
                  <a:pt x="867" y="166"/>
                </a:lnTo>
                <a:lnTo>
                  <a:pt x="868" y="166"/>
                </a:lnTo>
                <a:lnTo>
                  <a:pt x="867" y="165"/>
                </a:lnTo>
                <a:lnTo>
                  <a:pt x="866" y="165"/>
                </a:lnTo>
                <a:lnTo>
                  <a:pt x="866" y="164"/>
                </a:lnTo>
                <a:lnTo>
                  <a:pt x="865" y="162"/>
                </a:lnTo>
                <a:lnTo>
                  <a:pt x="865" y="161"/>
                </a:lnTo>
                <a:lnTo>
                  <a:pt x="864" y="160"/>
                </a:lnTo>
                <a:lnTo>
                  <a:pt x="866" y="158"/>
                </a:lnTo>
                <a:lnTo>
                  <a:pt x="867" y="158"/>
                </a:lnTo>
                <a:lnTo>
                  <a:pt x="868" y="158"/>
                </a:lnTo>
                <a:lnTo>
                  <a:pt x="869" y="158"/>
                </a:lnTo>
                <a:lnTo>
                  <a:pt x="870" y="157"/>
                </a:lnTo>
                <a:lnTo>
                  <a:pt x="870" y="156"/>
                </a:lnTo>
                <a:lnTo>
                  <a:pt x="871" y="156"/>
                </a:lnTo>
                <a:lnTo>
                  <a:pt x="871" y="155"/>
                </a:lnTo>
                <a:lnTo>
                  <a:pt x="873" y="155"/>
                </a:lnTo>
                <a:lnTo>
                  <a:pt x="873" y="154"/>
                </a:lnTo>
                <a:lnTo>
                  <a:pt x="872" y="154"/>
                </a:lnTo>
                <a:lnTo>
                  <a:pt x="871" y="154"/>
                </a:lnTo>
                <a:lnTo>
                  <a:pt x="870" y="153"/>
                </a:lnTo>
                <a:lnTo>
                  <a:pt x="871" y="153"/>
                </a:lnTo>
                <a:lnTo>
                  <a:pt x="871" y="152"/>
                </a:lnTo>
                <a:lnTo>
                  <a:pt x="872" y="152"/>
                </a:lnTo>
                <a:lnTo>
                  <a:pt x="873" y="153"/>
                </a:lnTo>
                <a:lnTo>
                  <a:pt x="874" y="154"/>
                </a:lnTo>
                <a:lnTo>
                  <a:pt x="875" y="154"/>
                </a:lnTo>
                <a:lnTo>
                  <a:pt x="876" y="153"/>
                </a:lnTo>
                <a:lnTo>
                  <a:pt x="876" y="152"/>
                </a:lnTo>
                <a:lnTo>
                  <a:pt x="876" y="151"/>
                </a:lnTo>
                <a:lnTo>
                  <a:pt x="876" y="150"/>
                </a:lnTo>
                <a:lnTo>
                  <a:pt x="877" y="148"/>
                </a:lnTo>
                <a:lnTo>
                  <a:pt x="878" y="147"/>
                </a:lnTo>
                <a:lnTo>
                  <a:pt x="879" y="144"/>
                </a:lnTo>
                <a:lnTo>
                  <a:pt x="879" y="142"/>
                </a:lnTo>
                <a:lnTo>
                  <a:pt x="880" y="142"/>
                </a:lnTo>
                <a:lnTo>
                  <a:pt x="881" y="142"/>
                </a:lnTo>
                <a:lnTo>
                  <a:pt x="882" y="141"/>
                </a:lnTo>
                <a:lnTo>
                  <a:pt x="882" y="140"/>
                </a:lnTo>
                <a:lnTo>
                  <a:pt x="883" y="141"/>
                </a:lnTo>
                <a:lnTo>
                  <a:pt x="884" y="140"/>
                </a:lnTo>
                <a:lnTo>
                  <a:pt x="885" y="140"/>
                </a:lnTo>
                <a:lnTo>
                  <a:pt x="886" y="140"/>
                </a:lnTo>
                <a:lnTo>
                  <a:pt x="887" y="139"/>
                </a:lnTo>
                <a:lnTo>
                  <a:pt x="888" y="139"/>
                </a:lnTo>
                <a:lnTo>
                  <a:pt x="888" y="140"/>
                </a:lnTo>
                <a:lnTo>
                  <a:pt x="889" y="141"/>
                </a:lnTo>
                <a:lnTo>
                  <a:pt x="889" y="142"/>
                </a:lnTo>
                <a:lnTo>
                  <a:pt x="890" y="141"/>
                </a:lnTo>
                <a:lnTo>
                  <a:pt x="890" y="140"/>
                </a:lnTo>
                <a:lnTo>
                  <a:pt x="891" y="140"/>
                </a:lnTo>
                <a:lnTo>
                  <a:pt x="892" y="140"/>
                </a:lnTo>
                <a:lnTo>
                  <a:pt x="893" y="141"/>
                </a:lnTo>
                <a:lnTo>
                  <a:pt x="894" y="141"/>
                </a:lnTo>
                <a:lnTo>
                  <a:pt x="894" y="142"/>
                </a:lnTo>
                <a:lnTo>
                  <a:pt x="894" y="143"/>
                </a:lnTo>
                <a:lnTo>
                  <a:pt x="895" y="143"/>
                </a:lnTo>
                <a:lnTo>
                  <a:pt x="894" y="143"/>
                </a:lnTo>
                <a:lnTo>
                  <a:pt x="894" y="144"/>
                </a:lnTo>
                <a:lnTo>
                  <a:pt x="895" y="145"/>
                </a:lnTo>
                <a:lnTo>
                  <a:pt x="896" y="145"/>
                </a:lnTo>
                <a:lnTo>
                  <a:pt x="897" y="145"/>
                </a:lnTo>
                <a:lnTo>
                  <a:pt x="897" y="146"/>
                </a:lnTo>
                <a:lnTo>
                  <a:pt x="897" y="147"/>
                </a:lnTo>
                <a:lnTo>
                  <a:pt x="897" y="148"/>
                </a:lnTo>
                <a:lnTo>
                  <a:pt x="896" y="148"/>
                </a:lnTo>
                <a:lnTo>
                  <a:pt x="896" y="149"/>
                </a:lnTo>
                <a:lnTo>
                  <a:pt x="896" y="150"/>
                </a:lnTo>
                <a:lnTo>
                  <a:pt x="897" y="150"/>
                </a:lnTo>
                <a:lnTo>
                  <a:pt x="897" y="151"/>
                </a:lnTo>
                <a:lnTo>
                  <a:pt x="898" y="151"/>
                </a:lnTo>
                <a:lnTo>
                  <a:pt x="899" y="151"/>
                </a:lnTo>
                <a:lnTo>
                  <a:pt x="899" y="150"/>
                </a:lnTo>
                <a:lnTo>
                  <a:pt x="899" y="149"/>
                </a:lnTo>
                <a:lnTo>
                  <a:pt x="900" y="149"/>
                </a:lnTo>
                <a:lnTo>
                  <a:pt x="901" y="149"/>
                </a:lnTo>
                <a:lnTo>
                  <a:pt x="901" y="150"/>
                </a:lnTo>
                <a:lnTo>
                  <a:pt x="901" y="151"/>
                </a:lnTo>
                <a:lnTo>
                  <a:pt x="901" y="152"/>
                </a:lnTo>
                <a:lnTo>
                  <a:pt x="899" y="153"/>
                </a:lnTo>
                <a:lnTo>
                  <a:pt x="898" y="154"/>
                </a:lnTo>
                <a:lnTo>
                  <a:pt x="898" y="155"/>
                </a:lnTo>
                <a:lnTo>
                  <a:pt x="898" y="156"/>
                </a:lnTo>
                <a:lnTo>
                  <a:pt x="898" y="158"/>
                </a:lnTo>
                <a:lnTo>
                  <a:pt x="899" y="158"/>
                </a:lnTo>
                <a:lnTo>
                  <a:pt x="899" y="159"/>
                </a:lnTo>
                <a:lnTo>
                  <a:pt x="900" y="159"/>
                </a:lnTo>
                <a:lnTo>
                  <a:pt x="901" y="160"/>
                </a:lnTo>
                <a:lnTo>
                  <a:pt x="901" y="161"/>
                </a:lnTo>
                <a:lnTo>
                  <a:pt x="902" y="161"/>
                </a:lnTo>
                <a:lnTo>
                  <a:pt x="902" y="162"/>
                </a:lnTo>
                <a:lnTo>
                  <a:pt x="902" y="163"/>
                </a:lnTo>
                <a:lnTo>
                  <a:pt x="900" y="164"/>
                </a:lnTo>
                <a:lnTo>
                  <a:pt x="899" y="165"/>
                </a:lnTo>
                <a:lnTo>
                  <a:pt x="898" y="165"/>
                </a:lnTo>
                <a:lnTo>
                  <a:pt x="898" y="167"/>
                </a:lnTo>
                <a:lnTo>
                  <a:pt x="898" y="168"/>
                </a:lnTo>
                <a:lnTo>
                  <a:pt x="898" y="169"/>
                </a:lnTo>
                <a:lnTo>
                  <a:pt x="899" y="169"/>
                </a:lnTo>
                <a:lnTo>
                  <a:pt x="899" y="170"/>
                </a:lnTo>
                <a:lnTo>
                  <a:pt x="899" y="171"/>
                </a:lnTo>
                <a:lnTo>
                  <a:pt x="899" y="172"/>
                </a:lnTo>
                <a:lnTo>
                  <a:pt x="898" y="172"/>
                </a:lnTo>
                <a:lnTo>
                  <a:pt x="897" y="172"/>
                </a:lnTo>
                <a:lnTo>
                  <a:pt x="897" y="173"/>
                </a:lnTo>
                <a:lnTo>
                  <a:pt x="898" y="175"/>
                </a:lnTo>
                <a:lnTo>
                  <a:pt x="898" y="176"/>
                </a:lnTo>
                <a:lnTo>
                  <a:pt x="899" y="177"/>
                </a:lnTo>
                <a:lnTo>
                  <a:pt x="899" y="178"/>
                </a:lnTo>
                <a:lnTo>
                  <a:pt x="900" y="179"/>
                </a:lnTo>
                <a:lnTo>
                  <a:pt x="900" y="181"/>
                </a:lnTo>
                <a:lnTo>
                  <a:pt x="902" y="183"/>
                </a:lnTo>
                <a:lnTo>
                  <a:pt x="903" y="183"/>
                </a:lnTo>
                <a:lnTo>
                  <a:pt x="904" y="183"/>
                </a:lnTo>
                <a:lnTo>
                  <a:pt x="905" y="182"/>
                </a:lnTo>
                <a:lnTo>
                  <a:pt x="905" y="183"/>
                </a:lnTo>
                <a:lnTo>
                  <a:pt x="906" y="185"/>
                </a:lnTo>
                <a:lnTo>
                  <a:pt x="906" y="186"/>
                </a:lnTo>
                <a:lnTo>
                  <a:pt x="906" y="187"/>
                </a:lnTo>
                <a:lnTo>
                  <a:pt x="905" y="188"/>
                </a:lnTo>
                <a:lnTo>
                  <a:pt x="904" y="190"/>
                </a:lnTo>
                <a:lnTo>
                  <a:pt x="903" y="191"/>
                </a:lnTo>
                <a:lnTo>
                  <a:pt x="903" y="193"/>
                </a:lnTo>
                <a:lnTo>
                  <a:pt x="903" y="194"/>
                </a:lnTo>
                <a:lnTo>
                  <a:pt x="904" y="194"/>
                </a:lnTo>
                <a:lnTo>
                  <a:pt x="904" y="195"/>
                </a:lnTo>
                <a:lnTo>
                  <a:pt x="904" y="198"/>
                </a:lnTo>
                <a:lnTo>
                  <a:pt x="903" y="200"/>
                </a:lnTo>
                <a:lnTo>
                  <a:pt x="901" y="202"/>
                </a:lnTo>
                <a:lnTo>
                  <a:pt x="901" y="203"/>
                </a:lnTo>
                <a:lnTo>
                  <a:pt x="900" y="203"/>
                </a:lnTo>
                <a:lnTo>
                  <a:pt x="900" y="202"/>
                </a:lnTo>
                <a:lnTo>
                  <a:pt x="900" y="201"/>
                </a:lnTo>
                <a:lnTo>
                  <a:pt x="899" y="201"/>
                </a:lnTo>
                <a:lnTo>
                  <a:pt x="898" y="200"/>
                </a:lnTo>
                <a:lnTo>
                  <a:pt x="897" y="200"/>
                </a:lnTo>
                <a:lnTo>
                  <a:pt x="897" y="201"/>
                </a:lnTo>
                <a:lnTo>
                  <a:pt x="897" y="202"/>
                </a:lnTo>
                <a:lnTo>
                  <a:pt x="898" y="202"/>
                </a:lnTo>
                <a:lnTo>
                  <a:pt x="898" y="204"/>
                </a:lnTo>
                <a:lnTo>
                  <a:pt x="899" y="205"/>
                </a:lnTo>
                <a:lnTo>
                  <a:pt x="899" y="206"/>
                </a:lnTo>
                <a:lnTo>
                  <a:pt x="898" y="208"/>
                </a:lnTo>
                <a:lnTo>
                  <a:pt x="899" y="209"/>
                </a:lnTo>
                <a:lnTo>
                  <a:pt x="900" y="209"/>
                </a:lnTo>
                <a:lnTo>
                  <a:pt x="900" y="210"/>
                </a:lnTo>
                <a:lnTo>
                  <a:pt x="901" y="210"/>
                </a:lnTo>
                <a:lnTo>
                  <a:pt x="902" y="210"/>
                </a:lnTo>
                <a:lnTo>
                  <a:pt x="902" y="211"/>
                </a:lnTo>
                <a:lnTo>
                  <a:pt x="902" y="212"/>
                </a:lnTo>
                <a:lnTo>
                  <a:pt x="905" y="214"/>
                </a:lnTo>
                <a:lnTo>
                  <a:pt x="906" y="214"/>
                </a:lnTo>
                <a:lnTo>
                  <a:pt x="906" y="215"/>
                </a:lnTo>
                <a:lnTo>
                  <a:pt x="907" y="215"/>
                </a:lnTo>
                <a:lnTo>
                  <a:pt x="908" y="215"/>
                </a:lnTo>
                <a:lnTo>
                  <a:pt x="909" y="216"/>
                </a:lnTo>
                <a:lnTo>
                  <a:pt x="910" y="217"/>
                </a:lnTo>
                <a:lnTo>
                  <a:pt x="910" y="218"/>
                </a:lnTo>
                <a:lnTo>
                  <a:pt x="910" y="219"/>
                </a:lnTo>
                <a:lnTo>
                  <a:pt x="908" y="221"/>
                </a:lnTo>
                <a:lnTo>
                  <a:pt x="908" y="222"/>
                </a:lnTo>
                <a:lnTo>
                  <a:pt x="907" y="222"/>
                </a:lnTo>
                <a:lnTo>
                  <a:pt x="907" y="221"/>
                </a:lnTo>
                <a:lnTo>
                  <a:pt x="907" y="222"/>
                </a:lnTo>
                <a:lnTo>
                  <a:pt x="907" y="223"/>
                </a:lnTo>
                <a:lnTo>
                  <a:pt x="906" y="223"/>
                </a:lnTo>
                <a:lnTo>
                  <a:pt x="906" y="224"/>
                </a:lnTo>
                <a:lnTo>
                  <a:pt x="905" y="225"/>
                </a:lnTo>
                <a:lnTo>
                  <a:pt x="905" y="226"/>
                </a:lnTo>
                <a:lnTo>
                  <a:pt x="905" y="227"/>
                </a:lnTo>
                <a:lnTo>
                  <a:pt x="906" y="228"/>
                </a:lnTo>
                <a:lnTo>
                  <a:pt x="907" y="229"/>
                </a:lnTo>
                <a:lnTo>
                  <a:pt x="907" y="230"/>
                </a:lnTo>
                <a:lnTo>
                  <a:pt x="908" y="230"/>
                </a:lnTo>
                <a:lnTo>
                  <a:pt x="908" y="229"/>
                </a:lnTo>
                <a:lnTo>
                  <a:pt x="909" y="229"/>
                </a:lnTo>
                <a:lnTo>
                  <a:pt x="910" y="230"/>
                </a:lnTo>
                <a:lnTo>
                  <a:pt x="911" y="230"/>
                </a:lnTo>
                <a:lnTo>
                  <a:pt x="912" y="230"/>
                </a:lnTo>
                <a:lnTo>
                  <a:pt x="913" y="230"/>
                </a:lnTo>
                <a:lnTo>
                  <a:pt x="914" y="230"/>
                </a:lnTo>
                <a:lnTo>
                  <a:pt x="914" y="231"/>
                </a:lnTo>
                <a:lnTo>
                  <a:pt x="915" y="232"/>
                </a:lnTo>
                <a:lnTo>
                  <a:pt x="915" y="233"/>
                </a:lnTo>
                <a:lnTo>
                  <a:pt x="915" y="234"/>
                </a:lnTo>
                <a:lnTo>
                  <a:pt x="914" y="235"/>
                </a:lnTo>
                <a:lnTo>
                  <a:pt x="914" y="239"/>
                </a:lnTo>
                <a:lnTo>
                  <a:pt x="915" y="239"/>
                </a:lnTo>
                <a:lnTo>
                  <a:pt x="916" y="240"/>
                </a:lnTo>
                <a:lnTo>
                  <a:pt x="917" y="240"/>
                </a:lnTo>
                <a:lnTo>
                  <a:pt x="918" y="241"/>
                </a:lnTo>
                <a:lnTo>
                  <a:pt x="919" y="241"/>
                </a:lnTo>
                <a:lnTo>
                  <a:pt x="919" y="242"/>
                </a:lnTo>
                <a:lnTo>
                  <a:pt x="921" y="243"/>
                </a:lnTo>
                <a:lnTo>
                  <a:pt x="920" y="244"/>
                </a:lnTo>
                <a:lnTo>
                  <a:pt x="920" y="245"/>
                </a:lnTo>
                <a:lnTo>
                  <a:pt x="920" y="246"/>
                </a:lnTo>
                <a:lnTo>
                  <a:pt x="920" y="247"/>
                </a:lnTo>
                <a:lnTo>
                  <a:pt x="920" y="248"/>
                </a:lnTo>
                <a:lnTo>
                  <a:pt x="920" y="249"/>
                </a:lnTo>
                <a:lnTo>
                  <a:pt x="920" y="250"/>
                </a:lnTo>
                <a:lnTo>
                  <a:pt x="921" y="251"/>
                </a:lnTo>
                <a:lnTo>
                  <a:pt x="922" y="251"/>
                </a:lnTo>
                <a:lnTo>
                  <a:pt x="922" y="252"/>
                </a:lnTo>
                <a:lnTo>
                  <a:pt x="921" y="252"/>
                </a:lnTo>
                <a:lnTo>
                  <a:pt x="921" y="253"/>
                </a:lnTo>
                <a:lnTo>
                  <a:pt x="921" y="254"/>
                </a:lnTo>
                <a:lnTo>
                  <a:pt x="922" y="255"/>
                </a:lnTo>
                <a:lnTo>
                  <a:pt x="924" y="256"/>
                </a:lnTo>
                <a:lnTo>
                  <a:pt x="925" y="256"/>
                </a:lnTo>
                <a:lnTo>
                  <a:pt x="925" y="257"/>
                </a:lnTo>
                <a:lnTo>
                  <a:pt x="926" y="257"/>
                </a:lnTo>
                <a:lnTo>
                  <a:pt x="926" y="256"/>
                </a:lnTo>
                <a:lnTo>
                  <a:pt x="927" y="256"/>
                </a:lnTo>
                <a:lnTo>
                  <a:pt x="928" y="256"/>
                </a:lnTo>
                <a:lnTo>
                  <a:pt x="929" y="256"/>
                </a:lnTo>
                <a:lnTo>
                  <a:pt x="929" y="255"/>
                </a:lnTo>
                <a:lnTo>
                  <a:pt x="930" y="255"/>
                </a:lnTo>
                <a:lnTo>
                  <a:pt x="931" y="255"/>
                </a:lnTo>
                <a:lnTo>
                  <a:pt x="932" y="254"/>
                </a:lnTo>
                <a:lnTo>
                  <a:pt x="933" y="251"/>
                </a:lnTo>
                <a:lnTo>
                  <a:pt x="933" y="250"/>
                </a:lnTo>
                <a:lnTo>
                  <a:pt x="935" y="248"/>
                </a:lnTo>
                <a:lnTo>
                  <a:pt x="937" y="247"/>
                </a:lnTo>
                <a:lnTo>
                  <a:pt x="938" y="248"/>
                </a:lnTo>
                <a:lnTo>
                  <a:pt x="937" y="249"/>
                </a:lnTo>
                <a:lnTo>
                  <a:pt x="938" y="249"/>
                </a:lnTo>
                <a:lnTo>
                  <a:pt x="938" y="250"/>
                </a:lnTo>
                <a:lnTo>
                  <a:pt x="940" y="251"/>
                </a:lnTo>
                <a:lnTo>
                  <a:pt x="941" y="252"/>
                </a:lnTo>
                <a:lnTo>
                  <a:pt x="942" y="252"/>
                </a:lnTo>
                <a:lnTo>
                  <a:pt x="942" y="253"/>
                </a:lnTo>
                <a:lnTo>
                  <a:pt x="942" y="254"/>
                </a:lnTo>
                <a:lnTo>
                  <a:pt x="942" y="255"/>
                </a:lnTo>
                <a:lnTo>
                  <a:pt x="942" y="256"/>
                </a:lnTo>
                <a:lnTo>
                  <a:pt x="942" y="257"/>
                </a:lnTo>
                <a:lnTo>
                  <a:pt x="941" y="257"/>
                </a:lnTo>
                <a:lnTo>
                  <a:pt x="941" y="259"/>
                </a:lnTo>
                <a:lnTo>
                  <a:pt x="941" y="260"/>
                </a:lnTo>
                <a:lnTo>
                  <a:pt x="942" y="260"/>
                </a:lnTo>
                <a:lnTo>
                  <a:pt x="942" y="261"/>
                </a:lnTo>
                <a:lnTo>
                  <a:pt x="942" y="263"/>
                </a:lnTo>
                <a:lnTo>
                  <a:pt x="942" y="265"/>
                </a:lnTo>
                <a:lnTo>
                  <a:pt x="942" y="266"/>
                </a:lnTo>
                <a:lnTo>
                  <a:pt x="944" y="266"/>
                </a:lnTo>
                <a:lnTo>
                  <a:pt x="944" y="267"/>
                </a:lnTo>
                <a:lnTo>
                  <a:pt x="945" y="267"/>
                </a:lnTo>
                <a:lnTo>
                  <a:pt x="945" y="268"/>
                </a:lnTo>
                <a:lnTo>
                  <a:pt x="946" y="269"/>
                </a:lnTo>
                <a:lnTo>
                  <a:pt x="946" y="270"/>
                </a:lnTo>
                <a:lnTo>
                  <a:pt x="946" y="271"/>
                </a:lnTo>
                <a:lnTo>
                  <a:pt x="947" y="272"/>
                </a:lnTo>
                <a:lnTo>
                  <a:pt x="948" y="273"/>
                </a:lnTo>
                <a:lnTo>
                  <a:pt x="949" y="273"/>
                </a:lnTo>
                <a:lnTo>
                  <a:pt x="949" y="274"/>
                </a:lnTo>
                <a:lnTo>
                  <a:pt x="950" y="273"/>
                </a:lnTo>
                <a:lnTo>
                  <a:pt x="951" y="272"/>
                </a:lnTo>
                <a:lnTo>
                  <a:pt x="951" y="271"/>
                </a:lnTo>
                <a:lnTo>
                  <a:pt x="952" y="271"/>
                </a:lnTo>
                <a:lnTo>
                  <a:pt x="952" y="270"/>
                </a:lnTo>
                <a:lnTo>
                  <a:pt x="953" y="269"/>
                </a:lnTo>
                <a:lnTo>
                  <a:pt x="954" y="269"/>
                </a:lnTo>
                <a:lnTo>
                  <a:pt x="954" y="268"/>
                </a:lnTo>
                <a:lnTo>
                  <a:pt x="954" y="269"/>
                </a:lnTo>
                <a:lnTo>
                  <a:pt x="955" y="269"/>
                </a:lnTo>
                <a:lnTo>
                  <a:pt x="955" y="268"/>
                </a:lnTo>
                <a:lnTo>
                  <a:pt x="956" y="268"/>
                </a:lnTo>
                <a:lnTo>
                  <a:pt x="957" y="269"/>
                </a:lnTo>
                <a:lnTo>
                  <a:pt x="957" y="268"/>
                </a:lnTo>
                <a:lnTo>
                  <a:pt x="958" y="268"/>
                </a:lnTo>
                <a:lnTo>
                  <a:pt x="959" y="268"/>
                </a:lnTo>
                <a:lnTo>
                  <a:pt x="960" y="268"/>
                </a:lnTo>
                <a:lnTo>
                  <a:pt x="961" y="267"/>
                </a:lnTo>
                <a:lnTo>
                  <a:pt x="961" y="266"/>
                </a:lnTo>
                <a:lnTo>
                  <a:pt x="962" y="266"/>
                </a:lnTo>
                <a:lnTo>
                  <a:pt x="964" y="266"/>
                </a:lnTo>
                <a:lnTo>
                  <a:pt x="965" y="266"/>
                </a:lnTo>
                <a:lnTo>
                  <a:pt x="966" y="266"/>
                </a:lnTo>
                <a:lnTo>
                  <a:pt x="966" y="265"/>
                </a:lnTo>
                <a:lnTo>
                  <a:pt x="967" y="263"/>
                </a:lnTo>
                <a:lnTo>
                  <a:pt x="966" y="263"/>
                </a:lnTo>
                <a:lnTo>
                  <a:pt x="966" y="262"/>
                </a:lnTo>
                <a:lnTo>
                  <a:pt x="967" y="261"/>
                </a:lnTo>
                <a:lnTo>
                  <a:pt x="968" y="261"/>
                </a:lnTo>
                <a:lnTo>
                  <a:pt x="968" y="260"/>
                </a:lnTo>
                <a:lnTo>
                  <a:pt x="970" y="260"/>
                </a:lnTo>
                <a:lnTo>
                  <a:pt x="971" y="260"/>
                </a:lnTo>
                <a:lnTo>
                  <a:pt x="971" y="259"/>
                </a:lnTo>
                <a:lnTo>
                  <a:pt x="970" y="258"/>
                </a:lnTo>
                <a:lnTo>
                  <a:pt x="970" y="257"/>
                </a:lnTo>
                <a:lnTo>
                  <a:pt x="971" y="257"/>
                </a:lnTo>
                <a:lnTo>
                  <a:pt x="971" y="256"/>
                </a:lnTo>
                <a:lnTo>
                  <a:pt x="972" y="256"/>
                </a:lnTo>
                <a:lnTo>
                  <a:pt x="972" y="255"/>
                </a:lnTo>
                <a:lnTo>
                  <a:pt x="972" y="254"/>
                </a:lnTo>
                <a:lnTo>
                  <a:pt x="972" y="253"/>
                </a:lnTo>
                <a:lnTo>
                  <a:pt x="972" y="252"/>
                </a:lnTo>
                <a:lnTo>
                  <a:pt x="973" y="252"/>
                </a:lnTo>
                <a:lnTo>
                  <a:pt x="974" y="253"/>
                </a:lnTo>
                <a:lnTo>
                  <a:pt x="976" y="253"/>
                </a:lnTo>
                <a:lnTo>
                  <a:pt x="977" y="252"/>
                </a:lnTo>
                <a:lnTo>
                  <a:pt x="977" y="251"/>
                </a:lnTo>
                <a:lnTo>
                  <a:pt x="978" y="250"/>
                </a:lnTo>
                <a:lnTo>
                  <a:pt x="978" y="249"/>
                </a:lnTo>
                <a:lnTo>
                  <a:pt x="979" y="249"/>
                </a:lnTo>
                <a:lnTo>
                  <a:pt x="980" y="249"/>
                </a:lnTo>
                <a:lnTo>
                  <a:pt x="981" y="249"/>
                </a:lnTo>
                <a:lnTo>
                  <a:pt x="982" y="249"/>
                </a:lnTo>
                <a:lnTo>
                  <a:pt x="982" y="250"/>
                </a:lnTo>
                <a:lnTo>
                  <a:pt x="983" y="250"/>
                </a:lnTo>
                <a:lnTo>
                  <a:pt x="983" y="251"/>
                </a:lnTo>
                <a:lnTo>
                  <a:pt x="985" y="251"/>
                </a:lnTo>
                <a:lnTo>
                  <a:pt x="986" y="251"/>
                </a:lnTo>
                <a:lnTo>
                  <a:pt x="986" y="252"/>
                </a:lnTo>
                <a:lnTo>
                  <a:pt x="987" y="252"/>
                </a:lnTo>
                <a:lnTo>
                  <a:pt x="987" y="253"/>
                </a:lnTo>
                <a:lnTo>
                  <a:pt x="988" y="253"/>
                </a:lnTo>
                <a:lnTo>
                  <a:pt x="988" y="252"/>
                </a:lnTo>
                <a:lnTo>
                  <a:pt x="989" y="251"/>
                </a:lnTo>
                <a:lnTo>
                  <a:pt x="990" y="251"/>
                </a:lnTo>
                <a:lnTo>
                  <a:pt x="990" y="252"/>
                </a:lnTo>
                <a:lnTo>
                  <a:pt x="990" y="253"/>
                </a:lnTo>
                <a:lnTo>
                  <a:pt x="991" y="254"/>
                </a:lnTo>
                <a:lnTo>
                  <a:pt x="991" y="255"/>
                </a:lnTo>
                <a:lnTo>
                  <a:pt x="992" y="256"/>
                </a:lnTo>
                <a:lnTo>
                  <a:pt x="993" y="257"/>
                </a:lnTo>
                <a:lnTo>
                  <a:pt x="993" y="258"/>
                </a:lnTo>
                <a:lnTo>
                  <a:pt x="994" y="258"/>
                </a:lnTo>
                <a:lnTo>
                  <a:pt x="994" y="259"/>
                </a:lnTo>
                <a:lnTo>
                  <a:pt x="995" y="259"/>
                </a:lnTo>
                <a:lnTo>
                  <a:pt x="995" y="260"/>
                </a:lnTo>
                <a:lnTo>
                  <a:pt x="995" y="261"/>
                </a:lnTo>
                <a:lnTo>
                  <a:pt x="997" y="262"/>
                </a:lnTo>
                <a:lnTo>
                  <a:pt x="997" y="263"/>
                </a:lnTo>
                <a:lnTo>
                  <a:pt x="997" y="264"/>
                </a:lnTo>
                <a:lnTo>
                  <a:pt x="998" y="264"/>
                </a:lnTo>
                <a:lnTo>
                  <a:pt x="999" y="265"/>
                </a:lnTo>
                <a:lnTo>
                  <a:pt x="999" y="266"/>
                </a:lnTo>
                <a:lnTo>
                  <a:pt x="1000" y="266"/>
                </a:lnTo>
                <a:lnTo>
                  <a:pt x="1001" y="266"/>
                </a:lnTo>
                <a:lnTo>
                  <a:pt x="1002" y="267"/>
                </a:lnTo>
                <a:lnTo>
                  <a:pt x="1002" y="268"/>
                </a:lnTo>
                <a:lnTo>
                  <a:pt x="1002" y="269"/>
                </a:lnTo>
                <a:lnTo>
                  <a:pt x="1003" y="268"/>
                </a:lnTo>
                <a:lnTo>
                  <a:pt x="1004" y="267"/>
                </a:lnTo>
                <a:lnTo>
                  <a:pt x="1004" y="268"/>
                </a:lnTo>
                <a:lnTo>
                  <a:pt x="1005" y="268"/>
                </a:lnTo>
                <a:lnTo>
                  <a:pt x="1006" y="267"/>
                </a:lnTo>
                <a:lnTo>
                  <a:pt x="1007" y="267"/>
                </a:lnTo>
                <a:lnTo>
                  <a:pt x="1008" y="267"/>
                </a:lnTo>
                <a:lnTo>
                  <a:pt x="1009" y="267"/>
                </a:lnTo>
                <a:lnTo>
                  <a:pt x="1010" y="267"/>
                </a:lnTo>
                <a:lnTo>
                  <a:pt x="1011" y="267"/>
                </a:lnTo>
                <a:lnTo>
                  <a:pt x="1012" y="267"/>
                </a:lnTo>
                <a:lnTo>
                  <a:pt x="1013" y="268"/>
                </a:lnTo>
                <a:lnTo>
                  <a:pt x="1014" y="268"/>
                </a:lnTo>
                <a:lnTo>
                  <a:pt x="1016" y="268"/>
                </a:lnTo>
                <a:lnTo>
                  <a:pt x="1017" y="269"/>
                </a:lnTo>
                <a:lnTo>
                  <a:pt x="1018" y="269"/>
                </a:lnTo>
                <a:lnTo>
                  <a:pt x="1018" y="268"/>
                </a:lnTo>
                <a:lnTo>
                  <a:pt x="1019" y="267"/>
                </a:lnTo>
                <a:lnTo>
                  <a:pt x="1020" y="267"/>
                </a:lnTo>
                <a:lnTo>
                  <a:pt x="1021" y="267"/>
                </a:lnTo>
                <a:lnTo>
                  <a:pt x="1022" y="268"/>
                </a:lnTo>
                <a:lnTo>
                  <a:pt x="1023" y="269"/>
                </a:lnTo>
                <a:lnTo>
                  <a:pt x="1023" y="270"/>
                </a:lnTo>
                <a:lnTo>
                  <a:pt x="1025" y="270"/>
                </a:lnTo>
                <a:lnTo>
                  <a:pt x="1025" y="269"/>
                </a:lnTo>
                <a:lnTo>
                  <a:pt x="1026" y="270"/>
                </a:lnTo>
                <a:lnTo>
                  <a:pt x="1027" y="271"/>
                </a:lnTo>
                <a:lnTo>
                  <a:pt x="1028" y="271"/>
                </a:lnTo>
                <a:lnTo>
                  <a:pt x="1029" y="270"/>
                </a:lnTo>
                <a:lnTo>
                  <a:pt x="1029" y="269"/>
                </a:lnTo>
                <a:lnTo>
                  <a:pt x="1028" y="269"/>
                </a:lnTo>
                <a:lnTo>
                  <a:pt x="1029" y="268"/>
                </a:lnTo>
                <a:lnTo>
                  <a:pt x="1029" y="269"/>
                </a:lnTo>
                <a:lnTo>
                  <a:pt x="1030" y="269"/>
                </a:lnTo>
                <a:lnTo>
                  <a:pt x="1030" y="270"/>
                </a:lnTo>
                <a:lnTo>
                  <a:pt x="1031" y="269"/>
                </a:lnTo>
                <a:lnTo>
                  <a:pt x="1031" y="268"/>
                </a:lnTo>
                <a:lnTo>
                  <a:pt x="1032" y="268"/>
                </a:lnTo>
                <a:lnTo>
                  <a:pt x="1034" y="268"/>
                </a:lnTo>
                <a:lnTo>
                  <a:pt x="1035" y="267"/>
                </a:lnTo>
                <a:lnTo>
                  <a:pt x="1036" y="267"/>
                </a:lnTo>
                <a:lnTo>
                  <a:pt x="1036" y="268"/>
                </a:lnTo>
                <a:lnTo>
                  <a:pt x="1037" y="268"/>
                </a:lnTo>
                <a:lnTo>
                  <a:pt x="1038" y="267"/>
                </a:lnTo>
                <a:lnTo>
                  <a:pt x="1039" y="267"/>
                </a:lnTo>
                <a:lnTo>
                  <a:pt x="1039" y="266"/>
                </a:lnTo>
                <a:lnTo>
                  <a:pt x="1038" y="266"/>
                </a:lnTo>
                <a:lnTo>
                  <a:pt x="1038" y="265"/>
                </a:lnTo>
                <a:lnTo>
                  <a:pt x="1037" y="265"/>
                </a:lnTo>
                <a:lnTo>
                  <a:pt x="1037" y="266"/>
                </a:lnTo>
                <a:lnTo>
                  <a:pt x="1036" y="266"/>
                </a:lnTo>
                <a:lnTo>
                  <a:pt x="1036" y="265"/>
                </a:lnTo>
                <a:lnTo>
                  <a:pt x="1037" y="264"/>
                </a:lnTo>
                <a:lnTo>
                  <a:pt x="1037" y="263"/>
                </a:lnTo>
                <a:lnTo>
                  <a:pt x="1038" y="263"/>
                </a:lnTo>
                <a:lnTo>
                  <a:pt x="1038" y="262"/>
                </a:lnTo>
                <a:lnTo>
                  <a:pt x="1037" y="262"/>
                </a:lnTo>
                <a:lnTo>
                  <a:pt x="1038" y="262"/>
                </a:lnTo>
                <a:lnTo>
                  <a:pt x="1039" y="261"/>
                </a:lnTo>
                <a:lnTo>
                  <a:pt x="1040" y="261"/>
                </a:lnTo>
                <a:lnTo>
                  <a:pt x="1040" y="262"/>
                </a:lnTo>
                <a:lnTo>
                  <a:pt x="1040" y="263"/>
                </a:lnTo>
                <a:lnTo>
                  <a:pt x="1041" y="264"/>
                </a:lnTo>
                <a:lnTo>
                  <a:pt x="1042" y="265"/>
                </a:lnTo>
                <a:lnTo>
                  <a:pt x="1042" y="266"/>
                </a:lnTo>
                <a:lnTo>
                  <a:pt x="1042" y="267"/>
                </a:lnTo>
                <a:lnTo>
                  <a:pt x="1043" y="267"/>
                </a:lnTo>
                <a:lnTo>
                  <a:pt x="1043" y="266"/>
                </a:lnTo>
                <a:lnTo>
                  <a:pt x="1044" y="266"/>
                </a:lnTo>
                <a:lnTo>
                  <a:pt x="1044" y="265"/>
                </a:lnTo>
                <a:lnTo>
                  <a:pt x="1044" y="264"/>
                </a:lnTo>
                <a:lnTo>
                  <a:pt x="1046" y="262"/>
                </a:lnTo>
                <a:lnTo>
                  <a:pt x="1045" y="262"/>
                </a:lnTo>
                <a:lnTo>
                  <a:pt x="1045" y="261"/>
                </a:lnTo>
                <a:lnTo>
                  <a:pt x="1046" y="261"/>
                </a:lnTo>
                <a:lnTo>
                  <a:pt x="1048" y="261"/>
                </a:lnTo>
                <a:lnTo>
                  <a:pt x="1049" y="261"/>
                </a:lnTo>
                <a:lnTo>
                  <a:pt x="1050" y="261"/>
                </a:lnTo>
                <a:lnTo>
                  <a:pt x="1051" y="261"/>
                </a:lnTo>
                <a:lnTo>
                  <a:pt x="1051" y="262"/>
                </a:lnTo>
                <a:lnTo>
                  <a:pt x="1052" y="263"/>
                </a:lnTo>
                <a:lnTo>
                  <a:pt x="1051" y="264"/>
                </a:lnTo>
                <a:lnTo>
                  <a:pt x="1051" y="266"/>
                </a:lnTo>
                <a:lnTo>
                  <a:pt x="1051" y="267"/>
                </a:lnTo>
                <a:lnTo>
                  <a:pt x="1051" y="268"/>
                </a:lnTo>
                <a:lnTo>
                  <a:pt x="1051" y="269"/>
                </a:lnTo>
                <a:lnTo>
                  <a:pt x="1051" y="270"/>
                </a:lnTo>
                <a:lnTo>
                  <a:pt x="1051" y="271"/>
                </a:lnTo>
                <a:lnTo>
                  <a:pt x="1052" y="271"/>
                </a:lnTo>
                <a:lnTo>
                  <a:pt x="1051" y="272"/>
                </a:lnTo>
                <a:lnTo>
                  <a:pt x="1051" y="273"/>
                </a:lnTo>
                <a:lnTo>
                  <a:pt x="1052" y="273"/>
                </a:lnTo>
                <a:lnTo>
                  <a:pt x="1053" y="273"/>
                </a:lnTo>
                <a:lnTo>
                  <a:pt x="1053" y="274"/>
                </a:lnTo>
                <a:lnTo>
                  <a:pt x="1053" y="275"/>
                </a:lnTo>
                <a:lnTo>
                  <a:pt x="1053" y="276"/>
                </a:lnTo>
                <a:lnTo>
                  <a:pt x="1052" y="276"/>
                </a:lnTo>
                <a:lnTo>
                  <a:pt x="1051" y="276"/>
                </a:lnTo>
                <a:lnTo>
                  <a:pt x="1051" y="278"/>
                </a:lnTo>
                <a:lnTo>
                  <a:pt x="1051" y="279"/>
                </a:lnTo>
                <a:lnTo>
                  <a:pt x="1051" y="280"/>
                </a:lnTo>
                <a:lnTo>
                  <a:pt x="1051" y="281"/>
                </a:lnTo>
                <a:lnTo>
                  <a:pt x="1050" y="281"/>
                </a:lnTo>
                <a:lnTo>
                  <a:pt x="1050" y="282"/>
                </a:lnTo>
                <a:lnTo>
                  <a:pt x="1051" y="282"/>
                </a:lnTo>
                <a:lnTo>
                  <a:pt x="1051" y="283"/>
                </a:lnTo>
                <a:lnTo>
                  <a:pt x="1049" y="283"/>
                </a:lnTo>
                <a:lnTo>
                  <a:pt x="1048" y="284"/>
                </a:lnTo>
                <a:lnTo>
                  <a:pt x="1048" y="285"/>
                </a:lnTo>
                <a:lnTo>
                  <a:pt x="1047" y="286"/>
                </a:lnTo>
                <a:lnTo>
                  <a:pt x="1047" y="287"/>
                </a:lnTo>
                <a:lnTo>
                  <a:pt x="1048" y="287"/>
                </a:lnTo>
                <a:lnTo>
                  <a:pt x="1048" y="288"/>
                </a:lnTo>
                <a:lnTo>
                  <a:pt x="1048" y="290"/>
                </a:lnTo>
                <a:lnTo>
                  <a:pt x="1047" y="290"/>
                </a:lnTo>
                <a:lnTo>
                  <a:pt x="1047" y="291"/>
                </a:lnTo>
                <a:lnTo>
                  <a:pt x="1048" y="291"/>
                </a:lnTo>
                <a:lnTo>
                  <a:pt x="1048" y="292"/>
                </a:lnTo>
                <a:lnTo>
                  <a:pt x="1048" y="293"/>
                </a:lnTo>
                <a:lnTo>
                  <a:pt x="1048" y="294"/>
                </a:lnTo>
                <a:lnTo>
                  <a:pt x="1049" y="295"/>
                </a:lnTo>
                <a:lnTo>
                  <a:pt x="1049" y="297"/>
                </a:lnTo>
                <a:lnTo>
                  <a:pt x="1049" y="298"/>
                </a:lnTo>
                <a:lnTo>
                  <a:pt x="1049" y="299"/>
                </a:lnTo>
                <a:lnTo>
                  <a:pt x="1050" y="300"/>
                </a:lnTo>
                <a:lnTo>
                  <a:pt x="1050" y="301"/>
                </a:lnTo>
                <a:lnTo>
                  <a:pt x="1050" y="302"/>
                </a:lnTo>
                <a:lnTo>
                  <a:pt x="1051" y="302"/>
                </a:lnTo>
                <a:lnTo>
                  <a:pt x="1051" y="303"/>
                </a:lnTo>
                <a:lnTo>
                  <a:pt x="1052" y="304"/>
                </a:lnTo>
                <a:lnTo>
                  <a:pt x="1053" y="304"/>
                </a:lnTo>
                <a:lnTo>
                  <a:pt x="1053" y="303"/>
                </a:lnTo>
                <a:lnTo>
                  <a:pt x="1054" y="303"/>
                </a:lnTo>
                <a:lnTo>
                  <a:pt x="1055" y="303"/>
                </a:lnTo>
                <a:lnTo>
                  <a:pt x="1056" y="303"/>
                </a:lnTo>
                <a:lnTo>
                  <a:pt x="1057" y="300"/>
                </a:lnTo>
                <a:lnTo>
                  <a:pt x="1057" y="299"/>
                </a:lnTo>
                <a:lnTo>
                  <a:pt x="1058" y="299"/>
                </a:lnTo>
                <a:lnTo>
                  <a:pt x="1059" y="299"/>
                </a:lnTo>
                <a:lnTo>
                  <a:pt x="1060" y="298"/>
                </a:lnTo>
                <a:lnTo>
                  <a:pt x="1060" y="297"/>
                </a:lnTo>
                <a:lnTo>
                  <a:pt x="1061" y="298"/>
                </a:lnTo>
                <a:lnTo>
                  <a:pt x="1061" y="297"/>
                </a:lnTo>
                <a:lnTo>
                  <a:pt x="1062" y="297"/>
                </a:lnTo>
                <a:lnTo>
                  <a:pt x="1063" y="298"/>
                </a:lnTo>
                <a:lnTo>
                  <a:pt x="1064" y="298"/>
                </a:lnTo>
                <a:lnTo>
                  <a:pt x="1065" y="298"/>
                </a:lnTo>
                <a:lnTo>
                  <a:pt x="1065" y="299"/>
                </a:lnTo>
                <a:lnTo>
                  <a:pt x="1066" y="299"/>
                </a:lnTo>
                <a:lnTo>
                  <a:pt x="1067" y="299"/>
                </a:lnTo>
                <a:lnTo>
                  <a:pt x="1067" y="300"/>
                </a:lnTo>
                <a:lnTo>
                  <a:pt x="1067" y="301"/>
                </a:lnTo>
                <a:lnTo>
                  <a:pt x="1067" y="302"/>
                </a:lnTo>
                <a:lnTo>
                  <a:pt x="1068" y="301"/>
                </a:lnTo>
                <a:lnTo>
                  <a:pt x="1068" y="302"/>
                </a:lnTo>
                <a:lnTo>
                  <a:pt x="1069" y="303"/>
                </a:lnTo>
                <a:lnTo>
                  <a:pt x="1069" y="304"/>
                </a:lnTo>
                <a:lnTo>
                  <a:pt x="1070" y="304"/>
                </a:lnTo>
                <a:lnTo>
                  <a:pt x="1071" y="305"/>
                </a:lnTo>
                <a:lnTo>
                  <a:pt x="1072" y="305"/>
                </a:lnTo>
                <a:lnTo>
                  <a:pt x="1073" y="304"/>
                </a:lnTo>
                <a:lnTo>
                  <a:pt x="1074" y="305"/>
                </a:lnTo>
                <a:lnTo>
                  <a:pt x="1074" y="304"/>
                </a:lnTo>
                <a:lnTo>
                  <a:pt x="1075" y="304"/>
                </a:lnTo>
                <a:lnTo>
                  <a:pt x="1075" y="305"/>
                </a:lnTo>
                <a:lnTo>
                  <a:pt x="1075" y="306"/>
                </a:lnTo>
                <a:lnTo>
                  <a:pt x="1074" y="307"/>
                </a:lnTo>
                <a:lnTo>
                  <a:pt x="1074" y="308"/>
                </a:lnTo>
                <a:lnTo>
                  <a:pt x="1075" y="308"/>
                </a:lnTo>
                <a:lnTo>
                  <a:pt x="1075" y="309"/>
                </a:lnTo>
                <a:lnTo>
                  <a:pt x="1075" y="308"/>
                </a:lnTo>
                <a:lnTo>
                  <a:pt x="1076" y="308"/>
                </a:lnTo>
                <a:lnTo>
                  <a:pt x="1077" y="308"/>
                </a:lnTo>
                <a:lnTo>
                  <a:pt x="1078" y="307"/>
                </a:lnTo>
                <a:lnTo>
                  <a:pt x="1079" y="309"/>
                </a:lnTo>
                <a:lnTo>
                  <a:pt x="1079" y="310"/>
                </a:lnTo>
                <a:lnTo>
                  <a:pt x="1079" y="309"/>
                </a:lnTo>
                <a:lnTo>
                  <a:pt x="1080" y="309"/>
                </a:lnTo>
                <a:lnTo>
                  <a:pt x="1081" y="308"/>
                </a:lnTo>
                <a:lnTo>
                  <a:pt x="1082" y="307"/>
                </a:lnTo>
                <a:lnTo>
                  <a:pt x="1083" y="307"/>
                </a:lnTo>
                <a:lnTo>
                  <a:pt x="1084" y="308"/>
                </a:lnTo>
                <a:lnTo>
                  <a:pt x="1084" y="307"/>
                </a:lnTo>
                <a:lnTo>
                  <a:pt x="1085" y="307"/>
                </a:lnTo>
                <a:lnTo>
                  <a:pt x="1087" y="308"/>
                </a:lnTo>
                <a:lnTo>
                  <a:pt x="1088" y="308"/>
                </a:lnTo>
                <a:lnTo>
                  <a:pt x="1089" y="308"/>
                </a:lnTo>
                <a:lnTo>
                  <a:pt x="1090" y="307"/>
                </a:lnTo>
                <a:lnTo>
                  <a:pt x="1089" y="307"/>
                </a:lnTo>
                <a:lnTo>
                  <a:pt x="1090" y="307"/>
                </a:lnTo>
                <a:lnTo>
                  <a:pt x="1090" y="308"/>
                </a:lnTo>
                <a:lnTo>
                  <a:pt x="1089" y="308"/>
                </a:lnTo>
                <a:lnTo>
                  <a:pt x="1088" y="309"/>
                </a:lnTo>
                <a:lnTo>
                  <a:pt x="1088" y="310"/>
                </a:lnTo>
                <a:lnTo>
                  <a:pt x="1089" y="310"/>
                </a:lnTo>
                <a:lnTo>
                  <a:pt x="1089" y="311"/>
                </a:lnTo>
                <a:lnTo>
                  <a:pt x="1088" y="312"/>
                </a:lnTo>
                <a:lnTo>
                  <a:pt x="1089" y="312"/>
                </a:lnTo>
                <a:lnTo>
                  <a:pt x="1090" y="312"/>
                </a:lnTo>
                <a:lnTo>
                  <a:pt x="1090" y="313"/>
                </a:lnTo>
                <a:lnTo>
                  <a:pt x="1090" y="314"/>
                </a:lnTo>
                <a:lnTo>
                  <a:pt x="1090" y="315"/>
                </a:lnTo>
                <a:lnTo>
                  <a:pt x="1092" y="316"/>
                </a:lnTo>
                <a:lnTo>
                  <a:pt x="1093" y="316"/>
                </a:lnTo>
                <a:lnTo>
                  <a:pt x="1094" y="316"/>
                </a:lnTo>
                <a:lnTo>
                  <a:pt x="1095" y="316"/>
                </a:lnTo>
                <a:lnTo>
                  <a:pt x="1096" y="316"/>
                </a:lnTo>
                <a:lnTo>
                  <a:pt x="1097" y="317"/>
                </a:lnTo>
                <a:lnTo>
                  <a:pt x="1098" y="317"/>
                </a:lnTo>
                <a:lnTo>
                  <a:pt x="1098" y="318"/>
                </a:lnTo>
                <a:lnTo>
                  <a:pt x="1099" y="319"/>
                </a:lnTo>
                <a:lnTo>
                  <a:pt x="1099" y="320"/>
                </a:lnTo>
                <a:lnTo>
                  <a:pt x="1100" y="320"/>
                </a:lnTo>
                <a:lnTo>
                  <a:pt x="1101" y="319"/>
                </a:lnTo>
                <a:lnTo>
                  <a:pt x="1102" y="318"/>
                </a:lnTo>
                <a:lnTo>
                  <a:pt x="1102" y="317"/>
                </a:lnTo>
                <a:lnTo>
                  <a:pt x="1102" y="316"/>
                </a:lnTo>
                <a:lnTo>
                  <a:pt x="1103" y="316"/>
                </a:lnTo>
                <a:lnTo>
                  <a:pt x="1104" y="315"/>
                </a:lnTo>
                <a:lnTo>
                  <a:pt x="1105" y="315"/>
                </a:lnTo>
                <a:lnTo>
                  <a:pt x="1106" y="315"/>
                </a:lnTo>
                <a:lnTo>
                  <a:pt x="1107" y="315"/>
                </a:lnTo>
                <a:lnTo>
                  <a:pt x="1107" y="316"/>
                </a:lnTo>
                <a:lnTo>
                  <a:pt x="1107" y="317"/>
                </a:lnTo>
                <a:lnTo>
                  <a:pt x="1108" y="317"/>
                </a:lnTo>
                <a:lnTo>
                  <a:pt x="1109" y="317"/>
                </a:lnTo>
                <a:lnTo>
                  <a:pt x="1109" y="316"/>
                </a:lnTo>
                <a:lnTo>
                  <a:pt x="1110" y="316"/>
                </a:lnTo>
                <a:lnTo>
                  <a:pt x="1110" y="315"/>
                </a:lnTo>
                <a:lnTo>
                  <a:pt x="1112" y="315"/>
                </a:lnTo>
                <a:lnTo>
                  <a:pt x="1113" y="314"/>
                </a:lnTo>
                <a:lnTo>
                  <a:pt x="1114" y="314"/>
                </a:lnTo>
                <a:lnTo>
                  <a:pt x="1114" y="313"/>
                </a:lnTo>
                <a:lnTo>
                  <a:pt x="1115" y="314"/>
                </a:lnTo>
                <a:lnTo>
                  <a:pt x="1116" y="315"/>
                </a:lnTo>
                <a:lnTo>
                  <a:pt x="1117" y="315"/>
                </a:lnTo>
                <a:lnTo>
                  <a:pt x="1117" y="316"/>
                </a:lnTo>
                <a:lnTo>
                  <a:pt x="1118" y="316"/>
                </a:lnTo>
                <a:lnTo>
                  <a:pt x="1118" y="315"/>
                </a:lnTo>
                <a:lnTo>
                  <a:pt x="1117" y="314"/>
                </a:lnTo>
                <a:lnTo>
                  <a:pt x="1118" y="314"/>
                </a:lnTo>
                <a:lnTo>
                  <a:pt x="1119" y="313"/>
                </a:lnTo>
                <a:lnTo>
                  <a:pt x="1119" y="312"/>
                </a:lnTo>
                <a:lnTo>
                  <a:pt x="1120" y="311"/>
                </a:lnTo>
                <a:lnTo>
                  <a:pt x="1121" y="311"/>
                </a:lnTo>
                <a:lnTo>
                  <a:pt x="1121" y="310"/>
                </a:lnTo>
                <a:lnTo>
                  <a:pt x="1122" y="309"/>
                </a:lnTo>
                <a:lnTo>
                  <a:pt x="1123" y="309"/>
                </a:lnTo>
                <a:lnTo>
                  <a:pt x="1124" y="310"/>
                </a:lnTo>
                <a:lnTo>
                  <a:pt x="1124" y="311"/>
                </a:lnTo>
                <a:lnTo>
                  <a:pt x="1124" y="312"/>
                </a:lnTo>
                <a:lnTo>
                  <a:pt x="1125" y="313"/>
                </a:lnTo>
                <a:lnTo>
                  <a:pt x="1127" y="313"/>
                </a:lnTo>
                <a:lnTo>
                  <a:pt x="1127" y="314"/>
                </a:lnTo>
                <a:lnTo>
                  <a:pt x="1128" y="315"/>
                </a:lnTo>
                <a:lnTo>
                  <a:pt x="1129" y="314"/>
                </a:lnTo>
                <a:lnTo>
                  <a:pt x="1129" y="313"/>
                </a:lnTo>
                <a:lnTo>
                  <a:pt x="1129" y="312"/>
                </a:lnTo>
                <a:lnTo>
                  <a:pt x="1129" y="311"/>
                </a:lnTo>
                <a:lnTo>
                  <a:pt x="1130" y="311"/>
                </a:lnTo>
                <a:lnTo>
                  <a:pt x="1130" y="310"/>
                </a:lnTo>
                <a:lnTo>
                  <a:pt x="1130" y="309"/>
                </a:lnTo>
                <a:lnTo>
                  <a:pt x="1129" y="309"/>
                </a:lnTo>
                <a:lnTo>
                  <a:pt x="1129" y="308"/>
                </a:lnTo>
                <a:lnTo>
                  <a:pt x="1130" y="308"/>
                </a:lnTo>
                <a:lnTo>
                  <a:pt x="1130" y="307"/>
                </a:lnTo>
                <a:lnTo>
                  <a:pt x="1130" y="306"/>
                </a:lnTo>
                <a:lnTo>
                  <a:pt x="1131" y="305"/>
                </a:lnTo>
                <a:lnTo>
                  <a:pt x="1131" y="304"/>
                </a:lnTo>
                <a:lnTo>
                  <a:pt x="1131" y="303"/>
                </a:lnTo>
                <a:lnTo>
                  <a:pt x="1132" y="302"/>
                </a:lnTo>
                <a:lnTo>
                  <a:pt x="1133" y="302"/>
                </a:lnTo>
                <a:lnTo>
                  <a:pt x="1133" y="303"/>
                </a:lnTo>
                <a:lnTo>
                  <a:pt x="1134" y="304"/>
                </a:lnTo>
                <a:lnTo>
                  <a:pt x="1135" y="304"/>
                </a:lnTo>
                <a:lnTo>
                  <a:pt x="1135" y="305"/>
                </a:lnTo>
                <a:lnTo>
                  <a:pt x="1136" y="304"/>
                </a:lnTo>
                <a:lnTo>
                  <a:pt x="1137" y="304"/>
                </a:lnTo>
                <a:lnTo>
                  <a:pt x="1139" y="305"/>
                </a:lnTo>
                <a:lnTo>
                  <a:pt x="1141" y="305"/>
                </a:lnTo>
                <a:lnTo>
                  <a:pt x="1142" y="305"/>
                </a:lnTo>
                <a:lnTo>
                  <a:pt x="1144" y="305"/>
                </a:lnTo>
                <a:lnTo>
                  <a:pt x="1145" y="305"/>
                </a:lnTo>
                <a:lnTo>
                  <a:pt x="1145" y="304"/>
                </a:lnTo>
                <a:lnTo>
                  <a:pt x="1144" y="304"/>
                </a:lnTo>
                <a:lnTo>
                  <a:pt x="1144" y="303"/>
                </a:lnTo>
                <a:lnTo>
                  <a:pt x="1145" y="303"/>
                </a:lnTo>
                <a:lnTo>
                  <a:pt x="1146" y="302"/>
                </a:lnTo>
                <a:lnTo>
                  <a:pt x="1147" y="300"/>
                </a:lnTo>
                <a:lnTo>
                  <a:pt x="1147" y="299"/>
                </a:lnTo>
                <a:lnTo>
                  <a:pt x="1146" y="299"/>
                </a:lnTo>
                <a:lnTo>
                  <a:pt x="1145" y="299"/>
                </a:lnTo>
                <a:lnTo>
                  <a:pt x="1145" y="298"/>
                </a:lnTo>
                <a:lnTo>
                  <a:pt x="1145" y="297"/>
                </a:lnTo>
                <a:lnTo>
                  <a:pt x="1146" y="297"/>
                </a:lnTo>
                <a:lnTo>
                  <a:pt x="1146" y="296"/>
                </a:lnTo>
                <a:lnTo>
                  <a:pt x="1145" y="296"/>
                </a:lnTo>
                <a:lnTo>
                  <a:pt x="1145" y="295"/>
                </a:lnTo>
                <a:lnTo>
                  <a:pt x="1145" y="294"/>
                </a:lnTo>
                <a:lnTo>
                  <a:pt x="1145" y="293"/>
                </a:lnTo>
                <a:lnTo>
                  <a:pt x="1146" y="292"/>
                </a:lnTo>
                <a:lnTo>
                  <a:pt x="1147" y="291"/>
                </a:lnTo>
                <a:lnTo>
                  <a:pt x="1148" y="291"/>
                </a:lnTo>
                <a:lnTo>
                  <a:pt x="1148" y="290"/>
                </a:lnTo>
                <a:lnTo>
                  <a:pt x="1149" y="289"/>
                </a:lnTo>
                <a:lnTo>
                  <a:pt x="1148" y="288"/>
                </a:lnTo>
                <a:lnTo>
                  <a:pt x="1148" y="287"/>
                </a:lnTo>
                <a:lnTo>
                  <a:pt x="1147" y="287"/>
                </a:lnTo>
                <a:lnTo>
                  <a:pt x="1148" y="287"/>
                </a:lnTo>
                <a:lnTo>
                  <a:pt x="1148" y="286"/>
                </a:lnTo>
                <a:lnTo>
                  <a:pt x="1150" y="285"/>
                </a:lnTo>
                <a:lnTo>
                  <a:pt x="1152" y="284"/>
                </a:lnTo>
                <a:lnTo>
                  <a:pt x="1153" y="284"/>
                </a:lnTo>
                <a:lnTo>
                  <a:pt x="1154" y="284"/>
                </a:lnTo>
                <a:lnTo>
                  <a:pt x="1156" y="284"/>
                </a:lnTo>
                <a:lnTo>
                  <a:pt x="1157" y="285"/>
                </a:lnTo>
                <a:lnTo>
                  <a:pt x="1156" y="286"/>
                </a:lnTo>
                <a:lnTo>
                  <a:pt x="1157" y="287"/>
                </a:lnTo>
                <a:lnTo>
                  <a:pt x="1157" y="288"/>
                </a:lnTo>
                <a:lnTo>
                  <a:pt x="1157" y="289"/>
                </a:lnTo>
                <a:lnTo>
                  <a:pt x="1158" y="289"/>
                </a:lnTo>
                <a:lnTo>
                  <a:pt x="1159" y="290"/>
                </a:lnTo>
                <a:lnTo>
                  <a:pt x="1160" y="290"/>
                </a:lnTo>
                <a:lnTo>
                  <a:pt x="1160" y="291"/>
                </a:lnTo>
                <a:lnTo>
                  <a:pt x="1160" y="292"/>
                </a:lnTo>
                <a:lnTo>
                  <a:pt x="1161" y="292"/>
                </a:lnTo>
                <a:lnTo>
                  <a:pt x="1162" y="292"/>
                </a:lnTo>
                <a:lnTo>
                  <a:pt x="1162" y="291"/>
                </a:lnTo>
                <a:lnTo>
                  <a:pt x="1163" y="291"/>
                </a:lnTo>
                <a:lnTo>
                  <a:pt x="1163" y="292"/>
                </a:lnTo>
                <a:lnTo>
                  <a:pt x="1163" y="293"/>
                </a:lnTo>
                <a:lnTo>
                  <a:pt x="1164" y="294"/>
                </a:lnTo>
                <a:lnTo>
                  <a:pt x="1165" y="293"/>
                </a:lnTo>
                <a:lnTo>
                  <a:pt x="1166" y="293"/>
                </a:lnTo>
                <a:lnTo>
                  <a:pt x="1167" y="293"/>
                </a:lnTo>
                <a:lnTo>
                  <a:pt x="1167" y="292"/>
                </a:lnTo>
                <a:lnTo>
                  <a:pt x="1168" y="293"/>
                </a:lnTo>
                <a:lnTo>
                  <a:pt x="1167" y="294"/>
                </a:lnTo>
                <a:lnTo>
                  <a:pt x="1167" y="295"/>
                </a:lnTo>
                <a:lnTo>
                  <a:pt x="1167" y="296"/>
                </a:lnTo>
                <a:lnTo>
                  <a:pt x="1167" y="297"/>
                </a:lnTo>
                <a:lnTo>
                  <a:pt x="1166" y="298"/>
                </a:lnTo>
                <a:lnTo>
                  <a:pt x="1166" y="300"/>
                </a:lnTo>
                <a:lnTo>
                  <a:pt x="1165" y="301"/>
                </a:lnTo>
                <a:lnTo>
                  <a:pt x="1165" y="302"/>
                </a:lnTo>
                <a:lnTo>
                  <a:pt x="1165" y="303"/>
                </a:lnTo>
                <a:lnTo>
                  <a:pt x="1166" y="303"/>
                </a:lnTo>
                <a:lnTo>
                  <a:pt x="1166" y="305"/>
                </a:lnTo>
                <a:lnTo>
                  <a:pt x="1165" y="306"/>
                </a:lnTo>
                <a:lnTo>
                  <a:pt x="1165" y="307"/>
                </a:lnTo>
                <a:lnTo>
                  <a:pt x="1165" y="308"/>
                </a:lnTo>
                <a:lnTo>
                  <a:pt x="1166" y="308"/>
                </a:lnTo>
                <a:lnTo>
                  <a:pt x="1166" y="309"/>
                </a:lnTo>
                <a:lnTo>
                  <a:pt x="1166" y="310"/>
                </a:lnTo>
                <a:lnTo>
                  <a:pt x="1166" y="311"/>
                </a:lnTo>
                <a:lnTo>
                  <a:pt x="1166" y="313"/>
                </a:lnTo>
                <a:lnTo>
                  <a:pt x="1165" y="314"/>
                </a:lnTo>
                <a:lnTo>
                  <a:pt x="1165" y="315"/>
                </a:lnTo>
                <a:lnTo>
                  <a:pt x="1165" y="316"/>
                </a:lnTo>
                <a:lnTo>
                  <a:pt x="1166" y="317"/>
                </a:lnTo>
                <a:lnTo>
                  <a:pt x="1166" y="318"/>
                </a:lnTo>
                <a:lnTo>
                  <a:pt x="1167" y="318"/>
                </a:lnTo>
                <a:lnTo>
                  <a:pt x="1167" y="319"/>
                </a:lnTo>
                <a:lnTo>
                  <a:pt x="1167" y="320"/>
                </a:lnTo>
                <a:lnTo>
                  <a:pt x="1168" y="320"/>
                </a:lnTo>
                <a:lnTo>
                  <a:pt x="1169" y="320"/>
                </a:lnTo>
                <a:lnTo>
                  <a:pt x="1169" y="319"/>
                </a:lnTo>
                <a:lnTo>
                  <a:pt x="1170" y="319"/>
                </a:lnTo>
                <a:lnTo>
                  <a:pt x="1171" y="320"/>
                </a:lnTo>
                <a:lnTo>
                  <a:pt x="1172" y="320"/>
                </a:lnTo>
                <a:lnTo>
                  <a:pt x="1173" y="320"/>
                </a:lnTo>
                <a:lnTo>
                  <a:pt x="1174" y="321"/>
                </a:lnTo>
                <a:lnTo>
                  <a:pt x="1175" y="322"/>
                </a:lnTo>
                <a:lnTo>
                  <a:pt x="1175" y="324"/>
                </a:lnTo>
                <a:lnTo>
                  <a:pt x="1174" y="324"/>
                </a:lnTo>
                <a:lnTo>
                  <a:pt x="1174" y="325"/>
                </a:lnTo>
                <a:lnTo>
                  <a:pt x="1173" y="325"/>
                </a:lnTo>
                <a:lnTo>
                  <a:pt x="1174" y="326"/>
                </a:lnTo>
                <a:lnTo>
                  <a:pt x="1175" y="327"/>
                </a:lnTo>
                <a:lnTo>
                  <a:pt x="1176" y="327"/>
                </a:lnTo>
                <a:lnTo>
                  <a:pt x="1176" y="326"/>
                </a:lnTo>
                <a:lnTo>
                  <a:pt x="1177" y="325"/>
                </a:lnTo>
                <a:lnTo>
                  <a:pt x="1178" y="324"/>
                </a:lnTo>
                <a:lnTo>
                  <a:pt x="1179" y="324"/>
                </a:lnTo>
                <a:lnTo>
                  <a:pt x="1180" y="324"/>
                </a:lnTo>
                <a:lnTo>
                  <a:pt x="1180" y="325"/>
                </a:lnTo>
                <a:lnTo>
                  <a:pt x="1181" y="325"/>
                </a:lnTo>
                <a:lnTo>
                  <a:pt x="1181" y="324"/>
                </a:lnTo>
                <a:lnTo>
                  <a:pt x="1181" y="325"/>
                </a:lnTo>
                <a:lnTo>
                  <a:pt x="1182" y="326"/>
                </a:lnTo>
                <a:lnTo>
                  <a:pt x="1182" y="327"/>
                </a:lnTo>
                <a:lnTo>
                  <a:pt x="1183" y="327"/>
                </a:lnTo>
                <a:lnTo>
                  <a:pt x="1184" y="327"/>
                </a:lnTo>
                <a:lnTo>
                  <a:pt x="1185" y="327"/>
                </a:lnTo>
                <a:lnTo>
                  <a:pt x="1186" y="326"/>
                </a:lnTo>
                <a:lnTo>
                  <a:pt x="1186" y="325"/>
                </a:lnTo>
                <a:lnTo>
                  <a:pt x="1187" y="324"/>
                </a:lnTo>
                <a:lnTo>
                  <a:pt x="1188" y="322"/>
                </a:lnTo>
                <a:lnTo>
                  <a:pt x="1189" y="322"/>
                </a:lnTo>
                <a:lnTo>
                  <a:pt x="1190" y="323"/>
                </a:lnTo>
                <a:lnTo>
                  <a:pt x="1191" y="323"/>
                </a:lnTo>
                <a:lnTo>
                  <a:pt x="1192" y="322"/>
                </a:lnTo>
                <a:lnTo>
                  <a:pt x="1193" y="322"/>
                </a:lnTo>
                <a:lnTo>
                  <a:pt x="1194" y="322"/>
                </a:lnTo>
                <a:lnTo>
                  <a:pt x="1194" y="321"/>
                </a:lnTo>
                <a:lnTo>
                  <a:pt x="1195" y="322"/>
                </a:lnTo>
                <a:lnTo>
                  <a:pt x="1196" y="322"/>
                </a:lnTo>
                <a:lnTo>
                  <a:pt x="1196" y="323"/>
                </a:lnTo>
                <a:lnTo>
                  <a:pt x="1197" y="323"/>
                </a:lnTo>
                <a:lnTo>
                  <a:pt x="1198" y="324"/>
                </a:lnTo>
                <a:lnTo>
                  <a:pt x="1198" y="325"/>
                </a:lnTo>
                <a:lnTo>
                  <a:pt x="1197" y="326"/>
                </a:lnTo>
                <a:lnTo>
                  <a:pt x="1196" y="327"/>
                </a:lnTo>
                <a:lnTo>
                  <a:pt x="1196" y="328"/>
                </a:lnTo>
                <a:lnTo>
                  <a:pt x="1195" y="328"/>
                </a:lnTo>
                <a:lnTo>
                  <a:pt x="1196" y="329"/>
                </a:lnTo>
                <a:lnTo>
                  <a:pt x="1197" y="330"/>
                </a:lnTo>
                <a:lnTo>
                  <a:pt x="1196" y="332"/>
                </a:lnTo>
                <a:lnTo>
                  <a:pt x="1195" y="333"/>
                </a:lnTo>
                <a:lnTo>
                  <a:pt x="1196" y="333"/>
                </a:lnTo>
                <a:lnTo>
                  <a:pt x="1198" y="334"/>
                </a:lnTo>
                <a:lnTo>
                  <a:pt x="1199" y="334"/>
                </a:lnTo>
                <a:lnTo>
                  <a:pt x="1199" y="333"/>
                </a:lnTo>
                <a:lnTo>
                  <a:pt x="1200" y="334"/>
                </a:lnTo>
                <a:lnTo>
                  <a:pt x="1201" y="334"/>
                </a:lnTo>
                <a:lnTo>
                  <a:pt x="1201" y="335"/>
                </a:lnTo>
                <a:lnTo>
                  <a:pt x="1202" y="335"/>
                </a:lnTo>
                <a:lnTo>
                  <a:pt x="1202" y="334"/>
                </a:lnTo>
                <a:lnTo>
                  <a:pt x="1203" y="334"/>
                </a:lnTo>
                <a:lnTo>
                  <a:pt x="1203" y="333"/>
                </a:lnTo>
                <a:lnTo>
                  <a:pt x="1203" y="332"/>
                </a:lnTo>
                <a:lnTo>
                  <a:pt x="1204" y="332"/>
                </a:lnTo>
                <a:lnTo>
                  <a:pt x="1205" y="332"/>
                </a:lnTo>
                <a:lnTo>
                  <a:pt x="1205" y="331"/>
                </a:lnTo>
                <a:lnTo>
                  <a:pt x="1206" y="332"/>
                </a:lnTo>
                <a:lnTo>
                  <a:pt x="1207" y="332"/>
                </a:lnTo>
                <a:lnTo>
                  <a:pt x="1208" y="333"/>
                </a:lnTo>
                <a:lnTo>
                  <a:pt x="1208" y="334"/>
                </a:lnTo>
                <a:lnTo>
                  <a:pt x="1208" y="336"/>
                </a:lnTo>
                <a:lnTo>
                  <a:pt x="1209" y="337"/>
                </a:lnTo>
                <a:lnTo>
                  <a:pt x="1209" y="338"/>
                </a:lnTo>
                <a:lnTo>
                  <a:pt x="1210" y="339"/>
                </a:lnTo>
                <a:lnTo>
                  <a:pt x="1211" y="339"/>
                </a:lnTo>
                <a:lnTo>
                  <a:pt x="1211" y="338"/>
                </a:lnTo>
                <a:lnTo>
                  <a:pt x="1211" y="337"/>
                </a:lnTo>
                <a:lnTo>
                  <a:pt x="1212" y="337"/>
                </a:lnTo>
                <a:lnTo>
                  <a:pt x="1212" y="339"/>
                </a:lnTo>
                <a:lnTo>
                  <a:pt x="1212" y="340"/>
                </a:lnTo>
                <a:lnTo>
                  <a:pt x="1211" y="340"/>
                </a:lnTo>
                <a:lnTo>
                  <a:pt x="1212" y="342"/>
                </a:lnTo>
                <a:lnTo>
                  <a:pt x="1212" y="343"/>
                </a:lnTo>
                <a:lnTo>
                  <a:pt x="1211" y="343"/>
                </a:lnTo>
                <a:lnTo>
                  <a:pt x="1211" y="344"/>
                </a:lnTo>
                <a:lnTo>
                  <a:pt x="1211" y="345"/>
                </a:lnTo>
                <a:lnTo>
                  <a:pt x="1212" y="345"/>
                </a:lnTo>
                <a:lnTo>
                  <a:pt x="1213" y="346"/>
                </a:lnTo>
                <a:lnTo>
                  <a:pt x="1214" y="347"/>
                </a:lnTo>
                <a:lnTo>
                  <a:pt x="1214" y="348"/>
                </a:lnTo>
                <a:lnTo>
                  <a:pt x="1215" y="349"/>
                </a:lnTo>
                <a:lnTo>
                  <a:pt x="1216" y="348"/>
                </a:lnTo>
                <a:lnTo>
                  <a:pt x="1216" y="347"/>
                </a:lnTo>
                <a:lnTo>
                  <a:pt x="1218" y="348"/>
                </a:lnTo>
                <a:lnTo>
                  <a:pt x="1219" y="348"/>
                </a:lnTo>
                <a:lnTo>
                  <a:pt x="1219" y="349"/>
                </a:lnTo>
                <a:lnTo>
                  <a:pt x="1220" y="348"/>
                </a:lnTo>
                <a:lnTo>
                  <a:pt x="1220" y="347"/>
                </a:lnTo>
                <a:lnTo>
                  <a:pt x="1221" y="347"/>
                </a:lnTo>
                <a:lnTo>
                  <a:pt x="1222" y="347"/>
                </a:lnTo>
                <a:lnTo>
                  <a:pt x="1223" y="348"/>
                </a:lnTo>
                <a:lnTo>
                  <a:pt x="1223" y="349"/>
                </a:lnTo>
                <a:lnTo>
                  <a:pt x="1224" y="350"/>
                </a:lnTo>
                <a:lnTo>
                  <a:pt x="1225" y="351"/>
                </a:lnTo>
                <a:lnTo>
                  <a:pt x="1225" y="352"/>
                </a:lnTo>
                <a:lnTo>
                  <a:pt x="1226" y="352"/>
                </a:lnTo>
                <a:lnTo>
                  <a:pt x="1227" y="353"/>
                </a:lnTo>
                <a:lnTo>
                  <a:pt x="1227" y="354"/>
                </a:lnTo>
                <a:lnTo>
                  <a:pt x="1227" y="355"/>
                </a:lnTo>
                <a:lnTo>
                  <a:pt x="1227" y="356"/>
                </a:lnTo>
                <a:lnTo>
                  <a:pt x="1227" y="357"/>
                </a:lnTo>
                <a:lnTo>
                  <a:pt x="1227" y="358"/>
                </a:lnTo>
                <a:lnTo>
                  <a:pt x="1227" y="359"/>
                </a:lnTo>
                <a:lnTo>
                  <a:pt x="1226" y="359"/>
                </a:lnTo>
                <a:lnTo>
                  <a:pt x="1226" y="360"/>
                </a:lnTo>
                <a:lnTo>
                  <a:pt x="1227" y="361"/>
                </a:lnTo>
                <a:lnTo>
                  <a:pt x="1228" y="362"/>
                </a:lnTo>
                <a:lnTo>
                  <a:pt x="1229" y="362"/>
                </a:lnTo>
                <a:lnTo>
                  <a:pt x="1229" y="363"/>
                </a:lnTo>
                <a:lnTo>
                  <a:pt x="1229" y="364"/>
                </a:lnTo>
                <a:lnTo>
                  <a:pt x="1230" y="365"/>
                </a:lnTo>
                <a:lnTo>
                  <a:pt x="1231" y="365"/>
                </a:lnTo>
                <a:lnTo>
                  <a:pt x="1231" y="366"/>
                </a:lnTo>
                <a:lnTo>
                  <a:pt x="1231" y="367"/>
                </a:lnTo>
                <a:lnTo>
                  <a:pt x="1231" y="368"/>
                </a:lnTo>
                <a:lnTo>
                  <a:pt x="1232" y="368"/>
                </a:lnTo>
                <a:lnTo>
                  <a:pt x="1233" y="369"/>
                </a:lnTo>
                <a:lnTo>
                  <a:pt x="1235" y="370"/>
                </a:lnTo>
                <a:lnTo>
                  <a:pt x="1236" y="371"/>
                </a:lnTo>
                <a:lnTo>
                  <a:pt x="1237" y="371"/>
                </a:lnTo>
                <a:lnTo>
                  <a:pt x="1238" y="371"/>
                </a:lnTo>
                <a:lnTo>
                  <a:pt x="1238" y="370"/>
                </a:lnTo>
                <a:lnTo>
                  <a:pt x="1238" y="369"/>
                </a:lnTo>
                <a:lnTo>
                  <a:pt x="1238" y="368"/>
                </a:lnTo>
                <a:lnTo>
                  <a:pt x="1238" y="367"/>
                </a:lnTo>
                <a:lnTo>
                  <a:pt x="1239" y="368"/>
                </a:lnTo>
                <a:lnTo>
                  <a:pt x="1239" y="367"/>
                </a:lnTo>
                <a:lnTo>
                  <a:pt x="1239" y="366"/>
                </a:lnTo>
                <a:lnTo>
                  <a:pt x="1239" y="365"/>
                </a:lnTo>
                <a:lnTo>
                  <a:pt x="1240" y="364"/>
                </a:lnTo>
                <a:lnTo>
                  <a:pt x="1241" y="363"/>
                </a:lnTo>
                <a:lnTo>
                  <a:pt x="1242" y="362"/>
                </a:lnTo>
                <a:lnTo>
                  <a:pt x="1243" y="362"/>
                </a:lnTo>
                <a:lnTo>
                  <a:pt x="1244" y="362"/>
                </a:lnTo>
                <a:lnTo>
                  <a:pt x="1244" y="360"/>
                </a:lnTo>
                <a:lnTo>
                  <a:pt x="1245" y="359"/>
                </a:lnTo>
                <a:lnTo>
                  <a:pt x="1245" y="358"/>
                </a:lnTo>
                <a:lnTo>
                  <a:pt x="1245" y="356"/>
                </a:lnTo>
                <a:lnTo>
                  <a:pt x="1245" y="355"/>
                </a:lnTo>
                <a:lnTo>
                  <a:pt x="1245" y="354"/>
                </a:lnTo>
                <a:lnTo>
                  <a:pt x="1246" y="354"/>
                </a:lnTo>
                <a:lnTo>
                  <a:pt x="1246" y="355"/>
                </a:lnTo>
                <a:lnTo>
                  <a:pt x="1248" y="355"/>
                </a:lnTo>
                <a:lnTo>
                  <a:pt x="1248" y="356"/>
                </a:lnTo>
                <a:lnTo>
                  <a:pt x="1249" y="356"/>
                </a:lnTo>
                <a:lnTo>
                  <a:pt x="1250" y="356"/>
                </a:lnTo>
                <a:lnTo>
                  <a:pt x="1251" y="356"/>
                </a:lnTo>
                <a:lnTo>
                  <a:pt x="1252" y="357"/>
                </a:lnTo>
                <a:lnTo>
                  <a:pt x="1253" y="357"/>
                </a:lnTo>
                <a:lnTo>
                  <a:pt x="1254" y="357"/>
                </a:lnTo>
                <a:lnTo>
                  <a:pt x="1255" y="357"/>
                </a:lnTo>
                <a:lnTo>
                  <a:pt x="1256" y="357"/>
                </a:lnTo>
                <a:lnTo>
                  <a:pt x="1257" y="357"/>
                </a:lnTo>
                <a:lnTo>
                  <a:pt x="1257" y="358"/>
                </a:lnTo>
                <a:lnTo>
                  <a:pt x="1257" y="359"/>
                </a:lnTo>
                <a:lnTo>
                  <a:pt x="1257" y="360"/>
                </a:lnTo>
                <a:lnTo>
                  <a:pt x="1257" y="361"/>
                </a:lnTo>
                <a:lnTo>
                  <a:pt x="1259" y="361"/>
                </a:lnTo>
                <a:lnTo>
                  <a:pt x="1260" y="361"/>
                </a:lnTo>
                <a:lnTo>
                  <a:pt x="1261" y="362"/>
                </a:lnTo>
                <a:lnTo>
                  <a:pt x="1261" y="363"/>
                </a:lnTo>
                <a:lnTo>
                  <a:pt x="1262" y="364"/>
                </a:lnTo>
                <a:lnTo>
                  <a:pt x="1262" y="365"/>
                </a:lnTo>
                <a:lnTo>
                  <a:pt x="1262" y="366"/>
                </a:lnTo>
                <a:lnTo>
                  <a:pt x="1263" y="366"/>
                </a:lnTo>
                <a:lnTo>
                  <a:pt x="1264" y="366"/>
                </a:lnTo>
                <a:lnTo>
                  <a:pt x="1265" y="367"/>
                </a:lnTo>
                <a:lnTo>
                  <a:pt x="1265" y="368"/>
                </a:lnTo>
                <a:lnTo>
                  <a:pt x="1266" y="368"/>
                </a:lnTo>
                <a:lnTo>
                  <a:pt x="1266" y="369"/>
                </a:lnTo>
                <a:lnTo>
                  <a:pt x="1267" y="370"/>
                </a:lnTo>
                <a:lnTo>
                  <a:pt x="1267" y="371"/>
                </a:lnTo>
                <a:lnTo>
                  <a:pt x="1268" y="372"/>
                </a:lnTo>
                <a:lnTo>
                  <a:pt x="1269" y="373"/>
                </a:lnTo>
                <a:lnTo>
                  <a:pt x="1269" y="374"/>
                </a:lnTo>
                <a:lnTo>
                  <a:pt x="1268" y="374"/>
                </a:lnTo>
                <a:lnTo>
                  <a:pt x="1269" y="375"/>
                </a:lnTo>
                <a:lnTo>
                  <a:pt x="1269" y="376"/>
                </a:lnTo>
                <a:lnTo>
                  <a:pt x="1270" y="376"/>
                </a:lnTo>
                <a:lnTo>
                  <a:pt x="1271" y="375"/>
                </a:lnTo>
                <a:lnTo>
                  <a:pt x="1272" y="374"/>
                </a:lnTo>
                <a:lnTo>
                  <a:pt x="1272" y="373"/>
                </a:lnTo>
                <a:lnTo>
                  <a:pt x="1272" y="372"/>
                </a:lnTo>
                <a:lnTo>
                  <a:pt x="1272" y="371"/>
                </a:lnTo>
                <a:lnTo>
                  <a:pt x="1273" y="371"/>
                </a:lnTo>
                <a:lnTo>
                  <a:pt x="1274" y="371"/>
                </a:lnTo>
                <a:lnTo>
                  <a:pt x="1275" y="371"/>
                </a:lnTo>
                <a:lnTo>
                  <a:pt x="1276" y="370"/>
                </a:lnTo>
                <a:lnTo>
                  <a:pt x="1277" y="371"/>
                </a:lnTo>
                <a:lnTo>
                  <a:pt x="1278" y="371"/>
                </a:lnTo>
                <a:lnTo>
                  <a:pt x="1281" y="370"/>
                </a:lnTo>
                <a:lnTo>
                  <a:pt x="1281" y="369"/>
                </a:lnTo>
                <a:lnTo>
                  <a:pt x="1281" y="368"/>
                </a:lnTo>
                <a:lnTo>
                  <a:pt x="1282" y="368"/>
                </a:lnTo>
                <a:lnTo>
                  <a:pt x="1282" y="367"/>
                </a:lnTo>
                <a:lnTo>
                  <a:pt x="1283" y="366"/>
                </a:lnTo>
                <a:lnTo>
                  <a:pt x="1284" y="366"/>
                </a:lnTo>
                <a:lnTo>
                  <a:pt x="1286" y="365"/>
                </a:lnTo>
                <a:lnTo>
                  <a:pt x="1287" y="365"/>
                </a:lnTo>
                <a:lnTo>
                  <a:pt x="1288" y="366"/>
                </a:lnTo>
                <a:lnTo>
                  <a:pt x="1288" y="367"/>
                </a:lnTo>
                <a:lnTo>
                  <a:pt x="1289" y="368"/>
                </a:lnTo>
                <a:lnTo>
                  <a:pt x="1289" y="369"/>
                </a:lnTo>
                <a:lnTo>
                  <a:pt x="1290" y="369"/>
                </a:lnTo>
                <a:lnTo>
                  <a:pt x="1290" y="370"/>
                </a:lnTo>
                <a:lnTo>
                  <a:pt x="1289" y="370"/>
                </a:lnTo>
                <a:lnTo>
                  <a:pt x="1289" y="371"/>
                </a:lnTo>
                <a:lnTo>
                  <a:pt x="1290" y="371"/>
                </a:lnTo>
                <a:lnTo>
                  <a:pt x="1290" y="372"/>
                </a:lnTo>
                <a:lnTo>
                  <a:pt x="1290" y="374"/>
                </a:lnTo>
                <a:lnTo>
                  <a:pt x="1291" y="375"/>
                </a:lnTo>
                <a:lnTo>
                  <a:pt x="1291" y="376"/>
                </a:lnTo>
                <a:lnTo>
                  <a:pt x="1292" y="376"/>
                </a:lnTo>
                <a:lnTo>
                  <a:pt x="1293" y="376"/>
                </a:lnTo>
                <a:lnTo>
                  <a:pt x="1294" y="376"/>
                </a:lnTo>
                <a:lnTo>
                  <a:pt x="1295" y="377"/>
                </a:lnTo>
                <a:lnTo>
                  <a:pt x="1296" y="377"/>
                </a:lnTo>
                <a:lnTo>
                  <a:pt x="1296" y="378"/>
                </a:lnTo>
                <a:lnTo>
                  <a:pt x="1297" y="379"/>
                </a:lnTo>
                <a:lnTo>
                  <a:pt x="1298" y="380"/>
                </a:lnTo>
                <a:lnTo>
                  <a:pt x="1299" y="380"/>
                </a:lnTo>
                <a:lnTo>
                  <a:pt x="1300" y="380"/>
                </a:lnTo>
                <a:lnTo>
                  <a:pt x="1300" y="381"/>
                </a:lnTo>
                <a:lnTo>
                  <a:pt x="1300" y="382"/>
                </a:lnTo>
                <a:lnTo>
                  <a:pt x="1300" y="383"/>
                </a:lnTo>
                <a:lnTo>
                  <a:pt x="1299" y="385"/>
                </a:lnTo>
                <a:lnTo>
                  <a:pt x="1300" y="385"/>
                </a:lnTo>
                <a:lnTo>
                  <a:pt x="1300" y="386"/>
                </a:lnTo>
                <a:lnTo>
                  <a:pt x="1301" y="386"/>
                </a:lnTo>
                <a:lnTo>
                  <a:pt x="1301" y="385"/>
                </a:lnTo>
                <a:lnTo>
                  <a:pt x="1302" y="385"/>
                </a:lnTo>
                <a:lnTo>
                  <a:pt x="1303" y="385"/>
                </a:lnTo>
                <a:lnTo>
                  <a:pt x="1304" y="386"/>
                </a:lnTo>
                <a:lnTo>
                  <a:pt x="1305" y="386"/>
                </a:lnTo>
                <a:lnTo>
                  <a:pt x="1305" y="385"/>
                </a:lnTo>
                <a:lnTo>
                  <a:pt x="1306" y="385"/>
                </a:lnTo>
                <a:lnTo>
                  <a:pt x="1307" y="384"/>
                </a:lnTo>
                <a:lnTo>
                  <a:pt x="1307" y="385"/>
                </a:lnTo>
                <a:lnTo>
                  <a:pt x="1308" y="386"/>
                </a:lnTo>
                <a:lnTo>
                  <a:pt x="1308" y="385"/>
                </a:lnTo>
                <a:lnTo>
                  <a:pt x="1309" y="385"/>
                </a:lnTo>
                <a:lnTo>
                  <a:pt x="1309" y="386"/>
                </a:lnTo>
                <a:lnTo>
                  <a:pt x="1310" y="386"/>
                </a:lnTo>
                <a:lnTo>
                  <a:pt x="1311" y="386"/>
                </a:lnTo>
                <a:lnTo>
                  <a:pt x="1312" y="387"/>
                </a:lnTo>
                <a:lnTo>
                  <a:pt x="1312" y="388"/>
                </a:lnTo>
                <a:lnTo>
                  <a:pt x="1312" y="389"/>
                </a:lnTo>
                <a:lnTo>
                  <a:pt x="1313" y="390"/>
                </a:lnTo>
                <a:lnTo>
                  <a:pt x="1314" y="390"/>
                </a:lnTo>
                <a:lnTo>
                  <a:pt x="1315" y="390"/>
                </a:lnTo>
                <a:lnTo>
                  <a:pt x="1316" y="391"/>
                </a:lnTo>
                <a:lnTo>
                  <a:pt x="1316" y="390"/>
                </a:lnTo>
                <a:lnTo>
                  <a:pt x="1317" y="389"/>
                </a:lnTo>
                <a:lnTo>
                  <a:pt x="1318" y="389"/>
                </a:lnTo>
                <a:lnTo>
                  <a:pt x="1319" y="389"/>
                </a:lnTo>
                <a:lnTo>
                  <a:pt x="1320" y="389"/>
                </a:lnTo>
                <a:lnTo>
                  <a:pt x="1321" y="389"/>
                </a:lnTo>
                <a:lnTo>
                  <a:pt x="1321" y="390"/>
                </a:lnTo>
                <a:lnTo>
                  <a:pt x="1321" y="392"/>
                </a:lnTo>
                <a:lnTo>
                  <a:pt x="1322" y="394"/>
                </a:lnTo>
                <a:lnTo>
                  <a:pt x="1323" y="395"/>
                </a:lnTo>
                <a:lnTo>
                  <a:pt x="1323" y="397"/>
                </a:lnTo>
                <a:lnTo>
                  <a:pt x="1323" y="398"/>
                </a:lnTo>
                <a:lnTo>
                  <a:pt x="1324" y="398"/>
                </a:lnTo>
                <a:lnTo>
                  <a:pt x="1324" y="399"/>
                </a:lnTo>
                <a:lnTo>
                  <a:pt x="1324" y="400"/>
                </a:lnTo>
                <a:lnTo>
                  <a:pt x="1324" y="401"/>
                </a:lnTo>
                <a:lnTo>
                  <a:pt x="1324" y="400"/>
                </a:lnTo>
                <a:lnTo>
                  <a:pt x="1323" y="400"/>
                </a:lnTo>
                <a:lnTo>
                  <a:pt x="1322" y="400"/>
                </a:lnTo>
                <a:lnTo>
                  <a:pt x="1322" y="401"/>
                </a:lnTo>
                <a:lnTo>
                  <a:pt x="1321" y="401"/>
                </a:lnTo>
                <a:lnTo>
                  <a:pt x="1320" y="400"/>
                </a:lnTo>
                <a:lnTo>
                  <a:pt x="1319" y="401"/>
                </a:lnTo>
                <a:lnTo>
                  <a:pt x="1318" y="401"/>
                </a:lnTo>
                <a:lnTo>
                  <a:pt x="1318" y="402"/>
                </a:lnTo>
                <a:lnTo>
                  <a:pt x="1317" y="402"/>
                </a:lnTo>
                <a:lnTo>
                  <a:pt x="1316" y="402"/>
                </a:lnTo>
                <a:lnTo>
                  <a:pt x="1316" y="403"/>
                </a:lnTo>
                <a:lnTo>
                  <a:pt x="1315" y="403"/>
                </a:lnTo>
                <a:lnTo>
                  <a:pt x="1314" y="403"/>
                </a:lnTo>
                <a:lnTo>
                  <a:pt x="1313" y="403"/>
                </a:lnTo>
                <a:lnTo>
                  <a:pt x="1313" y="404"/>
                </a:lnTo>
                <a:lnTo>
                  <a:pt x="1312" y="404"/>
                </a:lnTo>
                <a:lnTo>
                  <a:pt x="1312" y="405"/>
                </a:lnTo>
                <a:lnTo>
                  <a:pt x="1311" y="406"/>
                </a:lnTo>
                <a:lnTo>
                  <a:pt x="1310" y="407"/>
                </a:lnTo>
                <a:lnTo>
                  <a:pt x="1309" y="407"/>
                </a:lnTo>
                <a:lnTo>
                  <a:pt x="1308" y="408"/>
                </a:lnTo>
                <a:lnTo>
                  <a:pt x="1307" y="408"/>
                </a:lnTo>
                <a:lnTo>
                  <a:pt x="1308" y="409"/>
                </a:lnTo>
                <a:lnTo>
                  <a:pt x="1307" y="410"/>
                </a:lnTo>
                <a:lnTo>
                  <a:pt x="1305" y="411"/>
                </a:lnTo>
                <a:lnTo>
                  <a:pt x="1305" y="412"/>
                </a:lnTo>
                <a:lnTo>
                  <a:pt x="1304" y="413"/>
                </a:lnTo>
                <a:lnTo>
                  <a:pt x="1304" y="414"/>
                </a:lnTo>
                <a:lnTo>
                  <a:pt x="1303" y="414"/>
                </a:lnTo>
                <a:lnTo>
                  <a:pt x="1302" y="414"/>
                </a:lnTo>
                <a:lnTo>
                  <a:pt x="1302" y="415"/>
                </a:lnTo>
                <a:lnTo>
                  <a:pt x="1302" y="416"/>
                </a:lnTo>
                <a:lnTo>
                  <a:pt x="1302" y="417"/>
                </a:lnTo>
                <a:lnTo>
                  <a:pt x="1301" y="418"/>
                </a:lnTo>
                <a:lnTo>
                  <a:pt x="1300" y="418"/>
                </a:lnTo>
                <a:lnTo>
                  <a:pt x="1299" y="418"/>
                </a:lnTo>
                <a:lnTo>
                  <a:pt x="1299" y="417"/>
                </a:lnTo>
                <a:lnTo>
                  <a:pt x="1298" y="418"/>
                </a:lnTo>
                <a:lnTo>
                  <a:pt x="1297" y="418"/>
                </a:lnTo>
                <a:lnTo>
                  <a:pt x="1298" y="418"/>
                </a:lnTo>
                <a:lnTo>
                  <a:pt x="1297" y="419"/>
                </a:lnTo>
                <a:lnTo>
                  <a:pt x="1296" y="419"/>
                </a:lnTo>
                <a:lnTo>
                  <a:pt x="1295" y="419"/>
                </a:lnTo>
                <a:lnTo>
                  <a:pt x="1294" y="420"/>
                </a:lnTo>
                <a:lnTo>
                  <a:pt x="1293" y="421"/>
                </a:lnTo>
                <a:lnTo>
                  <a:pt x="1293" y="422"/>
                </a:lnTo>
                <a:lnTo>
                  <a:pt x="1292" y="422"/>
                </a:lnTo>
                <a:lnTo>
                  <a:pt x="1291" y="422"/>
                </a:lnTo>
                <a:lnTo>
                  <a:pt x="1291" y="423"/>
                </a:lnTo>
                <a:lnTo>
                  <a:pt x="1290" y="424"/>
                </a:lnTo>
                <a:lnTo>
                  <a:pt x="1291" y="424"/>
                </a:lnTo>
                <a:lnTo>
                  <a:pt x="1291" y="425"/>
                </a:lnTo>
                <a:lnTo>
                  <a:pt x="1290" y="426"/>
                </a:lnTo>
                <a:lnTo>
                  <a:pt x="1289" y="427"/>
                </a:lnTo>
                <a:lnTo>
                  <a:pt x="1288" y="428"/>
                </a:lnTo>
                <a:lnTo>
                  <a:pt x="1288" y="430"/>
                </a:lnTo>
                <a:lnTo>
                  <a:pt x="1289" y="432"/>
                </a:lnTo>
                <a:lnTo>
                  <a:pt x="1291" y="433"/>
                </a:lnTo>
                <a:lnTo>
                  <a:pt x="1292" y="433"/>
                </a:lnTo>
                <a:lnTo>
                  <a:pt x="1291" y="434"/>
                </a:lnTo>
                <a:lnTo>
                  <a:pt x="1291" y="435"/>
                </a:lnTo>
                <a:lnTo>
                  <a:pt x="1292" y="436"/>
                </a:lnTo>
                <a:lnTo>
                  <a:pt x="1292" y="437"/>
                </a:lnTo>
                <a:lnTo>
                  <a:pt x="1291" y="437"/>
                </a:lnTo>
                <a:lnTo>
                  <a:pt x="1291" y="438"/>
                </a:lnTo>
                <a:lnTo>
                  <a:pt x="1291" y="439"/>
                </a:lnTo>
                <a:lnTo>
                  <a:pt x="1291" y="440"/>
                </a:lnTo>
                <a:lnTo>
                  <a:pt x="1293" y="440"/>
                </a:lnTo>
                <a:lnTo>
                  <a:pt x="1294" y="440"/>
                </a:lnTo>
                <a:lnTo>
                  <a:pt x="1293" y="442"/>
                </a:lnTo>
                <a:lnTo>
                  <a:pt x="1292" y="443"/>
                </a:lnTo>
                <a:lnTo>
                  <a:pt x="1291" y="443"/>
                </a:lnTo>
                <a:lnTo>
                  <a:pt x="1291" y="444"/>
                </a:lnTo>
                <a:lnTo>
                  <a:pt x="1291" y="445"/>
                </a:lnTo>
                <a:lnTo>
                  <a:pt x="1291" y="446"/>
                </a:lnTo>
                <a:lnTo>
                  <a:pt x="1290" y="446"/>
                </a:lnTo>
                <a:lnTo>
                  <a:pt x="1289" y="446"/>
                </a:lnTo>
                <a:lnTo>
                  <a:pt x="1288" y="446"/>
                </a:lnTo>
                <a:lnTo>
                  <a:pt x="1287" y="447"/>
                </a:lnTo>
                <a:lnTo>
                  <a:pt x="1286" y="447"/>
                </a:lnTo>
                <a:lnTo>
                  <a:pt x="1285" y="447"/>
                </a:lnTo>
                <a:lnTo>
                  <a:pt x="1282" y="446"/>
                </a:lnTo>
                <a:lnTo>
                  <a:pt x="1280" y="446"/>
                </a:lnTo>
                <a:lnTo>
                  <a:pt x="1280" y="447"/>
                </a:lnTo>
                <a:lnTo>
                  <a:pt x="1278" y="449"/>
                </a:lnTo>
                <a:lnTo>
                  <a:pt x="1279" y="449"/>
                </a:lnTo>
                <a:lnTo>
                  <a:pt x="1279" y="450"/>
                </a:lnTo>
                <a:lnTo>
                  <a:pt x="1278" y="450"/>
                </a:lnTo>
                <a:lnTo>
                  <a:pt x="1278" y="453"/>
                </a:lnTo>
                <a:lnTo>
                  <a:pt x="1279" y="453"/>
                </a:lnTo>
                <a:lnTo>
                  <a:pt x="1278" y="453"/>
                </a:lnTo>
                <a:lnTo>
                  <a:pt x="1278" y="454"/>
                </a:lnTo>
                <a:lnTo>
                  <a:pt x="1277" y="455"/>
                </a:lnTo>
                <a:lnTo>
                  <a:pt x="1278" y="455"/>
                </a:lnTo>
                <a:lnTo>
                  <a:pt x="1278" y="456"/>
                </a:lnTo>
                <a:lnTo>
                  <a:pt x="1277" y="457"/>
                </a:lnTo>
                <a:lnTo>
                  <a:pt x="1277" y="459"/>
                </a:lnTo>
                <a:lnTo>
                  <a:pt x="1278" y="460"/>
                </a:lnTo>
                <a:lnTo>
                  <a:pt x="1277" y="461"/>
                </a:lnTo>
                <a:lnTo>
                  <a:pt x="1277" y="462"/>
                </a:lnTo>
                <a:lnTo>
                  <a:pt x="1278" y="463"/>
                </a:lnTo>
                <a:lnTo>
                  <a:pt x="1279" y="464"/>
                </a:lnTo>
                <a:lnTo>
                  <a:pt x="1279" y="465"/>
                </a:lnTo>
                <a:lnTo>
                  <a:pt x="1281" y="465"/>
                </a:lnTo>
                <a:lnTo>
                  <a:pt x="1281" y="466"/>
                </a:lnTo>
                <a:lnTo>
                  <a:pt x="1284" y="466"/>
                </a:lnTo>
                <a:lnTo>
                  <a:pt x="1284" y="467"/>
                </a:lnTo>
                <a:lnTo>
                  <a:pt x="1284" y="468"/>
                </a:lnTo>
                <a:lnTo>
                  <a:pt x="1285" y="470"/>
                </a:lnTo>
                <a:lnTo>
                  <a:pt x="1286" y="470"/>
                </a:lnTo>
                <a:lnTo>
                  <a:pt x="1287" y="471"/>
                </a:lnTo>
                <a:lnTo>
                  <a:pt x="1287" y="472"/>
                </a:lnTo>
                <a:lnTo>
                  <a:pt x="1287" y="473"/>
                </a:lnTo>
                <a:lnTo>
                  <a:pt x="1288" y="474"/>
                </a:lnTo>
                <a:lnTo>
                  <a:pt x="1287" y="474"/>
                </a:lnTo>
                <a:lnTo>
                  <a:pt x="1286" y="475"/>
                </a:lnTo>
                <a:lnTo>
                  <a:pt x="1287" y="477"/>
                </a:lnTo>
                <a:lnTo>
                  <a:pt x="1288" y="478"/>
                </a:lnTo>
                <a:lnTo>
                  <a:pt x="1289" y="479"/>
                </a:lnTo>
                <a:lnTo>
                  <a:pt x="1290" y="479"/>
                </a:lnTo>
                <a:lnTo>
                  <a:pt x="1290" y="478"/>
                </a:lnTo>
                <a:lnTo>
                  <a:pt x="1290" y="477"/>
                </a:lnTo>
                <a:lnTo>
                  <a:pt x="1291" y="477"/>
                </a:lnTo>
                <a:lnTo>
                  <a:pt x="1292" y="478"/>
                </a:lnTo>
                <a:lnTo>
                  <a:pt x="1293" y="478"/>
                </a:lnTo>
                <a:lnTo>
                  <a:pt x="1294" y="477"/>
                </a:lnTo>
                <a:lnTo>
                  <a:pt x="1294" y="478"/>
                </a:lnTo>
                <a:lnTo>
                  <a:pt x="1295" y="479"/>
                </a:lnTo>
                <a:lnTo>
                  <a:pt x="1295" y="480"/>
                </a:lnTo>
                <a:lnTo>
                  <a:pt x="1296" y="480"/>
                </a:lnTo>
                <a:lnTo>
                  <a:pt x="1297" y="480"/>
                </a:lnTo>
                <a:lnTo>
                  <a:pt x="1299" y="481"/>
                </a:lnTo>
                <a:lnTo>
                  <a:pt x="1300" y="482"/>
                </a:lnTo>
                <a:lnTo>
                  <a:pt x="1299" y="483"/>
                </a:lnTo>
                <a:lnTo>
                  <a:pt x="1299" y="484"/>
                </a:lnTo>
                <a:lnTo>
                  <a:pt x="1300" y="484"/>
                </a:lnTo>
                <a:lnTo>
                  <a:pt x="1301" y="486"/>
                </a:lnTo>
                <a:lnTo>
                  <a:pt x="1301" y="487"/>
                </a:lnTo>
                <a:lnTo>
                  <a:pt x="1301" y="488"/>
                </a:lnTo>
                <a:lnTo>
                  <a:pt x="1302" y="489"/>
                </a:lnTo>
                <a:lnTo>
                  <a:pt x="1303" y="489"/>
                </a:lnTo>
                <a:lnTo>
                  <a:pt x="1304" y="490"/>
                </a:lnTo>
                <a:lnTo>
                  <a:pt x="1305" y="492"/>
                </a:lnTo>
                <a:lnTo>
                  <a:pt x="1305" y="493"/>
                </a:lnTo>
                <a:lnTo>
                  <a:pt x="1307" y="493"/>
                </a:lnTo>
                <a:lnTo>
                  <a:pt x="1308" y="493"/>
                </a:lnTo>
                <a:lnTo>
                  <a:pt x="1307" y="495"/>
                </a:lnTo>
                <a:lnTo>
                  <a:pt x="1307" y="496"/>
                </a:lnTo>
                <a:lnTo>
                  <a:pt x="1306" y="496"/>
                </a:lnTo>
                <a:lnTo>
                  <a:pt x="1306" y="497"/>
                </a:lnTo>
                <a:lnTo>
                  <a:pt x="1306" y="498"/>
                </a:lnTo>
                <a:lnTo>
                  <a:pt x="1305" y="499"/>
                </a:lnTo>
                <a:lnTo>
                  <a:pt x="1306" y="500"/>
                </a:lnTo>
                <a:lnTo>
                  <a:pt x="1305" y="500"/>
                </a:lnTo>
                <a:lnTo>
                  <a:pt x="1305" y="501"/>
                </a:lnTo>
                <a:lnTo>
                  <a:pt x="1305" y="502"/>
                </a:lnTo>
                <a:lnTo>
                  <a:pt x="1305" y="503"/>
                </a:lnTo>
                <a:lnTo>
                  <a:pt x="1306" y="503"/>
                </a:lnTo>
                <a:lnTo>
                  <a:pt x="1306" y="504"/>
                </a:lnTo>
                <a:lnTo>
                  <a:pt x="1306" y="505"/>
                </a:lnTo>
                <a:lnTo>
                  <a:pt x="1305" y="505"/>
                </a:lnTo>
                <a:lnTo>
                  <a:pt x="1305" y="507"/>
                </a:lnTo>
                <a:lnTo>
                  <a:pt x="1305" y="508"/>
                </a:lnTo>
                <a:lnTo>
                  <a:pt x="1307" y="508"/>
                </a:lnTo>
                <a:lnTo>
                  <a:pt x="1308" y="508"/>
                </a:lnTo>
                <a:lnTo>
                  <a:pt x="1309" y="508"/>
                </a:lnTo>
                <a:lnTo>
                  <a:pt x="1309" y="509"/>
                </a:lnTo>
                <a:lnTo>
                  <a:pt x="1310" y="511"/>
                </a:lnTo>
                <a:lnTo>
                  <a:pt x="1310" y="512"/>
                </a:lnTo>
                <a:lnTo>
                  <a:pt x="1311" y="512"/>
                </a:lnTo>
                <a:lnTo>
                  <a:pt x="1311" y="511"/>
                </a:lnTo>
                <a:lnTo>
                  <a:pt x="1314" y="511"/>
                </a:lnTo>
                <a:lnTo>
                  <a:pt x="1315" y="512"/>
                </a:lnTo>
                <a:lnTo>
                  <a:pt x="1314" y="513"/>
                </a:lnTo>
                <a:lnTo>
                  <a:pt x="1313" y="513"/>
                </a:lnTo>
                <a:lnTo>
                  <a:pt x="1313" y="514"/>
                </a:lnTo>
                <a:lnTo>
                  <a:pt x="1312" y="513"/>
                </a:lnTo>
                <a:lnTo>
                  <a:pt x="1311" y="513"/>
                </a:lnTo>
                <a:lnTo>
                  <a:pt x="1311" y="514"/>
                </a:lnTo>
                <a:lnTo>
                  <a:pt x="1310" y="514"/>
                </a:lnTo>
                <a:lnTo>
                  <a:pt x="1310" y="516"/>
                </a:lnTo>
                <a:lnTo>
                  <a:pt x="1309" y="518"/>
                </a:lnTo>
                <a:lnTo>
                  <a:pt x="1308" y="518"/>
                </a:lnTo>
                <a:lnTo>
                  <a:pt x="1307" y="518"/>
                </a:lnTo>
                <a:lnTo>
                  <a:pt x="1307" y="519"/>
                </a:lnTo>
                <a:lnTo>
                  <a:pt x="1307" y="520"/>
                </a:lnTo>
                <a:lnTo>
                  <a:pt x="1306" y="520"/>
                </a:lnTo>
                <a:lnTo>
                  <a:pt x="1305" y="521"/>
                </a:lnTo>
                <a:lnTo>
                  <a:pt x="1305" y="522"/>
                </a:lnTo>
                <a:lnTo>
                  <a:pt x="1305" y="523"/>
                </a:lnTo>
                <a:lnTo>
                  <a:pt x="1306" y="524"/>
                </a:lnTo>
                <a:lnTo>
                  <a:pt x="1307" y="525"/>
                </a:lnTo>
                <a:lnTo>
                  <a:pt x="1307" y="526"/>
                </a:lnTo>
                <a:lnTo>
                  <a:pt x="1307" y="527"/>
                </a:lnTo>
                <a:lnTo>
                  <a:pt x="1307" y="528"/>
                </a:lnTo>
                <a:lnTo>
                  <a:pt x="1308" y="528"/>
                </a:lnTo>
                <a:lnTo>
                  <a:pt x="1308" y="527"/>
                </a:lnTo>
                <a:lnTo>
                  <a:pt x="1309" y="528"/>
                </a:lnTo>
                <a:lnTo>
                  <a:pt x="1309" y="529"/>
                </a:lnTo>
                <a:lnTo>
                  <a:pt x="1309" y="530"/>
                </a:lnTo>
                <a:lnTo>
                  <a:pt x="1310" y="530"/>
                </a:lnTo>
                <a:lnTo>
                  <a:pt x="1311" y="530"/>
                </a:lnTo>
                <a:lnTo>
                  <a:pt x="1312" y="531"/>
                </a:lnTo>
                <a:lnTo>
                  <a:pt x="1312" y="533"/>
                </a:lnTo>
                <a:lnTo>
                  <a:pt x="1311" y="533"/>
                </a:lnTo>
                <a:lnTo>
                  <a:pt x="1310" y="534"/>
                </a:lnTo>
                <a:lnTo>
                  <a:pt x="1311" y="535"/>
                </a:lnTo>
                <a:lnTo>
                  <a:pt x="1311" y="536"/>
                </a:lnTo>
                <a:lnTo>
                  <a:pt x="1310" y="536"/>
                </a:lnTo>
                <a:lnTo>
                  <a:pt x="1311" y="537"/>
                </a:lnTo>
                <a:lnTo>
                  <a:pt x="1312" y="537"/>
                </a:lnTo>
                <a:lnTo>
                  <a:pt x="1313" y="537"/>
                </a:lnTo>
                <a:lnTo>
                  <a:pt x="1313" y="538"/>
                </a:lnTo>
                <a:lnTo>
                  <a:pt x="1314" y="538"/>
                </a:lnTo>
                <a:lnTo>
                  <a:pt x="1314" y="537"/>
                </a:lnTo>
                <a:lnTo>
                  <a:pt x="1315" y="537"/>
                </a:lnTo>
                <a:lnTo>
                  <a:pt x="1315" y="538"/>
                </a:lnTo>
                <a:lnTo>
                  <a:pt x="1316" y="537"/>
                </a:lnTo>
                <a:lnTo>
                  <a:pt x="1316" y="536"/>
                </a:lnTo>
                <a:lnTo>
                  <a:pt x="1317" y="536"/>
                </a:lnTo>
                <a:lnTo>
                  <a:pt x="1318" y="536"/>
                </a:lnTo>
                <a:lnTo>
                  <a:pt x="1319" y="536"/>
                </a:lnTo>
                <a:lnTo>
                  <a:pt x="1319" y="537"/>
                </a:lnTo>
                <a:lnTo>
                  <a:pt x="1320" y="537"/>
                </a:lnTo>
                <a:lnTo>
                  <a:pt x="1321" y="537"/>
                </a:lnTo>
                <a:lnTo>
                  <a:pt x="1322" y="537"/>
                </a:lnTo>
                <a:lnTo>
                  <a:pt x="1323" y="537"/>
                </a:lnTo>
                <a:lnTo>
                  <a:pt x="1323" y="538"/>
                </a:lnTo>
                <a:lnTo>
                  <a:pt x="1324" y="539"/>
                </a:lnTo>
                <a:lnTo>
                  <a:pt x="1325" y="539"/>
                </a:lnTo>
                <a:lnTo>
                  <a:pt x="1325" y="540"/>
                </a:lnTo>
                <a:lnTo>
                  <a:pt x="1325" y="541"/>
                </a:lnTo>
                <a:lnTo>
                  <a:pt x="1325" y="542"/>
                </a:lnTo>
                <a:lnTo>
                  <a:pt x="1326" y="542"/>
                </a:lnTo>
                <a:lnTo>
                  <a:pt x="1326" y="543"/>
                </a:lnTo>
                <a:lnTo>
                  <a:pt x="1326" y="544"/>
                </a:lnTo>
                <a:lnTo>
                  <a:pt x="1325" y="544"/>
                </a:lnTo>
                <a:lnTo>
                  <a:pt x="1326" y="545"/>
                </a:lnTo>
                <a:lnTo>
                  <a:pt x="1327" y="545"/>
                </a:lnTo>
                <a:lnTo>
                  <a:pt x="1328" y="545"/>
                </a:lnTo>
                <a:lnTo>
                  <a:pt x="1328" y="546"/>
                </a:lnTo>
                <a:lnTo>
                  <a:pt x="1329" y="545"/>
                </a:lnTo>
                <a:lnTo>
                  <a:pt x="1330" y="545"/>
                </a:lnTo>
                <a:lnTo>
                  <a:pt x="1330" y="546"/>
                </a:lnTo>
                <a:lnTo>
                  <a:pt x="1330" y="547"/>
                </a:lnTo>
                <a:lnTo>
                  <a:pt x="1331" y="547"/>
                </a:lnTo>
                <a:lnTo>
                  <a:pt x="1331" y="548"/>
                </a:lnTo>
                <a:lnTo>
                  <a:pt x="1330" y="548"/>
                </a:lnTo>
                <a:lnTo>
                  <a:pt x="1331" y="548"/>
                </a:lnTo>
                <a:lnTo>
                  <a:pt x="1332" y="548"/>
                </a:lnTo>
                <a:lnTo>
                  <a:pt x="1333" y="548"/>
                </a:lnTo>
                <a:lnTo>
                  <a:pt x="1333" y="549"/>
                </a:lnTo>
                <a:lnTo>
                  <a:pt x="1334" y="550"/>
                </a:lnTo>
                <a:lnTo>
                  <a:pt x="1335" y="550"/>
                </a:lnTo>
                <a:lnTo>
                  <a:pt x="1335" y="551"/>
                </a:lnTo>
                <a:lnTo>
                  <a:pt x="1335" y="552"/>
                </a:lnTo>
                <a:lnTo>
                  <a:pt x="1335" y="551"/>
                </a:lnTo>
                <a:lnTo>
                  <a:pt x="1336" y="551"/>
                </a:lnTo>
                <a:lnTo>
                  <a:pt x="1337" y="551"/>
                </a:lnTo>
                <a:lnTo>
                  <a:pt x="1337" y="552"/>
                </a:lnTo>
                <a:lnTo>
                  <a:pt x="1338" y="553"/>
                </a:lnTo>
                <a:lnTo>
                  <a:pt x="1339" y="553"/>
                </a:lnTo>
                <a:lnTo>
                  <a:pt x="1340" y="554"/>
                </a:lnTo>
                <a:lnTo>
                  <a:pt x="1340" y="555"/>
                </a:lnTo>
                <a:lnTo>
                  <a:pt x="1340" y="556"/>
                </a:lnTo>
                <a:lnTo>
                  <a:pt x="1341" y="556"/>
                </a:lnTo>
                <a:lnTo>
                  <a:pt x="1341" y="557"/>
                </a:lnTo>
                <a:lnTo>
                  <a:pt x="1339" y="559"/>
                </a:lnTo>
                <a:lnTo>
                  <a:pt x="1340" y="561"/>
                </a:lnTo>
                <a:lnTo>
                  <a:pt x="1340" y="562"/>
                </a:lnTo>
                <a:lnTo>
                  <a:pt x="1341" y="563"/>
                </a:lnTo>
                <a:lnTo>
                  <a:pt x="1341" y="565"/>
                </a:lnTo>
                <a:lnTo>
                  <a:pt x="1340" y="565"/>
                </a:lnTo>
                <a:lnTo>
                  <a:pt x="1341" y="565"/>
                </a:lnTo>
                <a:lnTo>
                  <a:pt x="1341" y="566"/>
                </a:lnTo>
                <a:lnTo>
                  <a:pt x="1342" y="566"/>
                </a:lnTo>
                <a:lnTo>
                  <a:pt x="1342" y="567"/>
                </a:lnTo>
                <a:lnTo>
                  <a:pt x="1343" y="568"/>
                </a:lnTo>
                <a:lnTo>
                  <a:pt x="1343" y="569"/>
                </a:lnTo>
                <a:lnTo>
                  <a:pt x="1343" y="570"/>
                </a:lnTo>
                <a:lnTo>
                  <a:pt x="1344" y="569"/>
                </a:lnTo>
                <a:lnTo>
                  <a:pt x="1345" y="569"/>
                </a:lnTo>
                <a:lnTo>
                  <a:pt x="1346" y="570"/>
                </a:lnTo>
                <a:lnTo>
                  <a:pt x="1346" y="571"/>
                </a:lnTo>
                <a:lnTo>
                  <a:pt x="1346" y="572"/>
                </a:lnTo>
                <a:lnTo>
                  <a:pt x="1346" y="573"/>
                </a:lnTo>
                <a:lnTo>
                  <a:pt x="1346" y="574"/>
                </a:lnTo>
                <a:lnTo>
                  <a:pt x="1347" y="574"/>
                </a:lnTo>
                <a:lnTo>
                  <a:pt x="1347" y="575"/>
                </a:lnTo>
                <a:lnTo>
                  <a:pt x="1346" y="576"/>
                </a:lnTo>
                <a:lnTo>
                  <a:pt x="1346" y="577"/>
                </a:lnTo>
                <a:lnTo>
                  <a:pt x="1346" y="578"/>
                </a:lnTo>
                <a:lnTo>
                  <a:pt x="1346" y="579"/>
                </a:lnTo>
                <a:lnTo>
                  <a:pt x="1347" y="580"/>
                </a:lnTo>
                <a:lnTo>
                  <a:pt x="1347" y="582"/>
                </a:lnTo>
                <a:lnTo>
                  <a:pt x="1346" y="582"/>
                </a:lnTo>
                <a:lnTo>
                  <a:pt x="1345" y="583"/>
                </a:lnTo>
                <a:lnTo>
                  <a:pt x="1346" y="585"/>
                </a:lnTo>
                <a:lnTo>
                  <a:pt x="1347" y="585"/>
                </a:lnTo>
                <a:lnTo>
                  <a:pt x="1347" y="586"/>
                </a:lnTo>
                <a:lnTo>
                  <a:pt x="1347" y="587"/>
                </a:lnTo>
                <a:lnTo>
                  <a:pt x="1348" y="588"/>
                </a:lnTo>
                <a:lnTo>
                  <a:pt x="1349" y="589"/>
                </a:lnTo>
                <a:lnTo>
                  <a:pt x="1349" y="590"/>
                </a:lnTo>
                <a:lnTo>
                  <a:pt x="1348" y="591"/>
                </a:lnTo>
                <a:lnTo>
                  <a:pt x="1347" y="591"/>
                </a:lnTo>
                <a:lnTo>
                  <a:pt x="1348" y="592"/>
                </a:lnTo>
                <a:lnTo>
                  <a:pt x="1348" y="593"/>
                </a:lnTo>
                <a:lnTo>
                  <a:pt x="1347" y="594"/>
                </a:lnTo>
                <a:lnTo>
                  <a:pt x="1347" y="596"/>
                </a:lnTo>
                <a:lnTo>
                  <a:pt x="1348" y="598"/>
                </a:lnTo>
                <a:lnTo>
                  <a:pt x="1348" y="599"/>
                </a:lnTo>
                <a:lnTo>
                  <a:pt x="1348" y="600"/>
                </a:lnTo>
                <a:lnTo>
                  <a:pt x="1348" y="602"/>
                </a:lnTo>
                <a:lnTo>
                  <a:pt x="1347" y="603"/>
                </a:lnTo>
                <a:lnTo>
                  <a:pt x="1347" y="604"/>
                </a:lnTo>
                <a:lnTo>
                  <a:pt x="1347" y="605"/>
                </a:lnTo>
                <a:lnTo>
                  <a:pt x="1348" y="605"/>
                </a:lnTo>
                <a:lnTo>
                  <a:pt x="1348" y="606"/>
                </a:lnTo>
                <a:lnTo>
                  <a:pt x="1359" y="618"/>
                </a:lnTo>
                <a:lnTo>
                  <a:pt x="1359" y="617"/>
                </a:lnTo>
                <a:lnTo>
                  <a:pt x="1359" y="619"/>
                </a:lnTo>
                <a:lnTo>
                  <a:pt x="1358" y="619"/>
                </a:lnTo>
                <a:lnTo>
                  <a:pt x="1358" y="620"/>
                </a:lnTo>
                <a:lnTo>
                  <a:pt x="1359" y="621"/>
                </a:lnTo>
                <a:lnTo>
                  <a:pt x="1360" y="621"/>
                </a:lnTo>
                <a:lnTo>
                  <a:pt x="1360" y="622"/>
                </a:lnTo>
                <a:lnTo>
                  <a:pt x="1360" y="623"/>
                </a:lnTo>
                <a:lnTo>
                  <a:pt x="1360" y="624"/>
                </a:lnTo>
                <a:lnTo>
                  <a:pt x="1359" y="625"/>
                </a:lnTo>
                <a:lnTo>
                  <a:pt x="1360" y="626"/>
                </a:lnTo>
                <a:lnTo>
                  <a:pt x="1360" y="627"/>
                </a:lnTo>
                <a:lnTo>
                  <a:pt x="1360" y="628"/>
                </a:lnTo>
                <a:lnTo>
                  <a:pt x="1361" y="630"/>
                </a:lnTo>
                <a:lnTo>
                  <a:pt x="1361" y="632"/>
                </a:lnTo>
                <a:lnTo>
                  <a:pt x="1362" y="632"/>
                </a:lnTo>
                <a:lnTo>
                  <a:pt x="1361" y="632"/>
                </a:lnTo>
                <a:lnTo>
                  <a:pt x="1360" y="633"/>
                </a:lnTo>
                <a:lnTo>
                  <a:pt x="1359" y="634"/>
                </a:lnTo>
                <a:lnTo>
                  <a:pt x="1358" y="635"/>
                </a:lnTo>
                <a:lnTo>
                  <a:pt x="1357" y="635"/>
                </a:lnTo>
                <a:lnTo>
                  <a:pt x="1353" y="639"/>
                </a:lnTo>
                <a:lnTo>
                  <a:pt x="1353" y="640"/>
                </a:lnTo>
                <a:lnTo>
                  <a:pt x="1352" y="640"/>
                </a:lnTo>
                <a:lnTo>
                  <a:pt x="1352" y="641"/>
                </a:lnTo>
                <a:lnTo>
                  <a:pt x="1351" y="642"/>
                </a:lnTo>
                <a:lnTo>
                  <a:pt x="1350" y="643"/>
                </a:lnTo>
                <a:lnTo>
                  <a:pt x="1350" y="644"/>
                </a:lnTo>
                <a:lnTo>
                  <a:pt x="1350" y="645"/>
                </a:lnTo>
                <a:lnTo>
                  <a:pt x="1349" y="645"/>
                </a:lnTo>
                <a:lnTo>
                  <a:pt x="1349" y="646"/>
                </a:lnTo>
                <a:lnTo>
                  <a:pt x="1348" y="647"/>
                </a:lnTo>
                <a:lnTo>
                  <a:pt x="1347" y="648"/>
                </a:lnTo>
                <a:lnTo>
                  <a:pt x="1346" y="649"/>
                </a:lnTo>
                <a:lnTo>
                  <a:pt x="1345" y="649"/>
                </a:lnTo>
                <a:lnTo>
                  <a:pt x="1345" y="650"/>
                </a:lnTo>
                <a:lnTo>
                  <a:pt x="1344" y="650"/>
                </a:lnTo>
                <a:lnTo>
                  <a:pt x="1343" y="650"/>
                </a:lnTo>
                <a:lnTo>
                  <a:pt x="1341" y="652"/>
                </a:lnTo>
                <a:lnTo>
                  <a:pt x="1340" y="652"/>
                </a:lnTo>
                <a:lnTo>
                  <a:pt x="1335" y="655"/>
                </a:lnTo>
                <a:lnTo>
                  <a:pt x="1334" y="656"/>
                </a:lnTo>
                <a:lnTo>
                  <a:pt x="1333" y="656"/>
                </a:lnTo>
                <a:lnTo>
                  <a:pt x="1332" y="657"/>
                </a:lnTo>
                <a:lnTo>
                  <a:pt x="1329" y="657"/>
                </a:lnTo>
                <a:lnTo>
                  <a:pt x="1328" y="657"/>
                </a:lnTo>
                <a:lnTo>
                  <a:pt x="1328" y="658"/>
                </a:lnTo>
                <a:lnTo>
                  <a:pt x="1327" y="657"/>
                </a:lnTo>
                <a:lnTo>
                  <a:pt x="1323" y="657"/>
                </a:lnTo>
                <a:lnTo>
                  <a:pt x="1321" y="656"/>
                </a:lnTo>
                <a:lnTo>
                  <a:pt x="1319" y="656"/>
                </a:lnTo>
                <a:lnTo>
                  <a:pt x="1312" y="654"/>
                </a:lnTo>
                <a:lnTo>
                  <a:pt x="1310" y="653"/>
                </a:lnTo>
                <a:lnTo>
                  <a:pt x="1309" y="653"/>
                </a:lnTo>
                <a:lnTo>
                  <a:pt x="1305" y="650"/>
                </a:lnTo>
                <a:lnTo>
                  <a:pt x="1304" y="650"/>
                </a:lnTo>
                <a:lnTo>
                  <a:pt x="1303" y="649"/>
                </a:lnTo>
                <a:lnTo>
                  <a:pt x="1301" y="648"/>
                </a:lnTo>
                <a:lnTo>
                  <a:pt x="1298" y="646"/>
                </a:lnTo>
                <a:lnTo>
                  <a:pt x="1297" y="645"/>
                </a:lnTo>
                <a:lnTo>
                  <a:pt x="1296" y="644"/>
                </a:lnTo>
                <a:lnTo>
                  <a:pt x="1294" y="644"/>
                </a:lnTo>
                <a:lnTo>
                  <a:pt x="1290" y="641"/>
                </a:lnTo>
                <a:lnTo>
                  <a:pt x="1287" y="639"/>
                </a:lnTo>
                <a:lnTo>
                  <a:pt x="1285" y="638"/>
                </a:lnTo>
                <a:lnTo>
                  <a:pt x="1283" y="637"/>
                </a:lnTo>
                <a:lnTo>
                  <a:pt x="1282" y="637"/>
                </a:lnTo>
                <a:lnTo>
                  <a:pt x="1281" y="637"/>
                </a:lnTo>
                <a:lnTo>
                  <a:pt x="1279" y="637"/>
                </a:lnTo>
                <a:lnTo>
                  <a:pt x="1277" y="638"/>
                </a:lnTo>
                <a:lnTo>
                  <a:pt x="1274" y="640"/>
                </a:lnTo>
                <a:lnTo>
                  <a:pt x="1273" y="640"/>
                </a:lnTo>
                <a:lnTo>
                  <a:pt x="1270" y="640"/>
                </a:lnTo>
                <a:lnTo>
                  <a:pt x="1268" y="640"/>
                </a:lnTo>
                <a:lnTo>
                  <a:pt x="1266" y="640"/>
                </a:lnTo>
                <a:lnTo>
                  <a:pt x="1263" y="641"/>
                </a:lnTo>
                <a:lnTo>
                  <a:pt x="1259" y="641"/>
                </a:lnTo>
                <a:lnTo>
                  <a:pt x="1255" y="641"/>
                </a:lnTo>
                <a:lnTo>
                  <a:pt x="1253" y="641"/>
                </a:lnTo>
                <a:lnTo>
                  <a:pt x="1252" y="641"/>
                </a:lnTo>
                <a:lnTo>
                  <a:pt x="1251" y="643"/>
                </a:lnTo>
                <a:lnTo>
                  <a:pt x="1251" y="644"/>
                </a:lnTo>
                <a:lnTo>
                  <a:pt x="1251" y="645"/>
                </a:lnTo>
                <a:lnTo>
                  <a:pt x="1248" y="646"/>
                </a:lnTo>
                <a:lnTo>
                  <a:pt x="1247" y="648"/>
                </a:lnTo>
                <a:lnTo>
                  <a:pt x="1246" y="648"/>
                </a:lnTo>
                <a:lnTo>
                  <a:pt x="1246" y="649"/>
                </a:lnTo>
                <a:lnTo>
                  <a:pt x="1245" y="649"/>
                </a:lnTo>
                <a:lnTo>
                  <a:pt x="1246" y="649"/>
                </a:lnTo>
                <a:lnTo>
                  <a:pt x="1246" y="650"/>
                </a:lnTo>
                <a:lnTo>
                  <a:pt x="1247" y="650"/>
                </a:lnTo>
                <a:lnTo>
                  <a:pt x="1247" y="651"/>
                </a:lnTo>
                <a:lnTo>
                  <a:pt x="1247" y="652"/>
                </a:lnTo>
                <a:lnTo>
                  <a:pt x="1246" y="652"/>
                </a:lnTo>
                <a:lnTo>
                  <a:pt x="1246" y="653"/>
                </a:lnTo>
                <a:lnTo>
                  <a:pt x="1247" y="654"/>
                </a:lnTo>
                <a:lnTo>
                  <a:pt x="1247" y="655"/>
                </a:lnTo>
                <a:lnTo>
                  <a:pt x="1246" y="656"/>
                </a:lnTo>
                <a:lnTo>
                  <a:pt x="1245" y="656"/>
                </a:lnTo>
                <a:lnTo>
                  <a:pt x="1245" y="657"/>
                </a:lnTo>
                <a:lnTo>
                  <a:pt x="1245" y="658"/>
                </a:lnTo>
                <a:lnTo>
                  <a:pt x="1246" y="658"/>
                </a:lnTo>
                <a:lnTo>
                  <a:pt x="1246" y="660"/>
                </a:lnTo>
                <a:lnTo>
                  <a:pt x="1246" y="659"/>
                </a:lnTo>
                <a:lnTo>
                  <a:pt x="1246" y="658"/>
                </a:lnTo>
                <a:lnTo>
                  <a:pt x="1247" y="658"/>
                </a:lnTo>
                <a:lnTo>
                  <a:pt x="1248" y="659"/>
                </a:lnTo>
                <a:lnTo>
                  <a:pt x="1248" y="660"/>
                </a:lnTo>
                <a:lnTo>
                  <a:pt x="1248" y="661"/>
                </a:lnTo>
                <a:lnTo>
                  <a:pt x="1247" y="662"/>
                </a:lnTo>
                <a:lnTo>
                  <a:pt x="1247" y="663"/>
                </a:lnTo>
                <a:lnTo>
                  <a:pt x="1246" y="664"/>
                </a:lnTo>
                <a:lnTo>
                  <a:pt x="1245" y="664"/>
                </a:lnTo>
                <a:lnTo>
                  <a:pt x="1245" y="665"/>
                </a:lnTo>
                <a:lnTo>
                  <a:pt x="1245" y="666"/>
                </a:lnTo>
                <a:lnTo>
                  <a:pt x="1244" y="666"/>
                </a:lnTo>
                <a:lnTo>
                  <a:pt x="1243" y="666"/>
                </a:lnTo>
                <a:lnTo>
                  <a:pt x="1242" y="667"/>
                </a:lnTo>
                <a:lnTo>
                  <a:pt x="1242" y="668"/>
                </a:lnTo>
                <a:lnTo>
                  <a:pt x="1242" y="669"/>
                </a:lnTo>
                <a:lnTo>
                  <a:pt x="1241" y="669"/>
                </a:lnTo>
                <a:lnTo>
                  <a:pt x="1240" y="669"/>
                </a:lnTo>
                <a:lnTo>
                  <a:pt x="1240" y="670"/>
                </a:lnTo>
                <a:lnTo>
                  <a:pt x="1240" y="671"/>
                </a:lnTo>
                <a:lnTo>
                  <a:pt x="1239" y="672"/>
                </a:lnTo>
                <a:lnTo>
                  <a:pt x="1239" y="674"/>
                </a:lnTo>
                <a:lnTo>
                  <a:pt x="1239" y="676"/>
                </a:lnTo>
                <a:lnTo>
                  <a:pt x="1238" y="676"/>
                </a:lnTo>
                <a:lnTo>
                  <a:pt x="1237" y="676"/>
                </a:lnTo>
                <a:lnTo>
                  <a:pt x="1236" y="676"/>
                </a:lnTo>
                <a:lnTo>
                  <a:pt x="1236" y="677"/>
                </a:lnTo>
                <a:lnTo>
                  <a:pt x="1235" y="677"/>
                </a:lnTo>
                <a:lnTo>
                  <a:pt x="1233" y="679"/>
                </a:lnTo>
                <a:lnTo>
                  <a:pt x="1232" y="680"/>
                </a:lnTo>
                <a:lnTo>
                  <a:pt x="1231" y="681"/>
                </a:lnTo>
                <a:lnTo>
                  <a:pt x="1230" y="682"/>
                </a:lnTo>
                <a:lnTo>
                  <a:pt x="1230" y="683"/>
                </a:lnTo>
                <a:lnTo>
                  <a:pt x="1230" y="684"/>
                </a:lnTo>
                <a:lnTo>
                  <a:pt x="1229" y="683"/>
                </a:lnTo>
                <a:lnTo>
                  <a:pt x="1227" y="683"/>
                </a:lnTo>
                <a:lnTo>
                  <a:pt x="1227" y="684"/>
                </a:lnTo>
                <a:lnTo>
                  <a:pt x="1227" y="683"/>
                </a:lnTo>
                <a:lnTo>
                  <a:pt x="1226" y="683"/>
                </a:lnTo>
                <a:lnTo>
                  <a:pt x="1225" y="684"/>
                </a:lnTo>
                <a:lnTo>
                  <a:pt x="1224" y="684"/>
                </a:lnTo>
                <a:lnTo>
                  <a:pt x="1223" y="685"/>
                </a:lnTo>
                <a:lnTo>
                  <a:pt x="1223" y="686"/>
                </a:lnTo>
                <a:lnTo>
                  <a:pt x="1222" y="687"/>
                </a:lnTo>
                <a:lnTo>
                  <a:pt x="1221" y="687"/>
                </a:lnTo>
                <a:lnTo>
                  <a:pt x="1221" y="686"/>
                </a:lnTo>
                <a:lnTo>
                  <a:pt x="1220" y="686"/>
                </a:lnTo>
                <a:lnTo>
                  <a:pt x="1220" y="687"/>
                </a:lnTo>
                <a:lnTo>
                  <a:pt x="1219" y="688"/>
                </a:lnTo>
                <a:lnTo>
                  <a:pt x="1218" y="689"/>
                </a:lnTo>
                <a:lnTo>
                  <a:pt x="1218" y="690"/>
                </a:lnTo>
                <a:lnTo>
                  <a:pt x="1217" y="691"/>
                </a:lnTo>
                <a:lnTo>
                  <a:pt x="1217" y="690"/>
                </a:lnTo>
                <a:lnTo>
                  <a:pt x="1216" y="690"/>
                </a:lnTo>
                <a:lnTo>
                  <a:pt x="1215" y="690"/>
                </a:lnTo>
                <a:lnTo>
                  <a:pt x="1214" y="689"/>
                </a:lnTo>
                <a:lnTo>
                  <a:pt x="1213" y="687"/>
                </a:lnTo>
                <a:lnTo>
                  <a:pt x="1212" y="687"/>
                </a:lnTo>
                <a:lnTo>
                  <a:pt x="1212" y="688"/>
                </a:lnTo>
                <a:lnTo>
                  <a:pt x="1212" y="687"/>
                </a:lnTo>
                <a:lnTo>
                  <a:pt x="1212" y="686"/>
                </a:lnTo>
                <a:lnTo>
                  <a:pt x="1213" y="686"/>
                </a:lnTo>
                <a:lnTo>
                  <a:pt x="1215" y="685"/>
                </a:lnTo>
                <a:lnTo>
                  <a:pt x="1215" y="684"/>
                </a:lnTo>
                <a:lnTo>
                  <a:pt x="1214" y="683"/>
                </a:lnTo>
                <a:lnTo>
                  <a:pt x="1213" y="683"/>
                </a:lnTo>
                <a:lnTo>
                  <a:pt x="1212" y="683"/>
                </a:lnTo>
                <a:lnTo>
                  <a:pt x="1211" y="683"/>
                </a:lnTo>
                <a:lnTo>
                  <a:pt x="1210" y="683"/>
                </a:lnTo>
                <a:lnTo>
                  <a:pt x="1210" y="684"/>
                </a:lnTo>
                <a:lnTo>
                  <a:pt x="1209" y="684"/>
                </a:lnTo>
                <a:lnTo>
                  <a:pt x="1208" y="684"/>
                </a:lnTo>
                <a:lnTo>
                  <a:pt x="1207" y="685"/>
                </a:lnTo>
                <a:lnTo>
                  <a:pt x="1206" y="685"/>
                </a:lnTo>
                <a:lnTo>
                  <a:pt x="1205" y="685"/>
                </a:lnTo>
                <a:lnTo>
                  <a:pt x="1204" y="685"/>
                </a:lnTo>
                <a:lnTo>
                  <a:pt x="1203" y="685"/>
                </a:lnTo>
                <a:lnTo>
                  <a:pt x="1202" y="685"/>
                </a:lnTo>
                <a:lnTo>
                  <a:pt x="1198" y="685"/>
                </a:lnTo>
                <a:lnTo>
                  <a:pt x="1197" y="685"/>
                </a:lnTo>
                <a:lnTo>
                  <a:pt x="1196" y="685"/>
                </a:lnTo>
                <a:lnTo>
                  <a:pt x="1195" y="685"/>
                </a:lnTo>
                <a:lnTo>
                  <a:pt x="1194" y="685"/>
                </a:lnTo>
                <a:lnTo>
                  <a:pt x="1193" y="685"/>
                </a:lnTo>
                <a:lnTo>
                  <a:pt x="1191" y="684"/>
                </a:lnTo>
                <a:lnTo>
                  <a:pt x="1190" y="682"/>
                </a:lnTo>
                <a:lnTo>
                  <a:pt x="1190" y="681"/>
                </a:lnTo>
                <a:lnTo>
                  <a:pt x="1189" y="681"/>
                </a:lnTo>
                <a:lnTo>
                  <a:pt x="1188" y="681"/>
                </a:lnTo>
                <a:lnTo>
                  <a:pt x="1187" y="681"/>
                </a:lnTo>
                <a:lnTo>
                  <a:pt x="1186" y="681"/>
                </a:lnTo>
                <a:lnTo>
                  <a:pt x="1185" y="682"/>
                </a:lnTo>
                <a:lnTo>
                  <a:pt x="1186" y="683"/>
                </a:lnTo>
                <a:lnTo>
                  <a:pt x="1186" y="684"/>
                </a:lnTo>
                <a:lnTo>
                  <a:pt x="1185" y="684"/>
                </a:lnTo>
                <a:lnTo>
                  <a:pt x="1185" y="685"/>
                </a:lnTo>
                <a:lnTo>
                  <a:pt x="1186" y="686"/>
                </a:lnTo>
                <a:lnTo>
                  <a:pt x="1187" y="686"/>
                </a:lnTo>
                <a:lnTo>
                  <a:pt x="1188" y="687"/>
                </a:lnTo>
                <a:lnTo>
                  <a:pt x="1189" y="687"/>
                </a:lnTo>
                <a:lnTo>
                  <a:pt x="1190" y="687"/>
                </a:lnTo>
                <a:lnTo>
                  <a:pt x="1191" y="686"/>
                </a:lnTo>
                <a:lnTo>
                  <a:pt x="1191" y="687"/>
                </a:lnTo>
                <a:lnTo>
                  <a:pt x="1192" y="688"/>
                </a:lnTo>
                <a:lnTo>
                  <a:pt x="1192" y="689"/>
                </a:lnTo>
                <a:lnTo>
                  <a:pt x="1191" y="690"/>
                </a:lnTo>
                <a:lnTo>
                  <a:pt x="1190" y="690"/>
                </a:lnTo>
                <a:lnTo>
                  <a:pt x="1190" y="691"/>
                </a:lnTo>
                <a:lnTo>
                  <a:pt x="1190" y="692"/>
                </a:lnTo>
                <a:lnTo>
                  <a:pt x="1190" y="693"/>
                </a:lnTo>
                <a:lnTo>
                  <a:pt x="1191" y="693"/>
                </a:lnTo>
                <a:lnTo>
                  <a:pt x="1191" y="694"/>
                </a:lnTo>
                <a:lnTo>
                  <a:pt x="1190" y="695"/>
                </a:lnTo>
                <a:lnTo>
                  <a:pt x="1190" y="696"/>
                </a:lnTo>
                <a:lnTo>
                  <a:pt x="1190" y="697"/>
                </a:lnTo>
                <a:lnTo>
                  <a:pt x="1189" y="698"/>
                </a:lnTo>
                <a:lnTo>
                  <a:pt x="1188" y="698"/>
                </a:lnTo>
                <a:lnTo>
                  <a:pt x="1188" y="699"/>
                </a:lnTo>
                <a:lnTo>
                  <a:pt x="1189" y="698"/>
                </a:lnTo>
                <a:lnTo>
                  <a:pt x="1190" y="699"/>
                </a:lnTo>
                <a:lnTo>
                  <a:pt x="1191" y="699"/>
                </a:lnTo>
                <a:lnTo>
                  <a:pt x="1192" y="699"/>
                </a:lnTo>
                <a:lnTo>
                  <a:pt x="1192" y="698"/>
                </a:lnTo>
                <a:lnTo>
                  <a:pt x="1193" y="698"/>
                </a:lnTo>
                <a:lnTo>
                  <a:pt x="1194" y="697"/>
                </a:lnTo>
                <a:lnTo>
                  <a:pt x="1195" y="697"/>
                </a:lnTo>
                <a:lnTo>
                  <a:pt x="1195" y="696"/>
                </a:lnTo>
                <a:lnTo>
                  <a:pt x="1196" y="696"/>
                </a:lnTo>
                <a:lnTo>
                  <a:pt x="1198" y="697"/>
                </a:lnTo>
                <a:lnTo>
                  <a:pt x="1199" y="698"/>
                </a:lnTo>
                <a:lnTo>
                  <a:pt x="1198" y="699"/>
                </a:lnTo>
                <a:lnTo>
                  <a:pt x="1197" y="699"/>
                </a:lnTo>
                <a:lnTo>
                  <a:pt x="1196" y="700"/>
                </a:lnTo>
                <a:lnTo>
                  <a:pt x="1195" y="700"/>
                </a:lnTo>
                <a:lnTo>
                  <a:pt x="1195" y="702"/>
                </a:lnTo>
                <a:lnTo>
                  <a:pt x="1196" y="703"/>
                </a:lnTo>
                <a:lnTo>
                  <a:pt x="1196" y="704"/>
                </a:lnTo>
                <a:lnTo>
                  <a:pt x="1196" y="705"/>
                </a:lnTo>
                <a:lnTo>
                  <a:pt x="1195" y="705"/>
                </a:lnTo>
                <a:lnTo>
                  <a:pt x="1195" y="706"/>
                </a:lnTo>
                <a:lnTo>
                  <a:pt x="1196" y="706"/>
                </a:lnTo>
                <a:lnTo>
                  <a:pt x="1196" y="707"/>
                </a:lnTo>
                <a:lnTo>
                  <a:pt x="1195" y="708"/>
                </a:lnTo>
                <a:lnTo>
                  <a:pt x="1196" y="709"/>
                </a:lnTo>
                <a:lnTo>
                  <a:pt x="1196" y="710"/>
                </a:lnTo>
                <a:lnTo>
                  <a:pt x="1195" y="711"/>
                </a:lnTo>
                <a:lnTo>
                  <a:pt x="1196" y="711"/>
                </a:lnTo>
                <a:lnTo>
                  <a:pt x="1196" y="712"/>
                </a:lnTo>
                <a:lnTo>
                  <a:pt x="1197" y="713"/>
                </a:lnTo>
                <a:lnTo>
                  <a:pt x="1196" y="713"/>
                </a:lnTo>
                <a:lnTo>
                  <a:pt x="1197" y="714"/>
                </a:lnTo>
                <a:lnTo>
                  <a:pt x="1198" y="715"/>
                </a:lnTo>
                <a:lnTo>
                  <a:pt x="1198" y="716"/>
                </a:lnTo>
                <a:lnTo>
                  <a:pt x="1197" y="716"/>
                </a:lnTo>
                <a:lnTo>
                  <a:pt x="1195" y="716"/>
                </a:lnTo>
                <a:lnTo>
                  <a:pt x="1194" y="715"/>
                </a:lnTo>
                <a:lnTo>
                  <a:pt x="1193" y="715"/>
                </a:lnTo>
                <a:lnTo>
                  <a:pt x="1192" y="716"/>
                </a:lnTo>
                <a:lnTo>
                  <a:pt x="1189" y="715"/>
                </a:lnTo>
                <a:lnTo>
                  <a:pt x="1188" y="715"/>
                </a:lnTo>
                <a:lnTo>
                  <a:pt x="1187" y="714"/>
                </a:lnTo>
                <a:lnTo>
                  <a:pt x="1186" y="714"/>
                </a:lnTo>
                <a:lnTo>
                  <a:pt x="1185" y="714"/>
                </a:lnTo>
                <a:lnTo>
                  <a:pt x="1185" y="715"/>
                </a:lnTo>
                <a:lnTo>
                  <a:pt x="1185" y="714"/>
                </a:lnTo>
                <a:lnTo>
                  <a:pt x="1184" y="714"/>
                </a:lnTo>
                <a:lnTo>
                  <a:pt x="1184" y="713"/>
                </a:lnTo>
                <a:lnTo>
                  <a:pt x="1185" y="712"/>
                </a:lnTo>
                <a:lnTo>
                  <a:pt x="1185" y="711"/>
                </a:lnTo>
                <a:lnTo>
                  <a:pt x="1186" y="711"/>
                </a:lnTo>
                <a:lnTo>
                  <a:pt x="1186" y="710"/>
                </a:lnTo>
                <a:lnTo>
                  <a:pt x="1186" y="709"/>
                </a:lnTo>
                <a:lnTo>
                  <a:pt x="1186" y="708"/>
                </a:lnTo>
                <a:lnTo>
                  <a:pt x="1185" y="707"/>
                </a:lnTo>
                <a:lnTo>
                  <a:pt x="1184" y="706"/>
                </a:lnTo>
                <a:lnTo>
                  <a:pt x="1183" y="706"/>
                </a:lnTo>
                <a:lnTo>
                  <a:pt x="1183" y="707"/>
                </a:lnTo>
                <a:lnTo>
                  <a:pt x="1182" y="707"/>
                </a:lnTo>
                <a:lnTo>
                  <a:pt x="1181" y="707"/>
                </a:lnTo>
                <a:lnTo>
                  <a:pt x="1179" y="708"/>
                </a:lnTo>
                <a:lnTo>
                  <a:pt x="1179" y="709"/>
                </a:lnTo>
                <a:lnTo>
                  <a:pt x="1178" y="709"/>
                </a:lnTo>
                <a:lnTo>
                  <a:pt x="1178" y="708"/>
                </a:lnTo>
                <a:lnTo>
                  <a:pt x="1177" y="708"/>
                </a:lnTo>
                <a:lnTo>
                  <a:pt x="1176" y="709"/>
                </a:lnTo>
                <a:lnTo>
                  <a:pt x="1175" y="709"/>
                </a:lnTo>
                <a:lnTo>
                  <a:pt x="1175" y="710"/>
                </a:lnTo>
                <a:lnTo>
                  <a:pt x="1174" y="710"/>
                </a:lnTo>
                <a:lnTo>
                  <a:pt x="1174" y="709"/>
                </a:lnTo>
                <a:lnTo>
                  <a:pt x="1173" y="708"/>
                </a:lnTo>
                <a:lnTo>
                  <a:pt x="1172" y="708"/>
                </a:lnTo>
                <a:lnTo>
                  <a:pt x="1171" y="708"/>
                </a:lnTo>
                <a:lnTo>
                  <a:pt x="1171" y="707"/>
                </a:lnTo>
                <a:lnTo>
                  <a:pt x="1171" y="706"/>
                </a:lnTo>
                <a:lnTo>
                  <a:pt x="1170" y="706"/>
                </a:lnTo>
                <a:lnTo>
                  <a:pt x="1169" y="706"/>
                </a:lnTo>
                <a:lnTo>
                  <a:pt x="1168" y="705"/>
                </a:lnTo>
                <a:lnTo>
                  <a:pt x="1168" y="706"/>
                </a:lnTo>
                <a:lnTo>
                  <a:pt x="1168" y="707"/>
                </a:lnTo>
                <a:lnTo>
                  <a:pt x="1167" y="707"/>
                </a:lnTo>
                <a:lnTo>
                  <a:pt x="1166" y="708"/>
                </a:lnTo>
                <a:lnTo>
                  <a:pt x="1165" y="707"/>
                </a:lnTo>
                <a:lnTo>
                  <a:pt x="1165" y="708"/>
                </a:lnTo>
                <a:lnTo>
                  <a:pt x="1164" y="709"/>
                </a:lnTo>
                <a:lnTo>
                  <a:pt x="1164" y="710"/>
                </a:lnTo>
                <a:lnTo>
                  <a:pt x="1162" y="710"/>
                </a:lnTo>
                <a:lnTo>
                  <a:pt x="1161" y="710"/>
                </a:lnTo>
                <a:lnTo>
                  <a:pt x="1161" y="711"/>
                </a:lnTo>
                <a:lnTo>
                  <a:pt x="1161" y="712"/>
                </a:lnTo>
                <a:lnTo>
                  <a:pt x="1160" y="712"/>
                </a:lnTo>
                <a:lnTo>
                  <a:pt x="1160" y="714"/>
                </a:lnTo>
                <a:lnTo>
                  <a:pt x="1160" y="715"/>
                </a:lnTo>
                <a:lnTo>
                  <a:pt x="1161" y="716"/>
                </a:lnTo>
                <a:lnTo>
                  <a:pt x="1162" y="716"/>
                </a:lnTo>
                <a:lnTo>
                  <a:pt x="1162" y="715"/>
                </a:lnTo>
                <a:lnTo>
                  <a:pt x="1163" y="715"/>
                </a:lnTo>
                <a:lnTo>
                  <a:pt x="1163" y="716"/>
                </a:lnTo>
                <a:lnTo>
                  <a:pt x="1164" y="716"/>
                </a:lnTo>
                <a:lnTo>
                  <a:pt x="1165" y="716"/>
                </a:lnTo>
                <a:lnTo>
                  <a:pt x="1165" y="717"/>
                </a:lnTo>
                <a:lnTo>
                  <a:pt x="1164" y="718"/>
                </a:lnTo>
                <a:lnTo>
                  <a:pt x="1163" y="718"/>
                </a:lnTo>
                <a:lnTo>
                  <a:pt x="1163" y="719"/>
                </a:lnTo>
                <a:lnTo>
                  <a:pt x="1163" y="720"/>
                </a:lnTo>
                <a:lnTo>
                  <a:pt x="1162" y="721"/>
                </a:lnTo>
                <a:lnTo>
                  <a:pt x="1161" y="721"/>
                </a:lnTo>
                <a:lnTo>
                  <a:pt x="1161" y="722"/>
                </a:lnTo>
                <a:lnTo>
                  <a:pt x="1159" y="722"/>
                </a:lnTo>
                <a:lnTo>
                  <a:pt x="1158" y="722"/>
                </a:lnTo>
                <a:lnTo>
                  <a:pt x="1158" y="721"/>
                </a:lnTo>
                <a:lnTo>
                  <a:pt x="1157" y="721"/>
                </a:lnTo>
                <a:lnTo>
                  <a:pt x="1157" y="722"/>
                </a:lnTo>
                <a:lnTo>
                  <a:pt x="1156" y="721"/>
                </a:lnTo>
                <a:lnTo>
                  <a:pt x="1156" y="720"/>
                </a:lnTo>
                <a:lnTo>
                  <a:pt x="1157" y="719"/>
                </a:lnTo>
                <a:lnTo>
                  <a:pt x="1157" y="718"/>
                </a:lnTo>
                <a:lnTo>
                  <a:pt x="1156" y="717"/>
                </a:lnTo>
                <a:lnTo>
                  <a:pt x="1155" y="717"/>
                </a:lnTo>
                <a:lnTo>
                  <a:pt x="1155" y="718"/>
                </a:lnTo>
                <a:lnTo>
                  <a:pt x="1155" y="719"/>
                </a:lnTo>
                <a:lnTo>
                  <a:pt x="1155" y="720"/>
                </a:lnTo>
                <a:lnTo>
                  <a:pt x="1153" y="720"/>
                </a:lnTo>
                <a:lnTo>
                  <a:pt x="1152" y="720"/>
                </a:lnTo>
                <a:lnTo>
                  <a:pt x="1153" y="718"/>
                </a:lnTo>
                <a:lnTo>
                  <a:pt x="1153" y="717"/>
                </a:lnTo>
                <a:lnTo>
                  <a:pt x="1152" y="716"/>
                </a:lnTo>
                <a:lnTo>
                  <a:pt x="1152" y="715"/>
                </a:lnTo>
                <a:lnTo>
                  <a:pt x="1151" y="716"/>
                </a:lnTo>
                <a:lnTo>
                  <a:pt x="1151" y="717"/>
                </a:lnTo>
                <a:lnTo>
                  <a:pt x="1151" y="719"/>
                </a:lnTo>
                <a:lnTo>
                  <a:pt x="1151" y="720"/>
                </a:lnTo>
                <a:lnTo>
                  <a:pt x="1150" y="722"/>
                </a:lnTo>
                <a:lnTo>
                  <a:pt x="1149" y="722"/>
                </a:lnTo>
                <a:lnTo>
                  <a:pt x="1149" y="723"/>
                </a:lnTo>
                <a:lnTo>
                  <a:pt x="1149" y="724"/>
                </a:lnTo>
                <a:lnTo>
                  <a:pt x="1148" y="724"/>
                </a:lnTo>
                <a:lnTo>
                  <a:pt x="1148" y="725"/>
                </a:lnTo>
                <a:lnTo>
                  <a:pt x="1148" y="726"/>
                </a:lnTo>
                <a:lnTo>
                  <a:pt x="1147" y="726"/>
                </a:lnTo>
                <a:lnTo>
                  <a:pt x="1146" y="727"/>
                </a:lnTo>
                <a:lnTo>
                  <a:pt x="1146" y="728"/>
                </a:lnTo>
                <a:lnTo>
                  <a:pt x="1146" y="729"/>
                </a:lnTo>
                <a:lnTo>
                  <a:pt x="1147" y="729"/>
                </a:lnTo>
                <a:lnTo>
                  <a:pt x="1148" y="729"/>
                </a:lnTo>
                <a:lnTo>
                  <a:pt x="1148" y="728"/>
                </a:lnTo>
                <a:lnTo>
                  <a:pt x="1149" y="729"/>
                </a:lnTo>
                <a:lnTo>
                  <a:pt x="1149" y="730"/>
                </a:lnTo>
                <a:lnTo>
                  <a:pt x="1149" y="731"/>
                </a:lnTo>
                <a:lnTo>
                  <a:pt x="1150" y="731"/>
                </a:lnTo>
                <a:lnTo>
                  <a:pt x="1150" y="732"/>
                </a:lnTo>
                <a:lnTo>
                  <a:pt x="1150" y="733"/>
                </a:lnTo>
                <a:lnTo>
                  <a:pt x="1150" y="734"/>
                </a:lnTo>
                <a:lnTo>
                  <a:pt x="1151" y="735"/>
                </a:lnTo>
                <a:lnTo>
                  <a:pt x="1152" y="734"/>
                </a:lnTo>
                <a:lnTo>
                  <a:pt x="1153" y="733"/>
                </a:lnTo>
                <a:lnTo>
                  <a:pt x="1154" y="732"/>
                </a:lnTo>
                <a:lnTo>
                  <a:pt x="1155" y="732"/>
                </a:lnTo>
                <a:lnTo>
                  <a:pt x="1156" y="732"/>
                </a:lnTo>
                <a:lnTo>
                  <a:pt x="1156" y="731"/>
                </a:lnTo>
                <a:lnTo>
                  <a:pt x="1156" y="730"/>
                </a:lnTo>
                <a:lnTo>
                  <a:pt x="1157" y="730"/>
                </a:lnTo>
                <a:lnTo>
                  <a:pt x="1157" y="729"/>
                </a:lnTo>
                <a:lnTo>
                  <a:pt x="1156" y="729"/>
                </a:lnTo>
                <a:lnTo>
                  <a:pt x="1156" y="728"/>
                </a:lnTo>
                <a:lnTo>
                  <a:pt x="1154" y="728"/>
                </a:lnTo>
                <a:lnTo>
                  <a:pt x="1155" y="727"/>
                </a:lnTo>
                <a:lnTo>
                  <a:pt x="1155" y="726"/>
                </a:lnTo>
                <a:lnTo>
                  <a:pt x="1156" y="725"/>
                </a:lnTo>
                <a:lnTo>
                  <a:pt x="1157" y="724"/>
                </a:lnTo>
                <a:lnTo>
                  <a:pt x="1159" y="724"/>
                </a:lnTo>
                <a:lnTo>
                  <a:pt x="1160" y="724"/>
                </a:lnTo>
                <a:lnTo>
                  <a:pt x="1160" y="725"/>
                </a:lnTo>
                <a:lnTo>
                  <a:pt x="1159" y="725"/>
                </a:lnTo>
                <a:lnTo>
                  <a:pt x="1159" y="726"/>
                </a:lnTo>
                <a:lnTo>
                  <a:pt x="1159" y="727"/>
                </a:lnTo>
                <a:lnTo>
                  <a:pt x="1159" y="728"/>
                </a:lnTo>
                <a:lnTo>
                  <a:pt x="1161" y="728"/>
                </a:lnTo>
                <a:lnTo>
                  <a:pt x="1160" y="728"/>
                </a:lnTo>
                <a:lnTo>
                  <a:pt x="1160" y="729"/>
                </a:lnTo>
                <a:lnTo>
                  <a:pt x="1160" y="730"/>
                </a:lnTo>
                <a:lnTo>
                  <a:pt x="1160" y="731"/>
                </a:lnTo>
                <a:lnTo>
                  <a:pt x="1159" y="732"/>
                </a:lnTo>
                <a:lnTo>
                  <a:pt x="1158" y="732"/>
                </a:lnTo>
                <a:lnTo>
                  <a:pt x="1158" y="734"/>
                </a:lnTo>
                <a:lnTo>
                  <a:pt x="1159" y="734"/>
                </a:lnTo>
                <a:lnTo>
                  <a:pt x="1159" y="737"/>
                </a:lnTo>
                <a:lnTo>
                  <a:pt x="1159" y="738"/>
                </a:lnTo>
                <a:lnTo>
                  <a:pt x="1158" y="739"/>
                </a:lnTo>
                <a:lnTo>
                  <a:pt x="1157" y="738"/>
                </a:lnTo>
                <a:lnTo>
                  <a:pt x="1156" y="738"/>
                </a:lnTo>
                <a:lnTo>
                  <a:pt x="1155" y="739"/>
                </a:lnTo>
                <a:lnTo>
                  <a:pt x="1155" y="740"/>
                </a:lnTo>
                <a:lnTo>
                  <a:pt x="1155" y="741"/>
                </a:lnTo>
                <a:lnTo>
                  <a:pt x="1154" y="742"/>
                </a:lnTo>
                <a:lnTo>
                  <a:pt x="1153" y="743"/>
                </a:lnTo>
                <a:lnTo>
                  <a:pt x="1152" y="743"/>
                </a:lnTo>
                <a:lnTo>
                  <a:pt x="1151" y="744"/>
                </a:lnTo>
                <a:lnTo>
                  <a:pt x="1150" y="744"/>
                </a:lnTo>
                <a:lnTo>
                  <a:pt x="1150" y="743"/>
                </a:lnTo>
                <a:lnTo>
                  <a:pt x="1150" y="742"/>
                </a:lnTo>
                <a:lnTo>
                  <a:pt x="1149" y="742"/>
                </a:lnTo>
                <a:lnTo>
                  <a:pt x="1148" y="742"/>
                </a:lnTo>
                <a:lnTo>
                  <a:pt x="1146" y="743"/>
                </a:lnTo>
                <a:lnTo>
                  <a:pt x="1145" y="743"/>
                </a:lnTo>
                <a:lnTo>
                  <a:pt x="1145" y="744"/>
                </a:lnTo>
                <a:lnTo>
                  <a:pt x="1143" y="745"/>
                </a:lnTo>
                <a:lnTo>
                  <a:pt x="1142" y="745"/>
                </a:lnTo>
                <a:lnTo>
                  <a:pt x="1141" y="746"/>
                </a:lnTo>
                <a:lnTo>
                  <a:pt x="1140" y="747"/>
                </a:lnTo>
                <a:lnTo>
                  <a:pt x="1138" y="748"/>
                </a:lnTo>
                <a:lnTo>
                  <a:pt x="1138" y="749"/>
                </a:lnTo>
                <a:lnTo>
                  <a:pt x="1137" y="748"/>
                </a:lnTo>
                <a:lnTo>
                  <a:pt x="1136" y="748"/>
                </a:lnTo>
                <a:lnTo>
                  <a:pt x="1134" y="748"/>
                </a:lnTo>
                <a:lnTo>
                  <a:pt x="1133" y="749"/>
                </a:lnTo>
                <a:lnTo>
                  <a:pt x="1133" y="750"/>
                </a:lnTo>
                <a:lnTo>
                  <a:pt x="1132" y="750"/>
                </a:lnTo>
                <a:lnTo>
                  <a:pt x="1131" y="750"/>
                </a:lnTo>
                <a:lnTo>
                  <a:pt x="1131" y="751"/>
                </a:lnTo>
                <a:lnTo>
                  <a:pt x="1130" y="752"/>
                </a:lnTo>
                <a:lnTo>
                  <a:pt x="1129" y="752"/>
                </a:lnTo>
                <a:lnTo>
                  <a:pt x="1128" y="752"/>
                </a:lnTo>
                <a:lnTo>
                  <a:pt x="1127" y="752"/>
                </a:lnTo>
                <a:lnTo>
                  <a:pt x="1127" y="751"/>
                </a:lnTo>
                <a:lnTo>
                  <a:pt x="1127" y="749"/>
                </a:lnTo>
                <a:lnTo>
                  <a:pt x="1127" y="748"/>
                </a:lnTo>
                <a:lnTo>
                  <a:pt x="1125" y="747"/>
                </a:lnTo>
                <a:lnTo>
                  <a:pt x="1124" y="746"/>
                </a:lnTo>
                <a:lnTo>
                  <a:pt x="1120" y="747"/>
                </a:lnTo>
                <a:lnTo>
                  <a:pt x="1119" y="748"/>
                </a:lnTo>
                <a:lnTo>
                  <a:pt x="1118" y="748"/>
                </a:lnTo>
                <a:lnTo>
                  <a:pt x="1117" y="748"/>
                </a:lnTo>
                <a:lnTo>
                  <a:pt x="1115" y="749"/>
                </a:lnTo>
                <a:lnTo>
                  <a:pt x="1115" y="748"/>
                </a:lnTo>
                <a:lnTo>
                  <a:pt x="1113" y="748"/>
                </a:lnTo>
                <a:lnTo>
                  <a:pt x="1112" y="748"/>
                </a:lnTo>
                <a:lnTo>
                  <a:pt x="1112" y="749"/>
                </a:lnTo>
                <a:lnTo>
                  <a:pt x="1112" y="748"/>
                </a:lnTo>
                <a:lnTo>
                  <a:pt x="1111" y="748"/>
                </a:lnTo>
                <a:lnTo>
                  <a:pt x="1110" y="749"/>
                </a:lnTo>
                <a:lnTo>
                  <a:pt x="1110" y="750"/>
                </a:lnTo>
                <a:lnTo>
                  <a:pt x="1109" y="750"/>
                </a:lnTo>
                <a:lnTo>
                  <a:pt x="1109" y="751"/>
                </a:lnTo>
                <a:lnTo>
                  <a:pt x="1108" y="751"/>
                </a:lnTo>
                <a:lnTo>
                  <a:pt x="1107" y="751"/>
                </a:lnTo>
                <a:lnTo>
                  <a:pt x="1106" y="751"/>
                </a:lnTo>
                <a:lnTo>
                  <a:pt x="1105" y="751"/>
                </a:lnTo>
                <a:lnTo>
                  <a:pt x="1104" y="752"/>
                </a:lnTo>
                <a:lnTo>
                  <a:pt x="1103" y="752"/>
                </a:lnTo>
                <a:lnTo>
                  <a:pt x="1103" y="753"/>
                </a:lnTo>
                <a:lnTo>
                  <a:pt x="1102" y="755"/>
                </a:lnTo>
                <a:lnTo>
                  <a:pt x="1102" y="756"/>
                </a:lnTo>
                <a:lnTo>
                  <a:pt x="1101" y="756"/>
                </a:lnTo>
                <a:lnTo>
                  <a:pt x="1100" y="757"/>
                </a:lnTo>
                <a:lnTo>
                  <a:pt x="1099" y="758"/>
                </a:lnTo>
                <a:lnTo>
                  <a:pt x="1098" y="758"/>
                </a:lnTo>
                <a:lnTo>
                  <a:pt x="1097" y="759"/>
                </a:lnTo>
                <a:lnTo>
                  <a:pt x="1096" y="759"/>
                </a:lnTo>
                <a:lnTo>
                  <a:pt x="1096" y="760"/>
                </a:lnTo>
                <a:lnTo>
                  <a:pt x="1095" y="760"/>
                </a:lnTo>
                <a:lnTo>
                  <a:pt x="1094" y="760"/>
                </a:lnTo>
                <a:lnTo>
                  <a:pt x="1094" y="759"/>
                </a:lnTo>
                <a:lnTo>
                  <a:pt x="1094" y="760"/>
                </a:lnTo>
                <a:lnTo>
                  <a:pt x="1093" y="761"/>
                </a:lnTo>
                <a:lnTo>
                  <a:pt x="1092" y="762"/>
                </a:lnTo>
                <a:lnTo>
                  <a:pt x="1092" y="763"/>
                </a:lnTo>
                <a:lnTo>
                  <a:pt x="1090" y="763"/>
                </a:lnTo>
                <a:lnTo>
                  <a:pt x="1089" y="763"/>
                </a:lnTo>
                <a:lnTo>
                  <a:pt x="1087" y="765"/>
                </a:lnTo>
                <a:lnTo>
                  <a:pt x="1085" y="765"/>
                </a:lnTo>
                <a:lnTo>
                  <a:pt x="1085" y="764"/>
                </a:lnTo>
                <a:lnTo>
                  <a:pt x="1084" y="764"/>
                </a:lnTo>
                <a:lnTo>
                  <a:pt x="1083" y="764"/>
                </a:lnTo>
                <a:lnTo>
                  <a:pt x="1082" y="764"/>
                </a:lnTo>
                <a:lnTo>
                  <a:pt x="1081" y="764"/>
                </a:lnTo>
                <a:lnTo>
                  <a:pt x="1079" y="765"/>
                </a:lnTo>
                <a:lnTo>
                  <a:pt x="1079" y="766"/>
                </a:lnTo>
                <a:lnTo>
                  <a:pt x="1078" y="766"/>
                </a:lnTo>
                <a:lnTo>
                  <a:pt x="1077" y="765"/>
                </a:lnTo>
                <a:lnTo>
                  <a:pt x="1076" y="764"/>
                </a:lnTo>
                <a:lnTo>
                  <a:pt x="1077" y="763"/>
                </a:lnTo>
                <a:lnTo>
                  <a:pt x="1075" y="763"/>
                </a:lnTo>
                <a:lnTo>
                  <a:pt x="1074" y="763"/>
                </a:lnTo>
                <a:lnTo>
                  <a:pt x="1074" y="762"/>
                </a:lnTo>
                <a:lnTo>
                  <a:pt x="1075" y="762"/>
                </a:lnTo>
                <a:lnTo>
                  <a:pt x="1075" y="761"/>
                </a:lnTo>
                <a:lnTo>
                  <a:pt x="1074" y="761"/>
                </a:lnTo>
                <a:lnTo>
                  <a:pt x="1074" y="760"/>
                </a:lnTo>
                <a:lnTo>
                  <a:pt x="1074" y="761"/>
                </a:lnTo>
                <a:lnTo>
                  <a:pt x="1073" y="762"/>
                </a:lnTo>
                <a:lnTo>
                  <a:pt x="1071" y="763"/>
                </a:lnTo>
                <a:lnTo>
                  <a:pt x="1070" y="764"/>
                </a:lnTo>
                <a:lnTo>
                  <a:pt x="1069" y="764"/>
                </a:lnTo>
                <a:lnTo>
                  <a:pt x="1069" y="763"/>
                </a:lnTo>
                <a:lnTo>
                  <a:pt x="1068" y="764"/>
                </a:lnTo>
                <a:lnTo>
                  <a:pt x="1067" y="764"/>
                </a:lnTo>
                <a:lnTo>
                  <a:pt x="1067" y="763"/>
                </a:lnTo>
                <a:lnTo>
                  <a:pt x="1066" y="763"/>
                </a:lnTo>
                <a:lnTo>
                  <a:pt x="1066" y="764"/>
                </a:lnTo>
                <a:lnTo>
                  <a:pt x="1065" y="764"/>
                </a:lnTo>
                <a:lnTo>
                  <a:pt x="1065" y="765"/>
                </a:lnTo>
                <a:lnTo>
                  <a:pt x="1064" y="765"/>
                </a:lnTo>
                <a:lnTo>
                  <a:pt x="1064" y="766"/>
                </a:lnTo>
                <a:lnTo>
                  <a:pt x="1062" y="767"/>
                </a:lnTo>
                <a:lnTo>
                  <a:pt x="1061" y="767"/>
                </a:lnTo>
                <a:lnTo>
                  <a:pt x="1060" y="767"/>
                </a:lnTo>
                <a:lnTo>
                  <a:pt x="1059" y="767"/>
                </a:lnTo>
                <a:lnTo>
                  <a:pt x="1059" y="768"/>
                </a:lnTo>
                <a:lnTo>
                  <a:pt x="1058" y="768"/>
                </a:lnTo>
                <a:lnTo>
                  <a:pt x="1058" y="767"/>
                </a:lnTo>
                <a:lnTo>
                  <a:pt x="1057" y="767"/>
                </a:lnTo>
                <a:lnTo>
                  <a:pt x="1056" y="767"/>
                </a:lnTo>
                <a:lnTo>
                  <a:pt x="1055" y="766"/>
                </a:lnTo>
                <a:lnTo>
                  <a:pt x="1055" y="765"/>
                </a:lnTo>
                <a:lnTo>
                  <a:pt x="1054" y="763"/>
                </a:lnTo>
                <a:lnTo>
                  <a:pt x="1053" y="762"/>
                </a:lnTo>
                <a:lnTo>
                  <a:pt x="1053" y="761"/>
                </a:lnTo>
                <a:lnTo>
                  <a:pt x="1052" y="760"/>
                </a:lnTo>
                <a:lnTo>
                  <a:pt x="1051" y="760"/>
                </a:lnTo>
                <a:lnTo>
                  <a:pt x="1050" y="759"/>
                </a:lnTo>
                <a:lnTo>
                  <a:pt x="1049" y="760"/>
                </a:lnTo>
                <a:lnTo>
                  <a:pt x="1048" y="761"/>
                </a:lnTo>
                <a:lnTo>
                  <a:pt x="1047" y="761"/>
                </a:lnTo>
                <a:lnTo>
                  <a:pt x="1046" y="762"/>
                </a:lnTo>
                <a:lnTo>
                  <a:pt x="1045" y="763"/>
                </a:lnTo>
                <a:lnTo>
                  <a:pt x="1045" y="762"/>
                </a:lnTo>
                <a:lnTo>
                  <a:pt x="1044" y="762"/>
                </a:lnTo>
                <a:lnTo>
                  <a:pt x="1043" y="763"/>
                </a:lnTo>
                <a:lnTo>
                  <a:pt x="1041" y="765"/>
                </a:lnTo>
                <a:lnTo>
                  <a:pt x="1042" y="766"/>
                </a:lnTo>
                <a:lnTo>
                  <a:pt x="1042" y="767"/>
                </a:lnTo>
                <a:lnTo>
                  <a:pt x="1042" y="769"/>
                </a:lnTo>
                <a:lnTo>
                  <a:pt x="1042" y="770"/>
                </a:lnTo>
                <a:lnTo>
                  <a:pt x="1042" y="771"/>
                </a:lnTo>
                <a:lnTo>
                  <a:pt x="1041" y="772"/>
                </a:lnTo>
                <a:lnTo>
                  <a:pt x="1041" y="773"/>
                </a:lnTo>
                <a:lnTo>
                  <a:pt x="1042" y="774"/>
                </a:lnTo>
                <a:lnTo>
                  <a:pt x="1043" y="774"/>
                </a:lnTo>
                <a:lnTo>
                  <a:pt x="1043" y="775"/>
                </a:lnTo>
                <a:lnTo>
                  <a:pt x="1043" y="776"/>
                </a:lnTo>
                <a:lnTo>
                  <a:pt x="1042" y="777"/>
                </a:lnTo>
                <a:lnTo>
                  <a:pt x="1042" y="778"/>
                </a:lnTo>
                <a:lnTo>
                  <a:pt x="1043" y="779"/>
                </a:lnTo>
                <a:lnTo>
                  <a:pt x="1043" y="780"/>
                </a:lnTo>
                <a:lnTo>
                  <a:pt x="1042" y="780"/>
                </a:lnTo>
                <a:lnTo>
                  <a:pt x="1041" y="780"/>
                </a:lnTo>
                <a:lnTo>
                  <a:pt x="1041" y="781"/>
                </a:lnTo>
                <a:lnTo>
                  <a:pt x="1041" y="782"/>
                </a:lnTo>
                <a:lnTo>
                  <a:pt x="1043" y="784"/>
                </a:lnTo>
                <a:lnTo>
                  <a:pt x="1043" y="785"/>
                </a:lnTo>
                <a:lnTo>
                  <a:pt x="1043" y="787"/>
                </a:lnTo>
                <a:lnTo>
                  <a:pt x="1042" y="787"/>
                </a:lnTo>
                <a:lnTo>
                  <a:pt x="1042" y="788"/>
                </a:lnTo>
                <a:lnTo>
                  <a:pt x="1041" y="788"/>
                </a:lnTo>
                <a:lnTo>
                  <a:pt x="1039" y="788"/>
                </a:lnTo>
                <a:lnTo>
                  <a:pt x="1039" y="787"/>
                </a:lnTo>
                <a:lnTo>
                  <a:pt x="1038" y="787"/>
                </a:lnTo>
                <a:lnTo>
                  <a:pt x="1037" y="788"/>
                </a:lnTo>
                <a:lnTo>
                  <a:pt x="1036" y="788"/>
                </a:lnTo>
                <a:lnTo>
                  <a:pt x="1037" y="789"/>
                </a:lnTo>
                <a:lnTo>
                  <a:pt x="1036" y="789"/>
                </a:lnTo>
                <a:lnTo>
                  <a:pt x="1035" y="789"/>
                </a:lnTo>
                <a:lnTo>
                  <a:pt x="1035" y="790"/>
                </a:lnTo>
                <a:lnTo>
                  <a:pt x="1034" y="790"/>
                </a:lnTo>
                <a:lnTo>
                  <a:pt x="1032" y="790"/>
                </a:lnTo>
                <a:lnTo>
                  <a:pt x="1032" y="791"/>
                </a:lnTo>
                <a:lnTo>
                  <a:pt x="1030" y="793"/>
                </a:lnTo>
                <a:lnTo>
                  <a:pt x="1029" y="793"/>
                </a:lnTo>
                <a:lnTo>
                  <a:pt x="1029" y="792"/>
                </a:lnTo>
                <a:lnTo>
                  <a:pt x="1028" y="792"/>
                </a:lnTo>
                <a:lnTo>
                  <a:pt x="1027" y="792"/>
                </a:lnTo>
                <a:lnTo>
                  <a:pt x="1026" y="793"/>
                </a:lnTo>
                <a:lnTo>
                  <a:pt x="1025" y="793"/>
                </a:lnTo>
                <a:lnTo>
                  <a:pt x="1024" y="794"/>
                </a:lnTo>
                <a:lnTo>
                  <a:pt x="1023" y="794"/>
                </a:lnTo>
                <a:lnTo>
                  <a:pt x="1021" y="793"/>
                </a:lnTo>
                <a:lnTo>
                  <a:pt x="1021" y="794"/>
                </a:lnTo>
                <a:lnTo>
                  <a:pt x="1020" y="794"/>
                </a:lnTo>
                <a:lnTo>
                  <a:pt x="1019" y="794"/>
                </a:lnTo>
                <a:lnTo>
                  <a:pt x="1018" y="794"/>
                </a:lnTo>
                <a:lnTo>
                  <a:pt x="1017" y="794"/>
                </a:lnTo>
                <a:lnTo>
                  <a:pt x="1016" y="794"/>
                </a:lnTo>
                <a:lnTo>
                  <a:pt x="1015" y="795"/>
                </a:lnTo>
                <a:lnTo>
                  <a:pt x="1015" y="794"/>
                </a:lnTo>
                <a:lnTo>
                  <a:pt x="1014" y="795"/>
                </a:lnTo>
                <a:lnTo>
                  <a:pt x="1013" y="796"/>
                </a:lnTo>
                <a:lnTo>
                  <a:pt x="1012" y="796"/>
                </a:lnTo>
                <a:lnTo>
                  <a:pt x="1011" y="796"/>
                </a:lnTo>
                <a:lnTo>
                  <a:pt x="1012" y="796"/>
                </a:lnTo>
                <a:lnTo>
                  <a:pt x="1012" y="797"/>
                </a:lnTo>
                <a:lnTo>
                  <a:pt x="1011" y="798"/>
                </a:lnTo>
                <a:lnTo>
                  <a:pt x="1011" y="799"/>
                </a:lnTo>
                <a:lnTo>
                  <a:pt x="1010" y="801"/>
                </a:lnTo>
                <a:lnTo>
                  <a:pt x="1009" y="802"/>
                </a:lnTo>
                <a:lnTo>
                  <a:pt x="1008" y="802"/>
                </a:lnTo>
                <a:lnTo>
                  <a:pt x="1008" y="803"/>
                </a:lnTo>
                <a:lnTo>
                  <a:pt x="1007" y="803"/>
                </a:lnTo>
                <a:lnTo>
                  <a:pt x="1007" y="804"/>
                </a:lnTo>
                <a:lnTo>
                  <a:pt x="1006" y="804"/>
                </a:lnTo>
                <a:lnTo>
                  <a:pt x="1007" y="804"/>
                </a:lnTo>
                <a:lnTo>
                  <a:pt x="1007" y="805"/>
                </a:lnTo>
                <a:lnTo>
                  <a:pt x="1007" y="806"/>
                </a:lnTo>
                <a:lnTo>
                  <a:pt x="1006" y="806"/>
                </a:lnTo>
                <a:lnTo>
                  <a:pt x="1004" y="808"/>
                </a:lnTo>
                <a:lnTo>
                  <a:pt x="1004" y="809"/>
                </a:lnTo>
                <a:lnTo>
                  <a:pt x="1003" y="810"/>
                </a:lnTo>
                <a:lnTo>
                  <a:pt x="1002" y="810"/>
                </a:lnTo>
                <a:lnTo>
                  <a:pt x="1001" y="811"/>
                </a:lnTo>
                <a:lnTo>
                  <a:pt x="1001" y="812"/>
                </a:lnTo>
                <a:lnTo>
                  <a:pt x="1000" y="813"/>
                </a:lnTo>
                <a:lnTo>
                  <a:pt x="999" y="813"/>
                </a:lnTo>
                <a:lnTo>
                  <a:pt x="999" y="814"/>
                </a:lnTo>
                <a:lnTo>
                  <a:pt x="998" y="814"/>
                </a:lnTo>
                <a:lnTo>
                  <a:pt x="997" y="814"/>
                </a:lnTo>
                <a:lnTo>
                  <a:pt x="998" y="814"/>
                </a:lnTo>
                <a:lnTo>
                  <a:pt x="998" y="815"/>
                </a:lnTo>
                <a:lnTo>
                  <a:pt x="997" y="816"/>
                </a:lnTo>
                <a:lnTo>
                  <a:pt x="997" y="817"/>
                </a:lnTo>
                <a:lnTo>
                  <a:pt x="997" y="818"/>
                </a:lnTo>
                <a:lnTo>
                  <a:pt x="996" y="818"/>
                </a:lnTo>
                <a:lnTo>
                  <a:pt x="996" y="819"/>
                </a:lnTo>
                <a:lnTo>
                  <a:pt x="996" y="820"/>
                </a:lnTo>
                <a:lnTo>
                  <a:pt x="995" y="820"/>
                </a:lnTo>
                <a:lnTo>
                  <a:pt x="994" y="820"/>
                </a:lnTo>
                <a:lnTo>
                  <a:pt x="993" y="819"/>
                </a:lnTo>
                <a:lnTo>
                  <a:pt x="992" y="820"/>
                </a:lnTo>
                <a:lnTo>
                  <a:pt x="992" y="821"/>
                </a:lnTo>
                <a:lnTo>
                  <a:pt x="993" y="821"/>
                </a:lnTo>
                <a:lnTo>
                  <a:pt x="993" y="822"/>
                </a:lnTo>
                <a:lnTo>
                  <a:pt x="993" y="823"/>
                </a:lnTo>
                <a:lnTo>
                  <a:pt x="993" y="824"/>
                </a:lnTo>
                <a:lnTo>
                  <a:pt x="992" y="824"/>
                </a:lnTo>
                <a:lnTo>
                  <a:pt x="992" y="825"/>
                </a:lnTo>
                <a:lnTo>
                  <a:pt x="993" y="825"/>
                </a:lnTo>
                <a:lnTo>
                  <a:pt x="993" y="826"/>
                </a:lnTo>
                <a:lnTo>
                  <a:pt x="992" y="827"/>
                </a:lnTo>
                <a:lnTo>
                  <a:pt x="992" y="828"/>
                </a:lnTo>
                <a:lnTo>
                  <a:pt x="992" y="829"/>
                </a:lnTo>
                <a:lnTo>
                  <a:pt x="992" y="830"/>
                </a:lnTo>
                <a:lnTo>
                  <a:pt x="992" y="831"/>
                </a:lnTo>
                <a:lnTo>
                  <a:pt x="991" y="830"/>
                </a:lnTo>
                <a:lnTo>
                  <a:pt x="991" y="831"/>
                </a:lnTo>
                <a:lnTo>
                  <a:pt x="990" y="831"/>
                </a:lnTo>
                <a:lnTo>
                  <a:pt x="989" y="831"/>
                </a:lnTo>
                <a:lnTo>
                  <a:pt x="989" y="832"/>
                </a:lnTo>
                <a:lnTo>
                  <a:pt x="988" y="832"/>
                </a:lnTo>
                <a:lnTo>
                  <a:pt x="988" y="833"/>
                </a:lnTo>
                <a:lnTo>
                  <a:pt x="987" y="833"/>
                </a:lnTo>
                <a:lnTo>
                  <a:pt x="987" y="834"/>
                </a:lnTo>
                <a:lnTo>
                  <a:pt x="986" y="834"/>
                </a:lnTo>
                <a:lnTo>
                  <a:pt x="986" y="835"/>
                </a:lnTo>
                <a:lnTo>
                  <a:pt x="985" y="835"/>
                </a:lnTo>
                <a:lnTo>
                  <a:pt x="985" y="834"/>
                </a:lnTo>
                <a:lnTo>
                  <a:pt x="984" y="834"/>
                </a:lnTo>
                <a:lnTo>
                  <a:pt x="984" y="835"/>
                </a:lnTo>
                <a:lnTo>
                  <a:pt x="983" y="835"/>
                </a:lnTo>
                <a:lnTo>
                  <a:pt x="982" y="834"/>
                </a:lnTo>
                <a:lnTo>
                  <a:pt x="981" y="834"/>
                </a:lnTo>
                <a:lnTo>
                  <a:pt x="980" y="834"/>
                </a:lnTo>
                <a:lnTo>
                  <a:pt x="980" y="833"/>
                </a:lnTo>
                <a:lnTo>
                  <a:pt x="980" y="832"/>
                </a:lnTo>
                <a:lnTo>
                  <a:pt x="979" y="831"/>
                </a:lnTo>
                <a:lnTo>
                  <a:pt x="979" y="830"/>
                </a:lnTo>
                <a:lnTo>
                  <a:pt x="980" y="830"/>
                </a:lnTo>
                <a:lnTo>
                  <a:pt x="980" y="829"/>
                </a:lnTo>
                <a:lnTo>
                  <a:pt x="980" y="828"/>
                </a:lnTo>
                <a:lnTo>
                  <a:pt x="979" y="828"/>
                </a:lnTo>
                <a:lnTo>
                  <a:pt x="978" y="828"/>
                </a:lnTo>
                <a:lnTo>
                  <a:pt x="977" y="829"/>
                </a:lnTo>
                <a:lnTo>
                  <a:pt x="976" y="830"/>
                </a:lnTo>
                <a:lnTo>
                  <a:pt x="975" y="830"/>
                </a:lnTo>
                <a:lnTo>
                  <a:pt x="975" y="829"/>
                </a:lnTo>
                <a:lnTo>
                  <a:pt x="974" y="829"/>
                </a:lnTo>
                <a:lnTo>
                  <a:pt x="973" y="828"/>
                </a:lnTo>
                <a:lnTo>
                  <a:pt x="972" y="828"/>
                </a:lnTo>
                <a:lnTo>
                  <a:pt x="972" y="827"/>
                </a:lnTo>
                <a:lnTo>
                  <a:pt x="972" y="826"/>
                </a:lnTo>
                <a:lnTo>
                  <a:pt x="972" y="825"/>
                </a:lnTo>
                <a:lnTo>
                  <a:pt x="973" y="824"/>
                </a:lnTo>
                <a:lnTo>
                  <a:pt x="972" y="824"/>
                </a:lnTo>
                <a:lnTo>
                  <a:pt x="972" y="823"/>
                </a:lnTo>
                <a:lnTo>
                  <a:pt x="971" y="823"/>
                </a:lnTo>
                <a:lnTo>
                  <a:pt x="971" y="822"/>
                </a:lnTo>
                <a:lnTo>
                  <a:pt x="970" y="822"/>
                </a:lnTo>
                <a:lnTo>
                  <a:pt x="970" y="821"/>
                </a:lnTo>
                <a:lnTo>
                  <a:pt x="969" y="821"/>
                </a:lnTo>
                <a:lnTo>
                  <a:pt x="968" y="821"/>
                </a:lnTo>
                <a:lnTo>
                  <a:pt x="967" y="821"/>
                </a:lnTo>
                <a:lnTo>
                  <a:pt x="966" y="821"/>
                </a:lnTo>
                <a:lnTo>
                  <a:pt x="965" y="822"/>
                </a:lnTo>
                <a:lnTo>
                  <a:pt x="965" y="823"/>
                </a:lnTo>
                <a:lnTo>
                  <a:pt x="964" y="823"/>
                </a:lnTo>
                <a:lnTo>
                  <a:pt x="963" y="823"/>
                </a:lnTo>
                <a:lnTo>
                  <a:pt x="962" y="824"/>
                </a:lnTo>
                <a:lnTo>
                  <a:pt x="961" y="824"/>
                </a:lnTo>
                <a:lnTo>
                  <a:pt x="960" y="824"/>
                </a:lnTo>
                <a:lnTo>
                  <a:pt x="960" y="825"/>
                </a:lnTo>
                <a:lnTo>
                  <a:pt x="960" y="826"/>
                </a:lnTo>
                <a:lnTo>
                  <a:pt x="960" y="827"/>
                </a:lnTo>
                <a:lnTo>
                  <a:pt x="959" y="827"/>
                </a:lnTo>
                <a:lnTo>
                  <a:pt x="959" y="828"/>
                </a:lnTo>
                <a:lnTo>
                  <a:pt x="959" y="829"/>
                </a:lnTo>
                <a:lnTo>
                  <a:pt x="958" y="829"/>
                </a:lnTo>
                <a:lnTo>
                  <a:pt x="958" y="830"/>
                </a:lnTo>
                <a:lnTo>
                  <a:pt x="957" y="830"/>
                </a:lnTo>
                <a:lnTo>
                  <a:pt x="957" y="831"/>
                </a:lnTo>
                <a:lnTo>
                  <a:pt x="957" y="832"/>
                </a:lnTo>
                <a:lnTo>
                  <a:pt x="956" y="832"/>
                </a:lnTo>
                <a:lnTo>
                  <a:pt x="955" y="832"/>
                </a:lnTo>
                <a:lnTo>
                  <a:pt x="955" y="831"/>
                </a:lnTo>
                <a:lnTo>
                  <a:pt x="954" y="831"/>
                </a:lnTo>
                <a:lnTo>
                  <a:pt x="954" y="830"/>
                </a:lnTo>
                <a:lnTo>
                  <a:pt x="954" y="829"/>
                </a:lnTo>
                <a:lnTo>
                  <a:pt x="953" y="829"/>
                </a:lnTo>
                <a:lnTo>
                  <a:pt x="953" y="828"/>
                </a:lnTo>
                <a:lnTo>
                  <a:pt x="954" y="828"/>
                </a:lnTo>
                <a:lnTo>
                  <a:pt x="953" y="828"/>
                </a:lnTo>
                <a:lnTo>
                  <a:pt x="953" y="827"/>
                </a:lnTo>
                <a:lnTo>
                  <a:pt x="953" y="825"/>
                </a:lnTo>
                <a:lnTo>
                  <a:pt x="953" y="824"/>
                </a:lnTo>
                <a:lnTo>
                  <a:pt x="953" y="823"/>
                </a:lnTo>
                <a:lnTo>
                  <a:pt x="953" y="822"/>
                </a:lnTo>
                <a:lnTo>
                  <a:pt x="952" y="822"/>
                </a:lnTo>
                <a:lnTo>
                  <a:pt x="951" y="822"/>
                </a:lnTo>
                <a:lnTo>
                  <a:pt x="951" y="823"/>
                </a:lnTo>
                <a:lnTo>
                  <a:pt x="950" y="824"/>
                </a:lnTo>
                <a:lnTo>
                  <a:pt x="950" y="825"/>
                </a:lnTo>
                <a:lnTo>
                  <a:pt x="949" y="826"/>
                </a:lnTo>
                <a:lnTo>
                  <a:pt x="949" y="827"/>
                </a:lnTo>
                <a:lnTo>
                  <a:pt x="948" y="827"/>
                </a:lnTo>
                <a:lnTo>
                  <a:pt x="948" y="828"/>
                </a:lnTo>
                <a:lnTo>
                  <a:pt x="947" y="828"/>
                </a:lnTo>
                <a:lnTo>
                  <a:pt x="946" y="828"/>
                </a:lnTo>
                <a:lnTo>
                  <a:pt x="945" y="828"/>
                </a:lnTo>
                <a:lnTo>
                  <a:pt x="945" y="827"/>
                </a:lnTo>
                <a:lnTo>
                  <a:pt x="945" y="826"/>
                </a:lnTo>
                <a:lnTo>
                  <a:pt x="945" y="825"/>
                </a:lnTo>
                <a:lnTo>
                  <a:pt x="945" y="824"/>
                </a:lnTo>
                <a:lnTo>
                  <a:pt x="946" y="824"/>
                </a:lnTo>
                <a:lnTo>
                  <a:pt x="945" y="824"/>
                </a:lnTo>
                <a:lnTo>
                  <a:pt x="945" y="823"/>
                </a:lnTo>
                <a:lnTo>
                  <a:pt x="945" y="822"/>
                </a:lnTo>
                <a:lnTo>
                  <a:pt x="945" y="821"/>
                </a:lnTo>
                <a:lnTo>
                  <a:pt x="945" y="820"/>
                </a:lnTo>
                <a:lnTo>
                  <a:pt x="944" y="820"/>
                </a:lnTo>
                <a:lnTo>
                  <a:pt x="944" y="819"/>
                </a:lnTo>
                <a:lnTo>
                  <a:pt x="944" y="818"/>
                </a:lnTo>
                <a:lnTo>
                  <a:pt x="944" y="817"/>
                </a:lnTo>
                <a:lnTo>
                  <a:pt x="943" y="817"/>
                </a:lnTo>
                <a:lnTo>
                  <a:pt x="942" y="817"/>
                </a:lnTo>
                <a:lnTo>
                  <a:pt x="942" y="816"/>
                </a:lnTo>
                <a:lnTo>
                  <a:pt x="941" y="816"/>
                </a:lnTo>
                <a:lnTo>
                  <a:pt x="941" y="815"/>
                </a:lnTo>
                <a:lnTo>
                  <a:pt x="941" y="814"/>
                </a:lnTo>
                <a:lnTo>
                  <a:pt x="941" y="813"/>
                </a:lnTo>
                <a:lnTo>
                  <a:pt x="942" y="813"/>
                </a:lnTo>
                <a:lnTo>
                  <a:pt x="941" y="812"/>
                </a:lnTo>
                <a:lnTo>
                  <a:pt x="940" y="812"/>
                </a:lnTo>
                <a:lnTo>
                  <a:pt x="940" y="811"/>
                </a:lnTo>
                <a:lnTo>
                  <a:pt x="940" y="810"/>
                </a:lnTo>
                <a:lnTo>
                  <a:pt x="941" y="809"/>
                </a:lnTo>
                <a:lnTo>
                  <a:pt x="942" y="808"/>
                </a:lnTo>
                <a:lnTo>
                  <a:pt x="942" y="807"/>
                </a:lnTo>
                <a:lnTo>
                  <a:pt x="943" y="807"/>
                </a:lnTo>
                <a:lnTo>
                  <a:pt x="943" y="806"/>
                </a:lnTo>
                <a:lnTo>
                  <a:pt x="944" y="806"/>
                </a:lnTo>
                <a:lnTo>
                  <a:pt x="944" y="805"/>
                </a:lnTo>
                <a:lnTo>
                  <a:pt x="945" y="804"/>
                </a:lnTo>
                <a:lnTo>
                  <a:pt x="945" y="803"/>
                </a:lnTo>
                <a:lnTo>
                  <a:pt x="945" y="802"/>
                </a:lnTo>
                <a:lnTo>
                  <a:pt x="944" y="801"/>
                </a:lnTo>
                <a:lnTo>
                  <a:pt x="944" y="800"/>
                </a:lnTo>
                <a:lnTo>
                  <a:pt x="944" y="799"/>
                </a:lnTo>
                <a:lnTo>
                  <a:pt x="944" y="798"/>
                </a:lnTo>
                <a:lnTo>
                  <a:pt x="944" y="797"/>
                </a:lnTo>
                <a:lnTo>
                  <a:pt x="943" y="797"/>
                </a:lnTo>
                <a:lnTo>
                  <a:pt x="943" y="796"/>
                </a:lnTo>
                <a:lnTo>
                  <a:pt x="942" y="796"/>
                </a:lnTo>
                <a:lnTo>
                  <a:pt x="941" y="796"/>
                </a:lnTo>
                <a:lnTo>
                  <a:pt x="941" y="797"/>
                </a:lnTo>
                <a:lnTo>
                  <a:pt x="940" y="797"/>
                </a:lnTo>
                <a:lnTo>
                  <a:pt x="940" y="798"/>
                </a:lnTo>
                <a:lnTo>
                  <a:pt x="939" y="798"/>
                </a:lnTo>
                <a:lnTo>
                  <a:pt x="939" y="799"/>
                </a:lnTo>
                <a:lnTo>
                  <a:pt x="939" y="800"/>
                </a:lnTo>
                <a:lnTo>
                  <a:pt x="939" y="799"/>
                </a:lnTo>
                <a:lnTo>
                  <a:pt x="938" y="799"/>
                </a:lnTo>
                <a:lnTo>
                  <a:pt x="938" y="798"/>
                </a:lnTo>
                <a:lnTo>
                  <a:pt x="937" y="799"/>
                </a:lnTo>
                <a:lnTo>
                  <a:pt x="936" y="799"/>
                </a:lnTo>
                <a:lnTo>
                  <a:pt x="936" y="798"/>
                </a:lnTo>
                <a:lnTo>
                  <a:pt x="936" y="797"/>
                </a:lnTo>
                <a:lnTo>
                  <a:pt x="936" y="796"/>
                </a:lnTo>
                <a:lnTo>
                  <a:pt x="935" y="796"/>
                </a:lnTo>
                <a:lnTo>
                  <a:pt x="935" y="795"/>
                </a:lnTo>
                <a:lnTo>
                  <a:pt x="934" y="794"/>
                </a:lnTo>
                <a:lnTo>
                  <a:pt x="933" y="794"/>
                </a:lnTo>
                <a:lnTo>
                  <a:pt x="932" y="794"/>
                </a:lnTo>
                <a:lnTo>
                  <a:pt x="932" y="795"/>
                </a:lnTo>
                <a:lnTo>
                  <a:pt x="931" y="795"/>
                </a:lnTo>
                <a:lnTo>
                  <a:pt x="931" y="794"/>
                </a:lnTo>
                <a:lnTo>
                  <a:pt x="930" y="794"/>
                </a:lnTo>
                <a:lnTo>
                  <a:pt x="930" y="793"/>
                </a:lnTo>
                <a:lnTo>
                  <a:pt x="929" y="793"/>
                </a:lnTo>
                <a:lnTo>
                  <a:pt x="928" y="793"/>
                </a:lnTo>
                <a:lnTo>
                  <a:pt x="928" y="791"/>
                </a:lnTo>
                <a:lnTo>
                  <a:pt x="928" y="790"/>
                </a:lnTo>
                <a:lnTo>
                  <a:pt x="929" y="790"/>
                </a:lnTo>
                <a:lnTo>
                  <a:pt x="929" y="789"/>
                </a:lnTo>
                <a:lnTo>
                  <a:pt x="930" y="789"/>
                </a:lnTo>
                <a:lnTo>
                  <a:pt x="930" y="788"/>
                </a:lnTo>
                <a:lnTo>
                  <a:pt x="929" y="788"/>
                </a:lnTo>
                <a:lnTo>
                  <a:pt x="929" y="787"/>
                </a:lnTo>
                <a:lnTo>
                  <a:pt x="930" y="787"/>
                </a:lnTo>
                <a:lnTo>
                  <a:pt x="930" y="786"/>
                </a:lnTo>
                <a:lnTo>
                  <a:pt x="931" y="785"/>
                </a:lnTo>
                <a:lnTo>
                  <a:pt x="931" y="784"/>
                </a:lnTo>
                <a:lnTo>
                  <a:pt x="931" y="783"/>
                </a:lnTo>
                <a:lnTo>
                  <a:pt x="931" y="782"/>
                </a:lnTo>
                <a:lnTo>
                  <a:pt x="932" y="781"/>
                </a:lnTo>
                <a:lnTo>
                  <a:pt x="932" y="780"/>
                </a:lnTo>
                <a:lnTo>
                  <a:pt x="932" y="779"/>
                </a:lnTo>
                <a:lnTo>
                  <a:pt x="932" y="778"/>
                </a:lnTo>
                <a:lnTo>
                  <a:pt x="933" y="778"/>
                </a:lnTo>
                <a:lnTo>
                  <a:pt x="934" y="778"/>
                </a:lnTo>
                <a:lnTo>
                  <a:pt x="935" y="778"/>
                </a:lnTo>
                <a:lnTo>
                  <a:pt x="935" y="777"/>
                </a:lnTo>
                <a:lnTo>
                  <a:pt x="936" y="777"/>
                </a:lnTo>
                <a:lnTo>
                  <a:pt x="936" y="776"/>
                </a:lnTo>
                <a:lnTo>
                  <a:pt x="937" y="776"/>
                </a:lnTo>
                <a:lnTo>
                  <a:pt x="937" y="775"/>
                </a:lnTo>
                <a:lnTo>
                  <a:pt x="937" y="774"/>
                </a:lnTo>
                <a:lnTo>
                  <a:pt x="938" y="774"/>
                </a:lnTo>
                <a:lnTo>
                  <a:pt x="937" y="774"/>
                </a:lnTo>
                <a:lnTo>
                  <a:pt x="937" y="773"/>
                </a:lnTo>
                <a:lnTo>
                  <a:pt x="936" y="772"/>
                </a:lnTo>
                <a:lnTo>
                  <a:pt x="936" y="771"/>
                </a:lnTo>
                <a:lnTo>
                  <a:pt x="937" y="771"/>
                </a:lnTo>
                <a:lnTo>
                  <a:pt x="937" y="770"/>
                </a:lnTo>
                <a:lnTo>
                  <a:pt x="936" y="770"/>
                </a:lnTo>
                <a:lnTo>
                  <a:pt x="936" y="769"/>
                </a:lnTo>
                <a:lnTo>
                  <a:pt x="936" y="768"/>
                </a:lnTo>
                <a:lnTo>
                  <a:pt x="936" y="767"/>
                </a:lnTo>
                <a:lnTo>
                  <a:pt x="937" y="767"/>
                </a:lnTo>
                <a:lnTo>
                  <a:pt x="937" y="766"/>
                </a:lnTo>
                <a:lnTo>
                  <a:pt x="937" y="765"/>
                </a:lnTo>
                <a:lnTo>
                  <a:pt x="938" y="765"/>
                </a:lnTo>
                <a:lnTo>
                  <a:pt x="938" y="764"/>
                </a:lnTo>
                <a:lnTo>
                  <a:pt x="939" y="764"/>
                </a:lnTo>
                <a:lnTo>
                  <a:pt x="940" y="764"/>
                </a:lnTo>
                <a:lnTo>
                  <a:pt x="940" y="763"/>
                </a:lnTo>
                <a:lnTo>
                  <a:pt x="941" y="763"/>
                </a:lnTo>
                <a:lnTo>
                  <a:pt x="941" y="764"/>
                </a:lnTo>
                <a:lnTo>
                  <a:pt x="942" y="764"/>
                </a:lnTo>
                <a:lnTo>
                  <a:pt x="942" y="763"/>
                </a:lnTo>
                <a:lnTo>
                  <a:pt x="943" y="763"/>
                </a:lnTo>
                <a:lnTo>
                  <a:pt x="944" y="763"/>
                </a:lnTo>
                <a:lnTo>
                  <a:pt x="945" y="763"/>
                </a:lnTo>
                <a:lnTo>
                  <a:pt x="946" y="763"/>
                </a:lnTo>
                <a:lnTo>
                  <a:pt x="946" y="764"/>
                </a:lnTo>
                <a:lnTo>
                  <a:pt x="947" y="764"/>
                </a:lnTo>
                <a:lnTo>
                  <a:pt x="947" y="763"/>
                </a:lnTo>
                <a:lnTo>
                  <a:pt x="948" y="763"/>
                </a:lnTo>
                <a:lnTo>
                  <a:pt x="948" y="762"/>
                </a:lnTo>
                <a:lnTo>
                  <a:pt x="948" y="761"/>
                </a:lnTo>
                <a:lnTo>
                  <a:pt x="948" y="760"/>
                </a:lnTo>
                <a:lnTo>
                  <a:pt x="949" y="760"/>
                </a:lnTo>
                <a:lnTo>
                  <a:pt x="949" y="759"/>
                </a:lnTo>
                <a:lnTo>
                  <a:pt x="949" y="758"/>
                </a:lnTo>
                <a:lnTo>
                  <a:pt x="949" y="757"/>
                </a:lnTo>
                <a:lnTo>
                  <a:pt x="948" y="756"/>
                </a:lnTo>
                <a:lnTo>
                  <a:pt x="949" y="756"/>
                </a:lnTo>
                <a:lnTo>
                  <a:pt x="949" y="755"/>
                </a:lnTo>
                <a:lnTo>
                  <a:pt x="950" y="754"/>
                </a:lnTo>
                <a:lnTo>
                  <a:pt x="951" y="753"/>
                </a:lnTo>
                <a:lnTo>
                  <a:pt x="951" y="752"/>
                </a:lnTo>
                <a:lnTo>
                  <a:pt x="951" y="751"/>
                </a:lnTo>
                <a:lnTo>
                  <a:pt x="950" y="751"/>
                </a:lnTo>
                <a:lnTo>
                  <a:pt x="950" y="750"/>
                </a:lnTo>
                <a:lnTo>
                  <a:pt x="950" y="749"/>
                </a:lnTo>
                <a:lnTo>
                  <a:pt x="949" y="749"/>
                </a:lnTo>
                <a:lnTo>
                  <a:pt x="949" y="748"/>
                </a:lnTo>
                <a:lnTo>
                  <a:pt x="948" y="748"/>
                </a:lnTo>
                <a:lnTo>
                  <a:pt x="948" y="747"/>
                </a:lnTo>
                <a:lnTo>
                  <a:pt x="949" y="747"/>
                </a:lnTo>
                <a:lnTo>
                  <a:pt x="948" y="747"/>
                </a:lnTo>
                <a:lnTo>
                  <a:pt x="947" y="747"/>
                </a:lnTo>
                <a:lnTo>
                  <a:pt x="946" y="747"/>
                </a:lnTo>
                <a:lnTo>
                  <a:pt x="945" y="747"/>
                </a:lnTo>
                <a:lnTo>
                  <a:pt x="945" y="746"/>
                </a:lnTo>
                <a:lnTo>
                  <a:pt x="944" y="746"/>
                </a:lnTo>
                <a:lnTo>
                  <a:pt x="944" y="745"/>
                </a:lnTo>
                <a:lnTo>
                  <a:pt x="943" y="745"/>
                </a:lnTo>
                <a:lnTo>
                  <a:pt x="942" y="744"/>
                </a:lnTo>
                <a:lnTo>
                  <a:pt x="941" y="744"/>
                </a:lnTo>
                <a:lnTo>
                  <a:pt x="941" y="743"/>
                </a:lnTo>
                <a:lnTo>
                  <a:pt x="940" y="743"/>
                </a:lnTo>
                <a:lnTo>
                  <a:pt x="940" y="742"/>
                </a:lnTo>
                <a:lnTo>
                  <a:pt x="940" y="741"/>
                </a:lnTo>
                <a:lnTo>
                  <a:pt x="939" y="741"/>
                </a:lnTo>
                <a:lnTo>
                  <a:pt x="939" y="740"/>
                </a:lnTo>
                <a:lnTo>
                  <a:pt x="938" y="740"/>
                </a:lnTo>
                <a:lnTo>
                  <a:pt x="938" y="739"/>
                </a:lnTo>
                <a:lnTo>
                  <a:pt x="937" y="739"/>
                </a:lnTo>
                <a:lnTo>
                  <a:pt x="936" y="739"/>
                </a:lnTo>
                <a:lnTo>
                  <a:pt x="936" y="740"/>
                </a:lnTo>
                <a:lnTo>
                  <a:pt x="935" y="740"/>
                </a:lnTo>
                <a:lnTo>
                  <a:pt x="934" y="740"/>
                </a:lnTo>
                <a:lnTo>
                  <a:pt x="933" y="740"/>
                </a:lnTo>
                <a:lnTo>
                  <a:pt x="932" y="740"/>
                </a:lnTo>
                <a:lnTo>
                  <a:pt x="932" y="741"/>
                </a:lnTo>
                <a:lnTo>
                  <a:pt x="931" y="741"/>
                </a:lnTo>
                <a:lnTo>
                  <a:pt x="930" y="741"/>
                </a:lnTo>
                <a:lnTo>
                  <a:pt x="930" y="740"/>
                </a:lnTo>
                <a:lnTo>
                  <a:pt x="929" y="740"/>
                </a:lnTo>
                <a:lnTo>
                  <a:pt x="929" y="739"/>
                </a:lnTo>
                <a:lnTo>
                  <a:pt x="928" y="739"/>
                </a:lnTo>
                <a:lnTo>
                  <a:pt x="928" y="738"/>
                </a:lnTo>
                <a:lnTo>
                  <a:pt x="929" y="738"/>
                </a:lnTo>
                <a:lnTo>
                  <a:pt x="929" y="737"/>
                </a:lnTo>
                <a:lnTo>
                  <a:pt x="930" y="737"/>
                </a:lnTo>
                <a:lnTo>
                  <a:pt x="930" y="736"/>
                </a:lnTo>
                <a:lnTo>
                  <a:pt x="931" y="736"/>
                </a:lnTo>
                <a:lnTo>
                  <a:pt x="932" y="736"/>
                </a:lnTo>
                <a:lnTo>
                  <a:pt x="932" y="735"/>
                </a:lnTo>
                <a:lnTo>
                  <a:pt x="933" y="735"/>
                </a:lnTo>
                <a:lnTo>
                  <a:pt x="934" y="735"/>
                </a:lnTo>
                <a:lnTo>
                  <a:pt x="935" y="734"/>
                </a:lnTo>
                <a:lnTo>
                  <a:pt x="936" y="734"/>
                </a:lnTo>
                <a:lnTo>
                  <a:pt x="936" y="733"/>
                </a:lnTo>
                <a:lnTo>
                  <a:pt x="936" y="732"/>
                </a:lnTo>
                <a:lnTo>
                  <a:pt x="937" y="732"/>
                </a:lnTo>
                <a:lnTo>
                  <a:pt x="938" y="732"/>
                </a:lnTo>
                <a:lnTo>
                  <a:pt x="938" y="731"/>
                </a:lnTo>
                <a:lnTo>
                  <a:pt x="939" y="731"/>
                </a:lnTo>
                <a:lnTo>
                  <a:pt x="940" y="731"/>
                </a:lnTo>
                <a:lnTo>
                  <a:pt x="941" y="731"/>
                </a:lnTo>
                <a:lnTo>
                  <a:pt x="941" y="730"/>
                </a:lnTo>
                <a:lnTo>
                  <a:pt x="941" y="729"/>
                </a:lnTo>
                <a:lnTo>
                  <a:pt x="941" y="728"/>
                </a:lnTo>
                <a:lnTo>
                  <a:pt x="941" y="727"/>
                </a:lnTo>
                <a:lnTo>
                  <a:pt x="942" y="727"/>
                </a:lnTo>
                <a:lnTo>
                  <a:pt x="943" y="727"/>
                </a:lnTo>
                <a:lnTo>
                  <a:pt x="945" y="725"/>
                </a:lnTo>
                <a:lnTo>
                  <a:pt x="946" y="724"/>
                </a:lnTo>
                <a:lnTo>
                  <a:pt x="946" y="723"/>
                </a:lnTo>
                <a:lnTo>
                  <a:pt x="946" y="722"/>
                </a:lnTo>
                <a:lnTo>
                  <a:pt x="945" y="722"/>
                </a:lnTo>
                <a:lnTo>
                  <a:pt x="944" y="721"/>
                </a:lnTo>
                <a:lnTo>
                  <a:pt x="943" y="720"/>
                </a:lnTo>
                <a:lnTo>
                  <a:pt x="943" y="719"/>
                </a:lnTo>
                <a:lnTo>
                  <a:pt x="942" y="718"/>
                </a:lnTo>
                <a:lnTo>
                  <a:pt x="941" y="719"/>
                </a:lnTo>
                <a:lnTo>
                  <a:pt x="940" y="719"/>
                </a:lnTo>
                <a:lnTo>
                  <a:pt x="939" y="718"/>
                </a:lnTo>
                <a:lnTo>
                  <a:pt x="939" y="717"/>
                </a:lnTo>
                <a:lnTo>
                  <a:pt x="939" y="716"/>
                </a:lnTo>
                <a:lnTo>
                  <a:pt x="939" y="715"/>
                </a:lnTo>
                <a:lnTo>
                  <a:pt x="939" y="714"/>
                </a:lnTo>
                <a:lnTo>
                  <a:pt x="938" y="714"/>
                </a:lnTo>
                <a:lnTo>
                  <a:pt x="937" y="714"/>
                </a:lnTo>
                <a:lnTo>
                  <a:pt x="937" y="713"/>
                </a:lnTo>
                <a:lnTo>
                  <a:pt x="936" y="713"/>
                </a:lnTo>
                <a:lnTo>
                  <a:pt x="935" y="713"/>
                </a:lnTo>
                <a:lnTo>
                  <a:pt x="935" y="714"/>
                </a:lnTo>
                <a:lnTo>
                  <a:pt x="934" y="714"/>
                </a:lnTo>
                <a:lnTo>
                  <a:pt x="933" y="714"/>
                </a:lnTo>
                <a:lnTo>
                  <a:pt x="933" y="713"/>
                </a:lnTo>
                <a:lnTo>
                  <a:pt x="934" y="713"/>
                </a:lnTo>
                <a:lnTo>
                  <a:pt x="935" y="713"/>
                </a:lnTo>
                <a:lnTo>
                  <a:pt x="934" y="712"/>
                </a:lnTo>
                <a:lnTo>
                  <a:pt x="933" y="711"/>
                </a:lnTo>
                <a:lnTo>
                  <a:pt x="933" y="710"/>
                </a:lnTo>
                <a:lnTo>
                  <a:pt x="933" y="709"/>
                </a:lnTo>
                <a:lnTo>
                  <a:pt x="932" y="709"/>
                </a:lnTo>
                <a:lnTo>
                  <a:pt x="932" y="708"/>
                </a:lnTo>
                <a:lnTo>
                  <a:pt x="932" y="707"/>
                </a:lnTo>
                <a:lnTo>
                  <a:pt x="931" y="706"/>
                </a:lnTo>
                <a:lnTo>
                  <a:pt x="931" y="705"/>
                </a:lnTo>
                <a:lnTo>
                  <a:pt x="931" y="704"/>
                </a:lnTo>
                <a:lnTo>
                  <a:pt x="930" y="704"/>
                </a:lnTo>
                <a:lnTo>
                  <a:pt x="930" y="705"/>
                </a:lnTo>
                <a:lnTo>
                  <a:pt x="929" y="705"/>
                </a:lnTo>
                <a:lnTo>
                  <a:pt x="928" y="705"/>
                </a:lnTo>
                <a:lnTo>
                  <a:pt x="928" y="706"/>
                </a:lnTo>
                <a:lnTo>
                  <a:pt x="928" y="707"/>
                </a:lnTo>
                <a:lnTo>
                  <a:pt x="927" y="708"/>
                </a:lnTo>
                <a:lnTo>
                  <a:pt x="926" y="708"/>
                </a:lnTo>
                <a:lnTo>
                  <a:pt x="925" y="708"/>
                </a:lnTo>
                <a:lnTo>
                  <a:pt x="924" y="708"/>
                </a:lnTo>
                <a:lnTo>
                  <a:pt x="923" y="708"/>
                </a:lnTo>
                <a:lnTo>
                  <a:pt x="922" y="708"/>
                </a:lnTo>
                <a:lnTo>
                  <a:pt x="922" y="709"/>
                </a:lnTo>
                <a:lnTo>
                  <a:pt x="921" y="709"/>
                </a:lnTo>
                <a:lnTo>
                  <a:pt x="921" y="708"/>
                </a:lnTo>
                <a:lnTo>
                  <a:pt x="920" y="708"/>
                </a:lnTo>
                <a:lnTo>
                  <a:pt x="918" y="708"/>
                </a:lnTo>
                <a:lnTo>
                  <a:pt x="917" y="708"/>
                </a:lnTo>
                <a:lnTo>
                  <a:pt x="916" y="708"/>
                </a:lnTo>
                <a:lnTo>
                  <a:pt x="916" y="707"/>
                </a:lnTo>
                <a:lnTo>
                  <a:pt x="915" y="707"/>
                </a:lnTo>
                <a:lnTo>
                  <a:pt x="915" y="708"/>
                </a:lnTo>
                <a:lnTo>
                  <a:pt x="914" y="708"/>
                </a:lnTo>
                <a:lnTo>
                  <a:pt x="913" y="708"/>
                </a:lnTo>
                <a:lnTo>
                  <a:pt x="912" y="708"/>
                </a:lnTo>
                <a:lnTo>
                  <a:pt x="911" y="707"/>
                </a:lnTo>
                <a:lnTo>
                  <a:pt x="910" y="707"/>
                </a:lnTo>
                <a:lnTo>
                  <a:pt x="910" y="706"/>
                </a:lnTo>
                <a:lnTo>
                  <a:pt x="909" y="705"/>
                </a:lnTo>
                <a:lnTo>
                  <a:pt x="909" y="704"/>
                </a:lnTo>
                <a:lnTo>
                  <a:pt x="908" y="704"/>
                </a:lnTo>
                <a:lnTo>
                  <a:pt x="908" y="703"/>
                </a:lnTo>
                <a:lnTo>
                  <a:pt x="909" y="703"/>
                </a:lnTo>
                <a:lnTo>
                  <a:pt x="909" y="702"/>
                </a:lnTo>
                <a:lnTo>
                  <a:pt x="909" y="701"/>
                </a:lnTo>
                <a:lnTo>
                  <a:pt x="909" y="699"/>
                </a:lnTo>
                <a:lnTo>
                  <a:pt x="909" y="698"/>
                </a:lnTo>
                <a:lnTo>
                  <a:pt x="910" y="697"/>
                </a:lnTo>
                <a:lnTo>
                  <a:pt x="910" y="696"/>
                </a:lnTo>
                <a:lnTo>
                  <a:pt x="910" y="695"/>
                </a:lnTo>
                <a:lnTo>
                  <a:pt x="910" y="694"/>
                </a:lnTo>
                <a:lnTo>
                  <a:pt x="910" y="693"/>
                </a:lnTo>
                <a:lnTo>
                  <a:pt x="910" y="692"/>
                </a:lnTo>
                <a:lnTo>
                  <a:pt x="910" y="691"/>
                </a:lnTo>
                <a:lnTo>
                  <a:pt x="910" y="690"/>
                </a:lnTo>
                <a:lnTo>
                  <a:pt x="910" y="689"/>
                </a:lnTo>
                <a:lnTo>
                  <a:pt x="910" y="688"/>
                </a:lnTo>
                <a:lnTo>
                  <a:pt x="910" y="687"/>
                </a:lnTo>
                <a:lnTo>
                  <a:pt x="911" y="686"/>
                </a:lnTo>
                <a:lnTo>
                  <a:pt x="911" y="685"/>
                </a:lnTo>
                <a:lnTo>
                  <a:pt x="912" y="685"/>
                </a:lnTo>
                <a:lnTo>
                  <a:pt x="912" y="684"/>
                </a:lnTo>
                <a:lnTo>
                  <a:pt x="911" y="684"/>
                </a:lnTo>
                <a:lnTo>
                  <a:pt x="911" y="683"/>
                </a:lnTo>
                <a:lnTo>
                  <a:pt x="911" y="682"/>
                </a:lnTo>
                <a:lnTo>
                  <a:pt x="912" y="682"/>
                </a:lnTo>
                <a:lnTo>
                  <a:pt x="912" y="681"/>
                </a:lnTo>
                <a:lnTo>
                  <a:pt x="913" y="681"/>
                </a:lnTo>
                <a:lnTo>
                  <a:pt x="913" y="680"/>
                </a:lnTo>
                <a:lnTo>
                  <a:pt x="912" y="680"/>
                </a:lnTo>
                <a:lnTo>
                  <a:pt x="911" y="680"/>
                </a:lnTo>
                <a:lnTo>
                  <a:pt x="911" y="679"/>
                </a:lnTo>
                <a:lnTo>
                  <a:pt x="912" y="679"/>
                </a:lnTo>
                <a:lnTo>
                  <a:pt x="913" y="679"/>
                </a:lnTo>
                <a:lnTo>
                  <a:pt x="913" y="678"/>
                </a:lnTo>
                <a:lnTo>
                  <a:pt x="913" y="677"/>
                </a:lnTo>
                <a:lnTo>
                  <a:pt x="913" y="676"/>
                </a:lnTo>
                <a:lnTo>
                  <a:pt x="913" y="675"/>
                </a:lnTo>
                <a:lnTo>
                  <a:pt x="914" y="675"/>
                </a:lnTo>
                <a:lnTo>
                  <a:pt x="914" y="674"/>
                </a:lnTo>
                <a:lnTo>
                  <a:pt x="913" y="674"/>
                </a:lnTo>
                <a:lnTo>
                  <a:pt x="912" y="673"/>
                </a:lnTo>
                <a:lnTo>
                  <a:pt x="912" y="672"/>
                </a:lnTo>
                <a:lnTo>
                  <a:pt x="911" y="672"/>
                </a:lnTo>
                <a:lnTo>
                  <a:pt x="911" y="673"/>
                </a:lnTo>
                <a:lnTo>
                  <a:pt x="910" y="673"/>
                </a:lnTo>
                <a:lnTo>
                  <a:pt x="909" y="674"/>
                </a:lnTo>
                <a:lnTo>
                  <a:pt x="908" y="675"/>
                </a:lnTo>
                <a:lnTo>
                  <a:pt x="907" y="676"/>
                </a:lnTo>
                <a:lnTo>
                  <a:pt x="906" y="677"/>
                </a:lnTo>
                <a:lnTo>
                  <a:pt x="905" y="678"/>
                </a:lnTo>
                <a:lnTo>
                  <a:pt x="904" y="678"/>
                </a:lnTo>
                <a:lnTo>
                  <a:pt x="904" y="679"/>
                </a:lnTo>
                <a:lnTo>
                  <a:pt x="903" y="679"/>
                </a:lnTo>
                <a:lnTo>
                  <a:pt x="903" y="680"/>
                </a:lnTo>
                <a:lnTo>
                  <a:pt x="903" y="681"/>
                </a:lnTo>
                <a:lnTo>
                  <a:pt x="902" y="681"/>
                </a:lnTo>
                <a:lnTo>
                  <a:pt x="902" y="682"/>
                </a:lnTo>
                <a:lnTo>
                  <a:pt x="901" y="683"/>
                </a:lnTo>
                <a:lnTo>
                  <a:pt x="901" y="684"/>
                </a:lnTo>
                <a:lnTo>
                  <a:pt x="900" y="684"/>
                </a:lnTo>
                <a:lnTo>
                  <a:pt x="900" y="685"/>
                </a:lnTo>
                <a:lnTo>
                  <a:pt x="899" y="686"/>
                </a:lnTo>
                <a:lnTo>
                  <a:pt x="897" y="688"/>
                </a:lnTo>
                <a:lnTo>
                  <a:pt x="896" y="689"/>
                </a:lnTo>
                <a:lnTo>
                  <a:pt x="895" y="690"/>
                </a:lnTo>
                <a:lnTo>
                  <a:pt x="894" y="691"/>
                </a:lnTo>
                <a:lnTo>
                  <a:pt x="893" y="692"/>
                </a:lnTo>
                <a:lnTo>
                  <a:pt x="892" y="692"/>
                </a:lnTo>
                <a:lnTo>
                  <a:pt x="892" y="693"/>
                </a:lnTo>
                <a:lnTo>
                  <a:pt x="891" y="693"/>
                </a:lnTo>
                <a:lnTo>
                  <a:pt x="891" y="694"/>
                </a:lnTo>
                <a:lnTo>
                  <a:pt x="890" y="694"/>
                </a:lnTo>
                <a:lnTo>
                  <a:pt x="889" y="695"/>
                </a:lnTo>
                <a:lnTo>
                  <a:pt x="888" y="696"/>
                </a:lnTo>
                <a:lnTo>
                  <a:pt x="887" y="697"/>
                </a:lnTo>
                <a:lnTo>
                  <a:pt x="886" y="698"/>
                </a:lnTo>
                <a:lnTo>
                  <a:pt x="886" y="699"/>
                </a:lnTo>
                <a:lnTo>
                  <a:pt x="885" y="699"/>
                </a:lnTo>
                <a:lnTo>
                  <a:pt x="884" y="700"/>
                </a:lnTo>
                <a:lnTo>
                  <a:pt x="883" y="701"/>
                </a:lnTo>
                <a:lnTo>
                  <a:pt x="883" y="702"/>
                </a:lnTo>
                <a:lnTo>
                  <a:pt x="882" y="703"/>
                </a:lnTo>
                <a:lnTo>
                  <a:pt x="881" y="704"/>
                </a:lnTo>
                <a:lnTo>
                  <a:pt x="880" y="705"/>
                </a:lnTo>
                <a:lnTo>
                  <a:pt x="879" y="706"/>
                </a:lnTo>
                <a:lnTo>
                  <a:pt x="878" y="707"/>
                </a:lnTo>
                <a:lnTo>
                  <a:pt x="878" y="708"/>
                </a:lnTo>
                <a:lnTo>
                  <a:pt x="877" y="709"/>
                </a:lnTo>
                <a:lnTo>
                  <a:pt x="877" y="710"/>
                </a:lnTo>
                <a:lnTo>
                  <a:pt x="876" y="710"/>
                </a:lnTo>
                <a:lnTo>
                  <a:pt x="876" y="711"/>
                </a:lnTo>
                <a:lnTo>
                  <a:pt x="875" y="712"/>
                </a:lnTo>
                <a:lnTo>
                  <a:pt x="874" y="713"/>
                </a:lnTo>
                <a:lnTo>
                  <a:pt x="874" y="714"/>
                </a:lnTo>
                <a:lnTo>
                  <a:pt x="873" y="715"/>
                </a:lnTo>
                <a:lnTo>
                  <a:pt x="873" y="716"/>
                </a:lnTo>
                <a:lnTo>
                  <a:pt x="872" y="716"/>
                </a:lnTo>
                <a:lnTo>
                  <a:pt x="872" y="717"/>
                </a:lnTo>
                <a:lnTo>
                  <a:pt x="871" y="718"/>
                </a:lnTo>
                <a:lnTo>
                  <a:pt x="869" y="721"/>
                </a:lnTo>
                <a:lnTo>
                  <a:pt x="869" y="722"/>
                </a:lnTo>
                <a:lnTo>
                  <a:pt x="868" y="723"/>
                </a:lnTo>
                <a:lnTo>
                  <a:pt x="867" y="725"/>
                </a:lnTo>
                <a:lnTo>
                  <a:pt x="867" y="726"/>
                </a:lnTo>
                <a:lnTo>
                  <a:pt x="865" y="728"/>
                </a:lnTo>
                <a:lnTo>
                  <a:pt x="864" y="729"/>
                </a:lnTo>
                <a:lnTo>
                  <a:pt x="864" y="732"/>
                </a:lnTo>
                <a:lnTo>
                  <a:pt x="863" y="733"/>
                </a:lnTo>
                <a:lnTo>
                  <a:pt x="863" y="734"/>
                </a:lnTo>
                <a:lnTo>
                  <a:pt x="862" y="734"/>
                </a:lnTo>
                <a:lnTo>
                  <a:pt x="861" y="735"/>
                </a:lnTo>
                <a:lnTo>
                  <a:pt x="861" y="736"/>
                </a:lnTo>
                <a:lnTo>
                  <a:pt x="860" y="736"/>
                </a:lnTo>
                <a:lnTo>
                  <a:pt x="858" y="738"/>
                </a:lnTo>
                <a:lnTo>
                  <a:pt x="857" y="739"/>
                </a:lnTo>
                <a:lnTo>
                  <a:pt x="857" y="740"/>
                </a:lnTo>
                <a:lnTo>
                  <a:pt x="856" y="741"/>
                </a:lnTo>
                <a:lnTo>
                  <a:pt x="856" y="742"/>
                </a:lnTo>
                <a:lnTo>
                  <a:pt x="855" y="742"/>
                </a:lnTo>
                <a:lnTo>
                  <a:pt x="855" y="743"/>
                </a:lnTo>
                <a:lnTo>
                  <a:pt x="855" y="744"/>
                </a:lnTo>
                <a:lnTo>
                  <a:pt x="854" y="744"/>
                </a:lnTo>
                <a:lnTo>
                  <a:pt x="854" y="745"/>
                </a:lnTo>
                <a:lnTo>
                  <a:pt x="854" y="746"/>
                </a:lnTo>
                <a:lnTo>
                  <a:pt x="853" y="746"/>
                </a:lnTo>
                <a:lnTo>
                  <a:pt x="853" y="747"/>
                </a:lnTo>
                <a:lnTo>
                  <a:pt x="852" y="748"/>
                </a:lnTo>
                <a:lnTo>
                  <a:pt x="852" y="749"/>
                </a:lnTo>
                <a:lnTo>
                  <a:pt x="851" y="749"/>
                </a:lnTo>
                <a:lnTo>
                  <a:pt x="851" y="750"/>
                </a:lnTo>
                <a:lnTo>
                  <a:pt x="851" y="751"/>
                </a:lnTo>
                <a:lnTo>
                  <a:pt x="850" y="752"/>
                </a:lnTo>
                <a:lnTo>
                  <a:pt x="849" y="753"/>
                </a:lnTo>
                <a:lnTo>
                  <a:pt x="848" y="755"/>
                </a:lnTo>
                <a:lnTo>
                  <a:pt x="847" y="757"/>
                </a:lnTo>
                <a:lnTo>
                  <a:pt x="847" y="758"/>
                </a:lnTo>
                <a:lnTo>
                  <a:pt x="846" y="758"/>
                </a:lnTo>
                <a:lnTo>
                  <a:pt x="845" y="759"/>
                </a:lnTo>
                <a:lnTo>
                  <a:pt x="844" y="760"/>
                </a:lnTo>
                <a:lnTo>
                  <a:pt x="843" y="760"/>
                </a:lnTo>
                <a:lnTo>
                  <a:pt x="843" y="759"/>
                </a:lnTo>
                <a:lnTo>
                  <a:pt x="842" y="759"/>
                </a:lnTo>
                <a:lnTo>
                  <a:pt x="841" y="759"/>
                </a:lnTo>
                <a:lnTo>
                  <a:pt x="840" y="759"/>
                </a:lnTo>
                <a:lnTo>
                  <a:pt x="839" y="759"/>
                </a:lnTo>
                <a:lnTo>
                  <a:pt x="838" y="759"/>
                </a:lnTo>
                <a:lnTo>
                  <a:pt x="837" y="759"/>
                </a:lnTo>
                <a:lnTo>
                  <a:pt x="836" y="759"/>
                </a:lnTo>
                <a:lnTo>
                  <a:pt x="836" y="760"/>
                </a:lnTo>
                <a:lnTo>
                  <a:pt x="836" y="761"/>
                </a:lnTo>
                <a:lnTo>
                  <a:pt x="836" y="762"/>
                </a:lnTo>
                <a:lnTo>
                  <a:pt x="836" y="763"/>
                </a:lnTo>
                <a:lnTo>
                  <a:pt x="836" y="764"/>
                </a:lnTo>
                <a:lnTo>
                  <a:pt x="835" y="765"/>
                </a:lnTo>
                <a:lnTo>
                  <a:pt x="834" y="765"/>
                </a:lnTo>
                <a:lnTo>
                  <a:pt x="833" y="764"/>
                </a:lnTo>
                <a:lnTo>
                  <a:pt x="832" y="763"/>
                </a:lnTo>
                <a:lnTo>
                  <a:pt x="832" y="761"/>
                </a:lnTo>
                <a:lnTo>
                  <a:pt x="831" y="759"/>
                </a:lnTo>
                <a:lnTo>
                  <a:pt x="831" y="757"/>
                </a:lnTo>
                <a:lnTo>
                  <a:pt x="831" y="756"/>
                </a:lnTo>
                <a:lnTo>
                  <a:pt x="831" y="755"/>
                </a:lnTo>
                <a:lnTo>
                  <a:pt x="830" y="753"/>
                </a:lnTo>
                <a:lnTo>
                  <a:pt x="830" y="752"/>
                </a:lnTo>
                <a:lnTo>
                  <a:pt x="830" y="751"/>
                </a:lnTo>
                <a:lnTo>
                  <a:pt x="829" y="751"/>
                </a:lnTo>
                <a:lnTo>
                  <a:pt x="829" y="750"/>
                </a:lnTo>
                <a:lnTo>
                  <a:pt x="829" y="749"/>
                </a:lnTo>
                <a:lnTo>
                  <a:pt x="829" y="748"/>
                </a:lnTo>
                <a:lnTo>
                  <a:pt x="828" y="747"/>
                </a:lnTo>
                <a:lnTo>
                  <a:pt x="827" y="746"/>
                </a:lnTo>
                <a:lnTo>
                  <a:pt x="826" y="746"/>
                </a:lnTo>
                <a:lnTo>
                  <a:pt x="825" y="746"/>
                </a:lnTo>
                <a:lnTo>
                  <a:pt x="824" y="746"/>
                </a:lnTo>
                <a:lnTo>
                  <a:pt x="823" y="746"/>
                </a:lnTo>
                <a:lnTo>
                  <a:pt x="823" y="747"/>
                </a:lnTo>
                <a:lnTo>
                  <a:pt x="821" y="747"/>
                </a:lnTo>
                <a:lnTo>
                  <a:pt x="820" y="748"/>
                </a:lnTo>
                <a:lnTo>
                  <a:pt x="819" y="749"/>
                </a:lnTo>
                <a:lnTo>
                  <a:pt x="818" y="750"/>
                </a:lnTo>
                <a:lnTo>
                  <a:pt x="816" y="752"/>
                </a:lnTo>
                <a:lnTo>
                  <a:pt x="816" y="753"/>
                </a:lnTo>
                <a:lnTo>
                  <a:pt x="815" y="753"/>
                </a:lnTo>
                <a:lnTo>
                  <a:pt x="815" y="754"/>
                </a:lnTo>
                <a:lnTo>
                  <a:pt x="814" y="754"/>
                </a:lnTo>
                <a:lnTo>
                  <a:pt x="814" y="755"/>
                </a:lnTo>
                <a:lnTo>
                  <a:pt x="814" y="756"/>
                </a:lnTo>
                <a:lnTo>
                  <a:pt x="814" y="757"/>
                </a:lnTo>
                <a:lnTo>
                  <a:pt x="813" y="757"/>
                </a:lnTo>
                <a:lnTo>
                  <a:pt x="813" y="758"/>
                </a:lnTo>
                <a:lnTo>
                  <a:pt x="813" y="759"/>
                </a:lnTo>
                <a:lnTo>
                  <a:pt x="812" y="759"/>
                </a:lnTo>
                <a:lnTo>
                  <a:pt x="811" y="759"/>
                </a:lnTo>
                <a:lnTo>
                  <a:pt x="810" y="759"/>
                </a:lnTo>
                <a:lnTo>
                  <a:pt x="809" y="759"/>
                </a:lnTo>
                <a:lnTo>
                  <a:pt x="809" y="758"/>
                </a:lnTo>
                <a:lnTo>
                  <a:pt x="809" y="757"/>
                </a:lnTo>
                <a:lnTo>
                  <a:pt x="808" y="757"/>
                </a:lnTo>
                <a:lnTo>
                  <a:pt x="808" y="756"/>
                </a:lnTo>
                <a:lnTo>
                  <a:pt x="808" y="755"/>
                </a:lnTo>
                <a:lnTo>
                  <a:pt x="807" y="754"/>
                </a:lnTo>
                <a:lnTo>
                  <a:pt x="807" y="753"/>
                </a:lnTo>
                <a:lnTo>
                  <a:pt x="807" y="749"/>
                </a:lnTo>
                <a:lnTo>
                  <a:pt x="806" y="748"/>
                </a:lnTo>
                <a:lnTo>
                  <a:pt x="806" y="746"/>
                </a:lnTo>
                <a:lnTo>
                  <a:pt x="805" y="744"/>
                </a:lnTo>
                <a:lnTo>
                  <a:pt x="804" y="743"/>
                </a:lnTo>
                <a:lnTo>
                  <a:pt x="803" y="739"/>
                </a:lnTo>
                <a:lnTo>
                  <a:pt x="803" y="738"/>
                </a:lnTo>
                <a:lnTo>
                  <a:pt x="802" y="735"/>
                </a:lnTo>
                <a:lnTo>
                  <a:pt x="801" y="734"/>
                </a:lnTo>
                <a:lnTo>
                  <a:pt x="801" y="732"/>
                </a:lnTo>
                <a:lnTo>
                  <a:pt x="800" y="731"/>
                </a:lnTo>
                <a:lnTo>
                  <a:pt x="800" y="730"/>
                </a:lnTo>
                <a:lnTo>
                  <a:pt x="801" y="728"/>
                </a:lnTo>
                <a:lnTo>
                  <a:pt x="802" y="727"/>
                </a:lnTo>
                <a:lnTo>
                  <a:pt x="804" y="724"/>
                </a:lnTo>
                <a:lnTo>
                  <a:pt x="805" y="723"/>
                </a:lnTo>
                <a:lnTo>
                  <a:pt x="806" y="722"/>
                </a:lnTo>
                <a:lnTo>
                  <a:pt x="807" y="721"/>
                </a:lnTo>
                <a:lnTo>
                  <a:pt x="808" y="721"/>
                </a:lnTo>
                <a:lnTo>
                  <a:pt x="808" y="720"/>
                </a:lnTo>
                <a:lnTo>
                  <a:pt x="809" y="719"/>
                </a:lnTo>
                <a:lnTo>
                  <a:pt x="810" y="718"/>
                </a:lnTo>
                <a:lnTo>
                  <a:pt x="812" y="716"/>
                </a:lnTo>
                <a:lnTo>
                  <a:pt x="813" y="715"/>
                </a:lnTo>
                <a:lnTo>
                  <a:pt x="814" y="714"/>
                </a:lnTo>
                <a:lnTo>
                  <a:pt x="814" y="713"/>
                </a:lnTo>
                <a:lnTo>
                  <a:pt x="815" y="712"/>
                </a:lnTo>
                <a:lnTo>
                  <a:pt x="816" y="711"/>
                </a:lnTo>
                <a:lnTo>
                  <a:pt x="816" y="710"/>
                </a:lnTo>
                <a:lnTo>
                  <a:pt x="816" y="708"/>
                </a:lnTo>
                <a:lnTo>
                  <a:pt x="817" y="707"/>
                </a:lnTo>
                <a:lnTo>
                  <a:pt x="817" y="705"/>
                </a:lnTo>
                <a:lnTo>
                  <a:pt x="817" y="703"/>
                </a:lnTo>
                <a:lnTo>
                  <a:pt x="817" y="702"/>
                </a:lnTo>
                <a:lnTo>
                  <a:pt x="817" y="701"/>
                </a:lnTo>
                <a:lnTo>
                  <a:pt x="818" y="700"/>
                </a:lnTo>
                <a:lnTo>
                  <a:pt x="818" y="699"/>
                </a:lnTo>
                <a:lnTo>
                  <a:pt x="819" y="698"/>
                </a:lnTo>
                <a:lnTo>
                  <a:pt x="819" y="696"/>
                </a:lnTo>
                <a:lnTo>
                  <a:pt x="818" y="696"/>
                </a:lnTo>
                <a:lnTo>
                  <a:pt x="817" y="696"/>
                </a:lnTo>
                <a:lnTo>
                  <a:pt x="816" y="696"/>
                </a:lnTo>
                <a:lnTo>
                  <a:pt x="816" y="697"/>
                </a:lnTo>
                <a:lnTo>
                  <a:pt x="815" y="697"/>
                </a:lnTo>
                <a:lnTo>
                  <a:pt x="815" y="698"/>
                </a:lnTo>
                <a:lnTo>
                  <a:pt x="815" y="699"/>
                </a:lnTo>
                <a:lnTo>
                  <a:pt x="814" y="699"/>
                </a:lnTo>
                <a:lnTo>
                  <a:pt x="814" y="700"/>
                </a:lnTo>
                <a:lnTo>
                  <a:pt x="814" y="701"/>
                </a:lnTo>
                <a:lnTo>
                  <a:pt x="813" y="702"/>
                </a:lnTo>
                <a:lnTo>
                  <a:pt x="813" y="704"/>
                </a:lnTo>
                <a:lnTo>
                  <a:pt x="811" y="706"/>
                </a:lnTo>
                <a:lnTo>
                  <a:pt x="809" y="708"/>
                </a:lnTo>
                <a:lnTo>
                  <a:pt x="809" y="710"/>
                </a:lnTo>
                <a:lnTo>
                  <a:pt x="808" y="712"/>
                </a:lnTo>
                <a:lnTo>
                  <a:pt x="807" y="712"/>
                </a:lnTo>
                <a:lnTo>
                  <a:pt x="806" y="714"/>
                </a:lnTo>
                <a:lnTo>
                  <a:pt x="805" y="715"/>
                </a:lnTo>
                <a:lnTo>
                  <a:pt x="804" y="716"/>
                </a:lnTo>
                <a:lnTo>
                  <a:pt x="804" y="717"/>
                </a:lnTo>
                <a:lnTo>
                  <a:pt x="803" y="717"/>
                </a:lnTo>
                <a:lnTo>
                  <a:pt x="803" y="716"/>
                </a:lnTo>
                <a:lnTo>
                  <a:pt x="802" y="715"/>
                </a:lnTo>
                <a:lnTo>
                  <a:pt x="802" y="714"/>
                </a:lnTo>
                <a:lnTo>
                  <a:pt x="801" y="713"/>
                </a:lnTo>
                <a:lnTo>
                  <a:pt x="801" y="711"/>
                </a:lnTo>
                <a:lnTo>
                  <a:pt x="801" y="709"/>
                </a:lnTo>
                <a:lnTo>
                  <a:pt x="802" y="706"/>
                </a:lnTo>
                <a:lnTo>
                  <a:pt x="802" y="704"/>
                </a:lnTo>
                <a:lnTo>
                  <a:pt x="802" y="703"/>
                </a:lnTo>
                <a:lnTo>
                  <a:pt x="802" y="702"/>
                </a:lnTo>
                <a:lnTo>
                  <a:pt x="801" y="701"/>
                </a:lnTo>
                <a:lnTo>
                  <a:pt x="801" y="700"/>
                </a:lnTo>
                <a:lnTo>
                  <a:pt x="801" y="699"/>
                </a:lnTo>
                <a:lnTo>
                  <a:pt x="800" y="698"/>
                </a:lnTo>
                <a:lnTo>
                  <a:pt x="800" y="697"/>
                </a:lnTo>
                <a:lnTo>
                  <a:pt x="798" y="696"/>
                </a:lnTo>
                <a:lnTo>
                  <a:pt x="795" y="695"/>
                </a:lnTo>
                <a:lnTo>
                  <a:pt x="794" y="694"/>
                </a:lnTo>
                <a:lnTo>
                  <a:pt x="793" y="694"/>
                </a:lnTo>
                <a:lnTo>
                  <a:pt x="792" y="694"/>
                </a:lnTo>
                <a:lnTo>
                  <a:pt x="791" y="694"/>
                </a:lnTo>
                <a:lnTo>
                  <a:pt x="790" y="695"/>
                </a:lnTo>
                <a:lnTo>
                  <a:pt x="789" y="695"/>
                </a:lnTo>
                <a:lnTo>
                  <a:pt x="787" y="697"/>
                </a:lnTo>
                <a:lnTo>
                  <a:pt x="787" y="698"/>
                </a:lnTo>
                <a:lnTo>
                  <a:pt x="786" y="699"/>
                </a:lnTo>
                <a:lnTo>
                  <a:pt x="784" y="701"/>
                </a:lnTo>
                <a:lnTo>
                  <a:pt x="781" y="704"/>
                </a:lnTo>
                <a:lnTo>
                  <a:pt x="780" y="705"/>
                </a:lnTo>
                <a:lnTo>
                  <a:pt x="779" y="705"/>
                </a:lnTo>
                <a:lnTo>
                  <a:pt x="778" y="706"/>
                </a:lnTo>
                <a:lnTo>
                  <a:pt x="778" y="707"/>
                </a:lnTo>
                <a:lnTo>
                  <a:pt x="778" y="708"/>
                </a:lnTo>
                <a:lnTo>
                  <a:pt x="779" y="708"/>
                </a:lnTo>
                <a:lnTo>
                  <a:pt x="780" y="708"/>
                </a:lnTo>
                <a:lnTo>
                  <a:pt x="780" y="709"/>
                </a:lnTo>
                <a:lnTo>
                  <a:pt x="779" y="710"/>
                </a:lnTo>
                <a:lnTo>
                  <a:pt x="778" y="710"/>
                </a:lnTo>
                <a:lnTo>
                  <a:pt x="778" y="711"/>
                </a:lnTo>
                <a:lnTo>
                  <a:pt x="778" y="712"/>
                </a:lnTo>
                <a:lnTo>
                  <a:pt x="778" y="713"/>
                </a:lnTo>
                <a:lnTo>
                  <a:pt x="779" y="713"/>
                </a:lnTo>
                <a:lnTo>
                  <a:pt x="779" y="714"/>
                </a:lnTo>
                <a:lnTo>
                  <a:pt x="778" y="714"/>
                </a:lnTo>
                <a:lnTo>
                  <a:pt x="778" y="715"/>
                </a:lnTo>
                <a:lnTo>
                  <a:pt x="777" y="715"/>
                </a:lnTo>
                <a:lnTo>
                  <a:pt x="777" y="716"/>
                </a:lnTo>
                <a:lnTo>
                  <a:pt x="777" y="717"/>
                </a:lnTo>
                <a:lnTo>
                  <a:pt x="778" y="717"/>
                </a:lnTo>
                <a:lnTo>
                  <a:pt x="778" y="718"/>
                </a:lnTo>
                <a:lnTo>
                  <a:pt x="777" y="718"/>
                </a:lnTo>
                <a:lnTo>
                  <a:pt x="776" y="718"/>
                </a:lnTo>
                <a:lnTo>
                  <a:pt x="775" y="718"/>
                </a:lnTo>
                <a:lnTo>
                  <a:pt x="775" y="719"/>
                </a:lnTo>
                <a:lnTo>
                  <a:pt x="774" y="719"/>
                </a:lnTo>
                <a:lnTo>
                  <a:pt x="773" y="720"/>
                </a:lnTo>
                <a:lnTo>
                  <a:pt x="773" y="721"/>
                </a:lnTo>
                <a:lnTo>
                  <a:pt x="773" y="722"/>
                </a:lnTo>
                <a:lnTo>
                  <a:pt x="773" y="723"/>
                </a:lnTo>
                <a:lnTo>
                  <a:pt x="772" y="723"/>
                </a:lnTo>
                <a:lnTo>
                  <a:pt x="772" y="722"/>
                </a:lnTo>
                <a:lnTo>
                  <a:pt x="771" y="722"/>
                </a:lnTo>
                <a:lnTo>
                  <a:pt x="771" y="723"/>
                </a:lnTo>
                <a:lnTo>
                  <a:pt x="771" y="724"/>
                </a:lnTo>
                <a:lnTo>
                  <a:pt x="770" y="724"/>
                </a:lnTo>
                <a:lnTo>
                  <a:pt x="770" y="725"/>
                </a:lnTo>
                <a:lnTo>
                  <a:pt x="769" y="725"/>
                </a:lnTo>
                <a:lnTo>
                  <a:pt x="768" y="725"/>
                </a:lnTo>
                <a:lnTo>
                  <a:pt x="767" y="725"/>
                </a:lnTo>
                <a:lnTo>
                  <a:pt x="767" y="724"/>
                </a:lnTo>
                <a:lnTo>
                  <a:pt x="768" y="724"/>
                </a:lnTo>
                <a:lnTo>
                  <a:pt x="767" y="724"/>
                </a:lnTo>
                <a:lnTo>
                  <a:pt x="767" y="723"/>
                </a:lnTo>
                <a:lnTo>
                  <a:pt x="766" y="724"/>
                </a:lnTo>
                <a:lnTo>
                  <a:pt x="765" y="724"/>
                </a:lnTo>
                <a:lnTo>
                  <a:pt x="765" y="725"/>
                </a:lnTo>
                <a:lnTo>
                  <a:pt x="765" y="726"/>
                </a:lnTo>
                <a:lnTo>
                  <a:pt x="765" y="727"/>
                </a:lnTo>
                <a:lnTo>
                  <a:pt x="765" y="728"/>
                </a:lnTo>
                <a:lnTo>
                  <a:pt x="764" y="729"/>
                </a:lnTo>
                <a:lnTo>
                  <a:pt x="763" y="730"/>
                </a:lnTo>
                <a:lnTo>
                  <a:pt x="763" y="731"/>
                </a:lnTo>
                <a:lnTo>
                  <a:pt x="763" y="732"/>
                </a:lnTo>
                <a:lnTo>
                  <a:pt x="763" y="733"/>
                </a:lnTo>
                <a:lnTo>
                  <a:pt x="762" y="733"/>
                </a:lnTo>
                <a:lnTo>
                  <a:pt x="762" y="734"/>
                </a:lnTo>
                <a:lnTo>
                  <a:pt x="762" y="735"/>
                </a:lnTo>
                <a:lnTo>
                  <a:pt x="762" y="736"/>
                </a:lnTo>
                <a:lnTo>
                  <a:pt x="761" y="737"/>
                </a:lnTo>
                <a:lnTo>
                  <a:pt x="761" y="738"/>
                </a:lnTo>
                <a:lnTo>
                  <a:pt x="760" y="738"/>
                </a:lnTo>
                <a:lnTo>
                  <a:pt x="759" y="738"/>
                </a:lnTo>
                <a:lnTo>
                  <a:pt x="759" y="737"/>
                </a:lnTo>
                <a:lnTo>
                  <a:pt x="759" y="736"/>
                </a:lnTo>
                <a:lnTo>
                  <a:pt x="758" y="736"/>
                </a:lnTo>
                <a:lnTo>
                  <a:pt x="757" y="736"/>
                </a:lnTo>
                <a:lnTo>
                  <a:pt x="756" y="736"/>
                </a:lnTo>
                <a:lnTo>
                  <a:pt x="756" y="737"/>
                </a:lnTo>
                <a:lnTo>
                  <a:pt x="755" y="737"/>
                </a:lnTo>
                <a:lnTo>
                  <a:pt x="755" y="738"/>
                </a:lnTo>
                <a:lnTo>
                  <a:pt x="754" y="737"/>
                </a:lnTo>
                <a:lnTo>
                  <a:pt x="754" y="736"/>
                </a:lnTo>
                <a:lnTo>
                  <a:pt x="753" y="736"/>
                </a:lnTo>
                <a:lnTo>
                  <a:pt x="753" y="735"/>
                </a:lnTo>
                <a:lnTo>
                  <a:pt x="752" y="735"/>
                </a:lnTo>
                <a:lnTo>
                  <a:pt x="752" y="734"/>
                </a:lnTo>
                <a:lnTo>
                  <a:pt x="751" y="734"/>
                </a:lnTo>
                <a:lnTo>
                  <a:pt x="751" y="733"/>
                </a:lnTo>
                <a:lnTo>
                  <a:pt x="750" y="733"/>
                </a:lnTo>
                <a:lnTo>
                  <a:pt x="749" y="734"/>
                </a:lnTo>
                <a:lnTo>
                  <a:pt x="748" y="735"/>
                </a:lnTo>
                <a:lnTo>
                  <a:pt x="747" y="735"/>
                </a:lnTo>
                <a:lnTo>
                  <a:pt x="747" y="734"/>
                </a:lnTo>
                <a:lnTo>
                  <a:pt x="746" y="734"/>
                </a:lnTo>
                <a:lnTo>
                  <a:pt x="745" y="734"/>
                </a:lnTo>
                <a:lnTo>
                  <a:pt x="745" y="733"/>
                </a:lnTo>
                <a:lnTo>
                  <a:pt x="744" y="733"/>
                </a:lnTo>
                <a:lnTo>
                  <a:pt x="743" y="733"/>
                </a:lnTo>
                <a:lnTo>
                  <a:pt x="742" y="733"/>
                </a:lnTo>
                <a:lnTo>
                  <a:pt x="742" y="732"/>
                </a:lnTo>
                <a:lnTo>
                  <a:pt x="741" y="732"/>
                </a:lnTo>
                <a:lnTo>
                  <a:pt x="740" y="732"/>
                </a:lnTo>
                <a:lnTo>
                  <a:pt x="740" y="733"/>
                </a:lnTo>
                <a:lnTo>
                  <a:pt x="739" y="733"/>
                </a:lnTo>
                <a:lnTo>
                  <a:pt x="739" y="734"/>
                </a:lnTo>
                <a:lnTo>
                  <a:pt x="738" y="734"/>
                </a:lnTo>
                <a:lnTo>
                  <a:pt x="738" y="735"/>
                </a:lnTo>
                <a:lnTo>
                  <a:pt x="737" y="735"/>
                </a:lnTo>
                <a:lnTo>
                  <a:pt x="737" y="736"/>
                </a:lnTo>
                <a:lnTo>
                  <a:pt x="736" y="737"/>
                </a:lnTo>
                <a:lnTo>
                  <a:pt x="735" y="738"/>
                </a:lnTo>
                <a:lnTo>
                  <a:pt x="734" y="738"/>
                </a:lnTo>
                <a:lnTo>
                  <a:pt x="734" y="737"/>
                </a:lnTo>
                <a:lnTo>
                  <a:pt x="733" y="737"/>
                </a:lnTo>
                <a:lnTo>
                  <a:pt x="732" y="737"/>
                </a:lnTo>
                <a:lnTo>
                  <a:pt x="731" y="737"/>
                </a:lnTo>
                <a:lnTo>
                  <a:pt x="731" y="736"/>
                </a:lnTo>
                <a:lnTo>
                  <a:pt x="729" y="736"/>
                </a:lnTo>
                <a:lnTo>
                  <a:pt x="728" y="735"/>
                </a:lnTo>
                <a:lnTo>
                  <a:pt x="728" y="734"/>
                </a:lnTo>
                <a:lnTo>
                  <a:pt x="728" y="733"/>
                </a:lnTo>
                <a:lnTo>
                  <a:pt x="728" y="732"/>
                </a:lnTo>
                <a:lnTo>
                  <a:pt x="725" y="732"/>
                </a:lnTo>
                <a:lnTo>
                  <a:pt x="723" y="732"/>
                </a:lnTo>
                <a:lnTo>
                  <a:pt x="721" y="732"/>
                </a:lnTo>
                <a:lnTo>
                  <a:pt x="720" y="731"/>
                </a:lnTo>
                <a:lnTo>
                  <a:pt x="719" y="731"/>
                </a:lnTo>
                <a:lnTo>
                  <a:pt x="719" y="732"/>
                </a:lnTo>
                <a:lnTo>
                  <a:pt x="718" y="732"/>
                </a:lnTo>
                <a:lnTo>
                  <a:pt x="717" y="732"/>
                </a:lnTo>
                <a:lnTo>
                  <a:pt x="717" y="733"/>
                </a:lnTo>
                <a:lnTo>
                  <a:pt x="717" y="734"/>
                </a:lnTo>
                <a:lnTo>
                  <a:pt x="716" y="734"/>
                </a:lnTo>
                <a:lnTo>
                  <a:pt x="716" y="735"/>
                </a:lnTo>
                <a:lnTo>
                  <a:pt x="715" y="735"/>
                </a:lnTo>
                <a:lnTo>
                  <a:pt x="715" y="739"/>
                </a:lnTo>
                <a:lnTo>
                  <a:pt x="715" y="740"/>
                </a:lnTo>
                <a:lnTo>
                  <a:pt x="715" y="741"/>
                </a:lnTo>
                <a:lnTo>
                  <a:pt x="714" y="741"/>
                </a:lnTo>
                <a:lnTo>
                  <a:pt x="714" y="742"/>
                </a:lnTo>
                <a:lnTo>
                  <a:pt x="713" y="743"/>
                </a:lnTo>
                <a:lnTo>
                  <a:pt x="712" y="744"/>
                </a:lnTo>
                <a:lnTo>
                  <a:pt x="712" y="745"/>
                </a:lnTo>
                <a:lnTo>
                  <a:pt x="711" y="745"/>
                </a:lnTo>
                <a:lnTo>
                  <a:pt x="711" y="746"/>
                </a:lnTo>
                <a:lnTo>
                  <a:pt x="711" y="747"/>
                </a:lnTo>
                <a:lnTo>
                  <a:pt x="711" y="748"/>
                </a:lnTo>
                <a:lnTo>
                  <a:pt x="710" y="748"/>
                </a:lnTo>
                <a:lnTo>
                  <a:pt x="710" y="747"/>
                </a:lnTo>
                <a:lnTo>
                  <a:pt x="710" y="746"/>
                </a:lnTo>
                <a:lnTo>
                  <a:pt x="709" y="746"/>
                </a:lnTo>
                <a:lnTo>
                  <a:pt x="709" y="747"/>
                </a:lnTo>
                <a:lnTo>
                  <a:pt x="709" y="748"/>
                </a:lnTo>
                <a:lnTo>
                  <a:pt x="708" y="748"/>
                </a:lnTo>
                <a:lnTo>
                  <a:pt x="708" y="749"/>
                </a:lnTo>
                <a:lnTo>
                  <a:pt x="707" y="750"/>
                </a:lnTo>
                <a:lnTo>
                  <a:pt x="707" y="751"/>
                </a:lnTo>
                <a:lnTo>
                  <a:pt x="706" y="752"/>
                </a:lnTo>
                <a:lnTo>
                  <a:pt x="704" y="752"/>
                </a:lnTo>
                <a:lnTo>
                  <a:pt x="702" y="752"/>
                </a:lnTo>
                <a:lnTo>
                  <a:pt x="701" y="752"/>
                </a:lnTo>
                <a:lnTo>
                  <a:pt x="699" y="752"/>
                </a:lnTo>
                <a:lnTo>
                  <a:pt x="698" y="752"/>
                </a:lnTo>
                <a:lnTo>
                  <a:pt x="698" y="753"/>
                </a:lnTo>
                <a:lnTo>
                  <a:pt x="697" y="753"/>
                </a:lnTo>
                <a:lnTo>
                  <a:pt x="697" y="754"/>
                </a:lnTo>
                <a:lnTo>
                  <a:pt x="697" y="755"/>
                </a:lnTo>
                <a:lnTo>
                  <a:pt x="697" y="756"/>
                </a:lnTo>
                <a:lnTo>
                  <a:pt x="696" y="757"/>
                </a:lnTo>
                <a:lnTo>
                  <a:pt x="694" y="758"/>
                </a:lnTo>
                <a:lnTo>
                  <a:pt x="693" y="758"/>
                </a:lnTo>
                <a:lnTo>
                  <a:pt x="692" y="758"/>
                </a:lnTo>
                <a:lnTo>
                  <a:pt x="692" y="759"/>
                </a:lnTo>
                <a:lnTo>
                  <a:pt x="692" y="760"/>
                </a:lnTo>
                <a:lnTo>
                  <a:pt x="692" y="761"/>
                </a:lnTo>
                <a:lnTo>
                  <a:pt x="692" y="762"/>
                </a:lnTo>
                <a:lnTo>
                  <a:pt x="691" y="762"/>
                </a:lnTo>
                <a:lnTo>
                  <a:pt x="691" y="761"/>
                </a:lnTo>
                <a:lnTo>
                  <a:pt x="691" y="760"/>
                </a:lnTo>
                <a:lnTo>
                  <a:pt x="690" y="759"/>
                </a:lnTo>
                <a:lnTo>
                  <a:pt x="690" y="755"/>
                </a:lnTo>
                <a:lnTo>
                  <a:pt x="691" y="755"/>
                </a:lnTo>
                <a:lnTo>
                  <a:pt x="691" y="754"/>
                </a:lnTo>
                <a:lnTo>
                  <a:pt x="692" y="754"/>
                </a:lnTo>
                <a:lnTo>
                  <a:pt x="692" y="753"/>
                </a:lnTo>
                <a:lnTo>
                  <a:pt x="692" y="752"/>
                </a:lnTo>
                <a:lnTo>
                  <a:pt x="693" y="752"/>
                </a:lnTo>
                <a:lnTo>
                  <a:pt x="693" y="751"/>
                </a:lnTo>
                <a:lnTo>
                  <a:pt x="693" y="750"/>
                </a:lnTo>
                <a:lnTo>
                  <a:pt x="693" y="749"/>
                </a:lnTo>
                <a:lnTo>
                  <a:pt x="694" y="749"/>
                </a:lnTo>
                <a:lnTo>
                  <a:pt x="694" y="748"/>
                </a:lnTo>
                <a:lnTo>
                  <a:pt x="694" y="746"/>
                </a:lnTo>
                <a:lnTo>
                  <a:pt x="694" y="745"/>
                </a:lnTo>
                <a:lnTo>
                  <a:pt x="694" y="744"/>
                </a:lnTo>
                <a:lnTo>
                  <a:pt x="694" y="743"/>
                </a:lnTo>
                <a:lnTo>
                  <a:pt x="693" y="743"/>
                </a:lnTo>
                <a:lnTo>
                  <a:pt x="693" y="742"/>
                </a:lnTo>
                <a:lnTo>
                  <a:pt x="692" y="742"/>
                </a:lnTo>
                <a:lnTo>
                  <a:pt x="691" y="742"/>
                </a:lnTo>
                <a:lnTo>
                  <a:pt x="690" y="742"/>
                </a:lnTo>
                <a:lnTo>
                  <a:pt x="689" y="742"/>
                </a:lnTo>
                <a:lnTo>
                  <a:pt x="689" y="741"/>
                </a:lnTo>
                <a:lnTo>
                  <a:pt x="687" y="741"/>
                </a:lnTo>
                <a:lnTo>
                  <a:pt x="687" y="740"/>
                </a:lnTo>
                <a:lnTo>
                  <a:pt x="686" y="740"/>
                </a:lnTo>
                <a:lnTo>
                  <a:pt x="685" y="739"/>
                </a:lnTo>
                <a:lnTo>
                  <a:pt x="683" y="739"/>
                </a:lnTo>
                <a:lnTo>
                  <a:pt x="682" y="739"/>
                </a:lnTo>
                <a:lnTo>
                  <a:pt x="682" y="738"/>
                </a:lnTo>
                <a:lnTo>
                  <a:pt x="682" y="739"/>
                </a:lnTo>
                <a:lnTo>
                  <a:pt x="681" y="739"/>
                </a:lnTo>
                <a:lnTo>
                  <a:pt x="681" y="738"/>
                </a:lnTo>
                <a:lnTo>
                  <a:pt x="681" y="737"/>
                </a:lnTo>
                <a:lnTo>
                  <a:pt x="680" y="737"/>
                </a:lnTo>
                <a:lnTo>
                  <a:pt x="680" y="736"/>
                </a:lnTo>
                <a:lnTo>
                  <a:pt x="680" y="735"/>
                </a:lnTo>
                <a:lnTo>
                  <a:pt x="680" y="734"/>
                </a:lnTo>
                <a:lnTo>
                  <a:pt x="680" y="733"/>
                </a:lnTo>
                <a:lnTo>
                  <a:pt x="681" y="733"/>
                </a:lnTo>
                <a:lnTo>
                  <a:pt x="681" y="732"/>
                </a:lnTo>
                <a:lnTo>
                  <a:pt x="681" y="731"/>
                </a:lnTo>
                <a:lnTo>
                  <a:pt x="682" y="731"/>
                </a:lnTo>
                <a:lnTo>
                  <a:pt x="682" y="730"/>
                </a:lnTo>
                <a:lnTo>
                  <a:pt x="682" y="729"/>
                </a:lnTo>
                <a:lnTo>
                  <a:pt x="681" y="729"/>
                </a:lnTo>
                <a:lnTo>
                  <a:pt x="680" y="730"/>
                </a:lnTo>
                <a:lnTo>
                  <a:pt x="679" y="731"/>
                </a:lnTo>
                <a:lnTo>
                  <a:pt x="679" y="732"/>
                </a:lnTo>
                <a:lnTo>
                  <a:pt x="678" y="733"/>
                </a:lnTo>
                <a:lnTo>
                  <a:pt x="678" y="734"/>
                </a:lnTo>
                <a:lnTo>
                  <a:pt x="678" y="735"/>
                </a:lnTo>
                <a:lnTo>
                  <a:pt x="677" y="735"/>
                </a:lnTo>
                <a:lnTo>
                  <a:pt x="676" y="735"/>
                </a:lnTo>
                <a:lnTo>
                  <a:pt x="675" y="735"/>
                </a:lnTo>
                <a:lnTo>
                  <a:pt x="675" y="736"/>
                </a:lnTo>
                <a:lnTo>
                  <a:pt x="675" y="737"/>
                </a:lnTo>
                <a:lnTo>
                  <a:pt x="675" y="738"/>
                </a:lnTo>
                <a:lnTo>
                  <a:pt x="675" y="739"/>
                </a:lnTo>
                <a:lnTo>
                  <a:pt x="675" y="738"/>
                </a:lnTo>
                <a:lnTo>
                  <a:pt x="673" y="737"/>
                </a:lnTo>
                <a:lnTo>
                  <a:pt x="673" y="736"/>
                </a:lnTo>
                <a:lnTo>
                  <a:pt x="672" y="736"/>
                </a:lnTo>
                <a:lnTo>
                  <a:pt x="672" y="735"/>
                </a:lnTo>
                <a:lnTo>
                  <a:pt x="672" y="734"/>
                </a:lnTo>
                <a:lnTo>
                  <a:pt x="672" y="733"/>
                </a:lnTo>
                <a:lnTo>
                  <a:pt x="672" y="732"/>
                </a:lnTo>
                <a:lnTo>
                  <a:pt x="671" y="732"/>
                </a:lnTo>
                <a:lnTo>
                  <a:pt x="671" y="731"/>
                </a:lnTo>
                <a:lnTo>
                  <a:pt x="670" y="730"/>
                </a:lnTo>
                <a:lnTo>
                  <a:pt x="669" y="730"/>
                </a:lnTo>
                <a:lnTo>
                  <a:pt x="668" y="730"/>
                </a:lnTo>
                <a:lnTo>
                  <a:pt x="667" y="731"/>
                </a:lnTo>
                <a:lnTo>
                  <a:pt x="666" y="731"/>
                </a:lnTo>
                <a:lnTo>
                  <a:pt x="665" y="731"/>
                </a:lnTo>
                <a:lnTo>
                  <a:pt x="664" y="731"/>
                </a:lnTo>
                <a:lnTo>
                  <a:pt x="663" y="731"/>
                </a:lnTo>
                <a:lnTo>
                  <a:pt x="662" y="731"/>
                </a:lnTo>
                <a:lnTo>
                  <a:pt x="661" y="731"/>
                </a:lnTo>
                <a:lnTo>
                  <a:pt x="661" y="730"/>
                </a:lnTo>
                <a:lnTo>
                  <a:pt x="660" y="730"/>
                </a:lnTo>
                <a:lnTo>
                  <a:pt x="660" y="731"/>
                </a:lnTo>
                <a:lnTo>
                  <a:pt x="659" y="731"/>
                </a:lnTo>
                <a:lnTo>
                  <a:pt x="659" y="730"/>
                </a:lnTo>
                <a:lnTo>
                  <a:pt x="658" y="730"/>
                </a:lnTo>
                <a:lnTo>
                  <a:pt x="658" y="729"/>
                </a:lnTo>
                <a:lnTo>
                  <a:pt x="658" y="728"/>
                </a:lnTo>
                <a:lnTo>
                  <a:pt x="657" y="728"/>
                </a:lnTo>
                <a:lnTo>
                  <a:pt x="656" y="727"/>
                </a:lnTo>
                <a:lnTo>
                  <a:pt x="656" y="726"/>
                </a:lnTo>
                <a:lnTo>
                  <a:pt x="655" y="726"/>
                </a:lnTo>
                <a:lnTo>
                  <a:pt x="655" y="727"/>
                </a:lnTo>
                <a:lnTo>
                  <a:pt x="654" y="727"/>
                </a:lnTo>
                <a:lnTo>
                  <a:pt x="653" y="727"/>
                </a:lnTo>
                <a:lnTo>
                  <a:pt x="652" y="727"/>
                </a:lnTo>
                <a:lnTo>
                  <a:pt x="652" y="728"/>
                </a:lnTo>
                <a:lnTo>
                  <a:pt x="651" y="727"/>
                </a:lnTo>
                <a:lnTo>
                  <a:pt x="650" y="727"/>
                </a:lnTo>
                <a:lnTo>
                  <a:pt x="650" y="726"/>
                </a:lnTo>
                <a:lnTo>
                  <a:pt x="650" y="725"/>
                </a:lnTo>
                <a:lnTo>
                  <a:pt x="650" y="724"/>
                </a:lnTo>
                <a:lnTo>
                  <a:pt x="649" y="724"/>
                </a:lnTo>
                <a:lnTo>
                  <a:pt x="650" y="724"/>
                </a:lnTo>
                <a:lnTo>
                  <a:pt x="650" y="723"/>
                </a:lnTo>
                <a:lnTo>
                  <a:pt x="650" y="722"/>
                </a:lnTo>
                <a:lnTo>
                  <a:pt x="650" y="721"/>
                </a:lnTo>
                <a:lnTo>
                  <a:pt x="651" y="721"/>
                </a:lnTo>
                <a:lnTo>
                  <a:pt x="651" y="720"/>
                </a:lnTo>
                <a:lnTo>
                  <a:pt x="652" y="720"/>
                </a:lnTo>
                <a:lnTo>
                  <a:pt x="652" y="719"/>
                </a:lnTo>
                <a:lnTo>
                  <a:pt x="651" y="719"/>
                </a:lnTo>
                <a:lnTo>
                  <a:pt x="651" y="716"/>
                </a:lnTo>
                <a:lnTo>
                  <a:pt x="651" y="715"/>
                </a:lnTo>
                <a:lnTo>
                  <a:pt x="652" y="715"/>
                </a:lnTo>
                <a:lnTo>
                  <a:pt x="652" y="714"/>
                </a:lnTo>
                <a:lnTo>
                  <a:pt x="651" y="714"/>
                </a:lnTo>
                <a:lnTo>
                  <a:pt x="650" y="714"/>
                </a:lnTo>
                <a:lnTo>
                  <a:pt x="650" y="713"/>
                </a:lnTo>
                <a:lnTo>
                  <a:pt x="650" y="712"/>
                </a:lnTo>
                <a:lnTo>
                  <a:pt x="650" y="711"/>
                </a:lnTo>
                <a:lnTo>
                  <a:pt x="650" y="710"/>
                </a:lnTo>
                <a:lnTo>
                  <a:pt x="649" y="710"/>
                </a:lnTo>
                <a:lnTo>
                  <a:pt x="649" y="709"/>
                </a:lnTo>
                <a:lnTo>
                  <a:pt x="648" y="710"/>
                </a:lnTo>
                <a:lnTo>
                  <a:pt x="648" y="711"/>
                </a:lnTo>
                <a:lnTo>
                  <a:pt x="647" y="711"/>
                </a:lnTo>
                <a:lnTo>
                  <a:pt x="647" y="712"/>
                </a:lnTo>
                <a:lnTo>
                  <a:pt x="648" y="712"/>
                </a:lnTo>
                <a:lnTo>
                  <a:pt x="649" y="713"/>
                </a:lnTo>
                <a:lnTo>
                  <a:pt x="649" y="714"/>
                </a:lnTo>
                <a:lnTo>
                  <a:pt x="650" y="714"/>
                </a:lnTo>
                <a:lnTo>
                  <a:pt x="649" y="714"/>
                </a:lnTo>
                <a:lnTo>
                  <a:pt x="649" y="715"/>
                </a:lnTo>
                <a:lnTo>
                  <a:pt x="649" y="714"/>
                </a:lnTo>
                <a:lnTo>
                  <a:pt x="648" y="713"/>
                </a:lnTo>
                <a:lnTo>
                  <a:pt x="647" y="713"/>
                </a:lnTo>
                <a:lnTo>
                  <a:pt x="646" y="713"/>
                </a:lnTo>
                <a:lnTo>
                  <a:pt x="646" y="712"/>
                </a:lnTo>
                <a:lnTo>
                  <a:pt x="646" y="711"/>
                </a:lnTo>
                <a:lnTo>
                  <a:pt x="645" y="711"/>
                </a:lnTo>
                <a:lnTo>
                  <a:pt x="644" y="711"/>
                </a:lnTo>
                <a:lnTo>
                  <a:pt x="643" y="711"/>
                </a:lnTo>
                <a:lnTo>
                  <a:pt x="643" y="710"/>
                </a:lnTo>
                <a:lnTo>
                  <a:pt x="642" y="710"/>
                </a:lnTo>
                <a:lnTo>
                  <a:pt x="641" y="709"/>
                </a:lnTo>
                <a:lnTo>
                  <a:pt x="640" y="709"/>
                </a:lnTo>
                <a:lnTo>
                  <a:pt x="639" y="708"/>
                </a:lnTo>
                <a:lnTo>
                  <a:pt x="638" y="708"/>
                </a:lnTo>
                <a:lnTo>
                  <a:pt x="637" y="708"/>
                </a:lnTo>
                <a:lnTo>
                  <a:pt x="636" y="707"/>
                </a:lnTo>
                <a:lnTo>
                  <a:pt x="636" y="706"/>
                </a:lnTo>
                <a:lnTo>
                  <a:pt x="635" y="706"/>
                </a:lnTo>
                <a:lnTo>
                  <a:pt x="635" y="705"/>
                </a:lnTo>
                <a:lnTo>
                  <a:pt x="634" y="705"/>
                </a:lnTo>
                <a:lnTo>
                  <a:pt x="633" y="706"/>
                </a:lnTo>
                <a:lnTo>
                  <a:pt x="632" y="706"/>
                </a:lnTo>
                <a:lnTo>
                  <a:pt x="632" y="705"/>
                </a:lnTo>
                <a:lnTo>
                  <a:pt x="631" y="705"/>
                </a:lnTo>
                <a:lnTo>
                  <a:pt x="630" y="705"/>
                </a:lnTo>
                <a:lnTo>
                  <a:pt x="629" y="705"/>
                </a:lnTo>
                <a:lnTo>
                  <a:pt x="629" y="704"/>
                </a:lnTo>
                <a:lnTo>
                  <a:pt x="630" y="704"/>
                </a:lnTo>
                <a:lnTo>
                  <a:pt x="630" y="703"/>
                </a:lnTo>
                <a:lnTo>
                  <a:pt x="629" y="703"/>
                </a:lnTo>
                <a:lnTo>
                  <a:pt x="629" y="702"/>
                </a:lnTo>
                <a:lnTo>
                  <a:pt x="629" y="701"/>
                </a:lnTo>
                <a:lnTo>
                  <a:pt x="628" y="701"/>
                </a:lnTo>
                <a:lnTo>
                  <a:pt x="629" y="701"/>
                </a:lnTo>
                <a:lnTo>
                  <a:pt x="629" y="700"/>
                </a:lnTo>
                <a:lnTo>
                  <a:pt x="630" y="699"/>
                </a:lnTo>
                <a:lnTo>
                  <a:pt x="630" y="698"/>
                </a:lnTo>
                <a:lnTo>
                  <a:pt x="631" y="698"/>
                </a:lnTo>
                <a:lnTo>
                  <a:pt x="631" y="697"/>
                </a:lnTo>
                <a:lnTo>
                  <a:pt x="630" y="696"/>
                </a:lnTo>
                <a:lnTo>
                  <a:pt x="629" y="696"/>
                </a:lnTo>
                <a:lnTo>
                  <a:pt x="628" y="696"/>
                </a:lnTo>
                <a:lnTo>
                  <a:pt x="627" y="697"/>
                </a:lnTo>
                <a:lnTo>
                  <a:pt x="626" y="698"/>
                </a:lnTo>
                <a:lnTo>
                  <a:pt x="625" y="697"/>
                </a:lnTo>
                <a:lnTo>
                  <a:pt x="624" y="697"/>
                </a:lnTo>
                <a:lnTo>
                  <a:pt x="624" y="696"/>
                </a:lnTo>
                <a:lnTo>
                  <a:pt x="623" y="696"/>
                </a:lnTo>
                <a:lnTo>
                  <a:pt x="622" y="695"/>
                </a:lnTo>
                <a:lnTo>
                  <a:pt x="622" y="694"/>
                </a:lnTo>
                <a:lnTo>
                  <a:pt x="621" y="694"/>
                </a:lnTo>
                <a:lnTo>
                  <a:pt x="620" y="694"/>
                </a:lnTo>
                <a:lnTo>
                  <a:pt x="620" y="693"/>
                </a:lnTo>
                <a:lnTo>
                  <a:pt x="619" y="693"/>
                </a:lnTo>
                <a:lnTo>
                  <a:pt x="618" y="693"/>
                </a:lnTo>
                <a:lnTo>
                  <a:pt x="617" y="693"/>
                </a:lnTo>
                <a:lnTo>
                  <a:pt x="616" y="693"/>
                </a:lnTo>
                <a:lnTo>
                  <a:pt x="616" y="692"/>
                </a:lnTo>
                <a:lnTo>
                  <a:pt x="616" y="691"/>
                </a:lnTo>
                <a:lnTo>
                  <a:pt x="615" y="691"/>
                </a:lnTo>
                <a:lnTo>
                  <a:pt x="615" y="692"/>
                </a:lnTo>
                <a:lnTo>
                  <a:pt x="615" y="693"/>
                </a:lnTo>
                <a:lnTo>
                  <a:pt x="614" y="693"/>
                </a:lnTo>
                <a:lnTo>
                  <a:pt x="613" y="693"/>
                </a:lnTo>
                <a:lnTo>
                  <a:pt x="612" y="693"/>
                </a:lnTo>
                <a:lnTo>
                  <a:pt x="612" y="692"/>
                </a:lnTo>
                <a:lnTo>
                  <a:pt x="611" y="691"/>
                </a:lnTo>
                <a:lnTo>
                  <a:pt x="610" y="691"/>
                </a:lnTo>
                <a:lnTo>
                  <a:pt x="610" y="690"/>
                </a:lnTo>
                <a:lnTo>
                  <a:pt x="609" y="690"/>
                </a:lnTo>
                <a:lnTo>
                  <a:pt x="608" y="690"/>
                </a:lnTo>
                <a:lnTo>
                  <a:pt x="607" y="690"/>
                </a:lnTo>
                <a:lnTo>
                  <a:pt x="606" y="690"/>
                </a:lnTo>
                <a:lnTo>
                  <a:pt x="607" y="690"/>
                </a:lnTo>
                <a:lnTo>
                  <a:pt x="607" y="689"/>
                </a:lnTo>
                <a:lnTo>
                  <a:pt x="607" y="688"/>
                </a:lnTo>
                <a:lnTo>
                  <a:pt x="606" y="688"/>
                </a:lnTo>
                <a:lnTo>
                  <a:pt x="606" y="687"/>
                </a:lnTo>
                <a:lnTo>
                  <a:pt x="605" y="688"/>
                </a:lnTo>
                <a:lnTo>
                  <a:pt x="605" y="687"/>
                </a:lnTo>
                <a:lnTo>
                  <a:pt x="604" y="687"/>
                </a:lnTo>
                <a:lnTo>
                  <a:pt x="603" y="687"/>
                </a:lnTo>
                <a:lnTo>
                  <a:pt x="603" y="686"/>
                </a:lnTo>
                <a:lnTo>
                  <a:pt x="603" y="687"/>
                </a:lnTo>
                <a:lnTo>
                  <a:pt x="603" y="686"/>
                </a:lnTo>
                <a:lnTo>
                  <a:pt x="603" y="685"/>
                </a:lnTo>
                <a:lnTo>
                  <a:pt x="602" y="685"/>
                </a:lnTo>
                <a:lnTo>
                  <a:pt x="602" y="684"/>
                </a:lnTo>
                <a:lnTo>
                  <a:pt x="601" y="684"/>
                </a:lnTo>
                <a:lnTo>
                  <a:pt x="600" y="684"/>
                </a:lnTo>
                <a:lnTo>
                  <a:pt x="599" y="684"/>
                </a:lnTo>
                <a:lnTo>
                  <a:pt x="599" y="683"/>
                </a:lnTo>
                <a:lnTo>
                  <a:pt x="598" y="683"/>
                </a:lnTo>
                <a:lnTo>
                  <a:pt x="597" y="683"/>
                </a:lnTo>
                <a:lnTo>
                  <a:pt x="597" y="684"/>
                </a:lnTo>
                <a:lnTo>
                  <a:pt x="596" y="684"/>
                </a:lnTo>
                <a:lnTo>
                  <a:pt x="595" y="684"/>
                </a:lnTo>
                <a:lnTo>
                  <a:pt x="594" y="684"/>
                </a:lnTo>
                <a:lnTo>
                  <a:pt x="593" y="683"/>
                </a:lnTo>
                <a:lnTo>
                  <a:pt x="594" y="682"/>
                </a:lnTo>
                <a:lnTo>
                  <a:pt x="593" y="682"/>
                </a:lnTo>
                <a:lnTo>
                  <a:pt x="592" y="682"/>
                </a:lnTo>
                <a:lnTo>
                  <a:pt x="591" y="681"/>
                </a:lnTo>
                <a:lnTo>
                  <a:pt x="591" y="682"/>
                </a:lnTo>
                <a:lnTo>
                  <a:pt x="590" y="682"/>
                </a:lnTo>
                <a:lnTo>
                  <a:pt x="589" y="682"/>
                </a:lnTo>
                <a:lnTo>
                  <a:pt x="588" y="683"/>
                </a:lnTo>
                <a:lnTo>
                  <a:pt x="588" y="684"/>
                </a:lnTo>
                <a:lnTo>
                  <a:pt x="587" y="684"/>
                </a:lnTo>
                <a:lnTo>
                  <a:pt x="587" y="685"/>
                </a:lnTo>
                <a:lnTo>
                  <a:pt x="587" y="686"/>
                </a:lnTo>
                <a:lnTo>
                  <a:pt x="586" y="686"/>
                </a:lnTo>
                <a:lnTo>
                  <a:pt x="586" y="687"/>
                </a:lnTo>
                <a:lnTo>
                  <a:pt x="585" y="687"/>
                </a:lnTo>
                <a:lnTo>
                  <a:pt x="585" y="688"/>
                </a:lnTo>
                <a:lnTo>
                  <a:pt x="584" y="688"/>
                </a:lnTo>
                <a:lnTo>
                  <a:pt x="584" y="689"/>
                </a:lnTo>
                <a:lnTo>
                  <a:pt x="583" y="689"/>
                </a:lnTo>
                <a:lnTo>
                  <a:pt x="582" y="689"/>
                </a:lnTo>
                <a:lnTo>
                  <a:pt x="582" y="690"/>
                </a:lnTo>
                <a:lnTo>
                  <a:pt x="581" y="690"/>
                </a:lnTo>
                <a:lnTo>
                  <a:pt x="580" y="690"/>
                </a:lnTo>
                <a:lnTo>
                  <a:pt x="579" y="689"/>
                </a:lnTo>
                <a:lnTo>
                  <a:pt x="579" y="690"/>
                </a:lnTo>
                <a:lnTo>
                  <a:pt x="578" y="690"/>
                </a:lnTo>
                <a:lnTo>
                  <a:pt x="578" y="689"/>
                </a:lnTo>
                <a:lnTo>
                  <a:pt x="578" y="690"/>
                </a:lnTo>
                <a:lnTo>
                  <a:pt x="577" y="690"/>
                </a:lnTo>
                <a:lnTo>
                  <a:pt x="576" y="690"/>
                </a:lnTo>
                <a:lnTo>
                  <a:pt x="576" y="689"/>
                </a:lnTo>
                <a:lnTo>
                  <a:pt x="576" y="690"/>
                </a:lnTo>
                <a:lnTo>
                  <a:pt x="575" y="689"/>
                </a:lnTo>
                <a:lnTo>
                  <a:pt x="574" y="689"/>
                </a:lnTo>
                <a:lnTo>
                  <a:pt x="574" y="688"/>
                </a:lnTo>
                <a:lnTo>
                  <a:pt x="573" y="689"/>
                </a:lnTo>
                <a:lnTo>
                  <a:pt x="573" y="688"/>
                </a:lnTo>
                <a:lnTo>
                  <a:pt x="572" y="689"/>
                </a:lnTo>
                <a:lnTo>
                  <a:pt x="571" y="688"/>
                </a:lnTo>
                <a:lnTo>
                  <a:pt x="571" y="689"/>
                </a:lnTo>
                <a:lnTo>
                  <a:pt x="570" y="688"/>
                </a:lnTo>
                <a:lnTo>
                  <a:pt x="570" y="689"/>
                </a:lnTo>
                <a:lnTo>
                  <a:pt x="569" y="689"/>
                </a:lnTo>
                <a:lnTo>
                  <a:pt x="568" y="689"/>
                </a:lnTo>
                <a:lnTo>
                  <a:pt x="568" y="690"/>
                </a:lnTo>
                <a:lnTo>
                  <a:pt x="567" y="690"/>
                </a:lnTo>
                <a:lnTo>
                  <a:pt x="566" y="690"/>
                </a:lnTo>
                <a:lnTo>
                  <a:pt x="565" y="690"/>
                </a:lnTo>
                <a:lnTo>
                  <a:pt x="565" y="689"/>
                </a:lnTo>
                <a:lnTo>
                  <a:pt x="564" y="689"/>
                </a:lnTo>
                <a:lnTo>
                  <a:pt x="563" y="688"/>
                </a:lnTo>
                <a:lnTo>
                  <a:pt x="562" y="689"/>
                </a:lnTo>
                <a:lnTo>
                  <a:pt x="561" y="689"/>
                </a:lnTo>
                <a:lnTo>
                  <a:pt x="560" y="689"/>
                </a:lnTo>
                <a:lnTo>
                  <a:pt x="560" y="688"/>
                </a:lnTo>
                <a:lnTo>
                  <a:pt x="560" y="689"/>
                </a:lnTo>
                <a:lnTo>
                  <a:pt x="559" y="689"/>
                </a:lnTo>
                <a:lnTo>
                  <a:pt x="558" y="689"/>
                </a:lnTo>
                <a:lnTo>
                  <a:pt x="557" y="689"/>
                </a:lnTo>
                <a:lnTo>
                  <a:pt x="557" y="688"/>
                </a:lnTo>
                <a:lnTo>
                  <a:pt x="557" y="687"/>
                </a:lnTo>
                <a:lnTo>
                  <a:pt x="556" y="688"/>
                </a:lnTo>
                <a:lnTo>
                  <a:pt x="556" y="687"/>
                </a:lnTo>
                <a:lnTo>
                  <a:pt x="555" y="687"/>
                </a:lnTo>
                <a:lnTo>
                  <a:pt x="554" y="686"/>
                </a:lnTo>
                <a:lnTo>
                  <a:pt x="554" y="685"/>
                </a:lnTo>
                <a:lnTo>
                  <a:pt x="553" y="685"/>
                </a:lnTo>
                <a:lnTo>
                  <a:pt x="553" y="684"/>
                </a:lnTo>
                <a:lnTo>
                  <a:pt x="553" y="683"/>
                </a:lnTo>
                <a:lnTo>
                  <a:pt x="552" y="683"/>
                </a:lnTo>
                <a:lnTo>
                  <a:pt x="551" y="683"/>
                </a:lnTo>
                <a:lnTo>
                  <a:pt x="550" y="683"/>
                </a:lnTo>
                <a:lnTo>
                  <a:pt x="549" y="684"/>
                </a:lnTo>
                <a:lnTo>
                  <a:pt x="548" y="684"/>
                </a:lnTo>
                <a:lnTo>
                  <a:pt x="547" y="684"/>
                </a:lnTo>
                <a:lnTo>
                  <a:pt x="547" y="685"/>
                </a:lnTo>
                <a:lnTo>
                  <a:pt x="546" y="685"/>
                </a:lnTo>
                <a:lnTo>
                  <a:pt x="546" y="684"/>
                </a:lnTo>
                <a:lnTo>
                  <a:pt x="546" y="685"/>
                </a:lnTo>
                <a:lnTo>
                  <a:pt x="545" y="685"/>
                </a:lnTo>
                <a:lnTo>
                  <a:pt x="544" y="685"/>
                </a:lnTo>
                <a:lnTo>
                  <a:pt x="543" y="685"/>
                </a:lnTo>
                <a:lnTo>
                  <a:pt x="542" y="685"/>
                </a:lnTo>
                <a:lnTo>
                  <a:pt x="542" y="684"/>
                </a:lnTo>
                <a:lnTo>
                  <a:pt x="541" y="684"/>
                </a:lnTo>
                <a:lnTo>
                  <a:pt x="541" y="683"/>
                </a:lnTo>
                <a:lnTo>
                  <a:pt x="541" y="684"/>
                </a:lnTo>
                <a:lnTo>
                  <a:pt x="540" y="684"/>
                </a:lnTo>
                <a:lnTo>
                  <a:pt x="540" y="685"/>
                </a:lnTo>
                <a:lnTo>
                  <a:pt x="539" y="685"/>
                </a:lnTo>
                <a:lnTo>
                  <a:pt x="539" y="684"/>
                </a:lnTo>
                <a:lnTo>
                  <a:pt x="538" y="684"/>
                </a:lnTo>
                <a:lnTo>
                  <a:pt x="537" y="684"/>
                </a:lnTo>
                <a:lnTo>
                  <a:pt x="537" y="683"/>
                </a:lnTo>
                <a:lnTo>
                  <a:pt x="536" y="685"/>
                </a:lnTo>
                <a:lnTo>
                  <a:pt x="535" y="685"/>
                </a:lnTo>
                <a:lnTo>
                  <a:pt x="534" y="686"/>
                </a:lnTo>
                <a:lnTo>
                  <a:pt x="534" y="687"/>
                </a:lnTo>
                <a:lnTo>
                  <a:pt x="533" y="687"/>
                </a:lnTo>
                <a:lnTo>
                  <a:pt x="531" y="688"/>
                </a:lnTo>
                <a:lnTo>
                  <a:pt x="530" y="688"/>
                </a:lnTo>
                <a:lnTo>
                  <a:pt x="529" y="687"/>
                </a:lnTo>
                <a:lnTo>
                  <a:pt x="529" y="686"/>
                </a:lnTo>
                <a:lnTo>
                  <a:pt x="528" y="686"/>
                </a:lnTo>
                <a:lnTo>
                  <a:pt x="528" y="685"/>
                </a:lnTo>
                <a:lnTo>
                  <a:pt x="528" y="684"/>
                </a:lnTo>
                <a:lnTo>
                  <a:pt x="529" y="684"/>
                </a:lnTo>
                <a:lnTo>
                  <a:pt x="529" y="682"/>
                </a:lnTo>
                <a:lnTo>
                  <a:pt x="528" y="682"/>
                </a:lnTo>
                <a:lnTo>
                  <a:pt x="528" y="683"/>
                </a:lnTo>
                <a:lnTo>
                  <a:pt x="527" y="683"/>
                </a:lnTo>
                <a:lnTo>
                  <a:pt x="527" y="682"/>
                </a:lnTo>
                <a:lnTo>
                  <a:pt x="527" y="681"/>
                </a:lnTo>
                <a:lnTo>
                  <a:pt x="527" y="680"/>
                </a:lnTo>
                <a:lnTo>
                  <a:pt x="526" y="680"/>
                </a:lnTo>
                <a:lnTo>
                  <a:pt x="526" y="679"/>
                </a:lnTo>
                <a:lnTo>
                  <a:pt x="525" y="679"/>
                </a:lnTo>
                <a:lnTo>
                  <a:pt x="524" y="680"/>
                </a:lnTo>
                <a:lnTo>
                  <a:pt x="523" y="680"/>
                </a:lnTo>
                <a:lnTo>
                  <a:pt x="522" y="680"/>
                </a:lnTo>
                <a:lnTo>
                  <a:pt x="522" y="682"/>
                </a:lnTo>
                <a:lnTo>
                  <a:pt x="521" y="682"/>
                </a:lnTo>
                <a:lnTo>
                  <a:pt x="520" y="682"/>
                </a:lnTo>
                <a:lnTo>
                  <a:pt x="520" y="681"/>
                </a:lnTo>
                <a:lnTo>
                  <a:pt x="520" y="680"/>
                </a:lnTo>
                <a:lnTo>
                  <a:pt x="519" y="679"/>
                </a:lnTo>
                <a:lnTo>
                  <a:pt x="519" y="678"/>
                </a:lnTo>
                <a:lnTo>
                  <a:pt x="518" y="678"/>
                </a:lnTo>
                <a:lnTo>
                  <a:pt x="518" y="677"/>
                </a:lnTo>
                <a:lnTo>
                  <a:pt x="518" y="676"/>
                </a:lnTo>
                <a:lnTo>
                  <a:pt x="517" y="676"/>
                </a:lnTo>
                <a:lnTo>
                  <a:pt x="517" y="675"/>
                </a:lnTo>
                <a:lnTo>
                  <a:pt x="516" y="675"/>
                </a:lnTo>
                <a:lnTo>
                  <a:pt x="516" y="676"/>
                </a:lnTo>
                <a:lnTo>
                  <a:pt x="515" y="676"/>
                </a:lnTo>
                <a:lnTo>
                  <a:pt x="515" y="675"/>
                </a:lnTo>
                <a:lnTo>
                  <a:pt x="514" y="674"/>
                </a:lnTo>
                <a:lnTo>
                  <a:pt x="513" y="674"/>
                </a:lnTo>
                <a:lnTo>
                  <a:pt x="513" y="673"/>
                </a:lnTo>
                <a:lnTo>
                  <a:pt x="512" y="673"/>
                </a:lnTo>
                <a:lnTo>
                  <a:pt x="512" y="672"/>
                </a:lnTo>
                <a:lnTo>
                  <a:pt x="512" y="671"/>
                </a:lnTo>
                <a:lnTo>
                  <a:pt x="512" y="670"/>
                </a:lnTo>
                <a:lnTo>
                  <a:pt x="511" y="669"/>
                </a:lnTo>
                <a:lnTo>
                  <a:pt x="510" y="669"/>
                </a:lnTo>
                <a:lnTo>
                  <a:pt x="509" y="668"/>
                </a:lnTo>
                <a:lnTo>
                  <a:pt x="509" y="669"/>
                </a:lnTo>
                <a:lnTo>
                  <a:pt x="508" y="669"/>
                </a:lnTo>
                <a:lnTo>
                  <a:pt x="507" y="669"/>
                </a:lnTo>
                <a:lnTo>
                  <a:pt x="506" y="669"/>
                </a:lnTo>
                <a:lnTo>
                  <a:pt x="506" y="668"/>
                </a:lnTo>
                <a:lnTo>
                  <a:pt x="506" y="667"/>
                </a:lnTo>
                <a:lnTo>
                  <a:pt x="505" y="667"/>
                </a:lnTo>
                <a:lnTo>
                  <a:pt x="505" y="666"/>
                </a:lnTo>
                <a:lnTo>
                  <a:pt x="505" y="665"/>
                </a:lnTo>
                <a:lnTo>
                  <a:pt x="504" y="664"/>
                </a:lnTo>
                <a:lnTo>
                  <a:pt x="502" y="663"/>
                </a:lnTo>
                <a:lnTo>
                  <a:pt x="501" y="663"/>
                </a:lnTo>
                <a:lnTo>
                  <a:pt x="499" y="663"/>
                </a:lnTo>
                <a:lnTo>
                  <a:pt x="498" y="663"/>
                </a:lnTo>
                <a:lnTo>
                  <a:pt x="497" y="663"/>
                </a:lnTo>
                <a:lnTo>
                  <a:pt x="496" y="663"/>
                </a:lnTo>
                <a:lnTo>
                  <a:pt x="494" y="663"/>
                </a:lnTo>
                <a:lnTo>
                  <a:pt x="493" y="663"/>
                </a:lnTo>
                <a:lnTo>
                  <a:pt x="492" y="663"/>
                </a:lnTo>
                <a:lnTo>
                  <a:pt x="491" y="663"/>
                </a:lnTo>
                <a:lnTo>
                  <a:pt x="490" y="663"/>
                </a:lnTo>
                <a:lnTo>
                  <a:pt x="489" y="663"/>
                </a:lnTo>
                <a:lnTo>
                  <a:pt x="488" y="663"/>
                </a:lnTo>
                <a:lnTo>
                  <a:pt x="487" y="663"/>
                </a:lnTo>
                <a:lnTo>
                  <a:pt x="486" y="663"/>
                </a:lnTo>
                <a:lnTo>
                  <a:pt x="485" y="663"/>
                </a:lnTo>
                <a:lnTo>
                  <a:pt x="483" y="663"/>
                </a:lnTo>
                <a:lnTo>
                  <a:pt x="482" y="663"/>
                </a:lnTo>
                <a:lnTo>
                  <a:pt x="481" y="663"/>
                </a:lnTo>
                <a:lnTo>
                  <a:pt x="480" y="663"/>
                </a:lnTo>
                <a:lnTo>
                  <a:pt x="479" y="663"/>
                </a:lnTo>
                <a:lnTo>
                  <a:pt x="478" y="663"/>
                </a:lnTo>
                <a:lnTo>
                  <a:pt x="476" y="663"/>
                </a:lnTo>
                <a:lnTo>
                  <a:pt x="475" y="663"/>
                </a:lnTo>
                <a:lnTo>
                  <a:pt x="474" y="663"/>
                </a:lnTo>
                <a:lnTo>
                  <a:pt x="473" y="663"/>
                </a:lnTo>
                <a:lnTo>
                  <a:pt x="472" y="663"/>
                </a:lnTo>
                <a:lnTo>
                  <a:pt x="471" y="663"/>
                </a:lnTo>
                <a:lnTo>
                  <a:pt x="470" y="663"/>
                </a:lnTo>
                <a:lnTo>
                  <a:pt x="469" y="663"/>
                </a:lnTo>
                <a:lnTo>
                  <a:pt x="468" y="663"/>
                </a:lnTo>
                <a:lnTo>
                  <a:pt x="466" y="663"/>
                </a:lnTo>
                <a:lnTo>
                  <a:pt x="465" y="663"/>
                </a:lnTo>
                <a:lnTo>
                  <a:pt x="464" y="663"/>
                </a:lnTo>
                <a:lnTo>
                  <a:pt x="463" y="663"/>
                </a:lnTo>
                <a:lnTo>
                  <a:pt x="462" y="663"/>
                </a:lnTo>
                <a:lnTo>
                  <a:pt x="461" y="663"/>
                </a:lnTo>
                <a:lnTo>
                  <a:pt x="460" y="663"/>
                </a:lnTo>
                <a:lnTo>
                  <a:pt x="460" y="662"/>
                </a:lnTo>
                <a:lnTo>
                  <a:pt x="459" y="662"/>
                </a:lnTo>
                <a:lnTo>
                  <a:pt x="458" y="662"/>
                </a:lnTo>
                <a:lnTo>
                  <a:pt x="457" y="662"/>
                </a:lnTo>
                <a:lnTo>
                  <a:pt x="456" y="662"/>
                </a:lnTo>
                <a:lnTo>
                  <a:pt x="455" y="662"/>
                </a:lnTo>
                <a:lnTo>
                  <a:pt x="454" y="662"/>
                </a:lnTo>
                <a:lnTo>
                  <a:pt x="453" y="662"/>
                </a:lnTo>
                <a:lnTo>
                  <a:pt x="452" y="661"/>
                </a:lnTo>
                <a:lnTo>
                  <a:pt x="451" y="662"/>
                </a:lnTo>
                <a:lnTo>
                  <a:pt x="450" y="662"/>
                </a:lnTo>
                <a:lnTo>
                  <a:pt x="450" y="661"/>
                </a:lnTo>
                <a:lnTo>
                  <a:pt x="450" y="662"/>
                </a:lnTo>
                <a:lnTo>
                  <a:pt x="449" y="662"/>
                </a:lnTo>
                <a:lnTo>
                  <a:pt x="448" y="662"/>
                </a:lnTo>
                <a:lnTo>
                  <a:pt x="447" y="662"/>
                </a:lnTo>
                <a:lnTo>
                  <a:pt x="447" y="661"/>
                </a:lnTo>
                <a:lnTo>
                  <a:pt x="446" y="661"/>
                </a:lnTo>
                <a:lnTo>
                  <a:pt x="445" y="661"/>
                </a:lnTo>
                <a:lnTo>
                  <a:pt x="445" y="660"/>
                </a:lnTo>
                <a:lnTo>
                  <a:pt x="446" y="660"/>
                </a:lnTo>
                <a:lnTo>
                  <a:pt x="446" y="659"/>
                </a:lnTo>
                <a:lnTo>
                  <a:pt x="445" y="659"/>
                </a:lnTo>
                <a:lnTo>
                  <a:pt x="445" y="658"/>
                </a:lnTo>
                <a:lnTo>
                  <a:pt x="445" y="657"/>
                </a:lnTo>
                <a:lnTo>
                  <a:pt x="446" y="656"/>
                </a:lnTo>
                <a:lnTo>
                  <a:pt x="446" y="655"/>
                </a:lnTo>
                <a:lnTo>
                  <a:pt x="445" y="654"/>
                </a:lnTo>
                <a:lnTo>
                  <a:pt x="445" y="653"/>
                </a:lnTo>
                <a:lnTo>
                  <a:pt x="445" y="652"/>
                </a:lnTo>
                <a:lnTo>
                  <a:pt x="445" y="651"/>
                </a:lnTo>
                <a:lnTo>
                  <a:pt x="444" y="651"/>
                </a:lnTo>
                <a:lnTo>
                  <a:pt x="443" y="652"/>
                </a:lnTo>
                <a:lnTo>
                  <a:pt x="441" y="652"/>
                </a:lnTo>
                <a:lnTo>
                  <a:pt x="440" y="652"/>
                </a:lnTo>
                <a:lnTo>
                  <a:pt x="439" y="652"/>
                </a:lnTo>
                <a:lnTo>
                  <a:pt x="437" y="652"/>
                </a:lnTo>
                <a:lnTo>
                  <a:pt x="436" y="652"/>
                </a:lnTo>
                <a:lnTo>
                  <a:pt x="435" y="652"/>
                </a:lnTo>
                <a:lnTo>
                  <a:pt x="435" y="651"/>
                </a:lnTo>
                <a:lnTo>
                  <a:pt x="434" y="651"/>
                </a:lnTo>
                <a:lnTo>
                  <a:pt x="433" y="651"/>
                </a:lnTo>
                <a:lnTo>
                  <a:pt x="433" y="650"/>
                </a:lnTo>
                <a:lnTo>
                  <a:pt x="433" y="649"/>
                </a:lnTo>
                <a:lnTo>
                  <a:pt x="432" y="649"/>
                </a:lnTo>
                <a:lnTo>
                  <a:pt x="432" y="650"/>
                </a:lnTo>
                <a:lnTo>
                  <a:pt x="431" y="650"/>
                </a:lnTo>
                <a:lnTo>
                  <a:pt x="430" y="650"/>
                </a:lnTo>
                <a:lnTo>
                  <a:pt x="430" y="651"/>
                </a:lnTo>
                <a:lnTo>
                  <a:pt x="429" y="650"/>
                </a:lnTo>
                <a:lnTo>
                  <a:pt x="427" y="650"/>
                </a:lnTo>
                <a:lnTo>
                  <a:pt x="426" y="650"/>
                </a:lnTo>
                <a:lnTo>
                  <a:pt x="425" y="650"/>
                </a:lnTo>
                <a:lnTo>
                  <a:pt x="426" y="650"/>
                </a:lnTo>
                <a:lnTo>
                  <a:pt x="425" y="651"/>
                </a:lnTo>
                <a:lnTo>
                  <a:pt x="425" y="652"/>
                </a:lnTo>
                <a:lnTo>
                  <a:pt x="424" y="652"/>
                </a:lnTo>
                <a:lnTo>
                  <a:pt x="423" y="652"/>
                </a:lnTo>
                <a:lnTo>
                  <a:pt x="422" y="652"/>
                </a:lnTo>
                <a:lnTo>
                  <a:pt x="421" y="651"/>
                </a:lnTo>
                <a:lnTo>
                  <a:pt x="420" y="651"/>
                </a:lnTo>
                <a:lnTo>
                  <a:pt x="419" y="652"/>
                </a:lnTo>
                <a:lnTo>
                  <a:pt x="418" y="652"/>
                </a:lnTo>
                <a:lnTo>
                  <a:pt x="418" y="651"/>
                </a:lnTo>
                <a:lnTo>
                  <a:pt x="418" y="652"/>
                </a:lnTo>
                <a:lnTo>
                  <a:pt x="417" y="652"/>
                </a:lnTo>
                <a:lnTo>
                  <a:pt x="416" y="652"/>
                </a:lnTo>
                <a:lnTo>
                  <a:pt x="415" y="653"/>
                </a:lnTo>
                <a:lnTo>
                  <a:pt x="414" y="653"/>
                </a:lnTo>
                <a:lnTo>
                  <a:pt x="414" y="654"/>
                </a:lnTo>
                <a:lnTo>
                  <a:pt x="415" y="654"/>
                </a:lnTo>
                <a:lnTo>
                  <a:pt x="415" y="655"/>
                </a:lnTo>
                <a:lnTo>
                  <a:pt x="415" y="656"/>
                </a:lnTo>
                <a:lnTo>
                  <a:pt x="415" y="657"/>
                </a:lnTo>
                <a:lnTo>
                  <a:pt x="415" y="659"/>
                </a:lnTo>
                <a:lnTo>
                  <a:pt x="416" y="659"/>
                </a:lnTo>
                <a:lnTo>
                  <a:pt x="416" y="660"/>
                </a:lnTo>
                <a:lnTo>
                  <a:pt x="416" y="661"/>
                </a:lnTo>
                <a:lnTo>
                  <a:pt x="416" y="662"/>
                </a:lnTo>
                <a:lnTo>
                  <a:pt x="416" y="664"/>
                </a:lnTo>
                <a:lnTo>
                  <a:pt x="416" y="665"/>
                </a:lnTo>
                <a:lnTo>
                  <a:pt x="416" y="666"/>
                </a:lnTo>
                <a:lnTo>
                  <a:pt x="416" y="667"/>
                </a:lnTo>
                <a:lnTo>
                  <a:pt x="415" y="667"/>
                </a:lnTo>
                <a:lnTo>
                  <a:pt x="414" y="668"/>
                </a:lnTo>
                <a:lnTo>
                  <a:pt x="413" y="668"/>
                </a:lnTo>
                <a:lnTo>
                  <a:pt x="412" y="668"/>
                </a:lnTo>
                <a:lnTo>
                  <a:pt x="411" y="668"/>
                </a:lnTo>
                <a:lnTo>
                  <a:pt x="410" y="669"/>
                </a:lnTo>
                <a:lnTo>
                  <a:pt x="410" y="670"/>
                </a:lnTo>
                <a:lnTo>
                  <a:pt x="409" y="670"/>
                </a:lnTo>
                <a:lnTo>
                  <a:pt x="408" y="670"/>
                </a:lnTo>
                <a:lnTo>
                  <a:pt x="407" y="670"/>
                </a:lnTo>
                <a:lnTo>
                  <a:pt x="407" y="669"/>
                </a:lnTo>
                <a:lnTo>
                  <a:pt x="406" y="669"/>
                </a:lnTo>
                <a:lnTo>
                  <a:pt x="406" y="668"/>
                </a:lnTo>
                <a:lnTo>
                  <a:pt x="405" y="668"/>
                </a:lnTo>
                <a:lnTo>
                  <a:pt x="404" y="668"/>
                </a:lnTo>
                <a:lnTo>
                  <a:pt x="404" y="667"/>
                </a:lnTo>
                <a:lnTo>
                  <a:pt x="404" y="666"/>
                </a:lnTo>
                <a:lnTo>
                  <a:pt x="404" y="665"/>
                </a:lnTo>
                <a:lnTo>
                  <a:pt x="404" y="664"/>
                </a:lnTo>
                <a:lnTo>
                  <a:pt x="403" y="664"/>
                </a:lnTo>
                <a:lnTo>
                  <a:pt x="402" y="664"/>
                </a:lnTo>
                <a:lnTo>
                  <a:pt x="401" y="663"/>
                </a:lnTo>
                <a:lnTo>
                  <a:pt x="400" y="663"/>
                </a:lnTo>
                <a:lnTo>
                  <a:pt x="399" y="662"/>
                </a:lnTo>
                <a:lnTo>
                  <a:pt x="399" y="661"/>
                </a:lnTo>
                <a:lnTo>
                  <a:pt x="398" y="661"/>
                </a:lnTo>
                <a:lnTo>
                  <a:pt x="397" y="661"/>
                </a:lnTo>
                <a:lnTo>
                  <a:pt x="397" y="662"/>
                </a:lnTo>
                <a:lnTo>
                  <a:pt x="396" y="662"/>
                </a:lnTo>
                <a:lnTo>
                  <a:pt x="395" y="663"/>
                </a:lnTo>
                <a:lnTo>
                  <a:pt x="394" y="664"/>
                </a:lnTo>
                <a:lnTo>
                  <a:pt x="394" y="665"/>
                </a:lnTo>
                <a:lnTo>
                  <a:pt x="393" y="665"/>
                </a:lnTo>
                <a:lnTo>
                  <a:pt x="392" y="665"/>
                </a:lnTo>
                <a:lnTo>
                  <a:pt x="391" y="665"/>
                </a:lnTo>
                <a:lnTo>
                  <a:pt x="391" y="666"/>
                </a:lnTo>
                <a:lnTo>
                  <a:pt x="390" y="666"/>
                </a:lnTo>
                <a:lnTo>
                  <a:pt x="389" y="666"/>
                </a:lnTo>
                <a:lnTo>
                  <a:pt x="388" y="667"/>
                </a:lnTo>
                <a:lnTo>
                  <a:pt x="388" y="666"/>
                </a:lnTo>
                <a:lnTo>
                  <a:pt x="387" y="666"/>
                </a:lnTo>
                <a:lnTo>
                  <a:pt x="386" y="666"/>
                </a:lnTo>
                <a:lnTo>
                  <a:pt x="385" y="666"/>
                </a:lnTo>
                <a:lnTo>
                  <a:pt x="384" y="666"/>
                </a:lnTo>
                <a:lnTo>
                  <a:pt x="384" y="667"/>
                </a:lnTo>
                <a:lnTo>
                  <a:pt x="383" y="667"/>
                </a:lnTo>
                <a:lnTo>
                  <a:pt x="383" y="666"/>
                </a:lnTo>
                <a:lnTo>
                  <a:pt x="382" y="666"/>
                </a:lnTo>
                <a:lnTo>
                  <a:pt x="381" y="667"/>
                </a:lnTo>
                <a:lnTo>
                  <a:pt x="380" y="667"/>
                </a:lnTo>
                <a:lnTo>
                  <a:pt x="379" y="666"/>
                </a:lnTo>
                <a:lnTo>
                  <a:pt x="378" y="666"/>
                </a:lnTo>
                <a:lnTo>
                  <a:pt x="378" y="665"/>
                </a:lnTo>
                <a:lnTo>
                  <a:pt x="377" y="665"/>
                </a:lnTo>
                <a:lnTo>
                  <a:pt x="377" y="666"/>
                </a:lnTo>
                <a:lnTo>
                  <a:pt x="376" y="666"/>
                </a:lnTo>
                <a:lnTo>
                  <a:pt x="375" y="667"/>
                </a:lnTo>
                <a:lnTo>
                  <a:pt x="374" y="668"/>
                </a:lnTo>
                <a:lnTo>
                  <a:pt x="373" y="668"/>
                </a:lnTo>
                <a:lnTo>
                  <a:pt x="373" y="669"/>
                </a:lnTo>
                <a:lnTo>
                  <a:pt x="372" y="668"/>
                </a:lnTo>
                <a:lnTo>
                  <a:pt x="371" y="668"/>
                </a:lnTo>
                <a:lnTo>
                  <a:pt x="371" y="667"/>
                </a:lnTo>
                <a:lnTo>
                  <a:pt x="371" y="668"/>
                </a:lnTo>
                <a:lnTo>
                  <a:pt x="372" y="669"/>
                </a:lnTo>
                <a:lnTo>
                  <a:pt x="371" y="669"/>
                </a:lnTo>
                <a:lnTo>
                  <a:pt x="371" y="670"/>
                </a:lnTo>
                <a:lnTo>
                  <a:pt x="371" y="671"/>
                </a:lnTo>
                <a:lnTo>
                  <a:pt x="371" y="672"/>
                </a:lnTo>
                <a:lnTo>
                  <a:pt x="372" y="672"/>
                </a:lnTo>
                <a:lnTo>
                  <a:pt x="372" y="673"/>
                </a:lnTo>
                <a:lnTo>
                  <a:pt x="372" y="674"/>
                </a:lnTo>
                <a:lnTo>
                  <a:pt x="371" y="674"/>
                </a:lnTo>
                <a:lnTo>
                  <a:pt x="371" y="675"/>
                </a:lnTo>
                <a:lnTo>
                  <a:pt x="371" y="676"/>
                </a:lnTo>
                <a:lnTo>
                  <a:pt x="372" y="677"/>
                </a:lnTo>
                <a:lnTo>
                  <a:pt x="373" y="677"/>
                </a:lnTo>
                <a:lnTo>
                  <a:pt x="374" y="677"/>
                </a:lnTo>
                <a:lnTo>
                  <a:pt x="375" y="678"/>
                </a:lnTo>
                <a:lnTo>
                  <a:pt x="376" y="678"/>
                </a:lnTo>
                <a:lnTo>
                  <a:pt x="377" y="678"/>
                </a:lnTo>
                <a:lnTo>
                  <a:pt x="378" y="678"/>
                </a:lnTo>
                <a:lnTo>
                  <a:pt x="379" y="678"/>
                </a:lnTo>
                <a:lnTo>
                  <a:pt x="380" y="678"/>
                </a:lnTo>
                <a:lnTo>
                  <a:pt x="381" y="678"/>
                </a:lnTo>
                <a:lnTo>
                  <a:pt x="381" y="679"/>
                </a:lnTo>
                <a:lnTo>
                  <a:pt x="381" y="680"/>
                </a:lnTo>
                <a:lnTo>
                  <a:pt x="381" y="681"/>
                </a:lnTo>
                <a:lnTo>
                  <a:pt x="382" y="681"/>
                </a:lnTo>
                <a:lnTo>
                  <a:pt x="382" y="680"/>
                </a:lnTo>
                <a:lnTo>
                  <a:pt x="382" y="681"/>
                </a:lnTo>
                <a:lnTo>
                  <a:pt x="383" y="681"/>
                </a:lnTo>
                <a:lnTo>
                  <a:pt x="382" y="681"/>
                </a:lnTo>
                <a:lnTo>
                  <a:pt x="382" y="682"/>
                </a:lnTo>
                <a:lnTo>
                  <a:pt x="381" y="682"/>
                </a:lnTo>
                <a:lnTo>
                  <a:pt x="381" y="683"/>
                </a:lnTo>
                <a:lnTo>
                  <a:pt x="380" y="683"/>
                </a:lnTo>
                <a:lnTo>
                  <a:pt x="379" y="683"/>
                </a:lnTo>
                <a:lnTo>
                  <a:pt x="378" y="683"/>
                </a:lnTo>
                <a:lnTo>
                  <a:pt x="378" y="684"/>
                </a:lnTo>
                <a:lnTo>
                  <a:pt x="377" y="684"/>
                </a:lnTo>
                <a:lnTo>
                  <a:pt x="377" y="685"/>
                </a:lnTo>
                <a:lnTo>
                  <a:pt x="377" y="686"/>
                </a:lnTo>
                <a:lnTo>
                  <a:pt x="376" y="686"/>
                </a:lnTo>
                <a:lnTo>
                  <a:pt x="375" y="686"/>
                </a:lnTo>
                <a:lnTo>
                  <a:pt x="375" y="687"/>
                </a:lnTo>
                <a:lnTo>
                  <a:pt x="375" y="688"/>
                </a:lnTo>
                <a:lnTo>
                  <a:pt x="376" y="688"/>
                </a:lnTo>
                <a:lnTo>
                  <a:pt x="376" y="689"/>
                </a:lnTo>
                <a:lnTo>
                  <a:pt x="375" y="689"/>
                </a:lnTo>
                <a:lnTo>
                  <a:pt x="374" y="690"/>
                </a:lnTo>
                <a:lnTo>
                  <a:pt x="374" y="691"/>
                </a:lnTo>
                <a:lnTo>
                  <a:pt x="374" y="692"/>
                </a:lnTo>
                <a:lnTo>
                  <a:pt x="375" y="692"/>
                </a:lnTo>
                <a:lnTo>
                  <a:pt x="375" y="693"/>
                </a:lnTo>
                <a:lnTo>
                  <a:pt x="375" y="694"/>
                </a:lnTo>
                <a:lnTo>
                  <a:pt x="374" y="695"/>
                </a:lnTo>
                <a:lnTo>
                  <a:pt x="374" y="696"/>
                </a:lnTo>
                <a:lnTo>
                  <a:pt x="375" y="696"/>
                </a:lnTo>
                <a:lnTo>
                  <a:pt x="376" y="696"/>
                </a:lnTo>
                <a:lnTo>
                  <a:pt x="376" y="697"/>
                </a:lnTo>
                <a:lnTo>
                  <a:pt x="376" y="698"/>
                </a:lnTo>
                <a:lnTo>
                  <a:pt x="377" y="698"/>
                </a:lnTo>
                <a:lnTo>
                  <a:pt x="378" y="698"/>
                </a:lnTo>
                <a:lnTo>
                  <a:pt x="379" y="699"/>
                </a:lnTo>
                <a:lnTo>
                  <a:pt x="380" y="699"/>
                </a:lnTo>
                <a:lnTo>
                  <a:pt x="380" y="698"/>
                </a:lnTo>
                <a:lnTo>
                  <a:pt x="381" y="698"/>
                </a:lnTo>
                <a:lnTo>
                  <a:pt x="381" y="699"/>
                </a:lnTo>
                <a:lnTo>
                  <a:pt x="381" y="701"/>
                </a:lnTo>
                <a:lnTo>
                  <a:pt x="380" y="703"/>
                </a:lnTo>
                <a:lnTo>
                  <a:pt x="380" y="704"/>
                </a:lnTo>
                <a:lnTo>
                  <a:pt x="379" y="704"/>
                </a:lnTo>
                <a:lnTo>
                  <a:pt x="380" y="705"/>
                </a:lnTo>
                <a:lnTo>
                  <a:pt x="381" y="705"/>
                </a:lnTo>
                <a:lnTo>
                  <a:pt x="382" y="705"/>
                </a:lnTo>
                <a:lnTo>
                  <a:pt x="382" y="706"/>
                </a:lnTo>
                <a:lnTo>
                  <a:pt x="382" y="707"/>
                </a:lnTo>
                <a:lnTo>
                  <a:pt x="382" y="708"/>
                </a:lnTo>
                <a:lnTo>
                  <a:pt x="383" y="710"/>
                </a:lnTo>
                <a:lnTo>
                  <a:pt x="384" y="710"/>
                </a:lnTo>
                <a:lnTo>
                  <a:pt x="385" y="710"/>
                </a:lnTo>
                <a:lnTo>
                  <a:pt x="386" y="710"/>
                </a:lnTo>
                <a:lnTo>
                  <a:pt x="387" y="710"/>
                </a:lnTo>
                <a:lnTo>
                  <a:pt x="387" y="711"/>
                </a:lnTo>
                <a:lnTo>
                  <a:pt x="388" y="711"/>
                </a:lnTo>
                <a:lnTo>
                  <a:pt x="388" y="712"/>
                </a:lnTo>
                <a:lnTo>
                  <a:pt x="389" y="712"/>
                </a:lnTo>
                <a:lnTo>
                  <a:pt x="390" y="712"/>
                </a:lnTo>
                <a:lnTo>
                  <a:pt x="392" y="712"/>
                </a:lnTo>
                <a:lnTo>
                  <a:pt x="393" y="711"/>
                </a:lnTo>
                <a:lnTo>
                  <a:pt x="394" y="711"/>
                </a:lnTo>
                <a:lnTo>
                  <a:pt x="394" y="712"/>
                </a:lnTo>
                <a:lnTo>
                  <a:pt x="394" y="713"/>
                </a:lnTo>
                <a:lnTo>
                  <a:pt x="395" y="713"/>
                </a:lnTo>
                <a:lnTo>
                  <a:pt x="395" y="714"/>
                </a:lnTo>
                <a:lnTo>
                  <a:pt x="396" y="715"/>
                </a:lnTo>
                <a:lnTo>
                  <a:pt x="396" y="716"/>
                </a:lnTo>
                <a:lnTo>
                  <a:pt x="396" y="717"/>
                </a:lnTo>
                <a:lnTo>
                  <a:pt x="397" y="717"/>
                </a:lnTo>
                <a:lnTo>
                  <a:pt x="397" y="718"/>
                </a:lnTo>
                <a:lnTo>
                  <a:pt x="397" y="719"/>
                </a:lnTo>
                <a:lnTo>
                  <a:pt x="398" y="719"/>
                </a:lnTo>
                <a:lnTo>
                  <a:pt x="398" y="720"/>
                </a:lnTo>
                <a:lnTo>
                  <a:pt x="398" y="721"/>
                </a:lnTo>
                <a:lnTo>
                  <a:pt x="399" y="721"/>
                </a:lnTo>
                <a:lnTo>
                  <a:pt x="399" y="722"/>
                </a:lnTo>
                <a:lnTo>
                  <a:pt x="399" y="723"/>
                </a:lnTo>
                <a:lnTo>
                  <a:pt x="400" y="723"/>
                </a:lnTo>
                <a:lnTo>
                  <a:pt x="400" y="724"/>
                </a:lnTo>
                <a:lnTo>
                  <a:pt x="400" y="725"/>
                </a:lnTo>
                <a:lnTo>
                  <a:pt x="400" y="726"/>
                </a:lnTo>
                <a:lnTo>
                  <a:pt x="399" y="726"/>
                </a:lnTo>
                <a:lnTo>
                  <a:pt x="398" y="727"/>
                </a:lnTo>
                <a:lnTo>
                  <a:pt x="398" y="728"/>
                </a:lnTo>
                <a:lnTo>
                  <a:pt x="397" y="728"/>
                </a:lnTo>
                <a:lnTo>
                  <a:pt x="397" y="729"/>
                </a:lnTo>
                <a:lnTo>
                  <a:pt x="396" y="729"/>
                </a:lnTo>
                <a:lnTo>
                  <a:pt x="396" y="730"/>
                </a:lnTo>
                <a:lnTo>
                  <a:pt x="395" y="730"/>
                </a:lnTo>
                <a:lnTo>
                  <a:pt x="394" y="730"/>
                </a:lnTo>
                <a:lnTo>
                  <a:pt x="393" y="731"/>
                </a:lnTo>
                <a:lnTo>
                  <a:pt x="392" y="732"/>
                </a:lnTo>
                <a:lnTo>
                  <a:pt x="391" y="733"/>
                </a:lnTo>
                <a:lnTo>
                  <a:pt x="391" y="734"/>
                </a:lnTo>
                <a:lnTo>
                  <a:pt x="390" y="734"/>
                </a:lnTo>
                <a:lnTo>
                  <a:pt x="389" y="734"/>
                </a:lnTo>
                <a:lnTo>
                  <a:pt x="388" y="736"/>
                </a:lnTo>
                <a:lnTo>
                  <a:pt x="388" y="737"/>
                </a:lnTo>
                <a:lnTo>
                  <a:pt x="387" y="737"/>
                </a:lnTo>
                <a:lnTo>
                  <a:pt x="386" y="737"/>
                </a:lnTo>
                <a:lnTo>
                  <a:pt x="386" y="738"/>
                </a:lnTo>
                <a:lnTo>
                  <a:pt x="385" y="738"/>
                </a:lnTo>
                <a:lnTo>
                  <a:pt x="384" y="738"/>
                </a:lnTo>
                <a:lnTo>
                  <a:pt x="383" y="739"/>
                </a:lnTo>
                <a:lnTo>
                  <a:pt x="383" y="740"/>
                </a:lnTo>
                <a:lnTo>
                  <a:pt x="382" y="740"/>
                </a:lnTo>
                <a:lnTo>
                  <a:pt x="381" y="741"/>
                </a:lnTo>
                <a:lnTo>
                  <a:pt x="381" y="742"/>
                </a:lnTo>
                <a:lnTo>
                  <a:pt x="380" y="742"/>
                </a:lnTo>
                <a:lnTo>
                  <a:pt x="379" y="742"/>
                </a:lnTo>
                <a:lnTo>
                  <a:pt x="379" y="741"/>
                </a:lnTo>
                <a:lnTo>
                  <a:pt x="378" y="741"/>
                </a:lnTo>
                <a:lnTo>
                  <a:pt x="378" y="740"/>
                </a:lnTo>
                <a:lnTo>
                  <a:pt x="377" y="741"/>
                </a:lnTo>
                <a:lnTo>
                  <a:pt x="378" y="741"/>
                </a:lnTo>
                <a:lnTo>
                  <a:pt x="378" y="742"/>
                </a:lnTo>
                <a:lnTo>
                  <a:pt x="376" y="742"/>
                </a:lnTo>
                <a:lnTo>
                  <a:pt x="375" y="741"/>
                </a:lnTo>
                <a:lnTo>
                  <a:pt x="374" y="741"/>
                </a:lnTo>
                <a:lnTo>
                  <a:pt x="374" y="740"/>
                </a:lnTo>
                <a:lnTo>
                  <a:pt x="373" y="740"/>
                </a:lnTo>
                <a:lnTo>
                  <a:pt x="372" y="740"/>
                </a:lnTo>
                <a:lnTo>
                  <a:pt x="371" y="740"/>
                </a:lnTo>
                <a:lnTo>
                  <a:pt x="371" y="739"/>
                </a:lnTo>
                <a:lnTo>
                  <a:pt x="370" y="739"/>
                </a:lnTo>
                <a:lnTo>
                  <a:pt x="370" y="738"/>
                </a:lnTo>
                <a:lnTo>
                  <a:pt x="369" y="738"/>
                </a:lnTo>
                <a:lnTo>
                  <a:pt x="369" y="739"/>
                </a:lnTo>
                <a:lnTo>
                  <a:pt x="369" y="740"/>
                </a:lnTo>
                <a:lnTo>
                  <a:pt x="368" y="740"/>
                </a:lnTo>
                <a:lnTo>
                  <a:pt x="368" y="741"/>
                </a:lnTo>
                <a:lnTo>
                  <a:pt x="368" y="742"/>
                </a:lnTo>
                <a:lnTo>
                  <a:pt x="367" y="742"/>
                </a:lnTo>
                <a:lnTo>
                  <a:pt x="367" y="743"/>
                </a:lnTo>
                <a:lnTo>
                  <a:pt x="367" y="744"/>
                </a:lnTo>
                <a:lnTo>
                  <a:pt x="367" y="746"/>
                </a:lnTo>
                <a:lnTo>
                  <a:pt x="367" y="747"/>
                </a:lnTo>
                <a:lnTo>
                  <a:pt x="367" y="748"/>
                </a:lnTo>
                <a:lnTo>
                  <a:pt x="366" y="749"/>
                </a:lnTo>
                <a:lnTo>
                  <a:pt x="365" y="749"/>
                </a:lnTo>
                <a:lnTo>
                  <a:pt x="364" y="749"/>
                </a:lnTo>
                <a:lnTo>
                  <a:pt x="363" y="749"/>
                </a:lnTo>
                <a:lnTo>
                  <a:pt x="362" y="749"/>
                </a:lnTo>
                <a:lnTo>
                  <a:pt x="361" y="749"/>
                </a:lnTo>
                <a:lnTo>
                  <a:pt x="361" y="750"/>
                </a:lnTo>
                <a:lnTo>
                  <a:pt x="361" y="751"/>
                </a:lnTo>
                <a:lnTo>
                  <a:pt x="360" y="751"/>
                </a:lnTo>
                <a:lnTo>
                  <a:pt x="359" y="751"/>
                </a:lnTo>
                <a:lnTo>
                  <a:pt x="358" y="752"/>
                </a:lnTo>
                <a:lnTo>
                  <a:pt x="357" y="753"/>
                </a:lnTo>
                <a:lnTo>
                  <a:pt x="356" y="754"/>
                </a:lnTo>
                <a:lnTo>
                  <a:pt x="355" y="754"/>
                </a:lnTo>
                <a:lnTo>
                  <a:pt x="355" y="755"/>
                </a:lnTo>
                <a:lnTo>
                  <a:pt x="354" y="755"/>
                </a:lnTo>
                <a:lnTo>
                  <a:pt x="354" y="756"/>
                </a:lnTo>
                <a:lnTo>
                  <a:pt x="353" y="755"/>
                </a:lnTo>
                <a:lnTo>
                  <a:pt x="352" y="755"/>
                </a:lnTo>
                <a:lnTo>
                  <a:pt x="351" y="755"/>
                </a:lnTo>
                <a:lnTo>
                  <a:pt x="350" y="754"/>
                </a:lnTo>
                <a:lnTo>
                  <a:pt x="350" y="753"/>
                </a:lnTo>
                <a:lnTo>
                  <a:pt x="350" y="752"/>
                </a:lnTo>
                <a:lnTo>
                  <a:pt x="351" y="752"/>
                </a:lnTo>
                <a:lnTo>
                  <a:pt x="350" y="752"/>
                </a:lnTo>
                <a:lnTo>
                  <a:pt x="350" y="751"/>
                </a:lnTo>
                <a:lnTo>
                  <a:pt x="349" y="750"/>
                </a:lnTo>
                <a:lnTo>
                  <a:pt x="349" y="749"/>
                </a:lnTo>
                <a:lnTo>
                  <a:pt x="347" y="749"/>
                </a:lnTo>
                <a:lnTo>
                  <a:pt x="346" y="749"/>
                </a:lnTo>
                <a:lnTo>
                  <a:pt x="345" y="748"/>
                </a:lnTo>
                <a:lnTo>
                  <a:pt x="344" y="749"/>
                </a:lnTo>
                <a:lnTo>
                  <a:pt x="343" y="750"/>
                </a:lnTo>
                <a:lnTo>
                  <a:pt x="342" y="750"/>
                </a:lnTo>
                <a:lnTo>
                  <a:pt x="341" y="750"/>
                </a:lnTo>
                <a:lnTo>
                  <a:pt x="341" y="749"/>
                </a:lnTo>
                <a:lnTo>
                  <a:pt x="340" y="749"/>
                </a:lnTo>
                <a:lnTo>
                  <a:pt x="340" y="748"/>
                </a:lnTo>
                <a:lnTo>
                  <a:pt x="339" y="748"/>
                </a:lnTo>
                <a:lnTo>
                  <a:pt x="339" y="747"/>
                </a:lnTo>
                <a:lnTo>
                  <a:pt x="339" y="746"/>
                </a:lnTo>
                <a:lnTo>
                  <a:pt x="339" y="745"/>
                </a:lnTo>
                <a:lnTo>
                  <a:pt x="339" y="744"/>
                </a:lnTo>
                <a:lnTo>
                  <a:pt x="338" y="744"/>
                </a:lnTo>
                <a:lnTo>
                  <a:pt x="338" y="743"/>
                </a:lnTo>
                <a:lnTo>
                  <a:pt x="338" y="742"/>
                </a:lnTo>
                <a:lnTo>
                  <a:pt x="337" y="742"/>
                </a:lnTo>
                <a:lnTo>
                  <a:pt x="337" y="741"/>
                </a:lnTo>
                <a:lnTo>
                  <a:pt x="336" y="740"/>
                </a:lnTo>
                <a:lnTo>
                  <a:pt x="335" y="739"/>
                </a:lnTo>
                <a:lnTo>
                  <a:pt x="334" y="740"/>
                </a:lnTo>
                <a:lnTo>
                  <a:pt x="334" y="739"/>
                </a:lnTo>
                <a:lnTo>
                  <a:pt x="332" y="739"/>
                </a:lnTo>
                <a:lnTo>
                  <a:pt x="332" y="738"/>
                </a:lnTo>
                <a:lnTo>
                  <a:pt x="332" y="737"/>
                </a:lnTo>
                <a:lnTo>
                  <a:pt x="331" y="736"/>
                </a:lnTo>
                <a:lnTo>
                  <a:pt x="329" y="736"/>
                </a:lnTo>
                <a:lnTo>
                  <a:pt x="328" y="736"/>
                </a:lnTo>
                <a:lnTo>
                  <a:pt x="327" y="736"/>
                </a:lnTo>
                <a:lnTo>
                  <a:pt x="327" y="735"/>
                </a:lnTo>
                <a:lnTo>
                  <a:pt x="327" y="734"/>
                </a:lnTo>
                <a:lnTo>
                  <a:pt x="326" y="734"/>
                </a:lnTo>
                <a:lnTo>
                  <a:pt x="326" y="733"/>
                </a:lnTo>
                <a:lnTo>
                  <a:pt x="325" y="733"/>
                </a:lnTo>
                <a:lnTo>
                  <a:pt x="324" y="733"/>
                </a:lnTo>
                <a:lnTo>
                  <a:pt x="324" y="732"/>
                </a:lnTo>
                <a:lnTo>
                  <a:pt x="322" y="731"/>
                </a:lnTo>
                <a:lnTo>
                  <a:pt x="321" y="731"/>
                </a:lnTo>
                <a:lnTo>
                  <a:pt x="320" y="731"/>
                </a:lnTo>
                <a:lnTo>
                  <a:pt x="319" y="731"/>
                </a:lnTo>
                <a:lnTo>
                  <a:pt x="318" y="732"/>
                </a:lnTo>
                <a:lnTo>
                  <a:pt x="317" y="733"/>
                </a:lnTo>
                <a:lnTo>
                  <a:pt x="316" y="733"/>
                </a:lnTo>
                <a:lnTo>
                  <a:pt x="316" y="732"/>
                </a:lnTo>
                <a:lnTo>
                  <a:pt x="315" y="732"/>
                </a:lnTo>
                <a:lnTo>
                  <a:pt x="315" y="731"/>
                </a:lnTo>
                <a:lnTo>
                  <a:pt x="314" y="731"/>
                </a:lnTo>
                <a:lnTo>
                  <a:pt x="314" y="730"/>
                </a:lnTo>
                <a:lnTo>
                  <a:pt x="313" y="730"/>
                </a:lnTo>
                <a:lnTo>
                  <a:pt x="313" y="729"/>
                </a:lnTo>
                <a:lnTo>
                  <a:pt x="312" y="728"/>
                </a:lnTo>
                <a:lnTo>
                  <a:pt x="311" y="728"/>
                </a:lnTo>
                <a:lnTo>
                  <a:pt x="310" y="727"/>
                </a:lnTo>
                <a:lnTo>
                  <a:pt x="310" y="726"/>
                </a:lnTo>
                <a:lnTo>
                  <a:pt x="309" y="726"/>
                </a:lnTo>
                <a:lnTo>
                  <a:pt x="308" y="726"/>
                </a:lnTo>
                <a:lnTo>
                  <a:pt x="308" y="727"/>
                </a:lnTo>
                <a:lnTo>
                  <a:pt x="307" y="727"/>
                </a:lnTo>
                <a:lnTo>
                  <a:pt x="307" y="726"/>
                </a:lnTo>
                <a:lnTo>
                  <a:pt x="306" y="726"/>
                </a:lnTo>
                <a:lnTo>
                  <a:pt x="305" y="726"/>
                </a:lnTo>
                <a:lnTo>
                  <a:pt x="304" y="726"/>
                </a:lnTo>
                <a:lnTo>
                  <a:pt x="303" y="726"/>
                </a:lnTo>
                <a:lnTo>
                  <a:pt x="301" y="726"/>
                </a:lnTo>
                <a:lnTo>
                  <a:pt x="300" y="726"/>
                </a:lnTo>
                <a:lnTo>
                  <a:pt x="299" y="726"/>
                </a:lnTo>
                <a:lnTo>
                  <a:pt x="298" y="726"/>
                </a:lnTo>
                <a:lnTo>
                  <a:pt x="298" y="727"/>
                </a:lnTo>
                <a:lnTo>
                  <a:pt x="297" y="727"/>
                </a:lnTo>
                <a:lnTo>
                  <a:pt x="296" y="727"/>
                </a:lnTo>
                <a:lnTo>
                  <a:pt x="296" y="728"/>
                </a:lnTo>
                <a:lnTo>
                  <a:pt x="295" y="728"/>
                </a:lnTo>
                <a:lnTo>
                  <a:pt x="294" y="728"/>
                </a:lnTo>
                <a:lnTo>
                  <a:pt x="293" y="728"/>
                </a:lnTo>
                <a:lnTo>
                  <a:pt x="293" y="729"/>
                </a:lnTo>
                <a:lnTo>
                  <a:pt x="292" y="729"/>
                </a:lnTo>
                <a:lnTo>
                  <a:pt x="291" y="729"/>
                </a:lnTo>
                <a:lnTo>
                  <a:pt x="291" y="730"/>
                </a:lnTo>
                <a:lnTo>
                  <a:pt x="290" y="730"/>
                </a:lnTo>
                <a:lnTo>
                  <a:pt x="289" y="730"/>
                </a:lnTo>
                <a:lnTo>
                  <a:pt x="288" y="730"/>
                </a:lnTo>
                <a:lnTo>
                  <a:pt x="287" y="730"/>
                </a:lnTo>
                <a:lnTo>
                  <a:pt x="286" y="730"/>
                </a:lnTo>
                <a:lnTo>
                  <a:pt x="286" y="731"/>
                </a:lnTo>
                <a:lnTo>
                  <a:pt x="285" y="731"/>
                </a:lnTo>
                <a:lnTo>
                  <a:pt x="284" y="731"/>
                </a:lnTo>
                <a:lnTo>
                  <a:pt x="283" y="731"/>
                </a:lnTo>
                <a:lnTo>
                  <a:pt x="283" y="730"/>
                </a:lnTo>
                <a:lnTo>
                  <a:pt x="282" y="730"/>
                </a:lnTo>
                <a:lnTo>
                  <a:pt x="282" y="729"/>
                </a:lnTo>
                <a:lnTo>
                  <a:pt x="281" y="729"/>
                </a:lnTo>
                <a:lnTo>
                  <a:pt x="280" y="730"/>
                </a:lnTo>
                <a:lnTo>
                  <a:pt x="279" y="730"/>
                </a:lnTo>
                <a:lnTo>
                  <a:pt x="278" y="730"/>
                </a:lnTo>
                <a:lnTo>
                  <a:pt x="278" y="729"/>
                </a:lnTo>
                <a:lnTo>
                  <a:pt x="277" y="730"/>
                </a:lnTo>
                <a:lnTo>
                  <a:pt x="277" y="731"/>
                </a:lnTo>
                <a:lnTo>
                  <a:pt x="277" y="730"/>
                </a:lnTo>
                <a:lnTo>
                  <a:pt x="276" y="730"/>
                </a:lnTo>
                <a:lnTo>
                  <a:pt x="275" y="730"/>
                </a:lnTo>
                <a:lnTo>
                  <a:pt x="274" y="730"/>
                </a:lnTo>
                <a:lnTo>
                  <a:pt x="274" y="731"/>
                </a:lnTo>
                <a:lnTo>
                  <a:pt x="273" y="731"/>
                </a:lnTo>
                <a:lnTo>
                  <a:pt x="272" y="732"/>
                </a:lnTo>
                <a:lnTo>
                  <a:pt x="271" y="733"/>
                </a:lnTo>
                <a:lnTo>
                  <a:pt x="270" y="733"/>
                </a:lnTo>
                <a:lnTo>
                  <a:pt x="270" y="732"/>
                </a:lnTo>
                <a:lnTo>
                  <a:pt x="269" y="732"/>
                </a:lnTo>
                <a:lnTo>
                  <a:pt x="268" y="732"/>
                </a:lnTo>
                <a:lnTo>
                  <a:pt x="268" y="733"/>
                </a:lnTo>
                <a:lnTo>
                  <a:pt x="268" y="732"/>
                </a:lnTo>
                <a:lnTo>
                  <a:pt x="267" y="732"/>
                </a:lnTo>
                <a:lnTo>
                  <a:pt x="267" y="731"/>
                </a:lnTo>
                <a:lnTo>
                  <a:pt x="266" y="730"/>
                </a:lnTo>
                <a:lnTo>
                  <a:pt x="265" y="730"/>
                </a:lnTo>
                <a:lnTo>
                  <a:pt x="264" y="730"/>
                </a:lnTo>
                <a:lnTo>
                  <a:pt x="263" y="731"/>
                </a:lnTo>
                <a:lnTo>
                  <a:pt x="262" y="731"/>
                </a:lnTo>
                <a:lnTo>
                  <a:pt x="261" y="732"/>
                </a:lnTo>
                <a:lnTo>
                  <a:pt x="260" y="732"/>
                </a:lnTo>
                <a:lnTo>
                  <a:pt x="259" y="732"/>
                </a:lnTo>
                <a:lnTo>
                  <a:pt x="259" y="731"/>
                </a:lnTo>
                <a:lnTo>
                  <a:pt x="258" y="732"/>
                </a:lnTo>
                <a:lnTo>
                  <a:pt x="257" y="732"/>
                </a:lnTo>
                <a:lnTo>
                  <a:pt x="256" y="732"/>
                </a:lnTo>
                <a:lnTo>
                  <a:pt x="255" y="732"/>
                </a:lnTo>
                <a:lnTo>
                  <a:pt x="254" y="732"/>
                </a:lnTo>
                <a:lnTo>
                  <a:pt x="253" y="732"/>
                </a:lnTo>
                <a:lnTo>
                  <a:pt x="253" y="733"/>
                </a:lnTo>
                <a:lnTo>
                  <a:pt x="253" y="734"/>
                </a:lnTo>
                <a:lnTo>
                  <a:pt x="252" y="734"/>
                </a:lnTo>
                <a:lnTo>
                  <a:pt x="251" y="734"/>
                </a:lnTo>
                <a:lnTo>
                  <a:pt x="250" y="735"/>
                </a:lnTo>
                <a:lnTo>
                  <a:pt x="249" y="735"/>
                </a:lnTo>
                <a:lnTo>
                  <a:pt x="248" y="735"/>
                </a:lnTo>
                <a:lnTo>
                  <a:pt x="248" y="736"/>
                </a:lnTo>
                <a:lnTo>
                  <a:pt x="248" y="737"/>
                </a:lnTo>
                <a:lnTo>
                  <a:pt x="247" y="737"/>
                </a:lnTo>
                <a:lnTo>
                  <a:pt x="246" y="738"/>
                </a:lnTo>
                <a:lnTo>
                  <a:pt x="245" y="739"/>
                </a:lnTo>
                <a:lnTo>
                  <a:pt x="244" y="739"/>
                </a:lnTo>
                <a:lnTo>
                  <a:pt x="244" y="740"/>
                </a:lnTo>
                <a:lnTo>
                  <a:pt x="245" y="741"/>
                </a:lnTo>
                <a:lnTo>
                  <a:pt x="246" y="741"/>
                </a:lnTo>
                <a:lnTo>
                  <a:pt x="247" y="741"/>
                </a:lnTo>
                <a:lnTo>
                  <a:pt x="247" y="742"/>
                </a:lnTo>
                <a:lnTo>
                  <a:pt x="248" y="742"/>
                </a:lnTo>
                <a:lnTo>
                  <a:pt x="247" y="742"/>
                </a:lnTo>
                <a:lnTo>
                  <a:pt x="247" y="743"/>
                </a:lnTo>
                <a:lnTo>
                  <a:pt x="246" y="743"/>
                </a:lnTo>
                <a:lnTo>
                  <a:pt x="246" y="744"/>
                </a:lnTo>
                <a:lnTo>
                  <a:pt x="246" y="745"/>
                </a:lnTo>
                <a:lnTo>
                  <a:pt x="245" y="745"/>
                </a:lnTo>
                <a:lnTo>
                  <a:pt x="245" y="746"/>
                </a:lnTo>
                <a:lnTo>
                  <a:pt x="246" y="746"/>
                </a:lnTo>
                <a:lnTo>
                  <a:pt x="246" y="747"/>
                </a:lnTo>
                <a:lnTo>
                  <a:pt x="247" y="748"/>
                </a:lnTo>
                <a:lnTo>
                  <a:pt x="247" y="749"/>
                </a:lnTo>
                <a:lnTo>
                  <a:pt x="246" y="749"/>
                </a:lnTo>
                <a:lnTo>
                  <a:pt x="245" y="750"/>
                </a:lnTo>
                <a:lnTo>
                  <a:pt x="244" y="750"/>
                </a:lnTo>
                <a:lnTo>
                  <a:pt x="244" y="751"/>
                </a:lnTo>
                <a:lnTo>
                  <a:pt x="243" y="751"/>
                </a:lnTo>
                <a:lnTo>
                  <a:pt x="243" y="752"/>
                </a:lnTo>
                <a:lnTo>
                  <a:pt x="241" y="752"/>
                </a:lnTo>
                <a:lnTo>
                  <a:pt x="241" y="753"/>
                </a:lnTo>
                <a:lnTo>
                  <a:pt x="241" y="752"/>
                </a:lnTo>
                <a:lnTo>
                  <a:pt x="241" y="753"/>
                </a:lnTo>
                <a:lnTo>
                  <a:pt x="240" y="753"/>
                </a:lnTo>
                <a:lnTo>
                  <a:pt x="239" y="753"/>
                </a:lnTo>
                <a:lnTo>
                  <a:pt x="238" y="753"/>
                </a:lnTo>
                <a:lnTo>
                  <a:pt x="238" y="755"/>
                </a:lnTo>
                <a:lnTo>
                  <a:pt x="238" y="756"/>
                </a:lnTo>
                <a:lnTo>
                  <a:pt x="239" y="756"/>
                </a:lnTo>
                <a:lnTo>
                  <a:pt x="239" y="757"/>
                </a:lnTo>
                <a:lnTo>
                  <a:pt x="238" y="757"/>
                </a:lnTo>
                <a:lnTo>
                  <a:pt x="238" y="758"/>
                </a:lnTo>
                <a:lnTo>
                  <a:pt x="238" y="759"/>
                </a:lnTo>
                <a:lnTo>
                  <a:pt x="237" y="760"/>
                </a:lnTo>
                <a:lnTo>
                  <a:pt x="237" y="761"/>
                </a:lnTo>
                <a:lnTo>
                  <a:pt x="236" y="761"/>
                </a:lnTo>
                <a:lnTo>
                  <a:pt x="236" y="762"/>
                </a:lnTo>
                <a:lnTo>
                  <a:pt x="236" y="761"/>
                </a:lnTo>
                <a:lnTo>
                  <a:pt x="237" y="761"/>
                </a:lnTo>
                <a:lnTo>
                  <a:pt x="237" y="762"/>
                </a:lnTo>
                <a:lnTo>
                  <a:pt x="238" y="763"/>
                </a:lnTo>
                <a:lnTo>
                  <a:pt x="238" y="764"/>
                </a:lnTo>
                <a:lnTo>
                  <a:pt x="239" y="764"/>
                </a:lnTo>
                <a:lnTo>
                  <a:pt x="239" y="765"/>
                </a:lnTo>
                <a:lnTo>
                  <a:pt x="238" y="766"/>
                </a:lnTo>
                <a:lnTo>
                  <a:pt x="238" y="767"/>
                </a:lnTo>
                <a:lnTo>
                  <a:pt x="237" y="767"/>
                </a:lnTo>
                <a:lnTo>
                  <a:pt x="236" y="767"/>
                </a:lnTo>
                <a:lnTo>
                  <a:pt x="235" y="767"/>
                </a:lnTo>
                <a:lnTo>
                  <a:pt x="234" y="767"/>
                </a:lnTo>
                <a:lnTo>
                  <a:pt x="234" y="768"/>
                </a:lnTo>
                <a:lnTo>
                  <a:pt x="233" y="768"/>
                </a:lnTo>
                <a:lnTo>
                  <a:pt x="232" y="768"/>
                </a:lnTo>
                <a:lnTo>
                  <a:pt x="232" y="767"/>
                </a:lnTo>
                <a:lnTo>
                  <a:pt x="231" y="768"/>
                </a:lnTo>
                <a:lnTo>
                  <a:pt x="231" y="769"/>
                </a:lnTo>
                <a:lnTo>
                  <a:pt x="230" y="769"/>
                </a:lnTo>
                <a:lnTo>
                  <a:pt x="229" y="769"/>
                </a:lnTo>
                <a:lnTo>
                  <a:pt x="229" y="768"/>
                </a:lnTo>
                <a:lnTo>
                  <a:pt x="228" y="768"/>
                </a:lnTo>
                <a:lnTo>
                  <a:pt x="228" y="767"/>
                </a:lnTo>
                <a:lnTo>
                  <a:pt x="228" y="766"/>
                </a:lnTo>
                <a:lnTo>
                  <a:pt x="228" y="765"/>
                </a:lnTo>
                <a:lnTo>
                  <a:pt x="228" y="764"/>
                </a:lnTo>
                <a:lnTo>
                  <a:pt x="227" y="764"/>
                </a:lnTo>
                <a:lnTo>
                  <a:pt x="226" y="764"/>
                </a:lnTo>
                <a:lnTo>
                  <a:pt x="225" y="764"/>
                </a:lnTo>
                <a:lnTo>
                  <a:pt x="224" y="764"/>
                </a:lnTo>
                <a:lnTo>
                  <a:pt x="223" y="764"/>
                </a:lnTo>
                <a:lnTo>
                  <a:pt x="223" y="763"/>
                </a:lnTo>
                <a:lnTo>
                  <a:pt x="222" y="763"/>
                </a:lnTo>
                <a:lnTo>
                  <a:pt x="221" y="763"/>
                </a:lnTo>
                <a:lnTo>
                  <a:pt x="221" y="762"/>
                </a:lnTo>
                <a:lnTo>
                  <a:pt x="220" y="762"/>
                </a:lnTo>
                <a:lnTo>
                  <a:pt x="219" y="762"/>
                </a:lnTo>
                <a:lnTo>
                  <a:pt x="219" y="763"/>
                </a:lnTo>
                <a:lnTo>
                  <a:pt x="218" y="763"/>
                </a:lnTo>
                <a:lnTo>
                  <a:pt x="218" y="762"/>
                </a:lnTo>
                <a:lnTo>
                  <a:pt x="218" y="763"/>
                </a:lnTo>
                <a:lnTo>
                  <a:pt x="217" y="763"/>
                </a:lnTo>
                <a:lnTo>
                  <a:pt x="216" y="763"/>
                </a:lnTo>
                <a:lnTo>
                  <a:pt x="215" y="763"/>
                </a:lnTo>
                <a:lnTo>
                  <a:pt x="214" y="763"/>
                </a:lnTo>
                <a:lnTo>
                  <a:pt x="214" y="764"/>
                </a:lnTo>
                <a:lnTo>
                  <a:pt x="214" y="765"/>
                </a:lnTo>
                <a:lnTo>
                  <a:pt x="213" y="765"/>
                </a:lnTo>
                <a:lnTo>
                  <a:pt x="213" y="766"/>
                </a:lnTo>
                <a:lnTo>
                  <a:pt x="213" y="767"/>
                </a:lnTo>
                <a:lnTo>
                  <a:pt x="212" y="767"/>
                </a:lnTo>
                <a:lnTo>
                  <a:pt x="211" y="767"/>
                </a:lnTo>
                <a:lnTo>
                  <a:pt x="210" y="767"/>
                </a:lnTo>
                <a:lnTo>
                  <a:pt x="209" y="767"/>
                </a:lnTo>
                <a:lnTo>
                  <a:pt x="208" y="767"/>
                </a:lnTo>
                <a:lnTo>
                  <a:pt x="207" y="767"/>
                </a:lnTo>
                <a:lnTo>
                  <a:pt x="206" y="767"/>
                </a:lnTo>
                <a:lnTo>
                  <a:pt x="206" y="766"/>
                </a:lnTo>
                <a:lnTo>
                  <a:pt x="207" y="766"/>
                </a:lnTo>
                <a:lnTo>
                  <a:pt x="207" y="765"/>
                </a:lnTo>
                <a:lnTo>
                  <a:pt x="206" y="765"/>
                </a:lnTo>
                <a:lnTo>
                  <a:pt x="206" y="764"/>
                </a:lnTo>
                <a:lnTo>
                  <a:pt x="206" y="765"/>
                </a:lnTo>
                <a:lnTo>
                  <a:pt x="205" y="765"/>
                </a:lnTo>
                <a:lnTo>
                  <a:pt x="204" y="765"/>
                </a:lnTo>
                <a:lnTo>
                  <a:pt x="204" y="764"/>
                </a:lnTo>
                <a:lnTo>
                  <a:pt x="204" y="765"/>
                </a:lnTo>
                <a:lnTo>
                  <a:pt x="203" y="765"/>
                </a:lnTo>
                <a:lnTo>
                  <a:pt x="203" y="766"/>
                </a:lnTo>
                <a:lnTo>
                  <a:pt x="204" y="767"/>
                </a:lnTo>
                <a:lnTo>
                  <a:pt x="205" y="767"/>
                </a:lnTo>
                <a:lnTo>
                  <a:pt x="205" y="768"/>
                </a:lnTo>
                <a:lnTo>
                  <a:pt x="204" y="769"/>
                </a:lnTo>
                <a:lnTo>
                  <a:pt x="204" y="770"/>
                </a:lnTo>
                <a:lnTo>
                  <a:pt x="203" y="770"/>
                </a:lnTo>
                <a:lnTo>
                  <a:pt x="202" y="770"/>
                </a:lnTo>
                <a:lnTo>
                  <a:pt x="202" y="769"/>
                </a:lnTo>
                <a:lnTo>
                  <a:pt x="201" y="769"/>
                </a:lnTo>
                <a:lnTo>
                  <a:pt x="200" y="769"/>
                </a:lnTo>
                <a:lnTo>
                  <a:pt x="200" y="770"/>
                </a:lnTo>
                <a:lnTo>
                  <a:pt x="200" y="771"/>
                </a:lnTo>
                <a:lnTo>
                  <a:pt x="201" y="771"/>
                </a:lnTo>
                <a:lnTo>
                  <a:pt x="202" y="771"/>
                </a:lnTo>
                <a:lnTo>
                  <a:pt x="202" y="772"/>
                </a:lnTo>
                <a:lnTo>
                  <a:pt x="202" y="773"/>
                </a:lnTo>
                <a:lnTo>
                  <a:pt x="202" y="774"/>
                </a:lnTo>
                <a:lnTo>
                  <a:pt x="201" y="775"/>
                </a:lnTo>
                <a:lnTo>
                  <a:pt x="201" y="776"/>
                </a:lnTo>
                <a:lnTo>
                  <a:pt x="201" y="777"/>
                </a:lnTo>
                <a:lnTo>
                  <a:pt x="200" y="777"/>
                </a:lnTo>
                <a:lnTo>
                  <a:pt x="200" y="778"/>
                </a:lnTo>
                <a:lnTo>
                  <a:pt x="200" y="779"/>
                </a:lnTo>
                <a:lnTo>
                  <a:pt x="200" y="780"/>
                </a:lnTo>
                <a:lnTo>
                  <a:pt x="199" y="780"/>
                </a:lnTo>
                <a:lnTo>
                  <a:pt x="198" y="780"/>
                </a:lnTo>
                <a:lnTo>
                  <a:pt x="197" y="780"/>
                </a:lnTo>
                <a:lnTo>
                  <a:pt x="197" y="779"/>
                </a:lnTo>
                <a:lnTo>
                  <a:pt x="196" y="779"/>
                </a:lnTo>
                <a:lnTo>
                  <a:pt x="196" y="778"/>
                </a:lnTo>
                <a:lnTo>
                  <a:pt x="195" y="779"/>
                </a:lnTo>
                <a:lnTo>
                  <a:pt x="195" y="780"/>
                </a:lnTo>
                <a:lnTo>
                  <a:pt x="194" y="780"/>
                </a:lnTo>
                <a:lnTo>
                  <a:pt x="194" y="782"/>
                </a:lnTo>
                <a:lnTo>
                  <a:pt x="194" y="783"/>
                </a:lnTo>
                <a:lnTo>
                  <a:pt x="194" y="784"/>
                </a:lnTo>
                <a:lnTo>
                  <a:pt x="194" y="785"/>
                </a:lnTo>
                <a:lnTo>
                  <a:pt x="195" y="786"/>
                </a:lnTo>
                <a:lnTo>
                  <a:pt x="195" y="787"/>
                </a:lnTo>
                <a:lnTo>
                  <a:pt x="196" y="787"/>
                </a:lnTo>
                <a:lnTo>
                  <a:pt x="196" y="788"/>
                </a:lnTo>
                <a:lnTo>
                  <a:pt x="195" y="788"/>
                </a:lnTo>
                <a:lnTo>
                  <a:pt x="194" y="788"/>
                </a:lnTo>
                <a:lnTo>
                  <a:pt x="194" y="787"/>
                </a:lnTo>
                <a:lnTo>
                  <a:pt x="193" y="787"/>
                </a:lnTo>
                <a:lnTo>
                  <a:pt x="192" y="787"/>
                </a:lnTo>
                <a:lnTo>
                  <a:pt x="192" y="785"/>
                </a:lnTo>
                <a:lnTo>
                  <a:pt x="191" y="785"/>
                </a:lnTo>
                <a:lnTo>
                  <a:pt x="190" y="785"/>
                </a:lnTo>
                <a:lnTo>
                  <a:pt x="189" y="785"/>
                </a:lnTo>
                <a:lnTo>
                  <a:pt x="189" y="786"/>
                </a:lnTo>
                <a:lnTo>
                  <a:pt x="189" y="787"/>
                </a:lnTo>
                <a:lnTo>
                  <a:pt x="190" y="787"/>
                </a:lnTo>
                <a:lnTo>
                  <a:pt x="190" y="788"/>
                </a:lnTo>
                <a:lnTo>
                  <a:pt x="190" y="789"/>
                </a:lnTo>
                <a:lnTo>
                  <a:pt x="190" y="790"/>
                </a:lnTo>
                <a:lnTo>
                  <a:pt x="190" y="791"/>
                </a:lnTo>
                <a:lnTo>
                  <a:pt x="191" y="791"/>
                </a:lnTo>
                <a:lnTo>
                  <a:pt x="191" y="792"/>
                </a:lnTo>
                <a:lnTo>
                  <a:pt x="191" y="793"/>
                </a:lnTo>
                <a:lnTo>
                  <a:pt x="190" y="793"/>
                </a:lnTo>
                <a:lnTo>
                  <a:pt x="189" y="793"/>
                </a:lnTo>
                <a:lnTo>
                  <a:pt x="188" y="792"/>
                </a:lnTo>
                <a:lnTo>
                  <a:pt x="187" y="792"/>
                </a:lnTo>
                <a:lnTo>
                  <a:pt x="186" y="793"/>
                </a:lnTo>
                <a:lnTo>
                  <a:pt x="186" y="794"/>
                </a:lnTo>
                <a:lnTo>
                  <a:pt x="187" y="794"/>
                </a:lnTo>
                <a:lnTo>
                  <a:pt x="187" y="796"/>
                </a:lnTo>
                <a:lnTo>
                  <a:pt x="186" y="796"/>
                </a:lnTo>
                <a:lnTo>
                  <a:pt x="186" y="797"/>
                </a:lnTo>
                <a:lnTo>
                  <a:pt x="186" y="798"/>
                </a:lnTo>
                <a:lnTo>
                  <a:pt x="186" y="799"/>
                </a:lnTo>
                <a:lnTo>
                  <a:pt x="186" y="800"/>
                </a:lnTo>
                <a:lnTo>
                  <a:pt x="187" y="800"/>
                </a:lnTo>
                <a:lnTo>
                  <a:pt x="188" y="801"/>
                </a:lnTo>
                <a:lnTo>
                  <a:pt x="188" y="802"/>
                </a:lnTo>
                <a:lnTo>
                  <a:pt x="187" y="802"/>
                </a:lnTo>
                <a:lnTo>
                  <a:pt x="186" y="802"/>
                </a:lnTo>
                <a:lnTo>
                  <a:pt x="185" y="802"/>
                </a:lnTo>
                <a:lnTo>
                  <a:pt x="185" y="803"/>
                </a:lnTo>
                <a:lnTo>
                  <a:pt x="186" y="803"/>
                </a:lnTo>
                <a:lnTo>
                  <a:pt x="186" y="805"/>
                </a:lnTo>
                <a:lnTo>
                  <a:pt x="185" y="804"/>
                </a:lnTo>
                <a:lnTo>
                  <a:pt x="184" y="804"/>
                </a:lnTo>
                <a:lnTo>
                  <a:pt x="183" y="804"/>
                </a:lnTo>
                <a:lnTo>
                  <a:pt x="183" y="805"/>
                </a:lnTo>
                <a:lnTo>
                  <a:pt x="182" y="806"/>
                </a:lnTo>
                <a:lnTo>
                  <a:pt x="181" y="807"/>
                </a:lnTo>
                <a:lnTo>
                  <a:pt x="180" y="807"/>
                </a:lnTo>
                <a:lnTo>
                  <a:pt x="180" y="808"/>
                </a:lnTo>
                <a:lnTo>
                  <a:pt x="180" y="809"/>
                </a:lnTo>
                <a:lnTo>
                  <a:pt x="179" y="810"/>
                </a:lnTo>
                <a:lnTo>
                  <a:pt x="180" y="810"/>
                </a:lnTo>
                <a:lnTo>
                  <a:pt x="181" y="811"/>
                </a:lnTo>
                <a:lnTo>
                  <a:pt x="182" y="812"/>
                </a:lnTo>
                <a:lnTo>
                  <a:pt x="182" y="813"/>
                </a:lnTo>
                <a:lnTo>
                  <a:pt x="183" y="813"/>
                </a:lnTo>
                <a:lnTo>
                  <a:pt x="183" y="814"/>
                </a:lnTo>
                <a:lnTo>
                  <a:pt x="182" y="815"/>
                </a:lnTo>
                <a:lnTo>
                  <a:pt x="182" y="816"/>
                </a:lnTo>
                <a:lnTo>
                  <a:pt x="183" y="816"/>
                </a:lnTo>
                <a:lnTo>
                  <a:pt x="184" y="817"/>
                </a:lnTo>
                <a:lnTo>
                  <a:pt x="184" y="818"/>
                </a:lnTo>
                <a:lnTo>
                  <a:pt x="183" y="817"/>
                </a:lnTo>
                <a:lnTo>
                  <a:pt x="182" y="817"/>
                </a:lnTo>
                <a:lnTo>
                  <a:pt x="181" y="817"/>
                </a:lnTo>
                <a:lnTo>
                  <a:pt x="181" y="816"/>
                </a:lnTo>
                <a:lnTo>
                  <a:pt x="180" y="816"/>
                </a:lnTo>
                <a:lnTo>
                  <a:pt x="179" y="816"/>
                </a:lnTo>
                <a:lnTo>
                  <a:pt x="177" y="817"/>
                </a:lnTo>
                <a:lnTo>
                  <a:pt x="176" y="817"/>
                </a:lnTo>
                <a:lnTo>
                  <a:pt x="176" y="818"/>
                </a:lnTo>
                <a:lnTo>
                  <a:pt x="175" y="819"/>
                </a:lnTo>
                <a:lnTo>
                  <a:pt x="175" y="820"/>
                </a:lnTo>
                <a:lnTo>
                  <a:pt x="174" y="820"/>
                </a:lnTo>
                <a:lnTo>
                  <a:pt x="175" y="820"/>
                </a:lnTo>
                <a:lnTo>
                  <a:pt x="175" y="821"/>
                </a:lnTo>
                <a:lnTo>
                  <a:pt x="175" y="822"/>
                </a:lnTo>
                <a:lnTo>
                  <a:pt x="176" y="822"/>
                </a:lnTo>
                <a:lnTo>
                  <a:pt x="176" y="823"/>
                </a:lnTo>
                <a:lnTo>
                  <a:pt x="176" y="824"/>
                </a:lnTo>
                <a:lnTo>
                  <a:pt x="175" y="824"/>
                </a:lnTo>
                <a:lnTo>
                  <a:pt x="175" y="825"/>
                </a:lnTo>
                <a:lnTo>
                  <a:pt x="174" y="825"/>
                </a:lnTo>
                <a:lnTo>
                  <a:pt x="174" y="826"/>
                </a:lnTo>
                <a:lnTo>
                  <a:pt x="174" y="827"/>
                </a:lnTo>
                <a:lnTo>
                  <a:pt x="175" y="827"/>
                </a:lnTo>
                <a:lnTo>
                  <a:pt x="176" y="827"/>
                </a:lnTo>
                <a:lnTo>
                  <a:pt x="176" y="828"/>
                </a:lnTo>
                <a:lnTo>
                  <a:pt x="176" y="829"/>
                </a:lnTo>
                <a:lnTo>
                  <a:pt x="175" y="830"/>
                </a:lnTo>
                <a:lnTo>
                  <a:pt x="175" y="831"/>
                </a:lnTo>
                <a:lnTo>
                  <a:pt x="176" y="831"/>
                </a:lnTo>
                <a:lnTo>
                  <a:pt x="176" y="832"/>
                </a:lnTo>
                <a:lnTo>
                  <a:pt x="177" y="832"/>
                </a:lnTo>
                <a:lnTo>
                  <a:pt x="178" y="832"/>
                </a:lnTo>
                <a:lnTo>
                  <a:pt x="178" y="833"/>
                </a:lnTo>
                <a:lnTo>
                  <a:pt x="179" y="834"/>
                </a:lnTo>
                <a:lnTo>
                  <a:pt x="179" y="835"/>
                </a:lnTo>
                <a:lnTo>
                  <a:pt x="178" y="835"/>
                </a:lnTo>
                <a:lnTo>
                  <a:pt x="178" y="836"/>
                </a:lnTo>
                <a:lnTo>
                  <a:pt x="177" y="837"/>
                </a:lnTo>
                <a:lnTo>
                  <a:pt x="177" y="838"/>
                </a:lnTo>
                <a:lnTo>
                  <a:pt x="176" y="838"/>
                </a:lnTo>
                <a:lnTo>
                  <a:pt x="176" y="839"/>
                </a:lnTo>
                <a:lnTo>
                  <a:pt x="175" y="839"/>
                </a:lnTo>
                <a:lnTo>
                  <a:pt x="175" y="840"/>
                </a:lnTo>
                <a:lnTo>
                  <a:pt x="174" y="840"/>
                </a:lnTo>
                <a:lnTo>
                  <a:pt x="174" y="841"/>
                </a:lnTo>
                <a:lnTo>
                  <a:pt x="173" y="841"/>
                </a:lnTo>
                <a:lnTo>
                  <a:pt x="173" y="842"/>
                </a:lnTo>
                <a:lnTo>
                  <a:pt x="172" y="842"/>
                </a:lnTo>
                <a:lnTo>
                  <a:pt x="172" y="843"/>
                </a:lnTo>
                <a:lnTo>
                  <a:pt x="171" y="843"/>
                </a:lnTo>
                <a:lnTo>
                  <a:pt x="171" y="844"/>
                </a:lnTo>
                <a:lnTo>
                  <a:pt x="170" y="844"/>
                </a:lnTo>
                <a:lnTo>
                  <a:pt x="169" y="845"/>
                </a:lnTo>
                <a:lnTo>
                  <a:pt x="169" y="844"/>
                </a:lnTo>
                <a:lnTo>
                  <a:pt x="168" y="844"/>
                </a:lnTo>
                <a:lnTo>
                  <a:pt x="168" y="845"/>
                </a:lnTo>
                <a:lnTo>
                  <a:pt x="167" y="845"/>
                </a:lnTo>
                <a:lnTo>
                  <a:pt x="166" y="845"/>
                </a:lnTo>
                <a:lnTo>
                  <a:pt x="166" y="846"/>
                </a:lnTo>
                <a:lnTo>
                  <a:pt x="166" y="847"/>
                </a:lnTo>
                <a:lnTo>
                  <a:pt x="166" y="848"/>
                </a:lnTo>
                <a:lnTo>
                  <a:pt x="165" y="848"/>
                </a:lnTo>
                <a:lnTo>
                  <a:pt x="164" y="848"/>
                </a:lnTo>
                <a:lnTo>
                  <a:pt x="163" y="849"/>
                </a:lnTo>
                <a:lnTo>
                  <a:pt x="163" y="850"/>
                </a:lnTo>
                <a:lnTo>
                  <a:pt x="163" y="851"/>
                </a:lnTo>
                <a:lnTo>
                  <a:pt x="164" y="851"/>
                </a:lnTo>
                <a:lnTo>
                  <a:pt x="163" y="851"/>
                </a:lnTo>
                <a:lnTo>
                  <a:pt x="163" y="852"/>
                </a:lnTo>
                <a:lnTo>
                  <a:pt x="164" y="852"/>
                </a:lnTo>
                <a:lnTo>
                  <a:pt x="164" y="853"/>
                </a:lnTo>
                <a:lnTo>
                  <a:pt x="165" y="853"/>
                </a:lnTo>
                <a:lnTo>
                  <a:pt x="165" y="854"/>
                </a:lnTo>
                <a:lnTo>
                  <a:pt x="165" y="855"/>
                </a:lnTo>
                <a:lnTo>
                  <a:pt x="165" y="856"/>
                </a:lnTo>
                <a:lnTo>
                  <a:pt x="165" y="857"/>
                </a:lnTo>
                <a:lnTo>
                  <a:pt x="166" y="857"/>
                </a:lnTo>
                <a:lnTo>
                  <a:pt x="166" y="858"/>
                </a:lnTo>
                <a:lnTo>
                  <a:pt x="165" y="858"/>
                </a:lnTo>
                <a:lnTo>
                  <a:pt x="165" y="859"/>
                </a:lnTo>
                <a:lnTo>
                  <a:pt x="165" y="860"/>
                </a:lnTo>
                <a:lnTo>
                  <a:pt x="164" y="860"/>
                </a:lnTo>
                <a:lnTo>
                  <a:pt x="164" y="861"/>
                </a:lnTo>
                <a:lnTo>
                  <a:pt x="163" y="861"/>
                </a:lnTo>
                <a:lnTo>
                  <a:pt x="163" y="862"/>
                </a:lnTo>
                <a:lnTo>
                  <a:pt x="163" y="863"/>
                </a:lnTo>
                <a:lnTo>
                  <a:pt x="164" y="863"/>
                </a:lnTo>
                <a:lnTo>
                  <a:pt x="164" y="864"/>
                </a:lnTo>
                <a:lnTo>
                  <a:pt x="163" y="864"/>
                </a:lnTo>
                <a:lnTo>
                  <a:pt x="163" y="865"/>
                </a:lnTo>
                <a:lnTo>
                  <a:pt x="164" y="866"/>
                </a:lnTo>
                <a:lnTo>
                  <a:pt x="164" y="867"/>
                </a:lnTo>
                <a:lnTo>
                  <a:pt x="165" y="867"/>
                </a:lnTo>
                <a:lnTo>
                  <a:pt x="166" y="867"/>
                </a:lnTo>
                <a:lnTo>
                  <a:pt x="166" y="868"/>
                </a:lnTo>
                <a:lnTo>
                  <a:pt x="166" y="869"/>
                </a:lnTo>
                <a:lnTo>
                  <a:pt x="166" y="870"/>
                </a:lnTo>
                <a:lnTo>
                  <a:pt x="165" y="870"/>
                </a:lnTo>
                <a:lnTo>
                  <a:pt x="164" y="870"/>
                </a:lnTo>
                <a:lnTo>
                  <a:pt x="163" y="870"/>
                </a:lnTo>
                <a:lnTo>
                  <a:pt x="162" y="870"/>
                </a:lnTo>
                <a:lnTo>
                  <a:pt x="161" y="871"/>
                </a:lnTo>
                <a:lnTo>
                  <a:pt x="161" y="872"/>
                </a:lnTo>
                <a:lnTo>
                  <a:pt x="160" y="872"/>
                </a:lnTo>
                <a:lnTo>
                  <a:pt x="159" y="872"/>
                </a:lnTo>
                <a:lnTo>
                  <a:pt x="158" y="872"/>
                </a:lnTo>
                <a:lnTo>
                  <a:pt x="157" y="871"/>
                </a:lnTo>
                <a:lnTo>
                  <a:pt x="157" y="869"/>
                </a:lnTo>
                <a:lnTo>
                  <a:pt x="156" y="868"/>
                </a:lnTo>
                <a:lnTo>
                  <a:pt x="156" y="867"/>
                </a:lnTo>
                <a:lnTo>
                  <a:pt x="156" y="866"/>
                </a:lnTo>
                <a:lnTo>
                  <a:pt x="156" y="865"/>
                </a:lnTo>
                <a:lnTo>
                  <a:pt x="154" y="865"/>
                </a:lnTo>
                <a:lnTo>
                  <a:pt x="154" y="866"/>
                </a:lnTo>
                <a:lnTo>
                  <a:pt x="153" y="865"/>
                </a:lnTo>
                <a:lnTo>
                  <a:pt x="153" y="864"/>
                </a:lnTo>
                <a:lnTo>
                  <a:pt x="152" y="864"/>
                </a:lnTo>
                <a:lnTo>
                  <a:pt x="151" y="863"/>
                </a:lnTo>
                <a:lnTo>
                  <a:pt x="151" y="862"/>
                </a:lnTo>
                <a:lnTo>
                  <a:pt x="149" y="862"/>
                </a:lnTo>
                <a:lnTo>
                  <a:pt x="149" y="861"/>
                </a:lnTo>
                <a:lnTo>
                  <a:pt x="148" y="861"/>
                </a:lnTo>
                <a:lnTo>
                  <a:pt x="148" y="860"/>
                </a:lnTo>
                <a:lnTo>
                  <a:pt x="147" y="860"/>
                </a:lnTo>
                <a:lnTo>
                  <a:pt x="147" y="859"/>
                </a:lnTo>
                <a:lnTo>
                  <a:pt x="146" y="859"/>
                </a:lnTo>
                <a:lnTo>
                  <a:pt x="145" y="859"/>
                </a:lnTo>
                <a:lnTo>
                  <a:pt x="144" y="860"/>
                </a:lnTo>
                <a:lnTo>
                  <a:pt x="145" y="860"/>
                </a:lnTo>
                <a:lnTo>
                  <a:pt x="145" y="861"/>
                </a:lnTo>
                <a:lnTo>
                  <a:pt x="144" y="862"/>
                </a:lnTo>
                <a:lnTo>
                  <a:pt x="142" y="862"/>
                </a:lnTo>
                <a:lnTo>
                  <a:pt x="142" y="861"/>
                </a:lnTo>
                <a:lnTo>
                  <a:pt x="141" y="861"/>
                </a:lnTo>
                <a:lnTo>
                  <a:pt x="140" y="861"/>
                </a:lnTo>
                <a:lnTo>
                  <a:pt x="140" y="860"/>
                </a:lnTo>
                <a:lnTo>
                  <a:pt x="138" y="857"/>
                </a:lnTo>
                <a:lnTo>
                  <a:pt x="138" y="856"/>
                </a:lnTo>
                <a:lnTo>
                  <a:pt x="137" y="856"/>
                </a:lnTo>
                <a:lnTo>
                  <a:pt x="137" y="855"/>
                </a:lnTo>
                <a:lnTo>
                  <a:pt x="137" y="854"/>
                </a:lnTo>
                <a:lnTo>
                  <a:pt x="136" y="854"/>
                </a:lnTo>
                <a:lnTo>
                  <a:pt x="136" y="852"/>
                </a:lnTo>
                <a:lnTo>
                  <a:pt x="136" y="850"/>
                </a:lnTo>
                <a:lnTo>
                  <a:pt x="137" y="848"/>
                </a:lnTo>
                <a:lnTo>
                  <a:pt x="136" y="848"/>
                </a:lnTo>
                <a:lnTo>
                  <a:pt x="137" y="847"/>
                </a:lnTo>
                <a:lnTo>
                  <a:pt x="138" y="846"/>
                </a:lnTo>
                <a:lnTo>
                  <a:pt x="139" y="844"/>
                </a:lnTo>
                <a:lnTo>
                  <a:pt x="140" y="842"/>
                </a:lnTo>
                <a:lnTo>
                  <a:pt x="141" y="842"/>
                </a:lnTo>
                <a:lnTo>
                  <a:pt x="141" y="841"/>
                </a:lnTo>
                <a:lnTo>
                  <a:pt x="140" y="840"/>
                </a:lnTo>
                <a:lnTo>
                  <a:pt x="139" y="839"/>
                </a:lnTo>
                <a:lnTo>
                  <a:pt x="138" y="839"/>
                </a:lnTo>
                <a:lnTo>
                  <a:pt x="138" y="838"/>
                </a:lnTo>
                <a:lnTo>
                  <a:pt x="137" y="838"/>
                </a:lnTo>
                <a:lnTo>
                  <a:pt x="137" y="837"/>
                </a:lnTo>
                <a:lnTo>
                  <a:pt x="136" y="837"/>
                </a:lnTo>
                <a:lnTo>
                  <a:pt x="136" y="838"/>
                </a:lnTo>
                <a:lnTo>
                  <a:pt x="135" y="837"/>
                </a:lnTo>
                <a:lnTo>
                  <a:pt x="134" y="837"/>
                </a:lnTo>
                <a:lnTo>
                  <a:pt x="134" y="836"/>
                </a:lnTo>
                <a:lnTo>
                  <a:pt x="135" y="834"/>
                </a:lnTo>
                <a:lnTo>
                  <a:pt x="135" y="833"/>
                </a:lnTo>
                <a:lnTo>
                  <a:pt x="136" y="832"/>
                </a:lnTo>
                <a:lnTo>
                  <a:pt x="135" y="832"/>
                </a:lnTo>
                <a:lnTo>
                  <a:pt x="134" y="831"/>
                </a:lnTo>
                <a:lnTo>
                  <a:pt x="135" y="829"/>
                </a:lnTo>
                <a:lnTo>
                  <a:pt x="135" y="828"/>
                </a:lnTo>
                <a:lnTo>
                  <a:pt x="136" y="828"/>
                </a:lnTo>
                <a:lnTo>
                  <a:pt x="135" y="827"/>
                </a:lnTo>
                <a:lnTo>
                  <a:pt x="135" y="826"/>
                </a:lnTo>
                <a:lnTo>
                  <a:pt x="135" y="825"/>
                </a:lnTo>
                <a:lnTo>
                  <a:pt x="135" y="824"/>
                </a:lnTo>
                <a:lnTo>
                  <a:pt x="135" y="823"/>
                </a:lnTo>
                <a:lnTo>
                  <a:pt x="135" y="822"/>
                </a:lnTo>
                <a:lnTo>
                  <a:pt x="134" y="822"/>
                </a:lnTo>
                <a:lnTo>
                  <a:pt x="134" y="821"/>
                </a:lnTo>
                <a:lnTo>
                  <a:pt x="133" y="820"/>
                </a:lnTo>
                <a:lnTo>
                  <a:pt x="132" y="820"/>
                </a:lnTo>
                <a:lnTo>
                  <a:pt x="132" y="819"/>
                </a:lnTo>
                <a:lnTo>
                  <a:pt x="131" y="818"/>
                </a:lnTo>
                <a:lnTo>
                  <a:pt x="130" y="817"/>
                </a:lnTo>
                <a:lnTo>
                  <a:pt x="129" y="817"/>
                </a:lnTo>
                <a:lnTo>
                  <a:pt x="128" y="816"/>
                </a:lnTo>
                <a:lnTo>
                  <a:pt x="127" y="815"/>
                </a:lnTo>
                <a:lnTo>
                  <a:pt x="125" y="814"/>
                </a:lnTo>
                <a:lnTo>
                  <a:pt x="124" y="814"/>
                </a:lnTo>
                <a:lnTo>
                  <a:pt x="124" y="815"/>
                </a:lnTo>
                <a:lnTo>
                  <a:pt x="123" y="815"/>
                </a:lnTo>
                <a:lnTo>
                  <a:pt x="123" y="816"/>
                </a:lnTo>
                <a:lnTo>
                  <a:pt x="122" y="818"/>
                </a:lnTo>
                <a:lnTo>
                  <a:pt x="121" y="819"/>
                </a:lnTo>
                <a:lnTo>
                  <a:pt x="120" y="818"/>
                </a:lnTo>
                <a:lnTo>
                  <a:pt x="120" y="819"/>
                </a:lnTo>
                <a:lnTo>
                  <a:pt x="121" y="821"/>
                </a:lnTo>
                <a:lnTo>
                  <a:pt x="121" y="823"/>
                </a:lnTo>
                <a:lnTo>
                  <a:pt x="120" y="823"/>
                </a:lnTo>
                <a:lnTo>
                  <a:pt x="118" y="823"/>
                </a:lnTo>
                <a:lnTo>
                  <a:pt x="117" y="823"/>
                </a:lnTo>
                <a:lnTo>
                  <a:pt x="116" y="823"/>
                </a:lnTo>
                <a:lnTo>
                  <a:pt x="115" y="823"/>
                </a:lnTo>
                <a:lnTo>
                  <a:pt x="115" y="822"/>
                </a:lnTo>
                <a:lnTo>
                  <a:pt x="115" y="823"/>
                </a:lnTo>
                <a:lnTo>
                  <a:pt x="114" y="825"/>
                </a:lnTo>
                <a:lnTo>
                  <a:pt x="114" y="824"/>
                </a:lnTo>
                <a:lnTo>
                  <a:pt x="113" y="824"/>
                </a:lnTo>
                <a:lnTo>
                  <a:pt x="113" y="825"/>
                </a:lnTo>
                <a:lnTo>
                  <a:pt x="113" y="827"/>
                </a:lnTo>
                <a:lnTo>
                  <a:pt x="113" y="828"/>
                </a:lnTo>
                <a:lnTo>
                  <a:pt x="113" y="829"/>
                </a:lnTo>
                <a:lnTo>
                  <a:pt x="112" y="829"/>
                </a:lnTo>
                <a:lnTo>
                  <a:pt x="110" y="830"/>
                </a:lnTo>
                <a:lnTo>
                  <a:pt x="109" y="830"/>
                </a:lnTo>
                <a:lnTo>
                  <a:pt x="108" y="829"/>
                </a:lnTo>
                <a:lnTo>
                  <a:pt x="107" y="829"/>
                </a:lnTo>
                <a:lnTo>
                  <a:pt x="106" y="830"/>
                </a:lnTo>
                <a:lnTo>
                  <a:pt x="105" y="830"/>
                </a:lnTo>
                <a:lnTo>
                  <a:pt x="104" y="830"/>
                </a:lnTo>
                <a:lnTo>
                  <a:pt x="101" y="831"/>
                </a:lnTo>
                <a:lnTo>
                  <a:pt x="101" y="830"/>
                </a:lnTo>
                <a:lnTo>
                  <a:pt x="100" y="829"/>
                </a:lnTo>
                <a:lnTo>
                  <a:pt x="101" y="829"/>
                </a:lnTo>
                <a:lnTo>
                  <a:pt x="101" y="828"/>
                </a:lnTo>
                <a:lnTo>
                  <a:pt x="101" y="827"/>
                </a:lnTo>
                <a:lnTo>
                  <a:pt x="101" y="826"/>
                </a:lnTo>
                <a:lnTo>
                  <a:pt x="102" y="826"/>
                </a:lnTo>
                <a:lnTo>
                  <a:pt x="102" y="825"/>
                </a:lnTo>
                <a:lnTo>
                  <a:pt x="102" y="824"/>
                </a:lnTo>
                <a:lnTo>
                  <a:pt x="103" y="822"/>
                </a:lnTo>
                <a:lnTo>
                  <a:pt x="103" y="820"/>
                </a:lnTo>
                <a:lnTo>
                  <a:pt x="103" y="819"/>
                </a:lnTo>
                <a:lnTo>
                  <a:pt x="103" y="818"/>
                </a:lnTo>
                <a:lnTo>
                  <a:pt x="103" y="817"/>
                </a:lnTo>
                <a:lnTo>
                  <a:pt x="103" y="815"/>
                </a:lnTo>
                <a:lnTo>
                  <a:pt x="104" y="814"/>
                </a:lnTo>
                <a:lnTo>
                  <a:pt x="105" y="813"/>
                </a:lnTo>
                <a:lnTo>
                  <a:pt x="104" y="813"/>
                </a:lnTo>
                <a:lnTo>
                  <a:pt x="104" y="812"/>
                </a:lnTo>
                <a:lnTo>
                  <a:pt x="103" y="811"/>
                </a:lnTo>
                <a:lnTo>
                  <a:pt x="103" y="810"/>
                </a:lnTo>
                <a:lnTo>
                  <a:pt x="103" y="809"/>
                </a:lnTo>
                <a:lnTo>
                  <a:pt x="102" y="808"/>
                </a:lnTo>
                <a:lnTo>
                  <a:pt x="100" y="809"/>
                </a:lnTo>
                <a:lnTo>
                  <a:pt x="98" y="808"/>
                </a:lnTo>
                <a:lnTo>
                  <a:pt x="97" y="808"/>
                </a:lnTo>
                <a:lnTo>
                  <a:pt x="97" y="807"/>
                </a:lnTo>
                <a:lnTo>
                  <a:pt x="96" y="807"/>
                </a:lnTo>
                <a:lnTo>
                  <a:pt x="96" y="808"/>
                </a:lnTo>
                <a:lnTo>
                  <a:pt x="95" y="808"/>
                </a:lnTo>
                <a:lnTo>
                  <a:pt x="94" y="807"/>
                </a:lnTo>
                <a:lnTo>
                  <a:pt x="93" y="806"/>
                </a:lnTo>
                <a:lnTo>
                  <a:pt x="92" y="805"/>
                </a:lnTo>
                <a:lnTo>
                  <a:pt x="92" y="804"/>
                </a:lnTo>
                <a:lnTo>
                  <a:pt x="92" y="803"/>
                </a:lnTo>
                <a:lnTo>
                  <a:pt x="92" y="802"/>
                </a:lnTo>
                <a:lnTo>
                  <a:pt x="91" y="802"/>
                </a:lnTo>
                <a:lnTo>
                  <a:pt x="90" y="801"/>
                </a:lnTo>
                <a:lnTo>
                  <a:pt x="91" y="799"/>
                </a:lnTo>
                <a:lnTo>
                  <a:pt x="91" y="798"/>
                </a:lnTo>
                <a:lnTo>
                  <a:pt x="91" y="797"/>
                </a:lnTo>
                <a:lnTo>
                  <a:pt x="93" y="797"/>
                </a:lnTo>
                <a:lnTo>
                  <a:pt x="94" y="796"/>
                </a:lnTo>
                <a:lnTo>
                  <a:pt x="94" y="795"/>
                </a:lnTo>
                <a:lnTo>
                  <a:pt x="94" y="794"/>
                </a:lnTo>
                <a:lnTo>
                  <a:pt x="94" y="793"/>
                </a:lnTo>
                <a:lnTo>
                  <a:pt x="94" y="792"/>
                </a:lnTo>
                <a:lnTo>
                  <a:pt x="94" y="791"/>
                </a:lnTo>
                <a:lnTo>
                  <a:pt x="94" y="790"/>
                </a:lnTo>
                <a:lnTo>
                  <a:pt x="95" y="790"/>
                </a:lnTo>
                <a:lnTo>
                  <a:pt x="95" y="789"/>
                </a:lnTo>
                <a:lnTo>
                  <a:pt x="94" y="788"/>
                </a:lnTo>
                <a:lnTo>
                  <a:pt x="93" y="788"/>
                </a:lnTo>
                <a:lnTo>
                  <a:pt x="92" y="788"/>
                </a:lnTo>
                <a:lnTo>
                  <a:pt x="92" y="787"/>
                </a:lnTo>
                <a:lnTo>
                  <a:pt x="93" y="786"/>
                </a:lnTo>
                <a:lnTo>
                  <a:pt x="93" y="785"/>
                </a:lnTo>
                <a:lnTo>
                  <a:pt x="93" y="784"/>
                </a:lnTo>
                <a:lnTo>
                  <a:pt x="94" y="784"/>
                </a:lnTo>
                <a:lnTo>
                  <a:pt x="94" y="783"/>
                </a:lnTo>
                <a:lnTo>
                  <a:pt x="95" y="783"/>
                </a:lnTo>
                <a:lnTo>
                  <a:pt x="98" y="780"/>
                </a:lnTo>
                <a:lnTo>
                  <a:pt x="97" y="778"/>
                </a:lnTo>
                <a:lnTo>
                  <a:pt x="97" y="779"/>
                </a:lnTo>
                <a:lnTo>
                  <a:pt x="96" y="779"/>
                </a:lnTo>
                <a:lnTo>
                  <a:pt x="96" y="778"/>
                </a:lnTo>
                <a:lnTo>
                  <a:pt x="95" y="778"/>
                </a:lnTo>
                <a:lnTo>
                  <a:pt x="96" y="778"/>
                </a:lnTo>
                <a:lnTo>
                  <a:pt x="96" y="777"/>
                </a:lnTo>
                <a:lnTo>
                  <a:pt x="97" y="776"/>
                </a:lnTo>
                <a:lnTo>
                  <a:pt x="97" y="775"/>
                </a:lnTo>
                <a:lnTo>
                  <a:pt x="96" y="775"/>
                </a:lnTo>
                <a:lnTo>
                  <a:pt x="96" y="774"/>
                </a:lnTo>
                <a:lnTo>
                  <a:pt x="95" y="774"/>
                </a:lnTo>
                <a:lnTo>
                  <a:pt x="95" y="775"/>
                </a:lnTo>
                <a:lnTo>
                  <a:pt x="95" y="776"/>
                </a:lnTo>
                <a:lnTo>
                  <a:pt x="93" y="777"/>
                </a:lnTo>
                <a:lnTo>
                  <a:pt x="92" y="777"/>
                </a:lnTo>
                <a:lnTo>
                  <a:pt x="92" y="776"/>
                </a:lnTo>
                <a:lnTo>
                  <a:pt x="91" y="775"/>
                </a:lnTo>
                <a:lnTo>
                  <a:pt x="90" y="775"/>
                </a:lnTo>
                <a:lnTo>
                  <a:pt x="89" y="774"/>
                </a:lnTo>
                <a:lnTo>
                  <a:pt x="90" y="774"/>
                </a:lnTo>
                <a:lnTo>
                  <a:pt x="91" y="774"/>
                </a:lnTo>
                <a:lnTo>
                  <a:pt x="92" y="774"/>
                </a:lnTo>
                <a:lnTo>
                  <a:pt x="91" y="774"/>
                </a:lnTo>
                <a:lnTo>
                  <a:pt x="91" y="773"/>
                </a:lnTo>
                <a:lnTo>
                  <a:pt x="92" y="772"/>
                </a:lnTo>
                <a:lnTo>
                  <a:pt x="92" y="771"/>
                </a:lnTo>
                <a:lnTo>
                  <a:pt x="93" y="771"/>
                </a:lnTo>
                <a:lnTo>
                  <a:pt x="93" y="769"/>
                </a:lnTo>
                <a:lnTo>
                  <a:pt x="93" y="767"/>
                </a:lnTo>
                <a:lnTo>
                  <a:pt x="92" y="767"/>
                </a:lnTo>
                <a:lnTo>
                  <a:pt x="91" y="767"/>
                </a:lnTo>
                <a:lnTo>
                  <a:pt x="91" y="766"/>
                </a:lnTo>
                <a:lnTo>
                  <a:pt x="90" y="766"/>
                </a:lnTo>
                <a:lnTo>
                  <a:pt x="89" y="766"/>
                </a:lnTo>
                <a:lnTo>
                  <a:pt x="89" y="767"/>
                </a:lnTo>
                <a:lnTo>
                  <a:pt x="88" y="767"/>
                </a:lnTo>
                <a:lnTo>
                  <a:pt x="87" y="767"/>
                </a:lnTo>
                <a:lnTo>
                  <a:pt x="86" y="765"/>
                </a:lnTo>
                <a:lnTo>
                  <a:pt x="86" y="764"/>
                </a:lnTo>
                <a:lnTo>
                  <a:pt x="86" y="763"/>
                </a:lnTo>
                <a:lnTo>
                  <a:pt x="85" y="763"/>
                </a:lnTo>
                <a:lnTo>
                  <a:pt x="85" y="764"/>
                </a:lnTo>
                <a:lnTo>
                  <a:pt x="84" y="764"/>
                </a:lnTo>
                <a:lnTo>
                  <a:pt x="83" y="764"/>
                </a:lnTo>
                <a:lnTo>
                  <a:pt x="82" y="764"/>
                </a:lnTo>
                <a:lnTo>
                  <a:pt x="82" y="763"/>
                </a:lnTo>
                <a:lnTo>
                  <a:pt x="83" y="762"/>
                </a:lnTo>
                <a:lnTo>
                  <a:pt x="84" y="761"/>
                </a:lnTo>
                <a:lnTo>
                  <a:pt x="82" y="760"/>
                </a:lnTo>
                <a:lnTo>
                  <a:pt x="82" y="761"/>
                </a:lnTo>
                <a:lnTo>
                  <a:pt x="82" y="763"/>
                </a:lnTo>
                <a:lnTo>
                  <a:pt x="82" y="764"/>
                </a:lnTo>
                <a:lnTo>
                  <a:pt x="81" y="765"/>
                </a:lnTo>
                <a:lnTo>
                  <a:pt x="81" y="766"/>
                </a:lnTo>
                <a:lnTo>
                  <a:pt x="80" y="766"/>
                </a:lnTo>
                <a:lnTo>
                  <a:pt x="81" y="767"/>
                </a:lnTo>
                <a:lnTo>
                  <a:pt x="81" y="768"/>
                </a:lnTo>
                <a:lnTo>
                  <a:pt x="81" y="769"/>
                </a:lnTo>
                <a:lnTo>
                  <a:pt x="80" y="769"/>
                </a:lnTo>
                <a:lnTo>
                  <a:pt x="80" y="768"/>
                </a:lnTo>
                <a:lnTo>
                  <a:pt x="79" y="768"/>
                </a:lnTo>
                <a:lnTo>
                  <a:pt x="79" y="767"/>
                </a:lnTo>
                <a:lnTo>
                  <a:pt x="78" y="767"/>
                </a:lnTo>
                <a:lnTo>
                  <a:pt x="77" y="768"/>
                </a:lnTo>
                <a:lnTo>
                  <a:pt x="76" y="768"/>
                </a:lnTo>
                <a:lnTo>
                  <a:pt x="75" y="768"/>
                </a:lnTo>
                <a:lnTo>
                  <a:pt x="74" y="768"/>
                </a:lnTo>
                <a:lnTo>
                  <a:pt x="74" y="766"/>
                </a:lnTo>
                <a:lnTo>
                  <a:pt x="75" y="766"/>
                </a:lnTo>
                <a:lnTo>
                  <a:pt x="76" y="766"/>
                </a:lnTo>
                <a:lnTo>
                  <a:pt x="76" y="765"/>
                </a:lnTo>
                <a:lnTo>
                  <a:pt x="76" y="764"/>
                </a:lnTo>
                <a:lnTo>
                  <a:pt x="77" y="763"/>
                </a:lnTo>
                <a:lnTo>
                  <a:pt x="76" y="761"/>
                </a:lnTo>
                <a:lnTo>
                  <a:pt x="76" y="760"/>
                </a:lnTo>
                <a:lnTo>
                  <a:pt x="75" y="760"/>
                </a:lnTo>
                <a:lnTo>
                  <a:pt x="75" y="759"/>
                </a:lnTo>
                <a:lnTo>
                  <a:pt x="75" y="757"/>
                </a:lnTo>
                <a:lnTo>
                  <a:pt x="75" y="756"/>
                </a:lnTo>
                <a:lnTo>
                  <a:pt x="73" y="756"/>
                </a:lnTo>
                <a:lnTo>
                  <a:pt x="72" y="756"/>
                </a:lnTo>
                <a:lnTo>
                  <a:pt x="70" y="756"/>
                </a:lnTo>
                <a:lnTo>
                  <a:pt x="69" y="757"/>
                </a:lnTo>
                <a:lnTo>
                  <a:pt x="69" y="758"/>
                </a:lnTo>
                <a:lnTo>
                  <a:pt x="69" y="759"/>
                </a:lnTo>
                <a:lnTo>
                  <a:pt x="70" y="759"/>
                </a:lnTo>
                <a:lnTo>
                  <a:pt x="71" y="759"/>
                </a:lnTo>
                <a:lnTo>
                  <a:pt x="71" y="758"/>
                </a:lnTo>
                <a:lnTo>
                  <a:pt x="72" y="759"/>
                </a:lnTo>
                <a:lnTo>
                  <a:pt x="73" y="760"/>
                </a:lnTo>
                <a:lnTo>
                  <a:pt x="73" y="761"/>
                </a:lnTo>
                <a:lnTo>
                  <a:pt x="73" y="762"/>
                </a:lnTo>
                <a:lnTo>
                  <a:pt x="73" y="763"/>
                </a:lnTo>
                <a:lnTo>
                  <a:pt x="73" y="764"/>
                </a:lnTo>
                <a:lnTo>
                  <a:pt x="74" y="763"/>
                </a:lnTo>
                <a:lnTo>
                  <a:pt x="75" y="764"/>
                </a:lnTo>
                <a:lnTo>
                  <a:pt x="74" y="765"/>
                </a:lnTo>
                <a:lnTo>
                  <a:pt x="73" y="765"/>
                </a:lnTo>
                <a:lnTo>
                  <a:pt x="72" y="764"/>
                </a:lnTo>
                <a:lnTo>
                  <a:pt x="72" y="763"/>
                </a:lnTo>
                <a:lnTo>
                  <a:pt x="71" y="763"/>
                </a:lnTo>
                <a:lnTo>
                  <a:pt x="70" y="763"/>
                </a:lnTo>
                <a:lnTo>
                  <a:pt x="71" y="764"/>
                </a:lnTo>
                <a:lnTo>
                  <a:pt x="72" y="767"/>
                </a:lnTo>
                <a:lnTo>
                  <a:pt x="72" y="768"/>
                </a:lnTo>
                <a:lnTo>
                  <a:pt x="71" y="767"/>
                </a:lnTo>
                <a:lnTo>
                  <a:pt x="70" y="766"/>
                </a:lnTo>
                <a:lnTo>
                  <a:pt x="69" y="765"/>
                </a:lnTo>
                <a:lnTo>
                  <a:pt x="68" y="765"/>
                </a:lnTo>
                <a:lnTo>
                  <a:pt x="68" y="764"/>
                </a:lnTo>
                <a:lnTo>
                  <a:pt x="68" y="763"/>
                </a:lnTo>
                <a:lnTo>
                  <a:pt x="67" y="762"/>
                </a:lnTo>
                <a:lnTo>
                  <a:pt x="65" y="761"/>
                </a:lnTo>
                <a:lnTo>
                  <a:pt x="64" y="760"/>
                </a:lnTo>
                <a:lnTo>
                  <a:pt x="63" y="760"/>
                </a:lnTo>
                <a:lnTo>
                  <a:pt x="62" y="760"/>
                </a:lnTo>
                <a:lnTo>
                  <a:pt x="62" y="759"/>
                </a:lnTo>
                <a:lnTo>
                  <a:pt x="61" y="759"/>
                </a:lnTo>
                <a:lnTo>
                  <a:pt x="62" y="759"/>
                </a:lnTo>
                <a:lnTo>
                  <a:pt x="62" y="758"/>
                </a:lnTo>
                <a:lnTo>
                  <a:pt x="63" y="757"/>
                </a:lnTo>
                <a:lnTo>
                  <a:pt x="63" y="756"/>
                </a:lnTo>
                <a:lnTo>
                  <a:pt x="62" y="755"/>
                </a:lnTo>
                <a:lnTo>
                  <a:pt x="61" y="755"/>
                </a:lnTo>
                <a:lnTo>
                  <a:pt x="60" y="756"/>
                </a:lnTo>
                <a:lnTo>
                  <a:pt x="60" y="757"/>
                </a:lnTo>
                <a:lnTo>
                  <a:pt x="58" y="757"/>
                </a:lnTo>
                <a:lnTo>
                  <a:pt x="57" y="757"/>
                </a:lnTo>
                <a:lnTo>
                  <a:pt x="57" y="756"/>
                </a:lnTo>
                <a:lnTo>
                  <a:pt x="58" y="755"/>
                </a:lnTo>
                <a:lnTo>
                  <a:pt x="59" y="755"/>
                </a:lnTo>
                <a:lnTo>
                  <a:pt x="59" y="754"/>
                </a:lnTo>
                <a:lnTo>
                  <a:pt x="57" y="753"/>
                </a:lnTo>
                <a:lnTo>
                  <a:pt x="56" y="751"/>
                </a:lnTo>
                <a:lnTo>
                  <a:pt x="56" y="750"/>
                </a:lnTo>
                <a:lnTo>
                  <a:pt x="56" y="749"/>
                </a:lnTo>
                <a:lnTo>
                  <a:pt x="57" y="747"/>
                </a:lnTo>
                <a:lnTo>
                  <a:pt x="57" y="746"/>
                </a:lnTo>
                <a:lnTo>
                  <a:pt x="56" y="746"/>
                </a:lnTo>
                <a:lnTo>
                  <a:pt x="56" y="745"/>
                </a:lnTo>
                <a:lnTo>
                  <a:pt x="55" y="745"/>
                </a:lnTo>
                <a:lnTo>
                  <a:pt x="55" y="743"/>
                </a:lnTo>
                <a:lnTo>
                  <a:pt x="55" y="742"/>
                </a:lnTo>
                <a:lnTo>
                  <a:pt x="56" y="742"/>
                </a:lnTo>
                <a:lnTo>
                  <a:pt x="56" y="741"/>
                </a:lnTo>
                <a:lnTo>
                  <a:pt x="55" y="740"/>
                </a:lnTo>
                <a:lnTo>
                  <a:pt x="55" y="738"/>
                </a:lnTo>
                <a:lnTo>
                  <a:pt x="55" y="737"/>
                </a:lnTo>
                <a:lnTo>
                  <a:pt x="55" y="736"/>
                </a:lnTo>
                <a:lnTo>
                  <a:pt x="55" y="735"/>
                </a:lnTo>
                <a:lnTo>
                  <a:pt x="55" y="734"/>
                </a:lnTo>
                <a:lnTo>
                  <a:pt x="54" y="733"/>
                </a:lnTo>
                <a:lnTo>
                  <a:pt x="54" y="732"/>
                </a:lnTo>
                <a:lnTo>
                  <a:pt x="53" y="732"/>
                </a:lnTo>
                <a:lnTo>
                  <a:pt x="53" y="733"/>
                </a:lnTo>
                <a:lnTo>
                  <a:pt x="53" y="732"/>
                </a:lnTo>
                <a:lnTo>
                  <a:pt x="52" y="732"/>
                </a:lnTo>
                <a:lnTo>
                  <a:pt x="51" y="731"/>
                </a:lnTo>
                <a:lnTo>
                  <a:pt x="52" y="731"/>
                </a:lnTo>
                <a:lnTo>
                  <a:pt x="53" y="731"/>
                </a:lnTo>
                <a:lnTo>
                  <a:pt x="53" y="729"/>
                </a:lnTo>
                <a:lnTo>
                  <a:pt x="53" y="728"/>
                </a:lnTo>
                <a:lnTo>
                  <a:pt x="53" y="727"/>
                </a:lnTo>
                <a:lnTo>
                  <a:pt x="52" y="726"/>
                </a:lnTo>
                <a:lnTo>
                  <a:pt x="52" y="725"/>
                </a:lnTo>
                <a:lnTo>
                  <a:pt x="52" y="724"/>
                </a:lnTo>
                <a:lnTo>
                  <a:pt x="51" y="724"/>
                </a:lnTo>
                <a:lnTo>
                  <a:pt x="50" y="724"/>
                </a:lnTo>
                <a:lnTo>
                  <a:pt x="48" y="723"/>
                </a:lnTo>
                <a:lnTo>
                  <a:pt x="48" y="724"/>
                </a:lnTo>
                <a:lnTo>
                  <a:pt x="47" y="724"/>
                </a:lnTo>
                <a:lnTo>
                  <a:pt x="47" y="723"/>
                </a:lnTo>
                <a:lnTo>
                  <a:pt x="47" y="722"/>
                </a:lnTo>
                <a:lnTo>
                  <a:pt x="46" y="722"/>
                </a:lnTo>
                <a:lnTo>
                  <a:pt x="45" y="721"/>
                </a:lnTo>
                <a:lnTo>
                  <a:pt x="45" y="722"/>
                </a:lnTo>
                <a:lnTo>
                  <a:pt x="43" y="722"/>
                </a:lnTo>
                <a:lnTo>
                  <a:pt x="41" y="723"/>
                </a:lnTo>
                <a:lnTo>
                  <a:pt x="40" y="723"/>
                </a:lnTo>
                <a:lnTo>
                  <a:pt x="39" y="724"/>
                </a:lnTo>
                <a:lnTo>
                  <a:pt x="39" y="725"/>
                </a:lnTo>
                <a:lnTo>
                  <a:pt x="40" y="725"/>
                </a:lnTo>
                <a:lnTo>
                  <a:pt x="39" y="725"/>
                </a:lnTo>
                <a:lnTo>
                  <a:pt x="38" y="726"/>
                </a:lnTo>
                <a:lnTo>
                  <a:pt x="37" y="726"/>
                </a:lnTo>
                <a:lnTo>
                  <a:pt x="37" y="727"/>
                </a:lnTo>
                <a:lnTo>
                  <a:pt x="37" y="728"/>
                </a:lnTo>
                <a:lnTo>
                  <a:pt x="38" y="728"/>
                </a:lnTo>
                <a:lnTo>
                  <a:pt x="38" y="729"/>
                </a:lnTo>
                <a:lnTo>
                  <a:pt x="37" y="729"/>
                </a:lnTo>
                <a:lnTo>
                  <a:pt x="36" y="730"/>
                </a:lnTo>
                <a:lnTo>
                  <a:pt x="36" y="731"/>
                </a:lnTo>
                <a:lnTo>
                  <a:pt x="35" y="731"/>
                </a:lnTo>
                <a:lnTo>
                  <a:pt x="35" y="732"/>
                </a:lnTo>
                <a:lnTo>
                  <a:pt x="34" y="732"/>
                </a:lnTo>
                <a:lnTo>
                  <a:pt x="33" y="732"/>
                </a:lnTo>
                <a:lnTo>
                  <a:pt x="33" y="733"/>
                </a:lnTo>
                <a:lnTo>
                  <a:pt x="32" y="734"/>
                </a:lnTo>
                <a:lnTo>
                  <a:pt x="31" y="735"/>
                </a:lnTo>
                <a:lnTo>
                  <a:pt x="30" y="738"/>
                </a:lnTo>
                <a:lnTo>
                  <a:pt x="31" y="738"/>
                </a:lnTo>
                <a:lnTo>
                  <a:pt x="30" y="739"/>
                </a:lnTo>
                <a:lnTo>
                  <a:pt x="28" y="742"/>
                </a:lnTo>
                <a:lnTo>
                  <a:pt x="28" y="743"/>
                </a:lnTo>
                <a:lnTo>
                  <a:pt x="28" y="744"/>
                </a:lnTo>
                <a:lnTo>
                  <a:pt x="29" y="744"/>
                </a:lnTo>
                <a:lnTo>
                  <a:pt x="29" y="745"/>
                </a:lnTo>
                <a:lnTo>
                  <a:pt x="31" y="745"/>
                </a:lnTo>
                <a:lnTo>
                  <a:pt x="33" y="746"/>
                </a:lnTo>
                <a:lnTo>
                  <a:pt x="33" y="747"/>
                </a:lnTo>
                <a:lnTo>
                  <a:pt x="32" y="748"/>
                </a:lnTo>
                <a:lnTo>
                  <a:pt x="31" y="748"/>
                </a:lnTo>
                <a:lnTo>
                  <a:pt x="30" y="748"/>
                </a:lnTo>
                <a:lnTo>
                  <a:pt x="30" y="749"/>
                </a:lnTo>
                <a:lnTo>
                  <a:pt x="29" y="750"/>
                </a:lnTo>
                <a:lnTo>
                  <a:pt x="28" y="750"/>
                </a:lnTo>
                <a:lnTo>
                  <a:pt x="27" y="749"/>
                </a:lnTo>
                <a:lnTo>
                  <a:pt x="26" y="750"/>
                </a:lnTo>
                <a:lnTo>
                  <a:pt x="25" y="750"/>
                </a:lnTo>
                <a:lnTo>
                  <a:pt x="24" y="750"/>
                </a:lnTo>
                <a:lnTo>
                  <a:pt x="24" y="751"/>
                </a:lnTo>
                <a:lnTo>
                  <a:pt x="25" y="751"/>
                </a:lnTo>
                <a:lnTo>
                  <a:pt x="26" y="751"/>
                </a:lnTo>
                <a:lnTo>
                  <a:pt x="27" y="752"/>
                </a:lnTo>
                <a:lnTo>
                  <a:pt x="26" y="753"/>
                </a:lnTo>
                <a:lnTo>
                  <a:pt x="26" y="754"/>
                </a:lnTo>
                <a:lnTo>
                  <a:pt x="25" y="754"/>
                </a:lnTo>
                <a:lnTo>
                  <a:pt x="25" y="755"/>
                </a:lnTo>
                <a:lnTo>
                  <a:pt x="26" y="755"/>
                </a:lnTo>
                <a:lnTo>
                  <a:pt x="25" y="755"/>
                </a:lnTo>
                <a:lnTo>
                  <a:pt x="23" y="754"/>
                </a:lnTo>
                <a:lnTo>
                  <a:pt x="22" y="753"/>
                </a:lnTo>
                <a:lnTo>
                  <a:pt x="22" y="752"/>
                </a:lnTo>
                <a:lnTo>
                  <a:pt x="21" y="752"/>
                </a:lnTo>
                <a:lnTo>
                  <a:pt x="20" y="751"/>
                </a:lnTo>
                <a:lnTo>
                  <a:pt x="19" y="751"/>
                </a:lnTo>
                <a:lnTo>
                  <a:pt x="18" y="751"/>
                </a:lnTo>
                <a:lnTo>
                  <a:pt x="18" y="750"/>
                </a:lnTo>
                <a:lnTo>
                  <a:pt x="18" y="749"/>
                </a:lnTo>
                <a:lnTo>
                  <a:pt x="17" y="749"/>
                </a:lnTo>
                <a:lnTo>
                  <a:pt x="16" y="749"/>
                </a:lnTo>
                <a:lnTo>
                  <a:pt x="15" y="749"/>
                </a:lnTo>
                <a:lnTo>
                  <a:pt x="14" y="749"/>
                </a:lnTo>
                <a:lnTo>
                  <a:pt x="13" y="749"/>
                </a:lnTo>
                <a:lnTo>
                  <a:pt x="13" y="748"/>
                </a:lnTo>
                <a:lnTo>
                  <a:pt x="13" y="747"/>
                </a:lnTo>
                <a:lnTo>
                  <a:pt x="13" y="746"/>
                </a:lnTo>
                <a:lnTo>
                  <a:pt x="13" y="745"/>
                </a:lnTo>
                <a:lnTo>
                  <a:pt x="14" y="745"/>
                </a:lnTo>
                <a:lnTo>
                  <a:pt x="14" y="744"/>
                </a:lnTo>
                <a:lnTo>
                  <a:pt x="14" y="743"/>
                </a:lnTo>
                <a:lnTo>
                  <a:pt x="14" y="741"/>
                </a:lnTo>
                <a:lnTo>
                  <a:pt x="13" y="741"/>
                </a:lnTo>
                <a:lnTo>
                  <a:pt x="12" y="741"/>
                </a:lnTo>
                <a:lnTo>
                  <a:pt x="12" y="742"/>
                </a:lnTo>
                <a:lnTo>
                  <a:pt x="11" y="742"/>
                </a:lnTo>
                <a:lnTo>
                  <a:pt x="10" y="742"/>
                </a:lnTo>
                <a:lnTo>
                  <a:pt x="10" y="741"/>
                </a:lnTo>
                <a:lnTo>
                  <a:pt x="9" y="740"/>
                </a:lnTo>
                <a:lnTo>
                  <a:pt x="9" y="739"/>
                </a:lnTo>
                <a:lnTo>
                  <a:pt x="10" y="737"/>
                </a:lnTo>
                <a:lnTo>
                  <a:pt x="10" y="736"/>
                </a:lnTo>
                <a:lnTo>
                  <a:pt x="11" y="735"/>
                </a:lnTo>
                <a:lnTo>
                  <a:pt x="10" y="733"/>
                </a:lnTo>
                <a:lnTo>
                  <a:pt x="9" y="733"/>
                </a:lnTo>
                <a:lnTo>
                  <a:pt x="7" y="732"/>
                </a:lnTo>
                <a:lnTo>
                  <a:pt x="7" y="731"/>
                </a:lnTo>
                <a:lnTo>
                  <a:pt x="7" y="729"/>
                </a:lnTo>
                <a:lnTo>
                  <a:pt x="6" y="729"/>
                </a:lnTo>
                <a:lnTo>
                  <a:pt x="5" y="729"/>
                </a:lnTo>
                <a:lnTo>
                  <a:pt x="5" y="730"/>
                </a:lnTo>
                <a:lnTo>
                  <a:pt x="5" y="731"/>
                </a:lnTo>
                <a:lnTo>
                  <a:pt x="5" y="732"/>
                </a:lnTo>
                <a:lnTo>
                  <a:pt x="5" y="733"/>
                </a:lnTo>
                <a:lnTo>
                  <a:pt x="5" y="734"/>
                </a:lnTo>
                <a:lnTo>
                  <a:pt x="3" y="734"/>
                </a:lnTo>
                <a:lnTo>
                  <a:pt x="2" y="734"/>
                </a:lnTo>
                <a:lnTo>
                  <a:pt x="2" y="733"/>
                </a:lnTo>
                <a:lnTo>
                  <a:pt x="1" y="733"/>
                </a:lnTo>
                <a:lnTo>
                  <a:pt x="0" y="733"/>
                </a:lnTo>
                <a:lnTo>
                  <a:pt x="0" y="732"/>
                </a:lnTo>
                <a:lnTo>
                  <a:pt x="1" y="730"/>
                </a:lnTo>
                <a:lnTo>
                  <a:pt x="1" y="729"/>
                </a:lnTo>
                <a:lnTo>
                  <a:pt x="1" y="728"/>
                </a:lnTo>
                <a:lnTo>
                  <a:pt x="2" y="728"/>
                </a:lnTo>
                <a:lnTo>
                  <a:pt x="3" y="727"/>
                </a:lnTo>
                <a:lnTo>
                  <a:pt x="3" y="726"/>
                </a:lnTo>
                <a:lnTo>
                  <a:pt x="4" y="725"/>
                </a:lnTo>
                <a:lnTo>
                  <a:pt x="4" y="724"/>
                </a:lnTo>
                <a:lnTo>
                  <a:pt x="5" y="724"/>
                </a:lnTo>
                <a:lnTo>
                  <a:pt x="6" y="725"/>
                </a:lnTo>
                <a:lnTo>
                  <a:pt x="7" y="725"/>
                </a:lnTo>
                <a:lnTo>
                  <a:pt x="7" y="724"/>
                </a:lnTo>
                <a:lnTo>
                  <a:pt x="8" y="723"/>
                </a:lnTo>
                <a:lnTo>
                  <a:pt x="9" y="723"/>
                </a:lnTo>
                <a:lnTo>
                  <a:pt x="10" y="722"/>
                </a:lnTo>
                <a:lnTo>
                  <a:pt x="10" y="721"/>
                </a:lnTo>
                <a:lnTo>
                  <a:pt x="10" y="720"/>
                </a:lnTo>
                <a:lnTo>
                  <a:pt x="11" y="720"/>
                </a:lnTo>
                <a:lnTo>
                  <a:pt x="12" y="720"/>
                </a:lnTo>
                <a:lnTo>
                  <a:pt x="14" y="721"/>
                </a:lnTo>
                <a:lnTo>
                  <a:pt x="15" y="721"/>
                </a:lnTo>
                <a:lnTo>
                  <a:pt x="15" y="722"/>
                </a:lnTo>
                <a:lnTo>
                  <a:pt x="16" y="723"/>
                </a:lnTo>
                <a:lnTo>
                  <a:pt x="17" y="723"/>
                </a:lnTo>
                <a:lnTo>
                  <a:pt x="18" y="723"/>
                </a:lnTo>
                <a:lnTo>
                  <a:pt x="19" y="723"/>
                </a:lnTo>
                <a:lnTo>
                  <a:pt x="19" y="722"/>
                </a:lnTo>
                <a:lnTo>
                  <a:pt x="20" y="722"/>
                </a:lnTo>
                <a:lnTo>
                  <a:pt x="21" y="722"/>
                </a:lnTo>
                <a:lnTo>
                  <a:pt x="22" y="722"/>
                </a:lnTo>
                <a:lnTo>
                  <a:pt x="23" y="720"/>
                </a:lnTo>
                <a:lnTo>
                  <a:pt x="24" y="718"/>
                </a:lnTo>
                <a:lnTo>
                  <a:pt x="25" y="720"/>
                </a:lnTo>
                <a:lnTo>
                  <a:pt x="25" y="721"/>
                </a:lnTo>
                <a:lnTo>
                  <a:pt x="26" y="722"/>
                </a:lnTo>
                <a:lnTo>
                  <a:pt x="28" y="722"/>
                </a:lnTo>
                <a:lnTo>
                  <a:pt x="27" y="722"/>
                </a:lnTo>
                <a:lnTo>
                  <a:pt x="27" y="721"/>
                </a:lnTo>
                <a:lnTo>
                  <a:pt x="26" y="721"/>
                </a:lnTo>
                <a:lnTo>
                  <a:pt x="26" y="720"/>
                </a:lnTo>
                <a:lnTo>
                  <a:pt x="26" y="718"/>
                </a:lnTo>
                <a:lnTo>
                  <a:pt x="27" y="718"/>
                </a:lnTo>
                <a:lnTo>
                  <a:pt x="27" y="716"/>
                </a:lnTo>
                <a:lnTo>
                  <a:pt x="27" y="714"/>
                </a:lnTo>
                <a:lnTo>
                  <a:pt x="27" y="713"/>
                </a:lnTo>
                <a:lnTo>
                  <a:pt x="27" y="712"/>
                </a:lnTo>
                <a:lnTo>
                  <a:pt x="26" y="712"/>
                </a:lnTo>
                <a:lnTo>
                  <a:pt x="26" y="711"/>
                </a:lnTo>
                <a:lnTo>
                  <a:pt x="26" y="710"/>
                </a:lnTo>
                <a:lnTo>
                  <a:pt x="25" y="709"/>
                </a:lnTo>
                <a:lnTo>
                  <a:pt x="25" y="708"/>
                </a:lnTo>
                <a:lnTo>
                  <a:pt x="26" y="708"/>
                </a:lnTo>
                <a:lnTo>
                  <a:pt x="26" y="706"/>
                </a:lnTo>
                <a:lnTo>
                  <a:pt x="27" y="705"/>
                </a:lnTo>
                <a:lnTo>
                  <a:pt x="27" y="704"/>
                </a:lnTo>
                <a:lnTo>
                  <a:pt x="27" y="703"/>
                </a:lnTo>
                <a:lnTo>
                  <a:pt x="28" y="703"/>
                </a:lnTo>
                <a:lnTo>
                  <a:pt x="28" y="702"/>
                </a:lnTo>
                <a:lnTo>
                  <a:pt x="29" y="700"/>
                </a:lnTo>
                <a:lnTo>
                  <a:pt x="29" y="699"/>
                </a:lnTo>
                <a:lnTo>
                  <a:pt x="29" y="698"/>
                </a:lnTo>
                <a:lnTo>
                  <a:pt x="30" y="697"/>
                </a:lnTo>
                <a:lnTo>
                  <a:pt x="31" y="699"/>
                </a:lnTo>
                <a:lnTo>
                  <a:pt x="31" y="698"/>
                </a:lnTo>
                <a:lnTo>
                  <a:pt x="30" y="696"/>
                </a:lnTo>
                <a:lnTo>
                  <a:pt x="29" y="695"/>
                </a:lnTo>
                <a:lnTo>
                  <a:pt x="29" y="694"/>
                </a:lnTo>
                <a:lnTo>
                  <a:pt x="28" y="693"/>
                </a:lnTo>
                <a:lnTo>
                  <a:pt x="27" y="693"/>
                </a:lnTo>
                <a:lnTo>
                  <a:pt x="27" y="686"/>
                </a:lnTo>
                <a:lnTo>
                  <a:pt x="28" y="685"/>
                </a:lnTo>
                <a:lnTo>
                  <a:pt x="28" y="684"/>
                </a:lnTo>
                <a:lnTo>
                  <a:pt x="27" y="683"/>
                </a:lnTo>
                <a:lnTo>
                  <a:pt x="26" y="682"/>
                </a:lnTo>
                <a:lnTo>
                  <a:pt x="26" y="683"/>
                </a:lnTo>
                <a:lnTo>
                  <a:pt x="25" y="683"/>
                </a:lnTo>
                <a:lnTo>
                  <a:pt x="25" y="684"/>
                </a:lnTo>
                <a:lnTo>
                  <a:pt x="24" y="684"/>
                </a:lnTo>
                <a:lnTo>
                  <a:pt x="24" y="683"/>
                </a:lnTo>
                <a:lnTo>
                  <a:pt x="25" y="680"/>
                </a:lnTo>
                <a:lnTo>
                  <a:pt x="26" y="679"/>
                </a:lnTo>
                <a:lnTo>
                  <a:pt x="26" y="680"/>
                </a:lnTo>
                <a:lnTo>
                  <a:pt x="27" y="680"/>
                </a:lnTo>
                <a:lnTo>
                  <a:pt x="27" y="679"/>
                </a:lnTo>
                <a:lnTo>
                  <a:pt x="27" y="677"/>
                </a:lnTo>
                <a:lnTo>
                  <a:pt x="28" y="676"/>
                </a:lnTo>
                <a:lnTo>
                  <a:pt x="29" y="675"/>
                </a:lnTo>
                <a:lnTo>
                  <a:pt x="29" y="674"/>
                </a:lnTo>
                <a:lnTo>
                  <a:pt x="30" y="673"/>
                </a:lnTo>
                <a:lnTo>
                  <a:pt x="30" y="672"/>
                </a:lnTo>
                <a:lnTo>
                  <a:pt x="30" y="671"/>
                </a:lnTo>
                <a:lnTo>
                  <a:pt x="30" y="670"/>
                </a:lnTo>
                <a:lnTo>
                  <a:pt x="31" y="669"/>
                </a:lnTo>
                <a:lnTo>
                  <a:pt x="32" y="665"/>
                </a:lnTo>
                <a:lnTo>
                  <a:pt x="33" y="663"/>
                </a:lnTo>
                <a:lnTo>
                  <a:pt x="33" y="662"/>
                </a:lnTo>
                <a:lnTo>
                  <a:pt x="32" y="661"/>
                </a:lnTo>
                <a:lnTo>
                  <a:pt x="31" y="661"/>
                </a:lnTo>
                <a:lnTo>
                  <a:pt x="30" y="661"/>
                </a:lnTo>
                <a:lnTo>
                  <a:pt x="30" y="659"/>
                </a:lnTo>
                <a:lnTo>
                  <a:pt x="30" y="658"/>
                </a:lnTo>
                <a:lnTo>
                  <a:pt x="31" y="658"/>
                </a:lnTo>
                <a:lnTo>
                  <a:pt x="31" y="656"/>
                </a:lnTo>
                <a:lnTo>
                  <a:pt x="31" y="654"/>
                </a:lnTo>
                <a:lnTo>
                  <a:pt x="31" y="653"/>
                </a:lnTo>
                <a:lnTo>
                  <a:pt x="32" y="651"/>
                </a:lnTo>
                <a:lnTo>
                  <a:pt x="32" y="650"/>
                </a:lnTo>
                <a:lnTo>
                  <a:pt x="32" y="649"/>
                </a:lnTo>
                <a:lnTo>
                  <a:pt x="33" y="648"/>
                </a:lnTo>
                <a:lnTo>
                  <a:pt x="32" y="647"/>
                </a:lnTo>
                <a:lnTo>
                  <a:pt x="32" y="646"/>
                </a:lnTo>
                <a:lnTo>
                  <a:pt x="33" y="646"/>
                </a:lnTo>
                <a:lnTo>
                  <a:pt x="34" y="645"/>
                </a:lnTo>
                <a:lnTo>
                  <a:pt x="35" y="642"/>
                </a:lnTo>
                <a:lnTo>
                  <a:pt x="35" y="641"/>
                </a:lnTo>
                <a:lnTo>
                  <a:pt x="34" y="641"/>
                </a:lnTo>
                <a:lnTo>
                  <a:pt x="34" y="642"/>
                </a:lnTo>
                <a:lnTo>
                  <a:pt x="33" y="642"/>
                </a:lnTo>
                <a:lnTo>
                  <a:pt x="32" y="642"/>
                </a:lnTo>
                <a:lnTo>
                  <a:pt x="31" y="642"/>
                </a:lnTo>
                <a:lnTo>
                  <a:pt x="31" y="641"/>
                </a:lnTo>
                <a:lnTo>
                  <a:pt x="31" y="640"/>
                </a:lnTo>
                <a:lnTo>
                  <a:pt x="30" y="640"/>
                </a:lnTo>
                <a:lnTo>
                  <a:pt x="29" y="640"/>
                </a:lnTo>
                <a:lnTo>
                  <a:pt x="28" y="639"/>
                </a:lnTo>
                <a:lnTo>
                  <a:pt x="28" y="638"/>
                </a:lnTo>
                <a:lnTo>
                  <a:pt x="28" y="637"/>
                </a:lnTo>
                <a:lnTo>
                  <a:pt x="27" y="637"/>
                </a:lnTo>
                <a:lnTo>
                  <a:pt x="26" y="636"/>
                </a:lnTo>
                <a:lnTo>
                  <a:pt x="26" y="635"/>
                </a:lnTo>
                <a:lnTo>
                  <a:pt x="26" y="634"/>
                </a:lnTo>
                <a:lnTo>
                  <a:pt x="25" y="634"/>
                </a:lnTo>
                <a:lnTo>
                  <a:pt x="24" y="634"/>
                </a:lnTo>
                <a:lnTo>
                  <a:pt x="24" y="633"/>
                </a:lnTo>
                <a:lnTo>
                  <a:pt x="25" y="633"/>
                </a:lnTo>
                <a:lnTo>
                  <a:pt x="25" y="632"/>
                </a:lnTo>
                <a:lnTo>
                  <a:pt x="24" y="631"/>
                </a:lnTo>
                <a:lnTo>
                  <a:pt x="23" y="630"/>
                </a:lnTo>
                <a:lnTo>
                  <a:pt x="22" y="630"/>
                </a:lnTo>
                <a:lnTo>
                  <a:pt x="21" y="630"/>
                </a:lnTo>
                <a:lnTo>
                  <a:pt x="20" y="630"/>
                </a:lnTo>
                <a:lnTo>
                  <a:pt x="20" y="629"/>
                </a:lnTo>
                <a:lnTo>
                  <a:pt x="19" y="628"/>
                </a:lnTo>
                <a:lnTo>
                  <a:pt x="18" y="627"/>
                </a:lnTo>
                <a:lnTo>
                  <a:pt x="17" y="626"/>
                </a:lnTo>
                <a:lnTo>
                  <a:pt x="16" y="625"/>
                </a:lnTo>
                <a:lnTo>
                  <a:pt x="15" y="625"/>
                </a:lnTo>
                <a:lnTo>
                  <a:pt x="15" y="624"/>
                </a:lnTo>
                <a:lnTo>
                  <a:pt x="14" y="624"/>
                </a:lnTo>
                <a:lnTo>
                  <a:pt x="14" y="622"/>
                </a:lnTo>
                <a:lnTo>
                  <a:pt x="13" y="622"/>
                </a:lnTo>
                <a:lnTo>
                  <a:pt x="13" y="621"/>
                </a:lnTo>
                <a:lnTo>
                  <a:pt x="12" y="621"/>
                </a:lnTo>
                <a:lnTo>
                  <a:pt x="11" y="622"/>
                </a:lnTo>
                <a:lnTo>
                  <a:pt x="9" y="622"/>
                </a:lnTo>
                <a:lnTo>
                  <a:pt x="8" y="622"/>
                </a:lnTo>
                <a:lnTo>
                  <a:pt x="7" y="622"/>
                </a:lnTo>
                <a:lnTo>
                  <a:pt x="7" y="621"/>
                </a:lnTo>
                <a:lnTo>
                  <a:pt x="6" y="620"/>
                </a:lnTo>
                <a:lnTo>
                  <a:pt x="5" y="619"/>
                </a:lnTo>
                <a:lnTo>
                  <a:pt x="2" y="618"/>
                </a:lnTo>
                <a:lnTo>
                  <a:pt x="2" y="615"/>
                </a:lnTo>
                <a:lnTo>
                  <a:pt x="3" y="614"/>
                </a:lnTo>
                <a:lnTo>
                  <a:pt x="3" y="615"/>
                </a:lnTo>
                <a:lnTo>
                  <a:pt x="6" y="614"/>
                </a:lnTo>
                <a:lnTo>
                  <a:pt x="6" y="613"/>
                </a:lnTo>
                <a:lnTo>
                  <a:pt x="6" y="612"/>
                </a:lnTo>
                <a:lnTo>
                  <a:pt x="5" y="611"/>
                </a:lnTo>
                <a:lnTo>
                  <a:pt x="6" y="611"/>
                </a:lnTo>
                <a:lnTo>
                  <a:pt x="6" y="610"/>
                </a:lnTo>
                <a:lnTo>
                  <a:pt x="7" y="610"/>
                </a:lnTo>
                <a:lnTo>
                  <a:pt x="7" y="609"/>
                </a:lnTo>
                <a:lnTo>
                  <a:pt x="6" y="607"/>
                </a:lnTo>
                <a:lnTo>
                  <a:pt x="5" y="607"/>
                </a:lnTo>
                <a:lnTo>
                  <a:pt x="5" y="606"/>
                </a:lnTo>
                <a:lnTo>
                  <a:pt x="4" y="607"/>
                </a:lnTo>
                <a:lnTo>
                  <a:pt x="4" y="606"/>
                </a:lnTo>
                <a:lnTo>
                  <a:pt x="3" y="605"/>
                </a:lnTo>
                <a:lnTo>
                  <a:pt x="4" y="604"/>
                </a:lnTo>
                <a:lnTo>
                  <a:pt x="4" y="603"/>
                </a:lnTo>
                <a:lnTo>
                  <a:pt x="5" y="603"/>
                </a:lnTo>
                <a:lnTo>
                  <a:pt x="5" y="602"/>
                </a:lnTo>
                <a:lnTo>
                  <a:pt x="5" y="600"/>
                </a:lnTo>
                <a:lnTo>
                  <a:pt x="5" y="599"/>
                </a:lnTo>
                <a:lnTo>
                  <a:pt x="5" y="598"/>
                </a:lnTo>
                <a:lnTo>
                  <a:pt x="5" y="597"/>
                </a:lnTo>
                <a:lnTo>
                  <a:pt x="4" y="597"/>
                </a:lnTo>
                <a:lnTo>
                  <a:pt x="4" y="596"/>
                </a:lnTo>
                <a:lnTo>
                  <a:pt x="4" y="595"/>
                </a:lnTo>
                <a:lnTo>
                  <a:pt x="5" y="594"/>
                </a:lnTo>
                <a:lnTo>
                  <a:pt x="5" y="593"/>
                </a:lnTo>
                <a:lnTo>
                  <a:pt x="6" y="593"/>
                </a:lnTo>
                <a:lnTo>
                  <a:pt x="7" y="593"/>
                </a:lnTo>
                <a:lnTo>
                  <a:pt x="8" y="593"/>
                </a:lnTo>
                <a:lnTo>
                  <a:pt x="8" y="594"/>
                </a:lnTo>
                <a:lnTo>
                  <a:pt x="9" y="594"/>
                </a:lnTo>
                <a:lnTo>
                  <a:pt x="9" y="593"/>
                </a:lnTo>
                <a:lnTo>
                  <a:pt x="10" y="592"/>
                </a:lnTo>
                <a:lnTo>
                  <a:pt x="11" y="592"/>
                </a:lnTo>
                <a:lnTo>
                  <a:pt x="11" y="593"/>
                </a:lnTo>
                <a:lnTo>
                  <a:pt x="12" y="593"/>
                </a:lnTo>
                <a:lnTo>
                  <a:pt x="13" y="593"/>
                </a:lnTo>
                <a:lnTo>
                  <a:pt x="12" y="594"/>
                </a:lnTo>
                <a:lnTo>
                  <a:pt x="13" y="594"/>
                </a:lnTo>
                <a:lnTo>
                  <a:pt x="14" y="594"/>
                </a:lnTo>
                <a:lnTo>
                  <a:pt x="15" y="593"/>
                </a:lnTo>
                <a:lnTo>
                  <a:pt x="16" y="593"/>
                </a:lnTo>
                <a:lnTo>
                  <a:pt x="16" y="592"/>
                </a:lnTo>
                <a:lnTo>
                  <a:pt x="16" y="591"/>
                </a:lnTo>
                <a:lnTo>
                  <a:pt x="17" y="590"/>
                </a:lnTo>
                <a:lnTo>
                  <a:pt x="18" y="590"/>
                </a:lnTo>
                <a:lnTo>
                  <a:pt x="21" y="590"/>
                </a:lnTo>
                <a:lnTo>
                  <a:pt x="21" y="591"/>
                </a:lnTo>
                <a:lnTo>
                  <a:pt x="22" y="592"/>
                </a:lnTo>
                <a:lnTo>
                  <a:pt x="23" y="592"/>
                </a:lnTo>
                <a:lnTo>
                  <a:pt x="23" y="593"/>
                </a:lnTo>
                <a:lnTo>
                  <a:pt x="24" y="593"/>
                </a:lnTo>
                <a:lnTo>
                  <a:pt x="25" y="593"/>
                </a:lnTo>
                <a:lnTo>
                  <a:pt x="26" y="593"/>
                </a:lnTo>
                <a:lnTo>
                  <a:pt x="25" y="593"/>
                </a:lnTo>
                <a:lnTo>
                  <a:pt x="25" y="592"/>
                </a:lnTo>
                <a:lnTo>
                  <a:pt x="26" y="592"/>
                </a:lnTo>
                <a:lnTo>
                  <a:pt x="27" y="593"/>
                </a:lnTo>
                <a:lnTo>
                  <a:pt x="28" y="594"/>
                </a:lnTo>
                <a:lnTo>
                  <a:pt x="29" y="594"/>
                </a:lnTo>
                <a:lnTo>
                  <a:pt x="30" y="595"/>
                </a:lnTo>
                <a:lnTo>
                  <a:pt x="30" y="596"/>
                </a:lnTo>
                <a:lnTo>
                  <a:pt x="30" y="597"/>
                </a:lnTo>
                <a:lnTo>
                  <a:pt x="31" y="597"/>
                </a:lnTo>
                <a:lnTo>
                  <a:pt x="31" y="596"/>
                </a:lnTo>
                <a:lnTo>
                  <a:pt x="31" y="595"/>
                </a:lnTo>
                <a:lnTo>
                  <a:pt x="32" y="595"/>
                </a:lnTo>
                <a:lnTo>
                  <a:pt x="33" y="594"/>
                </a:lnTo>
                <a:lnTo>
                  <a:pt x="33" y="593"/>
                </a:lnTo>
                <a:lnTo>
                  <a:pt x="34" y="593"/>
                </a:lnTo>
                <a:lnTo>
                  <a:pt x="35" y="592"/>
                </a:lnTo>
                <a:lnTo>
                  <a:pt x="34" y="592"/>
                </a:lnTo>
                <a:lnTo>
                  <a:pt x="34" y="591"/>
                </a:lnTo>
                <a:lnTo>
                  <a:pt x="35" y="591"/>
                </a:lnTo>
                <a:lnTo>
                  <a:pt x="36" y="591"/>
                </a:lnTo>
                <a:lnTo>
                  <a:pt x="38" y="589"/>
                </a:lnTo>
                <a:lnTo>
                  <a:pt x="37" y="589"/>
                </a:lnTo>
                <a:lnTo>
                  <a:pt x="37" y="588"/>
                </a:lnTo>
                <a:lnTo>
                  <a:pt x="38" y="587"/>
                </a:lnTo>
                <a:lnTo>
                  <a:pt x="39" y="587"/>
                </a:lnTo>
                <a:lnTo>
                  <a:pt x="40" y="586"/>
                </a:lnTo>
                <a:lnTo>
                  <a:pt x="39" y="585"/>
                </a:lnTo>
                <a:lnTo>
                  <a:pt x="40" y="585"/>
                </a:lnTo>
                <a:lnTo>
                  <a:pt x="41" y="584"/>
                </a:lnTo>
                <a:lnTo>
                  <a:pt x="42" y="583"/>
                </a:lnTo>
                <a:lnTo>
                  <a:pt x="43" y="584"/>
                </a:lnTo>
                <a:lnTo>
                  <a:pt x="43" y="585"/>
                </a:lnTo>
                <a:lnTo>
                  <a:pt x="43" y="586"/>
                </a:lnTo>
                <a:lnTo>
                  <a:pt x="44" y="586"/>
                </a:lnTo>
                <a:lnTo>
                  <a:pt x="44" y="585"/>
                </a:lnTo>
                <a:lnTo>
                  <a:pt x="43" y="585"/>
                </a:lnTo>
                <a:lnTo>
                  <a:pt x="43" y="584"/>
                </a:lnTo>
                <a:lnTo>
                  <a:pt x="43" y="583"/>
                </a:lnTo>
                <a:lnTo>
                  <a:pt x="44" y="582"/>
                </a:lnTo>
                <a:lnTo>
                  <a:pt x="44" y="580"/>
                </a:lnTo>
                <a:lnTo>
                  <a:pt x="44" y="579"/>
                </a:lnTo>
                <a:lnTo>
                  <a:pt x="44" y="578"/>
                </a:lnTo>
                <a:lnTo>
                  <a:pt x="43" y="577"/>
                </a:lnTo>
                <a:lnTo>
                  <a:pt x="43" y="575"/>
                </a:lnTo>
                <a:lnTo>
                  <a:pt x="42" y="574"/>
                </a:lnTo>
                <a:lnTo>
                  <a:pt x="43" y="574"/>
                </a:lnTo>
                <a:lnTo>
                  <a:pt x="43" y="573"/>
                </a:lnTo>
                <a:lnTo>
                  <a:pt x="45" y="572"/>
                </a:lnTo>
                <a:lnTo>
                  <a:pt x="46" y="571"/>
                </a:lnTo>
                <a:lnTo>
                  <a:pt x="47" y="571"/>
                </a:lnTo>
                <a:lnTo>
                  <a:pt x="50" y="571"/>
                </a:lnTo>
                <a:lnTo>
                  <a:pt x="51" y="571"/>
                </a:lnTo>
                <a:lnTo>
                  <a:pt x="52" y="572"/>
                </a:lnTo>
                <a:lnTo>
                  <a:pt x="52" y="573"/>
                </a:lnTo>
                <a:lnTo>
                  <a:pt x="52" y="575"/>
                </a:lnTo>
                <a:lnTo>
                  <a:pt x="52" y="576"/>
                </a:lnTo>
                <a:lnTo>
                  <a:pt x="53" y="577"/>
                </a:lnTo>
                <a:lnTo>
                  <a:pt x="53" y="579"/>
                </a:lnTo>
                <a:lnTo>
                  <a:pt x="53" y="580"/>
                </a:lnTo>
                <a:lnTo>
                  <a:pt x="54" y="581"/>
                </a:lnTo>
                <a:lnTo>
                  <a:pt x="55" y="582"/>
                </a:lnTo>
                <a:lnTo>
                  <a:pt x="56" y="583"/>
                </a:lnTo>
                <a:lnTo>
                  <a:pt x="55" y="583"/>
                </a:lnTo>
                <a:lnTo>
                  <a:pt x="55" y="584"/>
                </a:lnTo>
                <a:lnTo>
                  <a:pt x="55" y="585"/>
                </a:lnTo>
                <a:lnTo>
                  <a:pt x="56" y="585"/>
                </a:lnTo>
                <a:lnTo>
                  <a:pt x="57" y="586"/>
                </a:lnTo>
                <a:lnTo>
                  <a:pt x="58" y="586"/>
                </a:lnTo>
                <a:lnTo>
                  <a:pt x="58" y="587"/>
                </a:lnTo>
                <a:lnTo>
                  <a:pt x="58" y="588"/>
                </a:lnTo>
                <a:lnTo>
                  <a:pt x="61" y="590"/>
                </a:lnTo>
                <a:lnTo>
                  <a:pt x="62" y="590"/>
                </a:lnTo>
                <a:lnTo>
                  <a:pt x="63" y="589"/>
                </a:lnTo>
                <a:lnTo>
                  <a:pt x="63" y="588"/>
                </a:lnTo>
                <a:lnTo>
                  <a:pt x="65" y="588"/>
                </a:lnTo>
                <a:lnTo>
                  <a:pt x="66" y="588"/>
                </a:lnTo>
                <a:lnTo>
                  <a:pt x="68" y="586"/>
                </a:lnTo>
                <a:lnTo>
                  <a:pt x="69" y="586"/>
                </a:lnTo>
                <a:lnTo>
                  <a:pt x="70" y="587"/>
                </a:lnTo>
                <a:lnTo>
                  <a:pt x="70" y="588"/>
                </a:lnTo>
                <a:lnTo>
                  <a:pt x="71" y="588"/>
                </a:lnTo>
                <a:lnTo>
                  <a:pt x="72" y="589"/>
                </a:lnTo>
                <a:lnTo>
                  <a:pt x="72" y="590"/>
                </a:lnTo>
                <a:lnTo>
                  <a:pt x="72" y="591"/>
                </a:lnTo>
                <a:lnTo>
                  <a:pt x="73" y="590"/>
                </a:lnTo>
                <a:lnTo>
                  <a:pt x="74" y="590"/>
                </a:lnTo>
                <a:lnTo>
                  <a:pt x="76" y="590"/>
                </a:lnTo>
                <a:lnTo>
                  <a:pt x="76" y="589"/>
                </a:lnTo>
                <a:lnTo>
                  <a:pt x="77" y="588"/>
                </a:lnTo>
                <a:lnTo>
                  <a:pt x="78" y="588"/>
                </a:lnTo>
                <a:lnTo>
                  <a:pt x="79" y="586"/>
                </a:lnTo>
                <a:lnTo>
                  <a:pt x="80" y="584"/>
                </a:lnTo>
                <a:lnTo>
                  <a:pt x="82" y="582"/>
                </a:lnTo>
                <a:lnTo>
                  <a:pt x="83" y="581"/>
                </a:lnTo>
                <a:lnTo>
                  <a:pt x="84" y="580"/>
                </a:lnTo>
                <a:lnTo>
                  <a:pt x="84" y="579"/>
                </a:lnTo>
                <a:lnTo>
                  <a:pt x="85" y="579"/>
                </a:lnTo>
                <a:lnTo>
                  <a:pt x="85" y="578"/>
                </a:lnTo>
                <a:lnTo>
                  <a:pt x="86" y="577"/>
                </a:lnTo>
                <a:lnTo>
                  <a:pt x="87" y="576"/>
                </a:lnTo>
                <a:lnTo>
                  <a:pt x="87" y="575"/>
                </a:lnTo>
                <a:lnTo>
                  <a:pt x="87" y="574"/>
                </a:lnTo>
                <a:lnTo>
                  <a:pt x="89" y="573"/>
                </a:lnTo>
                <a:lnTo>
                  <a:pt x="89" y="572"/>
                </a:lnTo>
                <a:lnTo>
                  <a:pt x="90" y="572"/>
                </a:lnTo>
                <a:lnTo>
                  <a:pt x="90" y="571"/>
                </a:lnTo>
                <a:lnTo>
                  <a:pt x="91" y="570"/>
                </a:lnTo>
                <a:lnTo>
                  <a:pt x="92" y="569"/>
                </a:lnTo>
                <a:lnTo>
                  <a:pt x="93" y="568"/>
                </a:lnTo>
                <a:lnTo>
                  <a:pt x="94" y="568"/>
                </a:lnTo>
                <a:lnTo>
                  <a:pt x="95" y="567"/>
                </a:lnTo>
                <a:lnTo>
                  <a:pt x="95" y="566"/>
                </a:lnTo>
                <a:lnTo>
                  <a:pt x="96" y="565"/>
                </a:lnTo>
                <a:lnTo>
                  <a:pt x="97" y="565"/>
                </a:lnTo>
                <a:lnTo>
                  <a:pt x="97" y="564"/>
                </a:lnTo>
                <a:lnTo>
                  <a:pt x="98" y="563"/>
                </a:lnTo>
                <a:lnTo>
                  <a:pt x="98" y="562"/>
                </a:lnTo>
                <a:lnTo>
                  <a:pt x="99" y="562"/>
                </a:lnTo>
                <a:lnTo>
                  <a:pt x="100" y="561"/>
                </a:lnTo>
                <a:lnTo>
                  <a:pt x="101" y="561"/>
                </a:lnTo>
                <a:lnTo>
                  <a:pt x="102" y="561"/>
                </a:lnTo>
                <a:lnTo>
                  <a:pt x="102" y="562"/>
                </a:lnTo>
                <a:lnTo>
                  <a:pt x="104" y="561"/>
                </a:lnTo>
                <a:lnTo>
                  <a:pt x="104" y="560"/>
                </a:lnTo>
                <a:lnTo>
                  <a:pt x="105" y="560"/>
                </a:lnTo>
                <a:lnTo>
                  <a:pt x="105" y="561"/>
                </a:lnTo>
                <a:lnTo>
                  <a:pt x="106" y="561"/>
                </a:lnTo>
                <a:lnTo>
                  <a:pt x="107" y="560"/>
                </a:lnTo>
                <a:lnTo>
                  <a:pt x="108" y="558"/>
                </a:lnTo>
                <a:lnTo>
                  <a:pt x="109" y="558"/>
                </a:lnTo>
                <a:lnTo>
                  <a:pt x="111" y="556"/>
                </a:lnTo>
                <a:lnTo>
                  <a:pt x="112" y="555"/>
                </a:lnTo>
                <a:lnTo>
                  <a:pt x="112" y="556"/>
                </a:lnTo>
                <a:lnTo>
                  <a:pt x="113" y="557"/>
                </a:lnTo>
                <a:lnTo>
                  <a:pt x="114" y="558"/>
                </a:lnTo>
                <a:lnTo>
                  <a:pt x="115" y="557"/>
                </a:lnTo>
                <a:lnTo>
                  <a:pt x="116" y="557"/>
                </a:lnTo>
                <a:lnTo>
                  <a:pt x="117" y="558"/>
                </a:lnTo>
                <a:lnTo>
                  <a:pt x="118" y="558"/>
                </a:lnTo>
                <a:lnTo>
                  <a:pt x="119" y="557"/>
                </a:lnTo>
                <a:lnTo>
                  <a:pt x="120" y="556"/>
                </a:lnTo>
                <a:lnTo>
                  <a:pt x="121" y="557"/>
                </a:lnTo>
                <a:lnTo>
                  <a:pt x="124" y="557"/>
                </a:lnTo>
                <a:lnTo>
                  <a:pt x="125" y="558"/>
                </a:lnTo>
                <a:lnTo>
                  <a:pt x="125" y="559"/>
                </a:lnTo>
                <a:lnTo>
                  <a:pt x="126" y="559"/>
                </a:lnTo>
                <a:lnTo>
                  <a:pt x="126" y="560"/>
                </a:lnTo>
                <a:lnTo>
                  <a:pt x="125" y="561"/>
                </a:lnTo>
                <a:lnTo>
                  <a:pt x="124" y="563"/>
                </a:lnTo>
                <a:lnTo>
                  <a:pt x="124" y="564"/>
                </a:lnTo>
                <a:lnTo>
                  <a:pt x="123" y="564"/>
                </a:lnTo>
                <a:lnTo>
                  <a:pt x="122" y="564"/>
                </a:lnTo>
                <a:lnTo>
                  <a:pt x="121" y="564"/>
                </a:lnTo>
                <a:lnTo>
                  <a:pt x="119" y="565"/>
                </a:lnTo>
                <a:lnTo>
                  <a:pt x="119" y="566"/>
                </a:lnTo>
                <a:lnTo>
                  <a:pt x="119" y="567"/>
                </a:lnTo>
                <a:lnTo>
                  <a:pt x="120" y="567"/>
                </a:lnTo>
                <a:lnTo>
                  <a:pt x="120" y="568"/>
                </a:lnTo>
                <a:lnTo>
                  <a:pt x="121" y="571"/>
                </a:lnTo>
                <a:lnTo>
                  <a:pt x="121" y="572"/>
                </a:lnTo>
                <a:lnTo>
                  <a:pt x="122" y="572"/>
                </a:lnTo>
                <a:lnTo>
                  <a:pt x="123" y="572"/>
                </a:lnTo>
                <a:lnTo>
                  <a:pt x="124" y="574"/>
                </a:lnTo>
                <a:lnTo>
                  <a:pt x="125" y="576"/>
                </a:lnTo>
                <a:lnTo>
                  <a:pt x="125" y="577"/>
                </a:lnTo>
                <a:lnTo>
                  <a:pt x="125" y="578"/>
                </a:lnTo>
                <a:lnTo>
                  <a:pt x="126" y="578"/>
                </a:lnTo>
                <a:lnTo>
                  <a:pt x="127" y="579"/>
                </a:lnTo>
                <a:lnTo>
                  <a:pt x="126" y="579"/>
                </a:lnTo>
                <a:lnTo>
                  <a:pt x="126" y="580"/>
                </a:lnTo>
                <a:lnTo>
                  <a:pt x="127" y="580"/>
                </a:lnTo>
                <a:lnTo>
                  <a:pt x="128" y="580"/>
                </a:lnTo>
                <a:lnTo>
                  <a:pt x="129" y="580"/>
                </a:lnTo>
                <a:lnTo>
                  <a:pt x="129" y="579"/>
                </a:lnTo>
                <a:lnTo>
                  <a:pt x="130" y="579"/>
                </a:lnTo>
                <a:lnTo>
                  <a:pt x="130" y="580"/>
                </a:lnTo>
                <a:lnTo>
                  <a:pt x="130" y="581"/>
                </a:lnTo>
                <a:lnTo>
                  <a:pt x="130" y="582"/>
                </a:lnTo>
                <a:lnTo>
                  <a:pt x="131" y="582"/>
                </a:lnTo>
                <a:lnTo>
                  <a:pt x="131" y="581"/>
                </a:lnTo>
                <a:lnTo>
                  <a:pt x="132" y="580"/>
                </a:lnTo>
                <a:lnTo>
                  <a:pt x="134" y="578"/>
                </a:lnTo>
                <a:lnTo>
                  <a:pt x="135" y="577"/>
                </a:lnTo>
                <a:lnTo>
                  <a:pt x="134" y="577"/>
                </a:lnTo>
                <a:lnTo>
                  <a:pt x="134" y="576"/>
                </a:lnTo>
                <a:lnTo>
                  <a:pt x="135" y="576"/>
                </a:lnTo>
                <a:lnTo>
                  <a:pt x="138" y="576"/>
                </a:lnTo>
                <a:lnTo>
                  <a:pt x="139" y="577"/>
                </a:lnTo>
                <a:lnTo>
                  <a:pt x="140" y="575"/>
                </a:lnTo>
                <a:lnTo>
                  <a:pt x="141" y="573"/>
                </a:lnTo>
                <a:lnTo>
                  <a:pt x="142" y="573"/>
                </a:lnTo>
                <a:lnTo>
                  <a:pt x="143" y="573"/>
                </a:lnTo>
                <a:lnTo>
                  <a:pt x="143" y="572"/>
                </a:lnTo>
                <a:lnTo>
                  <a:pt x="144" y="571"/>
                </a:lnTo>
                <a:lnTo>
                  <a:pt x="145" y="571"/>
                </a:lnTo>
                <a:lnTo>
                  <a:pt x="146" y="570"/>
                </a:lnTo>
                <a:lnTo>
                  <a:pt x="147" y="569"/>
                </a:lnTo>
                <a:lnTo>
                  <a:pt x="148" y="568"/>
                </a:lnTo>
                <a:lnTo>
                  <a:pt x="147" y="567"/>
                </a:lnTo>
                <a:lnTo>
                  <a:pt x="146" y="568"/>
                </a:lnTo>
                <a:lnTo>
                  <a:pt x="145" y="569"/>
                </a:lnTo>
                <a:lnTo>
                  <a:pt x="145" y="567"/>
                </a:lnTo>
                <a:lnTo>
                  <a:pt x="147" y="567"/>
                </a:lnTo>
                <a:lnTo>
                  <a:pt x="148" y="566"/>
                </a:lnTo>
                <a:lnTo>
                  <a:pt x="149" y="566"/>
                </a:lnTo>
                <a:lnTo>
                  <a:pt x="149" y="565"/>
                </a:lnTo>
                <a:lnTo>
                  <a:pt x="150" y="564"/>
                </a:lnTo>
                <a:lnTo>
                  <a:pt x="151" y="564"/>
                </a:lnTo>
                <a:lnTo>
                  <a:pt x="153" y="563"/>
                </a:lnTo>
                <a:lnTo>
                  <a:pt x="154" y="562"/>
                </a:lnTo>
                <a:lnTo>
                  <a:pt x="154" y="561"/>
                </a:lnTo>
                <a:lnTo>
                  <a:pt x="155" y="560"/>
                </a:lnTo>
                <a:lnTo>
                  <a:pt x="156" y="560"/>
                </a:lnTo>
                <a:lnTo>
                  <a:pt x="156" y="559"/>
                </a:lnTo>
                <a:lnTo>
                  <a:pt x="156" y="558"/>
                </a:lnTo>
                <a:lnTo>
                  <a:pt x="157" y="558"/>
                </a:lnTo>
                <a:lnTo>
                  <a:pt x="157" y="559"/>
                </a:lnTo>
                <a:lnTo>
                  <a:pt x="156" y="559"/>
                </a:lnTo>
                <a:lnTo>
                  <a:pt x="156" y="560"/>
                </a:lnTo>
                <a:lnTo>
                  <a:pt x="157" y="560"/>
                </a:lnTo>
                <a:lnTo>
                  <a:pt x="158" y="560"/>
                </a:lnTo>
                <a:lnTo>
                  <a:pt x="158" y="561"/>
                </a:lnTo>
                <a:lnTo>
                  <a:pt x="159" y="562"/>
                </a:lnTo>
                <a:lnTo>
                  <a:pt x="159" y="563"/>
                </a:lnTo>
                <a:lnTo>
                  <a:pt x="160" y="562"/>
                </a:lnTo>
                <a:lnTo>
                  <a:pt x="161" y="561"/>
                </a:lnTo>
                <a:lnTo>
                  <a:pt x="161" y="560"/>
                </a:lnTo>
                <a:lnTo>
                  <a:pt x="162" y="561"/>
                </a:lnTo>
                <a:lnTo>
                  <a:pt x="161" y="563"/>
                </a:lnTo>
                <a:lnTo>
                  <a:pt x="161" y="564"/>
                </a:lnTo>
                <a:lnTo>
                  <a:pt x="160" y="564"/>
                </a:lnTo>
                <a:lnTo>
                  <a:pt x="159" y="564"/>
                </a:lnTo>
                <a:lnTo>
                  <a:pt x="159" y="565"/>
                </a:lnTo>
                <a:lnTo>
                  <a:pt x="160" y="565"/>
                </a:lnTo>
                <a:lnTo>
                  <a:pt x="161" y="566"/>
                </a:lnTo>
                <a:lnTo>
                  <a:pt x="163" y="567"/>
                </a:lnTo>
                <a:lnTo>
                  <a:pt x="165" y="569"/>
                </a:lnTo>
                <a:lnTo>
                  <a:pt x="166" y="570"/>
                </a:lnTo>
                <a:lnTo>
                  <a:pt x="166" y="571"/>
                </a:lnTo>
                <a:lnTo>
                  <a:pt x="166" y="572"/>
                </a:lnTo>
                <a:lnTo>
                  <a:pt x="167" y="572"/>
                </a:lnTo>
                <a:lnTo>
                  <a:pt x="168" y="572"/>
                </a:lnTo>
                <a:lnTo>
                  <a:pt x="168" y="573"/>
                </a:lnTo>
                <a:lnTo>
                  <a:pt x="168" y="574"/>
                </a:lnTo>
                <a:lnTo>
                  <a:pt x="167" y="575"/>
                </a:lnTo>
                <a:lnTo>
                  <a:pt x="166" y="577"/>
                </a:lnTo>
                <a:lnTo>
                  <a:pt x="166" y="578"/>
                </a:lnTo>
                <a:lnTo>
                  <a:pt x="165" y="578"/>
                </a:lnTo>
                <a:lnTo>
                  <a:pt x="165" y="579"/>
                </a:lnTo>
                <a:lnTo>
                  <a:pt x="164" y="579"/>
                </a:lnTo>
                <a:lnTo>
                  <a:pt x="164" y="580"/>
                </a:lnTo>
                <a:lnTo>
                  <a:pt x="164" y="581"/>
                </a:lnTo>
                <a:lnTo>
                  <a:pt x="165" y="581"/>
                </a:lnTo>
                <a:lnTo>
                  <a:pt x="165" y="582"/>
                </a:lnTo>
                <a:lnTo>
                  <a:pt x="165" y="583"/>
                </a:lnTo>
                <a:lnTo>
                  <a:pt x="164" y="583"/>
                </a:lnTo>
                <a:lnTo>
                  <a:pt x="164" y="584"/>
                </a:lnTo>
                <a:lnTo>
                  <a:pt x="165" y="584"/>
                </a:lnTo>
                <a:lnTo>
                  <a:pt x="165" y="585"/>
                </a:lnTo>
                <a:lnTo>
                  <a:pt x="166" y="585"/>
                </a:lnTo>
                <a:lnTo>
                  <a:pt x="166" y="586"/>
                </a:lnTo>
                <a:lnTo>
                  <a:pt x="166" y="587"/>
                </a:lnTo>
                <a:lnTo>
                  <a:pt x="167" y="587"/>
                </a:lnTo>
                <a:lnTo>
                  <a:pt x="168" y="587"/>
                </a:lnTo>
                <a:lnTo>
                  <a:pt x="168" y="586"/>
                </a:lnTo>
                <a:lnTo>
                  <a:pt x="169" y="585"/>
                </a:lnTo>
                <a:lnTo>
                  <a:pt x="170" y="584"/>
                </a:lnTo>
                <a:lnTo>
                  <a:pt x="170" y="583"/>
                </a:lnTo>
                <a:lnTo>
                  <a:pt x="171" y="582"/>
                </a:lnTo>
                <a:lnTo>
                  <a:pt x="172" y="581"/>
                </a:lnTo>
                <a:lnTo>
                  <a:pt x="172" y="580"/>
                </a:lnTo>
                <a:lnTo>
                  <a:pt x="173" y="579"/>
                </a:lnTo>
                <a:lnTo>
                  <a:pt x="173" y="578"/>
                </a:lnTo>
                <a:lnTo>
                  <a:pt x="174" y="578"/>
                </a:lnTo>
                <a:lnTo>
                  <a:pt x="175" y="577"/>
                </a:lnTo>
                <a:lnTo>
                  <a:pt x="176" y="575"/>
                </a:lnTo>
                <a:lnTo>
                  <a:pt x="176" y="574"/>
                </a:lnTo>
                <a:lnTo>
                  <a:pt x="177" y="573"/>
                </a:lnTo>
                <a:lnTo>
                  <a:pt x="178" y="572"/>
                </a:lnTo>
                <a:lnTo>
                  <a:pt x="178" y="571"/>
                </a:lnTo>
                <a:lnTo>
                  <a:pt x="178" y="570"/>
                </a:lnTo>
                <a:lnTo>
                  <a:pt x="179" y="570"/>
                </a:lnTo>
                <a:lnTo>
                  <a:pt x="180" y="567"/>
                </a:lnTo>
                <a:lnTo>
                  <a:pt x="180" y="566"/>
                </a:lnTo>
                <a:lnTo>
                  <a:pt x="180" y="565"/>
                </a:lnTo>
                <a:lnTo>
                  <a:pt x="181" y="564"/>
                </a:lnTo>
                <a:lnTo>
                  <a:pt x="182" y="563"/>
                </a:lnTo>
                <a:lnTo>
                  <a:pt x="183" y="562"/>
                </a:lnTo>
                <a:lnTo>
                  <a:pt x="183" y="561"/>
                </a:lnTo>
                <a:lnTo>
                  <a:pt x="185" y="559"/>
                </a:lnTo>
                <a:lnTo>
                  <a:pt x="186" y="559"/>
                </a:lnTo>
                <a:lnTo>
                  <a:pt x="187" y="559"/>
                </a:lnTo>
                <a:lnTo>
                  <a:pt x="188" y="559"/>
                </a:lnTo>
                <a:lnTo>
                  <a:pt x="189" y="558"/>
                </a:lnTo>
                <a:lnTo>
                  <a:pt x="189" y="557"/>
                </a:lnTo>
                <a:lnTo>
                  <a:pt x="190" y="556"/>
                </a:lnTo>
                <a:lnTo>
                  <a:pt x="190" y="555"/>
                </a:lnTo>
                <a:lnTo>
                  <a:pt x="191" y="555"/>
                </a:lnTo>
                <a:lnTo>
                  <a:pt x="192" y="553"/>
                </a:lnTo>
                <a:lnTo>
                  <a:pt x="193" y="552"/>
                </a:lnTo>
                <a:lnTo>
                  <a:pt x="193" y="551"/>
                </a:lnTo>
                <a:lnTo>
                  <a:pt x="194" y="551"/>
                </a:lnTo>
                <a:lnTo>
                  <a:pt x="195" y="551"/>
                </a:lnTo>
                <a:lnTo>
                  <a:pt x="196" y="550"/>
                </a:lnTo>
                <a:lnTo>
                  <a:pt x="196" y="549"/>
                </a:lnTo>
                <a:lnTo>
                  <a:pt x="197" y="549"/>
                </a:lnTo>
                <a:lnTo>
                  <a:pt x="198" y="551"/>
                </a:lnTo>
                <a:lnTo>
                  <a:pt x="198" y="552"/>
                </a:lnTo>
                <a:lnTo>
                  <a:pt x="198" y="553"/>
                </a:lnTo>
                <a:lnTo>
                  <a:pt x="198" y="554"/>
                </a:lnTo>
                <a:lnTo>
                  <a:pt x="197" y="554"/>
                </a:lnTo>
                <a:lnTo>
                  <a:pt x="197" y="555"/>
                </a:lnTo>
                <a:lnTo>
                  <a:pt x="198" y="555"/>
                </a:lnTo>
                <a:lnTo>
                  <a:pt x="199" y="555"/>
                </a:lnTo>
                <a:lnTo>
                  <a:pt x="199" y="554"/>
                </a:lnTo>
                <a:lnTo>
                  <a:pt x="200" y="554"/>
                </a:lnTo>
                <a:lnTo>
                  <a:pt x="201" y="553"/>
                </a:lnTo>
                <a:lnTo>
                  <a:pt x="202" y="553"/>
                </a:lnTo>
                <a:lnTo>
                  <a:pt x="203" y="553"/>
                </a:lnTo>
                <a:lnTo>
                  <a:pt x="204" y="552"/>
                </a:lnTo>
                <a:lnTo>
                  <a:pt x="205" y="552"/>
                </a:lnTo>
                <a:lnTo>
                  <a:pt x="205" y="551"/>
                </a:lnTo>
                <a:lnTo>
                  <a:pt x="204" y="551"/>
                </a:lnTo>
                <a:lnTo>
                  <a:pt x="205" y="550"/>
                </a:lnTo>
                <a:lnTo>
                  <a:pt x="205" y="549"/>
                </a:lnTo>
                <a:lnTo>
                  <a:pt x="206" y="549"/>
                </a:lnTo>
                <a:lnTo>
                  <a:pt x="206" y="548"/>
                </a:lnTo>
                <a:lnTo>
                  <a:pt x="205" y="548"/>
                </a:lnTo>
                <a:lnTo>
                  <a:pt x="205" y="547"/>
                </a:lnTo>
                <a:lnTo>
                  <a:pt x="206" y="546"/>
                </a:lnTo>
                <a:lnTo>
                  <a:pt x="206" y="545"/>
                </a:lnTo>
                <a:lnTo>
                  <a:pt x="206" y="544"/>
                </a:lnTo>
                <a:lnTo>
                  <a:pt x="206" y="543"/>
                </a:lnTo>
                <a:lnTo>
                  <a:pt x="207" y="542"/>
                </a:lnTo>
                <a:lnTo>
                  <a:pt x="209" y="542"/>
                </a:lnTo>
                <a:lnTo>
                  <a:pt x="210" y="541"/>
                </a:lnTo>
                <a:lnTo>
                  <a:pt x="211" y="541"/>
                </a:lnTo>
                <a:lnTo>
                  <a:pt x="212" y="541"/>
                </a:lnTo>
                <a:lnTo>
                  <a:pt x="213" y="540"/>
                </a:lnTo>
                <a:lnTo>
                  <a:pt x="214" y="539"/>
                </a:lnTo>
                <a:lnTo>
                  <a:pt x="216" y="538"/>
                </a:lnTo>
                <a:lnTo>
                  <a:pt x="216" y="537"/>
                </a:lnTo>
                <a:lnTo>
                  <a:pt x="217" y="537"/>
                </a:lnTo>
                <a:lnTo>
                  <a:pt x="218" y="536"/>
                </a:lnTo>
                <a:lnTo>
                  <a:pt x="218" y="534"/>
                </a:lnTo>
                <a:lnTo>
                  <a:pt x="219" y="533"/>
                </a:lnTo>
                <a:lnTo>
                  <a:pt x="218" y="532"/>
                </a:lnTo>
                <a:lnTo>
                  <a:pt x="218" y="531"/>
                </a:lnTo>
                <a:lnTo>
                  <a:pt x="217" y="530"/>
                </a:lnTo>
                <a:lnTo>
                  <a:pt x="217" y="529"/>
                </a:lnTo>
                <a:lnTo>
                  <a:pt x="217" y="528"/>
                </a:lnTo>
                <a:lnTo>
                  <a:pt x="218" y="528"/>
                </a:lnTo>
                <a:lnTo>
                  <a:pt x="220" y="528"/>
                </a:lnTo>
                <a:lnTo>
                  <a:pt x="221" y="528"/>
                </a:lnTo>
                <a:lnTo>
                  <a:pt x="222" y="527"/>
                </a:lnTo>
                <a:lnTo>
                  <a:pt x="222" y="526"/>
                </a:lnTo>
                <a:lnTo>
                  <a:pt x="223" y="525"/>
                </a:lnTo>
                <a:lnTo>
                  <a:pt x="225" y="524"/>
                </a:lnTo>
                <a:lnTo>
                  <a:pt x="225" y="523"/>
                </a:lnTo>
                <a:lnTo>
                  <a:pt x="225" y="524"/>
                </a:lnTo>
                <a:lnTo>
                  <a:pt x="225" y="525"/>
                </a:lnTo>
                <a:lnTo>
                  <a:pt x="225" y="526"/>
                </a:lnTo>
                <a:lnTo>
                  <a:pt x="225" y="527"/>
                </a:lnTo>
                <a:lnTo>
                  <a:pt x="225" y="526"/>
                </a:lnTo>
                <a:lnTo>
                  <a:pt x="226" y="526"/>
                </a:lnTo>
                <a:lnTo>
                  <a:pt x="226" y="525"/>
                </a:lnTo>
                <a:lnTo>
                  <a:pt x="227" y="525"/>
                </a:lnTo>
                <a:lnTo>
                  <a:pt x="228" y="525"/>
                </a:lnTo>
                <a:lnTo>
                  <a:pt x="228" y="524"/>
                </a:lnTo>
                <a:lnTo>
                  <a:pt x="228" y="523"/>
                </a:lnTo>
                <a:lnTo>
                  <a:pt x="227" y="523"/>
                </a:lnTo>
                <a:lnTo>
                  <a:pt x="227" y="522"/>
                </a:lnTo>
                <a:lnTo>
                  <a:pt x="227" y="521"/>
                </a:lnTo>
                <a:lnTo>
                  <a:pt x="227" y="520"/>
                </a:lnTo>
                <a:lnTo>
                  <a:pt x="228" y="518"/>
                </a:lnTo>
                <a:lnTo>
                  <a:pt x="229" y="518"/>
                </a:lnTo>
                <a:lnTo>
                  <a:pt x="231" y="516"/>
                </a:lnTo>
                <a:lnTo>
                  <a:pt x="232" y="515"/>
                </a:lnTo>
                <a:lnTo>
                  <a:pt x="233" y="514"/>
                </a:lnTo>
                <a:lnTo>
                  <a:pt x="233" y="513"/>
                </a:lnTo>
                <a:lnTo>
                  <a:pt x="234" y="513"/>
                </a:lnTo>
                <a:lnTo>
                  <a:pt x="235" y="512"/>
                </a:lnTo>
                <a:lnTo>
                  <a:pt x="236" y="512"/>
                </a:lnTo>
                <a:lnTo>
                  <a:pt x="237" y="512"/>
                </a:lnTo>
                <a:lnTo>
                  <a:pt x="237" y="511"/>
                </a:lnTo>
                <a:lnTo>
                  <a:pt x="237" y="510"/>
                </a:lnTo>
                <a:lnTo>
                  <a:pt x="238" y="509"/>
                </a:lnTo>
                <a:lnTo>
                  <a:pt x="240" y="508"/>
                </a:lnTo>
                <a:lnTo>
                  <a:pt x="241" y="508"/>
                </a:lnTo>
                <a:lnTo>
                  <a:pt x="243" y="507"/>
                </a:lnTo>
                <a:lnTo>
                  <a:pt x="245" y="507"/>
                </a:lnTo>
                <a:lnTo>
                  <a:pt x="245" y="506"/>
                </a:lnTo>
                <a:lnTo>
                  <a:pt x="247" y="505"/>
                </a:lnTo>
                <a:lnTo>
                  <a:pt x="248" y="504"/>
                </a:lnTo>
                <a:lnTo>
                  <a:pt x="249" y="503"/>
                </a:lnTo>
                <a:lnTo>
                  <a:pt x="250" y="503"/>
                </a:lnTo>
                <a:lnTo>
                  <a:pt x="251" y="502"/>
                </a:lnTo>
                <a:lnTo>
                  <a:pt x="252" y="502"/>
                </a:lnTo>
                <a:lnTo>
                  <a:pt x="252" y="501"/>
                </a:lnTo>
                <a:lnTo>
                  <a:pt x="253" y="501"/>
                </a:lnTo>
                <a:lnTo>
                  <a:pt x="254" y="501"/>
                </a:lnTo>
                <a:lnTo>
                  <a:pt x="255" y="501"/>
                </a:lnTo>
                <a:lnTo>
                  <a:pt x="255" y="500"/>
                </a:lnTo>
                <a:lnTo>
                  <a:pt x="256" y="500"/>
                </a:lnTo>
                <a:lnTo>
                  <a:pt x="256" y="499"/>
                </a:lnTo>
                <a:lnTo>
                  <a:pt x="256" y="498"/>
                </a:lnTo>
                <a:lnTo>
                  <a:pt x="257" y="498"/>
                </a:lnTo>
                <a:lnTo>
                  <a:pt x="258" y="497"/>
                </a:lnTo>
                <a:lnTo>
                  <a:pt x="259" y="498"/>
                </a:lnTo>
                <a:lnTo>
                  <a:pt x="261" y="499"/>
                </a:lnTo>
                <a:lnTo>
                  <a:pt x="262" y="499"/>
                </a:lnTo>
                <a:lnTo>
                  <a:pt x="263" y="499"/>
                </a:lnTo>
                <a:lnTo>
                  <a:pt x="264" y="500"/>
                </a:lnTo>
                <a:lnTo>
                  <a:pt x="265" y="500"/>
                </a:lnTo>
                <a:lnTo>
                  <a:pt x="265" y="499"/>
                </a:lnTo>
                <a:lnTo>
                  <a:pt x="265" y="500"/>
                </a:lnTo>
                <a:lnTo>
                  <a:pt x="266" y="501"/>
                </a:lnTo>
                <a:lnTo>
                  <a:pt x="266" y="502"/>
                </a:lnTo>
                <a:lnTo>
                  <a:pt x="267" y="502"/>
                </a:lnTo>
                <a:lnTo>
                  <a:pt x="268" y="502"/>
                </a:lnTo>
                <a:lnTo>
                  <a:pt x="269" y="502"/>
                </a:lnTo>
                <a:lnTo>
                  <a:pt x="269" y="501"/>
                </a:lnTo>
                <a:lnTo>
                  <a:pt x="270" y="501"/>
                </a:lnTo>
                <a:lnTo>
                  <a:pt x="271" y="500"/>
                </a:lnTo>
                <a:lnTo>
                  <a:pt x="271" y="499"/>
                </a:lnTo>
                <a:lnTo>
                  <a:pt x="272" y="499"/>
                </a:lnTo>
                <a:lnTo>
                  <a:pt x="272" y="500"/>
                </a:lnTo>
                <a:lnTo>
                  <a:pt x="273" y="500"/>
                </a:lnTo>
                <a:lnTo>
                  <a:pt x="274" y="500"/>
                </a:lnTo>
                <a:lnTo>
                  <a:pt x="275" y="500"/>
                </a:lnTo>
                <a:lnTo>
                  <a:pt x="276" y="500"/>
                </a:lnTo>
                <a:lnTo>
                  <a:pt x="277" y="500"/>
                </a:lnTo>
                <a:lnTo>
                  <a:pt x="277" y="501"/>
                </a:lnTo>
                <a:lnTo>
                  <a:pt x="277" y="502"/>
                </a:lnTo>
                <a:lnTo>
                  <a:pt x="277" y="503"/>
                </a:lnTo>
                <a:lnTo>
                  <a:pt x="277" y="504"/>
                </a:lnTo>
                <a:lnTo>
                  <a:pt x="278" y="505"/>
                </a:lnTo>
                <a:lnTo>
                  <a:pt x="279" y="506"/>
                </a:lnTo>
                <a:lnTo>
                  <a:pt x="279" y="507"/>
                </a:lnTo>
                <a:lnTo>
                  <a:pt x="279" y="508"/>
                </a:lnTo>
                <a:lnTo>
                  <a:pt x="279" y="509"/>
                </a:lnTo>
                <a:lnTo>
                  <a:pt x="279" y="511"/>
                </a:lnTo>
                <a:lnTo>
                  <a:pt x="279" y="512"/>
                </a:lnTo>
                <a:lnTo>
                  <a:pt x="280" y="512"/>
                </a:lnTo>
                <a:lnTo>
                  <a:pt x="282" y="513"/>
                </a:lnTo>
                <a:lnTo>
                  <a:pt x="283" y="514"/>
                </a:lnTo>
                <a:lnTo>
                  <a:pt x="284" y="515"/>
                </a:lnTo>
                <a:lnTo>
                  <a:pt x="284" y="516"/>
                </a:lnTo>
                <a:lnTo>
                  <a:pt x="284" y="517"/>
                </a:lnTo>
                <a:lnTo>
                  <a:pt x="285" y="517"/>
                </a:lnTo>
                <a:lnTo>
                  <a:pt x="286" y="517"/>
                </a:lnTo>
                <a:lnTo>
                  <a:pt x="287" y="517"/>
                </a:lnTo>
                <a:lnTo>
                  <a:pt x="290" y="516"/>
                </a:lnTo>
                <a:lnTo>
                  <a:pt x="291" y="516"/>
                </a:lnTo>
                <a:lnTo>
                  <a:pt x="291" y="515"/>
                </a:lnTo>
                <a:lnTo>
                  <a:pt x="292" y="514"/>
                </a:lnTo>
                <a:lnTo>
                  <a:pt x="292" y="513"/>
                </a:lnTo>
                <a:lnTo>
                  <a:pt x="293" y="511"/>
                </a:lnTo>
                <a:lnTo>
                  <a:pt x="294" y="509"/>
                </a:lnTo>
                <a:lnTo>
                  <a:pt x="295" y="508"/>
                </a:lnTo>
                <a:lnTo>
                  <a:pt x="296" y="508"/>
                </a:lnTo>
                <a:lnTo>
                  <a:pt x="296" y="507"/>
                </a:lnTo>
                <a:lnTo>
                  <a:pt x="296" y="506"/>
                </a:lnTo>
                <a:lnTo>
                  <a:pt x="297" y="505"/>
                </a:lnTo>
                <a:lnTo>
                  <a:pt x="297" y="504"/>
                </a:lnTo>
                <a:lnTo>
                  <a:pt x="297" y="503"/>
                </a:lnTo>
                <a:lnTo>
                  <a:pt x="297" y="502"/>
                </a:lnTo>
                <a:lnTo>
                  <a:pt x="298" y="501"/>
                </a:lnTo>
                <a:lnTo>
                  <a:pt x="299" y="500"/>
                </a:lnTo>
                <a:lnTo>
                  <a:pt x="299" y="499"/>
                </a:lnTo>
                <a:lnTo>
                  <a:pt x="299" y="498"/>
                </a:lnTo>
                <a:lnTo>
                  <a:pt x="300" y="497"/>
                </a:lnTo>
                <a:lnTo>
                  <a:pt x="300" y="496"/>
                </a:lnTo>
                <a:lnTo>
                  <a:pt x="301" y="495"/>
                </a:lnTo>
                <a:lnTo>
                  <a:pt x="302" y="493"/>
                </a:lnTo>
                <a:lnTo>
                  <a:pt x="301" y="492"/>
                </a:lnTo>
                <a:lnTo>
                  <a:pt x="300" y="491"/>
                </a:lnTo>
                <a:lnTo>
                  <a:pt x="300" y="490"/>
                </a:lnTo>
                <a:lnTo>
                  <a:pt x="301" y="487"/>
                </a:lnTo>
                <a:lnTo>
                  <a:pt x="301" y="486"/>
                </a:lnTo>
                <a:lnTo>
                  <a:pt x="301" y="485"/>
                </a:lnTo>
                <a:lnTo>
                  <a:pt x="302" y="484"/>
                </a:lnTo>
                <a:lnTo>
                  <a:pt x="303" y="483"/>
                </a:lnTo>
                <a:lnTo>
                  <a:pt x="303" y="482"/>
                </a:lnTo>
                <a:lnTo>
                  <a:pt x="303" y="481"/>
                </a:lnTo>
                <a:lnTo>
                  <a:pt x="304" y="480"/>
                </a:lnTo>
                <a:lnTo>
                  <a:pt x="304" y="479"/>
                </a:lnTo>
                <a:lnTo>
                  <a:pt x="304" y="477"/>
                </a:lnTo>
                <a:lnTo>
                  <a:pt x="303" y="477"/>
                </a:lnTo>
                <a:lnTo>
                  <a:pt x="302" y="477"/>
                </a:lnTo>
                <a:lnTo>
                  <a:pt x="300" y="477"/>
                </a:lnTo>
                <a:lnTo>
                  <a:pt x="299" y="478"/>
                </a:lnTo>
                <a:lnTo>
                  <a:pt x="298" y="478"/>
                </a:lnTo>
                <a:lnTo>
                  <a:pt x="298" y="477"/>
                </a:lnTo>
                <a:lnTo>
                  <a:pt x="298" y="476"/>
                </a:lnTo>
                <a:lnTo>
                  <a:pt x="298" y="475"/>
                </a:lnTo>
                <a:lnTo>
                  <a:pt x="299" y="475"/>
                </a:lnTo>
                <a:lnTo>
                  <a:pt x="299" y="474"/>
                </a:lnTo>
                <a:lnTo>
                  <a:pt x="299" y="472"/>
                </a:lnTo>
                <a:lnTo>
                  <a:pt x="299" y="471"/>
                </a:lnTo>
                <a:lnTo>
                  <a:pt x="298" y="469"/>
                </a:lnTo>
                <a:lnTo>
                  <a:pt x="297" y="469"/>
                </a:lnTo>
                <a:lnTo>
                  <a:pt x="296" y="469"/>
                </a:lnTo>
                <a:lnTo>
                  <a:pt x="295" y="469"/>
                </a:lnTo>
                <a:lnTo>
                  <a:pt x="295" y="468"/>
                </a:lnTo>
                <a:lnTo>
                  <a:pt x="295" y="467"/>
                </a:lnTo>
                <a:lnTo>
                  <a:pt x="296" y="467"/>
                </a:lnTo>
                <a:lnTo>
                  <a:pt x="296" y="466"/>
                </a:lnTo>
                <a:lnTo>
                  <a:pt x="295" y="465"/>
                </a:lnTo>
                <a:lnTo>
                  <a:pt x="296" y="465"/>
                </a:lnTo>
                <a:lnTo>
                  <a:pt x="296" y="463"/>
                </a:lnTo>
                <a:lnTo>
                  <a:pt x="297" y="463"/>
                </a:lnTo>
                <a:lnTo>
                  <a:pt x="297" y="462"/>
                </a:lnTo>
                <a:lnTo>
                  <a:pt x="296" y="462"/>
                </a:lnTo>
                <a:lnTo>
                  <a:pt x="295" y="462"/>
                </a:lnTo>
                <a:lnTo>
                  <a:pt x="295" y="461"/>
                </a:lnTo>
                <a:lnTo>
                  <a:pt x="294" y="460"/>
                </a:lnTo>
                <a:lnTo>
                  <a:pt x="294" y="459"/>
                </a:lnTo>
                <a:lnTo>
                  <a:pt x="295" y="458"/>
                </a:lnTo>
                <a:lnTo>
                  <a:pt x="295" y="457"/>
                </a:lnTo>
                <a:lnTo>
                  <a:pt x="296" y="455"/>
                </a:lnTo>
                <a:lnTo>
                  <a:pt x="296" y="454"/>
                </a:lnTo>
                <a:lnTo>
                  <a:pt x="297" y="454"/>
                </a:lnTo>
                <a:lnTo>
                  <a:pt x="297" y="453"/>
                </a:lnTo>
                <a:lnTo>
                  <a:pt x="299" y="453"/>
                </a:lnTo>
                <a:lnTo>
                  <a:pt x="299" y="452"/>
                </a:lnTo>
                <a:lnTo>
                  <a:pt x="298" y="452"/>
                </a:lnTo>
                <a:lnTo>
                  <a:pt x="298" y="451"/>
                </a:lnTo>
                <a:lnTo>
                  <a:pt x="299" y="451"/>
                </a:lnTo>
                <a:lnTo>
                  <a:pt x="300" y="451"/>
                </a:lnTo>
                <a:lnTo>
                  <a:pt x="301" y="451"/>
                </a:lnTo>
                <a:lnTo>
                  <a:pt x="302" y="451"/>
                </a:lnTo>
                <a:lnTo>
                  <a:pt x="302" y="450"/>
                </a:lnTo>
                <a:lnTo>
                  <a:pt x="303" y="450"/>
                </a:lnTo>
                <a:lnTo>
                  <a:pt x="304" y="450"/>
                </a:lnTo>
                <a:lnTo>
                  <a:pt x="304" y="449"/>
                </a:lnTo>
                <a:lnTo>
                  <a:pt x="304" y="450"/>
                </a:lnTo>
                <a:lnTo>
                  <a:pt x="305" y="448"/>
                </a:lnTo>
                <a:lnTo>
                  <a:pt x="305" y="447"/>
                </a:lnTo>
                <a:lnTo>
                  <a:pt x="305" y="445"/>
                </a:lnTo>
                <a:lnTo>
                  <a:pt x="305" y="444"/>
                </a:lnTo>
                <a:lnTo>
                  <a:pt x="306" y="444"/>
                </a:lnTo>
                <a:lnTo>
                  <a:pt x="307" y="443"/>
                </a:lnTo>
                <a:lnTo>
                  <a:pt x="307" y="442"/>
                </a:lnTo>
                <a:lnTo>
                  <a:pt x="307" y="441"/>
                </a:lnTo>
                <a:lnTo>
                  <a:pt x="306" y="441"/>
                </a:lnTo>
                <a:lnTo>
                  <a:pt x="304" y="440"/>
                </a:lnTo>
                <a:lnTo>
                  <a:pt x="304" y="439"/>
                </a:lnTo>
                <a:lnTo>
                  <a:pt x="304" y="438"/>
                </a:lnTo>
                <a:lnTo>
                  <a:pt x="304" y="437"/>
                </a:lnTo>
                <a:lnTo>
                  <a:pt x="303" y="436"/>
                </a:lnTo>
                <a:lnTo>
                  <a:pt x="303" y="435"/>
                </a:lnTo>
                <a:lnTo>
                  <a:pt x="303" y="434"/>
                </a:lnTo>
                <a:lnTo>
                  <a:pt x="303" y="433"/>
                </a:lnTo>
                <a:lnTo>
                  <a:pt x="303" y="431"/>
                </a:lnTo>
                <a:lnTo>
                  <a:pt x="302" y="431"/>
                </a:lnTo>
                <a:lnTo>
                  <a:pt x="302" y="430"/>
                </a:lnTo>
                <a:lnTo>
                  <a:pt x="301" y="429"/>
                </a:lnTo>
                <a:lnTo>
                  <a:pt x="301" y="428"/>
                </a:lnTo>
                <a:lnTo>
                  <a:pt x="302" y="428"/>
                </a:lnTo>
                <a:lnTo>
                  <a:pt x="302" y="426"/>
                </a:lnTo>
                <a:lnTo>
                  <a:pt x="302" y="425"/>
                </a:lnTo>
                <a:lnTo>
                  <a:pt x="301" y="424"/>
                </a:lnTo>
                <a:lnTo>
                  <a:pt x="301" y="423"/>
                </a:lnTo>
                <a:lnTo>
                  <a:pt x="300" y="423"/>
                </a:lnTo>
                <a:lnTo>
                  <a:pt x="299" y="423"/>
                </a:lnTo>
                <a:lnTo>
                  <a:pt x="299" y="422"/>
                </a:lnTo>
                <a:lnTo>
                  <a:pt x="299" y="421"/>
                </a:lnTo>
                <a:lnTo>
                  <a:pt x="299" y="419"/>
                </a:lnTo>
                <a:lnTo>
                  <a:pt x="298" y="419"/>
                </a:lnTo>
                <a:lnTo>
                  <a:pt x="298" y="418"/>
                </a:lnTo>
                <a:lnTo>
                  <a:pt x="298" y="416"/>
                </a:lnTo>
                <a:lnTo>
                  <a:pt x="299" y="416"/>
                </a:lnTo>
                <a:lnTo>
                  <a:pt x="299" y="415"/>
                </a:lnTo>
                <a:lnTo>
                  <a:pt x="299" y="414"/>
                </a:lnTo>
                <a:lnTo>
                  <a:pt x="299" y="412"/>
                </a:lnTo>
                <a:lnTo>
                  <a:pt x="299" y="411"/>
                </a:lnTo>
                <a:lnTo>
                  <a:pt x="299" y="410"/>
                </a:lnTo>
                <a:lnTo>
                  <a:pt x="297" y="410"/>
                </a:lnTo>
                <a:lnTo>
                  <a:pt x="298" y="408"/>
                </a:lnTo>
                <a:lnTo>
                  <a:pt x="298" y="407"/>
                </a:lnTo>
                <a:lnTo>
                  <a:pt x="297" y="406"/>
                </a:lnTo>
                <a:lnTo>
                  <a:pt x="297" y="405"/>
                </a:lnTo>
                <a:lnTo>
                  <a:pt x="296" y="404"/>
                </a:lnTo>
                <a:lnTo>
                  <a:pt x="296" y="403"/>
                </a:lnTo>
                <a:lnTo>
                  <a:pt x="296" y="402"/>
                </a:lnTo>
                <a:lnTo>
                  <a:pt x="296" y="401"/>
                </a:lnTo>
                <a:lnTo>
                  <a:pt x="295" y="400"/>
                </a:lnTo>
                <a:lnTo>
                  <a:pt x="295" y="399"/>
                </a:lnTo>
                <a:lnTo>
                  <a:pt x="295" y="398"/>
                </a:lnTo>
                <a:lnTo>
                  <a:pt x="295" y="397"/>
                </a:lnTo>
                <a:lnTo>
                  <a:pt x="295" y="396"/>
                </a:lnTo>
                <a:lnTo>
                  <a:pt x="295" y="395"/>
                </a:lnTo>
                <a:lnTo>
                  <a:pt x="294" y="395"/>
                </a:lnTo>
                <a:lnTo>
                  <a:pt x="292" y="394"/>
                </a:lnTo>
                <a:lnTo>
                  <a:pt x="291" y="394"/>
                </a:lnTo>
                <a:lnTo>
                  <a:pt x="291" y="393"/>
                </a:lnTo>
                <a:lnTo>
                  <a:pt x="290" y="392"/>
                </a:lnTo>
                <a:lnTo>
                  <a:pt x="290" y="391"/>
                </a:lnTo>
                <a:lnTo>
                  <a:pt x="290" y="390"/>
                </a:lnTo>
                <a:lnTo>
                  <a:pt x="289" y="391"/>
                </a:lnTo>
                <a:lnTo>
                  <a:pt x="288" y="391"/>
                </a:lnTo>
                <a:lnTo>
                  <a:pt x="287" y="391"/>
                </a:lnTo>
                <a:lnTo>
                  <a:pt x="286" y="391"/>
                </a:lnTo>
                <a:lnTo>
                  <a:pt x="285" y="391"/>
                </a:lnTo>
                <a:lnTo>
                  <a:pt x="284" y="391"/>
                </a:lnTo>
                <a:lnTo>
                  <a:pt x="283" y="391"/>
                </a:lnTo>
                <a:lnTo>
                  <a:pt x="283" y="392"/>
                </a:lnTo>
                <a:lnTo>
                  <a:pt x="280" y="392"/>
                </a:lnTo>
                <a:lnTo>
                  <a:pt x="278" y="390"/>
                </a:lnTo>
                <a:lnTo>
                  <a:pt x="278" y="389"/>
                </a:lnTo>
                <a:lnTo>
                  <a:pt x="277" y="388"/>
                </a:lnTo>
                <a:lnTo>
                  <a:pt x="276" y="388"/>
                </a:lnTo>
                <a:lnTo>
                  <a:pt x="276" y="387"/>
                </a:lnTo>
                <a:lnTo>
                  <a:pt x="275" y="387"/>
                </a:lnTo>
                <a:lnTo>
                  <a:pt x="276" y="387"/>
                </a:lnTo>
                <a:lnTo>
                  <a:pt x="276" y="386"/>
                </a:lnTo>
                <a:lnTo>
                  <a:pt x="276" y="385"/>
                </a:lnTo>
                <a:lnTo>
                  <a:pt x="275" y="385"/>
                </a:lnTo>
                <a:lnTo>
                  <a:pt x="274" y="385"/>
                </a:lnTo>
                <a:lnTo>
                  <a:pt x="273" y="385"/>
                </a:lnTo>
                <a:lnTo>
                  <a:pt x="272" y="385"/>
                </a:lnTo>
                <a:lnTo>
                  <a:pt x="272" y="384"/>
                </a:lnTo>
                <a:lnTo>
                  <a:pt x="270" y="383"/>
                </a:lnTo>
                <a:lnTo>
                  <a:pt x="270" y="382"/>
                </a:lnTo>
                <a:lnTo>
                  <a:pt x="270" y="381"/>
                </a:lnTo>
                <a:lnTo>
                  <a:pt x="269" y="380"/>
                </a:lnTo>
                <a:lnTo>
                  <a:pt x="268" y="380"/>
                </a:lnTo>
                <a:lnTo>
                  <a:pt x="268" y="379"/>
                </a:lnTo>
                <a:lnTo>
                  <a:pt x="267" y="379"/>
                </a:lnTo>
                <a:lnTo>
                  <a:pt x="266" y="379"/>
                </a:lnTo>
                <a:lnTo>
                  <a:pt x="266" y="378"/>
                </a:lnTo>
                <a:lnTo>
                  <a:pt x="266" y="379"/>
                </a:lnTo>
                <a:lnTo>
                  <a:pt x="265" y="379"/>
                </a:lnTo>
                <a:lnTo>
                  <a:pt x="264" y="379"/>
                </a:lnTo>
                <a:lnTo>
                  <a:pt x="263" y="379"/>
                </a:lnTo>
                <a:lnTo>
                  <a:pt x="263" y="380"/>
                </a:lnTo>
                <a:lnTo>
                  <a:pt x="262" y="380"/>
                </a:lnTo>
                <a:lnTo>
                  <a:pt x="261" y="380"/>
                </a:lnTo>
                <a:lnTo>
                  <a:pt x="260" y="380"/>
                </a:lnTo>
                <a:lnTo>
                  <a:pt x="260" y="379"/>
                </a:lnTo>
                <a:lnTo>
                  <a:pt x="259" y="378"/>
                </a:lnTo>
                <a:lnTo>
                  <a:pt x="259" y="377"/>
                </a:lnTo>
                <a:lnTo>
                  <a:pt x="260" y="377"/>
                </a:lnTo>
                <a:lnTo>
                  <a:pt x="260" y="376"/>
                </a:lnTo>
                <a:lnTo>
                  <a:pt x="261" y="376"/>
                </a:lnTo>
                <a:lnTo>
                  <a:pt x="262" y="376"/>
                </a:lnTo>
                <a:lnTo>
                  <a:pt x="262" y="375"/>
                </a:lnTo>
                <a:lnTo>
                  <a:pt x="263" y="375"/>
                </a:lnTo>
                <a:lnTo>
                  <a:pt x="262" y="374"/>
                </a:lnTo>
                <a:lnTo>
                  <a:pt x="263" y="374"/>
                </a:lnTo>
                <a:lnTo>
                  <a:pt x="263" y="373"/>
                </a:lnTo>
                <a:lnTo>
                  <a:pt x="264" y="373"/>
                </a:lnTo>
                <a:lnTo>
                  <a:pt x="265" y="372"/>
                </a:lnTo>
                <a:lnTo>
                  <a:pt x="265" y="371"/>
                </a:lnTo>
                <a:lnTo>
                  <a:pt x="266" y="371"/>
                </a:lnTo>
                <a:lnTo>
                  <a:pt x="265" y="371"/>
                </a:lnTo>
                <a:lnTo>
                  <a:pt x="264" y="371"/>
                </a:lnTo>
                <a:lnTo>
                  <a:pt x="264" y="372"/>
                </a:lnTo>
                <a:lnTo>
                  <a:pt x="263" y="372"/>
                </a:lnTo>
                <a:lnTo>
                  <a:pt x="262" y="372"/>
                </a:lnTo>
                <a:lnTo>
                  <a:pt x="261" y="372"/>
                </a:lnTo>
                <a:lnTo>
                  <a:pt x="260" y="372"/>
                </a:lnTo>
                <a:lnTo>
                  <a:pt x="259" y="371"/>
                </a:lnTo>
                <a:lnTo>
                  <a:pt x="258" y="371"/>
                </a:lnTo>
                <a:lnTo>
                  <a:pt x="258" y="370"/>
                </a:lnTo>
                <a:lnTo>
                  <a:pt x="257" y="369"/>
                </a:lnTo>
                <a:lnTo>
                  <a:pt x="257" y="370"/>
                </a:lnTo>
                <a:lnTo>
                  <a:pt x="256" y="370"/>
                </a:lnTo>
                <a:lnTo>
                  <a:pt x="256" y="369"/>
                </a:lnTo>
                <a:lnTo>
                  <a:pt x="255" y="370"/>
                </a:lnTo>
                <a:lnTo>
                  <a:pt x="254" y="370"/>
                </a:lnTo>
                <a:lnTo>
                  <a:pt x="251" y="370"/>
                </a:lnTo>
                <a:lnTo>
                  <a:pt x="250" y="370"/>
                </a:lnTo>
                <a:lnTo>
                  <a:pt x="249" y="369"/>
                </a:lnTo>
                <a:lnTo>
                  <a:pt x="249" y="368"/>
                </a:lnTo>
                <a:lnTo>
                  <a:pt x="248" y="368"/>
                </a:lnTo>
                <a:lnTo>
                  <a:pt x="247" y="368"/>
                </a:lnTo>
                <a:lnTo>
                  <a:pt x="246" y="368"/>
                </a:lnTo>
                <a:lnTo>
                  <a:pt x="245" y="368"/>
                </a:lnTo>
                <a:lnTo>
                  <a:pt x="245" y="366"/>
                </a:lnTo>
                <a:lnTo>
                  <a:pt x="245" y="365"/>
                </a:lnTo>
                <a:lnTo>
                  <a:pt x="244" y="365"/>
                </a:lnTo>
                <a:lnTo>
                  <a:pt x="243" y="364"/>
                </a:lnTo>
                <a:lnTo>
                  <a:pt x="241" y="363"/>
                </a:lnTo>
                <a:lnTo>
                  <a:pt x="240" y="363"/>
                </a:lnTo>
                <a:lnTo>
                  <a:pt x="239" y="363"/>
                </a:lnTo>
                <a:lnTo>
                  <a:pt x="238" y="364"/>
                </a:lnTo>
                <a:lnTo>
                  <a:pt x="237" y="364"/>
                </a:lnTo>
                <a:lnTo>
                  <a:pt x="235" y="366"/>
                </a:lnTo>
                <a:lnTo>
                  <a:pt x="234" y="367"/>
                </a:lnTo>
                <a:lnTo>
                  <a:pt x="234" y="366"/>
                </a:lnTo>
                <a:lnTo>
                  <a:pt x="233" y="366"/>
                </a:lnTo>
                <a:lnTo>
                  <a:pt x="233" y="365"/>
                </a:lnTo>
                <a:lnTo>
                  <a:pt x="233" y="364"/>
                </a:lnTo>
                <a:lnTo>
                  <a:pt x="232" y="364"/>
                </a:lnTo>
                <a:lnTo>
                  <a:pt x="231" y="365"/>
                </a:lnTo>
                <a:lnTo>
                  <a:pt x="230" y="365"/>
                </a:lnTo>
                <a:lnTo>
                  <a:pt x="229" y="365"/>
                </a:lnTo>
                <a:lnTo>
                  <a:pt x="228" y="365"/>
                </a:lnTo>
                <a:lnTo>
                  <a:pt x="228" y="366"/>
                </a:lnTo>
                <a:lnTo>
                  <a:pt x="227" y="366"/>
                </a:lnTo>
                <a:lnTo>
                  <a:pt x="227" y="365"/>
                </a:lnTo>
                <a:lnTo>
                  <a:pt x="226" y="365"/>
                </a:lnTo>
                <a:lnTo>
                  <a:pt x="225" y="365"/>
                </a:lnTo>
                <a:lnTo>
                  <a:pt x="223" y="366"/>
                </a:lnTo>
                <a:lnTo>
                  <a:pt x="222" y="366"/>
                </a:lnTo>
                <a:lnTo>
                  <a:pt x="221" y="365"/>
                </a:lnTo>
                <a:lnTo>
                  <a:pt x="220" y="364"/>
                </a:lnTo>
                <a:lnTo>
                  <a:pt x="221" y="363"/>
                </a:lnTo>
                <a:lnTo>
                  <a:pt x="221" y="362"/>
                </a:lnTo>
                <a:lnTo>
                  <a:pt x="221" y="361"/>
                </a:lnTo>
                <a:lnTo>
                  <a:pt x="222" y="361"/>
                </a:lnTo>
                <a:lnTo>
                  <a:pt x="223" y="360"/>
                </a:lnTo>
                <a:lnTo>
                  <a:pt x="224" y="359"/>
                </a:lnTo>
                <a:lnTo>
                  <a:pt x="225" y="359"/>
                </a:lnTo>
                <a:lnTo>
                  <a:pt x="226" y="359"/>
                </a:lnTo>
                <a:lnTo>
                  <a:pt x="225" y="358"/>
                </a:lnTo>
                <a:lnTo>
                  <a:pt x="224" y="358"/>
                </a:lnTo>
                <a:lnTo>
                  <a:pt x="224" y="357"/>
                </a:lnTo>
                <a:lnTo>
                  <a:pt x="225" y="357"/>
                </a:lnTo>
                <a:lnTo>
                  <a:pt x="225" y="356"/>
                </a:lnTo>
                <a:lnTo>
                  <a:pt x="224" y="356"/>
                </a:lnTo>
                <a:lnTo>
                  <a:pt x="224" y="355"/>
                </a:lnTo>
                <a:lnTo>
                  <a:pt x="225" y="354"/>
                </a:lnTo>
                <a:lnTo>
                  <a:pt x="226" y="355"/>
                </a:lnTo>
                <a:lnTo>
                  <a:pt x="226" y="354"/>
                </a:lnTo>
                <a:lnTo>
                  <a:pt x="228" y="354"/>
                </a:lnTo>
                <a:lnTo>
                  <a:pt x="228" y="353"/>
                </a:lnTo>
                <a:lnTo>
                  <a:pt x="227" y="353"/>
                </a:lnTo>
                <a:lnTo>
                  <a:pt x="226" y="353"/>
                </a:lnTo>
                <a:lnTo>
                  <a:pt x="225" y="352"/>
                </a:lnTo>
                <a:lnTo>
                  <a:pt x="225" y="351"/>
                </a:lnTo>
                <a:lnTo>
                  <a:pt x="224" y="350"/>
                </a:lnTo>
                <a:lnTo>
                  <a:pt x="224" y="349"/>
                </a:lnTo>
                <a:lnTo>
                  <a:pt x="223" y="349"/>
                </a:lnTo>
                <a:lnTo>
                  <a:pt x="223" y="347"/>
                </a:lnTo>
                <a:lnTo>
                  <a:pt x="223" y="346"/>
                </a:lnTo>
                <a:lnTo>
                  <a:pt x="223" y="345"/>
                </a:lnTo>
                <a:lnTo>
                  <a:pt x="223" y="344"/>
                </a:lnTo>
                <a:lnTo>
                  <a:pt x="223" y="343"/>
                </a:lnTo>
                <a:lnTo>
                  <a:pt x="223" y="342"/>
                </a:lnTo>
                <a:lnTo>
                  <a:pt x="223" y="341"/>
                </a:lnTo>
                <a:lnTo>
                  <a:pt x="222" y="341"/>
                </a:lnTo>
                <a:lnTo>
                  <a:pt x="222" y="340"/>
                </a:lnTo>
                <a:lnTo>
                  <a:pt x="221" y="340"/>
                </a:lnTo>
                <a:lnTo>
                  <a:pt x="221" y="337"/>
                </a:lnTo>
                <a:lnTo>
                  <a:pt x="221" y="336"/>
                </a:lnTo>
                <a:lnTo>
                  <a:pt x="222" y="336"/>
                </a:lnTo>
                <a:lnTo>
                  <a:pt x="222" y="335"/>
                </a:lnTo>
                <a:lnTo>
                  <a:pt x="221" y="334"/>
                </a:lnTo>
                <a:lnTo>
                  <a:pt x="220" y="334"/>
                </a:lnTo>
                <a:lnTo>
                  <a:pt x="219" y="334"/>
                </a:lnTo>
                <a:lnTo>
                  <a:pt x="217" y="334"/>
                </a:lnTo>
                <a:lnTo>
                  <a:pt x="216" y="333"/>
                </a:lnTo>
                <a:lnTo>
                  <a:pt x="215" y="333"/>
                </a:lnTo>
                <a:lnTo>
                  <a:pt x="214" y="333"/>
                </a:lnTo>
                <a:lnTo>
                  <a:pt x="214" y="331"/>
                </a:lnTo>
                <a:lnTo>
                  <a:pt x="213" y="331"/>
                </a:lnTo>
                <a:lnTo>
                  <a:pt x="212" y="331"/>
                </a:lnTo>
                <a:lnTo>
                  <a:pt x="211" y="331"/>
                </a:lnTo>
                <a:lnTo>
                  <a:pt x="210" y="331"/>
                </a:lnTo>
                <a:lnTo>
                  <a:pt x="209" y="331"/>
                </a:lnTo>
                <a:lnTo>
                  <a:pt x="208" y="331"/>
                </a:lnTo>
                <a:lnTo>
                  <a:pt x="207" y="331"/>
                </a:lnTo>
                <a:lnTo>
                  <a:pt x="206" y="331"/>
                </a:lnTo>
                <a:lnTo>
                  <a:pt x="203" y="332"/>
                </a:lnTo>
                <a:lnTo>
                  <a:pt x="202" y="332"/>
                </a:lnTo>
                <a:lnTo>
                  <a:pt x="202" y="333"/>
                </a:lnTo>
                <a:lnTo>
                  <a:pt x="201" y="333"/>
                </a:lnTo>
                <a:lnTo>
                  <a:pt x="200" y="333"/>
                </a:lnTo>
                <a:lnTo>
                  <a:pt x="199" y="332"/>
                </a:lnTo>
                <a:lnTo>
                  <a:pt x="198" y="331"/>
                </a:lnTo>
                <a:lnTo>
                  <a:pt x="197" y="330"/>
                </a:lnTo>
                <a:lnTo>
                  <a:pt x="196" y="330"/>
                </a:lnTo>
                <a:lnTo>
                  <a:pt x="195" y="330"/>
                </a:lnTo>
                <a:lnTo>
                  <a:pt x="195" y="329"/>
                </a:lnTo>
                <a:lnTo>
                  <a:pt x="196" y="329"/>
                </a:lnTo>
                <a:lnTo>
                  <a:pt x="197" y="328"/>
                </a:lnTo>
                <a:lnTo>
                  <a:pt x="198" y="328"/>
                </a:lnTo>
                <a:lnTo>
                  <a:pt x="198" y="327"/>
                </a:lnTo>
                <a:lnTo>
                  <a:pt x="198" y="326"/>
                </a:lnTo>
                <a:lnTo>
                  <a:pt x="199" y="326"/>
                </a:lnTo>
                <a:lnTo>
                  <a:pt x="198" y="326"/>
                </a:lnTo>
                <a:lnTo>
                  <a:pt x="198" y="325"/>
                </a:lnTo>
                <a:lnTo>
                  <a:pt x="197" y="325"/>
                </a:lnTo>
                <a:lnTo>
                  <a:pt x="197" y="324"/>
                </a:lnTo>
                <a:lnTo>
                  <a:pt x="197" y="323"/>
                </a:lnTo>
                <a:lnTo>
                  <a:pt x="197" y="322"/>
                </a:lnTo>
                <a:lnTo>
                  <a:pt x="197" y="321"/>
                </a:lnTo>
                <a:lnTo>
                  <a:pt x="197" y="320"/>
                </a:lnTo>
                <a:lnTo>
                  <a:pt x="196" y="320"/>
                </a:lnTo>
                <a:lnTo>
                  <a:pt x="196" y="319"/>
                </a:lnTo>
                <a:lnTo>
                  <a:pt x="197" y="318"/>
                </a:lnTo>
                <a:lnTo>
                  <a:pt x="198" y="318"/>
                </a:lnTo>
                <a:lnTo>
                  <a:pt x="198" y="317"/>
                </a:lnTo>
                <a:lnTo>
                  <a:pt x="198" y="316"/>
                </a:lnTo>
                <a:lnTo>
                  <a:pt x="198" y="315"/>
                </a:lnTo>
                <a:lnTo>
                  <a:pt x="199" y="314"/>
                </a:lnTo>
                <a:lnTo>
                  <a:pt x="200" y="313"/>
                </a:lnTo>
                <a:lnTo>
                  <a:pt x="201" y="313"/>
                </a:lnTo>
                <a:lnTo>
                  <a:pt x="201" y="314"/>
                </a:lnTo>
                <a:lnTo>
                  <a:pt x="202" y="314"/>
                </a:lnTo>
                <a:lnTo>
                  <a:pt x="203" y="314"/>
                </a:lnTo>
                <a:lnTo>
                  <a:pt x="204" y="313"/>
                </a:lnTo>
                <a:lnTo>
                  <a:pt x="204" y="312"/>
                </a:lnTo>
                <a:lnTo>
                  <a:pt x="204" y="311"/>
                </a:lnTo>
                <a:lnTo>
                  <a:pt x="204" y="310"/>
                </a:lnTo>
                <a:lnTo>
                  <a:pt x="203" y="310"/>
                </a:lnTo>
                <a:lnTo>
                  <a:pt x="203" y="309"/>
                </a:lnTo>
                <a:lnTo>
                  <a:pt x="202" y="308"/>
                </a:lnTo>
                <a:lnTo>
                  <a:pt x="202" y="307"/>
                </a:lnTo>
                <a:lnTo>
                  <a:pt x="202" y="306"/>
                </a:lnTo>
                <a:lnTo>
                  <a:pt x="201" y="306"/>
                </a:lnTo>
                <a:lnTo>
                  <a:pt x="201" y="305"/>
                </a:lnTo>
                <a:lnTo>
                  <a:pt x="200" y="304"/>
                </a:lnTo>
                <a:lnTo>
                  <a:pt x="200" y="303"/>
                </a:lnTo>
                <a:lnTo>
                  <a:pt x="200" y="302"/>
                </a:lnTo>
                <a:lnTo>
                  <a:pt x="200" y="301"/>
                </a:lnTo>
                <a:lnTo>
                  <a:pt x="199" y="298"/>
                </a:lnTo>
                <a:lnTo>
                  <a:pt x="198" y="297"/>
                </a:lnTo>
                <a:lnTo>
                  <a:pt x="198" y="298"/>
                </a:lnTo>
                <a:lnTo>
                  <a:pt x="197" y="298"/>
                </a:lnTo>
                <a:lnTo>
                  <a:pt x="196" y="297"/>
                </a:lnTo>
                <a:lnTo>
                  <a:pt x="194" y="295"/>
                </a:lnTo>
                <a:lnTo>
                  <a:pt x="194" y="294"/>
                </a:lnTo>
                <a:lnTo>
                  <a:pt x="195" y="294"/>
                </a:lnTo>
                <a:lnTo>
                  <a:pt x="195" y="293"/>
                </a:lnTo>
                <a:lnTo>
                  <a:pt x="195" y="292"/>
                </a:lnTo>
                <a:lnTo>
                  <a:pt x="195" y="291"/>
                </a:lnTo>
                <a:lnTo>
                  <a:pt x="196" y="291"/>
                </a:lnTo>
                <a:lnTo>
                  <a:pt x="196" y="290"/>
                </a:lnTo>
                <a:lnTo>
                  <a:pt x="196" y="289"/>
                </a:lnTo>
                <a:lnTo>
                  <a:pt x="197" y="289"/>
                </a:lnTo>
                <a:lnTo>
                  <a:pt x="198" y="289"/>
                </a:lnTo>
                <a:lnTo>
                  <a:pt x="199" y="289"/>
                </a:lnTo>
                <a:lnTo>
                  <a:pt x="200" y="289"/>
                </a:lnTo>
                <a:lnTo>
                  <a:pt x="201" y="289"/>
                </a:lnTo>
                <a:lnTo>
                  <a:pt x="201" y="287"/>
                </a:lnTo>
                <a:lnTo>
                  <a:pt x="201" y="286"/>
                </a:lnTo>
                <a:lnTo>
                  <a:pt x="202" y="285"/>
                </a:lnTo>
                <a:lnTo>
                  <a:pt x="201" y="285"/>
                </a:lnTo>
                <a:lnTo>
                  <a:pt x="201" y="284"/>
                </a:lnTo>
                <a:lnTo>
                  <a:pt x="201" y="282"/>
                </a:lnTo>
                <a:lnTo>
                  <a:pt x="201" y="281"/>
                </a:lnTo>
                <a:lnTo>
                  <a:pt x="200" y="280"/>
                </a:lnTo>
                <a:lnTo>
                  <a:pt x="200" y="279"/>
                </a:lnTo>
                <a:lnTo>
                  <a:pt x="199" y="277"/>
                </a:lnTo>
                <a:lnTo>
                  <a:pt x="198" y="276"/>
                </a:lnTo>
                <a:lnTo>
                  <a:pt x="197" y="276"/>
                </a:lnTo>
                <a:lnTo>
                  <a:pt x="196" y="275"/>
                </a:lnTo>
                <a:lnTo>
                  <a:pt x="195" y="275"/>
                </a:lnTo>
                <a:lnTo>
                  <a:pt x="195" y="274"/>
                </a:lnTo>
                <a:lnTo>
                  <a:pt x="194" y="274"/>
                </a:lnTo>
                <a:lnTo>
                  <a:pt x="194" y="273"/>
                </a:lnTo>
                <a:lnTo>
                  <a:pt x="194" y="272"/>
                </a:lnTo>
                <a:lnTo>
                  <a:pt x="194" y="271"/>
                </a:lnTo>
                <a:lnTo>
                  <a:pt x="194" y="269"/>
                </a:lnTo>
                <a:lnTo>
                  <a:pt x="193" y="268"/>
                </a:lnTo>
                <a:lnTo>
                  <a:pt x="193" y="267"/>
                </a:lnTo>
                <a:lnTo>
                  <a:pt x="194" y="266"/>
                </a:lnTo>
                <a:lnTo>
                  <a:pt x="194" y="265"/>
                </a:lnTo>
                <a:lnTo>
                  <a:pt x="194" y="264"/>
                </a:lnTo>
                <a:lnTo>
                  <a:pt x="193" y="264"/>
                </a:lnTo>
                <a:lnTo>
                  <a:pt x="194" y="263"/>
                </a:lnTo>
                <a:lnTo>
                  <a:pt x="195" y="261"/>
                </a:lnTo>
                <a:lnTo>
                  <a:pt x="195" y="260"/>
                </a:lnTo>
                <a:lnTo>
                  <a:pt x="195" y="259"/>
                </a:lnTo>
                <a:lnTo>
                  <a:pt x="196" y="259"/>
                </a:lnTo>
                <a:lnTo>
                  <a:pt x="197" y="258"/>
                </a:lnTo>
                <a:lnTo>
                  <a:pt x="198" y="257"/>
                </a:lnTo>
                <a:lnTo>
                  <a:pt x="197" y="256"/>
                </a:lnTo>
                <a:lnTo>
                  <a:pt x="197" y="255"/>
                </a:lnTo>
                <a:lnTo>
                  <a:pt x="197" y="254"/>
                </a:lnTo>
                <a:lnTo>
                  <a:pt x="197" y="253"/>
                </a:lnTo>
                <a:lnTo>
                  <a:pt x="198" y="253"/>
                </a:lnTo>
                <a:lnTo>
                  <a:pt x="199" y="253"/>
                </a:lnTo>
                <a:lnTo>
                  <a:pt x="198" y="252"/>
                </a:lnTo>
                <a:lnTo>
                  <a:pt x="198" y="251"/>
                </a:lnTo>
                <a:lnTo>
                  <a:pt x="198" y="250"/>
                </a:lnTo>
                <a:lnTo>
                  <a:pt x="197" y="250"/>
                </a:lnTo>
                <a:lnTo>
                  <a:pt x="197" y="249"/>
                </a:lnTo>
                <a:lnTo>
                  <a:pt x="196" y="248"/>
                </a:lnTo>
                <a:lnTo>
                  <a:pt x="195" y="247"/>
                </a:lnTo>
                <a:lnTo>
                  <a:pt x="193" y="246"/>
                </a:lnTo>
                <a:lnTo>
                  <a:pt x="193" y="244"/>
                </a:lnTo>
                <a:lnTo>
                  <a:pt x="192" y="241"/>
                </a:lnTo>
                <a:lnTo>
                  <a:pt x="192" y="238"/>
                </a:lnTo>
                <a:lnTo>
                  <a:pt x="193" y="238"/>
                </a:lnTo>
                <a:lnTo>
                  <a:pt x="193" y="237"/>
                </a:lnTo>
                <a:lnTo>
                  <a:pt x="194" y="236"/>
                </a:lnTo>
                <a:lnTo>
                  <a:pt x="194" y="235"/>
                </a:lnTo>
                <a:lnTo>
                  <a:pt x="194" y="234"/>
                </a:lnTo>
                <a:lnTo>
                  <a:pt x="194" y="233"/>
                </a:lnTo>
                <a:lnTo>
                  <a:pt x="194" y="232"/>
                </a:lnTo>
                <a:lnTo>
                  <a:pt x="195" y="232"/>
                </a:lnTo>
                <a:lnTo>
                  <a:pt x="195" y="231"/>
                </a:lnTo>
                <a:lnTo>
                  <a:pt x="193" y="229"/>
                </a:lnTo>
                <a:lnTo>
                  <a:pt x="192" y="229"/>
                </a:lnTo>
                <a:lnTo>
                  <a:pt x="189" y="228"/>
                </a:lnTo>
                <a:lnTo>
                  <a:pt x="188" y="228"/>
                </a:lnTo>
                <a:lnTo>
                  <a:pt x="188" y="227"/>
                </a:lnTo>
                <a:lnTo>
                  <a:pt x="188" y="228"/>
                </a:lnTo>
                <a:lnTo>
                  <a:pt x="187" y="228"/>
                </a:lnTo>
                <a:lnTo>
                  <a:pt x="186" y="228"/>
                </a:lnTo>
                <a:lnTo>
                  <a:pt x="186" y="227"/>
                </a:lnTo>
                <a:lnTo>
                  <a:pt x="186" y="226"/>
                </a:lnTo>
                <a:lnTo>
                  <a:pt x="185" y="225"/>
                </a:lnTo>
                <a:lnTo>
                  <a:pt x="184" y="225"/>
                </a:lnTo>
                <a:lnTo>
                  <a:pt x="183" y="224"/>
                </a:lnTo>
                <a:lnTo>
                  <a:pt x="183" y="223"/>
                </a:lnTo>
                <a:lnTo>
                  <a:pt x="183" y="222"/>
                </a:lnTo>
                <a:lnTo>
                  <a:pt x="182" y="221"/>
                </a:lnTo>
                <a:lnTo>
                  <a:pt x="181" y="219"/>
                </a:lnTo>
                <a:lnTo>
                  <a:pt x="180" y="219"/>
                </a:lnTo>
                <a:lnTo>
                  <a:pt x="179" y="218"/>
                </a:lnTo>
                <a:lnTo>
                  <a:pt x="179" y="217"/>
                </a:lnTo>
                <a:lnTo>
                  <a:pt x="179" y="216"/>
                </a:lnTo>
                <a:lnTo>
                  <a:pt x="179" y="215"/>
                </a:lnTo>
                <a:lnTo>
                  <a:pt x="178" y="215"/>
                </a:lnTo>
                <a:lnTo>
                  <a:pt x="177" y="215"/>
                </a:lnTo>
                <a:lnTo>
                  <a:pt x="176" y="216"/>
                </a:lnTo>
                <a:lnTo>
                  <a:pt x="174" y="215"/>
                </a:lnTo>
                <a:lnTo>
                  <a:pt x="174" y="214"/>
                </a:lnTo>
                <a:lnTo>
                  <a:pt x="174" y="213"/>
                </a:lnTo>
                <a:lnTo>
                  <a:pt x="175" y="213"/>
                </a:lnTo>
                <a:lnTo>
                  <a:pt x="175" y="212"/>
                </a:lnTo>
                <a:lnTo>
                  <a:pt x="176" y="211"/>
                </a:lnTo>
                <a:lnTo>
                  <a:pt x="176" y="210"/>
                </a:lnTo>
                <a:lnTo>
                  <a:pt x="176" y="209"/>
                </a:lnTo>
                <a:lnTo>
                  <a:pt x="177" y="208"/>
                </a:lnTo>
                <a:lnTo>
                  <a:pt x="178" y="206"/>
                </a:lnTo>
                <a:lnTo>
                  <a:pt x="178" y="205"/>
                </a:lnTo>
                <a:lnTo>
                  <a:pt x="178" y="204"/>
                </a:lnTo>
                <a:lnTo>
                  <a:pt x="178" y="203"/>
                </a:lnTo>
                <a:lnTo>
                  <a:pt x="177" y="201"/>
                </a:lnTo>
                <a:lnTo>
                  <a:pt x="177" y="200"/>
                </a:lnTo>
                <a:lnTo>
                  <a:pt x="177" y="199"/>
                </a:lnTo>
                <a:lnTo>
                  <a:pt x="176" y="198"/>
                </a:lnTo>
                <a:lnTo>
                  <a:pt x="176" y="197"/>
                </a:lnTo>
                <a:lnTo>
                  <a:pt x="175" y="194"/>
                </a:lnTo>
                <a:lnTo>
                  <a:pt x="175" y="193"/>
                </a:lnTo>
                <a:lnTo>
                  <a:pt x="176" y="193"/>
                </a:lnTo>
                <a:lnTo>
                  <a:pt x="177" y="192"/>
                </a:lnTo>
                <a:lnTo>
                  <a:pt x="178" y="192"/>
                </a:lnTo>
                <a:lnTo>
                  <a:pt x="179" y="192"/>
                </a:lnTo>
                <a:lnTo>
                  <a:pt x="180" y="192"/>
                </a:lnTo>
                <a:lnTo>
                  <a:pt x="180" y="191"/>
                </a:lnTo>
                <a:lnTo>
                  <a:pt x="180" y="190"/>
                </a:lnTo>
                <a:lnTo>
                  <a:pt x="180" y="189"/>
                </a:lnTo>
                <a:lnTo>
                  <a:pt x="179" y="188"/>
                </a:lnTo>
                <a:lnTo>
                  <a:pt x="179" y="187"/>
                </a:lnTo>
                <a:lnTo>
                  <a:pt x="179" y="186"/>
                </a:lnTo>
                <a:lnTo>
                  <a:pt x="179" y="185"/>
                </a:lnTo>
                <a:lnTo>
                  <a:pt x="179" y="184"/>
                </a:lnTo>
                <a:lnTo>
                  <a:pt x="180" y="183"/>
                </a:lnTo>
                <a:lnTo>
                  <a:pt x="181" y="182"/>
                </a:lnTo>
                <a:lnTo>
                  <a:pt x="182" y="181"/>
                </a:lnTo>
                <a:lnTo>
                  <a:pt x="182" y="180"/>
                </a:lnTo>
                <a:lnTo>
                  <a:pt x="182" y="178"/>
                </a:lnTo>
                <a:lnTo>
                  <a:pt x="183" y="177"/>
                </a:lnTo>
                <a:lnTo>
                  <a:pt x="183" y="176"/>
                </a:lnTo>
                <a:lnTo>
                  <a:pt x="183" y="175"/>
                </a:lnTo>
                <a:lnTo>
                  <a:pt x="183" y="174"/>
                </a:lnTo>
                <a:lnTo>
                  <a:pt x="185" y="174"/>
                </a:lnTo>
                <a:lnTo>
                  <a:pt x="186" y="174"/>
                </a:lnTo>
                <a:lnTo>
                  <a:pt x="186" y="173"/>
                </a:lnTo>
                <a:lnTo>
                  <a:pt x="186" y="172"/>
                </a:lnTo>
                <a:lnTo>
                  <a:pt x="186" y="171"/>
                </a:lnTo>
                <a:lnTo>
                  <a:pt x="187" y="171"/>
                </a:lnTo>
                <a:lnTo>
                  <a:pt x="187" y="169"/>
                </a:lnTo>
                <a:lnTo>
                  <a:pt x="188" y="168"/>
                </a:lnTo>
                <a:lnTo>
                  <a:pt x="188" y="167"/>
                </a:lnTo>
                <a:lnTo>
                  <a:pt x="189" y="167"/>
                </a:lnTo>
                <a:lnTo>
                  <a:pt x="191" y="165"/>
                </a:lnTo>
                <a:lnTo>
                  <a:pt x="192" y="165"/>
                </a:lnTo>
                <a:lnTo>
                  <a:pt x="193" y="166"/>
                </a:lnTo>
                <a:lnTo>
                  <a:pt x="194" y="166"/>
                </a:lnTo>
                <a:lnTo>
                  <a:pt x="194" y="165"/>
                </a:lnTo>
                <a:lnTo>
                  <a:pt x="195" y="163"/>
                </a:lnTo>
                <a:lnTo>
                  <a:pt x="196" y="163"/>
                </a:lnTo>
                <a:lnTo>
                  <a:pt x="197" y="163"/>
                </a:lnTo>
                <a:lnTo>
                  <a:pt x="197" y="162"/>
                </a:lnTo>
                <a:lnTo>
                  <a:pt x="197" y="161"/>
                </a:lnTo>
                <a:lnTo>
                  <a:pt x="197" y="160"/>
                </a:lnTo>
                <a:lnTo>
                  <a:pt x="197" y="159"/>
                </a:lnTo>
                <a:lnTo>
                  <a:pt x="197" y="158"/>
                </a:lnTo>
                <a:lnTo>
                  <a:pt x="196" y="158"/>
                </a:lnTo>
                <a:lnTo>
                  <a:pt x="195" y="158"/>
                </a:lnTo>
                <a:lnTo>
                  <a:pt x="194" y="158"/>
                </a:lnTo>
                <a:lnTo>
                  <a:pt x="193" y="158"/>
                </a:lnTo>
                <a:lnTo>
                  <a:pt x="193" y="157"/>
                </a:lnTo>
                <a:lnTo>
                  <a:pt x="193" y="156"/>
                </a:lnTo>
                <a:lnTo>
                  <a:pt x="194" y="156"/>
                </a:lnTo>
                <a:lnTo>
                  <a:pt x="194" y="155"/>
                </a:lnTo>
                <a:lnTo>
                  <a:pt x="194" y="154"/>
                </a:lnTo>
                <a:lnTo>
                  <a:pt x="195" y="154"/>
                </a:lnTo>
                <a:lnTo>
                  <a:pt x="195" y="153"/>
                </a:lnTo>
                <a:lnTo>
                  <a:pt x="194" y="153"/>
                </a:lnTo>
                <a:lnTo>
                  <a:pt x="194" y="152"/>
                </a:lnTo>
                <a:lnTo>
                  <a:pt x="193" y="152"/>
                </a:lnTo>
                <a:lnTo>
                  <a:pt x="194" y="151"/>
                </a:lnTo>
                <a:lnTo>
                  <a:pt x="194" y="150"/>
                </a:lnTo>
                <a:lnTo>
                  <a:pt x="194" y="149"/>
                </a:lnTo>
                <a:lnTo>
                  <a:pt x="195" y="149"/>
                </a:lnTo>
                <a:lnTo>
                  <a:pt x="196" y="150"/>
                </a:lnTo>
                <a:lnTo>
                  <a:pt x="197" y="149"/>
                </a:lnTo>
                <a:lnTo>
                  <a:pt x="198" y="149"/>
                </a:lnTo>
                <a:lnTo>
                  <a:pt x="201" y="149"/>
                </a:lnTo>
                <a:lnTo>
                  <a:pt x="202" y="149"/>
                </a:lnTo>
                <a:lnTo>
                  <a:pt x="203" y="148"/>
                </a:lnTo>
                <a:lnTo>
                  <a:pt x="203" y="149"/>
                </a:lnTo>
                <a:lnTo>
                  <a:pt x="204" y="149"/>
                </a:lnTo>
                <a:lnTo>
                  <a:pt x="205" y="149"/>
                </a:lnTo>
                <a:lnTo>
                  <a:pt x="206" y="149"/>
                </a:lnTo>
                <a:lnTo>
                  <a:pt x="206" y="150"/>
                </a:lnTo>
                <a:lnTo>
                  <a:pt x="206" y="149"/>
                </a:lnTo>
                <a:lnTo>
                  <a:pt x="207" y="149"/>
                </a:lnTo>
                <a:lnTo>
                  <a:pt x="207" y="148"/>
                </a:lnTo>
                <a:lnTo>
                  <a:pt x="208" y="147"/>
                </a:lnTo>
                <a:lnTo>
                  <a:pt x="209" y="147"/>
                </a:lnTo>
                <a:lnTo>
                  <a:pt x="209" y="148"/>
                </a:lnTo>
                <a:lnTo>
                  <a:pt x="211" y="148"/>
                </a:lnTo>
                <a:lnTo>
                  <a:pt x="211" y="147"/>
                </a:lnTo>
                <a:lnTo>
                  <a:pt x="212" y="147"/>
                </a:lnTo>
                <a:lnTo>
                  <a:pt x="213" y="148"/>
                </a:lnTo>
                <a:lnTo>
                  <a:pt x="215" y="150"/>
                </a:lnTo>
                <a:lnTo>
                  <a:pt x="216" y="151"/>
                </a:lnTo>
                <a:lnTo>
                  <a:pt x="217" y="151"/>
                </a:lnTo>
                <a:lnTo>
                  <a:pt x="218" y="151"/>
                </a:lnTo>
                <a:lnTo>
                  <a:pt x="219" y="151"/>
                </a:lnTo>
                <a:lnTo>
                  <a:pt x="220" y="151"/>
                </a:lnTo>
                <a:lnTo>
                  <a:pt x="221" y="151"/>
                </a:lnTo>
                <a:lnTo>
                  <a:pt x="222" y="152"/>
                </a:lnTo>
                <a:lnTo>
                  <a:pt x="223" y="152"/>
                </a:lnTo>
                <a:lnTo>
                  <a:pt x="224" y="152"/>
                </a:lnTo>
                <a:lnTo>
                  <a:pt x="225" y="152"/>
                </a:lnTo>
                <a:lnTo>
                  <a:pt x="227" y="152"/>
                </a:lnTo>
                <a:lnTo>
                  <a:pt x="228" y="152"/>
                </a:lnTo>
                <a:lnTo>
                  <a:pt x="228" y="153"/>
                </a:lnTo>
                <a:lnTo>
                  <a:pt x="229" y="153"/>
                </a:lnTo>
                <a:lnTo>
                  <a:pt x="230" y="152"/>
                </a:lnTo>
                <a:lnTo>
                  <a:pt x="230" y="151"/>
                </a:lnTo>
                <a:lnTo>
                  <a:pt x="231" y="151"/>
                </a:lnTo>
                <a:lnTo>
                  <a:pt x="232" y="151"/>
                </a:lnTo>
                <a:lnTo>
                  <a:pt x="233" y="151"/>
                </a:lnTo>
                <a:lnTo>
                  <a:pt x="234" y="151"/>
                </a:lnTo>
                <a:lnTo>
                  <a:pt x="235" y="151"/>
                </a:lnTo>
                <a:lnTo>
                  <a:pt x="235" y="150"/>
                </a:lnTo>
                <a:lnTo>
                  <a:pt x="237" y="149"/>
                </a:lnTo>
                <a:lnTo>
                  <a:pt x="238" y="149"/>
                </a:lnTo>
                <a:lnTo>
                  <a:pt x="239" y="149"/>
                </a:lnTo>
                <a:lnTo>
                  <a:pt x="239" y="148"/>
                </a:lnTo>
                <a:lnTo>
                  <a:pt x="240" y="148"/>
                </a:lnTo>
                <a:lnTo>
                  <a:pt x="241" y="148"/>
                </a:lnTo>
                <a:lnTo>
                  <a:pt x="242" y="149"/>
                </a:lnTo>
                <a:lnTo>
                  <a:pt x="243" y="149"/>
                </a:lnTo>
                <a:lnTo>
                  <a:pt x="244" y="149"/>
                </a:lnTo>
                <a:lnTo>
                  <a:pt x="245" y="148"/>
                </a:lnTo>
                <a:lnTo>
                  <a:pt x="247" y="150"/>
                </a:lnTo>
                <a:lnTo>
                  <a:pt x="248" y="151"/>
                </a:lnTo>
                <a:lnTo>
                  <a:pt x="248" y="152"/>
                </a:lnTo>
                <a:lnTo>
                  <a:pt x="249" y="152"/>
                </a:lnTo>
                <a:lnTo>
                  <a:pt x="250" y="153"/>
                </a:lnTo>
                <a:lnTo>
                  <a:pt x="251" y="152"/>
                </a:lnTo>
                <a:lnTo>
                  <a:pt x="252" y="151"/>
                </a:lnTo>
                <a:lnTo>
                  <a:pt x="253" y="151"/>
                </a:lnTo>
                <a:lnTo>
                  <a:pt x="254" y="152"/>
                </a:lnTo>
                <a:lnTo>
                  <a:pt x="254" y="153"/>
                </a:lnTo>
                <a:lnTo>
                  <a:pt x="254" y="154"/>
                </a:lnTo>
                <a:lnTo>
                  <a:pt x="255" y="156"/>
                </a:lnTo>
                <a:lnTo>
                  <a:pt x="256" y="156"/>
                </a:lnTo>
                <a:lnTo>
                  <a:pt x="257" y="156"/>
                </a:lnTo>
                <a:lnTo>
                  <a:pt x="258" y="156"/>
                </a:lnTo>
                <a:lnTo>
                  <a:pt x="259" y="156"/>
                </a:lnTo>
                <a:lnTo>
                  <a:pt x="259" y="157"/>
                </a:lnTo>
                <a:lnTo>
                  <a:pt x="260" y="157"/>
                </a:lnTo>
                <a:lnTo>
                  <a:pt x="261" y="157"/>
                </a:lnTo>
                <a:lnTo>
                  <a:pt x="263" y="158"/>
                </a:lnTo>
                <a:lnTo>
                  <a:pt x="264" y="157"/>
                </a:lnTo>
                <a:lnTo>
                  <a:pt x="265" y="156"/>
                </a:lnTo>
                <a:lnTo>
                  <a:pt x="265" y="155"/>
                </a:lnTo>
                <a:lnTo>
                  <a:pt x="266" y="155"/>
                </a:lnTo>
                <a:lnTo>
                  <a:pt x="267" y="154"/>
                </a:lnTo>
                <a:lnTo>
                  <a:pt x="268" y="154"/>
                </a:lnTo>
                <a:lnTo>
                  <a:pt x="269" y="154"/>
                </a:lnTo>
                <a:lnTo>
                  <a:pt x="269" y="153"/>
                </a:lnTo>
                <a:lnTo>
                  <a:pt x="269" y="151"/>
                </a:lnTo>
                <a:lnTo>
                  <a:pt x="269" y="150"/>
                </a:lnTo>
                <a:lnTo>
                  <a:pt x="270" y="150"/>
                </a:lnTo>
                <a:lnTo>
                  <a:pt x="270" y="149"/>
                </a:lnTo>
                <a:lnTo>
                  <a:pt x="271" y="149"/>
                </a:lnTo>
                <a:lnTo>
                  <a:pt x="272" y="148"/>
                </a:lnTo>
                <a:lnTo>
                  <a:pt x="272" y="149"/>
                </a:lnTo>
                <a:lnTo>
                  <a:pt x="273" y="149"/>
                </a:lnTo>
                <a:lnTo>
                  <a:pt x="274" y="148"/>
                </a:lnTo>
                <a:lnTo>
                  <a:pt x="274" y="147"/>
                </a:lnTo>
                <a:lnTo>
                  <a:pt x="273" y="147"/>
                </a:lnTo>
                <a:lnTo>
                  <a:pt x="273" y="146"/>
                </a:lnTo>
                <a:lnTo>
                  <a:pt x="273" y="145"/>
                </a:lnTo>
                <a:lnTo>
                  <a:pt x="272" y="144"/>
                </a:lnTo>
                <a:lnTo>
                  <a:pt x="272" y="142"/>
                </a:lnTo>
                <a:lnTo>
                  <a:pt x="273" y="141"/>
                </a:lnTo>
                <a:lnTo>
                  <a:pt x="275" y="141"/>
                </a:lnTo>
                <a:lnTo>
                  <a:pt x="277" y="141"/>
                </a:lnTo>
                <a:lnTo>
                  <a:pt x="279" y="141"/>
                </a:lnTo>
                <a:lnTo>
                  <a:pt x="280" y="142"/>
                </a:lnTo>
                <a:lnTo>
                  <a:pt x="280" y="143"/>
                </a:lnTo>
                <a:lnTo>
                  <a:pt x="280" y="144"/>
                </a:lnTo>
                <a:lnTo>
                  <a:pt x="281" y="144"/>
                </a:lnTo>
                <a:lnTo>
                  <a:pt x="281" y="143"/>
                </a:lnTo>
                <a:lnTo>
                  <a:pt x="282" y="144"/>
                </a:lnTo>
                <a:lnTo>
                  <a:pt x="282" y="146"/>
                </a:lnTo>
                <a:lnTo>
                  <a:pt x="282" y="147"/>
                </a:lnTo>
                <a:lnTo>
                  <a:pt x="284" y="147"/>
                </a:lnTo>
                <a:lnTo>
                  <a:pt x="285" y="146"/>
                </a:lnTo>
                <a:lnTo>
                  <a:pt x="286" y="145"/>
                </a:lnTo>
                <a:lnTo>
                  <a:pt x="287" y="144"/>
                </a:lnTo>
                <a:lnTo>
                  <a:pt x="287" y="143"/>
                </a:lnTo>
                <a:lnTo>
                  <a:pt x="288" y="142"/>
                </a:lnTo>
                <a:lnTo>
                  <a:pt x="289" y="141"/>
                </a:lnTo>
                <a:lnTo>
                  <a:pt x="289" y="140"/>
                </a:lnTo>
                <a:lnTo>
                  <a:pt x="290" y="139"/>
                </a:lnTo>
                <a:lnTo>
                  <a:pt x="291" y="139"/>
                </a:lnTo>
                <a:lnTo>
                  <a:pt x="292" y="138"/>
                </a:lnTo>
                <a:lnTo>
                  <a:pt x="292" y="137"/>
                </a:lnTo>
                <a:lnTo>
                  <a:pt x="292" y="136"/>
                </a:lnTo>
                <a:lnTo>
                  <a:pt x="291" y="136"/>
                </a:lnTo>
                <a:lnTo>
                  <a:pt x="290" y="136"/>
                </a:lnTo>
                <a:lnTo>
                  <a:pt x="290" y="135"/>
                </a:lnTo>
                <a:lnTo>
                  <a:pt x="289" y="134"/>
                </a:lnTo>
                <a:lnTo>
                  <a:pt x="288" y="133"/>
                </a:lnTo>
                <a:lnTo>
                  <a:pt x="287" y="132"/>
                </a:lnTo>
                <a:lnTo>
                  <a:pt x="287" y="131"/>
                </a:lnTo>
                <a:lnTo>
                  <a:pt x="286" y="131"/>
                </a:lnTo>
                <a:lnTo>
                  <a:pt x="283" y="128"/>
                </a:lnTo>
                <a:lnTo>
                  <a:pt x="283" y="127"/>
                </a:lnTo>
                <a:lnTo>
                  <a:pt x="283" y="126"/>
                </a:lnTo>
                <a:lnTo>
                  <a:pt x="284" y="125"/>
                </a:lnTo>
                <a:lnTo>
                  <a:pt x="284" y="124"/>
                </a:lnTo>
                <a:lnTo>
                  <a:pt x="284" y="123"/>
                </a:lnTo>
                <a:lnTo>
                  <a:pt x="284" y="122"/>
                </a:lnTo>
                <a:lnTo>
                  <a:pt x="285" y="122"/>
                </a:lnTo>
                <a:lnTo>
                  <a:pt x="285" y="121"/>
                </a:lnTo>
                <a:lnTo>
                  <a:pt x="285" y="120"/>
                </a:lnTo>
                <a:lnTo>
                  <a:pt x="285" y="119"/>
                </a:lnTo>
                <a:lnTo>
                  <a:pt x="285" y="118"/>
                </a:lnTo>
                <a:lnTo>
                  <a:pt x="284" y="117"/>
                </a:lnTo>
                <a:lnTo>
                  <a:pt x="284" y="116"/>
                </a:lnTo>
                <a:lnTo>
                  <a:pt x="284" y="114"/>
                </a:lnTo>
                <a:lnTo>
                  <a:pt x="284" y="113"/>
                </a:lnTo>
                <a:lnTo>
                  <a:pt x="284" y="111"/>
                </a:lnTo>
                <a:lnTo>
                  <a:pt x="283" y="110"/>
                </a:lnTo>
                <a:lnTo>
                  <a:pt x="282" y="110"/>
                </a:lnTo>
                <a:lnTo>
                  <a:pt x="281" y="110"/>
                </a:lnTo>
                <a:lnTo>
                  <a:pt x="280" y="111"/>
                </a:lnTo>
                <a:lnTo>
                  <a:pt x="279" y="111"/>
                </a:lnTo>
                <a:lnTo>
                  <a:pt x="278" y="109"/>
                </a:lnTo>
                <a:lnTo>
                  <a:pt x="278" y="108"/>
                </a:lnTo>
                <a:lnTo>
                  <a:pt x="277" y="107"/>
                </a:lnTo>
                <a:lnTo>
                  <a:pt x="278" y="106"/>
                </a:lnTo>
                <a:lnTo>
                  <a:pt x="279" y="106"/>
                </a:lnTo>
                <a:lnTo>
                  <a:pt x="279" y="105"/>
                </a:lnTo>
                <a:lnTo>
                  <a:pt x="280" y="104"/>
                </a:lnTo>
                <a:lnTo>
                  <a:pt x="280" y="102"/>
                </a:lnTo>
                <a:lnTo>
                  <a:pt x="279" y="102"/>
                </a:lnTo>
                <a:lnTo>
                  <a:pt x="279" y="101"/>
                </a:lnTo>
                <a:lnTo>
                  <a:pt x="279" y="102"/>
                </a:lnTo>
                <a:lnTo>
                  <a:pt x="277" y="102"/>
                </a:lnTo>
                <a:lnTo>
                  <a:pt x="276" y="102"/>
                </a:lnTo>
                <a:lnTo>
                  <a:pt x="276" y="101"/>
                </a:lnTo>
                <a:lnTo>
                  <a:pt x="275" y="100"/>
                </a:lnTo>
                <a:lnTo>
                  <a:pt x="275" y="99"/>
                </a:lnTo>
                <a:lnTo>
                  <a:pt x="275" y="98"/>
                </a:lnTo>
                <a:lnTo>
                  <a:pt x="274" y="98"/>
                </a:lnTo>
                <a:lnTo>
                  <a:pt x="273" y="97"/>
                </a:lnTo>
                <a:lnTo>
                  <a:pt x="272" y="96"/>
                </a:lnTo>
                <a:lnTo>
                  <a:pt x="271" y="95"/>
                </a:lnTo>
                <a:lnTo>
                  <a:pt x="269" y="95"/>
                </a:lnTo>
                <a:lnTo>
                  <a:pt x="268" y="94"/>
                </a:lnTo>
                <a:lnTo>
                  <a:pt x="266" y="94"/>
                </a:lnTo>
                <a:lnTo>
                  <a:pt x="264" y="94"/>
                </a:lnTo>
                <a:lnTo>
                  <a:pt x="261" y="92"/>
                </a:lnTo>
                <a:lnTo>
                  <a:pt x="261" y="91"/>
                </a:lnTo>
                <a:lnTo>
                  <a:pt x="260" y="91"/>
                </a:lnTo>
                <a:lnTo>
                  <a:pt x="260" y="90"/>
                </a:lnTo>
                <a:lnTo>
                  <a:pt x="260" y="89"/>
                </a:lnTo>
                <a:lnTo>
                  <a:pt x="259" y="89"/>
                </a:lnTo>
                <a:lnTo>
                  <a:pt x="258" y="89"/>
                </a:lnTo>
                <a:lnTo>
                  <a:pt x="258" y="90"/>
                </a:lnTo>
                <a:lnTo>
                  <a:pt x="257" y="90"/>
                </a:lnTo>
                <a:lnTo>
                  <a:pt x="256" y="90"/>
                </a:lnTo>
                <a:lnTo>
                  <a:pt x="256" y="89"/>
                </a:lnTo>
                <a:lnTo>
                  <a:pt x="255" y="89"/>
                </a:lnTo>
                <a:lnTo>
                  <a:pt x="254" y="88"/>
                </a:lnTo>
                <a:lnTo>
                  <a:pt x="254" y="87"/>
                </a:lnTo>
                <a:lnTo>
                  <a:pt x="253" y="87"/>
                </a:lnTo>
                <a:lnTo>
                  <a:pt x="252" y="87"/>
                </a:lnTo>
                <a:lnTo>
                  <a:pt x="251" y="87"/>
                </a:lnTo>
                <a:lnTo>
                  <a:pt x="249" y="87"/>
                </a:lnTo>
                <a:lnTo>
                  <a:pt x="246" y="87"/>
                </a:lnTo>
                <a:lnTo>
                  <a:pt x="245" y="87"/>
                </a:lnTo>
                <a:lnTo>
                  <a:pt x="243" y="87"/>
                </a:lnTo>
                <a:lnTo>
                  <a:pt x="242" y="87"/>
                </a:lnTo>
                <a:lnTo>
                  <a:pt x="242" y="86"/>
                </a:lnTo>
                <a:lnTo>
                  <a:pt x="242" y="85"/>
                </a:lnTo>
                <a:lnTo>
                  <a:pt x="241" y="84"/>
                </a:lnTo>
                <a:lnTo>
                  <a:pt x="240" y="84"/>
                </a:lnTo>
                <a:lnTo>
                  <a:pt x="239" y="84"/>
                </a:lnTo>
                <a:lnTo>
                  <a:pt x="237" y="84"/>
                </a:lnTo>
                <a:lnTo>
                  <a:pt x="236" y="84"/>
                </a:lnTo>
                <a:lnTo>
                  <a:pt x="235" y="84"/>
                </a:lnTo>
                <a:lnTo>
                  <a:pt x="234" y="83"/>
                </a:lnTo>
                <a:lnTo>
                  <a:pt x="233" y="83"/>
                </a:lnTo>
                <a:lnTo>
                  <a:pt x="232" y="82"/>
                </a:lnTo>
                <a:lnTo>
                  <a:pt x="231" y="82"/>
                </a:lnTo>
                <a:lnTo>
                  <a:pt x="230" y="83"/>
                </a:lnTo>
                <a:lnTo>
                  <a:pt x="230" y="84"/>
                </a:lnTo>
                <a:lnTo>
                  <a:pt x="229" y="86"/>
                </a:lnTo>
                <a:lnTo>
                  <a:pt x="229" y="87"/>
                </a:lnTo>
                <a:lnTo>
                  <a:pt x="228" y="87"/>
                </a:lnTo>
                <a:lnTo>
                  <a:pt x="227" y="87"/>
                </a:lnTo>
                <a:lnTo>
                  <a:pt x="226" y="87"/>
                </a:lnTo>
                <a:lnTo>
                  <a:pt x="225" y="87"/>
                </a:lnTo>
                <a:lnTo>
                  <a:pt x="225" y="88"/>
                </a:lnTo>
                <a:lnTo>
                  <a:pt x="224" y="88"/>
                </a:lnTo>
                <a:lnTo>
                  <a:pt x="223" y="88"/>
                </a:lnTo>
                <a:lnTo>
                  <a:pt x="223" y="89"/>
                </a:lnTo>
                <a:lnTo>
                  <a:pt x="222" y="90"/>
                </a:lnTo>
                <a:lnTo>
                  <a:pt x="221" y="90"/>
                </a:lnTo>
                <a:lnTo>
                  <a:pt x="220" y="90"/>
                </a:lnTo>
                <a:lnTo>
                  <a:pt x="219" y="89"/>
                </a:lnTo>
                <a:lnTo>
                  <a:pt x="218" y="88"/>
                </a:lnTo>
                <a:lnTo>
                  <a:pt x="217" y="86"/>
                </a:lnTo>
                <a:lnTo>
                  <a:pt x="216" y="85"/>
                </a:lnTo>
                <a:lnTo>
                  <a:pt x="216" y="84"/>
                </a:lnTo>
                <a:lnTo>
                  <a:pt x="215" y="84"/>
                </a:lnTo>
                <a:lnTo>
                  <a:pt x="215" y="81"/>
                </a:lnTo>
                <a:lnTo>
                  <a:pt x="216" y="80"/>
                </a:lnTo>
                <a:lnTo>
                  <a:pt x="216" y="79"/>
                </a:lnTo>
                <a:lnTo>
                  <a:pt x="217" y="79"/>
                </a:lnTo>
                <a:lnTo>
                  <a:pt x="217" y="78"/>
                </a:lnTo>
                <a:lnTo>
                  <a:pt x="217" y="77"/>
                </a:lnTo>
                <a:lnTo>
                  <a:pt x="217" y="76"/>
                </a:lnTo>
                <a:lnTo>
                  <a:pt x="216" y="76"/>
                </a:lnTo>
                <a:lnTo>
                  <a:pt x="216" y="75"/>
                </a:lnTo>
                <a:lnTo>
                  <a:pt x="216" y="74"/>
                </a:lnTo>
                <a:lnTo>
                  <a:pt x="216" y="73"/>
                </a:lnTo>
                <a:lnTo>
                  <a:pt x="217" y="73"/>
                </a:lnTo>
                <a:lnTo>
                  <a:pt x="217" y="72"/>
                </a:lnTo>
                <a:lnTo>
                  <a:pt x="218" y="72"/>
                </a:lnTo>
                <a:lnTo>
                  <a:pt x="217" y="71"/>
                </a:lnTo>
                <a:lnTo>
                  <a:pt x="217" y="70"/>
                </a:lnTo>
                <a:lnTo>
                  <a:pt x="217" y="69"/>
                </a:lnTo>
                <a:lnTo>
                  <a:pt x="218" y="69"/>
                </a:lnTo>
                <a:lnTo>
                  <a:pt x="218" y="68"/>
                </a:lnTo>
                <a:lnTo>
                  <a:pt x="218" y="66"/>
                </a:lnTo>
                <a:lnTo>
                  <a:pt x="218" y="65"/>
                </a:lnTo>
                <a:lnTo>
                  <a:pt x="218" y="64"/>
                </a:lnTo>
                <a:lnTo>
                  <a:pt x="218" y="62"/>
                </a:lnTo>
                <a:lnTo>
                  <a:pt x="218" y="61"/>
                </a:lnTo>
                <a:lnTo>
                  <a:pt x="219" y="61"/>
                </a:lnTo>
                <a:lnTo>
                  <a:pt x="219" y="60"/>
                </a:lnTo>
                <a:lnTo>
                  <a:pt x="218" y="60"/>
                </a:lnTo>
                <a:lnTo>
                  <a:pt x="218" y="59"/>
                </a:lnTo>
                <a:lnTo>
                  <a:pt x="218" y="58"/>
                </a:lnTo>
                <a:lnTo>
                  <a:pt x="219" y="56"/>
                </a:lnTo>
                <a:lnTo>
                  <a:pt x="218" y="55"/>
                </a:lnTo>
                <a:lnTo>
                  <a:pt x="219" y="54"/>
                </a:lnTo>
                <a:lnTo>
                  <a:pt x="219" y="53"/>
                </a:lnTo>
                <a:lnTo>
                  <a:pt x="219" y="52"/>
                </a:lnTo>
                <a:lnTo>
                  <a:pt x="219" y="51"/>
                </a:lnTo>
                <a:lnTo>
                  <a:pt x="218" y="51"/>
                </a:lnTo>
                <a:lnTo>
                  <a:pt x="217" y="51"/>
                </a:lnTo>
                <a:lnTo>
                  <a:pt x="216" y="51"/>
                </a:lnTo>
                <a:lnTo>
                  <a:pt x="215" y="51"/>
                </a:lnTo>
                <a:lnTo>
                  <a:pt x="215" y="50"/>
                </a:lnTo>
                <a:lnTo>
                  <a:pt x="214" y="50"/>
                </a:lnTo>
                <a:lnTo>
                  <a:pt x="213" y="50"/>
                </a:lnTo>
                <a:lnTo>
                  <a:pt x="213" y="49"/>
                </a:lnTo>
                <a:lnTo>
                  <a:pt x="212" y="49"/>
                </a:lnTo>
                <a:lnTo>
                  <a:pt x="211" y="48"/>
                </a:lnTo>
                <a:lnTo>
                  <a:pt x="209" y="47"/>
                </a:lnTo>
                <a:lnTo>
                  <a:pt x="208" y="47"/>
                </a:lnTo>
                <a:lnTo>
                  <a:pt x="207" y="47"/>
                </a:lnTo>
                <a:lnTo>
                  <a:pt x="207" y="46"/>
                </a:lnTo>
                <a:lnTo>
                  <a:pt x="206" y="45"/>
                </a:lnTo>
                <a:lnTo>
                  <a:pt x="204" y="45"/>
                </a:lnTo>
                <a:lnTo>
                  <a:pt x="204" y="46"/>
                </a:lnTo>
                <a:lnTo>
                  <a:pt x="203" y="45"/>
                </a:lnTo>
                <a:lnTo>
                  <a:pt x="203" y="44"/>
                </a:lnTo>
                <a:lnTo>
                  <a:pt x="202" y="44"/>
                </a:lnTo>
                <a:lnTo>
                  <a:pt x="201" y="43"/>
                </a:lnTo>
                <a:lnTo>
                  <a:pt x="201" y="42"/>
                </a:lnTo>
                <a:lnTo>
                  <a:pt x="200" y="42"/>
                </a:lnTo>
                <a:lnTo>
                  <a:pt x="199" y="42"/>
                </a:lnTo>
                <a:lnTo>
                  <a:pt x="198" y="42"/>
                </a:lnTo>
                <a:lnTo>
                  <a:pt x="197" y="42"/>
                </a:lnTo>
                <a:lnTo>
                  <a:pt x="196" y="42"/>
                </a:lnTo>
                <a:lnTo>
                  <a:pt x="195" y="42"/>
                </a:lnTo>
                <a:lnTo>
                  <a:pt x="194" y="43"/>
                </a:lnTo>
                <a:lnTo>
                  <a:pt x="192" y="43"/>
                </a:lnTo>
                <a:lnTo>
                  <a:pt x="191" y="43"/>
                </a:lnTo>
                <a:lnTo>
                  <a:pt x="190" y="43"/>
                </a:lnTo>
                <a:lnTo>
                  <a:pt x="189" y="43"/>
                </a:lnTo>
                <a:lnTo>
                  <a:pt x="188" y="44"/>
                </a:lnTo>
                <a:lnTo>
                  <a:pt x="187" y="45"/>
                </a:lnTo>
                <a:lnTo>
                  <a:pt x="186" y="45"/>
                </a:lnTo>
                <a:lnTo>
                  <a:pt x="186" y="44"/>
                </a:lnTo>
                <a:lnTo>
                  <a:pt x="185" y="44"/>
                </a:lnTo>
                <a:lnTo>
                  <a:pt x="184" y="42"/>
                </a:lnTo>
                <a:lnTo>
                  <a:pt x="183" y="41"/>
                </a:lnTo>
                <a:lnTo>
                  <a:pt x="182" y="42"/>
                </a:lnTo>
                <a:lnTo>
                  <a:pt x="180" y="43"/>
                </a:lnTo>
                <a:lnTo>
                  <a:pt x="180" y="42"/>
                </a:lnTo>
                <a:lnTo>
                  <a:pt x="180" y="41"/>
                </a:lnTo>
                <a:lnTo>
                  <a:pt x="179" y="41"/>
                </a:lnTo>
                <a:lnTo>
                  <a:pt x="178" y="41"/>
                </a:lnTo>
                <a:lnTo>
                  <a:pt x="177" y="41"/>
                </a:lnTo>
                <a:lnTo>
                  <a:pt x="176" y="41"/>
                </a:lnTo>
                <a:lnTo>
                  <a:pt x="177" y="41"/>
                </a:lnTo>
                <a:lnTo>
                  <a:pt x="177" y="40"/>
                </a:lnTo>
                <a:lnTo>
                  <a:pt x="176" y="40"/>
                </a:lnTo>
                <a:lnTo>
                  <a:pt x="176" y="39"/>
                </a:lnTo>
                <a:lnTo>
                  <a:pt x="175" y="40"/>
                </a:lnTo>
                <a:lnTo>
                  <a:pt x="173" y="39"/>
                </a:lnTo>
                <a:lnTo>
                  <a:pt x="172" y="39"/>
                </a:lnTo>
                <a:lnTo>
                  <a:pt x="171" y="39"/>
                </a:lnTo>
                <a:lnTo>
                  <a:pt x="170" y="39"/>
                </a:lnTo>
                <a:lnTo>
                  <a:pt x="169" y="39"/>
                </a:lnTo>
                <a:lnTo>
                  <a:pt x="167" y="38"/>
                </a:lnTo>
                <a:lnTo>
                  <a:pt x="166" y="38"/>
                </a:lnTo>
                <a:lnTo>
                  <a:pt x="166" y="39"/>
                </a:lnTo>
                <a:lnTo>
                  <a:pt x="165" y="39"/>
                </a:lnTo>
                <a:lnTo>
                  <a:pt x="163" y="39"/>
                </a:lnTo>
                <a:lnTo>
                  <a:pt x="162" y="39"/>
                </a:lnTo>
                <a:lnTo>
                  <a:pt x="162" y="38"/>
                </a:lnTo>
                <a:lnTo>
                  <a:pt x="161" y="38"/>
                </a:lnTo>
                <a:lnTo>
                  <a:pt x="159" y="38"/>
                </a:lnTo>
                <a:lnTo>
                  <a:pt x="158" y="37"/>
                </a:lnTo>
                <a:lnTo>
                  <a:pt x="158" y="36"/>
                </a:lnTo>
                <a:lnTo>
                  <a:pt x="159" y="36"/>
                </a:lnTo>
                <a:lnTo>
                  <a:pt x="160" y="35"/>
                </a:lnTo>
                <a:lnTo>
                  <a:pt x="160" y="34"/>
                </a:lnTo>
                <a:lnTo>
                  <a:pt x="160" y="32"/>
                </a:lnTo>
                <a:lnTo>
                  <a:pt x="161" y="31"/>
                </a:lnTo>
                <a:lnTo>
                  <a:pt x="162" y="31"/>
                </a:lnTo>
                <a:lnTo>
                  <a:pt x="163" y="30"/>
                </a:lnTo>
                <a:lnTo>
                  <a:pt x="164" y="29"/>
                </a:lnTo>
                <a:lnTo>
                  <a:pt x="165" y="28"/>
                </a:lnTo>
                <a:lnTo>
                  <a:pt x="164" y="28"/>
                </a:lnTo>
                <a:lnTo>
                  <a:pt x="164" y="27"/>
                </a:lnTo>
                <a:lnTo>
                  <a:pt x="164" y="26"/>
                </a:lnTo>
                <a:lnTo>
                  <a:pt x="165" y="26"/>
                </a:lnTo>
                <a:lnTo>
                  <a:pt x="165" y="25"/>
                </a:lnTo>
                <a:lnTo>
                  <a:pt x="167" y="24"/>
                </a:lnTo>
                <a:lnTo>
                  <a:pt x="168" y="24"/>
                </a:lnTo>
                <a:lnTo>
                  <a:pt x="169" y="23"/>
                </a:lnTo>
                <a:lnTo>
                  <a:pt x="169" y="22"/>
                </a:lnTo>
                <a:lnTo>
                  <a:pt x="168" y="22"/>
                </a:lnTo>
                <a:lnTo>
                  <a:pt x="168" y="21"/>
                </a:lnTo>
                <a:lnTo>
                  <a:pt x="168" y="20"/>
                </a:lnTo>
                <a:lnTo>
                  <a:pt x="170" y="19"/>
                </a:lnTo>
                <a:lnTo>
                  <a:pt x="170" y="18"/>
                </a:lnTo>
                <a:lnTo>
                  <a:pt x="170" y="17"/>
                </a:lnTo>
                <a:lnTo>
                  <a:pt x="171" y="17"/>
                </a:lnTo>
                <a:lnTo>
                  <a:pt x="172" y="17"/>
                </a:lnTo>
                <a:lnTo>
                  <a:pt x="172" y="18"/>
                </a:lnTo>
                <a:lnTo>
                  <a:pt x="173" y="18"/>
                </a:lnTo>
                <a:lnTo>
                  <a:pt x="174" y="18"/>
                </a:lnTo>
                <a:lnTo>
                  <a:pt x="174" y="17"/>
                </a:lnTo>
                <a:lnTo>
                  <a:pt x="175" y="17"/>
                </a:lnTo>
                <a:lnTo>
                  <a:pt x="176" y="18"/>
                </a:lnTo>
                <a:lnTo>
                  <a:pt x="177" y="18"/>
                </a:lnTo>
                <a:lnTo>
                  <a:pt x="178" y="18"/>
                </a:lnTo>
                <a:lnTo>
                  <a:pt x="179" y="18"/>
                </a:lnTo>
                <a:lnTo>
                  <a:pt x="181" y="19"/>
                </a:lnTo>
                <a:lnTo>
                  <a:pt x="182" y="19"/>
                </a:lnTo>
                <a:lnTo>
                  <a:pt x="182" y="18"/>
                </a:lnTo>
                <a:lnTo>
                  <a:pt x="183" y="18"/>
                </a:lnTo>
                <a:lnTo>
                  <a:pt x="184" y="18"/>
                </a:lnTo>
                <a:lnTo>
                  <a:pt x="185" y="18"/>
                </a:lnTo>
                <a:lnTo>
                  <a:pt x="186" y="18"/>
                </a:lnTo>
                <a:lnTo>
                  <a:pt x="186" y="17"/>
                </a:lnTo>
                <a:lnTo>
                  <a:pt x="185" y="16"/>
                </a:lnTo>
                <a:lnTo>
                  <a:pt x="185" y="15"/>
                </a:lnTo>
                <a:lnTo>
                  <a:pt x="185" y="14"/>
                </a:lnTo>
                <a:lnTo>
                  <a:pt x="186" y="13"/>
                </a:lnTo>
                <a:lnTo>
                  <a:pt x="187" y="11"/>
                </a:lnTo>
                <a:lnTo>
                  <a:pt x="187" y="10"/>
                </a:lnTo>
                <a:lnTo>
                  <a:pt x="188" y="10"/>
                </a:lnTo>
                <a:lnTo>
                  <a:pt x="189" y="1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7" name=""/>
          <p:cNvSpPr/>
          <p:nvPr/>
        </p:nvSpPr>
        <p:spPr>
          <a:xfrm>
            <a:off x="7707600" y="2052720"/>
            <a:ext cx="361440" cy="401760"/>
          </a:xfrm>
          <a:custGeom>
            <a:avLst/>
            <a:gdLst/>
            <a:ahLst/>
            <a:rect l="0" t="0" r="r" b="b"/>
            <a:pathLst>
              <a:path w="1004" h="1116">
                <a:moveTo>
                  <a:pt x="337" y="0"/>
                </a:moveTo>
                <a:lnTo>
                  <a:pt x="338" y="0"/>
                </a:lnTo>
                <a:lnTo>
                  <a:pt x="338" y="1"/>
                </a:lnTo>
                <a:lnTo>
                  <a:pt x="338" y="2"/>
                </a:lnTo>
                <a:lnTo>
                  <a:pt x="339" y="2"/>
                </a:lnTo>
                <a:lnTo>
                  <a:pt x="340" y="2"/>
                </a:lnTo>
                <a:lnTo>
                  <a:pt x="340" y="3"/>
                </a:lnTo>
                <a:lnTo>
                  <a:pt x="341" y="3"/>
                </a:lnTo>
                <a:lnTo>
                  <a:pt x="342" y="3"/>
                </a:lnTo>
                <a:lnTo>
                  <a:pt x="344" y="3"/>
                </a:lnTo>
                <a:lnTo>
                  <a:pt x="345" y="3"/>
                </a:lnTo>
                <a:lnTo>
                  <a:pt x="346" y="3"/>
                </a:lnTo>
                <a:lnTo>
                  <a:pt x="348" y="3"/>
                </a:lnTo>
                <a:lnTo>
                  <a:pt x="349" y="2"/>
                </a:lnTo>
                <a:lnTo>
                  <a:pt x="350" y="2"/>
                </a:lnTo>
                <a:lnTo>
                  <a:pt x="350" y="3"/>
                </a:lnTo>
                <a:lnTo>
                  <a:pt x="350" y="4"/>
                </a:lnTo>
                <a:lnTo>
                  <a:pt x="350" y="5"/>
                </a:lnTo>
                <a:lnTo>
                  <a:pt x="351" y="6"/>
                </a:lnTo>
                <a:lnTo>
                  <a:pt x="351" y="7"/>
                </a:lnTo>
                <a:lnTo>
                  <a:pt x="350" y="8"/>
                </a:lnTo>
                <a:lnTo>
                  <a:pt x="350" y="9"/>
                </a:lnTo>
                <a:lnTo>
                  <a:pt x="350" y="10"/>
                </a:lnTo>
                <a:lnTo>
                  <a:pt x="351" y="10"/>
                </a:lnTo>
                <a:lnTo>
                  <a:pt x="351" y="11"/>
                </a:lnTo>
                <a:lnTo>
                  <a:pt x="350" y="11"/>
                </a:lnTo>
                <a:lnTo>
                  <a:pt x="350" y="12"/>
                </a:lnTo>
                <a:lnTo>
                  <a:pt x="351" y="12"/>
                </a:lnTo>
                <a:lnTo>
                  <a:pt x="352" y="12"/>
                </a:lnTo>
                <a:lnTo>
                  <a:pt x="352" y="13"/>
                </a:lnTo>
                <a:lnTo>
                  <a:pt x="353" y="13"/>
                </a:lnTo>
                <a:lnTo>
                  <a:pt x="354" y="13"/>
                </a:lnTo>
                <a:lnTo>
                  <a:pt x="355" y="13"/>
                </a:lnTo>
                <a:lnTo>
                  <a:pt x="355" y="12"/>
                </a:lnTo>
                <a:lnTo>
                  <a:pt x="355" y="13"/>
                </a:lnTo>
                <a:lnTo>
                  <a:pt x="356" y="13"/>
                </a:lnTo>
                <a:lnTo>
                  <a:pt x="357" y="12"/>
                </a:lnTo>
                <a:lnTo>
                  <a:pt x="358" y="13"/>
                </a:lnTo>
                <a:lnTo>
                  <a:pt x="359" y="13"/>
                </a:lnTo>
                <a:lnTo>
                  <a:pt x="360" y="13"/>
                </a:lnTo>
                <a:lnTo>
                  <a:pt x="361" y="13"/>
                </a:lnTo>
                <a:lnTo>
                  <a:pt x="362" y="13"/>
                </a:lnTo>
                <a:lnTo>
                  <a:pt x="363" y="13"/>
                </a:lnTo>
                <a:lnTo>
                  <a:pt x="364" y="13"/>
                </a:lnTo>
                <a:lnTo>
                  <a:pt x="365" y="13"/>
                </a:lnTo>
                <a:lnTo>
                  <a:pt x="365" y="14"/>
                </a:lnTo>
                <a:lnTo>
                  <a:pt x="366" y="14"/>
                </a:lnTo>
                <a:lnTo>
                  <a:pt x="367" y="14"/>
                </a:lnTo>
                <a:lnTo>
                  <a:pt x="368" y="14"/>
                </a:lnTo>
                <a:lnTo>
                  <a:pt x="369" y="14"/>
                </a:lnTo>
                <a:lnTo>
                  <a:pt x="370" y="14"/>
                </a:lnTo>
                <a:lnTo>
                  <a:pt x="371" y="14"/>
                </a:lnTo>
                <a:lnTo>
                  <a:pt x="373" y="14"/>
                </a:lnTo>
                <a:lnTo>
                  <a:pt x="374" y="14"/>
                </a:lnTo>
                <a:lnTo>
                  <a:pt x="375" y="14"/>
                </a:lnTo>
                <a:lnTo>
                  <a:pt x="376" y="14"/>
                </a:lnTo>
                <a:lnTo>
                  <a:pt x="377" y="14"/>
                </a:lnTo>
                <a:lnTo>
                  <a:pt x="378" y="14"/>
                </a:lnTo>
                <a:lnTo>
                  <a:pt x="379" y="14"/>
                </a:lnTo>
                <a:lnTo>
                  <a:pt x="380" y="14"/>
                </a:lnTo>
                <a:lnTo>
                  <a:pt x="381" y="14"/>
                </a:lnTo>
                <a:lnTo>
                  <a:pt x="383" y="14"/>
                </a:lnTo>
                <a:lnTo>
                  <a:pt x="384" y="14"/>
                </a:lnTo>
                <a:lnTo>
                  <a:pt x="385" y="14"/>
                </a:lnTo>
                <a:lnTo>
                  <a:pt x="386" y="14"/>
                </a:lnTo>
                <a:lnTo>
                  <a:pt x="387" y="14"/>
                </a:lnTo>
                <a:lnTo>
                  <a:pt x="388" y="14"/>
                </a:lnTo>
                <a:lnTo>
                  <a:pt x="390" y="14"/>
                </a:lnTo>
                <a:lnTo>
                  <a:pt x="391" y="14"/>
                </a:lnTo>
                <a:lnTo>
                  <a:pt x="392" y="14"/>
                </a:lnTo>
                <a:lnTo>
                  <a:pt x="393" y="14"/>
                </a:lnTo>
                <a:lnTo>
                  <a:pt x="394" y="14"/>
                </a:lnTo>
                <a:lnTo>
                  <a:pt x="395" y="14"/>
                </a:lnTo>
                <a:lnTo>
                  <a:pt x="396" y="14"/>
                </a:lnTo>
                <a:lnTo>
                  <a:pt x="397" y="14"/>
                </a:lnTo>
                <a:lnTo>
                  <a:pt x="398" y="14"/>
                </a:lnTo>
                <a:lnTo>
                  <a:pt x="399" y="14"/>
                </a:lnTo>
                <a:lnTo>
                  <a:pt x="401" y="14"/>
                </a:lnTo>
                <a:lnTo>
                  <a:pt x="402" y="14"/>
                </a:lnTo>
                <a:lnTo>
                  <a:pt x="403" y="14"/>
                </a:lnTo>
                <a:lnTo>
                  <a:pt x="404" y="14"/>
                </a:lnTo>
                <a:lnTo>
                  <a:pt x="406" y="14"/>
                </a:lnTo>
                <a:lnTo>
                  <a:pt x="407" y="14"/>
                </a:lnTo>
                <a:lnTo>
                  <a:pt x="409" y="15"/>
                </a:lnTo>
                <a:lnTo>
                  <a:pt x="410" y="16"/>
                </a:lnTo>
                <a:lnTo>
                  <a:pt x="410" y="17"/>
                </a:lnTo>
                <a:lnTo>
                  <a:pt x="410" y="18"/>
                </a:lnTo>
                <a:lnTo>
                  <a:pt x="411" y="18"/>
                </a:lnTo>
                <a:lnTo>
                  <a:pt x="411" y="19"/>
                </a:lnTo>
                <a:lnTo>
                  <a:pt x="411" y="20"/>
                </a:lnTo>
                <a:lnTo>
                  <a:pt x="412" y="20"/>
                </a:lnTo>
                <a:lnTo>
                  <a:pt x="413" y="20"/>
                </a:lnTo>
                <a:lnTo>
                  <a:pt x="414" y="20"/>
                </a:lnTo>
                <a:lnTo>
                  <a:pt x="414" y="19"/>
                </a:lnTo>
                <a:lnTo>
                  <a:pt x="415" y="20"/>
                </a:lnTo>
                <a:lnTo>
                  <a:pt x="416" y="20"/>
                </a:lnTo>
                <a:lnTo>
                  <a:pt x="417" y="21"/>
                </a:lnTo>
                <a:lnTo>
                  <a:pt x="417" y="22"/>
                </a:lnTo>
                <a:lnTo>
                  <a:pt x="417" y="23"/>
                </a:lnTo>
                <a:lnTo>
                  <a:pt x="417" y="24"/>
                </a:lnTo>
                <a:lnTo>
                  <a:pt x="418" y="24"/>
                </a:lnTo>
                <a:lnTo>
                  <a:pt x="418" y="25"/>
                </a:lnTo>
                <a:lnTo>
                  <a:pt x="419" y="25"/>
                </a:lnTo>
                <a:lnTo>
                  <a:pt x="420" y="26"/>
                </a:lnTo>
                <a:lnTo>
                  <a:pt x="420" y="27"/>
                </a:lnTo>
                <a:lnTo>
                  <a:pt x="421" y="27"/>
                </a:lnTo>
                <a:lnTo>
                  <a:pt x="421" y="26"/>
                </a:lnTo>
                <a:lnTo>
                  <a:pt x="422" y="26"/>
                </a:lnTo>
                <a:lnTo>
                  <a:pt x="422" y="27"/>
                </a:lnTo>
                <a:lnTo>
                  <a:pt x="423" y="27"/>
                </a:lnTo>
                <a:lnTo>
                  <a:pt x="423" y="28"/>
                </a:lnTo>
                <a:lnTo>
                  <a:pt x="423" y="29"/>
                </a:lnTo>
                <a:lnTo>
                  <a:pt x="424" y="29"/>
                </a:lnTo>
                <a:lnTo>
                  <a:pt x="424" y="30"/>
                </a:lnTo>
                <a:lnTo>
                  <a:pt x="425" y="31"/>
                </a:lnTo>
                <a:lnTo>
                  <a:pt x="425" y="32"/>
                </a:lnTo>
                <a:lnTo>
                  <a:pt x="425" y="33"/>
                </a:lnTo>
                <a:lnTo>
                  <a:pt x="426" y="33"/>
                </a:lnTo>
                <a:lnTo>
                  <a:pt x="427" y="33"/>
                </a:lnTo>
                <a:lnTo>
                  <a:pt x="427" y="31"/>
                </a:lnTo>
                <a:lnTo>
                  <a:pt x="428" y="31"/>
                </a:lnTo>
                <a:lnTo>
                  <a:pt x="429" y="31"/>
                </a:lnTo>
                <a:lnTo>
                  <a:pt x="430" y="30"/>
                </a:lnTo>
                <a:lnTo>
                  <a:pt x="431" y="30"/>
                </a:lnTo>
                <a:lnTo>
                  <a:pt x="431" y="31"/>
                </a:lnTo>
                <a:lnTo>
                  <a:pt x="432" y="31"/>
                </a:lnTo>
                <a:lnTo>
                  <a:pt x="432" y="32"/>
                </a:lnTo>
                <a:lnTo>
                  <a:pt x="432" y="33"/>
                </a:lnTo>
                <a:lnTo>
                  <a:pt x="432" y="34"/>
                </a:lnTo>
                <a:lnTo>
                  <a:pt x="433" y="34"/>
                </a:lnTo>
                <a:lnTo>
                  <a:pt x="433" y="33"/>
                </a:lnTo>
                <a:lnTo>
                  <a:pt x="434" y="33"/>
                </a:lnTo>
                <a:lnTo>
                  <a:pt x="434" y="35"/>
                </a:lnTo>
                <a:lnTo>
                  <a:pt x="433" y="35"/>
                </a:lnTo>
                <a:lnTo>
                  <a:pt x="433" y="36"/>
                </a:lnTo>
                <a:lnTo>
                  <a:pt x="433" y="37"/>
                </a:lnTo>
                <a:lnTo>
                  <a:pt x="434" y="37"/>
                </a:lnTo>
                <a:lnTo>
                  <a:pt x="434" y="38"/>
                </a:lnTo>
                <a:lnTo>
                  <a:pt x="435" y="39"/>
                </a:lnTo>
                <a:lnTo>
                  <a:pt x="436" y="39"/>
                </a:lnTo>
                <a:lnTo>
                  <a:pt x="438" y="38"/>
                </a:lnTo>
                <a:lnTo>
                  <a:pt x="439" y="38"/>
                </a:lnTo>
                <a:lnTo>
                  <a:pt x="439" y="37"/>
                </a:lnTo>
                <a:lnTo>
                  <a:pt x="440" y="36"/>
                </a:lnTo>
                <a:lnTo>
                  <a:pt x="441" y="36"/>
                </a:lnTo>
                <a:lnTo>
                  <a:pt x="442" y="34"/>
                </a:lnTo>
                <a:lnTo>
                  <a:pt x="442" y="35"/>
                </a:lnTo>
                <a:lnTo>
                  <a:pt x="443" y="35"/>
                </a:lnTo>
                <a:lnTo>
                  <a:pt x="444" y="35"/>
                </a:lnTo>
                <a:lnTo>
                  <a:pt x="444" y="36"/>
                </a:lnTo>
                <a:lnTo>
                  <a:pt x="445" y="36"/>
                </a:lnTo>
                <a:lnTo>
                  <a:pt x="445" y="35"/>
                </a:lnTo>
                <a:lnTo>
                  <a:pt x="446" y="35"/>
                </a:lnTo>
                <a:lnTo>
                  <a:pt x="446" y="34"/>
                </a:lnTo>
                <a:lnTo>
                  <a:pt x="446" y="35"/>
                </a:lnTo>
                <a:lnTo>
                  <a:pt x="447" y="35"/>
                </a:lnTo>
                <a:lnTo>
                  <a:pt x="447" y="36"/>
                </a:lnTo>
                <a:lnTo>
                  <a:pt x="448" y="36"/>
                </a:lnTo>
                <a:lnTo>
                  <a:pt x="449" y="36"/>
                </a:lnTo>
                <a:lnTo>
                  <a:pt x="450" y="36"/>
                </a:lnTo>
                <a:lnTo>
                  <a:pt x="451" y="36"/>
                </a:lnTo>
                <a:lnTo>
                  <a:pt x="451" y="35"/>
                </a:lnTo>
                <a:lnTo>
                  <a:pt x="451" y="36"/>
                </a:lnTo>
                <a:lnTo>
                  <a:pt x="452" y="36"/>
                </a:lnTo>
                <a:lnTo>
                  <a:pt x="452" y="35"/>
                </a:lnTo>
                <a:lnTo>
                  <a:pt x="453" y="35"/>
                </a:lnTo>
                <a:lnTo>
                  <a:pt x="454" y="35"/>
                </a:lnTo>
                <a:lnTo>
                  <a:pt x="455" y="34"/>
                </a:lnTo>
                <a:lnTo>
                  <a:pt x="456" y="34"/>
                </a:lnTo>
                <a:lnTo>
                  <a:pt x="457" y="34"/>
                </a:lnTo>
                <a:lnTo>
                  <a:pt x="458" y="34"/>
                </a:lnTo>
                <a:lnTo>
                  <a:pt x="458" y="35"/>
                </a:lnTo>
                <a:lnTo>
                  <a:pt x="458" y="36"/>
                </a:lnTo>
                <a:lnTo>
                  <a:pt x="459" y="36"/>
                </a:lnTo>
                <a:lnTo>
                  <a:pt x="459" y="37"/>
                </a:lnTo>
                <a:lnTo>
                  <a:pt x="460" y="38"/>
                </a:lnTo>
                <a:lnTo>
                  <a:pt x="461" y="38"/>
                </a:lnTo>
                <a:lnTo>
                  <a:pt x="461" y="39"/>
                </a:lnTo>
                <a:lnTo>
                  <a:pt x="462" y="38"/>
                </a:lnTo>
                <a:lnTo>
                  <a:pt x="462" y="39"/>
                </a:lnTo>
                <a:lnTo>
                  <a:pt x="462" y="40"/>
                </a:lnTo>
                <a:lnTo>
                  <a:pt x="463" y="40"/>
                </a:lnTo>
                <a:lnTo>
                  <a:pt x="464" y="40"/>
                </a:lnTo>
                <a:lnTo>
                  <a:pt x="465" y="40"/>
                </a:lnTo>
                <a:lnTo>
                  <a:pt x="465" y="39"/>
                </a:lnTo>
                <a:lnTo>
                  <a:pt x="465" y="40"/>
                </a:lnTo>
                <a:lnTo>
                  <a:pt x="466" y="40"/>
                </a:lnTo>
                <a:lnTo>
                  <a:pt x="467" y="40"/>
                </a:lnTo>
                <a:lnTo>
                  <a:pt x="468" y="39"/>
                </a:lnTo>
                <a:lnTo>
                  <a:pt x="469" y="40"/>
                </a:lnTo>
                <a:lnTo>
                  <a:pt x="470" y="40"/>
                </a:lnTo>
                <a:lnTo>
                  <a:pt x="470" y="41"/>
                </a:lnTo>
                <a:lnTo>
                  <a:pt x="471" y="41"/>
                </a:lnTo>
                <a:lnTo>
                  <a:pt x="472" y="41"/>
                </a:lnTo>
                <a:lnTo>
                  <a:pt x="473" y="41"/>
                </a:lnTo>
                <a:lnTo>
                  <a:pt x="473" y="40"/>
                </a:lnTo>
                <a:lnTo>
                  <a:pt x="474" y="40"/>
                </a:lnTo>
                <a:lnTo>
                  <a:pt x="475" y="40"/>
                </a:lnTo>
                <a:lnTo>
                  <a:pt x="475" y="39"/>
                </a:lnTo>
                <a:lnTo>
                  <a:pt x="476" y="40"/>
                </a:lnTo>
                <a:lnTo>
                  <a:pt x="476" y="39"/>
                </a:lnTo>
                <a:lnTo>
                  <a:pt x="477" y="40"/>
                </a:lnTo>
                <a:lnTo>
                  <a:pt x="478" y="39"/>
                </a:lnTo>
                <a:lnTo>
                  <a:pt x="478" y="40"/>
                </a:lnTo>
                <a:lnTo>
                  <a:pt x="479" y="39"/>
                </a:lnTo>
                <a:lnTo>
                  <a:pt x="479" y="40"/>
                </a:lnTo>
                <a:lnTo>
                  <a:pt x="480" y="40"/>
                </a:lnTo>
                <a:lnTo>
                  <a:pt x="481" y="41"/>
                </a:lnTo>
                <a:lnTo>
                  <a:pt x="481" y="40"/>
                </a:lnTo>
                <a:lnTo>
                  <a:pt x="481" y="41"/>
                </a:lnTo>
                <a:lnTo>
                  <a:pt x="482" y="41"/>
                </a:lnTo>
                <a:lnTo>
                  <a:pt x="483" y="41"/>
                </a:lnTo>
                <a:lnTo>
                  <a:pt x="483" y="40"/>
                </a:lnTo>
                <a:lnTo>
                  <a:pt x="483" y="41"/>
                </a:lnTo>
                <a:lnTo>
                  <a:pt x="484" y="41"/>
                </a:lnTo>
                <a:lnTo>
                  <a:pt x="484" y="40"/>
                </a:lnTo>
                <a:lnTo>
                  <a:pt x="485" y="41"/>
                </a:lnTo>
                <a:lnTo>
                  <a:pt x="486" y="41"/>
                </a:lnTo>
                <a:lnTo>
                  <a:pt x="487" y="41"/>
                </a:lnTo>
                <a:lnTo>
                  <a:pt x="487" y="40"/>
                </a:lnTo>
                <a:lnTo>
                  <a:pt x="488" y="40"/>
                </a:lnTo>
                <a:lnTo>
                  <a:pt x="489" y="40"/>
                </a:lnTo>
                <a:lnTo>
                  <a:pt x="489" y="39"/>
                </a:lnTo>
                <a:lnTo>
                  <a:pt x="490" y="39"/>
                </a:lnTo>
                <a:lnTo>
                  <a:pt x="490" y="38"/>
                </a:lnTo>
                <a:lnTo>
                  <a:pt x="491" y="38"/>
                </a:lnTo>
                <a:lnTo>
                  <a:pt x="491" y="37"/>
                </a:lnTo>
                <a:lnTo>
                  <a:pt x="492" y="37"/>
                </a:lnTo>
                <a:lnTo>
                  <a:pt x="492" y="36"/>
                </a:lnTo>
                <a:lnTo>
                  <a:pt x="492" y="35"/>
                </a:lnTo>
                <a:lnTo>
                  <a:pt x="493" y="35"/>
                </a:lnTo>
                <a:lnTo>
                  <a:pt x="493" y="34"/>
                </a:lnTo>
                <a:lnTo>
                  <a:pt x="494" y="33"/>
                </a:lnTo>
                <a:lnTo>
                  <a:pt x="495" y="33"/>
                </a:lnTo>
                <a:lnTo>
                  <a:pt x="496" y="33"/>
                </a:lnTo>
                <a:lnTo>
                  <a:pt x="496" y="32"/>
                </a:lnTo>
                <a:lnTo>
                  <a:pt x="497" y="33"/>
                </a:lnTo>
                <a:lnTo>
                  <a:pt x="498" y="33"/>
                </a:lnTo>
                <a:lnTo>
                  <a:pt x="499" y="33"/>
                </a:lnTo>
                <a:lnTo>
                  <a:pt x="498" y="34"/>
                </a:lnTo>
                <a:lnTo>
                  <a:pt x="499" y="35"/>
                </a:lnTo>
                <a:lnTo>
                  <a:pt x="500" y="35"/>
                </a:lnTo>
                <a:lnTo>
                  <a:pt x="501" y="35"/>
                </a:lnTo>
                <a:lnTo>
                  <a:pt x="502" y="35"/>
                </a:lnTo>
                <a:lnTo>
                  <a:pt x="502" y="34"/>
                </a:lnTo>
                <a:lnTo>
                  <a:pt x="503" y="34"/>
                </a:lnTo>
                <a:lnTo>
                  <a:pt x="504" y="34"/>
                </a:lnTo>
                <a:lnTo>
                  <a:pt x="504" y="35"/>
                </a:lnTo>
                <a:lnTo>
                  <a:pt x="505" y="35"/>
                </a:lnTo>
                <a:lnTo>
                  <a:pt x="506" y="35"/>
                </a:lnTo>
                <a:lnTo>
                  <a:pt x="507" y="35"/>
                </a:lnTo>
                <a:lnTo>
                  <a:pt x="507" y="36"/>
                </a:lnTo>
                <a:lnTo>
                  <a:pt x="508" y="36"/>
                </a:lnTo>
                <a:lnTo>
                  <a:pt x="508" y="37"/>
                </a:lnTo>
                <a:lnTo>
                  <a:pt x="508" y="38"/>
                </a:lnTo>
                <a:lnTo>
                  <a:pt x="508" y="37"/>
                </a:lnTo>
                <a:lnTo>
                  <a:pt x="508" y="38"/>
                </a:lnTo>
                <a:lnTo>
                  <a:pt x="509" y="38"/>
                </a:lnTo>
                <a:lnTo>
                  <a:pt x="510" y="38"/>
                </a:lnTo>
                <a:lnTo>
                  <a:pt x="510" y="39"/>
                </a:lnTo>
                <a:lnTo>
                  <a:pt x="511" y="38"/>
                </a:lnTo>
                <a:lnTo>
                  <a:pt x="511" y="39"/>
                </a:lnTo>
                <a:lnTo>
                  <a:pt x="512" y="39"/>
                </a:lnTo>
                <a:lnTo>
                  <a:pt x="512" y="40"/>
                </a:lnTo>
                <a:lnTo>
                  <a:pt x="512" y="41"/>
                </a:lnTo>
                <a:lnTo>
                  <a:pt x="511" y="41"/>
                </a:lnTo>
                <a:lnTo>
                  <a:pt x="512" y="41"/>
                </a:lnTo>
                <a:lnTo>
                  <a:pt x="513" y="41"/>
                </a:lnTo>
                <a:lnTo>
                  <a:pt x="514" y="41"/>
                </a:lnTo>
                <a:lnTo>
                  <a:pt x="515" y="41"/>
                </a:lnTo>
                <a:lnTo>
                  <a:pt x="515" y="42"/>
                </a:lnTo>
                <a:lnTo>
                  <a:pt x="516" y="42"/>
                </a:lnTo>
                <a:lnTo>
                  <a:pt x="517" y="43"/>
                </a:lnTo>
                <a:lnTo>
                  <a:pt x="517" y="44"/>
                </a:lnTo>
                <a:lnTo>
                  <a:pt x="518" y="44"/>
                </a:lnTo>
                <a:lnTo>
                  <a:pt x="519" y="44"/>
                </a:lnTo>
                <a:lnTo>
                  <a:pt x="520" y="44"/>
                </a:lnTo>
                <a:lnTo>
                  <a:pt x="520" y="43"/>
                </a:lnTo>
                <a:lnTo>
                  <a:pt x="520" y="42"/>
                </a:lnTo>
                <a:lnTo>
                  <a:pt x="521" y="42"/>
                </a:lnTo>
                <a:lnTo>
                  <a:pt x="521" y="43"/>
                </a:lnTo>
                <a:lnTo>
                  <a:pt x="521" y="44"/>
                </a:lnTo>
                <a:lnTo>
                  <a:pt x="522" y="44"/>
                </a:lnTo>
                <a:lnTo>
                  <a:pt x="523" y="44"/>
                </a:lnTo>
                <a:lnTo>
                  <a:pt x="524" y="44"/>
                </a:lnTo>
                <a:lnTo>
                  <a:pt x="525" y="44"/>
                </a:lnTo>
                <a:lnTo>
                  <a:pt x="525" y="45"/>
                </a:lnTo>
                <a:lnTo>
                  <a:pt x="526" y="45"/>
                </a:lnTo>
                <a:lnTo>
                  <a:pt x="527" y="45"/>
                </a:lnTo>
                <a:lnTo>
                  <a:pt x="527" y="46"/>
                </a:lnTo>
                <a:lnTo>
                  <a:pt x="528" y="47"/>
                </a:lnTo>
                <a:lnTo>
                  <a:pt x="529" y="47"/>
                </a:lnTo>
                <a:lnTo>
                  <a:pt x="529" y="48"/>
                </a:lnTo>
                <a:lnTo>
                  <a:pt x="530" y="48"/>
                </a:lnTo>
                <a:lnTo>
                  <a:pt x="531" y="49"/>
                </a:lnTo>
                <a:lnTo>
                  <a:pt x="532" y="48"/>
                </a:lnTo>
                <a:lnTo>
                  <a:pt x="533" y="47"/>
                </a:lnTo>
                <a:lnTo>
                  <a:pt x="534" y="47"/>
                </a:lnTo>
                <a:lnTo>
                  <a:pt x="535" y="47"/>
                </a:lnTo>
                <a:lnTo>
                  <a:pt x="536" y="48"/>
                </a:lnTo>
                <a:lnTo>
                  <a:pt x="536" y="49"/>
                </a:lnTo>
                <a:lnTo>
                  <a:pt x="535" y="49"/>
                </a:lnTo>
                <a:lnTo>
                  <a:pt x="535" y="50"/>
                </a:lnTo>
                <a:lnTo>
                  <a:pt x="534" y="51"/>
                </a:lnTo>
                <a:lnTo>
                  <a:pt x="534" y="52"/>
                </a:lnTo>
                <a:lnTo>
                  <a:pt x="533" y="52"/>
                </a:lnTo>
                <a:lnTo>
                  <a:pt x="534" y="52"/>
                </a:lnTo>
                <a:lnTo>
                  <a:pt x="534" y="53"/>
                </a:lnTo>
                <a:lnTo>
                  <a:pt x="534" y="54"/>
                </a:lnTo>
                <a:lnTo>
                  <a:pt x="535" y="54"/>
                </a:lnTo>
                <a:lnTo>
                  <a:pt x="535" y="55"/>
                </a:lnTo>
                <a:lnTo>
                  <a:pt x="534" y="55"/>
                </a:lnTo>
                <a:lnTo>
                  <a:pt x="534" y="56"/>
                </a:lnTo>
                <a:lnTo>
                  <a:pt x="535" y="56"/>
                </a:lnTo>
                <a:lnTo>
                  <a:pt x="536" y="56"/>
                </a:lnTo>
                <a:lnTo>
                  <a:pt x="537" y="56"/>
                </a:lnTo>
                <a:lnTo>
                  <a:pt x="537" y="57"/>
                </a:lnTo>
                <a:lnTo>
                  <a:pt x="538" y="57"/>
                </a:lnTo>
                <a:lnTo>
                  <a:pt x="539" y="56"/>
                </a:lnTo>
                <a:lnTo>
                  <a:pt x="540" y="56"/>
                </a:lnTo>
                <a:lnTo>
                  <a:pt x="540" y="57"/>
                </a:lnTo>
                <a:lnTo>
                  <a:pt x="541" y="57"/>
                </a:lnTo>
                <a:lnTo>
                  <a:pt x="541" y="58"/>
                </a:lnTo>
                <a:lnTo>
                  <a:pt x="542" y="59"/>
                </a:lnTo>
                <a:lnTo>
                  <a:pt x="543" y="59"/>
                </a:lnTo>
                <a:lnTo>
                  <a:pt x="544" y="59"/>
                </a:lnTo>
                <a:lnTo>
                  <a:pt x="545" y="60"/>
                </a:lnTo>
                <a:lnTo>
                  <a:pt x="546" y="60"/>
                </a:lnTo>
                <a:lnTo>
                  <a:pt x="547" y="61"/>
                </a:lnTo>
                <a:lnTo>
                  <a:pt x="548" y="61"/>
                </a:lnTo>
                <a:lnTo>
                  <a:pt x="548" y="62"/>
                </a:lnTo>
                <a:lnTo>
                  <a:pt x="549" y="62"/>
                </a:lnTo>
                <a:lnTo>
                  <a:pt x="550" y="62"/>
                </a:lnTo>
                <a:lnTo>
                  <a:pt x="551" y="62"/>
                </a:lnTo>
                <a:lnTo>
                  <a:pt x="551" y="63"/>
                </a:lnTo>
                <a:lnTo>
                  <a:pt x="551" y="64"/>
                </a:lnTo>
                <a:lnTo>
                  <a:pt x="552" y="64"/>
                </a:lnTo>
                <a:lnTo>
                  <a:pt x="553" y="64"/>
                </a:lnTo>
                <a:lnTo>
                  <a:pt x="554" y="65"/>
                </a:lnTo>
                <a:lnTo>
                  <a:pt x="554" y="66"/>
                </a:lnTo>
                <a:lnTo>
                  <a:pt x="554" y="65"/>
                </a:lnTo>
                <a:lnTo>
                  <a:pt x="555" y="65"/>
                </a:lnTo>
                <a:lnTo>
                  <a:pt x="554" y="65"/>
                </a:lnTo>
                <a:lnTo>
                  <a:pt x="554" y="64"/>
                </a:lnTo>
                <a:lnTo>
                  <a:pt x="553" y="63"/>
                </a:lnTo>
                <a:lnTo>
                  <a:pt x="552" y="63"/>
                </a:lnTo>
                <a:lnTo>
                  <a:pt x="552" y="62"/>
                </a:lnTo>
                <a:lnTo>
                  <a:pt x="553" y="62"/>
                </a:lnTo>
                <a:lnTo>
                  <a:pt x="553" y="61"/>
                </a:lnTo>
                <a:lnTo>
                  <a:pt x="554" y="60"/>
                </a:lnTo>
                <a:lnTo>
                  <a:pt x="554" y="61"/>
                </a:lnTo>
                <a:lnTo>
                  <a:pt x="555" y="61"/>
                </a:lnTo>
                <a:lnTo>
                  <a:pt x="555" y="62"/>
                </a:lnTo>
                <a:lnTo>
                  <a:pt x="555" y="63"/>
                </a:lnTo>
                <a:lnTo>
                  <a:pt x="555" y="64"/>
                </a:lnTo>
                <a:lnTo>
                  <a:pt x="555" y="65"/>
                </a:lnTo>
                <a:lnTo>
                  <a:pt x="556" y="65"/>
                </a:lnTo>
                <a:lnTo>
                  <a:pt x="557" y="65"/>
                </a:lnTo>
                <a:lnTo>
                  <a:pt x="557" y="66"/>
                </a:lnTo>
                <a:lnTo>
                  <a:pt x="556" y="66"/>
                </a:lnTo>
                <a:lnTo>
                  <a:pt x="556" y="67"/>
                </a:lnTo>
                <a:lnTo>
                  <a:pt x="556" y="70"/>
                </a:lnTo>
                <a:lnTo>
                  <a:pt x="557" y="70"/>
                </a:lnTo>
                <a:lnTo>
                  <a:pt x="557" y="71"/>
                </a:lnTo>
                <a:lnTo>
                  <a:pt x="556" y="71"/>
                </a:lnTo>
                <a:lnTo>
                  <a:pt x="556" y="72"/>
                </a:lnTo>
                <a:lnTo>
                  <a:pt x="555" y="72"/>
                </a:lnTo>
                <a:lnTo>
                  <a:pt x="555" y="73"/>
                </a:lnTo>
                <a:lnTo>
                  <a:pt x="555" y="74"/>
                </a:lnTo>
                <a:lnTo>
                  <a:pt x="555" y="75"/>
                </a:lnTo>
                <a:lnTo>
                  <a:pt x="554" y="75"/>
                </a:lnTo>
                <a:lnTo>
                  <a:pt x="555" y="75"/>
                </a:lnTo>
                <a:lnTo>
                  <a:pt x="555" y="76"/>
                </a:lnTo>
                <a:lnTo>
                  <a:pt x="555" y="77"/>
                </a:lnTo>
                <a:lnTo>
                  <a:pt x="555" y="78"/>
                </a:lnTo>
                <a:lnTo>
                  <a:pt x="556" y="78"/>
                </a:lnTo>
                <a:lnTo>
                  <a:pt x="557" y="79"/>
                </a:lnTo>
                <a:lnTo>
                  <a:pt x="557" y="78"/>
                </a:lnTo>
                <a:lnTo>
                  <a:pt x="558" y="78"/>
                </a:lnTo>
                <a:lnTo>
                  <a:pt x="559" y="78"/>
                </a:lnTo>
                <a:lnTo>
                  <a:pt x="560" y="78"/>
                </a:lnTo>
                <a:lnTo>
                  <a:pt x="560" y="77"/>
                </a:lnTo>
                <a:lnTo>
                  <a:pt x="561" y="77"/>
                </a:lnTo>
                <a:lnTo>
                  <a:pt x="561" y="78"/>
                </a:lnTo>
                <a:lnTo>
                  <a:pt x="562" y="79"/>
                </a:lnTo>
                <a:lnTo>
                  <a:pt x="563" y="79"/>
                </a:lnTo>
                <a:lnTo>
                  <a:pt x="563" y="80"/>
                </a:lnTo>
                <a:lnTo>
                  <a:pt x="563" y="81"/>
                </a:lnTo>
                <a:lnTo>
                  <a:pt x="564" y="81"/>
                </a:lnTo>
                <a:lnTo>
                  <a:pt x="564" y="82"/>
                </a:lnTo>
                <a:lnTo>
                  <a:pt x="565" y="82"/>
                </a:lnTo>
                <a:lnTo>
                  <a:pt x="565" y="81"/>
                </a:lnTo>
                <a:lnTo>
                  <a:pt x="566" y="81"/>
                </a:lnTo>
                <a:lnTo>
                  <a:pt x="566" y="82"/>
                </a:lnTo>
                <a:lnTo>
                  <a:pt x="567" y="82"/>
                </a:lnTo>
                <a:lnTo>
                  <a:pt x="568" y="82"/>
                </a:lnTo>
                <a:lnTo>
                  <a:pt x="569" y="82"/>
                </a:lnTo>
                <a:lnTo>
                  <a:pt x="570" y="82"/>
                </a:lnTo>
                <a:lnTo>
                  <a:pt x="571" y="82"/>
                </a:lnTo>
                <a:lnTo>
                  <a:pt x="572" y="82"/>
                </a:lnTo>
                <a:lnTo>
                  <a:pt x="573" y="81"/>
                </a:lnTo>
                <a:lnTo>
                  <a:pt x="574" y="81"/>
                </a:lnTo>
                <a:lnTo>
                  <a:pt x="575" y="81"/>
                </a:lnTo>
                <a:lnTo>
                  <a:pt x="576" y="82"/>
                </a:lnTo>
                <a:lnTo>
                  <a:pt x="576" y="83"/>
                </a:lnTo>
                <a:lnTo>
                  <a:pt x="577" y="83"/>
                </a:lnTo>
                <a:lnTo>
                  <a:pt x="577" y="84"/>
                </a:lnTo>
                <a:lnTo>
                  <a:pt x="577" y="85"/>
                </a:lnTo>
                <a:lnTo>
                  <a:pt x="577" y="86"/>
                </a:lnTo>
                <a:lnTo>
                  <a:pt x="577" y="87"/>
                </a:lnTo>
                <a:lnTo>
                  <a:pt x="578" y="87"/>
                </a:lnTo>
                <a:lnTo>
                  <a:pt x="578" y="88"/>
                </a:lnTo>
                <a:lnTo>
                  <a:pt x="580" y="89"/>
                </a:lnTo>
                <a:lnTo>
                  <a:pt x="580" y="90"/>
                </a:lnTo>
                <a:lnTo>
                  <a:pt x="580" y="89"/>
                </a:lnTo>
                <a:lnTo>
                  <a:pt x="580" y="88"/>
                </a:lnTo>
                <a:lnTo>
                  <a:pt x="580" y="87"/>
                </a:lnTo>
                <a:lnTo>
                  <a:pt x="580" y="86"/>
                </a:lnTo>
                <a:lnTo>
                  <a:pt x="581" y="86"/>
                </a:lnTo>
                <a:lnTo>
                  <a:pt x="582" y="86"/>
                </a:lnTo>
                <a:lnTo>
                  <a:pt x="583" y="86"/>
                </a:lnTo>
                <a:lnTo>
                  <a:pt x="583" y="85"/>
                </a:lnTo>
                <a:lnTo>
                  <a:pt x="583" y="84"/>
                </a:lnTo>
                <a:lnTo>
                  <a:pt x="584" y="83"/>
                </a:lnTo>
                <a:lnTo>
                  <a:pt x="584" y="82"/>
                </a:lnTo>
                <a:lnTo>
                  <a:pt x="585" y="81"/>
                </a:lnTo>
                <a:lnTo>
                  <a:pt x="586" y="80"/>
                </a:lnTo>
                <a:lnTo>
                  <a:pt x="587" y="80"/>
                </a:lnTo>
                <a:lnTo>
                  <a:pt x="587" y="81"/>
                </a:lnTo>
                <a:lnTo>
                  <a:pt x="587" y="82"/>
                </a:lnTo>
                <a:lnTo>
                  <a:pt x="586" y="82"/>
                </a:lnTo>
                <a:lnTo>
                  <a:pt x="586" y="83"/>
                </a:lnTo>
                <a:lnTo>
                  <a:pt x="586" y="84"/>
                </a:lnTo>
                <a:lnTo>
                  <a:pt x="585" y="84"/>
                </a:lnTo>
                <a:lnTo>
                  <a:pt x="585" y="85"/>
                </a:lnTo>
                <a:lnTo>
                  <a:pt x="585" y="86"/>
                </a:lnTo>
                <a:lnTo>
                  <a:pt x="585" y="87"/>
                </a:lnTo>
                <a:lnTo>
                  <a:pt x="585" y="88"/>
                </a:lnTo>
                <a:lnTo>
                  <a:pt x="586" y="88"/>
                </a:lnTo>
                <a:lnTo>
                  <a:pt x="586" y="89"/>
                </a:lnTo>
                <a:lnTo>
                  <a:pt x="586" y="90"/>
                </a:lnTo>
                <a:lnTo>
                  <a:pt x="587" y="90"/>
                </a:lnTo>
                <a:lnTo>
                  <a:pt x="587" y="89"/>
                </a:lnTo>
                <a:lnTo>
                  <a:pt x="587" y="90"/>
                </a:lnTo>
                <a:lnTo>
                  <a:pt x="588" y="90"/>
                </a:lnTo>
                <a:lnTo>
                  <a:pt x="590" y="90"/>
                </a:lnTo>
                <a:lnTo>
                  <a:pt x="591" y="91"/>
                </a:lnTo>
                <a:lnTo>
                  <a:pt x="592" y="91"/>
                </a:lnTo>
                <a:lnTo>
                  <a:pt x="592" y="92"/>
                </a:lnTo>
                <a:lnTo>
                  <a:pt x="594" y="92"/>
                </a:lnTo>
                <a:lnTo>
                  <a:pt x="594" y="93"/>
                </a:lnTo>
                <a:lnTo>
                  <a:pt x="595" y="93"/>
                </a:lnTo>
                <a:lnTo>
                  <a:pt x="596" y="93"/>
                </a:lnTo>
                <a:lnTo>
                  <a:pt x="597" y="93"/>
                </a:lnTo>
                <a:lnTo>
                  <a:pt x="598" y="93"/>
                </a:lnTo>
                <a:lnTo>
                  <a:pt x="598" y="94"/>
                </a:lnTo>
                <a:lnTo>
                  <a:pt x="599" y="94"/>
                </a:lnTo>
                <a:lnTo>
                  <a:pt x="599" y="95"/>
                </a:lnTo>
                <a:lnTo>
                  <a:pt x="599" y="96"/>
                </a:lnTo>
                <a:lnTo>
                  <a:pt x="599" y="97"/>
                </a:lnTo>
                <a:lnTo>
                  <a:pt x="599" y="99"/>
                </a:lnTo>
                <a:lnTo>
                  <a:pt x="599" y="100"/>
                </a:lnTo>
                <a:lnTo>
                  <a:pt x="598" y="100"/>
                </a:lnTo>
                <a:lnTo>
                  <a:pt x="598" y="101"/>
                </a:lnTo>
                <a:lnTo>
                  <a:pt x="598" y="102"/>
                </a:lnTo>
                <a:lnTo>
                  <a:pt x="598" y="103"/>
                </a:lnTo>
                <a:lnTo>
                  <a:pt x="597" y="103"/>
                </a:lnTo>
                <a:lnTo>
                  <a:pt x="597" y="104"/>
                </a:lnTo>
                <a:lnTo>
                  <a:pt x="597" y="105"/>
                </a:lnTo>
                <a:lnTo>
                  <a:pt x="596" y="105"/>
                </a:lnTo>
                <a:lnTo>
                  <a:pt x="596" y="106"/>
                </a:lnTo>
                <a:lnTo>
                  <a:pt x="595" y="106"/>
                </a:lnTo>
                <a:lnTo>
                  <a:pt x="595" y="110"/>
                </a:lnTo>
                <a:lnTo>
                  <a:pt x="596" y="111"/>
                </a:lnTo>
                <a:lnTo>
                  <a:pt x="596" y="112"/>
                </a:lnTo>
                <a:lnTo>
                  <a:pt x="596" y="113"/>
                </a:lnTo>
                <a:lnTo>
                  <a:pt x="597" y="113"/>
                </a:lnTo>
                <a:lnTo>
                  <a:pt x="597" y="112"/>
                </a:lnTo>
                <a:lnTo>
                  <a:pt x="597" y="111"/>
                </a:lnTo>
                <a:lnTo>
                  <a:pt x="597" y="110"/>
                </a:lnTo>
                <a:lnTo>
                  <a:pt x="597" y="109"/>
                </a:lnTo>
                <a:lnTo>
                  <a:pt x="598" y="109"/>
                </a:lnTo>
                <a:lnTo>
                  <a:pt x="599" y="109"/>
                </a:lnTo>
                <a:lnTo>
                  <a:pt x="601" y="108"/>
                </a:lnTo>
                <a:lnTo>
                  <a:pt x="602" y="107"/>
                </a:lnTo>
                <a:lnTo>
                  <a:pt x="602" y="106"/>
                </a:lnTo>
                <a:lnTo>
                  <a:pt x="602" y="105"/>
                </a:lnTo>
                <a:lnTo>
                  <a:pt x="602" y="104"/>
                </a:lnTo>
                <a:lnTo>
                  <a:pt x="603" y="104"/>
                </a:lnTo>
                <a:lnTo>
                  <a:pt x="603" y="103"/>
                </a:lnTo>
                <a:lnTo>
                  <a:pt x="604" y="103"/>
                </a:lnTo>
                <a:lnTo>
                  <a:pt x="606" y="103"/>
                </a:lnTo>
                <a:lnTo>
                  <a:pt x="607" y="103"/>
                </a:lnTo>
                <a:lnTo>
                  <a:pt x="609" y="103"/>
                </a:lnTo>
                <a:lnTo>
                  <a:pt x="611" y="103"/>
                </a:lnTo>
                <a:lnTo>
                  <a:pt x="612" y="102"/>
                </a:lnTo>
                <a:lnTo>
                  <a:pt x="612" y="101"/>
                </a:lnTo>
                <a:lnTo>
                  <a:pt x="613" y="100"/>
                </a:lnTo>
                <a:lnTo>
                  <a:pt x="613" y="99"/>
                </a:lnTo>
                <a:lnTo>
                  <a:pt x="614" y="99"/>
                </a:lnTo>
                <a:lnTo>
                  <a:pt x="614" y="98"/>
                </a:lnTo>
                <a:lnTo>
                  <a:pt x="614" y="97"/>
                </a:lnTo>
                <a:lnTo>
                  <a:pt x="615" y="97"/>
                </a:lnTo>
                <a:lnTo>
                  <a:pt x="615" y="98"/>
                </a:lnTo>
                <a:lnTo>
                  <a:pt x="615" y="99"/>
                </a:lnTo>
                <a:lnTo>
                  <a:pt x="616" y="99"/>
                </a:lnTo>
                <a:lnTo>
                  <a:pt x="616" y="98"/>
                </a:lnTo>
                <a:lnTo>
                  <a:pt x="616" y="97"/>
                </a:lnTo>
                <a:lnTo>
                  <a:pt x="616" y="96"/>
                </a:lnTo>
                <a:lnTo>
                  <a:pt x="617" y="96"/>
                </a:lnTo>
                <a:lnTo>
                  <a:pt x="617" y="95"/>
                </a:lnTo>
                <a:lnTo>
                  <a:pt x="618" y="94"/>
                </a:lnTo>
                <a:lnTo>
                  <a:pt x="619" y="93"/>
                </a:lnTo>
                <a:lnTo>
                  <a:pt x="619" y="92"/>
                </a:lnTo>
                <a:lnTo>
                  <a:pt x="620" y="92"/>
                </a:lnTo>
                <a:lnTo>
                  <a:pt x="620" y="91"/>
                </a:lnTo>
                <a:lnTo>
                  <a:pt x="620" y="90"/>
                </a:lnTo>
                <a:lnTo>
                  <a:pt x="620" y="86"/>
                </a:lnTo>
                <a:lnTo>
                  <a:pt x="621" y="86"/>
                </a:lnTo>
                <a:lnTo>
                  <a:pt x="621" y="85"/>
                </a:lnTo>
                <a:lnTo>
                  <a:pt x="622" y="85"/>
                </a:lnTo>
                <a:lnTo>
                  <a:pt x="622" y="84"/>
                </a:lnTo>
                <a:lnTo>
                  <a:pt x="622" y="83"/>
                </a:lnTo>
                <a:lnTo>
                  <a:pt x="623" y="83"/>
                </a:lnTo>
                <a:lnTo>
                  <a:pt x="624" y="83"/>
                </a:lnTo>
                <a:lnTo>
                  <a:pt x="624" y="82"/>
                </a:lnTo>
                <a:lnTo>
                  <a:pt x="625" y="82"/>
                </a:lnTo>
                <a:lnTo>
                  <a:pt x="626" y="83"/>
                </a:lnTo>
                <a:lnTo>
                  <a:pt x="628" y="83"/>
                </a:lnTo>
                <a:lnTo>
                  <a:pt x="630" y="83"/>
                </a:lnTo>
                <a:lnTo>
                  <a:pt x="633" y="83"/>
                </a:lnTo>
                <a:lnTo>
                  <a:pt x="633" y="84"/>
                </a:lnTo>
                <a:lnTo>
                  <a:pt x="633" y="85"/>
                </a:lnTo>
                <a:lnTo>
                  <a:pt x="633" y="86"/>
                </a:lnTo>
                <a:lnTo>
                  <a:pt x="634" y="87"/>
                </a:lnTo>
                <a:lnTo>
                  <a:pt x="636" y="87"/>
                </a:lnTo>
                <a:lnTo>
                  <a:pt x="636" y="88"/>
                </a:lnTo>
                <a:lnTo>
                  <a:pt x="637" y="88"/>
                </a:lnTo>
                <a:lnTo>
                  <a:pt x="638" y="88"/>
                </a:lnTo>
                <a:lnTo>
                  <a:pt x="639" y="88"/>
                </a:lnTo>
                <a:lnTo>
                  <a:pt x="639" y="89"/>
                </a:lnTo>
                <a:lnTo>
                  <a:pt x="640" y="89"/>
                </a:lnTo>
                <a:lnTo>
                  <a:pt x="641" y="88"/>
                </a:lnTo>
                <a:lnTo>
                  <a:pt x="642" y="87"/>
                </a:lnTo>
                <a:lnTo>
                  <a:pt x="642" y="86"/>
                </a:lnTo>
                <a:lnTo>
                  <a:pt x="643" y="86"/>
                </a:lnTo>
                <a:lnTo>
                  <a:pt x="643" y="85"/>
                </a:lnTo>
                <a:lnTo>
                  <a:pt x="644" y="85"/>
                </a:lnTo>
                <a:lnTo>
                  <a:pt x="644" y="84"/>
                </a:lnTo>
                <a:lnTo>
                  <a:pt x="645" y="84"/>
                </a:lnTo>
                <a:lnTo>
                  <a:pt x="645" y="83"/>
                </a:lnTo>
                <a:lnTo>
                  <a:pt x="646" y="83"/>
                </a:lnTo>
                <a:lnTo>
                  <a:pt x="647" y="83"/>
                </a:lnTo>
                <a:lnTo>
                  <a:pt x="647" y="84"/>
                </a:lnTo>
                <a:lnTo>
                  <a:pt x="648" y="84"/>
                </a:lnTo>
                <a:lnTo>
                  <a:pt x="649" y="84"/>
                </a:lnTo>
                <a:lnTo>
                  <a:pt x="650" y="84"/>
                </a:lnTo>
                <a:lnTo>
                  <a:pt x="650" y="85"/>
                </a:lnTo>
                <a:lnTo>
                  <a:pt x="651" y="85"/>
                </a:lnTo>
                <a:lnTo>
                  <a:pt x="652" y="85"/>
                </a:lnTo>
                <a:lnTo>
                  <a:pt x="652" y="86"/>
                </a:lnTo>
                <a:lnTo>
                  <a:pt x="653" y="86"/>
                </a:lnTo>
                <a:lnTo>
                  <a:pt x="654" y="85"/>
                </a:lnTo>
                <a:lnTo>
                  <a:pt x="655" y="84"/>
                </a:lnTo>
                <a:lnTo>
                  <a:pt x="656" y="84"/>
                </a:lnTo>
                <a:lnTo>
                  <a:pt x="656" y="85"/>
                </a:lnTo>
                <a:lnTo>
                  <a:pt x="657" y="85"/>
                </a:lnTo>
                <a:lnTo>
                  <a:pt x="657" y="86"/>
                </a:lnTo>
                <a:lnTo>
                  <a:pt x="658" y="86"/>
                </a:lnTo>
                <a:lnTo>
                  <a:pt x="658" y="87"/>
                </a:lnTo>
                <a:lnTo>
                  <a:pt x="659" y="87"/>
                </a:lnTo>
                <a:lnTo>
                  <a:pt x="659" y="88"/>
                </a:lnTo>
                <a:lnTo>
                  <a:pt x="660" y="89"/>
                </a:lnTo>
                <a:lnTo>
                  <a:pt x="660" y="88"/>
                </a:lnTo>
                <a:lnTo>
                  <a:pt x="661" y="88"/>
                </a:lnTo>
                <a:lnTo>
                  <a:pt x="661" y="87"/>
                </a:lnTo>
                <a:lnTo>
                  <a:pt x="662" y="87"/>
                </a:lnTo>
                <a:lnTo>
                  <a:pt x="663" y="87"/>
                </a:lnTo>
                <a:lnTo>
                  <a:pt x="664" y="87"/>
                </a:lnTo>
                <a:lnTo>
                  <a:pt x="664" y="88"/>
                </a:lnTo>
                <a:lnTo>
                  <a:pt x="664" y="89"/>
                </a:lnTo>
                <a:lnTo>
                  <a:pt x="665" y="89"/>
                </a:lnTo>
                <a:lnTo>
                  <a:pt x="666" y="89"/>
                </a:lnTo>
                <a:lnTo>
                  <a:pt x="666" y="88"/>
                </a:lnTo>
                <a:lnTo>
                  <a:pt x="667" y="87"/>
                </a:lnTo>
                <a:lnTo>
                  <a:pt x="667" y="86"/>
                </a:lnTo>
                <a:lnTo>
                  <a:pt x="667" y="85"/>
                </a:lnTo>
                <a:lnTo>
                  <a:pt x="667" y="84"/>
                </a:lnTo>
                <a:lnTo>
                  <a:pt x="668" y="84"/>
                </a:lnTo>
                <a:lnTo>
                  <a:pt x="668" y="83"/>
                </a:lnTo>
                <a:lnTo>
                  <a:pt x="668" y="82"/>
                </a:lnTo>
                <a:lnTo>
                  <a:pt x="668" y="81"/>
                </a:lnTo>
                <a:lnTo>
                  <a:pt x="669" y="80"/>
                </a:lnTo>
                <a:lnTo>
                  <a:pt x="670" y="79"/>
                </a:lnTo>
                <a:lnTo>
                  <a:pt x="670" y="78"/>
                </a:lnTo>
                <a:lnTo>
                  <a:pt x="670" y="77"/>
                </a:lnTo>
                <a:lnTo>
                  <a:pt x="670" y="76"/>
                </a:lnTo>
                <a:lnTo>
                  <a:pt x="670" y="75"/>
                </a:lnTo>
                <a:lnTo>
                  <a:pt x="671" y="75"/>
                </a:lnTo>
                <a:lnTo>
                  <a:pt x="672" y="74"/>
                </a:lnTo>
                <a:lnTo>
                  <a:pt x="672" y="75"/>
                </a:lnTo>
                <a:lnTo>
                  <a:pt x="673" y="75"/>
                </a:lnTo>
                <a:lnTo>
                  <a:pt x="672" y="75"/>
                </a:lnTo>
                <a:lnTo>
                  <a:pt x="672" y="76"/>
                </a:lnTo>
                <a:lnTo>
                  <a:pt x="673" y="76"/>
                </a:lnTo>
                <a:lnTo>
                  <a:pt x="674" y="76"/>
                </a:lnTo>
                <a:lnTo>
                  <a:pt x="675" y="76"/>
                </a:lnTo>
                <a:lnTo>
                  <a:pt x="675" y="75"/>
                </a:lnTo>
                <a:lnTo>
                  <a:pt x="676" y="75"/>
                </a:lnTo>
                <a:lnTo>
                  <a:pt x="676" y="74"/>
                </a:lnTo>
                <a:lnTo>
                  <a:pt x="676" y="73"/>
                </a:lnTo>
                <a:lnTo>
                  <a:pt x="677" y="73"/>
                </a:lnTo>
                <a:lnTo>
                  <a:pt x="677" y="74"/>
                </a:lnTo>
                <a:lnTo>
                  <a:pt x="678" y="74"/>
                </a:lnTo>
                <a:lnTo>
                  <a:pt x="678" y="73"/>
                </a:lnTo>
                <a:lnTo>
                  <a:pt x="678" y="72"/>
                </a:lnTo>
                <a:lnTo>
                  <a:pt x="678" y="71"/>
                </a:lnTo>
                <a:lnTo>
                  <a:pt x="679" y="70"/>
                </a:lnTo>
                <a:lnTo>
                  <a:pt x="680" y="70"/>
                </a:lnTo>
                <a:lnTo>
                  <a:pt x="680" y="69"/>
                </a:lnTo>
                <a:lnTo>
                  <a:pt x="681" y="69"/>
                </a:lnTo>
                <a:lnTo>
                  <a:pt x="682" y="69"/>
                </a:lnTo>
                <a:lnTo>
                  <a:pt x="683" y="69"/>
                </a:lnTo>
                <a:lnTo>
                  <a:pt x="683" y="68"/>
                </a:lnTo>
                <a:lnTo>
                  <a:pt x="682" y="68"/>
                </a:lnTo>
                <a:lnTo>
                  <a:pt x="682" y="67"/>
                </a:lnTo>
                <a:lnTo>
                  <a:pt x="682" y="66"/>
                </a:lnTo>
                <a:lnTo>
                  <a:pt x="683" y="66"/>
                </a:lnTo>
                <a:lnTo>
                  <a:pt x="683" y="65"/>
                </a:lnTo>
                <a:lnTo>
                  <a:pt x="684" y="65"/>
                </a:lnTo>
                <a:lnTo>
                  <a:pt x="684" y="64"/>
                </a:lnTo>
                <a:lnTo>
                  <a:pt x="683" y="64"/>
                </a:lnTo>
                <a:lnTo>
                  <a:pt x="683" y="63"/>
                </a:lnTo>
                <a:lnTo>
                  <a:pt x="683" y="62"/>
                </a:lnTo>
                <a:lnTo>
                  <a:pt x="683" y="61"/>
                </a:lnTo>
                <a:lnTo>
                  <a:pt x="684" y="61"/>
                </a:lnTo>
                <a:lnTo>
                  <a:pt x="685" y="60"/>
                </a:lnTo>
                <a:lnTo>
                  <a:pt x="685" y="59"/>
                </a:lnTo>
                <a:lnTo>
                  <a:pt x="684" y="59"/>
                </a:lnTo>
                <a:lnTo>
                  <a:pt x="683" y="59"/>
                </a:lnTo>
                <a:lnTo>
                  <a:pt x="683" y="58"/>
                </a:lnTo>
                <a:lnTo>
                  <a:pt x="683" y="57"/>
                </a:lnTo>
                <a:lnTo>
                  <a:pt x="684" y="56"/>
                </a:lnTo>
                <a:lnTo>
                  <a:pt x="685" y="56"/>
                </a:lnTo>
                <a:lnTo>
                  <a:pt x="686" y="55"/>
                </a:lnTo>
                <a:lnTo>
                  <a:pt x="689" y="52"/>
                </a:lnTo>
                <a:lnTo>
                  <a:pt x="691" y="50"/>
                </a:lnTo>
                <a:lnTo>
                  <a:pt x="692" y="49"/>
                </a:lnTo>
                <a:lnTo>
                  <a:pt x="692" y="48"/>
                </a:lnTo>
                <a:lnTo>
                  <a:pt x="694" y="46"/>
                </a:lnTo>
                <a:lnTo>
                  <a:pt x="695" y="46"/>
                </a:lnTo>
                <a:lnTo>
                  <a:pt x="696" y="45"/>
                </a:lnTo>
                <a:lnTo>
                  <a:pt x="697" y="45"/>
                </a:lnTo>
                <a:lnTo>
                  <a:pt x="698" y="45"/>
                </a:lnTo>
                <a:lnTo>
                  <a:pt x="699" y="45"/>
                </a:lnTo>
                <a:lnTo>
                  <a:pt x="700" y="46"/>
                </a:lnTo>
                <a:lnTo>
                  <a:pt x="703" y="47"/>
                </a:lnTo>
                <a:lnTo>
                  <a:pt x="705" y="48"/>
                </a:lnTo>
                <a:lnTo>
                  <a:pt x="705" y="49"/>
                </a:lnTo>
                <a:lnTo>
                  <a:pt x="706" y="50"/>
                </a:lnTo>
                <a:lnTo>
                  <a:pt x="706" y="51"/>
                </a:lnTo>
                <a:lnTo>
                  <a:pt x="706" y="52"/>
                </a:lnTo>
                <a:lnTo>
                  <a:pt x="707" y="53"/>
                </a:lnTo>
                <a:lnTo>
                  <a:pt x="707" y="54"/>
                </a:lnTo>
                <a:lnTo>
                  <a:pt x="707" y="55"/>
                </a:lnTo>
                <a:lnTo>
                  <a:pt x="707" y="57"/>
                </a:lnTo>
                <a:lnTo>
                  <a:pt x="706" y="60"/>
                </a:lnTo>
                <a:lnTo>
                  <a:pt x="706" y="62"/>
                </a:lnTo>
                <a:lnTo>
                  <a:pt x="706" y="64"/>
                </a:lnTo>
                <a:lnTo>
                  <a:pt x="707" y="65"/>
                </a:lnTo>
                <a:lnTo>
                  <a:pt x="707" y="66"/>
                </a:lnTo>
                <a:lnTo>
                  <a:pt x="708" y="67"/>
                </a:lnTo>
                <a:lnTo>
                  <a:pt x="708" y="68"/>
                </a:lnTo>
                <a:lnTo>
                  <a:pt x="709" y="68"/>
                </a:lnTo>
                <a:lnTo>
                  <a:pt x="709" y="67"/>
                </a:lnTo>
                <a:lnTo>
                  <a:pt x="710" y="66"/>
                </a:lnTo>
                <a:lnTo>
                  <a:pt x="711" y="65"/>
                </a:lnTo>
                <a:lnTo>
                  <a:pt x="712" y="63"/>
                </a:lnTo>
                <a:lnTo>
                  <a:pt x="713" y="63"/>
                </a:lnTo>
                <a:lnTo>
                  <a:pt x="714" y="61"/>
                </a:lnTo>
                <a:lnTo>
                  <a:pt x="714" y="59"/>
                </a:lnTo>
                <a:lnTo>
                  <a:pt x="716" y="57"/>
                </a:lnTo>
                <a:lnTo>
                  <a:pt x="718" y="55"/>
                </a:lnTo>
                <a:lnTo>
                  <a:pt x="718" y="53"/>
                </a:lnTo>
                <a:lnTo>
                  <a:pt x="719" y="52"/>
                </a:lnTo>
                <a:lnTo>
                  <a:pt x="719" y="51"/>
                </a:lnTo>
                <a:lnTo>
                  <a:pt x="719" y="50"/>
                </a:lnTo>
                <a:lnTo>
                  <a:pt x="720" y="50"/>
                </a:lnTo>
                <a:lnTo>
                  <a:pt x="720" y="49"/>
                </a:lnTo>
                <a:lnTo>
                  <a:pt x="720" y="48"/>
                </a:lnTo>
                <a:lnTo>
                  <a:pt x="721" y="48"/>
                </a:lnTo>
                <a:lnTo>
                  <a:pt x="721" y="47"/>
                </a:lnTo>
                <a:lnTo>
                  <a:pt x="722" y="47"/>
                </a:lnTo>
                <a:lnTo>
                  <a:pt x="723" y="47"/>
                </a:lnTo>
                <a:lnTo>
                  <a:pt x="724" y="47"/>
                </a:lnTo>
                <a:lnTo>
                  <a:pt x="724" y="49"/>
                </a:lnTo>
                <a:lnTo>
                  <a:pt x="723" y="50"/>
                </a:lnTo>
                <a:lnTo>
                  <a:pt x="723" y="51"/>
                </a:lnTo>
                <a:lnTo>
                  <a:pt x="722" y="52"/>
                </a:lnTo>
                <a:lnTo>
                  <a:pt x="722" y="53"/>
                </a:lnTo>
                <a:lnTo>
                  <a:pt x="722" y="54"/>
                </a:lnTo>
                <a:lnTo>
                  <a:pt x="722" y="56"/>
                </a:lnTo>
                <a:lnTo>
                  <a:pt x="722" y="58"/>
                </a:lnTo>
                <a:lnTo>
                  <a:pt x="721" y="59"/>
                </a:lnTo>
                <a:lnTo>
                  <a:pt x="721" y="61"/>
                </a:lnTo>
                <a:lnTo>
                  <a:pt x="721" y="62"/>
                </a:lnTo>
                <a:lnTo>
                  <a:pt x="720" y="63"/>
                </a:lnTo>
                <a:lnTo>
                  <a:pt x="719" y="64"/>
                </a:lnTo>
                <a:lnTo>
                  <a:pt x="719" y="65"/>
                </a:lnTo>
                <a:lnTo>
                  <a:pt x="718" y="66"/>
                </a:lnTo>
                <a:lnTo>
                  <a:pt x="717" y="67"/>
                </a:lnTo>
                <a:lnTo>
                  <a:pt x="715" y="69"/>
                </a:lnTo>
                <a:lnTo>
                  <a:pt x="714" y="70"/>
                </a:lnTo>
                <a:lnTo>
                  <a:pt x="713" y="71"/>
                </a:lnTo>
                <a:lnTo>
                  <a:pt x="713" y="72"/>
                </a:lnTo>
                <a:lnTo>
                  <a:pt x="712" y="72"/>
                </a:lnTo>
                <a:lnTo>
                  <a:pt x="711" y="73"/>
                </a:lnTo>
                <a:lnTo>
                  <a:pt x="710" y="74"/>
                </a:lnTo>
                <a:lnTo>
                  <a:pt x="709" y="75"/>
                </a:lnTo>
                <a:lnTo>
                  <a:pt x="707" y="78"/>
                </a:lnTo>
                <a:lnTo>
                  <a:pt x="706" y="79"/>
                </a:lnTo>
                <a:lnTo>
                  <a:pt x="705" y="81"/>
                </a:lnTo>
                <a:lnTo>
                  <a:pt x="705" y="82"/>
                </a:lnTo>
                <a:lnTo>
                  <a:pt x="706" y="83"/>
                </a:lnTo>
                <a:lnTo>
                  <a:pt x="706" y="85"/>
                </a:lnTo>
                <a:lnTo>
                  <a:pt x="707" y="86"/>
                </a:lnTo>
                <a:lnTo>
                  <a:pt x="708" y="89"/>
                </a:lnTo>
                <a:lnTo>
                  <a:pt x="708" y="90"/>
                </a:lnTo>
                <a:lnTo>
                  <a:pt x="709" y="94"/>
                </a:lnTo>
                <a:lnTo>
                  <a:pt x="710" y="95"/>
                </a:lnTo>
                <a:lnTo>
                  <a:pt x="711" y="97"/>
                </a:lnTo>
                <a:lnTo>
                  <a:pt x="711" y="99"/>
                </a:lnTo>
                <a:lnTo>
                  <a:pt x="712" y="100"/>
                </a:lnTo>
                <a:lnTo>
                  <a:pt x="712" y="104"/>
                </a:lnTo>
                <a:lnTo>
                  <a:pt x="712" y="105"/>
                </a:lnTo>
                <a:lnTo>
                  <a:pt x="713" y="106"/>
                </a:lnTo>
                <a:lnTo>
                  <a:pt x="713" y="107"/>
                </a:lnTo>
                <a:lnTo>
                  <a:pt x="713" y="108"/>
                </a:lnTo>
                <a:lnTo>
                  <a:pt x="714" y="108"/>
                </a:lnTo>
                <a:lnTo>
                  <a:pt x="714" y="109"/>
                </a:lnTo>
                <a:lnTo>
                  <a:pt x="714" y="110"/>
                </a:lnTo>
                <a:lnTo>
                  <a:pt x="715" y="110"/>
                </a:lnTo>
                <a:lnTo>
                  <a:pt x="716" y="110"/>
                </a:lnTo>
                <a:lnTo>
                  <a:pt x="717" y="110"/>
                </a:lnTo>
                <a:lnTo>
                  <a:pt x="718" y="110"/>
                </a:lnTo>
                <a:lnTo>
                  <a:pt x="718" y="109"/>
                </a:lnTo>
                <a:lnTo>
                  <a:pt x="718" y="108"/>
                </a:lnTo>
                <a:lnTo>
                  <a:pt x="719" y="108"/>
                </a:lnTo>
                <a:lnTo>
                  <a:pt x="719" y="107"/>
                </a:lnTo>
                <a:lnTo>
                  <a:pt x="719" y="106"/>
                </a:lnTo>
                <a:lnTo>
                  <a:pt x="719" y="105"/>
                </a:lnTo>
                <a:lnTo>
                  <a:pt x="720" y="105"/>
                </a:lnTo>
                <a:lnTo>
                  <a:pt x="720" y="104"/>
                </a:lnTo>
                <a:lnTo>
                  <a:pt x="721" y="104"/>
                </a:lnTo>
                <a:lnTo>
                  <a:pt x="721" y="103"/>
                </a:lnTo>
                <a:lnTo>
                  <a:pt x="723" y="101"/>
                </a:lnTo>
                <a:lnTo>
                  <a:pt x="724" y="100"/>
                </a:lnTo>
                <a:lnTo>
                  <a:pt x="725" y="99"/>
                </a:lnTo>
                <a:lnTo>
                  <a:pt x="726" y="98"/>
                </a:lnTo>
                <a:lnTo>
                  <a:pt x="728" y="98"/>
                </a:lnTo>
                <a:lnTo>
                  <a:pt x="728" y="97"/>
                </a:lnTo>
                <a:lnTo>
                  <a:pt x="729" y="97"/>
                </a:lnTo>
                <a:lnTo>
                  <a:pt x="730" y="97"/>
                </a:lnTo>
                <a:lnTo>
                  <a:pt x="731" y="97"/>
                </a:lnTo>
                <a:lnTo>
                  <a:pt x="732" y="97"/>
                </a:lnTo>
                <a:lnTo>
                  <a:pt x="733" y="98"/>
                </a:lnTo>
                <a:lnTo>
                  <a:pt x="734" y="99"/>
                </a:lnTo>
                <a:lnTo>
                  <a:pt x="734" y="100"/>
                </a:lnTo>
                <a:lnTo>
                  <a:pt x="734" y="101"/>
                </a:lnTo>
                <a:lnTo>
                  <a:pt x="734" y="102"/>
                </a:lnTo>
                <a:lnTo>
                  <a:pt x="735" y="102"/>
                </a:lnTo>
                <a:lnTo>
                  <a:pt x="735" y="103"/>
                </a:lnTo>
                <a:lnTo>
                  <a:pt x="735" y="104"/>
                </a:lnTo>
                <a:lnTo>
                  <a:pt x="736" y="106"/>
                </a:lnTo>
                <a:lnTo>
                  <a:pt x="736" y="107"/>
                </a:lnTo>
                <a:lnTo>
                  <a:pt x="736" y="108"/>
                </a:lnTo>
                <a:lnTo>
                  <a:pt x="736" y="110"/>
                </a:lnTo>
                <a:lnTo>
                  <a:pt x="737" y="112"/>
                </a:lnTo>
                <a:lnTo>
                  <a:pt x="737" y="114"/>
                </a:lnTo>
                <a:lnTo>
                  <a:pt x="738" y="115"/>
                </a:lnTo>
                <a:lnTo>
                  <a:pt x="739" y="116"/>
                </a:lnTo>
                <a:lnTo>
                  <a:pt x="740" y="116"/>
                </a:lnTo>
                <a:lnTo>
                  <a:pt x="741" y="115"/>
                </a:lnTo>
                <a:lnTo>
                  <a:pt x="741" y="114"/>
                </a:lnTo>
                <a:lnTo>
                  <a:pt x="741" y="113"/>
                </a:lnTo>
                <a:lnTo>
                  <a:pt x="741" y="112"/>
                </a:lnTo>
                <a:lnTo>
                  <a:pt x="741" y="111"/>
                </a:lnTo>
                <a:lnTo>
                  <a:pt x="741" y="110"/>
                </a:lnTo>
                <a:lnTo>
                  <a:pt x="742" y="110"/>
                </a:lnTo>
                <a:lnTo>
                  <a:pt x="743" y="110"/>
                </a:lnTo>
                <a:lnTo>
                  <a:pt x="744" y="110"/>
                </a:lnTo>
                <a:lnTo>
                  <a:pt x="745" y="110"/>
                </a:lnTo>
                <a:lnTo>
                  <a:pt x="746" y="110"/>
                </a:lnTo>
                <a:lnTo>
                  <a:pt x="747" y="110"/>
                </a:lnTo>
                <a:lnTo>
                  <a:pt x="748" y="110"/>
                </a:lnTo>
                <a:lnTo>
                  <a:pt x="748" y="111"/>
                </a:lnTo>
                <a:lnTo>
                  <a:pt x="749" y="111"/>
                </a:lnTo>
                <a:lnTo>
                  <a:pt x="750" y="110"/>
                </a:lnTo>
                <a:lnTo>
                  <a:pt x="751" y="109"/>
                </a:lnTo>
                <a:lnTo>
                  <a:pt x="752" y="109"/>
                </a:lnTo>
                <a:lnTo>
                  <a:pt x="752" y="108"/>
                </a:lnTo>
                <a:lnTo>
                  <a:pt x="753" y="106"/>
                </a:lnTo>
                <a:lnTo>
                  <a:pt x="754" y="104"/>
                </a:lnTo>
                <a:lnTo>
                  <a:pt x="755" y="103"/>
                </a:lnTo>
                <a:lnTo>
                  <a:pt x="756" y="102"/>
                </a:lnTo>
                <a:lnTo>
                  <a:pt x="756" y="101"/>
                </a:lnTo>
                <a:lnTo>
                  <a:pt x="756" y="100"/>
                </a:lnTo>
                <a:lnTo>
                  <a:pt x="757" y="100"/>
                </a:lnTo>
                <a:lnTo>
                  <a:pt x="757" y="99"/>
                </a:lnTo>
                <a:lnTo>
                  <a:pt x="758" y="98"/>
                </a:lnTo>
                <a:lnTo>
                  <a:pt x="758" y="97"/>
                </a:lnTo>
                <a:lnTo>
                  <a:pt x="759" y="97"/>
                </a:lnTo>
                <a:lnTo>
                  <a:pt x="759" y="96"/>
                </a:lnTo>
                <a:lnTo>
                  <a:pt x="759" y="95"/>
                </a:lnTo>
                <a:lnTo>
                  <a:pt x="760" y="95"/>
                </a:lnTo>
                <a:lnTo>
                  <a:pt x="760" y="94"/>
                </a:lnTo>
                <a:lnTo>
                  <a:pt x="760" y="93"/>
                </a:lnTo>
                <a:lnTo>
                  <a:pt x="761" y="93"/>
                </a:lnTo>
                <a:lnTo>
                  <a:pt x="761" y="92"/>
                </a:lnTo>
                <a:lnTo>
                  <a:pt x="762" y="91"/>
                </a:lnTo>
                <a:lnTo>
                  <a:pt x="762" y="90"/>
                </a:lnTo>
                <a:lnTo>
                  <a:pt x="763" y="89"/>
                </a:lnTo>
                <a:lnTo>
                  <a:pt x="765" y="87"/>
                </a:lnTo>
                <a:lnTo>
                  <a:pt x="766" y="87"/>
                </a:lnTo>
                <a:lnTo>
                  <a:pt x="766" y="86"/>
                </a:lnTo>
                <a:lnTo>
                  <a:pt x="767" y="85"/>
                </a:lnTo>
                <a:lnTo>
                  <a:pt x="768" y="85"/>
                </a:lnTo>
                <a:lnTo>
                  <a:pt x="768" y="84"/>
                </a:lnTo>
                <a:lnTo>
                  <a:pt x="769" y="83"/>
                </a:lnTo>
                <a:lnTo>
                  <a:pt x="769" y="80"/>
                </a:lnTo>
                <a:lnTo>
                  <a:pt x="770" y="79"/>
                </a:lnTo>
                <a:lnTo>
                  <a:pt x="772" y="77"/>
                </a:lnTo>
                <a:lnTo>
                  <a:pt x="772" y="76"/>
                </a:lnTo>
                <a:lnTo>
                  <a:pt x="773" y="74"/>
                </a:lnTo>
                <a:lnTo>
                  <a:pt x="774" y="73"/>
                </a:lnTo>
                <a:lnTo>
                  <a:pt x="774" y="72"/>
                </a:lnTo>
                <a:lnTo>
                  <a:pt x="776" y="69"/>
                </a:lnTo>
                <a:lnTo>
                  <a:pt x="777" y="68"/>
                </a:lnTo>
                <a:lnTo>
                  <a:pt x="777" y="67"/>
                </a:lnTo>
                <a:lnTo>
                  <a:pt x="778" y="67"/>
                </a:lnTo>
                <a:lnTo>
                  <a:pt x="778" y="66"/>
                </a:lnTo>
                <a:lnTo>
                  <a:pt x="779" y="65"/>
                </a:lnTo>
                <a:lnTo>
                  <a:pt x="779" y="64"/>
                </a:lnTo>
                <a:lnTo>
                  <a:pt x="780" y="63"/>
                </a:lnTo>
                <a:lnTo>
                  <a:pt x="781" y="62"/>
                </a:lnTo>
                <a:lnTo>
                  <a:pt x="781" y="61"/>
                </a:lnTo>
                <a:lnTo>
                  <a:pt x="782" y="61"/>
                </a:lnTo>
                <a:lnTo>
                  <a:pt x="782" y="60"/>
                </a:lnTo>
                <a:lnTo>
                  <a:pt x="783" y="59"/>
                </a:lnTo>
                <a:lnTo>
                  <a:pt x="783" y="58"/>
                </a:lnTo>
                <a:lnTo>
                  <a:pt x="784" y="57"/>
                </a:lnTo>
                <a:lnTo>
                  <a:pt x="785" y="56"/>
                </a:lnTo>
                <a:lnTo>
                  <a:pt x="786" y="55"/>
                </a:lnTo>
                <a:lnTo>
                  <a:pt x="787" y="54"/>
                </a:lnTo>
                <a:lnTo>
                  <a:pt x="788" y="53"/>
                </a:lnTo>
                <a:lnTo>
                  <a:pt x="788" y="52"/>
                </a:lnTo>
                <a:lnTo>
                  <a:pt x="789" y="51"/>
                </a:lnTo>
                <a:lnTo>
                  <a:pt x="790" y="50"/>
                </a:lnTo>
                <a:lnTo>
                  <a:pt x="791" y="50"/>
                </a:lnTo>
                <a:lnTo>
                  <a:pt x="791" y="49"/>
                </a:lnTo>
                <a:lnTo>
                  <a:pt x="792" y="48"/>
                </a:lnTo>
                <a:lnTo>
                  <a:pt x="793" y="47"/>
                </a:lnTo>
                <a:lnTo>
                  <a:pt x="794" y="46"/>
                </a:lnTo>
                <a:lnTo>
                  <a:pt x="795" y="45"/>
                </a:lnTo>
                <a:lnTo>
                  <a:pt x="796" y="45"/>
                </a:lnTo>
                <a:lnTo>
                  <a:pt x="796" y="44"/>
                </a:lnTo>
                <a:lnTo>
                  <a:pt x="797" y="44"/>
                </a:lnTo>
                <a:lnTo>
                  <a:pt x="797" y="43"/>
                </a:lnTo>
                <a:lnTo>
                  <a:pt x="798" y="43"/>
                </a:lnTo>
                <a:lnTo>
                  <a:pt x="799" y="42"/>
                </a:lnTo>
                <a:lnTo>
                  <a:pt x="800" y="41"/>
                </a:lnTo>
                <a:lnTo>
                  <a:pt x="801" y="40"/>
                </a:lnTo>
                <a:lnTo>
                  <a:pt x="802" y="39"/>
                </a:lnTo>
                <a:lnTo>
                  <a:pt x="804" y="37"/>
                </a:lnTo>
                <a:lnTo>
                  <a:pt x="805" y="36"/>
                </a:lnTo>
                <a:lnTo>
                  <a:pt x="805" y="35"/>
                </a:lnTo>
                <a:lnTo>
                  <a:pt x="806" y="35"/>
                </a:lnTo>
                <a:lnTo>
                  <a:pt x="806" y="34"/>
                </a:lnTo>
                <a:lnTo>
                  <a:pt x="807" y="33"/>
                </a:lnTo>
                <a:lnTo>
                  <a:pt x="807" y="32"/>
                </a:lnTo>
                <a:lnTo>
                  <a:pt x="808" y="32"/>
                </a:lnTo>
                <a:lnTo>
                  <a:pt x="808" y="31"/>
                </a:lnTo>
                <a:lnTo>
                  <a:pt x="808" y="30"/>
                </a:lnTo>
                <a:lnTo>
                  <a:pt x="809" y="30"/>
                </a:lnTo>
                <a:lnTo>
                  <a:pt x="809" y="29"/>
                </a:lnTo>
                <a:lnTo>
                  <a:pt x="810" y="29"/>
                </a:lnTo>
                <a:lnTo>
                  <a:pt x="811" y="28"/>
                </a:lnTo>
                <a:lnTo>
                  <a:pt x="812" y="27"/>
                </a:lnTo>
                <a:lnTo>
                  <a:pt x="813" y="26"/>
                </a:lnTo>
                <a:lnTo>
                  <a:pt x="814" y="25"/>
                </a:lnTo>
                <a:lnTo>
                  <a:pt x="815" y="24"/>
                </a:lnTo>
                <a:lnTo>
                  <a:pt x="816" y="24"/>
                </a:lnTo>
                <a:lnTo>
                  <a:pt x="816" y="23"/>
                </a:lnTo>
                <a:lnTo>
                  <a:pt x="817" y="23"/>
                </a:lnTo>
                <a:lnTo>
                  <a:pt x="817" y="24"/>
                </a:lnTo>
                <a:lnTo>
                  <a:pt x="818" y="25"/>
                </a:lnTo>
                <a:lnTo>
                  <a:pt x="819" y="25"/>
                </a:lnTo>
                <a:lnTo>
                  <a:pt x="819" y="26"/>
                </a:lnTo>
                <a:lnTo>
                  <a:pt x="818" y="26"/>
                </a:lnTo>
                <a:lnTo>
                  <a:pt x="818" y="27"/>
                </a:lnTo>
                <a:lnTo>
                  <a:pt x="818" y="28"/>
                </a:lnTo>
                <a:lnTo>
                  <a:pt x="818" y="29"/>
                </a:lnTo>
                <a:lnTo>
                  <a:pt x="818" y="30"/>
                </a:lnTo>
                <a:lnTo>
                  <a:pt x="817" y="30"/>
                </a:lnTo>
                <a:lnTo>
                  <a:pt x="816" y="30"/>
                </a:lnTo>
                <a:lnTo>
                  <a:pt x="816" y="31"/>
                </a:lnTo>
                <a:lnTo>
                  <a:pt x="817" y="31"/>
                </a:lnTo>
                <a:lnTo>
                  <a:pt x="818" y="31"/>
                </a:lnTo>
                <a:lnTo>
                  <a:pt x="818" y="32"/>
                </a:lnTo>
                <a:lnTo>
                  <a:pt x="817" y="32"/>
                </a:lnTo>
                <a:lnTo>
                  <a:pt x="817" y="33"/>
                </a:lnTo>
                <a:lnTo>
                  <a:pt x="816" y="33"/>
                </a:lnTo>
                <a:lnTo>
                  <a:pt x="816" y="34"/>
                </a:lnTo>
                <a:lnTo>
                  <a:pt x="816" y="35"/>
                </a:lnTo>
                <a:lnTo>
                  <a:pt x="817" y="35"/>
                </a:lnTo>
                <a:lnTo>
                  <a:pt x="817" y="36"/>
                </a:lnTo>
                <a:lnTo>
                  <a:pt x="816" y="36"/>
                </a:lnTo>
                <a:lnTo>
                  <a:pt x="816" y="37"/>
                </a:lnTo>
                <a:lnTo>
                  <a:pt x="815" y="38"/>
                </a:lnTo>
                <a:lnTo>
                  <a:pt x="815" y="39"/>
                </a:lnTo>
                <a:lnTo>
                  <a:pt x="815" y="40"/>
                </a:lnTo>
                <a:lnTo>
                  <a:pt x="815" y="41"/>
                </a:lnTo>
                <a:lnTo>
                  <a:pt x="815" y="42"/>
                </a:lnTo>
                <a:lnTo>
                  <a:pt x="815" y="43"/>
                </a:lnTo>
                <a:lnTo>
                  <a:pt x="815" y="44"/>
                </a:lnTo>
                <a:lnTo>
                  <a:pt x="815" y="45"/>
                </a:lnTo>
                <a:lnTo>
                  <a:pt x="815" y="46"/>
                </a:lnTo>
                <a:lnTo>
                  <a:pt x="815" y="47"/>
                </a:lnTo>
                <a:lnTo>
                  <a:pt x="815" y="48"/>
                </a:lnTo>
                <a:lnTo>
                  <a:pt x="814" y="49"/>
                </a:lnTo>
                <a:lnTo>
                  <a:pt x="814" y="50"/>
                </a:lnTo>
                <a:lnTo>
                  <a:pt x="814" y="52"/>
                </a:lnTo>
                <a:lnTo>
                  <a:pt x="814" y="53"/>
                </a:lnTo>
                <a:lnTo>
                  <a:pt x="814" y="54"/>
                </a:lnTo>
                <a:lnTo>
                  <a:pt x="813" y="54"/>
                </a:lnTo>
                <a:lnTo>
                  <a:pt x="813" y="55"/>
                </a:lnTo>
                <a:lnTo>
                  <a:pt x="814" y="55"/>
                </a:lnTo>
                <a:lnTo>
                  <a:pt x="814" y="56"/>
                </a:lnTo>
                <a:lnTo>
                  <a:pt x="815" y="57"/>
                </a:lnTo>
                <a:lnTo>
                  <a:pt x="815" y="58"/>
                </a:lnTo>
                <a:lnTo>
                  <a:pt x="816" y="58"/>
                </a:lnTo>
                <a:lnTo>
                  <a:pt x="817" y="59"/>
                </a:lnTo>
                <a:lnTo>
                  <a:pt x="818" y="59"/>
                </a:lnTo>
                <a:lnTo>
                  <a:pt x="819" y="59"/>
                </a:lnTo>
                <a:lnTo>
                  <a:pt x="820" y="59"/>
                </a:lnTo>
                <a:lnTo>
                  <a:pt x="820" y="58"/>
                </a:lnTo>
                <a:lnTo>
                  <a:pt x="821" y="58"/>
                </a:lnTo>
                <a:lnTo>
                  <a:pt x="821" y="59"/>
                </a:lnTo>
                <a:lnTo>
                  <a:pt x="822" y="59"/>
                </a:lnTo>
                <a:lnTo>
                  <a:pt x="823" y="59"/>
                </a:lnTo>
                <a:lnTo>
                  <a:pt x="825" y="59"/>
                </a:lnTo>
                <a:lnTo>
                  <a:pt x="826" y="59"/>
                </a:lnTo>
                <a:lnTo>
                  <a:pt x="826" y="60"/>
                </a:lnTo>
                <a:lnTo>
                  <a:pt x="827" y="60"/>
                </a:lnTo>
                <a:lnTo>
                  <a:pt x="827" y="59"/>
                </a:lnTo>
                <a:lnTo>
                  <a:pt x="828" y="59"/>
                </a:lnTo>
                <a:lnTo>
                  <a:pt x="829" y="59"/>
                </a:lnTo>
                <a:lnTo>
                  <a:pt x="830" y="59"/>
                </a:lnTo>
                <a:lnTo>
                  <a:pt x="831" y="59"/>
                </a:lnTo>
                <a:lnTo>
                  <a:pt x="832" y="59"/>
                </a:lnTo>
                <a:lnTo>
                  <a:pt x="833" y="58"/>
                </a:lnTo>
                <a:lnTo>
                  <a:pt x="833" y="57"/>
                </a:lnTo>
                <a:lnTo>
                  <a:pt x="833" y="56"/>
                </a:lnTo>
                <a:lnTo>
                  <a:pt x="834" y="56"/>
                </a:lnTo>
                <a:lnTo>
                  <a:pt x="835" y="56"/>
                </a:lnTo>
                <a:lnTo>
                  <a:pt x="835" y="55"/>
                </a:lnTo>
                <a:lnTo>
                  <a:pt x="836" y="55"/>
                </a:lnTo>
                <a:lnTo>
                  <a:pt x="836" y="56"/>
                </a:lnTo>
                <a:lnTo>
                  <a:pt x="836" y="57"/>
                </a:lnTo>
                <a:lnTo>
                  <a:pt x="837" y="58"/>
                </a:lnTo>
                <a:lnTo>
                  <a:pt x="837" y="59"/>
                </a:lnTo>
                <a:lnTo>
                  <a:pt x="837" y="60"/>
                </a:lnTo>
                <a:lnTo>
                  <a:pt x="838" y="60"/>
                </a:lnTo>
                <a:lnTo>
                  <a:pt x="838" y="61"/>
                </a:lnTo>
                <a:lnTo>
                  <a:pt x="838" y="62"/>
                </a:lnTo>
                <a:lnTo>
                  <a:pt x="839" y="63"/>
                </a:lnTo>
                <a:lnTo>
                  <a:pt x="840" y="64"/>
                </a:lnTo>
                <a:lnTo>
                  <a:pt x="839" y="64"/>
                </a:lnTo>
                <a:lnTo>
                  <a:pt x="838" y="64"/>
                </a:lnTo>
                <a:lnTo>
                  <a:pt x="838" y="65"/>
                </a:lnTo>
                <a:lnTo>
                  <a:pt x="839" y="65"/>
                </a:lnTo>
                <a:lnTo>
                  <a:pt x="840" y="65"/>
                </a:lnTo>
                <a:lnTo>
                  <a:pt x="840" y="64"/>
                </a:lnTo>
                <a:lnTo>
                  <a:pt x="841" y="64"/>
                </a:lnTo>
                <a:lnTo>
                  <a:pt x="842" y="64"/>
                </a:lnTo>
                <a:lnTo>
                  <a:pt x="842" y="65"/>
                </a:lnTo>
                <a:lnTo>
                  <a:pt x="843" y="65"/>
                </a:lnTo>
                <a:lnTo>
                  <a:pt x="844" y="65"/>
                </a:lnTo>
                <a:lnTo>
                  <a:pt x="844" y="66"/>
                </a:lnTo>
                <a:lnTo>
                  <a:pt x="844" y="67"/>
                </a:lnTo>
                <a:lnTo>
                  <a:pt x="844" y="68"/>
                </a:lnTo>
                <a:lnTo>
                  <a:pt x="844" y="69"/>
                </a:lnTo>
                <a:lnTo>
                  <a:pt x="845" y="70"/>
                </a:lnTo>
                <a:lnTo>
                  <a:pt x="846" y="70"/>
                </a:lnTo>
                <a:lnTo>
                  <a:pt x="847" y="69"/>
                </a:lnTo>
                <a:lnTo>
                  <a:pt x="848" y="70"/>
                </a:lnTo>
                <a:lnTo>
                  <a:pt x="848" y="71"/>
                </a:lnTo>
                <a:lnTo>
                  <a:pt x="849" y="72"/>
                </a:lnTo>
                <a:lnTo>
                  <a:pt x="850" y="73"/>
                </a:lnTo>
                <a:lnTo>
                  <a:pt x="851" y="73"/>
                </a:lnTo>
                <a:lnTo>
                  <a:pt x="851" y="74"/>
                </a:lnTo>
                <a:lnTo>
                  <a:pt x="851" y="75"/>
                </a:lnTo>
                <a:lnTo>
                  <a:pt x="850" y="76"/>
                </a:lnTo>
                <a:lnTo>
                  <a:pt x="848" y="78"/>
                </a:lnTo>
                <a:lnTo>
                  <a:pt x="847" y="78"/>
                </a:lnTo>
                <a:lnTo>
                  <a:pt x="846" y="78"/>
                </a:lnTo>
                <a:lnTo>
                  <a:pt x="846" y="79"/>
                </a:lnTo>
                <a:lnTo>
                  <a:pt x="846" y="80"/>
                </a:lnTo>
                <a:lnTo>
                  <a:pt x="846" y="81"/>
                </a:lnTo>
                <a:lnTo>
                  <a:pt x="846" y="82"/>
                </a:lnTo>
                <a:lnTo>
                  <a:pt x="845" y="82"/>
                </a:lnTo>
                <a:lnTo>
                  <a:pt x="844" y="82"/>
                </a:lnTo>
                <a:lnTo>
                  <a:pt x="843" y="82"/>
                </a:lnTo>
                <a:lnTo>
                  <a:pt x="843" y="83"/>
                </a:lnTo>
                <a:lnTo>
                  <a:pt x="842" y="83"/>
                </a:lnTo>
                <a:lnTo>
                  <a:pt x="841" y="83"/>
                </a:lnTo>
                <a:lnTo>
                  <a:pt x="841" y="84"/>
                </a:lnTo>
                <a:lnTo>
                  <a:pt x="841" y="85"/>
                </a:lnTo>
                <a:lnTo>
                  <a:pt x="840" y="85"/>
                </a:lnTo>
                <a:lnTo>
                  <a:pt x="839" y="86"/>
                </a:lnTo>
                <a:lnTo>
                  <a:pt x="838" y="86"/>
                </a:lnTo>
                <a:lnTo>
                  <a:pt x="837" y="86"/>
                </a:lnTo>
                <a:lnTo>
                  <a:pt x="837" y="87"/>
                </a:lnTo>
                <a:lnTo>
                  <a:pt x="836" y="87"/>
                </a:lnTo>
                <a:lnTo>
                  <a:pt x="835" y="87"/>
                </a:lnTo>
                <a:lnTo>
                  <a:pt x="835" y="88"/>
                </a:lnTo>
                <a:lnTo>
                  <a:pt x="834" y="88"/>
                </a:lnTo>
                <a:lnTo>
                  <a:pt x="834" y="89"/>
                </a:lnTo>
                <a:lnTo>
                  <a:pt x="833" y="89"/>
                </a:lnTo>
                <a:lnTo>
                  <a:pt x="833" y="90"/>
                </a:lnTo>
                <a:lnTo>
                  <a:pt x="834" y="90"/>
                </a:lnTo>
                <a:lnTo>
                  <a:pt x="834" y="91"/>
                </a:lnTo>
                <a:lnTo>
                  <a:pt x="835" y="91"/>
                </a:lnTo>
                <a:lnTo>
                  <a:pt x="835" y="92"/>
                </a:lnTo>
                <a:lnTo>
                  <a:pt x="836" y="92"/>
                </a:lnTo>
                <a:lnTo>
                  <a:pt x="837" y="92"/>
                </a:lnTo>
                <a:lnTo>
                  <a:pt x="837" y="91"/>
                </a:lnTo>
                <a:lnTo>
                  <a:pt x="838" y="91"/>
                </a:lnTo>
                <a:lnTo>
                  <a:pt x="839" y="91"/>
                </a:lnTo>
                <a:lnTo>
                  <a:pt x="840" y="91"/>
                </a:lnTo>
                <a:lnTo>
                  <a:pt x="841" y="91"/>
                </a:lnTo>
                <a:lnTo>
                  <a:pt x="841" y="90"/>
                </a:lnTo>
                <a:lnTo>
                  <a:pt x="842" y="90"/>
                </a:lnTo>
                <a:lnTo>
                  <a:pt x="843" y="90"/>
                </a:lnTo>
                <a:lnTo>
                  <a:pt x="843" y="91"/>
                </a:lnTo>
                <a:lnTo>
                  <a:pt x="844" y="91"/>
                </a:lnTo>
                <a:lnTo>
                  <a:pt x="844" y="92"/>
                </a:lnTo>
                <a:lnTo>
                  <a:pt x="845" y="92"/>
                </a:lnTo>
                <a:lnTo>
                  <a:pt x="845" y="93"/>
                </a:lnTo>
                <a:lnTo>
                  <a:pt x="845" y="94"/>
                </a:lnTo>
                <a:lnTo>
                  <a:pt x="846" y="94"/>
                </a:lnTo>
                <a:lnTo>
                  <a:pt x="846" y="95"/>
                </a:lnTo>
                <a:lnTo>
                  <a:pt x="847" y="95"/>
                </a:lnTo>
                <a:lnTo>
                  <a:pt x="848" y="96"/>
                </a:lnTo>
                <a:lnTo>
                  <a:pt x="849" y="96"/>
                </a:lnTo>
                <a:lnTo>
                  <a:pt x="849" y="97"/>
                </a:lnTo>
                <a:lnTo>
                  <a:pt x="850" y="97"/>
                </a:lnTo>
                <a:lnTo>
                  <a:pt x="850" y="98"/>
                </a:lnTo>
                <a:lnTo>
                  <a:pt x="851" y="98"/>
                </a:lnTo>
                <a:lnTo>
                  <a:pt x="852" y="98"/>
                </a:lnTo>
                <a:lnTo>
                  <a:pt x="853" y="98"/>
                </a:lnTo>
                <a:lnTo>
                  <a:pt x="854" y="98"/>
                </a:lnTo>
                <a:lnTo>
                  <a:pt x="853" y="98"/>
                </a:lnTo>
                <a:lnTo>
                  <a:pt x="853" y="99"/>
                </a:lnTo>
                <a:lnTo>
                  <a:pt x="854" y="99"/>
                </a:lnTo>
                <a:lnTo>
                  <a:pt x="854" y="100"/>
                </a:lnTo>
                <a:lnTo>
                  <a:pt x="855" y="100"/>
                </a:lnTo>
                <a:lnTo>
                  <a:pt x="855" y="101"/>
                </a:lnTo>
                <a:lnTo>
                  <a:pt x="855" y="102"/>
                </a:lnTo>
                <a:lnTo>
                  <a:pt x="856" y="102"/>
                </a:lnTo>
                <a:lnTo>
                  <a:pt x="856" y="103"/>
                </a:lnTo>
                <a:lnTo>
                  <a:pt x="856" y="104"/>
                </a:lnTo>
                <a:lnTo>
                  <a:pt x="855" y="105"/>
                </a:lnTo>
                <a:lnTo>
                  <a:pt x="854" y="106"/>
                </a:lnTo>
                <a:lnTo>
                  <a:pt x="854" y="107"/>
                </a:lnTo>
                <a:lnTo>
                  <a:pt x="853" y="107"/>
                </a:lnTo>
                <a:lnTo>
                  <a:pt x="854" y="108"/>
                </a:lnTo>
                <a:lnTo>
                  <a:pt x="854" y="109"/>
                </a:lnTo>
                <a:lnTo>
                  <a:pt x="854" y="110"/>
                </a:lnTo>
                <a:lnTo>
                  <a:pt x="854" y="111"/>
                </a:lnTo>
                <a:lnTo>
                  <a:pt x="853" y="111"/>
                </a:lnTo>
                <a:lnTo>
                  <a:pt x="853" y="112"/>
                </a:lnTo>
                <a:lnTo>
                  <a:pt x="853" y="113"/>
                </a:lnTo>
                <a:lnTo>
                  <a:pt x="853" y="114"/>
                </a:lnTo>
                <a:lnTo>
                  <a:pt x="852" y="114"/>
                </a:lnTo>
                <a:lnTo>
                  <a:pt x="852" y="115"/>
                </a:lnTo>
                <a:lnTo>
                  <a:pt x="851" y="115"/>
                </a:lnTo>
                <a:lnTo>
                  <a:pt x="851" y="114"/>
                </a:lnTo>
                <a:lnTo>
                  <a:pt x="850" y="114"/>
                </a:lnTo>
                <a:lnTo>
                  <a:pt x="849" y="114"/>
                </a:lnTo>
                <a:lnTo>
                  <a:pt x="848" y="114"/>
                </a:lnTo>
                <a:lnTo>
                  <a:pt x="847" y="114"/>
                </a:lnTo>
                <a:lnTo>
                  <a:pt x="847" y="115"/>
                </a:lnTo>
                <a:lnTo>
                  <a:pt x="846" y="115"/>
                </a:lnTo>
                <a:lnTo>
                  <a:pt x="846" y="114"/>
                </a:lnTo>
                <a:lnTo>
                  <a:pt x="845" y="114"/>
                </a:lnTo>
                <a:lnTo>
                  <a:pt x="845" y="115"/>
                </a:lnTo>
                <a:lnTo>
                  <a:pt x="844" y="115"/>
                </a:lnTo>
                <a:lnTo>
                  <a:pt x="843" y="115"/>
                </a:lnTo>
                <a:lnTo>
                  <a:pt x="843" y="116"/>
                </a:lnTo>
                <a:lnTo>
                  <a:pt x="842" y="116"/>
                </a:lnTo>
                <a:lnTo>
                  <a:pt x="842" y="117"/>
                </a:lnTo>
                <a:lnTo>
                  <a:pt x="842" y="118"/>
                </a:lnTo>
                <a:lnTo>
                  <a:pt x="841" y="118"/>
                </a:lnTo>
                <a:lnTo>
                  <a:pt x="841" y="119"/>
                </a:lnTo>
                <a:lnTo>
                  <a:pt x="841" y="120"/>
                </a:lnTo>
                <a:lnTo>
                  <a:pt x="841" y="121"/>
                </a:lnTo>
                <a:lnTo>
                  <a:pt x="842" y="121"/>
                </a:lnTo>
                <a:lnTo>
                  <a:pt x="842" y="122"/>
                </a:lnTo>
                <a:lnTo>
                  <a:pt x="841" y="122"/>
                </a:lnTo>
                <a:lnTo>
                  <a:pt x="841" y="123"/>
                </a:lnTo>
                <a:lnTo>
                  <a:pt x="842" y="124"/>
                </a:lnTo>
                <a:lnTo>
                  <a:pt x="842" y="125"/>
                </a:lnTo>
                <a:lnTo>
                  <a:pt x="843" y="125"/>
                </a:lnTo>
                <a:lnTo>
                  <a:pt x="842" y="125"/>
                </a:lnTo>
                <a:lnTo>
                  <a:pt x="842" y="126"/>
                </a:lnTo>
                <a:lnTo>
                  <a:pt x="842" y="127"/>
                </a:lnTo>
                <a:lnTo>
                  <a:pt x="841" y="127"/>
                </a:lnTo>
                <a:lnTo>
                  <a:pt x="841" y="128"/>
                </a:lnTo>
                <a:lnTo>
                  <a:pt x="840" y="128"/>
                </a:lnTo>
                <a:lnTo>
                  <a:pt x="840" y="129"/>
                </a:lnTo>
                <a:lnTo>
                  <a:pt x="839" y="129"/>
                </a:lnTo>
                <a:lnTo>
                  <a:pt x="838" y="129"/>
                </a:lnTo>
                <a:lnTo>
                  <a:pt x="837" y="129"/>
                </a:lnTo>
                <a:lnTo>
                  <a:pt x="837" y="130"/>
                </a:lnTo>
                <a:lnTo>
                  <a:pt x="837" y="131"/>
                </a:lnTo>
                <a:lnTo>
                  <a:pt x="837" y="132"/>
                </a:lnTo>
                <a:lnTo>
                  <a:pt x="836" y="133"/>
                </a:lnTo>
                <a:lnTo>
                  <a:pt x="836" y="134"/>
                </a:lnTo>
                <a:lnTo>
                  <a:pt x="836" y="135"/>
                </a:lnTo>
                <a:lnTo>
                  <a:pt x="836" y="136"/>
                </a:lnTo>
                <a:lnTo>
                  <a:pt x="835" y="137"/>
                </a:lnTo>
                <a:lnTo>
                  <a:pt x="835" y="138"/>
                </a:lnTo>
                <a:lnTo>
                  <a:pt x="834" y="138"/>
                </a:lnTo>
                <a:lnTo>
                  <a:pt x="834" y="139"/>
                </a:lnTo>
                <a:lnTo>
                  <a:pt x="835" y="139"/>
                </a:lnTo>
                <a:lnTo>
                  <a:pt x="835" y="140"/>
                </a:lnTo>
                <a:lnTo>
                  <a:pt x="834" y="140"/>
                </a:lnTo>
                <a:lnTo>
                  <a:pt x="834" y="141"/>
                </a:lnTo>
                <a:lnTo>
                  <a:pt x="833" y="141"/>
                </a:lnTo>
                <a:lnTo>
                  <a:pt x="833" y="142"/>
                </a:lnTo>
                <a:lnTo>
                  <a:pt x="833" y="144"/>
                </a:lnTo>
                <a:lnTo>
                  <a:pt x="834" y="144"/>
                </a:lnTo>
                <a:lnTo>
                  <a:pt x="835" y="144"/>
                </a:lnTo>
                <a:lnTo>
                  <a:pt x="835" y="145"/>
                </a:lnTo>
                <a:lnTo>
                  <a:pt x="836" y="145"/>
                </a:lnTo>
                <a:lnTo>
                  <a:pt x="836" y="146"/>
                </a:lnTo>
                <a:lnTo>
                  <a:pt x="837" y="146"/>
                </a:lnTo>
                <a:lnTo>
                  <a:pt x="837" y="145"/>
                </a:lnTo>
                <a:lnTo>
                  <a:pt x="838" y="145"/>
                </a:lnTo>
                <a:lnTo>
                  <a:pt x="839" y="145"/>
                </a:lnTo>
                <a:lnTo>
                  <a:pt x="840" y="146"/>
                </a:lnTo>
                <a:lnTo>
                  <a:pt x="840" y="147"/>
                </a:lnTo>
                <a:lnTo>
                  <a:pt x="841" y="147"/>
                </a:lnTo>
                <a:lnTo>
                  <a:pt x="841" y="148"/>
                </a:lnTo>
                <a:lnTo>
                  <a:pt x="841" y="149"/>
                </a:lnTo>
                <a:lnTo>
                  <a:pt x="841" y="150"/>
                </a:lnTo>
                <a:lnTo>
                  <a:pt x="842" y="150"/>
                </a:lnTo>
                <a:lnTo>
                  <a:pt x="843" y="149"/>
                </a:lnTo>
                <a:lnTo>
                  <a:pt x="843" y="150"/>
                </a:lnTo>
                <a:lnTo>
                  <a:pt x="844" y="150"/>
                </a:lnTo>
                <a:lnTo>
                  <a:pt x="844" y="151"/>
                </a:lnTo>
                <a:lnTo>
                  <a:pt x="844" y="150"/>
                </a:lnTo>
                <a:lnTo>
                  <a:pt x="844" y="149"/>
                </a:lnTo>
                <a:lnTo>
                  <a:pt x="845" y="149"/>
                </a:lnTo>
                <a:lnTo>
                  <a:pt x="845" y="148"/>
                </a:lnTo>
                <a:lnTo>
                  <a:pt x="846" y="148"/>
                </a:lnTo>
                <a:lnTo>
                  <a:pt x="846" y="147"/>
                </a:lnTo>
                <a:lnTo>
                  <a:pt x="847" y="147"/>
                </a:lnTo>
                <a:lnTo>
                  <a:pt x="848" y="147"/>
                </a:lnTo>
                <a:lnTo>
                  <a:pt x="848" y="148"/>
                </a:lnTo>
                <a:lnTo>
                  <a:pt x="849" y="148"/>
                </a:lnTo>
                <a:lnTo>
                  <a:pt x="849" y="149"/>
                </a:lnTo>
                <a:lnTo>
                  <a:pt x="849" y="150"/>
                </a:lnTo>
                <a:lnTo>
                  <a:pt x="849" y="151"/>
                </a:lnTo>
                <a:lnTo>
                  <a:pt x="849" y="152"/>
                </a:lnTo>
                <a:lnTo>
                  <a:pt x="850" y="153"/>
                </a:lnTo>
                <a:lnTo>
                  <a:pt x="850" y="154"/>
                </a:lnTo>
                <a:lnTo>
                  <a:pt x="850" y="155"/>
                </a:lnTo>
                <a:lnTo>
                  <a:pt x="849" y="156"/>
                </a:lnTo>
                <a:lnTo>
                  <a:pt x="849" y="157"/>
                </a:lnTo>
                <a:lnTo>
                  <a:pt x="848" y="157"/>
                </a:lnTo>
                <a:lnTo>
                  <a:pt x="848" y="158"/>
                </a:lnTo>
                <a:lnTo>
                  <a:pt x="847" y="158"/>
                </a:lnTo>
                <a:lnTo>
                  <a:pt x="847" y="159"/>
                </a:lnTo>
                <a:lnTo>
                  <a:pt x="846" y="160"/>
                </a:lnTo>
                <a:lnTo>
                  <a:pt x="845" y="161"/>
                </a:lnTo>
                <a:lnTo>
                  <a:pt x="845" y="162"/>
                </a:lnTo>
                <a:lnTo>
                  <a:pt x="845" y="163"/>
                </a:lnTo>
                <a:lnTo>
                  <a:pt x="846" y="163"/>
                </a:lnTo>
                <a:lnTo>
                  <a:pt x="847" y="164"/>
                </a:lnTo>
                <a:lnTo>
                  <a:pt x="846" y="164"/>
                </a:lnTo>
                <a:lnTo>
                  <a:pt x="846" y="165"/>
                </a:lnTo>
                <a:lnTo>
                  <a:pt x="846" y="166"/>
                </a:lnTo>
                <a:lnTo>
                  <a:pt x="846" y="167"/>
                </a:lnTo>
                <a:lnTo>
                  <a:pt x="847" y="167"/>
                </a:lnTo>
                <a:lnTo>
                  <a:pt x="847" y="168"/>
                </a:lnTo>
                <a:lnTo>
                  <a:pt x="848" y="168"/>
                </a:lnTo>
                <a:lnTo>
                  <a:pt x="849" y="168"/>
                </a:lnTo>
                <a:lnTo>
                  <a:pt x="849" y="169"/>
                </a:lnTo>
                <a:lnTo>
                  <a:pt x="849" y="170"/>
                </a:lnTo>
                <a:lnTo>
                  <a:pt x="849" y="171"/>
                </a:lnTo>
                <a:lnTo>
                  <a:pt x="850" y="171"/>
                </a:lnTo>
                <a:lnTo>
                  <a:pt x="850" y="172"/>
                </a:lnTo>
                <a:lnTo>
                  <a:pt x="850" y="173"/>
                </a:lnTo>
                <a:lnTo>
                  <a:pt x="850" y="174"/>
                </a:lnTo>
                <a:lnTo>
                  <a:pt x="850" y="175"/>
                </a:lnTo>
                <a:lnTo>
                  <a:pt x="851" y="175"/>
                </a:lnTo>
                <a:lnTo>
                  <a:pt x="850" y="175"/>
                </a:lnTo>
                <a:lnTo>
                  <a:pt x="850" y="176"/>
                </a:lnTo>
                <a:lnTo>
                  <a:pt x="850" y="177"/>
                </a:lnTo>
                <a:lnTo>
                  <a:pt x="850" y="178"/>
                </a:lnTo>
                <a:lnTo>
                  <a:pt x="850" y="179"/>
                </a:lnTo>
                <a:lnTo>
                  <a:pt x="851" y="179"/>
                </a:lnTo>
                <a:lnTo>
                  <a:pt x="852" y="179"/>
                </a:lnTo>
                <a:lnTo>
                  <a:pt x="853" y="179"/>
                </a:lnTo>
                <a:lnTo>
                  <a:pt x="853" y="178"/>
                </a:lnTo>
                <a:lnTo>
                  <a:pt x="854" y="178"/>
                </a:lnTo>
                <a:lnTo>
                  <a:pt x="854" y="177"/>
                </a:lnTo>
                <a:lnTo>
                  <a:pt x="855" y="176"/>
                </a:lnTo>
                <a:lnTo>
                  <a:pt x="855" y="175"/>
                </a:lnTo>
                <a:lnTo>
                  <a:pt x="856" y="174"/>
                </a:lnTo>
                <a:lnTo>
                  <a:pt x="856" y="173"/>
                </a:lnTo>
                <a:lnTo>
                  <a:pt x="857" y="173"/>
                </a:lnTo>
                <a:lnTo>
                  <a:pt x="858" y="173"/>
                </a:lnTo>
                <a:lnTo>
                  <a:pt x="858" y="174"/>
                </a:lnTo>
                <a:lnTo>
                  <a:pt x="858" y="175"/>
                </a:lnTo>
                <a:lnTo>
                  <a:pt x="858" y="176"/>
                </a:lnTo>
                <a:lnTo>
                  <a:pt x="858" y="178"/>
                </a:lnTo>
                <a:lnTo>
                  <a:pt x="858" y="179"/>
                </a:lnTo>
                <a:lnTo>
                  <a:pt x="859" y="179"/>
                </a:lnTo>
                <a:lnTo>
                  <a:pt x="858" y="179"/>
                </a:lnTo>
                <a:lnTo>
                  <a:pt x="858" y="180"/>
                </a:lnTo>
                <a:lnTo>
                  <a:pt x="859" y="180"/>
                </a:lnTo>
                <a:lnTo>
                  <a:pt x="859" y="181"/>
                </a:lnTo>
                <a:lnTo>
                  <a:pt x="859" y="182"/>
                </a:lnTo>
                <a:lnTo>
                  <a:pt x="860" y="182"/>
                </a:lnTo>
                <a:lnTo>
                  <a:pt x="860" y="183"/>
                </a:lnTo>
                <a:lnTo>
                  <a:pt x="861" y="183"/>
                </a:lnTo>
                <a:lnTo>
                  <a:pt x="862" y="183"/>
                </a:lnTo>
                <a:lnTo>
                  <a:pt x="862" y="182"/>
                </a:lnTo>
                <a:lnTo>
                  <a:pt x="862" y="181"/>
                </a:lnTo>
                <a:lnTo>
                  <a:pt x="863" y="181"/>
                </a:lnTo>
                <a:lnTo>
                  <a:pt x="863" y="180"/>
                </a:lnTo>
                <a:lnTo>
                  <a:pt x="864" y="180"/>
                </a:lnTo>
                <a:lnTo>
                  <a:pt x="864" y="179"/>
                </a:lnTo>
                <a:lnTo>
                  <a:pt x="864" y="178"/>
                </a:lnTo>
                <a:lnTo>
                  <a:pt x="865" y="178"/>
                </a:lnTo>
                <a:lnTo>
                  <a:pt x="865" y="177"/>
                </a:lnTo>
                <a:lnTo>
                  <a:pt x="865" y="176"/>
                </a:lnTo>
                <a:lnTo>
                  <a:pt x="865" y="175"/>
                </a:lnTo>
                <a:lnTo>
                  <a:pt x="866" y="175"/>
                </a:lnTo>
                <a:lnTo>
                  <a:pt x="867" y="175"/>
                </a:lnTo>
                <a:lnTo>
                  <a:pt x="868" y="174"/>
                </a:lnTo>
                <a:lnTo>
                  <a:pt x="869" y="174"/>
                </a:lnTo>
                <a:lnTo>
                  <a:pt x="870" y="174"/>
                </a:lnTo>
                <a:lnTo>
                  <a:pt x="870" y="173"/>
                </a:lnTo>
                <a:lnTo>
                  <a:pt x="871" y="172"/>
                </a:lnTo>
                <a:lnTo>
                  <a:pt x="872" y="172"/>
                </a:lnTo>
                <a:lnTo>
                  <a:pt x="873" y="172"/>
                </a:lnTo>
                <a:lnTo>
                  <a:pt x="874" y="172"/>
                </a:lnTo>
                <a:lnTo>
                  <a:pt x="875" y="172"/>
                </a:lnTo>
                <a:lnTo>
                  <a:pt x="875" y="173"/>
                </a:lnTo>
                <a:lnTo>
                  <a:pt x="876" y="173"/>
                </a:lnTo>
                <a:lnTo>
                  <a:pt x="876" y="174"/>
                </a:lnTo>
                <a:lnTo>
                  <a:pt x="877" y="174"/>
                </a:lnTo>
                <a:lnTo>
                  <a:pt x="877" y="175"/>
                </a:lnTo>
                <a:lnTo>
                  <a:pt x="878" y="175"/>
                </a:lnTo>
                <a:lnTo>
                  <a:pt x="877" y="176"/>
                </a:lnTo>
                <a:lnTo>
                  <a:pt x="877" y="177"/>
                </a:lnTo>
                <a:lnTo>
                  <a:pt x="877" y="178"/>
                </a:lnTo>
                <a:lnTo>
                  <a:pt x="877" y="179"/>
                </a:lnTo>
                <a:lnTo>
                  <a:pt x="878" y="179"/>
                </a:lnTo>
                <a:lnTo>
                  <a:pt x="879" y="180"/>
                </a:lnTo>
                <a:lnTo>
                  <a:pt x="880" y="180"/>
                </a:lnTo>
                <a:lnTo>
                  <a:pt x="880" y="181"/>
                </a:lnTo>
                <a:lnTo>
                  <a:pt x="881" y="181"/>
                </a:lnTo>
                <a:lnTo>
                  <a:pt x="882" y="180"/>
                </a:lnTo>
                <a:lnTo>
                  <a:pt x="883" y="179"/>
                </a:lnTo>
                <a:lnTo>
                  <a:pt x="884" y="179"/>
                </a:lnTo>
                <a:lnTo>
                  <a:pt x="885" y="179"/>
                </a:lnTo>
                <a:lnTo>
                  <a:pt x="885" y="180"/>
                </a:lnTo>
                <a:lnTo>
                  <a:pt x="885" y="181"/>
                </a:lnTo>
                <a:lnTo>
                  <a:pt x="884" y="181"/>
                </a:lnTo>
                <a:lnTo>
                  <a:pt x="884" y="182"/>
                </a:lnTo>
                <a:lnTo>
                  <a:pt x="885" y="183"/>
                </a:lnTo>
                <a:lnTo>
                  <a:pt x="885" y="184"/>
                </a:lnTo>
                <a:lnTo>
                  <a:pt x="885" y="185"/>
                </a:lnTo>
                <a:lnTo>
                  <a:pt x="886" y="185"/>
                </a:lnTo>
                <a:lnTo>
                  <a:pt x="887" y="185"/>
                </a:lnTo>
                <a:lnTo>
                  <a:pt x="888" y="186"/>
                </a:lnTo>
                <a:lnTo>
                  <a:pt x="889" y="186"/>
                </a:lnTo>
                <a:lnTo>
                  <a:pt x="889" y="185"/>
                </a:lnTo>
                <a:lnTo>
                  <a:pt x="890" y="185"/>
                </a:lnTo>
                <a:lnTo>
                  <a:pt x="890" y="186"/>
                </a:lnTo>
                <a:lnTo>
                  <a:pt x="891" y="186"/>
                </a:lnTo>
                <a:lnTo>
                  <a:pt x="891" y="185"/>
                </a:lnTo>
                <a:lnTo>
                  <a:pt x="892" y="185"/>
                </a:lnTo>
                <a:lnTo>
                  <a:pt x="892" y="184"/>
                </a:lnTo>
                <a:lnTo>
                  <a:pt x="893" y="184"/>
                </a:lnTo>
                <a:lnTo>
                  <a:pt x="893" y="183"/>
                </a:lnTo>
                <a:lnTo>
                  <a:pt x="894" y="183"/>
                </a:lnTo>
                <a:lnTo>
                  <a:pt x="894" y="182"/>
                </a:lnTo>
                <a:lnTo>
                  <a:pt x="895" y="182"/>
                </a:lnTo>
                <a:lnTo>
                  <a:pt x="896" y="182"/>
                </a:lnTo>
                <a:lnTo>
                  <a:pt x="896" y="181"/>
                </a:lnTo>
                <a:lnTo>
                  <a:pt x="897" y="182"/>
                </a:lnTo>
                <a:lnTo>
                  <a:pt x="897" y="183"/>
                </a:lnTo>
                <a:lnTo>
                  <a:pt x="898" y="183"/>
                </a:lnTo>
                <a:lnTo>
                  <a:pt x="898" y="184"/>
                </a:lnTo>
                <a:lnTo>
                  <a:pt x="898" y="185"/>
                </a:lnTo>
                <a:lnTo>
                  <a:pt x="898" y="186"/>
                </a:lnTo>
                <a:lnTo>
                  <a:pt x="897" y="186"/>
                </a:lnTo>
                <a:lnTo>
                  <a:pt x="897" y="187"/>
                </a:lnTo>
                <a:lnTo>
                  <a:pt x="898" y="187"/>
                </a:lnTo>
                <a:lnTo>
                  <a:pt x="898" y="188"/>
                </a:lnTo>
                <a:lnTo>
                  <a:pt x="899" y="188"/>
                </a:lnTo>
                <a:lnTo>
                  <a:pt x="900" y="189"/>
                </a:lnTo>
                <a:lnTo>
                  <a:pt x="899" y="190"/>
                </a:lnTo>
                <a:lnTo>
                  <a:pt x="900" y="191"/>
                </a:lnTo>
                <a:lnTo>
                  <a:pt x="901" y="191"/>
                </a:lnTo>
                <a:lnTo>
                  <a:pt x="901" y="192"/>
                </a:lnTo>
                <a:lnTo>
                  <a:pt x="901" y="193"/>
                </a:lnTo>
                <a:lnTo>
                  <a:pt x="900" y="193"/>
                </a:lnTo>
                <a:lnTo>
                  <a:pt x="900" y="194"/>
                </a:lnTo>
                <a:lnTo>
                  <a:pt x="900" y="195"/>
                </a:lnTo>
                <a:lnTo>
                  <a:pt x="900" y="196"/>
                </a:lnTo>
                <a:lnTo>
                  <a:pt x="901" y="196"/>
                </a:lnTo>
                <a:lnTo>
                  <a:pt x="901" y="197"/>
                </a:lnTo>
                <a:lnTo>
                  <a:pt x="901" y="198"/>
                </a:lnTo>
                <a:lnTo>
                  <a:pt x="901" y="199"/>
                </a:lnTo>
                <a:lnTo>
                  <a:pt x="902" y="199"/>
                </a:lnTo>
                <a:lnTo>
                  <a:pt x="902" y="200"/>
                </a:lnTo>
                <a:lnTo>
                  <a:pt x="901" y="200"/>
                </a:lnTo>
                <a:lnTo>
                  <a:pt x="902" y="201"/>
                </a:lnTo>
                <a:lnTo>
                  <a:pt x="902" y="202"/>
                </a:lnTo>
                <a:lnTo>
                  <a:pt x="902" y="203"/>
                </a:lnTo>
                <a:lnTo>
                  <a:pt x="903" y="203"/>
                </a:lnTo>
                <a:lnTo>
                  <a:pt x="903" y="202"/>
                </a:lnTo>
                <a:lnTo>
                  <a:pt x="904" y="203"/>
                </a:lnTo>
                <a:lnTo>
                  <a:pt x="904" y="204"/>
                </a:lnTo>
                <a:lnTo>
                  <a:pt x="904" y="203"/>
                </a:lnTo>
                <a:lnTo>
                  <a:pt x="905" y="203"/>
                </a:lnTo>
                <a:lnTo>
                  <a:pt x="905" y="202"/>
                </a:lnTo>
                <a:lnTo>
                  <a:pt x="906" y="201"/>
                </a:lnTo>
                <a:lnTo>
                  <a:pt x="906" y="200"/>
                </a:lnTo>
                <a:lnTo>
                  <a:pt x="907" y="200"/>
                </a:lnTo>
                <a:lnTo>
                  <a:pt x="908" y="200"/>
                </a:lnTo>
                <a:lnTo>
                  <a:pt x="909" y="200"/>
                </a:lnTo>
                <a:lnTo>
                  <a:pt x="909" y="199"/>
                </a:lnTo>
                <a:lnTo>
                  <a:pt x="910" y="199"/>
                </a:lnTo>
                <a:lnTo>
                  <a:pt x="910" y="200"/>
                </a:lnTo>
                <a:lnTo>
                  <a:pt x="910" y="201"/>
                </a:lnTo>
                <a:lnTo>
                  <a:pt x="910" y="202"/>
                </a:lnTo>
                <a:lnTo>
                  <a:pt x="910" y="203"/>
                </a:lnTo>
                <a:lnTo>
                  <a:pt x="910" y="204"/>
                </a:lnTo>
                <a:lnTo>
                  <a:pt x="909" y="204"/>
                </a:lnTo>
                <a:lnTo>
                  <a:pt x="910" y="204"/>
                </a:lnTo>
                <a:lnTo>
                  <a:pt x="910" y="205"/>
                </a:lnTo>
                <a:lnTo>
                  <a:pt x="910" y="206"/>
                </a:lnTo>
                <a:lnTo>
                  <a:pt x="909" y="206"/>
                </a:lnTo>
                <a:lnTo>
                  <a:pt x="909" y="207"/>
                </a:lnTo>
                <a:lnTo>
                  <a:pt x="910" y="207"/>
                </a:lnTo>
                <a:lnTo>
                  <a:pt x="911" y="207"/>
                </a:lnTo>
                <a:lnTo>
                  <a:pt x="912" y="207"/>
                </a:lnTo>
                <a:lnTo>
                  <a:pt x="913" y="208"/>
                </a:lnTo>
                <a:lnTo>
                  <a:pt x="914" y="209"/>
                </a:lnTo>
                <a:lnTo>
                  <a:pt x="914" y="211"/>
                </a:lnTo>
                <a:lnTo>
                  <a:pt x="914" y="212"/>
                </a:lnTo>
                <a:lnTo>
                  <a:pt x="915" y="213"/>
                </a:lnTo>
                <a:lnTo>
                  <a:pt x="915" y="212"/>
                </a:lnTo>
                <a:lnTo>
                  <a:pt x="915" y="211"/>
                </a:lnTo>
                <a:lnTo>
                  <a:pt x="916" y="211"/>
                </a:lnTo>
                <a:lnTo>
                  <a:pt x="916" y="210"/>
                </a:lnTo>
                <a:lnTo>
                  <a:pt x="917" y="209"/>
                </a:lnTo>
                <a:lnTo>
                  <a:pt x="918" y="209"/>
                </a:lnTo>
                <a:lnTo>
                  <a:pt x="918" y="208"/>
                </a:lnTo>
                <a:lnTo>
                  <a:pt x="918" y="209"/>
                </a:lnTo>
                <a:lnTo>
                  <a:pt x="919" y="209"/>
                </a:lnTo>
                <a:lnTo>
                  <a:pt x="920" y="210"/>
                </a:lnTo>
                <a:lnTo>
                  <a:pt x="922" y="212"/>
                </a:lnTo>
                <a:lnTo>
                  <a:pt x="922" y="213"/>
                </a:lnTo>
                <a:lnTo>
                  <a:pt x="921" y="213"/>
                </a:lnTo>
                <a:lnTo>
                  <a:pt x="921" y="214"/>
                </a:lnTo>
                <a:lnTo>
                  <a:pt x="920" y="215"/>
                </a:lnTo>
                <a:lnTo>
                  <a:pt x="920" y="216"/>
                </a:lnTo>
                <a:lnTo>
                  <a:pt x="921" y="217"/>
                </a:lnTo>
                <a:lnTo>
                  <a:pt x="921" y="218"/>
                </a:lnTo>
                <a:lnTo>
                  <a:pt x="921" y="219"/>
                </a:lnTo>
                <a:lnTo>
                  <a:pt x="921" y="220"/>
                </a:lnTo>
                <a:lnTo>
                  <a:pt x="921" y="221"/>
                </a:lnTo>
                <a:lnTo>
                  <a:pt x="922" y="221"/>
                </a:lnTo>
                <a:lnTo>
                  <a:pt x="923" y="220"/>
                </a:lnTo>
                <a:lnTo>
                  <a:pt x="923" y="221"/>
                </a:lnTo>
                <a:lnTo>
                  <a:pt x="923" y="222"/>
                </a:lnTo>
                <a:lnTo>
                  <a:pt x="924" y="223"/>
                </a:lnTo>
                <a:lnTo>
                  <a:pt x="925" y="223"/>
                </a:lnTo>
                <a:lnTo>
                  <a:pt x="926" y="223"/>
                </a:lnTo>
                <a:lnTo>
                  <a:pt x="928" y="223"/>
                </a:lnTo>
                <a:lnTo>
                  <a:pt x="929" y="222"/>
                </a:lnTo>
                <a:lnTo>
                  <a:pt x="930" y="222"/>
                </a:lnTo>
                <a:lnTo>
                  <a:pt x="931" y="221"/>
                </a:lnTo>
                <a:lnTo>
                  <a:pt x="932" y="220"/>
                </a:lnTo>
                <a:lnTo>
                  <a:pt x="933" y="221"/>
                </a:lnTo>
                <a:lnTo>
                  <a:pt x="933" y="222"/>
                </a:lnTo>
                <a:lnTo>
                  <a:pt x="933" y="223"/>
                </a:lnTo>
                <a:lnTo>
                  <a:pt x="935" y="223"/>
                </a:lnTo>
                <a:lnTo>
                  <a:pt x="935" y="224"/>
                </a:lnTo>
                <a:lnTo>
                  <a:pt x="936" y="223"/>
                </a:lnTo>
                <a:lnTo>
                  <a:pt x="937" y="222"/>
                </a:lnTo>
                <a:lnTo>
                  <a:pt x="937" y="221"/>
                </a:lnTo>
                <a:lnTo>
                  <a:pt x="937" y="222"/>
                </a:lnTo>
                <a:lnTo>
                  <a:pt x="938" y="222"/>
                </a:lnTo>
                <a:lnTo>
                  <a:pt x="938" y="225"/>
                </a:lnTo>
                <a:lnTo>
                  <a:pt x="938" y="227"/>
                </a:lnTo>
                <a:lnTo>
                  <a:pt x="938" y="228"/>
                </a:lnTo>
                <a:lnTo>
                  <a:pt x="938" y="229"/>
                </a:lnTo>
                <a:lnTo>
                  <a:pt x="938" y="230"/>
                </a:lnTo>
                <a:lnTo>
                  <a:pt x="937" y="230"/>
                </a:lnTo>
                <a:lnTo>
                  <a:pt x="937" y="231"/>
                </a:lnTo>
                <a:lnTo>
                  <a:pt x="936" y="231"/>
                </a:lnTo>
                <a:lnTo>
                  <a:pt x="936" y="233"/>
                </a:lnTo>
                <a:lnTo>
                  <a:pt x="937" y="234"/>
                </a:lnTo>
                <a:lnTo>
                  <a:pt x="938" y="234"/>
                </a:lnTo>
                <a:lnTo>
                  <a:pt x="939" y="235"/>
                </a:lnTo>
                <a:lnTo>
                  <a:pt x="940" y="236"/>
                </a:lnTo>
                <a:lnTo>
                  <a:pt x="940" y="237"/>
                </a:lnTo>
                <a:lnTo>
                  <a:pt x="939" y="239"/>
                </a:lnTo>
                <a:lnTo>
                  <a:pt x="939" y="240"/>
                </a:lnTo>
                <a:lnTo>
                  <a:pt x="939" y="241"/>
                </a:lnTo>
                <a:lnTo>
                  <a:pt x="939" y="242"/>
                </a:lnTo>
                <a:lnTo>
                  <a:pt x="939" y="243"/>
                </a:lnTo>
                <a:lnTo>
                  <a:pt x="939" y="244"/>
                </a:lnTo>
                <a:lnTo>
                  <a:pt x="939" y="245"/>
                </a:lnTo>
                <a:lnTo>
                  <a:pt x="939" y="246"/>
                </a:lnTo>
                <a:lnTo>
                  <a:pt x="938" y="246"/>
                </a:lnTo>
                <a:lnTo>
                  <a:pt x="938" y="249"/>
                </a:lnTo>
                <a:lnTo>
                  <a:pt x="937" y="249"/>
                </a:lnTo>
                <a:lnTo>
                  <a:pt x="936" y="250"/>
                </a:lnTo>
                <a:lnTo>
                  <a:pt x="935" y="250"/>
                </a:lnTo>
                <a:lnTo>
                  <a:pt x="935" y="251"/>
                </a:lnTo>
                <a:lnTo>
                  <a:pt x="935" y="252"/>
                </a:lnTo>
                <a:lnTo>
                  <a:pt x="935" y="253"/>
                </a:lnTo>
                <a:lnTo>
                  <a:pt x="935" y="254"/>
                </a:lnTo>
                <a:lnTo>
                  <a:pt x="936" y="254"/>
                </a:lnTo>
                <a:lnTo>
                  <a:pt x="936" y="255"/>
                </a:lnTo>
                <a:lnTo>
                  <a:pt x="937" y="255"/>
                </a:lnTo>
                <a:lnTo>
                  <a:pt x="937" y="256"/>
                </a:lnTo>
                <a:lnTo>
                  <a:pt x="937" y="257"/>
                </a:lnTo>
                <a:lnTo>
                  <a:pt x="937" y="258"/>
                </a:lnTo>
                <a:lnTo>
                  <a:pt x="937" y="259"/>
                </a:lnTo>
                <a:lnTo>
                  <a:pt x="937" y="260"/>
                </a:lnTo>
                <a:lnTo>
                  <a:pt x="937" y="261"/>
                </a:lnTo>
                <a:lnTo>
                  <a:pt x="938" y="261"/>
                </a:lnTo>
                <a:lnTo>
                  <a:pt x="938" y="262"/>
                </a:lnTo>
                <a:lnTo>
                  <a:pt x="937" y="263"/>
                </a:lnTo>
                <a:lnTo>
                  <a:pt x="937" y="264"/>
                </a:lnTo>
                <a:lnTo>
                  <a:pt x="936" y="265"/>
                </a:lnTo>
                <a:lnTo>
                  <a:pt x="936" y="266"/>
                </a:lnTo>
                <a:lnTo>
                  <a:pt x="937" y="267"/>
                </a:lnTo>
                <a:lnTo>
                  <a:pt x="938" y="267"/>
                </a:lnTo>
                <a:lnTo>
                  <a:pt x="938" y="268"/>
                </a:lnTo>
                <a:lnTo>
                  <a:pt x="938" y="269"/>
                </a:lnTo>
                <a:lnTo>
                  <a:pt x="938" y="270"/>
                </a:lnTo>
                <a:lnTo>
                  <a:pt x="937" y="270"/>
                </a:lnTo>
                <a:lnTo>
                  <a:pt x="937" y="271"/>
                </a:lnTo>
                <a:lnTo>
                  <a:pt x="937" y="272"/>
                </a:lnTo>
                <a:lnTo>
                  <a:pt x="937" y="273"/>
                </a:lnTo>
                <a:lnTo>
                  <a:pt x="935" y="273"/>
                </a:lnTo>
                <a:lnTo>
                  <a:pt x="934" y="274"/>
                </a:lnTo>
                <a:lnTo>
                  <a:pt x="933" y="274"/>
                </a:lnTo>
                <a:lnTo>
                  <a:pt x="934" y="275"/>
                </a:lnTo>
                <a:lnTo>
                  <a:pt x="933" y="276"/>
                </a:lnTo>
                <a:lnTo>
                  <a:pt x="933" y="277"/>
                </a:lnTo>
                <a:lnTo>
                  <a:pt x="933" y="278"/>
                </a:lnTo>
                <a:lnTo>
                  <a:pt x="932" y="279"/>
                </a:lnTo>
                <a:lnTo>
                  <a:pt x="931" y="279"/>
                </a:lnTo>
                <a:lnTo>
                  <a:pt x="931" y="280"/>
                </a:lnTo>
                <a:lnTo>
                  <a:pt x="932" y="281"/>
                </a:lnTo>
                <a:lnTo>
                  <a:pt x="933" y="282"/>
                </a:lnTo>
                <a:lnTo>
                  <a:pt x="934" y="283"/>
                </a:lnTo>
                <a:lnTo>
                  <a:pt x="936" y="283"/>
                </a:lnTo>
                <a:lnTo>
                  <a:pt x="937" y="283"/>
                </a:lnTo>
                <a:lnTo>
                  <a:pt x="938" y="283"/>
                </a:lnTo>
                <a:lnTo>
                  <a:pt x="938" y="284"/>
                </a:lnTo>
                <a:lnTo>
                  <a:pt x="938" y="283"/>
                </a:lnTo>
                <a:lnTo>
                  <a:pt x="939" y="283"/>
                </a:lnTo>
                <a:lnTo>
                  <a:pt x="940" y="283"/>
                </a:lnTo>
                <a:lnTo>
                  <a:pt x="941" y="284"/>
                </a:lnTo>
                <a:lnTo>
                  <a:pt x="941" y="285"/>
                </a:lnTo>
                <a:lnTo>
                  <a:pt x="941" y="286"/>
                </a:lnTo>
                <a:lnTo>
                  <a:pt x="942" y="286"/>
                </a:lnTo>
                <a:lnTo>
                  <a:pt x="943" y="287"/>
                </a:lnTo>
                <a:lnTo>
                  <a:pt x="943" y="288"/>
                </a:lnTo>
                <a:lnTo>
                  <a:pt x="944" y="289"/>
                </a:lnTo>
                <a:lnTo>
                  <a:pt x="945" y="289"/>
                </a:lnTo>
                <a:lnTo>
                  <a:pt x="946" y="290"/>
                </a:lnTo>
                <a:lnTo>
                  <a:pt x="948" y="291"/>
                </a:lnTo>
                <a:lnTo>
                  <a:pt x="949" y="290"/>
                </a:lnTo>
                <a:lnTo>
                  <a:pt x="950" y="290"/>
                </a:lnTo>
                <a:lnTo>
                  <a:pt x="951" y="290"/>
                </a:lnTo>
                <a:lnTo>
                  <a:pt x="952" y="290"/>
                </a:lnTo>
                <a:lnTo>
                  <a:pt x="952" y="291"/>
                </a:lnTo>
                <a:lnTo>
                  <a:pt x="953" y="291"/>
                </a:lnTo>
                <a:lnTo>
                  <a:pt x="954" y="291"/>
                </a:lnTo>
                <a:lnTo>
                  <a:pt x="954" y="292"/>
                </a:lnTo>
                <a:lnTo>
                  <a:pt x="955" y="292"/>
                </a:lnTo>
                <a:lnTo>
                  <a:pt x="956" y="292"/>
                </a:lnTo>
                <a:lnTo>
                  <a:pt x="956" y="295"/>
                </a:lnTo>
                <a:lnTo>
                  <a:pt x="956" y="296"/>
                </a:lnTo>
                <a:lnTo>
                  <a:pt x="955" y="297"/>
                </a:lnTo>
                <a:lnTo>
                  <a:pt x="954" y="298"/>
                </a:lnTo>
                <a:lnTo>
                  <a:pt x="953" y="298"/>
                </a:lnTo>
                <a:lnTo>
                  <a:pt x="953" y="299"/>
                </a:lnTo>
                <a:lnTo>
                  <a:pt x="952" y="300"/>
                </a:lnTo>
                <a:lnTo>
                  <a:pt x="952" y="301"/>
                </a:lnTo>
                <a:lnTo>
                  <a:pt x="951" y="302"/>
                </a:lnTo>
                <a:lnTo>
                  <a:pt x="950" y="302"/>
                </a:lnTo>
                <a:lnTo>
                  <a:pt x="950" y="303"/>
                </a:lnTo>
                <a:lnTo>
                  <a:pt x="951" y="303"/>
                </a:lnTo>
                <a:lnTo>
                  <a:pt x="952" y="303"/>
                </a:lnTo>
                <a:lnTo>
                  <a:pt x="952" y="304"/>
                </a:lnTo>
                <a:lnTo>
                  <a:pt x="953" y="304"/>
                </a:lnTo>
                <a:lnTo>
                  <a:pt x="955" y="306"/>
                </a:lnTo>
                <a:lnTo>
                  <a:pt x="956" y="308"/>
                </a:lnTo>
                <a:lnTo>
                  <a:pt x="957" y="309"/>
                </a:lnTo>
                <a:lnTo>
                  <a:pt x="958" y="309"/>
                </a:lnTo>
                <a:lnTo>
                  <a:pt x="959" y="310"/>
                </a:lnTo>
                <a:lnTo>
                  <a:pt x="960" y="310"/>
                </a:lnTo>
                <a:lnTo>
                  <a:pt x="961" y="310"/>
                </a:lnTo>
                <a:lnTo>
                  <a:pt x="962" y="310"/>
                </a:lnTo>
                <a:lnTo>
                  <a:pt x="963" y="310"/>
                </a:lnTo>
                <a:lnTo>
                  <a:pt x="964" y="310"/>
                </a:lnTo>
                <a:lnTo>
                  <a:pt x="964" y="311"/>
                </a:lnTo>
                <a:lnTo>
                  <a:pt x="965" y="312"/>
                </a:lnTo>
                <a:lnTo>
                  <a:pt x="965" y="313"/>
                </a:lnTo>
                <a:lnTo>
                  <a:pt x="965" y="314"/>
                </a:lnTo>
                <a:lnTo>
                  <a:pt x="965" y="315"/>
                </a:lnTo>
                <a:lnTo>
                  <a:pt x="964" y="315"/>
                </a:lnTo>
                <a:lnTo>
                  <a:pt x="964" y="316"/>
                </a:lnTo>
                <a:lnTo>
                  <a:pt x="964" y="317"/>
                </a:lnTo>
                <a:lnTo>
                  <a:pt x="965" y="317"/>
                </a:lnTo>
                <a:lnTo>
                  <a:pt x="966" y="318"/>
                </a:lnTo>
                <a:lnTo>
                  <a:pt x="966" y="319"/>
                </a:lnTo>
                <a:lnTo>
                  <a:pt x="965" y="320"/>
                </a:lnTo>
                <a:lnTo>
                  <a:pt x="964" y="320"/>
                </a:lnTo>
                <a:lnTo>
                  <a:pt x="964" y="321"/>
                </a:lnTo>
                <a:lnTo>
                  <a:pt x="963" y="320"/>
                </a:lnTo>
                <a:lnTo>
                  <a:pt x="963" y="321"/>
                </a:lnTo>
                <a:lnTo>
                  <a:pt x="964" y="321"/>
                </a:lnTo>
                <a:lnTo>
                  <a:pt x="964" y="322"/>
                </a:lnTo>
                <a:lnTo>
                  <a:pt x="963" y="323"/>
                </a:lnTo>
                <a:lnTo>
                  <a:pt x="964" y="323"/>
                </a:lnTo>
                <a:lnTo>
                  <a:pt x="964" y="322"/>
                </a:lnTo>
                <a:lnTo>
                  <a:pt x="965" y="324"/>
                </a:lnTo>
                <a:lnTo>
                  <a:pt x="966" y="325"/>
                </a:lnTo>
                <a:lnTo>
                  <a:pt x="965" y="326"/>
                </a:lnTo>
                <a:lnTo>
                  <a:pt x="964" y="326"/>
                </a:lnTo>
                <a:lnTo>
                  <a:pt x="963" y="326"/>
                </a:lnTo>
                <a:lnTo>
                  <a:pt x="963" y="327"/>
                </a:lnTo>
                <a:lnTo>
                  <a:pt x="962" y="327"/>
                </a:lnTo>
                <a:lnTo>
                  <a:pt x="961" y="329"/>
                </a:lnTo>
                <a:lnTo>
                  <a:pt x="961" y="330"/>
                </a:lnTo>
                <a:lnTo>
                  <a:pt x="960" y="331"/>
                </a:lnTo>
                <a:lnTo>
                  <a:pt x="959" y="331"/>
                </a:lnTo>
                <a:lnTo>
                  <a:pt x="959" y="332"/>
                </a:lnTo>
                <a:lnTo>
                  <a:pt x="959" y="333"/>
                </a:lnTo>
                <a:lnTo>
                  <a:pt x="958" y="333"/>
                </a:lnTo>
                <a:lnTo>
                  <a:pt x="957" y="332"/>
                </a:lnTo>
                <a:lnTo>
                  <a:pt x="956" y="332"/>
                </a:lnTo>
                <a:lnTo>
                  <a:pt x="956" y="333"/>
                </a:lnTo>
                <a:lnTo>
                  <a:pt x="955" y="334"/>
                </a:lnTo>
                <a:lnTo>
                  <a:pt x="956" y="334"/>
                </a:lnTo>
                <a:lnTo>
                  <a:pt x="956" y="336"/>
                </a:lnTo>
                <a:lnTo>
                  <a:pt x="956" y="337"/>
                </a:lnTo>
                <a:lnTo>
                  <a:pt x="955" y="337"/>
                </a:lnTo>
                <a:lnTo>
                  <a:pt x="954" y="337"/>
                </a:lnTo>
                <a:lnTo>
                  <a:pt x="954" y="338"/>
                </a:lnTo>
                <a:lnTo>
                  <a:pt x="954" y="339"/>
                </a:lnTo>
                <a:lnTo>
                  <a:pt x="954" y="340"/>
                </a:lnTo>
                <a:lnTo>
                  <a:pt x="954" y="341"/>
                </a:lnTo>
                <a:lnTo>
                  <a:pt x="953" y="341"/>
                </a:lnTo>
                <a:lnTo>
                  <a:pt x="952" y="340"/>
                </a:lnTo>
                <a:lnTo>
                  <a:pt x="951" y="340"/>
                </a:lnTo>
                <a:lnTo>
                  <a:pt x="950" y="341"/>
                </a:lnTo>
                <a:lnTo>
                  <a:pt x="949" y="342"/>
                </a:lnTo>
                <a:lnTo>
                  <a:pt x="948" y="341"/>
                </a:lnTo>
                <a:lnTo>
                  <a:pt x="948" y="342"/>
                </a:lnTo>
                <a:lnTo>
                  <a:pt x="947" y="342"/>
                </a:lnTo>
                <a:lnTo>
                  <a:pt x="947" y="343"/>
                </a:lnTo>
                <a:lnTo>
                  <a:pt x="947" y="344"/>
                </a:lnTo>
                <a:lnTo>
                  <a:pt x="946" y="345"/>
                </a:lnTo>
                <a:lnTo>
                  <a:pt x="945" y="346"/>
                </a:lnTo>
                <a:lnTo>
                  <a:pt x="945" y="347"/>
                </a:lnTo>
                <a:lnTo>
                  <a:pt x="944" y="348"/>
                </a:lnTo>
                <a:lnTo>
                  <a:pt x="944" y="349"/>
                </a:lnTo>
                <a:lnTo>
                  <a:pt x="943" y="349"/>
                </a:lnTo>
                <a:lnTo>
                  <a:pt x="943" y="350"/>
                </a:lnTo>
                <a:lnTo>
                  <a:pt x="942" y="351"/>
                </a:lnTo>
                <a:lnTo>
                  <a:pt x="941" y="351"/>
                </a:lnTo>
                <a:lnTo>
                  <a:pt x="941" y="352"/>
                </a:lnTo>
                <a:lnTo>
                  <a:pt x="942" y="353"/>
                </a:lnTo>
                <a:lnTo>
                  <a:pt x="941" y="353"/>
                </a:lnTo>
                <a:lnTo>
                  <a:pt x="941" y="354"/>
                </a:lnTo>
                <a:lnTo>
                  <a:pt x="942" y="355"/>
                </a:lnTo>
                <a:lnTo>
                  <a:pt x="941" y="356"/>
                </a:lnTo>
                <a:lnTo>
                  <a:pt x="940" y="356"/>
                </a:lnTo>
                <a:lnTo>
                  <a:pt x="939" y="356"/>
                </a:lnTo>
                <a:lnTo>
                  <a:pt x="939" y="357"/>
                </a:lnTo>
                <a:lnTo>
                  <a:pt x="938" y="357"/>
                </a:lnTo>
                <a:lnTo>
                  <a:pt x="937" y="357"/>
                </a:lnTo>
                <a:lnTo>
                  <a:pt x="937" y="358"/>
                </a:lnTo>
                <a:lnTo>
                  <a:pt x="936" y="358"/>
                </a:lnTo>
                <a:lnTo>
                  <a:pt x="935" y="359"/>
                </a:lnTo>
                <a:lnTo>
                  <a:pt x="934" y="359"/>
                </a:lnTo>
                <a:lnTo>
                  <a:pt x="933" y="359"/>
                </a:lnTo>
                <a:lnTo>
                  <a:pt x="932" y="359"/>
                </a:lnTo>
                <a:lnTo>
                  <a:pt x="932" y="358"/>
                </a:lnTo>
                <a:lnTo>
                  <a:pt x="931" y="358"/>
                </a:lnTo>
                <a:lnTo>
                  <a:pt x="930" y="359"/>
                </a:lnTo>
                <a:lnTo>
                  <a:pt x="929" y="359"/>
                </a:lnTo>
                <a:lnTo>
                  <a:pt x="928" y="359"/>
                </a:lnTo>
                <a:lnTo>
                  <a:pt x="927" y="359"/>
                </a:lnTo>
                <a:lnTo>
                  <a:pt x="926" y="359"/>
                </a:lnTo>
                <a:lnTo>
                  <a:pt x="924" y="360"/>
                </a:lnTo>
                <a:lnTo>
                  <a:pt x="924" y="361"/>
                </a:lnTo>
                <a:lnTo>
                  <a:pt x="923" y="361"/>
                </a:lnTo>
                <a:lnTo>
                  <a:pt x="922" y="361"/>
                </a:lnTo>
                <a:lnTo>
                  <a:pt x="922" y="362"/>
                </a:lnTo>
                <a:lnTo>
                  <a:pt x="922" y="363"/>
                </a:lnTo>
                <a:lnTo>
                  <a:pt x="923" y="364"/>
                </a:lnTo>
                <a:lnTo>
                  <a:pt x="923" y="365"/>
                </a:lnTo>
                <a:lnTo>
                  <a:pt x="924" y="365"/>
                </a:lnTo>
                <a:lnTo>
                  <a:pt x="925" y="365"/>
                </a:lnTo>
                <a:lnTo>
                  <a:pt x="925" y="366"/>
                </a:lnTo>
                <a:lnTo>
                  <a:pt x="924" y="366"/>
                </a:lnTo>
                <a:lnTo>
                  <a:pt x="925" y="366"/>
                </a:lnTo>
                <a:lnTo>
                  <a:pt x="925" y="367"/>
                </a:lnTo>
                <a:lnTo>
                  <a:pt x="925" y="368"/>
                </a:lnTo>
                <a:lnTo>
                  <a:pt x="925" y="369"/>
                </a:lnTo>
                <a:lnTo>
                  <a:pt x="925" y="370"/>
                </a:lnTo>
                <a:lnTo>
                  <a:pt x="926" y="369"/>
                </a:lnTo>
                <a:lnTo>
                  <a:pt x="926" y="370"/>
                </a:lnTo>
                <a:lnTo>
                  <a:pt x="927" y="370"/>
                </a:lnTo>
                <a:lnTo>
                  <a:pt x="927" y="371"/>
                </a:lnTo>
                <a:lnTo>
                  <a:pt x="927" y="372"/>
                </a:lnTo>
                <a:lnTo>
                  <a:pt x="927" y="373"/>
                </a:lnTo>
                <a:lnTo>
                  <a:pt x="927" y="374"/>
                </a:lnTo>
                <a:lnTo>
                  <a:pt x="928" y="374"/>
                </a:lnTo>
                <a:lnTo>
                  <a:pt x="928" y="375"/>
                </a:lnTo>
                <a:lnTo>
                  <a:pt x="929" y="375"/>
                </a:lnTo>
                <a:lnTo>
                  <a:pt x="929" y="376"/>
                </a:lnTo>
                <a:lnTo>
                  <a:pt x="930" y="377"/>
                </a:lnTo>
                <a:lnTo>
                  <a:pt x="929" y="377"/>
                </a:lnTo>
                <a:lnTo>
                  <a:pt x="930" y="377"/>
                </a:lnTo>
                <a:lnTo>
                  <a:pt x="929" y="377"/>
                </a:lnTo>
                <a:lnTo>
                  <a:pt x="928" y="377"/>
                </a:lnTo>
                <a:lnTo>
                  <a:pt x="929" y="378"/>
                </a:lnTo>
                <a:lnTo>
                  <a:pt x="930" y="378"/>
                </a:lnTo>
                <a:lnTo>
                  <a:pt x="931" y="378"/>
                </a:lnTo>
                <a:lnTo>
                  <a:pt x="931" y="379"/>
                </a:lnTo>
                <a:lnTo>
                  <a:pt x="932" y="379"/>
                </a:lnTo>
                <a:lnTo>
                  <a:pt x="931" y="379"/>
                </a:lnTo>
                <a:lnTo>
                  <a:pt x="932" y="380"/>
                </a:lnTo>
                <a:lnTo>
                  <a:pt x="932" y="381"/>
                </a:lnTo>
                <a:lnTo>
                  <a:pt x="933" y="382"/>
                </a:lnTo>
                <a:lnTo>
                  <a:pt x="933" y="383"/>
                </a:lnTo>
                <a:lnTo>
                  <a:pt x="932" y="384"/>
                </a:lnTo>
                <a:lnTo>
                  <a:pt x="931" y="384"/>
                </a:lnTo>
                <a:lnTo>
                  <a:pt x="931" y="385"/>
                </a:lnTo>
                <a:lnTo>
                  <a:pt x="931" y="386"/>
                </a:lnTo>
                <a:lnTo>
                  <a:pt x="930" y="386"/>
                </a:lnTo>
                <a:lnTo>
                  <a:pt x="930" y="387"/>
                </a:lnTo>
                <a:lnTo>
                  <a:pt x="930" y="388"/>
                </a:lnTo>
                <a:lnTo>
                  <a:pt x="929" y="388"/>
                </a:lnTo>
                <a:lnTo>
                  <a:pt x="929" y="387"/>
                </a:lnTo>
                <a:lnTo>
                  <a:pt x="928" y="387"/>
                </a:lnTo>
                <a:lnTo>
                  <a:pt x="927" y="387"/>
                </a:lnTo>
                <a:lnTo>
                  <a:pt x="926" y="387"/>
                </a:lnTo>
                <a:lnTo>
                  <a:pt x="925" y="387"/>
                </a:lnTo>
                <a:lnTo>
                  <a:pt x="924" y="387"/>
                </a:lnTo>
                <a:lnTo>
                  <a:pt x="923" y="387"/>
                </a:lnTo>
                <a:lnTo>
                  <a:pt x="922" y="387"/>
                </a:lnTo>
                <a:lnTo>
                  <a:pt x="921" y="387"/>
                </a:lnTo>
                <a:lnTo>
                  <a:pt x="920" y="387"/>
                </a:lnTo>
                <a:lnTo>
                  <a:pt x="919" y="387"/>
                </a:lnTo>
                <a:lnTo>
                  <a:pt x="919" y="388"/>
                </a:lnTo>
                <a:lnTo>
                  <a:pt x="918" y="388"/>
                </a:lnTo>
                <a:lnTo>
                  <a:pt x="918" y="390"/>
                </a:lnTo>
                <a:lnTo>
                  <a:pt x="919" y="391"/>
                </a:lnTo>
                <a:lnTo>
                  <a:pt x="920" y="391"/>
                </a:lnTo>
                <a:lnTo>
                  <a:pt x="919" y="392"/>
                </a:lnTo>
                <a:lnTo>
                  <a:pt x="919" y="393"/>
                </a:lnTo>
                <a:lnTo>
                  <a:pt x="918" y="393"/>
                </a:lnTo>
                <a:lnTo>
                  <a:pt x="917" y="393"/>
                </a:lnTo>
                <a:lnTo>
                  <a:pt x="916" y="393"/>
                </a:lnTo>
                <a:lnTo>
                  <a:pt x="916" y="394"/>
                </a:lnTo>
                <a:lnTo>
                  <a:pt x="915" y="394"/>
                </a:lnTo>
                <a:lnTo>
                  <a:pt x="915" y="393"/>
                </a:lnTo>
                <a:lnTo>
                  <a:pt x="914" y="393"/>
                </a:lnTo>
                <a:lnTo>
                  <a:pt x="914" y="392"/>
                </a:lnTo>
                <a:lnTo>
                  <a:pt x="913" y="392"/>
                </a:lnTo>
                <a:lnTo>
                  <a:pt x="913" y="394"/>
                </a:lnTo>
                <a:lnTo>
                  <a:pt x="913" y="395"/>
                </a:lnTo>
                <a:lnTo>
                  <a:pt x="914" y="395"/>
                </a:lnTo>
                <a:lnTo>
                  <a:pt x="913" y="395"/>
                </a:lnTo>
                <a:lnTo>
                  <a:pt x="912" y="396"/>
                </a:lnTo>
                <a:lnTo>
                  <a:pt x="911" y="396"/>
                </a:lnTo>
                <a:lnTo>
                  <a:pt x="911" y="397"/>
                </a:lnTo>
                <a:lnTo>
                  <a:pt x="911" y="398"/>
                </a:lnTo>
                <a:lnTo>
                  <a:pt x="909" y="399"/>
                </a:lnTo>
                <a:lnTo>
                  <a:pt x="908" y="399"/>
                </a:lnTo>
                <a:lnTo>
                  <a:pt x="907" y="399"/>
                </a:lnTo>
                <a:lnTo>
                  <a:pt x="906" y="398"/>
                </a:lnTo>
                <a:lnTo>
                  <a:pt x="905" y="398"/>
                </a:lnTo>
                <a:lnTo>
                  <a:pt x="905" y="399"/>
                </a:lnTo>
                <a:lnTo>
                  <a:pt x="904" y="398"/>
                </a:lnTo>
                <a:lnTo>
                  <a:pt x="904" y="397"/>
                </a:lnTo>
                <a:lnTo>
                  <a:pt x="903" y="396"/>
                </a:lnTo>
                <a:lnTo>
                  <a:pt x="902" y="396"/>
                </a:lnTo>
                <a:lnTo>
                  <a:pt x="902" y="395"/>
                </a:lnTo>
                <a:lnTo>
                  <a:pt x="902" y="396"/>
                </a:lnTo>
                <a:lnTo>
                  <a:pt x="901" y="396"/>
                </a:lnTo>
                <a:lnTo>
                  <a:pt x="901" y="397"/>
                </a:lnTo>
                <a:lnTo>
                  <a:pt x="901" y="398"/>
                </a:lnTo>
                <a:lnTo>
                  <a:pt x="900" y="398"/>
                </a:lnTo>
                <a:lnTo>
                  <a:pt x="900" y="400"/>
                </a:lnTo>
                <a:lnTo>
                  <a:pt x="900" y="401"/>
                </a:lnTo>
                <a:lnTo>
                  <a:pt x="900" y="402"/>
                </a:lnTo>
                <a:lnTo>
                  <a:pt x="900" y="403"/>
                </a:lnTo>
                <a:lnTo>
                  <a:pt x="899" y="404"/>
                </a:lnTo>
                <a:lnTo>
                  <a:pt x="896" y="403"/>
                </a:lnTo>
                <a:lnTo>
                  <a:pt x="895" y="403"/>
                </a:lnTo>
                <a:lnTo>
                  <a:pt x="895" y="402"/>
                </a:lnTo>
                <a:lnTo>
                  <a:pt x="893" y="402"/>
                </a:lnTo>
                <a:lnTo>
                  <a:pt x="891" y="403"/>
                </a:lnTo>
                <a:lnTo>
                  <a:pt x="891" y="404"/>
                </a:lnTo>
                <a:lnTo>
                  <a:pt x="890" y="404"/>
                </a:lnTo>
                <a:lnTo>
                  <a:pt x="890" y="406"/>
                </a:lnTo>
                <a:lnTo>
                  <a:pt x="890" y="407"/>
                </a:lnTo>
                <a:lnTo>
                  <a:pt x="890" y="408"/>
                </a:lnTo>
                <a:lnTo>
                  <a:pt x="887" y="408"/>
                </a:lnTo>
                <a:lnTo>
                  <a:pt x="885" y="409"/>
                </a:lnTo>
                <a:lnTo>
                  <a:pt x="883" y="412"/>
                </a:lnTo>
                <a:lnTo>
                  <a:pt x="883" y="413"/>
                </a:lnTo>
                <a:lnTo>
                  <a:pt x="882" y="413"/>
                </a:lnTo>
                <a:lnTo>
                  <a:pt x="882" y="415"/>
                </a:lnTo>
                <a:lnTo>
                  <a:pt x="882" y="416"/>
                </a:lnTo>
                <a:lnTo>
                  <a:pt x="881" y="419"/>
                </a:lnTo>
                <a:lnTo>
                  <a:pt x="880" y="422"/>
                </a:lnTo>
                <a:lnTo>
                  <a:pt x="880" y="423"/>
                </a:lnTo>
                <a:lnTo>
                  <a:pt x="880" y="424"/>
                </a:lnTo>
                <a:lnTo>
                  <a:pt x="879" y="426"/>
                </a:lnTo>
                <a:lnTo>
                  <a:pt x="880" y="426"/>
                </a:lnTo>
                <a:lnTo>
                  <a:pt x="880" y="427"/>
                </a:lnTo>
                <a:lnTo>
                  <a:pt x="882" y="427"/>
                </a:lnTo>
                <a:lnTo>
                  <a:pt x="883" y="427"/>
                </a:lnTo>
                <a:lnTo>
                  <a:pt x="884" y="427"/>
                </a:lnTo>
                <a:lnTo>
                  <a:pt x="885" y="429"/>
                </a:lnTo>
                <a:lnTo>
                  <a:pt x="886" y="431"/>
                </a:lnTo>
                <a:lnTo>
                  <a:pt x="886" y="433"/>
                </a:lnTo>
                <a:lnTo>
                  <a:pt x="888" y="437"/>
                </a:lnTo>
                <a:lnTo>
                  <a:pt x="888" y="438"/>
                </a:lnTo>
                <a:lnTo>
                  <a:pt x="888" y="440"/>
                </a:lnTo>
                <a:lnTo>
                  <a:pt x="887" y="441"/>
                </a:lnTo>
                <a:lnTo>
                  <a:pt x="885" y="445"/>
                </a:lnTo>
                <a:lnTo>
                  <a:pt x="884" y="445"/>
                </a:lnTo>
                <a:lnTo>
                  <a:pt x="881" y="448"/>
                </a:lnTo>
                <a:lnTo>
                  <a:pt x="879" y="451"/>
                </a:lnTo>
                <a:lnTo>
                  <a:pt x="877" y="454"/>
                </a:lnTo>
                <a:lnTo>
                  <a:pt x="878" y="456"/>
                </a:lnTo>
                <a:lnTo>
                  <a:pt x="878" y="457"/>
                </a:lnTo>
                <a:lnTo>
                  <a:pt x="878" y="458"/>
                </a:lnTo>
                <a:lnTo>
                  <a:pt x="877" y="458"/>
                </a:lnTo>
                <a:lnTo>
                  <a:pt x="876" y="459"/>
                </a:lnTo>
                <a:lnTo>
                  <a:pt x="874" y="462"/>
                </a:lnTo>
                <a:lnTo>
                  <a:pt x="873" y="464"/>
                </a:lnTo>
                <a:lnTo>
                  <a:pt x="872" y="465"/>
                </a:lnTo>
                <a:lnTo>
                  <a:pt x="871" y="470"/>
                </a:lnTo>
                <a:lnTo>
                  <a:pt x="870" y="471"/>
                </a:lnTo>
                <a:lnTo>
                  <a:pt x="869" y="472"/>
                </a:lnTo>
                <a:lnTo>
                  <a:pt x="867" y="474"/>
                </a:lnTo>
                <a:lnTo>
                  <a:pt x="865" y="476"/>
                </a:lnTo>
                <a:lnTo>
                  <a:pt x="864" y="476"/>
                </a:lnTo>
                <a:lnTo>
                  <a:pt x="862" y="477"/>
                </a:lnTo>
                <a:lnTo>
                  <a:pt x="862" y="478"/>
                </a:lnTo>
                <a:lnTo>
                  <a:pt x="862" y="479"/>
                </a:lnTo>
                <a:lnTo>
                  <a:pt x="863" y="479"/>
                </a:lnTo>
                <a:lnTo>
                  <a:pt x="863" y="480"/>
                </a:lnTo>
                <a:lnTo>
                  <a:pt x="862" y="482"/>
                </a:lnTo>
                <a:lnTo>
                  <a:pt x="862" y="485"/>
                </a:lnTo>
                <a:lnTo>
                  <a:pt x="863" y="485"/>
                </a:lnTo>
                <a:lnTo>
                  <a:pt x="863" y="486"/>
                </a:lnTo>
                <a:lnTo>
                  <a:pt x="863" y="487"/>
                </a:lnTo>
                <a:lnTo>
                  <a:pt x="862" y="488"/>
                </a:lnTo>
                <a:lnTo>
                  <a:pt x="862" y="489"/>
                </a:lnTo>
                <a:lnTo>
                  <a:pt x="862" y="490"/>
                </a:lnTo>
                <a:lnTo>
                  <a:pt x="861" y="493"/>
                </a:lnTo>
                <a:lnTo>
                  <a:pt x="860" y="493"/>
                </a:lnTo>
                <a:lnTo>
                  <a:pt x="859" y="494"/>
                </a:lnTo>
                <a:lnTo>
                  <a:pt x="859" y="495"/>
                </a:lnTo>
                <a:lnTo>
                  <a:pt x="859" y="496"/>
                </a:lnTo>
                <a:lnTo>
                  <a:pt x="860" y="497"/>
                </a:lnTo>
                <a:lnTo>
                  <a:pt x="859" y="497"/>
                </a:lnTo>
                <a:lnTo>
                  <a:pt x="859" y="498"/>
                </a:lnTo>
                <a:lnTo>
                  <a:pt x="860" y="499"/>
                </a:lnTo>
                <a:lnTo>
                  <a:pt x="861" y="500"/>
                </a:lnTo>
                <a:lnTo>
                  <a:pt x="862" y="501"/>
                </a:lnTo>
                <a:lnTo>
                  <a:pt x="863" y="501"/>
                </a:lnTo>
                <a:lnTo>
                  <a:pt x="865" y="502"/>
                </a:lnTo>
                <a:lnTo>
                  <a:pt x="866" y="501"/>
                </a:lnTo>
                <a:lnTo>
                  <a:pt x="866" y="500"/>
                </a:lnTo>
                <a:lnTo>
                  <a:pt x="867" y="499"/>
                </a:lnTo>
                <a:lnTo>
                  <a:pt x="869" y="502"/>
                </a:lnTo>
                <a:lnTo>
                  <a:pt x="868" y="504"/>
                </a:lnTo>
                <a:lnTo>
                  <a:pt x="866" y="509"/>
                </a:lnTo>
                <a:lnTo>
                  <a:pt x="863" y="511"/>
                </a:lnTo>
                <a:lnTo>
                  <a:pt x="863" y="512"/>
                </a:lnTo>
                <a:lnTo>
                  <a:pt x="864" y="513"/>
                </a:lnTo>
                <a:lnTo>
                  <a:pt x="864" y="514"/>
                </a:lnTo>
                <a:lnTo>
                  <a:pt x="865" y="517"/>
                </a:lnTo>
                <a:lnTo>
                  <a:pt x="865" y="518"/>
                </a:lnTo>
                <a:lnTo>
                  <a:pt x="864" y="518"/>
                </a:lnTo>
                <a:lnTo>
                  <a:pt x="864" y="519"/>
                </a:lnTo>
                <a:lnTo>
                  <a:pt x="865" y="521"/>
                </a:lnTo>
                <a:lnTo>
                  <a:pt x="866" y="521"/>
                </a:lnTo>
                <a:lnTo>
                  <a:pt x="867" y="521"/>
                </a:lnTo>
                <a:lnTo>
                  <a:pt x="868" y="521"/>
                </a:lnTo>
                <a:lnTo>
                  <a:pt x="869" y="521"/>
                </a:lnTo>
                <a:lnTo>
                  <a:pt x="870" y="521"/>
                </a:lnTo>
                <a:lnTo>
                  <a:pt x="870" y="523"/>
                </a:lnTo>
                <a:lnTo>
                  <a:pt x="871" y="523"/>
                </a:lnTo>
                <a:lnTo>
                  <a:pt x="871" y="524"/>
                </a:lnTo>
                <a:lnTo>
                  <a:pt x="870" y="524"/>
                </a:lnTo>
                <a:lnTo>
                  <a:pt x="869" y="525"/>
                </a:lnTo>
                <a:lnTo>
                  <a:pt x="868" y="526"/>
                </a:lnTo>
                <a:lnTo>
                  <a:pt x="867" y="527"/>
                </a:lnTo>
                <a:lnTo>
                  <a:pt x="866" y="527"/>
                </a:lnTo>
                <a:lnTo>
                  <a:pt x="865" y="528"/>
                </a:lnTo>
                <a:lnTo>
                  <a:pt x="866" y="529"/>
                </a:lnTo>
                <a:lnTo>
                  <a:pt x="866" y="530"/>
                </a:lnTo>
                <a:lnTo>
                  <a:pt x="867" y="530"/>
                </a:lnTo>
                <a:lnTo>
                  <a:pt x="867" y="532"/>
                </a:lnTo>
                <a:lnTo>
                  <a:pt x="866" y="533"/>
                </a:lnTo>
                <a:lnTo>
                  <a:pt x="867" y="533"/>
                </a:lnTo>
                <a:lnTo>
                  <a:pt x="868" y="534"/>
                </a:lnTo>
                <a:lnTo>
                  <a:pt x="870" y="535"/>
                </a:lnTo>
                <a:lnTo>
                  <a:pt x="871" y="535"/>
                </a:lnTo>
                <a:lnTo>
                  <a:pt x="872" y="534"/>
                </a:lnTo>
                <a:lnTo>
                  <a:pt x="874" y="534"/>
                </a:lnTo>
                <a:lnTo>
                  <a:pt x="877" y="535"/>
                </a:lnTo>
                <a:lnTo>
                  <a:pt x="878" y="536"/>
                </a:lnTo>
                <a:lnTo>
                  <a:pt x="878" y="537"/>
                </a:lnTo>
                <a:lnTo>
                  <a:pt x="880" y="539"/>
                </a:lnTo>
                <a:lnTo>
                  <a:pt x="884" y="537"/>
                </a:lnTo>
                <a:lnTo>
                  <a:pt x="885" y="537"/>
                </a:lnTo>
                <a:lnTo>
                  <a:pt x="887" y="535"/>
                </a:lnTo>
                <a:lnTo>
                  <a:pt x="887" y="534"/>
                </a:lnTo>
                <a:lnTo>
                  <a:pt x="887" y="533"/>
                </a:lnTo>
                <a:lnTo>
                  <a:pt x="888" y="533"/>
                </a:lnTo>
                <a:lnTo>
                  <a:pt x="888" y="534"/>
                </a:lnTo>
                <a:lnTo>
                  <a:pt x="889" y="534"/>
                </a:lnTo>
                <a:lnTo>
                  <a:pt x="889" y="535"/>
                </a:lnTo>
                <a:lnTo>
                  <a:pt x="890" y="535"/>
                </a:lnTo>
                <a:lnTo>
                  <a:pt x="891" y="534"/>
                </a:lnTo>
                <a:lnTo>
                  <a:pt x="892" y="533"/>
                </a:lnTo>
                <a:lnTo>
                  <a:pt x="892" y="532"/>
                </a:lnTo>
                <a:lnTo>
                  <a:pt x="893" y="532"/>
                </a:lnTo>
                <a:lnTo>
                  <a:pt x="893" y="531"/>
                </a:lnTo>
                <a:lnTo>
                  <a:pt x="894" y="531"/>
                </a:lnTo>
                <a:lnTo>
                  <a:pt x="894" y="532"/>
                </a:lnTo>
                <a:lnTo>
                  <a:pt x="896" y="531"/>
                </a:lnTo>
                <a:lnTo>
                  <a:pt x="900" y="530"/>
                </a:lnTo>
                <a:lnTo>
                  <a:pt x="900" y="529"/>
                </a:lnTo>
                <a:lnTo>
                  <a:pt x="901" y="529"/>
                </a:lnTo>
                <a:lnTo>
                  <a:pt x="902" y="529"/>
                </a:lnTo>
                <a:lnTo>
                  <a:pt x="903" y="528"/>
                </a:lnTo>
                <a:lnTo>
                  <a:pt x="904" y="528"/>
                </a:lnTo>
                <a:lnTo>
                  <a:pt x="904" y="529"/>
                </a:lnTo>
                <a:lnTo>
                  <a:pt x="905" y="529"/>
                </a:lnTo>
                <a:lnTo>
                  <a:pt x="906" y="530"/>
                </a:lnTo>
                <a:lnTo>
                  <a:pt x="907" y="528"/>
                </a:lnTo>
                <a:lnTo>
                  <a:pt x="907" y="527"/>
                </a:lnTo>
                <a:lnTo>
                  <a:pt x="908" y="526"/>
                </a:lnTo>
                <a:lnTo>
                  <a:pt x="910" y="527"/>
                </a:lnTo>
                <a:lnTo>
                  <a:pt x="911" y="528"/>
                </a:lnTo>
                <a:lnTo>
                  <a:pt x="912" y="528"/>
                </a:lnTo>
                <a:lnTo>
                  <a:pt x="914" y="526"/>
                </a:lnTo>
                <a:lnTo>
                  <a:pt x="914" y="525"/>
                </a:lnTo>
                <a:lnTo>
                  <a:pt x="915" y="527"/>
                </a:lnTo>
                <a:lnTo>
                  <a:pt x="915" y="528"/>
                </a:lnTo>
                <a:lnTo>
                  <a:pt x="915" y="529"/>
                </a:lnTo>
                <a:lnTo>
                  <a:pt x="915" y="530"/>
                </a:lnTo>
                <a:lnTo>
                  <a:pt x="915" y="532"/>
                </a:lnTo>
                <a:lnTo>
                  <a:pt x="915" y="533"/>
                </a:lnTo>
                <a:lnTo>
                  <a:pt x="915" y="534"/>
                </a:lnTo>
                <a:lnTo>
                  <a:pt x="914" y="534"/>
                </a:lnTo>
                <a:lnTo>
                  <a:pt x="914" y="535"/>
                </a:lnTo>
                <a:lnTo>
                  <a:pt x="913" y="536"/>
                </a:lnTo>
                <a:lnTo>
                  <a:pt x="912" y="538"/>
                </a:lnTo>
                <a:lnTo>
                  <a:pt x="912" y="539"/>
                </a:lnTo>
                <a:lnTo>
                  <a:pt x="913" y="543"/>
                </a:lnTo>
                <a:lnTo>
                  <a:pt x="915" y="542"/>
                </a:lnTo>
                <a:lnTo>
                  <a:pt x="916" y="542"/>
                </a:lnTo>
                <a:lnTo>
                  <a:pt x="916" y="543"/>
                </a:lnTo>
                <a:lnTo>
                  <a:pt x="916" y="545"/>
                </a:lnTo>
                <a:lnTo>
                  <a:pt x="915" y="546"/>
                </a:lnTo>
                <a:lnTo>
                  <a:pt x="913" y="553"/>
                </a:lnTo>
                <a:lnTo>
                  <a:pt x="912" y="554"/>
                </a:lnTo>
                <a:lnTo>
                  <a:pt x="912" y="555"/>
                </a:lnTo>
                <a:lnTo>
                  <a:pt x="913" y="555"/>
                </a:lnTo>
                <a:lnTo>
                  <a:pt x="912" y="556"/>
                </a:lnTo>
                <a:lnTo>
                  <a:pt x="911" y="558"/>
                </a:lnTo>
                <a:lnTo>
                  <a:pt x="911" y="559"/>
                </a:lnTo>
                <a:lnTo>
                  <a:pt x="910" y="559"/>
                </a:lnTo>
                <a:lnTo>
                  <a:pt x="909" y="563"/>
                </a:lnTo>
                <a:lnTo>
                  <a:pt x="908" y="568"/>
                </a:lnTo>
                <a:lnTo>
                  <a:pt x="907" y="570"/>
                </a:lnTo>
                <a:lnTo>
                  <a:pt x="906" y="570"/>
                </a:lnTo>
                <a:lnTo>
                  <a:pt x="905" y="571"/>
                </a:lnTo>
                <a:lnTo>
                  <a:pt x="905" y="572"/>
                </a:lnTo>
                <a:lnTo>
                  <a:pt x="905" y="573"/>
                </a:lnTo>
                <a:lnTo>
                  <a:pt x="904" y="574"/>
                </a:lnTo>
                <a:lnTo>
                  <a:pt x="902" y="575"/>
                </a:lnTo>
                <a:lnTo>
                  <a:pt x="902" y="577"/>
                </a:lnTo>
                <a:lnTo>
                  <a:pt x="902" y="579"/>
                </a:lnTo>
                <a:lnTo>
                  <a:pt x="901" y="580"/>
                </a:lnTo>
                <a:lnTo>
                  <a:pt x="902" y="580"/>
                </a:lnTo>
                <a:lnTo>
                  <a:pt x="902" y="583"/>
                </a:lnTo>
                <a:lnTo>
                  <a:pt x="902" y="584"/>
                </a:lnTo>
                <a:lnTo>
                  <a:pt x="902" y="585"/>
                </a:lnTo>
                <a:lnTo>
                  <a:pt x="904" y="586"/>
                </a:lnTo>
                <a:lnTo>
                  <a:pt x="905" y="585"/>
                </a:lnTo>
                <a:lnTo>
                  <a:pt x="906" y="584"/>
                </a:lnTo>
                <a:lnTo>
                  <a:pt x="907" y="583"/>
                </a:lnTo>
                <a:lnTo>
                  <a:pt x="908" y="583"/>
                </a:lnTo>
                <a:lnTo>
                  <a:pt x="908" y="584"/>
                </a:lnTo>
                <a:lnTo>
                  <a:pt x="908" y="585"/>
                </a:lnTo>
                <a:lnTo>
                  <a:pt x="908" y="586"/>
                </a:lnTo>
                <a:lnTo>
                  <a:pt x="908" y="587"/>
                </a:lnTo>
                <a:lnTo>
                  <a:pt x="910" y="590"/>
                </a:lnTo>
                <a:lnTo>
                  <a:pt x="910" y="591"/>
                </a:lnTo>
                <a:lnTo>
                  <a:pt x="909" y="591"/>
                </a:lnTo>
                <a:lnTo>
                  <a:pt x="909" y="592"/>
                </a:lnTo>
                <a:lnTo>
                  <a:pt x="910" y="592"/>
                </a:lnTo>
                <a:lnTo>
                  <a:pt x="910" y="594"/>
                </a:lnTo>
                <a:lnTo>
                  <a:pt x="912" y="594"/>
                </a:lnTo>
                <a:lnTo>
                  <a:pt x="915" y="597"/>
                </a:lnTo>
                <a:lnTo>
                  <a:pt x="916" y="597"/>
                </a:lnTo>
                <a:lnTo>
                  <a:pt x="916" y="598"/>
                </a:lnTo>
                <a:lnTo>
                  <a:pt x="918" y="599"/>
                </a:lnTo>
                <a:lnTo>
                  <a:pt x="919" y="599"/>
                </a:lnTo>
                <a:lnTo>
                  <a:pt x="920" y="601"/>
                </a:lnTo>
                <a:lnTo>
                  <a:pt x="920" y="602"/>
                </a:lnTo>
                <a:lnTo>
                  <a:pt x="921" y="603"/>
                </a:lnTo>
                <a:lnTo>
                  <a:pt x="921" y="604"/>
                </a:lnTo>
                <a:lnTo>
                  <a:pt x="924" y="606"/>
                </a:lnTo>
                <a:lnTo>
                  <a:pt x="925" y="607"/>
                </a:lnTo>
                <a:lnTo>
                  <a:pt x="925" y="608"/>
                </a:lnTo>
                <a:lnTo>
                  <a:pt x="926" y="609"/>
                </a:lnTo>
                <a:lnTo>
                  <a:pt x="926" y="610"/>
                </a:lnTo>
                <a:lnTo>
                  <a:pt x="929" y="610"/>
                </a:lnTo>
                <a:lnTo>
                  <a:pt x="930" y="610"/>
                </a:lnTo>
                <a:lnTo>
                  <a:pt x="931" y="610"/>
                </a:lnTo>
                <a:lnTo>
                  <a:pt x="932" y="611"/>
                </a:lnTo>
                <a:lnTo>
                  <a:pt x="932" y="612"/>
                </a:lnTo>
                <a:lnTo>
                  <a:pt x="932" y="613"/>
                </a:lnTo>
                <a:lnTo>
                  <a:pt x="931" y="614"/>
                </a:lnTo>
                <a:lnTo>
                  <a:pt x="930" y="615"/>
                </a:lnTo>
                <a:lnTo>
                  <a:pt x="929" y="615"/>
                </a:lnTo>
                <a:lnTo>
                  <a:pt x="928" y="617"/>
                </a:lnTo>
                <a:lnTo>
                  <a:pt x="928" y="619"/>
                </a:lnTo>
                <a:lnTo>
                  <a:pt x="928" y="621"/>
                </a:lnTo>
                <a:lnTo>
                  <a:pt x="928" y="622"/>
                </a:lnTo>
                <a:lnTo>
                  <a:pt x="927" y="622"/>
                </a:lnTo>
                <a:lnTo>
                  <a:pt x="927" y="623"/>
                </a:lnTo>
                <a:lnTo>
                  <a:pt x="927" y="625"/>
                </a:lnTo>
                <a:lnTo>
                  <a:pt x="927" y="629"/>
                </a:lnTo>
                <a:lnTo>
                  <a:pt x="928" y="629"/>
                </a:lnTo>
                <a:lnTo>
                  <a:pt x="928" y="630"/>
                </a:lnTo>
                <a:lnTo>
                  <a:pt x="925" y="631"/>
                </a:lnTo>
                <a:lnTo>
                  <a:pt x="922" y="636"/>
                </a:lnTo>
                <a:lnTo>
                  <a:pt x="922" y="637"/>
                </a:lnTo>
                <a:lnTo>
                  <a:pt x="922" y="638"/>
                </a:lnTo>
                <a:lnTo>
                  <a:pt x="922" y="639"/>
                </a:lnTo>
                <a:lnTo>
                  <a:pt x="921" y="639"/>
                </a:lnTo>
                <a:lnTo>
                  <a:pt x="921" y="640"/>
                </a:lnTo>
                <a:lnTo>
                  <a:pt x="920" y="640"/>
                </a:lnTo>
                <a:lnTo>
                  <a:pt x="919" y="642"/>
                </a:lnTo>
                <a:lnTo>
                  <a:pt x="918" y="643"/>
                </a:lnTo>
                <a:lnTo>
                  <a:pt x="919" y="644"/>
                </a:lnTo>
                <a:lnTo>
                  <a:pt x="920" y="646"/>
                </a:lnTo>
                <a:lnTo>
                  <a:pt x="921" y="646"/>
                </a:lnTo>
                <a:lnTo>
                  <a:pt x="921" y="647"/>
                </a:lnTo>
                <a:lnTo>
                  <a:pt x="921" y="648"/>
                </a:lnTo>
                <a:lnTo>
                  <a:pt x="922" y="650"/>
                </a:lnTo>
                <a:lnTo>
                  <a:pt x="923" y="653"/>
                </a:lnTo>
                <a:lnTo>
                  <a:pt x="922" y="654"/>
                </a:lnTo>
                <a:lnTo>
                  <a:pt x="923" y="654"/>
                </a:lnTo>
                <a:lnTo>
                  <a:pt x="923" y="658"/>
                </a:lnTo>
                <a:lnTo>
                  <a:pt x="924" y="660"/>
                </a:lnTo>
                <a:lnTo>
                  <a:pt x="924" y="661"/>
                </a:lnTo>
                <a:lnTo>
                  <a:pt x="924" y="662"/>
                </a:lnTo>
                <a:lnTo>
                  <a:pt x="925" y="662"/>
                </a:lnTo>
                <a:lnTo>
                  <a:pt x="925" y="663"/>
                </a:lnTo>
                <a:lnTo>
                  <a:pt x="925" y="665"/>
                </a:lnTo>
                <a:lnTo>
                  <a:pt x="926" y="665"/>
                </a:lnTo>
                <a:lnTo>
                  <a:pt x="926" y="666"/>
                </a:lnTo>
                <a:lnTo>
                  <a:pt x="926" y="669"/>
                </a:lnTo>
                <a:lnTo>
                  <a:pt x="926" y="670"/>
                </a:lnTo>
                <a:lnTo>
                  <a:pt x="926" y="671"/>
                </a:lnTo>
                <a:lnTo>
                  <a:pt x="926" y="672"/>
                </a:lnTo>
                <a:lnTo>
                  <a:pt x="927" y="673"/>
                </a:lnTo>
                <a:lnTo>
                  <a:pt x="928" y="673"/>
                </a:lnTo>
                <a:lnTo>
                  <a:pt x="928" y="672"/>
                </a:lnTo>
                <a:lnTo>
                  <a:pt x="929" y="672"/>
                </a:lnTo>
                <a:lnTo>
                  <a:pt x="930" y="675"/>
                </a:lnTo>
                <a:lnTo>
                  <a:pt x="931" y="676"/>
                </a:lnTo>
                <a:lnTo>
                  <a:pt x="932" y="677"/>
                </a:lnTo>
                <a:lnTo>
                  <a:pt x="933" y="677"/>
                </a:lnTo>
                <a:lnTo>
                  <a:pt x="933" y="678"/>
                </a:lnTo>
                <a:lnTo>
                  <a:pt x="934" y="678"/>
                </a:lnTo>
                <a:lnTo>
                  <a:pt x="934" y="679"/>
                </a:lnTo>
                <a:lnTo>
                  <a:pt x="934" y="680"/>
                </a:lnTo>
                <a:lnTo>
                  <a:pt x="935" y="680"/>
                </a:lnTo>
                <a:lnTo>
                  <a:pt x="937" y="680"/>
                </a:lnTo>
                <a:lnTo>
                  <a:pt x="940" y="680"/>
                </a:lnTo>
                <a:lnTo>
                  <a:pt x="942" y="680"/>
                </a:lnTo>
                <a:lnTo>
                  <a:pt x="944" y="679"/>
                </a:lnTo>
                <a:lnTo>
                  <a:pt x="945" y="679"/>
                </a:lnTo>
                <a:lnTo>
                  <a:pt x="946" y="679"/>
                </a:lnTo>
                <a:lnTo>
                  <a:pt x="947" y="679"/>
                </a:lnTo>
                <a:lnTo>
                  <a:pt x="948" y="679"/>
                </a:lnTo>
                <a:lnTo>
                  <a:pt x="950" y="679"/>
                </a:lnTo>
                <a:lnTo>
                  <a:pt x="951" y="679"/>
                </a:lnTo>
                <a:lnTo>
                  <a:pt x="953" y="680"/>
                </a:lnTo>
                <a:lnTo>
                  <a:pt x="954" y="681"/>
                </a:lnTo>
                <a:lnTo>
                  <a:pt x="955" y="681"/>
                </a:lnTo>
                <a:lnTo>
                  <a:pt x="956" y="681"/>
                </a:lnTo>
                <a:lnTo>
                  <a:pt x="956" y="682"/>
                </a:lnTo>
                <a:lnTo>
                  <a:pt x="955" y="682"/>
                </a:lnTo>
                <a:lnTo>
                  <a:pt x="955" y="684"/>
                </a:lnTo>
                <a:lnTo>
                  <a:pt x="956" y="684"/>
                </a:lnTo>
                <a:lnTo>
                  <a:pt x="957" y="684"/>
                </a:lnTo>
                <a:lnTo>
                  <a:pt x="959" y="684"/>
                </a:lnTo>
                <a:lnTo>
                  <a:pt x="960" y="685"/>
                </a:lnTo>
                <a:lnTo>
                  <a:pt x="961" y="685"/>
                </a:lnTo>
                <a:lnTo>
                  <a:pt x="963" y="685"/>
                </a:lnTo>
                <a:lnTo>
                  <a:pt x="964" y="685"/>
                </a:lnTo>
                <a:lnTo>
                  <a:pt x="965" y="685"/>
                </a:lnTo>
                <a:lnTo>
                  <a:pt x="967" y="686"/>
                </a:lnTo>
                <a:lnTo>
                  <a:pt x="968" y="685"/>
                </a:lnTo>
                <a:lnTo>
                  <a:pt x="970" y="685"/>
                </a:lnTo>
                <a:lnTo>
                  <a:pt x="971" y="685"/>
                </a:lnTo>
                <a:lnTo>
                  <a:pt x="972" y="685"/>
                </a:lnTo>
                <a:lnTo>
                  <a:pt x="973" y="686"/>
                </a:lnTo>
                <a:lnTo>
                  <a:pt x="972" y="688"/>
                </a:lnTo>
                <a:lnTo>
                  <a:pt x="971" y="690"/>
                </a:lnTo>
                <a:lnTo>
                  <a:pt x="971" y="691"/>
                </a:lnTo>
                <a:lnTo>
                  <a:pt x="970" y="691"/>
                </a:lnTo>
                <a:lnTo>
                  <a:pt x="971" y="692"/>
                </a:lnTo>
                <a:lnTo>
                  <a:pt x="971" y="693"/>
                </a:lnTo>
                <a:lnTo>
                  <a:pt x="970" y="693"/>
                </a:lnTo>
                <a:lnTo>
                  <a:pt x="970" y="694"/>
                </a:lnTo>
                <a:lnTo>
                  <a:pt x="969" y="697"/>
                </a:lnTo>
                <a:lnTo>
                  <a:pt x="969" y="698"/>
                </a:lnTo>
                <a:lnTo>
                  <a:pt x="969" y="699"/>
                </a:lnTo>
                <a:lnTo>
                  <a:pt x="969" y="700"/>
                </a:lnTo>
                <a:lnTo>
                  <a:pt x="969" y="702"/>
                </a:lnTo>
                <a:lnTo>
                  <a:pt x="968" y="702"/>
                </a:lnTo>
                <a:lnTo>
                  <a:pt x="968" y="703"/>
                </a:lnTo>
                <a:lnTo>
                  <a:pt x="967" y="703"/>
                </a:lnTo>
                <a:lnTo>
                  <a:pt x="967" y="704"/>
                </a:lnTo>
                <a:lnTo>
                  <a:pt x="968" y="704"/>
                </a:lnTo>
                <a:lnTo>
                  <a:pt x="968" y="705"/>
                </a:lnTo>
                <a:lnTo>
                  <a:pt x="969" y="705"/>
                </a:lnTo>
                <a:lnTo>
                  <a:pt x="971" y="705"/>
                </a:lnTo>
                <a:lnTo>
                  <a:pt x="972" y="705"/>
                </a:lnTo>
                <a:lnTo>
                  <a:pt x="973" y="705"/>
                </a:lnTo>
                <a:lnTo>
                  <a:pt x="973" y="706"/>
                </a:lnTo>
                <a:lnTo>
                  <a:pt x="972" y="707"/>
                </a:lnTo>
                <a:lnTo>
                  <a:pt x="973" y="708"/>
                </a:lnTo>
                <a:lnTo>
                  <a:pt x="972" y="708"/>
                </a:lnTo>
                <a:lnTo>
                  <a:pt x="971" y="709"/>
                </a:lnTo>
                <a:lnTo>
                  <a:pt x="971" y="711"/>
                </a:lnTo>
                <a:lnTo>
                  <a:pt x="971" y="712"/>
                </a:lnTo>
                <a:lnTo>
                  <a:pt x="971" y="713"/>
                </a:lnTo>
                <a:lnTo>
                  <a:pt x="971" y="714"/>
                </a:lnTo>
                <a:lnTo>
                  <a:pt x="971" y="715"/>
                </a:lnTo>
                <a:lnTo>
                  <a:pt x="971" y="716"/>
                </a:lnTo>
                <a:lnTo>
                  <a:pt x="971" y="717"/>
                </a:lnTo>
                <a:lnTo>
                  <a:pt x="972" y="717"/>
                </a:lnTo>
                <a:lnTo>
                  <a:pt x="971" y="718"/>
                </a:lnTo>
                <a:lnTo>
                  <a:pt x="972" y="719"/>
                </a:lnTo>
                <a:lnTo>
                  <a:pt x="971" y="720"/>
                </a:lnTo>
                <a:lnTo>
                  <a:pt x="970" y="720"/>
                </a:lnTo>
                <a:lnTo>
                  <a:pt x="969" y="720"/>
                </a:lnTo>
                <a:lnTo>
                  <a:pt x="969" y="719"/>
                </a:lnTo>
                <a:lnTo>
                  <a:pt x="968" y="719"/>
                </a:lnTo>
                <a:lnTo>
                  <a:pt x="967" y="720"/>
                </a:lnTo>
                <a:lnTo>
                  <a:pt x="967" y="721"/>
                </a:lnTo>
                <a:lnTo>
                  <a:pt x="966" y="722"/>
                </a:lnTo>
                <a:lnTo>
                  <a:pt x="966" y="723"/>
                </a:lnTo>
                <a:lnTo>
                  <a:pt x="965" y="723"/>
                </a:lnTo>
                <a:lnTo>
                  <a:pt x="964" y="723"/>
                </a:lnTo>
                <a:lnTo>
                  <a:pt x="964" y="724"/>
                </a:lnTo>
                <a:lnTo>
                  <a:pt x="964" y="725"/>
                </a:lnTo>
                <a:lnTo>
                  <a:pt x="963" y="727"/>
                </a:lnTo>
                <a:lnTo>
                  <a:pt x="962" y="727"/>
                </a:lnTo>
                <a:lnTo>
                  <a:pt x="962" y="728"/>
                </a:lnTo>
                <a:lnTo>
                  <a:pt x="963" y="729"/>
                </a:lnTo>
                <a:lnTo>
                  <a:pt x="964" y="730"/>
                </a:lnTo>
                <a:lnTo>
                  <a:pt x="963" y="730"/>
                </a:lnTo>
                <a:lnTo>
                  <a:pt x="963" y="731"/>
                </a:lnTo>
                <a:lnTo>
                  <a:pt x="964" y="732"/>
                </a:lnTo>
                <a:lnTo>
                  <a:pt x="964" y="733"/>
                </a:lnTo>
                <a:lnTo>
                  <a:pt x="965" y="734"/>
                </a:lnTo>
                <a:lnTo>
                  <a:pt x="966" y="734"/>
                </a:lnTo>
                <a:lnTo>
                  <a:pt x="966" y="735"/>
                </a:lnTo>
                <a:lnTo>
                  <a:pt x="965" y="735"/>
                </a:lnTo>
                <a:lnTo>
                  <a:pt x="964" y="736"/>
                </a:lnTo>
                <a:lnTo>
                  <a:pt x="964" y="737"/>
                </a:lnTo>
                <a:lnTo>
                  <a:pt x="964" y="738"/>
                </a:lnTo>
                <a:lnTo>
                  <a:pt x="964" y="739"/>
                </a:lnTo>
                <a:lnTo>
                  <a:pt x="964" y="740"/>
                </a:lnTo>
                <a:lnTo>
                  <a:pt x="965" y="740"/>
                </a:lnTo>
                <a:lnTo>
                  <a:pt x="963" y="742"/>
                </a:lnTo>
                <a:lnTo>
                  <a:pt x="963" y="743"/>
                </a:lnTo>
                <a:lnTo>
                  <a:pt x="962" y="744"/>
                </a:lnTo>
                <a:lnTo>
                  <a:pt x="962" y="745"/>
                </a:lnTo>
                <a:lnTo>
                  <a:pt x="962" y="746"/>
                </a:lnTo>
                <a:lnTo>
                  <a:pt x="962" y="748"/>
                </a:lnTo>
                <a:lnTo>
                  <a:pt x="963" y="749"/>
                </a:lnTo>
                <a:lnTo>
                  <a:pt x="964" y="749"/>
                </a:lnTo>
                <a:lnTo>
                  <a:pt x="962" y="750"/>
                </a:lnTo>
                <a:lnTo>
                  <a:pt x="960" y="751"/>
                </a:lnTo>
                <a:lnTo>
                  <a:pt x="960" y="752"/>
                </a:lnTo>
                <a:lnTo>
                  <a:pt x="959" y="752"/>
                </a:lnTo>
                <a:lnTo>
                  <a:pt x="959" y="753"/>
                </a:lnTo>
                <a:lnTo>
                  <a:pt x="957" y="754"/>
                </a:lnTo>
                <a:lnTo>
                  <a:pt x="956" y="754"/>
                </a:lnTo>
                <a:lnTo>
                  <a:pt x="955" y="756"/>
                </a:lnTo>
                <a:lnTo>
                  <a:pt x="955" y="757"/>
                </a:lnTo>
                <a:lnTo>
                  <a:pt x="955" y="762"/>
                </a:lnTo>
                <a:lnTo>
                  <a:pt x="954" y="762"/>
                </a:lnTo>
                <a:lnTo>
                  <a:pt x="954" y="763"/>
                </a:lnTo>
                <a:lnTo>
                  <a:pt x="953" y="764"/>
                </a:lnTo>
                <a:lnTo>
                  <a:pt x="952" y="765"/>
                </a:lnTo>
                <a:lnTo>
                  <a:pt x="951" y="765"/>
                </a:lnTo>
                <a:lnTo>
                  <a:pt x="950" y="766"/>
                </a:lnTo>
                <a:lnTo>
                  <a:pt x="950" y="767"/>
                </a:lnTo>
                <a:lnTo>
                  <a:pt x="951" y="768"/>
                </a:lnTo>
                <a:lnTo>
                  <a:pt x="952" y="769"/>
                </a:lnTo>
                <a:lnTo>
                  <a:pt x="952" y="770"/>
                </a:lnTo>
                <a:lnTo>
                  <a:pt x="951" y="770"/>
                </a:lnTo>
                <a:lnTo>
                  <a:pt x="950" y="771"/>
                </a:lnTo>
                <a:lnTo>
                  <a:pt x="951" y="772"/>
                </a:lnTo>
                <a:lnTo>
                  <a:pt x="952" y="773"/>
                </a:lnTo>
                <a:lnTo>
                  <a:pt x="953" y="774"/>
                </a:lnTo>
                <a:lnTo>
                  <a:pt x="954" y="774"/>
                </a:lnTo>
                <a:lnTo>
                  <a:pt x="956" y="772"/>
                </a:lnTo>
                <a:lnTo>
                  <a:pt x="957" y="771"/>
                </a:lnTo>
                <a:lnTo>
                  <a:pt x="957" y="770"/>
                </a:lnTo>
                <a:lnTo>
                  <a:pt x="959" y="770"/>
                </a:lnTo>
                <a:lnTo>
                  <a:pt x="961" y="768"/>
                </a:lnTo>
                <a:lnTo>
                  <a:pt x="961" y="767"/>
                </a:lnTo>
                <a:lnTo>
                  <a:pt x="962" y="766"/>
                </a:lnTo>
                <a:lnTo>
                  <a:pt x="963" y="766"/>
                </a:lnTo>
                <a:lnTo>
                  <a:pt x="965" y="767"/>
                </a:lnTo>
                <a:lnTo>
                  <a:pt x="965" y="766"/>
                </a:lnTo>
                <a:lnTo>
                  <a:pt x="966" y="766"/>
                </a:lnTo>
                <a:lnTo>
                  <a:pt x="966" y="765"/>
                </a:lnTo>
                <a:lnTo>
                  <a:pt x="967" y="765"/>
                </a:lnTo>
                <a:lnTo>
                  <a:pt x="967" y="766"/>
                </a:lnTo>
                <a:lnTo>
                  <a:pt x="968" y="766"/>
                </a:lnTo>
                <a:lnTo>
                  <a:pt x="969" y="766"/>
                </a:lnTo>
                <a:lnTo>
                  <a:pt x="970" y="766"/>
                </a:lnTo>
                <a:lnTo>
                  <a:pt x="970" y="767"/>
                </a:lnTo>
                <a:lnTo>
                  <a:pt x="970" y="768"/>
                </a:lnTo>
                <a:lnTo>
                  <a:pt x="970" y="770"/>
                </a:lnTo>
                <a:lnTo>
                  <a:pt x="971" y="770"/>
                </a:lnTo>
                <a:lnTo>
                  <a:pt x="971" y="769"/>
                </a:lnTo>
                <a:lnTo>
                  <a:pt x="972" y="768"/>
                </a:lnTo>
                <a:lnTo>
                  <a:pt x="973" y="768"/>
                </a:lnTo>
                <a:lnTo>
                  <a:pt x="974" y="768"/>
                </a:lnTo>
                <a:lnTo>
                  <a:pt x="976" y="768"/>
                </a:lnTo>
                <a:lnTo>
                  <a:pt x="977" y="768"/>
                </a:lnTo>
                <a:lnTo>
                  <a:pt x="976" y="768"/>
                </a:lnTo>
                <a:lnTo>
                  <a:pt x="977" y="767"/>
                </a:lnTo>
                <a:lnTo>
                  <a:pt x="977" y="766"/>
                </a:lnTo>
                <a:lnTo>
                  <a:pt x="978" y="766"/>
                </a:lnTo>
                <a:lnTo>
                  <a:pt x="978" y="765"/>
                </a:lnTo>
                <a:lnTo>
                  <a:pt x="978" y="764"/>
                </a:lnTo>
                <a:lnTo>
                  <a:pt x="979" y="764"/>
                </a:lnTo>
                <a:lnTo>
                  <a:pt x="980" y="763"/>
                </a:lnTo>
                <a:lnTo>
                  <a:pt x="981" y="763"/>
                </a:lnTo>
                <a:lnTo>
                  <a:pt x="982" y="762"/>
                </a:lnTo>
                <a:lnTo>
                  <a:pt x="983" y="762"/>
                </a:lnTo>
                <a:lnTo>
                  <a:pt x="984" y="761"/>
                </a:lnTo>
                <a:lnTo>
                  <a:pt x="985" y="761"/>
                </a:lnTo>
                <a:lnTo>
                  <a:pt x="985" y="760"/>
                </a:lnTo>
                <a:lnTo>
                  <a:pt x="986" y="760"/>
                </a:lnTo>
                <a:lnTo>
                  <a:pt x="987" y="760"/>
                </a:lnTo>
                <a:lnTo>
                  <a:pt x="989" y="759"/>
                </a:lnTo>
                <a:lnTo>
                  <a:pt x="990" y="758"/>
                </a:lnTo>
                <a:lnTo>
                  <a:pt x="992" y="758"/>
                </a:lnTo>
                <a:lnTo>
                  <a:pt x="993" y="759"/>
                </a:lnTo>
                <a:lnTo>
                  <a:pt x="993" y="760"/>
                </a:lnTo>
                <a:lnTo>
                  <a:pt x="994" y="761"/>
                </a:lnTo>
                <a:lnTo>
                  <a:pt x="995" y="760"/>
                </a:lnTo>
                <a:lnTo>
                  <a:pt x="996" y="760"/>
                </a:lnTo>
                <a:lnTo>
                  <a:pt x="997" y="759"/>
                </a:lnTo>
                <a:lnTo>
                  <a:pt x="998" y="759"/>
                </a:lnTo>
                <a:lnTo>
                  <a:pt x="999" y="759"/>
                </a:lnTo>
                <a:lnTo>
                  <a:pt x="1000" y="760"/>
                </a:lnTo>
                <a:lnTo>
                  <a:pt x="1000" y="761"/>
                </a:lnTo>
                <a:lnTo>
                  <a:pt x="1000" y="762"/>
                </a:lnTo>
                <a:lnTo>
                  <a:pt x="1001" y="762"/>
                </a:lnTo>
                <a:lnTo>
                  <a:pt x="1002" y="762"/>
                </a:lnTo>
                <a:lnTo>
                  <a:pt x="1002" y="763"/>
                </a:lnTo>
                <a:lnTo>
                  <a:pt x="1002" y="764"/>
                </a:lnTo>
                <a:lnTo>
                  <a:pt x="1001" y="765"/>
                </a:lnTo>
                <a:lnTo>
                  <a:pt x="1000" y="765"/>
                </a:lnTo>
                <a:lnTo>
                  <a:pt x="1000" y="766"/>
                </a:lnTo>
                <a:lnTo>
                  <a:pt x="1000" y="767"/>
                </a:lnTo>
                <a:lnTo>
                  <a:pt x="1001" y="767"/>
                </a:lnTo>
                <a:lnTo>
                  <a:pt x="1002" y="768"/>
                </a:lnTo>
                <a:lnTo>
                  <a:pt x="1003" y="767"/>
                </a:lnTo>
                <a:lnTo>
                  <a:pt x="1003" y="768"/>
                </a:lnTo>
                <a:lnTo>
                  <a:pt x="1004" y="768"/>
                </a:lnTo>
                <a:lnTo>
                  <a:pt x="1004" y="769"/>
                </a:lnTo>
                <a:lnTo>
                  <a:pt x="1003" y="769"/>
                </a:lnTo>
                <a:lnTo>
                  <a:pt x="1002" y="770"/>
                </a:lnTo>
                <a:lnTo>
                  <a:pt x="1001" y="770"/>
                </a:lnTo>
                <a:lnTo>
                  <a:pt x="1001" y="771"/>
                </a:lnTo>
                <a:lnTo>
                  <a:pt x="1000" y="773"/>
                </a:lnTo>
                <a:lnTo>
                  <a:pt x="999" y="773"/>
                </a:lnTo>
                <a:lnTo>
                  <a:pt x="998" y="773"/>
                </a:lnTo>
                <a:lnTo>
                  <a:pt x="998" y="774"/>
                </a:lnTo>
                <a:lnTo>
                  <a:pt x="997" y="774"/>
                </a:lnTo>
                <a:lnTo>
                  <a:pt x="995" y="776"/>
                </a:lnTo>
                <a:lnTo>
                  <a:pt x="994" y="776"/>
                </a:lnTo>
                <a:lnTo>
                  <a:pt x="993" y="776"/>
                </a:lnTo>
                <a:lnTo>
                  <a:pt x="992" y="776"/>
                </a:lnTo>
                <a:lnTo>
                  <a:pt x="991" y="777"/>
                </a:lnTo>
                <a:lnTo>
                  <a:pt x="989" y="778"/>
                </a:lnTo>
                <a:lnTo>
                  <a:pt x="988" y="778"/>
                </a:lnTo>
                <a:lnTo>
                  <a:pt x="986" y="779"/>
                </a:lnTo>
                <a:lnTo>
                  <a:pt x="984" y="780"/>
                </a:lnTo>
                <a:lnTo>
                  <a:pt x="982" y="781"/>
                </a:lnTo>
                <a:lnTo>
                  <a:pt x="981" y="782"/>
                </a:lnTo>
                <a:lnTo>
                  <a:pt x="981" y="783"/>
                </a:lnTo>
                <a:lnTo>
                  <a:pt x="982" y="783"/>
                </a:lnTo>
                <a:lnTo>
                  <a:pt x="983" y="783"/>
                </a:lnTo>
                <a:lnTo>
                  <a:pt x="983" y="784"/>
                </a:lnTo>
                <a:lnTo>
                  <a:pt x="984" y="784"/>
                </a:lnTo>
                <a:lnTo>
                  <a:pt x="983" y="786"/>
                </a:lnTo>
                <a:lnTo>
                  <a:pt x="981" y="788"/>
                </a:lnTo>
                <a:lnTo>
                  <a:pt x="979" y="788"/>
                </a:lnTo>
                <a:lnTo>
                  <a:pt x="978" y="789"/>
                </a:lnTo>
                <a:lnTo>
                  <a:pt x="977" y="789"/>
                </a:lnTo>
                <a:lnTo>
                  <a:pt x="975" y="787"/>
                </a:lnTo>
                <a:lnTo>
                  <a:pt x="974" y="786"/>
                </a:lnTo>
                <a:lnTo>
                  <a:pt x="974" y="787"/>
                </a:lnTo>
                <a:lnTo>
                  <a:pt x="973" y="787"/>
                </a:lnTo>
                <a:lnTo>
                  <a:pt x="972" y="787"/>
                </a:lnTo>
                <a:lnTo>
                  <a:pt x="971" y="787"/>
                </a:lnTo>
                <a:lnTo>
                  <a:pt x="970" y="787"/>
                </a:lnTo>
                <a:lnTo>
                  <a:pt x="970" y="788"/>
                </a:lnTo>
                <a:lnTo>
                  <a:pt x="970" y="789"/>
                </a:lnTo>
                <a:lnTo>
                  <a:pt x="969" y="790"/>
                </a:lnTo>
                <a:lnTo>
                  <a:pt x="969" y="791"/>
                </a:lnTo>
                <a:lnTo>
                  <a:pt x="969" y="792"/>
                </a:lnTo>
                <a:lnTo>
                  <a:pt x="969" y="793"/>
                </a:lnTo>
                <a:lnTo>
                  <a:pt x="969" y="794"/>
                </a:lnTo>
                <a:lnTo>
                  <a:pt x="969" y="795"/>
                </a:lnTo>
                <a:lnTo>
                  <a:pt x="968" y="797"/>
                </a:lnTo>
                <a:lnTo>
                  <a:pt x="966" y="798"/>
                </a:lnTo>
                <a:lnTo>
                  <a:pt x="966" y="799"/>
                </a:lnTo>
                <a:lnTo>
                  <a:pt x="966" y="800"/>
                </a:lnTo>
                <a:lnTo>
                  <a:pt x="965" y="800"/>
                </a:lnTo>
                <a:lnTo>
                  <a:pt x="964" y="801"/>
                </a:lnTo>
                <a:lnTo>
                  <a:pt x="964" y="802"/>
                </a:lnTo>
                <a:lnTo>
                  <a:pt x="965" y="803"/>
                </a:lnTo>
                <a:lnTo>
                  <a:pt x="966" y="804"/>
                </a:lnTo>
                <a:lnTo>
                  <a:pt x="966" y="805"/>
                </a:lnTo>
                <a:lnTo>
                  <a:pt x="967" y="805"/>
                </a:lnTo>
                <a:lnTo>
                  <a:pt x="968" y="805"/>
                </a:lnTo>
                <a:lnTo>
                  <a:pt x="969" y="806"/>
                </a:lnTo>
                <a:lnTo>
                  <a:pt x="969" y="807"/>
                </a:lnTo>
                <a:lnTo>
                  <a:pt x="968" y="808"/>
                </a:lnTo>
                <a:lnTo>
                  <a:pt x="968" y="809"/>
                </a:lnTo>
                <a:lnTo>
                  <a:pt x="967" y="810"/>
                </a:lnTo>
                <a:lnTo>
                  <a:pt x="968" y="811"/>
                </a:lnTo>
                <a:lnTo>
                  <a:pt x="968" y="812"/>
                </a:lnTo>
                <a:lnTo>
                  <a:pt x="968" y="813"/>
                </a:lnTo>
                <a:lnTo>
                  <a:pt x="968" y="814"/>
                </a:lnTo>
                <a:lnTo>
                  <a:pt x="969" y="815"/>
                </a:lnTo>
                <a:lnTo>
                  <a:pt x="970" y="815"/>
                </a:lnTo>
                <a:lnTo>
                  <a:pt x="970" y="817"/>
                </a:lnTo>
                <a:lnTo>
                  <a:pt x="969" y="817"/>
                </a:lnTo>
                <a:lnTo>
                  <a:pt x="969" y="819"/>
                </a:lnTo>
                <a:lnTo>
                  <a:pt x="968" y="820"/>
                </a:lnTo>
                <a:lnTo>
                  <a:pt x="969" y="820"/>
                </a:lnTo>
                <a:lnTo>
                  <a:pt x="969" y="821"/>
                </a:lnTo>
                <a:lnTo>
                  <a:pt x="970" y="821"/>
                </a:lnTo>
                <a:lnTo>
                  <a:pt x="969" y="822"/>
                </a:lnTo>
                <a:lnTo>
                  <a:pt x="969" y="823"/>
                </a:lnTo>
                <a:lnTo>
                  <a:pt x="970" y="825"/>
                </a:lnTo>
                <a:lnTo>
                  <a:pt x="970" y="826"/>
                </a:lnTo>
                <a:lnTo>
                  <a:pt x="969" y="826"/>
                </a:lnTo>
                <a:lnTo>
                  <a:pt x="968" y="827"/>
                </a:lnTo>
                <a:lnTo>
                  <a:pt x="968" y="828"/>
                </a:lnTo>
                <a:lnTo>
                  <a:pt x="968" y="830"/>
                </a:lnTo>
                <a:lnTo>
                  <a:pt x="967" y="830"/>
                </a:lnTo>
                <a:lnTo>
                  <a:pt x="967" y="831"/>
                </a:lnTo>
                <a:lnTo>
                  <a:pt x="966" y="831"/>
                </a:lnTo>
                <a:lnTo>
                  <a:pt x="964" y="833"/>
                </a:lnTo>
                <a:lnTo>
                  <a:pt x="963" y="834"/>
                </a:lnTo>
                <a:lnTo>
                  <a:pt x="961" y="838"/>
                </a:lnTo>
                <a:lnTo>
                  <a:pt x="961" y="839"/>
                </a:lnTo>
                <a:lnTo>
                  <a:pt x="961" y="840"/>
                </a:lnTo>
                <a:lnTo>
                  <a:pt x="961" y="842"/>
                </a:lnTo>
                <a:lnTo>
                  <a:pt x="961" y="844"/>
                </a:lnTo>
                <a:lnTo>
                  <a:pt x="960" y="844"/>
                </a:lnTo>
                <a:lnTo>
                  <a:pt x="960" y="845"/>
                </a:lnTo>
                <a:lnTo>
                  <a:pt x="960" y="847"/>
                </a:lnTo>
                <a:lnTo>
                  <a:pt x="960" y="848"/>
                </a:lnTo>
                <a:lnTo>
                  <a:pt x="960" y="849"/>
                </a:lnTo>
                <a:lnTo>
                  <a:pt x="959" y="851"/>
                </a:lnTo>
                <a:lnTo>
                  <a:pt x="958" y="853"/>
                </a:lnTo>
                <a:lnTo>
                  <a:pt x="955" y="856"/>
                </a:lnTo>
                <a:lnTo>
                  <a:pt x="954" y="858"/>
                </a:lnTo>
                <a:lnTo>
                  <a:pt x="953" y="858"/>
                </a:lnTo>
                <a:lnTo>
                  <a:pt x="953" y="860"/>
                </a:lnTo>
                <a:lnTo>
                  <a:pt x="952" y="861"/>
                </a:lnTo>
                <a:lnTo>
                  <a:pt x="953" y="862"/>
                </a:lnTo>
                <a:lnTo>
                  <a:pt x="953" y="863"/>
                </a:lnTo>
                <a:lnTo>
                  <a:pt x="953" y="865"/>
                </a:lnTo>
                <a:lnTo>
                  <a:pt x="954" y="867"/>
                </a:lnTo>
                <a:lnTo>
                  <a:pt x="955" y="868"/>
                </a:lnTo>
                <a:lnTo>
                  <a:pt x="956" y="869"/>
                </a:lnTo>
                <a:lnTo>
                  <a:pt x="956" y="870"/>
                </a:lnTo>
                <a:lnTo>
                  <a:pt x="957" y="872"/>
                </a:lnTo>
                <a:lnTo>
                  <a:pt x="958" y="874"/>
                </a:lnTo>
                <a:lnTo>
                  <a:pt x="959" y="876"/>
                </a:lnTo>
                <a:lnTo>
                  <a:pt x="961" y="879"/>
                </a:lnTo>
                <a:lnTo>
                  <a:pt x="961" y="880"/>
                </a:lnTo>
                <a:lnTo>
                  <a:pt x="961" y="881"/>
                </a:lnTo>
                <a:lnTo>
                  <a:pt x="961" y="882"/>
                </a:lnTo>
                <a:lnTo>
                  <a:pt x="963" y="884"/>
                </a:lnTo>
                <a:lnTo>
                  <a:pt x="965" y="884"/>
                </a:lnTo>
                <a:lnTo>
                  <a:pt x="967" y="885"/>
                </a:lnTo>
                <a:lnTo>
                  <a:pt x="968" y="886"/>
                </a:lnTo>
                <a:lnTo>
                  <a:pt x="967" y="887"/>
                </a:lnTo>
                <a:lnTo>
                  <a:pt x="967" y="889"/>
                </a:lnTo>
                <a:lnTo>
                  <a:pt x="967" y="890"/>
                </a:lnTo>
                <a:lnTo>
                  <a:pt x="967" y="891"/>
                </a:lnTo>
                <a:lnTo>
                  <a:pt x="968" y="892"/>
                </a:lnTo>
                <a:lnTo>
                  <a:pt x="969" y="892"/>
                </a:lnTo>
                <a:lnTo>
                  <a:pt x="970" y="893"/>
                </a:lnTo>
                <a:lnTo>
                  <a:pt x="970" y="894"/>
                </a:lnTo>
                <a:lnTo>
                  <a:pt x="969" y="894"/>
                </a:lnTo>
                <a:lnTo>
                  <a:pt x="969" y="897"/>
                </a:lnTo>
                <a:lnTo>
                  <a:pt x="969" y="899"/>
                </a:lnTo>
                <a:lnTo>
                  <a:pt x="970" y="900"/>
                </a:lnTo>
                <a:lnTo>
                  <a:pt x="969" y="900"/>
                </a:lnTo>
                <a:lnTo>
                  <a:pt x="967" y="900"/>
                </a:lnTo>
                <a:lnTo>
                  <a:pt x="966" y="900"/>
                </a:lnTo>
                <a:lnTo>
                  <a:pt x="965" y="900"/>
                </a:lnTo>
                <a:lnTo>
                  <a:pt x="965" y="901"/>
                </a:lnTo>
                <a:lnTo>
                  <a:pt x="965" y="902"/>
                </a:lnTo>
                <a:lnTo>
                  <a:pt x="964" y="903"/>
                </a:lnTo>
                <a:lnTo>
                  <a:pt x="964" y="904"/>
                </a:lnTo>
                <a:lnTo>
                  <a:pt x="964" y="905"/>
                </a:lnTo>
                <a:lnTo>
                  <a:pt x="963" y="906"/>
                </a:lnTo>
                <a:lnTo>
                  <a:pt x="964" y="909"/>
                </a:lnTo>
                <a:lnTo>
                  <a:pt x="965" y="909"/>
                </a:lnTo>
                <a:lnTo>
                  <a:pt x="965" y="910"/>
                </a:lnTo>
                <a:lnTo>
                  <a:pt x="965" y="912"/>
                </a:lnTo>
                <a:lnTo>
                  <a:pt x="964" y="912"/>
                </a:lnTo>
                <a:lnTo>
                  <a:pt x="962" y="914"/>
                </a:lnTo>
                <a:lnTo>
                  <a:pt x="962" y="915"/>
                </a:lnTo>
                <a:lnTo>
                  <a:pt x="962" y="917"/>
                </a:lnTo>
                <a:lnTo>
                  <a:pt x="963" y="918"/>
                </a:lnTo>
                <a:lnTo>
                  <a:pt x="963" y="919"/>
                </a:lnTo>
                <a:lnTo>
                  <a:pt x="962" y="919"/>
                </a:lnTo>
                <a:lnTo>
                  <a:pt x="961" y="919"/>
                </a:lnTo>
                <a:lnTo>
                  <a:pt x="960" y="919"/>
                </a:lnTo>
                <a:lnTo>
                  <a:pt x="958" y="918"/>
                </a:lnTo>
                <a:lnTo>
                  <a:pt x="958" y="919"/>
                </a:lnTo>
                <a:lnTo>
                  <a:pt x="957" y="919"/>
                </a:lnTo>
                <a:lnTo>
                  <a:pt x="953" y="920"/>
                </a:lnTo>
                <a:lnTo>
                  <a:pt x="952" y="921"/>
                </a:lnTo>
                <a:lnTo>
                  <a:pt x="952" y="923"/>
                </a:lnTo>
                <a:lnTo>
                  <a:pt x="953" y="924"/>
                </a:lnTo>
                <a:lnTo>
                  <a:pt x="954" y="926"/>
                </a:lnTo>
                <a:lnTo>
                  <a:pt x="952" y="932"/>
                </a:lnTo>
                <a:lnTo>
                  <a:pt x="950" y="934"/>
                </a:lnTo>
                <a:lnTo>
                  <a:pt x="949" y="934"/>
                </a:lnTo>
                <a:lnTo>
                  <a:pt x="948" y="934"/>
                </a:lnTo>
                <a:lnTo>
                  <a:pt x="946" y="935"/>
                </a:lnTo>
                <a:lnTo>
                  <a:pt x="946" y="936"/>
                </a:lnTo>
                <a:lnTo>
                  <a:pt x="945" y="936"/>
                </a:lnTo>
                <a:lnTo>
                  <a:pt x="944" y="937"/>
                </a:lnTo>
                <a:lnTo>
                  <a:pt x="944" y="938"/>
                </a:lnTo>
                <a:lnTo>
                  <a:pt x="944" y="939"/>
                </a:lnTo>
                <a:lnTo>
                  <a:pt x="944" y="940"/>
                </a:lnTo>
                <a:lnTo>
                  <a:pt x="943" y="943"/>
                </a:lnTo>
                <a:lnTo>
                  <a:pt x="942" y="943"/>
                </a:lnTo>
                <a:lnTo>
                  <a:pt x="942" y="944"/>
                </a:lnTo>
                <a:lnTo>
                  <a:pt x="939" y="944"/>
                </a:lnTo>
                <a:lnTo>
                  <a:pt x="937" y="943"/>
                </a:lnTo>
                <a:lnTo>
                  <a:pt x="936" y="943"/>
                </a:lnTo>
                <a:lnTo>
                  <a:pt x="935" y="943"/>
                </a:lnTo>
                <a:lnTo>
                  <a:pt x="934" y="943"/>
                </a:lnTo>
                <a:lnTo>
                  <a:pt x="934" y="944"/>
                </a:lnTo>
                <a:lnTo>
                  <a:pt x="932" y="944"/>
                </a:lnTo>
                <a:lnTo>
                  <a:pt x="931" y="944"/>
                </a:lnTo>
                <a:lnTo>
                  <a:pt x="931" y="943"/>
                </a:lnTo>
                <a:lnTo>
                  <a:pt x="932" y="942"/>
                </a:lnTo>
                <a:lnTo>
                  <a:pt x="931" y="940"/>
                </a:lnTo>
                <a:lnTo>
                  <a:pt x="930" y="938"/>
                </a:lnTo>
                <a:lnTo>
                  <a:pt x="929" y="937"/>
                </a:lnTo>
                <a:lnTo>
                  <a:pt x="928" y="937"/>
                </a:lnTo>
                <a:lnTo>
                  <a:pt x="928" y="938"/>
                </a:lnTo>
                <a:lnTo>
                  <a:pt x="927" y="939"/>
                </a:lnTo>
                <a:lnTo>
                  <a:pt x="925" y="939"/>
                </a:lnTo>
                <a:lnTo>
                  <a:pt x="924" y="939"/>
                </a:lnTo>
                <a:lnTo>
                  <a:pt x="921" y="939"/>
                </a:lnTo>
                <a:lnTo>
                  <a:pt x="922" y="940"/>
                </a:lnTo>
                <a:lnTo>
                  <a:pt x="921" y="940"/>
                </a:lnTo>
                <a:lnTo>
                  <a:pt x="919" y="940"/>
                </a:lnTo>
                <a:lnTo>
                  <a:pt x="918" y="940"/>
                </a:lnTo>
                <a:lnTo>
                  <a:pt x="917" y="941"/>
                </a:lnTo>
                <a:lnTo>
                  <a:pt x="917" y="942"/>
                </a:lnTo>
                <a:lnTo>
                  <a:pt x="917" y="943"/>
                </a:lnTo>
                <a:lnTo>
                  <a:pt x="918" y="943"/>
                </a:lnTo>
                <a:lnTo>
                  <a:pt x="917" y="943"/>
                </a:lnTo>
                <a:lnTo>
                  <a:pt x="917" y="945"/>
                </a:lnTo>
                <a:lnTo>
                  <a:pt x="916" y="944"/>
                </a:lnTo>
                <a:lnTo>
                  <a:pt x="915" y="944"/>
                </a:lnTo>
                <a:lnTo>
                  <a:pt x="914" y="944"/>
                </a:lnTo>
                <a:lnTo>
                  <a:pt x="913" y="945"/>
                </a:lnTo>
                <a:lnTo>
                  <a:pt x="912" y="946"/>
                </a:lnTo>
                <a:lnTo>
                  <a:pt x="911" y="947"/>
                </a:lnTo>
                <a:lnTo>
                  <a:pt x="910" y="947"/>
                </a:lnTo>
                <a:lnTo>
                  <a:pt x="910" y="946"/>
                </a:lnTo>
                <a:lnTo>
                  <a:pt x="909" y="946"/>
                </a:lnTo>
                <a:lnTo>
                  <a:pt x="908" y="946"/>
                </a:lnTo>
                <a:lnTo>
                  <a:pt x="907" y="946"/>
                </a:lnTo>
                <a:lnTo>
                  <a:pt x="906" y="947"/>
                </a:lnTo>
                <a:lnTo>
                  <a:pt x="905" y="947"/>
                </a:lnTo>
                <a:lnTo>
                  <a:pt x="904" y="947"/>
                </a:lnTo>
                <a:lnTo>
                  <a:pt x="904" y="948"/>
                </a:lnTo>
                <a:lnTo>
                  <a:pt x="901" y="949"/>
                </a:lnTo>
                <a:lnTo>
                  <a:pt x="901" y="950"/>
                </a:lnTo>
                <a:lnTo>
                  <a:pt x="900" y="950"/>
                </a:lnTo>
                <a:lnTo>
                  <a:pt x="899" y="950"/>
                </a:lnTo>
                <a:lnTo>
                  <a:pt x="898" y="950"/>
                </a:lnTo>
                <a:lnTo>
                  <a:pt x="898" y="949"/>
                </a:lnTo>
                <a:lnTo>
                  <a:pt x="898" y="947"/>
                </a:lnTo>
                <a:lnTo>
                  <a:pt x="898" y="946"/>
                </a:lnTo>
                <a:lnTo>
                  <a:pt x="899" y="946"/>
                </a:lnTo>
                <a:lnTo>
                  <a:pt x="899" y="945"/>
                </a:lnTo>
                <a:lnTo>
                  <a:pt x="898" y="944"/>
                </a:lnTo>
                <a:lnTo>
                  <a:pt x="896" y="943"/>
                </a:lnTo>
                <a:lnTo>
                  <a:pt x="894" y="943"/>
                </a:lnTo>
                <a:lnTo>
                  <a:pt x="893" y="943"/>
                </a:lnTo>
                <a:lnTo>
                  <a:pt x="891" y="942"/>
                </a:lnTo>
                <a:lnTo>
                  <a:pt x="891" y="941"/>
                </a:lnTo>
                <a:lnTo>
                  <a:pt x="891" y="940"/>
                </a:lnTo>
                <a:lnTo>
                  <a:pt x="890" y="940"/>
                </a:lnTo>
                <a:lnTo>
                  <a:pt x="889" y="940"/>
                </a:lnTo>
                <a:lnTo>
                  <a:pt x="889" y="941"/>
                </a:lnTo>
                <a:lnTo>
                  <a:pt x="888" y="942"/>
                </a:lnTo>
                <a:lnTo>
                  <a:pt x="887" y="943"/>
                </a:lnTo>
                <a:lnTo>
                  <a:pt x="885" y="942"/>
                </a:lnTo>
                <a:lnTo>
                  <a:pt x="885" y="941"/>
                </a:lnTo>
                <a:lnTo>
                  <a:pt x="886" y="941"/>
                </a:lnTo>
                <a:lnTo>
                  <a:pt x="886" y="940"/>
                </a:lnTo>
                <a:lnTo>
                  <a:pt x="885" y="940"/>
                </a:lnTo>
                <a:lnTo>
                  <a:pt x="884" y="940"/>
                </a:lnTo>
                <a:lnTo>
                  <a:pt x="880" y="939"/>
                </a:lnTo>
                <a:lnTo>
                  <a:pt x="878" y="940"/>
                </a:lnTo>
                <a:lnTo>
                  <a:pt x="878" y="941"/>
                </a:lnTo>
                <a:lnTo>
                  <a:pt x="877" y="941"/>
                </a:lnTo>
                <a:lnTo>
                  <a:pt x="876" y="941"/>
                </a:lnTo>
                <a:lnTo>
                  <a:pt x="875" y="941"/>
                </a:lnTo>
                <a:lnTo>
                  <a:pt x="874" y="942"/>
                </a:lnTo>
                <a:lnTo>
                  <a:pt x="874" y="943"/>
                </a:lnTo>
                <a:lnTo>
                  <a:pt x="873" y="943"/>
                </a:lnTo>
                <a:lnTo>
                  <a:pt x="872" y="942"/>
                </a:lnTo>
                <a:lnTo>
                  <a:pt x="869" y="940"/>
                </a:lnTo>
                <a:lnTo>
                  <a:pt x="868" y="937"/>
                </a:lnTo>
                <a:lnTo>
                  <a:pt x="868" y="936"/>
                </a:lnTo>
                <a:lnTo>
                  <a:pt x="867" y="936"/>
                </a:lnTo>
                <a:lnTo>
                  <a:pt x="865" y="935"/>
                </a:lnTo>
                <a:lnTo>
                  <a:pt x="864" y="935"/>
                </a:lnTo>
                <a:lnTo>
                  <a:pt x="864" y="936"/>
                </a:lnTo>
                <a:lnTo>
                  <a:pt x="863" y="936"/>
                </a:lnTo>
                <a:lnTo>
                  <a:pt x="862" y="936"/>
                </a:lnTo>
                <a:lnTo>
                  <a:pt x="862" y="935"/>
                </a:lnTo>
                <a:lnTo>
                  <a:pt x="861" y="935"/>
                </a:lnTo>
                <a:lnTo>
                  <a:pt x="860" y="935"/>
                </a:lnTo>
                <a:lnTo>
                  <a:pt x="859" y="935"/>
                </a:lnTo>
                <a:lnTo>
                  <a:pt x="858" y="934"/>
                </a:lnTo>
                <a:lnTo>
                  <a:pt x="858" y="932"/>
                </a:lnTo>
                <a:lnTo>
                  <a:pt x="857" y="930"/>
                </a:lnTo>
                <a:lnTo>
                  <a:pt x="856" y="929"/>
                </a:lnTo>
                <a:lnTo>
                  <a:pt x="855" y="928"/>
                </a:lnTo>
                <a:lnTo>
                  <a:pt x="855" y="929"/>
                </a:lnTo>
                <a:lnTo>
                  <a:pt x="851" y="927"/>
                </a:lnTo>
                <a:lnTo>
                  <a:pt x="850" y="926"/>
                </a:lnTo>
                <a:lnTo>
                  <a:pt x="849" y="927"/>
                </a:lnTo>
                <a:lnTo>
                  <a:pt x="848" y="928"/>
                </a:lnTo>
                <a:lnTo>
                  <a:pt x="847" y="928"/>
                </a:lnTo>
                <a:lnTo>
                  <a:pt x="847" y="926"/>
                </a:lnTo>
                <a:lnTo>
                  <a:pt x="847" y="925"/>
                </a:lnTo>
                <a:lnTo>
                  <a:pt x="847" y="923"/>
                </a:lnTo>
                <a:lnTo>
                  <a:pt x="846" y="919"/>
                </a:lnTo>
                <a:lnTo>
                  <a:pt x="844" y="917"/>
                </a:lnTo>
                <a:lnTo>
                  <a:pt x="844" y="916"/>
                </a:lnTo>
                <a:lnTo>
                  <a:pt x="843" y="916"/>
                </a:lnTo>
                <a:lnTo>
                  <a:pt x="843" y="915"/>
                </a:lnTo>
                <a:lnTo>
                  <a:pt x="844" y="914"/>
                </a:lnTo>
                <a:lnTo>
                  <a:pt x="844" y="913"/>
                </a:lnTo>
                <a:lnTo>
                  <a:pt x="843" y="913"/>
                </a:lnTo>
                <a:lnTo>
                  <a:pt x="842" y="914"/>
                </a:lnTo>
                <a:lnTo>
                  <a:pt x="841" y="915"/>
                </a:lnTo>
                <a:lnTo>
                  <a:pt x="842" y="916"/>
                </a:lnTo>
                <a:lnTo>
                  <a:pt x="842" y="918"/>
                </a:lnTo>
                <a:lnTo>
                  <a:pt x="841" y="918"/>
                </a:lnTo>
                <a:lnTo>
                  <a:pt x="840" y="918"/>
                </a:lnTo>
                <a:lnTo>
                  <a:pt x="839" y="917"/>
                </a:lnTo>
                <a:lnTo>
                  <a:pt x="838" y="916"/>
                </a:lnTo>
                <a:lnTo>
                  <a:pt x="837" y="916"/>
                </a:lnTo>
                <a:lnTo>
                  <a:pt x="837" y="917"/>
                </a:lnTo>
                <a:lnTo>
                  <a:pt x="838" y="917"/>
                </a:lnTo>
                <a:lnTo>
                  <a:pt x="837" y="917"/>
                </a:lnTo>
                <a:lnTo>
                  <a:pt x="837" y="918"/>
                </a:lnTo>
                <a:lnTo>
                  <a:pt x="836" y="918"/>
                </a:lnTo>
                <a:lnTo>
                  <a:pt x="835" y="917"/>
                </a:lnTo>
                <a:lnTo>
                  <a:pt x="835" y="916"/>
                </a:lnTo>
                <a:lnTo>
                  <a:pt x="834" y="915"/>
                </a:lnTo>
                <a:lnTo>
                  <a:pt x="834" y="914"/>
                </a:lnTo>
                <a:lnTo>
                  <a:pt x="833" y="914"/>
                </a:lnTo>
                <a:lnTo>
                  <a:pt x="830" y="916"/>
                </a:lnTo>
                <a:lnTo>
                  <a:pt x="827" y="918"/>
                </a:lnTo>
                <a:lnTo>
                  <a:pt x="827" y="919"/>
                </a:lnTo>
                <a:lnTo>
                  <a:pt x="827" y="920"/>
                </a:lnTo>
                <a:lnTo>
                  <a:pt x="827" y="921"/>
                </a:lnTo>
                <a:lnTo>
                  <a:pt x="827" y="922"/>
                </a:lnTo>
                <a:lnTo>
                  <a:pt x="826" y="922"/>
                </a:lnTo>
                <a:lnTo>
                  <a:pt x="826" y="923"/>
                </a:lnTo>
                <a:lnTo>
                  <a:pt x="825" y="923"/>
                </a:lnTo>
                <a:lnTo>
                  <a:pt x="824" y="923"/>
                </a:lnTo>
                <a:lnTo>
                  <a:pt x="823" y="924"/>
                </a:lnTo>
                <a:lnTo>
                  <a:pt x="823" y="925"/>
                </a:lnTo>
                <a:lnTo>
                  <a:pt x="822" y="925"/>
                </a:lnTo>
                <a:lnTo>
                  <a:pt x="820" y="924"/>
                </a:lnTo>
                <a:lnTo>
                  <a:pt x="820" y="923"/>
                </a:lnTo>
                <a:lnTo>
                  <a:pt x="820" y="922"/>
                </a:lnTo>
                <a:lnTo>
                  <a:pt x="820" y="921"/>
                </a:lnTo>
                <a:lnTo>
                  <a:pt x="819" y="921"/>
                </a:lnTo>
                <a:lnTo>
                  <a:pt x="818" y="921"/>
                </a:lnTo>
                <a:lnTo>
                  <a:pt x="817" y="921"/>
                </a:lnTo>
                <a:lnTo>
                  <a:pt x="816" y="921"/>
                </a:lnTo>
                <a:lnTo>
                  <a:pt x="816" y="922"/>
                </a:lnTo>
                <a:lnTo>
                  <a:pt x="815" y="925"/>
                </a:lnTo>
                <a:lnTo>
                  <a:pt x="816" y="925"/>
                </a:lnTo>
                <a:lnTo>
                  <a:pt x="817" y="924"/>
                </a:lnTo>
                <a:lnTo>
                  <a:pt x="817" y="925"/>
                </a:lnTo>
                <a:lnTo>
                  <a:pt x="817" y="926"/>
                </a:lnTo>
                <a:lnTo>
                  <a:pt x="816" y="926"/>
                </a:lnTo>
                <a:lnTo>
                  <a:pt x="815" y="926"/>
                </a:lnTo>
                <a:lnTo>
                  <a:pt x="814" y="926"/>
                </a:lnTo>
                <a:lnTo>
                  <a:pt x="813" y="926"/>
                </a:lnTo>
                <a:lnTo>
                  <a:pt x="813" y="927"/>
                </a:lnTo>
                <a:lnTo>
                  <a:pt x="812" y="928"/>
                </a:lnTo>
                <a:lnTo>
                  <a:pt x="811" y="930"/>
                </a:lnTo>
                <a:lnTo>
                  <a:pt x="811" y="931"/>
                </a:lnTo>
                <a:lnTo>
                  <a:pt x="812" y="932"/>
                </a:lnTo>
                <a:lnTo>
                  <a:pt x="813" y="932"/>
                </a:lnTo>
                <a:lnTo>
                  <a:pt x="813" y="933"/>
                </a:lnTo>
                <a:lnTo>
                  <a:pt x="814" y="934"/>
                </a:lnTo>
                <a:lnTo>
                  <a:pt x="814" y="935"/>
                </a:lnTo>
                <a:lnTo>
                  <a:pt x="814" y="937"/>
                </a:lnTo>
                <a:lnTo>
                  <a:pt x="812" y="937"/>
                </a:lnTo>
                <a:lnTo>
                  <a:pt x="810" y="936"/>
                </a:lnTo>
                <a:lnTo>
                  <a:pt x="808" y="936"/>
                </a:lnTo>
                <a:lnTo>
                  <a:pt x="807" y="937"/>
                </a:lnTo>
                <a:lnTo>
                  <a:pt x="807" y="938"/>
                </a:lnTo>
                <a:lnTo>
                  <a:pt x="807" y="941"/>
                </a:lnTo>
                <a:lnTo>
                  <a:pt x="805" y="942"/>
                </a:lnTo>
                <a:lnTo>
                  <a:pt x="805" y="943"/>
                </a:lnTo>
                <a:lnTo>
                  <a:pt x="805" y="944"/>
                </a:lnTo>
                <a:lnTo>
                  <a:pt x="804" y="944"/>
                </a:lnTo>
                <a:lnTo>
                  <a:pt x="803" y="944"/>
                </a:lnTo>
                <a:lnTo>
                  <a:pt x="801" y="945"/>
                </a:lnTo>
                <a:lnTo>
                  <a:pt x="798" y="948"/>
                </a:lnTo>
                <a:lnTo>
                  <a:pt x="797" y="948"/>
                </a:lnTo>
                <a:lnTo>
                  <a:pt x="797" y="949"/>
                </a:lnTo>
                <a:lnTo>
                  <a:pt x="796" y="952"/>
                </a:lnTo>
                <a:lnTo>
                  <a:pt x="795" y="952"/>
                </a:lnTo>
                <a:lnTo>
                  <a:pt x="792" y="952"/>
                </a:lnTo>
                <a:lnTo>
                  <a:pt x="790" y="952"/>
                </a:lnTo>
                <a:lnTo>
                  <a:pt x="789" y="952"/>
                </a:lnTo>
                <a:lnTo>
                  <a:pt x="789" y="951"/>
                </a:lnTo>
                <a:lnTo>
                  <a:pt x="788" y="951"/>
                </a:lnTo>
                <a:lnTo>
                  <a:pt x="786" y="952"/>
                </a:lnTo>
                <a:lnTo>
                  <a:pt x="785" y="952"/>
                </a:lnTo>
                <a:lnTo>
                  <a:pt x="785" y="953"/>
                </a:lnTo>
                <a:lnTo>
                  <a:pt x="785" y="954"/>
                </a:lnTo>
                <a:lnTo>
                  <a:pt x="785" y="955"/>
                </a:lnTo>
                <a:lnTo>
                  <a:pt x="784" y="955"/>
                </a:lnTo>
                <a:lnTo>
                  <a:pt x="783" y="955"/>
                </a:lnTo>
                <a:lnTo>
                  <a:pt x="782" y="955"/>
                </a:lnTo>
                <a:lnTo>
                  <a:pt x="779" y="958"/>
                </a:lnTo>
                <a:lnTo>
                  <a:pt x="778" y="961"/>
                </a:lnTo>
                <a:lnTo>
                  <a:pt x="778" y="962"/>
                </a:lnTo>
                <a:lnTo>
                  <a:pt x="778" y="963"/>
                </a:lnTo>
                <a:lnTo>
                  <a:pt x="779" y="963"/>
                </a:lnTo>
                <a:lnTo>
                  <a:pt x="779" y="964"/>
                </a:lnTo>
                <a:lnTo>
                  <a:pt x="778" y="964"/>
                </a:lnTo>
                <a:lnTo>
                  <a:pt x="775" y="963"/>
                </a:lnTo>
                <a:lnTo>
                  <a:pt x="774" y="962"/>
                </a:lnTo>
                <a:lnTo>
                  <a:pt x="773" y="960"/>
                </a:lnTo>
                <a:lnTo>
                  <a:pt x="773" y="959"/>
                </a:lnTo>
                <a:lnTo>
                  <a:pt x="772" y="956"/>
                </a:lnTo>
                <a:lnTo>
                  <a:pt x="771" y="955"/>
                </a:lnTo>
                <a:lnTo>
                  <a:pt x="769" y="957"/>
                </a:lnTo>
                <a:lnTo>
                  <a:pt x="769" y="958"/>
                </a:lnTo>
                <a:lnTo>
                  <a:pt x="768" y="958"/>
                </a:lnTo>
                <a:lnTo>
                  <a:pt x="768" y="959"/>
                </a:lnTo>
                <a:lnTo>
                  <a:pt x="765" y="957"/>
                </a:lnTo>
                <a:lnTo>
                  <a:pt x="765" y="956"/>
                </a:lnTo>
                <a:lnTo>
                  <a:pt x="764" y="956"/>
                </a:lnTo>
                <a:lnTo>
                  <a:pt x="764" y="957"/>
                </a:lnTo>
                <a:lnTo>
                  <a:pt x="764" y="958"/>
                </a:lnTo>
                <a:lnTo>
                  <a:pt x="765" y="959"/>
                </a:lnTo>
                <a:lnTo>
                  <a:pt x="765" y="960"/>
                </a:lnTo>
                <a:lnTo>
                  <a:pt x="765" y="962"/>
                </a:lnTo>
                <a:lnTo>
                  <a:pt x="766" y="965"/>
                </a:lnTo>
                <a:lnTo>
                  <a:pt x="767" y="967"/>
                </a:lnTo>
                <a:lnTo>
                  <a:pt x="767" y="968"/>
                </a:lnTo>
                <a:lnTo>
                  <a:pt x="768" y="969"/>
                </a:lnTo>
                <a:lnTo>
                  <a:pt x="768" y="971"/>
                </a:lnTo>
                <a:lnTo>
                  <a:pt x="768" y="973"/>
                </a:lnTo>
                <a:lnTo>
                  <a:pt x="768" y="974"/>
                </a:lnTo>
                <a:lnTo>
                  <a:pt x="769" y="974"/>
                </a:lnTo>
                <a:lnTo>
                  <a:pt x="769" y="975"/>
                </a:lnTo>
                <a:lnTo>
                  <a:pt x="770" y="975"/>
                </a:lnTo>
                <a:lnTo>
                  <a:pt x="771" y="974"/>
                </a:lnTo>
                <a:lnTo>
                  <a:pt x="773" y="975"/>
                </a:lnTo>
                <a:lnTo>
                  <a:pt x="775" y="975"/>
                </a:lnTo>
                <a:lnTo>
                  <a:pt x="776" y="975"/>
                </a:lnTo>
                <a:lnTo>
                  <a:pt x="776" y="974"/>
                </a:lnTo>
                <a:lnTo>
                  <a:pt x="778" y="974"/>
                </a:lnTo>
                <a:lnTo>
                  <a:pt x="779" y="974"/>
                </a:lnTo>
                <a:lnTo>
                  <a:pt x="780" y="975"/>
                </a:lnTo>
                <a:lnTo>
                  <a:pt x="781" y="975"/>
                </a:lnTo>
                <a:lnTo>
                  <a:pt x="780" y="974"/>
                </a:lnTo>
                <a:lnTo>
                  <a:pt x="780" y="973"/>
                </a:lnTo>
                <a:lnTo>
                  <a:pt x="781" y="973"/>
                </a:lnTo>
                <a:lnTo>
                  <a:pt x="782" y="973"/>
                </a:lnTo>
                <a:lnTo>
                  <a:pt x="784" y="972"/>
                </a:lnTo>
                <a:lnTo>
                  <a:pt x="786" y="972"/>
                </a:lnTo>
                <a:lnTo>
                  <a:pt x="788" y="973"/>
                </a:lnTo>
                <a:lnTo>
                  <a:pt x="792" y="973"/>
                </a:lnTo>
                <a:lnTo>
                  <a:pt x="792" y="974"/>
                </a:lnTo>
                <a:lnTo>
                  <a:pt x="792" y="975"/>
                </a:lnTo>
                <a:lnTo>
                  <a:pt x="793" y="975"/>
                </a:lnTo>
                <a:lnTo>
                  <a:pt x="794" y="976"/>
                </a:lnTo>
                <a:lnTo>
                  <a:pt x="795" y="976"/>
                </a:lnTo>
                <a:lnTo>
                  <a:pt x="795" y="977"/>
                </a:lnTo>
                <a:lnTo>
                  <a:pt x="796" y="978"/>
                </a:lnTo>
                <a:lnTo>
                  <a:pt x="796" y="979"/>
                </a:lnTo>
                <a:lnTo>
                  <a:pt x="797" y="980"/>
                </a:lnTo>
                <a:lnTo>
                  <a:pt x="798" y="981"/>
                </a:lnTo>
                <a:lnTo>
                  <a:pt x="798" y="980"/>
                </a:lnTo>
                <a:lnTo>
                  <a:pt x="799" y="980"/>
                </a:lnTo>
                <a:lnTo>
                  <a:pt x="800" y="980"/>
                </a:lnTo>
                <a:lnTo>
                  <a:pt x="800" y="981"/>
                </a:lnTo>
                <a:lnTo>
                  <a:pt x="800" y="982"/>
                </a:lnTo>
                <a:lnTo>
                  <a:pt x="799" y="984"/>
                </a:lnTo>
                <a:lnTo>
                  <a:pt x="798" y="984"/>
                </a:lnTo>
                <a:lnTo>
                  <a:pt x="797" y="984"/>
                </a:lnTo>
                <a:lnTo>
                  <a:pt x="796" y="984"/>
                </a:lnTo>
                <a:lnTo>
                  <a:pt x="792" y="987"/>
                </a:lnTo>
                <a:lnTo>
                  <a:pt x="791" y="988"/>
                </a:lnTo>
                <a:lnTo>
                  <a:pt x="789" y="990"/>
                </a:lnTo>
                <a:lnTo>
                  <a:pt x="789" y="991"/>
                </a:lnTo>
                <a:lnTo>
                  <a:pt x="788" y="994"/>
                </a:lnTo>
                <a:lnTo>
                  <a:pt x="788" y="995"/>
                </a:lnTo>
                <a:lnTo>
                  <a:pt x="789" y="996"/>
                </a:lnTo>
                <a:lnTo>
                  <a:pt x="790" y="997"/>
                </a:lnTo>
                <a:lnTo>
                  <a:pt x="791" y="998"/>
                </a:lnTo>
                <a:lnTo>
                  <a:pt x="793" y="999"/>
                </a:lnTo>
                <a:lnTo>
                  <a:pt x="797" y="1005"/>
                </a:lnTo>
                <a:lnTo>
                  <a:pt x="798" y="1005"/>
                </a:lnTo>
                <a:lnTo>
                  <a:pt x="798" y="1006"/>
                </a:lnTo>
                <a:lnTo>
                  <a:pt x="798" y="1007"/>
                </a:lnTo>
                <a:lnTo>
                  <a:pt x="796" y="1008"/>
                </a:lnTo>
                <a:lnTo>
                  <a:pt x="796" y="1009"/>
                </a:lnTo>
                <a:lnTo>
                  <a:pt x="796" y="1010"/>
                </a:lnTo>
                <a:lnTo>
                  <a:pt x="796" y="1011"/>
                </a:lnTo>
                <a:lnTo>
                  <a:pt x="795" y="1013"/>
                </a:lnTo>
                <a:lnTo>
                  <a:pt x="794" y="1013"/>
                </a:lnTo>
                <a:lnTo>
                  <a:pt x="794" y="1014"/>
                </a:lnTo>
                <a:lnTo>
                  <a:pt x="792" y="1016"/>
                </a:lnTo>
                <a:lnTo>
                  <a:pt x="792" y="1018"/>
                </a:lnTo>
                <a:lnTo>
                  <a:pt x="793" y="1018"/>
                </a:lnTo>
                <a:lnTo>
                  <a:pt x="794" y="1019"/>
                </a:lnTo>
                <a:lnTo>
                  <a:pt x="795" y="1019"/>
                </a:lnTo>
                <a:lnTo>
                  <a:pt x="795" y="1020"/>
                </a:lnTo>
                <a:lnTo>
                  <a:pt x="795" y="1021"/>
                </a:lnTo>
                <a:lnTo>
                  <a:pt x="795" y="1022"/>
                </a:lnTo>
                <a:lnTo>
                  <a:pt x="794" y="1023"/>
                </a:lnTo>
                <a:lnTo>
                  <a:pt x="796" y="1024"/>
                </a:lnTo>
                <a:lnTo>
                  <a:pt x="798" y="1026"/>
                </a:lnTo>
                <a:lnTo>
                  <a:pt x="799" y="1026"/>
                </a:lnTo>
                <a:lnTo>
                  <a:pt x="799" y="1027"/>
                </a:lnTo>
                <a:lnTo>
                  <a:pt x="799" y="1028"/>
                </a:lnTo>
                <a:lnTo>
                  <a:pt x="799" y="1030"/>
                </a:lnTo>
                <a:lnTo>
                  <a:pt x="799" y="1031"/>
                </a:lnTo>
                <a:lnTo>
                  <a:pt x="798" y="1031"/>
                </a:lnTo>
                <a:lnTo>
                  <a:pt x="798" y="1032"/>
                </a:lnTo>
                <a:lnTo>
                  <a:pt x="799" y="1033"/>
                </a:lnTo>
                <a:lnTo>
                  <a:pt x="800" y="1033"/>
                </a:lnTo>
                <a:lnTo>
                  <a:pt x="800" y="1034"/>
                </a:lnTo>
                <a:lnTo>
                  <a:pt x="799" y="1034"/>
                </a:lnTo>
                <a:lnTo>
                  <a:pt x="798" y="1035"/>
                </a:lnTo>
                <a:lnTo>
                  <a:pt x="798" y="1034"/>
                </a:lnTo>
                <a:lnTo>
                  <a:pt x="798" y="1035"/>
                </a:lnTo>
                <a:lnTo>
                  <a:pt x="797" y="1035"/>
                </a:lnTo>
                <a:lnTo>
                  <a:pt x="796" y="1036"/>
                </a:lnTo>
                <a:lnTo>
                  <a:pt x="797" y="1037"/>
                </a:lnTo>
                <a:lnTo>
                  <a:pt x="797" y="1038"/>
                </a:lnTo>
                <a:lnTo>
                  <a:pt x="796" y="1038"/>
                </a:lnTo>
                <a:lnTo>
                  <a:pt x="796" y="1039"/>
                </a:lnTo>
                <a:lnTo>
                  <a:pt x="795" y="1039"/>
                </a:lnTo>
                <a:lnTo>
                  <a:pt x="794" y="1039"/>
                </a:lnTo>
                <a:lnTo>
                  <a:pt x="792" y="1040"/>
                </a:lnTo>
                <a:lnTo>
                  <a:pt x="791" y="1040"/>
                </a:lnTo>
                <a:lnTo>
                  <a:pt x="791" y="1039"/>
                </a:lnTo>
                <a:lnTo>
                  <a:pt x="790" y="1039"/>
                </a:lnTo>
                <a:lnTo>
                  <a:pt x="789" y="1040"/>
                </a:lnTo>
                <a:lnTo>
                  <a:pt x="788" y="1041"/>
                </a:lnTo>
                <a:lnTo>
                  <a:pt x="787" y="1041"/>
                </a:lnTo>
                <a:lnTo>
                  <a:pt x="786" y="1041"/>
                </a:lnTo>
                <a:lnTo>
                  <a:pt x="786" y="1040"/>
                </a:lnTo>
                <a:lnTo>
                  <a:pt x="785" y="1040"/>
                </a:lnTo>
                <a:lnTo>
                  <a:pt x="781" y="1040"/>
                </a:lnTo>
                <a:lnTo>
                  <a:pt x="781" y="1041"/>
                </a:lnTo>
                <a:lnTo>
                  <a:pt x="777" y="1042"/>
                </a:lnTo>
                <a:lnTo>
                  <a:pt x="775" y="1044"/>
                </a:lnTo>
                <a:lnTo>
                  <a:pt x="775" y="1045"/>
                </a:lnTo>
                <a:lnTo>
                  <a:pt x="775" y="1046"/>
                </a:lnTo>
                <a:lnTo>
                  <a:pt x="773" y="1046"/>
                </a:lnTo>
                <a:lnTo>
                  <a:pt x="770" y="1046"/>
                </a:lnTo>
                <a:lnTo>
                  <a:pt x="768" y="1047"/>
                </a:lnTo>
                <a:lnTo>
                  <a:pt x="767" y="1047"/>
                </a:lnTo>
                <a:lnTo>
                  <a:pt x="765" y="1047"/>
                </a:lnTo>
                <a:lnTo>
                  <a:pt x="762" y="1048"/>
                </a:lnTo>
                <a:lnTo>
                  <a:pt x="760" y="1048"/>
                </a:lnTo>
                <a:lnTo>
                  <a:pt x="758" y="1047"/>
                </a:lnTo>
                <a:lnTo>
                  <a:pt x="758" y="1046"/>
                </a:lnTo>
                <a:lnTo>
                  <a:pt x="759" y="1045"/>
                </a:lnTo>
                <a:lnTo>
                  <a:pt x="759" y="1044"/>
                </a:lnTo>
                <a:lnTo>
                  <a:pt x="759" y="1043"/>
                </a:lnTo>
                <a:lnTo>
                  <a:pt x="758" y="1043"/>
                </a:lnTo>
                <a:lnTo>
                  <a:pt x="758" y="1041"/>
                </a:lnTo>
                <a:lnTo>
                  <a:pt x="758" y="1038"/>
                </a:lnTo>
                <a:lnTo>
                  <a:pt x="757" y="1037"/>
                </a:lnTo>
                <a:lnTo>
                  <a:pt x="756" y="1036"/>
                </a:lnTo>
                <a:lnTo>
                  <a:pt x="752" y="1035"/>
                </a:lnTo>
                <a:lnTo>
                  <a:pt x="752" y="1036"/>
                </a:lnTo>
                <a:lnTo>
                  <a:pt x="750" y="1035"/>
                </a:lnTo>
                <a:lnTo>
                  <a:pt x="749" y="1031"/>
                </a:lnTo>
                <a:lnTo>
                  <a:pt x="750" y="1031"/>
                </a:lnTo>
                <a:lnTo>
                  <a:pt x="750" y="1030"/>
                </a:lnTo>
                <a:lnTo>
                  <a:pt x="749" y="1028"/>
                </a:lnTo>
                <a:lnTo>
                  <a:pt x="749" y="1027"/>
                </a:lnTo>
                <a:lnTo>
                  <a:pt x="747" y="1026"/>
                </a:lnTo>
                <a:lnTo>
                  <a:pt x="746" y="1025"/>
                </a:lnTo>
                <a:lnTo>
                  <a:pt x="744" y="1023"/>
                </a:lnTo>
                <a:lnTo>
                  <a:pt x="744" y="1022"/>
                </a:lnTo>
                <a:lnTo>
                  <a:pt x="744" y="1019"/>
                </a:lnTo>
                <a:lnTo>
                  <a:pt x="745" y="1017"/>
                </a:lnTo>
                <a:lnTo>
                  <a:pt x="743" y="1012"/>
                </a:lnTo>
                <a:lnTo>
                  <a:pt x="742" y="1010"/>
                </a:lnTo>
                <a:lnTo>
                  <a:pt x="739" y="1010"/>
                </a:lnTo>
                <a:lnTo>
                  <a:pt x="739" y="1009"/>
                </a:lnTo>
                <a:lnTo>
                  <a:pt x="739" y="1008"/>
                </a:lnTo>
                <a:lnTo>
                  <a:pt x="738" y="1007"/>
                </a:lnTo>
                <a:lnTo>
                  <a:pt x="737" y="1006"/>
                </a:lnTo>
                <a:lnTo>
                  <a:pt x="736" y="1005"/>
                </a:lnTo>
                <a:lnTo>
                  <a:pt x="735" y="1005"/>
                </a:lnTo>
                <a:lnTo>
                  <a:pt x="732" y="1001"/>
                </a:lnTo>
                <a:lnTo>
                  <a:pt x="731" y="1001"/>
                </a:lnTo>
                <a:lnTo>
                  <a:pt x="728" y="1000"/>
                </a:lnTo>
                <a:lnTo>
                  <a:pt x="726" y="1000"/>
                </a:lnTo>
                <a:lnTo>
                  <a:pt x="724" y="1001"/>
                </a:lnTo>
                <a:lnTo>
                  <a:pt x="720" y="1003"/>
                </a:lnTo>
                <a:lnTo>
                  <a:pt x="714" y="1004"/>
                </a:lnTo>
                <a:lnTo>
                  <a:pt x="712" y="1004"/>
                </a:lnTo>
                <a:lnTo>
                  <a:pt x="712" y="1003"/>
                </a:lnTo>
                <a:lnTo>
                  <a:pt x="709" y="1002"/>
                </a:lnTo>
                <a:lnTo>
                  <a:pt x="706" y="1002"/>
                </a:lnTo>
                <a:lnTo>
                  <a:pt x="703" y="1002"/>
                </a:lnTo>
                <a:lnTo>
                  <a:pt x="703" y="1003"/>
                </a:lnTo>
                <a:lnTo>
                  <a:pt x="703" y="1002"/>
                </a:lnTo>
                <a:lnTo>
                  <a:pt x="702" y="1002"/>
                </a:lnTo>
                <a:lnTo>
                  <a:pt x="702" y="1001"/>
                </a:lnTo>
                <a:lnTo>
                  <a:pt x="701" y="1001"/>
                </a:lnTo>
                <a:lnTo>
                  <a:pt x="701" y="1000"/>
                </a:lnTo>
                <a:lnTo>
                  <a:pt x="697" y="1000"/>
                </a:lnTo>
                <a:lnTo>
                  <a:pt x="696" y="1000"/>
                </a:lnTo>
                <a:lnTo>
                  <a:pt x="694" y="1000"/>
                </a:lnTo>
                <a:lnTo>
                  <a:pt x="693" y="999"/>
                </a:lnTo>
                <a:lnTo>
                  <a:pt x="693" y="997"/>
                </a:lnTo>
                <a:lnTo>
                  <a:pt x="693" y="996"/>
                </a:lnTo>
                <a:lnTo>
                  <a:pt x="693" y="995"/>
                </a:lnTo>
                <a:lnTo>
                  <a:pt x="692" y="994"/>
                </a:lnTo>
                <a:lnTo>
                  <a:pt x="691" y="993"/>
                </a:lnTo>
                <a:lnTo>
                  <a:pt x="689" y="995"/>
                </a:lnTo>
                <a:lnTo>
                  <a:pt x="689" y="996"/>
                </a:lnTo>
                <a:lnTo>
                  <a:pt x="689" y="997"/>
                </a:lnTo>
                <a:lnTo>
                  <a:pt x="689" y="998"/>
                </a:lnTo>
                <a:lnTo>
                  <a:pt x="688" y="1000"/>
                </a:lnTo>
                <a:lnTo>
                  <a:pt x="687" y="1002"/>
                </a:lnTo>
                <a:lnTo>
                  <a:pt x="686" y="1003"/>
                </a:lnTo>
                <a:lnTo>
                  <a:pt x="684" y="1003"/>
                </a:lnTo>
                <a:lnTo>
                  <a:pt x="682" y="1002"/>
                </a:lnTo>
                <a:lnTo>
                  <a:pt x="681" y="1001"/>
                </a:lnTo>
                <a:lnTo>
                  <a:pt x="681" y="1000"/>
                </a:lnTo>
                <a:lnTo>
                  <a:pt x="681" y="999"/>
                </a:lnTo>
                <a:lnTo>
                  <a:pt x="680" y="997"/>
                </a:lnTo>
                <a:lnTo>
                  <a:pt x="679" y="996"/>
                </a:lnTo>
                <a:lnTo>
                  <a:pt x="678" y="996"/>
                </a:lnTo>
                <a:lnTo>
                  <a:pt x="678" y="995"/>
                </a:lnTo>
                <a:lnTo>
                  <a:pt x="676" y="993"/>
                </a:lnTo>
                <a:lnTo>
                  <a:pt x="675" y="994"/>
                </a:lnTo>
                <a:lnTo>
                  <a:pt x="673" y="995"/>
                </a:lnTo>
                <a:lnTo>
                  <a:pt x="673" y="996"/>
                </a:lnTo>
                <a:lnTo>
                  <a:pt x="671" y="997"/>
                </a:lnTo>
                <a:lnTo>
                  <a:pt x="670" y="997"/>
                </a:lnTo>
                <a:lnTo>
                  <a:pt x="669" y="997"/>
                </a:lnTo>
                <a:lnTo>
                  <a:pt x="668" y="997"/>
                </a:lnTo>
                <a:lnTo>
                  <a:pt x="667" y="997"/>
                </a:lnTo>
                <a:lnTo>
                  <a:pt x="666" y="998"/>
                </a:lnTo>
                <a:lnTo>
                  <a:pt x="666" y="999"/>
                </a:lnTo>
                <a:lnTo>
                  <a:pt x="666" y="1000"/>
                </a:lnTo>
                <a:lnTo>
                  <a:pt x="666" y="1001"/>
                </a:lnTo>
                <a:lnTo>
                  <a:pt x="665" y="1001"/>
                </a:lnTo>
                <a:lnTo>
                  <a:pt x="662" y="1001"/>
                </a:lnTo>
                <a:lnTo>
                  <a:pt x="662" y="1000"/>
                </a:lnTo>
                <a:lnTo>
                  <a:pt x="661" y="1000"/>
                </a:lnTo>
                <a:lnTo>
                  <a:pt x="660" y="1000"/>
                </a:lnTo>
                <a:lnTo>
                  <a:pt x="657" y="1001"/>
                </a:lnTo>
                <a:lnTo>
                  <a:pt x="656" y="999"/>
                </a:lnTo>
                <a:lnTo>
                  <a:pt x="656" y="998"/>
                </a:lnTo>
                <a:lnTo>
                  <a:pt x="655" y="996"/>
                </a:lnTo>
                <a:lnTo>
                  <a:pt x="652" y="996"/>
                </a:lnTo>
                <a:lnTo>
                  <a:pt x="651" y="996"/>
                </a:lnTo>
                <a:lnTo>
                  <a:pt x="650" y="996"/>
                </a:lnTo>
                <a:lnTo>
                  <a:pt x="650" y="997"/>
                </a:lnTo>
                <a:lnTo>
                  <a:pt x="649" y="997"/>
                </a:lnTo>
                <a:lnTo>
                  <a:pt x="646" y="996"/>
                </a:lnTo>
                <a:lnTo>
                  <a:pt x="645" y="996"/>
                </a:lnTo>
                <a:lnTo>
                  <a:pt x="644" y="997"/>
                </a:lnTo>
                <a:lnTo>
                  <a:pt x="643" y="997"/>
                </a:lnTo>
                <a:lnTo>
                  <a:pt x="643" y="998"/>
                </a:lnTo>
                <a:lnTo>
                  <a:pt x="644" y="1001"/>
                </a:lnTo>
                <a:lnTo>
                  <a:pt x="643" y="1002"/>
                </a:lnTo>
                <a:lnTo>
                  <a:pt x="642" y="1005"/>
                </a:lnTo>
                <a:lnTo>
                  <a:pt x="642" y="1007"/>
                </a:lnTo>
                <a:lnTo>
                  <a:pt x="641" y="1009"/>
                </a:lnTo>
                <a:lnTo>
                  <a:pt x="640" y="1015"/>
                </a:lnTo>
                <a:lnTo>
                  <a:pt x="640" y="1020"/>
                </a:lnTo>
                <a:lnTo>
                  <a:pt x="639" y="1022"/>
                </a:lnTo>
                <a:lnTo>
                  <a:pt x="639" y="1023"/>
                </a:lnTo>
                <a:lnTo>
                  <a:pt x="639" y="1024"/>
                </a:lnTo>
                <a:lnTo>
                  <a:pt x="639" y="1026"/>
                </a:lnTo>
                <a:lnTo>
                  <a:pt x="639" y="1027"/>
                </a:lnTo>
                <a:lnTo>
                  <a:pt x="638" y="1027"/>
                </a:lnTo>
                <a:lnTo>
                  <a:pt x="639" y="1027"/>
                </a:lnTo>
                <a:lnTo>
                  <a:pt x="639" y="1028"/>
                </a:lnTo>
                <a:lnTo>
                  <a:pt x="639" y="1029"/>
                </a:lnTo>
                <a:lnTo>
                  <a:pt x="640" y="1029"/>
                </a:lnTo>
                <a:lnTo>
                  <a:pt x="640" y="1030"/>
                </a:lnTo>
                <a:lnTo>
                  <a:pt x="639" y="1031"/>
                </a:lnTo>
                <a:lnTo>
                  <a:pt x="638" y="1033"/>
                </a:lnTo>
                <a:lnTo>
                  <a:pt x="637" y="1036"/>
                </a:lnTo>
                <a:lnTo>
                  <a:pt x="636" y="1036"/>
                </a:lnTo>
                <a:lnTo>
                  <a:pt x="635" y="1037"/>
                </a:lnTo>
                <a:lnTo>
                  <a:pt x="634" y="1037"/>
                </a:lnTo>
                <a:lnTo>
                  <a:pt x="634" y="1038"/>
                </a:lnTo>
                <a:lnTo>
                  <a:pt x="635" y="1042"/>
                </a:lnTo>
                <a:lnTo>
                  <a:pt x="635" y="1043"/>
                </a:lnTo>
                <a:lnTo>
                  <a:pt x="635" y="1044"/>
                </a:lnTo>
                <a:lnTo>
                  <a:pt x="636" y="1045"/>
                </a:lnTo>
                <a:lnTo>
                  <a:pt x="637" y="1045"/>
                </a:lnTo>
                <a:lnTo>
                  <a:pt x="638" y="1046"/>
                </a:lnTo>
                <a:lnTo>
                  <a:pt x="639" y="1047"/>
                </a:lnTo>
                <a:lnTo>
                  <a:pt x="639" y="1048"/>
                </a:lnTo>
                <a:lnTo>
                  <a:pt x="640" y="1048"/>
                </a:lnTo>
                <a:lnTo>
                  <a:pt x="643" y="1049"/>
                </a:lnTo>
                <a:lnTo>
                  <a:pt x="644" y="1049"/>
                </a:lnTo>
                <a:lnTo>
                  <a:pt x="645" y="1050"/>
                </a:lnTo>
                <a:lnTo>
                  <a:pt x="645" y="1053"/>
                </a:lnTo>
                <a:lnTo>
                  <a:pt x="645" y="1054"/>
                </a:lnTo>
                <a:lnTo>
                  <a:pt x="644" y="1055"/>
                </a:lnTo>
                <a:lnTo>
                  <a:pt x="644" y="1056"/>
                </a:lnTo>
                <a:lnTo>
                  <a:pt x="644" y="1058"/>
                </a:lnTo>
                <a:lnTo>
                  <a:pt x="644" y="1061"/>
                </a:lnTo>
                <a:lnTo>
                  <a:pt x="645" y="1062"/>
                </a:lnTo>
                <a:lnTo>
                  <a:pt x="645" y="1063"/>
                </a:lnTo>
                <a:lnTo>
                  <a:pt x="644" y="1065"/>
                </a:lnTo>
                <a:lnTo>
                  <a:pt x="644" y="1066"/>
                </a:lnTo>
                <a:lnTo>
                  <a:pt x="643" y="1068"/>
                </a:lnTo>
                <a:lnTo>
                  <a:pt x="641" y="1068"/>
                </a:lnTo>
                <a:lnTo>
                  <a:pt x="641" y="1067"/>
                </a:lnTo>
                <a:lnTo>
                  <a:pt x="640" y="1067"/>
                </a:lnTo>
                <a:lnTo>
                  <a:pt x="638" y="1067"/>
                </a:lnTo>
                <a:lnTo>
                  <a:pt x="637" y="1068"/>
                </a:lnTo>
                <a:lnTo>
                  <a:pt x="636" y="1069"/>
                </a:lnTo>
                <a:lnTo>
                  <a:pt x="635" y="1070"/>
                </a:lnTo>
                <a:lnTo>
                  <a:pt x="634" y="1071"/>
                </a:lnTo>
                <a:lnTo>
                  <a:pt x="632" y="1072"/>
                </a:lnTo>
                <a:lnTo>
                  <a:pt x="632" y="1073"/>
                </a:lnTo>
                <a:lnTo>
                  <a:pt x="630" y="1075"/>
                </a:lnTo>
                <a:lnTo>
                  <a:pt x="630" y="1076"/>
                </a:lnTo>
                <a:lnTo>
                  <a:pt x="629" y="1076"/>
                </a:lnTo>
                <a:lnTo>
                  <a:pt x="628" y="1076"/>
                </a:lnTo>
                <a:lnTo>
                  <a:pt x="627" y="1076"/>
                </a:lnTo>
                <a:lnTo>
                  <a:pt x="626" y="1077"/>
                </a:lnTo>
                <a:lnTo>
                  <a:pt x="625" y="1077"/>
                </a:lnTo>
                <a:lnTo>
                  <a:pt x="625" y="1078"/>
                </a:lnTo>
                <a:lnTo>
                  <a:pt x="624" y="1081"/>
                </a:lnTo>
                <a:lnTo>
                  <a:pt x="623" y="1081"/>
                </a:lnTo>
                <a:lnTo>
                  <a:pt x="622" y="1082"/>
                </a:lnTo>
                <a:lnTo>
                  <a:pt x="621" y="1083"/>
                </a:lnTo>
                <a:lnTo>
                  <a:pt x="621" y="1085"/>
                </a:lnTo>
                <a:lnTo>
                  <a:pt x="621" y="1086"/>
                </a:lnTo>
                <a:lnTo>
                  <a:pt x="622" y="1086"/>
                </a:lnTo>
                <a:lnTo>
                  <a:pt x="621" y="1088"/>
                </a:lnTo>
                <a:lnTo>
                  <a:pt x="621" y="1089"/>
                </a:lnTo>
                <a:lnTo>
                  <a:pt x="620" y="1089"/>
                </a:lnTo>
                <a:lnTo>
                  <a:pt x="618" y="1088"/>
                </a:lnTo>
                <a:lnTo>
                  <a:pt x="615" y="1086"/>
                </a:lnTo>
                <a:lnTo>
                  <a:pt x="612" y="1085"/>
                </a:lnTo>
                <a:lnTo>
                  <a:pt x="611" y="1085"/>
                </a:lnTo>
                <a:lnTo>
                  <a:pt x="610" y="1085"/>
                </a:lnTo>
                <a:lnTo>
                  <a:pt x="609" y="1084"/>
                </a:lnTo>
                <a:lnTo>
                  <a:pt x="608" y="1084"/>
                </a:lnTo>
                <a:lnTo>
                  <a:pt x="608" y="1083"/>
                </a:lnTo>
                <a:lnTo>
                  <a:pt x="605" y="1084"/>
                </a:lnTo>
                <a:lnTo>
                  <a:pt x="605" y="1085"/>
                </a:lnTo>
                <a:lnTo>
                  <a:pt x="604" y="1086"/>
                </a:lnTo>
                <a:lnTo>
                  <a:pt x="603" y="1086"/>
                </a:lnTo>
                <a:lnTo>
                  <a:pt x="602" y="1086"/>
                </a:lnTo>
                <a:lnTo>
                  <a:pt x="601" y="1086"/>
                </a:lnTo>
                <a:lnTo>
                  <a:pt x="600" y="1085"/>
                </a:lnTo>
                <a:lnTo>
                  <a:pt x="597" y="1085"/>
                </a:lnTo>
                <a:lnTo>
                  <a:pt x="596" y="1085"/>
                </a:lnTo>
                <a:lnTo>
                  <a:pt x="595" y="1085"/>
                </a:lnTo>
                <a:lnTo>
                  <a:pt x="595" y="1086"/>
                </a:lnTo>
                <a:lnTo>
                  <a:pt x="595" y="1087"/>
                </a:lnTo>
                <a:lnTo>
                  <a:pt x="593" y="1088"/>
                </a:lnTo>
                <a:lnTo>
                  <a:pt x="592" y="1087"/>
                </a:lnTo>
                <a:lnTo>
                  <a:pt x="592" y="1086"/>
                </a:lnTo>
                <a:lnTo>
                  <a:pt x="591" y="1086"/>
                </a:lnTo>
                <a:lnTo>
                  <a:pt x="591" y="1085"/>
                </a:lnTo>
                <a:lnTo>
                  <a:pt x="590" y="1084"/>
                </a:lnTo>
                <a:lnTo>
                  <a:pt x="587" y="1084"/>
                </a:lnTo>
                <a:lnTo>
                  <a:pt x="587" y="1083"/>
                </a:lnTo>
                <a:lnTo>
                  <a:pt x="585" y="1083"/>
                </a:lnTo>
                <a:lnTo>
                  <a:pt x="585" y="1084"/>
                </a:lnTo>
                <a:lnTo>
                  <a:pt x="582" y="1084"/>
                </a:lnTo>
                <a:lnTo>
                  <a:pt x="582" y="1085"/>
                </a:lnTo>
                <a:lnTo>
                  <a:pt x="581" y="1085"/>
                </a:lnTo>
                <a:lnTo>
                  <a:pt x="579" y="1085"/>
                </a:lnTo>
                <a:lnTo>
                  <a:pt x="576" y="1083"/>
                </a:lnTo>
                <a:lnTo>
                  <a:pt x="575" y="1083"/>
                </a:lnTo>
                <a:lnTo>
                  <a:pt x="575" y="1082"/>
                </a:lnTo>
                <a:lnTo>
                  <a:pt x="575" y="1081"/>
                </a:lnTo>
                <a:lnTo>
                  <a:pt x="573" y="1082"/>
                </a:lnTo>
                <a:lnTo>
                  <a:pt x="571" y="1084"/>
                </a:lnTo>
                <a:lnTo>
                  <a:pt x="570" y="1084"/>
                </a:lnTo>
                <a:lnTo>
                  <a:pt x="567" y="1085"/>
                </a:lnTo>
                <a:lnTo>
                  <a:pt x="566" y="1085"/>
                </a:lnTo>
                <a:lnTo>
                  <a:pt x="565" y="1085"/>
                </a:lnTo>
                <a:lnTo>
                  <a:pt x="564" y="1084"/>
                </a:lnTo>
                <a:lnTo>
                  <a:pt x="563" y="1084"/>
                </a:lnTo>
                <a:lnTo>
                  <a:pt x="562" y="1084"/>
                </a:lnTo>
                <a:lnTo>
                  <a:pt x="561" y="1083"/>
                </a:lnTo>
                <a:lnTo>
                  <a:pt x="560" y="1083"/>
                </a:lnTo>
                <a:lnTo>
                  <a:pt x="558" y="1084"/>
                </a:lnTo>
                <a:lnTo>
                  <a:pt x="555" y="1086"/>
                </a:lnTo>
                <a:lnTo>
                  <a:pt x="555" y="1087"/>
                </a:lnTo>
                <a:lnTo>
                  <a:pt x="553" y="1090"/>
                </a:lnTo>
                <a:lnTo>
                  <a:pt x="552" y="1091"/>
                </a:lnTo>
                <a:lnTo>
                  <a:pt x="552" y="1093"/>
                </a:lnTo>
                <a:lnTo>
                  <a:pt x="551" y="1094"/>
                </a:lnTo>
                <a:lnTo>
                  <a:pt x="550" y="1096"/>
                </a:lnTo>
                <a:lnTo>
                  <a:pt x="550" y="1097"/>
                </a:lnTo>
                <a:lnTo>
                  <a:pt x="549" y="1098"/>
                </a:lnTo>
                <a:lnTo>
                  <a:pt x="549" y="1100"/>
                </a:lnTo>
                <a:lnTo>
                  <a:pt x="550" y="1100"/>
                </a:lnTo>
                <a:lnTo>
                  <a:pt x="550" y="1101"/>
                </a:lnTo>
                <a:lnTo>
                  <a:pt x="550" y="1102"/>
                </a:lnTo>
                <a:lnTo>
                  <a:pt x="550" y="1104"/>
                </a:lnTo>
                <a:lnTo>
                  <a:pt x="549" y="1105"/>
                </a:lnTo>
                <a:lnTo>
                  <a:pt x="547" y="1105"/>
                </a:lnTo>
                <a:lnTo>
                  <a:pt x="543" y="1104"/>
                </a:lnTo>
                <a:lnTo>
                  <a:pt x="542" y="1104"/>
                </a:lnTo>
                <a:lnTo>
                  <a:pt x="542" y="1103"/>
                </a:lnTo>
                <a:lnTo>
                  <a:pt x="541" y="1103"/>
                </a:lnTo>
                <a:lnTo>
                  <a:pt x="541" y="1104"/>
                </a:lnTo>
                <a:lnTo>
                  <a:pt x="540" y="1106"/>
                </a:lnTo>
                <a:lnTo>
                  <a:pt x="539" y="1107"/>
                </a:lnTo>
                <a:lnTo>
                  <a:pt x="538" y="1109"/>
                </a:lnTo>
                <a:lnTo>
                  <a:pt x="538" y="1113"/>
                </a:lnTo>
                <a:lnTo>
                  <a:pt x="538" y="1114"/>
                </a:lnTo>
                <a:lnTo>
                  <a:pt x="537" y="1114"/>
                </a:lnTo>
                <a:lnTo>
                  <a:pt x="537" y="1115"/>
                </a:lnTo>
                <a:lnTo>
                  <a:pt x="536" y="1115"/>
                </a:lnTo>
                <a:lnTo>
                  <a:pt x="535" y="1116"/>
                </a:lnTo>
                <a:lnTo>
                  <a:pt x="535" y="1115"/>
                </a:lnTo>
                <a:lnTo>
                  <a:pt x="534" y="1115"/>
                </a:lnTo>
                <a:lnTo>
                  <a:pt x="533" y="1114"/>
                </a:lnTo>
                <a:lnTo>
                  <a:pt x="531" y="1115"/>
                </a:lnTo>
                <a:lnTo>
                  <a:pt x="529" y="1116"/>
                </a:lnTo>
                <a:lnTo>
                  <a:pt x="527" y="1116"/>
                </a:lnTo>
                <a:lnTo>
                  <a:pt x="527" y="1115"/>
                </a:lnTo>
                <a:lnTo>
                  <a:pt x="527" y="1113"/>
                </a:lnTo>
                <a:lnTo>
                  <a:pt x="525" y="1111"/>
                </a:lnTo>
                <a:lnTo>
                  <a:pt x="524" y="1111"/>
                </a:lnTo>
                <a:lnTo>
                  <a:pt x="523" y="1111"/>
                </a:lnTo>
                <a:lnTo>
                  <a:pt x="522" y="1110"/>
                </a:lnTo>
                <a:lnTo>
                  <a:pt x="521" y="1110"/>
                </a:lnTo>
                <a:lnTo>
                  <a:pt x="519" y="1110"/>
                </a:lnTo>
                <a:lnTo>
                  <a:pt x="518" y="1110"/>
                </a:lnTo>
                <a:lnTo>
                  <a:pt x="518" y="1111"/>
                </a:lnTo>
                <a:lnTo>
                  <a:pt x="517" y="1111"/>
                </a:lnTo>
                <a:lnTo>
                  <a:pt x="515" y="1112"/>
                </a:lnTo>
                <a:lnTo>
                  <a:pt x="514" y="1110"/>
                </a:lnTo>
                <a:lnTo>
                  <a:pt x="514" y="1109"/>
                </a:lnTo>
                <a:lnTo>
                  <a:pt x="514" y="1108"/>
                </a:lnTo>
                <a:lnTo>
                  <a:pt x="512" y="1108"/>
                </a:lnTo>
                <a:lnTo>
                  <a:pt x="512" y="1109"/>
                </a:lnTo>
                <a:lnTo>
                  <a:pt x="511" y="1108"/>
                </a:lnTo>
                <a:lnTo>
                  <a:pt x="510" y="1108"/>
                </a:lnTo>
                <a:lnTo>
                  <a:pt x="511" y="1106"/>
                </a:lnTo>
                <a:lnTo>
                  <a:pt x="512" y="1105"/>
                </a:lnTo>
                <a:lnTo>
                  <a:pt x="512" y="1104"/>
                </a:lnTo>
                <a:lnTo>
                  <a:pt x="513" y="1104"/>
                </a:lnTo>
                <a:lnTo>
                  <a:pt x="513" y="1102"/>
                </a:lnTo>
                <a:lnTo>
                  <a:pt x="514" y="1101"/>
                </a:lnTo>
                <a:lnTo>
                  <a:pt x="514" y="1099"/>
                </a:lnTo>
                <a:lnTo>
                  <a:pt x="515" y="1099"/>
                </a:lnTo>
                <a:lnTo>
                  <a:pt x="516" y="1099"/>
                </a:lnTo>
                <a:lnTo>
                  <a:pt x="516" y="1098"/>
                </a:lnTo>
                <a:lnTo>
                  <a:pt x="516" y="1097"/>
                </a:lnTo>
                <a:lnTo>
                  <a:pt x="516" y="1096"/>
                </a:lnTo>
                <a:lnTo>
                  <a:pt x="515" y="1096"/>
                </a:lnTo>
                <a:lnTo>
                  <a:pt x="515" y="1095"/>
                </a:lnTo>
                <a:lnTo>
                  <a:pt x="516" y="1094"/>
                </a:lnTo>
                <a:lnTo>
                  <a:pt x="517" y="1090"/>
                </a:lnTo>
                <a:lnTo>
                  <a:pt x="518" y="1089"/>
                </a:lnTo>
                <a:lnTo>
                  <a:pt x="519" y="1089"/>
                </a:lnTo>
                <a:lnTo>
                  <a:pt x="519" y="1087"/>
                </a:lnTo>
                <a:lnTo>
                  <a:pt x="519" y="1084"/>
                </a:lnTo>
                <a:lnTo>
                  <a:pt x="519" y="1081"/>
                </a:lnTo>
                <a:lnTo>
                  <a:pt x="518" y="1080"/>
                </a:lnTo>
                <a:lnTo>
                  <a:pt x="517" y="1079"/>
                </a:lnTo>
                <a:lnTo>
                  <a:pt x="516" y="1078"/>
                </a:lnTo>
                <a:lnTo>
                  <a:pt x="514" y="1077"/>
                </a:lnTo>
                <a:lnTo>
                  <a:pt x="513" y="1074"/>
                </a:lnTo>
                <a:lnTo>
                  <a:pt x="513" y="1069"/>
                </a:lnTo>
                <a:lnTo>
                  <a:pt x="514" y="1067"/>
                </a:lnTo>
                <a:lnTo>
                  <a:pt x="514" y="1066"/>
                </a:lnTo>
                <a:lnTo>
                  <a:pt x="513" y="1066"/>
                </a:lnTo>
                <a:lnTo>
                  <a:pt x="512" y="1065"/>
                </a:lnTo>
                <a:lnTo>
                  <a:pt x="512" y="1064"/>
                </a:lnTo>
                <a:lnTo>
                  <a:pt x="511" y="1064"/>
                </a:lnTo>
                <a:lnTo>
                  <a:pt x="512" y="1064"/>
                </a:lnTo>
                <a:lnTo>
                  <a:pt x="512" y="1061"/>
                </a:lnTo>
                <a:lnTo>
                  <a:pt x="513" y="1059"/>
                </a:lnTo>
                <a:lnTo>
                  <a:pt x="513" y="1058"/>
                </a:lnTo>
                <a:lnTo>
                  <a:pt x="514" y="1058"/>
                </a:lnTo>
                <a:lnTo>
                  <a:pt x="514" y="1057"/>
                </a:lnTo>
                <a:lnTo>
                  <a:pt x="513" y="1055"/>
                </a:lnTo>
                <a:lnTo>
                  <a:pt x="511" y="1054"/>
                </a:lnTo>
                <a:lnTo>
                  <a:pt x="510" y="1054"/>
                </a:lnTo>
                <a:lnTo>
                  <a:pt x="510" y="1053"/>
                </a:lnTo>
                <a:lnTo>
                  <a:pt x="509" y="1053"/>
                </a:lnTo>
                <a:lnTo>
                  <a:pt x="509" y="1052"/>
                </a:lnTo>
                <a:lnTo>
                  <a:pt x="508" y="1051"/>
                </a:lnTo>
                <a:lnTo>
                  <a:pt x="507" y="1051"/>
                </a:lnTo>
                <a:lnTo>
                  <a:pt x="508" y="1048"/>
                </a:lnTo>
                <a:lnTo>
                  <a:pt x="509" y="1046"/>
                </a:lnTo>
                <a:lnTo>
                  <a:pt x="509" y="1045"/>
                </a:lnTo>
                <a:lnTo>
                  <a:pt x="510" y="1045"/>
                </a:lnTo>
                <a:lnTo>
                  <a:pt x="512" y="1045"/>
                </a:lnTo>
                <a:lnTo>
                  <a:pt x="512" y="1044"/>
                </a:lnTo>
                <a:lnTo>
                  <a:pt x="513" y="1042"/>
                </a:lnTo>
                <a:lnTo>
                  <a:pt x="513" y="1039"/>
                </a:lnTo>
                <a:lnTo>
                  <a:pt x="513" y="1038"/>
                </a:lnTo>
                <a:lnTo>
                  <a:pt x="513" y="1037"/>
                </a:lnTo>
                <a:lnTo>
                  <a:pt x="512" y="1037"/>
                </a:lnTo>
                <a:lnTo>
                  <a:pt x="511" y="1037"/>
                </a:lnTo>
                <a:lnTo>
                  <a:pt x="510" y="1038"/>
                </a:lnTo>
                <a:lnTo>
                  <a:pt x="508" y="1038"/>
                </a:lnTo>
                <a:lnTo>
                  <a:pt x="504" y="1037"/>
                </a:lnTo>
                <a:lnTo>
                  <a:pt x="504" y="1036"/>
                </a:lnTo>
                <a:lnTo>
                  <a:pt x="503" y="1035"/>
                </a:lnTo>
                <a:lnTo>
                  <a:pt x="504" y="1034"/>
                </a:lnTo>
                <a:lnTo>
                  <a:pt x="504" y="1033"/>
                </a:lnTo>
                <a:lnTo>
                  <a:pt x="504" y="1032"/>
                </a:lnTo>
                <a:lnTo>
                  <a:pt x="504" y="1029"/>
                </a:lnTo>
                <a:lnTo>
                  <a:pt x="504" y="1028"/>
                </a:lnTo>
                <a:lnTo>
                  <a:pt x="504" y="1027"/>
                </a:lnTo>
                <a:lnTo>
                  <a:pt x="505" y="1023"/>
                </a:lnTo>
                <a:lnTo>
                  <a:pt x="504" y="1023"/>
                </a:lnTo>
                <a:lnTo>
                  <a:pt x="503" y="1023"/>
                </a:lnTo>
                <a:lnTo>
                  <a:pt x="502" y="1023"/>
                </a:lnTo>
                <a:lnTo>
                  <a:pt x="501" y="1023"/>
                </a:lnTo>
                <a:lnTo>
                  <a:pt x="500" y="1022"/>
                </a:lnTo>
                <a:lnTo>
                  <a:pt x="500" y="1020"/>
                </a:lnTo>
                <a:lnTo>
                  <a:pt x="500" y="1019"/>
                </a:lnTo>
                <a:lnTo>
                  <a:pt x="497" y="1018"/>
                </a:lnTo>
                <a:lnTo>
                  <a:pt x="496" y="1018"/>
                </a:lnTo>
                <a:lnTo>
                  <a:pt x="494" y="1020"/>
                </a:lnTo>
                <a:lnTo>
                  <a:pt x="494" y="1021"/>
                </a:lnTo>
                <a:lnTo>
                  <a:pt x="495" y="1021"/>
                </a:lnTo>
                <a:lnTo>
                  <a:pt x="494" y="1022"/>
                </a:lnTo>
                <a:lnTo>
                  <a:pt x="493" y="1023"/>
                </a:lnTo>
                <a:lnTo>
                  <a:pt x="492" y="1024"/>
                </a:lnTo>
                <a:lnTo>
                  <a:pt x="491" y="1025"/>
                </a:lnTo>
                <a:lnTo>
                  <a:pt x="488" y="1025"/>
                </a:lnTo>
                <a:lnTo>
                  <a:pt x="485" y="1024"/>
                </a:lnTo>
                <a:lnTo>
                  <a:pt x="484" y="1023"/>
                </a:lnTo>
                <a:lnTo>
                  <a:pt x="481" y="1022"/>
                </a:lnTo>
                <a:lnTo>
                  <a:pt x="481" y="1021"/>
                </a:lnTo>
                <a:lnTo>
                  <a:pt x="480" y="1021"/>
                </a:lnTo>
                <a:lnTo>
                  <a:pt x="479" y="1021"/>
                </a:lnTo>
                <a:lnTo>
                  <a:pt x="478" y="1018"/>
                </a:lnTo>
                <a:lnTo>
                  <a:pt x="478" y="1017"/>
                </a:lnTo>
                <a:lnTo>
                  <a:pt x="478" y="1016"/>
                </a:lnTo>
                <a:lnTo>
                  <a:pt x="476" y="1016"/>
                </a:lnTo>
                <a:lnTo>
                  <a:pt x="475" y="1016"/>
                </a:lnTo>
                <a:lnTo>
                  <a:pt x="474" y="1016"/>
                </a:lnTo>
                <a:lnTo>
                  <a:pt x="474" y="1017"/>
                </a:lnTo>
                <a:lnTo>
                  <a:pt x="473" y="1020"/>
                </a:lnTo>
                <a:lnTo>
                  <a:pt x="471" y="1020"/>
                </a:lnTo>
                <a:lnTo>
                  <a:pt x="471" y="1021"/>
                </a:lnTo>
                <a:lnTo>
                  <a:pt x="470" y="1021"/>
                </a:lnTo>
                <a:lnTo>
                  <a:pt x="469" y="1021"/>
                </a:lnTo>
                <a:lnTo>
                  <a:pt x="468" y="1023"/>
                </a:lnTo>
                <a:lnTo>
                  <a:pt x="467" y="1023"/>
                </a:lnTo>
                <a:lnTo>
                  <a:pt x="467" y="1024"/>
                </a:lnTo>
                <a:lnTo>
                  <a:pt x="467" y="1025"/>
                </a:lnTo>
                <a:lnTo>
                  <a:pt x="467" y="1026"/>
                </a:lnTo>
                <a:lnTo>
                  <a:pt x="465" y="1029"/>
                </a:lnTo>
                <a:lnTo>
                  <a:pt x="464" y="1029"/>
                </a:lnTo>
                <a:lnTo>
                  <a:pt x="463" y="1031"/>
                </a:lnTo>
                <a:lnTo>
                  <a:pt x="464" y="1032"/>
                </a:lnTo>
                <a:lnTo>
                  <a:pt x="463" y="1032"/>
                </a:lnTo>
                <a:lnTo>
                  <a:pt x="463" y="1033"/>
                </a:lnTo>
                <a:lnTo>
                  <a:pt x="462" y="1033"/>
                </a:lnTo>
                <a:lnTo>
                  <a:pt x="460" y="1033"/>
                </a:lnTo>
                <a:lnTo>
                  <a:pt x="458" y="1034"/>
                </a:lnTo>
                <a:lnTo>
                  <a:pt x="455" y="1036"/>
                </a:lnTo>
                <a:lnTo>
                  <a:pt x="454" y="1037"/>
                </a:lnTo>
                <a:lnTo>
                  <a:pt x="453" y="1037"/>
                </a:lnTo>
                <a:lnTo>
                  <a:pt x="453" y="1038"/>
                </a:lnTo>
                <a:lnTo>
                  <a:pt x="453" y="1039"/>
                </a:lnTo>
                <a:lnTo>
                  <a:pt x="451" y="1039"/>
                </a:lnTo>
                <a:lnTo>
                  <a:pt x="450" y="1039"/>
                </a:lnTo>
                <a:lnTo>
                  <a:pt x="448" y="1039"/>
                </a:lnTo>
                <a:lnTo>
                  <a:pt x="446" y="1040"/>
                </a:lnTo>
                <a:lnTo>
                  <a:pt x="446" y="1042"/>
                </a:lnTo>
                <a:lnTo>
                  <a:pt x="446" y="1044"/>
                </a:lnTo>
                <a:lnTo>
                  <a:pt x="447" y="1045"/>
                </a:lnTo>
                <a:lnTo>
                  <a:pt x="446" y="1046"/>
                </a:lnTo>
                <a:lnTo>
                  <a:pt x="446" y="1047"/>
                </a:lnTo>
                <a:lnTo>
                  <a:pt x="447" y="1050"/>
                </a:lnTo>
                <a:lnTo>
                  <a:pt x="447" y="1051"/>
                </a:lnTo>
                <a:lnTo>
                  <a:pt x="446" y="1051"/>
                </a:lnTo>
                <a:lnTo>
                  <a:pt x="446" y="1052"/>
                </a:lnTo>
                <a:lnTo>
                  <a:pt x="445" y="1053"/>
                </a:lnTo>
                <a:lnTo>
                  <a:pt x="445" y="1054"/>
                </a:lnTo>
                <a:lnTo>
                  <a:pt x="446" y="1058"/>
                </a:lnTo>
                <a:lnTo>
                  <a:pt x="446" y="1059"/>
                </a:lnTo>
                <a:lnTo>
                  <a:pt x="446" y="1060"/>
                </a:lnTo>
                <a:lnTo>
                  <a:pt x="445" y="1060"/>
                </a:lnTo>
                <a:lnTo>
                  <a:pt x="443" y="1060"/>
                </a:lnTo>
                <a:lnTo>
                  <a:pt x="442" y="1061"/>
                </a:lnTo>
                <a:lnTo>
                  <a:pt x="441" y="1061"/>
                </a:lnTo>
                <a:lnTo>
                  <a:pt x="437" y="1063"/>
                </a:lnTo>
                <a:lnTo>
                  <a:pt x="436" y="1063"/>
                </a:lnTo>
                <a:lnTo>
                  <a:pt x="434" y="1063"/>
                </a:lnTo>
                <a:lnTo>
                  <a:pt x="434" y="1062"/>
                </a:lnTo>
                <a:lnTo>
                  <a:pt x="433" y="1062"/>
                </a:lnTo>
                <a:lnTo>
                  <a:pt x="432" y="1063"/>
                </a:lnTo>
                <a:lnTo>
                  <a:pt x="431" y="1063"/>
                </a:lnTo>
                <a:lnTo>
                  <a:pt x="430" y="1064"/>
                </a:lnTo>
                <a:lnTo>
                  <a:pt x="429" y="1065"/>
                </a:lnTo>
                <a:lnTo>
                  <a:pt x="428" y="1065"/>
                </a:lnTo>
                <a:lnTo>
                  <a:pt x="428" y="1064"/>
                </a:lnTo>
                <a:lnTo>
                  <a:pt x="427" y="1064"/>
                </a:lnTo>
                <a:lnTo>
                  <a:pt x="426" y="1064"/>
                </a:lnTo>
                <a:lnTo>
                  <a:pt x="426" y="1065"/>
                </a:lnTo>
                <a:lnTo>
                  <a:pt x="425" y="1066"/>
                </a:lnTo>
                <a:lnTo>
                  <a:pt x="424" y="1067"/>
                </a:lnTo>
                <a:lnTo>
                  <a:pt x="424" y="1066"/>
                </a:lnTo>
                <a:lnTo>
                  <a:pt x="424" y="1065"/>
                </a:lnTo>
                <a:lnTo>
                  <a:pt x="425" y="1065"/>
                </a:lnTo>
                <a:lnTo>
                  <a:pt x="425" y="1063"/>
                </a:lnTo>
                <a:lnTo>
                  <a:pt x="425" y="1062"/>
                </a:lnTo>
                <a:lnTo>
                  <a:pt x="425" y="1061"/>
                </a:lnTo>
                <a:lnTo>
                  <a:pt x="425" y="1060"/>
                </a:lnTo>
                <a:lnTo>
                  <a:pt x="425" y="1059"/>
                </a:lnTo>
                <a:lnTo>
                  <a:pt x="426" y="1058"/>
                </a:lnTo>
                <a:lnTo>
                  <a:pt x="426" y="1057"/>
                </a:lnTo>
                <a:lnTo>
                  <a:pt x="425" y="1057"/>
                </a:lnTo>
                <a:lnTo>
                  <a:pt x="424" y="1056"/>
                </a:lnTo>
                <a:lnTo>
                  <a:pt x="423" y="1056"/>
                </a:lnTo>
                <a:lnTo>
                  <a:pt x="422" y="1056"/>
                </a:lnTo>
                <a:lnTo>
                  <a:pt x="421" y="1054"/>
                </a:lnTo>
                <a:lnTo>
                  <a:pt x="422" y="1054"/>
                </a:lnTo>
                <a:lnTo>
                  <a:pt x="423" y="1052"/>
                </a:lnTo>
                <a:lnTo>
                  <a:pt x="421" y="1050"/>
                </a:lnTo>
                <a:lnTo>
                  <a:pt x="420" y="1050"/>
                </a:lnTo>
                <a:lnTo>
                  <a:pt x="419" y="1049"/>
                </a:lnTo>
                <a:lnTo>
                  <a:pt x="418" y="1046"/>
                </a:lnTo>
                <a:lnTo>
                  <a:pt x="418" y="1045"/>
                </a:lnTo>
                <a:lnTo>
                  <a:pt x="418" y="1044"/>
                </a:lnTo>
                <a:lnTo>
                  <a:pt x="418" y="1043"/>
                </a:lnTo>
                <a:lnTo>
                  <a:pt x="418" y="1042"/>
                </a:lnTo>
                <a:lnTo>
                  <a:pt x="417" y="1041"/>
                </a:lnTo>
                <a:lnTo>
                  <a:pt x="417" y="1040"/>
                </a:lnTo>
                <a:lnTo>
                  <a:pt x="418" y="1037"/>
                </a:lnTo>
                <a:lnTo>
                  <a:pt x="419" y="1035"/>
                </a:lnTo>
                <a:lnTo>
                  <a:pt x="420" y="1034"/>
                </a:lnTo>
                <a:lnTo>
                  <a:pt x="419" y="1034"/>
                </a:lnTo>
                <a:lnTo>
                  <a:pt x="419" y="1033"/>
                </a:lnTo>
                <a:lnTo>
                  <a:pt x="421" y="1031"/>
                </a:lnTo>
                <a:lnTo>
                  <a:pt x="421" y="1030"/>
                </a:lnTo>
                <a:lnTo>
                  <a:pt x="422" y="1029"/>
                </a:lnTo>
                <a:lnTo>
                  <a:pt x="422" y="1028"/>
                </a:lnTo>
                <a:lnTo>
                  <a:pt x="421" y="1027"/>
                </a:lnTo>
                <a:lnTo>
                  <a:pt x="422" y="1024"/>
                </a:lnTo>
                <a:lnTo>
                  <a:pt x="423" y="1022"/>
                </a:lnTo>
                <a:lnTo>
                  <a:pt x="424" y="1019"/>
                </a:lnTo>
                <a:lnTo>
                  <a:pt x="425" y="1018"/>
                </a:lnTo>
                <a:lnTo>
                  <a:pt x="424" y="1016"/>
                </a:lnTo>
                <a:lnTo>
                  <a:pt x="425" y="1015"/>
                </a:lnTo>
                <a:lnTo>
                  <a:pt x="426" y="1014"/>
                </a:lnTo>
                <a:lnTo>
                  <a:pt x="427" y="1014"/>
                </a:lnTo>
                <a:lnTo>
                  <a:pt x="428" y="1014"/>
                </a:lnTo>
                <a:lnTo>
                  <a:pt x="429" y="1014"/>
                </a:lnTo>
                <a:lnTo>
                  <a:pt x="430" y="1013"/>
                </a:lnTo>
                <a:lnTo>
                  <a:pt x="431" y="1012"/>
                </a:lnTo>
                <a:lnTo>
                  <a:pt x="434" y="1011"/>
                </a:lnTo>
                <a:lnTo>
                  <a:pt x="435" y="1010"/>
                </a:lnTo>
                <a:lnTo>
                  <a:pt x="437" y="1009"/>
                </a:lnTo>
                <a:lnTo>
                  <a:pt x="438" y="1008"/>
                </a:lnTo>
                <a:lnTo>
                  <a:pt x="441" y="1006"/>
                </a:lnTo>
                <a:lnTo>
                  <a:pt x="442" y="1005"/>
                </a:lnTo>
                <a:lnTo>
                  <a:pt x="444" y="1004"/>
                </a:lnTo>
                <a:lnTo>
                  <a:pt x="445" y="1004"/>
                </a:lnTo>
                <a:lnTo>
                  <a:pt x="445" y="1000"/>
                </a:lnTo>
                <a:lnTo>
                  <a:pt x="445" y="999"/>
                </a:lnTo>
                <a:lnTo>
                  <a:pt x="444" y="998"/>
                </a:lnTo>
                <a:lnTo>
                  <a:pt x="444" y="997"/>
                </a:lnTo>
                <a:lnTo>
                  <a:pt x="443" y="997"/>
                </a:lnTo>
                <a:lnTo>
                  <a:pt x="443" y="996"/>
                </a:lnTo>
                <a:lnTo>
                  <a:pt x="443" y="995"/>
                </a:lnTo>
                <a:lnTo>
                  <a:pt x="444" y="995"/>
                </a:lnTo>
                <a:lnTo>
                  <a:pt x="444" y="994"/>
                </a:lnTo>
                <a:lnTo>
                  <a:pt x="443" y="994"/>
                </a:lnTo>
                <a:lnTo>
                  <a:pt x="443" y="993"/>
                </a:lnTo>
                <a:lnTo>
                  <a:pt x="443" y="992"/>
                </a:lnTo>
                <a:lnTo>
                  <a:pt x="442" y="992"/>
                </a:lnTo>
                <a:lnTo>
                  <a:pt x="442" y="991"/>
                </a:lnTo>
                <a:lnTo>
                  <a:pt x="442" y="990"/>
                </a:lnTo>
                <a:lnTo>
                  <a:pt x="443" y="990"/>
                </a:lnTo>
                <a:lnTo>
                  <a:pt x="443" y="989"/>
                </a:lnTo>
                <a:lnTo>
                  <a:pt x="444" y="989"/>
                </a:lnTo>
                <a:lnTo>
                  <a:pt x="444" y="988"/>
                </a:lnTo>
                <a:lnTo>
                  <a:pt x="445" y="988"/>
                </a:lnTo>
                <a:lnTo>
                  <a:pt x="446" y="988"/>
                </a:lnTo>
                <a:lnTo>
                  <a:pt x="446" y="987"/>
                </a:lnTo>
                <a:lnTo>
                  <a:pt x="447" y="987"/>
                </a:lnTo>
                <a:lnTo>
                  <a:pt x="448" y="987"/>
                </a:lnTo>
                <a:lnTo>
                  <a:pt x="450" y="984"/>
                </a:lnTo>
                <a:lnTo>
                  <a:pt x="451" y="982"/>
                </a:lnTo>
                <a:lnTo>
                  <a:pt x="452" y="980"/>
                </a:lnTo>
                <a:lnTo>
                  <a:pt x="452" y="979"/>
                </a:lnTo>
                <a:lnTo>
                  <a:pt x="453" y="978"/>
                </a:lnTo>
                <a:lnTo>
                  <a:pt x="453" y="977"/>
                </a:lnTo>
                <a:lnTo>
                  <a:pt x="455" y="974"/>
                </a:lnTo>
                <a:lnTo>
                  <a:pt x="456" y="972"/>
                </a:lnTo>
                <a:lnTo>
                  <a:pt x="457" y="972"/>
                </a:lnTo>
                <a:lnTo>
                  <a:pt x="461" y="973"/>
                </a:lnTo>
                <a:lnTo>
                  <a:pt x="462" y="972"/>
                </a:lnTo>
                <a:lnTo>
                  <a:pt x="463" y="971"/>
                </a:lnTo>
                <a:lnTo>
                  <a:pt x="465" y="970"/>
                </a:lnTo>
                <a:lnTo>
                  <a:pt x="465" y="969"/>
                </a:lnTo>
                <a:lnTo>
                  <a:pt x="469" y="966"/>
                </a:lnTo>
                <a:lnTo>
                  <a:pt x="469" y="965"/>
                </a:lnTo>
                <a:lnTo>
                  <a:pt x="470" y="962"/>
                </a:lnTo>
                <a:lnTo>
                  <a:pt x="470" y="960"/>
                </a:lnTo>
                <a:lnTo>
                  <a:pt x="471" y="960"/>
                </a:lnTo>
                <a:lnTo>
                  <a:pt x="472" y="960"/>
                </a:lnTo>
                <a:lnTo>
                  <a:pt x="474" y="958"/>
                </a:lnTo>
                <a:lnTo>
                  <a:pt x="475" y="957"/>
                </a:lnTo>
                <a:lnTo>
                  <a:pt x="476" y="955"/>
                </a:lnTo>
                <a:lnTo>
                  <a:pt x="476" y="954"/>
                </a:lnTo>
                <a:lnTo>
                  <a:pt x="477" y="954"/>
                </a:lnTo>
                <a:lnTo>
                  <a:pt x="477" y="953"/>
                </a:lnTo>
                <a:lnTo>
                  <a:pt x="476" y="952"/>
                </a:lnTo>
                <a:lnTo>
                  <a:pt x="476" y="951"/>
                </a:lnTo>
                <a:lnTo>
                  <a:pt x="477" y="950"/>
                </a:lnTo>
                <a:lnTo>
                  <a:pt x="477" y="949"/>
                </a:lnTo>
                <a:lnTo>
                  <a:pt x="478" y="947"/>
                </a:lnTo>
                <a:lnTo>
                  <a:pt x="479" y="946"/>
                </a:lnTo>
                <a:lnTo>
                  <a:pt x="479" y="945"/>
                </a:lnTo>
                <a:lnTo>
                  <a:pt x="480" y="945"/>
                </a:lnTo>
                <a:lnTo>
                  <a:pt x="480" y="944"/>
                </a:lnTo>
                <a:lnTo>
                  <a:pt x="481" y="939"/>
                </a:lnTo>
                <a:lnTo>
                  <a:pt x="481" y="938"/>
                </a:lnTo>
                <a:lnTo>
                  <a:pt x="480" y="936"/>
                </a:lnTo>
                <a:lnTo>
                  <a:pt x="480" y="935"/>
                </a:lnTo>
                <a:lnTo>
                  <a:pt x="479" y="933"/>
                </a:lnTo>
                <a:lnTo>
                  <a:pt x="479" y="931"/>
                </a:lnTo>
                <a:lnTo>
                  <a:pt x="479" y="930"/>
                </a:lnTo>
                <a:lnTo>
                  <a:pt x="480" y="926"/>
                </a:lnTo>
                <a:lnTo>
                  <a:pt x="481" y="925"/>
                </a:lnTo>
                <a:lnTo>
                  <a:pt x="482" y="923"/>
                </a:lnTo>
                <a:lnTo>
                  <a:pt x="482" y="922"/>
                </a:lnTo>
                <a:lnTo>
                  <a:pt x="481" y="921"/>
                </a:lnTo>
                <a:lnTo>
                  <a:pt x="481" y="920"/>
                </a:lnTo>
                <a:lnTo>
                  <a:pt x="480" y="919"/>
                </a:lnTo>
                <a:lnTo>
                  <a:pt x="479" y="919"/>
                </a:lnTo>
                <a:lnTo>
                  <a:pt x="477" y="917"/>
                </a:lnTo>
                <a:lnTo>
                  <a:pt x="476" y="915"/>
                </a:lnTo>
                <a:lnTo>
                  <a:pt x="476" y="914"/>
                </a:lnTo>
                <a:lnTo>
                  <a:pt x="476" y="913"/>
                </a:lnTo>
                <a:lnTo>
                  <a:pt x="476" y="911"/>
                </a:lnTo>
                <a:lnTo>
                  <a:pt x="476" y="910"/>
                </a:lnTo>
                <a:lnTo>
                  <a:pt x="476" y="909"/>
                </a:lnTo>
                <a:lnTo>
                  <a:pt x="477" y="908"/>
                </a:lnTo>
                <a:lnTo>
                  <a:pt x="477" y="907"/>
                </a:lnTo>
                <a:lnTo>
                  <a:pt x="477" y="906"/>
                </a:lnTo>
                <a:lnTo>
                  <a:pt x="476" y="906"/>
                </a:lnTo>
                <a:lnTo>
                  <a:pt x="476" y="905"/>
                </a:lnTo>
                <a:lnTo>
                  <a:pt x="475" y="905"/>
                </a:lnTo>
                <a:lnTo>
                  <a:pt x="475" y="904"/>
                </a:lnTo>
                <a:lnTo>
                  <a:pt x="475" y="902"/>
                </a:lnTo>
                <a:lnTo>
                  <a:pt x="474" y="901"/>
                </a:lnTo>
                <a:lnTo>
                  <a:pt x="474" y="899"/>
                </a:lnTo>
                <a:lnTo>
                  <a:pt x="476" y="897"/>
                </a:lnTo>
                <a:lnTo>
                  <a:pt x="478" y="896"/>
                </a:lnTo>
                <a:lnTo>
                  <a:pt x="478" y="895"/>
                </a:lnTo>
                <a:lnTo>
                  <a:pt x="478" y="896"/>
                </a:lnTo>
                <a:lnTo>
                  <a:pt x="479" y="896"/>
                </a:lnTo>
                <a:lnTo>
                  <a:pt x="480" y="897"/>
                </a:lnTo>
                <a:lnTo>
                  <a:pt x="481" y="897"/>
                </a:lnTo>
                <a:lnTo>
                  <a:pt x="482" y="896"/>
                </a:lnTo>
                <a:lnTo>
                  <a:pt x="483" y="896"/>
                </a:lnTo>
                <a:lnTo>
                  <a:pt x="485" y="895"/>
                </a:lnTo>
                <a:lnTo>
                  <a:pt x="487" y="894"/>
                </a:lnTo>
                <a:lnTo>
                  <a:pt x="488" y="895"/>
                </a:lnTo>
                <a:lnTo>
                  <a:pt x="491" y="893"/>
                </a:lnTo>
                <a:lnTo>
                  <a:pt x="492" y="893"/>
                </a:lnTo>
                <a:lnTo>
                  <a:pt x="492" y="892"/>
                </a:lnTo>
                <a:lnTo>
                  <a:pt x="491" y="891"/>
                </a:lnTo>
                <a:lnTo>
                  <a:pt x="491" y="890"/>
                </a:lnTo>
                <a:lnTo>
                  <a:pt x="493" y="888"/>
                </a:lnTo>
                <a:lnTo>
                  <a:pt x="495" y="888"/>
                </a:lnTo>
                <a:lnTo>
                  <a:pt x="498" y="887"/>
                </a:lnTo>
                <a:lnTo>
                  <a:pt x="499" y="887"/>
                </a:lnTo>
                <a:lnTo>
                  <a:pt x="498" y="885"/>
                </a:lnTo>
                <a:lnTo>
                  <a:pt x="498" y="884"/>
                </a:lnTo>
                <a:lnTo>
                  <a:pt x="497" y="882"/>
                </a:lnTo>
                <a:lnTo>
                  <a:pt x="497" y="881"/>
                </a:lnTo>
                <a:lnTo>
                  <a:pt x="497" y="880"/>
                </a:lnTo>
                <a:lnTo>
                  <a:pt x="497" y="878"/>
                </a:lnTo>
                <a:lnTo>
                  <a:pt x="497" y="877"/>
                </a:lnTo>
                <a:lnTo>
                  <a:pt x="496" y="877"/>
                </a:lnTo>
                <a:lnTo>
                  <a:pt x="496" y="878"/>
                </a:lnTo>
                <a:lnTo>
                  <a:pt x="495" y="878"/>
                </a:lnTo>
                <a:lnTo>
                  <a:pt x="495" y="877"/>
                </a:lnTo>
                <a:lnTo>
                  <a:pt x="495" y="876"/>
                </a:lnTo>
                <a:lnTo>
                  <a:pt x="494" y="875"/>
                </a:lnTo>
                <a:lnTo>
                  <a:pt x="495" y="874"/>
                </a:lnTo>
                <a:lnTo>
                  <a:pt x="496" y="872"/>
                </a:lnTo>
                <a:lnTo>
                  <a:pt x="498" y="871"/>
                </a:lnTo>
                <a:lnTo>
                  <a:pt x="499" y="871"/>
                </a:lnTo>
                <a:lnTo>
                  <a:pt x="500" y="871"/>
                </a:lnTo>
                <a:lnTo>
                  <a:pt x="500" y="872"/>
                </a:lnTo>
                <a:lnTo>
                  <a:pt x="500" y="871"/>
                </a:lnTo>
                <a:lnTo>
                  <a:pt x="501" y="871"/>
                </a:lnTo>
                <a:lnTo>
                  <a:pt x="501" y="870"/>
                </a:lnTo>
                <a:lnTo>
                  <a:pt x="501" y="869"/>
                </a:lnTo>
                <a:lnTo>
                  <a:pt x="502" y="869"/>
                </a:lnTo>
                <a:lnTo>
                  <a:pt x="504" y="869"/>
                </a:lnTo>
                <a:lnTo>
                  <a:pt x="505" y="869"/>
                </a:lnTo>
                <a:lnTo>
                  <a:pt x="506" y="868"/>
                </a:lnTo>
                <a:lnTo>
                  <a:pt x="506" y="867"/>
                </a:lnTo>
                <a:lnTo>
                  <a:pt x="506" y="866"/>
                </a:lnTo>
                <a:lnTo>
                  <a:pt x="503" y="865"/>
                </a:lnTo>
                <a:lnTo>
                  <a:pt x="502" y="865"/>
                </a:lnTo>
                <a:lnTo>
                  <a:pt x="502" y="866"/>
                </a:lnTo>
                <a:lnTo>
                  <a:pt x="501" y="866"/>
                </a:lnTo>
                <a:lnTo>
                  <a:pt x="500" y="866"/>
                </a:lnTo>
                <a:lnTo>
                  <a:pt x="500" y="865"/>
                </a:lnTo>
                <a:lnTo>
                  <a:pt x="500" y="864"/>
                </a:lnTo>
                <a:lnTo>
                  <a:pt x="500" y="863"/>
                </a:lnTo>
                <a:lnTo>
                  <a:pt x="499" y="863"/>
                </a:lnTo>
                <a:lnTo>
                  <a:pt x="498" y="864"/>
                </a:lnTo>
                <a:lnTo>
                  <a:pt x="497" y="864"/>
                </a:lnTo>
                <a:lnTo>
                  <a:pt x="496" y="863"/>
                </a:lnTo>
                <a:lnTo>
                  <a:pt x="495" y="863"/>
                </a:lnTo>
                <a:lnTo>
                  <a:pt x="494" y="863"/>
                </a:lnTo>
                <a:lnTo>
                  <a:pt x="493" y="864"/>
                </a:lnTo>
                <a:lnTo>
                  <a:pt x="493" y="865"/>
                </a:lnTo>
                <a:lnTo>
                  <a:pt x="492" y="866"/>
                </a:lnTo>
                <a:lnTo>
                  <a:pt x="491" y="865"/>
                </a:lnTo>
                <a:lnTo>
                  <a:pt x="490" y="864"/>
                </a:lnTo>
                <a:lnTo>
                  <a:pt x="489" y="864"/>
                </a:lnTo>
                <a:lnTo>
                  <a:pt x="487" y="864"/>
                </a:lnTo>
                <a:lnTo>
                  <a:pt x="485" y="864"/>
                </a:lnTo>
                <a:lnTo>
                  <a:pt x="485" y="862"/>
                </a:lnTo>
                <a:lnTo>
                  <a:pt x="485" y="861"/>
                </a:lnTo>
                <a:lnTo>
                  <a:pt x="484" y="860"/>
                </a:lnTo>
                <a:lnTo>
                  <a:pt x="483" y="861"/>
                </a:lnTo>
                <a:lnTo>
                  <a:pt x="483" y="862"/>
                </a:lnTo>
                <a:lnTo>
                  <a:pt x="482" y="862"/>
                </a:lnTo>
                <a:lnTo>
                  <a:pt x="483" y="862"/>
                </a:lnTo>
                <a:lnTo>
                  <a:pt x="483" y="863"/>
                </a:lnTo>
                <a:lnTo>
                  <a:pt x="481" y="863"/>
                </a:lnTo>
                <a:lnTo>
                  <a:pt x="480" y="863"/>
                </a:lnTo>
                <a:lnTo>
                  <a:pt x="480" y="862"/>
                </a:lnTo>
                <a:lnTo>
                  <a:pt x="479" y="861"/>
                </a:lnTo>
                <a:lnTo>
                  <a:pt x="478" y="860"/>
                </a:lnTo>
                <a:lnTo>
                  <a:pt x="476" y="861"/>
                </a:lnTo>
                <a:lnTo>
                  <a:pt x="475" y="862"/>
                </a:lnTo>
                <a:lnTo>
                  <a:pt x="474" y="864"/>
                </a:lnTo>
                <a:lnTo>
                  <a:pt x="472" y="864"/>
                </a:lnTo>
                <a:lnTo>
                  <a:pt x="472" y="865"/>
                </a:lnTo>
                <a:lnTo>
                  <a:pt x="471" y="867"/>
                </a:lnTo>
                <a:lnTo>
                  <a:pt x="470" y="868"/>
                </a:lnTo>
                <a:lnTo>
                  <a:pt x="470" y="869"/>
                </a:lnTo>
                <a:lnTo>
                  <a:pt x="469" y="869"/>
                </a:lnTo>
                <a:lnTo>
                  <a:pt x="469" y="870"/>
                </a:lnTo>
                <a:lnTo>
                  <a:pt x="470" y="870"/>
                </a:lnTo>
                <a:lnTo>
                  <a:pt x="470" y="871"/>
                </a:lnTo>
                <a:lnTo>
                  <a:pt x="470" y="872"/>
                </a:lnTo>
                <a:lnTo>
                  <a:pt x="469" y="872"/>
                </a:lnTo>
                <a:lnTo>
                  <a:pt x="468" y="871"/>
                </a:lnTo>
                <a:lnTo>
                  <a:pt x="466" y="870"/>
                </a:lnTo>
                <a:lnTo>
                  <a:pt x="463" y="870"/>
                </a:lnTo>
                <a:lnTo>
                  <a:pt x="462" y="870"/>
                </a:lnTo>
                <a:lnTo>
                  <a:pt x="461" y="869"/>
                </a:lnTo>
                <a:lnTo>
                  <a:pt x="461" y="868"/>
                </a:lnTo>
                <a:lnTo>
                  <a:pt x="461" y="866"/>
                </a:lnTo>
                <a:lnTo>
                  <a:pt x="460" y="865"/>
                </a:lnTo>
                <a:lnTo>
                  <a:pt x="460" y="864"/>
                </a:lnTo>
                <a:lnTo>
                  <a:pt x="459" y="864"/>
                </a:lnTo>
                <a:lnTo>
                  <a:pt x="458" y="864"/>
                </a:lnTo>
                <a:lnTo>
                  <a:pt x="457" y="862"/>
                </a:lnTo>
                <a:lnTo>
                  <a:pt x="457" y="861"/>
                </a:lnTo>
                <a:lnTo>
                  <a:pt x="457" y="860"/>
                </a:lnTo>
                <a:lnTo>
                  <a:pt x="455" y="858"/>
                </a:lnTo>
                <a:lnTo>
                  <a:pt x="455" y="856"/>
                </a:lnTo>
                <a:lnTo>
                  <a:pt x="455" y="855"/>
                </a:lnTo>
                <a:lnTo>
                  <a:pt x="453" y="855"/>
                </a:lnTo>
                <a:lnTo>
                  <a:pt x="453" y="854"/>
                </a:lnTo>
                <a:lnTo>
                  <a:pt x="453" y="853"/>
                </a:lnTo>
                <a:lnTo>
                  <a:pt x="452" y="852"/>
                </a:lnTo>
                <a:lnTo>
                  <a:pt x="451" y="852"/>
                </a:lnTo>
                <a:lnTo>
                  <a:pt x="450" y="852"/>
                </a:lnTo>
                <a:lnTo>
                  <a:pt x="450" y="849"/>
                </a:lnTo>
                <a:lnTo>
                  <a:pt x="451" y="849"/>
                </a:lnTo>
                <a:lnTo>
                  <a:pt x="452" y="848"/>
                </a:lnTo>
                <a:lnTo>
                  <a:pt x="452" y="847"/>
                </a:lnTo>
                <a:lnTo>
                  <a:pt x="452" y="846"/>
                </a:lnTo>
                <a:lnTo>
                  <a:pt x="453" y="842"/>
                </a:lnTo>
                <a:lnTo>
                  <a:pt x="453" y="841"/>
                </a:lnTo>
                <a:lnTo>
                  <a:pt x="453" y="840"/>
                </a:lnTo>
                <a:lnTo>
                  <a:pt x="454" y="838"/>
                </a:lnTo>
                <a:lnTo>
                  <a:pt x="455" y="836"/>
                </a:lnTo>
                <a:lnTo>
                  <a:pt x="456" y="833"/>
                </a:lnTo>
                <a:lnTo>
                  <a:pt x="457" y="832"/>
                </a:lnTo>
                <a:lnTo>
                  <a:pt x="460" y="832"/>
                </a:lnTo>
                <a:lnTo>
                  <a:pt x="461" y="832"/>
                </a:lnTo>
                <a:lnTo>
                  <a:pt x="461" y="833"/>
                </a:lnTo>
                <a:lnTo>
                  <a:pt x="462" y="833"/>
                </a:lnTo>
                <a:lnTo>
                  <a:pt x="462" y="831"/>
                </a:lnTo>
                <a:lnTo>
                  <a:pt x="462" y="830"/>
                </a:lnTo>
                <a:lnTo>
                  <a:pt x="461" y="830"/>
                </a:lnTo>
                <a:lnTo>
                  <a:pt x="461" y="829"/>
                </a:lnTo>
                <a:lnTo>
                  <a:pt x="460" y="829"/>
                </a:lnTo>
                <a:lnTo>
                  <a:pt x="459" y="828"/>
                </a:lnTo>
                <a:lnTo>
                  <a:pt x="459" y="827"/>
                </a:lnTo>
                <a:lnTo>
                  <a:pt x="459" y="826"/>
                </a:lnTo>
                <a:lnTo>
                  <a:pt x="460" y="823"/>
                </a:lnTo>
                <a:lnTo>
                  <a:pt x="460" y="820"/>
                </a:lnTo>
                <a:lnTo>
                  <a:pt x="461" y="820"/>
                </a:lnTo>
                <a:lnTo>
                  <a:pt x="462" y="819"/>
                </a:lnTo>
                <a:lnTo>
                  <a:pt x="462" y="818"/>
                </a:lnTo>
                <a:lnTo>
                  <a:pt x="461" y="817"/>
                </a:lnTo>
                <a:lnTo>
                  <a:pt x="462" y="816"/>
                </a:lnTo>
                <a:lnTo>
                  <a:pt x="460" y="814"/>
                </a:lnTo>
                <a:lnTo>
                  <a:pt x="459" y="814"/>
                </a:lnTo>
                <a:lnTo>
                  <a:pt x="459" y="813"/>
                </a:lnTo>
                <a:lnTo>
                  <a:pt x="460" y="811"/>
                </a:lnTo>
                <a:lnTo>
                  <a:pt x="460" y="810"/>
                </a:lnTo>
                <a:lnTo>
                  <a:pt x="460" y="809"/>
                </a:lnTo>
                <a:lnTo>
                  <a:pt x="461" y="809"/>
                </a:lnTo>
                <a:lnTo>
                  <a:pt x="461" y="808"/>
                </a:lnTo>
                <a:lnTo>
                  <a:pt x="462" y="808"/>
                </a:lnTo>
                <a:lnTo>
                  <a:pt x="462" y="805"/>
                </a:lnTo>
                <a:lnTo>
                  <a:pt x="462" y="804"/>
                </a:lnTo>
                <a:lnTo>
                  <a:pt x="461" y="804"/>
                </a:lnTo>
                <a:lnTo>
                  <a:pt x="461" y="801"/>
                </a:lnTo>
                <a:lnTo>
                  <a:pt x="462" y="799"/>
                </a:lnTo>
                <a:lnTo>
                  <a:pt x="463" y="798"/>
                </a:lnTo>
                <a:lnTo>
                  <a:pt x="464" y="797"/>
                </a:lnTo>
                <a:lnTo>
                  <a:pt x="464" y="796"/>
                </a:lnTo>
                <a:lnTo>
                  <a:pt x="464" y="795"/>
                </a:lnTo>
                <a:lnTo>
                  <a:pt x="464" y="794"/>
                </a:lnTo>
                <a:lnTo>
                  <a:pt x="465" y="794"/>
                </a:lnTo>
                <a:lnTo>
                  <a:pt x="464" y="790"/>
                </a:lnTo>
                <a:lnTo>
                  <a:pt x="464" y="789"/>
                </a:lnTo>
                <a:lnTo>
                  <a:pt x="463" y="789"/>
                </a:lnTo>
                <a:lnTo>
                  <a:pt x="462" y="787"/>
                </a:lnTo>
                <a:lnTo>
                  <a:pt x="461" y="787"/>
                </a:lnTo>
                <a:lnTo>
                  <a:pt x="459" y="786"/>
                </a:lnTo>
                <a:lnTo>
                  <a:pt x="458" y="787"/>
                </a:lnTo>
                <a:lnTo>
                  <a:pt x="457" y="788"/>
                </a:lnTo>
                <a:lnTo>
                  <a:pt x="457" y="789"/>
                </a:lnTo>
                <a:lnTo>
                  <a:pt x="456" y="789"/>
                </a:lnTo>
                <a:lnTo>
                  <a:pt x="453" y="789"/>
                </a:lnTo>
                <a:lnTo>
                  <a:pt x="453" y="788"/>
                </a:lnTo>
                <a:lnTo>
                  <a:pt x="452" y="788"/>
                </a:lnTo>
                <a:lnTo>
                  <a:pt x="451" y="788"/>
                </a:lnTo>
                <a:lnTo>
                  <a:pt x="451" y="789"/>
                </a:lnTo>
                <a:lnTo>
                  <a:pt x="450" y="789"/>
                </a:lnTo>
                <a:lnTo>
                  <a:pt x="448" y="786"/>
                </a:lnTo>
                <a:lnTo>
                  <a:pt x="447" y="786"/>
                </a:lnTo>
                <a:lnTo>
                  <a:pt x="448" y="786"/>
                </a:lnTo>
                <a:lnTo>
                  <a:pt x="448" y="785"/>
                </a:lnTo>
                <a:lnTo>
                  <a:pt x="448" y="783"/>
                </a:lnTo>
                <a:lnTo>
                  <a:pt x="448" y="781"/>
                </a:lnTo>
                <a:lnTo>
                  <a:pt x="446" y="781"/>
                </a:lnTo>
                <a:lnTo>
                  <a:pt x="446" y="782"/>
                </a:lnTo>
                <a:lnTo>
                  <a:pt x="445" y="782"/>
                </a:lnTo>
                <a:lnTo>
                  <a:pt x="445" y="781"/>
                </a:lnTo>
                <a:lnTo>
                  <a:pt x="444" y="781"/>
                </a:lnTo>
                <a:lnTo>
                  <a:pt x="443" y="781"/>
                </a:lnTo>
                <a:lnTo>
                  <a:pt x="442" y="780"/>
                </a:lnTo>
                <a:lnTo>
                  <a:pt x="441" y="781"/>
                </a:lnTo>
                <a:lnTo>
                  <a:pt x="437" y="781"/>
                </a:lnTo>
                <a:lnTo>
                  <a:pt x="433" y="781"/>
                </a:lnTo>
                <a:lnTo>
                  <a:pt x="432" y="781"/>
                </a:lnTo>
                <a:lnTo>
                  <a:pt x="430" y="782"/>
                </a:lnTo>
                <a:lnTo>
                  <a:pt x="429" y="782"/>
                </a:lnTo>
                <a:lnTo>
                  <a:pt x="427" y="781"/>
                </a:lnTo>
                <a:lnTo>
                  <a:pt x="426" y="781"/>
                </a:lnTo>
                <a:lnTo>
                  <a:pt x="425" y="780"/>
                </a:lnTo>
                <a:lnTo>
                  <a:pt x="424" y="780"/>
                </a:lnTo>
                <a:lnTo>
                  <a:pt x="423" y="779"/>
                </a:lnTo>
                <a:lnTo>
                  <a:pt x="422" y="779"/>
                </a:lnTo>
                <a:lnTo>
                  <a:pt x="422" y="778"/>
                </a:lnTo>
                <a:lnTo>
                  <a:pt x="421" y="778"/>
                </a:lnTo>
                <a:lnTo>
                  <a:pt x="421" y="779"/>
                </a:lnTo>
                <a:lnTo>
                  <a:pt x="420" y="779"/>
                </a:lnTo>
                <a:lnTo>
                  <a:pt x="418" y="779"/>
                </a:lnTo>
                <a:lnTo>
                  <a:pt x="418" y="778"/>
                </a:lnTo>
                <a:lnTo>
                  <a:pt x="418" y="777"/>
                </a:lnTo>
                <a:lnTo>
                  <a:pt x="417" y="777"/>
                </a:lnTo>
                <a:lnTo>
                  <a:pt x="415" y="776"/>
                </a:lnTo>
                <a:lnTo>
                  <a:pt x="413" y="776"/>
                </a:lnTo>
                <a:lnTo>
                  <a:pt x="412" y="776"/>
                </a:lnTo>
                <a:lnTo>
                  <a:pt x="412" y="777"/>
                </a:lnTo>
                <a:lnTo>
                  <a:pt x="412" y="776"/>
                </a:lnTo>
                <a:lnTo>
                  <a:pt x="411" y="776"/>
                </a:lnTo>
                <a:lnTo>
                  <a:pt x="410" y="776"/>
                </a:lnTo>
                <a:lnTo>
                  <a:pt x="410" y="775"/>
                </a:lnTo>
                <a:lnTo>
                  <a:pt x="411" y="774"/>
                </a:lnTo>
                <a:lnTo>
                  <a:pt x="411" y="773"/>
                </a:lnTo>
                <a:lnTo>
                  <a:pt x="411" y="772"/>
                </a:lnTo>
                <a:lnTo>
                  <a:pt x="409" y="772"/>
                </a:lnTo>
                <a:lnTo>
                  <a:pt x="408" y="771"/>
                </a:lnTo>
                <a:lnTo>
                  <a:pt x="407" y="770"/>
                </a:lnTo>
                <a:lnTo>
                  <a:pt x="407" y="769"/>
                </a:lnTo>
                <a:lnTo>
                  <a:pt x="406" y="769"/>
                </a:lnTo>
                <a:lnTo>
                  <a:pt x="405" y="767"/>
                </a:lnTo>
                <a:lnTo>
                  <a:pt x="403" y="768"/>
                </a:lnTo>
                <a:lnTo>
                  <a:pt x="401" y="768"/>
                </a:lnTo>
                <a:lnTo>
                  <a:pt x="400" y="769"/>
                </a:lnTo>
                <a:lnTo>
                  <a:pt x="400" y="770"/>
                </a:lnTo>
                <a:lnTo>
                  <a:pt x="400" y="771"/>
                </a:lnTo>
                <a:lnTo>
                  <a:pt x="401" y="773"/>
                </a:lnTo>
                <a:lnTo>
                  <a:pt x="400" y="774"/>
                </a:lnTo>
                <a:lnTo>
                  <a:pt x="400" y="776"/>
                </a:lnTo>
                <a:lnTo>
                  <a:pt x="400" y="777"/>
                </a:lnTo>
                <a:lnTo>
                  <a:pt x="400" y="778"/>
                </a:lnTo>
                <a:lnTo>
                  <a:pt x="400" y="779"/>
                </a:lnTo>
                <a:lnTo>
                  <a:pt x="400" y="780"/>
                </a:lnTo>
                <a:lnTo>
                  <a:pt x="399" y="780"/>
                </a:lnTo>
                <a:lnTo>
                  <a:pt x="397" y="781"/>
                </a:lnTo>
                <a:lnTo>
                  <a:pt x="399" y="783"/>
                </a:lnTo>
                <a:lnTo>
                  <a:pt x="399" y="784"/>
                </a:lnTo>
                <a:lnTo>
                  <a:pt x="400" y="787"/>
                </a:lnTo>
                <a:lnTo>
                  <a:pt x="400" y="788"/>
                </a:lnTo>
                <a:lnTo>
                  <a:pt x="399" y="789"/>
                </a:lnTo>
                <a:lnTo>
                  <a:pt x="398" y="793"/>
                </a:lnTo>
                <a:lnTo>
                  <a:pt x="398" y="794"/>
                </a:lnTo>
                <a:lnTo>
                  <a:pt x="398" y="795"/>
                </a:lnTo>
                <a:lnTo>
                  <a:pt x="397" y="794"/>
                </a:lnTo>
                <a:lnTo>
                  <a:pt x="397" y="793"/>
                </a:lnTo>
                <a:lnTo>
                  <a:pt x="397" y="792"/>
                </a:lnTo>
                <a:lnTo>
                  <a:pt x="396" y="790"/>
                </a:lnTo>
                <a:lnTo>
                  <a:pt x="393" y="790"/>
                </a:lnTo>
                <a:lnTo>
                  <a:pt x="390" y="791"/>
                </a:lnTo>
                <a:lnTo>
                  <a:pt x="388" y="792"/>
                </a:lnTo>
                <a:lnTo>
                  <a:pt x="387" y="792"/>
                </a:lnTo>
                <a:lnTo>
                  <a:pt x="386" y="792"/>
                </a:lnTo>
                <a:lnTo>
                  <a:pt x="383" y="795"/>
                </a:lnTo>
                <a:lnTo>
                  <a:pt x="381" y="795"/>
                </a:lnTo>
                <a:lnTo>
                  <a:pt x="380" y="795"/>
                </a:lnTo>
                <a:lnTo>
                  <a:pt x="379" y="795"/>
                </a:lnTo>
                <a:lnTo>
                  <a:pt x="378" y="794"/>
                </a:lnTo>
                <a:lnTo>
                  <a:pt x="377" y="795"/>
                </a:lnTo>
                <a:lnTo>
                  <a:pt x="375" y="793"/>
                </a:lnTo>
                <a:lnTo>
                  <a:pt x="374" y="793"/>
                </a:lnTo>
                <a:lnTo>
                  <a:pt x="371" y="795"/>
                </a:lnTo>
                <a:lnTo>
                  <a:pt x="370" y="794"/>
                </a:lnTo>
                <a:lnTo>
                  <a:pt x="369" y="796"/>
                </a:lnTo>
                <a:lnTo>
                  <a:pt x="369" y="797"/>
                </a:lnTo>
                <a:lnTo>
                  <a:pt x="368" y="797"/>
                </a:lnTo>
                <a:lnTo>
                  <a:pt x="365" y="795"/>
                </a:lnTo>
                <a:lnTo>
                  <a:pt x="364" y="794"/>
                </a:lnTo>
                <a:lnTo>
                  <a:pt x="363" y="793"/>
                </a:lnTo>
                <a:lnTo>
                  <a:pt x="364" y="791"/>
                </a:lnTo>
                <a:lnTo>
                  <a:pt x="364" y="790"/>
                </a:lnTo>
                <a:lnTo>
                  <a:pt x="365" y="789"/>
                </a:lnTo>
                <a:lnTo>
                  <a:pt x="365" y="786"/>
                </a:lnTo>
                <a:lnTo>
                  <a:pt x="365" y="785"/>
                </a:lnTo>
                <a:lnTo>
                  <a:pt x="364" y="784"/>
                </a:lnTo>
                <a:lnTo>
                  <a:pt x="364" y="783"/>
                </a:lnTo>
                <a:lnTo>
                  <a:pt x="363" y="783"/>
                </a:lnTo>
                <a:lnTo>
                  <a:pt x="361" y="785"/>
                </a:lnTo>
                <a:lnTo>
                  <a:pt x="361" y="786"/>
                </a:lnTo>
                <a:lnTo>
                  <a:pt x="361" y="787"/>
                </a:lnTo>
                <a:lnTo>
                  <a:pt x="361" y="788"/>
                </a:lnTo>
                <a:lnTo>
                  <a:pt x="359" y="788"/>
                </a:lnTo>
                <a:lnTo>
                  <a:pt x="358" y="788"/>
                </a:lnTo>
                <a:lnTo>
                  <a:pt x="357" y="788"/>
                </a:lnTo>
                <a:lnTo>
                  <a:pt x="357" y="787"/>
                </a:lnTo>
                <a:lnTo>
                  <a:pt x="357" y="786"/>
                </a:lnTo>
                <a:lnTo>
                  <a:pt x="354" y="784"/>
                </a:lnTo>
                <a:lnTo>
                  <a:pt x="353" y="784"/>
                </a:lnTo>
                <a:lnTo>
                  <a:pt x="350" y="784"/>
                </a:lnTo>
                <a:lnTo>
                  <a:pt x="349" y="784"/>
                </a:lnTo>
                <a:lnTo>
                  <a:pt x="349" y="785"/>
                </a:lnTo>
                <a:lnTo>
                  <a:pt x="348" y="785"/>
                </a:lnTo>
                <a:lnTo>
                  <a:pt x="347" y="786"/>
                </a:lnTo>
                <a:lnTo>
                  <a:pt x="346" y="786"/>
                </a:lnTo>
                <a:lnTo>
                  <a:pt x="345" y="786"/>
                </a:lnTo>
                <a:lnTo>
                  <a:pt x="343" y="784"/>
                </a:lnTo>
                <a:lnTo>
                  <a:pt x="342" y="784"/>
                </a:lnTo>
                <a:lnTo>
                  <a:pt x="341" y="784"/>
                </a:lnTo>
                <a:lnTo>
                  <a:pt x="341" y="783"/>
                </a:lnTo>
                <a:lnTo>
                  <a:pt x="341" y="782"/>
                </a:lnTo>
                <a:lnTo>
                  <a:pt x="342" y="782"/>
                </a:lnTo>
                <a:lnTo>
                  <a:pt x="341" y="781"/>
                </a:lnTo>
                <a:lnTo>
                  <a:pt x="340" y="781"/>
                </a:lnTo>
                <a:lnTo>
                  <a:pt x="337" y="786"/>
                </a:lnTo>
                <a:lnTo>
                  <a:pt x="335" y="789"/>
                </a:lnTo>
                <a:lnTo>
                  <a:pt x="332" y="791"/>
                </a:lnTo>
                <a:lnTo>
                  <a:pt x="330" y="792"/>
                </a:lnTo>
                <a:lnTo>
                  <a:pt x="329" y="792"/>
                </a:lnTo>
                <a:lnTo>
                  <a:pt x="329" y="793"/>
                </a:lnTo>
                <a:lnTo>
                  <a:pt x="328" y="794"/>
                </a:lnTo>
                <a:lnTo>
                  <a:pt x="328" y="796"/>
                </a:lnTo>
                <a:lnTo>
                  <a:pt x="329" y="797"/>
                </a:lnTo>
                <a:lnTo>
                  <a:pt x="329" y="798"/>
                </a:lnTo>
                <a:lnTo>
                  <a:pt x="330" y="799"/>
                </a:lnTo>
                <a:lnTo>
                  <a:pt x="330" y="800"/>
                </a:lnTo>
                <a:lnTo>
                  <a:pt x="330" y="803"/>
                </a:lnTo>
                <a:lnTo>
                  <a:pt x="329" y="805"/>
                </a:lnTo>
                <a:lnTo>
                  <a:pt x="328" y="806"/>
                </a:lnTo>
                <a:lnTo>
                  <a:pt x="327" y="806"/>
                </a:lnTo>
                <a:lnTo>
                  <a:pt x="326" y="807"/>
                </a:lnTo>
                <a:lnTo>
                  <a:pt x="326" y="808"/>
                </a:lnTo>
                <a:lnTo>
                  <a:pt x="326" y="809"/>
                </a:lnTo>
                <a:lnTo>
                  <a:pt x="324" y="812"/>
                </a:lnTo>
                <a:lnTo>
                  <a:pt x="323" y="813"/>
                </a:lnTo>
                <a:lnTo>
                  <a:pt x="322" y="813"/>
                </a:lnTo>
                <a:lnTo>
                  <a:pt x="321" y="815"/>
                </a:lnTo>
                <a:lnTo>
                  <a:pt x="321" y="816"/>
                </a:lnTo>
                <a:lnTo>
                  <a:pt x="320" y="817"/>
                </a:lnTo>
                <a:lnTo>
                  <a:pt x="319" y="816"/>
                </a:lnTo>
                <a:lnTo>
                  <a:pt x="319" y="815"/>
                </a:lnTo>
                <a:lnTo>
                  <a:pt x="319" y="814"/>
                </a:lnTo>
                <a:lnTo>
                  <a:pt x="317" y="814"/>
                </a:lnTo>
                <a:lnTo>
                  <a:pt x="316" y="815"/>
                </a:lnTo>
                <a:lnTo>
                  <a:pt x="312" y="818"/>
                </a:lnTo>
                <a:lnTo>
                  <a:pt x="309" y="820"/>
                </a:lnTo>
                <a:lnTo>
                  <a:pt x="308" y="822"/>
                </a:lnTo>
                <a:lnTo>
                  <a:pt x="307" y="823"/>
                </a:lnTo>
                <a:lnTo>
                  <a:pt x="307" y="824"/>
                </a:lnTo>
                <a:lnTo>
                  <a:pt x="306" y="826"/>
                </a:lnTo>
                <a:lnTo>
                  <a:pt x="304" y="828"/>
                </a:lnTo>
                <a:lnTo>
                  <a:pt x="303" y="828"/>
                </a:lnTo>
                <a:lnTo>
                  <a:pt x="302" y="828"/>
                </a:lnTo>
                <a:lnTo>
                  <a:pt x="302" y="829"/>
                </a:lnTo>
                <a:lnTo>
                  <a:pt x="301" y="830"/>
                </a:lnTo>
                <a:lnTo>
                  <a:pt x="300" y="831"/>
                </a:lnTo>
                <a:lnTo>
                  <a:pt x="299" y="832"/>
                </a:lnTo>
                <a:lnTo>
                  <a:pt x="299" y="834"/>
                </a:lnTo>
                <a:lnTo>
                  <a:pt x="299" y="835"/>
                </a:lnTo>
                <a:lnTo>
                  <a:pt x="299" y="837"/>
                </a:lnTo>
                <a:lnTo>
                  <a:pt x="298" y="837"/>
                </a:lnTo>
                <a:lnTo>
                  <a:pt x="297" y="837"/>
                </a:lnTo>
                <a:lnTo>
                  <a:pt x="296" y="839"/>
                </a:lnTo>
                <a:lnTo>
                  <a:pt x="296" y="840"/>
                </a:lnTo>
                <a:lnTo>
                  <a:pt x="296" y="841"/>
                </a:lnTo>
                <a:lnTo>
                  <a:pt x="297" y="842"/>
                </a:lnTo>
                <a:lnTo>
                  <a:pt x="297" y="843"/>
                </a:lnTo>
                <a:lnTo>
                  <a:pt x="296" y="845"/>
                </a:lnTo>
                <a:lnTo>
                  <a:pt x="295" y="848"/>
                </a:lnTo>
                <a:lnTo>
                  <a:pt x="294" y="850"/>
                </a:lnTo>
                <a:lnTo>
                  <a:pt x="293" y="852"/>
                </a:lnTo>
                <a:lnTo>
                  <a:pt x="293" y="854"/>
                </a:lnTo>
                <a:lnTo>
                  <a:pt x="292" y="856"/>
                </a:lnTo>
                <a:lnTo>
                  <a:pt x="291" y="858"/>
                </a:lnTo>
                <a:lnTo>
                  <a:pt x="290" y="858"/>
                </a:lnTo>
                <a:lnTo>
                  <a:pt x="288" y="859"/>
                </a:lnTo>
                <a:lnTo>
                  <a:pt x="286" y="860"/>
                </a:lnTo>
                <a:lnTo>
                  <a:pt x="285" y="860"/>
                </a:lnTo>
                <a:lnTo>
                  <a:pt x="284" y="860"/>
                </a:lnTo>
                <a:lnTo>
                  <a:pt x="282" y="860"/>
                </a:lnTo>
                <a:lnTo>
                  <a:pt x="281" y="860"/>
                </a:lnTo>
                <a:lnTo>
                  <a:pt x="280" y="861"/>
                </a:lnTo>
                <a:lnTo>
                  <a:pt x="278" y="860"/>
                </a:lnTo>
                <a:lnTo>
                  <a:pt x="277" y="859"/>
                </a:lnTo>
                <a:lnTo>
                  <a:pt x="277" y="857"/>
                </a:lnTo>
                <a:lnTo>
                  <a:pt x="278" y="856"/>
                </a:lnTo>
                <a:lnTo>
                  <a:pt x="278" y="855"/>
                </a:lnTo>
                <a:lnTo>
                  <a:pt x="276" y="853"/>
                </a:lnTo>
                <a:lnTo>
                  <a:pt x="276" y="852"/>
                </a:lnTo>
                <a:lnTo>
                  <a:pt x="276" y="850"/>
                </a:lnTo>
                <a:lnTo>
                  <a:pt x="276" y="849"/>
                </a:lnTo>
                <a:lnTo>
                  <a:pt x="275" y="849"/>
                </a:lnTo>
                <a:lnTo>
                  <a:pt x="274" y="846"/>
                </a:lnTo>
                <a:lnTo>
                  <a:pt x="271" y="845"/>
                </a:lnTo>
                <a:lnTo>
                  <a:pt x="270" y="844"/>
                </a:lnTo>
                <a:lnTo>
                  <a:pt x="269" y="844"/>
                </a:lnTo>
                <a:lnTo>
                  <a:pt x="268" y="842"/>
                </a:lnTo>
                <a:lnTo>
                  <a:pt x="266" y="840"/>
                </a:lnTo>
                <a:lnTo>
                  <a:pt x="265" y="840"/>
                </a:lnTo>
                <a:lnTo>
                  <a:pt x="265" y="841"/>
                </a:lnTo>
                <a:lnTo>
                  <a:pt x="262" y="844"/>
                </a:lnTo>
                <a:lnTo>
                  <a:pt x="262" y="845"/>
                </a:lnTo>
                <a:lnTo>
                  <a:pt x="262" y="846"/>
                </a:lnTo>
                <a:lnTo>
                  <a:pt x="261" y="848"/>
                </a:lnTo>
                <a:lnTo>
                  <a:pt x="261" y="850"/>
                </a:lnTo>
                <a:lnTo>
                  <a:pt x="260" y="851"/>
                </a:lnTo>
                <a:lnTo>
                  <a:pt x="258" y="851"/>
                </a:lnTo>
                <a:lnTo>
                  <a:pt x="257" y="850"/>
                </a:lnTo>
                <a:lnTo>
                  <a:pt x="256" y="849"/>
                </a:lnTo>
                <a:lnTo>
                  <a:pt x="256" y="848"/>
                </a:lnTo>
                <a:lnTo>
                  <a:pt x="255" y="848"/>
                </a:lnTo>
                <a:lnTo>
                  <a:pt x="254" y="847"/>
                </a:lnTo>
                <a:lnTo>
                  <a:pt x="253" y="847"/>
                </a:lnTo>
                <a:lnTo>
                  <a:pt x="252" y="848"/>
                </a:lnTo>
                <a:lnTo>
                  <a:pt x="252" y="849"/>
                </a:lnTo>
                <a:lnTo>
                  <a:pt x="251" y="849"/>
                </a:lnTo>
                <a:lnTo>
                  <a:pt x="251" y="850"/>
                </a:lnTo>
                <a:lnTo>
                  <a:pt x="251" y="851"/>
                </a:lnTo>
                <a:lnTo>
                  <a:pt x="250" y="851"/>
                </a:lnTo>
                <a:lnTo>
                  <a:pt x="250" y="850"/>
                </a:lnTo>
                <a:lnTo>
                  <a:pt x="249" y="850"/>
                </a:lnTo>
                <a:lnTo>
                  <a:pt x="249" y="849"/>
                </a:lnTo>
                <a:lnTo>
                  <a:pt x="249" y="848"/>
                </a:lnTo>
                <a:lnTo>
                  <a:pt x="248" y="847"/>
                </a:lnTo>
                <a:lnTo>
                  <a:pt x="246" y="846"/>
                </a:lnTo>
                <a:lnTo>
                  <a:pt x="245" y="846"/>
                </a:lnTo>
                <a:lnTo>
                  <a:pt x="244" y="846"/>
                </a:lnTo>
                <a:lnTo>
                  <a:pt x="243" y="847"/>
                </a:lnTo>
                <a:lnTo>
                  <a:pt x="243" y="845"/>
                </a:lnTo>
                <a:lnTo>
                  <a:pt x="244" y="843"/>
                </a:lnTo>
                <a:lnTo>
                  <a:pt x="244" y="841"/>
                </a:lnTo>
                <a:lnTo>
                  <a:pt x="244" y="840"/>
                </a:lnTo>
                <a:lnTo>
                  <a:pt x="244" y="839"/>
                </a:lnTo>
                <a:lnTo>
                  <a:pt x="244" y="837"/>
                </a:lnTo>
                <a:lnTo>
                  <a:pt x="245" y="836"/>
                </a:lnTo>
                <a:lnTo>
                  <a:pt x="245" y="835"/>
                </a:lnTo>
                <a:lnTo>
                  <a:pt x="246" y="833"/>
                </a:lnTo>
                <a:lnTo>
                  <a:pt x="246" y="832"/>
                </a:lnTo>
                <a:lnTo>
                  <a:pt x="247" y="831"/>
                </a:lnTo>
                <a:lnTo>
                  <a:pt x="247" y="830"/>
                </a:lnTo>
                <a:lnTo>
                  <a:pt x="247" y="829"/>
                </a:lnTo>
                <a:lnTo>
                  <a:pt x="248" y="828"/>
                </a:lnTo>
                <a:lnTo>
                  <a:pt x="248" y="827"/>
                </a:lnTo>
                <a:lnTo>
                  <a:pt x="247" y="825"/>
                </a:lnTo>
                <a:lnTo>
                  <a:pt x="246" y="824"/>
                </a:lnTo>
                <a:lnTo>
                  <a:pt x="247" y="822"/>
                </a:lnTo>
                <a:lnTo>
                  <a:pt x="247" y="821"/>
                </a:lnTo>
                <a:lnTo>
                  <a:pt x="247" y="820"/>
                </a:lnTo>
                <a:lnTo>
                  <a:pt x="244" y="820"/>
                </a:lnTo>
                <a:lnTo>
                  <a:pt x="243" y="821"/>
                </a:lnTo>
                <a:lnTo>
                  <a:pt x="242" y="821"/>
                </a:lnTo>
                <a:lnTo>
                  <a:pt x="241" y="821"/>
                </a:lnTo>
                <a:lnTo>
                  <a:pt x="240" y="820"/>
                </a:lnTo>
                <a:lnTo>
                  <a:pt x="239" y="820"/>
                </a:lnTo>
                <a:lnTo>
                  <a:pt x="238" y="820"/>
                </a:lnTo>
                <a:lnTo>
                  <a:pt x="238" y="821"/>
                </a:lnTo>
                <a:lnTo>
                  <a:pt x="238" y="822"/>
                </a:lnTo>
                <a:lnTo>
                  <a:pt x="235" y="822"/>
                </a:lnTo>
                <a:lnTo>
                  <a:pt x="234" y="822"/>
                </a:lnTo>
                <a:lnTo>
                  <a:pt x="234" y="821"/>
                </a:lnTo>
                <a:lnTo>
                  <a:pt x="233" y="819"/>
                </a:lnTo>
                <a:lnTo>
                  <a:pt x="232" y="818"/>
                </a:lnTo>
                <a:lnTo>
                  <a:pt x="231" y="817"/>
                </a:lnTo>
                <a:lnTo>
                  <a:pt x="230" y="818"/>
                </a:lnTo>
                <a:lnTo>
                  <a:pt x="229" y="818"/>
                </a:lnTo>
                <a:lnTo>
                  <a:pt x="228" y="818"/>
                </a:lnTo>
                <a:lnTo>
                  <a:pt x="228" y="819"/>
                </a:lnTo>
                <a:lnTo>
                  <a:pt x="227" y="819"/>
                </a:lnTo>
                <a:lnTo>
                  <a:pt x="227" y="818"/>
                </a:lnTo>
                <a:lnTo>
                  <a:pt x="226" y="818"/>
                </a:lnTo>
                <a:lnTo>
                  <a:pt x="226" y="817"/>
                </a:lnTo>
                <a:lnTo>
                  <a:pt x="225" y="816"/>
                </a:lnTo>
                <a:lnTo>
                  <a:pt x="224" y="815"/>
                </a:lnTo>
                <a:lnTo>
                  <a:pt x="223" y="815"/>
                </a:lnTo>
                <a:lnTo>
                  <a:pt x="222" y="817"/>
                </a:lnTo>
                <a:lnTo>
                  <a:pt x="221" y="818"/>
                </a:lnTo>
                <a:lnTo>
                  <a:pt x="220" y="820"/>
                </a:lnTo>
                <a:lnTo>
                  <a:pt x="218" y="822"/>
                </a:lnTo>
                <a:lnTo>
                  <a:pt x="217" y="823"/>
                </a:lnTo>
                <a:lnTo>
                  <a:pt x="216" y="823"/>
                </a:lnTo>
                <a:lnTo>
                  <a:pt x="214" y="825"/>
                </a:lnTo>
                <a:lnTo>
                  <a:pt x="213" y="829"/>
                </a:lnTo>
                <a:lnTo>
                  <a:pt x="213" y="831"/>
                </a:lnTo>
                <a:lnTo>
                  <a:pt x="212" y="834"/>
                </a:lnTo>
                <a:lnTo>
                  <a:pt x="211" y="837"/>
                </a:lnTo>
                <a:lnTo>
                  <a:pt x="210" y="842"/>
                </a:lnTo>
                <a:lnTo>
                  <a:pt x="210" y="843"/>
                </a:lnTo>
                <a:lnTo>
                  <a:pt x="210" y="844"/>
                </a:lnTo>
                <a:lnTo>
                  <a:pt x="210" y="845"/>
                </a:lnTo>
                <a:lnTo>
                  <a:pt x="210" y="846"/>
                </a:lnTo>
                <a:lnTo>
                  <a:pt x="209" y="848"/>
                </a:lnTo>
                <a:lnTo>
                  <a:pt x="207" y="850"/>
                </a:lnTo>
                <a:lnTo>
                  <a:pt x="207" y="851"/>
                </a:lnTo>
                <a:lnTo>
                  <a:pt x="206" y="851"/>
                </a:lnTo>
                <a:lnTo>
                  <a:pt x="202" y="851"/>
                </a:lnTo>
                <a:lnTo>
                  <a:pt x="199" y="850"/>
                </a:lnTo>
                <a:lnTo>
                  <a:pt x="198" y="849"/>
                </a:lnTo>
                <a:lnTo>
                  <a:pt x="197" y="848"/>
                </a:lnTo>
                <a:lnTo>
                  <a:pt x="196" y="848"/>
                </a:lnTo>
                <a:lnTo>
                  <a:pt x="195" y="850"/>
                </a:lnTo>
                <a:lnTo>
                  <a:pt x="194" y="851"/>
                </a:lnTo>
                <a:lnTo>
                  <a:pt x="194" y="852"/>
                </a:lnTo>
                <a:lnTo>
                  <a:pt x="194" y="854"/>
                </a:lnTo>
                <a:lnTo>
                  <a:pt x="193" y="854"/>
                </a:lnTo>
                <a:lnTo>
                  <a:pt x="193" y="855"/>
                </a:lnTo>
                <a:lnTo>
                  <a:pt x="192" y="855"/>
                </a:lnTo>
                <a:lnTo>
                  <a:pt x="192" y="859"/>
                </a:lnTo>
                <a:lnTo>
                  <a:pt x="192" y="860"/>
                </a:lnTo>
                <a:lnTo>
                  <a:pt x="193" y="860"/>
                </a:lnTo>
                <a:lnTo>
                  <a:pt x="193" y="861"/>
                </a:lnTo>
                <a:lnTo>
                  <a:pt x="194" y="861"/>
                </a:lnTo>
                <a:lnTo>
                  <a:pt x="197" y="862"/>
                </a:lnTo>
                <a:lnTo>
                  <a:pt x="197" y="863"/>
                </a:lnTo>
                <a:lnTo>
                  <a:pt x="197" y="864"/>
                </a:lnTo>
                <a:lnTo>
                  <a:pt x="197" y="867"/>
                </a:lnTo>
                <a:lnTo>
                  <a:pt x="198" y="870"/>
                </a:lnTo>
                <a:lnTo>
                  <a:pt x="198" y="872"/>
                </a:lnTo>
                <a:lnTo>
                  <a:pt x="200" y="873"/>
                </a:lnTo>
                <a:lnTo>
                  <a:pt x="200" y="874"/>
                </a:lnTo>
                <a:lnTo>
                  <a:pt x="201" y="874"/>
                </a:lnTo>
                <a:lnTo>
                  <a:pt x="201" y="876"/>
                </a:lnTo>
                <a:lnTo>
                  <a:pt x="200" y="876"/>
                </a:lnTo>
                <a:lnTo>
                  <a:pt x="200" y="877"/>
                </a:lnTo>
                <a:lnTo>
                  <a:pt x="199" y="877"/>
                </a:lnTo>
                <a:lnTo>
                  <a:pt x="199" y="879"/>
                </a:lnTo>
                <a:lnTo>
                  <a:pt x="198" y="880"/>
                </a:lnTo>
                <a:lnTo>
                  <a:pt x="199" y="881"/>
                </a:lnTo>
                <a:lnTo>
                  <a:pt x="196" y="882"/>
                </a:lnTo>
                <a:lnTo>
                  <a:pt x="193" y="884"/>
                </a:lnTo>
                <a:lnTo>
                  <a:pt x="192" y="884"/>
                </a:lnTo>
                <a:lnTo>
                  <a:pt x="191" y="884"/>
                </a:lnTo>
                <a:lnTo>
                  <a:pt x="190" y="883"/>
                </a:lnTo>
                <a:lnTo>
                  <a:pt x="189" y="883"/>
                </a:lnTo>
                <a:lnTo>
                  <a:pt x="189" y="882"/>
                </a:lnTo>
                <a:lnTo>
                  <a:pt x="189" y="880"/>
                </a:lnTo>
                <a:lnTo>
                  <a:pt x="186" y="880"/>
                </a:lnTo>
                <a:lnTo>
                  <a:pt x="185" y="881"/>
                </a:lnTo>
                <a:lnTo>
                  <a:pt x="184" y="881"/>
                </a:lnTo>
                <a:lnTo>
                  <a:pt x="181" y="882"/>
                </a:lnTo>
                <a:lnTo>
                  <a:pt x="180" y="882"/>
                </a:lnTo>
                <a:lnTo>
                  <a:pt x="180" y="881"/>
                </a:lnTo>
                <a:lnTo>
                  <a:pt x="179" y="881"/>
                </a:lnTo>
                <a:lnTo>
                  <a:pt x="178" y="882"/>
                </a:lnTo>
                <a:lnTo>
                  <a:pt x="177" y="883"/>
                </a:lnTo>
                <a:lnTo>
                  <a:pt x="176" y="883"/>
                </a:lnTo>
                <a:lnTo>
                  <a:pt x="175" y="883"/>
                </a:lnTo>
                <a:lnTo>
                  <a:pt x="175" y="882"/>
                </a:lnTo>
                <a:lnTo>
                  <a:pt x="174" y="882"/>
                </a:lnTo>
                <a:lnTo>
                  <a:pt x="173" y="881"/>
                </a:lnTo>
                <a:lnTo>
                  <a:pt x="173" y="880"/>
                </a:lnTo>
                <a:lnTo>
                  <a:pt x="174" y="879"/>
                </a:lnTo>
                <a:lnTo>
                  <a:pt x="174" y="878"/>
                </a:lnTo>
                <a:lnTo>
                  <a:pt x="175" y="878"/>
                </a:lnTo>
                <a:lnTo>
                  <a:pt x="176" y="878"/>
                </a:lnTo>
                <a:lnTo>
                  <a:pt x="176" y="877"/>
                </a:lnTo>
                <a:lnTo>
                  <a:pt x="175" y="877"/>
                </a:lnTo>
                <a:lnTo>
                  <a:pt x="175" y="876"/>
                </a:lnTo>
                <a:lnTo>
                  <a:pt x="174" y="876"/>
                </a:lnTo>
                <a:lnTo>
                  <a:pt x="173" y="874"/>
                </a:lnTo>
                <a:lnTo>
                  <a:pt x="173" y="872"/>
                </a:lnTo>
                <a:lnTo>
                  <a:pt x="174" y="872"/>
                </a:lnTo>
                <a:lnTo>
                  <a:pt x="174" y="871"/>
                </a:lnTo>
                <a:lnTo>
                  <a:pt x="175" y="870"/>
                </a:lnTo>
                <a:lnTo>
                  <a:pt x="176" y="868"/>
                </a:lnTo>
                <a:lnTo>
                  <a:pt x="176" y="867"/>
                </a:lnTo>
                <a:lnTo>
                  <a:pt x="177" y="867"/>
                </a:lnTo>
                <a:lnTo>
                  <a:pt x="177" y="868"/>
                </a:lnTo>
                <a:lnTo>
                  <a:pt x="178" y="868"/>
                </a:lnTo>
                <a:lnTo>
                  <a:pt x="179" y="865"/>
                </a:lnTo>
                <a:lnTo>
                  <a:pt x="180" y="864"/>
                </a:lnTo>
                <a:lnTo>
                  <a:pt x="181" y="861"/>
                </a:lnTo>
                <a:lnTo>
                  <a:pt x="182" y="860"/>
                </a:lnTo>
                <a:lnTo>
                  <a:pt x="180" y="858"/>
                </a:lnTo>
                <a:lnTo>
                  <a:pt x="180" y="857"/>
                </a:lnTo>
                <a:lnTo>
                  <a:pt x="179" y="857"/>
                </a:lnTo>
                <a:lnTo>
                  <a:pt x="178" y="856"/>
                </a:lnTo>
                <a:lnTo>
                  <a:pt x="178" y="855"/>
                </a:lnTo>
                <a:lnTo>
                  <a:pt x="177" y="855"/>
                </a:lnTo>
                <a:lnTo>
                  <a:pt x="176" y="857"/>
                </a:lnTo>
                <a:lnTo>
                  <a:pt x="177" y="858"/>
                </a:lnTo>
                <a:lnTo>
                  <a:pt x="177" y="859"/>
                </a:lnTo>
                <a:lnTo>
                  <a:pt x="176" y="859"/>
                </a:lnTo>
                <a:lnTo>
                  <a:pt x="174" y="857"/>
                </a:lnTo>
                <a:lnTo>
                  <a:pt x="173" y="856"/>
                </a:lnTo>
                <a:lnTo>
                  <a:pt x="173" y="855"/>
                </a:lnTo>
                <a:lnTo>
                  <a:pt x="172" y="855"/>
                </a:lnTo>
                <a:lnTo>
                  <a:pt x="170" y="855"/>
                </a:lnTo>
                <a:lnTo>
                  <a:pt x="170" y="856"/>
                </a:lnTo>
                <a:lnTo>
                  <a:pt x="169" y="856"/>
                </a:lnTo>
                <a:lnTo>
                  <a:pt x="168" y="856"/>
                </a:lnTo>
                <a:lnTo>
                  <a:pt x="167" y="855"/>
                </a:lnTo>
                <a:lnTo>
                  <a:pt x="167" y="854"/>
                </a:lnTo>
                <a:lnTo>
                  <a:pt x="167" y="852"/>
                </a:lnTo>
                <a:lnTo>
                  <a:pt x="167" y="851"/>
                </a:lnTo>
                <a:lnTo>
                  <a:pt x="167" y="850"/>
                </a:lnTo>
                <a:lnTo>
                  <a:pt x="167" y="849"/>
                </a:lnTo>
                <a:lnTo>
                  <a:pt x="166" y="849"/>
                </a:lnTo>
                <a:lnTo>
                  <a:pt x="165" y="848"/>
                </a:lnTo>
                <a:lnTo>
                  <a:pt x="163" y="848"/>
                </a:lnTo>
                <a:lnTo>
                  <a:pt x="162" y="849"/>
                </a:lnTo>
                <a:lnTo>
                  <a:pt x="161" y="850"/>
                </a:lnTo>
                <a:lnTo>
                  <a:pt x="160" y="850"/>
                </a:lnTo>
                <a:lnTo>
                  <a:pt x="160" y="851"/>
                </a:lnTo>
                <a:lnTo>
                  <a:pt x="158" y="854"/>
                </a:lnTo>
                <a:lnTo>
                  <a:pt x="157" y="855"/>
                </a:lnTo>
                <a:lnTo>
                  <a:pt x="156" y="855"/>
                </a:lnTo>
                <a:lnTo>
                  <a:pt x="155" y="855"/>
                </a:lnTo>
                <a:lnTo>
                  <a:pt x="155" y="856"/>
                </a:lnTo>
                <a:lnTo>
                  <a:pt x="154" y="857"/>
                </a:lnTo>
                <a:lnTo>
                  <a:pt x="153" y="857"/>
                </a:lnTo>
                <a:lnTo>
                  <a:pt x="153" y="856"/>
                </a:lnTo>
                <a:lnTo>
                  <a:pt x="152" y="856"/>
                </a:lnTo>
                <a:lnTo>
                  <a:pt x="151" y="855"/>
                </a:lnTo>
                <a:lnTo>
                  <a:pt x="150" y="854"/>
                </a:lnTo>
                <a:lnTo>
                  <a:pt x="149" y="855"/>
                </a:lnTo>
                <a:lnTo>
                  <a:pt x="148" y="855"/>
                </a:lnTo>
                <a:lnTo>
                  <a:pt x="148" y="856"/>
                </a:lnTo>
                <a:lnTo>
                  <a:pt x="148" y="857"/>
                </a:lnTo>
                <a:lnTo>
                  <a:pt x="148" y="859"/>
                </a:lnTo>
                <a:lnTo>
                  <a:pt x="146" y="861"/>
                </a:lnTo>
                <a:lnTo>
                  <a:pt x="143" y="860"/>
                </a:lnTo>
                <a:lnTo>
                  <a:pt x="142" y="859"/>
                </a:lnTo>
                <a:lnTo>
                  <a:pt x="141" y="857"/>
                </a:lnTo>
                <a:lnTo>
                  <a:pt x="140" y="856"/>
                </a:lnTo>
                <a:lnTo>
                  <a:pt x="139" y="856"/>
                </a:lnTo>
                <a:lnTo>
                  <a:pt x="139" y="855"/>
                </a:lnTo>
                <a:lnTo>
                  <a:pt x="138" y="854"/>
                </a:lnTo>
                <a:lnTo>
                  <a:pt x="136" y="854"/>
                </a:lnTo>
                <a:lnTo>
                  <a:pt x="135" y="853"/>
                </a:lnTo>
                <a:lnTo>
                  <a:pt x="135" y="852"/>
                </a:lnTo>
                <a:lnTo>
                  <a:pt x="135" y="851"/>
                </a:lnTo>
                <a:lnTo>
                  <a:pt x="133" y="850"/>
                </a:lnTo>
                <a:lnTo>
                  <a:pt x="131" y="850"/>
                </a:lnTo>
                <a:lnTo>
                  <a:pt x="129" y="849"/>
                </a:lnTo>
                <a:lnTo>
                  <a:pt x="129" y="848"/>
                </a:lnTo>
                <a:lnTo>
                  <a:pt x="129" y="847"/>
                </a:lnTo>
                <a:lnTo>
                  <a:pt x="128" y="845"/>
                </a:lnTo>
                <a:lnTo>
                  <a:pt x="128" y="840"/>
                </a:lnTo>
                <a:lnTo>
                  <a:pt x="129" y="840"/>
                </a:lnTo>
                <a:lnTo>
                  <a:pt x="130" y="841"/>
                </a:lnTo>
                <a:lnTo>
                  <a:pt x="131" y="841"/>
                </a:lnTo>
                <a:lnTo>
                  <a:pt x="132" y="841"/>
                </a:lnTo>
                <a:lnTo>
                  <a:pt x="133" y="840"/>
                </a:lnTo>
                <a:lnTo>
                  <a:pt x="136" y="840"/>
                </a:lnTo>
                <a:lnTo>
                  <a:pt x="137" y="840"/>
                </a:lnTo>
                <a:lnTo>
                  <a:pt x="138" y="840"/>
                </a:lnTo>
                <a:lnTo>
                  <a:pt x="139" y="839"/>
                </a:lnTo>
                <a:lnTo>
                  <a:pt x="140" y="837"/>
                </a:lnTo>
                <a:lnTo>
                  <a:pt x="141" y="836"/>
                </a:lnTo>
                <a:lnTo>
                  <a:pt x="141" y="833"/>
                </a:lnTo>
                <a:lnTo>
                  <a:pt x="140" y="833"/>
                </a:lnTo>
                <a:lnTo>
                  <a:pt x="139" y="832"/>
                </a:lnTo>
                <a:lnTo>
                  <a:pt x="138" y="830"/>
                </a:lnTo>
                <a:lnTo>
                  <a:pt x="137" y="829"/>
                </a:lnTo>
                <a:lnTo>
                  <a:pt x="136" y="830"/>
                </a:lnTo>
                <a:lnTo>
                  <a:pt x="133" y="830"/>
                </a:lnTo>
                <a:lnTo>
                  <a:pt x="132" y="830"/>
                </a:lnTo>
                <a:lnTo>
                  <a:pt x="131" y="827"/>
                </a:lnTo>
                <a:lnTo>
                  <a:pt x="131" y="826"/>
                </a:lnTo>
                <a:lnTo>
                  <a:pt x="132" y="826"/>
                </a:lnTo>
                <a:lnTo>
                  <a:pt x="132" y="825"/>
                </a:lnTo>
                <a:lnTo>
                  <a:pt x="131" y="824"/>
                </a:lnTo>
                <a:lnTo>
                  <a:pt x="131" y="823"/>
                </a:lnTo>
                <a:lnTo>
                  <a:pt x="130" y="823"/>
                </a:lnTo>
                <a:lnTo>
                  <a:pt x="130" y="822"/>
                </a:lnTo>
                <a:lnTo>
                  <a:pt x="129" y="821"/>
                </a:lnTo>
                <a:lnTo>
                  <a:pt x="129" y="820"/>
                </a:lnTo>
                <a:lnTo>
                  <a:pt x="130" y="820"/>
                </a:lnTo>
                <a:lnTo>
                  <a:pt x="131" y="820"/>
                </a:lnTo>
                <a:lnTo>
                  <a:pt x="132" y="819"/>
                </a:lnTo>
                <a:lnTo>
                  <a:pt x="131" y="818"/>
                </a:lnTo>
                <a:lnTo>
                  <a:pt x="130" y="817"/>
                </a:lnTo>
                <a:lnTo>
                  <a:pt x="130" y="818"/>
                </a:lnTo>
                <a:lnTo>
                  <a:pt x="129" y="818"/>
                </a:lnTo>
                <a:lnTo>
                  <a:pt x="128" y="818"/>
                </a:lnTo>
                <a:lnTo>
                  <a:pt x="128" y="817"/>
                </a:lnTo>
                <a:lnTo>
                  <a:pt x="128" y="816"/>
                </a:lnTo>
                <a:lnTo>
                  <a:pt x="128" y="815"/>
                </a:lnTo>
                <a:lnTo>
                  <a:pt x="128" y="814"/>
                </a:lnTo>
                <a:lnTo>
                  <a:pt x="127" y="812"/>
                </a:lnTo>
                <a:lnTo>
                  <a:pt x="126" y="812"/>
                </a:lnTo>
                <a:lnTo>
                  <a:pt x="125" y="811"/>
                </a:lnTo>
                <a:lnTo>
                  <a:pt x="125" y="810"/>
                </a:lnTo>
                <a:lnTo>
                  <a:pt x="126" y="809"/>
                </a:lnTo>
                <a:lnTo>
                  <a:pt x="127" y="808"/>
                </a:lnTo>
                <a:lnTo>
                  <a:pt x="127" y="807"/>
                </a:lnTo>
                <a:lnTo>
                  <a:pt x="128" y="805"/>
                </a:lnTo>
                <a:lnTo>
                  <a:pt x="128" y="804"/>
                </a:lnTo>
                <a:lnTo>
                  <a:pt x="129" y="802"/>
                </a:lnTo>
                <a:lnTo>
                  <a:pt x="130" y="800"/>
                </a:lnTo>
                <a:lnTo>
                  <a:pt x="131" y="800"/>
                </a:lnTo>
                <a:lnTo>
                  <a:pt x="131" y="799"/>
                </a:lnTo>
                <a:lnTo>
                  <a:pt x="131" y="800"/>
                </a:lnTo>
                <a:lnTo>
                  <a:pt x="131" y="799"/>
                </a:lnTo>
                <a:lnTo>
                  <a:pt x="131" y="798"/>
                </a:lnTo>
                <a:lnTo>
                  <a:pt x="131" y="797"/>
                </a:lnTo>
                <a:lnTo>
                  <a:pt x="130" y="796"/>
                </a:lnTo>
                <a:lnTo>
                  <a:pt x="129" y="796"/>
                </a:lnTo>
                <a:lnTo>
                  <a:pt x="128" y="796"/>
                </a:lnTo>
                <a:lnTo>
                  <a:pt x="127" y="797"/>
                </a:lnTo>
                <a:lnTo>
                  <a:pt x="126" y="798"/>
                </a:lnTo>
                <a:lnTo>
                  <a:pt x="125" y="799"/>
                </a:lnTo>
                <a:lnTo>
                  <a:pt x="126" y="800"/>
                </a:lnTo>
                <a:lnTo>
                  <a:pt x="125" y="800"/>
                </a:lnTo>
                <a:lnTo>
                  <a:pt x="125" y="801"/>
                </a:lnTo>
                <a:lnTo>
                  <a:pt x="124" y="802"/>
                </a:lnTo>
                <a:lnTo>
                  <a:pt x="123" y="802"/>
                </a:lnTo>
                <a:lnTo>
                  <a:pt x="121" y="802"/>
                </a:lnTo>
                <a:lnTo>
                  <a:pt x="115" y="803"/>
                </a:lnTo>
                <a:lnTo>
                  <a:pt x="113" y="804"/>
                </a:lnTo>
                <a:lnTo>
                  <a:pt x="111" y="805"/>
                </a:lnTo>
                <a:lnTo>
                  <a:pt x="109" y="807"/>
                </a:lnTo>
                <a:lnTo>
                  <a:pt x="107" y="808"/>
                </a:lnTo>
                <a:lnTo>
                  <a:pt x="107" y="807"/>
                </a:lnTo>
                <a:lnTo>
                  <a:pt x="106" y="806"/>
                </a:lnTo>
                <a:lnTo>
                  <a:pt x="106" y="805"/>
                </a:lnTo>
                <a:lnTo>
                  <a:pt x="104" y="802"/>
                </a:lnTo>
                <a:lnTo>
                  <a:pt x="103" y="802"/>
                </a:lnTo>
                <a:lnTo>
                  <a:pt x="101" y="802"/>
                </a:lnTo>
                <a:lnTo>
                  <a:pt x="100" y="802"/>
                </a:lnTo>
                <a:lnTo>
                  <a:pt x="98" y="801"/>
                </a:lnTo>
                <a:lnTo>
                  <a:pt x="97" y="802"/>
                </a:lnTo>
                <a:lnTo>
                  <a:pt x="96" y="801"/>
                </a:lnTo>
                <a:lnTo>
                  <a:pt x="95" y="801"/>
                </a:lnTo>
                <a:lnTo>
                  <a:pt x="95" y="800"/>
                </a:lnTo>
                <a:lnTo>
                  <a:pt x="96" y="799"/>
                </a:lnTo>
                <a:lnTo>
                  <a:pt x="96" y="798"/>
                </a:lnTo>
                <a:lnTo>
                  <a:pt x="95" y="798"/>
                </a:lnTo>
                <a:lnTo>
                  <a:pt x="95" y="796"/>
                </a:lnTo>
                <a:lnTo>
                  <a:pt x="94" y="795"/>
                </a:lnTo>
                <a:lnTo>
                  <a:pt x="94" y="794"/>
                </a:lnTo>
                <a:lnTo>
                  <a:pt x="94" y="792"/>
                </a:lnTo>
                <a:lnTo>
                  <a:pt x="96" y="791"/>
                </a:lnTo>
                <a:lnTo>
                  <a:pt x="97" y="791"/>
                </a:lnTo>
                <a:lnTo>
                  <a:pt x="98" y="791"/>
                </a:lnTo>
                <a:lnTo>
                  <a:pt x="99" y="790"/>
                </a:lnTo>
                <a:lnTo>
                  <a:pt x="98" y="787"/>
                </a:lnTo>
                <a:lnTo>
                  <a:pt x="98" y="785"/>
                </a:lnTo>
                <a:lnTo>
                  <a:pt x="99" y="782"/>
                </a:lnTo>
                <a:lnTo>
                  <a:pt x="101" y="782"/>
                </a:lnTo>
                <a:lnTo>
                  <a:pt x="101" y="780"/>
                </a:lnTo>
                <a:lnTo>
                  <a:pt x="101" y="779"/>
                </a:lnTo>
                <a:lnTo>
                  <a:pt x="101" y="778"/>
                </a:lnTo>
                <a:lnTo>
                  <a:pt x="102" y="777"/>
                </a:lnTo>
                <a:lnTo>
                  <a:pt x="102" y="776"/>
                </a:lnTo>
                <a:lnTo>
                  <a:pt x="103" y="775"/>
                </a:lnTo>
                <a:lnTo>
                  <a:pt x="103" y="774"/>
                </a:lnTo>
                <a:lnTo>
                  <a:pt x="103" y="773"/>
                </a:lnTo>
                <a:lnTo>
                  <a:pt x="104" y="773"/>
                </a:lnTo>
                <a:lnTo>
                  <a:pt x="105" y="772"/>
                </a:lnTo>
                <a:lnTo>
                  <a:pt x="106" y="772"/>
                </a:lnTo>
                <a:lnTo>
                  <a:pt x="106" y="771"/>
                </a:lnTo>
                <a:lnTo>
                  <a:pt x="107" y="770"/>
                </a:lnTo>
                <a:lnTo>
                  <a:pt x="109" y="770"/>
                </a:lnTo>
                <a:lnTo>
                  <a:pt x="112" y="768"/>
                </a:lnTo>
                <a:lnTo>
                  <a:pt x="112" y="767"/>
                </a:lnTo>
                <a:lnTo>
                  <a:pt x="113" y="766"/>
                </a:lnTo>
                <a:lnTo>
                  <a:pt x="112" y="765"/>
                </a:lnTo>
                <a:lnTo>
                  <a:pt x="111" y="765"/>
                </a:lnTo>
                <a:lnTo>
                  <a:pt x="111" y="766"/>
                </a:lnTo>
                <a:lnTo>
                  <a:pt x="110" y="766"/>
                </a:lnTo>
                <a:lnTo>
                  <a:pt x="110" y="765"/>
                </a:lnTo>
                <a:lnTo>
                  <a:pt x="109" y="764"/>
                </a:lnTo>
                <a:lnTo>
                  <a:pt x="109" y="763"/>
                </a:lnTo>
                <a:lnTo>
                  <a:pt x="111" y="761"/>
                </a:lnTo>
                <a:lnTo>
                  <a:pt x="113" y="760"/>
                </a:lnTo>
                <a:lnTo>
                  <a:pt x="114" y="759"/>
                </a:lnTo>
                <a:lnTo>
                  <a:pt x="113" y="757"/>
                </a:lnTo>
                <a:lnTo>
                  <a:pt x="112" y="757"/>
                </a:lnTo>
                <a:lnTo>
                  <a:pt x="112" y="756"/>
                </a:lnTo>
                <a:lnTo>
                  <a:pt x="111" y="755"/>
                </a:lnTo>
                <a:lnTo>
                  <a:pt x="112" y="754"/>
                </a:lnTo>
                <a:lnTo>
                  <a:pt x="113" y="753"/>
                </a:lnTo>
                <a:lnTo>
                  <a:pt x="114" y="753"/>
                </a:lnTo>
                <a:lnTo>
                  <a:pt x="116" y="752"/>
                </a:lnTo>
                <a:lnTo>
                  <a:pt x="117" y="751"/>
                </a:lnTo>
                <a:lnTo>
                  <a:pt x="117" y="750"/>
                </a:lnTo>
                <a:lnTo>
                  <a:pt x="116" y="748"/>
                </a:lnTo>
                <a:lnTo>
                  <a:pt x="115" y="748"/>
                </a:lnTo>
                <a:lnTo>
                  <a:pt x="115" y="747"/>
                </a:lnTo>
                <a:lnTo>
                  <a:pt x="115" y="746"/>
                </a:lnTo>
                <a:lnTo>
                  <a:pt x="115" y="744"/>
                </a:lnTo>
                <a:lnTo>
                  <a:pt x="114" y="744"/>
                </a:lnTo>
                <a:lnTo>
                  <a:pt x="113" y="744"/>
                </a:lnTo>
                <a:lnTo>
                  <a:pt x="113" y="741"/>
                </a:lnTo>
                <a:lnTo>
                  <a:pt x="113" y="740"/>
                </a:lnTo>
                <a:lnTo>
                  <a:pt x="113" y="738"/>
                </a:lnTo>
                <a:lnTo>
                  <a:pt x="112" y="736"/>
                </a:lnTo>
                <a:lnTo>
                  <a:pt x="110" y="734"/>
                </a:lnTo>
                <a:lnTo>
                  <a:pt x="110" y="733"/>
                </a:lnTo>
                <a:lnTo>
                  <a:pt x="110" y="732"/>
                </a:lnTo>
                <a:lnTo>
                  <a:pt x="109" y="731"/>
                </a:lnTo>
                <a:lnTo>
                  <a:pt x="107" y="730"/>
                </a:lnTo>
                <a:lnTo>
                  <a:pt x="107" y="729"/>
                </a:lnTo>
                <a:lnTo>
                  <a:pt x="105" y="728"/>
                </a:lnTo>
                <a:lnTo>
                  <a:pt x="103" y="729"/>
                </a:lnTo>
                <a:lnTo>
                  <a:pt x="102" y="729"/>
                </a:lnTo>
                <a:lnTo>
                  <a:pt x="102" y="728"/>
                </a:lnTo>
                <a:lnTo>
                  <a:pt x="101" y="727"/>
                </a:lnTo>
                <a:lnTo>
                  <a:pt x="99" y="727"/>
                </a:lnTo>
                <a:lnTo>
                  <a:pt x="97" y="726"/>
                </a:lnTo>
                <a:lnTo>
                  <a:pt x="96" y="726"/>
                </a:lnTo>
                <a:lnTo>
                  <a:pt x="96" y="725"/>
                </a:lnTo>
                <a:lnTo>
                  <a:pt x="96" y="724"/>
                </a:lnTo>
                <a:lnTo>
                  <a:pt x="96" y="723"/>
                </a:lnTo>
                <a:lnTo>
                  <a:pt x="95" y="723"/>
                </a:lnTo>
                <a:lnTo>
                  <a:pt x="95" y="722"/>
                </a:lnTo>
                <a:lnTo>
                  <a:pt x="94" y="722"/>
                </a:lnTo>
                <a:lnTo>
                  <a:pt x="94" y="721"/>
                </a:lnTo>
                <a:lnTo>
                  <a:pt x="94" y="720"/>
                </a:lnTo>
                <a:lnTo>
                  <a:pt x="93" y="720"/>
                </a:lnTo>
                <a:lnTo>
                  <a:pt x="93" y="719"/>
                </a:lnTo>
                <a:lnTo>
                  <a:pt x="93" y="718"/>
                </a:lnTo>
                <a:lnTo>
                  <a:pt x="94" y="718"/>
                </a:lnTo>
                <a:lnTo>
                  <a:pt x="96" y="718"/>
                </a:lnTo>
                <a:lnTo>
                  <a:pt x="97" y="718"/>
                </a:lnTo>
                <a:lnTo>
                  <a:pt x="97" y="717"/>
                </a:lnTo>
                <a:lnTo>
                  <a:pt x="97" y="716"/>
                </a:lnTo>
                <a:lnTo>
                  <a:pt x="98" y="716"/>
                </a:lnTo>
                <a:lnTo>
                  <a:pt x="99" y="717"/>
                </a:lnTo>
                <a:lnTo>
                  <a:pt x="101" y="717"/>
                </a:lnTo>
                <a:lnTo>
                  <a:pt x="103" y="718"/>
                </a:lnTo>
                <a:lnTo>
                  <a:pt x="107" y="717"/>
                </a:lnTo>
                <a:lnTo>
                  <a:pt x="109" y="717"/>
                </a:lnTo>
                <a:lnTo>
                  <a:pt x="112" y="715"/>
                </a:lnTo>
                <a:lnTo>
                  <a:pt x="112" y="714"/>
                </a:lnTo>
                <a:lnTo>
                  <a:pt x="111" y="713"/>
                </a:lnTo>
                <a:lnTo>
                  <a:pt x="110" y="713"/>
                </a:lnTo>
                <a:lnTo>
                  <a:pt x="110" y="712"/>
                </a:lnTo>
                <a:lnTo>
                  <a:pt x="111" y="712"/>
                </a:lnTo>
                <a:lnTo>
                  <a:pt x="113" y="712"/>
                </a:lnTo>
                <a:lnTo>
                  <a:pt x="114" y="712"/>
                </a:lnTo>
                <a:lnTo>
                  <a:pt x="115" y="713"/>
                </a:lnTo>
                <a:lnTo>
                  <a:pt x="116" y="714"/>
                </a:lnTo>
                <a:lnTo>
                  <a:pt x="117" y="713"/>
                </a:lnTo>
                <a:lnTo>
                  <a:pt x="117" y="712"/>
                </a:lnTo>
                <a:lnTo>
                  <a:pt x="117" y="711"/>
                </a:lnTo>
                <a:lnTo>
                  <a:pt x="116" y="710"/>
                </a:lnTo>
                <a:lnTo>
                  <a:pt x="115" y="710"/>
                </a:lnTo>
                <a:lnTo>
                  <a:pt x="115" y="709"/>
                </a:lnTo>
                <a:lnTo>
                  <a:pt x="118" y="708"/>
                </a:lnTo>
                <a:lnTo>
                  <a:pt x="119" y="707"/>
                </a:lnTo>
                <a:lnTo>
                  <a:pt x="120" y="707"/>
                </a:lnTo>
                <a:lnTo>
                  <a:pt x="121" y="705"/>
                </a:lnTo>
                <a:lnTo>
                  <a:pt x="123" y="705"/>
                </a:lnTo>
                <a:lnTo>
                  <a:pt x="124" y="705"/>
                </a:lnTo>
                <a:lnTo>
                  <a:pt x="125" y="705"/>
                </a:lnTo>
                <a:lnTo>
                  <a:pt x="125" y="704"/>
                </a:lnTo>
                <a:lnTo>
                  <a:pt x="125" y="703"/>
                </a:lnTo>
                <a:lnTo>
                  <a:pt x="126" y="703"/>
                </a:lnTo>
                <a:lnTo>
                  <a:pt x="128" y="703"/>
                </a:lnTo>
                <a:lnTo>
                  <a:pt x="128" y="704"/>
                </a:lnTo>
                <a:lnTo>
                  <a:pt x="128" y="705"/>
                </a:lnTo>
                <a:lnTo>
                  <a:pt x="130" y="705"/>
                </a:lnTo>
                <a:lnTo>
                  <a:pt x="130" y="704"/>
                </a:lnTo>
                <a:lnTo>
                  <a:pt x="130" y="703"/>
                </a:lnTo>
                <a:lnTo>
                  <a:pt x="131" y="703"/>
                </a:lnTo>
                <a:lnTo>
                  <a:pt x="133" y="703"/>
                </a:lnTo>
                <a:lnTo>
                  <a:pt x="133" y="704"/>
                </a:lnTo>
                <a:lnTo>
                  <a:pt x="133" y="705"/>
                </a:lnTo>
                <a:lnTo>
                  <a:pt x="132" y="705"/>
                </a:lnTo>
                <a:lnTo>
                  <a:pt x="132" y="707"/>
                </a:lnTo>
                <a:lnTo>
                  <a:pt x="133" y="707"/>
                </a:lnTo>
                <a:lnTo>
                  <a:pt x="135" y="707"/>
                </a:lnTo>
                <a:lnTo>
                  <a:pt x="136" y="707"/>
                </a:lnTo>
                <a:lnTo>
                  <a:pt x="137" y="707"/>
                </a:lnTo>
                <a:lnTo>
                  <a:pt x="137" y="705"/>
                </a:lnTo>
                <a:lnTo>
                  <a:pt x="136" y="705"/>
                </a:lnTo>
                <a:lnTo>
                  <a:pt x="136" y="701"/>
                </a:lnTo>
                <a:lnTo>
                  <a:pt x="137" y="700"/>
                </a:lnTo>
                <a:lnTo>
                  <a:pt x="135" y="697"/>
                </a:lnTo>
                <a:lnTo>
                  <a:pt x="131" y="695"/>
                </a:lnTo>
                <a:lnTo>
                  <a:pt x="131" y="694"/>
                </a:lnTo>
                <a:lnTo>
                  <a:pt x="131" y="691"/>
                </a:lnTo>
                <a:lnTo>
                  <a:pt x="131" y="690"/>
                </a:lnTo>
                <a:lnTo>
                  <a:pt x="132" y="689"/>
                </a:lnTo>
                <a:lnTo>
                  <a:pt x="133" y="688"/>
                </a:lnTo>
                <a:lnTo>
                  <a:pt x="133" y="687"/>
                </a:lnTo>
                <a:lnTo>
                  <a:pt x="135" y="686"/>
                </a:lnTo>
                <a:lnTo>
                  <a:pt x="135" y="685"/>
                </a:lnTo>
                <a:lnTo>
                  <a:pt x="133" y="685"/>
                </a:lnTo>
                <a:lnTo>
                  <a:pt x="133" y="684"/>
                </a:lnTo>
                <a:lnTo>
                  <a:pt x="133" y="682"/>
                </a:lnTo>
                <a:lnTo>
                  <a:pt x="133" y="681"/>
                </a:lnTo>
                <a:lnTo>
                  <a:pt x="135" y="681"/>
                </a:lnTo>
                <a:lnTo>
                  <a:pt x="133" y="680"/>
                </a:lnTo>
                <a:lnTo>
                  <a:pt x="132" y="680"/>
                </a:lnTo>
                <a:lnTo>
                  <a:pt x="131" y="679"/>
                </a:lnTo>
                <a:lnTo>
                  <a:pt x="130" y="679"/>
                </a:lnTo>
                <a:lnTo>
                  <a:pt x="130" y="680"/>
                </a:lnTo>
                <a:lnTo>
                  <a:pt x="129" y="679"/>
                </a:lnTo>
                <a:lnTo>
                  <a:pt x="128" y="678"/>
                </a:lnTo>
                <a:lnTo>
                  <a:pt x="129" y="677"/>
                </a:lnTo>
                <a:lnTo>
                  <a:pt x="128" y="677"/>
                </a:lnTo>
                <a:lnTo>
                  <a:pt x="127" y="677"/>
                </a:lnTo>
                <a:lnTo>
                  <a:pt x="127" y="676"/>
                </a:lnTo>
                <a:lnTo>
                  <a:pt x="126" y="676"/>
                </a:lnTo>
                <a:lnTo>
                  <a:pt x="126" y="677"/>
                </a:lnTo>
                <a:lnTo>
                  <a:pt x="125" y="677"/>
                </a:lnTo>
                <a:lnTo>
                  <a:pt x="125" y="678"/>
                </a:lnTo>
                <a:lnTo>
                  <a:pt x="125" y="679"/>
                </a:lnTo>
                <a:lnTo>
                  <a:pt x="124" y="680"/>
                </a:lnTo>
                <a:lnTo>
                  <a:pt x="124" y="681"/>
                </a:lnTo>
                <a:lnTo>
                  <a:pt x="123" y="681"/>
                </a:lnTo>
                <a:lnTo>
                  <a:pt x="123" y="682"/>
                </a:lnTo>
                <a:lnTo>
                  <a:pt x="122" y="682"/>
                </a:lnTo>
                <a:lnTo>
                  <a:pt x="123" y="682"/>
                </a:lnTo>
                <a:lnTo>
                  <a:pt x="123" y="683"/>
                </a:lnTo>
                <a:lnTo>
                  <a:pt x="122" y="683"/>
                </a:lnTo>
                <a:lnTo>
                  <a:pt x="121" y="685"/>
                </a:lnTo>
                <a:lnTo>
                  <a:pt x="120" y="685"/>
                </a:lnTo>
                <a:lnTo>
                  <a:pt x="119" y="685"/>
                </a:lnTo>
                <a:lnTo>
                  <a:pt x="119" y="684"/>
                </a:lnTo>
                <a:lnTo>
                  <a:pt x="119" y="680"/>
                </a:lnTo>
                <a:lnTo>
                  <a:pt x="119" y="679"/>
                </a:lnTo>
                <a:lnTo>
                  <a:pt x="120" y="678"/>
                </a:lnTo>
                <a:lnTo>
                  <a:pt x="123" y="676"/>
                </a:lnTo>
                <a:lnTo>
                  <a:pt x="125" y="675"/>
                </a:lnTo>
                <a:lnTo>
                  <a:pt x="128" y="674"/>
                </a:lnTo>
                <a:lnTo>
                  <a:pt x="128" y="673"/>
                </a:lnTo>
                <a:lnTo>
                  <a:pt x="129" y="673"/>
                </a:lnTo>
                <a:lnTo>
                  <a:pt x="129" y="672"/>
                </a:lnTo>
                <a:lnTo>
                  <a:pt x="131" y="670"/>
                </a:lnTo>
                <a:lnTo>
                  <a:pt x="132" y="669"/>
                </a:lnTo>
                <a:lnTo>
                  <a:pt x="133" y="669"/>
                </a:lnTo>
                <a:lnTo>
                  <a:pt x="133" y="670"/>
                </a:lnTo>
                <a:lnTo>
                  <a:pt x="135" y="670"/>
                </a:lnTo>
                <a:lnTo>
                  <a:pt x="135" y="671"/>
                </a:lnTo>
                <a:lnTo>
                  <a:pt x="137" y="671"/>
                </a:lnTo>
                <a:lnTo>
                  <a:pt x="138" y="671"/>
                </a:lnTo>
                <a:lnTo>
                  <a:pt x="137" y="670"/>
                </a:lnTo>
                <a:lnTo>
                  <a:pt x="137" y="669"/>
                </a:lnTo>
                <a:lnTo>
                  <a:pt x="137" y="668"/>
                </a:lnTo>
                <a:lnTo>
                  <a:pt x="138" y="667"/>
                </a:lnTo>
                <a:lnTo>
                  <a:pt x="139" y="667"/>
                </a:lnTo>
                <a:lnTo>
                  <a:pt x="140" y="667"/>
                </a:lnTo>
                <a:lnTo>
                  <a:pt x="141" y="667"/>
                </a:lnTo>
                <a:lnTo>
                  <a:pt x="141" y="666"/>
                </a:lnTo>
                <a:lnTo>
                  <a:pt x="142" y="665"/>
                </a:lnTo>
                <a:lnTo>
                  <a:pt x="142" y="664"/>
                </a:lnTo>
                <a:lnTo>
                  <a:pt x="141" y="664"/>
                </a:lnTo>
                <a:lnTo>
                  <a:pt x="140" y="663"/>
                </a:lnTo>
                <a:lnTo>
                  <a:pt x="139" y="662"/>
                </a:lnTo>
                <a:lnTo>
                  <a:pt x="139" y="660"/>
                </a:lnTo>
                <a:lnTo>
                  <a:pt x="137" y="660"/>
                </a:lnTo>
                <a:lnTo>
                  <a:pt x="136" y="660"/>
                </a:lnTo>
                <a:lnTo>
                  <a:pt x="135" y="660"/>
                </a:lnTo>
                <a:lnTo>
                  <a:pt x="135" y="658"/>
                </a:lnTo>
                <a:lnTo>
                  <a:pt x="136" y="658"/>
                </a:lnTo>
                <a:lnTo>
                  <a:pt x="136" y="657"/>
                </a:lnTo>
                <a:lnTo>
                  <a:pt x="137" y="657"/>
                </a:lnTo>
                <a:lnTo>
                  <a:pt x="138" y="656"/>
                </a:lnTo>
                <a:lnTo>
                  <a:pt x="138" y="655"/>
                </a:lnTo>
                <a:lnTo>
                  <a:pt x="138" y="653"/>
                </a:lnTo>
                <a:lnTo>
                  <a:pt x="138" y="652"/>
                </a:lnTo>
                <a:lnTo>
                  <a:pt x="137" y="652"/>
                </a:lnTo>
                <a:lnTo>
                  <a:pt x="135" y="651"/>
                </a:lnTo>
                <a:lnTo>
                  <a:pt x="133" y="650"/>
                </a:lnTo>
                <a:lnTo>
                  <a:pt x="132" y="646"/>
                </a:lnTo>
                <a:lnTo>
                  <a:pt x="132" y="643"/>
                </a:lnTo>
                <a:lnTo>
                  <a:pt x="133" y="642"/>
                </a:lnTo>
                <a:lnTo>
                  <a:pt x="133" y="641"/>
                </a:lnTo>
                <a:lnTo>
                  <a:pt x="128" y="639"/>
                </a:lnTo>
                <a:lnTo>
                  <a:pt x="127" y="639"/>
                </a:lnTo>
                <a:lnTo>
                  <a:pt x="127" y="640"/>
                </a:lnTo>
                <a:lnTo>
                  <a:pt x="126" y="641"/>
                </a:lnTo>
                <a:lnTo>
                  <a:pt x="126" y="642"/>
                </a:lnTo>
                <a:lnTo>
                  <a:pt x="127" y="642"/>
                </a:lnTo>
                <a:lnTo>
                  <a:pt x="128" y="643"/>
                </a:lnTo>
                <a:lnTo>
                  <a:pt x="127" y="643"/>
                </a:lnTo>
                <a:lnTo>
                  <a:pt x="127" y="644"/>
                </a:lnTo>
                <a:lnTo>
                  <a:pt x="127" y="645"/>
                </a:lnTo>
                <a:lnTo>
                  <a:pt x="126" y="645"/>
                </a:lnTo>
                <a:lnTo>
                  <a:pt x="125" y="644"/>
                </a:lnTo>
                <a:lnTo>
                  <a:pt x="124" y="643"/>
                </a:lnTo>
                <a:lnTo>
                  <a:pt x="123" y="643"/>
                </a:lnTo>
                <a:lnTo>
                  <a:pt x="122" y="643"/>
                </a:lnTo>
                <a:lnTo>
                  <a:pt x="121" y="643"/>
                </a:lnTo>
                <a:lnTo>
                  <a:pt x="120" y="642"/>
                </a:lnTo>
                <a:lnTo>
                  <a:pt x="121" y="642"/>
                </a:lnTo>
                <a:lnTo>
                  <a:pt x="121" y="641"/>
                </a:lnTo>
                <a:lnTo>
                  <a:pt x="123" y="641"/>
                </a:lnTo>
                <a:lnTo>
                  <a:pt x="125" y="642"/>
                </a:lnTo>
                <a:lnTo>
                  <a:pt x="125" y="641"/>
                </a:lnTo>
                <a:lnTo>
                  <a:pt x="125" y="639"/>
                </a:lnTo>
                <a:lnTo>
                  <a:pt x="122" y="639"/>
                </a:lnTo>
                <a:lnTo>
                  <a:pt x="122" y="640"/>
                </a:lnTo>
                <a:lnTo>
                  <a:pt x="121" y="639"/>
                </a:lnTo>
                <a:lnTo>
                  <a:pt x="121" y="636"/>
                </a:lnTo>
                <a:lnTo>
                  <a:pt x="122" y="633"/>
                </a:lnTo>
                <a:lnTo>
                  <a:pt x="123" y="632"/>
                </a:lnTo>
                <a:lnTo>
                  <a:pt x="123" y="629"/>
                </a:lnTo>
                <a:lnTo>
                  <a:pt x="122" y="628"/>
                </a:lnTo>
                <a:lnTo>
                  <a:pt x="121" y="628"/>
                </a:lnTo>
                <a:lnTo>
                  <a:pt x="121" y="629"/>
                </a:lnTo>
                <a:lnTo>
                  <a:pt x="121" y="630"/>
                </a:lnTo>
                <a:lnTo>
                  <a:pt x="119" y="630"/>
                </a:lnTo>
                <a:lnTo>
                  <a:pt x="117" y="631"/>
                </a:lnTo>
                <a:lnTo>
                  <a:pt x="116" y="631"/>
                </a:lnTo>
                <a:lnTo>
                  <a:pt x="113" y="626"/>
                </a:lnTo>
                <a:lnTo>
                  <a:pt x="113" y="625"/>
                </a:lnTo>
                <a:lnTo>
                  <a:pt x="112" y="625"/>
                </a:lnTo>
                <a:lnTo>
                  <a:pt x="111" y="625"/>
                </a:lnTo>
                <a:lnTo>
                  <a:pt x="110" y="625"/>
                </a:lnTo>
                <a:lnTo>
                  <a:pt x="110" y="624"/>
                </a:lnTo>
                <a:lnTo>
                  <a:pt x="109" y="624"/>
                </a:lnTo>
                <a:lnTo>
                  <a:pt x="109" y="625"/>
                </a:lnTo>
                <a:lnTo>
                  <a:pt x="108" y="625"/>
                </a:lnTo>
                <a:lnTo>
                  <a:pt x="109" y="625"/>
                </a:lnTo>
                <a:lnTo>
                  <a:pt x="109" y="627"/>
                </a:lnTo>
                <a:lnTo>
                  <a:pt x="107" y="627"/>
                </a:lnTo>
                <a:lnTo>
                  <a:pt x="107" y="626"/>
                </a:lnTo>
                <a:lnTo>
                  <a:pt x="106" y="625"/>
                </a:lnTo>
                <a:lnTo>
                  <a:pt x="105" y="625"/>
                </a:lnTo>
                <a:lnTo>
                  <a:pt x="105" y="626"/>
                </a:lnTo>
                <a:lnTo>
                  <a:pt x="105" y="627"/>
                </a:lnTo>
                <a:lnTo>
                  <a:pt x="104" y="627"/>
                </a:lnTo>
                <a:lnTo>
                  <a:pt x="103" y="626"/>
                </a:lnTo>
                <a:lnTo>
                  <a:pt x="102" y="626"/>
                </a:lnTo>
                <a:lnTo>
                  <a:pt x="102" y="625"/>
                </a:lnTo>
                <a:lnTo>
                  <a:pt x="98" y="626"/>
                </a:lnTo>
                <a:lnTo>
                  <a:pt x="98" y="627"/>
                </a:lnTo>
                <a:lnTo>
                  <a:pt x="98" y="628"/>
                </a:lnTo>
                <a:lnTo>
                  <a:pt x="98" y="629"/>
                </a:lnTo>
                <a:lnTo>
                  <a:pt x="97" y="629"/>
                </a:lnTo>
                <a:lnTo>
                  <a:pt x="96" y="629"/>
                </a:lnTo>
                <a:lnTo>
                  <a:pt x="95" y="629"/>
                </a:lnTo>
                <a:lnTo>
                  <a:pt x="94" y="629"/>
                </a:lnTo>
                <a:lnTo>
                  <a:pt x="93" y="629"/>
                </a:lnTo>
                <a:lnTo>
                  <a:pt x="91" y="630"/>
                </a:lnTo>
                <a:lnTo>
                  <a:pt x="90" y="630"/>
                </a:lnTo>
                <a:lnTo>
                  <a:pt x="88" y="630"/>
                </a:lnTo>
                <a:lnTo>
                  <a:pt x="88" y="631"/>
                </a:lnTo>
                <a:lnTo>
                  <a:pt x="87" y="631"/>
                </a:lnTo>
                <a:lnTo>
                  <a:pt x="85" y="632"/>
                </a:lnTo>
                <a:lnTo>
                  <a:pt x="85" y="631"/>
                </a:lnTo>
                <a:lnTo>
                  <a:pt x="84" y="629"/>
                </a:lnTo>
                <a:lnTo>
                  <a:pt x="84" y="627"/>
                </a:lnTo>
                <a:lnTo>
                  <a:pt x="83" y="626"/>
                </a:lnTo>
                <a:lnTo>
                  <a:pt x="81" y="627"/>
                </a:lnTo>
                <a:lnTo>
                  <a:pt x="80" y="630"/>
                </a:lnTo>
                <a:lnTo>
                  <a:pt x="79" y="630"/>
                </a:lnTo>
                <a:lnTo>
                  <a:pt x="79" y="631"/>
                </a:lnTo>
                <a:lnTo>
                  <a:pt x="78" y="631"/>
                </a:lnTo>
                <a:lnTo>
                  <a:pt x="78" y="632"/>
                </a:lnTo>
                <a:lnTo>
                  <a:pt x="78" y="633"/>
                </a:lnTo>
                <a:lnTo>
                  <a:pt x="76" y="635"/>
                </a:lnTo>
                <a:lnTo>
                  <a:pt x="76" y="637"/>
                </a:lnTo>
                <a:lnTo>
                  <a:pt x="75" y="639"/>
                </a:lnTo>
                <a:lnTo>
                  <a:pt x="74" y="640"/>
                </a:lnTo>
                <a:lnTo>
                  <a:pt x="73" y="640"/>
                </a:lnTo>
                <a:lnTo>
                  <a:pt x="72" y="641"/>
                </a:lnTo>
                <a:lnTo>
                  <a:pt x="71" y="641"/>
                </a:lnTo>
                <a:lnTo>
                  <a:pt x="70" y="641"/>
                </a:lnTo>
                <a:lnTo>
                  <a:pt x="69" y="642"/>
                </a:lnTo>
                <a:lnTo>
                  <a:pt x="68" y="644"/>
                </a:lnTo>
                <a:lnTo>
                  <a:pt x="68" y="645"/>
                </a:lnTo>
                <a:lnTo>
                  <a:pt x="66" y="644"/>
                </a:lnTo>
                <a:lnTo>
                  <a:pt x="63" y="644"/>
                </a:lnTo>
                <a:lnTo>
                  <a:pt x="62" y="644"/>
                </a:lnTo>
                <a:lnTo>
                  <a:pt x="62" y="645"/>
                </a:lnTo>
                <a:lnTo>
                  <a:pt x="61" y="645"/>
                </a:lnTo>
                <a:lnTo>
                  <a:pt x="57" y="645"/>
                </a:lnTo>
                <a:lnTo>
                  <a:pt x="57" y="644"/>
                </a:lnTo>
                <a:lnTo>
                  <a:pt x="57" y="640"/>
                </a:lnTo>
                <a:lnTo>
                  <a:pt x="58" y="640"/>
                </a:lnTo>
                <a:lnTo>
                  <a:pt x="59" y="638"/>
                </a:lnTo>
                <a:lnTo>
                  <a:pt x="59" y="637"/>
                </a:lnTo>
                <a:lnTo>
                  <a:pt x="60" y="637"/>
                </a:lnTo>
                <a:lnTo>
                  <a:pt x="60" y="636"/>
                </a:lnTo>
                <a:lnTo>
                  <a:pt x="61" y="636"/>
                </a:lnTo>
                <a:lnTo>
                  <a:pt x="62" y="636"/>
                </a:lnTo>
                <a:lnTo>
                  <a:pt x="62" y="635"/>
                </a:lnTo>
                <a:lnTo>
                  <a:pt x="62" y="634"/>
                </a:lnTo>
                <a:lnTo>
                  <a:pt x="61" y="633"/>
                </a:lnTo>
                <a:lnTo>
                  <a:pt x="60" y="633"/>
                </a:lnTo>
                <a:lnTo>
                  <a:pt x="58" y="633"/>
                </a:lnTo>
                <a:lnTo>
                  <a:pt x="57" y="633"/>
                </a:lnTo>
                <a:lnTo>
                  <a:pt x="55" y="635"/>
                </a:lnTo>
                <a:lnTo>
                  <a:pt x="54" y="635"/>
                </a:lnTo>
                <a:lnTo>
                  <a:pt x="52" y="635"/>
                </a:lnTo>
                <a:lnTo>
                  <a:pt x="49" y="637"/>
                </a:lnTo>
                <a:lnTo>
                  <a:pt x="48" y="638"/>
                </a:lnTo>
                <a:lnTo>
                  <a:pt x="47" y="639"/>
                </a:lnTo>
                <a:lnTo>
                  <a:pt x="46" y="639"/>
                </a:lnTo>
                <a:lnTo>
                  <a:pt x="44" y="639"/>
                </a:lnTo>
                <a:lnTo>
                  <a:pt x="44" y="638"/>
                </a:lnTo>
                <a:lnTo>
                  <a:pt x="42" y="638"/>
                </a:lnTo>
                <a:lnTo>
                  <a:pt x="40" y="641"/>
                </a:lnTo>
                <a:lnTo>
                  <a:pt x="40" y="643"/>
                </a:lnTo>
                <a:lnTo>
                  <a:pt x="39" y="644"/>
                </a:lnTo>
                <a:lnTo>
                  <a:pt x="38" y="644"/>
                </a:lnTo>
                <a:lnTo>
                  <a:pt x="37" y="644"/>
                </a:lnTo>
                <a:lnTo>
                  <a:pt x="36" y="645"/>
                </a:lnTo>
                <a:lnTo>
                  <a:pt x="34" y="646"/>
                </a:lnTo>
                <a:lnTo>
                  <a:pt x="34" y="647"/>
                </a:lnTo>
                <a:lnTo>
                  <a:pt x="32" y="649"/>
                </a:lnTo>
                <a:lnTo>
                  <a:pt x="31" y="650"/>
                </a:lnTo>
                <a:lnTo>
                  <a:pt x="30" y="649"/>
                </a:lnTo>
                <a:lnTo>
                  <a:pt x="28" y="650"/>
                </a:lnTo>
                <a:lnTo>
                  <a:pt x="27" y="650"/>
                </a:lnTo>
                <a:lnTo>
                  <a:pt x="27" y="651"/>
                </a:lnTo>
                <a:lnTo>
                  <a:pt x="28" y="652"/>
                </a:lnTo>
                <a:lnTo>
                  <a:pt x="30" y="652"/>
                </a:lnTo>
                <a:lnTo>
                  <a:pt x="30" y="656"/>
                </a:lnTo>
                <a:lnTo>
                  <a:pt x="29" y="657"/>
                </a:lnTo>
                <a:lnTo>
                  <a:pt x="25" y="658"/>
                </a:lnTo>
                <a:lnTo>
                  <a:pt x="24" y="658"/>
                </a:lnTo>
                <a:lnTo>
                  <a:pt x="24" y="657"/>
                </a:lnTo>
                <a:lnTo>
                  <a:pt x="24" y="655"/>
                </a:lnTo>
                <a:lnTo>
                  <a:pt x="24" y="654"/>
                </a:lnTo>
                <a:lnTo>
                  <a:pt x="23" y="655"/>
                </a:lnTo>
                <a:lnTo>
                  <a:pt x="24" y="655"/>
                </a:lnTo>
                <a:lnTo>
                  <a:pt x="24" y="656"/>
                </a:lnTo>
                <a:lnTo>
                  <a:pt x="21" y="657"/>
                </a:lnTo>
                <a:lnTo>
                  <a:pt x="21" y="656"/>
                </a:lnTo>
                <a:lnTo>
                  <a:pt x="20" y="657"/>
                </a:lnTo>
                <a:lnTo>
                  <a:pt x="19" y="658"/>
                </a:lnTo>
                <a:lnTo>
                  <a:pt x="19" y="659"/>
                </a:lnTo>
                <a:lnTo>
                  <a:pt x="18" y="660"/>
                </a:lnTo>
                <a:lnTo>
                  <a:pt x="16" y="661"/>
                </a:lnTo>
                <a:lnTo>
                  <a:pt x="15" y="660"/>
                </a:lnTo>
                <a:lnTo>
                  <a:pt x="16" y="659"/>
                </a:lnTo>
                <a:lnTo>
                  <a:pt x="16" y="658"/>
                </a:lnTo>
                <a:lnTo>
                  <a:pt x="16" y="657"/>
                </a:lnTo>
                <a:lnTo>
                  <a:pt x="16" y="656"/>
                </a:lnTo>
                <a:lnTo>
                  <a:pt x="16" y="655"/>
                </a:lnTo>
                <a:lnTo>
                  <a:pt x="15" y="654"/>
                </a:lnTo>
                <a:lnTo>
                  <a:pt x="13" y="654"/>
                </a:lnTo>
                <a:lnTo>
                  <a:pt x="11" y="653"/>
                </a:lnTo>
                <a:lnTo>
                  <a:pt x="11" y="652"/>
                </a:lnTo>
                <a:lnTo>
                  <a:pt x="10" y="650"/>
                </a:lnTo>
                <a:lnTo>
                  <a:pt x="11" y="650"/>
                </a:lnTo>
                <a:lnTo>
                  <a:pt x="10" y="650"/>
                </a:lnTo>
                <a:lnTo>
                  <a:pt x="10" y="649"/>
                </a:lnTo>
                <a:lnTo>
                  <a:pt x="10" y="648"/>
                </a:lnTo>
                <a:lnTo>
                  <a:pt x="9" y="648"/>
                </a:lnTo>
                <a:lnTo>
                  <a:pt x="8" y="649"/>
                </a:lnTo>
                <a:lnTo>
                  <a:pt x="7" y="648"/>
                </a:lnTo>
                <a:lnTo>
                  <a:pt x="5" y="647"/>
                </a:lnTo>
                <a:lnTo>
                  <a:pt x="3" y="645"/>
                </a:lnTo>
                <a:lnTo>
                  <a:pt x="2" y="645"/>
                </a:lnTo>
                <a:lnTo>
                  <a:pt x="2" y="644"/>
                </a:lnTo>
                <a:lnTo>
                  <a:pt x="2" y="645"/>
                </a:lnTo>
                <a:lnTo>
                  <a:pt x="1" y="644"/>
                </a:lnTo>
                <a:lnTo>
                  <a:pt x="0" y="644"/>
                </a:lnTo>
                <a:lnTo>
                  <a:pt x="0" y="643"/>
                </a:lnTo>
                <a:lnTo>
                  <a:pt x="1" y="643"/>
                </a:lnTo>
                <a:lnTo>
                  <a:pt x="3" y="641"/>
                </a:lnTo>
                <a:lnTo>
                  <a:pt x="4" y="641"/>
                </a:lnTo>
                <a:lnTo>
                  <a:pt x="5" y="642"/>
                </a:lnTo>
                <a:lnTo>
                  <a:pt x="6" y="642"/>
                </a:lnTo>
                <a:lnTo>
                  <a:pt x="7" y="642"/>
                </a:lnTo>
                <a:lnTo>
                  <a:pt x="8" y="642"/>
                </a:lnTo>
                <a:lnTo>
                  <a:pt x="10" y="640"/>
                </a:lnTo>
                <a:lnTo>
                  <a:pt x="12" y="639"/>
                </a:lnTo>
                <a:lnTo>
                  <a:pt x="12" y="638"/>
                </a:lnTo>
                <a:lnTo>
                  <a:pt x="12" y="637"/>
                </a:lnTo>
                <a:lnTo>
                  <a:pt x="13" y="637"/>
                </a:lnTo>
                <a:lnTo>
                  <a:pt x="14" y="637"/>
                </a:lnTo>
                <a:lnTo>
                  <a:pt x="15" y="637"/>
                </a:lnTo>
                <a:lnTo>
                  <a:pt x="16" y="638"/>
                </a:lnTo>
                <a:lnTo>
                  <a:pt x="16" y="639"/>
                </a:lnTo>
                <a:lnTo>
                  <a:pt x="17" y="638"/>
                </a:lnTo>
                <a:lnTo>
                  <a:pt x="17" y="636"/>
                </a:lnTo>
                <a:lnTo>
                  <a:pt x="17" y="635"/>
                </a:lnTo>
                <a:lnTo>
                  <a:pt x="18" y="635"/>
                </a:lnTo>
                <a:lnTo>
                  <a:pt x="19" y="634"/>
                </a:lnTo>
                <a:lnTo>
                  <a:pt x="20" y="633"/>
                </a:lnTo>
                <a:lnTo>
                  <a:pt x="20" y="632"/>
                </a:lnTo>
                <a:lnTo>
                  <a:pt x="22" y="628"/>
                </a:lnTo>
                <a:lnTo>
                  <a:pt x="23" y="628"/>
                </a:lnTo>
                <a:lnTo>
                  <a:pt x="24" y="627"/>
                </a:lnTo>
                <a:lnTo>
                  <a:pt x="24" y="626"/>
                </a:lnTo>
                <a:lnTo>
                  <a:pt x="24" y="623"/>
                </a:lnTo>
                <a:lnTo>
                  <a:pt x="23" y="621"/>
                </a:lnTo>
                <a:lnTo>
                  <a:pt x="23" y="619"/>
                </a:lnTo>
                <a:lnTo>
                  <a:pt x="22" y="619"/>
                </a:lnTo>
                <a:lnTo>
                  <a:pt x="20" y="618"/>
                </a:lnTo>
                <a:lnTo>
                  <a:pt x="20" y="617"/>
                </a:lnTo>
                <a:lnTo>
                  <a:pt x="23" y="615"/>
                </a:lnTo>
                <a:lnTo>
                  <a:pt x="25" y="615"/>
                </a:lnTo>
                <a:lnTo>
                  <a:pt x="26" y="614"/>
                </a:lnTo>
                <a:lnTo>
                  <a:pt x="27" y="614"/>
                </a:lnTo>
                <a:lnTo>
                  <a:pt x="27" y="613"/>
                </a:lnTo>
                <a:lnTo>
                  <a:pt x="28" y="613"/>
                </a:lnTo>
                <a:lnTo>
                  <a:pt x="28" y="612"/>
                </a:lnTo>
                <a:lnTo>
                  <a:pt x="30" y="612"/>
                </a:lnTo>
                <a:lnTo>
                  <a:pt x="30" y="611"/>
                </a:lnTo>
                <a:lnTo>
                  <a:pt x="31" y="611"/>
                </a:lnTo>
                <a:lnTo>
                  <a:pt x="31" y="610"/>
                </a:lnTo>
                <a:lnTo>
                  <a:pt x="31" y="609"/>
                </a:lnTo>
                <a:lnTo>
                  <a:pt x="32" y="609"/>
                </a:lnTo>
                <a:lnTo>
                  <a:pt x="32" y="608"/>
                </a:lnTo>
                <a:lnTo>
                  <a:pt x="33" y="608"/>
                </a:lnTo>
                <a:lnTo>
                  <a:pt x="34" y="606"/>
                </a:lnTo>
                <a:lnTo>
                  <a:pt x="33" y="605"/>
                </a:lnTo>
                <a:lnTo>
                  <a:pt x="34" y="604"/>
                </a:lnTo>
                <a:lnTo>
                  <a:pt x="35" y="604"/>
                </a:lnTo>
                <a:lnTo>
                  <a:pt x="35" y="605"/>
                </a:lnTo>
                <a:lnTo>
                  <a:pt x="36" y="605"/>
                </a:lnTo>
                <a:lnTo>
                  <a:pt x="38" y="604"/>
                </a:lnTo>
                <a:lnTo>
                  <a:pt x="41" y="602"/>
                </a:lnTo>
                <a:lnTo>
                  <a:pt x="42" y="602"/>
                </a:lnTo>
                <a:lnTo>
                  <a:pt x="43" y="602"/>
                </a:lnTo>
                <a:lnTo>
                  <a:pt x="44" y="603"/>
                </a:lnTo>
                <a:lnTo>
                  <a:pt x="44" y="602"/>
                </a:lnTo>
                <a:lnTo>
                  <a:pt x="45" y="600"/>
                </a:lnTo>
                <a:lnTo>
                  <a:pt x="45" y="599"/>
                </a:lnTo>
                <a:lnTo>
                  <a:pt x="46" y="598"/>
                </a:lnTo>
                <a:lnTo>
                  <a:pt x="46" y="596"/>
                </a:lnTo>
                <a:lnTo>
                  <a:pt x="46" y="595"/>
                </a:lnTo>
                <a:lnTo>
                  <a:pt x="45" y="595"/>
                </a:lnTo>
                <a:lnTo>
                  <a:pt x="45" y="594"/>
                </a:lnTo>
                <a:lnTo>
                  <a:pt x="45" y="592"/>
                </a:lnTo>
                <a:lnTo>
                  <a:pt x="44" y="591"/>
                </a:lnTo>
                <a:lnTo>
                  <a:pt x="45" y="590"/>
                </a:lnTo>
                <a:lnTo>
                  <a:pt x="46" y="590"/>
                </a:lnTo>
                <a:lnTo>
                  <a:pt x="46" y="591"/>
                </a:lnTo>
                <a:lnTo>
                  <a:pt x="47" y="592"/>
                </a:lnTo>
                <a:lnTo>
                  <a:pt x="48" y="593"/>
                </a:lnTo>
                <a:lnTo>
                  <a:pt x="49" y="593"/>
                </a:lnTo>
                <a:lnTo>
                  <a:pt x="49" y="592"/>
                </a:lnTo>
                <a:lnTo>
                  <a:pt x="49" y="591"/>
                </a:lnTo>
                <a:lnTo>
                  <a:pt x="50" y="591"/>
                </a:lnTo>
                <a:lnTo>
                  <a:pt x="50" y="590"/>
                </a:lnTo>
                <a:lnTo>
                  <a:pt x="51" y="590"/>
                </a:lnTo>
                <a:lnTo>
                  <a:pt x="51" y="591"/>
                </a:lnTo>
                <a:lnTo>
                  <a:pt x="52" y="591"/>
                </a:lnTo>
                <a:lnTo>
                  <a:pt x="53" y="590"/>
                </a:lnTo>
                <a:lnTo>
                  <a:pt x="54" y="590"/>
                </a:lnTo>
                <a:lnTo>
                  <a:pt x="55" y="590"/>
                </a:lnTo>
                <a:lnTo>
                  <a:pt x="54" y="588"/>
                </a:lnTo>
                <a:lnTo>
                  <a:pt x="54" y="587"/>
                </a:lnTo>
                <a:lnTo>
                  <a:pt x="54" y="586"/>
                </a:lnTo>
                <a:lnTo>
                  <a:pt x="55" y="586"/>
                </a:lnTo>
                <a:lnTo>
                  <a:pt x="56" y="586"/>
                </a:lnTo>
                <a:lnTo>
                  <a:pt x="56" y="587"/>
                </a:lnTo>
                <a:lnTo>
                  <a:pt x="57" y="584"/>
                </a:lnTo>
                <a:lnTo>
                  <a:pt x="56" y="584"/>
                </a:lnTo>
                <a:lnTo>
                  <a:pt x="56" y="582"/>
                </a:lnTo>
                <a:lnTo>
                  <a:pt x="57" y="581"/>
                </a:lnTo>
                <a:lnTo>
                  <a:pt x="57" y="579"/>
                </a:lnTo>
                <a:lnTo>
                  <a:pt x="57" y="578"/>
                </a:lnTo>
                <a:lnTo>
                  <a:pt x="56" y="577"/>
                </a:lnTo>
                <a:lnTo>
                  <a:pt x="56" y="576"/>
                </a:lnTo>
                <a:lnTo>
                  <a:pt x="57" y="576"/>
                </a:lnTo>
                <a:lnTo>
                  <a:pt x="58" y="576"/>
                </a:lnTo>
                <a:lnTo>
                  <a:pt x="60" y="574"/>
                </a:lnTo>
                <a:lnTo>
                  <a:pt x="61" y="572"/>
                </a:lnTo>
                <a:lnTo>
                  <a:pt x="61" y="571"/>
                </a:lnTo>
                <a:lnTo>
                  <a:pt x="60" y="571"/>
                </a:lnTo>
                <a:lnTo>
                  <a:pt x="59" y="570"/>
                </a:lnTo>
                <a:lnTo>
                  <a:pt x="59" y="571"/>
                </a:lnTo>
                <a:lnTo>
                  <a:pt x="58" y="572"/>
                </a:lnTo>
                <a:lnTo>
                  <a:pt x="58" y="573"/>
                </a:lnTo>
                <a:lnTo>
                  <a:pt x="58" y="574"/>
                </a:lnTo>
                <a:lnTo>
                  <a:pt x="57" y="574"/>
                </a:lnTo>
                <a:lnTo>
                  <a:pt x="56" y="574"/>
                </a:lnTo>
                <a:lnTo>
                  <a:pt x="55" y="574"/>
                </a:lnTo>
                <a:lnTo>
                  <a:pt x="55" y="573"/>
                </a:lnTo>
                <a:lnTo>
                  <a:pt x="55" y="572"/>
                </a:lnTo>
                <a:lnTo>
                  <a:pt x="56" y="572"/>
                </a:lnTo>
                <a:lnTo>
                  <a:pt x="57" y="571"/>
                </a:lnTo>
                <a:lnTo>
                  <a:pt x="58" y="570"/>
                </a:lnTo>
                <a:lnTo>
                  <a:pt x="59" y="569"/>
                </a:lnTo>
                <a:lnTo>
                  <a:pt x="60" y="567"/>
                </a:lnTo>
                <a:lnTo>
                  <a:pt x="61" y="566"/>
                </a:lnTo>
                <a:lnTo>
                  <a:pt x="62" y="566"/>
                </a:lnTo>
                <a:lnTo>
                  <a:pt x="62" y="567"/>
                </a:lnTo>
                <a:lnTo>
                  <a:pt x="63" y="568"/>
                </a:lnTo>
                <a:lnTo>
                  <a:pt x="64" y="569"/>
                </a:lnTo>
                <a:lnTo>
                  <a:pt x="64" y="570"/>
                </a:lnTo>
                <a:lnTo>
                  <a:pt x="64" y="571"/>
                </a:lnTo>
                <a:lnTo>
                  <a:pt x="63" y="572"/>
                </a:lnTo>
                <a:lnTo>
                  <a:pt x="63" y="573"/>
                </a:lnTo>
                <a:lnTo>
                  <a:pt x="63" y="574"/>
                </a:lnTo>
                <a:lnTo>
                  <a:pt x="64" y="574"/>
                </a:lnTo>
                <a:lnTo>
                  <a:pt x="64" y="573"/>
                </a:lnTo>
                <a:lnTo>
                  <a:pt x="65" y="573"/>
                </a:lnTo>
                <a:lnTo>
                  <a:pt x="65" y="572"/>
                </a:lnTo>
                <a:lnTo>
                  <a:pt x="67" y="570"/>
                </a:lnTo>
                <a:lnTo>
                  <a:pt x="68" y="570"/>
                </a:lnTo>
                <a:lnTo>
                  <a:pt x="68" y="569"/>
                </a:lnTo>
                <a:lnTo>
                  <a:pt x="69" y="569"/>
                </a:lnTo>
                <a:lnTo>
                  <a:pt x="71" y="567"/>
                </a:lnTo>
                <a:lnTo>
                  <a:pt x="72" y="566"/>
                </a:lnTo>
                <a:lnTo>
                  <a:pt x="72" y="565"/>
                </a:lnTo>
                <a:lnTo>
                  <a:pt x="73" y="564"/>
                </a:lnTo>
                <a:lnTo>
                  <a:pt x="74" y="565"/>
                </a:lnTo>
                <a:lnTo>
                  <a:pt x="76" y="569"/>
                </a:lnTo>
                <a:lnTo>
                  <a:pt x="80" y="569"/>
                </a:lnTo>
                <a:lnTo>
                  <a:pt x="80" y="570"/>
                </a:lnTo>
                <a:lnTo>
                  <a:pt x="80" y="571"/>
                </a:lnTo>
                <a:lnTo>
                  <a:pt x="80" y="572"/>
                </a:lnTo>
                <a:lnTo>
                  <a:pt x="81" y="572"/>
                </a:lnTo>
                <a:lnTo>
                  <a:pt x="81" y="571"/>
                </a:lnTo>
                <a:lnTo>
                  <a:pt x="82" y="571"/>
                </a:lnTo>
                <a:lnTo>
                  <a:pt x="82" y="570"/>
                </a:lnTo>
                <a:lnTo>
                  <a:pt x="83" y="570"/>
                </a:lnTo>
                <a:lnTo>
                  <a:pt x="84" y="570"/>
                </a:lnTo>
                <a:lnTo>
                  <a:pt x="86" y="571"/>
                </a:lnTo>
                <a:lnTo>
                  <a:pt x="88" y="571"/>
                </a:lnTo>
                <a:lnTo>
                  <a:pt x="89" y="571"/>
                </a:lnTo>
                <a:lnTo>
                  <a:pt x="89" y="570"/>
                </a:lnTo>
                <a:lnTo>
                  <a:pt x="89" y="567"/>
                </a:lnTo>
                <a:lnTo>
                  <a:pt x="90" y="567"/>
                </a:lnTo>
                <a:lnTo>
                  <a:pt x="90" y="566"/>
                </a:lnTo>
                <a:lnTo>
                  <a:pt x="90" y="564"/>
                </a:lnTo>
                <a:lnTo>
                  <a:pt x="89" y="562"/>
                </a:lnTo>
                <a:lnTo>
                  <a:pt x="88" y="560"/>
                </a:lnTo>
                <a:lnTo>
                  <a:pt x="89" y="559"/>
                </a:lnTo>
                <a:lnTo>
                  <a:pt x="90" y="559"/>
                </a:lnTo>
                <a:lnTo>
                  <a:pt x="91" y="559"/>
                </a:lnTo>
                <a:lnTo>
                  <a:pt x="92" y="558"/>
                </a:lnTo>
                <a:lnTo>
                  <a:pt x="92" y="557"/>
                </a:lnTo>
                <a:lnTo>
                  <a:pt x="93" y="556"/>
                </a:lnTo>
                <a:lnTo>
                  <a:pt x="94" y="556"/>
                </a:lnTo>
                <a:lnTo>
                  <a:pt x="95" y="555"/>
                </a:lnTo>
                <a:lnTo>
                  <a:pt x="96" y="555"/>
                </a:lnTo>
                <a:lnTo>
                  <a:pt x="96" y="554"/>
                </a:lnTo>
                <a:lnTo>
                  <a:pt x="97" y="552"/>
                </a:lnTo>
                <a:lnTo>
                  <a:pt x="98" y="551"/>
                </a:lnTo>
                <a:lnTo>
                  <a:pt x="99" y="551"/>
                </a:lnTo>
                <a:lnTo>
                  <a:pt x="101" y="549"/>
                </a:lnTo>
                <a:lnTo>
                  <a:pt x="101" y="548"/>
                </a:lnTo>
                <a:lnTo>
                  <a:pt x="102" y="547"/>
                </a:lnTo>
                <a:lnTo>
                  <a:pt x="103" y="547"/>
                </a:lnTo>
                <a:lnTo>
                  <a:pt x="104" y="547"/>
                </a:lnTo>
                <a:lnTo>
                  <a:pt x="106" y="544"/>
                </a:lnTo>
                <a:lnTo>
                  <a:pt x="109" y="543"/>
                </a:lnTo>
                <a:lnTo>
                  <a:pt x="109" y="542"/>
                </a:lnTo>
                <a:lnTo>
                  <a:pt x="109" y="543"/>
                </a:lnTo>
                <a:lnTo>
                  <a:pt x="110" y="543"/>
                </a:lnTo>
                <a:lnTo>
                  <a:pt x="110" y="544"/>
                </a:lnTo>
                <a:lnTo>
                  <a:pt x="111" y="544"/>
                </a:lnTo>
                <a:lnTo>
                  <a:pt x="112" y="544"/>
                </a:lnTo>
                <a:lnTo>
                  <a:pt x="112" y="543"/>
                </a:lnTo>
                <a:lnTo>
                  <a:pt x="113" y="543"/>
                </a:lnTo>
                <a:lnTo>
                  <a:pt x="112" y="543"/>
                </a:lnTo>
                <a:lnTo>
                  <a:pt x="112" y="542"/>
                </a:lnTo>
                <a:lnTo>
                  <a:pt x="114" y="541"/>
                </a:lnTo>
                <a:lnTo>
                  <a:pt x="115" y="541"/>
                </a:lnTo>
                <a:lnTo>
                  <a:pt x="116" y="541"/>
                </a:lnTo>
                <a:lnTo>
                  <a:pt x="117" y="541"/>
                </a:lnTo>
                <a:lnTo>
                  <a:pt x="117" y="540"/>
                </a:lnTo>
                <a:lnTo>
                  <a:pt x="116" y="539"/>
                </a:lnTo>
                <a:lnTo>
                  <a:pt x="115" y="536"/>
                </a:lnTo>
                <a:lnTo>
                  <a:pt x="116" y="533"/>
                </a:lnTo>
                <a:lnTo>
                  <a:pt x="117" y="533"/>
                </a:lnTo>
                <a:lnTo>
                  <a:pt x="117" y="532"/>
                </a:lnTo>
                <a:lnTo>
                  <a:pt x="118" y="532"/>
                </a:lnTo>
                <a:lnTo>
                  <a:pt x="118" y="529"/>
                </a:lnTo>
                <a:lnTo>
                  <a:pt x="119" y="525"/>
                </a:lnTo>
                <a:lnTo>
                  <a:pt x="119" y="524"/>
                </a:lnTo>
                <a:lnTo>
                  <a:pt x="118" y="524"/>
                </a:lnTo>
                <a:lnTo>
                  <a:pt x="117" y="524"/>
                </a:lnTo>
                <a:lnTo>
                  <a:pt x="116" y="523"/>
                </a:lnTo>
                <a:lnTo>
                  <a:pt x="116" y="521"/>
                </a:lnTo>
                <a:lnTo>
                  <a:pt x="116" y="520"/>
                </a:lnTo>
                <a:lnTo>
                  <a:pt x="116" y="519"/>
                </a:lnTo>
                <a:lnTo>
                  <a:pt x="116" y="518"/>
                </a:lnTo>
                <a:lnTo>
                  <a:pt x="117" y="517"/>
                </a:lnTo>
                <a:lnTo>
                  <a:pt x="117" y="516"/>
                </a:lnTo>
                <a:lnTo>
                  <a:pt x="115" y="514"/>
                </a:lnTo>
                <a:lnTo>
                  <a:pt x="114" y="514"/>
                </a:lnTo>
                <a:lnTo>
                  <a:pt x="113" y="513"/>
                </a:lnTo>
                <a:lnTo>
                  <a:pt x="112" y="513"/>
                </a:lnTo>
                <a:lnTo>
                  <a:pt x="111" y="513"/>
                </a:lnTo>
                <a:lnTo>
                  <a:pt x="110" y="512"/>
                </a:lnTo>
                <a:lnTo>
                  <a:pt x="108" y="510"/>
                </a:lnTo>
                <a:lnTo>
                  <a:pt x="108" y="509"/>
                </a:lnTo>
                <a:lnTo>
                  <a:pt x="107" y="508"/>
                </a:lnTo>
                <a:lnTo>
                  <a:pt x="106" y="508"/>
                </a:lnTo>
                <a:lnTo>
                  <a:pt x="105" y="508"/>
                </a:lnTo>
                <a:lnTo>
                  <a:pt x="105" y="509"/>
                </a:lnTo>
                <a:lnTo>
                  <a:pt x="103" y="509"/>
                </a:lnTo>
                <a:lnTo>
                  <a:pt x="101" y="508"/>
                </a:lnTo>
                <a:lnTo>
                  <a:pt x="99" y="508"/>
                </a:lnTo>
                <a:lnTo>
                  <a:pt x="98" y="508"/>
                </a:lnTo>
                <a:lnTo>
                  <a:pt x="99" y="507"/>
                </a:lnTo>
                <a:lnTo>
                  <a:pt x="100" y="506"/>
                </a:lnTo>
                <a:lnTo>
                  <a:pt x="100" y="505"/>
                </a:lnTo>
                <a:lnTo>
                  <a:pt x="98" y="503"/>
                </a:lnTo>
                <a:lnTo>
                  <a:pt x="98" y="502"/>
                </a:lnTo>
                <a:lnTo>
                  <a:pt x="95" y="499"/>
                </a:lnTo>
                <a:lnTo>
                  <a:pt x="95" y="498"/>
                </a:lnTo>
                <a:lnTo>
                  <a:pt x="93" y="499"/>
                </a:lnTo>
                <a:lnTo>
                  <a:pt x="93" y="498"/>
                </a:lnTo>
                <a:lnTo>
                  <a:pt x="92" y="498"/>
                </a:lnTo>
                <a:lnTo>
                  <a:pt x="92" y="497"/>
                </a:lnTo>
                <a:lnTo>
                  <a:pt x="92" y="495"/>
                </a:lnTo>
                <a:lnTo>
                  <a:pt x="92" y="494"/>
                </a:lnTo>
                <a:lnTo>
                  <a:pt x="92" y="493"/>
                </a:lnTo>
                <a:lnTo>
                  <a:pt x="93" y="493"/>
                </a:lnTo>
                <a:lnTo>
                  <a:pt x="93" y="491"/>
                </a:lnTo>
                <a:lnTo>
                  <a:pt x="94" y="491"/>
                </a:lnTo>
                <a:lnTo>
                  <a:pt x="93" y="490"/>
                </a:lnTo>
                <a:lnTo>
                  <a:pt x="93" y="489"/>
                </a:lnTo>
                <a:lnTo>
                  <a:pt x="92" y="489"/>
                </a:lnTo>
                <a:lnTo>
                  <a:pt x="93" y="488"/>
                </a:lnTo>
                <a:lnTo>
                  <a:pt x="93" y="487"/>
                </a:lnTo>
                <a:lnTo>
                  <a:pt x="93" y="486"/>
                </a:lnTo>
                <a:lnTo>
                  <a:pt x="93" y="485"/>
                </a:lnTo>
                <a:lnTo>
                  <a:pt x="94" y="485"/>
                </a:lnTo>
                <a:lnTo>
                  <a:pt x="94" y="484"/>
                </a:lnTo>
                <a:lnTo>
                  <a:pt x="93" y="484"/>
                </a:lnTo>
                <a:lnTo>
                  <a:pt x="92" y="483"/>
                </a:lnTo>
                <a:lnTo>
                  <a:pt x="91" y="482"/>
                </a:lnTo>
                <a:lnTo>
                  <a:pt x="89" y="481"/>
                </a:lnTo>
                <a:lnTo>
                  <a:pt x="90" y="480"/>
                </a:lnTo>
                <a:lnTo>
                  <a:pt x="91" y="480"/>
                </a:lnTo>
                <a:lnTo>
                  <a:pt x="92" y="480"/>
                </a:lnTo>
                <a:lnTo>
                  <a:pt x="92" y="479"/>
                </a:lnTo>
                <a:lnTo>
                  <a:pt x="91" y="479"/>
                </a:lnTo>
                <a:lnTo>
                  <a:pt x="90" y="479"/>
                </a:lnTo>
                <a:lnTo>
                  <a:pt x="89" y="478"/>
                </a:lnTo>
                <a:lnTo>
                  <a:pt x="88" y="478"/>
                </a:lnTo>
                <a:lnTo>
                  <a:pt x="88" y="477"/>
                </a:lnTo>
                <a:lnTo>
                  <a:pt x="88" y="476"/>
                </a:lnTo>
                <a:lnTo>
                  <a:pt x="88" y="475"/>
                </a:lnTo>
                <a:lnTo>
                  <a:pt x="88" y="473"/>
                </a:lnTo>
                <a:lnTo>
                  <a:pt x="87" y="470"/>
                </a:lnTo>
                <a:lnTo>
                  <a:pt x="87" y="469"/>
                </a:lnTo>
                <a:lnTo>
                  <a:pt x="87" y="465"/>
                </a:lnTo>
                <a:lnTo>
                  <a:pt x="86" y="464"/>
                </a:lnTo>
                <a:lnTo>
                  <a:pt x="85" y="461"/>
                </a:lnTo>
                <a:lnTo>
                  <a:pt x="85" y="459"/>
                </a:lnTo>
                <a:lnTo>
                  <a:pt x="86" y="459"/>
                </a:lnTo>
                <a:lnTo>
                  <a:pt x="87" y="459"/>
                </a:lnTo>
                <a:lnTo>
                  <a:pt x="87" y="458"/>
                </a:lnTo>
                <a:lnTo>
                  <a:pt x="88" y="458"/>
                </a:lnTo>
                <a:lnTo>
                  <a:pt x="88" y="456"/>
                </a:lnTo>
                <a:lnTo>
                  <a:pt x="88" y="455"/>
                </a:lnTo>
                <a:lnTo>
                  <a:pt x="87" y="455"/>
                </a:lnTo>
                <a:lnTo>
                  <a:pt x="88" y="454"/>
                </a:lnTo>
                <a:lnTo>
                  <a:pt x="88" y="453"/>
                </a:lnTo>
                <a:lnTo>
                  <a:pt x="89" y="453"/>
                </a:lnTo>
                <a:lnTo>
                  <a:pt x="90" y="453"/>
                </a:lnTo>
                <a:lnTo>
                  <a:pt x="90" y="452"/>
                </a:lnTo>
                <a:lnTo>
                  <a:pt x="91" y="451"/>
                </a:lnTo>
                <a:lnTo>
                  <a:pt x="92" y="451"/>
                </a:lnTo>
                <a:lnTo>
                  <a:pt x="92" y="450"/>
                </a:lnTo>
                <a:lnTo>
                  <a:pt x="92" y="451"/>
                </a:lnTo>
                <a:lnTo>
                  <a:pt x="93" y="451"/>
                </a:lnTo>
                <a:lnTo>
                  <a:pt x="94" y="451"/>
                </a:lnTo>
                <a:lnTo>
                  <a:pt x="95" y="450"/>
                </a:lnTo>
                <a:lnTo>
                  <a:pt x="96" y="449"/>
                </a:lnTo>
                <a:lnTo>
                  <a:pt x="96" y="448"/>
                </a:lnTo>
                <a:lnTo>
                  <a:pt x="98" y="446"/>
                </a:lnTo>
                <a:lnTo>
                  <a:pt x="98" y="445"/>
                </a:lnTo>
                <a:lnTo>
                  <a:pt x="98" y="444"/>
                </a:lnTo>
                <a:lnTo>
                  <a:pt x="97" y="444"/>
                </a:lnTo>
                <a:lnTo>
                  <a:pt x="97" y="443"/>
                </a:lnTo>
                <a:lnTo>
                  <a:pt x="96" y="442"/>
                </a:lnTo>
                <a:lnTo>
                  <a:pt x="95" y="442"/>
                </a:lnTo>
                <a:lnTo>
                  <a:pt x="94" y="442"/>
                </a:lnTo>
                <a:lnTo>
                  <a:pt x="94" y="441"/>
                </a:lnTo>
                <a:lnTo>
                  <a:pt x="93" y="441"/>
                </a:lnTo>
                <a:lnTo>
                  <a:pt x="92" y="441"/>
                </a:lnTo>
                <a:lnTo>
                  <a:pt x="92" y="440"/>
                </a:lnTo>
                <a:lnTo>
                  <a:pt x="92" y="439"/>
                </a:lnTo>
                <a:lnTo>
                  <a:pt x="90" y="439"/>
                </a:lnTo>
                <a:lnTo>
                  <a:pt x="90" y="440"/>
                </a:lnTo>
                <a:lnTo>
                  <a:pt x="89" y="440"/>
                </a:lnTo>
                <a:lnTo>
                  <a:pt x="89" y="441"/>
                </a:lnTo>
                <a:lnTo>
                  <a:pt x="89" y="442"/>
                </a:lnTo>
                <a:lnTo>
                  <a:pt x="88" y="444"/>
                </a:lnTo>
                <a:lnTo>
                  <a:pt x="87" y="444"/>
                </a:lnTo>
                <a:lnTo>
                  <a:pt x="86" y="444"/>
                </a:lnTo>
                <a:lnTo>
                  <a:pt x="85" y="444"/>
                </a:lnTo>
                <a:lnTo>
                  <a:pt x="85" y="446"/>
                </a:lnTo>
                <a:lnTo>
                  <a:pt x="84" y="446"/>
                </a:lnTo>
                <a:lnTo>
                  <a:pt x="83" y="446"/>
                </a:lnTo>
                <a:lnTo>
                  <a:pt x="83" y="445"/>
                </a:lnTo>
                <a:lnTo>
                  <a:pt x="83" y="443"/>
                </a:lnTo>
                <a:lnTo>
                  <a:pt x="83" y="442"/>
                </a:lnTo>
                <a:lnTo>
                  <a:pt x="84" y="442"/>
                </a:lnTo>
                <a:lnTo>
                  <a:pt x="84" y="441"/>
                </a:lnTo>
                <a:lnTo>
                  <a:pt x="84" y="440"/>
                </a:lnTo>
                <a:lnTo>
                  <a:pt x="84" y="439"/>
                </a:lnTo>
                <a:lnTo>
                  <a:pt x="84" y="437"/>
                </a:lnTo>
                <a:lnTo>
                  <a:pt x="84" y="436"/>
                </a:lnTo>
                <a:lnTo>
                  <a:pt x="85" y="436"/>
                </a:lnTo>
                <a:lnTo>
                  <a:pt x="86" y="435"/>
                </a:lnTo>
                <a:lnTo>
                  <a:pt x="86" y="434"/>
                </a:lnTo>
                <a:lnTo>
                  <a:pt x="86" y="433"/>
                </a:lnTo>
                <a:lnTo>
                  <a:pt x="85" y="433"/>
                </a:lnTo>
                <a:lnTo>
                  <a:pt x="86" y="431"/>
                </a:lnTo>
                <a:lnTo>
                  <a:pt x="88" y="429"/>
                </a:lnTo>
                <a:lnTo>
                  <a:pt x="88" y="428"/>
                </a:lnTo>
                <a:lnTo>
                  <a:pt x="88" y="427"/>
                </a:lnTo>
                <a:lnTo>
                  <a:pt x="88" y="426"/>
                </a:lnTo>
                <a:lnTo>
                  <a:pt x="88" y="424"/>
                </a:lnTo>
                <a:lnTo>
                  <a:pt x="89" y="424"/>
                </a:lnTo>
                <a:lnTo>
                  <a:pt x="90" y="423"/>
                </a:lnTo>
                <a:lnTo>
                  <a:pt x="90" y="422"/>
                </a:lnTo>
                <a:lnTo>
                  <a:pt x="90" y="421"/>
                </a:lnTo>
                <a:lnTo>
                  <a:pt x="90" y="420"/>
                </a:lnTo>
                <a:lnTo>
                  <a:pt x="89" y="419"/>
                </a:lnTo>
                <a:lnTo>
                  <a:pt x="89" y="418"/>
                </a:lnTo>
                <a:lnTo>
                  <a:pt x="90" y="418"/>
                </a:lnTo>
                <a:lnTo>
                  <a:pt x="91" y="418"/>
                </a:lnTo>
                <a:lnTo>
                  <a:pt x="91" y="417"/>
                </a:lnTo>
                <a:lnTo>
                  <a:pt x="90" y="415"/>
                </a:lnTo>
                <a:lnTo>
                  <a:pt x="90" y="414"/>
                </a:lnTo>
                <a:lnTo>
                  <a:pt x="90" y="413"/>
                </a:lnTo>
                <a:lnTo>
                  <a:pt x="90" y="411"/>
                </a:lnTo>
                <a:lnTo>
                  <a:pt x="90" y="408"/>
                </a:lnTo>
                <a:lnTo>
                  <a:pt x="91" y="407"/>
                </a:lnTo>
                <a:lnTo>
                  <a:pt x="93" y="406"/>
                </a:lnTo>
                <a:lnTo>
                  <a:pt x="93" y="405"/>
                </a:lnTo>
                <a:lnTo>
                  <a:pt x="93" y="404"/>
                </a:lnTo>
                <a:lnTo>
                  <a:pt x="92" y="404"/>
                </a:lnTo>
                <a:lnTo>
                  <a:pt x="92" y="403"/>
                </a:lnTo>
                <a:lnTo>
                  <a:pt x="93" y="403"/>
                </a:lnTo>
                <a:lnTo>
                  <a:pt x="93" y="402"/>
                </a:lnTo>
                <a:lnTo>
                  <a:pt x="94" y="400"/>
                </a:lnTo>
                <a:lnTo>
                  <a:pt x="94" y="399"/>
                </a:lnTo>
                <a:lnTo>
                  <a:pt x="94" y="398"/>
                </a:lnTo>
                <a:lnTo>
                  <a:pt x="95" y="398"/>
                </a:lnTo>
                <a:lnTo>
                  <a:pt x="96" y="397"/>
                </a:lnTo>
                <a:lnTo>
                  <a:pt x="97" y="396"/>
                </a:lnTo>
                <a:lnTo>
                  <a:pt x="98" y="396"/>
                </a:lnTo>
                <a:lnTo>
                  <a:pt x="99" y="396"/>
                </a:lnTo>
                <a:lnTo>
                  <a:pt x="99" y="395"/>
                </a:lnTo>
                <a:lnTo>
                  <a:pt x="98" y="395"/>
                </a:lnTo>
                <a:lnTo>
                  <a:pt x="96" y="395"/>
                </a:lnTo>
                <a:lnTo>
                  <a:pt x="95" y="394"/>
                </a:lnTo>
                <a:lnTo>
                  <a:pt x="94" y="394"/>
                </a:lnTo>
                <a:lnTo>
                  <a:pt x="94" y="395"/>
                </a:lnTo>
                <a:lnTo>
                  <a:pt x="93" y="395"/>
                </a:lnTo>
                <a:lnTo>
                  <a:pt x="93" y="396"/>
                </a:lnTo>
                <a:lnTo>
                  <a:pt x="92" y="396"/>
                </a:lnTo>
                <a:lnTo>
                  <a:pt x="92" y="397"/>
                </a:lnTo>
                <a:lnTo>
                  <a:pt x="91" y="397"/>
                </a:lnTo>
                <a:lnTo>
                  <a:pt x="91" y="395"/>
                </a:lnTo>
                <a:lnTo>
                  <a:pt x="92" y="395"/>
                </a:lnTo>
                <a:lnTo>
                  <a:pt x="92" y="394"/>
                </a:lnTo>
                <a:lnTo>
                  <a:pt x="93" y="393"/>
                </a:lnTo>
                <a:lnTo>
                  <a:pt x="93" y="392"/>
                </a:lnTo>
                <a:lnTo>
                  <a:pt x="92" y="392"/>
                </a:lnTo>
                <a:lnTo>
                  <a:pt x="91" y="392"/>
                </a:lnTo>
                <a:lnTo>
                  <a:pt x="90" y="392"/>
                </a:lnTo>
                <a:lnTo>
                  <a:pt x="90" y="391"/>
                </a:lnTo>
                <a:lnTo>
                  <a:pt x="89" y="391"/>
                </a:lnTo>
                <a:lnTo>
                  <a:pt x="88" y="391"/>
                </a:lnTo>
                <a:lnTo>
                  <a:pt x="87" y="391"/>
                </a:lnTo>
                <a:lnTo>
                  <a:pt x="87" y="392"/>
                </a:lnTo>
                <a:lnTo>
                  <a:pt x="86" y="393"/>
                </a:lnTo>
                <a:lnTo>
                  <a:pt x="85" y="394"/>
                </a:lnTo>
                <a:lnTo>
                  <a:pt x="84" y="394"/>
                </a:lnTo>
                <a:lnTo>
                  <a:pt x="83" y="395"/>
                </a:lnTo>
                <a:lnTo>
                  <a:pt x="81" y="394"/>
                </a:lnTo>
                <a:lnTo>
                  <a:pt x="81" y="393"/>
                </a:lnTo>
                <a:lnTo>
                  <a:pt x="81" y="392"/>
                </a:lnTo>
                <a:lnTo>
                  <a:pt x="81" y="391"/>
                </a:lnTo>
                <a:lnTo>
                  <a:pt x="80" y="391"/>
                </a:lnTo>
                <a:lnTo>
                  <a:pt x="80" y="390"/>
                </a:lnTo>
                <a:lnTo>
                  <a:pt x="79" y="390"/>
                </a:lnTo>
                <a:lnTo>
                  <a:pt x="79" y="389"/>
                </a:lnTo>
                <a:lnTo>
                  <a:pt x="78" y="388"/>
                </a:lnTo>
                <a:lnTo>
                  <a:pt x="77" y="388"/>
                </a:lnTo>
                <a:lnTo>
                  <a:pt x="76" y="388"/>
                </a:lnTo>
                <a:lnTo>
                  <a:pt x="77" y="387"/>
                </a:lnTo>
                <a:lnTo>
                  <a:pt x="76" y="385"/>
                </a:lnTo>
                <a:lnTo>
                  <a:pt x="75" y="382"/>
                </a:lnTo>
                <a:lnTo>
                  <a:pt x="76" y="381"/>
                </a:lnTo>
                <a:lnTo>
                  <a:pt x="76" y="380"/>
                </a:lnTo>
                <a:lnTo>
                  <a:pt x="77" y="380"/>
                </a:lnTo>
                <a:lnTo>
                  <a:pt x="78" y="378"/>
                </a:lnTo>
                <a:lnTo>
                  <a:pt x="79" y="376"/>
                </a:lnTo>
                <a:lnTo>
                  <a:pt x="79" y="375"/>
                </a:lnTo>
                <a:lnTo>
                  <a:pt x="78" y="374"/>
                </a:lnTo>
                <a:lnTo>
                  <a:pt x="77" y="374"/>
                </a:lnTo>
                <a:lnTo>
                  <a:pt x="76" y="374"/>
                </a:lnTo>
                <a:lnTo>
                  <a:pt x="77" y="374"/>
                </a:lnTo>
                <a:lnTo>
                  <a:pt x="77" y="373"/>
                </a:lnTo>
                <a:lnTo>
                  <a:pt x="76" y="373"/>
                </a:lnTo>
                <a:lnTo>
                  <a:pt x="75" y="373"/>
                </a:lnTo>
                <a:lnTo>
                  <a:pt x="75" y="372"/>
                </a:lnTo>
                <a:lnTo>
                  <a:pt x="74" y="371"/>
                </a:lnTo>
                <a:lnTo>
                  <a:pt x="74" y="370"/>
                </a:lnTo>
                <a:lnTo>
                  <a:pt x="74" y="369"/>
                </a:lnTo>
                <a:lnTo>
                  <a:pt x="74" y="368"/>
                </a:lnTo>
                <a:lnTo>
                  <a:pt x="73" y="363"/>
                </a:lnTo>
                <a:lnTo>
                  <a:pt x="73" y="360"/>
                </a:lnTo>
                <a:lnTo>
                  <a:pt x="73" y="359"/>
                </a:lnTo>
                <a:lnTo>
                  <a:pt x="73" y="358"/>
                </a:lnTo>
                <a:lnTo>
                  <a:pt x="73" y="357"/>
                </a:lnTo>
                <a:lnTo>
                  <a:pt x="73" y="356"/>
                </a:lnTo>
                <a:lnTo>
                  <a:pt x="74" y="353"/>
                </a:lnTo>
                <a:lnTo>
                  <a:pt x="74" y="352"/>
                </a:lnTo>
                <a:lnTo>
                  <a:pt x="75" y="352"/>
                </a:lnTo>
                <a:lnTo>
                  <a:pt x="75" y="351"/>
                </a:lnTo>
                <a:lnTo>
                  <a:pt x="75" y="350"/>
                </a:lnTo>
                <a:lnTo>
                  <a:pt x="75" y="348"/>
                </a:lnTo>
                <a:lnTo>
                  <a:pt x="74" y="347"/>
                </a:lnTo>
                <a:lnTo>
                  <a:pt x="74" y="346"/>
                </a:lnTo>
                <a:lnTo>
                  <a:pt x="75" y="346"/>
                </a:lnTo>
                <a:lnTo>
                  <a:pt x="76" y="345"/>
                </a:lnTo>
                <a:lnTo>
                  <a:pt x="76" y="344"/>
                </a:lnTo>
                <a:lnTo>
                  <a:pt x="75" y="344"/>
                </a:lnTo>
                <a:lnTo>
                  <a:pt x="75" y="342"/>
                </a:lnTo>
                <a:lnTo>
                  <a:pt x="75" y="341"/>
                </a:lnTo>
                <a:lnTo>
                  <a:pt x="76" y="340"/>
                </a:lnTo>
                <a:lnTo>
                  <a:pt x="77" y="339"/>
                </a:lnTo>
                <a:lnTo>
                  <a:pt x="78" y="339"/>
                </a:lnTo>
                <a:lnTo>
                  <a:pt x="78" y="338"/>
                </a:lnTo>
                <a:lnTo>
                  <a:pt x="78" y="337"/>
                </a:lnTo>
                <a:lnTo>
                  <a:pt x="78" y="335"/>
                </a:lnTo>
                <a:lnTo>
                  <a:pt x="78" y="334"/>
                </a:lnTo>
                <a:lnTo>
                  <a:pt x="79" y="334"/>
                </a:lnTo>
                <a:lnTo>
                  <a:pt x="79" y="333"/>
                </a:lnTo>
                <a:lnTo>
                  <a:pt x="80" y="333"/>
                </a:lnTo>
                <a:lnTo>
                  <a:pt x="80" y="332"/>
                </a:lnTo>
                <a:lnTo>
                  <a:pt x="81" y="332"/>
                </a:lnTo>
                <a:lnTo>
                  <a:pt x="82" y="332"/>
                </a:lnTo>
                <a:lnTo>
                  <a:pt x="83" y="331"/>
                </a:lnTo>
                <a:lnTo>
                  <a:pt x="82" y="331"/>
                </a:lnTo>
                <a:lnTo>
                  <a:pt x="82" y="330"/>
                </a:lnTo>
                <a:lnTo>
                  <a:pt x="81" y="330"/>
                </a:lnTo>
                <a:lnTo>
                  <a:pt x="81" y="329"/>
                </a:lnTo>
                <a:lnTo>
                  <a:pt x="80" y="328"/>
                </a:lnTo>
                <a:lnTo>
                  <a:pt x="79" y="328"/>
                </a:lnTo>
                <a:lnTo>
                  <a:pt x="79" y="327"/>
                </a:lnTo>
                <a:lnTo>
                  <a:pt x="80" y="327"/>
                </a:lnTo>
                <a:lnTo>
                  <a:pt x="80" y="326"/>
                </a:lnTo>
                <a:lnTo>
                  <a:pt x="80" y="325"/>
                </a:lnTo>
                <a:lnTo>
                  <a:pt x="80" y="324"/>
                </a:lnTo>
                <a:lnTo>
                  <a:pt x="79" y="323"/>
                </a:lnTo>
                <a:lnTo>
                  <a:pt x="78" y="323"/>
                </a:lnTo>
                <a:lnTo>
                  <a:pt x="77" y="322"/>
                </a:lnTo>
                <a:lnTo>
                  <a:pt x="76" y="323"/>
                </a:lnTo>
                <a:lnTo>
                  <a:pt x="75" y="325"/>
                </a:lnTo>
                <a:lnTo>
                  <a:pt x="75" y="326"/>
                </a:lnTo>
                <a:lnTo>
                  <a:pt x="74" y="326"/>
                </a:lnTo>
                <a:lnTo>
                  <a:pt x="73" y="326"/>
                </a:lnTo>
                <a:lnTo>
                  <a:pt x="71" y="327"/>
                </a:lnTo>
                <a:lnTo>
                  <a:pt x="70" y="327"/>
                </a:lnTo>
                <a:lnTo>
                  <a:pt x="68" y="325"/>
                </a:lnTo>
                <a:lnTo>
                  <a:pt x="67" y="325"/>
                </a:lnTo>
                <a:lnTo>
                  <a:pt x="67" y="324"/>
                </a:lnTo>
                <a:lnTo>
                  <a:pt x="66" y="325"/>
                </a:lnTo>
                <a:lnTo>
                  <a:pt x="65" y="326"/>
                </a:lnTo>
                <a:lnTo>
                  <a:pt x="64" y="327"/>
                </a:lnTo>
                <a:lnTo>
                  <a:pt x="62" y="328"/>
                </a:lnTo>
                <a:lnTo>
                  <a:pt x="61" y="329"/>
                </a:lnTo>
                <a:lnTo>
                  <a:pt x="61" y="328"/>
                </a:lnTo>
                <a:lnTo>
                  <a:pt x="60" y="328"/>
                </a:lnTo>
                <a:lnTo>
                  <a:pt x="59" y="327"/>
                </a:lnTo>
                <a:lnTo>
                  <a:pt x="58" y="327"/>
                </a:lnTo>
                <a:lnTo>
                  <a:pt x="58" y="326"/>
                </a:lnTo>
                <a:lnTo>
                  <a:pt x="57" y="325"/>
                </a:lnTo>
                <a:lnTo>
                  <a:pt x="58" y="324"/>
                </a:lnTo>
                <a:lnTo>
                  <a:pt x="59" y="323"/>
                </a:lnTo>
                <a:lnTo>
                  <a:pt x="59" y="322"/>
                </a:lnTo>
                <a:lnTo>
                  <a:pt x="59" y="321"/>
                </a:lnTo>
                <a:lnTo>
                  <a:pt x="60" y="321"/>
                </a:lnTo>
                <a:lnTo>
                  <a:pt x="61" y="321"/>
                </a:lnTo>
                <a:lnTo>
                  <a:pt x="62" y="320"/>
                </a:lnTo>
                <a:lnTo>
                  <a:pt x="63" y="319"/>
                </a:lnTo>
                <a:lnTo>
                  <a:pt x="64" y="319"/>
                </a:lnTo>
                <a:lnTo>
                  <a:pt x="65" y="318"/>
                </a:lnTo>
                <a:lnTo>
                  <a:pt x="66" y="318"/>
                </a:lnTo>
                <a:lnTo>
                  <a:pt x="68" y="317"/>
                </a:lnTo>
                <a:lnTo>
                  <a:pt x="69" y="316"/>
                </a:lnTo>
                <a:lnTo>
                  <a:pt x="70" y="316"/>
                </a:lnTo>
                <a:lnTo>
                  <a:pt x="71" y="315"/>
                </a:lnTo>
                <a:lnTo>
                  <a:pt x="72" y="315"/>
                </a:lnTo>
                <a:lnTo>
                  <a:pt x="73" y="314"/>
                </a:lnTo>
                <a:lnTo>
                  <a:pt x="73" y="313"/>
                </a:lnTo>
                <a:lnTo>
                  <a:pt x="72" y="312"/>
                </a:lnTo>
                <a:lnTo>
                  <a:pt x="71" y="312"/>
                </a:lnTo>
                <a:lnTo>
                  <a:pt x="70" y="312"/>
                </a:lnTo>
                <a:lnTo>
                  <a:pt x="70" y="311"/>
                </a:lnTo>
                <a:lnTo>
                  <a:pt x="70" y="310"/>
                </a:lnTo>
                <a:lnTo>
                  <a:pt x="70" y="309"/>
                </a:lnTo>
                <a:lnTo>
                  <a:pt x="71" y="308"/>
                </a:lnTo>
                <a:lnTo>
                  <a:pt x="72" y="308"/>
                </a:lnTo>
                <a:lnTo>
                  <a:pt x="73" y="308"/>
                </a:lnTo>
                <a:lnTo>
                  <a:pt x="73" y="307"/>
                </a:lnTo>
                <a:lnTo>
                  <a:pt x="74" y="307"/>
                </a:lnTo>
                <a:lnTo>
                  <a:pt x="74" y="306"/>
                </a:lnTo>
                <a:lnTo>
                  <a:pt x="75" y="305"/>
                </a:lnTo>
                <a:lnTo>
                  <a:pt x="76" y="304"/>
                </a:lnTo>
                <a:lnTo>
                  <a:pt x="77" y="304"/>
                </a:lnTo>
                <a:lnTo>
                  <a:pt x="77" y="303"/>
                </a:lnTo>
                <a:lnTo>
                  <a:pt x="76" y="303"/>
                </a:lnTo>
                <a:lnTo>
                  <a:pt x="75" y="302"/>
                </a:lnTo>
                <a:lnTo>
                  <a:pt x="76" y="302"/>
                </a:lnTo>
                <a:lnTo>
                  <a:pt x="76" y="301"/>
                </a:lnTo>
                <a:lnTo>
                  <a:pt x="77" y="301"/>
                </a:lnTo>
                <a:lnTo>
                  <a:pt x="77" y="300"/>
                </a:lnTo>
                <a:lnTo>
                  <a:pt x="78" y="300"/>
                </a:lnTo>
                <a:lnTo>
                  <a:pt x="78" y="299"/>
                </a:lnTo>
                <a:lnTo>
                  <a:pt x="77" y="299"/>
                </a:lnTo>
                <a:lnTo>
                  <a:pt x="77" y="298"/>
                </a:lnTo>
                <a:lnTo>
                  <a:pt x="76" y="297"/>
                </a:lnTo>
                <a:lnTo>
                  <a:pt x="75" y="297"/>
                </a:lnTo>
                <a:lnTo>
                  <a:pt x="73" y="297"/>
                </a:lnTo>
                <a:lnTo>
                  <a:pt x="73" y="296"/>
                </a:lnTo>
                <a:lnTo>
                  <a:pt x="72" y="295"/>
                </a:lnTo>
                <a:lnTo>
                  <a:pt x="72" y="296"/>
                </a:lnTo>
                <a:lnTo>
                  <a:pt x="70" y="295"/>
                </a:lnTo>
                <a:lnTo>
                  <a:pt x="69" y="294"/>
                </a:lnTo>
                <a:lnTo>
                  <a:pt x="70" y="293"/>
                </a:lnTo>
                <a:lnTo>
                  <a:pt x="69" y="292"/>
                </a:lnTo>
                <a:lnTo>
                  <a:pt x="68" y="293"/>
                </a:lnTo>
                <a:lnTo>
                  <a:pt x="67" y="292"/>
                </a:lnTo>
                <a:lnTo>
                  <a:pt x="66" y="290"/>
                </a:lnTo>
                <a:lnTo>
                  <a:pt x="67" y="289"/>
                </a:lnTo>
                <a:lnTo>
                  <a:pt x="67" y="288"/>
                </a:lnTo>
                <a:lnTo>
                  <a:pt x="67" y="287"/>
                </a:lnTo>
                <a:lnTo>
                  <a:pt x="67" y="286"/>
                </a:lnTo>
                <a:lnTo>
                  <a:pt x="67" y="285"/>
                </a:lnTo>
                <a:lnTo>
                  <a:pt x="66" y="284"/>
                </a:lnTo>
                <a:lnTo>
                  <a:pt x="66" y="282"/>
                </a:lnTo>
                <a:lnTo>
                  <a:pt x="66" y="281"/>
                </a:lnTo>
                <a:lnTo>
                  <a:pt x="66" y="280"/>
                </a:lnTo>
                <a:lnTo>
                  <a:pt x="66" y="279"/>
                </a:lnTo>
                <a:lnTo>
                  <a:pt x="66" y="277"/>
                </a:lnTo>
                <a:lnTo>
                  <a:pt x="66" y="276"/>
                </a:lnTo>
                <a:lnTo>
                  <a:pt x="66" y="275"/>
                </a:lnTo>
                <a:lnTo>
                  <a:pt x="65" y="275"/>
                </a:lnTo>
                <a:lnTo>
                  <a:pt x="65" y="274"/>
                </a:lnTo>
                <a:lnTo>
                  <a:pt x="65" y="273"/>
                </a:lnTo>
                <a:lnTo>
                  <a:pt x="65" y="271"/>
                </a:lnTo>
                <a:lnTo>
                  <a:pt x="65" y="270"/>
                </a:lnTo>
                <a:lnTo>
                  <a:pt x="65" y="269"/>
                </a:lnTo>
                <a:lnTo>
                  <a:pt x="66" y="269"/>
                </a:lnTo>
                <a:lnTo>
                  <a:pt x="67" y="268"/>
                </a:lnTo>
                <a:lnTo>
                  <a:pt x="67" y="267"/>
                </a:lnTo>
                <a:lnTo>
                  <a:pt x="67" y="266"/>
                </a:lnTo>
                <a:lnTo>
                  <a:pt x="68" y="266"/>
                </a:lnTo>
                <a:lnTo>
                  <a:pt x="68" y="265"/>
                </a:lnTo>
                <a:lnTo>
                  <a:pt x="68" y="262"/>
                </a:lnTo>
                <a:lnTo>
                  <a:pt x="68" y="261"/>
                </a:lnTo>
                <a:lnTo>
                  <a:pt x="68" y="260"/>
                </a:lnTo>
                <a:lnTo>
                  <a:pt x="69" y="255"/>
                </a:lnTo>
                <a:lnTo>
                  <a:pt x="69" y="254"/>
                </a:lnTo>
                <a:lnTo>
                  <a:pt x="70" y="253"/>
                </a:lnTo>
                <a:lnTo>
                  <a:pt x="70" y="252"/>
                </a:lnTo>
                <a:lnTo>
                  <a:pt x="71" y="252"/>
                </a:lnTo>
                <a:lnTo>
                  <a:pt x="72" y="252"/>
                </a:lnTo>
                <a:lnTo>
                  <a:pt x="73" y="252"/>
                </a:lnTo>
                <a:lnTo>
                  <a:pt x="73" y="251"/>
                </a:lnTo>
                <a:lnTo>
                  <a:pt x="74" y="250"/>
                </a:lnTo>
                <a:lnTo>
                  <a:pt x="74" y="249"/>
                </a:lnTo>
                <a:lnTo>
                  <a:pt x="74" y="248"/>
                </a:lnTo>
                <a:lnTo>
                  <a:pt x="74" y="247"/>
                </a:lnTo>
                <a:lnTo>
                  <a:pt x="74" y="246"/>
                </a:lnTo>
                <a:lnTo>
                  <a:pt x="74" y="243"/>
                </a:lnTo>
                <a:lnTo>
                  <a:pt x="74" y="242"/>
                </a:lnTo>
                <a:lnTo>
                  <a:pt x="75" y="242"/>
                </a:lnTo>
                <a:lnTo>
                  <a:pt x="77" y="240"/>
                </a:lnTo>
                <a:lnTo>
                  <a:pt x="77" y="239"/>
                </a:lnTo>
                <a:lnTo>
                  <a:pt x="77" y="238"/>
                </a:lnTo>
                <a:lnTo>
                  <a:pt x="78" y="238"/>
                </a:lnTo>
                <a:lnTo>
                  <a:pt x="78" y="237"/>
                </a:lnTo>
                <a:lnTo>
                  <a:pt x="78" y="236"/>
                </a:lnTo>
                <a:lnTo>
                  <a:pt x="77" y="235"/>
                </a:lnTo>
                <a:lnTo>
                  <a:pt x="77" y="234"/>
                </a:lnTo>
                <a:lnTo>
                  <a:pt x="76" y="232"/>
                </a:lnTo>
                <a:lnTo>
                  <a:pt x="75" y="231"/>
                </a:lnTo>
                <a:lnTo>
                  <a:pt x="74" y="231"/>
                </a:lnTo>
                <a:lnTo>
                  <a:pt x="74" y="232"/>
                </a:lnTo>
                <a:lnTo>
                  <a:pt x="73" y="232"/>
                </a:lnTo>
                <a:lnTo>
                  <a:pt x="71" y="231"/>
                </a:lnTo>
                <a:lnTo>
                  <a:pt x="70" y="230"/>
                </a:lnTo>
                <a:lnTo>
                  <a:pt x="69" y="230"/>
                </a:lnTo>
                <a:lnTo>
                  <a:pt x="68" y="230"/>
                </a:lnTo>
                <a:lnTo>
                  <a:pt x="67" y="229"/>
                </a:lnTo>
                <a:lnTo>
                  <a:pt x="67" y="228"/>
                </a:lnTo>
                <a:lnTo>
                  <a:pt x="66" y="228"/>
                </a:lnTo>
                <a:lnTo>
                  <a:pt x="65" y="229"/>
                </a:lnTo>
                <a:lnTo>
                  <a:pt x="64" y="229"/>
                </a:lnTo>
                <a:lnTo>
                  <a:pt x="63" y="229"/>
                </a:lnTo>
                <a:lnTo>
                  <a:pt x="63" y="228"/>
                </a:lnTo>
                <a:lnTo>
                  <a:pt x="63" y="227"/>
                </a:lnTo>
                <a:lnTo>
                  <a:pt x="62" y="226"/>
                </a:lnTo>
                <a:lnTo>
                  <a:pt x="62" y="225"/>
                </a:lnTo>
                <a:lnTo>
                  <a:pt x="61" y="223"/>
                </a:lnTo>
                <a:lnTo>
                  <a:pt x="62" y="223"/>
                </a:lnTo>
                <a:lnTo>
                  <a:pt x="63" y="223"/>
                </a:lnTo>
                <a:lnTo>
                  <a:pt x="64" y="223"/>
                </a:lnTo>
                <a:lnTo>
                  <a:pt x="65" y="223"/>
                </a:lnTo>
                <a:lnTo>
                  <a:pt x="65" y="222"/>
                </a:lnTo>
                <a:lnTo>
                  <a:pt x="66" y="221"/>
                </a:lnTo>
                <a:lnTo>
                  <a:pt x="67" y="221"/>
                </a:lnTo>
                <a:lnTo>
                  <a:pt x="68" y="221"/>
                </a:lnTo>
                <a:lnTo>
                  <a:pt x="69" y="221"/>
                </a:lnTo>
                <a:lnTo>
                  <a:pt x="70" y="221"/>
                </a:lnTo>
                <a:lnTo>
                  <a:pt x="70" y="220"/>
                </a:lnTo>
                <a:lnTo>
                  <a:pt x="70" y="219"/>
                </a:lnTo>
                <a:lnTo>
                  <a:pt x="70" y="218"/>
                </a:lnTo>
                <a:lnTo>
                  <a:pt x="69" y="218"/>
                </a:lnTo>
                <a:lnTo>
                  <a:pt x="68" y="218"/>
                </a:lnTo>
                <a:lnTo>
                  <a:pt x="68" y="217"/>
                </a:lnTo>
                <a:lnTo>
                  <a:pt x="67" y="216"/>
                </a:lnTo>
                <a:lnTo>
                  <a:pt x="67" y="215"/>
                </a:lnTo>
                <a:lnTo>
                  <a:pt x="68" y="215"/>
                </a:lnTo>
                <a:lnTo>
                  <a:pt x="68" y="214"/>
                </a:lnTo>
                <a:lnTo>
                  <a:pt x="67" y="214"/>
                </a:lnTo>
                <a:lnTo>
                  <a:pt x="67" y="213"/>
                </a:lnTo>
                <a:lnTo>
                  <a:pt x="67" y="212"/>
                </a:lnTo>
                <a:lnTo>
                  <a:pt x="68" y="212"/>
                </a:lnTo>
                <a:lnTo>
                  <a:pt x="68" y="211"/>
                </a:lnTo>
                <a:lnTo>
                  <a:pt x="69" y="211"/>
                </a:lnTo>
                <a:lnTo>
                  <a:pt x="69" y="210"/>
                </a:lnTo>
                <a:lnTo>
                  <a:pt x="69" y="209"/>
                </a:lnTo>
                <a:lnTo>
                  <a:pt x="70" y="209"/>
                </a:lnTo>
                <a:lnTo>
                  <a:pt x="70" y="208"/>
                </a:lnTo>
                <a:lnTo>
                  <a:pt x="69" y="208"/>
                </a:lnTo>
                <a:lnTo>
                  <a:pt x="69" y="207"/>
                </a:lnTo>
                <a:lnTo>
                  <a:pt x="69" y="206"/>
                </a:lnTo>
                <a:lnTo>
                  <a:pt x="69" y="205"/>
                </a:lnTo>
                <a:lnTo>
                  <a:pt x="69" y="204"/>
                </a:lnTo>
                <a:lnTo>
                  <a:pt x="68" y="204"/>
                </a:lnTo>
                <a:lnTo>
                  <a:pt x="68" y="203"/>
                </a:lnTo>
                <a:lnTo>
                  <a:pt x="67" y="203"/>
                </a:lnTo>
                <a:lnTo>
                  <a:pt x="67" y="202"/>
                </a:lnTo>
                <a:lnTo>
                  <a:pt x="68" y="202"/>
                </a:lnTo>
                <a:lnTo>
                  <a:pt x="67" y="202"/>
                </a:lnTo>
                <a:lnTo>
                  <a:pt x="67" y="201"/>
                </a:lnTo>
                <a:lnTo>
                  <a:pt x="67" y="200"/>
                </a:lnTo>
                <a:lnTo>
                  <a:pt x="68" y="199"/>
                </a:lnTo>
                <a:lnTo>
                  <a:pt x="69" y="199"/>
                </a:lnTo>
                <a:lnTo>
                  <a:pt x="70" y="199"/>
                </a:lnTo>
                <a:lnTo>
                  <a:pt x="70" y="198"/>
                </a:lnTo>
                <a:lnTo>
                  <a:pt x="70" y="197"/>
                </a:lnTo>
                <a:lnTo>
                  <a:pt x="70" y="196"/>
                </a:lnTo>
                <a:lnTo>
                  <a:pt x="71" y="196"/>
                </a:lnTo>
                <a:lnTo>
                  <a:pt x="72" y="196"/>
                </a:lnTo>
                <a:lnTo>
                  <a:pt x="72" y="195"/>
                </a:lnTo>
                <a:lnTo>
                  <a:pt x="73" y="195"/>
                </a:lnTo>
                <a:lnTo>
                  <a:pt x="73" y="196"/>
                </a:lnTo>
                <a:lnTo>
                  <a:pt x="74" y="195"/>
                </a:lnTo>
                <a:lnTo>
                  <a:pt x="75" y="195"/>
                </a:lnTo>
                <a:lnTo>
                  <a:pt x="75" y="194"/>
                </a:lnTo>
                <a:lnTo>
                  <a:pt x="76" y="194"/>
                </a:lnTo>
                <a:lnTo>
                  <a:pt x="76" y="193"/>
                </a:lnTo>
                <a:lnTo>
                  <a:pt x="77" y="193"/>
                </a:lnTo>
                <a:lnTo>
                  <a:pt x="77" y="192"/>
                </a:lnTo>
                <a:lnTo>
                  <a:pt x="78" y="192"/>
                </a:lnTo>
                <a:lnTo>
                  <a:pt x="78" y="191"/>
                </a:lnTo>
                <a:lnTo>
                  <a:pt x="79" y="191"/>
                </a:lnTo>
                <a:lnTo>
                  <a:pt x="79" y="190"/>
                </a:lnTo>
                <a:lnTo>
                  <a:pt x="80" y="190"/>
                </a:lnTo>
                <a:lnTo>
                  <a:pt x="80" y="189"/>
                </a:lnTo>
                <a:lnTo>
                  <a:pt x="81" y="189"/>
                </a:lnTo>
                <a:lnTo>
                  <a:pt x="81" y="188"/>
                </a:lnTo>
                <a:lnTo>
                  <a:pt x="82" y="187"/>
                </a:lnTo>
                <a:lnTo>
                  <a:pt x="82" y="186"/>
                </a:lnTo>
                <a:lnTo>
                  <a:pt x="83" y="186"/>
                </a:lnTo>
                <a:lnTo>
                  <a:pt x="83" y="185"/>
                </a:lnTo>
                <a:lnTo>
                  <a:pt x="82" y="184"/>
                </a:lnTo>
                <a:lnTo>
                  <a:pt x="82" y="183"/>
                </a:lnTo>
                <a:lnTo>
                  <a:pt x="81" y="183"/>
                </a:lnTo>
                <a:lnTo>
                  <a:pt x="80" y="183"/>
                </a:lnTo>
                <a:lnTo>
                  <a:pt x="80" y="182"/>
                </a:lnTo>
                <a:lnTo>
                  <a:pt x="79" y="182"/>
                </a:lnTo>
                <a:lnTo>
                  <a:pt x="79" y="181"/>
                </a:lnTo>
                <a:lnTo>
                  <a:pt x="80" y="180"/>
                </a:lnTo>
                <a:lnTo>
                  <a:pt x="80" y="179"/>
                </a:lnTo>
                <a:lnTo>
                  <a:pt x="80" y="178"/>
                </a:lnTo>
                <a:lnTo>
                  <a:pt x="79" y="178"/>
                </a:lnTo>
                <a:lnTo>
                  <a:pt x="78" y="178"/>
                </a:lnTo>
                <a:lnTo>
                  <a:pt x="78" y="177"/>
                </a:lnTo>
                <a:lnTo>
                  <a:pt x="78" y="176"/>
                </a:lnTo>
                <a:lnTo>
                  <a:pt x="79" y="176"/>
                </a:lnTo>
                <a:lnTo>
                  <a:pt x="79" y="175"/>
                </a:lnTo>
                <a:lnTo>
                  <a:pt x="80" y="175"/>
                </a:lnTo>
                <a:lnTo>
                  <a:pt x="80" y="174"/>
                </a:lnTo>
                <a:lnTo>
                  <a:pt x="80" y="173"/>
                </a:lnTo>
                <a:lnTo>
                  <a:pt x="79" y="173"/>
                </a:lnTo>
                <a:lnTo>
                  <a:pt x="79" y="172"/>
                </a:lnTo>
                <a:lnTo>
                  <a:pt x="79" y="171"/>
                </a:lnTo>
                <a:lnTo>
                  <a:pt x="78" y="171"/>
                </a:lnTo>
                <a:lnTo>
                  <a:pt x="79" y="171"/>
                </a:lnTo>
                <a:lnTo>
                  <a:pt x="79" y="170"/>
                </a:lnTo>
                <a:lnTo>
                  <a:pt x="80" y="169"/>
                </a:lnTo>
                <a:lnTo>
                  <a:pt x="80" y="168"/>
                </a:lnTo>
                <a:lnTo>
                  <a:pt x="81" y="168"/>
                </a:lnTo>
                <a:lnTo>
                  <a:pt x="83" y="167"/>
                </a:lnTo>
                <a:lnTo>
                  <a:pt x="84" y="167"/>
                </a:lnTo>
                <a:lnTo>
                  <a:pt x="85" y="167"/>
                </a:lnTo>
                <a:lnTo>
                  <a:pt x="85" y="168"/>
                </a:lnTo>
                <a:lnTo>
                  <a:pt x="86" y="168"/>
                </a:lnTo>
                <a:lnTo>
                  <a:pt x="87" y="168"/>
                </a:lnTo>
                <a:lnTo>
                  <a:pt x="88" y="169"/>
                </a:lnTo>
                <a:lnTo>
                  <a:pt x="88" y="168"/>
                </a:lnTo>
                <a:lnTo>
                  <a:pt x="87" y="167"/>
                </a:lnTo>
                <a:lnTo>
                  <a:pt x="86" y="167"/>
                </a:lnTo>
                <a:lnTo>
                  <a:pt x="86" y="166"/>
                </a:lnTo>
                <a:lnTo>
                  <a:pt x="87" y="165"/>
                </a:lnTo>
                <a:lnTo>
                  <a:pt x="87" y="164"/>
                </a:lnTo>
                <a:lnTo>
                  <a:pt x="86" y="164"/>
                </a:lnTo>
                <a:lnTo>
                  <a:pt x="86" y="163"/>
                </a:lnTo>
                <a:lnTo>
                  <a:pt x="85" y="162"/>
                </a:lnTo>
                <a:lnTo>
                  <a:pt x="84" y="161"/>
                </a:lnTo>
                <a:lnTo>
                  <a:pt x="83" y="161"/>
                </a:lnTo>
                <a:lnTo>
                  <a:pt x="84" y="160"/>
                </a:lnTo>
                <a:lnTo>
                  <a:pt x="84" y="159"/>
                </a:lnTo>
                <a:lnTo>
                  <a:pt x="84" y="158"/>
                </a:lnTo>
                <a:lnTo>
                  <a:pt x="85" y="158"/>
                </a:lnTo>
                <a:lnTo>
                  <a:pt x="86" y="157"/>
                </a:lnTo>
                <a:lnTo>
                  <a:pt x="87" y="156"/>
                </a:lnTo>
                <a:lnTo>
                  <a:pt x="87" y="155"/>
                </a:lnTo>
                <a:lnTo>
                  <a:pt x="88" y="155"/>
                </a:lnTo>
                <a:lnTo>
                  <a:pt x="89" y="155"/>
                </a:lnTo>
                <a:lnTo>
                  <a:pt x="90" y="156"/>
                </a:lnTo>
                <a:lnTo>
                  <a:pt x="90" y="154"/>
                </a:lnTo>
                <a:lnTo>
                  <a:pt x="89" y="154"/>
                </a:lnTo>
                <a:lnTo>
                  <a:pt x="89" y="153"/>
                </a:lnTo>
                <a:lnTo>
                  <a:pt x="90" y="153"/>
                </a:lnTo>
                <a:lnTo>
                  <a:pt x="91" y="153"/>
                </a:lnTo>
                <a:lnTo>
                  <a:pt x="92" y="153"/>
                </a:lnTo>
                <a:lnTo>
                  <a:pt x="92" y="152"/>
                </a:lnTo>
                <a:lnTo>
                  <a:pt x="91" y="151"/>
                </a:lnTo>
                <a:lnTo>
                  <a:pt x="90" y="151"/>
                </a:lnTo>
                <a:lnTo>
                  <a:pt x="90" y="150"/>
                </a:lnTo>
                <a:lnTo>
                  <a:pt x="90" y="149"/>
                </a:lnTo>
                <a:lnTo>
                  <a:pt x="90" y="148"/>
                </a:lnTo>
                <a:lnTo>
                  <a:pt x="90" y="147"/>
                </a:lnTo>
                <a:lnTo>
                  <a:pt x="91" y="147"/>
                </a:lnTo>
                <a:lnTo>
                  <a:pt x="91" y="145"/>
                </a:lnTo>
                <a:lnTo>
                  <a:pt x="90" y="145"/>
                </a:lnTo>
                <a:lnTo>
                  <a:pt x="90" y="144"/>
                </a:lnTo>
                <a:lnTo>
                  <a:pt x="91" y="143"/>
                </a:lnTo>
                <a:lnTo>
                  <a:pt x="92" y="143"/>
                </a:lnTo>
                <a:lnTo>
                  <a:pt x="93" y="144"/>
                </a:lnTo>
                <a:lnTo>
                  <a:pt x="94" y="144"/>
                </a:lnTo>
                <a:lnTo>
                  <a:pt x="95" y="144"/>
                </a:lnTo>
                <a:lnTo>
                  <a:pt x="95" y="143"/>
                </a:lnTo>
                <a:lnTo>
                  <a:pt x="95" y="142"/>
                </a:lnTo>
                <a:lnTo>
                  <a:pt x="94" y="142"/>
                </a:lnTo>
                <a:lnTo>
                  <a:pt x="94" y="141"/>
                </a:lnTo>
                <a:lnTo>
                  <a:pt x="94" y="140"/>
                </a:lnTo>
                <a:lnTo>
                  <a:pt x="94" y="139"/>
                </a:lnTo>
                <a:lnTo>
                  <a:pt x="94" y="138"/>
                </a:lnTo>
                <a:lnTo>
                  <a:pt x="93" y="138"/>
                </a:lnTo>
                <a:lnTo>
                  <a:pt x="93" y="137"/>
                </a:lnTo>
                <a:lnTo>
                  <a:pt x="93" y="136"/>
                </a:lnTo>
                <a:lnTo>
                  <a:pt x="94" y="136"/>
                </a:lnTo>
                <a:lnTo>
                  <a:pt x="95" y="136"/>
                </a:lnTo>
                <a:lnTo>
                  <a:pt x="96" y="136"/>
                </a:lnTo>
                <a:lnTo>
                  <a:pt x="96" y="138"/>
                </a:lnTo>
                <a:lnTo>
                  <a:pt x="97" y="138"/>
                </a:lnTo>
                <a:lnTo>
                  <a:pt x="98" y="138"/>
                </a:lnTo>
                <a:lnTo>
                  <a:pt x="98" y="139"/>
                </a:lnTo>
                <a:lnTo>
                  <a:pt x="99" y="139"/>
                </a:lnTo>
                <a:lnTo>
                  <a:pt x="100" y="139"/>
                </a:lnTo>
                <a:lnTo>
                  <a:pt x="100" y="138"/>
                </a:lnTo>
                <a:lnTo>
                  <a:pt x="99" y="138"/>
                </a:lnTo>
                <a:lnTo>
                  <a:pt x="99" y="137"/>
                </a:lnTo>
                <a:lnTo>
                  <a:pt x="98" y="136"/>
                </a:lnTo>
                <a:lnTo>
                  <a:pt x="98" y="135"/>
                </a:lnTo>
                <a:lnTo>
                  <a:pt x="98" y="134"/>
                </a:lnTo>
                <a:lnTo>
                  <a:pt x="98" y="133"/>
                </a:lnTo>
                <a:lnTo>
                  <a:pt x="98" y="131"/>
                </a:lnTo>
                <a:lnTo>
                  <a:pt x="99" y="131"/>
                </a:lnTo>
                <a:lnTo>
                  <a:pt x="99" y="130"/>
                </a:lnTo>
                <a:lnTo>
                  <a:pt x="100" y="129"/>
                </a:lnTo>
                <a:lnTo>
                  <a:pt x="100" y="130"/>
                </a:lnTo>
                <a:lnTo>
                  <a:pt x="101" y="130"/>
                </a:lnTo>
                <a:lnTo>
                  <a:pt x="101" y="131"/>
                </a:lnTo>
                <a:lnTo>
                  <a:pt x="102" y="131"/>
                </a:lnTo>
                <a:lnTo>
                  <a:pt x="103" y="131"/>
                </a:lnTo>
                <a:lnTo>
                  <a:pt x="104" y="131"/>
                </a:lnTo>
                <a:lnTo>
                  <a:pt x="104" y="130"/>
                </a:lnTo>
                <a:lnTo>
                  <a:pt x="104" y="129"/>
                </a:lnTo>
                <a:lnTo>
                  <a:pt x="104" y="128"/>
                </a:lnTo>
                <a:lnTo>
                  <a:pt x="105" y="128"/>
                </a:lnTo>
                <a:lnTo>
                  <a:pt x="105" y="127"/>
                </a:lnTo>
                <a:lnTo>
                  <a:pt x="105" y="126"/>
                </a:lnTo>
                <a:lnTo>
                  <a:pt x="106" y="125"/>
                </a:lnTo>
                <a:lnTo>
                  <a:pt x="106" y="124"/>
                </a:lnTo>
                <a:lnTo>
                  <a:pt x="106" y="123"/>
                </a:lnTo>
                <a:lnTo>
                  <a:pt x="106" y="122"/>
                </a:lnTo>
                <a:lnTo>
                  <a:pt x="105" y="122"/>
                </a:lnTo>
                <a:lnTo>
                  <a:pt x="104" y="122"/>
                </a:lnTo>
                <a:lnTo>
                  <a:pt x="104" y="121"/>
                </a:lnTo>
                <a:lnTo>
                  <a:pt x="104" y="120"/>
                </a:lnTo>
                <a:lnTo>
                  <a:pt x="105" y="120"/>
                </a:lnTo>
                <a:lnTo>
                  <a:pt x="106" y="120"/>
                </a:lnTo>
                <a:lnTo>
                  <a:pt x="106" y="121"/>
                </a:lnTo>
                <a:lnTo>
                  <a:pt x="107" y="121"/>
                </a:lnTo>
                <a:lnTo>
                  <a:pt x="108" y="121"/>
                </a:lnTo>
                <a:lnTo>
                  <a:pt x="108" y="120"/>
                </a:lnTo>
                <a:lnTo>
                  <a:pt x="109" y="119"/>
                </a:lnTo>
                <a:lnTo>
                  <a:pt x="109" y="118"/>
                </a:lnTo>
                <a:lnTo>
                  <a:pt x="108" y="118"/>
                </a:lnTo>
                <a:lnTo>
                  <a:pt x="107" y="117"/>
                </a:lnTo>
                <a:lnTo>
                  <a:pt x="107" y="116"/>
                </a:lnTo>
                <a:lnTo>
                  <a:pt x="108" y="116"/>
                </a:lnTo>
                <a:lnTo>
                  <a:pt x="108" y="115"/>
                </a:lnTo>
                <a:lnTo>
                  <a:pt x="108" y="116"/>
                </a:lnTo>
                <a:lnTo>
                  <a:pt x="109" y="116"/>
                </a:lnTo>
                <a:lnTo>
                  <a:pt x="110" y="116"/>
                </a:lnTo>
                <a:lnTo>
                  <a:pt x="110" y="115"/>
                </a:lnTo>
                <a:lnTo>
                  <a:pt x="110" y="116"/>
                </a:lnTo>
                <a:lnTo>
                  <a:pt x="111" y="116"/>
                </a:lnTo>
                <a:lnTo>
                  <a:pt x="111" y="117"/>
                </a:lnTo>
                <a:lnTo>
                  <a:pt x="110" y="117"/>
                </a:lnTo>
                <a:lnTo>
                  <a:pt x="110" y="118"/>
                </a:lnTo>
                <a:lnTo>
                  <a:pt x="111" y="118"/>
                </a:lnTo>
                <a:lnTo>
                  <a:pt x="112" y="118"/>
                </a:lnTo>
                <a:lnTo>
                  <a:pt x="113" y="118"/>
                </a:lnTo>
                <a:lnTo>
                  <a:pt x="114" y="118"/>
                </a:lnTo>
                <a:lnTo>
                  <a:pt x="115" y="118"/>
                </a:lnTo>
                <a:lnTo>
                  <a:pt x="116" y="118"/>
                </a:lnTo>
                <a:lnTo>
                  <a:pt x="117" y="118"/>
                </a:lnTo>
                <a:lnTo>
                  <a:pt x="117" y="117"/>
                </a:lnTo>
                <a:lnTo>
                  <a:pt x="117" y="116"/>
                </a:lnTo>
                <a:lnTo>
                  <a:pt x="118" y="116"/>
                </a:lnTo>
                <a:lnTo>
                  <a:pt x="118" y="115"/>
                </a:lnTo>
                <a:lnTo>
                  <a:pt x="118" y="114"/>
                </a:lnTo>
                <a:lnTo>
                  <a:pt x="119" y="114"/>
                </a:lnTo>
                <a:lnTo>
                  <a:pt x="120" y="114"/>
                </a:lnTo>
                <a:lnTo>
                  <a:pt x="121" y="114"/>
                </a:lnTo>
                <a:lnTo>
                  <a:pt x="122" y="114"/>
                </a:lnTo>
                <a:lnTo>
                  <a:pt x="122" y="113"/>
                </a:lnTo>
                <a:lnTo>
                  <a:pt x="122" y="114"/>
                </a:lnTo>
                <a:lnTo>
                  <a:pt x="123" y="114"/>
                </a:lnTo>
                <a:lnTo>
                  <a:pt x="123" y="113"/>
                </a:lnTo>
                <a:lnTo>
                  <a:pt x="124" y="113"/>
                </a:lnTo>
                <a:lnTo>
                  <a:pt x="125" y="113"/>
                </a:lnTo>
                <a:lnTo>
                  <a:pt x="125" y="114"/>
                </a:lnTo>
                <a:lnTo>
                  <a:pt x="126" y="114"/>
                </a:lnTo>
                <a:lnTo>
                  <a:pt x="127" y="114"/>
                </a:lnTo>
                <a:lnTo>
                  <a:pt x="127" y="115"/>
                </a:lnTo>
                <a:lnTo>
                  <a:pt x="128" y="115"/>
                </a:lnTo>
                <a:lnTo>
                  <a:pt x="129" y="115"/>
                </a:lnTo>
                <a:lnTo>
                  <a:pt x="130" y="115"/>
                </a:lnTo>
                <a:lnTo>
                  <a:pt x="131" y="115"/>
                </a:lnTo>
                <a:lnTo>
                  <a:pt x="132" y="115"/>
                </a:lnTo>
                <a:lnTo>
                  <a:pt x="132" y="116"/>
                </a:lnTo>
                <a:lnTo>
                  <a:pt x="132" y="117"/>
                </a:lnTo>
                <a:lnTo>
                  <a:pt x="132" y="118"/>
                </a:lnTo>
                <a:lnTo>
                  <a:pt x="132" y="119"/>
                </a:lnTo>
                <a:lnTo>
                  <a:pt x="133" y="119"/>
                </a:lnTo>
                <a:lnTo>
                  <a:pt x="133" y="120"/>
                </a:lnTo>
                <a:lnTo>
                  <a:pt x="135" y="120"/>
                </a:lnTo>
                <a:lnTo>
                  <a:pt x="136" y="120"/>
                </a:lnTo>
                <a:lnTo>
                  <a:pt x="136" y="119"/>
                </a:lnTo>
                <a:lnTo>
                  <a:pt x="137" y="118"/>
                </a:lnTo>
                <a:lnTo>
                  <a:pt x="137" y="119"/>
                </a:lnTo>
                <a:lnTo>
                  <a:pt x="138" y="119"/>
                </a:lnTo>
                <a:lnTo>
                  <a:pt x="139" y="119"/>
                </a:lnTo>
                <a:lnTo>
                  <a:pt x="139" y="118"/>
                </a:lnTo>
                <a:lnTo>
                  <a:pt x="140" y="118"/>
                </a:lnTo>
                <a:lnTo>
                  <a:pt x="141" y="118"/>
                </a:lnTo>
                <a:lnTo>
                  <a:pt x="142" y="118"/>
                </a:lnTo>
                <a:lnTo>
                  <a:pt x="143" y="118"/>
                </a:lnTo>
                <a:lnTo>
                  <a:pt x="143" y="117"/>
                </a:lnTo>
                <a:lnTo>
                  <a:pt x="144" y="116"/>
                </a:lnTo>
                <a:lnTo>
                  <a:pt x="144" y="115"/>
                </a:lnTo>
                <a:lnTo>
                  <a:pt x="143" y="115"/>
                </a:lnTo>
                <a:lnTo>
                  <a:pt x="143" y="114"/>
                </a:lnTo>
                <a:lnTo>
                  <a:pt x="142" y="113"/>
                </a:lnTo>
                <a:lnTo>
                  <a:pt x="142" y="112"/>
                </a:lnTo>
                <a:lnTo>
                  <a:pt x="141" y="112"/>
                </a:lnTo>
                <a:lnTo>
                  <a:pt x="141" y="113"/>
                </a:lnTo>
                <a:lnTo>
                  <a:pt x="141" y="112"/>
                </a:lnTo>
                <a:lnTo>
                  <a:pt x="142" y="112"/>
                </a:lnTo>
                <a:lnTo>
                  <a:pt x="142" y="111"/>
                </a:lnTo>
                <a:lnTo>
                  <a:pt x="143" y="110"/>
                </a:lnTo>
                <a:lnTo>
                  <a:pt x="143" y="109"/>
                </a:lnTo>
                <a:lnTo>
                  <a:pt x="143" y="108"/>
                </a:lnTo>
                <a:lnTo>
                  <a:pt x="144" y="108"/>
                </a:lnTo>
                <a:lnTo>
                  <a:pt x="144" y="107"/>
                </a:lnTo>
                <a:lnTo>
                  <a:pt x="143" y="107"/>
                </a:lnTo>
                <a:lnTo>
                  <a:pt x="143" y="106"/>
                </a:lnTo>
                <a:lnTo>
                  <a:pt x="143" y="104"/>
                </a:lnTo>
                <a:lnTo>
                  <a:pt x="144" y="104"/>
                </a:lnTo>
                <a:lnTo>
                  <a:pt x="145" y="104"/>
                </a:lnTo>
                <a:lnTo>
                  <a:pt x="146" y="104"/>
                </a:lnTo>
                <a:lnTo>
                  <a:pt x="146" y="103"/>
                </a:lnTo>
                <a:lnTo>
                  <a:pt x="146" y="104"/>
                </a:lnTo>
                <a:lnTo>
                  <a:pt x="146" y="103"/>
                </a:lnTo>
                <a:lnTo>
                  <a:pt x="148" y="103"/>
                </a:lnTo>
                <a:lnTo>
                  <a:pt x="148" y="102"/>
                </a:lnTo>
                <a:lnTo>
                  <a:pt x="149" y="102"/>
                </a:lnTo>
                <a:lnTo>
                  <a:pt x="149" y="101"/>
                </a:lnTo>
                <a:lnTo>
                  <a:pt x="150" y="101"/>
                </a:lnTo>
                <a:lnTo>
                  <a:pt x="151" y="100"/>
                </a:lnTo>
                <a:lnTo>
                  <a:pt x="152" y="100"/>
                </a:lnTo>
                <a:lnTo>
                  <a:pt x="152" y="99"/>
                </a:lnTo>
                <a:lnTo>
                  <a:pt x="151" y="98"/>
                </a:lnTo>
                <a:lnTo>
                  <a:pt x="151" y="97"/>
                </a:lnTo>
                <a:lnTo>
                  <a:pt x="150" y="97"/>
                </a:lnTo>
                <a:lnTo>
                  <a:pt x="150" y="96"/>
                </a:lnTo>
                <a:lnTo>
                  <a:pt x="151" y="96"/>
                </a:lnTo>
                <a:lnTo>
                  <a:pt x="151" y="95"/>
                </a:lnTo>
                <a:lnTo>
                  <a:pt x="151" y="94"/>
                </a:lnTo>
                <a:lnTo>
                  <a:pt x="152" y="94"/>
                </a:lnTo>
                <a:lnTo>
                  <a:pt x="152" y="93"/>
                </a:lnTo>
                <a:lnTo>
                  <a:pt x="153" y="93"/>
                </a:lnTo>
                <a:lnTo>
                  <a:pt x="152" y="93"/>
                </a:lnTo>
                <a:lnTo>
                  <a:pt x="152" y="92"/>
                </a:lnTo>
                <a:lnTo>
                  <a:pt x="151" y="92"/>
                </a:lnTo>
                <a:lnTo>
                  <a:pt x="150" y="92"/>
                </a:lnTo>
                <a:lnTo>
                  <a:pt x="149" y="91"/>
                </a:lnTo>
                <a:lnTo>
                  <a:pt x="149" y="90"/>
                </a:lnTo>
                <a:lnTo>
                  <a:pt x="150" y="90"/>
                </a:lnTo>
                <a:lnTo>
                  <a:pt x="151" y="89"/>
                </a:lnTo>
                <a:lnTo>
                  <a:pt x="152" y="88"/>
                </a:lnTo>
                <a:lnTo>
                  <a:pt x="153" y="88"/>
                </a:lnTo>
                <a:lnTo>
                  <a:pt x="153" y="87"/>
                </a:lnTo>
                <a:lnTo>
                  <a:pt x="153" y="86"/>
                </a:lnTo>
                <a:lnTo>
                  <a:pt x="154" y="86"/>
                </a:lnTo>
                <a:lnTo>
                  <a:pt x="155" y="86"/>
                </a:lnTo>
                <a:lnTo>
                  <a:pt x="156" y="85"/>
                </a:lnTo>
                <a:lnTo>
                  <a:pt x="157" y="85"/>
                </a:lnTo>
                <a:lnTo>
                  <a:pt x="158" y="85"/>
                </a:lnTo>
                <a:lnTo>
                  <a:pt x="158" y="84"/>
                </a:lnTo>
                <a:lnTo>
                  <a:pt x="158" y="83"/>
                </a:lnTo>
                <a:lnTo>
                  <a:pt x="159" y="83"/>
                </a:lnTo>
                <a:lnTo>
                  <a:pt x="160" y="83"/>
                </a:lnTo>
                <a:lnTo>
                  <a:pt x="161" y="83"/>
                </a:lnTo>
                <a:lnTo>
                  <a:pt x="162" y="83"/>
                </a:lnTo>
                <a:lnTo>
                  <a:pt x="163" y="83"/>
                </a:lnTo>
                <a:lnTo>
                  <a:pt x="164" y="82"/>
                </a:lnTo>
                <a:lnTo>
                  <a:pt x="164" y="83"/>
                </a:lnTo>
                <a:lnTo>
                  <a:pt x="165" y="83"/>
                </a:lnTo>
                <a:lnTo>
                  <a:pt x="166" y="83"/>
                </a:lnTo>
                <a:lnTo>
                  <a:pt x="167" y="82"/>
                </a:lnTo>
                <a:lnTo>
                  <a:pt x="168" y="82"/>
                </a:lnTo>
                <a:lnTo>
                  <a:pt x="169" y="81"/>
                </a:lnTo>
                <a:lnTo>
                  <a:pt x="170" y="81"/>
                </a:lnTo>
                <a:lnTo>
                  <a:pt x="171" y="81"/>
                </a:lnTo>
                <a:lnTo>
                  <a:pt x="172" y="82"/>
                </a:lnTo>
                <a:lnTo>
                  <a:pt x="172" y="83"/>
                </a:lnTo>
                <a:lnTo>
                  <a:pt x="173" y="83"/>
                </a:lnTo>
                <a:lnTo>
                  <a:pt x="173" y="84"/>
                </a:lnTo>
                <a:lnTo>
                  <a:pt x="173" y="83"/>
                </a:lnTo>
                <a:lnTo>
                  <a:pt x="174" y="83"/>
                </a:lnTo>
                <a:lnTo>
                  <a:pt x="175" y="83"/>
                </a:lnTo>
                <a:lnTo>
                  <a:pt x="175" y="84"/>
                </a:lnTo>
                <a:lnTo>
                  <a:pt x="176" y="84"/>
                </a:lnTo>
                <a:lnTo>
                  <a:pt x="177" y="83"/>
                </a:lnTo>
                <a:lnTo>
                  <a:pt x="178" y="82"/>
                </a:lnTo>
                <a:lnTo>
                  <a:pt x="179" y="82"/>
                </a:lnTo>
                <a:lnTo>
                  <a:pt x="179" y="81"/>
                </a:lnTo>
                <a:lnTo>
                  <a:pt x="180" y="81"/>
                </a:lnTo>
                <a:lnTo>
                  <a:pt x="181" y="81"/>
                </a:lnTo>
                <a:lnTo>
                  <a:pt x="182" y="81"/>
                </a:lnTo>
                <a:lnTo>
                  <a:pt x="182" y="82"/>
                </a:lnTo>
                <a:lnTo>
                  <a:pt x="182" y="81"/>
                </a:lnTo>
                <a:lnTo>
                  <a:pt x="183" y="80"/>
                </a:lnTo>
                <a:lnTo>
                  <a:pt x="183" y="81"/>
                </a:lnTo>
                <a:lnTo>
                  <a:pt x="184" y="81"/>
                </a:lnTo>
                <a:lnTo>
                  <a:pt x="185" y="81"/>
                </a:lnTo>
                <a:lnTo>
                  <a:pt x="186" y="80"/>
                </a:lnTo>
                <a:lnTo>
                  <a:pt x="187" y="80"/>
                </a:lnTo>
                <a:lnTo>
                  <a:pt x="187" y="81"/>
                </a:lnTo>
                <a:lnTo>
                  <a:pt x="188" y="81"/>
                </a:lnTo>
                <a:lnTo>
                  <a:pt x="188" y="82"/>
                </a:lnTo>
                <a:lnTo>
                  <a:pt x="189" y="82"/>
                </a:lnTo>
                <a:lnTo>
                  <a:pt x="190" y="82"/>
                </a:lnTo>
                <a:lnTo>
                  <a:pt x="191" y="82"/>
                </a:lnTo>
                <a:lnTo>
                  <a:pt x="191" y="81"/>
                </a:lnTo>
                <a:lnTo>
                  <a:pt x="192" y="81"/>
                </a:lnTo>
                <a:lnTo>
                  <a:pt x="193" y="81"/>
                </a:lnTo>
                <a:lnTo>
                  <a:pt x="194" y="81"/>
                </a:lnTo>
                <a:lnTo>
                  <a:pt x="195" y="81"/>
                </a:lnTo>
                <a:lnTo>
                  <a:pt x="196" y="81"/>
                </a:lnTo>
                <a:lnTo>
                  <a:pt x="196" y="80"/>
                </a:lnTo>
                <a:lnTo>
                  <a:pt x="197" y="80"/>
                </a:lnTo>
                <a:lnTo>
                  <a:pt x="198" y="80"/>
                </a:lnTo>
                <a:lnTo>
                  <a:pt x="198" y="79"/>
                </a:lnTo>
                <a:lnTo>
                  <a:pt x="199" y="79"/>
                </a:lnTo>
                <a:lnTo>
                  <a:pt x="200" y="79"/>
                </a:lnTo>
                <a:lnTo>
                  <a:pt x="201" y="79"/>
                </a:lnTo>
                <a:lnTo>
                  <a:pt x="201" y="78"/>
                </a:lnTo>
                <a:lnTo>
                  <a:pt x="202" y="78"/>
                </a:lnTo>
                <a:lnTo>
                  <a:pt x="203" y="78"/>
                </a:lnTo>
                <a:lnTo>
                  <a:pt x="203" y="77"/>
                </a:lnTo>
                <a:lnTo>
                  <a:pt x="204" y="77"/>
                </a:lnTo>
                <a:lnTo>
                  <a:pt x="205" y="77"/>
                </a:lnTo>
                <a:lnTo>
                  <a:pt x="206" y="77"/>
                </a:lnTo>
                <a:lnTo>
                  <a:pt x="208" y="77"/>
                </a:lnTo>
                <a:lnTo>
                  <a:pt x="209" y="77"/>
                </a:lnTo>
                <a:lnTo>
                  <a:pt x="210" y="77"/>
                </a:lnTo>
                <a:lnTo>
                  <a:pt x="211" y="77"/>
                </a:lnTo>
                <a:lnTo>
                  <a:pt x="212" y="77"/>
                </a:lnTo>
                <a:lnTo>
                  <a:pt x="212" y="78"/>
                </a:lnTo>
                <a:lnTo>
                  <a:pt x="213" y="78"/>
                </a:lnTo>
                <a:lnTo>
                  <a:pt x="213" y="77"/>
                </a:lnTo>
                <a:lnTo>
                  <a:pt x="214" y="77"/>
                </a:lnTo>
                <a:lnTo>
                  <a:pt x="215" y="77"/>
                </a:lnTo>
                <a:lnTo>
                  <a:pt x="215" y="78"/>
                </a:lnTo>
                <a:lnTo>
                  <a:pt x="216" y="79"/>
                </a:lnTo>
                <a:lnTo>
                  <a:pt x="217" y="79"/>
                </a:lnTo>
                <a:lnTo>
                  <a:pt x="218" y="80"/>
                </a:lnTo>
                <a:lnTo>
                  <a:pt x="218" y="81"/>
                </a:lnTo>
                <a:lnTo>
                  <a:pt x="219" y="81"/>
                </a:lnTo>
                <a:lnTo>
                  <a:pt x="219" y="82"/>
                </a:lnTo>
                <a:lnTo>
                  <a:pt x="220" y="82"/>
                </a:lnTo>
                <a:lnTo>
                  <a:pt x="220" y="83"/>
                </a:lnTo>
                <a:lnTo>
                  <a:pt x="221" y="83"/>
                </a:lnTo>
                <a:lnTo>
                  <a:pt x="221" y="84"/>
                </a:lnTo>
                <a:lnTo>
                  <a:pt x="222" y="84"/>
                </a:lnTo>
                <a:lnTo>
                  <a:pt x="223" y="83"/>
                </a:lnTo>
                <a:lnTo>
                  <a:pt x="224" y="82"/>
                </a:lnTo>
                <a:lnTo>
                  <a:pt x="225" y="82"/>
                </a:lnTo>
                <a:lnTo>
                  <a:pt x="226" y="82"/>
                </a:lnTo>
                <a:lnTo>
                  <a:pt x="227" y="82"/>
                </a:lnTo>
                <a:lnTo>
                  <a:pt x="229" y="83"/>
                </a:lnTo>
                <a:lnTo>
                  <a:pt x="229" y="84"/>
                </a:lnTo>
                <a:lnTo>
                  <a:pt x="230" y="84"/>
                </a:lnTo>
                <a:lnTo>
                  <a:pt x="231" y="84"/>
                </a:lnTo>
                <a:lnTo>
                  <a:pt x="231" y="85"/>
                </a:lnTo>
                <a:lnTo>
                  <a:pt x="232" y="85"/>
                </a:lnTo>
                <a:lnTo>
                  <a:pt x="232" y="86"/>
                </a:lnTo>
                <a:lnTo>
                  <a:pt x="232" y="87"/>
                </a:lnTo>
                <a:lnTo>
                  <a:pt x="233" y="87"/>
                </a:lnTo>
                <a:lnTo>
                  <a:pt x="234" y="87"/>
                </a:lnTo>
                <a:lnTo>
                  <a:pt x="236" y="87"/>
                </a:lnTo>
                <a:lnTo>
                  <a:pt x="237" y="88"/>
                </a:lnTo>
                <a:lnTo>
                  <a:pt x="237" y="89"/>
                </a:lnTo>
                <a:lnTo>
                  <a:pt x="237" y="90"/>
                </a:lnTo>
                <a:lnTo>
                  <a:pt x="239" y="90"/>
                </a:lnTo>
                <a:lnTo>
                  <a:pt x="239" y="91"/>
                </a:lnTo>
                <a:lnTo>
                  <a:pt x="240" y="90"/>
                </a:lnTo>
                <a:lnTo>
                  <a:pt x="241" y="91"/>
                </a:lnTo>
                <a:lnTo>
                  <a:pt x="242" y="92"/>
                </a:lnTo>
                <a:lnTo>
                  <a:pt x="242" y="93"/>
                </a:lnTo>
                <a:lnTo>
                  <a:pt x="243" y="93"/>
                </a:lnTo>
                <a:lnTo>
                  <a:pt x="243" y="94"/>
                </a:lnTo>
                <a:lnTo>
                  <a:pt x="243" y="95"/>
                </a:lnTo>
                <a:lnTo>
                  <a:pt x="244" y="95"/>
                </a:lnTo>
                <a:lnTo>
                  <a:pt x="244" y="96"/>
                </a:lnTo>
                <a:lnTo>
                  <a:pt x="244" y="97"/>
                </a:lnTo>
                <a:lnTo>
                  <a:pt x="244" y="98"/>
                </a:lnTo>
                <a:lnTo>
                  <a:pt x="244" y="99"/>
                </a:lnTo>
                <a:lnTo>
                  <a:pt x="245" y="99"/>
                </a:lnTo>
                <a:lnTo>
                  <a:pt x="245" y="100"/>
                </a:lnTo>
                <a:lnTo>
                  <a:pt x="246" y="100"/>
                </a:lnTo>
                <a:lnTo>
                  <a:pt x="246" y="101"/>
                </a:lnTo>
                <a:lnTo>
                  <a:pt x="247" y="101"/>
                </a:lnTo>
                <a:lnTo>
                  <a:pt x="248" y="101"/>
                </a:lnTo>
                <a:lnTo>
                  <a:pt x="249" y="100"/>
                </a:lnTo>
                <a:lnTo>
                  <a:pt x="250" y="99"/>
                </a:lnTo>
                <a:lnTo>
                  <a:pt x="251" y="100"/>
                </a:lnTo>
                <a:lnTo>
                  <a:pt x="252" y="100"/>
                </a:lnTo>
                <a:lnTo>
                  <a:pt x="254" y="100"/>
                </a:lnTo>
                <a:lnTo>
                  <a:pt x="254" y="101"/>
                </a:lnTo>
                <a:lnTo>
                  <a:pt x="255" y="102"/>
                </a:lnTo>
                <a:lnTo>
                  <a:pt x="255" y="103"/>
                </a:lnTo>
                <a:lnTo>
                  <a:pt x="256" y="103"/>
                </a:lnTo>
                <a:lnTo>
                  <a:pt x="255" y="103"/>
                </a:lnTo>
                <a:lnTo>
                  <a:pt x="255" y="104"/>
                </a:lnTo>
                <a:lnTo>
                  <a:pt x="255" y="105"/>
                </a:lnTo>
                <a:lnTo>
                  <a:pt x="256" y="106"/>
                </a:lnTo>
                <a:lnTo>
                  <a:pt x="257" y="106"/>
                </a:lnTo>
                <a:lnTo>
                  <a:pt x="258" y="106"/>
                </a:lnTo>
                <a:lnTo>
                  <a:pt x="259" y="107"/>
                </a:lnTo>
                <a:lnTo>
                  <a:pt x="259" y="106"/>
                </a:lnTo>
                <a:lnTo>
                  <a:pt x="260" y="106"/>
                </a:lnTo>
                <a:lnTo>
                  <a:pt x="260" y="105"/>
                </a:lnTo>
                <a:lnTo>
                  <a:pt x="261" y="105"/>
                </a:lnTo>
                <a:lnTo>
                  <a:pt x="262" y="104"/>
                </a:lnTo>
                <a:lnTo>
                  <a:pt x="263" y="103"/>
                </a:lnTo>
                <a:lnTo>
                  <a:pt x="264" y="102"/>
                </a:lnTo>
                <a:lnTo>
                  <a:pt x="265" y="102"/>
                </a:lnTo>
                <a:lnTo>
                  <a:pt x="266" y="102"/>
                </a:lnTo>
                <a:lnTo>
                  <a:pt x="266" y="101"/>
                </a:lnTo>
                <a:lnTo>
                  <a:pt x="266" y="100"/>
                </a:lnTo>
                <a:lnTo>
                  <a:pt x="267" y="100"/>
                </a:lnTo>
                <a:lnTo>
                  <a:pt x="268" y="100"/>
                </a:lnTo>
                <a:lnTo>
                  <a:pt x="269" y="100"/>
                </a:lnTo>
                <a:lnTo>
                  <a:pt x="270" y="100"/>
                </a:lnTo>
                <a:lnTo>
                  <a:pt x="271" y="100"/>
                </a:lnTo>
                <a:lnTo>
                  <a:pt x="272" y="99"/>
                </a:lnTo>
                <a:lnTo>
                  <a:pt x="272" y="98"/>
                </a:lnTo>
                <a:lnTo>
                  <a:pt x="272" y="97"/>
                </a:lnTo>
                <a:lnTo>
                  <a:pt x="272" y="95"/>
                </a:lnTo>
                <a:lnTo>
                  <a:pt x="272" y="94"/>
                </a:lnTo>
                <a:lnTo>
                  <a:pt x="272" y="93"/>
                </a:lnTo>
                <a:lnTo>
                  <a:pt x="273" y="93"/>
                </a:lnTo>
                <a:lnTo>
                  <a:pt x="273" y="92"/>
                </a:lnTo>
                <a:lnTo>
                  <a:pt x="273" y="91"/>
                </a:lnTo>
                <a:lnTo>
                  <a:pt x="274" y="91"/>
                </a:lnTo>
                <a:lnTo>
                  <a:pt x="274" y="90"/>
                </a:lnTo>
                <a:lnTo>
                  <a:pt x="274" y="89"/>
                </a:lnTo>
                <a:lnTo>
                  <a:pt x="275" y="89"/>
                </a:lnTo>
                <a:lnTo>
                  <a:pt x="275" y="90"/>
                </a:lnTo>
                <a:lnTo>
                  <a:pt x="276" y="90"/>
                </a:lnTo>
                <a:lnTo>
                  <a:pt x="276" y="91"/>
                </a:lnTo>
                <a:lnTo>
                  <a:pt x="277" y="91"/>
                </a:lnTo>
                <a:lnTo>
                  <a:pt x="278" y="91"/>
                </a:lnTo>
                <a:lnTo>
                  <a:pt x="279" y="91"/>
                </a:lnTo>
                <a:lnTo>
                  <a:pt x="279" y="92"/>
                </a:lnTo>
                <a:lnTo>
                  <a:pt x="280" y="92"/>
                </a:lnTo>
                <a:lnTo>
                  <a:pt x="281" y="93"/>
                </a:lnTo>
                <a:lnTo>
                  <a:pt x="283" y="93"/>
                </a:lnTo>
                <a:lnTo>
                  <a:pt x="283" y="92"/>
                </a:lnTo>
                <a:lnTo>
                  <a:pt x="282" y="92"/>
                </a:lnTo>
                <a:lnTo>
                  <a:pt x="283" y="91"/>
                </a:lnTo>
                <a:lnTo>
                  <a:pt x="283" y="92"/>
                </a:lnTo>
                <a:lnTo>
                  <a:pt x="284" y="92"/>
                </a:lnTo>
                <a:lnTo>
                  <a:pt x="284" y="93"/>
                </a:lnTo>
                <a:lnTo>
                  <a:pt x="285" y="93"/>
                </a:lnTo>
                <a:lnTo>
                  <a:pt x="286" y="93"/>
                </a:lnTo>
                <a:lnTo>
                  <a:pt x="286" y="92"/>
                </a:lnTo>
                <a:lnTo>
                  <a:pt x="287" y="91"/>
                </a:lnTo>
                <a:lnTo>
                  <a:pt x="288" y="91"/>
                </a:lnTo>
                <a:lnTo>
                  <a:pt x="288" y="90"/>
                </a:lnTo>
                <a:lnTo>
                  <a:pt x="289" y="89"/>
                </a:lnTo>
                <a:lnTo>
                  <a:pt x="290" y="89"/>
                </a:lnTo>
                <a:lnTo>
                  <a:pt x="291" y="89"/>
                </a:lnTo>
                <a:lnTo>
                  <a:pt x="291" y="88"/>
                </a:lnTo>
                <a:lnTo>
                  <a:pt x="292" y="88"/>
                </a:lnTo>
                <a:lnTo>
                  <a:pt x="293" y="88"/>
                </a:lnTo>
                <a:lnTo>
                  <a:pt x="293" y="87"/>
                </a:lnTo>
                <a:lnTo>
                  <a:pt x="294" y="85"/>
                </a:lnTo>
                <a:lnTo>
                  <a:pt x="295" y="85"/>
                </a:lnTo>
                <a:lnTo>
                  <a:pt x="296" y="85"/>
                </a:lnTo>
                <a:lnTo>
                  <a:pt x="296" y="84"/>
                </a:lnTo>
                <a:lnTo>
                  <a:pt x="297" y="83"/>
                </a:lnTo>
                <a:lnTo>
                  <a:pt x="298" y="82"/>
                </a:lnTo>
                <a:lnTo>
                  <a:pt x="299" y="81"/>
                </a:lnTo>
                <a:lnTo>
                  <a:pt x="300" y="81"/>
                </a:lnTo>
                <a:lnTo>
                  <a:pt x="301" y="81"/>
                </a:lnTo>
                <a:lnTo>
                  <a:pt x="301" y="80"/>
                </a:lnTo>
                <a:lnTo>
                  <a:pt x="302" y="80"/>
                </a:lnTo>
                <a:lnTo>
                  <a:pt x="302" y="79"/>
                </a:lnTo>
                <a:lnTo>
                  <a:pt x="303" y="79"/>
                </a:lnTo>
                <a:lnTo>
                  <a:pt x="303" y="78"/>
                </a:lnTo>
                <a:lnTo>
                  <a:pt x="304" y="77"/>
                </a:lnTo>
                <a:lnTo>
                  <a:pt x="305" y="77"/>
                </a:lnTo>
                <a:lnTo>
                  <a:pt x="305" y="76"/>
                </a:lnTo>
                <a:lnTo>
                  <a:pt x="305" y="75"/>
                </a:lnTo>
                <a:lnTo>
                  <a:pt x="305" y="74"/>
                </a:lnTo>
                <a:lnTo>
                  <a:pt x="304" y="74"/>
                </a:lnTo>
                <a:lnTo>
                  <a:pt x="304" y="73"/>
                </a:lnTo>
                <a:lnTo>
                  <a:pt x="304" y="72"/>
                </a:lnTo>
                <a:lnTo>
                  <a:pt x="303" y="72"/>
                </a:lnTo>
                <a:lnTo>
                  <a:pt x="303" y="71"/>
                </a:lnTo>
                <a:lnTo>
                  <a:pt x="303" y="70"/>
                </a:lnTo>
                <a:lnTo>
                  <a:pt x="302" y="70"/>
                </a:lnTo>
                <a:lnTo>
                  <a:pt x="302" y="69"/>
                </a:lnTo>
                <a:lnTo>
                  <a:pt x="302" y="68"/>
                </a:lnTo>
                <a:lnTo>
                  <a:pt x="301" y="68"/>
                </a:lnTo>
                <a:lnTo>
                  <a:pt x="301" y="67"/>
                </a:lnTo>
                <a:lnTo>
                  <a:pt x="301" y="66"/>
                </a:lnTo>
                <a:lnTo>
                  <a:pt x="300" y="65"/>
                </a:lnTo>
                <a:lnTo>
                  <a:pt x="300" y="64"/>
                </a:lnTo>
                <a:lnTo>
                  <a:pt x="299" y="64"/>
                </a:lnTo>
                <a:lnTo>
                  <a:pt x="299" y="63"/>
                </a:lnTo>
                <a:lnTo>
                  <a:pt x="299" y="62"/>
                </a:lnTo>
                <a:lnTo>
                  <a:pt x="298" y="62"/>
                </a:lnTo>
                <a:lnTo>
                  <a:pt x="297" y="63"/>
                </a:lnTo>
                <a:lnTo>
                  <a:pt x="295" y="63"/>
                </a:lnTo>
                <a:lnTo>
                  <a:pt x="294" y="63"/>
                </a:lnTo>
                <a:lnTo>
                  <a:pt x="293" y="63"/>
                </a:lnTo>
                <a:lnTo>
                  <a:pt x="293" y="62"/>
                </a:lnTo>
                <a:lnTo>
                  <a:pt x="292" y="62"/>
                </a:lnTo>
                <a:lnTo>
                  <a:pt x="292" y="61"/>
                </a:lnTo>
                <a:lnTo>
                  <a:pt x="291" y="61"/>
                </a:lnTo>
                <a:lnTo>
                  <a:pt x="290" y="61"/>
                </a:lnTo>
                <a:lnTo>
                  <a:pt x="289" y="61"/>
                </a:lnTo>
                <a:lnTo>
                  <a:pt x="288" y="61"/>
                </a:lnTo>
                <a:lnTo>
                  <a:pt x="287" y="59"/>
                </a:lnTo>
                <a:lnTo>
                  <a:pt x="287" y="58"/>
                </a:lnTo>
                <a:lnTo>
                  <a:pt x="287" y="57"/>
                </a:lnTo>
                <a:lnTo>
                  <a:pt x="287" y="56"/>
                </a:lnTo>
                <a:lnTo>
                  <a:pt x="286" y="56"/>
                </a:lnTo>
                <a:lnTo>
                  <a:pt x="285" y="56"/>
                </a:lnTo>
                <a:lnTo>
                  <a:pt x="284" y="55"/>
                </a:lnTo>
                <a:lnTo>
                  <a:pt x="285" y="55"/>
                </a:lnTo>
                <a:lnTo>
                  <a:pt x="285" y="54"/>
                </a:lnTo>
                <a:lnTo>
                  <a:pt x="286" y="52"/>
                </a:lnTo>
                <a:lnTo>
                  <a:pt x="286" y="50"/>
                </a:lnTo>
                <a:lnTo>
                  <a:pt x="286" y="49"/>
                </a:lnTo>
                <a:lnTo>
                  <a:pt x="285" y="49"/>
                </a:lnTo>
                <a:lnTo>
                  <a:pt x="285" y="50"/>
                </a:lnTo>
                <a:lnTo>
                  <a:pt x="284" y="50"/>
                </a:lnTo>
                <a:lnTo>
                  <a:pt x="283" y="49"/>
                </a:lnTo>
                <a:lnTo>
                  <a:pt x="282" y="49"/>
                </a:lnTo>
                <a:lnTo>
                  <a:pt x="281" y="49"/>
                </a:lnTo>
                <a:lnTo>
                  <a:pt x="281" y="48"/>
                </a:lnTo>
                <a:lnTo>
                  <a:pt x="281" y="47"/>
                </a:lnTo>
                <a:lnTo>
                  <a:pt x="280" y="47"/>
                </a:lnTo>
                <a:lnTo>
                  <a:pt x="279" y="47"/>
                </a:lnTo>
                <a:lnTo>
                  <a:pt x="279" y="46"/>
                </a:lnTo>
                <a:lnTo>
                  <a:pt x="280" y="45"/>
                </a:lnTo>
                <a:lnTo>
                  <a:pt x="280" y="44"/>
                </a:lnTo>
                <a:lnTo>
                  <a:pt x="280" y="43"/>
                </a:lnTo>
                <a:lnTo>
                  <a:pt x="279" y="43"/>
                </a:lnTo>
                <a:lnTo>
                  <a:pt x="279" y="42"/>
                </a:lnTo>
                <a:lnTo>
                  <a:pt x="279" y="41"/>
                </a:lnTo>
                <a:lnTo>
                  <a:pt x="280" y="40"/>
                </a:lnTo>
                <a:lnTo>
                  <a:pt x="281" y="40"/>
                </a:lnTo>
                <a:lnTo>
                  <a:pt x="281" y="39"/>
                </a:lnTo>
                <a:lnTo>
                  <a:pt x="280" y="39"/>
                </a:lnTo>
                <a:lnTo>
                  <a:pt x="280" y="38"/>
                </a:lnTo>
                <a:lnTo>
                  <a:pt x="280" y="37"/>
                </a:lnTo>
                <a:lnTo>
                  <a:pt x="281" y="37"/>
                </a:lnTo>
                <a:lnTo>
                  <a:pt x="282" y="37"/>
                </a:lnTo>
                <a:lnTo>
                  <a:pt x="282" y="36"/>
                </a:lnTo>
                <a:lnTo>
                  <a:pt x="282" y="35"/>
                </a:lnTo>
                <a:lnTo>
                  <a:pt x="283" y="35"/>
                </a:lnTo>
                <a:lnTo>
                  <a:pt x="283" y="34"/>
                </a:lnTo>
                <a:lnTo>
                  <a:pt x="284" y="34"/>
                </a:lnTo>
                <a:lnTo>
                  <a:pt x="285" y="34"/>
                </a:lnTo>
                <a:lnTo>
                  <a:pt x="286" y="34"/>
                </a:lnTo>
                <a:lnTo>
                  <a:pt x="286" y="33"/>
                </a:lnTo>
                <a:lnTo>
                  <a:pt x="287" y="33"/>
                </a:lnTo>
                <a:lnTo>
                  <a:pt x="287" y="32"/>
                </a:lnTo>
                <a:lnTo>
                  <a:pt x="288" y="32"/>
                </a:lnTo>
                <a:lnTo>
                  <a:pt x="287" y="32"/>
                </a:lnTo>
                <a:lnTo>
                  <a:pt x="287" y="31"/>
                </a:lnTo>
                <a:lnTo>
                  <a:pt x="287" y="32"/>
                </a:lnTo>
                <a:lnTo>
                  <a:pt x="286" y="32"/>
                </a:lnTo>
                <a:lnTo>
                  <a:pt x="286" y="31"/>
                </a:lnTo>
                <a:lnTo>
                  <a:pt x="286" y="30"/>
                </a:lnTo>
                <a:lnTo>
                  <a:pt x="286" y="29"/>
                </a:lnTo>
                <a:lnTo>
                  <a:pt x="285" y="29"/>
                </a:lnTo>
                <a:lnTo>
                  <a:pt x="284" y="29"/>
                </a:lnTo>
                <a:lnTo>
                  <a:pt x="283" y="29"/>
                </a:lnTo>
                <a:lnTo>
                  <a:pt x="282" y="29"/>
                </a:lnTo>
                <a:lnTo>
                  <a:pt x="281" y="29"/>
                </a:lnTo>
                <a:lnTo>
                  <a:pt x="280" y="29"/>
                </a:lnTo>
                <a:lnTo>
                  <a:pt x="279" y="28"/>
                </a:lnTo>
                <a:lnTo>
                  <a:pt x="278" y="28"/>
                </a:lnTo>
                <a:lnTo>
                  <a:pt x="277" y="28"/>
                </a:lnTo>
                <a:lnTo>
                  <a:pt x="276" y="27"/>
                </a:lnTo>
                <a:lnTo>
                  <a:pt x="276" y="26"/>
                </a:lnTo>
                <a:lnTo>
                  <a:pt x="276" y="25"/>
                </a:lnTo>
                <a:lnTo>
                  <a:pt x="277" y="25"/>
                </a:lnTo>
                <a:lnTo>
                  <a:pt x="277" y="24"/>
                </a:lnTo>
                <a:lnTo>
                  <a:pt x="277" y="23"/>
                </a:lnTo>
                <a:lnTo>
                  <a:pt x="276" y="23"/>
                </a:lnTo>
                <a:lnTo>
                  <a:pt x="276" y="22"/>
                </a:lnTo>
                <a:lnTo>
                  <a:pt x="276" y="21"/>
                </a:lnTo>
                <a:lnTo>
                  <a:pt x="276" y="20"/>
                </a:lnTo>
                <a:lnTo>
                  <a:pt x="277" y="20"/>
                </a:lnTo>
                <a:lnTo>
                  <a:pt x="276" y="19"/>
                </a:lnTo>
                <a:lnTo>
                  <a:pt x="276" y="18"/>
                </a:lnTo>
                <a:lnTo>
                  <a:pt x="276" y="19"/>
                </a:lnTo>
                <a:lnTo>
                  <a:pt x="277" y="19"/>
                </a:lnTo>
                <a:lnTo>
                  <a:pt x="278" y="20"/>
                </a:lnTo>
                <a:lnTo>
                  <a:pt x="278" y="19"/>
                </a:lnTo>
                <a:lnTo>
                  <a:pt x="279" y="19"/>
                </a:lnTo>
                <a:lnTo>
                  <a:pt x="280" y="18"/>
                </a:lnTo>
                <a:lnTo>
                  <a:pt x="281" y="17"/>
                </a:lnTo>
                <a:lnTo>
                  <a:pt x="282" y="17"/>
                </a:lnTo>
                <a:lnTo>
                  <a:pt x="282" y="16"/>
                </a:lnTo>
                <a:lnTo>
                  <a:pt x="283" y="16"/>
                </a:lnTo>
                <a:lnTo>
                  <a:pt x="283" y="17"/>
                </a:lnTo>
                <a:lnTo>
                  <a:pt x="284" y="17"/>
                </a:lnTo>
                <a:lnTo>
                  <a:pt x="285" y="18"/>
                </a:lnTo>
                <a:lnTo>
                  <a:pt x="286" y="18"/>
                </a:lnTo>
                <a:lnTo>
                  <a:pt x="287" y="17"/>
                </a:lnTo>
                <a:lnTo>
                  <a:pt x="288" y="17"/>
                </a:lnTo>
                <a:lnTo>
                  <a:pt x="288" y="18"/>
                </a:lnTo>
                <a:lnTo>
                  <a:pt x="289" y="18"/>
                </a:lnTo>
                <a:lnTo>
                  <a:pt x="289" y="17"/>
                </a:lnTo>
                <a:lnTo>
                  <a:pt x="290" y="17"/>
                </a:lnTo>
                <a:lnTo>
                  <a:pt x="291" y="17"/>
                </a:lnTo>
                <a:lnTo>
                  <a:pt x="292" y="17"/>
                </a:lnTo>
                <a:lnTo>
                  <a:pt x="293" y="17"/>
                </a:lnTo>
                <a:lnTo>
                  <a:pt x="293" y="18"/>
                </a:lnTo>
                <a:lnTo>
                  <a:pt x="294" y="17"/>
                </a:lnTo>
                <a:lnTo>
                  <a:pt x="295" y="17"/>
                </a:lnTo>
                <a:lnTo>
                  <a:pt x="296" y="17"/>
                </a:lnTo>
                <a:lnTo>
                  <a:pt x="296" y="16"/>
                </a:lnTo>
                <a:lnTo>
                  <a:pt x="297" y="16"/>
                </a:lnTo>
                <a:lnTo>
                  <a:pt x="298" y="16"/>
                </a:lnTo>
                <a:lnTo>
                  <a:pt x="299" y="16"/>
                </a:lnTo>
                <a:lnTo>
                  <a:pt x="299" y="15"/>
                </a:lnTo>
                <a:lnTo>
                  <a:pt x="300" y="14"/>
                </a:lnTo>
                <a:lnTo>
                  <a:pt x="301" y="13"/>
                </a:lnTo>
                <a:lnTo>
                  <a:pt x="302" y="13"/>
                </a:lnTo>
                <a:lnTo>
                  <a:pt x="302" y="12"/>
                </a:lnTo>
                <a:lnTo>
                  <a:pt x="303" y="12"/>
                </a:lnTo>
                <a:lnTo>
                  <a:pt x="304" y="12"/>
                </a:lnTo>
                <a:lnTo>
                  <a:pt x="304" y="13"/>
                </a:lnTo>
                <a:lnTo>
                  <a:pt x="305" y="14"/>
                </a:lnTo>
                <a:lnTo>
                  <a:pt x="306" y="14"/>
                </a:lnTo>
                <a:lnTo>
                  <a:pt x="307" y="15"/>
                </a:lnTo>
                <a:lnTo>
                  <a:pt x="308" y="15"/>
                </a:lnTo>
                <a:lnTo>
                  <a:pt x="309" y="15"/>
                </a:lnTo>
                <a:lnTo>
                  <a:pt x="309" y="16"/>
                </a:lnTo>
                <a:lnTo>
                  <a:pt x="309" y="17"/>
                </a:lnTo>
                <a:lnTo>
                  <a:pt x="309" y="18"/>
                </a:lnTo>
                <a:lnTo>
                  <a:pt x="309" y="19"/>
                </a:lnTo>
                <a:lnTo>
                  <a:pt x="310" y="19"/>
                </a:lnTo>
                <a:lnTo>
                  <a:pt x="311" y="19"/>
                </a:lnTo>
                <a:lnTo>
                  <a:pt x="311" y="20"/>
                </a:lnTo>
                <a:lnTo>
                  <a:pt x="312" y="20"/>
                </a:lnTo>
                <a:lnTo>
                  <a:pt x="312" y="21"/>
                </a:lnTo>
                <a:lnTo>
                  <a:pt x="313" y="21"/>
                </a:lnTo>
                <a:lnTo>
                  <a:pt x="314" y="21"/>
                </a:lnTo>
                <a:lnTo>
                  <a:pt x="315" y="21"/>
                </a:lnTo>
                <a:lnTo>
                  <a:pt x="315" y="20"/>
                </a:lnTo>
                <a:lnTo>
                  <a:pt x="316" y="19"/>
                </a:lnTo>
                <a:lnTo>
                  <a:pt x="317" y="19"/>
                </a:lnTo>
                <a:lnTo>
                  <a:pt x="318" y="19"/>
                </a:lnTo>
                <a:lnTo>
                  <a:pt x="319" y="19"/>
                </a:lnTo>
                <a:lnTo>
                  <a:pt x="320" y="18"/>
                </a:lnTo>
                <a:lnTo>
                  <a:pt x="321" y="18"/>
                </a:lnTo>
                <a:lnTo>
                  <a:pt x="321" y="17"/>
                </a:lnTo>
                <a:lnTo>
                  <a:pt x="321" y="16"/>
                </a:lnTo>
                <a:lnTo>
                  <a:pt x="321" y="15"/>
                </a:lnTo>
                <a:lnTo>
                  <a:pt x="321" y="13"/>
                </a:lnTo>
                <a:lnTo>
                  <a:pt x="321" y="12"/>
                </a:lnTo>
                <a:lnTo>
                  <a:pt x="321" y="11"/>
                </a:lnTo>
                <a:lnTo>
                  <a:pt x="321" y="10"/>
                </a:lnTo>
                <a:lnTo>
                  <a:pt x="320" y="10"/>
                </a:lnTo>
                <a:lnTo>
                  <a:pt x="320" y="8"/>
                </a:lnTo>
                <a:lnTo>
                  <a:pt x="320" y="7"/>
                </a:lnTo>
                <a:lnTo>
                  <a:pt x="320" y="6"/>
                </a:lnTo>
                <a:lnTo>
                  <a:pt x="320" y="5"/>
                </a:lnTo>
                <a:lnTo>
                  <a:pt x="319" y="5"/>
                </a:lnTo>
                <a:lnTo>
                  <a:pt x="319" y="4"/>
                </a:lnTo>
                <a:lnTo>
                  <a:pt x="320" y="4"/>
                </a:lnTo>
                <a:lnTo>
                  <a:pt x="321" y="3"/>
                </a:lnTo>
                <a:lnTo>
                  <a:pt x="322" y="3"/>
                </a:lnTo>
                <a:lnTo>
                  <a:pt x="323" y="3"/>
                </a:lnTo>
                <a:lnTo>
                  <a:pt x="323" y="2"/>
                </a:lnTo>
                <a:lnTo>
                  <a:pt x="323" y="3"/>
                </a:lnTo>
                <a:lnTo>
                  <a:pt x="324" y="3"/>
                </a:lnTo>
                <a:lnTo>
                  <a:pt x="325" y="2"/>
                </a:lnTo>
                <a:lnTo>
                  <a:pt x="326" y="2"/>
                </a:lnTo>
                <a:lnTo>
                  <a:pt x="327" y="3"/>
                </a:lnTo>
                <a:lnTo>
                  <a:pt x="328" y="3"/>
                </a:lnTo>
                <a:lnTo>
                  <a:pt x="329" y="3"/>
                </a:lnTo>
                <a:lnTo>
                  <a:pt x="330" y="3"/>
                </a:lnTo>
                <a:lnTo>
                  <a:pt x="330" y="2"/>
                </a:lnTo>
                <a:lnTo>
                  <a:pt x="331" y="1"/>
                </a:lnTo>
                <a:lnTo>
                  <a:pt x="330" y="1"/>
                </a:lnTo>
                <a:lnTo>
                  <a:pt x="331" y="1"/>
                </a:lnTo>
                <a:lnTo>
                  <a:pt x="332" y="1"/>
                </a:lnTo>
                <a:lnTo>
                  <a:pt x="334" y="1"/>
                </a:lnTo>
                <a:lnTo>
                  <a:pt x="335" y="2"/>
                </a:lnTo>
                <a:lnTo>
                  <a:pt x="335" y="1"/>
                </a:lnTo>
                <a:lnTo>
                  <a:pt x="336" y="1"/>
                </a:lnTo>
                <a:lnTo>
                  <a:pt x="337" y="1"/>
                </a:lnTo>
                <a:lnTo>
                  <a:pt x="337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8" name=""/>
          <p:cNvSpPr/>
          <p:nvPr/>
        </p:nvSpPr>
        <p:spPr>
          <a:xfrm>
            <a:off x="7850520" y="276732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6" y="5"/>
                </a:moveTo>
                <a:lnTo>
                  <a:pt x="5" y="7"/>
                </a:lnTo>
                <a:lnTo>
                  <a:pt x="3" y="10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3" y="6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2"/>
                </a:lnTo>
                <a:lnTo>
                  <a:pt x="7" y="2"/>
                </a:lnTo>
                <a:lnTo>
                  <a:pt x="6" y="3"/>
                </a:lnTo>
                <a:lnTo>
                  <a:pt x="6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9" name=""/>
          <p:cNvSpPr/>
          <p:nvPr/>
        </p:nvSpPr>
        <p:spPr>
          <a:xfrm>
            <a:off x="7849080" y="2755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3"/>
                </a:move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0" name=""/>
          <p:cNvSpPr/>
          <p:nvPr/>
        </p:nvSpPr>
        <p:spPr>
          <a:xfrm>
            <a:off x="7839000" y="27511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0"/>
                </a:moveTo>
                <a:lnTo>
                  <a:pt x="3" y="1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1" name=""/>
          <p:cNvSpPr/>
          <p:nvPr/>
        </p:nvSpPr>
        <p:spPr>
          <a:xfrm>
            <a:off x="7834320" y="274608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1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2" name=""/>
          <p:cNvSpPr/>
          <p:nvPr/>
        </p:nvSpPr>
        <p:spPr>
          <a:xfrm>
            <a:off x="7838280" y="274428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6" y="1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6" y="7"/>
                </a:ln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3" name=""/>
          <p:cNvSpPr/>
          <p:nvPr/>
        </p:nvSpPr>
        <p:spPr>
          <a:xfrm>
            <a:off x="7791480" y="2740320"/>
            <a:ext cx="1440" cy="2880"/>
          </a:xfrm>
          <a:custGeom>
            <a:avLst/>
            <a:gdLst/>
            <a:ahLst/>
            <a:rect l="0" t="0" r="r" b="b"/>
            <a:pathLst>
              <a:path w="4" h="8">
                <a:moveTo>
                  <a:pt x="3" y="2"/>
                </a:move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3" y="6"/>
                </a:lnTo>
                <a:lnTo>
                  <a:pt x="3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4" name=""/>
          <p:cNvSpPr/>
          <p:nvPr/>
        </p:nvSpPr>
        <p:spPr>
          <a:xfrm>
            <a:off x="7847640" y="2726280"/>
            <a:ext cx="6840" cy="6480"/>
          </a:xfrm>
          <a:custGeom>
            <a:avLst/>
            <a:gdLst/>
            <a:ahLst/>
            <a:rect l="0" t="0" r="r" b="b"/>
            <a:pathLst>
              <a:path w="19" h="18">
                <a:moveTo>
                  <a:pt x="10" y="0"/>
                </a:moveTo>
                <a:lnTo>
                  <a:pt x="11" y="0"/>
                </a:lnTo>
                <a:lnTo>
                  <a:pt x="11" y="1"/>
                </a:lnTo>
                <a:lnTo>
                  <a:pt x="12" y="1"/>
                </a:lnTo>
                <a:lnTo>
                  <a:pt x="13" y="2"/>
                </a:lnTo>
                <a:lnTo>
                  <a:pt x="13" y="1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4"/>
                </a:lnTo>
                <a:lnTo>
                  <a:pt x="19" y="2"/>
                </a:lnTo>
                <a:lnTo>
                  <a:pt x="19" y="4"/>
                </a:lnTo>
                <a:lnTo>
                  <a:pt x="19" y="5"/>
                </a:lnTo>
                <a:lnTo>
                  <a:pt x="17" y="5"/>
                </a:lnTo>
                <a:lnTo>
                  <a:pt x="17" y="6"/>
                </a:lnTo>
                <a:lnTo>
                  <a:pt x="19" y="6"/>
                </a:lnTo>
                <a:lnTo>
                  <a:pt x="19" y="7"/>
                </a:lnTo>
                <a:lnTo>
                  <a:pt x="17" y="7"/>
                </a:lnTo>
                <a:lnTo>
                  <a:pt x="17" y="8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6" y="10"/>
                </a:lnTo>
                <a:lnTo>
                  <a:pt x="15" y="11"/>
                </a:lnTo>
                <a:lnTo>
                  <a:pt x="15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6"/>
                </a:lnTo>
                <a:lnTo>
                  <a:pt x="13" y="16"/>
                </a:lnTo>
                <a:lnTo>
                  <a:pt x="12" y="16"/>
                </a:lnTo>
                <a:lnTo>
                  <a:pt x="13" y="16"/>
                </a:lnTo>
                <a:lnTo>
                  <a:pt x="13" y="17"/>
                </a:lnTo>
                <a:lnTo>
                  <a:pt x="12" y="17"/>
                </a:lnTo>
                <a:lnTo>
                  <a:pt x="11" y="17"/>
                </a:lnTo>
                <a:lnTo>
                  <a:pt x="10" y="17"/>
                </a:lnTo>
                <a:lnTo>
                  <a:pt x="10" y="18"/>
                </a:lnTo>
                <a:lnTo>
                  <a:pt x="9" y="18"/>
                </a:lnTo>
                <a:lnTo>
                  <a:pt x="8" y="18"/>
                </a:lnTo>
                <a:lnTo>
                  <a:pt x="9" y="18"/>
                </a:lnTo>
                <a:lnTo>
                  <a:pt x="8" y="17"/>
                </a:lnTo>
                <a:lnTo>
                  <a:pt x="7" y="17"/>
                </a:lnTo>
                <a:lnTo>
                  <a:pt x="6" y="17"/>
                </a:lnTo>
                <a:lnTo>
                  <a:pt x="5" y="17"/>
                </a:lnTo>
                <a:lnTo>
                  <a:pt x="4" y="17"/>
                </a:lnTo>
                <a:lnTo>
                  <a:pt x="4" y="16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3" y="15"/>
                </a:lnTo>
                <a:lnTo>
                  <a:pt x="3" y="14"/>
                </a:lnTo>
                <a:lnTo>
                  <a:pt x="4" y="14"/>
                </a:lnTo>
                <a:lnTo>
                  <a:pt x="4" y="15"/>
                </a:lnTo>
                <a:lnTo>
                  <a:pt x="4" y="16"/>
                </a:lnTo>
                <a:lnTo>
                  <a:pt x="4" y="15"/>
                </a:lnTo>
                <a:lnTo>
                  <a:pt x="4" y="14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2" y="12"/>
                </a:lnTo>
                <a:lnTo>
                  <a:pt x="2" y="11"/>
                </a:lnTo>
                <a:lnTo>
                  <a:pt x="0" y="11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8"/>
                </a:lnTo>
                <a:lnTo>
                  <a:pt x="5" y="7"/>
                </a:lnTo>
                <a:lnTo>
                  <a:pt x="5" y="6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7" y="2"/>
                </a:lnTo>
                <a:lnTo>
                  <a:pt x="8" y="2"/>
                </a:lnTo>
                <a:lnTo>
                  <a:pt x="8" y="4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9" y="2"/>
                </a:lnTo>
                <a:lnTo>
                  <a:pt x="8" y="2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5" name=""/>
          <p:cNvSpPr/>
          <p:nvPr/>
        </p:nvSpPr>
        <p:spPr>
          <a:xfrm>
            <a:off x="7842960" y="2728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6" name=""/>
          <p:cNvSpPr/>
          <p:nvPr/>
        </p:nvSpPr>
        <p:spPr>
          <a:xfrm>
            <a:off x="7823160" y="2725200"/>
            <a:ext cx="3960" cy="3600"/>
          </a:xfrm>
          <a:custGeom>
            <a:avLst/>
            <a:gdLst/>
            <a:ahLst/>
            <a:rect l="0" t="0" r="r" b="b"/>
            <a:pathLst>
              <a:path w="11" h="10">
                <a:moveTo>
                  <a:pt x="11" y="5"/>
                </a:moveTo>
                <a:lnTo>
                  <a:pt x="11" y="6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3" y="10"/>
                </a:lnTo>
                <a:lnTo>
                  <a:pt x="2" y="10"/>
                </a:lnTo>
                <a:lnTo>
                  <a:pt x="0" y="10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3"/>
                </a:lnTo>
                <a:lnTo>
                  <a:pt x="7" y="3"/>
                </a:lnTo>
                <a:lnTo>
                  <a:pt x="9" y="3"/>
                </a:lnTo>
                <a:lnTo>
                  <a:pt x="11" y="3"/>
                </a:lnTo>
                <a:lnTo>
                  <a:pt x="11" y="4"/>
                </a:lnTo>
                <a:lnTo>
                  <a:pt x="11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7" name=""/>
          <p:cNvSpPr/>
          <p:nvPr/>
        </p:nvSpPr>
        <p:spPr>
          <a:xfrm>
            <a:off x="7826760" y="2716560"/>
            <a:ext cx="20880" cy="12240"/>
          </a:xfrm>
          <a:custGeom>
            <a:avLst/>
            <a:gdLst/>
            <a:ahLst/>
            <a:rect l="0" t="0" r="r" b="b"/>
            <a:pathLst>
              <a:path w="58" h="34">
                <a:moveTo>
                  <a:pt x="32" y="7"/>
                </a:moveTo>
                <a:lnTo>
                  <a:pt x="33" y="7"/>
                </a:lnTo>
                <a:lnTo>
                  <a:pt x="34" y="8"/>
                </a:lnTo>
                <a:lnTo>
                  <a:pt x="35" y="8"/>
                </a:lnTo>
                <a:lnTo>
                  <a:pt x="36" y="8"/>
                </a:lnTo>
                <a:lnTo>
                  <a:pt x="37" y="7"/>
                </a:lnTo>
                <a:lnTo>
                  <a:pt x="38" y="7"/>
                </a:lnTo>
                <a:lnTo>
                  <a:pt x="39" y="7"/>
                </a:lnTo>
                <a:lnTo>
                  <a:pt x="40" y="7"/>
                </a:lnTo>
                <a:lnTo>
                  <a:pt x="41" y="7"/>
                </a:lnTo>
                <a:lnTo>
                  <a:pt x="42" y="7"/>
                </a:lnTo>
                <a:lnTo>
                  <a:pt x="44" y="6"/>
                </a:lnTo>
                <a:lnTo>
                  <a:pt x="44" y="5"/>
                </a:lnTo>
                <a:lnTo>
                  <a:pt x="46" y="4"/>
                </a:lnTo>
                <a:lnTo>
                  <a:pt x="48" y="3"/>
                </a:lnTo>
                <a:lnTo>
                  <a:pt x="50" y="2"/>
                </a:lnTo>
                <a:lnTo>
                  <a:pt x="51" y="2"/>
                </a:lnTo>
                <a:lnTo>
                  <a:pt x="52" y="2"/>
                </a:lnTo>
                <a:lnTo>
                  <a:pt x="53" y="3"/>
                </a:lnTo>
                <a:lnTo>
                  <a:pt x="54" y="3"/>
                </a:lnTo>
                <a:lnTo>
                  <a:pt x="54" y="4"/>
                </a:lnTo>
                <a:lnTo>
                  <a:pt x="55" y="4"/>
                </a:lnTo>
                <a:lnTo>
                  <a:pt x="56" y="4"/>
                </a:lnTo>
                <a:lnTo>
                  <a:pt x="57" y="4"/>
                </a:lnTo>
                <a:lnTo>
                  <a:pt x="57" y="5"/>
                </a:lnTo>
                <a:lnTo>
                  <a:pt x="58" y="5"/>
                </a:lnTo>
                <a:lnTo>
                  <a:pt x="58" y="6"/>
                </a:lnTo>
                <a:lnTo>
                  <a:pt x="58" y="7"/>
                </a:lnTo>
                <a:lnTo>
                  <a:pt x="58" y="8"/>
                </a:lnTo>
                <a:lnTo>
                  <a:pt x="57" y="10"/>
                </a:lnTo>
                <a:lnTo>
                  <a:pt x="57" y="11"/>
                </a:lnTo>
                <a:lnTo>
                  <a:pt x="57" y="12"/>
                </a:lnTo>
                <a:lnTo>
                  <a:pt x="56" y="12"/>
                </a:lnTo>
                <a:lnTo>
                  <a:pt x="56" y="13"/>
                </a:lnTo>
                <a:lnTo>
                  <a:pt x="56" y="14"/>
                </a:lnTo>
                <a:lnTo>
                  <a:pt x="56" y="15"/>
                </a:lnTo>
                <a:lnTo>
                  <a:pt x="55" y="17"/>
                </a:lnTo>
                <a:lnTo>
                  <a:pt x="55" y="19"/>
                </a:lnTo>
                <a:lnTo>
                  <a:pt x="54" y="21"/>
                </a:lnTo>
                <a:lnTo>
                  <a:pt x="54" y="23"/>
                </a:lnTo>
                <a:lnTo>
                  <a:pt x="54" y="25"/>
                </a:lnTo>
                <a:lnTo>
                  <a:pt x="54" y="27"/>
                </a:lnTo>
                <a:lnTo>
                  <a:pt x="55" y="28"/>
                </a:lnTo>
                <a:lnTo>
                  <a:pt x="55" y="29"/>
                </a:lnTo>
                <a:lnTo>
                  <a:pt x="55" y="30"/>
                </a:lnTo>
                <a:lnTo>
                  <a:pt x="55" y="31"/>
                </a:lnTo>
                <a:lnTo>
                  <a:pt x="55" y="32"/>
                </a:lnTo>
                <a:lnTo>
                  <a:pt x="55" y="33"/>
                </a:lnTo>
                <a:lnTo>
                  <a:pt x="54" y="34"/>
                </a:lnTo>
                <a:lnTo>
                  <a:pt x="53" y="34"/>
                </a:lnTo>
                <a:lnTo>
                  <a:pt x="52" y="34"/>
                </a:lnTo>
                <a:lnTo>
                  <a:pt x="51" y="34"/>
                </a:lnTo>
                <a:lnTo>
                  <a:pt x="50" y="34"/>
                </a:lnTo>
                <a:lnTo>
                  <a:pt x="50" y="33"/>
                </a:lnTo>
                <a:lnTo>
                  <a:pt x="50" y="32"/>
                </a:lnTo>
                <a:lnTo>
                  <a:pt x="50" y="31"/>
                </a:lnTo>
                <a:lnTo>
                  <a:pt x="49" y="31"/>
                </a:lnTo>
                <a:lnTo>
                  <a:pt x="49" y="30"/>
                </a:lnTo>
                <a:lnTo>
                  <a:pt x="49" y="29"/>
                </a:lnTo>
                <a:lnTo>
                  <a:pt x="50" y="28"/>
                </a:lnTo>
                <a:lnTo>
                  <a:pt x="50" y="27"/>
                </a:lnTo>
                <a:lnTo>
                  <a:pt x="49" y="27"/>
                </a:lnTo>
                <a:lnTo>
                  <a:pt x="48" y="27"/>
                </a:lnTo>
                <a:lnTo>
                  <a:pt x="47" y="27"/>
                </a:lnTo>
                <a:lnTo>
                  <a:pt x="47" y="26"/>
                </a:lnTo>
                <a:lnTo>
                  <a:pt x="46" y="25"/>
                </a:lnTo>
                <a:lnTo>
                  <a:pt x="46" y="24"/>
                </a:lnTo>
                <a:lnTo>
                  <a:pt x="45" y="24"/>
                </a:lnTo>
                <a:lnTo>
                  <a:pt x="44" y="21"/>
                </a:lnTo>
                <a:lnTo>
                  <a:pt x="43" y="20"/>
                </a:lnTo>
                <a:lnTo>
                  <a:pt x="43" y="19"/>
                </a:lnTo>
                <a:lnTo>
                  <a:pt x="42" y="19"/>
                </a:lnTo>
                <a:lnTo>
                  <a:pt x="41" y="19"/>
                </a:lnTo>
                <a:lnTo>
                  <a:pt x="40" y="19"/>
                </a:lnTo>
                <a:lnTo>
                  <a:pt x="38" y="19"/>
                </a:lnTo>
                <a:lnTo>
                  <a:pt x="37" y="19"/>
                </a:lnTo>
                <a:lnTo>
                  <a:pt x="36" y="19"/>
                </a:lnTo>
                <a:lnTo>
                  <a:pt x="35" y="19"/>
                </a:lnTo>
                <a:lnTo>
                  <a:pt x="34" y="19"/>
                </a:lnTo>
                <a:lnTo>
                  <a:pt x="33" y="19"/>
                </a:lnTo>
                <a:lnTo>
                  <a:pt x="33" y="18"/>
                </a:lnTo>
                <a:lnTo>
                  <a:pt x="32" y="18"/>
                </a:lnTo>
                <a:lnTo>
                  <a:pt x="31" y="18"/>
                </a:lnTo>
                <a:lnTo>
                  <a:pt x="30" y="18"/>
                </a:lnTo>
                <a:lnTo>
                  <a:pt x="30" y="19"/>
                </a:lnTo>
                <a:lnTo>
                  <a:pt x="29" y="19"/>
                </a:lnTo>
                <a:lnTo>
                  <a:pt x="28" y="20"/>
                </a:lnTo>
                <a:lnTo>
                  <a:pt x="27" y="20"/>
                </a:lnTo>
                <a:lnTo>
                  <a:pt x="26" y="20"/>
                </a:lnTo>
                <a:lnTo>
                  <a:pt x="25" y="20"/>
                </a:lnTo>
                <a:lnTo>
                  <a:pt x="24" y="20"/>
                </a:lnTo>
                <a:lnTo>
                  <a:pt x="23" y="20"/>
                </a:lnTo>
                <a:lnTo>
                  <a:pt x="21" y="20"/>
                </a:lnTo>
                <a:lnTo>
                  <a:pt x="20" y="20"/>
                </a:lnTo>
                <a:lnTo>
                  <a:pt x="19" y="20"/>
                </a:lnTo>
                <a:lnTo>
                  <a:pt x="18" y="21"/>
                </a:lnTo>
                <a:lnTo>
                  <a:pt x="17" y="21"/>
                </a:lnTo>
                <a:lnTo>
                  <a:pt x="16" y="23"/>
                </a:lnTo>
                <a:lnTo>
                  <a:pt x="14" y="24"/>
                </a:lnTo>
                <a:lnTo>
                  <a:pt x="13" y="25"/>
                </a:lnTo>
                <a:lnTo>
                  <a:pt x="12" y="25"/>
                </a:lnTo>
                <a:lnTo>
                  <a:pt x="11" y="26"/>
                </a:lnTo>
                <a:lnTo>
                  <a:pt x="10" y="26"/>
                </a:lnTo>
                <a:lnTo>
                  <a:pt x="10" y="27"/>
                </a:lnTo>
                <a:lnTo>
                  <a:pt x="9" y="27"/>
                </a:lnTo>
                <a:lnTo>
                  <a:pt x="8" y="27"/>
                </a:lnTo>
                <a:lnTo>
                  <a:pt x="7" y="28"/>
                </a:lnTo>
                <a:lnTo>
                  <a:pt x="6" y="28"/>
                </a:lnTo>
                <a:lnTo>
                  <a:pt x="5" y="28"/>
                </a:lnTo>
                <a:lnTo>
                  <a:pt x="4" y="28"/>
                </a:lnTo>
                <a:lnTo>
                  <a:pt x="2" y="29"/>
                </a:lnTo>
                <a:lnTo>
                  <a:pt x="1" y="29"/>
                </a:lnTo>
                <a:lnTo>
                  <a:pt x="1" y="30"/>
                </a:lnTo>
                <a:lnTo>
                  <a:pt x="0" y="30"/>
                </a:lnTo>
                <a:lnTo>
                  <a:pt x="0" y="28"/>
                </a:lnTo>
                <a:lnTo>
                  <a:pt x="1" y="28"/>
                </a:lnTo>
                <a:lnTo>
                  <a:pt x="1" y="27"/>
                </a:lnTo>
                <a:lnTo>
                  <a:pt x="1" y="28"/>
                </a:lnTo>
                <a:lnTo>
                  <a:pt x="1" y="27"/>
                </a:lnTo>
                <a:lnTo>
                  <a:pt x="1" y="26"/>
                </a:lnTo>
                <a:lnTo>
                  <a:pt x="2" y="25"/>
                </a:lnTo>
                <a:lnTo>
                  <a:pt x="3" y="23"/>
                </a:lnTo>
                <a:lnTo>
                  <a:pt x="4" y="21"/>
                </a:lnTo>
                <a:lnTo>
                  <a:pt x="4" y="20"/>
                </a:lnTo>
                <a:lnTo>
                  <a:pt x="5" y="18"/>
                </a:lnTo>
                <a:lnTo>
                  <a:pt x="5" y="17"/>
                </a:lnTo>
                <a:lnTo>
                  <a:pt x="6" y="16"/>
                </a:lnTo>
                <a:lnTo>
                  <a:pt x="8" y="14"/>
                </a:lnTo>
                <a:lnTo>
                  <a:pt x="8" y="13"/>
                </a:lnTo>
                <a:lnTo>
                  <a:pt x="9" y="13"/>
                </a:lnTo>
                <a:lnTo>
                  <a:pt x="10" y="14"/>
                </a:lnTo>
                <a:lnTo>
                  <a:pt x="11" y="14"/>
                </a:lnTo>
                <a:lnTo>
                  <a:pt x="12" y="14"/>
                </a:lnTo>
                <a:lnTo>
                  <a:pt x="13" y="14"/>
                </a:lnTo>
                <a:lnTo>
                  <a:pt x="14" y="14"/>
                </a:lnTo>
                <a:lnTo>
                  <a:pt x="14" y="13"/>
                </a:lnTo>
                <a:lnTo>
                  <a:pt x="13" y="13"/>
                </a:lnTo>
                <a:lnTo>
                  <a:pt x="12" y="14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1" y="9"/>
                </a:lnTo>
                <a:lnTo>
                  <a:pt x="12" y="9"/>
                </a:lnTo>
                <a:lnTo>
                  <a:pt x="12" y="7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3" y="5"/>
                </a:lnTo>
                <a:lnTo>
                  <a:pt x="14" y="5"/>
                </a:lnTo>
                <a:lnTo>
                  <a:pt x="16" y="5"/>
                </a:lnTo>
                <a:lnTo>
                  <a:pt x="16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1" y="4"/>
                </a:lnTo>
                <a:lnTo>
                  <a:pt x="22" y="5"/>
                </a:lnTo>
                <a:lnTo>
                  <a:pt x="22" y="4"/>
                </a:lnTo>
                <a:lnTo>
                  <a:pt x="22" y="3"/>
                </a:lnTo>
                <a:lnTo>
                  <a:pt x="23" y="3"/>
                </a:lnTo>
                <a:lnTo>
                  <a:pt x="24" y="2"/>
                </a:lnTo>
                <a:lnTo>
                  <a:pt x="26" y="1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29" y="1"/>
                </a:lnTo>
                <a:lnTo>
                  <a:pt x="30" y="2"/>
                </a:lnTo>
                <a:lnTo>
                  <a:pt x="31" y="4"/>
                </a:lnTo>
                <a:lnTo>
                  <a:pt x="32" y="6"/>
                </a:lnTo>
                <a:lnTo>
                  <a:pt x="32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8" name=""/>
          <p:cNvSpPr/>
          <p:nvPr/>
        </p:nvSpPr>
        <p:spPr>
          <a:xfrm>
            <a:off x="7838280" y="27176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2"/>
                </a:moveTo>
                <a:lnTo>
                  <a:pt x="2" y="0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9" name=""/>
          <p:cNvSpPr/>
          <p:nvPr/>
        </p:nvSpPr>
        <p:spPr>
          <a:xfrm>
            <a:off x="7836120" y="27151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6" y="5"/>
                </a:moveTo>
                <a:lnTo>
                  <a:pt x="5" y="5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7" y="5"/>
                </a:lnTo>
                <a:lnTo>
                  <a:pt x="6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0" name=""/>
          <p:cNvSpPr/>
          <p:nvPr/>
        </p:nvSpPr>
        <p:spPr>
          <a:xfrm>
            <a:off x="7837560" y="27111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4"/>
                </a:move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4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5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1" name=""/>
          <p:cNvSpPr/>
          <p:nvPr/>
        </p:nvSpPr>
        <p:spPr>
          <a:xfrm>
            <a:off x="7838280" y="2707200"/>
            <a:ext cx="13680" cy="9360"/>
          </a:xfrm>
          <a:custGeom>
            <a:avLst/>
            <a:gdLst/>
            <a:ahLst/>
            <a:rect l="0" t="0" r="r" b="b"/>
            <a:pathLst>
              <a:path w="38" h="26">
                <a:moveTo>
                  <a:pt x="16" y="6"/>
                </a:moveTo>
                <a:lnTo>
                  <a:pt x="15" y="6"/>
                </a:lnTo>
                <a:lnTo>
                  <a:pt x="14" y="7"/>
                </a:lnTo>
                <a:lnTo>
                  <a:pt x="15" y="8"/>
                </a:lnTo>
                <a:lnTo>
                  <a:pt x="16" y="7"/>
                </a:lnTo>
                <a:lnTo>
                  <a:pt x="17" y="7"/>
                </a:lnTo>
                <a:lnTo>
                  <a:pt x="18" y="6"/>
                </a:lnTo>
                <a:lnTo>
                  <a:pt x="18" y="5"/>
                </a:lnTo>
                <a:lnTo>
                  <a:pt x="19" y="5"/>
                </a:lnTo>
                <a:lnTo>
                  <a:pt x="20" y="4"/>
                </a:lnTo>
                <a:lnTo>
                  <a:pt x="21" y="4"/>
                </a:lnTo>
                <a:lnTo>
                  <a:pt x="22" y="4"/>
                </a:lnTo>
                <a:lnTo>
                  <a:pt x="23" y="4"/>
                </a:lnTo>
                <a:lnTo>
                  <a:pt x="23" y="3"/>
                </a:lnTo>
                <a:lnTo>
                  <a:pt x="24" y="3"/>
                </a:lnTo>
                <a:lnTo>
                  <a:pt x="25" y="3"/>
                </a:lnTo>
                <a:lnTo>
                  <a:pt x="30" y="2"/>
                </a:lnTo>
                <a:lnTo>
                  <a:pt x="30" y="3"/>
                </a:lnTo>
                <a:lnTo>
                  <a:pt x="30" y="4"/>
                </a:lnTo>
                <a:lnTo>
                  <a:pt x="31" y="4"/>
                </a:lnTo>
                <a:lnTo>
                  <a:pt x="32" y="4"/>
                </a:lnTo>
                <a:lnTo>
                  <a:pt x="33" y="3"/>
                </a:lnTo>
                <a:lnTo>
                  <a:pt x="34" y="3"/>
                </a:lnTo>
                <a:lnTo>
                  <a:pt x="35" y="3"/>
                </a:lnTo>
                <a:lnTo>
                  <a:pt x="36" y="2"/>
                </a:lnTo>
                <a:lnTo>
                  <a:pt x="36" y="1"/>
                </a:lnTo>
                <a:lnTo>
                  <a:pt x="37" y="1"/>
                </a:lnTo>
                <a:lnTo>
                  <a:pt x="37" y="0"/>
                </a:lnTo>
                <a:lnTo>
                  <a:pt x="38" y="0"/>
                </a:lnTo>
                <a:lnTo>
                  <a:pt x="37" y="1"/>
                </a:lnTo>
                <a:lnTo>
                  <a:pt x="37" y="2"/>
                </a:lnTo>
                <a:lnTo>
                  <a:pt x="38" y="3"/>
                </a:lnTo>
                <a:lnTo>
                  <a:pt x="38" y="4"/>
                </a:lnTo>
                <a:lnTo>
                  <a:pt x="37" y="4"/>
                </a:lnTo>
                <a:lnTo>
                  <a:pt x="36" y="6"/>
                </a:lnTo>
                <a:lnTo>
                  <a:pt x="34" y="10"/>
                </a:lnTo>
                <a:lnTo>
                  <a:pt x="34" y="11"/>
                </a:lnTo>
                <a:lnTo>
                  <a:pt x="33" y="12"/>
                </a:lnTo>
                <a:lnTo>
                  <a:pt x="33" y="13"/>
                </a:lnTo>
                <a:lnTo>
                  <a:pt x="33" y="14"/>
                </a:lnTo>
                <a:lnTo>
                  <a:pt x="32" y="15"/>
                </a:lnTo>
                <a:lnTo>
                  <a:pt x="31" y="19"/>
                </a:lnTo>
                <a:lnTo>
                  <a:pt x="31" y="21"/>
                </a:lnTo>
                <a:lnTo>
                  <a:pt x="30" y="23"/>
                </a:lnTo>
                <a:lnTo>
                  <a:pt x="29" y="24"/>
                </a:lnTo>
                <a:lnTo>
                  <a:pt x="29" y="25"/>
                </a:lnTo>
                <a:lnTo>
                  <a:pt x="28" y="25"/>
                </a:lnTo>
                <a:lnTo>
                  <a:pt x="27" y="25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0" y="25"/>
                </a:lnTo>
                <a:lnTo>
                  <a:pt x="20" y="24"/>
                </a:lnTo>
                <a:lnTo>
                  <a:pt x="21" y="24"/>
                </a:lnTo>
                <a:lnTo>
                  <a:pt x="21" y="22"/>
                </a:lnTo>
                <a:lnTo>
                  <a:pt x="20" y="20"/>
                </a:lnTo>
                <a:lnTo>
                  <a:pt x="19" y="21"/>
                </a:lnTo>
                <a:lnTo>
                  <a:pt x="18" y="21"/>
                </a:lnTo>
                <a:lnTo>
                  <a:pt x="17" y="19"/>
                </a:lnTo>
                <a:lnTo>
                  <a:pt x="17" y="17"/>
                </a:lnTo>
                <a:lnTo>
                  <a:pt x="16" y="16"/>
                </a:lnTo>
                <a:lnTo>
                  <a:pt x="16" y="15"/>
                </a:lnTo>
                <a:lnTo>
                  <a:pt x="17" y="15"/>
                </a:lnTo>
                <a:lnTo>
                  <a:pt x="17" y="14"/>
                </a:lnTo>
                <a:lnTo>
                  <a:pt x="16" y="14"/>
                </a:lnTo>
                <a:lnTo>
                  <a:pt x="17" y="13"/>
                </a:lnTo>
                <a:lnTo>
                  <a:pt x="17" y="12"/>
                </a:lnTo>
                <a:lnTo>
                  <a:pt x="17" y="11"/>
                </a:lnTo>
                <a:lnTo>
                  <a:pt x="17" y="12"/>
                </a:lnTo>
                <a:lnTo>
                  <a:pt x="16" y="12"/>
                </a:lnTo>
                <a:lnTo>
                  <a:pt x="16" y="13"/>
                </a:lnTo>
                <a:lnTo>
                  <a:pt x="16" y="14"/>
                </a:lnTo>
                <a:lnTo>
                  <a:pt x="15" y="14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2" y="14"/>
                </a:lnTo>
                <a:lnTo>
                  <a:pt x="12" y="15"/>
                </a:lnTo>
                <a:lnTo>
                  <a:pt x="11" y="15"/>
                </a:lnTo>
                <a:lnTo>
                  <a:pt x="10" y="15"/>
                </a:lnTo>
                <a:lnTo>
                  <a:pt x="9" y="14"/>
                </a:lnTo>
                <a:lnTo>
                  <a:pt x="8" y="14"/>
                </a:lnTo>
                <a:lnTo>
                  <a:pt x="7" y="13"/>
                </a:lnTo>
                <a:lnTo>
                  <a:pt x="6" y="13"/>
                </a:lnTo>
                <a:lnTo>
                  <a:pt x="5" y="12"/>
                </a:lnTo>
                <a:lnTo>
                  <a:pt x="4" y="11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0" y="10"/>
                </a:lnTo>
                <a:lnTo>
                  <a:pt x="0" y="9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3" y="7"/>
                </a:lnTo>
                <a:lnTo>
                  <a:pt x="4" y="7"/>
                </a:lnTo>
                <a:lnTo>
                  <a:pt x="5" y="7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10" y="3"/>
                </a:lnTo>
                <a:lnTo>
                  <a:pt x="11" y="3"/>
                </a:lnTo>
                <a:lnTo>
                  <a:pt x="11" y="2"/>
                </a:lnTo>
                <a:lnTo>
                  <a:pt x="12" y="1"/>
                </a:lnTo>
                <a:lnTo>
                  <a:pt x="13" y="1"/>
                </a:lnTo>
                <a:lnTo>
                  <a:pt x="15" y="3"/>
                </a:lnTo>
                <a:lnTo>
                  <a:pt x="16" y="4"/>
                </a:lnTo>
                <a:lnTo>
                  <a:pt x="16" y="5"/>
                </a:lnTo>
                <a:lnTo>
                  <a:pt x="16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2" name=""/>
          <p:cNvSpPr/>
          <p:nvPr/>
        </p:nvSpPr>
        <p:spPr>
          <a:xfrm>
            <a:off x="7843320" y="27075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3" name=""/>
          <p:cNvSpPr/>
          <p:nvPr/>
        </p:nvSpPr>
        <p:spPr>
          <a:xfrm>
            <a:off x="7889400" y="2692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4" name=""/>
          <p:cNvSpPr/>
          <p:nvPr/>
        </p:nvSpPr>
        <p:spPr>
          <a:xfrm>
            <a:off x="7878960" y="26845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5" name=""/>
          <p:cNvSpPr/>
          <p:nvPr/>
        </p:nvSpPr>
        <p:spPr>
          <a:xfrm>
            <a:off x="7957440" y="26748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2"/>
                </a:move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6" name=""/>
          <p:cNvSpPr/>
          <p:nvPr/>
        </p:nvSpPr>
        <p:spPr>
          <a:xfrm>
            <a:off x="7931880" y="2668680"/>
            <a:ext cx="14760" cy="8640"/>
          </a:xfrm>
          <a:custGeom>
            <a:avLst/>
            <a:gdLst/>
            <a:ahLst/>
            <a:rect l="0" t="0" r="r" b="b"/>
            <a:pathLst>
              <a:path w="41" h="24">
                <a:moveTo>
                  <a:pt x="27" y="3"/>
                </a:moveTo>
                <a:lnTo>
                  <a:pt x="28" y="3"/>
                </a:lnTo>
                <a:lnTo>
                  <a:pt x="29" y="4"/>
                </a:lnTo>
                <a:lnTo>
                  <a:pt x="29" y="3"/>
                </a:lnTo>
                <a:lnTo>
                  <a:pt x="29" y="2"/>
                </a:lnTo>
                <a:lnTo>
                  <a:pt x="29" y="1"/>
                </a:lnTo>
                <a:lnTo>
                  <a:pt x="30" y="1"/>
                </a:lnTo>
                <a:lnTo>
                  <a:pt x="30" y="2"/>
                </a:lnTo>
                <a:lnTo>
                  <a:pt x="30" y="3"/>
                </a:lnTo>
                <a:lnTo>
                  <a:pt x="31" y="4"/>
                </a:lnTo>
                <a:lnTo>
                  <a:pt x="32" y="4"/>
                </a:lnTo>
                <a:lnTo>
                  <a:pt x="33" y="4"/>
                </a:lnTo>
                <a:lnTo>
                  <a:pt x="33" y="3"/>
                </a:lnTo>
                <a:lnTo>
                  <a:pt x="33" y="2"/>
                </a:lnTo>
                <a:lnTo>
                  <a:pt x="34" y="1"/>
                </a:lnTo>
                <a:lnTo>
                  <a:pt x="35" y="1"/>
                </a:lnTo>
                <a:lnTo>
                  <a:pt x="36" y="1"/>
                </a:lnTo>
                <a:lnTo>
                  <a:pt x="38" y="2"/>
                </a:lnTo>
                <a:lnTo>
                  <a:pt x="38" y="3"/>
                </a:lnTo>
                <a:lnTo>
                  <a:pt x="39" y="3"/>
                </a:lnTo>
                <a:lnTo>
                  <a:pt x="41" y="3"/>
                </a:lnTo>
                <a:lnTo>
                  <a:pt x="41" y="6"/>
                </a:lnTo>
                <a:lnTo>
                  <a:pt x="40" y="7"/>
                </a:lnTo>
                <a:lnTo>
                  <a:pt x="39" y="9"/>
                </a:lnTo>
                <a:lnTo>
                  <a:pt x="38" y="9"/>
                </a:lnTo>
                <a:lnTo>
                  <a:pt x="37" y="8"/>
                </a:lnTo>
                <a:lnTo>
                  <a:pt x="37" y="9"/>
                </a:lnTo>
                <a:lnTo>
                  <a:pt x="36" y="9"/>
                </a:lnTo>
                <a:lnTo>
                  <a:pt x="35" y="10"/>
                </a:lnTo>
                <a:lnTo>
                  <a:pt x="33" y="11"/>
                </a:lnTo>
                <a:lnTo>
                  <a:pt x="32" y="12"/>
                </a:lnTo>
                <a:lnTo>
                  <a:pt x="31" y="12"/>
                </a:lnTo>
                <a:lnTo>
                  <a:pt x="30" y="13"/>
                </a:lnTo>
                <a:lnTo>
                  <a:pt x="30" y="12"/>
                </a:lnTo>
                <a:lnTo>
                  <a:pt x="29" y="12"/>
                </a:lnTo>
                <a:lnTo>
                  <a:pt x="28" y="12"/>
                </a:lnTo>
                <a:lnTo>
                  <a:pt x="28" y="13"/>
                </a:lnTo>
                <a:lnTo>
                  <a:pt x="27" y="12"/>
                </a:lnTo>
                <a:lnTo>
                  <a:pt x="27" y="11"/>
                </a:lnTo>
                <a:lnTo>
                  <a:pt x="26" y="11"/>
                </a:lnTo>
                <a:lnTo>
                  <a:pt x="25" y="12"/>
                </a:lnTo>
                <a:lnTo>
                  <a:pt x="24" y="12"/>
                </a:lnTo>
                <a:lnTo>
                  <a:pt x="24" y="13"/>
                </a:lnTo>
                <a:lnTo>
                  <a:pt x="24" y="12"/>
                </a:lnTo>
                <a:lnTo>
                  <a:pt x="23" y="12"/>
                </a:lnTo>
                <a:lnTo>
                  <a:pt x="23" y="13"/>
                </a:lnTo>
                <a:lnTo>
                  <a:pt x="21" y="13"/>
                </a:lnTo>
                <a:lnTo>
                  <a:pt x="20" y="13"/>
                </a:lnTo>
                <a:lnTo>
                  <a:pt x="18" y="15"/>
                </a:lnTo>
                <a:lnTo>
                  <a:pt x="17" y="16"/>
                </a:lnTo>
                <a:lnTo>
                  <a:pt x="16" y="17"/>
                </a:lnTo>
                <a:lnTo>
                  <a:pt x="14" y="19"/>
                </a:lnTo>
                <a:lnTo>
                  <a:pt x="13" y="20"/>
                </a:lnTo>
                <a:lnTo>
                  <a:pt x="12" y="21"/>
                </a:lnTo>
                <a:lnTo>
                  <a:pt x="11" y="21"/>
                </a:lnTo>
                <a:lnTo>
                  <a:pt x="11" y="22"/>
                </a:lnTo>
                <a:lnTo>
                  <a:pt x="11" y="23"/>
                </a:lnTo>
                <a:lnTo>
                  <a:pt x="10" y="22"/>
                </a:lnTo>
                <a:lnTo>
                  <a:pt x="9" y="22"/>
                </a:lnTo>
                <a:lnTo>
                  <a:pt x="10" y="22"/>
                </a:lnTo>
                <a:lnTo>
                  <a:pt x="10" y="21"/>
                </a:lnTo>
                <a:lnTo>
                  <a:pt x="9" y="21"/>
                </a:lnTo>
                <a:lnTo>
                  <a:pt x="8" y="21"/>
                </a:lnTo>
                <a:lnTo>
                  <a:pt x="7" y="21"/>
                </a:lnTo>
                <a:lnTo>
                  <a:pt x="5" y="22"/>
                </a:lnTo>
                <a:lnTo>
                  <a:pt x="5" y="23"/>
                </a:lnTo>
                <a:lnTo>
                  <a:pt x="4" y="23"/>
                </a:lnTo>
                <a:lnTo>
                  <a:pt x="3" y="23"/>
                </a:lnTo>
                <a:lnTo>
                  <a:pt x="2" y="24"/>
                </a:lnTo>
                <a:lnTo>
                  <a:pt x="1" y="24"/>
                </a:lnTo>
                <a:lnTo>
                  <a:pt x="0" y="24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2" y="22"/>
                </a:lnTo>
                <a:lnTo>
                  <a:pt x="3" y="21"/>
                </a:lnTo>
                <a:lnTo>
                  <a:pt x="2" y="21"/>
                </a:lnTo>
                <a:lnTo>
                  <a:pt x="3" y="20"/>
                </a:lnTo>
                <a:lnTo>
                  <a:pt x="4" y="20"/>
                </a:lnTo>
                <a:lnTo>
                  <a:pt x="5" y="19"/>
                </a:lnTo>
                <a:lnTo>
                  <a:pt x="4" y="18"/>
                </a:lnTo>
                <a:lnTo>
                  <a:pt x="3" y="18"/>
                </a:lnTo>
                <a:lnTo>
                  <a:pt x="4" y="17"/>
                </a:lnTo>
                <a:lnTo>
                  <a:pt x="4" y="16"/>
                </a:lnTo>
                <a:lnTo>
                  <a:pt x="5" y="16"/>
                </a:lnTo>
                <a:lnTo>
                  <a:pt x="6" y="15"/>
                </a:lnTo>
                <a:lnTo>
                  <a:pt x="7" y="15"/>
                </a:lnTo>
                <a:lnTo>
                  <a:pt x="8" y="14"/>
                </a:lnTo>
                <a:lnTo>
                  <a:pt x="9" y="13"/>
                </a:lnTo>
                <a:lnTo>
                  <a:pt x="9" y="12"/>
                </a:lnTo>
                <a:lnTo>
                  <a:pt x="9" y="11"/>
                </a:lnTo>
                <a:lnTo>
                  <a:pt x="9" y="10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5" y="7"/>
                </a:lnTo>
                <a:lnTo>
                  <a:pt x="6" y="4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10" y="4"/>
                </a:lnTo>
                <a:lnTo>
                  <a:pt x="12" y="6"/>
                </a:lnTo>
                <a:lnTo>
                  <a:pt x="13" y="6"/>
                </a:lnTo>
                <a:lnTo>
                  <a:pt x="14" y="6"/>
                </a:lnTo>
                <a:lnTo>
                  <a:pt x="13" y="6"/>
                </a:lnTo>
                <a:lnTo>
                  <a:pt x="13" y="4"/>
                </a:lnTo>
                <a:lnTo>
                  <a:pt x="14" y="4"/>
                </a:lnTo>
                <a:lnTo>
                  <a:pt x="16" y="6"/>
                </a:lnTo>
                <a:lnTo>
                  <a:pt x="16" y="4"/>
                </a:lnTo>
                <a:lnTo>
                  <a:pt x="17" y="3"/>
                </a:lnTo>
                <a:lnTo>
                  <a:pt x="17" y="2"/>
                </a:lnTo>
                <a:lnTo>
                  <a:pt x="18" y="1"/>
                </a:lnTo>
                <a:lnTo>
                  <a:pt x="18" y="2"/>
                </a:lnTo>
                <a:lnTo>
                  <a:pt x="19" y="2"/>
                </a:lnTo>
                <a:lnTo>
                  <a:pt x="20" y="1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  <a:lnTo>
                  <a:pt x="24" y="1"/>
                </a:lnTo>
                <a:lnTo>
                  <a:pt x="24" y="2"/>
                </a:lnTo>
                <a:lnTo>
                  <a:pt x="24" y="3"/>
                </a:lnTo>
                <a:lnTo>
                  <a:pt x="26" y="4"/>
                </a:lnTo>
                <a:lnTo>
                  <a:pt x="27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7" name=""/>
          <p:cNvSpPr/>
          <p:nvPr/>
        </p:nvSpPr>
        <p:spPr>
          <a:xfrm>
            <a:off x="7954560" y="26712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8" name=""/>
          <p:cNvSpPr/>
          <p:nvPr/>
        </p:nvSpPr>
        <p:spPr>
          <a:xfrm>
            <a:off x="7952760" y="26690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0"/>
                </a:move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9" name=""/>
          <p:cNvSpPr/>
          <p:nvPr/>
        </p:nvSpPr>
        <p:spPr>
          <a:xfrm>
            <a:off x="7930080" y="26665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3"/>
                </a:move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0" name=""/>
          <p:cNvSpPr/>
          <p:nvPr/>
        </p:nvSpPr>
        <p:spPr>
          <a:xfrm>
            <a:off x="7932240" y="26665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2" y="0"/>
                </a:moveTo>
                <a:lnTo>
                  <a:pt x="3" y="2"/>
                </a:lnTo>
                <a:lnTo>
                  <a:pt x="5" y="5"/>
                </a:lnTo>
                <a:lnTo>
                  <a:pt x="3" y="6"/>
                </a:lnTo>
                <a:lnTo>
                  <a:pt x="2" y="2"/>
                </a:ln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1" name=""/>
          <p:cNvSpPr/>
          <p:nvPr/>
        </p:nvSpPr>
        <p:spPr>
          <a:xfrm>
            <a:off x="7931520" y="26643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2" name=""/>
          <p:cNvSpPr/>
          <p:nvPr/>
        </p:nvSpPr>
        <p:spPr>
          <a:xfrm>
            <a:off x="7931520" y="2663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3" name=""/>
          <p:cNvSpPr/>
          <p:nvPr/>
        </p:nvSpPr>
        <p:spPr>
          <a:xfrm>
            <a:off x="7999920" y="267012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0" y="4"/>
                </a:move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4" name=""/>
          <p:cNvSpPr/>
          <p:nvPr/>
        </p:nvSpPr>
        <p:spPr>
          <a:xfrm>
            <a:off x="7985160" y="26701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1"/>
                </a:move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5" name=""/>
          <p:cNvSpPr/>
          <p:nvPr/>
        </p:nvSpPr>
        <p:spPr>
          <a:xfrm>
            <a:off x="7989840" y="26690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4" y="2"/>
                </a:moveTo>
                <a:lnTo>
                  <a:pt x="4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6" name=""/>
          <p:cNvSpPr/>
          <p:nvPr/>
        </p:nvSpPr>
        <p:spPr>
          <a:xfrm>
            <a:off x="7990920" y="2668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7" name=""/>
          <p:cNvSpPr/>
          <p:nvPr/>
        </p:nvSpPr>
        <p:spPr>
          <a:xfrm>
            <a:off x="8004600" y="266724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9" y="2"/>
                </a:moveTo>
                <a:lnTo>
                  <a:pt x="7" y="4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8" name=""/>
          <p:cNvSpPr/>
          <p:nvPr/>
        </p:nvSpPr>
        <p:spPr>
          <a:xfrm>
            <a:off x="7981200" y="2661480"/>
            <a:ext cx="9720" cy="10080"/>
          </a:xfrm>
          <a:custGeom>
            <a:avLst/>
            <a:gdLst/>
            <a:ahLst/>
            <a:rect l="0" t="0" r="r" b="b"/>
            <a:pathLst>
              <a:path w="27" h="28">
                <a:moveTo>
                  <a:pt x="26" y="0"/>
                </a:moveTo>
                <a:lnTo>
                  <a:pt x="26" y="1"/>
                </a:lnTo>
                <a:lnTo>
                  <a:pt x="27" y="2"/>
                </a:lnTo>
                <a:lnTo>
                  <a:pt x="27" y="3"/>
                </a:lnTo>
                <a:lnTo>
                  <a:pt x="27" y="5"/>
                </a:lnTo>
                <a:lnTo>
                  <a:pt x="26" y="6"/>
                </a:lnTo>
                <a:lnTo>
                  <a:pt x="26" y="5"/>
                </a:lnTo>
                <a:lnTo>
                  <a:pt x="25" y="6"/>
                </a:lnTo>
                <a:lnTo>
                  <a:pt x="24" y="7"/>
                </a:lnTo>
                <a:lnTo>
                  <a:pt x="22" y="8"/>
                </a:lnTo>
                <a:lnTo>
                  <a:pt x="20" y="9"/>
                </a:lnTo>
                <a:lnTo>
                  <a:pt x="20" y="10"/>
                </a:lnTo>
                <a:lnTo>
                  <a:pt x="22" y="11"/>
                </a:lnTo>
                <a:lnTo>
                  <a:pt x="22" y="12"/>
                </a:lnTo>
                <a:lnTo>
                  <a:pt x="20" y="12"/>
                </a:lnTo>
                <a:lnTo>
                  <a:pt x="22" y="12"/>
                </a:lnTo>
                <a:lnTo>
                  <a:pt x="22" y="13"/>
                </a:lnTo>
                <a:lnTo>
                  <a:pt x="22" y="12"/>
                </a:lnTo>
                <a:lnTo>
                  <a:pt x="23" y="13"/>
                </a:lnTo>
                <a:lnTo>
                  <a:pt x="23" y="14"/>
                </a:lnTo>
                <a:lnTo>
                  <a:pt x="24" y="14"/>
                </a:lnTo>
                <a:lnTo>
                  <a:pt x="25" y="14"/>
                </a:lnTo>
                <a:lnTo>
                  <a:pt x="26" y="14"/>
                </a:lnTo>
                <a:lnTo>
                  <a:pt x="27" y="14"/>
                </a:lnTo>
                <a:lnTo>
                  <a:pt x="27" y="15"/>
                </a:lnTo>
                <a:lnTo>
                  <a:pt x="26" y="16"/>
                </a:lnTo>
                <a:lnTo>
                  <a:pt x="25" y="16"/>
                </a:lnTo>
                <a:lnTo>
                  <a:pt x="24" y="16"/>
                </a:lnTo>
                <a:lnTo>
                  <a:pt x="23" y="16"/>
                </a:lnTo>
                <a:lnTo>
                  <a:pt x="22" y="16"/>
                </a:lnTo>
                <a:lnTo>
                  <a:pt x="20" y="16"/>
                </a:lnTo>
                <a:lnTo>
                  <a:pt x="20" y="17"/>
                </a:lnTo>
                <a:lnTo>
                  <a:pt x="20" y="18"/>
                </a:lnTo>
                <a:lnTo>
                  <a:pt x="19" y="20"/>
                </a:lnTo>
                <a:lnTo>
                  <a:pt x="18" y="20"/>
                </a:lnTo>
                <a:lnTo>
                  <a:pt x="18" y="21"/>
                </a:lnTo>
                <a:lnTo>
                  <a:pt x="18" y="22"/>
                </a:lnTo>
                <a:lnTo>
                  <a:pt x="18" y="23"/>
                </a:lnTo>
                <a:lnTo>
                  <a:pt x="18" y="22"/>
                </a:lnTo>
                <a:lnTo>
                  <a:pt x="17" y="22"/>
                </a:lnTo>
                <a:lnTo>
                  <a:pt x="17" y="21"/>
                </a:lnTo>
                <a:lnTo>
                  <a:pt x="16" y="21"/>
                </a:lnTo>
                <a:lnTo>
                  <a:pt x="15" y="21"/>
                </a:lnTo>
                <a:lnTo>
                  <a:pt x="15" y="22"/>
                </a:lnTo>
                <a:lnTo>
                  <a:pt x="15" y="23"/>
                </a:lnTo>
                <a:lnTo>
                  <a:pt x="14" y="23"/>
                </a:lnTo>
                <a:lnTo>
                  <a:pt x="14" y="22"/>
                </a:lnTo>
                <a:lnTo>
                  <a:pt x="14" y="21"/>
                </a:lnTo>
                <a:lnTo>
                  <a:pt x="13" y="21"/>
                </a:lnTo>
                <a:lnTo>
                  <a:pt x="12" y="21"/>
                </a:lnTo>
                <a:lnTo>
                  <a:pt x="11" y="22"/>
                </a:lnTo>
                <a:lnTo>
                  <a:pt x="11" y="21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7" y="21"/>
                </a:lnTo>
                <a:lnTo>
                  <a:pt x="7" y="22"/>
                </a:lnTo>
                <a:lnTo>
                  <a:pt x="5" y="23"/>
                </a:lnTo>
                <a:lnTo>
                  <a:pt x="4" y="23"/>
                </a:lnTo>
                <a:lnTo>
                  <a:pt x="3" y="24"/>
                </a:lnTo>
                <a:lnTo>
                  <a:pt x="3" y="25"/>
                </a:lnTo>
                <a:lnTo>
                  <a:pt x="4" y="25"/>
                </a:lnTo>
                <a:lnTo>
                  <a:pt x="4" y="26"/>
                </a:lnTo>
                <a:lnTo>
                  <a:pt x="5" y="26"/>
                </a:lnTo>
                <a:lnTo>
                  <a:pt x="6" y="26"/>
                </a:lnTo>
                <a:lnTo>
                  <a:pt x="7" y="26"/>
                </a:lnTo>
                <a:lnTo>
                  <a:pt x="7" y="27"/>
                </a:lnTo>
                <a:lnTo>
                  <a:pt x="6" y="27"/>
                </a:lnTo>
                <a:lnTo>
                  <a:pt x="5" y="27"/>
                </a:lnTo>
                <a:lnTo>
                  <a:pt x="4" y="28"/>
                </a:lnTo>
                <a:lnTo>
                  <a:pt x="4" y="27"/>
                </a:lnTo>
                <a:lnTo>
                  <a:pt x="4" y="26"/>
                </a:lnTo>
                <a:lnTo>
                  <a:pt x="2" y="27"/>
                </a:lnTo>
                <a:lnTo>
                  <a:pt x="1" y="28"/>
                </a:ln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6"/>
                </a:lnTo>
                <a:lnTo>
                  <a:pt x="2" y="26"/>
                </a:lnTo>
                <a:lnTo>
                  <a:pt x="2" y="25"/>
                </a:lnTo>
                <a:lnTo>
                  <a:pt x="1" y="25"/>
                </a:lnTo>
                <a:lnTo>
                  <a:pt x="1" y="24"/>
                </a:lnTo>
                <a:lnTo>
                  <a:pt x="2" y="24"/>
                </a:lnTo>
                <a:lnTo>
                  <a:pt x="2" y="23"/>
                </a:lnTo>
                <a:lnTo>
                  <a:pt x="1" y="22"/>
                </a:lnTo>
                <a:lnTo>
                  <a:pt x="2" y="21"/>
                </a:lnTo>
                <a:lnTo>
                  <a:pt x="2" y="20"/>
                </a:lnTo>
                <a:lnTo>
                  <a:pt x="2" y="18"/>
                </a:lnTo>
                <a:lnTo>
                  <a:pt x="3" y="17"/>
                </a:lnTo>
                <a:lnTo>
                  <a:pt x="4" y="18"/>
                </a:lnTo>
                <a:lnTo>
                  <a:pt x="5" y="18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6" y="17"/>
                </a:lnTo>
                <a:lnTo>
                  <a:pt x="7" y="16"/>
                </a:lnTo>
                <a:lnTo>
                  <a:pt x="7" y="15"/>
                </a:lnTo>
                <a:lnTo>
                  <a:pt x="8" y="15"/>
                </a:lnTo>
                <a:lnTo>
                  <a:pt x="9" y="15"/>
                </a:lnTo>
                <a:lnTo>
                  <a:pt x="9" y="13"/>
                </a:lnTo>
                <a:lnTo>
                  <a:pt x="8" y="13"/>
                </a:lnTo>
                <a:lnTo>
                  <a:pt x="7" y="12"/>
                </a:lnTo>
                <a:lnTo>
                  <a:pt x="6" y="12"/>
                </a:lnTo>
                <a:lnTo>
                  <a:pt x="6" y="11"/>
                </a:lnTo>
                <a:lnTo>
                  <a:pt x="6" y="10"/>
                </a:lnTo>
                <a:lnTo>
                  <a:pt x="7" y="10"/>
                </a:lnTo>
                <a:lnTo>
                  <a:pt x="7" y="11"/>
                </a:lnTo>
                <a:lnTo>
                  <a:pt x="8" y="11"/>
                </a:lnTo>
                <a:lnTo>
                  <a:pt x="8" y="10"/>
                </a:lnTo>
                <a:lnTo>
                  <a:pt x="8" y="9"/>
                </a:lnTo>
                <a:lnTo>
                  <a:pt x="9" y="10"/>
                </a:lnTo>
                <a:lnTo>
                  <a:pt x="10" y="9"/>
                </a:lnTo>
                <a:lnTo>
                  <a:pt x="11" y="9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1" y="5"/>
                </a:lnTo>
                <a:lnTo>
                  <a:pt x="15" y="3"/>
                </a:lnTo>
                <a:lnTo>
                  <a:pt x="16" y="3"/>
                </a:lnTo>
                <a:lnTo>
                  <a:pt x="17" y="2"/>
                </a:lnTo>
                <a:lnTo>
                  <a:pt x="18" y="3"/>
                </a:lnTo>
                <a:lnTo>
                  <a:pt x="19" y="3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2" y="0"/>
                </a:lnTo>
                <a:lnTo>
                  <a:pt x="23" y="0"/>
                </a:lnTo>
                <a:lnTo>
                  <a:pt x="24" y="0"/>
                </a:lnTo>
                <a:lnTo>
                  <a:pt x="24" y="1"/>
                </a:lnTo>
                <a:lnTo>
                  <a:pt x="25" y="1"/>
                </a:lnTo>
                <a:lnTo>
                  <a:pt x="25" y="0"/>
                </a:lnTo>
                <a:lnTo>
                  <a:pt x="26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9" name=""/>
          <p:cNvSpPr/>
          <p:nvPr/>
        </p:nvSpPr>
        <p:spPr>
          <a:xfrm>
            <a:off x="7974720" y="2664360"/>
            <a:ext cx="2880" cy="3240"/>
          </a:xfrm>
          <a:custGeom>
            <a:avLst/>
            <a:gdLst/>
            <a:ahLst/>
            <a:rect l="0" t="0" r="r" b="b"/>
            <a:pathLst>
              <a:path w="8" h="9">
                <a:moveTo>
                  <a:pt x="5" y="7"/>
                </a:moveTo>
                <a:lnTo>
                  <a:pt x="6" y="7"/>
                </a:lnTo>
                <a:lnTo>
                  <a:pt x="5" y="8"/>
                </a:lnTo>
                <a:lnTo>
                  <a:pt x="4" y="9"/>
                </a:lnTo>
                <a:lnTo>
                  <a:pt x="3" y="9"/>
                </a:lnTo>
                <a:lnTo>
                  <a:pt x="3" y="8"/>
                </a:lnTo>
                <a:lnTo>
                  <a:pt x="2" y="8"/>
                </a:lnTo>
                <a:lnTo>
                  <a:pt x="0" y="7"/>
                </a:lnTo>
                <a:lnTo>
                  <a:pt x="0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4"/>
                </a:lnTo>
                <a:lnTo>
                  <a:pt x="4" y="4"/>
                </a:lnTo>
                <a:lnTo>
                  <a:pt x="4" y="2"/>
                </a:lnTo>
                <a:lnTo>
                  <a:pt x="5" y="1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8" y="4"/>
                </a:lnTo>
                <a:lnTo>
                  <a:pt x="6" y="5"/>
                </a:lnTo>
                <a:lnTo>
                  <a:pt x="5" y="6"/>
                </a:lnTo>
                <a:lnTo>
                  <a:pt x="5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0" name=""/>
          <p:cNvSpPr/>
          <p:nvPr/>
        </p:nvSpPr>
        <p:spPr>
          <a:xfrm>
            <a:off x="7993440" y="2655720"/>
            <a:ext cx="11520" cy="15840"/>
          </a:xfrm>
          <a:custGeom>
            <a:avLst/>
            <a:gdLst/>
            <a:ahLst/>
            <a:rect l="0" t="0" r="r" b="b"/>
            <a:pathLst>
              <a:path w="32" h="44">
                <a:moveTo>
                  <a:pt x="32" y="1"/>
                </a:moveTo>
                <a:lnTo>
                  <a:pt x="31" y="2"/>
                </a:lnTo>
                <a:lnTo>
                  <a:pt x="32" y="3"/>
                </a:lnTo>
                <a:lnTo>
                  <a:pt x="32" y="5"/>
                </a:lnTo>
                <a:lnTo>
                  <a:pt x="31" y="5"/>
                </a:lnTo>
                <a:lnTo>
                  <a:pt x="30" y="7"/>
                </a:lnTo>
                <a:lnTo>
                  <a:pt x="28" y="7"/>
                </a:lnTo>
                <a:lnTo>
                  <a:pt x="28" y="8"/>
                </a:lnTo>
                <a:lnTo>
                  <a:pt x="27" y="8"/>
                </a:lnTo>
                <a:lnTo>
                  <a:pt x="26" y="8"/>
                </a:lnTo>
                <a:lnTo>
                  <a:pt x="24" y="8"/>
                </a:lnTo>
                <a:lnTo>
                  <a:pt x="24" y="7"/>
                </a:lnTo>
                <a:lnTo>
                  <a:pt x="23" y="7"/>
                </a:lnTo>
                <a:lnTo>
                  <a:pt x="24" y="8"/>
                </a:lnTo>
                <a:lnTo>
                  <a:pt x="23" y="9"/>
                </a:lnTo>
                <a:lnTo>
                  <a:pt x="22" y="9"/>
                </a:lnTo>
                <a:lnTo>
                  <a:pt x="22" y="10"/>
                </a:lnTo>
                <a:lnTo>
                  <a:pt x="21" y="12"/>
                </a:lnTo>
                <a:lnTo>
                  <a:pt x="21" y="13"/>
                </a:lnTo>
                <a:lnTo>
                  <a:pt x="22" y="13"/>
                </a:lnTo>
                <a:lnTo>
                  <a:pt x="22" y="14"/>
                </a:lnTo>
                <a:lnTo>
                  <a:pt x="21" y="14"/>
                </a:lnTo>
                <a:lnTo>
                  <a:pt x="20" y="15"/>
                </a:lnTo>
                <a:lnTo>
                  <a:pt x="20" y="16"/>
                </a:lnTo>
                <a:lnTo>
                  <a:pt x="19" y="17"/>
                </a:lnTo>
                <a:lnTo>
                  <a:pt x="19" y="18"/>
                </a:lnTo>
                <a:lnTo>
                  <a:pt x="19" y="20"/>
                </a:lnTo>
                <a:lnTo>
                  <a:pt x="19" y="21"/>
                </a:lnTo>
                <a:lnTo>
                  <a:pt x="20" y="21"/>
                </a:lnTo>
                <a:lnTo>
                  <a:pt x="21" y="21"/>
                </a:lnTo>
                <a:lnTo>
                  <a:pt x="21" y="22"/>
                </a:lnTo>
                <a:lnTo>
                  <a:pt x="21" y="23"/>
                </a:lnTo>
                <a:lnTo>
                  <a:pt x="22" y="24"/>
                </a:lnTo>
                <a:lnTo>
                  <a:pt x="23" y="24"/>
                </a:lnTo>
                <a:lnTo>
                  <a:pt x="23" y="25"/>
                </a:lnTo>
                <a:lnTo>
                  <a:pt x="22" y="26"/>
                </a:lnTo>
                <a:lnTo>
                  <a:pt x="21" y="26"/>
                </a:lnTo>
                <a:lnTo>
                  <a:pt x="20" y="28"/>
                </a:lnTo>
                <a:lnTo>
                  <a:pt x="19" y="29"/>
                </a:lnTo>
                <a:lnTo>
                  <a:pt x="19" y="30"/>
                </a:lnTo>
                <a:lnTo>
                  <a:pt x="19" y="31"/>
                </a:lnTo>
                <a:lnTo>
                  <a:pt x="18" y="32"/>
                </a:lnTo>
                <a:lnTo>
                  <a:pt x="18" y="33"/>
                </a:lnTo>
                <a:lnTo>
                  <a:pt x="19" y="34"/>
                </a:lnTo>
                <a:lnTo>
                  <a:pt x="19" y="35"/>
                </a:lnTo>
                <a:lnTo>
                  <a:pt x="20" y="35"/>
                </a:lnTo>
                <a:lnTo>
                  <a:pt x="20" y="36"/>
                </a:lnTo>
                <a:lnTo>
                  <a:pt x="20" y="37"/>
                </a:lnTo>
                <a:lnTo>
                  <a:pt x="21" y="37"/>
                </a:lnTo>
                <a:lnTo>
                  <a:pt x="22" y="37"/>
                </a:lnTo>
                <a:lnTo>
                  <a:pt x="22" y="38"/>
                </a:lnTo>
                <a:lnTo>
                  <a:pt x="23" y="38"/>
                </a:lnTo>
                <a:lnTo>
                  <a:pt x="21" y="40"/>
                </a:lnTo>
                <a:lnTo>
                  <a:pt x="19" y="42"/>
                </a:lnTo>
                <a:lnTo>
                  <a:pt x="19" y="43"/>
                </a:lnTo>
                <a:lnTo>
                  <a:pt x="18" y="43"/>
                </a:lnTo>
                <a:lnTo>
                  <a:pt x="17" y="43"/>
                </a:lnTo>
                <a:lnTo>
                  <a:pt x="17" y="44"/>
                </a:lnTo>
                <a:lnTo>
                  <a:pt x="16" y="44"/>
                </a:lnTo>
                <a:lnTo>
                  <a:pt x="15" y="44"/>
                </a:lnTo>
                <a:lnTo>
                  <a:pt x="14" y="43"/>
                </a:lnTo>
                <a:lnTo>
                  <a:pt x="14" y="44"/>
                </a:lnTo>
                <a:lnTo>
                  <a:pt x="13" y="44"/>
                </a:lnTo>
                <a:lnTo>
                  <a:pt x="13" y="43"/>
                </a:lnTo>
                <a:lnTo>
                  <a:pt x="14" y="42"/>
                </a:lnTo>
                <a:lnTo>
                  <a:pt x="15" y="40"/>
                </a:lnTo>
                <a:lnTo>
                  <a:pt x="16" y="39"/>
                </a:lnTo>
                <a:lnTo>
                  <a:pt x="15" y="39"/>
                </a:lnTo>
                <a:lnTo>
                  <a:pt x="15" y="38"/>
                </a:lnTo>
                <a:lnTo>
                  <a:pt x="14" y="38"/>
                </a:lnTo>
                <a:lnTo>
                  <a:pt x="13" y="39"/>
                </a:lnTo>
                <a:lnTo>
                  <a:pt x="12" y="40"/>
                </a:lnTo>
                <a:lnTo>
                  <a:pt x="11" y="40"/>
                </a:lnTo>
                <a:lnTo>
                  <a:pt x="11" y="39"/>
                </a:lnTo>
                <a:lnTo>
                  <a:pt x="11" y="38"/>
                </a:lnTo>
                <a:lnTo>
                  <a:pt x="12" y="38"/>
                </a:lnTo>
                <a:lnTo>
                  <a:pt x="12" y="37"/>
                </a:lnTo>
                <a:lnTo>
                  <a:pt x="11" y="37"/>
                </a:lnTo>
                <a:lnTo>
                  <a:pt x="12" y="36"/>
                </a:lnTo>
                <a:lnTo>
                  <a:pt x="12" y="35"/>
                </a:lnTo>
                <a:lnTo>
                  <a:pt x="13" y="35"/>
                </a:lnTo>
                <a:lnTo>
                  <a:pt x="13" y="34"/>
                </a:lnTo>
                <a:lnTo>
                  <a:pt x="13" y="35"/>
                </a:lnTo>
                <a:lnTo>
                  <a:pt x="12" y="35"/>
                </a:lnTo>
                <a:lnTo>
                  <a:pt x="12" y="34"/>
                </a:lnTo>
                <a:lnTo>
                  <a:pt x="12" y="33"/>
                </a:lnTo>
                <a:lnTo>
                  <a:pt x="11" y="33"/>
                </a:lnTo>
                <a:lnTo>
                  <a:pt x="11" y="34"/>
                </a:lnTo>
                <a:lnTo>
                  <a:pt x="10" y="35"/>
                </a:lnTo>
                <a:lnTo>
                  <a:pt x="10" y="36"/>
                </a:lnTo>
                <a:lnTo>
                  <a:pt x="9" y="36"/>
                </a:lnTo>
                <a:lnTo>
                  <a:pt x="7" y="36"/>
                </a:lnTo>
                <a:lnTo>
                  <a:pt x="6" y="37"/>
                </a:lnTo>
                <a:lnTo>
                  <a:pt x="6" y="36"/>
                </a:lnTo>
                <a:lnTo>
                  <a:pt x="6" y="35"/>
                </a:lnTo>
                <a:lnTo>
                  <a:pt x="6" y="34"/>
                </a:lnTo>
                <a:lnTo>
                  <a:pt x="6" y="33"/>
                </a:lnTo>
                <a:lnTo>
                  <a:pt x="7" y="33"/>
                </a:lnTo>
                <a:lnTo>
                  <a:pt x="7" y="32"/>
                </a:lnTo>
                <a:lnTo>
                  <a:pt x="7" y="31"/>
                </a:lnTo>
                <a:lnTo>
                  <a:pt x="9" y="31"/>
                </a:lnTo>
                <a:lnTo>
                  <a:pt x="10" y="31"/>
                </a:lnTo>
                <a:lnTo>
                  <a:pt x="10" y="30"/>
                </a:lnTo>
                <a:lnTo>
                  <a:pt x="10" y="29"/>
                </a:lnTo>
                <a:lnTo>
                  <a:pt x="10" y="28"/>
                </a:lnTo>
                <a:lnTo>
                  <a:pt x="10" y="27"/>
                </a:lnTo>
                <a:lnTo>
                  <a:pt x="11" y="27"/>
                </a:lnTo>
                <a:lnTo>
                  <a:pt x="12" y="27"/>
                </a:lnTo>
                <a:lnTo>
                  <a:pt x="13" y="27"/>
                </a:lnTo>
                <a:lnTo>
                  <a:pt x="13" y="28"/>
                </a:lnTo>
                <a:lnTo>
                  <a:pt x="15" y="27"/>
                </a:lnTo>
                <a:lnTo>
                  <a:pt x="15" y="28"/>
                </a:lnTo>
                <a:lnTo>
                  <a:pt x="15" y="27"/>
                </a:lnTo>
                <a:lnTo>
                  <a:pt x="16" y="27"/>
                </a:lnTo>
                <a:lnTo>
                  <a:pt x="16" y="26"/>
                </a:lnTo>
                <a:lnTo>
                  <a:pt x="16" y="25"/>
                </a:lnTo>
                <a:lnTo>
                  <a:pt x="15" y="25"/>
                </a:lnTo>
                <a:lnTo>
                  <a:pt x="15" y="24"/>
                </a:lnTo>
                <a:lnTo>
                  <a:pt x="16" y="24"/>
                </a:lnTo>
                <a:lnTo>
                  <a:pt x="17" y="24"/>
                </a:lnTo>
                <a:lnTo>
                  <a:pt x="17" y="23"/>
                </a:lnTo>
                <a:lnTo>
                  <a:pt x="16" y="22"/>
                </a:lnTo>
                <a:lnTo>
                  <a:pt x="16" y="21"/>
                </a:lnTo>
                <a:lnTo>
                  <a:pt x="17" y="22"/>
                </a:lnTo>
                <a:lnTo>
                  <a:pt x="16" y="20"/>
                </a:lnTo>
                <a:lnTo>
                  <a:pt x="15" y="20"/>
                </a:lnTo>
                <a:lnTo>
                  <a:pt x="15" y="21"/>
                </a:lnTo>
                <a:lnTo>
                  <a:pt x="14" y="21"/>
                </a:lnTo>
                <a:lnTo>
                  <a:pt x="13" y="21"/>
                </a:lnTo>
                <a:lnTo>
                  <a:pt x="13" y="20"/>
                </a:lnTo>
                <a:lnTo>
                  <a:pt x="12" y="20"/>
                </a:lnTo>
                <a:lnTo>
                  <a:pt x="11" y="20"/>
                </a:lnTo>
                <a:lnTo>
                  <a:pt x="10" y="20"/>
                </a:lnTo>
                <a:lnTo>
                  <a:pt x="9" y="20"/>
                </a:lnTo>
                <a:lnTo>
                  <a:pt x="9" y="22"/>
                </a:lnTo>
                <a:lnTo>
                  <a:pt x="9" y="23"/>
                </a:lnTo>
                <a:lnTo>
                  <a:pt x="7" y="23"/>
                </a:lnTo>
                <a:lnTo>
                  <a:pt x="5" y="24"/>
                </a:lnTo>
                <a:lnTo>
                  <a:pt x="5" y="23"/>
                </a:lnTo>
                <a:lnTo>
                  <a:pt x="4" y="22"/>
                </a:lnTo>
                <a:lnTo>
                  <a:pt x="3" y="22"/>
                </a:lnTo>
                <a:lnTo>
                  <a:pt x="2" y="22"/>
                </a:lnTo>
                <a:lnTo>
                  <a:pt x="2" y="23"/>
                </a:lnTo>
                <a:lnTo>
                  <a:pt x="1" y="23"/>
                </a:lnTo>
                <a:lnTo>
                  <a:pt x="1" y="22"/>
                </a:lnTo>
                <a:lnTo>
                  <a:pt x="0" y="22"/>
                </a:lnTo>
                <a:lnTo>
                  <a:pt x="0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1" y="18"/>
                </a:lnTo>
                <a:lnTo>
                  <a:pt x="0" y="18"/>
                </a:lnTo>
                <a:lnTo>
                  <a:pt x="1" y="17"/>
                </a:lnTo>
                <a:lnTo>
                  <a:pt x="2" y="16"/>
                </a:lnTo>
                <a:lnTo>
                  <a:pt x="3" y="16"/>
                </a:lnTo>
                <a:lnTo>
                  <a:pt x="3" y="15"/>
                </a:lnTo>
                <a:lnTo>
                  <a:pt x="3" y="14"/>
                </a:lnTo>
                <a:lnTo>
                  <a:pt x="3" y="13"/>
                </a:lnTo>
                <a:lnTo>
                  <a:pt x="5" y="12"/>
                </a:lnTo>
                <a:lnTo>
                  <a:pt x="6" y="12"/>
                </a:lnTo>
                <a:lnTo>
                  <a:pt x="7" y="12"/>
                </a:lnTo>
                <a:lnTo>
                  <a:pt x="9" y="12"/>
                </a:lnTo>
                <a:lnTo>
                  <a:pt x="7" y="12"/>
                </a:lnTo>
                <a:lnTo>
                  <a:pt x="7" y="11"/>
                </a:lnTo>
                <a:lnTo>
                  <a:pt x="9" y="11"/>
                </a:lnTo>
                <a:lnTo>
                  <a:pt x="10" y="11"/>
                </a:lnTo>
                <a:lnTo>
                  <a:pt x="11" y="12"/>
                </a:lnTo>
                <a:lnTo>
                  <a:pt x="10" y="12"/>
                </a:lnTo>
                <a:lnTo>
                  <a:pt x="10" y="14"/>
                </a:lnTo>
                <a:lnTo>
                  <a:pt x="11" y="14"/>
                </a:lnTo>
                <a:lnTo>
                  <a:pt x="11" y="13"/>
                </a:lnTo>
                <a:lnTo>
                  <a:pt x="12" y="13"/>
                </a:lnTo>
                <a:lnTo>
                  <a:pt x="13" y="12"/>
                </a:lnTo>
                <a:lnTo>
                  <a:pt x="13" y="11"/>
                </a:lnTo>
                <a:lnTo>
                  <a:pt x="13" y="10"/>
                </a:lnTo>
                <a:lnTo>
                  <a:pt x="15" y="9"/>
                </a:lnTo>
                <a:lnTo>
                  <a:pt x="15" y="8"/>
                </a:lnTo>
                <a:lnTo>
                  <a:pt x="14" y="8"/>
                </a:lnTo>
                <a:lnTo>
                  <a:pt x="13" y="7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3" y="5"/>
                </a:lnTo>
                <a:lnTo>
                  <a:pt x="14" y="3"/>
                </a:lnTo>
                <a:lnTo>
                  <a:pt x="15" y="3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6" y="5"/>
                </a:lnTo>
                <a:lnTo>
                  <a:pt x="18" y="5"/>
                </a:lnTo>
                <a:lnTo>
                  <a:pt x="18" y="4"/>
                </a:lnTo>
                <a:lnTo>
                  <a:pt x="18" y="3"/>
                </a:lnTo>
                <a:lnTo>
                  <a:pt x="19" y="3"/>
                </a:lnTo>
                <a:lnTo>
                  <a:pt x="20" y="3"/>
                </a:lnTo>
                <a:lnTo>
                  <a:pt x="21" y="3"/>
                </a:lnTo>
                <a:lnTo>
                  <a:pt x="21" y="2"/>
                </a:lnTo>
                <a:lnTo>
                  <a:pt x="22" y="2"/>
                </a:lnTo>
                <a:lnTo>
                  <a:pt x="23" y="1"/>
                </a:lnTo>
                <a:lnTo>
                  <a:pt x="24" y="1"/>
                </a:lnTo>
                <a:lnTo>
                  <a:pt x="24" y="0"/>
                </a:lnTo>
                <a:lnTo>
                  <a:pt x="26" y="0"/>
                </a:lnTo>
                <a:lnTo>
                  <a:pt x="26" y="1"/>
                </a:lnTo>
                <a:lnTo>
                  <a:pt x="27" y="1"/>
                </a:lnTo>
                <a:lnTo>
                  <a:pt x="28" y="1"/>
                </a:lnTo>
                <a:lnTo>
                  <a:pt x="29" y="1"/>
                </a:lnTo>
                <a:lnTo>
                  <a:pt x="30" y="1"/>
                </a:lnTo>
                <a:lnTo>
                  <a:pt x="32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1" name=""/>
          <p:cNvSpPr/>
          <p:nvPr/>
        </p:nvSpPr>
        <p:spPr>
          <a:xfrm>
            <a:off x="7991280" y="2661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3"/>
                </a:move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2" name=""/>
          <p:cNvSpPr/>
          <p:nvPr/>
        </p:nvSpPr>
        <p:spPr>
          <a:xfrm>
            <a:off x="8013240" y="2647080"/>
            <a:ext cx="2880" cy="3240"/>
          </a:xfrm>
          <a:custGeom>
            <a:avLst/>
            <a:gdLst/>
            <a:ahLst/>
            <a:rect l="0" t="0" r="r" b="b"/>
            <a:pathLst>
              <a:path w="8" h="9">
                <a:moveTo>
                  <a:pt x="6" y="7"/>
                </a:moveTo>
                <a:lnTo>
                  <a:pt x="6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3" name=""/>
          <p:cNvSpPr/>
          <p:nvPr/>
        </p:nvSpPr>
        <p:spPr>
          <a:xfrm>
            <a:off x="8021880" y="2647080"/>
            <a:ext cx="5040" cy="3240"/>
          </a:xfrm>
          <a:custGeom>
            <a:avLst/>
            <a:gdLst/>
            <a:ahLst/>
            <a:rect l="0" t="0" r="r" b="b"/>
            <a:pathLst>
              <a:path w="14" h="9">
                <a:moveTo>
                  <a:pt x="9" y="2"/>
                </a:moveTo>
                <a:lnTo>
                  <a:pt x="10" y="2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3" y="2"/>
                </a:lnTo>
                <a:lnTo>
                  <a:pt x="12" y="4"/>
                </a:lnTo>
                <a:lnTo>
                  <a:pt x="11" y="4"/>
                </a:ln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9" y="5"/>
                </a:lnTo>
                <a:lnTo>
                  <a:pt x="10" y="5"/>
                </a:lnTo>
                <a:lnTo>
                  <a:pt x="9" y="5"/>
                </a:lnTo>
                <a:lnTo>
                  <a:pt x="9" y="4"/>
                </a:lnTo>
                <a:lnTo>
                  <a:pt x="8" y="4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6"/>
                </a:lnTo>
                <a:lnTo>
                  <a:pt x="2" y="8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0" y="6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5" y="1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6" y="0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4" name=""/>
          <p:cNvSpPr/>
          <p:nvPr/>
        </p:nvSpPr>
        <p:spPr>
          <a:xfrm>
            <a:off x="8020800" y="2642400"/>
            <a:ext cx="2520" cy="3600"/>
          </a:xfrm>
          <a:custGeom>
            <a:avLst/>
            <a:gdLst/>
            <a:ahLst/>
            <a:rect l="0" t="0" r="r" b="b"/>
            <a:pathLst>
              <a:path w="7" h="10">
                <a:moveTo>
                  <a:pt x="1" y="6"/>
                </a:moveTo>
                <a:lnTo>
                  <a:pt x="2" y="5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4" y="1"/>
                </a:lnTo>
                <a:lnTo>
                  <a:pt x="5" y="0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2" y="7"/>
                </a:lnTo>
                <a:lnTo>
                  <a:pt x="1" y="9"/>
                </a:lnTo>
                <a:lnTo>
                  <a:pt x="0" y="10"/>
                </a:lnTo>
                <a:lnTo>
                  <a:pt x="0" y="9"/>
                </a:lnTo>
                <a:lnTo>
                  <a:pt x="0" y="7"/>
                </a:lnTo>
                <a:lnTo>
                  <a:pt x="1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5" name=""/>
          <p:cNvSpPr/>
          <p:nvPr/>
        </p:nvSpPr>
        <p:spPr>
          <a:xfrm>
            <a:off x="7968600" y="2641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6" name=""/>
          <p:cNvSpPr/>
          <p:nvPr/>
        </p:nvSpPr>
        <p:spPr>
          <a:xfrm>
            <a:off x="8023320" y="26409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3"/>
                </a:moveTo>
                <a:lnTo>
                  <a:pt x="0" y="2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4" y="5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7" name=""/>
          <p:cNvSpPr/>
          <p:nvPr/>
        </p:nvSpPr>
        <p:spPr>
          <a:xfrm>
            <a:off x="7970400" y="26380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8" name=""/>
          <p:cNvSpPr/>
          <p:nvPr/>
        </p:nvSpPr>
        <p:spPr>
          <a:xfrm>
            <a:off x="8057160" y="26319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4"/>
                </a:move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5"/>
                </a:lnTo>
                <a:lnTo>
                  <a:pt x="1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9" name=""/>
          <p:cNvSpPr/>
          <p:nvPr/>
        </p:nvSpPr>
        <p:spPr>
          <a:xfrm>
            <a:off x="8041680" y="26308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3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0" name=""/>
          <p:cNvSpPr/>
          <p:nvPr/>
        </p:nvSpPr>
        <p:spPr>
          <a:xfrm>
            <a:off x="8044560" y="26305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0"/>
                </a:moveTo>
                <a:lnTo>
                  <a:pt x="2" y="1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1" name=""/>
          <p:cNvSpPr/>
          <p:nvPr/>
        </p:nvSpPr>
        <p:spPr>
          <a:xfrm>
            <a:off x="8040960" y="26305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1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2" name=""/>
          <p:cNvSpPr/>
          <p:nvPr/>
        </p:nvSpPr>
        <p:spPr>
          <a:xfrm>
            <a:off x="8051400" y="2617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3" name=""/>
          <p:cNvSpPr/>
          <p:nvPr/>
        </p:nvSpPr>
        <p:spPr>
          <a:xfrm>
            <a:off x="8050320" y="2614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4" name=""/>
          <p:cNvSpPr/>
          <p:nvPr/>
        </p:nvSpPr>
        <p:spPr>
          <a:xfrm>
            <a:off x="8051400" y="2603160"/>
            <a:ext cx="3600" cy="4320"/>
          </a:xfrm>
          <a:custGeom>
            <a:avLst/>
            <a:gdLst/>
            <a:ahLst/>
            <a:rect l="0" t="0" r="r" b="b"/>
            <a:pathLst>
              <a:path w="10" h="12">
                <a:moveTo>
                  <a:pt x="10" y="3"/>
                </a:moveTo>
                <a:lnTo>
                  <a:pt x="10" y="4"/>
                </a:lnTo>
                <a:lnTo>
                  <a:pt x="9" y="4"/>
                </a:lnTo>
                <a:lnTo>
                  <a:pt x="9" y="5"/>
                </a:lnTo>
                <a:lnTo>
                  <a:pt x="10" y="5"/>
                </a:lnTo>
                <a:lnTo>
                  <a:pt x="10" y="6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0"/>
                </a:lnTo>
                <a:lnTo>
                  <a:pt x="7" y="11"/>
                </a:lnTo>
                <a:lnTo>
                  <a:pt x="7" y="10"/>
                </a:lnTo>
                <a:lnTo>
                  <a:pt x="6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1" y="12"/>
                </a:lnTo>
                <a:lnTo>
                  <a:pt x="0" y="9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5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8" y="1"/>
                </a:lnTo>
                <a:lnTo>
                  <a:pt x="9" y="1"/>
                </a:lnTo>
                <a:lnTo>
                  <a:pt x="10" y="3"/>
                </a:lnTo>
                <a:lnTo>
                  <a:pt x="10" y="1"/>
                </a:lnTo>
                <a:lnTo>
                  <a:pt x="1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5" name=""/>
          <p:cNvSpPr/>
          <p:nvPr/>
        </p:nvSpPr>
        <p:spPr>
          <a:xfrm>
            <a:off x="8051400" y="259236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4" y="3"/>
                </a:moveTo>
                <a:lnTo>
                  <a:pt x="5" y="0"/>
                </a:lnTo>
                <a:lnTo>
                  <a:pt x="7" y="3"/>
                </a:lnTo>
                <a:lnTo>
                  <a:pt x="2" y="7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2" y="3"/>
                </a:lnTo>
                <a:lnTo>
                  <a:pt x="4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6" name=""/>
          <p:cNvSpPr/>
          <p:nvPr/>
        </p:nvSpPr>
        <p:spPr>
          <a:xfrm>
            <a:off x="8047440" y="2582640"/>
            <a:ext cx="9360" cy="11160"/>
          </a:xfrm>
          <a:custGeom>
            <a:avLst/>
            <a:gdLst/>
            <a:ahLst/>
            <a:rect l="0" t="0" r="r" b="b"/>
            <a:pathLst>
              <a:path w="26" h="31">
                <a:moveTo>
                  <a:pt x="12" y="5"/>
                </a:moveTo>
                <a:lnTo>
                  <a:pt x="13" y="6"/>
                </a:lnTo>
                <a:lnTo>
                  <a:pt x="14" y="6"/>
                </a:lnTo>
                <a:lnTo>
                  <a:pt x="15" y="6"/>
                </a:lnTo>
                <a:lnTo>
                  <a:pt x="16" y="8"/>
                </a:lnTo>
                <a:lnTo>
                  <a:pt x="17" y="8"/>
                </a:lnTo>
                <a:lnTo>
                  <a:pt x="18" y="10"/>
                </a:lnTo>
                <a:lnTo>
                  <a:pt x="19" y="12"/>
                </a:lnTo>
                <a:lnTo>
                  <a:pt x="19" y="13"/>
                </a:lnTo>
                <a:lnTo>
                  <a:pt x="20" y="13"/>
                </a:lnTo>
                <a:lnTo>
                  <a:pt x="18" y="14"/>
                </a:lnTo>
                <a:lnTo>
                  <a:pt x="19" y="14"/>
                </a:lnTo>
                <a:lnTo>
                  <a:pt x="20" y="14"/>
                </a:lnTo>
                <a:lnTo>
                  <a:pt x="21" y="16"/>
                </a:lnTo>
                <a:lnTo>
                  <a:pt x="23" y="20"/>
                </a:lnTo>
                <a:lnTo>
                  <a:pt x="23" y="23"/>
                </a:lnTo>
                <a:lnTo>
                  <a:pt x="24" y="24"/>
                </a:lnTo>
                <a:lnTo>
                  <a:pt x="24" y="25"/>
                </a:lnTo>
                <a:lnTo>
                  <a:pt x="25" y="28"/>
                </a:lnTo>
                <a:lnTo>
                  <a:pt x="25" y="29"/>
                </a:lnTo>
                <a:lnTo>
                  <a:pt x="25" y="30"/>
                </a:lnTo>
                <a:lnTo>
                  <a:pt x="26" y="31"/>
                </a:lnTo>
                <a:lnTo>
                  <a:pt x="25" y="31"/>
                </a:lnTo>
                <a:lnTo>
                  <a:pt x="24" y="30"/>
                </a:lnTo>
                <a:lnTo>
                  <a:pt x="23" y="28"/>
                </a:lnTo>
                <a:lnTo>
                  <a:pt x="21" y="25"/>
                </a:lnTo>
                <a:lnTo>
                  <a:pt x="20" y="24"/>
                </a:lnTo>
                <a:lnTo>
                  <a:pt x="19" y="23"/>
                </a:lnTo>
                <a:lnTo>
                  <a:pt x="18" y="19"/>
                </a:lnTo>
                <a:lnTo>
                  <a:pt x="17" y="18"/>
                </a:lnTo>
                <a:lnTo>
                  <a:pt x="16" y="16"/>
                </a:lnTo>
                <a:lnTo>
                  <a:pt x="17" y="16"/>
                </a:lnTo>
                <a:lnTo>
                  <a:pt x="18" y="15"/>
                </a:lnTo>
                <a:lnTo>
                  <a:pt x="16" y="16"/>
                </a:lnTo>
                <a:lnTo>
                  <a:pt x="14" y="14"/>
                </a:lnTo>
                <a:lnTo>
                  <a:pt x="12" y="12"/>
                </a:lnTo>
                <a:lnTo>
                  <a:pt x="11" y="11"/>
                </a:lnTo>
                <a:lnTo>
                  <a:pt x="10" y="10"/>
                </a:lnTo>
                <a:lnTo>
                  <a:pt x="9" y="9"/>
                </a:lnTo>
                <a:lnTo>
                  <a:pt x="7" y="8"/>
                </a:lnTo>
                <a:lnTo>
                  <a:pt x="6" y="7"/>
                </a:lnTo>
                <a:lnTo>
                  <a:pt x="5" y="8"/>
                </a:lnTo>
                <a:lnTo>
                  <a:pt x="4" y="8"/>
                </a:lnTo>
                <a:lnTo>
                  <a:pt x="3" y="6"/>
                </a:ln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8" y="1"/>
                </a:lnTo>
                <a:lnTo>
                  <a:pt x="10" y="0"/>
                </a:lnTo>
                <a:lnTo>
                  <a:pt x="12" y="2"/>
                </a:lnTo>
                <a:lnTo>
                  <a:pt x="12" y="3"/>
                </a:lnTo>
                <a:lnTo>
                  <a:pt x="13" y="2"/>
                </a:lnTo>
                <a:lnTo>
                  <a:pt x="14" y="3"/>
                </a:lnTo>
                <a:lnTo>
                  <a:pt x="12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7" name=""/>
          <p:cNvSpPr/>
          <p:nvPr/>
        </p:nvSpPr>
        <p:spPr>
          <a:xfrm>
            <a:off x="7786080" y="2381040"/>
            <a:ext cx="499320" cy="400320"/>
          </a:xfrm>
          <a:custGeom>
            <a:avLst/>
            <a:gdLst/>
            <a:ahLst/>
            <a:rect l="0" t="0" r="r" b="b"/>
            <a:pathLst>
              <a:path w="1387" h="1112">
                <a:moveTo>
                  <a:pt x="628" y="12"/>
                </a:moveTo>
                <a:lnTo>
                  <a:pt x="628" y="13"/>
                </a:lnTo>
                <a:lnTo>
                  <a:pt x="628" y="15"/>
                </a:lnTo>
                <a:lnTo>
                  <a:pt x="629" y="15"/>
                </a:lnTo>
                <a:lnTo>
                  <a:pt x="630" y="14"/>
                </a:lnTo>
                <a:lnTo>
                  <a:pt x="631" y="13"/>
                </a:lnTo>
                <a:lnTo>
                  <a:pt x="632" y="14"/>
                </a:lnTo>
                <a:lnTo>
                  <a:pt x="636" y="16"/>
                </a:lnTo>
                <a:lnTo>
                  <a:pt x="636" y="15"/>
                </a:lnTo>
                <a:lnTo>
                  <a:pt x="637" y="16"/>
                </a:lnTo>
                <a:lnTo>
                  <a:pt x="638" y="17"/>
                </a:lnTo>
                <a:lnTo>
                  <a:pt x="639" y="19"/>
                </a:lnTo>
                <a:lnTo>
                  <a:pt x="639" y="21"/>
                </a:lnTo>
                <a:lnTo>
                  <a:pt x="640" y="22"/>
                </a:lnTo>
                <a:lnTo>
                  <a:pt x="641" y="22"/>
                </a:lnTo>
                <a:lnTo>
                  <a:pt x="642" y="22"/>
                </a:lnTo>
                <a:lnTo>
                  <a:pt x="643" y="22"/>
                </a:lnTo>
                <a:lnTo>
                  <a:pt x="643" y="23"/>
                </a:lnTo>
                <a:lnTo>
                  <a:pt x="644" y="23"/>
                </a:lnTo>
                <a:lnTo>
                  <a:pt x="645" y="23"/>
                </a:lnTo>
                <a:lnTo>
                  <a:pt x="645" y="22"/>
                </a:lnTo>
                <a:lnTo>
                  <a:pt x="646" y="22"/>
                </a:lnTo>
                <a:lnTo>
                  <a:pt x="648" y="23"/>
                </a:lnTo>
                <a:lnTo>
                  <a:pt x="649" y="23"/>
                </a:lnTo>
                <a:lnTo>
                  <a:pt x="649" y="24"/>
                </a:lnTo>
                <a:lnTo>
                  <a:pt x="650" y="27"/>
                </a:lnTo>
                <a:lnTo>
                  <a:pt x="653" y="29"/>
                </a:lnTo>
                <a:lnTo>
                  <a:pt x="654" y="30"/>
                </a:lnTo>
                <a:lnTo>
                  <a:pt x="655" y="30"/>
                </a:lnTo>
                <a:lnTo>
                  <a:pt x="655" y="29"/>
                </a:lnTo>
                <a:lnTo>
                  <a:pt x="656" y="28"/>
                </a:lnTo>
                <a:lnTo>
                  <a:pt x="657" y="28"/>
                </a:lnTo>
                <a:lnTo>
                  <a:pt x="658" y="28"/>
                </a:lnTo>
                <a:lnTo>
                  <a:pt x="659" y="28"/>
                </a:lnTo>
                <a:lnTo>
                  <a:pt x="659" y="27"/>
                </a:lnTo>
                <a:lnTo>
                  <a:pt x="661" y="26"/>
                </a:lnTo>
                <a:lnTo>
                  <a:pt x="665" y="27"/>
                </a:lnTo>
                <a:lnTo>
                  <a:pt x="666" y="27"/>
                </a:lnTo>
                <a:lnTo>
                  <a:pt x="667" y="27"/>
                </a:lnTo>
                <a:lnTo>
                  <a:pt x="667" y="28"/>
                </a:lnTo>
                <a:lnTo>
                  <a:pt x="666" y="28"/>
                </a:lnTo>
                <a:lnTo>
                  <a:pt x="666" y="29"/>
                </a:lnTo>
                <a:lnTo>
                  <a:pt x="668" y="30"/>
                </a:lnTo>
                <a:lnTo>
                  <a:pt x="669" y="29"/>
                </a:lnTo>
                <a:lnTo>
                  <a:pt x="670" y="28"/>
                </a:lnTo>
                <a:lnTo>
                  <a:pt x="670" y="27"/>
                </a:lnTo>
                <a:lnTo>
                  <a:pt x="671" y="27"/>
                </a:lnTo>
                <a:lnTo>
                  <a:pt x="672" y="27"/>
                </a:lnTo>
                <a:lnTo>
                  <a:pt x="672" y="28"/>
                </a:lnTo>
                <a:lnTo>
                  <a:pt x="672" y="29"/>
                </a:lnTo>
                <a:lnTo>
                  <a:pt x="674" y="30"/>
                </a:lnTo>
                <a:lnTo>
                  <a:pt x="675" y="30"/>
                </a:lnTo>
                <a:lnTo>
                  <a:pt x="677" y="30"/>
                </a:lnTo>
                <a:lnTo>
                  <a:pt x="679" y="31"/>
                </a:lnTo>
                <a:lnTo>
                  <a:pt x="680" y="32"/>
                </a:lnTo>
                <a:lnTo>
                  <a:pt x="680" y="33"/>
                </a:lnTo>
                <a:lnTo>
                  <a:pt x="679" y="33"/>
                </a:lnTo>
                <a:lnTo>
                  <a:pt x="679" y="34"/>
                </a:lnTo>
                <a:lnTo>
                  <a:pt x="679" y="36"/>
                </a:lnTo>
                <a:lnTo>
                  <a:pt x="679" y="37"/>
                </a:lnTo>
                <a:lnTo>
                  <a:pt x="680" y="37"/>
                </a:lnTo>
                <a:lnTo>
                  <a:pt x="681" y="37"/>
                </a:lnTo>
                <a:lnTo>
                  <a:pt x="682" y="37"/>
                </a:lnTo>
                <a:lnTo>
                  <a:pt x="682" y="36"/>
                </a:lnTo>
                <a:lnTo>
                  <a:pt x="685" y="35"/>
                </a:lnTo>
                <a:lnTo>
                  <a:pt x="685" y="34"/>
                </a:lnTo>
                <a:lnTo>
                  <a:pt x="686" y="34"/>
                </a:lnTo>
                <a:lnTo>
                  <a:pt x="687" y="34"/>
                </a:lnTo>
                <a:lnTo>
                  <a:pt x="688" y="33"/>
                </a:lnTo>
                <a:lnTo>
                  <a:pt x="689" y="33"/>
                </a:lnTo>
                <a:lnTo>
                  <a:pt x="690" y="33"/>
                </a:lnTo>
                <a:lnTo>
                  <a:pt x="691" y="33"/>
                </a:lnTo>
                <a:lnTo>
                  <a:pt x="691" y="34"/>
                </a:lnTo>
                <a:lnTo>
                  <a:pt x="692" y="34"/>
                </a:lnTo>
                <a:lnTo>
                  <a:pt x="693" y="33"/>
                </a:lnTo>
                <a:lnTo>
                  <a:pt x="694" y="32"/>
                </a:lnTo>
                <a:lnTo>
                  <a:pt x="695" y="31"/>
                </a:lnTo>
                <a:lnTo>
                  <a:pt x="696" y="31"/>
                </a:lnTo>
                <a:lnTo>
                  <a:pt x="697" y="31"/>
                </a:lnTo>
                <a:lnTo>
                  <a:pt x="698" y="32"/>
                </a:lnTo>
                <a:lnTo>
                  <a:pt x="698" y="30"/>
                </a:lnTo>
                <a:lnTo>
                  <a:pt x="699" y="30"/>
                </a:lnTo>
                <a:lnTo>
                  <a:pt x="698" y="30"/>
                </a:lnTo>
                <a:lnTo>
                  <a:pt x="698" y="29"/>
                </a:lnTo>
                <a:lnTo>
                  <a:pt x="698" y="28"/>
                </a:lnTo>
                <a:lnTo>
                  <a:pt x="699" y="27"/>
                </a:lnTo>
                <a:lnTo>
                  <a:pt x="700" y="27"/>
                </a:lnTo>
                <a:lnTo>
                  <a:pt x="702" y="27"/>
                </a:lnTo>
                <a:lnTo>
                  <a:pt x="703" y="27"/>
                </a:lnTo>
                <a:lnTo>
                  <a:pt x="702" y="26"/>
                </a:lnTo>
                <a:lnTo>
                  <a:pt x="705" y="26"/>
                </a:lnTo>
                <a:lnTo>
                  <a:pt x="706" y="26"/>
                </a:lnTo>
                <a:lnTo>
                  <a:pt x="708" y="26"/>
                </a:lnTo>
                <a:lnTo>
                  <a:pt x="709" y="25"/>
                </a:lnTo>
                <a:lnTo>
                  <a:pt x="709" y="24"/>
                </a:lnTo>
                <a:lnTo>
                  <a:pt x="710" y="24"/>
                </a:lnTo>
                <a:lnTo>
                  <a:pt x="711" y="25"/>
                </a:lnTo>
                <a:lnTo>
                  <a:pt x="712" y="27"/>
                </a:lnTo>
                <a:lnTo>
                  <a:pt x="713" y="29"/>
                </a:lnTo>
                <a:lnTo>
                  <a:pt x="712" y="30"/>
                </a:lnTo>
                <a:lnTo>
                  <a:pt x="712" y="31"/>
                </a:lnTo>
                <a:lnTo>
                  <a:pt x="713" y="31"/>
                </a:lnTo>
                <a:lnTo>
                  <a:pt x="715" y="31"/>
                </a:lnTo>
                <a:lnTo>
                  <a:pt x="715" y="30"/>
                </a:lnTo>
                <a:lnTo>
                  <a:pt x="716" y="30"/>
                </a:lnTo>
                <a:lnTo>
                  <a:pt x="717" y="30"/>
                </a:lnTo>
                <a:lnTo>
                  <a:pt x="718" y="30"/>
                </a:lnTo>
                <a:lnTo>
                  <a:pt x="720" y="31"/>
                </a:lnTo>
                <a:lnTo>
                  <a:pt x="723" y="31"/>
                </a:lnTo>
                <a:lnTo>
                  <a:pt x="723" y="30"/>
                </a:lnTo>
                <a:lnTo>
                  <a:pt x="724" y="30"/>
                </a:lnTo>
                <a:lnTo>
                  <a:pt x="725" y="27"/>
                </a:lnTo>
                <a:lnTo>
                  <a:pt x="725" y="26"/>
                </a:lnTo>
                <a:lnTo>
                  <a:pt x="725" y="25"/>
                </a:lnTo>
                <a:lnTo>
                  <a:pt x="725" y="24"/>
                </a:lnTo>
                <a:lnTo>
                  <a:pt x="726" y="23"/>
                </a:lnTo>
                <a:lnTo>
                  <a:pt x="727" y="23"/>
                </a:lnTo>
                <a:lnTo>
                  <a:pt x="727" y="22"/>
                </a:lnTo>
                <a:lnTo>
                  <a:pt x="729" y="21"/>
                </a:lnTo>
                <a:lnTo>
                  <a:pt x="730" y="21"/>
                </a:lnTo>
                <a:lnTo>
                  <a:pt x="731" y="21"/>
                </a:lnTo>
                <a:lnTo>
                  <a:pt x="733" y="19"/>
                </a:lnTo>
                <a:lnTo>
                  <a:pt x="735" y="13"/>
                </a:lnTo>
                <a:lnTo>
                  <a:pt x="734" y="11"/>
                </a:lnTo>
                <a:lnTo>
                  <a:pt x="733" y="10"/>
                </a:lnTo>
                <a:lnTo>
                  <a:pt x="733" y="8"/>
                </a:lnTo>
                <a:lnTo>
                  <a:pt x="734" y="7"/>
                </a:lnTo>
                <a:lnTo>
                  <a:pt x="738" y="6"/>
                </a:lnTo>
                <a:lnTo>
                  <a:pt x="739" y="6"/>
                </a:lnTo>
                <a:lnTo>
                  <a:pt x="739" y="5"/>
                </a:lnTo>
                <a:lnTo>
                  <a:pt x="741" y="6"/>
                </a:lnTo>
                <a:lnTo>
                  <a:pt x="742" y="6"/>
                </a:lnTo>
                <a:lnTo>
                  <a:pt x="743" y="6"/>
                </a:lnTo>
                <a:lnTo>
                  <a:pt x="744" y="6"/>
                </a:lnTo>
                <a:lnTo>
                  <a:pt x="744" y="5"/>
                </a:lnTo>
                <a:lnTo>
                  <a:pt x="745" y="5"/>
                </a:lnTo>
                <a:lnTo>
                  <a:pt x="746" y="4"/>
                </a:lnTo>
                <a:lnTo>
                  <a:pt x="747" y="4"/>
                </a:lnTo>
                <a:lnTo>
                  <a:pt x="747" y="3"/>
                </a:lnTo>
                <a:lnTo>
                  <a:pt x="750" y="3"/>
                </a:lnTo>
                <a:lnTo>
                  <a:pt x="752" y="4"/>
                </a:lnTo>
                <a:lnTo>
                  <a:pt x="753" y="4"/>
                </a:lnTo>
                <a:lnTo>
                  <a:pt x="754" y="4"/>
                </a:lnTo>
                <a:lnTo>
                  <a:pt x="755" y="4"/>
                </a:lnTo>
                <a:lnTo>
                  <a:pt x="756" y="4"/>
                </a:lnTo>
                <a:lnTo>
                  <a:pt x="756" y="5"/>
                </a:lnTo>
                <a:lnTo>
                  <a:pt x="756" y="6"/>
                </a:lnTo>
                <a:lnTo>
                  <a:pt x="755" y="6"/>
                </a:lnTo>
                <a:lnTo>
                  <a:pt x="755" y="7"/>
                </a:lnTo>
                <a:lnTo>
                  <a:pt x="753" y="9"/>
                </a:lnTo>
                <a:lnTo>
                  <a:pt x="752" y="9"/>
                </a:lnTo>
                <a:lnTo>
                  <a:pt x="752" y="10"/>
                </a:lnTo>
                <a:lnTo>
                  <a:pt x="752" y="12"/>
                </a:lnTo>
                <a:lnTo>
                  <a:pt x="752" y="13"/>
                </a:lnTo>
                <a:lnTo>
                  <a:pt x="753" y="13"/>
                </a:lnTo>
                <a:lnTo>
                  <a:pt x="756" y="13"/>
                </a:lnTo>
                <a:lnTo>
                  <a:pt x="757" y="13"/>
                </a:lnTo>
                <a:lnTo>
                  <a:pt x="757" y="14"/>
                </a:lnTo>
                <a:lnTo>
                  <a:pt x="758" y="15"/>
                </a:lnTo>
                <a:lnTo>
                  <a:pt x="758" y="16"/>
                </a:lnTo>
                <a:lnTo>
                  <a:pt x="759" y="16"/>
                </a:lnTo>
                <a:lnTo>
                  <a:pt x="760" y="16"/>
                </a:lnTo>
                <a:lnTo>
                  <a:pt x="760" y="15"/>
                </a:lnTo>
                <a:lnTo>
                  <a:pt x="761" y="15"/>
                </a:lnTo>
                <a:lnTo>
                  <a:pt x="762" y="14"/>
                </a:lnTo>
                <a:lnTo>
                  <a:pt x="763" y="14"/>
                </a:lnTo>
                <a:lnTo>
                  <a:pt x="764" y="14"/>
                </a:lnTo>
                <a:lnTo>
                  <a:pt x="763" y="15"/>
                </a:lnTo>
                <a:lnTo>
                  <a:pt x="763" y="16"/>
                </a:lnTo>
                <a:lnTo>
                  <a:pt x="762" y="16"/>
                </a:lnTo>
                <a:lnTo>
                  <a:pt x="761" y="17"/>
                </a:lnTo>
                <a:lnTo>
                  <a:pt x="761" y="18"/>
                </a:lnTo>
                <a:lnTo>
                  <a:pt x="762" y="18"/>
                </a:lnTo>
                <a:lnTo>
                  <a:pt x="763" y="19"/>
                </a:lnTo>
                <a:lnTo>
                  <a:pt x="764" y="19"/>
                </a:lnTo>
                <a:lnTo>
                  <a:pt x="763" y="19"/>
                </a:lnTo>
                <a:lnTo>
                  <a:pt x="763" y="20"/>
                </a:lnTo>
                <a:lnTo>
                  <a:pt x="764" y="21"/>
                </a:lnTo>
                <a:lnTo>
                  <a:pt x="764" y="22"/>
                </a:lnTo>
                <a:lnTo>
                  <a:pt x="764" y="23"/>
                </a:lnTo>
                <a:lnTo>
                  <a:pt x="764" y="24"/>
                </a:lnTo>
                <a:lnTo>
                  <a:pt x="763" y="25"/>
                </a:lnTo>
                <a:lnTo>
                  <a:pt x="762" y="26"/>
                </a:lnTo>
                <a:lnTo>
                  <a:pt x="761" y="26"/>
                </a:lnTo>
                <a:lnTo>
                  <a:pt x="761" y="27"/>
                </a:lnTo>
                <a:lnTo>
                  <a:pt x="763" y="28"/>
                </a:lnTo>
                <a:lnTo>
                  <a:pt x="764" y="29"/>
                </a:lnTo>
                <a:lnTo>
                  <a:pt x="764" y="28"/>
                </a:lnTo>
                <a:lnTo>
                  <a:pt x="765" y="29"/>
                </a:lnTo>
                <a:lnTo>
                  <a:pt x="766" y="29"/>
                </a:lnTo>
                <a:lnTo>
                  <a:pt x="766" y="30"/>
                </a:lnTo>
                <a:lnTo>
                  <a:pt x="767" y="30"/>
                </a:lnTo>
                <a:lnTo>
                  <a:pt x="766" y="31"/>
                </a:lnTo>
                <a:lnTo>
                  <a:pt x="764" y="31"/>
                </a:lnTo>
                <a:lnTo>
                  <a:pt x="763" y="31"/>
                </a:lnTo>
                <a:lnTo>
                  <a:pt x="762" y="32"/>
                </a:lnTo>
                <a:lnTo>
                  <a:pt x="762" y="33"/>
                </a:lnTo>
                <a:lnTo>
                  <a:pt x="762" y="35"/>
                </a:lnTo>
                <a:lnTo>
                  <a:pt x="762" y="36"/>
                </a:lnTo>
                <a:lnTo>
                  <a:pt x="761" y="37"/>
                </a:lnTo>
                <a:lnTo>
                  <a:pt x="760" y="37"/>
                </a:lnTo>
                <a:lnTo>
                  <a:pt x="761" y="38"/>
                </a:lnTo>
                <a:lnTo>
                  <a:pt x="762" y="39"/>
                </a:lnTo>
                <a:lnTo>
                  <a:pt x="763" y="39"/>
                </a:lnTo>
                <a:lnTo>
                  <a:pt x="764" y="40"/>
                </a:lnTo>
                <a:lnTo>
                  <a:pt x="763" y="41"/>
                </a:lnTo>
                <a:lnTo>
                  <a:pt x="763" y="42"/>
                </a:lnTo>
                <a:lnTo>
                  <a:pt x="764" y="42"/>
                </a:lnTo>
                <a:lnTo>
                  <a:pt x="764" y="43"/>
                </a:lnTo>
                <a:lnTo>
                  <a:pt x="765" y="43"/>
                </a:lnTo>
                <a:lnTo>
                  <a:pt x="766" y="42"/>
                </a:lnTo>
                <a:lnTo>
                  <a:pt x="766" y="40"/>
                </a:lnTo>
                <a:lnTo>
                  <a:pt x="767" y="39"/>
                </a:lnTo>
                <a:lnTo>
                  <a:pt x="767" y="38"/>
                </a:lnTo>
                <a:lnTo>
                  <a:pt x="768" y="37"/>
                </a:lnTo>
                <a:lnTo>
                  <a:pt x="769" y="36"/>
                </a:lnTo>
                <a:lnTo>
                  <a:pt x="770" y="37"/>
                </a:lnTo>
                <a:lnTo>
                  <a:pt x="771" y="36"/>
                </a:lnTo>
                <a:lnTo>
                  <a:pt x="772" y="36"/>
                </a:lnTo>
                <a:lnTo>
                  <a:pt x="773" y="37"/>
                </a:lnTo>
                <a:lnTo>
                  <a:pt x="774" y="36"/>
                </a:lnTo>
                <a:lnTo>
                  <a:pt x="776" y="33"/>
                </a:lnTo>
                <a:lnTo>
                  <a:pt x="777" y="32"/>
                </a:lnTo>
                <a:lnTo>
                  <a:pt x="778" y="31"/>
                </a:lnTo>
                <a:lnTo>
                  <a:pt x="779" y="31"/>
                </a:lnTo>
                <a:lnTo>
                  <a:pt x="780" y="31"/>
                </a:lnTo>
                <a:lnTo>
                  <a:pt x="781" y="31"/>
                </a:lnTo>
                <a:lnTo>
                  <a:pt x="781" y="30"/>
                </a:lnTo>
                <a:lnTo>
                  <a:pt x="783" y="28"/>
                </a:lnTo>
                <a:lnTo>
                  <a:pt x="784" y="29"/>
                </a:lnTo>
                <a:lnTo>
                  <a:pt x="785" y="28"/>
                </a:lnTo>
                <a:lnTo>
                  <a:pt x="786" y="28"/>
                </a:lnTo>
                <a:lnTo>
                  <a:pt x="788" y="27"/>
                </a:lnTo>
                <a:lnTo>
                  <a:pt x="788" y="28"/>
                </a:lnTo>
                <a:lnTo>
                  <a:pt x="788" y="29"/>
                </a:lnTo>
                <a:lnTo>
                  <a:pt x="789" y="29"/>
                </a:lnTo>
                <a:lnTo>
                  <a:pt x="790" y="29"/>
                </a:lnTo>
                <a:lnTo>
                  <a:pt x="791" y="28"/>
                </a:lnTo>
                <a:lnTo>
                  <a:pt x="791" y="27"/>
                </a:lnTo>
                <a:lnTo>
                  <a:pt x="792" y="26"/>
                </a:lnTo>
                <a:lnTo>
                  <a:pt x="793" y="26"/>
                </a:lnTo>
                <a:lnTo>
                  <a:pt x="794" y="27"/>
                </a:lnTo>
                <a:lnTo>
                  <a:pt x="795" y="27"/>
                </a:lnTo>
                <a:lnTo>
                  <a:pt x="795" y="29"/>
                </a:lnTo>
                <a:lnTo>
                  <a:pt x="795" y="30"/>
                </a:lnTo>
                <a:lnTo>
                  <a:pt x="796" y="29"/>
                </a:lnTo>
                <a:lnTo>
                  <a:pt x="797" y="29"/>
                </a:lnTo>
                <a:lnTo>
                  <a:pt x="798" y="30"/>
                </a:lnTo>
                <a:lnTo>
                  <a:pt x="799" y="30"/>
                </a:lnTo>
                <a:lnTo>
                  <a:pt x="799" y="29"/>
                </a:lnTo>
                <a:lnTo>
                  <a:pt x="801" y="29"/>
                </a:lnTo>
                <a:lnTo>
                  <a:pt x="802" y="29"/>
                </a:lnTo>
                <a:lnTo>
                  <a:pt x="802" y="30"/>
                </a:lnTo>
                <a:lnTo>
                  <a:pt x="804" y="30"/>
                </a:lnTo>
                <a:lnTo>
                  <a:pt x="805" y="31"/>
                </a:lnTo>
                <a:lnTo>
                  <a:pt x="806" y="31"/>
                </a:lnTo>
                <a:lnTo>
                  <a:pt x="806" y="30"/>
                </a:lnTo>
                <a:lnTo>
                  <a:pt x="807" y="29"/>
                </a:lnTo>
                <a:lnTo>
                  <a:pt x="807" y="28"/>
                </a:lnTo>
                <a:lnTo>
                  <a:pt x="809" y="28"/>
                </a:lnTo>
                <a:lnTo>
                  <a:pt x="810" y="28"/>
                </a:lnTo>
                <a:lnTo>
                  <a:pt x="810" y="29"/>
                </a:lnTo>
                <a:lnTo>
                  <a:pt x="811" y="29"/>
                </a:lnTo>
                <a:lnTo>
                  <a:pt x="811" y="30"/>
                </a:lnTo>
                <a:lnTo>
                  <a:pt x="811" y="31"/>
                </a:lnTo>
                <a:lnTo>
                  <a:pt x="813" y="30"/>
                </a:lnTo>
                <a:lnTo>
                  <a:pt x="812" y="29"/>
                </a:lnTo>
                <a:lnTo>
                  <a:pt x="811" y="28"/>
                </a:lnTo>
                <a:lnTo>
                  <a:pt x="812" y="28"/>
                </a:lnTo>
                <a:lnTo>
                  <a:pt x="812" y="27"/>
                </a:lnTo>
                <a:lnTo>
                  <a:pt x="813" y="27"/>
                </a:lnTo>
                <a:lnTo>
                  <a:pt x="814" y="27"/>
                </a:lnTo>
                <a:lnTo>
                  <a:pt x="815" y="27"/>
                </a:lnTo>
                <a:lnTo>
                  <a:pt x="815" y="25"/>
                </a:lnTo>
                <a:lnTo>
                  <a:pt x="814" y="25"/>
                </a:lnTo>
                <a:lnTo>
                  <a:pt x="813" y="25"/>
                </a:lnTo>
                <a:lnTo>
                  <a:pt x="813" y="24"/>
                </a:lnTo>
                <a:lnTo>
                  <a:pt x="813" y="23"/>
                </a:lnTo>
                <a:lnTo>
                  <a:pt x="813" y="22"/>
                </a:lnTo>
                <a:lnTo>
                  <a:pt x="813" y="21"/>
                </a:lnTo>
                <a:lnTo>
                  <a:pt x="814" y="21"/>
                </a:lnTo>
                <a:lnTo>
                  <a:pt x="815" y="20"/>
                </a:lnTo>
                <a:lnTo>
                  <a:pt x="816" y="20"/>
                </a:lnTo>
                <a:lnTo>
                  <a:pt x="816" y="21"/>
                </a:lnTo>
                <a:lnTo>
                  <a:pt x="817" y="21"/>
                </a:lnTo>
                <a:lnTo>
                  <a:pt x="818" y="20"/>
                </a:lnTo>
                <a:lnTo>
                  <a:pt x="819" y="20"/>
                </a:lnTo>
                <a:lnTo>
                  <a:pt x="819" y="21"/>
                </a:lnTo>
                <a:lnTo>
                  <a:pt x="820" y="21"/>
                </a:lnTo>
                <a:lnTo>
                  <a:pt x="822" y="22"/>
                </a:lnTo>
                <a:lnTo>
                  <a:pt x="823" y="22"/>
                </a:lnTo>
                <a:lnTo>
                  <a:pt x="823" y="21"/>
                </a:lnTo>
                <a:lnTo>
                  <a:pt x="825" y="21"/>
                </a:lnTo>
                <a:lnTo>
                  <a:pt x="825" y="22"/>
                </a:lnTo>
                <a:lnTo>
                  <a:pt x="826" y="23"/>
                </a:lnTo>
                <a:lnTo>
                  <a:pt x="827" y="23"/>
                </a:lnTo>
                <a:lnTo>
                  <a:pt x="827" y="24"/>
                </a:lnTo>
                <a:lnTo>
                  <a:pt x="827" y="23"/>
                </a:lnTo>
                <a:lnTo>
                  <a:pt x="828" y="22"/>
                </a:lnTo>
                <a:lnTo>
                  <a:pt x="829" y="21"/>
                </a:lnTo>
                <a:lnTo>
                  <a:pt x="830" y="21"/>
                </a:lnTo>
                <a:lnTo>
                  <a:pt x="831" y="20"/>
                </a:lnTo>
                <a:lnTo>
                  <a:pt x="831" y="19"/>
                </a:lnTo>
                <a:lnTo>
                  <a:pt x="832" y="19"/>
                </a:lnTo>
                <a:lnTo>
                  <a:pt x="833" y="19"/>
                </a:lnTo>
                <a:lnTo>
                  <a:pt x="834" y="19"/>
                </a:lnTo>
                <a:lnTo>
                  <a:pt x="835" y="18"/>
                </a:lnTo>
                <a:lnTo>
                  <a:pt x="835" y="17"/>
                </a:lnTo>
                <a:lnTo>
                  <a:pt x="836" y="16"/>
                </a:lnTo>
                <a:lnTo>
                  <a:pt x="835" y="14"/>
                </a:lnTo>
                <a:lnTo>
                  <a:pt x="836" y="14"/>
                </a:lnTo>
                <a:lnTo>
                  <a:pt x="836" y="13"/>
                </a:lnTo>
                <a:lnTo>
                  <a:pt x="837" y="11"/>
                </a:lnTo>
                <a:lnTo>
                  <a:pt x="837" y="10"/>
                </a:lnTo>
                <a:lnTo>
                  <a:pt x="838" y="8"/>
                </a:lnTo>
                <a:lnTo>
                  <a:pt x="840" y="8"/>
                </a:lnTo>
                <a:lnTo>
                  <a:pt x="841" y="8"/>
                </a:lnTo>
                <a:lnTo>
                  <a:pt x="841" y="9"/>
                </a:lnTo>
                <a:lnTo>
                  <a:pt x="842" y="9"/>
                </a:lnTo>
                <a:lnTo>
                  <a:pt x="843" y="10"/>
                </a:lnTo>
                <a:lnTo>
                  <a:pt x="844" y="11"/>
                </a:lnTo>
                <a:lnTo>
                  <a:pt x="845" y="10"/>
                </a:lnTo>
                <a:lnTo>
                  <a:pt x="845" y="9"/>
                </a:lnTo>
                <a:lnTo>
                  <a:pt x="846" y="9"/>
                </a:lnTo>
                <a:lnTo>
                  <a:pt x="847" y="9"/>
                </a:lnTo>
                <a:lnTo>
                  <a:pt x="848" y="8"/>
                </a:lnTo>
                <a:lnTo>
                  <a:pt x="849" y="8"/>
                </a:lnTo>
                <a:lnTo>
                  <a:pt x="850" y="7"/>
                </a:lnTo>
                <a:lnTo>
                  <a:pt x="850" y="6"/>
                </a:lnTo>
                <a:lnTo>
                  <a:pt x="849" y="6"/>
                </a:lnTo>
                <a:lnTo>
                  <a:pt x="849" y="5"/>
                </a:lnTo>
                <a:lnTo>
                  <a:pt x="848" y="4"/>
                </a:lnTo>
                <a:lnTo>
                  <a:pt x="849" y="4"/>
                </a:lnTo>
                <a:lnTo>
                  <a:pt x="850" y="4"/>
                </a:lnTo>
                <a:lnTo>
                  <a:pt x="851" y="3"/>
                </a:lnTo>
                <a:lnTo>
                  <a:pt x="852" y="1"/>
                </a:lnTo>
                <a:lnTo>
                  <a:pt x="853" y="1"/>
                </a:lnTo>
                <a:lnTo>
                  <a:pt x="854" y="0"/>
                </a:lnTo>
                <a:lnTo>
                  <a:pt x="855" y="0"/>
                </a:lnTo>
                <a:lnTo>
                  <a:pt x="855" y="1"/>
                </a:lnTo>
                <a:lnTo>
                  <a:pt x="856" y="1"/>
                </a:lnTo>
                <a:lnTo>
                  <a:pt x="857" y="2"/>
                </a:lnTo>
                <a:lnTo>
                  <a:pt x="858" y="2"/>
                </a:lnTo>
                <a:lnTo>
                  <a:pt x="859" y="2"/>
                </a:lnTo>
                <a:lnTo>
                  <a:pt x="860" y="2"/>
                </a:lnTo>
                <a:lnTo>
                  <a:pt x="860" y="3"/>
                </a:lnTo>
                <a:lnTo>
                  <a:pt x="861" y="3"/>
                </a:lnTo>
                <a:lnTo>
                  <a:pt x="861" y="2"/>
                </a:lnTo>
                <a:lnTo>
                  <a:pt x="862" y="2"/>
                </a:lnTo>
                <a:lnTo>
                  <a:pt x="862" y="3"/>
                </a:lnTo>
                <a:lnTo>
                  <a:pt x="861" y="4"/>
                </a:lnTo>
                <a:lnTo>
                  <a:pt x="861" y="6"/>
                </a:lnTo>
                <a:lnTo>
                  <a:pt x="862" y="7"/>
                </a:lnTo>
                <a:lnTo>
                  <a:pt x="863" y="6"/>
                </a:lnTo>
                <a:lnTo>
                  <a:pt x="862" y="5"/>
                </a:lnTo>
                <a:lnTo>
                  <a:pt x="862" y="4"/>
                </a:lnTo>
                <a:lnTo>
                  <a:pt x="862" y="3"/>
                </a:lnTo>
                <a:lnTo>
                  <a:pt x="863" y="3"/>
                </a:lnTo>
                <a:lnTo>
                  <a:pt x="864" y="3"/>
                </a:lnTo>
                <a:lnTo>
                  <a:pt x="865" y="4"/>
                </a:lnTo>
                <a:lnTo>
                  <a:pt x="865" y="5"/>
                </a:lnTo>
                <a:lnTo>
                  <a:pt x="866" y="5"/>
                </a:lnTo>
                <a:lnTo>
                  <a:pt x="866" y="7"/>
                </a:lnTo>
                <a:lnTo>
                  <a:pt x="866" y="8"/>
                </a:lnTo>
                <a:lnTo>
                  <a:pt x="866" y="9"/>
                </a:lnTo>
                <a:lnTo>
                  <a:pt x="867" y="8"/>
                </a:lnTo>
                <a:lnTo>
                  <a:pt x="867" y="9"/>
                </a:lnTo>
                <a:lnTo>
                  <a:pt x="866" y="9"/>
                </a:lnTo>
                <a:lnTo>
                  <a:pt x="866" y="11"/>
                </a:lnTo>
                <a:lnTo>
                  <a:pt x="867" y="11"/>
                </a:lnTo>
                <a:lnTo>
                  <a:pt x="869" y="11"/>
                </a:lnTo>
                <a:lnTo>
                  <a:pt x="869" y="12"/>
                </a:lnTo>
                <a:lnTo>
                  <a:pt x="870" y="13"/>
                </a:lnTo>
                <a:lnTo>
                  <a:pt x="870" y="14"/>
                </a:lnTo>
                <a:lnTo>
                  <a:pt x="871" y="14"/>
                </a:lnTo>
                <a:lnTo>
                  <a:pt x="872" y="15"/>
                </a:lnTo>
                <a:lnTo>
                  <a:pt x="872" y="16"/>
                </a:lnTo>
                <a:lnTo>
                  <a:pt x="873" y="16"/>
                </a:lnTo>
                <a:lnTo>
                  <a:pt x="874" y="17"/>
                </a:lnTo>
                <a:lnTo>
                  <a:pt x="875" y="17"/>
                </a:lnTo>
                <a:lnTo>
                  <a:pt x="877" y="16"/>
                </a:lnTo>
                <a:lnTo>
                  <a:pt x="878" y="16"/>
                </a:lnTo>
                <a:lnTo>
                  <a:pt x="880" y="16"/>
                </a:lnTo>
                <a:lnTo>
                  <a:pt x="880" y="17"/>
                </a:lnTo>
                <a:lnTo>
                  <a:pt x="881" y="18"/>
                </a:lnTo>
                <a:lnTo>
                  <a:pt x="882" y="19"/>
                </a:lnTo>
                <a:lnTo>
                  <a:pt x="883" y="19"/>
                </a:lnTo>
                <a:lnTo>
                  <a:pt x="883" y="18"/>
                </a:lnTo>
                <a:lnTo>
                  <a:pt x="884" y="18"/>
                </a:lnTo>
                <a:lnTo>
                  <a:pt x="884" y="17"/>
                </a:lnTo>
                <a:lnTo>
                  <a:pt x="884" y="16"/>
                </a:lnTo>
                <a:lnTo>
                  <a:pt x="886" y="17"/>
                </a:lnTo>
                <a:lnTo>
                  <a:pt x="886" y="18"/>
                </a:lnTo>
                <a:lnTo>
                  <a:pt x="887" y="18"/>
                </a:lnTo>
                <a:lnTo>
                  <a:pt x="888" y="18"/>
                </a:lnTo>
                <a:lnTo>
                  <a:pt x="889" y="18"/>
                </a:lnTo>
                <a:lnTo>
                  <a:pt x="888" y="19"/>
                </a:lnTo>
                <a:lnTo>
                  <a:pt x="888" y="20"/>
                </a:lnTo>
                <a:lnTo>
                  <a:pt x="889" y="20"/>
                </a:lnTo>
                <a:lnTo>
                  <a:pt x="890" y="20"/>
                </a:lnTo>
                <a:lnTo>
                  <a:pt x="890" y="21"/>
                </a:lnTo>
                <a:lnTo>
                  <a:pt x="891" y="21"/>
                </a:lnTo>
                <a:lnTo>
                  <a:pt x="891" y="22"/>
                </a:lnTo>
                <a:lnTo>
                  <a:pt x="891" y="23"/>
                </a:lnTo>
                <a:lnTo>
                  <a:pt x="891" y="24"/>
                </a:lnTo>
                <a:lnTo>
                  <a:pt x="892" y="24"/>
                </a:lnTo>
                <a:lnTo>
                  <a:pt x="893" y="24"/>
                </a:lnTo>
                <a:lnTo>
                  <a:pt x="895" y="25"/>
                </a:lnTo>
                <a:lnTo>
                  <a:pt x="895" y="26"/>
                </a:lnTo>
                <a:lnTo>
                  <a:pt x="895" y="29"/>
                </a:lnTo>
                <a:lnTo>
                  <a:pt x="895" y="30"/>
                </a:lnTo>
                <a:lnTo>
                  <a:pt x="895" y="31"/>
                </a:lnTo>
                <a:lnTo>
                  <a:pt x="896" y="32"/>
                </a:lnTo>
                <a:lnTo>
                  <a:pt x="895" y="32"/>
                </a:lnTo>
                <a:lnTo>
                  <a:pt x="894" y="33"/>
                </a:lnTo>
                <a:lnTo>
                  <a:pt x="895" y="34"/>
                </a:lnTo>
                <a:lnTo>
                  <a:pt x="896" y="34"/>
                </a:lnTo>
                <a:lnTo>
                  <a:pt x="896" y="33"/>
                </a:lnTo>
                <a:lnTo>
                  <a:pt x="897" y="33"/>
                </a:lnTo>
                <a:lnTo>
                  <a:pt x="897" y="34"/>
                </a:lnTo>
                <a:lnTo>
                  <a:pt x="896" y="35"/>
                </a:lnTo>
                <a:lnTo>
                  <a:pt x="894" y="36"/>
                </a:lnTo>
                <a:lnTo>
                  <a:pt x="893" y="35"/>
                </a:lnTo>
                <a:lnTo>
                  <a:pt x="893" y="34"/>
                </a:lnTo>
                <a:lnTo>
                  <a:pt x="892" y="34"/>
                </a:lnTo>
                <a:lnTo>
                  <a:pt x="891" y="35"/>
                </a:lnTo>
                <a:lnTo>
                  <a:pt x="891" y="36"/>
                </a:lnTo>
                <a:lnTo>
                  <a:pt x="890" y="37"/>
                </a:lnTo>
                <a:lnTo>
                  <a:pt x="889" y="37"/>
                </a:lnTo>
                <a:lnTo>
                  <a:pt x="888" y="37"/>
                </a:lnTo>
                <a:lnTo>
                  <a:pt x="888" y="38"/>
                </a:lnTo>
                <a:lnTo>
                  <a:pt x="888" y="39"/>
                </a:lnTo>
                <a:lnTo>
                  <a:pt x="887" y="39"/>
                </a:lnTo>
                <a:lnTo>
                  <a:pt x="888" y="41"/>
                </a:lnTo>
                <a:lnTo>
                  <a:pt x="888" y="42"/>
                </a:lnTo>
                <a:lnTo>
                  <a:pt x="887" y="42"/>
                </a:lnTo>
                <a:lnTo>
                  <a:pt x="886" y="42"/>
                </a:lnTo>
                <a:lnTo>
                  <a:pt x="885" y="42"/>
                </a:lnTo>
                <a:lnTo>
                  <a:pt x="884" y="43"/>
                </a:lnTo>
                <a:lnTo>
                  <a:pt x="885" y="43"/>
                </a:lnTo>
                <a:lnTo>
                  <a:pt x="885" y="44"/>
                </a:lnTo>
                <a:lnTo>
                  <a:pt x="886" y="44"/>
                </a:lnTo>
                <a:lnTo>
                  <a:pt x="886" y="46"/>
                </a:lnTo>
                <a:lnTo>
                  <a:pt x="886" y="47"/>
                </a:lnTo>
                <a:lnTo>
                  <a:pt x="888" y="48"/>
                </a:lnTo>
                <a:lnTo>
                  <a:pt x="889" y="48"/>
                </a:lnTo>
                <a:lnTo>
                  <a:pt x="889" y="49"/>
                </a:lnTo>
                <a:lnTo>
                  <a:pt x="891" y="49"/>
                </a:lnTo>
                <a:lnTo>
                  <a:pt x="892" y="49"/>
                </a:lnTo>
                <a:lnTo>
                  <a:pt x="892" y="48"/>
                </a:lnTo>
                <a:lnTo>
                  <a:pt x="893" y="48"/>
                </a:lnTo>
                <a:lnTo>
                  <a:pt x="893" y="49"/>
                </a:lnTo>
                <a:lnTo>
                  <a:pt x="894" y="50"/>
                </a:lnTo>
                <a:lnTo>
                  <a:pt x="895" y="50"/>
                </a:lnTo>
                <a:lnTo>
                  <a:pt x="896" y="50"/>
                </a:lnTo>
                <a:lnTo>
                  <a:pt x="896" y="51"/>
                </a:lnTo>
                <a:lnTo>
                  <a:pt x="895" y="51"/>
                </a:lnTo>
                <a:lnTo>
                  <a:pt x="895" y="52"/>
                </a:lnTo>
                <a:lnTo>
                  <a:pt x="895" y="53"/>
                </a:lnTo>
                <a:lnTo>
                  <a:pt x="896" y="53"/>
                </a:lnTo>
                <a:lnTo>
                  <a:pt x="897" y="54"/>
                </a:lnTo>
                <a:lnTo>
                  <a:pt x="897" y="55"/>
                </a:lnTo>
                <a:lnTo>
                  <a:pt x="897" y="56"/>
                </a:lnTo>
                <a:lnTo>
                  <a:pt x="896" y="56"/>
                </a:lnTo>
                <a:lnTo>
                  <a:pt x="896" y="57"/>
                </a:lnTo>
                <a:lnTo>
                  <a:pt x="895" y="58"/>
                </a:lnTo>
                <a:lnTo>
                  <a:pt x="894" y="58"/>
                </a:lnTo>
                <a:lnTo>
                  <a:pt x="893" y="58"/>
                </a:lnTo>
                <a:lnTo>
                  <a:pt x="893" y="59"/>
                </a:lnTo>
                <a:lnTo>
                  <a:pt x="892" y="60"/>
                </a:lnTo>
                <a:lnTo>
                  <a:pt x="891" y="60"/>
                </a:lnTo>
                <a:lnTo>
                  <a:pt x="890" y="60"/>
                </a:lnTo>
                <a:lnTo>
                  <a:pt x="889" y="61"/>
                </a:lnTo>
                <a:lnTo>
                  <a:pt x="888" y="61"/>
                </a:lnTo>
                <a:lnTo>
                  <a:pt x="887" y="60"/>
                </a:lnTo>
                <a:lnTo>
                  <a:pt x="886" y="60"/>
                </a:lnTo>
                <a:lnTo>
                  <a:pt x="886" y="61"/>
                </a:lnTo>
                <a:lnTo>
                  <a:pt x="885" y="61"/>
                </a:lnTo>
                <a:lnTo>
                  <a:pt x="885" y="62"/>
                </a:lnTo>
                <a:lnTo>
                  <a:pt x="885" y="63"/>
                </a:lnTo>
                <a:lnTo>
                  <a:pt x="885" y="62"/>
                </a:lnTo>
                <a:lnTo>
                  <a:pt x="884" y="61"/>
                </a:lnTo>
                <a:lnTo>
                  <a:pt x="884" y="62"/>
                </a:lnTo>
                <a:lnTo>
                  <a:pt x="883" y="63"/>
                </a:lnTo>
                <a:lnTo>
                  <a:pt x="884" y="63"/>
                </a:lnTo>
                <a:lnTo>
                  <a:pt x="884" y="64"/>
                </a:lnTo>
                <a:lnTo>
                  <a:pt x="884" y="65"/>
                </a:lnTo>
                <a:lnTo>
                  <a:pt x="883" y="65"/>
                </a:lnTo>
                <a:lnTo>
                  <a:pt x="883" y="66"/>
                </a:lnTo>
                <a:lnTo>
                  <a:pt x="883" y="67"/>
                </a:lnTo>
                <a:lnTo>
                  <a:pt x="882" y="67"/>
                </a:lnTo>
                <a:lnTo>
                  <a:pt x="881" y="67"/>
                </a:lnTo>
                <a:lnTo>
                  <a:pt x="880" y="67"/>
                </a:lnTo>
                <a:lnTo>
                  <a:pt x="880" y="68"/>
                </a:lnTo>
                <a:lnTo>
                  <a:pt x="880" y="69"/>
                </a:lnTo>
                <a:lnTo>
                  <a:pt x="880" y="68"/>
                </a:lnTo>
                <a:lnTo>
                  <a:pt x="879" y="68"/>
                </a:lnTo>
                <a:lnTo>
                  <a:pt x="876" y="68"/>
                </a:lnTo>
                <a:lnTo>
                  <a:pt x="874" y="68"/>
                </a:lnTo>
                <a:lnTo>
                  <a:pt x="874" y="67"/>
                </a:lnTo>
                <a:lnTo>
                  <a:pt x="873" y="67"/>
                </a:lnTo>
                <a:lnTo>
                  <a:pt x="873" y="66"/>
                </a:lnTo>
                <a:lnTo>
                  <a:pt x="872" y="67"/>
                </a:lnTo>
                <a:lnTo>
                  <a:pt x="871" y="68"/>
                </a:lnTo>
                <a:lnTo>
                  <a:pt x="870" y="68"/>
                </a:lnTo>
                <a:lnTo>
                  <a:pt x="868" y="68"/>
                </a:lnTo>
                <a:lnTo>
                  <a:pt x="867" y="68"/>
                </a:lnTo>
                <a:lnTo>
                  <a:pt x="866" y="68"/>
                </a:lnTo>
                <a:lnTo>
                  <a:pt x="865" y="68"/>
                </a:lnTo>
                <a:lnTo>
                  <a:pt x="864" y="70"/>
                </a:lnTo>
                <a:lnTo>
                  <a:pt x="864" y="71"/>
                </a:lnTo>
                <a:lnTo>
                  <a:pt x="864" y="72"/>
                </a:lnTo>
                <a:lnTo>
                  <a:pt x="863" y="74"/>
                </a:lnTo>
                <a:lnTo>
                  <a:pt x="862" y="74"/>
                </a:lnTo>
                <a:lnTo>
                  <a:pt x="862" y="75"/>
                </a:lnTo>
                <a:lnTo>
                  <a:pt x="862" y="76"/>
                </a:lnTo>
                <a:lnTo>
                  <a:pt x="862" y="77"/>
                </a:lnTo>
                <a:lnTo>
                  <a:pt x="862" y="79"/>
                </a:lnTo>
                <a:lnTo>
                  <a:pt x="862" y="80"/>
                </a:lnTo>
                <a:lnTo>
                  <a:pt x="861" y="80"/>
                </a:lnTo>
                <a:lnTo>
                  <a:pt x="860" y="81"/>
                </a:lnTo>
                <a:lnTo>
                  <a:pt x="859" y="80"/>
                </a:lnTo>
                <a:lnTo>
                  <a:pt x="858" y="80"/>
                </a:lnTo>
                <a:lnTo>
                  <a:pt x="857" y="80"/>
                </a:lnTo>
                <a:lnTo>
                  <a:pt x="857" y="81"/>
                </a:lnTo>
                <a:lnTo>
                  <a:pt x="857" y="82"/>
                </a:lnTo>
                <a:lnTo>
                  <a:pt x="857" y="83"/>
                </a:lnTo>
                <a:lnTo>
                  <a:pt x="857" y="84"/>
                </a:lnTo>
                <a:lnTo>
                  <a:pt x="857" y="85"/>
                </a:lnTo>
                <a:lnTo>
                  <a:pt x="856" y="85"/>
                </a:lnTo>
                <a:lnTo>
                  <a:pt x="855" y="85"/>
                </a:lnTo>
                <a:lnTo>
                  <a:pt x="853" y="85"/>
                </a:lnTo>
                <a:lnTo>
                  <a:pt x="852" y="85"/>
                </a:lnTo>
                <a:lnTo>
                  <a:pt x="852" y="84"/>
                </a:lnTo>
                <a:lnTo>
                  <a:pt x="851" y="85"/>
                </a:lnTo>
                <a:lnTo>
                  <a:pt x="850" y="86"/>
                </a:lnTo>
                <a:lnTo>
                  <a:pt x="849" y="86"/>
                </a:lnTo>
                <a:lnTo>
                  <a:pt x="848" y="87"/>
                </a:lnTo>
                <a:lnTo>
                  <a:pt x="847" y="87"/>
                </a:lnTo>
                <a:lnTo>
                  <a:pt x="848" y="89"/>
                </a:lnTo>
                <a:lnTo>
                  <a:pt x="848" y="90"/>
                </a:lnTo>
                <a:lnTo>
                  <a:pt x="847" y="91"/>
                </a:lnTo>
                <a:lnTo>
                  <a:pt x="846" y="92"/>
                </a:lnTo>
                <a:lnTo>
                  <a:pt x="845" y="92"/>
                </a:lnTo>
                <a:lnTo>
                  <a:pt x="844" y="92"/>
                </a:lnTo>
                <a:lnTo>
                  <a:pt x="843" y="92"/>
                </a:lnTo>
                <a:lnTo>
                  <a:pt x="842" y="92"/>
                </a:lnTo>
                <a:lnTo>
                  <a:pt x="841" y="93"/>
                </a:lnTo>
                <a:lnTo>
                  <a:pt x="841" y="95"/>
                </a:lnTo>
                <a:lnTo>
                  <a:pt x="842" y="94"/>
                </a:lnTo>
                <a:lnTo>
                  <a:pt x="842" y="95"/>
                </a:lnTo>
                <a:lnTo>
                  <a:pt x="842" y="96"/>
                </a:lnTo>
                <a:lnTo>
                  <a:pt x="841" y="96"/>
                </a:lnTo>
                <a:lnTo>
                  <a:pt x="840" y="96"/>
                </a:lnTo>
                <a:lnTo>
                  <a:pt x="839" y="96"/>
                </a:lnTo>
                <a:lnTo>
                  <a:pt x="838" y="97"/>
                </a:lnTo>
                <a:lnTo>
                  <a:pt x="837" y="97"/>
                </a:lnTo>
                <a:lnTo>
                  <a:pt x="837" y="98"/>
                </a:lnTo>
                <a:lnTo>
                  <a:pt x="837" y="99"/>
                </a:lnTo>
                <a:lnTo>
                  <a:pt x="838" y="99"/>
                </a:lnTo>
                <a:lnTo>
                  <a:pt x="837" y="100"/>
                </a:lnTo>
                <a:lnTo>
                  <a:pt x="837" y="101"/>
                </a:lnTo>
                <a:lnTo>
                  <a:pt x="838" y="101"/>
                </a:lnTo>
                <a:lnTo>
                  <a:pt x="838" y="102"/>
                </a:lnTo>
                <a:lnTo>
                  <a:pt x="838" y="104"/>
                </a:lnTo>
                <a:lnTo>
                  <a:pt x="837" y="104"/>
                </a:lnTo>
                <a:lnTo>
                  <a:pt x="837" y="105"/>
                </a:lnTo>
                <a:lnTo>
                  <a:pt x="836" y="105"/>
                </a:lnTo>
                <a:lnTo>
                  <a:pt x="837" y="106"/>
                </a:lnTo>
                <a:lnTo>
                  <a:pt x="838" y="106"/>
                </a:lnTo>
                <a:lnTo>
                  <a:pt x="839" y="107"/>
                </a:lnTo>
                <a:lnTo>
                  <a:pt x="840" y="108"/>
                </a:lnTo>
                <a:lnTo>
                  <a:pt x="840" y="112"/>
                </a:lnTo>
                <a:lnTo>
                  <a:pt x="839" y="113"/>
                </a:lnTo>
                <a:lnTo>
                  <a:pt x="838" y="114"/>
                </a:lnTo>
                <a:lnTo>
                  <a:pt x="838" y="115"/>
                </a:lnTo>
                <a:lnTo>
                  <a:pt x="837" y="115"/>
                </a:lnTo>
                <a:lnTo>
                  <a:pt x="836" y="115"/>
                </a:lnTo>
                <a:lnTo>
                  <a:pt x="836" y="116"/>
                </a:lnTo>
                <a:lnTo>
                  <a:pt x="835" y="116"/>
                </a:lnTo>
                <a:lnTo>
                  <a:pt x="835" y="117"/>
                </a:lnTo>
                <a:lnTo>
                  <a:pt x="835" y="118"/>
                </a:lnTo>
                <a:lnTo>
                  <a:pt x="834" y="118"/>
                </a:lnTo>
                <a:lnTo>
                  <a:pt x="834" y="119"/>
                </a:lnTo>
                <a:lnTo>
                  <a:pt x="833" y="120"/>
                </a:lnTo>
                <a:lnTo>
                  <a:pt x="833" y="121"/>
                </a:lnTo>
                <a:lnTo>
                  <a:pt x="832" y="121"/>
                </a:lnTo>
                <a:lnTo>
                  <a:pt x="832" y="123"/>
                </a:lnTo>
                <a:lnTo>
                  <a:pt x="832" y="124"/>
                </a:lnTo>
                <a:lnTo>
                  <a:pt x="832" y="125"/>
                </a:lnTo>
                <a:lnTo>
                  <a:pt x="831" y="125"/>
                </a:lnTo>
                <a:lnTo>
                  <a:pt x="830" y="126"/>
                </a:lnTo>
                <a:lnTo>
                  <a:pt x="830" y="127"/>
                </a:lnTo>
                <a:lnTo>
                  <a:pt x="830" y="128"/>
                </a:lnTo>
                <a:lnTo>
                  <a:pt x="831" y="129"/>
                </a:lnTo>
                <a:lnTo>
                  <a:pt x="830" y="131"/>
                </a:lnTo>
                <a:lnTo>
                  <a:pt x="829" y="131"/>
                </a:lnTo>
                <a:lnTo>
                  <a:pt x="828" y="132"/>
                </a:lnTo>
                <a:lnTo>
                  <a:pt x="828" y="133"/>
                </a:lnTo>
                <a:lnTo>
                  <a:pt x="829" y="134"/>
                </a:lnTo>
                <a:lnTo>
                  <a:pt x="830" y="135"/>
                </a:lnTo>
                <a:lnTo>
                  <a:pt x="831" y="135"/>
                </a:lnTo>
                <a:lnTo>
                  <a:pt x="831" y="136"/>
                </a:lnTo>
                <a:lnTo>
                  <a:pt x="830" y="137"/>
                </a:lnTo>
                <a:lnTo>
                  <a:pt x="830" y="138"/>
                </a:lnTo>
                <a:lnTo>
                  <a:pt x="830" y="139"/>
                </a:lnTo>
                <a:lnTo>
                  <a:pt x="829" y="140"/>
                </a:lnTo>
                <a:lnTo>
                  <a:pt x="828" y="140"/>
                </a:lnTo>
                <a:lnTo>
                  <a:pt x="827" y="141"/>
                </a:lnTo>
                <a:lnTo>
                  <a:pt x="826" y="141"/>
                </a:lnTo>
                <a:lnTo>
                  <a:pt x="826" y="142"/>
                </a:lnTo>
                <a:lnTo>
                  <a:pt x="825" y="143"/>
                </a:lnTo>
                <a:lnTo>
                  <a:pt x="824" y="143"/>
                </a:lnTo>
                <a:lnTo>
                  <a:pt x="823" y="144"/>
                </a:lnTo>
                <a:lnTo>
                  <a:pt x="822" y="144"/>
                </a:lnTo>
                <a:lnTo>
                  <a:pt x="821" y="144"/>
                </a:lnTo>
                <a:lnTo>
                  <a:pt x="820" y="145"/>
                </a:lnTo>
                <a:lnTo>
                  <a:pt x="819" y="147"/>
                </a:lnTo>
                <a:lnTo>
                  <a:pt x="819" y="148"/>
                </a:lnTo>
                <a:lnTo>
                  <a:pt x="820" y="148"/>
                </a:lnTo>
                <a:lnTo>
                  <a:pt x="820" y="149"/>
                </a:lnTo>
                <a:lnTo>
                  <a:pt x="819" y="150"/>
                </a:lnTo>
                <a:lnTo>
                  <a:pt x="818" y="150"/>
                </a:lnTo>
                <a:lnTo>
                  <a:pt x="817" y="150"/>
                </a:lnTo>
                <a:lnTo>
                  <a:pt x="817" y="151"/>
                </a:lnTo>
                <a:lnTo>
                  <a:pt x="816" y="151"/>
                </a:lnTo>
                <a:lnTo>
                  <a:pt x="814" y="151"/>
                </a:lnTo>
                <a:lnTo>
                  <a:pt x="813" y="151"/>
                </a:lnTo>
                <a:lnTo>
                  <a:pt x="812" y="151"/>
                </a:lnTo>
                <a:lnTo>
                  <a:pt x="811" y="151"/>
                </a:lnTo>
                <a:lnTo>
                  <a:pt x="808" y="153"/>
                </a:lnTo>
                <a:lnTo>
                  <a:pt x="807" y="153"/>
                </a:lnTo>
                <a:lnTo>
                  <a:pt x="806" y="154"/>
                </a:lnTo>
                <a:lnTo>
                  <a:pt x="805" y="153"/>
                </a:lnTo>
                <a:lnTo>
                  <a:pt x="803" y="153"/>
                </a:lnTo>
                <a:lnTo>
                  <a:pt x="802" y="153"/>
                </a:lnTo>
                <a:lnTo>
                  <a:pt x="802" y="154"/>
                </a:lnTo>
                <a:lnTo>
                  <a:pt x="801" y="154"/>
                </a:lnTo>
                <a:lnTo>
                  <a:pt x="801" y="153"/>
                </a:lnTo>
                <a:lnTo>
                  <a:pt x="800" y="154"/>
                </a:lnTo>
                <a:lnTo>
                  <a:pt x="799" y="155"/>
                </a:lnTo>
                <a:lnTo>
                  <a:pt x="800" y="156"/>
                </a:lnTo>
                <a:lnTo>
                  <a:pt x="801" y="156"/>
                </a:lnTo>
                <a:lnTo>
                  <a:pt x="802" y="157"/>
                </a:lnTo>
                <a:lnTo>
                  <a:pt x="802" y="158"/>
                </a:lnTo>
                <a:lnTo>
                  <a:pt x="803" y="158"/>
                </a:lnTo>
                <a:lnTo>
                  <a:pt x="803" y="159"/>
                </a:lnTo>
                <a:lnTo>
                  <a:pt x="803" y="160"/>
                </a:lnTo>
                <a:lnTo>
                  <a:pt x="804" y="160"/>
                </a:lnTo>
                <a:lnTo>
                  <a:pt x="804" y="161"/>
                </a:lnTo>
                <a:lnTo>
                  <a:pt x="803" y="162"/>
                </a:lnTo>
                <a:lnTo>
                  <a:pt x="803" y="161"/>
                </a:lnTo>
                <a:lnTo>
                  <a:pt x="803" y="160"/>
                </a:lnTo>
                <a:lnTo>
                  <a:pt x="802" y="160"/>
                </a:lnTo>
                <a:lnTo>
                  <a:pt x="801" y="161"/>
                </a:lnTo>
                <a:lnTo>
                  <a:pt x="802" y="162"/>
                </a:lnTo>
                <a:lnTo>
                  <a:pt x="802" y="163"/>
                </a:lnTo>
                <a:lnTo>
                  <a:pt x="803" y="163"/>
                </a:lnTo>
                <a:lnTo>
                  <a:pt x="804" y="162"/>
                </a:lnTo>
                <a:lnTo>
                  <a:pt x="804" y="161"/>
                </a:lnTo>
                <a:lnTo>
                  <a:pt x="805" y="161"/>
                </a:lnTo>
                <a:lnTo>
                  <a:pt x="806" y="161"/>
                </a:lnTo>
                <a:lnTo>
                  <a:pt x="807" y="161"/>
                </a:lnTo>
                <a:lnTo>
                  <a:pt x="808" y="161"/>
                </a:lnTo>
                <a:lnTo>
                  <a:pt x="808" y="162"/>
                </a:lnTo>
                <a:lnTo>
                  <a:pt x="809" y="162"/>
                </a:lnTo>
                <a:lnTo>
                  <a:pt x="810" y="162"/>
                </a:lnTo>
                <a:lnTo>
                  <a:pt x="810" y="163"/>
                </a:lnTo>
                <a:lnTo>
                  <a:pt x="812" y="163"/>
                </a:lnTo>
                <a:lnTo>
                  <a:pt x="814" y="162"/>
                </a:lnTo>
                <a:lnTo>
                  <a:pt x="815" y="162"/>
                </a:lnTo>
                <a:lnTo>
                  <a:pt x="814" y="161"/>
                </a:lnTo>
                <a:lnTo>
                  <a:pt x="817" y="162"/>
                </a:lnTo>
                <a:lnTo>
                  <a:pt x="818" y="162"/>
                </a:lnTo>
                <a:lnTo>
                  <a:pt x="818" y="163"/>
                </a:lnTo>
                <a:lnTo>
                  <a:pt x="818" y="164"/>
                </a:lnTo>
                <a:lnTo>
                  <a:pt x="819" y="164"/>
                </a:lnTo>
                <a:lnTo>
                  <a:pt x="820" y="164"/>
                </a:lnTo>
                <a:lnTo>
                  <a:pt x="821" y="164"/>
                </a:lnTo>
                <a:lnTo>
                  <a:pt x="822" y="164"/>
                </a:lnTo>
                <a:lnTo>
                  <a:pt x="822" y="165"/>
                </a:lnTo>
                <a:lnTo>
                  <a:pt x="822" y="166"/>
                </a:lnTo>
                <a:lnTo>
                  <a:pt x="824" y="166"/>
                </a:lnTo>
                <a:lnTo>
                  <a:pt x="824" y="168"/>
                </a:lnTo>
                <a:lnTo>
                  <a:pt x="824" y="169"/>
                </a:lnTo>
                <a:lnTo>
                  <a:pt x="824" y="170"/>
                </a:lnTo>
                <a:lnTo>
                  <a:pt x="824" y="171"/>
                </a:lnTo>
                <a:lnTo>
                  <a:pt x="825" y="171"/>
                </a:lnTo>
                <a:lnTo>
                  <a:pt x="826" y="172"/>
                </a:lnTo>
                <a:lnTo>
                  <a:pt x="826" y="173"/>
                </a:lnTo>
                <a:lnTo>
                  <a:pt x="826" y="174"/>
                </a:lnTo>
                <a:lnTo>
                  <a:pt x="827" y="175"/>
                </a:lnTo>
                <a:lnTo>
                  <a:pt x="828" y="175"/>
                </a:lnTo>
                <a:lnTo>
                  <a:pt x="830" y="174"/>
                </a:lnTo>
                <a:lnTo>
                  <a:pt x="831" y="174"/>
                </a:lnTo>
                <a:lnTo>
                  <a:pt x="832" y="174"/>
                </a:lnTo>
                <a:lnTo>
                  <a:pt x="833" y="174"/>
                </a:lnTo>
                <a:lnTo>
                  <a:pt x="833" y="173"/>
                </a:lnTo>
                <a:lnTo>
                  <a:pt x="834" y="172"/>
                </a:lnTo>
                <a:lnTo>
                  <a:pt x="834" y="173"/>
                </a:lnTo>
                <a:lnTo>
                  <a:pt x="835" y="173"/>
                </a:lnTo>
                <a:lnTo>
                  <a:pt x="835" y="174"/>
                </a:lnTo>
                <a:lnTo>
                  <a:pt x="835" y="175"/>
                </a:lnTo>
                <a:lnTo>
                  <a:pt x="836" y="174"/>
                </a:lnTo>
                <a:lnTo>
                  <a:pt x="836" y="173"/>
                </a:lnTo>
                <a:lnTo>
                  <a:pt x="835" y="173"/>
                </a:lnTo>
                <a:lnTo>
                  <a:pt x="835" y="172"/>
                </a:lnTo>
                <a:lnTo>
                  <a:pt x="834" y="172"/>
                </a:lnTo>
                <a:lnTo>
                  <a:pt x="835" y="172"/>
                </a:lnTo>
                <a:lnTo>
                  <a:pt x="836" y="171"/>
                </a:lnTo>
                <a:lnTo>
                  <a:pt x="837" y="171"/>
                </a:lnTo>
                <a:lnTo>
                  <a:pt x="836" y="171"/>
                </a:lnTo>
                <a:lnTo>
                  <a:pt x="836" y="172"/>
                </a:lnTo>
                <a:lnTo>
                  <a:pt x="836" y="173"/>
                </a:lnTo>
                <a:lnTo>
                  <a:pt x="837" y="173"/>
                </a:lnTo>
                <a:lnTo>
                  <a:pt x="837" y="172"/>
                </a:lnTo>
                <a:lnTo>
                  <a:pt x="838" y="172"/>
                </a:lnTo>
                <a:lnTo>
                  <a:pt x="838" y="173"/>
                </a:lnTo>
                <a:lnTo>
                  <a:pt x="839" y="174"/>
                </a:lnTo>
                <a:lnTo>
                  <a:pt x="839" y="173"/>
                </a:lnTo>
                <a:lnTo>
                  <a:pt x="841" y="174"/>
                </a:lnTo>
                <a:lnTo>
                  <a:pt x="841" y="176"/>
                </a:lnTo>
                <a:lnTo>
                  <a:pt x="842" y="176"/>
                </a:lnTo>
                <a:lnTo>
                  <a:pt x="843" y="176"/>
                </a:lnTo>
                <a:lnTo>
                  <a:pt x="843" y="177"/>
                </a:lnTo>
                <a:lnTo>
                  <a:pt x="843" y="178"/>
                </a:lnTo>
                <a:lnTo>
                  <a:pt x="843" y="179"/>
                </a:lnTo>
                <a:lnTo>
                  <a:pt x="844" y="180"/>
                </a:lnTo>
                <a:lnTo>
                  <a:pt x="843" y="181"/>
                </a:lnTo>
                <a:lnTo>
                  <a:pt x="843" y="182"/>
                </a:lnTo>
                <a:lnTo>
                  <a:pt x="844" y="182"/>
                </a:lnTo>
                <a:lnTo>
                  <a:pt x="845" y="182"/>
                </a:lnTo>
                <a:lnTo>
                  <a:pt x="846" y="183"/>
                </a:lnTo>
                <a:lnTo>
                  <a:pt x="847" y="183"/>
                </a:lnTo>
                <a:lnTo>
                  <a:pt x="847" y="185"/>
                </a:lnTo>
                <a:lnTo>
                  <a:pt x="847" y="186"/>
                </a:lnTo>
                <a:lnTo>
                  <a:pt x="847" y="187"/>
                </a:lnTo>
                <a:lnTo>
                  <a:pt x="847" y="188"/>
                </a:lnTo>
                <a:lnTo>
                  <a:pt x="847" y="189"/>
                </a:lnTo>
                <a:lnTo>
                  <a:pt x="848" y="188"/>
                </a:lnTo>
                <a:lnTo>
                  <a:pt x="849" y="189"/>
                </a:lnTo>
                <a:lnTo>
                  <a:pt x="850" y="189"/>
                </a:lnTo>
                <a:lnTo>
                  <a:pt x="851" y="189"/>
                </a:lnTo>
                <a:lnTo>
                  <a:pt x="851" y="190"/>
                </a:lnTo>
                <a:lnTo>
                  <a:pt x="852" y="191"/>
                </a:lnTo>
                <a:lnTo>
                  <a:pt x="853" y="191"/>
                </a:lnTo>
                <a:lnTo>
                  <a:pt x="853" y="190"/>
                </a:lnTo>
                <a:lnTo>
                  <a:pt x="853" y="189"/>
                </a:lnTo>
                <a:lnTo>
                  <a:pt x="854" y="188"/>
                </a:lnTo>
                <a:lnTo>
                  <a:pt x="855" y="188"/>
                </a:lnTo>
                <a:lnTo>
                  <a:pt x="856" y="188"/>
                </a:lnTo>
                <a:lnTo>
                  <a:pt x="856" y="187"/>
                </a:lnTo>
                <a:lnTo>
                  <a:pt x="857" y="187"/>
                </a:lnTo>
                <a:lnTo>
                  <a:pt x="857" y="186"/>
                </a:lnTo>
                <a:lnTo>
                  <a:pt x="858" y="186"/>
                </a:lnTo>
                <a:lnTo>
                  <a:pt x="859" y="185"/>
                </a:lnTo>
                <a:lnTo>
                  <a:pt x="859" y="184"/>
                </a:lnTo>
                <a:lnTo>
                  <a:pt x="860" y="183"/>
                </a:lnTo>
                <a:lnTo>
                  <a:pt x="860" y="182"/>
                </a:lnTo>
                <a:lnTo>
                  <a:pt x="860" y="181"/>
                </a:lnTo>
                <a:lnTo>
                  <a:pt x="861" y="181"/>
                </a:lnTo>
                <a:lnTo>
                  <a:pt x="862" y="181"/>
                </a:lnTo>
                <a:lnTo>
                  <a:pt x="863" y="180"/>
                </a:lnTo>
                <a:lnTo>
                  <a:pt x="864" y="180"/>
                </a:lnTo>
                <a:lnTo>
                  <a:pt x="865" y="180"/>
                </a:lnTo>
                <a:lnTo>
                  <a:pt x="865" y="179"/>
                </a:lnTo>
                <a:lnTo>
                  <a:pt x="865" y="178"/>
                </a:lnTo>
                <a:lnTo>
                  <a:pt x="866" y="178"/>
                </a:lnTo>
                <a:lnTo>
                  <a:pt x="868" y="177"/>
                </a:lnTo>
                <a:lnTo>
                  <a:pt x="868" y="176"/>
                </a:lnTo>
                <a:lnTo>
                  <a:pt x="869" y="175"/>
                </a:lnTo>
                <a:lnTo>
                  <a:pt x="869" y="174"/>
                </a:lnTo>
                <a:lnTo>
                  <a:pt x="870" y="174"/>
                </a:lnTo>
                <a:lnTo>
                  <a:pt x="871" y="174"/>
                </a:lnTo>
                <a:lnTo>
                  <a:pt x="871" y="175"/>
                </a:lnTo>
                <a:lnTo>
                  <a:pt x="872" y="177"/>
                </a:lnTo>
                <a:lnTo>
                  <a:pt x="874" y="177"/>
                </a:lnTo>
                <a:lnTo>
                  <a:pt x="876" y="178"/>
                </a:lnTo>
                <a:lnTo>
                  <a:pt x="876" y="177"/>
                </a:lnTo>
                <a:lnTo>
                  <a:pt x="877" y="177"/>
                </a:lnTo>
                <a:lnTo>
                  <a:pt x="878" y="177"/>
                </a:lnTo>
                <a:lnTo>
                  <a:pt x="880" y="177"/>
                </a:lnTo>
                <a:lnTo>
                  <a:pt x="881" y="178"/>
                </a:lnTo>
                <a:lnTo>
                  <a:pt x="882" y="177"/>
                </a:lnTo>
                <a:lnTo>
                  <a:pt x="882" y="175"/>
                </a:lnTo>
                <a:lnTo>
                  <a:pt x="882" y="174"/>
                </a:lnTo>
                <a:lnTo>
                  <a:pt x="884" y="172"/>
                </a:lnTo>
                <a:lnTo>
                  <a:pt x="884" y="171"/>
                </a:lnTo>
                <a:lnTo>
                  <a:pt x="885" y="170"/>
                </a:lnTo>
                <a:lnTo>
                  <a:pt x="887" y="169"/>
                </a:lnTo>
                <a:lnTo>
                  <a:pt x="888" y="170"/>
                </a:lnTo>
                <a:lnTo>
                  <a:pt x="889" y="170"/>
                </a:lnTo>
                <a:lnTo>
                  <a:pt x="890" y="169"/>
                </a:lnTo>
                <a:lnTo>
                  <a:pt x="891" y="168"/>
                </a:lnTo>
                <a:lnTo>
                  <a:pt x="893" y="168"/>
                </a:lnTo>
                <a:lnTo>
                  <a:pt x="894" y="167"/>
                </a:lnTo>
                <a:lnTo>
                  <a:pt x="894" y="168"/>
                </a:lnTo>
                <a:lnTo>
                  <a:pt x="895" y="168"/>
                </a:lnTo>
                <a:lnTo>
                  <a:pt x="895" y="169"/>
                </a:lnTo>
                <a:lnTo>
                  <a:pt x="895" y="170"/>
                </a:lnTo>
                <a:lnTo>
                  <a:pt x="896" y="170"/>
                </a:lnTo>
                <a:lnTo>
                  <a:pt x="896" y="171"/>
                </a:lnTo>
                <a:lnTo>
                  <a:pt x="897" y="172"/>
                </a:lnTo>
                <a:lnTo>
                  <a:pt x="897" y="173"/>
                </a:lnTo>
                <a:lnTo>
                  <a:pt x="898" y="173"/>
                </a:lnTo>
                <a:lnTo>
                  <a:pt x="898" y="174"/>
                </a:lnTo>
                <a:lnTo>
                  <a:pt x="898" y="175"/>
                </a:lnTo>
                <a:lnTo>
                  <a:pt x="899" y="176"/>
                </a:lnTo>
                <a:lnTo>
                  <a:pt x="900" y="176"/>
                </a:lnTo>
                <a:lnTo>
                  <a:pt x="900" y="175"/>
                </a:lnTo>
                <a:lnTo>
                  <a:pt x="901" y="176"/>
                </a:lnTo>
                <a:lnTo>
                  <a:pt x="902" y="176"/>
                </a:lnTo>
                <a:lnTo>
                  <a:pt x="902" y="177"/>
                </a:lnTo>
                <a:lnTo>
                  <a:pt x="903" y="177"/>
                </a:lnTo>
                <a:lnTo>
                  <a:pt x="903" y="176"/>
                </a:lnTo>
                <a:lnTo>
                  <a:pt x="903" y="175"/>
                </a:lnTo>
                <a:lnTo>
                  <a:pt x="904" y="175"/>
                </a:lnTo>
                <a:lnTo>
                  <a:pt x="904" y="174"/>
                </a:lnTo>
                <a:lnTo>
                  <a:pt x="904" y="173"/>
                </a:lnTo>
                <a:lnTo>
                  <a:pt x="904" y="172"/>
                </a:lnTo>
                <a:lnTo>
                  <a:pt x="905" y="172"/>
                </a:lnTo>
                <a:lnTo>
                  <a:pt x="906" y="172"/>
                </a:lnTo>
                <a:lnTo>
                  <a:pt x="907" y="171"/>
                </a:lnTo>
                <a:lnTo>
                  <a:pt x="908" y="170"/>
                </a:lnTo>
                <a:lnTo>
                  <a:pt x="908" y="169"/>
                </a:lnTo>
                <a:lnTo>
                  <a:pt x="907" y="168"/>
                </a:lnTo>
                <a:lnTo>
                  <a:pt x="907" y="167"/>
                </a:lnTo>
                <a:lnTo>
                  <a:pt x="907" y="166"/>
                </a:lnTo>
                <a:lnTo>
                  <a:pt x="907" y="165"/>
                </a:lnTo>
                <a:lnTo>
                  <a:pt x="906" y="164"/>
                </a:lnTo>
                <a:lnTo>
                  <a:pt x="906" y="163"/>
                </a:lnTo>
                <a:lnTo>
                  <a:pt x="906" y="162"/>
                </a:lnTo>
                <a:lnTo>
                  <a:pt x="906" y="161"/>
                </a:lnTo>
                <a:lnTo>
                  <a:pt x="905" y="161"/>
                </a:lnTo>
                <a:lnTo>
                  <a:pt x="906" y="160"/>
                </a:lnTo>
                <a:lnTo>
                  <a:pt x="907" y="160"/>
                </a:lnTo>
                <a:lnTo>
                  <a:pt x="908" y="160"/>
                </a:lnTo>
                <a:lnTo>
                  <a:pt x="909" y="159"/>
                </a:lnTo>
                <a:lnTo>
                  <a:pt x="909" y="158"/>
                </a:lnTo>
                <a:lnTo>
                  <a:pt x="910" y="159"/>
                </a:lnTo>
                <a:lnTo>
                  <a:pt x="912" y="160"/>
                </a:lnTo>
                <a:lnTo>
                  <a:pt x="913" y="160"/>
                </a:lnTo>
                <a:lnTo>
                  <a:pt x="914" y="160"/>
                </a:lnTo>
                <a:lnTo>
                  <a:pt x="915" y="160"/>
                </a:lnTo>
                <a:lnTo>
                  <a:pt x="915" y="159"/>
                </a:lnTo>
                <a:lnTo>
                  <a:pt x="914" y="159"/>
                </a:lnTo>
                <a:lnTo>
                  <a:pt x="915" y="159"/>
                </a:lnTo>
                <a:lnTo>
                  <a:pt x="916" y="159"/>
                </a:lnTo>
                <a:lnTo>
                  <a:pt x="917" y="159"/>
                </a:lnTo>
                <a:lnTo>
                  <a:pt x="917" y="160"/>
                </a:lnTo>
                <a:lnTo>
                  <a:pt x="917" y="161"/>
                </a:lnTo>
                <a:lnTo>
                  <a:pt x="918" y="161"/>
                </a:lnTo>
                <a:lnTo>
                  <a:pt x="919" y="160"/>
                </a:lnTo>
                <a:lnTo>
                  <a:pt x="920" y="160"/>
                </a:lnTo>
                <a:lnTo>
                  <a:pt x="920" y="161"/>
                </a:lnTo>
                <a:lnTo>
                  <a:pt x="921" y="161"/>
                </a:lnTo>
                <a:lnTo>
                  <a:pt x="922" y="162"/>
                </a:lnTo>
                <a:lnTo>
                  <a:pt x="923" y="163"/>
                </a:lnTo>
                <a:lnTo>
                  <a:pt x="924" y="163"/>
                </a:lnTo>
                <a:lnTo>
                  <a:pt x="924" y="162"/>
                </a:lnTo>
                <a:lnTo>
                  <a:pt x="924" y="161"/>
                </a:lnTo>
                <a:lnTo>
                  <a:pt x="925" y="160"/>
                </a:lnTo>
                <a:lnTo>
                  <a:pt x="927" y="160"/>
                </a:lnTo>
                <a:lnTo>
                  <a:pt x="928" y="160"/>
                </a:lnTo>
                <a:lnTo>
                  <a:pt x="929" y="160"/>
                </a:lnTo>
                <a:lnTo>
                  <a:pt x="930" y="160"/>
                </a:lnTo>
                <a:lnTo>
                  <a:pt x="930" y="161"/>
                </a:lnTo>
                <a:lnTo>
                  <a:pt x="930" y="162"/>
                </a:lnTo>
                <a:lnTo>
                  <a:pt x="929" y="163"/>
                </a:lnTo>
                <a:lnTo>
                  <a:pt x="929" y="164"/>
                </a:lnTo>
                <a:lnTo>
                  <a:pt x="930" y="164"/>
                </a:lnTo>
                <a:lnTo>
                  <a:pt x="930" y="165"/>
                </a:lnTo>
                <a:lnTo>
                  <a:pt x="931" y="166"/>
                </a:lnTo>
                <a:lnTo>
                  <a:pt x="931" y="167"/>
                </a:lnTo>
                <a:lnTo>
                  <a:pt x="932" y="167"/>
                </a:lnTo>
                <a:lnTo>
                  <a:pt x="932" y="168"/>
                </a:lnTo>
                <a:lnTo>
                  <a:pt x="932" y="167"/>
                </a:lnTo>
                <a:lnTo>
                  <a:pt x="933" y="167"/>
                </a:lnTo>
                <a:lnTo>
                  <a:pt x="934" y="166"/>
                </a:lnTo>
                <a:lnTo>
                  <a:pt x="935" y="166"/>
                </a:lnTo>
                <a:lnTo>
                  <a:pt x="935" y="165"/>
                </a:lnTo>
                <a:lnTo>
                  <a:pt x="935" y="164"/>
                </a:lnTo>
                <a:lnTo>
                  <a:pt x="935" y="163"/>
                </a:lnTo>
                <a:lnTo>
                  <a:pt x="936" y="163"/>
                </a:lnTo>
                <a:lnTo>
                  <a:pt x="936" y="160"/>
                </a:lnTo>
                <a:lnTo>
                  <a:pt x="936" y="159"/>
                </a:lnTo>
                <a:lnTo>
                  <a:pt x="937" y="159"/>
                </a:lnTo>
                <a:lnTo>
                  <a:pt x="937" y="158"/>
                </a:lnTo>
                <a:lnTo>
                  <a:pt x="937" y="157"/>
                </a:lnTo>
                <a:lnTo>
                  <a:pt x="937" y="156"/>
                </a:lnTo>
                <a:lnTo>
                  <a:pt x="936" y="155"/>
                </a:lnTo>
                <a:lnTo>
                  <a:pt x="936" y="154"/>
                </a:lnTo>
                <a:lnTo>
                  <a:pt x="937" y="154"/>
                </a:lnTo>
                <a:lnTo>
                  <a:pt x="937" y="153"/>
                </a:lnTo>
                <a:lnTo>
                  <a:pt x="937" y="152"/>
                </a:lnTo>
                <a:lnTo>
                  <a:pt x="937" y="151"/>
                </a:lnTo>
                <a:lnTo>
                  <a:pt x="937" y="150"/>
                </a:lnTo>
                <a:lnTo>
                  <a:pt x="938" y="150"/>
                </a:lnTo>
                <a:lnTo>
                  <a:pt x="938" y="149"/>
                </a:lnTo>
                <a:lnTo>
                  <a:pt x="937" y="148"/>
                </a:lnTo>
                <a:lnTo>
                  <a:pt x="937" y="147"/>
                </a:lnTo>
                <a:lnTo>
                  <a:pt x="938" y="146"/>
                </a:lnTo>
                <a:lnTo>
                  <a:pt x="939" y="145"/>
                </a:lnTo>
                <a:lnTo>
                  <a:pt x="942" y="145"/>
                </a:lnTo>
                <a:lnTo>
                  <a:pt x="943" y="145"/>
                </a:lnTo>
                <a:lnTo>
                  <a:pt x="943" y="146"/>
                </a:lnTo>
                <a:lnTo>
                  <a:pt x="943" y="147"/>
                </a:lnTo>
                <a:lnTo>
                  <a:pt x="943" y="148"/>
                </a:lnTo>
                <a:lnTo>
                  <a:pt x="944" y="148"/>
                </a:lnTo>
                <a:lnTo>
                  <a:pt x="946" y="148"/>
                </a:lnTo>
                <a:lnTo>
                  <a:pt x="947" y="147"/>
                </a:lnTo>
                <a:lnTo>
                  <a:pt x="947" y="146"/>
                </a:lnTo>
                <a:lnTo>
                  <a:pt x="947" y="145"/>
                </a:lnTo>
                <a:lnTo>
                  <a:pt x="948" y="145"/>
                </a:lnTo>
                <a:lnTo>
                  <a:pt x="950" y="143"/>
                </a:lnTo>
                <a:lnTo>
                  <a:pt x="951" y="143"/>
                </a:lnTo>
                <a:lnTo>
                  <a:pt x="952" y="143"/>
                </a:lnTo>
                <a:lnTo>
                  <a:pt x="954" y="142"/>
                </a:lnTo>
                <a:lnTo>
                  <a:pt x="955" y="141"/>
                </a:lnTo>
                <a:lnTo>
                  <a:pt x="955" y="142"/>
                </a:lnTo>
                <a:lnTo>
                  <a:pt x="957" y="142"/>
                </a:lnTo>
                <a:lnTo>
                  <a:pt x="958" y="142"/>
                </a:lnTo>
                <a:lnTo>
                  <a:pt x="958" y="143"/>
                </a:lnTo>
                <a:lnTo>
                  <a:pt x="959" y="143"/>
                </a:lnTo>
                <a:lnTo>
                  <a:pt x="959" y="142"/>
                </a:lnTo>
                <a:lnTo>
                  <a:pt x="959" y="141"/>
                </a:lnTo>
                <a:lnTo>
                  <a:pt x="960" y="140"/>
                </a:lnTo>
                <a:lnTo>
                  <a:pt x="961" y="140"/>
                </a:lnTo>
                <a:lnTo>
                  <a:pt x="962" y="139"/>
                </a:lnTo>
                <a:lnTo>
                  <a:pt x="962" y="138"/>
                </a:lnTo>
                <a:lnTo>
                  <a:pt x="963" y="138"/>
                </a:lnTo>
                <a:lnTo>
                  <a:pt x="962" y="138"/>
                </a:lnTo>
                <a:lnTo>
                  <a:pt x="962" y="137"/>
                </a:lnTo>
                <a:lnTo>
                  <a:pt x="963" y="137"/>
                </a:lnTo>
                <a:lnTo>
                  <a:pt x="963" y="136"/>
                </a:lnTo>
                <a:lnTo>
                  <a:pt x="963" y="135"/>
                </a:lnTo>
                <a:lnTo>
                  <a:pt x="963" y="134"/>
                </a:lnTo>
                <a:lnTo>
                  <a:pt x="964" y="134"/>
                </a:lnTo>
                <a:lnTo>
                  <a:pt x="964" y="135"/>
                </a:lnTo>
                <a:lnTo>
                  <a:pt x="964" y="136"/>
                </a:lnTo>
                <a:lnTo>
                  <a:pt x="965" y="135"/>
                </a:lnTo>
                <a:lnTo>
                  <a:pt x="966" y="135"/>
                </a:lnTo>
                <a:lnTo>
                  <a:pt x="967" y="135"/>
                </a:lnTo>
                <a:lnTo>
                  <a:pt x="970" y="137"/>
                </a:lnTo>
                <a:lnTo>
                  <a:pt x="970" y="138"/>
                </a:lnTo>
                <a:lnTo>
                  <a:pt x="972" y="140"/>
                </a:lnTo>
                <a:lnTo>
                  <a:pt x="973" y="140"/>
                </a:lnTo>
                <a:lnTo>
                  <a:pt x="973" y="141"/>
                </a:lnTo>
                <a:lnTo>
                  <a:pt x="974" y="142"/>
                </a:lnTo>
                <a:lnTo>
                  <a:pt x="974" y="141"/>
                </a:lnTo>
                <a:lnTo>
                  <a:pt x="975" y="141"/>
                </a:lnTo>
                <a:lnTo>
                  <a:pt x="976" y="141"/>
                </a:lnTo>
                <a:lnTo>
                  <a:pt x="976" y="142"/>
                </a:lnTo>
                <a:lnTo>
                  <a:pt x="977" y="142"/>
                </a:lnTo>
                <a:lnTo>
                  <a:pt x="977" y="141"/>
                </a:lnTo>
                <a:lnTo>
                  <a:pt x="978" y="141"/>
                </a:lnTo>
                <a:lnTo>
                  <a:pt x="978" y="140"/>
                </a:lnTo>
                <a:lnTo>
                  <a:pt x="977" y="141"/>
                </a:lnTo>
                <a:lnTo>
                  <a:pt x="977" y="140"/>
                </a:lnTo>
                <a:lnTo>
                  <a:pt x="978" y="139"/>
                </a:lnTo>
                <a:lnTo>
                  <a:pt x="979" y="138"/>
                </a:lnTo>
                <a:lnTo>
                  <a:pt x="980" y="138"/>
                </a:lnTo>
                <a:lnTo>
                  <a:pt x="981" y="137"/>
                </a:lnTo>
                <a:lnTo>
                  <a:pt x="981" y="136"/>
                </a:lnTo>
                <a:lnTo>
                  <a:pt x="982" y="137"/>
                </a:lnTo>
                <a:lnTo>
                  <a:pt x="983" y="137"/>
                </a:lnTo>
                <a:lnTo>
                  <a:pt x="983" y="136"/>
                </a:lnTo>
                <a:lnTo>
                  <a:pt x="984" y="136"/>
                </a:lnTo>
                <a:lnTo>
                  <a:pt x="985" y="136"/>
                </a:lnTo>
                <a:lnTo>
                  <a:pt x="985" y="135"/>
                </a:lnTo>
                <a:lnTo>
                  <a:pt x="986" y="135"/>
                </a:lnTo>
                <a:lnTo>
                  <a:pt x="987" y="135"/>
                </a:lnTo>
                <a:lnTo>
                  <a:pt x="990" y="135"/>
                </a:lnTo>
                <a:lnTo>
                  <a:pt x="990" y="134"/>
                </a:lnTo>
                <a:lnTo>
                  <a:pt x="989" y="134"/>
                </a:lnTo>
                <a:lnTo>
                  <a:pt x="989" y="135"/>
                </a:lnTo>
                <a:lnTo>
                  <a:pt x="988" y="134"/>
                </a:lnTo>
                <a:lnTo>
                  <a:pt x="988" y="133"/>
                </a:lnTo>
                <a:lnTo>
                  <a:pt x="988" y="132"/>
                </a:lnTo>
                <a:lnTo>
                  <a:pt x="990" y="131"/>
                </a:lnTo>
                <a:lnTo>
                  <a:pt x="991" y="130"/>
                </a:lnTo>
                <a:lnTo>
                  <a:pt x="992" y="129"/>
                </a:lnTo>
                <a:lnTo>
                  <a:pt x="994" y="128"/>
                </a:lnTo>
                <a:lnTo>
                  <a:pt x="995" y="127"/>
                </a:lnTo>
                <a:lnTo>
                  <a:pt x="996" y="127"/>
                </a:lnTo>
                <a:lnTo>
                  <a:pt x="997" y="128"/>
                </a:lnTo>
                <a:lnTo>
                  <a:pt x="997" y="127"/>
                </a:lnTo>
                <a:lnTo>
                  <a:pt x="998" y="126"/>
                </a:lnTo>
                <a:lnTo>
                  <a:pt x="999" y="126"/>
                </a:lnTo>
                <a:lnTo>
                  <a:pt x="1001" y="127"/>
                </a:lnTo>
                <a:lnTo>
                  <a:pt x="1001" y="126"/>
                </a:lnTo>
                <a:lnTo>
                  <a:pt x="1002" y="125"/>
                </a:lnTo>
                <a:lnTo>
                  <a:pt x="1002" y="124"/>
                </a:lnTo>
                <a:lnTo>
                  <a:pt x="1003" y="123"/>
                </a:lnTo>
                <a:lnTo>
                  <a:pt x="1003" y="122"/>
                </a:lnTo>
                <a:lnTo>
                  <a:pt x="1002" y="122"/>
                </a:lnTo>
                <a:lnTo>
                  <a:pt x="1003" y="122"/>
                </a:lnTo>
                <a:lnTo>
                  <a:pt x="1003" y="121"/>
                </a:lnTo>
                <a:lnTo>
                  <a:pt x="1004" y="121"/>
                </a:lnTo>
                <a:lnTo>
                  <a:pt x="1005" y="121"/>
                </a:lnTo>
                <a:lnTo>
                  <a:pt x="1006" y="121"/>
                </a:lnTo>
                <a:lnTo>
                  <a:pt x="1007" y="120"/>
                </a:lnTo>
                <a:lnTo>
                  <a:pt x="1009" y="119"/>
                </a:lnTo>
                <a:lnTo>
                  <a:pt x="1010" y="119"/>
                </a:lnTo>
                <a:lnTo>
                  <a:pt x="1010" y="120"/>
                </a:lnTo>
                <a:lnTo>
                  <a:pt x="1011" y="121"/>
                </a:lnTo>
                <a:lnTo>
                  <a:pt x="1012" y="121"/>
                </a:lnTo>
                <a:lnTo>
                  <a:pt x="1013" y="121"/>
                </a:lnTo>
                <a:lnTo>
                  <a:pt x="1014" y="121"/>
                </a:lnTo>
                <a:lnTo>
                  <a:pt x="1015" y="121"/>
                </a:lnTo>
                <a:lnTo>
                  <a:pt x="1017" y="122"/>
                </a:lnTo>
                <a:lnTo>
                  <a:pt x="1018" y="122"/>
                </a:lnTo>
                <a:lnTo>
                  <a:pt x="1018" y="123"/>
                </a:lnTo>
                <a:lnTo>
                  <a:pt x="1019" y="123"/>
                </a:lnTo>
                <a:lnTo>
                  <a:pt x="1020" y="123"/>
                </a:lnTo>
                <a:lnTo>
                  <a:pt x="1020" y="122"/>
                </a:lnTo>
                <a:lnTo>
                  <a:pt x="1020" y="121"/>
                </a:lnTo>
                <a:lnTo>
                  <a:pt x="1019" y="120"/>
                </a:lnTo>
                <a:lnTo>
                  <a:pt x="1019" y="119"/>
                </a:lnTo>
                <a:lnTo>
                  <a:pt x="1020" y="118"/>
                </a:lnTo>
                <a:lnTo>
                  <a:pt x="1020" y="116"/>
                </a:lnTo>
                <a:lnTo>
                  <a:pt x="1021" y="115"/>
                </a:lnTo>
                <a:lnTo>
                  <a:pt x="1022" y="115"/>
                </a:lnTo>
                <a:lnTo>
                  <a:pt x="1022" y="116"/>
                </a:lnTo>
                <a:lnTo>
                  <a:pt x="1024" y="115"/>
                </a:lnTo>
                <a:lnTo>
                  <a:pt x="1025" y="114"/>
                </a:lnTo>
                <a:lnTo>
                  <a:pt x="1025" y="113"/>
                </a:lnTo>
                <a:lnTo>
                  <a:pt x="1026" y="111"/>
                </a:lnTo>
                <a:lnTo>
                  <a:pt x="1027" y="110"/>
                </a:lnTo>
                <a:lnTo>
                  <a:pt x="1028" y="110"/>
                </a:lnTo>
                <a:lnTo>
                  <a:pt x="1028" y="111"/>
                </a:lnTo>
                <a:lnTo>
                  <a:pt x="1030" y="112"/>
                </a:lnTo>
                <a:lnTo>
                  <a:pt x="1031" y="112"/>
                </a:lnTo>
                <a:lnTo>
                  <a:pt x="1032" y="112"/>
                </a:lnTo>
                <a:lnTo>
                  <a:pt x="1032" y="113"/>
                </a:lnTo>
                <a:lnTo>
                  <a:pt x="1033" y="113"/>
                </a:lnTo>
                <a:lnTo>
                  <a:pt x="1034" y="114"/>
                </a:lnTo>
                <a:lnTo>
                  <a:pt x="1035" y="115"/>
                </a:lnTo>
                <a:lnTo>
                  <a:pt x="1036" y="115"/>
                </a:lnTo>
                <a:lnTo>
                  <a:pt x="1037" y="116"/>
                </a:lnTo>
                <a:lnTo>
                  <a:pt x="1038" y="115"/>
                </a:lnTo>
                <a:lnTo>
                  <a:pt x="1039" y="115"/>
                </a:lnTo>
                <a:lnTo>
                  <a:pt x="1040" y="115"/>
                </a:lnTo>
                <a:lnTo>
                  <a:pt x="1041" y="116"/>
                </a:lnTo>
                <a:lnTo>
                  <a:pt x="1042" y="117"/>
                </a:lnTo>
                <a:lnTo>
                  <a:pt x="1042" y="118"/>
                </a:lnTo>
                <a:lnTo>
                  <a:pt x="1043" y="118"/>
                </a:lnTo>
                <a:lnTo>
                  <a:pt x="1044" y="118"/>
                </a:lnTo>
                <a:lnTo>
                  <a:pt x="1045" y="119"/>
                </a:lnTo>
                <a:lnTo>
                  <a:pt x="1045" y="120"/>
                </a:lnTo>
                <a:lnTo>
                  <a:pt x="1045" y="121"/>
                </a:lnTo>
                <a:lnTo>
                  <a:pt x="1046" y="121"/>
                </a:lnTo>
                <a:lnTo>
                  <a:pt x="1046" y="122"/>
                </a:lnTo>
                <a:lnTo>
                  <a:pt x="1047" y="122"/>
                </a:lnTo>
                <a:lnTo>
                  <a:pt x="1047" y="124"/>
                </a:lnTo>
                <a:lnTo>
                  <a:pt x="1048" y="124"/>
                </a:lnTo>
                <a:lnTo>
                  <a:pt x="1049" y="124"/>
                </a:lnTo>
                <a:lnTo>
                  <a:pt x="1050" y="124"/>
                </a:lnTo>
                <a:lnTo>
                  <a:pt x="1051" y="124"/>
                </a:lnTo>
                <a:lnTo>
                  <a:pt x="1051" y="125"/>
                </a:lnTo>
                <a:lnTo>
                  <a:pt x="1051" y="126"/>
                </a:lnTo>
                <a:lnTo>
                  <a:pt x="1050" y="126"/>
                </a:lnTo>
                <a:lnTo>
                  <a:pt x="1050" y="127"/>
                </a:lnTo>
                <a:lnTo>
                  <a:pt x="1051" y="128"/>
                </a:lnTo>
                <a:lnTo>
                  <a:pt x="1052" y="128"/>
                </a:lnTo>
                <a:lnTo>
                  <a:pt x="1053" y="129"/>
                </a:lnTo>
                <a:lnTo>
                  <a:pt x="1054" y="128"/>
                </a:lnTo>
                <a:lnTo>
                  <a:pt x="1054" y="129"/>
                </a:lnTo>
                <a:lnTo>
                  <a:pt x="1055" y="129"/>
                </a:lnTo>
                <a:lnTo>
                  <a:pt x="1056" y="130"/>
                </a:lnTo>
                <a:lnTo>
                  <a:pt x="1057" y="130"/>
                </a:lnTo>
                <a:lnTo>
                  <a:pt x="1057" y="131"/>
                </a:lnTo>
                <a:lnTo>
                  <a:pt x="1057" y="132"/>
                </a:lnTo>
                <a:lnTo>
                  <a:pt x="1057" y="133"/>
                </a:lnTo>
                <a:lnTo>
                  <a:pt x="1058" y="134"/>
                </a:lnTo>
                <a:lnTo>
                  <a:pt x="1058" y="135"/>
                </a:lnTo>
                <a:lnTo>
                  <a:pt x="1058" y="136"/>
                </a:lnTo>
                <a:lnTo>
                  <a:pt x="1058" y="137"/>
                </a:lnTo>
                <a:lnTo>
                  <a:pt x="1059" y="137"/>
                </a:lnTo>
                <a:lnTo>
                  <a:pt x="1059" y="138"/>
                </a:lnTo>
                <a:lnTo>
                  <a:pt x="1059" y="139"/>
                </a:lnTo>
                <a:lnTo>
                  <a:pt x="1060" y="139"/>
                </a:lnTo>
                <a:lnTo>
                  <a:pt x="1060" y="140"/>
                </a:lnTo>
                <a:lnTo>
                  <a:pt x="1061" y="141"/>
                </a:lnTo>
                <a:lnTo>
                  <a:pt x="1061" y="142"/>
                </a:lnTo>
                <a:lnTo>
                  <a:pt x="1062" y="143"/>
                </a:lnTo>
                <a:lnTo>
                  <a:pt x="1063" y="144"/>
                </a:lnTo>
                <a:lnTo>
                  <a:pt x="1063" y="143"/>
                </a:lnTo>
                <a:lnTo>
                  <a:pt x="1064" y="143"/>
                </a:lnTo>
                <a:lnTo>
                  <a:pt x="1063" y="143"/>
                </a:lnTo>
                <a:lnTo>
                  <a:pt x="1064" y="143"/>
                </a:lnTo>
                <a:lnTo>
                  <a:pt x="1064" y="142"/>
                </a:lnTo>
                <a:lnTo>
                  <a:pt x="1064" y="143"/>
                </a:lnTo>
                <a:lnTo>
                  <a:pt x="1066" y="143"/>
                </a:lnTo>
                <a:lnTo>
                  <a:pt x="1067" y="142"/>
                </a:lnTo>
                <a:lnTo>
                  <a:pt x="1067" y="141"/>
                </a:lnTo>
                <a:lnTo>
                  <a:pt x="1068" y="140"/>
                </a:lnTo>
                <a:lnTo>
                  <a:pt x="1070" y="141"/>
                </a:lnTo>
                <a:lnTo>
                  <a:pt x="1071" y="141"/>
                </a:lnTo>
                <a:lnTo>
                  <a:pt x="1072" y="141"/>
                </a:lnTo>
                <a:lnTo>
                  <a:pt x="1072" y="142"/>
                </a:lnTo>
                <a:lnTo>
                  <a:pt x="1072" y="143"/>
                </a:lnTo>
                <a:lnTo>
                  <a:pt x="1073" y="143"/>
                </a:lnTo>
                <a:lnTo>
                  <a:pt x="1074" y="142"/>
                </a:lnTo>
                <a:lnTo>
                  <a:pt x="1075" y="142"/>
                </a:lnTo>
                <a:lnTo>
                  <a:pt x="1076" y="142"/>
                </a:lnTo>
                <a:lnTo>
                  <a:pt x="1077" y="142"/>
                </a:lnTo>
                <a:lnTo>
                  <a:pt x="1077" y="143"/>
                </a:lnTo>
                <a:lnTo>
                  <a:pt x="1079" y="143"/>
                </a:lnTo>
                <a:lnTo>
                  <a:pt x="1080" y="143"/>
                </a:lnTo>
                <a:lnTo>
                  <a:pt x="1081" y="144"/>
                </a:lnTo>
                <a:lnTo>
                  <a:pt x="1082" y="146"/>
                </a:lnTo>
                <a:lnTo>
                  <a:pt x="1083" y="147"/>
                </a:lnTo>
                <a:lnTo>
                  <a:pt x="1083" y="148"/>
                </a:lnTo>
                <a:lnTo>
                  <a:pt x="1084" y="149"/>
                </a:lnTo>
                <a:lnTo>
                  <a:pt x="1084" y="150"/>
                </a:lnTo>
                <a:lnTo>
                  <a:pt x="1083" y="150"/>
                </a:lnTo>
                <a:lnTo>
                  <a:pt x="1082" y="151"/>
                </a:lnTo>
                <a:lnTo>
                  <a:pt x="1082" y="152"/>
                </a:lnTo>
                <a:lnTo>
                  <a:pt x="1083" y="153"/>
                </a:lnTo>
                <a:lnTo>
                  <a:pt x="1084" y="154"/>
                </a:lnTo>
                <a:lnTo>
                  <a:pt x="1084" y="155"/>
                </a:lnTo>
                <a:lnTo>
                  <a:pt x="1085" y="155"/>
                </a:lnTo>
                <a:lnTo>
                  <a:pt x="1086" y="155"/>
                </a:lnTo>
                <a:lnTo>
                  <a:pt x="1087" y="155"/>
                </a:lnTo>
                <a:lnTo>
                  <a:pt x="1088" y="155"/>
                </a:lnTo>
                <a:lnTo>
                  <a:pt x="1089" y="155"/>
                </a:lnTo>
                <a:lnTo>
                  <a:pt x="1089" y="156"/>
                </a:lnTo>
                <a:lnTo>
                  <a:pt x="1090" y="156"/>
                </a:lnTo>
                <a:lnTo>
                  <a:pt x="1092" y="155"/>
                </a:lnTo>
                <a:lnTo>
                  <a:pt x="1093" y="155"/>
                </a:lnTo>
                <a:lnTo>
                  <a:pt x="1094" y="155"/>
                </a:lnTo>
                <a:lnTo>
                  <a:pt x="1095" y="155"/>
                </a:lnTo>
                <a:lnTo>
                  <a:pt x="1096" y="154"/>
                </a:lnTo>
                <a:lnTo>
                  <a:pt x="1097" y="153"/>
                </a:lnTo>
                <a:lnTo>
                  <a:pt x="1099" y="151"/>
                </a:lnTo>
                <a:lnTo>
                  <a:pt x="1099" y="150"/>
                </a:lnTo>
                <a:lnTo>
                  <a:pt x="1100" y="150"/>
                </a:lnTo>
                <a:lnTo>
                  <a:pt x="1101" y="150"/>
                </a:lnTo>
                <a:lnTo>
                  <a:pt x="1101" y="149"/>
                </a:lnTo>
                <a:lnTo>
                  <a:pt x="1103" y="148"/>
                </a:lnTo>
                <a:lnTo>
                  <a:pt x="1104" y="149"/>
                </a:lnTo>
                <a:lnTo>
                  <a:pt x="1105" y="149"/>
                </a:lnTo>
                <a:lnTo>
                  <a:pt x="1106" y="150"/>
                </a:lnTo>
                <a:lnTo>
                  <a:pt x="1106" y="149"/>
                </a:lnTo>
                <a:lnTo>
                  <a:pt x="1107" y="148"/>
                </a:lnTo>
                <a:lnTo>
                  <a:pt x="1108" y="149"/>
                </a:lnTo>
                <a:lnTo>
                  <a:pt x="1109" y="149"/>
                </a:lnTo>
                <a:lnTo>
                  <a:pt x="1110" y="149"/>
                </a:lnTo>
                <a:lnTo>
                  <a:pt x="1111" y="149"/>
                </a:lnTo>
                <a:lnTo>
                  <a:pt x="1112" y="148"/>
                </a:lnTo>
                <a:lnTo>
                  <a:pt x="1113" y="149"/>
                </a:lnTo>
                <a:lnTo>
                  <a:pt x="1114" y="148"/>
                </a:lnTo>
                <a:lnTo>
                  <a:pt x="1115" y="148"/>
                </a:lnTo>
                <a:lnTo>
                  <a:pt x="1115" y="147"/>
                </a:lnTo>
                <a:lnTo>
                  <a:pt x="1114" y="146"/>
                </a:lnTo>
                <a:lnTo>
                  <a:pt x="1113" y="146"/>
                </a:lnTo>
                <a:lnTo>
                  <a:pt x="1112" y="146"/>
                </a:lnTo>
                <a:lnTo>
                  <a:pt x="1112" y="145"/>
                </a:lnTo>
                <a:lnTo>
                  <a:pt x="1112" y="144"/>
                </a:lnTo>
                <a:lnTo>
                  <a:pt x="1111" y="144"/>
                </a:lnTo>
                <a:lnTo>
                  <a:pt x="1111" y="143"/>
                </a:lnTo>
                <a:lnTo>
                  <a:pt x="1110" y="142"/>
                </a:lnTo>
                <a:lnTo>
                  <a:pt x="1109" y="142"/>
                </a:lnTo>
                <a:lnTo>
                  <a:pt x="1108" y="142"/>
                </a:lnTo>
                <a:lnTo>
                  <a:pt x="1107" y="140"/>
                </a:lnTo>
                <a:lnTo>
                  <a:pt x="1107" y="139"/>
                </a:lnTo>
                <a:lnTo>
                  <a:pt x="1106" y="139"/>
                </a:lnTo>
                <a:lnTo>
                  <a:pt x="1105" y="138"/>
                </a:lnTo>
                <a:lnTo>
                  <a:pt x="1105" y="137"/>
                </a:lnTo>
                <a:lnTo>
                  <a:pt x="1104" y="137"/>
                </a:lnTo>
                <a:lnTo>
                  <a:pt x="1104" y="138"/>
                </a:lnTo>
                <a:lnTo>
                  <a:pt x="1103" y="137"/>
                </a:lnTo>
                <a:lnTo>
                  <a:pt x="1103" y="136"/>
                </a:lnTo>
                <a:lnTo>
                  <a:pt x="1102" y="136"/>
                </a:lnTo>
                <a:lnTo>
                  <a:pt x="1101" y="136"/>
                </a:lnTo>
                <a:lnTo>
                  <a:pt x="1100" y="135"/>
                </a:lnTo>
                <a:lnTo>
                  <a:pt x="1101" y="134"/>
                </a:lnTo>
                <a:lnTo>
                  <a:pt x="1101" y="133"/>
                </a:lnTo>
                <a:lnTo>
                  <a:pt x="1101" y="132"/>
                </a:lnTo>
                <a:lnTo>
                  <a:pt x="1100" y="132"/>
                </a:lnTo>
                <a:lnTo>
                  <a:pt x="1100" y="131"/>
                </a:lnTo>
                <a:lnTo>
                  <a:pt x="1100" y="130"/>
                </a:lnTo>
                <a:lnTo>
                  <a:pt x="1099" y="130"/>
                </a:lnTo>
                <a:lnTo>
                  <a:pt x="1099" y="129"/>
                </a:lnTo>
                <a:lnTo>
                  <a:pt x="1098" y="129"/>
                </a:lnTo>
                <a:lnTo>
                  <a:pt x="1096" y="129"/>
                </a:lnTo>
                <a:lnTo>
                  <a:pt x="1095" y="129"/>
                </a:lnTo>
                <a:lnTo>
                  <a:pt x="1096" y="128"/>
                </a:lnTo>
                <a:lnTo>
                  <a:pt x="1097" y="128"/>
                </a:lnTo>
                <a:lnTo>
                  <a:pt x="1098" y="127"/>
                </a:lnTo>
                <a:lnTo>
                  <a:pt x="1098" y="126"/>
                </a:lnTo>
                <a:lnTo>
                  <a:pt x="1099" y="126"/>
                </a:lnTo>
                <a:lnTo>
                  <a:pt x="1099" y="127"/>
                </a:lnTo>
                <a:lnTo>
                  <a:pt x="1100" y="127"/>
                </a:lnTo>
                <a:lnTo>
                  <a:pt x="1102" y="127"/>
                </a:lnTo>
                <a:lnTo>
                  <a:pt x="1102" y="126"/>
                </a:lnTo>
                <a:lnTo>
                  <a:pt x="1102" y="125"/>
                </a:lnTo>
                <a:lnTo>
                  <a:pt x="1103" y="124"/>
                </a:lnTo>
                <a:lnTo>
                  <a:pt x="1103" y="123"/>
                </a:lnTo>
                <a:lnTo>
                  <a:pt x="1102" y="123"/>
                </a:lnTo>
                <a:lnTo>
                  <a:pt x="1103" y="122"/>
                </a:lnTo>
                <a:lnTo>
                  <a:pt x="1103" y="121"/>
                </a:lnTo>
                <a:lnTo>
                  <a:pt x="1102" y="120"/>
                </a:lnTo>
                <a:lnTo>
                  <a:pt x="1101" y="121"/>
                </a:lnTo>
                <a:lnTo>
                  <a:pt x="1100" y="122"/>
                </a:lnTo>
                <a:lnTo>
                  <a:pt x="1099" y="122"/>
                </a:lnTo>
                <a:lnTo>
                  <a:pt x="1098" y="121"/>
                </a:lnTo>
                <a:lnTo>
                  <a:pt x="1097" y="120"/>
                </a:lnTo>
                <a:lnTo>
                  <a:pt x="1096" y="120"/>
                </a:lnTo>
                <a:lnTo>
                  <a:pt x="1096" y="118"/>
                </a:lnTo>
                <a:lnTo>
                  <a:pt x="1096" y="117"/>
                </a:lnTo>
                <a:lnTo>
                  <a:pt x="1094" y="116"/>
                </a:lnTo>
                <a:lnTo>
                  <a:pt x="1093" y="115"/>
                </a:lnTo>
                <a:lnTo>
                  <a:pt x="1093" y="114"/>
                </a:lnTo>
                <a:lnTo>
                  <a:pt x="1093" y="113"/>
                </a:lnTo>
                <a:lnTo>
                  <a:pt x="1093" y="112"/>
                </a:lnTo>
                <a:lnTo>
                  <a:pt x="1094" y="111"/>
                </a:lnTo>
                <a:lnTo>
                  <a:pt x="1094" y="110"/>
                </a:lnTo>
                <a:lnTo>
                  <a:pt x="1094" y="109"/>
                </a:lnTo>
                <a:lnTo>
                  <a:pt x="1095" y="109"/>
                </a:lnTo>
                <a:lnTo>
                  <a:pt x="1095" y="108"/>
                </a:lnTo>
                <a:lnTo>
                  <a:pt x="1096" y="108"/>
                </a:lnTo>
                <a:lnTo>
                  <a:pt x="1096" y="107"/>
                </a:lnTo>
                <a:lnTo>
                  <a:pt x="1095" y="106"/>
                </a:lnTo>
                <a:lnTo>
                  <a:pt x="1095" y="105"/>
                </a:lnTo>
                <a:lnTo>
                  <a:pt x="1094" y="105"/>
                </a:lnTo>
                <a:lnTo>
                  <a:pt x="1094" y="104"/>
                </a:lnTo>
                <a:lnTo>
                  <a:pt x="1093" y="104"/>
                </a:lnTo>
                <a:lnTo>
                  <a:pt x="1093" y="103"/>
                </a:lnTo>
                <a:lnTo>
                  <a:pt x="1094" y="103"/>
                </a:lnTo>
                <a:lnTo>
                  <a:pt x="1094" y="102"/>
                </a:lnTo>
                <a:lnTo>
                  <a:pt x="1095" y="101"/>
                </a:lnTo>
                <a:lnTo>
                  <a:pt x="1094" y="100"/>
                </a:lnTo>
                <a:lnTo>
                  <a:pt x="1094" y="99"/>
                </a:lnTo>
                <a:lnTo>
                  <a:pt x="1095" y="98"/>
                </a:lnTo>
                <a:lnTo>
                  <a:pt x="1095" y="96"/>
                </a:lnTo>
                <a:lnTo>
                  <a:pt x="1095" y="94"/>
                </a:lnTo>
                <a:lnTo>
                  <a:pt x="1096" y="95"/>
                </a:lnTo>
                <a:lnTo>
                  <a:pt x="1097" y="95"/>
                </a:lnTo>
                <a:lnTo>
                  <a:pt x="1097" y="94"/>
                </a:lnTo>
                <a:lnTo>
                  <a:pt x="1096" y="94"/>
                </a:lnTo>
                <a:lnTo>
                  <a:pt x="1096" y="93"/>
                </a:lnTo>
                <a:lnTo>
                  <a:pt x="1096" y="92"/>
                </a:lnTo>
                <a:lnTo>
                  <a:pt x="1096" y="91"/>
                </a:lnTo>
                <a:lnTo>
                  <a:pt x="1097" y="90"/>
                </a:lnTo>
                <a:lnTo>
                  <a:pt x="1096" y="90"/>
                </a:lnTo>
                <a:lnTo>
                  <a:pt x="1095" y="90"/>
                </a:lnTo>
                <a:lnTo>
                  <a:pt x="1095" y="89"/>
                </a:lnTo>
                <a:lnTo>
                  <a:pt x="1096" y="89"/>
                </a:lnTo>
                <a:lnTo>
                  <a:pt x="1097" y="89"/>
                </a:lnTo>
                <a:lnTo>
                  <a:pt x="1097" y="90"/>
                </a:lnTo>
                <a:lnTo>
                  <a:pt x="1099" y="90"/>
                </a:lnTo>
                <a:lnTo>
                  <a:pt x="1100" y="89"/>
                </a:lnTo>
                <a:lnTo>
                  <a:pt x="1100" y="88"/>
                </a:lnTo>
                <a:lnTo>
                  <a:pt x="1099" y="88"/>
                </a:lnTo>
                <a:lnTo>
                  <a:pt x="1099" y="87"/>
                </a:lnTo>
                <a:lnTo>
                  <a:pt x="1099" y="86"/>
                </a:lnTo>
                <a:lnTo>
                  <a:pt x="1099" y="85"/>
                </a:lnTo>
                <a:lnTo>
                  <a:pt x="1099" y="84"/>
                </a:lnTo>
                <a:lnTo>
                  <a:pt x="1099" y="82"/>
                </a:lnTo>
                <a:lnTo>
                  <a:pt x="1100" y="81"/>
                </a:lnTo>
                <a:lnTo>
                  <a:pt x="1100" y="80"/>
                </a:lnTo>
                <a:lnTo>
                  <a:pt x="1101" y="79"/>
                </a:lnTo>
                <a:lnTo>
                  <a:pt x="1102" y="79"/>
                </a:lnTo>
                <a:lnTo>
                  <a:pt x="1103" y="79"/>
                </a:lnTo>
                <a:lnTo>
                  <a:pt x="1104" y="79"/>
                </a:lnTo>
                <a:lnTo>
                  <a:pt x="1105" y="79"/>
                </a:lnTo>
                <a:lnTo>
                  <a:pt x="1106" y="80"/>
                </a:lnTo>
                <a:lnTo>
                  <a:pt x="1107" y="80"/>
                </a:lnTo>
                <a:lnTo>
                  <a:pt x="1107" y="81"/>
                </a:lnTo>
                <a:lnTo>
                  <a:pt x="1108" y="82"/>
                </a:lnTo>
                <a:lnTo>
                  <a:pt x="1109" y="81"/>
                </a:lnTo>
                <a:lnTo>
                  <a:pt x="1110" y="82"/>
                </a:lnTo>
                <a:lnTo>
                  <a:pt x="1110" y="83"/>
                </a:lnTo>
                <a:lnTo>
                  <a:pt x="1109" y="83"/>
                </a:lnTo>
                <a:lnTo>
                  <a:pt x="1109" y="84"/>
                </a:lnTo>
                <a:lnTo>
                  <a:pt x="1110" y="84"/>
                </a:lnTo>
                <a:lnTo>
                  <a:pt x="1110" y="85"/>
                </a:lnTo>
                <a:lnTo>
                  <a:pt x="1109" y="85"/>
                </a:lnTo>
                <a:lnTo>
                  <a:pt x="1109" y="86"/>
                </a:lnTo>
                <a:lnTo>
                  <a:pt x="1109" y="87"/>
                </a:lnTo>
                <a:lnTo>
                  <a:pt x="1110" y="87"/>
                </a:lnTo>
                <a:lnTo>
                  <a:pt x="1111" y="87"/>
                </a:lnTo>
                <a:lnTo>
                  <a:pt x="1111" y="86"/>
                </a:lnTo>
                <a:lnTo>
                  <a:pt x="1112" y="86"/>
                </a:lnTo>
                <a:lnTo>
                  <a:pt x="1113" y="86"/>
                </a:lnTo>
                <a:lnTo>
                  <a:pt x="1115" y="86"/>
                </a:lnTo>
                <a:lnTo>
                  <a:pt x="1115" y="85"/>
                </a:lnTo>
                <a:lnTo>
                  <a:pt x="1116" y="84"/>
                </a:lnTo>
                <a:lnTo>
                  <a:pt x="1117" y="83"/>
                </a:lnTo>
                <a:lnTo>
                  <a:pt x="1118" y="83"/>
                </a:lnTo>
                <a:lnTo>
                  <a:pt x="1118" y="82"/>
                </a:lnTo>
                <a:lnTo>
                  <a:pt x="1117" y="81"/>
                </a:lnTo>
                <a:lnTo>
                  <a:pt x="1116" y="81"/>
                </a:lnTo>
                <a:lnTo>
                  <a:pt x="1115" y="81"/>
                </a:lnTo>
                <a:lnTo>
                  <a:pt x="1114" y="81"/>
                </a:lnTo>
                <a:lnTo>
                  <a:pt x="1114" y="80"/>
                </a:lnTo>
                <a:lnTo>
                  <a:pt x="1113" y="80"/>
                </a:lnTo>
                <a:lnTo>
                  <a:pt x="1112" y="78"/>
                </a:lnTo>
                <a:lnTo>
                  <a:pt x="1112" y="77"/>
                </a:lnTo>
                <a:lnTo>
                  <a:pt x="1113" y="77"/>
                </a:lnTo>
                <a:lnTo>
                  <a:pt x="1113" y="76"/>
                </a:lnTo>
                <a:lnTo>
                  <a:pt x="1112" y="75"/>
                </a:lnTo>
                <a:lnTo>
                  <a:pt x="1112" y="74"/>
                </a:lnTo>
                <a:lnTo>
                  <a:pt x="1111" y="73"/>
                </a:lnTo>
                <a:lnTo>
                  <a:pt x="1112" y="72"/>
                </a:lnTo>
                <a:lnTo>
                  <a:pt x="1113" y="72"/>
                </a:lnTo>
                <a:lnTo>
                  <a:pt x="1113" y="73"/>
                </a:lnTo>
                <a:lnTo>
                  <a:pt x="1113" y="72"/>
                </a:lnTo>
                <a:lnTo>
                  <a:pt x="1114" y="72"/>
                </a:lnTo>
                <a:lnTo>
                  <a:pt x="1115" y="72"/>
                </a:lnTo>
                <a:lnTo>
                  <a:pt x="1116" y="73"/>
                </a:lnTo>
                <a:lnTo>
                  <a:pt x="1117" y="74"/>
                </a:lnTo>
                <a:lnTo>
                  <a:pt x="1119" y="74"/>
                </a:lnTo>
                <a:lnTo>
                  <a:pt x="1120" y="74"/>
                </a:lnTo>
                <a:lnTo>
                  <a:pt x="1120" y="75"/>
                </a:lnTo>
                <a:lnTo>
                  <a:pt x="1121" y="74"/>
                </a:lnTo>
                <a:lnTo>
                  <a:pt x="1123" y="74"/>
                </a:lnTo>
                <a:lnTo>
                  <a:pt x="1125" y="75"/>
                </a:lnTo>
                <a:lnTo>
                  <a:pt x="1128" y="75"/>
                </a:lnTo>
                <a:lnTo>
                  <a:pt x="1129" y="75"/>
                </a:lnTo>
                <a:lnTo>
                  <a:pt x="1129" y="74"/>
                </a:lnTo>
                <a:lnTo>
                  <a:pt x="1130" y="74"/>
                </a:lnTo>
                <a:lnTo>
                  <a:pt x="1131" y="77"/>
                </a:lnTo>
                <a:lnTo>
                  <a:pt x="1132" y="77"/>
                </a:lnTo>
                <a:lnTo>
                  <a:pt x="1133" y="77"/>
                </a:lnTo>
                <a:lnTo>
                  <a:pt x="1134" y="78"/>
                </a:lnTo>
                <a:lnTo>
                  <a:pt x="1135" y="78"/>
                </a:lnTo>
                <a:lnTo>
                  <a:pt x="1136" y="77"/>
                </a:lnTo>
                <a:lnTo>
                  <a:pt x="1137" y="76"/>
                </a:lnTo>
                <a:lnTo>
                  <a:pt x="1138" y="76"/>
                </a:lnTo>
                <a:lnTo>
                  <a:pt x="1139" y="76"/>
                </a:lnTo>
                <a:lnTo>
                  <a:pt x="1139" y="77"/>
                </a:lnTo>
                <a:lnTo>
                  <a:pt x="1140" y="78"/>
                </a:lnTo>
                <a:lnTo>
                  <a:pt x="1141" y="78"/>
                </a:lnTo>
                <a:lnTo>
                  <a:pt x="1141" y="79"/>
                </a:lnTo>
                <a:lnTo>
                  <a:pt x="1142" y="79"/>
                </a:lnTo>
                <a:lnTo>
                  <a:pt x="1142" y="80"/>
                </a:lnTo>
                <a:lnTo>
                  <a:pt x="1143" y="81"/>
                </a:lnTo>
                <a:lnTo>
                  <a:pt x="1144" y="81"/>
                </a:lnTo>
                <a:lnTo>
                  <a:pt x="1144" y="82"/>
                </a:lnTo>
                <a:lnTo>
                  <a:pt x="1144" y="83"/>
                </a:lnTo>
                <a:lnTo>
                  <a:pt x="1145" y="84"/>
                </a:lnTo>
                <a:lnTo>
                  <a:pt x="1146" y="84"/>
                </a:lnTo>
                <a:lnTo>
                  <a:pt x="1147" y="84"/>
                </a:lnTo>
                <a:lnTo>
                  <a:pt x="1148" y="86"/>
                </a:lnTo>
                <a:lnTo>
                  <a:pt x="1149" y="85"/>
                </a:lnTo>
                <a:lnTo>
                  <a:pt x="1151" y="85"/>
                </a:lnTo>
                <a:lnTo>
                  <a:pt x="1152" y="86"/>
                </a:lnTo>
                <a:lnTo>
                  <a:pt x="1152" y="87"/>
                </a:lnTo>
                <a:lnTo>
                  <a:pt x="1151" y="87"/>
                </a:lnTo>
                <a:lnTo>
                  <a:pt x="1151" y="88"/>
                </a:lnTo>
                <a:lnTo>
                  <a:pt x="1152" y="88"/>
                </a:lnTo>
                <a:lnTo>
                  <a:pt x="1153" y="88"/>
                </a:lnTo>
                <a:lnTo>
                  <a:pt x="1153" y="86"/>
                </a:lnTo>
                <a:lnTo>
                  <a:pt x="1153" y="85"/>
                </a:lnTo>
                <a:lnTo>
                  <a:pt x="1154" y="85"/>
                </a:lnTo>
                <a:lnTo>
                  <a:pt x="1156" y="85"/>
                </a:lnTo>
                <a:lnTo>
                  <a:pt x="1158" y="85"/>
                </a:lnTo>
                <a:lnTo>
                  <a:pt x="1159" y="85"/>
                </a:lnTo>
                <a:lnTo>
                  <a:pt x="1160" y="85"/>
                </a:lnTo>
                <a:lnTo>
                  <a:pt x="1161" y="85"/>
                </a:lnTo>
                <a:lnTo>
                  <a:pt x="1162" y="86"/>
                </a:lnTo>
                <a:lnTo>
                  <a:pt x="1162" y="85"/>
                </a:lnTo>
                <a:lnTo>
                  <a:pt x="1163" y="85"/>
                </a:lnTo>
                <a:lnTo>
                  <a:pt x="1164" y="85"/>
                </a:lnTo>
                <a:lnTo>
                  <a:pt x="1164" y="84"/>
                </a:lnTo>
                <a:lnTo>
                  <a:pt x="1165" y="83"/>
                </a:lnTo>
                <a:lnTo>
                  <a:pt x="1165" y="82"/>
                </a:lnTo>
                <a:lnTo>
                  <a:pt x="1166" y="82"/>
                </a:lnTo>
                <a:lnTo>
                  <a:pt x="1166" y="81"/>
                </a:lnTo>
                <a:lnTo>
                  <a:pt x="1167" y="80"/>
                </a:lnTo>
                <a:lnTo>
                  <a:pt x="1168" y="80"/>
                </a:lnTo>
                <a:lnTo>
                  <a:pt x="1168" y="79"/>
                </a:lnTo>
                <a:lnTo>
                  <a:pt x="1168" y="78"/>
                </a:lnTo>
                <a:lnTo>
                  <a:pt x="1169" y="78"/>
                </a:lnTo>
                <a:lnTo>
                  <a:pt x="1170" y="78"/>
                </a:lnTo>
                <a:lnTo>
                  <a:pt x="1170" y="77"/>
                </a:lnTo>
                <a:lnTo>
                  <a:pt x="1170" y="79"/>
                </a:lnTo>
                <a:lnTo>
                  <a:pt x="1171" y="79"/>
                </a:lnTo>
                <a:lnTo>
                  <a:pt x="1172" y="80"/>
                </a:lnTo>
                <a:lnTo>
                  <a:pt x="1172" y="81"/>
                </a:lnTo>
                <a:lnTo>
                  <a:pt x="1173" y="82"/>
                </a:lnTo>
                <a:lnTo>
                  <a:pt x="1175" y="82"/>
                </a:lnTo>
                <a:lnTo>
                  <a:pt x="1176" y="83"/>
                </a:lnTo>
                <a:lnTo>
                  <a:pt x="1176" y="84"/>
                </a:lnTo>
                <a:lnTo>
                  <a:pt x="1176" y="85"/>
                </a:lnTo>
                <a:lnTo>
                  <a:pt x="1177" y="87"/>
                </a:lnTo>
                <a:lnTo>
                  <a:pt x="1178" y="87"/>
                </a:lnTo>
                <a:lnTo>
                  <a:pt x="1179" y="87"/>
                </a:lnTo>
                <a:lnTo>
                  <a:pt x="1179" y="86"/>
                </a:lnTo>
                <a:lnTo>
                  <a:pt x="1180" y="86"/>
                </a:lnTo>
                <a:lnTo>
                  <a:pt x="1181" y="86"/>
                </a:lnTo>
                <a:lnTo>
                  <a:pt x="1182" y="86"/>
                </a:lnTo>
                <a:lnTo>
                  <a:pt x="1182" y="87"/>
                </a:lnTo>
                <a:lnTo>
                  <a:pt x="1182" y="88"/>
                </a:lnTo>
                <a:lnTo>
                  <a:pt x="1181" y="89"/>
                </a:lnTo>
                <a:lnTo>
                  <a:pt x="1181" y="90"/>
                </a:lnTo>
                <a:lnTo>
                  <a:pt x="1180" y="92"/>
                </a:lnTo>
                <a:lnTo>
                  <a:pt x="1179" y="92"/>
                </a:lnTo>
                <a:lnTo>
                  <a:pt x="1179" y="93"/>
                </a:lnTo>
                <a:lnTo>
                  <a:pt x="1180" y="92"/>
                </a:lnTo>
                <a:lnTo>
                  <a:pt x="1181" y="93"/>
                </a:lnTo>
                <a:lnTo>
                  <a:pt x="1182" y="93"/>
                </a:lnTo>
                <a:lnTo>
                  <a:pt x="1183" y="94"/>
                </a:lnTo>
                <a:lnTo>
                  <a:pt x="1183" y="93"/>
                </a:lnTo>
                <a:lnTo>
                  <a:pt x="1184" y="93"/>
                </a:lnTo>
                <a:lnTo>
                  <a:pt x="1185" y="92"/>
                </a:lnTo>
                <a:lnTo>
                  <a:pt x="1186" y="92"/>
                </a:lnTo>
                <a:lnTo>
                  <a:pt x="1187" y="92"/>
                </a:lnTo>
                <a:lnTo>
                  <a:pt x="1189" y="91"/>
                </a:lnTo>
                <a:lnTo>
                  <a:pt x="1190" y="91"/>
                </a:lnTo>
                <a:lnTo>
                  <a:pt x="1192" y="91"/>
                </a:lnTo>
                <a:lnTo>
                  <a:pt x="1193" y="90"/>
                </a:lnTo>
                <a:lnTo>
                  <a:pt x="1194" y="89"/>
                </a:lnTo>
                <a:lnTo>
                  <a:pt x="1195" y="87"/>
                </a:lnTo>
                <a:lnTo>
                  <a:pt x="1196" y="87"/>
                </a:lnTo>
                <a:lnTo>
                  <a:pt x="1197" y="86"/>
                </a:lnTo>
                <a:lnTo>
                  <a:pt x="1198" y="86"/>
                </a:lnTo>
                <a:lnTo>
                  <a:pt x="1199" y="85"/>
                </a:lnTo>
                <a:lnTo>
                  <a:pt x="1200" y="84"/>
                </a:lnTo>
                <a:lnTo>
                  <a:pt x="1200" y="83"/>
                </a:lnTo>
                <a:lnTo>
                  <a:pt x="1200" y="81"/>
                </a:lnTo>
                <a:lnTo>
                  <a:pt x="1200" y="79"/>
                </a:lnTo>
                <a:lnTo>
                  <a:pt x="1200" y="78"/>
                </a:lnTo>
                <a:lnTo>
                  <a:pt x="1201" y="78"/>
                </a:lnTo>
                <a:lnTo>
                  <a:pt x="1201" y="77"/>
                </a:lnTo>
                <a:lnTo>
                  <a:pt x="1202" y="76"/>
                </a:lnTo>
                <a:lnTo>
                  <a:pt x="1202" y="75"/>
                </a:lnTo>
                <a:lnTo>
                  <a:pt x="1203" y="75"/>
                </a:lnTo>
                <a:lnTo>
                  <a:pt x="1203" y="76"/>
                </a:lnTo>
                <a:lnTo>
                  <a:pt x="1204" y="76"/>
                </a:lnTo>
                <a:lnTo>
                  <a:pt x="1204" y="75"/>
                </a:lnTo>
                <a:lnTo>
                  <a:pt x="1204" y="74"/>
                </a:lnTo>
                <a:lnTo>
                  <a:pt x="1205" y="74"/>
                </a:lnTo>
                <a:lnTo>
                  <a:pt x="1207" y="73"/>
                </a:lnTo>
                <a:lnTo>
                  <a:pt x="1208" y="73"/>
                </a:lnTo>
                <a:lnTo>
                  <a:pt x="1208" y="74"/>
                </a:lnTo>
                <a:lnTo>
                  <a:pt x="1207" y="74"/>
                </a:lnTo>
                <a:lnTo>
                  <a:pt x="1207" y="75"/>
                </a:lnTo>
                <a:lnTo>
                  <a:pt x="1208" y="77"/>
                </a:lnTo>
                <a:lnTo>
                  <a:pt x="1209" y="78"/>
                </a:lnTo>
                <a:lnTo>
                  <a:pt x="1211" y="78"/>
                </a:lnTo>
                <a:lnTo>
                  <a:pt x="1212" y="79"/>
                </a:lnTo>
                <a:lnTo>
                  <a:pt x="1213" y="80"/>
                </a:lnTo>
                <a:lnTo>
                  <a:pt x="1213" y="81"/>
                </a:lnTo>
                <a:lnTo>
                  <a:pt x="1212" y="81"/>
                </a:lnTo>
                <a:lnTo>
                  <a:pt x="1211" y="82"/>
                </a:lnTo>
                <a:lnTo>
                  <a:pt x="1210" y="83"/>
                </a:lnTo>
                <a:lnTo>
                  <a:pt x="1209" y="83"/>
                </a:lnTo>
                <a:lnTo>
                  <a:pt x="1208" y="83"/>
                </a:lnTo>
                <a:lnTo>
                  <a:pt x="1207" y="84"/>
                </a:lnTo>
                <a:lnTo>
                  <a:pt x="1206" y="84"/>
                </a:lnTo>
                <a:lnTo>
                  <a:pt x="1206" y="85"/>
                </a:lnTo>
                <a:lnTo>
                  <a:pt x="1206" y="86"/>
                </a:lnTo>
                <a:lnTo>
                  <a:pt x="1206" y="88"/>
                </a:lnTo>
                <a:lnTo>
                  <a:pt x="1206" y="89"/>
                </a:lnTo>
                <a:lnTo>
                  <a:pt x="1207" y="89"/>
                </a:lnTo>
                <a:lnTo>
                  <a:pt x="1208" y="90"/>
                </a:lnTo>
                <a:lnTo>
                  <a:pt x="1207" y="90"/>
                </a:lnTo>
                <a:lnTo>
                  <a:pt x="1207" y="91"/>
                </a:lnTo>
                <a:lnTo>
                  <a:pt x="1208" y="91"/>
                </a:lnTo>
                <a:lnTo>
                  <a:pt x="1209" y="91"/>
                </a:lnTo>
                <a:lnTo>
                  <a:pt x="1210" y="90"/>
                </a:lnTo>
                <a:lnTo>
                  <a:pt x="1211" y="90"/>
                </a:lnTo>
                <a:lnTo>
                  <a:pt x="1211" y="91"/>
                </a:lnTo>
                <a:lnTo>
                  <a:pt x="1211" y="92"/>
                </a:lnTo>
                <a:lnTo>
                  <a:pt x="1212" y="93"/>
                </a:lnTo>
                <a:lnTo>
                  <a:pt x="1214" y="94"/>
                </a:lnTo>
                <a:lnTo>
                  <a:pt x="1214" y="95"/>
                </a:lnTo>
                <a:lnTo>
                  <a:pt x="1215" y="95"/>
                </a:lnTo>
                <a:lnTo>
                  <a:pt x="1215" y="96"/>
                </a:lnTo>
                <a:lnTo>
                  <a:pt x="1215" y="98"/>
                </a:lnTo>
                <a:lnTo>
                  <a:pt x="1214" y="99"/>
                </a:lnTo>
                <a:lnTo>
                  <a:pt x="1215" y="100"/>
                </a:lnTo>
                <a:lnTo>
                  <a:pt x="1216" y="100"/>
                </a:lnTo>
                <a:lnTo>
                  <a:pt x="1217" y="100"/>
                </a:lnTo>
                <a:lnTo>
                  <a:pt x="1217" y="101"/>
                </a:lnTo>
                <a:lnTo>
                  <a:pt x="1218" y="102"/>
                </a:lnTo>
                <a:lnTo>
                  <a:pt x="1218" y="101"/>
                </a:lnTo>
                <a:lnTo>
                  <a:pt x="1219" y="101"/>
                </a:lnTo>
                <a:lnTo>
                  <a:pt x="1220" y="102"/>
                </a:lnTo>
                <a:lnTo>
                  <a:pt x="1220" y="103"/>
                </a:lnTo>
                <a:lnTo>
                  <a:pt x="1220" y="104"/>
                </a:lnTo>
                <a:lnTo>
                  <a:pt x="1221" y="105"/>
                </a:lnTo>
                <a:lnTo>
                  <a:pt x="1222" y="105"/>
                </a:lnTo>
                <a:lnTo>
                  <a:pt x="1223" y="105"/>
                </a:lnTo>
                <a:lnTo>
                  <a:pt x="1224" y="104"/>
                </a:lnTo>
                <a:lnTo>
                  <a:pt x="1225" y="104"/>
                </a:lnTo>
                <a:lnTo>
                  <a:pt x="1227" y="104"/>
                </a:lnTo>
                <a:lnTo>
                  <a:pt x="1228" y="103"/>
                </a:lnTo>
                <a:lnTo>
                  <a:pt x="1228" y="104"/>
                </a:lnTo>
                <a:lnTo>
                  <a:pt x="1229" y="104"/>
                </a:lnTo>
                <a:lnTo>
                  <a:pt x="1230" y="106"/>
                </a:lnTo>
                <a:lnTo>
                  <a:pt x="1231" y="106"/>
                </a:lnTo>
                <a:lnTo>
                  <a:pt x="1232" y="107"/>
                </a:lnTo>
                <a:lnTo>
                  <a:pt x="1232" y="109"/>
                </a:lnTo>
                <a:lnTo>
                  <a:pt x="1232" y="110"/>
                </a:lnTo>
                <a:lnTo>
                  <a:pt x="1232" y="111"/>
                </a:lnTo>
                <a:lnTo>
                  <a:pt x="1232" y="112"/>
                </a:lnTo>
                <a:lnTo>
                  <a:pt x="1232" y="113"/>
                </a:lnTo>
                <a:lnTo>
                  <a:pt x="1233" y="113"/>
                </a:lnTo>
                <a:lnTo>
                  <a:pt x="1234" y="114"/>
                </a:lnTo>
                <a:lnTo>
                  <a:pt x="1234" y="115"/>
                </a:lnTo>
                <a:lnTo>
                  <a:pt x="1235" y="115"/>
                </a:lnTo>
                <a:lnTo>
                  <a:pt x="1235" y="116"/>
                </a:lnTo>
                <a:lnTo>
                  <a:pt x="1235" y="117"/>
                </a:lnTo>
                <a:lnTo>
                  <a:pt x="1235" y="118"/>
                </a:lnTo>
                <a:lnTo>
                  <a:pt x="1235" y="119"/>
                </a:lnTo>
                <a:lnTo>
                  <a:pt x="1235" y="120"/>
                </a:lnTo>
                <a:lnTo>
                  <a:pt x="1235" y="121"/>
                </a:lnTo>
                <a:lnTo>
                  <a:pt x="1234" y="121"/>
                </a:lnTo>
                <a:lnTo>
                  <a:pt x="1235" y="122"/>
                </a:lnTo>
                <a:lnTo>
                  <a:pt x="1234" y="122"/>
                </a:lnTo>
                <a:lnTo>
                  <a:pt x="1234" y="123"/>
                </a:lnTo>
                <a:lnTo>
                  <a:pt x="1235" y="124"/>
                </a:lnTo>
                <a:lnTo>
                  <a:pt x="1236" y="124"/>
                </a:lnTo>
                <a:lnTo>
                  <a:pt x="1237" y="124"/>
                </a:lnTo>
                <a:lnTo>
                  <a:pt x="1238" y="125"/>
                </a:lnTo>
                <a:lnTo>
                  <a:pt x="1239" y="126"/>
                </a:lnTo>
                <a:lnTo>
                  <a:pt x="1239" y="125"/>
                </a:lnTo>
                <a:lnTo>
                  <a:pt x="1240" y="125"/>
                </a:lnTo>
                <a:lnTo>
                  <a:pt x="1242" y="124"/>
                </a:lnTo>
                <a:lnTo>
                  <a:pt x="1243" y="124"/>
                </a:lnTo>
                <a:lnTo>
                  <a:pt x="1243" y="123"/>
                </a:lnTo>
                <a:lnTo>
                  <a:pt x="1244" y="123"/>
                </a:lnTo>
                <a:lnTo>
                  <a:pt x="1244" y="124"/>
                </a:lnTo>
                <a:lnTo>
                  <a:pt x="1244" y="125"/>
                </a:lnTo>
                <a:lnTo>
                  <a:pt x="1244" y="124"/>
                </a:lnTo>
                <a:lnTo>
                  <a:pt x="1245" y="123"/>
                </a:lnTo>
                <a:lnTo>
                  <a:pt x="1246" y="122"/>
                </a:lnTo>
                <a:lnTo>
                  <a:pt x="1246" y="121"/>
                </a:lnTo>
                <a:lnTo>
                  <a:pt x="1247" y="121"/>
                </a:lnTo>
                <a:lnTo>
                  <a:pt x="1247" y="120"/>
                </a:lnTo>
                <a:lnTo>
                  <a:pt x="1248" y="119"/>
                </a:lnTo>
                <a:lnTo>
                  <a:pt x="1249" y="118"/>
                </a:lnTo>
                <a:lnTo>
                  <a:pt x="1250" y="118"/>
                </a:lnTo>
                <a:lnTo>
                  <a:pt x="1250" y="117"/>
                </a:lnTo>
                <a:lnTo>
                  <a:pt x="1251" y="116"/>
                </a:lnTo>
                <a:lnTo>
                  <a:pt x="1251" y="115"/>
                </a:lnTo>
                <a:lnTo>
                  <a:pt x="1251" y="114"/>
                </a:lnTo>
                <a:lnTo>
                  <a:pt x="1252" y="114"/>
                </a:lnTo>
                <a:lnTo>
                  <a:pt x="1253" y="114"/>
                </a:lnTo>
                <a:lnTo>
                  <a:pt x="1253" y="115"/>
                </a:lnTo>
                <a:lnTo>
                  <a:pt x="1254" y="115"/>
                </a:lnTo>
                <a:lnTo>
                  <a:pt x="1255" y="115"/>
                </a:lnTo>
                <a:lnTo>
                  <a:pt x="1256" y="115"/>
                </a:lnTo>
                <a:lnTo>
                  <a:pt x="1256" y="116"/>
                </a:lnTo>
                <a:lnTo>
                  <a:pt x="1257" y="116"/>
                </a:lnTo>
                <a:lnTo>
                  <a:pt x="1258" y="116"/>
                </a:lnTo>
                <a:lnTo>
                  <a:pt x="1258" y="115"/>
                </a:lnTo>
                <a:lnTo>
                  <a:pt x="1259" y="114"/>
                </a:lnTo>
                <a:lnTo>
                  <a:pt x="1260" y="114"/>
                </a:lnTo>
                <a:lnTo>
                  <a:pt x="1261" y="114"/>
                </a:lnTo>
                <a:lnTo>
                  <a:pt x="1262" y="113"/>
                </a:lnTo>
                <a:lnTo>
                  <a:pt x="1262" y="112"/>
                </a:lnTo>
                <a:lnTo>
                  <a:pt x="1264" y="112"/>
                </a:lnTo>
                <a:lnTo>
                  <a:pt x="1265" y="112"/>
                </a:lnTo>
                <a:lnTo>
                  <a:pt x="1265" y="111"/>
                </a:lnTo>
                <a:lnTo>
                  <a:pt x="1266" y="111"/>
                </a:lnTo>
                <a:lnTo>
                  <a:pt x="1267" y="111"/>
                </a:lnTo>
                <a:lnTo>
                  <a:pt x="1268" y="111"/>
                </a:lnTo>
                <a:lnTo>
                  <a:pt x="1269" y="111"/>
                </a:lnTo>
                <a:lnTo>
                  <a:pt x="1270" y="111"/>
                </a:lnTo>
                <a:lnTo>
                  <a:pt x="1271" y="111"/>
                </a:lnTo>
                <a:lnTo>
                  <a:pt x="1271" y="110"/>
                </a:lnTo>
                <a:lnTo>
                  <a:pt x="1273" y="109"/>
                </a:lnTo>
                <a:lnTo>
                  <a:pt x="1274" y="109"/>
                </a:lnTo>
                <a:lnTo>
                  <a:pt x="1276" y="109"/>
                </a:lnTo>
                <a:lnTo>
                  <a:pt x="1277" y="108"/>
                </a:lnTo>
                <a:lnTo>
                  <a:pt x="1278" y="109"/>
                </a:lnTo>
                <a:lnTo>
                  <a:pt x="1279" y="110"/>
                </a:lnTo>
                <a:lnTo>
                  <a:pt x="1280" y="110"/>
                </a:lnTo>
                <a:lnTo>
                  <a:pt x="1281" y="110"/>
                </a:lnTo>
                <a:lnTo>
                  <a:pt x="1281" y="109"/>
                </a:lnTo>
                <a:lnTo>
                  <a:pt x="1283" y="108"/>
                </a:lnTo>
                <a:lnTo>
                  <a:pt x="1283" y="107"/>
                </a:lnTo>
                <a:lnTo>
                  <a:pt x="1284" y="106"/>
                </a:lnTo>
                <a:lnTo>
                  <a:pt x="1284" y="105"/>
                </a:lnTo>
                <a:lnTo>
                  <a:pt x="1285" y="105"/>
                </a:lnTo>
                <a:lnTo>
                  <a:pt x="1286" y="105"/>
                </a:lnTo>
                <a:lnTo>
                  <a:pt x="1287" y="105"/>
                </a:lnTo>
                <a:lnTo>
                  <a:pt x="1288" y="105"/>
                </a:lnTo>
                <a:lnTo>
                  <a:pt x="1289" y="105"/>
                </a:lnTo>
                <a:lnTo>
                  <a:pt x="1290" y="106"/>
                </a:lnTo>
                <a:lnTo>
                  <a:pt x="1290" y="107"/>
                </a:lnTo>
                <a:lnTo>
                  <a:pt x="1291" y="109"/>
                </a:lnTo>
                <a:lnTo>
                  <a:pt x="1292" y="109"/>
                </a:lnTo>
                <a:lnTo>
                  <a:pt x="1291" y="110"/>
                </a:lnTo>
                <a:lnTo>
                  <a:pt x="1291" y="111"/>
                </a:lnTo>
                <a:lnTo>
                  <a:pt x="1290" y="112"/>
                </a:lnTo>
                <a:lnTo>
                  <a:pt x="1289" y="113"/>
                </a:lnTo>
                <a:lnTo>
                  <a:pt x="1289" y="114"/>
                </a:lnTo>
                <a:lnTo>
                  <a:pt x="1289" y="115"/>
                </a:lnTo>
                <a:lnTo>
                  <a:pt x="1289" y="116"/>
                </a:lnTo>
                <a:lnTo>
                  <a:pt x="1288" y="117"/>
                </a:lnTo>
                <a:lnTo>
                  <a:pt x="1287" y="118"/>
                </a:lnTo>
                <a:lnTo>
                  <a:pt x="1286" y="120"/>
                </a:lnTo>
                <a:lnTo>
                  <a:pt x="1287" y="121"/>
                </a:lnTo>
                <a:lnTo>
                  <a:pt x="1286" y="121"/>
                </a:lnTo>
                <a:lnTo>
                  <a:pt x="1286" y="122"/>
                </a:lnTo>
                <a:lnTo>
                  <a:pt x="1285" y="123"/>
                </a:lnTo>
                <a:lnTo>
                  <a:pt x="1284" y="124"/>
                </a:lnTo>
                <a:lnTo>
                  <a:pt x="1284" y="125"/>
                </a:lnTo>
                <a:lnTo>
                  <a:pt x="1283" y="125"/>
                </a:lnTo>
                <a:lnTo>
                  <a:pt x="1283" y="126"/>
                </a:lnTo>
                <a:lnTo>
                  <a:pt x="1284" y="126"/>
                </a:lnTo>
                <a:lnTo>
                  <a:pt x="1285" y="128"/>
                </a:lnTo>
                <a:lnTo>
                  <a:pt x="1285" y="129"/>
                </a:lnTo>
                <a:lnTo>
                  <a:pt x="1284" y="129"/>
                </a:lnTo>
                <a:lnTo>
                  <a:pt x="1283" y="130"/>
                </a:lnTo>
                <a:lnTo>
                  <a:pt x="1283" y="131"/>
                </a:lnTo>
                <a:lnTo>
                  <a:pt x="1283" y="132"/>
                </a:lnTo>
                <a:lnTo>
                  <a:pt x="1284" y="133"/>
                </a:lnTo>
                <a:lnTo>
                  <a:pt x="1285" y="133"/>
                </a:lnTo>
                <a:lnTo>
                  <a:pt x="1286" y="134"/>
                </a:lnTo>
                <a:lnTo>
                  <a:pt x="1287" y="134"/>
                </a:lnTo>
                <a:lnTo>
                  <a:pt x="1288" y="135"/>
                </a:lnTo>
                <a:lnTo>
                  <a:pt x="1288" y="136"/>
                </a:lnTo>
                <a:lnTo>
                  <a:pt x="1288" y="137"/>
                </a:lnTo>
                <a:lnTo>
                  <a:pt x="1289" y="138"/>
                </a:lnTo>
                <a:lnTo>
                  <a:pt x="1290" y="139"/>
                </a:lnTo>
                <a:lnTo>
                  <a:pt x="1293" y="141"/>
                </a:lnTo>
                <a:lnTo>
                  <a:pt x="1294" y="142"/>
                </a:lnTo>
                <a:lnTo>
                  <a:pt x="1295" y="142"/>
                </a:lnTo>
                <a:lnTo>
                  <a:pt x="1296" y="142"/>
                </a:lnTo>
                <a:lnTo>
                  <a:pt x="1295" y="143"/>
                </a:lnTo>
                <a:lnTo>
                  <a:pt x="1295" y="144"/>
                </a:lnTo>
                <a:lnTo>
                  <a:pt x="1296" y="144"/>
                </a:lnTo>
                <a:lnTo>
                  <a:pt x="1296" y="143"/>
                </a:lnTo>
                <a:lnTo>
                  <a:pt x="1297" y="143"/>
                </a:lnTo>
                <a:lnTo>
                  <a:pt x="1297" y="142"/>
                </a:lnTo>
                <a:lnTo>
                  <a:pt x="1298" y="142"/>
                </a:lnTo>
                <a:lnTo>
                  <a:pt x="1298" y="141"/>
                </a:lnTo>
                <a:lnTo>
                  <a:pt x="1299" y="141"/>
                </a:lnTo>
                <a:lnTo>
                  <a:pt x="1300" y="142"/>
                </a:lnTo>
                <a:lnTo>
                  <a:pt x="1301" y="143"/>
                </a:lnTo>
                <a:lnTo>
                  <a:pt x="1302" y="144"/>
                </a:lnTo>
                <a:lnTo>
                  <a:pt x="1303" y="145"/>
                </a:lnTo>
                <a:lnTo>
                  <a:pt x="1303" y="146"/>
                </a:lnTo>
                <a:lnTo>
                  <a:pt x="1304" y="146"/>
                </a:lnTo>
                <a:lnTo>
                  <a:pt x="1305" y="147"/>
                </a:lnTo>
                <a:lnTo>
                  <a:pt x="1305" y="148"/>
                </a:lnTo>
                <a:lnTo>
                  <a:pt x="1304" y="149"/>
                </a:lnTo>
                <a:lnTo>
                  <a:pt x="1303" y="149"/>
                </a:lnTo>
                <a:lnTo>
                  <a:pt x="1302" y="149"/>
                </a:lnTo>
                <a:lnTo>
                  <a:pt x="1301" y="150"/>
                </a:lnTo>
                <a:lnTo>
                  <a:pt x="1301" y="151"/>
                </a:lnTo>
                <a:lnTo>
                  <a:pt x="1301" y="152"/>
                </a:lnTo>
                <a:lnTo>
                  <a:pt x="1302" y="154"/>
                </a:lnTo>
                <a:lnTo>
                  <a:pt x="1303" y="154"/>
                </a:lnTo>
                <a:lnTo>
                  <a:pt x="1304" y="155"/>
                </a:lnTo>
                <a:lnTo>
                  <a:pt x="1305" y="155"/>
                </a:lnTo>
                <a:lnTo>
                  <a:pt x="1305" y="156"/>
                </a:lnTo>
                <a:lnTo>
                  <a:pt x="1306" y="157"/>
                </a:lnTo>
                <a:lnTo>
                  <a:pt x="1307" y="158"/>
                </a:lnTo>
                <a:lnTo>
                  <a:pt x="1308" y="159"/>
                </a:lnTo>
                <a:lnTo>
                  <a:pt x="1308" y="160"/>
                </a:lnTo>
                <a:lnTo>
                  <a:pt x="1309" y="161"/>
                </a:lnTo>
                <a:lnTo>
                  <a:pt x="1310" y="161"/>
                </a:lnTo>
                <a:lnTo>
                  <a:pt x="1310" y="160"/>
                </a:lnTo>
                <a:lnTo>
                  <a:pt x="1311" y="160"/>
                </a:lnTo>
                <a:lnTo>
                  <a:pt x="1311" y="161"/>
                </a:lnTo>
                <a:lnTo>
                  <a:pt x="1312" y="161"/>
                </a:lnTo>
                <a:lnTo>
                  <a:pt x="1313" y="162"/>
                </a:lnTo>
                <a:lnTo>
                  <a:pt x="1314" y="163"/>
                </a:lnTo>
                <a:lnTo>
                  <a:pt x="1314" y="164"/>
                </a:lnTo>
                <a:lnTo>
                  <a:pt x="1315" y="164"/>
                </a:lnTo>
                <a:lnTo>
                  <a:pt x="1315" y="165"/>
                </a:lnTo>
                <a:lnTo>
                  <a:pt x="1314" y="166"/>
                </a:lnTo>
                <a:lnTo>
                  <a:pt x="1313" y="166"/>
                </a:lnTo>
                <a:lnTo>
                  <a:pt x="1314" y="166"/>
                </a:lnTo>
                <a:lnTo>
                  <a:pt x="1314" y="167"/>
                </a:lnTo>
                <a:lnTo>
                  <a:pt x="1314" y="168"/>
                </a:lnTo>
                <a:lnTo>
                  <a:pt x="1314" y="169"/>
                </a:lnTo>
                <a:lnTo>
                  <a:pt x="1314" y="168"/>
                </a:lnTo>
                <a:lnTo>
                  <a:pt x="1314" y="169"/>
                </a:lnTo>
                <a:lnTo>
                  <a:pt x="1315" y="169"/>
                </a:lnTo>
                <a:lnTo>
                  <a:pt x="1316" y="170"/>
                </a:lnTo>
                <a:lnTo>
                  <a:pt x="1316" y="171"/>
                </a:lnTo>
                <a:lnTo>
                  <a:pt x="1317" y="171"/>
                </a:lnTo>
                <a:lnTo>
                  <a:pt x="1317" y="172"/>
                </a:lnTo>
                <a:lnTo>
                  <a:pt x="1318" y="173"/>
                </a:lnTo>
                <a:lnTo>
                  <a:pt x="1319" y="174"/>
                </a:lnTo>
                <a:lnTo>
                  <a:pt x="1319" y="175"/>
                </a:lnTo>
                <a:lnTo>
                  <a:pt x="1318" y="176"/>
                </a:lnTo>
                <a:lnTo>
                  <a:pt x="1318" y="177"/>
                </a:lnTo>
                <a:lnTo>
                  <a:pt x="1318" y="178"/>
                </a:lnTo>
                <a:lnTo>
                  <a:pt x="1319" y="178"/>
                </a:lnTo>
                <a:lnTo>
                  <a:pt x="1318" y="179"/>
                </a:lnTo>
                <a:lnTo>
                  <a:pt x="1319" y="180"/>
                </a:lnTo>
                <a:lnTo>
                  <a:pt x="1319" y="181"/>
                </a:lnTo>
                <a:lnTo>
                  <a:pt x="1319" y="182"/>
                </a:lnTo>
                <a:lnTo>
                  <a:pt x="1320" y="182"/>
                </a:lnTo>
                <a:lnTo>
                  <a:pt x="1321" y="181"/>
                </a:lnTo>
                <a:lnTo>
                  <a:pt x="1323" y="181"/>
                </a:lnTo>
                <a:lnTo>
                  <a:pt x="1324" y="181"/>
                </a:lnTo>
                <a:lnTo>
                  <a:pt x="1324" y="183"/>
                </a:lnTo>
                <a:lnTo>
                  <a:pt x="1324" y="184"/>
                </a:lnTo>
                <a:lnTo>
                  <a:pt x="1324" y="185"/>
                </a:lnTo>
                <a:lnTo>
                  <a:pt x="1324" y="187"/>
                </a:lnTo>
                <a:lnTo>
                  <a:pt x="1324" y="188"/>
                </a:lnTo>
                <a:lnTo>
                  <a:pt x="1324" y="189"/>
                </a:lnTo>
                <a:lnTo>
                  <a:pt x="1325" y="190"/>
                </a:lnTo>
                <a:lnTo>
                  <a:pt x="1325" y="191"/>
                </a:lnTo>
                <a:lnTo>
                  <a:pt x="1325" y="192"/>
                </a:lnTo>
                <a:lnTo>
                  <a:pt x="1324" y="192"/>
                </a:lnTo>
                <a:lnTo>
                  <a:pt x="1324" y="194"/>
                </a:lnTo>
                <a:lnTo>
                  <a:pt x="1324" y="195"/>
                </a:lnTo>
                <a:lnTo>
                  <a:pt x="1325" y="195"/>
                </a:lnTo>
                <a:lnTo>
                  <a:pt x="1326" y="195"/>
                </a:lnTo>
                <a:lnTo>
                  <a:pt x="1327" y="195"/>
                </a:lnTo>
                <a:lnTo>
                  <a:pt x="1328" y="194"/>
                </a:lnTo>
                <a:lnTo>
                  <a:pt x="1329" y="195"/>
                </a:lnTo>
                <a:lnTo>
                  <a:pt x="1330" y="195"/>
                </a:lnTo>
                <a:lnTo>
                  <a:pt x="1330" y="196"/>
                </a:lnTo>
                <a:lnTo>
                  <a:pt x="1331" y="197"/>
                </a:lnTo>
                <a:lnTo>
                  <a:pt x="1331" y="198"/>
                </a:lnTo>
                <a:lnTo>
                  <a:pt x="1332" y="198"/>
                </a:lnTo>
                <a:lnTo>
                  <a:pt x="1333" y="198"/>
                </a:lnTo>
                <a:lnTo>
                  <a:pt x="1333" y="197"/>
                </a:lnTo>
                <a:lnTo>
                  <a:pt x="1334" y="198"/>
                </a:lnTo>
                <a:lnTo>
                  <a:pt x="1335" y="199"/>
                </a:lnTo>
                <a:lnTo>
                  <a:pt x="1336" y="200"/>
                </a:lnTo>
                <a:lnTo>
                  <a:pt x="1337" y="200"/>
                </a:lnTo>
                <a:lnTo>
                  <a:pt x="1337" y="201"/>
                </a:lnTo>
                <a:lnTo>
                  <a:pt x="1336" y="202"/>
                </a:lnTo>
                <a:lnTo>
                  <a:pt x="1336" y="203"/>
                </a:lnTo>
                <a:lnTo>
                  <a:pt x="1335" y="203"/>
                </a:lnTo>
                <a:lnTo>
                  <a:pt x="1335" y="204"/>
                </a:lnTo>
                <a:lnTo>
                  <a:pt x="1334" y="204"/>
                </a:lnTo>
                <a:lnTo>
                  <a:pt x="1333" y="205"/>
                </a:lnTo>
                <a:lnTo>
                  <a:pt x="1333" y="206"/>
                </a:lnTo>
                <a:lnTo>
                  <a:pt x="1333" y="207"/>
                </a:lnTo>
                <a:lnTo>
                  <a:pt x="1332" y="207"/>
                </a:lnTo>
                <a:lnTo>
                  <a:pt x="1331" y="207"/>
                </a:lnTo>
                <a:lnTo>
                  <a:pt x="1330" y="208"/>
                </a:lnTo>
                <a:lnTo>
                  <a:pt x="1330" y="209"/>
                </a:lnTo>
                <a:lnTo>
                  <a:pt x="1329" y="209"/>
                </a:lnTo>
                <a:lnTo>
                  <a:pt x="1329" y="210"/>
                </a:lnTo>
                <a:lnTo>
                  <a:pt x="1329" y="211"/>
                </a:lnTo>
                <a:lnTo>
                  <a:pt x="1328" y="211"/>
                </a:lnTo>
                <a:lnTo>
                  <a:pt x="1328" y="212"/>
                </a:lnTo>
                <a:lnTo>
                  <a:pt x="1327" y="213"/>
                </a:lnTo>
                <a:lnTo>
                  <a:pt x="1327" y="215"/>
                </a:lnTo>
                <a:lnTo>
                  <a:pt x="1326" y="216"/>
                </a:lnTo>
                <a:lnTo>
                  <a:pt x="1326" y="217"/>
                </a:lnTo>
                <a:lnTo>
                  <a:pt x="1326" y="218"/>
                </a:lnTo>
                <a:lnTo>
                  <a:pt x="1326" y="219"/>
                </a:lnTo>
                <a:lnTo>
                  <a:pt x="1326" y="220"/>
                </a:lnTo>
                <a:lnTo>
                  <a:pt x="1327" y="221"/>
                </a:lnTo>
                <a:lnTo>
                  <a:pt x="1326" y="221"/>
                </a:lnTo>
                <a:lnTo>
                  <a:pt x="1327" y="223"/>
                </a:lnTo>
                <a:lnTo>
                  <a:pt x="1327" y="224"/>
                </a:lnTo>
                <a:lnTo>
                  <a:pt x="1327" y="225"/>
                </a:lnTo>
                <a:lnTo>
                  <a:pt x="1327" y="226"/>
                </a:lnTo>
                <a:lnTo>
                  <a:pt x="1328" y="226"/>
                </a:lnTo>
                <a:lnTo>
                  <a:pt x="1329" y="227"/>
                </a:lnTo>
                <a:lnTo>
                  <a:pt x="1328" y="227"/>
                </a:lnTo>
                <a:lnTo>
                  <a:pt x="1329" y="228"/>
                </a:lnTo>
                <a:lnTo>
                  <a:pt x="1330" y="228"/>
                </a:lnTo>
                <a:lnTo>
                  <a:pt x="1331" y="227"/>
                </a:lnTo>
                <a:lnTo>
                  <a:pt x="1331" y="228"/>
                </a:lnTo>
                <a:lnTo>
                  <a:pt x="1332" y="228"/>
                </a:lnTo>
                <a:lnTo>
                  <a:pt x="1332" y="230"/>
                </a:lnTo>
                <a:lnTo>
                  <a:pt x="1332" y="231"/>
                </a:lnTo>
                <a:lnTo>
                  <a:pt x="1331" y="231"/>
                </a:lnTo>
                <a:lnTo>
                  <a:pt x="1330" y="231"/>
                </a:lnTo>
                <a:lnTo>
                  <a:pt x="1330" y="232"/>
                </a:lnTo>
                <a:lnTo>
                  <a:pt x="1331" y="233"/>
                </a:lnTo>
                <a:lnTo>
                  <a:pt x="1332" y="233"/>
                </a:lnTo>
                <a:lnTo>
                  <a:pt x="1332" y="234"/>
                </a:lnTo>
                <a:lnTo>
                  <a:pt x="1333" y="234"/>
                </a:lnTo>
                <a:lnTo>
                  <a:pt x="1334" y="235"/>
                </a:lnTo>
                <a:lnTo>
                  <a:pt x="1333" y="235"/>
                </a:lnTo>
                <a:lnTo>
                  <a:pt x="1333" y="237"/>
                </a:lnTo>
                <a:lnTo>
                  <a:pt x="1333" y="238"/>
                </a:lnTo>
                <a:lnTo>
                  <a:pt x="1334" y="238"/>
                </a:lnTo>
                <a:lnTo>
                  <a:pt x="1334" y="237"/>
                </a:lnTo>
                <a:lnTo>
                  <a:pt x="1334" y="236"/>
                </a:lnTo>
                <a:lnTo>
                  <a:pt x="1335" y="236"/>
                </a:lnTo>
                <a:lnTo>
                  <a:pt x="1337" y="237"/>
                </a:lnTo>
                <a:lnTo>
                  <a:pt x="1338" y="237"/>
                </a:lnTo>
                <a:lnTo>
                  <a:pt x="1338" y="238"/>
                </a:lnTo>
                <a:lnTo>
                  <a:pt x="1338" y="239"/>
                </a:lnTo>
                <a:lnTo>
                  <a:pt x="1338" y="240"/>
                </a:lnTo>
                <a:lnTo>
                  <a:pt x="1337" y="243"/>
                </a:lnTo>
                <a:lnTo>
                  <a:pt x="1338" y="244"/>
                </a:lnTo>
                <a:lnTo>
                  <a:pt x="1339" y="245"/>
                </a:lnTo>
                <a:lnTo>
                  <a:pt x="1339" y="246"/>
                </a:lnTo>
                <a:lnTo>
                  <a:pt x="1339" y="247"/>
                </a:lnTo>
                <a:lnTo>
                  <a:pt x="1340" y="248"/>
                </a:lnTo>
                <a:lnTo>
                  <a:pt x="1340" y="249"/>
                </a:lnTo>
                <a:lnTo>
                  <a:pt x="1340" y="250"/>
                </a:lnTo>
                <a:lnTo>
                  <a:pt x="1339" y="251"/>
                </a:lnTo>
                <a:lnTo>
                  <a:pt x="1339" y="252"/>
                </a:lnTo>
                <a:lnTo>
                  <a:pt x="1338" y="253"/>
                </a:lnTo>
                <a:lnTo>
                  <a:pt x="1337" y="254"/>
                </a:lnTo>
                <a:lnTo>
                  <a:pt x="1336" y="254"/>
                </a:lnTo>
                <a:lnTo>
                  <a:pt x="1335" y="254"/>
                </a:lnTo>
                <a:lnTo>
                  <a:pt x="1336" y="255"/>
                </a:lnTo>
                <a:lnTo>
                  <a:pt x="1337" y="255"/>
                </a:lnTo>
                <a:lnTo>
                  <a:pt x="1337" y="256"/>
                </a:lnTo>
                <a:lnTo>
                  <a:pt x="1337" y="257"/>
                </a:lnTo>
                <a:lnTo>
                  <a:pt x="1338" y="258"/>
                </a:lnTo>
                <a:lnTo>
                  <a:pt x="1340" y="259"/>
                </a:lnTo>
                <a:lnTo>
                  <a:pt x="1340" y="260"/>
                </a:lnTo>
                <a:lnTo>
                  <a:pt x="1340" y="261"/>
                </a:lnTo>
                <a:lnTo>
                  <a:pt x="1341" y="262"/>
                </a:lnTo>
                <a:lnTo>
                  <a:pt x="1341" y="264"/>
                </a:lnTo>
                <a:lnTo>
                  <a:pt x="1340" y="264"/>
                </a:lnTo>
                <a:lnTo>
                  <a:pt x="1339" y="264"/>
                </a:lnTo>
                <a:lnTo>
                  <a:pt x="1338" y="264"/>
                </a:lnTo>
                <a:lnTo>
                  <a:pt x="1338" y="265"/>
                </a:lnTo>
                <a:lnTo>
                  <a:pt x="1338" y="266"/>
                </a:lnTo>
                <a:lnTo>
                  <a:pt x="1339" y="266"/>
                </a:lnTo>
                <a:lnTo>
                  <a:pt x="1340" y="267"/>
                </a:lnTo>
                <a:lnTo>
                  <a:pt x="1341" y="267"/>
                </a:lnTo>
                <a:lnTo>
                  <a:pt x="1342" y="266"/>
                </a:lnTo>
                <a:lnTo>
                  <a:pt x="1342" y="265"/>
                </a:lnTo>
                <a:lnTo>
                  <a:pt x="1343" y="265"/>
                </a:lnTo>
                <a:lnTo>
                  <a:pt x="1344" y="265"/>
                </a:lnTo>
                <a:lnTo>
                  <a:pt x="1346" y="265"/>
                </a:lnTo>
                <a:lnTo>
                  <a:pt x="1347" y="266"/>
                </a:lnTo>
                <a:lnTo>
                  <a:pt x="1349" y="269"/>
                </a:lnTo>
                <a:lnTo>
                  <a:pt x="1350" y="269"/>
                </a:lnTo>
                <a:lnTo>
                  <a:pt x="1350" y="271"/>
                </a:lnTo>
                <a:lnTo>
                  <a:pt x="1351" y="272"/>
                </a:lnTo>
                <a:lnTo>
                  <a:pt x="1352" y="272"/>
                </a:lnTo>
                <a:lnTo>
                  <a:pt x="1352" y="271"/>
                </a:lnTo>
                <a:lnTo>
                  <a:pt x="1352" y="272"/>
                </a:lnTo>
                <a:lnTo>
                  <a:pt x="1352" y="273"/>
                </a:lnTo>
                <a:lnTo>
                  <a:pt x="1352" y="274"/>
                </a:lnTo>
                <a:lnTo>
                  <a:pt x="1351" y="275"/>
                </a:lnTo>
                <a:lnTo>
                  <a:pt x="1350" y="275"/>
                </a:lnTo>
                <a:lnTo>
                  <a:pt x="1351" y="276"/>
                </a:lnTo>
                <a:lnTo>
                  <a:pt x="1352" y="277"/>
                </a:lnTo>
                <a:lnTo>
                  <a:pt x="1353" y="277"/>
                </a:lnTo>
                <a:lnTo>
                  <a:pt x="1353" y="278"/>
                </a:lnTo>
                <a:lnTo>
                  <a:pt x="1353" y="279"/>
                </a:lnTo>
                <a:lnTo>
                  <a:pt x="1354" y="280"/>
                </a:lnTo>
                <a:lnTo>
                  <a:pt x="1355" y="283"/>
                </a:lnTo>
                <a:lnTo>
                  <a:pt x="1356" y="285"/>
                </a:lnTo>
                <a:lnTo>
                  <a:pt x="1357" y="287"/>
                </a:lnTo>
                <a:lnTo>
                  <a:pt x="1358" y="289"/>
                </a:lnTo>
                <a:lnTo>
                  <a:pt x="1358" y="291"/>
                </a:lnTo>
                <a:lnTo>
                  <a:pt x="1358" y="293"/>
                </a:lnTo>
                <a:lnTo>
                  <a:pt x="1359" y="293"/>
                </a:lnTo>
                <a:lnTo>
                  <a:pt x="1358" y="294"/>
                </a:lnTo>
                <a:lnTo>
                  <a:pt x="1359" y="296"/>
                </a:lnTo>
                <a:lnTo>
                  <a:pt x="1361" y="299"/>
                </a:lnTo>
                <a:lnTo>
                  <a:pt x="1362" y="299"/>
                </a:lnTo>
                <a:lnTo>
                  <a:pt x="1363" y="300"/>
                </a:lnTo>
                <a:lnTo>
                  <a:pt x="1364" y="300"/>
                </a:lnTo>
                <a:lnTo>
                  <a:pt x="1365" y="301"/>
                </a:lnTo>
                <a:lnTo>
                  <a:pt x="1366" y="301"/>
                </a:lnTo>
                <a:lnTo>
                  <a:pt x="1365" y="301"/>
                </a:lnTo>
                <a:lnTo>
                  <a:pt x="1367" y="303"/>
                </a:lnTo>
                <a:lnTo>
                  <a:pt x="1367" y="302"/>
                </a:lnTo>
                <a:lnTo>
                  <a:pt x="1368" y="303"/>
                </a:lnTo>
                <a:lnTo>
                  <a:pt x="1369" y="303"/>
                </a:lnTo>
                <a:lnTo>
                  <a:pt x="1372" y="304"/>
                </a:lnTo>
                <a:lnTo>
                  <a:pt x="1373" y="304"/>
                </a:lnTo>
                <a:lnTo>
                  <a:pt x="1373" y="305"/>
                </a:lnTo>
                <a:lnTo>
                  <a:pt x="1374" y="306"/>
                </a:lnTo>
                <a:lnTo>
                  <a:pt x="1375" y="305"/>
                </a:lnTo>
                <a:lnTo>
                  <a:pt x="1377" y="304"/>
                </a:lnTo>
                <a:lnTo>
                  <a:pt x="1378" y="304"/>
                </a:lnTo>
                <a:lnTo>
                  <a:pt x="1380" y="306"/>
                </a:lnTo>
                <a:lnTo>
                  <a:pt x="1381" y="306"/>
                </a:lnTo>
                <a:lnTo>
                  <a:pt x="1384" y="306"/>
                </a:lnTo>
                <a:lnTo>
                  <a:pt x="1386" y="308"/>
                </a:lnTo>
                <a:lnTo>
                  <a:pt x="1387" y="309"/>
                </a:lnTo>
                <a:lnTo>
                  <a:pt x="1387" y="310"/>
                </a:lnTo>
                <a:lnTo>
                  <a:pt x="1386" y="311"/>
                </a:lnTo>
                <a:lnTo>
                  <a:pt x="1384" y="312"/>
                </a:lnTo>
                <a:lnTo>
                  <a:pt x="1383" y="313"/>
                </a:lnTo>
                <a:lnTo>
                  <a:pt x="1380" y="315"/>
                </a:lnTo>
                <a:lnTo>
                  <a:pt x="1379" y="317"/>
                </a:lnTo>
                <a:lnTo>
                  <a:pt x="1378" y="319"/>
                </a:lnTo>
                <a:lnTo>
                  <a:pt x="1377" y="320"/>
                </a:lnTo>
                <a:lnTo>
                  <a:pt x="1377" y="321"/>
                </a:lnTo>
                <a:lnTo>
                  <a:pt x="1377" y="322"/>
                </a:lnTo>
                <a:lnTo>
                  <a:pt x="1376" y="323"/>
                </a:lnTo>
                <a:lnTo>
                  <a:pt x="1374" y="323"/>
                </a:lnTo>
                <a:lnTo>
                  <a:pt x="1373" y="323"/>
                </a:lnTo>
                <a:lnTo>
                  <a:pt x="1372" y="324"/>
                </a:lnTo>
                <a:lnTo>
                  <a:pt x="1371" y="324"/>
                </a:lnTo>
                <a:lnTo>
                  <a:pt x="1371" y="325"/>
                </a:lnTo>
                <a:lnTo>
                  <a:pt x="1370" y="326"/>
                </a:lnTo>
                <a:lnTo>
                  <a:pt x="1370" y="327"/>
                </a:lnTo>
                <a:lnTo>
                  <a:pt x="1369" y="327"/>
                </a:lnTo>
                <a:lnTo>
                  <a:pt x="1369" y="326"/>
                </a:lnTo>
                <a:lnTo>
                  <a:pt x="1368" y="326"/>
                </a:lnTo>
                <a:lnTo>
                  <a:pt x="1368" y="325"/>
                </a:lnTo>
                <a:lnTo>
                  <a:pt x="1369" y="324"/>
                </a:lnTo>
                <a:lnTo>
                  <a:pt x="1368" y="322"/>
                </a:lnTo>
                <a:lnTo>
                  <a:pt x="1368" y="321"/>
                </a:lnTo>
                <a:lnTo>
                  <a:pt x="1369" y="320"/>
                </a:lnTo>
                <a:lnTo>
                  <a:pt x="1369" y="319"/>
                </a:lnTo>
                <a:lnTo>
                  <a:pt x="1369" y="318"/>
                </a:lnTo>
                <a:lnTo>
                  <a:pt x="1368" y="318"/>
                </a:lnTo>
                <a:lnTo>
                  <a:pt x="1367" y="317"/>
                </a:lnTo>
                <a:lnTo>
                  <a:pt x="1366" y="315"/>
                </a:lnTo>
                <a:lnTo>
                  <a:pt x="1366" y="313"/>
                </a:lnTo>
                <a:lnTo>
                  <a:pt x="1366" y="312"/>
                </a:lnTo>
                <a:lnTo>
                  <a:pt x="1365" y="312"/>
                </a:lnTo>
                <a:lnTo>
                  <a:pt x="1362" y="313"/>
                </a:lnTo>
                <a:lnTo>
                  <a:pt x="1361" y="313"/>
                </a:lnTo>
                <a:lnTo>
                  <a:pt x="1359" y="313"/>
                </a:lnTo>
                <a:lnTo>
                  <a:pt x="1358" y="313"/>
                </a:lnTo>
                <a:lnTo>
                  <a:pt x="1357" y="312"/>
                </a:lnTo>
                <a:lnTo>
                  <a:pt x="1357" y="313"/>
                </a:lnTo>
                <a:lnTo>
                  <a:pt x="1356" y="313"/>
                </a:lnTo>
                <a:lnTo>
                  <a:pt x="1356" y="314"/>
                </a:lnTo>
                <a:lnTo>
                  <a:pt x="1355" y="314"/>
                </a:lnTo>
                <a:lnTo>
                  <a:pt x="1353" y="314"/>
                </a:lnTo>
                <a:lnTo>
                  <a:pt x="1351" y="313"/>
                </a:lnTo>
                <a:lnTo>
                  <a:pt x="1349" y="312"/>
                </a:lnTo>
                <a:lnTo>
                  <a:pt x="1349" y="313"/>
                </a:lnTo>
                <a:lnTo>
                  <a:pt x="1349" y="314"/>
                </a:lnTo>
                <a:lnTo>
                  <a:pt x="1348" y="315"/>
                </a:lnTo>
                <a:lnTo>
                  <a:pt x="1347" y="316"/>
                </a:lnTo>
                <a:lnTo>
                  <a:pt x="1346" y="316"/>
                </a:lnTo>
                <a:lnTo>
                  <a:pt x="1345" y="317"/>
                </a:lnTo>
                <a:lnTo>
                  <a:pt x="1346" y="319"/>
                </a:lnTo>
                <a:lnTo>
                  <a:pt x="1347" y="319"/>
                </a:lnTo>
                <a:lnTo>
                  <a:pt x="1348" y="319"/>
                </a:lnTo>
                <a:lnTo>
                  <a:pt x="1348" y="320"/>
                </a:lnTo>
                <a:lnTo>
                  <a:pt x="1348" y="322"/>
                </a:lnTo>
                <a:lnTo>
                  <a:pt x="1347" y="322"/>
                </a:lnTo>
                <a:lnTo>
                  <a:pt x="1347" y="323"/>
                </a:lnTo>
                <a:lnTo>
                  <a:pt x="1346" y="323"/>
                </a:lnTo>
                <a:lnTo>
                  <a:pt x="1346" y="324"/>
                </a:lnTo>
                <a:lnTo>
                  <a:pt x="1346" y="325"/>
                </a:lnTo>
                <a:lnTo>
                  <a:pt x="1346" y="326"/>
                </a:lnTo>
                <a:lnTo>
                  <a:pt x="1346" y="327"/>
                </a:lnTo>
                <a:lnTo>
                  <a:pt x="1347" y="327"/>
                </a:lnTo>
                <a:lnTo>
                  <a:pt x="1347" y="328"/>
                </a:lnTo>
                <a:lnTo>
                  <a:pt x="1347" y="329"/>
                </a:lnTo>
                <a:lnTo>
                  <a:pt x="1348" y="329"/>
                </a:lnTo>
                <a:lnTo>
                  <a:pt x="1348" y="328"/>
                </a:lnTo>
                <a:lnTo>
                  <a:pt x="1348" y="327"/>
                </a:lnTo>
                <a:lnTo>
                  <a:pt x="1349" y="326"/>
                </a:lnTo>
                <a:lnTo>
                  <a:pt x="1349" y="327"/>
                </a:lnTo>
                <a:lnTo>
                  <a:pt x="1350" y="327"/>
                </a:lnTo>
                <a:lnTo>
                  <a:pt x="1351" y="327"/>
                </a:lnTo>
                <a:lnTo>
                  <a:pt x="1352" y="326"/>
                </a:lnTo>
                <a:lnTo>
                  <a:pt x="1353" y="325"/>
                </a:lnTo>
                <a:lnTo>
                  <a:pt x="1355" y="325"/>
                </a:lnTo>
                <a:lnTo>
                  <a:pt x="1356" y="325"/>
                </a:lnTo>
                <a:lnTo>
                  <a:pt x="1357" y="325"/>
                </a:lnTo>
                <a:lnTo>
                  <a:pt x="1357" y="326"/>
                </a:lnTo>
                <a:lnTo>
                  <a:pt x="1357" y="327"/>
                </a:lnTo>
                <a:lnTo>
                  <a:pt x="1356" y="328"/>
                </a:lnTo>
                <a:lnTo>
                  <a:pt x="1354" y="329"/>
                </a:lnTo>
                <a:lnTo>
                  <a:pt x="1353" y="330"/>
                </a:lnTo>
                <a:lnTo>
                  <a:pt x="1353" y="332"/>
                </a:lnTo>
                <a:lnTo>
                  <a:pt x="1353" y="336"/>
                </a:lnTo>
                <a:lnTo>
                  <a:pt x="1354" y="336"/>
                </a:lnTo>
                <a:lnTo>
                  <a:pt x="1353" y="337"/>
                </a:lnTo>
                <a:lnTo>
                  <a:pt x="1352" y="337"/>
                </a:lnTo>
                <a:lnTo>
                  <a:pt x="1351" y="337"/>
                </a:lnTo>
                <a:lnTo>
                  <a:pt x="1351" y="336"/>
                </a:lnTo>
                <a:lnTo>
                  <a:pt x="1350" y="336"/>
                </a:lnTo>
                <a:lnTo>
                  <a:pt x="1349" y="336"/>
                </a:lnTo>
                <a:lnTo>
                  <a:pt x="1348" y="336"/>
                </a:lnTo>
                <a:lnTo>
                  <a:pt x="1347" y="336"/>
                </a:lnTo>
                <a:lnTo>
                  <a:pt x="1346" y="336"/>
                </a:lnTo>
                <a:lnTo>
                  <a:pt x="1345" y="336"/>
                </a:lnTo>
                <a:lnTo>
                  <a:pt x="1344" y="336"/>
                </a:lnTo>
                <a:lnTo>
                  <a:pt x="1343" y="336"/>
                </a:lnTo>
                <a:lnTo>
                  <a:pt x="1343" y="335"/>
                </a:lnTo>
                <a:lnTo>
                  <a:pt x="1342" y="335"/>
                </a:lnTo>
                <a:lnTo>
                  <a:pt x="1341" y="334"/>
                </a:lnTo>
                <a:lnTo>
                  <a:pt x="1342" y="333"/>
                </a:lnTo>
                <a:lnTo>
                  <a:pt x="1343" y="332"/>
                </a:lnTo>
                <a:lnTo>
                  <a:pt x="1345" y="331"/>
                </a:lnTo>
                <a:lnTo>
                  <a:pt x="1346" y="331"/>
                </a:lnTo>
                <a:lnTo>
                  <a:pt x="1347" y="331"/>
                </a:lnTo>
                <a:lnTo>
                  <a:pt x="1347" y="330"/>
                </a:lnTo>
                <a:lnTo>
                  <a:pt x="1346" y="331"/>
                </a:lnTo>
                <a:lnTo>
                  <a:pt x="1345" y="331"/>
                </a:lnTo>
                <a:lnTo>
                  <a:pt x="1344" y="331"/>
                </a:lnTo>
                <a:lnTo>
                  <a:pt x="1343" y="331"/>
                </a:lnTo>
                <a:lnTo>
                  <a:pt x="1343" y="330"/>
                </a:lnTo>
                <a:lnTo>
                  <a:pt x="1342" y="332"/>
                </a:lnTo>
                <a:lnTo>
                  <a:pt x="1341" y="332"/>
                </a:lnTo>
                <a:lnTo>
                  <a:pt x="1340" y="332"/>
                </a:lnTo>
                <a:lnTo>
                  <a:pt x="1339" y="332"/>
                </a:lnTo>
                <a:lnTo>
                  <a:pt x="1339" y="330"/>
                </a:lnTo>
                <a:lnTo>
                  <a:pt x="1339" y="329"/>
                </a:lnTo>
                <a:lnTo>
                  <a:pt x="1338" y="329"/>
                </a:lnTo>
                <a:lnTo>
                  <a:pt x="1338" y="330"/>
                </a:lnTo>
                <a:lnTo>
                  <a:pt x="1337" y="330"/>
                </a:lnTo>
                <a:lnTo>
                  <a:pt x="1333" y="330"/>
                </a:lnTo>
                <a:lnTo>
                  <a:pt x="1332" y="330"/>
                </a:lnTo>
                <a:lnTo>
                  <a:pt x="1331" y="330"/>
                </a:lnTo>
                <a:lnTo>
                  <a:pt x="1330" y="330"/>
                </a:lnTo>
                <a:lnTo>
                  <a:pt x="1332" y="331"/>
                </a:lnTo>
                <a:lnTo>
                  <a:pt x="1334" y="332"/>
                </a:lnTo>
                <a:lnTo>
                  <a:pt x="1333" y="336"/>
                </a:lnTo>
                <a:lnTo>
                  <a:pt x="1331" y="340"/>
                </a:lnTo>
                <a:lnTo>
                  <a:pt x="1330" y="342"/>
                </a:lnTo>
                <a:lnTo>
                  <a:pt x="1330" y="341"/>
                </a:lnTo>
                <a:lnTo>
                  <a:pt x="1329" y="340"/>
                </a:lnTo>
                <a:lnTo>
                  <a:pt x="1329" y="341"/>
                </a:lnTo>
                <a:lnTo>
                  <a:pt x="1329" y="343"/>
                </a:lnTo>
                <a:lnTo>
                  <a:pt x="1330" y="343"/>
                </a:lnTo>
                <a:lnTo>
                  <a:pt x="1330" y="344"/>
                </a:lnTo>
                <a:lnTo>
                  <a:pt x="1329" y="346"/>
                </a:lnTo>
                <a:lnTo>
                  <a:pt x="1330" y="346"/>
                </a:lnTo>
                <a:lnTo>
                  <a:pt x="1330" y="347"/>
                </a:lnTo>
                <a:lnTo>
                  <a:pt x="1331" y="347"/>
                </a:lnTo>
                <a:lnTo>
                  <a:pt x="1331" y="346"/>
                </a:lnTo>
                <a:lnTo>
                  <a:pt x="1332" y="347"/>
                </a:lnTo>
                <a:lnTo>
                  <a:pt x="1332" y="349"/>
                </a:lnTo>
                <a:lnTo>
                  <a:pt x="1331" y="349"/>
                </a:lnTo>
                <a:lnTo>
                  <a:pt x="1330" y="349"/>
                </a:lnTo>
                <a:lnTo>
                  <a:pt x="1329" y="349"/>
                </a:lnTo>
                <a:lnTo>
                  <a:pt x="1328" y="349"/>
                </a:lnTo>
                <a:lnTo>
                  <a:pt x="1327" y="350"/>
                </a:lnTo>
                <a:lnTo>
                  <a:pt x="1325" y="351"/>
                </a:lnTo>
                <a:lnTo>
                  <a:pt x="1323" y="351"/>
                </a:lnTo>
                <a:lnTo>
                  <a:pt x="1322" y="351"/>
                </a:lnTo>
                <a:lnTo>
                  <a:pt x="1323" y="352"/>
                </a:lnTo>
                <a:lnTo>
                  <a:pt x="1324" y="352"/>
                </a:lnTo>
                <a:lnTo>
                  <a:pt x="1325" y="352"/>
                </a:lnTo>
                <a:lnTo>
                  <a:pt x="1325" y="351"/>
                </a:lnTo>
                <a:lnTo>
                  <a:pt x="1326" y="351"/>
                </a:lnTo>
                <a:lnTo>
                  <a:pt x="1328" y="351"/>
                </a:lnTo>
                <a:lnTo>
                  <a:pt x="1331" y="352"/>
                </a:lnTo>
                <a:lnTo>
                  <a:pt x="1331" y="353"/>
                </a:lnTo>
                <a:lnTo>
                  <a:pt x="1330" y="354"/>
                </a:lnTo>
                <a:lnTo>
                  <a:pt x="1330" y="355"/>
                </a:lnTo>
                <a:lnTo>
                  <a:pt x="1330" y="356"/>
                </a:lnTo>
                <a:lnTo>
                  <a:pt x="1330" y="357"/>
                </a:lnTo>
                <a:lnTo>
                  <a:pt x="1331" y="358"/>
                </a:lnTo>
                <a:lnTo>
                  <a:pt x="1332" y="358"/>
                </a:lnTo>
                <a:lnTo>
                  <a:pt x="1331" y="359"/>
                </a:lnTo>
                <a:lnTo>
                  <a:pt x="1331" y="358"/>
                </a:lnTo>
                <a:lnTo>
                  <a:pt x="1330" y="358"/>
                </a:lnTo>
                <a:lnTo>
                  <a:pt x="1329" y="358"/>
                </a:lnTo>
                <a:lnTo>
                  <a:pt x="1328" y="359"/>
                </a:lnTo>
                <a:lnTo>
                  <a:pt x="1328" y="360"/>
                </a:lnTo>
                <a:lnTo>
                  <a:pt x="1326" y="363"/>
                </a:lnTo>
                <a:lnTo>
                  <a:pt x="1326" y="364"/>
                </a:lnTo>
                <a:lnTo>
                  <a:pt x="1326" y="365"/>
                </a:lnTo>
                <a:lnTo>
                  <a:pt x="1325" y="365"/>
                </a:lnTo>
                <a:lnTo>
                  <a:pt x="1324" y="364"/>
                </a:lnTo>
                <a:lnTo>
                  <a:pt x="1323" y="364"/>
                </a:lnTo>
                <a:lnTo>
                  <a:pt x="1323" y="363"/>
                </a:lnTo>
                <a:lnTo>
                  <a:pt x="1322" y="363"/>
                </a:lnTo>
                <a:lnTo>
                  <a:pt x="1322" y="362"/>
                </a:lnTo>
                <a:lnTo>
                  <a:pt x="1321" y="362"/>
                </a:lnTo>
                <a:lnTo>
                  <a:pt x="1321" y="364"/>
                </a:lnTo>
                <a:lnTo>
                  <a:pt x="1322" y="364"/>
                </a:lnTo>
                <a:lnTo>
                  <a:pt x="1322" y="365"/>
                </a:lnTo>
                <a:lnTo>
                  <a:pt x="1322" y="366"/>
                </a:lnTo>
                <a:lnTo>
                  <a:pt x="1324" y="367"/>
                </a:lnTo>
                <a:lnTo>
                  <a:pt x="1324" y="368"/>
                </a:lnTo>
                <a:lnTo>
                  <a:pt x="1322" y="369"/>
                </a:lnTo>
                <a:lnTo>
                  <a:pt x="1322" y="370"/>
                </a:lnTo>
                <a:lnTo>
                  <a:pt x="1321" y="372"/>
                </a:lnTo>
                <a:lnTo>
                  <a:pt x="1320" y="372"/>
                </a:lnTo>
                <a:lnTo>
                  <a:pt x="1320" y="373"/>
                </a:lnTo>
                <a:lnTo>
                  <a:pt x="1320" y="375"/>
                </a:lnTo>
                <a:lnTo>
                  <a:pt x="1319" y="376"/>
                </a:lnTo>
                <a:lnTo>
                  <a:pt x="1319" y="377"/>
                </a:lnTo>
                <a:lnTo>
                  <a:pt x="1318" y="378"/>
                </a:lnTo>
                <a:lnTo>
                  <a:pt x="1317" y="379"/>
                </a:lnTo>
                <a:lnTo>
                  <a:pt x="1316" y="378"/>
                </a:lnTo>
                <a:lnTo>
                  <a:pt x="1315" y="377"/>
                </a:lnTo>
                <a:lnTo>
                  <a:pt x="1315" y="378"/>
                </a:lnTo>
                <a:lnTo>
                  <a:pt x="1315" y="379"/>
                </a:lnTo>
                <a:lnTo>
                  <a:pt x="1314" y="380"/>
                </a:lnTo>
                <a:lnTo>
                  <a:pt x="1314" y="381"/>
                </a:lnTo>
                <a:lnTo>
                  <a:pt x="1314" y="382"/>
                </a:lnTo>
                <a:lnTo>
                  <a:pt x="1314" y="383"/>
                </a:lnTo>
                <a:lnTo>
                  <a:pt x="1315" y="383"/>
                </a:lnTo>
                <a:lnTo>
                  <a:pt x="1316" y="385"/>
                </a:lnTo>
                <a:lnTo>
                  <a:pt x="1317" y="385"/>
                </a:lnTo>
                <a:lnTo>
                  <a:pt x="1317" y="386"/>
                </a:lnTo>
                <a:lnTo>
                  <a:pt x="1317" y="387"/>
                </a:lnTo>
                <a:lnTo>
                  <a:pt x="1318" y="390"/>
                </a:lnTo>
                <a:lnTo>
                  <a:pt x="1318" y="392"/>
                </a:lnTo>
                <a:lnTo>
                  <a:pt x="1318" y="393"/>
                </a:lnTo>
                <a:lnTo>
                  <a:pt x="1319" y="394"/>
                </a:lnTo>
                <a:lnTo>
                  <a:pt x="1320" y="395"/>
                </a:lnTo>
                <a:lnTo>
                  <a:pt x="1321" y="396"/>
                </a:lnTo>
                <a:lnTo>
                  <a:pt x="1322" y="396"/>
                </a:lnTo>
                <a:lnTo>
                  <a:pt x="1322" y="395"/>
                </a:lnTo>
                <a:lnTo>
                  <a:pt x="1324" y="395"/>
                </a:lnTo>
                <a:lnTo>
                  <a:pt x="1325" y="395"/>
                </a:lnTo>
                <a:lnTo>
                  <a:pt x="1325" y="396"/>
                </a:lnTo>
                <a:lnTo>
                  <a:pt x="1324" y="396"/>
                </a:lnTo>
                <a:lnTo>
                  <a:pt x="1323" y="398"/>
                </a:lnTo>
                <a:lnTo>
                  <a:pt x="1323" y="399"/>
                </a:lnTo>
                <a:lnTo>
                  <a:pt x="1324" y="399"/>
                </a:lnTo>
                <a:lnTo>
                  <a:pt x="1324" y="400"/>
                </a:lnTo>
                <a:lnTo>
                  <a:pt x="1323" y="401"/>
                </a:lnTo>
                <a:lnTo>
                  <a:pt x="1322" y="401"/>
                </a:lnTo>
                <a:lnTo>
                  <a:pt x="1320" y="400"/>
                </a:lnTo>
                <a:lnTo>
                  <a:pt x="1320" y="398"/>
                </a:lnTo>
                <a:lnTo>
                  <a:pt x="1319" y="398"/>
                </a:lnTo>
                <a:lnTo>
                  <a:pt x="1318" y="398"/>
                </a:lnTo>
                <a:lnTo>
                  <a:pt x="1317" y="398"/>
                </a:lnTo>
                <a:lnTo>
                  <a:pt x="1316" y="398"/>
                </a:lnTo>
                <a:lnTo>
                  <a:pt x="1315" y="397"/>
                </a:lnTo>
                <a:lnTo>
                  <a:pt x="1314" y="396"/>
                </a:lnTo>
                <a:lnTo>
                  <a:pt x="1314" y="395"/>
                </a:lnTo>
                <a:lnTo>
                  <a:pt x="1314" y="394"/>
                </a:lnTo>
                <a:lnTo>
                  <a:pt x="1313" y="393"/>
                </a:lnTo>
                <a:lnTo>
                  <a:pt x="1312" y="393"/>
                </a:lnTo>
                <a:lnTo>
                  <a:pt x="1311" y="392"/>
                </a:lnTo>
                <a:lnTo>
                  <a:pt x="1310" y="392"/>
                </a:lnTo>
                <a:lnTo>
                  <a:pt x="1309" y="392"/>
                </a:lnTo>
                <a:lnTo>
                  <a:pt x="1308" y="393"/>
                </a:lnTo>
                <a:lnTo>
                  <a:pt x="1309" y="394"/>
                </a:lnTo>
                <a:lnTo>
                  <a:pt x="1310" y="394"/>
                </a:lnTo>
                <a:lnTo>
                  <a:pt x="1311" y="393"/>
                </a:lnTo>
                <a:lnTo>
                  <a:pt x="1312" y="394"/>
                </a:lnTo>
                <a:lnTo>
                  <a:pt x="1313" y="394"/>
                </a:lnTo>
                <a:lnTo>
                  <a:pt x="1313" y="395"/>
                </a:lnTo>
                <a:lnTo>
                  <a:pt x="1312" y="395"/>
                </a:lnTo>
                <a:lnTo>
                  <a:pt x="1311" y="395"/>
                </a:lnTo>
                <a:lnTo>
                  <a:pt x="1309" y="396"/>
                </a:lnTo>
                <a:lnTo>
                  <a:pt x="1308" y="396"/>
                </a:lnTo>
                <a:lnTo>
                  <a:pt x="1307" y="397"/>
                </a:lnTo>
                <a:lnTo>
                  <a:pt x="1305" y="398"/>
                </a:lnTo>
                <a:lnTo>
                  <a:pt x="1304" y="399"/>
                </a:lnTo>
                <a:lnTo>
                  <a:pt x="1303" y="400"/>
                </a:lnTo>
                <a:lnTo>
                  <a:pt x="1302" y="401"/>
                </a:lnTo>
                <a:lnTo>
                  <a:pt x="1301" y="402"/>
                </a:lnTo>
                <a:lnTo>
                  <a:pt x="1299" y="405"/>
                </a:lnTo>
                <a:lnTo>
                  <a:pt x="1299" y="406"/>
                </a:lnTo>
                <a:lnTo>
                  <a:pt x="1299" y="407"/>
                </a:lnTo>
                <a:lnTo>
                  <a:pt x="1299" y="408"/>
                </a:lnTo>
                <a:lnTo>
                  <a:pt x="1299" y="409"/>
                </a:lnTo>
                <a:lnTo>
                  <a:pt x="1299" y="410"/>
                </a:lnTo>
                <a:lnTo>
                  <a:pt x="1297" y="413"/>
                </a:lnTo>
                <a:lnTo>
                  <a:pt x="1296" y="414"/>
                </a:lnTo>
                <a:lnTo>
                  <a:pt x="1295" y="414"/>
                </a:lnTo>
                <a:lnTo>
                  <a:pt x="1293" y="412"/>
                </a:lnTo>
                <a:lnTo>
                  <a:pt x="1294" y="412"/>
                </a:lnTo>
                <a:lnTo>
                  <a:pt x="1294" y="411"/>
                </a:lnTo>
                <a:lnTo>
                  <a:pt x="1293" y="411"/>
                </a:lnTo>
                <a:lnTo>
                  <a:pt x="1293" y="410"/>
                </a:lnTo>
                <a:lnTo>
                  <a:pt x="1291" y="411"/>
                </a:lnTo>
                <a:lnTo>
                  <a:pt x="1290" y="411"/>
                </a:lnTo>
                <a:lnTo>
                  <a:pt x="1289" y="411"/>
                </a:lnTo>
                <a:lnTo>
                  <a:pt x="1288" y="410"/>
                </a:lnTo>
                <a:lnTo>
                  <a:pt x="1289" y="408"/>
                </a:lnTo>
                <a:lnTo>
                  <a:pt x="1290" y="407"/>
                </a:lnTo>
                <a:lnTo>
                  <a:pt x="1291" y="407"/>
                </a:lnTo>
                <a:lnTo>
                  <a:pt x="1291" y="404"/>
                </a:lnTo>
                <a:lnTo>
                  <a:pt x="1290" y="403"/>
                </a:lnTo>
                <a:lnTo>
                  <a:pt x="1290" y="404"/>
                </a:lnTo>
                <a:lnTo>
                  <a:pt x="1289" y="404"/>
                </a:lnTo>
                <a:lnTo>
                  <a:pt x="1290" y="405"/>
                </a:lnTo>
                <a:lnTo>
                  <a:pt x="1290" y="406"/>
                </a:lnTo>
                <a:lnTo>
                  <a:pt x="1288" y="406"/>
                </a:lnTo>
                <a:lnTo>
                  <a:pt x="1288" y="408"/>
                </a:lnTo>
                <a:lnTo>
                  <a:pt x="1287" y="409"/>
                </a:lnTo>
                <a:lnTo>
                  <a:pt x="1286" y="410"/>
                </a:lnTo>
                <a:lnTo>
                  <a:pt x="1285" y="410"/>
                </a:lnTo>
                <a:lnTo>
                  <a:pt x="1284" y="411"/>
                </a:lnTo>
                <a:lnTo>
                  <a:pt x="1283" y="412"/>
                </a:lnTo>
                <a:lnTo>
                  <a:pt x="1282" y="413"/>
                </a:lnTo>
                <a:lnTo>
                  <a:pt x="1280" y="415"/>
                </a:lnTo>
                <a:lnTo>
                  <a:pt x="1280" y="416"/>
                </a:lnTo>
                <a:lnTo>
                  <a:pt x="1279" y="417"/>
                </a:lnTo>
                <a:lnTo>
                  <a:pt x="1279" y="418"/>
                </a:lnTo>
                <a:lnTo>
                  <a:pt x="1278" y="419"/>
                </a:lnTo>
                <a:lnTo>
                  <a:pt x="1278" y="420"/>
                </a:lnTo>
                <a:lnTo>
                  <a:pt x="1277" y="421"/>
                </a:lnTo>
                <a:lnTo>
                  <a:pt x="1277" y="423"/>
                </a:lnTo>
                <a:lnTo>
                  <a:pt x="1277" y="424"/>
                </a:lnTo>
                <a:lnTo>
                  <a:pt x="1277" y="425"/>
                </a:lnTo>
                <a:lnTo>
                  <a:pt x="1277" y="427"/>
                </a:lnTo>
                <a:lnTo>
                  <a:pt x="1277" y="428"/>
                </a:lnTo>
                <a:lnTo>
                  <a:pt x="1278" y="429"/>
                </a:lnTo>
                <a:lnTo>
                  <a:pt x="1279" y="430"/>
                </a:lnTo>
                <a:lnTo>
                  <a:pt x="1280" y="430"/>
                </a:lnTo>
                <a:lnTo>
                  <a:pt x="1281" y="431"/>
                </a:lnTo>
                <a:lnTo>
                  <a:pt x="1281" y="432"/>
                </a:lnTo>
                <a:lnTo>
                  <a:pt x="1280" y="433"/>
                </a:lnTo>
                <a:lnTo>
                  <a:pt x="1280" y="434"/>
                </a:lnTo>
                <a:lnTo>
                  <a:pt x="1280" y="437"/>
                </a:lnTo>
                <a:lnTo>
                  <a:pt x="1281" y="438"/>
                </a:lnTo>
                <a:lnTo>
                  <a:pt x="1281" y="439"/>
                </a:lnTo>
                <a:lnTo>
                  <a:pt x="1282" y="439"/>
                </a:lnTo>
                <a:lnTo>
                  <a:pt x="1282" y="440"/>
                </a:lnTo>
                <a:lnTo>
                  <a:pt x="1283" y="441"/>
                </a:lnTo>
                <a:lnTo>
                  <a:pt x="1283" y="442"/>
                </a:lnTo>
                <a:lnTo>
                  <a:pt x="1283" y="444"/>
                </a:lnTo>
                <a:lnTo>
                  <a:pt x="1284" y="444"/>
                </a:lnTo>
                <a:lnTo>
                  <a:pt x="1285" y="445"/>
                </a:lnTo>
                <a:lnTo>
                  <a:pt x="1284" y="445"/>
                </a:lnTo>
                <a:lnTo>
                  <a:pt x="1283" y="446"/>
                </a:lnTo>
                <a:lnTo>
                  <a:pt x="1284" y="448"/>
                </a:lnTo>
                <a:lnTo>
                  <a:pt x="1283" y="448"/>
                </a:lnTo>
                <a:lnTo>
                  <a:pt x="1282" y="449"/>
                </a:lnTo>
                <a:lnTo>
                  <a:pt x="1281" y="449"/>
                </a:lnTo>
                <a:lnTo>
                  <a:pt x="1281" y="448"/>
                </a:lnTo>
                <a:lnTo>
                  <a:pt x="1280" y="448"/>
                </a:lnTo>
                <a:lnTo>
                  <a:pt x="1279" y="448"/>
                </a:lnTo>
                <a:lnTo>
                  <a:pt x="1278" y="449"/>
                </a:lnTo>
                <a:lnTo>
                  <a:pt x="1277" y="450"/>
                </a:lnTo>
                <a:lnTo>
                  <a:pt x="1276" y="451"/>
                </a:lnTo>
                <a:lnTo>
                  <a:pt x="1276" y="452"/>
                </a:lnTo>
                <a:lnTo>
                  <a:pt x="1276" y="453"/>
                </a:lnTo>
                <a:lnTo>
                  <a:pt x="1276" y="454"/>
                </a:lnTo>
                <a:lnTo>
                  <a:pt x="1276" y="455"/>
                </a:lnTo>
                <a:lnTo>
                  <a:pt x="1277" y="456"/>
                </a:lnTo>
                <a:lnTo>
                  <a:pt x="1276" y="456"/>
                </a:lnTo>
                <a:lnTo>
                  <a:pt x="1276" y="457"/>
                </a:lnTo>
                <a:lnTo>
                  <a:pt x="1275" y="459"/>
                </a:lnTo>
                <a:lnTo>
                  <a:pt x="1275" y="460"/>
                </a:lnTo>
                <a:lnTo>
                  <a:pt x="1275" y="461"/>
                </a:lnTo>
                <a:lnTo>
                  <a:pt x="1274" y="462"/>
                </a:lnTo>
                <a:lnTo>
                  <a:pt x="1272" y="463"/>
                </a:lnTo>
                <a:lnTo>
                  <a:pt x="1271" y="463"/>
                </a:lnTo>
                <a:lnTo>
                  <a:pt x="1271" y="462"/>
                </a:lnTo>
                <a:lnTo>
                  <a:pt x="1269" y="461"/>
                </a:lnTo>
                <a:lnTo>
                  <a:pt x="1268" y="461"/>
                </a:lnTo>
                <a:lnTo>
                  <a:pt x="1268" y="462"/>
                </a:lnTo>
                <a:lnTo>
                  <a:pt x="1267" y="461"/>
                </a:lnTo>
                <a:lnTo>
                  <a:pt x="1266" y="461"/>
                </a:lnTo>
                <a:lnTo>
                  <a:pt x="1265" y="461"/>
                </a:lnTo>
                <a:lnTo>
                  <a:pt x="1265" y="462"/>
                </a:lnTo>
                <a:lnTo>
                  <a:pt x="1264" y="462"/>
                </a:lnTo>
                <a:lnTo>
                  <a:pt x="1264" y="463"/>
                </a:lnTo>
                <a:lnTo>
                  <a:pt x="1263" y="463"/>
                </a:lnTo>
                <a:lnTo>
                  <a:pt x="1262" y="463"/>
                </a:lnTo>
                <a:lnTo>
                  <a:pt x="1261" y="464"/>
                </a:lnTo>
                <a:lnTo>
                  <a:pt x="1260" y="464"/>
                </a:lnTo>
                <a:lnTo>
                  <a:pt x="1260" y="465"/>
                </a:lnTo>
                <a:lnTo>
                  <a:pt x="1259" y="465"/>
                </a:lnTo>
                <a:lnTo>
                  <a:pt x="1259" y="464"/>
                </a:lnTo>
                <a:lnTo>
                  <a:pt x="1258" y="464"/>
                </a:lnTo>
                <a:lnTo>
                  <a:pt x="1257" y="464"/>
                </a:lnTo>
                <a:lnTo>
                  <a:pt x="1257" y="465"/>
                </a:lnTo>
                <a:lnTo>
                  <a:pt x="1256" y="465"/>
                </a:lnTo>
                <a:lnTo>
                  <a:pt x="1255" y="466"/>
                </a:lnTo>
                <a:lnTo>
                  <a:pt x="1254" y="466"/>
                </a:lnTo>
                <a:lnTo>
                  <a:pt x="1253" y="466"/>
                </a:lnTo>
                <a:lnTo>
                  <a:pt x="1252" y="467"/>
                </a:lnTo>
                <a:lnTo>
                  <a:pt x="1251" y="467"/>
                </a:lnTo>
                <a:lnTo>
                  <a:pt x="1250" y="467"/>
                </a:lnTo>
                <a:lnTo>
                  <a:pt x="1250" y="466"/>
                </a:lnTo>
                <a:lnTo>
                  <a:pt x="1249" y="466"/>
                </a:lnTo>
                <a:lnTo>
                  <a:pt x="1247" y="466"/>
                </a:lnTo>
                <a:lnTo>
                  <a:pt x="1246" y="465"/>
                </a:lnTo>
                <a:lnTo>
                  <a:pt x="1244" y="465"/>
                </a:lnTo>
                <a:lnTo>
                  <a:pt x="1244" y="464"/>
                </a:lnTo>
                <a:lnTo>
                  <a:pt x="1244" y="465"/>
                </a:lnTo>
                <a:lnTo>
                  <a:pt x="1243" y="465"/>
                </a:lnTo>
                <a:lnTo>
                  <a:pt x="1242" y="464"/>
                </a:lnTo>
                <a:lnTo>
                  <a:pt x="1240" y="464"/>
                </a:lnTo>
                <a:lnTo>
                  <a:pt x="1240" y="463"/>
                </a:lnTo>
                <a:lnTo>
                  <a:pt x="1240" y="462"/>
                </a:lnTo>
                <a:lnTo>
                  <a:pt x="1239" y="462"/>
                </a:lnTo>
                <a:lnTo>
                  <a:pt x="1238" y="462"/>
                </a:lnTo>
                <a:lnTo>
                  <a:pt x="1234" y="463"/>
                </a:lnTo>
                <a:lnTo>
                  <a:pt x="1233" y="463"/>
                </a:lnTo>
                <a:lnTo>
                  <a:pt x="1232" y="464"/>
                </a:lnTo>
                <a:lnTo>
                  <a:pt x="1230" y="464"/>
                </a:lnTo>
                <a:lnTo>
                  <a:pt x="1229" y="466"/>
                </a:lnTo>
                <a:lnTo>
                  <a:pt x="1228" y="466"/>
                </a:lnTo>
                <a:lnTo>
                  <a:pt x="1227" y="467"/>
                </a:lnTo>
                <a:lnTo>
                  <a:pt x="1225" y="469"/>
                </a:lnTo>
                <a:lnTo>
                  <a:pt x="1223" y="470"/>
                </a:lnTo>
                <a:lnTo>
                  <a:pt x="1221" y="472"/>
                </a:lnTo>
                <a:lnTo>
                  <a:pt x="1220" y="474"/>
                </a:lnTo>
                <a:lnTo>
                  <a:pt x="1219" y="475"/>
                </a:lnTo>
                <a:lnTo>
                  <a:pt x="1218" y="476"/>
                </a:lnTo>
                <a:lnTo>
                  <a:pt x="1218" y="477"/>
                </a:lnTo>
                <a:lnTo>
                  <a:pt x="1217" y="477"/>
                </a:lnTo>
                <a:lnTo>
                  <a:pt x="1215" y="481"/>
                </a:lnTo>
                <a:lnTo>
                  <a:pt x="1214" y="482"/>
                </a:lnTo>
                <a:lnTo>
                  <a:pt x="1213" y="484"/>
                </a:lnTo>
                <a:lnTo>
                  <a:pt x="1208" y="488"/>
                </a:lnTo>
                <a:lnTo>
                  <a:pt x="1208" y="489"/>
                </a:lnTo>
                <a:lnTo>
                  <a:pt x="1207" y="490"/>
                </a:lnTo>
                <a:lnTo>
                  <a:pt x="1206" y="491"/>
                </a:lnTo>
                <a:lnTo>
                  <a:pt x="1205" y="491"/>
                </a:lnTo>
                <a:lnTo>
                  <a:pt x="1204" y="491"/>
                </a:lnTo>
                <a:lnTo>
                  <a:pt x="1202" y="492"/>
                </a:lnTo>
                <a:lnTo>
                  <a:pt x="1201" y="493"/>
                </a:lnTo>
                <a:lnTo>
                  <a:pt x="1201" y="494"/>
                </a:lnTo>
                <a:lnTo>
                  <a:pt x="1200" y="495"/>
                </a:lnTo>
                <a:lnTo>
                  <a:pt x="1198" y="494"/>
                </a:lnTo>
                <a:lnTo>
                  <a:pt x="1197" y="492"/>
                </a:lnTo>
                <a:lnTo>
                  <a:pt x="1198" y="492"/>
                </a:lnTo>
                <a:lnTo>
                  <a:pt x="1197" y="491"/>
                </a:lnTo>
                <a:lnTo>
                  <a:pt x="1196" y="490"/>
                </a:lnTo>
                <a:lnTo>
                  <a:pt x="1194" y="490"/>
                </a:lnTo>
                <a:lnTo>
                  <a:pt x="1192" y="490"/>
                </a:lnTo>
                <a:lnTo>
                  <a:pt x="1191" y="490"/>
                </a:lnTo>
                <a:lnTo>
                  <a:pt x="1190" y="490"/>
                </a:lnTo>
                <a:lnTo>
                  <a:pt x="1189" y="490"/>
                </a:lnTo>
                <a:lnTo>
                  <a:pt x="1188" y="490"/>
                </a:lnTo>
                <a:lnTo>
                  <a:pt x="1186" y="492"/>
                </a:lnTo>
                <a:lnTo>
                  <a:pt x="1185" y="492"/>
                </a:lnTo>
                <a:lnTo>
                  <a:pt x="1184" y="492"/>
                </a:lnTo>
                <a:lnTo>
                  <a:pt x="1184" y="493"/>
                </a:lnTo>
                <a:lnTo>
                  <a:pt x="1183" y="493"/>
                </a:lnTo>
                <a:lnTo>
                  <a:pt x="1183" y="494"/>
                </a:lnTo>
                <a:lnTo>
                  <a:pt x="1182" y="494"/>
                </a:lnTo>
                <a:lnTo>
                  <a:pt x="1181" y="494"/>
                </a:lnTo>
                <a:lnTo>
                  <a:pt x="1180" y="494"/>
                </a:lnTo>
                <a:lnTo>
                  <a:pt x="1179" y="495"/>
                </a:lnTo>
                <a:lnTo>
                  <a:pt x="1178" y="495"/>
                </a:lnTo>
                <a:lnTo>
                  <a:pt x="1177" y="497"/>
                </a:lnTo>
                <a:lnTo>
                  <a:pt x="1175" y="499"/>
                </a:lnTo>
                <a:lnTo>
                  <a:pt x="1175" y="500"/>
                </a:lnTo>
                <a:lnTo>
                  <a:pt x="1174" y="501"/>
                </a:lnTo>
                <a:lnTo>
                  <a:pt x="1173" y="501"/>
                </a:lnTo>
                <a:lnTo>
                  <a:pt x="1172" y="501"/>
                </a:lnTo>
                <a:lnTo>
                  <a:pt x="1173" y="500"/>
                </a:lnTo>
                <a:lnTo>
                  <a:pt x="1173" y="499"/>
                </a:lnTo>
                <a:lnTo>
                  <a:pt x="1174" y="499"/>
                </a:lnTo>
                <a:lnTo>
                  <a:pt x="1173" y="499"/>
                </a:lnTo>
                <a:lnTo>
                  <a:pt x="1172" y="499"/>
                </a:lnTo>
                <a:lnTo>
                  <a:pt x="1172" y="500"/>
                </a:lnTo>
                <a:lnTo>
                  <a:pt x="1171" y="500"/>
                </a:lnTo>
                <a:lnTo>
                  <a:pt x="1170" y="500"/>
                </a:lnTo>
                <a:lnTo>
                  <a:pt x="1169" y="501"/>
                </a:lnTo>
                <a:lnTo>
                  <a:pt x="1168" y="501"/>
                </a:lnTo>
                <a:lnTo>
                  <a:pt x="1167" y="502"/>
                </a:lnTo>
                <a:lnTo>
                  <a:pt x="1166" y="503"/>
                </a:lnTo>
                <a:lnTo>
                  <a:pt x="1165" y="503"/>
                </a:lnTo>
                <a:lnTo>
                  <a:pt x="1165" y="504"/>
                </a:lnTo>
                <a:lnTo>
                  <a:pt x="1164" y="505"/>
                </a:lnTo>
                <a:lnTo>
                  <a:pt x="1163" y="504"/>
                </a:lnTo>
                <a:lnTo>
                  <a:pt x="1162" y="504"/>
                </a:lnTo>
                <a:lnTo>
                  <a:pt x="1162" y="503"/>
                </a:lnTo>
                <a:lnTo>
                  <a:pt x="1161" y="503"/>
                </a:lnTo>
                <a:lnTo>
                  <a:pt x="1160" y="503"/>
                </a:lnTo>
                <a:lnTo>
                  <a:pt x="1159" y="504"/>
                </a:lnTo>
                <a:lnTo>
                  <a:pt x="1157" y="506"/>
                </a:lnTo>
                <a:lnTo>
                  <a:pt x="1156" y="507"/>
                </a:lnTo>
                <a:lnTo>
                  <a:pt x="1155" y="508"/>
                </a:lnTo>
                <a:lnTo>
                  <a:pt x="1154" y="509"/>
                </a:lnTo>
                <a:lnTo>
                  <a:pt x="1152" y="512"/>
                </a:lnTo>
                <a:lnTo>
                  <a:pt x="1151" y="513"/>
                </a:lnTo>
                <a:lnTo>
                  <a:pt x="1150" y="516"/>
                </a:lnTo>
                <a:lnTo>
                  <a:pt x="1149" y="516"/>
                </a:lnTo>
                <a:lnTo>
                  <a:pt x="1149" y="517"/>
                </a:lnTo>
                <a:lnTo>
                  <a:pt x="1148" y="516"/>
                </a:lnTo>
                <a:lnTo>
                  <a:pt x="1147" y="516"/>
                </a:lnTo>
                <a:lnTo>
                  <a:pt x="1146" y="516"/>
                </a:lnTo>
                <a:lnTo>
                  <a:pt x="1146" y="515"/>
                </a:lnTo>
                <a:lnTo>
                  <a:pt x="1145" y="515"/>
                </a:lnTo>
                <a:lnTo>
                  <a:pt x="1144" y="513"/>
                </a:lnTo>
                <a:lnTo>
                  <a:pt x="1145" y="513"/>
                </a:lnTo>
                <a:lnTo>
                  <a:pt x="1145" y="512"/>
                </a:lnTo>
                <a:lnTo>
                  <a:pt x="1146" y="511"/>
                </a:lnTo>
                <a:lnTo>
                  <a:pt x="1145" y="511"/>
                </a:lnTo>
                <a:lnTo>
                  <a:pt x="1145" y="509"/>
                </a:lnTo>
                <a:lnTo>
                  <a:pt x="1145" y="508"/>
                </a:lnTo>
                <a:lnTo>
                  <a:pt x="1145" y="507"/>
                </a:lnTo>
                <a:lnTo>
                  <a:pt x="1145" y="506"/>
                </a:lnTo>
                <a:lnTo>
                  <a:pt x="1144" y="505"/>
                </a:lnTo>
                <a:lnTo>
                  <a:pt x="1144" y="504"/>
                </a:lnTo>
                <a:lnTo>
                  <a:pt x="1143" y="503"/>
                </a:lnTo>
                <a:lnTo>
                  <a:pt x="1143" y="502"/>
                </a:lnTo>
                <a:lnTo>
                  <a:pt x="1142" y="502"/>
                </a:lnTo>
                <a:lnTo>
                  <a:pt x="1143" y="501"/>
                </a:lnTo>
                <a:lnTo>
                  <a:pt x="1144" y="501"/>
                </a:lnTo>
                <a:lnTo>
                  <a:pt x="1144" y="502"/>
                </a:lnTo>
                <a:lnTo>
                  <a:pt x="1145" y="502"/>
                </a:lnTo>
                <a:lnTo>
                  <a:pt x="1146" y="502"/>
                </a:lnTo>
                <a:lnTo>
                  <a:pt x="1146" y="504"/>
                </a:lnTo>
                <a:lnTo>
                  <a:pt x="1147" y="504"/>
                </a:lnTo>
                <a:lnTo>
                  <a:pt x="1147" y="503"/>
                </a:lnTo>
                <a:lnTo>
                  <a:pt x="1146" y="501"/>
                </a:lnTo>
                <a:lnTo>
                  <a:pt x="1145" y="501"/>
                </a:lnTo>
                <a:lnTo>
                  <a:pt x="1144" y="501"/>
                </a:lnTo>
                <a:lnTo>
                  <a:pt x="1144" y="500"/>
                </a:lnTo>
                <a:lnTo>
                  <a:pt x="1143" y="500"/>
                </a:lnTo>
                <a:lnTo>
                  <a:pt x="1142" y="500"/>
                </a:lnTo>
                <a:lnTo>
                  <a:pt x="1142" y="501"/>
                </a:lnTo>
                <a:lnTo>
                  <a:pt x="1140" y="500"/>
                </a:lnTo>
                <a:lnTo>
                  <a:pt x="1139" y="499"/>
                </a:lnTo>
                <a:lnTo>
                  <a:pt x="1138" y="499"/>
                </a:lnTo>
                <a:lnTo>
                  <a:pt x="1138" y="498"/>
                </a:lnTo>
                <a:lnTo>
                  <a:pt x="1135" y="497"/>
                </a:lnTo>
                <a:lnTo>
                  <a:pt x="1134" y="497"/>
                </a:lnTo>
                <a:lnTo>
                  <a:pt x="1133" y="496"/>
                </a:lnTo>
                <a:lnTo>
                  <a:pt x="1129" y="496"/>
                </a:lnTo>
                <a:lnTo>
                  <a:pt x="1128" y="496"/>
                </a:lnTo>
                <a:lnTo>
                  <a:pt x="1126" y="497"/>
                </a:lnTo>
                <a:lnTo>
                  <a:pt x="1124" y="497"/>
                </a:lnTo>
                <a:lnTo>
                  <a:pt x="1124" y="496"/>
                </a:lnTo>
                <a:lnTo>
                  <a:pt x="1124" y="495"/>
                </a:lnTo>
                <a:lnTo>
                  <a:pt x="1124" y="494"/>
                </a:lnTo>
                <a:lnTo>
                  <a:pt x="1124" y="493"/>
                </a:lnTo>
                <a:lnTo>
                  <a:pt x="1123" y="492"/>
                </a:lnTo>
                <a:lnTo>
                  <a:pt x="1122" y="492"/>
                </a:lnTo>
                <a:lnTo>
                  <a:pt x="1121" y="492"/>
                </a:lnTo>
                <a:lnTo>
                  <a:pt x="1119" y="492"/>
                </a:lnTo>
                <a:lnTo>
                  <a:pt x="1117" y="493"/>
                </a:lnTo>
                <a:lnTo>
                  <a:pt x="1116" y="493"/>
                </a:lnTo>
                <a:lnTo>
                  <a:pt x="1115" y="493"/>
                </a:lnTo>
                <a:lnTo>
                  <a:pt x="1114" y="493"/>
                </a:lnTo>
                <a:lnTo>
                  <a:pt x="1111" y="495"/>
                </a:lnTo>
                <a:lnTo>
                  <a:pt x="1109" y="496"/>
                </a:lnTo>
                <a:lnTo>
                  <a:pt x="1108" y="496"/>
                </a:lnTo>
                <a:lnTo>
                  <a:pt x="1107" y="496"/>
                </a:lnTo>
                <a:lnTo>
                  <a:pt x="1106" y="497"/>
                </a:lnTo>
                <a:lnTo>
                  <a:pt x="1106" y="498"/>
                </a:lnTo>
                <a:lnTo>
                  <a:pt x="1106" y="499"/>
                </a:lnTo>
                <a:lnTo>
                  <a:pt x="1105" y="499"/>
                </a:lnTo>
                <a:lnTo>
                  <a:pt x="1102" y="502"/>
                </a:lnTo>
                <a:lnTo>
                  <a:pt x="1101" y="503"/>
                </a:lnTo>
                <a:lnTo>
                  <a:pt x="1099" y="505"/>
                </a:lnTo>
                <a:lnTo>
                  <a:pt x="1099" y="506"/>
                </a:lnTo>
                <a:lnTo>
                  <a:pt x="1098" y="507"/>
                </a:lnTo>
                <a:lnTo>
                  <a:pt x="1099" y="507"/>
                </a:lnTo>
                <a:lnTo>
                  <a:pt x="1099" y="508"/>
                </a:lnTo>
                <a:lnTo>
                  <a:pt x="1098" y="510"/>
                </a:lnTo>
                <a:lnTo>
                  <a:pt x="1097" y="511"/>
                </a:lnTo>
                <a:lnTo>
                  <a:pt x="1096" y="511"/>
                </a:lnTo>
                <a:lnTo>
                  <a:pt x="1096" y="513"/>
                </a:lnTo>
                <a:lnTo>
                  <a:pt x="1096" y="514"/>
                </a:lnTo>
                <a:lnTo>
                  <a:pt x="1096" y="515"/>
                </a:lnTo>
                <a:lnTo>
                  <a:pt x="1095" y="515"/>
                </a:lnTo>
                <a:lnTo>
                  <a:pt x="1094" y="515"/>
                </a:lnTo>
                <a:lnTo>
                  <a:pt x="1093" y="516"/>
                </a:lnTo>
                <a:lnTo>
                  <a:pt x="1093" y="517"/>
                </a:lnTo>
                <a:lnTo>
                  <a:pt x="1094" y="517"/>
                </a:lnTo>
                <a:lnTo>
                  <a:pt x="1095" y="517"/>
                </a:lnTo>
                <a:lnTo>
                  <a:pt x="1094" y="518"/>
                </a:lnTo>
                <a:lnTo>
                  <a:pt x="1093" y="520"/>
                </a:lnTo>
                <a:lnTo>
                  <a:pt x="1094" y="522"/>
                </a:lnTo>
                <a:lnTo>
                  <a:pt x="1095" y="523"/>
                </a:lnTo>
                <a:lnTo>
                  <a:pt x="1096" y="525"/>
                </a:lnTo>
                <a:lnTo>
                  <a:pt x="1096" y="526"/>
                </a:lnTo>
                <a:lnTo>
                  <a:pt x="1097" y="527"/>
                </a:lnTo>
                <a:lnTo>
                  <a:pt x="1098" y="527"/>
                </a:lnTo>
                <a:lnTo>
                  <a:pt x="1098" y="528"/>
                </a:lnTo>
                <a:lnTo>
                  <a:pt x="1099" y="527"/>
                </a:lnTo>
                <a:lnTo>
                  <a:pt x="1099" y="525"/>
                </a:lnTo>
                <a:lnTo>
                  <a:pt x="1100" y="525"/>
                </a:lnTo>
                <a:lnTo>
                  <a:pt x="1100" y="524"/>
                </a:lnTo>
                <a:lnTo>
                  <a:pt x="1101" y="522"/>
                </a:lnTo>
                <a:lnTo>
                  <a:pt x="1100" y="521"/>
                </a:lnTo>
                <a:lnTo>
                  <a:pt x="1099" y="521"/>
                </a:lnTo>
                <a:lnTo>
                  <a:pt x="1099" y="520"/>
                </a:lnTo>
                <a:lnTo>
                  <a:pt x="1100" y="519"/>
                </a:lnTo>
                <a:lnTo>
                  <a:pt x="1101" y="520"/>
                </a:lnTo>
                <a:lnTo>
                  <a:pt x="1103" y="521"/>
                </a:lnTo>
                <a:lnTo>
                  <a:pt x="1104" y="521"/>
                </a:lnTo>
                <a:lnTo>
                  <a:pt x="1105" y="521"/>
                </a:lnTo>
                <a:lnTo>
                  <a:pt x="1105" y="520"/>
                </a:lnTo>
                <a:lnTo>
                  <a:pt x="1106" y="520"/>
                </a:lnTo>
                <a:lnTo>
                  <a:pt x="1107" y="519"/>
                </a:lnTo>
                <a:lnTo>
                  <a:pt x="1107" y="518"/>
                </a:lnTo>
                <a:lnTo>
                  <a:pt x="1108" y="519"/>
                </a:lnTo>
                <a:lnTo>
                  <a:pt x="1108" y="520"/>
                </a:lnTo>
                <a:lnTo>
                  <a:pt x="1107" y="520"/>
                </a:lnTo>
                <a:lnTo>
                  <a:pt x="1108" y="521"/>
                </a:lnTo>
                <a:lnTo>
                  <a:pt x="1108" y="522"/>
                </a:lnTo>
                <a:lnTo>
                  <a:pt x="1107" y="522"/>
                </a:lnTo>
                <a:lnTo>
                  <a:pt x="1106" y="523"/>
                </a:lnTo>
                <a:lnTo>
                  <a:pt x="1105" y="523"/>
                </a:lnTo>
                <a:lnTo>
                  <a:pt x="1104" y="524"/>
                </a:lnTo>
                <a:lnTo>
                  <a:pt x="1103" y="526"/>
                </a:lnTo>
                <a:lnTo>
                  <a:pt x="1103" y="527"/>
                </a:lnTo>
                <a:lnTo>
                  <a:pt x="1102" y="528"/>
                </a:lnTo>
                <a:lnTo>
                  <a:pt x="1101" y="529"/>
                </a:lnTo>
                <a:lnTo>
                  <a:pt x="1101" y="530"/>
                </a:lnTo>
                <a:lnTo>
                  <a:pt x="1101" y="531"/>
                </a:lnTo>
                <a:lnTo>
                  <a:pt x="1101" y="533"/>
                </a:lnTo>
                <a:lnTo>
                  <a:pt x="1102" y="533"/>
                </a:lnTo>
                <a:lnTo>
                  <a:pt x="1104" y="534"/>
                </a:lnTo>
                <a:lnTo>
                  <a:pt x="1104" y="535"/>
                </a:lnTo>
                <a:lnTo>
                  <a:pt x="1105" y="535"/>
                </a:lnTo>
                <a:lnTo>
                  <a:pt x="1105" y="536"/>
                </a:lnTo>
                <a:lnTo>
                  <a:pt x="1104" y="536"/>
                </a:lnTo>
                <a:lnTo>
                  <a:pt x="1103" y="537"/>
                </a:lnTo>
                <a:lnTo>
                  <a:pt x="1103" y="538"/>
                </a:lnTo>
                <a:lnTo>
                  <a:pt x="1104" y="538"/>
                </a:lnTo>
                <a:lnTo>
                  <a:pt x="1104" y="539"/>
                </a:lnTo>
                <a:lnTo>
                  <a:pt x="1103" y="538"/>
                </a:lnTo>
                <a:lnTo>
                  <a:pt x="1102" y="538"/>
                </a:lnTo>
                <a:lnTo>
                  <a:pt x="1102" y="537"/>
                </a:lnTo>
                <a:lnTo>
                  <a:pt x="1101" y="536"/>
                </a:lnTo>
                <a:lnTo>
                  <a:pt x="1099" y="536"/>
                </a:lnTo>
                <a:lnTo>
                  <a:pt x="1098" y="537"/>
                </a:lnTo>
                <a:lnTo>
                  <a:pt x="1097" y="536"/>
                </a:lnTo>
                <a:lnTo>
                  <a:pt x="1096" y="536"/>
                </a:lnTo>
                <a:lnTo>
                  <a:pt x="1095" y="536"/>
                </a:lnTo>
                <a:lnTo>
                  <a:pt x="1094" y="535"/>
                </a:lnTo>
                <a:lnTo>
                  <a:pt x="1093" y="534"/>
                </a:lnTo>
                <a:lnTo>
                  <a:pt x="1091" y="534"/>
                </a:lnTo>
                <a:lnTo>
                  <a:pt x="1090" y="534"/>
                </a:lnTo>
                <a:lnTo>
                  <a:pt x="1089" y="534"/>
                </a:lnTo>
                <a:lnTo>
                  <a:pt x="1088" y="534"/>
                </a:lnTo>
                <a:lnTo>
                  <a:pt x="1088" y="533"/>
                </a:lnTo>
                <a:lnTo>
                  <a:pt x="1087" y="533"/>
                </a:lnTo>
                <a:lnTo>
                  <a:pt x="1086" y="532"/>
                </a:lnTo>
                <a:lnTo>
                  <a:pt x="1085" y="532"/>
                </a:lnTo>
                <a:lnTo>
                  <a:pt x="1084" y="531"/>
                </a:lnTo>
                <a:lnTo>
                  <a:pt x="1083" y="531"/>
                </a:lnTo>
                <a:lnTo>
                  <a:pt x="1082" y="531"/>
                </a:lnTo>
                <a:lnTo>
                  <a:pt x="1081" y="532"/>
                </a:lnTo>
                <a:lnTo>
                  <a:pt x="1080" y="532"/>
                </a:lnTo>
                <a:lnTo>
                  <a:pt x="1079" y="532"/>
                </a:lnTo>
                <a:lnTo>
                  <a:pt x="1078" y="532"/>
                </a:lnTo>
                <a:lnTo>
                  <a:pt x="1077" y="533"/>
                </a:lnTo>
                <a:lnTo>
                  <a:pt x="1076" y="534"/>
                </a:lnTo>
                <a:lnTo>
                  <a:pt x="1076" y="535"/>
                </a:lnTo>
                <a:lnTo>
                  <a:pt x="1075" y="535"/>
                </a:lnTo>
                <a:lnTo>
                  <a:pt x="1074" y="535"/>
                </a:lnTo>
                <a:lnTo>
                  <a:pt x="1072" y="535"/>
                </a:lnTo>
                <a:lnTo>
                  <a:pt x="1070" y="535"/>
                </a:lnTo>
                <a:lnTo>
                  <a:pt x="1068" y="535"/>
                </a:lnTo>
                <a:lnTo>
                  <a:pt x="1068" y="536"/>
                </a:lnTo>
                <a:lnTo>
                  <a:pt x="1067" y="535"/>
                </a:lnTo>
                <a:lnTo>
                  <a:pt x="1067" y="534"/>
                </a:lnTo>
                <a:lnTo>
                  <a:pt x="1065" y="533"/>
                </a:lnTo>
                <a:lnTo>
                  <a:pt x="1064" y="534"/>
                </a:lnTo>
                <a:lnTo>
                  <a:pt x="1064" y="533"/>
                </a:lnTo>
                <a:lnTo>
                  <a:pt x="1063" y="533"/>
                </a:lnTo>
                <a:lnTo>
                  <a:pt x="1063" y="532"/>
                </a:lnTo>
                <a:lnTo>
                  <a:pt x="1062" y="532"/>
                </a:lnTo>
                <a:lnTo>
                  <a:pt x="1061" y="531"/>
                </a:lnTo>
                <a:lnTo>
                  <a:pt x="1060" y="529"/>
                </a:lnTo>
                <a:lnTo>
                  <a:pt x="1059" y="528"/>
                </a:lnTo>
                <a:lnTo>
                  <a:pt x="1059" y="527"/>
                </a:lnTo>
                <a:lnTo>
                  <a:pt x="1060" y="527"/>
                </a:lnTo>
                <a:lnTo>
                  <a:pt x="1060" y="526"/>
                </a:lnTo>
                <a:lnTo>
                  <a:pt x="1060" y="524"/>
                </a:lnTo>
                <a:lnTo>
                  <a:pt x="1060" y="523"/>
                </a:lnTo>
                <a:lnTo>
                  <a:pt x="1060" y="522"/>
                </a:lnTo>
                <a:lnTo>
                  <a:pt x="1061" y="522"/>
                </a:lnTo>
                <a:lnTo>
                  <a:pt x="1061" y="523"/>
                </a:lnTo>
                <a:lnTo>
                  <a:pt x="1062" y="523"/>
                </a:lnTo>
                <a:lnTo>
                  <a:pt x="1064" y="523"/>
                </a:lnTo>
                <a:lnTo>
                  <a:pt x="1067" y="523"/>
                </a:lnTo>
                <a:lnTo>
                  <a:pt x="1067" y="524"/>
                </a:lnTo>
                <a:lnTo>
                  <a:pt x="1070" y="524"/>
                </a:lnTo>
                <a:lnTo>
                  <a:pt x="1071" y="523"/>
                </a:lnTo>
                <a:lnTo>
                  <a:pt x="1072" y="523"/>
                </a:lnTo>
                <a:lnTo>
                  <a:pt x="1072" y="522"/>
                </a:lnTo>
                <a:lnTo>
                  <a:pt x="1073" y="521"/>
                </a:lnTo>
                <a:lnTo>
                  <a:pt x="1074" y="521"/>
                </a:lnTo>
                <a:lnTo>
                  <a:pt x="1075" y="520"/>
                </a:lnTo>
                <a:lnTo>
                  <a:pt x="1076" y="520"/>
                </a:lnTo>
                <a:lnTo>
                  <a:pt x="1075" y="520"/>
                </a:lnTo>
                <a:lnTo>
                  <a:pt x="1075" y="519"/>
                </a:lnTo>
                <a:lnTo>
                  <a:pt x="1074" y="518"/>
                </a:lnTo>
                <a:lnTo>
                  <a:pt x="1073" y="518"/>
                </a:lnTo>
                <a:lnTo>
                  <a:pt x="1072" y="516"/>
                </a:lnTo>
                <a:lnTo>
                  <a:pt x="1072" y="515"/>
                </a:lnTo>
                <a:lnTo>
                  <a:pt x="1071" y="515"/>
                </a:lnTo>
                <a:lnTo>
                  <a:pt x="1070" y="515"/>
                </a:lnTo>
                <a:lnTo>
                  <a:pt x="1069" y="515"/>
                </a:lnTo>
                <a:lnTo>
                  <a:pt x="1068" y="515"/>
                </a:lnTo>
                <a:lnTo>
                  <a:pt x="1068" y="516"/>
                </a:lnTo>
                <a:lnTo>
                  <a:pt x="1067" y="517"/>
                </a:lnTo>
                <a:lnTo>
                  <a:pt x="1067" y="518"/>
                </a:lnTo>
                <a:lnTo>
                  <a:pt x="1066" y="518"/>
                </a:lnTo>
                <a:lnTo>
                  <a:pt x="1065" y="518"/>
                </a:lnTo>
                <a:lnTo>
                  <a:pt x="1064" y="518"/>
                </a:lnTo>
                <a:lnTo>
                  <a:pt x="1064" y="519"/>
                </a:lnTo>
                <a:lnTo>
                  <a:pt x="1064" y="520"/>
                </a:lnTo>
                <a:lnTo>
                  <a:pt x="1064" y="521"/>
                </a:lnTo>
                <a:lnTo>
                  <a:pt x="1062" y="522"/>
                </a:lnTo>
                <a:lnTo>
                  <a:pt x="1062" y="521"/>
                </a:lnTo>
                <a:lnTo>
                  <a:pt x="1060" y="520"/>
                </a:lnTo>
                <a:lnTo>
                  <a:pt x="1060" y="519"/>
                </a:lnTo>
                <a:lnTo>
                  <a:pt x="1058" y="518"/>
                </a:lnTo>
                <a:lnTo>
                  <a:pt x="1057" y="517"/>
                </a:lnTo>
                <a:lnTo>
                  <a:pt x="1055" y="516"/>
                </a:lnTo>
                <a:lnTo>
                  <a:pt x="1054" y="516"/>
                </a:lnTo>
                <a:lnTo>
                  <a:pt x="1053" y="516"/>
                </a:lnTo>
                <a:lnTo>
                  <a:pt x="1052" y="516"/>
                </a:lnTo>
                <a:lnTo>
                  <a:pt x="1050" y="516"/>
                </a:lnTo>
                <a:lnTo>
                  <a:pt x="1049" y="516"/>
                </a:lnTo>
                <a:lnTo>
                  <a:pt x="1047" y="517"/>
                </a:lnTo>
                <a:lnTo>
                  <a:pt x="1045" y="517"/>
                </a:lnTo>
                <a:lnTo>
                  <a:pt x="1044" y="518"/>
                </a:lnTo>
                <a:lnTo>
                  <a:pt x="1043" y="518"/>
                </a:lnTo>
                <a:lnTo>
                  <a:pt x="1042" y="518"/>
                </a:lnTo>
                <a:lnTo>
                  <a:pt x="1041" y="519"/>
                </a:lnTo>
                <a:lnTo>
                  <a:pt x="1040" y="519"/>
                </a:lnTo>
                <a:lnTo>
                  <a:pt x="1039" y="519"/>
                </a:lnTo>
                <a:lnTo>
                  <a:pt x="1038" y="519"/>
                </a:lnTo>
                <a:lnTo>
                  <a:pt x="1037" y="520"/>
                </a:lnTo>
                <a:lnTo>
                  <a:pt x="1037" y="519"/>
                </a:lnTo>
                <a:lnTo>
                  <a:pt x="1038" y="519"/>
                </a:lnTo>
                <a:lnTo>
                  <a:pt x="1038" y="518"/>
                </a:lnTo>
                <a:lnTo>
                  <a:pt x="1038" y="517"/>
                </a:lnTo>
                <a:lnTo>
                  <a:pt x="1037" y="517"/>
                </a:lnTo>
                <a:lnTo>
                  <a:pt x="1037" y="516"/>
                </a:lnTo>
                <a:lnTo>
                  <a:pt x="1039" y="515"/>
                </a:lnTo>
                <a:lnTo>
                  <a:pt x="1040" y="513"/>
                </a:lnTo>
                <a:lnTo>
                  <a:pt x="1043" y="512"/>
                </a:lnTo>
                <a:lnTo>
                  <a:pt x="1043" y="511"/>
                </a:lnTo>
                <a:lnTo>
                  <a:pt x="1043" y="510"/>
                </a:lnTo>
                <a:lnTo>
                  <a:pt x="1044" y="510"/>
                </a:lnTo>
                <a:lnTo>
                  <a:pt x="1046" y="509"/>
                </a:lnTo>
                <a:lnTo>
                  <a:pt x="1046" y="508"/>
                </a:lnTo>
                <a:lnTo>
                  <a:pt x="1046" y="505"/>
                </a:lnTo>
                <a:lnTo>
                  <a:pt x="1048" y="505"/>
                </a:lnTo>
                <a:lnTo>
                  <a:pt x="1049" y="504"/>
                </a:lnTo>
                <a:lnTo>
                  <a:pt x="1050" y="503"/>
                </a:lnTo>
                <a:lnTo>
                  <a:pt x="1051" y="503"/>
                </a:lnTo>
                <a:lnTo>
                  <a:pt x="1052" y="501"/>
                </a:lnTo>
                <a:lnTo>
                  <a:pt x="1052" y="498"/>
                </a:lnTo>
                <a:lnTo>
                  <a:pt x="1051" y="497"/>
                </a:lnTo>
                <a:lnTo>
                  <a:pt x="1051" y="496"/>
                </a:lnTo>
                <a:lnTo>
                  <a:pt x="1051" y="495"/>
                </a:lnTo>
                <a:lnTo>
                  <a:pt x="1051" y="494"/>
                </a:lnTo>
                <a:lnTo>
                  <a:pt x="1052" y="494"/>
                </a:lnTo>
                <a:lnTo>
                  <a:pt x="1052" y="493"/>
                </a:lnTo>
                <a:lnTo>
                  <a:pt x="1053" y="492"/>
                </a:lnTo>
                <a:lnTo>
                  <a:pt x="1052" y="491"/>
                </a:lnTo>
                <a:lnTo>
                  <a:pt x="1052" y="492"/>
                </a:lnTo>
                <a:lnTo>
                  <a:pt x="1052" y="493"/>
                </a:lnTo>
                <a:lnTo>
                  <a:pt x="1052" y="494"/>
                </a:lnTo>
                <a:lnTo>
                  <a:pt x="1050" y="494"/>
                </a:lnTo>
                <a:lnTo>
                  <a:pt x="1049" y="493"/>
                </a:lnTo>
                <a:lnTo>
                  <a:pt x="1049" y="494"/>
                </a:lnTo>
                <a:lnTo>
                  <a:pt x="1049" y="495"/>
                </a:lnTo>
                <a:lnTo>
                  <a:pt x="1050" y="495"/>
                </a:lnTo>
                <a:lnTo>
                  <a:pt x="1051" y="497"/>
                </a:lnTo>
                <a:lnTo>
                  <a:pt x="1051" y="499"/>
                </a:lnTo>
                <a:lnTo>
                  <a:pt x="1050" y="500"/>
                </a:lnTo>
                <a:lnTo>
                  <a:pt x="1050" y="501"/>
                </a:lnTo>
                <a:lnTo>
                  <a:pt x="1049" y="501"/>
                </a:lnTo>
                <a:lnTo>
                  <a:pt x="1049" y="502"/>
                </a:lnTo>
                <a:lnTo>
                  <a:pt x="1048" y="502"/>
                </a:lnTo>
                <a:lnTo>
                  <a:pt x="1047" y="502"/>
                </a:lnTo>
                <a:lnTo>
                  <a:pt x="1047" y="503"/>
                </a:lnTo>
                <a:lnTo>
                  <a:pt x="1046" y="503"/>
                </a:lnTo>
                <a:lnTo>
                  <a:pt x="1045" y="504"/>
                </a:lnTo>
                <a:lnTo>
                  <a:pt x="1045" y="506"/>
                </a:lnTo>
                <a:lnTo>
                  <a:pt x="1045" y="507"/>
                </a:lnTo>
                <a:lnTo>
                  <a:pt x="1044" y="508"/>
                </a:lnTo>
                <a:lnTo>
                  <a:pt x="1043" y="509"/>
                </a:lnTo>
                <a:lnTo>
                  <a:pt x="1042" y="510"/>
                </a:lnTo>
                <a:lnTo>
                  <a:pt x="1042" y="511"/>
                </a:lnTo>
                <a:lnTo>
                  <a:pt x="1041" y="511"/>
                </a:lnTo>
                <a:lnTo>
                  <a:pt x="1040" y="511"/>
                </a:lnTo>
                <a:lnTo>
                  <a:pt x="1037" y="510"/>
                </a:lnTo>
                <a:lnTo>
                  <a:pt x="1036" y="510"/>
                </a:lnTo>
                <a:lnTo>
                  <a:pt x="1033" y="510"/>
                </a:lnTo>
                <a:lnTo>
                  <a:pt x="1032" y="510"/>
                </a:lnTo>
                <a:lnTo>
                  <a:pt x="1031" y="510"/>
                </a:lnTo>
                <a:lnTo>
                  <a:pt x="1030" y="511"/>
                </a:lnTo>
                <a:lnTo>
                  <a:pt x="1029" y="511"/>
                </a:lnTo>
                <a:lnTo>
                  <a:pt x="1028" y="511"/>
                </a:lnTo>
                <a:lnTo>
                  <a:pt x="1028" y="512"/>
                </a:lnTo>
                <a:lnTo>
                  <a:pt x="1026" y="513"/>
                </a:lnTo>
                <a:lnTo>
                  <a:pt x="1025" y="514"/>
                </a:lnTo>
                <a:lnTo>
                  <a:pt x="1026" y="514"/>
                </a:lnTo>
                <a:lnTo>
                  <a:pt x="1026" y="515"/>
                </a:lnTo>
                <a:lnTo>
                  <a:pt x="1025" y="515"/>
                </a:lnTo>
                <a:lnTo>
                  <a:pt x="1025" y="516"/>
                </a:lnTo>
                <a:lnTo>
                  <a:pt x="1024" y="516"/>
                </a:lnTo>
                <a:lnTo>
                  <a:pt x="1024" y="517"/>
                </a:lnTo>
                <a:lnTo>
                  <a:pt x="1025" y="518"/>
                </a:lnTo>
                <a:lnTo>
                  <a:pt x="1027" y="519"/>
                </a:lnTo>
                <a:lnTo>
                  <a:pt x="1028" y="518"/>
                </a:lnTo>
                <a:lnTo>
                  <a:pt x="1029" y="519"/>
                </a:lnTo>
                <a:lnTo>
                  <a:pt x="1029" y="520"/>
                </a:lnTo>
                <a:lnTo>
                  <a:pt x="1029" y="521"/>
                </a:lnTo>
                <a:lnTo>
                  <a:pt x="1029" y="522"/>
                </a:lnTo>
                <a:lnTo>
                  <a:pt x="1028" y="522"/>
                </a:lnTo>
                <a:lnTo>
                  <a:pt x="1026" y="522"/>
                </a:lnTo>
                <a:lnTo>
                  <a:pt x="1027" y="521"/>
                </a:lnTo>
                <a:lnTo>
                  <a:pt x="1026" y="520"/>
                </a:lnTo>
                <a:lnTo>
                  <a:pt x="1025" y="520"/>
                </a:lnTo>
                <a:lnTo>
                  <a:pt x="1024" y="520"/>
                </a:lnTo>
                <a:lnTo>
                  <a:pt x="1023" y="519"/>
                </a:lnTo>
                <a:lnTo>
                  <a:pt x="1022" y="519"/>
                </a:lnTo>
                <a:lnTo>
                  <a:pt x="1022" y="518"/>
                </a:lnTo>
                <a:lnTo>
                  <a:pt x="1022" y="517"/>
                </a:lnTo>
                <a:lnTo>
                  <a:pt x="1023" y="517"/>
                </a:lnTo>
                <a:lnTo>
                  <a:pt x="1024" y="516"/>
                </a:lnTo>
                <a:lnTo>
                  <a:pt x="1023" y="516"/>
                </a:lnTo>
                <a:lnTo>
                  <a:pt x="1022" y="516"/>
                </a:lnTo>
                <a:lnTo>
                  <a:pt x="1021" y="515"/>
                </a:lnTo>
                <a:lnTo>
                  <a:pt x="1020" y="515"/>
                </a:lnTo>
                <a:lnTo>
                  <a:pt x="1020" y="516"/>
                </a:lnTo>
                <a:lnTo>
                  <a:pt x="1019" y="516"/>
                </a:lnTo>
                <a:lnTo>
                  <a:pt x="1017" y="516"/>
                </a:lnTo>
                <a:lnTo>
                  <a:pt x="1016" y="517"/>
                </a:lnTo>
                <a:lnTo>
                  <a:pt x="1015" y="517"/>
                </a:lnTo>
                <a:lnTo>
                  <a:pt x="1013" y="519"/>
                </a:lnTo>
                <a:lnTo>
                  <a:pt x="1012" y="519"/>
                </a:lnTo>
                <a:lnTo>
                  <a:pt x="1010" y="519"/>
                </a:lnTo>
                <a:lnTo>
                  <a:pt x="1009" y="520"/>
                </a:lnTo>
                <a:lnTo>
                  <a:pt x="1008" y="520"/>
                </a:lnTo>
                <a:lnTo>
                  <a:pt x="1007" y="520"/>
                </a:lnTo>
                <a:lnTo>
                  <a:pt x="1005" y="521"/>
                </a:lnTo>
                <a:lnTo>
                  <a:pt x="1004" y="522"/>
                </a:lnTo>
                <a:lnTo>
                  <a:pt x="1003" y="521"/>
                </a:lnTo>
                <a:lnTo>
                  <a:pt x="1003" y="520"/>
                </a:lnTo>
                <a:lnTo>
                  <a:pt x="1002" y="521"/>
                </a:lnTo>
                <a:lnTo>
                  <a:pt x="1003" y="521"/>
                </a:lnTo>
                <a:lnTo>
                  <a:pt x="1003" y="522"/>
                </a:lnTo>
                <a:lnTo>
                  <a:pt x="1002" y="522"/>
                </a:lnTo>
                <a:lnTo>
                  <a:pt x="1002" y="523"/>
                </a:lnTo>
                <a:lnTo>
                  <a:pt x="1002" y="525"/>
                </a:lnTo>
                <a:lnTo>
                  <a:pt x="1002" y="527"/>
                </a:lnTo>
                <a:lnTo>
                  <a:pt x="1002" y="528"/>
                </a:lnTo>
                <a:lnTo>
                  <a:pt x="1002" y="529"/>
                </a:lnTo>
                <a:lnTo>
                  <a:pt x="1003" y="529"/>
                </a:lnTo>
                <a:lnTo>
                  <a:pt x="1003" y="530"/>
                </a:lnTo>
                <a:lnTo>
                  <a:pt x="1001" y="530"/>
                </a:lnTo>
                <a:lnTo>
                  <a:pt x="1000" y="531"/>
                </a:lnTo>
                <a:lnTo>
                  <a:pt x="999" y="531"/>
                </a:lnTo>
                <a:lnTo>
                  <a:pt x="998" y="532"/>
                </a:lnTo>
                <a:lnTo>
                  <a:pt x="998" y="533"/>
                </a:lnTo>
                <a:lnTo>
                  <a:pt x="998" y="534"/>
                </a:lnTo>
                <a:lnTo>
                  <a:pt x="998" y="535"/>
                </a:lnTo>
                <a:lnTo>
                  <a:pt x="999" y="536"/>
                </a:lnTo>
                <a:lnTo>
                  <a:pt x="1000" y="536"/>
                </a:lnTo>
                <a:lnTo>
                  <a:pt x="1001" y="537"/>
                </a:lnTo>
                <a:lnTo>
                  <a:pt x="1001" y="538"/>
                </a:lnTo>
                <a:lnTo>
                  <a:pt x="1000" y="538"/>
                </a:lnTo>
                <a:lnTo>
                  <a:pt x="1000" y="539"/>
                </a:lnTo>
                <a:lnTo>
                  <a:pt x="999" y="539"/>
                </a:lnTo>
                <a:lnTo>
                  <a:pt x="998" y="540"/>
                </a:lnTo>
                <a:lnTo>
                  <a:pt x="996" y="540"/>
                </a:lnTo>
                <a:lnTo>
                  <a:pt x="993" y="543"/>
                </a:lnTo>
                <a:lnTo>
                  <a:pt x="991" y="544"/>
                </a:lnTo>
                <a:lnTo>
                  <a:pt x="991" y="543"/>
                </a:lnTo>
                <a:lnTo>
                  <a:pt x="990" y="542"/>
                </a:lnTo>
                <a:lnTo>
                  <a:pt x="989" y="542"/>
                </a:lnTo>
                <a:lnTo>
                  <a:pt x="988" y="542"/>
                </a:lnTo>
                <a:lnTo>
                  <a:pt x="987" y="542"/>
                </a:lnTo>
                <a:lnTo>
                  <a:pt x="986" y="541"/>
                </a:lnTo>
                <a:lnTo>
                  <a:pt x="986" y="540"/>
                </a:lnTo>
                <a:lnTo>
                  <a:pt x="986" y="538"/>
                </a:lnTo>
                <a:lnTo>
                  <a:pt x="986" y="537"/>
                </a:lnTo>
                <a:lnTo>
                  <a:pt x="986" y="536"/>
                </a:lnTo>
                <a:lnTo>
                  <a:pt x="986" y="535"/>
                </a:lnTo>
                <a:lnTo>
                  <a:pt x="986" y="534"/>
                </a:lnTo>
                <a:lnTo>
                  <a:pt x="985" y="534"/>
                </a:lnTo>
                <a:lnTo>
                  <a:pt x="982" y="532"/>
                </a:lnTo>
                <a:lnTo>
                  <a:pt x="980" y="532"/>
                </a:lnTo>
                <a:lnTo>
                  <a:pt x="979" y="533"/>
                </a:lnTo>
                <a:lnTo>
                  <a:pt x="977" y="533"/>
                </a:lnTo>
                <a:lnTo>
                  <a:pt x="976" y="533"/>
                </a:lnTo>
                <a:lnTo>
                  <a:pt x="975" y="533"/>
                </a:lnTo>
                <a:lnTo>
                  <a:pt x="974" y="532"/>
                </a:lnTo>
                <a:lnTo>
                  <a:pt x="973" y="531"/>
                </a:lnTo>
                <a:lnTo>
                  <a:pt x="973" y="530"/>
                </a:lnTo>
                <a:lnTo>
                  <a:pt x="972" y="530"/>
                </a:lnTo>
                <a:lnTo>
                  <a:pt x="971" y="530"/>
                </a:lnTo>
                <a:lnTo>
                  <a:pt x="971" y="531"/>
                </a:lnTo>
                <a:lnTo>
                  <a:pt x="970" y="532"/>
                </a:lnTo>
                <a:lnTo>
                  <a:pt x="969" y="532"/>
                </a:lnTo>
                <a:lnTo>
                  <a:pt x="970" y="533"/>
                </a:lnTo>
                <a:lnTo>
                  <a:pt x="973" y="534"/>
                </a:lnTo>
                <a:lnTo>
                  <a:pt x="973" y="536"/>
                </a:lnTo>
                <a:lnTo>
                  <a:pt x="972" y="536"/>
                </a:lnTo>
                <a:lnTo>
                  <a:pt x="972" y="537"/>
                </a:lnTo>
                <a:lnTo>
                  <a:pt x="972" y="538"/>
                </a:lnTo>
                <a:lnTo>
                  <a:pt x="973" y="537"/>
                </a:lnTo>
                <a:lnTo>
                  <a:pt x="974" y="538"/>
                </a:lnTo>
                <a:lnTo>
                  <a:pt x="975" y="538"/>
                </a:lnTo>
                <a:lnTo>
                  <a:pt x="975" y="539"/>
                </a:lnTo>
                <a:lnTo>
                  <a:pt x="976" y="539"/>
                </a:lnTo>
                <a:lnTo>
                  <a:pt x="977" y="539"/>
                </a:lnTo>
                <a:lnTo>
                  <a:pt x="978" y="538"/>
                </a:lnTo>
                <a:lnTo>
                  <a:pt x="979" y="538"/>
                </a:lnTo>
                <a:lnTo>
                  <a:pt x="980" y="538"/>
                </a:lnTo>
                <a:lnTo>
                  <a:pt x="981" y="539"/>
                </a:lnTo>
                <a:lnTo>
                  <a:pt x="982" y="540"/>
                </a:lnTo>
                <a:lnTo>
                  <a:pt x="983" y="540"/>
                </a:lnTo>
                <a:lnTo>
                  <a:pt x="984" y="541"/>
                </a:lnTo>
                <a:lnTo>
                  <a:pt x="986" y="542"/>
                </a:lnTo>
                <a:lnTo>
                  <a:pt x="986" y="543"/>
                </a:lnTo>
                <a:lnTo>
                  <a:pt x="987" y="543"/>
                </a:lnTo>
                <a:lnTo>
                  <a:pt x="988" y="543"/>
                </a:lnTo>
                <a:lnTo>
                  <a:pt x="989" y="543"/>
                </a:lnTo>
                <a:lnTo>
                  <a:pt x="989" y="544"/>
                </a:lnTo>
                <a:lnTo>
                  <a:pt x="989" y="545"/>
                </a:lnTo>
                <a:lnTo>
                  <a:pt x="990" y="546"/>
                </a:lnTo>
                <a:lnTo>
                  <a:pt x="989" y="547"/>
                </a:lnTo>
                <a:lnTo>
                  <a:pt x="987" y="548"/>
                </a:lnTo>
                <a:lnTo>
                  <a:pt x="985" y="551"/>
                </a:lnTo>
                <a:lnTo>
                  <a:pt x="984" y="552"/>
                </a:lnTo>
                <a:lnTo>
                  <a:pt x="982" y="554"/>
                </a:lnTo>
                <a:lnTo>
                  <a:pt x="982" y="556"/>
                </a:lnTo>
                <a:lnTo>
                  <a:pt x="981" y="557"/>
                </a:lnTo>
                <a:lnTo>
                  <a:pt x="981" y="558"/>
                </a:lnTo>
                <a:lnTo>
                  <a:pt x="980" y="560"/>
                </a:lnTo>
                <a:lnTo>
                  <a:pt x="979" y="561"/>
                </a:lnTo>
                <a:lnTo>
                  <a:pt x="979" y="562"/>
                </a:lnTo>
                <a:lnTo>
                  <a:pt x="979" y="563"/>
                </a:lnTo>
                <a:lnTo>
                  <a:pt x="979" y="564"/>
                </a:lnTo>
                <a:lnTo>
                  <a:pt x="979" y="565"/>
                </a:lnTo>
                <a:lnTo>
                  <a:pt x="979" y="566"/>
                </a:lnTo>
                <a:lnTo>
                  <a:pt x="979" y="568"/>
                </a:lnTo>
                <a:lnTo>
                  <a:pt x="981" y="569"/>
                </a:lnTo>
                <a:lnTo>
                  <a:pt x="982" y="569"/>
                </a:lnTo>
                <a:lnTo>
                  <a:pt x="982" y="570"/>
                </a:lnTo>
                <a:lnTo>
                  <a:pt x="982" y="572"/>
                </a:lnTo>
                <a:lnTo>
                  <a:pt x="981" y="573"/>
                </a:lnTo>
                <a:lnTo>
                  <a:pt x="980" y="573"/>
                </a:lnTo>
                <a:lnTo>
                  <a:pt x="979" y="573"/>
                </a:lnTo>
                <a:lnTo>
                  <a:pt x="978" y="572"/>
                </a:lnTo>
                <a:lnTo>
                  <a:pt x="977" y="573"/>
                </a:lnTo>
                <a:lnTo>
                  <a:pt x="977" y="574"/>
                </a:lnTo>
                <a:lnTo>
                  <a:pt x="976" y="575"/>
                </a:lnTo>
                <a:lnTo>
                  <a:pt x="976" y="574"/>
                </a:lnTo>
                <a:lnTo>
                  <a:pt x="976" y="573"/>
                </a:lnTo>
                <a:lnTo>
                  <a:pt x="976" y="572"/>
                </a:lnTo>
                <a:lnTo>
                  <a:pt x="977" y="572"/>
                </a:lnTo>
                <a:lnTo>
                  <a:pt x="977" y="571"/>
                </a:lnTo>
                <a:lnTo>
                  <a:pt x="977" y="570"/>
                </a:lnTo>
                <a:lnTo>
                  <a:pt x="976" y="570"/>
                </a:lnTo>
                <a:lnTo>
                  <a:pt x="977" y="569"/>
                </a:lnTo>
                <a:lnTo>
                  <a:pt x="977" y="568"/>
                </a:lnTo>
                <a:lnTo>
                  <a:pt x="977" y="566"/>
                </a:lnTo>
                <a:lnTo>
                  <a:pt x="976" y="565"/>
                </a:lnTo>
                <a:lnTo>
                  <a:pt x="975" y="565"/>
                </a:lnTo>
                <a:lnTo>
                  <a:pt x="974" y="564"/>
                </a:lnTo>
                <a:lnTo>
                  <a:pt x="973" y="564"/>
                </a:lnTo>
                <a:lnTo>
                  <a:pt x="972" y="564"/>
                </a:lnTo>
                <a:lnTo>
                  <a:pt x="971" y="564"/>
                </a:lnTo>
                <a:lnTo>
                  <a:pt x="970" y="563"/>
                </a:lnTo>
                <a:lnTo>
                  <a:pt x="969" y="563"/>
                </a:lnTo>
                <a:lnTo>
                  <a:pt x="968" y="564"/>
                </a:lnTo>
                <a:lnTo>
                  <a:pt x="967" y="564"/>
                </a:lnTo>
                <a:lnTo>
                  <a:pt x="965" y="564"/>
                </a:lnTo>
                <a:lnTo>
                  <a:pt x="964" y="564"/>
                </a:lnTo>
                <a:lnTo>
                  <a:pt x="964" y="565"/>
                </a:lnTo>
                <a:lnTo>
                  <a:pt x="963" y="565"/>
                </a:lnTo>
                <a:lnTo>
                  <a:pt x="962" y="566"/>
                </a:lnTo>
                <a:lnTo>
                  <a:pt x="960" y="567"/>
                </a:lnTo>
                <a:lnTo>
                  <a:pt x="959" y="566"/>
                </a:lnTo>
                <a:lnTo>
                  <a:pt x="959" y="565"/>
                </a:lnTo>
                <a:lnTo>
                  <a:pt x="957" y="565"/>
                </a:lnTo>
                <a:lnTo>
                  <a:pt x="956" y="566"/>
                </a:lnTo>
                <a:lnTo>
                  <a:pt x="954" y="566"/>
                </a:lnTo>
                <a:lnTo>
                  <a:pt x="953" y="566"/>
                </a:lnTo>
                <a:lnTo>
                  <a:pt x="953" y="567"/>
                </a:lnTo>
                <a:lnTo>
                  <a:pt x="951" y="568"/>
                </a:lnTo>
                <a:lnTo>
                  <a:pt x="951" y="567"/>
                </a:lnTo>
                <a:lnTo>
                  <a:pt x="950" y="566"/>
                </a:lnTo>
                <a:lnTo>
                  <a:pt x="949" y="566"/>
                </a:lnTo>
                <a:lnTo>
                  <a:pt x="948" y="565"/>
                </a:lnTo>
                <a:lnTo>
                  <a:pt x="947" y="565"/>
                </a:lnTo>
                <a:lnTo>
                  <a:pt x="947" y="564"/>
                </a:lnTo>
                <a:lnTo>
                  <a:pt x="948" y="563"/>
                </a:lnTo>
                <a:lnTo>
                  <a:pt x="948" y="562"/>
                </a:lnTo>
                <a:lnTo>
                  <a:pt x="948" y="561"/>
                </a:lnTo>
                <a:lnTo>
                  <a:pt x="948" y="560"/>
                </a:lnTo>
                <a:lnTo>
                  <a:pt x="948" y="559"/>
                </a:lnTo>
                <a:lnTo>
                  <a:pt x="949" y="559"/>
                </a:lnTo>
                <a:lnTo>
                  <a:pt x="949" y="558"/>
                </a:lnTo>
                <a:lnTo>
                  <a:pt x="947" y="557"/>
                </a:lnTo>
                <a:lnTo>
                  <a:pt x="946" y="556"/>
                </a:lnTo>
                <a:lnTo>
                  <a:pt x="945" y="555"/>
                </a:lnTo>
                <a:lnTo>
                  <a:pt x="945" y="554"/>
                </a:lnTo>
                <a:lnTo>
                  <a:pt x="946" y="554"/>
                </a:lnTo>
                <a:lnTo>
                  <a:pt x="946" y="553"/>
                </a:lnTo>
                <a:lnTo>
                  <a:pt x="947" y="551"/>
                </a:lnTo>
                <a:lnTo>
                  <a:pt x="947" y="550"/>
                </a:lnTo>
                <a:lnTo>
                  <a:pt x="948" y="550"/>
                </a:lnTo>
                <a:lnTo>
                  <a:pt x="948" y="549"/>
                </a:lnTo>
                <a:lnTo>
                  <a:pt x="948" y="548"/>
                </a:lnTo>
                <a:lnTo>
                  <a:pt x="948" y="547"/>
                </a:lnTo>
                <a:lnTo>
                  <a:pt x="947" y="546"/>
                </a:lnTo>
                <a:lnTo>
                  <a:pt x="946" y="545"/>
                </a:lnTo>
                <a:lnTo>
                  <a:pt x="946" y="544"/>
                </a:lnTo>
                <a:lnTo>
                  <a:pt x="945" y="544"/>
                </a:lnTo>
                <a:lnTo>
                  <a:pt x="945" y="543"/>
                </a:lnTo>
                <a:lnTo>
                  <a:pt x="946" y="543"/>
                </a:lnTo>
                <a:lnTo>
                  <a:pt x="946" y="542"/>
                </a:lnTo>
                <a:lnTo>
                  <a:pt x="946" y="541"/>
                </a:lnTo>
                <a:lnTo>
                  <a:pt x="945" y="540"/>
                </a:lnTo>
                <a:lnTo>
                  <a:pt x="945" y="539"/>
                </a:lnTo>
                <a:lnTo>
                  <a:pt x="946" y="537"/>
                </a:lnTo>
                <a:lnTo>
                  <a:pt x="947" y="536"/>
                </a:lnTo>
                <a:lnTo>
                  <a:pt x="948" y="535"/>
                </a:lnTo>
                <a:lnTo>
                  <a:pt x="948" y="534"/>
                </a:lnTo>
                <a:lnTo>
                  <a:pt x="949" y="534"/>
                </a:lnTo>
                <a:lnTo>
                  <a:pt x="951" y="533"/>
                </a:lnTo>
                <a:lnTo>
                  <a:pt x="952" y="533"/>
                </a:lnTo>
                <a:lnTo>
                  <a:pt x="954" y="530"/>
                </a:lnTo>
                <a:lnTo>
                  <a:pt x="955" y="530"/>
                </a:lnTo>
                <a:lnTo>
                  <a:pt x="955" y="529"/>
                </a:lnTo>
                <a:lnTo>
                  <a:pt x="956" y="530"/>
                </a:lnTo>
                <a:lnTo>
                  <a:pt x="957" y="529"/>
                </a:lnTo>
                <a:lnTo>
                  <a:pt x="959" y="528"/>
                </a:lnTo>
                <a:lnTo>
                  <a:pt x="960" y="527"/>
                </a:lnTo>
                <a:lnTo>
                  <a:pt x="960" y="526"/>
                </a:lnTo>
                <a:lnTo>
                  <a:pt x="960" y="525"/>
                </a:lnTo>
                <a:lnTo>
                  <a:pt x="959" y="525"/>
                </a:lnTo>
                <a:lnTo>
                  <a:pt x="958" y="524"/>
                </a:lnTo>
                <a:lnTo>
                  <a:pt x="957" y="523"/>
                </a:lnTo>
                <a:lnTo>
                  <a:pt x="956" y="523"/>
                </a:lnTo>
                <a:lnTo>
                  <a:pt x="955" y="521"/>
                </a:lnTo>
                <a:lnTo>
                  <a:pt x="954" y="521"/>
                </a:lnTo>
                <a:lnTo>
                  <a:pt x="954" y="520"/>
                </a:lnTo>
                <a:lnTo>
                  <a:pt x="954" y="519"/>
                </a:lnTo>
                <a:lnTo>
                  <a:pt x="953" y="519"/>
                </a:lnTo>
                <a:lnTo>
                  <a:pt x="953" y="520"/>
                </a:lnTo>
                <a:lnTo>
                  <a:pt x="953" y="519"/>
                </a:lnTo>
                <a:lnTo>
                  <a:pt x="951" y="518"/>
                </a:lnTo>
                <a:lnTo>
                  <a:pt x="951" y="517"/>
                </a:lnTo>
                <a:lnTo>
                  <a:pt x="951" y="518"/>
                </a:lnTo>
                <a:lnTo>
                  <a:pt x="952" y="518"/>
                </a:lnTo>
                <a:lnTo>
                  <a:pt x="953" y="520"/>
                </a:lnTo>
                <a:lnTo>
                  <a:pt x="953" y="521"/>
                </a:lnTo>
                <a:lnTo>
                  <a:pt x="952" y="522"/>
                </a:lnTo>
                <a:lnTo>
                  <a:pt x="952" y="521"/>
                </a:lnTo>
                <a:lnTo>
                  <a:pt x="951" y="520"/>
                </a:lnTo>
                <a:lnTo>
                  <a:pt x="951" y="519"/>
                </a:lnTo>
                <a:lnTo>
                  <a:pt x="950" y="519"/>
                </a:lnTo>
                <a:lnTo>
                  <a:pt x="949" y="519"/>
                </a:lnTo>
                <a:lnTo>
                  <a:pt x="949" y="520"/>
                </a:lnTo>
                <a:lnTo>
                  <a:pt x="950" y="520"/>
                </a:lnTo>
                <a:lnTo>
                  <a:pt x="950" y="521"/>
                </a:lnTo>
                <a:lnTo>
                  <a:pt x="951" y="522"/>
                </a:lnTo>
                <a:lnTo>
                  <a:pt x="951" y="523"/>
                </a:lnTo>
                <a:lnTo>
                  <a:pt x="951" y="524"/>
                </a:lnTo>
                <a:lnTo>
                  <a:pt x="951" y="526"/>
                </a:lnTo>
                <a:lnTo>
                  <a:pt x="950" y="526"/>
                </a:lnTo>
                <a:lnTo>
                  <a:pt x="950" y="528"/>
                </a:lnTo>
                <a:lnTo>
                  <a:pt x="949" y="528"/>
                </a:lnTo>
                <a:lnTo>
                  <a:pt x="948" y="528"/>
                </a:lnTo>
                <a:lnTo>
                  <a:pt x="947" y="529"/>
                </a:lnTo>
                <a:lnTo>
                  <a:pt x="946" y="530"/>
                </a:lnTo>
                <a:lnTo>
                  <a:pt x="945" y="530"/>
                </a:lnTo>
                <a:lnTo>
                  <a:pt x="944" y="530"/>
                </a:lnTo>
                <a:lnTo>
                  <a:pt x="943" y="530"/>
                </a:lnTo>
                <a:lnTo>
                  <a:pt x="942" y="530"/>
                </a:lnTo>
                <a:lnTo>
                  <a:pt x="942" y="529"/>
                </a:lnTo>
                <a:lnTo>
                  <a:pt x="941" y="529"/>
                </a:lnTo>
                <a:lnTo>
                  <a:pt x="941" y="528"/>
                </a:lnTo>
                <a:lnTo>
                  <a:pt x="941" y="527"/>
                </a:lnTo>
                <a:lnTo>
                  <a:pt x="940" y="527"/>
                </a:lnTo>
                <a:lnTo>
                  <a:pt x="939" y="526"/>
                </a:lnTo>
                <a:lnTo>
                  <a:pt x="939" y="527"/>
                </a:lnTo>
                <a:lnTo>
                  <a:pt x="939" y="528"/>
                </a:lnTo>
                <a:lnTo>
                  <a:pt x="938" y="528"/>
                </a:lnTo>
                <a:lnTo>
                  <a:pt x="937" y="528"/>
                </a:lnTo>
                <a:lnTo>
                  <a:pt x="935" y="528"/>
                </a:lnTo>
                <a:lnTo>
                  <a:pt x="934" y="529"/>
                </a:lnTo>
                <a:lnTo>
                  <a:pt x="934" y="530"/>
                </a:lnTo>
                <a:lnTo>
                  <a:pt x="935" y="531"/>
                </a:lnTo>
                <a:lnTo>
                  <a:pt x="934" y="531"/>
                </a:lnTo>
                <a:lnTo>
                  <a:pt x="933" y="532"/>
                </a:lnTo>
                <a:lnTo>
                  <a:pt x="933" y="531"/>
                </a:lnTo>
                <a:lnTo>
                  <a:pt x="932" y="532"/>
                </a:lnTo>
                <a:lnTo>
                  <a:pt x="929" y="533"/>
                </a:lnTo>
                <a:lnTo>
                  <a:pt x="928" y="533"/>
                </a:lnTo>
                <a:lnTo>
                  <a:pt x="926" y="534"/>
                </a:lnTo>
                <a:lnTo>
                  <a:pt x="926" y="535"/>
                </a:lnTo>
                <a:lnTo>
                  <a:pt x="926" y="536"/>
                </a:lnTo>
                <a:lnTo>
                  <a:pt x="926" y="537"/>
                </a:lnTo>
                <a:lnTo>
                  <a:pt x="925" y="537"/>
                </a:lnTo>
                <a:lnTo>
                  <a:pt x="925" y="538"/>
                </a:lnTo>
                <a:lnTo>
                  <a:pt x="920" y="540"/>
                </a:lnTo>
                <a:lnTo>
                  <a:pt x="917" y="542"/>
                </a:lnTo>
                <a:lnTo>
                  <a:pt x="916" y="542"/>
                </a:lnTo>
                <a:lnTo>
                  <a:pt x="914" y="543"/>
                </a:lnTo>
                <a:lnTo>
                  <a:pt x="913" y="544"/>
                </a:lnTo>
                <a:lnTo>
                  <a:pt x="912" y="544"/>
                </a:lnTo>
                <a:lnTo>
                  <a:pt x="912" y="545"/>
                </a:lnTo>
                <a:lnTo>
                  <a:pt x="913" y="546"/>
                </a:lnTo>
                <a:lnTo>
                  <a:pt x="914" y="546"/>
                </a:lnTo>
                <a:lnTo>
                  <a:pt x="914" y="548"/>
                </a:lnTo>
                <a:lnTo>
                  <a:pt x="914" y="549"/>
                </a:lnTo>
                <a:lnTo>
                  <a:pt x="915" y="549"/>
                </a:lnTo>
                <a:lnTo>
                  <a:pt x="915" y="550"/>
                </a:lnTo>
                <a:lnTo>
                  <a:pt x="915" y="551"/>
                </a:lnTo>
                <a:lnTo>
                  <a:pt x="914" y="551"/>
                </a:lnTo>
                <a:lnTo>
                  <a:pt x="912" y="550"/>
                </a:lnTo>
                <a:lnTo>
                  <a:pt x="911" y="550"/>
                </a:lnTo>
                <a:lnTo>
                  <a:pt x="911" y="549"/>
                </a:lnTo>
                <a:lnTo>
                  <a:pt x="910" y="548"/>
                </a:lnTo>
                <a:lnTo>
                  <a:pt x="909" y="548"/>
                </a:lnTo>
                <a:lnTo>
                  <a:pt x="909" y="549"/>
                </a:lnTo>
                <a:lnTo>
                  <a:pt x="909" y="548"/>
                </a:lnTo>
                <a:lnTo>
                  <a:pt x="908" y="548"/>
                </a:lnTo>
                <a:lnTo>
                  <a:pt x="908" y="547"/>
                </a:lnTo>
                <a:lnTo>
                  <a:pt x="907" y="547"/>
                </a:lnTo>
                <a:lnTo>
                  <a:pt x="906" y="547"/>
                </a:lnTo>
                <a:lnTo>
                  <a:pt x="906" y="548"/>
                </a:lnTo>
                <a:lnTo>
                  <a:pt x="907" y="549"/>
                </a:lnTo>
                <a:lnTo>
                  <a:pt x="907" y="550"/>
                </a:lnTo>
                <a:lnTo>
                  <a:pt x="908" y="550"/>
                </a:lnTo>
                <a:lnTo>
                  <a:pt x="909" y="551"/>
                </a:lnTo>
                <a:lnTo>
                  <a:pt x="908" y="552"/>
                </a:lnTo>
                <a:lnTo>
                  <a:pt x="908" y="553"/>
                </a:lnTo>
                <a:lnTo>
                  <a:pt x="907" y="553"/>
                </a:lnTo>
                <a:lnTo>
                  <a:pt x="905" y="553"/>
                </a:lnTo>
                <a:lnTo>
                  <a:pt x="904" y="553"/>
                </a:lnTo>
                <a:lnTo>
                  <a:pt x="903" y="553"/>
                </a:lnTo>
                <a:lnTo>
                  <a:pt x="903" y="554"/>
                </a:lnTo>
                <a:lnTo>
                  <a:pt x="904" y="554"/>
                </a:lnTo>
                <a:lnTo>
                  <a:pt x="904" y="555"/>
                </a:lnTo>
                <a:lnTo>
                  <a:pt x="904" y="556"/>
                </a:lnTo>
                <a:lnTo>
                  <a:pt x="903" y="557"/>
                </a:lnTo>
                <a:lnTo>
                  <a:pt x="902" y="558"/>
                </a:lnTo>
                <a:lnTo>
                  <a:pt x="901" y="559"/>
                </a:lnTo>
                <a:lnTo>
                  <a:pt x="901" y="560"/>
                </a:lnTo>
                <a:lnTo>
                  <a:pt x="902" y="561"/>
                </a:lnTo>
                <a:lnTo>
                  <a:pt x="903" y="561"/>
                </a:lnTo>
                <a:lnTo>
                  <a:pt x="904" y="561"/>
                </a:lnTo>
                <a:lnTo>
                  <a:pt x="904" y="560"/>
                </a:lnTo>
                <a:lnTo>
                  <a:pt x="905" y="560"/>
                </a:lnTo>
                <a:lnTo>
                  <a:pt x="906" y="559"/>
                </a:lnTo>
                <a:lnTo>
                  <a:pt x="907" y="559"/>
                </a:lnTo>
                <a:lnTo>
                  <a:pt x="907" y="560"/>
                </a:lnTo>
                <a:lnTo>
                  <a:pt x="908" y="560"/>
                </a:lnTo>
                <a:lnTo>
                  <a:pt x="909" y="560"/>
                </a:lnTo>
                <a:lnTo>
                  <a:pt x="911" y="559"/>
                </a:lnTo>
                <a:lnTo>
                  <a:pt x="912" y="559"/>
                </a:lnTo>
                <a:lnTo>
                  <a:pt x="913" y="559"/>
                </a:lnTo>
                <a:lnTo>
                  <a:pt x="914" y="559"/>
                </a:lnTo>
                <a:lnTo>
                  <a:pt x="915" y="558"/>
                </a:lnTo>
                <a:lnTo>
                  <a:pt x="915" y="557"/>
                </a:lnTo>
                <a:lnTo>
                  <a:pt x="917" y="557"/>
                </a:lnTo>
                <a:lnTo>
                  <a:pt x="918" y="557"/>
                </a:lnTo>
                <a:lnTo>
                  <a:pt x="919" y="557"/>
                </a:lnTo>
                <a:lnTo>
                  <a:pt x="920" y="558"/>
                </a:lnTo>
                <a:lnTo>
                  <a:pt x="919" y="559"/>
                </a:lnTo>
                <a:lnTo>
                  <a:pt x="919" y="558"/>
                </a:lnTo>
                <a:lnTo>
                  <a:pt x="919" y="559"/>
                </a:lnTo>
                <a:lnTo>
                  <a:pt x="919" y="560"/>
                </a:lnTo>
                <a:lnTo>
                  <a:pt x="919" y="561"/>
                </a:lnTo>
                <a:lnTo>
                  <a:pt x="918" y="561"/>
                </a:lnTo>
                <a:lnTo>
                  <a:pt x="917" y="561"/>
                </a:lnTo>
                <a:lnTo>
                  <a:pt x="917" y="562"/>
                </a:lnTo>
                <a:lnTo>
                  <a:pt x="917" y="563"/>
                </a:lnTo>
                <a:lnTo>
                  <a:pt x="917" y="564"/>
                </a:lnTo>
                <a:lnTo>
                  <a:pt x="917" y="565"/>
                </a:lnTo>
                <a:lnTo>
                  <a:pt x="917" y="566"/>
                </a:lnTo>
                <a:lnTo>
                  <a:pt x="916" y="566"/>
                </a:lnTo>
                <a:lnTo>
                  <a:pt x="915" y="567"/>
                </a:lnTo>
                <a:lnTo>
                  <a:pt x="914" y="568"/>
                </a:lnTo>
                <a:lnTo>
                  <a:pt x="912" y="569"/>
                </a:lnTo>
                <a:lnTo>
                  <a:pt x="910" y="571"/>
                </a:lnTo>
                <a:lnTo>
                  <a:pt x="909" y="571"/>
                </a:lnTo>
                <a:lnTo>
                  <a:pt x="907" y="572"/>
                </a:lnTo>
                <a:lnTo>
                  <a:pt x="906" y="572"/>
                </a:lnTo>
                <a:lnTo>
                  <a:pt x="905" y="571"/>
                </a:lnTo>
                <a:lnTo>
                  <a:pt x="905" y="572"/>
                </a:lnTo>
                <a:lnTo>
                  <a:pt x="904" y="572"/>
                </a:lnTo>
                <a:lnTo>
                  <a:pt x="904" y="573"/>
                </a:lnTo>
                <a:lnTo>
                  <a:pt x="903" y="573"/>
                </a:lnTo>
                <a:lnTo>
                  <a:pt x="903" y="574"/>
                </a:lnTo>
                <a:lnTo>
                  <a:pt x="903" y="575"/>
                </a:lnTo>
                <a:lnTo>
                  <a:pt x="903" y="576"/>
                </a:lnTo>
                <a:lnTo>
                  <a:pt x="903" y="577"/>
                </a:lnTo>
                <a:lnTo>
                  <a:pt x="903" y="579"/>
                </a:lnTo>
                <a:lnTo>
                  <a:pt x="903" y="580"/>
                </a:lnTo>
                <a:lnTo>
                  <a:pt x="904" y="579"/>
                </a:lnTo>
                <a:lnTo>
                  <a:pt x="907" y="580"/>
                </a:lnTo>
                <a:lnTo>
                  <a:pt x="908" y="578"/>
                </a:lnTo>
                <a:lnTo>
                  <a:pt x="908" y="577"/>
                </a:lnTo>
                <a:lnTo>
                  <a:pt x="908" y="576"/>
                </a:lnTo>
                <a:lnTo>
                  <a:pt x="909" y="576"/>
                </a:lnTo>
                <a:lnTo>
                  <a:pt x="910" y="576"/>
                </a:lnTo>
                <a:lnTo>
                  <a:pt x="911" y="576"/>
                </a:lnTo>
                <a:lnTo>
                  <a:pt x="912" y="576"/>
                </a:lnTo>
                <a:lnTo>
                  <a:pt x="914" y="578"/>
                </a:lnTo>
                <a:lnTo>
                  <a:pt x="915" y="579"/>
                </a:lnTo>
                <a:lnTo>
                  <a:pt x="916" y="579"/>
                </a:lnTo>
                <a:lnTo>
                  <a:pt x="916" y="580"/>
                </a:lnTo>
                <a:lnTo>
                  <a:pt x="919" y="580"/>
                </a:lnTo>
                <a:lnTo>
                  <a:pt x="921" y="580"/>
                </a:lnTo>
                <a:lnTo>
                  <a:pt x="921" y="581"/>
                </a:lnTo>
                <a:lnTo>
                  <a:pt x="922" y="580"/>
                </a:lnTo>
                <a:lnTo>
                  <a:pt x="923" y="580"/>
                </a:lnTo>
                <a:lnTo>
                  <a:pt x="924" y="580"/>
                </a:lnTo>
                <a:lnTo>
                  <a:pt x="924" y="581"/>
                </a:lnTo>
                <a:lnTo>
                  <a:pt x="923" y="582"/>
                </a:lnTo>
                <a:lnTo>
                  <a:pt x="924" y="582"/>
                </a:lnTo>
                <a:lnTo>
                  <a:pt x="924" y="583"/>
                </a:lnTo>
                <a:lnTo>
                  <a:pt x="925" y="583"/>
                </a:lnTo>
                <a:lnTo>
                  <a:pt x="926" y="583"/>
                </a:lnTo>
                <a:lnTo>
                  <a:pt x="926" y="584"/>
                </a:lnTo>
                <a:lnTo>
                  <a:pt x="927" y="585"/>
                </a:lnTo>
                <a:lnTo>
                  <a:pt x="928" y="586"/>
                </a:lnTo>
                <a:lnTo>
                  <a:pt x="927" y="586"/>
                </a:lnTo>
                <a:lnTo>
                  <a:pt x="926" y="588"/>
                </a:lnTo>
                <a:lnTo>
                  <a:pt x="926" y="589"/>
                </a:lnTo>
                <a:lnTo>
                  <a:pt x="925" y="589"/>
                </a:lnTo>
                <a:lnTo>
                  <a:pt x="924" y="589"/>
                </a:lnTo>
                <a:lnTo>
                  <a:pt x="922" y="589"/>
                </a:lnTo>
                <a:lnTo>
                  <a:pt x="922" y="590"/>
                </a:lnTo>
                <a:lnTo>
                  <a:pt x="922" y="591"/>
                </a:lnTo>
                <a:lnTo>
                  <a:pt x="922" y="590"/>
                </a:lnTo>
                <a:lnTo>
                  <a:pt x="921" y="590"/>
                </a:lnTo>
                <a:lnTo>
                  <a:pt x="920" y="590"/>
                </a:lnTo>
                <a:lnTo>
                  <a:pt x="920" y="591"/>
                </a:lnTo>
                <a:lnTo>
                  <a:pt x="920" y="592"/>
                </a:lnTo>
                <a:lnTo>
                  <a:pt x="919" y="592"/>
                </a:lnTo>
                <a:lnTo>
                  <a:pt x="917" y="593"/>
                </a:lnTo>
                <a:lnTo>
                  <a:pt x="916" y="593"/>
                </a:lnTo>
                <a:lnTo>
                  <a:pt x="916" y="594"/>
                </a:lnTo>
                <a:lnTo>
                  <a:pt x="915" y="594"/>
                </a:lnTo>
                <a:lnTo>
                  <a:pt x="915" y="593"/>
                </a:lnTo>
                <a:lnTo>
                  <a:pt x="914" y="593"/>
                </a:lnTo>
                <a:lnTo>
                  <a:pt x="913" y="593"/>
                </a:lnTo>
                <a:lnTo>
                  <a:pt x="912" y="594"/>
                </a:lnTo>
                <a:lnTo>
                  <a:pt x="911" y="594"/>
                </a:lnTo>
                <a:lnTo>
                  <a:pt x="910" y="596"/>
                </a:lnTo>
                <a:lnTo>
                  <a:pt x="910" y="597"/>
                </a:lnTo>
                <a:lnTo>
                  <a:pt x="911" y="597"/>
                </a:lnTo>
                <a:lnTo>
                  <a:pt x="910" y="598"/>
                </a:lnTo>
                <a:lnTo>
                  <a:pt x="909" y="599"/>
                </a:lnTo>
                <a:lnTo>
                  <a:pt x="909" y="600"/>
                </a:lnTo>
                <a:lnTo>
                  <a:pt x="908" y="600"/>
                </a:lnTo>
                <a:lnTo>
                  <a:pt x="906" y="601"/>
                </a:lnTo>
                <a:lnTo>
                  <a:pt x="905" y="600"/>
                </a:lnTo>
                <a:lnTo>
                  <a:pt x="904" y="600"/>
                </a:lnTo>
                <a:lnTo>
                  <a:pt x="904" y="599"/>
                </a:lnTo>
                <a:lnTo>
                  <a:pt x="904" y="598"/>
                </a:lnTo>
                <a:lnTo>
                  <a:pt x="904" y="597"/>
                </a:lnTo>
                <a:lnTo>
                  <a:pt x="902" y="597"/>
                </a:lnTo>
                <a:lnTo>
                  <a:pt x="902" y="595"/>
                </a:lnTo>
                <a:lnTo>
                  <a:pt x="902" y="594"/>
                </a:lnTo>
                <a:lnTo>
                  <a:pt x="902" y="593"/>
                </a:lnTo>
                <a:lnTo>
                  <a:pt x="901" y="593"/>
                </a:lnTo>
                <a:lnTo>
                  <a:pt x="901" y="592"/>
                </a:lnTo>
                <a:lnTo>
                  <a:pt x="900" y="592"/>
                </a:lnTo>
                <a:lnTo>
                  <a:pt x="901" y="591"/>
                </a:lnTo>
                <a:lnTo>
                  <a:pt x="901" y="590"/>
                </a:lnTo>
                <a:lnTo>
                  <a:pt x="900" y="590"/>
                </a:lnTo>
                <a:lnTo>
                  <a:pt x="900" y="589"/>
                </a:lnTo>
                <a:lnTo>
                  <a:pt x="900" y="588"/>
                </a:lnTo>
                <a:lnTo>
                  <a:pt x="901" y="588"/>
                </a:lnTo>
                <a:lnTo>
                  <a:pt x="901" y="586"/>
                </a:lnTo>
                <a:lnTo>
                  <a:pt x="901" y="584"/>
                </a:lnTo>
                <a:lnTo>
                  <a:pt x="900" y="583"/>
                </a:lnTo>
                <a:lnTo>
                  <a:pt x="900" y="582"/>
                </a:lnTo>
                <a:lnTo>
                  <a:pt x="899" y="581"/>
                </a:lnTo>
                <a:lnTo>
                  <a:pt x="898" y="581"/>
                </a:lnTo>
                <a:lnTo>
                  <a:pt x="897" y="581"/>
                </a:lnTo>
                <a:lnTo>
                  <a:pt x="897" y="580"/>
                </a:lnTo>
                <a:lnTo>
                  <a:pt x="896" y="579"/>
                </a:lnTo>
                <a:lnTo>
                  <a:pt x="895" y="577"/>
                </a:lnTo>
                <a:lnTo>
                  <a:pt x="894" y="577"/>
                </a:lnTo>
                <a:lnTo>
                  <a:pt x="892" y="577"/>
                </a:lnTo>
                <a:lnTo>
                  <a:pt x="891" y="577"/>
                </a:lnTo>
                <a:lnTo>
                  <a:pt x="890" y="576"/>
                </a:lnTo>
                <a:lnTo>
                  <a:pt x="890" y="575"/>
                </a:lnTo>
                <a:lnTo>
                  <a:pt x="890" y="574"/>
                </a:lnTo>
                <a:lnTo>
                  <a:pt x="890" y="573"/>
                </a:lnTo>
                <a:lnTo>
                  <a:pt x="889" y="573"/>
                </a:lnTo>
                <a:lnTo>
                  <a:pt x="889" y="572"/>
                </a:lnTo>
                <a:lnTo>
                  <a:pt x="888" y="571"/>
                </a:lnTo>
                <a:lnTo>
                  <a:pt x="887" y="571"/>
                </a:lnTo>
                <a:lnTo>
                  <a:pt x="886" y="571"/>
                </a:lnTo>
                <a:lnTo>
                  <a:pt x="886" y="570"/>
                </a:lnTo>
                <a:lnTo>
                  <a:pt x="885" y="570"/>
                </a:lnTo>
                <a:lnTo>
                  <a:pt x="884" y="570"/>
                </a:lnTo>
                <a:lnTo>
                  <a:pt x="883" y="570"/>
                </a:lnTo>
                <a:lnTo>
                  <a:pt x="881" y="570"/>
                </a:lnTo>
                <a:lnTo>
                  <a:pt x="880" y="570"/>
                </a:lnTo>
                <a:lnTo>
                  <a:pt x="878" y="570"/>
                </a:lnTo>
                <a:lnTo>
                  <a:pt x="878" y="571"/>
                </a:lnTo>
                <a:lnTo>
                  <a:pt x="877" y="571"/>
                </a:lnTo>
                <a:lnTo>
                  <a:pt x="876" y="572"/>
                </a:lnTo>
                <a:lnTo>
                  <a:pt x="875" y="573"/>
                </a:lnTo>
                <a:lnTo>
                  <a:pt x="874" y="573"/>
                </a:lnTo>
                <a:lnTo>
                  <a:pt x="873" y="573"/>
                </a:lnTo>
                <a:lnTo>
                  <a:pt x="873" y="574"/>
                </a:lnTo>
                <a:lnTo>
                  <a:pt x="872" y="574"/>
                </a:lnTo>
                <a:lnTo>
                  <a:pt x="871" y="574"/>
                </a:lnTo>
                <a:lnTo>
                  <a:pt x="871" y="573"/>
                </a:lnTo>
                <a:lnTo>
                  <a:pt x="870" y="573"/>
                </a:lnTo>
                <a:lnTo>
                  <a:pt x="867" y="574"/>
                </a:lnTo>
                <a:lnTo>
                  <a:pt x="866" y="574"/>
                </a:lnTo>
                <a:lnTo>
                  <a:pt x="865" y="575"/>
                </a:lnTo>
                <a:lnTo>
                  <a:pt x="865" y="576"/>
                </a:lnTo>
                <a:lnTo>
                  <a:pt x="865" y="577"/>
                </a:lnTo>
                <a:lnTo>
                  <a:pt x="865" y="580"/>
                </a:lnTo>
                <a:lnTo>
                  <a:pt x="863" y="578"/>
                </a:lnTo>
                <a:lnTo>
                  <a:pt x="862" y="577"/>
                </a:lnTo>
                <a:lnTo>
                  <a:pt x="861" y="577"/>
                </a:lnTo>
                <a:lnTo>
                  <a:pt x="860" y="577"/>
                </a:lnTo>
                <a:lnTo>
                  <a:pt x="859" y="578"/>
                </a:lnTo>
                <a:lnTo>
                  <a:pt x="854" y="583"/>
                </a:lnTo>
                <a:lnTo>
                  <a:pt x="853" y="585"/>
                </a:lnTo>
                <a:lnTo>
                  <a:pt x="853" y="586"/>
                </a:lnTo>
                <a:lnTo>
                  <a:pt x="852" y="587"/>
                </a:lnTo>
                <a:lnTo>
                  <a:pt x="852" y="586"/>
                </a:lnTo>
                <a:lnTo>
                  <a:pt x="851" y="586"/>
                </a:lnTo>
                <a:lnTo>
                  <a:pt x="850" y="585"/>
                </a:lnTo>
                <a:lnTo>
                  <a:pt x="850" y="584"/>
                </a:lnTo>
                <a:lnTo>
                  <a:pt x="846" y="585"/>
                </a:lnTo>
                <a:lnTo>
                  <a:pt x="845" y="585"/>
                </a:lnTo>
                <a:lnTo>
                  <a:pt x="844" y="585"/>
                </a:lnTo>
                <a:lnTo>
                  <a:pt x="842" y="585"/>
                </a:lnTo>
                <a:lnTo>
                  <a:pt x="842" y="584"/>
                </a:lnTo>
                <a:lnTo>
                  <a:pt x="840" y="584"/>
                </a:lnTo>
                <a:lnTo>
                  <a:pt x="839" y="584"/>
                </a:lnTo>
                <a:lnTo>
                  <a:pt x="839" y="585"/>
                </a:lnTo>
                <a:lnTo>
                  <a:pt x="838" y="585"/>
                </a:lnTo>
                <a:lnTo>
                  <a:pt x="838" y="586"/>
                </a:lnTo>
                <a:lnTo>
                  <a:pt x="837" y="587"/>
                </a:lnTo>
                <a:lnTo>
                  <a:pt x="837" y="588"/>
                </a:lnTo>
                <a:lnTo>
                  <a:pt x="837" y="589"/>
                </a:lnTo>
                <a:lnTo>
                  <a:pt x="836" y="589"/>
                </a:lnTo>
                <a:lnTo>
                  <a:pt x="835" y="589"/>
                </a:lnTo>
                <a:lnTo>
                  <a:pt x="834" y="589"/>
                </a:lnTo>
                <a:lnTo>
                  <a:pt x="833" y="589"/>
                </a:lnTo>
                <a:lnTo>
                  <a:pt x="832" y="590"/>
                </a:lnTo>
                <a:lnTo>
                  <a:pt x="831" y="591"/>
                </a:lnTo>
                <a:lnTo>
                  <a:pt x="830" y="592"/>
                </a:lnTo>
                <a:lnTo>
                  <a:pt x="830" y="591"/>
                </a:lnTo>
                <a:lnTo>
                  <a:pt x="829" y="591"/>
                </a:lnTo>
                <a:lnTo>
                  <a:pt x="828" y="591"/>
                </a:lnTo>
                <a:lnTo>
                  <a:pt x="827" y="590"/>
                </a:lnTo>
                <a:lnTo>
                  <a:pt x="826" y="591"/>
                </a:lnTo>
                <a:lnTo>
                  <a:pt x="824" y="592"/>
                </a:lnTo>
                <a:lnTo>
                  <a:pt x="825" y="593"/>
                </a:lnTo>
                <a:lnTo>
                  <a:pt x="825" y="594"/>
                </a:lnTo>
                <a:lnTo>
                  <a:pt x="824" y="595"/>
                </a:lnTo>
                <a:lnTo>
                  <a:pt x="823" y="595"/>
                </a:lnTo>
                <a:lnTo>
                  <a:pt x="822" y="595"/>
                </a:lnTo>
                <a:lnTo>
                  <a:pt x="821" y="595"/>
                </a:lnTo>
                <a:lnTo>
                  <a:pt x="820" y="596"/>
                </a:lnTo>
                <a:lnTo>
                  <a:pt x="820" y="597"/>
                </a:lnTo>
                <a:lnTo>
                  <a:pt x="820" y="598"/>
                </a:lnTo>
                <a:lnTo>
                  <a:pt x="819" y="598"/>
                </a:lnTo>
                <a:lnTo>
                  <a:pt x="818" y="598"/>
                </a:lnTo>
                <a:lnTo>
                  <a:pt x="817" y="598"/>
                </a:lnTo>
                <a:lnTo>
                  <a:pt x="816" y="598"/>
                </a:lnTo>
                <a:lnTo>
                  <a:pt x="816" y="597"/>
                </a:lnTo>
                <a:lnTo>
                  <a:pt x="815" y="597"/>
                </a:lnTo>
                <a:lnTo>
                  <a:pt x="815" y="596"/>
                </a:lnTo>
                <a:lnTo>
                  <a:pt x="814" y="595"/>
                </a:lnTo>
                <a:lnTo>
                  <a:pt x="812" y="595"/>
                </a:lnTo>
                <a:lnTo>
                  <a:pt x="811" y="594"/>
                </a:lnTo>
                <a:lnTo>
                  <a:pt x="810" y="594"/>
                </a:lnTo>
                <a:lnTo>
                  <a:pt x="809" y="593"/>
                </a:lnTo>
                <a:lnTo>
                  <a:pt x="809" y="594"/>
                </a:lnTo>
                <a:lnTo>
                  <a:pt x="808" y="594"/>
                </a:lnTo>
                <a:lnTo>
                  <a:pt x="809" y="594"/>
                </a:lnTo>
                <a:lnTo>
                  <a:pt x="808" y="595"/>
                </a:lnTo>
                <a:lnTo>
                  <a:pt x="801" y="596"/>
                </a:lnTo>
                <a:lnTo>
                  <a:pt x="800" y="596"/>
                </a:lnTo>
                <a:lnTo>
                  <a:pt x="800" y="602"/>
                </a:lnTo>
                <a:lnTo>
                  <a:pt x="798" y="604"/>
                </a:lnTo>
                <a:lnTo>
                  <a:pt x="797" y="604"/>
                </a:lnTo>
                <a:lnTo>
                  <a:pt x="797" y="605"/>
                </a:lnTo>
                <a:lnTo>
                  <a:pt x="795" y="604"/>
                </a:lnTo>
                <a:lnTo>
                  <a:pt x="794" y="604"/>
                </a:lnTo>
                <a:lnTo>
                  <a:pt x="792" y="605"/>
                </a:lnTo>
                <a:lnTo>
                  <a:pt x="792" y="606"/>
                </a:lnTo>
                <a:lnTo>
                  <a:pt x="791" y="607"/>
                </a:lnTo>
                <a:lnTo>
                  <a:pt x="790" y="609"/>
                </a:lnTo>
                <a:lnTo>
                  <a:pt x="791" y="611"/>
                </a:lnTo>
                <a:lnTo>
                  <a:pt x="789" y="613"/>
                </a:lnTo>
                <a:lnTo>
                  <a:pt x="787" y="611"/>
                </a:lnTo>
                <a:lnTo>
                  <a:pt x="786" y="607"/>
                </a:lnTo>
                <a:lnTo>
                  <a:pt x="785" y="606"/>
                </a:lnTo>
                <a:lnTo>
                  <a:pt x="784" y="604"/>
                </a:lnTo>
                <a:lnTo>
                  <a:pt x="784" y="602"/>
                </a:lnTo>
                <a:lnTo>
                  <a:pt x="784" y="601"/>
                </a:lnTo>
                <a:lnTo>
                  <a:pt x="783" y="599"/>
                </a:lnTo>
                <a:lnTo>
                  <a:pt x="784" y="598"/>
                </a:lnTo>
                <a:lnTo>
                  <a:pt x="786" y="596"/>
                </a:lnTo>
                <a:lnTo>
                  <a:pt x="787" y="595"/>
                </a:lnTo>
                <a:lnTo>
                  <a:pt x="787" y="594"/>
                </a:lnTo>
                <a:lnTo>
                  <a:pt x="788" y="593"/>
                </a:lnTo>
                <a:lnTo>
                  <a:pt x="785" y="592"/>
                </a:lnTo>
                <a:lnTo>
                  <a:pt x="785" y="593"/>
                </a:lnTo>
                <a:lnTo>
                  <a:pt x="784" y="592"/>
                </a:lnTo>
                <a:lnTo>
                  <a:pt x="783" y="591"/>
                </a:lnTo>
                <a:lnTo>
                  <a:pt x="783" y="590"/>
                </a:lnTo>
                <a:lnTo>
                  <a:pt x="782" y="591"/>
                </a:lnTo>
                <a:lnTo>
                  <a:pt x="784" y="596"/>
                </a:lnTo>
                <a:lnTo>
                  <a:pt x="783" y="596"/>
                </a:lnTo>
                <a:lnTo>
                  <a:pt x="782" y="597"/>
                </a:lnTo>
                <a:lnTo>
                  <a:pt x="780" y="591"/>
                </a:lnTo>
                <a:lnTo>
                  <a:pt x="780" y="590"/>
                </a:lnTo>
                <a:lnTo>
                  <a:pt x="779" y="590"/>
                </a:lnTo>
                <a:lnTo>
                  <a:pt x="777" y="588"/>
                </a:lnTo>
                <a:lnTo>
                  <a:pt x="778" y="587"/>
                </a:lnTo>
                <a:lnTo>
                  <a:pt x="776" y="586"/>
                </a:lnTo>
                <a:lnTo>
                  <a:pt x="776" y="585"/>
                </a:lnTo>
                <a:lnTo>
                  <a:pt x="774" y="580"/>
                </a:lnTo>
                <a:lnTo>
                  <a:pt x="771" y="581"/>
                </a:lnTo>
                <a:lnTo>
                  <a:pt x="769" y="578"/>
                </a:lnTo>
                <a:lnTo>
                  <a:pt x="766" y="573"/>
                </a:lnTo>
                <a:lnTo>
                  <a:pt x="762" y="568"/>
                </a:lnTo>
                <a:lnTo>
                  <a:pt x="762" y="567"/>
                </a:lnTo>
                <a:lnTo>
                  <a:pt x="761" y="567"/>
                </a:lnTo>
                <a:lnTo>
                  <a:pt x="759" y="565"/>
                </a:lnTo>
                <a:lnTo>
                  <a:pt x="759" y="564"/>
                </a:lnTo>
                <a:lnTo>
                  <a:pt x="759" y="562"/>
                </a:lnTo>
                <a:lnTo>
                  <a:pt x="759" y="561"/>
                </a:lnTo>
                <a:lnTo>
                  <a:pt x="759" y="560"/>
                </a:lnTo>
                <a:lnTo>
                  <a:pt x="759" y="559"/>
                </a:lnTo>
                <a:lnTo>
                  <a:pt x="759" y="558"/>
                </a:lnTo>
                <a:lnTo>
                  <a:pt x="759" y="557"/>
                </a:lnTo>
                <a:lnTo>
                  <a:pt x="759" y="556"/>
                </a:lnTo>
                <a:lnTo>
                  <a:pt x="760" y="554"/>
                </a:lnTo>
                <a:lnTo>
                  <a:pt x="760" y="555"/>
                </a:lnTo>
                <a:lnTo>
                  <a:pt x="759" y="555"/>
                </a:lnTo>
                <a:lnTo>
                  <a:pt x="758" y="557"/>
                </a:lnTo>
                <a:lnTo>
                  <a:pt x="757" y="556"/>
                </a:lnTo>
                <a:lnTo>
                  <a:pt x="754" y="554"/>
                </a:lnTo>
                <a:lnTo>
                  <a:pt x="752" y="553"/>
                </a:lnTo>
                <a:lnTo>
                  <a:pt x="752" y="554"/>
                </a:lnTo>
                <a:lnTo>
                  <a:pt x="751" y="554"/>
                </a:lnTo>
                <a:lnTo>
                  <a:pt x="750" y="553"/>
                </a:lnTo>
                <a:lnTo>
                  <a:pt x="751" y="552"/>
                </a:lnTo>
                <a:lnTo>
                  <a:pt x="750" y="552"/>
                </a:lnTo>
                <a:lnTo>
                  <a:pt x="750" y="553"/>
                </a:lnTo>
                <a:lnTo>
                  <a:pt x="751" y="554"/>
                </a:lnTo>
                <a:lnTo>
                  <a:pt x="751" y="555"/>
                </a:lnTo>
                <a:lnTo>
                  <a:pt x="750" y="555"/>
                </a:lnTo>
                <a:lnTo>
                  <a:pt x="750" y="556"/>
                </a:lnTo>
                <a:lnTo>
                  <a:pt x="744" y="556"/>
                </a:lnTo>
                <a:lnTo>
                  <a:pt x="742" y="556"/>
                </a:lnTo>
                <a:lnTo>
                  <a:pt x="741" y="555"/>
                </a:lnTo>
                <a:lnTo>
                  <a:pt x="741" y="554"/>
                </a:lnTo>
                <a:lnTo>
                  <a:pt x="740" y="554"/>
                </a:lnTo>
                <a:lnTo>
                  <a:pt x="740" y="553"/>
                </a:lnTo>
                <a:lnTo>
                  <a:pt x="737" y="553"/>
                </a:lnTo>
                <a:lnTo>
                  <a:pt x="732" y="554"/>
                </a:lnTo>
                <a:lnTo>
                  <a:pt x="733" y="555"/>
                </a:lnTo>
                <a:lnTo>
                  <a:pt x="731" y="557"/>
                </a:lnTo>
                <a:lnTo>
                  <a:pt x="729" y="557"/>
                </a:lnTo>
                <a:lnTo>
                  <a:pt x="726" y="558"/>
                </a:lnTo>
                <a:lnTo>
                  <a:pt x="724" y="558"/>
                </a:lnTo>
                <a:lnTo>
                  <a:pt x="723" y="558"/>
                </a:lnTo>
                <a:lnTo>
                  <a:pt x="721" y="557"/>
                </a:lnTo>
                <a:lnTo>
                  <a:pt x="720" y="558"/>
                </a:lnTo>
                <a:lnTo>
                  <a:pt x="721" y="560"/>
                </a:lnTo>
                <a:lnTo>
                  <a:pt x="723" y="560"/>
                </a:lnTo>
                <a:lnTo>
                  <a:pt x="724" y="561"/>
                </a:lnTo>
                <a:lnTo>
                  <a:pt x="724" y="562"/>
                </a:lnTo>
                <a:lnTo>
                  <a:pt x="725" y="563"/>
                </a:lnTo>
                <a:lnTo>
                  <a:pt x="727" y="566"/>
                </a:lnTo>
                <a:lnTo>
                  <a:pt x="727" y="567"/>
                </a:lnTo>
                <a:lnTo>
                  <a:pt x="729" y="568"/>
                </a:lnTo>
                <a:lnTo>
                  <a:pt x="730" y="568"/>
                </a:lnTo>
                <a:lnTo>
                  <a:pt x="731" y="568"/>
                </a:lnTo>
                <a:lnTo>
                  <a:pt x="731" y="569"/>
                </a:lnTo>
                <a:lnTo>
                  <a:pt x="732" y="570"/>
                </a:lnTo>
                <a:lnTo>
                  <a:pt x="733" y="570"/>
                </a:lnTo>
                <a:lnTo>
                  <a:pt x="734" y="572"/>
                </a:lnTo>
                <a:lnTo>
                  <a:pt x="735" y="572"/>
                </a:lnTo>
                <a:lnTo>
                  <a:pt x="735" y="573"/>
                </a:lnTo>
                <a:lnTo>
                  <a:pt x="737" y="574"/>
                </a:lnTo>
                <a:lnTo>
                  <a:pt x="738" y="576"/>
                </a:lnTo>
                <a:lnTo>
                  <a:pt x="740" y="577"/>
                </a:lnTo>
                <a:lnTo>
                  <a:pt x="740" y="578"/>
                </a:lnTo>
                <a:lnTo>
                  <a:pt x="740" y="579"/>
                </a:lnTo>
                <a:lnTo>
                  <a:pt x="740" y="580"/>
                </a:lnTo>
                <a:lnTo>
                  <a:pt x="740" y="581"/>
                </a:lnTo>
                <a:lnTo>
                  <a:pt x="741" y="582"/>
                </a:lnTo>
                <a:lnTo>
                  <a:pt x="741" y="583"/>
                </a:lnTo>
                <a:lnTo>
                  <a:pt x="743" y="585"/>
                </a:lnTo>
                <a:lnTo>
                  <a:pt x="741" y="587"/>
                </a:lnTo>
                <a:lnTo>
                  <a:pt x="737" y="591"/>
                </a:lnTo>
                <a:lnTo>
                  <a:pt x="736" y="589"/>
                </a:lnTo>
                <a:lnTo>
                  <a:pt x="734" y="587"/>
                </a:lnTo>
                <a:lnTo>
                  <a:pt x="732" y="586"/>
                </a:lnTo>
                <a:lnTo>
                  <a:pt x="731" y="584"/>
                </a:lnTo>
                <a:lnTo>
                  <a:pt x="730" y="585"/>
                </a:lnTo>
                <a:lnTo>
                  <a:pt x="730" y="586"/>
                </a:lnTo>
                <a:lnTo>
                  <a:pt x="729" y="586"/>
                </a:lnTo>
                <a:lnTo>
                  <a:pt x="728" y="587"/>
                </a:lnTo>
                <a:lnTo>
                  <a:pt x="727" y="587"/>
                </a:lnTo>
                <a:lnTo>
                  <a:pt x="727" y="588"/>
                </a:lnTo>
                <a:lnTo>
                  <a:pt x="728" y="588"/>
                </a:lnTo>
                <a:lnTo>
                  <a:pt x="726" y="589"/>
                </a:lnTo>
                <a:lnTo>
                  <a:pt x="723" y="590"/>
                </a:lnTo>
                <a:lnTo>
                  <a:pt x="724" y="591"/>
                </a:lnTo>
                <a:lnTo>
                  <a:pt x="725" y="591"/>
                </a:lnTo>
                <a:lnTo>
                  <a:pt x="726" y="590"/>
                </a:lnTo>
                <a:lnTo>
                  <a:pt x="731" y="589"/>
                </a:lnTo>
                <a:lnTo>
                  <a:pt x="732" y="590"/>
                </a:lnTo>
                <a:lnTo>
                  <a:pt x="733" y="591"/>
                </a:lnTo>
                <a:lnTo>
                  <a:pt x="735" y="592"/>
                </a:lnTo>
                <a:lnTo>
                  <a:pt x="735" y="593"/>
                </a:lnTo>
                <a:lnTo>
                  <a:pt x="736" y="593"/>
                </a:lnTo>
                <a:lnTo>
                  <a:pt x="736" y="594"/>
                </a:lnTo>
                <a:lnTo>
                  <a:pt x="737" y="595"/>
                </a:lnTo>
                <a:lnTo>
                  <a:pt x="737" y="596"/>
                </a:lnTo>
                <a:lnTo>
                  <a:pt x="737" y="597"/>
                </a:lnTo>
                <a:lnTo>
                  <a:pt x="737" y="598"/>
                </a:lnTo>
                <a:lnTo>
                  <a:pt x="737" y="600"/>
                </a:lnTo>
                <a:lnTo>
                  <a:pt x="737" y="601"/>
                </a:lnTo>
                <a:lnTo>
                  <a:pt x="738" y="602"/>
                </a:lnTo>
                <a:lnTo>
                  <a:pt x="738" y="603"/>
                </a:lnTo>
                <a:lnTo>
                  <a:pt x="738" y="605"/>
                </a:lnTo>
                <a:lnTo>
                  <a:pt x="736" y="605"/>
                </a:lnTo>
                <a:lnTo>
                  <a:pt x="735" y="605"/>
                </a:lnTo>
                <a:lnTo>
                  <a:pt x="735" y="606"/>
                </a:lnTo>
                <a:lnTo>
                  <a:pt x="734" y="606"/>
                </a:lnTo>
                <a:lnTo>
                  <a:pt x="733" y="606"/>
                </a:lnTo>
                <a:lnTo>
                  <a:pt x="732" y="606"/>
                </a:lnTo>
                <a:lnTo>
                  <a:pt x="732" y="605"/>
                </a:lnTo>
                <a:lnTo>
                  <a:pt x="732" y="604"/>
                </a:lnTo>
                <a:lnTo>
                  <a:pt x="731" y="604"/>
                </a:lnTo>
                <a:lnTo>
                  <a:pt x="731" y="602"/>
                </a:lnTo>
                <a:lnTo>
                  <a:pt x="731" y="601"/>
                </a:lnTo>
                <a:lnTo>
                  <a:pt x="730" y="601"/>
                </a:lnTo>
                <a:lnTo>
                  <a:pt x="730" y="599"/>
                </a:lnTo>
                <a:lnTo>
                  <a:pt x="730" y="597"/>
                </a:lnTo>
                <a:lnTo>
                  <a:pt x="730" y="596"/>
                </a:lnTo>
                <a:lnTo>
                  <a:pt x="727" y="594"/>
                </a:lnTo>
                <a:lnTo>
                  <a:pt x="727" y="595"/>
                </a:lnTo>
                <a:lnTo>
                  <a:pt x="728" y="596"/>
                </a:lnTo>
                <a:lnTo>
                  <a:pt x="729" y="598"/>
                </a:lnTo>
                <a:lnTo>
                  <a:pt x="729" y="601"/>
                </a:lnTo>
                <a:lnTo>
                  <a:pt x="730" y="605"/>
                </a:lnTo>
                <a:lnTo>
                  <a:pt x="731" y="607"/>
                </a:lnTo>
                <a:lnTo>
                  <a:pt x="731" y="609"/>
                </a:lnTo>
                <a:lnTo>
                  <a:pt x="731" y="610"/>
                </a:lnTo>
                <a:lnTo>
                  <a:pt x="730" y="610"/>
                </a:lnTo>
                <a:lnTo>
                  <a:pt x="729" y="611"/>
                </a:lnTo>
                <a:lnTo>
                  <a:pt x="729" y="614"/>
                </a:lnTo>
                <a:lnTo>
                  <a:pt x="731" y="614"/>
                </a:lnTo>
                <a:lnTo>
                  <a:pt x="731" y="617"/>
                </a:lnTo>
                <a:lnTo>
                  <a:pt x="731" y="618"/>
                </a:lnTo>
                <a:lnTo>
                  <a:pt x="731" y="621"/>
                </a:lnTo>
                <a:lnTo>
                  <a:pt x="731" y="622"/>
                </a:lnTo>
                <a:lnTo>
                  <a:pt x="729" y="625"/>
                </a:lnTo>
                <a:lnTo>
                  <a:pt x="728" y="625"/>
                </a:lnTo>
                <a:lnTo>
                  <a:pt x="728" y="627"/>
                </a:lnTo>
                <a:lnTo>
                  <a:pt x="728" y="628"/>
                </a:lnTo>
                <a:lnTo>
                  <a:pt x="729" y="630"/>
                </a:lnTo>
                <a:lnTo>
                  <a:pt x="729" y="631"/>
                </a:lnTo>
                <a:lnTo>
                  <a:pt x="730" y="629"/>
                </a:lnTo>
                <a:lnTo>
                  <a:pt x="733" y="630"/>
                </a:lnTo>
                <a:lnTo>
                  <a:pt x="735" y="631"/>
                </a:lnTo>
                <a:lnTo>
                  <a:pt x="737" y="631"/>
                </a:lnTo>
                <a:lnTo>
                  <a:pt x="737" y="632"/>
                </a:lnTo>
                <a:lnTo>
                  <a:pt x="738" y="633"/>
                </a:lnTo>
                <a:lnTo>
                  <a:pt x="738" y="632"/>
                </a:lnTo>
                <a:lnTo>
                  <a:pt x="739" y="631"/>
                </a:lnTo>
                <a:lnTo>
                  <a:pt x="740" y="631"/>
                </a:lnTo>
                <a:lnTo>
                  <a:pt x="740" y="632"/>
                </a:lnTo>
                <a:lnTo>
                  <a:pt x="740" y="633"/>
                </a:lnTo>
                <a:lnTo>
                  <a:pt x="740" y="634"/>
                </a:lnTo>
                <a:lnTo>
                  <a:pt x="741" y="635"/>
                </a:lnTo>
                <a:lnTo>
                  <a:pt x="740" y="635"/>
                </a:lnTo>
                <a:lnTo>
                  <a:pt x="740" y="636"/>
                </a:lnTo>
                <a:lnTo>
                  <a:pt x="740" y="637"/>
                </a:lnTo>
                <a:lnTo>
                  <a:pt x="739" y="637"/>
                </a:lnTo>
                <a:lnTo>
                  <a:pt x="738" y="638"/>
                </a:lnTo>
                <a:lnTo>
                  <a:pt x="736" y="637"/>
                </a:lnTo>
                <a:lnTo>
                  <a:pt x="736" y="638"/>
                </a:lnTo>
                <a:lnTo>
                  <a:pt x="735" y="638"/>
                </a:lnTo>
                <a:lnTo>
                  <a:pt x="734" y="638"/>
                </a:lnTo>
                <a:lnTo>
                  <a:pt x="734" y="640"/>
                </a:lnTo>
                <a:lnTo>
                  <a:pt x="735" y="640"/>
                </a:lnTo>
                <a:lnTo>
                  <a:pt x="736" y="642"/>
                </a:lnTo>
                <a:lnTo>
                  <a:pt x="737" y="642"/>
                </a:lnTo>
                <a:lnTo>
                  <a:pt x="737" y="643"/>
                </a:lnTo>
                <a:lnTo>
                  <a:pt x="737" y="644"/>
                </a:lnTo>
                <a:lnTo>
                  <a:pt x="737" y="643"/>
                </a:lnTo>
                <a:lnTo>
                  <a:pt x="738" y="643"/>
                </a:lnTo>
                <a:lnTo>
                  <a:pt x="738" y="644"/>
                </a:lnTo>
                <a:lnTo>
                  <a:pt x="737" y="645"/>
                </a:lnTo>
                <a:lnTo>
                  <a:pt x="736" y="644"/>
                </a:lnTo>
                <a:lnTo>
                  <a:pt x="735" y="644"/>
                </a:lnTo>
                <a:lnTo>
                  <a:pt x="734" y="644"/>
                </a:lnTo>
                <a:lnTo>
                  <a:pt x="733" y="645"/>
                </a:lnTo>
                <a:lnTo>
                  <a:pt x="733" y="646"/>
                </a:lnTo>
                <a:lnTo>
                  <a:pt x="732" y="647"/>
                </a:lnTo>
                <a:lnTo>
                  <a:pt x="732" y="649"/>
                </a:lnTo>
                <a:lnTo>
                  <a:pt x="732" y="650"/>
                </a:lnTo>
                <a:lnTo>
                  <a:pt x="732" y="651"/>
                </a:lnTo>
                <a:lnTo>
                  <a:pt x="733" y="652"/>
                </a:lnTo>
                <a:lnTo>
                  <a:pt x="733" y="654"/>
                </a:lnTo>
                <a:lnTo>
                  <a:pt x="734" y="655"/>
                </a:lnTo>
                <a:lnTo>
                  <a:pt x="735" y="656"/>
                </a:lnTo>
                <a:lnTo>
                  <a:pt x="735" y="657"/>
                </a:lnTo>
                <a:lnTo>
                  <a:pt x="736" y="657"/>
                </a:lnTo>
                <a:lnTo>
                  <a:pt x="736" y="658"/>
                </a:lnTo>
                <a:lnTo>
                  <a:pt x="736" y="660"/>
                </a:lnTo>
                <a:lnTo>
                  <a:pt x="735" y="661"/>
                </a:lnTo>
                <a:lnTo>
                  <a:pt x="734" y="661"/>
                </a:lnTo>
                <a:lnTo>
                  <a:pt x="733" y="661"/>
                </a:lnTo>
                <a:lnTo>
                  <a:pt x="731" y="661"/>
                </a:lnTo>
                <a:lnTo>
                  <a:pt x="731" y="662"/>
                </a:lnTo>
                <a:lnTo>
                  <a:pt x="730" y="663"/>
                </a:lnTo>
                <a:lnTo>
                  <a:pt x="729" y="665"/>
                </a:lnTo>
                <a:lnTo>
                  <a:pt x="728" y="665"/>
                </a:lnTo>
                <a:lnTo>
                  <a:pt x="727" y="666"/>
                </a:lnTo>
                <a:lnTo>
                  <a:pt x="726" y="666"/>
                </a:lnTo>
                <a:lnTo>
                  <a:pt x="726" y="667"/>
                </a:lnTo>
                <a:lnTo>
                  <a:pt x="726" y="668"/>
                </a:lnTo>
                <a:lnTo>
                  <a:pt x="726" y="670"/>
                </a:lnTo>
                <a:lnTo>
                  <a:pt x="725" y="670"/>
                </a:lnTo>
                <a:lnTo>
                  <a:pt x="725" y="671"/>
                </a:lnTo>
                <a:lnTo>
                  <a:pt x="724" y="674"/>
                </a:lnTo>
                <a:lnTo>
                  <a:pt x="725" y="675"/>
                </a:lnTo>
                <a:lnTo>
                  <a:pt x="726" y="675"/>
                </a:lnTo>
                <a:lnTo>
                  <a:pt x="727" y="675"/>
                </a:lnTo>
                <a:lnTo>
                  <a:pt x="727" y="677"/>
                </a:lnTo>
                <a:lnTo>
                  <a:pt x="729" y="678"/>
                </a:lnTo>
                <a:lnTo>
                  <a:pt x="729" y="679"/>
                </a:lnTo>
                <a:lnTo>
                  <a:pt x="730" y="679"/>
                </a:lnTo>
                <a:lnTo>
                  <a:pt x="730" y="680"/>
                </a:lnTo>
                <a:lnTo>
                  <a:pt x="730" y="682"/>
                </a:lnTo>
                <a:lnTo>
                  <a:pt x="730" y="687"/>
                </a:lnTo>
                <a:lnTo>
                  <a:pt x="730" y="688"/>
                </a:lnTo>
                <a:lnTo>
                  <a:pt x="730" y="689"/>
                </a:lnTo>
                <a:lnTo>
                  <a:pt x="731" y="690"/>
                </a:lnTo>
                <a:lnTo>
                  <a:pt x="732" y="690"/>
                </a:lnTo>
                <a:lnTo>
                  <a:pt x="732" y="691"/>
                </a:lnTo>
                <a:lnTo>
                  <a:pt x="731" y="691"/>
                </a:lnTo>
                <a:lnTo>
                  <a:pt x="732" y="692"/>
                </a:lnTo>
                <a:lnTo>
                  <a:pt x="732" y="693"/>
                </a:lnTo>
                <a:lnTo>
                  <a:pt x="730" y="693"/>
                </a:lnTo>
                <a:lnTo>
                  <a:pt x="730" y="692"/>
                </a:lnTo>
                <a:lnTo>
                  <a:pt x="729" y="692"/>
                </a:lnTo>
                <a:lnTo>
                  <a:pt x="728" y="692"/>
                </a:lnTo>
                <a:lnTo>
                  <a:pt x="727" y="692"/>
                </a:lnTo>
                <a:lnTo>
                  <a:pt x="726" y="693"/>
                </a:lnTo>
                <a:lnTo>
                  <a:pt x="723" y="695"/>
                </a:lnTo>
                <a:lnTo>
                  <a:pt x="721" y="694"/>
                </a:lnTo>
                <a:lnTo>
                  <a:pt x="720" y="694"/>
                </a:lnTo>
                <a:lnTo>
                  <a:pt x="718" y="693"/>
                </a:lnTo>
                <a:lnTo>
                  <a:pt x="718" y="692"/>
                </a:lnTo>
                <a:lnTo>
                  <a:pt x="717" y="692"/>
                </a:lnTo>
                <a:lnTo>
                  <a:pt x="716" y="691"/>
                </a:lnTo>
                <a:lnTo>
                  <a:pt x="715" y="691"/>
                </a:lnTo>
                <a:lnTo>
                  <a:pt x="714" y="688"/>
                </a:lnTo>
                <a:lnTo>
                  <a:pt x="713" y="687"/>
                </a:lnTo>
                <a:lnTo>
                  <a:pt x="713" y="686"/>
                </a:lnTo>
                <a:lnTo>
                  <a:pt x="710" y="682"/>
                </a:lnTo>
                <a:lnTo>
                  <a:pt x="708" y="677"/>
                </a:lnTo>
                <a:lnTo>
                  <a:pt x="707" y="676"/>
                </a:lnTo>
                <a:lnTo>
                  <a:pt x="706" y="677"/>
                </a:lnTo>
                <a:lnTo>
                  <a:pt x="705" y="677"/>
                </a:lnTo>
                <a:lnTo>
                  <a:pt x="703" y="677"/>
                </a:lnTo>
                <a:lnTo>
                  <a:pt x="704" y="679"/>
                </a:lnTo>
                <a:lnTo>
                  <a:pt x="702" y="681"/>
                </a:lnTo>
                <a:lnTo>
                  <a:pt x="701" y="682"/>
                </a:lnTo>
                <a:lnTo>
                  <a:pt x="698" y="685"/>
                </a:lnTo>
                <a:lnTo>
                  <a:pt x="696" y="683"/>
                </a:lnTo>
                <a:lnTo>
                  <a:pt x="695" y="682"/>
                </a:lnTo>
                <a:lnTo>
                  <a:pt x="695" y="681"/>
                </a:lnTo>
                <a:lnTo>
                  <a:pt x="694" y="681"/>
                </a:lnTo>
                <a:lnTo>
                  <a:pt x="694" y="682"/>
                </a:lnTo>
                <a:lnTo>
                  <a:pt x="695" y="683"/>
                </a:lnTo>
                <a:lnTo>
                  <a:pt x="696" y="687"/>
                </a:lnTo>
                <a:lnTo>
                  <a:pt x="697" y="688"/>
                </a:lnTo>
                <a:lnTo>
                  <a:pt x="698" y="691"/>
                </a:lnTo>
                <a:lnTo>
                  <a:pt x="698" y="692"/>
                </a:lnTo>
                <a:lnTo>
                  <a:pt x="698" y="693"/>
                </a:lnTo>
                <a:lnTo>
                  <a:pt x="698" y="694"/>
                </a:lnTo>
                <a:lnTo>
                  <a:pt x="700" y="695"/>
                </a:lnTo>
                <a:lnTo>
                  <a:pt x="702" y="696"/>
                </a:lnTo>
                <a:lnTo>
                  <a:pt x="703" y="696"/>
                </a:lnTo>
                <a:lnTo>
                  <a:pt x="704" y="695"/>
                </a:lnTo>
                <a:lnTo>
                  <a:pt x="705" y="695"/>
                </a:lnTo>
                <a:lnTo>
                  <a:pt x="705" y="696"/>
                </a:lnTo>
                <a:lnTo>
                  <a:pt x="706" y="697"/>
                </a:lnTo>
                <a:lnTo>
                  <a:pt x="705" y="698"/>
                </a:lnTo>
                <a:lnTo>
                  <a:pt x="704" y="700"/>
                </a:lnTo>
                <a:lnTo>
                  <a:pt x="703" y="702"/>
                </a:lnTo>
                <a:lnTo>
                  <a:pt x="703" y="703"/>
                </a:lnTo>
                <a:lnTo>
                  <a:pt x="704" y="703"/>
                </a:lnTo>
                <a:lnTo>
                  <a:pt x="703" y="704"/>
                </a:lnTo>
                <a:lnTo>
                  <a:pt x="702" y="704"/>
                </a:lnTo>
                <a:lnTo>
                  <a:pt x="702" y="705"/>
                </a:lnTo>
                <a:lnTo>
                  <a:pt x="702" y="708"/>
                </a:lnTo>
                <a:lnTo>
                  <a:pt x="703" y="708"/>
                </a:lnTo>
                <a:lnTo>
                  <a:pt x="704" y="708"/>
                </a:lnTo>
                <a:lnTo>
                  <a:pt x="705" y="708"/>
                </a:lnTo>
                <a:lnTo>
                  <a:pt x="705" y="709"/>
                </a:lnTo>
                <a:lnTo>
                  <a:pt x="705" y="710"/>
                </a:lnTo>
                <a:lnTo>
                  <a:pt x="704" y="710"/>
                </a:lnTo>
                <a:lnTo>
                  <a:pt x="704" y="709"/>
                </a:lnTo>
                <a:lnTo>
                  <a:pt x="703" y="709"/>
                </a:lnTo>
                <a:lnTo>
                  <a:pt x="702" y="709"/>
                </a:lnTo>
                <a:lnTo>
                  <a:pt x="702" y="710"/>
                </a:lnTo>
                <a:lnTo>
                  <a:pt x="701" y="710"/>
                </a:lnTo>
                <a:lnTo>
                  <a:pt x="700" y="711"/>
                </a:lnTo>
                <a:lnTo>
                  <a:pt x="699" y="711"/>
                </a:lnTo>
                <a:lnTo>
                  <a:pt x="699" y="712"/>
                </a:lnTo>
                <a:lnTo>
                  <a:pt x="699" y="713"/>
                </a:lnTo>
                <a:lnTo>
                  <a:pt x="698" y="713"/>
                </a:lnTo>
                <a:lnTo>
                  <a:pt x="697" y="714"/>
                </a:lnTo>
                <a:lnTo>
                  <a:pt x="696" y="713"/>
                </a:lnTo>
                <a:lnTo>
                  <a:pt x="695" y="712"/>
                </a:lnTo>
                <a:lnTo>
                  <a:pt x="694" y="711"/>
                </a:lnTo>
                <a:lnTo>
                  <a:pt x="693" y="710"/>
                </a:lnTo>
                <a:lnTo>
                  <a:pt x="690" y="710"/>
                </a:lnTo>
                <a:lnTo>
                  <a:pt x="689" y="711"/>
                </a:lnTo>
                <a:lnTo>
                  <a:pt x="688" y="711"/>
                </a:lnTo>
                <a:lnTo>
                  <a:pt x="687" y="712"/>
                </a:lnTo>
                <a:lnTo>
                  <a:pt x="686" y="712"/>
                </a:lnTo>
                <a:lnTo>
                  <a:pt x="685" y="712"/>
                </a:lnTo>
                <a:lnTo>
                  <a:pt x="684" y="711"/>
                </a:lnTo>
                <a:lnTo>
                  <a:pt x="683" y="711"/>
                </a:lnTo>
                <a:lnTo>
                  <a:pt x="683" y="709"/>
                </a:lnTo>
                <a:lnTo>
                  <a:pt x="683" y="708"/>
                </a:lnTo>
                <a:lnTo>
                  <a:pt x="684" y="708"/>
                </a:lnTo>
                <a:lnTo>
                  <a:pt x="683" y="707"/>
                </a:lnTo>
                <a:lnTo>
                  <a:pt x="682" y="707"/>
                </a:lnTo>
                <a:lnTo>
                  <a:pt x="681" y="706"/>
                </a:lnTo>
                <a:lnTo>
                  <a:pt x="680" y="704"/>
                </a:lnTo>
                <a:lnTo>
                  <a:pt x="680" y="703"/>
                </a:lnTo>
                <a:lnTo>
                  <a:pt x="680" y="702"/>
                </a:lnTo>
                <a:lnTo>
                  <a:pt x="680" y="699"/>
                </a:lnTo>
                <a:lnTo>
                  <a:pt x="679" y="698"/>
                </a:lnTo>
                <a:lnTo>
                  <a:pt x="677" y="696"/>
                </a:lnTo>
                <a:lnTo>
                  <a:pt x="676" y="697"/>
                </a:lnTo>
                <a:lnTo>
                  <a:pt x="677" y="697"/>
                </a:lnTo>
                <a:lnTo>
                  <a:pt x="678" y="698"/>
                </a:lnTo>
                <a:lnTo>
                  <a:pt x="678" y="700"/>
                </a:lnTo>
                <a:lnTo>
                  <a:pt x="678" y="701"/>
                </a:lnTo>
                <a:lnTo>
                  <a:pt x="678" y="702"/>
                </a:lnTo>
                <a:lnTo>
                  <a:pt x="679" y="703"/>
                </a:lnTo>
                <a:lnTo>
                  <a:pt x="678" y="705"/>
                </a:lnTo>
                <a:lnTo>
                  <a:pt x="676" y="705"/>
                </a:lnTo>
                <a:lnTo>
                  <a:pt x="676" y="706"/>
                </a:lnTo>
                <a:lnTo>
                  <a:pt x="676" y="707"/>
                </a:lnTo>
                <a:lnTo>
                  <a:pt x="675" y="707"/>
                </a:lnTo>
                <a:lnTo>
                  <a:pt x="673" y="709"/>
                </a:lnTo>
                <a:lnTo>
                  <a:pt x="673" y="710"/>
                </a:lnTo>
                <a:lnTo>
                  <a:pt x="674" y="710"/>
                </a:lnTo>
                <a:lnTo>
                  <a:pt x="675" y="710"/>
                </a:lnTo>
                <a:lnTo>
                  <a:pt x="676" y="712"/>
                </a:lnTo>
                <a:lnTo>
                  <a:pt x="675" y="712"/>
                </a:lnTo>
                <a:lnTo>
                  <a:pt x="675" y="713"/>
                </a:lnTo>
                <a:lnTo>
                  <a:pt x="676" y="713"/>
                </a:lnTo>
                <a:lnTo>
                  <a:pt x="676" y="715"/>
                </a:lnTo>
                <a:lnTo>
                  <a:pt x="679" y="722"/>
                </a:lnTo>
                <a:lnTo>
                  <a:pt x="680" y="723"/>
                </a:lnTo>
                <a:lnTo>
                  <a:pt x="681" y="725"/>
                </a:lnTo>
                <a:lnTo>
                  <a:pt x="681" y="726"/>
                </a:lnTo>
                <a:lnTo>
                  <a:pt x="682" y="726"/>
                </a:lnTo>
                <a:lnTo>
                  <a:pt x="682" y="727"/>
                </a:lnTo>
                <a:lnTo>
                  <a:pt x="683" y="727"/>
                </a:lnTo>
                <a:lnTo>
                  <a:pt x="683" y="728"/>
                </a:lnTo>
                <a:lnTo>
                  <a:pt x="684" y="728"/>
                </a:lnTo>
                <a:lnTo>
                  <a:pt x="685" y="728"/>
                </a:lnTo>
                <a:lnTo>
                  <a:pt x="686" y="729"/>
                </a:lnTo>
                <a:lnTo>
                  <a:pt x="685" y="729"/>
                </a:lnTo>
                <a:lnTo>
                  <a:pt x="685" y="730"/>
                </a:lnTo>
                <a:lnTo>
                  <a:pt x="684" y="729"/>
                </a:lnTo>
                <a:lnTo>
                  <a:pt x="683" y="729"/>
                </a:lnTo>
                <a:lnTo>
                  <a:pt x="683" y="730"/>
                </a:lnTo>
                <a:lnTo>
                  <a:pt x="682" y="731"/>
                </a:lnTo>
                <a:lnTo>
                  <a:pt x="682" y="732"/>
                </a:lnTo>
                <a:lnTo>
                  <a:pt x="684" y="732"/>
                </a:lnTo>
                <a:lnTo>
                  <a:pt x="684" y="733"/>
                </a:lnTo>
                <a:lnTo>
                  <a:pt x="683" y="734"/>
                </a:lnTo>
                <a:lnTo>
                  <a:pt x="682" y="734"/>
                </a:lnTo>
                <a:lnTo>
                  <a:pt x="682" y="735"/>
                </a:lnTo>
                <a:lnTo>
                  <a:pt x="681" y="736"/>
                </a:lnTo>
                <a:lnTo>
                  <a:pt x="680" y="738"/>
                </a:lnTo>
                <a:lnTo>
                  <a:pt x="679" y="738"/>
                </a:lnTo>
                <a:lnTo>
                  <a:pt x="677" y="737"/>
                </a:lnTo>
                <a:lnTo>
                  <a:pt x="676" y="736"/>
                </a:lnTo>
                <a:lnTo>
                  <a:pt x="675" y="736"/>
                </a:lnTo>
                <a:lnTo>
                  <a:pt x="675" y="735"/>
                </a:lnTo>
                <a:lnTo>
                  <a:pt x="674" y="735"/>
                </a:lnTo>
                <a:lnTo>
                  <a:pt x="673" y="733"/>
                </a:lnTo>
                <a:lnTo>
                  <a:pt x="671" y="734"/>
                </a:lnTo>
                <a:lnTo>
                  <a:pt x="671" y="733"/>
                </a:lnTo>
                <a:lnTo>
                  <a:pt x="671" y="732"/>
                </a:lnTo>
                <a:lnTo>
                  <a:pt x="670" y="729"/>
                </a:lnTo>
                <a:lnTo>
                  <a:pt x="672" y="727"/>
                </a:lnTo>
                <a:lnTo>
                  <a:pt x="672" y="726"/>
                </a:lnTo>
                <a:lnTo>
                  <a:pt x="673" y="725"/>
                </a:lnTo>
                <a:lnTo>
                  <a:pt x="672" y="724"/>
                </a:lnTo>
                <a:lnTo>
                  <a:pt x="671" y="724"/>
                </a:lnTo>
                <a:lnTo>
                  <a:pt x="670" y="725"/>
                </a:lnTo>
                <a:lnTo>
                  <a:pt x="670" y="726"/>
                </a:lnTo>
                <a:lnTo>
                  <a:pt x="669" y="727"/>
                </a:lnTo>
                <a:lnTo>
                  <a:pt x="669" y="728"/>
                </a:lnTo>
                <a:lnTo>
                  <a:pt x="668" y="727"/>
                </a:lnTo>
                <a:lnTo>
                  <a:pt x="667" y="726"/>
                </a:lnTo>
                <a:lnTo>
                  <a:pt x="668" y="726"/>
                </a:lnTo>
                <a:lnTo>
                  <a:pt x="668" y="724"/>
                </a:lnTo>
                <a:lnTo>
                  <a:pt x="669" y="724"/>
                </a:lnTo>
                <a:lnTo>
                  <a:pt x="670" y="722"/>
                </a:lnTo>
                <a:lnTo>
                  <a:pt x="669" y="722"/>
                </a:lnTo>
                <a:lnTo>
                  <a:pt x="670" y="721"/>
                </a:lnTo>
                <a:lnTo>
                  <a:pt x="669" y="721"/>
                </a:lnTo>
                <a:lnTo>
                  <a:pt x="669" y="722"/>
                </a:lnTo>
                <a:lnTo>
                  <a:pt x="668" y="722"/>
                </a:lnTo>
                <a:lnTo>
                  <a:pt x="668" y="723"/>
                </a:lnTo>
                <a:lnTo>
                  <a:pt x="666" y="724"/>
                </a:lnTo>
                <a:lnTo>
                  <a:pt x="666" y="723"/>
                </a:lnTo>
                <a:lnTo>
                  <a:pt x="665" y="723"/>
                </a:lnTo>
                <a:lnTo>
                  <a:pt x="663" y="722"/>
                </a:lnTo>
                <a:lnTo>
                  <a:pt x="662" y="722"/>
                </a:lnTo>
                <a:lnTo>
                  <a:pt x="661" y="721"/>
                </a:lnTo>
                <a:lnTo>
                  <a:pt x="661" y="720"/>
                </a:lnTo>
                <a:lnTo>
                  <a:pt x="659" y="718"/>
                </a:lnTo>
                <a:lnTo>
                  <a:pt x="657" y="717"/>
                </a:lnTo>
                <a:lnTo>
                  <a:pt x="658" y="716"/>
                </a:lnTo>
                <a:lnTo>
                  <a:pt x="657" y="715"/>
                </a:lnTo>
                <a:lnTo>
                  <a:pt x="655" y="713"/>
                </a:lnTo>
                <a:lnTo>
                  <a:pt x="654" y="712"/>
                </a:lnTo>
                <a:lnTo>
                  <a:pt x="652" y="709"/>
                </a:lnTo>
                <a:lnTo>
                  <a:pt x="651" y="708"/>
                </a:lnTo>
                <a:lnTo>
                  <a:pt x="650" y="708"/>
                </a:lnTo>
                <a:lnTo>
                  <a:pt x="648" y="705"/>
                </a:lnTo>
                <a:lnTo>
                  <a:pt x="647" y="704"/>
                </a:lnTo>
                <a:lnTo>
                  <a:pt x="647" y="702"/>
                </a:lnTo>
                <a:lnTo>
                  <a:pt x="647" y="701"/>
                </a:lnTo>
                <a:lnTo>
                  <a:pt x="646" y="699"/>
                </a:lnTo>
                <a:lnTo>
                  <a:pt x="646" y="698"/>
                </a:lnTo>
                <a:lnTo>
                  <a:pt x="646" y="697"/>
                </a:lnTo>
                <a:lnTo>
                  <a:pt x="646" y="695"/>
                </a:lnTo>
                <a:lnTo>
                  <a:pt x="647" y="694"/>
                </a:lnTo>
                <a:lnTo>
                  <a:pt x="647" y="693"/>
                </a:lnTo>
                <a:lnTo>
                  <a:pt x="648" y="690"/>
                </a:lnTo>
                <a:lnTo>
                  <a:pt x="647" y="686"/>
                </a:lnTo>
                <a:lnTo>
                  <a:pt x="647" y="684"/>
                </a:lnTo>
                <a:lnTo>
                  <a:pt x="646" y="681"/>
                </a:lnTo>
                <a:lnTo>
                  <a:pt x="645" y="679"/>
                </a:lnTo>
                <a:lnTo>
                  <a:pt x="644" y="677"/>
                </a:lnTo>
                <a:lnTo>
                  <a:pt x="644" y="675"/>
                </a:lnTo>
                <a:lnTo>
                  <a:pt x="645" y="675"/>
                </a:lnTo>
                <a:lnTo>
                  <a:pt x="646" y="674"/>
                </a:lnTo>
                <a:lnTo>
                  <a:pt x="647" y="673"/>
                </a:lnTo>
                <a:lnTo>
                  <a:pt x="647" y="672"/>
                </a:lnTo>
                <a:lnTo>
                  <a:pt x="648" y="672"/>
                </a:lnTo>
                <a:lnTo>
                  <a:pt x="648" y="671"/>
                </a:lnTo>
                <a:lnTo>
                  <a:pt x="647" y="671"/>
                </a:lnTo>
                <a:lnTo>
                  <a:pt x="646" y="672"/>
                </a:lnTo>
                <a:lnTo>
                  <a:pt x="645" y="673"/>
                </a:lnTo>
                <a:lnTo>
                  <a:pt x="643" y="675"/>
                </a:lnTo>
                <a:lnTo>
                  <a:pt x="643" y="674"/>
                </a:lnTo>
                <a:lnTo>
                  <a:pt x="642" y="673"/>
                </a:lnTo>
                <a:lnTo>
                  <a:pt x="641" y="672"/>
                </a:lnTo>
                <a:lnTo>
                  <a:pt x="641" y="671"/>
                </a:lnTo>
                <a:lnTo>
                  <a:pt x="640" y="671"/>
                </a:lnTo>
                <a:lnTo>
                  <a:pt x="639" y="671"/>
                </a:lnTo>
                <a:lnTo>
                  <a:pt x="640" y="671"/>
                </a:lnTo>
                <a:lnTo>
                  <a:pt x="640" y="672"/>
                </a:lnTo>
                <a:lnTo>
                  <a:pt x="640" y="673"/>
                </a:lnTo>
                <a:lnTo>
                  <a:pt x="640" y="674"/>
                </a:lnTo>
                <a:lnTo>
                  <a:pt x="641" y="675"/>
                </a:lnTo>
                <a:lnTo>
                  <a:pt x="641" y="676"/>
                </a:lnTo>
                <a:lnTo>
                  <a:pt x="640" y="678"/>
                </a:lnTo>
                <a:lnTo>
                  <a:pt x="640" y="679"/>
                </a:lnTo>
                <a:lnTo>
                  <a:pt x="641" y="679"/>
                </a:lnTo>
                <a:lnTo>
                  <a:pt x="641" y="682"/>
                </a:lnTo>
                <a:lnTo>
                  <a:pt x="641" y="683"/>
                </a:lnTo>
                <a:lnTo>
                  <a:pt x="639" y="685"/>
                </a:lnTo>
                <a:lnTo>
                  <a:pt x="641" y="687"/>
                </a:lnTo>
                <a:lnTo>
                  <a:pt x="639" y="690"/>
                </a:lnTo>
                <a:lnTo>
                  <a:pt x="637" y="692"/>
                </a:lnTo>
                <a:lnTo>
                  <a:pt x="637" y="693"/>
                </a:lnTo>
                <a:lnTo>
                  <a:pt x="631" y="689"/>
                </a:lnTo>
                <a:lnTo>
                  <a:pt x="629" y="693"/>
                </a:lnTo>
                <a:lnTo>
                  <a:pt x="629" y="694"/>
                </a:lnTo>
                <a:lnTo>
                  <a:pt x="631" y="696"/>
                </a:lnTo>
                <a:lnTo>
                  <a:pt x="630" y="697"/>
                </a:lnTo>
                <a:lnTo>
                  <a:pt x="630" y="698"/>
                </a:lnTo>
                <a:lnTo>
                  <a:pt x="630" y="699"/>
                </a:lnTo>
                <a:lnTo>
                  <a:pt x="630" y="700"/>
                </a:lnTo>
                <a:lnTo>
                  <a:pt x="630" y="701"/>
                </a:lnTo>
                <a:lnTo>
                  <a:pt x="628" y="701"/>
                </a:lnTo>
                <a:lnTo>
                  <a:pt x="628" y="703"/>
                </a:lnTo>
                <a:lnTo>
                  <a:pt x="630" y="702"/>
                </a:lnTo>
                <a:lnTo>
                  <a:pt x="630" y="711"/>
                </a:lnTo>
                <a:lnTo>
                  <a:pt x="631" y="712"/>
                </a:lnTo>
                <a:lnTo>
                  <a:pt x="631" y="713"/>
                </a:lnTo>
                <a:lnTo>
                  <a:pt x="633" y="716"/>
                </a:lnTo>
                <a:lnTo>
                  <a:pt x="633" y="717"/>
                </a:lnTo>
                <a:lnTo>
                  <a:pt x="633" y="718"/>
                </a:lnTo>
                <a:lnTo>
                  <a:pt x="632" y="718"/>
                </a:lnTo>
                <a:lnTo>
                  <a:pt x="633" y="719"/>
                </a:lnTo>
                <a:lnTo>
                  <a:pt x="633" y="721"/>
                </a:lnTo>
                <a:lnTo>
                  <a:pt x="632" y="721"/>
                </a:lnTo>
                <a:lnTo>
                  <a:pt x="632" y="722"/>
                </a:lnTo>
                <a:lnTo>
                  <a:pt x="632" y="723"/>
                </a:lnTo>
                <a:lnTo>
                  <a:pt x="633" y="724"/>
                </a:lnTo>
                <a:lnTo>
                  <a:pt x="634" y="724"/>
                </a:lnTo>
                <a:lnTo>
                  <a:pt x="634" y="725"/>
                </a:lnTo>
                <a:lnTo>
                  <a:pt x="634" y="727"/>
                </a:lnTo>
                <a:lnTo>
                  <a:pt x="633" y="727"/>
                </a:lnTo>
                <a:lnTo>
                  <a:pt x="633" y="728"/>
                </a:lnTo>
                <a:lnTo>
                  <a:pt x="632" y="729"/>
                </a:lnTo>
                <a:lnTo>
                  <a:pt x="632" y="730"/>
                </a:lnTo>
                <a:lnTo>
                  <a:pt x="631" y="730"/>
                </a:lnTo>
                <a:lnTo>
                  <a:pt x="630" y="730"/>
                </a:lnTo>
                <a:lnTo>
                  <a:pt x="629" y="730"/>
                </a:lnTo>
                <a:lnTo>
                  <a:pt x="628" y="732"/>
                </a:lnTo>
                <a:lnTo>
                  <a:pt x="627" y="734"/>
                </a:lnTo>
                <a:lnTo>
                  <a:pt x="627" y="736"/>
                </a:lnTo>
                <a:lnTo>
                  <a:pt x="627" y="737"/>
                </a:lnTo>
                <a:lnTo>
                  <a:pt x="626" y="738"/>
                </a:lnTo>
                <a:lnTo>
                  <a:pt x="626" y="739"/>
                </a:lnTo>
                <a:lnTo>
                  <a:pt x="625" y="740"/>
                </a:lnTo>
                <a:lnTo>
                  <a:pt x="624" y="740"/>
                </a:lnTo>
                <a:lnTo>
                  <a:pt x="623" y="741"/>
                </a:lnTo>
                <a:lnTo>
                  <a:pt x="622" y="741"/>
                </a:lnTo>
                <a:lnTo>
                  <a:pt x="622" y="742"/>
                </a:lnTo>
                <a:lnTo>
                  <a:pt x="622" y="743"/>
                </a:lnTo>
                <a:lnTo>
                  <a:pt x="621" y="744"/>
                </a:lnTo>
                <a:lnTo>
                  <a:pt x="620" y="744"/>
                </a:lnTo>
                <a:lnTo>
                  <a:pt x="619" y="744"/>
                </a:lnTo>
                <a:lnTo>
                  <a:pt x="618" y="744"/>
                </a:lnTo>
                <a:lnTo>
                  <a:pt x="617" y="745"/>
                </a:lnTo>
                <a:lnTo>
                  <a:pt x="616" y="745"/>
                </a:lnTo>
                <a:lnTo>
                  <a:pt x="616" y="748"/>
                </a:lnTo>
                <a:lnTo>
                  <a:pt x="615" y="748"/>
                </a:lnTo>
                <a:lnTo>
                  <a:pt x="614" y="748"/>
                </a:lnTo>
                <a:lnTo>
                  <a:pt x="612" y="748"/>
                </a:lnTo>
                <a:lnTo>
                  <a:pt x="610" y="748"/>
                </a:lnTo>
                <a:lnTo>
                  <a:pt x="609" y="746"/>
                </a:lnTo>
                <a:lnTo>
                  <a:pt x="609" y="745"/>
                </a:lnTo>
                <a:lnTo>
                  <a:pt x="609" y="744"/>
                </a:lnTo>
                <a:lnTo>
                  <a:pt x="609" y="743"/>
                </a:lnTo>
                <a:lnTo>
                  <a:pt x="608" y="742"/>
                </a:lnTo>
                <a:lnTo>
                  <a:pt x="606" y="741"/>
                </a:lnTo>
                <a:lnTo>
                  <a:pt x="605" y="742"/>
                </a:lnTo>
                <a:lnTo>
                  <a:pt x="604" y="741"/>
                </a:lnTo>
                <a:lnTo>
                  <a:pt x="604" y="739"/>
                </a:lnTo>
                <a:lnTo>
                  <a:pt x="603" y="737"/>
                </a:lnTo>
                <a:lnTo>
                  <a:pt x="602" y="735"/>
                </a:lnTo>
                <a:lnTo>
                  <a:pt x="601" y="735"/>
                </a:lnTo>
                <a:lnTo>
                  <a:pt x="601" y="734"/>
                </a:lnTo>
                <a:lnTo>
                  <a:pt x="601" y="733"/>
                </a:lnTo>
                <a:lnTo>
                  <a:pt x="602" y="733"/>
                </a:lnTo>
                <a:lnTo>
                  <a:pt x="601" y="732"/>
                </a:lnTo>
                <a:lnTo>
                  <a:pt x="600" y="732"/>
                </a:lnTo>
                <a:lnTo>
                  <a:pt x="599" y="731"/>
                </a:lnTo>
                <a:lnTo>
                  <a:pt x="596" y="729"/>
                </a:lnTo>
                <a:lnTo>
                  <a:pt x="595" y="728"/>
                </a:lnTo>
                <a:lnTo>
                  <a:pt x="594" y="727"/>
                </a:lnTo>
                <a:lnTo>
                  <a:pt x="594" y="728"/>
                </a:lnTo>
                <a:lnTo>
                  <a:pt x="595" y="728"/>
                </a:lnTo>
                <a:lnTo>
                  <a:pt x="595" y="729"/>
                </a:lnTo>
                <a:lnTo>
                  <a:pt x="595" y="731"/>
                </a:lnTo>
                <a:lnTo>
                  <a:pt x="593" y="731"/>
                </a:lnTo>
                <a:lnTo>
                  <a:pt x="592" y="731"/>
                </a:lnTo>
                <a:lnTo>
                  <a:pt x="591" y="732"/>
                </a:lnTo>
                <a:lnTo>
                  <a:pt x="590" y="732"/>
                </a:lnTo>
                <a:lnTo>
                  <a:pt x="589" y="732"/>
                </a:lnTo>
                <a:lnTo>
                  <a:pt x="588" y="732"/>
                </a:lnTo>
                <a:lnTo>
                  <a:pt x="587" y="732"/>
                </a:lnTo>
                <a:lnTo>
                  <a:pt x="586" y="733"/>
                </a:lnTo>
                <a:lnTo>
                  <a:pt x="585" y="733"/>
                </a:lnTo>
                <a:lnTo>
                  <a:pt x="584" y="734"/>
                </a:lnTo>
                <a:lnTo>
                  <a:pt x="583" y="735"/>
                </a:lnTo>
                <a:lnTo>
                  <a:pt x="582" y="735"/>
                </a:lnTo>
                <a:lnTo>
                  <a:pt x="581" y="736"/>
                </a:lnTo>
                <a:lnTo>
                  <a:pt x="581" y="737"/>
                </a:lnTo>
                <a:lnTo>
                  <a:pt x="581" y="738"/>
                </a:lnTo>
                <a:lnTo>
                  <a:pt x="580" y="738"/>
                </a:lnTo>
                <a:lnTo>
                  <a:pt x="580" y="739"/>
                </a:lnTo>
                <a:lnTo>
                  <a:pt x="580" y="740"/>
                </a:lnTo>
                <a:lnTo>
                  <a:pt x="580" y="741"/>
                </a:lnTo>
                <a:lnTo>
                  <a:pt x="581" y="741"/>
                </a:lnTo>
                <a:lnTo>
                  <a:pt x="581" y="742"/>
                </a:lnTo>
                <a:lnTo>
                  <a:pt x="580" y="744"/>
                </a:lnTo>
                <a:lnTo>
                  <a:pt x="579" y="744"/>
                </a:lnTo>
                <a:lnTo>
                  <a:pt x="578" y="743"/>
                </a:lnTo>
                <a:lnTo>
                  <a:pt x="577" y="743"/>
                </a:lnTo>
                <a:lnTo>
                  <a:pt x="576" y="744"/>
                </a:lnTo>
                <a:lnTo>
                  <a:pt x="575" y="745"/>
                </a:lnTo>
                <a:lnTo>
                  <a:pt x="574" y="743"/>
                </a:lnTo>
                <a:lnTo>
                  <a:pt x="574" y="744"/>
                </a:lnTo>
                <a:lnTo>
                  <a:pt x="573" y="745"/>
                </a:lnTo>
                <a:lnTo>
                  <a:pt x="572" y="746"/>
                </a:lnTo>
                <a:lnTo>
                  <a:pt x="572" y="747"/>
                </a:lnTo>
                <a:lnTo>
                  <a:pt x="571" y="749"/>
                </a:lnTo>
                <a:lnTo>
                  <a:pt x="571" y="750"/>
                </a:lnTo>
                <a:lnTo>
                  <a:pt x="570" y="752"/>
                </a:lnTo>
                <a:lnTo>
                  <a:pt x="569" y="752"/>
                </a:lnTo>
                <a:lnTo>
                  <a:pt x="568" y="752"/>
                </a:lnTo>
                <a:lnTo>
                  <a:pt x="568" y="753"/>
                </a:lnTo>
                <a:lnTo>
                  <a:pt x="567" y="753"/>
                </a:lnTo>
                <a:lnTo>
                  <a:pt x="566" y="755"/>
                </a:lnTo>
                <a:lnTo>
                  <a:pt x="565" y="755"/>
                </a:lnTo>
                <a:lnTo>
                  <a:pt x="565" y="757"/>
                </a:lnTo>
                <a:lnTo>
                  <a:pt x="564" y="758"/>
                </a:lnTo>
                <a:lnTo>
                  <a:pt x="563" y="759"/>
                </a:lnTo>
                <a:lnTo>
                  <a:pt x="563" y="760"/>
                </a:lnTo>
                <a:lnTo>
                  <a:pt x="563" y="761"/>
                </a:lnTo>
                <a:lnTo>
                  <a:pt x="563" y="763"/>
                </a:lnTo>
                <a:lnTo>
                  <a:pt x="563" y="766"/>
                </a:lnTo>
                <a:lnTo>
                  <a:pt x="562" y="766"/>
                </a:lnTo>
                <a:lnTo>
                  <a:pt x="561" y="765"/>
                </a:lnTo>
                <a:lnTo>
                  <a:pt x="560" y="765"/>
                </a:lnTo>
                <a:lnTo>
                  <a:pt x="559" y="765"/>
                </a:lnTo>
                <a:lnTo>
                  <a:pt x="558" y="766"/>
                </a:lnTo>
                <a:lnTo>
                  <a:pt x="559" y="767"/>
                </a:lnTo>
                <a:lnTo>
                  <a:pt x="560" y="767"/>
                </a:lnTo>
                <a:lnTo>
                  <a:pt x="560" y="768"/>
                </a:lnTo>
                <a:lnTo>
                  <a:pt x="559" y="769"/>
                </a:lnTo>
                <a:lnTo>
                  <a:pt x="558" y="769"/>
                </a:lnTo>
                <a:lnTo>
                  <a:pt x="558" y="768"/>
                </a:lnTo>
                <a:lnTo>
                  <a:pt x="557" y="769"/>
                </a:lnTo>
                <a:lnTo>
                  <a:pt x="557" y="770"/>
                </a:lnTo>
                <a:lnTo>
                  <a:pt x="556" y="770"/>
                </a:lnTo>
                <a:lnTo>
                  <a:pt x="555" y="770"/>
                </a:lnTo>
                <a:lnTo>
                  <a:pt x="554" y="771"/>
                </a:lnTo>
                <a:lnTo>
                  <a:pt x="553" y="772"/>
                </a:lnTo>
                <a:lnTo>
                  <a:pt x="550" y="772"/>
                </a:lnTo>
                <a:lnTo>
                  <a:pt x="549" y="772"/>
                </a:lnTo>
                <a:lnTo>
                  <a:pt x="549" y="773"/>
                </a:lnTo>
                <a:lnTo>
                  <a:pt x="548" y="773"/>
                </a:lnTo>
                <a:lnTo>
                  <a:pt x="546" y="772"/>
                </a:lnTo>
                <a:lnTo>
                  <a:pt x="545" y="772"/>
                </a:lnTo>
                <a:lnTo>
                  <a:pt x="544" y="771"/>
                </a:lnTo>
                <a:lnTo>
                  <a:pt x="543" y="770"/>
                </a:lnTo>
                <a:lnTo>
                  <a:pt x="544" y="769"/>
                </a:lnTo>
                <a:lnTo>
                  <a:pt x="543" y="769"/>
                </a:lnTo>
                <a:lnTo>
                  <a:pt x="542" y="769"/>
                </a:lnTo>
                <a:lnTo>
                  <a:pt x="541" y="770"/>
                </a:lnTo>
                <a:lnTo>
                  <a:pt x="538" y="769"/>
                </a:lnTo>
                <a:lnTo>
                  <a:pt x="537" y="769"/>
                </a:lnTo>
                <a:lnTo>
                  <a:pt x="536" y="768"/>
                </a:lnTo>
                <a:lnTo>
                  <a:pt x="535" y="767"/>
                </a:lnTo>
                <a:lnTo>
                  <a:pt x="534" y="767"/>
                </a:lnTo>
                <a:lnTo>
                  <a:pt x="533" y="767"/>
                </a:lnTo>
                <a:lnTo>
                  <a:pt x="532" y="766"/>
                </a:lnTo>
                <a:lnTo>
                  <a:pt x="531" y="765"/>
                </a:lnTo>
                <a:lnTo>
                  <a:pt x="530" y="765"/>
                </a:lnTo>
                <a:lnTo>
                  <a:pt x="529" y="765"/>
                </a:lnTo>
                <a:lnTo>
                  <a:pt x="529" y="764"/>
                </a:lnTo>
                <a:lnTo>
                  <a:pt x="528" y="764"/>
                </a:lnTo>
                <a:lnTo>
                  <a:pt x="527" y="764"/>
                </a:lnTo>
                <a:lnTo>
                  <a:pt x="526" y="764"/>
                </a:lnTo>
                <a:lnTo>
                  <a:pt x="525" y="764"/>
                </a:lnTo>
                <a:lnTo>
                  <a:pt x="524" y="764"/>
                </a:lnTo>
                <a:lnTo>
                  <a:pt x="523" y="764"/>
                </a:lnTo>
                <a:lnTo>
                  <a:pt x="522" y="763"/>
                </a:lnTo>
                <a:lnTo>
                  <a:pt x="521" y="762"/>
                </a:lnTo>
                <a:lnTo>
                  <a:pt x="521" y="761"/>
                </a:lnTo>
                <a:lnTo>
                  <a:pt x="520" y="761"/>
                </a:lnTo>
                <a:lnTo>
                  <a:pt x="520" y="759"/>
                </a:lnTo>
                <a:lnTo>
                  <a:pt x="519" y="758"/>
                </a:lnTo>
                <a:lnTo>
                  <a:pt x="519" y="757"/>
                </a:lnTo>
                <a:lnTo>
                  <a:pt x="519" y="756"/>
                </a:lnTo>
                <a:lnTo>
                  <a:pt x="519" y="755"/>
                </a:lnTo>
                <a:lnTo>
                  <a:pt x="519" y="754"/>
                </a:lnTo>
                <a:lnTo>
                  <a:pt x="518" y="753"/>
                </a:lnTo>
                <a:lnTo>
                  <a:pt x="519" y="753"/>
                </a:lnTo>
                <a:lnTo>
                  <a:pt x="519" y="752"/>
                </a:lnTo>
                <a:lnTo>
                  <a:pt x="518" y="749"/>
                </a:lnTo>
                <a:lnTo>
                  <a:pt x="518" y="748"/>
                </a:lnTo>
                <a:lnTo>
                  <a:pt x="518" y="746"/>
                </a:lnTo>
                <a:lnTo>
                  <a:pt x="518" y="744"/>
                </a:lnTo>
                <a:lnTo>
                  <a:pt x="518" y="743"/>
                </a:lnTo>
                <a:lnTo>
                  <a:pt x="519" y="743"/>
                </a:lnTo>
                <a:lnTo>
                  <a:pt x="519" y="742"/>
                </a:lnTo>
                <a:lnTo>
                  <a:pt x="520" y="741"/>
                </a:lnTo>
                <a:lnTo>
                  <a:pt x="521" y="740"/>
                </a:lnTo>
                <a:lnTo>
                  <a:pt x="522" y="740"/>
                </a:lnTo>
                <a:lnTo>
                  <a:pt x="523" y="740"/>
                </a:lnTo>
                <a:lnTo>
                  <a:pt x="523" y="739"/>
                </a:lnTo>
                <a:lnTo>
                  <a:pt x="524" y="739"/>
                </a:lnTo>
                <a:lnTo>
                  <a:pt x="525" y="739"/>
                </a:lnTo>
                <a:lnTo>
                  <a:pt x="526" y="739"/>
                </a:lnTo>
                <a:lnTo>
                  <a:pt x="528" y="738"/>
                </a:lnTo>
                <a:lnTo>
                  <a:pt x="529" y="738"/>
                </a:lnTo>
                <a:lnTo>
                  <a:pt x="529" y="737"/>
                </a:lnTo>
                <a:lnTo>
                  <a:pt x="531" y="737"/>
                </a:lnTo>
                <a:lnTo>
                  <a:pt x="532" y="737"/>
                </a:lnTo>
                <a:lnTo>
                  <a:pt x="533" y="737"/>
                </a:lnTo>
                <a:lnTo>
                  <a:pt x="534" y="737"/>
                </a:lnTo>
                <a:lnTo>
                  <a:pt x="534" y="736"/>
                </a:lnTo>
                <a:lnTo>
                  <a:pt x="534" y="735"/>
                </a:lnTo>
                <a:lnTo>
                  <a:pt x="534" y="734"/>
                </a:lnTo>
                <a:lnTo>
                  <a:pt x="534" y="735"/>
                </a:lnTo>
                <a:lnTo>
                  <a:pt x="534" y="736"/>
                </a:lnTo>
                <a:lnTo>
                  <a:pt x="533" y="736"/>
                </a:lnTo>
                <a:lnTo>
                  <a:pt x="531" y="736"/>
                </a:lnTo>
                <a:lnTo>
                  <a:pt x="530" y="735"/>
                </a:lnTo>
                <a:lnTo>
                  <a:pt x="529" y="735"/>
                </a:lnTo>
                <a:lnTo>
                  <a:pt x="528" y="735"/>
                </a:lnTo>
                <a:lnTo>
                  <a:pt x="526" y="735"/>
                </a:lnTo>
                <a:lnTo>
                  <a:pt x="525" y="735"/>
                </a:lnTo>
                <a:lnTo>
                  <a:pt x="524" y="736"/>
                </a:lnTo>
                <a:lnTo>
                  <a:pt x="525" y="737"/>
                </a:lnTo>
                <a:lnTo>
                  <a:pt x="524" y="737"/>
                </a:lnTo>
                <a:lnTo>
                  <a:pt x="523" y="739"/>
                </a:lnTo>
                <a:lnTo>
                  <a:pt x="522" y="739"/>
                </a:lnTo>
                <a:lnTo>
                  <a:pt x="521" y="740"/>
                </a:lnTo>
                <a:lnTo>
                  <a:pt x="520" y="740"/>
                </a:lnTo>
                <a:lnTo>
                  <a:pt x="519" y="741"/>
                </a:lnTo>
                <a:lnTo>
                  <a:pt x="518" y="742"/>
                </a:lnTo>
                <a:lnTo>
                  <a:pt x="517" y="742"/>
                </a:lnTo>
                <a:lnTo>
                  <a:pt x="517" y="744"/>
                </a:lnTo>
                <a:lnTo>
                  <a:pt x="517" y="745"/>
                </a:lnTo>
                <a:lnTo>
                  <a:pt x="517" y="744"/>
                </a:lnTo>
                <a:lnTo>
                  <a:pt x="516" y="744"/>
                </a:lnTo>
                <a:lnTo>
                  <a:pt x="516" y="745"/>
                </a:lnTo>
                <a:lnTo>
                  <a:pt x="516" y="744"/>
                </a:lnTo>
                <a:lnTo>
                  <a:pt x="515" y="743"/>
                </a:lnTo>
                <a:lnTo>
                  <a:pt x="515" y="742"/>
                </a:lnTo>
                <a:lnTo>
                  <a:pt x="515" y="741"/>
                </a:lnTo>
                <a:lnTo>
                  <a:pt x="514" y="741"/>
                </a:lnTo>
                <a:lnTo>
                  <a:pt x="514" y="740"/>
                </a:lnTo>
                <a:lnTo>
                  <a:pt x="514" y="739"/>
                </a:lnTo>
                <a:lnTo>
                  <a:pt x="513" y="738"/>
                </a:lnTo>
                <a:lnTo>
                  <a:pt x="512" y="737"/>
                </a:lnTo>
                <a:lnTo>
                  <a:pt x="512" y="736"/>
                </a:lnTo>
                <a:lnTo>
                  <a:pt x="512" y="735"/>
                </a:lnTo>
                <a:lnTo>
                  <a:pt x="510" y="734"/>
                </a:lnTo>
                <a:lnTo>
                  <a:pt x="510" y="733"/>
                </a:lnTo>
                <a:lnTo>
                  <a:pt x="510" y="732"/>
                </a:lnTo>
                <a:lnTo>
                  <a:pt x="510" y="731"/>
                </a:lnTo>
                <a:lnTo>
                  <a:pt x="510" y="730"/>
                </a:lnTo>
                <a:lnTo>
                  <a:pt x="509" y="729"/>
                </a:lnTo>
                <a:lnTo>
                  <a:pt x="508" y="729"/>
                </a:lnTo>
                <a:lnTo>
                  <a:pt x="508" y="728"/>
                </a:lnTo>
                <a:lnTo>
                  <a:pt x="508" y="727"/>
                </a:lnTo>
                <a:lnTo>
                  <a:pt x="508" y="726"/>
                </a:lnTo>
                <a:lnTo>
                  <a:pt x="509" y="726"/>
                </a:lnTo>
                <a:lnTo>
                  <a:pt x="509" y="725"/>
                </a:lnTo>
                <a:lnTo>
                  <a:pt x="510" y="724"/>
                </a:lnTo>
                <a:lnTo>
                  <a:pt x="510" y="723"/>
                </a:lnTo>
                <a:lnTo>
                  <a:pt x="509" y="723"/>
                </a:lnTo>
                <a:lnTo>
                  <a:pt x="509" y="722"/>
                </a:lnTo>
                <a:lnTo>
                  <a:pt x="510" y="722"/>
                </a:lnTo>
                <a:lnTo>
                  <a:pt x="512" y="721"/>
                </a:lnTo>
                <a:lnTo>
                  <a:pt x="512" y="720"/>
                </a:lnTo>
                <a:lnTo>
                  <a:pt x="512" y="719"/>
                </a:lnTo>
                <a:lnTo>
                  <a:pt x="512" y="718"/>
                </a:lnTo>
                <a:lnTo>
                  <a:pt x="512" y="716"/>
                </a:lnTo>
                <a:lnTo>
                  <a:pt x="512" y="715"/>
                </a:lnTo>
                <a:lnTo>
                  <a:pt x="511" y="715"/>
                </a:lnTo>
                <a:lnTo>
                  <a:pt x="511" y="714"/>
                </a:lnTo>
                <a:lnTo>
                  <a:pt x="512" y="714"/>
                </a:lnTo>
                <a:lnTo>
                  <a:pt x="512" y="713"/>
                </a:lnTo>
                <a:lnTo>
                  <a:pt x="511" y="714"/>
                </a:lnTo>
                <a:lnTo>
                  <a:pt x="511" y="715"/>
                </a:lnTo>
                <a:lnTo>
                  <a:pt x="512" y="715"/>
                </a:lnTo>
                <a:lnTo>
                  <a:pt x="511" y="716"/>
                </a:lnTo>
                <a:lnTo>
                  <a:pt x="511" y="717"/>
                </a:lnTo>
                <a:lnTo>
                  <a:pt x="512" y="717"/>
                </a:lnTo>
                <a:lnTo>
                  <a:pt x="512" y="718"/>
                </a:lnTo>
                <a:lnTo>
                  <a:pt x="511" y="718"/>
                </a:lnTo>
                <a:lnTo>
                  <a:pt x="511" y="719"/>
                </a:lnTo>
                <a:lnTo>
                  <a:pt x="510" y="719"/>
                </a:lnTo>
                <a:lnTo>
                  <a:pt x="510" y="720"/>
                </a:lnTo>
                <a:lnTo>
                  <a:pt x="509" y="720"/>
                </a:lnTo>
                <a:lnTo>
                  <a:pt x="508" y="721"/>
                </a:lnTo>
                <a:lnTo>
                  <a:pt x="508" y="722"/>
                </a:lnTo>
                <a:lnTo>
                  <a:pt x="508" y="723"/>
                </a:lnTo>
                <a:lnTo>
                  <a:pt x="508" y="724"/>
                </a:lnTo>
                <a:lnTo>
                  <a:pt x="507" y="724"/>
                </a:lnTo>
                <a:lnTo>
                  <a:pt x="507" y="725"/>
                </a:lnTo>
                <a:lnTo>
                  <a:pt x="506" y="725"/>
                </a:lnTo>
                <a:lnTo>
                  <a:pt x="506" y="726"/>
                </a:lnTo>
                <a:lnTo>
                  <a:pt x="507" y="726"/>
                </a:lnTo>
                <a:lnTo>
                  <a:pt x="507" y="727"/>
                </a:lnTo>
                <a:lnTo>
                  <a:pt x="507" y="729"/>
                </a:lnTo>
                <a:lnTo>
                  <a:pt x="507" y="730"/>
                </a:lnTo>
                <a:lnTo>
                  <a:pt x="508" y="730"/>
                </a:lnTo>
                <a:lnTo>
                  <a:pt x="509" y="731"/>
                </a:lnTo>
                <a:lnTo>
                  <a:pt x="509" y="732"/>
                </a:lnTo>
                <a:lnTo>
                  <a:pt x="509" y="734"/>
                </a:lnTo>
                <a:lnTo>
                  <a:pt x="510" y="734"/>
                </a:lnTo>
                <a:lnTo>
                  <a:pt x="510" y="735"/>
                </a:lnTo>
                <a:lnTo>
                  <a:pt x="510" y="736"/>
                </a:lnTo>
                <a:lnTo>
                  <a:pt x="511" y="737"/>
                </a:lnTo>
                <a:lnTo>
                  <a:pt x="511" y="738"/>
                </a:lnTo>
                <a:lnTo>
                  <a:pt x="511" y="739"/>
                </a:lnTo>
                <a:lnTo>
                  <a:pt x="511" y="740"/>
                </a:lnTo>
                <a:lnTo>
                  <a:pt x="512" y="741"/>
                </a:lnTo>
                <a:lnTo>
                  <a:pt x="513" y="742"/>
                </a:lnTo>
                <a:lnTo>
                  <a:pt x="513" y="743"/>
                </a:lnTo>
                <a:lnTo>
                  <a:pt x="514" y="744"/>
                </a:lnTo>
                <a:lnTo>
                  <a:pt x="514" y="745"/>
                </a:lnTo>
                <a:lnTo>
                  <a:pt x="513" y="745"/>
                </a:lnTo>
                <a:lnTo>
                  <a:pt x="514" y="745"/>
                </a:lnTo>
                <a:lnTo>
                  <a:pt x="514" y="746"/>
                </a:lnTo>
                <a:lnTo>
                  <a:pt x="514" y="747"/>
                </a:lnTo>
                <a:lnTo>
                  <a:pt x="515" y="747"/>
                </a:lnTo>
                <a:lnTo>
                  <a:pt x="515" y="748"/>
                </a:lnTo>
                <a:lnTo>
                  <a:pt x="515" y="749"/>
                </a:lnTo>
                <a:lnTo>
                  <a:pt x="515" y="750"/>
                </a:lnTo>
                <a:lnTo>
                  <a:pt x="516" y="751"/>
                </a:lnTo>
                <a:lnTo>
                  <a:pt x="516" y="753"/>
                </a:lnTo>
                <a:lnTo>
                  <a:pt x="516" y="754"/>
                </a:lnTo>
                <a:lnTo>
                  <a:pt x="516" y="755"/>
                </a:lnTo>
                <a:lnTo>
                  <a:pt x="516" y="756"/>
                </a:lnTo>
                <a:lnTo>
                  <a:pt x="516" y="757"/>
                </a:lnTo>
                <a:lnTo>
                  <a:pt x="516" y="758"/>
                </a:lnTo>
                <a:lnTo>
                  <a:pt x="517" y="759"/>
                </a:lnTo>
                <a:lnTo>
                  <a:pt x="517" y="760"/>
                </a:lnTo>
                <a:lnTo>
                  <a:pt x="518" y="760"/>
                </a:lnTo>
                <a:lnTo>
                  <a:pt x="518" y="762"/>
                </a:lnTo>
                <a:lnTo>
                  <a:pt x="518" y="763"/>
                </a:lnTo>
                <a:lnTo>
                  <a:pt x="518" y="766"/>
                </a:lnTo>
                <a:lnTo>
                  <a:pt x="518" y="767"/>
                </a:lnTo>
                <a:lnTo>
                  <a:pt x="519" y="767"/>
                </a:lnTo>
                <a:lnTo>
                  <a:pt x="519" y="768"/>
                </a:lnTo>
                <a:lnTo>
                  <a:pt x="518" y="769"/>
                </a:lnTo>
                <a:lnTo>
                  <a:pt x="518" y="770"/>
                </a:lnTo>
                <a:lnTo>
                  <a:pt x="519" y="770"/>
                </a:lnTo>
                <a:lnTo>
                  <a:pt x="519" y="771"/>
                </a:lnTo>
                <a:lnTo>
                  <a:pt x="520" y="771"/>
                </a:lnTo>
                <a:lnTo>
                  <a:pt x="519" y="771"/>
                </a:lnTo>
                <a:lnTo>
                  <a:pt x="519" y="772"/>
                </a:lnTo>
                <a:lnTo>
                  <a:pt x="518" y="773"/>
                </a:lnTo>
                <a:lnTo>
                  <a:pt x="518" y="774"/>
                </a:lnTo>
                <a:lnTo>
                  <a:pt x="518" y="775"/>
                </a:lnTo>
                <a:lnTo>
                  <a:pt x="518" y="777"/>
                </a:lnTo>
                <a:lnTo>
                  <a:pt x="518" y="778"/>
                </a:lnTo>
                <a:lnTo>
                  <a:pt x="518" y="779"/>
                </a:lnTo>
                <a:lnTo>
                  <a:pt x="517" y="779"/>
                </a:lnTo>
                <a:lnTo>
                  <a:pt x="516" y="780"/>
                </a:lnTo>
                <a:lnTo>
                  <a:pt x="515" y="780"/>
                </a:lnTo>
                <a:lnTo>
                  <a:pt x="513" y="781"/>
                </a:lnTo>
                <a:lnTo>
                  <a:pt x="512" y="781"/>
                </a:lnTo>
                <a:lnTo>
                  <a:pt x="510" y="781"/>
                </a:lnTo>
                <a:lnTo>
                  <a:pt x="509" y="782"/>
                </a:lnTo>
                <a:lnTo>
                  <a:pt x="508" y="782"/>
                </a:lnTo>
                <a:lnTo>
                  <a:pt x="508" y="783"/>
                </a:lnTo>
                <a:lnTo>
                  <a:pt x="507" y="783"/>
                </a:lnTo>
                <a:lnTo>
                  <a:pt x="507" y="784"/>
                </a:lnTo>
                <a:lnTo>
                  <a:pt x="508" y="784"/>
                </a:lnTo>
                <a:lnTo>
                  <a:pt x="507" y="785"/>
                </a:lnTo>
                <a:lnTo>
                  <a:pt x="506" y="784"/>
                </a:lnTo>
                <a:lnTo>
                  <a:pt x="505" y="784"/>
                </a:lnTo>
                <a:lnTo>
                  <a:pt x="504" y="784"/>
                </a:lnTo>
                <a:lnTo>
                  <a:pt x="503" y="784"/>
                </a:lnTo>
                <a:lnTo>
                  <a:pt x="503" y="785"/>
                </a:lnTo>
                <a:lnTo>
                  <a:pt x="502" y="785"/>
                </a:lnTo>
                <a:lnTo>
                  <a:pt x="501" y="785"/>
                </a:lnTo>
                <a:lnTo>
                  <a:pt x="501" y="786"/>
                </a:lnTo>
                <a:lnTo>
                  <a:pt x="501" y="787"/>
                </a:lnTo>
                <a:lnTo>
                  <a:pt x="500" y="787"/>
                </a:lnTo>
                <a:lnTo>
                  <a:pt x="499" y="786"/>
                </a:lnTo>
                <a:lnTo>
                  <a:pt x="498" y="787"/>
                </a:lnTo>
                <a:lnTo>
                  <a:pt x="497" y="787"/>
                </a:lnTo>
                <a:lnTo>
                  <a:pt x="496" y="787"/>
                </a:lnTo>
                <a:lnTo>
                  <a:pt x="495" y="787"/>
                </a:lnTo>
                <a:lnTo>
                  <a:pt x="492" y="788"/>
                </a:lnTo>
                <a:lnTo>
                  <a:pt x="491" y="788"/>
                </a:lnTo>
                <a:lnTo>
                  <a:pt x="490" y="788"/>
                </a:lnTo>
                <a:lnTo>
                  <a:pt x="489" y="788"/>
                </a:lnTo>
                <a:lnTo>
                  <a:pt x="488" y="787"/>
                </a:lnTo>
                <a:lnTo>
                  <a:pt x="487" y="787"/>
                </a:lnTo>
                <a:lnTo>
                  <a:pt x="486" y="787"/>
                </a:lnTo>
                <a:lnTo>
                  <a:pt x="487" y="787"/>
                </a:lnTo>
                <a:lnTo>
                  <a:pt x="487" y="786"/>
                </a:lnTo>
                <a:lnTo>
                  <a:pt x="488" y="786"/>
                </a:lnTo>
                <a:lnTo>
                  <a:pt x="487" y="786"/>
                </a:lnTo>
                <a:lnTo>
                  <a:pt x="487" y="785"/>
                </a:lnTo>
                <a:lnTo>
                  <a:pt x="487" y="784"/>
                </a:lnTo>
                <a:lnTo>
                  <a:pt x="487" y="783"/>
                </a:lnTo>
                <a:lnTo>
                  <a:pt x="486" y="783"/>
                </a:lnTo>
                <a:lnTo>
                  <a:pt x="486" y="782"/>
                </a:lnTo>
                <a:lnTo>
                  <a:pt x="485" y="781"/>
                </a:lnTo>
                <a:lnTo>
                  <a:pt x="484" y="781"/>
                </a:lnTo>
                <a:lnTo>
                  <a:pt x="483" y="781"/>
                </a:lnTo>
                <a:lnTo>
                  <a:pt x="483" y="782"/>
                </a:lnTo>
                <a:lnTo>
                  <a:pt x="481" y="783"/>
                </a:lnTo>
                <a:lnTo>
                  <a:pt x="481" y="782"/>
                </a:lnTo>
                <a:lnTo>
                  <a:pt x="481" y="781"/>
                </a:lnTo>
                <a:lnTo>
                  <a:pt x="480" y="780"/>
                </a:lnTo>
                <a:lnTo>
                  <a:pt x="479" y="780"/>
                </a:lnTo>
                <a:lnTo>
                  <a:pt x="478" y="780"/>
                </a:lnTo>
                <a:lnTo>
                  <a:pt x="477" y="779"/>
                </a:lnTo>
                <a:lnTo>
                  <a:pt x="477" y="778"/>
                </a:lnTo>
                <a:lnTo>
                  <a:pt x="477" y="777"/>
                </a:lnTo>
                <a:lnTo>
                  <a:pt x="478" y="776"/>
                </a:lnTo>
                <a:lnTo>
                  <a:pt x="478" y="775"/>
                </a:lnTo>
                <a:lnTo>
                  <a:pt x="477" y="774"/>
                </a:lnTo>
                <a:lnTo>
                  <a:pt x="477" y="773"/>
                </a:lnTo>
                <a:lnTo>
                  <a:pt x="478" y="772"/>
                </a:lnTo>
                <a:lnTo>
                  <a:pt x="478" y="771"/>
                </a:lnTo>
                <a:lnTo>
                  <a:pt x="477" y="771"/>
                </a:lnTo>
                <a:lnTo>
                  <a:pt x="476" y="770"/>
                </a:lnTo>
                <a:lnTo>
                  <a:pt x="475" y="769"/>
                </a:lnTo>
                <a:lnTo>
                  <a:pt x="474" y="769"/>
                </a:lnTo>
                <a:lnTo>
                  <a:pt x="473" y="768"/>
                </a:lnTo>
                <a:lnTo>
                  <a:pt x="471" y="768"/>
                </a:lnTo>
                <a:lnTo>
                  <a:pt x="469" y="769"/>
                </a:lnTo>
                <a:lnTo>
                  <a:pt x="467" y="769"/>
                </a:lnTo>
                <a:lnTo>
                  <a:pt x="465" y="769"/>
                </a:lnTo>
                <a:lnTo>
                  <a:pt x="462" y="770"/>
                </a:lnTo>
                <a:lnTo>
                  <a:pt x="460" y="771"/>
                </a:lnTo>
                <a:lnTo>
                  <a:pt x="458" y="772"/>
                </a:lnTo>
                <a:lnTo>
                  <a:pt x="458" y="773"/>
                </a:lnTo>
                <a:lnTo>
                  <a:pt x="457" y="773"/>
                </a:lnTo>
                <a:lnTo>
                  <a:pt x="455" y="774"/>
                </a:lnTo>
                <a:lnTo>
                  <a:pt x="454" y="774"/>
                </a:lnTo>
                <a:lnTo>
                  <a:pt x="453" y="774"/>
                </a:lnTo>
                <a:lnTo>
                  <a:pt x="452" y="774"/>
                </a:lnTo>
                <a:lnTo>
                  <a:pt x="448" y="774"/>
                </a:lnTo>
                <a:lnTo>
                  <a:pt x="447" y="774"/>
                </a:lnTo>
                <a:lnTo>
                  <a:pt x="446" y="774"/>
                </a:lnTo>
                <a:lnTo>
                  <a:pt x="446" y="773"/>
                </a:lnTo>
                <a:lnTo>
                  <a:pt x="445" y="773"/>
                </a:lnTo>
                <a:lnTo>
                  <a:pt x="444" y="773"/>
                </a:lnTo>
                <a:lnTo>
                  <a:pt x="443" y="774"/>
                </a:lnTo>
                <a:lnTo>
                  <a:pt x="444" y="774"/>
                </a:lnTo>
                <a:lnTo>
                  <a:pt x="446" y="775"/>
                </a:lnTo>
                <a:lnTo>
                  <a:pt x="447" y="775"/>
                </a:lnTo>
                <a:lnTo>
                  <a:pt x="448" y="776"/>
                </a:lnTo>
                <a:lnTo>
                  <a:pt x="449" y="776"/>
                </a:lnTo>
                <a:lnTo>
                  <a:pt x="450" y="776"/>
                </a:lnTo>
                <a:lnTo>
                  <a:pt x="448" y="777"/>
                </a:lnTo>
                <a:lnTo>
                  <a:pt x="447" y="777"/>
                </a:lnTo>
                <a:lnTo>
                  <a:pt x="446" y="778"/>
                </a:lnTo>
                <a:lnTo>
                  <a:pt x="445" y="778"/>
                </a:lnTo>
                <a:lnTo>
                  <a:pt x="444" y="779"/>
                </a:lnTo>
                <a:lnTo>
                  <a:pt x="443" y="779"/>
                </a:lnTo>
                <a:lnTo>
                  <a:pt x="442" y="779"/>
                </a:lnTo>
                <a:lnTo>
                  <a:pt x="441" y="780"/>
                </a:lnTo>
                <a:lnTo>
                  <a:pt x="440" y="781"/>
                </a:lnTo>
                <a:lnTo>
                  <a:pt x="439" y="781"/>
                </a:lnTo>
                <a:lnTo>
                  <a:pt x="438" y="782"/>
                </a:lnTo>
                <a:lnTo>
                  <a:pt x="437" y="783"/>
                </a:lnTo>
                <a:lnTo>
                  <a:pt x="436" y="784"/>
                </a:lnTo>
                <a:lnTo>
                  <a:pt x="434" y="785"/>
                </a:lnTo>
                <a:lnTo>
                  <a:pt x="433" y="787"/>
                </a:lnTo>
                <a:lnTo>
                  <a:pt x="432" y="787"/>
                </a:lnTo>
                <a:lnTo>
                  <a:pt x="432" y="786"/>
                </a:lnTo>
                <a:lnTo>
                  <a:pt x="433" y="785"/>
                </a:lnTo>
                <a:lnTo>
                  <a:pt x="433" y="784"/>
                </a:lnTo>
                <a:lnTo>
                  <a:pt x="434" y="784"/>
                </a:lnTo>
                <a:lnTo>
                  <a:pt x="435" y="784"/>
                </a:lnTo>
                <a:lnTo>
                  <a:pt x="435" y="783"/>
                </a:lnTo>
                <a:lnTo>
                  <a:pt x="434" y="783"/>
                </a:lnTo>
                <a:lnTo>
                  <a:pt x="433" y="784"/>
                </a:lnTo>
                <a:lnTo>
                  <a:pt x="432" y="784"/>
                </a:lnTo>
                <a:lnTo>
                  <a:pt x="432" y="785"/>
                </a:lnTo>
                <a:lnTo>
                  <a:pt x="431" y="786"/>
                </a:lnTo>
                <a:lnTo>
                  <a:pt x="431" y="787"/>
                </a:lnTo>
                <a:lnTo>
                  <a:pt x="430" y="787"/>
                </a:lnTo>
                <a:lnTo>
                  <a:pt x="430" y="788"/>
                </a:lnTo>
                <a:lnTo>
                  <a:pt x="429" y="789"/>
                </a:lnTo>
                <a:lnTo>
                  <a:pt x="429" y="788"/>
                </a:lnTo>
                <a:lnTo>
                  <a:pt x="430" y="788"/>
                </a:lnTo>
                <a:lnTo>
                  <a:pt x="429" y="788"/>
                </a:lnTo>
                <a:lnTo>
                  <a:pt x="428" y="788"/>
                </a:lnTo>
                <a:lnTo>
                  <a:pt x="427" y="789"/>
                </a:lnTo>
                <a:lnTo>
                  <a:pt x="427" y="790"/>
                </a:lnTo>
                <a:lnTo>
                  <a:pt x="426" y="791"/>
                </a:lnTo>
                <a:lnTo>
                  <a:pt x="426" y="792"/>
                </a:lnTo>
                <a:lnTo>
                  <a:pt x="425" y="792"/>
                </a:lnTo>
                <a:lnTo>
                  <a:pt x="424" y="792"/>
                </a:lnTo>
                <a:lnTo>
                  <a:pt x="423" y="793"/>
                </a:lnTo>
                <a:lnTo>
                  <a:pt x="422" y="793"/>
                </a:lnTo>
                <a:lnTo>
                  <a:pt x="422" y="794"/>
                </a:lnTo>
                <a:lnTo>
                  <a:pt x="421" y="794"/>
                </a:lnTo>
                <a:lnTo>
                  <a:pt x="421" y="795"/>
                </a:lnTo>
                <a:lnTo>
                  <a:pt x="420" y="795"/>
                </a:lnTo>
                <a:lnTo>
                  <a:pt x="419" y="796"/>
                </a:lnTo>
                <a:lnTo>
                  <a:pt x="418" y="796"/>
                </a:lnTo>
                <a:lnTo>
                  <a:pt x="417" y="797"/>
                </a:lnTo>
                <a:lnTo>
                  <a:pt x="416" y="797"/>
                </a:lnTo>
                <a:lnTo>
                  <a:pt x="415" y="797"/>
                </a:lnTo>
                <a:lnTo>
                  <a:pt x="414" y="798"/>
                </a:lnTo>
                <a:lnTo>
                  <a:pt x="413" y="798"/>
                </a:lnTo>
                <a:lnTo>
                  <a:pt x="411" y="797"/>
                </a:lnTo>
                <a:lnTo>
                  <a:pt x="410" y="797"/>
                </a:lnTo>
                <a:lnTo>
                  <a:pt x="409" y="797"/>
                </a:lnTo>
                <a:lnTo>
                  <a:pt x="409" y="796"/>
                </a:lnTo>
                <a:lnTo>
                  <a:pt x="408" y="795"/>
                </a:lnTo>
                <a:lnTo>
                  <a:pt x="408" y="794"/>
                </a:lnTo>
                <a:lnTo>
                  <a:pt x="409" y="793"/>
                </a:lnTo>
                <a:lnTo>
                  <a:pt x="409" y="792"/>
                </a:lnTo>
                <a:lnTo>
                  <a:pt x="409" y="791"/>
                </a:lnTo>
                <a:lnTo>
                  <a:pt x="409" y="790"/>
                </a:lnTo>
                <a:lnTo>
                  <a:pt x="409" y="791"/>
                </a:lnTo>
                <a:lnTo>
                  <a:pt x="408" y="791"/>
                </a:lnTo>
                <a:lnTo>
                  <a:pt x="408" y="792"/>
                </a:lnTo>
                <a:lnTo>
                  <a:pt x="408" y="793"/>
                </a:lnTo>
                <a:lnTo>
                  <a:pt x="407" y="793"/>
                </a:lnTo>
                <a:lnTo>
                  <a:pt x="406" y="793"/>
                </a:lnTo>
                <a:lnTo>
                  <a:pt x="407" y="794"/>
                </a:lnTo>
                <a:lnTo>
                  <a:pt x="406" y="794"/>
                </a:lnTo>
                <a:lnTo>
                  <a:pt x="405" y="793"/>
                </a:lnTo>
                <a:lnTo>
                  <a:pt x="404" y="792"/>
                </a:lnTo>
                <a:lnTo>
                  <a:pt x="405" y="792"/>
                </a:lnTo>
                <a:lnTo>
                  <a:pt x="405" y="791"/>
                </a:lnTo>
                <a:lnTo>
                  <a:pt x="405" y="790"/>
                </a:lnTo>
                <a:lnTo>
                  <a:pt x="406" y="790"/>
                </a:lnTo>
                <a:lnTo>
                  <a:pt x="407" y="789"/>
                </a:lnTo>
                <a:lnTo>
                  <a:pt x="408" y="789"/>
                </a:lnTo>
                <a:lnTo>
                  <a:pt x="409" y="788"/>
                </a:lnTo>
                <a:lnTo>
                  <a:pt x="409" y="787"/>
                </a:lnTo>
                <a:lnTo>
                  <a:pt x="408" y="786"/>
                </a:lnTo>
                <a:lnTo>
                  <a:pt x="406" y="787"/>
                </a:lnTo>
                <a:lnTo>
                  <a:pt x="406" y="786"/>
                </a:lnTo>
                <a:lnTo>
                  <a:pt x="407" y="785"/>
                </a:lnTo>
                <a:lnTo>
                  <a:pt x="408" y="785"/>
                </a:lnTo>
                <a:lnTo>
                  <a:pt x="409" y="785"/>
                </a:lnTo>
                <a:lnTo>
                  <a:pt x="410" y="784"/>
                </a:lnTo>
                <a:lnTo>
                  <a:pt x="409" y="784"/>
                </a:lnTo>
                <a:lnTo>
                  <a:pt x="408" y="784"/>
                </a:lnTo>
                <a:lnTo>
                  <a:pt x="407" y="784"/>
                </a:lnTo>
                <a:lnTo>
                  <a:pt x="406" y="785"/>
                </a:lnTo>
                <a:lnTo>
                  <a:pt x="406" y="784"/>
                </a:lnTo>
                <a:lnTo>
                  <a:pt x="405" y="785"/>
                </a:lnTo>
                <a:lnTo>
                  <a:pt x="405" y="786"/>
                </a:lnTo>
                <a:lnTo>
                  <a:pt x="404" y="786"/>
                </a:lnTo>
                <a:lnTo>
                  <a:pt x="404" y="787"/>
                </a:lnTo>
                <a:lnTo>
                  <a:pt x="403" y="788"/>
                </a:lnTo>
                <a:lnTo>
                  <a:pt x="402" y="788"/>
                </a:lnTo>
                <a:lnTo>
                  <a:pt x="402" y="787"/>
                </a:lnTo>
                <a:lnTo>
                  <a:pt x="402" y="786"/>
                </a:lnTo>
                <a:lnTo>
                  <a:pt x="402" y="785"/>
                </a:lnTo>
                <a:lnTo>
                  <a:pt x="402" y="784"/>
                </a:lnTo>
                <a:lnTo>
                  <a:pt x="402" y="783"/>
                </a:lnTo>
                <a:lnTo>
                  <a:pt x="402" y="782"/>
                </a:lnTo>
                <a:lnTo>
                  <a:pt x="403" y="782"/>
                </a:lnTo>
                <a:lnTo>
                  <a:pt x="402" y="782"/>
                </a:lnTo>
                <a:lnTo>
                  <a:pt x="401" y="783"/>
                </a:lnTo>
                <a:lnTo>
                  <a:pt x="401" y="784"/>
                </a:lnTo>
                <a:lnTo>
                  <a:pt x="400" y="784"/>
                </a:lnTo>
                <a:lnTo>
                  <a:pt x="400" y="783"/>
                </a:lnTo>
                <a:lnTo>
                  <a:pt x="399" y="782"/>
                </a:lnTo>
                <a:lnTo>
                  <a:pt x="400" y="781"/>
                </a:lnTo>
                <a:lnTo>
                  <a:pt x="400" y="780"/>
                </a:lnTo>
                <a:lnTo>
                  <a:pt x="401" y="779"/>
                </a:lnTo>
                <a:lnTo>
                  <a:pt x="401" y="778"/>
                </a:lnTo>
                <a:lnTo>
                  <a:pt x="400" y="778"/>
                </a:lnTo>
                <a:lnTo>
                  <a:pt x="400" y="779"/>
                </a:lnTo>
                <a:lnTo>
                  <a:pt x="399" y="780"/>
                </a:lnTo>
                <a:lnTo>
                  <a:pt x="398" y="781"/>
                </a:lnTo>
                <a:lnTo>
                  <a:pt x="397" y="782"/>
                </a:lnTo>
                <a:lnTo>
                  <a:pt x="396" y="782"/>
                </a:lnTo>
                <a:lnTo>
                  <a:pt x="396" y="783"/>
                </a:lnTo>
                <a:lnTo>
                  <a:pt x="395" y="782"/>
                </a:lnTo>
                <a:lnTo>
                  <a:pt x="394" y="782"/>
                </a:lnTo>
                <a:lnTo>
                  <a:pt x="394" y="781"/>
                </a:lnTo>
                <a:lnTo>
                  <a:pt x="394" y="780"/>
                </a:lnTo>
                <a:lnTo>
                  <a:pt x="393" y="780"/>
                </a:lnTo>
                <a:lnTo>
                  <a:pt x="392" y="781"/>
                </a:lnTo>
                <a:lnTo>
                  <a:pt x="391" y="782"/>
                </a:lnTo>
                <a:lnTo>
                  <a:pt x="391" y="783"/>
                </a:lnTo>
                <a:lnTo>
                  <a:pt x="389" y="783"/>
                </a:lnTo>
                <a:lnTo>
                  <a:pt x="388" y="783"/>
                </a:lnTo>
                <a:lnTo>
                  <a:pt x="387" y="784"/>
                </a:lnTo>
                <a:lnTo>
                  <a:pt x="386" y="784"/>
                </a:lnTo>
                <a:lnTo>
                  <a:pt x="385" y="783"/>
                </a:lnTo>
                <a:lnTo>
                  <a:pt x="384" y="783"/>
                </a:lnTo>
                <a:lnTo>
                  <a:pt x="383" y="781"/>
                </a:lnTo>
                <a:lnTo>
                  <a:pt x="383" y="780"/>
                </a:lnTo>
                <a:lnTo>
                  <a:pt x="384" y="780"/>
                </a:lnTo>
                <a:lnTo>
                  <a:pt x="383" y="780"/>
                </a:lnTo>
                <a:lnTo>
                  <a:pt x="383" y="781"/>
                </a:lnTo>
                <a:lnTo>
                  <a:pt x="383" y="782"/>
                </a:lnTo>
                <a:lnTo>
                  <a:pt x="383" y="783"/>
                </a:lnTo>
                <a:lnTo>
                  <a:pt x="382" y="783"/>
                </a:lnTo>
                <a:lnTo>
                  <a:pt x="381" y="783"/>
                </a:lnTo>
                <a:lnTo>
                  <a:pt x="381" y="782"/>
                </a:lnTo>
                <a:lnTo>
                  <a:pt x="380" y="782"/>
                </a:lnTo>
                <a:lnTo>
                  <a:pt x="380" y="781"/>
                </a:lnTo>
                <a:lnTo>
                  <a:pt x="380" y="782"/>
                </a:lnTo>
                <a:lnTo>
                  <a:pt x="379" y="782"/>
                </a:lnTo>
                <a:lnTo>
                  <a:pt x="380" y="782"/>
                </a:lnTo>
                <a:lnTo>
                  <a:pt x="381" y="784"/>
                </a:lnTo>
                <a:lnTo>
                  <a:pt x="382" y="784"/>
                </a:lnTo>
                <a:lnTo>
                  <a:pt x="383" y="784"/>
                </a:lnTo>
                <a:lnTo>
                  <a:pt x="384" y="784"/>
                </a:lnTo>
                <a:lnTo>
                  <a:pt x="385" y="785"/>
                </a:lnTo>
                <a:lnTo>
                  <a:pt x="385" y="786"/>
                </a:lnTo>
                <a:lnTo>
                  <a:pt x="383" y="786"/>
                </a:lnTo>
                <a:lnTo>
                  <a:pt x="384" y="787"/>
                </a:lnTo>
                <a:lnTo>
                  <a:pt x="384" y="786"/>
                </a:lnTo>
                <a:lnTo>
                  <a:pt x="385" y="786"/>
                </a:lnTo>
                <a:lnTo>
                  <a:pt x="386" y="786"/>
                </a:lnTo>
                <a:lnTo>
                  <a:pt x="386" y="787"/>
                </a:lnTo>
                <a:lnTo>
                  <a:pt x="386" y="788"/>
                </a:lnTo>
                <a:lnTo>
                  <a:pt x="387" y="788"/>
                </a:lnTo>
                <a:lnTo>
                  <a:pt x="388" y="788"/>
                </a:lnTo>
                <a:lnTo>
                  <a:pt x="387" y="788"/>
                </a:lnTo>
                <a:lnTo>
                  <a:pt x="387" y="789"/>
                </a:lnTo>
                <a:lnTo>
                  <a:pt x="386" y="789"/>
                </a:lnTo>
                <a:lnTo>
                  <a:pt x="386" y="788"/>
                </a:lnTo>
                <a:lnTo>
                  <a:pt x="386" y="789"/>
                </a:lnTo>
                <a:lnTo>
                  <a:pt x="387" y="789"/>
                </a:lnTo>
                <a:lnTo>
                  <a:pt x="388" y="789"/>
                </a:lnTo>
                <a:lnTo>
                  <a:pt x="389" y="789"/>
                </a:lnTo>
                <a:lnTo>
                  <a:pt x="390" y="789"/>
                </a:lnTo>
                <a:lnTo>
                  <a:pt x="390" y="790"/>
                </a:lnTo>
                <a:lnTo>
                  <a:pt x="389" y="790"/>
                </a:lnTo>
                <a:lnTo>
                  <a:pt x="389" y="791"/>
                </a:lnTo>
                <a:lnTo>
                  <a:pt x="390" y="792"/>
                </a:lnTo>
                <a:lnTo>
                  <a:pt x="390" y="791"/>
                </a:lnTo>
                <a:lnTo>
                  <a:pt x="390" y="790"/>
                </a:lnTo>
                <a:lnTo>
                  <a:pt x="391" y="790"/>
                </a:lnTo>
                <a:lnTo>
                  <a:pt x="391" y="789"/>
                </a:lnTo>
                <a:lnTo>
                  <a:pt x="393" y="790"/>
                </a:lnTo>
                <a:lnTo>
                  <a:pt x="395" y="791"/>
                </a:lnTo>
                <a:lnTo>
                  <a:pt x="396" y="791"/>
                </a:lnTo>
                <a:lnTo>
                  <a:pt x="398" y="792"/>
                </a:lnTo>
                <a:lnTo>
                  <a:pt x="399" y="792"/>
                </a:lnTo>
                <a:lnTo>
                  <a:pt x="400" y="792"/>
                </a:lnTo>
                <a:lnTo>
                  <a:pt x="400" y="793"/>
                </a:lnTo>
                <a:lnTo>
                  <a:pt x="400" y="795"/>
                </a:lnTo>
                <a:lnTo>
                  <a:pt x="400" y="796"/>
                </a:lnTo>
                <a:lnTo>
                  <a:pt x="400" y="797"/>
                </a:lnTo>
                <a:lnTo>
                  <a:pt x="400" y="798"/>
                </a:lnTo>
                <a:lnTo>
                  <a:pt x="400" y="799"/>
                </a:lnTo>
                <a:lnTo>
                  <a:pt x="399" y="799"/>
                </a:lnTo>
                <a:lnTo>
                  <a:pt x="399" y="800"/>
                </a:lnTo>
                <a:lnTo>
                  <a:pt x="400" y="800"/>
                </a:lnTo>
                <a:lnTo>
                  <a:pt x="400" y="801"/>
                </a:lnTo>
                <a:lnTo>
                  <a:pt x="400" y="803"/>
                </a:lnTo>
                <a:lnTo>
                  <a:pt x="399" y="803"/>
                </a:lnTo>
                <a:lnTo>
                  <a:pt x="399" y="804"/>
                </a:lnTo>
                <a:lnTo>
                  <a:pt x="398" y="805"/>
                </a:lnTo>
                <a:lnTo>
                  <a:pt x="398" y="807"/>
                </a:lnTo>
                <a:lnTo>
                  <a:pt x="397" y="806"/>
                </a:lnTo>
                <a:lnTo>
                  <a:pt x="396" y="806"/>
                </a:lnTo>
                <a:lnTo>
                  <a:pt x="395" y="806"/>
                </a:lnTo>
                <a:lnTo>
                  <a:pt x="395" y="807"/>
                </a:lnTo>
                <a:lnTo>
                  <a:pt x="396" y="807"/>
                </a:lnTo>
                <a:lnTo>
                  <a:pt x="396" y="808"/>
                </a:lnTo>
                <a:lnTo>
                  <a:pt x="397" y="809"/>
                </a:lnTo>
                <a:lnTo>
                  <a:pt x="397" y="810"/>
                </a:lnTo>
                <a:lnTo>
                  <a:pt x="399" y="810"/>
                </a:lnTo>
                <a:lnTo>
                  <a:pt x="400" y="811"/>
                </a:lnTo>
                <a:lnTo>
                  <a:pt x="401" y="811"/>
                </a:lnTo>
                <a:lnTo>
                  <a:pt x="400" y="811"/>
                </a:lnTo>
                <a:lnTo>
                  <a:pt x="398" y="811"/>
                </a:lnTo>
                <a:lnTo>
                  <a:pt x="394" y="812"/>
                </a:lnTo>
                <a:lnTo>
                  <a:pt x="392" y="812"/>
                </a:lnTo>
                <a:lnTo>
                  <a:pt x="391" y="812"/>
                </a:lnTo>
                <a:lnTo>
                  <a:pt x="389" y="813"/>
                </a:lnTo>
                <a:lnTo>
                  <a:pt x="388" y="814"/>
                </a:lnTo>
                <a:lnTo>
                  <a:pt x="387" y="814"/>
                </a:lnTo>
                <a:lnTo>
                  <a:pt x="385" y="815"/>
                </a:lnTo>
                <a:lnTo>
                  <a:pt x="384" y="816"/>
                </a:lnTo>
                <a:lnTo>
                  <a:pt x="381" y="819"/>
                </a:lnTo>
                <a:lnTo>
                  <a:pt x="381" y="820"/>
                </a:lnTo>
                <a:lnTo>
                  <a:pt x="380" y="820"/>
                </a:lnTo>
                <a:lnTo>
                  <a:pt x="380" y="821"/>
                </a:lnTo>
                <a:lnTo>
                  <a:pt x="379" y="823"/>
                </a:lnTo>
                <a:lnTo>
                  <a:pt x="379" y="824"/>
                </a:lnTo>
                <a:lnTo>
                  <a:pt x="379" y="825"/>
                </a:lnTo>
                <a:lnTo>
                  <a:pt x="380" y="825"/>
                </a:lnTo>
                <a:lnTo>
                  <a:pt x="379" y="826"/>
                </a:lnTo>
                <a:lnTo>
                  <a:pt x="380" y="827"/>
                </a:lnTo>
                <a:lnTo>
                  <a:pt x="380" y="828"/>
                </a:lnTo>
                <a:lnTo>
                  <a:pt x="380" y="829"/>
                </a:lnTo>
                <a:lnTo>
                  <a:pt x="380" y="830"/>
                </a:lnTo>
                <a:lnTo>
                  <a:pt x="379" y="830"/>
                </a:lnTo>
                <a:lnTo>
                  <a:pt x="378" y="831"/>
                </a:lnTo>
                <a:lnTo>
                  <a:pt x="377" y="831"/>
                </a:lnTo>
                <a:lnTo>
                  <a:pt x="375" y="833"/>
                </a:lnTo>
                <a:lnTo>
                  <a:pt x="375" y="834"/>
                </a:lnTo>
                <a:lnTo>
                  <a:pt x="374" y="834"/>
                </a:lnTo>
                <a:lnTo>
                  <a:pt x="374" y="833"/>
                </a:lnTo>
                <a:lnTo>
                  <a:pt x="374" y="832"/>
                </a:lnTo>
                <a:lnTo>
                  <a:pt x="373" y="831"/>
                </a:lnTo>
                <a:lnTo>
                  <a:pt x="373" y="830"/>
                </a:lnTo>
                <a:lnTo>
                  <a:pt x="372" y="829"/>
                </a:lnTo>
                <a:lnTo>
                  <a:pt x="370" y="829"/>
                </a:lnTo>
                <a:lnTo>
                  <a:pt x="369" y="828"/>
                </a:lnTo>
                <a:lnTo>
                  <a:pt x="368" y="828"/>
                </a:lnTo>
                <a:lnTo>
                  <a:pt x="367" y="829"/>
                </a:lnTo>
                <a:lnTo>
                  <a:pt x="368" y="829"/>
                </a:lnTo>
                <a:lnTo>
                  <a:pt x="369" y="829"/>
                </a:lnTo>
                <a:lnTo>
                  <a:pt x="369" y="830"/>
                </a:lnTo>
                <a:lnTo>
                  <a:pt x="370" y="830"/>
                </a:lnTo>
                <a:lnTo>
                  <a:pt x="371" y="830"/>
                </a:lnTo>
                <a:lnTo>
                  <a:pt x="372" y="831"/>
                </a:lnTo>
                <a:lnTo>
                  <a:pt x="373" y="831"/>
                </a:lnTo>
                <a:lnTo>
                  <a:pt x="373" y="832"/>
                </a:lnTo>
                <a:lnTo>
                  <a:pt x="372" y="832"/>
                </a:lnTo>
                <a:lnTo>
                  <a:pt x="372" y="831"/>
                </a:lnTo>
                <a:lnTo>
                  <a:pt x="371" y="831"/>
                </a:lnTo>
                <a:lnTo>
                  <a:pt x="370" y="831"/>
                </a:lnTo>
                <a:lnTo>
                  <a:pt x="369" y="830"/>
                </a:lnTo>
                <a:lnTo>
                  <a:pt x="367" y="831"/>
                </a:lnTo>
                <a:lnTo>
                  <a:pt x="366" y="831"/>
                </a:lnTo>
                <a:lnTo>
                  <a:pt x="365" y="831"/>
                </a:lnTo>
                <a:lnTo>
                  <a:pt x="364" y="831"/>
                </a:lnTo>
                <a:lnTo>
                  <a:pt x="363" y="832"/>
                </a:lnTo>
                <a:lnTo>
                  <a:pt x="362" y="833"/>
                </a:lnTo>
                <a:lnTo>
                  <a:pt x="361" y="833"/>
                </a:lnTo>
                <a:lnTo>
                  <a:pt x="360" y="834"/>
                </a:lnTo>
                <a:lnTo>
                  <a:pt x="359" y="835"/>
                </a:lnTo>
                <a:lnTo>
                  <a:pt x="358" y="835"/>
                </a:lnTo>
                <a:lnTo>
                  <a:pt x="358" y="836"/>
                </a:lnTo>
                <a:lnTo>
                  <a:pt x="356" y="836"/>
                </a:lnTo>
                <a:lnTo>
                  <a:pt x="356" y="837"/>
                </a:lnTo>
                <a:lnTo>
                  <a:pt x="355" y="836"/>
                </a:lnTo>
                <a:lnTo>
                  <a:pt x="355" y="835"/>
                </a:lnTo>
                <a:lnTo>
                  <a:pt x="356" y="835"/>
                </a:lnTo>
                <a:lnTo>
                  <a:pt x="356" y="834"/>
                </a:lnTo>
                <a:lnTo>
                  <a:pt x="356" y="833"/>
                </a:lnTo>
                <a:lnTo>
                  <a:pt x="355" y="833"/>
                </a:lnTo>
                <a:lnTo>
                  <a:pt x="354" y="833"/>
                </a:lnTo>
                <a:lnTo>
                  <a:pt x="352" y="833"/>
                </a:lnTo>
                <a:lnTo>
                  <a:pt x="352" y="834"/>
                </a:lnTo>
                <a:lnTo>
                  <a:pt x="350" y="834"/>
                </a:lnTo>
                <a:lnTo>
                  <a:pt x="349" y="835"/>
                </a:lnTo>
                <a:lnTo>
                  <a:pt x="348" y="835"/>
                </a:lnTo>
                <a:lnTo>
                  <a:pt x="346" y="837"/>
                </a:lnTo>
                <a:lnTo>
                  <a:pt x="345" y="837"/>
                </a:lnTo>
                <a:lnTo>
                  <a:pt x="344" y="838"/>
                </a:lnTo>
                <a:lnTo>
                  <a:pt x="343" y="838"/>
                </a:lnTo>
                <a:lnTo>
                  <a:pt x="343" y="839"/>
                </a:lnTo>
                <a:lnTo>
                  <a:pt x="342" y="839"/>
                </a:lnTo>
                <a:lnTo>
                  <a:pt x="342" y="838"/>
                </a:lnTo>
                <a:lnTo>
                  <a:pt x="342" y="837"/>
                </a:lnTo>
                <a:lnTo>
                  <a:pt x="341" y="836"/>
                </a:lnTo>
                <a:lnTo>
                  <a:pt x="340" y="836"/>
                </a:lnTo>
                <a:lnTo>
                  <a:pt x="339" y="835"/>
                </a:lnTo>
                <a:lnTo>
                  <a:pt x="339" y="834"/>
                </a:lnTo>
                <a:lnTo>
                  <a:pt x="340" y="834"/>
                </a:lnTo>
                <a:lnTo>
                  <a:pt x="341" y="834"/>
                </a:lnTo>
                <a:lnTo>
                  <a:pt x="342" y="835"/>
                </a:lnTo>
                <a:lnTo>
                  <a:pt x="343" y="835"/>
                </a:lnTo>
                <a:lnTo>
                  <a:pt x="344" y="834"/>
                </a:lnTo>
                <a:lnTo>
                  <a:pt x="343" y="833"/>
                </a:lnTo>
                <a:lnTo>
                  <a:pt x="342" y="833"/>
                </a:lnTo>
                <a:lnTo>
                  <a:pt x="341" y="834"/>
                </a:lnTo>
                <a:lnTo>
                  <a:pt x="340" y="834"/>
                </a:lnTo>
                <a:lnTo>
                  <a:pt x="340" y="833"/>
                </a:lnTo>
                <a:lnTo>
                  <a:pt x="341" y="833"/>
                </a:lnTo>
                <a:lnTo>
                  <a:pt x="340" y="832"/>
                </a:lnTo>
                <a:lnTo>
                  <a:pt x="339" y="830"/>
                </a:lnTo>
                <a:lnTo>
                  <a:pt x="338" y="830"/>
                </a:lnTo>
                <a:lnTo>
                  <a:pt x="338" y="829"/>
                </a:lnTo>
                <a:lnTo>
                  <a:pt x="337" y="827"/>
                </a:lnTo>
                <a:lnTo>
                  <a:pt x="337" y="826"/>
                </a:lnTo>
                <a:lnTo>
                  <a:pt x="336" y="825"/>
                </a:lnTo>
                <a:lnTo>
                  <a:pt x="336" y="826"/>
                </a:lnTo>
                <a:lnTo>
                  <a:pt x="336" y="827"/>
                </a:lnTo>
                <a:lnTo>
                  <a:pt x="336" y="826"/>
                </a:lnTo>
                <a:lnTo>
                  <a:pt x="335" y="826"/>
                </a:lnTo>
                <a:lnTo>
                  <a:pt x="335" y="824"/>
                </a:lnTo>
                <a:lnTo>
                  <a:pt x="335" y="823"/>
                </a:lnTo>
                <a:lnTo>
                  <a:pt x="334" y="823"/>
                </a:lnTo>
                <a:lnTo>
                  <a:pt x="334" y="824"/>
                </a:lnTo>
                <a:lnTo>
                  <a:pt x="333" y="824"/>
                </a:lnTo>
                <a:lnTo>
                  <a:pt x="334" y="824"/>
                </a:lnTo>
                <a:lnTo>
                  <a:pt x="334" y="825"/>
                </a:lnTo>
                <a:lnTo>
                  <a:pt x="334" y="826"/>
                </a:lnTo>
                <a:lnTo>
                  <a:pt x="335" y="827"/>
                </a:lnTo>
                <a:lnTo>
                  <a:pt x="336" y="828"/>
                </a:lnTo>
                <a:lnTo>
                  <a:pt x="336" y="829"/>
                </a:lnTo>
                <a:lnTo>
                  <a:pt x="336" y="830"/>
                </a:lnTo>
                <a:lnTo>
                  <a:pt x="335" y="829"/>
                </a:lnTo>
                <a:lnTo>
                  <a:pt x="335" y="830"/>
                </a:lnTo>
                <a:lnTo>
                  <a:pt x="335" y="831"/>
                </a:lnTo>
                <a:lnTo>
                  <a:pt x="334" y="831"/>
                </a:lnTo>
                <a:lnTo>
                  <a:pt x="335" y="831"/>
                </a:lnTo>
                <a:lnTo>
                  <a:pt x="335" y="832"/>
                </a:lnTo>
                <a:lnTo>
                  <a:pt x="336" y="832"/>
                </a:lnTo>
                <a:lnTo>
                  <a:pt x="337" y="833"/>
                </a:lnTo>
                <a:lnTo>
                  <a:pt x="338" y="833"/>
                </a:lnTo>
                <a:lnTo>
                  <a:pt x="337" y="833"/>
                </a:lnTo>
                <a:lnTo>
                  <a:pt x="336" y="834"/>
                </a:lnTo>
                <a:lnTo>
                  <a:pt x="335" y="834"/>
                </a:lnTo>
                <a:lnTo>
                  <a:pt x="334" y="834"/>
                </a:lnTo>
                <a:lnTo>
                  <a:pt x="334" y="835"/>
                </a:lnTo>
                <a:lnTo>
                  <a:pt x="333" y="835"/>
                </a:lnTo>
                <a:lnTo>
                  <a:pt x="332" y="836"/>
                </a:lnTo>
                <a:lnTo>
                  <a:pt x="332" y="835"/>
                </a:lnTo>
                <a:lnTo>
                  <a:pt x="331" y="834"/>
                </a:lnTo>
                <a:lnTo>
                  <a:pt x="330" y="833"/>
                </a:lnTo>
                <a:lnTo>
                  <a:pt x="329" y="833"/>
                </a:lnTo>
                <a:lnTo>
                  <a:pt x="329" y="834"/>
                </a:lnTo>
                <a:lnTo>
                  <a:pt x="328" y="833"/>
                </a:lnTo>
                <a:lnTo>
                  <a:pt x="327" y="833"/>
                </a:lnTo>
                <a:lnTo>
                  <a:pt x="325" y="833"/>
                </a:lnTo>
                <a:lnTo>
                  <a:pt x="324" y="833"/>
                </a:lnTo>
                <a:lnTo>
                  <a:pt x="323" y="833"/>
                </a:lnTo>
                <a:lnTo>
                  <a:pt x="323" y="834"/>
                </a:lnTo>
                <a:lnTo>
                  <a:pt x="324" y="834"/>
                </a:lnTo>
                <a:lnTo>
                  <a:pt x="325" y="833"/>
                </a:lnTo>
                <a:lnTo>
                  <a:pt x="326" y="833"/>
                </a:lnTo>
                <a:lnTo>
                  <a:pt x="327" y="833"/>
                </a:lnTo>
                <a:lnTo>
                  <a:pt x="327" y="834"/>
                </a:lnTo>
                <a:lnTo>
                  <a:pt x="327" y="835"/>
                </a:lnTo>
                <a:lnTo>
                  <a:pt x="328" y="835"/>
                </a:lnTo>
                <a:lnTo>
                  <a:pt x="329" y="835"/>
                </a:lnTo>
                <a:lnTo>
                  <a:pt x="329" y="836"/>
                </a:lnTo>
                <a:lnTo>
                  <a:pt x="330" y="835"/>
                </a:lnTo>
                <a:lnTo>
                  <a:pt x="331" y="835"/>
                </a:lnTo>
                <a:lnTo>
                  <a:pt x="331" y="836"/>
                </a:lnTo>
                <a:lnTo>
                  <a:pt x="330" y="836"/>
                </a:lnTo>
                <a:lnTo>
                  <a:pt x="329" y="836"/>
                </a:lnTo>
                <a:lnTo>
                  <a:pt x="327" y="837"/>
                </a:lnTo>
                <a:lnTo>
                  <a:pt x="326" y="838"/>
                </a:lnTo>
                <a:lnTo>
                  <a:pt x="325" y="838"/>
                </a:lnTo>
                <a:lnTo>
                  <a:pt x="324" y="839"/>
                </a:lnTo>
                <a:lnTo>
                  <a:pt x="323" y="839"/>
                </a:lnTo>
                <a:lnTo>
                  <a:pt x="322" y="840"/>
                </a:lnTo>
                <a:lnTo>
                  <a:pt x="321" y="841"/>
                </a:lnTo>
                <a:lnTo>
                  <a:pt x="320" y="843"/>
                </a:lnTo>
                <a:lnTo>
                  <a:pt x="319" y="844"/>
                </a:lnTo>
                <a:lnTo>
                  <a:pt x="318" y="846"/>
                </a:lnTo>
                <a:lnTo>
                  <a:pt x="317" y="847"/>
                </a:lnTo>
                <a:lnTo>
                  <a:pt x="315" y="848"/>
                </a:lnTo>
                <a:lnTo>
                  <a:pt x="313" y="850"/>
                </a:lnTo>
                <a:lnTo>
                  <a:pt x="312" y="851"/>
                </a:lnTo>
                <a:lnTo>
                  <a:pt x="311" y="851"/>
                </a:lnTo>
                <a:lnTo>
                  <a:pt x="311" y="852"/>
                </a:lnTo>
                <a:lnTo>
                  <a:pt x="311" y="853"/>
                </a:lnTo>
                <a:lnTo>
                  <a:pt x="310" y="853"/>
                </a:lnTo>
                <a:lnTo>
                  <a:pt x="309" y="853"/>
                </a:lnTo>
                <a:lnTo>
                  <a:pt x="308" y="853"/>
                </a:lnTo>
                <a:lnTo>
                  <a:pt x="308" y="854"/>
                </a:lnTo>
                <a:lnTo>
                  <a:pt x="306" y="856"/>
                </a:lnTo>
                <a:lnTo>
                  <a:pt x="306" y="857"/>
                </a:lnTo>
                <a:lnTo>
                  <a:pt x="305" y="858"/>
                </a:lnTo>
                <a:lnTo>
                  <a:pt x="304" y="857"/>
                </a:lnTo>
                <a:lnTo>
                  <a:pt x="303" y="857"/>
                </a:lnTo>
                <a:lnTo>
                  <a:pt x="303" y="858"/>
                </a:lnTo>
                <a:lnTo>
                  <a:pt x="302" y="858"/>
                </a:lnTo>
                <a:lnTo>
                  <a:pt x="302" y="859"/>
                </a:lnTo>
                <a:lnTo>
                  <a:pt x="301" y="859"/>
                </a:lnTo>
                <a:lnTo>
                  <a:pt x="301" y="858"/>
                </a:lnTo>
                <a:lnTo>
                  <a:pt x="302" y="858"/>
                </a:lnTo>
                <a:lnTo>
                  <a:pt x="302" y="857"/>
                </a:lnTo>
                <a:lnTo>
                  <a:pt x="301" y="857"/>
                </a:lnTo>
                <a:lnTo>
                  <a:pt x="301" y="856"/>
                </a:lnTo>
                <a:lnTo>
                  <a:pt x="302" y="855"/>
                </a:lnTo>
                <a:lnTo>
                  <a:pt x="301" y="854"/>
                </a:lnTo>
                <a:lnTo>
                  <a:pt x="301" y="853"/>
                </a:lnTo>
                <a:lnTo>
                  <a:pt x="300" y="853"/>
                </a:lnTo>
                <a:lnTo>
                  <a:pt x="301" y="852"/>
                </a:lnTo>
                <a:lnTo>
                  <a:pt x="301" y="853"/>
                </a:lnTo>
                <a:lnTo>
                  <a:pt x="302" y="853"/>
                </a:lnTo>
                <a:lnTo>
                  <a:pt x="302" y="854"/>
                </a:lnTo>
                <a:lnTo>
                  <a:pt x="303" y="854"/>
                </a:lnTo>
                <a:lnTo>
                  <a:pt x="304" y="854"/>
                </a:lnTo>
                <a:lnTo>
                  <a:pt x="305" y="854"/>
                </a:lnTo>
                <a:lnTo>
                  <a:pt x="306" y="854"/>
                </a:lnTo>
                <a:lnTo>
                  <a:pt x="307" y="854"/>
                </a:lnTo>
                <a:lnTo>
                  <a:pt x="307" y="853"/>
                </a:lnTo>
                <a:lnTo>
                  <a:pt x="307" y="852"/>
                </a:lnTo>
                <a:lnTo>
                  <a:pt x="307" y="851"/>
                </a:lnTo>
                <a:lnTo>
                  <a:pt x="306" y="851"/>
                </a:lnTo>
                <a:lnTo>
                  <a:pt x="306" y="850"/>
                </a:lnTo>
                <a:lnTo>
                  <a:pt x="305" y="850"/>
                </a:lnTo>
                <a:lnTo>
                  <a:pt x="306" y="849"/>
                </a:lnTo>
                <a:lnTo>
                  <a:pt x="306" y="848"/>
                </a:lnTo>
                <a:lnTo>
                  <a:pt x="307" y="847"/>
                </a:lnTo>
                <a:lnTo>
                  <a:pt x="307" y="846"/>
                </a:lnTo>
                <a:lnTo>
                  <a:pt x="308" y="846"/>
                </a:lnTo>
                <a:lnTo>
                  <a:pt x="309" y="845"/>
                </a:lnTo>
                <a:lnTo>
                  <a:pt x="308" y="845"/>
                </a:lnTo>
                <a:lnTo>
                  <a:pt x="307" y="844"/>
                </a:lnTo>
                <a:lnTo>
                  <a:pt x="307" y="843"/>
                </a:lnTo>
                <a:lnTo>
                  <a:pt x="306" y="843"/>
                </a:lnTo>
                <a:lnTo>
                  <a:pt x="305" y="843"/>
                </a:lnTo>
                <a:lnTo>
                  <a:pt x="304" y="843"/>
                </a:lnTo>
                <a:lnTo>
                  <a:pt x="305" y="843"/>
                </a:lnTo>
                <a:lnTo>
                  <a:pt x="305" y="842"/>
                </a:lnTo>
                <a:lnTo>
                  <a:pt x="304" y="842"/>
                </a:lnTo>
                <a:lnTo>
                  <a:pt x="303" y="842"/>
                </a:lnTo>
                <a:lnTo>
                  <a:pt x="302" y="842"/>
                </a:lnTo>
                <a:lnTo>
                  <a:pt x="302" y="843"/>
                </a:lnTo>
                <a:lnTo>
                  <a:pt x="302" y="844"/>
                </a:lnTo>
                <a:lnTo>
                  <a:pt x="301" y="844"/>
                </a:lnTo>
                <a:lnTo>
                  <a:pt x="300" y="843"/>
                </a:lnTo>
                <a:lnTo>
                  <a:pt x="299" y="844"/>
                </a:lnTo>
                <a:lnTo>
                  <a:pt x="299" y="843"/>
                </a:lnTo>
                <a:lnTo>
                  <a:pt x="298" y="843"/>
                </a:lnTo>
                <a:lnTo>
                  <a:pt x="297" y="843"/>
                </a:lnTo>
                <a:lnTo>
                  <a:pt x="296" y="842"/>
                </a:lnTo>
                <a:lnTo>
                  <a:pt x="295" y="841"/>
                </a:lnTo>
                <a:lnTo>
                  <a:pt x="295" y="840"/>
                </a:lnTo>
                <a:lnTo>
                  <a:pt x="294" y="840"/>
                </a:lnTo>
                <a:lnTo>
                  <a:pt x="293" y="840"/>
                </a:lnTo>
                <a:lnTo>
                  <a:pt x="292" y="840"/>
                </a:lnTo>
                <a:lnTo>
                  <a:pt x="291" y="840"/>
                </a:lnTo>
                <a:lnTo>
                  <a:pt x="291" y="841"/>
                </a:lnTo>
                <a:lnTo>
                  <a:pt x="290" y="841"/>
                </a:lnTo>
                <a:lnTo>
                  <a:pt x="289" y="841"/>
                </a:lnTo>
                <a:lnTo>
                  <a:pt x="288" y="840"/>
                </a:lnTo>
                <a:lnTo>
                  <a:pt x="287" y="840"/>
                </a:lnTo>
                <a:lnTo>
                  <a:pt x="287" y="841"/>
                </a:lnTo>
                <a:lnTo>
                  <a:pt x="288" y="841"/>
                </a:lnTo>
                <a:lnTo>
                  <a:pt x="289" y="841"/>
                </a:lnTo>
                <a:lnTo>
                  <a:pt x="288" y="842"/>
                </a:lnTo>
                <a:lnTo>
                  <a:pt x="288" y="843"/>
                </a:lnTo>
                <a:lnTo>
                  <a:pt x="287" y="843"/>
                </a:lnTo>
                <a:lnTo>
                  <a:pt x="288" y="843"/>
                </a:lnTo>
                <a:lnTo>
                  <a:pt x="289" y="843"/>
                </a:lnTo>
                <a:lnTo>
                  <a:pt x="290" y="842"/>
                </a:lnTo>
                <a:lnTo>
                  <a:pt x="291" y="842"/>
                </a:lnTo>
                <a:lnTo>
                  <a:pt x="293" y="842"/>
                </a:lnTo>
                <a:lnTo>
                  <a:pt x="294" y="842"/>
                </a:lnTo>
                <a:lnTo>
                  <a:pt x="295" y="843"/>
                </a:lnTo>
                <a:lnTo>
                  <a:pt x="295" y="844"/>
                </a:lnTo>
                <a:lnTo>
                  <a:pt x="296" y="844"/>
                </a:lnTo>
                <a:lnTo>
                  <a:pt x="297" y="845"/>
                </a:lnTo>
                <a:lnTo>
                  <a:pt x="297" y="846"/>
                </a:lnTo>
                <a:lnTo>
                  <a:pt x="296" y="846"/>
                </a:lnTo>
                <a:lnTo>
                  <a:pt x="295" y="846"/>
                </a:lnTo>
                <a:lnTo>
                  <a:pt x="294" y="846"/>
                </a:lnTo>
                <a:lnTo>
                  <a:pt x="293" y="846"/>
                </a:lnTo>
                <a:lnTo>
                  <a:pt x="292" y="846"/>
                </a:lnTo>
                <a:lnTo>
                  <a:pt x="291" y="846"/>
                </a:lnTo>
                <a:lnTo>
                  <a:pt x="289" y="847"/>
                </a:lnTo>
                <a:lnTo>
                  <a:pt x="287" y="847"/>
                </a:lnTo>
                <a:lnTo>
                  <a:pt x="287" y="848"/>
                </a:lnTo>
                <a:lnTo>
                  <a:pt x="286" y="848"/>
                </a:lnTo>
                <a:lnTo>
                  <a:pt x="285" y="849"/>
                </a:lnTo>
                <a:lnTo>
                  <a:pt x="283" y="849"/>
                </a:lnTo>
                <a:lnTo>
                  <a:pt x="282" y="849"/>
                </a:lnTo>
                <a:lnTo>
                  <a:pt x="281" y="850"/>
                </a:lnTo>
                <a:lnTo>
                  <a:pt x="279" y="850"/>
                </a:lnTo>
                <a:lnTo>
                  <a:pt x="278" y="850"/>
                </a:lnTo>
                <a:lnTo>
                  <a:pt x="278" y="851"/>
                </a:lnTo>
                <a:lnTo>
                  <a:pt x="278" y="850"/>
                </a:lnTo>
                <a:lnTo>
                  <a:pt x="277" y="850"/>
                </a:lnTo>
                <a:lnTo>
                  <a:pt x="276" y="850"/>
                </a:lnTo>
                <a:lnTo>
                  <a:pt x="275" y="850"/>
                </a:lnTo>
                <a:lnTo>
                  <a:pt x="274" y="850"/>
                </a:lnTo>
                <a:lnTo>
                  <a:pt x="273" y="851"/>
                </a:lnTo>
                <a:lnTo>
                  <a:pt x="272" y="851"/>
                </a:lnTo>
                <a:lnTo>
                  <a:pt x="271" y="852"/>
                </a:lnTo>
                <a:lnTo>
                  <a:pt x="271" y="851"/>
                </a:lnTo>
                <a:lnTo>
                  <a:pt x="270" y="851"/>
                </a:lnTo>
                <a:lnTo>
                  <a:pt x="270" y="850"/>
                </a:lnTo>
                <a:lnTo>
                  <a:pt x="269" y="850"/>
                </a:lnTo>
                <a:lnTo>
                  <a:pt x="269" y="849"/>
                </a:lnTo>
                <a:lnTo>
                  <a:pt x="268" y="849"/>
                </a:lnTo>
                <a:lnTo>
                  <a:pt x="268" y="848"/>
                </a:lnTo>
                <a:lnTo>
                  <a:pt x="270" y="848"/>
                </a:lnTo>
                <a:lnTo>
                  <a:pt x="270" y="847"/>
                </a:lnTo>
                <a:lnTo>
                  <a:pt x="269" y="847"/>
                </a:lnTo>
                <a:lnTo>
                  <a:pt x="268" y="847"/>
                </a:lnTo>
                <a:lnTo>
                  <a:pt x="268" y="848"/>
                </a:lnTo>
                <a:lnTo>
                  <a:pt x="267" y="847"/>
                </a:lnTo>
                <a:lnTo>
                  <a:pt x="266" y="847"/>
                </a:lnTo>
                <a:lnTo>
                  <a:pt x="265" y="846"/>
                </a:lnTo>
                <a:lnTo>
                  <a:pt x="265" y="845"/>
                </a:lnTo>
                <a:lnTo>
                  <a:pt x="266" y="843"/>
                </a:lnTo>
                <a:lnTo>
                  <a:pt x="267" y="842"/>
                </a:lnTo>
                <a:lnTo>
                  <a:pt x="266" y="842"/>
                </a:lnTo>
                <a:lnTo>
                  <a:pt x="266" y="841"/>
                </a:lnTo>
                <a:lnTo>
                  <a:pt x="265" y="841"/>
                </a:lnTo>
                <a:lnTo>
                  <a:pt x="263" y="841"/>
                </a:lnTo>
                <a:lnTo>
                  <a:pt x="261" y="841"/>
                </a:lnTo>
                <a:lnTo>
                  <a:pt x="260" y="841"/>
                </a:lnTo>
                <a:lnTo>
                  <a:pt x="259" y="840"/>
                </a:lnTo>
                <a:lnTo>
                  <a:pt x="259" y="841"/>
                </a:lnTo>
                <a:lnTo>
                  <a:pt x="258" y="841"/>
                </a:lnTo>
                <a:lnTo>
                  <a:pt x="257" y="841"/>
                </a:lnTo>
                <a:lnTo>
                  <a:pt x="257" y="840"/>
                </a:lnTo>
                <a:lnTo>
                  <a:pt x="258" y="840"/>
                </a:lnTo>
                <a:lnTo>
                  <a:pt x="258" y="839"/>
                </a:lnTo>
                <a:lnTo>
                  <a:pt x="257" y="839"/>
                </a:lnTo>
                <a:lnTo>
                  <a:pt x="257" y="837"/>
                </a:lnTo>
                <a:lnTo>
                  <a:pt x="258" y="837"/>
                </a:lnTo>
                <a:lnTo>
                  <a:pt x="257" y="837"/>
                </a:lnTo>
                <a:lnTo>
                  <a:pt x="257" y="839"/>
                </a:lnTo>
                <a:lnTo>
                  <a:pt x="256" y="840"/>
                </a:lnTo>
                <a:lnTo>
                  <a:pt x="255" y="842"/>
                </a:lnTo>
                <a:lnTo>
                  <a:pt x="254" y="841"/>
                </a:lnTo>
                <a:lnTo>
                  <a:pt x="254" y="842"/>
                </a:lnTo>
                <a:lnTo>
                  <a:pt x="253" y="844"/>
                </a:lnTo>
                <a:lnTo>
                  <a:pt x="252" y="845"/>
                </a:lnTo>
                <a:lnTo>
                  <a:pt x="251" y="844"/>
                </a:lnTo>
                <a:lnTo>
                  <a:pt x="251" y="845"/>
                </a:lnTo>
                <a:lnTo>
                  <a:pt x="252" y="845"/>
                </a:lnTo>
                <a:lnTo>
                  <a:pt x="252" y="846"/>
                </a:lnTo>
                <a:lnTo>
                  <a:pt x="251" y="846"/>
                </a:lnTo>
                <a:lnTo>
                  <a:pt x="251" y="847"/>
                </a:lnTo>
                <a:lnTo>
                  <a:pt x="253" y="848"/>
                </a:lnTo>
                <a:lnTo>
                  <a:pt x="253" y="847"/>
                </a:lnTo>
                <a:lnTo>
                  <a:pt x="254" y="847"/>
                </a:lnTo>
                <a:lnTo>
                  <a:pt x="255" y="848"/>
                </a:lnTo>
                <a:lnTo>
                  <a:pt x="254" y="848"/>
                </a:lnTo>
                <a:lnTo>
                  <a:pt x="254" y="849"/>
                </a:lnTo>
                <a:lnTo>
                  <a:pt x="254" y="850"/>
                </a:lnTo>
                <a:lnTo>
                  <a:pt x="255" y="850"/>
                </a:lnTo>
                <a:lnTo>
                  <a:pt x="256" y="850"/>
                </a:lnTo>
                <a:lnTo>
                  <a:pt x="256" y="849"/>
                </a:lnTo>
                <a:lnTo>
                  <a:pt x="256" y="848"/>
                </a:lnTo>
                <a:lnTo>
                  <a:pt x="257" y="848"/>
                </a:lnTo>
                <a:lnTo>
                  <a:pt x="258" y="848"/>
                </a:lnTo>
                <a:lnTo>
                  <a:pt x="259" y="849"/>
                </a:lnTo>
                <a:lnTo>
                  <a:pt x="260" y="849"/>
                </a:lnTo>
                <a:lnTo>
                  <a:pt x="260" y="848"/>
                </a:lnTo>
                <a:lnTo>
                  <a:pt x="261" y="847"/>
                </a:lnTo>
                <a:lnTo>
                  <a:pt x="262" y="847"/>
                </a:lnTo>
                <a:lnTo>
                  <a:pt x="264" y="847"/>
                </a:lnTo>
                <a:lnTo>
                  <a:pt x="265" y="848"/>
                </a:lnTo>
                <a:lnTo>
                  <a:pt x="266" y="849"/>
                </a:lnTo>
                <a:lnTo>
                  <a:pt x="268" y="850"/>
                </a:lnTo>
                <a:lnTo>
                  <a:pt x="268" y="851"/>
                </a:lnTo>
                <a:lnTo>
                  <a:pt x="267" y="851"/>
                </a:lnTo>
                <a:lnTo>
                  <a:pt x="265" y="852"/>
                </a:lnTo>
                <a:lnTo>
                  <a:pt x="263" y="852"/>
                </a:lnTo>
                <a:lnTo>
                  <a:pt x="260" y="853"/>
                </a:lnTo>
                <a:lnTo>
                  <a:pt x="258" y="854"/>
                </a:lnTo>
                <a:lnTo>
                  <a:pt x="255" y="856"/>
                </a:lnTo>
                <a:lnTo>
                  <a:pt x="253" y="858"/>
                </a:lnTo>
                <a:lnTo>
                  <a:pt x="252" y="859"/>
                </a:lnTo>
                <a:lnTo>
                  <a:pt x="251" y="860"/>
                </a:lnTo>
                <a:lnTo>
                  <a:pt x="250" y="860"/>
                </a:lnTo>
                <a:lnTo>
                  <a:pt x="250" y="859"/>
                </a:lnTo>
                <a:lnTo>
                  <a:pt x="249" y="859"/>
                </a:lnTo>
                <a:lnTo>
                  <a:pt x="247" y="860"/>
                </a:lnTo>
                <a:lnTo>
                  <a:pt x="246" y="861"/>
                </a:lnTo>
                <a:lnTo>
                  <a:pt x="245" y="861"/>
                </a:lnTo>
                <a:lnTo>
                  <a:pt x="244" y="862"/>
                </a:lnTo>
                <a:lnTo>
                  <a:pt x="243" y="862"/>
                </a:lnTo>
                <a:lnTo>
                  <a:pt x="242" y="862"/>
                </a:lnTo>
                <a:lnTo>
                  <a:pt x="242" y="861"/>
                </a:lnTo>
                <a:lnTo>
                  <a:pt x="241" y="861"/>
                </a:lnTo>
                <a:lnTo>
                  <a:pt x="242" y="861"/>
                </a:lnTo>
                <a:lnTo>
                  <a:pt x="242" y="862"/>
                </a:lnTo>
                <a:lnTo>
                  <a:pt x="241" y="862"/>
                </a:lnTo>
                <a:lnTo>
                  <a:pt x="240" y="862"/>
                </a:lnTo>
                <a:lnTo>
                  <a:pt x="239" y="862"/>
                </a:lnTo>
                <a:lnTo>
                  <a:pt x="238" y="862"/>
                </a:lnTo>
                <a:lnTo>
                  <a:pt x="238" y="863"/>
                </a:lnTo>
                <a:lnTo>
                  <a:pt x="237" y="863"/>
                </a:lnTo>
                <a:lnTo>
                  <a:pt x="236" y="864"/>
                </a:lnTo>
                <a:lnTo>
                  <a:pt x="234" y="866"/>
                </a:lnTo>
                <a:lnTo>
                  <a:pt x="233" y="867"/>
                </a:lnTo>
                <a:lnTo>
                  <a:pt x="232" y="867"/>
                </a:lnTo>
                <a:lnTo>
                  <a:pt x="232" y="868"/>
                </a:lnTo>
                <a:lnTo>
                  <a:pt x="232" y="869"/>
                </a:lnTo>
                <a:lnTo>
                  <a:pt x="231" y="869"/>
                </a:lnTo>
                <a:lnTo>
                  <a:pt x="230" y="869"/>
                </a:lnTo>
                <a:lnTo>
                  <a:pt x="229" y="869"/>
                </a:lnTo>
                <a:lnTo>
                  <a:pt x="228" y="869"/>
                </a:lnTo>
                <a:lnTo>
                  <a:pt x="227" y="869"/>
                </a:lnTo>
                <a:lnTo>
                  <a:pt x="226" y="869"/>
                </a:lnTo>
                <a:lnTo>
                  <a:pt x="225" y="869"/>
                </a:lnTo>
                <a:lnTo>
                  <a:pt x="225" y="868"/>
                </a:lnTo>
                <a:lnTo>
                  <a:pt x="224" y="868"/>
                </a:lnTo>
                <a:lnTo>
                  <a:pt x="223" y="868"/>
                </a:lnTo>
                <a:lnTo>
                  <a:pt x="222" y="868"/>
                </a:lnTo>
                <a:lnTo>
                  <a:pt x="221" y="869"/>
                </a:lnTo>
                <a:lnTo>
                  <a:pt x="220" y="869"/>
                </a:lnTo>
                <a:lnTo>
                  <a:pt x="219" y="868"/>
                </a:lnTo>
                <a:lnTo>
                  <a:pt x="218" y="867"/>
                </a:lnTo>
                <a:lnTo>
                  <a:pt x="217" y="867"/>
                </a:lnTo>
                <a:lnTo>
                  <a:pt x="216" y="867"/>
                </a:lnTo>
                <a:lnTo>
                  <a:pt x="215" y="868"/>
                </a:lnTo>
                <a:lnTo>
                  <a:pt x="214" y="868"/>
                </a:lnTo>
                <a:lnTo>
                  <a:pt x="214" y="867"/>
                </a:lnTo>
                <a:lnTo>
                  <a:pt x="213" y="867"/>
                </a:lnTo>
                <a:lnTo>
                  <a:pt x="211" y="867"/>
                </a:lnTo>
                <a:lnTo>
                  <a:pt x="211" y="868"/>
                </a:lnTo>
                <a:lnTo>
                  <a:pt x="209" y="868"/>
                </a:lnTo>
                <a:lnTo>
                  <a:pt x="208" y="868"/>
                </a:lnTo>
                <a:lnTo>
                  <a:pt x="207" y="870"/>
                </a:lnTo>
                <a:lnTo>
                  <a:pt x="206" y="870"/>
                </a:lnTo>
                <a:lnTo>
                  <a:pt x="206" y="871"/>
                </a:lnTo>
                <a:lnTo>
                  <a:pt x="205" y="871"/>
                </a:lnTo>
                <a:lnTo>
                  <a:pt x="204" y="871"/>
                </a:lnTo>
                <a:lnTo>
                  <a:pt x="203" y="871"/>
                </a:lnTo>
                <a:lnTo>
                  <a:pt x="203" y="872"/>
                </a:lnTo>
                <a:lnTo>
                  <a:pt x="203" y="873"/>
                </a:lnTo>
                <a:lnTo>
                  <a:pt x="202" y="873"/>
                </a:lnTo>
                <a:lnTo>
                  <a:pt x="201" y="874"/>
                </a:lnTo>
                <a:lnTo>
                  <a:pt x="200" y="875"/>
                </a:lnTo>
                <a:lnTo>
                  <a:pt x="200" y="876"/>
                </a:lnTo>
                <a:lnTo>
                  <a:pt x="199" y="877"/>
                </a:lnTo>
                <a:lnTo>
                  <a:pt x="197" y="879"/>
                </a:lnTo>
                <a:lnTo>
                  <a:pt x="196" y="880"/>
                </a:lnTo>
                <a:lnTo>
                  <a:pt x="195" y="881"/>
                </a:lnTo>
                <a:lnTo>
                  <a:pt x="195" y="883"/>
                </a:lnTo>
                <a:lnTo>
                  <a:pt x="194" y="884"/>
                </a:lnTo>
                <a:lnTo>
                  <a:pt x="193" y="885"/>
                </a:lnTo>
                <a:lnTo>
                  <a:pt x="192" y="887"/>
                </a:lnTo>
                <a:lnTo>
                  <a:pt x="191" y="889"/>
                </a:lnTo>
                <a:lnTo>
                  <a:pt x="190" y="890"/>
                </a:lnTo>
                <a:lnTo>
                  <a:pt x="190" y="892"/>
                </a:lnTo>
                <a:lnTo>
                  <a:pt x="189" y="893"/>
                </a:lnTo>
                <a:lnTo>
                  <a:pt x="189" y="894"/>
                </a:lnTo>
                <a:lnTo>
                  <a:pt x="189" y="895"/>
                </a:lnTo>
                <a:lnTo>
                  <a:pt x="188" y="896"/>
                </a:lnTo>
                <a:lnTo>
                  <a:pt x="188" y="897"/>
                </a:lnTo>
                <a:lnTo>
                  <a:pt x="187" y="898"/>
                </a:lnTo>
                <a:lnTo>
                  <a:pt x="187" y="900"/>
                </a:lnTo>
                <a:lnTo>
                  <a:pt x="186" y="900"/>
                </a:lnTo>
                <a:lnTo>
                  <a:pt x="185" y="901"/>
                </a:lnTo>
                <a:lnTo>
                  <a:pt x="184" y="902"/>
                </a:lnTo>
                <a:lnTo>
                  <a:pt x="184" y="903"/>
                </a:lnTo>
                <a:lnTo>
                  <a:pt x="183" y="904"/>
                </a:lnTo>
                <a:lnTo>
                  <a:pt x="182" y="905"/>
                </a:lnTo>
                <a:lnTo>
                  <a:pt x="181" y="905"/>
                </a:lnTo>
                <a:lnTo>
                  <a:pt x="180" y="905"/>
                </a:lnTo>
                <a:lnTo>
                  <a:pt x="179" y="905"/>
                </a:lnTo>
                <a:lnTo>
                  <a:pt x="179" y="904"/>
                </a:lnTo>
                <a:lnTo>
                  <a:pt x="179" y="903"/>
                </a:lnTo>
                <a:lnTo>
                  <a:pt x="178" y="903"/>
                </a:lnTo>
                <a:lnTo>
                  <a:pt x="178" y="904"/>
                </a:lnTo>
                <a:lnTo>
                  <a:pt x="178" y="905"/>
                </a:lnTo>
                <a:lnTo>
                  <a:pt x="178" y="906"/>
                </a:lnTo>
                <a:lnTo>
                  <a:pt x="175" y="906"/>
                </a:lnTo>
                <a:lnTo>
                  <a:pt x="174" y="906"/>
                </a:lnTo>
                <a:lnTo>
                  <a:pt x="173" y="906"/>
                </a:lnTo>
                <a:lnTo>
                  <a:pt x="172" y="906"/>
                </a:lnTo>
                <a:lnTo>
                  <a:pt x="171" y="906"/>
                </a:lnTo>
                <a:lnTo>
                  <a:pt x="170" y="905"/>
                </a:lnTo>
                <a:lnTo>
                  <a:pt x="169" y="906"/>
                </a:lnTo>
                <a:lnTo>
                  <a:pt x="168" y="906"/>
                </a:lnTo>
                <a:lnTo>
                  <a:pt x="167" y="907"/>
                </a:lnTo>
                <a:lnTo>
                  <a:pt x="166" y="907"/>
                </a:lnTo>
                <a:lnTo>
                  <a:pt x="166" y="908"/>
                </a:lnTo>
                <a:lnTo>
                  <a:pt x="165" y="909"/>
                </a:lnTo>
                <a:lnTo>
                  <a:pt x="164" y="909"/>
                </a:lnTo>
                <a:lnTo>
                  <a:pt x="163" y="909"/>
                </a:lnTo>
                <a:lnTo>
                  <a:pt x="163" y="908"/>
                </a:lnTo>
                <a:lnTo>
                  <a:pt x="162" y="908"/>
                </a:lnTo>
                <a:lnTo>
                  <a:pt x="161" y="907"/>
                </a:lnTo>
                <a:lnTo>
                  <a:pt x="160" y="907"/>
                </a:lnTo>
                <a:lnTo>
                  <a:pt x="159" y="907"/>
                </a:lnTo>
                <a:lnTo>
                  <a:pt x="158" y="907"/>
                </a:lnTo>
                <a:lnTo>
                  <a:pt x="156" y="907"/>
                </a:lnTo>
                <a:lnTo>
                  <a:pt x="155" y="907"/>
                </a:lnTo>
                <a:lnTo>
                  <a:pt x="154" y="908"/>
                </a:lnTo>
                <a:lnTo>
                  <a:pt x="154" y="909"/>
                </a:lnTo>
                <a:lnTo>
                  <a:pt x="153" y="909"/>
                </a:lnTo>
                <a:lnTo>
                  <a:pt x="152" y="909"/>
                </a:lnTo>
                <a:lnTo>
                  <a:pt x="151" y="909"/>
                </a:lnTo>
                <a:lnTo>
                  <a:pt x="150" y="910"/>
                </a:lnTo>
                <a:lnTo>
                  <a:pt x="150" y="911"/>
                </a:lnTo>
                <a:lnTo>
                  <a:pt x="150" y="912"/>
                </a:lnTo>
                <a:lnTo>
                  <a:pt x="149" y="913"/>
                </a:lnTo>
                <a:lnTo>
                  <a:pt x="148" y="913"/>
                </a:lnTo>
                <a:lnTo>
                  <a:pt x="147" y="913"/>
                </a:lnTo>
                <a:lnTo>
                  <a:pt x="146" y="913"/>
                </a:lnTo>
                <a:lnTo>
                  <a:pt x="145" y="913"/>
                </a:lnTo>
                <a:lnTo>
                  <a:pt x="145" y="912"/>
                </a:lnTo>
                <a:lnTo>
                  <a:pt x="145" y="911"/>
                </a:lnTo>
                <a:lnTo>
                  <a:pt x="145" y="910"/>
                </a:lnTo>
                <a:lnTo>
                  <a:pt x="146" y="910"/>
                </a:lnTo>
                <a:lnTo>
                  <a:pt x="146" y="908"/>
                </a:lnTo>
                <a:lnTo>
                  <a:pt x="147" y="907"/>
                </a:lnTo>
                <a:lnTo>
                  <a:pt x="147" y="906"/>
                </a:lnTo>
                <a:lnTo>
                  <a:pt x="148" y="905"/>
                </a:lnTo>
                <a:lnTo>
                  <a:pt x="148" y="904"/>
                </a:lnTo>
                <a:lnTo>
                  <a:pt x="148" y="903"/>
                </a:lnTo>
                <a:lnTo>
                  <a:pt x="148" y="902"/>
                </a:lnTo>
                <a:lnTo>
                  <a:pt x="147" y="902"/>
                </a:lnTo>
                <a:lnTo>
                  <a:pt x="145" y="903"/>
                </a:lnTo>
                <a:lnTo>
                  <a:pt x="145" y="902"/>
                </a:lnTo>
                <a:lnTo>
                  <a:pt x="145" y="901"/>
                </a:lnTo>
                <a:lnTo>
                  <a:pt x="144" y="900"/>
                </a:lnTo>
                <a:lnTo>
                  <a:pt x="143" y="898"/>
                </a:lnTo>
                <a:lnTo>
                  <a:pt x="144" y="897"/>
                </a:lnTo>
                <a:lnTo>
                  <a:pt x="144" y="895"/>
                </a:lnTo>
                <a:lnTo>
                  <a:pt x="145" y="894"/>
                </a:lnTo>
                <a:lnTo>
                  <a:pt x="145" y="893"/>
                </a:lnTo>
                <a:lnTo>
                  <a:pt x="146" y="893"/>
                </a:lnTo>
                <a:lnTo>
                  <a:pt x="147" y="892"/>
                </a:lnTo>
                <a:lnTo>
                  <a:pt x="147" y="891"/>
                </a:lnTo>
                <a:lnTo>
                  <a:pt x="148" y="891"/>
                </a:lnTo>
                <a:lnTo>
                  <a:pt x="148" y="890"/>
                </a:lnTo>
                <a:lnTo>
                  <a:pt x="147" y="890"/>
                </a:lnTo>
                <a:lnTo>
                  <a:pt x="147" y="889"/>
                </a:lnTo>
                <a:lnTo>
                  <a:pt x="146" y="890"/>
                </a:lnTo>
                <a:lnTo>
                  <a:pt x="145" y="890"/>
                </a:lnTo>
                <a:lnTo>
                  <a:pt x="145" y="891"/>
                </a:lnTo>
                <a:lnTo>
                  <a:pt x="144" y="890"/>
                </a:lnTo>
                <a:lnTo>
                  <a:pt x="143" y="889"/>
                </a:lnTo>
                <a:lnTo>
                  <a:pt x="142" y="889"/>
                </a:lnTo>
                <a:lnTo>
                  <a:pt x="142" y="888"/>
                </a:lnTo>
                <a:lnTo>
                  <a:pt x="142" y="886"/>
                </a:lnTo>
                <a:lnTo>
                  <a:pt x="142" y="885"/>
                </a:lnTo>
                <a:lnTo>
                  <a:pt x="143" y="885"/>
                </a:lnTo>
                <a:lnTo>
                  <a:pt x="143" y="884"/>
                </a:lnTo>
                <a:lnTo>
                  <a:pt x="142" y="882"/>
                </a:lnTo>
                <a:lnTo>
                  <a:pt x="142" y="880"/>
                </a:lnTo>
                <a:lnTo>
                  <a:pt x="143" y="879"/>
                </a:lnTo>
                <a:lnTo>
                  <a:pt x="143" y="878"/>
                </a:lnTo>
                <a:lnTo>
                  <a:pt x="144" y="878"/>
                </a:lnTo>
                <a:lnTo>
                  <a:pt x="144" y="875"/>
                </a:lnTo>
                <a:lnTo>
                  <a:pt x="144" y="874"/>
                </a:lnTo>
                <a:lnTo>
                  <a:pt x="143" y="874"/>
                </a:lnTo>
                <a:lnTo>
                  <a:pt x="143" y="876"/>
                </a:lnTo>
                <a:lnTo>
                  <a:pt x="142" y="878"/>
                </a:lnTo>
                <a:lnTo>
                  <a:pt x="141" y="878"/>
                </a:lnTo>
                <a:lnTo>
                  <a:pt x="140" y="877"/>
                </a:lnTo>
                <a:lnTo>
                  <a:pt x="139" y="876"/>
                </a:lnTo>
                <a:lnTo>
                  <a:pt x="138" y="875"/>
                </a:lnTo>
                <a:lnTo>
                  <a:pt x="137" y="875"/>
                </a:lnTo>
                <a:lnTo>
                  <a:pt x="136" y="874"/>
                </a:lnTo>
                <a:lnTo>
                  <a:pt x="135" y="874"/>
                </a:lnTo>
                <a:lnTo>
                  <a:pt x="135" y="873"/>
                </a:lnTo>
                <a:lnTo>
                  <a:pt x="134" y="872"/>
                </a:lnTo>
                <a:lnTo>
                  <a:pt x="134" y="871"/>
                </a:lnTo>
                <a:lnTo>
                  <a:pt x="134" y="870"/>
                </a:lnTo>
                <a:lnTo>
                  <a:pt x="133" y="869"/>
                </a:lnTo>
                <a:lnTo>
                  <a:pt x="133" y="870"/>
                </a:lnTo>
                <a:lnTo>
                  <a:pt x="132" y="869"/>
                </a:lnTo>
                <a:lnTo>
                  <a:pt x="131" y="869"/>
                </a:lnTo>
                <a:lnTo>
                  <a:pt x="131" y="870"/>
                </a:lnTo>
                <a:lnTo>
                  <a:pt x="133" y="871"/>
                </a:lnTo>
                <a:lnTo>
                  <a:pt x="134" y="872"/>
                </a:lnTo>
                <a:lnTo>
                  <a:pt x="134" y="873"/>
                </a:lnTo>
                <a:lnTo>
                  <a:pt x="134" y="874"/>
                </a:lnTo>
                <a:lnTo>
                  <a:pt x="134" y="875"/>
                </a:lnTo>
                <a:lnTo>
                  <a:pt x="135" y="876"/>
                </a:lnTo>
                <a:lnTo>
                  <a:pt x="136" y="877"/>
                </a:lnTo>
                <a:lnTo>
                  <a:pt x="137" y="877"/>
                </a:lnTo>
                <a:lnTo>
                  <a:pt x="137" y="878"/>
                </a:lnTo>
                <a:lnTo>
                  <a:pt x="137" y="879"/>
                </a:lnTo>
                <a:lnTo>
                  <a:pt x="138" y="881"/>
                </a:lnTo>
                <a:lnTo>
                  <a:pt x="138" y="882"/>
                </a:lnTo>
                <a:lnTo>
                  <a:pt x="139" y="882"/>
                </a:lnTo>
                <a:lnTo>
                  <a:pt x="139" y="883"/>
                </a:lnTo>
                <a:lnTo>
                  <a:pt x="140" y="885"/>
                </a:lnTo>
                <a:lnTo>
                  <a:pt x="140" y="886"/>
                </a:lnTo>
                <a:lnTo>
                  <a:pt x="139" y="886"/>
                </a:lnTo>
                <a:lnTo>
                  <a:pt x="137" y="886"/>
                </a:lnTo>
                <a:lnTo>
                  <a:pt x="136" y="886"/>
                </a:lnTo>
                <a:lnTo>
                  <a:pt x="136" y="887"/>
                </a:lnTo>
                <a:lnTo>
                  <a:pt x="136" y="888"/>
                </a:lnTo>
                <a:lnTo>
                  <a:pt x="136" y="889"/>
                </a:lnTo>
                <a:lnTo>
                  <a:pt x="137" y="889"/>
                </a:lnTo>
                <a:lnTo>
                  <a:pt x="138" y="890"/>
                </a:lnTo>
                <a:lnTo>
                  <a:pt x="137" y="889"/>
                </a:lnTo>
                <a:lnTo>
                  <a:pt x="138" y="887"/>
                </a:lnTo>
                <a:lnTo>
                  <a:pt x="139" y="887"/>
                </a:lnTo>
                <a:lnTo>
                  <a:pt x="139" y="886"/>
                </a:lnTo>
                <a:lnTo>
                  <a:pt x="140" y="886"/>
                </a:lnTo>
                <a:lnTo>
                  <a:pt x="140" y="889"/>
                </a:lnTo>
                <a:lnTo>
                  <a:pt x="140" y="890"/>
                </a:lnTo>
                <a:lnTo>
                  <a:pt x="141" y="891"/>
                </a:lnTo>
                <a:lnTo>
                  <a:pt x="141" y="893"/>
                </a:lnTo>
                <a:lnTo>
                  <a:pt x="140" y="893"/>
                </a:lnTo>
                <a:lnTo>
                  <a:pt x="140" y="894"/>
                </a:lnTo>
                <a:lnTo>
                  <a:pt x="139" y="896"/>
                </a:lnTo>
                <a:lnTo>
                  <a:pt x="139" y="897"/>
                </a:lnTo>
                <a:lnTo>
                  <a:pt x="138" y="897"/>
                </a:lnTo>
                <a:lnTo>
                  <a:pt x="137" y="896"/>
                </a:lnTo>
                <a:lnTo>
                  <a:pt x="137" y="897"/>
                </a:lnTo>
                <a:lnTo>
                  <a:pt x="137" y="898"/>
                </a:lnTo>
                <a:lnTo>
                  <a:pt x="137" y="899"/>
                </a:lnTo>
                <a:lnTo>
                  <a:pt x="138" y="900"/>
                </a:lnTo>
                <a:lnTo>
                  <a:pt x="138" y="901"/>
                </a:lnTo>
                <a:lnTo>
                  <a:pt x="138" y="900"/>
                </a:lnTo>
                <a:lnTo>
                  <a:pt x="138" y="899"/>
                </a:lnTo>
                <a:lnTo>
                  <a:pt x="139" y="900"/>
                </a:lnTo>
                <a:lnTo>
                  <a:pt x="140" y="900"/>
                </a:lnTo>
                <a:lnTo>
                  <a:pt x="140" y="901"/>
                </a:lnTo>
                <a:lnTo>
                  <a:pt x="140" y="902"/>
                </a:lnTo>
                <a:lnTo>
                  <a:pt x="140" y="903"/>
                </a:lnTo>
                <a:lnTo>
                  <a:pt x="141" y="903"/>
                </a:lnTo>
                <a:lnTo>
                  <a:pt x="143" y="904"/>
                </a:lnTo>
                <a:lnTo>
                  <a:pt x="143" y="906"/>
                </a:lnTo>
                <a:lnTo>
                  <a:pt x="144" y="906"/>
                </a:lnTo>
                <a:lnTo>
                  <a:pt x="143" y="907"/>
                </a:lnTo>
                <a:lnTo>
                  <a:pt x="143" y="908"/>
                </a:lnTo>
                <a:lnTo>
                  <a:pt x="142" y="909"/>
                </a:lnTo>
                <a:lnTo>
                  <a:pt x="142" y="910"/>
                </a:lnTo>
                <a:lnTo>
                  <a:pt x="142" y="911"/>
                </a:lnTo>
                <a:lnTo>
                  <a:pt x="142" y="912"/>
                </a:lnTo>
                <a:lnTo>
                  <a:pt x="142" y="914"/>
                </a:lnTo>
                <a:lnTo>
                  <a:pt x="142" y="915"/>
                </a:lnTo>
                <a:lnTo>
                  <a:pt x="141" y="915"/>
                </a:lnTo>
                <a:lnTo>
                  <a:pt x="140" y="916"/>
                </a:lnTo>
                <a:lnTo>
                  <a:pt x="140" y="917"/>
                </a:lnTo>
                <a:lnTo>
                  <a:pt x="140" y="918"/>
                </a:lnTo>
                <a:lnTo>
                  <a:pt x="140" y="919"/>
                </a:lnTo>
                <a:lnTo>
                  <a:pt x="140" y="921"/>
                </a:lnTo>
                <a:lnTo>
                  <a:pt x="140" y="922"/>
                </a:lnTo>
                <a:lnTo>
                  <a:pt x="140" y="923"/>
                </a:lnTo>
                <a:lnTo>
                  <a:pt x="139" y="924"/>
                </a:lnTo>
                <a:lnTo>
                  <a:pt x="139" y="925"/>
                </a:lnTo>
                <a:lnTo>
                  <a:pt x="137" y="926"/>
                </a:lnTo>
                <a:lnTo>
                  <a:pt x="137" y="925"/>
                </a:lnTo>
                <a:lnTo>
                  <a:pt x="135" y="924"/>
                </a:lnTo>
                <a:lnTo>
                  <a:pt x="135" y="923"/>
                </a:lnTo>
                <a:lnTo>
                  <a:pt x="134" y="924"/>
                </a:lnTo>
                <a:lnTo>
                  <a:pt x="133" y="925"/>
                </a:lnTo>
                <a:lnTo>
                  <a:pt x="133" y="926"/>
                </a:lnTo>
                <a:lnTo>
                  <a:pt x="133" y="925"/>
                </a:lnTo>
                <a:lnTo>
                  <a:pt x="132" y="925"/>
                </a:lnTo>
                <a:lnTo>
                  <a:pt x="132" y="926"/>
                </a:lnTo>
                <a:lnTo>
                  <a:pt x="132" y="927"/>
                </a:lnTo>
                <a:lnTo>
                  <a:pt x="132" y="928"/>
                </a:lnTo>
                <a:lnTo>
                  <a:pt x="131" y="929"/>
                </a:lnTo>
                <a:lnTo>
                  <a:pt x="130" y="930"/>
                </a:lnTo>
                <a:lnTo>
                  <a:pt x="129" y="930"/>
                </a:lnTo>
                <a:lnTo>
                  <a:pt x="129" y="931"/>
                </a:lnTo>
                <a:lnTo>
                  <a:pt x="128" y="931"/>
                </a:lnTo>
                <a:lnTo>
                  <a:pt x="127" y="931"/>
                </a:lnTo>
                <a:lnTo>
                  <a:pt x="126" y="931"/>
                </a:lnTo>
                <a:lnTo>
                  <a:pt x="125" y="930"/>
                </a:lnTo>
                <a:lnTo>
                  <a:pt x="125" y="929"/>
                </a:lnTo>
                <a:lnTo>
                  <a:pt x="125" y="930"/>
                </a:lnTo>
                <a:lnTo>
                  <a:pt x="124" y="930"/>
                </a:lnTo>
                <a:lnTo>
                  <a:pt x="123" y="931"/>
                </a:lnTo>
                <a:lnTo>
                  <a:pt x="122" y="931"/>
                </a:lnTo>
                <a:lnTo>
                  <a:pt x="122" y="932"/>
                </a:lnTo>
                <a:lnTo>
                  <a:pt x="121" y="932"/>
                </a:lnTo>
                <a:lnTo>
                  <a:pt x="121" y="933"/>
                </a:lnTo>
                <a:lnTo>
                  <a:pt x="120" y="933"/>
                </a:lnTo>
                <a:lnTo>
                  <a:pt x="120" y="932"/>
                </a:lnTo>
                <a:lnTo>
                  <a:pt x="119" y="933"/>
                </a:lnTo>
                <a:lnTo>
                  <a:pt x="118" y="933"/>
                </a:lnTo>
                <a:lnTo>
                  <a:pt x="117" y="934"/>
                </a:lnTo>
                <a:lnTo>
                  <a:pt x="116" y="934"/>
                </a:lnTo>
                <a:lnTo>
                  <a:pt x="116" y="935"/>
                </a:lnTo>
                <a:lnTo>
                  <a:pt x="115" y="935"/>
                </a:lnTo>
                <a:lnTo>
                  <a:pt x="113" y="936"/>
                </a:lnTo>
                <a:lnTo>
                  <a:pt x="113" y="935"/>
                </a:lnTo>
                <a:lnTo>
                  <a:pt x="112" y="935"/>
                </a:lnTo>
                <a:lnTo>
                  <a:pt x="112" y="934"/>
                </a:lnTo>
                <a:lnTo>
                  <a:pt x="111" y="934"/>
                </a:lnTo>
                <a:lnTo>
                  <a:pt x="110" y="934"/>
                </a:lnTo>
                <a:lnTo>
                  <a:pt x="109" y="934"/>
                </a:lnTo>
                <a:lnTo>
                  <a:pt x="110" y="935"/>
                </a:lnTo>
                <a:lnTo>
                  <a:pt x="111" y="936"/>
                </a:lnTo>
                <a:lnTo>
                  <a:pt x="111" y="938"/>
                </a:lnTo>
                <a:lnTo>
                  <a:pt x="110" y="939"/>
                </a:lnTo>
                <a:lnTo>
                  <a:pt x="109" y="940"/>
                </a:lnTo>
                <a:lnTo>
                  <a:pt x="109" y="941"/>
                </a:lnTo>
                <a:lnTo>
                  <a:pt x="109" y="942"/>
                </a:lnTo>
                <a:lnTo>
                  <a:pt x="109" y="943"/>
                </a:lnTo>
                <a:lnTo>
                  <a:pt x="109" y="944"/>
                </a:lnTo>
                <a:lnTo>
                  <a:pt x="108" y="945"/>
                </a:lnTo>
                <a:lnTo>
                  <a:pt x="108" y="946"/>
                </a:lnTo>
                <a:lnTo>
                  <a:pt x="107" y="946"/>
                </a:lnTo>
                <a:lnTo>
                  <a:pt x="107" y="947"/>
                </a:lnTo>
                <a:lnTo>
                  <a:pt x="106" y="947"/>
                </a:lnTo>
                <a:lnTo>
                  <a:pt x="106" y="946"/>
                </a:lnTo>
                <a:lnTo>
                  <a:pt x="106" y="945"/>
                </a:lnTo>
                <a:lnTo>
                  <a:pt x="106" y="944"/>
                </a:lnTo>
                <a:lnTo>
                  <a:pt x="106" y="943"/>
                </a:lnTo>
                <a:lnTo>
                  <a:pt x="105" y="942"/>
                </a:lnTo>
                <a:lnTo>
                  <a:pt x="105" y="941"/>
                </a:lnTo>
                <a:lnTo>
                  <a:pt x="105" y="940"/>
                </a:lnTo>
                <a:lnTo>
                  <a:pt x="104" y="940"/>
                </a:lnTo>
                <a:lnTo>
                  <a:pt x="105" y="939"/>
                </a:lnTo>
                <a:lnTo>
                  <a:pt x="105" y="938"/>
                </a:lnTo>
                <a:lnTo>
                  <a:pt x="105" y="937"/>
                </a:lnTo>
                <a:lnTo>
                  <a:pt x="105" y="935"/>
                </a:lnTo>
                <a:lnTo>
                  <a:pt x="105" y="934"/>
                </a:lnTo>
                <a:lnTo>
                  <a:pt x="106" y="934"/>
                </a:lnTo>
                <a:lnTo>
                  <a:pt x="106" y="933"/>
                </a:lnTo>
                <a:lnTo>
                  <a:pt x="107" y="933"/>
                </a:lnTo>
                <a:lnTo>
                  <a:pt x="105" y="932"/>
                </a:lnTo>
                <a:lnTo>
                  <a:pt x="104" y="932"/>
                </a:lnTo>
                <a:lnTo>
                  <a:pt x="104" y="931"/>
                </a:lnTo>
                <a:lnTo>
                  <a:pt x="103" y="931"/>
                </a:lnTo>
                <a:lnTo>
                  <a:pt x="102" y="932"/>
                </a:lnTo>
                <a:lnTo>
                  <a:pt x="101" y="933"/>
                </a:lnTo>
                <a:lnTo>
                  <a:pt x="102" y="933"/>
                </a:lnTo>
                <a:lnTo>
                  <a:pt x="103" y="934"/>
                </a:lnTo>
                <a:lnTo>
                  <a:pt x="103" y="937"/>
                </a:lnTo>
                <a:lnTo>
                  <a:pt x="103" y="938"/>
                </a:lnTo>
                <a:lnTo>
                  <a:pt x="104" y="938"/>
                </a:lnTo>
                <a:lnTo>
                  <a:pt x="104" y="939"/>
                </a:lnTo>
                <a:lnTo>
                  <a:pt x="104" y="940"/>
                </a:lnTo>
                <a:lnTo>
                  <a:pt x="103" y="940"/>
                </a:lnTo>
                <a:lnTo>
                  <a:pt x="103" y="941"/>
                </a:lnTo>
                <a:lnTo>
                  <a:pt x="101" y="941"/>
                </a:lnTo>
                <a:lnTo>
                  <a:pt x="100" y="941"/>
                </a:lnTo>
                <a:lnTo>
                  <a:pt x="99" y="941"/>
                </a:lnTo>
                <a:lnTo>
                  <a:pt x="99" y="942"/>
                </a:lnTo>
                <a:lnTo>
                  <a:pt x="99" y="941"/>
                </a:lnTo>
                <a:lnTo>
                  <a:pt x="100" y="941"/>
                </a:lnTo>
                <a:lnTo>
                  <a:pt x="100" y="942"/>
                </a:lnTo>
                <a:lnTo>
                  <a:pt x="101" y="942"/>
                </a:lnTo>
                <a:lnTo>
                  <a:pt x="102" y="942"/>
                </a:lnTo>
                <a:lnTo>
                  <a:pt x="102" y="943"/>
                </a:lnTo>
                <a:lnTo>
                  <a:pt x="102" y="944"/>
                </a:lnTo>
                <a:lnTo>
                  <a:pt x="102" y="945"/>
                </a:lnTo>
                <a:lnTo>
                  <a:pt x="102" y="946"/>
                </a:lnTo>
                <a:lnTo>
                  <a:pt x="101" y="945"/>
                </a:lnTo>
                <a:lnTo>
                  <a:pt x="101" y="946"/>
                </a:lnTo>
                <a:lnTo>
                  <a:pt x="100" y="946"/>
                </a:lnTo>
                <a:lnTo>
                  <a:pt x="100" y="948"/>
                </a:lnTo>
                <a:lnTo>
                  <a:pt x="99" y="949"/>
                </a:lnTo>
                <a:lnTo>
                  <a:pt x="98" y="952"/>
                </a:lnTo>
                <a:lnTo>
                  <a:pt x="98" y="953"/>
                </a:lnTo>
                <a:lnTo>
                  <a:pt x="97" y="953"/>
                </a:lnTo>
                <a:lnTo>
                  <a:pt x="97" y="954"/>
                </a:lnTo>
                <a:lnTo>
                  <a:pt x="98" y="954"/>
                </a:lnTo>
                <a:lnTo>
                  <a:pt x="99" y="955"/>
                </a:lnTo>
                <a:lnTo>
                  <a:pt x="98" y="955"/>
                </a:lnTo>
                <a:lnTo>
                  <a:pt x="97" y="956"/>
                </a:lnTo>
                <a:lnTo>
                  <a:pt x="97" y="957"/>
                </a:lnTo>
                <a:lnTo>
                  <a:pt x="97" y="958"/>
                </a:lnTo>
                <a:lnTo>
                  <a:pt x="96" y="958"/>
                </a:lnTo>
                <a:lnTo>
                  <a:pt x="96" y="957"/>
                </a:lnTo>
                <a:lnTo>
                  <a:pt x="95" y="957"/>
                </a:lnTo>
                <a:lnTo>
                  <a:pt x="94" y="957"/>
                </a:lnTo>
                <a:lnTo>
                  <a:pt x="94" y="958"/>
                </a:lnTo>
                <a:lnTo>
                  <a:pt x="95" y="958"/>
                </a:lnTo>
                <a:lnTo>
                  <a:pt x="95" y="959"/>
                </a:lnTo>
                <a:lnTo>
                  <a:pt x="96" y="959"/>
                </a:lnTo>
                <a:lnTo>
                  <a:pt x="97" y="959"/>
                </a:lnTo>
                <a:lnTo>
                  <a:pt x="97" y="960"/>
                </a:lnTo>
                <a:lnTo>
                  <a:pt x="97" y="961"/>
                </a:lnTo>
                <a:lnTo>
                  <a:pt x="97" y="962"/>
                </a:lnTo>
                <a:lnTo>
                  <a:pt x="97" y="963"/>
                </a:lnTo>
                <a:lnTo>
                  <a:pt x="96" y="964"/>
                </a:lnTo>
                <a:lnTo>
                  <a:pt x="96" y="965"/>
                </a:lnTo>
                <a:lnTo>
                  <a:pt x="96" y="966"/>
                </a:lnTo>
                <a:lnTo>
                  <a:pt x="96" y="967"/>
                </a:lnTo>
                <a:lnTo>
                  <a:pt x="96" y="968"/>
                </a:lnTo>
                <a:lnTo>
                  <a:pt x="96" y="969"/>
                </a:lnTo>
                <a:lnTo>
                  <a:pt x="96" y="970"/>
                </a:lnTo>
                <a:lnTo>
                  <a:pt x="97" y="971"/>
                </a:lnTo>
                <a:lnTo>
                  <a:pt x="97" y="972"/>
                </a:lnTo>
                <a:lnTo>
                  <a:pt x="97" y="973"/>
                </a:lnTo>
                <a:lnTo>
                  <a:pt x="98" y="974"/>
                </a:lnTo>
                <a:lnTo>
                  <a:pt x="98" y="975"/>
                </a:lnTo>
                <a:lnTo>
                  <a:pt x="99" y="977"/>
                </a:lnTo>
                <a:lnTo>
                  <a:pt x="100" y="978"/>
                </a:lnTo>
                <a:lnTo>
                  <a:pt x="100" y="979"/>
                </a:lnTo>
                <a:lnTo>
                  <a:pt x="101" y="979"/>
                </a:lnTo>
                <a:lnTo>
                  <a:pt x="101" y="980"/>
                </a:lnTo>
                <a:lnTo>
                  <a:pt x="102" y="980"/>
                </a:lnTo>
                <a:lnTo>
                  <a:pt x="102" y="981"/>
                </a:lnTo>
                <a:lnTo>
                  <a:pt x="102" y="982"/>
                </a:lnTo>
                <a:lnTo>
                  <a:pt x="103" y="983"/>
                </a:lnTo>
                <a:lnTo>
                  <a:pt x="102" y="983"/>
                </a:lnTo>
                <a:lnTo>
                  <a:pt x="102" y="984"/>
                </a:lnTo>
                <a:lnTo>
                  <a:pt x="101" y="984"/>
                </a:lnTo>
                <a:lnTo>
                  <a:pt x="101" y="985"/>
                </a:lnTo>
                <a:lnTo>
                  <a:pt x="100" y="985"/>
                </a:lnTo>
                <a:lnTo>
                  <a:pt x="100" y="986"/>
                </a:lnTo>
                <a:lnTo>
                  <a:pt x="99" y="987"/>
                </a:lnTo>
                <a:lnTo>
                  <a:pt x="100" y="987"/>
                </a:lnTo>
                <a:lnTo>
                  <a:pt x="100" y="986"/>
                </a:lnTo>
                <a:lnTo>
                  <a:pt x="101" y="986"/>
                </a:lnTo>
                <a:lnTo>
                  <a:pt x="102" y="986"/>
                </a:lnTo>
                <a:lnTo>
                  <a:pt x="103" y="985"/>
                </a:lnTo>
                <a:lnTo>
                  <a:pt x="104" y="985"/>
                </a:lnTo>
                <a:lnTo>
                  <a:pt x="105" y="985"/>
                </a:lnTo>
                <a:lnTo>
                  <a:pt x="105" y="984"/>
                </a:lnTo>
                <a:lnTo>
                  <a:pt x="107" y="984"/>
                </a:lnTo>
                <a:lnTo>
                  <a:pt x="108" y="983"/>
                </a:lnTo>
                <a:lnTo>
                  <a:pt x="109" y="983"/>
                </a:lnTo>
                <a:lnTo>
                  <a:pt x="110" y="983"/>
                </a:lnTo>
                <a:lnTo>
                  <a:pt x="111" y="983"/>
                </a:lnTo>
                <a:lnTo>
                  <a:pt x="112" y="984"/>
                </a:lnTo>
                <a:lnTo>
                  <a:pt x="113" y="984"/>
                </a:lnTo>
                <a:lnTo>
                  <a:pt x="113" y="985"/>
                </a:lnTo>
                <a:lnTo>
                  <a:pt x="114" y="985"/>
                </a:lnTo>
                <a:lnTo>
                  <a:pt x="115" y="985"/>
                </a:lnTo>
                <a:lnTo>
                  <a:pt x="116" y="985"/>
                </a:lnTo>
                <a:lnTo>
                  <a:pt x="116" y="986"/>
                </a:lnTo>
                <a:lnTo>
                  <a:pt x="117" y="986"/>
                </a:lnTo>
                <a:lnTo>
                  <a:pt x="117" y="985"/>
                </a:lnTo>
                <a:lnTo>
                  <a:pt x="118" y="985"/>
                </a:lnTo>
                <a:lnTo>
                  <a:pt x="119" y="985"/>
                </a:lnTo>
                <a:lnTo>
                  <a:pt x="120" y="985"/>
                </a:lnTo>
                <a:lnTo>
                  <a:pt x="121" y="984"/>
                </a:lnTo>
                <a:lnTo>
                  <a:pt x="125" y="983"/>
                </a:lnTo>
                <a:lnTo>
                  <a:pt x="127" y="983"/>
                </a:lnTo>
                <a:lnTo>
                  <a:pt x="128" y="983"/>
                </a:lnTo>
                <a:lnTo>
                  <a:pt x="128" y="984"/>
                </a:lnTo>
                <a:lnTo>
                  <a:pt x="129" y="984"/>
                </a:lnTo>
                <a:lnTo>
                  <a:pt x="129" y="985"/>
                </a:lnTo>
                <a:lnTo>
                  <a:pt x="130" y="985"/>
                </a:lnTo>
                <a:lnTo>
                  <a:pt x="131" y="986"/>
                </a:lnTo>
                <a:lnTo>
                  <a:pt x="132" y="987"/>
                </a:lnTo>
                <a:lnTo>
                  <a:pt x="133" y="987"/>
                </a:lnTo>
                <a:lnTo>
                  <a:pt x="134" y="987"/>
                </a:lnTo>
                <a:lnTo>
                  <a:pt x="135" y="987"/>
                </a:lnTo>
                <a:lnTo>
                  <a:pt x="136" y="988"/>
                </a:lnTo>
                <a:lnTo>
                  <a:pt x="137" y="988"/>
                </a:lnTo>
                <a:lnTo>
                  <a:pt x="138" y="988"/>
                </a:lnTo>
                <a:lnTo>
                  <a:pt x="138" y="989"/>
                </a:lnTo>
                <a:lnTo>
                  <a:pt x="139" y="989"/>
                </a:lnTo>
                <a:lnTo>
                  <a:pt x="140" y="989"/>
                </a:lnTo>
                <a:lnTo>
                  <a:pt x="139" y="989"/>
                </a:lnTo>
                <a:lnTo>
                  <a:pt x="139" y="988"/>
                </a:lnTo>
                <a:lnTo>
                  <a:pt x="138" y="988"/>
                </a:lnTo>
                <a:lnTo>
                  <a:pt x="138" y="987"/>
                </a:lnTo>
                <a:lnTo>
                  <a:pt x="139" y="987"/>
                </a:lnTo>
                <a:lnTo>
                  <a:pt x="139" y="988"/>
                </a:lnTo>
                <a:lnTo>
                  <a:pt x="140" y="988"/>
                </a:lnTo>
                <a:lnTo>
                  <a:pt x="140" y="989"/>
                </a:lnTo>
                <a:lnTo>
                  <a:pt x="141" y="989"/>
                </a:lnTo>
                <a:lnTo>
                  <a:pt x="141" y="991"/>
                </a:lnTo>
                <a:lnTo>
                  <a:pt x="141" y="992"/>
                </a:lnTo>
                <a:lnTo>
                  <a:pt x="141" y="993"/>
                </a:lnTo>
                <a:lnTo>
                  <a:pt x="140" y="993"/>
                </a:lnTo>
                <a:lnTo>
                  <a:pt x="140" y="994"/>
                </a:lnTo>
                <a:lnTo>
                  <a:pt x="141" y="994"/>
                </a:lnTo>
                <a:lnTo>
                  <a:pt x="141" y="995"/>
                </a:lnTo>
                <a:lnTo>
                  <a:pt x="142" y="996"/>
                </a:lnTo>
                <a:lnTo>
                  <a:pt x="142" y="997"/>
                </a:lnTo>
                <a:lnTo>
                  <a:pt x="141" y="997"/>
                </a:lnTo>
                <a:lnTo>
                  <a:pt x="142" y="997"/>
                </a:lnTo>
                <a:lnTo>
                  <a:pt x="142" y="998"/>
                </a:lnTo>
                <a:lnTo>
                  <a:pt x="142" y="999"/>
                </a:lnTo>
                <a:lnTo>
                  <a:pt x="143" y="999"/>
                </a:lnTo>
                <a:lnTo>
                  <a:pt x="143" y="1001"/>
                </a:lnTo>
                <a:lnTo>
                  <a:pt x="142" y="1002"/>
                </a:lnTo>
                <a:lnTo>
                  <a:pt x="142" y="1003"/>
                </a:lnTo>
                <a:lnTo>
                  <a:pt x="142" y="1004"/>
                </a:lnTo>
                <a:lnTo>
                  <a:pt x="142" y="1005"/>
                </a:lnTo>
                <a:lnTo>
                  <a:pt x="142" y="1008"/>
                </a:lnTo>
                <a:lnTo>
                  <a:pt x="142" y="1009"/>
                </a:lnTo>
                <a:lnTo>
                  <a:pt x="141" y="1009"/>
                </a:lnTo>
                <a:lnTo>
                  <a:pt x="141" y="1010"/>
                </a:lnTo>
                <a:lnTo>
                  <a:pt x="140" y="1010"/>
                </a:lnTo>
                <a:lnTo>
                  <a:pt x="140" y="1011"/>
                </a:lnTo>
                <a:lnTo>
                  <a:pt x="138" y="1011"/>
                </a:lnTo>
                <a:lnTo>
                  <a:pt x="137" y="1010"/>
                </a:lnTo>
                <a:lnTo>
                  <a:pt x="136" y="1010"/>
                </a:lnTo>
                <a:lnTo>
                  <a:pt x="136" y="1009"/>
                </a:lnTo>
                <a:lnTo>
                  <a:pt x="136" y="1008"/>
                </a:lnTo>
                <a:lnTo>
                  <a:pt x="135" y="1008"/>
                </a:lnTo>
                <a:lnTo>
                  <a:pt x="135" y="1007"/>
                </a:lnTo>
                <a:lnTo>
                  <a:pt x="134" y="1007"/>
                </a:lnTo>
                <a:lnTo>
                  <a:pt x="133" y="1006"/>
                </a:lnTo>
                <a:lnTo>
                  <a:pt x="133" y="1005"/>
                </a:lnTo>
                <a:lnTo>
                  <a:pt x="133" y="1004"/>
                </a:lnTo>
                <a:lnTo>
                  <a:pt x="132" y="1004"/>
                </a:lnTo>
                <a:lnTo>
                  <a:pt x="132" y="1003"/>
                </a:lnTo>
                <a:lnTo>
                  <a:pt x="132" y="1002"/>
                </a:lnTo>
                <a:lnTo>
                  <a:pt x="132" y="1001"/>
                </a:lnTo>
                <a:lnTo>
                  <a:pt x="131" y="1001"/>
                </a:lnTo>
                <a:lnTo>
                  <a:pt x="131" y="1000"/>
                </a:lnTo>
                <a:lnTo>
                  <a:pt x="131" y="999"/>
                </a:lnTo>
                <a:lnTo>
                  <a:pt x="130" y="999"/>
                </a:lnTo>
                <a:lnTo>
                  <a:pt x="130" y="998"/>
                </a:lnTo>
                <a:lnTo>
                  <a:pt x="130" y="997"/>
                </a:lnTo>
                <a:lnTo>
                  <a:pt x="129" y="997"/>
                </a:lnTo>
                <a:lnTo>
                  <a:pt x="129" y="998"/>
                </a:lnTo>
                <a:lnTo>
                  <a:pt x="130" y="998"/>
                </a:lnTo>
                <a:lnTo>
                  <a:pt x="130" y="999"/>
                </a:lnTo>
                <a:lnTo>
                  <a:pt x="130" y="1000"/>
                </a:lnTo>
                <a:lnTo>
                  <a:pt x="130" y="1001"/>
                </a:lnTo>
                <a:lnTo>
                  <a:pt x="130" y="1002"/>
                </a:lnTo>
                <a:lnTo>
                  <a:pt x="131" y="1002"/>
                </a:lnTo>
                <a:lnTo>
                  <a:pt x="131" y="1003"/>
                </a:lnTo>
                <a:lnTo>
                  <a:pt x="130" y="1003"/>
                </a:lnTo>
                <a:lnTo>
                  <a:pt x="130" y="1004"/>
                </a:lnTo>
                <a:lnTo>
                  <a:pt x="129" y="1004"/>
                </a:lnTo>
                <a:lnTo>
                  <a:pt x="128" y="1004"/>
                </a:lnTo>
                <a:lnTo>
                  <a:pt x="128" y="1005"/>
                </a:lnTo>
                <a:lnTo>
                  <a:pt x="127" y="1005"/>
                </a:lnTo>
                <a:lnTo>
                  <a:pt x="127" y="1004"/>
                </a:lnTo>
                <a:lnTo>
                  <a:pt x="127" y="1005"/>
                </a:lnTo>
                <a:lnTo>
                  <a:pt x="128" y="1006"/>
                </a:lnTo>
                <a:lnTo>
                  <a:pt x="127" y="1006"/>
                </a:lnTo>
                <a:lnTo>
                  <a:pt x="127" y="1007"/>
                </a:lnTo>
                <a:lnTo>
                  <a:pt x="127" y="1006"/>
                </a:lnTo>
                <a:lnTo>
                  <a:pt x="126" y="1006"/>
                </a:lnTo>
                <a:lnTo>
                  <a:pt x="126" y="1007"/>
                </a:lnTo>
                <a:lnTo>
                  <a:pt x="127" y="1007"/>
                </a:lnTo>
                <a:lnTo>
                  <a:pt x="128" y="1007"/>
                </a:lnTo>
                <a:lnTo>
                  <a:pt x="128" y="1006"/>
                </a:lnTo>
                <a:lnTo>
                  <a:pt x="128" y="1005"/>
                </a:lnTo>
                <a:lnTo>
                  <a:pt x="129" y="1005"/>
                </a:lnTo>
                <a:lnTo>
                  <a:pt x="130" y="1005"/>
                </a:lnTo>
                <a:lnTo>
                  <a:pt x="130" y="1004"/>
                </a:lnTo>
                <a:lnTo>
                  <a:pt x="130" y="1005"/>
                </a:lnTo>
                <a:lnTo>
                  <a:pt x="130" y="1006"/>
                </a:lnTo>
                <a:lnTo>
                  <a:pt x="131" y="1006"/>
                </a:lnTo>
                <a:lnTo>
                  <a:pt x="131" y="1007"/>
                </a:lnTo>
                <a:lnTo>
                  <a:pt x="130" y="1007"/>
                </a:lnTo>
                <a:lnTo>
                  <a:pt x="131" y="1007"/>
                </a:lnTo>
                <a:lnTo>
                  <a:pt x="131" y="1008"/>
                </a:lnTo>
                <a:lnTo>
                  <a:pt x="130" y="1008"/>
                </a:lnTo>
                <a:lnTo>
                  <a:pt x="130" y="1007"/>
                </a:lnTo>
                <a:lnTo>
                  <a:pt x="130" y="1008"/>
                </a:lnTo>
                <a:lnTo>
                  <a:pt x="130" y="1009"/>
                </a:lnTo>
                <a:lnTo>
                  <a:pt x="131" y="1009"/>
                </a:lnTo>
                <a:lnTo>
                  <a:pt x="132" y="1011"/>
                </a:lnTo>
                <a:lnTo>
                  <a:pt x="132" y="1012"/>
                </a:lnTo>
                <a:lnTo>
                  <a:pt x="131" y="1012"/>
                </a:lnTo>
                <a:lnTo>
                  <a:pt x="132" y="1012"/>
                </a:lnTo>
                <a:lnTo>
                  <a:pt x="132" y="1013"/>
                </a:lnTo>
                <a:lnTo>
                  <a:pt x="131" y="1013"/>
                </a:lnTo>
                <a:lnTo>
                  <a:pt x="131" y="1014"/>
                </a:lnTo>
                <a:lnTo>
                  <a:pt x="130" y="1014"/>
                </a:lnTo>
                <a:lnTo>
                  <a:pt x="129" y="1014"/>
                </a:lnTo>
                <a:lnTo>
                  <a:pt x="128" y="1015"/>
                </a:lnTo>
                <a:lnTo>
                  <a:pt x="127" y="1015"/>
                </a:lnTo>
                <a:lnTo>
                  <a:pt x="127" y="1016"/>
                </a:lnTo>
                <a:lnTo>
                  <a:pt x="126" y="1016"/>
                </a:lnTo>
                <a:lnTo>
                  <a:pt x="126" y="1017"/>
                </a:lnTo>
                <a:lnTo>
                  <a:pt x="126" y="1016"/>
                </a:lnTo>
                <a:lnTo>
                  <a:pt x="125" y="1016"/>
                </a:lnTo>
                <a:lnTo>
                  <a:pt x="125" y="1017"/>
                </a:lnTo>
                <a:lnTo>
                  <a:pt x="125" y="1018"/>
                </a:lnTo>
                <a:lnTo>
                  <a:pt x="126" y="1018"/>
                </a:lnTo>
                <a:lnTo>
                  <a:pt x="126" y="1019"/>
                </a:lnTo>
                <a:lnTo>
                  <a:pt x="126" y="1020"/>
                </a:lnTo>
                <a:lnTo>
                  <a:pt x="126" y="1021"/>
                </a:lnTo>
                <a:lnTo>
                  <a:pt x="125" y="1021"/>
                </a:lnTo>
                <a:lnTo>
                  <a:pt x="124" y="1021"/>
                </a:lnTo>
                <a:lnTo>
                  <a:pt x="123" y="1021"/>
                </a:lnTo>
                <a:lnTo>
                  <a:pt x="123" y="1022"/>
                </a:lnTo>
                <a:lnTo>
                  <a:pt x="124" y="1022"/>
                </a:lnTo>
                <a:lnTo>
                  <a:pt x="125" y="1022"/>
                </a:lnTo>
                <a:lnTo>
                  <a:pt x="126" y="1022"/>
                </a:lnTo>
                <a:lnTo>
                  <a:pt x="127" y="1021"/>
                </a:lnTo>
                <a:lnTo>
                  <a:pt x="127" y="1020"/>
                </a:lnTo>
                <a:lnTo>
                  <a:pt x="127" y="1019"/>
                </a:lnTo>
                <a:lnTo>
                  <a:pt x="127" y="1020"/>
                </a:lnTo>
                <a:lnTo>
                  <a:pt x="128" y="1020"/>
                </a:lnTo>
                <a:lnTo>
                  <a:pt x="128" y="1019"/>
                </a:lnTo>
                <a:lnTo>
                  <a:pt x="129" y="1019"/>
                </a:lnTo>
                <a:lnTo>
                  <a:pt x="129" y="1018"/>
                </a:lnTo>
                <a:lnTo>
                  <a:pt x="130" y="1017"/>
                </a:lnTo>
                <a:lnTo>
                  <a:pt x="131" y="1017"/>
                </a:lnTo>
                <a:lnTo>
                  <a:pt x="131" y="1018"/>
                </a:lnTo>
                <a:lnTo>
                  <a:pt x="132" y="1018"/>
                </a:lnTo>
                <a:lnTo>
                  <a:pt x="132" y="1019"/>
                </a:lnTo>
                <a:lnTo>
                  <a:pt x="133" y="1019"/>
                </a:lnTo>
                <a:lnTo>
                  <a:pt x="133" y="1020"/>
                </a:lnTo>
                <a:lnTo>
                  <a:pt x="133" y="1021"/>
                </a:lnTo>
                <a:lnTo>
                  <a:pt x="132" y="1021"/>
                </a:lnTo>
                <a:lnTo>
                  <a:pt x="132" y="1022"/>
                </a:lnTo>
                <a:lnTo>
                  <a:pt x="132" y="1024"/>
                </a:lnTo>
                <a:lnTo>
                  <a:pt x="132" y="1025"/>
                </a:lnTo>
                <a:lnTo>
                  <a:pt x="132" y="1026"/>
                </a:lnTo>
                <a:lnTo>
                  <a:pt x="132" y="1025"/>
                </a:lnTo>
                <a:lnTo>
                  <a:pt x="133" y="1025"/>
                </a:lnTo>
                <a:lnTo>
                  <a:pt x="133" y="1024"/>
                </a:lnTo>
                <a:lnTo>
                  <a:pt x="132" y="1024"/>
                </a:lnTo>
                <a:lnTo>
                  <a:pt x="132" y="1023"/>
                </a:lnTo>
                <a:lnTo>
                  <a:pt x="132" y="1022"/>
                </a:lnTo>
                <a:lnTo>
                  <a:pt x="133" y="1022"/>
                </a:lnTo>
                <a:lnTo>
                  <a:pt x="133" y="1021"/>
                </a:lnTo>
                <a:lnTo>
                  <a:pt x="133" y="1020"/>
                </a:lnTo>
                <a:lnTo>
                  <a:pt x="133" y="1019"/>
                </a:lnTo>
                <a:lnTo>
                  <a:pt x="134" y="1019"/>
                </a:lnTo>
                <a:lnTo>
                  <a:pt x="133" y="1020"/>
                </a:lnTo>
                <a:lnTo>
                  <a:pt x="134" y="1021"/>
                </a:lnTo>
                <a:lnTo>
                  <a:pt x="135" y="1021"/>
                </a:lnTo>
                <a:lnTo>
                  <a:pt x="135" y="1022"/>
                </a:lnTo>
                <a:lnTo>
                  <a:pt x="136" y="1022"/>
                </a:lnTo>
                <a:lnTo>
                  <a:pt x="137" y="1022"/>
                </a:lnTo>
                <a:lnTo>
                  <a:pt x="137" y="1023"/>
                </a:lnTo>
                <a:lnTo>
                  <a:pt x="138" y="1023"/>
                </a:lnTo>
                <a:lnTo>
                  <a:pt x="138" y="1022"/>
                </a:lnTo>
                <a:lnTo>
                  <a:pt x="139" y="1022"/>
                </a:lnTo>
                <a:lnTo>
                  <a:pt x="139" y="1023"/>
                </a:lnTo>
                <a:lnTo>
                  <a:pt x="139" y="1024"/>
                </a:lnTo>
                <a:lnTo>
                  <a:pt x="139" y="1025"/>
                </a:lnTo>
                <a:lnTo>
                  <a:pt x="140" y="1025"/>
                </a:lnTo>
                <a:lnTo>
                  <a:pt x="140" y="1024"/>
                </a:lnTo>
                <a:lnTo>
                  <a:pt x="140" y="1023"/>
                </a:lnTo>
                <a:lnTo>
                  <a:pt x="139" y="1022"/>
                </a:lnTo>
                <a:lnTo>
                  <a:pt x="139" y="1021"/>
                </a:lnTo>
                <a:lnTo>
                  <a:pt x="140" y="1021"/>
                </a:lnTo>
                <a:lnTo>
                  <a:pt x="140" y="1020"/>
                </a:lnTo>
                <a:lnTo>
                  <a:pt x="141" y="1020"/>
                </a:lnTo>
                <a:lnTo>
                  <a:pt x="141" y="1021"/>
                </a:lnTo>
                <a:lnTo>
                  <a:pt x="141" y="1020"/>
                </a:lnTo>
                <a:lnTo>
                  <a:pt x="142" y="1020"/>
                </a:lnTo>
                <a:lnTo>
                  <a:pt x="142" y="1021"/>
                </a:lnTo>
                <a:lnTo>
                  <a:pt x="142" y="1022"/>
                </a:lnTo>
                <a:lnTo>
                  <a:pt x="142" y="1023"/>
                </a:lnTo>
                <a:lnTo>
                  <a:pt x="142" y="1024"/>
                </a:lnTo>
                <a:lnTo>
                  <a:pt x="143" y="1024"/>
                </a:lnTo>
                <a:lnTo>
                  <a:pt x="145" y="1023"/>
                </a:lnTo>
                <a:lnTo>
                  <a:pt x="145" y="1022"/>
                </a:lnTo>
                <a:lnTo>
                  <a:pt x="146" y="1022"/>
                </a:lnTo>
                <a:lnTo>
                  <a:pt x="146" y="1021"/>
                </a:lnTo>
                <a:lnTo>
                  <a:pt x="147" y="1020"/>
                </a:lnTo>
                <a:lnTo>
                  <a:pt x="148" y="1020"/>
                </a:lnTo>
                <a:lnTo>
                  <a:pt x="149" y="1020"/>
                </a:lnTo>
                <a:lnTo>
                  <a:pt x="149" y="1019"/>
                </a:lnTo>
                <a:lnTo>
                  <a:pt x="150" y="1019"/>
                </a:lnTo>
                <a:lnTo>
                  <a:pt x="150" y="1020"/>
                </a:lnTo>
                <a:lnTo>
                  <a:pt x="151" y="1020"/>
                </a:lnTo>
                <a:lnTo>
                  <a:pt x="151" y="1019"/>
                </a:lnTo>
                <a:lnTo>
                  <a:pt x="150" y="1019"/>
                </a:lnTo>
                <a:lnTo>
                  <a:pt x="151" y="1018"/>
                </a:lnTo>
                <a:lnTo>
                  <a:pt x="152" y="1018"/>
                </a:lnTo>
                <a:lnTo>
                  <a:pt x="153" y="1018"/>
                </a:lnTo>
                <a:lnTo>
                  <a:pt x="153" y="1019"/>
                </a:lnTo>
                <a:lnTo>
                  <a:pt x="154" y="1019"/>
                </a:lnTo>
                <a:lnTo>
                  <a:pt x="154" y="1020"/>
                </a:lnTo>
                <a:lnTo>
                  <a:pt x="154" y="1021"/>
                </a:lnTo>
                <a:lnTo>
                  <a:pt x="155" y="1021"/>
                </a:lnTo>
                <a:lnTo>
                  <a:pt x="155" y="1022"/>
                </a:lnTo>
                <a:lnTo>
                  <a:pt x="156" y="1022"/>
                </a:lnTo>
                <a:lnTo>
                  <a:pt x="156" y="1021"/>
                </a:lnTo>
                <a:lnTo>
                  <a:pt x="155" y="1021"/>
                </a:lnTo>
                <a:lnTo>
                  <a:pt x="155" y="1020"/>
                </a:lnTo>
                <a:lnTo>
                  <a:pt x="156" y="1020"/>
                </a:lnTo>
                <a:lnTo>
                  <a:pt x="156" y="1019"/>
                </a:lnTo>
                <a:lnTo>
                  <a:pt x="155" y="1018"/>
                </a:lnTo>
                <a:lnTo>
                  <a:pt x="156" y="1017"/>
                </a:lnTo>
                <a:lnTo>
                  <a:pt x="156" y="1016"/>
                </a:lnTo>
                <a:lnTo>
                  <a:pt x="157" y="1016"/>
                </a:lnTo>
                <a:lnTo>
                  <a:pt x="156" y="1016"/>
                </a:lnTo>
                <a:lnTo>
                  <a:pt x="156" y="1017"/>
                </a:lnTo>
                <a:lnTo>
                  <a:pt x="157" y="1016"/>
                </a:lnTo>
                <a:lnTo>
                  <a:pt x="157" y="1017"/>
                </a:lnTo>
                <a:lnTo>
                  <a:pt x="158" y="1017"/>
                </a:lnTo>
                <a:lnTo>
                  <a:pt x="158" y="1018"/>
                </a:lnTo>
                <a:lnTo>
                  <a:pt x="158" y="1019"/>
                </a:lnTo>
                <a:lnTo>
                  <a:pt x="159" y="1019"/>
                </a:lnTo>
                <a:lnTo>
                  <a:pt x="159" y="1020"/>
                </a:lnTo>
                <a:lnTo>
                  <a:pt x="159" y="1021"/>
                </a:lnTo>
                <a:lnTo>
                  <a:pt x="160" y="1022"/>
                </a:lnTo>
                <a:lnTo>
                  <a:pt x="160" y="1023"/>
                </a:lnTo>
                <a:lnTo>
                  <a:pt x="161" y="1023"/>
                </a:lnTo>
                <a:lnTo>
                  <a:pt x="161" y="1024"/>
                </a:lnTo>
                <a:lnTo>
                  <a:pt x="161" y="1025"/>
                </a:lnTo>
                <a:lnTo>
                  <a:pt x="161" y="1026"/>
                </a:lnTo>
                <a:lnTo>
                  <a:pt x="162" y="1027"/>
                </a:lnTo>
                <a:lnTo>
                  <a:pt x="162" y="1029"/>
                </a:lnTo>
                <a:lnTo>
                  <a:pt x="163" y="1031"/>
                </a:lnTo>
                <a:lnTo>
                  <a:pt x="163" y="1034"/>
                </a:lnTo>
                <a:lnTo>
                  <a:pt x="162" y="1034"/>
                </a:lnTo>
                <a:lnTo>
                  <a:pt x="162" y="1035"/>
                </a:lnTo>
                <a:lnTo>
                  <a:pt x="161" y="1034"/>
                </a:lnTo>
                <a:lnTo>
                  <a:pt x="160" y="1034"/>
                </a:lnTo>
                <a:lnTo>
                  <a:pt x="159" y="1034"/>
                </a:lnTo>
                <a:lnTo>
                  <a:pt x="158" y="1034"/>
                </a:lnTo>
                <a:lnTo>
                  <a:pt x="159" y="1034"/>
                </a:lnTo>
                <a:lnTo>
                  <a:pt x="158" y="1034"/>
                </a:lnTo>
                <a:lnTo>
                  <a:pt x="158" y="1035"/>
                </a:lnTo>
                <a:lnTo>
                  <a:pt x="157" y="1035"/>
                </a:lnTo>
                <a:lnTo>
                  <a:pt x="156" y="1035"/>
                </a:lnTo>
                <a:lnTo>
                  <a:pt x="155" y="1035"/>
                </a:lnTo>
                <a:lnTo>
                  <a:pt x="155" y="1034"/>
                </a:lnTo>
                <a:lnTo>
                  <a:pt x="154" y="1034"/>
                </a:lnTo>
                <a:lnTo>
                  <a:pt x="154" y="1033"/>
                </a:lnTo>
                <a:lnTo>
                  <a:pt x="155" y="1033"/>
                </a:lnTo>
                <a:lnTo>
                  <a:pt x="155" y="1032"/>
                </a:lnTo>
                <a:lnTo>
                  <a:pt x="154" y="1032"/>
                </a:lnTo>
                <a:lnTo>
                  <a:pt x="154" y="1033"/>
                </a:lnTo>
                <a:lnTo>
                  <a:pt x="154" y="1032"/>
                </a:lnTo>
                <a:lnTo>
                  <a:pt x="153" y="1032"/>
                </a:lnTo>
                <a:lnTo>
                  <a:pt x="154" y="1032"/>
                </a:lnTo>
                <a:lnTo>
                  <a:pt x="154" y="1031"/>
                </a:lnTo>
                <a:lnTo>
                  <a:pt x="153" y="1031"/>
                </a:lnTo>
                <a:lnTo>
                  <a:pt x="153" y="1030"/>
                </a:lnTo>
                <a:lnTo>
                  <a:pt x="153" y="1029"/>
                </a:lnTo>
                <a:lnTo>
                  <a:pt x="153" y="1028"/>
                </a:lnTo>
                <a:lnTo>
                  <a:pt x="153" y="1027"/>
                </a:lnTo>
                <a:lnTo>
                  <a:pt x="153" y="1026"/>
                </a:lnTo>
                <a:lnTo>
                  <a:pt x="152" y="1026"/>
                </a:lnTo>
                <a:lnTo>
                  <a:pt x="152" y="1025"/>
                </a:lnTo>
                <a:lnTo>
                  <a:pt x="152" y="1026"/>
                </a:lnTo>
                <a:lnTo>
                  <a:pt x="151" y="1026"/>
                </a:lnTo>
                <a:lnTo>
                  <a:pt x="151" y="1025"/>
                </a:lnTo>
                <a:lnTo>
                  <a:pt x="150" y="1025"/>
                </a:lnTo>
                <a:lnTo>
                  <a:pt x="150" y="1024"/>
                </a:lnTo>
                <a:lnTo>
                  <a:pt x="149" y="1025"/>
                </a:lnTo>
                <a:lnTo>
                  <a:pt x="148" y="1026"/>
                </a:lnTo>
                <a:lnTo>
                  <a:pt x="147" y="1026"/>
                </a:lnTo>
                <a:lnTo>
                  <a:pt x="147" y="1027"/>
                </a:lnTo>
                <a:lnTo>
                  <a:pt x="146" y="1027"/>
                </a:lnTo>
                <a:lnTo>
                  <a:pt x="145" y="1027"/>
                </a:lnTo>
                <a:lnTo>
                  <a:pt x="145" y="1028"/>
                </a:lnTo>
                <a:lnTo>
                  <a:pt x="146" y="1028"/>
                </a:lnTo>
                <a:lnTo>
                  <a:pt x="146" y="1029"/>
                </a:lnTo>
                <a:lnTo>
                  <a:pt x="145" y="1029"/>
                </a:lnTo>
                <a:lnTo>
                  <a:pt x="145" y="1030"/>
                </a:lnTo>
                <a:lnTo>
                  <a:pt x="145" y="1031"/>
                </a:lnTo>
                <a:lnTo>
                  <a:pt x="146" y="1031"/>
                </a:lnTo>
                <a:lnTo>
                  <a:pt x="146" y="1032"/>
                </a:lnTo>
                <a:lnTo>
                  <a:pt x="146" y="1033"/>
                </a:lnTo>
                <a:lnTo>
                  <a:pt x="147" y="1034"/>
                </a:lnTo>
                <a:lnTo>
                  <a:pt x="148" y="1033"/>
                </a:lnTo>
                <a:lnTo>
                  <a:pt x="148" y="1034"/>
                </a:lnTo>
                <a:lnTo>
                  <a:pt x="148" y="1035"/>
                </a:lnTo>
                <a:lnTo>
                  <a:pt x="147" y="1035"/>
                </a:lnTo>
                <a:lnTo>
                  <a:pt x="147" y="1036"/>
                </a:lnTo>
                <a:lnTo>
                  <a:pt x="148" y="1036"/>
                </a:lnTo>
                <a:lnTo>
                  <a:pt x="148" y="1035"/>
                </a:lnTo>
                <a:lnTo>
                  <a:pt x="149" y="1035"/>
                </a:lnTo>
                <a:lnTo>
                  <a:pt x="150" y="1035"/>
                </a:lnTo>
                <a:lnTo>
                  <a:pt x="153" y="1037"/>
                </a:lnTo>
                <a:lnTo>
                  <a:pt x="153" y="1038"/>
                </a:lnTo>
                <a:lnTo>
                  <a:pt x="154" y="1038"/>
                </a:lnTo>
                <a:lnTo>
                  <a:pt x="155" y="1038"/>
                </a:lnTo>
                <a:lnTo>
                  <a:pt x="156" y="1039"/>
                </a:lnTo>
                <a:lnTo>
                  <a:pt x="156" y="1038"/>
                </a:lnTo>
                <a:lnTo>
                  <a:pt x="157" y="1037"/>
                </a:lnTo>
                <a:lnTo>
                  <a:pt x="158" y="1037"/>
                </a:lnTo>
                <a:lnTo>
                  <a:pt x="158" y="1036"/>
                </a:lnTo>
                <a:lnTo>
                  <a:pt x="159" y="1035"/>
                </a:lnTo>
                <a:lnTo>
                  <a:pt x="160" y="1036"/>
                </a:lnTo>
                <a:lnTo>
                  <a:pt x="162" y="1038"/>
                </a:lnTo>
                <a:lnTo>
                  <a:pt x="163" y="1038"/>
                </a:lnTo>
                <a:lnTo>
                  <a:pt x="163" y="1039"/>
                </a:lnTo>
                <a:lnTo>
                  <a:pt x="164" y="1039"/>
                </a:lnTo>
                <a:lnTo>
                  <a:pt x="164" y="1040"/>
                </a:lnTo>
                <a:lnTo>
                  <a:pt x="164" y="1041"/>
                </a:lnTo>
                <a:lnTo>
                  <a:pt x="165" y="1042"/>
                </a:lnTo>
                <a:lnTo>
                  <a:pt x="166" y="1044"/>
                </a:lnTo>
                <a:lnTo>
                  <a:pt x="166" y="1045"/>
                </a:lnTo>
                <a:lnTo>
                  <a:pt x="165" y="1044"/>
                </a:lnTo>
                <a:lnTo>
                  <a:pt x="166" y="1045"/>
                </a:lnTo>
                <a:lnTo>
                  <a:pt x="167" y="1045"/>
                </a:lnTo>
                <a:lnTo>
                  <a:pt x="168" y="1045"/>
                </a:lnTo>
                <a:lnTo>
                  <a:pt x="168" y="1046"/>
                </a:lnTo>
                <a:lnTo>
                  <a:pt x="168" y="1047"/>
                </a:lnTo>
                <a:lnTo>
                  <a:pt x="169" y="1047"/>
                </a:lnTo>
                <a:lnTo>
                  <a:pt x="169" y="1048"/>
                </a:lnTo>
                <a:lnTo>
                  <a:pt x="169" y="1049"/>
                </a:lnTo>
                <a:lnTo>
                  <a:pt x="170" y="1050"/>
                </a:lnTo>
                <a:lnTo>
                  <a:pt x="170" y="1051"/>
                </a:lnTo>
                <a:lnTo>
                  <a:pt x="171" y="1052"/>
                </a:lnTo>
                <a:lnTo>
                  <a:pt x="172" y="1053"/>
                </a:lnTo>
                <a:lnTo>
                  <a:pt x="172" y="1054"/>
                </a:lnTo>
                <a:lnTo>
                  <a:pt x="172" y="1055"/>
                </a:lnTo>
                <a:lnTo>
                  <a:pt x="173" y="1055"/>
                </a:lnTo>
                <a:lnTo>
                  <a:pt x="173" y="1056"/>
                </a:lnTo>
                <a:lnTo>
                  <a:pt x="172" y="1057"/>
                </a:lnTo>
                <a:lnTo>
                  <a:pt x="172" y="1058"/>
                </a:lnTo>
                <a:lnTo>
                  <a:pt x="171" y="1060"/>
                </a:lnTo>
                <a:lnTo>
                  <a:pt x="171" y="1061"/>
                </a:lnTo>
                <a:lnTo>
                  <a:pt x="171" y="1062"/>
                </a:lnTo>
                <a:lnTo>
                  <a:pt x="171" y="1063"/>
                </a:lnTo>
                <a:lnTo>
                  <a:pt x="171" y="1065"/>
                </a:lnTo>
                <a:lnTo>
                  <a:pt x="170" y="1065"/>
                </a:lnTo>
                <a:lnTo>
                  <a:pt x="169" y="1065"/>
                </a:lnTo>
                <a:lnTo>
                  <a:pt x="169" y="1066"/>
                </a:lnTo>
                <a:lnTo>
                  <a:pt x="168" y="1067"/>
                </a:lnTo>
                <a:lnTo>
                  <a:pt x="167" y="1068"/>
                </a:lnTo>
                <a:lnTo>
                  <a:pt x="167" y="1069"/>
                </a:lnTo>
                <a:lnTo>
                  <a:pt x="166" y="1069"/>
                </a:lnTo>
                <a:lnTo>
                  <a:pt x="165" y="1069"/>
                </a:lnTo>
                <a:lnTo>
                  <a:pt x="165" y="1070"/>
                </a:lnTo>
                <a:lnTo>
                  <a:pt x="164" y="1070"/>
                </a:lnTo>
                <a:lnTo>
                  <a:pt x="163" y="1071"/>
                </a:lnTo>
                <a:lnTo>
                  <a:pt x="163" y="1073"/>
                </a:lnTo>
                <a:lnTo>
                  <a:pt x="162" y="1073"/>
                </a:lnTo>
                <a:lnTo>
                  <a:pt x="162" y="1074"/>
                </a:lnTo>
                <a:lnTo>
                  <a:pt x="162" y="1075"/>
                </a:lnTo>
                <a:lnTo>
                  <a:pt x="162" y="1076"/>
                </a:lnTo>
                <a:lnTo>
                  <a:pt x="161" y="1076"/>
                </a:lnTo>
                <a:lnTo>
                  <a:pt x="161" y="1077"/>
                </a:lnTo>
                <a:lnTo>
                  <a:pt x="161" y="1078"/>
                </a:lnTo>
                <a:lnTo>
                  <a:pt x="162" y="1078"/>
                </a:lnTo>
                <a:lnTo>
                  <a:pt x="162" y="1079"/>
                </a:lnTo>
                <a:lnTo>
                  <a:pt x="161" y="1079"/>
                </a:lnTo>
                <a:lnTo>
                  <a:pt x="161" y="1078"/>
                </a:lnTo>
                <a:lnTo>
                  <a:pt x="160" y="1079"/>
                </a:lnTo>
                <a:lnTo>
                  <a:pt x="159" y="1080"/>
                </a:lnTo>
                <a:lnTo>
                  <a:pt x="159" y="1081"/>
                </a:lnTo>
                <a:lnTo>
                  <a:pt x="158" y="1081"/>
                </a:lnTo>
                <a:lnTo>
                  <a:pt x="158" y="1082"/>
                </a:lnTo>
                <a:lnTo>
                  <a:pt x="157" y="1083"/>
                </a:lnTo>
                <a:lnTo>
                  <a:pt x="157" y="1084"/>
                </a:lnTo>
                <a:lnTo>
                  <a:pt x="156" y="1085"/>
                </a:lnTo>
                <a:lnTo>
                  <a:pt x="156" y="1086"/>
                </a:lnTo>
                <a:lnTo>
                  <a:pt x="155" y="1087"/>
                </a:lnTo>
                <a:lnTo>
                  <a:pt x="154" y="1087"/>
                </a:lnTo>
                <a:lnTo>
                  <a:pt x="154" y="1088"/>
                </a:lnTo>
                <a:lnTo>
                  <a:pt x="153" y="1088"/>
                </a:lnTo>
                <a:lnTo>
                  <a:pt x="152" y="1088"/>
                </a:lnTo>
                <a:lnTo>
                  <a:pt x="152" y="1089"/>
                </a:lnTo>
                <a:lnTo>
                  <a:pt x="151" y="1089"/>
                </a:lnTo>
                <a:lnTo>
                  <a:pt x="151" y="1090"/>
                </a:lnTo>
                <a:lnTo>
                  <a:pt x="150" y="1091"/>
                </a:lnTo>
                <a:lnTo>
                  <a:pt x="149" y="1091"/>
                </a:lnTo>
                <a:lnTo>
                  <a:pt x="147" y="1091"/>
                </a:lnTo>
                <a:lnTo>
                  <a:pt x="145" y="1090"/>
                </a:lnTo>
                <a:lnTo>
                  <a:pt x="144" y="1090"/>
                </a:lnTo>
                <a:lnTo>
                  <a:pt x="144" y="1091"/>
                </a:lnTo>
                <a:lnTo>
                  <a:pt x="143" y="1091"/>
                </a:lnTo>
                <a:lnTo>
                  <a:pt x="143" y="1092"/>
                </a:lnTo>
                <a:lnTo>
                  <a:pt x="142" y="1092"/>
                </a:lnTo>
                <a:lnTo>
                  <a:pt x="142" y="1093"/>
                </a:lnTo>
                <a:lnTo>
                  <a:pt x="142" y="1092"/>
                </a:lnTo>
                <a:lnTo>
                  <a:pt x="141" y="1092"/>
                </a:lnTo>
                <a:lnTo>
                  <a:pt x="141" y="1093"/>
                </a:lnTo>
                <a:lnTo>
                  <a:pt x="140" y="1094"/>
                </a:lnTo>
                <a:lnTo>
                  <a:pt x="140" y="1095"/>
                </a:lnTo>
                <a:lnTo>
                  <a:pt x="138" y="1096"/>
                </a:lnTo>
                <a:lnTo>
                  <a:pt x="136" y="1099"/>
                </a:lnTo>
                <a:lnTo>
                  <a:pt x="135" y="1099"/>
                </a:lnTo>
                <a:lnTo>
                  <a:pt x="133" y="1100"/>
                </a:lnTo>
                <a:lnTo>
                  <a:pt x="132" y="1101"/>
                </a:lnTo>
                <a:lnTo>
                  <a:pt x="130" y="1101"/>
                </a:lnTo>
                <a:lnTo>
                  <a:pt x="130" y="1100"/>
                </a:lnTo>
                <a:lnTo>
                  <a:pt x="129" y="1100"/>
                </a:lnTo>
                <a:lnTo>
                  <a:pt x="128" y="1100"/>
                </a:lnTo>
                <a:lnTo>
                  <a:pt x="128" y="1101"/>
                </a:lnTo>
                <a:lnTo>
                  <a:pt x="127" y="1102"/>
                </a:lnTo>
                <a:lnTo>
                  <a:pt x="126" y="1103"/>
                </a:lnTo>
                <a:lnTo>
                  <a:pt x="127" y="1103"/>
                </a:lnTo>
                <a:lnTo>
                  <a:pt x="127" y="1104"/>
                </a:lnTo>
                <a:lnTo>
                  <a:pt x="127" y="1105"/>
                </a:lnTo>
                <a:lnTo>
                  <a:pt x="127" y="1104"/>
                </a:lnTo>
                <a:lnTo>
                  <a:pt x="126" y="1104"/>
                </a:lnTo>
                <a:lnTo>
                  <a:pt x="126" y="1103"/>
                </a:lnTo>
                <a:lnTo>
                  <a:pt x="125" y="1102"/>
                </a:lnTo>
                <a:lnTo>
                  <a:pt x="125" y="1101"/>
                </a:lnTo>
                <a:lnTo>
                  <a:pt x="125" y="1100"/>
                </a:lnTo>
                <a:lnTo>
                  <a:pt x="124" y="1100"/>
                </a:lnTo>
                <a:lnTo>
                  <a:pt x="122" y="1100"/>
                </a:lnTo>
                <a:lnTo>
                  <a:pt x="121" y="1100"/>
                </a:lnTo>
                <a:lnTo>
                  <a:pt x="121" y="1101"/>
                </a:lnTo>
                <a:lnTo>
                  <a:pt x="120" y="1101"/>
                </a:lnTo>
                <a:lnTo>
                  <a:pt x="120" y="1100"/>
                </a:lnTo>
                <a:lnTo>
                  <a:pt x="120" y="1099"/>
                </a:lnTo>
                <a:lnTo>
                  <a:pt x="120" y="1098"/>
                </a:lnTo>
                <a:lnTo>
                  <a:pt x="117" y="1098"/>
                </a:lnTo>
                <a:lnTo>
                  <a:pt x="114" y="1098"/>
                </a:lnTo>
                <a:lnTo>
                  <a:pt x="114" y="1099"/>
                </a:lnTo>
                <a:lnTo>
                  <a:pt x="115" y="1099"/>
                </a:lnTo>
                <a:lnTo>
                  <a:pt x="116" y="1099"/>
                </a:lnTo>
                <a:lnTo>
                  <a:pt x="116" y="1100"/>
                </a:lnTo>
                <a:lnTo>
                  <a:pt x="117" y="1100"/>
                </a:lnTo>
                <a:lnTo>
                  <a:pt x="116" y="1100"/>
                </a:lnTo>
                <a:lnTo>
                  <a:pt x="115" y="1100"/>
                </a:lnTo>
                <a:lnTo>
                  <a:pt x="114" y="1100"/>
                </a:lnTo>
                <a:lnTo>
                  <a:pt x="113" y="1100"/>
                </a:lnTo>
                <a:lnTo>
                  <a:pt x="112" y="1100"/>
                </a:lnTo>
                <a:lnTo>
                  <a:pt x="112" y="1099"/>
                </a:lnTo>
                <a:lnTo>
                  <a:pt x="111" y="1099"/>
                </a:lnTo>
                <a:lnTo>
                  <a:pt x="110" y="1099"/>
                </a:lnTo>
                <a:lnTo>
                  <a:pt x="109" y="1099"/>
                </a:lnTo>
                <a:lnTo>
                  <a:pt x="109" y="1100"/>
                </a:lnTo>
                <a:lnTo>
                  <a:pt x="109" y="1101"/>
                </a:lnTo>
                <a:lnTo>
                  <a:pt x="109" y="1102"/>
                </a:lnTo>
                <a:lnTo>
                  <a:pt x="109" y="1103"/>
                </a:lnTo>
                <a:lnTo>
                  <a:pt x="109" y="1104"/>
                </a:lnTo>
                <a:lnTo>
                  <a:pt x="109" y="1105"/>
                </a:lnTo>
                <a:lnTo>
                  <a:pt x="108" y="1105"/>
                </a:lnTo>
                <a:lnTo>
                  <a:pt x="107" y="1106"/>
                </a:lnTo>
                <a:lnTo>
                  <a:pt x="106" y="1106"/>
                </a:lnTo>
                <a:lnTo>
                  <a:pt x="101" y="1106"/>
                </a:lnTo>
                <a:lnTo>
                  <a:pt x="100" y="1107"/>
                </a:lnTo>
                <a:lnTo>
                  <a:pt x="96" y="1107"/>
                </a:lnTo>
                <a:lnTo>
                  <a:pt x="96" y="1108"/>
                </a:lnTo>
                <a:lnTo>
                  <a:pt x="95" y="1107"/>
                </a:lnTo>
                <a:lnTo>
                  <a:pt x="95" y="1106"/>
                </a:lnTo>
                <a:lnTo>
                  <a:pt x="95" y="1105"/>
                </a:lnTo>
                <a:lnTo>
                  <a:pt x="95" y="1104"/>
                </a:lnTo>
                <a:lnTo>
                  <a:pt x="94" y="1103"/>
                </a:lnTo>
                <a:lnTo>
                  <a:pt x="94" y="1102"/>
                </a:lnTo>
                <a:lnTo>
                  <a:pt x="91" y="1102"/>
                </a:lnTo>
                <a:lnTo>
                  <a:pt x="89" y="1102"/>
                </a:lnTo>
                <a:lnTo>
                  <a:pt x="87" y="1102"/>
                </a:lnTo>
                <a:lnTo>
                  <a:pt x="85" y="1101"/>
                </a:lnTo>
                <a:lnTo>
                  <a:pt x="84" y="1099"/>
                </a:lnTo>
                <a:lnTo>
                  <a:pt x="84" y="1098"/>
                </a:lnTo>
                <a:lnTo>
                  <a:pt x="83" y="1097"/>
                </a:lnTo>
                <a:lnTo>
                  <a:pt x="81" y="1097"/>
                </a:lnTo>
                <a:lnTo>
                  <a:pt x="79" y="1097"/>
                </a:lnTo>
                <a:lnTo>
                  <a:pt x="79" y="1098"/>
                </a:lnTo>
                <a:lnTo>
                  <a:pt x="80" y="1098"/>
                </a:lnTo>
                <a:lnTo>
                  <a:pt x="80" y="1099"/>
                </a:lnTo>
                <a:lnTo>
                  <a:pt x="79" y="1099"/>
                </a:lnTo>
                <a:lnTo>
                  <a:pt x="79" y="1100"/>
                </a:lnTo>
                <a:lnTo>
                  <a:pt x="78" y="1100"/>
                </a:lnTo>
                <a:lnTo>
                  <a:pt x="76" y="1100"/>
                </a:lnTo>
                <a:lnTo>
                  <a:pt x="75" y="1100"/>
                </a:lnTo>
                <a:lnTo>
                  <a:pt x="74" y="1099"/>
                </a:lnTo>
                <a:lnTo>
                  <a:pt x="74" y="1098"/>
                </a:lnTo>
                <a:lnTo>
                  <a:pt x="74" y="1099"/>
                </a:lnTo>
                <a:lnTo>
                  <a:pt x="73" y="1099"/>
                </a:lnTo>
                <a:lnTo>
                  <a:pt x="73" y="1100"/>
                </a:lnTo>
                <a:lnTo>
                  <a:pt x="74" y="1100"/>
                </a:lnTo>
                <a:lnTo>
                  <a:pt x="74" y="1101"/>
                </a:lnTo>
                <a:lnTo>
                  <a:pt x="74" y="1102"/>
                </a:lnTo>
                <a:lnTo>
                  <a:pt x="72" y="1102"/>
                </a:lnTo>
                <a:lnTo>
                  <a:pt x="71" y="1101"/>
                </a:lnTo>
                <a:lnTo>
                  <a:pt x="71" y="1100"/>
                </a:lnTo>
                <a:lnTo>
                  <a:pt x="69" y="1098"/>
                </a:lnTo>
                <a:lnTo>
                  <a:pt x="68" y="1098"/>
                </a:lnTo>
                <a:lnTo>
                  <a:pt x="67" y="1098"/>
                </a:lnTo>
                <a:lnTo>
                  <a:pt x="67" y="1099"/>
                </a:lnTo>
                <a:lnTo>
                  <a:pt x="67" y="1100"/>
                </a:lnTo>
                <a:lnTo>
                  <a:pt x="66" y="1101"/>
                </a:lnTo>
                <a:lnTo>
                  <a:pt x="65" y="1102"/>
                </a:lnTo>
                <a:lnTo>
                  <a:pt x="64" y="1103"/>
                </a:lnTo>
                <a:lnTo>
                  <a:pt x="61" y="1107"/>
                </a:lnTo>
                <a:lnTo>
                  <a:pt x="60" y="1108"/>
                </a:lnTo>
                <a:lnTo>
                  <a:pt x="59" y="1109"/>
                </a:lnTo>
                <a:lnTo>
                  <a:pt x="59" y="1110"/>
                </a:lnTo>
                <a:lnTo>
                  <a:pt x="59" y="1111"/>
                </a:lnTo>
                <a:lnTo>
                  <a:pt x="58" y="1111"/>
                </a:lnTo>
                <a:lnTo>
                  <a:pt x="58" y="1112"/>
                </a:lnTo>
                <a:lnTo>
                  <a:pt x="57" y="1112"/>
                </a:lnTo>
                <a:lnTo>
                  <a:pt x="56" y="1112"/>
                </a:lnTo>
                <a:lnTo>
                  <a:pt x="56" y="1109"/>
                </a:lnTo>
                <a:lnTo>
                  <a:pt x="56" y="1108"/>
                </a:lnTo>
                <a:lnTo>
                  <a:pt x="55" y="1107"/>
                </a:lnTo>
                <a:lnTo>
                  <a:pt x="56" y="1107"/>
                </a:lnTo>
                <a:lnTo>
                  <a:pt x="56" y="1104"/>
                </a:lnTo>
                <a:lnTo>
                  <a:pt x="56" y="1103"/>
                </a:lnTo>
                <a:lnTo>
                  <a:pt x="58" y="1100"/>
                </a:lnTo>
                <a:lnTo>
                  <a:pt x="59" y="1100"/>
                </a:lnTo>
                <a:lnTo>
                  <a:pt x="59" y="1098"/>
                </a:lnTo>
                <a:lnTo>
                  <a:pt x="58" y="1098"/>
                </a:lnTo>
                <a:lnTo>
                  <a:pt x="58" y="1097"/>
                </a:lnTo>
                <a:lnTo>
                  <a:pt x="57" y="1094"/>
                </a:lnTo>
                <a:lnTo>
                  <a:pt x="57" y="1092"/>
                </a:lnTo>
                <a:lnTo>
                  <a:pt x="57" y="1091"/>
                </a:lnTo>
                <a:lnTo>
                  <a:pt x="56" y="1090"/>
                </a:lnTo>
                <a:lnTo>
                  <a:pt x="56" y="1089"/>
                </a:lnTo>
                <a:lnTo>
                  <a:pt x="56" y="1088"/>
                </a:lnTo>
                <a:lnTo>
                  <a:pt x="55" y="1088"/>
                </a:lnTo>
                <a:lnTo>
                  <a:pt x="54" y="1087"/>
                </a:lnTo>
                <a:lnTo>
                  <a:pt x="53" y="1086"/>
                </a:lnTo>
                <a:lnTo>
                  <a:pt x="52" y="1086"/>
                </a:lnTo>
                <a:lnTo>
                  <a:pt x="52" y="1085"/>
                </a:lnTo>
                <a:lnTo>
                  <a:pt x="51" y="1085"/>
                </a:lnTo>
                <a:lnTo>
                  <a:pt x="50" y="1085"/>
                </a:lnTo>
                <a:lnTo>
                  <a:pt x="49" y="1085"/>
                </a:lnTo>
                <a:lnTo>
                  <a:pt x="49" y="1086"/>
                </a:lnTo>
                <a:lnTo>
                  <a:pt x="48" y="1085"/>
                </a:lnTo>
                <a:lnTo>
                  <a:pt x="47" y="1083"/>
                </a:lnTo>
                <a:lnTo>
                  <a:pt x="46" y="1081"/>
                </a:lnTo>
                <a:lnTo>
                  <a:pt x="46" y="1078"/>
                </a:lnTo>
                <a:lnTo>
                  <a:pt x="45" y="1077"/>
                </a:lnTo>
                <a:lnTo>
                  <a:pt x="46" y="1077"/>
                </a:lnTo>
                <a:lnTo>
                  <a:pt x="47" y="1077"/>
                </a:lnTo>
                <a:lnTo>
                  <a:pt x="48" y="1077"/>
                </a:lnTo>
                <a:lnTo>
                  <a:pt x="49" y="1076"/>
                </a:lnTo>
                <a:lnTo>
                  <a:pt x="50" y="1076"/>
                </a:lnTo>
                <a:lnTo>
                  <a:pt x="50" y="1075"/>
                </a:lnTo>
                <a:lnTo>
                  <a:pt x="50" y="1074"/>
                </a:lnTo>
                <a:lnTo>
                  <a:pt x="50" y="1073"/>
                </a:lnTo>
                <a:lnTo>
                  <a:pt x="50" y="1072"/>
                </a:lnTo>
                <a:lnTo>
                  <a:pt x="52" y="1071"/>
                </a:lnTo>
                <a:lnTo>
                  <a:pt x="54" y="1072"/>
                </a:lnTo>
                <a:lnTo>
                  <a:pt x="55" y="1072"/>
                </a:lnTo>
                <a:lnTo>
                  <a:pt x="55" y="1073"/>
                </a:lnTo>
                <a:lnTo>
                  <a:pt x="56" y="1073"/>
                </a:lnTo>
                <a:lnTo>
                  <a:pt x="57" y="1073"/>
                </a:lnTo>
                <a:lnTo>
                  <a:pt x="57" y="1074"/>
                </a:lnTo>
                <a:lnTo>
                  <a:pt x="58" y="1075"/>
                </a:lnTo>
                <a:lnTo>
                  <a:pt x="59" y="1075"/>
                </a:lnTo>
                <a:lnTo>
                  <a:pt x="59" y="1076"/>
                </a:lnTo>
                <a:lnTo>
                  <a:pt x="60" y="1076"/>
                </a:lnTo>
                <a:lnTo>
                  <a:pt x="61" y="1076"/>
                </a:lnTo>
                <a:lnTo>
                  <a:pt x="62" y="1076"/>
                </a:lnTo>
                <a:lnTo>
                  <a:pt x="63" y="1076"/>
                </a:lnTo>
                <a:lnTo>
                  <a:pt x="64" y="1076"/>
                </a:lnTo>
                <a:lnTo>
                  <a:pt x="65" y="1076"/>
                </a:lnTo>
                <a:lnTo>
                  <a:pt x="65" y="1077"/>
                </a:lnTo>
                <a:lnTo>
                  <a:pt x="64" y="1078"/>
                </a:lnTo>
                <a:lnTo>
                  <a:pt x="63" y="1078"/>
                </a:lnTo>
                <a:lnTo>
                  <a:pt x="63" y="1079"/>
                </a:lnTo>
                <a:lnTo>
                  <a:pt x="63" y="1080"/>
                </a:lnTo>
                <a:lnTo>
                  <a:pt x="64" y="1081"/>
                </a:lnTo>
                <a:lnTo>
                  <a:pt x="65" y="1081"/>
                </a:lnTo>
                <a:lnTo>
                  <a:pt x="65" y="1082"/>
                </a:lnTo>
                <a:lnTo>
                  <a:pt x="65" y="1083"/>
                </a:lnTo>
                <a:lnTo>
                  <a:pt x="66" y="1083"/>
                </a:lnTo>
                <a:lnTo>
                  <a:pt x="66" y="1084"/>
                </a:lnTo>
                <a:lnTo>
                  <a:pt x="67" y="1084"/>
                </a:lnTo>
                <a:lnTo>
                  <a:pt x="67" y="1085"/>
                </a:lnTo>
                <a:lnTo>
                  <a:pt x="67" y="1086"/>
                </a:lnTo>
                <a:lnTo>
                  <a:pt x="66" y="1086"/>
                </a:lnTo>
                <a:lnTo>
                  <a:pt x="66" y="1087"/>
                </a:lnTo>
                <a:lnTo>
                  <a:pt x="67" y="1087"/>
                </a:lnTo>
                <a:lnTo>
                  <a:pt x="67" y="1088"/>
                </a:lnTo>
                <a:lnTo>
                  <a:pt x="68" y="1088"/>
                </a:lnTo>
                <a:lnTo>
                  <a:pt x="68" y="1087"/>
                </a:lnTo>
                <a:lnTo>
                  <a:pt x="68" y="1086"/>
                </a:lnTo>
                <a:lnTo>
                  <a:pt x="69" y="1086"/>
                </a:lnTo>
                <a:lnTo>
                  <a:pt x="70" y="1086"/>
                </a:lnTo>
                <a:lnTo>
                  <a:pt x="69" y="1086"/>
                </a:lnTo>
                <a:lnTo>
                  <a:pt x="69" y="1085"/>
                </a:lnTo>
                <a:lnTo>
                  <a:pt x="68" y="1085"/>
                </a:lnTo>
                <a:lnTo>
                  <a:pt x="68" y="1084"/>
                </a:lnTo>
                <a:lnTo>
                  <a:pt x="68" y="1083"/>
                </a:lnTo>
                <a:lnTo>
                  <a:pt x="68" y="1082"/>
                </a:lnTo>
                <a:lnTo>
                  <a:pt x="68" y="1081"/>
                </a:lnTo>
                <a:lnTo>
                  <a:pt x="67" y="1080"/>
                </a:lnTo>
                <a:lnTo>
                  <a:pt x="66" y="1080"/>
                </a:lnTo>
                <a:lnTo>
                  <a:pt x="67" y="1080"/>
                </a:lnTo>
                <a:lnTo>
                  <a:pt x="67" y="1079"/>
                </a:lnTo>
                <a:lnTo>
                  <a:pt x="68" y="1079"/>
                </a:lnTo>
                <a:lnTo>
                  <a:pt x="69" y="1079"/>
                </a:lnTo>
                <a:lnTo>
                  <a:pt x="69" y="1078"/>
                </a:lnTo>
                <a:lnTo>
                  <a:pt x="69" y="1077"/>
                </a:lnTo>
                <a:lnTo>
                  <a:pt x="70" y="1077"/>
                </a:lnTo>
                <a:lnTo>
                  <a:pt x="71" y="1076"/>
                </a:lnTo>
                <a:lnTo>
                  <a:pt x="72" y="1075"/>
                </a:lnTo>
                <a:lnTo>
                  <a:pt x="72" y="1074"/>
                </a:lnTo>
                <a:lnTo>
                  <a:pt x="72" y="1073"/>
                </a:lnTo>
                <a:lnTo>
                  <a:pt x="72" y="1072"/>
                </a:lnTo>
                <a:lnTo>
                  <a:pt x="71" y="1072"/>
                </a:lnTo>
                <a:lnTo>
                  <a:pt x="71" y="1071"/>
                </a:lnTo>
                <a:lnTo>
                  <a:pt x="72" y="1071"/>
                </a:lnTo>
                <a:lnTo>
                  <a:pt x="71" y="1071"/>
                </a:lnTo>
                <a:lnTo>
                  <a:pt x="71" y="1070"/>
                </a:lnTo>
                <a:lnTo>
                  <a:pt x="70" y="1069"/>
                </a:lnTo>
                <a:lnTo>
                  <a:pt x="69" y="1068"/>
                </a:lnTo>
                <a:lnTo>
                  <a:pt x="68" y="1067"/>
                </a:lnTo>
                <a:lnTo>
                  <a:pt x="67" y="1067"/>
                </a:lnTo>
                <a:lnTo>
                  <a:pt x="66" y="1068"/>
                </a:lnTo>
                <a:lnTo>
                  <a:pt x="66" y="1069"/>
                </a:lnTo>
                <a:lnTo>
                  <a:pt x="66" y="1068"/>
                </a:lnTo>
                <a:lnTo>
                  <a:pt x="66" y="1067"/>
                </a:lnTo>
                <a:lnTo>
                  <a:pt x="65" y="1067"/>
                </a:lnTo>
                <a:lnTo>
                  <a:pt x="65" y="1066"/>
                </a:lnTo>
                <a:lnTo>
                  <a:pt x="65" y="1065"/>
                </a:lnTo>
                <a:lnTo>
                  <a:pt x="64" y="1065"/>
                </a:lnTo>
                <a:lnTo>
                  <a:pt x="64" y="1064"/>
                </a:lnTo>
                <a:lnTo>
                  <a:pt x="63" y="1064"/>
                </a:lnTo>
                <a:lnTo>
                  <a:pt x="63" y="1063"/>
                </a:lnTo>
                <a:lnTo>
                  <a:pt x="64" y="1063"/>
                </a:lnTo>
                <a:lnTo>
                  <a:pt x="64" y="1062"/>
                </a:lnTo>
                <a:lnTo>
                  <a:pt x="63" y="1062"/>
                </a:lnTo>
                <a:lnTo>
                  <a:pt x="62" y="1063"/>
                </a:lnTo>
                <a:lnTo>
                  <a:pt x="62" y="1065"/>
                </a:lnTo>
                <a:lnTo>
                  <a:pt x="61" y="1066"/>
                </a:lnTo>
                <a:lnTo>
                  <a:pt x="61" y="1067"/>
                </a:lnTo>
                <a:lnTo>
                  <a:pt x="61" y="1068"/>
                </a:lnTo>
                <a:lnTo>
                  <a:pt x="60" y="1068"/>
                </a:lnTo>
                <a:lnTo>
                  <a:pt x="60" y="1069"/>
                </a:lnTo>
                <a:lnTo>
                  <a:pt x="59" y="1069"/>
                </a:lnTo>
                <a:lnTo>
                  <a:pt x="58" y="1067"/>
                </a:lnTo>
                <a:lnTo>
                  <a:pt x="59" y="1065"/>
                </a:lnTo>
                <a:lnTo>
                  <a:pt x="59" y="1064"/>
                </a:lnTo>
                <a:lnTo>
                  <a:pt x="58" y="1064"/>
                </a:lnTo>
                <a:lnTo>
                  <a:pt x="58" y="1063"/>
                </a:lnTo>
                <a:lnTo>
                  <a:pt x="57" y="1063"/>
                </a:lnTo>
                <a:lnTo>
                  <a:pt x="57" y="1062"/>
                </a:lnTo>
                <a:lnTo>
                  <a:pt x="57" y="1061"/>
                </a:lnTo>
                <a:lnTo>
                  <a:pt x="57" y="1060"/>
                </a:lnTo>
                <a:lnTo>
                  <a:pt x="58" y="1059"/>
                </a:lnTo>
                <a:lnTo>
                  <a:pt x="57" y="1059"/>
                </a:lnTo>
                <a:lnTo>
                  <a:pt x="57" y="1058"/>
                </a:lnTo>
                <a:lnTo>
                  <a:pt x="57" y="1057"/>
                </a:lnTo>
                <a:lnTo>
                  <a:pt x="56" y="1057"/>
                </a:lnTo>
                <a:lnTo>
                  <a:pt x="56" y="1058"/>
                </a:lnTo>
                <a:lnTo>
                  <a:pt x="56" y="1059"/>
                </a:lnTo>
                <a:lnTo>
                  <a:pt x="56" y="1060"/>
                </a:lnTo>
                <a:lnTo>
                  <a:pt x="55" y="1060"/>
                </a:lnTo>
                <a:lnTo>
                  <a:pt x="55" y="1061"/>
                </a:lnTo>
                <a:lnTo>
                  <a:pt x="55" y="1062"/>
                </a:lnTo>
                <a:lnTo>
                  <a:pt x="55" y="1063"/>
                </a:lnTo>
                <a:lnTo>
                  <a:pt x="55" y="1064"/>
                </a:lnTo>
                <a:lnTo>
                  <a:pt x="56" y="1064"/>
                </a:lnTo>
                <a:lnTo>
                  <a:pt x="56" y="1065"/>
                </a:lnTo>
                <a:lnTo>
                  <a:pt x="57" y="1065"/>
                </a:lnTo>
                <a:lnTo>
                  <a:pt x="57" y="1066"/>
                </a:lnTo>
                <a:lnTo>
                  <a:pt x="56" y="1066"/>
                </a:lnTo>
                <a:lnTo>
                  <a:pt x="56" y="1067"/>
                </a:lnTo>
                <a:lnTo>
                  <a:pt x="55" y="1069"/>
                </a:lnTo>
                <a:lnTo>
                  <a:pt x="54" y="1070"/>
                </a:lnTo>
                <a:lnTo>
                  <a:pt x="54" y="1069"/>
                </a:lnTo>
                <a:lnTo>
                  <a:pt x="53" y="1069"/>
                </a:lnTo>
                <a:lnTo>
                  <a:pt x="53" y="1068"/>
                </a:lnTo>
                <a:lnTo>
                  <a:pt x="54" y="1067"/>
                </a:lnTo>
                <a:lnTo>
                  <a:pt x="54" y="1066"/>
                </a:lnTo>
                <a:lnTo>
                  <a:pt x="54" y="1065"/>
                </a:lnTo>
                <a:lnTo>
                  <a:pt x="53" y="1064"/>
                </a:lnTo>
                <a:lnTo>
                  <a:pt x="53" y="1063"/>
                </a:lnTo>
                <a:lnTo>
                  <a:pt x="52" y="1063"/>
                </a:lnTo>
                <a:lnTo>
                  <a:pt x="52" y="1062"/>
                </a:lnTo>
                <a:lnTo>
                  <a:pt x="52" y="1061"/>
                </a:lnTo>
                <a:lnTo>
                  <a:pt x="51" y="1061"/>
                </a:lnTo>
                <a:lnTo>
                  <a:pt x="51" y="1060"/>
                </a:lnTo>
                <a:lnTo>
                  <a:pt x="50" y="1059"/>
                </a:lnTo>
                <a:lnTo>
                  <a:pt x="49" y="1058"/>
                </a:lnTo>
                <a:lnTo>
                  <a:pt x="48" y="1058"/>
                </a:lnTo>
                <a:lnTo>
                  <a:pt x="48" y="1059"/>
                </a:lnTo>
                <a:lnTo>
                  <a:pt x="47" y="1059"/>
                </a:lnTo>
                <a:lnTo>
                  <a:pt x="46" y="1059"/>
                </a:lnTo>
                <a:lnTo>
                  <a:pt x="45" y="1059"/>
                </a:lnTo>
                <a:lnTo>
                  <a:pt x="44" y="1059"/>
                </a:lnTo>
                <a:lnTo>
                  <a:pt x="44" y="1058"/>
                </a:lnTo>
                <a:lnTo>
                  <a:pt x="45" y="1058"/>
                </a:lnTo>
                <a:lnTo>
                  <a:pt x="45" y="1057"/>
                </a:lnTo>
                <a:lnTo>
                  <a:pt x="44" y="1057"/>
                </a:lnTo>
                <a:lnTo>
                  <a:pt x="43" y="1057"/>
                </a:lnTo>
                <a:lnTo>
                  <a:pt x="43" y="1056"/>
                </a:lnTo>
                <a:lnTo>
                  <a:pt x="42" y="1057"/>
                </a:lnTo>
                <a:lnTo>
                  <a:pt x="41" y="1057"/>
                </a:lnTo>
                <a:lnTo>
                  <a:pt x="40" y="1057"/>
                </a:lnTo>
                <a:lnTo>
                  <a:pt x="39" y="1057"/>
                </a:lnTo>
                <a:lnTo>
                  <a:pt x="38" y="1058"/>
                </a:lnTo>
                <a:lnTo>
                  <a:pt x="37" y="1058"/>
                </a:lnTo>
                <a:lnTo>
                  <a:pt x="37" y="1057"/>
                </a:lnTo>
                <a:lnTo>
                  <a:pt x="38" y="1057"/>
                </a:lnTo>
                <a:lnTo>
                  <a:pt x="37" y="1057"/>
                </a:lnTo>
                <a:lnTo>
                  <a:pt x="37" y="1056"/>
                </a:lnTo>
                <a:lnTo>
                  <a:pt x="36" y="1056"/>
                </a:lnTo>
                <a:lnTo>
                  <a:pt x="36" y="1057"/>
                </a:lnTo>
                <a:lnTo>
                  <a:pt x="36" y="1056"/>
                </a:lnTo>
                <a:lnTo>
                  <a:pt x="35" y="1056"/>
                </a:lnTo>
                <a:lnTo>
                  <a:pt x="34" y="1055"/>
                </a:lnTo>
                <a:lnTo>
                  <a:pt x="34" y="1053"/>
                </a:lnTo>
                <a:lnTo>
                  <a:pt x="34" y="1052"/>
                </a:lnTo>
                <a:lnTo>
                  <a:pt x="33" y="1051"/>
                </a:lnTo>
                <a:lnTo>
                  <a:pt x="33" y="1050"/>
                </a:lnTo>
                <a:lnTo>
                  <a:pt x="32" y="1050"/>
                </a:lnTo>
                <a:lnTo>
                  <a:pt x="32" y="1049"/>
                </a:lnTo>
                <a:lnTo>
                  <a:pt x="33" y="1049"/>
                </a:lnTo>
                <a:lnTo>
                  <a:pt x="34" y="1050"/>
                </a:lnTo>
                <a:lnTo>
                  <a:pt x="35" y="1049"/>
                </a:lnTo>
                <a:lnTo>
                  <a:pt x="36" y="1049"/>
                </a:lnTo>
                <a:lnTo>
                  <a:pt x="37" y="1047"/>
                </a:lnTo>
                <a:lnTo>
                  <a:pt x="38" y="1047"/>
                </a:lnTo>
                <a:lnTo>
                  <a:pt x="37" y="1047"/>
                </a:lnTo>
                <a:lnTo>
                  <a:pt x="36" y="1045"/>
                </a:lnTo>
                <a:lnTo>
                  <a:pt x="36" y="1047"/>
                </a:lnTo>
                <a:lnTo>
                  <a:pt x="36" y="1048"/>
                </a:lnTo>
                <a:lnTo>
                  <a:pt x="35" y="1048"/>
                </a:lnTo>
                <a:lnTo>
                  <a:pt x="35" y="1047"/>
                </a:lnTo>
                <a:lnTo>
                  <a:pt x="36" y="1046"/>
                </a:lnTo>
                <a:lnTo>
                  <a:pt x="36" y="1045"/>
                </a:lnTo>
                <a:lnTo>
                  <a:pt x="35" y="1044"/>
                </a:lnTo>
                <a:lnTo>
                  <a:pt x="35" y="1043"/>
                </a:lnTo>
                <a:lnTo>
                  <a:pt x="35" y="1042"/>
                </a:lnTo>
                <a:lnTo>
                  <a:pt x="34" y="1041"/>
                </a:lnTo>
                <a:lnTo>
                  <a:pt x="33" y="1039"/>
                </a:lnTo>
                <a:lnTo>
                  <a:pt x="33" y="1038"/>
                </a:lnTo>
                <a:lnTo>
                  <a:pt x="32" y="1038"/>
                </a:lnTo>
                <a:lnTo>
                  <a:pt x="32" y="1037"/>
                </a:lnTo>
                <a:lnTo>
                  <a:pt x="31" y="1037"/>
                </a:lnTo>
                <a:lnTo>
                  <a:pt x="31" y="1036"/>
                </a:lnTo>
                <a:lnTo>
                  <a:pt x="30" y="1035"/>
                </a:lnTo>
                <a:lnTo>
                  <a:pt x="30" y="1034"/>
                </a:lnTo>
                <a:lnTo>
                  <a:pt x="29" y="1034"/>
                </a:lnTo>
                <a:lnTo>
                  <a:pt x="28" y="1033"/>
                </a:lnTo>
                <a:lnTo>
                  <a:pt x="28" y="1032"/>
                </a:lnTo>
                <a:lnTo>
                  <a:pt x="27" y="1032"/>
                </a:lnTo>
                <a:lnTo>
                  <a:pt x="26" y="1031"/>
                </a:lnTo>
                <a:lnTo>
                  <a:pt x="25" y="1031"/>
                </a:lnTo>
                <a:lnTo>
                  <a:pt x="24" y="1031"/>
                </a:lnTo>
                <a:lnTo>
                  <a:pt x="24" y="1030"/>
                </a:lnTo>
                <a:lnTo>
                  <a:pt x="23" y="1030"/>
                </a:lnTo>
                <a:lnTo>
                  <a:pt x="23" y="1031"/>
                </a:lnTo>
                <a:lnTo>
                  <a:pt x="22" y="1031"/>
                </a:lnTo>
                <a:lnTo>
                  <a:pt x="22" y="1032"/>
                </a:lnTo>
                <a:lnTo>
                  <a:pt x="22" y="1033"/>
                </a:lnTo>
                <a:lnTo>
                  <a:pt x="21" y="1032"/>
                </a:lnTo>
                <a:lnTo>
                  <a:pt x="20" y="1032"/>
                </a:lnTo>
                <a:lnTo>
                  <a:pt x="19" y="1032"/>
                </a:lnTo>
                <a:lnTo>
                  <a:pt x="18" y="1032"/>
                </a:lnTo>
                <a:lnTo>
                  <a:pt x="18" y="1031"/>
                </a:lnTo>
                <a:lnTo>
                  <a:pt x="19" y="1031"/>
                </a:lnTo>
                <a:lnTo>
                  <a:pt x="19" y="1030"/>
                </a:lnTo>
                <a:lnTo>
                  <a:pt x="19" y="1029"/>
                </a:lnTo>
                <a:lnTo>
                  <a:pt x="18" y="1029"/>
                </a:lnTo>
                <a:lnTo>
                  <a:pt x="18" y="1027"/>
                </a:lnTo>
                <a:lnTo>
                  <a:pt x="17" y="1025"/>
                </a:lnTo>
                <a:lnTo>
                  <a:pt x="17" y="1024"/>
                </a:lnTo>
                <a:lnTo>
                  <a:pt x="18" y="1023"/>
                </a:lnTo>
                <a:lnTo>
                  <a:pt x="20" y="1023"/>
                </a:lnTo>
                <a:lnTo>
                  <a:pt x="21" y="1022"/>
                </a:lnTo>
                <a:lnTo>
                  <a:pt x="21" y="1021"/>
                </a:lnTo>
                <a:lnTo>
                  <a:pt x="21" y="1020"/>
                </a:lnTo>
                <a:lnTo>
                  <a:pt x="22" y="1019"/>
                </a:lnTo>
                <a:lnTo>
                  <a:pt x="23" y="1019"/>
                </a:lnTo>
                <a:lnTo>
                  <a:pt x="24" y="1019"/>
                </a:lnTo>
                <a:lnTo>
                  <a:pt x="25" y="1019"/>
                </a:lnTo>
                <a:lnTo>
                  <a:pt x="25" y="1020"/>
                </a:lnTo>
                <a:lnTo>
                  <a:pt x="26" y="1020"/>
                </a:lnTo>
                <a:lnTo>
                  <a:pt x="26" y="1021"/>
                </a:lnTo>
                <a:lnTo>
                  <a:pt x="27" y="1021"/>
                </a:lnTo>
                <a:lnTo>
                  <a:pt x="27" y="1022"/>
                </a:lnTo>
                <a:lnTo>
                  <a:pt x="28" y="1022"/>
                </a:lnTo>
                <a:lnTo>
                  <a:pt x="28" y="1021"/>
                </a:lnTo>
                <a:lnTo>
                  <a:pt x="29" y="1021"/>
                </a:lnTo>
                <a:lnTo>
                  <a:pt x="29" y="1020"/>
                </a:lnTo>
                <a:lnTo>
                  <a:pt x="30" y="1019"/>
                </a:lnTo>
                <a:lnTo>
                  <a:pt x="31" y="1019"/>
                </a:lnTo>
                <a:lnTo>
                  <a:pt x="31" y="1020"/>
                </a:lnTo>
                <a:lnTo>
                  <a:pt x="31" y="1019"/>
                </a:lnTo>
                <a:lnTo>
                  <a:pt x="32" y="1019"/>
                </a:lnTo>
                <a:lnTo>
                  <a:pt x="32" y="1018"/>
                </a:lnTo>
                <a:lnTo>
                  <a:pt x="31" y="1018"/>
                </a:lnTo>
                <a:lnTo>
                  <a:pt x="32" y="1018"/>
                </a:lnTo>
                <a:lnTo>
                  <a:pt x="32" y="1017"/>
                </a:lnTo>
                <a:lnTo>
                  <a:pt x="31" y="1017"/>
                </a:lnTo>
                <a:lnTo>
                  <a:pt x="31" y="1018"/>
                </a:lnTo>
                <a:lnTo>
                  <a:pt x="30" y="1018"/>
                </a:lnTo>
                <a:lnTo>
                  <a:pt x="30" y="1017"/>
                </a:lnTo>
                <a:lnTo>
                  <a:pt x="31" y="1016"/>
                </a:lnTo>
                <a:lnTo>
                  <a:pt x="32" y="1016"/>
                </a:lnTo>
                <a:lnTo>
                  <a:pt x="33" y="1016"/>
                </a:lnTo>
                <a:lnTo>
                  <a:pt x="33" y="1015"/>
                </a:lnTo>
                <a:lnTo>
                  <a:pt x="32" y="1015"/>
                </a:lnTo>
                <a:lnTo>
                  <a:pt x="31" y="1015"/>
                </a:lnTo>
                <a:lnTo>
                  <a:pt x="29" y="1015"/>
                </a:lnTo>
                <a:lnTo>
                  <a:pt x="28" y="1015"/>
                </a:lnTo>
                <a:lnTo>
                  <a:pt x="27" y="1016"/>
                </a:lnTo>
                <a:lnTo>
                  <a:pt x="27" y="1017"/>
                </a:lnTo>
                <a:lnTo>
                  <a:pt x="27" y="1018"/>
                </a:lnTo>
                <a:lnTo>
                  <a:pt x="27" y="1019"/>
                </a:lnTo>
                <a:lnTo>
                  <a:pt x="27" y="1020"/>
                </a:lnTo>
                <a:lnTo>
                  <a:pt x="28" y="1020"/>
                </a:lnTo>
                <a:lnTo>
                  <a:pt x="28" y="1021"/>
                </a:lnTo>
                <a:lnTo>
                  <a:pt x="27" y="1021"/>
                </a:lnTo>
                <a:lnTo>
                  <a:pt x="26" y="1019"/>
                </a:lnTo>
                <a:lnTo>
                  <a:pt x="26" y="1018"/>
                </a:lnTo>
                <a:lnTo>
                  <a:pt x="26" y="1019"/>
                </a:lnTo>
                <a:lnTo>
                  <a:pt x="25" y="1019"/>
                </a:lnTo>
                <a:lnTo>
                  <a:pt x="24" y="1018"/>
                </a:lnTo>
                <a:lnTo>
                  <a:pt x="23" y="1017"/>
                </a:lnTo>
                <a:lnTo>
                  <a:pt x="22" y="1016"/>
                </a:lnTo>
                <a:lnTo>
                  <a:pt x="21" y="1016"/>
                </a:lnTo>
                <a:lnTo>
                  <a:pt x="21" y="1015"/>
                </a:lnTo>
                <a:lnTo>
                  <a:pt x="20" y="1014"/>
                </a:lnTo>
                <a:lnTo>
                  <a:pt x="20" y="1013"/>
                </a:lnTo>
                <a:lnTo>
                  <a:pt x="19" y="1012"/>
                </a:lnTo>
                <a:lnTo>
                  <a:pt x="18" y="1012"/>
                </a:lnTo>
                <a:lnTo>
                  <a:pt x="18" y="1011"/>
                </a:lnTo>
                <a:lnTo>
                  <a:pt x="17" y="1010"/>
                </a:lnTo>
                <a:lnTo>
                  <a:pt x="18" y="1009"/>
                </a:lnTo>
                <a:lnTo>
                  <a:pt x="18" y="1008"/>
                </a:lnTo>
                <a:lnTo>
                  <a:pt x="19" y="1008"/>
                </a:lnTo>
                <a:lnTo>
                  <a:pt x="19" y="1007"/>
                </a:lnTo>
                <a:lnTo>
                  <a:pt x="19" y="1006"/>
                </a:lnTo>
                <a:lnTo>
                  <a:pt x="19" y="1005"/>
                </a:lnTo>
                <a:lnTo>
                  <a:pt x="19" y="1004"/>
                </a:lnTo>
                <a:lnTo>
                  <a:pt x="20" y="1004"/>
                </a:lnTo>
                <a:lnTo>
                  <a:pt x="20" y="1003"/>
                </a:lnTo>
                <a:lnTo>
                  <a:pt x="20" y="1001"/>
                </a:lnTo>
                <a:lnTo>
                  <a:pt x="20" y="1000"/>
                </a:lnTo>
                <a:lnTo>
                  <a:pt x="20" y="998"/>
                </a:lnTo>
                <a:lnTo>
                  <a:pt x="19" y="997"/>
                </a:lnTo>
                <a:lnTo>
                  <a:pt x="19" y="996"/>
                </a:lnTo>
                <a:lnTo>
                  <a:pt x="18" y="996"/>
                </a:lnTo>
                <a:lnTo>
                  <a:pt x="15" y="997"/>
                </a:lnTo>
                <a:lnTo>
                  <a:pt x="16" y="997"/>
                </a:lnTo>
                <a:lnTo>
                  <a:pt x="16" y="998"/>
                </a:lnTo>
                <a:lnTo>
                  <a:pt x="15" y="998"/>
                </a:lnTo>
                <a:lnTo>
                  <a:pt x="14" y="998"/>
                </a:lnTo>
                <a:lnTo>
                  <a:pt x="14" y="997"/>
                </a:lnTo>
                <a:lnTo>
                  <a:pt x="13" y="997"/>
                </a:lnTo>
                <a:lnTo>
                  <a:pt x="13" y="998"/>
                </a:lnTo>
                <a:lnTo>
                  <a:pt x="13" y="999"/>
                </a:lnTo>
                <a:lnTo>
                  <a:pt x="13" y="1000"/>
                </a:lnTo>
                <a:lnTo>
                  <a:pt x="13" y="999"/>
                </a:lnTo>
                <a:lnTo>
                  <a:pt x="12" y="999"/>
                </a:lnTo>
                <a:lnTo>
                  <a:pt x="12" y="998"/>
                </a:lnTo>
                <a:lnTo>
                  <a:pt x="11" y="997"/>
                </a:lnTo>
                <a:lnTo>
                  <a:pt x="11" y="996"/>
                </a:lnTo>
                <a:lnTo>
                  <a:pt x="10" y="996"/>
                </a:lnTo>
                <a:lnTo>
                  <a:pt x="10" y="995"/>
                </a:lnTo>
                <a:lnTo>
                  <a:pt x="9" y="994"/>
                </a:lnTo>
                <a:lnTo>
                  <a:pt x="8" y="993"/>
                </a:lnTo>
                <a:lnTo>
                  <a:pt x="8" y="992"/>
                </a:lnTo>
                <a:lnTo>
                  <a:pt x="7" y="992"/>
                </a:lnTo>
                <a:lnTo>
                  <a:pt x="6" y="991"/>
                </a:lnTo>
                <a:lnTo>
                  <a:pt x="6" y="990"/>
                </a:lnTo>
                <a:lnTo>
                  <a:pt x="5" y="989"/>
                </a:lnTo>
                <a:lnTo>
                  <a:pt x="4" y="989"/>
                </a:lnTo>
                <a:lnTo>
                  <a:pt x="4" y="988"/>
                </a:lnTo>
                <a:lnTo>
                  <a:pt x="3" y="987"/>
                </a:lnTo>
                <a:lnTo>
                  <a:pt x="2" y="986"/>
                </a:lnTo>
                <a:lnTo>
                  <a:pt x="2" y="985"/>
                </a:lnTo>
                <a:lnTo>
                  <a:pt x="2" y="984"/>
                </a:lnTo>
                <a:lnTo>
                  <a:pt x="2" y="983"/>
                </a:lnTo>
                <a:lnTo>
                  <a:pt x="1" y="983"/>
                </a:lnTo>
                <a:lnTo>
                  <a:pt x="1" y="982"/>
                </a:lnTo>
                <a:lnTo>
                  <a:pt x="1" y="981"/>
                </a:lnTo>
                <a:lnTo>
                  <a:pt x="0" y="979"/>
                </a:lnTo>
                <a:lnTo>
                  <a:pt x="0" y="978"/>
                </a:lnTo>
                <a:lnTo>
                  <a:pt x="0" y="977"/>
                </a:lnTo>
                <a:lnTo>
                  <a:pt x="0" y="974"/>
                </a:lnTo>
                <a:lnTo>
                  <a:pt x="0" y="973"/>
                </a:lnTo>
                <a:lnTo>
                  <a:pt x="0" y="972"/>
                </a:lnTo>
                <a:lnTo>
                  <a:pt x="0" y="971"/>
                </a:lnTo>
                <a:lnTo>
                  <a:pt x="0" y="970"/>
                </a:lnTo>
                <a:lnTo>
                  <a:pt x="0" y="969"/>
                </a:lnTo>
                <a:lnTo>
                  <a:pt x="0" y="968"/>
                </a:lnTo>
                <a:lnTo>
                  <a:pt x="1" y="968"/>
                </a:lnTo>
                <a:lnTo>
                  <a:pt x="2" y="968"/>
                </a:lnTo>
                <a:lnTo>
                  <a:pt x="3" y="968"/>
                </a:lnTo>
                <a:lnTo>
                  <a:pt x="3" y="967"/>
                </a:lnTo>
                <a:lnTo>
                  <a:pt x="2" y="967"/>
                </a:lnTo>
                <a:lnTo>
                  <a:pt x="2" y="968"/>
                </a:lnTo>
                <a:lnTo>
                  <a:pt x="1" y="968"/>
                </a:lnTo>
                <a:lnTo>
                  <a:pt x="1" y="967"/>
                </a:lnTo>
                <a:lnTo>
                  <a:pt x="1" y="966"/>
                </a:lnTo>
                <a:lnTo>
                  <a:pt x="2" y="966"/>
                </a:lnTo>
                <a:lnTo>
                  <a:pt x="2" y="965"/>
                </a:lnTo>
                <a:lnTo>
                  <a:pt x="2" y="964"/>
                </a:lnTo>
                <a:lnTo>
                  <a:pt x="2" y="963"/>
                </a:lnTo>
                <a:lnTo>
                  <a:pt x="2" y="962"/>
                </a:lnTo>
                <a:lnTo>
                  <a:pt x="3" y="962"/>
                </a:lnTo>
                <a:lnTo>
                  <a:pt x="3" y="961"/>
                </a:lnTo>
                <a:lnTo>
                  <a:pt x="3" y="960"/>
                </a:lnTo>
                <a:lnTo>
                  <a:pt x="3" y="959"/>
                </a:lnTo>
                <a:lnTo>
                  <a:pt x="3" y="958"/>
                </a:lnTo>
                <a:lnTo>
                  <a:pt x="4" y="957"/>
                </a:lnTo>
                <a:lnTo>
                  <a:pt x="4" y="956"/>
                </a:lnTo>
                <a:lnTo>
                  <a:pt x="5" y="956"/>
                </a:lnTo>
                <a:lnTo>
                  <a:pt x="6" y="956"/>
                </a:lnTo>
                <a:lnTo>
                  <a:pt x="6" y="955"/>
                </a:lnTo>
                <a:lnTo>
                  <a:pt x="6" y="954"/>
                </a:lnTo>
                <a:lnTo>
                  <a:pt x="6" y="953"/>
                </a:lnTo>
                <a:lnTo>
                  <a:pt x="7" y="952"/>
                </a:lnTo>
                <a:lnTo>
                  <a:pt x="7" y="951"/>
                </a:lnTo>
                <a:lnTo>
                  <a:pt x="7" y="950"/>
                </a:lnTo>
                <a:lnTo>
                  <a:pt x="7" y="949"/>
                </a:lnTo>
                <a:lnTo>
                  <a:pt x="7" y="947"/>
                </a:lnTo>
                <a:lnTo>
                  <a:pt x="7" y="946"/>
                </a:lnTo>
                <a:lnTo>
                  <a:pt x="7" y="945"/>
                </a:lnTo>
                <a:lnTo>
                  <a:pt x="6" y="944"/>
                </a:lnTo>
                <a:lnTo>
                  <a:pt x="4" y="941"/>
                </a:lnTo>
                <a:lnTo>
                  <a:pt x="4" y="940"/>
                </a:lnTo>
                <a:lnTo>
                  <a:pt x="3" y="940"/>
                </a:lnTo>
                <a:lnTo>
                  <a:pt x="1" y="937"/>
                </a:lnTo>
                <a:lnTo>
                  <a:pt x="0" y="936"/>
                </a:lnTo>
                <a:lnTo>
                  <a:pt x="0" y="935"/>
                </a:lnTo>
                <a:lnTo>
                  <a:pt x="0" y="934"/>
                </a:lnTo>
                <a:lnTo>
                  <a:pt x="1" y="932"/>
                </a:lnTo>
                <a:lnTo>
                  <a:pt x="3" y="929"/>
                </a:lnTo>
                <a:lnTo>
                  <a:pt x="6" y="925"/>
                </a:lnTo>
                <a:lnTo>
                  <a:pt x="8" y="923"/>
                </a:lnTo>
                <a:lnTo>
                  <a:pt x="9" y="922"/>
                </a:lnTo>
                <a:lnTo>
                  <a:pt x="9" y="921"/>
                </a:lnTo>
                <a:lnTo>
                  <a:pt x="10" y="921"/>
                </a:lnTo>
                <a:lnTo>
                  <a:pt x="10" y="920"/>
                </a:lnTo>
                <a:lnTo>
                  <a:pt x="11" y="920"/>
                </a:lnTo>
                <a:lnTo>
                  <a:pt x="12" y="920"/>
                </a:lnTo>
                <a:lnTo>
                  <a:pt x="12" y="921"/>
                </a:lnTo>
                <a:lnTo>
                  <a:pt x="11" y="921"/>
                </a:lnTo>
                <a:lnTo>
                  <a:pt x="11" y="922"/>
                </a:lnTo>
                <a:lnTo>
                  <a:pt x="12" y="923"/>
                </a:lnTo>
                <a:lnTo>
                  <a:pt x="12" y="924"/>
                </a:lnTo>
                <a:lnTo>
                  <a:pt x="13" y="925"/>
                </a:lnTo>
                <a:lnTo>
                  <a:pt x="13" y="926"/>
                </a:lnTo>
                <a:lnTo>
                  <a:pt x="14" y="926"/>
                </a:lnTo>
                <a:lnTo>
                  <a:pt x="15" y="926"/>
                </a:lnTo>
                <a:lnTo>
                  <a:pt x="16" y="927"/>
                </a:lnTo>
                <a:lnTo>
                  <a:pt x="17" y="927"/>
                </a:lnTo>
                <a:lnTo>
                  <a:pt x="17" y="926"/>
                </a:lnTo>
                <a:lnTo>
                  <a:pt x="16" y="926"/>
                </a:lnTo>
                <a:lnTo>
                  <a:pt x="15" y="926"/>
                </a:lnTo>
                <a:lnTo>
                  <a:pt x="14" y="925"/>
                </a:lnTo>
                <a:lnTo>
                  <a:pt x="13" y="925"/>
                </a:lnTo>
                <a:lnTo>
                  <a:pt x="14" y="925"/>
                </a:lnTo>
                <a:lnTo>
                  <a:pt x="14" y="924"/>
                </a:lnTo>
                <a:lnTo>
                  <a:pt x="13" y="924"/>
                </a:lnTo>
                <a:lnTo>
                  <a:pt x="13" y="923"/>
                </a:lnTo>
                <a:lnTo>
                  <a:pt x="12" y="923"/>
                </a:lnTo>
                <a:lnTo>
                  <a:pt x="12" y="922"/>
                </a:lnTo>
                <a:lnTo>
                  <a:pt x="12" y="921"/>
                </a:lnTo>
                <a:lnTo>
                  <a:pt x="13" y="921"/>
                </a:lnTo>
                <a:lnTo>
                  <a:pt x="13" y="920"/>
                </a:lnTo>
                <a:lnTo>
                  <a:pt x="14" y="920"/>
                </a:lnTo>
                <a:lnTo>
                  <a:pt x="15" y="920"/>
                </a:lnTo>
                <a:lnTo>
                  <a:pt x="15" y="919"/>
                </a:lnTo>
                <a:lnTo>
                  <a:pt x="16" y="918"/>
                </a:lnTo>
                <a:lnTo>
                  <a:pt x="16" y="917"/>
                </a:lnTo>
                <a:lnTo>
                  <a:pt x="17" y="917"/>
                </a:lnTo>
                <a:lnTo>
                  <a:pt x="17" y="916"/>
                </a:lnTo>
                <a:lnTo>
                  <a:pt x="18" y="914"/>
                </a:lnTo>
                <a:lnTo>
                  <a:pt x="18" y="912"/>
                </a:lnTo>
                <a:lnTo>
                  <a:pt x="18" y="911"/>
                </a:lnTo>
                <a:lnTo>
                  <a:pt x="18" y="909"/>
                </a:lnTo>
                <a:lnTo>
                  <a:pt x="18" y="908"/>
                </a:lnTo>
                <a:lnTo>
                  <a:pt x="18" y="907"/>
                </a:lnTo>
                <a:lnTo>
                  <a:pt x="18" y="906"/>
                </a:lnTo>
                <a:lnTo>
                  <a:pt x="17" y="906"/>
                </a:lnTo>
                <a:lnTo>
                  <a:pt x="17" y="905"/>
                </a:lnTo>
                <a:lnTo>
                  <a:pt x="17" y="904"/>
                </a:lnTo>
                <a:lnTo>
                  <a:pt x="16" y="904"/>
                </a:lnTo>
                <a:lnTo>
                  <a:pt x="16" y="903"/>
                </a:lnTo>
                <a:lnTo>
                  <a:pt x="17" y="903"/>
                </a:lnTo>
                <a:lnTo>
                  <a:pt x="17" y="901"/>
                </a:lnTo>
                <a:lnTo>
                  <a:pt x="18" y="901"/>
                </a:lnTo>
                <a:lnTo>
                  <a:pt x="18" y="900"/>
                </a:lnTo>
                <a:lnTo>
                  <a:pt x="18" y="899"/>
                </a:lnTo>
                <a:lnTo>
                  <a:pt x="18" y="898"/>
                </a:lnTo>
                <a:lnTo>
                  <a:pt x="17" y="898"/>
                </a:lnTo>
                <a:lnTo>
                  <a:pt x="17" y="897"/>
                </a:lnTo>
                <a:lnTo>
                  <a:pt x="17" y="895"/>
                </a:lnTo>
                <a:lnTo>
                  <a:pt x="17" y="894"/>
                </a:lnTo>
                <a:lnTo>
                  <a:pt x="17" y="893"/>
                </a:lnTo>
                <a:lnTo>
                  <a:pt x="16" y="893"/>
                </a:lnTo>
                <a:lnTo>
                  <a:pt x="16" y="892"/>
                </a:lnTo>
                <a:lnTo>
                  <a:pt x="16" y="891"/>
                </a:lnTo>
                <a:lnTo>
                  <a:pt x="15" y="890"/>
                </a:lnTo>
                <a:lnTo>
                  <a:pt x="14" y="889"/>
                </a:lnTo>
                <a:lnTo>
                  <a:pt x="14" y="888"/>
                </a:lnTo>
                <a:lnTo>
                  <a:pt x="15" y="888"/>
                </a:lnTo>
                <a:lnTo>
                  <a:pt x="16" y="887"/>
                </a:lnTo>
                <a:lnTo>
                  <a:pt x="17" y="887"/>
                </a:lnTo>
                <a:lnTo>
                  <a:pt x="17" y="888"/>
                </a:lnTo>
                <a:lnTo>
                  <a:pt x="18" y="889"/>
                </a:lnTo>
                <a:lnTo>
                  <a:pt x="18" y="890"/>
                </a:lnTo>
                <a:lnTo>
                  <a:pt x="19" y="890"/>
                </a:lnTo>
                <a:lnTo>
                  <a:pt x="20" y="890"/>
                </a:lnTo>
                <a:lnTo>
                  <a:pt x="20" y="891"/>
                </a:lnTo>
                <a:lnTo>
                  <a:pt x="21" y="891"/>
                </a:lnTo>
                <a:lnTo>
                  <a:pt x="21" y="890"/>
                </a:lnTo>
                <a:lnTo>
                  <a:pt x="20" y="890"/>
                </a:lnTo>
                <a:lnTo>
                  <a:pt x="20" y="889"/>
                </a:lnTo>
                <a:lnTo>
                  <a:pt x="20" y="888"/>
                </a:lnTo>
                <a:lnTo>
                  <a:pt x="21" y="888"/>
                </a:lnTo>
                <a:lnTo>
                  <a:pt x="22" y="887"/>
                </a:lnTo>
                <a:lnTo>
                  <a:pt x="23" y="887"/>
                </a:lnTo>
                <a:lnTo>
                  <a:pt x="24" y="887"/>
                </a:lnTo>
                <a:lnTo>
                  <a:pt x="26" y="887"/>
                </a:lnTo>
                <a:lnTo>
                  <a:pt x="27" y="887"/>
                </a:lnTo>
                <a:lnTo>
                  <a:pt x="28" y="888"/>
                </a:lnTo>
                <a:lnTo>
                  <a:pt x="28" y="887"/>
                </a:lnTo>
                <a:lnTo>
                  <a:pt x="29" y="887"/>
                </a:lnTo>
                <a:lnTo>
                  <a:pt x="33" y="885"/>
                </a:lnTo>
                <a:lnTo>
                  <a:pt x="35" y="885"/>
                </a:lnTo>
                <a:lnTo>
                  <a:pt x="37" y="885"/>
                </a:lnTo>
                <a:lnTo>
                  <a:pt x="39" y="885"/>
                </a:lnTo>
                <a:lnTo>
                  <a:pt x="40" y="885"/>
                </a:lnTo>
                <a:lnTo>
                  <a:pt x="41" y="885"/>
                </a:lnTo>
                <a:lnTo>
                  <a:pt x="44" y="885"/>
                </a:lnTo>
                <a:lnTo>
                  <a:pt x="44" y="884"/>
                </a:lnTo>
                <a:lnTo>
                  <a:pt x="43" y="883"/>
                </a:lnTo>
                <a:lnTo>
                  <a:pt x="42" y="882"/>
                </a:lnTo>
                <a:lnTo>
                  <a:pt x="41" y="882"/>
                </a:lnTo>
                <a:lnTo>
                  <a:pt x="41" y="881"/>
                </a:lnTo>
                <a:lnTo>
                  <a:pt x="41" y="880"/>
                </a:lnTo>
                <a:lnTo>
                  <a:pt x="41" y="879"/>
                </a:lnTo>
                <a:lnTo>
                  <a:pt x="41" y="878"/>
                </a:lnTo>
                <a:lnTo>
                  <a:pt x="42" y="878"/>
                </a:lnTo>
                <a:lnTo>
                  <a:pt x="43" y="875"/>
                </a:lnTo>
                <a:lnTo>
                  <a:pt x="42" y="874"/>
                </a:lnTo>
                <a:lnTo>
                  <a:pt x="42" y="873"/>
                </a:lnTo>
                <a:lnTo>
                  <a:pt x="43" y="873"/>
                </a:lnTo>
                <a:lnTo>
                  <a:pt x="44" y="873"/>
                </a:lnTo>
                <a:lnTo>
                  <a:pt x="45" y="873"/>
                </a:lnTo>
                <a:lnTo>
                  <a:pt x="46" y="871"/>
                </a:lnTo>
                <a:lnTo>
                  <a:pt x="47" y="870"/>
                </a:lnTo>
                <a:lnTo>
                  <a:pt x="47" y="869"/>
                </a:lnTo>
                <a:lnTo>
                  <a:pt x="46" y="869"/>
                </a:lnTo>
                <a:lnTo>
                  <a:pt x="45" y="869"/>
                </a:lnTo>
                <a:lnTo>
                  <a:pt x="45" y="870"/>
                </a:lnTo>
                <a:lnTo>
                  <a:pt x="44" y="870"/>
                </a:lnTo>
                <a:lnTo>
                  <a:pt x="44" y="869"/>
                </a:lnTo>
                <a:lnTo>
                  <a:pt x="43" y="869"/>
                </a:lnTo>
                <a:lnTo>
                  <a:pt x="43" y="868"/>
                </a:lnTo>
                <a:lnTo>
                  <a:pt x="44" y="868"/>
                </a:lnTo>
                <a:lnTo>
                  <a:pt x="44" y="867"/>
                </a:lnTo>
                <a:lnTo>
                  <a:pt x="43" y="868"/>
                </a:lnTo>
                <a:lnTo>
                  <a:pt x="43" y="867"/>
                </a:lnTo>
                <a:lnTo>
                  <a:pt x="43" y="866"/>
                </a:lnTo>
                <a:lnTo>
                  <a:pt x="42" y="866"/>
                </a:lnTo>
                <a:lnTo>
                  <a:pt x="42" y="865"/>
                </a:lnTo>
                <a:lnTo>
                  <a:pt x="42" y="864"/>
                </a:lnTo>
                <a:lnTo>
                  <a:pt x="43" y="864"/>
                </a:lnTo>
                <a:lnTo>
                  <a:pt x="43" y="863"/>
                </a:lnTo>
                <a:lnTo>
                  <a:pt x="44" y="863"/>
                </a:lnTo>
                <a:lnTo>
                  <a:pt x="44" y="862"/>
                </a:lnTo>
                <a:lnTo>
                  <a:pt x="43" y="862"/>
                </a:lnTo>
                <a:lnTo>
                  <a:pt x="41" y="864"/>
                </a:lnTo>
                <a:lnTo>
                  <a:pt x="40" y="864"/>
                </a:lnTo>
                <a:lnTo>
                  <a:pt x="40" y="865"/>
                </a:lnTo>
                <a:lnTo>
                  <a:pt x="39" y="865"/>
                </a:lnTo>
                <a:lnTo>
                  <a:pt x="38" y="865"/>
                </a:lnTo>
                <a:lnTo>
                  <a:pt x="37" y="866"/>
                </a:lnTo>
                <a:lnTo>
                  <a:pt x="36" y="866"/>
                </a:lnTo>
                <a:lnTo>
                  <a:pt x="35" y="866"/>
                </a:lnTo>
                <a:lnTo>
                  <a:pt x="33" y="866"/>
                </a:lnTo>
                <a:lnTo>
                  <a:pt x="32" y="866"/>
                </a:lnTo>
                <a:lnTo>
                  <a:pt x="31" y="867"/>
                </a:lnTo>
                <a:lnTo>
                  <a:pt x="28" y="867"/>
                </a:lnTo>
                <a:lnTo>
                  <a:pt x="26" y="867"/>
                </a:lnTo>
                <a:lnTo>
                  <a:pt x="26" y="866"/>
                </a:lnTo>
                <a:lnTo>
                  <a:pt x="25" y="866"/>
                </a:lnTo>
                <a:lnTo>
                  <a:pt x="24" y="866"/>
                </a:lnTo>
                <a:lnTo>
                  <a:pt x="23" y="866"/>
                </a:lnTo>
                <a:lnTo>
                  <a:pt x="22" y="865"/>
                </a:lnTo>
                <a:lnTo>
                  <a:pt x="21" y="865"/>
                </a:lnTo>
                <a:lnTo>
                  <a:pt x="21" y="864"/>
                </a:lnTo>
                <a:lnTo>
                  <a:pt x="19" y="863"/>
                </a:lnTo>
                <a:lnTo>
                  <a:pt x="20" y="863"/>
                </a:lnTo>
                <a:lnTo>
                  <a:pt x="20" y="862"/>
                </a:lnTo>
                <a:lnTo>
                  <a:pt x="20" y="860"/>
                </a:lnTo>
                <a:lnTo>
                  <a:pt x="20" y="859"/>
                </a:lnTo>
                <a:lnTo>
                  <a:pt x="20" y="858"/>
                </a:lnTo>
                <a:lnTo>
                  <a:pt x="19" y="857"/>
                </a:lnTo>
                <a:lnTo>
                  <a:pt x="19" y="856"/>
                </a:lnTo>
                <a:lnTo>
                  <a:pt x="18" y="855"/>
                </a:lnTo>
                <a:lnTo>
                  <a:pt x="18" y="854"/>
                </a:lnTo>
                <a:lnTo>
                  <a:pt x="18" y="853"/>
                </a:lnTo>
                <a:lnTo>
                  <a:pt x="19" y="853"/>
                </a:lnTo>
                <a:lnTo>
                  <a:pt x="18" y="853"/>
                </a:lnTo>
                <a:lnTo>
                  <a:pt x="18" y="852"/>
                </a:lnTo>
                <a:lnTo>
                  <a:pt x="19" y="852"/>
                </a:lnTo>
                <a:lnTo>
                  <a:pt x="19" y="851"/>
                </a:lnTo>
                <a:lnTo>
                  <a:pt x="18" y="851"/>
                </a:lnTo>
                <a:lnTo>
                  <a:pt x="17" y="851"/>
                </a:lnTo>
                <a:lnTo>
                  <a:pt x="16" y="851"/>
                </a:lnTo>
                <a:lnTo>
                  <a:pt x="14" y="849"/>
                </a:lnTo>
                <a:lnTo>
                  <a:pt x="14" y="848"/>
                </a:lnTo>
                <a:lnTo>
                  <a:pt x="14" y="847"/>
                </a:lnTo>
                <a:lnTo>
                  <a:pt x="13" y="847"/>
                </a:lnTo>
                <a:lnTo>
                  <a:pt x="13" y="846"/>
                </a:lnTo>
                <a:lnTo>
                  <a:pt x="13" y="845"/>
                </a:lnTo>
                <a:lnTo>
                  <a:pt x="13" y="844"/>
                </a:lnTo>
                <a:lnTo>
                  <a:pt x="14" y="844"/>
                </a:lnTo>
                <a:lnTo>
                  <a:pt x="15" y="844"/>
                </a:lnTo>
                <a:lnTo>
                  <a:pt x="15" y="843"/>
                </a:lnTo>
                <a:lnTo>
                  <a:pt x="15" y="842"/>
                </a:lnTo>
                <a:lnTo>
                  <a:pt x="15" y="843"/>
                </a:lnTo>
                <a:lnTo>
                  <a:pt x="14" y="843"/>
                </a:lnTo>
                <a:lnTo>
                  <a:pt x="13" y="843"/>
                </a:lnTo>
                <a:lnTo>
                  <a:pt x="13" y="844"/>
                </a:lnTo>
                <a:lnTo>
                  <a:pt x="12" y="844"/>
                </a:lnTo>
                <a:lnTo>
                  <a:pt x="11" y="844"/>
                </a:lnTo>
                <a:lnTo>
                  <a:pt x="11" y="843"/>
                </a:lnTo>
                <a:lnTo>
                  <a:pt x="11" y="842"/>
                </a:lnTo>
                <a:lnTo>
                  <a:pt x="10" y="842"/>
                </a:lnTo>
                <a:lnTo>
                  <a:pt x="10" y="843"/>
                </a:lnTo>
                <a:lnTo>
                  <a:pt x="10" y="841"/>
                </a:lnTo>
                <a:lnTo>
                  <a:pt x="9" y="838"/>
                </a:lnTo>
                <a:lnTo>
                  <a:pt x="8" y="837"/>
                </a:lnTo>
                <a:lnTo>
                  <a:pt x="8" y="834"/>
                </a:lnTo>
                <a:lnTo>
                  <a:pt x="8" y="833"/>
                </a:lnTo>
                <a:lnTo>
                  <a:pt x="9" y="832"/>
                </a:lnTo>
                <a:lnTo>
                  <a:pt x="10" y="832"/>
                </a:lnTo>
                <a:lnTo>
                  <a:pt x="10" y="830"/>
                </a:lnTo>
                <a:lnTo>
                  <a:pt x="10" y="829"/>
                </a:lnTo>
                <a:lnTo>
                  <a:pt x="11" y="827"/>
                </a:lnTo>
                <a:lnTo>
                  <a:pt x="12" y="826"/>
                </a:lnTo>
                <a:lnTo>
                  <a:pt x="11" y="825"/>
                </a:lnTo>
                <a:lnTo>
                  <a:pt x="11" y="824"/>
                </a:lnTo>
                <a:lnTo>
                  <a:pt x="12" y="823"/>
                </a:lnTo>
                <a:lnTo>
                  <a:pt x="13" y="822"/>
                </a:lnTo>
                <a:lnTo>
                  <a:pt x="14" y="823"/>
                </a:lnTo>
                <a:lnTo>
                  <a:pt x="14" y="824"/>
                </a:lnTo>
                <a:lnTo>
                  <a:pt x="14" y="825"/>
                </a:lnTo>
                <a:lnTo>
                  <a:pt x="15" y="828"/>
                </a:lnTo>
                <a:lnTo>
                  <a:pt x="16" y="829"/>
                </a:lnTo>
                <a:lnTo>
                  <a:pt x="17" y="831"/>
                </a:lnTo>
                <a:lnTo>
                  <a:pt x="18" y="831"/>
                </a:lnTo>
                <a:lnTo>
                  <a:pt x="19" y="831"/>
                </a:lnTo>
                <a:lnTo>
                  <a:pt x="20" y="831"/>
                </a:lnTo>
                <a:lnTo>
                  <a:pt x="20" y="830"/>
                </a:lnTo>
                <a:lnTo>
                  <a:pt x="20" y="829"/>
                </a:lnTo>
                <a:lnTo>
                  <a:pt x="20" y="828"/>
                </a:lnTo>
                <a:lnTo>
                  <a:pt x="21" y="828"/>
                </a:lnTo>
                <a:lnTo>
                  <a:pt x="22" y="829"/>
                </a:lnTo>
                <a:lnTo>
                  <a:pt x="26" y="829"/>
                </a:lnTo>
                <a:lnTo>
                  <a:pt x="27" y="829"/>
                </a:lnTo>
                <a:lnTo>
                  <a:pt x="27" y="828"/>
                </a:lnTo>
                <a:lnTo>
                  <a:pt x="27" y="827"/>
                </a:lnTo>
                <a:lnTo>
                  <a:pt x="30" y="827"/>
                </a:lnTo>
                <a:lnTo>
                  <a:pt x="32" y="826"/>
                </a:lnTo>
                <a:lnTo>
                  <a:pt x="33" y="825"/>
                </a:lnTo>
                <a:lnTo>
                  <a:pt x="34" y="826"/>
                </a:lnTo>
                <a:lnTo>
                  <a:pt x="37" y="826"/>
                </a:lnTo>
                <a:lnTo>
                  <a:pt x="38" y="825"/>
                </a:lnTo>
                <a:lnTo>
                  <a:pt x="40" y="822"/>
                </a:lnTo>
                <a:lnTo>
                  <a:pt x="40" y="819"/>
                </a:lnTo>
                <a:lnTo>
                  <a:pt x="39" y="819"/>
                </a:lnTo>
                <a:lnTo>
                  <a:pt x="38" y="819"/>
                </a:lnTo>
                <a:lnTo>
                  <a:pt x="38" y="818"/>
                </a:lnTo>
                <a:lnTo>
                  <a:pt x="38" y="817"/>
                </a:lnTo>
                <a:lnTo>
                  <a:pt x="40" y="815"/>
                </a:lnTo>
                <a:lnTo>
                  <a:pt x="41" y="815"/>
                </a:lnTo>
                <a:lnTo>
                  <a:pt x="42" y="814"/>
                </a:lnTo>
                <a:lnTo>
                  <a:pt x="41" y="812"/>
                </a:lnTo>
                <a:lnTo>
                  <a:pt x="41" y="810"/>
                </a:lnTo>
                <a:lnTo>
                  <a:pt x="42" y="809"/>
                </a:lnTo>
                <a:lnTo>
                  <a:pt x="43" y="809"/>
                </a:lnTo>
                <a:lnTo>
                  <a:pt x="44" y="808"/>
                </a:lnTo>
                <a:lnTo>
                  <a:pt x="44" y="807"/>
                </a:lnTo>
                <a:lnTo>
                  <a:pt x="43" y="807"/>
                </a:lnTo>
                <a:lnTo>
                  <a:pt x="43" y="806"/>
                </a:lnTo>
                <a:lnTo>
                  <a:pt x="43" y="805"/>
                </a:lnTo>
                <a:lnTo>
                  <a:pt x="42" y="805"/>
                </a:lnTo>
                <a:lnTo>
                  <a:pt x="43" y="804"/>
                </a:lnTo>
                <a:lnTo>
                  <a:pt x="44" y="802"/>
                </a:lnTo>
                <a:lnTo>
                  <a:pt x="44" y="801"/>
                </a:lnTo>
                <a:lnTo>
                  <a:pt x="43" y="801"/>
                </a:lnTo>
                <a:lnTo>
                  <a:pt x="43" y="800"/>
                </a:lnTo>
                <a:lnTo>
                  <a:pt x="43" y="797"/>
                </a:lnTo>
                <a:lnTo>
                  <a:pt x="43" y="793"/>
                </a:lnTo>
                <a:lnTo>
                  <a:pt x="43" y="792"/>
                </a:lnTo>
                <a:lnTo>
                  <a:pt x="44" y="791"/>
                </a:lnTo>
                <a:lnTo>
                  <a:pt x="45" y="790"/>
                </a:lnTo>
                <a:lnTo>
                  <a:pt x="45" y="788"/>
                </a:lnTo>
                <a:lnTo>
                  <a:pt x="44" y="786"/>
                </a:lnTo>
                <a:lnTo>
                  <a:pt x="44" y="785"/>
                </a:lnTo>
                <a:lnTo>
                  <a:pt x="45" y="785"/>
                </a:lnTo>
                <a:lnTo>
                  <a:pt x="48" y="783"/>
                </a:lnTo>
                <a:lnTo>
                  <a:pt x="49" y="782"/>
                </a:lnTo>
                <a:lnTo>
                  <a:pt x="50" y="782"/>
                </a:lnTo>
                <a:lnTo>
                  <a:pt x="52" y="780"/>
                </a:lnTo>
                <a:lnTo>
                  <a:pt x="52" y="779"/>
                </a:lnTo>
                <a:lnTo>
                  <a:pt x="54" y="778"/>
                </a:lnTo>
                <a:lnTo>
                  <a:pt x="55" y="778"/>
                </a:lnTo>
                <a:lnTo>
                  <a:pt x="55" y="779"/>
                </a:lnTo>
                <a:lnTo>
                  <a:pt x="57" y="780"/>
                </a:lnTo>
                <a:lnTo>
                  <a:pt x="58" y="780"/>
                </a:lnTo>
                <a:lnTo>
                  <a:pt x="59" y="780"/>
                </a:lnTo>
                <a:lnTo>
                  <a:pt x="60" y="780"/>
                </a:lnTo>
                <a:lnTo>
                  <a:pt x="62" y="780"/>
                </a:lnTo>
                <a:lnTo>
                  <a:pt x="63" y="781"/>
                </a:lnTo>
                <a:lnTo>
                  <a:pt x="64" y="782"/>
                </a:lnTo>
                <a:lnTo>
                  <a:pt x="64" y="783"/>
                </a:lnTo>
                <a:lnTo>
                  <a:pt x="65" y="783"/>
                </a:lnTo>
                <a:lnTo>
                  <a:pt x="68" y="782"/>
                </a:lnTo>
                <a:lnTo>
                  <a:pt x="70" y="781"/>
                </a:lnTo>
                <a:lnTo>
                  <a:pt x="71" y="780"/>
                </a:lnTo>
                <a:lnTo>
                  <a:pt x="72" y="778"/>
                </a:lnTo>
                <a:lnTo>
                  <a:pt x="72" y="777"/>
                </a:lnTo>
                <a:lnTo>
                  <a:pt x="72" y="776"/>
                </a:lnTo>
                <a:lnTo>
                  <a:pt x="73" y="776"/>
                </a:lnTo>
                <a:lnTo>
                  <a:pt x="73" y="777"/>
                </a:lnTo>
                <a:lnTo>
                  <a:pt x="73" y="778"/>
                </a:lnTo>
                <a:lnTo>
                  <a:pt x="74" y="780"/>
                </a:lnTo>
                <a:lnTo>
                  <a:pt x="75" y="780"/>
                </a:lnTo>
                <a:lnTo>
                  <a:pt x="75" y="779"/>
                </a:lnTo>
                <a:lnTo>
                  <a:pt x="74" y="778"/>
                </a:lnTo>
                <a:lnTo>
                  <a:pt x="75" y="777"/>
                </a:lnTo>
                <a:lnTo>
                  <a:pt x="77" y="773"/>
                </a:lnTo>
                <a:lnTo>
                  <a:pt x="78" y="773"/>
                </a:lnTo>
                <a:lnTo>
                  <a:pt x="79" y="773"/>
                </a:lnTo>
                <a:lnTo>
                  <a:pt x="80" y="775"/>
                </a:lnTo>
                <a:lnTo>
                  <a:pt x="81" y="776"/>
                </a:lnTo>
                <a:lnTo>
                  <a:pt x="82" y="776"/>
                </a:lnTo>
                <a:lnTo>
                  <a:pt x="83" y="774"/>
                </a:lnTo>
                <a:lnTo>
                  <a:pt x="84" y="774"/>
                </a:lnTo>
                <a:lnTo>
                  <a:pt x="86" y="774"/>
                </a:lnTo>
                <a:lnTo>
                  <a:pt x="88" y="773"/>
                </a:lnTo>
                <a:lnTo>
                  <a:pt x="89" y="773"/>
                </a:lnTo>
                <a:lnTo>
                  <a:pt x="90" y="774"/>
                </a:lnTo>
                <a:lnTo>
                  <a:pt x="91" y="773"/>
                </a:lnTo>
                <a:lnTo>
                  <a:pt x="92" y="773"/>
                </a:lnTo>
                <a:lnTo>
                  <a:pt x="93" y="773"/>
                </a:lnTo>
                <a:lnTo>
                  <a:pt x="95" y="774"/>
                </a:lnTo>
                <a:lnTo>
                  <a:pt x="94" y="775"/>
                </a:lnTo>
                <a:lnTo>
                  <a:pt x="95" y="775"/>
                </a:lnTo>
                <a:lnTo>
                  <a:pt x="97" y="776"/>
                </a:lnTo>
                <a:lnTo>
                  <a:pt x="99" y="777"/>
                </a:lnTo>
                <a:lnTo>
                  <a:pt x="99" y="776"/>
                </a:lnTo>
                <a:lnTo>
                  <a:pt x="103" y="776"/>
                </a:lnTo>
                <a:lnTo>
                  <a:pt x="104" y="776"/>
                </a:lnTo>
                <a:lnTo>
                  <a:pt x="104" y="775"/>
                </a:lnTo>
                <a:lnTo>
                  <a:pt x="105" y="774"/>
                </a:lnTo>
                <a:lnTo>
                  <a:pt x="106" y="773"/>
                </a:lnTo>
                <a:lnTo>
                  <a:pt x="107" y="774"/>
                </a:lnTo>
                <a:lnTo>
                  <a:pt x="108" y="774"/>
                </a:lnTo>
                <a:lnTo>
                  <a:pt x="108" y="773"/>
                </a:lnTo>
                <a:lnTo>
                  <a:pt x="109" y="773"/>
                </a:lnTo>
                <a:lnTo>
                  <a:pt x="109" y="769"/>
                </a:lnTo>
                <a:lnTo>
                  <a:pt x="109" y="768"/>
                </a:lnTo>
                <a:lnTo>
                  <a:pt x="110" y="768"/>
                </a:lnTo>
                <a:lnTo>
                  <a:pt x="111" y="769"/>
                </a:lnTo>
                <a:lnTo>
                  <a:pt x="111" y="770"/>
                </a:lnTo>
                <a:lnTo>
                  <a:pt x="112" y="770"/>
                </a:lnTo>
                <a:lnTo>
                  <a:pt x="113" y="770"/>
                </a:lnTo>
                <a:lnTo>
                  <a:pt x="114" y="770"/>
                </a:lnTo>
                <a:lnTo>
                  <a:pt x="114" y="771"/>
                </a:lnTo>
                <a:lnTo>
                  <a:pt x="115" y="772"/>
                </a:lnTo>
                <a:lnTo>
                  <a:pt x="116" y="773"/>
                </a:lnTo>
                <a:lnTo>
                  <a:pt x="118" y="773"/>
                </a:lnTo>
                <a:lnTo>
                  <a:pt x="118" y="774"/>
                </a:lnTo>
                <a:lnTo>
                  <a:pt x="119" y="774"/>
                </a:lnTo>
                <a:lnTo>
                  <a:pt x="119" y="773"/>
                </a:lnTo>
                <a:lnTo>
                  <a:pt x="120" y="773"/>
                </a:lnTo>
                <a:lnTo>
                  <a:pt x="121" y="773"/>
                </a:lnTo>
                <a:lnTo>
                  <a:pt x="122" y="774"/>
                </a:lnTo>
                <a:lnTo>
                  <a:pt x="122" y="773"/>
                </a:lnTo>
                <a:lnTo>
                  <a:pt x="123" y="773"/>
                </a:lnTo>
                <a:lnTo>
                  <a:pt x="124" y="773"/>
                </a:lnTo>
                <a:lnTo>
                  <a:pt x="125" y="773"/>
                </a:lnTo>
                <a:lnTo>
                  <a:pt x="126" y="773"/>
                </a:lnTo>
                <a:lnTo>
                  <a:pt x="128" y="773"/>
                </a:lnTo>
                <a:lnTo>
                  <a:pt x="129" y="773"/>
                </a:lnTo>
                <a:lnTo>
                  <a:pt x="129" y="772"/>
                </a:lnTo>
                <a:lnTo>
                  <a:pt x="129" y="771"/>
                </a:lnTo>
                <a:lnTo>
                  <a:pt x="129" y="770"/>
                </a:lnTo>
                <a:lnTo>
                  <a:pt x="130" y="769"/>
                </a:lnTo>
                <a:lnTo>
                  <a:pt x="130" y="768"/>
                </a:lnTo>
                <a:lnTo>
                  <a:pt x="129" y="768"/>
                </a:lnTo>
                <a:lnTo>
                  <a:pt x="129" y="767"/>
                </a:lnTo>
                <a:lnTo>
                  <a:pt x="128" y="767"/>
                </a:lnTo>
                <a:lnTo>
                  <a:pt x="128" y="766"/>
                </a:lnTo>
                <a:lnTo>
                  <a:pt x="128" y="765"/>
                </a:lnTo>
                <a:lnTo>
                  <a:pt x="127" y="765"/>
                </a:lnTo>
                <a:lnTo>
                  <a:pt x="126" y="764"/>
                </a:lnTo>
                <a:lnTo>
                  <a:pt x="126" y="765"/>
                </a:lnTo>
                <a:lnTo>
                  <a:pt x="127" y="765"/>
                </a:lnTo>
                <a:lnTo>
                  <a:pt x="126" y="765"/>
                </a:lnTo>
                <a:lnTo>
                  <a:pt x="125" y="764"/>
                </a:lnTo>
                <a:lnTo>
                  <a:pt x="126" y="763"/>
                </a:lnTo>
                <a:lnTo>
                  <a:pt x="127" y="762"/>
                </a:lnTo>
                <a:lnTo>
                  <a:pt x="128" y="761"/>
                </a:lnTo>
                <a:lnTo>
                  <a:pt x="128" y="760"/>
                </a:lnTo>
                <a:lnTo>
                  <a:pt x="127" y="759"/>
                </a:lnTo>
                <a:lnTo>
                  <a:pt x="125" y="757"/>
                </a:lnTo>
                <a:lnTo>
                  <a:pt x="124" y="757"/>
                </a:lnTo>
                <a:lnTo>
                  <a:pt x="121" y="756"/>
                </a:lnTo>
                <a:lnTo>
                  <a:pt x="121" y="755"/>
                </a:lnTo>
                <a:lnTo>
                  <a:pt x="121" y="754"/>
                </a:lnTo>
                <a:lnTo>
                  <a:pt x="122" y="754"/>
                </a:lnTo>
                <a:lnTo>
                  <a:pt x="122" y="753"/>
                </a:lnTo>
                <a:lnTo>
                  <a:pt x="122" y="750"/>
                </a:lnTo>
                <a:lnTo>
                  <a:pt x="122" y="749"/>
                </a:lnTo>
                <a:lnTo>
                  <a:pt x="121" y="747"/>
                </a:lnTo>
                <a:lnTo>
                  <a:pt x="120" y="745"/>
                </a:lnTo>
                <a:lnTo>
                  <a:pt x="119" y="743"/>
                </a:lnTo>
                <a:lnTo>
                  <a:pt x="119" y="742"/>
                </a:lnTo>
                <a:lnTo>
                  <a:pt x="120" y="742"/>
                </a:lnTo>
                <a:lnTo>
                  <a:pt x="120" y="740"/>
                </a:lnTo>
                <a:lnTo>
                  <a:pt x="120" y="738"/>
                </a:lnTo>
                <a:lnTo>
                  <a:pt x="120" y="737"/>
                </a:lnTo>
                <a:lnTo>
                  <a:pt x="121" y="736"/>
                </a:lnTo>
                <a:lnTo>
                  <a:pt x="121" y="734"/>
                </a:lnTo>
                <a:lnTo>
                  <a:pt x="120" y="734"/>
                </a:lnTo>
                <a:lnTo>
                  <a:pt x="119" y="733"/>
                </a:lnTo>
                <a:lnTo>
                  <a:pt x="119" y="731"/>
                </a:lnTo>
                <a:lnTo>
                  <a:pt x="120" y="731"/>
                </a:lnTo>
                <a:lnTo>
                  <a:pt x="121" y="732"/>
                </a:lnTo>
                <a:lnTo>
                  <a:pt x="122" y="731"/>
                </a:lnTo>
                <a:lnTo>
                  <a:pt x="122" y="730"/>
                </a:lnTo>
                <a:lnTo>
                  <a:pt x="121" y="726"/>
                </a:lnTo>
                <a:lnTo>
                  <a:pt x="121" y="725"/>
                </a:lnTo>
                <a:lnTo>
                  <a:pt x="120" y="724"/>
                </a:lnTo>
                <a:lnTo>
                  <a:pt x="119" y="724"/>
                </a:lnTo>
                <a:lnTo>
                  <a:pt x="118" y="724"/>
                </a:lnTo>
                <a:lnTo>
                  <a:pt x="115" y="722"/>
                </a:lnTo>
                <a:lnTo>
                  <a:pt x="114" y="721"/>
                </a:lnTo>
                <a:lnTo>
                  <a:pt x="114" y="719"/>
                </a:lnTo>
                <a:lnTo>
                  <a:pt x="114" y="718"/>
                </a:lnTo>
                <a:lnTo>
                  <a:pt x="114" y="717"/>
                </a:lnTo>
                <a:lnTo>
                  <a:pt x="116" y="714"/>
                </a:lnTo>
                <a:lnTo>
                  <a:pt x="117" y="712"/>
                </a:lnTo>
                <a:lnTo>
                  <a:pt x="118" y="711"/>
                </a:lnTo>
                <a:lnTo>
                  <a:pt x="119" y="712"/>
                </a:lnTo>
                <a:lnTo>
                  <a:pt x="120" y="714"/>
                </a:lnTo>
                <a:lnTo>
                  <a:pt x="123" y="717"/>
                </a:lnTo>
                <a:lnTo>
                  <a:pt x="124" y="718"/>
                </a:lnTo>
                <a:lnTo>
                  <a:pt x="125" y="718"/>
                </a:lnTo>
                <a:lnTo>
                  <a:pt x="126" y="717"/>
                </a:lnTo>
                <a:lnTo>
                  <a:pt x="126" y="716"/>
                </a:lnTo>
                <a:lnTo>
                  <a:pt x="126" y="715"/>
                </a:lnTo>
                <a:lnTo>
                  <a:pt x="127" y="713"/>
                </a:lnTo>
                <a:lnTo>
                  <a:pt x="128" y="713"/>
                </a:lnTo>
                <a:lnTo>
                  <a:pt x="129" y="713"/>
                </a:lnTo>
                <a:lnTo>
                  <a:pt x="129" y="712"/>
                </a:lnTo>
                <a:lnTo>
                  <a:pt x="129" y="711"/>
                </a:lnTo>
                <a:lnTo>
                  <a:pt x="129" y="710"/>
                </a:lnTo>
                <a:lnTo>
                  <a:pt x="130" y="709"/>
                </a:lnTo>
                <a:lnTo>
                  <a:pt x="130" y="708"/>
                </a:lnTo>
                <a:lnTo>
                  <a:pt x="131" y="708"/>
                </a:lnTo>
                <a:lnTo>
                  <a:pt x="133" y="709"/>
                </a:lnTo>
                <a:lnTo>
                  <a:pt x="133" y="708"/>
                </a:lnTo>
                <a:lnTo>
                  <a:pt x="137" y="711"/>
                </a:lnTo>
                <a:lnTo>
                  <a:pt x="138" y="712"/>
                </a:lnTo>
                <a:lnTo>
                  <a:pt x="139" y="713"/>
                </a:lnTo>
                <a:lnTo>
                  <a:pt x="139" y="714"/>
                </a:lnTo>
                <a:lnTo>
                  <a:pt x="140" y="715"/>
                </a:lnTo>
                <a:lnTo>
                  <a:pt x="141" y="715"/>
                </a:lnTo>
                <a:lnTo>
                  <a:pt x="142" y="715"/>
                </a:lnTo>
                <a:lnTo>
                  <a:pt x="144" y="718"/>
                </a:lnTo>
                <a:lnTo>
                  <a:pt x="144" y="719"/>
                </a:lnTo>
                <a:lnTo>
                  <a:pt x="145" y="721"/>
                </a:lnTo>
                <a:lnTo>
                  <a:pt x="147" y="721"/>
                </a:lnTo>
                <a:lnTo>
                  <a:pt x="149" y="720"/>
                </a:lnTo>
                <a:lnTo>
                  <a:pt x="151" y="719"/>
                </a:lnTo>
                <a:lnTo>
                  <a:pt x="153" y="718"/>
                </a:lnTo>
                <a:lnTo>
                  <a:pt x="152" y="717"/>
                </a:lnTo>
                <a:lnTo>
                  <a:pt x="152" y="716"/>
                </a:lnTo>
                <a:lnTo>
                  <a:pt x="153" y="715"/>
                </a:lnTo>
                <a:lnTo>
                  <a:pt x="154" y="714"/>
                </a:lnTo>
                <a:lnTo>
                  <a:pt x="155" y="713"/>
                </a:lnTo>
                <a:lnTo>
                  <a:pt x="155" y="712"/>
                </a:lnTo>
                <a:lnTo>
                  <a:pt x="156" y="710"/>
                </a:lnTo>
                <a:lnTo>
                  <a:pt x="158" y="709"/>
                </a:lnTo>
                <a:lnTo>
                  <a:pt x="159" y="709"/>
                </a:lnTo>
                <a:lnTo>
                  <a:pt x="159" y="710"/>
                </a:lnTo>
                <a:lnTo>
                  <a:pt x="163" y="711"/>
                </a:lnTo>
                <a:lnTo>
                  <a:pt x="164" y="711"/>
                </a:lnTo>
                <a:lnTo>
                  <a:pt x="165" y="711"/>
                </a:lnTo>
                <a:lnTo>
                  <a:pt x="166" y="711"/>
                </a:lnTo>
                <a:lnTo>
                  <a:pt x="166" y="712"/>
                </a:lnTo>
                <a:lnTo>
                  <a:pt x="166" y="714"/>
                </a:lnTo>
                <a:lnTo>
                  <a:pt x="166" y="715"/>
                </a:lnTo>
                <a:lnTo>
                  <a:pt x="166" y="716"/>
                </a:lnTo>
                <a:lnTo>
                  <a:pt x="167" y="717"/>
                </a:lnTo>
                <a:lnTo>
                  <a:pt x="168" y="717"/>
                </a:lnTo>
                <a:lnTo>
                  <a:pt x="169" y="716"/>
                </a:lnTo>
                <a:lnTo>
                  <a:pt x="171" y="717"/>
                </a:lnTo>
                <a:lnTo>
                  <a:pt x="172" y="718"/>
                </a:lnTo>
                <a:lnTo>
                  <a:pt x="174" y="717"/>
                </a:lnTo>
                <a:lnTo>
                  <a:pt x="174" y="716"/>
                </a:lnTo>
                <a:lnTo>
                  <a:pt x="177" y="714"/>
                </a:lnTo>
                <a:lnTo>
                  <a:pt x="181" y="713"/>
                </a:lnTo>
                <a:lnTo>
                  <a:pt x="181" y="712"/>
                </a:lnTo>
                <a:lnTo>
                  <a:pt x="180" y="709"/>
                </a:lnTo>
                <a:lnTo>
                  <a:pt x="178" y="707"/>
                </a:lnTo>
                <a:lnTo>
                  <a:pt x="177" y="707"/>
                </a:lnTo>
                <a:lnTo>
                  <a:pt x="176" y="707"/>
                </a:lnTo>
                <a:lnTo>
                  <a:pt x="176" y="706"/>
                </a:lnTo>
                <a:lnTo>
                  <a:pt x="175" y="705"/>
                </a:lnTo>
                <a:lnTo>
                  <a:pt x="174" y="702"/>
                </a:lnTo>
                <a:lnTo>
                  <a:pt x="175" y="701"/>
                </a:lnTo>
                <a:lnTo>
                  <a:pt x="175" y="699"/>
                </a:lnTo>
                <a:lnTo>
                  <a:pt x="176" y="699"/>
                </a:lnTo>
                <a:lnTo>
                  <a:pt x="177" y="698"/>
                </a:lnTo>
                <a:lnTo>
                  <a:pt x="178" y="698"/>
                </a:lnTo>
                <a:lnTo>
                  <a:pt x="178" y="699"/>
                </a:lnTo>
                <a:lnTo>
                  <a:pt x="179" y="698"/>
                </a:lnTo>
                <a:lnTo>
                  <a:pt x="181" y="697"/>
                </a:lnTo>
                <a:lnTo>
                  <a:pt x="182" y="697"/>
                </a:lnTo>
                <a:lnTo>
                  <a:pt x="183" y="696"/>
                </a:lnTo>
                <a:lnTo>
                  <a:pt x="183" y="695"/>
                </a:lnTo>
                <a:lnTo>
                  <a:pt x="182" y="694"/>
                </a:lnTo>
                <a:lnTo>
                  <a:pt x="183" y="693"/>
                </a:lnTo>
                <a:lnTo>
                  <a:pt x="184" y="692"/>
                </a:lnTo>
                <a:lnTo>
                  <a:pt x="185" y="692"/>
                </a:lnTo>
                <a:lnTo>
                  <a:pt x="186" y="691"/>
                </a:lnTo>
                <a:lnTo>
                  <a:pt x="187" y="689"/>
                </a:lnTo>
                <a:lnTo>
                  <a:pt x="187" y="688"/>
                </a:lnTo>
                <a:lnTo>
                  <a:pt x="187" y="687"/>
                </a:lnTo>
                <a:lnTo>
                  <a:pt x="188" y="687"/>
                </a:lnTo>
                <a:lnTo>
                  <a:pt x="189" y="687"/>
                </a:lnTo>
                <a:lnTo>
                  <a:pt x="190" y="689"/>
                </a:lnTo>
                <a:lnTo>
                  <a:pt x="191" y="690"/>
                </a:lnTo>
                <a:lnTo>
                  <a:pt x="195" y="691"/>
                </a:lnTo>
                <a:lnTo>
                  <a:pt x="198" y="691"/>
                </a:lnTo>
                <a:lnTo>
                  <a:pt x="200" y="690"/>
                </a:lnTo>
                <a:lnTo>
                  <a:pt x="200" y="689"/>
                </a:lnTo>
                <a:lnTo>
                  <a:pt x="201" y="688"/>
                </a:lnTo>
                <a:lnTo>
                  <a:pt x="200" y="688"/>
                </a:lnTo>
                <a:lnTo>
                  <a:pt x="200" y="687"/>
                </a:lnTo>
                <a:lnTo>
                  <a:pt x="199" y="687"/>
                </a:lnTo>
                <a:lnTo>
                  <a:pt x="198" y="686"/>
                </a:lnTo>
                <a:lnTo>
                  <a:pt x="198" y="685"/>
                </a:lnTo>
                <a:lnTo>
                  <a:pt x="196" y="682"/>
                </a:lnTo>
                <a:lnTo>
                  <a:pt x="195" y="682"/>
                </a:lnTo>
                <a:lnTo>
                  <a:pt x="194" y="681"/>
                </a:lnTo>
                <a:lnTo>
                  <a:pt x="193" y="681"/>
                </a:lnTo>
                <a:lnTo>
                  <a:pt x="192" y="680"/>
                </a:lnTo>
                <a:lnTo>
                  <a:pt x="192" y="678"/>
                </a:lnTo>
                <a:lnTo>
                  <a:pt x="193" y="678"/>
                </a:lnTo>
                <a:lnTo>
                  <a:pt x="193" y="677"/>
                </a:lnTo>
                <a:lnTo>
                  <a:pt x="192" y="676"/>
                </a:lnTo>
                <a:lnTo>
                  <a:pt x="192" y="675"/>
                </a:lnTo>
                <a:lnTo>
                  <a:pt x="191" y="674"/>
                </a:lnTo>
                <a:lnTo>
                  <a:pt x="188" y="673"/>
                </a:lnTo>
                <a:lnTo>
                  <a:pt x="187" y="674"/>
                </a:lnTo>
                <a:lnTo>
                  <a:pt x="187" y="675"/>
                </a:lnTo>
                <a:lnTo>
                  <a:pt x="185" y="673"/>
                </a:lnTo>
                <a:lnTo>
                  <a:pt x="184" y="672"/>
                </a:lnTo>
                <a:lnTo>
                  <a:pt x="184" y="671"/>
                </a:lnTo>
                <a:lnTo>
                  <a:pt x="185" y="670"/>
                </a:lnTo>
                <a:lnTo>
                  <a:pt x="185" y="669"/>
                </a:lnTo>
                <a:lnTo>
                  <a:pt x="185" y="668"/>
                </a:lnTo>
                <a:lnTo>
                  <a:pt x="184" y="667"/>
                </a:lnTo>
                <a:lnTo>
                  <a:pt x="184" y="665"/>
                </a:lnTo>
                <a:lnTo>
                  <a:pt x="184" y="664"/>
                </a:lnTo>
                <a:lnTo>
                  <a:pt x="185" y="664"/>
                </a:lnTo>
                <a:lnTo>
                  <a:pt x="184" y="660"/>
                </a:lnTo>
                <a:lnTo>
                  <a:pt x="184" y="658"/>
                </a:lnTo>
                <a:lnTo>
                  <a:pt x="183" y="657"/>
                </a:lnTo>
                <a:lnTo>
                  <a:pt x="182" y="657"/>
                </a:lnTo>
                <a:lnTo>
                  <a:pt x="181" y="657"/>
                </a:lnTo>
                <a:lnTo>
                  <a:pt x="180" y="657"/>
                </a:lnTo>
                <a:lnTo>
                  <a:pt x="180" y="656"/>
                </a:lnTo>
                <a:lnTo>
                  <a:pt x="180" y="655"/>
                </a:lnTo>
                <a:lnTo>
                  <a:pt x="179" y="654"/>
                </a:lnTo>
                <a:lnTo>
                  <a:pt x="179" y="653"/>
                </a:lnTo>
                <a:lnTo>
                  <a:pt x="178" y="652"/>
                </a:lnTo>
                <a:lnTo>
                  <a:pt x="179" y="651"/>
                </a:lnTo>
                <a:lnTo>
                  <a:pt x="180" y="651"/>
                </a:lnTo>
                <a:lnTo>
                  <a:pt x="181" y="651"/>
                </a:lnTo>
                <a:lnTo>
                  <a:pt x="181" y="652"/>
                </a:lnTo>
                <a:lnTo>
                  <a:pt x="182" y="652"/>
                </a:lnTo>
                <a:lnTo>
                  <a:pt x="183" y="653"/>
                </a:lnTo>
                <a:lnTo>
                  <a:pt x="185" y="654"/>
                </a:lnTo>
                <a:lnTo>
                  <a:pt x="186" y="654"/>
                </a:lnTo>
                <a:lnTo>
                  <a:pt x="189" y="653"/>
                </a:lnTo>
                <a:lnTo>
                  <a:pt x="190" y="653"/>
                </a:lnTo>
                <a:lnTo>
                  <a:pt x="191" y="651"/>
                </a:lnTo>
                <a:lnTo>
                  <a:pt x="190" y="650"/>
                </a:lnTo>
                <a:lnTo>
                  <a:pt x="189" y="649"/>
                </a:lnTo>
                <a:lnTo>
                  <a:pt x="188" y="647"/>
                </a:lnTo>
                <a:lnTo>
                  <a:pt x="188" y="646"/>
                </a:lnTo>
                <a:lnTo>
                  <a:pt x="190" y="644"/>
                </a:lnTo>
                <a:lnTo>
                  <a:pt x="190" y="643"/>
                </a:lnTo>
                <a:lnTo>
                  <a:pt x="191" y="642"/>
                </a:lnTo>
                <a:lnTo>
                  <a:pt x="192" y="642"/>
                </a:lnTo>
                <a:lnTo>
                  <a:pt x="193" y="642"/>
                </a:lnTo>
                <a:lnTo>
                  <a:pt x="192" y="639"/>
                </a:lnTo>
                <a:lnTo>
                  <a:pt x="192" y="637"/>
                </a:lnTo>
                <a:lnTo>
                  <a:pt x="191" y="636"/>
                </a:lnTo>
                <a:lnTo>
                  <a:pt x="190" y="635"/>
                </a:lnTo>
                <a:lnTo>
                  <a:pt x="190" y="634"/>
                </a:lnTo>
                <a:lnTo>
                  <a:pt x="190" y="633"/>
                </a:lnTo>
                <a:lnTo>
                  <a:pt x="191" y="634"/>
                </a:lnTo>
                <a:lnTo>
                  <a:pt x="192" y="634"/>
                </a:lnTo>
                <a:lnTo>
                  <a:pt x="192" y="633"/>
                </a:lnTo>
                <a:lnTo>
                  <a:pt x="193" y="633"/>
                </a:lnTo>
                <a:lnTo>
                  <a:pt x="193" y="632"/>
                </a:lnTo>
                <a:lnTo>
                  <a:pt x="192" y="631"/>
                </a:lnTo>
                <a:lnTo>
                  <a:pt x="192" y="629"/>
                </a:lnTo>
                <a:lnTo>
                  <a:pt x="193" y="628"/>
                </a:lnTo>
                <a:lnTo>
                  <a:pt x="194" y="628"/>
                </a:lnTo>
                <a:lnTo>
                  <a:pt x="195" y="628"/>
                </a:lnTo>
                <a:lnTo>
                  <a:pt x="198" y="631"/>
                </a:lnTo>
                <a:lnTo>
                  <a:pt x="199" y="632"/>
                </a:lnTo>
                <a:lnTo>
                  <a:pt x="199" y="633"/>
                </a:lnTo>
                <a:lnTo>
                  <a:pt x="199" y="634"/>
                </a:lnTo>
                <a:lnTo>
                  <a:pt x="200" y="633"/>
                </a:lnTo>
                <a:lnTo>
                  <a:pt x="201" y="633"/>
                </a:lnTo>
                <a:lnTo>
                  <a:pt x="201" y="632"/>
                </a:lnTo>
                <a:lnTo>
                  <a:pt x="201" y="631"/>
                </a:lnTo>
                <a:lnTo>
                  <a:pt x="201" y="630"/>
                </a:lnTo>
                <a:lnTo>
                  <a:pt x="202" y="629"/>
                </a:lnTo>
                <a:lnTo>
                  <a:pt x="203" y="629"/>
                </a:lnTo>
                <a:lnTo>
                  <a:pt x="205" y="628"/>
                </a:lnTo>
                <a:lnTo>
                  <a:pt x="205" y="627"/>
                </a:lnTo>
                <a:lnTo>
                  <a:pt x="207" y="628"/>
                </a:lnTo>
                <a:lnTo>
                  <a:pt x="208" y="628"/>
                </a:lnTo>
                <a:lnTo>
                  <a:pt x="209" y="628"/>
                </a:lnTo>
                <a:lnTo>
                  <a:pt x="210" y="627"/>
                </a:lnTo>
                <a:lnTo>
                  <a:pt x="211" y="627"/>
                </a:lnTo>
                <a:lnTo>
                  <a:pt x="212" y="627"/>
                </a:lnTo>
                <a:lnTo>
                  <a:pt x="213" y="627"/>
                </a:lnTo>
                <a:lnTo>
                  <a:pt x="213" y="628"/>
                </a:lnTo>
                <a:lnTo>
                  <a:pt x="214" y="628"/>
                </a:lnTo>
                <a:lnTo>
                  <a:pt x="215" y="628"/>
                </a:lnTo>
                <a:lnTo>
                  <a:pt x="217" y="627"/>
                </a:lnTo>
                <a:lnTo>
                  <a:pt x="217" y="626"/>
                </a:lnTo>
                <a:lnTo>
                  <a:pt x="218" y="625"/>
                </a:lnTo>
                <a:lnTo>
                  <a:pt x="218" y="624"/>
                </a:lnTo>
                <a:lnTo>
                  <a:pt x="218" y="623"/>
                </a:lnTo>
                <a:lnTo>
                  <a:pt x="217" y="623"/>
                </a:lnTo>
                <a:lnTo>
                  <a:pt x="217" y="622"/>
                </a:lnTo>
                <a:lnTo>
                  <a:pt x="217" y="621"/>
                </a:lnTo>
                <a:lnTo>
                  <a:pt x="219" y="621"/>
                </a:lnTo>
                <a:lnTo>
                  <a:pt x="220" y="622"/>
                </a:lnTo>
                <a:lnTo>
                  <a:pt x="222" y="622"/>
                </a:lnTo>
                <a:lnTo>
                  <a:pt x="223" y="622"/>
                </a:lnTo>
                <a:lnTo>
                  <a:pt x="225" y="622"/>
                </a:lnTo>
                <a:lnTo>
                  <a:pt x="226" y="622"/>
                </a:lnTo>
                <a:lnTo>
                  <a:pt x="227" y="622"/>
                </a:lnTo>
                <a:lnTo>
                  <a:pt x="227" y="621"/>
                </a:lnTo>
                <a:lnTo>
                  <a:pt x="228" y="621"/>
                </a:lnTo>
                <a:lnTo>
                  <a:pt x="229" y="620"/>
                </a:lnTo>
                <a:lnTo>
                  <a:pt x="229" y="619"/>
                </a:lnTo>
                <a:lnTo>
                  <a:pt x="229" y="618"/>
                </a:lnTo>
                <a:lnTo>
                  <a:pt x="229" y="617"/>
                </a:lnTo>
                <a:lnTo>
                  <a:pt x="229" y="616"/>
                </a:lnTo>
                <a:lnTo>
                  <a:pt x="230" y="616"/>
                </a:lnTo>
                <a:lnTo>
                  <a:pt x="231" y="616"/>
                </a:lnTo>
                <a:lnTo>
                  <a:pt x="231" y="615"/>
                </a:lnTo>
                <a:lnTo>
                  <a:pt x="233" y="615"/>
                </a:lnTo>
                <a:lnTo>
                  <a:pt x="234" y="615"/>
                </a:lnTo>
                <a:lnTo>
                  <a:pt x="234" y="616"/>
                </a:lnTo>
                <a:lnTo>
                  <a:pt x="236" y="617"/>
                </a:lnTo>
                <a:lnTo>
                  <a:pt x="236" y="616"/>
                </a:lnTo>
                <a:lnTo>
                  <a:pt x="237" y="616"/>
                </a:lnTo>
                <a:lnTo>
                  <a:pt x="237" y="615"/>
                </a:lnTo>
                <a:lnTo>
                  <a:pt x="238" y="615"/>
                </a:lnTo>
                <a:lnTo>
                  <a:pt x="238" y="614"/>
                </a:lnTo>
                <a:lnTo>
                  <a:pt x="239" y="614"/>
                </a:lnTo>
                <a:lnTo>
                  <a:pt x="242" y="612"/>
                </a:lnTo>
                <a:lnTo>
                  <a:pt x="242" y="613"/>
                </a:lnTo>
                <a:lnTo>
                  <a:pt x="243" y="614"/>
                </a:lnTo>
                <a:lnTo>
                  <a:pt x="244" y="613"/>
                </a:lnTo>
                <a:lnTo>
                  <a:pt x="246" y="613"/>
                </a:lnTo>
                <a:lnTo>
                  <a:pt x="247" y="613"/>
                </a:lnTo>
                <a:lnTo>
                  <a:pt x="248" y="611"/>
                </a:lnTo>
                <a:lnTo>
                  <a:pt x="248" y="610"/>
                </a:lnTo>
                <a:lnTo>
                  <a:pt x="248" y="609"/>
                </a:lnTo>
                <a:lnTo>
                  <a:pt x="249" y="609"/>
                </a:lnTo>
                <a:lnTo>
                  <a:pt x="250" y="609"/>
                </a:lnTo>
                <a:lnTo>
                  <a:pt x="250" y="607"/>
                </a:lnTo>
                <a:lnTo>
                  <a:pt x="251" y="606"/>
                </a:lnTo>
                <a:lnTo>
                  <a:pt x="251" y="605"/>
                </a:lnTo>
                <a:lnTo>
                  <a:pt x="252" y="605"/>
                </a:lnTo>
                <a:lnTo>
                  <a:pt x="252" y="604"/>
                </a:lnTo>
                <a:lnTo>
                  <a:pt x="253" y="603"/>
                </a:lnTo>
                <a:lnTo>
                  <a:pt x="253" y="602"/>
                </a:lnTo>
                <a:lnTo>
                  <a:pt x="253" y="601"/>
                </a:lnTo>
                <a:lnTo>
                  <a:pt x="252" y="601"/>
                </a:lnTo>
                <a:lnTo>
                  <a:pt x="251" y="601"/>
                </a:lnTo>
                <a:lnTo>
                  <a:pt x="252" y="600"/>
                </a:lnTo>
                <a:lnTo>
                  <a:pt x="251" y="599"/>
                </a:lnTo>
                <a:lnTo>
                  <a:pt x="250" y="598"/>
                </a:lnTo>
                <a:lnTo>
                  <a:pt x="249" y="598"/>
                </a:lnTo>
                <a:lnTo>
                  <a:pt x="249" y="597"/>
                </a:lnTo>
                <a:lnTo>
                  <a:pt x="248" y="597"/>
                </a:lnTo>
                <a:lnTo>
                  <a:pt x="247" y="597"/>
                </a:lnTo>
                <a:lnTo>
                  <a:pt x="246" y="596"/>
                </a:lnTo>
                <a:lnTo>
                  <a:pt x="246" y="595"/>
                </a:lnTo>
                <a:lnTo>
                  <a:pt x="247" y="595"/>
                </a:lnTo>
                <a:lnTo>
                  <a:pt x="251" y="595"/>
                </a:lnTo>
                <a:lnTo>
                  <a:pt x="252" y="595"/>
                </a:lnTo>
                <a:lnTo>
                  <a:pt x="253" y="594"/>
                </a:lnTo>
                <a:lnTo>
                  <a:pt x="253" y="593"/>
                </a:lnTo>
                <a:lnTo>
                  <a:pt x="254" y="593"/>
                </a:lnTo>
                <a:lnTo>
                  <a:pt x="254" y="592"/>
                </a:lnTo>
                <a:lnTo>
                  <a:pt x="255" y="593"/>
                </a:lnTo>
                <a:lnTo>
                  <a:pt x="257" y="592"/>
                </a:lnTo>
                <a:lnTo>
                  <a:pt x="258" y="592"/>
                </a:lnTo>
                <a:lnTo>
                  <a:pt x="259" y="592"/>
                </a:lnTo>
                <a:lnTo>
                  <a:pt x="260" y="593"/>
                </a:lnTo>
                <a:lnTo>
                  <a:pt x="263" y="593"/>
                </a:lnTo>
                <a:lnTo>
                  <a:pt x="263" y="592"/>
                </a:lnTo>
                <a:lnTo>
                  <a:pt x="264" y="592"/>
                </a:lnTo>
                <a:lnTo>
                  <a:pt x="265" y="592"/>
                </a:lnTo>
                <a:lnTo>
                  <a:pt x="266" y="592"/>
                </a:lnTo>
                <a:lnTo>
                  <a:pt x="268" y="592"/>
                </a:lnTo>
                <a:lnTo>
                  <a:pt x="269" y="592"/>
                </a:lnTo>
                <a:lnTo>
                  <a:pt x="270" y="592"/>
                </a:lnTo>
                <a:lnTo>
                  <a:pt x="270" y="593"/>
                </a:lnTo>
                <a:lnTo>
                  <a:pt x="272" y="592"/>
                </a:lnTo>
                <a:lnTo>
                  <a:pt x="273" y="592"/>
                </a:lnTo>
                <a:lnTo>
                  <a:pt x="274" y="591"/>
                </a:lnTo>
                <a:lnTo>
                  <a:pt x="274" y="589"/>
                </a:lnTo>
                <a:lnTo>
                  <a:pt x="275" y="589"/>
                </a:lnTo>
                <a:lnTo>
                  <a:pt x="277" y="590"/>
                </a:lnTo>
                <a:lnTo>
                  <a:pt x="279" y="587"/>
                </a:lnTo>
                <a:lnTo>
                  <a:pt x="280" y="586"/>
                </a:lnTo>
                <a:lnTo>
                  <a:pt x="280" y="585"/>
                </a:lnTo>
                <a:lnTo>
                  <a:pt x="280" y="584"/>
                </a:lnTo>
                <a:lnTo>
                  <a:pt x="280" y="583"/>
                </a:lnTo>
                <a:lnTo>
                  <a:pt x="281" y="582"/>
                </a:lnTo>
                <a:lnTo>
                  <a:pt x="282" y="582"/>
                </a:lnTo>
                <a:lnTo>
                  <a:pt x="283" y="581"/>
                </a:lnTo>
                <a:lnTo>
                  <a:pt x="283" y="580"/>
                </a:lnTo>
                <a:lnTo>
                  <a:pt x="284" y="580"/>
                </a:lnTo>
                <a:lnTo>
                  <a:pt x="285" y="580"/>
                </a:lnTo>
                <a:lnTo>
                  <a:pt x="285" y="581"/>
                </a:lnTo>
                <a:lnTo>
                  <a:pt x="286" y="581"/>
                </a:lnTo>
                <a:lnTo>
                  <a:pt x="286" y="580"/>
                </a:lnTo>
                <a:lnTo>
                  <a:pt x="286" y="579"/>
                </a:lnTo>
                <a:lnTo>
                  <a:pt x="287" y="578"/>
                </a:lnTo>
                <a:lnTo>
                  <a:pt x="288" y="577"/>
                </a:lnTo>
                <a:lnTo>
                  <a:pt x="289" y="578"/>
                </a:lnTo>
                <a:lnTo>
                  <a:pt x="289" y="577"/>
                </a:lnTo>
                <a:lnTo>
                  <a:pt x="290" y="577"/>
                </a:lnTo>
                <a:lnTo>
                  <a:pt x="289" y="576"/>
                </a:lnTo>
                <a:lnTo>
                  <a:pt x="289" y="575"/>
                </a:lnTo>
                <a:lnTo>
                  <a:pt x="290" y="573"/>
                </a:lnTo>
                <a:lnTo>
                  <a:pt x="290" y="572"/>
                </a:lnTo>
                <a:lnTo>
                  <a:pt x="292" y="571"/>
                </a:lnTo>
                <a:lnTo>
                  <a:pt x="292" y="570"/>
                </a:lnTo>
                <a:lnTo>
                  <a:pt x="293" y="568"/>
                </a:lnTo>
                <a:lnTo>
                  <a:pt x="294" y="567"/>
                </a:lnTo>
                <a:lnTo>
                  <a:pt x="294" y="568"/>
                </a:lnTo>
                <a:lnTo>
                  <a:pt x="295" y="568"/>
                </a:lnTo>
                <a:lnTo>
                  <a:pt x="295" y="567"/>
                </a:lnTo>
                <a:lnTo>
                  <a:pt x="296" y="565"/>
                </a:lnTo>
                <a:lnTo>
                  <a:pt x="295" y="565"/>
                </a:lnTo>
                <a:lnTo>
                  <a:pt x="297" y="564"/>
                </a:lnTo>
                <a:lnTo>
                  <a:pt x="298" y="564"/>
                </a:lnTo>
                <a:lnTo>
                  <a:pt x="299" y="562"/>
                </a:lnTo>
                <a:lnTo>
                  <a:pt x="300" y="562"/>
                </a:lnTo>
                <a:lnTo>
                  <a:pt x="300" y="561"/>
                </a:lnTo>
                <a:lnTo>
                  <a:pt x="300" y="560"/>
                </a:lnTo>
                <a:lnTo>
                  <a:pt x="301" y="559"/>
                </a:lnTo>
                <a:lnTo>
                  <a:pt x="302" y="559"/>
                </a:lnTo>
                <a:lnTo>
                  <a:pt x="302" y="558"/>
                </a:lnTo>
                <a:lnTo>
                  <a:pt x="301" y="556"/>
                </a:lnTo>
                <a:lnTo>
                  <a:pt x="303" y="554"/>
                </a:lnTo>
                <a:lnTo>
                  <a:pt x="304" y="552"/>
                </a:lnTo>
                <a:lnTo>
                  <a:pt x="304" y="551"/>
                </a:lnTo>
                <a:lnTo>
                  <a:pt x="304" y="549"/>
                </a:lnTo>
                <a:lnTo>
                  <a:pt x="302" y="548"/>
                </a:lnTo>
                <a:lnTo>
                  <a:pt x="302" y="547"/>
                </a:lnTo>
                <a:lnTo>
                  <a:pt x="302" y="546"/>
                </a:lnTo>
                <a:lnTo>
                  <a:pt x="302" y="544"/>
                </a:lnTo>
                <a:lnTo>
                  <a:pt x="301" y="544"/>
                </a:lnTo>
                <a:lnTo>
                  <a:pt x="301" y="543"/>
                </a:lnTo>
                <a:lnTo>
                  <a:pt x="302" y="543"/>
                </a:lnTo>
                <a:lnTo>
                  <a:pt x="303" y="543"/>
                </a:lnTo>
                <a:lnTo>
                  <a:pt x="304" y="543"/>
                </a:lnTo>
                <a:lnTo>
                  <a:pt x="304" y="542"/>
                </a:lnTo>
                <a:lnTo>
                  <a:pt x="306" y="541"/>
                </a:lnTo>
                <a:lnTo>
                  <a:pt x="307" y="541"/>
                </a:lnTo>
                <a:lnTo>
                  <a:pt x="308" y="539"/>
                </a:lnTo>
                <a:lnTo>
                  <a:pt x="308" y="538"/>
                </a:lnTo>
                <a:lnTo>
                  <a:pt x="307" y="538"/>
                </a:lnTo>
                <a:lnTo>
                  <a:pt x="307" y="537"/>
                </a:lnTo>
                <a:lnTo>
                  <a:pt x="306" y="536"/>
                </a:lnTo>
                <a:lnTo>
                  <a:pt x="306" y="535"/>
                </a:lnTo>
                <a:lnTo>
                  <a:pt x="307" y="534"/>
                </a:lnTo>
                <a:lnTo>
                  <a:pt x="308" y="534"/>
                </a:lnTo>
                <a:lnTo>
                  <a:pt x="310" y="533"/>
                </a:lnTo>
                <a:lnTo>
                  <a:pt x="310" y="532"/>
                </a:lnTo>
                <a:lnTo>
                  <a:pt x="310" y="531"/>
                </a:lnTo>
                <a:lnTo>
                  <a:pt x="312" y="530"/>
                </a:lnTo>
                <a:lnTo>
                  <a:pt x="313" y="530"/>
                </a:lnTo>
                <a:lnTo>
                  <a:pt x="314" y="529"/>
                </a:lnTo>
                <a:lnTo>
                  <a:pt x="314" y="528"/>
                </a:lnTo>
                <a:lnTo>
                  <a:pt x="313" y="527"/>
                </a:lnTo>
                <a:lnTo>
                  <a:pt x="313" y="526"/>
                </a:lnTo>
                <a:lnTo>
                  <a:pt x="312" y="526"/>
                </a:lnTo>
                <a:lnTo>
                  <a:pt x="312" y="525"/>
                </a:lnTo>
                <a:lnTo>
                  <a:pt x="312" y="524"/>
                </a:lnTo>
                <a:lnTo>
                  <a:pt x="313" y="523"/>
                </a:lnTo>
                <a:lnTo>
                  <a:pt x="313" y="522"/>
                </a:lnTo>
                <a:lnTo>
                  <a:pt x="312" y="522"/>
                </a:lnTo>
                <a:lnTo>
                  <a:pt x="312" y="523"/>
                </a:lnTo>
                <a:lnTo>
                  <a:pt x="311" y="523"/>
                </a:lnTo>
                <a:lnTo>
                  <a:pt x="310" y="523"/>
                </a:lnTo>
                <a:lnTo>
                  <a:pt x="309" y="523"/>
                </a:lnTo>
                <a:lnTo>
                  <a:pt x="308" y="523"/>
                </a:lnTo>
                <a:lnTo>
                  <a:pt x="307" y="523"/>
                </a:lnTo>
                <a:lnTo>
                  <a:pt x="306" y="523"/>
                </a:lnTo>
                <a:lnTo>
                  <a:pt x="305" y="522"/>
                </a:lnTo>
                <a:lnTo>
                  <a:pt x="302" y="520"/>
                </a:lnTo>
                <a:lnTo>
                  <a:pt x="302" y="519"/>
                </a:lnTo>
                <a:lnTo>
                  <a:pt x="302" y="514"/>
                </a:lnTo>
                <a:lnTo>
                  <a:pt x="303" y="512"/>
                </a:lnTo>
                <a:lnTo>
                  <a:pt x="302" y="511"/>
                </a:lnTo>
                <a:lnTo>
                  <a:pt x="302" y="510"/>
                </a:lnTo>
                <a:lnTo>
                  <a:pt x="302" y="509"/>
                </a:lnTo>
                <a:lnTo>
                  <a:pt x="301" y="508"/>
                </a:lnTo>
                <a:lnTo>
                  <a:pt x="300" y="508"/>
                </a:lnTo>
                <a:lnTo>
                  <a:pt x="300" y="507"/>
                </a:lnTo>
                <a:lnTo>
                  <a:pt x="302" y="506"/>
                </a:lnTo>
                <a:lnTo>
                  <a:pt x="303" y="506"/>
                </a:lnTo>
                <a:lnTo>
                  <a:pt x="304" y="506"/>
                </a:lnTo>
                <a:lnTo>
                  <a:pt x="304" y="505"/>
                </a:lnTo>
                <a:lnTo>
                  <a:pt x="305" y="504"/>
                </a:lnTo>
                <a:lnTo>
                  <a:pt x="305" y="503"/>
                </a:lnTo>
                <a:lnTo>
                  <a:pt x="304" y="503"/>
                </a:lnTo>
                <a:lnTo>
                  <a:pt x="303" y="503"/>
                </a:lnTo>
                <a:lnTo>
                  <a:pt x="302" y="502"/>
                </a:lnTo>
                <a:lnTo>
                  <a:pt x="303" y="501"/>
                </a:lnTo>
                <a:lnTo>
                  <a:pt x="302" y="500"/>
                </a:lnTo>
                <a:lnTo>
                  <a:pt x="302" y="499"/>
                </a:lnTo>
                <a:lnTo>
                  <a:pt x="302" y="496"/>
                </a:lnTo>
                <a:lnTo>
                  <a:pt x="303" y="495"/>
                </a:lnTo>
                <a:lnTo>
                  <a:pt x="303" y="494"/>
                </a:lnTo>
                <a:lnTo>
                  <a:pt x="302" y="494"/>
                </a:lnTo>
                <a:lnTo>
                  <a:pt x="301" y="494"/>
                </a:lnTo>
                <a:lnTo>
                  <a:pt x="301" y="493"/>
                </a:lnTo>
                <a:lnTo>
                  <a:pt x="300" y="493"/>
                </a:lnTo>
                <a:lnTo>
                  <a:pt x="301" y="492"/>
                </a:lnTo>
                <a:lnTo>
                  <a:pt x="300" y="491"/>
                </a:lnTo>
                <a:lnTo>
                  <a:pt x="299" y="490"/>
                </a:lnTo>
                <a:lnTo>
                  <a:pt x="298" y="488"/>
                </a:lnTo>
                <a:lnTo>
                  <a:pt x="299" y="487"/>
                </a:lnTo>
                <a:lnTo>
                  <a:pt x="299" y="485"/>
                </a:lnTo>
                <a:lnTo>
                  <a:pt x="299" y="484"/>
                </a:lnTo>
                <a:lnTo>
                  <a:pt x="298" y="483"/>
                </a:lnTo>
                <a:lnTo>
                  <a:pt x="297" y="482"/>
                </a:lnTo>
                <a:lnTo>
                  <a:pt x="296" y="483"/>
                </a:lnTo>
                <a:lnTo>
                  <a:pt x="295" y="483"/>
                </a:lnTo>
                <a:lnTo>
                  <a:pt x="295" y="482"/>
                </a:lnTo>
                <a:lnTo>
                  <a:pt x="295" y="481"/>
                </a:lnTo>
                <a:lnTo>
                  <a:pt x="295" y="479"/>
                </a:lnTo>
                <a:lnTo>
                  <a:pt x="296" y="479"/>
                </a:lnTo>
                <a:lnTo>
                  <a:pt x="296" y="478"/>
                </a:lnTo>
                <a:lnTo>
                  <a:pt x="297" y="478"/>
                </a:lnTo>
                <a:lnTo>
                  <a:pt x="297" y="477"/>
                </a:lnTo>
                <a:lnTo>
                  <a:pt x="299" y="476"/>
                </a:lnTo>
                <a:lnTo>
                  <a:pt x="300" y="475"/>
                </a:lnTo>
                <a:lnTo>
                  <a:pt x="300" y="474"/>
                </a:lnTo>
                <a:lnTo>
                  <a:pt x="300" y="473"/>
                </a:lnTo>
                <a:lnTo>
                  <a:pt x="299" y="473"/>
                </a:lnTo>
                <a:lnTo>
                  <a:pt x="298" y="473"/>
                </a:lnTo>
                <a:lnTo>
                  <a:pt x="297" y="472"/>
                </a:lnTo>
                <a:lnTo>
                  <a:pt x="296" y="472"/>
                </a:lnTo>
                <a:lnTo>
                  <a:pt x="296" y="471"/>
                </a:lnTo>
                <a:lnTo>
                  <a:pt x="297" y="468"/>
                </a:lnTo>
                <a:lnTo>
                  <a:pt x="297" y="466"/>
                </a:lnTo>
                <a:lnTo>
                  <a:pt x="298" y="466"/>
                </a:lnTo>
                <a:lnTo>
                  <a:pt x="298" y="465"/>
                </a:lnTo>
                <a:lnTo>
                  <a:pt x="298" y="464"/>
                </a:lnTo>
                <a:lnTo>
                  <a:pt x="299" y="463"/>
                </a:lnTo>
                <a:lnTo>
                  <a:pt x="299" y="462"/>
                </a:lnTo>
                <a:lnTo>
                  <a:pt x="300" y="461"/>
                </a:lnTo>
                <a:lnTo>
                  <a:pt x="301" y="461"/>
                </a:lnTo>
                <a:lnTo>
                  <a:pt x="301" y="460"/>
                </a:lnTo>
                <a:lnTo>
                  <a:pt x="301" y="459"/>
                </a:lnTo>
                <a:lnTo>
                  <a:pt x="301" y="458"/>
                </a:lnTo>
                <a:lnTo>
                  <a:pt x="300" y="457"/>
                </a:lnTo>
                <a:lnTo>
                  <a:pt x="300" y="456"/>
                </a:lnTo>
                <a:lnTo>
                  <a:pt x="299" y="456"/>
                </a:lnTo>
                <a:lnTo>
                  <a:pt x="300" y="454"/>
                </a:lnTo>
                <a:lnTo>
                  <a:pt x="300" y="453"/>
                </a:lnTo>
                <a:lnTo>
                  <a:pt x="300" y="451"/>
                </a:lnTo>
                <a:lnTo>
                  <a:pt x="300" y="450"/>
                </a:lnTo>
                <a:lnTo>
                  <a:pt x="301" y="448"/>
                </a:lnTo>
                <a:lnTo>
                  <a:pt x="301" y="447"/>
                </a:lnTo>
                <a:lnTo>
                  <a:pt x="300" y="446"/>
                </a:lnTo>
                <a:lnTo>
                  <a:pt x="301" y="446"/>
                </a:lnTo>
                <a:lnTo>
                  <a:pt x="301" y="445"/>
                </a:lnTo>
                <a:lnTo>
                  <a:pt x="302" y="444"/>
                </a:lnTo>
                <a:lnTo>
                  <a:pt x="301" y="444"/>
                </a:lnTo>
                <a:lnTo>
                  <a:pt x="301" y="443"/>
                </a:lnTo>
                <a:lnTo>
                  <a:pt x="301" y="442"/>
                </a:lnTo>
                <a:lnTo>
                  <a:pt x="302" y="442"/>
                </a:lnTo>
                <a:lnTo>
                  <a:pt x="303" y="442"/>
                </a:lnTo>
                <a:lnTo>
                  <a:pt x="304" y="442"/>
                </a:lnTo>
                <a:lnTo>
                  <a:pt x="305" y="442"/>
                </a:lnTo>
                <a:lnTo>
                  <a:pt x="306" y="442"/>
                </a:lnTo>
                <a:lnTo>
                  <a:pt x="307" y="442"/>
                </a:lnTo>
                <a:lnTo>
                  <a:pt x="307" y="441"/>
                </a:lnTo>
                <a:lnTo>
                  <a:pt x="307" y="440"/>
                </a:lnTo>
                <a:lnTo>
                  <a:pt x="308" y="439"/>
                </a:lnTo>
                <a:lnTo>
                  <a:pt x="309" y="439"/>
                </a:lnTo>
                <a:lnTo>
                  <a:pt x="310" y="437"/>
                </a:lnTo>
                <a:lnTo>
                  <a:pt x="312" y="435"/>
                </a:lnTo>
                <a:lnTo>
                  <a:pt x="313" y="435"/>
                </a:lnTo>
                <a:lnTo>
                  <a:pt x="313" y="434"/>
                </a:lnTo>
                <a:lnTo>
                  <a:pt x="313" y="433"/>
                </a:lnTo>
                <a:lnTo>
                  <a:pt x="313" y="432"/>
                </a:lnTo>
                <a:lnTo>
                  <a:pt x="314" y="431"/>
                </a:lnTo>
                <a:lnTo>
                  <a:pt x="315" y="430"/>
                </a:lnTo>
                <a:lnTo>
                  <a:pt x="315" y="429"/>
                </a:lnTo>
                <a:lnTo>
                  <a:pt x="315" y="427"/>
                </a:lnTo>
                <a:lnTo>
                  <a:pt x="315" y="426"/>
                </a:lnTo>
                <a:lnTo>
                  <a:pt x="316" y="424"/>
                </a:lnTo>
                <a:lnTo>
                  <a:pt x="316" y="423"/>
                </a:lnTo>
                <a:lnTo>
                  <a:pt x="317" y="422"/>
                </a:lnTo>
                <a:lnTo>
                  <a:pt x="317" y="421"/>
                </a:lnTo>
                <a:lnTo>
                  <a:pt x="317" y="417"/>
                </a:lnTo>
                <a:lnTo>
                  <a:pt x="317" y="416"/>
                </a:lnTo>
                <a:lnTo>
                  <a:pt x="316" y="414"/>
                </a:lnTo>
                <a:lnTo>
                  <a:pt x="316" y="409"/>
                </a:lnTo>
                <a:lnTo>
                  <a:pt x="319" y="408"/>
                </a:lnTo>
                <a:lnTo>
                  <a:pt x="320" y="408"/>
                </a:lnTo>
                <a:lnTo>
                  <a:pt x="321" y="409"/>
                </a:lnTo>
                <a:lnTo>
                  <a:pt x="325" y="408"/>
                </a:lnTo>
                <a:lnTo>
                  <a:pt x="326" y="407"/>
                </a:lnTo>
                <a:lnTo>
                  <a:pt x="327" y="406"/>
                </a:lnTo>
                <a:lnTo>
                  <a:pt x="328" y="405"/>
                </a:lnTo>
                <a:lnTo>
                  <a:pt x="329" y="406"/>
                </a:lnTo>
                <a:lnTo>
                  <a:pt x="329" y="407"/>
                </a:lnTo>
                <a:lnTo>
                  <a:pt x="330" y="407"/>
                </a:lnTo>
                <a:lnTo>
                  <a:pt x="332" y="406"/>
                </a:lnTo>
                <a:lnTo>
                  <a:pt x="332" y="405"/>
                </a:lnTo>
                <a:lnTo>
                  <a:pt x="333" y="404"/>
                </a:lnTo>
                <a:lnTo>
                  <a:pt x="336" y="404"/>
                </a:lnTo>
                <a:lnTo>
                  <a:pt x="338" y="405"/>
                </a:lnTo>
                <a:lnTo>
                  <a:pt x="339" y="405"/>
                </a:lnTo>
                <a:lnTo>
                  <a:pt x="340" y="405"/>
                </a:lnTo>
                <a:lnTo>
                  <a:pt x="340" y="403"/>
                </a:lnTo>
                <a:lnTo>
                  <a:pt x="340" y="401"/>
                </a:lnTo>
                <a:lnTo>
                  <a:pt x="340" y="399"/>
                </a:lnTo>
                <a:lnTo>
                  <a:pt x="341" y="397"/>
                </a:lnTo>
                <a:lnTo>
                  <a:pt x="342" y="397"/>
                </a:lnTo>
                <a:lnTo>
                  <a:pt x="343" y="397"/>
                </a:lnTo>
                <a:lnTo>
                  <a:pt x="343" y="396"/>
                </a:lnTo>
                <a:lnTo>
                  <a:pt x="344" y="394"/>
                </a:lnTo>
                <a:lnTo>
                  <a:pt x="344" y="393"/>
                </a:lnTo>
                <a:lnTo>
                  <a:pt x="345" y="393"/>
                </a:lnTo>
                <a:lnTo>
                  <a:pt x="347" y="393"/>
                </a:lnTo>
                <a:lnTo>
                  <a:pt x="348" y="392"/>
                </a:lnTo>
                <a:lnTo>
                  <a:pt x="348" y="388"/>
                </a:lnTo>
                <a:lnTo>
                  <a:pt x="346" y="388"/>
                </a:lnTo>
                <a:lnTo>
                  <a:pt x="344" y="388"/>
                </a:lnTo>
                <a:lnTo>
                  <a:pt x="344" y="389"/>
                </a:lnTo>
                <a:lnTo>
                  <a:pt x="342" y="388"/>
                </a:lnTo>
                <a:lnTo>
                  <a:pt x="341" y="388"/>
                </a:lnTo>
                <a:lnTo>
                  <a:pt x="340" y="387"/>
                </a:lnTo>
                <a:lnTo>
                  <a:pt x="339" y="386"/>
                </a:lnTo>
                <a:lnTo>
                  <a:pt x="340" y="385"/>
                </a:lnTo>
                <a:lnTo>
                  <a:pt x="341" y="384"/>
                </a:lnTo>
                <a:lnTo>
                  <a:pt x="341" y="383"/>
                </a:lnTo>
                <a:lnTo>
                  <a:pt x="341" y="379"/>
                </a:lnTo>
                <a:lnTo>
                  <a:pt x="341" y="378"/>
                </a:lnTo>
                <a:lnTo>
                  <a:pt x="340" y="375"/>
                </a:lnTo>
                <a:lnTo>
                  <a:pt x="340" y="374"/>
                </a:lnTo>
                <a:lnTo>
                  <a:pt x="341" y="374"/>
                </a:lnTo>
                <a:lnTo>
                  <a:pt x="342" y="374"/>
                </a:lnTo>
                <a:lnTo>
                  <a:pt x="344" y="370"/>
                </a:lnTo>
                <a:lnTo>
                  <a:pt x="345" y="367"/>
                </a:lnTo>
                <a:lnTo>
                  <a:pt x="345" y="366"/>
                </a:lnTo>
                <a:lnTo>
                  <a:pt x="345" y="365"/>
                </a:lnTo>
                <a:lnTo>
                  <a:pt x="346" y="365"/>
                </a:lnTo>
                <a:lnTo>
                  <a:pt x="347" y="365"/>
                </a:lnTo>
                <a:lnTo>
                  <a:pt x="348" y="366"/>
                </a:lnTo>
                <a:lnTo>
                  <a:pt x="349" y="366"/>
                </a:lnTo>
                <a:lnTo>
                  <a:pt x="349" y="367"/>
                </a:lnTo>
                <a:lnTo>
                  <a:pt x="350" y="367"/>
                </a:lnTo>
                <a:lnTo>
                  <a:pt x="351" y="367"/>
                </a:lnTo>
                <a:lnTo>
                  <a:pt x="352" y="368"/>
                </a:lnTo>
                <a:lnTo>
                  <a:pt x="353" y="366"/>
                </a:lnTo>
                <a:lnTo>
                  <a:pt x="352" y="366"/>
                </a:lnTo>
                <a:lnTo>
                  <a:pt x="352" y="365"/>
                </a:lnTo>
                <a:lnTo>
                  <a:pt x="353" y="364"/>
                </a:lnTo>
                <a:lnTo>
                  <a:pt x="354" y="363"/>
                </a:lnTo>
                <a:lnTo>
                  <a:pt x="355" y="363"/>
                </a:lnTo>
                <a:lnTo>
                  <a:pt x="356" y="363"/>
                </a:lnTo>
                <a:lnTo>
                  <a:pt x="356" y="364"/>
                </a:lnTo>
                <a:lnTo>
                  <a:pt x="356" y="365"/>
                </a:lnTo>
                <a:lnTo>
                  <a:pt x="358" y="366"/>
                </a:lnTo>
                <a:lnTo>
                  <a:pt x="360" y="367"/>
                </a:lnTo>
                <a:lnTo>
                  <a:pt x="360" y="366"/>
                </a:lnTo>
                <a:lnTo>
                  <a:pt x="362" y="367"/>
                </a:lnTo>
                <a:lnTo>
                  <a:pt x="363" y="367"/>
                </a:lnTo>
                <a:lnTo>
                  <a:pt x="363" y="368"/>
                </a:lnTo>
                <a:lnTo>
                  <a:pt x="364" y="368"/>
                </a:lnTo>
                <a:lnTo>
                  <a:pt x="365" y="368"/>
                </a:lnTo>
                <a:lnTo>
                  <a:pt x="367" y="368"/>
                </a:lnTo>
                <a:lnTo>
                  <a:pt x="371" y="368"/>
                </a:lnTo>
                <a:lnTo>
                  <a:pt x="372" y="367"/>
                </a:lnTo>
                <a:lnTo>
                  <a:pt x="373" y="367"/>
                </a:lnTo>
                <a:lnTo>
                  <a:pt x="374" y="368"/>
                </a:lnTo>
                <a:lnTo>
                  <a:pt x="374" y="369"/>
                </a:lnTo>
                <a:lnTo>
                  <a:pt x="374" y="368"/>
                </a:lnTo>
                <a:lnTo>
                  <a:pt x="375" y="368"/>
                </a:lnTo>
                <a:lnTo>
                  <a:pt x="375" y="367"/>
                </a:lnTo>
                <a:lnTo>
                  <a:pt x="374" y="367"/>
                </a:lnTo>
                <a:lnTo>
                  <a:pt x="374" y="366"/>
                </a:lnTo>
                <a:lnTo>
                  <a:pt x="375" y="364"/>
                </a:lnTo>
                <a:lnTo>
                  <a:pt x="376" y="364"/>
                </a:lnTo>
                <a:lnTo>
                  <a:pt x="377" y="363"/>
                </a:lnTo>
                <a:lnTo>
                  <a:pt x="376" y="360"/>
                </a:lnTo>
                <a:lnTo>
                  <a:pt x="376" y="358"/>
                </a:lnTo>
                <a:lnTo>
                  <a:pt x="376" y="356"/>
                </a:lnTo>
                <a:lnTo>
                  <a:pt x="376" y="355"/>
                </a:lnTo>
                <a:lnTo>
                  <a:pt x="375" y="354"/>
                </a:lnTo>
                <a:lnTo>
                  <a:pt x="375" y="355"/>
                </a:lnTo>
                <a:lnTo>
                  <a:pt x="374" y="354"/>
                </a:lnTo>
                <a:lnTo>
                  <a:pt x="374" y="352"/>
                </a:lnTo>
                <a:lnTo>
                  <a:pt x="375" y="348"/>
                </a:lnTo>
                <a:lnTo>
                  <a:pt x="375" y="347"/>
                </a:lnTo>
                <a:lnTo>
                  <a:pt x="376" y="347"/>
                </a:lnTo>
                <a:lnTo>
                  <a:pt x="378" y="347"/>
                </a:lnTo>
                <a:lnTo>
                  <a:pt x="380" y="348"/>
                </a:lnTo>
                <a:lnTo>
                  <a:pt x="381" y="347"/>
                </a:lnTo>
                <a:lnTo>
                  <a:pt x="381" y="346"/>
                </a:lnTo>
                <a:lnTo>
                  <a:pt x="382" y="345"/>
                </a:lnTo>
                <a:lnTo>
                  <a:pt x="382" y="344"/>
                </a:lnTo>
                <a:lnTo>
                  <a:pt x="381" y="343"/>
                </a:lnTo>
                <a:lnTo>
                  <a:pt x="380" y="342"/>
                </a:lnTo>
                <a:lnTo>
                  <a:pt x="380" y="341"/>
                </a:lnTo>
                <a:lnTo>
                  <a:pt x="380" y="340"/>
                </a:lnTo>
                <a:lnTo>
                  <a:pt x="381" y="339"/>
                </a:lnTo>
                <a:lnTo>
                  <a:pt x="383" y="339"/>
                </a:lnTo>
                <a:lnTo>
                  <a:pt x="383" y="340"/>
                </a:lnTo>
                <a:lnTo>
                  <a:pt x="384" y="341"/>
                </a:lnTo>
                <a:lnTo>
                  <a:pt x="385" y="341"/>
                </a:lnTo>
                <a:lnTo>
                  <a:pt x="386" y="341"/>
                </a:lnTo>
                <a:lnTo>
                  <a:pt x="386" y="340"/>
                </a:lnTo>
                <a:lnTo>
                  <a:pt x="389" y="339"/>
                </a:lnTo>
                <a:lnTo>
                  <a:pt x="390" y="339"/>
                </a:lnTo>
                <a:lnTo>
                  <a:pt x="391" y="339"/>
                </a:lnTo>
                <a:lnTo>
                  <a:pt x="393" y="337"/>
                </a:lnTo>
                <a:lnTo>
                  <a:pt x="393" y="336"/>
                </a:lnTo>
                <a:lnTo>
                  <a:pt x="393" y="335"/>
                </a:lnTo>
                <a:lnTo>
                  <a:pt x="393" y="334"/>
                </a:lnTo>
                <a:lnTo>
                  <a:pt x="394" y="333"/>
                </a:lnTo>
                <a:lnTo>
                  <a:pt x="395" y="332"/>
                </a:lnTo>
                <a:lnTo>
                  <a:pt x="396" y="332"/>
                </a:lnTo>
                <a:lnTo>
                  <a:pt x="396" y="331"/>
                </a:lnTo>
                <a:lnTo>
                  <a:pt x="396" y="330"/>
                </a:lnTo>
                <a:lnTo>
                  <a:pt x="395" y="329"/>
                </a:lnTo>
                <a:lnTo>
                  <a:pt x="394" y="329"/>
                </a:lnTo>
                <a:lnTo>
                  <a:pt x="395" y="328"/>
                </a:lnTo>
                <a:lnTo>
                  <a:pt x="394" y="328"/>
                </a:lnTo>
                <a:lnTo>
                  <a:pt x="393" y="327"/>
                </a:lnTo>
                <a:lnTo>
                  <a:pt x="392" y="325"/>
                </a:lnTo>
                <a:lnTo>
                  <a:pt x="392" y="324"/>
                </a:lnTo>
                <a:lnTo>
                  <a:pt x="392" y="321"/>
                </a:lnTo>
                <a:lnTo>
                  <a:pt x="392" y="320"/>
                </a:lnTo>
                <a:lnTo>
                  <a:pt x="391" y="320"/>
                </a:lnTo>
                <a:lnTo>
                  <a:pt x="390" y="319"/>
                </a:lnTo>
                <a:lnTo>
                  <a:pt x="389" y="318"/>
                </a:lnTo>
                <a:lnTo>
                  <a:pt x="387" y="314"/>
                </a:lnTo>
                <a:lnTo>
                  <a:pt x="386" y="313"/>
                </a:lnTo>
                <a:lnTo>
                  <a:pt x="384" y="309"/>
                </a:lnTo>
                <a:lnTo>
                  <a:pt x="384" y="308"/>
                </a:lnTo>
                <a:lnTo>
                  <a:pt x="383" y="308"/>
                </a:lnTo>
                <a:lnTo>
                  <a:pt x="383" y="306"/>
                </a:lnTo>
                <a:lnTo>
                  <a:pt x="383" y="303"/>
                </a:lnTo>
                <a:lnTo>
                  <a:pt x="383" y="301"/>
                </a:lnTo>
                <a:lnTo>
                  <a:pt x="384" y="296"/>
                </a:lnTo>
                <a:lnTo>
                  <a:pt x="384" y="295"/>
                </a:lnTo>
                <a:lnTo>
                  <a:pt x="383" y="295"/>
                </a:lnTo>
                <a:lnTo>
                  <a:pt x="383" y="294"/>
                </a:lnTo>
                <a:lnTo>
                  <a:pt x="382" y="294"/>
                </a:lnTo>
                <a:lnTo>
                  <a:pt x="381" y="293"/>
                </a:lnTo>
                <a:lnTo>
                  <a:pt x="380" y="292"/>
                </a:lnTo>
                <a:lnTo>
                  <a:pt x="380" y="291"/>
                </a:lnTo>
                <a:lnTo>
                  <a:pt x="381" y="288"/>
                </a:lnTo>
                <a:lnTo>
                  <a:pt x="381" y="285"/>
                </a:lnTo>
                <a:lnTo>
                  <a:pt x="381" y="283"/>
                </a:lnTo>
                <a:lnTo>
                  <a:pt x="381" y="282"/>
                </a:lnTo>
                <a:lnTo>
                  <a:pt x="382" y="282"/>
                </a:lnTo>
                <a:lnTo>
                  <a:pt x="383" y="282"/>
                </a:lnTo>
                <a:lnTo>
                  <a:pt x="383" y="283"/>
                </a:lnTo>
                <a:lnTo>
                  <a:pt x="384" y="283"/>
                </a:lnTo>
                <a:lnTo>
                  <a:pt x="385" y="283"/>
                </a:lnTo>
                <a:lnTo>
                  <a:pt x="387" y="283"/>
                </a:lnTo>
                <a:lnTo>
                  <a:pt x="389" y="281"/>
                </a:lnTo>
                <a:lnTo>
                  <a:pt x="389" y="280"/>
                </a:lnTo>
                <a:lnTo>
                  <a:pt x="391" y="280"/>
                </a:lnTo>
                <a:lnTo>
                  <a:pt x="392" y="281"/>
                </a:lnTo>
                <a:lnTo>
                  <a:pt x="393" y="281"/>
                </a:lnTo>
                <a:lnTo>
                  <a:pt x="393" y="280"/>
                </a:lnTo>
                <a:lnTo>
                  <a:pt x="393" y="278"/>
                </a:lnTo>
                <a:lnTo>
                  <a:pt x="395" y="277"/>
                </a:lnTo>
                <a:lnTo>
                  <a:pt x="395" y="276"/>
                </a:lnTo>
                <a:lnTo>
                  <a:pt x="395" y="275"/>
                </a:lnTo>
                <a:lnTo>
                  <a:pt x="395" y="274"/>
                </a:lnTo>
                <a:lnTo>
                  <a:pt x="397" y="273"/>
                </a:lnTo>
                <a:lnTo>
                  <a:pt x="397" y="274"/>
                </a:lnTo>
                <a:lnTo>
                  <a:pt x="398" y="274"/>
                </a:lnTo>
                <a:lnTo>
                  <a:pt x="398" y="275"/>
                </a:lnTo>
                <a:lnTo>
                  <a:pt x="399" y="275"/>
                </a:lnTo>
                <a:lnTo>
                  <a:pt x="400" y="275"/>
                </a:lnTo>
                <a:lnTo>
                  <a:pt x="401" y="275"/>
                </a:lnTo>
                <a:lnTo>
                  <a:pt x="401" y="274"/>
                </a:lnTo>
                <a:lnTo>
                  <a:pt x="401" y="273"/>
                </a:lnTo>
                <a:lnTo>
                  <a:pt x="401" y="272"/>
                </a:lnTo>
                <a:lnTo>
                  <a:pt x="401" y="271"/>
                </a:lnTo>
                <a:lnTo>
                  <a:pt x="402" y="270"/>
                </a:lnTo>
                <a:lnTo>
                  <a:pt x="403" y="270"/>
                </a:lnTo>
                <a:lnTo>
                  <a:pt x="404" y="269"/>
                </a:lnTo>
                <a:lnTo>
                  <a:pt x="405" y="269"/>
                </a:lnTo>
                <a:lnTo>
                  <a:pt x="405" y="268"/>
                </a:lnTo>
                <a:lnTo>
                  <a:pt x="406" y="267"/>
                </a:lnTo>
                <a:lnTo>
                  <a:pt x="407" y="266"/>
                </a:lnTo>
                <a:lnTo>
                  <a:pt x="407" y="267"/>
                </a:lnTo>
                <a:lnTo>
                  <a:pt x="408" y="267"/>
                </a:lnTo>
                <a:lnTo>
                  <a:pt x="408" y="266"/>
                </a:lnTo>
                <a:lnTo>
                  <a:pt x="409" y="265"/>
                </a:lnTo>
                <a:lnTo>
                  <a:pt x="408" y="265"/>
                </a:lnTo>
                <a:lnTo>
                  <a:pt x="408" y="263"/>
                </a:lnTo>
                <a:lnTo>
                  <a:pt x="409" y="263"/>
                </a:lnTo>
                <a:lnTo>
                  <a:pt x="410" y="262"/>
                </a:lnTo>
                <a:lnTo>
                  <a:pt x="411" y="262"/>
                </a:lnTo>
                <a:lnTo>
                  <a:pt x="411" y="261"/>
                </a:lnTo>
                <a:lnTo>
                  <a:pt x="411" y="260"/>
                </a:lnTo>
                <a:lnTo>
                  <a:pt x="411" y="259"/>
                </a:lnTo>
                <a:lnTo>
                  <a:pt x="412" y="259"/>
                </a:lnTo>
                <a:lnTo>
                  <a:pt x="412" y="258"/>
                </a:lnTo>
                <a:lnTo>
                  <a:pt x="413" y="258"/>
                </a:lnTo>
                <a:lnTo>
                  <a:pt x="413" y="257"/>
                </a:lnTo>
                <a:lnTo>
                  <a:pt x="413" y="252"/>
                </a:lnTo>
                <a:lnTo>
                  <a:pt x="413" y="251"/>
                </a:lnTo>
                <a:lnTo>
                  <a:pt x="413" y="248"/>
                </a:lnTo>
                <a:lnTo>
                  <a:pt x="413" y="247"/>
                </a:lnTo>
                <a:lnTo>
                  <a:pt x="412" y="247"/>
                </a:lnTo>
                <a:lnTo>
                  <a:pt x="411" y="247"/>
                </a:lnTo>
                <a:lnTo>
                  <a:pt x="411" y="248"/>
                </a:lnTo>
                <a:lnTo>
                  <a:pt x="409" y="246"/>
                </a:lnTo>
                <a:lnTo>
                  <a:pt x="409" y="245"/>
                </a:lnTo>
                <a:lnTo>
                  <a:pt x="409" y="243"/>
                </a:lnTo>
                <a:lnTo>
                  <a:pt x="408" y="242"/>
                </a:lnTo>
                <a:lnTo>
                  <a:pt x="406" y="239"/>
                </a:lnTo>
                <a:lnTo>
                  <a:pt x="405" y="237"/>
                </a:lnTo>
                <a:lnTo>
                  <a:pt x="404" y="236"/>
                </a:lnTo>
                <a:lnTo>
                  <a:pt x="403" y="236"/>
                </a:lnTo>
                <a:lnTo>
                  <a:pt x="402" y="236"/>
                </a:lnTo>
                <a:lnTo>
                  <a:pt x="401" y="236"/>
                </a:lnTo>
                <a:lnTo>
                  <a:pt x="400" y="235"/>
                </a:lnTo>
                <a:lnTo>
                  <a:pt x="400" y="234"/>
                </a:lnTo>
                <a:lnTo>
                  <a:pt x="399" y="234"/>
                </a:lnTo>
                <a:lnTo>
                  <a:pt x="398" y="233"/>
                </a:lnTo>
                <a:lnTo>
                  <a:pt x="397" y="231"/>
                </a:lnTo>
                <a:lnTo>
                  <a:pt x="397" y="230"/>
                </a:lnTo>
                <a:lnTo>
                  <a:pt x="397" y="229"/>
                </a:lnTo>
                <a:lnTo>
                  <a:pt x="398" y="228"/>
                </a:lnTo>
                <a:lnTo>
                  <a:pt x="399" y="227"/>
                </a:lnTo>
                <a:lnTo>
                  <a:pt x="400" y="226"/>
                </a:lnTo>
                <a:lnTo>
                  <a:pt x="401" y="225"/>
                </a:lnTo>
                <a:lnTo>
                  <a:pt x="401" y="224"/>
                </a:lnTo>
                <a:lnTo>
                  <a:pt x="401" y="223"/>
                </a:lnTo>
                <a:lnTo>
                  <a:pt x="400" y="223"/>
                </a:lnTo>
                <a:lnTo>
                  <a:pt x="401" y="223"/>
                </a:lnTo>
                <a:lnTo>
                  <a:pt x="401" y="222"/>
                </a:lnTo>
                <a:lnTo>
                  <a:pt x="401" y="221"/>
                </a:lnTo>
                <a:lnTo>
                  <a:pt x="401" y="219"/>
                </a:lnTo>
                <a:lnTo>
                  <a:pt x="401" y="218"/>
                </a:lnTo>
                <a:lnTo>
                  <a:pt x="399" y="215"/>
                </a:lnTo>
                <a:lnTo>
                  <a:pt x="398" y="215"/>
                </a:lnTo>
                <a:lnTo>
                  <a:pt x="397" y="215"/>
                </a:lnTo>
                <a:lnTo>
                  <a:pt x="395" y="214"/>
                </a:lnTo>
                <a:lnTo>
                  <a:pt x="395" y="213"/>
                </a:lnTo>
                <a:lnTo>
                  <a:pt x="395" y="212"/>
                </a:lnTo>
                <a:lnTo>
                  <a:pt x="394" y="211"/>
                </a:lnTo>
                <a:lnTo>
                  <a:pt x="393" y="210"/>
                </a:lnTo>
                <a:lnTo>
                  <a:pt x="392" y="209"/>
                </a:lnTo>
                <a:lnTo>
                  <a:pt x="390" y="209"/>
                </a:lnTo>
                <a:lnTo>
                  <a:pt x="390" y="208"/>
                </a:lnTo>
                <a:lnTo>
                  <a:pt x="389" y="207"/>
                </a:lnTo>
                <a:lnTo>
                  <a:pt x="388" y="207"/>
                </a:lnTo>
                <a:lnTo>
                  <a:pt x="387" y="207"/>
                </a:lnTo>
                <a:lnTo>
                  <a:pt x="386" y="206"/>
                </a:lnTo>
                <a:lnTo>
                  <a:pt x="387" y="206"/>
                </a:lnTo>
                <a:lnTo>
                  <a:pt x="387" y="205"/>
                </a:lnTo>
                <a:lnTo>
                  <a:pt x="387" y="204"/>
                </a:lnTo>
                <a:lnTo>
                  <a:pt x="386" y="204"/>
                </a:lnTo>
                <a:lnTo>
                  <a:pt x="387" y="203"/>
                </a:lnTo>
                <a:lnTo>
                  <a:pt x="386" y="203"/>
                </a:lnTo>
                <a:lnTo>
                  <a:pt x="386" y="202"/>
                </a:lnTo>
                <a:lnTo>
                  <a:pt x="385" y="200"/>
                </a:lnTo>
                <a:lnTo>
                  <a:pt x="386" y="198"/>
                </a:lnTo>
                <a:lnTo>
                  <a:pt x="386" y="197"/>
                </a:lnTo>
                <a:lnTo>
                  <a:pt x="387" y="197"/>
                </a:lnTo>
                <a:lnTo>
                  <a:pt x="388" y="197"/>
                </a:lnTo>
                <a:lnTo>
                  <a:pt x="389" y="196"/>
                </a:lnTo>
                <a:lnTo>
                  <a:pt x="389" y="195"/>
                </a:lnTo>
                <a:lnTo>
                  <a:pt x="388" y="193"/>
                </a:lnTo>
                <a:lnTo>
                  <a:pt x="387" y="191"/>
                </a:lnTo>
                <a:lnTo>
                  <a:pt x="386" y="190"/>
                </a:lnTo>
                <a:lnTo>
                  <a:pt x="386" y="189"/>
                </a:lnTo>
                <a:lnTo>
                  <a:pt x="386" y="188"/>
                </a:lnTo>
                <a:lnTo>
                  <a:pt x="387" y="187"/>
                </a:lnTo>
                <a:lnTo>
                  <a:pt x="388" y="187"/>
                </a:lnTo>
                <a:lnTo>
                  <a:pt x="389" y="186"/>
                </a:lnTo>
                <a:lnTo>
                  <a:pt x="389" y="185"/>
                </a:lnTo>
                <a:lnTo>
                  <a:pt x="389" y="181"/>
                </a:lnTo>
                <a:lnTo>
                  <a:pt x="390" y="181"/>
                </a:lnTo>
                <a:lnTo>
                  <a:pt x="391" y="180"/>
                </a:lnTo>
                <a:lnTo>
                  <a:pt x="392" y="180"/>
                </a:lnTo>
                <a:lnTo>
                  <a:pt x="394" y="180"/>
                </a:lnTo>
                <a:lnTo>
                  <a:pt x="394" y="179"/>
                </a:lnTo>
                <a:lnTo>
                  <a:pt x="395" y="179"/>
                </a:lnTo>
                <a:lnTo>
                  <a:pt x="395" y="178"/>
                </a:lnTo>
                <a:lnTo>
                  <a:pt x="396" y="178"/>
                </a:lnTo>
                <a:lnTo>
                  <a:pt x="398" y="178"/>
                </a:lnTo>
                <a:lnTo>
                  <a:pt x="398" y="179"/>
                </a:lnTo>
                <a:lnTo>
                  <a:pt x="399" y="178"/>
                </a:lnTo>
                <a:lnTo>
                  <a:pt x="400" y="178"/>
                </a:lnTo>
                <a:lnTo>
                  <a:pt x="401" y="176"/>
                </a:lnTo>
                <a:lnTo>
                  <a:pt x="402" y="176"/>
                </a:lnTo>
                <a:lnTo>
                  <a:pt x="402" y="175"/>
                </a:lnTo>
                <a:lnTo>
                  <a:pt x="403" y="173"/>
                </a:lnTo>
                <a:lnTo>
                  <a:pt x="402" y="173"/>
                </a:lnTo>
                <a:lnTo>
                  <a:pt x="402" y="172"/>
                </a:lnTo>
                <a:lnTo>
                  <a:pt x="402" y="170"/>
                </a:lnTo>
                <a:lnTo>
                  <a:pt x="403" y="169"/>
                </a:lnTo>
                <a:lnTo>
                  <a:pt x="404" y="168"/>
                </a:lnTo>
                <a:lnTo>
                  <a:pt x="405" y="168"/>
                </a:lnTo>
                <a:lnTo>
                  <a:pt x="406" y="165"/>
                </a:lnTo>
                <a:lnTo>
                  <a:pt x="406" y="164"/>
                </a:lnTo>
                <a:lnTo>
                  <a:pt x="407" y="164"/>
                </a:lnTo>
                <a:lnTo>
                  <a:pt x="408" y="163"/>
                </a:lnTo>
                <a:lnTo>
                  <a:pt x="409" y="163"/>
                </a:lnTo>
                <a:lnTo>
                  <a:pt x="410" y="163"/>
                </a:lnTo>
                <a:lnTo>
                  <a:pt x="411" y="163"/>
                </a:lnTo>
                <a:lnTo>
                  <a:pt x="411" y="162"/>
                </a:lnTo>
                <a:lnTo>
                  <a:pt x="413" y="160"/>
                </a:lnTo>
                <a:lnTo>
                  <a:pt x="413" y="159"/>
                </a:lnTo>
                <a:lnTo>
                  <a:pt x="415" y="158"/>
                </a:lnTo>
                <a:lnTo>
                  <a:pt x="416" y="157"/>
                </a:lnTo>
                <a:lnTo>
                  <a:pt x="417" y="156"/>
                </a:lnTo>
                <a:lnTo>
                  <a:pt x="418" y="155"/>
                </a:lnTo>
                <a:lnTo>
                  <a:pt x="419" y="154"/>
                </a:lnTo>
                <a:lnTo>
                  <a:pt x="421" y="154"/>
                </a:lnTo>
                <a:lnTo>
                  <a:pt x="422" y="154"/>
                </a:lnTo>
                <a:lnTo>
                  <a:pt x="422" y="155"/>
                </a:lnTo>
                <a:lnTo>
                  <a:pt x="424" y="155"/>
                </a:lnTo>
                <a:lnTo>
                  <a:pt x="425" y="153"/>
                </a:lnTo>
                <a:lnTo>
                  <a:pt x="425" y="152"/>
                </a:lnTo>
                <a:lnTo>
                  <a:pt x="426" y="150"/>
                </a:lnTo>
                <a:lnTo>
                  <a:pt x="426" y="149"/>
                </a:lnTo>
                <a:lnTo>
                  <a:pt x="425" y="148"/>
                </a:lnTo>
                <a:lnTo>
                  <a:pt x="425" y="145"/>
                </a:lnTo>
                <a:lnTo>
                  <a:pt x="425" y="143"/>
                </a:lnTo>
                <a:lnTo>
                  <a:pt x="425" y="142"/>
                </a:lnTo>
                <a:lnTo>
                  <a:pt x="426" y="141"/>
                </a:lnTo>
                <a:lnTo>
                  <a:pt x="426" y="140"/>
                </a:lnTo>
                <a:lnTo>
                  <a:pt x="426" y="137"/>
                </a:lnTo>
                <a:lnTo>
                  <a:pt x="425" y="136"/>
                </a:lnTo>
                <a:lnTo>
                  <a:pt x="424" y="136"/>
                </a:lnTo>
                <a:lnTo>
                  <a:pt x="421" y="135"/>
                </a:lnTo>
                <a:lnTo>
                  <a:pt x="420" y="135"/>
                </a:lnTo>
                <a:lnTo>
                  <a:pt x="420" y="134"/>
                </a:lnTo>
                <a:lnTo>
                  <a:pt x="419" y="133"/>
                </a:lnTo>
                <a:lnTo>
                  <a:pt x="418" y="132"/>
                </a:lnTo>
                <a:lnTo>
                  <a:pt x="417" y="132"/>
                </a:lnTo>
                <a:lnTo>
                  <a:pt x="416" y="131"/>
                </a:lnTo>
                <a:lnTo>
                  <a:pt x="416" y="130"/>
                </a:lnTo>
                <a:lnTo>
                  <a:pt x="416" y="129"/>
                </a:lnTo>
                <a:lnTo>
                  <a:pt x="415" y="125"/>
                </a:lnTo>
                <a:lnTo>
                  <a:pt x="415" y="124"/>
                </a:lnTo>
                <a:lnTo>
                  <a:pt x="416" y="124"/>
                </a:lnTo>
                <a:lnTo>
                  <a:pt x="417" y="123"/>
                </a:lnTo>
                <a:lnTo>
                  <a:pt x="418" y="123"/>
                </a:lnTo>
                <a:lnTo>
                  <a:pt x="419" y="120"/>
                </a:lnTo>
                <a:lnTo>
                  <a:pt x="420" y="118"/>
                </a:lnTo>
                <a:lnTo>
                  <a:pt x="421" y="117"/>
                </a:lnTo>
                <a:lnTo>
                  <a:pt x="421" y="116"/>
                </a:lnTo>
                <a:lnTo>
                  <a:pt x="420" y="116"/>
                </a:lnTo>
                <a:lnTo>
                  <a:pt x="420" y="115"/>
                </a:lnTo>
                <a:lnTo>
                  <a:pt x="420" y="114"/>
                </a:lnTo>
                <a:lnTo>
                  <a:pt x="419" y="114"/>
                </a:lnTo>
                <a:lnTo>
                  <a:pt x="420" y="114"/>
                </a:lnTo>
                <a:lnTo>
                  <a:pt x="420" y="113"/>
                </a:lnTo>
                <a:lnTo>
                  <a:pt x="420" y="111"/>
                </a:lnTo>
                <a:lnTo>
                  <a:pt x="420" y="110"/>
                </a:lnTo>
                <a:lnTo>
                  <a:pt x="420" y="109"/>
                </a:lnTo>
                <a:lnTo>
                  <a:pt x="421" y="107"/>
                </a:lnTo>
                <a:lnTo>
                  <a:pt x="421" y="102"/>
                </a:lnTo>
                <a:lnTo>
                  <a:pt x="422" y="96"/>
                </a:lnTo>
                <a:lnTo>
                  <a:pt x="423" y="94"/>
                </a:lnTo>
                <a:lnTo>
                  <a:pt x="423" y="92"/>
                </a:lnTo>
                <a:lnTo>
                  <a:pt x="424" y="89"/>
                </a:lnTo>
                <a:lnTo>
                  <a:pt x="425" y="88"/>
                </a:lnTo>
                <a:lnTo>
                  <a:pt x="424" y="85"/>
                </a:lnTo>
                <a:lnTo>
                  <a:pt x="424" y="84"/>
                </a:lnTo>
                <a:lnTo>
                  <a:pt x="425" y="84"/>
                </a:lnTo>
                <a:lnTo>
                  <a:pt x="426" y="83"/>
                </a:lnTo>
                <a:lnTo>
                  <a:pt x="427" y="83"/>
                </a:lnTo>
                <a:lnTo>
                  <a:pt x="430" y="84"/>
                </a:lnTo>
                <a:lnTo>
                  <a:pt x="431" y="84"/>
                </a:lnTo>
                <a:lnTo>
                  <a:pt x="431" y="83"/>
                </a:lnTo>
                <a:lnTo>
                  <a:pt x="432" y="83"/>
                </a:lnTo>
                <a:lnTo>
                  <a:pt x="433" y="83"/>
                </a:lnTo>
                <a:lnTo>
                  <a:pt x="436" y="83"/>
                </a:lnTo>
                <a:lnTo>
                  <a:pt x="437" y="85"/>
                </a:lnTo>
                <a:lnTo>
                  <a:pt x="437" y="86"/>
                </a:lnTo>
                <a:lnTo>
                  <a:pt x="438" y="88"/>
                </a:lnTo>
                <a:lnTo>
                  <a:pt x="441" y="87"/>
                </a:lnTo>
                <a:lnTo>
                  <a:pt x="442" y="87"/>
                </a:lnTo>
                <a:lnTo>
                  <a:pt x="443" y="87"/>
                </a:lnTo>
                <a:lnTo>
                  <a:pt x="443" y="88"/>
                </a:lnTo>
                <a:lnTo>
                  <a:pt x="446" y="88"/>
                </a:lnTo>
                <a:lnTo>
                  <a:pt x="447" y="88"/>
                </a:lnTo>
                <a:lnTo>
                  <a:pt x="447" y="87"/>
                </a:lnTo>
                <a:lnTo>
                  <a:pt x="447" y="86"/>
                </a:lnTo>
                <a:lnTo>
                  <a:pt x="447" y="85"/>
                </a:lnTo>
                <a:lnTo>
                  <a:pt x="448" y="84"/>
                </a:lnTo>
                <a:lnTo>
                  <a:pt x="449" y="84"/>
                </a:lnTo>
                <a:lnTo>
                  <a:pt x="450" y="84"/>
                </a:lnTo>
                <a:lnTo>
                  <a:pt x="451" y="84"/>
                </a:lnTo>
                <a:lnTo>
                  <a:pt x="452" y="84"/>
                </a:lnTo>
                <a:lnTo>
                  <a:pt x="454" y="83"/>
                </a:lnTo>
                <a:lnTo>
                  <a:pt x="454" y="82"/>
                </a:lnTo>
                <a:lnTo>
                  <a:pt x="456" y="81"/>
                </a:lnTo>
                <a:lnTo>
                  <a:pt x="457" y="80"/>
                </a:lnTo>
                <a:lnTo>
                  <a:pt x="459" y="82"/>
                </a:lnTo>
                <a:lnTo>
                  <a:pt x="459" y="83"/>
                </a:lnTo>
                <a:lnTo>
                  <a:pt x="460" y="83"/>
                </a:lnTo>
                <a:lnTo>
                  <a:pt x="461" y="84"/>
                </a:lnTo>
                <a:lnTo>
                  <a:pt x="462" y="86"/>
                </a:lnTo>
                <a:lnTo>
                  <a:pt x="462" y="87"/>
                </a:lnTo>
                <a:lnTo>
                  <a:pt x="462" y="88"/>
                </a:lnTo>
                <a:lnTo>
                  <a:pt x="463" y="89"/>
                </a:lnTo>
                <a:lnTo>
                  <a:pt x="465" y="90"/>
                </a:lnTo>
                <a:lnTo>
                  <a:pt x="467" y="90"/>
                </a:lnTo>
                <a:lnTo>
                  <a:pt x="468" y="89"/>
                </a:lnTo>
                <a:lnTo>
                  <a:pt x="469" y="87"/>
                </a:lnTo>
                <a:lnTo>
                  <a:pt x="470" y="85"/>
                </a:lnTo>
                <a:lnTo>
                  <a:pt x="470" y="84"/>
                </a:lnTo>
                <a:lnTo>
                  <a:pt x="470" y="83"/>
                </a:lnTo>
                <a:lnTo>
                  <a:pt x="470" y="82"/>
                </a:lnTo>
                <a:lnTo>
                  <a:pt x="472" y="80"/>
                </a:lnTo>
                <a:lnTo>
                  <a:pt x="473" y="81"/>
                </a:lnTo>
                <a:lnTo>
                  <a:pt x="474" y="82"/>
                </a:lnTo>
                <a:lnTo>
                  <a:pt x="474" y="83"/>
                </a:lnTo>
                <a:lnTo>
                  <a:pt x="474" y="84"/>
                </a:lnTo>
                <a:lnTo>
                  <a:pt x="474" y="86"/>
                </a:lnTo>
                <a:lnTo>
                  <a:pt x="475" y="87"/>
                </a:lnTo>
                <a:lnTo>
                  <a:pt x="477" y="87"/>
                </a:lnTo>
                <a:lnTo>
                  <a:pt x="478" y="87"/>
                </a:lnTo>
                <a:lnTo>
                  <a:pt x="482" y="87"/>
                </a:lnTo>
                <a:lnTo>
                  <a:pt x="482" y="88"/>
                </a:lnTo>
                <a:lnTo>
                  <a:pt x="483" y="88"/>
                </a:lnTo>
                <a:lnTo>
                  <a:pt x="483" y="89"/>
                </a:lnTo>
                <a:lnTo>
                  <a:pt x="484" y="89"/>
                </a:lnTo>
                <a:lnTo>
                  <a:pt x="484" y="90"/>
                </a:lnTo>
                <a:lnTo>
                  <a:pt x="484" y="89"/>
                </a:lnTo>
                <a:lnTo>
                  <a:pt x="487" y="89"/>
                </a:lnTo>
                <a:lnTo>
                  <a:pt x="490" y="89"/>
                </a:lnTo>
                <a:lnTo>
                  <a:pt x="493" y="90"/>
                </a:lnTo>
                <a:lnTo>
                  <a:pt x="493" y="91"/>
                </a:lnTo>
                <a:lnTo>
                  <a:pt x="495" y="91"/>
                </a:lnTo>
                <a:lnTo>
                  <a:pt x="501" y="90"/>
                </a:lnTo>
                <a:lnTo>
                  <a:pt x="505" y="88"/>
                </a:lnTo>
                <a:lnTo>
                  <a:pt x="507" y="87"/>
                </a:lnTo>
                <a:lnTo>
                  <a:pt x="509" y="87"/>
                </a:lnTo>
                <a:lnTo>
                  <a:pt x="512" y="88"/>
                </a:lnTo>
                <a:lnTo>
                  <a:pt x="513" y="88"/>
                </a:lnTo>
                <a:lnTo>
                  <a:pt x="516" y="92"/>
                </a:lnTo>
                <a:lnTo>
                  <a:pt x="517" y="92"/>
                </a:lnTo>
                <a:lnTo>
                  <a:pt x="518" y="93"/>
                </a:lnTo>
                <a:lnTo>
                  <a:pt x="519" y="94"/>
                </a:lnTo>
                <a:lnTo>
                  <a:pt x="520" y="95"/>
                </a:lnTo>
                <a:lnTo>
                  <a:pt x="520" y="96"/>
                </a:lnTo>
                <a:lnTo>
                  <a:pt x="520" y="97"/>
                </a:lnTo>
                <a:lnTo>
                  <a:pt x="523" y="97"/>
                </a:lnTo>
                <a:lnTo>
                  <a:pt x="524" y="99"/>
                </a:lnTo>
                <a:lnTo>
                  <a:pt x="526" y="104"/>
                </a:lnTo>
                <a:lnTo>
                  <a:pt x="525" y="106"/>
                </a:lnTo>
                <a:lnTo>
                  <a:pt x="525" y="109"/>
                </a:lnTo>
                <a:lnTo>
                  <a:pt x="525" y="110"/>
                </a:lnTo>
                <a:lnTo>
                  <a:pt x="527" y="112"/>
                </a:lnTo>
                <a:lnTo>
                  <a:pt x="528" y="113"/>
                </a:lnTo>
                <a:lnTo>
                  <a:pt x="530" y="114"/>
                </a:lnTo>
                <a:lnTo>
                  <a:pt x="530" y="115"/>
                </a:lnTo>
                <a:lnTo>
                  <a:pt x="531" y="117"/>
                </a:lnTo>
                <a:lnTo>
                  <a:pt x="531" y="118"/>
                </a:lnTo>
                <a:lnTo>
                  <a:pt x="530" y="118"/>
                </a:lnTo>
                <a:lnTo>
                  <a:pt x="531" y="122"/>
                </a:lnTo>
                <a:lnTo>
                  <a:pt x="533" y="123"/>
                </a:lnTo>
                <a:lnTo>
                  <a:pt x="533" y="122"/>
                </a:lnTo>
                <a:lnTo>
                  <a:pt x="537" y="123"/>
                </a:lnTo>
                <a:lnTo>
                  <a:pt x="538" y="124"/>
                </a:lnTo>
                <a:lnTo>
                  <a:pt x="539" y="125"/>
                </a:lnTo>
                <a:lnTo>
                  <a:pt x="539" y="128"/>
                </a:lnTo>
                <a:lnTo>
                  <a:pt x="539" y="130"/>
                </a:lnTo>
                <a:lnTo>
                  <a:pt x="540" y="130"/>
                </a:lnTo>
                <a:lnTo>
                  <a:pt x="540" y="131"/>
                </a:lnTo>
                <a:lnTo>
                  <a:pt x="540" y="132"/>
                </a:lnTo>
                <a:lnTo>
                  <a:pt x="539" y="133"/>
                </a:lnTo>
                <a:lnTo>
                  <a:pt x="539" y="134"/>
                </a:lnTo>
                <a:lnTo>
                  <a:pt x="541" y="135"/>
                </a:lnTo>
                <a:lnTo>
                  <a:pt x="543" y="135"/>
                </a:lnTo>
                <a:lnTo>
                  <a:pt x="546" y="134"/>
                </a:lnTo>
                <a:lnTo>
                  <a:pt x="548" y="134"/>
                </a:lnTo>
                <a:lnTo>
                  <a:pt x="549" y="134"/>
                </a:lnTo>
                <a:lnTo>
                  <a:pt x="551" y="133"/>
                </a:lnTo>
                <a:lnTo>
                  <a:pt x="554" y="133"/>
                </a:lnTo>
                <a:lnTo>
                  <a:pt x="556" y="133"/>
                </a:lnTo>
                <a:lnTo>
                  <a:pt x="556" y="132"/>
                </a:lnTo>
                <a:lnTo>
                  <a:pt x="556" y="131"/>
                </a:lnTo>
                <a:lnTo>
                  <a:pt x="558" y="129"/>
                </a:lnTo>
                <a:lnTo>
                  <a:pt x="562" y="128"/>
                </a:lnTo>
                <a:lnTo>
                  <a:pt x="562" y="127"/>
                </a:lnTo>
                <a:lnTo>
                  <a:pt x="566" y="127"/>
                </a:lnTo>
                <a:lnTo>
                  <a:pt x="567" y="127"/>
                </a:lnTo>
                <a:lnTo>
                  <a:pt x="567" y="128"/>
                </a:lnTo>
                <a:lnTo>
                  <a:pt x="568" y="128"/>
                </a:lnTo>
                <a:lnTo>
                  <a:pt x="569" y="128"/>
                </a:lnTo>
                <a:lnTo>
                  <a:pt x="570" y="127"/>
                </a:lnTo>
                <a:lnTo>
                  <a:pt x="571" y="126"/>
                </a:lnTo>
                <a:lnTo>
                  <a:pt x="572" y="126"/>
                </a:lnTo>
                <a:lnTo>
                  <a:pt x="572" y="127"/>
                </a:lnTo>
                <a:lnTo>
                  <a:pt x="573" y="127"/>
                </a:lnTo>
                <a:lnTo>
                  <a:pt x="575" y="126"/>
                </a:lnTo>
                <a:lnTo>
                  <a:pt x="576" y="126"/>
                </a:lnTo>
                <a:lnTo>
                  <a:pt x="577" y="126"/>
                </a:lnTo>
                <a:lnTo>
                  <a:pt x="577" y="125"/>
                </a:lnTo>
                <a:lnTo>
                  <a:pt x="578" y="125"/>
                </a:lnTo>
                <a:lnTo>
                  <a:pt x="578" y="124"/>
                </a:lnTo>
                <a:lnTo>
                  <a:pt x="577" y="123"/>
                </a:lnTo>
                <a:lnTo>
                  <a:pt x="578" y="122"/>
                </a:lnTo>
                <a:lnTo>
                  <a:pt x="579" y="122"/>
                </a:lnTo>
                <a:lnTo>
                  <a:pt x="579" y="121"/>
                </a:lnTo>
                <a:lnTo>
                  <a:pt x="579" y="122"/>
                </a:lnTo>
                <a:lnTo>
                  <a:pt x="580" y="121"/>
                </a:lnTo>
                <a:lnTo>
                  <a:pt x="581" y="121"/>
                </a:lnTo>
                <a:lnTo>
                  <a:pt x="581" y="120"/>
                </a:lnTo>
                <a:lnTo>
                  <a:pt x="580" y="120"/>
                </a:lnTo>
                <a:lnTo>
                  <a:pt x="579" y="119"/>
                </a:lnTo>
                <a:lnTo>
                  <a:pt x="579" y="118"/>
                </a:lnTo>
                <a:lnTo>
                  <a:pt x="580" y="118"/>
                </a:lnTo>
                <a:lnTo>
                  <a:pt x="580" y="117"/>
                </a:lnTo>
                <a:lnTo>
                  <a:pt x="580" y="115"/>
                </a:lnTo>
                <a:lnTo>
                  <a:pt x="580" y="114"/>
                </a:lnTo>
                <a:lnTo>
                  <a:pt x="580" y="113"/>
                </a:lnTo>
                <a:lnTo>
                  <a:pt x="579" y="113"/>
                </a:lnTo>
                <a:lnTo>
                  <a:pt x="577" y="111"/>
                </a:lnTo>
                <a:lnTo>
                  <a:pt x="575" y="110"/>
                </a:lnTo>
                <a:lnTo>
                  <a:pt x="576" y="109"/>
                </a:lnTo>
                <a:lnTo>
                  <a:pt x="576" y="108"/>
                </a:lnTo>
                <a:lnTo>
                  <a:pt x="576" y="107"/>
                </a:lnTo>
                <a:lnTo>
                  <a:pt x="576" y="106"/>
                </a:lnTo>
                <a:lnTo>
                  <a:pt x="575" y="106"/>
                </a:lnTo>
                <a:lnTo>
                  <a:pt x="574" y="105"/>
                </a:lnTo>
                <a:lnTo>
                  <a:pt x="573" y="105"/>
                </a:lnTo>
                <a:lnTo>
                  <a:pt x="573" y="103"/>
                </a:lnTo>
                <a:lnTo>
                  <a:pt x="575" y="101"/>
                </a:lnTo>
                <a:lnTo>
                  <a:pt x="575" y="100"/>
                </a:lnTo>
                <a:lnTo>
                  <a:pt x="576" y="100"/>
                </a:lnTo>
                <a:lnTo>
                  <a:pt x="577" y="98"/>
                </a:lnTo>
                <a:lnTo>
                  <a:pt x="577" y="97"/>
                </a:lnTo>
                <a:lnTo>
                  <a:pt x="577" y="96"/>
                </a:lnTo>
                <a:lnTo>
                  <a:pt x="577" y="95"/>
                </a:lnTo>
                <a:lnTo>
                  <a:pt x="579" y="94"/>
                </a:lnTo>
                <a:lnTo>
                  <a:pt x="579" y="93"/>
                </a:lnTo>
                <a:lnTo>
                  <a:pt x="579" y="92"/>
                </a:lnTo>
                <a:lnTo>
                  <a:pt x="578" y="92"/>
                </a:lnTo>
                <a:lnTo>
                  <a:pt x="574" y="86"/>
                </a:lnTo>
                <a:lnTo>
                  <a:pt x="572" y="85"/>
                </a:lnTo>
                <a:lnTo>
                  <a:pt x="571" y="84"/>
                </a:lnTo>
                <a:lnTo>
                  <a:pt x="570" y="83"/>
                </a:lnTo>
                <a:lnTo>
                  <a:pt x="569" y="82"/>
                </a:lnTo>
                <a:lnTo>
                  <a:pt x="569" y="81"/>
                </a:lnTo>
                <a:lnTo>
                  <a:pt x="570" y="78"/>
                </a:lnTo>
                <a:lnTo>
                  <a:pt x="570" y="77"/>
                </a:lnTo>
                <a:lnTo>
                  <a:pt x="572" y="75"/>
                </a:lnTo>
                <a:lnTo>
                  <a:pt x="573" y="74"/>
                </a:lnTo>
                <a:lnTo>
                  <a:pt x="577" y="71"/>
                </a:lnTo>
                <a:lnTo>
                  <a:pt x="578" y="71"/>
                </a:lnTo>
                <a:lnTo>
                  <a:pt x="579" y="71"/>
                </a:lnTo>
                <a:lnTo>
                  <a:pt x="580" y="71"/>
                </a:lnTo>
                <a:lnTo>
                  <a:pt x="581" y="69"/>
                </a:lnTo>
                <a:lnTo>
                  <a:pt x="581" y="68"/>
                </a:lnTo>
                <a:lnTo>
                  <a:pt x="581" y="67"/>
                </a:lnTo>
                <a:lnTo>
                  <a:pt x="580" y="67"/>
                </a:lnTo>
                <a:lnTo>
                  <a:pt x="579" y="67"/>
                </a:lnTo>
                <a:lnTo>
                  <a:pt x="579" y="68"/>
                </a:lnTo>
                <a:lnTo>
                  <a:pt x="578" y="67"/>
                </a:lnTo>
                <a:lnTo>
                  <a:pt x="577" y="66"/>
                </a:lnTo>
                <a:lnTo>
                  <a:pt x="577" y="65"/>
                </a:lnTo>
                <a:lnTo>
                  <a:pt x="576" y="64"/>
                </a:lnTo>
                <a:lnTo>
                  <a:pt x="576" y="63"/>
                </a:lnTo>
                <a:lnTo>
                  <a:pt x="575" y="63"/>
                </a:lnTo>
                <a:lnTo>
                  <a:pt x="574" y="62"/>
                </a:lnTo>
                <a:lnTo>
                  <a:pt x="573" y="62"/>
                </a:lnTo>
                <a:lnTo>
                  <a:pt x="573" y="61"/>
                </a:lnTo>
                <a:lnTo>
                  <a:pt x="573" y="60"/>
                </a:lnTo>
                <a:lnTo>
                  <a:pt x="569" y="60"/>
                </a:lnTo>
                <a:lnTo>
                  <a:pt x="567" y="59"/>
                </a:lnTo>
                <a:lnTo>
                  <a:pt x="565" y="59"/>
                </a:lnTo>
                <a:lnTo>
                  <a:pt x="563" y="60"/>
                </a:lnTo>
                <a:lnTo>
                  <a:pt x="562" y="60"/>
                </a:lnTo>
                <a:lnTo>
                  <a:pt x="561" y="60"/>
                </a:lnTo>
                <a:lnTo>
                  <a:pt x="561" y="61"/>
                </a:lnTo>
                <a:lnTo>
                  <a:pt x="562" y="62"/>
                </a:lnTo>
                <a:lnTo>
                  <a:pt x="561" y="62"/>
                </a:lnTo>
                <a:lnTo>
                  <a:pt x="560" y="61"/>
                </a:lnTo>
                <a:lnTo>
                  <a:pt x="559" y="61"/>
                </a:lnTo>
                <a:lnTo>
                  <a:pt x="557" y="61"/>
                </a:lnTo>
                <a:lnTo>
                  <a:pt x="557" y="62"/>
                </a:lnTo>
                <a:lnTo>
                  <a:pt x="556" y="62"/>
                </a:lnTo>
                <a:lnTo>
                  <a:pt x="554" y="62"/>
                </a:lnTo>
                <a:lnTo>
                  <a:pt x="552" y="61"/>
                </a:lnTo>
                <a:lnTo>
                  <a:pt x="551" y="62"/>
                </a:lnTo>
                <a:lnTo>
                  <a:pt x="550" y="62"/>
                </a:lnTo>
                <a:lnTo>
                  <a:pt x="550" y="61"/>
                </a:lnTo>
                <a:lnTo>
                  <a:pt x="549" y="61"/>
                </a:lnTo>
                <a:lnTo>
                  <a:pt x="549" y="60"/>
                </a:lnTo>
                <a:lnTo>
                  <a:pt x="549" y="58"/>
                </a:lnTo>
                <a:lnTo>
                  <a:pt x="549" y="56"/>
                </a:lnTo>
                <a:lnTo>
                  <a:pt x="548" y="55"/>
                </a:lnTo>
                <a:lnTo>
                  <a:pt x="548" y="54"/>
                </a:lnTo>
                <a:lnTo>
                  <a:pt x="547" y="52"/>
                </a:lnTo>
                <a:lnTo>
                  <a:pt x="546" y="49"/>
                </a:lnTo>
                <a:lnTo>
                  <a:pt x="546" y="47"/>
                </a:lnTo>
                <a:lnTo>
                  <a:pt x="546" y="46"/>
                </a:lnTo>
                <a:lnTo>
                  <a:pt x="545" y="45"/>
                </a:lnTo>
                <a:lnTo>
                  <a:pt x="545" y="44"/>
                </a:lnTo>
                <a:lnTo>
                  <a:pt x="545" y="43"/>
                </a:lnTo>
                <a:lnTo>
                  <a:pt x="546" y="43"/>
                </a:lnTo>
                <a:lnTo>
                  <a:pt x="546" y="44"/>
                </a:lnTo>
                <a:lnTo>
                  <a:pt x="549" y="46"/>
                </a:lnTo>
                <a:lnTo>
                  <a:pt x="549" y="45"/>
                </a:lnTo>
                <a:lnTo>
                  <a:pt x="550" y="45"/>
                </a:lnTo>
                <a:lnTo>
                  <a:pt x="550" y="44"/>
                </a:lnTo>
                <a:lnTo>
                  <a:pt x="552" y="42"/>
                </a:lnTo>
                <a:lnTo>
                  <a:pt x="553" y="43"/>
                </a:lnTo>
                <a:lnTo>
                  <a:pt x="554" y="46"/>
                </a:lnTo>
                <a:lnTo>
                  <a:pt x="554" y="47"/>
                </a:lnTo>
                <a:lnTo>
                  <a:pt x="555" y="49"/>
                </a:lnTo>
                <a:lnTo>
                  <a:pt x="556" y="50"/>
                </a:lnTo>
                <a:lnTo>
                  <a:pt x="559" y="51"/>
                </a:lnTo>
                <a:lnTo>
                  <a:pt x="560" y="51"/>
                </a:lnTo>
                <a:lnTo>
                  <a:pt x="560" y="50"/>
                </a:lnTo>
                <a:lnTo>
                  <a:pt x="559" y="50"/>
                </a:lnTo>
                <a:lnTo>
                  <a:pt x="559" y="49"/>
                </a:lnTo>
                <a:lnTo>
                  <a:pt x="559" y="48"/>
                </a:lnTo>
                <a:lnTo>
                  <a:pt x="560" y="45"/>
                </a:lnTo>
                <a:lnTo>
                  <a:pt x="563" y="42"/>
                </a:lnTo>
                <a:lnTo>
                  <a:pt x="564" y="42"/>
                </a:lnTo>
                <a:lnTo>
                  <a:pt x="565" y="42"/>
                </a:lnTo>
                <a:lnTo>
                  <a:pt x="566" y="42"/>
                </a:lnTo>
                <a:lnTo>
                  <a:pt x="566" y="41"/>
                </a:lnTo>
                <a:lnTo>
                  <a:pt x="566" y="40"/>
                </a:lnTo>
                <a:lnTo>
                  <a:pt x="566" y="39"/>
                </a:lnTo>
                <a:lnTo>
                  <a:pt x="567" y="39"/>
                </a:lnTo>
                <a:lnTo>
                  <a:pt x="569" y="38"/>
                </a:lnTo>
                <a:lnTo>
                  <a:pt x="570" y="38"/>
                </a:lnTo>
                <a:lnTo>
                  <a:pt x="570" y="39"/>
                </a:lnTo>
                <a:lnTo>
                  <a:pt x="571" y="39"/>
                </a:lnTo>
                <a:lnTo>
                  <a:pt x="573" y="39"/>
                </a:lnTo>
                <a:lnTo>
                  <a:pt x="576" y="39"/>
                </a:lnTo>
                <a:lnTo>
                  <a:pt x="577" y="39"/>
                </a:lnTo>
                <a:lnTo>
                  <a:pt x="578" y="36"/>
                </a:lnTo>
                <a:lnTo>
                  <a:pt x="578" y="35"/>
                </a:lnTo>
                <a:lnTo>
                  <a:pt x="579" y="35"/>
                </a:lnTo>
                <a:lnTo>
                  <a:pt x="582" y="32"/>
                </a:lnTo>
                <a:lnTo>
                  <a:pt x="584" y="31"/>
                </a:lnTo>
                <a:lnTo>
                  <a:pt x="585" y="31"/>
                </a:lnTo>
                <a:lnTo>
                  <a:pt x="586" y="31"/>
                </a:lnTo>
                <a:lnTo>
                  <a:pt x="586" y="30"/>
                </a:lnTo>
                <a:lnTo>
                  <a:pt x="586" y="29"/>
                </a:lnTo>
                <a:lnTo>
                  <a:pt x="588" y="28"/>
                </a:lnTo>
                <a:lnTo>
                  <a:pt x="588" y="25"/>
                </a:lnTo>
                <a:lnTo>
                  <a:pt x="588" y="24"/>
                </a:lnTo>
                <a:lnTo>
                  <a:pt x="589" y="23"/>
                </a:lnTo>
                <a:lnTo>
                  <a:pt x="591" y="23"/>
                </a:lnTo>
                <a:lnTo>
                  <a:pt x="593" y="24"/>
                </a:lnTo>
                <a:lnTo>
                  <a:pt x="595" y="24"/>
                </a:lnTo>
                <a:lnTo>
                  <a:pt x="595" y="22"/>
                </a:lnTo>
                <a:lnTo>
                  <a:pt x="595" y="21"/>
                </a:lnTo>
                <a:lnTo>
                  <a:pt x="594" y="20"/>
                </a:lnTo>
                <a:lnTo>
                  <a:pt x="594" y="19"/>
                </a:lnTo>
                <a:lnTo>
                  <a:pt x="593" y="19"/>
                </a:lnTo>
                <a:lnTo>
                  <a:pt x="592" y="18"/>
                </a:lnTo>
                <a:lnTo>
                  <a:pt x="592" y="17"/>
                </a:lnTo>
                <a:lnTo>
                  <a:pt x="593" y="15"/>
                </a:lnTo>
                <a:lnTo>
                  <a:pt x="594" y="14"/>
                </a:lnTo>
                <a:lnTo>
                  <a:pt x="594" y="13"/>
                </a:lnTo>
                <a:lnTo>
                  <a:pt x="595" y="13"/>
                </a:lnTo>
                <a:lnTo>
                  <a:pt x="596" y="13"/>
                </a:lnTo>
                <a:lnTo>
                  <a:pt x="597" y="13"/>
                </a:lnTo>
                <a:lnTo>
                  <a:pt x="598" y="13"/>
                </a:lnTo>
                <a:lnTo>
                  <a:pt x="598" y="12"/>
                </a:lnTo>
                <a:lnTo>
                  <a:pt x="598" y="11"/>
                </a:lnTo>
                <a:lnTo>
                  <a:pt x="597" y="12"/>
                </a:lnTo>
                <a:lnTo>
                  <a:pt x="596" y="12"/>
                </a:lnTo>
                <a:lnTo>
                  <a:pt x="597" y="9"/>
                </a:lnTo>
                <a:lnTo>
                  <a:pt x="597" y="8"/>
                </a:lnTo>
                <a:lnTo>
                  <a:pt x="598" y="8"/>
                </a:lnTo>
                <a:lnTo>
                  <a:pt x="599" y="8"/>
                </a:lnTo>
                <a:lnTo>
                  <a:pt x="600" y="8"/>
                </a:lnTo>
                <a:lnTo>
                  <a:pt x="601" y="8"/>
                </a:lnTo>
                <a:lnTo>
                  <a:pt x="601" y="9"/>
                </a:lnTo>
                <a:lnTo>
                  <a:pt x="601" y="10"/>
                </a:lnTo>
                <a:lnTo>
                  <a:pt x="601" y="11"/>
                </a:lnTo>
                <a:lnTo>
                  <a:pt x="603" y="12"/>
                </a:lnTo>
                <a:lnTo>
                  <a:pt x="604" y="12"/>
                </a:lnTo>
                <a:lnTo>
                  <a:pt x="604" y="11"/>
                </a:lnTo>
                <a:lnTo>
                  <a:pt x="605" y="10"/>
                </a:lnTo>
                <a:lnTo>
                  <a:pt x="606" y="10"/>
                </a:lnTo>
                <a:lnTo>
                  <a:pt x="607" y="10"/>
                </a:lnTo>
                <a:lnTo>
                  <a:pt x="607" y="9"/>
                </a:lnTo>
                <a:lnTo>
                  <a:pt x="608" y="9"/>
                </a:lnTo>
                <a:lnTo>
                  <a:pt x="608" y="8"/>
                </a:lnTo>
                <a:lnTo>
                  <a:pt x="608" y="7"/>
                </a:lnTo>
                <a:lnTo>
                  <a:pt x="608" y="6"/>
                </a:lnTo>
                <a:lnTo>
                  <a:pt x="608" y="5"/>
                </a:lnTo>
                <a:lnTo>
                  <a:pt x="611" y="3"/>
                </a:lnTo>
                <a:lnTo>
                  <a:pt x="614" y="1"/>
                </a:lnTo>
                <a:lnTo>
                  <a:pt x="615" y="1"/>
                </a:lnTo>
                <a:lnTo>
                  <a:pt x="615" y="2"/>
                </a:lnTo>
                <a:lnTo>
                  <a:pt x="616" y="3"/>
                </a:lnTo>
                <a:lnTo>
                  <a:pt x="616" y="4"/>
                </a:lnTo>
                <a:lnTo>
                  <a:pt x="617" y="5"/>
                </a:lnTo>
                <a:lnTo>
                  <a:pt x="618" y="5"/>
                </a:lnTo>
                <a:lnTo>
                  <a:pt x="618" y="4"/>
                </a:lnTo>
                <a:lnTo>
                  <a:pt x="619" y="4"/>
                </a:lnTo>
                <a:lnTo>
                  <a:pt x="618" y="4"/>
                </a:lnTo>
                <a:lnTo>
                  <a:pt x="618" y="3"/>
                </a:lnTo>
                <a:lnTo>
                  <a:pt x="619" y="3"/>
                </a:lnTo>
                <a:lnTo>
                  <a:pt x="620" y="4"/>
                </a:lnTo>
                <a:lnTo>
                  <a:pt x="621" y="5"/>
                </a:lnTo>
                <a:lnTo>
                  <a:pt x="622" y="5"/>
                </a:lnTo>
                <a:lnTo>
                  <a:pt x="623" y="5"/>
                </a:lnTo>
                <a:lnTo>
                  <a:pt x="623" y="3"/>
                </a:lnTo>
                <a:lnTo>
                  <a:pt x="622" y="2"/>
                </a:lnTo>
                <a:lnTo>
                  <a:pt x="623" y="1"/>
                </a:lnTo>
                <a:lnTo>
                  <a:pt x="624" y="0"/>
                </a:lnTo>
                <a:lnTo>
                  <a:pt x="625" y="0"/>
                </a:lnTo>
                <a:lnTo>
                  <a:pt x="625" y="1"/>
                </a:lnTo>
                <a:lnTo>
                  <a:pt x="624" y="2"/>
                </a:lnTo>
                <a:lnTo>
                  <a:pt x="624" y="3"/>
                </a:lnTo>
                <a:lnTo>
                  <a:pt x="625" y="3"/>
                </a:lnTo>
                <a:lnTo>
                  <a:pt x="625" y="4"/>
                </a:lnTo>
                <a:lnTo>
                  <a:pt x="627" y="6"/>
                </a:lnTo>
                <a:lnTo>
                  <a:pt x="628" y="10"/>
                </a:lnTo>
                <a:lnTo>
                  <a:pt x="628" y="1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8" name=""/>
          <p:cNvSpPr/>
          <p:nvPr/>
        </p:nvSpPr>
        <p:spPr>
          <a:xfrm>
            <a:off x="8082000" y="264168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0" y="7"/>
                </a:move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9" name=""/>
          <p:cNvSpPr/>
          <p:nvPr/>
        </p:nvSpPr>
        <p:spPr>
          <a:xfrm>
            <a:off x="8083800" y="263880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6" y="1"/>
                </a:move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7" y="3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0" name=""/>
          <p:cNvSpPr/>
          <p:nvPr/>
        </p:nvSpPr>
        <p:spPr>
          <a:xfrm>
            <a:off x="8061120" y="263772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7" y="1"/>
                </a:move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7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1" name=""/>
          <p:cNvSpPr/>
          <p:nvPr/>
        </p:nvSpPr>
        <p:spPr>
          <a:xfrm>
            <a:off x="8058960" y="26373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5" y="5"/>
                </a:move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2" name=""/>
          <p:cNvSpPr/>
          <p:nvPr/>
        </p:nvSpPr>
        <p:spPr>
          <a:xfrm>
            <a:off x="8062920" y="263448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8" y="3"/>
                </a:moveTo>
                <a:lnTo>
                  <a:pt x="6" y="3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3" name=""/>
          <p:cNvSpPr/>
          <p:nvPr/>
        </p:nvSpPr>
        <p:spPr>
          <a:xfrm>
            <a:off x="8089560" y="26341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4" y="1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4" name=""/>
          <p:cNvSpPr/>
          <p:nvPr/>
        </p:nvSpPr>
        <p:spPr>
          <a:xfrm>
            <a:off x="8068320" y="2633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1"/>
                </a:move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5" name=""/>
          <p:cNvSpPr/>
          <p:nvPr/>
        </p:nvSpPr>
        <p:spPr>
          <a:xfrm>
            <a:off x="8066880" y="263376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2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6" name=""/>
          <p:cNvSpPr/>
          <p:nvPr/>
        </p:nvSpPr>
        <p:spPr>
          <a:xfrm>
            <a:off x="8059320" y="263232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6" y="3"/>
                </a:moveTo>
                <a:lnTo>
                  <a:pt x="5" y="4"/>
                </a:lnTo>
                <a:lnTo>
                  <a:pt x="6" y="3"/>
                </a:lnTo>
                <a:lnTo>
                  <a:pt x="7" y="3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7" name=""/>
          <p:cNvSpPr/>
          <p:nvPr/>
        </p:nvSpPr>
        <p:spPr>
          <a:xfrm>
            <a:off x="8059320" y="2631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8" name=""/>
          <p:cNvSpPr/>
          <p:nvPr/>
        </p:nvSpPr>
        <p:spPr>
          <a:xfrm>
            <a:off x="8074080" y="26305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2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9" name=""/>
          <p:cNvSpPr/>
          <p:nvPr/>
        </p:nvSpPr>
        <p:spPr>
          <a:xfrm>
            <a:off x="8080920" y="26301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0" name=""/>
          <p:cNvSpPr/>
          <p:nvPr/>
        </p:nvSpPr>
        <p:spPr>
          <a:xfrm>
            <a:off x="8074800" y="2629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1" name=""/>
          <p:cNvSpPr/>
          <p:nvPr/>
        </p:nvSpPr>
        <p:spPr>
          <a:xfrm>
            <a:off x="8081280" y="2629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2" name=""/>
          <p:cNvSpPr/>
          <p:nvPr/>
        </p:nvSpPr>
        <p:spPr>
          <a:xfrm>
            <a:off x="8079840" y="26294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3" name=""/>
          <p:cNvSpPr/>
          <p:nvPr/>
        </p:nvSpPr>
        <p:spPr>
          <a:xfrm>
            <a:off x="8078400" y="2628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4" name=""/>
          <p:cNvSpPr/>
          <p:nvPr/>
        </p:nvSpPr>
        <p:spPr>
          <a:xfrm>
            <a:off x="8059320" y="2627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3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5" name=""/>
          <p:cNvSpPr/>
          <p:nvPr/>
        </p:nvSpPr>
        <p:spPr>
          <a:xfrm>
            <a:off x="8081640" y="262476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7" y="4"/>
                </a:move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2"/>
                </a:lnTo>
                <a:lnTo>
                  <a:pt x="7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6" name=""/>
          <p:cNvSpPr/>
          <p:nvPr/>
        </p:nvSpPr>
        <p:spPr>
          <a:xfrm>
            <a:off x="8071920" y="2624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1"/>
                </a:move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7" name=""/>
          <p:cNvSpPr/>
          <p:nvPr/>
        </p:nvSpPr>
        <p:spPr>
          <a:xfrm>
            <a:off x="8059320" y="2624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3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8" name=""/>
          <p:cNvSpPr/>
          <p:nvPr/>
        </p:nvSpPr>
        <p:spPr>
          <a:xfrm>
            <a:off x="8066880" y="2622600"/>
            <a:ext cx="1800" cy="3240"/>
          </a:xfrm>
          <a:custGeom>
            <a:avLst/>
            <a:gdLst/>
            <a:ahLst/>
            <a:rect l="0" t="0" r="r" b="b"/>
            <a:pathLst>
              <a:path w="5" h="9">
                <a:moveTo>
                  <a:pt x="4" y="9"/>
                </a:move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5" y="7"/>
                </a:lnTo>
                <a:lnTo>
                  <a:pt x="4" y="8"/>
                </a:lnTo>
                <a:lnTo>
                  <a:pt x="4" y="9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9" name=""/>
          <p:cNvSpPr/>
          <p:nvPr/>
        </p:nvSpPr>
        <p:spPr>
          <a:xfrm>
            <a:off x="8065440" y="26215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4"/>
                </a:moveTo>
                <a:lnTo>
                  <a:pt x="1" y="3"/>
                </a:lnTo>
                <a:lnTo>
                  <a:pt x="0" y="3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5" y="3"/>
                </a:lnTo>
                <a:lnTo>
                  <a:pt x="5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0" name=""/>
          <p:cNvSpPr/>
          <p:nvPr/>
        </p:nvSpPr>
        <p:spPr>
          <a:xfrm>
            <a:off x="8063280" y="260352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5" y="1"/>
                </a:moveTo>
                <a:lnTo>
                  <a:pt x="5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1" name=""/>
          <p:cNvSpPr/>
          <p:nvPr/>
        </p:nvSpPr>
        <p:spPr>
          <a:xfrm>
            <a:off x="8066160" y="25974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0"/>
                </a:moveTo>
                <a:lnTo>
                  <a:pt x="3" y="1"/>
                </a:lnTo>
                <a:lnTo>
                  <a:pt x="3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2" name=""/>
          <p:cNvSpPr/>
          <p:nvPr/>
        </p:nvSpPr>
        <p:spPr>
          <a:xfrm>
            <a:off x="8066520" y="259632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3" name=""/>
          <p:cNvSpPr/>
          <p:nvPr/>
        </p:nvSpPr>
        <p:spPr>
          <a:xfrm>
            <a:off x="8089200" y="263196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9" y="2"/>
                </a:moveTo>
                <a:lnTo>
                  <a:pt x="9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9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4" name=""/>
          <p:cNvSpPr/>
          <p:nvPr/>
        </p:nvSpPr>
        <p:spPr>
          <a:xfrm>
            <a:off x="8092800" y="263088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6" y="0"/>
                </a:move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9" y="3"/>
                </a:lnTo>
                <a:lnTo>
                  <a:pt x="9" y="4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6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5" name=""/>
          <p:cNvSpPr/>
          <p:nvPr/>
        </p:nvSpPr>
        <p:spPr>
          <a:xfrm>
            <a:off x="8095680" y="2626200"/>
            <a:ext cx="6840" cy="4320"/>
          </a:xfrm>
          <a:custGeom>
            <a:avLst/>
            <a:gdLst/>
            <a:ahLst/>
            <a:rect l="0" t="0" r="r" b="b"/>
            <a:pathLst>
              <a:path w="19" h="12">
                <a:moveTo>
                  <a:pt x="19" y="1"/>
                </a:moveTo>
                <a:lnTo>
                  <a:pt x="17" y="2"/>
                </a:lnTo>
                <a:lnTo>
                  <a:pt x="17" y="3"/>
                </a:lnTo>
                <a:lnTo>
                  <a:pt x="17" y="5"/>
                </a:lnTo>
                <a:lnTo>
                  <a:pt x="17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4" y="10"/>
                </a:lnTo>
                <a:lnTo>
                  <a:pt x="4" y="11"/>
                </a:lnTo>
                <a:lnTo>
                  <a:pt x="2" y="12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0"/>
                </a:lnTo>
                <a:lnTo>
                  <a:pt x="2" y="9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6" y="8"/>
                </a:lnTo>
                <a:lnTo>
                  <a:pt x="7" y="7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9" y="6"/>
                </a:lnTo>
                <a:lnTo>
                  <a:pt x="10" y="6"/>
                </a:lnTo>
                <a:lnTo>
                  <a:pt x="11" y="5"/>
                </a:lnTo>
                <a:lnTo>
                  <a:pt x="12" y="5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7" y="2"/>
                </a:lnTo>
                <a:lnTo>
                  <a:pt x="16" y="2"/>
                </a:lnTo>
                <a:lnTo>
                  <a:pt x="16" y="1"/>
                </a:lnTo>
                <a:lnTo>
                  <a:pt x="17" y="1"/>
                </a:lnTo>
                <a:lnTo>
                  <a:pt x="17" y="0"/>
                </a:lnTo>
                <a:lnTo>
                  <a:pt x="18" y="0"/>
                </a:lnTo>
                <a:lnTo>
                  <a:pt x="19" y="0"/>
                </a:lnTo>
                <a:lnTo>
                  <a:pt x="19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6" name=""/>
          <p:cNvSpPr/>
          <p:nvPr/>
        </p:nvSpPr>
        <p:spPr>
          <a:xfrm>
            <a:off x="8121600" y="25963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5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7" name=""/>
          <p:cNvSpPr/>
          <p:nvPr/>
        </p:nvSpPr>
        <p:spPr>
          <a:xfrm>
            <a:off x="8119800" y="259452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6" y="1"/>
                </a:move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4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8" name=""/>
          <p:cNvSpPr/>
          <p:nvPr/>
        </p:nvSpPr>
        <p:spPr>
          <a:xfrm>
            <a:off x="8134560" y="25902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0"/>
                </a:moveTo>
                <a:lnTo>
                  <a:pt x="5" y="1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9" name=""/>
          <p:cNvSpPr/>
          <p:nvPr/>
        </p:nvSpPr>
        <p:spPr>
          <a:xfrm>
            <a:off x="8120160" y="258624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1"/>
                </a:moveTo>
                <a:lnTo>
                  <a:pt x="1" y="1"/>
                </a:lnTo>
                <a:lnTo>
                  <a:pt x="3" y="1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0" name=""/>
          <p:cNvSpPr/>
          <p:nvPr/>
        </p:nvSpPr>
        <p:spPr>
          <a:xfrm>
            <a:off x="8125920" y="25855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1" name=""/>
          <p:cNvSpPr/>
          <p:nvPr/>
        </p:nvSpPr>
        <p:spPr>
          <a:xfrm>
            <a:off x="8120520" y="25804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2" name=""/>
          <p:cNvSpPr/>
          <p:nvPr/>
        </p:nvSpPr>
        <p:spPr>
          <a:xfrm>
            <a:off x="8117280" y="25804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0"/>
                </a:moveTo>
                <a:lnTo>
                  <a:pt x="5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3" name=""/>
          <p:cNvSpPr/>
          <p:nvPr/>
        </p:nvSpPr>
        <p:spPr>
          <a:xfrm>
            <a:off x="8120160" y="2579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4" name=""/>
          <p:cNvSpPr/>
          <p:nvPr/>
        </p:nvSpPr>
        <p:spPr>
          <a:xfrm>
            <a:off x="8115840" y="257760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5" name=""/>
          <p:cNvSpPr/>
          <p:nvPr/>
        </p:nvSpPr>
        <p:spPr>
          <a:xfrm>
            <a:off x="8183520" y="25750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6" name=""/>
          <p:cNvSpPr/>
          <p:nvPr/>
        </p:nvSpPr>
        <p:spPr>
          <a:xfrm>
            <a:off x="8139240" y="257364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5" y="2"/>
                </a:moveTo>
                <a:lnTo>
                  <a:pt x="5" y="3"/>
                </a:lnTo>
                <a:lnTo>
                  <a:pt x="5" y="7"/>
                </a:lnTo>
                <a:lnTo>
                  <a:pt x="4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7" name=""/>
          <p:cNvSpPr/>
          <p:nvPr/>
        </p:nvSpPr>
        <p:spPr>
          <a:xfrm>
            <a:off x="8156520" y="2571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8" name=""/>
          <p:cNvSpPr/>
          <p:nvPr/>
        </p:nvSpPr>
        <p:spPr>
          <a:xfrm>
            <a:off x="8150760" y="2568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9" name=""/>
          <p:cNvSpPr/>
          <p:nvPr/>
        </p:nvSpPr>
        <p:spPr>
          <a:xfrm>
            <a:off x="8163720" y="2558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800" rIns="18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00" name=""/>
          <p:cNvSpPr/>
          <p:nvPr/>
        </p:nvSpPr>
        <p:spPr>
          <a:xfrm>
            <a:off x="8294400" y="2517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01" name=""/>
          <p:cNvSpPr/>
          <p:nvPr/>
        </p:nvSpPr>
        <p:spPr>
          <a:xfrm>
            <a:off x="8295480" y="25160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02" name=""/>
          <p:cNvSpPr/>
          <p:nvPr/>
        </p:nvSpPr>
        <p:spPr>
          <a:xfrm>
            <a:off x="8269920" y="2502720"/>
            <a:ext cx="14400" cy="7200"/>
          </a:xfrm>
          <a:custGeom>
            <a:avLst/>
            <a:gdLst/>
            <a:ahLst/>
            <a:rect l="0" t="0" r="r" b="b"/>
            <a:pathLst>
              <a:path w="40" h="20">
                <a:moveTo>
                  <a:pt x="35" y="3"/>
                </a:moveTo>
                <a:lnTo>
                  <a:pt x="34" y="3"/>
                </a:lnTo>
                <a:lnTo>
                  <a:pt x="34" y="4"/>
                </a:lnTo>
                <a:lnTo>
                  <a:pt x="33" y="4"/>
                </a:lnTo>
                <a:lnTo>
                  <a:pt x="33" y="6"/>
                </a:lnTo>
                <a:lnTo>
                  <a:pt x="34" y="6"/>
                </a:lnTo>
                <a:lnTo>
                  <a:pt x="34" y="7"/>
                </a:lnTo>
                <a:lnTo>
                  <a:pt x="35" y="7"/>
                </a:lnTo>
                <a:lnTo>
                  <a:pt x="36" y="7"/>
                </a:lnTo>
                <a:lnTo>
                  <a:pt x="36" y="6"/>
                </a:lnTo>
                <a:lnTo>
                  <a:pt x="38" y="6"/>
                </a:lnTo>
                <a:lnTo>
                  <a:pt x="38" y="7"/>
                </a:lnTo>
                <a:lnTo>
                  <a:pt x="39" y="8"/>
                </a:lnTo>
                <a:lnTo>
                  <a:pt x="40" y="8"/>
                </a:lnTo>
                <a:lnTo>
                  <a:pt x="40" y="9"/>
                </a:lnTo>
                <a:lnTo>
                  <a:pt x="39" y="9"/>
                </a:lnTo>
                <a:lnTo>
                  <a:pt x="39" y="10"/>
                </a:lnTo>
                <a:lnTo>
                  <a:pt x="39" y="9"/>
                </a:lnTo>
                <a:lnTo>
                  <a:pt x="38" y="9"/>
                </a:lnTo>
                <a:lnTo>
                  <a:pt x="36" y="9"/>
                </a:lnTo>
                <a:lnTo>
                  <a:pt x="36" y="10"/>
                </a:lnTo>
                <a:lnTo>
                  <a:pt x="36" y="11"/>
                </a:lnTo>
                <a:lnTo>
                  <a:pt x="38" y="12"/>
                </a:lnTo>
                <a:lnTo>
                  <a:pt x="38" y="13"/>
                </a:lnTo>
                <a:lnTo>
                  <a:pt x="36" y="13"/>
                </a:lnTo>
                <a:lnTo>
                  <a:pt x="36" y="14"/>
                </a:lnTo>
                <a:lnTo>
                  <a:pt x="38" y="14"/>
                </a:lnTo>
                <a:lnTo>
                  <a:pt x="39" y="14"/>
                </a:lnTo>
                <a:lnTo>
                  <a:pt x="39" y="15"/>
                </a:lnTo>
                <a:lnTo>
                  <a:pt x="39" y="17"/>
                </a:lnTo>
                <a:lnTo>
                  <a:pt x="39" y="18"/>
                </a:lnTo>
                <a:lnTo>
                  <a:pt x="38" y="19"/>
                </a:lnTo>
                <a:lnTo>
                  <a:pt x="38" y="18"/>
                </a:lnTo>
                <a:lnTo>
                  <a:pt x="36" y="18"/>
                </a:lnTo>
                <a:lnTo>
                  <a:pt x="36" y="19"/>
                </a:lnTo>
                <a:lnTo>
                  <a:pt x="36" y="20"/>
                </a:lnTo>
                <a:lnTo>
                  <a:pt x="35" y="20"/>
                </a:lnTo>
                <a:lnTo>
                  <a:pt x="35" y="19"/>
                </a:lnTo>
                <a:lnTo>
                  <a:pt x="34" y="19"/>
                </a:lnTo>
                <a:lnTo>
                  <a:pt x="35" y="19"/>
                </a:lnTo>
                <a:lnTo>
                  <a:pt x="34" y="18"/>
                </a:lnTo>
                <a:lnTo>
                  <a:pt x="33" y="18"/>
                </a:lnTo>
                <a:lnTo>
                  <a:pt x="32" y="19"/>
                </a:lnTo>
                <a:lnTo>
                  <a:pt x="32" y="20"/>
                </a:lnTo>
                <a:lnTo>
                  <a:pt x="31" y="20"/>
                </a:lnTo>
                <a:lnTo>
                  <a:pt x="31" y="19"/>
                </a:lnTo>
                <a:lnTo>
                  <a:pt x="31" y="18"/>
                </a:lnTo>
                <a:lnTo>
                  <a:pt x="30" y="18"/>
                </a:lnTo>
                <a:lnTo>
                  <a:pt x="30" y="17"/>
                </a:lnTo>
                <a:lnTo>
                  <a:pt x="28" y="17"/>
                </a:lnTo>
                <a:lnTo>
                  <a:pt x="27" y="17"/>
                </a:lnTo>
                <a:lnTo>
                  <a:pt x="26" y="17"/>
                </a:lnTo>
                <a:lnTo>
                  <a:pt x="25" y="18"/>
                </a:lnTo>
                <a:lnTo>
                  <a:pt x="24" y="18"/>
                </a:lnTo>
                <a:lnTo>
                  <a:pt x="23" y="18"/>
                </a:lnTo>
                <a:lnTo>
                  <a:pt x="23" y="19"/>
                </a:lnTo>
                <a:lnTo>
                  <a:pt x="22" y="19"/>
                </a:lnTo>
                <a:lnTo>
                  <a:pt x="22" y="20"/>
                </a:lnTo>
                <a:lnTo>
                  <a:pt x="21" y="20"/>
                </a:lnTo>
                <a:lnTo>
                  <a:pt x="21" y="19"/>
                </a:lnTo>
                <a:lnTo>
                  <a:pt x="20" y="19"/>
                </a:lnTo>
                <a:lnTo>
                  <a:pt x="19" y="19"/>
                </a:lnTo>
                <a:lnTo>
                  <a:pt x="18" y="19"/>
                </a:lnTo>
                <a:lnTo>
                  <a:pt x="17" y="19"/>
                </a:lnTo>
                <a:lnTo>
                  <a:pt x="17" y="18"/>
                </a:lnTo>
                <a:lnTo>
                  <a:pt x="17" y="17"/>
                </a:lnTo>
                <a:lnTo>
                  <a:pt x="16" y="17"/>
                </a:lnTo>
                <a:lnTo>
                  <a:pt x="15" y="17"/>
                </a:lnTo>
                <a:lnTo>
                  <a:pt x="13" y="18"/>
                </a:lnTo>
                <a:lnTo>
                  <a:pt x="12" y="18"/>
                </a:lnTo>
                <a:lnTo>
                  <a:pt x="11" y="18"/>
                </a:lnTo>
                <a:lnTo>
                  <a:pt x="9" y="18"/>
                </a:lnTo>
                <a:lnTo>
                  <a:pt x="8" y="18"/>
                </a:lnTo>
                <a:lnTo>
                  <a:pt x="7" y="18"/>
                </a:lnTo>
                <a:lnTo>
                  <a:pt x="6" y="18"/>
                </a:lnTo>
                <a:lnTo>
                  <a:pt x="5" y="18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6"/>
                </a:lnTo>
                <a:lnTo>
                  <a:pt x="1" y="15"/>
                </a:lnTo>
                <a:lnTo>
                  <a:pt x="2" y="13"/>
                </a:lnTo>
                <a:lnTo>
                  <a:pt x="3" y="12"/>
                </a:lnTo>
                <a:lnTo>
                  <a:pt x="4" y="12"/>
                </a:lnTo>
                <a:lnTo>
                  <a:pt x="5" y="11"/>
                </a:lnTo>
                <a:lnTo>
                  <a:pt x="5" y="10"/>
                </a:lnTo>
                <a:lnTo>
                  <a:pt x="7" y="9"/>
                </a:lnTo>
                <a:lnTo>
                  <a:pt x="8" y="9"/>
                </a:lnTo>
                <a:lnTo>
                  <a:pt x="8" y="10"/>
                </a:lnTo>
                <a:lnTo>
                  <a:pt x="9" y="10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2" y="12"/>
                </a:lnTo>
                <a:lnTo>
                  <a:pt x="13" y="13"/>
                </a:lnTo>
                <a:lnTo>
                  <a:pt x="14" y="14"/>
                </a:lnTo>
                <a:lnTo>
                  <a:pt x="15" y="14"/>
                </a:lnTo>
                <a:lnTo>
                  <a:pt x="16" y="14"/>
                </a:lnTo>
                <a:lnTo>
                  <a:pt x="16" y="13"/>
                </a:lnTo>
                <a:lnTo>
                  <a:pt x="16" y="12"/>
                </a:lnTo>
                <a:lnTo>
                  <a:pt x="17" y="11"/>
                </a:lnTo>
                <a:lnTo>
                  <a:pt x="18" y="11"/>
                </a:lnTo>
                <a:lnTo>
                  <a:pt x="18" y="10"/>
                </a:lnTo>
                <a:lnTo>
                  <a:pt x="19" y="9"/>
                </a:lnTo>
                <a:lnTo>
                  <a:pt x="20" y="8"/>
                </a:lnTo>
                <a:lnTo>
                  <a:pt x="20" y="7"/>
                </a:lnTo>
                <a:lnTo>
                  <a:pt x="20" y="6"/>
                </a:lnTo>
                <a:lnTo>
                  <a:pt x="21" y="6"/>
                </a:lnTo>
                <a:lnTo>
                  <a:pt x="22" y="4"/>
                </a:lnTo>
                <a:lnTo>
                  <a:pt x="24" y="3"/>
                </a:lnTo>
                <a:lnTo>
                  <a:pt x="24" y="4"/>
                </a:lnTo>
                <a:lnTo>
                  <a:pt x="25" y="6"/>
                </a:lnTo>
                <a:lnTo>
                  <a:pt x="26" y="6"/>
                </a:lnTo>
                <a:lnTo>
                  <a:pt x="26" y="7"/>
                </a:lnTo>
                <a:lnTo>
                  <a:pt x="27" y="7"/>
                </a:lnTo>
                <a:lnTo>
                  <a:pt x="28" y="7"/>
                </a:lnTo>
                <a:lnTo>
                  <a:pt x="29" y="6"/>
                </a:lnTo>
                <a:lnTo>
                  <a:pt x="30" y="6"/>
                </a:lnTo>
                <a:lnTo>
                  <a:pt x="30" y="4"/>
                </a:lnTo>
                <a:lnTo>
                  <a:pt x="30" y="3"/>
                </a:lnTo>
                <a:lnTo>
                  <a:pt x="31" y="2"/>
                </a:lnTo>
                <a:lnTo>
                  <a:pt x="32" y="2"/>
                </a:lnTo>
                <a:lnTo>
                  <a:pt x="32" y="1"/>
                </a:lnTo>
                <a:lnTo>
                  <a:pt x="33" y="1"/>
                </a:lnTo>
                <a:lnTo>
                  <a:pt x="33" y="0"/>
                </a:lnTo>
                <a:lnTo>
                  <a:pt x="34" y="0"/>
                </a:lnTo>
                <a:lnTo>
                  <a:pt x="34" y="1"/>
                </a:lnTo>
                <a:lnTo>
                  <a:pt x="34" y="2"/>
                </a:lnTo>
                <a:lnTo>
                  <a:pt x="35" y="2"/>
                </a:lnTo>
                <a:lnTo>
                  <a:pt x="35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03" name=""/>
          <p:cNvSpPr/>
          <p:nvPr/>
        </p:nvSpPr>
        <p:spPr>
          <a:xfrm>
            <a:off x="8280000" y="2503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3"/>
                </a:move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04" name=""/>
          <p:cNvSpPr/>
          <p:nvPr/>
        </p:nvSpPr>
        <p:spPr>
          <a:xfrm>
            <a:off x="8277120" y="2496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05" name=""/>
          <p:cNvSpPr/>
          <p:nvPr/>
        </p:nvSpPr>
        <p:spPr>
          <a:xfrm>
            <a:off x="8274240" y="2496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0" y="4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06" name=""/>
          <p:cNvSpPr/>
          <p:nvPr/>
        </p:nvSpPr>
        <p:spPr>
          <a:xfrm>
            <a:off x="7691040" y="2680560"/>
            <a:ext cx="4320" cy="9360"/>
          </a:xfrm>
          <a:custGeom>
            <a:avLst/>
            <a:gdLst/>
            <a:ahLst/>
            <a:rect l="0" t="0" r="r" b="b"/>
            <a:pathLst>
              <a:path w="12" h="26">
                <a:moveTo>
                  <a:pt x="10" y="8"/>
                </a:moveTo>
                <a:lnTo>
                  <a:pt x="9" y="9"/>
                </a:lnTo>
                <a:lnTo>
                  <a:pt x="8" y="9"/>
                </a:lnTo>
                <a:lnTo>
                  <a:pt x="8" y="10"/>
                </a:lnTo>
                <a:lnTo>
                  <a:pt x="8" y="11"/>
                </a:lnTo>
                <a:lnTo>
                  <a:pt x="8" y="12"/>
                </a:lnTo>
                <a:lnTo>
                  <a:pt x="8" y="13"/>
                </a:lnTo>
                <a:lnTo>
                  <a:pt x="8" y="14"/>
                </a:lnTo>
                <a:lnTo>
                  <a:pt x="9" y="14"/>
                </a:lnTo>
                <a:lnTo>
                  <a:pt x="9" y="15"/>
                </a:lnTo>
                <a:lnTo>
                  <a:pt x="8" y="16"/>
                </a:lnTo>
                <a:lnTo>
                  <a:pt x="8" y="15"/>
                </a:lnTo>
                <a:lnTo>
                  <a:pt x="8" y="16"/>
                </a:lnTo>
                <a:lnTo>
                  <a:pt x="8" y="17"/>
                </a:lnTo>
                <a:lnTo>
                  <a:pt x="7" y="18"/>
                </a:lnTo>
                <a:lnTo>
                  <a:pt x="7" y="19"/>
                </a:lnTo>
                <a:lnTo>
                  <a:pt x="7" y="20"/>
                </a:lnTo>
                <a:lnTo>
                  <a:pt x="6" y="20"/>
                </a:lnTo>
                <a:lnTo>
                  <a:pt x="5" y="19"/>
                </a:lnTo>
                <a:lnTo>
                  <a:pt x="3" y="19"/>
                </a:lnTo>
                <a:lnTo>
                  <a:pt x="3" y="20"/>
                </a:lnTo>
                <a:lnTo>
                  <a:pt x="3" y="21"/>
                </a:lnTo>
                <a:lnTo>
                  <a:pt x="5" y="21"/>
                </a:lnTo>
                <a:lnTo>
                  <a:pt x="6" y="21"/>
                </a:lnTo>
                <a:lnTo>
                  <a:pt x="6" y="22"/>
                </a:lnTo>
                <a:lnTo>
                  <a:pt x="7" y="22"/>
                </a:lnTo>
                <a:lnTo>
                  <a:pt x="7" y="23"/>
                </a:lnTo>
                <a:lnTo>
                  <a:pt x="7" y="25"/>
                </a:lnTo>
                <a:lnTo>
                  <a:pt x="6" y="26"/>
                </a:lnTo>
                <a:lnTo>
                  <a:pt x="6" y="25"/>
                </a:lnTo>
                <a:lnTo>
                  <a:pt x="5" y="25"/>
                </a:lnTo>
                <a:lnTo>
                  <a:pt x="3" y="24"/>
                </a:lnTo>
                <a:lnTo>
                  <a:pt x="2" y="24"/>
                </a:lnTo>
                <a:lnTo>
                  <a:pt x="2" y="23"/>
                </a:lnTo>
                <a:lnTo>
                  <a:pt x="1" y="21"/>
                </a:lnTo>
                <a:lnTo>
                  <a:pt x="1" y="20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1" y="13"/>
                </a:lnTo>
                <a:lnTo>
                  <a:pt x="2" y="13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3" y="8"/>
                </a:lnTo>
                <a:lnTo>
                  <a:pt x="5" y="8"/>
                </a:lnTo>
                <a:lnTo>
                  <a:pt x="5" y="7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10" y="2"/>
                </a:lnTo>
                <a:lnTo>
                  <a:pt x="11" y="3"/>
                </a:lnTo>
                <a:lnTo>
                  <a:pt x="12" y="3"/>
                </a:lnTo>
                <a:lnTo>
                  <a:pt x="12" y="4"/>
                </a:lnTo>
                <a:lnTo>
                  <a:pt x="12" y="5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07" name=""/>
          <p:cNvSpPr/>
          <p:nvPr/>
        </p:nvSpPr>
        <p:spPr>
          <a:xfrm>
            <a:off x="7692120" y="2680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08" name=""/>
          <p:cNvSpPr/>
          <p:nvPr/>
        </p:nvSpPr>
        <p:spPr>
          <a:xfrm>
            <a:off x="7691400" y="2678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09" name=""/>
          <p:cNvSpPr/>
          <p:nvPr/>
        </p:nvSpPr>
        <p:spPr>
          <a:xfrm>
            <a:off x="7707960" y="26755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0"/>
                </a:moveTo>
                <a:lnTo>
                  <a:pt x="5" y="1"/>
                </a:lnTo>
                <a:lnTo>
                  <a:pt x="5" y="3"/>
                </a:lnTo>
                <a:lnTo>
                  <a:pt x="4" y="5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10" name=""/>
          <p:cNvSpPr/>
          <p:nvPr/>
        </p:nvSpPr>
        <p:spPr>
          <a:xfrm>
            <a:off x="7707600" y="26748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2"/>
                </a:lnTo>
                <a:lnTo>
                  <a:pt x="2" y="3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11" name=""/>
          <p:cNvSpPr/>
          <p:nvPr/>
        </p:nvSpPr>
        <p:spPr>
          <a:xfrm>
            <a:off x="7707240" y="267336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4" y="6"/>
                </a:move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5" y="4"/>
                </a:lnTo>
                <a:lnTo>
                  <a:pt x="4" y="4"/>
                </a:lnTo>
                <a:lnTo>
                  <a:pt x="4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12" name=""/>
          <p:cNvSpPr/>
          <p:nvPr/>
        </p:nvSpPr>
        <p:spPr>
          <a:xfrm>
            <a:off x="7707240" y="26730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1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1"/>
                </a:lnTo>
                <a:lnTo>
                  <a:pt x="2" y="1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13" name=""/>
          <p:cNvSpPr/>
          <p:nvPr/>
        </p:nvSpPr>
        <p:spPr>
          <a:xfrm>
            <a:off x="7423560" y="2328480"/>
            <a:ext cx="511560" cy="370440"/>
          </a:xfrm>
          <a:custGeom>
            <a:avLst/>
            <a:gdLst/>
            <a:ahLst/>
            <a:rect l="0" t="0" r="r" b="b"/>
            <a:pathLst>
              <a:path w="1421" h="1029">
                <a:moveTo>
                  <a:pt x="1200" y="10"/>
                </a:moveTo>
                <a:lnTo>
                  <a:pt x="1200" y="9"/>
                </a:lnTo>
                <a:lnTo>
                  <a:pt x="1201" y="9"/>
                </a:lnTo>
                <a:lnTo>
                  <a:pt x="1203" y="9"/>
                </a:lnTo>
                <a:lnTo>
                  <a:pt x="1205" y="10"/>
                </a:lnTo>
                <a:lnTo>
                  <a:pt x="1206" y="10"/>
                </a:lnTo>
                <a:lnTo>
                  <a:pt x="1206" y="11"/>
                </a:lnTo>
                <a:lnTo>
                  <a:pt x="1206" y="12"/>
                </a:lnTo>
                <a:lnTo>
                  <a:pt x="1208" y="12"/>
                </a:lnTo>
                <a:lnTo>
                  <a:pt x="1209" y="12"/>
                </a:lnTo>
                <a:lnTo>
                  <a:pt x="1209" y="11"/>
                </a:lnTo>
                <a:lnTo>
                  <a:pt x="1210" y="11"/>
                </a:lnTo>
                <a:lnTo>
                  <a:pt x="1210" y="12"/>
                </a:lnTo>
                <a:lnTo>
                  <a:pt x="1211" y="12"/>
                </a:lnTo>
                <a:lnTo>
                  <a:pt x="1212" y="13"/>
                </a:lnTo>
                <a:lnTo>
                  <a:pt x="1213" y="13"/>
                </a:lnTo>
                <a:lnTo>
                  <a:pt x="1214" y="14"/>
                </a:lnTo>
                <a:lnTo>
                  <a:pt x="1215" y="14"/>
                </a:lnTo>
                <a:lnTo>
                  <a:pt x="1217" y="15"/>
                </a:lnTo>
                <a:lnTo>
                  <a:pt x="1218" y="15"/>
                </a:lnTo>
                <a:lnTo>
                  <a:pt x="1220" y="14"/>
                </a:lnTo>
                <a:lnTo>
                  <a:pt x="1221" y="14"/>
                </a:lnTo>
                <a:lnTo>
                  <a:pt x="1225" y="14"/>
                </a:lnTo>
                <a:lnTo>
                  <a:pt x="1229" y="14"/>
                </a:lnTo>
                <a:lnTo>
                  <a:pt x="1230" y="13"/>
                </a:lnTo>
                <a:lnTo>
                  <a:pt x="1231" y="14"/>
                </a:lnTo>
                <a:lnTo>
                  <a:pt x="1232" y="14"/>
                </a:lnTo>
                <a:lnTo>
                  <a:pt x="1233" y="14"/>
                </a:lnTo>
                <a:lnTo>
                  <a:pt x="1233" y="15"/>
                </a:lnTo>
                <a:lnTo>
                  <a:pt x="1234" y="15"/>
                </a:lnTo>
                <a:lnTo>
                  <a:pt x="1234" y="14"/>
                </a:lnTo>
                <a:lnTo>
                  <a:pt x="1236" y="14"/>
                </a:lnTo>
                <a:lnTo>
                  <a:pt x="1236" y="16"/>
                </a:lnTo>
                <a:lnTo>
                  <a:pt x="1236" y="18"/>
                </a:lnTo>
                <a:lnTo>
                  <a:pt x="1236" y="19"/>
                </a:lnTo>
                <a:lnTo>
                  <a:pt x="1235" y="19"/>
                </a:lnTo>
                <a:lnTo>
                  <a:pt x="1236" y="19"/>
                </a:lnTo>
                <a:lnTo>
                  <a:pt x="1238" y="22"/>
                </a:lnTo>
                <a:lnTo>
                  <a:pt x="1239" y="22"/>
                </a:lnTo>
                <a:lnTo>
                  <a:pt x="1239" y="21"/>
                </a:lnTo>
                <a:lnTo>
                  <a:pt x="1240" y="21"/>
                </a:lnTo>
                <a:lnTo>
                  <a:pt x="1241" y="21"/>
                </a:lnTo>
                <a:lnTo>
                  <a:pt x="1241" y="22"/>
                </a:lnTo>
                <a:lnTo>
                  <a:pt x="1244" y="22"/>
                </a:lnTo>
                <a:lnTo>
                  <a:pt x="1245" y="22"/>
                </a:lnTo>
                <a:lnTo>
                  <a:pt x="1245" y="21"/>
                </a:lnTo>
                <a:lnTo>
                  <a:pt x="1246" y="20"/>
                </a:lnTo>
                <a:lnTo>
                  <a:pt x="1247" y="19"/>
                </a:lnTo>
                <a:lnTo>
                  <a:pt x="1249" y="20"/>
                </a:lnTo>
                <a:lnTo>
                  <a:pt x="1250" y="20"/>
                </a:lnTo>
                <a:lnTo>
                  <a:pt x="1251" y="22"/>
                </a:lnTo>
                <a:lnTo>
                  <a:pt x="1252" y="22"/>
                </a:lnTo>
                <a:lnTo>
                  <a:pt x="1252" y="23"/>
                </a:lnTo>
                <a:lnTo>
                  <a:pt x="1253" y="27"/>
                </a:lnTo>
                <a:lnTo>
                  <a:pt x="1252" y="27"/>
                </a:lnTo>
                <a:lnTo>
                  <a:pt x="1252" y="28"/>
                </a:lnTo>
                <a:lnTo>
                  <a:pt x="1252" y="29"/>
                </a:lnTo>
                <a:lnTo>
                  <a:pt x="1252" y="30"/>
                </a:lnTo>
                <a:lnTo>
                  <a:pt x="1251" y="31"/>
                </a:lnTo>
                <a:lnTo>
                  <a:pt x="1250" y="32"/>
                </a:lnTo>
                <a:lnTo>
                  <a:pt x="1249" y="34"/>
                </a:lnTo>
                <a:lnTo>
                  <a:pt x="1249" y="37"/>
                </a:lnTo>
                <a:lnTo>
                  <a:pt x="1250" y="37"/>
                </a:lnTo>
                <a:lnTo>
                  <a:pt x="1250" y="38"/>
                </a:lnTo>
                <a:lnTo>
                  <a:pt x="1250" y="41"/>
                </a:lnTo>
                <a:lnTo>
                  <a:pt x="1249" y="41"/>
                </a:lnTo>
                <a:lnTo>
                  <a:pt x="1249" y="42"/>
                </a:lnTo>
                <a:lnTo>
                  <a:pt x="1248" y="42"/>
                </a:lnTo>
                <a:lnTo>
                  <a:pt x="1248" y="43"/>
                </a:lnTo>
                <a:lnTo>
                  <a:pt x="1248" y="44"/>
                </a:lnTo>
                <a:lnTo>
                  <a:pt x="1247" y="46"/>
                </a:lnTo>
                <a:lnTo>
                  <a:pt x="1247" y="47"/>
                </a:lnTo>
                <a:lnTo>
                  <a:pt x="1248" y="47"/>
                </a:lnTo>
                <a:lnTo>
                  <a:pt x="1250" y="49"/>
                </a:lnTo>
                <a:lnTo>
                  <a:pt x="1249" y="50"/>
                </a:lnTo>
                <a:lnTo>
                  <a:pt x="1250" y="51"/>
                </a:lnTo>
                <a:lnTo>
                  <a:pt x="1250" y="52"/>
                </a:lnTo>
                <a:lnTo>
                  <a:pt x="1249" y="53"/>
                </a:lnTo>
                <a:lnTo>
                  <a:pt x="1248" y="53"/>
                </a:lnTo>
                <a:lnTo>
                  <a:pt x="1248" y="56"/>
                </a:lnTo>
                <a:lnTo>
                  <a:pt x="1247" y="59"/>
                </a:lnTo>
                <a:lnTo>
                  <a:pt x="1247" y="60"/>
                </a:lnTo>
                <a:lnTo>
                  <a:pt x="1247" y="61"/>
                </a:lnTo>
                <a:lnTo>
                  <a:pt x="1248" y="62"/>
                </a:lnTo>
                <a:lnTo>
                  <a:pt x="1249" y="62"/>
                </a:lnTo>
                <a:lnTo>
                  <a:pt x="1249" y="63"/>
                </a:lnTo>
                <a:lnTo>
                  <a:pt x="1250" y="63"/>
                </a:lnTo>
                <a:lnTo>
                  <a:pt x="1250" y="64"/>
                </a:lnTo>
                <a:lnTo>
                  <a:pt x="1250" y="66"/>
                </a:lnTo>
                <a:lnTo>
                  <a:pt x="1249" y="66"/>
                </a:lnTo>
                <a:lnTo>
                  <a:pt x="1249" y="65"/>
                </a:lnTo>
                <a:lnTo>
                  <a:pt x="1248" y="65"/>
                </a:lnTo>
                <a:lnTo>
                  <a:pt x="1245" y="65"/>
                </a:lnTo>
                <a:lnTo>
                  <a:pt x="1244" y="66"/>
                </a:lnTo>
                <a:lnTo>
                  <a:pt x="1243" y="69"/>
                </a:lnTo>
                <a:lnTo>
                  <a:pt x="1242" y="71"/>
                </a:lnTo>
                <a:lnTo>
                  <a:pt x="1241" y="73"/>
                </a:lnTo>
                <a:lnTo>
                  <a:pt x="1241" y="74"/>
                </a:lnTo>
                <a:lnTo>
                  <a:pt x="1241" y="75"/>
                </a:lnTo>
                <a:lnTo>
                  <a:pt x="1240" y="79"/>
                </a:lnTo>
                <a:lnTo>
                  <a:pt x="1240" y="80"/>
                </a:lnTo>
                <a:lnTo>
                  <a:pt x="1240" y="81"/>
                </a:lnTo>
                <a:lnTo>
                  <a:pt x="1239" y="82"/>
                </a:lnTo>
                <a:lnTo>
                  <a:pt x="1238" y="82"/>
                </a:lnTo>
                <a:lnTo>
                  <a:pt x="1238" y="85"/>
                </a:lnTo>
                <a:lnTo>
                  <a:pt x="1239" y="85"/>
                </a:lnTo>
                <a:lnTo>
                  <a:pt x="1240" y="85"/>
                </a:lnTo>
                <a:lnTo>
                  <a:pt x="1241" y="86"/>
                </a:lnTo>
                <a:lnTo>
                  <a:pt x="1241" y="87"/>
                </a:lnTo>
                <a:lnTo>
                  <a:pt x="1241" y="88"/>
                </a:lnTo>
                <a:lnTo>
                  <a:pt x="1243" y="88"/>
                </a:lnTo>
                <a:lnTo>
                  <a:pt x="1243" y="89"/>
                </a:lnTo>
                <a:lnTo>
                  <a:pt x="1243" y="91"/>
                </a:lnTo>
                <a:lnTo>
                  <a:pt x="1245" y="93"/>
                </a:lnTo>
                <a:lnTo>
                  <a:pt x="1245" y="94"/>
                </a:lnTo>
                <a:lnTo>
                  <a:pt x="1245" y="95"/>
                </a:lnTo>
                <a:lnTo>
                  <a:pt x="1246" y="97"/>
                </a:lnTo>
                <a:lnTo>
                  <a:pt x="1247" y="97"/>
                </a:lnTo>
                <a:lnTo>
                  <a:pt x="1248" y="97"/>
                </a:lnTo>
                <a:lnTo>
                  <a:pt x="1248" y="98"/>
                </a:lnTo>
                <a:lnTo>
                  <a:pt x="1249" y="99"/>
                </a:lnTo>
                <a:lnTo>
                  <a:pt x="1249" y="101"/>
                </a:lnTo>
                <a:lnTo>
                  <a:pt x="1249" y="102"/>
                </a:lnTo>
                <a:lnTo>
                  <a:pt x="1250" y="103"/>
                </a:lnTo>
                <a:lnTo>
                  <a:pt x="1251" y="103"/>
                </a:lnTo>
                <a:lnTo>
                  <a:pt x="1254" y="103"/>
                </a:lnTo>
                <a:lnTo>
                  <a:pt x="1256" y="104"/>
                </a:lnTo>
                <a:lnTo>
                  <a:pt x="1257" y="105"/>
                </a:lnTo>
                <a:lnTo>
                  <a:pt x="1258" y="105"/>
                </a:lnTo>
                <a:lnTo>
                  <a:pt x="1258" y="104"/>
                </a:lnTo>
                <a:lnTo>
                  <a:pt x="1258" y="103"/>
                </a:lnTo>
                <a:lnTo>
                  <a:pt x="1257" y="103"/>
                </a:lnTo>
                <a:lnTo>
                  <a:pt x="1257" y="102"/>
                </a:lnTo>
                <a:lnTo>
                  <a:pt x="1258" y="102"/>
                </a:lnTo>
                <a:lnTo>
                  <a:pt x="1258" y="101"/>
                </a:lnTo>
                <a:lnTo>
                  <a:pt x="1259" y="100"/>
                </a:lnTo>
                <a:lnTo>
                  <a:pt x="1260" y="98"/>
                </a:lnTo>
                <a:lnTo>
                  <a:pt x="1260" y="97"/>
                </a:lnTo>
                <a:lnTo>
                  <a:pt x="1262" y="97"/>
                </a:lnTo>
                <a:lnTo>
                  <a:pt x="1263" y="95"/>
                </a:lnTo>
                <a:lnTo>
                  <a:pt x="1264" y="94"/>
                </a:lnTo>
                <a:lnTo>
                  <a:pt x="1266" y="93"/>
                </a:lnTo>
                <a:lnTo>
                  <a:pt x="1267" y="94"/>
                </a:lnTo>
                <a:lnTo>
                  <a:pt x="1268" y="95"/>
                </a:lnTo>
                <a:lnTo>
                  <a:pt x="1268" y="96"/>
                </a:lnTo>
                <a:lnTo>
                  <a:pt x="1269" y="96"/>
                </a:lnTo>
                <a:lnTo>
                  <a:pt x="1271" y="96"/>
                </a:lnTo>
                <a:lnTo>
                  <a:pt x="1271" y="95"/>
                </a:lnTo>
                <a:lnTo>
                  <a:pt x="1270" y="95"/>
                </a:lnTo>
                <a:lnTo>
                  <a:pt x="1271" y="95"/>
                </a:lnTo>
                <a:lnTo>
                  <a:pt x="1271" y="94"/>
                </a:lnTo>
                <a:lnTo>
                  <a:pt x="1272" y="93"/>
                </a:lnTo>
                <a:lnTo>
                  <a:pt x="1273" y="94"/>
                </a:lnTo>
                <a:lnTo>
                  <a:pt x="1273" y="95"/>
                </a:lnTo>
                <a:lnTo>
                  <a:pt x="1273" y="97"/>
                </a:lnTo>
                <a:lnTo>
                  <a:pt x="1275" y="97"/>
                </a:lnTo>
                <a:lnTo>
                  <a:pt x="1277" y="97"/>
                </a:lnTo>
                <a:lnTo>
                  <a:pt x="1278" y="97"/>
                </a:lnTo>
                <a:lnTo>
                  <a:pt x="1279" y="98"/>
                </a:lnTo>
                <a:lnTo>
                  <a:pt x="1280" y="99"/>
                </a:lnTo>
                <a:lnTo>
                  <a:pt x="1281" y="98"/>
                </a:lnTo>
                <a:lnTo>
                  <a:pt x="1281" y="97"/>
                </a:lnTo>
                <a:lnTo>
                  <a:pt x="1282" y="96"/>
                </a:lnTo>
                <a:lnTo>
                  <a:pt x="1283" y="96"/>
                </a:lnTo>
                <a:lnTo>
                  <a:pt x="1284" y="96"/>
                </a:lnTo>
                <a:lnTo>
                  <a:pt x="1285" y="97"/>
                </a:lnTo>
                <a:lnTo>
                  <a:pt x="1286" y="97"/>
                </a:lnTo>
                <a:lnTo>
                  <a:pt x="1287" y="96"/>
                </a:lnTo>
                <a:lnTo>
                  <a:pt x="1288" y="96"/>
                </a:lnTo>
                <a:lnTo>
                  <a:pt x="1288" y="97"/>
                </a:lnTo>
                <a:lnTo>
                  <a:pt x="1288" y="98"/>
                </a:lnTo>
                <a:lnTo>
                  <a:pt x="1288" y="99"/>
                </a:lnTo>
                <a:lnTo>
                  <a:pt x="1289" y="99"/>
                </a:lnTo>
                <a:lnTo>
                  <a:pt x="1290" y="99"/>
                </a:lnTo>
                <a:lnTo>
                  <a:pt x="1290" y="98"/>
                </a:lnTo>
                <a:lnTo>
                  <a:pt x="1291" y="98"/>
                </a:lnTo>
                <a:lnTo>
                  <a:pt x="1294" y="99"/>
                </a:lnTo>
                <a:lnTo>
                  <a:pt x="1294" y="100"/>
                </a:lnTo>
                <a:lnTo>
                  <a:pt x="1294" y="101"/>
                </a:lnTo>
                <a:lnTo>
                  <a:pt x="1293" y="102"/>
                </a:lnTo>
                <a:lnTo>
                  <a:pt x="1292" y="102"/>
                </a:lnTo>
                <a:lnTo>
                  <a:pt x="1290" y="102"/>
                </a:lnTo>
                <a:lnTo>
                  <a:pt x="1289" y="102"/>
                </a:lnTo>
                <a:lnTo>
                  <a:pt x="1289" y="103"/>
                </a:lnTo>
                <a:lnTo>
                  <a:pt x="1289" y="104"/>
                </a:lnTo>
                <a:lnTo>
                  <a:pt x="1288" y="104"/>
                </a:lnTo>
                <a:lnTo>
                  <a:pt x="1288" y="105"/>
                </a:lnTo>
                <a:lnTo>
                  <a:pt x="1288" y="104"/>
                </a:lnTo>
                <a:lnTo>
                  <a:pt x="1287" y="104"/>
                </a:lnTo>
                <a:lnTo>
                  <a:pt x="1286" y="104"/>
                </a:lnTo>
                <a:lnTo>
                  <a:pt x="1284" y="105"/>
                </a:lnTo>
                <a:lnTo>
                  <a:pt x="1283" y="107"/>
                </a:lnTo>
                <a:lnTo>
                  <a:pt x="1282" y="108"/>
                </a:lnTo>
                <a:lnTo>
                  <a:pt x="1283" y="109"/>
                </a:lnTo>
                <a:lnTo>
                  <a:pt x="1283" y="110"/>
                </a:lnTo>
                <a:lnTo>
                  <a:pt x="1283" y="111"/>
                </a:lnTo>
                <a:lnTo>
                  <a:pt x="1284" y="111"/>
                </a:lnTo>
                <a:lnTo>
                  <a:pt x="1284" y="110"/>
                </a:lnTo>
                <a:lnTo>
                  <a:pt x="1285" y="110"/>
                </a:lnTo>
                <a:lnTo>
                  <a:pt x="1285" y="111"/>
                </a:lnTo>
                <a:lnTo>
                  <a:pt x="1285" y="113"/>
                </a:lnTo>
                <a:lnTo>
                  <a:pt x="1285" y="114"/>
                </a:lnTo>
                <a:lnTo>
                  <a:pt x="1285" y="115"/>
                </a:lnTo>
                <a:lnTo>
                  <a:pt x="1286" y="117"/>
                </a:lnTo>
                <a:lnTo>
                  <a:pt x="1286" y="118"/>
                </a:lnTo>
                <a:lnTo>
                  <a:pt x="1287" y="120"/>
                </a:lnTo>
                <a:lnTo>
                  <a:pt x="1286" y="120"/>
                </a:lnTo>
                <a:lnTo>
                  <a:pt x="1283" y="121"/>
                </a:lnTo>
                <a:lnTo>
                  <a:pt x="1281" y="121"/>
                </a:lnTo>
                <a:lnTo>
                  <a:pt x="1279" y="123"/>
                </a:lnTo>
                <a:lnTo>
                  <a:pt x="1279" y="124"/>
                </a:lnTo>
                <a:lnTo>
                  <a:pt x="1280" y="125"/>
                </a:lnTo>
                <a:lnTo>
                  <a:pt x="1280" y="126"/>
                </a:lnTo>
                <a:lnTo>
                  <a:pt x="1279" y="126"/>
                </a:lnTo>
                <a:lnTo>
                  <a:pt x="1276" y="128"/>
                </a:lnTo>
                <a:lnTo>
                  <a:pt x="1275" y="127"/>
                </a:lnTo>
                <a:lnTo>
                  <a:pt x="1273" y="128"/>
                </a:lnTo>
                <a:lnTo>
                  <a:pt x="1271" y="129"/>
                </a:lnTo>
                <a:lnTo>
                  <a:pt x="1270" y="129"/>
                </a:lnTo>
                <a:lnTo>
                  <a:pt x="1269" y="130"/>
                </a:lnTo>
                <a:lnTo>
                  <a:pt x="1268" y="130"/>
                </a:lnTo>
                <a:lnTo>
                  <a:pt x="1267" y="129"/>
                </a:lnTo>
                <a:lnTo>
                  <a:pt x="1266" y="129"/>
                </a:lnTo>
                <a:lnTo>
                  <a:pt x="1266" y="128"/>
                </a:lnTo>
                <a:lnTo>
                  <a:pt x="1266" y="129"/>
                </a:lnTo>
                <a:lnTo>
                  <a:pt x="1264" y="130"/>
                </a:lnTo>
                <a:lnTo>
                  <a:pt x="1262" y="132"/>
                </a:lnTo>
                <a:lnTo>
                  <a:pt x="1262" y="134"/>
                </a:lnTo>
                <a:lnTo>
                  <a:pt x="1263" y="135"/>
                </a:lnTo>
                <a:lnTo>
                  <a:pt x="1263" y="137"/>
                </a:lnTo>
                <a:lnTo>
                  <a:pt x="1263" y="138"/>
                </a:lnTo>
                <a:lnTo>
                  <a:pt x="1264" y="138"/>
                </a:lnTo>
                <a:lnTo>
                  <a:pt x="1264" y="139"/>
                </a:lnTo>
                <a:lnTo>
                  <a:pt x="1265" y="139"/>
                </a:lnTo>
                <a:lnTo>
                  <a:pt x="1265" y="140"/>
                </a:lnTo>
                <a:lnTo>
                  <a:pt x="1265" y="141"/>
                </a:lnTo>
                <a:lnTo>
                  <a:pt x="1264" y="142"/>
                </a:lnTo>
                <a:lnTo>
                  <a:pt x="1264" y="143"/>
                </a:lnTo>
                <a:lnTo>
                  <a:pt x="1264" y="144"/>
                </a:lnTo>
                <a:lnTo>
                  <a:pt x="1264" y="146"/>
                </a:lnTo>
                <a:lnTo>
                  <a:pt x="1264" y="147"/>
                </a:lnTo>
                <a:lnTo>
                  <a:pt x="1264" y="148"/>
                </a:lnTo>
                <a:lnTo>
                  <a:pt x="1265" y="150"/>
                </a:lnTo>
                <a:lnTo>
                  <a:pt x="1267" y="152"/>
                </a:lnTo>
                <a:lnTo>
                  <a:pt x="1268" y="152"/>
                </a:lnTo>
                <a:lnTo>
                  <a:pt x="1269" y="153"/>
                </a:lnTo>
                <a:lnTo>
                  <a:pt x="1269" y="154"/>
                </a:lnTo>
                <a:lnTo>
                  <a:pt x="1270" y="155"/>
                </a:lnTo>
                <a:lnTo>
                  <a:pt x="1270" y="156"/>
                </a:lnTo>
                <a:lnTo>
                  <a:pt x="1269" y="158"/>
                </a:lnTo>
                <a:lnTo>
                  <a:pt x="1268" y="159"/>
                </a:lnTo>
                <a:lnTo>
                  <a:pt x="1267" y="163"/>
                </a:lnTo>
                <a:lnTo>
                  <a:pt x="1267" y="164"/>
                </a:lnTo>
                <a:lnTo>
                  <a:pt x="1267" y="166"/>
                </a:lnTo>
                <a:lnTo>
                  <a:pt x="1268" y="168"/>
                </a:lnTo>
                <a:lnTo>
                  <a:pt x="1268" y="169"/>
                </a:lnTo>
                <a:lnTo>
                  <a:pt x="1269" y="171"/>
                </a:lnTo>
                <a:lnTo>
                  <a:pt x="1269" y="172"/>
                </a:lnTo>
                <a:lnTo>
                  <a:pt x="1268" y="177"/>
                </a:lnTo>
                <a:lnTo>
                  <a:pt x="1268" y="178"/>
                </a:lnTo>
                <a:lnTo>
                  <a:pt x="1267" y="178"/>
                </a:lnTo>
                <a:lnTo>
                  <a:pt x="1267" y="179"/>
                </a:lnTo>
                <a:lnTo>
                  <a:pt x="1266" y="180"/>
                </a:lnTo>
                <a:lnTo>
                  <a:pt x="1265" y="182"/>
                </a:lnTo>
                <a:lnTo>
                  <a:pt x="1265" y="183"/>
                </a:lnTo>
                <a:lnTo>
                  <a:pt x="1264" y="184"/>
                </a:lnTo>
                <a:lnTo>
                  <a:pt x="1264" y="185"/>
                </a:lnTo>
                <a:lnTo>
                  <a:pt x="1265" y="186"/>
                </a:lnTo>
                <a:lnTo>
                  <a:pt x="1265" y="187"/>
                </a:lnTo>
                <a:lnTo>
                  <a:pt x="1264" y="187"/>
                </a:lnTo>
                <a:lnTo>
                  <a:pt x="1264" y="188"/>
                </a:lnTo>
                <a:lnTo>
                  <a:pt x="1263" y="190"/>
                </a:lnTo>
                <a:lnTo>
                  <a:pt x="1262" y="191"/>
                </a:lnTo>
                <a:lnTo>
                  <a:pt x="1260" y="193"/>
                </a:lnTo>
                <a:lnTo>
                  <a:pt x="1259" y="193"/>
                </a:lnTo>
                <a:lnTo>
                  <a:pt x="1258" y="193"/>
                </a:lnTo>
                <a:lnTo>
                  <a:pt x="1258" y="195"/>
                </a:lnTo>
                <a:lnTo>
                  <a:pt x="1257" y="198"/>
                </a:lnTo>
                <a:lnTo>
                  <a:pt x="1257" y="199"/>
                </a:lnTo>
                <a:lnTo>
                  <a:pt x="1253" y="202"/>
                </a:lnTo>
                <a:lnTo>
                  <a:pt x="1253" y="203"/>
                </a:lnTo>
                <a:lnTo>
                  <a:pt x="1251" y="204"/>
                </a:lnTo>
                <a:lnTo>
                  <a:pt x="1250" y="205"/>
                </a:lnTo>
                <a:lnTo>
                  <a:pt x="1249" y="206"/>
                </a:lnTo>
                <a:lnTo>
                  <a:pt x="1245" y="205"/>
                </a:lnTo>
                <a:lnTo>
                  <a:pt x="1244" y="205"/>
                </a:lnTo>
                <a:lnTo>
                  <a:pt x="1243" y="207"/>
                </a:lnTo>
                <a:lnTo>
                  <a:pt x="1241" y="211"/>
                </a:lnTo>
                <a:lnTo>
                  <a:pt x="1241" y="212"/>
                </a:lnTo>
                <a:lnTo>
                  <a:pt x="1240" y="213"/>
                </a:lnTo>
                <a:lnTo>
                  <a:pt x="1240" y="214"/>
                </a:lnTo>
                <a:lnTo>
                  <a:pt x="1239" y="216"/>
                </a:lnTo>
                <a:lnTo>
                  <a:pt x="1238" y="218"/>
                </a:lnTo>
                <a:lnTo>
                  <a:pt x="1236" y="221"/>
                </a:lnTo>
                <a:lnTo>
                  <a:pt x="1235" y="221"/>
                </a:lnTo>
                <a:lnTo>
                  <a:pt x="1234" y="221"/>
                </a:lnTo>
                <a:lnTo>
                  <a:pt x="1234" y="222"/>
                </a:lnTo>
                <a:lnTo>
                  <a:pt x="1233" y="222"/>
                </a:lnTo>
                <a:lnTo>
                  <a:pt x="1232" y="222"/>
                </a:lnTo>
                <a:lnTo>
                  <a:pt x="1232" y="223"/>
                </a:lnTo>
                <a:lnTo>
                  <a:pt x="1231" y="223"/>
                </a:lnTo>
                <a:lnTo>
                  <a:pt x="1231" y="224"/>
                </a:lnTo>
                <a:lnTo>
                  <a:pt x="1230" y="224"/>
                </a:lnTo>
                <a:lnTo>
                  <a:pt x="1230" y="225"/>
                </a:lnTo>
                <a:lnTo>
                  <a:pt x="1230" y="226"/>
                </a:lnTo>
                <a:lnTo>
                  <a:pt x="1231" y="226"/>
                </a:lnTo>
                <a:lnTo>
                  <a:pt x="1231" y="227"/>
                </a:lnTo>
                <a:lnTo>
                  <a:pt x="1231" y="228"/>
                </a:lnTo>
                <a:lnTo>
                  <a:pt x="1232" y="228"/>
                </a:lnTo>
                <a:lnTo>
                  <a:pt x="1232" y="229"/>
                </a:lnTo>
                <a:lnTo>
                  <a:pt x="1231" y="229"/>
                </a:lnTo>
                <a:lnTo>
                  <a:pt x="1231" y="230"/>
                </a:lnTo>
                <a:lnTo>
                  <a:pt x="1231" y="231"/>
                </a:lnTo>
                <a:lnTo>
                  <a:pt x="1232" y="231"/>
                </a:lnTo>
                <a:lnTo>
                  <a:pt x="1232" y="232"/>
                </a:lnTo>
                <a:lnTo>
                  <a:pt x="1233" y="233"/>
                </a:lnTo>
                <a:lnTo>
                  <a:pt x="1233" y="234"/>
                </a:lnTo>
                <a:lnTo>
                  <a:pt x="1233" y="238"/>
                </a:lnTo>
                <a:lnTo>
                  <a:pt x="1232" y="238"/>
                </a:lnTo>
                <a:lnTo>
                  <a:pt x="1230" y="239"/>
                </a:lnTo>
                <a:lnTo>
                  <a:pt x="1229" y="240"/>
                </a:lnTo>
                <a:lnTo>
                  <a:pt x="1226" y="242"/>
                </a:lnTo>
                <a:lnTo>
                  <a:pt x="1225" y="243"/>
                </a:lnTo>
                <a:lnTo>
                  <a:pt x="1223" y="244"/>
                </a:lnTo>
                <a:lnTo>
                  <a:pt x="1222" y="245"/>
                </a:lnTo>
                <a:lnTo>
                  <a:pt x="1219" y="246"/>
                </a:lnTo>
                <a:lnTo>
                  <a:pt x="1218" y="247"/>
                </a:lnTo>
                <a:lnTo>
                  <a:pt x="1217" y="248"/>
                </a:lnTo>
                <a:lnTo>
                  <a:pt x="1216" y="248"/>
                </a:lnTo>
                <a:lnTo>
                  <a:pt x="1215" y="248"/>
                </a:lnTo>
                <a:lnTo>
                  <a:pt x="1214" y="248"/>
                </a:lnTo>
                <a:lnTo>
                  <a:pt x="1213" y="249"/>
                </a:lnTo>
                <a:lnTo>
                  <a:pt x="1212" y="250"/>
                </a:lnTo>
                <a:lnTo>
                  <a:pt x="1213" y="252"/>
                </a:lnTo>
                <a:lnTo>
                  <a:pt x="1212" y="253"/>
                </a:lnTo>
                <a:lnTo>
                  <a:pt x="1211" y="256"/>
                </a:lnTo>
                <a:lnTo>
                  <a:pt x="1210" y="258"/>
                </a:lnTo>
                <a:lnTo>
                  <a:pt x="1209" y="261"/>
                </a:lnTo>
                <a:lnTo>
                  <a:pt x="1210" y="262"/>
                </a:lnTo>
                <a:lnTo>
                  <a:pt x="1210" y="263"/>
                </a:lnTo>
                <a:lnTo>
                  <a:pt x="1209" y="264"/>
                </a:lnTo>
                <a:lnTo>
                  <a:pt x="1209" y="265"/>
                </a:lnTo>
                <a:lnTo>
                  <a:pt x="1207" y="267"/>
                </a:lnTo>
                <a:lnTo>
                  <a:pt x="1207" y="268"/>
                </a:lnTo>
                <a:lnTo>
                  <a:pt x="1208" y="268"/>
                </a:lnTo>
                <a:lnTo>
                  <a:pt x="1207" y="269"/>
                </a:lnTo>
                <a:lnTo>
                  <a:pt x="1206" y="271"/>
                </a:lnTo>
                <a:lnTo>
                  <a:pt x="1205" y="274"/>
                </a:lnTo>
                <a:lnTo>
                  <a:pt x="1205" y="275"/>
                </a:lnTo>
                <a:lnTo>
                  <a:pt x="1206" y="276"/>
                </a:lnTo>
                <a:lnTo>
                  <a:pt x="1206" y="277"/>
                </a:lnTo>
                <a:lnTo>
                  <a:pt x="1206" y="278"/>
                </a:lnTo>
                <a:lnTo>
                  <a:pt x="1206" y="279"/>
                </a:lnTo>
                <a:lnTo>
                  <a:pt x="1206" y="280"/>
                </a:lnTo>
                <a:lnTo>
                  <a:pt x="1207" y="283"/>
                </a:lnTo>
                <a:lnTo>
                  <a:pt x="1208" y="284"/>
                </a:lnTo>
                <a:lnTo>
                  <a:pt x="1209" y="284"/>
                </a:lnTo>
                <a:lnTo>
                  <a:pt x="1211" y="286"/>
                </a:lnTo>
                <a:lnTo>
                  <a:pt x="1210" y="288"/>
                </a:lnTo>
                <a:lnTo>
                  <a:pt x="1209" y="288"/>
                </a:lnTo>
                <a:lnTo>
                  <a:pt x="1210" y="290"/>
                </a:lnTo>
                <a:lnTo>
                  <a:pt x="1211" y="290"/>
                </a:lnTo>
                <a:lnTo>
                  <a:pt x="1212" y="290"/>
                </a:lnTo>
                <a:lnTo>
                  <a:pt x="1213" y="291"/>
                </a:lnTo>
                <a:lnTo>
                  <a:pt x="1214" y="291"/>
                </a:lnTo>
                <a:lnTo>
                  <a:pt x="1214" y="292"/>
                </a:lnTo>
                <a:lnTo>
                  <a:pt x="1213" y="293"/>
                </a:lnTo>
                <a:lnTo>
                  <a:pt x="1213" y="294"/>
                </a:lnTo>
                <a:lnTo>
                  <a:pt x="1213" y="295"/>
                </a:lnTo>
                <a:lnTo>
                  <a:pt x="1213" y="296"/>
                </a:lnTo>
                <a:lnTo>
                  <a:pt x="1213" y="297"/>
                </a:lnTo>
                <a:lnTo>
                  <a:pt x="1213" y="299"/>
                </a:lnTo>
                <a:lnTo>
                  <a:pt x="1212" y="299"/>
                </a:lnTo>
                <a:lnTo>
                  <a:pt x="1212" y="300"/>
                </a:lnTo>
                <a:lnTo>
                  <a:pt x="1212" y="301"/>
                </a:lnTo>
                <a:lnTo>
                  <a:pt x="1213" y="300"/>
                </a:lnTo>
                <a:lnTo>
                  <a:pt x="1214" y="299"/>
                </a:lnTo>
                <a:lnTo>
                  <a:pt x="1214" y="298"/>
                </a:lnTo>
                <a:lnTo>
                  <a:pt x="1215" y="298"/>
                </a:lnTo>
                <a:lnTo>
                  <a:pt x="1216" y="298"/>
                </a:lnTo>
                <a:lnTo>
                  <a:pt x="1216" y="299"/>
                </a:lnTo>
                <a:lnTo>
                  <a:pt x="1217" y="299"/>
                </a:lnTo>
                <a:lnTo>
                  <a:pt x="1218" y="298"/>
                </a:lnTo>
                <a:lnTo>
                  <a:pt x="1219" y="297"/>
                </a:lnTo>
                <a:lnTo>
                  <a:pt x="1220" y="297"/>
                </a:lnTo>
                <a:lnTo>
                  <a:pt x="1221" y="296"/>
                </a:lnTo>
                <a:lnTo>
                  <a:pt x="1222" y="296"/>
                </a:lnTo>
                <a:lnTo>
                  <a:pt x="1222" y="297"/>
                </a:lnTo>
                <a:lnTo>
                  <a:pt x="1224" y="297"/>
                </a:lnTo>
                <a:lnTo>
                  <a:pt x="1225" y="297"/>
                </a:lnTo>
                <a:lnTo>
                  <a:pt x="1229" y="295"/>
                </a:lnTo>
                <a:lnTo>
                  <a:pt x="1230" y="295"/>
                </a:lnTo>
                <a:lnTo>
                  <a:pt x="1231" y="294"/>
                </a:lnTo>
                <a:lnTo>
                  <a:pt x="1233" y="294"/>
                </a:lnTo>
                <a:lnTo>
                  <a:pt x="1234" y="294"/>
                </a:lnTo>
                <a:lnTo>
                  <a:pt x="1234" y="293"/>
                </a:lnTo>
                <a:lnTo>
                  <a:pt x="1234" y="292"/>
                </a:lnTo>
                <a:lnTo>
                  <a:pt x="1233" y="288"/>
                </a:lnTo>
                <a:lnTo>
                  <a:pt x="1233" y="287"/>
                </a:lnTo>
                <a:lnTo>
                  <a:pt x="1234" y="286"/>
                </a:lnTo>
                <a:lnTo>
                  <a:pt x="1234" y="285"/>
                </a:lnTo>
                <a:lnTo>
                  <a:pt x="1235" y="285"/>
                </a:lnTo>
                <a:lnTo>
                  <a:pt x="1235" y="284"/>
                </a:lnTo>
                <a:lnTo>
                  <a:pt x="1234" y="281"/>
                </a:lnTo>
                <a:lnTo>
                  <a:pt x="1234" y="280"/>
                </a:lnTo>
                <a:lnTo>
                  <a:pt x="1235" y="279"/>
                </a:lnTo>
                <a:lnTo>
                  <a:pt x="1234" y="278"/>
                </a:lnTo>
                <a:lnTo>
                  <a:pt x="1234" y="276"/>
                </a:lnTo>
                <a:lnTo>
                  <a:pt x="1234" y="274"/>
                </a:lnTo>
                <a:lnTo>
                  <a:pt x="1236" y="273"/>
                </a:lnTo>
                <a:lnTo>
                  <a:pt x="1238" y="273"/>
                </a:lnTo>
                <a:lnTo>
                  <a:pt x="1239" y="273"/>
                </a:lnTo>
                <a:lnTo>
                  <a:pt x="1241" y="273"/>
                </a:lnTo>
                <a:lnTo>
                  <a:pt x="1241" y="272"/>
                </a:lnTo>
                <a:lnTo>
                  <a:pt x="1241" y="271"/>
                </a:lnTo>
                <a:lnTo>
                  <a:pt x="1242" y="271"/>
                </a:lnTo>
                <a:lnTo>
                  <a:pt x="1243" y="270"/>
                </a:lnTo>
                <a:lnTo>
                  <a:pt x="1246" y="268"/>
                </a:lnTo>
                <a:lnTo>
                  <a:pt x="1248" y="267"/>
                </a:lnTo>
                <a:lnTo>
                  <a:pt x="1250" y="267"/>
                </a:lnTo>
                <a:lnTo>
                  <a:pt x="1251" y="267"/>
                </a:lnTo>
                <a:lnTo>
                  <a:pt x="1251" y="266"/>
                </a:lnTo>
                <a:lnTo>
                  <a:pt x="1252" y="266"/>
                </a:lnTo>
                <a:lnTo>
                  <a:pt x="1251" y="265"/>
                </a:lnTo>
                <a:lnTo>
                  <a:pt x="1252" y="263"/>
                </a:lnTo>
                <a:lnTo>
                  <a:pt x="1253" y="263"/>
                </a:lnTo>
                <a:lnTo>
                  <a:pt x="1255" y="260"/>
                </a:lnTo>
                <a:lnTo>
                  <a:pt x="1255" y="259"/>
                </a:lnTo>
                <a:lnTo>
                  <a:pt x="1255" y="258"/>
                </a:lnTo>
                <a:lnTo>
                  <a:pt x="1255" y="257"/>
                </a:lnTo>
                <a:lnTo>
                  <a:pt x="1256" y="257"/>
                </a:lnTo>
                <a:lnTo>
                  <a:pt x="1257" y="255"/>
                </a:lnTo>
                <a:lnTo>
                  <a:pt x="1258" y="255"/>
                </a:lnTo>
                <a:lnTo>
                  <a:pt x="1259" y="255"/>
                </a:lnTo>
                <a:lnTo>
                  <a:pt x="1259" y="254"/>
                </a:lnTo>
                <a:lnTo>
                  <a:pt x="1261" y="254"/>
                </a:lnTo>
                <a:lnTo>
                  <a:pt x="1262" y="251"/>
                </a:lnTo>
                <a:lnTo>
                  <a:pt x="1262" y="250"/>
                </a:lnTo>
                <a:lnTo>
                  <a:pt x="1263" y="250"/>
                </a:lnTo>
                <a:lnTo>
                  <a:pt x="1264" y="250"/>
                </a:lnTo>
                <a:lnTo>
                  <a:pt x="1266" y="250"/>
                </a:lnTo>
                <a:lnTo>
                  <a:pt x="1266" y="251"/>
                </a:lnTo>
                <a:lnTo>
                  <a:pt x="1266" y="252"/>
                </a:lnTo>
                <a:lnTo>
                  <a:pt x="1267" y="255"/>
                </a:lnTo>
                <a:lnTo>
                  <a:pt x="1268" y="255"/>
                </a:lnTo>
                <a:lnTo>
                  <a:pt x="1269" y="255"/>
                </a:lnTo>
                <a:lnTo>
                  <a:pt x="1269" y="256"/>
                </a:lnTo>
                <a:lnTo>
                  <a:pt x="1272" y="257"/>
                </a:lnTo>
                <a:lnTo>
                  <a:pt x="1273" y="258"/>
                </a:lnTo>
                <a:lnTo>
                  <a:pt x="1276" y="259"/>
                </a:lnTo>
                <a:lnTo>
                  <a:pt x="1279" y="259"/>
                </a:lnTo>
                <a:lnTo>
                  <a:pt x="1280" y="258"/>
                </a:lnTo>
                <a:lnTo>
                  <a:pt x="1281" y="257"/>
                </a:lnTo>
                <a:lnTo>
                  <a:pt x="1282" y="256"/>
                </a:lnTo>
                <a:lnTo>
                  <a:pt x="1283" y="255"/>
                </a:lnTo>
                <a:lnTo>
                  <a:pt x="1282" y="255"/>
                </a:lnTo>
                <a:lnTo>
                  <a:pt x="1282" y="254"/>
                </a:lnTo>
                <a:lnTo>
                  <a:pt x="1284" y="252"/>
                </a:lnTo>
                <a:lnTo>
                  <a:pt x="1285" y="252"/>
                </a:lnTo>
                <a:lnTo>
                  <a:pt x="1288" y="253"/>
                </a:lnTo>
                <a:lnTo>
                  <a:pt x="1288" y="254"/>
                </a:lnTo>
                <a:lnTo>
                  <a:pt x="1288" y="256"/>
                </a:lnTo>
                <a:lnTo>
                  <a:pt x="1289" y="257"/>
                </a:lnTo>
                <a:lnTo>
                  <a:pt x="1290" y="257"/>
                </a:lnTo>
                <a:lnTo>
                  <a:pt x="1291" y="257"/>
                </a:lnTo>
                <a:lnTo>
                  <a:pt x="1292" y="257"/>
                </a:lnTo>
                <a:lnTo>
                  <a:pt x="1293" y="257"/>
                </a:lnTo>
                <a:lnTo>
                  <a:pt x="1292" y="261"/>
                </a:lnTo>
                <a:lnTo>
                  <a:pt x="1292" y="262"/>
                </a:lnTo>
                <a:lnTo>
                  <a:pt x="1292" y="263"/>
                </a:lnTo>
                <a:lnTo>
                  <a:pt x="1292" y="266"/>
                </a:lnTo>
                <a:lnTo>
                  <a:pt x="1292" y="267"/>
                </a:lnTo>
                <a:lnTo>
                  <a:pt x="1292" y="268"/>
                </a:lnTo>
                <a:lnTo>
                  <a:pt x="1291" y="269"/>
                </a:lnTo>
                <a:lnTo>
                  <a:pt x="1292" y="270"/>
                </a:lnTo>
                <a:lnTo>
                  <a:pt x="1292" y="271"/>
                </a:lnTo>
                <a:lnTo>
                  <a:pt x="1296" y="272"/>
                </a:lnTo>
                <a:lnTo>
                  <a:pt x="1298" y="272"/>
                </a:lnTo>
                <a:lnTo>
                  <a:pt x="1299" y="271"/>
                </a:lnTo>
                <a:lnTo>
                  <a:pt x="1300" y="271"/>
                </a:lnTo>
                <a:lnTo>
                  <a:pt x="1301" y="271"/>
                </a:lnTo>
                <a:lnTo>
                  <a:pt x="1301" y="272"/>
                </a:lnTo>
                <a:lnTo>
                  <a:pt x="1301" y="273"/>
                </a:lnTo>
                <a:lnTo>
                  <a:pt x="1301" y="276"/>
                </a:lnTo>
                <a:lnTo>
                  <a:pt x="1300" y="278"/>
                </a:lnTo>
                <a:lnTo>
                  <a:pt x="1300" y="279"/>
                </a:lnTo>
                <a:lnTo>
                  <a:pt x="1298" y="279"/>
                </a:lnTo>
                <a:lnTo>
                  <a:pt x="1297" y="279"/>
                </a:lnTo>
                <a:lnTo>
                  <a:pt x="1297" y="280"/>
                </a:lnTo>
                <a:lnTo>
                  <a:pt x="1296" y="282"/>
                </a:lnTo>
                <a:lnTo>
                  <a:pt x="1295" y="285"/>
                </a:lnTo>
                <a:lnTo>
                  <a:pt x="1296" y="285"/>
                </a:lnTo>
                <a:lnTo>
                  <a:pt x="1297" y="286"/>
                </a:lnTo>
                <a:lnTo>
                  <a:pt x="1297" y="287"/>
                </a:lnTo>
                <a:lnTo>
                  <a:pt x="1298" y="287"/>
                </a:lnTo>
                <a:lnTo>
                  <a:pt x="1298" y="288"/>
                </a:lnTo>
                <a:lnTo>
                  <a:pt x="1299" y="288"/>
                </a:lnTo>
                <a:lnTo>
                  <a:pt x="1301" y="289"/>
                </a:lnTo>
                <a:lnTo>
                  <a:pt x="1302" y="291"/>
                </a:lnTo>
                <a:lnTo>
                  <a:pt x="1302" y="292"/>
                </a:lnTo>
                <a:lnTo>
                  <a:pt x="1301" y="292"/>
                </a:lnTo>
                <a:lnTo>
                  <a:pt x="1301" y="293"/>
                </a:lnTo>
                <a:lnTo>
                  <a:pt x="1300" y="295"/>
                </a:lnTo>
                <a:lnTo>
                  <a:pt x="1300" y="298"/>
                </a:lnTo>
                <a:lnTo>
                  <a:pt x="1299" y="298"/>
                </a:lnTo>
                <a:lnTo>
                  <a:pt x="1300" y="298"/>
                </a:lnTo>
                <a:lnTo>
                  <a:pt x="1300" y="299"/>
                </a:lnTo>
                <a:lnTo>
                  <a:pt x="1301" y="300"/>
                </a:lnTo>
                <a:lnTo>
                  <a:pt x="1302" y="300"/>
                </a:lnTo>
                <a:lnTo>
                  <a:pt x="1302" y="301"/>
                </a:lnTo>
                <a:lnTo>
                  <a:pt x="1301" y="303"/>
                </a:lnTo>
                <a:lnTo>
                  <a:pt x="1301" y="308"/>
                </a:lnTo>
                <a:lnTo>
                  <a:pt x="1302" y="311"/>
                </a:lnTo>
                <a:lnTo>
                  <a:pt x="1304" y="312"/>
                </a:lnTo>
                <a:lnTo>
                  <a:pt x="1305" y="313"/>
                </a:lnTo>
                <a:lnTo>
                  <a:pt x="1306" y="314"/>
                </a:lnTo>
                <a:lnTo>
                  <a:pt x="1307" y="315"/>
                </a:lnTo>
                <a:lnTo>
                  <a:pt x="1307" y="318"/>
                </a:lnTo>
                <a:lnTo>
                  <a:pt x="1307" y="321"/>
                </a:lnTo>
                <a:lnTo>
                  <a:pt x="1307" y="323"/>
                </a:lnTo>
                <a:lnTo>
                  <a:pt x="1306" y="323"/>
                </a:lnTo>
                <a:lnTo>
                  <a:pt x="1305" y="324"/>
                </a:lnTo>
                <a:lnTo>
                  <a:pt x="1304" y="328"/>
                </a:lnTo>
                <a:lnTo>
                  <a:pt x="1303" y="329"/>
                </a:lnTo>
                <a:lnTo>
                  <a:pt x="1303" y="330"/>
                </a:lnTo>
                <a:lnTo>
                  <a:pt x="1304" y="330"/>
                </a:lnTo>
                <a:lnTo>
                  <a:pt x="1304" y="331"/>
                </a:lnTo>
                <a:lnTo>
                  <a:pt x="1304" y="332"/>
                </a:lnTo>
                <a:lnTo>
                  <a:pt x="1304" y="333"/>
                </a:lnTo>
                <a:lnTo>
                  <a:pt x="1303" y="333"/>
                </a:lnTo>
                <a:lnTo>
                  <a:pt x="1302" y="333"/>
                </a:lnTo>
                <a:lnTo>
                  <a:pt x="1302" y="335"/>
                </a:lnTo>
                <a:lnTo>
                  <a:pt x="1301" y="336"/>
                </a:lnTo>
                <a:lnTo>
                  <a:pt x="1301" y="338"/>
                </a:lnTo>
                <a:lnTo>
                  <a:pt x="1300" y="338"/>
                </a:lnTo>
                <a:lnTo>
                  <a:pt x="1300" y="339"/>
                </a:lnTo>
                <a:lnTo>
                  <a:pt x="1299" y="340"/>
                </a:lnTo>
                <a:lnTo>
                  <a:pt x="1298" y="342"/>
                </a:lnTo>
                <a:lnTo>
                  <a:pt x="1299" y="342"/>
                </a:lnTo>
                <a:lnTo>
                  <a:pt x="1300" y="343"/>
                </a:lnTo>
                <a:lnTo>
                  <a:pt x="1300" y="342"/>
                </a:lnTo>
                <a:lnTo>
                  <a:pt x="1302" y="342"/>
                </a:lnTo>
                <a:lnTo>
                  <a:pt x="1302" y="343"/>
                </a:lnTo>
                <a:lnTo>
                  <a:pt x="1302" y="344"/>
                </a:lnTo>
                <a:lnTo>
                  <a:pt x="1303" y="346"/>
                </a:lnTo>
                <a:lnTo>
                  <a:pt x="1305" y="345"/>
                </a:lnTo>
                <a:lnTo>
                  <a:pt x="1306" y="345"/>
                </a:lnTo>
                <a:lnTo>
                  <a:pt x="1306" y="344"/>
                </a:lnTo>
                <a:lnTo>
                  <a:pt x="1307" y="344"/>
                </a:lnTo>
                <a:lnTo>
                  <a:pt x="1309" y="344"/>
                </a:lnTo>
                <a:lnTo>
                  <a:pt x="1310" y="344"/>
                </a:lnTo>
                <a:lnTo>
                  <a:pt x="1311" y="345"/>
                </a:lnTo>
                <a:lnTo>
                  <a:pt x="1312" y="345"/>
                </a:lnTo>
                <a:lnTo>
                  <a:pt x="1313" y="345"/>
                </a:lnTo>
                <a:lnTo>
                  <a:pt x="1315" y="347"/>
                </a:lnTo>
                <a:lnTo>
                  <a:pt x="1315" y="349"/>
                </a:lnTo>
                <a:lnTo>
                  <a:pt x="1315" y="350"/>
                </a:lnTo>
                <a:lnTo>
                  <a:pt x="1317" y="350"/>
                </a:lnTo>
                <a:lnTo>
                  <a:pt x="1319" y="349"/>
                </a:lnTo>
                <a:lnTo>
                  <a:pt x="1321" y="348"/>
                </a:lnTo>
                <a:lnTo>
                  <a:pt x="1322" y="349"/>
                </a:lnTo>
                <a:lnTo>
                  <a:pt x="1323" y="349"/>
                </a:lnTo>
                <a:lnTo>
                  <a:pt x="1323" y="350"/>
                </a:lnTo>
                <a:lnTo>
                  <a:pt x="1324" y="349"/>
                </a:lnTo>
                <a:lnTo>
                  <a:pt x="1325" y="349"/>
                </a:lnTo>
                <a:lnTo>
                  <a:pt x="1325" y="348"/>
                </a:lnTo>
                <a:lnTo>
                  <a:pt x="1326" y="348"/>
                </a:lnTo>
                <a:lnTo>
                  <a:pt x="1326" y="347"/>
                </a:lnTo>
                <a:lnTo>
                  <a:pt x="1326" y="343"/>
                </a:lnTo>
                <a:lnTo>
                  <a:pt x="1327" y="341"/>
                </a:lnTo>
                <a:lnTo>
                  <a:pt x="1328" y="340"/>
                </a:lnTo>
                <a:lnTo>
                  <a:pt x="1329" y="338"/>
                </a:lnTo>
                <a:lnTo>
                  <a:pt x="1329" y="337"/>
                </a:lnTo>
                <a:lnTo>
                  <a:pt x="1330" y="337"/>
                </a:lnTo>
                <a:lnTo>
                  <a:pt x="1330" y="338"/>
                </a:lnTo>
                <a:lnTo>
                  <a:pt x="1331" y="338"/>
                </a:lnTo>
                <a:lnTo>
                  <a:pt x="1335" y="339"/>
                </a:lnTo>
                <a:lnTo>
                  <a:pt x="1337" y="339"/>
                </a:lnTo>
                <a:lnTo>
                  <a:pt x="1338" y="338"/>
                </a:lnTo>
                <a:lnTo>
                  <a:pt x="1338" y="336"/>
                </a:lnTo>
                <a:lnTo>
                  <a:pt x="1338" y="335"/>
                </a:lnTo>
                <a:lnTo>
                  <a:pt x="1338" y="334"/>
                </a:lnTo>
                <a:lnTo>
                  <a:pt x="1337" y="334"/>
                </a:lnTo>
                <a:lnTo>
                  <a:pt x="1337" y="332"/>
                </a:lnTo>
                <a:lnTo>
                  <a:pt x="1338" y="331"/>
                </a:lnTo>
                <a:lnTo>
                  <a:pt x="1338" y="330"/>
                </a:lnTo>
                <a:lnTo>
                  <a:pt x="1339" y="328"/>
                </a:lnTo>
                <a:lnTo>
                  <a:pt x="1340" y="327"/>
                </a:lnTo>
                <a:lnTo>
                  <a:pt x="1340" y="325"/>
                </a:lnTo>
                <a:lnTo>
                  <a:pt x="1341" y="324"/>
                </a:lnTo>
                <a:lnTo>
                  <a:pt x="1343" y="321"/>
                </a:lnTo>
                <a:lnTo>
                  <a:pt x="1343" y="320"/>
                </a:lnTo>
                <a:lnTo>
                  <a:pt x="1346" y="318"/>
                </a:lnTo>
                <a:lnTo>
                  <a:pt x="1348" y="317"/>
                </a:lnTo>
                <a:lnTo>
                  <a:pt x="1349" y="317"/>
                </a:lnTo>
                <a:lnTo>
                  <a:pt x="1350" y="318"/>
                </a:lnTo>
                <a:lnTo>
                  <a:pt x="1351" y="318"/>
                </a:lnTo>
                <a:lnTo>
                  <a:pt x="1352" y="318"/>
                </a:lnTo>
                <a:lnTo>
                  <a:pt x="1353" y="319"/>
                </a:lnTo>
                <a:lnTo>
                  <a:pt x="1354" y="319"/>
                </a:lnTo>
                <a:lnTo>
                  <a:pt x="1355" y="319"/>
                </a:lnTo>
                <a:lnTo>
                  <a:pt x="1358" y="318"/>
                </a:lnTo>
                <a:lnTo>
                  <a:pt x="1359" y="318"/>
                </a:lnTo>
                <a:lnTo>
                  <a:pt x="1361" y="316"/>
                </a:lnTo>
                <a:lnTo>
                  <a:pt x="1363" y="315"/>
                </a:lnTo>
                <a:lnTo>
                  <a:pt x="1363" y="316"/>
                </a:lnTo>
                <a:lnTo>
                  <a:pt x="1363" y="317"/>
                </a:lnTo>
                <a:lnTo>
                  <a:pt x="1364" y="317"/>
                </a:lnTo>
                <a:lnTo>
                  <a:pt x="1367" y="319"/>
                </a:lnTo>
                <a:lnTo>
                  <a:pt x="1369" y="319"/>
                </a:lnTo>
                <a:lnTo>
                  <a:pt x="1370" y="319"/>
                </a:lnTo>
                <a:lnTo>
                  <a:pt x="1370" y="318"/>
                </a:lnTo>
                <a:lnTo>
                  <a:pt x="1373" y="318"/>
                </a:lnTo>
                <a:lnTo>
                  <a:pt x="1373" y="317"/>
                </a:lnTo>
                <a:lnTo>
                  <a:pt x="1375" y="317"/>
                </a:lnTo>
                <a:lnTo>
                  <a:pt x="1375" y="318"/>
                </a:lnTo>
                <a:lnTo>
                  <a:pt x="1378" y="318"/>
                </a:lnTo>
                <a:lnTo>
                  <a:pt x="1379" y="319"/>
                </a:lnTo>
                <a:lnTo>
                  <a:pt x="1379" y="320"/>
                </a:lnTo>
                <a:lnTo>
                  <a:pt x="1380" y="320"/>
                </a:lnTo>
                <a:lnTo>
                  <a:pt x="1380" y="321"/>
                </a:lnTo>
                <a:lnTo>
                  <a:pt x="1381" y="322"/>
                </a:lnTo>
                <a:lnTo>
                  <a:pt x="1383" y="321"/>
                </a:lnTo>
                <a:lnTo>
                  <a:pt x="1383" y="320"/>
                </a:lnTo>
                <a:lnTo>
                  <a:pt x="1383" y="319"/>
                </a:lnTo>
                <a:lnTo>
                  <a:pt x="1384" y="319"/>
                </a:lnTo>
                <a:lnTo>
                  <a:pt x="1385" y="319"/>
                </a:lnTo>
                <a:lnTo>
                  <a:pt x="1388" y="319"/>
                </a:lnTo>
                <a:lnTo>
                  <a:pt x="1390" y="320"/>
                </a:lnTo>
                <a:lnTo>
                  <a:pt x="1391" y="320"/>
                </a:lnTo>
                <a:lnTo>
                  <a:pt x="1392" y="320"/>
                </a:lnTo>
                <a:lnTo>
                  <a:pt x="1393" y="320"/>
                </a:lnTo>
                <a:lnTo>
                  <a:pt x="1394" y="319"/>
                </a:lnTo>
                <a:lnTo>
                  <a:pt x="1394" y="318"/>
                </a:lnTo>
                <a:lnTo>
                  <a:pt x="1397" y="317"/>
                </a:lnTo>
                <a:lnTo>
                  <a:pt x="1397" y="318"/>
                </a:lnTo>
                <a:lnTo>
                  <a:pt x="1398" y="318"/>
                </a:lnTo>
                <a:lnTo>
                  <a:pt x="1399" y="319"/>
                </a:lnTo>
                <a:lnTo>
                  <a:pt x="1400" y="319"/>
                </a:lnTo>
                <a:lnTo>
                  <a:pt x="1401" y="319"/>
                </a:lnTo>
                <a:lnTo>
                  <a:pt x="1404" y="320"/>
                </a:lnTo>
                <a:lnTo>
                  <a:pt x="1407" y="322"/>
                </a:lnTo>
                <a:lnTo>
                  <a:pt x="1409" y="323"/>
                </a:lnTo>
                <a:lnTo>
                  <a:pt x="1408" y="325"/>
                </a:lnTo>
                <a:lnTo>
                  <a:pt x="1407" y="325"/>
                </a:lnTo>
                <a:lnTo>
                  <a:pt x="1406" y="326"/>
                </a:lnTo>
                <a:lnTo>
                  <a:pt x="1406" y="325"/>
                </a:lnTo>
                <a:lnTo>
                  <a:pt x="1404" y="325"/>
                </a:lnTo>
                <a:lnTo>
                  <a:pt x="1403" y="325"/>
                </a:lnTo>
                <a:lnTo>
                  <a:pt x="1403" y="326"/>
                </a:lnTo>
                <a:lnTo>
                  <a:pt x="1402" y="326"/>
                </a:lnTo>
                <a:lnTo>
                  <a:pt x="1402" y="327"/>
                </a:lnTo>
                <a:lnTo>
                  <a:pt x="1400" y="327"/>
                </a:lnTo>
                <a:lnTo>
                  <a:pt x="1399" y="327"/>
                </a:lnTo>
                <a:lnTo>
                  <a:pt x="1398" y="328"/>
                </a:lnTo>
                <a:lnTo>
                  <a:pt x="1397" y="328"/>
                </a:lnTo>
                <a:lnTo>
                  <a:pt x="1397" y="332"/>
                </a:lnTo>
                <a:lnTo>
                  <a:pt x="1397" y="333"/>
                </a:lnTo>
                <a:lnTo>
                  <a:pt x="1396" y="334"/>
                </a:lnTo>
                <a:lnTo>
                  <a:pt x="1395" y="334"/>
                </a:lnTo>
                <a:lnTo>
                  <a:pt x="1394" y="335"/>
                </a:lnTo>
                <a:lnTo>
                  <a:pt x="1394" y="336"/>
                </a:lnTo>
                <a:lnTo>
                  <a:pt x="1394" y="337"/>
                </a:lnTo>
                <a:lnTo>
                  <a:pt x="1395" y="338"/>
                </a:lnTo>
                <a:lnTo>
                  <a:pt x="1396" y="340"/>
                </a:lnTo>
                <a:lnTo>
                  <a:pt x="1397" y="342"/>
                </a:lnTo>
                <a:lnTo>
                  <a:pt x="1397" y="343"/>
                </a:lnTo>
                <a:lnTo>
                  <a:pt x="1396" y="344"/>
                </a:lnTo>
                <a:lnTo>
                  <a:pt x="1395" y="344"/>
                </a:lnTo>
                <a:lnTo>
                  <a:pt x="1394" y="344"/>
                </a:lnTo>
                <a:lnTo>
                  <a:pt x="1394" y="345"/>
                </a:lnTo>
                <a:lnTo>
                  <a:pt x="1393" y="347"/>
                </a:lnTo>
                <a:lnTo>
                  <a:pt x="1394" y="349"/>
                </a:lnTo>
                <a:lnTo>
                  <a:pt x="1394" y="350"/>
                </a:lnTo>
                <a:lnTo>
                  <a:pt x="1395" y="350"/>
                </a:lnTo>
                <a:lnTo>
                  <a:pt x="1394" y="351"/>
                </a:lnTo>
                <a:lnTo>
                  <a:pt x="1395" y="351"/>
                </a:lnTo>
                <a:lnTo>
                  <a:pt x="1395" y="352"/>
                </a:lnTo>
                <a:lnTo>
                  <a:pt x="1395" y="353"/>
                </a:lnTo>
                <a:lnTo>
                  <a:pt x="1394" y="353"/>
                </a:lnTo>
                <a:lnTo>
                  <a:pt x="1395" y="354"/>
                </a:lnTo>
                <a:lnTo>
                  <a:pt x="1396" y="354"/>
                </a:lnTo>
                <a:lnTo>
                  <a:pt x="1397" y="354"/>
                </a:lnTo>
                <a:lnTo>
                  <a:pt x="1398" y="355"/>
                </a:lnTo>
                <a:lnTo>
                  <a:pt x="1398" y="356"/>
                </a:lnTo>
                <a:lnTo>
                  <a:pt x="1400" y="356"/>
                </a:lnTo>
                <a:lnTo>
                  <a:pt x="1401" y="357"/>
                </a:lnTo>
                <a:lnTo>
                  <a:pt x="1402" y="358"/>
                </a:lnTo>
                <a:lnTo>
                  <a:pt x="1403" y="359"/>
                </a:lnTo>
                <a:lnTo>
                  <a:pt x="1403" y="360"/>
                </a:lnTo>
                <a:lnTo>
                  <a:pt x="1403" y="361"/>
                </a:lnTo>
                <a:lnTo>
                  <a:pt x="1405" y="362"/>
                </a:lnTo>
                <a:lnTo>
                  <a:pt x="1406" y="362"/>
                </a:lnTo>
                <a:lnTo>
                  <a:pt x="1407" y="362"/>
                </a:lnTo>
                <a:lnTo>
                  <a:pt x="1409" y="365"/>
                </a:lnTo>
                <a:lnTo>
                  <a:pt x="1409" y="366"/>
                </a:lnTo>
                <a:lnTo>
                  <a:pt x="1409" y="368"/>
                </a:lnTo>
                <a:lnTo>
                  <a:pt x="1409" y="369"/>
                </a:lnTo>
                <a:lnTo>
                  <a:pt x="1409" y="370"/>
                </a:lnTo>
                <a:lnTo>
                  <a:pt x="1408" y="370"/>
                </a:lnTo>
                <a:lnTo>
                  <a:pt x="1409" y="370"/>
                </a:lnTo>
                <a:lnTo>
                  <a:pt x="1409" y="371"/>
                </a:lnTo>
                <a:lnTo>
                  <a:pt x="1409" y="372"/>
                </a:lnTo>
                <a:lnTo>
                  <a:pt x="1408" y="373"/>
                </a:lnTo>
                <a:lnTo>
                  <a:pt x="1407" y="374"/>
                </a:lnTo>
                <a:lnTo>
                  <a:pt x="1406" y="375"/>
                </a:lnTo>
                <a:lnTo>
                  <a:pt x="1405" y="376"/>
                </a:lnTo>
                <a:lnTo>
                  <a:pt x="1405" y="377"/>
                </a:lnTo>
                <a:lnTo>
                  <a:pt x="1405" y="378"/>
                </a:lnTo>
                <a:lnTo>
                  <a:pt x="1406" y="380"/>
                </a:lnTo>
                <a:lnTo>
                  <a:pt x="1407" y="381"/>
                </a:lnTo>
                <a:lnTo>
                  <a:pt x="1408" y="381"/>
                </a:lnTo>
                <a:lnTo>
                  <a:pt x="1408" y="382"/>
                </a:lnTo>
                <a:lnTo>
                  <a:pt x="1409" y="383"/>
                </a:lnTo>
                <a:lnTo>
                  <a:pt x="1410" y="383"/>
                </a:lnTo>
                <a:lnTo>
                  <a:pt x="1411" y="383"/>
                </a:lnTo>
                <a:lnTo>
                  <a:pt x="1412" y="383"/>
                </a:lnTo>
                <a:lnTo>
                  <a:pt x="1413" y="384"/>
                </a:lnTo>
                <a:lnTo>
                  <a:pt x="1414" y="386"/>
                </a:lnTo>
                <a:lnTo>
                  <a:pt x="1416" y="389"/>
                </a:lnTo>
                <a:lnTo>
                  <a:pt x="1417" y="390"/>
                </a:lnTo>
                <a:lnTo>
                  <a:pt x="1417" y="392"/>
                </a:lnTo>
                <a:lnTo>
                  <a:pt x="1417" y="393"/>
                </a:lnTo>
                <a:lnTo>
                  <a:pt x="1419" y="395"/>
                </a:lnTo>
                <a:lnTo>
                  <a:pt x="1419" y="394"/>
                </a:lnTo>
                <a:lnTo>
                  <a:pt x="1420" y="394"/>
                </a:lnTo>
                <a:lnTo>
                  <a:pt x="1421" y="394"/>
                </a:lnTo>
                <a:lnTo>
                  <a:pt x="1421" y="395"/>
                </a:lnTo>
                <a:lnTo>
                  <a:pt x="1421" y="398"/>
                </a:lnTo>
                <a:lnTo>
                  <a:pt x="1421" y="399"/>
                </a:lnTo>
                <a:lnTo>
                  <a:pt x="1421" y="404"/>
                </a:lnTo>
                <a:lnTo>
                  <a:pt x="1421" y="405"/>
                </a:lnTo>
                <a:lnTo>
                  <a:pt x="1420" y="405"/>
                </a:lnTo>
                <a:lnTo>
                  <a:pt x="1420" y="406"/>
                </a:lnTo>
                <a:lnTo>
                  <a:pt x="1419" y="406"/>
                </a:lnTo>
                <a:lnTo>
                  <a:pt x="1419" y="407"/>
                </a:lnTo>
                <a:lnTo>
                  <a:pt x="1419" y="408"/>
                </a:lnTo>
                <a:lnTo>
                  <a:pt x="1419" y="409"/>
                </a:lnTo>
                <a:lnTo>
                  <a:pt x="1418" y="409"/>
                </a:lnTo>
                <a:lnTo>
                  <a:pt x="1417" y="410"/>
                </a:lnTo>
                <a:lnTo>
                  <a:pt x="1416" y="410"/>
                </a:lnTo>
                <a:lnTo>
                  <a:pt x="1416" y="412"/>
                </a:lnTo>
                <a:lnTo>
                  <a:pt x="1417" y="412"/>
                </a:lnTo>
                <a:lnTo>
                  <a:pt x="1416" y="413"/>
                </a:lnTo>
                <a:lnTo>
                  <a:pt x="1416" y="414"/>
                </a:lnTo>
                <a:lnTo>
                  <a:pt x="1415" y="414"/>
                </a:lnTo>
                <a:lnTo>
                  <a:pt x="1415" y="413"/>
                </a:lnTo>
                <a:lnTo>
                  <a:pt x="1414" y="414"/>
                </a:lnTo>
                <a:lnTo>
                  <a:pt x="1413" y="415"/>
                </a:lnTo>
                <a:lnTo>
                  <a:pt x="1413" y="416"/>
                </a:lnTo>
                <a:lnTo>
                  <a:pt x="1412" y="416"/>
                </a:lnTo>
                <a:lnTo>
                  <a:pt x="1411" y="417"/>
                </a:lnTo>
                <a:lnTo>
                  <a:pt x="1410" y="417"/>
                </a:lnTo>
                <a:lnTo>
                  <a:pt x="1409" y="418"/>
                </a:lnTo>
                <a:lnTo>
                  <a:pt x="1409" y="419"/>
                </a:lnTo>
                <a:lnTo>
                  <a:pt x="1409" y="420"/>
                </a:lnTo>
                <a:lnTo>
                  <a:pt x="1409" y="421"/>
                </a:lnTo>
                <a:lnTo>
                  <a:pt x="1409" y="422"/>
                </a:lnTo>
                <a:lnTo>
                  <a:pt x="1408" y="422"/>
                </a:lnTo>
                <a:lnTo>
                  <a:pt x="1407" y="422"/>
                </a:lnTo>
                <a:lnTo>
                  <a:pt x="1406" y="422"/>
                </a:lnTo>
                <a:lnTo>
                  <a:pt x="1406" y="421"/>
                </a:lnTo>
                <a:lnTo>
                  <a:pt x="1405" y="421"/>
                </a:lnTo>
                <a:lnTo>
                  <a:pt x="1405" y="420"/>
                </a:lnTo>
                <a:lnTo>
                  <a:pt x="1403" y="421"/>
                </a:lnTo>
                <a:lnTo>
                  <a:pt x="1403" y="422"/>
                </a:lnTo>
                <a:lnTo>
                  <a:pt x="1403" y="423"/>
                </a:lnTo>
                <a:lnTo>
                  <a:pt x="1403" y="424"/>
                </a:lnTo>
                <a:lnTo>
                  <a:pt x="1401" y="425"/>
                </a:lnTo>
                <a:lnTo>
                  <a:pt x="1401" y="427"/>
                </a:lnTo>
                <a:lnTo>
                  <a:pt x="1401" y="428"/>
                </a:lnTo>
                <a:lnTo>
                  <a:pt x="1400" y="428"/>
                </a:lnTo>
                <a:lnTo>
                  <a:pt x="1399" y="427"/>
                </a:lnTo>
                <a:lnTo>
                  <a:pt x="1397" y="427"/>
                </a:lnTo>
                <a:lnTo>
                  <a:pt x="1397" y="428"/>
                </a:lnTo>
                <a:lnTo>
                  <a:pt x="1395" y="430"/>
                </a:lnTo>
                <a:lnTo>
                  <a:pt x="1393" y="430"/>
                </a:lnTo>
                <a:lnTo>
                  <a:pt x="1392" y="430"/>
                </a:lnTo>
                <a:lnTo>
                  <a:pt x="1391" y="430"/>
                </a:lnTo>
                <a:lnTo>
                  <a:pt x="1391" y="429"/>
                </a:lnTo>
                <a:lnTo>
                  <a:pt x="1390" y="429"/>
                </a:lnTo>
                <a:lnTo>
                  <a:pt x="1388" y="429"/>
                </a:lnTo>
                <a:lnTo>
                  <a:pt x="1388" y="430"/>
                </a:lnTo>
                <a:lnTo>
                  <a:pt x="1388" y="432"/>
                </a:lnTo>
                <a:lnTo>
                  <a:pt x="1388" y="435"/>
                </a:lnTo>
                <a:lnTo>
                  <a:pt x="1387" y="438"/>
                </a:lnTo>
                <a:lnTo>
                  <a:pt x="1387" y="439"/>
                </a:lnTo>
                <a:lnTo>
                  <a:pt x="1388" y="440"/>
                </a:lnTo>
                <a:lnTo>
                  <a:pt x="1390" y="441"/>
                </a:lnTo>
                <a:lnTo>
                  <a:pt x="1391" y="441"/>
                </a:lnTo>
                <a:lnTo>
                  <a:pt x="1391" y="442"/>
                </a:lnTo>
                <a:lnTo>
                  <a:pt x="1392" y="442"/>
                </a:lnTo>
                <a:lnTo>
                  <a:pt x="1392" y="443"/>
                </a:lnTo>
                <a:lnTo>
                  <a:pt x="1391" y="448"/>
                </a:lnTo>
                <a:lnTo>
                  <a:pt x="1391" y="450"/>
                </a:lnTo>
                <a:lnTo>
                  <a:pt x="1391" y="453"/>
                </a:lnTo>
                <a:lnTo>
                  <a:pt x="1391" y="455"/>
                </a:lnTo>
                <a:lnTo>
                  <a:pt x="1392" y="455"/>
                </a:lnTo>
                <a:lnTo>
                  <a:pt x="1392" y="456"/>
                </a:lnTo>
                <a:lnTo>
                  <a:pt x="1394" y="460"/>
                </a:lnTo>
                <a:lnTo>
                  <a:pt x="1395" y="461"/>
                </a:lnTo>
                <a:lnTo>
                  <a:pt x="1397" y="465"/>
                </a:lnTo>
                <a:lnTo>
                  <a:pt x="1398" y="466"/>
                </a:lnTo>
                <a:lnTo>
                  <a:pt x="1399" y="467"/>
                </a:lnTo>
                <a:lnTo>
                  <a:pt x="1400" y="467"/>
                </a:lnTo>
                <a:lnTo>
                  <a:pt x="1400" y="468"/>
                </a:lnTo>
                <a:lnTo>
                  <a:pt x="1400" y="471"/>
                </a:lnTo>
                <a:lnTo>
                  <a:pt x="1400" y="472"/>
                </a:lnTo>
                <a:lnTo>
                  <a:pt x="1401" y="474"/>
                </a:lnTo>
                <a:lnTo>
                  <a:pt x="1402" y="475"/>
                </a:lnTo>
                <a:lnTo>
                  <a:pt x="1403" y="475"/>
                </a:lnTo>
                <a:lnTo>
                  <a:pt x="1402" y="476"/>
                </a:lnTo>
                <a:lnTo>
                  <a:pt x="1403" y="476"/>
                </a:lnTo>
                <a:lnTo>
                  <a:pt x="1404" y="477"/>
                </a:lnTo>
                <a:lnTo>
                  <a:pt x="1404" y="478"/>
                </a:lnTo>
                <a:lnTo>
                  <a:pt x="1404" y="479"/>
                </a:lnTo>
                <a:lnTo>
                  <a:pt x="1403" y="479"/>
                </a:lnTo>
                <a:lnTo>
                  <a:pt x="1402" y="480"/>
                </a:lnTo>
                <a:lnTo>
                  <a:pt x="1401" y="481"/>
                </a:lnTo>
                <a:lnTo>
                  <a:pt x="1401" y="482"/>
                </a:lnTo>
                <a:lnTo>
                  <a:pt x="1401" y="483"/>
                </a:lnTo>
                <a:lnTo>
                  <a:pt x="1401" y="484"/>
                </a:lnTo>
                <a:lnTo>
                  <a:pt x="1399" y="486"/>
                </a:lnTo>
                <a:lnTo>
                  <a:pt x="1398" y="486"/>
                </a:lnTo>
                <a:lnTo>
                  <a:pt x="1397" y="486"/>
                </a:lnTo>
                <a:lnTo>
                  <a:pt x="1394" y="487"/>
                </a:lnTo>
                <a:lnTo>
                  <a:pt x="1394" y="488"/>
                </a:lnTo>
                <a:lnTo>
                  <a:pt x="1393" y="488"/>
                </a:lnTo>
                <a:lnTo>
                  <a:pt x="1392" y="488"/>
                </a:lnTo>
                <a:lnTo>
                  <a:pt x="1391" y="487"/>
                </a:lnTo>
                <a:lnTo>
                  <a:pt x="1391" y="486"/>
                </a:lnTo>
                <a:lnTo>
                  <a:pt x="1388" y="486"/>
                </a:lnTo>
                <a:lnTo>
                  <a:pt x="1387" y="487"/>
                </a:lnTo>
                <a:lnTo>
                  <a:pt x="1387" y="488"/>
                </a:lnTo>
                <a:lnTo>
                  <a:pt x="1387" y="489"/>
                </a:lnTo>
                <a:lnTo>
                  <a:pt x="1388" y="490"/>
                </a:lnTo>
                <a:lnTo>
                  <a:pt x="1390" y="491"/>
                </a:lnTo>
                <a:lnTo>
                  <a:pt x="1390" y="492"/>
                </a:lnTo>
                <a:lnTo>
                  <a:pt x="1388" y="493"/>
                </a:lnTo>
                <a:lnTo>
                  <a:pt x="1388" y="494"/>
                </a:lnTo>
                <a:lnTo>
                  <a:pt x="1387" y="495"/>
                </a:lnTo>
                <a:lnTo>
                  <a:pt x="1385" y="494"/>
                </a:lnTo>
                <a:lnTo>
                  <a:pt x="1383" y="494"/>
                </a:lnTo>
                <a:lnTo>
                  <a:pt x="1382" y="494"/>
                </a:lnTo>
                <a:lnTo>
                  <a:pt x="1382" y="495"/>
                </a:lnTo>
                <a:lnTo>
                  <a:pt x="1381" y="499"/>
                </a:lnTo>
                <a:lnTo>
                  <a:pt x="1381" y="501"/>
                </a:lnTo>
                <a:lnTo>
                  <a:pt x="1382" y="502"/>
                </a:lnTo>
                <a:lnTo>
                  <a:pt x="1382" y="501"/>
                </a:lnTo>
                <a:lnTo>
                  <a:pt x="1383" y="502"/>
                </a:lnTo>
                <a:lnTo>
                  <a:pt x="1383" y="503"/>
                </a:lnTo>
                <a:lnTo>
                  <a:pt x="1383" y="505"/>
                </a:lnTo>
                <a:lnTo>
                  <a:pt x="1383" y="507"/>
                </a:lnTo>
                <a:lnTo>
                  <a:pt x="1384" y="510"/>
                </a:lnTo>
                <a:lnTo>
                  <a:pt x="1383" y="511"/>
                </a:lnTo>
                <a:lnTo>
                  <a:pt x="1382" y="511"/>
                </a:lnTo>
                <a:lnTo>
                  <a:pt x="1381" y="513"/>
                </a:lnTo>
                <a:lnTo>
                  <a:pt x="1381" y="514"/>
                </a:lnTo>
                <a:lnTo>
                  <a:pt x="1382" y="514"/>
                </a:lnTo>
                <a:lnTo>
                  <a:pt x="1382" y="515"/>
                </a:lnTo>
                <a:lnTo>
                  <a:pt x="1381" y="515"/>
                </a:lnTo>
                <a:lnTo>
                  <a:pt x="1381" y="516"/>
                </a:lnTo>
                <a:lnTo>
                  <a:pt x="1381" y="515"/>
                </a:lnTo>
                <a:lnTo>
                  <a:pt x="1380" y="514"/>
                </a:lnTo>
                <a:lnTo>
                  <a:pt x="1379" y="514"/>
                </a:lnTo>
                <a:lnTo>
                  <a:pt x="1378" y="515"/>
                </a:lnTo>
                <a:lnTo>
                  <a:pt x="1374" y="515"/>
                </a:lnTo>
                <a:lnTo>
                  <a:pt x="1372" y="515"/>
                </a:lnTo>
                <a:lnTo>
                  <a:pt x="1371" y="515"/>
                </a:lnTo>
                <a:lnTo>
                  <a:pt x="1370" y="515"/>
                </a:lnTo>
                <a:lnTo>
                  <a:pt x="1370" y="514"/>
                </a:lnTo>
                <a:lnTo>
                  <a:pt x="1369" y="514"/>
                </a:lnTo>
                <a:lnTo>
                  <a:pt x="1367" y="513"/>
                </a:lnTo>
                <a:lnTo>
                  <a:pt x="1367" y="514"/>
                </a:lnTo>
                <a:lnTo>
                  <a:pt x="1365" y="513"/>
                </a:lnTo>
                <a:lnTo>
                  <a:pt x="1363" y="512"/>
                </a:lnTo>
                <a:lnTo>
                  <a:pt x="1363" y="511"/>
                </a:lnTo>
                <a:lnTo>
                  <a:pt x="1363" y="510"/>
                </a:lnTo>
                <a:lnTo>
                  <a:pt x="1362" y="510"/>
                </a:lnTo>
                <a:lnTo>
                  <a:pt x="1361" y="510"/>
                </a:lnTo>
                <a:lnTo>
                  <a:pt x="1360" y="511"/>
                </a:lnTo>
                <a:lnTo>
                  <a:pt x="1359" y="512"/>
                </a:lnTo>
                <a:lnTo>
                  <a:pt x="1359" y="513"/>
                </a:lnTo>
                <a:lnTo>
                  <a:pt x="1360" y="513"/>
                </a:lnTo>
                <a:lnTo>
                  <a:pt x="1359" y="515"/>
                </a:lnTo>
                <a:lnTo>
                  <a:pt x="1358" y="514"/>
                </a:lnTo>
                <a:lnTo>
                  <a:pt x="1357" y="514"/>
                </a:lnTo>
                <a:lnTo>
                  <a:pt x="1356" y="514"/>
                </a:lnTo>
                <a:lnTo>
                  <a:pt x="1356" y="513"/>
                </a:lnTo>
                <a:lnTo>
                  <a:pt x="1355" y="513"/>
                </a:lnTo>
                <a:lnTo>
                  <a:pt x="1354" y="512"/>
                </a:lnTo>
                <a:lnTo>
                  <a:pt x="1353" y="512"/>
                </a:lnTo>
                <a:lnTo>
                  <a:pt x="1352" y="512"/>
                </a:lnTo>
                <a:lnTo>
                  <a:pt x="1352" y="513"/>
                </a:lnTo>
                <a:lnTo>
                  <a:pt x="1352" y="514"/>
                </a:lnTo>
                <a:lnTo>
                  <a:pt x="1351" y="517"/>
                </a:lnTo>
                <a:lnTo>
                  <a:pt x="1349" y="521"/>
                </a:lnTo>
                <a:lnTo>
                  <a:pt x="1348" y="521"/>
                </a:lnTo>
                <a:lnTo>
                  <a:pt x="1347" y="521"/>
                </a:lnTo>
                <a:lnTo>
                  <a:pt x="1347" y="522"/>
                </a:lnTo>
                <a:lnTo>
                  <a:pt x="1348" y="525"/>
                </a:lnTo>
                <a:lnTo>
                  <a:pt x="1348" y="526"/>
                </a:lnTo>
                <a:lnTo>
                  <a:pt x="1348" y="530"/>
                </a:lnTo>
                <a:lnTo>
                  <a:pt x="1348" y="531"/>
                </a:lnTo>
                <a:lnTo>
                  <a:pt x="1347" y="532"/>
                </a:lnTo>
                <a:lnTo>
                  <a:pt x="1346" y="533"/>
                </a:lnTo>
                <a:lnTo>
                  <a:pt x="1347" y="534"/>
                </a:lnTo>
                <a:lnTo>
                  <a:pt x="1348" y="535"/>
                </a:lnTo>
                <a:lnTo>
                  <a:pt x="1349" y="535"/>
                </a:lnTo>
                <a:lnTo>
                  <a:pt x="1351" y="536"/>
                </a:lnTo>
                <a:lnTo>
                  <a:pt x="1351" y="535"/>
                </a:lnTo>
                <a:lnTo>
                  <a:pt x="1353" y="535"/>
                </a:lnTo>
                <a:lnTo>
                  <a:pt x="1355" y="535"/>
                </a:lnTo>
                <a:lnTo>
                  <a:pt x="1355" y="539"/>
                </a:lnTo>
                <a:lnTo>
                  <a:pt x="1354" y="540"/>
                </a:lnTo>
                <a:lnTo>
                  <a:pt x="1352" y="540"/>
                </a:lnTo>
                <a:lnTo>
                  <a:pt x="1351" y="540"/>
                </a:lnTo>
                <a:lnTo>
                  <a:pt x="1351" y="541"/>
                </a:lnTo>
                <a:lnTo>
                  <a:pt x="1350" y="543"/>
                </a:lnTo>
                <a:lnTo>
                  <a:pt x="1350" y="544"/>
                </a:lnTo>
                <a:lnTo>
                  <a:pt x="1349" y="544"/>
                </a:lnTo>
                <a:lnTo>
                  <a:pt x="1348" y="544"/>
                </a:lnTo>
                <a:lnTo>
                  <a:pt x="1347" y="546"/>
                </a:lnTo>
                <a:lnTo>
                  <a:pt x="1347" y="548"/>
                </a:lnTo>
                <a:lnTo>
                  <a:pt x="1347" y="550"/>
                </a:lnTo>
                <a:lnTo>
                  <a:pt x="1347" y="552"/>
                </a:lnTo>
                <a:lnTo>
                  <a:pt x="1346" y="552"/>
                </a:lnTo>
                <a:lnTo>
                  <a:pt x="1345" y="552"/>
                </a:lnTo>
                <a:lnTo>
                  <a:pt x="1343" y="551"/>
                </a:lnTo>
                <a:lnTo>
                  <a:pt x="1340" y="551"/>
                </a:lnTo>
                <a:lnTo>
                  <a:pt x="1339" y="552"/>
                </a:lnTo>
                <a:lnTo>
                  <a:pt x="1339" y="553"/>
                </a:lnTo>
                <a:lnTo>
                  <a:pt x="1337" y="554"/>
                </a:lnTo>
                <a:lnTo>
                  <a:pt x="1336" y="554"/>
                </a:lnTo>
                <a:lnTo>
                  <a:pt x="1336" y="553"/>
                </a:lnTo>
                <a:lnTo>
                  <a:pt x="1335" y="552"/>
                </a:lnTo>
                <a:lnTo>
                  <a:pt x="1334" y="553"/>
                </a:lnTo>
                <a:lnTo>
                  <a:pt x="1333" y="554"/>
                </a:lnTo>
                <a:lnTo>
                  <a:pt x="1332" y="555"/>
                </a:lnTo>
                <a:lnTo>
                  <a:pt x="1328" y="556"/>
                </a:lnTo>
                <a:lnTo>
                  <a:pt x="1327" y="555"/>
                </a:lnTo>
                <a:lnTo>
                  <a:pt x="1326" y="555"/>
                </a:lnTo>
                <a:lnTo>
                  <a:pt x="1323" y="556"/>
                </a:lnTo>
                <a:lnTo>
                  <a:pt x="1323" y="561"/>
                </a:lnTo>
                <a:lnTo>
                  <a:pt x="1324" y="563"/>
                </a:lnTo>
                <a:lnTo>
                  <a:pt x="1324" y="564"/>
                </a:lnTo>
                <a:lnTo>
                  <a:pt x="1324" y="568"/>
                </a:lnTo>
                <a:lnTo>
                  <a:pt x="1324" y="569"/>
                </a:lnTo>
                <a:lnTo>
                  <a:pt x="1323" y="570"/>
                </a:lnTo>
                <a:lnTo>
                  <a:pt x="1323" y="571"/>
                </a:lnTo>
                <a:lnTo>
                  <a:pt x="1322" y="573"/>
                </a:lnTo>
                <a:lnTo>
                  <a:pt x="1322" y="574"/>
                </a:lnTo>
                <a:lnTo>
                  <a:pt x="1322" y="576"/>
                </a:lnTo>
                <a:lnTo>
                  <a:pt x="1322" y="577"/>
                </a:lnTo>
                <a:lnTo>
                  <a:pt x="1321" y="578"/>
                </a:lnTo>
                <a:lnTo>
                  <a:pt x="1320" y="579"/>
                </a:lnTo>
                <a:lnTo>
                  <a:pt x="1320" y="580"/>
                </a:lnTo>
                <a:lnTo>
                  <a:pt x="1320" y="581"/>
                </a:lnTo>
                <a:lnTo>
                  <a:pt x="1320" y="582"/>
                </a:lnTo>
                <a:lnTo>
                  <a:pt x="1319" y="582"/>
                </a:lnTo>
                <a:lnTo>
                  <a:pt x="1317" y="584"/>
                </a:lnTo>
                <a:lnTo>
                  <a:pt x="1316" y="586"/>
                </a:lnTo>
                <a:lnTo>
                  <a:pt x="1315" y="586"/>
                </a:lnTo>
                <a:lnTo>
                  <a:pt x="1314" y="587"/>
                </a:lnTo>
                <a:lnTo>
                  <a:pt x="1314" y="588"/>
                </a:lnTo>
                <a:lnTo>
                  <a:pt x="1314" y="589"/>
                </a:lnTo>
                <a:lnTo>
                  <a:pt x="1313" y="589"/>
                </a:lnTo>
                <a:lnTo>
                  <a:pt x="1312" y="589"/>
                </a:lnTo>
                <a:lnTo>
                  <a:pt x="1311" y="589"/>
                </a:lnTo>
                <a:lnTo>
                  <a:pt x="1310" y="589"/>
                </a:lnTo>
                <a:lnTo>
                  <a:pt x="1309" y="589"/>
                </a:lnTo>
                <a:lnTo>
                  <a:pt x="1308" y="589"/>
                </a:lnTo>
                <a:lnTo>
                  <a:pt x="1308" y="590"/>
                </a:lnTo>
                <a:lnTo>
                  <a:pt x="1308" y="591"/>
                </a:lnTo>
                <a:lnTo>
                  <a:pt x="1309" y="591"/>
                </a:lnTo>
                <a:lnTo>
                  <a:pt x="1308" y="592"/>
                </a:lnTo>
                <a:lnTo>
                  <a:pt x="1308" y="593"/>
                </a:lnTo>
                <a:lnTo>
                  <a:pt x="1307" y="593"/>
                </a:lnTo>
                <a:lnTo>
                  <a:pt x="1308" y="594"/>
                </a:lnTo>
                <a:lnTo>
                  <a:pt x="1308" y="595"/>
                </a:lnTo>
                <a:lnTo>
                  <a:pt x="1307" y="597"/>
                </a:lnTo>
                <a:lnTo>
                  <a:pt x="1307" y="598"/>
                </a:lnTo>
                <a:lnTo>
                  <a:pt x="1307" y="600"/>
                </a:lnTo>
                <a:lnTo>
                  <a:pt x="1307" y="601"/>
                </a:lnTo>
                <a:lnTo>
                  <a:pt x="1306" y="603"/>
                </a:lnTo>
                <a:lnTo>
                  <a:pt x="1307" y="603"/>
                </a:lnTo>
                <a:lnTo>
                  <a:pt x="1307" y="604"/>
                </a:lnTo>
                <a:lnTo>
                  <a:pt x="1308" y="605"/>
                </a:lnTo>
                <a:lnTo>
                  <a:pt x="1308" y="606"/>
                </a:lnTo>
                <a:lnTo>
                  <a:pt x="1308" y="607"/>
                </a:lnTo>
                <a:lnTo>
                  <a:pt x="1308" y="608"/>
                </a:lnTo>
                <a:lnTo>
                  <a:pt x="1307" y="608"/>
                </a:lnTo>
                <a:lnTo>
                  <a:pt x="1306" y="609"/>
                </a:lnTo>
                <a:lnTo>
                  <a:pt x="1306" y="610"/>
                </a:lnTo>
                <a:lnTo>
                  <a:pt x="1305" y="611"/>
                </a:lnTo>
                <a:lnTo>
                  <a:pt x="1305" y="612"/>
                </a:lnTo>
                <a:lnTo>
                  <a:pt x="1305" y="613"/>
                </a:lnTo>
                <a:lnTo>
                  <a:pt x="1304" y="613"/>
                </a:lnTo>
                <a:lnTo>
                  <a:pt x="1304" y="615"/>
                </a:lnTo>
                <a:lnTo>
                  <a:pt x="1303" y="618"/>
                </a:lnTo>
                <a:lnTo>
                  <a:pt x="1303" y="619"/>
                </a:lnTo>
                <a:lnTo>
                  <a:pt x="1304" y="619"/>
                </a:lnTo>
                <a:lnTo>
                  <a:pt x="1305" y="620"/>
                </a:lnTo>
                <a:lnTo>
                  <a:pt x="1306" y="620"/>
                </a:lnTo>
                <a:lnTo>
                  <a:pt x="1307" y="620"/>
                </a:lnTo>
                <a:lnTo>
                  <a:pt x="1307" y="621"/>
                </a:lnTo>
                <a:lnTo>
                  <a:pt x="1307" y="622"/>
                </a:lnTo>
                <a:lnTo>
                  <a:pt x="1306" y="623"/>
                </a:lnTo>
                <a:lnTo>
                  <a:pt x="1304" y="624"/>
                </a:lnTo>
                <a:lnTo>
                  <a:pt x="1304" y="625"/>
                </a:lnTo>
                <a:lnTo>
                  <a:pt x="1303" y="625"/>
                </a:lnTo>
                <a:lnTo>
                  <a:pt x="1303" y="626"/>
                </a:lnTo>
                <a:lnTo>
                  <a:pt x="1302" y="626"/>
                </a:lnTo>
                <a:lnTo>
                  <a:pt x="1302" y="628"/>
                </a:lnTo>
                <a:lnTo>
                  <a:pt x="1302" y="629"/>
                </a:lnTo>
                <a:lnTo>
                  <a:pt x="1302" y="630"/>
                </a:lnTo>
                <a:lnTo>
                  <a:pt x="1303" y="630"/>
                </a:lnTo>
                <a:lnTo>
                  <a:pt x="1304" y="629"/>
                </a:lnTo>
                <a:lnTo>
                  <a:pt x="1305" y="630"/>
                </a:lnTo>
                <a:lnTo>
                  <a:pt x="1306" y="631"/>
                </a:lnTo>
                <a:lnTo>
                  <a:pt x="1306" y="632"/>
                </a:lnTo>
                <a:lnTo>
                  <a:pt x="1306" y="634"/>
                </a:lnTo>
                <a:lnTo>
                  <a:pt x="1305" y="635"/>
                </a:lnTo>
                <a:lnTo>
                  <a:pt x="1306" y="637"/>
                </a:lnTo>
                <a:lnTo>
                  <a:pt x="1307" y="638"/>
                </a:lnTo>
                <a:lnTo>
                  <a:pt x="1308" y="639"/>
                </a:lnTo>
                <a:lnTo>
                  <a:pt x="1307" y="640"/>
                </a:lnTo>
                <a:lnTo>
                  <a:pt x="1308" y="640"/>
                </a:lnTo>
                <a:lnTo>
                  <a:pt x="1308" y="641"/>
                </a:lnTo>
                <a:lnTo>
                  <a:pt x="1309" y="641"/>
                </a:lnTo>
                <a:lnTo>
                  <a:pt x="1310" y="641"/>
                </a:lnTo>
                <a:lnTo>
                  <a:pt x="1310" y="642"/>
                </a:lnTo>
                <a:lnTo>
                  <a:pt x="1309" y="643"/>
                </a:lnTo>
                <a:lnTo>
                  <a:pt x="1309" y="646"/>
                </a:lnTo>
                <a:lnTo>
                  <a:pt x="1309" y="647"/>
                </a:lnTo>
                <a:lnTo>
                  <a:pt x="1310" y="648"/>
                </a:lnTo>
                <a:lnTo>
                  <a:pt x="1309" y="649"/>
                </a:lnTo>
                <a:lnTo>
                  <a:pt x="1310" y="650"/>
                </a:lnTo>
                <a:lnTo>
                  <a:pt x="1311" y="650"/>
                </a:lnTo>
                <a:lnTo>
                  <a:pt x="1312" y="650"/>
                </a:lnTo>
                <a:lnTo>
                  <a:pt x="1312" y="651"/>
                </a:lnTo>
                <a:lnTo>
                  <a:pt x="1311" y="652"/>
                </a:lnTo>
                <a:lnTo>
                  <a:pt x="1311" y="653"/>
                </a:lnTo>
                <a:lnTo>
                  <a:pt x="1310" y="653"/>
                </a:lnTo>
                <a:lnTo>
                  <a:pt x="1309" y="653"/>
                </a:lnTo>
                <a:lnTo>
                  <a:pt x="1307" y="654"/>
                </a:lnTo>
                <a:lnTo>
                  <a:pt x="1307" y="655"/>
                </a:lnTo>
                <a:lnTo>
                  <a:pt x="1308" y="655"/>
                </a:lnTo>
                <a:lnTo>
                  <a:pt x="1309" y="656"/>
                </a:lnTo>
                <a:lnTo>
                  <a:pt x="1309" y="657"/>
                </a:lnTo>
                <a:lnTo>
                  <a:pt x="1309" y="658"/>
                </a:lnTo>
                <a:lnTo>
                  <a:pt x="1310" y="659"/>
                </a:lnTo>
                <a:lnTo>
                  <a:pt x="1309" y="661"/>
                </a:lnTo>
                <a:lnTo>
                  <a:pt x="1309" y="666"/>
                </a:lnTo>
                <a:lnTo>
                  <a:pt x="1309" y="667"/>
                </a:lnTo>
                <a:lnTo>
                  <a:pt x="1312" y="669"/>
                </a:lnTo>
                <a:lnTo>
                  <a:pt x="1313" y="670"/>
                </a:lnTo>
                <a:lnTo>
                  <a:pt x="1314" y="670"/>
                </a:lnTo>
                <a:lnTo>
                  <a:pt x="1315" y="670"/>
                </a:lnTo>
                <a:lnTo>
                  <a:pt x="1316" y="670"/>
                </a:lnTo>
                <a:lnTo>
                  <a:pt x="1317" y="670"/>
                </a:lnTo>
                <a:lnTo>
                  <a:pt x="1318" y="670"/>
                </a:lnTo>
                <a:lnTo>
                  <a:pt x="1319" y="670"/>
                </a:lnTo>
                <a:lnTo>
                  <a:pt x="1319" y="669"/>
                </a:lnTo>
                <a:lnTo>
                  <a:pt x="1320" y="669"/>
                </a:lnTo>
                <a:lnTo>
                  <a:pt x="1320" y="670"/>
                </a:lnTo>
                <a:lnTo>
                  <a:pt x="1319" y="671"/>
                </a:lnTo>
                <a:lnTo>
                  <a:pt x="1319" y="672"/>
                </a:lnTo>
                <a:lnTo>
                  <a:pt x="1319" y="673"/>
                </a:lnTo>
                <a:lnTo>
                  <a:pt x="1320" y="673"/>
                </a:lnTo>
                <a:lnTo>
                  <a:pt x="1320" y="674"/>
                </a:lnTo>
                <a:lnTo>
                  <a:pt x="1321" y="675"/>
                </a:lnTo>
                <a:lnTo>
                  <a:pt x="1321" y="676"/>
                </a:lnTo>
                <a:lnTo>
                  <a:pt x="1320" y="677"/>
                </a:lnTo>
                <a:lnTo>
                  <a:pt x="1319" y="677"/>
                </a:lnTo>
                <a:lnTo>
                  <a:pt x="1317" y="678"/>
                </a:lnTo>
                <a:lnTo>
                  <a:pt x="1317" y="679"/>
                </a:lnTo>
                <a:lnTo>
                  <a:pt x="1317" y="680"/>
                </a:lnTo>
                <a:lnTo>
                  <a:pt x="1315" y="681"/>
                </a:lnTo>
                <a:lnTo>
                  <a:pt x="1314" y="681"/>
                </a:lnTo>
                <a:lnTo>
                  <a:pt x="1313" y="682"/>
                </a:lnTo>
                <a:lnTo>
                  <a:pt x="1313" y="683"/>
                </a:lnTo>
                <a:lnTo>
                  <a:pt x="1314" y="684"/>
                </a:lnTo>
                <a:lnTo>
                  <a:pt x="1314" y="685"/>
                </a:lnTo>
                <a:lnTo>
                  <a:pt x="1315" y="685"/>
                </a:lnTo>
                <a:lnTo>
                  <a:pt x="1315" y="686"/>
                </a:lnTo>
                <a:lnTo>
                  <a:pt x="1314" y="688"/>
                </a:lnTo>
                <a:lnTo>
                  <a:pt x="1313" y="688"/>
                </a:lnTo>
                <a:lnTo>
                  <a:pt x="1311" y="689"/>
                </a:lnTo>
                <a:lnTo>
                  <a:pt x="1311" y="690"/>
                </a:lnTo>
                <a:lnTo>
                  <a:pt x="1310" y="690"/>
                </a:lnTo>
                <a:lnTo>
                  <a:pt x="1309" y="690"/>
                </a:lnTo>
                <a:lnTo>
                  <a:pt x="1308" y="690"/>
                </a:lnTo>
                <a:lnTo>
                  <a:pt x="1308" y="691"/>
                </a:lnTo>
                <a:lnTo>
                  <a:pt x="1309" y="691"/>
                </a:lnTo>
                <a:lnTo>
                  <a:pt x="1309" y="693"/>
                </a:lnTo>
                <a:lnTo>
                  <a:pt x="1309" y="694"/>
                </a:lnTo>
                <a:lnTo>
                  <a:pt x="1309" y="695"/>
                </a:lnTo>
                <a:lnTo>
                  <a:pt x="1311" y="696"/>
                </a:lnTo>
                <a:lnTo>
                  <a:pt x="1311" y="698"/>
                </a:lnTo>
                <a:lnTo>
                  <a:pt x="1311" y="699"/>
                </a:lnTo>
                <a:lnTo>
                  <a:pt x="1310" y="701"/>
                </a:lnTo>
                <a:lnTo>
                  <a:pt x="1308" y="703"/>
                </a:lnTo>
                <a:lnTo>
                  <a:pt x="1309" y="705"/>
                </a:lnTo>
                <a:lnTo>
                  <a:pt x="1309" y="706"/>
                </a:lnTo>
                <a:lnTo>
                  <a:pt x="1308" y="706"/>
                </a:lnTo>
                <a:lnTo>
                  <a:pt x="1307" y="707"/>
                </a:lnTo>
                <a:lnTo>
                  <a:pt x="1307" y="708"/>
                </a:lnTo>
                <a:lnTo>
                  <a:pt x="1307" y="709"/>
                </a:lnTo>
                <a:lnTo>
                  <a:pt x="1306" y="709"/>
                </a:lnTo>
                <a:lnTo>
                  <a:pt x="1305" y="711"/>
                </a:lnTo>
                <a:lnTo>
                  <a:pt x="1304" y="711"/>
                </a:lnTo>
                <a:lnTo>
                  <a:pt x="1302" y="712"/>
                </a:lnTo>
                <a:lnTo>
                  <a:pt x="1303" y="712"/>
                </a:lnTo>
                <a:lnTo>
                  <a:pt x="1302" y="714"/>
                </a:lnTo>
                <a:lnTo>
                  <a:pt x="1302" y="715"/>
                </a:lnTo>
                <a:lnTo>
                  <a:pt x="1301" y="715"/>
                </a:lnTo>
                <a:lnTo>
                  <a:pt x="1301" y="714"/>
                </a:lnTo>
                <a:lnTo>
                  <a:pt x="1300" y="715"/>
                </a:lnTo>
                <a:lnTo>
                  <a:pt x="1299" y="717"/>
                </a:lnTo>
                <a:lnTo>
                  <a:pt x="1299" y="718"/>
                </a:lnTo>
                <a:lnTo>
                  <a:pt x="1297" y="719"/>
                </a:lnTo>
                <a:lnTo>
                  <a:pt x="1297" y="720"/>
                </a:lnTo>
                <a:lnTo>
                  <a:pt x="1296" y="722"/>
                </a:lnTo>
                <a:lnTo>
                  <a:pt x="1296" y="723"/>
                </a:lnTo>
                <a:lnTo>
                  <a:pt x="1297" y="724"/>
                </a:lnTo>
                <a:lnTo>
                  <a:pt x="1296" y="724"/>
                </a:lnTo>
                <a:lnTo>
                  <a:pt x="1296" y="725"/>
                </a:lnTo>
                <a:lnTo>
                  <a:pt x="1295" y="724"/>
                </a:lnTo>
                <a:lnTo>
                  <a:pt x="1294" y="725"/>
                </a:lnTo>
                <a:lnTo>
                  <a:pt x="1293" y="726"/>
                </a:lnTo>
                <a:lnTo>
                  <a:pt x="1293" y="727"/>
                </a:lnTo>
                <a:lnTo>
                  <a:pt x="1293" y="728"/>
                </a:lnTo>
                <a:lnTo>
                  <a:pt x="1292" y="728"/>
                </a:lnTo>
                <a:lnTo>
                  <a:pt x="1292" y="727"/>
                </a:lnTo>
                <a:lnTo>
                  <a:pt x="1291" y="727"/>
                </a:lnTo>
                <a:lnTo>
                  <a:pt x="1290" y="727"/>
                </a:lnTo>
                <a:lnTo>
                  <a:pt x="1290" y="728"/>
                </a:lnTo>
                <a:lnTo>
                  <a:pt x="1289" y="729"/>
                </a:lnTo>
                <a:lnTo>
                  <a:pt x="1288" y="729"/>
                </a:lnTo>
                <a:lnTo>
                  <a:pt x="1287" y="730"/>
                </a:lnTo>
                <a:lnTo>
                  <a:pt x="1287" y="731"/>
                </a:lnTo>
                <a:lnTo>
                  <a:pt x="1287" y="732"/>
                </a:lnTo>
                <a:lnTo>
                  <a:pt x="1287" y="733"/>
                </a:lnTo>
                <a:lnTo>
                  <a:pt x="1286" y="734"/>
                </a:lnTo>
                <a:lnTo>
                  <a:pt x="1284" y="737"/>
                </a:lnTo>
                <a:lnTo>
                  <a:pt x="1282" y="736"/>
                </a:lnTo>
                <a:lnTo>
                  <a:pt x="1281" y="736"/>
                </a:lnTo>
                <a:lnTo>
                  <a:pt x="1281" y="738"/>
                </a:lnTo>
                <a:lnTo>
                  <a:pt x="1280" y="739"/>
                </a:lnTo>
                <a:lnTo>
                  <a:pt x="1279" y="739"/>
                </a:lnTo>
                <a:lnTo>
                  <a:pt x="1277" y="740"/>
                </a:lnTo>
                <a:lnTo>
                  <a:pt x="1277" y="739"/>
                </a:lnTo>
                <a:lnTo>
                  <a:pt x="1276" y="739"/>
                </a:lnTo>
                <a:lnTo>
                  <a:pt x="1275" y="739"/>
                </a:lnTo>
                <a:lnTo>
                  <a:pt x="1273" y="739"/>
                </a:lnTo>
                <a:lnTo>
                  <a:pt x="1272" y="739"/>
                </a:lnTo>
                <a:lnTo>
                  <a:pt x="1271" y="739"/>
                </a:lnTo>
                <a:lnTo>
                  <a:pt x="1270" y="739"/>
                </a:lnTo>
                <a:lnTo>
                  <a:pt x="1270" y="740"/>
                </a:lnTo>
                <a:lnTo>
                  <a:pt x="1267" y="740"/>
                </a:lnTo>
                <a:lnTo>
                  <a:pt x="1266" y="739"/>
                </a:lnTo>
                <a:lnTo>
                  <a:pt x="1265" y="739"/>
                </a:lnTo>
                <a:lnTo>
                  <a:pt x="1264" y="739"/>
                </a:lnTo>
                <a:lnTo>
                  <a:pt x="1262" y="740"/>
                </a:lnTo>
                <a:lnTo>
                  <a:pt x="1261" y="739"/>
                </a:lnTo>
                <a:lnTo>
                  <a:pt x="1261" y="740"/>
                </a:lnTo>
                <a:lnTo>
                  <a:pt x="1260" y="740"/>
                </a:lnTo>
                <a:lnTo>
                  <a:pt x="1260" y="741"/>
                </a:lnTo>
                <a:lnTo>
                  <a:pt x="1259" y="742"/>
                </a:lnTo>
                <a:lnTo>
                  <a:pt x="1258" y="742"/>
                </a:lnTo>
                <a:lnTo>
                  <a:pt x="1254" y="742"/>
                </a:lnTo>
                <a:lnTo>
                  <a:pt x="1253" y="742"/>
                </a:lnTo>
                <a:lnTo>
                  <a:pt x="1253" y="743"/>
                </a:lnTo>
                <a:lnTo>
                  <a:pt x="1254" y="744"/>
                </a:lnTo>
                <a:lnTo>
                  <a:pt x="1255" y="744"/>
                </a:lnTo>
                <a:lnTo>
                  <a:pt x="1256" y="744"/>
                </a:lnTo>
                <a:lnTo>
                  <a:pt x="1256" y="745"/>
                </a:lnTo>
                <a:lnTo>
                  <a:pt x="1257" y="745"/>
                </a:lnTo>
                <a:lnTo>
                  <a:pt x="1258" y="746"/>
                </a:lnTo>
                <a:lnTo>
                  <a:pt x="1259" y="747"/>
                </a:lnTo>
                <a:lnTo>
                  <a:pt x="1258" y="748"/>
                </a:lnTo>
                <a:lnTo>
                  <a:pt x="1259" y="748"/>
                </a:lnTo>
                <a:lnTo>
                  <a:pt x="1260" y="748"/>
                </a:lnTo>
                <a:lnTo>
                  <a:pt x="1260" y="749"/>
                </a:lnTo>
                <a:lnTo>
                  <a:pt x="1260" y="750"/>
                </a:lnTo>
                <a:lnTo>
                  <a:pt x="1259" y="751"/>
                </a:lnTo>
                <a:lnTo>
                  <a:pt x="1259" y="752"/>
                </a:lnTo>
                <a:lnTo>
                  <a:pt x="1258" y="752"/>
                </a:lnTo>
                <a:lnTo>
                  <a:pt x="1258" y="753"/>
                </a:lnTo>
                <a:lnTo>
                  <a:pt x="1257" y="754"/>
                </a:lnTo>
                <a:lnTo>
                  <a:pt x="1257" y="755"/>
                </a:lnTo>
                <a:lnTo>
                  <a:pt x="1256" y="755"/>
                </a:lnTo>
                <a:lnTo>
                  <a:pt x="1255" y="755"/>
                </a:lnTo>
                <a:lnTo>
                  <a:pt x="1255" y="756"/>
                </a:lnTo>
                <a:lnTo>
                  <a:pt x="1255" y="757"/>
                </a:lnTo>
                <a:lnTo>
                  <a:pt x="1254" y="759"/>
                </a:lnTo>
                <a:lnTo>
                  <a:pt x="1253" y="759"/>
                </a:lnTo>
                <a:lnTo>
                  <a:pt x="1251" y="759"/>
                </a:lnTo>
                <a:lnTo>
                  <a:pt x="1250" y="760"/>
                </a:lnTo>
                <a:lnTo>
                  <a:pt x="1249" y="759"/>
                </a:lnTo>
                <a:lnTo>
                  <a:pt x="1249" y="758"/>
                </a:lnTo>
                <a:lnTo>
                  <a:pt x="1246" y="760"/>
                </a:lnTo>
                <a:lnTo>
                  <a:pt x="1245" y="760"/>
                </a:lnTo>
                <a:lnTo>
                  <a:pt x="1245" y="761"/>
                </a:lnTo>
                <a:lnTo>
                  <a:pt x="1244" y="761"/>
                </a:lnTo>
                <a:lnTo>
                  <a:pt x="1244" y="762"/>
                </a:lnTo>
                <a:lnTo>
                  <a:pt x="1243" y="762"/>
                </a:lnTo>
                <a:lnTo>
                  <a:pt x="1243" y="763"/>
                </a:lnTo>
                <a:lnTo>
                  <a:pt x="1241" y="762"/>
                </a:lnTo>
                <a:lnTo>
                  <a:pt x="1241" y="761"/>
                </a:lnTo>
                <a:lnTo>
                  <a:pt x="1240" y="761"/>
                </a:lnTo>
                <a:lnTo>
                  <a:pt x="1238" y="761"/>
                </a:lnTo>
                <a:lnTo>
                  <a:pt x="1238" y="762"/>
                </a:lnTo>
                <a:lnTo>
                  <a:pt x="1237" y="762"/>
                </a:lnTo>
                <a:lnTo>
                  <a:pt x="1236" y="762"/>
                </a:lnTo>
                <a:lnTo>
                  <a:pt x="1236" y="763"/>
                </a:lnTo>
                <a:lnTo>
                  <a:pt x="1236" y="764"/>
                </a:lnTo>
                <a:lnTo>
                  <a:pt x="1236" y="765"/>
                </a:lnTo>
                <a:lnTo>
                  <a:pt x="1236" y="766"/>
                </a:lnTo>
                <a:lnTo>
                  <a:pt x="1235" y="767"/>
                </a:lnTo>
                <a:lnTo>
                  <a:pt x="1234" y="767"/>
                </a:lnTo>
                <a:lnTo>
                  <a:pt x="1234" y="768"/>
                </a:lnTo>
                <a:lnTo>
                  <a:pt x="1233" y="768"/>
                </a:lnTo>
                <a:lnTo>
                  <a:pt x="1232" y="768"/>
                </a:lnTo>
                <a:lnTo>
                  <a:pt x="1230" y="768"/>
                </a:lnTo>
                <a:lnTo>
                  <a:pt x="1229" y="768"/>
                </a:lnTo>
                <a:lnTo>
                  <a:pt x="1227" y="768"/>
                </a:lnTo>
                <a:lnTo>
                  <a:pt x="1226" y="767"/>
                </a:lnTo>
                <a:lnTo>
                  <a:pt x="1224" y="767"/>
                </a:lnTo>
                <a:lnTo>
                  <a:pt x="1224" y="768"/>
                </a:lnTo>
                <a:lnTo>
                  <a:pt x="1224" y="769"/>
                </a:lnTo>
                <a:lnTo>
                  <a:pt x="1225" y="769"/>
                </a:lnTo>
                <a:lnTo>
                  <a:pt x="1225" y="770"/>
                </a:lnTo>
                <a:lnTo>
                  <a:pt x="1225" y="771"/>
                </a:lnTo>
                <a:lnTo>
                  <a:pt x="1224" y="772"/>
                </a:lnTo>
                <a:lnTo>
                  <a:pt x="1224" y="773"/>
                </a:lnTo>
                <a:lnTo>
                  <a:pt x="1222" y="774"/>
                </a:lnTo>
                <a:lnTo>
                  <a:pt x="1221" y="774"/>
                </a:lnTo>
                <a:lnTo>
                  <a:pt x="1220" y="774"/>
                </a:lnTo>
                <a:lnTo>
                  <a:pt x="1220" y="773"/>
                </a:lnTo>
                <a:lnTo>
                  <a:pt x="1219" y="773"/>
                </a:lnTo>
                <a:lnTo>
                  <a:pt x="1218" y="773"/>
                </a:lnTo>
                <a:lnTo>
                  <a:pt x="1217" y="773"/>
                </a:lnTo>
                <a:lnTo>
                  <a:pt x="1216" y="774"/>
                </a:lnTo>
                <a:lnTo>
                  <a:pt x="1215" y="774"/>
                </a:lnTo>
                <a:lnTo>
                  <a:pt x="1214" y="774"/>
                </a:lnTo>
                <a:lnTo>
                  <a:pt x="1212" y="773"/>
                </a:lnTo>
                <a:lnTo>
                  <a:pt x="1212" y="774"/>
                </a:lnTo>
                <a:lnTo>
                  <a:pt x="1210" y="775"/>
                </a:lnTo>
                <a:lnTo>
                  <a:pt x="1209" y="775"/>
                </a:lnTo>
                <a:lnTo>
                  <a:pt x="1208" y="776"/>
                </a:lnTo>
                <a:lnTo>
                  <a:pt x="1208" y="777"/>
                </a:lnTo>
                <a:lnTo>
                  <a:pt x="1208" y="778"/>
                </a:lnTo>
                <a:lnTo>
                  <a:pt x="1208" y="779"/>
                </a:lnTo>
                <a:lnTo>
                  <a:pt x="1207" y="779"/>
                </a:lnTo>
                <a:lnTo>
                  <a:pt x="1206" y="780"/>
                </a:lnTo>
                <a:lnTo>
                  <a:pt x="1206" y="779"/>
                </a:lnTo>
                <a:lnTo>
                  <a:pt x="1206" y="778"/>
                </a:lnTo>
                <a:lnTo>
                  <a:pt x="1205" y="777"/>
                </a:lnTo>
                <a:lnTo>
                  <a:pt x="1202" y="774"/>
                </a:lnTo>
                <a:lnTo>
                  <a:pt x="1201" y="774"/>
                </a:lnTo>
                <a:lnTo>
                  <a:pt x="1200" y="774"/>
                </a:lnTo>
                <a:lnTo>
                  <a:pt x="1199" y="775"/>
                </a:lnTo>
                <a:lnTo>
                  <a:pt x="1199" y="777"/>
                </a:lnTo>
                <a:lnTo>
                  <a:pt x="1200" y="778"/>
                </a:lnTo>
                <a:lnTo>
                  <a:pt x="1200" y="779"/>
                </a:lnTo>
                <a:lnTo>
                  <a:pt x="1199" y="779"/>
                </a:lnTo>
                <a:lnTo>
                  <a:pt x="1199" y="780"/>
                </a:lnTo>
                <a:lnTo>
                  <a:pt x="1198" y="780"/>
                </a:lnTo>
                <a:lnTo>
                  <a:pt x="1197" y="779"/>
                </a:lnTo>
                <a:lnTo>
                  <a:pt x="1197" y="780"/>
                </a:lnTo>
                <a:lnTo>
                  <a:pt x="1197" y="781"/>
                </a:lnTo>
                <a:lnTo>
                  <a:pt x="1198" y="782"/>
                </a:lnTo>
                <a:lnTo>
                  <a:pt x="1199" y="783"/>
                </a:lnTo>
                <a:lnTo>
                  <a:pt x="1199" y="785"/>
                </a:lnTo>
                <a:lnTo>
                  <a:pt x="1200" y="788"/>
                </a:lnTo>
                <a:lnTo>
                  <a:pt x="1199" y="788"/>
                </a:lnTo>
                <a:lnTo>
                  <a:pt x="1198" y="788"/>
                </a:lnTo>
                <a:lnTo>
                  <a:pt x="1197" y="789"/>
                </a:lnTo>
                <a:lnTo>
                  <a:pt x="1197" y="790"/>
                </a:lnTo>
                <a:lnTo>
                  <a:pt x="1195" y="792"/>
                </a:lnTo>
                <a:lnTo>
                  <a:pt x="1195" y="793"/>
                </a:lnTo>
                <a:lnTo>
                  <a:pt x="1196" y="795"/>
                </a:lnTo>
                <a:lnTo>
                  <a:pt x="1197" y="796"/>
                </a:lnTo>
                <a:lnTo>
                  <a:pt x="1198" y="797"/>
                </a:lnTo>
                <a:lnTo>
                  <a:pt x="1197" y="799"/>
                </a:lnTo>
                <a:lnTo>
                  <a:pt x="1196" y="799"/>
                </a:lnTo>
                <a:lnTo>
                  <a:pt x="1193" y="800"/>
                </a:lnTo>
                <a:lnTo>
                  <a:pt x="1192" y="800"/>
                </a:lnTo>
                <a:lnTo>
                  <a:pt x="1190" y="799"/>
                </a:lnTo>
                <a:lnTo>
                  <a:pt x="1189" y="798"/>
                </a:lnTo>
                <a:lnTo>
                  <a:pt x="1188" y="798"/>
                </a:lnTo>
                <a:lnTo>
                  <a:pt x="1188" y="797"/>
                </a:lnTo>
                <a:lnTo>
                  <a:pt x="1187" y="797"/>
                </a:lnTo>
                <a:lnTo>
                  <a:pt x="1186" y="797"/>
                </a:lnTo>
                <a:lnTo>
                  <a:pt x="1185" y="798"/>
                </a:lnTo>
                <a:lnTo>
                  <a:pt x="1186" y="799"/>
                </a:lnTo>
                <a:lnTo>
                  <a:pt x="1186" y="800"/>
                </a:lnTo>
                <a:lnTo>
                  <a:pt x="1187" y="801"/>
                </a:lnTo>
                <a:lnTo>
                  <a:pt x="1187" y="802"/>
                </a:lnTo>
                <a:lnTo>
                  <a:pt x="1187" y="803"/>
                </a:lnTo>
                <a:lnTo>
                  <a:pt x="1188" y="803"/>
                </a:lnTo>
                <a:lnTo>
                  <a:pt x="1189" y="803"/>
                </a:lnTo>
                <a:lnTo>
                  <a:pt x="1190" y="803"/>
                </a:lnTo>
                <a:lnTo>
                  <a:pt x="1191" y="804"/>
                </a:lnTo>
                <a:lnTo>
                  <a:pt x="1191" y="806"/>
                </a:lnTo>
                <a:lnTo>
                  <a:pt x="1192" y="810"/>
                </a:lnTo>
                <a:lnTo>
                  <a:pt x="1191" y="810"/>
                </a:lnTo>
                <a:lnTo>
                  <a:pt x="1191" y="811"/>
                </a:lnTo>
                <a:lnTo>
                  <a:pt x="1191" y="813"/>
                </a:lnTo>
                <a:lnTo>
                  <a:pt x="1192" y="814"/>
                </a:lnTo>
                <a:lnTo>
                  <a:pt x="1192" y="815"/>
                </a:lnTo>
                <a:lnTo>
                  <a:pt x="1192" y="816"/>
                </a:lnTo>
                <a:lnTo>
                  <a:pt x="1191" y="817"/>
                </a:lnTo>
                <a:lnTo>
                  <a:pt x="1191" y="818"/>
                </a:lnTo>
                <a:lnTo>
                  <a:pt x="1192" y="819"/>
                </a:lnTo>
                <a:lnTo>
                  <a:pt x="1194" y="821"/>
                </a:lnTo>
                <a:lnTo>
                  <a:pt x="1194" y="820"/>
                </a:lnTo>
                <a:lnTo>
                  <a:pt x="1195" y="819"/>
                </a:lnTo>
                <a:lnTo>
                  <a:pt x="1198" y="820"/>
                </a:lnTo>
                <a:lnTo>
                  <a:pt x="1199" y="821"/>
                </a:lnTo>
                <a:lnTo>
                  <a:pt x="1199" y="822"/>
                </a:lnTo>
                <a:lnTo>
                  <a:pt x="1200" y="823"/>
                </a:lnTo>
                <a:lnTo>
                  <a:pt x="1200" y="824"/>
                </a:lnTo>
                <a:lnTo>
                  <a:pt x="1199" y="824"/>
                </a:lnTo>
                <a:lnTo>
                  <a:pt x="1199" y="826"/>
                </a:lnTo>
                <a:lnTo>
                  <a:pt x="1200" y="827"/>
                </a:lnTo>
                <a:lnTo>
                  <a:pt x="1201" y="827"/>
                </a:lnTo>
                <a:lnTo>
                  <a:pt x="1202" y="828"/>
                </a:lnTo>
                <a:lnTo>
                  <a:pt x="1203" y="828"/>
                </a:lnTo>
                <a:lnTo>
                  <a:pt x="1205" y="831"/>
                </a:lnTo>
                <a:lnTo>
                  <a:pt x="1205" y="832"/>
                </a:lnTo>
                <a:lnTo>
                  <a:pt x="1206" y="833"/>
                </a:lnTo>
                <a:lnTo>
                  <a:pt x="1207" y="833"/>
                </a:lnTo>
                <a:lnTo>
                  <a:pt x="1207" y="834"/>
                </a:lnTo>
                <a:lnTo>
                  <a:pt x="1208" y="834"/>
                </a:lnTo>
                <a:lnTo>
                  <a:pt x="1207" y="835"/>
                </a:lnTo>
                <a:lnTo>
                  <a:pt x="1207" y="836"/>
                </a:lnTo>
                <a:lnTo>
                  <a:pt x="1205" y="837"/>
                </a:lnTo>
                <a:lnTo>
                  <a:pt x="1202" y="837"/>
                </a:lnTo>
                <a:lnTo>
                  <a:pt x="1198" y="836"/>
                </a:lnTo>
                <a:lnTo>
                  <a:pt x="1197" y="835"/>
                </a:lnTo>
                <a:lnTo>
                  <a:pt x="1196" y="833"/>
                </a:lnTo>
                <a:lnTo>
                  <a:pt x="1195" y="833"/>
                </a:lnTo>
                <a:lnTo>
                  <a:pt x="1194" y="833"/>
                </a:lnTo>
                <a:lnTo>
                  <a:pt x="1194" y="834"/>
                </a:lnTo>
                <a:lnTo>
                  <a:pt x="1194" y="835"/>
                </a:lnTo>
                <a:lnTo>
                  <a:pt x="1193" y="837"/>
                </a:lnTo>
                <a:lnTo>
                  <a:pt x="1192" y="838"/>
                </a:lnTo>
                <a:lnTo>
                  <a:pt x="1191" y="838"/>
                </a:lnTo>
                <a:lnTo>
                  <a:pt x="1190" y="839"/>
                </a:lnTo>
                <a:lnTo>
                  <a:pt x="1189" y="840"/>
                </a:lnTo>
                <a:lnTo>
                  <a:pt x="1190" y="841"/>
                </a:lnTo>
                <a:lnTo>
                  <a:pt x="1190" y="842"/>
                </a:lnTo>
                <a:lnTo>
                  <a:pt x="1189" y="843"/>
                </a:lnTo>
                <a:lnTo>
                  <a:pt x="1188" y="843"/>
                </a:lnTo>
                <a:lnTo>
                  <a:pt x="1186" y="844"/>
                </a:lnTo>
                <a:lnTo>
                  <a:pt x="1185" y="845"/>
                </a:lnTo>
                <a:lnTo>
                  <a:pt x="1185" y="844"/>
                </a:lnTo>
                <a:lnTo>
                  <a:pt x="1184" y="844"/>
                </a:lnTo>
                <a:lnTo>
                  <a:pt x="1183" y="845"/>
                </a:lnTo>
                <a:lnTo>
                  <a:pt x="1182" y="845"/>
                </a:lnTo>
                <a:lnTo>
                  <a:pt x="1182" y="847"/>
                </a:lnTo>
                <a:lnTo>
                  <a:pt x="1181" y="848"/>
                </a:lnTo>
                <a:lnTo>
                  <a:pt x="1182" y="851"/>
                </a:lnTo>
                <a:lnTo>
                  <a:pt x="1183" y="852"/>
                </a:lnTo>
                <a:lnTo>
                  <a:pt x="1183" y="853"/>
                </a:lnTo>
                <a:lnTo>
                  <a:pt x="1184" y="853"/>
                </a:lnTo>
                <a:lnTo>
                  <a:pt x="1185" y="853"/>
                </a:lnTo>
                <a:lnTo>
                  <a:pt x="1187" y="855"/>
                </a:lnTo>
                <a:lnTo>
                  <a:pt x="1188" y="858"/>
                </a:lnTo>
                <a:lnTo>
                  <a:pt x="1188" y="859"/>
                </a:lnTo>
                <a:lnTo>
                  <a:pt x="1184" y="860"/>
                </a:lnTo>
                <a:lnTo>
                  <a:pt x="1181" y="862"/>
                </a:lnTo>
                <a:lnTo>
                  <a:pt x="1181" y="863"/>
                </a:lnTo>
                <a:lnTo>
                  <a:pt x="1179" y="864"/>
                </a:lnTo>
                <a:lnTo>
                  <a:pt x="1178" y="863"/>
                </a:lnTo>
                <a:lnTo>
                  <a:pt x="1176" y="862"/>
                </a:lnTo>
                <a:lnTo>
                  <a:pt x="1175" y="863"/>
                </a:lnTo>
                <a:lnTo>
                  <a:pt x="1174" y="863"/>
                </a:lnTo>
                <a:lnTo>
                  <a:pt x="1173" y="862"/>
                </a:lnTo>
                <a:lnTo>
                  <a:pt x="1173" y="861"/>
                </a:lnTo>
                <a:lnTo>
                  <a:pt x="1173" y="860"/>
                </a:lnTo>
                <a:lnTo>
                  <a:pt x="1173" y="858"/>
                </a:lnTo>
                <a:lnTo>
                  <a:pt x="1173" y="857"/>
                </a:lnTo>
                <a:lnTo>
                  <a:pt x="1172" y="857"/>
                </a:lnTo>
                <a:lnTo>
                  <a:pt x="1171" y="857"/>
                </a:lnTo>
                <a:lnTo>
                  <a:pt x="1170" y="857"/>
                </a:lnTo>
                <a:lnTo>
                  <a:pt x="1166" y="856"/>
                </a:lnTo>
                <a:lnTo>
                  <a:pt x="1166" y="855"/>
                </a:lnTo>
                <a:lnTo>
                  <a:pt x="1165" y="855"/>
                </a:lnTo>
                <a:lnTo>
                  <a:pt x="1163" y="856"/>
                </a:lnTo>
                <a:lnTo>
                  <a:pt x="1162" y="858"/>
                </a:lnTo>
                <a:lnTo>
                  <a:pt x="1162" y="859"/>
                </a:lnTo>
                <a:lnTo>
                  <a:pt x="1161" y="860"/>
                </a:lnTo>
                <a:lnTo>
                  <a:pt x="1160" y="861"/>
                </a:lnTo>
                <a:lnTo>
                  <a:pt x="1159" y="862"/>
                </a:lnTo>
                <a:lnTo>
                  <a:pt x="1159" y="863"/>
                </a:lnTo>
                <a:lnTo>
                  <a:pt x="1160" y="864"/>
                </a:lnTo>
                <a:lnTo>
                  <a:pt x="1158" y="865"/>
                </a:lnTo>
                <a:lnTo>
                  <a:pt x="1156" y="866"/>
                </a:lnTo>
                <a:lnTo>
                  <a:pt x="1154" y="867"/>
                </a:lnTo>
                <a:lnTo>
                  <a:pt x="1152" y="867"/>
                </a:lnTo>
                <a:lnTo>
                  <a:pt x="1151" y="865"/>
                </a:lnTo>
                <a:lnTo>
                  <a:pt x="1151" y="864"/>
                </a:lnTo>
                <a:lnTo>
                  <a:pt x="1149" y="861"/>
                </a:lnTo>
                <a:lnTo>
                  <a:pt x="1148" y="861"/>
                </a:lnTo>
                <a:lnTo>
                  <a:pt x="1147" y="861"/>
                </a:lnTo>
                <a:lnTo>
                  <a:pt x="1146" y="860"/>
                </a:lnTo>
                <a:lnTo>
                  <a:pt x="1146" y="859"/>
                </a:lnTo>
                <a:lnTo>
                  <a:pt x="1145" y="858"/>
                </a:lnTo>
                <a:lnTo>
                  <a:pt x="1144" y="857"/>
                </a:lnTo>
                <a:lnTo>
                  <a:pt x="1140" y="854"/>
                </a:lnTo>
                <a:lnTo>
                  <a:pt x="1140" y="855"/>
                </a:lnTo>
                <a:lnTo>
                  <a:pt x="1138" y="854"/>
                </a:lnTo>
                <a:lnTo>
                  <a:pt x="1137" y="854"/>
                </a:lnTo>
                <a:lnTo>
                  <a:pt x="1137" y="855"/>
                </a:lnTo>
                <a:lnTo>
                  <a:pt x="1136" y="856"/>
                </a:lnTo>
                <a:lnTo>
                  <a:pt x="1136" y="857"/>
                </a:lnTo>
                <a:lnTo>
                  <a:pt x="1136" y="858"/>
                </a:lnTo>
                <a:lnTo>
                  <a:pt x="1136" y="859"/>
                </a:lnTo>
                <a:lnTo>
                  <a:pt x="1135" y="859"/>
                </a:lnTo>
                <a:lnTo>
                  <a:pt x="1134" y="859"/>
                </a:lnTo>
                <a:lnTo>
                  <a:pt x="1133" y="861"/>
                </a:lnTo>
                <a:lnTo>
                  <a:pt x="1133" y="862"/>
                </a:lnTo>
                <a:lnTo>
                  <a:pt x="1133" y="863"/>
                </a:lnTo>
                <a:lnTo>
                  <a:pt x="1132" y="864"/>
                </a:lnTo>
                <a:lnTo>
                  <a:pt x="1131" y="864"/>
                </a:lnTo>
                <a:lnTo>
                  <a:pt x="1130" y="863"/>
                </a:lnTo>
                <a:lnTo>
                  <a:pt x="1127" y="860"/>
                </a:lnTo>
                <a:lnTo>
                  <a:pt x="1126" y="858"/>
                </a:lnTo>
                <a:lnTo>
                  <a:pt x="1125" y="857"/>
                </a:lnTo>
                <a:lnTo>
                  <a:pt x="1124" y="858"/>
                </a:lnTo>
                <a:lnTo>
                  <a:pt x="1123" y="860"/>
                </a:lnTo>
                <a:lnTo>
                  <a:pt x="1121" y="863"/>
                </a:lnTo>
                <a:lnTo>
                  <a:pt x="1121" y="864"/>
                </a:lnTo>
                <a:lnTo>
                  <a:pt x="1121" y="865"/>
                </a:lnTo>
                <a:lnTo>
                  <a:pt x="1121" y="867"/>
                </a:lnTo>
                <a:lnTo>
                  <a:pt x="1122" y="868"/>
                </a:lnTo>
                <a:lnTo>
                  <a:pt x="1125" y="870"/>
                </a:lnTo>
                <a:lnTo>
                  <a:pt x="1126" y="870"/>
                </a:lnTo>
                <a:lnTo>
                  <a:pt x="1127" y="870"/>
                </a:lnTo>
                <a:lnTo>
                  <a:pt x="1128" y="871"/>
                </a:lnTo>
                <a:lnTo>
                  <a:pt x="1128" y="872"/>
                </a:lnTo>
                <a:lnTo>
                  <a:pt x="1129" y="876"/>
                </a:lnTo>
                <a:lnTo>
                  <a:pt x="1129" y="877"/>
                </a:lnTo>
                <a:lnTo>
                  <a:pt x="1128" y="878"/>
                </a:lnTo>
                <a:lnTo>
                  <a:pt x="1127" y="877"/>
                </a:lnTo>
                <a:lnTo>
                  <a:pt x="1126" y="877"/>
                </a:lnTo>
                <a:lnTo>
                  <a:pt x="1126" y="879"/>
                </a:lnTo>
                <a:lnTo>
                  <a:pt x="1127" y="880"/>
                </a:lnTo>
                <a:lnTo>
                  <a:pt x="1128" y="880"/>
                </a:lnTo>
                <a:lnTo>
                  <a:pt x="1128" y="882"/>
                </a:lnTo>
                <a:lnTo>
                  <a:pt x="1127" y="883"/>
                </a:lnTo>
                <a:lnTo>
                  <a:pt x="1127" y="884"/>
                </a:lnTo>
                <a:lnTo>
                  <a:pt x="1127" y="886"/>
                </a:lnTo>
                <a:lnTo>
                  <a:pt x="1127" y="888"/>
                </a:lnTo>
                <a:lnTo>
                  <a:pt x="1126" y="888"/>
                </a:lnTo>
                <a:lnTo>
                  <a:pt x="1126" y="889"/>
                </a:lnTo>
                <a:lnTo>
                  <a:pt x="1127" y="891"/>
                </a:lnTo>
                <a:lnTo>
                  <a:pt x="1128" y="893"/>
                </a:lnTo>
                <a:lnTo>
                  <a:pt x="1129" y="895"/>
                </a:lnTo>
                <a:lnTo>
                  <a:pt x="1129" y="896"/>
                </a:lnTo>
                <a:lnTo>
                  <a:pt x="1129" y="899"/>
                </a:lnTo>
                <a:lnTo>
                  <a:pt x="1129" y="900"/>
                </a:lnTo>
                <a:lnTo>
                  <a:pt x="1128" y="900"/>
                </a:lnTo>
                <a:lnTo>
                  <a:pt x="1128" y="901"/>
                </a:lnTo>
                <a:lnTo>
                  <a:pt x="1128" y="902"/>
                </a:lnTo>
                <a:lnTo>
                  <a:pt x="1131" y="903"/>
                </a:lnTo>
                <a:lnTo>
                  <a:pt x="1132" y="903"/>
                </a:lnTo>
                <a:lnTo>
                  <a:pt x="1134" y="905"/>
                </a:lnTo>
                <a:lnTo>
                  <a:pt x="1135" y="906"/>
                </a:lnTo>
                <a:lnTo>
                  <a:pt x="1135" y="907"/>
                </a:lnTo>
                <a:lnTo>
                  <a:pt x="1134" y="908"/>
                </a:lnTo>
                <a:lnTo>
                  <a:pt x="1133" y="909"/>
                </a:lnTo>
                <a:lnTo>
                  <a:pt x="1132" y="910"/>
                </a:lnTo>
                <a:lnTo>
                  <a:pt x="1133" y="911"/>
                </a:lnTo>
                <a:lnTo>
                  <a:pt x="1134" y="911"/>
                </a:lnTo>
                <a:lnTo>
                  <a:pt x="1133" y="911"/>
                </a:lnTo>
                <a:lnTo>
                  <a:pt x="1133" y="910"/>
                </a:lnTo>
                <a:lnTo>
                  <a:pt x="1134" y="911"/>
                </a:lnTo>
                <a:lnTo>
                  <a:pt x="1135" y="911"/>
                </a:lnTo>
                <a:lnTo>
                  <a:pt x="1135" y="912"/>
                </a:lnTo>
                <a:lnTo>
                  <a:pt x="1135" y="913"/>
                </a:lnTo>
                <a:lnTo>
                  <a:pt x="1136" y="913"/>
                </a:lnTo>
                <a:lnTo>
                  <a:pt x="1136" y="914"/>
                </a:lnTo>
                <a:lnTo>
                  <a:pt x="1137" y="914"/>
                </a:lnTo>
                <a:lnTo>
                  <a:pt x="1137" y="915"/>
                </a:lnTo>
                <a:lnTo>
                  <a:pt x="1136" y="916"/>
                </a:lnTo>
                <a:lnTo>
                  <a:pt x="1136" y="917"/>
                </a:lnTo>
                <a:lnTo>
                  <a:pt x="1136" y="918"/>
                </a:lnTo>
                <a:lnTo>
                  <a:pt x="1136" y="919"/>
                </a:lnTo>
                <a:lnTo>
                  <a:pt x="1135" y="919"/>
                </a:lnTo>
                <a:lnTo>
                  <a:pt x="1133" y="919"/>
                </a:lnTo>
                <a:lnTo>
                  <a:pt x="1132" y="919"/>
                </a:lnTo>
                <a:lnTo>
                  <a:pt x="1131" y="919"/>
                </a:lnTo>
                <a:lnTo>
                  <a:pt x="1130" y="919"/>
                </a:lnTo>
                <a:lnTo>
                  <a:pt x="1129" y="919"/>
                </a:lnTo>
                <a:lnTo>
                  <a:pt x="1129" y="920"/>
                </a:lnTo>
                <a:lnTo>
                  <a:pt x="1128" y="919"/>
                </a:lnTo>
                <a:lnTo>
                  <a:pt x="1127" y="919"/>
                </a:lnTo>
                <a:lnTo>
                  <a:pt x="1126" y="919"/>
                </a:lnTo>
                <a:lnTo>
                  <a:pt x="1126" y="920"/>
                </a:lnTo>
                <a:lnTo>
                  <a:pt x="1125" y="920"/>
                </a:lnTo>
                <a:lnTo>
                  <a:pt x="1125" y="919"/>
                </a:lnTo>
                <a:lnTo>
                  <a:pt x="1123" y="919"/>
                </a:lnTo>
                <a:lnTo>
                  <a:pt x="1122" y="918"/>
                </a:lnTo>
                <a:lnTo>
                  <a:pt x="1121" y="917"/>
                </a:lnTo>
                <a:lnTo>
                  <a:pt x="1121" y="916"/>
                </a:lnTo>
                <a:lnTo>
                  <a:pt x="1120" y="916"/>
                </a:lnTo>
                <a:lnTo>
                  <a:pt x="1119" y="916"/>
                </a:lnTo>
                <a:lnTo>
                  <a:pt x="1118" y="916"/>
                </a:lnTo>
                <a:lnTo>
                  <a:pt x="1118" y="915"/>
                </a:lnTo>
                <a:lnTo>
                  <a:pt x="1117" y="914"/>
                </a:lnTo>
                <a:lnTo>
                  <a:pt x="1116" y="914"/>
                </a:lnTo>
                <a:lnTo>
                  <a:pt x="1116" y="915"/>
                </a:lnTo>
                <a:lnTo>
                  <a:pt x="1116" y="919"/>
                </a:lnTo>
                <a:lnTo>
                  <a:pt x="1115" y="919"/>
                </a:lnTo>
                <a:lnTo>
                  <a:pt x="1115" y="920"/>
                </a:lnTo>
                <a:lnTo>
                  <a:pt x="1114" y="920"/>
                </a:lnTo>
                <a:lnTo>
                  <a:pt x="1113" y="919"/>
                </a:lnTo>
                <a:lnTo>
                  <a:pt x="1112" y="920"/>
                </a:lnTo>
                <a:lnTo>
                  <a:pt x="1111" y="921"/>
                </a:lnTo>
                <a:lnTo>
                  <a:pt x="1111" y="922"/>
                </a:lnTo>
                <a:lnTo>
                  <a:pt x="1110" y="922"/>
                </a:lnTo>
                <a:lnTo>
                  <a:pt x="1106" y="922"/>
                </a:lnTo>
                <a:lnTo>
                  <a:pt x="1106" y="923"/>
                </a:lnTo>
                <a:lnTo>
                  <a:pt x="1104" y="922"/>
                </a:lnTo>
                <a:lnTo>
                  <a:pt x="1102" y="921"/>
                </a:lnTo>
                <a:lnTo>
                  <a:pt x="1101" y="921"/>
                </a:lnTo>
                <a:lnTo>
                  <a:pt x="1102" y="920"/>
                </a:lnTo>
                <a:lnTo>
                  <a:pt x="1100" y="919"/>
                </a:lnTo>
                <a:lnTo>
                  <a:pt x="1099" y="919"/>
                </a:lnTo>
                <a:lnTo>
                  <a:pt x="1098" y="919"/>
                </a:lnTo>
                <a:lnTo>
                  <a:pt x="1097" y="920"/>
                </a:lnTo>
                <a:lnTo>
                  <a:pt x="1096" y="919"/>
                </a:lnTo>
                <a:lnTo>
                  <a:pt x="1095" y="919"/>
                </a:lnTo>
                <a:lnTo>
                  <a:pt x="1093" y="920"/>
                </a:lnTo>
                <a:lnTo>
                  <a:pt x="1091" y="920"/>
                </a:lnTo>
                <a:lnTo>
                  <a:pt x="1090" y="920"/>
                </a:lnTo>
                <a:lnTo>
                  <a:pt x="1089" y="922"/>
                </a:lnTo>
                <a:lnTo>
                  <a:pt x="1088" y="922"/>
                </a:lnTo>
                <a:lnTo>
                  <a:pt x="1087" y="921"/>
                </a:lnTo>
                <a:lnTo>
                  <a:pt x="1086" y="919"/>
                </a:lnTo>
                <a:lnTo>
                  <a:pt x="1085" y="919"/>
                </a:lnTo>
                <a:lnTo>
                  <a:pt x="1084" y="919"/>
                </a:lnTo>
                <a:lnTo>
                  <a:pt x="1082" y="923"/>
                </a:lnTo>
                <a:lnTo>
                  <a:pt x="1081" y="924"/>
                </a:lnTo>
                <a:lnTo>
                  <a:pt x="1082" y="925"/>
                </a:lnTo>
                <a:lnTo>
                  <a:pt x="1082" y="926"/>
                </a:lnTo>
                <a:lnTo>
                  <a:pt x="1081" y="926"/>
                </a:lnTo>
                <a:lnTo>
                  <a:pt x="1080" y="924"/>
                </a:lnTo>
                <a:lnTo>
                  <a:pt x="1080" y="923"/>
                </a:lnTo>
                <a:lnTo>
                  <a:pt x="1080" y="922"/>
                </a:lnTo>
                <a:lnTo>
                  <a:pt x="1079" y="922"/>
                </a:lnTo>
                <a:lnTo>
                  <a:pt x="1079" y="923"/>
                </a:lnTo>
                <a:lnTo>
                  <a:pt x="1079" y="924"/>
                </a:lnTo>
                <a:lnTo>
                  <a:pt x="1078" y="926"/>
                </a:lnTo>
                <a:lnTo>
                  <a:pt x="1077" y="927"/>
                </a:lnTo>
                <a:lnTo>
                  <a:pt x="1075" y="928"/>
                </a:lnTo>
                <a:lnTo>
                  <a:pt x="1072" y="929"/>
                </a:lnTo>
                <a:lnTo>
                  <a:pt x="1071" y="929"/>
                </a:lnTo>
                <a:lnTo>
                  <a:pt x="1071" y="928"/>
                </a:lnTo>
                <a:lnTo>
                  <a:pt x="1070" y="927"/>
                </a:lnTo>
                <a:lnTo>
                  <a:pt x="1069" y="926"/>
                </a:lnTo>
                <a:lnTo>
                  <a:pt x="1067" y="926"/>
                </a:lnTo>
                <a:lnTo>
                  <a:pt x="1066" y="926"/>
                </a:lnTo>
                <a:lnTo>
                  <a:pt x="1065" y="926"/>
                </a:lnTo>
                <a:lnTo>
                  <a:pt x="1064" y="926"/>
                </a:lnTo>
                <a:lnTo>
                  <a:pt x="1062" y="925"/>
                </a:lnTo>
                <a:lnTo>
                  <a:pt x="1062" y="924"/>
                </a:lnTo>
                <a:lnTo>
                  <a:pt x="1061" y="924"/>
                </a:lnTo>
                <a:lnTo>
                  <a:pt x="1059" y="925"/>
                </a:lnTo>
                <a:lnTo>
                  <a:pt x="1059" y="926"/>
                </a:lnTo>
                <a:lnTo>
                  <a:pt x="1057" y="928"/>
                </a:lnTo>
                <a:lnTo>
                  <a:pt x="1056" y="928"/>
                </a:lnTo>
                <a:lnTo>
                  <a:pt x="1055" y="929"/>
                </a:lnTo>
                <a:lnTo>
                  <a:pt x="1052" y="931"/>
                </a:lnTo>
                <a:lnTo>
                  <a:pt x="1051" y="931"/>
                </a:lnTo>
                <a:lnTo>
                  <a:pt x="1051" y="932"/>
                </a:lnTo>
                <a:lnTo>
                  <a:pt x="1052" y="934"/>
                </a:lnTo>
                <a:lnTo>
                  <a:pt x="1052" y="936"/>
                </a:lnTo>
                <a:lnTo>
                  <a:pt x="1051" y="937"/>
                </a:lnTo>
                <a:lnTo>
                  <a:pt x="1050" y="938"/>
                </a:lnTo>
                <a:lnTo>
                  <a:pt x="1050" y="939"/>
                </a:lnTo>
                <a:lnTo>
                  <a:pt x="1050" y="943"/>
                </a:lnTo>
                <a:lnTo>
                  <a:pt x="1050" y="946"/>
                </a:lnTo>
                <a:lnTo>
                  <a:pt x="1050" y="947"/>
                </a:lnTo>
                <a:lnTo>
                  <a:pt x="1051" y="947"/>
                </a:lnTo>
                <a:lnTo>
                  <a:pt x="1051" y="948"/>
                </a:lnTo>
                <a:lnTo>
                  <a:pt x="1050" y="950"/>
                </a:lnTo>
                <a:lnTo>
                  <a:pt x="1049" y="951"/>
                </a:lnTo>
                <a:lnTo>
                  <a:pt x="1050" y="951"/>
                </a:lnTo>
                <a:lnTo>
                  <a:pt x="1050" y="952"/>
                </a:lnTo>
                <a:lnTo>
                  <a:pt x="1050" y="953"/>
                </a:lnTo>
                <a:lnTo>
                  <a:pt x="1051" y="953"/>
                </a:lnTo>
                <a:lnTo>
                  <a:pt x="1051" y="954"/>
                </a:lnTo>
                <a:lnTo>
                  <a:pt x="1050" y="955"/>
                </a:lnTo>
                <a:lnTo>
                  <a:pt x="1049" y="955"/>
                </a:lnTo>
                <a:lnTo>
                  <a:pt x="1048" y="956"/>
                </a:lnTo>
                <a:lnTo>
                  <a:pt x="1048" y="958"/>
                </a:lnTo>
                <a:lnTo>
                  <a:pt x="1049" y="960"/>
                </a:lnTo>
                <a:lnTo>
                  <a:pt x="1048" y="961"/>
                </a:lnTo>
                <a:lnTo>
                  <a:pt x="1047" y="961"/>
                </a:lnTo>
                <a:lnTo>
                  <a:pt x="1045" y="963"/>
                </a:lnTo>
                <a:lnTo>
                  <a:pt x="1045" y="964"/>
                </a:lnTo>
                <a:lnTo>
                  <a:pt x="1045" y="965"/>
                </a:lnTo>
                <a:lnTo>
                  <a:pt x="1046" y="965"/>
                </a:lnTo>
                <a:lnTo>
                  <a:pt x="1047" y="965"/>
                </a:lnTo>
                <a:lnTo>
                  <a:pt x="1047" y="968"/>
                </a:lnTo>
                <a:lnTo>
                  <a:pt x="1045" y="971"/>
                </a:lnTo>
                <a:lnTo>
                  <a:pt x="1044" y="972"/>
                </a:lnTo>
                <a:lnTo>
                  <a:pt x="1041" y="972"/>
                </a:lnTo>
                <a:lnTo>
                  <a:pt x="1040" y="971"/>
                </a:lnTo>
                <a:lnTo>
                  <a:pt x="1039" y="972"/>
                </a:lnTo>
                <a:lnTo>
                  <a:pt x="1037" y="973"/>
                </a:lnTo>
                <a:lnTo>
                  <a:pt x="1034" y="973"/>
                </a:lnTo>
                <a:lnTo>
                  <a:pt x="1034" y="974"/>
                </a:lnTo>
                <a:lnTo>
                  <a:pt x="1034" y="975"/>
                </a:lnTo>
                <a:lnTo>
                  <a:pt x="1033" y="975"/>
                </a:lnTo>
                <a:lnTo>
                  <a:pt x="1029" y="975"/>
                </a:lnTo>
                <a:lnTo>
                  <a:pt x="1028" y="974"/>
                </a:lnTo>
                <a:lnTo>
                  <a:pt x="1027" y="974"/>
                </a:lnTo>
                <a:lnTo>
                  <a:pt x="1027" y="975"/>
                </a:lnTo>
                <a:lnTo>
                  <a:pt x="1027" y="976"/>
                </a:lnTo>
                <a:lnTo>
                  <a:pt x="1027" y="977"/>
                </a:lnTo>
                <a:lnTo>
                  <a:pt x="1026" y="977"/>
                </a:lnTo>
                <a:lnTo>
                  <a:pt x="1025" y="977"/>
                </a:lnTo>
                <a:lnTo>
                  <a:pt x="1024" y="977"/>
                </a:lnTo>
                <a:lnTo>
                  <a:pt x="1023" y="975"/>
                </a:lnTo>
                <a:lnTo>
                  <a:pt x="1022" y="974"/>
                </a:lnTo>
                <a:lnTo>
                  <a:pt x="1021" y="971"/>
                </a:lnTo>
                <a:lnTo>
                  <a:pt x="1021" y="970"/>
                </a:lnTo>
                <a:lnTo>
                  <a:pt x="1021" y="969"/>
                </a:lnTo>
                <a:lnTo>
                  <a:pt x="1020" y="968"/>
                </a:lnTo>
                <a:lnTo>
                  <a:pt x="1019" y="969"/>
                </a:lnTo>
                <a:lnTo>
                  <a:pt x="1018" y="970"/>
                </a:lnTo>
                <a:lnTo>
                  <a:pt x="1018" y="971"/>
                </a:lnTo>
                <a:lnTo>
                  <a:pt x="1019" y="972"/>
                </a:lnTo>
                <a:lnTo>
                  <a:pt x="1018" y="973"/>
                </a:lnTo>
                <a:lnTo>
                  <a:pt x="1017" y="975"/>
                </a:lnTo>
                <a:lnTo>
                  <a:pt x="1017" y="976"/>
                </a:lnTo>
                <a:lnTo>
                  <a:pt x="1017" y="978"/>
                </a:lnTo>
                <a:lnTo>
                  <a:pt x="1016" y="978"/>
                </a:lnTo>
                <a:lnTo>
                  <a:pt x="1015" y="979"/>
                </a:lnTo>
                <a:lnTo>
                  <a:pt x="1015" y="980"/>
                </a:lnTo>
                <a:lnTo>
                  <a:pt x="1015" y="983"/>
                </a:lnTo>
                <a:lnTo>
                  <a:pt x="1016" y="984"/>
                </a:lnTo>
                <a:lnTo>
                  <a:pt x="1017" y="987"/>
                </a:lnTo>
                <a:lnTo>
                  <a:pt x="1017" y="989"/>
                </a:lnTo>
                <a:lnTo>
                  <a:pt x="1017" y="990"/>
                </a:lnTo>
                <a:lnTo>
                  <a:pt x="1017" y="991"/>
                </a:lnTo>
                <a:lnTo>
                  <a:pt x="1016" y="991"/>
                </a:lnTo>
                <a:lnTo>
                  <a:pt x="1016" y="992"/>
                </a:lnTo>
                <a:lnTo>
                  <a:pt x="1017" y="992"/>
                </a:lnTo>
                <a:lnTo>
                  <a:pt x="1017" y="993"/>
                </a:lnTo>
                <a:lnTo>
                  <a:pt x="1017" y="994"/>
                </a:lnTo>
                <a:lnTo>
                  <a:pt x="1018" y="994"/>
                </a:lnTo>
                <a:lnTo>
                  <a:pt x="1018" y="995"/>
                </a:lnTo>
                <a:lnTo>
                  <a:pt x="1018" y="996"/>
                </a:lnTo>
                <a:lnTo>
                  <a:pt x="1019" y="997"/>
                </a:lnTo>
                <a:lnTo>
                  <a:pt x="1019" y="998"/>
                </a:lnTo>
                <a:lnTo>
                  <a:pt x="1019" y="999"/>
                </a:lnTo>
                <a:lnTo>
                  <a:pt x="1019" y="1000"/>
                </a:lnTo>
                <a:lnTo>
                  <a:pt x="1020" y="1001"/>
                </a:lnTo>
                <a:lnTo>
                  <a:pt x="1020" y="1002"/>
                </a:lnTo>
                <a:lnTo>
                  <a:pt x="1020" y="1003"/>
                </a:lnTo>
                <a:lnTo>
                  <a:pt x="1021" y="1004"/>
                </a:lnTo>
                <a:lnTo>
                  <a:pt x="1021" y="1005"/>
                </a:lnTo>
                <a:lnTo>
                  <a:pt x="1022" y="1005"/>
                </a:lnTo>
                <a:lnTo>
                  <a:pt x="1022" y="1006"/>
                </a:lnTo>
                <a:lnTo>
                  <a:pt x="1022" y="1007"/>
                </a:lnTo>
                <a:lnTo>
                  <a:pt x="1022" y="1006"/>
                </a:lnTo>
                <a:lnTo>
                  <a:pt x="1021" y="1005"/>
                </a:lnTo>
                <a:lnTo>
                  <a:pt x="1020" y="1005"/>
                </a:lnTo>
                <a:lnTo>
                  <a:pt x="1020" y="1004"/>
                </a:lnTo>
                <a:lnTo>
                  <a:pt x="1019" y="1004"/>
                </a:lnTo>
                <a:lnTo>
                  <a:pt x="1019" y="1005"/>
                </a:lnTo>
                <a:lnTo>
                  <a:pt x="1019" y="1007"/>
                </a:lnTo>
                <a:lnTo>
                  <a:pt x="1019" y="1008"/>
                </a:lnTo>
                <a:lnTo>
                  <a:pt x="1020" y="1009"/>
                </a:lnTo>
                <a:lnTo>
                  <a:pt x="1020" y="1010"/>
                </a:lnTo>
                <a:lnTo>
                  <a:pt x="1020" y="1011"/>
                </a:lnTo>
                <a:lnTo>
                  <a:pt x="1019" y="1012"/>
                </a:lnTo>
                <a:lnTo>
                  <a:pt x="1018" y="1012"/>
                </a:lnTo>
                <a:lnTo>
                  <a:pt x="1017" y="1012"/>
                </a:lnTo>
                <a:lnTo>
                  <a:pt x="1017" y="1011"/>
                </a:lnTo>
                <a:lnTo>
                  <a:pt x="1016" y="1011"/>
                </a:lnTo>
                <a:lnTo>
                  <a:pt x="1015" y="1010"/>
                </a:lnTo>
                <a:lnTo>
                  <a:pt x="1014" y="1010"/>
                </a:lnTo>
                <a:lnTo>
                  <a:pt x="1014" y="1011"/>
                </a:lnTo>
                <a:lnTo>
                  <a:pt x="1013" y="1010"/>
                </a:lnTo>
                <a:lnTo>
                  <a:pt x="1012" y="1010"/>
                </a:lnTo>
                <a:lnTo>
                  <a:pt x="1011" y="1010"/>
                </a:lnTo>
                <a:lnTo>
                  <a:pt x="1012" y="1010"/>
                </a:lnTo>
                <a:lnTo>
                  <a:pt x="1012" y="1009"/>
                </a:lnTo>
                <a:lnTo>
                  <a:pt x="1011" y="1009"/>
                </a:lnTo>
                <a:lnTo>
                  <a:pt x="1011" y="1008"/>
                </a:lnTo>
                <a:lnTo>
                  <a:pt x="1010" y="1008"/>
                </a:lnTo>
                <a:lnTo>
                  <a:pt x="1009" y="1008"/>
                </a:lnTo>
                <a:lnTo>
                  <a:pt x="1008" y="1007"/>
                </a:lnTo>
                <a:lnTo>
                  <a:pt x="1007" y="1006"/>
                </a:lnTo>
                <a:lnTo>
                  <a:pt x="1006" y="1006"/>
                </a:lnTo>
                <a:lnTo>
                  <a:pt x="1006" y="1005"/>
                </a:lnTo>
                <a:lnTo>
                  <a:pt x="1005" y="1005"/>
                </a:lnTo>
                <a:lnTo>
                  <a:pt x="1004" y="1005"/>
                </a:lnTo>
                <a:lnTo>
                  <a:pt x="1003" y="1005"/>
                </a:lnTo>
                <a:lnTo>
                  <a:pt x="1003" y="1004"/>
                </a:lnTo>
                <a:lnTo>
                  <a:pt x="1002" y="1003"/>
                </a:lnTo>
                <a:lnTo>
                  <a:pt x="1001" y="1002"/>
                </a:lnTo>
                <a:lnTo>
                  <a:pt x="1000" y="1002"/>
                </a:lnTo>
                <a:lnTo>
                  <a:pt x="1000" y="1001"/>
                </a:lnTo>
                <a:lnTo>
                  <a:pt x="999" y="1001"/>
                </a:lnTo>
                <a:lnTo>
                  <a:pt x="999" y="1000"/>
                </a:lnTo>
                <a:lnTo>
                  <a:pt x="1000" y="1000"/>
                </a:lnTo>
                <a:lnTo>
                  <a:pt x="1001" y="999"/>
                </a:lnTo>
                <a:lnTo>
                  <a:pt x="1001" y="998"/>
                </a:lnTo>
                <a:lnTo>
                  <a:pt x="1002" y="994"/>
                </a:lnTo>
                <a:lnTo>
                  <a:pt x="1002" y="991"/>
                </a:lnTo>
                <a:lnTo>
                  <a:pt x="1003" y="990"/>
                </a:lnTo>
                <a:lnTo>
                  <a:pt x="1003" y="989"/>
                </a:lnTo>
                <a:lnTo>
                  <a:pt x="1002" y="989"/>
                </a:lnTo>
                <a:lnTo>
                  <a:pt x="1002" y="988"/>
                </a:lnTo>
                <a:lnTo>
                  <a:pt x="1001" y="988"/>
                </a:lnTo>
                <a:lnTo>
                  <a:pt x="1002" y="988"/>
                </a:lnTo>
                <a:lnTo>
                  <a:pt x="1002" y="986"/>
                </a:lnTo>
                <a:lnTo>
                  <a:pt x="1001" y="986"/>
                </a:lnTo>
                <a:lnTo>
                  <a:pt x="1001" y="985"/>
                </a:lnTo>
                <a:lnTo>
                  <a:pt x="1002" y="985"/>
                </a:lnTo>
                <a:lnTo>
                  <a:pt x="1002" y="984"/>
                </a:lnTo>
                <a:lnTo>
                  <a:pt x="1003" y="984"/>
                </a:lnTo>
                <a:lnTo>
                  <a:pt x="1002" y="984"/>
                </a:lnTo>
                <a:lnTo>
                  <a:pt x="1003" y="984"/>
                </a:lnTo>
                <a:lnTo>
                  <a:pt x="1003" y="983"/>
                </a:lnTo>
                <a:lnTo>
                  <a:pt x="1002" y="983"/>
                </a:lnTo>
                <a:lnTo>
                  <a:pt x="1002" y="982"/>
                </a:lnTo>
                <a:lnTo>
                  <a:pt x="1003" y="982"/>
                </a:lnTo>
                <a:lnTo>
                  <a:pt x="1004" y="982"/>
                </a:lnTo>
                <a:lnTo>
                  <a:pt x="1003" y="982"/>
                </a:lnTo>
                <a:lnTo>
                  <a:pt x="1002" y="982"/>
                </a:lnTo>
                <a:lnTo>
                  <a:pt x="1001" y="982"/>
                </a:lnTo>
                <a:lnTo>
                  <a:pt x="1001" y="983"/>
                </a:lnTo>
                <a:lnTo>
                  <a:pt x="1000" y="984"/>
                </a:lnTo>
                <a:lnTo>
                  <a:pt x="999" y="984"/>
                </a:lnTo>
                <a:lnTo>
                  <a:pt x="998" y="984"/>
                </a:lnTo>
                <a:lnTo>
                  <a:pt x="998" y="985"/>
                </a:lnTo>
                <a:lnTo>
                  <a:pt x="997" y="985"/>
                </a:lnTo>
                <a:lnTo>
                  <a:pt x="996" y="985"/>
                </a:lnTo>
                <a:lnTo>
                  <a:pt x="996" y="986"/>
                </a:lnTo>
                <a:lnTo>
                  <a:pt x="996" y="987"/>
                </a:lnTo>
                <a:lnTo>
                  <a:pt x="995" y="987"/>
                </a:lnTo>
                <a:lnTo>
                  <a:pt x="995" y="988"/>
                </a:lnTo>
                <a:lnTo>
                  <a:pt x="995" y="989"/>
                </a:lnTo>
                <a:lnTo>
                  <a:pt x="995" y="990"/>
                </a:lnTo>
                <a:lnTo>
                  <a:pt x="995" y="991"/>
                </a:lnTo>
                <a:lnTo>
                  <a:pt x="995" y="992"/>
                </a:lnTo>
                <a:lnTo>
                  <a:pt x="996" y="992"/>
                </a:lnTo>
                <a:lnTo>
                  <a:pt x="996" y="993"/>
                </a:lnTo>
                <a:lnTo>
                  <a:pt x="995" y="993"/>
                </a:lnTo>
                <a:lnTo>
                  <a:pt x="994" y="992"/>
                </a:lnTo>
                <a:lnTo>
                  <a:pt x="992" y="991"/>
                </a:lnTo>
                <a:lnTo>
                  <a:pt x="991" y="991"/>
                </a:lnTo>
                <a:lnTo>
                  <a:pt x="991" y="990"/>
                </a:lnTo>
                <a:lnTo>
                  <a:pt x="990" y="989"/>
                </a:lnTo>
                <a:lnTo>
                  <a:pt x="990" y="988"/>
                </a:lnTo>
                <a:lnTo>
                  <a:pt x="991" y="988"/>
                </a:lnTo>
                <a:lnTo>
                  <a:pt x="991" y="987"/>
                </a:lnTo>
                <a:lnTo>
                  <a:pt x="991" y="986"/>
                </a:lnTo>
                <a:lnTo>
                  <a:pt x="991" y="985"/>
                </a:lnTo>
                <a:lnTo>
                  <a:pt x="990" y="985"/>
                </a:lnTo>
                <a:lnTo>
                  <a:pt x="989" y="984"/>
                </a:lnTo>
                <a:lnTo>
                  <a:pt x="989" y="983"/>
                </a:lnTo>
                <a:lnTo>
                  <a:pt x="989" y="982"/>
                </a:lnTo>
                <a:lnTo>
                  <a:pt x="988" y="982"/>
                </a:lnTo>
                <a:lnTo>
                  <a:pt x="988" y="981"/>
                </a:lnTo>
                <a:lnTo>
                  <a:pt x="989" y="981"/>
                </a:lnTo>
                <a:lnTo>
                  <a:pt x="989" y="979"/>
                </a:lnTo>
                <a:lnTo>
                  <a:pt x="989" y="978"/>
                </a:lnTo>
                <a:lnTo>
                  <a:pt x="989" y="977"/>
                </a:lnTo>
                <a:lnTo>
                  <a:pt x="990" y="977"/>
                </a:lnTo>
                <a:lnTo>
                  <a:pt x="990" y="976"/>
                </a:lnTo>
                <a:lnTo>
                  <a:pt x="991" y="976"/>
                </a:lnTo>
                <a:lnTo>
                  <a:pt x="989" y="976"/>
                </a:lnTo>
                <a:lnTo>
                  <a:pt x="989" y="977"/>
                </a:lnTo>
                <a:lnTo>
                  <a:pt x="988" y="977"/>
                </a:lnTo>
                <a:lnTo>
                  <a:pt x="987" y="978"/>
                </a:lnTo>
                <a:lnTo>
                  <a:pt x="987" y="979"/>
                </a:lnTo>
                <a:lnTo>
                  <a:pt x="986" y="979"/>
                </a:lnTo>
                <a:lnTo>
                  <a:pt x="986" y="980"/>
                </a:lnTo>
                <a:lnTo>
                  <a:pt x="985" y="980"/>
                </a:lnTo>
                <a:lnTo>
                  <a:pt x="984" y="980"/>
                </a:lnTo>
                <a:lnTo>
                  <a:pt x="984" y="979"/>
                </a:lnTo>
                <a:lnTo>
                  <a:pt x="984" y="978"/>
                </a:lnTo>
                <a:lnTo>
                  <a:pt x="984" y="977"/>
                </a:lnTo>
                <a:lnTo>
                  <a:pt x="984" y="975"/>
                </a:lnTo>
                <a:lnTo>
                  <a:pt x="983" y="974"/>
                </a:lnTo>
                <a:lnTo>
                  <a:pt x="983" y="975"/>
                </a:lnTo>
                <a:lnTo>
                  <a:pt x="982" y="975"/>
                </a:lnTo>
                <a:lnTo>
                  <a:pt x="982" y="974"/>
                </a:lnTo>
                <a:lnTo>
                  <a:pt x="983" y="974"/>
                </a:lnTo>
                <a:lnTo>
                  <a:pt x="983" y="973"/>
                </a:lnTo>
                <a:lnTo>
                  <a:pt x="983" y="972"/>
                </a:lnTo>
                <a:lnTo>
                  <a:pt x="982" y="972"/>
                </a:lnTo>
                <a:lnTo>
                  <a:pt x="981" y="972"/>
                </a:lnTo>
                <a:lnTo>
                  <a:pt x="980" y="972"/>
                </a:lnTo>
                <a:lnTo>
                  <a:pt x="980" y="971"/>
                </a:lnTo>
                <a:lnTo>
                  <a:pt x="981" y="971"/>
                </a:lnTo>
                <a:lnTo>
                  <a:pt x="982" y="971"/>
                </a:lnTo>
                <a:lnTo>
                  <a:pt x="982" y="970"/>
                </a:lnTo>
                <a:lnTo>
                  <a:pt x="981" y="970"/>
                </a:lnTo>
                <a:lnTo>
                  <a:pt x="981" y="969"/>
                </a:lnTo>
                <a:lnTo>
                  <a:pt x="980" y="969"/>
                </a:lnTo>
                <a:lnTo>
                  <a:pt x="980" y="970"/>
                </a:lnTo>
                <a:lnTo>
                  <a:pt x="980" y="969"/>
                </a:lnTo>
                <a:lnTo>
                  <a:pt x="979" y="969"/>
                </a:lnTo>
                <a:lnTo>
                  <a:pt x="980" y="968"/>
                </a:lnTo>
                <a:lnTo>
                  <a:pt x="981" y="968"/>
                </a:lnTo>
                <a:lnTo>
                  <a:pt x="981" y="967"/>
                </a:lnTo>
                <a:lnTo>
                  <a:pt x="981" y="968"/>
                </a:lnTo>
                <a:lnTo>
                  <a:pt x="980" y="968"/>
                </a:lnTo>
                <a:lnTo>
                  <a:pt x="979" y="968"/>
                </a:lnTo>
                <a:lnTo>
                  <a:pt x="979" y="967"/>
                </a:lnTo>
                <a:lnTo>
                  <a:pt x="980" y="967"/>
                </a:lnTo>
                <a:lnTo>
                  <a:pt x="979" y="967"/>
                </a:lnTo>
                <a:lnTo>
                  <a:pt x="978" y="967"/>
                </a:lnTo>
                <a:lnTo>
                  <a:pt x="978" y="965"/>
                </a:lnTo>
                <a:lnTo>
                  <a:pt x="979" y="965"/>
                </a:lnTo>
                <a:lnTo>
                  <a:pt x="979" y="964"/>
                </a:lnTo>
                <a:lnTo>
                  <a:pt x="979" y="963"/>
                </a:lnTo>
                <a:lnTo>
                  <a:pt x="979" y="962"/>
                </a:lnTo>
                <a:lnTo>
                  <a:pt x="980" y="962"/>
                </a:lnTo>
                <a:lnTo>
                  <a:pt x="980" y="961"/>
                </a:lnTo>
                <a:lnTo>
                  <a:pt x="981" y="961"/>
                </a:lnTo>
                <a:lnTo>
                  <a:pt x="981" y="960"/>
                </a:lnTo>
                <a:lnTo>
                  <a:pt x="982" y="961"/>
                </a:lnTo>
                <a:lnTo>
                  <a:pt x="982" y="960"/>
                </a:lnTo>
                <a:lnTo>
                  <a:pt x="983" y="960"/>
                </a:lnTo>
                <a:lnTo>
                  <a:pt x="984" y="960"/>
                </a:lnTo>
                <a:lnTo>
                  <a:pt x="985" y="960"/>
                </a:lnTo>
                <a:lnTo>
                  <a:pt x="984" y="959"/>
                </a:lnTo>
                <a:lnTo>
                  <a:pt x="985" y="959"/>
                </a:lnTo>
                <a:lnTo>
                  <a:pt x="985" y="958"/>
                </a:lnTo>
                <a:lnTo>
                  <a:pt x="986" y="958"/>
                </a:lnTo>
                <a:lnTo>
                  <a:pt x="986" y="957"/>
                </a:lnTo>
                <a:lnTo>
                  <a:pt x="987" y="957"/>
                </a:lnTo>
                <a:lnTo>
                  <a:pt x="987" y="958"/>
                </a:lnTo>
                <a:lnTo>
                  <a:pt x="987" y="957"/>
                </a:lnTo>
                <a:lnTo>
                  <a:pt x="987" y="956"/>
                </a:lnTo>
                <a:lnTo>
                  <a:pt x="987" y="955"/>
                </a:lnTo>
                <a:lnTo>
                  <a:pt x="987" y="956"/>
                </a:lnTo>
                <a:lnTo>
                  <a:pt x="986" y="956"/>
                </a:lnTo>
                <a:lnTo>
                  <a:pt x="985" y="957"/>
                </a:lnTo>
                <a:lnTo>
                  <a:pt x="985" y="958"/>
                </a:lnTo>
                <a:lnTo>
                  <a:pt x="985" y="957"/>
                </a:lnTo>
                <a:lnTo>
                  <a:pt x="984" y="957"/>
                </a:lnTo>
                <a:lnTo>
                  <a:pt x="984" y="958"/>
                </a:lnTo>
                <a:lnTo>
                  <a:pt x="983" y="958"/>
                </a:lnTo>
                <a:lnTo>
                  <a:pt x="983" y="957"/>
                </a:lnTo>
                <a:lnTo>
                  <a:pt x="984" y="957"/>
                </a:lnTo>
                <a:lnTo>
                  <a:pt x="984" y="956"/>
                </a:lnTo>
                <a:lnTo>
                  <a:pt x="983" y="956"/>
                </a:lnTo>
                <a:lnTo>
                  <a:pt x="983" y="957"/>
                </a:lnTo>
                <a:lnTo>
                  <a:pt x="982" y="958"/>
                </a:lnTo>
                <a:lnTo>
                  <a:pt x="982" y="959"/>
                </a:lnTo>
                <a:lnTo>
                  <a:pt x="981" y="959"/>
                </a:lnTo>
                <a:lnTo>
                  <a:pt x="981" y="958"/>
                </a:lnTo>
                <a:lnTo>
                  <a:pt x="980" y="958"/>
                </a:lnTo>
                <a:lnTo>
                  <a:pt x="979" y="958"/>
                </a:lnTo>
                <a:lnTo>
                  <a:pt x="978" y="958"/>
                </a:lnTo>
                <a:lnTo>
                  <a:pt x="978" y="959"/>
                </a:lnTo>
                <a:lnTo>
                  <a:pt x="977" y="959"/>
                </a:lnTo>
                <a:lnTo>
                  <a:pt x="977" y="958"/>
                </a:lnTo>
                <a:lnTo>
                  <a:pt x="977" y="959"/>
                </a:lnTo>
                <a:lnTo>
                  <a:pt x="976" y="959"/>
                </a:lnTo>
                <a:lnTo>
                  <a:pt x="976" y="960"/>
                </a:lnTo>
                <a:lnTo>
                  <a:pt x="974" y="960"/>
                </a:lnTo>
                <a:lnTo>
                  <a:pt x="974" y="961"/>
                </a:lnTo>
                <a:lnTo>
                  <a:pt x="973" y="961"/>
                </a:lnTo>
                <a:lnTo>
                  <a:pt x="973" y="962"/>
                </a:lnTo>
                <a:lnTo>
                  <a:pt x="974" y="962"/>
                </a:lnTo>
                <a:lnTo>
                  <a:pt x="973" y="963"/>
                </a:lnTo>
                <a:lnTo>
                  <a:pt x="972" y="963"/>
                </a:lnTo>
                <a:lnTo>
                  <a:pt x="972" y="964"/>
                </a:lnTo>
                <a:lnTo>
                  <a:pt x="973" y="964"/>
                </a:lnTo>
                <a:lnTo>
                  <a:pt x="973" y="965"/>
                </a:lnTo>
                <a:lnTo>
                  <a:pt x="972" y="965"/>
                </a:lnTo>
                <a:lnTo>
                  <a:pt x="971" y="964"/>
                </a:lnTo>
                <a:lnTo>
                  <a:pt x="971" y="965"/>
                </a:lnTo>
                <a:lnTo>
                  <a:pt x="970" y="965"/>
                </a:lnTo>
                <a:lnTo>
                  <a:pt x="969" y="965"/>
                </a:lnTo>
                <a:lnTo>
                  <a:pt x="968" y="965"/>
                </a:lnTo>
                <a:lnTo>
                  <a:pt x="969" y="965"/>
                </a:lnTo>
                <a:lnTo>
                  <a:pt x="969" y="966"/>
                </a:lnTo>
                <a:lnTo>
                  <a:pt x="969" y="967"/>
                </a:lnTo>
                <a:lnTo>
                  <a:pt x="970" y="967"/>
                </a:lnTo>
                <a:lnTo>
                  <a:pt x="970" y="968"/>
                </a:lnTo>
                <a:lnTo>
                  <a:pt x="969" y="968"/>
                </a:lnTo>
                <a:lnTo>
                  <a:pt x="969" y="969"/>
                </a:lnTo>
                <a:lnTo>
                  <a:pt x="969" y="968"/>
                </a:lnTo>
                <a:lnTo>
                  <a:pt x="970" y="968"/>
                </a:lnTo>
                <a:lnTo>
                  <a:pt x="971" y="968"/>
                </a:lnTo>
                <a:lnTo>
                  <a:pt x="972" y="967"/>
                </a:lnTo>
                <a:lnTo>
                  <a:pt x="972" y="968"/>
                </a:lnTo>
                <a:lnTo>
                  <a:pt x="972" y="969"/>
                </a:lnTo>
                <a:lnTo>
                  <a:pt x="973" y="969"/>
                </a:lnTo>
                <a:lnTo>
                  <a:pt x="973" y="968"/>
                </a:lnTo>
                <a:lnTo>
                  <a:pt x="974" y="968"/>
                </a:lnTo>
                <a:lnTo>
                  <a:pt x="974" y="969"/>
                </a:lnTo>
                <a:lnTo>
                  <a:pt x="975" y="969"/>
                </a:lnTo>
                <a:lnTo>
                  <a:pt x="974" y="969"/>
                </a:lnTo>
                <a:lnTo>
                  <a:pt x="973" y="969"/>
                </a:lnTo>
                <a:lnTo>
                  <a:pt x="974" y="970"/>
                </a:lnTo>
                <a:lnTo>
                  <a:pt x="974" y="971"/>
                </a:lnTo>
                <a:lnTo>
                  <a:pt x="973" y="972"/>
                </a:lnTo>
                <a:lnTo>
                  <a:pt x="974" y="972"/>
                </a:lnTo>
                <a:lnTo>
                  <a:pt x="975" y="972"/>
                </a:lnTo>
                <a:lnTo>
                  <a:pt x="975" y="973"/>
                </a:lnTo>
                <a:lnTo>
                  <a:pt x="975" y="974"/>
                </a:lnTo>
                <a:lnTo>
                  <a:pt x="975" y="975"/>
                </a:lnTo>
                <a:lnTo>
                  <a:pt x="974" y="975"/>
                </a:lnTo>
                <a:lnTo>
                  <a:pt x="973" y="975"/>
                </a:lnTo>
                <a:lnTo>
                  <a:pt x="972" y="975"/>
                </a:lnTo>
                <a:lnTo>
                  <a:pt x="971" y="975"/>
                </a:lnTo>
                <a:lnTo>
                  <a:pt x="970" y="975"/>
                </a:lnTo>
                <a:lnTo>
                  <a:pt x="969" y="975"/>
                </a:lnTo>
                <a:lnTo>
                  <a:pt x="968" y="975"/>
                </a:lnTo>
                <a:lnTo>
                  <a:pt x="968" y="974"/>
                </a:lnTo>
                <a:lnTo>
                  <a:pt x="967" y="974"/>
                </a:lnTo>
                <a:lnTo>
                  <a:pt x="966" y="974"/>
                </a:lnTo>
                <a:lnTo>
                  <a:pt x="965" y="974"/>
                </a:lnTo>
                <a:lnTo>
                  <a:pt x="966" y="974"/>
                </a:lnTo>
                <a:lnTo>
                  <a:pt x="967" y="974"/>
                </a:lnTo>
                <a:lnTo>
                  <a:pt x="967" y="975"/>
                </a:lnTo>
                <a:lnTo>
                  <a:pt x="968" y="975"/>
                </a:lnTo>
                <a:lnTo>
                  <a:pt x="968" y="976"/>
                </a:lnTo>
                <a:lnTo>
                  <a:pt x="969" y="976"/>
                </a:lnTo>
                <a:lnTo>
                  <a:pt x="971" y="976"/>
                </a:lnTo>
                <a:lnTo>
                  <a:pt x="972" y="976"/>
                </a:lnTo>
                <a:lnTo>
                  <a:pt x="974" y="976"/>
                </a:lnTo>
                <a:lnTo>
                  <a:pt x="975" y="977"/>
                </a:lnTo>
                <a:lnTo>
                  <a:pt x="976" y="977"/>
                </a:lnTo>
                <a:lnTo>
                  <a:pt x="976" y="978"/>
                </a:lnTo>
                <a:lnTo>
                  <a:pt x="977" y="979"/>
                </a:lnTo>
                <a:lnTo>
                  <a:pt x="977" y="980"/>
                </a:lnTo>
                <a:lnTo>
                  <a:pt x="978" y="981"/>
                </a:lnTo>
                <a:lnTo>
                  <a:pt x="979" y="982"/>
                </a:lnTo>
                <a:lnTo>
                  <a:pt x="980" y="982"/>
                </a:lnTo>
                <a:lnTo>
                  <a:pt x="980" y="983"/>
                </a:lnTo>
                <a:lnTo>
                  <a:pt x="981" y="983"/>
                </a:lnTo>
                <a:lnTo>
                  <a:pt x="982" y="983"/>
                </a:lnTo>
                <a:lnTo>
                  <a:pt x="982" y="984"/>
                </a:lnTo>
                <a:lnTo>
                  <a:pt x="982" y="985"/>
                </a:lnTo>
                <a:lnTo>
                  <a:pt x="983" y="984"/>
                </a:lnTo>
                <a:lnTo>
                  <a:pt x="983" y="985"/>
                </a:lnTo>
                <a:lnTo>
                  <a:pt x="982" y="986"/>
                </a:lnTo>
                <a:lnTo>
                  <a:pt x="982" y="987"/>
                </a:lnTo>
                <a:lnTo>
                  <a:pt x="983" y="987"/>
                </a:lnTo>
                <a:lnTo>
                  <a:pt x="984" y="987"/>
                </a:lnTo>
                <a:lnTo>
                  <a:pt x="985" y="988"/>
                </a:lnTo>
                <a:lnTo>
                  <a:pt x="986" y="989"/>
                </a:lnTo>
                <a:lnTo>
                  <a:pt x="985" y="990"/>
                </a:lnTo>
                <a:lnTo>
                  <a:pt x="985" y="991"/>
                </a:lnTo>
                <a:lnTo>
                  <a:pt x="984" y="991"/>
                </a:lnTo>
                <a:lnTo>
                  <a:pt x="984" y="990"/>
                </a:lnTo>
                <a:lnTo>
                  <a:pt x="983" y="990"/>
                </a:lnTo>
                <a:lnTo>
                  <a:pt x="983" y="991"/>
                </a:lnTo>
                <a:lnTo>
                  <a:pt x="984" y="991"/>
                </a:lnTo>
                <a:lnTo>
                  <a:pt x="984" y="992"/>
                </a:lnTo>
                <a:lnTo>
                  <a:pt x="984" y="993"/>
                </a:lnTo>
                <a:lnTo>
                  <a:pt x="984" y="994"/>
                </a:lnTo>
                <a:lnTo>
                  <a:pt x="983" y="994"/>
                </a:lnTo>
                <a:lnTo>
                  <a:pt x="982" y="994"/>
                </a:lnTo>
                <a:lnTo>
                  <a:pt x="981" y="994"/>
                </a:lnTo>
                <a:lnTo>
                  <a:pt x="981" y="995"/>
                </a:lnTo>
                <a:lnTo>
                  <a:pt x="982" y="995"/>
                </a:lnTo>
                <a:lnTo>
                  <a:pt x="981" y="996"/>
                </a:lnTo>
                <a:lnTo>
                  <a:pt x="981" y="997"/>
                </a:lnTo>
                <a:lnTo>
                  <a:pt x="981" y="998"/>
                </a:lnTo>
                <a:lnTo>
                  <a:pt x="981" y="999"/>
                </a:lnTo>
                <a:lnTo>
                  <a:pt x="981" y="1000"/>
                </a:lnTo>
                <a:lnTo>
                  <a:pt x="981" y="1001"/>
                </a:lnTo>
                <a:lnTo>
                  <a:pt x="980" y="1001"/>
                </a:lnTo>
                <a:lnTo>
                  <a:pt x="980" y="1002"/>
                </a:lnTo>
                <a:lnTo>
                  <a:pt x="979" y="1003"/>
                </a:lnTo>
                <a:lnTo>
                  <a:pt x="979" y="1004"/>
                </a:lnTo>
                <a:lnTo>
                  <a:pt x="978" y="1004"/>
                </a:lnTo>
                <a:lnTo>
                  <a:pt x="978" y="1005"/>
                </a:lnTo>
                <a:lnTo>
                  <a:pt x="980" y="1005"/>
                </a:lnTo>
                <a:lnTo>
                  <a:pt x="979" y="1008"/>
                </a:lnTo>
                <a:lnTo>
                  <a:pt x="980" y="1009"/>
                </a:lnTo>
                <a:lnTo>
                  <a:pt x="980" y="1010"/>
                </a:lnTo>
                <a:lnTo>
                  <a:pt x="974" y="1008"/>
                </a:lnTo>
                <a:lnTo>
                  <a:pt x="973" y="1008"/>
                </a:lnTo>
                <a:lnTo>
                  <a:pt x="972" y="1008"/>
                </a:lnTo>
                <a:lnTo>
                  <a:pt x="971" y="1009"/>
                </a:lnTo>
                <a:lnTo>
                  <a:pt x="970" y="1010"/>
                </a:lnTo>
                <a:lnTo>
                  <a:pt x="969" y="1010"/>
                </a:lnTo>
                <a:lnTo>
                  <a:pt x="968" y="1011"/>
                </a:lnTo>
                <a:lnTo>
                  <a:pt x="967" y="1012"/>
                </a:lnTo>
                <a:lnTo>
                  <a:pt x="966" y="1012"/>
                </a:lnTo>
                <a:lnTo>
                  <a:pt x="965" y="1012"/>
                </a:lnTo>
                <a:lnTo>
                  <a:pt x="965" y="1013"/>
                </a:lnTo>
                <a:lnTo>
                  <a:pt x="964" y="1013"/>
                </a:lnTo>
                <a:lnTo>
                  <a:pt x="963" y="1013"/>
                </a:lnTo>
                <a:lnTo>
                  <a:pt x="962" y="1012"/>
                </a:lnTo>
                <a:lnTo>
                  <a:pt x="961" y="1014"/>
                </a:lnTo>
                <a:lnTo>
                  <a:pt x="961" y="1015"/>
                </a:lnTo>
                <a:lnTo>
                  <a:pt x="960" y="1015"/>
                </a:lnTo>
                <a:lnTo>
                  <a:pt x="958" y="1015"/>
                </a:lnTo>
                <a:lnTo>
                  <a:pt x="957" y="1016"/>
                </a:lnTo>
                <a:lnTo>
                  <a:pt x="956" y="1016"/>
                </a:lnTo>
                <a:lnTo>
                  <a:pt x="955" y="1016"/>
                </a:lnTo>
                <a:lnTo>
                  <a:pt x="954" y="1016"/>
                </a:lnTo>
                <a:lnTo>
                  <a:pt x="953" y="1016"/>
                </a:lnTo>
                <a:lnTo>
                  <a:pt x="951" y="1015"/>
                </a:lnTo>
                <a:lnTo>
                  <a:pt x="950" y="1015"/>
                </a:lnTo>
                <a:lnTo>
                  <a:pt x="949" y="1015"/>
                </a:lnTo>
                <a:lnTo>
                  <a:pt x="948" y="1015"/>
                </a:lnTo>
                <a:lnTo>
                  <a:pt x="948" y="1016"/>
                </a:lnTo>
                <a:lnTo>
                  <a:pt x="947" y="1016"/>
                </a:lnTo>
                <a:lnTo>
                  <a:pt x="944" y="1016"/>
                </a:lnTo>
                <a:lnTo>
                  <a:pt x="943" y="1016"/>
                </a:lnTo>
                <a:lnTo>
                  <a:pt x="943" y="1017"/>
                </a:lnTo>
                <a:lnTo>
                  <a:pt x="942" y="1017"/>
                </a:lnTo>
                <a:lnTo>
                  <a:pt x="941" y="1017"/>
                </a:lnTo>
                <a:lnTo>
                  <a:pt x="940" y="1017"/>
                </a:lnTo>
                <a:lnTo>
                  <a:pt x="939" y="1017"/>
                </a:lnTo>
                <a:lnTo>
                  <a:pt x="938" y="1017"/>
                </a:lnTo>
                <a:lnTo>
                  <a:pt x="937" y="1017"/>
                </a:lnTo>
                <a:lnTo>
                  <a:pt x="938" y="1017"/>
                </a:lnTo>
                <a:lnTo>
                  <a:pt x="938" y="1016"/>
                </a:lnTo>
                <a:lnTo>
                  <a:pt x="938" y="1014"/>
                </a:lnTo>
                <a:lnTo>
                  <a:pt x="937" y="1012"/>
                </a:lnTo>
                <a:lnTo>
                  <a:pt x="936" y="1012"/>
                </a:lnTo>
                <a:lnTo>
                  <a:pt x="937" y="1012"/>
                </a:lnTo>
                <a:lnTo>
                  <a:pt x="937" y="1013"/>
                </a:lnTo>
                <a:lnTo>
                  <a:pt x="937" y="1014"/>
                </a:lnTo>
                <a:lnTo>
                  <a:pt x="937" y="1015"/>
                </a:lnTo>
                <a:lnTo>
                  <a:pt x="936" y="1016"/>
                </a:lnTo>
                <a:lnTo>
                  <a:pt x="936" y="1017"/>
                </a:lnTo>
                <a:lnTo>
                  <a:pt x="934" y="1017"/>
                </a:lnTo>
                <a:lnTo>
                  <a:pt x="934" y="1018"/>
                </a:lnTo>
                <a:lnTo>
                  <a:pt x="932" y="1019"/>
                </a:lnTo>
                <a:lnTo>
                  <a:pt x="931" y="1020"/>
                </a:lnTo>
                <a:lnTo>
                  <a:pt x="929" y="1021"/>
                </a:lnTo>
                <a:lnTo>
                  <a:pt x="928" y="1021"/>
                </a:lnTo>
                <a:lnTo>
                  <a:pt x="927" y="1021"/>
                </a:lnTo>
                <a:lnTo>
                  <a:pt x="926" y="1022"/>
                </a:lnTo>
                <a:lnTo>
                  <a:pt x="924" y="1022"/>
                </a:lnTo>
                <a:lnTo>
                  <a:pt x="922" y="1022"/>
                </a:lnTo>
                <a:lnTo>
                  <a:pt x="921" y="1021"/>
                </a:lnTo>
                <a:lnTo>
                  <a:pt x="920" y="1020"/>
                </a:lnTo>
                <a:lnTo>
                  <a:pt x="919" y="1019"/>
                </a:lnTo>
                <a:lnTo>
                  <a:pt x="920" y="1017"/>
                </a:lnTo>
                <a:lnTo>
                  <a:pt x="920" y="1016"/>
                </a:lnTo>
                <a:lnTo>
                  <a:pt x="921" y="1015"/>
                </a:lnTo>
                <a:lnTo>
                  <a:pt x="921" y="1014"/>
                </a:lnTo>
                <a:lnTo>
                  <a:pt x="921" y="1013"/>
                </a:lnTo>
                <a:lnTo>
                  <a:pt x="921" y="1012"/>
                </a:lnTo>
                <a:lnTo>
                  <a:pt x="920" y="1012"/>
                </a:lnTo>
                <a:lnTo>
                  <a:pt x="920" y="1013"/>
                </a:lnTo>
                <a:lnTo>
                  <a:pt x="920" y="1014"/>
                </a:lnTo>
                <a:lnTo>
                  <a:pt x="920" y="1015"/>
                </a:lnTo>
                <a:lnTo>
                  <a:pt x="919" y="1017"/>
                </a:lnTo>
                <a:lnTo>
                  <a:pt x="918" y="1017"/>
                </a:lnTo>
                <a:lnTo>
                  <a:pt x="918" y="1016"/>
                </a:lnTo>
                <a:lnTo>
                  <a:pt x="917" y="1016"/>
                </a:lnTo>
                <a:lnTo>
                  <a:pt x="917" y="1017"/>
                </a:lnTo>
                <a:lnTo>
                  <a:pt x="918" y="1018"/>
                </a:lnTo>
                <a:lnTo>
                  <a:pt x="918" y="1019"/>
                </a:lnTo>
                <a:lnTo>
                  <a:pt x="918" y="1020"/>
                </a:lnTo>
                <a:lnTo>
                  <a:pt x="918" y="1021"/>
                </a:lnTo>
                <a:lnTo>
                  <a:pt x="918" y="1022"/>
                </a:lnTo>
                <a:lnTo>
                  <a:pt x="918" y="1023"/>
                </a:lnTo>
                <a:lnTo>
                  <a:pt x="918" y="1024"/>
                </a:lnTo>
                <a:lnTo>
                  <a:pt x="917" y="1024"/>
                </a:lnTo>
                <a:lnTo>
                  <a:pt x="916" y="1025"/>
                </a:lnTo>
                <a:lnTo>
                  <a:pt x="914" y="1025"/>
                </a:lnTo>
                <a:lnTo>
                  <a:pt x="914" y="1024"/>
                </a:lnTo>
                <a:lnTo>
                  <a:pt x="913" y="1024"/>
                </a:lnTo>
                <a:lnTo>
                  <a:pt x="911" y="1025"/>
                </a:lnTo>
                <a:lnTo>
                  <a:pt x="910" y="1025"/>
                </a:lnTo>
                <a:lnTo>
                  <a:pt x="910" y="1026"/>
                </a:lnTo>
                <a:lnTo>
                  <a:pt x="909" y="1027"/>
                </a:lnTo>
                <a:lnTo>
                  <a:pt x="908" y="1026"/>
                </a:lnTo>
                <a:lnTo>
                  <a:pt x="906" y="1026"/>
                </a:lnTo>
                <a:lnTo>
                  <a:pt x="906" y="1027"/>
                </a:lnTo>
                <a:lnTo>
                  <a:pt x="905" y="1026"/>
                </a:lnTo>
                <a:lnTo>
                  <a:pt x="904" y="1026"/>
                </a:lnTo>
                <a:lnTo>
                  <a:pt x="904" y="1027"/>
                </a:lnTo>
                <a:lnTo>
                  <a:pt x="905" y="1027"/>
                </a:lnTo>
                <a:lnTo>
                  <a:pt x="906" y="1027"/>
                </a:lnTo>
                <a:lnTo>
                  <a:pt x="906" y="1028"/>
                </a:lnTo>
                <a:lnTo>
                  <a:pt x="905" y="1028"/>
                </a:lnTo>
                <a:lnTo>
                  <a:pt x="905" y="1029"/>
                </a:lnTo>
                <a:lnTo>
                  <a:pt x="904" y="1029"/>
                </a:lnTo>
                <a:lnTo>
                  <a:pt x="903" y="1028"/>
                </a:lnTo>
                <a:lnTo>
                  <a:pt x="902" y="1028"/>
                </a:lnTo>
                <a:lnTo>
                  <a:pt x="901" y="1027"/>
                </a:lnTo>
                <a:lnTo>
                  <a:pt x="900" y="1027"/>
                </a:lnTo>
                <a:lnTo>
                  <a:pt x="899" y="1027"/>
                </a:lnTo>
                <a:lnTo>
                  <a:pt x="899" y="1026"/>
                </a:lnTo>
                <a:lnTo>
                  <a:pt x="898" y="1026"/>
                </a:lnTo>
                <a:lnTo>
                  <a:pt x="897" y="1025"/>
                </a:lnTo>
                <a:lnTo>
                  <a:pt x="897" y="1026"/>
                </a:lnTo>
                <a:lnTo>
                  <a:pt x="896" y="1026"/>
                </a:lnTo>
                <a:lnTo>
                  <a:pt x="895" y="1025"/>
                </a:lnTo>
                <a:lnTo>
                  <a:pt x="894" y="1025"/>
                </a:lnTo>
                <a:lnTo>
                  <a:pt x="893" y="1025"/>
                </a:lnTo>
                <a:lnTo>
                  <a:pt x="893" y="1024"/>
                </a:lnTo>
                <a:lnTo>
                  <a:pt x="892" y="1024"/>
                </a:lnTo>
                <a:lnTo>
                  <a:pt x="891" y="1024"/>
                </a:lnTo>
                <a:lnTo>
                  <a:pt x="892" y="1024"/>
                </a:lnTo>
                <a:lnTo>
                  <a:pt x="891" y="1023"/>
                </a:lnTo>
                <a:lnTo>
                  <a:pt x="890" y="1022"/>
                </a:lnTo>
                <a:lnTo>
                  <a:pt x="889" y="1023"/>
                </a:lnTo>
                <a:lnTo>
                  <a:pt x="888" y="1023"/>
                </a:lnTo>
                <a:lnTo>
                  <a:pt x="887" y="1022"/>
                </a:lnTo>
                <a:lnTo>
                  <a:pt x="887" y="1021"/>
                </a:lnTo>
                <a:lnTo>
                  <a:pt x="886" y="1021"/>
                </a:lnTo>
                <a:lnTo>
                  <a:pt x="885" y="1021"/>
                </a:lnTo>
                <a:lnTo>
                  <a:pt x="884" y="1021"/>
                </a:lnTo>
                <a:lnTo>
                  <a:pt x="884" y="1022"/>
                </a:lnTo>
                <a:lnTo>
                  <a:pt x="883" y="1022"/>
                </a:lnTo>
                <a:lnTo>
                  <a:pt x="883" y="1021"/>
                </a:lnTo>
                <a:lnTo>
                  <a:pt x="882" y="1020"/>
                </a:lnTo>
                <a:lnTo>
                  <a:pt x="882" y="1019"/>
                </a:lnTo>
                <a:lnTo>
                  <a:pt x="883" y="1018"/>
                </a:lnTo>
                <a:lnTo>
                  <a:pt x="884" y="1018"/>
                </a:lnTo>
                <a:lnTo>
                  <a:pt x="884" y="1017"/>
                </a:lnTo>
                <a:lnTo>
                  <a:pt x="884" y="1016"/>
                </a:lnTo>
                <a:lnTo>
                  <a:pt x="885" y="1016"/>
                </a:lnTo>
                <a:lnTo>
                  <a:pt x="886" y="1015"/>
                </a:lnTo>
                <a:lnTo>
                  <a:pt x="888" y="1012"/>
                </a:lnTo>
                <a:lnTo>
                  <a:pt x="889" y="1013"/>
                </a:lnTo>
                <a:lnTo>
                  <a:pt x="890" y="1013"/>
                </a:lnTo>
                <a:lnTo>
                  <a:pt x="891" y="1013"/>
                </a:lnTo>
                <a:lnTo>
                  <a:pt x="892" y="1013"/>
                </a:lnTo>
                <a:lnTo>
                  <a:pt x="893" y="1013"/>
                </a:lnTo>
                <a:lnTo>
                  <a:pt x="894" y="1012"/>
                </a:lnTo>
                <a:lnTo>
                  <a:pt x="897" y="1011"/>
                </a:lnTo>
                <a:lnTo>
                  <a:pt x="900" y="1010"/>
                </a:lnTo>
                <a:lnTo>
                  <a:pt x="901" y="1009"/>
                </a:lnTo>
                <a:lnTo>
                  <a:pt x="902" y="1008"/>
                </a:lnTo>
                <a:lnTo>
                  <a:pt x="903" y="1007"/>
                </a:lnTo>
                <a:lnTo>
                  <a:pt x="904" y="1005"/>
                </a:lnTo>
                <a:lnTo>
                  <a:pt x="905" y="1004"/>
                </a:lnTo>
                <a:lnTo>
                  <a:pt x="905" y="1003"/>
                </a:lnTo>
                <a:lnTo>
                  <a:pt x="906" y="1003"/>
                </a:lnTo>
                <a:lnTo>
                  <a:pt x="906" y="1002"/>
                </a:lnTo>
                <a:lnTo>
                  <a:pt x="905" y="1001"/>
                </a:lnTo>
                <a:lnTo>
                  <a:pt x="905" y="1000"/>
                </a:lnTo>
                <a:lnTo>
                  <a:pt x="904" y="1000"/>
                </a:lnTo>
                <a:lnTo>
                  <a:pt x="904" y="999"/>
                </a:lnTo>
                <a:lnTo>
                  <a:pt x="904" y="1000"/>
                </a:lnTo>
                <a:lnTo>
                  <a:pt x="903" y="999"/>
                </a:lnTo>
                <a:lnTo>
                  <a:pt x="903" y="998"/>
                </a:lnTo>
                <a:lnTo>
                  <a:pt x="903" y="997"/>
                </a:lnTo>
                <a:lnTo>
                  <a:pt x="902" y="996"/>
                </a:lnTo>
                <a:lnTo>
                  <a:pt x="902" y="997"/>
                </a:lnTo>
                <a:lnTo>
                  <a:pt x="901" y="997"/>
                </a:lnTo>
                <a:lnTo>
                  <a:pt x="901" y="996"/>
                </a:lnTo>
                <a:lnTo>
                  <a:pt x="902" y="996"/>
                </a:lnTo>
                <a:lnTo>
                  <a:pt x="902" y="995"/>
                </a:lnTo>
                <a:lnTo>
                  <a:pt x="902" y="994"/>
                </a:lnTo>
                <a:lnTo>
                  <a:pt x="902" y="993"/>
                </a:lnTo>
                <a:lnTo>
                  <a:pt x="901" y="993"/>
                </a:lnTo>
                <a:lnTo>
                  <a:pt x="901" y="992"/>
                </a:lnTo>
                <a:lnTo>
                  <a:pt x="900" y="992"/>
                </a:lnTo>
                <a:lnTo>
                  <a:pt x="900" y="993"/>
                </a:lnTo>
                <a:lnTo>
                  <a:pt x="899" y="993"/>
                </a:lnTo>
                <a:lnTo>
                  <a:pt x="898" y="993"/>
                </a:lnTo>
                <a:lnTo>
                  <a:pt x="898" y="992"/>
                </a:lnTo>
                <a:lnTo>
                  <a:pt x="897" y="992"/>
                </a:lnTo>
                <a:lnTo>
                  <a:pt x="896" y="992"/>
                </a:lnTo>
                <a:lnTo>
                  <a:pt x="895" y="992"/>
                </a:lnTo>
                <a:lnTo>
                  <a:pt x="895" y="993"/>
                </a:lnTo>
                <a:lnTo>
                  <a:pt x="894" y="993"/>
                </a:lnTo>
                <a:lnTo>
                  <a:pt x="893" y="993"/>
                </a:lnTo>
                <a:lnTo>
                  <a:pt x="892" y="993"/>
                </a:lnTo>
                <a:lnTo>
                  <a:pt x="893" y="992"/>
                </a:lnTo>
                <a:lnTo>
                  <a:pt x="892" y="992"/>
                </a:lnTo>
                <a:lnTo>
                  <a:pt x="891" y="992"/>
                </a:lnTo>
                <a:lnTo>
                  <a:pt x="891" y="993"/>
                </a:lnTo>
                <a:lnTo>
                  <a:pt x="891" y="992"/>
                </a:lnTo>
                <a:lnTo>
                  <a:pt x="890" y="992"/>
                </a:lnTo>
                <a:lnTo>
                  <a:pt x="889" y="991"/>
                </a:lnTo>
                <a:lnTo>
                  <a:pt x="888" y="990"/>
                </a:lnTo>
                <a:lnTo>
                  <a:pt x="887" y="990"/>
                </a:lnTo>
                <a:lnTo>
                  <a:pt x="887" y="989"/>
                </a:lnTo>
                <a:lnTo>
                  <a:pt x="887" y="988"/>
                </a:lnTo>
                <a:lnTo>
                  <a:pt x="887" y="987"/>
                </a:lnTo>
                <a:lnTo>
                  <a:pt x="887" y="986"/>
                </a:lnTo>
                <a:lnTo>
                  <a:pt x="887" y="985"/>
                </a:lnTo>
                <a:lnTo>
                  <a:pt x="887" y="984"/>
                </a:lnTo>
                <a:lnTo>
                  <a:pt x="887" y="983"/>
                </a:lnTo>
                <a:lnTo>
                  <a:pt x="888" y="983"/>
                </a:lnTo>
                <a:lnTo>
                  <a:pt x="890" y="983"/>
                </a:lnTo>
                <a:lnTo>
                  <a:pt x="890" y="982"/>
                </a:lnTo>
                <a:lnTo>
                  <a:pt x="891" y="981"/>
                </a:lnTo>
                <a:lnTo>
                  <a:pt x="891" y="980"/>
                </a:lnTo>
                <a:lnTo>
                  <a:pt x="891" y="979"/>
                </a:lnTo>
                <a:lnTo>
                  <a:pt x="892" y="979"/>
                </a:lnTo>
                <a:lnTo>
                  <a:pt x="893" y="979"/>
                </a:lnTo>
                <a:lnTo>
                  <a:pt x="894" y="979"/>
                </a:lnTo>
                <a:lnTo>
                  <a:pt x="894" y="978"/>
                </a:lnTo>
                <a:lnTo>
                  <a:pt x="894" y="977"/>
                </a:lnTo>
                <a:lnTo>
                  <a:pt x="895" y="977"/>
                </a:lnTo>
                <a:lnTo>
                  <a:pt x="896" y="977"/>
                </a:lnTo>
                <a:lnTo>
                  <a:pt x="896" y="976"/>
                </a:lnTo>
                <a:lnTo>
                  <a:pt x="895" y="976"/>
                </a:lnTo>
                <a:lnTo>
                  <a:pt x="895" y="977"/>
                </a:lnTo>
                <a:lnTo>
                  <a:pt x="894" y="977"/>
                </a:lnTo>
                <a:lnTo>
                  <a:pt x="894" y="978"/>
                </a:lnTo>
                <a:lnTo>
                  <a:pt x="893" y="978"/>
                </a:lnTo>
                <a:lnTo>
                  <a:pt x="892" y="978"/>
                </a:lnTo>
                <a:lnTo>
                  <a:pt x="892" y="979"/>
                </a:lnTo>
                <a:lnTo>
                  <a:pt x="891" y="979"/>
                </a:lnTo>
                <a:lnTo>
                  <a:pt x="890" y="981"/>
                </a:lnTo>
                <a:lnTo>
                  <a:pt x="890" y="982"/>
                </a:lnTo>
                <a:lnTo>
                  <a:pt x="889" y="982"/>
                </a:lnTo>
                <a:lnTo>
                  <a:pt x="888" y="982"/>
                </a:lnTo>
                <a:lnTo>
                  <a:pt x="887" y="982"/>
                </a:lnTo>
                <a:lnTo>
                  <a:pt x="887" y="983"/>
                </a:lnTo>
                <a:lnTo>
                  <a:pt x="886" y="983"/>
                </a:lnTo>
                <a:lnTo>
                  <a:pt x="886" y="984"/>
                </a:lnTo>
                <a:lnTo>
                  <a:pt x="886" y="985"/>
                </a:lnTo>
                <a:lnTo>
                  <a:pt x="886" y="986"/>
                </a:lnTo>
                <a:lnTo>
                  <a:pt x="886" y="988"/>
                </a:lnTo>
                <a:lnTo>
                  <a:pt x="886" y="990"/>
                </a:lnTo>
                <a:lnTo>
                  <a:pt x="885" y="991"/>
                </a:lnTo>
                <a:lnTo>
                  <a:pt x="884" y="991"/>
                </a:lnTo>
                <a:lnTo>
                  <a:pt x="884" y="990"/>
                </a:lnTo>
                <a:lnTo>
                  <a:pt x="883" y="990"/>
                </a:lnTo>
                <a:lnTo>
                  <a:pt x="883" y="989"/>
                </a:lnTo>
                <a:lnTo>
                  <a:pt x="882" y="989"/>
                </a:lnTo>
                <a:lnTo>
                  <a:pt x="881" y="989"/>
                </a:lnTo>
                <a:lnTo>
                  <a:pt x="882" y="989"/>
                </a:lnTo>
                <a:lnTo>
                  <a:pt x="882" y="988"/>
                </a:lnTo>
                <a:lnTo>
                  <a:pt x="883" y="988"/>
                </a:lnTo>
                <a:lnTo>
                  <a:pt x="882" y="988"/>
                </a:lnTo>
                <a:lnTo>
                  <a:pt x="882" y="987"/>
                </a:lnTo>
                <a:lnTo>
                  <a:pt x="883" y="987"/>
                </a:lnTo>
                <a:lnTo>
                  <a:pt x="883" y="986"/>
                </a:lnTo>
                <a:lnTo>
                  <a:pt x="884" y="986"/>
                </a:lnTo>
                <a:lnTo>
                  <a:pt x="885" y="985"/>
                </a:lnTo>
                <a:lnTo>
                  <a:pt x="885" y="984"/>
                </a:lnTo>
                <a:lnTo>
                  <a:pt x="886" y="983"/>
                </a:lnTo>
                <a:lnTo>
                  <a:pt x="886" y="982"/>
                </a:lnTo>
                <a:lnTo>
                  <a:pt x="886" y="981"/>
                </a:lnTo>
                <a:lnTo>
                  <a:pt x="886" y="980"/>
                </a:lnTo>
                <a:lnTo>
                  <a:pt x="886" y="979"/>
                </a:lnTo>
                <a:lnTo>
                  <a:pt x="886" y="978"/>
                </a:lnTo>
                <a:lnTo>
                  <a:pt x="887" y="978"/>
                </a:lnTo>
                <a:lnTo>
                  <a:pt x="888" y="977"/>
                </a:lnTo>
                <a:lnTo>
                  <a:pt x="889" y="977"/>
                </a:lnTo>
                <a:lnTo>
                  <a:pt x="889" y="976"/>
                </a:lnTo>
                <a:lnTo>
                  <a:pt x="888" y="976"/>
                </a:lnTo>
                <a:lnTo>
                  <a:pt x="887" y="977"/>
                </a:lnTo>
                <a:lnTo>
                  <a:pt x="886" y="978"/>
                </a:lnTo>
                <a:lnTo>
                  <a:pt x="885" y="978"/>
                </a:lnTo>
                <a:lnTo>
                  <a:pt x="885" y="979"/>
                </a:lnTo>
                <a:lnTo>
                  <a:pt x="885" y="980"/>
                </a:lnTo>
                <a:lnTo>
                  <a:pt x="885" y="981"/>
                </a:lnTo>
                <a:lnTo>
                  <a:pt x="885" y="982"/>
                </a:lnTo>
                <a:lnTo>
                  <a:pt x="884" y="982"/>
                </a:lnTo>
                <a:lnTo>
                  <a:pt x="884" y="983"/>
                </a:lnTo>
                <a:lnTo>
                  <a:pt x="883" y="984"/>
                </a:lnTo>
                <a:lnTo>
                  <a:pt x="882" y="984"/>
                </a:lnTo>
                <a:lnTo>
                  <a:pt x="882" y="985"/>
                </a:lnTo>
                <a:lnTo>
                  <a:pt x="881" y="985"/>
                </a:lnTo>
                <a:lnTo>
                  <a:pt x="880" y="985"/>
                </a:lnTo>
                <a:lnTo>
                  <a:pt x="879" y="985"/>
                </a:lnTo>
                <a:lnTo>
                  <a:pt x="878" y="986"/>
                </a:lnTo>
                <a:lnTo>
                  <a:pt x="877" y="986"/>
                </a:lnTo>
                <a:lnTo>
                  <a:pt x="876" y="986"/>
                </a:lnTo>
                <a:lnTo>
                  <a:pt x="876" y="987"/>
                </a:lnTo>
                <a:lnTo>
                  <a:pt x="875" y="987"/>
                </a:lnTo>
                <a:lnTo>
                  <a:pt x="875" y="988"/>
                </a:lnTo>
                <a:lnTo>
                  <a:pt x="873" y="989"/>
                </a:lnTo>
                <a:lnTo>
                  <a:pt x="873" y="990"/>
                </a:lnTo>
                <a:lnTo>
                  <a:pt x="871" y="990"/>
                </a:lnTo>
                <a:lnTo>
                  <a:pt x="870" y="990"/>
                </a:lnTo>
                <a:lnTo>
                  <a:pt x="869" y="990"/>
                </a:lnTo>
                <a:lnTo>
                  <a:pt x="868" y="990"/>
                </a:lnTo>
                <a:lnTo>
                  <a:pt x="867" y="990"/>
                </a:lnTo>
                <a:lnTo>
                  <a:pt x="867" y="991"/>
                </a:lnTo>
                <a:lnTo>
                  <a:pt x="866" y="991"/>
                </a:lnTo>
                <a:lnTo>
                  <a:pt x="865" y="991"/>
                </a:lnTo>
                <a:lnTo>
                  <a:pt x="865" y="990"/>
                </a:lnTo>
                <a:lnTo>
                  <a:pt x="864" y="990"/>
                </a:lnTo>
                <a:lnTo>
                  <a:pt x="863" y="990"/>
                </a:lnTo>
                <a:lnTo>
                  <a:pt x="862" y="989"/>
                </a:lnTo>
                <a:lnTo>
                  <a:pt x="861" y="989"/>
                </a:lnTo>
                <a:lnTo>
                  <a:pt x="860" y="989"/>
                </a:lnTo>
                <a:lnTo>
                  <a:pt x="859" y="989"/>
                </a:lnTo>
                <a:lnTo>
                  <a:pt x="858" y="989"/>
                </a:lnTo>
                <a:lnTo>
                  <a:pt x="858" y="988"/>
                </a:lnTo>
                <a:lnTo>
                  <a:pt x="857" y="988"/>
                </a:lnTo>
                <a:lnTo>
                  <a:pt x="856" y="988"/>
                </a:lnTo>
                <a:lnTo>
                  <a:pt x="855" y="988"/>
                </a:lnTo>
                <a:lnTo>
                  <a:pt x="855" y="987"/>
                </a:lnTo>
                <a:lnTo>
                  <a:pt x="855" y="985"/>
                </a:lnTo>
                <a:lnTo>
                  <a:pt x="855" y="984"/>
                </a:lnTo>
                <a:lnTo>
                  <a:pt x="854" y="984"/>
                </a:lnTo>
                <a:lnTo>
                  <a:pt x="854" y="983"/>
                </a:lnTo>
                <a:lnTo>
                  <a:pt x="853" y="983"/>
                </a:lnTo>
                <a:lnTo>
                  <a:pt x="853" y="982"/>
                </a:lnTo>
                <a:lnTo>
                  <a:pt x="852" y="982"/>
                </a:lnTo>
                <a:lnTo>
                  <a:pt x="852" y="981"/>
                </a:lnTo>
                <a:lnTo>
                  <a:pt x="851" y="981"/>
                </a:lnTo>
                <a:lnTo>
                  <a:pt x="851" y="980"/>
                </a:lnTo>
                <a:lnTo>
                  <a:pt x="852" y="980"/>
                </a:lnTo>
                <a:lnTo>
                  <a:pt x="852" y="979"/>
                </a:lnTo>
                <a:lnTo>
                  <a:pt x="851" y="979"/>
                </a:lnTo>
                <a:lnTo>
                  <a:pt x="850" y="979"/>
                </a:lnTo>
                <a:lnTo>
                  <a:pt x="849" y="979"/>
                </a:lnTo>
                <a:lnTo>
                  <a:pt x="848" y="979"/>
                </a:lnTo>
                <a:lnTo>
                  <a:pt x="848" y="978"/>
                </a:lnTo>
                <a:lnTo>
                  <a:pt x="847" y="978"/>
                </a:lnTo>
                <a:lnTo>
                  <a:pt x="847" y="977"/>
                </a:lnTo>
                <a:lnTo>
                  <a:pt x="846" y="977"/>
                </a:lnTo>
                <a:lnTo>
                  <a:pt x="846" y="976"/>
                </a:lnTo>
                <a:lnTo>
                  <a:pt x="844" y="975"/>
                </a:lnTo>
                <a:lnTo>
                  <a:pt x="843" y="974"/>
                </a:lnTo>
                <a:lnTo>
                  <a:pt x="843" y="973"/>
                </a:lnTo>
                <a:lnTo>
                  <a:pt x="843" y="972"/>
                </a:lnTo>
                <a:lnTo>
                  <a:pt x="843" y="971"/>
                </a:lnTo>
                <a:lnTo>
                  <a:pt x="844" y="971"/>
                </a:lnTo>
                <a:lnTo>
                  <a:pt x="845" y="970"/>
                </a:lnTo>
                <a:lnTo>
                  <a:pt x="846" y="970"/>
                </a:lnTo>
                <a:lnTo>
                  <a:pt x="847" y="969"/>
                </a:lnTo>
                <a:lnTo>
                  <a:pt x="846" y="968"/>
                </a:lnTo>
                <a:lnTo>
                  <a:pt x="846" y="967"/>
                </a:lnTo>
                <a:lnTo>
                  <a:pt x="846" y="966"/>
                </a:lnTo>
                <a:lnTo>
                  <a:pt x="845" y="965"/>
                </a:lnTo>
                <a:lnTo>
                  <a:pt x="845" y="963"/>
                </a:lnTo>
                <a:lnTo>
                  <a:pt x="845" y="962"/>
                </a:lnTo>
                <a:lnTo>
                  <a:pt x="846" y="962"/>
                </a:lnTo>
                <a:lnTo>
                  <a:pt x="847" y="962"/>
                </a:lnTo>
                <a:lnTo>
                  <a:pt x="848" y="962"/>
                </a:lnTo>
                <a:lnTo>
                  <a:pt x="848" y="963"/>
                </a:lnTo>
                <a:lnTo>
                  <a:pt x="849" y="963"/>
                </a:lnTo>
                <a:lnTo>
                  <a:pt x="850" y="963"/>
                </a:lnTo>
                <a:lnTo>
                  <a:pt x="851" y="963"/>
                </a:lnTo>
                <a:lnTo>
                  <a:pt x="851" y="962"/>
                </a:lnTo>
                <a:lnTo>
                  <a:pt x="852" y="961"/>
                </a:lnTo>
                <a:lnTo>
                  <a:pt x="853" y="960"/>
                </a:lnTo>
                <a:lnTo>
                  <a:pt x="854" y="960"/>
                </a:lnTo>
                <a:lnTo>
                  <a:pt x="853" y="959"/>
                </a:lnTo>
                <a:lnTo>
                  <a:pt x="853" y="960"/>
                </a:lnTo>
                <a:lnTo>
                  <a:pt x="852" y="960"/>
                </a:lnTo>
                <a:lnTo>
                  <a:pt x="851" y="961"/>
                </a:lnTo>
                <a:lnTo>
                  <a:pt x="849" y="961"/>
                </a:lnTo>
                <a:lnTo>
                  <a:pt x="850" y="961"/>
                </a:lnTo>
                <a:lnTo>
                  <a:pt x="850" y="959"/>
                </a:lnTo>
                <a:lnTo>
                  <a:pt x="850" y="958"/>
                </a:lnTo>
                <a:lnTo>
                  <a:pt x="851" y="958"/>
                </a:lnTo>
                <a:lnTo>
                  <a:pt x="851" y="957"/>
                </a:lnTo>
                <a:lnTo>
                  <a:pt x="850" y="957"/>
                </a:lnTo>
                <a:lnTo>
                  <a:pt x="850" y="958"/>
                </a:lnTo>
                <a:lnTo>
                  <a:pt x="850" y="959"/>
                </a:lnTo>
                <a:lnTo>
                  <a:pt x="849" y="960"/>
                </a:lnTo>
                <a:lnTo>
                  <a:pt x="848" y="961"/>
                </a:lnTo>
                <a:lnTo>
                  <a:pt x="846" y="961"/>
                </a:lnTo>
                <a:lnTo>
                  <a:pt x="846" y="960"/>
                </a:lnTo>
                <a:lnTo>
                  <a:pt x="846" y="959"/>
                </a:lnTo>
                <a:lnTo>
                  <a:pt x="845" y="958"/>
                </a:lnTo>
                <a:lnTo>
                  <a:pt x="845" y="957"/>
                </a:lnTo>
                <a:lnTo>
                  <a:pt x="845" y="956"/>
                </a:lnTo>
                <a:lnTo>
                  <a:pt x="846" y="956"/>
                </a:lnTo>
                <a:lnTo>
                  <a:pt x="845" y="955"/>
                </a:lnTo>
                <a:lnTo>
                  <a:pt x="844" y="955"/>
                </a:lnTo>
                <a:lnTo>
                  <a:pt x="844" y="956"/>
                </a:lnTo>
                <a:lnTo>
                  <a:pt x="843" y="955"/>
                </a:lnTo>
                <a:lnTo>
                  <a:pt x="842" y="954"/>
                </a:lnTo>
                <a:lnTo>
                  <a:pt x="842" y="953"/>
                </a:lnTo>
                <a:lnTo>
                  <a:pt x="842" y="952"/>
                </a:lnTo>
                <a:lnTo>
                  <a:pt x="842" y="951"/>
                </a:lnTo>
                <a:lnTo>
                  <a:pt x="841" y="950"/>
                </a:lnTo>
                <a:lnTo>
                  <a:pt x="840" y="951"/>
                </a:lnTo>
                <a:lnTo>
                  <a:pt x="839" y="950"/>
                </a:lnTo>
                <a:lnTo>
                  <a:pt x="839" y="949"/>
                </a:lnTo>
                <a:lnTo>
                  <a:pt x="838" y="949"/>
                </a:lnTo>
                <a:lnTo>
                  <a:pt x="837" y="949"/>
                </a:lnTo>
                <a:lnTo>
                  <a:pt x="838" y="949"/>
                </a:lnTo>
                <a:lnTo>
                  <a:pt x="838" y="950"/>
                </a:lnTo>
                <a:lnTo>
                  <a:pt x="839" y="950"/>
                </a:lnTo>
                <a:lnTo>
                  <a:pt x="839" y="951"/>
                </a:lnTo>
                <a:lnTo>
                  <a:pt x="839" y="952"/>
                </a:lnTo>
                <a:lnTo>
                  <a:pt x="840" y="952"/>
                </a:lnTo>
                <a:lnTo>
                  <a:pt x="841" y="952"/>
                </a:lnTo>
                <a:lnTo>
                  <a:pt x="842" y="952"/>
                </a:lnTo>
                <a:lnTo>
                  <a:pt x="841" y="954"/>
                </a:lnTo>
                <a:lnTo>
                  <a:pt x="841" y="955"/>
                </a:lnTo>
                <a:lnTo>
                  <a:pt x="841" y="956"/>
                </a:lnTo>
                <a:lnTo>
                  <a:pt x="840" y="955"/>
                </a:lnTo>
                <a:lnTo>
                  <a:pt x="839" y="953"/>
                </a:lnTo>
                <a:lnTo>
                  <a:pt x="837" y="953"/>
                </a:lnTo>
                <a:lnTo>
                  <a:pt x="838" y="953"/>
                </a:lnTo>
                <a:lnTo>
                  <a:pt x="839" y="953"/>
                </a:lnTo>
                <a:lnTo>
                  <a:pt x="839" y="954"/>
                </a:lnTo>
                <a:lnTo>
                  <a:pt x="840" y="954"/>
                </a:lnTo>
                <a:lnTo>
                  <a:pt x="840" y="955"/>
                </a:lnTo>
                <a:lnTo>
                  <a:pt x="840" y="956"/>
                </a:lnTo>
                <a:lnTo>
                  <a:pt x="840" y="957"/>
                </a:lnTo>
                <a:lnTo>
                  <a:pt x="841" y="957"/>
                </a:lnTo>
                <a:lnTo>
                  <a:pt x="842" y="956"/>
                </a:lnTo>
                <a:lnTo>
                  <a:pt x="843" y="956"/>
                </a:lnTo>
                <a:lnTo>
                  <a:pt x="843" y="957"/>
                </a:lnTo>
                <a:lnTo>
                  <a:pt x="844" y="957"/>
                </a:lnTo>
                <a:lnTo>
                  <a:pt x="844" y="958"/>
                </a:lnTo>
                <a:lnTo>
                  <a:pt x="843" y="960"/>
                </a:lnTo>
                <a:lnTo>
                  <a:pt x="843" y="963"/>
                </a:lnTo>
                <a:lnTo>
                  <a:pt x="843" y="964"/>
                </a:lnTo>
                <a:lnTo>
                  <a:pt x="842" y="966"/>
                </a:lnTo>
                <a:lnTo>
                  <a:pt x="841" y="966"/>
                </a:lnTo>
                <a:lnTo>
                  <a:pt x="840" y="967"/>
                </a:lnTo>
                <a:lnTo>
                  <a:pt x="841" y="967"/>
                </a:lnTo>
                <a:lnTo>
                  <a:pt x="842" y="968"/>
                </a:lnTo>
                <a:lnTo>
                  <a:pt x="842" y="969"/>
                </a:lnTo>
                <a:lnTo>
                  <a:pt x="842" y="970"/>
                </a:lnTo>
                <a:lnTo>
                  <a:pt x="841" y="970"/>
                </a:lnTo>
                <a:lnTo>
                  <a:pt x="840" y="971"/>
                </a:lnTo>
                <a:lnTo>
                  <a:pt x="839" y="970"/>
                </a:lnTo>
                <a:lnTo>
                  <a:pt x="838" y="969"/>
                </a:lnTo>
                <a:lnTo>
                  <a:pt x="837" y="969"/>
                </a:lnTo>
                <a:lnTo>
                  <a:pt x="837" y="970"/>
                </a:lnTo>
                <a:lnTo>
                  <a:pt x="838" y="970"/>
                </a:lnTo>
                <a:lnTo>
                  <a:pt x="839" y="971"/>
                </a:lnTo>
                <a:lnTo>
                  <a:pt x="840" y="971"/>
                </a:lnTo>
                <a:lnTo>
                  <a:pt x="840" y="972"/>
                </a:lnTo>
                <a:lnTo>
                  <a:pt x="839" y="972"/>
                </a:lnTo>
                <a:lnTo>
                  <a:pt x="839" y="973"/>
                </a:lnTo>
                <a:lnTo>
                  <a:pt x="839" y="974"/>
                </a:lnTo>
                <a:lnTo>
                  <a:pt x="840" y="974"/>
                </a:lnTo>
                <a:lnTo>
                  <a:pt x="841" y="974"/>
                </a:lnTo>
                <a:lnTo>
                  <a:pt x="841" y="975"/>
                </a:lnTo>
                <a:lnTo>
                  <a:pt x="841" y="976"/>
                </a:lnTo>
                <a:lnTo>
                  <a:pt x="842" y="977"/>
                </a:lnTo>
                <a:lnTo>
                  <a:pt x="842" y="978"/>
                </a:lnTo>
                <a:lnTo>
                  <a:pt x="842" y="979"/>
                </a:lnTo>
                <a:lnTo>
                  <a:pt x="842" y="980"/>
                </a:lnTo>
                <a:lnTo>
                  <a:pt x="842" y="981"/>
                </a:lnTo>
                <a:lnTo>
                  <a:pt x="843" y="982"/>
                </a:lnTo>
                <a:lnTo>
                  <a:pt x="844" y="982"/>
                </a:lnTo>
                <a:lnTo>
                  <a:pt x="846" y="983"/>
                </a:lnTo>
                <a:lnTo>
                  <a:pt x="847" y="983"/>
                </a:lnTo>
                <a:lnTo>
                  <a:pt x="847" y="984"/>
                </a:lnTo>
                <a:lnTo>
                  <a:pt x="846" y="984"/>
                </a:lnTo>
                <a:lnTo>
                  <a:pt x="846" y="985"/>
                </a:lnTo>
                <a:lnTo>
                  <a:pt x="847" y="985"/>
                </a:lnTo>
                <a:lnTo>
                  <a:pt x="847" y="986"/>
                </a:lnTo>
                <a:lnTo>
                  <a:pt x="846" y="986"/>
                </a:lnTo>
                <a:lnTo>
                  <a:pt x="845" y="986"/>
                </a:lnTo>
                <a:lnTo>
                  <a:pt x="844" y="985"/>
                </a:lnTo>
                <a:lnTo>
                  <a:pt x="843" y="986"/>
                </a:lnTo>
                <a:lnTo>
                  <a:pt x="844" y="987"/>
                </a:lnTo>
                <a:lnTo>
                  <a:pt x="843" y="987"/>
                </a:lnTo>
                <a:lnTo>
                  <a:pt x="840" y="987"/>
                </a:lnTo>
                <a:lnTo>
                  <a:pt x="839" y="987"/>
                </a:lnTo>
                <a:lnTo>
                  <a:pt x="838" y="986"/>
                </a:lnTo>
                <a:lnTo>
                  <a:pt x="837" y="985"/>
                </a:lnTo>
                <a:lnTo>
                  <a:pt x="837" y="984"/>
                </a:lnTo>
                <a:lnTo>
                  <a:pt x="836" y="984"/>
                </a:lnTo>
                <a:lnTo>
                  <a:pt x="836" y="985"/>
                </a:lnTo>
                <a:lnTo>
                  <a:pt x="835" y="985"/>
                </a:lnTo>
                <a:lnTo>
                  <a:pt x="834" y="985"/>
                </a:lnTo>
                <a:lnTo>
                  <a:pt x="833" y="985"/>
                </a:lnTo>
                <a:lnTo>
                  <a:pt x="832" y="985"/>
                </a:lnTo>
                <a:lnTo>
                  <a:pt x="831" y="985"/>
                </a:lnTo>
                <a:lnTo>
                  <a:pt x="830" y="986"/>
                </a:lnTo>
                <a:lnTo>
                  <a:pt x="829" y="986"/>
                </a:lnTo>
                <a:lnTo>
                  <a:pt x="829" y="987"/>
                </a:lnTo>
                <a:lnTo>
                  <a:pt x="828" y="987"/>
                </a:lnTo>
                <a:lnTo>
                  <a:pt x="828" y="988"/>
                </a:lnTo>
                <a:lnTo>
                  <a:pt x="827" y="988"/>
                </a:lnTo>
                <a:lnTo>
                  <a:pt x="826" y="988"/>
                </a:lnTo>
                <a:lnTo>
                  <a:pt x="825" y="989"/>
                </a:lnTo>
                <a:lnTo>
                  <a:pt x="824" y="989"/>
                </a:lnTo>
                <a:lnTo>
                  <a:pt x="824" y="990"/>
                </a:lnTo>
                <a:lnTo>
                  <a:pt x="823" y="990"/>
                </a:lnTo>
                <a:lnTo>
                  <a:pt x="823" y="991"/>
                </a:lnTo>
                <a:lnTo>
                  <a:pt x="823" y="990"/>
                </a:lnTo>
                <a:lnTo>
                  <a:pt x="822" y="989"/>
                </a:lnTo>
                <a:lnTo>
                  <a:pt x="821" y="989"/>
                </a:lnTo>
                <a:lnTo>
                  <a:pt x="821" y="987"/>
                </a:lnTo>
                <a:lnTo>
                  <a:pt x="821" y="986"/>
                </a:lnTo>
                <a:lnTo>
                  <a:pt x="821" y="985"/>
                </a:lnTo>
                <a:lnTo>
                  <a:pt x="821" y="984"/>
                </a:lnTo>
                <a:lnTo>
                  <a:pt x="820" y="983"/>
                </a:lnTo>
                <a:lnTo>
                  <a:pt x="819" y="983"/>
                </a:lnTo>
                <a:lnTo>
                  <a:pt x="819" y="982"/>
                </a:lnTo>
                <a:lnTo>
                  <a:pt x="818" y="982"/>
                </a:lnTo>
                <a:lnTo>
                  <a:pt x="817" y="982"/>
                </a:lnTo>
                <a:lnTo>
                  <a:pt x="816" y="982"/>
                </a:lnTo>
                <a:lnTo>
                  <a:pt x="816" y="981"/>
                </a:lnTo>
                <a:lnTo>
                  <a:pt x="816" y="980"/>
                </a:lnTo>
                <a:lnTo>
                  <a:pt x="816" y="979"/>
                </a:lnTo>
                <a:lnTo>
                  <a:pt x="817" y="979"/>
                </a:lnTo>
                <a:lnTo>
                  <a:pt x="817" y="980"/>
                </a:lnTo>
                <a:lnTo>
                  <a:pt x="819" y="980"/>
                </a:lnTo>
                <a:lnTo>
                  <a:pt x="819" y="979"/>
                </a:lnTo>
                <a:lnTo>
                  <a:pt x="818" y="977"/>
                </a:lnTo>
                <a:lnTo>
                  <a:pt x="817" y="977"/>
                </a:lnTo>
                <a:lnTo>
                  <a:pt x="817" y="976"/>
                </a:lnTo>
                <a:lnTo>
                  <a:pt x="816" y="976"/>
                </a:lnTo>
                <a:lnTo>
                  <a:pt x="816" y="975"/>
                </a:lnTo>
                <a:lnTo>
                  <a:pt x="816" y="974"/>
                </a:lnTo>
                <a:lnTo>
                  <a:pt x="815" y="974"/>
                </a:lnTo>
                <a:lnTo>
                  <a:pt x="815" y="973"/>
                </a:lnTo>
                <a:lnTo>
                  <a:pt x="816" y="972"/>
                </a:lnTo>
                <a:lnTo>
                  <a:pt x="816" y="971"/>
                </a:lnTo>
                <a:lnTo>
                  <a:pt x="817" y="970"/>
                </a:lnTo>
                <a:lnTo>
                  <a:pt x="816" y="970"/>
                </a:lnTo>
                <a:lnTo>
                  <a:pt x="816" y="969"/>
                </a:lnTo>
                <a:lnTo>
                  <a:pt x="817" y="968"/>
                </a:lnTo>
                <a:lnTo>
                  <a:pt x="817" y="967"/>
                </a:lnTo>
                <a:lnTo>
                  <a:pt x="817" y="966"/>
                </a:lnTo>
                <a:lnTo>
                  <a:pt x="817" y="965"/>
                </a:lnTo>
                <a:lnTo>
                  <a:pt x="816" y="965"/>
                </a:lnTo>
                <a:lnTo>
                  <a:pt x="816" y="966"/>
                </a:lnTo>
                <a:lnTo>
                  <a:pt x="816" y="968"/>
                </a:lnTo>
                <a:lnTo>
                  <a:pt x="815" y="968"/>
                </a:lnTo>
                <a:lnTo>
                  <a:pt x="814" y="969"/>
                </a:lnTo>
                <a:lnTo>
                  <a:pt x="814" y="970"/>
                </a:lnTo>
                <a:lnTo>
                  <a:pt x="813" y="970"/>
                </a:lnTo>
                <a:lnTo>
                  <a:pt x="813" y="971"/>
                </a:lnTo>
                <a:lnTo>
                  <a:pt x="813" y="973"/>
                </a:lnTo>
                <a:lnTo>
                  <a:pt x="812" y="972"/>
                </a:lnTo>
                <a:lnTo>
                  <a:pt x="811" y="972"/>
                </a:lnTo>
                <a:lnTo>
                  <a:pt x="811" y="971"/>
                </a:lnTo>
                <a:lnTo>
                  <a:pt x="811" y="970"/>
                </a:lnTo>
                <a:lnTo>
                  <a:pt x="810" y="970"/>
                </a:lnTo>
                <a:lnTo>
                  <a:pt x="809" y="970"/>
                </a:lnTo>
                <a:lnTo>
                  <a:pt x="809" y="969"/>
                </a:lnTo>
                <a:lnTo>
                  <a:pt x="808" y="970"/>
                </a:lnTo>
                <a:lnTo>
                  <a:pt x="807" y="970"/>
                </a:lnTo>
                <a:lnTo>
                  <a:pt x="807" y="969"/>
                </a:lnTo>
                <a:lnTo>
                  <a:pt x="806" y="969"/>
                </a:lnTo>
                <a:lnTo>
                  <a:pt x="806" y="970"/>
                </a:lnTo>
                <a:lnTo>
                  <a:pt x="809" y="971"/>
                </a:lnTo>
                <a:lnTo>
                  <a:pt x="809" y="972"/>
                </a:lnTo>
                <a:lnTo>
                  <a:pt x="809" y="974"/>
                </a:lnTo>
                <a:lnTo>
                  <a:pt x="808" y="974"/>
                </a:lnTo>
                <a:lnTo>
                  <a:pt x="808" y="975"/>
                </a:lnTo>
                <a:lnTo>
                  <a:pt x="810" y="978"/>
                </a:lnTo>
                <a:lnTo>
                  <a:pt x="806" y="981"/>
                </a:lnTo>
                <a:lnTo>
                  <a:pt x="805" y="979"/>
                </a:lnTo>
                <a:lnTo>
                  <a:pt x="804" y="979"/>
                </a:lnTo>
                <a:lnTo>
                  <a:pt x="802" y="976"/>
                </a:lnTo>
                <a:lnTo>
                  <a:pt x="802" y="974"/>
                </a:lnTo>
                <a:lnTo>
                  <a:pt x="802" y="973"/>
                </a:lnTo>
                <a:lnTo>
                  <a:pt x="802" y="971"/>
                </a:lnTo>
                <a:lnTo>
                  <a:pt x="802" y="970"/>
                </a:lnTo>
                <a:lnTo>
                  <a:pt x="802" y="966"/>
                </a:lnTo>
                <a:lnTo>
                  <a:pt x="802" y="965"/>
                </a:lnTo>
                <a:lnTo>
                  <a:pt x="803" y="964"/>
                </a:lnTo>
                <a:lnTo>
                  <a:pt x="803" y="963"/>
                </a:lnTo>
                <a:lnTo>
                  <a:pt x="803" y="962"/>
                </a:lnTo>
                <a:lnTo>
                  <a:pt x="804" y="962"/>
                </a:lnTo>
                <a:lnTo>
                  <a:pt x="804" y="961"/>
                </a:lnTo>
                <a:lnTo>
                  <a:pt x="803" y="961"/>
                </a:lnTo>
                <a:lnTo>
                  <a:pt x="803" y="960"/>
                </a:lnTo>
                <a:lnTo>
                  <a:pt x="804" y="959"/>
                </a:lnTo>
                <a:lnTo>
                  <a:pt x="805" y="958"/>
                </a:lnTo>
                <a:lnTo>
                  <a:pt x="805" y="957"/>
                </a:lnTo>
                <a:lnTo>
                  <a:pt x="807" y="956"/>
                </a:lnTo>
                <a:lnTo>
                  <a:pt x="807" y="955"/>
                </a:lnTo>
                <a:lnTo>
                  <a:pt x="808" y="955"/>
                </a:lnTo>
                <a:lnTo>
                  <a:pt x="808" y="954"/>
                </a:lnTo>
                <a:lnTo>
                  <a:pt x="808" y="953"/>
                </a:lnTo>
                <a:lnTo>
                  <a:pt x="809" y="953"/>
                </a:lnTo>
                <a:lnTo>
                  <a:pt x="808" y="953"/>
                </a:lnTo>
                <a:lnTo>
                  <a:pt x="807" y="955"/>
                </a:lnTo>
                <a:lnTo>
                  <a:pt x="806" y="955"/>
                </a:lnTo>
                <a:lnTo>
                  <a:pt x="806" y="956"/>
                </a:lnTo>
                <a:lnTo>
                  <a:pt x="805" y="956"/>
                </a:lnTo>
                <a:lnTo>
                  <a:pt x="805" y="955"/>
                </a:lnTo>
                <a:lnTo>
                  <a:pt x="805" y="954"/>
                </a:lnTo>
                <a:lnTo>
                  <a:pt x="804" y="954"/>
                </a:lnTo>
                <a:lnTo>
                  <a:pt x="804" y="953"/>
                </a:lnTo>
                <a:lnTo>
                  <a:pt x="804" y="952"/>
                </a:lnTo>
                <a:lnTo>
                  <a:pt x="803" y="953"/>
                </a:lnTo>
                <a:lnTo>
                  <a:pt x="804" y="953"/>
                </a:lnTo>
                <a:lnTo>
                  <a:pt x="804" y="954"/>
                </a:lnTo>
                <a:lnTo>
                  <a:pt x="804" y="955"/>
                </a:lnTo>
                <a:lnTo>
                  <a:pt x="804" y="956"/>
                </a:lnTo>
                <a:lnTo>
                  <a:pt x="804" y="957"/>
                </a:lnTo>
                <a:lnTo>
                  <a:pt x="804" y="958"/>
                </a:lnTo>
                <a:lnTo>
                  <a:pt x="803" y="958"/>
                </a:lnTo>
                <a:lnTo>
                  <a:pt x="803" y="959"/>
                </a:lnTo>
                <a:lnTo>
                  <a:pt x="802" y="959"/>
                </a:lnTo>
                <a:lnTo>
                  <a:pt x="802" y="960"/>
                </a:lnTo>
                <a:lnTo>
                  <a:pt x="802" y="961"/>
                </a:lnTo>
                <a:lnTo>
                  <a:pt x="801" y="960"/>
                </a:lnTo>
                <a:lnTo>
                  <a:pt x="801" y="959"/>
                </a:lnTo>
                <a:lnTo>
                  <a:pt x="800" y="959"/>
                </a:lnTo>
                <a:lnTo>
                  <a:pt x="800" y="958"/>
                </a:lnTo>
                <a:lnTo>
                  <a:pt x="799" y="958"/>
                </a:lnTo>
                <a:lnTo>
                  <a:pt x="800" y="959"/>
                </a:lnTo>
                <a:lnTo>
                  <a:pt x="800" y="960"/>
                </a:lnTo>
                <a:lnTo>
                  <a:pt x="801" y="960"/>
                </a:lnTo>
                <a:lnTo>
                  <a:pt x="801" y="961"/>
                </a:lnTo>
                <a:lnTo>
                  <a:pt x="802" y="962"/>
                </a:lnTo>
                <a:lnTo>
                  <a:pt x="801" y="963"/>
                </a:lnTo>
                <a:lnTo>
                  <a:pt x="801" y="966"/>
                </a:lnTo>
                <a:lnTo>
                  <a:pt x="800" y="966"/>
                </a:lnTo>
                <a:lnTo>
                  <a:pt x="800" y="967"/>
                </a:lnTo>
                <a:lnTo>
                  <a:pt x="799" y="971"/>
                </a:lnTo>
                <a:lnTo>
                  <a:pt x="799" y="972"/>
                </a:lnTo>
                <a:lnTo>
                  <a:pt x="798" y="972"/>
                </a:lnTo>
                <a:lnTo>
                  <a:pt x="798" y="973"/>
                </a:lnTo>
                <a:lnTo>
                  <a:pt x="797" y="974"/>
                </a:lnTo>
                <a:lnTo>
                  <a:pt x="797" y="973"/>
                </a:lnTo>
                <a:lnTo>
                  <a:pt x="796" y="973"/>
                </a:lnTo>
                <a:lnTo>
                  <a:pt x="796" y="972"/>
                </a:lnTo>
                <a:lnTo>
                  <a:pt x="795" y="972"/>
                </a:lnTo>
                <a:lnTo>
                  <a:pt x="794" y="971"/>
                </a:lnTo>
                <a:lnTo>
                  <a:pt x="794" y="970"/>
                </a:lnTo>
                <a:lnTo>
                  <a:pt x="793" y="969"/>
                </a:lnTo>
                <a:lnTo>
                  <a:pt x="794" y="968"/>
                </a:lnTo>
                <a:lnTo>
                  <a:pt x="794" y="967"/>
                </a:lnTo>
                <a:lnTo>
                  <a:pt x="794" y="966"/>
                </a:lnTo>
                <a:lnTo>
                  <a:pt x="794" y="965"/>
                </a:lnTo>
                <a:lnTo>
                  <a:pt x="793" y="964"/>
                </a:lnTo>
                <a:lnTo>
                  <a:pt x="793" y="963"/>
                </a:lnTo>
                <a:lnTo>
                  <a:pt x="793" y="962"/>
                </a:lnTo>
                <a:lnTo>
                  <a:pt x="793" y="961"/>
                </a:lnTo>
                <a:lnTo>
                  <a:pt x="793" y="960"/>
                </a:lnTo>
                <a:lnTo>
                  <a:pt x="792" y="959"/>
                </a:lnTo>
                <a:lnTo>
                  <a:pt x="791" y="959"/>
                </a:lnTo>
                <a:lnTo>
                  <a:pt x="790" y="959"/>
                </a:lnTo>
                <a:lnTo>
                  <a:pt x="790" y="958"/>
                </a:lnTo>
                <a:lnTo>
                  <a:pt x="789" y="958"/>
                </a:lnTo>
                <a:lnTo>
                  <a:pt x="788" y="958"/>
                </a:lnTo>
                <a:lnTo>
                  <a:pt x="788" y="957"/>
                </a:lnTo>
                <a:lnTo>
                  <a:pt x="788" y="956"/>
                </a:lnTo>
                <a:lnTo>
                  <a:pt x="787" y="955"/>
                </a:lnTo>
                <a:lnTo>
                  <a:pt x="787" y="953"/>
                </a:lnTo>
                <a:lnTo>
                  <a:pt x="788" y="953"/>
                </a:lnTo>
                <a:lnTo>
                  <a:pt x="789" y="953"/>
                </a:lnTo>
                <a:lnTo>
                  <a:pt x="790" y="953"/>
                </a:lnTo>
                <a:lnTo>
                  <a:pt x="790" y="952"/>
                </a:lnTo>
                <a:lnTo>
                  <a:pt x="790" y="951"/>
                </a:lnTo>
                <a:lnTo>
                  <a:pt x="791" y="951"/>
                </a:lnTo>
                <a:lnTo>
                  <a:pt x="791" y="950"/>
                </a:lnTo>
                <a:lnTo>
                  <a:pt x="791" y="949"/>
                </a:lnTo>
                <a:lnTo>
                  <a:pt x="792" y="949"/>
                </a:lnTo>
                <a:lnTo>
                  <a:pt x="793" y="949"/>
                </a:lnTo>
                <a:lnTo>
                  <a:pt x="793" y="948"/>
                </a:lnTo>
                <a:lnTo>
                  <a:pt x="794" y="948"/>
                </a:lnTo>
                <a:lnTo>
                  <a:pt x="794" y="947"/>
                </a:lnTo>
                <a:lnTo>
                  <a:pt x="795" y="947"/>
                </a:lnTo>
                <a:lnTo>
                  <a:pt x="794" y="946"/>
                </a:lnTo>
                <a:lnTo>
                  <a:pt x="794" y="947"/>
                </a:lnTo>
                <a:lnTo>
                  <a:pt x="794" y="946"/>
                </a:lnTo>
                <a:lnTo>
                  <a:pt x="794" y="945"/>
                </a:lnTo>
                <a:lnTo>
                  <a:pt x="795" y="945"/>
                </a:lnTo>
                <a:lnTo>
                  <a:pt x="796" y="945"/>
                </a:lnTo>
                <a:lnTo>
                  <a:pt x="796" y="944"/>
                </a:lnTo>
                <a:lnTo>
                  <a:pt x="796" y="943"/>
                </a:lnTo>
                <a:lnTo>
                  <a:pt x="795" y="943"/>
                </a:lnTo>
                <a:lnTo>
                  <a:pt x="795" y="942"/>
                </a:lnTo>
                <a:lnTo>
                  <a:pt x="794" y="941"/>
                </a:lnTo>
                <a:lnTo>
                  <a:pt x="794" y="940"/>
                </a:lnTo>
                <a:lnTo>
                  <a:pt x="795" y="940"/>
                </a:lnTo>
                <a:lnTo>
                  <a:pt x="795" y="939"/>
                </a:lnTo>
                <a:lnTo>
                  <a:pt x="796" y="939"/>
                </a:lnTo>
                <a:lnTo>
                  <a:pt x="797" y="938"/>
                </a:lnTo>
                <a:lnTo>
                  <a:pt x="798" y="937"/>
                </a:lnTo>
                <a:lnTo>
                  <a:pt x="799" y="937"/>
                </a:lnTo>
                <a:lnTo>
                  <a:pt x="799" y="936"/>
                </a:lnTo>
                <a:lnTo>
                  <a:pt x="800" y="936"/>
                </a:lnTo>
                <a:lnTo>
                  <a:pt x="799" y="935"/>
                </a:lnTo>
                <a:lnTo>
                  <a:pt x="799" y="934"/>
                </a:lnTo>
                <a:lnTo>
                  <a:pt x="798" y="934"/>
                </a:lnTo>
                <a:lnTo>
                  <a:pt x="797" y="934"/>
                </a:lnTo>
                <a:lnTo>
                  <a:pt x="796" y="934"/>
                </a:lnTo>
                <a:lnTo>
                  <a:pt x="795" y="934"/>
                </a:lnTo>
                <a:lnTo>
                  <a:pt x="795" y="932"/>
                </a:lnTo>
                <a:lnTo>
                  <a:pt x="794" y="932"/>
                </a:lnTo>
                <a:lnTo>
                  <a:pt x="794" y="933"/>
                </a:lnTo>
                <a:lnTo>
                  <a:pt x="794" y="934"/>
                </a:lnTo>
                <a:lnTo>
                  <a:pt x="793" y="934"/>
                </a:lnTo>
                <a:lnTo>
                  <a:pt x="793" y="935"/>
                </a:lnTo>
                <a:lnTo>
                  <a:pt x="792" y="935"/>
                </a:lnTo>
                <a:lnTo>
                  <a:pt x="791" y="935"/>
                </a:lnTo>
                <a:lnTo>
                  <a:pt x="790" y="935"/>
                </a:lnTo>
                <a:lnTo>
                  <a:pt x="788" y="935"/>
                </a:lnTo>
                <a:lnTo>
                  <a:pt x="787" y="935"/>
                </a:lnTo>
                <a:lnTo>
                  <a:pt x="786" y="934"/>
                </a:lnTo>
                <a:lnTo>
                  <a:pt x="785" y="934"/>
                </a:lnTo>
                <a:lnTo>
                  <a:pt x="784" y="935"/>
                </a:lnTo>
                <a:lnTo>
                  <a:pt x="783" y="934"/>
                </a:lnTo>
                <a:lnTo>
                  <a:pt x="783" y="932"/>
                </a:lnTo>
                <a:lnTo>
                  <a:pt x="784" y="931"/>
                </a:lnTo>
                <a:lnTo>
                  <a:pt x="784" y="930"/>
                </a:lnTo>
                <a:lnTo>
                  <a:pt x="785" y="930"/>
                </a:lnTo>
                <a:lnTo>
                  <a:pt x="784" y="930"/>
                </a:lnTo>
                <a:lnTo>
                  <a:pt x="783" y="930"/>
                </a:lnTo>
                <a:lnTo>
                  <a:pt x="783" y="931"/>
                </a:lnTo>
                <a:lnTo>
                  <a:pt x="782" y="931"/>
                </a:lnTo>
                <a:lnTo>
                  <a:pt x="782" y="932"/>
                </a:lnTo>
                <a:lnTo>
                  <a:pt x="781" y="932"/>
                </a:lnTo>
                <a:lnTo>
                  <a:pt x="781" y="933"/>
                </a:lnTo>
                <a:lnTo>
                  <a:pt x="781" y="934"/>
                </a:lnTo>
                <a:lnTo>
                  <a:pt x="781" y="933"/>
                </a:lnTo>
                <a:lnTo>
                  <a:pt x="781" y="934"/>
                </a:lnTo>
                <a:lnTo>
                  <a:pt x="780" y="934"/>
                </a:lnTo>
                <a:lnTo>
                  <a:pt x="780" y="935"/>
                </a:lnTo>
                <a:lnTo>
                  <a:pt x="779" y="935"/>
                </a:lnTo>
                <a:lnTo>
                  <a:pt x="779" y="936"/>
                </a:lnTo>
                <a:lnTo>
                  <a:pt x="778" y="937"/>
                </a:lnTo>
                <a:lnTo>
                  <a:pt x="777" y="936"/>
                </a:lnTo>
                <a:lnTo>
                  <a:pt x="776" y="936"/>
                </a:lnTo>
                <a:lnTo>
                  <a:pt x="775" y="937"/>
                </a:lnTo>
                <a:lnTo>
                  <a:pt x="774" y="937"/>
                </a:lnTo>
                <a:lnTo>
                  <a:pt x="774" y="938"/>
                </a:lnTo>
                <a:lnTo>
                  <a:pt x="775" y="938"/>
                </a:lnTo>
                <a:lnTo>
                  <a:pt x="775" y="939"/>
                </a:lnTo>
                <a:lnTo>
                  <a:pt x="775" y="940"/>
                </a:lnTo>
                <a:lnTo>
                  <a:pt x="774" y="940"/>
                </a:lnTo>
                <a:lnTo>
                  <a:pt x="772" y="940"/>
                </a:lnTo>
                <a:lnTo>
                  <a:pt x="770" y="940"/>
                </a:lnTo>
                <a:lnTo>
                  <a:pt x="771" y="940"/>
                </a:lnTo>
                <a:lnTo>
                  <a:pt x="772" y="940"/>
                </a:lnTo>
                <a:lnTo>
                  <a:pt x="772" y="941"/>
                </a:lnTo>
                <a:lnTo>
                  <a:pt x="773" y="941"/>
                </a:lnTo>
                <a:lnTo>
                  <a:pt x="773" y="942"/>
                </a:lnTo>
                <a:lnTo>
                  <a:pt x="773" y="943"/>
                </a:lnTo>
                <a:lnTo>
                  <a:pt x="773" y="944"/>
                </a:lnTo>
                <a:lnTo>
                  <a:pt x="772" y="944"/>
                </a:lnTo>
                <a:lnTo>
                  <a:pt x="772" y="945"/>
                </a:lnTo>
                <a:lnTo>
                  <a:pt x="771" y="945"/>
                </a:lnTo>
                <a:lnTo>
                  <a:pt x="770" y="945"/>
                </a:lnTo>
                <a:lnTo>
                  <a:pt x="770" y="944"/>
                </a:lnTo>
                <a:lnTo>
                  <a:pt x="769" y="944"/>
                </a:lnTo>
                <a:lnTo>
                  <a:pt x="768" y="943"/>
                </a:lnTo>
                <a:lnTo>
                  <a:pt x="767" y="942"/>
                </a:lnTo>
                <a:lnTo>
                  <a:pt x="767" y="941"/>
                </a:lnTo>
                <a:lnTo>
                  <a:pt x="767" y="940"/>
                </a:lnTo>
                <a:lnTo>
                  <a:pt x="767" y="939"/>
                </a:lnTo>
                <a:lnTo>
                  <a:pt x="766" y="939"/>
                </a:lnTo>
                <a:lnTo>
                  <a:pt x="766" y="940"/>
                </a:lnTo>
                <a:lnTo>
                  <a:pt x="766" y="941"/>
                </a:lnTo>
                <a:lnTo>
                  <a:pt x="766" y="942"/>
                </a:lnTo>
                <a:lnTo>
                  <a:pt x="767" y="942"/>
                </a:lnTo>
                <a:lnTo>
                  <a:pt x="767" y="943"/>
                </a:lnTo>
                <a:lnTo>
                  <a:pt x="768" y="944"/>
                </a:lnTo>
                <a:lnTo>
                  <a:pt x="769" y="945"/>
                </a:lnTo>
                <a:lnTo>
                  <a:pt x="769" y="946"/>
                </a:lnTo>
                <a:lnTo>
                  <a:pt x="770" y="947"/>
                </a:lnTo>
                <a:lnTo>
                  <a:pt x="770" y="948"/>
                </a:lnTo>
                <a:lnTo>
                  <a:pt x="771" y="948"/>
                </a:lnTo>
                <a:lnTo>
                  <a:pt x="771" y="947"/>
                </a:lnTo>
                <a:lnTo>
                  <a:pt x="772" y="947"/>
                </a:lnTo>
                <a:lnTo>
                  <a:pt x="772" y="948"/>
                </a:lnTo>
                <a:lnTo>
                  <a:pt x="774" y="949"/>
                </a:lnTo>
                <a:lnTo>
                  <a:pt x="774" y="950"/>
                </a:lnTo>
                <a:lnTo>
                  <a:pt x="775" y="950"/>
                </a:lnTo>
                <a:lnTo>
                  <a:pt x="775" y="951"/>
                </a:lnTo>
                <a:lnTo>
                  <a:pt x="775" y="952"/>
                </a:lnTo>
                <a:lnTo>
                  <a:pt x="775" y="953"/>
                </a:lnTo>
                <a:lnTo>
                  <a:pt x="776" y="954"/>
                </a:lnTo>
                <a:lnTo>
                  <a:pt x="776" y="955"/>
                </a:lnTo>
                <a:lnTo>
                  <a:pt x="777" y="956"/>
                </a:lnTo>
                <a:lnTo>
                  <a:pt x="777" y="957"/>
                </a:lnTo>
                <a:lnTo>
                  <a:pt x="777" y="958"/>
                </a:lnTo>
                <a:lnTo>
                  <a:pt x="778" y="957"/>
                </a:lnTo>
                <a:lnTo>
                  <a:pt x="778" y="958"/>
                </a:lnTo>
                <a:lnTo>
                  <a:pt x="777" y="958"/>
                </a:lnTo>
                <a:lnTo>
                  <a:pt x="777" y="959"/>
                </a:lnTo>
                <a:lnTo>
                  <a:pt x="777" y="960"/>
                </a:lnTo>
                <a:lnTo>
                  <a:pt x="778" y="960"/>
                </a:lnTo>
                <a:lnTo>
                  <a:pt x="778" y="959"/>
                </a:lnTo>
                <a:lnTo>
                  <a:pt x="779" y="959"/>
                </a:lnTo>
                <a:lnTo>
                  <a:pt x="779" y="960"/>
                </a:lnTo>
                <a:lnTo>
                  <a:pt x="780" y="960"/>
                </a:lnTo>
                <a:lnTo>
                  <a:pt x="780" y="961"/>
                </a:lnTo>
                <a:lnTo>
                  <a:pt x="780" y="962"/>
                </a:lnTo>
                <a:lnTo>
                  <a:pt x="781" y="962"/>
                </a:lnTo>
                <a:lnTo>
                  <a:pt x="781" y="963"/>
                </a:lnTo>
                <a:lnTo>
                  <a:pt x="782" y="963"/>
                </a:lnTo>
                <a:lnTo>
                  <a:pt x="783" y="963"/>
                </a:lnTo>
                <a:lnTo>
                  <a:pt x="784" y="963"/>
                </a:lnTo>
                <a:lnTo>
                  <a:pt x="785" y="963"/>
                </a:lnTo>
                <a:lnTo>
                  <a:pt x="785" y="964"/>
                </a:lnTo>
                <a:lnTo>
                  <a:pt x="784" y="964"/>
                </a:lnTo>
                <a:lnTo>
                  <a:pt x="784" y="965"/>
                </a:lnTo>
                <a:lnTo>
                  <a:pt x="783" y="965"/>
                </a:lnTo>
                <a:lnTo>
                  <a:pt x="783" y="966"/>
                </a:lnTo>
                <a:lnTo>
                  <a:pt x="782" y="967"/>
                </a:lnTo>
                <a:lnTo>
                  <a:pt x="781" y="968"/>
                </a:lnTo>
                <a:lnTo>
                  <a:pt x="780" y="968"/>
                </a:lnTo>
                <a:lnTo>
                  <a:pt x="780" y="969"/>
                </a:lnTo>
                <a:lnTo>
                  <a:pt x="779" y="969"/>
                </a:lnTo>
                <a:lnTo>
                  <a:pt x="778" y="969"/>
                </a:lnTo>
                <a:lnTo>
                  <a:pt x="777" y="969"/>
                </a:lnTo>
                <a:lnTo>
                  <a:pt x="777" y="968"/>
                </a:lnTo>
                <a:lnTo>
                  <a:pt x="778" y="968"/>
                </a:lnTo>
                <a:lnTo>
                  <a:pt x="777" y="967"/>
                </a:lnTo>
                <a:lnTo>
                  <a:pt x="777" y="968"/>
                </a:lnTo>
                <a:lnTo>
                  <a:pt x="777" y="969"/>
                </a:lnTo>
                <a:lnTo>
                  <a:pt x="777" y="968"/>
                </a:lnTo>
                <a:lnTo>
                  <a:pt x="776" y="968"/>
                </a:lnTo>
                <a:lnTo>
                  <a:pt x="776" y="967"/>
                </a:lnTo>
                <a:lnTo>
                  <a:pt x="776" y="966"/>
                </a:lnTo>
                <a:lnTo>
                  <a:pt x="776" y="965"/>
                </a:lnTo>
                <a:lnTo>
                  <a:pt x="777" y="965"/>
                </a:lnTo>
                <a:lnTo>
                  <a:pt x="777" y="964"/>
                </a:lnTo>
                <a:lnTo>
                  <a:pt x="776" y="963"/>
                </a:lnTo>
                <a:lnTo>
                  <a:pt x="775" y="963"/>
                </a:lnTo>
                <a:lnTo>
                  <a:pt x="776" y="965"/>
                </a:lnTo>
                <a:lnTo>
                  <a:pt x="776" y="966"/>
                </a:lnTo>
                <a:lnTo>
                  <a:pt x="776" y="967"/>
                </a:lnTo>
                <a:lnTo>
                  <a:pt x="775" y="967"/>
                </a:lnTo>
                <a:lnTo>
                  <a:pt x="775" y="968"/>
                </a:lnTo>
                <a:lnTo>
                  <a:pt x="776" y="968"/>
                </a:lnTo>
                <a:lnTo>
                  <a:pt x="776" y="969"/>
                </a:lnTo>
                <a:lnTo>
                  <a:pt x="777" y="969"/>
                </a:lnTo>
                <a:lnTo>
                  <a:pt x="777" y="971"/>
                </a:lnTo>
                <a:lnTo>
                  <a:pt x="777" y="972"/>
                </a:lnTo>
                <a:lnTo>
                  <a:pt x="776" y="972"/>
                </a:lnTo>
                <a:lnTo>
                  <a:pt x="776" y="973"/>
                </a:lnTo>
                <a:lnTo>
                  <a:pt x="777" y="973"/>
                </a:lnTo>
                <a:lnTo>
                  <a:pt x="777" y="972"/>
                </a:lnTo>
                <a:lnTo>
                  <a:pt x="778" y="971"/>
                </a:lnTo>
                <a:lnTo>
                  <a:pt x="778" y="970"/>
                </a:lnTo>
                <a:lnTo>
                  <a:pt x="778" y="971"/>
                </a:lnTo>
                <a:lnTo>
                  <a:pt x="778" y="972"/>
                </a:lnTo>
                <a:lnTo>
                  <a:pt x="779" y="972"/>
                </a:lnTo>
                <a:lnTo>
                  <a:pt x="780" y="972"/>
                </a:lnTo>
                <a:lnTo>
                  <a:pt x="780" y="971"/>
                </a:lnTo>
                <a:lnTo>
                  <a:pt x="780" y="970"/>
                </a:lnTo>
                <a:lnTo>
                  <a:pt x="781" y="970"/>
                </a:lnTo>
                <a:lnTo>
                  <a:pt x="782" y="969"/>
                </a:lnTo>
                <a:lnTo>
                  <a:pt x="782" y="968"/>
                </a:lnTo>
                <a:lnTo>
                  <a:pt x="783" y="968"/>
                </a:lnTo>
                <a:lnTo>
                  <a:pt x="785" y="969"/>
                </a:lnTo>
                <a:lnTo>
                  <a:pt x="785" y="970"/>
                </a:lnTo>
                <a:lnTo>
                  <a:pt x="784" y="971"/>
                </a:lnTo>
                <a:lnTo>
                  <a:pt x="784" y="972"/>
                </a:lnTo>
                <a:lnTo>
                  <a:pt x="783" y="972"/>
                </a:lnTo>
                <a:lnTo>
                  <a:pt x="783" y="973"/>
                </a:lnTo>
                <a:lnTo>
                  <a:pt x="784" y="973"/>
                </a:lnTo>
                <a:lnTo>
                  <a:pt x="784" y="974"/>
                </a:lnTo>
                <a:lnTo>
                  <a:pt x="783" y="975"/>
                </a:lnTo>
                <a:lnTo>
                  <a:pt x="782" y="975"/>
                </a:lnTo>
                <a:lnTo>
                  <a:pt x="781" y="975"/>
                </a:lnTo>
                <a:lnTo>
                  <a:pt x="781" y="976"/>
                </a:lnTo>
                <a:lnTo>
                  <a:pt x="782" y="976"/>
                </a:lnTo>
                <a:lnTo>
                  <a:pt x="783" y="976"/>
                </a:lnTo>
                <a:lnTo>
                  <a:pt x="783" y="975"/>
                </a:lnTo>
                <a:lnTo>
                  <a:pt x="784" y="975"/>
                </a:lnTo>
                <a:lnTo>
                  <a:pt x="784" y="974"/>
                </a:lnTo>
                <a:lnTo>
                  <a:pt x="785" y="975"/>
                </a:lnTo>
                <a:lnTo>
                  <a:pt x="785" y="974"/>
                </a:lnTo>
                <a:lnTo>
                  <a:pt x="786" y="974"/>
                </a:lnTo>
                <a:lnTo>
                  <a:pt x="786" y="973"/>
                </a:lnTo>
                <a:lnTo>
                  <a:pt x="786" y="972"/>
                </a:lnTo>
                <a:lnTo>
                  <a:pt x="787" y="972"/>
                </a:lnTo>
                <a:lnTo>
                  <a:pt x="788" y="973"/>
                </a:lnTo>
                <a:lnTo>
                  <a:pt x="789" y="973"/>
                </a:lnTo>
                <a:lnTo>
                  <a:pt x="789" y="974"/>
                </a:lnTo>
                <a:lnTo>
                  <a:pt x="789" y="975"/>
                </a:lnTo>
                <a:lnTo>
                  <a:pt x="789" y="976"/>
                </a:lnTo>
                <a:lnTo>
                  <a:pt x="789" y="977"/>
                </a:lnTo>
                <a:lnTo>
                  <a:pt x="789" y="978"/>
                </a:lnTo>
                <a:lnTo>
                  <a:pt x="789" y="979"/>
                </a:lnTo>
                <a:lnTo>
                  <a:pt x="789" y="980"/>
                </a:lnTo>
                <a:lnTo>
                  <a:pt x="788" y="981"/>
                </a:lnTo>
                <a:lnTo>
                  <a:pt x="788" y="980"/>
                </a:lnTo>
                <a:lnTo>
                  <a:pt x="786" y="980"/>
                </a:lnTo>
                <a:lnTo>
                  <a:pt x="785" y="981"/>
                </a:lnTo>
                <a:lnTo>
                  <a:pt x="785" y="982"/>
                </a:lnTo>
                <a:lnTo>
                  <a:pt x="784" y="982"/>
                </a:lnTo>
                <a:lnTo>
                  <a:pt x="784" y="983"/>
                </a:lnTo>
                <a:lnTo>
                  <a:pt x="785" y="983"/>
                </a:lnTo>
                <a:lnTo>
                  <a:pt x="786" y="982"/>
                </a:lnTo>
                <a:lnTo>
                  <a:pt x="786" y="981"/>
                </a:lnTo>
                <a:lnTo>
                  <a:pt x="787" y="981"/>
                </a:lnTo>
                <a:lnTo>
                  <a:pt x="787" y="982"/>
                </a:lnTo>
                <a:lnTo>
                  <a:pt x="786" y="983"/>
                </a:lnTo>
                <a:lnTo>
                  <a:pt x="786" y="984"/>
                </a:lnTo>
                <a:lnTo>
                  <a:pt x="786" y="985"/>
                </a:lnTo>
                <a:lnTo>
                  <a:pt x="785" y="985"/>
                </a:lnTo>
                <a:lnTo>
                  <a:pt x="784" y="987"/>
                </a:lnTo>
                <a:lnTo>
                  <a:pt x="783" y="987"/>
                </a:lnTo>
                <a:lnTo>
                  <a:pt x="782" y="987"/>
                </a:lnTo>
                <a:lnTo>
                  <a:pt x="782" y="986"/>
                </a:lnTo>
                <a:lnTo>
                  <a:pt x="783" y="986"/>
                </a:lnTo>
                <a:lnTo>
                  <a:pt x="782" y="986"/>
                </a:lnTo>
                <a:lnTo>
                  <a:pt x="781" y="986"/>
                </a:lnTo>
                <a:lnTo>
                  <a:pt x="781" y="985"/>
                </a:lnTo>
                <a:lnTo>
                  <a:pt x="781" y="986"/>
                </a:lnTo>
                <a:lnTo>
                  <a:pt x="781" y="987"/>
                </a:lnTo>
                <a:lnTo>
                  <a:pt x="782" y="987"/>
                </a:lnTo>
                <a:lnTo>
                  <a:pt x="783" y="988"/>
                </a:lnTo>
                <a:lnTo>
                  <a:pt x="782" y="988"/>
                </a:lnTo>
                <a:lnTo>
                  <a:pt x="782" y="989"/>
                </a:lnTo>
                <a:lnTo>
                  <a:pt x="782" y="990"/>
                </a:lnTo>
                <a:lnTo>
                  <a:pt x="782" y="991"/>
                </a:lnTo>
                <a:lnTo>
                  <a:pt x="781" y="991"/>
                </a:lnTo>
                <a:lnTo>
                  <a:pt x="782" y="991"/>
                </a:lnTo>
                <a:lnTo>
                  <a:pt x="781" y="992"/>
                </a:lnTo>
                <a:lnTo>
                  <a:pt x="780" y="992"/>
                </a:lnTo>
                <a:lnTo>
                  <a:pt x="780" y="993"/>
                </a:lnTo>
                <a:lnTo>
                  <a:pt x="781" y="993"/>
                </a:lnTo>
                <a:lnTo>
                  <a:pt x="780" y="994"/>
                </a:lnTo>
                <a:lnTo>
                  <a:pt x="780" y="995"/>
                </a:lnTo>
                <a:lnTo>
                  <a:pt x="779" y="995"/>
                </a:lnTo>
                <a:lnTo>
                  <a:pt x="775" y="997"/>
                </a:lnTo>
                <a:lnTo>
                  <a:pt x="774" y="997"/>
                </a:lnTo>
                <a:lnTo>
                  <a:pt x="773" y="998"/>
                </a:lnTo>
                <a:lnTo>
                  <a:pt x="772" y="997"/>
                </a:lnTo>
                <a:lnTo>
                  <a:pt x="772" y="996"/>
                </a:lnTo>
                <a:lnTo>
                  <a:pt x="772" y="995"/>
                </a:lnTo>
                <a:lnTo>
                  <a:pt x="773" y="995"/>
                </a:lnTo>
                <a:lnTo>
                  <a:pt x="773" y="994"/>
                </a:lnTo>
                <a:lnTo>
                  <a:pt x="774" y="993"/>
                </a:lnTo>
                <a:lnTo>
                  <a:pt x="774" y="992"/>
                </a:lnTo>
                <a:lnTo>
                  <a:pt x="775" y="992"/>
                </a:lnTo>
                <a:lnTo>
                  <a:pt x="775" y="991"/>
                </a:lnTo>
                <a:lnTo>
                  <a:pt x="774" y="991"/>
                </a:lnTo>
                <a:lnTo>
                  <a:pt x="774" y="992"/>
                </a:lnTo>
                <a:lnTo>
                  <a:pt x="773" y="993"/>
                </a:lnTo>
                <a:lnTo>
                  <a:pt x="772" y="993"/>
                </a:lnTo>
                <a:lnTo>
                  <a:pt x="772" y="994"/>
                </a:lnTo>
                <a:lnTo>
                  <a:pt x="772" y="995"/>
                </a:lnTo>
                <a:lnTo>
                  <a:pt x="771" y="996"/>
                </a:lnTo>
                <a:lnTo>
                  <a:pt x="771" y="997"/>
                </a:lnTo>
                <a:lnTo>
                  <a:pt x="772" y="998"/>
                </a:lnTo>
                <a:lnTo>
                  <a:pt x="772" y="999"/>
                </a:lnTo>
                <a:lnTo>
                  <a:pt x="772" y="1000"/>
                </a:lnTo>
                <a:lnTo>
                  <a:pt x="771" y="1000"/>
                </a:lnTo>
                <a:lnTo>
                  <a:pt x="770" y="1000"/>
                </a:lnTo>
                <a:lnTo>
                  <a:pt x="770" y="1001"/>
                </a:lnTo>
                <a:lnTo>
                  <a:pt x="771" y="1001"/>
                </a:lnTo>
                <a:lnTo>
                  <a:pt x="772" y="1001"/>
                </a:lnTo>
                <a:lnTo>
                  <a:pt x="772" y="1002"/>
                </a:lnTo>
                <a:lnTo>
                  <a:pt x="770" y="1002"/>
                </a:lnTo>
                <a:lnTo>
                  <a:pt x="769" y="1002"/>
                </a:lnTo>
                <a:lnTo>
                  <a:pt x="768" y="1003"/>
                </a:lnTo>
                <a:lnTo>
                  <a:pt x="767" y="1003"/>
                </a:lnTo>
                <a:lnTo>
                  <a:pt x="766" y="1003"/>
                </a:lnTo>
                <a:lnTo>
                  <a:pt x="766" y="1004"/>
                </a:lnTo>
                <a:lnTo>
                  <a:pt x="765" y="1003"/>
                </a:lnTo>
                <a:lnTo>
                  <a:pt x="762" y="1003"/>
                </a:lnTo>
                <a:lnTo>
                  <a:pt x="761" y="1004"/>
                </a:lnTo>
                <a:lnTo>
                  <a:pt x="760" y="1004"/>
                </a:lnTo>
                <a:lnTo>
                  <a:pt x="759" y="1004"/>
                </a:lnTo>
                <a:lnTo>
                  <a:pt x="758" y="1005"/>
                </a:lnTo>
                <a:lnTo>
                  <a:pt x="758" y="1006"/>
                </a:lnTo>
                <a:lnTo>
                  <a:pt x="758" y="1007"/>
                </a:lnTo>
                <a:lnTo>
                  <a:pt x="753" y="1007"/>
                </a:lnTo>
                <a:lnTo>
                  <a:pt x="752" y="1005"/>
                </a:lnTo>
                <a:lnTo>
                  <a:pt x="752" y="1004"/>
                </a:lnTo>
                <a:lnTo>
                  <a:pt x="754" y="1000"/>
                </a:lnTo>
                <a:lnTo>
                  <a:pt x="757" y="1000"/>
                </a:lnTo>
                <a:lnTo>
                  <a:pt x="757" y="999"/>
                </a:lnTo>
                <a:lnTo>
                  <a:pt x="757" y="997"/>
                </a:lnTo>
                <a:lnTo>
                  <a:pt x="756" y="997"/>
                </a:lnTo>
                <a:lnTo>
                  <a:pt x="755" y="996"/>
                </a:lnTo>
                <a:lnTo>
                  <a:pt x="755" y="995"/>
                </a:lnTo>
                <a:lnTo>
                  <a:pt x="756" y="995"/>
                </a:lnTo>
                <a:lnTo>
                  <a:pt x="757" y="995"/>
                </a:lnTo>
                <a:lnTo>
                  <a:pt x="758" y="995"/>
                </a:lnTo>
                <a:lnTo>
                  <a:pt x="759" y="994"/>
                </a:lnTo>
                <a:lnTo>
                  <a:pt x="760" y="994"/>
                </a:lnTo>
                <a:lnTo>
                  <a:pt x="761" y="994"/>
                </a:lnTo>
                <a:lnTo>
                  <a:pt x="762" y="995"/>
                </a:lnTo>
                <a:lnTo>
                  <a:pt x="763" y="995"/>
                </a:lnTo>
                <a:lnTo>
                  <a:pt x="763" y="994"/>
                </a:lnTo>
                <a:lnTo>
                  <a:pt x="763" y="993"/>
                </a:lnTo>
                <a:lnTo>
                  <a:pt x="764" y="993"/>
                </a:lnTo>
                <a:lnTo>
                  <a:pt x="765" y="992"/>
                </a:lnTo>
                <a:lnTo>
                  <a:pt x="765" y="991"/>
                </a:lnTo>
                <a:lnTo>
                  <a:pt x="766" y="991"/>
                </a:lnTo>
                <a:lnTo>
                  <a:pt x="765" y="991"/>
                </a:lnTo>
                <a:lnTo>
                  <a:pt x="764" y="992"/>
                </a:lnTo>
                <a:lnTo>
                  <a:pt x="762" y="992"/>
                </a:lnTo>
                <a:lnTo>
                  <a:pt x="762" y="993"/>
                </a:lnTo>
                <a:lnTo>
                  <a:pt x="761" y="993"/>
                </a:lnTo>
                <a:lnTo>
                  <a:pt x="761" y="992"/>
                </a:lnTo>
                <a:lnTo>
                  <a:pt x="760" y="992"/>
                </a:lnTo>
                <a:lnTo>
                  <a:pt x="760" y="991"/>
                </a:lnTo>
                <a:lnTo>
                  <a:pt x="759" y="991"/>
                </a:lnTo>
                <a:lnTo>
                  <a:pt x="760" y="990"/>
                </a:lnTo>
                <a:lnTo>
                  <a:pt x="761" y="990"/>
                </a:lnTo>
                <a:lnTo>
                  <a:pt x="761" y="989"/>
                </a:lnTo>
                <a:lnTo>
                  <a:pt x="761" y="988"/>
                </a:lnTo>
                <a:lnTo>
                  <a:pt x="760" y="988"/>
                </a:lnTo>
                <a:lnTo>
                  <a:pt x="760" y="987"/>
                </a:lnTo>
                <a:lnTo>
                  <a:pt x="761" y="987"/>
                </a:lnTo>
                <a:lnTo>
                  <a:pt x="761" y="988"/>
                </a:lnTo>
                <a:lnTo>
                  <a:pt x="762" y="988"/>
                </a:lnTo>
                <a:lnTo>
                  <a:pt x="762" y="987"/>
                </a:lnTo>
                <a:lnTo>
                  <a:pt x="763" y="986"/>
                </a:lnTo>
                <a:lnTo>
                  <a:pt x="763" y="985"/>
                </a:lnTo>
                <a:lnTo>
                  <a:pt x="764" y="985"/>
                </a:lnTo>
                <a:lnTo>
                  <a:pt x="764" y="984"/>
                </a:lnTo>
                <a:lnTo>
                  <a:pt x="765" y="984"/>
                </a:lnTo>
                <a:lnTo>
                  <a:pt x="765" y="983"/>
                </a:lnTo>
                <a:lnTo>
                  <a:pt x="766" y="983"/>
                </a:lnTo>
                <a:lnTo>
                  <a:pt x="767" y="983"/>
                </a:lnTo>
                <a:lnTo>
                  <a:pt x="767" y="982"/>
                </a:lnTo>
                <a:lnTo>
                  <a:pt x="768" y="982"/>
                </a:lnTo>
                <a:lnTo>
                  <a:pt x="768" y="981"/>
                </a:lnTo>
                <a:lnTo>
                  <a:pt x="769" y="981"/>
                </a:lnTo>
                <a:lnTo>
                  <a:pt x="770" y="981"/>
                </a:lnTo>
                <a:lnTo>
                  <a:pt x="770" y="980"/>
                </a:lnTo>
                <a:lnTo>
                  <a:pt x="769" y="980"/>
                </a:lnTo>
                <a:lnTo>
                  <a:pt x="768" y="980"/>
                </a:lnTo>
                <a:lnTo>
                  <a:pt x="767" y="980"/>
                </a:lnTo>
                <a:lnTo>
                  <a:pt x="766" y="980"/>
                </a:lnTo>
                <a:lnTo>
                  <a:pt x="766" y="981"/>
                </a:lnTo>
                <a:lnTo>
                  <a:pt x="765" y="981"/>
                </a:lnTo>
                <a:lnTo>
                  <a:pt x="764" y="981"/>
                </a:lnTo>
                <a:lnTo>
                  <a:pt x="764" y="982"/>
                </a:lnTo>
                <a:lnTo>
                  <a:pt x="763" y="982"/>
                </a:lnTo>
                <a:lnTo>
                  <a:pt x="763" y="983"/>
                </a:lnTo>
                <a:lnTo>
                  <a:pt x="762" y="983"/>
                </a:lnTo>
                <a:lnTo>
                  <a:pt x="762" y="982"/>
                </a:lnTo>
                <a:lnTo>
                  <a:pt x="761" y="983"/>
                </a:lnTo>
                <a:lnTo>
                  <a:pt x="761" y="984"/>
                </a:lnTo>
                <a:lnTo>
                  <a:pt x="760" y="984"/>
                </a:lnTo>
                <a:lnTo>
                  <a:pt x="759" y="984"/>
                </a:lnTo>
                <a:lnTo>
                  <a:pt x="759" y="985"/>
                </a:lnTo>
                <a:lnTo>
                  <a:pt x="759" y="984"/>
                </a:lnTo>
                <a:lnTo>
                  <a:pt x="760" y="983"/>
                </a:lnTo>
                <a:lnTo>
                  <a:pt x="760" y="982"/>
                </a:lnTo>
                <a:lnTo>
                  <a:pt x="761" y="981"/>
                </a:lnTo>
                <a:lnTo>
                  <a:pt x="761" y="980"/>
                </a:lnTo>
                <a:lnTo>
                  <a:pt x="762" y="979"/>
                </a:lnTo>
                <a:lnTo>
                  <a:pt x="762" y="980"/>
                </a:lnTo>
                <a:lnTo>
                  <a:pt x="763" y="980"/>
                </a:lnTo>
                <a:lnTo>
                  <a:pt x="763" y="979"/>
                </a:lnTo>
                <a:lnTo>
                  <a:pt x="763" y="978"/>
                </a:lnTo>
                <a:lnTo>
                  <a:pt x="762" y="978"/>
                </a:lnTo>
                <a:lnTo>
                  <a:pt x="762" y="977"/>
                </a:lnTo>
                <a:lnTo>
                  <a:pt x="763" y="977"/>
                </a:lnTo>
                <a:lnTo>
                  <a:pt x="764" y="977"/>
                </a:lnTo>
                <a:lnTo>
                  <a:pt x="764" y="976"/>
                </a:lnTo>
                <a:lnTo>
                  <a:pt x="763" y="976"/>
                </a:lnTo>
                <a:lnTo>
                  <a:pt x="763" y="977"/>
                </a:lnTo>
                <a:lnTo>
                  <a:pt x="763" y="976"/>
                </a:lnTo>
                <a:lnTo>
                  <a:pt x="762" y="976"/>
                </a:lnTo>
                <a:lnTo>
                  <a:pt x="761" y="976"/>
                </a:lnTo>
                <a:lnTo>
                  <a:pt x="760" y="977"/>
                </a:lnTo>
                <a:lnTo>
                  <a:pt x="761" y="977"/>
                </a:lnTo>
                <a:lnTo>
                  <a:pt x="760" y="977"/>
                </a:lnTo>
                <a:lnTo>
                  <a:pt x="760" y="978"/>
                </a:lnTo>
                <a:lnTo>
                  <a:pt x="760" y="979"/>
                </a:lnTo>
                <a:lnTo>
                  <a:pt x="760" y="980"/>
                </a:lnTo>
                <a:lnTo>
                  <a:pt x="759" y="980"/>
                </a:lnTo>
                <a:lnTo>
                  <a:pt x="758" y="981"/>
                </a:lnTo>
                <a:lnTo>
                  <a:pt x="757" y="981"/>
                </a:lnTo>
                <a:lnTo>
                  <a:pt x="756" y="982"/>
                </a:lnTo>
                <a:lnTo>
                  <a:pt x="755" y="982"/>
                </a:lnTo>
                <a:lnTo>
                  <a:pt x="755" y="981"/>
                </a:lnTo>
                <a:lnTo>
                  <a:pt x="755" y="980"/>
                </a:lnTo>
                <a:lnTo>
                  <a:pt x="754" y="980"/>
                </a:lnTo>
                <a:lnTo>
                  <a:pt x="754" y="981"/>
                </a:lnTo>
                <a:lnTo>
                  <a:pt x="753" y="980"/>
                </a:lnTo>
                <a:lnTo>
                  <a:pt x="752" y="980"/>
                </a:lnTo>
                <a:lnTo>
                  <a:pt x="751" y="979"/>
                </a:lnTo>
                <a:lnTo>
                  <a:pt x="751" y="978"/>
                </a:lnTo>
                <a:lnTo>
                  <a:pt x="751" y="977"/>
                </a:lnTo>
                <a:lnTo>
                  <a:pt x="750" y="978"/>
                </a:lnTo>
                <a:lnTo>
                  <a:pt x="749" y="979"/>
                </a:lnTo>
                <a:lnTo>
                  <a:pt x="748" y="979"/>
                </a:lnTo>
                <a:lnTo>
                  <a:pt x="748" y="978"/>
                </a:lnTo>
                <a:lnTo>
                  <a:pt x="746" y="978"/>
                </a:lnTo>
                <a:lnTo>
                  <a:pt x="745" y="977"/>
                </a:lnTo>
                <a:lnTo>
                  <a:pt x="744" y="977"/>
                </a:lnTo>
                <a:lnTo>
                  <a:pt x="744" y="976"/>
                </a:lnTo>
                <a:lnTo>
                  <a:pt x="745" y="976"/>
                </a:lnTo>
                <a:lnTo>
                  <a:pt x="745" y="975"/>
                </a:lnTo>
                <a:lnTo>
                  <a:pt x="746" y="975"/>
                </a:lnTo>
                <a:lnTo>
                  <a:pt x="745" y="975"/>
                </a:lnTo>
                <a:lnTo>
                  <a:pt x="745" y="974"/>
                </a:lnTo>
                <a:lnTo>
                  <a:pt x="745" y="973"/>
                </a:lnTo>
                <a:lnTo>
                  <a:pt x="745" y="972"/>
                </a:lnTo>
                <a:lnTo>
                  <a:pt x="744" y="972"/>
                </a:lnTo>
                <a:lnTo>
                  <a:pt x="744" y="973"/>
                </a:lnTo>
                <a:lnTo>
                  <a:pt x="743" y="973"/>
                </a:lnTo>
                <a:lnTo>
                  <a:pt x="743" y="974"/>
                </a:lnTo>
                <a:lnTo>
                  <a:pt x="743" y="975"/>
                </a:lnTo>
                <a:lnTo>
                  <a:pt x="742" y="976"/>
                </a:lnTo>
                <a:lnTo>
                  <a:pt x="743" y="976"/>
                </a:lnTo>
                <a:lnTo>
                  <a:pt x="744" y="977"/>
                </a:lnTo>
                <a:lnTo>
                  <a:pt x="744" y="978"/>
                </a:lnTo>
                <a:lnTo>
                  <a:pt x="744" y="979"/>
                </a:lnTo>
                <a:lnTo>
                  <a:pt x="744" y="980"/>
                </a:lnTo>
                <a:lnTo>
                  <a:pt x="744" y="981"/>
                </a:lnTo>
                <a:lnTo>
                  <a:pt x="744" y="982"/>
                </a:lnTo>
                <a:lnTo>
                  <a:pt x="743" y="983"/>
                </a:lnTo>
                <a:lnTo>
                  <a:pt x="744" y="983"/>
                </a:lnTo>
                <a:lnTo>
                  <a:pt x="743" y="983"/>
                </a:lnTo>
                <a:lnTo>
                  <a:pt x="743" y="982"/>
                </a:lnTo>
                <a:lnTo>
                  <a:pt x="743" y="981"/>
                </a:lnTo>
                <a:lnTo>
                  <a:pt x="743" y="980"/>
                </a:lnTo>
                <a:lnTo>
                  <a:pt x="742" y="980"/>
                </a:lnTo>
                <a:lnTo>
                  <a:pt x="742" y="979"/>
                </a:lnTo>
                <a:lnTo>
                  <a:pt x="743" y="979"/>
                </a:lnTo>
                <a:lnTo>
                  <a:pt x="743" y="978"/>
                </a:lnTo>
                <a:lnTo>
                  <a:pt x="743" y="977"/>
                </a:lnTo>
                <a:lnTo>
                  <a:pt x="743" y="978"/>
                </a:lnTo>
                <a:lnTo>
                  <a:pt x="742" y="978"/>
                </a:lnTo>
                <a:lnTo>
                  <a:pt x="742" y="979"/>
                </a:lnTo>
                <a:lnTo>
                  <a:pt x="741" y="980"/>
                </a:lnTo>
                <a:lnTo>
                  <a:pt x="741" y="981"/>
                </a:lnTo>
                <a:lnTo>
                  <a:pt x="740" y="981"/>
                </a:lnTo>
                <a:lnTo>
                  <a:pt x="740" y="982"/>
                </a:lnTo>
                <a:lnTo>
                  <a:pt x="740" y="983"/>
                </a:lnTo>
                <a:lnTo>
                  <a:pt x="740" y="984"/>
                </a:lnTo>
                <a:lnTo>
                  <a:pt x="741" y="985"/>
                </a:lnTo>
                <a:lnTo>
                  <a:pt x="742" y="985"/>
                </a:lnTo>
                <a:lnTo>
                  <a:pt x="742" y="986"/>
                </a:lnTo>
                <a:lnTo>
                  <a:pt x="743" y="987"/>
                </a:lnTo>
                <a:lnTo>
                  <a:pt x="743" y="988"/>
                </a:lnTo>
                <a:lnTo>
                  <a:pt x="742" y="988"/>
                </a:lnTo>
                <a:lnTo>
                  <a:pt x="742" y="989"/>
                </a:lnTo>
                <a:lnTo>
                  <a:pt x="741" y="989"/>
                </a:lnTo>
                <a:lnTo>
                  <a:pt x="741" y="990"/>
                </a:lnTo>
                <a:lnTo>
                  <a:pt x="741" y="991"/>
                </a:lnTo>
                <a:lnTo>
                  <a:pt x="742" y="991"/>
                </a:lnTo>
                <a:lnTo>
                  <a:pt x="742" y="992"/>
                </a:lnTo>
                <a:lnTo>
                  <a:pt x="741" y="992"/>
                </a:lnTo>
                <a:lnTo>
                  <a:pt x="740" y="992"/>
                </a:lnTo>
                <a:lnTo>
                  <a:pt x="739" y="993"/>
                </a:lnTo>
                <a:lnTo>
                  <a:pt x="739" y="994"/>
                </a:lnTo>
                <a:lnTo>
                  <a:pt x="738" y="995"/>
                </a:lnTo>
                <a:lnTo>
                  <a:pt x="738" y="996"/>
                </a:lnTo>
                <a:lnTo>
                  <a:pt x="739" y="996"/>
                </a:lnTo>
                <a:lnTo>
                  <a:pt x="739" y="997"/>
                </a:lnTo>
                <a:lnTo>
                  <a:pt x="740" y="996"/>
                </a:lnTo>
                <a:lnTo>
                  <a:pt x="741" y="996"/>
                </a:lnTo>
                <a:lnTo>
                  <a:pt x="742" y="995"/>
                </a:lnTo>
                <a:lnTo>
                  <a:pt x="743" y="995"/>
                </a:lnTo>
                <a:lnTo>
                  <a:pt x="743" y="996"/>
                </a:lnTo>
                <a:lnTo>
                  <a:pt x="743" y="997"/>
                </a:lnTo>
                <a:lnTo>
                  <a:pt x="742" y="998"/>
                </a:lnTo>
                <a:lnTo>
                  <a:pt x="741" y="999"/>
                </a:lnTo>
                <a:lnTo>
                  <a:pt x="741" y="1000"/>
                </a:lnTo>
                <a:lnTo>
                  <a:pt x="739" y="1001"/>
                </a:lnTo>
                <a:lnTo>
                  <a:pt x="738" y="1003"/>
                </a:lnTo>
                <a:lnTo>
                  <a:pt x="737" y="1004"/>
                </a:lnTo>
                <a:lnTo>
                  <a:pt x="736" y="1005"/>
                </a:lnTo>
                <a:lnTo>
                  <a:pt x="737" y="1006"/>
                </a:lnTo>
                <a:lnTo>
                  <a:pt x="737" y="1007"/>
                </a:lnTo>
                <a:lnTo>
                  <a:pt x="735" y="1007"/>
                </a:lnTo>
                <a:lnTo>
                  <a:pt x="734" y="1008"/>
                </a:lnTo>
                <a:lnTo>
                  <a:pt x="732" y="1008"/>
                </a:lnTo>
                <a:lnTo>
                  <a:pt x="731" y="1009"/>
                </a:lnTo>
                <a:lnTo>
                  <a:pt x="731" y="1010"/>
                </a:lnTo>
                <a:lnTo>
                  <a:pt x="731" y="1011"/>
                </a:lnTo>
                <a:lnTo>
                  <a:pt x="730" y="1011"/>
                </a:lnTo>
                <a:lnTo>
                  <a:pt x="729" y="1011"/>
                </a:lnTo>
                <a:lnTo>
                  <a:pt x="729" y="1012"/>
                </a:lnTo>
                <a:lnTo>
                  <a:pt x="727" y="1013"/>
                </a:lnTo>
                <a:lnTo>
                  <a:pt x="725" y="1014"/>
                </a:lnTo>
                <a:lnTo>
                  <a:pt x="724" y="1015"/>
                </a:lnTo>
                <a:lnTo>
                  <a:pt x="723" y="1016"/>
                </a:lnTo>
                <a:lnTo>
                  <a:pt x="722" y="1015"/>
                </a:lnTo>
                <a:lnTo>
                  <a:pt x="721" y="1015"/>
                </a:lnTo>
                <a:lnTo>
                  <a:pt x="721" y="1014"/>
                </a:lnTo>
                <a:lnTo>
                  <a:pt x="723" y="1013"/>
                </a:lnTo>
                <a:lnTo>
                  <a:pt x="723" y="1012"/>
                </a:lnTo>
                <a:lnTo>
                  <a:pt x="724" y="1010"/>
                </a:lnTo>
                <a:lnTo>
                  <a:pt x="725" y="1009"/>
                </a:lnTo>
                <a:lnTo>
                  <a:pt x="726" y="1009"/>
                </a:lnTo>
                <a:lnTo>
                  <a:pt x="727" y="1008"/>
                </a:lnTo>
                <a:lnTo>
                  <a:pt x="727" y="1007"/>
                </a:lnTo>
                <a:lnTo>
                  <a:pt x="730" y="1000"/>
                </a:lnTo>
                <a:lnTo>
                  <a:pt x="731" y="999"/>
                </a:lnTo>
                <a:lnTo>
                  <a:pt x="731" y="998"/>
                </a:lnTo>
                <a:lnTo>
                  <a:pt x="732" y="997"/>
                </a:lnTo>
                <a:lnTo>
                  <a:pt x="732" y="996"/>
                </a:lnTo>
                <a:lnTo>
                  <a:pt x="731" y="996"/>
                </a:lnTo>
                <a:lnTo>
                  <a:pt x="731" y="997"/>
                </a:lnTo>
                <a:lnTo>
                  <a:pt x="730" y="997"/>
                </a:lnTo>
                <a:lnTo>
                  <a:pt x="730" y="998"/>
                </a:lnTo>
                <a:lnTo>
                  <a:pt x="729" y="998"/>
                </a:lnTo>
                <a:lnTo>
                  <a:pt x="728" y="996"/>
                </a:lnTo>
                <a:lnTo>
                  <a:pt x="728" y="995"/>
                </a:lnTo>
                <a:lnTo>
                  <a:pt x="728" y="993"/>
                </a:lnTo>
                <a:lnTo>
                  <a:pt x="727" y="992"/>
                </a:lnTo>
                <a:lnTo>
                  <a:pt x="726" y="992"/>
                </a:lnTo>
                <a:lnTo>
                  <a:pt x="725" y="992"/>
                </a:lnTo>
                <a:lnTo>
                  <a:pt x="724" y="992"/>
                </a:lnTo>
                <a:lnTo>
                  <a:pt x="723" y="992"/>
                </a:lnTo>
                <a:lnTo>
                  <a:pt x="724" y="991"/>
                </a:lnTo>
                <a:lnTo>
                  <a:pt x="724" y="990"/>
                </a:lnTo>
                <a:lnTo>
                  <a:pt x="723" y="990"/>
                </a:lnTo>
                <a:lnTo>
                  <a:pt x="723" y="991"/>
                </a:lnTo>
                <a:lnTo>
                  <a:pt x="722" y="991"/>
                </a:lnTo>
                <a:lnTo>
                  <a:pt x="722" y="990"/>
                </a:lnTo>
                <a:lnTo>
                  <a:pt x="721" y="990"/>
                </a:lnTo>
                <a:lnTo>
                  <a:pt x="721" y="991"/>
                </a:lnTo>
                <a:lnTo>
                  <a:pt x="722" y="991"/>
                </a:lnTo>
                <a:lnTo>
                  <a:pt x="722" y="992"/>
                </a:lnTo>
                <a:lnTo>
                  <a:pt x="721" y="993"/>
                </a:lnTo>
                <a:lnTo>
                  <a:pt x="721" y="994"/>
                </a:lnTo>
                <a:lnTo>
                  <a:pt x="720" y="995"/>
                </a:lnTo>
                <a:lnTo>
                  <a:pt x="719" y="995"/>
                </a:lnTo>
                <a:lnTo>
                  <a:pt x="719" y="994"/>
                </a:lnTo>
                <a:lnTo>
                  <a:pt x="718" y="994"/>
                </a:lnTo>
                <a:lnTo>
                  <a:pt x="717" y="994"/>
                </a:lnTo>
                <a:lnTo>
                  <a:pt x="717" y="995"/>
                </a:lnTo>
                <a:lnTo>
                  <a:pt x="716" y="995"/>
                </a:lnTo>
                <a:lnTo>
                  <a:pt x="715" y="995"/>
                </a:lnTo>
                <a:lnTo>
                  <a:pt x="715" y="996"/>
                </a:lnTo>
                <a:lnTo>
                  <a:pt x="714" y="996"/>
                </a:lnTo>
                <a:lnTo>
                  <a:pt x="713" y="996"/>
                </a:lnTo>
                <a:lnTo>
                  <a:pt x="713" y="995"/>
                </a:lnTo>
                <a:lnTo>
                  <a:pt x="712" y="995"/>
                </a:lnTo>
                <a:lnTo>
                  <a:pt x="712" y="996"/>
                </a:lnTo>
                <a:lnTo>
                  <a:pt x="713" y="997"/>
                </a:lnTo>
                <a:lnTo>
                  <a:pt x="714" y="997"/>
                </a:lnTo>
                <a:lnTo>
                  <a:pt x="715" y="998"/>
                </a:lnTo>
                <a:lnTo>
                  <a:pt x="714" y="998"/>
                </a:lnTo>
                <a:lnTo>
                  <a:pt x="714" y="999"/>
                </a:lnTo>
                <a:lnTo>
                  <a:pt x="713" y="1000"/>
                </a:lnTo>
                <a:lnTo>
                  <a:pt x="712" y="1000"/>
                </a:lnTo>
                <a:lnTo>
                  <a:pt x="711" y="1000"/>
                </a:lnTo>
                <a:lnTo>
                  <a:pt x="710" y="1000"/>
                </a:lnTo>
                <a:lnTo>
                  <a:pt x="709" y="1000"/>
                </a:lnTo>
                <a:lnTo>
                  <a:pt x="709" y="1001"/>
                </a:lnTo>
                <a:lnTo>
                  <a:pt x="710" y="1001"/>
                </a:lnTo>
                <a:lnTo>
                  <a:pt x="710" y="1002"/>
                </a:lnTo>
                <a:lnTo>
                  <a:pt x="709" y="1002"/>
                </a:lnTo>
                <a:lnTo>
                  <a:pt x="708" y="1002"/>
                </a:lnTo>
                <a:lnTo>
                  <a:pt x="708" y="1001"/>
                </a:lnTo>
                <a:lnTo>
                  <a:pt x="707" y="1001"/>
                </a:lnTo>
                <a:lnTo>
                  <a:pt x="707" y="1002"/>
                </a:lnTo>
                <a:lnTo>
                  <a:pt x="707" y="1003"/>
                </a:lnTo>
                <a:lnTo>
                  <a:pt x="707" y="1004"/>
                </a:lnTo>
                <a:lnTo>
                  <a:pt x="708" y="1004"/>
                </a:lnTo>
                <a:lnTo>
                  <a:pt x="709" y="1006"/>
                </a:lnTo>
                <a:lnTo>
                  <a:pt x="710" y="1006"/>
                </a:lnTo>
                <a:lnTo>
                  <a:pt x="711" y="1006"/>
                </a:lnTo>
                <a:lnTo>
                  <a:pt x="712" y="1007"/>
                </a:lnTo>
                <a:lnTo>
                  <a:pt x="713" y="1007"/>
                </a:lnTo>
                <a:lnTo>
                  <a:pt x="714" y="1007"/>
                </a:lnTo>
                <a:lnTo>
                  <a:pt x="714" y="1008"/>
                </a:lnTo>
                <a:lnTo>
                  <a:pt x="715" y="1008"/>
                </a:lnTo>
                <a:lnTo>
                  <a:pt x="716" y="1008"/>
                </a:lnTo>
                <a:lnTo>
                  <a:pt x="717" y="1009"/>
                </a:lnTo>
                <a:lnTo>
                  <a:pt x="716" y="1010"/>
                </a:lnTo>
                <a:lnTo>
                  <a:pt x="714" y="1010"/>
                </a:lnTo>
                <a:lnTo>
                  <a:pt x="711" y="1011"/>
                </a:lnTo>
                <a:lnTo>
                  <a:pt x="710" y="1011"/>
                </a:lnTo>
                <a:lnTo>
                  <a:pt x="708" y="1012"/>
                </a:lnTo>
                <a:lnTo>
                  <a:pt x="707" y="1012"/>
                </a:lnTo>
                <a:lnTo>
                  <a:pt x="704" y="1013"/>
                </a:lnTo>
                <a:lnTo>
                  <a:pt x="703" y="1013"/>
                </a:lnTo>
                <a:lnTo>
                  <a:pt x="703" y="1012"/>
                </a:lnTo>
                <a:lnTo>
                  <a:pt x="705" y="1012"/>
                </a:lnTo>
                <a:lnTo>
                  <a:pt x="706" y="1012"/>
                </a:lnTo>
                <a:lnTo>
                  <a:pt x="706" y="1011"/>
                </a:lnTo>
                <a:lnTo>
                  <a:pt x="706" y="1010"/>
                </a:lnTo>
                <a:lnTo>
                  <a:pt x="706" y="1009"/>
                </a:lnTo>
                <a:lnTo>
                  <a:pt x="705" y="1009"/>
                </a:lnTo>
                <a:lnTo>
                  <a:pt x="705" y="1010"/>
                </a:lnTo>
                <a:lnTo>
                  <a:pt x="704" y="1010"/>
                </a:lnTo>
                <a:lnTo>
                  <a:pt x="702" y="1010"/>
                </a:lnTo>
                <a:lnTo>
                  <a:pt x="701" y="1010"/>
                </a:lnTo>
                <a:lnTo>
                  <a:pt x="700" y="1010"/>
                </a:lnTo>
                <a:lnTo>
                  <a:pt x="700" y="1009"/>
                </a:lnTo>
                <a:lnTo>
                  <a:pt x="700" y="1008"/>
                </a:lnTo>
                <a:lnTo>
                  <a:pt x="701" y="1009"/>
                </a:lnTo>
                <a:lnTo>
                  <a:pt x="697" y="1006"/>
                </a:lnTo>
                <a:lnTo>
                  <a:pt x="696" y="1006"/>
                </a:lnTo>
                <a:lnTo>
                  <a:pt x="696" y="1007"/>
                </a:lnTo>
                <a:lnTo>
                  <a:pt x="697" y="1007"/>
                </a:lnTo>
                <a:lnTo>
                  <a:pt x="697" y="1008"/>
                </a:lnTo>
                <a:lnTo>
                  <a:pt x="696" y="1008"/>
                </a:lnTo>
                <a:lnTo>
                  <a:pt x="696" y="1009"/>
                </a:lnTo>
                <a:lnTo>
                  <a:pt x="695" y="1010"/>
                </a:lnTo>
                <a:lnTo>
                  <a:pt x="693" y="1010"/>
                </a:lnTo>
                <a:lnTo>
                  <a:pt x="692" y="1010"/>
                </a:lnTo>
                <a:lnTo>
                  <a:pt x="692" y="1009"/>
                </a:lnTo>
                <a:lnTo>
                  <a:pt x="691" y="1009"/>
                </a:lnTo>
                <a:lnTo>
                  <a:pt x="691" y="1008"/>
                </a:lnTo>
                <a:lnTo>
                  <a:pt x="690" y="1008"/>
                </a:lnTo>
                <a:lnTo>
                  <a:pt x="689" y="1008"/>
                </a:lnTo>
                <a:lnTo>
                  <a:pt x="688" y="1007"/>
                </a:lnTo>
                <a:lnTo>
                  <a:pt x="687" y="1007"/>
                </a:lnTo>
                <a:lnTo>
                  <a:pt x="685" y="1007"/>
                </a:lnTo>
                <a:lnTo>
                  <a:pt x="684" y="1007"/>
                </a:lnTo>
                <a:lnTo>
                  <a:pt x="683" y="1008"/>
                </a:lnTo>
                <a:lnTo>
                  <a:pt x="682" y="1008"/>
                </a:lnTo>
                <a:lnTo>
                  <a:pt x="682" y="1007"/>
                </a:lnTo>
                <a:lnTo>
                  <a:pt x="681" y="1007"/>
                </a:lnTo>
                <a:lnTo>
                  <a:pt x="681" y="1008"/>
                </a:lnTo>
                <a:lnTo>
                  <a:pt x="680" y="1008"/>
                </a:lnTo>
                <a:lnTo>
                  <a:pt x="679" y="1008"/>
                </a:lnTo>
                <a:lnTo>
                  <a:pt x="678" y="1008"/>
                </a:lnTo>
                <a:lnTo>
                  <a:pt x="677" y="1008"/>
                </a:lnTo>
                <a:lnTo>
                  <a:pt x="676" y="1008"/>
                </a:lnTo>
                <a:lnTo>
                  <a:pt x="676" y="1009"/>
                </a:lnTo>
                <a:lnTo>
                  <a:pt x="675" y="1009"/>
                </a:lnTo>
                <a:lnTo>
                  <a:pt x="675" y="1010"/>
                </a:lnTo>
                <a:lnTo>
                  <a:pt x="674" y="1010"/>
                </a:lnTo>
                <a:lnTo>
                  <a:pt x="673" y="1010"/>
                </a:lnTo>
                <a:lnTo>
                  <a:pt x="672" y="1010"/>
                </a:lnTo>
                <a:lnTo>
                  <a:pt x="671" y="1009"/>
                </a:lnTo>
                <a:lnTo>
                  <a:pt x="671" y="1008"/>
                </a:lnTo>
                <a:lnTo>
                  <a:pt x="670" y="1007"/>
                </a:lnTo>
                <a:lnTo>
                  <a:pt x="670" y="1006"/>
                </a:lnTo>
                <a:lnTo>
                  <a:pt x="670" y="1005"/>
                </a:lnTo>
                <a:lnTo>
                  <a:pt x="669" y="1005"/>
                </a:lnTo>
                <a:lnTo>
                  <a:pt x="669" y="1003"/>
                </a:lnTo>
                <a:lnTo>
                  <a:pt x="668" y="1003"/>
                </a:lnTo>
                <a:lnTo>
                  <a:pt x="668" y="1002"/>
                </a:lnTo>
                <a:lnTo>
                  <a:pt x="667" y="1002"/>
                </a:lnTo>
                <a:lnTo>
                  <a:pt x="667" y="1001"/>
                </a:lnTo>
                <a:lnTo>
                  <a:pt x="666" y="1001"/>
                </a:lnTo>
                <a:lnTo>
                  <a:pt x="666" y="1000"/>
                </a:lnTo>
                <a:lnTo>
                  <a:pt x="665" y="1000"/>
                </a:lnTo>
                <a:lnTo>
                  <a:pt x="664" y="1000"/>
                </a:lnTo>
                <a:lnTo>
                  <a:pt x="663" y="1000"/>
                </a:lnTo>
                <a:lnTo>
                  <a:pt x="662" y="1000"/>
                </a:lnTo>
                <a:lnTo>
                  <a:pt x="662" y="999"/>
                </a:lnTo>
                <a:lnTo>
                  <a:pt x="662" y="1000"/>
                </a:lnTo>
                <a:lnTo>
                  <a:pt x="661" y="1000"/>
                </a:lnTo>
                <a:lnTo>
                  <a:pt x="661" y="999"/>
                </a:lnTo>
                <a:lnTo>
                  <a:pt x="660" y="998"/>
                </a:lnTo>
                <a:lnTo>
                  <a:pt x="659" y="998"/>
                </a:lnTo>
                <a:lnTo>
                  <a:pt x="659" y="997"/>
                </a:lnTo>
                <a:lnTo>
                  <a:pt x="660" y="997"/>
                </a:lnTo>
                <a:lnTo>
                  <a:pt x="659" y="997"/>
                </a:lnTo>
                <a:lnTo>
                  <a:pt x="660" y="997"/>
                </a:lnTo>
                <a:lnTo>
                  <a:pt x="659" y="997"/>
                </a:lnTo>
                <a:lnTo>
                  <a:pt x="659" y="996"/>
                </a:lnTo>
                <a:lnTo>
                  <a:pt x="658" y="996"/>
                </a:lnTo>
                <a:lnTo>
                  <a:pt x="658" y="995"/>
                </a:lnTo>
                <a:lnTo>
                  <a:pt x="659" y="995"/>
                </a:lnTo>
                <a:lnTo>
                  <a:pt x="659" y="994"/>
                </a:lnTo>
                <a:lnTo>
                  <a:pt x="658" y="994"/>
                </a:lnTo>
                <a:lnTo>
                  <a:pt x="658" y="993"/>
                </a:lnTo>
                <a:lnTo>
                  <a:pt x="659" y="993"/>
                </a:lnTo>
                <a:lnTo>
                  <a:pt x="659" y="992"/>
                </a:lnTo>
                <a:lnTo>
                  <a:pt x="658" y="992"/>
                </a:lnTo>
                <a:lnTo>
                  <a:pt x="657" y="992"/>
                </a:lnTo>
                <a:lnTo>
                  <a:pt x="657" y="991"/>
                </a:lnTo>
                <a:lnTo>
                  <a:pt x="657" y="990"/>
                </a:lnTo>
                <a:lnTo>
                  <a:pt x="656" y="989"/>
                </a:lnTo>
                <a:lnTo>
                  <a:pt x="655" y="989"/>
                </a:lnTo>
                <a:lnTo>
                  <a:pt x="655" y="988"/>
                </a:lnTo>
                <a:lnTo>
                  <a:pt x="654" y="988"/>
                </a:lnTo>
                <a:lnTo>
                  <a:pt x="653" y="988"/>
                </a:lnTo>
                <a:lnTo>
                  <a:pt x="653" y="987"/>
                </a:lnTo>
                <a:lnTo>
                  <a:pt x="652" y="987"/>
                </a:lnTo>
                <a:lnTo>
                  <a:pt x="652" y="988"/>
                </a:lnTo>
                <a:lnTo>
                  <a:pt x="651" y="988"/>
                </a:lnTo>
                <a:lnTo>
                  <a:pt x="650" y="988"/>
                </a:lnTo>
                <a:lnTo>
                  <a:pt x="650" y="989"/>
                </a:lnTo>
                <a:lnTo>
                  <a:pt x="649" y="989"/>
                </a:lnTo>
                <a:lnTo>
                  <a:pt x="648" y="989"/>
                </a:lnTo>
                <a:lnTo>
                  <a:pt x="648" y="988"/>
                </a:lnTo>
                <a:lnTo>
                  <a:pt x="647" y="988"/>
                </a:lnTo>
                <a:lnTo>
                  <a:pt x="647" y="987"/>
                </a:lnTo>
                <a:lnTo>
                  <a:pt x="646" y="987"/>
                </a:lnTo>
                <a:lnTo>
                  <a:pt x="645" y="987"/>
                </a:lnTo>
                <a:lnTo>
                  <a:pt x="645" y="986"/>
                </a:lnTo>
                <a:lnTo>
                  <a:pt x="644" y="986"/>
                </a:lnTo>
                <a:lnTo>
                  <a:pt x="642" y="986"/>
                </a:lnTo>
                <a:lnTo>
                  <a:pt x="642" y="987"/>
                </a:lnTo>
                <a:lnTo>
                  <a:pt x="641" y="987"/>
                </a:lnTo>
                <a:lnTo>
                  <a:pt x="640" y="987"/>
                </a:lnTo>
                <a:lnTo>
                  <a:pt x="639" y="987"/>
                </a:lnTo>
                <a:lnTo>
                  <a:pt x="638" y="987"/>
                </a:lnTo>
                <a:lnTo>
                  <a:pt x="638" y="989"/>
                </a:lnTo>
                <a:lnTo>
                  <a:pt x="636" y="989"/>
                </a:lnTo>
                <a:lnTo>
                  <a:pt x="635" y="989"/>
                </a:lnTo>
                <a:lnTo>
                  <a:pt x="635" y="990"/>
                </a:lnTo>
                <a:lnTo>
                  <a:pt x="634" y="990"/>
                </a:lnTo>
                <a:lnTo>
                  <a:pt x="633" y="990"/>
                </a:lnTo>
                <a:lnTo>
                  <a:pt x="632" y="990"/>
                </a:lnTo>
                <a:lnTo>
                  <a:pt x="631" y="990"/>
                </a:lnTo>
                <a:lnTo>
                  <a:pt x="630" y="990"/>
                </a:lnTo>
                <a:lnTo>
                  <a:pt x="630" y="991"/>
                </a:lnTo>
                <a:lnTo>
                  <a:pt x="629" y="992"/>
                </a:lnTo>
                <a:lnTo>
                  <a:pt x="628" y="992"/>
                </a:lnTo>
                <a:lnTo>
                  <a:pt x="628" y="993"/>
                </a:lnTo>
                <a:lnTo>
                  <a:pt x="627" y="993"/>
                </a:lnTo>
                <a:lnTo>
                  <a:pt x="626" y="993"/>
                </a:lnTo>
                <a:lnTo>
                  <a:pt x="626" y="994"/>
                </a:lnTo>
                <a:lnTo>
                  <a:pt x="625" y="994"/>
                </a:lnTo>
                <a:lnTo>
                  <a:pt x="624" y="995"/>
                </a:lnTo>
                <a:lnTo>
                  <a:pt x="623" y="995"/>
                </a:lnTo>
                <a:lnTo>
                  <a:pt x="622" y="995"/>
                </a:lnTo>
                <a:lnTo>
                  <a:pt x="622" y="996"/>
                </a:lnTo>
                <a:lnTo>
                  <a:pt x="622" y="995"/>
                </a:lnTo>
                <a:lnTo>
                  <a:pt x="621" y="995"/>
                </a:lnTo>
                <a:lnTo>
                  <a:pt x="621" y="996"/>
                </a:lnTo>
                <a:lnTo>
                  <a:pt x="620" y="996"/>
                </a:lnTo>
                <a:lnTo>
                  <a:pt x="620" y="997"/>
                </a:lnTo>
                <a:lnTo>
                  <a:pt x="619" y="997"/>
                </a:lnTo>
                <a:lnTo>
                  <a:pt x="619" y="996"/>
                </a:lnTo>
                <a:lnTo>
                  <a:pt x="619" y="997"/>
                </a:lnTo>
                <a:lnTo>
                  <a:pt x="618" y="997"/>
                </a:lnTo>
                <a:lnTo>
                  <a:pt x="617" y="997"/>
                </a:lnTo>
                <a:lnTo>
                  <a:pt x="617" y="996"/>
                </a:lnTo>
                <a:lnTo>
                  <a:pt x="616" y="996"/>
                </a:lnTo>
                <a:lnTo>
                  <a:pt x="615" y="996"/>
                </a:lnTo>
                <a:lnTo>
                  <a:pt x="615" y="997"/>
                </a:lnTo>
                <a:lnTo>
                  <a:pt x="614" y="997"/>
                </a:lnTo>
                <a:lnTo>
                  <a:pt x="613" y="997"/>
                </a:lnTo>
                <a:lnTo>
                  <a:pt x="611" y="997"/>
                </a:lnTo>
                <a:lnTo>
                  <a:pt x="609" y="998"/>
                </a:lnTo>
                <a:lnTo>
                  <a:pt x="607" y="997"/>
                </a:lnTo>
                <a:lnTo>
                  <a:pt x="606" y="997"/>
                </a:lnTo>
                <a:lnTo>
                  <a:pt x="604" y="998"/>
                </a:lnTo>
                <a:lnTo>
                  <a:pt x="603" y="998"/>
                </a:lnTo>
                <a:lnTo>
                  <a:pt x="602" y="998"/>
                </a:lnTo>
                <a:lnTo>
                  <a:pt x="601" y="998"/>
                </a:lnTo>
                <a:lnTo>
                  <a:pt x="601" y="997"/>
                </a:lnTo>
                <a:lnTo>
                  <a:pt x="600" y="997"/>
                </a:lnTo>
                <a:lnTo>
                  <a:pt x="600" y="996"/>
                </a:lnTo>
                <a:lnTo>
                  <a:pt x="599" y="996"/>
                </a:lnTo>
                <a:lnTo>
                  <a:pt x="598" y="996"/>
                </a:lnTo>
                <a:lnTo>
                  <a:pt x="597" y="997"/>
                </a:lnTo>
                <a:lnTo>
                  <a:pt x="596" y="997"/>
                </a:lnTo>
                <a:lnTo>
                  <a:pt x="595" y="997"/>
                </a:lnTo>
                <a:lnTo>
                  <a:pt x="595" y="998"/>
                </a:lnTo>
                <a:lnTo>
                  <a:pt x="594" y="998"/>
                </a:lnTo>
                <a:lnTo>
                  <a:pt x="594" y="999"/>
                </a:lnTo>
                <a:lnTo>
                  <a:pt x="593" y="1000"/>
                </a:lnTo>
                <a:lnTo>
                  <a:pt x="593" y="1001"/>
                </a:lnTo>
                <a:lnTo>
                  <a:pt x="592" y="1001"/>
                </a:lnTo>
                <a:lnTo>
                  <a:pt x="592" y="1002"/>
                </a:lnTo>
                <a:lnTo>
                  <a:pt x="592" y="1001"/>
                </a:lnTo>
                <a:lnTo>
                  <a:pt x="591" y="1001"/>
                </a:lnTo>
                <a:lnTo>
                  <a:pt x="590" y="1001"/>
                </a:lnTo>
                <a:lnTo>
                  <a:pt x="588" y="1001"/>
                </a:lnTo>
                <a:lnTo>
                  <a:pt x="587" y="1001"/>
                </a:lnTo>
                <a:lnTo>
                  <a:pt x="586" y="1000"/>
                </a:lnTo>
                <a:lnTo>
                  <a:pt x="585" y="1000"/>
                </a:lnTo>
                <a:lnTo>
                  <a:pt x="584" y="1000"/>
                </a:lnTo>
                <a:lnTo>
                  <a:pt x="584" y="1001"/>
                </a:lnTo>
                <a:lnTo>
                  <a:pt x="584" y="1000"/>
                </a:lnTo>
                <a:lnTo>
                  <a:pt x="583" y="1000"/>
                </a:lnTo>
                <a:lnTo>
                  <a:pt x="582" y="1000"/>
                </a:lnTo>
                <a:lnTo>
                  <a:pt x="581" y="1000"/>
                </a:lnTo>
                <a:lnTo>
                  <a:pt x="582" y="1000"/>
                </a:lnTo>
                <a:lnTo>
                  <a:pt x="582" y="999"/>
                </a:lnTo>
                <a:lnTo>
                  <a:pt x="583" y="999"/>
                </a:lnTo>
                <a:lnTo>
                  <a:pt x="583" y="998"/>
                </a:lnTo>
                <a:lnTo>
                  <a:pt x="583" y="997"/>
                </a:lnTo>
                <a:lnTo>
                  <a:pt x="583" y="996"/>
                </a:lnTo>
                <a:lnTo>
                  <a:pt x="583" y="995"/>
                </a:lnTo>
                <a:lnTo>
                  <a:pt x="582" y="995"/>
                </a:lnTo>
                <a:lnTo>
                  <a:pt x="583" y="995"/>
                </a:lnTo>
                <a:lnTo>
                  <a:pt x="582" y="995"/>
                </a:lnTo>
                <a:lnTo>
                  <a:pt x="581" y="994"/>
                </a:lnTo>
                <a:lnTo>
                  <a:pt x="581" y="993"/>
                </a:lnTo>
                <a:lnTo>
                  <a:pt x="581" y="992"/>
                </a:lnTo>
                <a:lnTo>
                  <a:pt x="581" y="991"/>
                </a:lnTo>
                <a:lnTo>
                  <a:pt x="580" y="991"/>
                </a:lnTo>
                <a:lnTo>
                  <a:pt x="580" y="990"/>
                </a:lnTo>
                <a:lnTo>
                  <a:pt x="581" y="990"/>
                </a:lnTo>
                <a:lnTo>
                  <a:pt x="580" y="990"/>
                </a:lnTo>
                <a:lnTo>
                  <a:pt x="580" y="989"/>
                </a:lnTo>
                <a:lnTo>
                  <a:pt x="580" y="988"/>
                </a:lnTo>
                <a:lnTo>
                  <a:pt x="579" y="988"/>
                </a:lnTo>
                <a:lnTo>
                  <a:pt x="579" y="987"/>
                </a:lnTo>
                <a:lnTo>
                  <a:pt x="578" y="987"/>
                </a:lnTo>
                <a:lnTo>
                  <a:pt x="577" y="987"/>
                </a:lnTo>
                <a:lnTo>
                  <a:pt x="576" y="987"/>
                </a:lnTo>
                <a:lnTo>
                  <a:pt x="575" y="987"/>
                </a:lnTo>
                <a:lnTo>
                  <a:pt x="575" y="988"/>
                </a:lnTo>
                <a:lnTo>
                  <a:pt x="574" y="988"/>
                </a:lnTo>
                <a:lnTo>
                  <a:pt x="574" y="989"/>
                </a:lnTo>
                <a:lnTo>
                  <a:pt x="573" y="989"/>
                </a:lnTo>
                <a:lnTo>
                  <a:pt x="572" y="989"/>
                </a:lnTo>
                <a:lnTo>
                  <a:pt x="572" y="990"/>
                </a:lnTo>
                <a:lnTo>
                  <a:pt x="571" y="990"/>
                </a:lnTo>
                <a:lnTo>
                  <a:pt x="570" y="990"/>
                </a:lnTo>
                <a:lnTo>
                  <a:pt x="570" y="991"/>
                </a:lnTo>
                <a:lnTo>
                  <a:pt x="569" y="991"/>
                </a:lnTo>
                <a:lnTo>
                  <a:pt x="569" y="992"/>
                </a:lnTo>
                <a:lnTo>
                  <a:pt x="568" y="992"/>
                </a:lnTo>
                <a:lnTo>
                  <a:pt x="568" y="993"/>
                </a:lnTo>
                <a:lnTo>
                  <a:pt x="568" y="994"/>
                </a:lnTo>
                <a:lnTo>
                  <a:pt x="567" y="994"/>
                </a:lnTo>
                <a:lnTo>
                  <a:pt x="567" y="995"/>
                </a:lnTo>
                <a:lnTo>
                  <a:pt x="566" y="995"/>
                </a:lnTo>
                <a:lnTo>
                  <a:pt x="566" y="996"/>
                </a:lnTo>
                <a:lnTo>
                  <a:pt x="565" y="996"/>
                </a:lnTo>
                <a:lnTo>
                  <a:pt x="564" y="996"/>
                </a:lnTo>
                <a:lnTo>
                  <a:pt x="564" y="997"/>
                </a:lnTo>
                <a:lnTo>
                  <a:pt x="564" y="998"/>
                </a:lnTo>
                <a:lnTo>
                  <a:pt x="564" y="999"/>
                </a:lnTo>
                <a:lnTo>
                  <a:pt x="563" y="999"/>
                </a:lnTo>
                <a:lnTo>
                  <a:pt x="563" y="1000"/>
                </a:lnTo>
                <a:lnTo>
                  <a:pt x="562" y="1000"/>
                </a:lnTo>
                <a:lnTo>
                  <a:pt x="562" y="1001"/>
                </a:lnTo>
                <a:lnTo>
                  <a:pt x="561" y="1001"/>
                </a:lnTo>
                <a:lnTo>
                  <a:pt x="560" y="1001"/>
                </a:lnTo>
                <a:lnTo>
                  <a:pt x="560" y="1000"/>
                </a:lnTo>
                <a:lnTo>
                  <a:pt x="559" y="1000"/>
                </a:lnTo>
                <a:lnTo>
                  <a:pt x="558" y="1000"/>
                </a:lnTo>
                <a:lnTo>
                  <a:pt x="557" y="1000"/>
                </a:lnTo>
                <a:lnTo>
                  <a:pt x="557" y="999"/>
                </a:lnTo>
                <a:lnTo>
                  <a:pt x="556" y="999"/>
                </a:lnTo>
                <a:lnTo>
                  <a:pt x="557" y="999"/>
                </a:lnTo>
                <a:lnTo>
                  <a:pt x="557" y="998"/>
                </a:lnTo>
                <a:lnTo>
                  <a:pt x="557" y="997"/>
                </a:lnTo>
                <a:lnTo>
                  <a:pt x="557" y="996"/>
                </a:lnTo>
                <a:lnTo>
                  <a:pt x="556" y="996"/>
                </a:lnTo>
                <a:lnTo>
                  <a:pt x="556" y="994"/>
                </a:lnTo>
                <a:lnTo>
                  <a:pt x="557" y="993"/>
                </a:lnTo>
                <a:lnTo>
                  <a:pt x="557" y="992"/>
                </a:lnTo>
                <a:lnTo>
                  <a:pt x="558" y="992"/>
                </a:lnTo>
                <a:lnTo>
                  <a:pt x="557" y="992"/>
                </a:lnTo>
                <a:lnTo>
                  <a:pt x="557" y="991"/>
                </a:lnTo>
                <a:lnTo>
                  <a:pt x="557" y="990"/>
                </a:lnTo>
                <a:lnTo>
                  <a:pt x="557" y="989"/>
                </a:lnTo>
                <a:lnTo>
                  <a:pt x="556" y="989"/>
                </a:lnTo>
                <a:lnTo>
                  <a:pt x="557" y="989"/>
                </a:lnTo>
                <a:lnTo>
                  <a:pt x="557" y="988"/>
                </a:lnTo>
                <a:lnTo>
                  <a:pt x="556" y="988"/>
                </a:lnTo>
                <a:lnTo>
                  <a:pt x="557" y="988"/>
                </a:lnTo>
                <a:lnTo>
                  <a:pt x="557" y="987"/>
                </a:lnTo>
                <a:lnTo>
                  <a:pt x="556" y="987"/>
                </a:lnTo>
                <a:lnTo>
                  <a:pt x="556" y="986"/>
                </a:lnTo>
                <a:lnTo>
                  <a:pt x="555" y="986"/>
                </a:lnTo>
                <a:lnTo>
                  <a:pt x="555" y="985"/>
                </a:lnTo>
                <a:lnTo>
                  <a:pt x="554" y="985"/>
                </a:lnTo>
                <a:lnTo>
                  <a:pt x="554" y="984"/>
                </a:lnTo>
                <a:lnTo>
                  <a:pt x="555" y="984"/>
                </a:lnTo>
                <a:lnTo>
                  <a:pt x="554" y="984"/>
                </a:lnTo>
                <a:lnTo>
                  <a:pt x="554" y="983"/>
                </a:lnTo>
                <a:lnTo>
                  <a:pt x="553" y="983"/>
                </a:lnTo>
                <a:lnTo>
                  <a:pt x="552" y="983"/>
                </a:lnTo>
                <a:lnTo>
                  <a:pt x="552" y="982"/>
                </a:lnTo>
                <a:lnTo>
                  <a:pt x="552" y="981"/>
                </a:lnTo>
                <a:lnTo>
                  <a:pt x="552" y="980"/>
                </a:lnTo>
                <a:lnTo>
                  <a:pt x="551" y="980"/>
                </a:lnTo>
                <a:lnTo>
                  <a:pt x="550" y="980"/>
                </a:lnTo>
                <a:lnTo>
                  <a:pt x="550" y="979"/>
                </a:lnTo>
                <a:lnTo>
                  <a:pt x="549" y="979"/>
                </a:lnTo>
                <a:lnTo>
                  <a:pt x="550" y="979"/>
                </a:lnTo>
                <a:lnTo>
                  <a:pt x="550" y="978"/>
                </a:lnTo>
                <a:lnTo>
                  <a:pt x="549" y="978"/>
                </a:lnTo>
                <a:lnTo>
                  <a:pt x="549" y="977"/>
                </a:lnTo>
                <a:lnTo>
                  <a:pt x="549" y="976"/>
                </a:lnTo>
                <a:lnTo>
                  <a:pt x="549" y="975"/>
                </a:lnTo>
                <a:lnTo>
                  <a:pt x="548" y="975"/>
                </a:lnTo>
                <a:lnTo>
                  <a:pt x="547" y="975"/>
                </a:lnTo>
                <a:lnTo>
                  <a:pt x="547" y="974"/>
                </a:lnTo>
                <a:lnTo>
                  <a:pt x="546" y="974"/>
                </a:lnTo>
                <a:lnTo>
                  <a:pt x="546" y="973"/>
                </a:lnTo>
                <a:lnTo>
                  <a:pt x="546" y="972"/>
                </a:lnTo>
                <a:lnTo>
                  <a:pt x="545" y="972"/>
                </a:lnTo>
                <a:lnTo>
                  <a:pt x="544" y="972"/>
                </a:lnTo>
                <a:lnTo>
                  <a:pt x="544" y="973"/>
                </a:lnTo>
                <a:lnTo>
                  <a:pt x="543" y="973"/>
                </a:lnTo>
                <a:lnTo>
                  <a:pt x="542" y="973"/>
                </a:lnTo>
                <a:lnTo>
                  <a:pt x="543" y="973"/>
                </a:lnTo>
                <a:lnTo>
                  <a:pt x="543" y="974"/>
                </a:lnTo>
                <a:lnTo>
                  <a:pt x="542" y="974"/>
                </a:lnTo>
                <a:lnTo>
                  <a:pt x="541" y="974"/>
                </a:lnTo>
                <a:lnTo>
                  <a:pt x="540" y="974"/>
                </a:lnTo>
                <a:lnTo>
                  <a:pt x="539" y="974"/>
                </a:lnTo>
                <a:lnTo>
                  <a:pt x="539" y="975"/>
                </a:lnTo>
                <a:lnTo>
                  <a:pt x="538" y="975"/>
                </a:lnTo>
                <a:lnTo>
                  <a:pt x="538" y="976"/>
                </a:lnTo>
                <a:lnTo>
                  <a:pt x="537" y="976"/>
                </a:lnTo>
                <a:lnTo>
                  <a:pt x="537" y="975"/>
                </a:lnTo>
                <a:lnTo>
                  <a:pt x="537" y="976"/>
                </a:lnTo>
                <a:lnTo>
                  <a:pt x="536" y="976"/>
                </a:lnTo>
                <a:lnTo>
                  <a:pt x="536" y="977"/>
                </a:lnTo>
                <a:lnTo>
                  <a:pt x="535" y="977"/>
                </a:lnTo>
                <a:lnTo>
                  <a:pt x="535" y="978"/>
                </a:lnTo>
                <a:lnTo>
                  <a:pt x="535" y="979"/>
                </a:lnTo>
                <a:lnTo>
                  <a:pt x="535" y="980"/>
                </a:lnTo>
                <a:lnTo>
                  <a:pt x="534" y="980"/>
                </a:lnTo>
                <a:lnTo>
                  <a:pt x="533" y="980"/>
                </a:lnTo>
                <a:lnTo>
                  <a:pt x="533" y="979"/>
                </a:lnTo>
                <a:lnTo>
                  <a:pt x="532" y="979"/>
                </a:lnTo>
                <a:lnTo>
                  <a:pt x="531" y="979"/>
                </a:lnTo>
                <a:lnTo>
                  <a:pt x="530" y="979"/>
                </a:lnTo>
                <a:lnTo>
                  <a:pt x="529" y="979"/>
                </a:lnTo>
                <a:lnTo>
                  <a:pt x="528" y="978"/>
                </a:lnTo>
                <a:lnTo>
                  <a:pt x="527" y="978"/>
                </a:lnTo>
                <a:lnTo>
                  <a:pt x="527" y="977"/>
                </a:lnTo>
                <a:lnTo>
                  <a:pt x="526" y="977"/>
                </a:lnTo>
                <a:lnTo>
                  <a:pt x="525" y="977"/>
                </a:lnTo>
                <a:lnTo>
                  <a:pt x="525" y="976"/>
                </a:lnTo>
                <a:lnTo>
                  <a:pt x="525" y="975"/>
                </a:lnTo>
                <a:lnTo>
                  <a:pt x="525" y="974"/>
                </a:lnTo>
                <a:lnTo>
                  <a:pt x="524" y="974"/>
                </a:lnTo>
                <a:lnTo>
                  <a:pt x="524" y="973"/>
                </a:lnTo>
                <a:lnTo>
                  <a:pt x="524" y="972"/>
                </a:lnTo>
                <a:lnTo>
                  <a:pt x="523" y="972"/>
                </a:lnTo>
                <a:lnTo>
                  <a:pt x="523" y="971"/>
                </a:lnTo>
                <a:lnTo>
                  <a:pt x="522" y="971"/>
                </a:lnTo>
                <a:lnTo>
                  <a:pt x="521" y="971"/>
                </a:lnTo>
                <a:lnTo>
                  <a:pt x="520" y="971"/>
                </a:lnTo>
                <a:lnTo>
                  <a:pt x="520" y="970"/>
                </a:lnTo>
                <a:lnTo>
                  <a:pt x="520" y="971"/>
                </a:lnTo>
                <a:lnTo>
                  <a:pt x="519" y="971"/>
                </a:lnTo>
                <a:lnTo>
                  <a:pt x="518" y="971"/>
                </a:lnTo>
                <a:lnTo>
                  <a:pt x="518" y="970"/>
                </a:lnTo>
                <a:lnTo>
                  <a:pt x="518" y="969"/>
                </a:lnTo>
                <a:lnTo>
                  <a:pt x="517" y="969"/>
                </a:lnTo>
                <a:lnTo>
                  <a:pt x="516" y="969"/>
                </a:lnTo>
                <a:lnTo>
                  <a:pt x="515" y="969"/>
                </a:lnTo>
                <a:lnTo>
                  <a:pt x="515" y="968"/>
                </a:lnTo>
                <a:lnTo>
                  <a:pt x="515" y="969"/>
                </a:lnTo>
                <a:lnTo>
                  <a:pt x="514" y="969"/>
                </a:lnTo>
                <a:lnTo>
                  <a:pt x="514" y="968"/>
                </a:lnTo>
                <a:lnTo>
                  <a:pt x="513" y="968"/>
                </a:lnTo>
                <a:lnTo>
                  <a:pt x="513" y="967"/>
                </a:lnTo>
                <a:lnTo>
                  <a:pt x="513" y="968"/>
                </a:lnTo>
                <a:lnTo>
                  <a:pt x="513" y="967"/>
                </a:lnTo>
                <a:lnTo>
                  <a:pt x="513" y="966"/>
                </a:lnTo>
                <a:lnTo>
                  <a:pt x="512" y="966"/>
                </a:lnTo>
                <a:lnTo>
                  <a:pt x="511" y="966"/>
                </a:lnTo>
                <a:lnTo>
                  <a:pt x="511" y="965"/>
                </a:lnTo>
                <a:lnTo>
                  <a:pt x="510" y="965"/>
                </a:lnTo>
                <a:lnTo>
                  <a:pt x="510" y="964"/>
                </a:lnTo>
                <a:lnTo>
                  <a:pt x="509" y="964"/>
                </a:lnTo>
                <a:lnTo>
                  <a:pt x="509" y="963"/>
                </a:lnTo>
                <a:lnTo>
                  <a:pt x="509" y="962"/>
                </a:lnTo>
                <a:lnTo>
                  <a:pt x="508" y="962"/>
                </a:lnTo>
                <a:lnTo>
                  <a:pt x="507" y="962"/>
                </a:lnTo>
                <a:lnTo>
                  <a:pt x="506" y="962"/>
                </a:lnTo>
                <a:lnTo>
                  <a:pt x="505" y="962"/>
                </a:lnTo>
                <a:lnTo>
                  <a:pt x="505" y="961"/>
                </a:lnTo>
                <a:lnTo>
                  <a:pt x="505" y="962"/>
                </a:lnTo>
                <a:lnTo>
                  <a:pt x="505" y="961"/>
                </a:lnTo>
                <a:lnTo>
                  <a:pt x="504" y="961"/>
                </a:lnTo>
                <a:lnTo>
                  <a:pt x="504" y="960"/>
                </a:lnTo>
                <a:lnTo>
                  <a:pt x="503" y="960"/>
                </a:lnTo>
                <a:lnTo>
                  <a:pt x="503" y="959"/>
                </a:lnTo>
                <a:lnTo>
                  <a:pt x="502" y="959"/>
                </a:lnTo>
                <a:lnTo>
                  <a:pt x="501" y="959"/>
                </a:lnTo>
                <a:lnTo>
                  <a:pt x="501" y="960"/>
                </a:lnTo>
                <a:lnTo>
                  <a:pt x="501" y="959"/>
                </a:lnTo>
                <a:lnTo>
                  <a:pt x="499" y="959"/>
                </a:lnTo>
                <a:lnTo>
                  <a:pt x="498" y="959"/>
                </a:lnTo>
                <a:lnTo>
                  <a:pt x="497" y="959"/>
                </a:lnTo>
                <a:lnTo>
                  <a:pt x="496" y="959"/>
                </a:lnTo>
                <a:lnTo>
                  <a:pt x="495" y="959"/>
                </a:lnTo>
                <a:lnTo>
                  <a:pt x="494" y="958"/>
                </a:lnTo>
                <a:lnTo>
                  <a:pt x="493" y="958"/>
                </a:lnTo>
                <a:lnTo>
                  <a:pt x="492" y="958"/>
                </a:lnTo>
                <a:lnTo>
                  <a:pt x="492" y="957"/>
                </a:lnTo>
                <a:lnTo>
                  <a:pt x="491" y="957"/>
                </a:lnTo>
                <a:lnTo>
                  <a:pt x="490" y="957"/>
                </a:lnTo>
                <a:lnTo>
                  <a:pt x="490" y="956"/>
                </a:lnTo>
                <a:lnTo>
                  <a:pt x="489" y="956"/>
                </a:lnTo>
                <a:lnTo>
                  <a:pt x="488" y="956"/>
                </a:lnTo>
                <a:lnTo>
                  <a:pt x="488" y="955"/>
                </a:lnTo>
                <a:lnTo>
                  <a:pt x="488" y="954"/>
                </a:lnTo>
                <a:lnTo>
                  <a:pt x="488" y="952"/>
                </a:lnTo>
                <a:lnTo>
                  <a:pt x="488" y="951"/>
                </a:lnTo>
                <a:lnTo>
                  <a:pt x="489" y="951"/>
                </a:lnTo>
                <a:lnTo>
                  <a:pt x="489" y="950"/>
                </a:lnTo>
                <a:lnTo>
                  <a:pt x="490" y="950"/>
                </a:lnTo>
                <a:lnTo>
                  <a:pt x="490" y="949"/>
                </a:lnTo>
                <a:lnTo>
                  <a:pt x="491" y="949"/>
                </a:lnTo>
                <a:lnTo>
                  <a:pt x="491" y="948"/>
                </a:lnTo>
                <a:lnTo>
                  <a:pt x="492" y="948"/>
                </a:lnTo>
                <a:lnTo>
                  <a:pt x="493" y="948"/>
                </a:lnTo>
                <a:lnTo>
                  <a:pt x="493" y="947"/>
                </a:lnTo>
                <a:lnTo>
                  <a:pt x="493" y="946"/>
                </a:lnTo>
                <a:lnTo>
                  <a:pt x="494" y="946"/>
                </a:lnTo>
                <a:lnTo>
                  <a:pt x="495" y="946"/>
                </a:lnTo>
                <a:lnTo>
                  <a:pt x="495" y="945"/>
                </a:lnTo>
                <a:lnTo>
                  <a:pt x="496" y="945"/>
                </a:lnTo>
                <a:lnTo>
                  <a:pt x="497" y="945"/>
                </a:lnTo>
                <a:lnTo>
                  <a:pt x="497" y="944"/>
                </a:lnTo>
                <a:lnTo>
                  <a:pt x="497" y="943"/>
                </a:lnTo>
                <a:lnTo>
                  <a:pt x="498" y="943"/>
                </a:lnTo>
                <a:lnTo>
                  <a:pt x="498" y="942"/>
                </a:lnTo>
                <a:lnTo>
                  <a:pt x="499" y="942"/>
                </a:lnTo>
                <a:lnTo>
                  <a:pt x="498" y="942"/>
                </a:lnTo>
                <a:lnTo>
                  <a:pt x="498" y="941"/>
                </a:lnTo>
                <a:lnTo>
                  <a:pt x="498" y="940"/>
                </a:lnTo>
                <a:lnTo>
                  <a:pt x="498" y="939"/>
                </a:lnTo>
                <a:lnTo>
                  <a:pt x="497" y="939"/>
                </a:lnTo>
                <a:lnTo>
                  <a:pt x="497" y="938"/>
                </a:lnTo>
                <a:lnTo>
                  <a:pt x="498" y="938"/>
                </a:lnTo>
                <a:lnTo>
                  <a:pt x="497" y="938"/>
                </a:lnTo>
                <a:lnTo>
                  <a:pt x="497" y="937"/>
                </a:lnTo>
                <a:lnTo>
                  <a:pt x="496" y="937"/>
                </a:lnTo>
                <a:lnTo>
                  <a:pt x="496" y="936"/>
                </a:lnTo>
                <a:lnTo>
                  <a:pt x="496" y="935"/>
                </a:lnTo>
                <a:lnTo>
                  <a:pt x="495" y="935"/>
                </a:lnTo>
                <a:lnTo>
                  <a:pt x="494" y="935"/>
                </a:lnTo>
                <a:lnTo>
                  <a:pt x="493" y="935"/>
                </a:lnTo>
                <a:lnTo>
                  <a:pt x="493" y="934"/>
                </a:lnTo>
                <a:lnTo>
                  <a:pt x="492" y="934"/>
                </a:lnTo>
                <a:lnTo>
                  <a:pt x="491" y="934"/>
                </a:lnTo>
                <a:lnTo>
                  <a:pt x="491" y="933"/>
                </a:lnTo>
                <a:lnTo>
                  <a:pt x="491" y="932"/>
                </a:lnTo>
                <a:lnTo>
                  <a:pt x="490" y="932"/>
                </a:lnTo>
                <a:lnTo>
                  <a:pt x="489" y="932"/>
                </a:lnTo>
                <a:lnTo>
                  <a:pt x="488" y="932"/>
                </a:lnTo>
                <a:lnTo>
                  <a:pt x="487" y="932"/>
                </a:lnTo>
                <a:lnTo>
                  <a:pt x="486" y="932"/>
                </a:lnTo>
                <a:lnTo>
                  <a:pt x="486" y="933"/>
                </a:lnTo>
                <a:lnTo>
                  <a:pt x="486" y="932"/>
                </a:lnTo>
                <a:lnTo>
                  <a:pt x="485" y="932"/>
                </a:lnTo>
                <a:lnTo>
                  <a:pt x="485" y="931"/>
                </a:lnTo>
                <a:lnTo>
                  <a:pt x="484" y="931"/>
                </a:lnTo>
                <a:lnTo>
                  <a:pt x="484" y="932"/>
                </a:lnTo>
                <a:lnTo>
                  <a:pt x="484" y="933"/>
                </a:lnTo>
                <a:lnTo>
                  <a:pt x="483" y="933"/>
                </a:lnTo>
                <a:lnTo>
                  <a:pt x="483" y="934"/>
                </a:lnTo>
                <a:lnTo>
                  <a:pt x="484" y="934"/>
                </a:lnTo>
                <a:lnTo>
                  <a:pt x="483" y="934"/>
                </a:lnTo>
                <a:lnTo>
                  <a:pt x="483" y="935"/>
                </a:lnTo>
                <a:lnTo>
                  <a:pt x="483" y="936"/>
                </a:lnTo>
                <a:lnTo>
                  <a:pt x="482" y="936"/>
                </a:lnTo>
                <a:lnTo>
                  <a:pt x="482" y="937"/>
                </a:lnTo>
                <a:lnTo>
                  <a:pt x="481" y="937"/>
                </a:lnTo>
                <a:lnTo>
                  <a:pt x="480" y="937"/>
                </a:lnTo>
                <a:lnTo>
                  <a:pt x="479" y="937"/>
                </a:lnTo>
                <a:lnTo>
                  <a:pt x="479" y="938"/>
                </a:lnTo>
                <a:lnTo>
                  <a:pt x="479" y="937"/>
                </a:lnTo>
                <a:lnTo>
                  <a:pt x="478" y="937"/>
                </a:lnTo>
                <a:lnTo>
                  <a:pt x="478" y="936"/>
                </a:lnTo>
                <a:lnTo>
                  <a:pt x="478" y="935"/>
                </a:lnTo>
                <a:lnTo>
                  <a:pt x="477" y="935"/>
                </a:lnTo>
                <a:lnTo>
                  <a:pt x="476" y="935"/>
                </a:lnTo>
                <a:lnTo>
                  <a:pt x="475" y="935"/>
                </a:lnTo>
                <a:lnTo>
                  <a:pt x="474" y="935"/>
                </a:lnTo>
                <a:lnTo>
                  <a:pt x="474" y="936"/>
                </a:lnTo>
                <a:lnTo>
                  <a:pt x="473" y="936"/>
                </a:lnTo>
                <a:lnTo>
                  <a:pt x="473" y="935"/>
                </a:lnTo>
                <a:lnTo>
                  <a:pt x="473" y="934"/>
                </a:lnTo>
                <a:lnTo>
                  <a:pt x="473" y="933"/>
                </a:lnTo>
                <a:lnTo>
                  <a:pt x="472" y="933"/>
                </a:lnTo>
                <a:lnTo>
                  <a:pt x="472" y="932"/>
                </a:lnTo>
                <a:lnTo>
                  <a:pt x="472" y="931"/>
                </a:lnTo>
                <a:lnTo>
                  <a:pt x="471" y="931"/>
                </a:lnTo>
                <a:lnTo>
                  <a:pt x="471" y="930"/>
                </a:lnTo>
                <a:lnTo>
                  <a:pt x="472" y="930"/>
                </a:lnTo>
                <a:lnTo>
                  <a:pt x="472" y="929"/>
                </a:lnTo>
                <a:lnTo>
                  <a:pt x="471" y="928"/>
                </a:lnTo>
                <a:lnTo>
                  <a:pt x="471" y="927"/>
                </a:lnTo>
                <a:lnTo>
                  <a:pt x="470" y="927"/>
                </a:lnTo>
                <a:lnTo>
                  <a:pt x="469" y="927"/>
                </a:lnTo>
                <a:lnTo>
                  <a:pt x="468" y="927"/>
                </a:lnTo>
                <a:lnTo>
                  <a:pt x="467" y="927"/>
                </a:lnTo>
                <a:lnTo>
                  <a:pt x="466" y="927"/>
                </a:lnTo>
                <a:lnTo>
                  <a:pt x="466" y="926"/>
                </a:lnTo>
                <a:lnTo>
                  <a:pt x="465" y="926"/>
                </a:lnTo>
                <a:lnTo>
                  <a:pt x="465" y="927"/>
                </a:lnTo>
                <a:lnTo>
                  <a:pt x="465" y="926"/>
                </a:lnTo>
                <a:lnTo>
                  <a:pt x="464" y="926"/>
                </a:lnTo>
                <a:lnTo>
                  <a:pt x="463" y="926"/>
                </a:lnTo>
                <a:lnTo>
                  <a:pt x="463" y="925"/>
                </a:lnTo>
                <a:lnTo>
                  <a:pt x="462" y="926"/>
                </a:lnTo>
                <a:lnTo>
                  <a:pt x="461" y="926"/>
                </a:lnTo>
                <a:lnTo>
                  <a:pt x="461" y="925"/>
                </a:lnTo>
                <a:lnTo>
                  <a:pt x="460" y="926"/>
                </a:lnTo>
                <a:lnTo>
                  <a:pt x="460" y="925"/>
                </a:lnTo>
                <a:lnTo>
                  <a:pt x="459" y="925"/>
                </a:lnTo>
                <a:lnTo>
                  <a:pt x="459" y="926"/>
                </a:lnTo>
                <a:lnTo>
                  <a:pt x="458" y="926"/>
                </a:lnTo>
                <a:lnTo>
                  <a:pt x="458" y="925"/>
                </a:lnTo>
                <a:lnTo>
                  <a:pt x="457" y="926"/>
                </a:lnTo>
                <a:lnTo>
                  <a:pt x="456" y="926"/>
                </a:lnTo>
                <a:lnTo>
                  <a:pt x="456" y="925"/>
                </a:lnTo>
                <a:lnTo>
                  <a:pt x="455" y="925"/>
                </a:lnTo>
                <a:lnTo>
                  <a:pt x="454" y="925"/>
                </a:lnTo>
                <a:lnTo>
                  <a:pt x="454" y="926"/>
                </a:lnTo>
                <a:lnTo>
                  <a:pt x="454" y="927"/>
                </a:lnTo>
                <a:lnTo>
                  <a:pt x="453" y="927"/>
                </a:lnTo>
                <a:lnTo>
                  <a:pt x="452" y="927"/>
                </a:lnTo>
                <a:lnTo>
                  <a:pt x="451" y="927"/>
                </a:lnTo>
                <a:lnTo>
                  <a:pt x="450" y="927"/>
                </a:lnTo>
                <a:lnTo>
                  <a:pt x="449" y="927"/>
                </a:lnTo>
                <a:lnTo>
                  <a:pt x="449" y="926"/>
                </a:lnTo>
                <a:lnTo>
                  <a:pt x="449" y="925"/>
                </a:lnTo>
                <a:lnTo>
                  <a:pt x="449" y="926"/>
                </a:lnTo>
                <a:lnTo>
                  <a:pt x="448" y="926"/>
                </a:lnTo>
                <a:lnTo>
                  <a:pt x="447" y="925"/>
                </a:lnTo>
                <a:lnTo>
                  <a:pt x="447" y="924"/>
                </a:lnTo>
                <a:lnTo>
                  <a:pt x="447" y="923"/>
                </a:lnTo>
                <a:lnTo>
                  <a:pt x="446" y="923"/>
                </a:lnTo>
                <a:lnTo>
                  <a:pt x="446" y="924"/>
                </a:lnTo>
                <a:lnTo>
                  <a:pt x="446" y="923"/>
                </a:lnTo>
                <a:lnTo>
                  <a:pt x="445" y="923"/>
                </a:lnTo>
                <a:lnTo>
                  <a:pt x="445" y="922"/>
                </a:lnTo>
                <a:lnTo>
                  <a:pt x="445" y="921"/>
                </a:lnTo>
                <a:lnTo>
                  <a:pt x="444" y="921"/>
                </a:lnTo>
                <a:lnTo>
                  <a:pt x="443" y="921"/>
                </a:lnTo>
                <a:lnTo>
                  <a:pt x="443" y="920"/>
                </a:lnTo>
                <a:lnTo>
                  <a:pt x="442" y="920"/>
                </a:lnTo>
                <a:lnTo>
                  <a:pt x="441" y="920"/>
                </a:lnTo>
                <a:lnTo>
                  <a:pt x="441" y="919"/>
                </a:lnTo>
                <a:lnTo>
                  <a:pt x="441" y="920"/>
                </a:lnTo>
                <a:lnTo>
                  <a:pt x="440" y="920"/>
                </a:lnTo>
                <a:lnTo>
                  <a:pt x="439" y="920"/>
                </a:lnTo>
                <a:lnTo>
                  <a:pt x="438" y="920"/>
                </a:lnTo>
                <a:lnTo>
                  <a:pt x="437" y="920"/>
                </a:lnTo>
                <a:lnTo>
                  <a:pt x="437" y="921"/>
                </a:lnTo>
                <a:lnTo>
                  <a:pt x="436" y="921"/>
                </a:lnTo>
                <a:lnTo>
                  <a:pt x="435" y="921"/>
                </a:lnTo>
                <a:lnTo>
                  <a:pt x="436" y="921"/>
                </a:lnTo>
                <a:lnTo>
                  <a:pt x="436" y="922"/>
                </a:lnTo>
                <a:lnTo>
                  <a:pt x="435" y="922"/>
                </a:lnTo>
                <a:lnTo>
                  <a:pt x="435" y="923"/>
                </a:lnTo>
                <a:lnTo>
                  <a:pt x="434" y="923"/>
                </a:lnTo>
                <a:lnTo>
                  <a:pt x="434" y="924"/>
                </a:lnTo>
                <a:lnTo>
                  <a:pt x="434" y="925"/>
                </a:lnTo>
                <a:lnTo>
                  <a:pt x="434" y="926"/>
                </a:lnTo>
                <a:lnTo>
                  <a:pt x="433" y="926"/>
                </a:lnTo>
                <a:lnTo>
                  <a:pt x="433" y="927"/>
                </a:lnTo>
                <a:lnTo>
                  <a:pt x="432" y="927"/>
                </a:lnTo>
                <a:lnTo>
                  <a:pt x="432" y="928"/>
                </a:lnTo>
                <a:lnTo>
                  <a:pt x="431" y="928"/>
                </a:lnTo>
                <a:lnTo>
                  <a:pt x="431" y="927"/>
                </a:lnTo>
                <a:lnTo>
                  <a:pt x="430" y="927"/>
                </a:lnTo>
                <a:lnTo>
                  <a:pt x="430" y="928"/>
                </a:lnTo>
                <a:lnTo>
                  <a:pt x="430" y="929"/>
                </a:lnTo>
                <a:lnTo>
                  <a:pt x="429" y="929"/>
                </a:lnTo>
                <a:lnTo>
                  <a:pt x="429" y="930"/>
                </a:lnTo>
                <a:lnTo>
                  <a:pt x="428" y="930"/>
                </a:lnTo>
                <a:lnTo>
                  <a:pt x="427" y="930"/>
                </a:lnTo>
                <a:lnTo>
                  <a:pt x="427" y="929"/>
                </a:lnTo>
                <a:lnTo>
                  <a:pt x="428" y="929"/>
                </a:lnTo>
                <a:lnTo>
                  <a:pt x="428" y="928"/>
                </a:lnTo>
                <a:lnTo>
                  <a:pt x="427" y="928"/>
                </a:lnTo>
                <a:lnTo>
                  <a:pt x="428" y="928"/>
                </a:lnTo>
                <a:lnTo>
                  <a:pt x="427" y="928"/>
                </a:lnTo>
                <a:lnTo>
                  <a:pt x="427" y="927"/>
                </a:lnTo>
                <a:lnTo>
                  <a:pt x="426" y="927"/>
                </a:lnTo>
                <a:lnTo>
                  <a:pt x="426" y="926"/>
                </a:lnTo>
                <a:lnTo>
                  <a:pt x="425" y="925"/>
                </a:lnTo>
                <a:lnTo>
                  <a:pt x="426" y="924"/>
                </a:lnTo>
                <a:lnTo>
                  <a:pt x="425" y="924"/>
                </a:lnTo>
                <a:lnTo>
                  <a:pt x="425" y="923"/>
                </a:lnTo>
                <a:lnTo>
                  <a:pt x="426" y="923"/>
                </a:lnTo>
                <a:lnTo>
                  <a:pt x="425" y="923"/>
                </a:lnTo>
                <a:lnTo>
                  <a:pt x="426" y="923"/>
                </a:lnTo>
                <a:lnTo>
                  <a:pt x="426" y="922"/>
                </a:lnTo>
                <a:lnTo>
                  <a:pt x="425" y="922"/>
                </a:lnTo>
                <a:lnTo>
                  <a:pt x="426" y="922"/>
                </a:lnTo>
                <a:lnTo>
                  <a:pt x="426" y="921"/>
                </a:lnTo>
                <a:lnTo>
                  <a:pt x="427" y="921"/>
                </a:lnTo>
                <a:lnTo>
                  <a:pt x="427" y="920"/>
                </a:lnTo>
                <a:lnTo>
                  <a:pt x="428" y="920"/>
                </a:lnTo>
                <a:lnTo>
                  <a:pt x="428" y="919"/>
                </a:lnTo>
                <a:lnTo>
                  <a:pt x="429" y="919"/>
                </a:lnTo>
                <a:lnTo>
                  <a:pt x="429" y="918"/>
                </a:lnTo>
                <a:lnTo>
                  <a:pt x="429" y="917"/>
                </a:lnTo>
                <a:lnTo>
                  <a:pt x="430" y="918"/>
                </a:lnTo>
                <a:lnTo>
                  <a:pt x="430" y="917"/>
                </a:lnTo>
                <a:lnTo>
                  <a:pt x="430" y="916"/>
                </a:lnTo>
                <a:lnTo>
                  <a:pt x="430" y="915"/>
                </a:lnTo>
                <a:lnTo>
                  <a:pt x="429" y="915"/>
                </a:lnTo>
                <a:lnTo>
                  <a:pt x="430" y="915"/>
                </a:lnTo>
                <a:lnTo>
                  <a:pt x="429" y="914"/>
                </a:lnTo>
                <a:lnTo>
                  <a:pt x="428" y="914"/>
                </a:lnTo>
                <a:lnTo>
                  <a:pt x="428" y="913"/>
                </a:lnTo>
                <a:lnTo>
                  <a:pt x="428" y="912"/>
                </a:lnTo>
                <a:lnTo>
                  <a:pt x="428" y="911"/>
                </a:lnTo>
                <a:lnTo>
                  <a:pt x="429" y="911"/>
                </a:lnTo>
                <a:lnTo>
                  <a:pt x="429" y="909"/>
                </a:lnTo>
                <a:lnTo>
                  <a:pt x="430" y="909"/>
                </a:lnTo>
                <a:lnTo>
                  <a:pt x="430" y="908"/>
                </a:lnTo>
                <a:lnTo>
                  <a:pt x="429" y="906"/>
                </a:lnTo>
                <a:lnTo>
                  <a:pt x="429" y="905"/>
                </a:lnTo>
                <a:lnTo>
                  <a:pt x="430" y="905"/>
                </a:lnTo>
                <a:lnTo>
                  <a:pt x="430" y="904"/>
                </a:lnTo>
                <a:lnTo>
                  <a:pt x="431" y="904"/>
                </a:lnTo>
                <a:lnTo>
                  <a:pt x="430" y="903"/>
                </a:lnTo>
                <a:lnTo>
                  <a:pt x="431" y="903"/>
                </a:lnTo>
                <a:lnTo>
                  <a:pt x="430" y="903"/>
                </a:lnTo>
                <a:lnTo>
                  <a:pt x="430" y="902"/>
                </a:lnTo>
                <a:lnTo>
                  <a:pt x="429" y="901"/>
                </a:lnTo>
                <a:lnTo>
                  <a:pt x="428" y="901"/>
                </a:lnTo>
                <a:lnTo>
                  <a:pt x="428" y="900"/>
                </a:lnTo>
                <a:lnTo>
                  <a:pt x="427" y="900"/>
                </a:lnTo>
                <a:lnTo>
                  <a:pt x="427" y="899"/>
                </a:lnTo>
                <a:lnTo>
                  <a:pt x="427" y="898"/>
                </a:lnTo>
                <a:lnTo>
                  <a:pt x="427" y="897"/>
                </a:lnTo>
                <a:lnTo>
                  <a:pt x="427" y="896"/>
                </a:lnTo>
                <a:lnTo>
                  <a:pt x="427" y="895"/>
                </a:lnTo>
                <a:lnTo>
                  <a:pt x="426" y="895"/>
                </a:lnTo>
                <a:lnTo>
                  <a:pt x="426" y="894"/>
                </a:lnTo>
                <a:lnTo>
                  <a:pt x="427" y="894"/>
                </a:lnTo>
                <a:lnTo>
                  <a:pt x="427" y="893"/>
                </a:lnTo>
                <a:lnTo>
                  <a:pt x="427" y="892"/>
                </a:lnTo>
                <a:lnTo>
                  <a:pt x="427" y="891"/>
                </a:lnTo>
                <a:lnTo>
                  <a:pt x="428" y="891"/>
                </a:lnTo>
                <a:lnTo>
                  <a:pt x="429" y="891"/>
                </a:lnTo>
                <a:lnTo>
                  <a:pt x="429" y="890"/>
                </a:lnTo>
                <a:lnTo>
                  <a:pt x="429" y="889"/>
                </a:lnTo>
                <a:lnTo>
                  <a:pt x="428" y="889"/>
                </a:lnTo>
                <a:lnTo>
                  <a:pt x="428" y="890"/>
                </a:lnTo>
                <a:lnTo>
                  <a:pt x="427" y="890"/>
                </a:lnTo>
                <a:lnTo>
                  <a:pt x="426" y="889"/>
                </a:lnTo>
                <a:lnTo>
                  <a:pt x="425" y="889"/>
                </a:lnTo>
                <a:lnTo>
                  <a:pt x="425" y="888"/>
                </a:lnTo>
                <a:lnTo>
                  <a:pt x="424" y="888"/>
                </a:lnTo>
                <a:lnTo>
                  <a:pt x="424" y="887"/>
                </a:lnTo>
                <a:lnTo>
                  <a:pt x="423" y="887"/>
                </a:lnTo>
                <a:lnTo>
                  <a:pt x="423" y="886"/>
                </a:lnTo>
                <a:lnTo>
                  <a:pt x="423" y="885"/>
                </a:lnTo>
                <a:lnTo>
                  <a:pt x="422" y="885"/>
                </a:lnTo>
                <a:lnTo>
                  <a:pt x="423" y="885"/>
                </a:lnTo>
                <a:lnTo>
                  <a:pt x="423" y="884"/>
                </a:lnTo>
                <a:lnTo>
                  <a:pt x="424" y="884"/>
                </a:lnTo>
                <a:lnTo>
                  <a:pt x="424" y="883"/>
                </a:lnTo>
                <a:lnTo>
                  <a:pt x="424" y="881"/>
                </a:lnTo>
                <a:lnTo>
                  <a:pt x="425" y="881"/>
                </a:lnTo>
                <a:lnTo>
                  <a:pt x="426" y="881"/>
                </a:lnTo>
                <a:lnTo>
                  <a:pt x="427" y="881"/>
                </a:lnTo>
                <a:lnTo>
                  <a:pt x="427" y="880"/>
                </a:lnTo>
                <a:lnTo>
                  <a:pt x="428" y="880"/>
                </a:lnTo>
                <a:lnTo>
                  <a:pt x="428" y="879"/>
                </a:lnTo>
                <a:lnTo>
                  <a:pt x="427" y="879"/>
                </a:lnTo>
                <a:lnTo>
                  <a:pt x="428" y="878"/>
                </a:lnTo>
                <a:lnTo>
                  <a:pt x="428" y="877"/>
                </a:lnTo>
                <a:lnTo>
                  <a:pt x="427" y="877"/>
                </a:lnTo>
                <a:lnTo>
                  <a:pt x="428" y="877"/>
                </a:lnTo>
                <a:lnTo>
                  <a:pt x="427" y="877"/>
                </a:lnTo>
                <a:lnTo>
                  <a:pt x="427" y="876"/>
                </a:lnTo>
                <a:lnTo>
                  <a:pt x="427" y="875"/>
                </a:lnTo>
                <a:lnTo>
                  <a:pt x="426" y="875"/>
                </a:lnTo>
                <a:lnTo>
                  <a:pt x="427" y="875"/>
                </a:lnTo>
                <a:lnTo>
                  <a:pt x="427" y="874"/>
                </a:lnTo>
                <a:lnTo>
                  <a:pt x="426" y="874"/>
                </a:lnTo>
                <a:lnTo>
                  <a:pt x="426" y="873"/>
                </a:lnTo>
                <a:lnTo>
                  <a:pt x="426" y="872"/>
                </a:lnTo>
                <a:lnTo>
                  <a:pt x="426" y="871"/>
                </a:lnTo>
                <a:lnTo>
                  <a:pt x="426" y="870"/>
                </a:lnTo>
                <a:lnTo>
                  <a:pt x="425" y="870"/>
                </a:lnTo>
                <a:lnTo>
                  <a:pt x="425" y="869"/>
                </a:lnTo>
                <a:lnTo>
                  <a:pt x="425" y="868"/>
                </a:lnTo>
                <a:lnTo>
                  <a:pt x="426" y="868"/>
                </a:lnTo>
                <a:lnTo>
                  <a:pt x="426" y="867"/>
                </a:lnTo>
                <a:lnTo>
                  <a:pt x="426" y="866"/>
                </a:lnTo>
                <a:lnTo>
                  <a:pt x="425" y="866"/>
                </a:lnTo>
                <a:lnTo>
                  <a:pt x="424" y="866"/>
                </a:lnTo>
                <a:lnTo>
                  <a:pt x="424" y="865"/>
                </a:lnTo>
                <a:lnTo>
                  <a:pt x="423" y="865"/>
                </a:lnTo>
                <a:lnTo>
                  <a:pt x="422" y="865"/>
                </a:lnTo>
                <a:lnTo>
                  <a:pt x="421" y="865"/>
                </a:lnTo>
                <a:lnTo>
                  <a:pt x="421" y="864"/>
                </a:lnTo>
                <a:lnTo>
                  <a:pt x="421" y="863"/>
                </a:lnTo>
                <a:lnTo>
                  <a:pt x="422" y="863"/>
                </a:lnTo>
                <a:lnTo>
                  <a:pt x="421" y="862"/>
                </a:lnTo>
                <a:lnTo>
                  <a:pt x="421" y="861"/>
                </a:lnTo>
                <a:lnTo>
                  <a:pt x="421" y="860"/>
                </a:lnTo>
                <a:lnTo>
                  <a:pt x="421" y="859"/>
                </a:lnTo>
                <a:lnTo>
                  <a:pt x="420" y="859"/>
                </a:lnTo>
                <a:lnTo>
                  <a:pt x="420" y="858"/>
                </a:lnTo>
                <a:lnTo>
                  <a:pt x="420" y="857"/>
                </a:lnTo>
                <a:lnTo>
                  <a:pt x="419" y="857"/>
                </a:lnTo>
                <a:lnTo>
                  <a:pt x="419" y="856"/>
                </a:lnTo>
                <a:lnTo>
                  <a:pt x="420" y="856"/>
                </a:lnTo>
                <a:lnTo>
                  <a:pt x="420" y="855"/>
                </a:lnTo>
                <a:lnTo>
                  <a:pt x="419" y="855"/>
                </a:lnTo>
                <a:lnTo>
                  <a:pt x="418" y="855"/>
                </a:lnTo>
                <a:lnTo>
                  <a:pt x="418" y="854"/>
                </a:lnTo>
                <a:lnTo>
                  <a:pt x="417" y="854"/>
                </a:lnTo>
                <a:lnTo>
                  <a:pt x="416" y="854"/>
                </a:lnTo>
                <a:lnTo>
                  <a:pt x="415" y="854"/>
                </a:lnTo>
                <a:lnTo>
                  <a:pt x="415" y="855"/>
                </a:lnTo>
                <a:lnTo>
                  <a:pt x="414" y="854"/>
                </a:lnTo>
                <a:lnTo>
                  <a:pt x="414" y="855"/>
                </a:lnTo>
                <a:lnTo>
                  <a:pt x="413" y="855"/>
                </a:lnTo>
                <a:lnTo>
                  <a:pt x="412" y="855"/>
                </a:lnTo>
                <a:lnTo>
                  <a:pt x="411" y="855"/>
                </a:lnTo>
                <a:lnTo>
                  <a:pt x="411" y="854"/>
                </a:lnTo>
                <a:lnTo>
                  <a:pt x="410" y="854"/>
                </a:lnTo>
                <a:lnTo>
                  <a:pt x="409" y="854"/>
                </a:lnTo>
                <a:lnTo>
                  <a:pt x="409" y="855"/>
                </a:lnTo>
                <a:lnTo>
                  <a:pt x="409" y="854"/>
                </a:lnTo>
                <a:lnTo>
                  <a:pt x="408" y="854"/>
                </a:lnTo>
                <a:lnTo>
                  <a:pt x="407" y="854"/>
                </a:lnTo>
                <a:lnTo>
                  <a:pt x="406" y="854"/>
                </a:lnTo>
                <a:lnTo>
                  <a:pt x="406" y="853"/>
                </a:lnTo>
                <a:lnTo>
                  <a:pt x="406" y="854"/>
                </a:lnTo>
                <a:lnTo>
                  <a:pt x="405" y="854"/>
                </a:lnTo>
                <a:lnTo>
                  <a:pt x="404" y="854"/>
                </a:lnTo>
                <a:lnTo>
                  <a:pt x="404" y="853"/>
                </a:lnTo>
                <a:lnTo>
                  <a:pt x="403" y="853"/>
                </a:lnTo>
                <a:lnTo>
                  <a:pt x="403" y="854"/>
                </a:lnTo>
                <a:lnTo>
                  <a:pt x="402" y="853"/>
                </a:lnTo>
                <a:lnTo>
                  <a:pt x="400" y="852"/>
                </a:lnTo>
                <a:lnTo>
                  <a:pt x="401" y="852"/>
                </a:lnTo>
                <a:lnTo>
                  <a:pt x="401" y="851"/>
                </a:lnTo>
                <a:lnTo>
                  <a:pt x="401" y="850"/>
                </a:lnTo>
                <a:lnTo>
                  <a:pt x="401" y="849"/>
                </a:lnTo>
                <a:lnTo>
                  <a:pt x="402" y="849"/>
                </a:lnTo>
                <a:lnTo>
                  <a:pt x="403" y="849"/>
                </a:lnTo>
                <a:lnTo>
                  <a:pt x="403" y="848"/>
                </a:lnTo>
                <a:lnTo>
                  <a:pt x="404" y="848"/>
                </a:lnTo>
                <a:lnTo>
                  <a:pt x="405" y="848"/>
                </a:lnTo>
                <a:lnTo>
                  <a:pt x="405" y="847"/>
                </a:lnTo>
                <a:lnTo>
                  <a:pt x="405" y="846"/>
                </a:lnTo>
                <a:lnTo>
                  <a:pt x="405" y="845"/>
                </a:lnTo>
                <a:lnTo>
                  <a:pt x="405" y="844"/>
                </a:lnTo>
                <a:lnTo>
                  <a:pt x="406" y="844"/>
                </a:lnTo>
                <a:lnTo>
                  <a:pt x="405" y="844"/>
                </a:lnTo>
                <a:lnTo>
                  <a:pt x="405" y="843"/>
                </a:lnTo>
                <a:lnTo>
                  <a:pt x="404" y="843"/>
                </a:lnTo>
                <a:lnTo>
                  <a:pt x="404" y="842"/>
                </a:lnTo>
                <a:lnTo>
                  <a:pt x="403" y="842"/>
                </a:lnTo>
                <a:lnTo>
                  <a:pt x="403" y="841"/>
                </a:lnTo>
                <a:lnTo>
                  <a:pt x="402" y="841"/>
                </a:lnTo>
                <a:lnTo>
                  <a:pt x="402" y="840"/>
                </a:lnTo>
                <a:lnTo>
                  <a:pt x="402" y="839"/>
                </a:lnTo>
                <a:lnTo>
                  <a:pt x="401" y="839"/>
                </a:lnTo>
                <a:lnTo>
                  <a:pt x="401" y="838"/>
                </a:lnTo>
                <a:lnTo>
                  <a:pt x="401" y="837"/>
                </a:lnTo>
                <a:lnTo>
                  <a:pt x="402" y="836"/>
                </a:lnTo>
                <a:lnTo>
                  <a:pt x="401" y="836"/>
                </a:lnTo>
                <a:lnTo>
                  <a:pt x="401" y="835"/>
                </a:lnTo>
                <a:lnTo>
                  <a:pt x="402" y="835"/>
                </a:lnTo>
                <a:lnTo>
                  <a:pt x="401" y="835"/>
                </a:lnTo>
                <a:lnTo>
                  <a:pt x="402" y="835"/>
                </a:lnTo>
                <a:lnTo>
                  <a:pt x="401" y="835"/>
                </a:lnTo>
                <a:lnTo>
                  <a:pt x="401" y="834"/>
                </a:lnTo>
                <a:lnTo>
                  <a:pt x="402" y="834"/>
                </a:lnTo>
                <a:lnTo>
                  <a:pt x="402" y="833"/>
                </a:lnTo>
                <a:lnTo>
                  <a:pt x="401" y="833"/>
                </a:lnTo>
                <a:lnTo>
                  <a:pt x="400" y="833"/>
                </a:lnTo>
                <a:lnTo>
                  <a:pt x="400" y="832"/>
                </a:lnTo>
                <a:lnTo>
                  <a:pt x="400" y="831"/>
                </a:lnTo>
                <a:lnTo>
                  <a:pt x="400" y="830"/>
                </a:lnTo>
                <a:lnTo>
                  <a:pt x="400" y="829"/>
                </a:lnTo>
                <a:lnTo>
                  <a:pt x="401" y="829"/>
                </a:lnTo>
                <a:lnTo>
                  <a:pt x="401" y="828"/>
                </a:lnTo>
                <a:lnTo>
                  <a:pt x="402" y="828"/>
                </a:lnTo>
                <a:lnTo>
                  <a:pt x="402" y="827"/>
                </a:lnTo>
                <a:lnTo>
                  <a:pt x="403" y="827"/>
                </a:lnTo>
                <a:lnTo>
                  <a:pt x="403" y="828"/>
                </a:lnTo>
                <a:lnTo>
                  <a:pt x="404" y="828"/>
                </a:lnTo>
                <a:lnTo>
                  <a:pt x="404" y="827"/>
                </a:lnTo>
                <a:lnTo>
                  <a:pt x="405" y="827"/>
                </a:lnTo>
                <a:lnTo>
                  <a:pt x="405" y="826"/>
                </a:lnTo>
                <a:lnTo>
                  <a:pt x="404" y="825"/>
                </a:lnTo>
                <a:lnTo>
                  <a:pt x="405" y="825"/>
                </a:lnTo>
                <a:lnTo>
                  <a:pt x="405" y="824"/>
                </a:lnTo>
                <a:lnTo>
                  <a:pt x="404" y="824"/>
                </a:lnTo>
                <a:lnTo>
                  <a:pt x="404" y="823"/>
                </a:lnTo>
                <a:lnTo>
                  <a:pt x="405" y="823"/>
                </a:lnTo>
                <a:lnTo>
                  <a:pt x="404" y="823"/>
                </a:lnTo>
                <a:lnTo>
                  <a:pt x="404" y="822"/>
                </a:lnTo>
                <a:lnTo>
                  <a:pt x="404" y="821"/>
                </a:lnTo>
                <a:lnTo>
                  <a:pt x="404" y="820"/>
                </a:lnTo>
                <a:lnTo>
                  <a:pt x="404" y="818"/>
                </a:lnTo>
                <a:lnTo>
                  <a:pt x="405" y="817"/>
                </a:lnTo>
                <a:lnTo>
                  <a:pt x="405" y="816"/>
                </a:lnTo>
                <a:lnTo>
                  <a:pt x="406" y="816"/>
                </a:lnTo>
                <a:lnTo>
                  <a:pt x="406" y="815"/>
                </a:lnTo>
                <a:lnTo>
                  <a:pt x="406" y="814"/>
                </a:lnTo>
                <a:lnTo>
                  <a:pt x="406" y="813"/>
                </a:lnTo>
                <a:lnTo>
                  <a:pt x="406" y="812"/>
                </a:lnTo>
                <a:lnTo>
                  <a:pt x="407" y="812"/>
                </a:lnTo>
                <a:lnTo>
                  <a:pt x="407" y="811"/>
                </a:lnTo>
                <a:lnTo>
                  <a:pt x="407" y="812"/>
                </a:lnTo>
                <a:lnTo>
                  <a:pt x="407" y="811"/>
                </a:lnTo>
                <a:lnTo>
                  <a:pt x="408" y="811"/>
                </a:lnTo>
                <a:lnTo>
                  <a:pt x="408" y="810"/>
                </a:lnTo>
                <a:lnTo>
                  <a:pt x="408" y="809"/>
                </a:lnTo>
                <a:lnTo>
                  <a:pt x="408" y="808"/>
                </a:lnTo>
                <a:lnTo>
                  <a:pt x="408" y="807"/>
                </a:lnTo>
                <a:lnTo>
                  <a:pt x="408" y="806"/>
                </a:lnTo>
                <a:lnTo>
                  <a:pt x="409" y="806"/>
                </a:lnTo>
                <a:lnTo>
                  <a:pt x="409" y="805"/>
                </a:lnTo>
                <a:lnTo>
                  <a:pt x="409" y="804"/>
                </a:lnTo>
                <a:lnTo>
                  <a:pt x="408" y="804"/>
                </a:lnTo>
                <a:lnTo>
                  <a:pt x="408" y="803"/>
                </a:lnTo>
                <a:lnTo>
                  <a:pt x="409" y="803"/>
                </a:lnTo>
                <a:lnTo>
                  <a:pt x="409" y="802"/>
                </a:lnTo>
                <a:lnTo>
                  <a:pt x="408" y="802"/>
                </a:lnTo>
                <a:lnTo>
                  <a:pt x="409" y="802"/>
                </a:lnTo>
                <a:lnTo>
                  <a:pt x="409" y="801"/>
                </a:lnTo>
                <a:lnTo>
                  <a:pt x="410" y="801"/>
                </a:lnTo>
                <a:lnTo>
                  <a:pt x="411" y="801"/>
                </a:lnTo>
                <a:lnTo>
                  <a:pt x="412" y="801"/>
                </a:lnTo>
                <a:lnTo>
                  <a:pt x="412" y="800"/>
                </a:lnTo>
                <a:lnTo>
                  <a:pt x="412" y="801"/>
                </a:lnTo>
                <a:lnTo>
                  <a:pt x="413" y="801"/>
                </a:lnTo>
                <a:lnTo>
                  <a:pt x="413" y="800"/>
                </a:lnTo>
                <a:lnTo>
                  <a:pt x="413" y="801"/>
                </a:lnTo>
                <a:lnTo>
                  <a:pt x="414" y="801"/>
                </a:lnTo>
                <a:lnTo>
                  <a:pt x="414" y="802"/>
                </a:lnTo>
                <a:lnTo>
                  <a:pt x="414" y="803"/>
                </a:lnTo>
                <a:lnTo>
                  <a:pt x="415" y="803"/>
                </a:lnTo>
                <a:lnTo>
                  <a:pt x="415" y="804"/>
                </a:lnTo>
                <a:lnTo>
                  <a:pt x="415" y="805"/>
                </a:lnTo>
                <a:lnTo>
                  <a:pt x="416" y="805"/>
                </a:lnTo>
                <a:lnTo>
                  <a:pt x="416" y="806"/>
                </a:lnTo>
                <a:lnTo>
                  <a:pt x="417" y="806"/>
                </a:lnTo>
                <a:lnTo>
                  <a:pt x="418" y="806"/>
                </a:lnTo>
                <a:lnTo>
                  <a:pt x="419" y="806"/>
                </a:lnTo>
                <a:lnTo>
                  <a:pt x="420" y="806"/>
                </a:lnTo>
                <a:lnTo>
                  <a:pt x="421" y="806"/>
                </a:lnTo>
                <a:lnTo>
                  <a:pt x="422" y="806"/>
                </a:lnTo>
                <a:lnTo>
                  <a:pt x="422" y="805"/>
                </a:lnTo>
                <a:lnTo>
                  <a:pt x="423" y="805"/>
                </a:lnTo>
                <a:lnTo>
                  <a:pt x="423" y="806"/>
                </a:lnTo>
                <a:lnTo>
                  <a:pt x="424" y="806"/>
                </a:lnTo>
                <a:lnTo>
                  <a:pt x="424" y="805"/>
                </a:lnTo>
                <a:lnTo>
                  <a:pt x="425" y="805"/>
                </a:lnTo>
                <a:lnTo>
                  <a:pt x="425" y="804"/>
                </a:lnTo>
                <a:lnTo>
                  <a:pt x="426" y="805"/>
                </a:lnTo>
                <a:lnTo>
                  <a:pt x="427" y="805"/>
                </a:lnTo>
                <a:lnTo>
                  <a:pt x="428" y="806"/>
                </a:lnTo>
                <a:lnTo>
                  <a:pt x="429" y="805"/>
                </a:lnTo>
                <a:lnTo>
                  <a:pt x="430" y="805"/>
                </a:lnTo>
                <a:lnTo>
                  <a:pt x="430" y="804"/>
                </a:lnTo>
                <a:lnTo>
                  <a:pt x="431" y="804"/>
                </a:lnTo>
                <a:lnTo>
                  <a:pt x="431" y="803"/>
                </a:lnTo>
                <a:lnTo>
                  <a:pt x="431" y="802"/>
                </a:lnTo>
                <a:lnTo>
                  <a:pt x="432" y="802"/>
                </a:lnTo>
                <a:lnTo>
                  <a:pt x="432" y="801"/>
                </a:lnTo>
                <a:lnTo>
                  <a:pt x="432" y="800"/>
                </a:lnTo>
                <a:lnTo>
                  <a:pt x="431" y="800"/>
                </a:lnTo>
                <a:lnTo>
                  <a:pt x="431" y="799"/>
                </a:lnTo>
                <a:lnTo>
                  <a:pt x="431" y="800"/>
                </a:lnTo>
                <a:lnTo>
                  <a:pt x="430" y="800"/>
                </a:lnTo>
                <a:lnTo>
                  <a:pt x="430" y="799"/>
                </a:lnTo>
                <a:lnTo>
                  <a:pt x="429" y="799"/>
                </a:lnTo>
                <a:lnTo>
                  <a:pt x="429" y="798"/>
                </a:lnTo>
                <a:lnTo>
                  <a:pt x="430" y="798"/>
                </a:lnTo>
                <a:lnTo>
                  <a:pt x="431" y="798"/>
                </a:lnTo>
                <a:lnTo>
                  <a:pt x="431" y="797"/>
                </a:lnTo>
                <a:lnTo>
                  <a:pt x="431" y="796"/>
                </a:lnTo>
                <a:lnTo>
                  <a:pt x="432" y="796"/>
                </a:lnTo>
                <a:lnTo>
                  <a:pt x="432" y="795"/>
                </a:lnTo>
                <a:lnTo>
                  <a:pt x="432" y="794"/>
                </a:lnTo>
                <a:lnTo>
                  <a:pt x="431" y="794"/>
                </a:lnTo>
                <a:lnTo>
                  <a:pt x="431" y="793"/>
                </a:lnTo>
                <a:lnTo>
                  <a:pt x="431" y="792"/>
                </a:lnTo>
                <a:lnTo>
                  <a:pt x="432" y="792"/>
                </a:lnTo>
                <a:lnTo>
                  <a:pt x="432" y="791"/>
                </a:lnTo>
                <a:lnTo>
                  <a:pt x="433" y="791"/>
                </a:lnTo>
                <a:lnTo>
                  <a:pt x="432" y="790"/>
                </a:lnTo>
                <a:lnTo>
                  <a:pt x="433" y="790"/>
                </a:lnTo>
                <a:lnTo>
                  <a:pt x="433" y="789"/>
                </a:lnTo>
                <a:lnTo>
                  <a:pt x="433" y="788"/>
                </a:lnTo>
                <a:lnTo>
                  <a:pt x="434" y="788"/>
                </a:lnTo>
                <a:lnTo>
                  <a:pt x="434" y="787"/>
                </a:lnTo>
                <a:lnTo>
                  <a:pt x="435" y="787"/>
                </a:lnTo>
                <a:lnTo>
                  <a:pt x="436" y="787"/>
                </a:lnTo>
                <a:lnTo>
                  <a:pt x="436" y="786"/>
                </a:lnTo>
                <a:lnTo>
                  <a:pt x="437" y="786"/>
                </a:lnTo>
                <a:lnTo>
                  <a:pt x="437" y="785"/>
                </a:lnTo>
                <a:lnTo>
                  <a:pt x="438" y="785"/>
                </a:lnTo>
                <a:lnTo>
                  <a:pt x="438" y="784"/>
                </a:lnTo>
                <a:lnTo>
                  <a:pt x="437" y="784"/>
                </a:lnTo>
                <a:lnTo>
                  <a:pt x="437" y="783"/>
                </a:lnTo>
                <a:lnTo>
                  <a:pt x="436" y="783"/>
                </a:lnTo>
                <a:lnTo>
                  <a:pt x="436" y="782"/>
                </a:lnTo>
                <a:lnTo>
                  <a:pt x="437" y="781"/>
                </a:lnTo>
                <a:lnTo>
                  <a:pt x="438" y="781"/>
                </a:lnTo>
                <a:lnTo>
                  <a:pt x="439" y="781"/>
                </a:lnTo>
                <a:lnTo>
                  <a:pt x="439" y="780"/>
                </a:lnTo>
                <a:lnTo>
                  <a:pt x="439" y="779"/>
                </a:lnTo>
                <a:lnTo>
                  <a:pt x="440" y="779"/>
                </a:lnTo>
                <a:lnTo>
                  <a:pt x="441" y="779"/>
                </a:lnTo>
                <a:lnTo>
                  <a:pt x="441" y="778"/>
                </a:lnTo>
                <a:lnTo>
                  <a:pt x="440" y="778"/>
                </a:lnTo>
                <a:lnTo>
                  <a:pt x="439" y="778"/>
                </a:lnTo>
                <a:lnTo>
                  <a:pt x="439" y="777"/>
                </a:lnTo>
                <a:lnTo>
                  <a:pt x="438" y="777"/>
                </a:lnTo>
                <a:lnTo>
                  <a:pt x="438" y="776"/>
                </a:lnTo>
                <a:lnTo>
                  <a:pt x="439" y="776"/>
                </a:lnTo>
                <a:lnTo>
                  <a:pt x="438" y="776"/>
                </a:lnTo>
                <a:lnTo>
                  <a:pt x="438" y="775"/>
                </a:lnTo>
                <a:lnTo>
                  <a:pt x="438" y="774"/>
                </a:lnTo>
                <a:lnTo>
                  <a:pt x="439" y="774"/>
                </a:lnTo>
                <a:lnTo>
                  <a:pt x="439" y="773"/>
                </a:lnTo>
                <a:lnTo>
                  <a:pt x="438" y="773"/>
                </a:lnTo>
                <a:lnTo>
                  <a:pt x="438" y="772"/>
                </a:lnTo>
                <a:lnTo>
                  <a:pt x="439" y="772"/>
                </a:lnTo>
                <a:lnTo>
                  <a:pt x="440" y="772"/>
                </a:lnTo>
                <a:lnTo>
                  <a:pt x="441" y="771"/>
                </a:lnTo>
                <a:lnTo>
                  <a:pt x="441" y="770"/>
                </a:lnTo>
                <a:lnTo>
                  <a:pt x="442" y="770"/>
                </a:lnTo>
                <a:lnTo>
                  <a:pt x="443" y="770"/>
                </a:lnTo>
                <a:lnTo>
                  <a:pt x="443" y="769"/>
                </a:lnTo>
                <a:lnTo>
                  <a:pt x="443" y="768"/>
                </a:lnTo>
                <a:lnTo>
                  <a:pt x="442" y="768"/>
                </a:lnTo>
                <a:lnTo>
                  <a:pt x="442" y="767"/>
                </a:lnTo>
                <a:lnTo>
                  <a:pt x="443" y="767"/>
                </a:lnTo>
                <a:lnTo>
                  <a:pt x="443" y="768"/>
                </a:lnTo>
                <a:lnTo>
                  <a:pt x="444" y="768"/>
                </a:lnTo>
                <a:lnTo>
                  <a:pt x="444" y="767"/>
                </a:lnTo>
                <a:lnTo>
                  <a:pt x="445" y="767"/>
                </a:lnTo>
                <a:lnTo>
                  <a:pt x="446" y="767"/>
                </a:lnTo>
                <a:lnTo>
                  <a:pt x="447" y="767"/>
                </a:lnTo>
                <a:lnTo>
                  <a:pt x="447" y="766"/>
                </a:lnTo>
                <a:lnTo>
                  <a:pt x="448" y="766"/>
                </a:lnTo>
                <a:lnTo>
                  <a:pt x="449" y="766"/>
                </a:lnTo>
                <a:lnTo>
                  <a:pt x="449" y="765"/>
                </a:lnTo>
                <a:lnTo>
                  <a:pt x="450" y="765"/>
                </a:lnTo>
                <a:lnTo>
                  <a:pt x="449" y="765"/>
                </a:lnTo>
                <a:lnTo>
                  <a:pt x="449" y="764"/>
                </a:lnTo>
                <a:lnTo>
                  <a:pt x="449" y="763"/>
                </a:lnTo>
                <a:lnTo>
                  <a:pt x="450" y="762"/>
                </a:lnTo>
                <a:lnTo>
                  <a:pt x="451" y="762"/>
                </a:lnTo>
                <a:lnTo>
                  <a:pt x="451" y="761"/>
                </a:lnTo>
                <a:lnTo>
                  <a:pt x="451" y="760"/>
                </a:lnTo>
                <a:lnTo>
                  <a:pt x="452" y="760"/>
                </a:lnTo>
                <a:lnTo>
                  <a:pt x="452" y="759"/>
                </a:lnTo>
                <a:lnTo>
                  <a:pt x="451" y="759"/>
                </a:lnTo>
                <a:lnTo>
                  <a:pt x="450" y="759"/>
                </a:lnTo>
                <a:lnTo>
                  <a:pt x="450" y="758"/>
                </a:lnTo>
                <a:lnTo>
                  <a:pt x="449" y="758"/>
                </a:lnTo>
                <a:lnTo>
                  <a:pt x="449" y="757"/>
                </a:lnTo>
                <a:lnTo>
                  <a:pt x="448" y="757"/>
                </a:lnTo>
                <a:lnTo>
                  <a:pt x="448" y="756"/>
                </a:lnTo>
                <a:lnTo>
                  <a:pt x="447" y="756"/>
                </a:lnTo>
                <a:lnTo>
                  <a:pt x="446" y="756"/>
                </a:lnTo>
                <a:lnTo>
                  <a:pt x="445" y="756"/>
                </a:lnTo>
                <a:lnTo>
                  <a:pt x="445" y="757"/>
                </a:lnTo>
                <a:lnTo>
                  <a:pt x="444" y="757"/>
                </a:lnTo>
                <a:lnTo>
                  <a:pt x="444" y="758"/>
                </a:lnTo>
                <a:lnTo>
                  <a:pt x="443" y="758"/>
                </a:lnTo>
                <a:lnTo>
                  <a:pt x="443" y="757"/>
                </a:lnTo>
                <a:lnTo>
                  <a:pt x="443" y="758"/>
                </a:lnTo>
                <a:lnTo>
                  <a:pt x="442" y="758"/>
                </a:lnTo>
                <a:lnTo>
                  <a:pt x="441" y="758"/>
                </a:lnTo>
                <a:lnTo>
                  <a:pt x="441" y="757"/>
                </a:lnTo>
                <a:lnTo>
                  <a:pt x="440" y="757"/>
                </a:lnTo>
                <a:lnTo>
                  <a:pt x="439" y="757"/>
                </a:lnTo>
                <a:lnTo>
                  <a:pt x="439" y="758"/>
                </a:lnTo>
                <a:lnTo>
                  <a:pt x="438" y="758"/>
                </a:lnTo>
                <a:lnTo>
                  <a:pt x="438" y="757"/>
                </a:lnTo>
                <a:lnTo>
                  <a:pt x="439" y="757"/>
                </a:lnTo>
                <a:lnTo>
                  <a:pt x="439" y="756"/>
                </a:lnTo>
                <a:lnTo>
                  <a:pt x="439" y="755"/>
                </a:lnTo>
                <a:lnTo>
                  <a:pt x="438" y="755"/>
                </a:lnTo>
                <a:lnTo>
                  <a:pt x="437" y="755"/>
                </a:lnTo>
                <a:lnTo>
                  <a:pt x="437" y="754"/>
                </a:lnTo>
                <a:lnTo>
                  <a:pt x="436" y="754"/>
                </a:lnTo>
                <a:lnTo>
                  <a:pt x="435" y="753"/>
                </a:lnTo>
                <a:lnTo>
                  <a:pt x="434" y="753"/>
                </a:lnTo>
                <a:lnTo>
                  <a:pt x="434" y="752"/>
                </a:lnTo>
                <a:lnTo>
                  <a:pt x="433" y="752"/>
                </a:lnTo>
                <a:lnTo>
                  <a:pt x="433" y="751"/>
                </a:lnTo>
                <a:lnTo>
                  <a:pt x="432" y="751"/>
                </a:lnTo>
                <a:lnTo>
                  <a:pt x="431" y="751"/>
                </a:lnTo>
                <a:lnTo>
                  <a:pt x="431" y="750"/>
                </a:lnTo>
                <a:lnTo>
                  <a:pt x="430" y="750"/>
                </a:lnTo>
                <a:lnTo>
                  <a:pt x="430" y="749"/>
                </a:lnTo>
                <a:lnTo>
                  <a:pt x="429" y="749"/>
                </a:lnTo>
                <a:lnTo>
                  <a:pt x="429" y="748"/>
                </a:lnTo>
                <a:lnTo>
                  <a:pt x="428" y="748"/>
                </a:lnTo>
                <a:lnTo>
                  <a:pt x="427" y="748"/>
                </a:lnTo>
                <a:lnTo>
                  <a:pt x="427" y="747"/>
                </a:lnTo>
                <a:lnTo>
                  <a:pt x="428" y="747"/>
                </a:lnTo>
                <a:lnTo>
                  <a:pt x="429" y="747"/>
                </a:lnTo>
                <a:lnTo>
                  <a:pt x="429" y="746"/>
                </a:lnTo>
                <a:lnTo>
                  <a:pt x="429" y="745"/>
                </a:lnTo>
                <a:lnTo>
                  <a:pt x="428" y="745"/>
                </a:lnTo>
                <a:lnTo>
                  <a:pt x="428" y="744"/>
                </a:lnTo>
                <a:lnTo>
                  <a:pt x="427" y="744"/>
                </a:lnTo>
                <a:lnTo>
                  <a:pt x="427" y="743"/>
                </a:lnTo>
                <a:lnTo>
                  <a:pt x="426" y="743"/>
                </a:lnTo>
                <a:lnTo>
                  <a:pt x="425" y="743"/>
                </a:lnTo>
                <a:lnTo>
                  <a:pt x="424" y="743"/>
                </a:lnTo>
                <a:lnTo>
                  <a:pt x="424" y="742"/>
                </a:lnTo>
                <a:lnTo>
                  <a:pt x="423" y="743"/>
                </a:lnTo>
                <a:lnTo>
                  <a:pt x="422" y="743"/>
                </a:lnTo>
                <a:lnTo>
                  <a:pt x="421" y="743"/>
                </a:lnTo>
                <a:lnTo>
                  <a:pt x="421" y="742"/>
                </a:lnTo>
                <a:lnTo>
                  <a:pt x="421" y="743"/>
                </a:lnTo>
                <a:lnTo>
                  <a:pt x="420" y="743"/>
                </a:lnTo>
                <a:lnTo>
                  <a:pt x="420" y="742"/>
                </a:lnTo>
                <a:lnTo>
                  <a:pt x="420" y="743"/>
                </a:lnTo>
                <a:lnTo>
                  <a:pt x="420" y="742"/>
                </a:lnTo>
                <a:lnTo>
                  <a:pt x="419" y="743"/>
                </a:lnTo>
                <a:lnTo>
                  <a:pt x="419" y="744"/>
                </a:lnTo>
                <a:lnTo>
                  <a:pt x="419" y="745"/>
                </a:lnTo>
                <a:lnTo>
                  <a:pt x="419" y="746"/>
                </a:lnTo>
                <a:lnTo>
                  <a:pt x="418" y="746"/>
                </a:lnTo>
                <a:lnTo>
                  <a:pt x="418" y="747"/>
                </a:lnTo>
                <a:lnTo>
                  <a:pt x="417" y="747"/>
                </a:lnTo>
                <a:lnTo>
                  <a:pt x="417" y="748"/>
                </a:lnTo>
                <a:lnTo>
                  <a:pt x="416" y="748"/>
                </a:lnTo>
                <a:lnTo>
                  <a:pt x="416" y="747"/>
                </a:lnTo>
                <a:lnTo>
                  <a:pt x="415" y="747"/>
                </a:lnTo>
                <a:lnTo>
                  <a:pt x="415" y="746"/>
                </a:lnTo>
                <a:lnTo>
                  <a:pt x="414" y="746"/>
                </a:lnTo>
                <a:lnTo>
                  <a:pt x="414" y="745"/>
                </a:lnTo>
                <a:lnTo>
                  <a:pt x="414" y="744"/>
                </a:lnTo>
                <a:lnTo>
                  <a:pt x="413" y="743"/>
                </a:lnTo>
                <a:lnTo>
                  <a:pt x="413" y="744"/>
                </a:lnTo>
                <a:lnTo>
                  <a:pt x="413" y="743"/>
                </a:lnTo>
                <a:lnTo>
                  <a:pt x="412" y="743"/>
                </a:lnTo>
                <a:lnTo>
                  <a:pt x="412" y="744"/>
                </a:lnTo>
                <a:lnTo>
                  <a:pt x="412" y="743"/>
                </a:lnTo>
                <a:lnTo>
                  <a:pt x="412" y="742"/>
                </a:lnTo>
                <a:lnTo>
                  <a:pt x="411" y="742"/>
                </a:lnTo>
                <a:lnTo>
                  <a:pt x="410" y="742"/>
                </a:lnTo>
                <a:lnTo>
                  <a:pt x="409" y="740"/>
                </a:lnTo>
                <a:lnTo>
                  <a:pt x="409" y="739"/>
                </a:lnTo>
                <a:lnTo>
                  <a:pt x="408" y="739"/>
                </a:lnTo>
                <a:lnTo>
                  <a:pt x="408" y="738"/>
                </a:lnTo>
                <a:lnTo>
                  <a:pt x="409" y="738"/>
                </a:lnTo>
                <a:lnTo>
                  <a:pt x="408" y="738"/>
                </a:lnTo>
                <a:lnTo>
                  <a:pt x="408" y="737"/>
                </a:lnTo>
                <a:lnTo>
                  <a:pt x="407" y="737"/>
                </a:lnTo>
                <a:lnTo>
                  <a:pt x="407" y="735"/>
                </a:lnTo>
                <a:lnTo>
                  <a:pt x="407" y="736"/>
                </a:lnTo>
                <a:lnTo>
                  <a:pt x="407" y="735"/>
                </a:lnTo>
                <a:lnTo>
                  <a:pt x="406" y="735"/>
                </a:lnTo>
                <a:lnTo>
                  <a:pt x="405" y="735"/>
                </a:lnTo>
                <a:lnTo>
                  <a:pt x="405" y="734"/>
                </a:lnTo>
                <a:lnTo>
                  <a:pt x="404" y="734"/>
                </a:lnTo>
                <a:lnTo>
                  <a:pt x="404" y="735"/>
                </a:lnTo>
                <a:lnTo>
                  <a:pt x="403" y="735"/>
                </a:lnTo>
                <a:lnTo>
                  <a:pt x="403" y="736"/>
                </a:lnTo>
                <a:lnTo>
                  <a:pt x="402" y="736"/>
                </a:lnTo>
                <a:lnTo>
                  <a:pt x="401" y="736"/>
                </a:lnTo>
                <a:lnTo>
                  <a:pt x="401" y="737"/>
                </a:lnTo>
                <a:lnTo>
                  <a:pt x="400" y="737"/>
                </a:lnTo>
                <a:lnTo>
                  <a:pt x="399" y="737"/>
                </a:lnTo>
                <a:lnTo>
                  <a:pt x="399" y="736"/>
                </a:lnTo>
                <a:lnTo>
                  <a:pt x="399" y="737"/>
                </a:lnTo>
                <a:lnTo>
                  <a:pt x="398" y="736"/>
                </a:lnTo>
                <a:lnTo>
                  <a:pt x="397" y="736"/>
                </a:lnTo>
                <a:lnTo>
                  <a:pt x="396" y="736"/>
                </a:lnTo>
                <a:lnTo>
                  <a:pt x="396" y="735"/>
                </a:lnTo>
                <a:lnTo>
                  <a:pt x="396" y="736"/>
                </a:lnTo>
                <a:lnTo>
                  <a:pt x="396" y="735"/>
                </a:lnTo>
                <a:lnTo>
                  <a:pt x="396" y="734"/>
                </a:lnTo>
                <a:lnTo>
                  <a:pt x="395" y="734"/>
                </a:lnTo>
                <a:lnTo>
                  <a:pt x="395" y="733"/>
                </a:lnTo>
                <a:lnTo>
                  <a:pt x="394" y="733"/>
                </a:lnTo>
                <a:lnTo>
                  <a:pt x="393" y="733"/>
                </a:lnTo>
                <a:lnTo>
                  <a:pt x="393" y="732"/>
                </a:lnTo>
                <a:lnTo>
                  <a:pt x="392" y="732"/>
                </a:lnTo>
                <a:lnTo>
                  <a:pt x="392" y="731"/>
                </a:lnTo>
                <a:lnTo>
                  <a:pt x="391" y="731"/>
                </a:lnTo>
                <a:lnTo>
                  <a:pt x="391" y="732"/>
                </a:lnTo>
                <a:lnTo>
                  <a:pt x="390" y="732"/>
                </a:lnTo>
                <a:lnTo>
                  <a:pt x="389" y="732"/>
                </a:lnTo>
                <a:lnTo>
                  <a:pt x="389" y="733"/>
                </a:lnTo>
                <a:lnTo>
                  <a:pt x="389" y="734"/>
                </a:lnTo>
                <a:lnTo>
                  <a:pt x="389" y="735"/>
                </a:lnTo>
                <a:lnTo>
                  <a:pt x="388" y="735"/>
                </a:lnTo>
                <a:lnTo>
                  <a:pt x="388" y="736"/>
                </a:lnTo>
                <a:lnTo>
                  <a:pt x="387" y="736"/>
                </a:lnTo>
                <a:lnTo>
                  <a:pt x="388" y="736"/>
                </a:lnTo>
                <a:lnTo>
                  <a:pt x="388" y="737"/>
                </a:lnTo>
                <a:lnTo>
                  <a:pt x="387" y="737"/>
                </a:lnTo>
                <a:lnTo>
                  <a:pt x="387" y="738"/>
                </a:lnTo>
                <a:lnTo>
                  <a:pt x="388" y="738"/>
                </a:lnTo>
                <a:lnTo>
                  <a:pt x="388" y="739"/>
                </a:lnTo>
                <a:lnTo>
                  <a:pt x="388" y="740"/>
                </a:lnTo>
                <a:lnTo>
                  <a:pt x="387" y="740"/>
                </a:lnTo>
                <a:lnTo>
                  <a:pt x="386" y="740"/>
                </a:lnTo>
                <a:lnTo>
                  <a:pt x="385" y="740"/>
                </a:lnTo>
                <a:lnTo>
                  <a:pt x="386" y="740"/>
                </a:lnTo>
                <a:lnTo>
                  <a:pt x="386" y="741"/>
                </a:lnTo>
                <a:lnTo>
                  <a:pt x="385" y="741"/>
                </a:lnTo>
                <a:lnTo>
                  <a:pt x="384" y="741"/>
                </a:lnTo>
                <a:lnTo>
                  <a:pt x="384" y="740"/>
                </a:lnTo>
                <a:lnTo>
                  <a:pt x="384" y="741"/>
                </a:lnTo>
                <a:lnTo>
                  <a:pt x="384" y="740"/>
                </a:lnTo>
                <a:lnTo>
                  <a:pt x="383" y="740"/>
                </a:lnTo>
                <a:lnTo>
                  <a:pt x="383" y="739"/>
                </a:lnTo>
                <a:lnTo>
                  <a:pt x="383" y="740"/>
                </a:lnTo>
                <a:lnTo>
                  <a:pt x="382" y="740"/>
                </a:lnTo>
                <a:lnTo>
                  <a:pt x="382" y="741"/>
                </a:lnTo>
                <a:lnTo>
                  <a:pt x="381" y="741"/>
                </a:lnTo>
                <a:lnTo>
                  <a:pt x="381" y="742"/>
                </a:lnTo>
                <a:lnTo>
                  <a:pt x="380" y="742"/>
                </a:lnTo>
                <a:lnTo>
                  <a:pt x="380" y="741"/>
                </a:lnTo>
                <a:lnTo>
                  <a:pt x="379" y="741"/>
                </a:lnTo>
                <a:lnTo>
                  <a:pt x="378" y="741"/>
                </a:lnTo>
                <a:lnTo>
                  <a:pt x="377" y="741"/>
                </a:lnTo>
                <a:lnTo>
                  <a:pt x="377" y="742"/>
                </a:lnTo>
                <a:lnTo>
                  <a:pt x="377" y="743"/>
                </a:lnTo>
                <a:lnTo>
                  <a:pt x="376" y="743"/>
                </a:lnTo>
                <a:lnTo>
                  <a:pt x="376" y="744"/>
                </a:lnTo>
                <a:lnTo>
                  <a:pt x="375" y="744"/>
                </a:lnTo>
                <a:lnTo>
                  <a:pt x="375" y="745"/>
                </a:lnTo>
                <a:lnTo>
                  <a:pt x="374" y="745"/>
                </a:lnTo>
                <a:lnTo>
                  <a:pt x="374" y="744"/>
                </a:lnTo>
                <a:lnTo>
                  <a:pt x="374" y="743"/>
                </a:lnTo>
                <a:lnTo>
                  <a:pt x="373" y="743"/>
                </a:lnTo>
                <a:lnTo>
                  <a:pt x="372" y="743"/>
                </a:lnTo>
                <a:lnTo>
                  <a:pt x="371" y="743"/>
                </a:lnTo>
                <a:lnTo>
                  <a:pt x="371" y="744"/>
                </a:lnTo>
                <a:lnTo>
                  <a:pt x="371" y="745"/>
                </a:lnTo>
                <a:lnTo>
                  <a:pt x="371" y="746"/>
                </a:lnTo>
                <a:lnTo>
                  <a:pt x="372" y="746"/>
                </a:lnTo>
                <a:lnTo>
                  <a:pt x="371" y="746"/>
                </a:lnTo>
                <a:lnTo>
                  <a:pt x="370" y="746"/>
                </a:lnTo>
                <a:lnTo>
                  <a:pt x="370" y="747"/>
                </a:lnTo>
                <a:lnTo>
                  <a:pt x="370" y="746"/>
                </a:lnTo>
                <a:lnTo>
                  <a:pt x="369" y="746"/>
                </a:lnTo>
                <a:lnTo>
                  <a:pt x="369" y="745"/>
                </a:lnTo>
                <a:lnTo>
                  <a:pt x="368" y="745"/>
                </a:lnTo>
                <a:lnTo>
                  <a:pt x="368" y="746"/>
                </a:lnTo>
                <a:lnTo>
                  <a:pt x="368" y="745"/>
                </a:lnTo>
                <a:lnTo>
                  <a:pt x="368" y="746"/>
                </a:lnTo>
                <a:lnTo>
                  <a:pt x="367" y="745"/>
                </a:lnTo>
                <a:lnTo>
                  <a:pt x="366" y="745"/>
                </a:lnTo>
                <a:lnTo>
                  <a:pt x="365" y="745"/>
                </a:lnTo>
                <a:lnTo>
                  <a:pt x="364" y="745"/>
                </a:lnTo>
                <a:lnTo>
                  <a:pt x="363" y="745"/>
                </a:lnTo>
                <a:lnTo>
                  <a:pt x="362" y="745"/>
                </a:lnTo>
                <a:lnTo>
                  <a:pt x="362" y="746"/>
                </a:lnTo>
                <a:lnTo>
                  <a:pt x="362" y="747"/>
                </a:lnTo>
                <a:lnTo>
                  <a:pt x="361" y="747"/>
                </a:lnTo>
                <a:lnTo>
                  <a:pt x="361" y="748"/>
                </a:lnTo>
                <a:lnTo>
                  <a:pt x="362" y="748"/>
                </a:lnTo>
                <a:lnTo>
                  <a:pt x="361" y="748"/>
                </a:lnTo>
                <a:lnTo>
                  <a:pt x="361" y="749"/>
                </a:lnTo>
                <a:lnTo>
                  <a:pt x="361" y="750"/>
                </a:lnTo>
                <a:lnTo>
                  <a:pt x="360" y="750"/>
                </a:lnTo>
                <a:lnTo>
                  <a:pt x="360" y="751"/>
                </a:lnTo>
                <a:lnTo>
                  <a:pt x="359" y="751"/>
                </a:lnTo>
                <a:lnTo>
                  <a:pt x="358" y="751"/>
                </a:lnTo>
                <a:lnTo>
                  <a:pt x="358" y="750"/>
                </a:lnTo>
                <a:lnTo>
                  <a:pt x="358" y="749"/>
                </a:lnTo>
                <a:lnTo>
                  <a:pt x="357" y="749"/>
                </a:lnTo>
                <a:lnTo>
                  <a:pt x="357" y="750"/>
                </a:lnTo>
                <a:lnTo>
                  <a:pt x="357" y="749"/>
                </a:lnTo>
                <a:lnTo>
                  <a:pt x="356" y="749"/>
                </a:lnTo>
                <a:lnTo>
                  <a:pt x="356" y="748"/>
                </a:lnTo>
                <a:lnTo>
                  <a:pt x="355" y="748"/>
                </a:lnTo>
                <a:lnTo>
                  <a:pt x="355" y="747"/>
                </a:lnTo>
                <a:lnTo>
                  <a:pt x="354" y="747"/>
                </a:lnTo>
                <a:lnTo>
                  <a:pt x="354" y="748"/>
                </a:lnTo>
                <a:lnTo>
                  <a:pt x="353" y="748"/>
                </a:lnTo>
                <a:lnTo>
                  <a:pt x="353" y="749"/>
                </a:lnTo>
                <a:lnTo>
                  <a:pt x="353" y="748"/>
                </a:lnTo>
                <a:lnTo>
                  <a:pt x="352" y="748"/>
                </a:lnTo>
                <a:lnTo>
                  <a:pt x="352" y="749"/>
                </a:lnTo>
                <a:lnTo>
                  <a:pt x="351" y="749"/>
                </a:lnTo>
                <a:lnTo>
                  <a:pt x="351" y="748"/>
                </a:lnTo>
                <a:lnTo>
                  <a:pt x="350" y="748"/>
                </a:lnTo>
                <a:lnTo>
                  <a:pt x="350" y="747"/>
                </a:lnTo>
                <a:lnTo>
                  <a:pt x="349" y="747"/>
                </a:lnTo>
                <a:lnTo>
                  <a:pt x="348" y="747"/>
                </a:lnTo>
                <a:lnTo>
                  <a:pt x="348" y="748"/>
                </a:lnTo>
                <a:lnTo>
                  <a:pt x="347" y="748"/>
                </a:lnTo>
                <a:lnTo>
                  <a:pt x="346" y="748"/>
                </a:lnTo>
                <a:lnTo>
                  <a:pt x="345" y="748"/>
                </a:lnTo>
                <a:lnTo>
                  <a:pt x="345" y="747"/>
                </a:lnTo>
                <a:lnTo>
                  <a:pt x="344" y="747"/>
                </a:lnTo>
                <a:lnTo>
                  <a:pt x="343" y="747"/>
                </a:lnTo>
                <a:lnTo>
                  <a:pt x="342" y="747"/>
                </a:lnTo>
                <a:lnTo>
                  <a:pt x="342" y="746"/>
                </a:lnTo>
                <a:lnTo>
                  <a:pt x="341" y="746"/>
                </a:lnTo>
                <a:lnTo>
                  <a:pt x="342" y="746"/>
                </a:lnTo>
                <a:lnTo>
                  <a:pt x="343" y="746"/>
                </a:lnTo>
                <a:lnTo>
                  <a:pt x="343" y="745"/>
                </a:lnTo>
                <a:lnTo>
                  <a:pt x="342" y="745"/>
                </a:lnTo>
                <a:lnTo>
                  <a:pt x="341" y="745"/>
                </a:lnTo>
                <a:lnTo>
                  <a:pt x="341" y="744"/>
                </a:lnTo>
                <a:lnTo>
                  <a:pt x="340" y="744"/>
                </a:lnTo>
                <a:lnTo>
                  <a:pt x="340" y="743"/>
                </a:lnTo>
                <a:lnTo>
                  <a:pt x="341" y="743"/>
                </a:lnTo>
                <a:lnTo>
                  <a:pt x="341" y="742"/>
                </a:lnTo>
                <a:lnTo>
                  <a:pt x="341" y="743"/>
                </a:lnTo>
                <a:lnTo>
                  <a:pt x="342" y="743"/>
                </a:lnTo>
                <a:lnTo>
                  <a:pt x="342" y="742"/>
                </a:lnTo>
                <a:lnTo>
                  <a:pt x="342" y="741"/>
                </a:lnTo>
                <a:lnTo>
                  <a:pt x="342" y="740"/>
                </a:lnTo>
                <a:lnTo>
                  <a:pt x="342" y="741"/>
                </a:lnTo>
                <a:lnTo>
                  <a:pt x="343" y="741"/>
                </a:lnTo>
                <a:lnTo>
                  <a:pt x="343" y="740"/>
                </a:lnTo>
                <a:lnTo>
                  <a:pt x="343" y="739"/>
                </a:lnTo>
                <a:lnTo>
                  <a:pt x="342" y="739"/>
                </a:lnTo>
                <a:lnTo>
                  <a:pt x="342" y="738"/>
                </a:lnTo>
                <a:lnTo>
                  <a:pt x="341" y="738"/>
                </a:lnTo>
                <a:lnTo>
                  <a:pt x="341" y="737"/>
                </a:lnTo>
                <a:lnTo>
                  <a:pt x="340" y="737"/>
                </a:lnTo>
                <a:lnTo>
                  <a:pt x="340" y="736"/>
                </a:lnTo>
                <a:lnTo>
                  <a:pt x="339" y="736"/>
                </a:lnTo>
                <a:lnTo>
                  <a:pt x="339" y="735"/>
                </a:lnTo>
                <a:lnTo>
                  <a:pt x="338" y="735"/>
                </a:lnTo>
                <a:lnTo>
                  <a:pt x="338" y="734"/>
                </a:lnTo>
                <a:lnTo>
                  <a:pt x="338" y="733"/>
                </a:lnTo>
                <a:lnTo>
                  <a:pt x="337" y="733"/>
                </a:lnTo>
                <a:lnTo>
                  <a:pt x="337" y="732"/>
                </a:lnTo>
                <a:lnTo>
                  <a:pt x="337" y="731"/>
                </a:lnTo>
                <a:lnTo>
                  <a:pt x="338" y="731"/>
                </a:lnTo>
                <a:lnTo>
                  <a:pt x="337" y="731"/>
                </a:lnTo>
                <a:lnTo>
                  <a:pt x="336" y="731"/>
                </a:lnTo>
                <a:lnTo>
                  <a:pt x="336" y="730"/>
                </a:lnTo>
                <a:lnTo>
                  <a:pt x="335" y="730"/>
                </a:lnTo>
                <a:lnTo>
                  <a:pt x="335" y="729"/>
                </a:lnTo>
                <a:lnTo>
                  <a:pt x="334" y="729"/>
                </a:lnTo>
                <a:lnTo>
                  <a:pt x="334" y="728"/>
                </a:lnTo>
                <a:lnTo>
                  <a:pt x="333" y="728"/>
                </a:lnTo>
                <a:lnTo>
                  <a:pt x="333" y="727"/>
                </a:lnTo>
                <a:lnTo>
                  <a:pt x="332" y="727"/>
                </a:lnTo>
                <a:lnTo>
                  <a:pt x="332" y="726"/>
                </a:lnTo>
                <a:lnTo>
                  <a:pt x="331" y="725"/>
                </a:lnTo>
                <a:lnTo>
                  <a:pt x="330" y="725"/>
                </a:lnTo>
                <a:lnTo>
                  <a:pt x="330" y="724"/>
                </a:lnTo>
                <a:lnTo>
                  <a:pt x="330" y="725"/>
                </a:lnTo>
                <a:lnTo>
                  <a:pt x="329" y="725"/>
                </a:lnTo>
                <a:lnTo>
                  <a:pt x="329" y="724"/>
                </a:lnTo>
                <a:lnTo>
                  <a:pt x="328" y="724"/>
                </a:lnTo>
                <a:lnTo>
                  <a:pt x="327" y="724"/>
                </a:lnTo>
                <a:lnTo>
                  <a:pt x="327" y="725"/>
                </a:lnTo>
                <a:lnTo>
                  <a:pt x="326" y="725"/>
                </a:lnTo>
                <a:lnTo>
                  <a:pt x="325" y="725"/>
                </a:lnTo>
                <a:lnTo>
                  <a:pt x="324" y="725"/>
                </a:lnTo>
                <a:lnTo>
                  <a:pt x="323" y="725"/>
                </a:lnTo>
                <a:lnTo>
                  <a:pt x="323" y="724"/>
                </a:lnTo>
                <a:lnTo>
                  <a:pt x="322" y="724"/>
                </a:lnTo>
                <a:lnTo>
                  <a:pt x="321" y="724"/>
                </a:lnTo>
                <a:lnTo>
                  <a:pt x="321" y="723"/>
                </a:lnTo>
                <a:lnTo>
                  <a:pt x="320" y="723"/>
                </a:lnTo>
                <a:lnTo>
                  <a:pt x="319" y="723"/>
                </a:lnTo>
                <a:lnTo>
                  <a:pt x="318" y="723"/>
                </a:lnTo>
                <a:lnTo>
                  <a:pt x="317" y="723"/>
                </a:lnTo>
                <a:lnTo>
                  <a:pt x="317" y="724"/>
                </a:lnTo>
                <a:lnTo>
                  <a:pt x="316" y="724"/>
                </a:lnTo>
                <a:lnTo>
                  <a:pt x="315" y="724"/>
                </a:lnTo>
                <a:lnTo>
                  <a:pt x="315" y="725"/>
                </a:lnTo>
                <a:lnTo>
                  <a:pt x="314" y="725"/>
                </a:lnTo>
                <a:lnTo>
                  <a:pt x="314" y="724"/>
                </a:lnTo>
                <a:lnTo>
                  <a:pt x="313" y="724"/>
                </a:lnTo>
                <a:lnTo>
                  <a:pt x="312" y="724"/>
                </a:lnTo>
                <a:lnTo>
                  <a:pt x="312" y="725"/>
                </a:lnTo>
                <a:lnTo>
                  <a:pt x="311" y="725"/>
                </a:lnTo>
                <a:lnTo>
                  <a:pt x="311" y="724"/>
                </a:lnTo>
                <a:lnTo>
                  <a:pt x="311" y="723"/>
                </a:lnTo>
                <a:lnTo>
                  <a:pt x="310" y="723"/>
                </a:lnTo>
                <a:lnTo>
                  <a:pt x="310" y="724"/>
                </a:lnTo>
                <a:lnTo>
                  <a:pt x="309" y="724"/>
                </a:lnTo>
                <a:lnTo>
                  <a:pt x="309" y="723"/>
                </a:lnTo>
                <a:lnTo>
                  <a:pt x="309" y="722"/>
                </a:lnTo>
                <a:lnTo>
                  <a:pt x="308" y="722"/>
                </a:lnTo>
                <a:lnTo>
                  <a:pt x="307" y="722"/>
                </a:lnTo>
                <a:lnTo>
                  <a:pt x="306" y="722"/>
                </a:lnTo>
                <a:lnTo>
                  <a:pt x="306" y="723"/>
                </a:lnTo>
                <a:lnTo>
                  <a:pt x="305" y="723"/>
                </a:lnTo>
                <a:lnTo>
                  <a:pt x="305" y="724"/>
                </a:lnTo>
                <a:lnTo>
                  <a:pt x="304" y="724"/>
                </a:lnTo>
                <a:lnTo>
                  <a:pt x="303" y="724"/>
                </a:lnTo>
                <a:lnTo>
                  <a:pt x="303" y="723"/>
                </a:lnTo>
                <a:lnTo>
                  <a:pt x="302" y="723"/>
                </a:lnTo>
                <a:lnTo>
                  <a:pt x="302" y="724"/>
                </a:lnTo>
                <a:lnTo>
                  <a:pt x="301" y="724"/>
                </a:lnTo>
                <a:lnTo>
                  <a:pt x="300" y="724"/>
                </a:lnTo>
                <a:lnTo>
                  <a:pt x="300" y="723"/>
                </a:lnTo>
                <a:lnTo>
                  <a:pt x="299" y="723"/>
                </a:lnTo>
                <a:lnTo>
                  <a:pt x="299" y="724"/>
                </a:lnTo>
                <a:lnTo>
                  <a:pt x="298" y="724"/>
                </a:lnTo>
                <a:lnTo>
                  <a:pt x="298" y="723"/>
                </a:lnTo>
                <a:lnTo>
                  <a:pt x="297" y="724"/>
                </a:lnTo>
                <a:lnTo>
                  <a:pt x="296" y="724"/>
                </a:lnTo>
                <a:lnTo>
                  <a:pt x="295" y="724"/>
                </a:lnTo>
                <a:lnTo>
                  <a:pt x="294" y="724"/>
                </a:lnTo>
                <a:lnTo>
                  <a:pt x="293" y="724"/>
                </a:lnTo>
                <a:lnTo>
                  <a:pt x="293" y="725"/>
                </a:lnTo>
                <a:lnTo>
                  <a:pt x="293" y="726"/>
                </a:lnTo>
                <a:lnTo>
                  <a:pt x="293" y="727"/>
                </a:lnTo>
                <a:lnTo>
                  <a:pt x="294" y="727"/>
                </a:lnTo>
                <a:lnTo>
                  <a:pt x="294" y="728"/>
                </a:lnTo>
                <a:lnTo>
                  <a:pt x="294" y="729"/>
                </a:lnTo>
                <a:lnTo>
                  <a:pt x="294" y="730"/>
                </a:lnTo>
                <a:lnTo>
                  <a:pt x="293" y="731"/>
                </a:lnTo>
                <a:lnTo>
                  <a:pt x="293" y="732"/>
                </a:lnTo>
                <a:lnTo>
                  <a:pt x="293" y="733"/>
                </a:lnTo>
                <a:lnTo>
                  <a:pt x="292" y="733"/>
                </a:lnTo>
                <a:lnTo>
                  <a:pt x="292" y="734"/>
                </a:lnTo>
                <a:lnTo>
                  <a:pt x="291" y="734"/>
                </a:lnTo>
                <a:lnTo>
                  <a:pt x="290" y="734"/>
                </a:lnTo>
                <a:lnTo>
                  <a:pt x="289" y="734"/>
                </a:lnTo>
                <a:lnTo>
                  <a:pt x="289" y="733"/>
                </a:lnTo>
                <a:lnTo>
                  <a:pt x="288" y="733"/>
                </a:lnTo>
                <a:lnTo>
                  <a:pt x="287" y="733"/>
                </a:lnTo>
                <a:lnTo>
                  <a:pt x="287" y="732"/>
                </a:lnTo>
                <a:lnTo>
                  <a:pt x="286" y="732"/>
                </a:lnTo>
                <a:lnTo>
                  <a:pt x="285" y="732"/>
                </a:lnTo>
                <a:lnTo>
                  <a:pt x="284" y="732"/>
                </a:lnTo>
                <a:lnTo>
                  <a:pt x="284" y="733"/>
                </a:lnTo>
                <a:lnTo>
                  <a:pt x="284" y="734"/>
                </a:lnTo>
                <a:lnTo>
                  <a:pt x="283" y="734"/>
                </a:lnTo>
                <a:lnTo>
                  <a:pt x="283" y="735"/>
                </a:lnTo>
                <a:lnTo>
                  <a:pt x="282" y="735"/>
                </a:lnTo>
                <a:lnTo>
                  <a:pt x="281" y="735"/>
                </a:lnTo>
                <a:lnTo>
                  <a:pt x="281" y="734"/>
                </a:lnTo>
                <a:lnTo>
                  <a:pt x="280" y="734"/>
                </a:lnTo>
                <a:lnTo>
                  <a:pt x="280" y="735"/>
                </a:lnTo>
                <a:lnTo>
                  <a:pt x="280" y="734"/>
                </a:lnTo>
                <a:lnTo>
                  <a:pt x="279" y="734"/>
                </a:lnTo>
                <a:lnTo>
                  <a:pt x="279" y="733"/>
                </a:lnTo>
                <a:lnTo>
                  <a:pt x="278" y="733"/>
                </a:lnTo>
                <a:lnTo>
                  <a:pt x="277" y="733"/>
                </a:lnTo>
                <a:lnTo>
                  <a:pt x="277" y="734"/>
                </a:lnTo>
                <a:lnTo>
                  <a:pt x="276" y="734"/>
                </a:lnTo>
                <a:lnTo>
                  <a:pt x="275" y="734"/>
                </a:lnTo>
                <a:lnTo>
                  <a:pt x="275" y="735"/>
                </a:lnTo>
                <a:lnTo>
                  <a:pt x="274" y="735"/>
                </a:lnTo>
                <a:lnTo>
                  <a:pt x="274" y="734"/>
                </a:lnTo>
                <a:lnTo>
                  <a:pt x="274" y="735"/>
                </a:lnTo>
                <a:lnTo>
                  <a:pt x="273" y="735"/>
                </a:lnTo>
                <a:lnTo>
                  <a:pt x="272" y="735"/>
                </a:lnTo>
                <a:lnTo>
                  <a:pt x="271" y="735"/>
                </a:lnTo>
                <a:lnTo>
                  <a:pt x="271" y="736"/>
                </a:lnTo>
                <a:lnTo>
                  <a:pt x="271" y="737"/>
                </a:lnTo>
                <a:lnTo>
                  <a:pt x="270" y="737"/>
                </a:lnTo>
                <a:lnTo>
                  <a:pt x="270" y="738"/>
                </a:lnTo>
                <a:lnTo>
                  <a:pt x="271" y="738"/>
                </a:lnTo>
                <a:lnTo>
                  <a:pt x="271" y="739"/>
                </a:lnTo>
                <a:lnTo>
                  <a:pt x="270" y="739"/>
                </a:lnTo>
                <a:lnTo>
                  <a:pt x="269" y="739"/>
                </a:lnTo>
                <a:lnTo>
                  <a:pt x="268" y="738"/>
                </a:lnTo>
                <a:lnTo>
                  <a:pt x="268" y="737"/>
                </a:lnTo>
                <a:lnTo>
                  <a:pt x="268" y="736"/>
                </a:lnTo>
                <a:lnTo>
                  <a:pt x="268" y="735"/>
                </a:lnTo>
                <a:lnTo>
                  <a:pt x="267" y="735"/>
                </a:lnTo>
                <a:lnTo>
                  <a:pt x="266" y="735"/>
                </a:lnTo>
                <a:lnTo>
                  <a:pt x="266" y="734"/>
                </a:lnTo>
                <a:lnTo>
                  <a:pt x="265" y="734"/>
                </a:lnTo>
                <a:lnTo>
                  <a:pt x="265" y="733"/>
                </a:lnTo>
                <a:lnTo>
                  <a:pt x="265" y="732"/>
                </a:lnTo>
                <a:lnTo>
                  <a:pt x="264" y="731"/>
                </a:lnTo>
                <a:lnTo>
                  <a:pt x="263" y="731"/>
                </a:lnTo>
                <a:lnTo>
                  <a:pt x="263" y="730"/>
                </a:lnTo>
                <a:lnTo>
                  <a:pt x="264" y="730"/>
                </a:lnTo>
                <a:lnTo>
                  <a:pt x="264" y="731"/>
                </a:lnTo>
                <a:lnTo>
                  <a:pt x="264" y="730"/>
                </a:lnTo>
                <a:lnTo>
                  <a:pt x="265" y="730"/>
                </a:lnTo>
                <a:lnTo>
                  <a:pt x="265" y="729"/>
                </a:lnTo>
                <a:lnTo>
                  <a:pt x="265" y="728"/>
                </a:lnTo>
                <a:lnTo>
                  <a:pt x="264" y="728"/>
                </a:lnTo>
                <a:lnTo>
                  <a:pt x="263" y="728"/>
                </a:lnTo>
                <a:lnTo>
                  <a:pt x="263" y="729"/>
                </a:lnTo>
                <a:lnTo>
                  <a:pt x="263" y="728"/>
                </a:lnTo>
                <a:lnTo>
                  <a:pt x="263" y="729"/>
                </a:lnTo>
                <a:lnTo>
                  <a:pt x="262" y="729"/>
                </a:lnTo>
                <a:lnTo>
                  <a:pt x="262" y="728"/>
                </a:lnTo>
                <a:lnTo>
                  <a:pt x="263" y="728"/>
                </a:lnTo>
                <a:lnTo>
                  <a:pt x="263" y="727"/>
                </a:lnTo>
                <a:lnTo>
                  <a:pt x="262" y="727"/>
                </a:lnTo>
                <a:lnTo>
                  <a:pt x="262" y="726"/>
                </a:lnTo>
                <a:lnTo>
                  <a:pt x="261" y="725"/>
                </a:lnTo>
                <a:lnTo>
                  <a:pt x="261" y="724"/>
                </a:lnTo>
                <a:lnTo>
                  <a:pt x="260" y="724"/>
                </a:lnTo>
                <a:lnTo>
                  <a:pt x="260" y="723"/>
                </a:lnTo>
                <a:lnTo>
                  <a:pt x="260" y="724"/>
                </a:lnTo>
                <a:lnTo>
                  <a:pt x="259" y="724"/>
                </a:lnTo>
                <a:lnTo>
                  <a:pt x="259" y="723"/>
                </a:lnTo>
                <a:lnTo>
                  <a:pt x="258" y="723"/>
                </a:lnTo>
                <a:lnTo>
                  <a:pt x="258" y="724"/>
                </a:lnTo>
                <a:lnTo>
                  <a:pt x="257" y="724"/>
                </a:lnTo>
                <a:lnTo>
                  <a:pt x="257" y="725"/>
                </a:lnTo>
                <a:lnTo>
                  <a:pt x="256" y="725"/>
                </a:lnTo>
                <a:lnTo>
                  <a:pt x="256" y="724"/>
                </a:lnTo>
                <a:lnTo>
                  <a:pt x="255" y="724"/>
                </a:lnTo>
                <a:lnTo>
                  <a:pt x="255" y="723"/>
                </a:lnTo>
                <a:lnTo>
                  <a:pt x="254" y="723"/>
                </a:lnTo>
                <a:lnTo>
                  <a:pt x="253" y="722"/>
                </a:lnTo>
                <a:lnTo>
                  <a:pt x="252" y="721"/>
                </a:lnTo>
                <a:lnTo>
                  <a:pt x="252" y="720"/>
                </a:lnTo>
                <a:lnTo>
                  <a:pt x="252" y="719"/>
                </a:lnTo>
                <a:lnTo>
                  <a:pt x="251" y="719"/>
                </a:lnTo>
                <a:lnTo>
                  <a:pt x="251" y="718"/>
                </a:lnTo>
                <a:lnTo>
                  <a:pt x="250" y="718"/>
                </a:lnTo>
                <a:lnTo>
                  <a:pt x="249" y="718"/>
                </a:lnTo>
                <a:lnTo>
                  <a:pt x="249" y="717"/>
                </a:lnTo>
                <a:lnTo>
                  <a:pt x="248" y="717"/>
                </a:lnTo>
                <a:lnTo>
                  <a:pt x="247" y="717"/>
                </a:lnTo>
                <a:lnTo>
                  <a:pt x="246" y="717"/>
                </a:lnTo>
                <a:lnTo>
                  <a:pt x="247" y="716"/>
                </a:lnTo>
                <a:lnTo>
                  <a:pt x="246" y="716"/>
                </a:lnTo>
                <a:lnTo>
                  <a:pt x="245" y="716"/>
                </a:lnTo>
                <a:lnTo>
                  <a:pt x="244" y="716"/>
                </a:lnTo>
                <a:lnTo>
                  <a:pt x="243" y="716"/>
                </a:lnTo>
                <a:lnTo>
                  <a:pt x="242" y="716"/>
                </a:lnTo>
                <a:lnTo>
                  <a:pt x="242" y="715"/>
                </a:lnTo>
                <a:lnTo>
                  <a:pt x="243" y="715"/>
                </a:lnTo>
                <a:lnTo>
                  <a:pt x="242" y="715"/>
                </a:lnTo>
                <a:lnTo>
                  <a:pt x="241" y="715"/>
                </a:lnTo>
                <a:lnTo>
                  <a:pt x="241" y="714"/>
                </a:lnTo>
                <a:lnTo>
                  <a:pt x="241" y="712"/>
                </a:lnTo>
                <a:lnTo>
                  <a:pt x="240" y="712"/>
                </a:lnTo>
                <a:lnTo>
                  <a:pt x="240" y="711"/>
                </a:lnTo>
                <a:lnTo>
                  <a:pt x="240" y="710"/>
                </a:lnTo>
                <a:lnTo>
                  <a:pt x="239" y="710"/>
                </a:lnTo>
                <a:lnTo>
                  <a:pt x="238" y="710"/>
                </a:lnTo>
                <a:lnTo>
                  <a:pt x="238" y="709"/>
                </a:lnTo>
                <a:lnTo>
                  <a:pt x="238" y="708"/>
                </a:lnTo>
                <a:lnTo>
                  <a:pt x="237" y="708"/>
                </a:lnTo>
                <a:lnTo>
                  <a:pt x="237" y="709"/>
                </a:lnTo>
                <a:lnTo>
                  <a:pt x="237" y="710"/>
                </a:lnTo>
                <a:lnTo>
                  <a:pt x="238" y="710"/>
                </a:lnTo>
                <a:lnTo>
                  <a:pt x="237" y="710"/>
                </a:lnTo>
                <a:lnTo>
                  <a:pt x="236" y="710"/>
                </a:lnTo>
                <a:lnTo>
                  <a:pt x="235" y="710"/>
                </a:lnTo>
                <a:lnTo>
                  <a:pt x="234" y="710"/>
                </a:lnTo>
                <a:lnTo>
                  <a:pt x="233" y="710"/>
                </a:lnTo>
                <a:lnTo>
                  <a:pt x="232" y="710"/>
                </a:lnTo>
                <a:lnTo>
                  <a:pt x="231" y="710"/>
                </a:lnTo>
                <a:lnTo>
                  <a:pt x="231" y="709"/>
                </a:lnTo>
                <a:lnTo>
                  <a:pt x="230" y="709"/>
                </a:lnTo>
                <a:lnTo>
                  <a:pt x="229" y="709"/>
                </a:lnTo>
                <a:lnTo>
                  <a:pt x="229" y="708"/>
                </a:lnTo>
                <a:lnTo>
                  <a:pt x="228" y="708"/>
                </a:lnTo>
                <a:lnTo>
                  <a:pt x="226" y="708"/>
                </a:lnTo>
                <a:lnTo>
                  <a:pt x="226" y="707"/>
                </a:lnTo>
                <a:lnTo>
                  <a:pt x="225" y="707"/>
                </a:lnTo>
                <a:lnTo>
                  <a:pt x="225" y="706"/>
                </a:lnTo>
                <a:lnTo>
                  <a:pt x="224" y="706"/>
                </a:lnTo>
                <a:lnTo>
                  <a:pt x="223" y="706"/>
                </a:lnTo>
                <a:lnTo>
                  <a:pt x="223" y="707"/>
                </a:lnTo>
                <a:lnTo>
                  <a:pt x="223" y="706"/>
                </a:lnTo>
                <a:lnTo>
                  <a:pt x="222" y="707"/>
                </a:lnTo>
                <a:lnTo>
                  <a:pt x="222" y="708"/>
                </a:lnTo>
                <a:lnTo>
                  <a:pt x="221" y="708"/>
                </a:lnTo>
                <a:lnTo>
                  <a:pt x="221" y="709"/>
                </a:lnTo>
                <a:lnTo>
                  <a:pt x="220" y="709"/>
                </a:lnTo>
                <a:lnTo>
                  <a:pt x="219" y="709"/>
                </a:lnTo>
                <a:lnTo>
                  <a:pt x="219" y="708"/>
                </a:lnTo>
                <a:lnTo>
                  <a:pt x="218" y="708"/>
                </a:lnTo>
                <a:lnTo>
                  <a:pt x="218" y="707"/>
                </a:lnTo>
                <a:lnTo>
                  <a:pt x="217" y="707"/>
                </a:lnTo>
                <a:lnTo>
                  <a:pt x="216" y="707"/>
                </a:lnTo>
                <a:lnTo>
                  <a:pt x="215" y="707"/>
                </a:lnTo>
                <a:lnTo>
                  <a:pt x="215" y="708"/>
                </a:lnTo>
                <a:lnTo>
                  <a:pt x="215" y="709"/>
                </a:lnTo>
                <a:lnTo>
                  <a:pt x="214" y="709"/>
                </a:lnTo>
                <a:lnTo>
                  <a:pt x="213" y="709"/>
                </a:lnTo>
                <a:lnTo>
                  <a:pt x="212" y="709"/>
                </a:lnTo>
                <a:lnTo>
                  <a:pt x="211" y="708"/>
                </a:lnTo>
                <a:lnTo>
                  <a:pt x="210" y="707"/>
                </a:lnTo>
                <a:lnTo>
                  <a:pt x="210" y="706"/>
                </a:lnTo>
                <a:lnTo>
                  <a:pt x="209" y="706"/>
                </a:lnTo>
                <a:lnTo>
                  <a:pt x="209" y="705"/>
                </a:lnTo>
                <a:lnTo>
                  <a:pt x="209" y="704"/>
                </a:lnTo>
                <a:lnTo>
                  <a:pt x="209" y="703"/>
                </a:lnTo>
                <a:lnTo>
                  <a:pt x="210" y="703"/>
                </a:lnTo>
                <a:lnTo>
                  <a:pt x="210" y="702"/>
                </a:lnTo>
                <a:lnTo>
                  <a:pt x="209" y="702"/>
                </a:lnTo>
                <a:lnTo>
                  <a:pt x="210" y="702"/>
                </a:lnTo>
                <a:lnTo>
                  <a:pt x="210" y="701"/>
                </a:lnTo>
                <a:lnTo>
                  <a:pt x="209" y="701"/>
                </a:lnTo>
                <a:lnTo>
                  <a:pt x="210" y="701"/>
                </a:lnTo>
                <a:lnTo>
                  <a:pt x="210" y="700"/>
                </a:lnTo>
                <a:lnTo>
                  <a:pt x="209" y="700"/>
                </a:lnTo>
                <a:lnTo>
                  <a:pt x="209" y="699"/>
                </a:lnTo>
                <a:lnTo>
                  <a:pt x="210" y="699"/>
                </a:lnTo>
                <a:lnTo>
                  <a:pt x="210" y="698"/>
                </a:lnTo>
                <a:lnTo>
                  <a:pt x="209" y="698"/>
                </a:lnTo>
                <a:lnTo>
                  <a:pt x="209" y="697"/>
                </a:lnTo>
                <a:lnTo>
                  <a:pt x="209" y="696"/>
                </a:lnTo>
                <a:lnTo>
                  <a:pt x="210" y="696"/>
                </a:lnTo>
                <a:lnTo>
                  <a:pt x="210" y="695"/>
                </a:lnTo>
                <a:lnTo>
                  <a:pt x="210" y="694"/>
                </a:lnTo>
                <a:lnTo>
                  <a:pt x="209" y="694"/>
                </a:lnTo>
                <a:lnTo>
                  <a:pt x="210" y="694"/>
                </a:lnTo>
                <a:lnTo>
                  <a:pt x="210" y="693"/>
                </a:lnTo>
                <a:lnTo>
                  <a:pt x="211" y="693"/>
                </a:lnTo>
                <a:lnTo>
                  <a:pt x="211" y="692"/>
                </a:lnTo>
                <a:lnTo>
                  <a:pt x="211" y="691"/>
                </a:lnTo>
                <a:lnTo>
                  <a:pt x="211" y="690"/>
                </a:lnTo>
                <a:lnTo>
                  <a:pt x="210" y="690"/>
                </a:lnTo>
                <a:lnTo>
                  <a:pt x="210" y="689"/>
                </a:lnTo>
                <a:lnTo>
                  <a:pt x="209" y="689"/>
                </a:lnTo>
                <a:lnTo>
                  <a:pt x="209" y="688"/>
                </a:lnTo>
                <a:lnTo>
                  <a:pt x="208" y="688"/>
                </a:lnTo>
                <a:lnTo>
                  <a:pt x="208" y="687"/>
                </a:lnTo>
                <a:lnTo>
                  <a:pt x="208" y="686"/>
                </a:lnTo>
                <a:lnTo>
                  <a:pt x="208" y="685"/>
                </a:lnTo>
                <a:lnTo>
                  <a:pt x="207" y="685"/>
                </a:lnTo>
                <a:lnTo>
                  <a:pt x="206" y="685"/>
                </a:lnTo>
                <a:lnTo>
                  <a:pt x="206" y="684"/>
                </a:lnTo>
                <a:lnTo>
                  <a:pt x="205" y="684"/>
                </a:lnTo>
                <a:lnTo>
                  <a:pt x="205" y="683"/>
                </a:lnTo>
                <a:lnTo>
                  <a:pt x="206" y="682"/>
                </a:lnTo>
                <a:lnTo>
                  <a:pt x="205" y="681"/>
                </a:lnTo>
                <a:lnTo>
                  <a:pt x="204" y="680"/>
                </a:lnTo>
                <a:lnTo>
                  <a:pt x="204" y="679"/>
                </a:lnTo>
                <a:lnTo>
                  <a:pt x="203" y="678"/>
                </a:lnTo>
                <a:lnTo>
                  <a:pt x="202" y="677"/>
                </a:lnTo>
                <a:lnTo>
                  <a:pt x="203" y="677"/>
                </a:lnTo>
                <a:lnTo>
                  <a:pt x="203" y="676"/>
                </a:lnTo>
                <a:lnTo>
                  <a:pt x="203" y="675"/>
                </a:lnTo>
                <a:lnTo>
                  <a:pt x="203" y="673"/>
                </a:lnTo>
                <a:lnTo>
                  <a:pt x="204" y="673"/>
                </a:lnTo>
                <a:lnTo>
                  <a:pt x="205" y="672"/>
                </a:lnTo>
                <a:lnTo>
                  <a:pt x="207" y="672"/>
                </a:lnTo>
                <a:lnTo>
                  <a:pt x="208" y="671"/>
                </a:lnTo>
                <a:lnTo>
                  <a:pt x="209" y="671"/>
                </a:lnTo>
                <a:lnTo>
                  <a:pt x="209" y="670"/>
                </a:lnTo>
                <a:lnTo>
                  <a:pt x="210" y="668"/>
                </a:lnTo>
                <a:lnTo>
                  <a:pt x="210" y="666"/>
                </a:lnTo>
                <a:lnTo>
                  <a:pt x="210" y="665"/>
                </a:lnTo>
                <a:lnTo>
                  <a:pt x="210" y="664"/>
                </a:lnTo>
                <a:lnTo>
                  <a:pt x="212" y="664"/>
                </a:lnTo>
                <a:lnTo>
                  <a:pt x="214" y="662"/>
                </a:lnTo>
                <a:lnTo>
                  <a:pt x="213" y="661"/>
                </a:lnTo>
                <a:lnTo>
                  <a:pt x="213" y="660"/>
                </a:lnTo>
                <a:lnTo>
                  <a:pt x="214" y="659"/>
                </a:lnTo>
                <a:lnTo>
                  <a:pt x="215" y="659"/>
                </a:lnTo>
                <a:lnTo>
                  <a:pt x="217" y="658"/>
                </a:lnTo>
                <a:lnTo>
                  <a:pt x="218" y="658"/>
                </a:lnTo>
                <a:lnTo>
                  <a:pt x="218" y="657"/>
                </a:lnTo>
                <a:lnTo>
                  <a:pt x="219" y="657"/>
                </a:lnTo>
                <a:lnTo>
                  <a:pt x="219" y="656"/>
                </a:lnTo>
                <a:lnTo>
                  <a:pt x="220" y="657"/>
                </a:lnTo>
                <a:lnTo>
                  <a:pt x="220" y="656"/>
                </a:lnTo>
                <a:lnTo>
                  <a:pt x="221" y="656"/>
                </a:lnTo>
                <a:lnTo>
                  <a:pt x="221" y="655"/>
                </a:lnTo>
                <a:lnTo>
                  <a:pt x="222" y="655"/>
                </a:lnTo>
                <a:lnTo>
                  <a:pt x="223" y="654"/>
                </a:lnTo>
                <a:lnTo>
                  <a:pt x="224" y="654"/>
                </a:lnTo>
                <a:lnTo>
                  <a:pt x="225" y="653"/>
                </a:lnTo>
                <a:lnTo>
                  <a:pt x="225" y="652"/>
                </a:lnTo>
                <a:lnTo>
                  <a:pt x="226" y="652"/>
                </a:lnTo>
                <a:lnTo>
                  <a:pt x="228" y="652"/>
                </a:lnTo>
                <a:lnTo>
                  <a:pt x="228" y="653"/>
                </a:lnTo>
                <a:lnTo>
                  <a:pt x="229" y="653"/>
                </a:lnTo>
                <a:lnTo>
                  <a:pt x="230" y="653"/>
                </a:lnTo>
                <a:lnTo>
                  <a:pt x="230" y="654"/>
                </a:lnTo>
                <a:lnTo>
                  <a:pt x="229" y="654"/>
                </a:lnTo>
                <a:lnTo>
                  <a:pt x="229" y="655"/>
                </a:lnTo>
                <a:lnTo>
                  <a:pt x="229" y="656"/>
                </a:lnTo>
                <a:lnTo>
                  <a:pt x="230" y="657"/>
                </a:lnTo>
                <a:lnTo>
                  <a:pt x="231" y="657"/>
                </a:lnTo>
                <a:lnTo>
                  <a:pt x="233" y="656"/>
                </a:lnTo>
                <a:lnTo>
                  <a:pt x="234" y="656"/>
                </a:lnTo>
                <a:lnTo>
                  <a:pt x="235" y="656"/>
                </a:lnTo>
                <a:lnTo>
                  <a:pt x="235" y="655"/>
                </a:lnTo>
                <a:lnTo>
                  <a:pt x="234" y="654"/>
                </a:lnTo>
                <a:lnTo>
                  <a:pt x="232" y="652"/>
                </a:lnTo>
                <a:lnTo>
                  <a:pt x="231" y="651"/>
                </a:lnTo>
                <a:lnTo>
                  <a:pt x="230" y="651"/>
                </a:lnTo>
                <a:lnTo>
                  <a:pt x="230" y="652"/>
                </a:lnTo>
                <a:lnTo>
                  <a:pt x="229" y="652"/>
                </a:lnTo>
                <a:lnTo>
                  <a:pt x="229" y="651"/>
                </a:lnTo>
                <a:lnTo>
                  <a:pt x="229" y="650"/>
                </a:lnTo>
                <a:lnTo>
                  <a:pt x="230" y="650"/>
                </a:lnTo>
                <a:lnTo>
                  <a:pt x="231" y="650"/>
                </a:lnTo>
                <a:lnTo>
                  <a:pt x="232" y="650"/>
                </a:lnTo>
                <a:lnTo>
                  <a:pt x="233" y="650"/>
                </a:lnTo>
                <a:lnTo>
                  <a:pt x="233" y="649"/>
                </a:lnTo>
                <a:lnTo>
                  <a:pt x="233" y="648"/>
                </a:lnTo>
                <a:lnTo>
                  <a:pt x="232" y="647"/>
                </a:lnTo>
                <a:lnTo>
                  <a:pt x="231" y="647"/>
                </a:lnTo>
                <a:lnTo>
                  <a:pt x="230" y="646"/>
                </a:lnTo>
                <a:lnTo>
                  <a:pt x="230" y="645"/>
                </a:lnTo>
                <a:lnTo>
                  <a:pt x="229" y="645"/>
                </a:lnTo>
                <a:lnTo>
                  <a:pt x="229" y="644"/>
                </a:lnTo>
                <a:lnTo>
                  <a:pt x="228" y="643"/>
                </a:lnTo>
                <a:lnTo>
                  <a:pt x="227" y="643"/>
                </a:lnTo>
                <a:lnTo>
                  <a:pt x="226" y="643"/>
                </a:lnTo>
                <a:lnTo>
                  <a:pt x="225" y="642"/>
                </a:lnTo>
                <a:lnTo>
                  <a:pt x="224" y="642"/>
                </a:lnTo>
                <a:lnTo>
                  <a:pt x="223" y="642"/>
                </a:lnTo>
                <a:lnTo>
                  <a:pt x="222" y="642"/>
                </a:lnTo>
                <a:lnTo>
                  <a:pt x="221" y="641"/>
                </a:lnTo>
                <a:lnTo>
                  <a:pt x="222" y="641"/>
                </a:lnTo>
                <a:lnTo>
                  <a:pt x="223" y="640"/>
                </a:lnTo>
                <a:lnTo>
                  <a:pt x="224" y="640"/>
                </a:lnTo>
                <a:lnTo>
                  <a:pt x="226" y="641"/>
                </a:lnTo>
                <a:lnTo>
                  <a:pt x="227" y="641"/>
                </a:lnTo>
                <a:lnTo>
                  <a:pt x="228" y="641"/>
                </a:lnTo>
                <a:lnTo>
                  <a:pt x="228" y="640"/>
                </a:lnTo>
                <a:lnTo>
                  <a:pt x="229" y="640"/>
                </a:lnTo>
                <a:lnTo>
                  <a:pt x="230" y="640"/>
                </a:lnTo>
                <a:lnTo>
                  <a:pt x="231" y="640"/>
                </a:lnTo>
                <a:lnTo>
                  <a:pt x="231" y="641"/>
                </a:lnTo>
                <a:lnTo>
                  <a:pt x="232" y="642"/>
                </a:lnTo>
                <a:lnTo>
                  <a:pt x="233" y="642"/>
                </a:lnTo>
                <a:lnTo>
                  <a:pt x="234" y="642"/>
                </a:lnTo>
                <a:lnTo>
                  <a:pt x="236" y="641"/>
                </a:lnTo>
                <a:lnTo>
                  <a:pt x="237" y="639"/>
                </a:lnTo>
                <a:lnTo>
                  <a:pt x="238" y="639"/>
                </a:lnTo>
                <a:lnTo>
                  <a:pt x="238" y="638"/>
                </a:lnTo>
                <a:lnTo>
                  <a:pt x="239" y="637"/>
                </a:lnTo>
                <a:lnTo>
                  <a:pt x="240" y="636"/>
                </a:lnTo>
                <a:lnTo>
                  <a:pt x="241" y="635"/>
                </a:lnTo>
                <a:lnTo>
                  <a:pt x="242" y="635"/>
                </a:lnTo>
                <a:lnTo>
                  <a:pt x="243" y="634"/>
                </a:lnTo>
                <a:lnTo>
                  <a:pt x="244" y="634"/>
                </a:lnTo>
                <a:lnTo>
                  <a:pt x="244" y="633"/>
                </a:lnTo>
                <a:lnTo>
                  <a:pt x="244" y="632"/>
                </a:lnTo>
                <a:lnTo>
                  <a:pt x="244" y="631"/>
                </a:lnTo>
                <a:lnTo>
                  <a:pt x="244" y="630"/>
                </a:lnTo>
                <a:lnTo>
                  <a:pt x="245" y="629"/>
                </a:lnTo>
                <a:lnTo>
                  <a:pt x="246" y="629"/>
                </a:lnTo>
                <a:lnTo>
                  <a:pt x="247" y="629"/>
                </a:lnTo>
                <a:lnTo>
                  <a:pt x="248" y="629"/>
                </a:lnTo>
                <a:lnTo>
                  <a:pt x="249" y="628"/>
                </a:lnTo>
                <a:lnTo>
                  <a:pt x="250" y="628"/>
                </a:lnTo>
                <a:lnTo>
                  <a:pt x="250" y="627"/>
                </a:lnTo>
                <a:lnTo>
                  <a:pt x="251" y="627"/>
                </a:lnTo>
                <a:lnTo>
                  <a:pt x="252" y="627"/>
                </a:lnTo>
                <a:lnTo>
                  <a:pt x="253" y="627"/>
                </a:lnTo>
                <a:lnTo>
                  <a:pt x="254" y="627"/>
                </a:lnTo>
                <a:lnTo>
                  <a:pt x="255" y="628"/>
                </a:lnTo>
                <a:lnTo>
                  <a:pt x="256" y="627"/>
                </a:lnTo>
                <a:lnTo>
                  <a:pt x="257" y="625"/>
                </a:lnTo>
                <a:lnTo>
                  <a:pt x="256" y="624"/>
                </a:lnTo>
                <a:lnTo>
                  <a:pt x="257" y="623"/>
                </a:lnTo>
                <a:lnTo>
                  <a:pt x="256" y="622"/>
                </a:lnTo>
                <a:lnTo>
                  <a:pt x="256" y="621"/>
                </a:lnTo>
                <a:lnTo>
                  <a:pt x="256" y="620"/>
                </a:lnTo>
                <a:lnTo>
                  <a:pt x="257" y="620"/>
                </a:lnTo>
                <a:lnTo>
                  <a:pt x="257" y="619"/>
                </a:lnTo>
                <a:lnTo>
                  <a:pt x="257" y="618"/>
                </a:lnTo>
                <a:lnTo>
                  <a:pt x="258" y="618"/>
                </a:lnTo>
                <a:lnTo>
                  <a:pt x="259" y="617"/>
                </a:lnTo>
                <a:lnTo>
                  <a:pt x="260" y="616"/>
                </a:lnTo>
                <a:lnTo>
                  <a:pt x="260" y="615"/>
                </a:lnTo>
                <a:lnTo>
                  <a:pt x="261" y="615"/>
                </a:lnTo>
                <a:lnTo>
                  <a:pt x="263" y="615"/>
                </a:lnTo>
                <a:lnTo>
                  <a:pt x="263" y="616"/>
                </a:lnTo>
                <a:lnTo>
                  <a:pt x="264" y="616"/>
                </a:lnTo>
                <a:lnTo>
                  <a:pt x="265" y="615"/>
                </a:lnTo>
                <a:lnTo>
                  <a:pt x="265" y="614"/>
                </a:lnTo>
                <a:lnTo>
                  <a:pt x="266" y="614"/>
                </a:lnTo>
                <a:lnTo>
                  <a:pt x="267" y="614"/>
                </a:lnTo>
                <a:lnTo>
                  <a:pt x="269" y="615"/>
                </a:lnTo>
                <a:lnTo>
                  <a:pt x="270" y="615"/>
                </a:lnTo>
                <a:lnTo>
                  <a:pt x="273" y="617"/>
                </a:lnTo>
                <a:lnTo>
                  <a:pt x="273" y="619"/>
                </a:lnTo>
                <a:lnTo>
                  <a:pt x="273" y="620"/>
                </a:lnTo>
                <a:lnTo>
                  <a:pt x="272" y="620"/>
                </a:lnTo>
                <a:lnTo>
                  <a:pt x="273" y="621"/>
                </a:lnTo>
                <a:lnTo>
                  <a:pt x="274" y="621"/>
                </a:lnTo>
                <a:lnTo>
                  <a:pt x="275" y="621"/>
                </a:lnTo>
                <a:lnTo>
                  <a:pt x="275" y="620"/>
                </a:lnTo>
                <a:lnTo>
                  <a:pt x="276" y="620"/>
                </a:lnTo>
                <a:lnTo>
                  <a:pt x="276" y="619"/>
                </a:lnTo>
                <a:lnTo>
                  <a:pt x="277" y="619"/>
                </a:lnTo>
                <a:lnTo>
                  <a:pt x="279" y="620"/>
                </a:lnTo>
                <a:lnTo>
                  <a:pt x="280" y="621"/>
                </a:lnTo>
                <a:lnTo>
                  <a:pt x="281" y="622"/>
                </a:lnTo>
                <a:lnTo>
                  <a:pt x="282" y="622"/>
                </a:lnTo>
                <a:lnTo>
                  <a:pt x="283" y="622"/>
                </a:lnTo>
                <a:lnTo>
                  <a:pt x="284" y="622"/>
                </a:lnTo>
                <a:lnTo>
                  <a:pt x="284" y="621"/>
                </a:lnTo>
                <a:lnTo>
                  <a:pt x="285" y="622"/>
                </a:lnTo>
                <a:lnTo>
                  <a:pt x="285" y="623"/>
                </a:lnTo>
                <a:lnTo>
                  <a:pt x="286" y="623"/>
                </a:lnTo>
                <a:lnTo>
                  <a:pt x="287" y="623"/>
                </a:lnTo>
                <a:lnTo>
                  <a:pt x="287" y="622"/>
                </a:lnTo>
                <a:lnTo>
                  <a:pt x="288" y="622"/>
                </a:lnTo>
                <a:lnTo>
                  <a:pt x="289" y="622"/>
                </a:lnTo>
                <a:lnTo>
                  <a:pt x="290" y="623"/>
                </a:lnTo>
                <a:lnTo>
                  <a:pt x="290" y="625"/>
                </a:lnTo>
                <a:lnTo>
                  <a:pt x="290" y="627"/>
                </a:lnTo>
                <a:lnTo>
                  <a:pt x="290" y="628"/>
                </a:lnTo>
                <a:lnTo>
                  <a:pt x="289" y="628"/>
                </a:lnTo>
                <a:lnTo>
                  <a:pt x="288" y="628"/>
                </a:lnTo>
                <a:lnTo>
                  <a:pt x="288" y="629"/>
                </a:lnTo>
                <a:lnTo>
                  <a:pt x="288" y="630"/>
                </a:lnTo>
                <a:lnTo>
                  <a:pt x="289" y="630"/>
                </a:lnTo>
                <a:lnTo>
                  <a:pt x="290" y="630"/>
                </a:lnTo>
                <a:lnTo>
                  <a:pt x="290" y="631"/>
                </a:lnTo>
                <a:lnTo>
                  <a:pt x="291" y="631"/>
                </a:lnTo>
                <a:lnTo>
                  <a:pt x="292" y="631"/>
                </a:lnTo>
                <a:lnTo>
                  <a:pt x="293" y="631"/>
                </a:lnTo>
                <a:lnTo>
                  <a:pt x="293" y="630"/>
                </a:lnTo>
                <a:lnTo>
                  <a:pt x="294" y="629"/>
                </a:lnTo>
                <a:lnTo>
                  <a:pt x="294" y="628"/>
                </a:lnTo>
                <a:lnTo>
                  <a:pt x="295" y="628"/>
                </a:lnTo>
                <a:lnTo>
                  <a:pt x="295" y="627"/>
                </a:lnTo>
                <a:lnTo>
                  <a:pt x="295" y="626"/>
                </a:lnTo>
                <a:lnTo>
                  <a:pt x="296" y="626"/>
                </a:lnTo>
                <a:lnTo>
                  <a:pt x="297" y="626"/>
                </a:lnTo>
                <a:lnTo>
                  <a:pt x="297" y="625"/>
                </a:lnTo>
                <a:lnTo>
                  <a:pt x="298" y="624"/>
                </a:lnTo>
                <a:lnTo>
                  <a:pt x="298" y="623"/>
                </a:lnTo>
                <a:lnTo>
                  <a:pt x="297" y="623"/>
                </a:lnTo>
                <a:lnTo>
                  <a:pt x="298" y="623"/>
                </a:lnTo>
                <a:lnTo>
                  <a:pt x="299" y="623"/>
                </a:lnTo>
                <a:lnTo>
                  <a:pt x="299" y="624"/>
                </a:lnTo>
                <a:lnTo>
                  <a:pt x="300" y="625"/>
                </a:lnTo>
                <a:lnTo>
                  <a:pt x="301" y="624"/>
                </a:lnTo>
                <a:lnTo>
                  <a:pt x="302" y="623"/>
                </a:lnTo>
                <a:lnTo>
                  <a:pt x="303" y="623"/>
                </a:lnTo>
                <a:lnTo>
                  <a:pt x="304" y="623"/>
                </a:lnTo>
                <a:lnTo>
                  <a:pt x="305" y="622"/>
                </a:lnTo>
                <a:lnTo>
                  <a:pt x="305" y="621"/>
                </a:lnTo>
                <a:lnTo>
                  <a:pt x="304" y="621"/>
                </a:lnTo>
                <a:lnTo>
                  <a:pt x="305" y="621"/>
                </a:lnTo>
                <a:lnTo>
                  <a:pt x="306" y="620"/>
                </a:lnTo>
                <a:lnTo>
                  <a:pt x="306" y="619"/>
                </a:lnTo>
                <a:lnTo>
                  <a:pt x="305" y="619"/>
                </a:lnTo>
                <a:lnTo>
                  <a:pt x="305" y="618"/>
                </a:lnTo>
                <a:lnTo>
                  <a:pt x="306" y="618"/>
                </a:lnTo>
                <a:lnTo>
                  <a:pt x="306" y="617"/>
                </a:lnTo>
                <a:lnTo>
                  <a:pt x="306" y="616"/>
                </a:lnTo>
                <a:lnTo>
                  <a:pt x="307" y="614"/>
                </a:lnTo>
                <a:lnTo>
                  <a:pt x="308" y="614"/>
                </a:lnTo>
                <a:lnTo>
                  <a:pt x="308" y="615"/>
                </a:lnTo>
                <a:lnTo>
                  <a:pt x="311" y="615"/>
                </a:lnTo>
                <a:lnTo>
                  <a:pt x="311" y="614"/>
                </a:lnTo>
                <a:lnTo>
                  <a:pt x="313" y="612"/>
                </a:lnTo>
                <a:lnTo>
                  <a:pt x="314" y="612"/>
                </a:lnTo>
                <a:lnTo>
                  <a:pt x="314" y="611"/>
                </a:lnTo>
                <a:lnTo>
                  <a:pt x="315" y="609"/>
                </a:lnTo>
                <a:lnTo>
                  <a:pt x="314" y="608"/>
                </a:lnTo>
                <a:lnTo>
                  <a:pt x="315" y="608"/>
                </a:lnTo>
                <a:lnTo>
                  <a:pt x="316" y="607"/>
                </a:lnTo>
                <a:lnTo>
                  <a:pt x="317" y="607"/>
                </a:lnTo>
                <a:lnTo>
                  <a:pt x="317" y="606"/>
                </a:lnTo>
                <a:lnTo>
                  <a:pt x="317" y="605"/>
                </a:lnTo>
                <a:lnTo>
                  <a:pt x="315" y="604"/>
                </a:lnTo>
                <a:lnTo>
                  <a:pt x="314" y="603"/>
                </a:lnTo>
                <a:lnTo>
                  <a:pt x="313" y="602"/>
                </a:lnTo>
                <a:lnTo>
                  <a:pt x="313" y="600"/>
                </a:lnTo>
                <a:lnTo>
                  <a:pt x="313" y="599"/>
                </a:lnTo>
                <a:lnTo>
                  <a:pt x="314" y="598"/>
                </a:lnTo>
                <a:lnTo>
                  <a:pt x="315" y="597"/>
                </a:lnTo>
                <a:lnTo>
                  <a:pt x="316" y="596"/>
                </a:lnTo>
                <a:lnTo>
                  <a:pt x="317" y="594"/>
                </a:lnTo>
                <a:lnTo>
                  <a:pt x="318" y="592"/>
                </a:lnTo>
                <a:lnTo>
                  <a:pt x="317" y="592"/>
                </a:lnTo>
                <a:lnTo>
                  <a:pt x="318" y="591"/>
                </a:lnTo>
                <a:lnTo>
                  <a:pt x="318" y="590"/>
                </a:lnTo>
                <a:lnTo>
                  <a:pt x="319" y="589"/>
                </a:lnTo>
                <a:lnTo>
                  <a:pt x="319" y="588"/>
                </a:lnTo>
                <a:lnTo>
                  <a:pt x="319" y="587"/>
                </a:lnTo>
                <a:lnTo>
                  <a:pt x="319" y="585"/>
                </a:lnTo>
                <a:lnTo>
                  <a:pt x="319" y="584"/>
                </a:lnTo>
                <a:lnTo>
                  <a:pt x="319" y="583"/>
                </a:lnTo>
                <a:lnTo>
                  <a:pt x="319" y="582"/>
                </a:lnTo>
                <a:lnTo>
                  <a:pt x="319" y="581"/>
                </a:lnTo>
                <a:lnTo>
                  <a:pt x="320" y="581"/>
                </a:lnTo>
                <a:lnTo>
                  <a:pt x="320" y="580"/>
                </a:lnTo>
                <a:lnTo>
                  <a:pt x="320" y="578"/>
                </a:lnTo>
                <a:lnTo>
                  <a:pt x="321" y="578"/>
                </a:lnTo>
                <a:lnTo>
                  <a:pt x="321" y="577"/>
                </a:lnTo>
                <a:lnTo>
                  <a:pt x="321" y="576"/>
                </a:lnTo>
                <a:lnTo>
                  <a:pt x="321" y="575"/>
                </a:lnTo>
                <a:lnTo>
                  <a:pt x="320" y="575"/>
                </a:lnTo>
                <a:lnTo>
                  <a:pt x="319" y="574"/>
                </a:lnTo>
                <a:lnTo>
                  <a:pt x="318" y="573"/>
                </a:lnTo>
                <a:lnTo>
                  <a:pt x="317" y="570"/>
                </a:lnTo>
                <a:lnTo>
                  <a:pt x="317" y="569"/>
                </a:lnTo>
                <a:lnTo>
                  <a:pt x="318" y="568"/>
                </a:lnTo>
                <a:lnTo>
                  <a:pt x="318" y="566"/>
                </a:lnTo>
                <a:lnTo>
                  <a:pt x="317" y="565"/>
                </a:lnTo>
                <a:lnTo>
                  <a:pt x="317" y="564"/>
                </a:lnTo>
                <a:lnTo>
                  <a:pt x="317" y="561"/>
                </a:lnTo>
                <a:lnTo>
                  <a:pt x="316" y="560"/>
                </a:lnTo>
                <a:lnTo>
                  <a:pt x="316" y="559"/>
                </a:lnTo>
                <a:lnTo>
                  <a:pt x="317" y="559"/>
                </a:lnTo>
                <a:lnTo>
                  <a:pt x="317" y="558"/>
                </a:lnTo>
                <a:lnTo>
                  <a:pt x="317" y="557"/>
                </a:lnTo>
                <a:lnTo>
                  <a:pt x="318" y="557"/>
                </a:lnTo>
                <a:lnTo>
                  <a:pt x="318" y="558"/>
                </a:lnTo>
                <a:lnTo>
                  <a:pt x="320" y="557"/>
                </a:lnTo>
                <a:lnTo>
                  <a:pt x="320" y="556"/>
                </a:lnTo>
                <a:lnTo>
                  <a:pt x="321" y="556"/>
                </a:lnTo>
                <a:lnTo>
                  <a:pt x="322" y="556"/>
                </a:lnTo>
                <a:lnTo>
                  <a:pt x="323" y="556"/>
                </a:lnTo>
                <a:lnTo>
                  <a:pt x="324" y="556"/>
                </a:lnTo>
                <a:lnTo>
                  <a:pt x="325" y="556"/>
                </a:lnTo>
                <a:lnTo>
                  <a:pt x="326" y="555"/>
                </a:lnTo>
                <a:lnTo>
                  <a:pt x="327" y="553"/>
                </a:lnTo>
                <a:lnTo>
                  <a:pt x="327" y="552"/>
                </a:lnTo>
                <a:lnTo>
                  <a:pt x="325" y="550"/>
                </a:lnTo>
                <a:lnTo>
                  <a:pt x="324" y="550"/>
                </a:lnTo>
                <a:lnTo>
                  <a:pt x="323" y="550"/>
                </a:lnTo>
                <a:lnTo>
                  <a:pt x="323" y="549"/>
                </a:lnTo>
                <a:lnTo>
                  <a:pt x="323" y="548"/>
                </a:lnTo>
                <a:lnTo>
                  <a:pt x="322" y="547"/>
                </a:lnTo>
                <a:lnTo>
                  <a:pt x="323" y="546"/>
                </a:lnTo>
                <a:lnTo>
                  <a:pt x="324" y="546"/>
                </a:lnTo>
                <a:lnTo>
                  <a:pt x="325" y="546"/>
                </a:lnTo>
                <a:lnTo>
                  <a:pt x="325" y="547"/>
                </a:lnTo>
                <a:lnTo>
                  <a:pt x="326" y="547"/>
                </a:lnTo>
                <a:lnTo>
                  <a:pt x="327" y="547"/>
                </a:lnTo>
                <a:lnTo>
                  <a:pt x="327" y="546"/>
                </a:lnTo>
                <a:lnTo>
                  <a:pt x="328" y="545"/>
                </a:lnTo>
                <a:lnTo>
                  <a:pt x="328" y="544"/>
                </a:lnTo>
                <a:lnTo>
                  <a:pt x="327" y="543"/>
                </a:lnTo>
                <a:lnTo>
                  <a:pt x="326" y="543"/>
                </a:lnTo>
                <a:lnTo>
                  <a:pt x="326" y="542"/>
                </a:lnTo>
                <a:lnTo>
                  <a:pt x="325" y="542"/>
                </a:lnTo>
                <a:lnTo>
                  <a:pt x="324" y="542"/>
                </a:lnTo>
                <a:lnTo>
                  <a:pt x="324" y="543"/>
                </a:lnTo>
                <a:lnTo>
                  <a:pt x="323" y="543"/>
                </a:lnTo>
                <a:lnTo>
                  <a:pt x="322" y="542"/>
                </a:lnTo>
                <a:lnTo>
                  <a:pt x="320" y="542"/>
                </a:lnTo>
                <a:lnTo>
                  <a:pt x="320" y="541"/>
                </a:lnTo>
                <a:lnTo>
                  <a:pt x="320" y="540"/>
                </a:lnTo>
                <a:lnTo>
                  <a:pt x="319" y="540"/>
                </a:lnTo>
                <a:lnTo>
                  <a:pt x="319" y="539"/>
                </a:lnTo>
                <a:lnTo>
                  <a:pt x="320" y="539"/>
                </a:lnTo>
                <a:lnTo>
                  <a:pt x="319" y="537"/>
                </a:lnTo>
                <a:lnTo>
                  <a:pt x="318" y="537"/>
                </a:lnTo>
                <a:lnTo>
                  <a:pt x="318" y="536"/>
                </a:lnTo>
                <a:lnTo>
                  <a:pt x="317" y="535"/>
                </a:lnTo>
                <a:lnTo>
                  <a:pt x="316" y="535"/>
                </a:lnTo>
                <a:lnTo>
                  <a:pt x="316" y="532"/>
                </a:lnTo>
                <a:lnTo>
                  <a:pt x="316" y="529"/>
                </a:lnTo>
                <a:lnTo>
                  <a:pt x="316" y="528"/>
                </a:lnTo>
                <a:lnTo>
                  <a:pt x="315" y="527"/>
                </a:lnTo>
                <a:lnTo>
                  <a:pt x="314" y="527"/>
                </a:lnTo>
                <a:lnTo>
                  <a:pt x="312" y="526"/>
                </a:lnTo>
                <a:lnTo>
                  <a:pt x="311" y="526"/>
                </a:lnTo>
                <a:lnTo>
                  <a:pt x="311" y="525"/>
                </a:lnTo>
                <a:lnTo>
                  <a:pt x="310" y="525"/>
                </a:lnTo>
                <a:lnTo>
                  <a:pt x="310" y="524"/>
                </a:lnTo>
                <a:lnTo>
                  <a:pt x="309" y="523"/>
                </a:lnTo>
                <a:lnTo>
                  <a:pt x="309" y="522"/>
                </a:lnTo>
                <a:lnTo>
                  <a:pt x="308" y="522"/>
                </a:lnTo>
                <a:lnTo>
                  <a:pt x="308" y="521"/>
                </a:lnTo>
                <a:lnTo>
                  <a:pt x="307" y="521"/>
                </a:lnTo>
                <a:lnTo>
                  <a:pt x="306" y="521"/>
                </a:lnTo>
                <a:lnTo>
                  <a:pt x="305" y="520"/>
                </a:lnTo>
                <a:lnTo>
                  <a:pt x="306" y="519"/>
                </a:lnTo>
                <a:lnTo>
                  <a:pt x="307" y="519"/>
                </a:lnTo>
                <a:lnTo>
                  <a:pt x="307" y="518"/>
                </a:lnTo>
                <a:lnTo>
                  <a:pt x="308" y="514"/>
                </a:lnTo>
                <a:lnTo>
                  <a:pt x="307" y="514"/>
                </a:lnTo>
                <a:lnTo>
                  <a:pt x="307" y="513"/>
                </a:lnTo>
                <a:lnTo>
                  <a:pt x="306" y="512"/>
                </a:lnTo>
                <a:lnTo>
                  <a:pt x="305" y="512"/>
                </a:lnTo>
                <a:lnTo>
                  <a:pt x="305" y="513"/>
                </a:lnTo>
                <a:lnTo>
                  <a:pt x="304" y="513"/>
                </a:lnTo>
                <a:lnTo>
                  <a:pt x="303" y="513"/>
                </a:lnTo>
                <a:lnTo>
                  <a:pt x="303" y="512"/>
                </a:lnTo>
                <a:lnTo>
                  <a:pt x="303" y="511"/>
                </a:lnTo>
                <a:lnTo>
                  <a:pt x="302" y="511"/>
                </a:lnTo>
                <a:lnTo>
                  <a:pt x="301" y="510"/>
                </a:lnTo>
                <a:lnTo>
                  <a:pt x="300" y="510"/>
                </a:lnTo>
                <a:lnTo>
                  <a:pt x="300" y="509"/>
                </a:lnTo>
                <a:lnTo>
                  <a:pt x="299" y="508"/>
                </a:lnTo>
                <a:lnTo>
                  <a:pt x="299" y="507"/>
                </a:lnTo>
                <a:lnTo>
                  <a:pt x="300" y="507"/>
                </a:lnTo>
                <a:lnTo>
                  <a:pt x="300" y="506"/>
                </a:lnTo>
                <a:lnTo>
                  <a:pt x="299" y="505"/>
                </a:lnTo>
                <a:lnTo>
                  <a:pt x="299" y="502"/>
                </a:lnTo>
                <a:lnTo>
                  <a:pt x="299" y="501"/>
                </a:lnTo>
                <a:lnTo>
                  <a:pt x="298" y="501"/>
                </a:lnTo>
                <a:lnTo>
                  <a:pt x="298" y="500"/>
                </a:lnTo>
                <a:lnTo>
                  <a:pt x="297" y="500"/>
                </a:lnTo>
                <a:lnTo>
                  <a:pt x="296" y="499"/>
                </a:lnTo>
                <a:lnTo>
                  <a:pt x="294" y="498"/>
                </a:lnTo>
                <a:lnTo>
                  <a:pt x="293" y="499"/>
                </a:lnTo>
                <a:lnTo>
                  <a:pt x="292" y="499"/>
                </a:lnTo>
                <a:lnTo>
                  <a:pt x="291" y="498"/>
                </a:lnTo>
                <a:lnTo>
                  <a:pt x="289" y="496"/>
                </a:lnTo>
                <a:lnTo>
                  <a:pt x="289" y="495"/>
                </a:lnTo>
                <a:lnTo>
                  <a:pt x="288" y="495"/>
                </a:lnTo>
                <a:lnTo>
                  <a:pt x="287" y="495"/>
                </a:lnTo>
                <a:lnTo>
                  <a:pt x="285" y="496"/>
                </a:lnTo>
                <a:lnTo>
                  <a:pt x="282" y="496"/>
                </a:lnTo>
                <a:lnTo>
                  <a:pt x="281" y="496"/>
                </a:lnTo>
                <a:lnTo>
                  <a:pt x="279" y="496"/>
                </a:lnTo>
                <a:lnTo>
                  <a:pt x="277" y="495"/>
                </a:lnTo>
                <a:lnTo>
                  <a:pt x="275" y="495"/>
                </a:lnTo>
                <a:lnTo>
                  <a:pt x="271" y="497"/>
                </a:lnTo>
                <a:lnTo>
                  <a:pt x="271" y="499"/>
                </a:lnTo>
                <a:lnTo>
                  <a:pt x="270" y="501"/>
                </a:lnTo>
                <a:lnTo>
                  <a:pt x="270" y="502"/>
                </a:lnTo>
                <a:lnTo>
                  <a:pt x="270" y="503"/>
                </a:lnTo>
                <a:lnTo>
                  <a:pt x="272" y="504"/>
                </a:lnTo>
                <a:lnTo>
                  <a:pt x="272" y="505"/>
                </a:lnTo>
                <a:lnTo>
                  <a:pt x="272" y="506"/>
                </a:lnTo>
                <a:lnTo>
                  <a:pt x="272" y="507"/>
                </a:lnTo>
                <a:lnTo>
                  <a:pt x="271" y="510"/>
                </a:lnTo>
                <a:lnTo>
                  <a:pt x="270" y="511"/>
                </a:lnTo>
                <a:lnTo>
                  <a:pt x="269" y="511"/>
                </a:lnTo>
                <a:lnTo>
                  <a:pt x="268" y="510"/>
                </a:lnTo>
                <a:lnTo>
                  <a:pt x="267" y="510"/>
                </a:lnTo>
                <a:lnTo>
                  <a:pt x="266" y="509"/>
                </a:lnTo>
                <a:lnTo>
                  <a:pt x="264" y="509"/>
                </a:lnTo>
                <a:lnTo>
                  <a:pt x="263" y="508"/>
                </a:lnTo>
                <a:lnTo>
                  <a:pt x="262" y="508"/>
                </a:lnTo>
                <a:lnTo>
                  <a:pt x="261" y="508"/>
                </a:lnTo>
                <a:lnTo>
                  <a:pt x="262" y="509"/>
                </a:lnTo>
                <a:lnTo>
                  <a:pt x="261" y="510"/>
                </a:lnTo>
                <a:lnTo>
                  <a:pt x="261" y="511"/>
                </a:lnTo>
                <a:lnTo>
                  <a:pt x="261" y="512"/>
                </a:lnTo>
                <a:lnTo>
                  <a:pt x="260" y="513"/>
                </a:lnTo>
                <a:lnTo>
                  <a:pt x="259" y="513"/>
                </a:lnTo>
                <a:lnTo>
                  <a:pt x="257" y="514"/>
                </a:lnTo>
                <a:lnTo>
                  <a:pt x="257" y="513"/>
                </a:lnTo>
                <a:lnTo>
                  <a:pt x="255" y="514"/>
                </a:lnTo>
                <a:lnTo>
                  <a:pt x="252" y="514"/>
                </a:lnTo>
                <a:lnTo>
                  <a:pt x="252" y="515"/>
                </a:lnTo>
                <a:lnTo>
                  <a:pt x="251" y="514"/>
                </a:lnTo>
                <a:lnTo>
                  <a:pt x="250" y="513"/>
                </a:lnTo>
                <a:lnTo>
                  <a:pt x="250" y="512"/>
                </a:lnTo>
                <a:lnTo>
                  <a:pt x="250" y="511"/>
                </a:lnTo>
                <a:lnTo>
                  <a:pt x="252" y="510"/>
                </a:lnTo>
                <a:lnTo>
                  <a:pt x="252" y="509"/>
                </a:lnTo>
                <a:lnTo>
                  <a:pt x="252" y="508"/>
                </a:lnTo>
                <a:lnTo>
                  <a:pt x="251" y="506"/>
                </a:lnTo>
                <a:lnTo>
                  <a:pt x="250" y="506"/>
                </a:lnTo>
                <a:lnTo>
                  <a:pt x="248" y="506"/>
                </a:lnTo>
                <a:lnTo>
                  <a:pt x="247" y="506"/>
                </a:lnTo>
                <a:lnTo>
                  <a:pt x="245" y="505"/>
                </a:lnTo>
                <a:lnTo>
                  <a:pt x="244" y="505"/>
                </a:lnTo>
                <a:lnTo>
                  <a:pt x="243" y="506"/>
                </a:lnTo>
                <a:lnTo>
                  <a:pt x="242" y="508"/>
                </a:lnTo>
                <a:lnTo>
                  <a:pt x="241" y="508"/>
                </a:lnTo>
                <a:lnTo>
                  <a:pt x="240" y="508"/>
                </a:lnTo>
                <a:lnTo>
                  <a:pt x="239" y="508"/>
                </a:lnTo>
                <a:lnTo>
                  <a:pt x="239" y="507"/>
                </a:lnTo>
                <a:lnTo>
                  <a:pt x="239" y="508"/>
                </a:lnTo>
                <a:lnTo>
                  <a:pt x="239" y="507"/>
                </a:lnTo>
                <a:lnTo>
                  <a:pt x="238" y="507"/>
                </a:lnTo>
                <a:lnTo>
                  <a:pt x="238" y="508"/>
                </a:lnTo>
                <a:lnTo>
                  <a:pt x="237" y="508"/>
                </a:lnTo>
                <a:lnTo>
                  <a:pt x="236" y="507"/>
                </a:lnTo>
                <a:lnTo>
                  <a:pt x="235" y="507"/>
                </a:lnTo>
                <a:lnTo>
                  <a:pt x="235" y="506"/>
                </a:lnTo>
                <a:lnTo>
                  <a:pt x="234" y="507"/>
                </a:lnTo>
                <a:lnTo>
                  <a:pt x="233" y="507"/>
                </a:lnTo>
                <a:lnTo>
                  <a:pt x="232" y="509"/>
                </a:lnTo>
                <a:lnTo>
                  <a:pt x="231" y="510"/>
                </a:lnTo>
                <a:lnTo>
                  <a:pt x="230" y="511"/>
                </a:lnTo>
                <a:lnTo>
                  <a:pt x="228" y="512"/>
                </a:lnTo>
                <a:lnTo>
                  <a:pt x="227" y="512"/>
                </a:lnTo>
                <a:lnTo>
                  <a:pt x="226" y="512"/>
                </a:lnTo>
                <a:lnTo>
                  <a:pt x="225" y="512"/>
                </a:lnTo>
                <a:lnTo>
                  <a:pt x="225" y="513"/>
                </a:lnTo>
                <a:lnTo>
                  <a:pt x="224" y="514"/>
                </a:lnTo>
                <a:lnTo>
                  <a:pt x="224" y="513"/>
                </a:lnTo>
                <a:lnTo>
                  <a:pt x="223" y="512"/>
                </a:lnTo>
                <a:lnTo>
                  <a:pt x="222" y="509"/>
                </a:lnTo>
                <a:lnTo>
                  <a:pt x="222" y="508"/>
                </a:lnTo>
                <a:lnTo>
                  <a:pt x="223" y="507"/>
                </a:lnTo>
                <a:lnTo>
                  <a:pt x="223" y="506"/>
                </a:lnTo>
                <a:lnTo>
                  <a:pt x="222" y="505"/>
                </a:lnTo>
                <a:lnTo>
                  <a:pt x="222" y="504"/>
                </a:lnTo>
                <a:lnTo>
                  <a:pt x="223" y="504"/>
                </a:lnTo>
                <a:lnTo>
                  <a:pt x="223" y="503"/>
                </a:lnTo>
                <a:lnTo>
                  <a:pt x="223" y="502"/>
                </a:lnTo>
                <a:lnTo>
                  <a:pt x="222" y="502"/>
                </a:lnTo>
                <a:lnTo>
                  <a:pt x="221" y="502"/>
                </a:lnTo>
                <a:lnTo>
                  <a:pt x="221" y="501"/>
                </a:lnTo>
                <a:lnTo>
                  <a:pt x="221" y="500"/>
                </a:lnTo>
                <a:lnTo>
                  <a:pt x="222" y="499"/>
                </a:lnTo>
                <a:lnTo>
                  <a:pt x="221" y="499"/>
                </a:lnTo>
                <a:lnTo>
                  <a:pt x="220" y="499"/>
                </a:lnTo>
                <a:lnTo>
                  <a:pt x="220" y="498"/>
                </a:lnTo>
                <a:lnTo>
                  <a:pt x="220" y="497"/>
                </a:lnTo>
                <a:lnTo>
                  <a:pt x="220" y="496"/>
                </a:lnTo>
                <a:lnTo>
                  <a:pt x="220" y="494"/>
                </a:lnTo>
                <a:lnTo>
                  <a:pt x="218" y="492"/>
                </a:lnTo>
                <a:lnTo>
                  <a:pt x="217" y="492"/>
                </a:lnTo>
                <a:lnTo>
                  <a:pt x="216" y="492"/>
                </a:lnTo>
                <a:lnTo>
                  <a:pt x="215" y="492"/>
                </a:lnTo>
                <a:lnTo>
                  <a:pt x="214" y="491"/>
                </a:lnTo>
                <a:lnTo>
                  <a:pt x="214" y="492"/>
                </a:lnTo>
                <a:lnTo>
                  <a:pt x="213" y="492"/>
                </a:lnTo>
                <a:lnTo>
                  <a:pt x="213" y="493"/>
                </a:lnTo>
                <a:lnTo>
                  <a:pt x="212" y="493"/>
                </a:lnTo>
                <a:lnTo>
                  <a:pt x="211" y="493"/>
                </a:lnTo>
                <a:lnTo>
                  <a:pt x="210" y="493"/>
                </a:lnTo>
                <a:lnTo>
                  <a:pt x="209" y="493"/>
                </a:lnTo>
                <a:lnTo>
                  <a:pt x="208" y="493"/>
                </a:lnTo>
                <a:lnTo>
                  <a:pt x="207" y="493"/>
                </a:lnTo>
                <a:lnTo>
                  <a:pt x="206" y="494"/>
                </a:lnTo>
                <a:lnTo>
                  <a:pt x="205" y="494"/>
                </a:lnTo>
                <a:lnTo>
                  <a:pt x="205" y="495"/>
                </a:lnTo>
                <a:lnTo>
                  <a:pt x="205" y="494"/>
                </a:lnTo>
                <a:lnTo>
                  <a:pt x="204" y="494"/>
                </a:lnTo>
                <a:lnTo>
                  <a:pt x="203" y="494"/>
                </a:lnTo>
                <a:lnTo>
                  <a:pt x="202" y="493"/>
                </a:lnTo>
                <a:lnTo>
                  <a:pt x="201" y="493"/>
                </a:lnTo>
                <a:lnTo>
                  <a:pt x="201" y="494"/>
                </a:lnTo>
                <a:lnTo>
                  <a:pt x="201" y="495"/>
                </a:lnTo>
                <a:lnTo>
                  <a:pt x="202" y="496"/>
                </a:lnTo>
                <a:lnTo>
                  <a:pt x="202" y="497"/>
                </a:lnTo>
                <a:lnTo>
                  <a:pt x="201" y="497"/>
                </a:lnTo>
                <a:lnTo>
                  <a:pt x="201" y="498"/>
                </a:lnTo>
                <a:lnTo>
                  <a:pt x="200" y="498"/>
                </a:lnTo>
                <a:lnTo>
                  <a:pt x="200" y="499"/>
                </a:lnTo>
                <a:lnTo>
                  <a:pt x="199" y="500"/>
                </a:lnTo>
                <a:lnTo>
                  <a:pt x="199" y="502"/>
                </a:lnTo>
                <a:lnTo>
                  <a:pt x="199" y="503"/>
                </a:lnTo>
                <a:lnTo>
                  <a:pt x="199" y="504"/>
                </a:lnTo>
                <a:lnTo>
                  <a:pt x="199" y="506"/>
                </a:lnTo>
                <a:lnTo>
                  <a:pt x="198" y="506"/>
                </a:lnTo>
                <a:lnTo>
                  <a:pt x="198" y="507"/>
                </a:lnTo>
                <a:lnTo>
                  <a:pt x="197" y="509"/>
                </a:lnTo>
                <a:lnTo>
                  <a:pt x="197" y="510"/>
                </a:lnTo>
                <a:lnTo>
                  <a:pt x="197" y="511"/>
                </a:lnTo>
                <a:lnTo>
                  <a:pt x="198" y="513"/>
                </a:lnTo>
                <a:lnTo>
                  <a:pt x="198" y="514"/>
                </a:lnTo>
                <a:lnTo>
                  <a:pt x="198" y="515"/>
                </a:lnTo>
                <a:lnTo>
                  <a:pt x="197" y="515"/>
                </a:lnTo>
                <a:lnTo>
                  <a:pt x="196" y="515"/>
                </a:lnTo>
                <a:lnTo>
                  <a:pt x="195" y="516"/>
                </a:lnTo>
                <a:lnTo>
                  <a:pt x="194" y="516"/>
                </a:lnTo>
                <a:lnTo>
                  <a:pt x="193" y="516"/>
                </a:lnTo>
                <a:lnTo>
                  <a:pt x="190" y="515"/>
                </a:lnTo>
                <a:lnTo>
                  <a:pt x="189" y="514"/>
                </a:lnTo>
                <a:lnTo>
                  <a:pt x="188" y="514"/>
                </a:lnTo>
                <a:lnTo>
                  <a:pt x="187" y="514"/>
                </a:lnTo>
                <a:lnTo>
                  <a:pt x="186" y="514"/>
                </a:lnTo>
                <a:lnTo>
                  <a:pt x="185" y="513"/>
                </a:lnTo>
                <a:lnTo>
                  <a:pt x="183" y="513"/>
                </a:lnTo>
                <a:lnTo>
                  <a:pt x="183" y="514"/>
                </a:lnTo>
                <a:lnTo>
                  <a:pt x="182" y="514"/>
                </a:lnTo>
                <a:lnTo>
                  <a:pt x="181" y="514"/>
                </a:lnTo>
                <a:lnTo>
                  <a:pt x="180" y="514"/>
                </a:lnTo>
                <a:lnTo>
                  <a:pt x="179" y="513"/>
                </a:lnTo>
                <a:lnTo>
                  <a:pt x="179" y="512"/>
                </a:lnTo>
                <a:lnTo>
                  <a:pt x="178" y="512"/>
                </a:lnTo>
                <a:lnTo>
                  <a:pt x="178" y="511"/>
                </a:lnTo>
                <a:lnTo>
                  <a:pt x="178" y="510"/>
                </a:lnTo>
                <a:lnTo>
                  <a:pt x="177" y="510"/>
                </a:lnTo>
                <a:lnTo>
                  <a:pt x="177" y="509"/>
                </a:lnTo>
                <a:lnTo>
                  <a:pt x="177" y="508"/>
                </a:lnTo>
                <a:lnTo>
                  <a:pt x="177" y="507"/>
                </a:lnTo>
                <a:lnTo>
                  <a:pt x="176" y="507"/>
                </a:lnTo>
                <a:lnTo>
                  <a:pt x="175" y="507"/>
                </a:lnTo>
                <a:lnTo>
                  <a:pt x="174" y="506"/>
                </a:lnTo>
                <a:lnTo>
                  <a:pt x="173" y="505"/>
                </a:lnTo>
                <a:lnTo>
                  <a:pt x="173" y="504"/>
                </a:lnTo>
                <a:lnTo>
                  <a:pt x="172" y="504"/>
                </a:lnTo>
                <a:lnTo>
                  <a:pt x="170" y="504"/>
                </a:lnTo>
                <a:lnTo>
                  <a:pt x="170" y="503"/>
                </a:lnTo>
                <a:lnTo>
                  <a:pt x="169" y="503"/>
                </a:lnTo>
                <a:lnTo>
                  <a:pt x="168" y="503"/>
                </a:lnTo>
                <a:lnTo>
                  <a:pt x="167" y="502"/>
                </a:lnTo>
                <a:lnTo>
                  <a:pt x="167" y="501"/>
                </a:lnTo>
                <a:lnTo>
                  <a:pt x="166" y="500"/>
                </a:lnTo>
                <a:lnTo>
                  <a:pt x="166" y="501"/>
                </a:lnTo>
                <a:lnTo>
                  <a:pt x="165" y="501"/>
                </a:lnTo>
                <a:lnTo>
                  <a:pt x="164" y="501"/>
                </a:lnTo>
                <a:lnTo>
                  <a:pt x="164" y="500"/>
                </a:lnTo>
                <a:lnTo>
                  <a:pt x="164" y="499"/>
                </a:lnTo>
                <a:lnTo>
                  <a:pt x="164" y="498"/>
                </a:lnTo>
                <a:lnTo>
                  <a:pt x="164" y="497"/>
                </a:lnTo>
                <a:lnTo>
                  <a:pt x="163" y="497"/>
                </a:lnTo>
                <a:lnTo>
                  <a:pt x="162" y="496"/>
                </a:lnTo>
                <a:lnTo>
                  <a:pt x="161" y="496"/>
                </a:lnTo>
                <a:lnTo>
                  <a:pt x="160" y="496"/>
                </a:lnTo>
                <a:lnTo>
                  <a:pt x="160" y="497"/>
                </a:lnTo>
                <a:lnTo>
                  <a:pt x="159" y="497"/>
                </a:lnTo>
                <a:lnTo>
                  <a:pt x="158" y="497"/>
                </a:lnTo>
                <a:lnTo>
                  <a:pt x="157" y="497"/>
                </a:lnTo>
                <a:lnTo>
                  <a:pt x="157" y="498"/>
                </a:lnTo>
                <a:lnTo>
                  <a:pt x="156" y="498"/>
                </a:lnTo>
                <a:lnTo>
                  <a:pt x="156" y="500"/>
                </a:lnTo>
                <a:lnTo>
                  <a:pt x="155" y="500"/>
                </a:lnTo>
                <a:lnTo>
                  <a:pt x="154" y="499"/>
                </a:lnTo>
                <a:lnTo>
                  <a:pt x="153" y="499"/>
                </a:lnTo>
                <a:lnTo>
                  <a:pt x="153" y="500"/>
                </a:lnTo>
                <a:lnTo>
                  <a:pt x="153" y="501"/>
                </a:lnTo>
                <a:lnTo>
                  <a:pt x="154" y="501"/>
                </a:lnTo>
                <a:lnTo>
                  <a:pt x="155" y="502"/>
                </a:lnTo>
                <a:lnTo>
                  <a:pt x="156" y="503"/>
                </a:lnTo>
                <a:lnTo>
                  <a:pt x="157" y="503"/>
                </a:lnTo>
                <a:lnTo>
                  <a:pt x="157" y="504"/>
                </a:lnTo>
                <a:lnTo>
                  <a:pt x="157" y="505"/>
                </a:lnTo>
                <a:lnTo>
                  <a:pt x="156" y="506"/>
                </a:lnTo>
                <a:lnTo>
                  <a:pt x="155" y="507"/>
                </a:lnTo>
                <a:lnTo>
                  <a:pt x="154" y="507"/>
                </a:lnTo>
                <a:lnTo>
                  <a:pt x="152" y="507"/>
                </a:lnTo>
                <a:lnTo>
                  <a:pt x="151" y="507"/>
                </a:lnTo>
                <a:lnTo>
                  <a:pt x="151" y="508"/>
                </a:lnTo>
                <a:lnTo>
                  <a:pt x="150" y="507"/>
                </a:lnTo>
                <a:lnTo>
                  <a:pt x="149" y="506"/>
                </a:lnTo>
                <a:lnTo>
                  <a:pt x="148" y="505"/>
                </a:lnTo>
                <a:lnTo>
                  <a:pt x="146" y="505"/>
                </a:lnTo>
                <a:lnTo>
                  <a:pt x="146" y="504"/>
                </a:lnTo>
                <a:lnTo>
                  <a:pt x="145" y="502"/>
                </a:lnTo>
                <a:lnTo>
                  <a:pt x="142" y="501"/>
                </a:lnTo>
                <a:lnTo>
                  <a:pt x="140" y="499"/>
                </a:lnTo>
                <a:lnTo>
                  <a:pt x="139" y="497"/>
                </a:lnTo>
                <a:lnTo>
                  <a:pt x="139" y="496"/>
                </a:lnTo>
                <a:lnTo>
                  <a:pt x="138" y="495"/>
                </a:lnTo>
                <a:lnTo>
                  <a:pt x="138" y="494"/>
                </a:lnTo>
                <a:lnTo>
                  <a:pt x="137" y="494"/>
                </a:lnTo>
                <a:lnTo>
                  <a:pt x="136" y="493"/>
                </a:lnTo>
                <a:lnTo>
                  <a:pt x="136" y="492"/>
                </a:lnTo>
                <a:lnTo>
                  <a:pt x="136" y="491"/>
                </a:lnTo>
                <a:lnTo>
                  <a:pt x="137" y="490"/>
                </a:lnTo>
                <a:lnTo>
                  <a:pt x="136" y="490"/>
                </a:lnTo>
                <a:lnTo>
                  <a:pt x="136" y="489"/>
                </a:lnTo>
                <a:lnTo>
                  <a:pt x="135" y="489"/>
                </a:lnTo>
                <a:lnTo>
                  <a:pt x="135" y="488"/>
                </a:lnTo>
                <a:lnTo>
                  <a:pt x="136" y="488"/>
                </a:lnTo>
                <a:lnTo>
                  <a:pt x="136" y="487"/>
                </a:lnTo>
                <a:lnTo>
                  <a:pt x="136" y="486"/>
                </a:lnTo>
                <a:lnTo>
                  <a:pt x="137" y="486"/>
                </a:lnTo>
                <a:lnTo>
                  <a:pt x="138" y="486"/>
                </a:lnTo>
                <a:lnTo>
                  <a:pt x="139" y="486"/>
                </a:lnTo>
                <a:lnTo>
                  <a:pt x="140" y="487"/>
                </a:lnTo>
                <a:lnTo>
                  <a:pt x="140" y="486"/>
                </a:lnTo>
                <a:lnTo>
                  <a:pt x="141" y="486"/>
                </a:lnTo>
                <a:lnTo>
                  <a:pt x="141" y="488"/>
                </a:lnTo>
                <a:lnTo>
                  <a:pt x="142" y="488"/>
                </a:lnTo>
                <a:lnTo>
                  <a:pt x="143" y="487"/>
                </a:lnTo>
                <a:lnTo>
                  <a:pt x="144" y="487"/>
                </a:lnTo>
                <a:lnTo>
                  <a:pt x="145" y="487"/>
                </a:lnTo>
                <a:lnTo>
                  <a:pt x="145" y="486"/>
                </a:lnTo>
                <a:lnTo>
                  <a:pt x="145" y="484"/>
                </a:lnTo>
                <a:lnTo>
                  <a:pt x="146" y="484"/>
                </a:lnTo>
                <a:lnTo>
                  <a:pt x="146" y="483"/>
                </a:lnTo>
                <a:lnTo>
                  <a:pt x="147" y="481"/>
                </a:lnTo>
                <a:lnTo>
                  <a:pt x="147" y="480"/>
                </a:lnTo>
                <a:lnTo>
                  <a:pt x="148" y="479"/>
                </a:lnTo>
                <a:lnTo>
                  <a:pt x="148" y="478"/>
                </a:lnTo>
                <a:lnTo>
                  <a:pt x="147" y="477"/>
                </a:lnTo>
                <a:lnTo>
                  <a:pt x="146" y="478"/>
                </a:lnTo>
                <a:lnTo>
                  <a:pt x="145" y="477"/>
                </a:lnTo>
                <a:lnTo>
                  <a:pt x="146" y="476"/>
                </a:lnTo>
                <a:lnTo>
                  <a:pt x="146" y="475"/>
                </a:lnTo>
                <a:lnTo>
                  <a:pt x="145" y="475"/>
                </a:lnTo>
                <a:lnTo>
                  <a:pt x="144" y="475"/>
                </a:lnTo>
                <a:lnTo>
                  <a:pt x="144" y="476"/>
                </a:lnTo>
                <a:lnTo>
                  <a:pt x="144" y="475"/>
                </a:lnTo>
                <a:lnTo>
                  <a:pt x="143" y="476"/>
                </a:lnTo>
                <a:lnTo>
                  <a:pt x="143" y="477"/>
                </a:lnTo>
                <a:lnTo>
                  <a:pt x="142" y="476"/>
                </a:lnTo>
                <a:lnTo>
                  <a:pt x="142" y="475"/>
                </a:lnTo>
                <a:lnTo>
                  <a:pt x="141" y="474"/>
                </a:lnTo>
                <a:lnTo>
                  <a:pt x="140" y="473"/>
                </a:lnTo>
                <a:lnTo>
                  <a:pt x="140" y="471"/>
                </a:lnTo>
                <a:lnTo>
                  <a:pt x="140" y="470"/>
                </a:lnTo>
                <a:lnTo>
                  <a:pt x="140" y="469"/>
                </a:lnTo>
                <a:lnTo>
                  <a:pt x="139" y="468"/>
                </a:lnTo>
                <a:lnTo>
                  <a:pt x="138" y="469"/>
                </a:lnTo>
                <a:lnTo>
                  <a:pt x="137" y="469"/>
                </a:lnTo>
                <a:lnTo>
                  <a:pt x="136" y="469"/>
                </a:lnTo>
                <a:lnTo>
                  <a:pt x="135" y="469"/>
                </a:lnTo>
                <a:lnTo>
                  <a:pt x="135" y="468"/>
                </a:lnTo>
                <a:lnTo>
                  <a:pt x="136" y="467"/>
                </a:lnTo>
                <a:lnTo>
                  <a:pt x="136" y="466"/>
                </a:lnTo>
                <a:lnTo>
                  <a:pt x="135" y="466"/>
                </a:lnTo>
                <a:lnTo>
                  <a:pt x="134" y="464"/>
                </a:lnTo>
                <a:lnTo>
                  <a:pt x="134" y="463"/>
                </a:lnTo>
                <a:lnTo>
                  <a:pt x="133" y="463"/>
                </a:lnTo>
                <a:lnTo>
                  <a:pt x="132" y="463"/>
                </a:lnTo>
                <a:lnTo>
                  <a:pt x="132" y="462"/>
                </a:lnTo>
                <a:lnTo>
                  <a:pt x="133" y="462"/>
                </a:lnTo>
                <a:lnTo>
                  <a:pt x="133" y="461"/>
                </a:lnTo>
                <a:lnTo>
                  <a:pt x="134" y="461"/>
                </a:lnTo>
                <a:lnTo>
                  <a:pt x="134" y="462"/>
                </a:lnTo>
                <a:lnTo>
                  <a:pt x="135" y="462"/>
                </a:lnTo>
                <a:lnTo>
                  <a:pt x="136" y="462"/>
                </a:lnTo>
                <a:lnTo>
                  <a:pt x="136" y="461"/>
                </a:lnTo>
                <a:lnTo>
                  <a:pt x="135" y="460"/>
                </a:lnTo>
                <a:lnTo>
                  <a:pt x="134" y="459"/>
                </a:lnTo>
                <a:lnTo>
                  <a:pt x="135" y="457"/>
                </a:lnTo>
                <a:lnTo>
                  <a:pt x="136" y="457"/>
                </a:lnTo>
                <a:lnTo>
                  <a:pt x="136" y="456"/>
                </a:lnTo>
                <a:lnTo>
                  <a:pt x="139" y="454"/>
                </a:lnTo>
                <a:lnTo>
                  <a:pt x="139" y="453"/>
                </a:lnTo>
                <a:lnTo>
                  <a:pt x="139" y="452"/>
                </a:lnTo>
                <a:lnTo>
                  <a:pt x="138" y="451"/>
                </a:lnTo>
                <a:lnTo>
                  <a:pt x="136" y="451"/>
                </a:lnTo>
                <a:lnTo>
                  <a:pt x="135" y="450"/>
                </a:lnTo>
                <a:lnTo>
                  <a:pt x="134" y="450"/>
                </a:lnTo>
                <a:lnTo>
                  <a:pt x="134" y="449"/>
                </a:lnTo>
                <a:lnTo>
                  <a:pt x="133" y="448"/>
                </a:lnTo>
                <a:lnTo>
                  <a:pt x="132" y="448"/>
                </a:lnTo>
                <a:lnTo>
                  <a:pt x="131" y="447"/>
                </a:lnTo>
                <a:lnTo>
                  <a:pt x="130" y="446"/>
                </a:lnTo>
                <a:lnTo>
                  <a:pt x="130" y="445"/>
                </a:lnTo>
                <a:lnTo>
                  <a:pt x="129" y="445"/>
                </a:lnTo>
                <a:lnTo>
                  <a:pt x="128" y="445"/>
                </a:lnTo>
                <a:lnTo>
                  <a:pt x="127" y="445"/>
                </a:lnTo>
                <a:lnTo>
                  <a:pt x="126" y="445"/>
                </a:lnTo>
                <a:lnTo>
                  <a:pt x="125" y="445"/>
                </a:lnTo>
                <a:lnTo>
                  <a:pt x="124" y="445"/>
                </a:lnTo>
                <a:lnTo>
                  <a:pt x="124" y="446"/>
                </a:lnTo>
                <a:lnTo>
                  <a:pt x="123" y="446"/>
                </a:lnTo>
                <a:lnTo>
                  <a:pt x="123" y="444"/>
                </a:lnTo>
                <a:lnTo>
                  <a:pt x="122" y="443"/>
                </a:lnTo>
                <a:lnTo>
                  <a:pt x="121" y="443"/>
                </a:lnTo>
                <a:lnTo>
                  <a:pt x="121" y="442"/>
                </a:lnTo>
                <a:lnTo>
                  <a:pt x="120" y="441"/>
                </a:lnTo>
                <a:lnTo>
                  <a:pt x="121" y="441"/>
                </a:lnTo>
                <a:lnTo>
                  <a:pt x="122" y="441"/>
                </a:lnTo>
                <a:lnTo>
                  <a:pt x="123" y="440"/>
                </a:lnTo>
                <a:lnTo>
                  <a:pt x="123" y="439"/>
                </a:lnTo>
                <a:lnTo>
                  <a:pt x="122" y="439"/>
                </a:lnTo>
                <a:lnTo>
                  <a:pt x="121" y="439"/>
                </a:lnTo>
                <a:lnTo>
                  <a:pt x="121" y="438"/>
                </a:lnTo>
                <a:lnTo>
                  <a:pt x="122" y="438"/>
                </a:lnTo>
                <a:lnTo>
                  <a:pt x="122" y="437"/>
                </a:lnTo>
                <a:lnTo>
                  <a:pt x="123" y="437"/>
                </a:lnTo>
                <a:lnTo>
                  <a:pt x="123" y="436"/>
                </a:lnTo>
                <a:lnTo>
                  <a:pt x="122" y="436"/>
                </a:lnTo>
                <a:lnTo>
                  <a:pt x="121" y="436"/>
                </a:lnTo>
                <a:lnTo>
                  <a:pt x="120" y="435"/>
                </a:lnTo>
                <a:lnTo>
                  <a:pt x="118" y="434"/>
                </a:lnTo>
                <a:lnTo>
                  <a:pt x="117" y="433"/>
                </a:lnTo>
                <a:lnTo>
                  <a:pt x="116" y="433"/>
                </a:lnTo>
                <a:lnTo>
                  <a:pt x="115" y="432"/>
                </a:lnTo>
                <a:lnTo>
                  <a:pt x="114" y="433"/>
                </a:lnTo>
                <a:lnTo>
                  <a:pt x="113" y="433"/>
                </a:lnTo>
                <a:lnTo>
                  <a:pt x="113" y="432"/>
                </a:lnTo>
                <a:lnTo>
                  <a:pt x="112" y="432"/>
                </a:lnTo>
                <a:lnTo>
                  <a:pt x="112" y="431"/>
                </a:lnTo>
                <a:lnTo>
                  <a:pt x="113" y="431"/>
                </a:lnTo>
                <a:lnTo>
                  <a:pt x="112" y="431"/>
                </a:lnTo>
                <a:lnTo>
                  <a:pt x="112" y="430"/>
                </a:lnTo>
                <a:lnTo>
                  <a:pt x="111" y="430"/>
                </a:lnTo>
                <a:lnTo>
                  <a:pt x="110" y="430"/>
                </a:lnTo>
                <a:lnTo>
                  <a:pt x="109" y="431"/>
                </a:lnTo>
                <a:lnTo>
                  <a:pt x="108" y="431"/>
                </a:lnTo>
                <a:lnTo>
                  <a:pt x="107" y="431"/>
                </a:lnTo>
                <a:lnTo>
                  <a:pt x="106" y="432"/>
                </a:lnTo>
                <a:lnTo>
                  <a:pt x="103" y="432"/>
                </a:lnTo>
                <a:lnTo>
                  <a:pt x="102" y="433"/>
                </a:lnTo>
                <a:lnTo>
                  <a:pt x="101" y="433"/>
                </a:lnTo>
                <a:lnTo>
                  <a:pt x="100" y="434"/>
                </a:lnTo>
                <a:lnTo>
                  <a:pt x="100" y="435"/>
                </a:lnTo>
                <a:lnTo>
                  <a:pt x="98" y="436"/>
                </a:lnTo>
                <a:lnTo>
                  <a:pt x="98" y="437"/>
                </a:lnTo>
                <a:lnTo>
                  <a:pt x="96" y="437"/>
                </a:lnTo>
                <a:lnTo>
                  <a:pt x="95" y="437"/>
                </a:lnTo>
                <a:lnTo>
                  <a:pt x="94" y="437"/>
                </a:lnTo>
                <a:lnTo>
                  <a:pt x="92" y="437"/>
                </a:lnTo>
                <a:lnTo>
                  <a:pt x="91" y="437"/>
                </a:lnTo>
                <a:lnTo>
                  <a:pt x="90" y="437"/>
                </a:lnTo>
                <a:lnTo>
                  <a:pt x="89" y="437"/>
                </a:lnTo>
                <a:lnTo>
                  <a:pt x="88" y="437"/>
                </a:lnTo>
                <a:lnTo>
                  <a:pt x="88" y="436"/>
                </a:lnTo>
                <a:lnTo>
                  <a:pt x="88" y="435"/>
                </a:lnTo>
                <a:lnTo>
                  <a:pt x="87" y="434"/>
                </a:lnTo>
                <a:lnTo>
                  <a:pt x="86" y="434"/>
                </a:lnTo>
                <a:lnTo>
                  <a:pt x="84" y="433"/>
                </a:lnTo>
                <a:lnTo>
                  <a:pt x="82" y="433"/>
                </a:lnTo>
                <a:lnTo>
                  <a:pt x="81" y="432"/>
                </a:lnTo>
                <a:lnTo>
                  <a:pt x="80" y="432"/>
                </a:lnTo>
                <a:lnTo>
                  <a:pt x="79" y="432"/>
                </a:lnTo>
                <a:lnTo>
                  <a:pt x="78" y="432"/>
                </a:lnTo>
                <a:lnTo>
                  <a:pt x="77" y="432"/>
                </a:lnTo>
                <a:lnTo>
                  <a:pt x="77" y="431"/>
                </a:lnTo>
                <a:lnTo>
                  <a:pt x="76" y="431"/>
                </a:lnTo>
                <a:lnTo>
                  <a:pt x="75" y="431"/>
                </a:lnTo>
                <a:lnTo>
                  <a:pt x="74" y="431"/>
                </a:lnTo>
                <a:lnTo>
                  <a:pt x="74" y="430"/>
                </a:lnTo>
                <a:lnTo>
                  <a:pt x="73" y="429"/>
                </a:lnTo>
                <a:lnTo>
                  <a:pt x="72" y="429"/>
                </a:lnTo>
                <a:lnTo>
                  <a:pt x="71" y="430"/>
                </a:lnTo>
                <a:lnTo>
                  <a:pt x="70" y="430"/>
                </a:lnTo>
                <a:lnTo>
                  <a:pt x="69" y="431"/>
                </a:lnTo>
                <a:lnTo>
                  <a:pt x="68" y="431"/>
                </a:lnTo>
                <a:lnTo>
                  <a:pt x="67" y="431"/>
                </a:lnTo>
                <a:lnTo>
                  <a:pt x="66" y="430"/>
                </a:lnTo>
                <a:lnTo>
                  <a:pt x="64" y="430"/>
                </a:lnTo>
                <a:lnTo>
                  <a:pt x="63" y="430"/>
                </a:lnTo>
                <a:lnTo>
                  <a:pt x="62" y="430"/>
                </a:lnTo>
                <a:lnTo>
                  <a:pt x="61" y="430"/>
                </a:lnTo>
                <a:lnTo>
                  <a:pt x="60" y="430"/>
                </a:lnTo>
                <a:lnTo>
                  <a:pt x="60" y="429"/>
                </a:lnTo>
                <a:lnTo>
                  <a:pt x="60" y="428"/>
                </a:lnTo>
                <a:lnTo>
                  <a:pt x="60" y="427"/>
                </a:lnTo>
                <a:lnTo>
                  <a:pt x="59" y="427"/>
                </a:lnTo>
                <a:lnTo>
                  <a:pt x="58" y="427"/>
                </a:lnTo>
                <a:lnTo>
                  <a:pt x="57" y="427"/>
                </a:lnTo>
                <a:lnTo>
                  <a:pt x="56" y="427"/>
                </a:lnTo>
                <a:lnTo>
                  <a:pt x="56" y="431"/>
                </a:lnTo>
                <a:lnTo>
                  <a:pt x="55" y="431"/>
                </a:lnTo>
                <a:lnTo>
                  <a:pt x="53" y="430"/>
                </a:lnTo>
                <a:lnTo>
                  <a:pt x="52" y="430"/>
                </a:lnTo>
                <a:lnTo>
                  <a:pt x="52" y="429"/>
                </a:lnTo>
                <a:lnTo>
                  <a:pt x="51" y="429"/>
                </a:lnTo>
                <a:lnTo>
                  <a:pt x="50" y="430"/>
                </a:lnTo>
                <a:lnTo>
                  <a:pt x="49" y="430"/>
                </a:lnTo>
                <a:lnTo>
                  <a:pt x="49" y="431"/>
                </a:lnTo>
                <a:lnTo>
                  <a:pt x="48" y="433"/>
                </a:lnTo>
                <a:lnTo>
                  <a:pt x="47" y="434"/>
                </a:lnTo>
                <a:lnTo>
                  <a:pt x="47" y="435"/>
                </a:lnTo>
                <a:lnTo>
                  <a:pt x="48" y="436"/>
                </a:lnTo>
                <a:lnTo>
                  <a:pt x="48" y="437"/>
                </a:lnTo>
                <a:lnTo>
                  <a:pt x="48" y="438"/>
                </a:lnTo>
                <a:lnTo>
                  <a:pt x="48" y="440"/>
                </a:lnTo>
                <a:lnTo>
                  <a:pt x="48" y="441"/>
                </a:lnTo>
                <a:lnTo>
                  <a:pt x="49" y="442"/>
                </a:lnTo>
                <a:lnTo>
                  <a:pt x="49" y="443"/>
                </a:lnTo>
                <a:lnTo>
                  <a:pt x="49" y="444"/>
                </a:lnTo>
                <a:lnTo>
                  <a:pt x="50" y="444"/>
                </a:lnTo>
                <a:lnTo>
                  <a:pt x="50" y="445"/>
                </a:lnTo>
                <a:lnTo>
                  <a:pt x="49" y="445"/>
                </a:lnTo>
                <a:lnTo>
                  <a:pt x="49" y="446"/>
                </a:lnTo>
                <a:lnTo>
                  <a:pt x="49" y="447"/>
                </a:lnTo>
                <a:lnTo>
                  <a:pt x="49" y="448"/>
                </a:lnTo>
                <a:lnTo>
                  <a:pt x="49" y="449"/>
                </a:lnTo>
                <a:lnTo>
                  <a:pt x="50" y="449"/>
                </a:lnTo>
                <a:lnTo>
                  <a:pt x="51" y="449"/>
                </a:lnTo>
                <a:lnTo>
                  <a:pt x="51" y="450"/>
                </a:lnTo>
                <a:lnTo>
                  <a:pt x="51" y="451"/>
                </a:lnTo>
                <a:lnTo>
                  <a:pt x="51" y="452"/>
                </a:lnTo>
                <a:lnTo>
                  <a:pt x="50" y="452"/>
                </a:lnTo>
                <a:lnTo>
                  <a:pt x="50" y="453"/>
                </a:lnTo>
                <a:lnTo>
                  <a:pt x="49" y="453"/>
                </a:lnTo>
                <a:lnTo>
                  <a:pt x="49" y="454"/>
                </a:lnTo>
                <a:lnTo>
                  <a:pt x="48" y="454"/>
                </a:lnTo>
                <a:lnTo>
                  <a:pt x="48" y="455"/>
                </a:lnTo>
                <a:lnTo>
                  <a:pt x="47" y="455"/>
                </a:lnTo>
                <a:lnTo>
                  <a:pt x="46" y="455"/>
                </a:lnTo>
                <a:lnTo>
                  <a:pt x="45" y="455"/>
                </a:lnTo>
                <a:lnTo>
                  <a:pt x="45" y="454"/>
                </a:lnTo>
                <a:lnTo>
                  <a:pt x="44" y="454"/>
                </a:lnTo>
                <a:lnTo>
                  <a:pt x="43" y="454"/>
                </a:lnTo>
                <a:lnTo>
                  <a:pt x="43" y="453"/>
                </a:lnTo>
                <a:lnTo>
                  <a:pt x="43" y="452"/>
                </a:lnTo>
                <a:lnTo>
                  <a:pt x="42" y="452"/>
                </a:lnTo>
                <a:lnTo>
                  <a:pt x="42" y="451"/>
                </a:lnTo>
                <a:lnTo>
                  <a:pt x="41" y="450"/>
                </a:lnTo>
                <a:lnTo>
                  <a:pt x="39" y="449"/>
                </a:lnTo>
                <a:lnTo>
                  <a:pt x="38" y="448"/>
                </a:lnTo>
                <a:lnTo>
                  <a:pt x="37" y="446"/>
                </a:lnTo>
                <a:lnTo>
                  <a:pt x="36" y="445"/>
                </a:lnTo>
                <a:lnTo>
                  <a:pt x="35" y="445"/>
                </a:lnTo>
                <a:lnTo>
                  <a:pt x="34" y="445"/>
                </a:lnTo>
                <a:lnTo>
                  <a:pt x="33" y="445"/>
                </a:lnTo>
                <a:lnTo>
                  <a:pt x="32" y="444"/>
                </a:lnTo>
                <a:lnTo>
                  <a:pt x="30" y="444"/>
                </a:lnTo>
                <a:lnTo>
                  <a:pt x="30" y="443"/>
                </a:lnTo>
                <a:lnTo>
                  <a:pt x="29" y="444"/>
                </a:lnTo>
                <a:lnTo>
                  <a:pt x="29" y="443"/>
                </a:lnTo>
                <a:lnTo>
                  <a:pt x="30" y="443"/>
                </a:lnTo>
                <a:lnTo>
                  <a:pt x="30" y="442"/>
                </a:lnTo>
                <a:lnTo>
                  <a:pt x="30" y="441"/>
                </a:lnTo>
                <a:lnTo>
                  <a:pt x="31" y="440"/>
                </a:lnTo>
                <a:lnTo>
                  <a:pt x="32" y="440"/>
                </a:lnTo>
                <a:lnTo>
                  <a:pt x="32" y="439"/>
                </a:lnTo>
                <a:lnTo>
                  <a:pt x="33" y="439"/>
                </a:lnTo>
                <a:lnTo>
                  <a:pt x="33" y="438"/>
                </a:lnTo>
                <a:lnTo>
                  <a:pt x="32" y="438"/>
                </a:lnTo>
                <a:lnTo>
                  <a:pt x="32" y="437"/>
                </a:lnTo>
                <a:lnTo>
                  <a:pt x="32" y="436"/>
                </a:lnTo>
                <a:lnTo>
                  <a:pt x="31" y="435"/>
                </a:lnTo>
                <a:lnTo>
                  <a:pt x="30" y="434"/>
                </a:lnTo>
                <a:lnTo>
                  <a:pt x="28" y="434"/>
                </a:lnTo>
                <a:lnTo>
                  <a:pt x="27" y="434"/>
                </a:lnTo>
                <a:lnTo>
                  <a:pt x="26" y="434"/>
                </a:lnTo>
                <a:lnTo>
                  <a:pt x="25" y="434"/>
                </a:lnTo>
                <a:lnTo>
                  <a:pt x="25" y="435"/>
                </a:lnTo>
                <a:lnTo>
                  <a:pt x="24" y="435"/>
                </a:lnTo>
                <a:lnTo>
                  <a:pt x="23" y="434"/>
                </a:lnTo>
                <a:lnTo>
                  <a:pt x="23" y="433"/>
                </a:lnTo>
                <a:lnTo>
                  <a:pt x="23" y="432"/>
                </a:lnTo>
                <a:lnTo>
                  <a:pt x="22" y="431"/>
                </a:lnTo>
                <a:lnTo>
                  <a:pt x="22" y="430"/>
                </a:lnTo>
                <a:lnTo>
                  <a:pt x="22" y="429"/>
                </a:lnTo>
                <a:lnTo>
                  <a:pt x="23" y="429"/>
                </a:lnTo>
                <a:lnTo>
                  <a:pt x="22" y="428"/>
                </a:lnTo>
                <a:lnTo>
                  <a:pt x="22" y="427"/>
                </a:lnTo>
                <a:lnTo>
                  <a:pt x="22" y="426"/>
                </a:lnTo>
                <a:lnTo>
                  <a:pt x="21" y="426"/>
                </a:lnTo>
                <a:lnTo>
                  <a:pt x="21" y="425"/>
                </a:lnTo>
                <a:lnTo>
                  <a:pt x="22" y="425"/>
                </a:lnTo>
                <a:lnTo>
                  <a:pt x="22" y="424"/>
                </a:lnTo>
                <a:lnTo>
                  <a:pt x="21" y="424"/>
                </a:lnTo>
                <a:lnTo>
                  <a:pt x="21" y="423"/>
                </a:lnTo>
                <a:lnTo>
                  <a:pt x="20" y="423"/>
                </a:lnTo>
                <a:lnTo>
                  <a:pt x="19" y="422"/>
                </a:lnTo>
                <a:lnTo>
                  <a:pt x="18" y="420"/>
                </a:lnTo>
                <a:lnTo>
                  <a:pt x="18" y="419"/>
                </a:lnTo>
                <a:lnTo>
                  <a:pt x="18" y="418"/>
                </a:lnTo>
                <a:lnTo>
                  <a:pt x="17" y="418"/>
                </a:lnTo>
                <a:lnTo>
                  <a:pt x="17" y="417"/>
                </a:lnTo>
                <a:lnTo>
                  <a:pt x="17" y="416"/>
                </a:lnTo>
                <a:lnTo>
                  <a:pt x="18" y="416"/>
                </a:lnTo>
                <a:lnTo>
                  <a:pt x="18" y="415"/>
                </a:lnTo>
                <a:lnTo>
                  <a:pt x="18" y="414"/>
                </a:lnTo>
                <a:lnTo>
                  <a:pt x="17" y="413"/>
                </a:lnTo>
                <a:lnTo>
                  <a:pt x="16" y="412"/>
                </a:lnTo>
                <a:lnTo>
                  <a:pt x="15" y="411"/>
                </a:lnTo>
                <a:lnTo>
                  <a:pt x="15" y="412"/>
                </a:lnTo>
                <a:lnTo>
                  <a:pt x="14" y="412"/>
                </a:lnTo>
                <a:lnTo>
                  <a:pt x="13" y="411"/>
                </a:lnTo>
                <a:lnTo>
                  <a:pt x="12" y="408"/>
                </a:lnTo>
                <a:lnTo>
                  <a:pt x="12" y="407"/>
                </a:lnTo>
                <a:lnTo>
                  <a:pt x="12" y="406"/>
                </a:lnTo>
                <a:lnTo>
                  <a:pt x="12" y="405"/>
                </a:lnTo>
                <a:lnTo>
                  <a:pt x="11" y="404"/>
                </a:lnTo>
                <a:lnTo>
                  <a:pt x="11" y="403"/>
                </a:lnTo>
                <a:lnTo>
                  <a:pt x="10" y="401"/>
                </a:lnTo>
                <a:lnTo>
                  <a:pt x="10" y="400"/>
                </a:lnTo>
                <a:lnTo>
                  <a:pt x="10" y="399"/>
                </a:lnTo>
                <a:lnTo>
                  <a:pt x="10" y="398"/>
                </a:lnTo>
                <a:lnTo>
                  <a:pt x="10" y="396"/>
                </a:lnTo>
                <a:lnTo>
                  <a:pt x="10" y="394"/>
                </a:lnTo>
                <a:lnTo>
                  <a:pt x="10" y="392"/>
                </a:lnTo>
                <a:lnTo>
                  <a:pt x="9" y="391"/>
                </a:lnTo>
                <a:lnTo>
                  <a:pt x="7" y="390"/>
                </a:lnTo>
                <a:lnTo>
                  <a:pt x="6" y="388"/>
                </a:lnTo>
                <a:lnTo>
                  <a:pt x="6" y="389"/>
                </a:lnTo>
                <a:lnTo>
                  <a:pt x="5" y="389"/>
                </a:lnTo>
                <a:lnTo>
                  <a:pt x="5" y="388"/>
                </a:lnTo>
                <a:lnTo>
                  <a:pt x="5" y="389"/>
                </a:lnTo>
                <a:lnTo>
                  <a:pt x="4" y="390"/>
                </a:lnTo>
                <a:lnTo>
                  <a:pt x="3" y="391"/>
                </a:lnTo>
                <a:lnTo>
                  <a:pt x="3" y="390"/>
                </a:lnTo>
                <a:lnTo>
                  <a:pt x="2" y="390"/>
                </a:lnTo>
                <a:lnTo>
                  <a:pt x="2" y="391"/>
                </a:lnTo>
                <a:lnTo>
                  <a:pt x="1" y="390"/>
                </a:lnTo>
                <a:lnTo>
                  <a:pt x="1" y="391"/>
                </a:lnTo>
                <a:lnTo>
                  <a:pt x="0" y="390"/>
                </a:lnTo>
                <a:lnTo>
                  <a:pt x="0" y="389"/>
                </a:lnTo>
                <a:lnTo>
                  <a:pt x="1" y="389"/>
                </a:lnTo>
                <a:lnTo>
                  <a:pt x="2" y="389"/>
                </a:lnTo>
                <a:lnTo>
                  <a:pt x="3" y="389"/>
                </a:lnTo>
                <a:lnTo>
                  <a:pt x="4" y="389"/>
                </a:lnTo>
                <a:lnTo>
                  <a:pt x="4" y="388"/>
                </a:lnTo>
                <a:lnTo>
                  <a:pt x="5" y="387"/>
                </a:lnTo>
                <a:lnTo>
                  <a:pt x="7" y="387"/>
                </a:lnTo>
                <a:lnTo>
                  <a:pt x="8" y="387"/>
                </a:lnTo>
                <a:lnTo>
                  <a:pt x="8" y="386"/>
                </a:lnTo>
                <a:lnTo>
                  <a:pt x="9" y="383"/>
                </a:lnTo>
                <a:lnTo>
                  <a:pt x="10" y="381"/>
                </a:lnTo>
                <a:lnTo>
                  <a:pt x="10" y="380"/>
                </a:lnTo>
                <a:lnTo>
                  <a:pt x="11" y="378"/>
                </a:lnTo>
                <a:lnTo>
                  <a:pt x="12" y="377"/>
                </a:lnTo>
                <a:lnTo>
                  <a:pt x="12" y="375"/>
                </a:lnTo>
                <a:lnTo>
                  <a:pt x="13" y="373"/>
                </a:lnTo>
                <a:lnTo>
                  <a:pt x="13" y="372"/>
                </a:lnTo>
                <a:lnTo>
                  <a:pt x="15" y="371"/>
                </a:lnTo>
                <a:lnTo>
                  <a:pt x="16" y="371"/>
                </a:lnTo>
                <a:lnTo>
                  <a:pt x="18" y="372"/>
                </a:lnTo>
                <a:lnTo>
                  <a:pt x="20" y="372"/>
                </a:lnTo>
                <a:lnTo>
                  <a:pt x="21" y="372"/>
                </a:lnTo>
                <a:lnTo>
                  <a:pt x="22" y="373"/>
                </a:lnTo>
                <a:lnTo>
                  <a:pt x="22" y="374"/>
                </a:lnTo>
                <a:lnTo>
                  <a:pt x="23" y="375"/>
                </a:lnTo>
                <a:lnTo>
                  <a:pt x="25" y="375"/>
                </a:lnTo>
                <a:lnTo>
                  <a:pt x="26" y="375"/>
                </a:lnTo>
                <a:lnTo>
                  <a:pt x="27" y="376"/>
                </a:lnTo>
                <a:lnTo>
                  <a:pt x="28" y="377"/>
                </a:lnTo>
                <a:lnTo>
                  <a:pt x="28" y="379"/>
                </a:lnTo>
                <a:lnTo>
                  <a:pt x="31" y="382"/>
                </a:lnTo>
                <a:lnTo>
                  <a:pt x="33" y="385"/>
                </a:lnTo>
                <a:lnTo>
                  <a:pt x="33" y="386"/>
                </a:lnTo>
                <a:lnTo>
                  <a:pt x="34" y="386"/>
                </a:lnTo>
                <a:lnTo>
                  <a:pt x="35" y="386"/>
                </a:lnTo>
                <a:lnTo>
                  <a:pt x="37" y="386"/>
                </a:lnTo>
                <a:lnTo>
                  <a:pt x="38" y="386"/>
                </a:lnTo>
                <a:lnTo>
                  <a:pt x="40" y="387"/>
                </a:lnTo>
                <a:lnTo>
                  <a:pt x="42" y="387"/>
                </a:lnTo>
                <a:lnTo>
                  <a:pt x="43" y="387"/>
                </a:lnTo>
                <a:lnTo>
                  <a:pt x="45" y="387"/>
                </a:lnTo>
                <a:lnTo>
                  <a:pt x="46" y="388"/>
                </a:lnTo>
                <a:lnTo>
                  <a:pt x="47" y="388"/>
                </a:lnTo>
                <a:lnTo>
                  <a:pt x="47" y="389"/>
                </a:lnTo>
                <a:lnTo>
                  <a:pt x="47" y="390"/>
                </a:lnTo>
                <a:lnTo>
                  <a:pt x="46" y="390"/>
                </a:lnTo>
                <a:lnTo>
                  <a:pt x="46" y="391"/>
                </a:lnTo>
                <a:lnTo>
                  <a:pt x="47" y="392"/>
                </a:lnTo>
                <a:lnTo>
                  <a:pt x="48" y="393"/>
                </a:lnTo>
                <a:lnTo>
                  <a:pt x="49" y="393"/>
                </a:lnTo>
                <a:lnTo>
                  <a:pt x="50" y="394"/>
                </a:lnTo>
                <a:lnTo>
                  <a:pt x="51" y="394"/>
                </a:lnTo>
                <a:lnTo>
                  <a:pt x="53" y="394"/>
                </a:lnTo>
                <a:lnTo>
                  <a:pt x="54" y="394"/>
                </a:lnTo>
                <a:lnTo>
                  <a:pt x="55" y="393"/>
                </a:lnTo>
                <a:lnTo>
                  <a:pt x="55" y="392"/>
                </a:lnTo>
                <a:lnTo>
                  <a:pt x="56" y="391"/>
                </a:lnTo>
                <a:lnTo>
                  <a:pt x="56" y="390"/>
                </a:lnTo>
                <a:lnTo>
                  <a:pt x="56" y="389"/>
                </a:lnTo>
                <a:lnTo>
                  <a:pt x="56" y="388"/>
                </a:lnTo>
                <a:lnTo>
                  <a:pt x="57" y="387"/>
                </a:lnTo>
                <a:lnTo>
                  <a:pt x="58" y="386"/>
                </a:lnTo>
                <a:lnTo>
                  <a:pt x="59" y="386"/>
                </a:lnTo>
                <a:lnTo>
                  <a:pt x="61" y="385"/>
                </a:lnTo>
                <a:lnTo>
                  <a:pt x="62" y="385"/>
                </a:lnTo>
                <a:lnTo>
                  <a:pt x="63" y="385"/>
                </a:lnTo>
                <a:lnTo>
                  <a:pt x="64" y="385"/>
                </a:lnTo>
                <a:lnTo>
                  <a:pt x="65" y="385"/>
                </a:lnTo>
                <a:lnTo>
                  <a:pt x="66" y="385"/>
                </a:lnTo>
                <a:lnTo>
                  <a:pt x="66" y="384"/>
                </a:lnTo>
                <a:lnTo>
                  <a:pt x="67" y="384"/>
                </a:lnTo>
                <a:lnTo>
                  <a:pt x="67" y="383"/>
                </a:lnTo>
                <a:lnTo>
                  <a:pt x="68" y="383"/>
                </a:lnTo>
                <a:lnTo>
                  <a:pt x="68" y="384"/>
                </a:lnTo>
                <a:lnTo>
                  <a:pt x="69" y="384"/>
                </a:lnTo>
                <a:lnTo>
                  <a:pt x="70" y="384"/>
                </a:lnTo>
                <a:lnTo>
                  <a:pt x="70" y="383"/>
                </a:lnTo>
                <a:lnTo>
                  <a:pt x="71" y="383"/>
                </a:lnTo>
                <a:lnTo>
                  <a:pt x="72" y="383"/>
                </a:lnTo>
                <a:lnTo>
                  <a:pt x="73" y="383"/>
                </a:lnTo>
                <a:lnTo>
                  <a:pt x="73" y="382"/>
                </a:lnTo>
                <a:lnTo>
                  <a:pt x="74" y="382"/>
                </a:lnTo>
                <a:lnTo>
                  <a:pt x="74" y="380"/>
                </a:lnTo>
                <a:lnTo>
                  <a:pt x="75" y="380"/>
                </a:lnTo>
                <a:lnTo>
                  <a:pt x="75" y="379"/>
                </a:lnTo>
                <a:lnTo>
                  <a:pt x="76" y="378"/>
                </a:lnTo>
                <a:lnTo>
                  <a:pt x="76" y="377"/>
                </a:lnTo>
                <a:lnTo>
                  <a:pt x="77" y="377"/>
                </a:lnTo>
                <a:lnTo>
                  <a:pt x="77" y="375"/>
                </a:lnTo>
                <a:lnTo>
                  <a:pt x="77" y="374"/>
                </a:lnTo>
                <a:lnTo>
                  <a:pt x="77" y="373"/>
                </a:lnTo>
                <a:lnTo>
                  <a:pt x="77" y="372"/>
                </a:lnTo>
                <a:lnTo>
                  <a:pt x="78" y="371"/>
                </a:lnTo>
                <a:lnTo>
                  <a:pt x="79" y="370"/>
                </a:lnTo>
                <a:lnTo>
                  <a:pt x="80" y="369"/>
                </a:lnTo>
                <a:lnTo>
                  <a:pt x="81" y="368"/>
                </a:lnTo>
                <a:lnTo>
                  <a:pt x="82" y="368"/>
                </a:lnTo>
                <a:lnTo>
                  <a:pt x="83" y="367"/>
                </a:lnTo>
                <a:lnTo>
                  <a:pt x="84" y="367"/>
                </a:lnTo>
                <a:lnTo>
                  <a:pt x="84" y="366"/>
                </a:lnTo>
                <a:lnTo>
                  <a:pt x="85" y="366"/>
                </a:lnTo>
                <a:lnTo>
                  <a:pt x="86" y="366"/>
                </a:lnTo>
                <a:lnTo>
                  <a:pt x="88" y="366"/>
                </a:lnTo>
                <a:lnTo>
                  <a:pt x="89" y="366"/>
                </a:lnTo>
                <a:lnTo>
                  <a:pt x="90" y="365"/>
                </a:lnTo>
                <a:lnTo>
                  <a:pt x="91" y="365"/>
                </a:lnTo>
                <a:lnTo>
                  <a:pt x="92" y="365"/>
                </a:lnTo>
                <a:lnTo>
                  <a:pt x="92" y="364"/>
                </a:lnTo>
                <a:lnTo>
                  <a:pt x="92" y="365"/>
                </a:lnTo>
                <a:lnTo>
                  <a:pt x="94" y="365"/>
                </a:lnTo>
                <a:lnTo>
                  <a:pt x="94" y="364"/>
                </a:lnTo>
                <a:lnTo>
                  <a:pt x="95" y="364"/>
                </a:lnTo>
                <a:lnTo>
                  <a:pt x="97" y="364"/>
                </a:lnTo>
                <a:lnTo>
                  <a:pt x="99" y="364"/>
                </a:lnTo>
                <a:lnTo>
                  <a:pt x="101" y="362"/>
                </a:lnTo>
                <a:lnTo>
                  <a:pt x="102" y="362"/>
                </a:lnTo>
                <a:lnTo>
                  <a:pt x="103" y="362"/>
                </a:lnTo>
                <a:lnTo>
                  <a:pt x="103" y="361"/>
                </a:lnTo>
                <a:lnTo>
                  <a:pt x="104" y="361"/>
                </a:lnTo>
                <a:lnTo>
                  <a:pt x="104" y="360"/>
                </a:lnTo>
                <a:lnTo>
                  <a:pt x="105" y="360"/>
                </a:lnTo>
                <a:lnTo>
                  <a:pt x="106" y="360"/>
                </a:lnTo>
                <a:lnTo>
                  <a:pt x="108" y="360"/>
                </a:lnTo>
                <a:lnTo>
                  <a:pt x="109" y="360"/>
                </a:lnTo>
                <a:lnTo>
                  <a:pt x="109" y="359"/>
                </a:lnTo>
                <a:lnTo>
                  <a:pt x="108" y="359"/>
                </a:lnTo>
                <a:lnTo>
                  <a:pt x="108" y="358"/>
                </a:lnTo>
                <a:lnTo>
                  <a:pt x="108" y="357"/>
                </a:lnTo>
                <a:lnTo>
                  <a:pt x="108" y="356"/>
                </a:lnTo>
                <a:lnTo>
                  <a:pt x="108" y="355"/>
                </a:lnTo>
                <a:lnTo>
                  <a:pt x="107" y="355"/>
                </a:lnTo>
                <a:lnTo>
                  <a:pt x="107" y="354"/>
                </a:lnTo>
                <a:lnTo>
                  <a:pt x="107" y="353"/>
                </a:lnTo>
                <a:lnTo>
                  <a:pt x="108" y="353"/>
                </a:lnTo>
                <a:lnTo>
                  <a:pt x="108" y="352"/>
                </a:lnTo>
                <a:lnTo>
                  <a:pt x="109" y="352"/>
                </a:lnTo>
                <a:lnTo>
                  <a:pt x="109" y="351"/>
                </a:lnTo>
                <a:lnTo>
                  <a:pt x="109" y="350"/>
                </a:lnTo>
                <a:lnTo>
                  <a:pt x="109" y="349"/>
                </a:lnTo>
                <a:lnTo>
                  <a:pt x="109" y="348"/>
                </a:lnTo>
                <a:lnTo>
                  <a:pt x="110" y="348"/>
                </a:lnTo>
                <a:lnTo>
                  <a:pt x="110" y="347"/>
                </a:lnTo>
                <a:lnTo>
                  <a:pt x="110" y="346"/>
                </a:lnTo>
                <a:lnTo>
                  <a:pt x="110" y="345"/>
                </a:lnTo>
                <a:lnTo>
                  <a:pt x="109" y="345"/>
                </a:lnTo>
                <a:lnTo>
                  <a:pt x="109" y="344"/>
                </a:lnTo>
                <a:lnTo>
                  <a:pt x="109" y="343"/>
                </a:lnTo>
                <a:lnTo>
                  <a:pt x="110" y="342"/>
                </a:lnTo>
                <a:lnTo>
                  <a:pt x="111" y="342"/>
                </a:lnTo>
                <a:lnTo>
                  <a:pt x="113" y="341"/>
                </a:lnTo>
                <a:lnTo>
                  <a:pt x="113" y="340"/>
                </a:lnTo>
                <a:lnTo>
                  <a:pt x="114" y="340"/>
                </a:lnTo>
                <a:lnTo>
                  <a:pt x="115" y="338"/>
                </a:lnTo>
                <a:lnTo>
                  <a:pt x="115" y="337"/>
                </a:lnTo>
                <a:lnTo>
                  <a:pt x="116" y="337"/>
                </a:lnTo>
                <a:lnTo>
                  <a:pt x="116" y="336"/>
                </a:lnTo>
                <a:lnTo>
                  <a:pt x="115" y="336"/>
                </a:lnTo>
                <a:lnTo>
                  <a:pt x="115" y="335"/>
                </a:lnTo>
                <a:lnTo>
                  <a:pt x="116" y="335"/>
                </a:lnTo>
                <a:lnTo>
                  <a:pt x="116" y="334"/>
                </a:lnTo>
                <a:lnTo>
                  <a:pt x="117" y="334"/>
                </a:lnTo>
                <a:lnTo>
                  <a:pt x="118" y="333"/>
                </a:lnTo>
                <a:lnTo>
                  <a:pt x="118" y="332"/>
                </a:lnTo>
                <a:lnTo>
                  <a:pt x="119" y="331"/>
                </a:lnTo>
                <a:lnTo>
                  <a:pt x="120" y="331"/>
                </a:lnTo>
                <a:lnTo>
                  <a:pt x="120" y="330"/>
                </a:lnTo>
                <a:lnTo>
                  <a:pt x="121" y="330"/>
                </a:lnTo>
                <a:lnTo>
                  <a:pt x="122" y="329"/>
                </a:lnTo>
                <a:lnTo>
                  <a:pt x="123" y="328"/>
                </a:lnTo>
                <a:lnTo>
                  <a:pt x="124" y="328"/>
                </a:lnTo>
                <a:lnTo>
                  <a:pt x="125" y="328"/>
                </a:lnTo>
                <a:lnTo>
                  <a:pt x="125" y="327"/>
                </a:lnTo>
                <a:lnTo>
                  <a:pt x="126" y="327"/>
                </a:lnTo>
                <a:lnTo>
                  <a:pt x="126" y="326"/>
                </a:lnTo>
                <a:lnTo>
                  <a:pt x="126" y="325"/>
                </a:lnTo>
                <a:lnTo>
                  <a:pt x="127" y="325"/>
                </a:lnTo>
                <a:lnTo>
                  <a:pt x="127" y="324"/>
                </a:lnTo>
                <a:lnTo>
                  <a:pt x="128" y="324"/>
                </a:lnTo>
                <a:lnTo>
                  <a:pt x="129" y="324"/>
                </a:lnTo>
                <a:lnTo>
                  <a:pt x="130" y="324"/>
                </a:lnTo>
                <a:lnTo>
                  <a:pt x="130" y="325"/>
                </a:lnTo>
                <a:lnTo>
                  <a:pt x="131" y="325"/>
                </a:lnTo>
                <a:lnTo>
                  <a:pt x="132" y="325"/>
                </a:lnTo>
                <a:lnTo>
                  <a:pt x="132" y="324"/>
                </a:lnTo>
                <a:lnTo>
                  <a:pt x="133" y="323"/>
                </a:lnTo>
                <a:lnTo>
                  <a:pt x="134" y="322"/>
                </a:lnTo>
                <a:lnTo>
                  <a:pt x="134" y="321"/>
                </a:lnTo>
                <a:lnTo>
                  <a:pt x="135" y="319"/>
                </a:lnTo>
                <a:lnTo>
                  <a:pt x="136" y="319"/>
                </a:lnTo>
                <a:lnTo>
                  <a:pt x="137" y="319"/>
                </a:lnTo>
                <a:lnTo>
                  <a:pt x="137" y="318"/>
                </a:lnTo>
                <a:lnTo>
                  <a:pt x="138" y="318"/>
                </a:lnTo>
                <a:lnTo>
                  <a:pt x="139" y="318"/>
                </a:lnTo>
                <a:lnTo>
                  <a:pt x="141" y="318"/>
                </a:lnTo>
                <a:lnTo>
                  <a:pt x="142" y="318"/>
                </a:lnTo>
                <a:lnTo>
                  <a:pt x="142" y="319"/>
                </a:lnTo>
                <a:lnTo>
                  <a:pt x="142" y="320"/>
                </a:lnTo>
                <a:lnTo>
                  <a:pt x="143" y="320"/>
                </a:lnTo>
                <a:lnTo>
                  <a:pt x="143" y="321"/>
                </a:lnTo>
                <a:lnTo>
                  <a:pt x="145" y="321"/>
                </a:lnTo>
                <a:lnTo>
                  <a:pt x="145" y="320"/>
                </a:lnTo>
                <a:lnTo>
                  <a:pt x="145" y="321"/>
                </a:lnTo>
                <a:lnTo>
                  <a:pt x="146" y="321"/>
                </a:lnTo>
                <a:lnTo>
                  <a:pt x="146" y="322"/>
                </a:lnTo>
                <a:lnTo>
                  <a:pt x="146" y="323"/>
                </a:lnTo>
                <a:lnTo>
                  <a:pt x="146" y="324"/>
                </a:lnTo>
                <a:lnTo>
                  <a:pt x="147" y="324"/>
                </a:lnTo>
                <a:lnTo>
                  <a:pt x="148" y="324"/>
                </a:lnTo>
                <a:lnTo>
                  <a:pt x="149" y="323"/>
                </a:lnTo>
                <a:lnTo>
                  <a:pt x="150" y="324"/>
                </a:lnTo>
                <a:lnTo>
                  <a:pt x="151" y="324"/>
                </a:lnTo>
                <a:lnTo>
                  <a:pt x="151" y="325"/>
                </a:lnTo>
                <a:lnTo>
                  <a:pt x="151" y="326"/>
                </a:lnTo>
                <a:lnTo>
                  <a:pt x="150" y="326"/>
                </a:lnTo>
                <a:lnTo>
                  <a:pt x="150" y="327"/>
                </a:lnTo>
                <a:lnTo>
                  <a:pt x="150" y="328"/>
                </a:lnTo>
                <a:lnTo>
                  <a:pt x="150" y="329"/>
                </a:lnTo>
                <a:lnTo>
                  <a:pt x="151" y="330"/>
                </a:lnTo>
                <a:lnTo>
                  <a:pt x="151" y="331"/>
                </a:lnTo>
                <a:lnTo>
                  <a:pt x="152" y="331"/>
                </a:lnTo>
                <a:lnTo>
                  <a:pt x="154" y="331"/>
                </a:lnTo>
                <a:lnTo>
                  <a:pt x="155" y="331"/>
                </a:lnTo>
                <a:lnTo>
                  <a:pt x="156" y="331"/>
                </a:lnTo>
                <a:lnTo>
                  <a:pt x="157" y="332"/>
                </a:lnTo>
                <a:lnTo>
                  <a:pt x="158" y="332"/>
                </a:lnTo>
                <a:lnTo>
                  <a:pt x="159" y="332"/>
                </a:lnTo>
                <a:lnTo>
                  <a:pt x="163" y="332"/>
                </a:lnTo>
                <a:lnTo>
                  <a:pt x="164" y="332"/>
                </a:lnTo>
                <a:lnTo>
                  <a:pt x="164" y="331"/>
                </a:lnTo>
                <a:lnTo>
                  <a:pt x="165" y="331"/>
                </a:lnTo>
                <a:lnTo>
                  <a:pt x="165" y="330"/>
                </a:lnTo>
                <a:lnTo>
                  <a:pt x="167" y="329"/>
                </a:lnTo>
                <a:lnTo>
                  <a:pt x="168" y="329"/>
                </a:lnTo>
                <a:lnTo>
                  <a:pt x="169" y="329"/>
                </a:lnTo>
                <a:lnTo>
                  <a:pt x="170" y="328"/>
                </a:lnTo>
                <a:lnTo>
                  <a:pt x="171" y="328"/>
                </a:lnTo>
                <a:lnTo>
                  <a:pt x="173" y="328"/>
                </a:lnTo>
                <a:lnTo>
                  <a:pt x="175" y="328"/>
                </a:lnTo>
                <a:lnTo>
                  <a:pt x="175" y="329"/>
                </a:lnTo>
                <a:lnTo>
                  <a:pt x="177" y="329"/>
                </a:lnTo>
                <a:lnTo>
                  <a:pt x="178" y="330"/>
                </a:lnTo>
                <a:lnTo>
                  <a:pt x="179" y="330"/>
                </a:lnTo>
                <a:lnTo>
                  <a:pt x="180" y="330"/>
                </a:lnTo>
                <a:lnTo>
                  <a:pt x="181" y="330"/>
                </a:lnTo>
                <a:lnTo>
                  <a:pt x="182" y="331"/>
                </a:lnTo>
                <a:lnTo>
                  <a:pt x="184" y="332"/>
                </a:lnTo>
                <a:lnTo>
                  <a:pt x="185" y="332"/>
                </a:lnTo>
                <a:lnTo>
                  <a:pt x="185" y="333"/>
                </a:lnTo>
                <a:lnTo>
                  <a:pt x="185" y="334"/>
                </a:lnTo>
                <a:lnTo>
                  <a:pt x="185" y="335"/>
                </a:lnTo>
                <a:lnTo>
                  <a:pt x="186" y="335"/>
                </a:lnTo>
                <a:lnTo>
                  <a:pt x="186" y="336"/>
                </a:lnTo>
                <a:lnTo>
                  <a:pt x="186" y="337"/>
                </a:lnTo>
                <a:lnTo>
                  <a:pt x="186" y="338"/>
                </a:lnTo>
                <a:lnTo>
                  <a:pt x="186" y="339"/>
                </a:lnTo>
                <a:lnTo>
                  <a:pt x="187" y="339"/>
                </a:lnTo>
                <a:lnTo>
                  <a:pt x="187" y="341"/>
                </a:lnTo>
                <a:lnTo>
                  <a:pt x="187" y="342"/>
                </a:lnTo>
                <a:lnTo>
                  <a:pt x="187" y="343"/>
                </a:lnTo>
                <a:lnTo>
                  <a:pt x="188" y="343"/>
                </a:lnTo>
                <a:lnTo>
                  <a:pt x="188" y="344"/>
                </a:lnTo>
                <a:lnTo>
                  <a:pt x="189" y="344"/>
                </a:lnTo>
                <a:lnTo>
                  <a:pt x="188" y="345"/>
                </a:lnTo>
                <a:lnTo>
                  <a:pt x="189" y="345"/>
                </a:lnTo>
                <a:lnTo>
                  <a:pt x="189" y="346"/>
                </a:lnTo>
                <a:lnTo>
                  <a:pt x="190" y="346"/>
                </a:lnTo>
                <a:lnTo>
                  <a:pt x="190" y="347"/>
                </a:lnTo>
                <a:lnTo>
                  <a:pt x="191" y="347"/>
                </a:lnTo>
                <a:lnTo>
                  <a:pt x="192" y="347"/>
                </a:lnTo>
                <a:lnTo>
                  <a:pt x="192" y="348"/>
                </a:lnTo>
                <a:lnTo>
                  <a:pt x="193" y="348"/>
                </a:lnTo>
                <a:lnTo>
                  <a:pt x="193" y="349"/>
                </a:lnTo>
                <a:lnTo>
                  <a:pt x="193" y="350"/>
                </a:lnTo>
                <a:lnTo>
                  <a:pt x="194" y="350"/>
                </a:lnTo>
                <a:lnTo>
                  <a:pt x="194" y="354"/>
                </a:lnTo>
                <a:lnTo>
                  <a:pt x="194" y="355"/>
                </a:lnTo>
                <a:lnTo>
                  <a:pt x="195" y="355"/>
                </a:lnTo>
                <a:lnTo>
                  <a:pt x="195" y="356"/>
                </a:lnTo>
                <a:lnTo>
                  <a:pt x="196" y="356"/>
                </a:lnTo>
                <a:lnTo>
                  <a:pt x="197" y="356"/>
                </a:lnTo>
                <a:lnTo>
                  <a:pt x="198" y="356"/>
                </a:lnTo>
                <a:lnTo>
                  <a:pt x="199" y="356"/>
                </a:lnTo>
                <a:lnTo>
                  <a:pt x="199" y="357"/>
                </a:lnTo>
                <a:lnTo>
                  <a:pt x="200" y="357"/>
                </a:lnTo>
                <a:lnTo>
                  <a:pt x="201" y="357"/>
                </a:lnTo>
                <a:lnTo>
                  <a:pt x="202" y="357"/>
                </a:lnTo>
                <a:lnTo>
                  <a:pt x="203" y="357"/>
                </a:lnTo>
                <a:lnTo>
                  <a:pt x="204" y="357"/>
                </a:lnTo>
                <a:lnTo>
                  <a:pt x="205" y="357"/>
                </a:lnTo>
                <a:lnTo>
                  <a:pt x="205" y="358"/>
                </a:lnTo>
                <a:lnTo>
                  <a:pt x="205" y="357"/>
                </a:lnTo>
                <a:lnTo>
                  <a:pt x="205" y="358"/>
                </a:lnTo>
                <a:lnTo>
                  <a:pt x="208" y="358"/>
                </a:lnTo>
                <a:lnTo>
                  <a:pt x="209" y="358"/>
                </a:lnTo>
                <a:lnTo>
                  <a:pt x="209" y="357"/>
                </a:lnTo>
                <a:lnTo>
                  <a:pt x="210" y="357"/>
                </a:lnTo>
                <a:lnTo>
                  <a:pt x="210" y="356"/>
                </a:lnTo>
                <a:lnTo>
                  <a:pt x="211" y="356"/>
                </a:lnTo>
                <a:lnTo>
                  <a:pt x="212" y="356"/>
                </a:lnTo>
                <a:lnTo>
                  <a:pt x="212" y="355"/>
                </a:lnTo>
                <a:lnTo>
                  <a:pt x="213" y="355"/>
                </a:lnTo>
                <a:lnTo>
                  <a:pt x="213" y="356"/>
                </a:lnTo>
                <a:lnTo>
                  <a:pt x="214" y="356"/>
                </a:lnTo>
                <a:lnTo>
                  <a:pt x="215" y="356"/>
                </a:lnTo>
                <a:lnTo>
                  <a:pt x="215" y="357"/>
                </a:lnTo>
                <a:lnTo>
                  <a:pt x="216" y="357"/>
                </a:lnTo>
                <a:lnTo>
                  <a:pt x="216" y="358"/>
                </a:lnTo>
                <a:lnTo>
                  <a:pt x="216" y="359"/>
                </a:lnTo>
                <a:lnTo>
                  <a:pt x="216" y="360"/>
                </a:lnTo>
                <a:lnTo>
                  <a:pt x="217" y="360"/>
                </a:lnTo>
                <a:lnTo>
                  <a:pt x="217" y="361"/>
                </a:lnTo>
                <a:lnTo>
                  <a:pt x="218" y="361"/>
                </a:lnTo>
                <a:lnTo>
                  <a:pt x="218" y="362"/>
                </a:lnTo>
                <a:lnTo>
                  <a:pt x="219" y="362"/>
                </a:lnTo>
                <a:lnTo>
                  <a:pt x="220" y="362"/>
                </a:lnTo>
                <a:lnTo>
                  <a:pt x="221" y="362"/>
                </a:lnTo>
                <a:lnTo>
                  <a:pt x="222" y="362"/>
                </a:lnTo>
                <a:lnTo>
                  <a:pt x="223" y="362"/>
                </a:lnTo>
                <a:lnTo>
                  <a:pt x="223" y="363"/>
                </a:lnTo>
                <a:lnTo>
                  <a:pt x="225" y="363"/>
                </a:lnTo>
                <a:lnTo>
                  <a:pt x="225" y="362"/>
                </a:lnTo>
                <a:lnTo>
                  <a:pt x="226" y="362"/>
                </a:lnTo>
                <a:lnTo>
                  <a:pt x="227" y="362"/>
                </a:lnTo>
                <a:lnTo>
                  <a:pt x="228" y="362"/>
                </a:lnTo>
                <a:lnTo>
                  <a:pt x="229" y="362"/>
                </a:lnTo>
                <a:lnTo>
                  <a:pt x="230" y="362"/>
                </a:lnTo>
                <a:lnTo>
                  <a:pt x="231" y="363"/>
                </a:lnTo>
                <a:lnTo>
                  <a:pt x="232" y="363"/>
                </a:lnTo>
                <a:lnTo>
                  <a:pt x="233" y="363"/>
                </a:lnTo>
                <a:lnTo>
                  <a:pt x="234" y="363"/>
                </a:lnTo>
                <a:lnTo>
                  <a:pt x="234" y="364"/>
                </a:lnTo>
                <a:lnTo>
                  <a:pt x="235" y="364"/>
                </a:lnTo>
                <a:lnTo>
                  <a:pt x="235" y="365"/>
                </a:lnTo>
                <a:lnTo>
                  <a:pt x="236" y="365"/>
                </a:lnTo>
                <a:lnTo>
                  <a:pt x="236" y="366"/>
                </a:lnTo>
                <a:lnTo>
                  <a:pt x="237" y="366"/>
                </a:lnTo>
                <a:lnTo>
                  <a:pt x="238" y="366"/>
                </a:lnTo>
                <a:lnTo>
                  <a:pt x="238" y="367"/>
                </a:lnTo>
                <a:lnTo>
                  <a:pt x="238" y="368"/>
                </a:lnTo>
                <a:lnTo>
                  <a:pt x="239" y="368"/>
                </a:lnTo>
                <a:lnTo>
                  <a:pt x="239" y="369"/>
                </a:lnTo>
                <a:lnTo>
                  <a:pt x="240" y="369"/>
                </a:lnTo>
                <a:lnTo>
                  <a:pt x="241" y="369"/>
                </a:lnTo>
                <a:lnTo>
                  <a:pt x="242" y="369"/>
                </a:lnTo>
                <a:lnTo>
                  <a:pt x="242" y="370"/>
                </a:lnTo>
                <a:lnTo>
                  <a:pt x="243" y="370"/>
                </a:lnTo>
                <a:lnTo>
                  <a:pt x="244" y="370"/>
                </a:lnTo>
                <a:lnTo>
                  <a:pt x="244" y="371"/>
                </a:lnTo>
                <a:lnTo>
                  <a:pt x="244" y="372"/>
                </a:lnTo>
                <a:lnTo>
                  <a:pt x="245" y="372"/>
                </a:lnTo>
                <a:lnTo>
                  <a:pt x="245" y="373"/>
                </a:lnTo>
                <a:lnTo>
                  <a:pt x="246" y="374"/>
                </a:lnTo>
                <a:lnTo>
                  <a:pt x="247" y="374"/>
                </a:lnTo>
                <a:lnTo>
                  <a:pt x="248" y="375"/>
                </a:lnTo>
                <a:lnTo>
                  <a:pt x="249" y="375"/>
                </a:lnTo>
                <a:lnTo>
                  <a:pt x="249" y="376"/>
                </a:lnTo>
                <a:lnTo>
                  <a:pt x="250" y="376"/>
                </a:lnTo>
                <a:lnTo>
                  <a:pt x="251" y="376"/>
                </a:lnTo>
                <a:lnTo>
                  <a:pt x="251" y="377"/>
                </a:lnTo>
                <a:lnTo>
                  <a:pt x="252" y="377"/>
                </a:lnTo>
                <a:lnTo>
                  <a:pt x="253" y="377"/>
                </a:lnTo>
                <a:lnTo>
                  <a:pt x="255" y="377"/>
                </a:lnTo>
                <a:lnTo>
                  <a:pt x="256" y="377"/>
                </a:lnTo>
                <a:lnTo>
                  <a:pt x="256" y="376"/>
                </a:lnTo>
                <a:lnTo>
                  <a:pt x="257" y="376"/>
                </a:lnTo>
                <a:lnTo>
                  <a:pt x="258" y="376"/>
                </a:lnTo>
                <a:lnTo>
                  <a:pt x="258" y="375"/>
                </a:lnTo>
                <a:lnTo>
                  <a:pt x="259" y="375"/>
                </a:lnTo>
                <a:lnTo>
                  <a:pt x="260" y="374"/>
                </a:lnTo>
                <a:lnTo>
                  <a:pt x="261" y="374"/>
                </a:lnTo>
                <a:lnTo>
                  <a:pt x="262" y="373"/>
                </a:lnTo>
                <a:lnTo>
                  <a:pt x="262" y="372"/>
                </a:lnTo>
                <a:lnTo>
                  <a:pt x="263" y="372"/>
                </a:lnTo>
                <a:lnTo>
                  <a:pt x="263" y="371"/>
                </a:lnTo>
                <a:lnTo>
                  <a:pt x="264" y="371"/>
                </a:lnTo>
                <a:lnTo>
                  <a:pt x="265" y="371"/>
                </a:lnTo>
                <a:lnTo>
                  <a:pt x="266" y="371"/>
                </a:lnTo>
                <a:lnTo>
                  <a:pt x="267" y="371"/>
                </a:lnTo>
                <a:lnTo>
                  <a:pt x="267" y="372"/>
                </a:lnTo>
                <a:lnTo>
                  <a:pt x="268" y="372"/>
                </a:lnTo>
                <a:lnTo>
                  <a:pt x="269" y="372"/>
                </a:lnTo>
                <a:lnTo>
                  <a:pt x="270" y="372"/>
                </a:lnTo>
                <a:lnTo>
                  <a:pt x="271" y="372"/>
                </a:lnTo>
                <a:lnTo>
                  <a:pt x="275" y="372"/>
                </a:lnTo>
                <a:lnTo>
                  <a:pt x="276" y="371"/>
                </a:lnTo>
                <a:lnTo>
                  <a:pt x="277" y="371"/>
                </a:lnTo>
                <a:lnTo>
                  <a:pt x="277" y="372"/>
                </a:lnTo>
                <a:lnTo>
                  <a:pt x="278" y="372"/>
                </a:lnTo>
                <a:lnTo>
                  <a:pt x="277" y="372"/>
                </a:lnTo>
                <a:lnTo>
                  <a:pt x="277" y="373"/>
                </a:lnTo>
                <a:lnTo>
                  <a:pt x="278" y="373"/>
                </a:lnTo>
                <a:lnTo>
                  <a:pt x="278" y="375"/>
                </a:lnTo>
                <a:lnTo>
                  <a:pt x="278" y="376"/>
                </a:lnTo>
                <a:lnTo>
                  <a:pt x="279" y="376"/>
                </a:lnTo>
                <a:lnTo>
                  <a:pt x="279" y="377"/>
                </a:lnTo>
                <a:lnTo>
                  <a:pt x="279" y="378"/>
                </a:lnTo>
                <a:lnTo>
                  <a:pt x="279" y="379"/>
                </a:lnTo>
                <a:lnTo>
                  <a:pt x="280" y="379"/>
                </a:lnTo>
                <a:lnTo>
                  <a:pt x="280" y="380"/>
                </a:lnTo>
                <a:lnTo>
                  <a:pt x="281" y="381"/>
                </a:lnTo>
                <a:lnTo>
                  <a:pt x="281" y="382"/>
                </a:lnTo>
                <a:lnTo>
                  <a:pt x="282" y="382"/>
                </a:lnTo>
                <a:lnTo>
                  <a:pt x="283" y="382"/>
                </a:lnTo>
                <a:lnTo>
                  <a:pt x="283" y="383"/>
                </a:lnTo>
                <a:lnTo>
                  <a:pt x="284" y="383"/>
                </a:lnTo>
                <a:lnTo>
                  <a:pt x="285" y="384"/>
                </a:lnTo>
                <a:lnTo>
                  <a:pt x="286" y="384"/>
                </a:lnTo>
                <a:lnTo>
                  <a:pt x="286" y="385"/>
                </a:lnTo>
                <a:lnTo>
                  <a:pt x="287" y="386"/>
                </a:lnTo>
                <a:lnTo>
                  <a:pt x="286" y="386"/>
                </a:lnTo>
                <a:lnTo>
                  <a:pt x="286" y="387"/>
                </a:lnTo>
                <a:lnTo>
                  <a:pt x="287" y="387"/>
                </a:lnTo>
                <a:lnTo>
                  <a:pt x="288" y="387"/>
                </a:lnTo>
                <a:lnTo>
                  <a:pt x="288" y="388"/>
                </a:lnTo>
                <a:lnTo>
                  <a:pt x="289" y="388"/>
                </a:lnTo>
                <a:lnTo>
                  <a:pt x="289" y="389"/>
                </a:lnTo>
                <a:lnTo>
                  <a:pt x="290" y="389"/>
                </a:lnTo>
                <a:lnTo>
                  <a:pt x="290" y="390"/>
                </a:lnTo>
                <a:lnTo>
                  <a:pt x="291" y="390"/>
                </a:lnTo>
                <a:lnTo>
                  <a:pt x="292" y="390"/>
                </a:lnTo>
                <a:lnTo>
                  <a:pt x="293" y="390"/>
                </a:lnTo>
                <a:lnTo>
                  <a:pt x="293" y="389"/>
                </a:lnTo>
                <a:lnTo>
                  <a:pt x="294" y="389"/>
                </a:lnTo>
                <a:lnTo>
                  <a:pt x="294" y="388"/>
                </a:lnTo>
                <a:lnTo>
                  <a:pt x="295" y="387"/>
                </a:lnTo>
                <a:lnTo>
                  <a:pt x="295" y="386"/>
                </a:lnTo>
                <a:lnTo>
                  <a:pt x="296" y="386"/>
                </a:lnTo>
                <a:lnTo>
                  <a:pt x="296" y="385"/>
                </a:lnTo>
                <a:lnTo>
                  <a:pt x="296" y="384"/>
                </a:lnTo>
                <a:lnTo>
                  <a:pt x="297" y="383"/>
                </a:lnTo>
                <a:lnTo>
                  <a:pt x="297" y="382"/>
                </a:lnTo>
                <a:lnTo>
                  <a:pt x="297" y="381"/>
                </a:lnTo>
                <a:lnTo>
                  <a:pt x="297" y="380"/>
                </a:lnTo>
                <a:lnTo>
                  <a:pt x="298" y="379"/>
                </a:lnTo>
                <a:lnTo>
                  <a:pt x="299" y="379"/>
                </a:lnTo>
                <a:lnTo>
                  <a:pt x="299" y="378"/>
                </a:lnTo>
                <a:lnTo>
                  <a:pt x="300" y="378"/>
                </a:lnTo>
                <a:lnTo>
                  <a:pt x="300" y="377"/>
                </a:lnTo>
                <a:lnTo>
                  <a:pt x="301" y="377"/>
                </a:lnTo>
                <a:lnTo>
                  <a:pt x="302" y="377"/>
                </a:lnTo>
                <a:lnTo>
                  <a:pt x="302" y="376"/>
                </a:lnTo>
                <a:lnTo>
                  <a:pt x="303" y="376"/>
                </a:lnTo>
                <a:lnTo>
                  <a:pt x="304" y="376"/>
                </a:lnTo>
                <a:lnTo>
                  <a:pt x="305" y="376"/>
                </a:lnTo>
                <a:lnTo>
                  <a:pt x="305" y="375"/>
                </a:lnTo>
                <a:lnTo>
                  <a:pt x="307" y="375"/>
                </a:lnTo>
                <a:lnTo>
                  <a:pt x="308" y="375"/>
                </a:lnTo>
                <a:lnTo>
                  <a:pt x="309" y="374"/>
                </a:lnTo>
                <a:lnTo>
                  <a:pt x="309" y="373"/>
                </a:lnTo>
                <a:lnTo>
                  <a:pt x="310" y="373"/>
                </a:lnTo>
                <a:lnTo>
                  <a:pt x="310" y="372"/>
                </a:lnTo>
                <a:lnTo>
                  <a:pt x="310" y="371"/>
                </a:lnTo>
                <a:lnTo>
                  <a:pt x="311" y="371"/>
                </a:lnTo>
                <a:lnTo>
                  <a:pt x="312" y="371"/>
                </a:lnTo>
                <a:lnTo>
                  <a:pt x="313" y="371"/>
                </a:lnTo>
                <a:lnTo>
                  <a:pt x="314" y="370"/>
                </a:lnTo>
                <a:lnTo>
                  <a:pt x="314" y="369"/>
                </a:lnTo>
                <a:lnTo>
                  <a:pt x="314" y="368"/>
                </a:lnTo>
                <a:lnTo>
                  <a:pt x="314" y="367"/>
                </a:lnTo>
                <a:lnTo>
                  <a:pt x="314" y="366"/>
                </a:lnTo>
                <a:lnTo>
                  <a:pt x="315" y="366"/>
                </a:lnTo>
                <a:lnTo>
                  <a:pt x="315" y="365"/>
                </a:lnTo>
                <a:lnTo>
                  <a:pt x="316" y="364"/>
                </a:lnTo>
                <a:lnTo>
                  <a:pt x="317" y="364"/>
                </a:lnTo>
                <a:lnTo>
                  <a:pt x="318" y="364"/>
                </a:lnTo>
                <a:lnTo>
                  <a:pt x="318" y="365"/>
                </a:lnTo>
                <a:lnTo>
                  <a:pt x="319" y="365"/>
                </a:lnTo>
                <a:lnTo>
                  <a:pt x="320" y="365"/>
                </a:lnTo>
                <a:lnTo>
                  <a:pt x="320" y="364"/>
                </a:lnTo>
                <a:lnTo>
                  <a:pt x="321" y="364"/>
                </a:lnTo>
                <a:lnTo>
                  <a:pt x="321" y="363"/>
                </a:lnTo>
                <a:lnTo>
                  <a:pt x="321" y="362"/>
                </a:lnTo>
                <a:lnTo>
                  <a:pt x="321" y="361"/>
                </a:lnTo>
                <a:lnTo>
                  <a:pt x="322" y="361"/>
                </a:lnTo>
                <a:lnTo>
                  <a:pt x="322" y="360"/>
                </a:lnTo>
                <a:lnTo>
                  <a:pt x="323" y="359"/>
                </a:lnTo>
                <a:lnTo>
                  <a:pt x="323" y="358"/>
                </a:lnTo>
                <a:lnTo>
                  <a:pt x="323" y="357"/>
                </a:lnTo>
                <a:lnTo>
                  <a:pt x="322" y="357"/>
                </a:lnTo>
                <a:lnTo>
                  <a:pt x="322" y="356"/>
                </a:lnTo>
                <a:lnTo>
                  <a:pt x="323" y="356"/>
                </a:lnTo>
                <a:lnTo>
                  <a:pt x="323" y="355"/>
                </a:lnTo>
                <a:lnTo>
                  <a:pt x="324" y="355"/>
                </a:lnTo>
                <a:lnTo>
                  <a:pt x="325" y="353"/>
                </a:lnTo>
                <a:lnTo>
                  <a:pt x="325" y="352"/>
                </a:lnTo>
                <a:lnTo>
                  <a:pt x="325" y="351"/>
                </a:lnTo>
                <a:lnTo>
                  <a:pt x="325" y="350"/>
                </a:lnTo>
                <a:lnTo>
                  <a:pt x="325" y="349"/>
                </a:lnTo>
                <a:lnTo>
                  <a:pt x="325" y="348"/>
                </a:lnTo>
                <a:lnTo>
                  <a:pt x="325" y="347"/>
                </a:lnTo>
                <a:lnTo>
                  <a:pt x="326" y="346"/>
                </a:lnTo>
                <a:lnTo>
                  <a:pt x="326" y="345"/>
                </a:lnTo>
                <a:lnTo>
                  <a:pt x="326" y="344"/>
                </a:lnTo>
                <a:lnTo>
                  <a:pt x="325" y="343"/>
                </a:lnTo>
                <a:lnTo>
                  <a:pt x="325" y="342"/>
                </a:lnTo>
                <a:lnTo>
                  <a:pt x="324" y="341"/>
                </a:lnTo>
                <a:lnTo>
                  <a:pt x="324" y="340"/>
                </a:lnTo>
                <a:lnTo>
                  <a:pt x="325" y="340"/>
                </a:lnTo>
                <a:lnTo>
                  <a:pt x="325" y="339"/>
                </a:lnTo>
                <a:lnTo>
                  <a:pt x="324" y="338"/>
                </a:lnTo>
                <a:lnTo>
                  <a:pt x="324" y="337"/>
                </a:lnTo>
                <a:lnTo>
                  <a:pt x="324" y="336"/>
                </a:lnTo>
                <a:lnTo>
                  <a:pt x="323" y="336"/>
                </a:lnTo>
                <a:lnTo>
                  <a:pt x="322" y="336"/>
                </a:lnTo>
                <a:lnTo>
                  <a:pt x="322" y="335"/>
                </a:lnTo>
                <a:lnTo>
                  <a:pt x="321" y="334"/>
                </a:lnTo>
                <a:lnTo>
                  <a:pt x="319" y="331"/>
                </a:lnTo>
                <a:lnTo>
                  <a:pt x="319" y="330"/>
                </a:lnTo>
                <a:lnTo>
                  <a:pt x="318" y="329"/>
                </a:lnTo>
                <a:lnTo>
                  <a:pt x="318" y="328"/>
                </a:lnTo>
                <a:lnTo>
                  <a:pt x="317" y="328"/>
                </a:lnTo>
                <a:lnTo>
                  <a:pt x="317" y="327"/>
                </a:lnTo>
                <a:lnTo>
                  <a:pt x="316" y="327"/>
                </a:lnTo>
                <a:lnTo>
                  <a:pt x="315" y="327"/>
                </a:lnTo>
                <a:lnTo>
                  <a:pt x="315" y="326"/>
                </a:lnTo>
                <a:lnTo>
                  <a:pt x="315" y="325"/>
                </a:lnTo>
                <a:lnTo>
                  <a:pt x="315" y="324"/>
                </a:lnTo>
                <a:lnTo>
                  <a:pt x="316" y="323"/>
                </a:lnTo>
                <a:lnTo>
                  <a:pt x="318" y="323"/>
                </a:lnTo>
                <a:lnTo>
                  <a:pt x="319" y="324"/>
                </a:lnTo>
                <a:lnTo>
                  <a:pt x="320" y="324"/>
                </a:lnTo>
                <a:lnTo>
                  <a:pt x="321" y="324"/>
                </a:lnTo>
                <a:lnTo>
                  <a:pt x="321" y="325"/>
                </a:lnTo>
                <a:lnTo>
                  <a:pt x="322" y="325"/>
                </a:lnTo>
                <a:lnTo>
                  <a:pt x="323" y="325"/>
                </a:lnTo>
                <a:lnTo>
                  <a:pt x="323" y="324"/>
                </a:lnTo>
                <a:lnTo>
                  <a:pt x="324" y="323"/>
                </a:lnTo>
                <a:lnTo>
                  <a:pt x="325" y="323"/>
                </a:lnTo>
                <a:lnTo>
                  <a:pt x="325" y="322"/>
                </a:lnTo>
                <a:lnTo>
                  <a:pt x="326" y="321"/>
                </a:lnTo>
                <a:lnTo>
                  <a:pt x="327" y="320"/>
                </a:lnTo>
                <a:lnTo>
                  <a:pt x="327" y="319"/>
                </a:lnTo>
                <a:lnTo>
                  <a:pt x="328" y="319"/>
                </a:lnTo>
                <a:lnTo>
                  <a:pt x="329" y="319"/>
                </a:lnTo>
                <a:lnTo>
                  <a:pt x="330" y="319"/>
                </a:lnTo>
                <a:lnTo>
                  <a:pt x="332" y="321"/>
                </a:lnTo>
                <a:lnTo>
                  <a:pt x="333" y="321"/>
                </a:lnTo>
                <a:lnTo>
                  <a:pt x="334" y="321"/>
                </a:lnTo>
                <a:lnTo>
                  <a:pt x="335" y="321"/>
                </a:lnTo>
                <a:lnTo>
                  <a:pt x="336" y="320"/>
                </a:lnTo>
                <a:lnTo>
                  <a:pt x="337" y="319"/>
                </a:lnTo>
                <a:lnTo>
                  <a:pt x="339" y="319"/>
                </a:lnTo>
                <a:lnTo>
                  <a:pt x="340" y="319"/>
                </a:lnTo>
                <a:lnTo>
                  <a:pt x="340" y="320"/>
                </a:lnTo>
                <a:lnTo>
                  <a:pt x="341" y="320"/>
                </a:lnTo>
                <a:lnTo>
                  <a:pt x="342" y="320"/>
                </a:lnTo>
                <a:lnTo>
                  <a:pt x="344" y="320"/>
                </a:lnTo>
                <a:lnTo>
                  <a:pt x="345" y="320"/>
                </a:lnTo>
                <a:lnTo>
                  <a:pt x="346" y="320"/>
                </a:lnTo>
                <a:lnTo>
                  <a:pt x="346" y="319"/>
                </a:lnTo>
                <a:lnTo>
                  <a:pt x="346" y="318"/>
                </a:lnTo>
                <a:lnTo>
                  <a:pt x="347" y="318"/>
                </a:lnTo>
                <a:lnTo>
                  <a:pt x="349" y="318"/>
                </a:lnTo>
                <a:lnTo>
                  <a:pt x="349" y="317"/>
                </a:lnTo>
                <a:lnTo>
                  <a:pt x="351" y="317"/>
                </a:lnTo>
                <a:lnTo>
                  <a:pt x="353" y="317"/>
                </a:lnTo>
                <a:lnTo>
                  <a:pt x="354" y="317"/>
                </a:lnTo>
                <a:lnTo>
                  <a:pt x="355" y="316"/>
                </a:lnTo>
                <a:lnTo>
                  <a:pt x="356" y="316"/>
                </a:lnTo>
                <a:lnTo>
                  <a:pt x="356" y="315"/>
                </a:lnTo>
                <a:lnTo>
                  <a:pt x="357" y="315"/>
                </a:lnTo>
                <a:lnTo>
                  <a:pt x="358" y="315"/>
                </a:lnTo>
                <a:lnTo>
                  <a:pt x="359" y="314"/>
                </a:lnTo>
                <a:lnTo>
                  <a:pt x="360" y="314"/>
                </a:lnTo>
                <a:lnTo>
                  <a:pt x="361" y="314"/>
                </a:lnTo>
                <a:lnTo>
                  <a:pt x="363" y="314"/>
                </a:lnTo>
                <a:lnTo>
                  <a:pt x="363" y="313"/>
                </a:lnTo>
                <a:lnTo>
                  <a:pt x="364" y="312"/>
                </a:lnTo>
                <a:lnTo>
                  <a:pt x="365" y="312"/>
                </a:lnTo>
                <a:lnTo>
                  <a:pt x="366" y="312"/>
                </a:lnTo>
                <a:lnTo>
                  <a:pt x="367" y="311"/>
                </a:lnTo>
                <a:lnTo>
                  <a:pt x="368" y="311"/>
                </a:lnTo>
                <a:lnTo>
                  <a:pt x="369" y="311"/>
                </a:lnTo>
                <a:lnTo>
                  <a:pt x="370" y="311"/>
                </a:lnTo>
                <a:lnTo>
                  <a:pt x="370" y="310"/>
                </a:lnTo>
                <a:lnTo>
                  <a:pt x="370" y="309"/>
                </a:lnTo>
                <a:lnTo>
                  <a:pt x="371" y="308"/>
                </a:lnTo>
                <a:lnTo>
                  <a:pt x="372" y="307"/>
                </a:lnTo>
                <a:lnTo>
                  <a:pt x="373" y="307"/>
                </a:lnTo>
                <a:lnTo>
                  <a:pt x="374" y="306"/>
                </a:lnTo>
                <a:lnTo>
                  <a:pt x="375" y="306"/>
                </a:lnTo>
                <a:lnTo>
                  <a:pt x="377" y="306"/>
                </a:lnTo>
                <a:lnTo>
                  <a:pt x="378" y="305"/>
                </a:lnTo>
                <a:lnTo>
                  <a:pt x="380" y="305"/>
                </a:lnTo>
                <a:lnTo>
                  <a:pt x="381" y="304"/>
                </a:lnTo>
                <a:lnTo>
                  <a:pt x="382" y="304"/>
                </a:lnTo>
                <a:lnTo>
                  <a:pt x="383" y="304"/>
                </a:lnTo>
                <a:lnTo>
                  <a:pt x="384" y="304"/>
                </a:lnTo>
                <a:lnTo>
                  <a:pt x="384" y="303"/>
                </a:lnTo>
                <a:lnTo>
                  <a:pt x="384" y="302"/>
                </a:lnTo>
                <a:lnTo>
                  <a:pt x="385" y="302"/>
                </a:lnTo>
                <a:lnTo>
                  <a:pt x="385" y="301"/>
                </a:lnTo>
                <a:lnTo>
                  <a:pt x="386" y="300"/>
                </a:lnTo>
                <a:lnTo>
                  <a:pt x="386" y="299"/>
                </a:lnTo>
                <a:lnTo>
                  <a:pt x="388" y="299"/>
                </a:lnTo>
                <a:lnTo>
                  <a:pt x="388" y="298"/>
                </a:lnTo>
                <a:lnTo>
                  <a:pt x="389" y="298"/>
                </a:lnTo>
                <a:lnTo>
                  <a:pt x="390" y="297"/>
                </a:lnTo>
                <a:lnTo>
                  <a:pt x="391" y="297"/>
                </a:lnTo>
                <a:lnTo>
                  <a:pt x="392" y="297"/>
                </a:lnTo>
                <a:lnTo>
                  <a:pt x="393" y="297"/>
                </a:lnTo>
                <a:lnTo>
                  <a:pt x="396" y="297"/>
                </a:lnTo>
                <a:lnTo>
                  <a:pt x="397" y="297"/>
                </a:lnTo>
                <a:lnTo>
                  <a:pt x="397" y="296"/>
                </a:lnTo>
                <a:lnTo>
                  <a:pt x="398" y="295"/>
                </a:lnTo>
                <a:lnTo>
                  <a:pt x="398" y="294"/>
                </a:lnTo>
                <a:lnTo>
                  <a:pt x="398" y="293"/>
                </a:lnTo>
                <a:lnTo>
                  <a:pt x="399" y="292"/>
                </a:lnTo>
                <a:lnTo>
                  <a:pt x="400" y="292"/>
                </a:lnTo>
                <a:lnTo>
                  <a:pt x="401" y="291"/>
                </a:lnTo>
                <a:lnTo>
                  <a:pt x="402" y="290"/>
                </a:lnTo>
                <a:lnTo>
                  <a:pt x="403" y="290"/>
                </a:lnTo>
                <a:lnTo>
                  <a:pt x="403" y="289"/>
                </a:lnTo>
                <a:lnTo>
                  <a:pt x="404" y="289"/>
                </a:lnTo>
                <a:lnTo>
                  <a:pt x="406" y="287"/>
                </a:lnTo>
                <a:lnTo>
                  <a:pt x="406" y="286"/>
                </a:lnTo>
                <a:lnTo>
                  <a:pt x="406" y="285"/>
                </a:lnTo>
                <a:lnTo>
                  <a:pt x="406" y="283"/>
                </a:lnTo>
                <a:lnTo>
                  <a:pt x="406" y="282"/>
                </a:lnTo>
                <a:lnTo>
                  <a:pt x="406" y="281"/>
                </a:lnTo>
                <a:lnTo>
                  <a:pt x="407" y="280"/>
                </a:lnTo>
                <a:lnTo>
                  <a:pt x="408" y="280"/>
                </a:lnTo>
                <a:lnTo>
                  <a:pt x="409" y="280"/>
                </a:lnTo>
                <a:lnTo>
                  <a:pt x="411" y="279"/>
                </a:lnTo>
                <a:lnTo>
                  <a:pt x="412" y="279"/>
                </a:lnTo>
                <a:lnTo>
                  <a:pt x="413" y="278"/>
                </a:lnTo>
                <a:lnTo>
                  <a:pt x="414" y="278"/>
                </a:lnTo>
                <a:lnTo>
                  <a:pt x="415" y="277"/>
                </a:lnTo>
                <a:lnTo>
                  <a:pt x="416" y="277"/>
                </a:lnTo>
                <a:lnTo>
                  <a:pt x="416" y="278"/>
                </a:lnTo>
                <a:lnTo>
                  <a:pt x="417" y="278"/>
                </a:lnTo>
                <a:lnTo>
                  <a:pt x="418" y="278"/>
                </a:lnTo>
                <a:lnTo>
                  <a:pt x="419" y="279"/>
                </a:lnTo>
                <a:lnTo>
                  <a:pt x="419" y="280"/>
                </a:lnTo>
                <a:lnTo>
                  <a:pt x="420" y="280"/>
                </a:lnTo>
                <a:lnTo>
                  <a:pt x="420" y="281"/>
                </a:lnTo>
                <a:lnTo>
                  <a:pt x="421" y="281"/>
                </a:lnTo>
                <a:lnTo>
                  <a:pt x="422" y="281"/>
                </a:lnTo>
                <a:lnTo>
                  <a:pt x="423" y="281"/>
                </a:lnTo>
                <a:lnTo>
                  <a:pt x="423" y="280"/>
                </a:lnTo>
                <a:lnTo>
                  <a:pt x="424" y="280"/>
                </a:lnTo>
                <a:lnTo>
                  <a:pt x="425" y="279"/>
                </a:lnTo>
                <a:lnTo>
                  <a:pt x="426" y="279"/>
                </a:lnTo>
                <a:lnTo>
                  <a:pt x="426" y="278"/>
                </a:lnTo>
                <a:lnTo>
                  <a:pt x="427" y="278"/>
                </a:lnTo>
                <a:lnTo>
                  <a:pt x="428" y="277"/>
                </a:lnTo>
                <a:lnTo>
                  <a:pt x="429" y="277"/>
                </a:lnTo>
                <a:lnTo>
                  <a:pt x="429" y="276"/>
                </a:lnTo>
                <a:lnTo>
                  <a:pt x="430" y="276"/>
                </a:lnTo>
                <a:lnTo>
                  <a:pt x="430" y="277"/>
                </a:lnTo>
                <a:lnTo>
                  <a:pt x="431" y="278"/>
                </a:lnTo>
                <a:lnTo>
                  <a:pt x="432" y="278"/>
                </a:lnTo>
                <a:lnTo>
                  <a:pt x="432" y="279"/>
                </a:lnTo>
                <a:lnTo>
                  <a:pt x="433" y="279"/>
                </a:lnTo>
                <a:lnTo>
                  <a:pt x="435" y="279"/>
                </a:lnTo>
                <a:lnTo>
                  <a:pt x="436" y="279"/>
                </a:lnTo>
                <a:lnTo>
                  <a:pt x="436" y="278"/>
                </a:lnTo>
                <a:lnTo>
                  <a:pt x="438" y="278"/>
                </a:lnTo>
                <a:lnTo>
                  <a:pt x="439" y="278"/>
                </a:lnTo>
                <a:lnTo>
                  <a:pt x="440" y="278"/>
                </a:lnTo>
                <a:lnTo>
                  <a:pt x="440" y="277"/>
                </a:lnTo>
                <a:lnTo>
                  <a:pt x="441" y="277"/>
                </a:lnTo>
                <a:lnTo>
                  <a:pt x="443" y="276"/>
                </a:lnTo>
                <a:lnTo>
                  <a:pt x="444" y="276"/>
                </a:lnTo>
                <a:lnTo>
                  <a:pt x="445" y="276"/>
                </a:lnTo>
                <a:lnTo>
                  <a:pt x="445" y="275"/>
                </a:lnTo>
                <a:lnTo>
                  <a:pt x="446" y="275"/>
                </a:lnTo>
                <a:lnTo>
                  <a:pt x="447" y="276"/>
                </a:lnTo>
                <a:lnTo>
                  <a:pt x="448" y="276"/>
                </a:lnTo>
                <a:lnTo>
                  <a:pt x="449" y="276"/>
                </a:lnTo>
                <a:lnTo>
                  <a:pt x="450" y="276"/>
                </a:lnTo>
                <a:lnTo>
                  <a:pt x="451" y="276"/>
                </a:lnTo>
                <a:lnTo>
                  <a:pt x="452" y="276"/>
                </a:lnTo>
                <a:lnTo>
                  <a:pt x="453" y="276"/>
                </a:lnTo>
                <a:lnTo>
                  <a:pt x="453" y="275"/>
                </a:lnTo>
                <a:lnTo>
                  <a:pt x="454" y="275"/>
                </a:lnTo>
                <a:lnTo>
                  <a:pt x="454" y="274"/>
                </a:lnTo>
                <a:lnTo>
                  <a:pt x="454" y="270"/>
                </a:lnTo>
                <a:lnTo>
                  <a:pt x="454" y="269"/>
                </a:lnTo>
                <a:lnTo>
                  <a:pt x="454" y="267"/>
                </a:lnTo>
                <a:lnTo>
                  <a:pt x="455" y="266"/>
                </a:lnTo>
                <a:lnTo>
                  <a:pt x="455" y="265"/>
                </a:lnTo>
                <a:lnTo>
                  <a:pt x="456" y="264"/>
                </a:lnTo>
                <a:lnTo>
                  <a:pt x="457" y="263"/>
                </a:lnTo>
                <a:lnTo>
                  <a:pt x="458" y="263"/>
                </a:lnTo>
                <a:lnTo>
                  <a:pt x="458" y="262"/>
                </a:lnTo>
                <a:lnTo>
                  <a:pt x="460" y="262"/>
                </a:lnTo>
                <a:lnTo>
                  <a:pt x="462" y="262"/>
                </a:lnTo>
                <a:lnTo>
                  <a:pt x="462" y="263"/>
                </a:lnTo>
                <a:lnTo>
                  <a:pt x="464" y="263"/>
                </a:lnTo>
                <a:lnTo>
                  <a:pt x="466" y="264"/>
                </a:lnTo>
                <a:lnTo>
                  <a:pt x="467" y="264"/>
                </a:lnTo>
                <a:lnTo>
                  <a:pt x="467" y="265"/>
                </a:lnTo>
                <a:lnTo>
                  <a:pt x="468" y="265"/>
                </a:lnTo>
                <a:lnTo>
                  <a:pt x="469" y="265"/>
                </a:lnTo>
                <a:lnTo>
                  <a:pt x="469" y="264"/>
                </a:lnTo>
                <a:lnTo>
                  <a:pt x="470" y="264"/>
                </a:lnTo>
                <a:lnTo>
                  <a:pt x="471" y="264"/>
                </a:lnTo>
                <a:lnTo>
                  <a:pt x="472" y="264"/>
                </a:lnTo>
                <a:lnTo>
                  <a:pt x="472" y="263"/>
                </a:lnTo>
                <a:lnTo>
                  <a:pt x="470" y="261"/>
                </a:lnTo>
                <a:lnTo>
                  <a:pt x="470" y="260"/>
                </a:lnTo>
                <a:lnTo>
                  <a:pt x="471" y="259"/>
                </a:lnTo>
                <a:lnTo>
                  <a:pt x="472" y="258"/>
                </a:lnTo>
                <a:lnTo>
                  <a:pt x="473" y="258"/>
                </a:lnTo>
                <a:lnTo>
                  <a:pt x="474" y="258"/>
                </a:lnTo>
                <a:lnTo>
                  <a:pt x="474" y="257"/>
                </a:lnTo>
                <a:lnTo>
                  <a:pt x="475" y="256"/>
                </a:lnTo>
                <a:lnTo>
                  <a:pt x="474" y="255"/>
                </a:lnTo>
                <a:lnTo>
                  <a:pt x="474" y="254"/>
                </a:lnTo>
                <a:lnTo>
                  <a:pt x="474" y="253"/>
                </a:lnTo>
                <a:lnTo>
                  <a:pt x="474" y="252"/>
                </a:lnTo>
                <a:lnTo>
                  <a:pt x="474" y="251"/>
                </a:lnTo>
                <a:lnTo>
                  <a:pt x="473" y="250"/>
                </a:lnTo>
                <a:lnTo>
                  <a:pt x="473" y="249"/>
                </a:lnTo>
                <a:lnTo>
                  <a:pt x="474" y="248"/>
                </a:lnTo>
                <a:lnTo>
                  <a:pt x="474" y="247"/>
                </a:lnTo>
                <a:lnTo>
                  <a:pt x="474" y="246"/>
                </a:lnTo>
                <a:lnTo>
                  <a:pt x="474" y="245"/>
                </a:lnTo>
                <a:lnTo>
                  <a:pt x="474" y="244"/>
                </a:lnTo>
                <a:lnTo>
                  <a:pt x="474" y="243"/>
                </a:lnTo>
                <a:lnTo>
                  <a:pt x="474" y="241"/>
                </a:lnTo>
                <a:lnTo>
                  <a:pt x="474" y="240"/>
                </a:lnTo>
                <a:lnTo>
                  <a:pt x="473" y="240"/>
                </a:lnTo>
                <a:lnTo>
                  <a:pt x="471" y="240"/>
                </a:lnTo>
                <a:lnTo>
                  <a:pt x="470" y="240"/>
                </a:lnTo>
                <a:lnTo>
                  <a:pt x="469" y="240"/>
                </a:lnTo>
                <a:lnTo>
                  <a:pt x="469" y="239"/>
                </a:lnTo>
                <a:lnTo>
                  <a:pt x="468" y="237"/>
                </a:lnTo>
                <a:lnTo>
                  <a:pt x="468" y="236"/>
                </a:lnTo>
                <a:lnTo>
                  <a:pt x="468" y="235"/>
                </a:lnTo>
                <a:lnTo>
                  <a:pt x="468" y="234"/>
                </a:lnTo>
                <a:lnTo>
                  <a:pt x="467" y="233"/>
                </a:lnTo>
                <a:lnTo>
                  <a:pt x="467" y="232"/>
                </a:lnTo>
                <a:lnTo>
                  <a:pt x="467" y="231"/>
                </a:lnTo>
                <a:lnTo>
                  <a:pt x="467" y="230"/>
                </a:lnTo>
                <a:lnTo>
                  <a:pt x="466" y="230"/>
                </a:lnTo>
                <a:lnTo>
                  <a:pt x="466" y="229"/>
                </a:lnTo>
                <a:lnTo>
                  <a:pt x="466" y="228"/>
                </a:lnTo>
                <a:lnTo>
                  <a:pt x="466" y="227"/>
                </a:lnTo>
                <a:lnTo>
                  <a:pt x="466" y="226"/>
                </a:lnTo>
                <a:lnTo>
                  <a:pt x="465" y="226"/>
                </a:lnTo>
                <a:lnTo>
                  <a:pt x="465" y="225"/>
                </a:lnTo>
                <a:lnTo>
                  <a:pt x="465" y="224"/>
                </a:lnTo>
                <a:lnTo>
                  <a:pt x="465" y="223"/>
                </a:lnTo>
                <a:lnTo>
                  <a:pt x="466" y="223"/>
                </a:lnTo>
                <a:lnTo>
                  <a:pt x="468" y="222"/>
                </a:lnTo>
                <a:lnTo>
                  <a:pt x="469" y="222"/>
                </a:lnTo>
                <a:lnTo>
                  <a:pt x="470" y="223"/>
                </a:lnTo>
                <a:lnTo>
                  <a:pt x="471" y="222"/>
                </a:lnTo>
                <a:lnTo>
                  <a:pt x="471" y="221"/>
                </a:lnTo>
                <a:lnTo>
                  <a:pt x="471" y="220"/>
                </a:lnTo>
                <a:lnTo>
                  <a:pt x="472" y="219"/>
                </a:lnTo>
                <a:lnTo>
                  <a:pt x="472" y="218"/>
                </a:lnTo>
                <a:lnTo>
                  <a:pt x="472" y="217"/>
                </a:lnTo>
                <a:lnTo>
                  <a:pt x="473" y="215"/>
                </a:lnTo>
                <a:lnTo>
                  <a:pt x="474" y="214"/>
                </a:lnTo>
                <a:lnTo>
                  <a:pt x="474" y="213"/>
                </a:lnTo>
                <a:lnTo>
                  <a:pt x="474" y="212"/>
                </a:lnTo>
                <a:lnTo>
                  <a:pt x="477" y="211"/>
                </a:lnTo>
                <a:lnTo>
                  <a:pt x="478" y="210"/>
                </a:lnTo>
                <a:lnTo>
                  <a:pt x="479" y="210"/>
                </a:lnTo>
                <a:lnTo>
                  <a:pt x="481" y="210"/>
                </a:lnTo>
                <a:lnTo>
                  <a:pt x="483" y="209"/>
                </a:lnTo>
                <a:lnTo>
                  <a:pt x="484" y="209"/>
                </a:lnTo>
                <a:lnTo>
                  <a:pt x="484" y="207"/>
                </a:lnTo>
                <a:lnTo>
                  <a:pt x="485" y="206"/>
                </a:lnTo>
                <a:lnTo>
                  <a:pt x="485" y="205"/>
                </a:lnTo>
                <a:lnTo>
                  <a:pt x="484" y="204"/>
                </a:lnTo>
                <a:lnTo>
                  <a:pt x="484" y="203"/>
                </a:lnTo>
                <a:lnTo>
                  <a:pt x="483" y="202"/>
                </a:lnTo>
                <a:lnTo>
                  <a:pt x="483" y="201"/>
                </a:lnTo>
                <a:lnTo>
                  <a:pt x="483" y="200"/>
                </a:lnTo>
                <a:lnTo>
                  <a:pt x="483" y="199"/>
                </a:lnTo>
                <a:lnTo>
                  <a:pt x="483" y="198"/>
                </a:lnTo>
                <a:lnTo>
                  <a:pt x="484" y="198"/>
                </a:lnTo>
                <a:lnTo>
                  <a:pt x="485" y="197"/>
                </a:lnTo>
                <a:lnTo>
                  <a:pt x="486" y="196"/>
                </a:lnTo>
                <a:lnTo>
                  <a:pt x="488" y="196"/>
                </a:lnTo>
                <a:lnTo>
                  <a:pt x="489" y="196"/>
                </a:lnTo>
                <a:lnTo>
                  <a:pt x="490" y="196"/>
                </a:lnTo>
                <a:lnTo>
                  <a:pt x="492" y="196"/>
                </a:lnTo>
                <a:lnTo>
                  <a:pt x="493" y="197"/>
                </a:lnTo>
                <a:lnTo>
                  <a:pt x="494" y="197"/>
                </a:lnTo>
                <a:lnTo>
                  <a:pt x="495" y="196"/>
                </a:lnTo>
                <a:lnTo>
                  <a:pt x="496" y="196"/>
                </a:lnTo>
                <a:lnTo>
                  <a:pt x="496" y="197"/>
                </a:lnTo>
                <a:lnTo>
                  <a:pt x="497" y="197"/>
                </a:lnTo>
                <a:lnTo>
                  <a:pt x="498" y="196"/>
                </a:lnTo>
                <a:lnTo>
                  <a:pt x="499" y="195"/>
                </a:lnTo>
                <a:lnTo>
                  <a:pt x="501" y="194"/>
                </a:lnTo>
                <a:lnTo>
                  <a:pt x="502" y="194"/>
                </a:lnTo>
                <a:lnTo>
                  <a:pt x="503" y="194"/>
                </a:lnTo>
                <a:lnTo>
                  <a:pt x="505" y="193"/>
                </a:lnTo>
                <a:lnTo>
                  <a:pt x="505" y="192"/>
                </a:lnTo>
                <a:lnTo>
                  <a:pt x="505" y="189"/>
                </a:lnTo>
                <a:lnTo>
                  <a:pt x="506" y="189"/>
                </a:lnTo>
                <a:lnTo>
                  <a:pt x="507" y="189"/>
                </a:lnTo>
                <a:lnTo>
                  <a:pt x="508" y="189"/>
                </a:lnTo>
                <a:lnTo>
                  <a:pt x="508" y="188"/>
                </a:lnTo>
                <a:lnTo>
                  <a:pt x="508" y="187"/>
                </a:lnTo>
                <a:lnTo>
                  <a:pt x="509" y="187"/>
                </a:lnTo>
                <a:lnTo>
                  <a:pt x="510" y="187"/>
                </a:lnTo>
                <a:lnTo>
                  <a:pt x="511" y="187"/>
                </a:lnTo>
                <a:lnTo>
                  <a:pt x="511" y="188"/>
                </a:lnTo>
                <a:lnTo>
                  <a:pt x="512" y="189"/>
                </a:lnTo>
                <a:lnTo>
                  <a:pt x="513" y="189"/>
                </a:lnTo>
                <a:lnTo>
                  <a:pt x="514" y="189"/>
                </a:lnTo>
                <a:lnTo>
                  <a:pt x="515" y="190"/>
                </a:lnTo>
                <a:lnTo>
                  <a:pt x="515" y="191"/>
                </a:lnTo>
                <a:lnTo>
                  <a:pt x="514" y="191"/>
                </a:lnTo>
                <a:lnTo>
                  <a:pt x="514" y="192"/>
                </a:lnTo>
                <a:lnTo>
                  <a:pt x="513" y="194"/>
                </a:lnTo>
                <a:lnTo>
                  <a:pt x="513" y="196"/>
                </a:lnTo>
                <a:lnTo>
                  <a:pt x="513" y="197"/>
                </a:lnTo>
                <a:lnTo>
                  <a:pt x="513" y="198"/>
                </a:lnTo>
                <a:lnTo>
                  <a:pt x="515" y="199"/>
                </a:lnTo>
                <a:lnTo>
                  <a:pt x="516" y="200"/>
                </a:lnTo>
                <a:lnTo>
                  <a:pt x="517" y="201"/>
                </a:lnTo>
                <a:lnTo>
                  <a:pt x="519" y="201"/>
                </a:lnTo>
                <a:lnTo>
                  <a:pt x="522" y="203"/>
                </a:lnTo>
                <a:lnTo>
                  <a:pt x="524" y="204"/>
                </a:lnTo>
                <a:lnTo>
                  <a:pt x="525" y="205"/>
                </a:lnTo>
                <a:lnTo>
                  <a:pt x="526" y="205"/>
                </a:lnTo>
                <a:lnTo>
                  <a:pt x="526" y="206"/>
                </a:lnTo>
                <a:lnTo>
                  <a:pt x="527" y="207"/>
                </a:lnTo>
                <a:lnTo>
                  <a:pt x="527" y="209"/>
                </a:lnTo>
                <a:lnTo>
                  <a:pt x="527" y="210"/>
                </a:lnTo>
                <a:lnTo>
                  <a:pt x="528" y="210"/>
                </a:lnTo>
                <a:lnTo>
                  <a:pt x="528" y="209"/>
                </a:lnTo>
                <a:lnTo>
                  <a:pt x="529" y="209"/>
                </a:lnTo>
                <a:lnTo>
                  <a:pt x="530" y="209"/>
                </a:lnTo>
                <a:lnTo>
                  <a:pt x="530" y="210"/>
                </a:lnTo>
                <a:lnTo>
                  <a:pt x="531" y="210"/>
                </a:lnTo>
                <a:lnTo>
                  <a:pt x="532" y="210"/>
                </a:lnTo>
                <a:lnTo>
                  <a:pt x="532" y="211"/>
                </a:lnTo>
                <a:lnTo>
                  <a:pt x="531" y="211"/>
                </a:lnTo>
                <a:lnTo>
                  <a:pt x="530" y="212"/>
                </a:lnTo>
                <a:lnTo>
                  <a:pt x="530" y="213"/>
                </a:lnTo>
                <a:lnTo>
                  <a:pt x="531" y="214"/>
                </a:lnTo>
                <a:lnTo>
                  <a:pt x="532" y="214"/>
                </a:lnTo>
                <a:lnTo>
                  <a:pt x="532" y="215"/>
                </a:lnTo>
                <a:lnTo>
                  <a:pt x="532" y="216"/>
                </a:lnTo>
                <a:lnTo>
                  <a:pt x="532" y="217"/>
                </a:lnTo>
                <a:lnTo>
                  <a:pt x="533" y="217"/>
                </a:lnTo>
                <a:lnTo>
                  <a:pt x="533" y="218"/>
                </a:lnTo>
                <a:lnTo>
                  <a:pt x="532" y="219"/>
                </a:lnTo>
                <a:lnTo>
                  <a:pt x="532" y="220"/>
                </a:lnTo>
                <a:lnTo>
                  <a:pt x="532" y="221"/>
                </a:lnTo>
                <a:lnTo>
                  <a:pt x="531" y="223"/>
                </a:lnTo>
                <a:lnTo>
                  <a:pt x="530" y="223"/>
                </a:lnTo>
                <a:lnTo>
                  <a:pt x="530" y="224"/>
                </a:lnTo>
                <a:lnTo>
                  <a:pt x="528" y="224"/>
                </a:lnTo>
                <a:lnTo>
                  <a:pt x="528" y="225"/>
                </a:lnTo>
                <a:lnTo>
                  <a:pt x="528" y="226"/>
                </a:lnTo>
                <a:lnTo>
                  <a:pt x="528" y="227"/>
                </a:lnTo>
                <a:lnTo>
                  <a:pt x="528" y="228"/>
                </a:lnTo>
                <a:lnTo>
                  <a:pt x="529" y="228"/>
                </a:lnTo>
                <a:lnTo>
                  <a:pt x="529" y="229"/>
                </a:lnTo>
                <a:lnTo>
                  <a:pt x="530" y="229"/>
                </a:lnTo>
                <a:lnTo>
                  <a:pt x="530" y="230"/>
                </a:lnTo>
                <a:lnTo>
                  <a:pt x="531" y="229"/>
                </a:lnTo>
                <a:lnTo>
                  <a:pt x="532" y="229"/>
                </a:lnTo>
                <a:lnTo>
                  <a:pt x="533" y="230"/>
                </a:lnTo>
                <a:lnTo>
                  <a:pt x="534" y="229"/>
                </a:lnTo>
                <a:lnTo>
                  <a:pt x="535" y="229"/>
                </a:lnTo>
                <a:lnTo>
                  <a:pt x="536" y="230"/>
                </a:lnTo>
                <a:lnTo>
                  <a:pt x="537" y="231"/>
                </a:lnTo>
                <a:lnTo>
                  <a:pt x="538" y="231"/>
                </a:lnTo>
                <a:lnTo>
                  <a:pt x="540" y="230"/>
                </a:lnTo>
                <a:lnTo>
                  <a:pt x="540" y="228"/>
                </a:lnTo>
                <a:lnTo>
                  <a:pt x="541" y="228"/>
                </a:lnTo>
                <a:lnTo>
                  <a:pt x="542" y="228"/>
                </a:lnTo>
                <a:lnTo>
                  <a:pt x="543" y="229"/>
                </a:lnTo>
                <a:lnTo>
                  <a:pt x="544" y="229"/>
                </a:lnTo>
                <a:lnTo>
                  <a:pt x="544" y="231"/>
                </a:lnTo>
                <a:lnTo>
                  <a:pt x="545" y="232"/>
                </a:lnTo>
                <a:lnTo>
                  <a:pt x="546" y="232"/>
                </a:lnTo>
                <a:lnTo>
                  <a:pt x="547" y="232"/>
                </a:lnTo>
                <a:lnTo>
                  <a:pt x="548" y="232"/>
                </a:lnTo>
                <a:lnTo>
                  <a:pt x="549" y="232"/>
                </a:lnTo>
                <a:lnTo>
                  <a:pt x="550" y="233"/>
                </a:lnTo>
                <a:lnTo>
                  <a:pt x="549" y="233"/>
                </a:lnTo>
                <a:lnTo>
                  <a:pt x="548" y="236"/>
                </a:lnTo>
                <a:lnTo>
                  <a:pt x="547" y="239"/>
                </a:lnTo>
                <a:lnTo>
                  <a:pt x="546" y="240"/>
                </a:lnTo>
                <a:lnTo>
                  <a:pt x="546" y="241"/>
                </a:lnTo>
                <a:lnTo>
                  <a:pt x="547" y="242"/>
                </a:lnTo>
                <a:lnTo>
                  <a:pt x="548" y="242"/>
                </a:lnTo>
                <a:lnTo>
                  <a:pt x="548" y="243"/>
                </a:lnTo>
                <a:lnTo>
                  <a:pt x="549" y="243"/>
                </a:lnTo>
                <a:lnTo>
                  <a:pt x="550" y="244"/>
                </a:lnTo>
                <a:lnTo>
                  <a:pt x="550" y="245"/>
                </a:lnTo>
                <a:lnTo>
                  <a:pt x="549" y="246"/>
                </a:lnTo>
                <a:lnTo>
                  <a:pt x="549" y="248"/>
                </a:lnTo>
                <a:lnTo>
                  <a:pt x="549" y="249"/>
                </a:lnTo>
                <a:lnTo>
                  <a:pt x="550" y="249"/>
                </a:lnTo>
                <a:lnTo>
                  <a:pt x="550" y="250"/>
                </a:lnTo>
                <a:lnTo>
                  <a:pt x="551" y="251"/>
                </a:lnTo>
                <a:lnTo>
                  <a:pt x="551" y="252"/>
                </a:lnTo>
                <a:lnTo>
                  <a:pt x="552" y="253"/>
                </a:lnTo>
                <a:lnTo>
                  <a:pt x="554" y="253"/>
                </a:lnTo>
                <a:lnTo>
                  <a:pt x="554" y="254"/>
                </a:lnTo>
                <a:lnTo>
                  <a:pt x="554" y="255"/>
                </a:lnTo>
                <a:lnTo>
                  <a:pt x="555" y="255"/>
                </a:lnTo>
                <a:lnTo>
                  <a:pt x="555" y="254"/>
                </a:lnTo>
                <a:lnTo>
                  <a:pt x="556" y="253"/>
                </a:lnTo>
                <a:lnTo>
                  <a:pt x="557" y="253"/>
                </a:lnTo>
                <a:lnTo>
                  <a:pt x="557" y="252"/>
                </a:lnTo>
                <a:lnTo>
                  <a:pt x="558" y="252"/>
                </a:lnTo>
                <a:lnTo>
                  <a:pt x="559" y="252"/>
                </a:lnTo>
                <a:lnTo>
                  <a:pt x="559" y="251"/>
                </a:lnTo>
                <a:lnTo>
                  <a:pt x="560" y="251"/>
                </a:lnTo>
                <a:lnTo>
                  <a:pt x="561" y="251"/>
                </a:lnTo>
                <a:lnTo>
                  <a:pt x="561" y="252"/>
                </a:lnTo>
                <a:lnTo>
                  <a:pt x="562" y="253"/>
                </a:lnTo>
                <a:lnTo>
                  <a:pt x="561" y="253"/>
                </a:lnTo>
                <a:lnTo>
                  <a:pt x="561" y="254"/>
                </a:lnTo>
                <a:lnTo>
                  <a:pt x="560" y="254"/>
                </a:lnTo>
                <a:lnTo>
                  <a:pt x="561" y="255"/>
                </a:lnTo>
                <a:lnTo>
                  <a:pt x="562" y="255"/>
                </a:lnTo>
                <a:lnTo>
                  <a:pt x="562" y="256"/>
                </a:lnTo>
                <a:lnTo>
                  <a:pt x="561" y="256"/>
                </a:lnTo>
                <a:lnTo>
                  <a:pt x="561" y="257"/>
                </a:lnTo>
                <a:lnTo>
                  <a:pt x="561" y="258"/>
                </a:lnTo>
                <a:lnTo>
                  <a:pt x="560" y="259"/>
                </a:lnTo>
                <a:lnTo>
                  <a:pt x="560" y="260"/>
                </a:lnTo>
                <a:lnTo>
                  <a:pt x="560" y="261"/>
                </a:lnTo>
                <a:lnTo>
                  <a:pt x="560" y="262"/>
                </a:lnTo>
                <a:lnTo>
                  <a:pt x="559" y="262"/>
                </a:lnTo>
                <a:lnTo>
                  <a:pt x="559" y="263"/>
                </a:lnTo>
                <a:lnTo>
                  <a:pt x="559" y="264"/>
                </a:lnTo>
                <a:lnTo>
                  <a:pt x="559" y="265"/>
                </a:lnTo>
                <a:lnTo>
                  <a:pt x="559" y="267"/>
                </a:lnTo>
                <a:lnTo>
                  <a:pt x="564" y="268"/>
                </a:lnTo>
                <a:lnTo>
                  <a:pt x="565" y="268"/>
                </a:lnTo>
                <a:lnTo>
                  <a:pt x="567" y="267"/>
                </a:lnTo>
                <a:lnTo>
                  <a:pt x="568" y="267"/>
                </a:lnTo>
                <a:lnTo>
                  <a:pt x="569" y="266"/>
                </a:lnTo>
                <a:lnTo>
                  <a:pt x="570" y="265"/>
                </a:lnTo>
                <a:lnTo>
                  <a:pt x="571" y="265"/>
                </a:lnTo>
                <a:lnTo>
                  <a:pt x="572" y="264"/>
                </a:lnTo>
                <a:lnTo>
                  <a:pt x="572" y="263"/>
                </a:lnTo>
                <a:lnTo>
                  <a:pt x="577" y="260"/>
                </a:lnTo>
                <a:lnTo>
                  <a:pt x="578" y="259"/>
                </a:lnTo>
                <a:lnTo>
                  <a:pt x="579" y="259"/>
                </a:lnTo>
                <a:lnTo>
                  <a:pt x="580" y="259"/>
                </a:lnTo>
                <a:lnTo>
                  <a:pt x="582" y="260"/>
                </a:lnTo>
                <a:lnTo>
                  <a:pt x="583" y="259"/>
                </a:lnTo>
                <a:lnTo>
                  <a:pt x="582" y="259"/>
                </a:lnTo>
                <a:lnTo>
                  <a:pt x="582" y="258"/>
                </a:lnTo>
                <a:lnTo>
                  <a:pt x="582" y="257"/>
                </a:lnTo>
                <a:lnTo>
                  <a:pt x="583" y="257"/>
                </a:lnTo>
                <a:lnTo>
                  <a:pt x="584" y="258"/>
                </a:lnTo>
                <a:lnTo>
                  <a:pt x="585" y="258"/>
                </a:lnTo>
                <a:lnTo>
                  <a:pt x="585" y="257"/>
                </a:lnTo>
                <a:lnTo>
                  <a:pt x="586" y="256"/>
                </a:lnTo>
                <a:lnTo>
                  <a:pt x="586" y="254"/>
                </a:lnTo>
                <a:lnTo>
                  <a:pt x="585" y="253"/>
                </a:lnTo>
                <a:lnTo>
                  <a:pt x="586" y="253"/>
                </a:lnTo>
                <a:lnTo>
                  <a:pt x="586" y="252"/>
                </a:lnTo>
                <a:lnTo>
                  <a:pt x="587" y="251"/>
                </a:lnTo>
                <a:lnTo>
                  <a:pt x="587" y="250"/>
                </a:lnTo>
                <a:lnTo>
                  <a:pt x="587" y="249"/>
                </a:lnTo>
                <a:lnTo>
                  <a:pt x="587" y="248"/>
                </a:lnTo>
                <a:lnTo>
                  <a:pt x="588" y="247"/>
                </a:lnTo>
                <a:lnTo>
                  <a:pt x="589" y="247"/>
                </a:lnTo>
                <a:lnTo>
                  <a:pt x="589" y="248"/>
                </a:lnTo>
                <a:lnTo>
                  <a:pt x="590" y="248"/>
                </a:lnTo>
                <a:lnTo>
                  <a:pt x="590" y="247"/>
                </a:lnTo>
                <a:lnTo>
                  <a:pt x="591" y="247"/>
                </a:lnTo>
                <a:lnTo>
                  <a:pt x="591" y="246"/>
                </a:lnTo>
                <a:lnTo>
                  <a:pt x="592" y="245"/>
                </a:lnTo>
                <a:lnTo>
                  <a:pt x="593" y="245"/>
                </a:lnTo>
                <a:lnTo>
                  <a:pt x="594" y="245"/>
                </a:lnTo>
                <a:lnTo>
                  <a:pt x="595" y="245"/>
                </a:lnTo>
                <a:lnTo>
                  <a:pt x="596" y="247"/>
                </a:lnTo>
                <a:lnTo>
                  <a:pt x="595" y="248"/>
                </a:lnTo>
                <a:lnTo>
                  <a:pt x="594" y="249"/>
                </a:lnTo>
                <a:lnTo>
                  <a:pt x="593" y="249"/>
                </a:lnTo>
                <a:lnTo>
                  <a:pt x="593" y="250"/>
                </a:lnTo>
                <a:lnTo>
                  <a:pt x="594" y="251"/>
                </a:lnTo>
                <a:lnTo>
                  <a:pt x="595" y="251"/>
                </a:lnTo>
                <a:lnTo>
                  <a:pt x="595" y="252"/>
                </a:lnTo>
                <a:lnTo>
                  <a:pt x="595" y="253"/>
                </a:lnTo>
                <a:lnTo>
                  <a:pt x="596" y="254"/>
                </a:lnTo>
                <a:lnTo>
                  <a:pt x="595" y="256"/>
                </a:lnTo>
                <a:lnTo>
                  <a:pt x="594" y="256"/>
                </a:lnTo>
                <a:lnTo>
                  <a:pt x="594" y="257"/>
                </a:lnTo>
                <a:lnTo>
                  <a:pt x="595" y="258"/>
                </a:lnTo>
                <a:lnTo>
                  <a:pt x="596" y="258"/>
                </a:lnTo>
                <a:lnTo>
                  <a:pt x="596" y="259"/>
                </a:lnTo>
                <a:lnTo>
                  <a:pt x="597" y="259"/>
                </a:lnTo>
                <a:lnTo>
                  <a:pt x="596" y="259"/>
                </a:lnTo>
                <a:lnTo>
                  <a:pt x="596" y="260"/>
                </a:lnTo>
                <a:lnTo>
                  <a:pt x="595" y="260"/>
                </a:lnTo>
                <a:lnTo>
                  <a:pt x="596" y="260"/>
                </a:lnTo>
                <a:lnTo>
                  <a:pt x="596" y="261"/>
                </a:lnTo>
                <a:lnTo>
                  <a:pt x="597" y="262"/>
                </a:lnTo>
                <a:lnTo>
                  <a:pt x="598" y="262"/>
                </a:lnTo>
                <a:lnTo>
                  <a:pt x="599" y="262"/>
                </a:lnTo>
                <a:lnTo>
                  <a:pt x="599" y="263"/>
                </a:lnTo>
                <a:lnTo>
                  <a:pt x="599" y="264"/>
                </a:lnTo>
                <a:lnTo>
                  <a:pt x="600" y="265"/>
                </a:lnTo>
                <a:lnTo>
                  <a:pt x="600" y="264"/>
                </a:lnTo>
                <a:lnTo>
                  <a:pt x="601" y="264"/>
                </a:lnTo>
                <a:lnTo>
                  <a:pt x="602" y="264"/>
                </a:lnTo>
                <a:lnTo>
                  <a:pt x="602" y="265"/>
                </a:lnTo>
                <a:lnTo>
                  <a:pt x="601" y="265"/>
                </a:lnTo>
                <a:lnTo>
                  <a:pt x="601" y="266"/>
                </a:lnTo>
                <a:lnTo>
                  <a:pt x="602" y="267"/>
                </a:lnTo>
                <a:lnTo>
                  <a:pt x="601" y="268"/>
                </a:lnTo>
                <a:lnTo>
                  <a:pt x="600" y="269"/>
                </a:lnTo>
                <a:lnTo>
                  <a:pt x="600" y="270"/>
                </a:lnTo>
                <a:lnTo>
                  <a:pt x="599" y="270"/>
                </a:lnTo>
                <a:lnTo>
                  <a:pt x="600" y="270"/>
                </a:lnTo>
                <a:lnTo>
                  <a:pt x="601" y="270"/>
                </a:lnTo>
                <a:lnTo>
                  <a:pt x="602" y="269"/>
                </a:lnTo>
                <a:lnTo>
                  <a:pt x="603" y="269"/>
                </a:lnTo>
                <a:lnTo>
                  <a:pt x="603" y="268"/>
                </a:lnTo>
                <a:lnTo>
                  <a:pt x="603" y="267"/>
                </a:lnTo>
                <a:lnTo>
                  <a:pt x="604" y="267"/>
                </a:lnTo>
                <a:lnTo>
                  <a:pt x="604" y="266"/>
                </a:lnTo>
                <a:lnTo>
                  <a:pt x="605" y="266"/>
                </a:lnTo>
                <a:lnTo>
                  <a:pt x="606" y="265"/>
                </a:lnTo>
                <a:lnTo>
                  <a:pt x="607" y="264"/>
                </a:lnTo>
                <a:lnTo>
                  <a:pt x="609" y="264"/>
                </a:lnTo>
                <a:lnTo>
                  <a:pt x="609" y="263"/>
                </a:lnTo>
                <a:lnTo>
                  <a:pt x="609" y="262"/>
                </a:lnTo>
                <a:lnTo>
                  <a:pt x="610" y="261"/>
                </a:lnTo>
                <a:lnTo>
                  <a:pt x="611" y="261"/>
                </a:lnTo>
                <a:lnTo>
                  <a:pt x="612" y="262"/>
                </a:lnTo>
                <a:lnTo>
                  <a:pt x="613" y="262"/>
                </a:lnTo>
                <a:lnTo>
                  <a:pt x="614" y="264"/>
                </a:lnTo>
                <a:lnTo>
                  <a:pt x="613" y="265"/>
                </a:lnTo>
                <a:lnTo>
                  <a:pt x="613" y="267"/>
                </a:lnTo>
                <a:lnTo>
                  <a:pt x="613" y="269"/>
                </a:lnTo>
                <a:lnTo>
                  <a:pt x="614" y="269"/>
                </a:lnTo>
                <a:lnTo>
                  <a:pt x="614" y="270"/>
                </a:lnTo>
                <a:lnTo>
                  <a:pt x="613" y="271"/>
                </a:lnTo>
                <a:lnTo>
                  <a:pt x="614" y="272"/>
                </a:lnTo>
                <a:lnTo>
                  <a:pt x="615" y="272"/>
                </a:lnTo>
                <a:lnTo>
                  <a:pt x="615" y="273"/>
                </a:lnTo>
                <a:lnTo>
                  <a:pt x="616" y="273"/>
                </a:lnTo>
                <a:lnTo>
                  <a:pt x="617" y="274"/>
                </a:lnTo>
                <a:lnTo>
                  <a:pt x="617" y="275"/>
                </a:lnTo>
                <a:lnTo>
                  <a:pt x="618" y="276"/>
                </a:lnTo>
                <a:lnTo>
                  <a:pt x="617" y="276"/>
                </a:lnTo>
                <a:lnTo>
                  <a:pt x="616" y="277"/>
                </a:lnTo>
                <a:lnTo>
                  <a:pt x="618" y="278"/>
                </a:lnTo>
                <a:lnTo>
                  <a:pt x="618" y="279"/>
                </a:lnTo>
                <a:lnTo>
                  <a:pt x="619" y="279"/>
                </a:lnTo>
                <a:lnTo>
                  <a:pt x="619" y="280"/>
                </a:lnTo>
                <a:lnTo>
                  <a:pt x="618" y="281"/>
                </a:lnTo>
                <a:lnTo>
                  <a:pt x="616" y="283"/>
                </a:lnTo>
                <a:lnTo>
                  <a:pt x="615" y="283"/>
                </a:lnTo>
                <a:lnTo>
                  <a:pt x="614" y="284"/>
                </a:lnTo>
                <a:lnTo>
                  <a:pt x="614" y="285"/>
                </a:lnTo>
                <a:lnTo>
                  <a:pt x="614" y="286"/>
                </a:lnTo>
                <a:lnTo>
                  <a:pt x="615" y="286"/>
                </a:lnTo>
                <a:lnTo>
                  <a:pt x="615" y="285"/>
                </a:lnTo>
                <a:lnTo>
                  <a:pt x="616" y="285"/>
                </a:lnTo>
                <a:lnTo>
                  <a:pt x="617" y="284"/>
                </a:lnTo>
                <a:lnTo>
                  <a:pt x="617" y="285"/>
                </a:lnTo>
                <a:lnTo>
                  <a:pt x="618" y="285"/>
                </a:lnTo>
                <a:lnTo>
                  <a:pt x="620" y="286"/>
                </a:lnTo>
                <a:lnTo>
                  <a:pt x="622" y="284"/>
                </a:lnTo>
                <a:lnTo>
                  <a:pt x="623" y="283"/>
                </a:lnTo>
                <a:lnTo>
                  <a:pt x="626" y="284"/>
                </a:lnTo>
                <a:lnTo>
                  <a:pt x="627" y="284"/>
                </a:lnTo>
                <a:lnTo>
                  <a:pt x="628" y="285"/>
                </a:lnTo>
                <a:lnTo>
                  <a:pt x="630" y="284"/>
                </a:lnTo>
                <a:lnTo>
                  <a:pt x="632" y="284"/>
                </a:lnTo>
                <a:lnTo>
                  <a:pt x="633" y="284"/>
                </a:lnTo>
                <a:lnTo>
                  <a:pt x="634" y="283"/>
                </a:lnTo>
                <a:lnTo>
                  <a:pt x="634" y="281"/>
                </a:lnTo>
                <a:lnTo>
                  <a:pt x="634" y="280"/>
                </a:lnTo>
                <a:lnTo>
                  <a:pt x="635" y="280"/>
                </a:lnTo>
                <a:lnTo>
                  <a:pt x="636" y="280"/>
                </a:lnTo>
                <a:lnTo>
                  <a:pt x="637" y="280"/>
                </a:lnTo>
                <a:lnTo>
                  <a:pt x="639" y="278"/>
                </a:lnTo>
                <a:lnTo>
                  <a:pt x="640" y="278"/>
                </a:lnTo>
                <a:lnTo>
                  <a:pt x="641" y="278"/>
                </a:lnTo>
                <a:lnTo>
                  <a:pt x="642" y="278"/>
                </a:lnTo>
                <a:lnTo>
                  <a:pt x="643" y="277"/>
                </a:lnTo>
                <a:lnTo>
                  <a:pt x="644" y="277"/>
                </a:lnTo>
                <a:lnTo>
                  <a:pt x="645" y="276"/>
                </a:lnTo>
                <a:lnTo>
                  <a:pt x="647" y="275"/>
                </a:lnTo>
                <a:lnTo>
                  <a:pt x="648" y="274"/>
                </a:lnTo>
                <a:lnTo>
                  <a:pt x="649" y="273"/>
                </a:lnTo>
                <a:lnTo>
                  <a:pt x="650" y="272"/>
                </a:lnTo>
                <a:lnTo>
                  <a:pt x="651" y="272"/>
                </a:lnTo>
                <a:lnTo>
                  <a:pt x="652" y="272"/>
                </a:lnTo>
                <a:lnTo>
                  <a:pt x="653" y="271"/>
                </a:lnTo>
                <a:lnTo>
                  <a:pt x="654" y="271"/>
                </a:lnTo>
                <a:lnTo>
                  <a:pt x="655" y="271"/>
                </a:lnTo>
                <a:lnTo>
                  <a:pt x="656" y="271"/>
                </a:lnTo>
                <a:lnTo>
                  <a:pt x="657" y="269"/>
                </a:lnTo>
                <a:lnTo>
                  <a:pt x="657" y="268"/>
                </a:lnTo>
                <a:lnTo>
                  <a:pt x="658" y="268"/>
                </a:lnTo>
                <a:lnTo>
                  <a:pt x="659" y="269"/>
                </a:lnTo>
                <a:lnTo>
                  <a:pt x="660" y="269"/>
                </a:lnTo>
                <a:lnTo>
                  <a:pt x="662" y="269"/>
                </a:lnTo>
                <a:lnTo>
                  <a:pt x="662" y="268"/>
                </a:lnTo>
                <a:lnTo>
                  <a:pt x="664" y="268"/>
                </a:lnTo>
                <a:lnTo>
                  <a:pt x="665" y="268"/>
                </a:lnTo>
                <a:lnTo>
                  <a:pt x="666" y="267"/>
                </a:lnTo>
                <a:lnTo>
                  <a:pt x="668" y="268"/>
                </a:lnTo>
                <a:lnTo>
                  <a:pt x="669" y="268"/>
                </a:lnTo>
                <a:lnTo>
                  <a:pt x="672" y="268"/>
                </a:lnTo>
                <a:lnTo>
                  <a:pt x="673" y="268"/>
                </a:lnTo>
                <a:lnTo>
                  <a:pt x="674" y="268"/>
                </a:lnTo>
                <a:lnTo>
                  <a:pt x="675" y="267"/>
                </a:lnTo>
                <a:lnTo>
                  <a:pt x="676" y="266"/>
                </a:lnTo>
                <a:lnTo>
                  <a:pt x="677" y="266"/>
                </a:lnTo>
                <a:lnTo>
                  <a:pt x="677" y="265"/>
                </a:lnTo>
                <a:lnTo>
                  <a:pt x="678" y="265"/>
                </a:lnTo>
                <a:lnTo>
                  <a:pt x="679" y="263"/>
                </a:lnTo>
                <a:lnTo>
                  <a:pt x="680" y="262"/>
                </a:lnTo>
                <a:lnTo>
                  <a:pt x="681" y="261"/>
                </a:lnTo>
                <a:lnTo>
                  <a:pt x="682" y="261"/>
                </a:lnTo>
                <a:lnTo>
                  <a:pt x="683" y="261"/>
                </a:lnTo>
                <a:lnTo>
                  <a:pt x="683" y="260"/>
                </a:lnTo>
                <a:lnTo>
                  <a:pt x="683" y="258"/>
                </a:lnTo>
                <a:lnTo>
                  <a:pt x="682" y="257"/>
                </a:lnTo>
                <a:lnTo>
                  <a:pt x="682" y="256"/>
                </a:lnTo>
                <a:lnTo>
                  <a:pt x="682" y="255"/>
                </a:lnTo>
                <a:lnTo>
                  <a:pt x="682" y="254"/>
                </a:lnTo>
                <a:lnTo>
                  <a:pt x="683" y="254"/>
                </a:lnTo>
                <a:lnTo>
                  <a:pt x="683" y="253"/>
                </a:lnTo>
                <a:lnTo>
                  <a:pt x="684" y="253"/>
                </a:lnTo>
                <a:lnTo>
                  <a:pt x="684" y="252"/>
                </a:lnTo>
                <a:lnTo>
                  <a:pt x="684" y="251"/>
                </a:lnTo>
                <a:lnTo>
                  <a:pt x="683" y="250"/>
                </a:lnTo>
                <a:lnTo>
                  <a:pt x="682" y="250"/>
                </a:lnTo>
                <a:lnTo>
                  <a:pt x="682" y="249"/>
                </a:lnTo>
                <a:lnTo>
                  <a:pt x="683" y="248"/>
                </a:lnTo>
                <a:lnTo>
                  <a:pt x="683" y="247"/>
                </a:lnTo>
                <a:lnTo>
                  <a:pt x="685" y="245"/>
                </a:lnTo>
                <a:lnTo>
                  <a:pt x="685" y="244"/>
                </a:lnTo>
                <a:lnTo>
                  <a:pt x="685" y="243"/>
                </a:lnTo>
                <a:lnTo>
                  <a:pt x="685" y="242"/>
                </a:lnTo>
                <a:lnTo>
                  <a:pt x="686" y="242"/>
                </a:lnTo>
                <a:lnTo>
                  <a:pt x="686" y="241"/>
                </a:lnTo>
                <a:lnTo>
                  <a:pt x="685" y="240"/>
                </a:lnTo>
                <a:lnTo>
                  <a:pt x="684" y="239"/>
                </a:lnTo>
                <a:lnTo>
                  <a:pt x="684" y="238"/>
                </a:lnTo>
                <a:lnTo>
                  <a:pt x="683" y="238"/>
                </a:lnTo>
                <a:lnTo>
                  <a:pt x="683" y="237"/>
                </a:lnTo>
                <a:lnTo>
                  <a:pt x="684" y="236"/>
                </a:lnTo>
                <a:lnTo>
                  <a:pt x="685" y="235"/>
                </a:lnTo>
                <a:lnTo>
                  <a:pt x="685" y="233"/>
                </a:lnTo>
                <a:lnTo>
                  <a:pt x="685" y="231"/>
                </a:lnTo>
                <a:lnTo>
                  <a:pt x="685" y="230"/>
                </a:lnTo>
                <a:lnTo>
                  <a:pt x="685" y="231"/>
                </a:lnTo>
                <a:lnTo>
                  <a:pt x="685" y="230"/>
                </a:lnTo>
                <a:lnTo>
                  <a:pt x="684" y="229"/>
                </a:lnTo>
                <a:lnTo>
                  <a:pt x="682" y="228"/>
                </a:lnTo>
                <a:lnTo>
                  <a:pt x="683" y="228"/>
                </a:lnTo>
                <a:lnTo>
                  <a:pt x="683" y="227"/>
                </a:lnTo>
                <a:lnTo>
                  <a:pt x="684" y="227"/>
                </a:lnTo>
                <a:lnTo>
                  <a:pt x="685" y="227"/>
                </a:lnTo>
                <a:lnTo>
                  <a:pt x="686" y="227"/>
                </a:lnTo>
                <a:lnTo>
                  <a:pt x="689" y="228"/>
                </a:lnTo>
                <a:lnTo>
                  <a:pt x="690" y="228"/>
                </a:lnTo>
                <a:lnTo>
                  <a:pt x="691" y="227"/>
                </a:lnTo>
                <a:lnTo>
                  <a:pt x="691" y="226"/>
                </a:lnTo>
                <a:lnTo>
                  <a:pt x="692" y="225"/>
                </a:lnTo>
                <a:lnTo>
                  <a:pt x="692" y="224"/>
                </a:lnTo>
                <a:lnTo>
                  <a:pt x="691" y="224"/>
                </a:lnTo>
                <a:lnTo>
                  <a:pt x="690" y="223"/>
                </a:lnTo>
                <a:lnTo>
                  <a:pt x="690" y="222"/>
                </a:lnTo>
                <a:lnTo>
                  <a:pt x="690" y="221"/>
                </a:lnTo>
                <a:lnTo>
                  <a:pt x="688" y="219"/>
                </a:lnTo>
                <a:lnTo>
                  <a:pt x="687" y="219"/>
                </a:lnTo>
                <a:lnTo>
                  <a:pt x="687" y="220"/>
                </a:lnTo>
                <a:lnTo>
                  <a:pt x="686" y="220"/>
                </a:lnTo>
                <a:lnTo>
                  <a:pt x="685" y="219"/>
                </a:lnTo>
                <a:lnTo>
                  <a:pt x="685" y="218"/>
                </a:lnTo>
                <a:lnTo>
                  <a:pt x="685" y="217"/>
                </a:lnTo>
                <a:lnTo>
                  <a:pt x="688" y="216"/>
                </a:lnTo>
                <a:lnTo>
                  <a:pt x="690" y="215"/>
                </a:lnTo>
                <a:lnTo>
                  <a:pt x="692" y="214"/>
                </a:lnTo>
                <a:lnTo>
                  <a:pt x="694" y="215"/>
                </a:lnTo>
                <a:lnTo>
                  <a:pt x="694" y="216"/>
                </a:lnTo>
                <a:lnTo>
                  <a:pt x="695" y="216"/>
                </a:lnTo>
                <a:lnTo>
                  <a:pt x="695" y="215"/>
                </a:lnTo>
                <a:lnTo>
                  <a:pt x="696" y="215"/>
                </a:lnTo>
                <a:lnTo>
                  <a:pt x="697" y="215"/>
                </a:lnTo>
                <a:lnTo>
                  <a:pt x="697" y="217"/>
                </a:lnTo>
                <a:lnTo>
                  <a:pt x="698" y="218"/>
                </a:lnTo>
                <a:lnTo>
                  <a:pt x="699" y="220"/>
                </a:lnTo>
                <a:lnTo>
                  <a:pt x="701" y="220"/>
                </a:lnTo>
                <a:lnTo>
                  <a:pt x="702" y="220"/>
                </a:lnTo>
                <a:lnTo>
                  <a:pt x="702" y="219"/>
                </a:lnTo>
                <a:lnTo>
                  <a:pt x="703" y="218"/>
                </a:lnTo>
                <a:lnTo>
                  <a:pt x="702" y="218"/>
                </a:lnTo>
                <a:lnTo>
                  <a:pt x="702" y="217"/>
                </a:lnTo>
                <a:lnTo>
                  <a:pt x="701" y="216"/>
                </a:lnTo>
                <a:lnTo>
                  <a:pt x="700" y="215"/>
                </a:lnTo>
                <a:lnTo>
                  <a:pt x="700" y="214"/>
                </a:lnTo>
                <a:lnTo>
                  <a:pt x="700" y="213"/>
                </a:lnTo>
                <a:lnTo>
                  <a:pt x="701" y="213"/>
                </a:lnTo>
                <a:lnTo>
                  <a:pt x="702" y="212"/>
                </a:lnTo>
                <a:lnTo>
                  <a:pt x="703" y="212"/>
                </a:lnTo>
                <a:lnTo>
                  <a:pt x="703" y="211"/>
                </a:lnTo>
                <a:lnTo>
                  <a:pt x="704" y="210"/>
                </a:lnTo>
                <a:lnTo>
                  <a:pt x="707" y="209"/>
                </a:lnTo>
                <a:lnTo>
                  <a:pt x="708" y="210"/>
                </a:lnTo>
                <a:lnTo>
                  <a:pt x="709" y="209"/>
                </a:lnTo>
                <a:lnTo>
                  <a:pt x="710" y="209"/>
                </a:lnTo>
                <a:lnTo>
                  <a:pt x="711" y="207"/>
                </a:lnTo>
                <a:lnTo>
                  <a:pt x="711" y="206"/>
                </a:lnTo>
                <a:lnTo>
                  <a:pt x="710" y="206"/>
                </a:lnTo>
                <a:lnTo>
                  <a:pt x="710" y="205"/>
                </a:lnTo>
                <a:lnTo>
                  <a:pt x="709" y="205"/>
                </a:lnTo>
                <a:lnTo>
                  <a:pt x="710" y="205"/>
                </a:lnTo>
                <a:lnTo>
                  <a:pt x="711" y="203"/>
                </a:lnTo>
                <a:lnTo>
                  <a:pt x="711" y="201"/>
                </a:lnTo>
                <a:lnTo>
                  <a:pt x="711" y="200"/>
                </a:lnTo>
                <a:lnTo>
                  <a:pt x="712" y="199"/>
                </a:lnTo>
                <a:lnTo>
                  <a:pt x="712" y="198"/>
                </a:lnTo>
                <a:lnTo>
                  <a:pt x="713" y="198"/>
                </a:lnTo>
                <a:lnTo>
                  <a:pt x="714" y="199"/>
                </a:lnTo>
                <a:lnTo>
                  <a:pt x="717" y="196"/>
                </a:lnTo>
                <a:lnTo>
                  <a:pt x="719" y="196"/>
                </a:lnTo>
                <a:lnTo>
                  <a:pt x="720" y="196"/>
                </a:lnTo>
                <a:lnTo>
                  <a:pt x="720" y="197"/>
                </a:lnTo>
                <a:lnTo>
                  <a:pt x="720" y="198"/>
                </a:lnTo>
                <a:lnTo>
                  <a:pt x="720" y="199"/>
                </a:lnTo>
                <a:lnTo>
                  <a:pt x="721" y="199"/>
                </a:lnTo>
                <a:lnTo>
                  <a:pt x="722" y="201"/>
                </a:lnTo>
                <a:lnTo>
                  <a:pt x="723" y="202"/>
                </a:lnTo>
                <a:lnTo>
                  <a:pt x="724" y="202"/>
                </a:lnTo>
                <a:lnTo>
                  <a:pt x="728" y="204"/>
                </a:lnTo>
                <a:lnTo>
                  <a:pt x="729" y="205"/>
                </a:lnTo>
                <a:lnTo>
                  <a:pt x="730" y="206"/>
                </a:lnTo>
                <a:lnTo>
                  <a:pt x="732" y="210"/>
                </a:lnTo>
                <a:lnTo>
                  <a:pt x="732" y="212"/>
                </a:lnTo>
                <a:lnTo>
                  <a:pt x="733" y="213"/>
                </a:lnTo>
                <a:lnTo>
                  <a:pt x="733" y="215"/>
                </a:lnTo>
                <a:lnTo>
                  <a:pt x="733" y="216"/>
                </a:lnTo>
                <a:lnTo>
                  <a:pt x="734" y="216"/>
                </a:lnTo>
                <a:lnTo>
                  <a:pt x="735" y="217"/>
                </a:lnTo>
                <a:lnTo>
                  <a:pt x="736" y="217"/>
                </a:lnTo>
                <a:lnTo>
                  <a:pt x="736" y="216"/>
                </a:lnTo>
                <a:lnTo>
                  <a:pt x="736" y="215"/>
                </a:lnTo>
                <a:lnTo>
                  <a:pt x="737" y="215"/>
                </a:lnTo>
                <a:lnTo>
                  <a:pt x="737" y="214"/>
                </a:lnTo>
                <a:lnTo>
                  <a:pt x="738" y="214"/>
                </a:lnTo>
                <a:lnTo>
                  <a:pt x="739" y="214"/>
                </a:lnTo>
                <a:lnTo>
                  <a:pt x="742" y="213"/>
                </a:lnTo>
                <a:lnTo>
                  <a:pt x="745" y="212"/>
                </a:lnTo>
                <a:lnTo>
                  <a:pt x="746" y="212"/>
                </a:lnTo>
                <a:lnTo>
                  <a:pt x="746" y="213"/>
                </a:lnTo>
                <a:lnTo>
                  <a:pt x="748" y="214"/>
                </a:lnTo>
                <a:lnTo>
                  <a:pt x="749" y="214"/>
                </a:lnTo>
                <a:lnTo>
                  <a:pt x="749" y="215"/>
                </a:lnTo>
                <a:lnTo>
                  <a:pt x="751" y="218"/>
                </a:lnTo>
                <a:lnTo>
                  <a:pt x="750" y="219"/>
                </a:lnTo>
                <a:lnTo>
                  <a:pt x="751" y="220"/>
                </a:lnTo>
                <a:lnTo>
                  <a:pt x="751" y="221"/>
                </a:lnTo>
                <a:lnTo>
                  <a:pt x="752" y="220"/>
                </a:lnTo>
                <a:lnTo>
                  <a:pt x="753" y="220"/>
                </a:lnTo>
                <a:lnTo>
                  <a:pt x="755" y="221"/>
                </a:lnTo>
                <a:lnTo>
                  <a:pt x="756" y="223"/>
                </a:lnTo>
                <a:lnTo>
                  <a:pt x="758" y="225"/>
                </a:lnTo>
                <a:lnTo>
                  <a:pt x="761" y="227"/>
                </a:lnTo>
                <a:lnTo>
                  <a:pt x="761" y="228"/>
                </a:lnTo>
                <a:lnTo>
                  <a:pt x="760" y="228"/>
                </a:lnTo>
                <a:lnTo>
                  <a:pt x="762" y="230"/>
                </a:lnTo>
                <a:lnTo>
                  <a:pt x="765" y="231"/>
                </a:lnTo>
                <a:lnTo>
                  <a:pt x="766" y="233"/>
                </a:lnTo>
                <a:lnTo>
                  <a:pt x="766" y="234"/>
                </a:lnTo>
                <a:lnTo>
                  <a:pt x="766" y="235"/>
                </a:lnTo>
                <a:lnTo>
                  <a:pt x="766" y="236"/>
                </a:lnTo>
                <a:lnTo>
                  <a:pt x="766" y="237"/>
                </a:lnTo>
                <a:lnTo>
                  <a:pt x="768" y="239"/>
                </a:lnTo>
                <a:lnTo>
                  <a:pt x="770" y="241"/>
                </a:lnTo>
                <a:lnTo>
                  <a:pt x="771" y="242"/>
                </a:lnTo>
                <a:lnTo>
                  <a:pt x="772" y="242"/>
                </a:lnTo>
                <a:lnTo>
                  <a:pt x="772" y="241"/>
                </a:lnTo>
                <a:lnTo>
                  <a:pt x="772" y="238"/>
                </a:lnTo>
                <a:lnTo>
                  <a:pt x="773" y="238"/>
                </a:lnTo>
                <a:lnTo>
                  <a:pt x="773" y="237"/>
                </a:lnTo>
                <a:lnTo>
                  <a:pt x="773" y="236"/>
                </a:lnTo>
                <a:lnTo>
                  <a:pt x="772" y="234"/>
                </a:lnTo>
                <a:lnTo>
                  <a:pt x="770" y="231"/>
                </a:lnTo>
                <a:lnTo>
                  <a:pt x="771" y="229"/>
                </a:lnTo>
                <a:lnTo>
                  <a:pt x="771" y="227"/>
                </a:lnTo>
                <a:lnTo>
                  <a:pt x="770" y="225"/>
                </a:lnTo>
                <a:lnTo>
                  <a:pt x="770" y="223"/>
                </a:lnTo>
                <a:lnTo>
                  <a:pt x="769" y="221"/>
                </a:lnTo>
                <a:lnTo>
                  <a:pt x="768" y="221"/>
                </a:lnTo>
                <a:lnTo>
                  <a:pt x="768" y="222"/>
                </a:lnTo>
                <a:lnTo>
                  <a:pt x="767" y="222"/>
                </a:lnTo>
                <a:lnTo>
                  <a:pt x="766" y="222"/>
                </a:lnTo>
                <a:lnTo>
                  <a:pt x="766" y="221"/>
                </a:lnTo>
                <a:lnTo>
                  <a:pt x="765" y="221"/>
                </a:lnTo>
                <a:lnTo>
                  <a:pt x="765" y="220"/>
                </a:lnTo>
                <a:lnTo>
                  <a:pt x="765" y="219"/>
                </a:lnTo>
                <a:lnTo>
                  <a:pt x="765" y="218"/>
                </a:lnTo>
                <a:lnTo>
                  <a:pt x="766" y="218"/>
                </a:lnTo>
                <a:lnTo>
                  <a:pt x="767" y="217"/>
                </a:lnTo>
                <a:lnTo>
                  <a:pt x="767" y="216"/>
                </a:lnTo>
                <a:lnTo>
                  <a:pt x="767" y="215"/>
                </a:lnTo>
                <a:lnTo>
                  <a:pt x="766" y="215"/>
                </a:lnTo>
                <a:lnTo>
                  <a:pt x="766" y="213"/>
                </a:lnTo>
                <a:lnTo>
                  <a:pt x="768" y="206"/>
                </a:lnTo>
                <a:lnTo>
                  <a:pt x="769" y="206"/>
                </a:lnTo>
                <a:lnTo>
                  <a:pt x="769" y="207"/>
                </a:lnTo>
                <a:lnTo>
                  <a:pt x="771" y="210"/>
                </a:lnTo>
                <a:lnTo>
                  <a:pt x="772" y="210"/>
                </a:lnTo>
                <a:lnTo>
                  <a:pt x="773" y="210"/>
                </a:lnTo>
                <a:lnTo>
                  <a:pt x="772" y="207"/>
                </a:lnTo>
                <a:lnTo>
                  <a:pt x="772" y="206"/>
                </a:lnTo>
                <a:lnTo>
                  <a:pt x="771" y="206"/>
                </a:lnTo>
                <a:lnTo>
                  <a:pt x="770" y="206"/>
                </a:lnTo>
                <a:lnTo>
                  <a:pt x="770" y="205"/>
                </a:lnTo>
                <a:lnTo>
                  <a:pt x="769" y="204"/>
                </a:lnTo>
                <a:lnTo>
                  <a:pt x="770" y="203"/>
                </a:lnTo>
                <a:lnTo>
                  <a:pt x="770" y="202"/>
                </a:lnTo>
                <a:lnTo>
                  <a:pt x="771" y="201"/>
                </a:lnTo>
                <a:lnTo>
                  <a:pt x="772" y="198"/>
                </a:lnTo>
                <a:lnTo>
                  <a:pt x="773" y="197"/>
                </a:lnTo>
                <a:lnTo>
                  <a:pt x="774" y="197"/>
                </a:lnTo>
                <a:lnTo>
                  <a:pt x="774" y="196"/>
                </a:lnTo>
                <a:lnTo>
                  <a:pt x="776" y="196"/>
                </a:lnTo>
                <a:lnTo>
                  <a:pt x="778" y="195"/>
                </a:lnTo>
                <a:lnTo>
                  <a:pt x="780" y="196"/>
                </a:lnTo>
                <a:lnTo>
                  <a:pt x="781" y="197"/>
                </a:lnTo>
                <a:lnTo>
                  <a:pt x="782" y="197"/>
                </a:lnTo>
                <a:lnTo>
                  <a:pt x="783" y="198"/>
                </a:lnTo>
                <a:lnTo>
                  <a:pt x="783" y="197"/>
                </a:lnTo>
                <a:lnTo>
                  <a:pt x="783" y="196"/>
                </a:lnTo>
                <a:lnTo>
                  <a:pt x="783" y="195"/>
                </a:lnTo>
                <a:lnTo>
                  <a:pt x="782" y="195"/>
                </a:lnTo>
                <a:lnTo>
                  <a:pt x="782" y="194"/>
                </a:lnTo>
                <a:lnTo>
                  <a:pt x="781" y="194"/>
                </a:lnTo>
                <a:lnTo>
                  <a:pt x="780" y="194"/>
                </a:lnTo>
                <a:lnTo>
                  <a:pt x="780" y="193"/>
                </a:lnTo>
                <a:lnTo>
                  <a:pt x="779" y="193"/>
                </a:lnTo>
                <a:lnTo>
                  <a:pt x="779" y="192"/>
                </a:lnTo>
                <a:lnTo>
                  <a:pt x="778" y="191"/>
                </a:lnTo>
                <a:lnTo>
                  <a:pt x="777" y="191"/>
                </a:lnTo>
                <a:lnTo>
                  <a:pt x="778" y="189"/>
                </a:lnTo>
                <a:lnTo>
                  <a:pt x="778" y="188"/>
                </a:lnTo>
                <a:lnTo>
                  <a:pt x="777" y="188"/>
                </a:lnTo>
                <a:lnTo>
                  <a:pt x="777" y="187"/>
                </a:lnTo>
                <a:lnTo>
                  <a:pt x="776" y="186"/>
                </a:lnTo>
                <a:lnTo>
                  <a:pt x="777" y="184"/>
                </a:lnTo>
                <a:lnTo>
                  <a:pt x="778" y="183"/>
                </a:lnTo>
                <a:lnTo>
                  <a:pt x="779" y="183"/>
                </a:lnTo>
                <a:lnTo>
                  <a:pt x="780" y="183"/>
                </a:lnTo>
                <a:lnTo>
                  <a:pt x="781" y="184"/>
                </a:lnTo>
                <a:lnTo>
                  <a:pt x="782" y="184"/>
                </a:lnTo>
                <a:lnTo>
                  <a:pt x="782" y="182"/>
                </a:lnTo>
                <a:lnTo>
                  <a:pt x="782" y="181"/>
                </a:lnTo>
                <a:lnTo>
                  <a:pt x="782" y="180"/>
                </a:lnTo>
                <a:lnTo>
                  <a:pt x="781" y="180"/>
                </a:lnTo>
                <a:lnTo>
                  <a:pt x="781" y="179"/>
                </a:lnTo>
                <a:lnTo>
                  <a:pt x="781" y="178"/>
                </a:lnTo>
                <a:lnTo>
                  <a:pt x="781" y="176"/>
                </a:lnTo>
                <a:lnTo>
                  <a:pt x="782" y="176"/>
                </a:lnTo>
                <a:lnTo>
                  <a:pt x="784" y="176"/>
                </a:lnTo>
                <a:lnTo>
                  <a:pt x="785" y="176"/>
                </a:lnTo>
                <a:lnTo>
                  <a:pt x="787" y="175"/>
                </a:lnTo>
                <a:lnTo>
                  <a:pt x="788" y="173"/>
                </a:lnTo>
                <a:lnTo>
                  <a:pt x="790" y="173"/>
                </a:lnTo>
                <a:lnTo>
                  <a:pt x="792" y="173"/>
                </a:lnTo>
                <a:lnTo>
                  <a:pt x="793" y="173"/>
                </a:lnTo>
                <a:lnTo>
                  <a:pt x="795" y="173"/>
                </a:lnTo>
                <a:lnTo>
                  <a:pt x="795" y="174"/>
                </a:lnTo>
                <a:lnTo>
                  <a:pt x="796" y="174"/>
                </a:lnTo>
                <a:lnTo>
                  <a:pt x="796" y="175"/>
                </a:lnTo>
                <a:lnTo>
                  <a:pt x="799" y="175"/>
                </a:lnTo>
                <a:lnTo>
                  <a:pt x="800" y="176"/>
                </a:lnTo>
                <a:lnTo>
                  <a:pt x="799" y="178"/>
                </a:lnTo>
                <a:lnTo>
                  <a:pt x="799" y="180"/>
                </a:lnTo>
                <a:lnTo>
                  <a:pt x="800" y="180"/>
                </a:lnTo>
                <a:lnTo>
                  <a:pt x="801" y="181"/>
                </a:lnTo>
                <a:lnTo>
                  <a:pt x="801" y="182"/>
                </a:lnTo>
                <a:lnTo>
                  <a:pt x="801" y="183"/>
                </a:lnTo>
                <a:lnTo>
                  <a:pt x="802" y="184"/>
                </a:lnTo>
                <a:lnTo>
                  <a:pt x="802" y="185"/>
                </a:lnTo>
                <a:lnTo>
                  <a:pt x="801" y="185"/>
                </a:lnTo>
                <a:lnTo>
                  <a:pt x="800" y="186"/>
                </a:lnTo>
                <a:lnTo>
                  <a:pt x="799" y="189"/>
                </a:lnTo>
                <a:lnTo>
                  <a:pt x="801" y="190"/>
                </a:lnTo>
                <a:lnTo>
                  <a:pt x="802" y="190"/>
                </a:lnTo>
                <a:lnTo>
                  <a:pt x="803" y="191"/>
                </a:lnTo>
                <a:lnTo>
                  <a:pt x="803" y="192"/>
                </a:lnTo>
                <a:lnTo>
                  <a:pt x="803" y="193"/>
                </a:lnTo>
                <a:lnTo>
                  <a:pt x="804" y="193"/>
                </a:lnTo>
                <a:lnTo>
                  <a:pt x="805" y="195"/>
                </a:lnTo>
                <a:lnTo>
                  <a:pt x="806" y="194"/>
                </a:lnTo>
                <a:lnTo>
                  <a:pt x="806" y="193"/>
                </a:lnTo>
                <a:lnTo>
                  <a:pt x="807" y="191"/>
                </a:lnTo>
                <a:lnTo>
                  <a:pt x="808" y="191"/>
                </a:lnTo>
                <a:lnTo>
                  <a:pt x="809" y="191"/>
                </a:lnTo>
                <a:lnTo>
                  <a:pt x="810" y="190"/>
                </a:lnTo>
                <a:lnTo>
                  <a:pt x="812" y="190"/>
                </a:lnTo>
                <a:lnTo>
                  <a:pt x="812" y="189"/>
                </a:lnTo>
                <a:lnTo>
                  <a:pt x="813" y="189"/>
                </a:lnTo>
                <a:lnTo>
                  <a:pt x="814" y="189"/>
                </a:lnTo>
                <a:lnTo>
                  <a:pt x="815" y="188"/>
                </a:lnTo>
                <a:lnTo>
                  <a:pt x="818" y="189"/>
                </a:lnTo>
                <a:lnTo>
                  <a:pt x="818" y="188"/>
                </a:lnTo>
                <a:lnTo>
                  <a:pt x="819" y="188"/>
                </a:lnTo>
                <a:lnTo>
                  <a:pt x="820" y="189"/>
                </a:lnTo>
                <a:lnTo>
                  <a:pt x="820" y="190"/>
                </a:lnTo>
                <a:lnTo>
                  <a:pt x="819" y="190"/>
                </a:lnTo>
                <a:lnTo>
                  <a:pt x="819" y="191"/>
                </a:lnTo>
                <a:lnTo>
                  <a:pt x="820" y="191"/>
                </a:lnTo>
                <a:lnTo>
                  <a:pt x="821" y="191"/>
                </a:lnTo>
                <a:lnTo>
                  <a:pt x="824" y="191"/>
                </a:lnTo>
                <a:lnTo>
                  <a:pt x="825" y="190"/>
                </a:lnTo>
                <a:lnTo>
                  <a:pt x="827" y="188"/>
                </a:lnTo>
                <a:lnTo>
                  <a:pt x="830" y="188"/>
                </a:lnTo>
                <a:lnTo>
                  <a:pt x="833" y="190"/>
                </a:lnTo>
                <a:lnTo>
                  <a:pt x="834" y="190"/>
                </a:lnTo>
                <a:lnTo>
                  <a:pt x="834" y="191"/>
                </a:lnTo>
                <a:lnTo>
                  <a:pt x="835" y="193"/>
                </a:lnTo>
                <a:lnTo>
                  <a:pt x="837" y="192"/>
                </a:lnTo>
                <a:lnTo>
                  <a:pt x="838" y="192"/>
                </a:lnTo>
                <a:lnTo>
                  <a:pt x="839" y="192"/>
                </a:lnTo>
                <a:lnTo>
                  <a:pt x="841" y="194"/>
                </a:lnTo>
                <a:lnTo>
                  <a:pt x="842" y="195"/>
                </a:lnTo>
                <a:lnTo>
                  <a:pt x="844" y="196"/>
                </a:lnTo>
                <a:lnTo>
                  <a:pt x="845" y="196"/>
                </a:lnTo>
                <a:lnTo>
                  <a:pt x="845" y="195"/>
                </a:lnTo>
                <a:lnTo>
                  <a:pt x="846" y="195"/>
                </a:lnTo>
                <a:lnTo>
                  <a:pt x="848" y="193"/>
                </a:lnTo>
                <a:lnTo>
                  <a:pt x="848" y="194"/>
                </a:lnTo>
                <a:lnTo>
                  <a:pt x="849" y="194"/>
                </a:lnTo>
                <a:lnTo>
                  <a:pt x="850" y="194"/>
                </a:lnTo>
                <a:lnTo>
                  <a:pt x="851" y="192"/>
                </a:lnTo>
                <a:lnTo>
                  <a:pt x="852" y="191"/>
                </a:lnTo>
                <a:lnTo>
                  <a:pt x="852" y="190"/>
                </a:lnTo>
                <a:lnTo>
                  <a:pt x="853" y="191"/>
                </a:lnTo>
                <a:lnTo>
                  <a:pt x="854" y="191"/>
                </a:lnTo>
                <a:lnTo>
                  <a:pt x="855" y="190"/>
                </a:lnTo>
                <a:lnTo>
                  <a:pt x="855" y="189"/>
                </a:lnTo>
                <a:lnTo>
                  <a:pt x="856" y="188"/>
                </a:lnTo>
                <a:lnTo>
                  <a:pt x="855" y="188"/>
                </a:lnTo>
                <a:lnTo>
                  <a:pt x="852" y="186"/>
                </a:lnTo>
                <a:lnTo>
                  <a:pt x="851" y="185"/>
                </a:lnTo>
                <a:lnTo>
                  <a:pt x="850" y="185"/>
                </a:lnTo>
                <a:lnTo>
                  <a:pt x="849" y="185"/>
                </a:lnTo>
                <a:lnTo>
                  <a:pt x="848" y="184"/>
                </a:lnTo>
                <a:lnTo>
                  <a:pt x="848" y="183"/>
                </a:lnTo>
                <a:lnTo>
                  <a:pt x="848" y="182"/>
                </a:lnTo>
                <a:lnTo>
                  <a:pt x="847" y="179"/>
                </a:lnTo>
                <a:lnTo>
                  <a:pt x="847" y="178"/>
                </a:lnTo>
                <a:lnTo>
                  <a:pt x="847" y="177"/>
                </a:lnTo>
                <a:lnTo>
                  <a:pt x="848" y="176"/>
                </a:lnTo>
                <a:lnTo>
                  <a:pt x="847" y="175"/>
                </a:lnTo>
                <a:lnTo>
                  <a:pt x="846" y="175"/>
                </a:lnTo>
                <a:lnTo>
                  <a:pt x="845" y="173"/>
                </a:lnTo>
                <a:lnTo>
                  <a:pt x="845" y="172"/>
                </a:lnTo>
                <a:lnTo>
                  <a:pt x="845" y="171"/>
                </a:lnTo>
                <a:lnTo>
                  <a:pt x="846" y="169"/>
                </a:lnTo>
                <a:lnTo>
                  <a:pt x="847" y="165"/>
                </a:lnTo>
                <a:lnTo>
                  <a:pt x="849" y="162"/>
                </a:lnTo>
                <a:lnTo>
                  <a:pt x="850" y="160"/>
                </a:lnTo>
                <a:lnTo>
                  <a:pt x="851" y="160"/>
                </a:lnTo>
                <a:lnTo>
                  <a:pt x="852" y="159"/>
                </a:lnTo>
                <a:lnTo>
                  <a:pt x="852" y="158"/>
                </a:lnTo>
                <a:lnTo>
                  <a:pt x="851" y="157"/>
                </a:lnTo>
                <a:lnTo>
                  <a:pt x="851" y="156"/>
                </a:lnTo>
                <a:lnTo>
                  <a:pt x="851" y="155"/>
                </a:lnTo>
                <a:lnTo>
                  <a:pt x="852" y="155"/>
                </a:lnTo>
                <a:lnTo>
                  <a:pt x="852" y="154"/>
                </a:lnTo>
                <a:lnTo>
                  <a:pt x="850" y="153"/>
                </a:lnTo>
                <a:lnTo>
                  <a:pt x="848" y="152"/>
                </a:lnTo>
                <a:lnTo>
                  <a:pt x="848" y="151"/>
                </a:lnTo>
                <a:lnTo>
                  <a:pt x="848" y="150"/>
                </a:lnTo>
                <a:lnTo>
                  <a:pt x="848" y="149"/>
                </a:lnTo>
                <a:lnTo>
                  <a:pt x="847" y="149"/>
                </a:lnTo>
                <a:lnTo>
                  <a:pt x="846" y="150"/>
                </a:lnTo>
                <a:lnTo>
                  <a:pt x="846" y="151"/>
                </a:lnTo>
                <a:lnTo>
                  <a:pt x="845" y="152"/>
                </a:lnTo>
                <a:lnTo>
                  <a:pt x="845" y="153"/>
                </a:lnTo>
                <a:lnTo>
                  <a:pt x="844" y="153"/>
                </a:lnTo>
                <a:lnTo>
                  <a:pt x="843" y="153"/>
                </a:lnTo>
                <a:lnTo>
                  <a:pt x="842" y="153"/>
                </a:lnTo>
                <a:lnTo>
                  <a:pt x="842" y="152"/>
                </a:lnTo>
                <a:lnTo>
                  <a:pt x="839" y="151"/>
                </a:lnTo>
                <a:lnTo>
                  <a:pt x="838" y="151"/>
                </a:lnTo>
                <a:lnTo>
                  <a:pt x="838" y="152"/>
                </a:lnTo>
                <a:lnTo>
                  <a:pt x="838" y="153"/>
                </a:lnTo>
                <a:lnTo>
                  <a:pt x="837" y="154"/>
                </a:lnTo>
                <a:lnTo>
                  <a:pt x="836" y="154"/>
                </a:lnTo>
                <a:lnTo>
                  <a:pt x="835" y="154"/>
                </a:lnTo>
                <a:lnTo>
                  <a:pt x="835" y="155"/>
                </a:lnTo>
                <a:lnTo>
                  <a:pt x="835" y="156"/>
                </a:lnTo>
                <a:lnTo>
                  <a:pt x="834" y="157"/>
                </a:lnTo>
                <a:lnTo>
                  <a:pt x="834" y="158"/>
                </a:lnTo>
                <a:lnTo>
                  <a:pt x="832" y="160"/>
                </a:lnTo>
                <a:lnTo>
                  <a:pt x="832" y="161"/>
                </a:lnTo>
                <a:lnTo>
                  <a:pt x="831" y="161"/>
                </a:lnTo>
                <a:lnTo>
                  <a:pt x="829" y="163"/>
                </a:lnTo>
                <a:lnTo>
                  <a:pt x="828" y="163"/>
                </a:lnTo>
                <a:lnTo>
                  <a:pt x="827" y="162"/>
                </a:lnTo>
                <a:lnTo>
                  <a:pt x="826" y="162"/>
                </a:lnTo>
                <a:lnTo>
                  <a:pt x="825" y="162"/>
                </a:lnTo>
                <a:lnTo>
                  <a:pt x="824" y="163"/>
                </a:lnTo>
                <a:lnTo>
                  <a:pt x="822" y="163"/>
                </a:lnTo>
                <a:lnTo>
                  <a:pt x="821" y="163"/>
                </a:lnTo>
                <a:lnTo>
                  <a:pt x="820" y="162"/>
                </a:lnTo>
                <a:lnTo>
                  <a:pt x="819" y="162"/>
                </a:lnTo>
                <a:lnTo>
                  <a:pt x="819" y="158"/>
                </a:lnTo>
                <a:lnTo>
                  <a:pt x="819" y="156"/>
                </a:lnTo>
                <a:lnTo>
                  <a:pt x="822" y="153"/>
                </a:lnTo>
                <a:lnTo>
                  <a:pt x="824" y="152"/>
                </a:lnTo>
                <a:lnTo>
                  <a:pt x="827" y="150"/>
                </a:lnTo>
                <a:lnTo>
                  <a:pt x="828" y="151"/>
                </a:lnTo>
                <a:lnTo>
                  <a:pt x="828" y="152"/>
                </a:lnTo>
                <a:lnTo>
                  <a:pt x="829" y="152"/>
                </a:lnTo>
                <a:lnTo>
                  <a:pt x="829" y="153"/>
                </a:lnTo>
                <a:lnTo>
                  <a:pt x="830" y="152"/>
                </a:lnTo>
                <a:lnTo>
                  <a:pt x="831" y="152"/>
                </a:lnTo>
                <a:lnTo>
                  <a:pt x="831" y="151"/>
                </a:lnTo>
                <a:lnTo>
                  <a:pt x="830" y="151"/>
                </a:lnTo>
                <a:lnTo>
                  <a:pt x="830" y="150"/>
                </a:lnTo>
                <a:lnTo>
                  <a:pt x="831" y="149"/>
                </a:lnTo>
                <a:lnTo>
                  <a:pt x="832" y="149"/>
                </a:lnTo>
                <a:lnTo>
                  <a:pt x="832" y="150"/>
                </a:lnTo>
                <a:lnTo>
                  <a:pt x="833" y="150"/>
                </a:lnTo>
                <a:lnTo>
                  <a:pt x="834" y="150"/>
                </a:lnTo>
                <a:lnTo>
                  <a:pt x="834" y="149"/>
                </a:lnTo>
                <a:lnTo>
                  <a:pt x="834" y="148"/>
                </a:lnTo>
                <a:lnTo>
                  <a:pt x="835" y="146"/>
                </a:lnTo>
                <a:lnTo>
                  <a:pt x="836" y="145"/>
                </a:lnTo>
                <a:lnTo>
                  <a:pt x="837" y="145"/>
                </a:lnTo>
                <a:lnTo>
                  <a:pt x="837" y="146"/>
                </a:lnTo>
                <a:lnTo>
                  <a:pt x="838" y="146"/>
                </a:lnTo>
                <a:lnTo>
                  <a:pt x="838" y="145"/>
                </a:lnTo>
                <a:lnTo>
                  <a:pt x="836" y="143"/>
                </a:lnTo>
                <a:lnTo>
                  <a:pt x="836" y="142"/>
                </a:lnTo>
                <a:lnTo>
                  <a:pt x="840" y="139"/>
                </a:lnTo>
                <a:lnTo>
                  <a:pt x="841" y="139"/>
                </a:lnTo>
                <a:lnTo>
                  <a:pt x="844" y="140"/>
                </a:lnTo>
                <a:lnTo>
                  <a:pt x="845" y="140"/>
                </a:lnTo>
                <a:lnTo>
                  <a:pt x="846" y="140"/>
                </a:lnTo>
                <a:lnTo>
                  <a:pt x="846" y="139"/>
                </a:lnTo>
                <a:lnTo>
                  <a:pt x="847" y="139"/>
                </a:lnTo>
                <a:lnTo>
                  <a:pt x="847" y="140"/>
                </a:lnTo>
                <a:lnTo>
                  <a:pt x="848" y="140"/>
                </a:lnTo>
                <a:lnTo>
                  <a:pt x="851" y="141"/>
                </a:lnTo>
                <a:lnTo>
                  <a:pt x="852" y="142"/>
                </a:lnTo>
                <a:lnTo>
                  <a:pt x="852" y="140"/>
                </a:lnTo>
                <a:lnTo>
                  <a:pt x="852" y="139"/>
                </a:lnTo>
                <a:lnTo>
                  <a:pt x="853" y="139"/>
                </a:lnTo>
                <a:lnTo>
                  <a:pt x="855" y="136"/>
                </a:lnTo>
                <a:lnTo>
                  <a:pt x="856" y="136"/>
                </a:lnTo>
                <a:lnTo>
                  <a:pt x="857" y="136"/>
                </a:lnTo>
                <a:lnTo>
                  <a:pt x="858" y="136"/>
                </a:lnTo>
                <a:lnTo>
                  <a:pt x="858" y="135"/>
                </a:lnTo>
                <a:lnTo>
                  <a:pt x="859" y="135"/>
                </a:lnTo>
                <a:lnTo>
                  <a:pt x="860" y="135"/>
                </a:lnTo>
                <a:lnTo>
                  <a:pt x="861" y="135"/>
                </a:lnTo>
                <a:lnTo>
                  <a:pt x="862" y="136"/>
                </a:lnTo>
                <a:lnTo>
                  <a:pt x="863" y="136"/>
                </a:lnTo>
                <a:lnTo>
                  <a:pt x="864" y="137"/>
                </a:lnTo>
                <a:lnTo>
                  <a:pt x="864" y="138"/>
                </a:lnTo>
                <a:lnTo>
                  <a:pt x="865" y="141"/>
                </a:lnTo>
                <a:lnTo>
                  <a:pt x="864" y="141"/>
                </a:lnTo>
                <a:lnTo>
                  <a:pt x="864" y="142"/>
                </a:lnTo>
                <a:lnTo>
                  <a:pt x="863" y="143"/>
                </a:lnTo>
                <a:lnTo>
                  <a:pt x="862" y="143"/>
                </a:lnTo>
                <a:lnTo>
                  <a:pt x="862" y="144"/>
                </a:lnTo>
                <a:lnTo>
                  <a:pt x="862" y="145"/>
                </a:lnTo>
                <a:lnTo>
                  <a:pt x="863" y="146"/>
                </a:lnTo>
                <a:lnTo>
                  <a:pt x="863" y="147"/>
                </a:lnTo>
                <a:lnTo>
                  <a:pt x="865" y="148"/>
                </a:lnTo>
                <a:lnTo>
                  <a:pt x="865" y="149"/>
                </a:lnTo>
                <a:lnTo>
                  <a:pt x="866" y="149"/>
                </a:lnTo>
                <a:lnTo>
                  <a:pt x="866" y="148"/>
                </a:lnTo>
                <a:lnTo>
                  <a:pt x="867" y="147"/>
                </a:lnTo>
                <a:lnTo>
                  <a:pt x="867" y="146"/>
                </a:lnTo>
                <a:lnTo>
                  <a:pt x="867" y="145"/>
                </a:lnTo>
                <a:lnTo>
                  <a:pt x="868" y="144"/>
                </a:lnTo>
                <a:lnTo>
                  <a:pt x="869" y="145"/>
                </a:lnTo>
                <a:lnTo>
                  <a:pt x="870" y="145"/>
                </a:lnTo>
                <a:lnTo>
                  <a:pt x="871" y="145"/>
                </a:lnTo>
                <a:lnTo>
                  <a:pt x="871" y="144"/>
                </a:lnTo>
                <a:lnTo>
                  <a:pt x="872" y="143"/>
                </a:lnTo>
                <a:lnTo>
                  <a:pt x="873" y="142"/>
                </a:lnTo>
                <a:lnTo>
                  <a:pt x="873" y="141"/>
                </a:lnTo>
                <a:lnTo>
                  <a:pt x="870" y="140"/>
                </a:lnTo>
                <a:lnTo>
                  <a:pt x="868" y="137"/>
                </a:lnTo>
                <a:lnTo>
                  <a:pt x="868" y="136"/>
                </a:lnTo>
                <a:lnTo>
                  <a:pt x="869" y="136"/>
                </a:lnTo>
                <a:lnTo>
                  <a:pt x="869" y="135"/>
                </a:lnTo>
                <a:lnTo>
                  <a:pt x="870" y="135"/>
                </a:lnTo>
                <a:lnTo>
                  <a:pt x="871" y="135"/>
                </a:lnTo>
                <a:lnTo>
                  <a:pt x="872" y="136"/>
                </a:lnTo>
                <a:lnTo>
                  <a:pt x="873" y="136"/>
                </a:lnTo>
                <a:lnTo>
                  <a:pt x="875" y="137"/>
                </a:lnTo>
                <a:lnTo>
                  <a:pt x="875" y="138"/>
                </a:lnTo>
                <a:lnTo>
                  <a:pt x="876" y="139"/>
                </a:lnTo>
                <a:lnTo>
                  <a:pt x="875" y="141"/>
                </a:lnTo>
                <a:lnTo>
                  <a:pt x="875" y="142"/>
                </a:lnTo>
                <a:lnTo>
                  <a:pt x="874" y="142"/>
                </a:lnTo>
                <a:lnTo>
                  <a:pt x="874" y="143"/>
                </a:lnTo>
                <a:lnTo>
                  <a:pt x="874" y="144"/>
                </a:lnTo>
                <a:lnTo>
                  <a:pt x="875" y="144"/>
                </a:lnTo>
                <a:lnTo>
                  <a:pt x="876" y="144"/>
                </a:lnTo>
                <a:lnTo>
                  <a:pt x="876" y="145"/>
                </a:lnTo>
                <a:lnTo>
                  <a:pt x="876" y="146"/>
                </a:lnTo>
                <a:lnTo>
                  <a:pt x="876" y="147"/>
                </a:lnTo>
                <a:lnTo>
                  <a:pt x="876" y="148"/>
                </a:lnTo>
                <a:lnTo>
                  <a:pt x="876" y="149"/>
                </a:lnTo>
                <a:lnTo>
                  <a:pt x="878" y="149"/>
                </a:lnTo>
                <a:lnTo>
                  <a:pt x="879" y="149"/>
                </a:lnTo>
                <a:lnTo>
                  <a:pt x="880" y="149"/>
                </a:lnTo>
                <a:lnTo>
                  <a:pt x="881" y="149"/>
                </a:lnTo>
                <a:lnTo>
                  <a:pt x="882" y="149"/>
                </a:lnTo>
                <a:lnTo>
                  <a:pt x="883" y="150"/>
                </a:lnTo>
                <a:lnTo>
                  <a:pt x="885" y="152"/>
                </a:lnTo>
                <a:lnTo>
                  <a:pt x="886" y="153"/>
                </a:lnTo>
                <a:lnTo>
                  <a:pt x="887" y="153"/>
                </a:lnTo>
                <a:lnTo>
                  <a:pt x="890" y="153"/>
                </a:lnTo>
                <a:lnTo>
                  <a:pt x="892" y="153"/>
                </a:lnTo>
                <a:lnTo>
                  <a:pt x="893" y="153"/>
                </a:lnTo>
                <a:lnTo>
                  <a:pt x="895" y="152"/>
                </a:lnTo>
                <a:lnTo>
                  <a:pt x="896" y="151"/>
                </a:lnTo>
                <a:lnTo>
                  <a:pt x="895" y="151"/>
                </a:lnTo>
                <a:lnTo>
                  <a:pt x="895" y="150"/>
                </a:lnTo>
                <a:lnTo>
                  <a:pt x="895" y="149"/>
                </a:lnTo>
                <a:lnTo>
                  <a:pt x="896" y="149"/>
                </a:lnTo>
                <a:lnTo>
                  <a:pt x="898" y="149"/>
                </a:lnTo>
                <a:lnTo>
                  <a:pt x="899" y="149"/>
                </a:lnTo>
                <a:lnTo>
                  <a:pt x="901" y="149"/>
                </a:lnTo>
                <a:lnTo>
                  <a:pt x="900" y="146"/>
                </a:lnTo>
                <a:lnTo>
                  <a:pt x="900" y="144"/>
                </a:lnTo>
                <a:lnTo>
                  <a:pt x="899" y="144"/>
                </a:lnTo>
                <a:lnTo>
                  <a:pt x="898" y="143"/>
                </a:lnTo>
                <a:lnTo>
                  <a:pt x="898" y="142"/>
                </a:lnTo>
                <a:lnTo>
                  <a:pt x="899" y="141"/>
                </a:lnTo>
                <a:lnTo>
                  <a:pt x="900" y="141"/>
                </a:lnTo>
                <a:lnTo>
                  <a:pt x="899" y="139"/>
                </a:lnTo>
                <a:lnTo>
                  <a:pt x="899" y="138"/>
                </a:lnTo>
                <a:lnTo>
                  <a:pt x="899" y="137"/>
                </a:lnTo>
                <a:lnTo>
                  <a:pt x="900" y="136"/>
                </a:lnTo>
                <a:lnTo>
                  <a:pt x="900" y="135"/>
                </a:lnTo>
                <a:lnTo>
                  <a:pt x="900" y="134"/>
                </a:lnTo>
                <a:lnTo>
                  <a:pt x="899" y="134"/>
                </a:lnTo>
                <a:lnTo>
                  <a:pt x="899" y="133"/>
                </a:lnTo>
                <a:lnTo>
                  <a:pt x="899" y="131"/>
                </a:lnTo>
                <a:lnTo>
                  <a:pt x="899" y="128"/>
                </a:lnTo>
                <a:lnTo>
                  <a:pt x="900" y="127"/>
                </a:lnTo>
                <a:lnTo>
                  <a:pt x="902" y="127"/>
                </a:lnTo>
                <a:lnTo>
                  <a:pt x="903" y="127"/>
                </a:lnTo>
                <a:lnTo>
                  <a:pt x="905" y="125"/>
                </a:lnTo>
                <a:lnTo>
                  <a:pt x="905" y="124"/>
                </a:lnTo>
                <a:lnTo>
                  <a:pt x="908" y="121"/>
                </a:lnTo>
                <a:lnTo>
                  <a:pt x="909" y="120"/>
                </a:lnTo>
                <a:lnTo>
                  <a:pt x="909" y="118"/>
                </a:lnTo>
                <a:lnTo>
                  <a:pt x="909" y="117"/>
                </a:lnTo>
                <a:lnTo>
                  <a:pt x="909" y="116"/>
                </a:lnTo>
                <a:lnTo>
                  <a:pt x="908" y="115"/>
                </a:lnTo>
                <a:lnTo>
                  <a:pt x="909" y="114"/>
                </a:lnTo>
                <a:lnTo>
                  <a:pt x="911" y="113"/>
                </a:lnTo>
                <a:lnTo>
                  <a:pt x="913" y="112"/>
                </a:lnTo>
                <a:lnTo>
                  <a:pt x="914" y="112"/>
                </a:lnTo>
                <a:lnTo>
                  <a:pt x="915" y="111"/>
                </a:lnTo>
                <a:lnTo>
                  <a:pt x="916" y="110"/>
                </a:lnTo>
                <a:lnTo>
                  <a:pt x="916" y="109"/>
                </a:lnTo>
                <a:lnTo>
                  <a:pt x="916" y="108"/>
                </a:lnTo>
                <a:lnTo>
                  <a:pt x="917" y="103"/>
                </a:lnTo>
                <a:lnTo>
                  <a:pt x="914" y="101"/>
                </a:lnTo>
                <a:lnTo>
                  <a:pt x="912" y="101"/>
                </a:lnTo>
                <a:lnTo>
                  <a:pt x="911" y="101"/>
                </a:lnTo>
                <a:lnTo>
                  <a:pt x="910" y="101"/>
                </a:lnTo>
                <a:lnTo>
                  <a:pt x="911" y="100"/>
                </a:lnTo>
                <a:lnTo>
                  <a:pt x="913" y="100"/>
                </a:lnTo>
                <a:lnTo>
                  <a:pt x="914" y="100"/>
                </a:lnTo>
                <a:lnTo>
                  <a:pt x="914" y="99"/>
                </a:lnTo>
                <a:lnTo>
                  <a:pt x="915" y="99"/>
                </a:lnTo>
                <a:lnTo>
                  <a:pt x="915" y="98"/>
                </a:lnTo>
                <a:lnTo>
                  <a:pt x="917" y="96"/>
                </a:lnTo>
                <a:lnTo>
                  <a:pt x="918" y="96"/>
                </a:lnTo>
                <a:lnTo>
                  <a:pt x="919" y="96"/>
                </a:lnTo>
                <a:lnTo>
                  <a:pt x="920" y="95"/>
                </a:lnTo>
                <a:lnTo>
                  <a:pt x="921" y="94"/>
                </a:lnTo>
                <a:lnTo>
                  <a:pt x="920" y="94"/>
                </a:lnTo>
                <a:lnTo>
                  <a:pt x="920" y="93"/>
                </a:lnTo>
                <a:lnTo>
                  <a:pt x="921" y="93"/>
                </a:lnTo>
                <a:lnTo>
                  <a:pt x="922" y="92"/>
                </a:lnTo>
                <a:lnTo>
                  <a:pt x="923" y="91"/>
                </a:lnTo>
                <a:lnTo>
                  <a:pt x="924" y="90"/>
                </a:lnTo>
                <a:lnTo>
                  <a:pt x="924" y="88"/>
                </a:lnTo>
                <a:lnTo>
                  <a:pt x="924" y="87"/>
                </a:lnTo>
                <a:lnTo>
                  <a:pt x="926" y="87"/>
                </a:lnTo>
                <a:lnTo>
                  <a:pt x="927" y="88"/>
                </a:lnTo>
                <a:lnTo>
                  <a:pt x="927" y="89"/>
                </a:lnTo>
                <a:lnTo>
                  <a:pt x="928" y="89"/>
                </a:lnTo>
                <a:lnTo>
                  <a:pt x="929" y="90"/>
                </a:lnTo>
                <a:lnTo>
                  <a:pt x="930" y="92"/>
                </a:lnTo>
                <a:lnTo>
                  <a:pt x="931" y="93"/>
                </a:lnTo>
                <a:lnTo>
                  <a:pt x="934" y="94"/>
                </a:lnTo>
                <a:lnTo>
                  <a:pt x="936" y="92"/>
                </a:lnTo>
                <a:lnTo>
                  <a:pt x="936" y="90"/>
                </a:lnTo>
                <a:lnTo>
                  <a:pt x="936" y="89"/>
                </a:lnTo>
                <a:lnTo>
                  <a:pt x="936" y="88"/>
                </a:lnTo>
                <a:lnTo>
                  <a:pt x="937" y="88"/>
                </a:lnTo>
                <a:lnTo>
                  <a:pt x="938" y="87"/>
                </a:lnTo>
                <a:lnTo>
                  <a:pt x="939" y="88"/>
                </a:lnTo>
                <a:lnTo>
                  <a:pt x="940" y="89"/>
                </a:lnTo>
                <a:lnTo>
                  <a:pt x="941" y="89"/>
                </a:lnTo>
                <a:lnTo>
                  <a:pt x="941" y="90"/>
                </a:lnTo>
                <a:lnTo>
                  <a:pt x="942" y="90"/>
                </a:lnTo>
                <a:lnTo>
                  <a:pt x="943" y="89"/>
                </a:lnTo>
                <a:lnTo>
                  <a:pt x="943" y="88"/>
                </a:lnTo>
                <a:lnTo>
                  <a:pt x="944" y="88"/>
                </a:lnTo>
                <a:lnTo>
                  <a:pt x="945" y="88"/>
                </a:lnTo>
                <a:lnTo>
                  <a:pt x="946" y="87"/>
                </a:lnTo>
                <a:lnTo>
                  <a:pt x="948" y="84"/>
                </a:lnTo>
                <a:lnTo>
                  <a:pt x="948" y="83"/>
                </a:lnTo>
                <a:lnTo>
                  <a:pt x="949" y="83"/>
                </a:lnTo>
                <a:lnTo>
                  <a:pt x="950" y="82"/>
                </a:lnTo>
                <a:lnTo>
                  <a:pt x="951" y="81"/>
                </a:lnTo>
                <a:lnTo>
                  <a:pt x="953" y="81"/>
                </a:lnTo>
                <a:lnTo>
                  <a:pt x="954" y="82"/>
                </a:lnTo>
                <a:lnTo>
                  <a:pt x="955" y="82"/>
                </a:lnTo>
                <a:lnTo>
                  <a:pt x="955" y="83"/>
                </a:lnTo>
                <a:lnTo>
                  <a:pt x="955" y="84"/>
                </a:lnTo>
                <a:lnTo>
                  <a:pt x="955" y="85"/>
                </a:lnTo>
                <a:lnTo>
                  <a:pt x="955" y="87"/>
                </a:lnTo>
                <a:lnTo>
                  <a:pt x="955" y="88"/>
                </a:lnTo>
                <a:lnTo>
                  <a:pt x="956" y="89"/>
                </a:lnTo>
                <a:lnTo>
                  <a:pt x="957" y="89"/>
                </a:lnTo>
                <a:lnTo>
                  <a:pt x="958" y="89"/>
                </a:lnTo>
                <a:lnTo>
                  <a:pt x="958" y="88"/>
                </a:lnTo>
                <a:lnTo>
                  <a:pt x="960" y="88"/>
                </a:lnTo>
                <a:lnTo>
                  <a:pt x="961" y="88"/>
                </a:lnTo>
                <a:lnTo>
                  <a:pt x="961" y="89"/>
                </a:lnTo>
                <a:lnTo>
                  <a:pt x="962" y="90"/>
                </a:lnTo>
                <a:lnTo>
                  <a:pt x="964" y="92"/>
                </a:lnTo>
                <a:lnTo>
                  <a:pt x="965" y="92"/>
                </a:lnTo>
                <a:lnTo>
                  <a:pt x="965" y="91"/>
                </a:lnTo>
                <a:lnTo>
                  <a:pt x="964" y="90"/>
                </a:lnTo>
                <a:lnTo>
                  <a:pt x="965" y="88"/>
                </a:lnTo>
                <a:lnTo>
                  <a:pt x="966" y="88"/>
                </a:lnTo>
                <a:lnTo>
                  <a:pt x="966" y="89"/>
                </a:lnTo>
                <a:lnTo>
                  <a:pt x="967" y="90"/>
                </a:lnTo>
                <a:lnTo>
                  <a:pt x="968" y="90"/>
                </a:lnTo>
                <a:lnTo>
                  <a:pt x="968" y="91"/>
                </a:lnTo>
                <a:lnTo>
                  <a:pt x="970" y="93"/>
                </a:lnTo>
                <a:lnTo>
                  <a:pt x="969" y="94"/>
                </a:lnTo>
                <a:lnTo>
                  <a:pt x="968" y="97"/>
                </a:lnTo>
                <a:lnTo>
                  <a:pt x="967" y="98"/>
                </a:lnTo>
                <a:lnTo>
                  <a:pt x="966" y="101"/>
                </a:lnTo>
                <a:lnTo>
                  <a:pt x="965" y="101"/>
                </a:lnTo>
                <a:lnTo>
                  <a:pt x="965" y="100"/>
                </a:lnTo>
                <a:lnTo>
                  <a:pt x="964" y="100"/>
                </a:lnTo>
                <a:lnTo>
                  <a:pt x="964" y="101"/>
                </a:lnTo>
                <a:lnTo>
                  <a:pt x="963" y="103"/>
                </a:lnTo>
                <a:lnTo>
                  <a:pt x="962" y="104"/>
                </a:lnTo>
                <a:lnTo>
                  <a:pt x="962" y="105"/>
                </a:lnTo>
                <a:lnTo>
                  <a:pt x="961" y="105"/>
                </a:lnTo>
                <a:lnTo>
                  <a:pt x="961" y="107"/>
                </a:lnTo>
                <a:lnTo>
                  <a:pt x="962" y="109"/>
                </a:lnTo>
                <a:lnTo>
                  <a:pt x="963" y="109"/>
                </a:lnTo>
                <a:lnTo>
                  <a:pt x="963" y="110"/>
                </a:lnTo>
                <a:lnTo>
                  <a:pt x="964" y="110"/>
                </a:lnTo>
                <a:lnTo>
                  <a:pt x="964" y="111"/>
                </a:lnTo>
                <a:lnTo>
                  <a:pt x="963" y="111"/>
                </a:lnTo>
                <a:lnTo>
                  <a:pt x="962" y="111"/>
                </a:lnTo>
                <a:lnTo>
                  <a:pt x="962" y="112"/>
                </a:lnTo>
                <a:lnTo>
                  <a:pt x="961" y="113"/>
                </a:lnTo>
                <a:lnTo>
                  <a:pt x="961" y="114"/>
                </a:lnTo>
                <a:lnTo>
                  <a:pt x="962" y="115"/>
                </a:lnTo>
                <a:lnTo>
                  <a:pt x="963" y="115"/>
                </a:lnTo>
                <a:lnTo>
                  <a:pt x="963" y="116"/>
                </a:lnTo>
                <a:lnTo>
                  <a:pt x="964" y="116"/>
                </a:lnTo>
                <a:lnTo>
                  <a:pt x="965" y="116"/>
                </a:lnTo>
                <a:lnTo>
                  <a:pt x="966" y="115"/>
                </a:lnTo>
                <a:lnTo>
                  <a:pt x="967" y="114"/>
                </a:lnTo>
                <a:lnTo>
                  <a:pt x="968" y="114"/>
                </a:lnTo>
                <a:lnTo>
                  <a:pt x="968" y="115"/>
                </a:lnTo>
                <a:lnTo>
                  <a:pt x="969" y="115"/>
                </a:lnTo>
                <a:lnTo>
                  <a:pt x="972" y="114"/>
                </a:lnTo>
                <a:lnTo>
                  <a:pt x="973" y="114"/>
                </a:lnTo>
                <a:lnTo>
                  <a:pt x="974" y="113"/>
                </a:lnTo>
                <a:lnTo>
                  <a:pt x="977" y="113"/>
                </a:lnTo>
                <a:lnTo>
                  <a:pt x="977" y="115"/>
                </a:lnTo>
                <a:lnTo>
                  <a:pt x="977" y="116"/>
                </a:lnTo>
                <a:lnTo>
                  <a:pt x="978" y="116"/>
                </a:lnTo>
                <a:lnTo>
                  <a:pt x="979" y="117"/>
                </a:lnTo>
                <a:lnTo>
                  <a:pt x="980" y="117"/>
                </a:lnTo>
                <a:lnTo>
                  <a:pt x="981" y="117"/>
                </a:lnTo>
                <a:lnTo>
                  <a:pt x="984" y="115"/>
                </a:lnTo>
                <a:lnTo>
                  <a:pt x="987" y="114"/>
                </a:lnTo>
                <a:lnTo>
                  <a:pt x="986" y="113"/>
                </a:lnTo>
                <a:lnTo>
                  <a:pt x="987" y="112"/>
                </a:lnTo>
                <a:lnTo>
                  <a:pt x="987" y="110"/>
                </a:lnTo>
                <a:lnTo>
                  <a:pt x="988" y="110"/>
                </a:lnTo>
                <a:lnTo>
                  <a:pt x="988" y="109"/>
                </a:lnTo>
                <a:lnTo>
                  <a:pt x="989" y="109"/>
                </a:lnTo>
                <a:lnTo>
                  <a:pt x="989" y="107"/>
                </a:lnTo>
                <a:lnTo>
                  <a:pt x="988" y="107"/>
                </a:lnTo>
                <a:lnTo>
                  <a:pt x="988" y="106"/>
                </a:lnTo>
                <a:lnTo>
                  <a:pt x="986" y="105"/>
                </a:lnTo>
                <a:lnTo>
                  <a:pt x="986" y="103"/>
                </a:lnTo>
                <a:lnTo>
                  <a:pt x="985" y="100"/>
                </a:lnTo>
                <a:lnTo>
                  <a:pt x="985" y="97"/>
                </a:lnTo>
                <a:lnTo>
                  <a:pt x="985" y="96"/>
                </a:lnTo>
                <a:lnTo>
                  <a:pt x="985" y="95"/>
                </a:lnTo>
                <a:lnTo>
                  <a:pt x="982" y="94"/>
                </a:lnTo>
                <a:lnTo>
                  <a:pt x="981" y="94"/>
                </a:lnTo>
                <a:lnTo>
                  <a:pt x="981" y="93"/>
                </a:lnTo>
                <a:lnTo>
                  <a:pt x="980" y="93"/>
                </a:lnTo>
                <a:lnTo>
                  <a:pt x="980" y="92"/>
                </a:lnTo>
                <a:lnTo>
                  <a:pt x="980" y="88"/>
                </a:lnTo>
                <a:lnTo>
                  <a:pt x="981" y="88"/>
                </a:lnTo>
                <a:lnTo>
                  <a:pt x="981" y="87"/>
                </a:lnTo>
                <a:lnTo>
                  <a:pt x="982" y="87"/>
                </a:lnTo>
                <a:lnTo>
                  <a:pt x="982" y="85"/>
                </a:lnTo>
                <a:lnTo>
                  <a:pt x="982" y="84"/>
                </a:lnTo>
                <a:lnTo>
                  <a:pt x="983" y="83"/>
                </a:lnTo>
                <a:lnTo>
                  <a:pt x="984" y="81"/>
                </a:lnTo>
                <a:lnTo>
                  <a:pt x="985" y="81"/>
                </a:lnTo>
                <a:lnTo>
                  <a:pt x="986" y="82"/>
                </a:lnTo>
                <a:lnTo>
                  <a:pt x="987" y="83"/>
                </a:lnTo>
                <a:lnTo>
                  <a:pt x="990" y="84"/>
                </a:lnTo>
                <a:lnTo>
                  <a:pt x="994" y="84"/>
                </a:lnTo>
                <a:lnTo>
                  <a:pt x="995" y="84"/>
                </a:lnTo>
                <a:lnTo>
                  <a:pt x="995" y="83"/>
                </a:lnTo>
                <a:lnTo>
                  <a:pt x="997" y="81"/>
                </a:lnTo>
                <a:lnTo>
                  <a:pt x="998" y="79"/>
                </a:lnTo>
                <a:lnTo>
                  <a:pt x="998" y="78"/>
                </a:lnTo>
                <a:lnTo>
                  <a:pt x="998" y="77"/>
                </a:lnTo>
                <a:lnTo>
                  <a:pt x="998" y="76"/>
                </a:lnTo>
                <a:lnTo>
                  <a:pt x="998" y="75"/>
                </a:lnTo>
                <a:lnTo>
                  <a:pt x="999" y="70"/>
                </a:lnTo>
                <a:lnTo>
                  <a:pt x="1000" y="67"/>
                </a:lnTo>
                <a:lnTo>
                  <a:pt x="1001" y="64"/>
                </a:lnTo>
                <a:lnTo>
                  <a:pt x="1001" y="62"/>
                </a:lnTo>
                <a:lnTo>
                  <a:pt x="1002" y="58"/>
                </a:lnTo>
                <a:lnTo>
                  <a:pt x="1004" y="56"/>
                </a:lnTo>
                <a:lnTo>
                  <a:pt x="1005" y="56"/>
                </a:lnTo>
                <a:lnTo>
                  <a:pt x="1006" y="55"/>
                </a:lnTo>
                <a:lnTo>
                  <a:pt x="1008" y="53"/>
                </a:lnTo>
                <a:lnTo>
                  <a:pt x="1009" y="51"/>
                </a:lnTo>
                <a:lnTo>
                  <a:pt x="1010" y="50"/>
                </a:lnTo>
                <a:lnTo>
                  <a:pt x="1011" y="48"/>
                </a:lnTo>
                <a:lnTo>
                  <a:pt x="1012" y="48"/>
                </a:lnTo>
                <a:lnTo>
                  <a:pt x="1013" y="49"/>
                </a:lnTo>
                <a:lnTo>
                  <a:pt x="1014" y="50"/>
                </a:lnTo>
                <a:lnTo>
                  <a:pt x="1014" y="51"/>
                </a:lnTo>
                <a:lnTo>
                  <a:pt x="1015" y="51"/>
                </a:lnTo>
                <a:lnTo>
                  <a:pt x="1015" y="52"/>
                </a:lnTo>
                <a:lnTo>
                  <a:pt x="1016" y="52"/>
                </a:lnTo>
                <a:lnTo>
                  <a:pt x="1016" y="51"/>
                </a:lnTo>
                <a:lnTo>
                  <a:pt x="1017" y="51"/>
                </a:lnTo>
                <a:lnTo>
                  <a:pt x="1018" y="51"/>
                </a:lnTo>
                <a:lnTo>
                  <a:pt x="1019" y="50"/>
                </a:lnTo>
                <a:lnTo>
                  <a:pt x="1020" y="51"/>
                </a:lnTo>
                <a:lnTo>
                  <a:pt x="1021" y="52"/>
                </a:lnTo>
                <a:lnTo>
                  <a:pt x="1022" y="54"/>
                </a:lnTo>
                <a:lnTo>
                  <a:pt x="1022" y="55"/>
                </a:lnTo>
                <a:lnTo>
                  <a:pt x="1023" y="55"/>
                </a:lnTo>
                <a:lnTo>
                  <a:pt x="1026" y="55"/>
                </a:lnTo>
                <a:lnTo>
                  <a:pt x="1026" y="54"/>
                </a:lnTo>
                <a:lnTo>
                  <a:pt x="1026" y="53"/>
                </a:lnTo>
                <a:lnTo>
                  <a:pt x="1027" y="53"/>
                </a:lnTo>
                <a:lnTo>
                  <a:pt x="1028" y="53"/>
                </a:lnTo>
                <a:lnTo>
                  <a:pt x="1029" y="54"/>
                </a:lnTo>
                <a:lnTo>
                  <a:pt x="1030" y="54"/>
                </a:lnTo>
                <a:lnTo>
                  <a:pt x="1031" y="54"/>
                </a:lnTo>
                <a:lnTo>
                  <a:pt x="1032" y="53"/>
                </a:lnTo>
                <a:lnTo>
                  <a:pt x="1035" y="53"/>
                </a:lnTo>
                <a:lnTo>
                  <a:pt x="1035" y="54"/>
                </a:lnTo>
                <a:lnTo>
                  <a:pt x="1035" y="55"/>
                </a:lnTo>
                <a:lnTo>
                  <a:pt x="1034" y="57"/>
                </a:lnTo>
                <a:lnTo>
                  <a:pt x="1035" y="58"/>
                </a:lnTo>
                <a:lnTo>
                  <a:pt x="1036" y="60"/>
                </a:lnTo>
                <a:lnTo>
                  <a:pt x="1036" y="61"/>
                </a:lnTo>
                <a:lnTo>
                  <a:pt x="1035" y="62"/>
                </a:lnTo>
                <a:lnTo>
                  <a:pt x="1035" y="63"/>
                </a:lnTo>
                <a:lnTo>
                  <a:pt x="1035" y="64"/>
                </a:lnTo>
                <a:lnTo>
                  <a:pt x="1034" y="65"/>
                </a:lnTo>
                <a:lnTo>
                  <a:pt x="1034" y="66"/>
                </a:lnTo>
                <a:lnTo>
                  <a:pt x="1033" y="68"/>
                </a:lnTo>
                <a:lnTo>
                  <a:pt x="1033" y="69"/>
                </a:lnTo>
                <a:lnTo>
                  <a:pt x="1032" y="70"/>
                </a:lnTo>
                <a:lnTo>
                  <a:pt x="1032" y="72"/>
                </a:lnTo>
                <a:lnTo>
                  <a:pt x="1032" y="73"/>
                </a:lnTo>
                <a:lnTo>
                  <a:pt x="1032" y="74"/>
                </a:lnTo>
                <a:lnTo>
                  <a:pt x="1032" y="76"/>
                </a:lnTo>
                <a:lnTo>
                  <a:pt x="1031" y="78"/>
                </a:lnTo>
                <a:lnTo>
                  <a:pt x="1031" y="80"/>
                </a:lnTo>
                <a:lnTo>
                  <a:pt x="1032" y="79"/>
                </a:lnTo>
                <a:lnTo>
                  <a:pt x="1033" y="79"/>
                </a:lnTo>
                <a:lnTo>
                  <a:pt x="1034" y="79"/>
                </a:lnTo>
                <a:lnTo>
                  <a:pt x="1036" y="80"/>
                </a:lnTo>
                <a:lnTo>
                  <a:pt x="1037" y="81"/>
                </a:lnTo>
                <a:lnTo>
                  <a:pt x="1037" y="82"/>
                </a:lnTo>
                <a:lnTo>
                  <a:pt x="1037" y="83"/>
                </a:lnTo>
                <a:lnTo>
                  <a:pt x="1038" y="83"/>
                </a:lnTo>
                <a:lnTo>
                  <a:pt x="1038" y="84"/>
                </a:lnTo>
                <a:lnTo>
                  <a:pt x="1039" y="84"/>
                </a:lnTo>
                <a:lnTo>
                  <a:pt x="1039" y="83"/>
                </a:lnTo>
                <a:lnTo>
                  <a:pt x="1039" y="82"/>
                </a:lnTo>
                <a:lnTo>
                  <a:pt x="1040" y="82"/>
                </a:lnTo>
                <a:lnTo>
                  <a:pt x="1040" y="81"/>
                </a:lnTo>
                <a:lnTo>
                  <a:pt x="1041" y="80"/>
                </a:lnTo>
                <a:lnTo>
                  <a:pt x="1042" y="80"/>
                </a:lnTo>
                <a:lnTo>
                  <a:pt x="1043" y="81"/>
                </a:lnTo>
                <a:lnTo>
                  <a:pt x="1044" y="81"/>
                </a:lnTo>
                <a:lnTo>
                  <a:pt x="1044" y="82"/>
                </a:lnTo>
                <a:lnTo>
                  <a:pt x="1045" y="83"/>
                </a:lnTo>
                <a:lnTo>
                  <a:pt x="1046" y="84"/>
                </a:lnTo>
                <a:lnTo>
                  <a:pt x="1048" y="84"/>
                </a:lnTo>
                <a:lnTo>
                  <a:pt x="1049" y="83"/>
                </a:lnTo>
                <a:lnTo>
                  <a:pt x="1049" y="81"/>
                </a:lnTo>
                <a:lnTo>
                  <a:pt x="1050" y="79"/>
                </a:lnTo>
                <a:lnTo>
                  <a:pt x="1050" y="78"/>
                </a:lnTo>
                <a:lnTo>
                  <a:pt x="1050" y="77"/>
                </a:lnTo>
                <a:lnTo>
                  <a:pt x="1053" y="74"/>
                </a:lnTo>
                <a:lnTo>
                  <a:pt x="1053" y="73"/>
                </a:lnTo>
                <a:lnTo>
                  <a:pt x="1054" y="73"/>
                </a:lnTo>
                <a:lnTo>
                  <a:pt x="1056" y="75"/>
                </a:lnTo>
                <a:lnTo>
                  <a:pt x="1057" y="77"/>
                </a:lnTo>
                <a:lnTo>
                  <a:pt x="1058" y="77"/>
                </a:lnTo>
                <a:lnTo>
                  <a:pt x="1059" y="78"/>
                </a:lnTo>
                <a:lnTo>
                  <a:pt x="1062" y="79"/>
                </a:lnTo>
                <a:lnTo>
                  <a:pt x="1063" y="82"/>
                </a:lnTo>
                <a:lnTo>
                  <a:pt x="1064" y="82"/>
                </a:lnTo>
                <a:lnTo>
                  <a:pt x="1064" y="83"/>
                </a:lnTo>
                <a:lnTo>
                  <a:pt x="1064" y="85"/>
                </a:lnTo>
                <a:lnTo>
                  <a:pt x="1064" y="86"/>
                </a:lnTo>
                <a:lnTo>
                  <a:pt x="1066" y="88"/>
                </a:lnTo>
                <a:lnTo>
                  <a:pt x="1066" y="89"/>
                </a:lnTo>
                <a:lnTo>
                  <a:pt x="1065" y="90"/>
                </a:lnTo>
                <a:lnTo>
                  <a:pt x="1065" y="92"/>
                </a:lnTo>
                <a:lnTo>
                  <a:pt x="1066" y="93"/>
                </a:lnTo>
                <a:lnTo>
                  <a:pt x="1068" y="94"/>
                </a:lnTo>
                <a:lnTo>
                  <a:pt x="1069" y="93"/>
                </a:lnTo>
                <a:lnTo>
                  <a:pt x="1070" y="93"/>
                </a:lnTo>
                <a:lnTo>
                  <a:pt x="1072" y="93"/>
                </a:lnTo>
                <a:lnTo>
                  <a:pt x="1073" y="93"/>
                </a:lnTo>
                <a:lnTo>
                  <a:pt x="1074" y="93"/>
                </a:lnTo>
                <a:lnTo>
                  <a:pt x="1076" y="92"/>
                </a:lnTo>
                <a:lnTo>
                  <a:pt x="1078" y="91"/>
                </a:lnTo>
                <a:lnTo>
                  <a:pt x="1079" y="91"/>
                </a:lnTo>
                <a:lnTo>
                  <a:pt x="1080" y="89"/>
                </a:lnTo>
                <a:lnTo>
                  <a:pt x="1081" y="87"/>
                </a:lnTo>
                <a:lnTo>
                  <a:pt x="1081" y="85"/>
                </a:lnTo>
                <a:lnTo>
                  <a:pt x="1082" y="83"/>
                </a:lnTo>
                <a:lnTo>
                  <a:pt x="1083" y="81"/>
                </a:lnTo>
                <a:lnTo>
                  <a:pt x="1084" y="78"/>
                </a:lnTo>
                <a:lnTo>
                  <a:pt x="1085" y="76"/>
                </a:lnTo>
                <a:lnTo>
                  <a:pt x="1085" y="75"/>
                </a:lnTo>
                <a:lnTo>
                  <a:pt x="1084" y="74"/>
                </a:lnTo>
                <a:lnTo>
                  <a:pt x="1084" y="73"/>
                </a:lnTo>
                <a:lnTo>
                  <a:pt x="1084" y="72"/>
                </a:lnTo>
                <a:lnTo>
                  <a:pt x="1085" y="70"/>
                </a:lnTo>
                <a:lnTo>
                  <a:pt x="1086" y="70"/>
                </a:lnTo>
                <a:lnTo>
                  <a:pt x="1087" y="70"/>
                </a:lnTo>
                <a:lnTo>
                  <a:pt x="1087" y="68"/>
                </a:lnTo>
                <a:lnTo>
                  <a:pt x="1087" y="67"/>
                </a:lnTo>
                <a:lnTo>
                  <a:pt x="1087" y="65"/>
                </a:lnTo>
                <a:lnTo>
                  <a:pt x="1088" y="64"/>
                </a:lnTo>
                <a:lnTo>
                  <a:pt x="1089" y="63"/>
                </a:lnTo>
                <a:lnTo>
                  <a:pt x="1090" y="62"/>
                </a:lnTo>
                <a:lnTo>
                  <a:pt x="1090" y="61"/>
                </a:lnTo>
                <a:lnTo>
                  <a:pt x="1091" y="61"/>
                </a:lnTo>
                <a:lnTo>
                  <a:pt x="1092" y="61"/>
                </a:lnTo>
                <a:lnTo>
                  <a:pt x="1094" y="59"/>
                </a:lnTo>
                <a:lnTo>
                  <a:pt x="1095" y="57"/>
                </a:lnTo>
                <a:lnTo>
                  <a:pt x="1095" y="56"/>
                </a:lnTo>
                <a:lnTo>
                  <a:pt x="1096" y="55"/>
                </a:lnTo>
                <a:lnTo>
                  <a:pt x="1097" y="53"/>
                </a:lnTo>
                <a:lnTo>
                  <a:pt x="1100" y="51"/>
                </a:lnTo>
                <a:lnTo>
                  <a:pt x="1104" y="48"/>
                </a:lnTo>
                <a:lnTo>
                  <a:pt x="1105" y="47"/>
                </a:lnTo>
                <a:lnTo>
                  <a:pt x="1107" y="47"/>
                </a:lnTo>
                <a:lnTo>
                  <a:pt x="1107" y="48"/>
                </a:lnTo>
                <a:lnTo>
                  <a:pt x="1107" y="49"/>
                </a:lnTo>
                <a:lnTo>
                  <a:pt x="1108" y="50"/>
                </a:lnTo>
                <a:lnTo>
                  <a:pt x="1109" y="49"/>
                </a:lnTo>
                <a:lnTo>
                  <a:pt x="1109" y="48"/>
                </a:lnTo>
                <a:lnTo>
                  <a:pt x="1110" y="46"/>
                </a:lnTo>
                <a:lnTo>
                  <a:pt x="1111" y="46"/>
                </a:lnTo>
                <a:lnTo>
                  <a:pt x="1112" y="45"/>
                </a:lnTo>
                <a:lnTo>
                  <a:pt x="1114" y="42"/>
                </a:lnTo>
                <a:lnTo>
                  <a:pt x="1114" y="41"/>
                </a:lnTo>
                <a:lnTo>
                  <a:pt x="1114" y="40"/>
                </a:lnTo>
                <a:lnTo>
                  <a:pt x="1115" y="39"/>
                </a:lnTo>
                <a:lnTo>
                  <a:pt x="1116" y="39"/>
                </a:lnTo>
                <a:lnTo>
                  <a:pt x="1117" y="38"/>
                </a:lnTo>
                <a:lnTo>
                  <a:pt x="1118" y="36"/>
                </a:lnTo>
                <a:lnTo>
                  <a:pt x="1118" y="33"/>
                </a:lnTo>
                <a:lnTo>
                  <a:pt x="1118" y="32"/>
                </a:lnTo>
                <a:lnTo>
                  <a:pt x="1117" y="31"/>
                </a:lnTo>
                <a:lnTo>
                  <a:pt x="1117" y="30"/>
                </a:lnTo>
                <a:lnTo>
                  <a:pt x="1116" y="29"/>
                </a:lnTo>
                <a:lnTo>
                  <a:pt x="1116" y="27"/>
                </a:lnTo>
                <a:lnTo>
                  <a:pt x="1117" y="26"/>
                </a:lnTo>
                <a:lnTo>
                  <a:pt x="1117" y="25"/>
                </a:lnTo>
                <a:lnTo>
                  <a:pt x="1118" y="25"/>
                </a:lnTo>
                <a:lnTo>
                  <a:pt x="1120" y="24"/>
                </a:lnTo>
                <a:lnTo>
                  <a:pt x="1123" y="22"/>
                </a:lnTo>
                <a:lnTo>
                  <a:pt x="1125" y="19"/>
                </a:lnTo>
                <a:lnTo>
                  <a:pt x="1128" y="14"/>
                </a:lnTo>
                <a:lnTo>
                  <a:pt x="1129" y="14"/>
                </a:lnTo>
                <a:lnTo>
                  <a:pt x="1130" y="15"/>
                </a:lnTo>
                <a:lnTo>
                  <a:pt x="1129" y="15"/>
                </a:lnTo>
                <a:lnTo>
                  <a:pt x="1129" y="16"/>
                </a:lnTo>
                <a:lnTo>
                  <a:pt x="1129" y="17"/>
                </a:lnTo>
                <a:lnTo>
                  <a:pt x="1130" y="17"/>
                </a:lnTo>
                <a:lnTo>
                  <a:pt x="1131" y="17"/>
                </a:lnTo>
                <a:lnTo>
                  <a:pt x="1133" y="19"/>
                </a:lnTo>
                <a:lnTo>
                  <a:pt x="1134" y="19"/>
                </a:lnTo>
                <a:lnTo>
                  <a:pt x="1135" y="19"/>
                </a:lnTo>
                <a:lnTo>
                  <a:pt x="1136" y="18"/>
                </a:lnTo>
                <a:lnTo>
                  <a:pt x="1137" y="18"/>
                </a:lnTo>
                <a:lnTo>
                  <a:pt x="1137" y="17"/>
                </a:lnTo>
                <a:lnTo>
                  <a:pt x="1138" y="17"/>
                </a:lnTo>
                <a:lnTo>
                  <a:pt x="1141" y="17"/>
                </a:lnTo>
                <a:lnTo>
                  <a:pt x="1142" y="17"/>
                </a:lnTo>
                <a:lnTo>
                  <a:pt x="1145" y="19"/>
                </a:lnTo>
                <a:lnTo>
                  <a:pt x="1145" y="20"/>
                </a:lnTo>
                <a:lnTo>
                  <a:pt x="1145" y="21"/>
                </a:lnTo>
                <a:lnTo>
                  <a:pt x="1146" y="21"/>
                </a:lnTo>
                <a:lnTo>
                  <a:pt x="1147" y="21"/>
                </a:lnTo>
                <a:lnTo>
                  <a:pt x="1149" y="21"/>
                </a:lnTo>
                <a:lnTo>
                  <a:pt x="1149" y="20"/>
                </a:lnTo>
                <a:lnTo>
                  <a:pt x="1149" y="19"/>
                </a:lnTo>
                <a:lnTo>
                  <a:pt x="1149" y="18"/>
                </a:lnTo>
                <a:lnTo>
                  <a:pt x="1151" y="16"/>
                </a:lnTo>
                <a:lnTo>
                  <a:pt x="1152" y="16"/>
                </a:lnTo>
                <a:lnTo>
                  <a:pt x="1152" y="17"/>
                </a:lnTo>
                <a:lnTo>
                  <a:pt x="1153" y="18"/>
                </a:lnTo>
                <a:lnTo>
                  <a:pt x="1153" y="19"/>
                </a:lnTo>
                <a:lnTo>
                  <a:pt x="1153" y="22"/>
                </a:lnTo>
                <a:lnTo>
                  <a:pt x="1152" y="23"/>
                </a:lnTo>
                <a:lnTo>
                  <a:pt x="1152" y="24"/>
                </a:lnTo>
                <a:lnTo>
                  <a:pt x="1151" y="26"/>
                </a:lnTo>
                <a:lnTo>
                  <a:pt x="1152" y="27"/>
                </a:lnTo>
                <a:lnTo>
                  <a:pt x="1153" y="28"/>
                </a:lnTo>
                <a:lnTo>
                  <a:pt x="1156" y="30"/>
                </a:lnTo>
                <a:lnTo>
                  <a:pt x="1157" y="30"/>
                </a:lnTo>
                <a:lnTo>
                  <a:pt x="1157" y="29"/>
                </a:lnTo>
                <a:lnTo>
                  <a:pt x="1158" y="27"/>
                </a:lnTo>
                <a:lnTo>
                  <a:pt x="1159" y="28"/>
                </a:lnTo>
                <a:lnTo>
                  <a:pt x="1162" y="26"/>
                </a:lnTo>
                <a:lnTo>
                  <a:pt x="1163" y="26"/>
                </a:lnTo>
                <a:lnTo>
                  <a:pt x="1165" y="28"/>
                </a:lnTo>
                <a:lnTo>
                  <a:pt x="1166" y="27"/>
                </a:lnTo>
                <a:lnTo>
                  <a:pt x="1167" y="28"/>
                </a:lnTo>
                <a:lnTo>
                  <a:pt x="1168" y="28"/>
                </a:lnTo>
                <a:lnTo>
                  <a:pt x="1169" y="28"/>
                </a:lnTo>
                <a:lnTo>
                  <a:pt x="1171" y="28"/>
                </a:lnTo>
                <a:lnTo>
                  <a:pt x="1174" y="25"/>
                </a:lnTo>
                <a:lnTo>
                  <a:pt x="1175" y="25"/>
                </a:lnTo>
                <a:lnTo>
                  <a:pt x="1176" y="25"/>
                </a:lnTo>
                <a:lnTo>
                  <a:pt x="1178" y="24"/>
                </a:lnTo>
                <a:lnTo>
                  <a:pt x="1181" y="23"/>
                </a:lnTo>
                <a:lnTo>
                  <a:pt x="1184" y="23"/>
                </a:lnTo>
                <a:lnTo>
                  <a:pt x="1185" y="25"/>
                </a:lnTo>
                <a:lnTo>
                  <a:pt x="1185" y="26"/>
                </a:lnTo>
                <a:lnTo>
                  <a:pt x="1185" y="27"/>
                </a:lnTo>
                <a:lnTo>
                  <a:pt x="1186" y="28"/>
                </a:lnTo>
                <a:lnTo>
                  <a:pt x="1186" y="27"/>
                </a:lnTo>
                <a:lnTo>
                  <a:pt x="1186" y="26"/>
                </a:lnTo>
                <a:lnTo>
                  <a:pt x="1187" y="22"/>
                </a:lnTo>
                <a:lnTo>
                  <a:pt x="1188" y="21"/>
                </a:lnTo>
                <a:lnTo>
                  <a:pt x="1188" y="20"/>
                </a:lnTo>
                <a:lnTo>
                  <a:pt x="1187" y="17"/>
                </a:lnTo>
                <a:lnTo>
                  <a:pt x="1187" y="16"/>
                </a:lnTo>
                <a:lnTo>
                  <a:pt x="1185" y="14"/>
                </a:lnTo>
                <a:lnTo>
                  <a:pt x="1187" y="13"/>
                </a:lnTo>
                <a:lnTo>
                  <a:pt x="1188" y="13"/>
                </a:lnTo>
                <a:lnTo>
                  <a:pt x="1188" y="12"/>
                </a:lnTo>
                <a:lnTo>
                  <a:pt x="1188" y="11"/>
                </a:lnTo>
                <a:lnTo>
                  <a:pt x="1188" y="10"/>
                </a:lnTo>
                <a:lnTo>
                  <a:pt x="1188" y="9"/>
                </a:lnTo>
                <a:lnTo>
                  <a:pt x="1188" y="7"/>
                </a:lnTo>
                <a:lnTo>
                  <a:pt x="1189" y="6"/>
                </a:lnTo>
                <a:lnTo>
                  <a:pt x="1188" y="4"/>
                </a:lnTo>
                <a:lnTo>
                  <a:pt x="1188" y="3"/>
                </a:lnTo>
                <a:lnTo>
                  <a:pt x="1188" y="2"/>
                </a:lnTo>
                <a:lnTo>
                  <a:pt x="1189" y="1"/>
                </a:lnTo>
                <a:lnTo>
                  <a:pt x="1191" y="1"/>
                </a:lnTo>
                <a:lnTo>
                  <a:pt x="1193" y="0"/>
                </a:lnTo>
                <a:lnTo>
                  <a:pt x="1194" y="2"/>
                </a:lnTo>
                <a:lnTo>
                  <a:pt x="1195" y="2"/>
                </a:lnTo>
                <a:lnTo>
                  <a:pt x="1195" y="3"/>
                </a:lnTo>
                <a:lnTo>
                  <a:pt x="1196" y="4"/>
                </a:lnTo>
                <a:lnTo>
                  <a:pt x="1197" y="5"/>
                </a:lnTo>
                <a:lnTo>
                  <a:pt x="1199" y="5"/>
                </a:lnTo>
                <a:lnTo>
                  <a:pt x="1199" y="6"/>
                </a:lnTo>
                <a:lnTo>
                  <a:pt x="1199" y="7"/>
                </a:lnTo>
                <a:lnTo>
                  <a:pt x="1198" y="8"/>
                </a:lnTo>
                <a:lnTo>
                  <a:pt x="1198" y="9"/>
                </a:lnTo>
                <a:lnTo>
                  <a:pt x="1199" y="9"/>
                </a:lnTo>
                <a:lnTo>
                  <a:pt x="1200" y="9"/>
                </a:lnTo>
                <a:lnTo>
                  <a:pt x="1200" y="1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14" name=""/>
          <p:cNvSpPr/>
          <p:nvPr/>
        </p:nvSpPr>
        <p:spPr>
          <a:xfrm>
            <a:off x="7754040" y="27331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0"/>
                </a:move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15" name=""/>
          <p:cNvSpPr/>
          <p:nvPr/>
        </p:nvSpPr>
        <p:spPr>
          <a:xfrm>
            <a:off x="7745040" y="2722320"/>
            <a:ext cx="4680" cy="5040"/>
          </a:xfrm>
          <a:custGeom>
            <a:avLst/>
            <a:gdLst/>
            <a:ahLst/>
            <a:rect l="0" t="0" r="r" b="b"/>
            <a:pathLst>
              <a:path w="13" h="14">
                <a:moveTo>
                  <a:pt x="9" y="12"/>
                </a:moveTo>
                <a:lnTo>
                  <a:pt x="9" y="11"/>
                </a:lnTo>
                <a:lnTo>
                  <a:pt x="8" y="11"/>
                </a:lnTo>
                <a:lnTo>
                  <a:pt x="7" y="11"/>
                </a:lnTo>
                <a:lnTo>
                  <a:pt x="6" y="10"/>
                </a:lnTo>
                <a:lnTo>
                  <a:pt x="5" y="10"/>
                </a:lnTo>
                <a:lnTo>
                  <a:pt x="4" y="11"/>
                </a:lnTo>
                <a:lnTo>
                  <a:pt x="3" y="11"/>
                </a:lnTo>
                <a:lnTo>
                  <a:pt x="3" y="12"/>
                </a:lnTo>
                <a:lnTo>
                  <a:pt x="3" y="13"/>
                </a:lnTo>
                <a:lnTo>
                  <a:pt x="4" y="13"/>
                </a:lnTo>
                <a:lnTo>
                  <a:pt x="5" y="13"/>
                </a:lnTo>
                <a:lnTo>
                  <a:pt x="5" y="14"/>
                </a:lnTo>
                <a:lnTo>
                  <a:pt x="4" y="14"/>
                </a:lnTo>
                <a:lnTo>
                  <a:pt x="2" y="13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2" y="6"/>
                </a:lnTo>
                <a:lnTo>
                  <a:pt x="3" y="3"/>
                </a:lnTo>
                <a:lnTo>
                  <a:pt x="4" y="3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10" y="0"/>
                </a:lnTo>
                <a:lnTo>
                  <a:pt x="10" y="1"/>
                </a:lnTo>
                <a:lnTo>
                  <a:pt x="13" y="2"/>
                </a:lnTo>
                <a:lnTo>
                  <a:pt x="13" y="3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1" y="8"/>
                </a:lnTo>
                <a:lnTo>
                  <a:pt x="10" y="11"/>
                </a:lnTo>
                <a:lnTo>
                  <a:pt x="9" y="1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16" name=""/>
          <p:cNvSpPr/>
          <p:nvPr/>
        </p:nvSpPr>
        <p:spPr>
          <a:xfrm>
            <a:off x="7743960" y="26924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17" name=""/>
          <p:cNvSpPr/>
          <p:nvPr/>
        </p:nvSpPr>
        <p:spPr>
          <a:xfrm>
            <a:off x="7715160" y="26845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3" y="4"/>
                </a:moveTo>
                <a:lnTo>
                  <a:pt x="1" y="4"/>
                </a:lnTo>
                <a:lnTo>
                  <a:pt x="0" y="5"/>
                </a:lnTo>
                <a:lnTo>
                  <a:pt x="1" y="3"/>
                </a:lnTo>
                <a:lnTo>
                  <a:pt x="3" y="3"/>
                </a:lnTo>
                <a:lnTo>
                  <a:pt x="4" y="2"/>
                </a:lnTo>
                <a:lnTo>
                  <a:pt x="5" y="0"/>
                </a:lnTo>
                <a:lnTo>
                  <a:pt x="6" y="2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18" name=""/>
          <p:cNvSpPr/>
          <p:nvPr/>
        </p:nvSpPr>
        <p:spPr>
          <a:xfrm>
            <a:off x="7740000" y="26820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0" y="7"/>
                </a:moveTo>
                <a:lnTo>
                  <a:pt x="0" y="6"/>
                </a:lnTo>
                <a:lnTo>
                  <a:pt x="0" y="4"/>
                </a:lnTo>
                <a:lnTo>
                  <a:pt x="2" y="3"/>
                </a:lnTo>
                <a:lnTo>
                  <a:pt x="4" y="2"/>
                </a:lnTo>
                <a:lnTo>
                  <a:pt x="5" y="1"/>
                </a:lnTo>
                <a:lnTo>
                  <a:pt x="7" y="0"/>
                </a:lnTo>
                <a:lnTo>
                  <a:pt x="7" y="2"/>
                </a:ln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2" y="7"/>
                </a:lnTo>
                <a:lnTo>
                  <a:pt x="0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19" name=""/>
          <p:cNvSpPr/>
          <p:nvPr/>
        </p:nvSpPr>
        <p:spPr>
          <a:xfrm>
            <a:off x="7742160" y="26805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20" name=""/>
          <p:cNvSpPr/>
          <p:nvPr/>
        </p:nvSpPr>
        <p:spPr>
          <a:xfrm>
            <a:off x="7727040" y="2675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21" name=""/>
          <p:cNvSpPr/>
          <p:nvPr/>
        </p:nvSpPr>
        <p:spPr>
          <a:xfrm>
            <a:off x="7707600" y="2664360"/>
            <a:ext cx="3600" cy="4320"/>
          </a:xfrm>
          <a:custGeom>
            <a:avLst/>
            <a:gdLst/>
            <a:ahLst/>
            <a:rect l="0" t="0" r="r" b="b"/>
            <a:pathLst>
              <a:path w="10" h="12">
                <a:moveTo>
                  <a:pt x="10" y="2"/>
                </a:moveTo>
                <a:lnTo>
                  <a:pt x="9" y="3"/>
                </a:lnTo>
                <a:lnTo>
                  <a:pt x="8" y="5"/>
                </a:lnTo>
                <a:lnTo>
                  <a:pt x="7" y="6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3" y="9"/>
                </a:lnTo>
                <a:lnTo>
                  <a:pt x="3" y="10"/>
                </a:lnTo>
                <a:lnTo>
                  <a:pt x="3" y="11"/>
                </a:lnTo>
                <a:lnTo>
                  <a:pt x="2" y="11"/>
                </a:lnTo>
                <a:lnTo>
                  <a:pt x="1" y="12"/>
                </a:lnTo>
                <a:lnTo>
                  <a:pt x="1" y="11"/>
                </a:lnTo>
                <a:lnTo>
                  <a:pt x="2" y="9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10" y="1"/>
                </a:lnTo>
                <a:lnTo>
                  <a:pt x="1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22" name=""/>
          <p:cNvSpPr/>
          <p:nvPr/>
        </p:nvSpPr>
        <p:spPr>
          <a:xfrm>
            <a:off x="7914960" y="309096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1" y="2"/>
                </a:moveTo>
                <a:lnTo>
                  <a:pt x="3" y="1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9" y="4"/>
                </a:lnTo>
                <a:lnTo>
                  <a:pt x="8" y="5"/>
                </a:lnTo>
                <a:lnTo>
                  <a:pt x="6" y="6"/>
                </a:lnTo>
                <a:lnTo>
                  <a:pt x="4" y="7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1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23" name=""/>
          <p:cNvSpPr/>
          <p:nvPr/>
        </p:nvSpPr>
        <p:spPr>
          <a:xfrm>
            <a:off x="7934040" y="3042720"/>
            <a:ext cx="4680" cy="2880"/>
          </a:xfrm>
          <a:custGeom>
            <a:avLst/>
            <a:gdLst/>
            <a:ahLst/>
            <a:rect l="0" t="0" r="r" b="b"/>
            <a:pathLst>
              <a:path w="13" h="8">
                <a:moveTo>
                  <a:pt x="5" y="6"/>
                </a:move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4" y="2"/>
                </a:lnTo>
                <a:lnTo>
                  <a:pt x="5" y="2"/>
                </a:lnTo>
                <a:lnTo>
                  <a:pt x="7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2" y="2"/>
                </a:lnTo>
                <a:lnTo>
                  <a:pt x="13" y="3"/>
                </a:lnTo>
                <a:lnTo>
                  <a:pt x="13" y="4"/>
                </a:lnTo>
                <a:lnTo>
                  <a:pt x="12" y="6"/>
                </a:lnTo>
                <a:lnTo>
                  <a:pt x="10" y="8"/>
                </a:lnTo>
                <a:lnTo>
                  <a:pt x="9" y="8"/>
                </a:lnTo>
                <a:lnTo>
                  <a:pt x="8" y="6"/>
                </a:lnTo>
                <a:lnTo>
                  <a:pt x="6" y="6"/>
                </a:lnTo>
                <a:lnTo>
                  <a:pt x="5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24" name=""/>
          <p:cNvSpPr/>
          <p:nvPr/>
        </p:nvSpPr>
        <p:spPr>
          <a:xfrm>
            <a:off x="7928640" y="29995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2" y="0"/>
                </a:moveTo>
                <a:lnTo>
                  <a:pt x="3" y="0"/>
                </a:ln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4" y="4"/>
                </a:lnTo>
                <a:lnTo>
                  <a:pt x="3" y="6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25" name=""/>
          <p:cNvSpPr/>
          <p:nvPr/>
        </p:nvSpPr>
        <p:spPr>
          <a:xfrm>
            <a:off x="7927920" y="2996280"/>
            <a:ext cx="8640" cy="5040"/>
          </a:xfrm>
          <a:custGeom>
            <a:avLst/>
            <a:gdLst/>
            <a:ahLst/>
            <a:rect l="0" t="0" r="r" b="b"/>
            <a:pathLst>
              <a:path w="24" h="14">
                <a:moveTo>
                  <a:pt x="19" y="8"/>
                </a:moveTo>
                <a:lnTo>
                  <a:pt x="17" y="9"/>
                </a:lnTo>
                <a:lnTo>
                  <a:pt x="15" y="10"/>
                </a:lnTo>
                <a:lnTo>
                  <a:pt x="14" y="12"/>
                </a:lnTo>
                <a:lnTo>
                  <a:pt x="12" y="13"/>
                </a:lnTo>
                <a:lnTo>
                  <a:pt x="9" y="13"/>
                </a:lnTo>
                <a:lnTo>
                  <a:pt x="8" y="14"/>
                </a:lnTo>
                <a:lnTo>
                  <a:pt x="7" y="13"/>
                </a:lnTo>
                <a:lnTo>
                  <a:pt x="6" y="12"/>
                </a:lnTo>
                <a:lnTo>
                  <a:pt x="6" y="9"/>
                </a:lnTo>
                <a:lnTo>
                  <a:pt x="7" y="9"/>
                </a:lnTo>
                <a:lnTo>
                  <a:pt x="8" y="9"/>
                </a:lnTo>
                <a:lnTo>
                  <a:pt x="12" y="9"/>
                </a:lnTo>
                <a:lnTo>
                  <a:pt x="13" y="8"/>
                </a:lnTo>
                <a:lnTo>
                  <a:pt x="13" y="7"/>
                </a:lnTo>
                <a:lnTo>
                  <a:pt x="14" y="6"/>
                </a:lnTo>
                <a:lnTo>
                  <a:pt x="16" y="5"/>
                </a:lnTo>
                <a:lnTo>
                  <a:pt x="18" y="5"/>
                </a:lnTo>
                <a:lnTo>
                  <a:pt x="19" y="5"/>
                </a:lnTo>
                <a:lnTo>
                  <a:pt x="19" y="4"/>
                </a:lnTo>
                <a:lnTo>
                  <a:pt x="18" y="3"/>
                </a:lnTo>
                <a:lnTo>
                  <a:pt x="17" y="3"/>
                </a:lnTo>
                <a:lnTo>
                  <a:pt x="16" y="3"/>
                </a:lnTo>
                <a:lnTo>
                  <a:pt x="14" y="4"/>
                </a:lnTo>
                <a:lnTo>
                  <a:pt x="13" y="4"/>
                </a:lnTo>
                <a:lnTo>
                  <a:pt x="12" y="5"/>
                </a:lnTo>
                <a:lnTo>
                  <a:pt x="9" y="5"/>
                </a:lnTo>
                <a:lnTo>
                  <a:pt x="7" y="6"/>
                </a:lnTo>
                <a:lnTo>
                  <a:pt x="6" y="7"/>
                </a:lnTo>
                <a:lnTo>
                  <a:pt x="5" y="7"/>
                </a:lnTo>
                <a:lnTo>
                  <a:pt x="4" y="8"/>
                </a:lnTo>
                <a:lnTo>
                  <a:pt x="3" y="9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0" y="6"/>
                </a:lnTo>
                <a:lnTo>
                  <a:pt x="2" y="5"/>
                </a:lnTo>
                <a:lnTo>
                  <a:pt x="4" y="5"/>
                </a:lnTo>
                <a:lnTo>
                  <a:pt x="5" y="4"/>
                </a:lnTo>
                <a:lnTo>
                  <a:pt x="8" y="3"/>
                </a:lnTo>
                <a:lnTo>
                  <a:pt x="9" y="2"/>
                </a:lnTo>
                <a:lnTo>
                  <a:pt x="12" y="1"/>
                </a:lnTo>
                <a:lnTo>
                  <a:pt x="15" y="0"/>
                </a:lnTo>
                <a:lnTo>
                  <a:pt x="17" y="0"/>
                </a:lnTo>
                <a:lnTo>
                  <a:pt x="19" y="0"/>
                </a:lnTo>
                <a:lnTo>
                  <a:pt x="21" y="0"/>
                </a:lnTo>
                <a:lnTo>
                  <a:pt x="23" y="1"/>
                </a:lnTo>
                <a:lnTo>
                  <a:pt x="24" y="3"/>
                </a:lnTo>
                <a:lnTo>
                  <a:pt x="24" y="5"/>
                </a:lnTo>
                <a:lnTo>
                  <a:pt x="23" y="6"/>
                </a:lnTo>
                <a:lnTo>
                  <a:pt x="21" y="7"/>
                </a:lnTo>
                <a:lnTo>
                  <a:pt x="20" y="7"/>
                </a:lnTo>
                <a:lnTo>
                  <a:pt x="19" y="8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26" name=""/>
          <p:cNvSpPr/>
          <p:nvPr/>
        </p:nvSpPr>
        <p:spPr>
          <a:xfrm>
            <a:off x="7797240" y="29275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27" name=""/>
          <p:cNvSpPr/>
          <p:nvPr/>
        </p:nvSpPr>
        <p:spPr>
          <a:xfrm>
            <a:off x="7777080" y="2926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28" name=""/>
          <p:cNvSpPr/>
          <p:nvPr/>
        </p:nvSpPr>
        <p:spPr>
          <a:xfrm>
            <a:off x="7794720" y="2925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29" name=""/>
          <p:cNvSpPr/>
          <p:nvPr/>
        </p:nvSpPr>
        <p:spPr>
          <a:xfrm>
            <a:off x="7773480" y="29246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3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3" y="3"/>
                </a:lnTo>
                <a:lnTo>
                  <a:pt x="4" y="4"/>
                </a:lnTo>
                <a:lnTo>
                  <a:pt x="3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30" name=""/>
          <p:cNvSpPr/>
          <p:nvPr/>
        </p:nvSpPr>
        <p:spPr>
          <a:xfrm>
            <a:off x="7782120" y="2924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31" name=""/>
          <p:cNvSpPr/>
          <p:nvPr/>
        </p:nvSpPr>
        <p:spPr>
          <a:xfrm>
            <a:off x="7801200" y="29185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0"/>
                </a:move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3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32" name=""/>
          <p:cNvSpPr/>
          <p:nvPr/>
        </p:nvSpPr>
        <p:spPr>
          <a:xfrm>
            <a:off x="7842960" y="28929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33" name=""/>
          <p:cNvSpPr/>
          <p:nvPr/>
        </p:nvSpPr>
        <p:spPr>
          <a:xfrm>
            <a:off x="7851240" y="28900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0" y="1"/>
                </a:move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34" name=""/>
          <p:cNvSpPr/>
          <p:nvPr/>
        </p:nvSpPr>
        <p:spPr>
          <a:xfrm>
            <a:off x="7850880" y="28890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0"/>
                </a:moveTo>
                <a:lnTo>
                  <a:pt x="3" y="1"/>
                </a:lnTo>
                <a:lnTo>
                  <a:pt x="5" y="3"/>
                </a:lnTo>
                <a:lnTo>
                  <a:pt x="5" y="4"/>
                </a:lnTo>
                <a:lnTo>
                  <a:pt x="2" y="4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35" name=""/>
          <p:cNvSpPr/>
          <p:nvPr/>
        </p:nvSpPr>
        <p:spPr>
          <a:xfrm>
            <a:off x="7717680" y="2782800"/>
            <a:ext cx="170280" cy="147600"/>
          </a:xfrm>
          <a:custGeom>
            <a:avLst/>
            <a:gdLst/>
            <a:ahLst/>
            <a:rect l="0" t="0" r="r" b="b"/>
            <a:pathLst>
              <a:path w="473" h="410">
                <a:moveTo>
                  <a:pt x="408" y="20"/>
                </a:moveTo>
                <a:lnTo>
                  <a:pt x="409" y="21"/>
                </a:lnTo>
                <a:lnTo>
                  <a:pt x="410" y="22"/>
                </a:lnTo>
                <a:lnTo>
                  <a:pt x="411" y="22"/>
                </a:lnTo>
                <a:lnTo>
                  <a:pt x="412" y="22"/>
                </a:lnTo>
                <a:lnTo>
                  <a:pt x="413" y="22"/>
                </a:lnTo>
                <a:lnTo>
                  <a:pt x="414" y="22"/>
                </a:lnTo>
                <a:lnTo>
                  <a:pt x="414" y="24"/>
                </a:lnTo>
                <a:lnTo>
                  <a:pt x="414" y="25"/>
                </a:lnTo>
                <a:lnTo>
                  <a:pt x="415" y="25"/>
                </a:lnTo>
                <a:lnTo>
                  <a:pt x="415" y="26"/>
                </a:lnTo>
                <a:lnTo>
                  <a:pt x="416" y="27"/>
                </a:lnTo>
                <a:lnTo>
                  <a:pt x="419" y="29"/>
                </a:lnTo>
                <a:lnTo>
                  <a:pt x="420" y="29"/>
                </a:lnTo>
                <a:lnTo>
                  <a:pt x="423" y="29"/>
                </a:lnTo>
                <a:lnTo>
                  <a:pt x="424" y="29"/>
                </a:lnTo>
                <a:lnTo>
                  <a:pt x="424" y="30"/>
                </a:lnTo>
                <a:lnTo>
                  <a:pt x="425" y="30"/>
                </a:lnTo>
                <a:lnTo>
                  <a:pt x="426" y="30"/>
                </a:lnTo>
                <a:lnTo>
                  <a:pt x="427" y="31"/>
                </a:lnTo>
                <a:lnTo>
                  <a:pt x="428" y="31"/>
                </a:lnTo>
                <a:lnTo>
                  <a:pt x="429" y="31"/>
                </a:lnTo>
                <a:lnTo>
                  <a:pt x="430" y="31"/>
                </a:lnTo>
                <a:lnTo>
                  <a:pt x="431" y="31"/>
                </a:lnTo>
                <a:lnTo>
                  <a:pt x="432" y="31"/>
                </a:lnTo>
                <a:lnTo>
                  <a:pt x="432" y="32"/>
                </a:lnTo>
                <a:lnTo>
                  <a:pt x="433" y="32"/>
                </a:lnTo>
                <a:lnTo>
                  <a:pt x="433" y="31"/>
                </a:lnTo>
                <a:lnTo>
                  <a:pt x="432" y="31"/>
                </a:lnTo>
                <a:lnTo>
                  <a:pt x="433" y="31"/>
                </a:lnTo>
                <a:lnTo>
                  <a:pt x="434" y="31"/>
                </a:lnTo>
                <a:lnTo>
                  <a:pt x="435" y="31"/>
                </a:lnTo>
                <a:lnTo>
                  <a:pt x="436" y="31"/>
                </a:lnTo>
                <a:lnTo>
                  <a:pt x="438" y="31"/>
                </a:lnTo>
                <a:lnTo>
                  <a:pt x="438" y="30"/>
                </a:lnTo>
                <a:lnTo>
                  <a:pt x="439" y="30"/>
                </a:lnTo>
                <a:lnTo>
                  <a:pt x="441" y="30"/>
                </a:lnTo>
                <a:lnTo>
                  <a:pt x="442" y="30"/>
                </a:lnTo>
                <a:lnTo>
                  <a:pt x="443" y="30"/>
                </a:lnTo>
                <a:lnTo>
                  <a:pt x="443" y="29"/>
                </a:lnTo>
                <a:lnTo>
                  <a:pt x="444" y="29"/>
                </a:lnTo>
                <a:lnTo>
                  <a:pt x="444" y="28"/>
                </a:lnTo>
                <a:lnTo>
                  <a:pt x="444" y="27"/>
                </a:lnTo>
                <a:lnTo>
                  <a:pt x="445" y="27"/>
                </a:lnTo>
                <a:lnTo>
                  <a:pt x="444" y="27"/>
                </a:lnTo>
                <a:lnTo>
                  <a:pt x="445" y="27"/>
                </a:lnTo>
                <a:lnTo>
                  <a:pt x="445" y="26"/>
                </a:lnTo>
                <a:lnTo>
                  <a:pt x="446" y="26"/>
                </a:lnTo>
                <a:lnTo>
                  <a:pt x="447" y="26"/>
                </a:lnTo>
                <a:lnTo>
                  <a:pt x="447" y="27"/>
                </a:lnTo>
                <a:lnTo>
                  <a:pt x="448" y="27"/>
                </a:lnTo>
                <a:lnTo>
                  <a:pt x="448" y="28"/>
                </a:lnTo>
                <a:lnTo>
                  <a:pt x="449" y="29"/>
                </a:lnTo>
                <a:lnTo>
                  <a:pt x="452" y="34"/>
                </a:lnTo>
                <a:lnTo>
                  <a:pt x="452" y="37"/>
                </a:lnTo>
                <a:lnTo>
                  <a:pt x="452" y="38"/>
                </a:lnTo>
                <a:lnTo>
                  <a:pt x="453" y="42"/>
                </a:lnTo>
                <a:lnTo>
                  <a:pt x="454" y="43"/>
                </a:lnTo>
                <a:lnTo>
                  <a:pt x="455" y="45"/>
                </a:lnTo>
                <a:lnTo>
                  <a:pt x="455" y="46"/>
                </a:lnTo>
                <a:lnTo>
                  <a:pt x="456" y="48"/>
                </a:lnTo>
                <a:lnTo>
                  <a:pt x="456" y="49"/>
                </a:lnTo>
                <a:lnTo>
                  <a:pt x="457" y="51"/>
                </a:lnTo>
                <a:lnTo>
                  <a:pt x="458" y="54"/>
                </a:lnTo>
                <a:lnTo>
                  <a:pt x="459" y="56"/>
                </a:lnTo>
                <a:lnTo>
                  <a:pt x="460" y="59"/>
                </a:lnTo>
                <a:lnTo>
                  <a:pt x="461" y="60"/>
                </a:lnTo>
                <a:lnTo>
                  <a:pt x="462" y="64"/>
                </a:lnTo>
                <a:lnTo>
                  <a:pt x="462" y="65"/>
                </a:lnTo>
                <a:lnTo>
                  <a:pt x="462" y="70"/>
                </a:lnTo>
                <a:lnTo>
                  <a:pt x="463" y="72"/>
                </a:lnTo>
                <a:lnTo>
                  <a:pt x="463" y="78"/>
                </a:lnTo>
                <a:lnTo>
                  <a:pt x="463" y="79"/>
                </a:lnTo>
                <a:lnTo>
                  <a:pt x="463" y="80"/>
                </a:lnTo>
                <a:lnTo>
                  <a:pt x="464" y="82"/>
                </a:lnTo>
                <a:lnTo>
                  <a:pt x="464" y="86"/>
                </a:lnTo>
                <a:lnTo>
                  <a:pt x="465" y="89"/>
                </a:lnTo>
                <a:lnTo>
                  <a:pt x="466" y="91"/>
                </a:lnTo>
                <a:lnTo>
                  <a:pt x="467" y="91"/>
                </a:lnTo>
                <a:lnTo>
                  <a:pt x="468" y="91"/>
                </a:lnTo>
                <a:lnTo>
                  <a:pt x="469" y="91"/>
                </a:lnTo>
                <a:lnTo>
                  <a:pt x="469" y="92"/>
                </a:lnTo>
                <a:lnTo>
                  <a:pt x="469" y="93"/>
                </a:lnTo>
                <a:lnTo>
                  <a:pt x="470" y="93"/>
                </a:lnTo>
                <a:lnTo>
                  <a:pt x="470" y="94"/>
                </a:lnTo>
                <a:lnTo>
                  <a:pt x="471" y="95"/>
                </a:lnTo>
                <a:lnTo>
                  <a:pt x="470" y="96"/>
                </a:lnTo>
                <a:lnTo>
                  <a:pt x="470" y="97"/>
                </a:lnTo>
                <a:lnTo>
                  <a:pt x="471" y="97"/>
                </a:lnTo>
                <a:lnTo>
                  <a:pt x="472" y="98"/>
                </a:lnTo>
                <a:lnTo>
                  <a:pt x="471" y="98"/>
                </a:lnTo>
                <a:lnTo>
                  <a:pt x="471" y="99"/>
                </a:lnTo>
                <a:lnTo>
                  <a:pt x="472" y="99"/>
                </a:lnTo>
                <a:lnTo>
                  <a:pt x="473" y="99"/>
                </a:lnTo>
                <a:lnTo>
                  <a:pt x="473" y="100"/>
                </a:lnTo>
                <a:lnTo>
                  <a:pt x="472" y="100"/>
                </a:lnTo>
                <a:lnTo>
                  <a:pt x="470" y="101"/>
                </a:lnTo>
                <a:lnTo>
                  <a:pt x="468" y="99"/>
                </a:lnTo>
                <a:lnTo>
                  <a:pt x="464" y="99"/>
                </a:lnTo>
                <a:lnTo>
                  <a:pt x="462" y="100"/>
                </a:lnTo>
                <a:lnTo>
                  <a:pt x="461" y="100"/>
                </a:lnTo>
                <a:lnTo>
                  <a:pt x="460" y="101"/>
                </a:lnTo>
                <a:lnTo>
                  <a:pt x="459" y="104"/>
                </a:lnTo>
                <a:lnTo>
                  <a:pt x="458" y="105"/>
                </a:lnTo>
                <a:lnTo>
                  <a:pt x="457" y="107"/>
                </a:lnTo>
                <a:lnTo>
                  <a:pt x="456" y="107"/>
                </a:lnTo>
                <a:lnTo>
                  <a:pt x="456" y="108"/>
                </a:lnTo>
                <a:lnTo>
                  <a:pt x="455" y="108"/>
                </a:lnTo>
                <a:lnTo>
                  <a:pt x="455" y="109"/>
                </a:lnTo>
                <a:lnTo>
                  <a:pt x="454" y="109"/>
                </a:lnTo>
                <a:lnTo>
                  <a:pt x="453" y="110"/>
                </a:lnTo>
                <a:lnTo>
                  <a:pt x="452" y="110"/>
                </a:lnTo>
                <a:lnTo>
                  <a:pt x="451" y="111"/>
                </a:lnTo>
                <a:lnTo>
                  <a:pt x="450" y="111"/>
                </a:lnTo>
                <a:lnTo>
                  <a:pt x="450" y="112"/>
                </a:lnTo>
                <a:lnTo>
                  <a:pt x="449" y="112"/>
                </a:lnTo>
                <a:lnTo>
                  <a:pt x="448" y="113"/>
                </a:lnTo>
                <a:lnTo>
                  <a:pt x="448" y="114"/>
                </a:lnTo>
                <a:lnTo>
                  <a:pt x="447" y="115"/>
                </a:lnTo>
                <a:lnTo>
                  <a:pt x="446" y="115"/>
                </a:lnTo>
                <a:lnTo>
                  <a:pt x="446" y="116"/>
                </a:lnTo>
                <a:lnTo>
                  <a:pt x="446" y="117"/>
                </a:lnTo>
                <a:lnTo>
                  <a:pt x="445" y="118"/>
                </a:lnTo>
                <a:lnTo>
                  <a:pt x="444" y="119"/>
                </a:lnTo>
                <a:lnTo>
                  <a:pt x="443" y="119"/>
                </a:lnTo>
                <a:lnTo>
                  <a:pt x="443" y="120"/>
                </a:lnTo>
                <a:lnTo>
                  <a:pt x="442" y="121"/>
                </a:lnTo>
                <a:lnTo>
                  <a:pt x="441" y="122"/>
                </a:lnTo>
                <a:lnTo>
                  <a:pt x="441" y="123"/>
                </a:lnTo>
                <a:lnTo>
                  <a:pt x="441" y="124"/>
                </a:lnTo>
                <a:lnTo>
                  <a:pt x="440" y="125"/>
                </a:lnTo>
                <a:lnTo>
                  <a:pt x="439" y="125"/>
                </a:lnTo>
                <a:lnTo>
                  <a:pt x="438" y="125"/>
                </a:lnTo>
                <a:lnTo>
                  <a:pt x="437" y="124"/>
                </a:lnTo>
                <a:lnTo>
                  <a:pt x="436" y="123"/>
                </a:lnTo>
                <a:lnTo>
                  <a:pt x="435" y="122"/>
                </a:lnTo>
                <a:lnTo>
                  <a:pt x="436" y="122"/>
                </a:lnTo>
                <a:lnTo>
                  <a:pt x="436" y="121"/>
                </a:lnTo>
                <a:lnTo>
                  <a:pt x="435" y="121"/>
                </a:lnTo>
                <a:lnTo>
                  <a:pt x="435" y="120"/>
                </a:lnTo>
                <a:lnTo>
                  <a:pt x="434" y="120"/>
                </a:lnTo>
                <a:lnTo>
                  <a:pt x="434" y="119"/>
                </a:lnTo>
                <a:lnTo>
                  <a:pt x="433" y="119"/>
                </a:lnTo>
                <a:lnTo>
                  <a:pt x="433" y="118"/>
                </a:lnTo>
                <a:lnTo>
                  <a:pt x="434" y="119"/>
                </a:lnTo>
                <a:lnTo>
                  <a:pt x="435" y="119"/>
                </a:lnTo>
                <a:lnTo>
                  <a:pt x="434" y="117"/>
                </a:lnTo>
                <a:lnTo>
                  <a:pt x="433" y="117"/>
                </a:lnTo>
                <a:lnTo>
                  <a:pt x="433" y="118"/>
                </a:lnTo>
                <a:lnTo>
                  <a:pt x="432" y="118"/>
                </a:lnTo>
                <a:lnTo>
                  <a:pt x="432" y="117"/>
                </a:lnTo>
                <a:lnTo>
                  <a:pt x="432" y="116"/>
                </a:lnTo>
                <a:lnTo>
                  <a:pt x="432" y="115"/>
                </a:lnTo>
                <a:lnTo>
                  <a:pt x="432" y="114"/>
                </a:lnTo>
                <a:lnTo>
                  <a:pt x="433" y="114"/>
                </a:lnTo>
                <a:lnTo>
                  <a:pt x="433" y="113"/>
                </a:lnTo>
                <a:lnTo>
                  <a:pt x="432" y="112"/>
                </a:lnTo>
                <a:lnTo>
                  <a:pt x="431" y="111"/>
                </a:lnTo>
                <a:lnTo>
                  <a:pt x="431" y="110"/>
                </a:lnTo>
                <a:lnTo>
                  <a:pt x="432" y="110"/>
                </a:lnTo>
                <a:lnTo>
                  <a:pt x="432" y="109"/>
                </a:lnTo>
                <a:lnTo>
                  <a:pt x="433" y="108"/>
                </a:lnTo>
                <a:lnTo>
                  <a:pt x="434" y="108"/>
                </a:lnTo>
                <a:lnTo>
                  <a:pt x="434" y="107"/>
                </a:lnTo>
                <a:lnTo>
                  <a:pt x="436" y="108"/>
                </a:lnTo>
                <a:lnTo>
                  <a:pt x="437" y="108"/>
                </a:lnTo>
                <a:lnTo>
                  <a:pt x="439" y="108"/>
                </a:lnTo>
                <a:lnTo>
                  <a:pt x="441" y="108"/>
                </a:lnTo>
                <a:lnTo>
                  <a:pt x="440" y="108"/>
                </a:lnTo>
                <a:lnTo>
                  <a:pt x="440" y="107"/>
                </a:lnTo>
                <a:lnTo>
                  <a:pt x="439" y="107"/>
                </a:lnTo>
                <a:lnTo>
                  <a:pt x="439" y="106"/>
                </a:lnTo>
                <a:lnTo>
                  <a:pt x="441" y="105"/>
                </a:lnTo>
                <a:lnTo>
                  <a:pt x="442" y="104"/>
                </a:lnTo>
                <a:lnTo>
                  <a:pt x="441" y="103"/>
                </a:lnTo>
                <a:lnTo>
                  <a:pt x="441" y="102"/>
                </a:lnTo>
                <a:lnTo>
                  <a:pt x="442" y="101"/>
                </a:lnTo>
                <a:lnTo>
                  <a:pt x="443" y="100"/>
                </a:lnTo>
                <a:lnTo>
                  <a:pt x="445" y="100"/>
                </a:lnTo>
                <a:lnTo>
                  <a:pt x="446" y="100"/>
                </a:lnTo>
                <a:lnTo>
                  <a:pt x="446" y="99"/>
                </a:lnTo>
                <a:lnTo>
                  <a:pt x="445" y="99"/>
                </a:lnTo>
                <a:lnTo>
                  <a:pt x="445" y="100"/>
                </a:lnTo>
                <a:lnTo>
                  <a:pt x="444" y="100"/>
                </a:lnTo>
                <a:lnTo>
                  <a:pt x="443" y="100"/>
                </a:lnTo>
                <a:lnTo>
                  <a:pt x="441" y="100"/>
                </a:lnTo>
                <a:lnTo>
                  <a:pt x="441" y="101"/>
                </a:lnTo>
                <a:lnTo>
                  <a:pt x="441" y="102"/>
                </a:lnTo>
                <a:lnTo>
                  <a:pt x="441" y="104"/>
                </a:lnTo>
                <a:lnTo>
                  <a:pt x="441" y="105"/>
                </a:lnTo>
                <a:lnTo>
                  <a:pt x="440" y="105"/>
                </a:lnTo>
                <a:lnTo>
                  <a:pt x="439" y="106"/>
                </a:lnTo>
                <a:lnTo>
                  <a:pt x="438" y="105"/>
                </a:lnTo>
                <a:lnTo>
                  <a:pt x="437" y="105"/>
                </a:lnTo>
                <a:lnTo>
                  <a:pt x="437" y="104"/>
                </a:lnTo>
                <a:lnTo>
                  <a:pt x="434" y="104"/>
                </a:lnTo>
                <a:lnTo>
                  <a:pt x="434" y="105"/>
                </a:lnTo>
                <a:lnTo>
                  <a:pt x="433" y="105"/>
                </a:lnTo>
                <a:lnTo>
                  <a:pt x="433" y="104"/>
                </a:lnTo>
                <a:lnTo>
                  <a:pt x="432" y="104"/>
                </a:lnTo>
                <a:lnTo>
                  <a:pt x="430" y="105"/>
                </a:lnTo>
                <a:lnTo>
                  <a:pt x="429" y="105"/>
                </a:lnTo>
                <a:lnTo>
                  <a:pt x="428" y="106"/>
                </a:lnTo>
                <a:lnTo>
                  <a:pt x="427" y="106"/>
                </a:lnTo>
                <a:lnTo>
                  <a:pt x="426" y="106"/>
                </a:lnTo>
                <a:lnTo>
                  <a:pt x="426" y="107"/>
                </a:lnTo>
                <a:lnTo>
                  <a:pt x="425" y="107"/>
                </a:lnTo>
                <a:lnTo>
                  <a:pt x="425" y="106"/>
                </a:lnTo>
                <a:lnTo>
                  <a:pt x="425" y="105"/>
                </a:lnTo>
                <a:lnTo>
                  <a:pt x="424" y="105"/>
                </a:lnTo>
                <a:lnTo>
                  <a:pt x="423" y="105"/>
                </a:lnTo>
                <a:lnTo>
                  <a:pt x="422" y="105"/>
                </a:lnTo>
                <a:lnTo>
                  <a:pt x="422" y="106"/>
                </a:lnTo>
                <a:lnTo>
                  <a:pt x="420" y="106"/>
                </a:lnTo>
                <a:lnTo>
                  <a:pt x="419" y="106"/>
                </a:lnTo>
                <a:lnTo>
                  <a:pt x="418" y="106"/>
                </a:lnTo>
                <a:lnTo>
                  <a:pt x="419" y="106"/>
                </a:lnTo>
                <a:lnTo>
                  <a:pt x="419" y="107"/>
                </a:lnTo>
                <a:lnTo>
                  <a:pt x="420" y="107"/>
                </a:lnTo>
                <a:lnTo>
                  <a:pt x="422" y="106"/>
                </a:lnTo>
                <a:lnTo>
                  <a:pt x="422" y="107"/>
                </a:lnTo>
                <a:lnTo>
                  <a:pt x="423" y="108"/>
                </a:lnTo>
                <a:lnTo>
                  <a:pt x="424" y="109"/>
                </a:lnTo>
                <a:lnTo>
                  <a:pt x="425" y="108"/>
                </a:lnTo>
                <a:lnTo>
                  <a:pt x="425" y="109"/>
                </a:lnTo>
                <a:lnTo>
                  <a:pt x="426" y="112"/>
                </a:lnTo>
                <a:lnTo>
                  <a:pt x="427" y="113"/>
                </a:lnTo>
                <a:lnTo>
                  <a:pt x="427" y="112"/>
                </a:lnTo>
                <a:lnTo>
                  <a:pt x="428" y="112"/>
                </a:lnTo>
                <a:lnTo>
                  <a:pt x="428" y="113"/>
                </a:lnTo>
                <a:lnTo>
                  <a:pt x="428" y="114"/>
                </a:lnTo>
                <a:lnTo>
                  <a:pt x="429" y="114"/>
                </a:lnTo>
                <a:lnTo>
                  <a:pt x="430" y="114"/>
                </a:lnTo>
                <a:lnTo>
                  <a:pt x="430" y="115"/>
                </a:lnTo>
                <a:lnTo>
                  <a:pt x="430" y="116"/>
                </a:lnTo>
                <a:lnTo>
                  <a:pt x="430" y="117"/>
                </a:lnTo>
                <a:lnTo>
                  <a:pt x="431" y="118"/>
                </a:lnTo>
                <a:lnTo>
                  <a:pt x="434" y="121"/>
                </a:lnTo>
                <a:lnTo>
                  <a:pt x="434" y="122"/>
                </a:lnTo>
                <a:lnTo>
                  <a:pt x="434" y="123"/>
                </a:lnTo>
                <a:lnTo>
                  <a:pt x="434" y="124"/>
                </a:lnTo>
                <a:lnTo>
                  <a:pt x="433" y="124"/>
                </a:lnTo>
                <a:lnTo>
                  <a:pt x="432" y="122"/>
                </a:lnTo>
                <a:lnTo>
                  <a:pt x="431" y="122"/>
                </a:lnTo>
                <a:lnTo>
                  <a:pt x="430" y="122"/>
                </a:lnTo>
                <a:lnTo>
                  <a:pt x="430" y="123"/>
                </a:lnTo>
                <a:lnTo>
                  <a:pt x="429" y="123"/>
                </a:lnTo>
                <a:lnTo>
                  <a:pt x="429" y="124"/>
                </a:lnTo>
                <a:lnTo>
                  <a:pt x="428" y="125"/>
                </a:lnTo>
                <a:lnTo>
                  <a:pt x="428" y="126"/>
                </a:lnTo>
                <a:lnTo>
                  <a:pt x="428" y="127"/>
                </a:lnTo>
                <a:lnTo>
                  <a:pt x="428" y="128"/>
                </a:lnTo>
                <a:lnTo>
                  <a:pt x="429" y="129"/>
                </a:lnTo>
                <a:lnTo>
                  <a:pt x="429" y="130"/>
                </a:lnTo>
                <a:lnTo>
                  <a:pt x="428" y="133"/>
                </a:lnTo>
                <a:lnTo>
                  <a:pt x="427" y="134"/>
                </a:lnTo>
                <a:lnTo>
                  <a:pt x="427" y="135"/>
                </a:lnTo>
                <a:lnTo>
                  <a:pt x="427" y="134"/>
                </a:lnTo>
                <a:lnTo>
                  <a:pt x="427" y="135"/>
                </a:lnTo>
                <a:lnTo>
                  <a:pt x="426" y="135"/>
                </a:lnTo>
                <a:lnTo>
                  <a:pt x="425" y="136"/>
                </a:lnTo>
                <a:lnTo>
                  <a:pt x="426" y="136"/>
                </a:lnTo>
                <a:lnTo>
                  <a:pt x="425" y="136"/>
                </a:lnTo>
                <a:lnTo>
                  <a:pt x="425" y="137"/>
                </a:lnTo>
                <a:lnTo>
                  <a:pt x="424" y="138"/>
                </a:lnTo>
                <a:lnTo>
                  <a:pt x="423" y="138"/>
                </a:lnTo>
                <a:lnTo>
                  <a:pt x="423" y="139"/>
                </a:lnTo>
                <a:lnTo>
                  <a:pt x="422" y="139"/>
                </a:lnTo>
                <a:lnTo>
                  <a:pt x="421" y="139"/>
                </a:lnTo>
                <a:lnTo>
                  <a:pt x="421" y="140"/>
                </a:lnTo>
                <a:lnTo>
                  <a:pt x="420" y="140"/>
                </a:lnTo>
                <a:lnTo>
                  <a:pt x="421" y="140"/>
                </a:lnTo>
                <a:lnTo>
                  <a:pt x="421" y="141"/>
                </a:lnTo>
                <a:lnTo>
                  <a:pt x="422" y="140"/>
                </a:lnTo>
                <a:lnTo>
                  <a:pt x="423" y="140"/>
                </a:lnTo>
                <a:lnTo>
                  <a:pt x="423" y="141"/>
                </a:lnTo>
                <a:lnTo>
                  <a:pt x="422" y="142"/>
                </a:lnTo>
                <a:lnTo>
                  <a:pt x="421" y="143"/>
                </a:lnTo>
                <a:lnTo>
                  <a:pt x="421" y="144"/>
                </a:lnTo>
                <a:lnTo>
                  <a:pt x="421" y="145"/>
                </a:lnTo>
                <a:lnTo>
                  <a:pt x="420" y="146"/>
                </a:lnTo>
                <a:lnTo>
                  <a:pt x="419" y="147"/>
                </a:lnTo>
                <a:lnTo>
                  <a:pt x="418" y="147"/>
                </a:lnTo>
                <a:lnTo>
                  <a:pt x="417" y="148"/>
                </a:lnTo>
                <a:lnTo>
                  <a:pt x="415" y="149"/>
                </a:lnTo>
                <a:lnTo>
                  <a:pt x="416" y="150"/>
                </a:lnTo>
                <a:lnTo>
                  <a:pt x="415" y="150"/>
                </a:lnTo>
                <a:lnTo>
                  <a:pt x="414" y="150"/>
                </a:lnTo>
                <a:lnTo>
                  <a:pt x="414" y="149"/>
                </a:lnTo>
                <a:lnTo>
                  <a:pt x="413" y="148"/>
                </a:lnTo>
                <a:lnTo>
                  <a:pt x="412" y="148"/>
                </a:lnTo>
                <a:lnTo>
                  <a:pt x="410" y="148"/>
                </a:lnTo>
                <a:lnTo>
                  <a:pt x="409" y="149"/>
                </a:lnTo>
                <a:lnTo>
                  <a:pt x="407" y="150"/>
                </a:lnTo>
                <a:lnTo>
                  <a:pt x="407" y="151"/>
                </a:lnTo>
                <a:lnTo>
                  <a:pt x="406" y="151"/>
                </a:lnTo>
                <a:lnTo>
                  <a:pt x="405" y="153"/>
                </a:lnTo>
                <a:lnTo>
                  <a:pt x="404" y="153"/>
                </a:lnTo>
                <a:lnTo>
                  <a:pt x="403" y="155"/>
                </a:lnTo>
                <a:lnTo>
                  <a:pt x="403" y="156"/>
                </a:lnTo>
                <a:lnTo>
                  <a:pt x="404" y="156"/>
                </a:lnTo>
                <a:lnTo>
                  <a:pt x="404" y="157"/>
                </a:lnTo>
                <a:lnTo>
                  <a:pt x="404" y="158"/>
                </a:lnTo>
                <a:lnTo>
                  <a:pt x="403" y="158"/>
                </a:lnTo>
                <a:lnTo>
                  <a:pt x="403" y="159"/>
                </a:lnTo>
                <a:lnTo>
                  <a:pt x="404" y="161"/>
                </a:lnTo>
                <a:lnTo>
                  <a:pt x="404" y="162"/>
                </a:lnTo>
                <a:lnTo>
                  <a:pt x="405" y="162"/>
                </a:lnTo>
                <a:lnTo>
                  <a:pt x="405" y="163"/>
                </a:lnTo>
                <a:lnTo>
                  <a:pt x="406" y="163"/>
                </a:lnTo>
                <a:lnTo>
                  <a:pt x="406" y="164"/>
                </a:lnTo>
                <a:lnTo>
                  <a:pt x="406" y="165"/>
                </a:lnTo>
                <a:lnTo>
                  <a:pt x="406" y="166"/>
                </a:lnTo>
                <a:lnTo>
                  <a:pt x="405" y="168"/>
                </a:lnTo>
                <a:lnTo>
                  <a:pt x="404" y="168"/>
                </a:lnTo>
                <a:lnTo>
                  <a:pt x="403" y="169"/>
                </a:lnTo>
                <a:lnTo>
                  <a:pt x="402" y="169"/>
                </a:lnTo>
                <a:lnTo>
                  <a:pt x="402" y="170"/>
                </a:lnTo>
                <a:lnTo>
                  <a:pt x="401" y="170"/>
                </a:lnTo>
                <a:lnTo>
                  <a:pt x="400" y="169"/>
                </a:lnTo>
                <a:lnTo>
                  <a:pt x="399" y="169"/>
                </a:lnTo>
                <a:lnTo>
                  <a:pt x="398" y="170"/>
                </a:lnTo>
                <a:lnTo>
                  <a:pt x="397" y="171"/>
                </a:lnTo>
                <a:lnTo>
                  <a:pt x="397" y="172"/>
                </a:lnTo>
                <a:lnTo>
                  <a:pt x="397" y="173"/>
                </a:lnTo>
                <a:lnTo>
                  <a:pt x="397" y="174"/>
                </a:lnTo>
                <a:lnTo>
                  <a:pt x="398" y="175"/>
                </a:lnTo>
                <a:lnTo>
                  <a:pt x="398" y="177"/>
                </a:lnTo>
                <a:lnTo>
                  <a:pt x="398" y="180"/>
                </a:lnTo>
                <a:lnTo>
                  <a:pt x="397" y="181"/>
                </a:lnTo>
                <a:lnTo>
                  <a:pt x="396" y="184"/>
                </a:lnTo>
                <a:lnTo>
                  <a:pt x="395" y="185"/>
                </a:lnTo>
                <a:lnTo>
                  <a:pt x="396" y="186"/>
                </a:lnTo>
                <a:lnTo>
                  <a:pt x="395" y="186"/>
                </a:lnTo>
                <a:lnTo>
                  <a:pt x="394" y="188"/>
                </a:lnTo>
                <a:lnTo>
                  <a:pt x="394" y="189"/>
                </a:lnTo>
                <a:lnTo>
                  <a:pt x="394" y="190"/>
                </a:lnTo>
                <a:lnTo>
                  <a:pt x="394" y="191"/>
                </a:lnTo>
                <a:lnTo>
                  <a:pt x="393" y="192"/>
                </a:lnTo>
                <a:lnTo>
                  <a:pt x="391" y="193"/>
                </a:lnTo>
                <a:lnTo>
                  <a:pt x="390" y="194"/>
                </a:lnTo>
                <a:lnTo>
                  <a:pt x="390" y="196"/>
                </a:lnTo>
                <a:lnTo>
                  <a:pt x="390" y="197"/>
                </a:lnTo>
                <a:lnTo>
                  <a:pt x="389" y="198"/>
                </a:lnTo>
                <a:lnTo>
                  <a:pt x="389" y="199"/>
                </a:lnTo>
                <a:lnTo>
                  <a:pt x="389" y="200"/>
                </a:lnTo>
                <a:lnTo>
                  <a:pt x="389" y="201"/>
                </a:lnTo>
                <a:lnTo>
                  <a:pt x="388" y="201"/>
                </a:lnTo>
                <a:lnTo>
                  <a:pt x="387" y="201"/>
                </a:lnTo>
                <a:lnTo>
                  <a:pt x="386" y="202"/>
                </a:lnTo>
                <a:lnTo>
                  <a:pt x="385" y="202"/>
                </a:lnTo>
                <a:lnTo>
                  <a:pt x="385" y="203"/>
                </a:lnTo>
                <a:lnTo>
                  <a:pt x="384" y="204"/>
                </a:lnTo>
                <a:lnTo>
                  <a:pt x="383" y="204"/>
                </a:lnTo>
                <a:lnTo>
                  <a:pt x="383" y="205"/>
                </a:lnTo>
                <a:lnTo>
                  <a:pt x="384" y="205"/>
                </a:lnTo>
                <a:lnTo>
                  <a:pt x="385" y="206"/>
                </a:lnTo>
                <a:lnTo>
                  <a:pt x="385" y="207"/>
                </a:lnTo>
                <a:lnTo>
                  <a:pt x="385" y="208"/>
                </a:lnTo>
                <a:lnTo>
                  <a:pt x="385" y="209"/>
                </a:lnTo>
                <a:lnTo>
                  <a:pt x="385" y="210"/>
                </a:lnTo>
                <a:lnTo>
                  <a:pt x="385" y="211"/>
                </a:lnTo>
                <a:lnTo>
                  <a:pt x="384" y="211"/>
                </a:lnTo>
                <a:lnTo>
                  <a:pt x="383" y="211"/>
                </a:lnTo>
                <a:lnTo>
                  <a:pt x="383" y="212"/>
                </a:lnTo>
                <a:lnTo>
                  <a:pt x="384" y="213"/>
                </a:lnTo>
                <a:lnTo>
                  <a:pt x="385" y="214"/>
                </a:lnTo>
                <a:lnTo>
                  <a:pt x="385" y="213"/>
                </a:lnTo>
                <a:lnTo>
                  <a:pt x="385" y="212"/>
                </a:lnTo>
                <a:lnTo>
                  <a:pt x="386" y="211"/>
                </a:lnTo>
                <a:lnTo>
                  <a:pt x="385" y="211"/>
                </a:lnTo>
                <a:lnTo>
                  <a:pt x="385" y="210"/>
                </a:lnTo>
                <a:lnTo>
                  <a:pt x="386" y="210"/>
                </a:lnTo>
                <a:lnTo>
                  <a:pt x="386" y="209"/>
                </a:lnTo>
                <a:lnTo>
                  <a:pt x="386" y="207"/>
                </a:lnTo>
                <a:lnTo>
                  <a:pt x="385" y="207"/>
                </a:lnTo>
                <a:lnTo>
                  <a:pt x="385" y="206"/>
                </a:lnTo>
                <a:lnTo>
                  <a:pt x="386" y="206"/>
                </a:lnTo>
                <a:lnTo>
                  <a:pt x="387" y="206"/>
                </a:lnTo>
                <a:lnTo>
                  <a:pt x="387" y="207"/>
                </a:lnTo>
                <a:lnTo>
                  <a:pt x="387" y="208"/>
                </a:lnTo>
                <a:lnTo>
                  <a:pt x="387" y="210"/>
                </a:lnTo>
                <a:lnTo>
                  <a:pt x="387" y="211"/>
                </a:lnTo>
                <a:lnTo>
                  <a:pt x="387" y="214"/>
                </a:lnTo>
                <a:lnTo>
                  <a:pt x="387" y="220"/>
                </a:lnTo>
                <a:lnTo>
                  <a:pt x="387" y="222"/>
                </a:lnTo>
                <a:lnTo>
                  <a:pt x="387" y="223"/>
                </a:lnTo>
                <a:lnTo>
                  <a:pt x="386" y="223"/>
                </a:lnTo>
                <a:lnTo>
                  <a:pt x="385" y="223"/>
                </a:lnTo>
                <a:lnTo>
                  <a:pt x="382" y="224"/>
                </a:lnTo>
                <a:lnTo>
                  <a:pt x="381" y="225"/>
                </a:lnTo>
                <a:lnTo>
                  <a:pt x="381" y="226"/>
                </a:lnTo>
                <a:lnTo>
                  <a:pt x="380" y="227"/>
                </a:lnTo>
                <a:lnTo>
                  <a:pt x="380" y="228"/>
                </a:lnTo>
                <a:lnTo>
                  <a:pt x="380" y="229"/>
                </a:lnTo>
                <a:lnTo>
                  <a:pt x="379" y="230"/>
                </a:lnTo>
                <a:lnTo>
                  <a:pt x="378" y="231"/>
                </a:lnTo>
                <a:lnTo>
                  <a:pt x="378" y="234"/>
                </a:lnTo>
                <a:lnTo>
                  <a:pt x="377" y="235"/>
                </a:lnTo>
                <a:lnTo>
                  <a:pt x="377" y="236"/>
                </a:lnTo>
                <a:lnTo>
                  <a:pt x="377" y="239"/>
                </a:lnTo>
                <a:lnTo>
                  <a:pt x="377" y="243"/>
                </a:lnTo>
                <a:lnTo>
                  <a:pt x="377" y="245"/>
                </a:lnTo>
                <a:lnTo>
                  <a:pt x="377" y="248"/>
                </a:lnTo>
                <a:lnTo>
                  <a:pt x="377" y="249"/>
                </a:lnTo>
                <a:lnTo>
                  <a:pt x="377" y="250"/>
                </a:lnTo>
                <a:lnTo>
                  <a:pt x="377" y="251"/>
                </a:lnTo>
                <a:lnTo>
                  <a:pt x="377" y="252"/>
                </a:lnTo>
                <a:lnTo>
                  <a:pt x="378" y="254"/>
                </a:lnTo>
                <a:lnTo>
                  <a:pt x="378" y="255"/>
                </a:lnTo>
                <a:lnTo>
                  <a:pt x="378" y="256"/>
                </a:lnTo>
                <a:lnTo>
                  <a:pt x="377" y="255"/>
                </a:lnTo>
                <a:lnTo>
                  <a:pt x="376" y="255"/>
                </a:lnTo>
                <a:lnTo>
                  <a:pt x="375" y="256"/>
                </a:lnTo>
                <a:lnTo>
                  <a:pt x="374" y="256"/>
                </a:lnTo>
                <a:lnTo>
                  <a:pt x="373" y="256"/>
                </a:lnTo>
                <a:lnTo>
                  <a:pt x="372" y="257"/>
                </a:lnTo>
                <a:lnTo>
                  <a:pt x="372" y="258"/>
                </a:lnTo>
                <a:lnTo>
                  <a:pt x="371" y="258"/>
                </a:lnTo>
                <a:lnTo>
                  <a:pt x="370" y="260"/>
                </a:lnTo>
                <a:lnTo>
                  <a:pt x="369" y="260"/>
                </a:lnTo>
                <a:lnTo>
                  <a:pt x="369" y="259"/>
                </a:lnTo>
                <a:lnTo>
                  <a:pt x="368" y="259"/>
                </a:lnTo>
                <a:lnTo>
                  <a:pt x="367" y="259"/>
                </a:lnTo>
                <a:lnTo>
                  <a:pt x="368" y="259"/>
                </a:lnTo>
                <a:lnTo>
                  <a:pt x="368" y="260"/>
                </a:lnTo>
                <a:lnTo>
                  <a:pt x="369" y="261"/>
                </a:lnTo>
                <a:lnTo>
                  <a:pt x="369" y="262"/>
                </a:lnTo>
                <a:lnTo>
                  <a:pt x="369" y="264"/>
                </a:lnTo>
                <a:lnTo>
                  <a:pt x="370" y="264"/>
                </a:lnTo>
                <a:lnTo>
                  <a:pt x="369" y="265"/>
                </a:lnTo>
                <a:lnTo>
                  <a:pt x="368" y="266"/>
                </a:lnTo>
                <a:lnTo>
                  <a:pt x="368" y="267"/>
                </a:lnTo>
                <a:lnTo>
                  <a:pt x="367" y="267"/>
                </a:lnTo>
                <a:lnTo>
                  <a:pt x="365" y="267"/>
                </a:lnTo>
                <a:lnTo>
                  <a:pt x="363" y="267"/>
                </a:lnTo>
                <a:lnTo>
                  <a:pt x="363" y="268"/>
                </a:lnTo>
                <a:lnTo>
                  <a:pt x="363" y="269"/>
                </a:lnTo>
                <a:lnTo>
                  <a:pt x="363" y="270"/>
                </a:lnTo>
                <a:lnTo>
                  <a:pt x="363" y="271"/>
                </a:lnTo>
                <a:lnTo>
                  <a:pt x="364" y="272"/>
                </a:lnTo>
                <a:lnTo>
                  <a:pt x="365" y="272"/>
                </a:lnTo>
                <a:lnTo>
                  <a:pt x="366" y="272"/>
                </a:lnTo>
                <a:lnTo>
                  <a:pt x="366" y="273"/>
                </a:lnTo>
                <a:lnTo>
                  <a:pt x="367" y="272"/>
                </a:lnTo>
                <a:lnTo>
                  <a:pt x="367" y="273"/>
                </a:lnTo>
                <a:lnTo>
                  <a:pt x="368" y="273"/>
                </a:lnTo>
                <a:lnTo>
                  <a:pt x="369" y="273"/>
                </a:lnTo>
                <a:lnTo>
                  <a:pt x="370" y="274"/>
                </a:lnTo>
                <a:lnTo>
                  <a:pt x="371" y="274"/>
                </a:lnTo>
                <a:lnTo>
                  <a:pt x="373" y="274"/>
                </a:lnTo>
                <a:lnTo>
                  <a:pt x="374" y="274"/>
                </a:lnTo>
                <a:lnTo>
                  <a:pt x="374" y="275"/>
                </a:lnTo>
                <a:lnTo>
                  <a:pt x="374" y="276"/>
                </a:lnTo>
                <a:lnTo>
                  <a:pt x="375" y="275"/>
                </a:lnTo>
                <a:lnTo>
                  <a:pt x="376" y="275"/>
                </a:lnTo>
                <a:lnTo>
                  <a:pt x="376" y="274"/>
                </a:lnTo>
                <a:lnTo>
                  <a:pt x="377" y="274"/>
                </a:lnTo>
                <a:lnTo>
                  <a:pt x="378" y="274"/>
                </a:lnTo>
                <a:lnTo>
                  <a:pt x="378" y="273"/>
                </a:lnTo>
                <a:lnTo>
                  <a:pt x="378" y="272"/>
                </a:lnTo>
                <a:lnTo>
                  <a:pt x="377" y="271"/>
                </a:lnTo>
                <a:lnTo>
                  <a:pt x="376" y="270"/>
                </a:lnTo>
                <a:lnTo>
                  <a:pt x="375" y="270"/>
                </a:lnTo>
                <a:lnTo>
                  <a:pt x="375" y="269"/>
                </a:lnTo>
                <a:lnTo>
                  <a:pt x="376" y="269"/>
                </a:lnTo>
                <a:lnTo>
                  <a:pt x="377" y="269"/>
                </a:lnTo>
                <a:lnTo>
                  <a:pt x="377" y="268"/>
                </a:lnTo>
                <a:lnTo>
                  <a:pt x="376" y="266"/>
                </a:lnTo>
                <a:lnTo>
                  <a:pt x="375" y="264"/>
                </a:lnTo>
                <a:lnTo>
                  <a:pt x="374" y="263"/>
                </a:lnTo>
                <a:lnTo>
                  <a:pt x="374" y="262"/>
                </a:lnTo>
                <a:lnTo>
                  <a:pt x="374" y="260"/>
                </a:lnTo>
                <a:lnTo>
                  <a:pt x="374" y="259"/>
                </a:lnTo>
                <a:lnTo>
                  <a:pt x="374" y="258"/>
                </a:lnTo>
                <a:lnTo>
                  <a:pt x="374" y="257"/>
                </a:lnTo>
                <a:lnTo>
                  <a:pt x="375" y="257"/>
                </a:lnTo>
                <a:lnTo>
                  <a:pt x="375" y="256"/>
                </a:lnTo>
                <a:lnTo>
                  <a:pt x="376" y="256"/>
                </a:lnTo>
                <a:lnTo>
                  <a:pt x="377" y="256"/>
                </a:lnTo>
                <a:lnTo>
                  <a:pt x="378" y="257"/>
                </a:lnTo>
                <a:lnTo>
                  <a:pt x="378" y="258"/>
                </a:lnTo>
                <a:lnTo>
                  <a:pt x="378" y="261"/>
                </a:lnTo>
                <a:lnTo>
                  <a:pt x="378" y="262"/>
                </a:lnTo>
                <a:lnTo>
                  <a:pt x="379" y="264"/>
                </a:lnTo>
                <a:lnTo>
                  <a:pt x="379" y="265"/>
                </a:lnTo>
                <a:lnTo>
                  <a:pt x="380" y="268"/>
                </a:lnTo>
                <a:lnTo>
                  <a:pt x="381" y="270"/>
                </a:lnTo>
                <a:lnTo>
                  <a:pt x="381" y="271"/>
                </a:lnTo>
                <a:lnTo>
                  <a:pt x="381" y="272"/>
                </a:lnTo>
                <a:lnTo>
                  <a:pt x="382" y="273"/>
                </a:lnTo>
                <a:lnTo>
                  <a:pt x="382" y="274"/>
                </a:lnTo>
                <a:lnTo>
                  <a:pt x="382" y="275"/>
                </a:lnTo>
                <a:lnTo>
                  <a:pt x="383" y="275"/>
                </a:lnTo>
                <a:lnTo>
                  <a:pt x="384" y="275"/>
                </a:lnTo>
                <a:lnTo>
                  <a:pt x="384" y="276"/>
                </a:lnTo>
                <a:lnTo>
                  <a:pt x="384" y="277"/>
                </a:lnTo>
                <a:lnTo>
                  <a:pt x="383" y="277"/>
                </a:lnTo>
                <a:lnTo>
                  <a:pt x="382" y="276"/>
                </a:lnTo>
                <a:lnTo>
                  <a:pt x="383" y="276"/>
                </a:lnTo>
                <a:lnTo>
                  <a:pt x="382" y="276"/>
                </a:lnTo>
                <a:lnTo>
                  <a:pt x="381" y="276"/>
                </a:lnTo>
                <a:lnTo>
                  <a:pt x="380" y="277"/>
                </a:lnTo>
                <a:lnTo>
                  <a:pt x="379" y="277"/>
                </a:lnTo>
                <a:lnTo>
                  <a:pt x="379" y="278"/>
                </a:lnTo>
                <a:lnTo>
                  <a:pt x="379" y="279"/>
                </a:lnTo>
                <a:lnTo>
                  <a:pt x="378" y="279"/>
                </a:lnTo>
                <a:lnTo>
                  <a:pt x="378" y="278"/>
                </a:lnTo>
                <a:lnTo>
                  <a:pt x="377" y="278"/>
                </a:lnTo>
                <a:lnTo>
                  <a:pt x="376" y="278"/>
                </a:lnTo>
                <a:lnTo>
                  <a:pt x="375" y="279"/>
                </a:lnTo>
                <a:lnTo>
                  <a:pt x="375" y="280"/>
                </a:lnTo>
                <a:lnTo>
                  <a:pt x="374" y="281"/>
                </a:lnTo>
                <a:lnTo>
                  <a:pt x="374" y="280"/>
                </a:lnTo>
                <a:lnTo>
                  <a:pt x="373" y="279"/>
                </a:lnTo>
                <a:lnTo>
                  <a:pt x="372" y="279"/>
                </a:lnTo>
                <a:lnTo>
                  <a:pt x="371" y="279"/>
                </a:lnTo>
                <a:lnTo>
                  <a:pt x="370" y="280"/>
                </a:lnTo>
                <a:lnTo>
                  <a:pt x="369" y="280"/>
                </a:lnTo>
                <a:lnTo>
                  <a:pt x="369" y="281"/>
                </a:lnTo>
                <a:lnTo>
                  <a:pt x="368" y="282"/>
                </a:lnTo>
                <a:lnTo>
                  <a:pt x="367" y="284"/>
                </a:lnTo>
                <a:lnTo>
                  <a:pt x="367" y="285"/>
                </a:lnTo>
                <a:lnTo>
                  <a:pt x="367" y="287"/>
                </a:lnTo>
                <a:lnTo>
                  <a:pt x="366" y="288"/>
                </a:lnTo>
                <a:lnTo>
                  <a:pt x="367" y="288"/>
                </a:lnTo>
                <a:lnTo>
                  <a:pt x="366" y="288"/>
                </a:lnTo>
                <a:lnTo>
                  <a:pt x="365" y="288"/>
                </a:lnTo>
                <a:lnTo>
                  <a:pt x="364" y="289"/>
                </a:lnTo>
                <a:lnTo>
                  <a:pt x="363" y="291"/>
                </a:lnTo>
                <a:lnTo>
                  <a:pt x="363" y="292"/>
                </a:lnTo>
                <a:lnTo>
                  <a:pt x="363" y="293"/>
                </a:lnTo>
                <a:lnTo>
                  <a:pt x="363" y="297"/>
                </a:lnTo>
                <a:lnTo>
                  <a:pt x="363" y="298"/>
                </a:lnTo>
                <a:lnTo>
                  <a:pt x="363" y="299"/>
                </a:lnTo>
                <a:lnTo>
                  <a:pt x="361" y="301"/>
                </a:lnTo>
                <a:lnTo>
                  <a:pt x="360" y="302"/>
                </a:lnTo>
                <a:lnTo>
                  <a:pt x="360" y="303"/>
                </a:lnTo>
                <a:lnTo>
                  <a:pt x="359" y="302"/>
                </a:lnTo>
                <a:lnTo>
                  <a:pt x="359" y="301"/>
                </a:lnTo>
                <a:lnTo>
                  <a:pt x="358" y="301"/>
                </a:lnTo>
                <a:lnTo>
                  <a:pt x="357" y="301"/>
                </a:lnTo>
                <a:lnTo>
                  <a:pt x="357" y="300"/>
                </a:lnTo>
                <a:lnTo>
                  <a:pt x="356" y="300"/>
                </a:lnTo>
                <a:lnTo>
                  <a:pt x="355" y="300"/>
                </a:lnTo>
                <a:lnTo>
                  <a:pt x="354" y="300"/>
                </a:lnTo>
                <a:lnTo>
                  <a:pt x="354" y="301"/>
                </a:lnTo>
                <a:lnTo>
                  <a:pt x="353" y="301"/>
                </a:lnTo>
                <a:lnTo>
                  <a:pt x="352" y="301"/>
                </a:lnTo>
                <a:lnTo>
                  <a:pt x="351" y="301"/>
                </a:lnTo>
                <a:lnTo>
                  <a:pt x="351" y="302"/>
                </a:lnTo>
                <a:lnTo>
                  <a:pt x="350" y="302"/>
                </a:lnTo>
                <a:lnTo>
                  <a:pt x="350" y="303"/>
                </a:lnTo>
                <a:lnTo>
                  <a:pt x="349" y="303"/>
                </a:lnTo>
                <a:lnTo>
                  <a:pt x="348" y="303"/>
                </a:lnTo>
                <a:lnTo>
                  <a:pt x="348" y="302"/>
                </a:lnTo>
                <a:lnTo>
                  <a:pt x="348" y="301"/>
                </a:lnTo>
                <a:lnTo>
                  <a:pt x="347" y="301"/>
                </a:lnTo>
                <a:lnTo>
                  <a:pt x="346" y="301"/>
                </a:lnTo>
                <a:lnTo>
                  <a:pt x="345" y="301"/>
                </a:lnTo>
                <a:lnTo>
                  <a:pt x="343" y="302"/>
                </a:lnTo>
                <a:lnTo>
                  <a:pt x="343" y="301"/>
                </a:lnTo>
                <a:lnTo>
                  <a:pt x="344" y="301"/>
                </a:lnTo>
                <a:lnTo>
                  <a:pt x="345" y="300"/>
                </a:lnTo>
                <a:lnTo>
                  <a:pt x="347" y="299"/>
                </a:lnTo>
                <a:lnTo>
                  <a:pt x="347" y="298"/>
                </a:lnTo>
                <a:lnTo>
                  <a:pt x="348" y="298"/>
                </a:lnTo>
                <a:lnTo>
                  <a:pt x="349" y="298"/>
                </a:lnTo>
                <a:lnTo>
                  <a:pt x="349" y="297"/>
                </a:lnTo>
                <a:lnTo>
                  <a:pt x="351" y="298"/>
                </a:lnTo>
                <a:lnTo>
                  <a:pt x="352" y="298"/>
                </a:lnTo>
                <a:lnTo>
                  <a:pt x="353" y="298"/>
                </a:lnTo>
                <a:lnTo>
                  <a:pt x="354" y="298"/>
                </a:lnTo>
                <a:lnTo>
                  <a:pt x="354" y="297"/>
                </a:lnTo>
                <a:lnTo>
                  <a:pt x="355" y="297"/>
                </a:lnTo>
                <a:lnTo>
                  <a:pt x="356" y="298"/>
                </a:lnTo>
                <a:lnTo>
                  <a:pt x="357" y="298"/>
                </a:lnTo>
                <a:lnTo>
                  <a:pt x="358" y="298"/>
                </a:lnTo>
                <a:lnTo>
                  <a:pt x="358" y="297"/>
                </a:lnTo>
                <a:lnTo>
                  <a:pt x="358" y="296"/>
                </a:lnTo>
                <a:lnTo>
                  <a:pt x="359" y="296"/>
                </a:lnTo>
                <a:lnTo>
                  <a:pt x="360" y="296"/>
                </a:lnTo>
                <a:lnTo>
                  <a:pt x="359" y="296"/>
                </a:lnTo>
                <a:lnTo>
                  <a:pt x="359" y="297"/>
                </a:lnTo>
                <a:lnTo>
                  <a:pt x="359" y="298"/>
                </a:lnTo>
                <a:lnTo>
                  <a:pt x="360" y="298"/>
                </a:lnTo>
                <a:lnTo>
                  <a:pt x="360" y="297"/>
                </a:lnTo>
                <a:lnTo>
                  <a:pt x="360" y="296"/>
                </a:lnTo>
                <a:lnTo>
                  <a:pt x="361" y="296"/>
                </a:lnTo>
                <a:lnTo>
                  <a:pt x="360" y="295"/>
                </a:lnTo>
                <a:lnTo>
                  <a:pt x="359" y="294"/>
                </a:lnTo>
                <a:lnTo>
                  <a:pt x="358" y="294"/>
                </a:lnTo>
                <a:lnTo>
                  <a:pt x="356" y="294"/>
                </a:lnTo>
                <a:lnTo>
                  <a:pt x="356" y="295"/>
                </a:lnTo>
                <a:lnTo>
                  <a:pt x="357" y="296"/>
                </a:lnTo>
                <a:lnTo>
                  <a:pt x="357" y="297"/>
                </a:lnTo>
                <a:lnTo>
                  <a:pt x="356" y="297"/>
                </a:lnTo>
                <a:lnTo>
                  <a:pt x="355" y="297"/>
                </a:lnTo>
                <a:lnTo>
                  <a:pt x="354" y="297"/>
                </a:lnTo>
                <a:lnTo>
                  <a:pt x="353" y="297"/>
                </a:lnTo>
                <a:lnTo>
                  <a:pt x="352" y="297"/>
                </a:lnTo>
                <a:lnTo>
                  <a:pt x="352" y="298"/>
                </a:lnTo>
                <a:lnTo>
                  <a:pt x="351" y="297"/>
                </a:lnTo>
                <a:lnTo>
                  <a:pt x="350" y="297"/>
                </a:lnTo>
                <a:lnTo>
                  <a:pt x="349" y="297"/>
                </a:lnTo>
                <a:lnTo>
                  <a:pt x="348" y="297"/>
                </a:lnTo>
                <a:lnTo>
                  <a:pt x="347" y="297"/>
                </a:lnTo>
                <a:lnTo>
                  <a:pt x="345" y="299"/>
                </a:lnTo>
                <a:lnTo>
                  <a:pt x="343" y="301"/>
                </a:lnTo>
                <a:lnTo>
                  <a:pt x="342" y="301"/>
                </a:lnTo>
                <a:lnTo>
                  <a:pt x="343" y="302"/>
                </a:lnTo>
                <a:lnTo>
                  <a:pt x="343" y="303"/>
                </a:lnTo>
                <a:lnTo>
                  <a:pt x="342" y="303"/>
                </a:lnTo>
                <a:lnTo>
                  <a:pt x="340" y="304"/>
                </a:lnTo>
                <a:lnTo>
                  <a:pt x="339" y="304"/>
                </a:lnTo>
                <a:lnTo>
                  <a:pt x="339" y="303"/>
                </a:lnTo>
                <a:lnTo>
                  <a:pt x="337" y="303"/>
                </a:lnTo>
                <a:lnTo>
                  <a:pt x="336" y="302"/>
                </a:lnTo>
                <a:lnTo>
                  <a:pt x="335" y="302"/>
                </a:lnTo>
                <a:lnTo>
                  <a:pt x="334" y="302"/>
                </a:lnTo>
                <a:lnTo>
                  <a:pt x="333" y="303"/>
                </a:lnTo>
                <a:lnTo>
                  <a:pt x="332" y="303"/>
                </a:lnTo>
                <a:lnTo>
                  <a:pt x="331" y="303"/>
                </a:lnTo>
                <a:lnTo>
                  <a:pt x="331" y="304"/>
                </a:lnTo>
                <a:lnTo>
                  <a:pt x="329" y="305"/>
                </a:lnTo>
                <a:lnTo>
                  <a:pt x="327" y="307"/>
                </a:lnTo>
                <a:lnTo>
                  <a:pt x="325" y="310"/>
                </a:lnTo>
                <a:lnTo>
                  <a:pt x="324" y="311"/>
                </a:lnTo>
                <a:lnTo>
                  <a:pt x="323" y="311"/>
                </a:lnTo>
                <a:lnTo>
                  <a:pt x="323" y="310"/>
                </a:lnTo>
                <a:lnTo>
                  <a:pt x="322" y="310"/>
                </a:lnTo>
                <a:lnTo>
                  <a:pt x="322" y="311"/>
                </a:lnTo>
                <a:lnTo>
                  <a:pt x="320" y="312"/>
                </a:lnTo>
                <a:lnTo>
                  <a:pt x="318" y="313"/>
                </a:lnTo>
                <a:lnTo>
                  <a:pt x="317" y="315"/>
                </a:lnTo>
                <a:lnTo>
                  <a:pt x="316" y="315"/>
                </a:lnTo>
                <a:lnTo>
                  <a:pt x="316" y="316"/>
                </a:lnTo>
                <a:lnTo>
                  <a:pt x="315" y="317"/>
                </a:lnTo>
                <a:lnTo>
                  <a:pt x="315" y="319"/>
                </a:lnTo>
                <a:lnTo>
                  <a:pt x="314" y="320"/>
                </a:lnTo>
                <a:lnTo>
                  <a:pt x="313" y="320"/>
                </a:lnTo>
                <a:lnTo>
                  <a:pt x="312" y="320"/>
                </a:lnTo>
                <a:lnTo>
                  <a:pt x="311" y="320"/>
                </a:lnTo>
                <a:lnTo>
                  <a:pt x="310" y="321"/>
                </a:lnTo>
                <a:lnTo>
                  <a:pt x="309" y="322"/>
                </a:lnTo>
                <a:lnTo>
                  <a:pt x="309" y="323"/>
                </a:lnTo>
                <a:lnTo>
                  <a:pt x="308" y="324"/>
                </a:lnTo>
                <a:lnTo>
                  <a:pt x="308" y="326"/>
                </a:lnTo>
                <a:lnTo>
                  <a:pt x="307" y="326"/>
                </a:lnTo>
                <a:lnTo>
                  <a:pt x="307" y="327"/>
                </a:lnTo>
                <a:lnTo>
                  <a:pt x="306" y="328"/>
                </a:lnTo>
                <a:lnTo>
                  <a:pt x="305" y="328"/>
                </a:lnTo>
                <a:lnTo>
                  <a:pt x="305" y="327"/>
                </a:lnTo>
                <a:lnTo>
                  <a:pt x="304" y="327"/>
                </a:lnTo>
                <a:lnTo>
                  <a:pt x="303" y="328"/>
                </a:lnTo>
                <a:lnTo>
                  <a:pt x="302" y="329"/>
                </a:lnTo>
                <a:lnTo>
                  <a:pt x="300" y="332"/>
                </a:lnTo>
                <a:lnTo>
                  <a:pt x="300" y="333"/>
                </a:lnTo>
                <a:lnTo>
                  <a:pt x="298" y="338"/>
                </a:lnTo>
                <a:lnTo>
                  <a:pt x="298" y="339"/>
                </a:lnTo>
                <a:lnTo>
                  <a:pt x="297" y="339"/>
                </a:lnTo>
                <a:lnTo>
                  <a:pt x="297" y="340"/>
                </a:lnTo>
                <a:lnTo>
                  <a:pt x="297" y="341"/>
                </a:lnTo>
                <a:lnTo>
                  <a:pt x="297" y="342"/>
                </a:lnTo>
                <a:lnTo>
                  <a:pt x="296" y="345"/>
                </a:lnTo>
                <a:lnTo>
                  <a:pt x="295" y="350"/>
                </a:lnTo>
                <a:lnTo>
                  <a:pt x="295" y="353"/>
                </a:lnTo>
                <a:lnTo>
                  <a:pt x="295" y="354"/>
                </a:lnTo>
                <a:lnTo>
                  <a:pt x="294" y="356"/>
                </a:lnTo>
                <a:lnTo>
                  <a:pt x="293" y="356"/>
                </a:lnTo>
                <a:lnTo>
                  <a:pt x="293" y="355"/>
                </a:lnTo>
                <a:lnTo>
                  <a:pt x="292" y="354"/>
                </a:lnTo>
                <a:lnTo>
                  <a:pt x="293" y="354"/>
                </a:lnTo>
                <a:lnTo>
                  <a:pt x="294" y="353"/>
                </a:lnTo>
                <a:lnTo>
                  <a:pt x="294" y="352"/>
                </a:lnTo>
                <a:lnTo>
                  <a:pt x="293" y="351"/>
                </a:lnTo>
                <a:lnTo>
                  <a:pt x="292" y="349"/>
                </a:lnTo>
                <a:lnTo>
                  <a:pt x="291" y="349"/>
                </a:lnTo>
                <a:lnTo>
                  <a:pt x="289" y="351"/>
                </a:lnTo>
                <a:lnTo>
                  <a:pt x="289" y="352"/>
                </a:lnTo>
                <a:lnTo>
                  <a:pt x="288" y="353"/>
                </a:lnTo>
                <a:lnTo>
                  <a:pt x="289" y="353"/>
                </a:lnTo>
                <a:lnTo>
                  <a:pt x="289" y="354"/>
                </a:lnTo>
                <a:lnTo>
                  <a:pt x="290" y="354"/>
                </a:lnTo>
                <a:lnTo>
                  <a:pt x="291" y="354"/>
                </a:lnTo>
                <a:lnTo>
                  <a:pt x="290" y="354"/>
                </a:lnTo>
                <a:lnTo>
                  <a:pt x="290" y="355"/>
                </a:lnTo>
                <a:lnTo>
                  <a:pt x="288" y="355"/>
                </a:lnTo>
                <a:lnTo>
                  <a:pt x="288" y="356"/>
                </a:lnTo>
                <a:lnTo>
                  <a:pt x="287" y="357"/>
                </a:lnTo>
                <a:lnTo>
                  <a:pt x="287" y="358"/>
                </a:lnTo>
                <a:lnTo>
                  <a:pt x="288" y="358"/>
                </a:lnTo>
                <a:lnTo>
                  <a:pt x="288" y="357"/>
                </a:lnTo>
                <a:lnTo>
                  <a:pt x="288" y="356"/>
                </a:lnTo>
                <a:lnTo>
                  <a:pt x="288" y="355"/>
                </a:lnTo>
                <a:lnTo>
                  <a:pt x="289" y="355"/>
                </a:lnTo>
                <a:lnTo>
                  <a:pt x="289" y="356"/>
                </a:lnTo>
                <a:lnTo>
                  <a:pt x="290" y="356"/>
                </a:lnTo>
                <a:lnTo>
                  <a:pt x="290" y="357"/>
                </a:lnTo>
                <a:lnTo>
                  <a:pt x="292" y="357"/>
                </a:lnTo>
                <a:lnTo>
                  <a:pt x="293" y="357"/>
                </a:lnTo>
                <a:lnTo>
                  <a:pt x="293" y="358"/>
                </a:lnTo>
                <a:lnTo>
                  <a:pt x="292" y="358"/>
                </a:lnTo>
                <a:lnTo>
                  <a:pt x="292" y="359"/>
                </a:lnTo>
                <a:lnTo>
                  <a:pt x="292" y="360"/>
                </a:lnTo>
                <a:lnTo>
                  <a:pt x="291" y="361"/>
                </a:lnTo>
                <a:lnTo>
                  <a:pt x="289" y="361"/>
                </a:lnTo>
                <a:lnTo>
                  <a:pt x="288" y="361"/>
                </a:lnTo>
                <a:lnTo>
                  <a:pt x="287" y="361"/>
                </a:lnTo>
                <a:lnTo>
                  <a:pt x="286" y="361"/>
                </a:lnTo>
                <a:lnTo>
                  <a:pt x="285" y="361"/>
                </a:lnTo>
                <a:lnTo>
                  <a:pt x="285" y="362"/>
                </a:lnTo>
                <a:lnTo>
                  <a:pt x="284" y="362"/>
                </a:lnTo>
                <a:lnTo>
                  <a:pt x="284" y="363"/>
                </a:lnTo>
                <a:lnTo>
                  <a:pt x="281" y="364"/>
                </a:lnTo>
                <a:lnTo>
                  <a:pt x="281" y="363"/>
                </a:lnTo>
                <a:lnTo>
                  <a:pt x="281" y="362"/>
                </a:lnTo>
                <a:lnTo>
                  <a:pt x="280" y="362"/>
                </a:lnTo>
                <a:lnTo>
                  <a:pt x="279" y="361"/>
                </a:lnTo>
                <a:lnTo>
                  <a:pt x="277" y="362"/>
                </a:lnTo>
                <a:lnTo>
                  <a:pt x="276" y="362"/>
                </a:lnTo>
                <a:lnTo>
                  <a:pt x="275" y="361"/>
                </a:lnTo>
                <a:lnTo>
                  <a:pt x="275" y="360"/>
                </a:lnTo>
                <a:lnTo>
                  <a:pt x="275" y="359"/>
                </a:lnTo>
                <a:lnTo>
                  <a:pt x="275" y="358"/>
                </a:lnTo>
                <a:lnTo>
                  <a:pt x="274" y="358"/>
                </a:lnTo>
                <a:lnTo>
                  <a:pt x="274" y="357"/>
                </a:lnTo>
                <a:lnTo>
                  <a:pt x="275" y="357"/>
                </a:lnTo>
                <a:lnTo>
                  <a:pt x="277" y="358"/>
                </a:lnTo>
                <a:lnTo>
                  <a:pt x="277" y="359"/>
                </a:lnTo>
                <a:lnTo>
                  <a:pt x="279" y="359"/>
                </a:lnTo>
                <a:lnTo>
                  <a:pt x="282" y="359"/>
                </a:lnTo>
                <a:lnTo>
                  <a:pt x="285" y="357"/>
                </a:lnTo>
                <a:lnTo>
                  <a:pt x="285" y="355"/>
                </a:lnTo>
                <a:lnTo>
                  <a:pt x="285" y="354"/>
                </a:lnTo>
                <a:lnTo>
                  <a:pt x="286" y="353"/>
                </a:lnTo>
                <a:lnTo>
                  <a:pt x="287" y="352"/>
                </a:lnTo>
                <a:lnTo>
                  <a:pt x="287" y="351"/>
                </a:lnTo>
                <a:lnTo>
                  <a:pt x="287" y="350"/>
                </a:lnTo>
                <a:lnTo>
                  <a:pt x="286" y="349"/>
                </a:lnTo>
                <a:lnTo>
                  <a:pt x="285" y="349"/>
                </a:lnTo>
                <a:lnTo>
                  <a:pt x="284" y="349"/>
                </a:lnTo>
                <a:lnTo>
                  <a:pt x="284" y="350"/>
                </a:lnTo>
                <a:lnTo>
                  <a:pt x="285" y="350"/>
                </a:lnTo>
                <a:lnTo>
                  <a:pt x="284" y="350"/>
                </a:lnTo>
                <a:lnTo>
                  <a:pt x="284" y="351"/>
                </a:lnTo>
                <a:lnTo>
                  <a:pt x="284" y="352"/>
                </a:lnTo>
                <a:lnTo>
                  <a:pt x="283" y="352"/>
                </a:lnTo>
                <a:lnTo>
                  <a:pt x="282" y="352"/>
                </a:lnTo>
                <a:lnTo>
                  <a:pt x="281" y="352"/>
                </a:lnTo>
                <a:lnTo>
                  <a:pt x="280" y="352"/>
                </a:lnTo>
                <a:lnTo>
                  <a:pt x="278" y="352"/>
                </a:lnTo>
                <a:lnTo>
                  <a:pt x="278" y="353"/>
                </a:lnTo>
                <a:lnTo>
                  <a:pt x="276" y="355"/>
                </a:lnTo>
                <a:lnTo>
                  <a:pt x="275" y="355"/>
                </a:lnTo>
                <a:lnTo>
                  <a:pt x="275" y="356"/>
                </a:lnTo>
                <a:lnTo>
                  <a:pt x="275" y="357"/>
                </a:lnTo>
                <a:lnTo>
                  <a:pt x="274" y="357"/>
                </a:lnTo>
                <a:lnTo>
                  <a:pt x="272" y="357"/>
                </a:lnTo>
                <a:lnTo>
                  <a:pt x="269" y="356"/>
                </a:lnTo>
                <a:lnTo>
                  <a:pt x="268" y="356"/>
                </a:lnTo>
                <a:lnTo>
                  <a:pt x="267" y="356"/>
                </a:lnTo>
                <a:lnTo>
                  <a:pt x="266" y="356"/>
                </a:lnTo>
                <a:lnTo>
                  <a:pt x="265" y="356"/>
                </a:lnTo>
                <a:lnTo>
                  <a:pt x="263" y="356"/>
                </a:lnTo>
                <a:lnTo>
                  <a:pt x="262" y="357"/>
                </a:lnTo>
                <a:lnTo>
                  <a:pt x="259" y="358"/>
                </a:lnTo>
                <a:lnTo>
                  <a:pt x="257" y="359"/>
                </a:lnTo>
                <a:lnTo>
                  <a:pt x="255" y="360"/>
                </a:lnTo>
                <a:lnTo>
                  <a:pt x="254" y="361"/>
                </a:lnTo>
                <a:lnTo>
                  <a:pt x="253" y="362"/>
                </a:lnTo>
                <a:lnTo>
                  <a:pt x="251" y="362"/>
                </a:lnTo>
                <a:lnTo>
                  <a:pt x="249" y="363"/>
                </a:lnTo>
                <a:lnTo>
                  <a:pt x="248" y="364"/>
                </a:lnTo>
                <a:lnTo>
                  <a:pt x="247" y="364"/>
                </a:lnTo>
                <a:lnTo>
                  <a:pt x="246" y="365"/>
                </a:lnTo>
                <a:lnTo>
                  <a:pt x="245" y="364"/>
                </a:lnTo>
                <a:lnTo>
                  <a:pt x="245" y="362"/>
                </a:lnTo>
                <a:lnTo>
                  <a:pt x="244" y="361"/>
                </a:lnTo>
                <a:lnTo>
                  <a:pt x="243" y="360"/>
                </a:lnTo>
                <a:lnTo>
                  <a:pt x="242" y="360"/>
                </a:lnTo>
                <a:lnTo>
                  <a:pt x="241" y="360"/>
                </a:lnTo>
                <a:lnTo>
                  <a:pt x="239" y="360"/>
                </a:lnTo>
                <a:lnTo>
                  <a:pt x="238" y="361"/>
                </a:lnTo>
                <a:lnTo>
                  <a:pt x="237" y="361"/>
                </a:lnTo>
                <a:lnTo>
                  <a:pt x="236" y="362"/>
                </a:lnTo>
                <a:lnTo>
                  <a:pt x="235" y="362"/>
                </a:lnTo>
                <a:lnTo>
                  <a:pt x="234" y="363"/>
                </a:lnTo>
                <a:lnTo>
                  <a:pt x="234" y="364"/>
                </a:lnTo>
                <a:lnTo>
                  <a:pt x="233" y="365"/>
                </a:lnTo>
                <a:lnTo>
                  <a:pt x="231" y="368"/>
                </a:lnTo>
                <a:lnTo>
                  <a:pt x="230" y="372"/>
                </a:lnTo>
                <a:lnTo>
                  <a:pt x="230" y="373"/>
                </a:lnTo>
                <a:lnTo>
                  <a:pt x="229" y="374"/>
                </a:lnTo>
                <a:lnTo>
                  <a:pt x="229" y="376"/>
                </a:lnTo>
                <a:lnTo>
                  <a:pt x="228" y="378"/>
                </a:lnTo>
                <a:lnTo>
                  <a:pt x="227" y="379"/>
                </a:lnTo>
                <a:lnTo>
                  <a:pt x="227" y="382"/>
                </a:lnTo>
                <a:lnTo>
                  <a:pt x="227" y="383"/>
                </a:lnTo>
                <a:lnTo>
                  <a:pt x="227" y="384"/>
                </a:lnTo>
                <a:lnTo>
                  <a:pt x="227" y="385"/>
                </a:lnTo>
                <a:lnTo>
                  <a:pt x="227" y="386"/>
                </a:lnTo>
                <a:lnTo>
                  <a:pt x="228" y="386"/>
                </a:lnTo>
                <a:lnTo>
                  <a:pt x="229" y="386"/>
                </a:lnTo>
                <a:lnTo>
                  <a:pt x="230" y="386"/>
                </a:lnTo>
                <a:lnTo>
                  <a:pt x="229" y="387"/>
                </a:lnTo>
                <a:lnTo>
                  <a:pt x="228" y="387"/>
                </a:lnTo>
                <a:lnTo>
                  <a:pt x="228" y="386"/>
                </a:lnTo>
                <a:lnTo>
                  <a:pt x="228" y="387"/>
                </a:lnTo>
                <a:lnTo>
                  <a:pt x="227" y="387"/>
                </a:lnTo>
                <a:lnTo>
                  <a:pt x="227" y="388"/>
                </a:lnTo>
                <a:lnTo>
                  <a:pt x="226" y="388"/>
                </a:lnTo>
                <a:lnTo>
                  <a:pt x="225" y="389"/>
                </a:lnTo>
                <a:lnTo>
                  <a:pt x="224" y="388"/>
                </a:lnTo>
                <a:lnTo>
                  <a:pt x="224" y="387"/>
                </a:lnTo>
                <a:lnTo>
                  <a:pt x="224" y="386"/>
                </a:lnTo>
                <a:lnTo>
                  <a:pt x="224" y="385"/>
                </a:lnTo>
                <a:lnTo>
                  <a:pt x="223" y="384"/>
                </a:lnTo>
                <a:lnTo>
                  <a:pt x="221" y="384"/>
                </a:lnTo>
                <a:lnTo>
                  <a:pt x="221" y="385"/>
                </a:lnTo>
                <a:lnTo>
                  <a:pt x="222" y="386"/>
                </a:lnTo>
                <a:lnTo>
                  <a:pt x="221" y="386"/>
                </a:lnTo>
                <a:lnTo>
                  <a:pt x="220" y="386"/>
                </a:lnTo>
                <a:lnTo>
                  <a:pt x="219" y="386"/>
                </a:lnTo>
                <a:lnTo>
                  <a:pt x="217" y="386"/>
                </a:lnTo>
                <a:lnTo>
                  <a:pt x="218" y="387"/>
                </a:lnTo>
                <a:lnTo>
                  <a:pt x="218" y="388"/>
                </a:lnTo>
                <a:lnTo>
                  <a:pt x="218" y="389"/>
                </a:lnTo>
                <a:lnTo>
                  <a:pt x="219" y="390"/>
                </a:lnTo>
                <a:lnTo>
                  <a:pt x="220" y="390"/>
                </a:lnTo>
                <a:lnTo>
                  <a:pt x="221" y="389"/>
                </a:lnTo>
                <a:lnTo>
                  <a:pt x="222" y="388"/>
                </a:lnTo>
                <a:lnTo>
                  <a:pt x="222" y="387"/>
                </a:lnTo>
                <a:lnTo>
                  <a:pt x="222" y="385"/>
                </a:lnTo>
                <a:lnTo>
                  <a:pt x="222" y="384"/>
                </a:lnTo>
                <a:lnTo>
                  <a:pt x="223" y="385"/>
                </a:lnTo>
                <a:lnTo>
                  <a:pt x="223" y="386"/>
                </a:lnTo>
                <a:lnTo>
                  <a:pt x="223" y="388"/>
                </a:lnTo>
                <a:lnTo>
                  <a:pt x="223" y="389"/>
                </a:lnTo>
                <a:lnTo>
                  <a:pt x="224" y="389"/>
                </a:lnTo>
                <a:lnTo>
                  <a:pt x="227" y="389"/>
                </a:lnTo>
                <a:lnTo>
                  <a:pt x="229" y="389"/>
                </a:lnTo>
                <a:lnTo>
                  <a:pt x="230" y="389"/>
                </a:lnTo>
                <a:lnTo>
                  <a:pt x="231" y="390"/>
                </a:lnTo>
                <a:lnTo>
                  <a:pt x="231" y="391"/>
                </a:lnTo>
                <a:lnTo>
                  <a:pt x="231" y="392"/>
                </a:lnTo>
                <a:lnTo>
                  <a:pt x="231" y="393"/>
                </a:lnTo>
                <a:lnTo>
                  <a:pt x="230" y="394"/>
                </a:lnTo>
                <a:lnTo>
                  <a:pt x="229" y="394"/>
                </a:lnTo>
                <a:lnTo>
                  <a:pt x="228" y="395"/>
                </a:lnTo>
                <a:lnTo>
                  <a:pt x="229" y="396"/>
                </a:lnTo>
                <a:lnTo>
                  <a:pt x="229" y="398"/>
                </a:lnTo>
                <a:lnTo>
                  <a:pt x="228" y="398"/>
                </a:lnTo>
                <a:lnTo>
                  <a:pt x="227" y="398"/>
                </a:lnTo>
                <a:lnTo>
                  <a:pt x="226" y="397"/>
                </a:lnTo>
                <a:lnTo>
                  <a:pt x="225" y="397"/>
                </a:lnTo>
                <a:lnTo>
                  <a:pt x="224" y="398"/>
                </a:lnTo>
                <a:lnTo>
                  <a:pt x="224" y="399"/>
                </a:lnTo>
                <a:lnTo>
                  <a:pt x="224" y="400"/>
                </a:lnTo>
                <a:lnTo>
                  <a:pt x="225" y="400"/>
                </a:lnTo>
                <a:lnTo>
                  <a:pt x="226" y="401"/>
                </a:lnTo>
                <a:lnTo>
                  <a:pt x="226" y="402"/>
                </a:lnTo>
                <a:lnTo>
                  <a:pt x="223" y="402"/>
                </a:lnTo>
                <a:lnTo>
                  <a:pt x="221" y="400"/>
                </a:lnTo>
                <a:lnTo>
                  <a:pt x="221" y="399"/>
                </a:lnTo>
                <a:lnTo>
                  <a:pt x="221" y="398"/>
                </a:lnTo>
                <a:lnTo>
                  <a:pt x="222" y="397"/>
                </a:lnTo>
                <a:lnTo>
                  <a:pt x="222" y="396"/>
                </a:lnTo>
                <a:lnTo>
                  <a:pt x="220" y="394"/>
                </a:lnTo>
                <a:lnTo>
                  <a:pt x="219" y="394"/>
                </a:lnTo>
                <a:lnTo>
                  <a:pt x="218" y="394"/>
                </a:lnTo>
                <a:lnTo>
                  <a:pt x="217" y="394"/>
                </a:lnTo>
                <a:lnTo>
                  <a:pt x="216" y="394"/>
                </a:lnTo>
                <a:lnTo>
                  <a:pt x="215" y="395"/>
                </a:lnTo>
                <a:lnTo>
                  <a:pt x="214" y="395"/>
                </a:lnTo>
                <a:lnTo>
                  <a:pt x="212" y="395"/>
                </a:lnTo>
                <a:lnTo>
                  <a:pt x="210" y="396"/>
                </a:lnTo>
                <a:lnTo>
                  <a:pt x="206" y="398"/>
                </a:lnTo>
                <a:lnTo>
                  <a:pt x="206" y="399"/>
                </a:lnTo>
                <a:lnTo>
                  <a:pt x="205" y="399"/>
                </a:lnTo>
                <a:lnTo>
                  <a:pt x="205" y="400"/>
                </a:lnTo>
                <a:lnTo>
                  <a:pt x="206" y="401"/>
                </a:lnTo>
                <a:lnTo>
                  <a:pt x="206" y="402"/>
                </a:lnTo>
                <a:lnTo>
                  <a:pt x="205" y="402"/>
                </a:lnTo>
                <a:lnTo>
                  <a:pt x="205" y="403"/>
                </a:lnTo>
                <a:lnTo>
                  <a:pt x="205" y="404"/>
                </a:lnTo>
                <a:lnTo>
                  <a:pt x="206" y="404"/>
                </a:lnTo>
                <a:lnTo>
                  <a:pt x="207" y="404"/>
                </a:lnTo>
                <a:lnTo>
                  <a:pt x="208" y="407"/>
                </a:lnTo>
                <a:lnTo>
                  <a:pt x="208" y="408"/>
                </a:lnTo>
                <a:lnTo>
                  <a:pt x="207" y="408"/>
                </a:lnTo>
                <a:lnTo>
                  <a:pt x="206" y="407"/>
                </a:lnTo>
                <a:lnTo>
                  <a:pt x="206" y="406"/>
                </a:lnTo>
                <a:lnTo>
                  <a:pt x="205" y="406"/>
                </a:lnTo>
                <a:lnTo>
                  <a:pt x="204" y="407"/>
                </a:lnTo>
                <a:lnTo>
                  <a:pt x="203" y="407"/>
                </a:lnTo>
                <a:lnTo>
                  <a:pt x="201" y="406"/>
                </a:lnTo>
                <a:lnTo>
                  <a:pt x="200" y="406"/>
                </a:lnTo>
                <a:lnTo>
                  <a:pt x="199" y="407"/>
                </a:lnTo>
                <a:lnTo>
                  <a:pt x="200" y="408"/>
                </a:lnTo>
                <a:lnTo>
                  <a:pt x="200" y="409"/>
                </a:lnTo>
                <a:lnTo>
                  <a:pt x="199" y="409"/>
                </a:lnTo>
                <a:lnTo>
                  <a:pt x="198" y="409"/>
                </a:lnTo>
                <a:lnTo>
                  <a:pt x="199" y="410"/>
                </a:lnTo>
                <a:lnTo>
                  <a:pt x="198" y="410"/>
                </a:lnTo>
                <a:lnTo>
                  <a:pt x="195" y="408"/>
                </a:lnTo>
                <a:lnTo>
                  <a:pt x="196" y="407"/>
                </a:lnTo>
                <a:lnTo>
                  <a:pt x="197" y="407"/>
                </a:lnTo>
                <a:lnTo>
                  <a:pt x="197" y="406"/>
                </a:lnTo>
                <a:lnTo>
                  <a:pt x="197" y="405"/>
                </a:lnTo>
                <a:lnTo>
                  <a:pt x="197" y="404"/>
                </a:lnTo>
                <a:lnTo>
                  <a:pt x="197" y="403"/>
                </a:lnTo>
                <a:lnTo>
                  <a:pt x="198" y="403"/>
                </a:lnTo>
                <a:lnTo>
                  <a:pt x="198" y="402"/>
                </a:lnTo>
                <a:lnTo>
                  <a:pt x="199" y="401"/>
                </a:lnTo>
                <a:lnTo>
                  <a:pt x="198" y="401"/>
                </a:lnTo>
                <a:lnTo>
                  <a:pt x="197" y="401"/>
                </a:lnTo>
                <a:lnTo>
                  <a:pt x="195" y="400"/>
                </a:lnTo>
                <a:lnTo>
                  <a:pt x="195" y="399"/>
                </a:lnTo>
                <a:lnTo>
                  <a:pt x="194" y="399"/>
                </a:lnTo>
                <a:lnTo>
                  <a:pt x="193" y="399"/>
                </a:lnTo>
                <a:lnTo>
                  <a:pt x="192" y="399"/>
                </a:lnTo>
                <a:lnTo>
                  <a:pt x="192" y="398"/>
                </a:lnTo>
                <a:lnTo>
                  <a:pt x="193" y="398"/>
                </a:lnTo>
                <a:lnTo>
                  <a:pt x="193" y="397"/>
                </a:lnTo>
                <a:lnTo>
                  <a:pt x="194" y="397"/>
                </a:lnTo>
                <a:lnTo>
                  <a:pt x="195" y="397"/>
                </a:lnTo>
                <a:lnTo>
                  <a:pt x="195" y="396"/>
                </a:lnTo>
                <a:lnTo>
                  <a:pt x="196" y="396"/>
                </a:lnTo>
                <a:lnTo>
                  <a:pt x="196" y="395"/>
                </a:lnTo>
                <a:lnTo>
                  <a:pt x="197" y="395"/>
                </a:lnTo>
                <a:lnTo>
                  <a:pt x="198" y="394"/>
                </a:lnTo>
                <a:lnTo>
                  <a:pt x="198" y="393"/>
                </a:lnTo>
                <a:lnTo>
                  <a:pt x="197" y="392"/>
                </a:lnTo>
                <a:lnTo>
                  <a:pt x="197" y="391"/>
                </a:lnTo>
                <a:lnTo>
                  <a:pt x="196" y="391"/>
                </a:lnTo>
                <a:lnTo>
                  <a:pt x="196" y="392"/>
                </a:lnTo>
                <a:lnTo>
                  <a:pt x="196" y="393"/>
                </a:lnTo>
                <a:lnTo>
                  <a:pt x="196" y="394"/>
                </a:lnTo>
                <a:lnTo>
                  <a:pt x="196" y="395"/>
                </a:lnTo>
                <a:lnTo>
                  <a:pt x="195" y="395"/>
                </a:lnTo>
                <a:lnTo>
                  <a:pt x="194" y="395"/>
                </a:lnTo>
                <a:lnTo>
                  <a:pt x="193" y="396"/>
                </a:lnTo>
                <a:lnTo>
                  <a:pt x="192" y="396"/>
                </a:lnTo>
                <a:lnTo>
                  <a:pt x="190" y="397"/>
                </a:lnTo>
                <a:lnTo>
                  <a:pt x="190" y="398"/>
                </a:lnTo>
                <a:lnTo>
                  <a:pt x="191" y="398"/>
                </a:lnTo>
                <a:lnTo>
                  <a:pt x="191" y="399"/>
                </a:lnTo>
                <a:lnTo>
                  <a:pt x="191" y="401"/>
                </a:lnTo>
                <a:lnTo>
                  <a:pt x="191" y="402"/>
                </a:lnTo>
                <a:lnTo>
                  <a:pt x="191" y="401"/>
                </a:lnTo>
                <a:lnTo>
                  <a:pt x="190" y="401"/>
                </a:lnTo>
                <a:lnTo>
                  <a:pt x="190" y="400"/>
                </a:lnTo>
                <a:lnTo>
                  <a:pt x="189" y="399"/>
                </a:lnTo>
                <a:lnTo>
                  <a:pt x="188" y="399"/>
                </a:lnTo>
                <a:lnTo>
                  <a:pt x="188" y="398"/>
                </a:lnTo>
                <a:lnTo>
                  <a:pt x="186" y="399"/>
                </a:lnTo>
                <a:lnTo>
                  <a:pt x="185" y="399"/>
                </a:lnTo>
                <a:lnTo>
                  <a:pt x="185" y="400"/>
                </a:lnTo>
                <a:lnTo>
                  <a:pt x="185" y="401"/>
                </a:lnTo>
                <a:lnTo>
                  <a:pt x="184" y="401"/>
                </a:lnTo>
                <a:lnTo>
                  <a:pt x="183" y="401"/>
                </a:lnTo>
                <a:lnTo>
                  <a:pt x="183" y="402"/>
                </a:lnTo>
                <a:lnTo>
                  <a:pt x="182" y="403"/>
                </a:lnTo>
                <a:lnTo>
                  <a:pt x="182" y="404"/>
                </a:lnTo>
                <a:lnTo>
                  <a:pt x="182" y="405"/>
                </a:lnTo>
                <a:lnTo>
                  <a:pt x="181" y="405"/>
                </a:lnTo>
                <a:lnTo>
                  <a:pt x="180" y="405"/>
                </a:lnTo>
                <a:lnTo>
                  <a:pt x="179" y="405"/>
                </a:lnTo>
                <a:lnTo>
                  <a:pt x="178" y="403"/>
                </a:lnTo>
                <a:lnTo>
                  <a:pt x="178" y="401"/>
                </a:lnTo>
                <a:lnTo>
                  <a:pt x="180" y="401"/>
                </a:lnTo>
                <a:lnTo>
                  <a:pt x="181" y="400"/>
                </a:lnTo>
                <a:lnTo>
                  <a:pt x="181" y="399"/>
                </a:lnTo>
                <a:lnTo>
                  <a:pt x="182" y="399"/>
                </a:lnTo>
                <a:lnTo>
                  <a:pt x="182" y="398"/>
                </a:lnTo>
                <a:lnTo>
                  <a:pt x="181" y="398"/>
                </a:lnTo>
                <a:lnTo>
                  <a:pt x="180" y="398"/>
                </a:lnTo>
                <a:lnTo>
                  <a:pt x="180" y="397"/>
                </a:lnTo>
                <a:lnTo>
                  <a:pt x="181" y="397"/>
                </a:lnTo>
                <a:lnTo>
                  <a:pt x="182" y="396"/>
                </a:lnTo>
                <a:lnTo>
                  <a:pt x="183" y="396"/>
                </a:lnTo>
                <a:lnTo>
                  <a:pt x="183" y="395"/>
                </a:lnTo>
                <a:lnTo>
                  <a:pt x="182" y="393"/>
                </a:lnTo>
                <a:lnTo>
                  <a:pt x="182" y="392"/>
                </a:lnTo>
                <a:lnTo>
                  <a:pt x="181" y="392"/>
                </a:lnTo>
                <a:lnTo>
                  <a:pt x="180" y="390"/>
                </a:lnTo>
                <a:lnTo>
                  <a:pt x="178" y="389"/>
                </a:lnTo>
                <a:lnTo>
                  <a:pt x="177" y="388"/>
                </a:lnTo>
                <a:lnTo>
                  <a:pt x="176" y="388"/>
                </a:lnTo>
                <a:lnTo>
                  <a:pt x="175" y="387"/>
                </a:lnTo>
                <a:lnTo>
                  <a:pt x="173" y="387"/>
                </a:lnTo>
                <a:lnTo>
                  <a:pt x="171" y="386"/>
                </a:lnTo>
                <a:lnTo>
                  <a:pt x="168" y="386"/>
                </a:lnTo>
                <a:lnTo>
                  <a:pt x="163" y="386"/>
                </a:lnTo>
                <a:lnTo>
                  <a:pt x="160" y="386"/>
                </a:lnTo>
                <a:lnTo>
                  <a:pt x="158" y="386"/>
                </a:lnTo>
                <a:lnTo>
                  <a:pt x="156" y="386"/>
                </a:lnTo>
                <a:lnTo>
                  <a:pt x="155" y="386"/>
                </a:lnTo>
                <a:lnTo>
                  <a:pt x="154" y="386"/>
                </a:lnTo>
                <a:lnTo>
                  <a:pt x="153" y="386"/>
                </a:lnTo>
                <a:lnTo>
                  <a:pt x="152" y="386"/>
                </a:lnTo>
                <a:lnTo>
                  <a:pt x="152" y="385"/>
                </a:lnTo>
                <a:lnTo>
                  <a:pt x="150" y="384"/>
                </a:lnTo>
                <a:lnTo>
                  <a:pt x="147" y="384"/>
                </a:lnTo>
                <a:lnTo>
                  <a:pt x="145" y="384"/>
                </a:lnTo>
                <a:lnTo>
                  <a:pt x="143" y="384"/>
                </a:lnTo>
                <a:lnTo>
                  <a:pt x="142" y="384"/>
                </a:lnTo>
                <a:lnTo>
                  <a:pt x="141" y="384"/>
                </a:lnTo>
                <a:lnTo>
                  <a:pt x="137" y="385"/>
                </a:lnTo>
                <a:lnTo>
                  <a:pt x="136" y="385"/>
                </a:lnTo>
                <a:lnTo>
                  <a:pt x="134" y="385"/>
                </a:lnTo>
                <a:lnTo>
                  <a:pt x="133" y="386"/>
                </a:lnTo>
                <a:lnTo>
                  <a:pt x="132" y="386"/>
                </a:lnTo>
                <a:lnTo>
                  <a:pt x="131" y="385"/>
                </a:lnTo>
                <a:lnTo>
                  <a:pt x="130" y="385"/>
                </a:lnTo>
                <a:lnTo>
                  <a:pt x="128" y="385"/>
                </a:lnTo>
                <a:lnTo>
                  <a:pt x="127" y="385"/>
                </a:lnTo>
                <a:lnTo>
                  <a:pt x="126" y="386"/>
                </a:lnTo>
                <a:lnTo>
                  <a:pt x="124" y="387"/>
                </a:lnTo>
                <a:lnTo>
                  <a:pt x="123" y="387"/>
                </a:lnTo>
                <a:lnTo>
                  <a:pt x="123" y="388"/>
                </a:lnTo>
                <a:lnTo>
                  <a:pt x="122" y="388"/>
                </a:lnTo>
                <a:lnTo>
                  <a:pt x="122" y="389"/>
                </a:lnTo>
                <a:lnTo>
                  <a:pt x="120" y="389"/>
                </a:lnTo>
                <a:lnTo>
                  <a:pt x="119" y="389"/>
                </a:lnTo>
                <a:lnTo>
                  <a:pt x="118" y="389"/>
                </a:lnTo>
                <a:lnTo>
                  <a:pt x="116" y="388"/>
                </a:lnTo>
                <a:lnTo>
                  <a:pt x="116" y="387"/>
                </a:lnTo>
                <a:lnTo>
                  <a:pt x="115" y="387"/>
                </a:lnTo>
                <a:lnTo>
                  <a:pt x="114" y="387"/>
                </a:lnTo>
                <a:lnTo>
                  <a:pt x="113" y="386"/>
                </a:lnTo>
                <a:lnTo>
                  <a:pt x="111" y="383"/>
                </a:lnTo>
                <a:lnTo>
                  <a:pt x="112" y="383"/>
                </a:lnTo>
                <a:lnTo>
                  <a:pt x="113" y="383"/>
                </a:lnTo>
                <a:lnTo>
                  <a:pt x="113" y="381"/>
                </a:lnTo>
                <a:lnTo>
                  <a:pt x="112" y="380"/>
                </a:lnTo>
                <a:lnTo>
                  <a:pt x="111" y="379"/>
                </a:lnTo>
                <a:lnTo>
                  <a:pt x="110" y="378"/>
                </a:lnTo>
                <a:lnTo>
                  <a:pt x="109" y="378"/>
                </a:lnTo>
                <a:lnTo>
                  <a:pt x="107" y="377"/>
                </a:lnTo>
                <a:lnTo>
                  <a:pt x="106" y="376"/>
                </a:lnTo>
                <a:lnTo>
                  <a:pt x="105" y="375"/>
                </a:lnTo>
                <a:lnTo>
                  <a:pt x="104" y="374"/>
                </a:lnTo>
                <a:lnTo>
                  <a:pt x="103" y="374"/>
                </a:lnTo>
                <a:lnTo>
                  <a:pt x="102" y="374"/>
                </a:lnTo>
                <a:lnTo>
                  <a:pt x="101" y="373"/>
                </a:lnTo>
                <a:lnTo>
                  <a:pt x="99" y="373"/>
                </a:lnTo>
                <a:lnTo>
                  <a:pt x="96" y="373"/>
                </a:lnTo>
                <a:lnTo>
                  <a:pt x="94" y="373"/>
                </a:lnTo>
                <a:lnTo>
                  <a:pt x="92" y="373"/>
                </a:lnTo>
                <a:lnTo>
                  <a:pt x="90" y="374"/>
                </a:lnTo>
                <a:lnTo>
                  <a:pt x="86" y="375"/>
                </a:lnTo>
                <a:lnTo>
                  <a:pt x="85" y="375"/>
                </a:lnTo>
                <a:lnTo>
                  <a:pt x="81" y="376"/>
                </a:lnTo>
                <a:lnTo>
                  <a:pt x="80" y="376"/>
                </a:lnTo>
                <a:lnTo>
                  <a:pt x="81" y="375"/>
                </a:lnTo>
                <a:lnTo>
                  <a:pt x="80" y="374"/>
                </a:lnTo>
                <a:lnTo>
                  <a:pt x="80" y="373"/>
                </a:lnTo>
                <a:lnTo>
                  <a:pt x="79" y="373"/>
                </a:lnTo>
                <a:lnTo>
                  <a:pt x="78" y="372"/>
                </a:lnTo>
                <a:lnTo>
                  <a:pt x="77" y="372"/>
                </a:lnTo>
                <a:lnTo>
                  <a:pt x="76" y="371"/>
                </a:lnTo>
                <a:lnTo>
                  <a:pt x="76" y="370"/>
                </a:lnTo>
                <a:lnTo>
                  <a:pt x="75" y="369"/>
                </a:lnTo>
                <a:lnTo>
                  <a:pt x="75" y="368"/>
                </a:lnTo>
                <a:lnTo>
                  <a:pt x="74" y="367"/>
                </a:lnTo>
                <a:lnTo>
                  <a:pt x="73" y="367"/>
                </a:lnTo>
                <a:lnTo>
                  <a:pt x="72" y="367"/>
                </a:lnTo>
                <a:lnTo>
                  <a:pt x="71" y="366"/>
                </a:lnTo>
                <a:lnTo>
                  <a:pt x="70" y="366"/>
                </a:lnTo>
                <a:lnTo>
                  <a:pt x="69" y="366"/>
                </a:lnTo>
                <a:lnTo>
                  <a:pt x="68" y="365"/>
                </a:lnTo>
                <a:lnTo>
                  <a:pt x="66" y="365"/>
                </a:lnTo>
                <a:lnTo>
                  <a:pt x="64" y="365"/>
                </a:lnTo>
                <a:lnTo>
                  <a:pt x="63" y="365"/>
                </a:lnTo>
                <a:lnTo>
                  <a:pt x="62" y="364"/>
                </a:lnTo>
                <a:lnTo>
                  <a:pt x="61" y="364"/>
                </a:lnTo>
                <a:lnTo>
                  <a:pt x="60" y="364"/>
                </a:lnTo>
                <a:lnTo>
                  <a:pt x="59" y="364"/>
                </a:lnTo>
                <a:lnTo>
                  <a:pt x="58" y="364"/>
                </a:lnTo>
                <a:lnTo>
                  <a:pt x="56" y="363"/>
                </a:lnTo>
                <a:lnTo>
                  <a:pt x="55" y="363"/>
                </a:lnTo>
                <a:lnTo>
                  <a:pt x="55" y="362"/>
                </a:lnTo>
                <a:lnTo>
                  <a:pt x="55" y="361"/>
                </a:lnTo>
                <a:lnTo>
                  <a:pt x="54" y="362"/>
                </a:lnTo>
                <a:lnTo>
                  <a:pt x="53" y="362"/>
                </a:lnTo>
                <a:lnTo>
                  <a:pt x="53" y="361"/>
                </a:lnTo>
                <a:lnTo>
                  <a:pt x="53" y="360"/>
                </a:lnTo>
                <a:lnTo>
                  <a:pt x="52" y="360"/>
                </a:lnTo>
                <a:lnTo>
                  <a:pt x="52" y="359"/>
                </a:lnTo>
                <a:lnTo>
                  <a:pt x="51" y="359"/>
                </a:lnTo>
                <a:lnTo>
                  <a:pt x="51" y="358"/>
                </a:lnTo>
                <a:lnTo>
                  <a:pt x="49" y="357"/>
                </a:lnTo>
                <a:lnTo>
                  <a:pt x="47" y="356"/>
                </a:lnTo>
                <a:lnTo>
                  <a:pt x="45" y="355"/>
                </a:lnTo>
                <a:lnTo>
                  <a:pt x="45" y="354"/>
                </a:lnTo>
                <a:lnTo>
                  <a:pt x="40" y="353"/>
                </a:lnTo>
                <a:lnTo>
                  <a:pt x="35" y="352"/>
                </a:lnTo>
                <a:lnTo>
                  <a:pt x="33" y="352"/>
                </a:lnTo>
                <a:lnTo>
                  <a:pt x="30" y="351"/>
                </a:lnTo>
                <a:lnTo>
                  <a:pt x="24" y="351"/>
                </a:lnTo>
                <a:lnTo>
                  <a:pt x="23" y="351"/>
                </a:lnTo>
                <a:lnTo>
                  <a:pt x="22" y="351"/>
                </a:lnTo>
                <a:lnTo>
                  <a:pt x="21" y="350"/>
                </a:lnTo>
                <a:lnTo>
                  <a:pt x="20" y="350"/>
                </a:lnTo>
                <a:lnTo>
                  <a:pt x="19" y="349"/>
                </a:lnTo>
                <a:lnTo>
                  <a:pt x="18" y="347"/>
                </a:lnTo>
                <a:lnTo>
                  <a:pt x="18" y="346"/>
                </a:lnTo>
                <a:lnTo>
                  <a:pt x="18" y="345"/>
                </a:lnTo>
                <a:lnTo>
                  <a:pt x="17" y="345"/>
                </a:lnTo>
                <a:lnTo>
                  <a:pt x="17" y="343"/>
                </a:lnTo>
                <a:lnTo>
                  <a:pt x="16" y="341"/>
                </a:lnTo>
                <a:lnTo>
                  <a:pt x="16" y="340"/>
                </a:lnTo>
                <a:lnTo>
                  <a:pt x="16" y="338"/>
                </a:lnTo>
                <a:lnTo>
                  <a:pt x="16" y="336"/>
                </a:lnTo>
                <a:lnTo>
                  <a:pt x="17" y="336"/>
                </a:lnTo>
                <a:lnTo>
                  <a:pt x="17" y="335"/>
                </a:lnTo>
                <a:lnTo>
                  <a:pt x="17" y="334"/>
                </a:lnTo>
                <a:lnTo>
                  <a:pt x="18" y="334"/>
                </a:lnTo>
                <a:lnTo>
                  <a:pt x="19" y="332"/>
                </a:lnTo>
                <a:lnTo>
                  <a:pt x="19" y="331"/>
                </a:lnTo>
                <a:lnTo>
                  <a:pt x="20" y="328"/>
                </a:lnTo>
                <a:lnTo>
                  <a:pt x="20" y="326"/>
                </a:lnTo>
                <a:lnTo>
                  <a:pt x="20" y="325"/>
                </a:lnTo>
                <a:lnTo>
                  <a:pt x="20" y="323"/>
                </a:lnTo>
                <a:lnTo>
                  <a:pt x="20" y="322"/>
                </a:lnTo>
                <a:lnTo>
                  <a:pt x="20" y="321"/>
                </a:lnTo>
                <a:lnTo>
                  <a:pt x="20" y="320"/>
                </a:lnTo>
                <a:lnTo>
                  <a:pt x="20" y="318"/>
                </a:lnTo>
                <a:lnTo>
                  <a:pt x="20" y="317"/>
                </a:lnTo>
                <a:lnTo>
                  <a:pt x="20" y="315"/>
                </a:lnTo>
                <a:lnTo>
                  <a:pt x="19" y="314"/>
                </a:lnTo>
                <a:lnTo>
                  <a:pt x="18" y="314"/>
                </a:lnTo>
                <a:lnTo>
                  <a:pt x="19" y="313"/>
                </a:lnTo>
                <a:lnTo>
                  <a:pt x="19" y="311"/>
                </a:lnTo>
                <a:lnTo>
                  <a:pt x="19" y="310"/>
                </a:lnTo>
                <a:lnTo>
                  <a:pt x="19" y="309"/>
                </a:lnTo>
                <a:lnTo>
                  <a:pt x="19" y="308"/>
                </a:lnTo>
                <a:lnTo>
                  <a:pt x="19" y="307"/>
                </a:lnTo>
                <a:lnTo>
                  <a:pt x="19" y="306"/>
                </a:lnTo>
                <a:lnTo>
                  <a:pt x="18" y="305"/>
                </a:lnTo>
                <a:lnTo>
                  <a:pt x="19" y="304"/>
                </a:lnTo>
                <a:lnTo>
                  <a:pt x="18" y="303"/>
                </a:lnTo>
                <a:lnTo>
                  <a:pt x="17" y="301"/>
                </a:lnTo>
                <a:lnTo>
                  <a:pt x="17" y="300"/>
                </a:lnTo>
                <a:lnTo>
                  <a:pt x="16" y="300"/>
                </a:lnTo>
                <a:lnTo>
                  <a:pt x="14" y="295"/>
                </a:lnTo>
                <a:lnTo>
                  <a:pt x="14" y="293"/>
                </a:lnTo>
                <a:lnTo>
                  <a:pt x="13" y="293"/>
                </a:lnTo>
                <a:lnTo>
                  <a:pt x="13" y="292"/>
                </a:lnTo>
                <a:lnTo>
                  <a:pt x="12" y="291"/>
                </a:lnTo>
                <a:lnTo>
                  <a:pt x="11" y="289"/>
                </a:lnTo>
                <a:lnTo>
                  <a:pt x="10" y="288"/>
                </a:lnTo>
                <a:lnTo>
                  <a:pt x="9" y="288"/>
                </a:lnTo>
                <a:lnTo>
                  <a:pt x="7" y="287"/>
                </a:lnTo>
                <a:lnTo>
                  <a:pt x="5" y="286"/>
                </a:lnTo>
                <a:lnTo>
                  <a:pt x="4" y="286"/>
                </a:lnTo>
                <a:lnTo>
                  <a:pt x="3" y="283"/>
                </a:lnTo>
                <a:lnTo>
                  <a:pt x="4" y="282"/>
                </a:lnTo>
                <a:lnTo>
                  <a:pt x="4" y="281"/>
                </a:lnTo>
                <a:lnTo>
                  <a:pt x="4" y="280"/>
                </a:lnTo>
                <a:lnTo>
                  <a:pt x="5" y="279"/>
                </a:lnTo>
                <a:lnTo>
                  <a:pt x="6" y="279"/>
                </a:lnTo>
                <a:lnTo>
                  <a:pt x="7" y="279"/>
                </a:lnTo>
                <a:lnTo>
                  <a:pt x="6" y="278"/>
                </a:lnTo>
                <a:lnTo>
                  <a:pt x="5" y="278"/>
                </a:lnTo>
                <a:lnTo>
                  <a:pt x="5" y="277"/>
                </a:lnTo>
                <a:lnTo>
                  <a:pt x="7" y="276"/>
                </a:lnTo>
                <a:lnTo>
                  <a:pt x="8" y="273"/>
                </a:lnTo>
                <a:lnTo>
                  <a:pt x="9" y="272"/>
                </a:lnTo>
                <a:lnTo>
                  <a:pt x="9" y="271"/>
                </a:lnTo>
                <a:lnTo>
                  <a:pt x="9" y="269"/>
                </a:lnTo>
                <a:lnTo>
                  <a:pt x="9" y="268"/>
                </a:lnTo>
                <a:lnTo>
                  <a:pt x="10" y="265"/>
                </a:lnTo>
                <a:lnTo>
                  <a:pt x="10" y="264"/>
                </a:lnTo>
                <a:lnTo>
                  <a:pt x="9" y="263"/>
                </a:lnTo>
                <a:lnTo>
                  <a:pt x="9" y="262"/>
                </a:lnTo>
                <a:lnTo>
                  <a:pt x="8" y="260"/>
                </a:lnTo>
                <a:lnTo>
                  <a:pt x="7" y="259"/>
                </a:lnTo>
                <a:lnTo>
                  <a:pt x="7" y="258"/>
                </a:lnTo>
                <a:lnTo>
                  <a:pt x="7" y="257"/>
                </a:lnTo>
                <a:lnTo>
                  <a:pt x="7" y="258"/>
                </a:lnTo>
                <a:lnTo>
                  <a:pt x="7" y="257"/>
                </a:lnTo>
                <a:lnTo>
                  <a:pt x="7" y="256"/>
                </a:lnTo>
                <a:lnTo>
                  <a:pt x="7" y="255"/>
                </a:lnTo>
                <a:lnTo>
                  <a:pt x="7" y="254"/>
                </a:lnTo>
                <a:lnTo>
                  <a:pt x="7" y="252"/>
                </a:lnTo>
                <a:lnTo>
                  <a:pt x="6" y="251"/>
                </a:lnTo>
                <a:lnTo>
                  <a:pt x="6" y="249"/>
                </a:lnTo>
                <a:lnTo>
                  <a:pt x="6" y="248"/>
                </a:lnTo>
                <a:lnTo>
                  <a:pt x="5" y="247"/>
                </a:lnTo>
                <a:lnTo>
                  <a:pt x="4" y="244"/>
                </a:lnTo>
                <a:lnTo>
                  <a:pt x="4" y="242"/>
                </a:lnTo>
                <a:lnTo>
                  <a:pt x="4" y="241"/>
                </a:lnTo>
                <a:lnTo>
                  <a:pt x="3" y="238"/>
                </a:lnTo>
                <a:lnTo>
                  <a:pt x="2" y="237"/>
                </a:lnTo>
                <a:lnTo>
                  <a:pt x="2" y="236"/>
                </a:lnTo>
                <a:lnTo>
                  <a:pt x="2" y="235"/>
                </a:lnTo>
                <a:lnTo>
                  <a:pt x="1" y="234"/>
                </a:lnTo>
                <a:lnTo>
                  <a:pt x="1" y="233"/>
                </a:lnTo>
                <a:lnTo>
                  <a:pt x="0" y="233"/>
                </a:lnTo>
                <a:lnTo>
                  <a:pt x="0" y="232"/>
                </a:lnTo>
                <a:lnTo>
                  <a:pt x="0" y="231"/>
                </a:lnTo>
                <a:lnTo>
                  <a:pt x="0" y="230"/>
                </a:lnTo>
                <a:lnTo>
                  <a:pt x="1" y="230"/>
                </a:lnTo>
                <a:lnTo>
                  <a:pt x="2" y="229"/>
                </a:lnTo>
                <a:lnTo>
                  <a:pt x="3" y="229"/>
                </a:lnTo>
                <a:lnTo>
                  <a:pt x="4" y="228"/>
                </a:lnTo>
                <a:lnTo>
                  <a:pt x="7" y="226"/>
                </a:lnTo>
                <a:lnTo>
                  <a:pt x="8" y="223"/>
                </a:lnTo>
                <a:lnTo>
                  <a:pt x="9" y="222"/>
                </a:lnTo>
                <a:lnTo>
                  <a:pt x="9" y="221"/>
                </a:lnTo>
                <a:lnTo>
                  <a:pt x="10" y="220"/>
                </a:lnTo>
                <a:lnTo>
                  <a:pt x="10" y="219"/>
                </a:lnTo>
                <a:lnTo>
                  <a:pt x="11" y="219"/>
                </a:lnTo>
                <a:lnTo>
                  <a:pt x="10" y="218"/>
                </a:lnTo>
                <a:lnTo>
                  <a:pt x="11" y="218"/>
                </a:lnTo>
                <a:lnTo>
                  <a:pt x="12" y="217"/>
                </a:lnTo>
                <a:lnTo>
                  <a:pt x="12" y="215"/>
                </a:lnTo>
                <a:lnTo>
                  <a:pt x="11" y="215"/>
                </a:lnTo>
                <a:lnTo>
                  <a:pt x="11" y="213"/>
                </a:lnTo>
                <a:lnTo>
                  <a:pt x="11" y="212"/>
                </a:lnTo>
                <a:lnTo>
                  <a:pt x="10" y="211"/>
                </a:lnTo>
                <a:lnTo>
                  <a:pt x="9" y="210"/>
                </a:lnTo>
                <a:lnTo>
                  <a:pt x="8" y="209"/>
                </a:lnTo>
                <a:lnTo>
                  <a:pt x="7" y="208"/>
                </a:lnTo>
                <a:lnTo>
                  <a:pt x="5" y="208"/>
                </a:lnTo>
                <a:lnTo>
                  <a:pt x="3" y="207"/>
                </a:lnTo>
                <a:lnTo>
                  <a:pt x="2" y="207"/>
                </a:lnTo>
                <a:lnTo>
                  <a:pt x="2" y="206"/>
                </a:lnTo>
                <a:lnTo>
                  <a:pt x="2" y="205"/>
                </a:lnTo>
                <a:lnTo>
                  <a:pt x="3" y="204"/>
                </a:lnTo>
                <a:lnTo>
                  <a:pt x="3" y="203"/>
                </a:lnTo>
                <a:lnTo>
                  <a:pt x="3" y="202"/>
                </a:lnTo>
                <a:lnTo>
                  <a:pt x="2" y="200"/>
                </a:lnTo>
                <a:lnTo>
                  <a:pt x="2" y="199"/>
                </a:lnTo>
                <a:lnTo>
                  <a:pt x="3" y="198"/>
                </a:lnTo>
                <a:lnTo>
                  <a:pt x="3" y="194"/>
                </a:lnTo>
                <a:lnTo>
                  <a:pt x="2" y="193"/>
                </a:lnTo>
                <a:lnTo>
                  <a:pt x="3" y="192"/>
                </a:lnTo>
                <a:lnTo>
                  <a:pt x="3" y="191"/>
                </a:lnTo>
                <a:lnTo>
                  <a:pt x="4" y="191"/>
                </a:lnTo>
                <a:lnTo>
                  <a:pt x="5" y="192"/>
                </a:lnTo>
                <a:lnTo>
                  <a:pt x="6" y="192"/>
                </a:lnTo>
                <a:lnTo>
                  <a:pt x="8" y="193"/>
                </a:lnTo>
                <a:lnTo>
                  <a:pt x="9" y="193"/>
                </a:lnTo>
                <a:lnTo>
                  <a:pt x="9" y="192"/>
                </a:lnTo>
                <a:lnTo>
                  <a:pt x="8" y="192"/>
                </a:lnTo>
                <a:lnTo>
                  <a:pt x="8" y="191"/>
                </a:lnTo>
                <a:lnTo>
                  <a:pt x="7" y="191"/>
                </a:lnTo>
                <a:lnTo>
                  <a:pt x="7" y="190"/>
                </a:lnTo>
                <a:lnTo>
                  <a:pt x="6" y="190"/>
                </a:lnTo>
                <a:lnTo>
                  <a:pt x="6" y="189"/>
                </a:lnTo>
                <a:lnTo>
                  <a:pt x="5" y="189"/>
                </a:lnTo>
                <a:lnTo>
                  <a:pt x="4" y="189"/>
                </a:lnTo>
                <a:lnTo>
                  <a:pt x="5" y="188"/>
                </a:lnTo>
                <a:lnTo>
                  <a:pt x="6" y="188"/>
                </a:lnTo>
                <a:lnTo>
                  <a:pt x="6" y="187"/>
                </a:lnTo>
                <a:lnTo>
                  <a:pt x="7" y="187"/>
                </a:lnTo>
                <a:lnTo>
                  <a:pt x="7" y="188"/>
                </a:lnTo>
                <a:lnTo>
                  <a:pt x="7" y="189"/>
                </a:lnTo>
                <a:lnTo>
                  <a:pt x="8" y="189"/>
                </a:lnTo>
                <a:lnTo>
                  <a:pt x="9" y="190"/>
                </a:lnTo>
                <a:lnTo>
                  <a:pt x="9" y="191"/>
                </a:lnTo>
                <a:lnTo>
                  <a:pt x="10" y="191"/>
                </a:lnTo>
                <a:lnTo>
                  <a:pt x="10" y="190"/>
                </a:lnTo>
                <a:lnTo>
                  <a:pt x="9" y="190"/>
                </a:lnTo>
                <a:lnTo>
                  <a:pt x="8" y="188"/>
                </a:lnTo>
                <a:lnTo>
                  <a:pt x="8" y="187"/>
                </a:lnTo>
                <a:lnTo>
                  <a:pt x="8" y="186"/>
                </a:lnTo>
                <a:lnTo>
                  <a:pt x="9" y="186"/>
                </a:lnTo>
                <a:lnTo>
                  <a:pt x="10" y="186"/>
                </a:lnTo>
                <a:lnTo>
                  <a:pt x="11" y="187"/>
                </a:lnTo>
                <a:lnTo>
                  <a:pt x="11" y="188"/>
                </a:lnTo>
                <a:lnTo>
                  <a:pt x="12" y="189"/>
                </a:lnTo>
                <a:lnTo>
                  <a:pt x="13" y="189"/>
                </a:lnTo>
                <a:lnTo>
                  <a:pt x="13" y="188"/>
                </a:lnTo>
                <a:lnTo>
                  <a:pt x="12" y="187"/>
                </a:lnTo>
                <a:lnTo>
                  <a:pt x="11" y="185"/>
                </a:lnTo>
                <a:lnTo>
                  <a:pt x="10" y="184"/>
                </a:lnTo>
                <a:lnTo>
                  <a:pt x="9" y="183"/>
                </a:lnTo>
                <a:lnTo>
                  <a:pt x="8" y="182"/>
                </a:lnTo>
                <a:lnTo>
                  <a:pt x="7" y="181"/>
                </a:lnTo>
                <a:lnTo>
                  <a:pt x="8" y="181"/>
                </a:lnTo>
                <a:lnTo>
                  <a:pt x="9" y="180"/>
                </a:lnTo>
                <a:lnTo>
                  <a:pt x="9" y="179"/>
                </a:lnTo>
                <a:lnTo>
                  <a:pt x="10" y="179"/>
                </a:lnTo>
                <a:lnTo>
                  <a:pt x="11" y="178"/>
                </a:lnTo>
                <a:lnTo>
                  <a:pt x="11" y="177"/>
                </a:lnTo>
                <a:lnTo>
                  <a:pt x="11" y="176"/>
                </a:lnTo>
                <a:lnTo>
                  <a:pt x="11" y="175"/>
                </a:lnTo>
                <a:lnTo>
                  <a:pt x="12" y="175"/>
                </a:lnTo>
                <a:lnTo>
                  <a:pt x="13" y="175"/>
                </a:lnTo>
                <a:lnTo>
                  <a:pt x="17" y="176"/>
                </a:lnTo>
                <a:lnTo>
                  <a:pt x="18" y="175"/>
                </a:lnTo>
                <a:lnTo>
                  <a:pt x="19" y="175"/>
                </a:lnTo>
                <a:lnTo>
                  <a:pt x="20" y="175"/>
                </a:lnTo>
                <a:lnTo>
                  <a:pt x="22" y="174"/>
                </a:lnTo>
                <a:lnTo>
                  <a:pt x="23" y="174"/>
                </a:lnTo>
                <a:lnTo>
                  <a:pt x="25" y="173"/>
                </a:lnTo>
                <a:lnTo>
                  <a:pt x="26" y="173"/>
                </a:lnTo>
                <a:lnTo>
                  <a:pt x="26" y="172"/>
                </a:lnTo>
                <a:lnTo>
                  <a:pt x="28" y="171"/>
                </a:lnTo>
                <a:lnTo>
                  <a:pt x="29" y="171"/>
                </a:lnTo>
                <a:lnTo>
                  <a:pt x="29" y="170"/>
                </a:lnTo>
                <a:lnTo>
                  <a:pt x="33" y="167"/>
                </a:lnTo>
                <a:lnTo>
                  <a:pt x="33" y="166"/>
                </a:lnTo>
                <a:lnTo>
                  <a:pt x="35" y="165"/>
                </a:lnTo>
                <a:lnTo>
                  <a:pt x="35" y="164"/>
                </a:lnTo>
                <a:lnTo>
                  <a:pt x="36" y="164"/>
                </a:lnTo>
                <a:lnTo>
                  <a:pt x="36" y="163"/>
                </a:lnTo>
                <a:lnTo>
                  <a:pt x="37" y="162"/>
                </a:lnTo>
                <a:lnTo>
                  <a:pt x="39" y="161"/>
                </a:lnTo>
                <a:lnTo>
                  <a:pt x="40" y="160"/>
                </a:lnTo>
                <a:lnTo>
                  <a:pt x="41" y="160"/>
                </a:lnTo>
                <a:lnTo>
                  <a:pt x="42" y="160"/>
                </a:lnTo>
                <a:lnTo>
                  <a:pt x="43" y="159"/>
                </a:lnTo>
                <a:lnTo>
                  <a:pt x="44" y="159"/>
                </a:lnTo>
                <a:lnTo>
                  <a:pt x="47" y="158"/>
                </a:lnTo>
                <a:lnTo>
                  <a:pt x="48" y="157"/>
                </a:lnTo>
                <a:lnTo>
                  <a:pt x="50" y="156"/>
                </a:lnTo>
                <a:lnTo>
                  <a:pt x="51" y="155"/>
                </a:lnTo>
                <a:lnTo>
                  <a:pt x="53" y="154"/>
                </a:lnTo>
                <a:lnTo>
                  <a:pt x="55" y="151"/>
                </a:lnTo>
                <a:lnTo>
                  <a:pt x="57" y="149"/>
                </a:lnTo>
                <a:lnTo>
                  <a:pt x="60" y="147"/>
                </a:lnTo>
                <a:lnTo>
                  <a:pt x="61" y="147"/>
                </a:lnTo>
                <a:lnTo>
                  <a:pt x="61" y="146"/>
                </a:lnTo>
                <a:lnTo>
                  <a:pt x="62" y="146"/>
                </a:lnTo>
                <a:lnTo>
                  <a:pt x="63" y="146"/>
                </a:lnTo>
                <a:lnTo>
                  <a:pt x="64" y="146"/>
                </a:lnTo>
                <a:lnTo>
                  <a:pt x="65" y="146"/>
                </a:lnTo>
                <a:lnTo>
                  <a:pt x="64" y="146"/>
                </a:lnTo>
                <a:lnTo>
                  <a:pt x="62" y="145"/>
                </a:lnTo>
                <a:lnTo>
                  <a:pt x="62" y="146"/>
                </a:lnTo>
                <a:lnTo>
                  <a:pt x="61" y="146"/>
                </a:lnTo>
                <a:lnTo>
                  <a:pt x="63" y="144"/>
                </a:lnTo>
                <a:lnTo>
                  <a:pt x="64" y="143"/>
                </a:lnTo>
                <a:lnTo>
                  <a:pt x="66" y="142"/>
                </a:lnTo>
                <a:lnTo>
                  <a:pt x="67" y="141"/>
                </a:lnTo>
                <a:lnTo>
                  <a:pt x="69" y="139"/>
                </a:lnTo>
                <a:lnTo>
                  <a:pt x="71" y="137"/>
                </a:lnTo>
                <a:lnTo>
                  <a:pt x="72" y="136"/>
                </a:lnTo>
                <a:lnTo>
                  <a:pt x="72" y="135"/>
                </a:lnTo>
                <a:lnTo>
                  <a:pt x="72" y="134"/>
                </a:lnTo>
                <a:lnTo>
                  <a:pt x="74" y="131"/>
                </a:lnTo>
                <a:lnTo>
                  <a:pt x="75" y="131"/>
                </a:lnTo>
                <a:lnTo>
                  <a:pt x="76" y="130"/>
                </a:lnTo>
                <a:lnTo>
                  <a:pt x="79" y="129"/>
                </a:lnTo>
                <a:lnTo>
                  <a:pt x="80" y="129"/>
                </a:lnTo>
                <a:lnTo>
                  <a:pt x="80" y="128"/>
                </a:lnTo>
                <a:lnTo>
                  <a:pt x="83" y="128"/>
                </a:lnTo>
                <a:lnTo>
                  <a:pt x="84" y="128"/>
                </a:lnTo>
                <a:lnTo>
                  <a:pt x="84" y="127"/>
                </a:lnTo>
                <a:lnTo>
                  <a:pt x="86" y="127"/>
                </a:lnTo>
                <a:lnTo>
                  <a:pt x="88" y="126"/>
                </a:lnTo>
                <a:lnTo>
                  <a:pt x="90" y="125"/>
                </a:lnTo>
                <a:lnTo>
                  <a:pt x="91" y="124"/>
                </a:lnTo>
                <a:lnTo>
                  <a:pt x="93" y="123"/>
                </a:lnTo>
                <a:lnTo>
                  <a:pt x="94" y="123"/>
                </a:lnTo>
                <a:lnTo>
                  <a:pt x="95" y="122"/>
                </a:lnTo>
                <a:lnTo>
                  <a:pt x="97" y="121"/>
                </a:lnTo>
                <a:lnTo>
                  <a:pt x="100" y="119"/>
                </a:lnTo>
                <a:lnTo>
                  <a:pt x="102" y="118"/>
                </a:lnTo>
                <a:lnTo>
                  <a:pt x="103" y="118"/>
                </a:lnTo>
                <a:lnTo>
                  <a:pt x="104" y="118"/>
                </a:lnTo>
                <a:lnTo>
                  <a:pt x="105" y="118"/>
                </a:lnTo>
                <a:lnTo>
                  <a:pt x="108" y="115"/>
                </a:lnTo>
                <a:lnTo>
                  <a:pt x="109" y="114"/>
                </a:lnTo>
                <a:lnTo>
                  <a:pt x="110" y="113"/>
                </a:lnTo>
                <a:lnTo>
                  <a:pt x="111" y="113"/>
                </a:lnTo>
                <a:lnTo>
                  <a:pt x="111" y="112"/>
                </a:lnTo>
                <a:lnTo>
                  <a:pt x="113" y="110"/>
                </a:lnTo>
                <a:lnTo>
                  <a:pt x="114" y="109"/>
                </a:lnTo>
                <a:lnTo>
                  <a:pt x="113" y="108"/>
                </a:lnTo>
                <a:lnTo>
                  <a:pt x="114" y="107"/>
                </a:lnTo>
                <a:lnTo>
                  <a:pt x="114" y="105"/>
                </a:lnTo>
                <a:lnTo>
                  <a:pt x="114" y="103"/>
                </a:lnTo>
                <a:lnTo>
                  <a:pt x="113" y="103"/>
                </a:lnTo>
                <a:lnTo>
                  <a:pt x="113" y="102"/>
                </a:lnTo>
                <a:lnTo>
                  <a:pt x="114" y="102"/>
                </a:lnTo>
                <a:lnTo>
                  <a:pt x="115" y="103"/>
                </a:lnTo>
                <a:lnTo>
                  <a:pt x="116" y="104"/>
                </a:lnTo>
                <a:lnTo>
                  <a:pt x="116" y="103"/>
                </a:lnTo>
                <a:lnTo>
                  <a:pt x="117" y="103"/>
                </a:lnTo>
                <a:lnTo>
                  <a:pt x="117" y="102"/>
                </a:lnTo>
                <a:lnTo>
                  <a:pt x="118" y="102"/>
                </a:lnTo>
                <a:lnTo>
                  <a:pt x="119" y="101"/>
                </a:lnTo>
                <a:lnTo>
                  <a:pt x="120" y="101"/>
                </a:lnTo>
                <a:lnTo>
                  <a:pt x="120" y="102"/>
                </a:lnTo>
                <a:lnTo>
                  <a:pt x="124" y="101"/>
                </a:lnTo>
                <a:lnTo>
                  <a:pt x="126" y="101"/>
                </a:lnTo>
                <a:lnTo>
                  <a:pt x="128" y="102"/>
                </a:lnTo>
                <a:lnTo>
                  <a:pt x="129" y="102"/>
                </a:lnTo>
                <a:lnTo>
                  <a:pt x="129" y="103"/>
                </a:lnTo>
                <a:lnTo>
                  <a:pt x="129" y="104"/>
                </a:lnTo>
                <a:lnTo>
                  <a:pt x="130" y="104"/>
                </a:lnTo>
                <a:lnTo>
                  <a:pt x="130" y="105"/>
                </a:lnTo>
                <a:lnTo>
                  <a:pt x="130" y="104"/>
                </a:lnTo>
                <a:lnTo>
                  <a:pt x="131" y="105"/>
                </a:lnTo>
                <a:lnTo>
                  <a:pt x="131" y="106"/>
                </a:lnTo>
                <a:lnTo>
                  <a:pt x="130" y="106"/>
                </a:lnTo>
                <a:lnTo>
                  <a:pt x="132" y="107"/>
                </a:lnTo>
                <a:lnTo>
                  <a:pt x="132" y="105"/>
                </a:lnTo>
                <a:lnTo>
                  <a:pt x="132" y="103"/>
                </a:lnTo>
                <a:lnTo>
                  <a:pt x="132" y="102"/>
                </a:lnTo>
                <a:lnTo>
                  <a:pt x="131" y="101"/>
                </a:lnTo>
                <a:lnTo>
                  <a:pt x="130" y="100"/>
                </a:lnTo>
                <a:lnTo>
                  <a:pt x="129" y="100"/>
                </a:lnTo>
                <a:lnTo>
                  <a:pt x="128" y="98"/>
                </a:lnTo>
                <a:lnTo>
                  <a:pt x="127" y="99"/>
                </a:lnTo>
                <a:lnTo>
                  <a:pt x="125" y="98"/>
                </a:lnTo>
                <a:lnTo>
                  <a:pt x="125" y="97"/>
                </a:lnTo>
                <a:lnTo>
                  <a:pt x="125" y="96"/>
                </a:lnTo>
                <a:lnTo>
                  <a:pt x="126" y="96"/>
                </a:lnTo>
                <a:lnTo>
                  <a:pt x="129" y="94"/>
                </a:lnTo>
                <a:lnTo>
                  <a:pt x="130" y="94"/>
                </a:lnTo>
                <a:lnTo>
                  <a:pt x="130" y="95"/>
                </a:lnTo>
                <a:lnTo>
                  <a:pt x="131" y="95"/>
                </a:lnTo>
                <a:lnTo>
                  <a:pt x="131" y="96"/>
                </a:lnTo>
                <a:lnTo>
                  <a:pt x="132" y="96"/>
                </a:lnTo>
                <a:lnTo>
                  <a:pt x="132" y="95"/>
                </a:lnTo>
                <a:lnTo>
                  <a:pt x="131" y="94"/>
                </a:lnTo>
                <a:lnTo>
                  <a:pt x="131" y="93"/>
                </a:lnTo>
                <a:lnTo>
                  <a:pt x="132" y="93"/>
                </a:lnTo>
                <a:lnTo>
                  <a:pt x="131" y="92"/>
                </a:lnTo>
                <a:lnTo>
                  <a:pt x="131" y="91"/>
                </a:lnTo>
                <a:lnTo>
                  <a:pt x="132" y="90"/>
                </a:lnTo>
                <a:lnTo>
                  <a:pt x="133" y="90"/>
                </a:lnTo>
                <a:lnTo>
                  <a:pt x="134" y="90"/>
                </a:lnTo>
                <a:lnTo>
                  <a:pt x="135" y="89"/>
                </a:lnTo>
                <a:lnTo>
                  <a:pt x="134" y="89"/>
                </a:lnTo>
                <a:lnTo>
                  <a:pt x="133" y="89"/>
                </a:lnTo>
                <a:lnTo>
                  <a:pt x="132" y="89"/>
                </a:lnTo>
                <a:lnTo>
                  <a:pt x="131" y="89"/>
                </a:lnTo>
                <a:lnTo>
                  <a:pt x="130" y="89"/>
                </a:lnTo>
                <a:lnTo>
                  <a:pt x="129" y="89"/>
                </a:lnTo>
                <a:lnTo>
                  <a:pt x="128" y="89"/>
                </a:lnTo>
                <a:lnTo>
                  <a:pt x="128" y="88"/>
                </a:lnTo>
                <a:lnTo>
                  <a:pt x="128" y="87"/>
                </a:lnTo>
                <a:lnTo>
                  <a:pt x="127" y="87"/>
                </a:lnTo>
                <a:lnTo>
                  <a:pt x="126" y="88"/>
                </a:lnTo>
                <a:lnTo>
                  <a:pt x="125" y="88"/>
                </a:lnTo>
                <a:lnTo>
                  <a:pt x="125" y="89"/>
                </a:lnTo>
                <a:lnTo>
                  <a:pt x="124" y="90"/>
                </a:lnTo>
                <a:lnTo>
                  <a:pt x="124" y="91"/>
                </a:lnTo>
                <a:lnTo>
                  <a:pt x="124" y="92"/>
                </a:lnTo>
                <a:lnTo>
                  <a:pt x="124" y="93"/>
                </a:lnTo>
                <a:lnTo>
                  <a:pt x="124" y="94"/>
                </a:lnTo>
                <a:lnTo>
                  <a:pt x="123" y="93"/>
                </a:lnTo>
                <a:lnTo>
                  <a:pt x="123" y="92"/>
                </a:lnTo>
                <a:lnTo>
                  <a:pt x="123" y="91"/>
                </a:lnTo>
                <a:lnTo>
                  <a:pt x="122" y="91"/>
                </a:lnTo>
                <a:lnTo>
                  <a:pt x="121" y="92"/>
                </a:lnTo>
                <a:lnTo>
                  <a:pt x="121" y="93"/>
                </a:lnTo>
                <a:lnTo>
                  <a:pt x="121" y="94"/>
                </a:lnTo>
                <a:lnTo>
                  <a:pt x="120" y="94"/>
                </a:lnTo>
                <a:lnTo>
                  <a:pt x="119" y="93"/>
                </a:lnTo>
                <a:lnTo>
                  <a:pt x="118" y="94"/>
                </a:lnTo>
                <a:lnTo>
                  <a:pt x="116" y="94"/>
                </a:lnTo>
                <a:lnTo>
                  <a:pt x="116" y="95"/>
                </a:lnTo>
                <a:lnTo>
                  <a:pt x="117" y="95"/>
                </a:lnTo>
                <a:lnTo>
                  <a:pt x="117" y="96"/>
                </a:lnTo>
                <a:lnTo>
                  <a:pt x="116" y="97"/>
                </a:lnTo>
                <a:lnTo>
                  <a:pt x="114" y="97"/>
                </a:lnTo>
                <a:lnTo>
                  <a:pt x="114" y="98"/>
                </a:lnTo>
                <a:lnTo>
                  <a:pt x="114" y="99"/>
                </a:lnTo>
                <a:lnTo>
                  <a:pt x="114" y="100"/>
                </a:lnTo>
                <a:lnTo>
                  <a:pt x="114" y="101"/>
                </a:lnTo>
                <a:lnTo>
                  <a:pt x="113" y="101"/>
                </a:lnTo>
                <a:lnTo>
                  <a:pt x="112" y="101"/>
                </a:lnTo>
                <a:lnTo>
                  <a:pt x="110" y="100"/>
                </a:lnTo>
                <a:lnTo>
                  <a:pt x="109" y="100"/>
                </a:lnTo>
                <a:lnTo>
                  <a:pt x="108" y="100"/>
                </a:lnTo>
                <a:lnTo>
                  <a:pt x="108" y="102"/>
                </a:lnTo>
                <a:lnTo>
                  <a:pt x="107" y="102"/>
                </a:lnTo>
                <a:lnTo>
                  <a:pt x="106" y="102"/>
                </a:lnTo>
                <a:lnTo>
                  <a:pt x="106" y="103"/>
                </a:lnTo>
                <a:lnTo>
                  <a:pt x="105" y="103"/>
                </a:lnTo>
                <a:lnTo>
                  <a:pt x="105" y="104"/>
                </a:lnTo>
                <a:lnTo>
                  <a:pt x="104" y="103"/>
                </a:lnTo>
                <a:lnTo>
                  <a:pt x="103" y="103"/>
                </a:lnTo>
                <a:lnTo>
                  <a:pt x="103" y="105"/>
                </a:lnTo>
                <a:lnTo>
                  <a:pt x="102" y="105"/>
                </a:lnTo>
                <a:lnTo>
                  <a:pt x="101" y="102"/>
                </a:lnTo>
                <a:lnTo>
                  <a:pt x="103" y="102"/>
                </a:lnTo>
                <a:lnTo>
                  <a:pt x="104" y="101"/>
                </a:lnTo>
                <a:lnTo>
                  <a:pt x="105" y="101"/>
                </a:lnTo>
                <a:lnTo>
                  <a:pt x="105" y="100"/>
                </a:lnTo>
                <a:lnTo>
                  <a:pt x="106" y="100"/>
                </a:lnTo>
                <a:lnTo>
                  <a:pt x="107" y="99"/>
                </a:lnTo>
                <a:lnTo>
                  <a:pt x="106" y="98"/>
                </a:lnTo>
                <a:lnTo>
                  <a:pt x="105" y="96"/>
                </a:lnTo>
                <a:lnTo>
                  <a:pt x="105" y="95"/>
                </a:lnTo>
                <a:lnTo>
                  <a:pt x="104" y="94"/>
                </a:lnTo>
                <a:lnTo>
                  <a:pt x="103" y="93"/>
                </a:lnTo>
                <a:lnTo>
                  <a:pt x="104" y="93"/>
                </a:lnTo>
                <a:lnTo>
                  <a:pt x="104" y="92"/>
                </a:lnTo>
                <a:lnTo>
                  <a:pt x="102" y="91"/>
                </a:lnTo>
                <a:lnTo>
                  <a:pt x="102" y="89"/>
                </a:lnTo>
                <a:lnTo>
                  <a:pt x="102" y="88"/>
                </a:lnTo>
                <a:lnTo>
                  <a:pt x="103" y="87"/>
                </a:lnTo>
                <a:lnTo>
                  <a:pt x="105" y="84"/>
                </a:lnTo>
                <a:lnTo>
                  <a:pt x="106" y="82"/>
                </a:lnTo>
                <a:lnTo>
                  <a:pt x="108" y="81"/>
                </a:lnTo>
                <a:lnTo>
                  <a:pt x="110" y="80"/>
                </a:lnTo>
                <a:lnTo>
                  <a:pt x="112" y="82"/>
                </a:lnTo>
                <a:lnTo>
                  <a:pt x="112" y="81"/>
                </a:lnTo>
                <a:lnTo>
                  <a:pt x="111" y="81"/>
                </a:lnTo>
                <a:lnTo>
                  <a:pt x="112" y="81"/>
                </a:lnTo>
                <a:lnTo>
                  <a:pt x="112" y="80"/>
                </a:lnTo>
                <a:lnTo>
                  <a:pt x="112" y="79"/>
                </a:lnTo>
                <a:lnTo>
                  <a:pt x="112" y="78"/>
                </a:lnTo>
                <a:lnTo>
                  <a:pt x="113" y="78"/>
                </a:lnTo>
                <a:lnTo>
                  <a:pt x="113" y="77"/>
                </a:lnTo>
                <a:lnTo>
                  <a:pt x="114" y="77"/>
                </a:lnTo>
                <a:lnTo>
                  <a:pt x="114" y="76"/>
                </a:lnTo>
                <a:lnTo>
                  <a:pt x="113" y="76"/>
                </a:lnTo>
                <a:lnTo>
                  <a:pt x="114" y="75"/>
                </a:lnTo>
                <a:lnTo>
                  <a:pt x="115" y="75"/>
                </a:lnTo>
                <a:lnTo>
                  <a:pt x="115" y="74"/>
                </a:lnTo>
                <a:lnTo>
                  <a:pt x="116" y="74"/>
                </a:lnTo>
                <a:lnTo>
                  <a:pt x="116" y="75"/>
                </a:lnTo>
                <a:lnTo>
                  <a:pt x="115" y="77"/>
                </a:lnTo>
                <a:lnTo>
                  <a:pt x="116" y="77"/>
                </a:lnTo>
                <a:lnTo>
                  <a:pt x="118" y="77"/>
                </a:lnTo>
                <a:lnTo>
                  <a:pt x="118" y="76"/>
                </a:lnTo>
                <a:lnTo>
                  <a:pt x="117" y="76"/>
                </a:lnTo>
                <a:lnTo>
                  <a:pt x="116" y="76"/>
                </a:lnTo>
                <a:lnTo>
                  <a:pt x="116" y="75"/>
                </a:lnTo>
                <a:lnTo>
                  <a:pt x="117" y="75"/>
                </a:lnTo>
                <a:lnTo>
                  <a:pt x="118" y="75"/>
                </a:lnTo>
                <a:lnTo>
                  <a:pt x="119" y="75"/>
                </a:lnTo>
                <a:lnTo>
                  <a:pt x="119" y="74"/>
                </a:lnTo>
                <a:lnTo>
                  <a:pt x="120" y="74"/>
                </a:lnTo>
                <a:lnTo>
                  <a:pt x="121" y="73"/>
                </a:lnTo>
                <a:lnTo>
                  <a:pt x="121" y="72"/>
                </a:lnTo>
                <a:lnTo>
                  <a:pt x="121" y="71"/>
                </a:lnTo>
                <a:lnTo>
                  <a:pt x="121" y="70"/>
                </a:lnTo>
                <a:lnTo>
                  <a:pt x="122" y="69"/>
                </a:lnTo>
                <a:lnTo>
                  <a:pt x="122" y="68"/>
                </a:lnTo>
                <a:lnTo>
                  <a:pt x="121" y="68"/>
                </a:lnTo>
                <a:lnTo>
                  <a:pt x="121" y="67"/>
                </a:lnTo>
                <a:lnTo>
                  <a:pt x="121" y="66"/>
                </a:lnTo>
                <a:lnTo>
                  <a:pt x="122" y="66"/>
                </a:lnTo>
                <a:lnTo>
                  <a:pt x="125" y="66"/>
                </a:lnTo>
                <a:lnTo>
                  <a:pt x="126" y="66"/>
                </a:lnTo>
                <a:lnTo>
                  <a:pt x="126" y="67"/>
                </a:lnTo>
                <a:lnTo>
                  <a:pt x="127" y="67"/>
                </a:lnTo>
                <a:lnTo>
                  <a:pt x="127" y="66"/>
                </a:lnTo>
                <a:lnTo>
                  <a:pt x="127" y="65"/>
                </a:lnTo>
                <a:lnTo>
                  <a:pt x="127" y="63"/>
                </a:lnTo>
                <a:lnTo>
                  <a:pt x="129" y="62"/>
                </a:lnTo>
                <a:lnTo>
                  <a:pt x="130" y="62"/>
                </a:lnTo>
                <a:lnTo>
                  <a:pt x="131" y="63"/>
                </a:lnTo>
                <a:lnTo>
                  <a:pt x="132" y="62"/>
                </a:lnTo>
                <a:lnTo>
                  <a:pt x="133" y="62"/>
                </a:lnTo>
                <a:lnTo>
                  <a:pt x="134" y="64"/>
                </a:lnTo>
                <a:lnTo>
                  <a:pt x="134" y="65"/>
                </a:lnTo>
                <a:lnTo>
                  <a:pt x="133" y="65"/>
                </a:lnTo>
                <a:lnTo>
                  <a:pt x="132" y="66"/>
                </a:lnTo>
                <a:lnTo>
                  <a:pt x="132" y="67"/>
                </a:lnTo>
                <a:lnTo>
                  <a:pt x="133" y="68"/>
                </a:lnTo>
                <a:lnTo>
                  <a:pt x="134" y="69"/>
                </a:lnTo>
                <a:lnTo>
                  <a:pt x="135" y="69"/>
                </a:lnTo>
                <a:lnTo>
                  <a:pt x="137" y="68"/>
                </a:lnTo>
                <a:lnTo>
                  <a:pt x="138" y="68"/>
                </a:lnTo>
                <a:lnTo>
                  <a:pt x="141" y="67"/>
                </a:lnTo>
                <a:lnTo>
                  <a:pt x="141" y="66"/>
                </a:lnTo>
                <a:lnTo>
                  <a:pt x="141" y="67"/>
                </a:lnTo>
                <a:lnTo>
                  <a:pt x="142" y="67"/>
                </a:lnTo>
                <a:lnTo>
                  <a:pt x="144" y="67"/>
                </a:lnTo>
                <a:lnTo>
                  <a:pt x="144" y="68"/>
                </a:lnTo>
                <a:lnTo>
                  <a:pt x="145" y="69"/>
                </a:lnTo>
                <a:lnTo>
                  <a:pt x="145" y="70"/>
                </a:lnTo>
                <a:lnTo>
                  <a:pt x="145" y="69"/>
                </a:lnTo>
                <a:lnTo>
                  <a:pt x="145" y="68"/>
                </a:lnTo>
                <a:lnTo>
                  <a:pt x="144" y="68"/>
                </a:lnTo>
                <a:lnTo>
                  <a:pt x="144" y="67"/>
                </a:lnTo>
                <a:lnTo>
                  <a:pt x="145" y="67"/>
                </a:lnTo>
                <a:lnTo>
                  <a:pt x="146" y="67"/>
                </a:lnTo>
                <a:lnTo>
                  <a:pt x="146" y="68"/>
                </a:lnTo>
                <a:lnTo>
                  <a:pt x="147" y="68"/>
                </a:lnTo>
                <a:lnTo>
                  <a:pt x="147" y="69"/>
                </a:lnTo>
                <a:lnTo>
                  <a:pt x="148" y="70"/>
                </a:lnTo>
                <a:lnTo>
                  <a:pt x="149" y="71"/>
                </a:lnTo>
                <a:lnTo>
                  <a:pt x="150" y="72"/>
                </a:lnTo>
                <a:lnTo>
                  <a:pt x="151" y="73"/>
                </a:lnTo>
                <a:lnTo>
                  <a:pt x="152" y="73"/>
                </a:lnTo>
                <a:lnTo>
                  <a:pt x="153" y="73"/>
                </a:lnTo>
                <a:lnTo>
                  <a:pt x="152" y="74"/>
                </a:lnTo>
                <a:lnTo>
                  <a:pt x="152" y="75"/>
                </a:lnTo>
                <a:lnTo>
                  <a:pt x="154" y="74"/>
                </a:lnTo>
                <a:lnTo>
                  <a:pt x="154" y="75"/>
                </a:lnTo>
                <a:lnTo>
                  <a:pt x="154" y="74"/>
                </a:lnTo>
                <a:lnTo>
                  <a:pt x="153" y="74"/>
                </a:lnTo>
                <a:lnTo>
                  <a:pt x="153" y="73"/>
                </a:lnTo>
                <a:lnTo>
                  <a:pt x="154" y="73"/>
                </a:lnTo>
                <a:lnTo>
                  <a:pt x="155" y="73"/>
                </a:lnTo>
                <a:lnTo>
                  <a:pt x="156" y="72"/>
                </a:lnTo>
                <a:lnTo>
                  <a:pt x="156" y="71"/>
                </a:lnTo>
                <a:lnTo>
                  <a:pt x="157" y="70"/>
                </a:lnTo>
                <a:lnTo>
                  <a:pt x="157" y="69"/>
                </a:lnTo>
                <a:lnTo>
                  <a:pt x="158" y="70"/>
                </a:lnTo>
                <a:lnTo>
                  <a:pt x="158" y="71"/>
                </a:lnTo>
                <a:lnTo>
                  <a:pt x="158" y="72"/>
                </a:lnTo>
                <a:lnTo>
                  <a:pt x="159" y="72"/>
                </a:lnTo>
                <a:lnTo>
                  <a:pt x="160" y="72"/>
                </a:lnTo>
                <a:lnTo>
                  <a:pt x="159" y="71"/>
                </a:lnTo>
                <a:lnTo>
                  <a:pt x="159" y="70"/>
                </a:lnTo>
                <a:lnTo>
                  <a:pt x="161" y="70"/>
                </a:lnTo>
                <a:lnTo>
                  <a:pt x="161" y="71"/>
                </a:lnTo>
                <a:lnTo>
                  <a:pt x="162" y="72"/>
                </a:lnTo>
                <a:lnTo>
                  <a:pt x="162" y="73"/>
                </a:lnTo>
                <a:lnTo>
                  <a:pt x="163" y="74"/>
                </a:lnTo>
                <a:lnTo>
                  <a:pt x="164" y="76"/>
                </a:lnTo>
                <a:lnTo>
                  <a:pt x="164" y="77"/>
                </a:lnTo>
                <a:lnTo>
                  <a:pt x="163" y="78"/>
                </a:lnTo>
                <a:lnTo>
                  <a:pt x="163" y="79"/>
                </a:lnTo>
                <a:lnTo>
                  <a:pt x="164" y="79"/>
                </a:lnTo>
                <a:lnTo>
                  <a:pt x="165" y="79"/>
                </a:lnTo>
                <a:lnTo>
                  <a:pt x="165" y="77"/>
                </a:lnTo>
                <a:lnTo>
                  <a:pt x="165" y="76"/>
                </a:lnTo>
                <a:lnTo>
                  <a:pt x="166" y="76"/>
                </a:lnTo>
                <a:lnTo>
                  <a:pt x="167" y="76"/>
                </a:lnTo>
                <a:lnTo>
                  <a:pt x="168" y="75"/>
                </a:lnTo>
                <a:lnTo>
                  <a:pt x="171" y="75"/>
                </a:lnTo>
                <a:lnTo>
                  <a:pt x="172" y="74"/>
                </a:lnTo>
                <a:lnTo>
                  <a:pt x="173" y="74"/>
                </a:lnTo>
                <a:lnTo>
                  <a:pt x="173" y="73"/>
                </a:lnTo>
                <a:lnTo>
                  <a:pt x="174" y="73"/>
                </a:lnTo>
                <a:lnTo>
                  <a:pt x="175" y="71"/>
                </a:lnTo>
                <a:lnTo>
                  <a:pt x="175" y="70"/>
                </a:lnTo>
                <a:lnTo>
                  <a:pt x="176" y="70"/>
                </a:lnTo>
                <a:lnTo>
                  <a:pt x="176" y="71"/>
                </a:lnTo>
                <a:lnTo>
                  <a:pt x="175" y="73"/>
                </a:lnTo>
                <a:lnTo>
                  <a:pt x="176" y="74"/>
                </a:lnTo>
                <a:lnTo>
                  <a:pt x="174" y="75"/>
                </a:lnTo>
                <a:lnTo>
                  <a:pt x="172" y="77"/>
                </a:lnTo>
                <a:lnTo>
                  <a:pt x="173" y="77"/>
                </a:lnTo>
                <a:lnTo>
                  <a:pt x="173" y="76"/>
                </a:lnTo>
                <a:lnTo>
                  <a:pt x="174" y="76"/>
                </a:lnTo>
                <a:lnTo>
                  <a:pt x="175" y="76"/>
                </a:lnTo>
                <a:lnTo>
                  <a:pt x="175" y="77"/>
                </a:lnTo>
                <a:lnTo>
                  <a:pt x="176" y="76"/>
                </a:lnTo>
                <a:lnTo>
                  <a:pt x="177" y="75"/>
                </a:lnTo>
                <a:lnTo>
                  <a:pt x="177" y="74"/>
                </a:lnTo>
                <a:lnTo>
                  <a:pt x="178" y="73"/>
                </a:lnTo>
                <a:lnTo>
                  <a:pt x="179" y="72"/>
                </a:lnTo>
                <a:lnTo>
                  <a:pt x="180" y="72"/>
                </a:lnTo>
                <a:lnTo>
                  <a:pt x="181" y="73"/>
                </a:lnTo>
                <a:lnTo>
                  <a:pt x="181" y="74"/>
                </a:lnTo>
                <a:lnTo>
                  <a:pt x="182" y="74"/>
                </a:lnTo>
                <a:lnTo>
                  <a:pt x="182" y="73"/>
                </a:lnTo>
                <a:lnTo>
                  <a:pt x="182" y="72"/>
                </a:lnTo>
                <a:lnTo>
                  <a:pt x="183" y="72"/>
                </a:lnTo>
                <a:lnTo>
                  <a:pt x="184" y="72"/>
                </a:lnTo>
                <a:lnTo>
                  <a:pt x="183" y="71"/>
                </a:lnTo>
                <a:lnTo>
                  <a:pt x="182" y="71"/>
                </a:lnTo>
                <a:lnTo>
                  <a:pt x="181" y="71"/>
                </a:lnTo>
                <a:lnTo>
                  <a:pt x="180" y="71"/>
                </a:lnTo>
                <a:lnTo>
                  <a:pt x="178" y="71"/>
                </a:lnTo>
                <a:lnTo>
                  <a:pt x="177" y="70"/>
                </a:lnTo>
                <a:lnTo>
                  <a:pt x="176" y="69"/>
                </a:lnTo>
                <a:lnTo>
                  <a:pt x="175" y="69"/>
                </a:lnTo>
                <a:lnTo>
                  <a:pt x="174" y="69"/>
                </a:lnTo>
                <a:lnTo>
                  <a:pt x="174" y="70"/>
                </a:lnTo>
                <a:lnTo>
                  <a:pt x="173" y="69"/>
                </a:lnTo>
                <a:lnTo>
                  <a:pt x="172" y="69"/>
                </a:lnTo>
                <a:lnTo>
                  <a:pt x="172" y="68"/>
                </a:lnTo>
                <a:lnTo>
                  <a:pt x="172" y="67"/>
                </a:lnTo>
                <a:lnTo>
                  <a:pt x="173" y="66"/>
                </a:lnTo>
                <a:lnTo>
                  <a:pt x="173" y="65"/>
                </a:lnTo>
                <a:lnTo>
                  <a:pt x="172" y="64"/>
                </a:lnTo>
                <a:lnTo>
                  <a:pt x="171" y="64"/>
                </a:lnTo>
                <a:lnTo>
                  <a:pt x="172" y="63"/>
                </a:lnTo>
                <a:lnTo>
                  <a:pt x="172" y="62"/>
                </a:lnTo>
                <a:lnTo>
                  <a:pt x="173" y="61"/>
                </a:lnTo>
                <a:lnTo>
                  <a:pt x="176" y="61"/>
                </a:lnTo>
                <a:lnTo>
                  <a:pt x="177" y="61"/>
                </a:lnTo>
                <a:lnTo>
                  <a:pt x="178" y="61"/>
                </a:lnTo>
                <a:lnTo>
                  <a:pt x="179" y="61"/>
                </a:lnTo>
                <a:lnTo>
                  <a:pt x="180" y="62"/>
                </a:lnTo>
                <a:lnTo>
                  <a:pt x="181" y="62"/>
                </a:lnTo>
                <a:lnTo>
                  <a:pt x="180" y="62"/>
                </a:lnTo>
                <a:lnTo>
                  <a:pt x="179" y="61"/>
                </a:lnTo>
                <a:lnTo>
                  <a:pt x="180" y="61"/>
                </a:lnTo>
                <a:lnTo>
                  <a:pt x="180" y="60"/>
                </a:lnTo>
                <a:lnTo>
                  <a:pt x="179" y="60"/>
                </a:lnTo>
                <a:lnTo>
                  <a:pt x="178" y="59"/>
                </a:lnTo>
                <a:lnTo>
                  <a:pt x="177" y="60"/>
                </a:lnTo>
                <a:lnTo>
                  <a:pt x="176" y="60"/>
                </a:lnTo>
                <a:lnTo>
                  <a:pt x="175" y="60"/>
                </a:lnTo>
                <a:lnTo>
                  <a:pt x="174" y="60"/>
                </a:lnTo>
                <a:lnTo>
                  <a:pt x="174" y="59"/>
                </a:lnTo>
                <a:lnTo>
                  <a:pt x="174" y="57"/>
                </a:lnTo>
                <a:lnTo>
                  <a:pt x="174" y="56"/>
                </a:lnTo>
                <a:lnTo>
                  <a:pt x="175" y="54"/>
                </a:lnTo>
                <a:lnTo>
                  <a:pt x="176" y="54"/>
                </a:lnTo>
                <a:lnTo>
                  <a:pt x="177" y="54"/>
                </a:lnTo>
                <a:lnTo>
                  <a:pt x="178" y="54"/>
                </a:lnTo>
                <a:lnTo>
                  <a:pt x="178" y="53"/>
                </a:lnTo>
                <a:lnTo>
                  <a:pt x="179" y="53"/>
                </a:lnTo>
                <a:lnTo>
                  <a:pt x="179" y="52"/>
                </a:lnTo>
                <a:lnTo>
                  <a:pt x="180" y="52"/>
                </a:lnTo>
                <a:lnTo>
                  <a:pt x="180" y="51"/>
                </a:lnTo>
                <a:lnTo>
                  <a:pt x="181" y="51"/>
                </a:lnTo>
                <a:lnTo>
                  <a:pt x="181" y="50"/>
                </a:lnTo>
                <a:lnTo>
                  <a:pt x="181" y="49"/>
                </a:lnTo>
                <a:lnTo>
                  <a:pt x="182" y="49"/>
                </a:lnTo>
                <a:lnTo>
                  <a:pt x="182" y="48"/>
                </a:lnTo>
                <a:lnTo>
                  <a:pt x="183" y="47"/>
                </a:lnTo>
                <a:lnTo>
                  <a:pt x="185" y="46"/>
                </a:lnTo>
                <a:lnTo>
                  <a:pt x="186" y="45"/>
                </a:lnTo>
                <a:lnTo>
                  <a:pt x="189" y="45"/>
                </a:lnTo>
                <a:lnTo>
                  <a:pt x="189" y="44"/>
                </a:lnTo>
                <a:lnTo>
                  <a:pt x="190" y="44"/>
                </a:lnTo>
                <a:lnTo>
                  <a:pt x="193" y="44"/>
                </a:lnTo>
                <a:lnTo>
                  <a:pt x="194" y="44"/>
                </a:lnTo>
                <a:lnTo>
                  <a:pt x="196" y="44"/>
                </a:lnTo>
                <a:lnTo>
                  <a:pt x="197" y="43"/>
                </a:lnTo>
                <a:lnTo>
                  <a:pt x="199" y="42"/>
                </a:lnTo>
                <a:lnTo>
                  <a:pt x="200" y="42"/>
                </a:lnTo>
                <a:lnTo>
                  <a:pt x="201" y="42"/>
                </a:lnTo>
                <a:lnTo>
                  <a:pt x="201" y="41"/>
                </a:lnTo>
                <a:lnTo>
                  <a:pt x="203" y="41"/>
                </a:lnTo>
                <a:lnTo>
                  <a:pt x="202" y="41"/>
                </a:lnTo>
                <a:lnTo>
                  <a:pt x="203" y="41"/>
                </a:lnTo>
                <a:lnTo>
                  <a:pt x="204" y="41"/>
                </a:lnTo>
                <a:lnTo>
                  <a:pt x="205" y="41"/>
                </a:lnTo>
                <a:lnTo>
                  <a:pt x="206" y="41"/>
                </a:lnTo>
                <a:lnTo>
                  <a:pt x="207" y="41"/>
                </a:lnTo>
                <a:lnTo>
                  <a:pt x="208" y="40"/>
                </a:lnTo>
                <a:lnTo>
                  <a:pt x="208" y="39"/>
                </a:lnTo>
                <a:lnTo>
                  <a:pt x="209" y="40"/>
                </a:lnTo>
                <a:lnTo>
                  <a:pt x="210" y="41"/>
                </a:lnTo>
                <a:lnTo>
                  <a:pt x="211" y="41"/>
                </a:lnTo>
                <a:lnTo>
                  <a:pt x="211" y="42"/>
                </a:lnTo>
                <a:lnTo>
                  <a:pt x="212" y="42"/>
                </a:lnTo>
                <a:lnTo>
                  <a:pt x="213" y="43"/>
                </a:lnTo>
                <a:lnTo>
                  <a:pt x="213" y="44"/>
                </a:lnTo>
                <a:lnTo>
                  <a:pt x="212" y="44"/>
                </a:lnTo>
                <a:lnTo>
                  <a:pt x="212" y="45"/>
                </a:lnTo>
                <a:lnTo>
                  <a:pt x="212" y="46"/>
                </a:lnTo>
                <a:lnTo>
                  <a:pt x="213" y="47"/>
                </a:lnTo>
                <a:lnTo>
                  <a:pt x="213" y="45"/>
                </a:lnTo>
                <a:lnTo>
                  <a:pt x="213" y="44"/>
                </a:lnTo>
                <a:lnTo>
                  <a:pt x="214" y="44"/>
                </a:lnTo>
                <a:lnTo>
                  <a:pt x="215" y="45"/>
                </a:lnTo>
                <a:lnTo>
                  <a:pt x="215" y="46"/>
                </a:lnTo>
                <a:lnTo>
                  <a:pt x="216" y="46"/>
                </a:lnTo>
                <a:lnTo>
                  <a:pt x="218" y="48"/>
                </a:lnTo>
                <a:lnTo>
                  <a:pt x="219" y="48"/>
                </a:lnTo>
                <a:lnTo>
                  <a:pt x="220" y="49"/>
                </a:lnTo>
                <a:lnTo>
                  <a:pt x="223" y="48"/>
                </a:lnTo>
                <a:lnTo>
                  <a:pt x="224" y="48"/>
                </a:lnTo>
                <a:lnTo>
                  <a:pt x="225" y="48"/>
                </a:lnTo>
                <a:lnTo>
                  <a:pt x="226" y="48"/>
                </a:lnTo>
                <a:lnTo>
                  <a:pt x="227" y="48"/>
                </a:lnTo>
                <a:lnTo>
                  <a:pt x="227" y="49"/>
                </a:lnTo>
                <a:lnTo>
                  <a:pt x="226" y="50"/>
                </a:lnTo>
                <a:lnTo>
                  <a:pt x="227" y="51"/>
                </a:lnTo>
                <a:lnTo>
                  <a:pt x="227" y="52"/>
                </a:lnTo>
                <a:lnTo>
                  <a:pt x="227" y="53"/>
                </a:lnTo>
                <a:lnTo>
                  <a:pt x="228" y="54"/>
                </a:lnTo>
                <a:lnTo>
                  <a:pt x="230" y="52"/>
                </a:lnTo>
                <a:lnTo>
                  <a:pt x="230" y="51"/>
                </a:lnTo>
                <a:lnTo>
                  <a:pt x="231" y="50"/>
                </a:lnTo>
                <a:lnTo>
                  <a:pt x="231" y="49"/>
                </a:lnTo>
                <a:lnTo>
                  <a:pt x="230" y="49"/>
                </a:lnTo>
                <a:lnTo>
                  <a:pt x="230" y="48"/>
                </a:lnTo>
                <a:lnTo>
                  <a:pt x="230" y="47"/>
                </a:lnTo>
                <a:lnTo>
                  <a:pt x="230" y="46"/>
                </a:lnTo>
                <a:lnTo>
                  <a:pt x="230" y="45"/>
                </a:lnTo>
                <a:lnTo>
                  <a:pt x="229" y="45"/>
                </a:lnTo>
                <a:lnTo>
                  <a:pt x="229" y="44"/>
                </a:lnTo>
                <a:lnTo>
                  <a:pt x="232" y="44"/>
                </a:lnTo>
                <a:lnTo>
                  <a:pt x="233" y="45"/>
                </a:lnTo>
                <a:lnTo>
                  <a:pt x="234" y="46"/>
                </a:lnTo>
                <a:lnTo>
                  <a:pt x="233" y="47"/>
                </a:lnTo>
                <a:lnTo>
                  <a:pt x="234" y="50"/>
                </a:lnTo>
                <a:lnTo>
                  <a:pt x="234" y="51"/>
                </a:lnTo>
                <a:lnTo>
                  <a:pt x="236" y="52"/>
                </a:lnTo>
                <a:lnTo>
                  <a:pt x="235" y="53"/>
                </a:lnTo>
                <a:lnTo>
                  <a:pt x="234" y="53"/>
                </a:lnTo>
                <a:lnTo>
                  <a:pt x="233" y="54"/>
                </a:lnTo>
                <a:lnTo>
                  <a:pt x="233" y="55"/>
                </a:lnTo>
                <a:lnTo>
                  <a:pt x="234" y="55"/>
                </a:lnTo>
                <a:lnTo>
                  <a:pt x="234" y="56"/>
                </a:lnTo>
                <a:lnTo>
                  <a:pt x="234" y="57"/>
                </a:lnTo>
                <a:lnTo>
                  <a:pt x="234" y="58"/>
                </a:lnTo>
                <a:lnTo>
                  <a:pt x="234" y="57"/>
                </a:lnTo>
                <a:lnTo>
                  <a:pt x="235" y="57"/>
                </a:lnTo>
                <a:lnTo>
                  <a:pt x="235" y="58"/>
                </a:lnTo>
                <a:lnTo>
                  <a:pt x="236" y="59"/>
                </a:lnTo>
                <a:lnTo>
                  <a:pt x="236" y="58"/>
                </a:lnTo>
                <a:lnTo>
                  <a:pt x="235" y="56"/>
                </a:lnTo>
                <a:lnTo>
                  <a:pt x="234" y="56"/>
                </a:lnTo>
                <a:lnTo>
                  <a:pt x="234" y="55"/>
                </a:lnTo>
                <a:lnTo>
                  <a:pt x="235" y="53"/>
                </a:lnTo>
                <a:lnTo>
                  <a:pt x="236" y="53"/>
                </a:lnTo>
                <a:lnTo>
                  <a:pt x="239" y="53"/>
                </a:lnTo>
                <a:lnTo>
                  <a:pt x="240" y="53"/>
                </a:lnTo>
                <a:lnTo>
                  <a:pt x="240" y="52"/>
                </a:lnTo>
                <a:lnTo>
                  <a:pt x="239" y="52"/>
                </a:lnTo>
                <a:lnTo>
                  <a:pt x="240" y="51"/>
                </a:lnTo>
                <a:lnTo>
                  <a:pt x="241" y="50"/>
                </a:lnTo>
                <a:lnTo>
                  <a:pt x="242" y="49"/>
                </a:lnTo>
                <a:lnTo>
                  <a:pt x="241" y="48"/>
                </a:lnTo>
                <a:lnTo>
                  <a:pt x="241" y="47"/>
                </a:lnTo>
                <a:lnTo>
                  <a:pt x="242" y="47"/>
                </a:lnTo>
                <a:lnTo>
                  <a:pt x="243" y="47"/>
                </a:lnTo>
                <a:lnTo>
                  <a:pt x="243" y="46"/>
                </a:lnTo>
                <a:lnTo>
                  <a:pt x="244" y="45"/>
                </a:lnTo>
                <a:lnTo>
                  <a:pt x="244" y="44"/>
                </a:lnTo>
                <a:lnTo>
                  <a:pt x="243" y="44"/>
                </a:lnTo>
                <a:lnTo>
                  <a:pt x="242" y="44"/>
                </a:lnTo>
                <a:lnTo>
                  <a:pt x="242" y="43"/>
                </a:lnTo>
                <a:lnTo>
                  <a:pt x="241" y="42"/>
                </a:lnTo>
                <a:lnTo>
                  <a:pt x="242" y="42"/>
                </a:lnTo>
                <a:lnTo>
                  <a:pt x="243" y="42"/>
                </a:lnTo>
                <a:lnTo>
                  <a:pt x="244" y="43"/>
                </a:lnTo>
                <a:lnTo>
                  <a:pt x="245" y="43"/>
                </a:lnTo>
                <a:lnTo>
                  <a:pt x="246" y="43"/>
                </a:lnTo>
                <a:lnTo>
                  <a:pt x="247" y="43"/>
                </a:lnTo>
                <a:lnTo>
                  <a:pt x="248" y="43"/>
                </a:lnTo>
                <a:lnTo>
                  <a:pt x="249" y="43"/>
                </a:lnTo>
                <a:lnTo>
                  <a:pt x="251" y="43"/>
                </a:lnTo>
                <a:lnTo>
                  <a:pt x="252" y="42"/>
                </a:lnTo>
                <a:lnTo>
                  <a:pt x="254" y="41"/>
                </a:lnTo>
                <a:lnTo>
                  <a:pt x="255" y="42"/>
                </a:lnTo>
                <a:lnTo>
                  <a:pt x="255" y="43"/>
                </a:lnTo>
                <a:lnTo>
                  <a:pt x="256" y="44"/>
                </a:lnTo>
                <a:lnTo>
                  <a:pt x="256" y="45"/>
                </a:lnTo>
                <a:lnTo>
                  <a:pt x="256" y="46"/>
                </a:lnTo>
                <a:lnTo>
                  <a:pt x="257" y="46"/>
                </a:lnTo>
                <a:lnTo>
                  <a:pt x="258" y="48"/>
                </a:lnTo>
                <a:lnTo>
                  <a:pt x="259" y="49"/>
                </a:lnTo>
                <a:lnTo>
                  <a:pt x="261" y="50"/>
                </a:lnTo>
                <a:lnTo>
                  <a:pt x="263" y="51"/>
                </a:lnTo>
                <a:lnTo>
                  <a:pt x="264" y="51"/>
                </a:lnTo>
                <a:lnTo>
                  <a:pt x="265" y="51"/>
                </a:lnTo>
                <a:lnTo>
                  <a:pt x="267" y="51"/>
                </a:lnTo>
                <a:lnTo>
                  <a:pt x="269" y="50"/>
                </a:lnTo>
                <a:lnTo>
                  <a:pt x="269" y="49"/>
                </a:lnTo>
                <a:lnTo>
                  <a:pt x="270" y="50"/>
                </a:lnTo>
                <a:lnTo>
                  <a:pt x="268" y="51"/>
                </a:lnTo>
                <a:lnTo>
                  <a:pt x="267" y="52"/>
                </a:lnTo>
                <a:lnTo>
                  <a:pt x="266" y="52"/>
                </a:lnTo>
                <a:lnTo>
                  <a:pt x="264" y="51"/>
                </a:lnTo>
                <a:lnTo>
                  <a:pt x="263" y="52"/>
                </a:lnTo>
                <a:lnTo>
                  <a:pt x="262" y="53"/>
                </a:lnTo>
                <a:lnTo>
                  <a:pt x="261" y="55"/>
                </a:lnTo>
                <a:lnTo>
                  <a:pt x="260" y="55"/>
                </a:lnTo>
                <a:lnTo>
                  <a:pt x="259" y="55"/>
                </a:lnTo>
                <a:lnTo>
                  <a:pt x="258" y="56"/>
                </a:lnTo>
                <a:lnTo>
                  <a:pt x="259" y="57"/>
                </a:lnTo>
                <a:lnTo>
                  <a:pt x="261" y="58"/>
                </a:lnTo>
                <a:lnTo>
                  <a:pt x="262" y="57"/>
                </a:lnTo>
                <a:lnTo>
                  <a:pt x="263" y="57"/>
                </a:lnTo>
                <a:lnTo>
                  <a:pt x="264" y="58"/>
                </a:lnTo>
                <a:lnTo>
                  <a:pt x="265" y="58"/>
                </a:lnTo>
                <a:lnTo>
                  <a:pt x="265" y="60"/>
                </a:lnTo>
                <a:lnTo>
                  <a:pt x="265" y="59"/>
                </a:lnTo>
                <a:lnTo>
                  <a:pt x="265" y="58"/>
                </a:lnTo>
                <a:lnTo>
                  <a:pt x="264" y="56"/>
                </a:lnTo>
                <a:lnTo>
                  <a:pt x="265" y="56"/>
                </a:lnTo>
                <a:lnTo>
                  <a:pt x="266" y="56"/>
                </a:lnTo>
                <a:lnTo>
                  <a:pt x="267" y="56"/>
                </a:lnTo>
                <a:lnTo>
                  <a:pt x="267" y="57"/>
                </a:lnTo>
                <a:lnTo>
                  <a:pt x="267" y="58"/>
                </a:lnTo>
                <a:lnTo>
                  <a:pt x="267" y="57"/>
                </a:lnTo>
                <a:lnTo>
                  <a:pt x="268" y="56"/>
                </a:lnTo>
                <a:lnTo>
                  <a:pt x="268" y="55"/>
                </a:lnTo>
                <a:lnTo>
                  <a:pt x="267" y="55"/>
                </a:lnTo>
                <a:lnTo>
                  <a:pt x="266" y="55"/>
                </a:lnTo>
                <a:lnTo>
                  <a:pt x="265" y="55"/>
                </a:lnTo>
                <a:lnTo>
                  <a:pt x="265" y="54"/>
                </a:lnTo>
                <a:lnTo>
                  <a:pt x="264" y="54"/>
                </a:lnTo>
                <a:lnTo>
                  <a:pt x="263" y="54"/>
                </a:lnTo>
                <a:lnTo>
                  <a:pt x="263" y="53"/>
                </a:lnTo>
                <a:lnTo>
                  <a:pt x="264" y="52"/>
                </a:lnTo>
                <a:lnTo>
                  <a:pt x="265" y="53"/>
                </a:lnTo>
                <a:lnTo>
                  <a:pt x="266" y="53"/>
                </a:lnTo>
                <a:lnTo>
                  <a:pt x="268" y="53"/>
                </a:lnTo>
                <a:lnTo>
                  <a:pt x="268" y="52"/>
                </a:lnTo>
                <a:lnTo>
                  <a:pt x="269" y="51"/>
                </a:lnTo>
                <a:lnTo>
                  <a:pt x="270" y="51"/>
                </a:lnTo>
                <a:lnTo>
                  <a:pt x="270" y="49"/>
                </a:lnTo>
                <a:lnTo>
                  <a:pt x="269" y="49"/>
                </a:lnTo>
                <a:lnTo>
                  <a:pt x="268" y="49"/>
                </a:lnTo>
                <a:lnTo>
                  <a:pt x="267" y="47"/>
                </a:lnTo>
                <a:lnTo>
                  <a:pt x="268" y="47"/>
                </a:lnTo>
                <a:lnTo>
                  <a:pt x="269" y="47"/>
                </a:lnTo>
                <a:lnTo>
                  <a:pt x="269" y="48"/>
                </a:lnTo>
                <a:lnTo>
                  <a:pt x="270" y="47"/>
                </a:lnTo>
                <a:lnTo>
                  <a:pt x="271" y="46"/>
                </a:lnTo>
                <a:lnTo>
                  <a:pt x="273" y="46"/>
                </a:lnTo>
                <a:lnTo>
                  <a:pt x="274" y="45"/>
                </a:lnTo>
                <a:lnTo>
                  <a:pt x="275" y="45"/>
                </a:lnTo>
                <a:lnTo>
                  <a:pt x="276" y="44"/>
                </a:lnTo>
                <a:lnTo>
                  <a:pt x="276" y="43"/>
                </a:lnTo>
                <a:lnTo>
                  <a:pt x="277" y="42"/>
                </a:lnTo>
                <a:lnTo>
                  <a:pt x="278" y="42"/>
                </a:lnTo>
                <a:lnTo>
                  <a:pt x="280" y="42"/>
                </a:lnTo>
                <a:lnTo>
                  <a:pt x="281" y="44"/>
                </a:lnTo>
                <a:lnTo>
                  <a:pt x="282" y="44"/>
                </a:lnTo>
                <a:lnTo>
                  <a:pt x="283" y="43"/>
                </a:lnTo>
                <a:lnTo>
                  <a:pt x="284" y="43"/>
                </a:lnTo>
                <a:lnTo>
                  <a:pt x="285" y="43"/>
                </a:lnTo>
                <a:lnTo>
                  <a:pt x="286" y="43"/>
                </a:lnTo>
                <a:lnTo>
                  <a:pt x="287" y="43"/>
                </a:lnTo>
                <a:lnTo>
                  <a:pt x="288" y="43"/>
                </a:lnTo>
                <a:lnTo>
                  <a:pt x="288" y="44"/>
                </a:lnTo>
                <a:lnTo>
                  <a:pt x="288" y="45"/>
                </a:lnTo>
                <a:lnTo>
                  <a:pt x="288" y="46"/>
                </a:lnTo>
                <a:lnTo>
                  <a:pt x="288" y="45"/>
                </a:lnTo>
                <a:lnTo>
                  <a:pt x="289" y="44"/>
                </a:lnTo>
                <a:lnTo>
                  <a:pt x="289" y="43"/>
                </a:lnTo>
                <a:lnTo>
                  <a:pt x="290" y="42"/>
                </a:lnTo>
                <a:lnTo>
                  <a:pt x="291" y="42"/>
                </a:lnTo>
                <a:lnTo>
                  <a:pt x="291" y="41"/>
                </a:lnTo>
                <a:lnTo>
                  <a:pt x="290" y="41"/>
                </a:lnTo>
                <a:lnTo>
                  <a:pt x="288" y="42"/>
                </a:lnTo>
                <a:lnTo>
                  <a:pt x="287" y="42"/>
                </a:lnTo>
                <a:lnTo>
                  <a:pt x="285" y="42"/>
                </a:lnTo>
                <a:lnTo>
                  <a:pt x="283" y="42"/>
                </a:lnTo>
                <a:lnTo>
                  <a:pt x="281" y="42"/>
                </a:lnTo>
                <a:lnTo>
                  <a:pt x="279" y="42"/>
                </a:lnTo>
                <a:lnTo>
                  <a:pt x="278" y="42"/>
                </a:lnTo>
                <a:lnTo>
                  <a:pt x="279" y="42"/>
                </a:lnTo>
                <a:lnTo>
                  <a:pt x="280" y="42"/>
                </a:lnTo>
                <a:lnTo>
                  <a:pt x="282" y="41"/>
                </a:lnTo>
                <a:lnTo>
                  <a:pt x="283" y="41"/>
                </a:lnTo>
                <a:lnTo>
                  <a:pt x="284" y="41"/>
                </a:lnTo>
                <a:lnTo>
                  <a:pt x="285" y="41"/>
                </a:lnTo>
                <a:lnTo>
                  <a:pt x="287" y="39"/>
                </a:lnTo>
                <a:lnTo>
                  <a:pt x="288" y="39"/>
                </a:lnTo>
                <a:lnTo>
                  <a:pt x="289" y="38"/>
                </a:lnTo>
                <a:lnTo>
                  <a:pt x="290" y="38"/>
                </a:lnTo>
                <a:lnTo>
                  <a:pt x="290" y="37"/>
                </a:lnTo>
                <a:lnTo>
                  <a:pt x="291" y="37"/>
                </a:lnTo>
                <a:lnTo>
                  <a:pt x="291" y="36"/>
                </a:lnTo>
                <a:lnTo>
                  <a:pt x="291" y="35"/>
                </a:lnTo>
                <a:lnTo>
                  <a:pt x="292" y="35"/>
                </a:lnTo>
                <a:lnTo>
                  <a:pt x="292" y="34"/>
                </a:lnTo>
                <a:lnTo>
                  <a:pt x="292" y="33"/>
                </a:lnTo>
                <a:lnTo>
                  <a:pt x="293" y="33"/>
                </a:lnTo>
                <a:lnTo>
                  <a:pt x="293" y="32"/>
                </a:lnTo>
                <a:lnTo>
                  <a:pt x="293" y="31"/>
                </a:lnTo>
                <a:lnTo>
                  <a:pt x="294" y="29"/>
                </a:lnTo>
                <a:lnTo>
                  <a:pt x="294" y="27"/>
                </a:lnTo>
                <a:lnTo>
                  <a:pt x="295" y="27"/>
                </a:lnTo>
                <a:lnTo>
                  <a:pt x="296" y="25"/>
                </a:lnTo>
                <a:lnTo>
                  <a:pt x="297" y="25"/>
                </a:lnTo>
                <a:lnTo>
                  <a:pt x="298" y="25"/>
                </a:lnTo>
                <a:lnTo>
                  <a:pt x="299" y="25"/>
                </a:lnTo>
                <a:lnTo>
                  <a:pt x="300" y="25"/>
                </a:lnTo>
                <a:lnTo>
                  <a:pt x="302" y="25"/>
                </a:lnTo>
                <a:lnTo>
                  <a:pt x="303" y="25"/>
                </a:lnTo>
                <a:lnTo>
                  <a:pt x="303" y="24"/>
                </a:lnTo>
                <a:lnTo>
                  <a:pt x="303" y="25"/>
                </a:lnTo>
                <a:lnTo>
                  <a:pt x="304" y="25"/>
                </a:lnTo>
                <a:lnTo>
                  <a:pt x="305" y="25"/>
                </a:lnTo>
                <a:lnTo>
                  <a:pt x="305" y="26"/>
                </a:lnTo>
                <a:lnTo>
                  <a:pt x="306" y="26"/>
                </a:lnTo>
                <a:lnTo>
                  <a:pt x="307" y="26"/>
                </a:lnTo>
                <a:lnTo>
                  <a:pt x="307" y="27"/>
                </a:lnTo>
                <a:lnTo>
                  <a:pt x="308" y="27"/>
                </a:lnTo>
                <a:lnTo>
                  <a:pt x="308" y="28"/>
                </a:lnTo>
                <a:lnTo>
                  <a:pt x="309" y="28"/>
                </a:lnTo>
                <a:lnTo>
                  <a:pt x="310" y="29"/>
                </a:lnTo>
                <a:lnTo>
                  <a:pt x="311" y="29"/>
                </a:lnTo>
                <a:lnTo>
                  <a:pt x="311" y="30"/>
                </a:lnTo>
                <a:lnTo>
                  <a:pt x="312" y="30"/>
                </a:lnTo>
                <a:lnTo>
                  <a:pt x="313" y="30"/>
                </a:lnTo>
                <a:lnTo>
                  <a:pt x="314" y="30"/>
                </a:lnTo>
                <a:lnTo>
                  <a:pt x="314" y="31"/>
                </a:lnTo>
                <a:lnTo>
                  <a:pt x="315" y="31"/>
                </a:lnTo>
                <a:lnTo>
                  <a:pt x="317" y="31"/>
                </a:lnTo>
                <a:lnTo>
                  <a:pt x="318" y="31"/>
                </a:lnTo>
                <a:lnTo>
                  <a:pt x="320" y="32"/>
                </a:lnTo>
                <a:lnTo>
                  <a:pt x="320" y="31"/>
                </a:lnTo>
                <a:lnTo>
                  <a:pt x="319" y="31"/>
                </a:lnTo>
                <a:lnTo>
                  <a:pt x="319" y="30"/>
                </a:lnTo>
                <a:lnTo>
                  <a:pt x="320" y="30"/>
                </a:lnTo>
                <a:lnTo>
                  <a:pt x="320" y="29"/>
                </a:lnTo>
                <a:lnTo>
                  <a:pt x="318" y="29"/>
                </a:lnTo>
                <a:lnTo>
                  <a:pt x="319" y="27"/>
                </a:lnTo>
                <a:lnTo>
                  <a:pt x="319" y="28"/>
                </a:lnTo>
                <a:lnTo>
                  <a:pt x="320" y="28"/>
                </a:lnTo>
                <a:lnTo>
                  <a:pt x="321" y="28"/>
                </a:lnTo>
                <a:lnTo>
                  <a:pt x="321" y="29"/>
                </a:lnTo>
                <a:lnTo>
                  <a:pt x="322" y="29"/>
                </a:lnTo>
                <a:lnTo>
                  <a:pt x="323" y="30"/>
                </a:lnTo>
                <a:lnTo>
                  <a:pt x="323" y="29"/>
                </a:lnTo>
                <a:lnTo>
                  <a:pt x="324" y="29"/>
                </a:lnTo>
                <a:lnTo>
                  <a:pt x="324" y="28"/>
                </a:lnTo>
                <a:lnTo>
                  <a:pt x="325" y="28"/>
                </a:lnTo>
                <a:lnTo>
                  <a:pt x="326" y="28"/>
                </a:lnTo>
                <a:lnTo>
                  <a:pt x="326" y="26"/>
                </a:lnTo>
                <a:lnTo>
                  <a:pt x="329" y="26"/>
                </a:lnTo>
                <a:lnTo>
                  <a:pt x="329" y="25"/>
                </a:lnTo>
                <a:lnTo>
                  <a:pt x="325" y="24"/>
                </a:lnTo>
                <a:lnTo>
                  <a:pt x="324" y="24"/>
                </a:lnTo>
                <a:lnTo>
                  <a:pt x="323" y="24"/>
                </a:lnTo>
                <a:lnTo>
                  <a:pt x="323" y="23"/>
                </a:lnTo>
                <a:lnTo>
                  <a:pt x="323" y="22"/>
                </a:lnTo>
                <a:lnTo>
                  <a:pt x="324" y="22"/>
                </a:lnTo>
                <a:lnTo>
                  <a:pt x="324" y="21"/>
                </a:lnTo>
                <a:lnTo>
                  <a:pt x="325" y="21"/>
                </a:lnTo>
                <a:lnTo>
                  <a:pt x="326" y="21"/>
                </a:lnTo>
                <a:lnTo>
                  <a:pt x="326" y="20"/>
                </a:lnTo>
                <a:lnTo>
                  <a:pt x="327" y="20"/>
                </a:lnTo>
                <a:lnTo>
                  <a:pt x="328" y="20"/>
                </a:lnTo>
                <a:lnTo>
                  <a:pt x="331" y="18"/>
                </a:lnTo>
                <a:lnTo>
                  <a:pt x="334" y="17"/>
                </a:lnTo>
                <a:lnTo>
                  <a:pt x="336" y="17"/>
                </a:lnTo>
                <a:lnTo>
                  <a:pt x="336" y="18"/>
                </a:lnTo>
                <a:lnTo>
                  <a:pt x="337" y="18"/>
                </a:lnTo>
                <a:lnTo>
                  <a:pt x="337" y="19"/>
                </a:lnTo>
                <a:lnTo>
                  <a:pt x="337" y="20"/>
                </a:lnTo>
                <a:lnTo>
                  <a:pt x="338" y="20"/>
                </a:lnTo>
                <a:lnTo>
                  <a:pt x="339" y="20"/>
                </a:lnTo>
                <a:lnTo>
                  <a:pt x="340" y="20"/>
                </a:lnTo>
                <a:lnTo>
                  <a:pt x="342" y="21"/>
                </a:lnTo>
                <a:lnTo>
                  <a:pt x="343" y="21"/>
                </a:lnTo>
                <a:lnTo>
                  <a:pt x="344" y="22"/>
                </a:lnTo>
                <a:lnTo>
                  <a:pt x="345" y="22"/>
                </a:lnTo>
                <a:lnTo>
                  <a:pt x="346" y="22"/>
                </a:lnTo>
                <a:lnTo>
                  <a:pt x="346" y="23"/>
                </a:lnTo>
                <a:lnTo>
                  <a:pt x="347" y="23"/>
                </a:lnTo>
                <a:lnTo>
                  <a:pt x="348" y="24"/>
                </a:lnTo>
                <a:lnTo>
                  <a:pt x="349" y="24"/>
                </a:lnTo>
                <a:lnTo>
                  <a:pt x="350" y="25"/>
                </a:lnTo>
                <a:lnTo>
                  <a:pt x="351" y="25"/>
                </a:lnTo>
                <a:lnTo>
                  <a:pt x="352" y="26"/>
                </a:lnTo>
                <a:lnTo>
                  <a:pt x="353" y="26"/>
                </a:lnTo>
                <a:lnTo>
                  <a:pt x="354" y="27"/>
                </a:lnTo>
                <a:lnTo>
                  <a:pt x="355" y="27"/>
                </a:lnTo>
                <a:lnTo>
                  <a:pt x="356" y="27"/>
                </a:lnTo>
                <a:lnTo>
                  <a:pt x="356" y="28"/>
                </a:lnTo>
                <a:lnTo>
                  <a:pt x="357" y="28"/>
                </a:lnTo>
                <a:lnTo>
                  <a:pt x="358" y="28"/>
                </a:lnTo>
                <a:lnTo>
                  <a:pt x="358" y="29"/>
                </a:lnTo>
                <a:lnTo>
                  <a:pt x="359" y="29"/>
                </a:lnTo>
                <a:lnTo>
                  <a:pt x="360" y="29"/>
                </a:lnTo>
                <a:lnTo>
                  <a:pt x="361" y="29"/>
                </a:lnTo>
                <a:lnTo>
                  <a:pt x="361" y="30"/>
                </a:lnTo>
                <a:lnTo>
                  <a:pt x="362" y="30"/>
                </a:lnTo>
                <a:lnTo>
                  <a:pt x="363" y="30"/>
                </a:lnTo>
                <a:lnTo>
                  <a:pt x="364" y="30"/>
                </a:lnTo>
                <a:lnTo>
                  <a:pt x="367" y="30"/>
                </a:lnTo>
                <a:lnTo>
                  <a:pt x="368" y="30"/>
                </a:lnTo>
                <a:lnTo>
                  <a:pt x="369" y="30"/>
                </a:lnTo>
                <a:lnTo>
                  <a:pt x="370" y="30"/>
                </a:lnTo>
                <a:lnTo>
                  <a:pt x="371" y="30"/>
                </a:lnTo>
                <a:lnTo>
                  <a:pt x="371" y="29"/>
                </a:lnTo>
                <a:lnTo>
                  <a:pt x="371" y="30"/>
                </a:lnTo>
                <a:lnTo>
                  <a:pt x="372" y="30"/>
                </a:lnTo>
                <a:lnTo>
                  <a:pt x="371" y="30"/>
                </a:lnTo>
                <a:lnTo>
                  <a:pt x="370" y="31"/>
                </a:lnTo>
                <a:lnTo>
                  <a:pt x="370" y="33"/>
                </a:lnTo>
                <a:lnTo>
                  <a:pt x="370" y="34"/>
                </a:lnTo>
                <a:lnTo>
                  <a:pt x="371" y="35"/>
                </a:lnTo>
                <a:lnTo>
                  <a:pt x="372" y="38"/>
                </a:lnTo>
                <a:lnTo>
                  <a:pt x="371" y="38"/>
                </a:lnTo>
                <a:lnTo>
                  <a:pt x="372" y="40"/>
                </a:lnTo>
                <a:lnTo>
                  <a:pt x="373" y="41"/>
                </a:lnTo>
                <a:lnTo>
                  <a:pt x="373" y="40"/>
                </a:lnTo>
                <a:lnTo>
                  <a:pt x="373" y="39"/>
                </a:lnTo>
                <a:lnTo>
                  <a:pt x="374" y="38"/>
                </a:lnTo>
                <a:lnTo>
                  <a:pt x="375" y="38"/>
                </a:lnTo>
                <a:lnTo>
                  <a:pt x="376" y="38"/>
                </a:lnTo>
                <a:lnTo>
                  <a:pt x="376" y="37"/>
                </a:lnTo>
                <a:lnTo>
                  <a:pt x="377" y="36"/>
                </a:lnTo>
                <a:lnTo>
                  <a:pt x="376" y="36"/>
                </a:lnTo>
                <a:lnTo>
                  <a:pt x="376" y="35"/>
                </a:lnTo>
                <a:lnTo>
                  <a:pt x="376" y="34"/>
                </a:lnTo>
                <a:lnTo>
                  <a:pt x="377" y="34"/>
                </a:lnTo>
                <a:lnTo>
                  <a:pt x="377" y="33"/>
                </a:lnTo>
                <a:lnTo>
                  <a:pt x="378" y="33"/>
                </a:lnTo>
                <a:lnTo>
                  <a:pt x="378" y="34"/>
                </a:lnTo>
                <a:lnTo>
                  <a:pt x="380" y="34"/>
                </a:lnTo>
                <a:lnTo>
                  <a:pt x="380" y="35"/>
                </a:lnTo>
                <a:lnTo>
                  <a:pt x="379" y="36"/>
                </a:lnTo>
                <a:lnTo>
                  <a:pt x="379" y="38"/>
                </a:lnTo>
                <a:lnTo>
                  <a:pt x="378" y="38"/>
                </a:lnTo>
                <a:lnTo>
                  <a:pt x="379" y="39"/>
                </a:lnTo>
                <a:lnTo>
                  <a:pt x="380" y="40"/>
                </a:lnTo>
                <a:lnTo>
                  <a:pt x="381" y="41"/>
                </a:lnTo>
                <a:lnTo>
                  <a:pt x="381" y="42"/>
                </a:lnTo>
                <a:lnTo>
                  <a:pt x="380" y="42"/>
                </a:lnTo>
                <a:lnTo>
                  <a:pt x="379" y="42"/>
                </a:lnTo>
                <a:lnTo>
                  <a:pt x="378" y="43"/>
                </a:lnTo>
                <a:lnTo>
                  <a:pt x="377" y="43"/>
                </a:lnTo>
                <a:lnTo>
                  <a:pt x="377" y="42"/>
                </a:lnTo>
                <a:lnTo>
                  <a:pt x="375" y="43"/>
                </a:lnTo>
                <a:lnTo>
                  <a:pt x="376" y="44"/>
                </a:lnTo>
                <a:lnTo>
                  <a:pt x="376" y="43"/>
                </a:lnTo>
                <a:lnTo>
                  <a:pt x="378" y="44"/>
                </a:lnTo>
                <a:lnTo>
                  <a:pt x="378" y="45"/>
                </a:lnTo>
                <a:lnTo>
                  <a:pt x="379" y="45"/>
                </a:lnTo>
                <a:lnTo>
                  <a:pt x="379" y="44"/>
                </a:lnTo>
                <a:lnTo>
                  <a:pt x="380" y="43"/>
                </a:lnTo>
                <a:lnTo>
                  <a:pt x="381" y="43"/>
                </a:lnTo>
                <a:lnTo>
                  <a:pt x="381" y="44"/>
                </a:lnTo>
                <a:lnTo>
                  <a:pt x="381" y="45"/>
                </a:lnTo>
                <a:lnTo>
                  <a:pt x="380" y="45"/>
                </a:lnTo>
                <a:lnTo>
                  <a:pt x="379" y="45"/>
                </a:lnTo>
                <a:lnTo>
                  <a:pt x="379" y="46"/>
                </a:lnTo>
                <a:lnTo>
                  <a:pt x="379" y="45"/>
                </a:lnTo>
                <a:lnTo>
                  <a:pt x="380" y="45"/>
                </a:lnTo>
                <a:lnTo>
                  <a:pt x="381" y="47"/>
                </a:lnTo>
                <a:lnTo>
                  <a:pt x="382" y="47"/>
                </a:lnTo>
                <a:lnTo>
                  <a:pt x="382" y="48"/>
                </a:lnTo>
                <a:lnTo>
                  <a:pt x="382" y="50"/>
                </a:lnTo>
                <a:lnTo>
                  <a:pt x="383" y="50"/>
                </a:lnTo>
                <a:lnTo>
                  <a:pt x="383" y="51"/>
                </a:lnTo>
                <a:lnTo>
                  <a:pt x="383" y="52"/>
                </a:lnTo>
                <a:lnTo>
                  <a:pt x="384" y="52"/>
                </a:lnTo>
                <a:lnTo>
                  <a:pt x="384" y="53"/>
                </a:lnTo>
                <a:lnTo>
                  <a:pt x="384" y="54"/>
                </a:lnTo>
                <a:lnTo>
                  <a:pt x="384" y="55"/>
                </a:lnTo>
                <a:lnTo>
                  <a:pt x="385" y="55"/>
                </a:lnTo>
                <a:lnTo>
                  <a:pt x="385" y="54"/>
                </a:lnTo>
                <a:lnTo>
                  <a:pt x="385" y="53"/>
                </a:lnTo>
                <a:lnTo>
                  <a:pt x="384" y="52"/>
                </a:lnTo>
                <a:lnTo>
                  <a:pt x="383" y="52"/>
                </a:lnTo>
                <a:lnTo>
                  <a:pt x="383" y="51"/>
                </a:lnTo>
                <a:lnTo>
                  <a:pt x="384" y="51"/>
                </a:lnTo>
                <a:lnTo>
                  <a:pt x="384" y="50"/>
                </a:lnTo>
                <a:lnTo>
                  <a:pt x="384" y="48"/>
                </a:lnTo>
                <a:lnTo>
                  <a:pt x="388" y="48"/>
                </a:lnTo>
                <a:lnTo>
                  <a:pt x="389" y="48"/>
                </a:lnTo>
                <a:lnTo>
                  <a:pt x="390" y="48"/>
                </a:lnTo>
                <a:lnTo>
                  <a:pt x="390" y="47"/>
                </a:lnTo>
                <a:lnTo>
                  <a:pt x="389" y="46"/>
                </a:lnTo>
                <a:lnTo>
                  <a:pt x="388" y="44"/>
                </a:lnTo>
                <a:lnTo>
                  <a:pt x="387" y="43"/>
                </a:lnTo>
                <a:lnTo>
                  <a:pt x="387" y="42"/>
                </a:lnTo>
                <a:lnTo>
                  <a:pt x="387" y="40"/>
                </a:lnTo>
                <a:lnTo>
                  <a:pt x="387" y="39"/>
                </a:lnTo>
                <a:lnTo>
                  <a:pt x="386" y="38"/>
                </a:lnTo>
                <a:lnTo>
                  <a:pt x="385" y="36"/>
                </a:lnTo>
                <a:lnTo>
                  <a:pt x="385" y="35"/>
                </a:lnTo>
                <a:lnTo>
                  <a:pt x="384" y="33"/>
                </a:lnTo>
                <a:lnTo>
                  <a:pt x="384" y="32"/>
                </a:lnTo>
                <a:lnTo>
                  <a:pt x="383" y="32"/>
                </a:lnTo>
                <a:lnTo>
                  <a:pt x="383" y="31"/>
                </a:lnTo>
                <a:lnTo>
                  <a:pt x="384" y="31"/>
                </a:lnTo>
                <a:lnTo>
                  <a:pt x="383" y="31"/>
                </a:lnTo>
                <a:lnTo>
                  <a:pt x="383" y="30"/>
                </a:lnTo>
                <a:lnTo>
                  <a:pt x="384" y="30"/>
                </a:lnTo>
                <a:lnTo>
                  <a:pt x="384" y="31"/>
                </a:lnTo>
                <a:lnTo>
                  <a:pt x="385" y="30"/>
                </a:lnTo>
                <a:lnTo>
                  <a:pt x="385" y="29"/>
                </a:lnTo>
                <a:lnTo>
                  <a:pt x="384" y="29"/>
                </a:lnTo>
                <a:lnTo>
                  <a:pt x="384" y="28"/>
                </a:lnTo>
                <a:lnTo>
                  <a:pt x="384" y="29"/>
                </a:lnTo>
                <a:lnTo>
                  <a:pt x="383" y="29"/>
                </a:lnTo>
                <a:lnTo>
                  <a:pt x="382" y="29"/>
                </a:lnTo>
                <a:lnTo>
                  <a:pt x="382" y="28"/>
                </a:lnTo>
                <a:lnTo>
                  <a:pt x="381" y="28"/>
                </a:lnTo>
                <a:lnTo>
                  <a:pt x="380" y="28"/>
                </a:lnTo>
                <a:lnTo>
                  <a:pt x="379" y="28"/>
                </a:lnTo>
                <a:lnTo>
                  <a:pt x="378" y="28"/>
                </a:lnTo>
                <a:lnTo>
                  <a:pt x="378" y="29"/>
                </a:lnTo>
                <a:lnTo>
                  <a:pt x="377" y="29"/>
                </a:lnTo>
                <a:lnTo>
                  <a:pt x="377" y="28"/>
                </a:lnTo>
                <a:lnTo>
                  <a:pt x="377" y="27"/>
                </a:lnTo>
                <a:lnTo>
                  <a:pt x="376" y="26"/>
                </a:lnTo>
                <a:lnTo>
                  <a:pt x="375" y="26"/>
                </a:lnTo>
                <a:lnTo>
                  <a:pt x="375" y="25"/>
                </a:lnTo>
                <a:lnTo>
                  <a:pt x="376" y="25"/>
                </a:lnTo>
                <a:lnTo>
                  <a:pt x="376" y="23"/>
                </a:lnTo>
                <a:lnTo>
                  <a:pt x="376" y="21"/>
                </a:lnTo>
                <a:lnTo>
                  <a:pt x="376" y="20"/>
                </a:lnTo>
                <a:lnTo>
                  <a:pt x="376" y="19"/>
                </a:lnTo>
                <a:lnTo>
                  <a:pt x="377" y="19"/>
                </a:lnTo>
                <a:lnTo>
                  <a:pt x="377" y="18"/>
                </a:lnTo>
                <a:lnTo>
                  <a:pt x="377" y="17"/>
                </a:lnTo>
                <a:lnTo>
                  <a:pt x="377" y="16"/>
                </a:lnTo>
                <a:lnTo>
                  <a:pt x="376" y="16"/>
                </a:lnTo>
                <a:lnTo>
                  <a:pt x="376" y="15"/>
                </a:lnTo>
                <a:lnTo>
                  <a:pt x="378" y="14"/>
                </a:lnTo>
                <a:lnTo>
                  <a:pt x="379" y="13"/>
                </a:lnTo>
                <a:lnTo>
                  <a:pt x="380" y="13"/>
                </a:lnTo>
                <a:lnTo>
                  <a:pt x="380" y="12"/>
                </a:lnTo>
                <a:lnTo>
                  <a:pt x="380" y="11"/>
                </a:lnTo>
                <a:lnTo>
                  <a:pt x="381" y="11"/>
                </a:lnTo>
                <a:lnTo>
                  <a:pt x="383" y="11"/>
                </a:lnTo>
                <a:lnTo>
                  <a:pt x="384" y="11"/>
                </a:lnTo>
                <a:lnTo>
                  <a:pt x="385" y="11"/>
                </a:lnTo>
                <a:lnTo>
                  <a:pt x="388" y="11"/>
                </a:lnTo>
                <a:lnTo>
                  <a:pt x="389" y="11"/>
                </a:lnTo>
                <a:lnTo>
                  <a:pt x="390" y="11"/>
                </a:lnTo>
                <a:lnTo>
                  <a:pt x="391" y="10"/>
                </a:lnTo>
                <a:lnTo>
                  <a:pt x="392" y="10"/>
                </a:lnTo>
                <a:lnTo>
                  <a:pt x="392" y="9"/>
                </a:lnTo>
                <a:lnTo>
                  <a:pt x="393" y="8"/>
                </a:lnTo>
                <a:lnTo>
                  <a:pt x="394" y="7"/>
                </a:lnTo>
                <a:lnTo>
                  <a:pt x="395" y="6"/>
                </a:lnTo>
                <a:lnTo>
                  <a:pt x="396" y="4"/>
                </a:lnTo>
                <a:lnTo>
                  <a:pt x="395" y="3"/>
                </a:lnTo>
                <a:lnTo>
                  <a:pt x="395" y="2"/>
                </a:lnTo>
                <a:lnTo>
                  <a:pt x="395" y="1"/>
                </a:lnTo>
                <a:lnTo>
                  <a:pt x="397" y="0"/>
                </a:lnTo>
                <a:lnTo>
                  <a:pt x="398" y="0"/>
                </a:lnTo>
                <a:lnTo>
                  <a:pt x="398" y="1"/>
                </a:lnTo>
                <a:lnTo>
                  <a:pt x="398" y="2"/>
                </a:lnTo>
                <a:lnTo>
                  <a:pt x="398" y="3"/>
                </a:lnTo>
                <a:lnTo>
                  <a:pt x="399" y="3"/>
                </a:lnTo>
                <a:lnTo>
                  <a:pt x="399" y="4"/>
                </a:lnTo>
                <a:lnTo>
                  <a:pt x="400" y="4"/>
                </a:lnTo>
                <a:lnTo>
                  <a:pt x="400" y="5"/>
                </a:lnTo>
                <a:lnTo>
                  <a:pt x="400" y="6"/>
                </a:lnTo>
                <a:lnTo>
                  <a:pt x="402" y="11"/>
                </a:lnTo>
                <a:lnTo>
                  <a:pt x="404" y="17"/>
                </a:lnTo>
                <a:lnTo>
                  <a:pt x="405" y="17"/>
                </a:lnTo>
                <a:lnTo>
                  <a:pt x="408" y="2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36" name=""/>
          <p:cNvSpPr/>
          <p:nvPr/>
        </p:nvSpPr>
        <p:spPr>
          <a:xfrm>
            <a:off x="7855560" y="2855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0"/>
                </a:moveTo>
                <a:lnTo>
                  <a:pt x="4" y="3"/>
                </a:lnTo>
                <a:lnTo>
                  <a:pt x="2" y="4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37" name=""/>
          <p:cNvSpPr/>
          <p:nvPr/>
        </p:nvSpPr>
        <p:spPr>
          <a:xfrm>
            <a:off x="7859520" y="2850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38" name=""/>
          <p:cNvSpPr/>
          <p:nvPr/>
        </p:nvSpPr>
        <p:spPr>
          <a:xfrm>
            <a:off x="7720200" y="2849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39" name=""/>
          <p:cNvSpPr/>
          <p:nvPr/>
        </p:nvSpPr>
        <p:spPr>
          <a:xfrm>
            <a:off x="7754760" y="282276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5" y="2"/>
                </a:moveTo>
                <a:lnTo>
                  <a:pt x="5" y="3"/>
                </a:lnTo>
                <a:lnTo>
                  <a:pt x="7" y="3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40" name=""/>
          <p:cNvSpPr/>
          <p:nvPr/>
        </p:nvSpPr>
        <p:spPr>
          <a:xfrm>
            <a:off x="7897320" y="2798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41" name=""/>
          <p:cNvSpPr/>
          <p:nvPr/>
        </p:nvSpPr>
        <p:spPr>
          <a:xfrm>
            <a:off x="7851600" y="2792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42" name=""/>
          <p:cNvSpPr/>
          <p:nvPr/>
        </p:nvSpPr>
        <p:spPr>
          <a:xfrm>
            <a:off x="7828200" y="279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0"/>
                </a:move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43" name=""/>
          <p:cNvSpPr/>
          <p:nvPr/>
        </p:nvSpPr>
        <p:spPr>
          <a:xfrm>
            <a:off x="7989480" y="3089880"/>
            <a:ext cx="4320" cy="3960"/>
          </a:xfrm>
          <a:custGeom>
            <a:avLst/>
            <a:gdLst/>
            <a:ahLst/>
            <a:rect l="0" t="0" r="r" b="b"/>
            <a:pathLst>
              <a:path w="12" h="11">
                <a:moveTo>
                  <a:pt x="5" y="3"/>
                </a:moveTo>
                <a:lnTo>
                  <a:pt x="7" y="1"/>
                </a:lnTo>
                <a:lnTo>
                  <a:pt x="10" y="0"/>
                </a:lnTo>
                <a:lnTo>
                  <a:pt x="12" y="1"/>
                </a:lnTo>
                <a:lnTo>
                  <a:pt x="12" y="5"/>
                </a:lnTo>
                <a:lnTo>
                  <a:pt x="10" y="7"/>
                </a:lnTo>
                <a:lnTo>
                  <a:pt x="7" y="10"/>
                </a:lnTo>
                <a:lnTo>
                  <a:pt x="6" y="11"/>
                </a:lnTo>
                <a:lnTo>
                  <a:pt x="4" y="11"/>
                </a:lnTo>
                <a:lnTo>
                  <a:pt x="1" y="11"/>
                </a:lnTo>
                <a:lnTo>
                  <a:pt x="0" y="9"/>
                </a:lnTo>
                <a:lnTo>
                  <a:pt x="0" y="7"/>
                </a:lnTo>
                <a:lnTo>
                  <a:pt x="1" y="6"/>
                </a:lnTo>
                <a:lnTo>
                  <a:pt x="5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44" name=""/>
          <p:cNvSpPr/>
          <p:nvPr/>
        </p:nvSpPr>
        <p:spPr>
          <a:xfrm>
            <a:off x="7954920" y="3068640"/>
            <a:ext cx="6120" cy="3960"/>
          </a:xfrm>
          <a:custGeom>
            <a:avLst/>
            <a:gdLst/>
            <a:ahLst/>
            <a:rect l="0" t="0" r="r" b="b"/>
            <a:pathLst>
              <a:path w="17" h="11">
                <a:moveTo>
                  <a:pt x="0" y="6"/>
                </a:moveTo>
                <a:lnTo>
                  <a:pt x="1" y="5"/>
                </a:lnTo>
                <a:lnTo>
                  <a:pt x="5" y="3"/>
                </a:lnTo>
                <a:lnTo>
                  <a:pt x="9" y="1"/>
                </a:lnTo>
                <a:lnTo>
                  <a:pt x="13" y="1"/>
                </a:lnTo>
                <a:lnTo>
                  <a:pt x="15" y="0"/>
                </a:lnTo>
                <a:lnTo>
                  <a:pt x="16" y="1"/>
                </a:lnTo>
                <a:lnTo>
                  <a:pt x="17" y="1"/>
                </a:lnTo>
                <a:lnTo>
                  <a:pt x="17" y="3"/>
                </a:lnTo>
                <a:lnTo>
                  <a:pt x="17" y="5"/>
                </a:lnTo>
                <a:lnTo>
                  <a:pt x="16" y="6"/>
                </a:lnTo>
                <a:lnTo>
                  <a:pt x="15" y="7"/>
                </a:lnTo>
                <a:lnTo>
                  <a:pt x="12" y="9"/>
                </a:lnTo>
                <a:lnTo>
                  <a:pt x="9" y="11"/>
                </a:lnTo>
                <a:lnTo>
                  <a:pt x="7" y="11"/>
                </a:lnTo>
                <a:lnTo>
                  <a:pt x="5" y="11"/>
                </a:lnTo>
                <a:lnTo>
                  <a:pt x="3" y="10"/>
                </a:lnTo>
                <a:lnTo>
                  <a:pt x="2" y="9"/>
                </a:lnTo>
                <a:lnTo>
                  <a:pt x="1" y="7"/>
                </a:lnTo>
                <a:lnTo>
                  <a:pt x="0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45" name=""/>
          <p:cNvSpPr/>
          <p:nvPr/>
        </p:nvSpPr>
        <p:spPr>
          <a:xfrm>
            <a:off x="7940520" y="3056040"/>
            <a:ext cx="10080" cy="8640"/>
          </a:xfrm>
          <a:custGeom>
            <a:avLst/>
            <a:gdLst/>
            <a:ahLst/>
            <a:rect l="0" t="0" r="r" b="b"/>
            <a:pathLst>
              <a:path w="28" h="24">
                <a:moveTo>
                  <a:pt x="9" y="12"/>
                </a:moveTo>
                <a:lnTo>
                  <a:pt x="7" y="15"/>
                </a:lnTo>
                <a:lnTo>
                  <a:pt x="6" y="17"/>
                </a:lnTo>
                <a:lnTo>
                  <a:pt x="7" y="18"/>
                </a:lnTo>
                <a:lnTo>
                  <a:pt x="8" y="19"/>
                </a:lnTo>
                <a:lnTo>
                  <a:pt x="10" y="19"/>
                </a:lnTo>
                <a:lnTo>
                  <a:pt x="12" y="18"/>
                </a:lnTo>
                <a:lnTo>
                  <a:pt x="14" y="17"/>
                </a:lnTo>
                <a:lnTo>
                  <a:pt x="15" y="15"/>
                </a:lnTo>
                <a:lnTo>
                  <a:pt x="18" y="13"/>
                </a:lnTo>
                <a:lnTo>
                  <a:pt x="22" y="11"/>
                </a:lnTo>
                <a:lnTo>
                  <a:pt x="26" y="10"/>
                </a:lnTo>
                <a:lnTo>
                  <a:pt x="27" y="10"/>
                </a:lnTo>
                <a:lnTo>
                  <a:pt x="28" y="11"/>
                </a:lnTo>
                <a:lnTo>
                  <a:pt x="28" y="12"/>
                </a:lnTo>
                <a:lnTo>
                  <a:pt x="28" y="13"/>
                </a:lnTo>
                <a:lnTo>
                  <a:pt x="26" y="15"/>
                </a:lnTo>
                <a:lnTo>
                  <a:pt x="22" y="16"/>
                </a:lnTo>
                <a:lnTo>
                  <a:pt x="20" y="17"/>
                </a:lnTo>
                <a:lnTo>
                  <a:pt x="18" y="19"/>
                </a:lnTo>
                <a:lnTo>
                  <a:pt x="14" y="21"/>
                </a:lnTo>
                <a:lnTo>
                  <a:pt x="12" y="22"/>
                </a:lnTo>
                <a:lnTo>
                  <a:pt x="10" y="23"/>
                </a:lnTo>
                <a:lnTo>
                  <a:pt x="5" y="24"/>
                </a:lnTo>
                <a:lnTo>
                  <a:pt x="3" y="23"/>
                </a:lnTo>
                <a:lnTo>
                  <a:pt x="1" y="22"/>
                </a:lnTo>
                <a:lnTo>
                  <a:pt x="0" y="21"/>
                </a:lnTo>
                <a:lnTo>
                  <a:pt x="1" y="16"/>
                </a:lnTo>
                <a:lnTo>
                  <a:pt x="2" y="12"/>
                </a:lnTo>
                <a:lnTo>
                  <a:pt x="9" y="7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0" y="2"/>
                </a:lnTo>
                <a:lnTo>
                  <a:pt x="21" y="1"/>
                </a:lnTo>
                <a:lnTo>
                  <a:pt x="23" y="0"/>
                </a:lnTo>
                <a:lnTo>
                  <a:pt x="24" y="1"/>
                </a:lnTo>
                <a:lnTo>
                  <a:pt x="24" y="2"/>
                </a:lnTo>
                <a:lnTo>
                  <a:pt x="22" y="3"/>
                </a:lnTo>
                <a:lnTo>
                  <a:pt x="20" y="5"/>
                </a:lnTo>
                <a:lnTo>
                  <a:pt x="17" y="6"/>
                </a:lnTo>
                <a:lnTo>
                  <a:pt x="12" y="9"/>
                </a:lnTo>
                <a:lnTo>
                  <a:pt x="9" y="1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46" name=""/>
          <p:cNvSpPr/>
          <p:nvPr/>
        </p:nvSpPr>
        <p:spPr>
          <a:xfrm>
            <a:off x="7950600" y="30592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47" name=""/>
          <p:cNvSpPr/>
          <p:nvPr/>
        </p:nvSpPr>
        <p:spPr>
          <a:xfrm>
            <a:off x="7948800" y="3054600"/>
            <a:ext cx="10440" cy="6480"/>
          </a:xfrm>
          <a:custGeom>
            <a:avLst/>
            <a:gdLst/>
            <a:ahLst/>
            <a:rect l="0" t="0" r="r" b="b"/>
            <a:pathLst>
              <a:path w="29" h="18">
                <a:moveTo>
                  <a:pt x="17" y="18"/>
                </a:moveTo>
                <a:lnTo>
                  <a:pt x="15" y="18"/>
                </a:lnTo>
                <a:lnTo>
                  <a:pt x="13" y="18"/>
                </a:lnTo>
                <a:lnTo>
                  <a:pt x="11" y="17"/>
                </a:lnTo>
                <a:lnTo>
                  <a:pt x="10" y="17"/>
                </a:lnTo>
                <a:lnTo>
                  <a:pt x="11" y="16"/>
                </a:lnTo>
                <a:lnTo>
                  <a:pt x="11" y="15"/>
                </a:lnTo>
                <a:lnTo>
                  <a:pt x="12" y="15"/>
                </a:lnTo>
                <a:lnTo>
                  <a:pt x="16" y="15"/>
                </a:lnTo>
                <a:lnTo>
                  <a:pt x="17" y="15"/>
                </a:lnTo>
                <a:lnTo>
                  <a:pt x="20" y="13"/>
                </a:lnTo>
                <a:lnTo>
                  <a:pt x="22" y="12"/>
                </a:lnTo>
                <a:lnTo>
                  <a:pt x="23" y="11"/>
                </a:lnTo>
                <a:lnTo>
                  <a:pt x="23" y="9"/>
                </a:lnTo>
                <a:lnTo>
                  <a:pt x="23" y="8"/>
                </a:lnTo>
                <a:lnTo>
                  <a:pt x="22" y="6"/>
                </a:lnTo>
                <a:lnTo>
                  <a:pt x="21" y="6"/>
                </a:lnTo>
                <a:lnTo>
                  <a:pt x="18" y="5"/>
                </a:lnTo>
                <a:lnTo>
                  <a:pt x="16" y="5"/>
                </a:lnTo>
                <a:lnTo>
                  <a:pt x="16" y="6"/>
                </a:lnTo>
                <a:lnTo>
                  <a:pt x="13" y="7"/>
                </a:lnTo>
                <a:lnTo>
                  <a:pt x="10" y="7"/>
                </a:lnTo>
                <a:lnTo>
                  <a:pt x="7" y="8"/>
                </a:lnTo>
                <a:lnTo>
                  <a:pt x="4" y="7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4" y="5"/>
                </a:lnTo>
                <a:lnTo>
                  <a:pt x="6" y="5"/>
                </a:lnTo>
                <a:lnTo>
                  <a:pt x="9" y="5"/>
                </a:lnTo>
                <a:lnTo>
                  <a:pt x="12" y="4"/>
                </a:lnTo>
                <a:lnTo>
                  <a:pt x="15" y="2"/>
                </a:lnTo>
                <a:lnTo>
                  <a:pt x="20" y="1"/>
                </a:lnTo>
                <a:lnTo>
                  <a:pt x="21" y="0"/>
                </a:lnTo>
                <a:lnTo>
                  <a:pt x="23" y="1"/>
                </a:lnTo>
                <a:lnTo>
                  <a:pt x="25" y="2"/>
                </a:lnTo>
                <a:lnTo>
                  <a:pt x="27" y="4"/>
                </a:lnTo>
                <a:lnTo>
                  <a:pt x="29" y="7"/>
                </a:lnTo>
                <a:lnTo>
                  <a:pt x="29" y="8"/>
                </a:lnTo>
                <a:lnTo>
                  <a:pt x="29" y="11"/>
                </a:lnTo>
                <a:lnTo>
                  <a:pt x="24" y="14"/>
                </a:lnTo>
                <a:lnTo>
                  <a:pt x="20" y="17"/>
                </a:lnTo>
                <a:lnTo>
                  <a:pt x="17" y="18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48" name=""/>
          <p:cNvSpPr/>
          <p:nvPr/>
        </p:nvSpPr>
        <p:spPr>
          <a:xfrm>
            <a:off x="7999560" y="3047760"/>
            <a:ext cx="11880" cy="5040"/>
          </a:xfrm>
          <a:custGeom>
            <a:avLst/>
            <a:gdLst/>
            <a:ahLst/>
            <a:rect l="0" t="0" r="r" b="b"/>
            <a:pathLst>
              <a:path w="33" h="14">
                <a:moveTo>
                  <a:pt x="14" y="9"/>
                </a:moveTo>
                <a:lnTo>
                  <a:pt x="12" y="11"/>
                </a:lnTo>
                <a:lnTo>
                  <a:pt x="9" y="13"/>
                </a:lnTo>
                <a:lnTo>
                  <a:pt x="7" y="14"/>
                </a:lnTo>
                <a:lnTo>
                  <a:pt x="5" y="14"/>
                </a:lnTo>
                <a:lnTo>
                  <a:pt x="1" y="14"/>
                </a:lnTo>
                <a:lnTo>
                  <a:pt x="0" y="13"/>
                </a:lnTo>
                <a:lnTo>
                  <a:pt x="0" y="10"/>
                </a:lnTo>
                <a:lnTo>
                  <a:pt x="1" y="9"/>
                </a:lnTo>
                <a:lnTo>
                  <a:pt x="5" y="7"/>
                </a:lnTo>
                <a:lnTo>
                  <a:pt x="7" y="6"/>
                </a:lnTo>
                <a:lnTo>
                  <a:pt x="10" y="5"/>
                </a:lnTo>
                <a:lnTo>
                  <a:pt x="15" y="3"/>
                </a:lnTo>
                <a:lnTo>
                  <a:pt x="21" y="2"/>
                </a:lnTo>
                <a:lnTo>
                  <a:pt x="24" y="1"/>
                </a:lnTo>
                <a:lnTo>
                  <a:pt x="27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4"/>
                </a:lnTo>
                <a:lnTo>
                  <a:pt x="33" y="6"/>
                </a:lnTo>
                <a:lnTo>
                  <a:pt x="31" y="6"/>
                </a:lnTo>
                <a:lnTo>
                  <a:pt x="28" y="7"/>
                </a:lnTo>
                <a:lnTo>
                  <a:pt x="24" y="7"/>
                </a:lnTo>
                <a:lnTo>
                  <a:pt x="20" y="7"/>
                </a:lnTo>
                <a:lnTo>
                  <a:pt x="17" y="8"/>
                </a:lnTo>
                <a:lnTo>
                  <a:pt x="14" y="9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49" name=""/>
          <p:cNvSpPr/>
          <p:nvPr/>
        </p:nvSpPr>
        <p:spPr>
          <a:xfrm>
            <a:off x="7969680" y="3047400"/>
            <a:ext cx="8280" cy="4320"/>
          </a:xfrm>
          <a:custGeom>
            <a:avLst/>
            <a:gdLst/>
            <a:ahLst/>
            <a:rect l="0" t="0" r="r" b="b"/>
            <a:pathLst>
              <a:path w="23" h="12">
                <a:moveTo>
                  <a:pt x="0" y="8"/>
                </a:move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lnTo>
                  <a:pt x="3" y="4"/>
                </a:lnTo>
                <a:lnTo>
                  <a:pt x="4" y="3"/>
                </a:lnTo>
                <a:lnTo>
                  <a:pt x="5" y="2"/>
                </a:lnTo>
                <a:lnTo>
                  <a:pt x="8" y="2"/>
                </a:lnTo>
                <a:lnTo>
                  <a:pt x="9" y="2"/>
                </a:lnTo>
                <a:lnTo>
                  <a:pt x="11" y="1"/>
                </a:lnTo>
                <a:lnTo>
                  <a:pt x="12" y="1"/>
                </a:lnTo>
                <a:lnTo>
                  <a:pt x="14" y="1"/>
                </a:lnTo>
                <a:lnTo>
                  <a:pt x="15" y="0"/>
                </a:lnTo>
                <a:lnTo>
                  <a:pt x="16" y="0"/>
                </a:lnTo>
                <a:lnTo>
                  <a:pt x="17" y="0"/>
                </a:lnTo>
                <a:lnTo>
                  <a:pt x="18" y="1"/>
                </a:lnTo>
                <a:lnTo>
                  <a:pt x="19" y="1"/>
                </a:lnTo>
                <a:lnTo>
                  <a:pt x="21" y="2"/>
                </a:lnTo>
                <a:lnTo>
                  <a:pt x="22" y="2"/>
                </a:lnTo>
                <a:lnTo>
                  <a:pt x="23" y="4"/>
                </a:lnTo>
                <a:lnTo>
                  <a:pt x="23" y="5"/>
                </a:lnTo>
                <a:lnTo>
                  <a:pt x="22" y="7"/>
                </a:lnTo>
                <a:lnTo>
                  <a:pt x="20" y="8"/>
                </a:lnTo>
                <a:lnTo>
                  <a:pt x="19" y="9"/>
                </a:lnTo>
                <a:lnTo>
                  <a:pt x="18" y="9"/>
                </a:lnTo>
                <a:lnTo>
                  <a:pt x="17" y="9"/>
                </a:lnTo>
                <a:lnTo>
                  <a:pt x="15" y="9"/>
                </a:lnTo>
                <a:lnTo>
                  <a:pt x="14" y="10"/>
                </a:lnTo>
                <a:lnTo>
                  <a:pt x="13" y="10"/>
                </a:lnTo>
                <a:lnTo>
                  <a:pt x="11" y="10"/>
                </a:lnTo>
                <a:lnTo>
                  <a:pt x="9" y="12"/>
                </a:lnTo>
                <a:lnTo>
                  <a:pt x="6" y="12"/>
                </a:lnTo>
                <a:lnTo>
                  <a:pt x="5" y="12"/>
                </a:lnTo>
                <a:lnTo>
                  <a:pt x="3" y="10"/>
                </a:lnTo>
                <a:lnTo>
                  <a:pt x="2" y="10"/>
                </a:lnTo>
                <a:lnTo>
                  <a:pt x="1" y="9"/>
                </a:lnTo>
                <a:lnTo>
                  <a:pt x="0" y="8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50" name=""/>
          <p:cNvSpPr/>
          <p:nvPr/>
        </p:nvSpPr>
        <p:spPr>
          <a:xfrm>
            <a:off x="7948800" y="304236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5" y="0"/>
                </a:move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51" name=""/>
          <p:cNvSpPr/>
          <p:nvPr/>
        </p:nvSpPr>
        <p:spPr>
          <a:xfrm>
            <a:off x="7939800" y="3040200"/>
            <a:ext cx="3600" cy="4320"/>
          </a:xfrm>
          <a:custGeom>
            <a:avLst/>
            <a:gdLst/>
            <a:ahLst/>
            <a:rect l="0" t="0" r="r" b="b"/>
            <a:pathLst>
              <a:path w="10" h="12">
                <a:moveTo>
                  <a:pt x="1" y="8"/>
                </a:moveTo>
                <a:lnTo>
                  <a:pt x="0" y="6"/>
                </a:lnTo>
                <a:lnTo>
                  <a:pt x="0" y="5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8" y="4"/>
                </a:lnTo>
                <a:lnTo>
                  <a:pt x="9" y="6"/>
                </a:lnTo>
                <a:lnTo>
                  <a:pt x="9" y="7"/>
                </a:lnTo>
                <a:lnTo>
                  <a:pt x="10" y="9"/>
                </a:lnTo>
                <a:lnTo>
                  <a:pt x="10" y="11"/>
                </a:lnTo>
                <a:lnTo>
                  <a:pt x="8" y="12"/>
                </a:lnTo>
                <a:lnTo>
                  <a:pt x="7" y="12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1" y="9"/>
                </a:lnTo>
                <a:lnTo>
                  <a:pt x="1" y="8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52" name=""/>
          <p:cNvSpPr/>
          <p:nvPr/>
        </p:nvSpPr>
        <p:spPr>
          <a:xfrm>
            <a:off x="7940520" y="3039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53" name=""/>
          <p:cNvSpPr/>
          <p:nvPr/>
        </p:nvSpPr>
        <p:spPr>
          <a:xfrm>
            <a:off x="7951320" y="3035520"/>
            <a:ext cx="4320" cy="7200"/>
          </a:xfrm>
          <a:custGeom>
            <a:avLst/>
            <a:gdLst/>
            <a:ahLst/>
            <a:rect l="0" t="0" r="r" b="b"/>
            <a:pathLst>
              <a:path w="12" h="20">
                <a:moveTo>
                  <a:pt x="4" y="15"/>
                </a:moveTo>
                <a:lnTo>
                  <a:pt x="5" y="15"/>
                </a:lnTo>
                <a:lnTo>
                  <a:pt x="5" y="13"/>
                </a:lnTo>
                <a:lnTo>
                  <a:pt x="6" y="12"/>
                </a:lnTo>
                <a:lnTo>
                  <a:pt x="6" y="10"/>
                </a:lnTo>
                <a:lnTo>
                  <a:pt x="6" y="9"/>
                </a:lnTo>
                <a:lnTo>
                  <a:pt x="6" y="7"/>
                </a:lnTo>
                <a:lnTo>
                  <a:pt x="5" y="6"/>
                </a:lnTo>
                <a:lnTo>
                  <a:pt x="5" y="5"/>
                </a:lnTo>
                <a:lnTo>
                  <a:pt x="3" y="4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5" y="1"/>
                </a:lnTo>
                <a:lnTo>
                  <a:pt x="6" y="2"/>
                </a:lnTo>
                <a:lnTo>
                  <a:pt x="7" y="3"/>
                </a:lnTo>
                <a:lnTo>
                  <a:pt x="10" y="4"/>
                </a:lnTo>
                <a:lnTo>
                  <a:pt x="11" y="5"/>
                </a:lnTo>
                <a:lnTo>
                  <a:pt x="12" y="7"/>
                </a:lnTo>
                <a:lnTo>
                  <a:pt x="11" y="8"/>
                </a:lnTo>
                <a:lnTo>
                  <a:pt x="11" y="10"/>
                </a:lnTo>
                <a:lnTo>
                  <a:pt x="9" y="13"/>
                </a:lnTo>
                <a:lnTo>
                  <a:pt x="7" y="16"/>
                </a:lnTo>
                <a:lnTo>
                  <a:pt x="6" y="18"/>
                </a:lnTo>
                <a:lnTo>
                  <a:pt x="4" y="19"/>
                </a:lnTo>
                <a:lnTo>
                  <a:pt x="3" y="20"/>
                </a:lnTo>
                <a:lnTo>
                  <a:pt x="2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54" name=""/>
          <p:cNvSpPr/>
          <p:nvPr/>
        </p:nvSpPr>
        <p:spPr>
          <a:xfrm>
            <a:off x="7941240" y="303624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2" y="2"/>
                </a:moveTo>
                <a:lnTo>
                  <a:pt x="3" y="1"/>
                </a:lnTo>
                <a:lnTo>
                  <a:pt x="4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7" y="2"/>
                </a:lnTo>
                <a:lnTo>
                  <a:pt x="5" y="3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55" name=""/>
          <p:cNvSpPr/>
          <p:nvPr/>
        </p:nvSpPr>
        <p:spPr>
          <a:xfrm>
            <a:off x="7950240" y="3035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56" name=""/>
          <p:cNvSpPr/>
          <p:nvPr/>
        </p:nvSpPr>
        <p:spPr>
          <a:xfrm>
            <a:off x="7949520" y="3035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800" rIns="18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57" name=""/>
          <p:cNvSpPr/>
          <p:nvPr/>
        </p:nvSpPr>
        <p:spPr>
          <a:xfrm>
            <a:off x="7947720" y="3034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800" rIns="18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58" name=""/>
          <p:cNvSpPr/>
          <p:nvPr/>
        </p:nvSpPr>
        <p:spPr>
          <a:xfrm>
            <a:off x="7945200" y="303372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0" y="4"/>
                </a:moveTo>
                <a:lnTo>
                  <a:pt x="1" y="2"/>
                </a:lnTo>
                <a:lnTo>
                  <a:pt x="2" y="2"/>
                </a:lnTo>
                <a:lnTo>
                  <a:pt x="4" y="1"/>
                </a:lnTo>
                <a:lnTo>
                  <a:pt x="5" y="0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6" y="4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59" name=""/>
          <p:cNvSpPr/>
          <p:nvPr/>
        </p:nvSpPr>
        <p:spPr>
          <a:xfrm>
            <a:off x="7947720" y="303228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3" y="6"/>
                </a:moveTo>
                <a:lnTo>
                  <a:pt x="2" y="5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5" y="1"/>
                </a:lnTo>
                <a:lnTo>
                  <a:pt x="8" y="1"/>
                </a:lnTo>
                <a:lnTo>
                  <a:pt x="9" y="4"/>
                </a:lnTo>
                <a:lnTo>
                  <a:pt x="9" y="6"/>
                </a:lnTo>
                <a:lnTo>
                  <a:pt x="10" y="7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5" y="7"/>
                </a:lnTo>
                <a:lnTo>
                  <a:pt x="3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60" name=""/>
          <p:cNvSpPr/>
          <p:nvPr/>
        </p:nvSpPr>
        <p:spPr>
          <a:xfrm>
            <a:off x="7984080" y="3015720"/>
            <a:ext cx="4680" cy="3240"/>
          </a:xfrm>
          <a:custGeom>
            <a:avLst/>
            <a:gdLst/>
            <a:ahLst/>
            <a:rect l="0" t="0" r="r" b="b"/>
            <a:pathLst>
              <a:path w="13" h="9">
                <a:moveTo>
                  <a:pt x="0" y="2"/>
                </a:moveTo>
                <a:lnTo>
                  <a:pt x="1" y="0"/>
                </a:lnTo>
                <a:lnTo>
                  <a:pt x="5" y="0"/>
                </a:lnTo>
                <a:lnTo>
                  <a:pt x="10" y="2"/>
                </a:lnTo>
                <a:lnTo>
                  <a:pt x="13" y="4"/>
                </a:lnTo>
                <a:lnTo>
                  <a:pt x="13" y="5"/>
                </a:lnTo>
                <a:lnTo>
                  <a:pt x="13" y="8"/>
                </a:lnTo>
                <a:lnTo>
                  <a:pt x="12" y="9"/>
                </a:lnTo>
                <a:lnTo>
                  <a:pt x="10" y="9"/>
                </a:lnTo>
                <a:lnTo>
                  <a:pt x="8" y="9"/>
                </a:lnTo>
                <a:lnTo>
                  <a:pt x="7" y="8"/>
                </a:lnTo>
                <a:lnTo>
                  <a:pt x="6" y="8"/>
                </a:lnTo>
                <a:lnTo>
                  <a:pt x="0" y="5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61" name=""/>
          <p:cNvSpPr/>
          <p:nvPr/>
        </p:nvSpPr>
        <p:spPr>
          <a:xfrm>
            <a:off x="7993080" y="30114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6" y="2"/>
                </a:moveTo>
                <a:lnTo>
                  <a:pt x="7" y="2"/>
                </a:lnTo>
                <a:lnTo>
                  <a:pt x="6" y="4"/>
                </a:lnTo>
                <a:lnTo>
                  <a:pt x="4" y="4"/>
                </a:lnTo>
                <a:lnTo>
                  <a:pt x="3" y="5"/>
                </a:lnTo>
                <a:lnTo>
                  <a:pt x="2" y="7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6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62" name=""/>
          <p:cNvSpPr/>
          <p:nvPr/>
        </p:nvSpPr>
        <p:spPr>
          <a:xfrm>
            <a:off x="7990200" y="3002760"/>
            <a:ext cx="4680" cy="4320"/>
          </a:xfrm>
          <a:custGeom>
            <a:avLst/>
            <a:gdLst/>
            <a:ahLst/>
            <a:rect l="0" t="0" r="r" b="b"/>
            <a:pathLst>
              <a:path w="13" h="12">
                <a:moveTo>
                  <a:pt x="4" y="6"/>
                </a:move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7" y="1"/>
                </a:lnTo>
                <a:lnTo>
                  <a:pt x="10" y="6"/>
                </a:lnTo>
                <a:lnTo>
                  <a:pt x="12" y="7"/>
                </a:lnTo>
                <a:lnTo>
                  <a:pt x="13" y="8"/>
                </a:lnTo>
                <a:lnTo>
                  <a:pt x="13" y="9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0" y="12"/>
                </a:lnTo>
                <a:lnTo>
                  <a:pt x="9" y="12"/>
                </a:lnTo>
                <a:lnTo>
                  <a:pt x="8" y="11"/>
                </a:lnTo>
                <a:lnTo>
                  <a:pt x="6" y="8"/>
                </a:lnTo>
                <a:lnTo>
                  <a:pt x="5" y="7"/>
                </a:lnTo>
                <a:lnTo>
                  <a:pt x="4" y="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63" name=""/>
          <p:cNvSpPr/>
          <p:nvPr/>
        </p:nvSpPr>
        <p:spPr>
          <a:xfrm>
            <a:off x="7982640" y="3001320"/>
            <a:ext cx="7560" cy="2880"/>
          </a:xfrm>
          <a:custGeom>
            <a:avLst/>
            <a:gdLst/>
            <a:ahLst/>
            <a:rect l="0" t="0" r="r" b="b"/>
            <a:pathLst>
              <a:path w="21" h="8">
                <a:moveTo>
                  <a:pt x="11" y="7"/>
                </a:moveTo>
                <a:lnTo>
                  <a:pt x="10" y="7"/>
                </a:lnTo>
                <a:lnTo>
                  <a:pt x="7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2" y="3"/>
                </a:lnTo>
                <a:lnTo>
                  <a:pt x="3" y="2"/>
                </a:lnTo>
                <a:lnTo>
                  <a:pt x="5" y="1"/>
                </a:lnTo>
                <a:lnTo>
                  <a:pt x="7" y="0"/>
                </a:lnTo>
                <a:lnTo>
                  <a:pt x="8" y="0"/>
                </a:lnTo>
                <a:lnTo>
                  <a:pt x="10" y="0"/>
                </a:lnTo>
                <a:lnTo>
                  <a:pt x="12" y="0"/>
                </a:lnTo>
                <a:lnTo>
                  <a:pt x="13" y="0"/>
                </a:lnTo>
                <a:lnTo>
                  <a:pt x="15" y="0"/>
                </a:lnTo>
                <a:lnTo>
                  <a:pt x="16" y="1"/>
                </a:lnTo>
                <a:lnTo>
                  <a:pt x="18" y="1"/>
                </a:lnTo>
                <a:lnTo>
                  <a:pt x="19" y="2"/>
                </a:lnTo>
                <a:lnTo>
                  <a:pt x="20" y="2"/>
                </a:lnTo>
                <a:lnTo>
                  <a:pt x="21" y="3"/>
                </a:lnTo>
                <a:lnTo>
                  <a:pt x="21" y="5"/>
                </a:lnTo>
                <a:lnTo>
                  <a:pt x="20" y="6"/>
                </a:lnTo>
                <a:lnTo>
                  <a:pt x="18" y="6"/>
                </a:lnTo>
                <a:lnTo>
                  <a:pt x="17" y="7"/>
                </a:lnTo>
                <a:lnTo>
                  <a:pt x="15" y="7"/>
                </a:lnTo>
                <a:lnTo>
                  <a:pt x="13" y="7"/>
                </a:lnTo>
                <a:lnTo>
                  <a:pt x="11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64" name=""/>
          <p:cNvSpPr/>
          <p:nvPr/>
        </p:nvSpPr>
        <p:spPr>
          <a:xfrm>
            <a:off x="8118360" y="37303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65" name=""/>
          <p:cNvSpPr/>
          <p:nvPr/>
        </p:nvSpPr>
        <p:spPr>
          <a:xfrm>
            <a:off x="8119800" y="3729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66" name=""/>
          <p:cNvSpPr/>
          <p:nvPr/>
        </p:nvSpPr>
        <p:spPr>
          <a:xfrm>
            <a:off x="8117640" y="3596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67" name=""/>
          <p:cNvSpPr/>
          <p:nvPr/>
        </p:nvSpPr>
        <p:spPr>
          <a:xfrm>
            <a:off x="8141040" y="3548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68" name=""/>
          <p:cNvSpPr/>
          <p:nvPr/>
        </p:nvSpPr>
        <p:spPr>
          <a:xfrm>
            <a:off x="8183160" y="3448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69" name=""/>
          <p:cNvSpPr/>
          <p:nvPr/>
        </p:nvSpPr>
        <p:spPr>
          <a:xfrm>
            <a:off x="8172360" y="3403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70" name=""/>
          <p:cNvSpPr/>
          <p:nvPr/>
        </p:nvSpPr>
        <p:spPr>
          <a:xfrm>
            <a:off x="8399880" y="3093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71" name=""/>
          <p:cNvSpPr/>
          <p:nvPr/>
        </p:nvSpPr>
        <p:spPr>
          <a:xfrm>
            <a:off x="8402760" y="3093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800" rIns="18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72" name=""/>
          <p:cNvSpPr/>
          <p:nvPr/>
        </p:nvSpPr>
        <p:spPr>
          <a:xfrm>
            <a:off x="8405640" y="3092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73" name=""/>
          <p:cNvSpPr/>
          <p:nvPr/>
        </p:nvSpPr>
        <p:spPr>
          <a:xfrm>
            <a:off x="8407440" y="3090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74" name=""/>
          <p:cNvSpPr/>
          <p:nvPr/>
        </p:nvSpPr>
        <p:spPr>
          <a:xfrm>
            <a:off x="8398800" y="3086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75" name=""/>
          <p:cNvSpPr/>
          <p:nvPr/>
        </p:nvSpPr>
        <p:spPr>
          <a:xfrm>
            <a:off x="8005680" y="3065040"/>
            <a:ext cx="12600" cy="5760"/>
          </a:xfrm>
          <a:custGeom>
            <a:avLst/>
            <a:gdLst/>
            <a:ahLst/>
            <a:rect l="0" t="0" r="r" b="b"/>
            <a:pathLst>
              <a:path w="35" h="16">
                <a:moveTo>
                  <a:pt x="33" y="7"/>
                </a:moveTo>
                <a:lnTo>
                  <a:pt x="32" y="9"/>
                </a:lnTo>
                <a:lnTo>
                  <a:pt x="31" y="10"/>
                </a:lnTo>
                <a:lnTo>
                  <a:pt x="29" y="11"/>
                </a:lnTo>
                <a:lnTo>
                  <a:pt x="26" y="12"/>
                </a:lnTo>
                <a:lnTo>
                  <a:pt x="17" y="13"/>
                </a:lnTo>
                <a:lnTo>
                  <a:pt x="6" y="16"/>
                </a:lnTo>
                <a:lnTo>
                  <a:pt x="1" y="16"/>
                </a:lnTo>
                <a:lnTo>
                  <a:pt x="0" y="15"/>
                </a:lnTo>
                <a:lnTo>
                  <a:pt x="0" y="13"/>
                </a:lnTo>
                <a:lnTo>
                  <a:pt x="0" y="12"/>
                </a:lnTo>
                <a:lnTo>
                  <a:pt x="0" y="10"/>
                </a:lnTo>
                <a:lnTo>
                  <a:pt x="1" y="8"/>
                </a:lnTo>
                <a:lnTo>
                  <a:pt x="3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16" y="3"/>
                </a:lnTo>
                <a:lnTo>
                  <a:pt x="18" y="2"/>
                </a:lnTo>
                <a:lnTo>
                  <a:pt x="20" y="2"/>
                </a:lnTo>
                <a:lnTo>
                  <a:pt x="22" y="1"/>
                </a:lnTo>
                <a:lnTo>
                  <a:pt x="25" y="1"/>
                </a:lnTo>
                <a:lnTo>
                  <a:pt x="27" y="0"/>
                </a:lnTo>
                <a:lnTo>
                  <a:pt x="29" y="0"/>
                </a:lnTo>
                <a:lnTo>
                  <a:pt x="31" y="0"/>
                </a:lnTo>
                <a:lnTo>
                  <a:pt x="33" y="0"/>
                </a:lnTo>
                <a:lnTo>
                  <a:pt x="34" y="2"/>
                </a:lnTo>
                <a:lnTo>
                  <a:pt x="35" y="4"/>
                </a:lnTo>
                <a:lnTo>
                  <a:pt x="34" y="5"/>
                </a:lnTo>
                <a:lnTo>
                  <a:pt x="33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76" name=""/>
          <p:cNvSpPr/>
          <p:nvPr/>
        </p:nvSpPr>
        <p:spPr>
          <a:xfrm>
            <a:off x="8020440" y="304380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4" y="0"/>
                </a:moveTo>
                <a:lnTo>
                  <a:pt x="6" y="1"/>
                </a:lnTo>
                <a:lnTo>
                  <a:pt x="7" y="4"/>
                </a:lnTo>
                <a:lnTo>
                  <a:pt x="7" y="7"/>
                </a:lnTo>
                <a:lnTo>
                  <a:pt x="6" y="8"/>
                </a:lnTo>
                <a:lnTo>
                  <a:pt x="3" y="8"/>
                </a:lnTo>
                <a:lnTo>
                  <a:pt x="0" y="7"/>
                </a:lnTo>
                <a:lnTo>
                  <a:pt x="0" y="5"/>
                </a:lnTo>
                <a:lnTo>
                  <a:pt x="1" y="1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77" name=""/>
          <p:cNvSpPr/>
          <p:nvPr/>
        </p:nvSpPr>
        <p:spPr>
          <a:xfrm>
            <a:off x="8018280" y="303948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1" y="2"/>
                </a:moveTo>
                <a:lnTo>
                  <a:pt x="2" y="0"/>
                </a:lnTo>
                <a:lnTo>
                  <a:pt x="6" y="0"/>
                </a:lnTo>
                <a:lnTo>
                  <a:pt x="7" y="3"/>
                </a:lnTo>
                <a:lnTo>
                  <a:pt x="8" y="5"/>
                </a:lnTo>
                <a:lnTo>
                  <a:pt x="7" y="8"/>
                </a:lnTo>
                <a:lnTo>
                  <a:pt x="4" y="11"/>
                </a:lnTo>
                <a:lnTo>
                  <a:pt x="2" y="11"/>
                </a:lnTo>
                <a:lnTo>
                  <a:pt x="0" y="9"/>
                </a:lnTo>
                <a:lnTo>
                  <a:pt x="0" y="8"/>
                </a:lnTo>
                <a:lnTo>
                  <a:pt x="0" y="6"/>
                </a:lnTo>
                <a:lnTo>
                  <a:pt x="1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78" name=""/>
          <p:cNvSpPr/>
          <p:nvPr/>
        </p:nvSpPr>
        <p:spPr>
          <a:xfrm>
            <a:off x="8006760" y="3031920"/>
            <a:ext cx="6840" cy="6480"/>
          </a:xfrm>
          <a:custGeom>
            <a:avLst/>
            <a:gdLst/>
            <a:ahLst/>
            <a:rect l="0" t="0" r="r" b="b"/>
            <a:pathLst>
              <a:path w="19" h="18">
                <a:moveTo>
                  <a:pt x="2" y="10"/>
                </a:moveTo>
                <a:lnTo>
                  <a:pt x="6" y="9"/>
                </a:lnTo>
                <a:lnTo>
                  <a:pt x="8" y="7"/>
                </a:lnTo>
                <a:lnTo>
                  <a:pt x="11" y="5"/>
                </a:lnTo>
                <a:lnTo>
                  <a:pt x="14" y="3"/>
                </a:lnTo>
                <a:lnTo>
                  <a:pt x="17" y="0"/>
                </a:lnTo>
                <a:lnTo>
                  <a:pt x="18" y="2"/>
                </a:lnTo>
                <a:lnTo>
                  <a:pt x="19" y="3"/>
                </a:lnTo>
                <a:lnTo>
                  <a:pt x="18" y="6"/>
                </a:lnTo>
                <a:lnTo>
                  <a:pt x="16" y="8"/>
                </a:lnTo>
                <a:lnTo>
                  <a:pt x="13" y="9"/>
                </a:lnTo>
                <a:lnTo>
                  <a:pt x="11" y="10"/>
                </a:lnTo>
                <a:lnTo>
                  <a:pt x="9" y="11"/>
                </a:lnTo>
                <a:lnTo>
                  <a:pt x="6" y="13"/>
                </a:lnTo>
                <a:lnTo>
                  <a:pt x="3" y="16"/>
                </a:lnTo>
                <a:lnTo>
                  <a:pt x="3" y="18"/>
                </a:lnTo>
                <a:lnTo>
                  <a:pt x="1" y="16"/>
                </a:lnTo>
                <a:lnTo>
                  <a:pt x="0" y="15"/>
                </a:lnTo>
                <a:lnTo>
                  <a:pt x="0" y="13"/>
                </a:lnTo>
                <a:lnTo>
                  <a:pt x="1" y="11"/>
                </a:lnTo>
                <a:lnTo>
                  <a:pt x="2" y="1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79" name=""/>
          <p:cNvSpPr/>
          <p:nvPr/>
        </p:nvSpPr>
        <p:spPr>
          <a:xfrm>
            <a:off x="8016480" y="3029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0" name=""/>
          <p:cNvSpPr/>
          <p:nvPr/>
        </p:nvSpPr>
        <p:spPr>
          <a:xfrm>
            <a:off x="8022240" y="302112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0" y="3"/>
                </a:move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7" y="5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1" name=""/>
          <p:cNvSpPr/>
          <p:nvPr/>
        </p:nvSpPr>
        <p:spPr>
          <a:xfrm>
            <a:off x="8313120" y="3014280"/>
            <a:ext cx="4680" cy="5760"/>
          </a:xfrm>
          <a:custGeom>
            <a:avLst/>
            <a:gdLst/>
            <a:ahLst/>
            <a:rect l="0" t="0" r="r" b="b"/>
            <a:pathLst>
              <a:path w="13" h="16">
                <a:moveTo>
                  <a:pt x="6" y="0"/>
                </a:moveTo>
                <a:lnTo>
                  <a:pt x="11" y="1"/>
                </a:lnTo>
                <a:lnTo>
                  <a:pt x="13" y="3"/>
                </a:lnTo>
                <a:lnTo>
                  <a:pt x="13" y="8"/>
                </a:lnTo>
                <a:lnTo>
                  <a:pt x="12" y="11"/>
                </a:lnTo>
                <a:lnTo>
                  <a:pt x="10" y="15"/>
                </a:lnTo>
                <a:lnTo>
                  <a:pt x="6" y="16"/>
                </a:lnTo>
                <a:lnTo>
                  <a:pt x="1" y="13"/>
                </a:lnTo>
                <a:lnTo>
                  <a:pt x="0" y="10"/>
                </a:lnTo>
                <a:lnTo>
                  <a:pt x="1" y="6"/>
                </a:lnTo>
                <a:lnTo>
                  <a:pt x="3" y="2"/>
                </a:lnTo>
                <a:lnTo>
                  <a:pt x="6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2" name=""/>
          <p:cNvSpPr/>
          <p:nvPr/>
        </p:nvSpPr>
        <p:spPr>
          <a:xfrm>
            <a:off x="8032680" y="301248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3" y="2"/>
                </a:moveTo>
                <a:lnTo>
                  <a:pt x="4" y="0"/>
                </a:lnTo>
                <a:lnTo>
                  <a:pt x="6" y="0"/>
                </a:lnTo>
                <a:lnTo>
                  <a:pt x="8" y="0"/>
                </a:lnTo>
                <a:lnTo>
                  <a:pt x="8" y="3"/>
                </a:lnTo>
                <a:lnTo>
                  <a:pt x="6" y="5"/>
                </a:lnTo>
                <a:lnTo>
                  <a:pt x="5" y="7"/>
                </a:lnTo>
                <a:lnTo>
                  <a:pt x="2" y="8"/>
                </a:lnTo>
                <a:lnTo>
                  <a:pt x="1" y="8"/>
                </a:lnTo>
                <a:lnTo>
                  <a:pt x="0" y="8"/>
                </a:lnTo>
                <a:lnTo>
                  <a:pt x="0" y="6"/>
                </a:lnTo>
                <a:lnTo>
                  <a:pt x="0" y="4"/>
                </a:lnTo>
                <a:lnTo>
                  <a:pt x="3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3" name=""/>
          <p:cNvSpPr/>
          <p:nvPr/>
        </p:nvSpPr>
        <p:spPr>
          <a:xfrm>
            <a:off x="8084520" y="2832480"/>
            <a:ext cx="9720" cy="6480"/>
          </a:xfrm>
          <a:custGeom>
            <a:avLst/>
            <a:gdLst/>
            <a:ahLst/>
            <a:rect l="0" t="0" r="r" b="b"/>
            <a:pathLst>
              <a:path w="27" h="18">
                <a:moveTo>
                  <a:pt x="1" y="4"/>
                </a:moveTo>
                <a:lnTo>
                  <a:pt x="5" y="1"/>
                </a:lnTo>
                <a:lnTo>
                  <a:pt x="10" y="0"/>
                </a:lnTo>
                <a:lnTo>
                  <a:pt x="15" y="0"/>
                </a:lnTo>
                <a:lnTo>
                  <a:pt x="20" y="1"/>
                </a:lnTo>
                <a:lnTo>
                  <a:pt x="25" y="1"/>
                </a:lnTo>
                <a:lnTo>
                  <a:pt x="27" y="5"/>
                </a:lnTo>
                <a:lnTo>
                  <a:pt x="26" y="9"/>
                </a:lnTo>
                <a:lnTo>
                  <a:pt x="24" y="13"/>
                </a:lnTo>
                <a:lnTo>
                  <a:pt x="21" y="16"/>
                </a:lnTo>
                <a:lnTo>
                  <a:pt x="17" y="18"/>
                </a:lnTo>
                <a:lnTo>
                  <a:pt x="13" y="18"/>
                </a:lnTo>
                <a:lnTo>
                  <a:pt x="8" y="17"/>
                </a:lnTo>
                <a:lnTo>
                  <a:pt x="3" y="15"/>
                </a:lnTo>
                <a:lnTo>
                  <a:pt x="0" y="8"/>
                </a:lnTo>
                <a:lnTo>
                  <a:pt x="1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4" name=""/>
          <p:cNvSpPr/>
          <p:nvPr/>
        </p:nvSpPr>
        <p:spPr>
          <a:xfrm>
            <a:off x="8024760" y="2816280"/>
            <a:ext cx="5400" cy="5040"/>
          </a:xfrm>
          <a:custGeom>
            <a:avLst/>
            <a:gdLst/>
            <a:ahLst/>
            <a:rect l="0" t="0" r="r" b="b"/>
            <a:pathLst>
              <a:path w="15" h="14">
                <a:moveTo>
                  <a:pt x="1" y="4"/>
                </a:moveTo>
                <a:lnTo>
                  <a:pt x="2" y="2"/>
                </a:lnTo>
                <a:lnTo>
                  <a:pt x="5" y="1"/>
                </a:lnTo>
                <a:lnTo>
                  <a:pt x="7" y="0"/>
                </a:lnTo>
                <a:lnTo>
                  <a:pt x="9" y="1"/>
                </a:lnTo>
                <a:lnTo>
                  <a:pt x="13" y="3"/>
                </a:lnTo>
                <a:lnTo>
                  <a:pt x="14" y="5"/>
                </a:lnTo>
                <a:lnTo>
                  <a:pt x="15" y="8"/>
                </a:lnTo>
                <a:lnTo>
                  <a:pt x="13" y="11"/>
                </a:lnTo>
                <a:lnTo>
                  <a:pt x="10" y="13"/>
                </a:lnTo>
                <a:lnTo>
                  <a:pt x="7" y="14"/>
                </a:lnTo>
                <a:lnTo>
                  <a:pt x="5" y="14"/>
                </a:lnTo>
                <a:lnTo>
                  <a:pt x="3" y="14"/>
                </a:lnTo>
                <a:lnTo>
                  <a:pt x="1" y="12"/>
                </a:lnTo>
                <a:lnTo>
                  <a:pt x="0" y="9"/>
                </a:lnTo>
                <a:lnTo>
                  <a:pt x="1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5" name=""/>
          <p:cNvSpPr/>
          <p:nvPr/>
        </p:nvSpPr>
        <p:spPr>
          <a:xfrm>
            <a:off x="7479000" y="1905480"/>
            <a:ext cx="304920" cy="298800"/>
          </a:xfrm>
          <a:custGeom>
            <a:avLst/>
            <a:gdLst/>
            <a:ahLst/>
            <a:rect l="0" t="0" r="r" b="b"/>
            <a:pathLst>
              <a:path w="847" h="830">
                <a:moveTo>
                  <a:pt x="552" y="4"/>
                </a:moveTo>
                <a:lnTo>
                  <a:pt x="553" y="5"/>
                </a:lnTo>
                <a:lnTo>
                  <a:pt x="554" y="5"/>
                </a:lnTo>
                <a:lnTo>
                  <a:pt x="555" y="5"/>
                </a:lnTo>
                <a:lnTo>
                  <a:pt x="556" y="5"/>
                </a:lnTo>
                <a:lnTo>
                  <a:pt x="557" y="5"/>
                </a:lnTo>
                <a:lnTo>
                  <a:pt x="559" y="5"/>
                </a:lnTo>
                <a:lnTo>
                  <a:pt x="559" y="6"/>
                </a:lnTo>
                <a:lnTo>
                  <a:pt x="560" y="6"/>
                </a:lnTo>
                <a:lnTo>
                  <a:pt x="561" y="6"/>
                </a:lnTo>
                <a:lnTo>
                  <a:pt x="561" y="7"/>
                </a:lnTo>
                <a:lnTo>
                  <a:pt x="561" y="8"/>
                </a:lnTo>
                <a:lnTo>
                  <a:pt x="562" y="9"/>
                </a:lnTo>
                <a:lnTo>
                  <a:pt x="563" y="9"/>
                </a:lnTo>
                <a:lnTo>
                  <a:pt x="564" y="9"/>
                </a:lnTo>
                <a:lnTo>
                  <a:pt x="565" y="10"/>
                </a:lnTo>
                <a:lnTo>
                  <a:pt x="567" y="11"/>
                </a:lnTo>
                <a:lnTo>
                  <a:pt x="567" y="12"/>
                </a:lnTo>
                <a:lnTo>
                  <a:pt x="568" y="13"/>
                </a:lnTo>
                <a:lnTo>
                  <a:pt x="569" y="13"/>
                </a:lnTo>
                <a:lnTo>
                  <a:pt x="570" y="14"/>
                </a:lnTo>
                <a:lnTo>
                  <a:pt x="571" y="14"/>
                </a:lnTo>
                <a:lnTo>
                  <a:pt x="572" y="15"/>
                </a:lnTo>
                <a:lnTo>
                  <a:pt x="572" y="16"/>
                </a:lnTo>
                <a:lnTo>
                  <a:pt x="572" y="17"/>
                </a:lnTo>
                <a:lnTo>
                  <a:pt x="573" y="17"/>
                </a:lnTo>
                <a:lnTo>
                  <a:pt x="574" y="17"/>
                </a:lnTo>
                <a:lnTo>
                  <a:pt x="575" y="18"/>
                </a:lnTo>
                <a:lnTo>
                  <a:pt x="575" y="19"/>
                </a:lnTo>
                <a:lnTo>
                  <a:pt x="576" y="20"/>
                </a:lnTo>
                <a:lnTo>
                  <a:pt x="578" y="19"/>
                </a:lnTo>
                <a:lnTo>
                  <a:pt x="579" y="19"/>
                </a:lnTo>
                <a:lnTo>
                  <a:pt x="580" y="19"/>
                </a:lnTo>
                <a:lnTo>
                  <a:pt x="582" y="19"/>
                </a:lnTo>
                <a:lnTo>
                  <a:pt x="583" y="19"/>
                </a:lnTo>
                <a:lnTo>
                  <a:pt x="584" y="19"/>
                </a:lnTo>
                <a:lnTo>
                  <a:pt x="585" y="18"/>
                </a:lnTo>
                <a:lnTo>
                  <a:pt x="586" y="18"/>
                </a:lnTo>
                <a:lnTo>
                  <a:pt x="587" y="19"/>
                </a:lnTo>
                <a:lnTo>
                  <a:pt x="588" y="19"/>
                </a:lnTo>
                <a:lnTo>
                  <a:pt x="588" y="20"/>
                </a:lnTo>
                <a:lnTo>
                  <a:pt x="589" y="20"/>
                </a:lnTo>
                <a:lnTo>
                  <a:pt x="589" y="21"/>
                </a:lnTo>
                <a:lnTo>
                  <a:pt x="589" y="22"/>
                </a:lnTo>
                <a:lnTo>
                  <a:pt x="589" y="23"/>
                </a:lnTo>
                <a:lnTo>
                  <a:pt x="589" y="24"/>
                </a:lnTo>
                <a:lnTo>
                  <a:pt x="589" y="25"/>
                </a:lnTo>
                <a:lnTo>
                  <a:pt x="590" y="26"/>
                </a:lnTo>
                <a:lnTo>
                  <a:pt x="591" y="26"/>
                </a:lnTo>
                <a:lnTo>
                  <a:pt x="592" y="27"/>
                </a:lnTo>
                <a:lnTo>
                  <a:pt x="592" y="28"/>
                </a:lnTo>
                <a:lnTo>
                  <a:pt x="593" y="29"/>
                </a:lnTo>
                <a:lnTo>
                  <a:pt x="594" y="29"/>
                </a:lnTo>
                <a:lnTo>
                  <a:pt x="596" y="30"/>
                </a:lnTo>
                <a:lnTo>
                  <a:pt x="597" y="31"/>
                </a:lnTo>
                <a:lnTo>
                  <a:pt x="598" y="31"/>
                </a:lnTo>
                <a:lnTo>
                  <a:pt x="599" y="31"/>
                </a:lnTo>
                <a:lnTo>
                  <a:pt x="600" y="30"/>
                </a:lnTo>
                <a:lnTo>
                  <a:pt x="602" y="31"/>
                </a:lnTo>
                <a:lnTo>
                  <a:pt x="603" y="32"/>
                </a:lnTo>
                <a:lnTo>
                  <a:pt x="604" y="32"/>
                </a:lnTo>
                <a:lnTo>
                  <a:pt x="605" y="32"/>
                </a:lnTo>
                <a:lnTo>
                  <a:pt x="605" y="33"/>
                </a:lnTo>
                <a:lnTo>
                  <a:pt x="606" y="33"/>
                </a:lnTo>
                <a:lnTo>
                  <a:pt x="606" y="34"/>
                </a:lnTo>
                <a:lnTo>
                  <a:pt x="607" y="35"/>
                </a:lnTo>
                <a:lnTo>
                  <a:pt x="607" y="36"/>
                </a:lnTo>
                <a:lnTo>
                  <a:pt x="608" y="37"/>
                </a:lnTo>
                <a:lnTo>
                  <a:pt x="610" y="39"/>
                </a:lnTo>
                <a:lnTo>
                  <a:pt x="611" y="40"/>
                </a:lnTo>
                <a:lnTo>
                  <a:pt x="612" y="40"/>
                </a:lnTo>
                <a:lnTo>
                  <a:pt x="613" y="41"/>
                </a:lnTo>
                <a:lnTo>
                  <a:pt x="614" y="42"/>
                </a:lnTo>
                <a:lnTo>
                  <a:pt x="615" y="42"/>
                </a:lnTo>
                <a:lnTo>
                  <a:pt x="616" y="42"/>
                </a:lnTo>
                <a:lnTo>
                  <a:pt x="617" y="42"/>
                </a:lnTo>
                <a:lnTo>
                  <a:pt x="618" y="42"/>
                </a:lnTo>
                <a:lnTo>
                  <a:pt x="619" y="42"/>
                </a:lnTo>
                <a:lnTo>
                  <a:pt x="620" y="42"/>
                </a:lnTo>
                <a:lnTo>
                  <a:pt x="621" y="41"/>
                </a:lnTo>
                <a:lnTo>
                  <a:pt x="623" y="42"/>
                </a:lnTo>
                <a:lnTo>
                  <a:pt x="624" y="43"/>
                </a:lnTo>
                <a:lnTo>
                  <a:pt x="625" y="43"/>
                </a:lnTo>
                <a:lnTo>
                  <a:pt x="626" y="43"/>
                </a:lnTo>
                <a:lnTo>
                  <a:pt x="626" y="42"/>
                </a:lnTo>
                <a:lnTo>
                  <a:pt x="629" y="43"/>
                </a:lnTo>
                <a:lnTo>
                  <a:pt x="631" y="43"/>
                </a:lnTo>
                <a:lnTo>
                  <a:pt x="632" y="44"/>
                </a:lnTo>
                <a:lnTo>
                  <a:pt x="633" y="44"/>
                </a:lnTo>
                <a:lnTo>
                  <a:pt x="634" y="44"/>
                </a:lnTo>
                <a:lnTo>
                  <a:pt x="635" y="45"/>
                </a:lnTo>
                <a:lnTo>
                  <a:pt x="636" y="46"/>
                </a:lnTo>
                <a:lnTo>
                  <a:pt x="638" y="47"/>
                </a:lnTo>
                <a:lnTo>
                  <a:pt x="639" y="46"/>
                </a:lnTo>
                <a:lnTo>
                  <a:pt x="640" y="47"/>
                </a:lnTo>
                <a:lnTo>
                  <a:pt x="640" y="48"/>
                </a:lnTo>
                <a:lnTo>
                  <a:pt x="641" y="48"/>
                </a:lnTo>
                <a:lnTo>
                  <a:pt x="641" y="49"/>
                </a:lnTo>
                <a:lnTo>
                  <a:pt x="642" y="50"/>
                </a:lnTo>
                <a:lnTo>
                  <a:pt x="643" y="50"/>
                </a:lnTo>
                <a:lnTo>
                  <a:pt x="643" y="51"/>
                </a:lnTo>
                <a:lnTo>
                  <a:pt x="644" y="51"/>
                </a:lnTo>
                <a:lnTo>
                  <a:pt x="645" y="51"/>
                </a:lnTo>
                <a:lnTo>
                  <a:pt x="646" y="51"/>
                </a:lnTo>
                <a:lnTo>
                  <a:pt x="646" y="52"/>
                </a:lnTo>
                <a:lnTo>
                  <a:pt x="647" y="52"/>
                </a:lnTo>
                <a:lnTo>
                  <a:pt x="648" y="53"/>
                </a:lnTo>
                <a:lnTo>
                  <a:pt x="649" y="55"/>
                </a:lnTo>
                <a:lnTo>
                  <a:pt x="650" y="56"/>
                </a:lnTo>
                <a:lnTo>
                  <a:pt x="651" y="56"/>
                </a:lnTo>
                <a:lnTo>
                  <a:pt x="652" y="57"/>
                </a:lnTo>
                <a:lnTo>
                  <a:pt x="653" y="58"/>
                </a:lnTo>
                <a:lnTo>
                  <a:pt x="653" y="59"/>
                </a:lnTo>
                <a:lnTo>
                  <a:pt x="654" y="60"/>
                </a:lnTo>
                <a:lnTo>
                  <a:pt x="656" y="60"/>
                </a:lnTo>
                <a:lnTo>
                  <a:pt x="656" y="61"/>
                </a:lnTo>
                <a:lnTo>
                  <a:pt x="659" y="62"/>
                </a:lnTo>
                <a:lnTo>
                  <a:pt x="660" y="62"/>
                </a:lnTo>
                <a:lnTo>
                  <a:pt x="661" y="63"/>
                </a:lnTo>
                <a:lnTo>
                  <a:pt x="662" y="63"/>
                </a:lnTo>
                <a:lnTo>
                  <a:pt x="662" y="64"/>
                </a:lnTo>
                <a:lnTo>
                  <a:pt x="664" y="66"/>
                </a:lnTo>
                <a:lnTo>
                  <a:pt x="665" y="66"/>
                </a:lnTo>
                <a:lnTo>
                  <a:pt x="666" y="67"/>
                </a:lnTo>
                <a:lnTo>
                  <a:pt x="666" y="68"/>
                </a:lnTo>
                <a:lnTo>
                  <a:pt x="666" y="69"/>
                </a:lnTo>
                <a:lnTo>
                  <a:pt x="667" y="69"/>
                </a:lnTo>
                <a:lnTo>
                  <a:pt x="668" y="69"/>
                </a:lnTo>
                <a:lnTo>
                  <a:pt x="667" y="70"/>
                </a:lnTo>
                <a:lnTo>
                  <a:pt x="667" y="71"/>
                </a:lnTo>
                <a:lnTo>
                  <a:pt x="667" y="72"/>
                </a:lnTo>
                <a:lnTo>
                  <a:pt x="667" y="73"/>
                </a:lnTo>
                <a:lnTo>
                  <a:pt x="666" y="73"/>
                </a:lnTo>
                <a:lnTo>
                  <a:pt x="667" y="75"/>
                </a:lnTo>
                <a:lnTo>
                  <a:pt x="669" y="75"/>
                </a:lnTo>
                <a:lnTo>
                  <a:pt x="670" y="75"/>
                </a:lnTo>
                <a:lnTo>
                  <a:pt x="671" y="75"/>
                </a:lnTo>
                <a:lnTo>
                  <a:pt x="673" y="76"/>
                </a:lnTo>
                <a:lnTo>
                  <a:pt x="674" y="76"/>
                </a:lnTo>
                <a:lnTo>
                  <a:pt x="675" y="76"/>
                </a:lnTo>
                <a:lnTo>
                  <a:pt x="676" y="76"/>
                </a:lnTo>
                <a:lnTo>
                  <a:pt x="677" y="77"/>
                </a:lnTo>
                <a:lnTo>
                  <a:pt x="678" y="77"/>
                </a:lnTo>
                <a:lnTo>
                  <a:pt x="679" y="78"/>
                </a:lnTo>
                <a:lnTo>
                  <a:pt x="680" y="78"/>
                </a:lnTo>
                <a:lnTo>
                  <a:pt x="681" y="78"/>
                </a:lnTo>
                <a:lnTo>
                  <a:pt x="681" y="79"/>
                </a:lnTo>
                <a:lnTo>
                  <a:pt x="681" y="80"/>
                </a:lnTo>
                <a:lnTo>
                  <a:pt x="681" y="81"/>
                </a:lnTo>
                <a:lnTo>
                  <a:pt x="682" y="82"/>
                </a:lnTo>
                <a:lnTo>
                  <a:pt x="682" y="83"/>
                </a:lnTo>
                <a:lnTo>
                  <a:pt x="681" y="83"/>
                </a:lnTo>
                <a:lnTo>
                  <a:pt x="680" y="83"/>
                </a:lnTo>
                <a:lnTo>
                  <a:pt x="679" y="84"/>
                </a:lnTo>
                <a:lnTo>
                  <a:pt x="679" y="85"/>
                </a:lnTo>
                <a:lnTo>
                  <a:pt x="678" y="85"/>
                </a:lnTo>
                <a:lnTo>
                  <a:pt x="678" y="87"/>
                </a:lnTo>
                <a:lnTo>
                  <a:pt x="679" y="87"/>
                </a:lnTo>
                <a:lnTo>
                  <a:pt x="680" y="87"/>
                </a:lnTo>
                <a:lnTo>
                  <a:pt x="681" y="87"/>
                </a:lnTo>
                <a:lnTo>
                  <a:pt x="681" y="88"/>
                </a:lnTo>
                <a:lnTo>
                  <a:pt x="680" y="88"/>
                </a:lnTo>
                <a:lnTo>
                  <a:pt x="681" y="89"/>
                </a:lnTo>
                <a:lnTo>
                  <a:pt x="682" y="89"/>
                </a:lnTo>
                <a:lnTo>
                  <a:pt x="683" y="90"/>
                </a:lnTo>
                <a:lnTo>
                  <a:pt x="683" y="91"/>
                </a:lnTo>
                <a:lnTo>
                  <a:pt x="682" y="93"/>
                </a:lnTo>
                <a:lnTo>
                  <a:pt x="682" y="94"/>
                </a:lnTo>
                <a:lnTo>
                  <a:pt x="682" y="95"/>
                </a:lnTo>
                <a:lnTo>
                  <a:pt x="683" y="95"/>
                </a:lnTo>
                <a:lnTo>
                  <a:pt x="684" y="95"/>
                </a:lnTo>
                <a:lnTo>
                  <a:pt x="684" y="97"/>
                </a:lnTo>
                <a:lnTo>
                  <a:pt x="685" y="97"/>
                </a:lnTo>
                <a:lnTo>
                  <a:pt x="687" y="97"/>
                </a:lnTo>
                <a:lnTo>
                  <a:pt x="688" y="97"/>
                </a:lnTo>
                <a:lnTo>
                  <a:pt x="689" y="97"/>
                </a:lnTo>
                <a:lnTo>
                  <a:pt x="690" y="97"/>
                </a:lnTo>
                <a:lnTo>
                  <a:pt x="690" y="98"/>
                </a:lnTo>
                <a:lnTo>
                  <a:pt x="692" y="98"/>
                </a:lnTo>
                <a:lnTo>
                  <a:pt x="695" y="97"/>
                </a:lnTo>
                <a:lnTo>
                  <a:pt x="697" y="97"/>
                </a:lnTo>
                <a:lnTo>
                  <a:pt x="698" y="97"/>
                </a:lnTo>
                <a:lnTo>
                  <a:pt x="698" y="98"/>
                </a:lnTo>
                <a:lnTo>
                  <a:pt x="699" y="98"/>
                </a:lnTo>
                <a:lnTo>
                  <a:pt x="700" y="98"/>
                </a:lnTo>
                <a:lnTo>
                  <a:pt x="701" y="98"/>
                </a:lnTo>
                <a:lnTo>
                  <a:pt x="702" y="97"/>
                </a:lnTo>
                <a:lnTo>
                  <a:pt x="703" y="97"/>
                </a:lnTo>
                <a:lnTo>
                  <a:pt x="704" y="97"/>
                </a:lnTo>
                <a:lnTo>
                  <a:pt x="705" y="97"/>
                </a:lnTo>
                <a:lnTo>
                  <a:pt x="706" y="97"/>
                </a:lnTo>
                <a:lnTo>
                  <a:pt x="706" y="95"/>
                </a:lnTo>
                <a:lnTo>
                  <a:pt x="705" y="94"/>
                </a:lnTo>
                <a:lnTo>
                  <a:pt x="706" y="94"/>
                </a:lnTo>
                <a:lnTo>
                  <a:pt x="706" y="93"/>
                </a:lnTo>
                <a:lnTo>
                  <a:pt x="707" y="93"/>
                </a:lnTo>
                <a:lnTo>
                  <a:pt x="709" y="93"/>
                </a:lnTo>
                <a:lnTo>
                  <a:pt x="710" y="93"/>
                </a:lnTo>
                <a:lnTo>
                  <a:pt x="711" y="93"/>
                </a:lnTo>
                <a:lnTo>
                  <a:pt x="712" y="92"/>
                </a:lnTo>
                <a:lnTo>
                  <a:pt x="712" y="93"/>
                </a:lnTo>
                <a:lnTo>
                  <a:pt x="713" y="93"/>
                </a:lnTo>
                <a:lnTo>
                  <a:pt x="713" y="94"/>
                </a:lnTo>
                <a:lnTo>
                  <a:pt x="714" y="94"/>
                </a:lnTo>
                <a:lnTo>
                  <a:pt x="715" y="94"/>
                </a:lnTo>
                <a:lnTo>
                  <a:pt x="716" y="94"/>
                </a:lnTo>
                <a:lnTo>
                  <a:pt x="716" y="93"/>
                </a:lnTo>
                <a:lnTo>
                  <a:pt x="718" y="93"/>
                </a:lnTo>
                <a:lnTo>
                  <a:pt x="719" y="93"/>
                </a:lnTo>
                <a:lnTo>
                  <a:pt x="720" y="93"/>
                </a:lnTo>
                <a:lnTo>
                  <a:pt x="721" y="93"/>
                </a:lnTo>
                <a:lnTo>
                  <a:pt x="722" y="93"/>
                </a:lnTo>
                <a:lnTo>
                  <a:pt x="723" y="93"/>
                </a:lnTo>
                <a:lnTo>
                  <a:pt x="725" y="92"/>
                </a:lnTo>
                <a:lnTo>
                  <a:pt x="726" y="92"/>
                </a:lnTo>
                <a:lnTo>
                  <a:pt x="728" y="90"/>
                </a:lnTo>
                <a:lnTo>
                  <a:pt x="729" y="90"/>
                </a:lnTo>
                <a:lnTo>
                  <a:pt x="729" y="91"/>
                </a:lnTo>
                <a:lnTo>
                  <a:pt x="731" y="91"/>
                </a:lnTo>
                <a:lnTo>
                  <a:pt x="733" y="91"/>
                </a:lnTo>
                <a:lnTo>
                  <a:pt x="734" y="90"/>
                </a:lnTo>
                <a:lnTo>
                  <a:pt x="734" y="91"/>
                </a:lnTo>
                <a:lnTo>
                  <a:pt x="735" y="91"/>
                </a:lnTo>
                <a:lnTo>
                  <a:pt x="736" y="91"/>
                </a:lnTo>
                <a:lnTo>
                  <a:pt x="737" y="92"/>
                </a:lnTo>
                <a:lnTo>
                  <a:pt x="738" y="93"/>
                </a:lnTo>
                <a:lnTo>
                  <a:pt x="739" y="94"/>
                </a:lnTo>
                <a:lnTo>
                  <a:pt x="740" y="94"/>
                </a:lnTo>
                <a:lnTo>
                  <a:pt x="741" y="94"/>
                </a:lnTo>
                <a:lnTo>
                  <a:pt x="741" y="93"/>
                </a:lnTo>
                <a:lnTo>
                  <a:pt x="742" y="93"/>
                </a:lnTo>
                <a:lnTo>
                  <a:pt x="745" y="92"/>
                </a:lnTo>
                <a:lnTo>
                  <a:pt x="746" y="92"/>
                </a:lnTo>
                <a:lnTo>
                  <a:pt x="747" y="92"/>
                </a:lnTo>
                <a:lnTo>
                  <a:pt x="748" y="92"/>
                </a:lnTo>
                <a:lnTo>
                  <a:pt x="749" y="92"/>
                </a:lnTo>
                <a:lnTo>
                  <a:pt x="750" y="92"/>
                </a:lnTo>
                <a:lnTo>
                  <a:pt x="751" y="92"/>
                </a:lnTo>
                <a:lnTo>
                  <a:pt x="752" y="92"/>
                </a:lnTo>
                <a:lnTo>
                  <a:pt x="753" y="92"/>
                </a:lnTo>
                <a:lnTo>
                  <a:pt x="753" y="94"/>
                </a:lnTo>
                <a:lnTo>
                  <a:pt x="754" y="94"/>
                </a:lnTo>
                <a:lnTo>
                  <a:pt x="755" y="94"/>
                </a:lnTo>
                <a:lnTo>
                  <a:pt x="756" y="95"/>
                </a:lnTo>
                <a:lnTo>
                  <a:pt x="758" y="95"/>
                </a:lnTo>
                <a:lnTo>
                  <a:pt x="759" y="95"/>
                </a:lnTo>
                <a:lnTo>
                  <a:pt x="760" y="95"/>
                </a:lnTo>
                <a:lnTo>
                  <a:pt x="761" y="97"/>
                </a:lnTo>
                <a:lnTo>
                  <a:pt x="761" y="98"/>
                </a:lnTo>
                <a:lnTo>
                  <a:pt x="760" y="98"/>
                </a:lnTo>
                <a:lnTo>
                  <a:pt x="760" y="99"/>
                </a:lnTo>
                <a:lnTo>
                  <a:pt x="760" y="102"/>
                </a:lnTo>
                <a:lnTo>
                  <a:pt x="761" y="102"/>
                </a:lnTo>
                <a:lnTo>
                  <a:pt x="761" y="103"/>
                </a:lnTo>
                <a:lnTo>
                  <a:pt x="762" y="103"/>
                </a:lnTo>
                <a:lnTo>
                  <a:pt x="762" y="104"/>
                </a:lnTo>
                <a:lnTo>
                  <a:pt x="762" y="105"/>
                </a:lnTo>
                <a:lnTo>
                  <a:pt x="762" y="106"/>
                </a:lnTo>
                <a:lnTo>
                  <a:pt x="762" y="107"/>
                </a:lnTo>
                <a:lnTo>
                  <a:pt x="762" y="108"/>
                </a:lnTo>
                <a:lnTo>
                  <a:pt x="762" y="109"/>
                </a:lnTo>
                <a:lnTo>
                  <a:pt x="762" y="111"/>
                </a:lnTo>
                <a:lnTo>
                  <a:pt x="763" y="111"/>
                </a:lnTo>
                <a:lnTo>
                  <a:pt x="763" y="112"/>
                </a:lnTo>
                <a:lnTo>
                  <a:pt x="764" y="113"/>
                </a:lnTo>
                <a:lnTo>
                  <a:pt x="764" y="114"/>
                </a:lnTo>
                <a:lnTo>
                  <a:pt x="765" y="115"/>
                </a:lnTo>
                <a:lnTo>
                  <a:pt x="766" y="115"/>
                </a:lnTo>
                <a:lnTo>
                  <a:pt x="767" y="115"/>
                </a:lnTo>
                <a:lnTo>
                  <a:pt x="767" y="116"/>
                </a:lnTo>
                <a:lnTo>
                  <a:pt x="765" y="116"/>
                </a:lnTo>
                <a:lnTo>
                  <a:pt x="765" y="117"/>
                </a:lnTo>
                <a:lnTo>
                  <a:pt x="764" y="116"/>
                </a:lnTo>
                <a:lnTo>
                  <a:pt x="763" y="117"/>
                </a:lnTo>
                <a:lnTo>
                  <a:pt x="763" y="118"/>
                </a:lnTo>
                <a:lnTo>
                  <a:pt x="764" y="118"/>
                </a:lnTo>
                <a:lnTo>
                  <a:pt x="764" y="119"/>
                </a:lnTo>
                <a:lnTo>
                  <a:pt x="763" y="119"/>
                </a:lnTo>
                <a:lnTo>
                  <a:pt x="763" y="120"/>
                </a:lnTo>
                <a:lnTo>
                  <a:pt x="764" y="120"/>
                </a:lnTo>
                <a:lnTo>
                  <a:pt x="765" y="121"/>
                </a:lnTo>
                <a:lnTo>
                  <a:pt x="764" y="121"/>
                </a:lnTo>
                <a:lnTo>
                  <a:pt x="763" y="121"/>
                </a:lnTo>
                <a:lnTo>
                  <a:pt x="762" y="122"/>
                </a:lnTo>
                <a:lnTo>
                  <a:pt x="761" y="123"/>
                </a:lnTo>
                <a:lnTo>
                  <a:pt x="760" y="123"/>
                </a:lnTo>
                <a:lnTo>
                  <a:pt x="760" y="124"/>
                </a:lnTo>
                <a:lnTo>
                  <a:pt x="760" y="125"/>
                </a:lnTo>
                <a:lnTo>
                  <a:pt x="759" y="126"/>
                </a:lnTo>
                <a:lnTo>
                  <a:pt x="760" y="127"/>
                </a:lnTo>
                <a:lnTo>
                  <a:pt x="761" y="128"/>
                </a:lnTo>
                <a:lnTo>
                  <a:pt x="762" y="128"/>
                </a:lnTo>
                <a:lnTo>
                  <a:pt x="764" y="127"/>
                </a:lnTo>
                <a:lnTo>
                  <a:pt x="765" y="127"/>
                </a:lnTo>
                <a:lnTo>
                  <a:pt x="766" y="127"/>
                </a:lnTo>
                <a:lnTo>
                  <a:pt x="766" y="128"/>
                </a:lnTo>
                <a:lnTo>
                  <a:pt x="767" y="128"/>
                </a:lnTo>
                <a:lnTo>
                  <a:pt x="767" y="127"/>
                </a:lnTo>
                <a:lnTo>
                  <a:pt x="768" y="127"/>
                </a:lnTo>
                <a:lnTo>
                  <a:pt x="769" y="127"/>
                </a:lnTo>
                <a:lnTo>
                  <a:pt x="770" y="127"/>
                </a:lnTo>
                <a:lnTo>
                  <a:pt x="771" y="126"/>
                </a:lnTo>
                <a:lnTo>
                  <a:pt x="772" y="126"/>
                </a:lnTo>
                <a:lnTo>
                  <a:pt x="772" y="127"/>
                </a:lnTo>
                <a:lnTo>
                  <a:pt x="772" y="128"/>
                </a:lnTo>
                <a:lnTo>
                  <a:pt x="773" y="128"/>
                </a:lnTo>
                <a:lnTo>
                  <a:pt x="773" y="129"/>
                </a:lnTo>
                <a:lnTo>
                  <a:pt x="774" y="128"/>
                </a:lnTo>
                <a:lnTo>
                  <a:pt x="776" y="126"/>
                </a:lnTo>
                <a:lnTo>
                  <a:pt x="777" y="126"/>
                </a:lnTo>
                <a:lnTo>
                  <a:pt x="778" y="125"/>
                </a:lnTo>
                <a:lnTo>
                  <a:pt x="779" y="125"/>
                </a:lnTo>
                <a:lnTo>
                  <a:pt x="780" y="125"/>
                </a:lnTo>
                <a:lnTo>
                  <a:pt x="782" y="126"/>
                </a:lnTo>
                <a:lnTo>
                  <a:pt x="783" y="127"/>
                </a:lnTo>
                <a:lnTo>
                  <a:pt x="784" y="127"/>
                </a:lnTo>
                <a:lnTo>
                  <a:pt x="784" y="128"/>
                </a:lnTo>
                <a:lnTo>
                  <a:pt x="784" y="130"/>
                </a:lnTo>
                <a:lnTo>
                  <a:pt x="785" y="130"/>
                </a:lnTo>
                <a:lnTo>
                  <a:pt x="786" y="130"/>
                </a:lnTo>
                <a:lnTo>
                  <a:pt x="787" y="130"/>
                </a:lnTo>
                <a:lnTo>
                  <a:pt x="788" y="130"/>
                </a:lnTo>
                <a:lnTo>
                  <a:pt x="788" y="131"/>
                </a:lnTo>
                <a:lnTo>
                  <a:pt x="789" y="132"/>
                </a:lnTo>
                <a:lnTo>
                  <a:pt x="790" y="132"/>
                </a:lnTo>
                <a:lnTo>
                  <a:pt x="793" y="132"/>
                </a:lnTo>
                <a:lnTo>
                  <a:pt x="794" y="132"/>
                </a:lnTo>
                <a:lnTo>
                  <a:pt x="795" y="131"/>
                </a:lnTo>
                <a:lnTo>
                  <a:pt x="795" y="132"/>
                </a:lnTo>
                <a:lnTo>
                  <a:pt x="796" y="132"/>
                </a:lnTo>
                <a:lnTo>
                  <a:pt x="796" y="131"/>
                </a:lnTo>
                <a:lnTo>
                  <a:pt x="797" y="132"/>
                </a:lnTo>
                <a:lnTo>
                  <a:pt x="797" y="133"/>
                </a:lnTo>
                <a:lnTo>
                  <a:pt x="799" y="133"/>
                </a:lnTo>
                <a:lnTo>
                  <a:pt x="800" y="134"/>
                </a:lnTo>
                <a:lnTo>
                  <a:pt x="801" y="134"/>
                </a:lnTo>
                <a:lnTo>
                  <a:pt x="802" y="134"/>
                </a:lnTo>
                <a:lnTo>
                  <a:pt x="803" y="134"/>
                </a:lnTo>
                <a:lnTo>
                  <a:pt x="804" y="134"/>
                </a:lnTo>
                <a:lnTo>
                  <a:pt x="804" y="133"/>
                </a:lnTo>
                <a:lnTo>
                  <a:pt x="805" y="133"/>
                </a:lnTo>
                <a:lnTo>
                  <a:pt x="806" y="133"/>
                </a:lnTo>
                <a:lnTo>
                  <a:pt x="805" y="133"/>
                </a:lnTo>
                <a:lnTo>
                  <a:pt x="805" y="134"/>
                </a:lnTo>
                <a:lnTo>
                  <a:pt x="804" y="135"/>
                </a:lnTo>
                <a:lnTo>
                  <a:pt x="803" y="135"/>
                </a:lnTo>
                <a:lnTo>
                  <a:pt x="803" y="136"/>
                </a:lnTo>
                <a:lnTo>
                  <a:pt x="802" y="136"/>
                </a:lnTo>
                <a:lnTo>
                  <a:pt x="803" y="137"/>
                </a:lnTo>
                <a:lnTo>
                  <a:pt x="802" y="137"/>
                </a:lnTo>
                <a:lnTo>
                  <a:pt x="802" y="138"/>
                </a:lnTo>
                <a:lnTo>
                  <a:pt x="801" y="138"/>
                </a:lnTo>
                <a:lnTo>
                  <a:pt x="800" y="138"/>
                </a:lnTo>
                <a:lnTo>
                  <a:pt x="800" y="139"/>
                </a:lnTo>
                <a:lnTo>
                  <a:pt x="799" y="139"/>
                </a:lnTo>
                <a:lnTo>
                  <a:pt x="799" y="140"/>
                </a:lnTo>
                <a:lnTo>
                  <a:pt x="800" y="141"/>
                </a:lnTo>
                <a:lnTo>
                  <a:pt x="800" y="142"/>
                </a:lnTo>
                <a:lnTo>
                  <a:pt x="801" y="142"/>
                </a:lnTo>
                <a:lnTo>
                  <a:pt x="802" y="142"/>
                </a:lnTo>
                <a:lnTo>
                  <a:pt x="803" y="142"/>
                </a:lnTo>
                <a:lnTo>
                  <a:pt x="803" y="141"/>
                </a:lnTo>
                <a:lnTo>
                  <a:pt x="804" y="141"/>
                </a:lnTo>
                <a:lnTo>
                  <a:pt x="805" y="141"/>
                </a:lnTo>
                <a:lnTo>
                  <a:pt x="806" y="141"/>
                </a:lnTo>
                <a:lnTo>
                  <a:pt x="806" y="140"/>
                </a:lnTo>
                <a:lnTo>
                  <a:pt x="806" y="141"/>
                </a:lnTo>
                <a:lnTo>
                  <a:pt x="807" y="141"/>
                </a:lnTo>
                <a:lnTo>
                  <a:pt x="808" y="141"/>
                </a:lnTo>
                <a:lnTo>
                  <a:pt x="808" y="142"/>
                </a:lnTo>
                <a:lnTo>
                  <a:pt x="809" y="142"/>
                </a:lnTo>
                <a:lnTo>
                  <a:pt x="810" y="143"/>
                </a:lnTo>
                <a:lnTo>
                  <a:pt x="810" y="144"/>
                </a:lnTo>
                <a:lnTo>
                  <a:pt x="810" y="145"/>
                </a:lnTo>
                <a:lnTo>
                  <a:pt x="812" y="146"/>
                </a:lnTo>
                <a:lnTo>
                  <a:pt x="812" y="147"/>
                </a:lnTo>
                <a:lnTo>
                  <a:pt x="813" y="147"/>
                </a:lnTo>
                <a:lnTo>
                  <a:pt x="814" y="147"/>
                </a:lnTo>
                <a:lnTo>
                  <a:pt x="815" y="147"/>
                </a:lnTo>
                <a:lnTo>
                  <a:pt x="816" y="147"/>
                </a:lnTo>
                <a:lnTo>
                  <a:pt x="816" y="148"/>
                </a:lnTo>
                <a:lnTo>
                  <a:pt x="816" y="149"/>
                </a:lnTo>
                <a:lnTo>
                  <a:pt x="815" y="149"/>
                </a:lnTo>
                <a:lnTo>
                  <a:pt x="816" y="149"/>
                </a:lnTo>
                <a:lnTo>
                  <a:pt x="816" y="150"/>
                </a:lnTo>
                <a:lnTo>
                  <a:pt x="817" y="150"/>
                </a:lnTo>
                <a:lnTo>
                  <a:pt x="818" y="151"/>
                </a:lnTo>
                <a:lnTo>
                  <a:pt x="818" y="152"/>
                </a:lnTo>
                <a:lnTo>
                  <a:pt x="820" y="154"/>
                </a:lnTo>
                <a:lnTo>
                  <a:pt x="823" y="154"/>
                </a:lnTo>
                <a:lnTo>
                  <a:pt x="823" y="153"/>
                </a:lnTo>
                <a:lnTo>
                  <a:pt x="824" y="153"/>
                </a:lnTo>
                <a:lnTo>
                  <a:pt x="825" y="153"/>
                </a:lnTo>
                <a:lnTo>
                  <a:pt x="826" y="153"/>
                </a:lnTo>
                <a:lnTo>
                  <a:pt x="827" y="153"/>
                </a:lnTo>
                <a:lnTo>
                  <a:pt x="828" y="153"/>
                </a:lnTo>
                <a:lnTo>
                  <a:pt x="829" y="153"/>
                </a:lnTo>
                <a:lnTo>
                  <a:pt x="830" y="152"/>
                </a:lnTo>
                <a:lnTo>
                  <a:pt x="830" y="153"/>
                </a:lnTo>
                <a:lnTo>
                  <a:pt x="830" y="154"/>
                </a:lnTo>
                <a:lnTo>
                  <a:pt x="831" y="155"/>
                </a:lnTo>
                <a:lnTo>
                  <a:pt x="831" y="156"/>
                </a:lnTo>
                <a:lnTo>
                  <a:pt x="832" y="156"/>
                </a:lnTo>
                <a:lnTo>
                  <a:pt x="834" y="157"/>
                </a:lnTo>
                <a:lnTo>
                  <a:pt x="835" y="157"/>
                </a:lnTo>
                <a:lnTo>
                  <a:pt x="835" y="158"/>
                </a:lnTo>
                <a:lnTo>
                  <a:pt x="835" y="159"/>
                </a:lnTo>
                <a:lnTo>
                  <a:pt x="835" y="160"/>
                </a:lnTo>
                <a:lnTo>
                  <a:pt x="835" y="161"/>
                </a:lnTo>
                <a:lnTo>
                  <a:pt x="835" y="162"/>
                </a:lnTo>
                <a:lnTo>
                  <a:pt x="836" y="163"/>
                </a:lnTo>
                <a:lnTo>
                  <a:pt x="836" y="164"/>
                </a:lnTo>
                <a:lnTo>
                  <a:pt x="836" y="165"/>
                </a:lnTo>
                <a:lnTo>
                  <a:pt x="836" y="166"/>
                </a:lnTo>
                <a:lnTo>
                  <a:pt x="837" y="167"/>
                </a:lnTo>
                <a:lnTo>
                  <a:pt x="837" y="168"/>
                </a:lnTo>
                <a:lnTo>
                  <a:pt x="838" y="169"/>
                </a:lnTo>
                <a:lnTo>
                  <a:pt x="838" y="170"/>
                </a:lnTo>
                <a:lnTo>
                  <a:pt x="837" y="172"/>
                </a:lnTo>
                <a:lnTo>
                  <a:pt x="839" y="172"/>
                </a:lnTo>
                <a:lnTo>
                  <a:pt x="839" y="173"/>
                </a:lnTo>
                <a:lnTo>
                  <a:pt x="839" y="174"/>
                </a:lnTo>
                <a:lnTo>
                  <a:pt x="839" y="176"/>
                </a:lnTo>
                <a:lnTo>
                  <a:pt x="839" y="177"/>
                </a:lnTo>
                <a:lnTo>
                  <a:pt x="839" y="178"/>
                </a:lnTo>
                <a:lnTo>
                  <a:pt x="838" y="178"/>
                </a:lnTo>
                <a:lnTo>
                  <a:pt x="838" y="180"/>
                </a:lnTo>
                <a:lnTo>
                  <a:pt x="838" y="181"/>
                </a:lnTo>
                <a:lnTo>
                  <a:pt x="839" y="181"/>
                </a:lnTo>
                <a:lnTo>
                  <a:pt x="839" y="183"/>
                </a:lnTo>
                <a:lnTo>
                  <a:pt x="839" y="184"/>
                </a:lnTo>
                <a:lnTo>
                  <a:pt x="839" y="185"/>
                </a:lnTo>
                <a:lnTo>
                  <a:pt x="840" y="185"/>
                </a:lnTo>
                <a:lnTo>
                  <a:pt x="841" y="185"/>
                </a:lnTo>
                <a:lnTo>
                  <a:pt x="841" y="186"/>
                </a:lnTo>
                <a:lnTo>
                  <a:pt x="842" y="187"/>
                </a:lnTo>
                <a:lnTo>
                  <a:pt x="842" y="188"/>
                </a:lnTo>
                <a:lnTo>
                  <a:pt x="842" y="190"/>
                </a:lnTo>
                <a:lnTo>
                  <a:pt x="841" y="190"/>
                </a:lnTo>
                <a:lnTo>
                  <a:pt x="841" y="191"/>
                </a:lnTo>
                <a:lnTo>
                  <a:pt x="842" y="192"/>
                </a:lnTo>
                <a:lnTo>
                  <a:pt x="842" y="193"/>
                </a:lnTo>
                <a:lnTo>
                  <a:pt x="843" y="193"/>
                </a:lnTo>
                <a:lnTo>
                  <a:pt x="843" y="195"/>
                </a:lnTo>
                <a:lnTo>
                  <a:pt x="843" y="196"/>
                </a:lnTo>
                <a:lnTo>
                  <a:pt x="843" y="197"/>
                </a:lnTo>
                <a:lnTo>
                  <a:pt x="843" y="198"/>
                </a:lnTo>
                <a:lnTo>
                  <a:pt x="844" y="199"/>
                </a:lnTo>
                <a:lnTo>
                  <a:pt x="844" y="200"/>
                </a:lnTo>
                <a:lnTo>
                  <a:pt x="844" y="201"/>
                </a:lnTo>
                <a:lnTo>
                  <a:pt x="844" y="202"/>
                </a:lnTo>
                <a:lnTo>
                  <a:pt x="846" y="203"/>
                </a:lnTo>
                <a:lnTo>
                  <a:pt x="847" y="203"/>
                </a:lnTo>
                <a:lnTo>
                  <a:pt x="847" y="204"/>
                </a:lnTo>
                <a:lnTo>
                  <a:pt x="847" y="205"/>
                </a:lnTo>
                <a:lnTo>
                  <a:pt x="846" y="206"/>
                </a:lnTo>
                <a:lnTo>
                  <a:pt x="845" y="206"/>
                </a:lnTo>
                <a:lnTo>
                  <a:pt x="845" y="207"/>
                </a:lnTo>
                <a:lnTo>
                  <a:pt x="845" y="209"/>
                </a:lnTo>
                <a:lnTo>
                  <a:pt x="845" y="210"/>
                </a:lnTo>
                <a:lnTo>
                  <a:pt x="844" y="212"/>
                </a:lnTo>
                <a:lnTo>
                  <a:pt x="844" y="211"/>
                </a:lnTo>
                <a:lnTo>
                  <a:pt x="844" y="212"/>
                </a:lnTo>
                <a:lnTo>
                  <a:pt x="843" y="212"/>
                </a:lnTo>
                <a:lnTo>
                  <a:pt x="842" y="212"/>
                </a:lnTo>
                <a:lnTo>
                  <a:pt x="842" y="213"/>
                </a:lnTo>
                <a:lnTo>
                  <a:pt x="841" y="213"/>
                </a:lnTo>
                <a:lnTo>
                  <a:pt x="840" y="213"/>
                </a:lnTo>
                <a:lnTo>
                  <a:pt x="839" y="213"/>
                </a:lnTo>
                <a:lnTo>
                  <a:pt x="838" y="213"/>
                </a:lnTo>
                <a:lnTo>
                  <a:pt x="838" y="214"/>
                </a:lnTo>
                <a:lnTo>
                  <a:pt x="839" y="214"/>
                </a:lnTo>
                <a:lnTo>
                  <a:pt x="839" y="215"/>
                </a:lnTo>
                <a:lnTo>
                  <a:pt x="837" y="215"/>
                </a:lnTo>
                <a:lnTo>
                  <a:pt x="837" y="216"/>
                </a:lnTo>
                <a:lnTo>
                  <a:pt x="836" y="216"/>
                </a:lnTo>
                <a:lnTo>
                  <a:pt x="836" y="217"/>
                </a:lnTo>
                <a:lnTo>
                  <a:pt x="835" y="219"/>
                </a:lnTo>
                <a:lnTo>
                  <a:pt x="835" y="220"/>
                </a:lnTo>
                <a:lnTo>
                  <a:pt x="834" y="221"/>
                </a:lnTo>
                <a:lnTo>
                  <a:pt x="834" y="222"/>
                </a:lnTo>
                <a:lnTo>
                  <a:pt x="835" y="223"/>
                </a:lnTo>
                <a:lnTo>
                  <a:pt x="835" y="224"/>
                </a:lnTo>
                <a:lnTo>
                  <a:pt x="836" y="224"/>
                </a:lnTo>
                <a:lnTo>
                  <a:pt x="837" y="224"/>
                </a:lnTo>
                <a:lnTo>
                  <a:pt x="837" y="225"/>
                </a:lnTo>
                <a:lnTo>
                  <a:pt x="836" y="225"/>
                </a:lnTo>
                <a:lnTo>
                  <a:pt x="836" y="227"/>
                </a:lnTo>
                <a:lnTo>
                  <a:pt x="835" y="227"/>
                </a:lnTo>
                <a:lnTo>
                  <a:pt x="836" y="228"/>
                </a:lnTo>
                <a:lnTo>
                  <a:pt x="836" y="229"/>
                </a:lnTo>
                <a:lnTo>
                  <a:pt x="835" y="229"/>
                </a:lnTo>
                <a:lnTo>
                  <a:pt x="835" y="230"/>
                </a:lnTo>
                <a:lnTo>
                  <a:pt x="835" y="231"/>
                </a:lnTo>
                <a:lnTo>
                  <a:pt x="836" y="231"/>
                </a:lnTo>
                <a:lnTo>
                  <a:pt x="837" y="231"/>
                </a:lnTo>
                <a:lnTo>
                  <a:pt x="838" y="231"/>
                </a:lnTo>
                <a:lnTo>
                  <a:pt x="839" y="233"/>
                </a:lnTo>
                <a:lnTo>
                  <a:pt x="839" y="234"/>
                </a:lnTo>
                <a:lnTo>
                  <a:pt x="839" y="236"/>
                </a:lnTo>
                <a:lnTo>
                  <a:pt x="839" y="237"/>
                </a:lnTo>
                <a:lnTo>
                  <a:pt x="838" y="237"/>
                </a:lnTo>
                <a:lnTo>
                  <a:pt x="838" y="238"/>
                </a:lnTo>
                <a:lnTo>
                  <a:pt x="838" y="239"/>
                </a:lnTo>
                <a:lnTo>
                  <a:pt x="838" y="240"/>
                </a:lnTo>
                <a:lnTo>
                  <a:pt x="839" y="240"/>
                </a:lnTo>
                <a:lnTo>
                  <a:pt x="840" y="239"/>
                </a:lnTo>
                <a:lnTo>
                  <a:pt x="842" y="239"/>
                </a:lnTo>
                <a:lnTo>
                  <a:pt x="843" y="239"/>
                </a:lnTo>
                <a:lnTo>
                  <a:pt x="844" y="239"/>
                </a:lnTo>
                <a:lnTo>
                  <a:pt x="844" y="241"/>
                </a:lnTo>
                <a:lnTo>
                  <a:pt x="844" y="242"/>
                </a:lnTo>
                <a:lnTo>
                  <a:pt x="843" y="243"/>
                </a:lnTo>
                <a:lnTo>
                  <a:pt x="843" y="244"/>
                </a:lnTo>
                <a:lnTo>
                  <a:pt x="843" y="245"/>
                </a:lnTo>
                <a:lnTo>
                  <a:pt x="842" y="246"/>
                </a:lnTo>
                <a:lnTo>
                  <a:pt x="841" y="247"/>
                </a:lnTo>
                <a:lnTo>
                  <a:pt x="841" y="248"/>
                </a:lnTo>
                <a:lnTo>
                  <a:pt x="841" y="249"/>
                </a:lnTo>
                <a:lnTo>
                  <a:pt x="840" y="252"/>
                </a:lnTo>
                <a:lnTo>
                  <a:pt x="840" y="253"/>
                </a:lnTo>
                <a:lnTo>
                  <a:pt x="841" y="254"/>
                </a:lnTo>
                <a:lnTo>
                  <a:pt x="842" y="255"/>
                </a:lnTo>
                <a:lnTo>
                  <a:pt x="841" y="257"/>
                </a:lnTo>
                <a:lnTo>
                  <a:pt x="840" y="258"/>
                </a:lnTo>
                <a:lnTo>
                  <a:pt x="840" y="259"/>
                </a:lnTo>
                <a:lnTo>
                  <a:pt x="839" y="260"/>
                </a:lnTo>
                <a:lnTo>
                  <a:pt x="839" y="261"/>
                </a:lnTo>
                <a:lnTo>
                  <a:pt x="839" y="262"/>
                </a:lnTo>
                <a:lnTo>
                  <a:pt x="838" y="263"/>
                </a:lnTo>
                <a:lnTo>
                  <a:pt x="837" y="264"/>
                </a:lnTo>
                <a:lnTo>
                  <a:pt x="837" y="265"/>
                </a:lnTo>
                <a:lnTo>
                  <a:pt x="837" y="266"/>
                </a:lnTo>
                <a:lnTo>
                  <a:pt x="837" y="267"/>
                </a:lnTo>
                <a:lnTo>
                  <a:pt x="836" y="268"/>
                </a:lnTo>
                <a:lnTo>
                  <a:pt x="836" y="269"/>
                </a:lnTo>
                <a:lnTo>
                  <a:pt x="836" y="270"/>
                </a:lnTo>
                <a:lnTo>
                  <a:pt x="835" y="270"/>
                </a:lnTo>
                <a:lnTo>
                  <a:pt x="834" y="271"/>
                </a:lnTo>
                <a:lnTo>
                  <a:pt x="833" y="273"/>
                </a:lnTo>
                <a:lnTo>
                  <a:pt x="832" y="275"/>
                </a:lnTo>
                <a:lnTo>
                  <a:pt x="832" y="276"/>
                </a:lnTo>
                <a:lnTo>
                  <a:pt x="831" y="277"/>
                </a:lnTo>
                <a:lnTo>
                  <a:pt x="831" y="278"/>
                </a:lnTo>
                <a:lnTo>
                  <a:pt x="830" y="278"/>
                </a:lnTo>
                <a:lnTo>
                  <a:pt x="827" y="279"/>
                </a:lnTo>
                <a:lnTo>
                  <a:pt x="826" y="279"/>
                </a:lnTo>
                <a:lnTo>
                  <a:pt x="825" y="279"/>
                </a:lnTo>
                <a:lnTo>
                  <a:pt x="824" y="279"/>
                </a:lnTo>
                <a:lnTo>
                  <a:pt x="824" y="278"/>
                </a:lnTo>
                <a:lnTo>
                  <a:pt x="824" y="277"/>
                </a:lnTo>
                <a:lnTo>
                  <a:pt x="823" y="276"/>
                </a:lnTo>
                <a:lnTo>
                  <a:pt x="822" y="275"/>
                </a:lnTo>
                <a:lnTo>
                  <a:pt x="820" y="274"/>
                </a:lnTo>
                <a:lnTo>
                  <a:pt x="819" y="274"/>
                </a:lnTo>
                <a:lnTo>
                  <a:pt x="819" y="273"/>
                </a:lnTo>
                <a:lnTo>
                  <a:pt x="819" y="271"/>
                </a:lnTo>
                <a:lnTo>
                  <a:pt x="819" y="270"/>
                </a:lnTo>
                <a:lnTo>
                  <a:pt x="819" y="269"/>
                </a:lnTo>
                <a:lnTo>
                  <a:pt x="819" y="268"/>
                </a:lnTo>
                <a:lnTo>
                  <a:pt x="818" y="267"/>
                </a:lnTo>
                <a:lnTo>
                  <a:pt x="817" y="266"/>
                </a:lnTo>
                <a:lnTo>
                  <a:pt x="817" y="265"/>
                </a:lnTo>
                <a:lnTo>
                  <a:pt x="817" y="264"/>
                </a:lnTo>
                <a:lnTo>
                  <a:pt x="817" y="263"/>
                </a:lnTo>
                <a:lnTo>
                  <a:pt x="817" y="262"/>
                </a:lnTo>
                <a:lnTo>
                  <a:pt x="816" y="262"/>
                </a:lnTo>
                <a:lnTo>
                  <a:pt x="815" y="262"/>
                </a:lnTo>
                <a:lnTo>
                  <a:pt x="814" y="262"/>
                </a:lnTo>
                <a:lnTo>
                  <a:pt x="813" y="262"/>
                </a:lnTo>
                <a:lnTo>
                  <a:pt x="812" y="262"/>
                </a:lnTo>
                <a:lnTo>
                  <a:pt x="812" y="261"/>
                </a:lnTo>
                <a:lnTo>
                  <a:pt x="811" y="261"/>
                </a:lnTo>
                <a:lnTo>
                  <a:pt x="811" y="262"/>
                </a:lnTo>
                <a:lnTo>
                  <a:pt x="810" y="263"/>
                </a:lnTo>
                <a:lnTo>
                  <a:pt x="809" y="263"/>
                </a:lnTo>
                <a:lnTo>
                  <a:pt x="809" y="264"/>
                </a:lnTo>
                <a:lnTo>
                  <a:pt x="808" y="264"/>
                </a:lnTo>
                <a:lnTo>
                  <a:pt x="807" y="264"/>
                </a:lnTo>
                <a:lnTo>
                  <a:pt x="806" y="264"/>
                </a:lnTo>
                <a:lnTo>
                  <a:pt x="806" y="263"/>
                </a:lnTo>
                <a:lnTo>
                  <a:pt x="805" y="262"/>
                </a:lnTo>
                <a:lnTo>
                  <a:pt x="805" y="261"/>
                </a:lnTo>
                <a:lnTo>
                  <a:pt x="805" y="262"/>
                </a:lnTo>
                <a:lnTo>
                  <a:pt x="804" y="262"/>
                </a:lnTo>
                <a:lnTo>
                  <a:pt x="803" y="261"/>
                </a:lnTo>
                <a:lnTo>
                  <a:pt x="802" y="261"/>
                </a:lnTo>
                <a:lnTo>
                  <a:pt x="801" y="261"/>
                </a:lnTo>
                <a:lnTo>
                  <a:pt x="799" y="260"/>
                </a:lnTo>
                <a:lnTo>
                  <a:pt x="797" y="259"/>
                </a:lnTo>
                <a:lnTo>
                  <a:pt x="796" y="260"/>
                </a:lnTo>
                <a:lnTo>
                  <a:pt x="795" y="260"/>
                </a:lnTo>
                <a:lnTo>
                  <a:pt x="795" y="261"/>
                </a:lnTo>
                <a:lnTo>
                  <a:pt x="795" y="262"/>
                </a:lnTo>
                <a:lnTo>
                  <a:pt x="794" y="262"/>
                </a:lnTo>
                <a:lnTo>
                  <a:pt x="794" y="263"/>
                </a:lnTo>
                <a:lnTo>
                  <a:pt x="793" y="263"/>
                </a:lnTo>
                <a:lnTo>
                  <a:pt x="792" y="263"/>
                </a:lnTo>
                <a:lnTo>
                  <a:pt x="791" y="263"/>
                </a:lnTo>
                <a:lnTo>
                  <a:pt x="791" y="264"/>
                </a:lnTo>
                <a:lnTo>
                  <a:pt x="790" y="264"/>
                </a:lnTo>
                <a:lnTo>
                  <a:pt x="789" y="265"/>
                </a:lnTo>
                <a:lnTo>
                  <a:pt x="788" y="265"/>
                </a:lnTo>
                <a:lnTo>
                  <a:pt x="787" y="266"/>
                </a:lnTo>
                <a:lnTo>
                  <a:pt x="786" y="267"/>
                </a:lnTo>
                <a:lnTo>
                  <a:pt x="784" y="268"/>
                </a:lnTo>
                <a:lnTo>
                  <a:pt x="784" y="269"/>
                </a:lnTo>
                <a:lnTo>
                  <a:pt x="782" y="269"/>
                </a:lnTo>
                <a:lnTo>
                  <a:pt x="780" y="270"/>
                </a:lnTo>
                <a:lnTo>
                  <a:pt x="779" y="270"/>
                </a:lnTo>
                <a:lnTo>
                  <a:pt x="777" y="271"/>
                </a:lnTo>
                <a:lnTo>
                  <a:pt x="776" y="272"/>
                </a:lnTo>
                <a:lnTo>
                  <a:pt x="776" y="273"/>
                </a:lnTo>
                <a:lnTo>
                  <a:pt x="776" y="274"/>
                </a:lnTo>
                <a:lnTo>
                  <a:pt x="775" y="274"/>
                </a:lnTo>
                <a:lnTo>
                  <a:pt x="774" y="274"/>
                </a:lnTo>
                <a:lnTo>
                  <a:pt x="773" y="275"/>
                </a:lnTo>
                <a:lnTo>
                  <a:pt x="772" y="275"/>
                </a:lnTo>
                <a:lnTo>
                  <a:pt x="772" y="276"/>
                </a:lnTo>
                <a:lnTo>
                  <a:pt x="771" y="277"/>
                </a:lnTo>
                <a:lnTo>
                  <a:pt x="770" y="278"/>
                </a:lnTo>
                <a:lnTo>
                  <a:pt x="768" y="280"/>
                </a:lnTo>
                <a:lnTo>
                  <a:pt x="767" y="280"/>
                </a:lnTo>
                <a:lnTo>
                  <a:pt x="766" y="282"/>
                </a:lnTo>
                <a:lnTo>
                  <a:pt x="766" y="283"/>
                </a:lnTo>
                <a:lnTo>
                  <a:pt x="766" y="284"/>
                </a:lnTo>
                <a:lnTo>
                  <a:pt x="766" y="285"/>
                </a:lnTo>
                <a:lnTo>
                  <a:pt x="767" y="285"/>
                </a:lnTo>
                <a:lnTo>
                  <a:pt x="767" y="286"/>
                </a:lnTo>
                <a:lnTo>
                  <a:pt x="767" y="287"/>
                </a:lnTo>
                <a:lnTo>
                  <a:pt x="766" y="287"/>
                </a:lnTo>
                <a:lnTo>
                  <a:pt x="765" y="287"/>
                </a:lnTo>
                <a:lnTo>
                  <a:pt x="765" y="288"/>
                </a:lnTo>
                <a:lnTo>
                  <a:pt x="764" y="288"/>
                </a:lnTo>
                <a:lnTo>
                  <a:pt x="764" y="289"/>
                </a:lnTo>
                <a:lnTo>
                  <a:pt x="764" y="288"/>
                </a:lnTo>
                <a:lnTo>
                  <a:pt x="764" y="287"/>
                </a:lnTo>
                <a:lnTo>
                  <a:pt x="764" y="286"/>
                </a:lnTo>
                <a:lnTo>
                  <a:pt x="764" y="285"/>
                </a:lnTo>
                <a:lnTo>
                  <a:pt x="764" y="286"/>
                </a:lnTo>
                <a:lnTo>
                  <a:pt x="762" y="287"/>
                </a:lnTo>
                <a:lnTo>
                  <a:pt x="761" y="288"/>
                </a:lnTo>
                <a:lnTo>
                  <a:pt x="761" y="289"/>
                </a:lnTo>
                <a:lnTo>
                  <a:pt x="760" y="290"/>
                </a:lnTo>
                <a:lnTo>
                  <a:pt x="759" y="290"/>
                </a:lnTo>
                <a:lnTo>
                  <a:pt x="757" y="290"/>
                </a:lnTo>
                <a:lnTo>
                  <a:pt x="756" y="290"/>
                </a:lnTo>
                <a:lnTo>
                  <a:pt x="756" y="291"/>
                </a:lnTo>
                <a:lnTo>
                  <a:pt x="756" y="292"/>
                </a:lnTo>
                <a:lnTo>
                  <a:pt x="757" y="293"/>
                </a:lnTo>
                <a:lnTo>
                  <a:pt x="757" y="294"/>
                </a:lnTo>
                <a:lnTo>
                  <a:pt x="758" y="295"/>
                </a:lnTo>
                <a:lnTo>
                  <a:pt x="757" y="296"/>
                </a:lnTo>
                <a:lnTo>
                  <a:pt x="757" y="298"/>
                </a:lnTo>
                <a:lnTo>
                  <a:pt x="756" y="299"/>
                </a:lnTo>
                <a:lnTo>
                  <a:pt x="755" y="299"/>
                </a:lnTo>
                <a:lnTo>
                  <a:pt x="755" y="300"/>
                </a:lnTo>
                <a:lnTo>
                  <a:pt x="753" y="301"/>
                </a:lnTo>
                <a:lnTo>
                  <a:pt x="752" y="302"/>
                </a:lnTo>
                <a:lnTo>
                  <a:pt x="751" y="303"/>
                </a:lnTo>
                <a:lnTo>
                  <a:pt x="750" y="303"/>
                </a:lnTo>
                <a:lnTo>
                  <a:pt x="749" y="303"/>
                </a:lnTo>
                <a:lnTo>
                  <a:pt x="748" y="304"/>
                </a:lnTo>
                <a:lnTo>
                  <a:pt x="746" y="304"/>
                </a:lnTo>
                <a:lnTo>
                  <a:pt x="745" y="305"/>
                </a:lnTo>
                <a:lnTo>
                  <a:pt x="745" y="306"/>
                </a:lnTo>
                <a:lnTo>
                  <a:pt x="745" y="307"/>
                </a:lnTo>
                <a:lnTo>
                  <a:pt x="745" y="308"/>
                </a:lnTo>
                <a:lnTo>
                  <a:pt x="744" y="309"/>
                </a:lnTo>
                <a:lnTo>
                  <a:pt x="744" y="310"/>
                </a:lnTo>
                <a:lnTo>
                  <a:pt x="745" y="310"/>
                </a:lnTo>
                <a:lnTo>
                  <a:pt x="745" y="311"/>
                </a:lnTo>
                <a:lnTo>
                  <a:pt x="744" y="311"/>
                </a:lnTo>
                <a:lnTo>
                  <a:pt x="744" y="312"/>
                </a:lnTo>
                <a:lnTo>
                  <a:pt x="743" y="313"/>
                </a:lnTo>
                <a:lnTo>
                  <a:pt x="744" y="313"/>
                </a:lnTo>
                <a:lnTo>
                  <a:pt x="744" y="314"/>
                </a:lnTo>
                <a:lnTo>
                  <a:pt x="743" y="314"/>
                </a:lnTo>
                <a:lnTo>
                  <a:pt x="742" y="315"/>
                </a:lnTo>
                <a:lnTo>
                  <a:pt x="741" y="315"/>
                </a:lnTo>
                <a:lnTo>
                  <a:pt x="740" y="315"/>
                </a:lnTo>
                <a:lnTo>
                  <a:pt x="739" y="316"/>
                </a:lnTo>
                <a:lnTo>
                  <a:pt x="738" y="316"/>
                </a:lnTo>
                <a:lnTo>
                  <a:pt x="738" y="317"/>
                </a:lnTo>
                <a:lnTo>
                  <a:pt x="737" y="317"/>
                </a:lnTo>
                <a:lnTo>
                  <a:pt x="736" y="317"/>
                </a:lnTo>
                <a:lnTo>
                  <a:pt x="736" y="316"/>
                </a:lnTo>
                <a:lnTo>
                  <a:pt x="737" y="316"/>
                </a:lnTo>
                <a:lnTo>
                  <a:pt x="737" y="315"/>
                </a:lnTo>
                <a:lnTo>
                  <a:pt x="737" y="314"/>
                </a:lnTo>
                <a:lnTo>
                  <a:pt x="737" y="313"/>
                </a:lnTo>
                <a:lnTo>
                  <a:pt x="736" y="311"/>
                </a:lnTo>
                <a:lnTo>
                  <a:pt x="735" y="311"/>
                </a:lnTo>
                <a:lnTo>
                  <a:pt x="735" y="312"/>
                </a:lnTo>
                <a:lnTo>
                  <a:pt x="734" y="313"/>
                </a:lnTo>
                <a:lnTo>
                  <a:pt x="733" y="313"/>
                </a:lnTo>
                <a:lnTo>
                  <a:pt x="732" y="313"/>
                </a:lnTo>
                <a:lnTo>
                  <a:pt x="732" y="314"/>
                </a:lnTo>
                <a:lnTo>
                  <a:pt x="731" y="315"/>
                </a:lnTo>
                <a:lnTo>
                  <a:pt x="730" y="317"/>
                </a:lnTo>
                <a:lnTo>
                  <a:pt x="729" y="317"/>
                </a:lnTo>
                <a:lnTo>
                  <a:pt x="729" y="318"/>
                </a:lnTo>
                <a:lnTo>
                  <a:pt x="728" y="319"/>
                </a:lnTo>
                <a:lnTo>
                  <a:pt x="728" y="320"/>
                </a:lnTo>
                <a:lnTo>
                  <a:pt x="727" y="321"/>
                </a:lnTo>
                <a:lnTo>
                  <a:pt x="726" y="321"/>
                </a:lnTo>
                <a:lnTo>
                  <a:pt x="725" y="321"/>
                </a:lnTo>
                <a:lnTo>
                  <a:pt x="724" y="321"/>
                </a:lnTo>
                <a:lnTo>
                  <a:pt x="722" y="323"/>
                </a:lnTo>
                <a:lnTo>
                  <a:pt x="722" y="324"/>
                </a:lnTo>
                <a:lnTo>
                  <a:pt x="721" y="325"/>
                </a:lnTo>
                <a:lnTo>
                  <a:pt x="720" y="326"/>
                </a:lnTo>
                <a:lnTo>
                  <a:pt x="719" y="327"/>
                </a:lnTo>
                <a:lnTo>
                  <a:pt x="719" y="328"/>
                </a:lnTo>
                <a:lnTo>
                  <a:pt x="719" y="329"/>
                </a:lnTo>
                <a:lnTo>
                  <a:pt x="718" y="332"/>
                </a:lnTo>
                <a:lnTo>
                  <a:pt x="717" y="332"/>
                </a:lnTo>
                <a:lnTo>
                  <a:pt x="717" y="333"/>
                </a:lnTo>
                <a:lnTo>
                  <a:pt x="717" y="334"/>
                </a:lnTo>
                <a:lnTo>
                  <a:pt x="716" y="335"/>
                </a:lnTo>
                <a:lnTo>
                  <a:pt x="715" y="336"/>
                </a:lnTo>
                <a:lnTo>
                  <a:pt x="715" y="337"/>
                </a:lnTo>
                <a:lnTo>
                  <a:pt x="714" y="339"/>
                </a:lnTo>
                <a:lnTo>
                  <a:pt x="713" y="340"/>
                </a:lnTo>
                <a:lnTo>
                  <a:pt x="712" y="340"/>
                </a:lnTo>
                <a:lnTo>
                  <a:pt x="712" y="341"/>
                </a:lnTo>
                <a:lnTo>
                  <a:pt x="711" y="342"/>
                </a:lnTo>
                <a:lnTo>
                  <a:pt x="711" y="343"/>
                </a:lnTo>
                <a:lnTo>
                  <a:pt x="710" y="344"/>
                </a:lnTo>
                <a:lnTo>
                  <a:pt x="709" y="345"/>
                </a:lnTo>
                <a:lnTo>
                  <a:pt x="709" y="346"/>
                </a:lnTo>
                <a:lnTo>
                  <a:pt x="708" y="347"/>
                </a:lnTo>
                <a:lnTo>
                  <a:pt x="707" y="348"/>
                </a:lnTo>
                <a:lnTo>
                  <a:pt x="707" y="349"/>
                </a:lnTo>
                <a:lnTo>
                  <a:pt x="706" y="349"/>
                </a:lnTo>
                <a:lnTo>
                  <a:pt x="705" y="349"/>
                </a:lnTo>
                <a:lnTo>
                  <a:pt x="705" y="348"/>
                </a:lnTo>
                <a:lnTo>
                  <a:pt x="705" y="347"/>
                </a:lnTo>
                <a:lnTo>
                  <a:pt x="704" y="347"/>
                </a:lnTo>
                <a:lnTo>
                  <a:pt x="704" y="346"/>
                </a:lnTo>
                <a:lnTo>
                  <a:pt x="703" y="346"/>
                </a:lnTo>
                <a:lnTo>
                  <a:pt x="703" y="345"/>
                </a:lnTo>
                <a:lnTo>
                  <a:pt x="704" y="345"/>
                </a:lnTo>
                <a:lnTo>
                  <a:pt x="704" y="344"/>
                </a:lnTo>
                <a:lnTo>
                  <a:pt x="704" y="343"/>
                </a:lnTo>
                <a:lnTo>
                  <a:pt x="703" y="343"/>
                </a:lnTo>
                <a:lnTo>
                  <a:pt x="703" y="342"/>
                </a:lnTo>
                <a:lnTo>
                  <a:pt x="703" y="341"/>
                </a:lnTo>
                <a:lnTo>
                  <a:pt x="704" y="341"/>
                </a:lnTo>
                <a:lnTo>
                  <a:pt x="704" y="340"/>
                </a:lnTo>
                <a:lnTo>
                  <a:pt x="705" y="340"/>
                </a:lnTo>
                <a:lnTo>
                  <a:pt x="705" y="339"/>
                </a:lnTo>
                <a:lnTo>
                  <a:pt x="706" y="337"/>
                </a:lnTo>
                <a:lnTo>
                  <a:pt x="707" y="336"/>
                </a:lnTo>
                <a:lnTo>
                  <a:pt x="707" y="335"/>
                </a:lnTo>
                <a:lnTo>
                  <a:pt x="707" y="334"/>
                </a:lnTo>
                <a:lnTo>
                  <a:pt x="706" y="334"/>
                </a:lnTo>
                <a:lnTo>
                  <a:pt x="705" y="334"/>
                </a:lnTo>
                <a:lnTo>
                  <a:pt x="705" y="333"/>
                </a:lnTo>
                <a:lnTo>
                  <a:pt x="705" y="332"/>
                </a:lnTo>
                <a:lnTo>
                  <a:pt x="704" y="331"/>
                </a:lnTo>
                <a:lnTo>
                  <a:pt x="702" y="329"/>
                </a:lnTo>
                <a:lnTo>
                  <a:pt x="700" y="328"/>
                </a:lnTo>
                <a:lnTo>
                  <a:pt x="699" y="327"/>
                </a:lnTo>
                <a:lnTo>
                  <a:pt x="698" y="327"/>
                </a:lnTo>
                <a:lnTo>
                  <a:pt x="698" y="326"/>
                </a:lnTo>
                <a:lnTo>
                  <a:pt x="699" y="326"/>
                </a:lnTo>
                <a:lnTo>
                  <a:pt x="700" y="326"/>
                </a:lnTo>
                <a:lnTo>
                  <a:pt x="700" y="325"/>
                </a:lnTo>
                <a:lnTo>
                  <a:pt x="701" y="323"/>
                </a:lnTo>
                <a:lnTo>
                  <a:pt x="700" y="322"/>
                </a:lnTo>
                <a:lnTo>
                  <a:pt x="700" y="323"/>
                </a:lnTo>
                <a:lnTo>
                  <a:pt x="699" y="324"/>
                </a:lnTo>
                <a:lnTo>
                  <a:pt x="698" y="325"/>
                </a:lnTo>
                <a:lnTo>
                  <a:pt x="698" y="324"/>
                </a:lnTo>
                <a:lnTo>
                  <a:pt x="697" y="323"/>
                </a:lnTo>
                <a:lnTo>
                  <a:pt x="697" y="322"/>
                </a:lnTo>
                <a:lnTo>
                  <a:pt x="696" y="322"/>
                </a:lnTo>
                <a:lnTo>
                  <a:pt x="695" y="322"/>
                </a:lnTo>
                <a:lnTo>
                  <a:pt x="695" y="321"/>
                </a:lnTo>
                <a:lnTo>
                  <a:pt x="696" y="321"/>
                </a:lnTo>
                <a:lnTo>
                  <a:pt x="696" y="320"/>
                </a:lnTo>
                <a:lnTo>
                  <a:pt x="695" y="320"/>
                </a:lnTo>
                <a:lnTo>
                  <a:pt x="695" y="321"/>
                </a:lnTo>
                <a:lnTo>
                  <a:pt x="695" y="322"/>
                </a:lnTo>
                <a:lnTo>
                  <a:pt x="694" y="322"/>
                </a:lnTo>
                <a:lnTo>
                  <a:pt x="693" y="323"/>
                </a:lnTo>
                <a:lnTo>
                  <a:pt x="693" y="324"/>
                </a:lnTo>
                <a:lnTo>
                  <a:pt x="692" y="325"/>
                </a:lnTo>
                <a:lnTo>
                  <a:pt x="690" y="326"/>
                </a:lnTo>
                <a:lnTo>
                  <a:pt x="689" y="326"/>
                </a:lnTo>
                <a:lnTo>
                  <a:pt x="688" y="327"/>
                </a:lnTo>
                <a:lnTo>
                  <a:pt x="688" y="328"/>
                </a:lnTo>
                <a:lnTo>
                  <a:pt x="687" y="328"/>
                </a:lnTo>
                <a:lnTo>
                  <a:pt x="686" y="329"/>
                </a:lnTo>
                <a:lnTo>
                  <a:pt x="684" y="329"/>
                </a:lnTo>
                <a:lnTo>
                  <a:pt x="684" y="331"/>
                </a:lnTo>
                <a:lnTo>
                  <a:pt x="685" y="330"/>
                </a:lnTo>
                <a:lnTo>
                  <a:pt x="686" y="329"/>
                </a:lnTo>
                <a:lnTo>
                  <a:pt x="687" y="330"/>
                </a:lnTo>
                <a:lnTo>
                  <a:pt x="686" y="331"/>
                </a:lnTo>
                <a:lnTo>
                  <a:pt x="685" y="332"/>
                </a:lnTo>
                <a:lnTo>
                  <a:pt x="684" y="333"/>
                </a:lnTo>
                <a:lnTo>
                  <a:pt x="683" y="333"/>
                </a:lnTo>
                <a:lnTo>
                  <a:pt x="682" y="334"/>
                </a:lnTo>
                <a:lnTo>
                  <a:pt x="682" y="335"/>
                </a:lnTo>
                <a:lnTo>
                  <a:pt x="681" y="335"/>
                </a:lnTo>
                <a:lnTo>
                  <a:pt x="680" y="335"/>
                </a:lnTo>
                <a:lnTo>
                  <a:pt x="679" y="337"/>
                </a:lnTo>
                <a:lnTo>
                  <a:pt x="678" y="339"/>
                </a:lnTo>
                <a:lnTo>
                  <a:pt x="677" y="338"/>
                </a:lnTo>
                <a:lnTo>
                  <a:pt x="674" y="338"/>
                </a:lnTo>
                <a:lnTo>
                  <a:pt x="673" y="338"/>
                </a:lnTo>
                <a:lnTo>
                  <a:pt x="673" y="339"/>
                </a:lnTo>
                <a:lnTo>
                  <a:pt x="674" y="339"/>
                </a:lnTo>
                <a:lnTo>
                  <a:pt x="673" y="340"/>
                </a:lnTo>
                <a:lnTo>
                  <a:pt x="671" y="342"/>
                </a:lnTo>
                <a:lnTo>
                  <a:pt x="670" y="343"/>
                </a:lnTo>
                <a:lnTo>
                  <a:pt x="670" y="344"/>
                </a:lnTo>
                <a:lnTo>
                  <a:pt x="669" y="344"/>
                </a:lnTo>
                <a:lnTo>
                  <a:pt x="669" y="343"/>
                </a:lnTo>
                <a:lnTo>
                  <a:pt x="669" y="342"/>
                </a:lnTo>
                <a:lnTo>
                  <a:pt x="669" y="341"/>
                </a:lnTo>
                <a:lnTo>
                  <a:pt x="668" y="341"/>
                </a:lnTo>
                <a:lnTo>
                  <a:pt x="668" y="342"/>
                </a:lnTo>
                <a:lnTo>
                  <a:pt x="667" y="342"/>
                </a:lnTo>
                <a:lnTo>
                  <a:pt x="666" y="342"/>
                </a:lnTo>
                <a:lnTo>
                  <a:pt x="665" y="342"/>
                </a:lnTo>
                <a:lnTo>
                  <a:pt x="665" y="341"/>
                </a:lnTo>
                <a:lnTo>
                  <a:pt x="666" y="341"/>
                </a:lnTo>
                <a:lnTo>
                  <a:pt x="665" y="340"/>
                </a:lnTo>
                <a:lnTo>
                  <a:pt x="664" y="340"/>
                </a:lnTo>
                <a:lnTo>
                  <a:pt x="664" y="339"/>
                </a:lnTo>
                <a:lnTo>
                  <a:pt x="664" y="338"/>
                </a:lnTo>
                <a:lnTo>
                  <a:pt x="663" y="336"/>
                </a:lnTo>
                <a:lnTo>
                  <a:pt x="662" y="334"/>
                </a:lnTo>
                <a:lnTo>
                  <a:pt x="661" y="334"/>
                </a:lnTo>
                <a:lnTo>
                  <a:pt x="660" y="334"/>
                </a:lnTo>
                <a:lnTo>
                  <a:pt x="660" y="333"/>
                </a:lnTo>
                <a:lnTo>
                  <a:pt x="659" y="330"/>
                </a:lnTo>
                <a:lnTo>
                  <a:pt x="659" y="329"/>
                </a:lnTo>
                <a:lnTo>
                  <a:pt x="658" y="329"/>
                </a:lnTo>
                <a:lnTo>
                  <a:pt x="658" y="328"/>
                </a:lnTo>
                <a:lnTo>
                  <a:pt x="658" y="327"/>
                </a:lnTo>
                <a:lnTo>
                  <a:pt x="660" y="326"/>
                </a:lnTo>
                <a:lnTo>
                  <a:pt x="661" y="326"/>
                </a:lnTo>
                <a:lnTo>
                  <a:pt x="662" y="326"/>
                </a:lnTo>
                <a:lnTo>
                  <a:pt x="663" y="326"/>
                </a:lnTo>
                <a:lnTo>
                  <a:pt x="663" y="325"/>
                </a:lnTo>
                <a:lnTo>
                  <a:pt x="664" y="323"/>
                </a:lnTo>
                <a:lnTo>
                  <a:pt x="665" y="322"/>
                </a:lnTo>
                <a:lnTo>
                  <a:pt x="665" y="321"/>
                </a:lnTo>
                <a:lnTo>
                  <a:pt x="664" y="321"/>
                </a:lnTo>
                <a:lnTo>
                  <a:pt x="664" y="320"/>
                </a:lnTo>
                <a:lnTo>
                  <a:pt x="663" y="319"/>
                </a:lnTo>
                <a:lnTo>
                  <a:pt x="660" y="319"/>
                </a:lnTo>
                <a:lnTo>
                  <a:pt x="659" y="318"/>
                </a:lnTo>
                <a:lnTo>
                  <a:pt x="658" y="319"/>
                </a:lnTo>
                <a:lnTo>
                  <a:pt x="657" y="320"/>
                </a:lnTo>
                <a:lnTo>
                  <a:pt x="656" y="320"/>
                </a:lnTo>
                <a:lnTo>
                  <a:pt x="655" y="319"/>
                </a:lnTo>
                <a:lnTo>
                  <a:pt x="654" y="319"/>
                </a:lnTo>
                <a:lnTo>
                  <a:pt x="653" y="320"/>
                </a:lnTo>
                <a:lnTo>
                  <a:pt x="652" y="319"/>
                </a:lnTo>
                <a:lnTo>
                  <a:pt x="651" y="318"/>
                </a:lnTo>
                <a:lnTo>
                  <a:pt x="651" y="317"/>
                </a:lnTo>
                <a:lnTo>
                  <a:pt x="650" y="318"/>
                </a:lnTo>
                <a:lnTo>
                  <a:pt x="648" y="320"/>
                </a:lnTo>
                <a:lnTo>
                  <a:pt x="647" y="320"/>
                </a:lnTo>
                <a:lnTo>
                  <a:pt x="646" y="322"/>
                </a:lnTo>
                <a:lnTo>
                  <a:pt x="645" y="323"/>
                </a:lnTo>
                <a:lnTo>
                  <a:pt x="644" y="323"/>
                </a:lnTo>
                <a:lnTo>
                  <a:pt x="644" y="322"/>
                </a:lnTo>
                <a:lnTo>
                  <a:pt x="643" y="322"/>
                </a:lnTo>
                <a:lnTo>
                  <a:pt x="643" y="323"/>
                </a:lnTo>
                <a:lnTo>
                  <a:pt x="641" y="324"/>
                </a:lnTo>
                <a:lnTo>
                  <a:pt x="641" y="323"/>
                </a:lnTo>
                <a:lnTo>
                  <a:pt x="640" y="323"/>
                </a:lnTo>
                <a:lnTo>
                  <a:pt x="639" y="323"/>
                </a:lnTo>
                <a:lnTo>
                  <a:pt x="638" y="324"/>
                </a:lnTo>
                <a:lnTo>
                  <a:pt x="637" y="324"/>
                </a:lnTo>
                <a:lnTo>
                  <a:pt x="637" y="325"/>
                </a:lnTo>
                <a:lnTo>
                  <a:pt x="636" y="326"/>
                </a:lnTo>
                <a:lnTo>
                  <a:pt x="636" y="327"/>
                </a:lnTo>
                <a:lnTo>
                  <a:pt x="635" y="327"/>
                </a:lnTo>
                <a:lnTo>
                  <a:pt x="634" y="328"/>
                </a:lnTo>
                <a:lnTo>
                  <a:pt x="634" y="329"/>
                </a:lnTo>
                <a:lnTo>
                  <a:pt x="633" y="330"/>
                </a:lnTo>
                <a:lnTo>
                  <a:pt x="632" y="330"/>
                </a:lnTo>
                <a:lnTo>
                  <a:pt x="631" y="331"/>
                </a:lnTo>
                <a:lnTo>
                  <a:pt x="630" y="332"/>
                </a:lnTo>
                <a:lnTo>
                  <a:pt x="629" y="333"/>
                </a:lnTo>
                <a:lnTo>
                  <a:pt x="629" y="334"/>
                </a:lnTo>
                <a:lnTo>
                  <a:pt x="628" y="334"/>
                </a:lnTo>
                <a:lnTo>
                  <a:pt x="628" y="335"/>
                </a:lnTo>
                <a:lnTo>
                  <a:pt x="626" y="336"/>
                </a:lnTo>
                <a:lnTo>
                  <a:pt x="626" y="337"/>
                </a:lnTo>
                <a:lnTo>
                  <a:pt x="626" y="338"/>
                </a:lnTo>
                <a:lnTo>
                  <a:pt x="625" y="339"/>
                </a:lnTo>
                <a:lnTo>
                  <a:pt x="624" y="340"/>
                </a:lnTo>
                <a:lnTo>
                  <a:pt x="624" y="341"/>
                </a:lnTo>
                <a:lnTo>
                  <a:pt x="623" y="341"/>
                </a:lnTo>
                <a:lnTo>
                  <a:pt x="623" y="342"/>
                </a:lnTo>
                <a:lnTo>
                  <a:pt x="622" y="343"/>
                </a:lnTo>
                <a:lnTo>
                  <a:pt x="621" y="344"/>
                </a:lnTo>
                <a:lnTo>
                  <a:pt x="619" y="346"/>
                </a:lnTo>
                <a:lnTo>
                  <a:pt x="618" y="348"/>
                </a:lnTo>
                <a:lnTo>
                  <a:pt x="617" y="350"/>
                </a:lnTo>
                <a:lnTo>
                  <a:pt x="616" y="350"/>
                </a:lnTo>
                <a:lnTo>
                  <a:pt x="615" y="351"/>
                </a:lnTo>
                <a:lnTo>
                  <a:pt x="615" y="352"/>
                </a:lnTo>
                <a:lnTo>
                  <a:pt x="613" y="352"/>
                </a:lnTo>
                <a:lnTo>
                  <a:pt x="612" y="352"/>
                </a:lnTo>
                <a:lnTo>
                  <a:pt x="611" y="353"/>
                </a:lnTo>
                <a:lnTo>
                  <a:pt x="611" y="352"/>
                </a:lnTo>
                <a:lnTo>
                  <a:pt x="611" y="351"/>
                </a:lnTo>
                <a:lnTo>
                  <a:pt x="610" y="350"/>
                </a:lnTo>
                <a:lnTo>
                  <a:pt x="609" y="350"/>
                </a:lnTo>
                <a:lnTo>
                  <a:pt x="609" y="349"/>
                </a:lnTo>
                <a:lnTo>
                  <a:pt x="608" y="348"/>
                </a:lnTo>
                <a:lnTo>
                  <a:pt x="607" y="348"/>
                </a:lnTo>
                <a:lnTo>
                  <a:pt x="605" y="350"/>
                </a:lnTo>
                <a:lnTo>
                  <a:pt x="604" y="350"/>
                </a:lnTo>
                <a:lnTo>
                  <a:pt x="602" y="350"/>
                </a:lnTo>
                <a:lnTo>
                  <a:pt x="602" y="351"/>
                </a:lnTo>
                <a:lnTo>
                  <a:pt x="601" y="352"/>
                </a:lnTo>
                <a:lnTo>
                  <a:pt x="600" y="352"/>
                </a:lnTo>
                <a:lnTo>
                  <a:pt x="597" y="350"/>
                </a:lnTo>
                <a:lnTo>
                  <a:pt x="597" y="349"/>
                </a:lnTo>
                <a:lnTo>
                  <a:pt x="597" y="348"/>
                </a:lnTo>
                <a:lnTo>
                  <a:pt x="596" y="348"/>
                </a:lnTo>
                <a:lnTo>
                  <a:pt x="595" y="347"/>
                </a:lnTo>
                <a:lnTo>
                  <a:pt x="594" y="347"/>
                </a:lnTo>
                <a:lnTo>
                  <a:pt x="594" y="346"/>
                </a:lnTo>
                <a:lnTo>
                  <a:pt x="594" y="345"/>
                </a:lnTo>
                <a:lnTo>
                  <a:pt x="595" y="345"/>
                </a:lnTo>
                <a:lnTo>
                  <a:pt x="594" y="344"/>
                </a:lnTo>
                <a:lnTo>
                  <a:pt x="593" y="343"/>
                </a:lnTo>
                <a:lnTo>
                  <a:pt x="592" y="342"/>
                </a:lnTo>
                <a:lnTo>
                  <a:pt x="592" y="341"/>
                </a:lnTo>
                <a:lnTo>
                  <a:pt x="592" y="339"/>
                </a:lnTo>
                <a:lnTo>
                  <a:pt x="591" y="338"/>
                </a:lnTo>
                <a:lnTo>
                  <a:pt x="591" y="337"/>
                </a:lnTo>
                <a:lnTo>
                  <a:pt x="591" y="335"/>
                </a:lnTo>
                <a:lnTo>
                  <a:pt x="591" y="334"/>
                </a:lnTo>
                <a:lnTo>
                  <a:pt x="590" y="333"/>
                </a:lnTo>
                <a:lnTo>
                  <a:pt x="589" y="333"/>
                </a:lnTo>
                <a:lnTo>
                  <a:pt x="586" y="333"/>
                </a:lnTo>
                <a:lnTo>
                  <a:pt x="585" y="333"/>
                </a:lnTo>
                <a:lnTo>
                  <a:pt x="584" y="334"/>
                </a:lnTo>
                <a:lnTo>
                  <a:pt x="582" y="335"/>
                </a:lnTo>
                <a:lnTo>
                  <a:pt x="582" y="336"/>
                </a:lnTo>
                <a:lnTo>
                  <a:pt x="581" y="336"/>
                </a:lnTo>
                <a:lnTo>
                  <a:pt x="582" y="337"/>
                </a:lnTo>
                <a:lnTo>
                  <a:pt x="582" y="339"/>
                </a:lnTo>
                <a:lnTo>
                  <a:pt x="583" y="340"/>
                </a:lnTo>
                <a:lnTo>
                  <a:pt x="583" y="341"/>
                </a:lnTo>
                <a:lnTo>
                  <a:pt x="583" y="342"/>
                </a:lnTo>
                <a:lnTo>
                  <a:pt x="583" y="344"/>
                </a:lnTo>
                <a:lnTo>
                  <a:pt x="582" y="345"/>
                </a:lnTo>
                <a:lnTo>
                  <a:pt x="582" y="346"/>
                </a:lnTo>
                <a:lnTo>
                  <a:pt x="582" y="347"/>
                </a:lnTo>
                <a:lnTo>
                  <a:pt x="583" y="347"/>
                </a:lnTo>
                <a:lnTo>
                  <a:pt x="583" y="348"/>
                </a:lnTo>
                <a:lnTo>
                  <a:pt x="582" y="348"/>
                </a:lnTo>
                <a:lnTo>
                  <a:pt x="582" y="347"/>
                </a:lnTo>
                <a:lnTo>
                  <a:pt x="582" y="346"/>
                </a:lnTo>
                <a:lnTo>
                  <a:pt x="581" y="345"/>
                </a:lnTo>
                <a:lnTo>
                  <a:pt x="580" y="346"/>
                </a:lnTo>
                <a:lnTo>
                  <a:pt x="579" y="347"/>
                </a:lnTo>
                <a:lnTo>
                  <a:pt x="578" y="347"/>
                </a:lnTo>
                <a:lnTo>
                  <a:pt x="579" y="348"/>
                </a:lnTo>
                <a:lnTo>
                  <a:pt x="578" y="349"/>
                </a:lnTo>
                <a:lnTo>
                  <a:pt x="577" y="349"/>
                </a:lnTo>
                <a:lnTo>
                  <a:pt x="576" y="350"/>
                </a:lnTo>
                <a:lnTo>
                  <a:pt x="576" y="351"/>
                </a:lnTo>
                <a:lnTo>
                  <a:pt x="577" y="351"/>
                </a:lnTo>
                <a:lnTo>
                  <a:pt x="575" y="353"/>
                </a:lnTo>
                <a:lnTo>
                  <a:pt x="574" y="353"/>
                </a:lnTo>
                <a:lnTo>
                  <a:pt x="573" y="353"/>
                </a:lnTo>
                <a:lnTo>
                  <a:pt x="573" y="354"/>
                </a:lnTo>
                <a:lnTo>
                  <a:pt x="574" y="354"/>
                </a:lnTo>
                <a:lnTo>
                  <a:pt x="573" y="355"/>
                </a:lnTo>
                <a:lnTo>
                  <a:pt x="572" y="355"/>
                </a:lnTo>
                <a:lnTo>
                  <a:pt x="572" y="356"/>
                </a:lnTo>
                <a:lnTo>
                  <a:pt x="571" y="357"/>
                </a:lnTo>
                <a:lnTo>
                  <a:pt x="570" y="357"/>
                </a:lnTo>
                <a:lnTo>
                  <a:pt x="570" y="358"/>
                </a:lnTo>
                <a:lnTo>
                  <a:pt x="570" y="359"/>
                </a:lnTo>
                <a:lnTo>
                  <a:pt x="569" y="359"/>
                </a:lnTo>
                <a:lnTo>
                  <a:pt x="569" y="358"/>
                </a:lnTo>
                <a:lnTo>
                  <a:pt x="569" y="357"/>
                </a:lnTo>
                <a:lnTo>
                  <a:pt x="568" y="356"/>
                </a:lnTo>
                <a:lnTo>
                  <a:pt x="567" y="356"/>
                </a:lnTo>
                <a:lnTo>
                  <a:pt x="566" y="355"/>
                </a:lnTo>
                <a:lnTo>
                  <a:pt x="565" y="354"/>
                </a:lnTo>
                <a:lnTo>
                  <a:pt x="564" y="354"/>
                </a:lnTo>
                <a:lnTo>
                  <a:pt x="564" y="355"/>
                </a:lnTo>
                <a:lnTo>
                  <a:pt x="565" y="355"/>
                </a:lnTo>
                <a:lnTo>
                  <a:pt x="564" y="355"/>
                </a:lnTo>
                <a:lnTo>
                  <a:pt x="563" y="355"/>
                </a:lnTo>
                <a:lnTo>
                  <a:pt x="562" y="355"/>
                </a:lnTo>
                <a:lnTo>
                  <a:pt x="562" y="354"/>
                </a:lnTo>
                <a:lnTo>
                  <a:pt x="561" y="354"/>
                </a:lnTo>
                <a:lnTo>
                  <a:pt x="560" y="353"/>
                </a:lnTo>
                <a:lnTo>
                  <a:pt x="560" y="352"/>
                </a:lnTo>
                <a:lnTo>
                  <a:pt x="557" y="352"/>
                </a:lnTo>
                <a:lnTo>
                  <a:pt x="556" y="352"/>
                </a:lnTo>
                <a:lnTo>
                  <a:pt x="555" y="353"/>
                </a:lnTo>
                <a:lnTo>
                  <a:pt x="555" y="354"/>
                </a:lnTo>
                <a:lnTo>
                  <a:pt x="555" y="355"/>
                </a:lnTo>
                <a:lnTo>
                  <a:pt x="554" y="355"/>
                </a:lnTo>
                <a:lnTo>
                  <a:pt x="553" y="356"/>
                </a:lnTo>
                <a:lnTo>
                  <a:pt x="552" y="356"/>
                </a:lnTo>
                <a:lnTo>
                  <a:pt x="551" y="356"/>
                </a:lnTo>
                <a:lnTo>
                  <a:pt x="552" y="355"/>
                </a:lnTo>
                <a:lnTo>
                  <a:pt x="551" y="355"/>
                </a:lnTo>
                <a:lnTo>
                  <a:pt x="550" y="355"/>
                </a:lnTo>
                <a:lnTo>
                  <a:pt x="550" y="354"/>
                </a:lnTo>
                <a:lnTo>
                  <a:pt x="549" y="354"/>
                </a:lnTo>
                <a:lnTo>
                  <a:pt x="548" y="355"/>
                </a:lnTo>
                <a:lnTo>
                  <a:pt x="548" y="356"/>
                </a:lnTo>
                <a:lnTo>
                  <a:pt x="547" y="356"/>
                </a:lnTo>
                <a:lnTo>
                  <a:pt x="547" y="355"/>
                </a:lnTo>
                <a:lnTo>
                  <a:pt x="546" y="355"/>
                </a:lnTo>
                <a:lnTo>
                  <a:pt x="545" y="355"/>
                </a:lnTo>
                <a:lnTo>
                  <a:pt x="544" y="355"/>
                </a:lnTo>
                <a:lnTo>
                  <a:pt x="544" y="356"/>
                </a:lnTo>
                <a:lnTo>
                  <a:pt x="543" y="357"/>
                </a:lnTo>
                <a:lnTo>
                  <a:pt x="543" y="358"/>
                </a:lnTo>
                <a:lnTo>
                  <a:pt x="543" y="359"/>
                </a:lnTo>
                <a:lnTo>
                  <a:pt x="544" y="359"/>
                </a:lnTo>
                <a:lnTo>
                  <a:pt x="544" y="360"/>
                </a:lnTo>
                <a:lnTo>
                  <a:pt x="544" y="361"/>
                </a:lnTo>
                <a:lnTo>
                  <a:pt x="544" y="362"/>
                </a:lnTo>
                <a:lnTo>
                  <a:pt x="544" y="363"/>
                </a:lnTo>
                <a:lnTo>
                  <a:pt x="544" y="364"/>
                </a:lnTo>
                <a:lnTo>
                  <a:pt x="543" y="364"/>
                </a:lnTo>
                <a:lnTo>
                  <a:pt x="543" y="365"/>
                </a:lnTo>
                <a:lnTo>
                  <a:pt x="542" y="366"/>
                </a:lnTo>
                <a:lnTo>
                  <a:pt x="543" y="367"/>
                </a:lnTo>
                <a:lnTo>
                  <a:pt x="543" y="368"/>
                </a:lnTo>
                <a:lnTo>
                  <a:pt x="544" y="367"/>
                </a:lnTo>
                <a:lnTo>
                  <a:pt x="544" y="368"/>
                </a:lnTo>
                <a:lnTo>
                  <a:pt x="545" y="368"/>
                </a:lnTo>
                <a:lnTo>
                  <a:pt x="546" y="370"/>
                </a:lnTo>
                <a:lnTo>
                  <a:pt x="546" y="371"/>
                </a:lnTo>
                <a:lnTo>
                  <a:pt x="545" y="371"/>
                </a:lnTo>
                <a:lnTo>
                  <a:pt x="545" y="372"/>
                </a:lnTo>
                <a:lnTo>
                  <a:pt x="544" y="372"/>
                </a:lnTo>
                <a:lnTo>
                  <a:pt x="545" y="373"/>
                </a:lnTo>
                <a:lnTo>
                  <a:pt x="545" y="374"/>
                </a:lnTo>
                <a:lnTo>
                  <a:pt x="545" y="375"/>
                </a:lnTo>
                <a:lnTo>
                  <a:pt x="542" y="376"/>
                </a:lnTo>
                <a:lnTo>
                  <a:pt x="542" y="375"/>
                </a:lnTo>
                <a:lnTo>
                  <a:pt x="541" y="376"/>
                </a:lnTo>
                <a:lnTo>
                  <a:pt x="541" y="379"/>
                </a:lnTo>
                <a:lnTo>
                  <a:pt x="544" y="380"/>
                </a:lnTo>
                <a:lnTo>
                  <a:pt x="545" y="381"/>
                </a:lnTo>
                <a:lnTo>
                  <a:pt x="546" y="382"/>
                </a:lnTo>
                <a:lnTo>
                  <a:pt x="546" y="383"/>
                </a:lnTo>
                <a:lnTo>
                  <a:pt x="547" y="383"/>
                </a:lnTo>
                <a:lnTo>
                  <a:pt x="548" y="383"/>
                </a:lnTo>
                <a:lnTo>
                  <a:pt x="550" y="383"/>
                </a:lnTo>
                <a:lnTo>
                  <a:pt x="551" y="382"/>
                </a:lnTo>
                <a:lnTo>
                  <a:pt x="552" y="382"/>
                </a:lnTo>
                <a:lnTo>
                  <a:pt x="552" y="383"/>
                </a:lnTo>
                <a:lnTo>
                  <a:pt x="553" y="383"/>
                </a:lnTo>
                <a:lnTo>
                  <a:pt x="553" y="385"/>
                </a:lnTo>
                <a:lnTo>
                  <a:pt x="554" y="385"/>
                </a:lnTo>
                <a:lnTo>
                  <a:pt x="554" y="386"/>
                </a:lnTo>
                <a:lnTo>
                  <a:pt x="555" y="386"/>
                </a:lnTo>
                <a:lnTo>
                  <a:pt x="556" y="387"/>
                </a:lnTo>
                <a:lnTo>
                  <a:pt x="557" y="388"/>
                </a:lnTo>
                <a:lnTo>
                  <a:pt x="558" y="389"/>
                </a:lnTo>
                <a:lnTo>
                  <a:pt x="559" y="390"/>
                </a:lnTo>
                <a:lnTo>
                  <a:pt x="559" y="391"/>
                </a:lnTo>
                <a:lnTo>
                  <a:pt x="560" y="391"/>
                </a:lnTo>
                <a:lnTo>
                  <a:pt x="561" y="391"/>
                </a:lnTo>
                <a:lnTo>
                  <a:pt x="562" y="391"/>
                </a:lnTo>
                <a:lnTo>
                  <a:pt x="563" y="392"/>
                </a:lnTo>
                <a:lnTo>
                  <a:pt x="564" y="393"/>
                </a:lnTo>
                <a:lnTo>
                  <a:pt x="564" y="394"/>
                </a:lnTo>
                <a:lnTo>
                  <a:pt x="563" y="394"/>
                </a:lnTo>
                <a:lnTo>
                  <a:pt x="563" y="395"/>
                </a:lnTo>
                <a:lnTo>
                  <a:pt x="564" y="395"/>
                </a:lnTo>
                <a:lnTo>
                  <a:pt x="565" y="395"/>
                </a:lnTo>
                <a:lnTo>
                  <a:pt x="565" y="396"/>
                </a:lnTo>
                <a:lnTo>
                  <a:pt x="565" y="397"/>
                </a:lnTo>
                <a:lnTo>
                  <a:pt x="566" y="398"/>
                </a:lnTo>
                <a:lnTo>
                  <a:pt x="567" y="398"/>
                </a:lnTo>
                <a:lnTo>
                  <a:pt x="567" y="399"/>
                </a:lnTo>
                <a:lnTo>
                  <a:pt x="567" y="400"/>
                </a:lnTo>
                <a:lnTo>
                  <a:pt x="568" y="401"/>
                </a:lnTo>
                <a:lnTo>
                  <a:pt x="569" y="401"/>
                </a:lnTo>
                <a:lnTo>
                  <a:pt x="570" y="401"/>
                </a:lnTo>
                <a:lnTo>
                  <a:pt x="570" y="402"/>
                </a:lnTo>
                <a:lnTo>
                  <a:pt x="570" y="403"/>
                </a:lnTo>
                <a:lnTo>
                  <a:pt x="571" y="403"/>
                </a:lnTo>
                <a:lnTo>
                  <a:pt x="572" y="403"/>
                </a:lnTo>
                <a:lnTo>
                  <a:pt x="573" y="403"/>
                </a:lnTo>
                <a:lnTo>
                  <a:pt x="573" y="402"/>
                </a:lnTo>
                <a:lnTo>
                  <a:pt x="574" y="402"/>
                </a:lnTo>
                <a:lnTo>
                  <a:pt x="574" y="403"/>
                </a:lnTo>
                <a:lnTo>
                  <a:pt x="573" y="406"/>
                </a:lnTo>
                <a:lnTo>
                  <a:pt x="572" y="407"/>
                </a:lnTo>
                <a:lnTo>
                  <a:pt x="571" y="407"/>
                </a:lnTo>
                <a:lnTo>
                  <a:pt x="571" y="408"/>
                </a:lnTo>
                <a:lnTo>
                  <a:pt x="572" y="409"/>
                </a:lnTo>
                <a:lnTo>
                  <a:pt x="571" y="410"/>
                </a:lnTo>
                <a:lnTo>
                  <a:pt x="571" y="411"/>
                </a:lnTo>
                <a:lnTo>
                  <a:pt x="571" y="412"/>
                </a:lnTo>
                <a:lnTo>
                  <a:pt x="570" y="414"/>
                </a:lnTo>
                <a:lnTo>
                  <a:pt x="570" y="415"/>
                </a:lnTo>
                <a:lnTo>
                  <a:pt x="570" y="417"/>
                </a:lnTo>
                <a:lnTo>
                  <a:pt x="570" y="419"/>
                </a:lnTo>
                <a:lnTo>
                  <a:pt x="569" y="419"/>
                </a:lnTo>
                <a:lnTo>
                  <a:pt x="569" y="420"/>
                </a:lnTo>
                <a:lnTo>
                  <a:pt x="569" y="422"/>
                </a:lnTo>
                <a:lnTo>
                  <a:pt x="570" y="422"/>
                </a:lnTo>
                <a:lnTo>
                  <a:pt x="571" y="422"/>
                </a:lnTo>
                <a:lnTo>
                  <a:pt x="572" y="423"/>
                </a:lnTo>
                <a:lnTo>
                  <a:pt x="572" y="424"/>
                </a:lnTo>
                <a:lnTo>
                  <a:pt x="571" y="426"/>
                </a:lnTo>
                <a:lnTo>
                  <a:pt x="570" y="430"/>
                </a:lnTo>
                <a:lnTo>
                  <a:pt x="569" y="431"/>
                </a:lnTo>
                <a:lnTo>
                  <a:pt x="569" y="432"/>
                </a:lnTo>
                <a:lnTo>
                  <a:pt x="569" y="433"/>
                </a:lnTo>
                <a:lnTo>
                  <a:pt x="569" y="434"/>
                </a:lnTo>
                <a:lnTo>
                  <a:pt x="568" y="435"/>
                </a:lnTo>
                <a:lnTo>
                  <a:pt x="568" y="436"/>
                </a:lnTo>
                <a:lnTo>
                  <a:pt x="567" y="437"/>
                </a:lnTo>
                <a:lnTo>
                  <a:pt x="566" y="438"/>
                </a:lnTo>
                <a:lnTo>
                  <a:pt x="566" y="440"/>
                </a:lnTo>
                <a:lnTo>
                  <a:pt x="566" y="441"/>
                </a:lnTo>
                <a:lnTo>
                  <a:pt x="565" y="441"/>
                </a:lnTo>
                <a:lnTo>
                  <a:pt x="565" y="440"/>
                </a:lnTo>
                <a:lnTo>
                  <a:pt x="564" y="441"/>
                </a:lnTo>
                <a:lnTo>
                  <a:pt x="563" y="444"/>
                </a:lnTo>
                <a:lnTo>
                  <a:pt x="563" y="445"/>
                </a:lnTo>
                <a:lnTo>
                  <a:pt x="564" y="445"/>
                </a:lnTo>
                <a:lnTo>
                  <a:pt x="564" y="444"/>
                </a:lnTo>
                <a:lnTo>
                  <a:pt x="565" y="444"/>
                </a:lnTo>
                <a:lnTo>
                  <a:pt x="565" y="443"/>
                </a:lnTo>
                <a:lnTo>
                  <a:pt x="566" y="444"/>
                </a:lnTo>
                <a:lnTo>
                  <a:pt x="567" y="445"/>
                </a:lnTo>
                <a:lnTo>
                  <a:pt x="567" y="446"/>
                </a:lnTo>
                <a:lnTo>
                  <a:pt x="566" y="447"/>
                </a:lnTo>
                <a:lnTo>
                  <a:pt x="566" y="454"/>
                </a:lnTo>
                <a:lnTo>
                  <a:pt x="567" y="454"/>
                </a:lnTo>
                <a:lnTo>
                  <a:pt x="568" y="455"/>
                </a:lnTo>
                <a:lnTo>
                  <a:pt x="568" y="456"/>
                </a:lnTo>
                <a:lnTo>
                  <a:pt x="569" y="457"/>
                </a:lnTo>
                <a:lnTo>
                  <a:pt x="570" y="459"/>
                </a:lnTo>
                <a:lnTo>
                  <a:pt x="570" y="460"/>
                </a:lnTo>
                <a:lnTo>
                  <a:pt x="569" y="458"/>
                </a:lnTo>
                <a:lnTo>
                  <a:pt x="568" y="459"/>
                </a:lnTo>
                <a:lnTo>
                  <a:pt x="568" y="460"/>
                </a:lnTo>
                <a:lnTo>
                  <a:pt x="568" y="461"/>
                </a:lnTo>
                <a:lnTo>
                  <a:pt x="567" y="463"/>
                </a:lnTo>
                <a:lnTo>
                  <a:pt x="567" y="464"/>
                </a:lnTo>
                <a:lnTo>
                  <a:pt x="566" y="464"/>
                </a:lnTo>
                <a:lnTo>
                  <a:pt x="566" y="465"/>
                </a:lnTo>
                <a:lnTo>
                  <a:pt x="566" y="466"/>
                </a:lnTo>
                <a:lnTo>
                  <a:pt x="565" y="467"/>
                </a:lnTo>
                <a:lnTo>
                  <a:pt x="565" y="469"/>
                </a:lnTo>
                <a:lnTo>
                  <a:pt x="564" y="469"/>
                </a:lnTo>
                <a:lnTo>
                  <a:pt x="564" y="470"/>
                </a:lnTo>
                <a:lnTo>
                  <a:pt x="565" y="471"/>
                </a:lnTo>
                <a:lnTo>
                  <a:pt x="565" y="472"/>
                </a:lnTo>
                <a:lnTo>
                  <a:pt x="565" y="473"/>
                </a:lnTo>
                <a:lnTo>
                  <a:pt x="566" y="473"/>
                </a:lnTo>
                <a:lnTo>
                  <a:pt x="566" y="474"/>
                </a:lnTo>
                <a:lnTo>
                  <a:pt x="566" y="475"/>
                </a:lnTo>
                <a:lnTo>
                  <a:pt x="566" y="477"/>
                </a:lnTo>
                <a:lnTo>
                  <a:pt x="566" y="479"/>
                </a:lnTo>
                <a:lnTo>
                  <a:pt x="565" y="479"/>
                </a:lnTo>
                <a:lnTo>
                  <a:pt x="565" y="481"/>
                </a:lnTo>
                <a:lnTo>
                  <a:pt x="565" y="482"/>
                </a:lnTo>
                <a:lnTo>
                  <a:pt x="566" y="482"/>
                </a:lnTo>
                <a:lnTo>
                  <a:pt x="566" y="483"/>
                </a:lnTo>
                <a:lnTo>
                  <a:pt x="567" y="483"/>
                </a:lnTo>
                <a:lnTo>
                  <a:pt x="565" y="483"/>
                </a:lnTo>
                <a:lnTo>
                  <a:pt x="564" y="482"/>
                </a:lnTo>
                <a:lnTo>
                  <a:pt x="564" y="481"/>
                </a:lnTo>
                <a:lnTo>
                  <a:pt x="563" y="479"/>
                </a:lnTo>
                <a:lnTo>
                  <a:pt x="562" y="481"/>
                </a:lnTo>
                <a:lnTo>
                  <a:pt x="561" y="483"/>
                </a:lnTo>
                <a:lnTo>
                  <a:pt x="560" y="483"/>
                </a:lnTo>
                <a:lnTo>
                  <a:pt x="559" y="483"/>
                </a:lnTo>
                <a:lnTo>
                  <a:pt x="558" y="483"/>
                </a:lnTo>
                <a:lnTo>
                  <a:pt x="558" y="484"/>
                </a:lnTo>
                <a:lnTo>
                  <a:pt x="557" y="484"/>
                </a:lnTo>
                <a:lnTo>
                  <a:pt x="556" y="484"/>
                </a:lnTo>
                <a:lnTo>
                  <a:pt x="555" y="484"/>
                </a:lnTo>
                <a:lnTo>
                  <a:pt x="554" y="483"/>
                </a:lnTo>
                <a:lnTo>
                  <a:pt x="554" y="482"/>
                </a:lnTo>
                <a:lnTo>
                  <a:pt x="553" y="482"/>
                </a:lnTo>
                <a:lnTo>
                  <a:pt x="551" y="481"/>
                </a:lnTo>
                <a:lnTo>
                  <a:pt x="550" y="481"/>
                </a:lnTo>
                <a:lnTo>
                  <a:pt x="549" y="481"/>
                </a:lnTo>
                <a:lnTo>
                  <a:pt x="549" y="482"/>
                </a:lnTo>
                <a:lnTo>
                  <a:pt x="549" y="483"/>
                </a:lnTo>
                <a:lnTo>
                  <a:pt x="548" y="484"/>
                </a:lnTo>
                <a:lnTo>
                  <a:pt x="547" y="484"/>
                </a:lnTo>
                <a:lnTo>
                  <a:pt x="546" y="485"/>
                </a:lnTo>
                <a:lnTo>
                  <a:pt x="546" y="486"/>
                </a:lnTo>
                <a:lnTo>
                  <a:pt x="545" y="486"/>
                </a:lnTo>
                <a:lnTo>
                  <a:pt x="544" y="485"/>
                </a:lnTo>
                <a:lnTo>
                  <a:pt x="543" y="485"/>
                </a:lnTo>
                <a:lnTo>
                  <a:pt x="543" y="486"/>
                </a:lnTo>
                <a:lnTo>
                  <a:pt x="542" y="487"/>
                </a:lnTo>
                <a:lnTo>
                  <a:pt x="542" y="488"/>
                </a:lnTo>
                <a:lnTo>
                  <a:pt x="541" y="489"/>
                </a:lnTo>
                <a:lnTo>
                  <a:pt x="540" y="489"/>
                </a:lnTo>
                <a:lnTo>
                  <a:pt x="540" y="490"/>
                </a:lnTo>
                <a:lnTo>
                  <a:pt x="540" y="491"/>
                </a:lnTo>
                <a:lnTo>
                  <a:pt x="539" y="493"/>
                </a:lnTo>
                <a:lnTo>
                  <a:pt x="539" y="494"/>
                </a:lnTo>
                <a:lnTo>
                  <a:pt x="540" y="494"/>
                </a:lnTo>
                <a:lnTo>
                  <a:pt x="541" y="494"/>
                </a:lnTo>
                <a:lnTo>
                  <a:pt x="541" y="495"/>
                </a:lnTo>
                <a:lnTo>
                  <a:pt x="542" y="495"/>
                </a:lnTo>
                <a:lnTo>
                  <a:pt x="544" y="495"/>
                </a:lnTo>
                <a:lnTo>
                  <a:pt x="544" y="494"/>
                </a:lnTo>
                <a:lnTo>
                  <a:pt x="544" y="493"/>
                </a:lnTo>
                <a:lnTo>
                  <a:pt x="544" y="492"/>
                </a:lnTo>
                <a:lnTo>
                  <a:pt x="544" y="491"/>
                </a:lnTo>
                <a:lnTo>
                  <a:pt x="544" y="490"/>
                </a:lnTo>
                <a:lnTo>
                  <a:pt x="545" y="490"/>
                </a:lnTo>
                <a:lnTo>
                  <a:pt x="546" y="490"/>
                </a:lnTo>
                <a:lnTo>
                  <a:pt x="546" y="492"/>
                </a:lnTo>
                <a:lnTo>
                  <a:pt x="546" y="493"/>
                </a:lnTo>
                <a:lnTo>
                  <a:pt x="548" y="494"/>
                </a:lnTo>
                <a:lnTo>
                  <a:pt x="549" y="494"/>
                </a:lnTo>
                <a:lnTo>
                  <a:pt x="550" y="496"/>
                </a:lnTo>
                <a:lnTo>
                  <a:pt x="549" y="497"/>
                </a:lnTo>
                <a:lnTo>
                  <a:pt x="549" y="498"/>
                </a:lnTo>
                <a:lnTo>
                  <a:pt x="548" y="500"/>
                </a:lnTo>
                <a:lnTo>
                  <a:pt x="548" y="501"/>
                </a:lnTo>
                <a:lnTo>
                  <a:pt x="549" y="502"/>
                </a:lnTo>
                <a:lnTo>
                  <a:pt x="549" y="503"/>
                </a:lnTo>
                <a:lnTo>
                  <a:pt x="550" y="503"/>
                </a:lnTo>
                <a:lnTo>
                  <a:pt x="551" y="503"/>
                </a:lnTo>
                <a:lnTo>
                  <a:pt x="551" y="502"/>
                </a:lnTo>
                <a:lnTo>
                  <a:pt x="552" y="502"/>
                </a:lnTo>
                <a:lnTo>
                  <a:pt x="553" y="502"/>
                </a:lnTo>
                <a:lnTo>
                  <a:pt x="553" y="504"/>
                </a:lnTo>
                <a:lnTo>
                  <a:pt x="553" y="505"/>
                </a:lnTo>
                <a:lnTo>
                  <a:pt x="553" y="506"/>
                </a:lnTo>
                <a:lnTo>
                  <a:pt x="552" y="506"/>
                </a:lnTo>
                <a:lnTo>
                  <a:pt x="552" y="507"/>
                </a:lnTo>
                <a:lnTo>
                  <a:pt x="552" y="508"/>
                </a:lnTo>
                <a:lnTo>
                  <a:pt x="552" y="509"/>
                </a:lnTo>
                <a:lnTo>
                  <a:pt x="552" y="510"/>
                </a:lnTo>
                <a:lnTo>
                  <a:pt x="553" y="510"/>
                </a:lnTo>
                <a:lnTo>
                  <a:pt x="554" y="510"/>
                </a:lnTo>
                <a:lnTo>
                  <a:pt x="555" y="510"/>
                </a:lnTo>
                <a:lnTo>
                  <a:pt x="556" y="510"/>
                </a:lnTo>
                <a:lnTo>
                  <a:pt x="557" y="510"/>
                </a:lnTo>
                <a:lnTo>
                  <a:pt x="557" y="511"/>
                </a:lnTo>
                <a:lnTo>
                  <a:pt x="557" y="512"/>
                </a:lnTo>
                <a:lnTo>
                  <a:pt x="558" y="512"/>
                </a:lnTo>
                <a:lnTo>
                  <a:pt x="559" y="512"/>
                </a:lnTo>
                <a:lnTo>
                  <a:pt x="560" y="513"/>
                </a:lnTo>
                <a:lnTo>
                  <a:pt x="561" y="513"/>
                </a:lnTo>
                <a:lnTo>
                  <a:pt x="561" y="514"/>
                </a:lnTo>
                <a:lnTo>
                  <a:pt x="562" y="515"/>
                </a:lnTo>
                <a:lnTo>
                  <a:pt x="564" y="516"/>
                </a:lnTo>
                <a:lnTo>
                  <a:pt x="565" y="516"/>
                </a:lnTo>
                <a:lnTo>
                  <a:pt x="564" y="516"/>
                </a:lnTo>
                <a:lnTo>
                  <a:pt x="564" y="515"/>
                </a:lnTo>
                <a:lnTo>
                  <a:pt x="565" y="515"/>
                </a:lnTo>
                <a:lnTo>
                  <a:pt x="565" y="514"/>
                </a:lnTo>
                <a:lnTo>
                  <a:pt x="566" y="513"/>
                </a:lnTo>
                <a:lnTo>
                  <a:pt x="565" y="512"/>
                </a:lnTo>
                <a:lnTo>
                  <a:pt x="564" y="512"/>
                </a:lnTo>
                <a:lnTo>
                  <a:pt x="563" y="512"/>
                </a:lnTo>
                <a:lnTo>
                  <a:pt x="563" y="511"/>
                </a:lnTo>
                <a:lnTo>
                  <a:pt x="564" y="511"/>
                </a:lnTo>
                <a:lnTo>
                  <a:pt x="565" y="511"/>
                </a:lnTo>
                <a:lnTo>
                  <a:pt x="566" y="510"/>
                </a:lnTo>
                <a:lnTo>
                  <a:pt x="567" y="511"/>
                </a:lnTo>
                <a:lnTo>
                  <a:pt x="568" y="511"/>
                </a:lnTo>
                <a:lnTo>
                  <a:pt x="569" y="510"/>
                </a:lnTo>
                <a:lnTo>
                  <a:pt x="569" y="509"/>
                </a:lnTo>
                <a:lnTo>
                  <a:pt x="570" y="509"/>
                </a:lnTo>
                <a:lnTo>
                  <a:pt x="571" y="509"/>
                </a:lnTo>
                <a:lnTo>
                  <a:pt x="572" y="508"/>
                </a:lnTo>
                <a:lnTo>
                  <a:pt x="572" y="507"/>
                </a:lnTo>
                <a:lnTo>
                  <a:pt x="570" y="506"/>
                </a:lnTo>
                <a:lnTo>
                  <a:pt x="568" y="506"/>
                </a:lnTo>
                <a:lnTo>
                  <a:pt x="568" y="505"/>
                </a:lnTo>
                <a:lnTo>
                  <a:pt x="567" y="505"/>
                </a:lnTo>
                <a:lnTo>
                  <a:pt x="567" y="504"/>
                </a:lnTo>
                <a:lnTo>
                  <a:pt x="567" y="503"/>
                </a:lnTo>
                <a:lnTo>
                  <a:pt x="569" y="500"/>
                </a:lnTo>
                <a:lnTo>
                  <a:pt x="570" y="499"/>
                </a:lnTo>
                <a:lnTo>
                  <a:pt x="569" y="499"/>
                </a:lnTo>
                <a:lnTo>
                  <a:pt x="570" y="496"/>
                </a:lnTo>
                <a:lnTo>
                  <a:pt x="571" y="495"/>
                </a:lnTo>
                <a:lnTo>
                  <a:pt x="572" y="494"/>
                </a:lnTo>
                <a:lnTo>
                  <a:pt x="572" y="493"/>
                </a:lnTo>
                <a:lnTo>
                  <a:pt x="573" y="493"/>
                </a:lnTo>
                <a:lnTo>
                  <a:pt x="574" y="493"/>
                </a:lnTo>
                <a:lnTo>
                  <a:pt x="574" y="492"/>
                </a:lnTo>
                <a:lnTo>
                  <a:pt x="575" y="492"/>
                </a:lnTo>
                <a:lnTo>
                  <a:pt x="575" y="491"/>
                </a:lnTo>
                <a:lnTo>
                  <a:pt x="576" y="490"/>
                </a:lnTo>
                <a:lnTo>
                  <a:pt x="577" y="490"/>
                </a:lnTo>
                <a:lnTo>
                  <a:pt x="577" y="489"/>
                </a:lnTo>
                <a:lnTo>
                  <a:pt x="576" y="489"/>
                </a:lnTo>
                <a:lnTo>
                  <a:pt x="576" y="488"/>
                </a:lnTo>
                <a:lnTo>
                  <a:pt x="576" y="487"/>
                </a:lnTo>
                <a:lnTo>
                  <a:pt x="577" y="487"/>
                </a:lnTo>
                <a:lnTo>
                  <a:pt x="578" y="486"/>
                </a:lnTo>
                <a:lnTo>
                  <a:pt x="579" y="486"/>
                </a:lnTo>
                <a:lnTo>
                  <a:pt x="578" y="486"/>
                </a:lnTo>
                <a:lnTo>
                  <a:pt x="578" y="485"/>
                </a:lnTo>
                <a:lnTo>
                  <a:pt x="579" y="484"/>
                </a:lnTo>
                <a:lnTo>
                  <a:pt x="580" y="484"/>
                </a:lnTo>
                <a:lnTo>
                  <a:pt x="582" y="483"/>
                </a:lnTo>
                <a:lnTo>
                  <a:pt x="584" y="483"/>
                </a:lnTo>
                <a:lnTo>
                  <a:pt x="584" y="482"/>
                </a:lnTo>
                <a:lnTo>
                  <a:pt x="585" y="483"/>
                </a:lnTo>
                <a:lnTo>
                  <a:pt x="586" y="483"/>
                </a:lnTo>
                <a:lnTo>
                  <a:pt x="586" y="484"/>
                </a:lnTo>
                <a:lnTo>
                  <a:pt x="586" y="485"/>
                </a:lnTo>
                <a:lnTo>
                  <a:pt x="587" y="485"/>
                </a:lnTo>
                <a:lnTo>
                  <a:pt x="587" y="484"/>
                </a:lnTo>
                <a:lnTo>
                  <a:pt x="589" y="485"/>
                </a:lnTo>
                <a:lnTo>
                  <a:pt x="590" y="485"/>
                </a:lnTo>
                <a:lnTo>
                  <a:pt x="591" y="485"/>
                </a:lnTo>
                <a:lnTo>
                  <a:pt x="591" y="486"/>
                </a:lnTo>
                <a:lnTo>
                  <a:pt x="591" y="487"/>
                </a:lnTo>
                <a:lnTo>
                  <a:pt x="592" y="488"/>
                </a:lnTo>
                <a:lnTo>
                  <a:pt x="592" y="489"/>
                </a:lnTo>
                <a:lnTo>
                  <a:pt x="592" y="490"/>
                </a:lnTo>
                <a:lnTo>
                  <a:pt x="592" y="492"/>
                </a:lnTo>
                <a:lnTo>
                  <a:pt x="591" y="492"/>
                </a:lnTo>
                <a:lnTo>
                  <a:pt x="590" y="492"/>
                </a:lnTo>
                <a:lnTo>
                  <a:pt x="591" y="493"/>
                </a:lnTo>
                <a:lnTo>
                  <a:pt x="592" y="493"/>
                </a:lnTo>
                <a:lnTo>
                  <a:pt x="592" y="494"/>
                </a:lnTo>
                <a:lnTo>
                  <a:pt x="592" y="493"/>
                </a:lnTo>
                <a:lnTo>
                  <a:pt x="593" y="493"/>
                </a:lnTo>
                <a:lnTo>
                  <a:pt x="593" y="494"/>
                </a:lnTo>
                <a:lnTo>
                  <a:pt x="594" y="495"/>
                </a:lnTo>
                <a:lnTo>
                  <a:pt x="594" y="496"/>
                </a:lnTo>
                <a:lnTo>
                  <a:pt x="594" y="497"/>
                </a:lnTo>
                <a:lnTo>
                  <a:pt x="594" y="498"/>
                </a:lnTo>
                <a:lnTo>
                  <a:pt x="594" y="499"/>
                </a:lnTo>
                <a:lnTo>
                  <a:pt x="594" y="501"/>
                </a:lnTo>
                <a:lnTo>
                  <a:pt x="595" y="502"/>
                </a:lnTo>
                <a:lnTo>
                  <a:pt x="595" y="503"/>
                </a:lnTo>
                <a:lnTo>
                  <a:pt x="594" y="503"/>
                </a:lnTo>
                <a:lnTo>
                  <a:pt x="594" y="504"/>
                </a:lnTo>
                <a:lnTo>
                  <a:pt x="594" y="506"/>
                </a:lnTo>
                <a:lnTo>
                  <a:pt x="595" y="506"/>
                </a:lnTo>
                <a:lnTo>
                  <a:pt x="595" y="507"/>
                </a:lnTo>
                <a:lnTo>
                  <a:pt x="596" y="507"/>
                </a:lnTo>
                <a:lnTo>
                  <a:pt x="596" y="508"/>
                </a:lnTo>
                <a:lnTo>
                  <a:pt x="595" y="510"/>
                </a:lnTo>
                <a:lnTo>
                  <a:pt x="595" y="511"/>
                </a:lnTo>
                <a:lnTo>
                  <a:pt x="595" y="512"/>
                </a:lnTo>
                <a:lnTo>
                  <a:pt x="596" y="514"/>
                </a:lnTo>
                <a:lnTo>
                  <a:pt x="598" y="515"/>
                </a:lnTo>
                <a:lnTo>
                  <a:pt x="598" y="516"/>
                </a:lnTo>
                <a:lnTo>
                  <a:pt x="597" y="516"/>
                </a:lnTo>
                <a:lnTo>
                  <a:pt x="596" y="517"/>
                </a:lnTo>
                <a:lnTo>
                  <a:pt x="596" y="518"/>
                </a:lnTo>
                <a:lnTo>
                  <a:pt x="597" y="518"/>
                </a:lnTo>
                <a:lnTo>
                  <a:pt x="599" y="518"/>
                </a:lnTo>
                <a:lnTo>
                  <a:pt x="599" y="517"/>
                </a:lnTo>
                <a:lnTo>
                  <a:pt x="600" y="516"/>
                </a:lnTo>
                <a:lnTo>
                  <a:pt x="601" y="516"/>
                </a:lnTo>
                <a:lnTo>
                  <a:pt x="602" y="517"/>
                </a:lnTo>
                <a:lnTo>
                  <a:pt x="602" y="518"/>
                </a:lnTo>
                <a:lnTo>
                  <a:pt x="601" y="519"/>
                </a:lnTo>
                <a:lnTo>
                  <a:pt x="601" y="520"/>
                </a:lnTo>
                <a:lnTo>
                  <a:pt x="600" y="520"/>
                </a:lnTo>
                <a:lnTo>
                  <a:pt x="601" y="520"/>
                </a:lnTo>
                <a:lnTo>
                  <a:pt x="601" y="521"/>
                </a:lnTo>
                <a:lnTo>
                  <a:pt x="602" y="521"/>
                </a:lnTo>
                <a:lnTo>
                  <a:pt x="603" y="521"/>
                </a:lnTo>
                <a:lnTo>
                  <a:pt x="604" y="522"/>
                </a:lnTo>
                <a:lnTo>
                  <a:pt x="606" y="523"/>
                </a:lnTo>
                <a:lnTo>
                  <a:pt x="607" y="524"/>
                </a:lnTo>
                <a:lnTo>
                  <a:pt x="607" y="525"/>
                </a:lnTo>
                <a:lnTo>
                  <a:pt x="607" y="526"/>
                </a:lnTo>
                <a:lnTo>
                  <a:pt x="608" y="526"/>
                </a:lnTo>
                <a:lnTo>
                  <a:pt x="609" y="527"/>
                </a:lnTo>
                <a:lnTo>
                  <a:pt x="610" y="528"/>
                </a:lnTo>
                <a:lnTo>
                  <a:pt x="611" y="529"/>
                </a:lnTo>
                <a:lnTo>
                  <a:pt x="611" y="528"/>
                </a:lnTo>
                <a:lnTo>
                  <a:pt x="610" y="525"/>
                </a:lnTo>
                <a:lnTo>
                  <a:pt x="609" y="524"/>
                </a:lnTo>
                <a:lnTo>
                  <a:pt x="610" y="524"/>
                </a:lnTo>
                <a:lnTo>
                  <a:pt x="611" y="524"/>
                </a:lnTo>
                <a:lnTo>
                  <a:pt x="611" y="525"/>
                </a:lnTo>
                <a:lnTo>
                  <a:pt x="612" y="526"/>
                </a:lnTo>
                <a:lnTo>
                  <a:pt x="613" y="526"/>
                </a:lnTo>
                <a:lnTo>
                  <a:pt x="614" y="525"/>
                </a:lnTo>
                <a:lnTo>
                  <a:pt x="613" y="524"/>
                </a:lnTo>
                <a:lnTo>
                  <a:pt x="612" y="525"/>
                </a:lnTo>
                <a:lnTo>
                  <a:pt x="612" y="524"/>
                </a:lnTo>
                <a:lnTo>
                  <a:pt x="612" y="523"/>
                </a:lnTo>
                <a:lnTo>
                  <a:pt x="612" y="522"/>
                </a:lnTo>
                <a:lnTo>
                  <a:pt x="612" y="521"/>
                </a:lnTo>
                <a:lnTo>
                  <a:pt x="611" y="520"/>
                </a:lnTo>
                <a:lnTo>
                  <a:pt x="610" y="519"/>
                </a:lnTo>
                <a:lnTo>
                  <a:pt x="610" y="520"/>
                </a:lnTo>
                <a:lnTo>
                  <a:pt x="609" y="520"/>
                </a:lnTo>
                <a:lnTo>
                  <a:pt x="608" y="520"/>
                </a:lnTo>
                <a:lnTo>
                  <a:pt x="608" y="519"/>
                </a:lnTo>
                <a:lnTo>
                  <a:pt x="608" y="518"/>
                </a:lnTo>
                <a:lnTo>
                  <a:pt x="609" y="517"/>
                </a:lnTo>
                <a:lnTo>
                  <a:pt x="611" y="517"/>
                </a:lnTo>
                <a:lnTo>
                  <a:pt x="612" y="517"/>
                </a:lnTo>
                <a:lnTo>
                  <a:pt x="614" y="517"/>
                </a:lnTo>
                <a:lnTo>
                  <a:pt x="614" y="518"/>
                </a:lnTo>
                <a:lnTo>
                  <a:pt x="614" y="520"/>
                </a:lnTo>
                <a:lnTo>
                  <a:pt x="614" y="521"/>
                </a:lnTo>
                <a:lnTo>
                  <a:pt x="615" y="521"/>
                </a:lnTo>
                <a:lnTo>
                  <a:pt x="615" y="522"/>
                </a:lnTo>
                <a:lnTo>
                  <a:pt x="616" y="524"/>
                </a:lnTo>
                <a:lnTo>
                  <a:pt x="615" y="525"/>
                </a:lnTo>
                <a:lnTo>
                  <a:pt x="615" y="526"/>
                </a:lnTo>
                <a:lnTo>
                  <a:pt x="615" y="527"/>
                </a:lnTo>
                <a:lnTo>
                  <a:pt x="614" y="527"/>
                </a:lnTo>
                <a:lnTo>
                  <a:pt x="613" y="527"/>
                </a:lnTo>
                <a:lnTo>
                  <a:pt x="613" y="529"/>
                </a:lnTo>
                <a:lnTo>
                  <a:pt x="614" y="529"/>
                </a:lnTo>
                <a:lnTo>
                  <a:pt x="615" y="529"/>
                </a:lnTo>
                <a:lnTo>
                  <a:pt x="616" y="529"/>
                </a:lnTo>
                <a:lnTo>
                  <a:pt x="617" y="528"/>
                </a:lnTo>
                <a:lnTo>
                  <a:pt x="618" y="528"/>
                </a:lnTo>
                <a:lnTo>
                  <a:pt x="618" y="529"/>
                </a:lnTo>
                <a:lnTo>
                  <a:pt x="619" y="529"/>
                </a:lnTo>
                <a:lnTo>
                  <a:pt x="619" y="530"/>
                </a:lnTo>
                <a:lnTo>
                  <a:pt x="620" y="530"/>
                </a:lnTo>
                <a:lnTo>
                  <a:pt x="620" y="529"/>
                </a:lnTo>
                <a:lnTo>
                  <a:pt x="620" y="528"/>
                </a:lnTo>
                <a:lnTo>
                  <a:pt x="619" y="527"/>
                </a:lnTo>
                <a:lnTo>
                  <a:pt x="620" y="527"/>
                </a:lnTo>
                <a:lnTo>
                  <a:pt x="620" y="526"/>
                </a:lnTo>
                <a:lnTo>
                  <a:pt x="621" y="525"/>
                </a:lnTo>
                <a:lnTo>
                  <a:pt x="621" y="524"/>
                </a:lnTo>
                <a:lnTo>
                  <a:pt x="621" y="522"/>
                </a:lnTo>
                <a:lnTo>
                  <a:pt x="621" y="521"/>
                </a:lnTo>
                <a:lnTo>
                  <a:pt x="623" y="522"/>
                </a:lnTo>
                <a:lnTo>
                  <a:pt x="622" y="523"/>
                </a:lnTo>
                <a:lnTo>
                  <a:pt x="621" y="524"/>
                </a:lnTo>
                <a:lnTo>
                  <a:pt x="621" y="525"/>
                </a:lnTo>
                <a:lnTo>
                  <a:pt x="622" y="525"/>
                </a:lnTo>
                <a:lnTo>
                  <a:pt x="623" y="525"/>
                </a:lnTo>
                <a:lnTo>
                  <a:pt x="624" y="525"/>
                </a:lnTo>
                <a:lnTo>
                  <a:pt x="624" y="524"/>
                </a:lnTo>
                <a:lnTo>
                  <a:pt x="625" y="524"/>
                </a:lnTo>
                <a:lnTo>
                  <a:pt x="625" y="525"/>
                </a:lnTo>
                <a:lnTo>
                  <a:pt x="625" y="526"/>
                </a:lnTo>
                <a:lnTo>
                  <a:pt x="626" y="528"/>
                </a:lnTo>
                <a:lnTo>
                  <a:pt x="627" y="528"/>
                </a:lnTo>
                <a:lnTo>
                  <a:pt x="628" y="528"/>
                </a:lnTo>
                <a:lnTo>
                  <a:pt x="628" y="527"/>
                </a:lnTo>
                <a:lnTo>
                  <a:pt x="629" y="527"/>
                </a:lnTo>
                <a:lnTo>
                  <a:pt x="630" y="527"/>
                </a:lnTo>
                <a:lnTo>
                  <a:pt x="630" y="528"/>
                </a:lnTo>
                <a:lnTo>
                  <a:pt x="631" y="528"/>
                </a:lnTo>
                <a:lnTo>
                  <a:pt x="632" y="528"/>
                </a:lnTo>
                <a:lnTo>
                  <a:pt x="632" y="530"/>
                </a:lnTo>
                <a:lnTo>
                  <a:pt x="632" y="532"/>
                </a:lnTo>
                <a:lnTo>
                  <a:pt x="631" y="532"/>
                </a:lnTo>
                <a:lnTo>
                  <a:pt x="631" y="533"/>
                </a:lnTo>
                <a:lnTo>
                  <a:pt x="630" y="534"/>
                </a:lnTo>
                <a:lnTo>
                  <a:pt x="630" y="535"/>
                </a:lnTo>
                <a:lnTo>
                  <a:pt x="631" y="535"/>
                </a:lnTo>
                <a:lnTo>
                  <a:pt x="630" y="535"/>
                </a:lnTo>
                <a:lnTo>
                  <a:pt x="629" y="535"/>
                </a:lnTo>
                <a:lnTo>
                  <a:pt x="628" y="535"/>
                </a:lnTo>
                <a:lnTo>
                  <a:pt x="629" y="536"/>
                </a:lnTo>
                <a:lnTo>
                  <a:pt x="630" y="536"/>
                </a:lnTo>
                <a:lnTo>
                  <a:pt x="631" y="537"/>
                </a:lnTo>
                <a:lnTo>
                  <a:pt x="631" y="538"/>
                </a:lnTo>
                <a:lnTo>
                  <a:pt x="632" y="538"/>
                </a:lnTo>
                <a:lnTo>
                  <a:pt x="634" y="537"/>
                </a:lnTo>
                <a:lnTo>
                  <a:pt x="634" y="536"/>
                </a:lnTo>
                <a:lnTo>
                  <a:pt x="634" y="535"/>
                </a:lnTo>
                <a:lnTo>
                  <a:pt x="635" y="535"/>
                </a:lnTo>
                <a:lnTo>
                  <a:pt x="635" y="536"/>
                </a:lnTo>
                <a:lnTo>
                  <a:pt x="636" y="536"/>
                </a:lnTo>
                <a:lnTo>
                  <a:pt x="636" y="537"/>
                </a:lnTo>
                <a:lnTo>
                  <a:pt x="635" y="538"/>
                </a:lnTo>
                <a:lnTo>
                  <a:pt x="635" y="539"/>
                </a:lnTo>
                <a:lnTo>
                  <a:pt x="634" y="539"/>
                </a:lnTo>
                <a:lnTo>
                  <a:pt x="635" y="539"/>
                </a:lnTo>
                <a:lnTo>
                  <a:pt x="635" y="540"/>
                </a:lnTo>
                <a:lnTo>
                  <a:pt x="636" y="540"/>
                </a:lnTo>
                <a:lnTo>
                  <a:pt x="636" y="539"/>
                </a:lnTo>
                <a:lnTo>
                  <a:pt x="637" y="541"/>
                </a:lnTo>
                <a:lnTo>
                  <a:pt x="634" y="544"/>
                </a:lnTo>
                <a:lnTo>
                  <a:pt x="633" y="544"/>
                </a:lnTo>
                <a:lnTo>
                  <a:pt x="633" y="545"/>
                </a:lnTo>
                <a:lnTo>
                  <a:pt x="632" y="545"/>
                </a:lnTo>
                <a:lnTo>
                  <a:pt x="632" y="546"/>
                </a:lnTo>
                <a:lnTo>
                  <a:pt x="632" y="547"/>
                </a:lnTo>
                <a:lnTo>
                  <a:pt x="631" y="548"/>
                </a:lnTo>
                <a:lnTo>
                  <a:pt x="631" y="549"/>
                </a:lnTo>
                <a:lnTo>
                  <a:pt x="632" y="549"/>
                </a:lnTo>
                <a:lnTo>
                  <a:pt x="633" y="549"/>
                </a:lnTo>
                <a:lnTo>
                  <a:pt x="634" y="550"/>
                </a:lnTo>
                <a:lnTo>
                  <a:pt x="634" y="551"/>
                </a:lnTo>
                <a:lnTo>
                  <a:pt x="633" y="551"/>
                </a:lnTo>
                <a:lnTo>
                  <a:pt x="633" y="552"/>
                </a:lnTo>
                <a:lnTo>
                  <a:pt x="633" y="553"/>
                </a:lnTo>
                <a:lnTo>
                  <a:pt x="633" y="554"/>
                </a:lnTo>
                <a:lnTo>
                  <a:pt x="633" y="555"/>
                </a:lnTo>
                <a:lnTo>
                  <a:pt x="633" y="556"/>
                </a:lnTo>
                <a:lnTo>
                  <a:pt x="633" y="557"/>
                </a:lnTo>
                <a:lnTo>
                  <a:pt x="632" y="558"/>
                </a:lnTo>
                <a:lnTo>
                  <a:pt x="630" y="558"/>
                </a:lnTo>
                <a:lnTo>
                  <a:pt x="630" y="559"/>
                </a:lnTo>
                <a:lnTo>
                  <a:pt x="630" y="560"/>
                </a:lnTo>
                <a:lnTo>
                  <a:pt x="629" y="562"/>
                </a:lnTo>
                <a:lnTo>
                  <a:pt x="630" y="563"/>
                </a:lnTo>
                <a:lnTo>
                  <a:pt x="631" y="563"/>
                </a:lnTo>
                <a:lnTo>
                  <a:pt x="631" y="564"/>
                </a:lnTo>
                <a:lnTo>
                  <a:pt x="631" y="565"/>
                </a:lnTo>
                <a:lnTo>
                  <a:pt x="631" y="566"/>
                </a:lnTo>
                <a:lnTo>
                  <a:pt x="632" y="567"/>
                </a:lnTo>
                <a:lnTo>
                  <a:pt x="633" y="568"/>
                </a:lnTo>
                <a:lnTo>
                  <a:pt x="634" y="569"/>
                </a:lnTo>
                <a:lnTo>
                  <a:pt x="635" y="569"/>
                </a:lnTo>
                <a:lnTo>
                  <a:pt x="635" y="568"/>
                </a:lnTo>
                <a:lnTo>
                  <a:pt x="636" y="568"/>
                </a:lnTo>
                <a:lnTo>
                  <a:pt x="636" y="569"/>
                </a:lnTo>
                <a:lnTo>
                  <a:pt x="637" y="569"/>
                </a:lnTo>
                <a:lnTo>
                  <a:pt x="639" y="570"/>
                </a:lnTo>
                <a:lnTo>
                  <a:pt x="641" y="569"/>
                </a:lnTo>
                <a:lnTo>
                  <a:pt x="642" y="570"/>
                </a:lnTo>
                <a:lnTo>
                  <a:pt x="642" y="571"/>
                </a:lnTo>
                <a:lnTo>
                  <a:pt x="642" y="572"/>
                </a:lnTo>
                <a:lnTo>
                  <a:pt x="643" y="573"/>
                </a:lnTo>
                <a:lnTo>
                  <a:pt x="643" y="574"/>
                </a:lnTo>
                <a:lnTo>
                  <a:pt x="644" y="574"/>
                </a:lnTo>
                <a:lnTo>
                  <a:pt x="643" y="575"/>
                </a:lnTo>
                <a:lnTo>
                  <a:pt x="642" y="576"/>
                </a:lnTo>
                <a:lnTo>
                  <a:pt x="642" y="578"/>
                </a:lnTo>
                <a:lnTo>
                  <a:pt x="642" y="579"/>
                </a:lnTo>
                <a:lnTo>
                  <a:pt x="642" y="580"/>
                </a:lnTo>
                <a:lnTo>
                  <a:pt x="642" y="581"/>
                </a:lnTo>
                <a:lnTo>
                  <a:pt x="642" y="583"/>
                </a:lnTo>
                <a:lnTo>
                  <a:pt x="641" y="585"/>
                </a:lnTo>
                <a:lnTo>
                  <a:pt x="641" y="586"/>
                </a:lnTo>
                <a:lnTo>
                  <a:pt x="641" y="587"/>
                </a:lnTo>
                <a:lnTo>
                  <a:pt x="640" y="587"/>
                </a:lnTo>
                <a:lnTo>
                  <a:pt x="640" y="588"/>
                </a:lnTo>
                <a:lnTo>
                  <a:pt x="640" y="589"/>
                </a:lnTo>
                <a:lnTo>
                  <a:pt x="640" y="590"/>
                </a:lnTo>
                <a:lnTo>
                  <a:pt x="639" y="590"/>
                </a:lnTo>
                <a:lnTo>
                  <a:pt x="640" y="591"/>
                </a:lnTo>
                <a:lnTo>
                  <a:pt x="640" y="592"/>
                </a:lnTo>
                <a:lnTo>
                  <a:pt x="643" y="591"/>
                </a:lnTo>
                <a:lnTo>
                  <a:pt x="644" y="591"/>
                </a:lnTo>
                <a:lnTo>
                  <a:pt x="645" y="591"/>
                </a:lnTo>
                <a:lnTo>
                  <a:pt x="646" y="590"/>
                </a:lnTo>
                <a:lnTo>
                  <a:pt x="647" y="590"/>
                </a:lnTo>
                <a:lnTo>
                  <a:pt x="648" y="591"/>
                </a:lnTo>
                <a:lnTo>
                  <a:pt x="649" y="591"/>
                </a:lnTo>
                <a:lnTo>
                  <a:pt x="651" y="590"/>
                </a:lnTo>
                <a:lnTo>
                  <a:pt x="652" y="590"/>
                </a:lnTo>
                <a:lnTo>
                  <a:pt x="652" y="589"/>
                </a:lnTo>
                <a:lnTo>
                  <a:pt x="652" y="588"/>
                </a:lnTo>
                <a:lnTo>
                  <a:pt x="652" y="586"/>
                </a:lnTo>
                <a:lnTo>
                  <a:pt x="652" y="585"/>
                </a:lnTo>
                <a:lnTo>
                  <a:pt x="653" y="585"/>
                </a:lnTo>
                <a:lnTo>
                  <a:pt x="653" y="586"/>
                </a:lnTo>
                <a:lnTo>
                  <a:pt x="654" y="584"/>
                </a:lnTo>
                <a:lnTo>
                  <a:pt x="654" y="583"/>
                </a:lnTo>
                <a:lnTo>
                  <a:pt x="654" y="584"/>
                </a:lnTo>
                <a:lnTo>
                  <a:pt x="655" y="584"/>
                </a:lnTo>
                <a:lnTo>
                  <a:pt x="656" y="584"/>
                </a:lnTo>
                <a:lnTo>
                  <a:pt x="657" y="584"/>
                </a:lnTo>
                <a:lnTo>
                  <a:pt x="659" y="584"/>
                </a:lnTo>
                <a:lnTo>
                  <a:pt x="660" y="584"/>
                </a:lnTo>
                <a:lnTo>
                  <a:pt x="660" y="582"/>
                </a:lnTo>
                <a:lnTo>
                  <a:pt x="659" y="580"/>
                </a:lnTo>
                <a:lnTo>
                  <a:pt x="659" y="579"/>
                </a:lnTo>
                <a:lnTo>
                  <a:pt x="660" y="580"/>
                </a:lnTo>
                <a:lnTo>
                  <a:pt x="661" y="579"/>
                </a:lnTo>
                <a:lnTo>
                  <a:pt x="662" y="577"/>
                </a:lnTo>
                <a:lnTo>
                  <a:pt x="662" y="576"/>
                </a:lnTo>
                <a:lnTo>
                  <a:pt x="663" y="576"/>
                </a:lnTo>
                <a:lnTo>
                  <a:pt x="663" y="575"/>
                </a:lnTo>
                <a:lnTo>
                  <a:pt x="664" y="575"/>
                </a:lnTo>
                <a:lnTo>
                  <a:pt x="666" y="576"/>
                </a:lnTo>
                <a:lnTo>
                  <a:pt x="667" y="577"/>
                </a:lnTo>
                <a:lnTo>
                  <a:pt x="668" y="578"/>
                </a:lnTo>
                <a:lnTo>
                  <a:pt x="669" y="578"/>
                </a:lnTo>
                <a:lnTo>
                  <a:pt x="670" y="579"/>
                </a:lnTo>
                <a:lnTo>
                  <a:pt x="671" y="580"/>
                </a:lnTo>
                <a:lnTo>
                  <a:pt x="671" y="581"/>
                </a:lnTo>
                <a:lnTo>
                  <a:pt x="672" y="581"/>
                </a:lnTo>
                <a:lnTo>
                  <a:pt x="673" y="582"/>
                </a:lnTo>
                <a:lnTo>
                  <a:pt x="673" y="583"/>
                </a:lnTo>
                <a:lnTo>
                  <a:pt x="674" y="583"/>
                </a:lnTo>
                <a:lnTo>
                  <a:pt x="674" y="584"/>
                </a:lnTo>
                <a:lnTo>
                  <a:pt x="674" y="585"/>
                </a:lnTo>
                <a:lnTo>
                  <a:pt x="674" y="586"/>
                </a:lnTo>
                <a:lnTo>
                  <a:pt x="674" y="587"/>
                </a:lnTo>
                <a:lnTo>
                  <a:pt x="674" y="588"/>
                </a:lnTo>
                <a:lnTo>
                  <a:pt x="675" y="589"/>
                </a:lnTo>
                <a:lnTo>
                  <a:pt x="674" y="589"/>
                </a:lnTo>
                <a:lnTo>
                  <a:pt x="674" y="590"/>
                </a:lnTo>
                <a:lnTo>
                  <a:pt x="673" y="592"/>
                </a:lnTo>
                <a:lnTo>
                  <a:pt x="674" y="593"/>
                </a:lnTo>
                <a:lnTo>
                  <a:pt x="675" y="593"/>
                </a:lnTo>
                <a:lnTo>
                  <a:pt x="674" y="594"/>
                </a:lnTo>
                <a:lnTo>
                  <a:pt x="674" y="595"/>
                </a:lnTo>
                <a:lnTo>
                  <a:pt x="673" y="597"/>
                </a:lnTo>
                <a:lnTo>
                  <a:pt x="673" y="598"/>
                </a:lnTo>
                <a:lnTo>
                  <a:pt x="674" y="598"/>
                </a:lnTo>
                <a:lnTo>
                  <a:pt x="675" y="599"/>
                </a:lnTo>
                <a:lnTo>
                  <a:pt x="675" y="598"/>
                </a:lnTo>
                <a:lnTo>
                  <a:pt x="676" y="598"/>
                </a:lnTo>
                <a:lnTo>
                  <a:pt x="676" y="599"/>
                </a:lnTo>
                <a:lnTo>
                  <a:pt x="677" y="599"/>
                </a:lnTo>
                <a:lnTo>
                  <a:pt x="677" y="600"/>
                </a:lnTo>
                <a:lnTo>
                  <a:pt x="678" y="600"/>
                </a:lnTo>
                <a:lnTo>
                  <a:pt x="679" y="601"/>
                </a:lnTo>
                <a:lnTo>
                  <a:pt x="680" y="602"/>
                </a:lnTo>
                <a:lnTo>
                  <a:pt x="680" y="603"/>
                </a:lnTo>
                <a:lnTo>
                  <a:pt x="679" y="603"/>
                </a:lnTo>
                <a:lnTo>
                  <a:pt x="678" y="605"/>
                </a:lnTo>
                <a:lnTo>
                  <a:pt x="677" y="607"/>
                </a:lnTo>
                <a:lnTo>
                  <a:pt x="676" y="608"/>
                </a:lnTo>
                <a:lnTo>
                  <a:pt x="675" y="609"/>
                </a:lnTo>
                <a:lnTo>
                  <a:pt x="676" y="609"/>
                </a:lnTo>
                <a:lnTo>
                  <a:pt x="675" y="611"/>
                </a:lnTo>
                <a:lnTo>
                  <a:pt x="675" y="613"/>
                </a:lnTo>
                <a:lnTo>
                  <a:pt x="675" y="615"/>
                </a:lnTo>
                <a:lnTo>
                  <a:pt x="676" y="615"/>
                </a:lnTo>
                <a:lnTo>
                  <a:pt x="676" y="616"/>
                </a:lnTo>
                <a:lnTo>
                  <a:pt x="676" y="617"/>
                </a:lnTo>
                <a:lnTo>
                  <a:pt x="677" y="617"/>
                </a:lnTo>
                <a:lnTo>
                  <a:pt x="677" y="618"/>
                </a:lnTo>
                <a:lnTo>
                  <a:pt x="679" y="621"/>
                </a:lnTo>
                <a:lnTo>
                  <a:pt x="679" y="622"/>
                </a:lnTo>
                <a:lnTo>
                  <a:pt x="680" y="622"/>
                </a:lnTo>
                <a:lnTo>
                  <a:pt x="681" y="622"/>
                </a:lnTo>
                <a:lnTo>
                  <a:pt x="681" y="623"/>
                </a:lnTo>
                <a:lnTo>
                  <a:pt x="683" y="623"/>
                </a:lnTo>
                <a:lnTo>
                  <a:pt x="684" y="622"/>
                </a:lnTo>
                <a:lnTo>
                  <a:pt x="684" y="621"/>
                </a:lnTo>
                <a:lnTo>
                  <a:pt x="683" y="621"/>
                </a:lnTo>
                <a:lnTo>
                  <a:pt x="684" y="620"/>
                </a:lnTo>
                <a:lnTo>
                  <a:pt x="685" y="620"/>
                </a:lnTo>
                <a:lnTo>
                  <a:pt x="686" y="620"/>
                </a:lnTo>
                <a:lnTo>
                  <a:pt x="686" y="621"/>
                </a:lnTo>
                <a:lnTo>
                  <a:pt x="687" y="621"/>
                </a:lnTo>
                <a:lnTo>
                  <a:pt x="687" y="622"/>
                </a:lnTo>
                <a:lnTo>
                  <a:pt x="688" y="622"/>
                </a:lnTo>
                <a:lnTo>
                  <a:pt x="688" y="623"/>
                </a:lnTo>
                <a:lnTo>
                  <a:pt x="690" y="623"/>
                </a:lnTo>
                <a:lnTo>
                  <a:pt x="690" y="624"/>
                </a:lnTo>
                <a:lnTo>
                  <a:pt x="691" y="625"/>
                </a:lnTo>
                <a:lnTo>
                  <a:pt x="692" y="625"/>
                </a:lnTo>
                <a:lnTo>
                  <a:pt x="692" y="626"/>
                </a:lnTo>
                <a:lnTo>
                  <a:pt x="693" y="627"/>
                </a:lnTo>
                <a:lnTo>
                  <a:pt x="693" y="626"/>
                </a:lnTo>
                <a:lnTo>
                  <a:pt x="695" y="626"/>
                </a:lnTo>
                <a:lnTo>
                  <a:pt x="695" y="627"/>
                </a:lnTo>
                <a:lnTo>
                  <a:pt x="695" y="628"/>
                </a:lnTo>
                <a:lnTo>
                  <a:pt x="695" y="629"/>
                </a:lnTo>
                <a:lnTo>
                  <a:pt x="696" y="630"/>
                </a:lnTo>
                <a:lnTo>
                  <a:pt x="696" y="632"/>
                </a:lnTo>
                <a:lnTo>
                  <a:pt x="697" y="633"/>
                </a:lnTo>
                <a:lnTo>
                  <a:pt x="696" y="633"/>
                </a:lnTo>
                <a:lnTo>
                  <a:pt x="697" y="635"/>
                </a:lnTo>
                <a:lnTo>
                  <a:pt x="697" y="636"/>
                </a:lnTo>
                <a:lnTo>
                  <a:pt x="698" y="637"/>
                </a:lnTo>
                <a:lnTo>
                  <a:pt x="698" y="638"/>
                </a:lnTo>
                <a:lnTo>
                  <a:pt x="698" y="639"/>
                </a:lnTo>
                <a:lnTo>
                  <a:pt x="699" y="639"/>
                </a:lnTo>
                <a:lnTo>
                  <a:pt x="700" y="639"/>
                </a:lnTo>
                <a:lnTo>
                  <a:pt x="701" y="638"/>
                </a:lnTo>
                <a:lnTo>
                  <a:pt x="702" y="638"/>
                </a:lnTo>
                <a:lnTo>
                  <a:pt x="702" y="639"/>
                </a:lnTo>
                <a:lnTo>
                  <a:pt x="703" y="640"/>
                </a:lnTo>
                <a:lnTo>
                  <a:pt x="704" y="640"/>
                </a:lnTo>
                <a:lnTo>
                  <a:pt x="705" y="640"/>
                </a:lnTo>
                <a:lnTo>
                  <a:pt x="706" y="641"/>
                </a:lnTo>
                <a:lnTo>
                  <a:pt x="708" y="642"/>
                </a:lnTo>
                <a:lnTo>
                  <a:pt x="709" y="642"/>
                </a:lnTo>
                <a:lnTo>
                  <a:pt x="709" y="641"/>
                </a:lnTo>
                <a:lnTo>
                  <a:pt x="710" y="641"/>
                </a:lnTo>
                <a:lnTo>
                  <a:pt x="711" y="642"/>
                </a:lnTo>
                <a:lnTo>
                  <a:pt x="712" y="644"/>
                </a:lnTo>
                <a:lnTo>
                  <a:pt x="712" y="645"/>
                </a:lnTo>
                <a:lnTo>
                  <a:pt x="713" y="646"/>
                </a:lnTo>
                <a:lnTo>
                  <a:pt x="713" y="647"/>
                </a:lnTo>
                <a:lnTo>
                  <a:pt x="713" y="648"/>
                </a:lnTo>
                <a:lnTo>
                  <a:pt x="712" y="648"/>
                </a:lnTo>
                <a:lnTo>
                  <a:pt x="712" y="649"/>
                </a:lnTo>
                <a:lnTo>
                  <a:pt x="712" y="650"/>
                </a:lnTo>
                <a:lnTo>
                  <a:pt x="710" y="652"/>
                </a:lnTo>
                <a:lnTo>
                  <a:pt x="709" y="652"/>
                </a:lnTo>
                <a:lnTo>
                  <a:pt x="709" y="653"/>
                </a:lnTo>
                <a:lnTo>
                  <a:pt x="709" y="656"/>
                </a:lnTo>
                <a:lnTo>
                  <a:pt x="709" y="657"/>
                </a:lnTo>
                <a:lnTo>
                  <a:pt x="709" y="658"/>
                </a:lnTo>
                <a:lnTo>
                  <a:pt x="709" y="659"/>
                </a:lnTo>
                <a:lnTo>
                  <a:pt x="709" y="660"/>
                </a:lnTo>
                <a:lnTo>
                  <a:pt x="708" y="661"/>
                </a:lnTo>
                <a:lnTo>
                  <a:pt x="708" y="662"/>
                </a:lnTo>
                <a:lnTo>
                  <a:pt x="707" y="662"/>
                </a:lnTo>
                <a:lnTo>
                  <a:pt x="706" y="662"/>
                </a:lnTo>
                <a:lnTo>
                  <a:pt x="705" y="662"/>
                </a:lnTo>
                <a:lnTo>
                  <a:pt x="705" y="663"/>
                </a:lnTo>
                <a:lnTo>
                  <a:pt x="704" y="664"/>
                </a:lnTo>
                <a:lnTo>
                  <a:pt x="704" y="665"/>
                </a:lnTo>
                <a:lnTo>
                  <a:pt x="703" y="670"/>
                </a:lnTo>
                <a:lnTo>
                  <a:pt x="703" y="671"/>
                </a:lnTo>
                <a:lnTo>
                  <a:pt x="703" y="672"/>
                </a:lnTo>
                <a:lnTo>
                  <a:pt x="703" y="675"/>
                </a:lnTo>
                <a:lnTo>
                  <a:pt x="703" y="676"/>
                </a:lnTo>
                <a:lnTo>
                  <a:pt x="702" y="676"/>
                </a:lnTo>
                <a:lnTo>
                  <a:pt x="702" y="677"/>
                </a:lnTo>
                <a:lnTo>
                  <a:pt x="702" y="678"/>
                </a:lnTo>
                <a:lnTo>
                  <a:pt x="701" y="679"/>
                </a:lnTo>
                <a:lnTo>
                  <a:pt x="700" y="679"/>
                </a:lnTo>
                <a:lnTo>
                  <a:pt x="700" y="680"/>
                </a:lnTo>
                <a:lnTo>
                  <a:pt x="700" y="681"/>
                </a:lnTo>
                <a:lnTo>
                  <a:pt x="700" y="683"/>
                </a:lnTo>
                <a:lnTo>
                  <a:pt x="700" y="684"/>
                </a:lnTo>
                <a:lnTo>
                  <a:pt x="700" y="685"/>
                </a:lnTo>
                <a:lnTo>
                  <a:pt x="701" y="685"/>
                </a:lnTo>
                <a:lnTo>
                  <a:pt x="701" y="686"/>
                </a:lnTo>
                <a:lnTo>
                  <a:pt x="701" y="687"/>
                </a:lnTo>
                <a:lnTo>
                  <a:pt x="701" y="689"/>
                </a:lnTo>
                <a:lnTo>
                  <a:pt x="701" y="690"/>
                </a:lnTo>
                <a:lnTo>
                  <a:pt x="701" y="691"/>
                </a:lnTo>
                <a:lnTo>
                  <a:pt x="701" y="692"/>
                </a:lnTo>
                <a:lnTo>
                  <a:pt x="701" y="694"/>
                </a:lnTo>
                <a:lnTo>
                  <a:pt x="702" y="695"/>
                </a:lnTo>
                <a:lnTo>
                  <a:pt x="702" y="696"/>
                </a:lnTo>
                <a:lnTo>
                  <a:pt x="702" y="697"/>
                </a:lnTo>
                <a:lnTo>
                  <a:pt x="702" y="698"/>
                </a:lnTo>
                <a:lnTo>
                  <a:pt x="702" y="699"/>
                </a:lnTo>
                <a:lnTo>
                  <a:pt x="701" y="700"/>
                </a:lnTo>
                <a:lnTo>
                  <a:pt x="702" y="702"/>
                </a:lnTo>
                <a:lnTo>
                  <a:pt x="703" y="703"/>
                </a:lnTo>
                <a:lnTo>
                  <a:pt x="704" y="702"/>
                </a:lnTo>
                <a:lnTo>
                  <a:pt x="705" y="703"/>
                </a:lnTo>
                <a:lnTo>
                  <a:pt x="704" y="704"/>
                </a:lnTo>
                <a:lnTo>
                  <a:pt x="705" y="705"/>
                </a:lnTo>
                <a:lnTo>
                  <a:pt x="707" y="706"/>
                </a:lnTo>
                <a:lnTo>
                  <a:pt x="707" y="705"/>
                </a:lnTo>
                <a:lnTo>
                  <a:pt x="708" y="706"/>
                </a:lnTo>
                <a:lnTo>
                  <a:pt x="708" y="707"/>
                </a:lnTo>
                <a:lnTo>
                  <a:pt x="710" y="707"/>
                </a:lnTo>
                <a:lnTo>
                  <a:pt x="711" y="707"/>
                </a:lnTo>
                <a:lnTo>
                  <a:pt x="712" y="708"/>
                </a:lnTo>
                <a:lnTo>
                  <a:pt x="712" y="709"/>
                </a:lnTo>
                <a:lnTo>
                  <a:pt x="713" y="709"/>
                </a:lnTo>
                <a:lnTo>
                  <a:pt x="713" y="710"/>
                </a:lnTo>
                <a:lnTo>
                  <a:pt x="712" y="710"/>
                </a:lnTo>
                <a:lnTo>
                  <a:pt x="712" y="711"/>
                </a:lnTo>
                <a:lnTo>
                  <a:pt x="711" y="711"/>
                </a:lnTo>
                <a:lnTo>
                  <a:pt x="711" y="712"/>
                </a:lnTo>
                <a:lnTo>
                  <a:pt x="710" y="712"/>
                </a:lnTo>
                <a:lnTo>
                  <a:pt x="711" y="713"/>
                </a:lnTo>
                <a:lnTo>
                  <a:pt x="712" y="713"/>
                </a:lnTo>
                <a:lnTo>
                  <a:pt x="712" y="714"/>
                </a:lnTo>
                <a:lnTo>
                  <a:pt x="711" y="714"/>
                </a:lnTo>
                <a:lnTo>
                  <a:pt x="710" y="715"/>
                </a:lnTo>
                <a:lnTo>
                  <a:pt x="709" y="716"/>
                </a:lnTo>
                <a:lnTo>
                  <a:pt x="709" y="717"/>
                </a:lnTo>
                <a:lnTo>
                  <a:pt x="708" y="717"/>
                </a:lnTo>
                <a:lnTo>
                  <a:pt x="708" y="718"/>
                </a:lnTo>
                <a:lnTo>
                  <a:pt x="707" y="718"/>
                </a:lnTo>
                <a:lnTo>
                  <a:pt x="706" y="718"/>
                </a:lnTo>
                <a:lnTo>
                  <a:pt x="705" y="719"/>
                </a:lnTo>
                <a:lnTo>
                  <a:pt x="705" y="720"/>
                </a:lnTo>
                <a:lnTo>
                  <a:pt x="705" y="721"/>
                </a:lnTo>
                <a:lnTo>
                  <a:pt x="705" y="722"/>
                </a:lnTo>
                <a:lnTo>
                  <a:pt x="706" y="722"/>
                </a:lnTo>
                <a:lnTo>
                  <a:pt x="707" y="722"/>
                </a:lnTo>
                <a:lnTo>
                  <a:pt x="708" y="723"/>
                </a:lnTo>
                <a:lnTo>
                  <a:pt x="708" y="724"/>
                </a:lnTo>
                <a:lnTo>
                  <a:pt x="707" y="725"/>
                </a:lnTo>
                <a:lnTo>
                  <a:pt x="706" y="725"/>
                </a:lnTo>
                <a:lnTo>
                  <a:pt x="705" y="726"/>
                </a:lnTo>
                <a:lnTo>
                  <a:pt x="704" y="726"/>
                </a:lnTo>
                <a:lnTo>
                  <a:pt x="703" y="727"/>
                </a:lnTo>
                <a:lnTo>
                  <a:pt x="701" y="728"/>
                </a:lnTo>
                <a:lnTo>
                  <a:pt x="700" y="728"/>
                </a:lnTo>
                <a:lnTo>
                  <a:pt x="699" y="729"/>
                </a:lnTo>
                <a:lnTo>
                  <a:pt x="698" y="729"/>
                </a:lnTo>
                <a:lnTo>
                  <a:pt x="697" y="730"/>
                </a:lnTo>
                <a:lnTo>
                  <a:pt x="696" y="731"/>
                </a:lnTo>
                <a:lnTo>
                  <a:pt x="695" y="731"/>
                </a:lnTo>
                <a:lnTo>
                  <a:pt x="694" y="731"/>
                </a:lnTo>
                <a:lnTo>
                  <a:pt x="694" y="732"/>
                </a:lnTo>
                <a:lnTo>
                  <a:pt x="694" y="733"/>
                </a:lnTo>
                <a:lnTo>
                  <a:pt x="693" y="734"/>
                </a:lnTo>
                <a:lnTo>
                  <a:pt x="692" y="735"/>
                </a:lnTo>
                <a:lnTo>
                  <a:pt x="693" y="736"/>
                </a:lnTo>
                <a:lnTo>
                  <a:pt x="693" y="737"/>
                </a:lnTo>
                <a:lnTo>
                  <a:pt x="694" y="737"/>
                </a:lnTo>
                <a:lnTo>
                  <a:pt x="695" y="738"/>
                </a:lnTo>
                <a:lnTo>
                  <a:pt x="696" y="738"/>
                </a:lnTo>
                <a:lnTo>
                  <a:pt x="696" y="739"/>
                </a:lnTo>
                <a:lnTo>
                  <a:pt x="697" y="738"/>
                </a:lnTo>
                <a:lnTo>
                  <a:pt x="699" y="737"/>
                </a:lnTo>
                <a:lnTo>
                  <a:pt x="700" y="736"/>
                </a:lnTo>
                <a:lnTo>
                  <a:pt x="701" y="735"/>
                </a:lnTo>
                <a:lnTo>
                  <a:pt x="702" y="734"/>
                </a:lnTo>
                <a:lnTo>
                  <a:pt x="702" y="735"/>
                </a:lnTo>
                <a:lnTo>
                  <a:pt x="703" y="735"/>
                </a:lnTo>
                <a:lnTo>
                  <a:pt x="705" y="737"/>
                </a:lnTo>
                <a:lnTo>
                  <a:pt x="706" y="737"/>
                </a:lnTo>
                <a:lnTo>
                  <a:pt x="708" y="736"/>
                </a:lnTo>
                <a:lnTo>
                  <a:pt x="709" y="736"/>
                </a:lnTo>
                <a:lnTo>
                  <a:pt x="710" y="736"/>
                </a:lnTo>
                <a:lnTo>
                  <a:pt x="710" y="735"/>
                </a:lnTo>
                <a:lnTo>
                  <a:pt x="711" y="733"/>
                </a:lnTo>
                <a:lnTo>
                  <a:pt x="712" y="732"/>
                </a:lnTo>
                <a:lnTo>
                  <a:pt x="713" y="733"/>
                </a:lnTo>
                <a:lnTo>
                  <a:pt x="714" y="733"/>
                </a:lnTo>
                <a:lnTo>
                  <a:pt x="715" y="734"/>
                </a:lnTo>
                <a:lnTo>
                  <a:pt x="715" y="735"/>
                </a:lnTo>
                <a:lnTo>
                  <a:pt x="715" y="736"/>
                </a:lnTo>
                <a:lnTo>
                  <a:pt x="715" y="737"/>
                </a:lnTo>
                <a:lnTo>
                  <a:pt x="714" y="737"/>
                </a:lnTo>
                <a:lnTo>
                  <a:pt x="714" y="738"/>
                </a:lnTo>
                <a:lnTo>
                  <a:pt x="715" y="738"/>
                </a:lnTo>
                <a:lnTo>
                  <a:pt x="716" y="739"/>
                </a:lnTo>
                <a:lnTo>
                  <a:pt x="716" y="740"/>
                </a:lnTo>
                <a:lnTo>
                  <a:pt x="717" y="740"/>
                </a:lnTo>
                <a:lnTo>
                  <a:pt x="717" y="741"/>
                </a:lnTo>
                <a:lnTo>
                  <a:pt x="718" y="741"/>
                </a:lnTo>
                <a:lnTo>
                  <a:pt x="717" y="742"/>
                </a:lnTo>
                <a:lnTo>
                  <a:pt x="716" y="742"/>
                </a:lnTo>
                <a:lnTo>
                  <a:pt x="715" y="742"/>
                </a:lnTo>
                <a:lnTo>
                  <a:pt x="715" y="743"/>
                </a:lnTo>
                <a:lnTo>
                  <a:pt x="714" y="743"/>
                </a:lnTo>
                <a:lnTo>
                  <a:pt x="714" y="744"/>
                </a:lnTo>
                <a:lnTo>
                  <a:pt x="713" y="744"/>
                </a:lnTo>
                <a:lnTo>
                  <a:pt x="713" y="745"/>
                </a:lnTo>
                <a:lnTo>
                  <a:pt x="713" y="747"/>
                </a:lnTo>
                <a:lnTo>
                  <a:pt x="713" y="748"/>
                </a:lnTo>
                <a:lnTo>
                  <a:pt x="713" y="749"/>
                </a:lnTo>
                <a:lnTo>
                  <a:pt x="712" y="749"/>
                </a:lnTo>
                <a:lnTo>
                  <a:pt x="711" y="750"/>
                </a:lnTo>
                <a:lnTo>
                  <a:pt x="710" y="751"/>
                </a:lnTo>
                <a:lnTo>
                  <a:pt x="710" y="752"/>
                </a:lnTo>
                <a:lnTo>
                  <a:pt x="710" y="754"/>
                </a:lnTo>
                <a:lnTo>
                  <a:pt x="711" y="754"/>
                </a:lnTo>
                <a:lnTo>
                  <a:pt x="711" y="755"/>
                </a:lnTo>
                <a:lnTo>
                  <a:pt x="710" y="756"/>
                </a:lnTo>
                <a:lnTo>
                  <a:pt x="709" y="756"/>
                </a:lnTo>
                <a:lnTo>
                  <a:pt x="709" y="757"/>
                </a:lnTo>
                <a:lnTo>
                  <a:pt x="710" y="758"/>
                </a:lnTo>
                <a:lnTo>
                  <a:pt x="710" y="760"/>
                </a:lnTo>
                <a:lnTo>
                  <a:pt x="709" y="760"/>
                </a:lnTo>
                <a:lnTo>
                  <a:pt x="708" y="760"/>
                </a:lnTo>
                <a:lnTo>
                  <a:pt x="707" y="761"/>
                </a:lnTo>
                <a:lnTo>
                  <a:pt x="706" y="762"/>
                </a:lnTo>
                <a:lnTo>
                  <a:pt x="705" y="763"/>
                </a:lnTo>
                <a:lnTo>
                  <a:pt x="703" y="765"/>
                </a:lnTo>
                <a:lnTo>
                  <a:pt x="702" y="764"/>
                </a:lnTo>
                <a:lnTo>
                  <a:pt x="701" y="764"/>
                </a:lnTo>
                <a:lnTo>
                  <a:pt x="700" y="763"/>
                </a:lnTo>
                <a:lnTo>
                  <a:pt x="700" y="764"/>
                </a:lnTo>
                <a:lnTo>
                  <a:pt x="699" y="764"/>
                </a:lnTo>
                <a:lnTo>
                  <a:pt x="698" y="765"/>
                </a:lnTo>
                <a:lnTo>
                  <a:pt x="698" y="764"/>
                </a:lnTo>
                <a:lnTo>
                  <a:pt x="697" y="765"/>
                </a:lnTo>
                <a:lnTo>
                  <a:pt x="695" y="766"/>
                </a:lnTo>
                <a:lnTo>
                  <a:pt x="696" y="767"/>
                </a:lnTo>
                <a:lnTo>
                  <a:pt x="695" y="768"/>
                </a:lnTo>
                <a:lnTo>
                  <a:pt x="695" y="769"/>
                </a:lnTo>
                <a:lnTo>
                  <a:pt x="694" y="769"/>
                </a:lnTo>
                <a:lnTo>
                  <a:pt x="693" y="770"/>
                </a:lnTo>
                <a:lnTo>
                  <a:pt x="692" y="770"/>
                </a:lnTo>
                <a:lnTo>
                  <a:pt x="693" y="771"/>
                </a:lnTo>
                <a:lnTo>
                  <a:pt x="694" y="771"/>
                </a:lnTo>
                <a:lnTo>
                  <a:pt x="694" y="772"/>
                </a:lnTo>
                <a:lnTo>
                  <a:pt x="694" y="773"/>
                </a:lnTo>
                <a:lnTo>
                  <a:pt x="693" y="774"/>
                </a:lnTo>
                <a:lnTo>
                  <a:pt x="692" y="774"/>
                </a:lnTo>
                <a:lnTo>
                  <a:pt x="691" y="774"/>
                </a:lnTo>
                <a:lnTo>
                  <a:pt x="692" y="775"/>
                </a:lnTo>
                <a:lnTo>
                  <a:pt x="692" y="776"/>
                </a:lnTo>
                <a:lnTo>
                  <a:pt x="691" y="777"/>
                </a:lnTo>
                <a:lnTo>
                  <a:pt x="690" y="777"/>
                </a:lnTo>
                <a:lnTo>
                  <a:pt x="689" y="777"/>
                </a:lnTo>
                <a:lnTo>
                  <a:pt x="688" y="778"/>
                </a:lnTo>
                <a:lnTo>
                  <a:pt x="689" y="779"/>
                </a:lnTo>
                <a:lnTo>
                  <a:pt x="690" y="780"/>
                </a:lnTo>
                <a:lnTo>
                  <a:pt x="689" y="780"/>
                </a:lnTo>
                <a:lnTo>
                  <a:pt x="689" y="781"/>
                </a:lnTo>
                <a:lnTo>
                  <a:pt x="689" y="782"/>
                </a:lnTo>
                <a:lnTo>
                  <a:pt x="690" y="782"/>
                </a:lnTo>
                <a:lnTo>
                  <a:pt x="689" y="785"/>
                </a:lnTo>
                <a:lnTo>
                  <a:pt x="689" y="786"/>
                </a:lnTo>
                <a:lnTo>
                  <a:pt x="688" y="788"/>
                </a:lnTo>
                <a:lnTo>
                  <a:pt x="687" y="789"/>
                </a:lnTo>
                <a:lnTo>
                  <a:pt x="688" y="789"/>
                </a:lnTo>
                <a:lnTo>
                  <a:pt x="689" y="790"/>
                </a:lnTo>
                <a:lnTo>
                  <a:pt x="689" y="791"/>
                </a:lnTo>
                <a:lnTo>
                  <a:pt x="690" y="791"/>
                </a:lnTo>
                <a:lnTo>
                  <a:pt x="689" y="792"/>
                </a:lnTo>
                <a:lnTo>
                  <a:pt x="688" y="792"/>
                </a:lnTo>
                <a:lnTo>
                  <a:pt x="687" y="794"/>
                </a:lnTo>
                <a:lnTo>
                  <a:pt x="687" y="795"/>
                </a:lnTo>
                <a:lnTo>
                  <a:pt x="688" y="796"/>
                </a:lnTo>
                <a:lnTo>
                  <a:pt x="688" y="797"/>
                </a:lnTo>
                <a:lnTo>
                  <a:pt x="687" y="797"/>
                </a:lnTo>
                <a:lnTo>
                  <a:pt x="687" y="798"/>
                </a:lnTo>
                <a:lnTo>
                  <a:pt x="686" y="800"/>
                </a:lnTo>
                <a:lnTo>
                  <a:pt x="686" y="801"/>
                </a:lnTo>
                <a:lnTo>
                  <a:pt x="685" y="802"/>
                </a:lnTo>
                <a:lnTo>
                  <a:pt x="684" y="803"/>
                </a:lnTo>
                <a:lnTo>
                  <a:pt x="684" y="804"/>
                </a:lnTo>
                <a:lnTo>
                  <a:pt x="684" y="805"/>
                </a:lnTo>
                <a:lnTo>
                  <a:pt x="683" y="807"/>
                </a:lnTo>
                <a:lnTo>
                  <a:pt x="682" y="807"/>
                </a:lnTo>
                <a:lnTo>
                  <a:pt x="682" y="808"/>
                </a:lnTo>
                <a:lnTo>
                  <a:pt x="681" y="809"/>
                </a:lnTo>
                <a:lnTo>
                  <a:pt x="680" y="809"/>
                </a:lnTo>
                <a:lnTo>
                  <a:pt x="679" y="809"/>
                </a:lnTo>
                <a:lnTo>
                  <a:pt x="678" y="810"/>
                </a:lnTo>
                <a:lnTo>
                  <a:pt x="678" y="811"/>
                </a:lnTo>
                <a:lnTo>
                  <a:pt x="678" y="812"/>
                </a:lnTo>
                <a:lnTo>
                  <a:pt x="678" y="813"/>
                </a:lnTo>
                <a:lnTo>
                  <a:pt x="679" y="814"/>
                </a:lnTo>
                <a:lnTo>
                  <a:pt x="678" y="815"/>
                </a:lnTo>
                <a:lnTo>
                  <a:pt x="679" y="816"/>
                </a:lnTo>
                <a:lnTo>
                  <a:pt x="680" y="817"/>
                </a:lnTo>
                <a:lnTo>
                  <a:pt x="681" y="817"/>
                </a:lnTo>
                <a:lnTo>
                  <a:pt x="681" y="818"/>
                </a:lnTo>
                <a:lnTo>
                  <a:pt x="682" y="820"/>
                </a:lnTo>
                <a:lnTo>
                  <a:pt x="682" y="822"/>
                </a:lnTo>
                <a:lnTo>
                  <a:pt x="681" y="822"/>
                </a:lnTo>
                <a:lnTo>
                  <a:pt x="680" y="822"/>
                </a:lnTo>
                <a:lnTo>
                  <a:pt x="679" y="823"/>
                </a:lnTo>
                <a:lnTo>
                  <a:pt x="679" y="824"/>
                </a:lnTo>
                <a:lnTo>
                  <a:pt x="679" y="825"/>
                </a:lnTo>
                <a:lnTo>
                  <a:pt x="678" y="825"/>
                </a:lnTo>
                <a:lnTo>
                  <a:pt x="676" y="824"/>
                </a:lnTo>
                <a:lnTo>
                  <a:pt x="676" y="823"/>
                </a:lnTo>
                <a:lnTo>
                  <a:pt x="674" y="822"/>
                </a:lnTo>
                <a:lnTo>
                  <a:pt x="673" y="822"/>
                </a:lnTo>
                <a:lnTo>
                  <a:pt x="671" y="822"/>
                </a:lnTo>
                <a:lnTo>
                  <a:pt x="671" y="821"/>
                </a:lnTo>
                <a:lnTo>
                  <a:pt x="671" y="820"/>
                </a:lnTo>
                <a:lnTo>
                  <a:pt x="670" y="819"/>
                </a:lnTo>
                <a:lnTo>
                  <a:pt x="668" y="818"/>
                </a:lnTo>
                <a:lnTo>
                  <a:pt x="668" y="819"/>
                </a:lnTo>
                <a:lnTo>
                  <a:pt x="668" y="820"/>
                </a:lnTo>
                <a:lnTo>
                  <a:pt x="667" y="821"/>
                </a:lnTo>
                <a:lnTo>
                  <a:pt x="666" y="822"/>
                </a:lnTo>
                <a:lnTo>
                  <a:pt x="666" y="823"/>
                </a:lnTo>
                <a:lnTo>
                  <a:pt x="666" y="824"/>
                </a:lnTo>
                <a:lnTo>
                  <a:pt x="666" y="825"/>
                </a:lnTo>
                <a:lnTo>
                  <a:pt x="666" y="826"/>
                </a:lnTo>
                <a:lnTo>
                  <a:pt x="666" y="828"/>
                </a:lnTo>
                <a:lnTo>
                  <a:pt x="665" y="830"/>
                </a:lnTo>
                <a:lnTo>
                  <a:pt x="663" y="830"/>
                </a:lnTo>
                <a:lnTo>
                  <a:pt x="661" y="830"/>
                </a:lnTo>
                <a:lnTo>
                  <a:pt x="660" y="828"/>
                </a:lnTo>
                <a:lnTo>
                  <a:pt x="659" y="828"/>
                </a:lnTo>
                <a:lnTo>
                  <a:pt x="657" y="827"/>
                </a:lnTo>
                <a:lnTo>
                  <a:pt x="656" y="826"/>
                </a:lnTo>
                <a:lnTo>
                  <a:pt x="653" y="825"/>
                </a:lnTo>
                <a:lnTo>
                  <a:pt x="652" y="825"/>
                </a:lnTo>
                <a:lnTo>
                  <a:pt x="651" y="825"/>
                </a:lnTo>
                <a:lnTo>
                  <a:pt x="651" y="824"/>
                </a:lnTo>
                <a:lnTo>
                  <a:pt x="651" y="823"/>
                </a:lnTo>
                <a:lnTo>
                  <a:pt x="651" y="822"/>
                </a:lnTo>
                <a:lnTo>
                  <a:pt x="652" y="822"/>
                </a:lnTo>
                <a:lnTo>
                  <a:pt x="651" y="821"/>
                </a:lnTo>
                <a:lnTo>
                  <a:pt x="651" y="820"/>
                </a:lnTo>
                <a:lnTo>
                  <a:pt x="650" y="819"/>
                </a:lnTo>
                <a:lnTo>
                  <a:pt x="649" y="819"/>
                </a:lnTo>
                <a:lnTo>
                  <a:pt x="649" y="820"/>
                </a:lnTo>
                <a:lnTo>
                  <a:pt x="648" y="820"/>
                </a:lnTo>
                <a:lnTo>
                  <a:pt x="647" y="820"/>
                </a:lnTo>
                <a:lnTo>
                  <a:pt x="645" y="819"/>
                </a:lnTo>
                <a:lnTo>
                  <a:pt x="644" y="820"/>
                </a:lnTo>
                <a:lnTo>
                  <a:pt x="642" y="821"/>
                </a:lnTo>
                <a:lnTo>
                  <a:pt x="640" y="822"/>
                </a:lnTo>
                <a:lnTo>
                  <a:pt x="639" y="822"/>
                </a:lnTo>
                <a:lnTo>
                  <a:pt x="639" y="823"/>
                </a:lnTo>
                <a:lnTo>
                  <a:pt x="638" y="823"/>
                </a:lnTo>
                <a:lnTo>
                  <a:pt x="638" y="824"/>
                </a:lnTo>
                <a:lnTo>
                  <a:pt x="636" y="824"/>
                </a:lnTo>
                <a:lnTo>
                  <a:pt x="635" y="823"/>
                </a:lnTo>
                <a:lnTo>
                  <a:pt x="634" y="822"/>
                </a:lnTo>
                <a:lnTo>
                  <a:pt x="634" y="820"/>
                </a:lnTo>
                <a:lnTo>
                  <a:pt x="633" y="820"/>
                </a:lnTo>
                <a:lnTo>
                  <a:pt x="633" y="819"/>
                </a:lnTo>
                <a:lnTo>
                  <a:pt x="632" y="818"/>
                </a:lnTo>
                <a:lnTo>
                  <a:pt x="632" y="816"/>
                </a:lnTo>
                <a:lnTo>
                  <a:pt x="632" y="815"/>
                </a:lnTo>
                <a:lnTo>
                  <a:pt x="631" y="815"/>
                </a:lnTo>
                <a:lnTo>
                  <a:pt x="631" y="814"/>
                </a:lnTo>
                <a:lnTo>
                  <a:pt x="631" y="815"/>
                </a:lnTo>
                <a:lnTo>
                  <a:pt x="630" y="815"/>
                </a:lnTo>
                <a:lnTo>
                  <a:pt x="629" y="815"/>
                </a:lnTo>
                <a:lnTo>
                  <a:pt x="628" y="815"/>
                </a:lnTo>
                <a:lnTo>
                  <a:pt x="628" y="817"/>
                </a:lnTo>
                <a:lnTo>
                  <a:pt x="628" y="818"/>
                </a:lnTo>
                <a:lnTo>
                  <a:pt x="627" y="819"/>
                </a:lnTo>
                <a:lnTo>
                  <a:pt x="626" y="820"/>
                </a:lnTo>
                <a:lnTo>
                  <a:pt x="625" y="820"/>
                </a:lnTo>
                <a:lnTo>
                  <a:pt x="624" y="820"/>
                </a:lnTo>
                <a:lnTo>
                  <a:pt x="623" y="821"/>
                </a:lnTo>
                <a:lnTo>
                  <a:pt x="623" y="822"/>
                </a:lnTo>
                <a:lnTo>
                  <a:pt x="623" y="823"/>
                </a:lnTo>
                <a:lnTo>
                  <a:pt x="623" y="824"/>
                </a:lnTo>
                <a:lnTo>
                  <a:pt x="621" y="826"/>
                </a:lnTo>
                <a:lnTo>
                  <a:pt x="620" y="825"/>
                </a:lnTo>
                <a:lnTo>
                  <a:pt x="620" y="822"/>
                </a:lnTo>
                <a:lnTo>
                  <a:pt x="621" y="822"/>
                </a:lnTo>
                <a:lnTo>
                  <a:pt x="621" y="821"/>
                </a:lnTo>
                <a:lnTo>
                  <a:pt x="620" y="820"/>
                </a:lnTo>
                <a:lnTo>
                  <a:pt x="620" y="819"/>
                </a:lnTo>
                <a:lnTo>
                  <a:pt x="619" y="819"/>
                </a:lnTo>
                <a:lnTo>
                  <a:pt x="618" y="819"/>
                </a:lnTo>
                <a:lnTo>
                  <a:pt x="617" y="819"/>
                </a:lnTo>
                <a:lnTo>
                  <a:pt x="617" y="818"/>
                </a:lnTo>
                <a:lnTo>
                  <a:pt x="616" y="817"/>
                </a:lnTo>
                <a:lnTo>
                  <a:pt x="616" y="816"/>
                </a:lnTo>
                <a:lnTo>
                  <a:pt x="616" y="814"/>
                </a:lnTo>
                <a:lnTo>
                  <a:pt x="616" y="813"/>
                </a:lnTo>
                <a:lnTo>
                  <a:pt x="615" y="813"/>
                </a:lnTo>
                <a:lnTo>
                  <a:pt x="615" y="812"/>
                </a:lnTo>
                <a:lnTo>
                  <a:pt x="614" y="812"/>
                </a:lnTo>
                <a:lnTo>
                  <a:pt x="614" y="809"/>
                </a:lnTo>
                <a:lnTo>
                  <a:pt x="614" y="808"/>
                </a:lnTo>
                <a:lnTo>
                  <a:pt x="615" y="807"/>
                </a:lnTo>
                <a:lnTo>
                  <a:pt x="616" y="806"/>
                </a:lnTo>
                <a:lnTo>
                  <a:pt x="616" y="805"/>
                </a:lnTo>
                <a:lnTo>
                  <a:pt x="618" y="804"/>
                </a:lnTo>
                <a:lnTo>
                  <a:pt x="620" y="803"/>
                </a:lnTo>
                <a:lnTo>
                  <a:pt x="621" y="803"/>
                </a:lnTo>
                <a:lnTo>
                  <a:pt x="621" y="802"/>
                </a:lnTo>
                <a:lnTo>
                  <a:pt x="622" y="801"/>
                </a:lnTo>
                <a:lnTo>
                  <a:pt x="622" y="800"/>
                </a:lnTo>
                <a:lnTo>
                  <a:pt x="621" y="800"/>
                </a:lnTo>
                <a:lnTo>
                  <a:pt x="621" y="799"/>
                </a:lnTo>
                <a:lnTo>
                  <a:pt x="620" y="799"/>
                </a:lnTo>
                <a:lnTo>
                  <a:pt x="620" y="798"/>
                </a:lnTo>
                <a:lnTo>
                  <a:pt x="621" y="796"/>
                </a:lnTo>
                <a:lnTo>
                  <a:pt x="623" y="795"/>
                </a:lnTo>
                <a:lnTo>
                  <a:pt x="623" y="793"/>
                </a:lnTo>
                <a:lnTo>
                  <a:pt x="623" y="792"/>
                </a:lnTo>
                <a:lnTo>
                  <a:pt x="622" y="790"/>
                </a:lnTo>
                <a:lnTo>
                  <a:pt x="623" y="789"/>
                </a:lnTo>
                <a:lnTo>
                  <a:pt x="624" y="788"/>
                </a:lnTo>
                <a:lnTo>
                  <a:pt x="624" y="787"/>
                </a:lnTo>
                <a:lnTo>
                  <a:pt x="623" y="787"/>
                </a:lnTo>
                <a:lnTo>
                  <a:pt x="622" y="787"/>
                </a:lnTo>
                <a:lnTo>
                  <a:pt x="620" y="786"/>
                </a:lnTo>
                <a:lnTo>
                  <a:pt x="619" y="786"/>
                </a:lnTo>
                <a:lnTo>
                  <a:pt x="620" y="784"/>
                </a:lnTo>
                <a:lnTo>
                  <a:pt x="621" y="782"/>
                </a:lnTo>
                <a:lnTo>
                  <a:pt x="621" y="781"/>
                </a:lnTo>
                <a:lnTo>
                  <a:pt x="622" y="779"/>
                </a:lnTo>
                <a:lnTo>
                  <a:pt x="623" y="777"/>
                </a:lnTo>
                <a:lnTo>
                  <a:pt x="622" y="776"/>
                </a:lnTo>
                <a:lnTo>
                  <a:pt x="621" y="775"/>
                </a:lnTo>
                <a:lnTo>
                  <a:pt x="620" y="775"/>
                </a:lnTo>
                <a:lnTo>
                  <a:pt x="618" y="774"/>
                </a:lnTo>
                <a:lnTo>
                  <a:pt x="617" y="773"/>
                </a:lnTo>
                <a:lnTo>
                  <a:pt x="616" y="773"/>
                </a:lnTo>
                <a:lnTo>
                  <a:pt x="616" y="772"/>
                </a:lnTo>
                <a:lnTo>
                  <a:pt x="617" y="772"/>
                </a:lnTo>
                <a:lnTo>
                  <a:pt x="617" y="771"/>
                </a:lnTo>
                <a:lnTo>
                  <a:pt x="616" y="771"/>
                </a:lnTo>
                <a:lnTo>
                  <a:pt x="615" y="769"/>
                </a:lnTo>
                <a:lnTo>
                  <a:pt x="614" y="769"/>
                </a:lnTo>
                <a:lnTo>
                  <a:pt x="613" y="769"/>
                </a:lnTo>
                <a:lnTo>
                  <a:pt x="613" y="768"/>
                </a:lnTo>
                <a:lnTo>
                  <a:pt x="612" y="767"/>
                </a:lnTo>
                <a:lnTo>
                  <a:pt x="612" y="766"/>
                </a:lnTo>
                <a:lnTo>
                  <a:pt x="612" y="765"/>
                </a:lnTo>
                <a:lnTo>
                  <a:pt x="612" y="764"/>
                </a:lnTo>
                <a:lnTo>
                  <a:pt x="611" y="764"/>
                </a:lnTo>
                <a:lnTo>
                  <a:pt x="610" y="763"/>
                </a:lnTo>
                <a:lnTo>
                  <a:pt x="609" y="763"/>
                </a:lnTo>
                <a:lnTo>
                  <a:pt x="609" y="764"/>
                </a:lnTo>
                <a:lnTo>
                  <a:pt x="609" y="765"/>
                </a:lnTo>
                <a:lnTo>
                  <a:pt x="608" y="766"/>
                </a:lnTo>
                <a:lnTo>
                  <a:pt x="608" y="767"/>
                </a:lnTo>
                <a:lnTo>
                  <a:pt x="607" y="767"/>
                </a:lnTo>
                <a:lnTo>
                  <a:pt x="605" y="767"/>
                </a:lnTo>
                <a:lnTo>
                  <a:pt x="605" y="768"/>
                </a:lnTo>
                <a:lnTo>
                  <a:pt x="604" y="768"/>
                </a:lnTo>
                <a:lnTo>
                  <a:pt x="603" y="768"/>
                </a:lnTo>
                <a:lnTo>
                  <a:pt x="602" y="768"/>
                </a:lnTo>
                <a:lnTo>
                  <a:pt x="601" y="768"/>
                </a:lnTo>
                <a:lnTo>
                  <a:pt x="600" y="769"/>
                </a:lnTo>
                <a:lnTo>
                  <a:pt x="598" y="769"/>
                </a:lnTo>
                <a:lnTo>
                  <a:pt x="598" y="770"/>
                </a:lnTo>
                <a:lnTo>
                  <a:pt x="598" y="772"/>
                </a:lnTo>
                <a:lnTo>
                  <a:pt x="597" y="772"/>
                </a:lnTo>
                <a:lnTo>
                  <a:pt x="598" y="773"/>
                </a:lnTo>
                <a:lnTo>
                  <a:pt x="600" y="774"/>
                </a:lnTo>
                <a:lnTo>
                  <a:pt x="601" y="774"/>
                </a:lnTo>
                <a:lnTo>
                  <a:pt x="602" y="775"/>
                </a:lnTo>
                <a:lnTo>
                  <a:pt x="602" y="776"/>
                </a:lnTo>
                <a:lnTo>
                  <a:pt x="603" y="777"/>
                </a:lnTo>
                <a:lnTo>
                  <a:pt x="604" y="778"/>
                </a:lnTo>
                <a:lnTo>
                  <a:pt x="605" y="778"/>
                </a:lnTo>
                <a:lnTo>
                  <a:pt x="606" y="779"/>
                </a:lnTo>
                <a:lnTo>
                  <a:pt x="607" y="781"/>
                </a:lnTo>
                <a:lnTo>
                  <a:pt x="608" y="782"/>
                </a:lnTo>
                <a:lnTo>
                  <a:pt x="608" y="783"/>
                </a:lnTo>
                <a:lnTo>
                  <a:pt x="608" y="784"/>
                </a:lnTo>
                <a:lnTo>
                  <a:pt x="608" y="785"/>
                </a:lnTo>
                <a:lnTo>
                  <a:pt x="607" y="785"/>
                </a:lnTo>
                <a:lnTo>
                  <a:pt x="606" y="785"/>
                </a:lnTo>
                <a:lnTo>
                  <a:pt x="604" y="786"/>
                </a:lnTo>
                <a:lnTo>
                  <a:pt x="603" y="787"/>
                </a:lnTo>
                <a:lnTo>
                  <a:pt x="602" y="787"/>
                </a:lnTo>
                <a:lnTo>
                  <a:pt x="602" y="788"/>
                </a:lnTo>
                <a:lnTo>
                  <a:pt x="602" y="789"/>
                </a:lnTo>
                <a:lnTo>
                  <a:pt x="601" y="790"/>
                </a:lnTo>
                <a:lnTo>
                  <a:pt x="601" y="791"/>
                </a:lnTo>
                <a:lnTo>
                  <a:pt x="601" y="793"/>
                </a:lnTo>
                <a:lnTo>
                  <a:pt x="601" y="794"/>
                </a:lnTo>
                <a:lnTo>
                  <a:pt x="602" y="794"/>
                </a:lnTo>
                <a:lnTo>
                  <a:pt x="603" y="794"/>
                </a:lnTo>
                <a:lnTo>
                  <a:pt x="603" y="793"/>
                </a:lnTo>
                <a:lnTo>
                  <a:pt x="604" y="793"/>
                </a:lnTo>
                <a:lnTo>
                  <a:pt x="605" y="794"/>
                </a:lnTo>
                <a:lnTo>
                  <a:pt x="605" y="795"/>
                </a:lnTo>
                <a:lnTo>
                  <a:pt x="604" y="797"/>
                </a:lnTo>
                <a:lnTo>
                  <a:pt x="603" y="797"/>
                </a:lnTo>
                <a:lnTo>
                  <a:pt x="602" y="797"/>
                </a:lnTo>
                <a:lnTo>
                  <a:pt x="601" y="797"/>
                </a:lnTo>
                <a:lnTo>
                  <a:pt x="600" y="798"/>
                </a:lnTo>
                <a:lnTo>
                  <a:pt x="599" y="798"/>
                </a:lnTo>
                <a:lnTo>
                  <a:pt x="598" y="798"/>
                </a:lnTo>
                <a:lnTo>
                  <a:pt x="595" y="799"/>
                </a:lnTo>
                <a:lnTo>
                  <a:pt x="594" y="800"/>
                </a:lnTo>
                <a:lnTo>
                  <a:pt x="593" y="800"/>
                </a:lnTo>
                <a:lnTo>
                  <a:pt x="593" y="798"/>
                </a:lnTo>
                <a:lnTo>
                  <a:pt x="592" y="798"/>
                </a:lnTo>
                <a:lnTo>
                  <a:pt x="592" y="797"/>
                </a:lnTo>
                <a:lnTo>
                  <a:pt x="591" y="796"/>
                </a:lnTo>
                <a:lnTo>
                  <a:pt x="590" y="796"/>
                </a:lnTo>
                <a:lnTo>
                  <a:pt x="588" y="796"/>
                </a:lnTo>
                <a:lnTo>
                  <a:pt x="587" y="796"/>
                </a:lnTo>
                <a:lnTo>
                  <a:pt x="587" y="793"/>
                </a:lnTo>
                <a:lnTo>
                  <a:pt x="587" y="792"/>
                </a:lnTo>
                <a:lnTo>
                  <a:pt x="587" y="790"/>
                </a:lnTo>
                <a:lnTo>
                  <a:pt x="587" y="789"/>
                </a:lnTo>
                <a:lnTo>
                  <a:pt x="587" y="788"/>
                </a:lnTo>
                <a:lnTo>
                  <a:pt x="587" y="787"/>
                </a:lnTo>
                <a:lnTo>
                  <a:pt x="587" y="786"/>
                </a:lnTo>
                <a:lnTo>
                  <a:pt x="587" y="785"/>
                </a:lnTo>
                <a:lnTo>
                  <a:pt x="588" y="784"/>
                </a:lnTo>
                <a:lnTo>
                  <a:pt x="589" y="783"/>
                </a:lnTo>
                <a:lnTo>
                  <a:pt x="590" y="783"/>
                </a:lnTo>
                <a:lnTo>
                  <a:pt x="592" y="783"/>
                </a:lnTo>
                <a:lnTo>
                  <a:pt x="592" y="782"/>
                </a:lnTo>
                <a:lnTo>
                  <a:pt x="592" y="780"/>
                </a:lnTo>
                <a:lnTo>
                  <a:pt x="592" y="779"/>
                </a:lnTo>
                <a:lnTo>
                  <a:pt x="592" y="777"/>
                </a:lnTo>
                <a:lnTo>
                  <a:pt x="592" y="776"/>
                </a:lnTo>
                <a:lnTo>
                  <a:pt x="591" y="776"/>
                </a:lnTo>
                <a:lnTo>
                  <a:pt x="590" y="774"/>
                </a:lnTo>
                <a:lnTo>
                  <a:pt x="590" y="773"/>
                </a:lnTo>
                <a:lnTo>
                  <a:pt x="590" y="772"/>
                </a:lnTo>
                <a:lnTo>
                  <a:pt x="589" y="772"/>
                </a:lnTo>
                <a:lnTo>
                  <a:pt x="588" y="772"/>
                </a:lnTo>
                <a:lnTo>
                  <a:pt x="588" y="771"/>
                </a:lnTo>
                <a:lnTo>
                  <a:pt x="588" y="770"/>
                </a:lnTo>
                <a:lnTo>
                  <a:pt x="588" y="769"/>
                </a:lnTo>
                <a:lnTo>
                  <a:pt x="588" y="768"/>
                </a:lnTo>
                <a:lnTo>
                  <a:pt x="587" y="767"/>
                </a:lnTo>
                <a:lnTo>
                  <a:pt x="586" y="766"/>
                </a:lnTo>
                <a:lnTo>
                  <a:pt x="586" y="765"/>
                </a:lnTo>
                <a:lnTo>
                  <a:pt x="586" y="764"/>
                </a:lnTo>
                <a:lnTo>
                  <a:pt x="586" y="763"/>
                </a:lnTo>
                <a:lnTo>
                  <a:pt x="587" y="762"/>
                </a:lnTo>
                <a:lnTo>
                  <a:pt x="586" y="762"/>
                </a:lnTo>
                <a:lnTo>
                  <a:pt x="585" y="758"/>
                </a:lnTo>
                <a:lnTo>
                  <a:pt x="586" y="756"/>
                </a:lnTo>
                <a:lnTo>
                  <a:pt x="587" y="756"/>
                </a:lnTo>
                <a:lnTo>
                  <a:pt x="589" y="756"/>
                </a:lnTo>
                <a:lnTo>
                  <a:pt x="591" y="756"/>
                </a:lnTo>
                <a:lnTo>
                  <a:pt x="591" y="755"/>
                </a:lnTo>
                <a:lnTo>
                  <a:pt x="592" y="755"/>
                </a:lnTo>
                <a:lnTo>
                  <a:pt x="591" y="753"/>
                </a:lnTo>
                <a:lnTo>
                  <a:pt x="591" y="752"/>
                </a:lnTo>
                <a:lnTo>
                  <a:pt x="591" y="751"/>
                </a:lnTo>
                <a:lnTo>
                  <a:pt x="591" y="749"/>
                </a:lnTo>
                <a:lnTo>
                  <a:pt x="591" y="748"/>
                </a:lnTo>
                <a:lnTo>
                  <a:pt x="590" y="747"/>
                </a:lnTo>
                <a:lnTo>
                  <a:pt x="590" y="746"/>
                </a:lnTo>
                <a:lnTo>
                  <a:pt x="590" y="745"/>
                </a:lnTo>
                <a:lnTo>
                  <a:pt x="591" y="743"/>
                </a:lnTo>
                <a:lnTo>
                  <a:pt x="592" y="742"/>
                </a:lnTo>
                <a:lnTo>
                  <a:pt x="593" y="741"/>
                </a:lnTo>
                <a:lnTo>
                  <a:pt x="594" y="740"/>
                </a:lnTo>
                <a:lnTo>
                  <a:pt x="595" y="739"/>
                </a:lnTo>
                <a:lnTo>
                  <a:pt x="595" y="738"/>
                </a:lnTo>
                <a:lnTo>
                  <a:pt x="595" y="737"/>
                </a:lnTo>
                <a:lnTo>
                  <a:pt x="595" y="736"/>
                </a:lnTo>
                <a:lnTo>
                  <a:pt x="594" y="735"/>
                </a:lnTo>
                <a:lnTo>
                  <a:pt x="594" y="734"/>
                </a:lnTo>
                <a:lnTo>
                  <a:pt x="593" y="734"/>
                </a:lnTo>
                <a:lnTo>
                  <a:pt x="592" y="735"/>
                </a:lnTo>
                <a:lnTo>
                  <a:pt x="590" y="736"/>
                </a:lnTo>
                <a:lnTo>
                  <a:pt x="589" y="736"/>
                </a:lnTo>
                <a:lnTo>
                  <a:pt x="589" y="735"/>
                </a:lnTo>
                <a:lnTo>
                  <a:pt x="589" y="734"/>
                </a:lnTo>
                <a:lnTo>
                  <a:pt x="588" y="735"/>
                </a:lnTo>
                <a:lnTo>
                  <a:pt x="587" y="735"/>
                </a:lnTo>
                <a:lnTo>
                  <a:pt x="586" y="735"/>
                </a:lnTo>
                <a:lnTo>
                  <a:pt x="586" y="734"/>
                </a:lnTo>
                <a:lnTo>
                  <a:pt x="587" y="734"/>
                </a:lnTo>
                <a:lnTo>
                  <a:pt x="587" y="733"/>
                </a:lnTo>
                <a:lnTo>
                  <a:pt x="585" y="731"/>
                </a:lnTo>
                <a:lnTo>
                  <a:pt x="584" y="731"/>
                </a:lnTo>
                <a:lnTo>
                  <a:pt x="583" y="730"/>
                </a:lnTo>
                <a:lnTo>
                  <a:pt x="583" y="731"/>
                </a:lnTo>
                <a:lnTo>
                  <a:pt x="582" y="731"/>
                </a:lnTo>
                <a:lnTo>
                  <a:pt x="582" y="732"/>
                </a:lnTo>
                <a:lnTo>
                  <a:pt x="582" y="733"/>
                </a:lnTo>
                <a:lnTo>
                  <a:pt x="582" y="734"/>
                </a:lnTo>
                <a:lnTo>
                  <a:pt x="580" y="734"/>
                </a:lnTo>
                <a:lnTo>
                  <a:pt x="579" y="734"/>
                </a:lnTo>
                <a:lnTo>
                  <a:pt x="579" y="733"/>
                </a:lnTo>
                <a:lnTo>
                  <a:pt x="578" y="733"/>
                </a:lnTo>
                <a:lnTo>
                  <a:pt x="577" y="733"/>
                </a:lnTo>
                <a:lnTo>
                  <a:pt x="577" y="734"/>
                </a:lnTo>
                <a:lnTo>
                  <a:pt x="575" y="735"/>
                </a:lnTo>
                <a:lnTo>
                  <a:pt x="573" y="735"/>
                </a:lnTo>
                <a:lnTo>
                  <a:pt x="572" y="736"/>
                </a:lnTo>
                <a:lnTo>
                  <a:pt x="572" y="737"/>
                </a:lnTo>
                <a:lnTo>
                  <a:pt x="572" y="738"/>
                </a:lnTo>
                <a:lnTo>
                  <a:pt x="571" y="738"/>
                </a:lnTo>
                <a:lnTo>
                  <a:pt x="570" y="738"/>
                </a:lnTo>
                <a:lnTo>
                  <a:pt x="569" y="738"/>
                </a:lnTo>
                <a:lnTo>
                  <a:pt x="567" y="738"/>
                </a:lnTo>
                <a:lnTo>
                  <a:pt x="566" y="738"/>
                </a:lnTo>
                <a:lnTo>
                  <a:pt x="564" y="737"/>
                </a:lnTo>
                <a:lnTo>
                  <a:pt x="563" y="737"/>
                </a:lnTo>
                <a:lnTo>
                  <a:pt x="562" y="737"/>
                </a:lnTo>
                <a:lnTo>
                  <a:pt x="561" y="737"/>
                </a:lnTo>
                <a:lnTo>
                  <a:pt x="559" y="737"/>
                </a:lnTo>
                <a:lnTo>
                  <a:pt x="558" y="736"/>
                </a:lnTo>
                <a:lnTo>
                  <a:pt x="557" y="735"/>
                </a:lnTo>
                <a:lnTo>
                  <a:pt x="556" y="735"/>
                </a:lnTo>
                <a:lnTo>
                  <a:pt x="553" y="734"/>
                </a:lnTo>
                <a:lnTo>
                  <a:pt x="552" y="734"/>
                </a:lnTo>
                <a:lnTo>
                  <a:pt x="551" y="734"/>
                </a:lnTo>
                <a:lnTo>
                  <a:pt x="550" y="733"/>
                </a:lnTo>
                <a:lnTo>
                  <a:pt x="548" y="731"/>
                </a:lnTo>
                <a:lnTo>
                  <a:pt x="546" y="731"/>
                </a:lnTo>
                <a:lnTo>
                  <a:pt x="546" y="730"/>
                </a:lnTo>
                <a:lnTo>
                  <a:pt x="545" y="730"/>
                </a:lnTo>
                <a:lnTo>
                  <a:pt x="545" y="729"/>
                </a:lnTo>
                <a:lnTo>
                  <a:pt x="544" y="729"/>
                </a:lnTo>
                <a:lnTo>
                  <a:pt x="543" y="729"/>
                </a:lnTo>
                <a:lnTo>
                  <a:pt x="542" y="729"/>
                </a:lnTo>
                <a:lnTo>
                  <a:pt x="541" y="729"/>
                </a:lnTo>
                <a:lnTo>
                  <a:pt x="542" y="728"/>
                </a:lnTo>
                <a:lnTo>
                  <a:pt x="542" y="727"/>
                </a:lnTo>
                <a:lnTo>
                  <a:pt x="543" y="725"/>
                </a:lnTo>
                <a:lnTo>
                  <a:pt x="543" y="723"/>
                </a:lnTo>
                <a:lnTo>
                  <a:pt x="544" y="722"/>
                </a:lnTo>
                <a:lnTo>
                  <a:pt x="543" y="721"/>
                </a:lnTo>
                <a:lnTo>
                  <a:pt x="543" y="718"/>
                </a:lnTo>
                <a:lnTo>
                  <a:pt x="543" y="717"/>
                </a:lnTo>
                <a:lnTo>
                  <a:pt x="544" y="717"/>
                </a:lnTo>
                <a:lnTo>
                  <a:pt x="544" y="716"/>
                </a:lnTo>
                <a:lnTo>
                  <a:pt x="545" y="716"/>
                </a:lnTo>
                <a:lnTo>
                  <a:pt x="545" y="715"/>
                </a:lnTo>
                <a:lnTo>
                  <a:pt x="545" y="714"/>
                </a:lnTo>
                <a:lnTo>
                  <a:pt x="548" y="711"/>
                </a:lnTo>
                <a:lnTo>
                  <a:pt x="548" y="710"/>
                </a:lnTo>
                <a:lnTo>
                  <a:pt x="549" y="709"/>
                </a:lnTo>
                <a:lnTo>
                  <a:pt x="550" y="709"/>
                </a:lnTo>
                <a:lnTo>
                  <a:pt x="550" y="708"/>
                </a:lnTo>
                <a:lnTo>
                  <a:pt x="550" y="707"/>
                </a:lnTo>
                <a:lnTo>
                  <a:pt x="550" y="706"/>
                </a:lnTo>
                <a:lnTo>
                  <a:pt x="550" y="705"/>
                </a:lnTo>
                <a:lnTo>
                  <a:pt x="550" y="703"/>
                </a:lnTo>
                <a:lnTo>
                  <a:pt x="549" y="703"/>
                </a:lnTo>
                <a:lnTo>
                  <a:pt x="549" y="702"/>
                </a:lnTo>
                <a:lnTo>
                  <a:pt x="545" y="701"/>
                </a:lnTo>
                <a:lnTo>
                  <a:pt x="544" y="701"/>
                </a:lnTo>
                <a:lnTo>
                  <a:pt x="544" y="700"/>
                </a:lnTo>
                <a:lnTo>
                  <a:pt x="544" y="699"/>
                </a:lnTo>
                <a:lnTo>
                  <a:pt x="544" y="697"/>
                </a:lnTo>
                <a:lnTo>
                  <a:pt x="544" y="696"/>
                </a:lnTo>
                <a:lnTo>
                  <a:pt x="543" y="695"/>
                </a:lnTo>
                <a:lnTo>
                  <a:pt x="543" y="694"/>
                </a:lnTo>
                <a:lnTo>
                  <a:pt x="542" y="692"/>
                </a:lnTo>
                <a:lnTo>
                  <a:pt x="542" y="691"/>
                </a:lnTo>
                <a:lnTo>
                  <a:pt x="543" y="690"/>
                </a:lnTo>
                <a:lnTo>
                  <a:pt x="544" y="689"/>
                </a:lnTo>
                <a:lnTo>
                  <a:pt x="544" y="688"/>
                </a:lnTo>
                <a:lnTo>
                  <a:pt x="544" y="687"/>
                </a:lnTo>
                <a:lnTo>
                  <a:pt x="544" y="686"/>
                </a:lnTo>
                <a:lnTo>
                  <a:pt x="544" y="685"/>
                </a:lnTo>
                <a:lnTo>
                  <a:pt x="544" y="684"/>
                </a:lnTo>
                <a:lnTo>
                  <a:pt x="543" y="683"/>
                </a:lnTo>
                <a:lnTo>
                  <a:pt x="543" y="682"/>
                </a:lnTo>
                <a:lnTo>
                  <a:pt x="542" y="680"/>
                </a:lnTo>
                <a:lnTo>
                  <a:pt x="542" y="677"/>
                </a:lnTo>
                <a:lnTo>
                  <a:pt x="542" y="676"/>
                </a:lnTo>
                <a:lnTo>
                  <a:pt x="542" y="675"/>
                </a:lnTo>
                <a:lnTo>
                  <a:pt x="542" y="674"/>
                </a:lnTo>
                <a:lnTo>
                  <a:pt x="541" y="673"/>
                </a:lnTo>
                <a:lnTo>
                  <a:pt x="539" y="673"/>
                </a:lnTo>
                <a:lnTo>
                  <a:pt x="538" y="672"/>
                </a:lnTo>
                <a:lnTo>
                  <a:pt x="537" y="672"/>
                </a:lnTo>
                <a:lnTo>
                  <a:pt x="537" y="671"/>
                </a:lnTo>
                <a:lnTo>
                  <a:pt x="537" y="670"/>
                </a:lnTo>
                <a:lnTo>
                  <a:pt x="536" y="668"/>
                </a:lnTo>
                <a:lnTo>
                  <a:pt x="536" y="665"/>
                </a:lnTo>
                <a:lnTo>
                  <a:pt x="535" y="663"/>
                </a:lnTo>
                <a:lnTo>
                  <a:pt x="534" y="662"/>
                </a:lnTo>
                <a:lnTo>
                  <a:pt x="534" y="660"/>
                </a:lnTo>
                <a:lnTo>
                  <a:pt x="535" y="659"/>
                </a:lnTo>
                <a:lnTo>
                  <a:pt x="534" y="658"/>
                </a:lnTo>
                <a:lnTo>
                  <a:pt x="533" y="655"/>
                </a:lnTo>
                <a:lnTo>
                  <a:pt x="533" y="654"/>
                </a:lnTo>
                <a:lnTo>
                  <a:pt x="532" y="653"/>
                </a:lnTo>
                <a:lnTo>
                  <a:pt x="532" y="652"/>
                </a:lnTo>
                <a:lnTo>
                  <a:pt x="533" y="650"/>
                </a:lnTo>
                <a:lnTo>
                  <a:pt x="534" y="648"/>
                </a:lnTo>
                <a:lnTo>
                  <a:pt x="534" y="646"/>
                </a:lnTo>
                <a:lnTo>
                  <a:pt x="533" y="646"/>
                </a:lnTo>
                <a:lnTo>
                  <a:pt x="532" y="645"/>
                </a:lnTo>
                <a:lnTo>
                  <a:pt x="531" y="645"/>
                </a:lnTo>
                <a:lnTo>
                  <a:pt x="530" y="645"/>
                </a:lnTo>
                <a:lnTo>
                  <a:pt x="529" y="644"/>
                </a:lnTo>
                <a:lnTo>
                  <a:pt x="528" y="644"/>
                </a:lnTo>
                <a:lnTo>
                  <a:pt x="527" y="644"/>
                </a:lnTo>
                <a:lnTo>
                  <a:pt x="527" y="645"/>
                </a:lnTo>
                <a:lnTo>
                  <a:pt x="527" y="646"/>
                </a:lnTo>
                <a:lnTo>
                  <a:pt x="527" y="647"/>
                </a:lnTo>
                <a:lnTo>
                  <a:pt x="526" y="648"/>
                </a:lnTo>
                <a:lnTo>
                  <a:pt x="526" y="649"/>
                </a:lnTo>
                <a:lnTo>
                  <a:pt x="525" y="650"/>
                </a:lnTo>
                <a:lnTo>
                  <a:pt x="525" y="652"/>
                </a:lnTo>
                <a:lnTo>
                  <a:pt x="526" y="652"/>
                </a:lnTo>
                <a:lnTo>
                  <a:pt x="526" y="653"/>
                </a:lnTo>
                <a:lnTo>
                  <a:pt x="525" y="654"/>
                </a:lnTo>
                <a:lnTo>
                  <a:pt x="525" y="655"/>
                </a:lnTo>
                <a:lnTo>
                  <a:pt x="524" y="656"/>
                </a:lnTo>
                <a:lnTo>
                  <a:pt x="523" y="656"/>
                </a:lnTo>
                <a:lnTo>
                  <a:pt x="523" y="657"/>
                </a:lnTo>
                <a:lnTo>
                  <a:pt x="522" y="657"/>
                </a:lnTo>
                <a:lnTo>
                  <a:pt x="521" y="657"/>
                </a:lnTo>
                <a:lnTo>
                  <a:pt x="520" y="657"/>
                </a:lnTo>
                <a:lnTo>
                  <a:pt x="519" y="657"/>
                </a:lnTo>
                <a:lnTo>
                  <a:pt x="519" y="656"/>
                </a:lnTo>
                <a:lnTo>
                  <a:pt x="519" y="655"/>
                </a:lnTo>
                <a:lnTo>
                  <a:pt x="520" y="655"/>
                </a:lnTo>
                <a:lnTo>
                  <a:pt x="520" y="654"/>
                </a:lnTo>
                <a:lnTo>
                  <a:pt x="520" y="653"/>
                </a:lnTo>
                <a:lnTo>
                  <a:pt x="519" y="653"/>
                </a:lnTo>
                <a:lnTo>
                  <a:pt x="517" y="652"/>
                </a:lnTo>
                <a:lnTo>
                  <a:pt x="516" y="652"/>
                </a:lnTo>
                <a:lnTo>
                  <a:pt x="515" y="651"/>
                </a:lnTo>
                <a:lnTo>
                  <a:pt x="515" y="650"/>
                </a:lnTo>
                <a:lnTo>
                  <a:pt x="514" y="649"/>
                </a:lnTo>
                <a:lnTo>
                  <a:pt x="514" y="648"/>
                </a:lnTo>
                <a:lnTo>
                  <a:pt x="514" y="649"/>
                </a:lnTo>
                <a:lnTo>
                  <a:pt x="513" y="649"/>
                </a:lnTo>
                <a:lnTo>
                  <a:pt x="512" y="649"/>
                </a:lnTo>
                <a:lnTo>
                  <a:pt x="510" y="650"/>
                </a:lnTo>
                <a:lnTo>
                  <a:pt x="508" y="651"/>
                </a:lnTo>
                <a:lnTo>
                  <a:pt x="507" y="652"/>
                </a:lnTo>
                <a:lnTo>
                  <a:pt x="507" y="653"/>
                </a:lnTo>
                <a:lnTo>
                  <a:pt x="506" y="653"/>
                </a:lnTo>
                <a:lnTo>
                  <a:pt x="503" y="653"/>
                </a:lnTo>
                <a:lnTo>
                  <a:pt x="503" y="652"/>
                </a:lnTo>
                <a:lnTo>
                  <a:pt x="503" y="651"/>
                </a:lnTo>
                <a:lnTo>
                  <a:pt x="502" y="650"/>
                </a:lnTo>
                <a:lnTo>
                  <a:pt x="501" y="649"/>
                </a:lnTo>
                <a:lnTo>
                  <a:pt x="499" y="648"/>
                </a:lnTo>
                <a:lnTo>
                  <a:pt x="498" y="648"/>
                </a:lnTo>
                <a:lnTo>
                  <a:pt x="496" y="648"/>
                </a:lnTo>
                <a:lnTo>
                  <a:pt x="494" y="647"/>
                </a:lnTo>
                <a:lnTo>
                  <a:pt x="491" y="646"/>
                </a:lnTo>
                <a:lnTo>
                  <a:pt x="490" y="647"/>
                </a:lnTo>
                <a:lnTo>
                  <a:pt x="490" y="648"/>
                </a:lnTo>
                <a:lnTo>
                  <a:pt x="489" y="649"/>
                </a:lnTo>
                <a:lnTo>
                  <a:pt x="488" y="650"/>
                </a:lnTo>
                <a:lnTo>
                  <a:pt x="488" y="651"/>
                </a:lnTo>
                <a:lnTo>
                  <a:pt x="487" y="651"/>
                </a:lnTo>
                <a:lnTo>
                  <a:pt x="486" y="653"/>
                </a:lnTo>
                <a:lnTo>
                  <a:pt x="486" y="654"/>
                </a:lnTo>
                <a:lnTo>
                  <a:pt x="486" y="655"/>
                </a:lnTo>
                <a:lnTo>
                  <a:pt x="485" y="655"/>
                </a:lnTo>
                <a:lnTo>
                  <a:pt x="484" y="656"/>
                </a:lnTo>
                <a:lnTo>
                  <a:pt x="484" y="657"/>
                </a:lnTo>
                <a:lnTo>
                  <a:pt x="481" y="657"/>
                </a:lnTo>
                <a:lnTo>
                  <a:pt x="480" y="657"/>
                </a:lnTo>
                <a:lnTo>
                  <a:pt x="479" y="657"/>
                </a:lnTo>
                <a:lnTo>
                  <a:pt x="478" y="657"/>
                </a:lnTo>
                <a:lnTo>
                  <a:pt x="476" y="658"/>
                </a:lnTo>
                <a:lnTo>
                  <a:pt x="471" y="658"/>
                </a:lnTo>
                <a:lnTo>
                  <a:pt x="469" y="657"/>
                </a:lnTo>
                <a:lnTo>
                  <a:pt x="467" y="657"/>
                </a:lnTo>
                <a:lnTo>
                  <a:pt x="467" y="658"/>
                </a:lnTo>
                <a:lnTo>
                  <a:pt x="467" y="659"/>
                </a:lnTo>
                <a:lnTo>
                  <a:pt x="466" y="660"/>
                </a:lnTo>
                <a:lnTo>
                  <a:pt x="466" y="661"/>
                </a:lnTo>
                <a:lnTo>
                  <a:pt x="464" y="663"/>
                </a:lnTo>
                <a:lnTo>
                  <a:pt x="463" y="664"/>
                </a:lnTo>
                <a:lnTo>
                  <a:pt x="462" y="664"/>
                </a:lnTo>
                <a:lnTo>
                  <a:pt x="461" y="663"/>
                </a:lnTo>
                <a:lnTo>
                  <a:pt x="459" y="663"/>
                </a:lnTo>
                <a:lnTo>
                  <a:pt x="459" y="664"/>
                </a:lnTo>
                <a:lnTo>
                  <a:pt x="460" y="664"/>
                </a:lnTo>
                <a:lnTo>
                  <a:pt x="460" y="665"/>
                </a:lnTo>
                <a:lnTo>
                  <a:pt x="460" y="666"/>
                </a:lnTo>
                <a:lnTo>
                  <a:pt x="460" y="668"/>
                </a:lnTo>
                <a:lnTo>
                  <a:pt x="459" y="668"/>
                </a:lnTo>
                <a:lnTo>
                  <a:pt x="458" y="668"/>
                </a:lnTo>
                <a:lnTo>
                  <a:pt x="457" y="668"/>
                </a:lnTo>
                <a:lnTo>
                  <a:pt x="457" y="669"/>
                </a:lnTo>
                <a:lnTo>
                  <a:pt x="457" y="671"/>
                </a:lnTo>
                <a:lnTo>
                  <a:pt x="457" y="674"/>
                </a:lnTo>
                <a:lnTo>
                  <a:pt x="456" y="673"/>
                </a:lnTo>
                <a:lnTo>
                  <a:pt x="455" y="672"/>
                </a:lnTo>
                <a:lnTo>
                  <a:pt x="454" y="672"/>
                </a:lnTo>
                <a:lnTo>
                  <a:pt x="454" y="673"/>
                </a:lnTo>
                <a:lnTo>
                  <a:pt x="453" y="673"/>
                </a:lnTo>
                <a:lnTo>
                  <a:pt x="452" y="673"/>
                </a:lnTo>
                <a:lnTo>
                  <a:pt x="451" y="672"/>
                </a:lnTo>
                <a:lnTo>
                  <a:pt x="451" y="671"/>
                </a:lnTo>
                <a:lnTo>
                  <a:pt x="449" y="670"/>
                </a:lnTo>
                <a:lnTo>
                  <a:pt x="448" y="670"/>
                </a:lnTo>
                <a:lnTo>
                  <a:pt x="447" y="670"/>
                </a:lnTo>
                <a:lnTo>
                  <a:pt x="447" y="669"/>
                </a:lnTo>
                <a:lnTo>
                  <a:pt x="446" y="669"/>
                </a:lnTo>
                <a:lnTo>
                  <a:pt x="446" y="668"/>
                </a:lnTo>
                <a:lnTo>
                  <a:pt x="447" y="668"/>
                </a:lnTo>
                <a:lnTo>
                  <a:pt x="447" y="667"/>
                </a:lnTo>
                <a:lnTo>
                  <a:pt x="448" y="666"/>
                </a:lnTo>
                <a:lnTo>
                  <a:pt x="448" y="664"/>
                </a:lnTo>
                <a:lnTo>
                  <a:pt x="448" y="659"/>
                </a:lnTo>
                <a:lnTo>
                  <a:pt x="447" y="658"/>
                </a:lnTo>
                <a:lnTo>
                  <a:pt x="446" y="658"/>
                </a:lnTo>
                <a:lnTo>
                  <a:pt x="446" y="657"/>
                </a:lnTo>
                <a:lnTo>
                  <a:pt x="445" y="657"/>
                </a:lnTo>
                <a:lnTo>
                  <a:pt x="444" y="656"/>
                </a:lnTo>
                <a:lnTo>
                  <a:pt x="443" y="656"/>
                </a:lnTo>
                <a:lnTo>
                  <a:pt x="442" y="656"/>
                </a:lnTo>
                <a:lnTo>
                  <a:pt x="441" y="656"/>
                </a:lnTo>
                <a:lnTo>
                  <a:pt x="441" y="655"/>
                </a:lnTo>
                <a:lnTo>
                  <a:pt x="442" y="653"/>
                </a:lnTo>
                <a:lnTo>
                  <a:pt x="442" y="648"/>
                </a:lnTo>
                <a:lnTo>
                  <a:pt x="442" y="647"/>
                </a:lnTo>
                <a:lnTo>
                  <a:pt x="443" y="645"/>
                </a:lnTo>
                <a:lnTo>
                  <a:pt x="444" y="644"/>
                </a:lnTo>
                <a:lnTo>
                  <a:pt x="444" y="643"/>
                </a:lnTo>
                <a:lnTo>
                  <a:pt x="444" y="641"/>
                </a:lnTo>
                <a:lnTo>
                  <a:pt x="445" y="640"/>
                </a:lnTo>
                <a:lnTo>
                  <a:pt x="445" y="639"/>
                </a:lnTo>
                <a:lnTo>
                  <a:pt x="445" y="638"/>
                </a:lnTo>
                <a:lnTo>
                  <a:pt x="445" y="637"/>
                </a:lnTo>
                <a:lnTo>
                  <a:pt x="446" y="637"/>
                </a:lnTo>
                <a:lnTo>
                  <a:pt x="445" y="636"/>
                </a:lnTo>
                <a:lnTo>
                  <a:pt x="444" y="636"/>
                </a:lnTo>
                <a:lnTo>
                  <a:pt x="442" y="635"/>
                </a:lnTo>
                <a:lnTo>
                  <a:pt x="441" y="634"/>
                </a:lnTo>
                <a:lnTo>
                  <a:pt x="441" y="633"/>
                </a:lnTo>
                <a:lnTo>
                  <a:pt x="440" y="632"/>
                </a:lnTo>
                <a:lnTo>
                  <a:pt x="439" y="632"/>
                </a:lnTo>
                <a:lnTo>
                  <a:pt x="438" y="630"/>
                </a:lnTo>
                <a:lnTo>
                  <a:pt x="437" y="628"/>
                </a:lnTo>
                <a:lnTo>
                  <a:pt x="436" y="626"/>
                </a:lnTo>
                <a:lnTo>
                  <a:pt x="435" y="625"/>
                </a:lnTo>
                <a:lnTo>
                  <a:pt x="434" y="625"/>
                </a:lnTo>
                <a:lnTo>
                  <a:pt x="434" y="626"/>
                </a:lnTo>
                <a:lnTo>
                  <a:pt x="433" y="627"/>
                </a:lnTo>
                <a:lnTo>
                  <a:pt x="431" y="628"/>
                </a:lnTo>
                <a:lnTo>
                  <a:pt x="430" y="628"/>
                </a:lnTo>
                <a:lnTo>
                  <a:pt x="430" y="629"/>
                </a:lnTo>
                <a:lnTo>
                  <a:pt x="429" y="629"/>
                </a:lnTo>
                <a:lnTo>
                  <a:pt x="430" y="630"/>
                </a:lnTo>
                <a:lnTo>
                  <a:pt x="431" y="630"/>
                </a:lnTo>
                <a:lnTo>
                  <a:pt x="430" y="630"/>
                </a:lnTo>
                <a:lnTo>
                  <a:pt x="430" y="631"/>
                </a:lnTo>
                <a:lnTo>
                  <a:pt x="429" y="634"/>
                </a:lnTo>
                <a:lnTo>
                  <a:pt x="428" y="634"/>
                </a:lnTo>
                <a:lnTo>
                  <a:pt x="427" y="634"/>
                </a:lnTo>
                <a:lnTo>
                  <a:pt x="428" y="633"/>
                </a:lnTo>
                <a:lnTo>
                  <a:pt x="428" y="632"/>
                </a:lnTo>
                <a:lnTo>
                  <a:pt x="426" y="635"/>
                </a:lnTo>
                <a:lnTo>
                  <a:pt x="426" y="636"/>
                </a:lnTo>
                <a:lnTo>
                  <a:pt x="425" y="637"/>
                </a:lnTo>
                <a:lnTo>
                  <a:pt x="424" y="636"/>
                </a:lnTo>
                <a:lnTo>
                  <a:pt x="423" y="636"/>
                </a:lnTo>
                <a:lnTo>
                  <a:pt x="421" y="636"/>
                </a:lnTo>
                <a:lnTo>
                  <a:pt x="420" y="636"/>
                </a:lnTo>
                <a:lnTo>
                  <a:pt x="419" y="636"/>
                </a:lnTo>
                <a:lnTo>
                  <a:pt x="419" y="635"/>
                </a:lnTo>
                <a:lnTo>
                  <a:pt x="419" y="634"/>
                </a:lnTo>
                <a:lnTo>
                  <a:pt x="418" y="633"/>
                </a:lnTo>
                <a:lnTo>
                  <a:pt x="417" y="633"/>
                </a:lnTo>
                <a:lnTo>
                  <a:pt x="416" y="633"/>
                </a:lnTo>
                <a:lnTo>
                  <a:pt x="415" y="633"/>
                </a:lnTo>
                <a:lnTo>
                  <a:pt x="414" y="633"/>
                </a:lnTo>
                <a:lnTo>
                  <a:pt x="413" y="632"/>
                </a:lnTo>
                <a:lnTo>
                  <a:pt x="413" y="631"/>
                </a:lnTo>
                <a:lnTo>
                  <a:pt x="412" y="631"/>
                </a:lnTo>
                <a:lnTo>
                  <a:pt x="409" y="633"/>
                </a:lnTo>
                <a:lnTo>
                  <a:pt x="408" y="633"/>
                </a:lnTo>
                <a:lnTo>
                  <a:pt x="408" y="634"/>
                </a:lnTo>
                <a:lnTo>
                  <a:pt x="409" y="634"/>
                </a:lnTo>
                <a:lnTo>
                  <a:pt x="409" y="635"/>
                </a:lnTo>
                <a:lnTo>
                  <a:pt x="408" y="636"/>
                </a:lnTo>
                <a:lnTo>
                  <a:pt x="408" y="637"/>
                </a:lnTo>
                <a:lnTo>
                  <a:pt x="407" y="637"/>
                </a:lnTo>
                <a:lnTo>
                  <a:pt x="406" y="636"/>
                </a:lnTo>
                <a:lnTo>
                  <a:pt x="406" y="635"/>
                </a:lnTo>
                <a:lnTo>
                  <a:pt x="405" y="634"/>
                </a:lnTo>
                <a:lnTo>
                  <a:pt x="405" y="633"/>
                </a:lnTo>
                <a:lnTo>
                  <a:pt x="405" y="632"/>
                </a:lnTo>
                <a:lnTo>
                  <a:pt x="405" y="631"/>
                </a:lnTo>
                <a:lnTo>
                  <a:pt x="405" y="629"/>
                </a:lnTo>
                <a:lnTo>
                  <a:pt x="404" y="629"/>
                </a:lnTo>
                <a:lnTo>
                  <a:pt x="404" y="628"/>
                </a:lnTo>
                <a:lnTo>
                  <a:pt x="403" y="627"/>
                </a:lnTo>
                <a:lnTo>
                  <a:pt x="403" y="625"/>
                </a:lnTo>
                <a:lnTo>
                  <a:pt x="403" y="624"/>
                </a:lnTo>
                <a:lnTo>
                  <a:pt x="403" y="622"/>
                </a:lnTo>
                <a:lnTo>
                  <a:pt x="402" y="622"/>
                </a:lnTo>
                <a:lnTo>
                  <a:pt x="401" y="621"/>
                </a:lnTo>
                <a:lnTo>
                  <a:pt x="400" y="621"/>
                </a:lnTo>
                <a:lnTo>
                  <a:pt x="400" y="622"/>
                </a:lnTo>
                <a:lnTo>
                  <a:pt x="399" y="622"/>
                </a:lnTo>
                <a:lnTo>
                  <a:pt x="399" y="623"/>
                </a:lnTo>
                <a:lnTo>
                  <a:pt x="398" y="624"/>
                </a:lnTo>
                <a:lnTo>
                  <a:pt x="398" y="625"/>
                </a:lnTo>
                <a:lnTo>
                  <a:pt x="396" y="627"/>
                </a:lnTo>
                <a:lnTo>
                  <a:pt x="395" y="627"/>
                </a:lnTo>
                <a:lnTo>
                  <a:pt x="394" y="626"/>
                </a:lnTo>
                <a:lnTo>
                  <a:pt x="393" y="627"/>
                </a:lnTo>
                <a:lnTo>
                  <a:pt x="392" y="628"/>
                </a:lnTo>
                <a:lnTo>
                  <a:pt x="391" y="629"/>
                </a:lnTo>
                <a:lnTo>
                  <a:pt x="390" y="629"/>
                </a:lnTo>
                <a:lnTo>
                  <a:pt x="390" y="630"/>
                </a:lnTo>
                <a:lnTo>
                  <a:pt x="389" y="630"/>
                </a:lnTo>
                <a:lnTo>
                  <a:pt x="389" y="631"/>
                </a:lnTo>
                <a:lnTo>
                  <a:pt x="388" y="631"/>
                </a:lnTo>
                <a:lnTo>
                  <a:pt x="386" y="632"/>
                </a:lnTo>
                <a:lnTo>
                  <a:pt x="385" y="632"/>
                </a:lnTo>
                <a:lnTo>
                  <a:pt x="384" y="631"/>
                </a:lnTo>
                <a:lnTo>
                  <a:pt x="384" y="630"/>
                </a:lnTo>
                <a:lnTo>
                  <a:pt x="384" y="629"/>
                </a:lnTo>
                <a:lnTo>
                  <a:pt x="384" y="627"/>
                </a:lnTo>
                <a:lnTo>
                  <a:pt x="383" y="627"/>
                </a:lnTo>
                <a:lnTo>
                  <a:pt x="383" y="626"/>
                </a:lnTo>
                <a:lnTo>
                  <a:pt x="383" y="627"/>
                </a:lnTo>
                <a:lnTo>
                  <a:pt x="382" y="627"/>
                </a:lnTo>
                <a:lnTo>
                  <a:pt x="381" y="626"/>
                </a:lnTo>
                <a:lnTo>
                  <a:pt x="380" y="625"/>
                </a:lnTo>
                <a:lnTo>
                  <a:pt x="379" y="626"/>
                </a:lnTo>
                <a:lnTo>
                  <a:pt x="379" y="627"/>
                </a:lnTo>
                <a:lnTo>
                  <a:pt x="378" y="627"/>
                </a:lnTo>
                <a:lnTo>
                  <a:pt x="378" y="628"/>
                </a:lnTo>
                <a:lnTo>
                  <a:pt x="377" y="628"/>
                </a:lnTo>
                <a:lnTo>
                  <a:pt x="376" y="628"/>
                </a:lnTo>
                <a:lnTo>
                  <a:pt x="375" y="628"/>
                </a:lnTo>
                <a:lnTo>
                  <a:pt x="374" y="628"/>
                </a:lnTo>
                <a:lnTo>
                  <a:pt x="374" y="629"/>
                </a:lnTo>
                <a:lnTo>
                  <a:pt x="373" y="629"/>
                </a:lnTo>
                <a:lnTo>
                  <a:pt x="373" y="630"/>
                </a:lnTo>
                <a:lnTo>
                  <a:pt x="373" y="631"/>
                </a:lnTo>
                <a:lnTo>
                  <a:pt x="373" y="632"/>
                </a:lnTo>
                <a:lnTo>
                  <a:pt x="374" y="633"/>
                </a:lnTo>
                <a:lnTo>
                  <a:pt x="375" y="634"/>
                </a:lnTo>
                <a:lnTo>
                  <a:pt x="374" y="636"/>
                </a:lnTo>
                <a:lnTo>
                  <a:pt x="374" y="638"/>
                </a:lnTo>
                <a:lnTo>
                  <a:pt x="374" y="639"/>
                </a:lnTo>
                <a:lnTo>
                  <a:pt x="375" y="639"/>
                </a:lnTo>
                <a:lnTo>
                  <a:pt x="375" y="640"/>
                </a:lnTo>
                <a:lnTo>
                  <a:pt x="376" y="639"/>
                </a:lnTo>
                <a:lnTo>
                  <a:pt x="377" y="639"/>
                </a:lnTo>
                <a:lnTo>
                  <a:pt x="378" y="640"/>
                </a:lnTo>
                <a:lnTo>
                  <a:pt x="378" y="641"/>
                </a:lnTo>
                <a:lnTo>
                  <a:pt x="377" y="642"/>
                </a:lnTo>
                <a:lnTo>
                  <a:pt x="377" y="643"/>
                </a:lnTo>
                <a:lnTo>
                  <a:pt x="376" y="644"/>
                </a:lnTo>
                <a:lnTo>
                  <a:pt x="376" y="645"/>
                </a:lnTo>
                <a:lnTo>
                  <a:pt x="376" y="646"/>
                </a:lnTo>
                <a:lnTo>
                  <a:pt x="375" y="647"/>
                </a:lnTo>
                <a:lnTo>
                  <a:pt x="375" y="648"/>
                </a:lnTo>
                <a:lnTo>
                  <a:pt x="374" y="648"/>
                </a:lnTo>
                <a:lnTo>
                  <a:pt x="373" y="648"/>
                </a:lnTo>
                <a:lnTo>
                  <a:pt x="372" y="648"/>
                </a:lnTo>
                <a:lnTo>
                  <a:pt x="372" y="649"/>
                </a:lnTo>
                <a:lnTo>
                  <a:pt x="372" y="648"/>
                </a:lnTo>
                <a:lnTo>
                  <a:pt x="370" y="648"/>
                </a:lnTo>
                <a:lnTo>
                  <a:pt x="369" y="646"/>
                </a:lnTo>
                <a:lnTo>
                  <a:pt x="368" y="646"/>
                </a:lnTo>
                <a:lnTo>
                  <a:pt x="368" y="648"/>
                </a:lnTo>
                <a:lnTo>
                  <a:pt x="368" y="649"/>
                </a:lnTo>
                <a:lnTo>
                  <a:pt x="368" y="651"/>
                </a:lnTo>
                <a:lnTo>
                  <a:pt x="369" y="653"/>
                </a:lnTo>
                <a:lnTo>
                  <a:pt x="369" y="654"/>
                </a:lnTo>
                <a:lnTo>
                  <a:pt x="371" y="655"/>
                </a:lnTo>
                <a:lnTo>
                  <a:pt x="372" y="655"/>
                </a:lnTo>
                <a:lnTo>
                  <a:pt x="372" y="657"/>
                </a:lnTo>
                <a:lnTo>
                  <a:pt x="372" y="658"/>
                </a:lnTo>
                <a:lnTo>
                  <a:pt x="372" y="659"/>
                </a:lnTo>
                <a:lnTo>
                  <a:pt x="372" y="660"/>
                </a:lnTo>
                <a:lnTo>
                  <a:pt x="371" y="661"/>
                </a:lnTo>
                <a:lnTo>
                  <a:pt x="370" y="661"/>
                </a:lnTo>
                <a:lnTo>
                  <a:pt x="370" y="662"/>
                </a:lnTo>
                <a:lnTo>
                  <a:pt x="369" y="662"/>
                </a:lnTo>
                <a:lnTo>
                  <a:pt x="367" y="665"/>
                </a:lnTo>
                <a:lnTo>
                  <a:pt x="367" y="666"/>
                </a:lnTo>
                <a:lnTo>
                  <a:pt x="368" y="668"/>
                </a:lnTo>
                <a:lnTo>
                  <a:pt x="368" y="669"/>
                </a:lnTo>
                <a:lnTo>
                  <a:pt x="369" y="669"/>
                </a:lnTo>
                <a:lnTo>
                  <a:pt x="370" y="669"/>
                </a:lnTo>
                <a:lnTo>
                  <a:pt x="372" y="668"/>
                </a:lnTo>
                <a:lnTo>
                  <a:pt x="373" y="669"/>
                </a:lnTo>
                <a:lnTo>
                  <a:pt x="374" y="670"/>
                </a:lnTo>
                <a:lnTo>
                  <a:pt x="374" y="671"/>
                </a:lnTo>
                <a:lnTo>
                  <a:pt x="375" y="672"/>
                </a:lnTo>
                <a:lnTo>
                  <a:pt x="374" y="672"/>
                </a:lnTo>
                <a:lnTo>
                  <a:pt x="374" y="673"/>
                </a:lnTo>
                <a:lnTo>
                  <a:pt x="375" y="675"/>
                </a:lnTo>
                <a:lnTo>
                  <a:pt x="376" y="676"/>
                </a:lnTo>
                <a:lnTo>
                  <a:pt x="378" y="676"/>
                </a:lnTo>
                <a:lnTo>
                  <a:pt x="379" y="677"/>
                </a:lnTo>
                <a:lnTo>
                  <a:pt x="380" y="677"/>
                </a:lnTo>
                <a:lnTo>
                  <a:pt x="380" y="676"/>
                </a:lnTo>
                <a:lnTo>
                  <a:pt x="381" y="677"/>
                </a:lnTo>
                <a:lnTo>
                  <a:pt x="381" y="678"/>
                </a:lnTo>
                <a:lnTo>
                  <a:pt x="379" y="680"/>
                </a:lnTo>
                <a:lnTo>
                  <a:pt x="378" y="682"/>
                </a:lnTo>
                <a:lnTo>
                  <a:pt x="377" y="685"/>
                </a:lnTo>
                <a:lnTo>
                  <a:pt x="376" y="685"/>
                </a:lnTo>
                <a:lnTo>
                  <a:pt x="377" y="687"/>
                </a:lnTo>
                <a:lnTo>
                  <a:pt x="377" y="688"/>
                </a:lnTo>
                <a:lnTo>
                  <a:pt x="377" y="689"/>
                </a:lnTo>
                <a:lnTo>
                  <a:pt x="377" y="690"/>
                </a:lnTo>
                <a:lnTo>
                  <a:pt x="377" y="691"/>
                </a:lnTo>
                <a:lnTo>
                  <a:pt x="376" y="691"/>
                </a:lnTo>
                <a:lnTo>
                  <a:pt x="375" y="691"/>
                </a:lnTo>
                <a:lnTo>
                  <a:pt x="374" y="691"/>
                </a:lnTo>
                <a:lnTo>
                  <a:pt x="374" y="692"/>
                </a:lnTo>
                <a:lnTo>
                  <a:pt x="373" y="693"/>
                </a:lnTo>
                <a:lnTo>
                  <a:pt x="373" y="694"/>
                </a:lnTo>
                <a:lnTo>
                  <a:pt x="373" y="695"/>
                </a:lnTo>
                <a:lnTo>
                  <a:pt x="374" y="696"/>
                </a:lnTo>
                <a:lnTo>
                  <a:pt x="373" y="696"/>
                </a:lnTo>
                <a:lnTo>
                  <a:pt x="373" y="697"/>
                </a:lnTo>
                <a:lnTo>
                  <a:pt x="372" y="698"/>
                </a:lnTo>
                <a:lnTo>
                  <a:pt x="371" y="698"/>
                </a:lnTo>
                <a:lnTo>
                  <a:pt x="370" y="699"/>
                </a:lnTo>
                <a:lnTo>
                  <a:pt x="369" y="699"/>
                </a:lnTo>
                <a:lnTo>
                  <a:pt x="368" y="699"/>
                </a:lnTo>
                <a:lnTo>
                  <a:pt x="367" y="699"/>
                </a:lnTo>
                <a:lnTo>
                  <a:pt x="363" y="700"/>
                </a:lnTo>
                <a:lnTo>
                  <a:pt x="362" y="700"/>
                </a:lnTo>
                <a:lnTo>
                  <a:pt x="362" y="701"/>
                </a:lnTo>
                <a:lnTo>
                  <a:pt x="363" y="701"/>
                </a:lnTo>
                <a:lnTo>
                  <a:pt x="363" y="702"/>
                </a:lnTo>
                <a:lnTo>
                  <a:pt x="364" y="702"/>
                </a:lnTo>
                <a:lnTo>
                  <a:pt x="364" y="703"/>
                </a:lnTo>
                <a:lnTo>
                  <a:pt x="365" y="703"/>
                </a:lnTo>
                <a:lnTo>
                  <a:pt x="364" y="704"/>
                </a:lnTo>
                <a:lnTo>
                  <a:pt x="363" y="704"/>
                </a:lnTo>
                <a:lnTo>
                  <a:pt x="363" y="705"/>
                </a:lnTo>
                <a:lnTo>
                  <a:pt x="362" y="705"/>
                </a:lnTo>
                <a:lnTo>
                  <a:pt x="363" y="706"/>
                </a:lnTo>
                <a:lnTo>
                  <a:pt x="363" y="707"/>
                </a:lnTo>
                <a:lnTo>
                  <a:pt x="362" y="707"/>
                </a:lnTo>
                <a:lnTo>
                  <a:pt x="361" y="707"/>
                </a:lnTo>
                <a:lnTo>
                  <a:pt x="359" y="707"/>
                </a:lnTo>
                <a:lnTo>
                  <a:pt x="357" y="707"/>
                </a:lnTo>
                <a:lnTo>
                  <a:pt x="357" y="708"/>
                </a:lnTo>
                <a:lnTo>
                  <a:pt x="356" y="708"/>
                </a:lnTo>
                <a:lnTo>
                  <a:pt x="355" y="709"/>
                </a:lnTo>
                <a:lnTo>
                  <a:pt x="354" y="709"/>
                </a:lnTo>
                <a:lnTo>
                  <a:pt x="352" y="709"/>
                </a:lnTo>
                <a:lnTo>
                  <a:pt x="352" y="710"/>
                </a:lnTo>
                <a:lnTo>
                  <a:pt x="351" y="710"/>
                </a:lnTo>
                <a:lnTo>
                  <a:pt x="351" y="711"/>
                </a:lnTo>
                <a:lnTo>
                  <a:pt x="350" y="711"/>
                </a:lnTo>
                <a:lnTo>
                  <a:pt x="349" y="711"/>
                </a:lnTo>
                <a:lnTo>
                  <a:pt x="349" y="710"/>
                </a:lnTo>
                <a:lnTo>
                  <a:pt x="349" y="711"/>
                </a:lnTo>
                <a:lnTo>
                  <a:pt x="348" y="713"/>
                </a:lnTo>
                <a:lnTo>
                  <a:pt x="349" y="714"/>
                </a:lnTo>
                <a:lnTo>
                  <a:pt x="349" y="715"/>
                </a:lnTo>
                <a:lnTo>
                  <a:pt x="349" y="716"/>
                </a:lnTo>
                <a:lnTo>
                  <a:pt x="348" y="716"/>
                </a:lnTo>
                <a:lnTo>
                  <a:pt x="348" y="717"/>
                </a:lnTo>
                <a:lnTo>
                  <a:pt x="347" y="717"/>
                </a:lnTo>
                <a:lnTo>
                  <a:pt x="344" y="715"/>
                </a:lnTo>
                <a:lnTo>
                  <a:pt x="343" y="715"/>
                </a:lnTo>
                <a:lnTo>
                  <a:pt x="342" y="715"/>
                </a:lnTo>
                <a:lnTo>
                  <a:pt x="342" y="714"/>
                </a:lnTo>
                <a:lnTo>
                  <a:pt x="342" y="713"/>
                </a:lnTo>
                <a:lnTo>
                  <a:pt x="342" y="712"/>
                </a:lnTo>
                <a:lnTo>
                  <a:pt x="342" y="711"/>
                </a:lnTo>
                <a:lnTo>
                  <a:pt x="341" y="710"/>
                </a:lnTo>
                <a:lnTo>
                  <a:pt x="341" y="708"/>
                </a:lnTo>
                <a:lnTo>
                  <a:pt x="341" y="706"/>
                </a:lnTo>
                <a:lnTo>
                  <a:pt x="341" y="705"/>
                </a:lnTo>
                <a:lnTo>
                  <a:pt x="342" y="703"/>
                </a:lnTo>
                <a:lnTo>
                  <a:pt x="343" y="703"/>
                </a:lnTo>
                <a:lnTo>
                  <a:pt x="343" y="702"/>
                </a:lnTo>
                <a:lnTo>
                  <a:pt x="340" y="701"/>
                </a:lnTo>
                <a:lnTo>
                  <a:pt x="340" y="702"/>
                </a:lnTo>
                <a:lnTo>
                  <a:pt x="338" y="701"/>
                </a:lnTo>
                <a:lnTo>
                  <a:pt x="338" y="700"/>
                </a:lnTo>
                <a:lnTo>
                  <a:pt x="338" y="698"/>
                </a:lnTo>
                <a:lnTo>
                  <a:pt x="339" y="697"/>
                </a:lnTo>
                <a:lnTo>
                  <a:pt x="339" y="696"/>
                </a:lnTo>
                <a:lnTo>
                  <a:pt x="339" y="695"/>
                </a:lnTo>
                <a:lnTo>
                  <a:pt x="338" y="693"/>
                </a:lnTo>
                <a:lnTo>
                  <a:pt x="337" y="691"/>
                </a:lnTo>
                <a:lnTo>
                  <a:pt x="336" y="691"/>
                </a:lnTo>
                <a:lnTo>
                  <a:pt x="335" y="691"/>
                </a:lnTo>
                <a:lnTo>
                  <a:pt x="334" y="692"/>
                </a:lnTo>
                <a:lnTo>
                  <a:pt x="333" y="693"/>
                </a:lnTo>
                <a:lnTo>
                  <a:pt x="332" y="693"/>
                </a:lnTo>
                <a:lnTo>
                  <a:pt x="331" y="692"/>
                </a:lnTo>
                <a:lnTo>
                  <a:pt x="330" y="692"/>
                </a:lnTo>
                <a:lnTo>
                  <a:pt x="330" y="693"/>
                </a:lnTo>
                <a:lnTo>
                  <a:pt x="330" y="694"/>
                </a:lnTo>
                <a:lnTo>
                  <a:pt x="329" y="694"/>
                </a:lnTo>
                <a:lnTo>
                  <a:pt x="328" y="693"/>
                </a:lnTo>
                <a:lnTo>
                  <a:pt x="329" y="692"/>
                </a:lnTo>
                <a:lnTo>
                  <a:pt x="328" y="692"/>
                </a:lnTo>
                <a:lnTo>
                  <a:pt x="325" y="691"/>
                </a:lnTo>
                <a:lnTo>
                  <a:pt x="324" y="691"/>
                </a:lnTo>
                <a:lnTo>
                  <a:pt x="323" y="691"/>
                </a:lnTo>
                <a:lnTo>
                  <a:pt x="320" y="691"/>
                </a:lnTo>
                <a:lnTo>
                  <a:pt x="320" y="692"/>
                </a:lnTo>
                <a:lnTo>
                  <a:pt x="319" y="694"/>
                </a:lnTo>
                <a:lnTo>
                  <a:pt x="319" y="695"/>
                </a:lnTo>
                <a:lnTo>
                  <a:pt x="318" y="695"/>
                </a:lnTo>
                <a:lnTo>
                  <a:pt x="316" y="696"/>
                </a:lnTo>
                <a:lnTo>
                  <a:pt x="315" y="696"/>
                </a:lnTo>
                <a:lnTo>
                  <a:pt x="314" y="696"/>
                </a:lnTo>
                <a:lnTo>
                  <a:pt x="314" y="695"/>
                </a:lnTo>
                <a:lnTo>
                  <a:pt x="314" y="694"/>
                </a:lnTo>
                <a:lnTo>
                  <a:pt x="315" y="694"/>
                </a:lnTo>
                <a:lnTo>
                  <a:pt x="316" y="694"/>
                </a:lnTo>
                <a:lnTo>
                  <a:pt x="316" y="693"/>
                </a:lnTo>
                <a:lnTo>
                  <a:pt x="316" y="692"/>
                </a:lnTo>
                <a:lnTo>
                  <a:pt x="316" y="691"/>
                </a:lnTo>
                <a:lnTo>
                  <a:pt x="315" y="690"/>
                </a:lnTo>
                <a:lnTo>
                  <a:pt x="314" y="690"/>
                </a:lnTo>
                <a:lnTo>
                  <a:pt x="313" y="690"/>
                </a:lnTo>
                <a:lnTo>
                  <a:pt x="313" y="691"/>
                </a:lnTo>
                <a:lnTo>
                  <a:pt x="312" y="692"/>
                </a:lnTo>
                <a:lnTo>
                  <a:pt x="312" y="694"/>
                </a:lnTo>
                <a:lnTo>
                  <a:pt x="311" y="694"/>
                </a:lnTo>
                <a:lnTo>
                  <a:pt x="311" y="695"/>
                </a:lnTo>
                <a:lnTo>
                  <a:pt x="312" y="695"/>
                </a:lnTo>
                <a:lnTo>
                  <a:pt x="313" y="695"/>
                </a:lnTo>
                <a:lnTo>
                  <a:pt x="312" y="696"/>
                </a:lnTo>
                <a:lnTo>
                  <a:pt x="311" y="696"/>
                </a:lnTo>
                <a:lnTo>
                  <a:pt x="310" y="697"/>
                </a:lnTo>
                <a:lnTo>
                  <a:pt x="310" y="696"/>
                </a:lnTo>
                <a:lnTo>
                  <a:pt x="310" y="695"/>
                </a:lnTo>
                <a:lnTo>
                  <a:pt x="310" y="694"/>
                </a:lnTo>
                <a:lnTo>
                  <a:pt x="310" y="693"/>
                </a:lnTo>
                <a:lnTo>
                  <a:pt x="306" y="692"/>
                </a:lnTo>
                <a:lnTo>
                  <a:pt x="306" y="693"/>
                </a:lnTo>
                <a:lnTo>
                  <a:pt x="306" y="694"/>
                </a:lnTo>
                <a:lnTo>
                  <a:pt x="306" y="695"/>
                </a:lnTo>
                <a:lnTo>
                  <a:pt x="306" y="696"/>
                </a:lnTo>
                <a:lnTo>
                  <a:pt x="306" y="697"/>
                </a:lnTo>
                <a:lnTo>
                  <a:pt x="306" y="698"/>
                </a:lnTo>
                <a:lnTo>
                  <a:pt x="304" y="699"/>
                </a:lnTo>
                <a:lnTo>
                  <a:pt x="303" y="699"/>
                </a:lnTo>
                <a:lnTo>
                  <a:pt x="302" y="699"/>
                </a:lnTo>
                <a:lnTo>
                  <a:pt x="301" y="699"/>
                </a:lnTo>
                <a:lnTo>
                  <a:pt x="300" y="700"/>
                </a:lnTo>
                <a:lnTo>
                  <a:pt x="301" y="702"/>
                </a:lnTo>
                <a:lnTo>
                  <a:pt x="301" y="703"/>
                </a:lnTo>
                <a:lnTo>
                  <a:pt x="301" y="704"/>
                </a:lnTo>
                <a:lnTo>
                  <a:pt x="301" y="706"/>
                </a:lnTo>
                <a:lnTo>
                  <a:pt x="300" y="707"/>
                </a:lnTo>
                <a:lnTo>
                  <a:pt x="300" y="709"/>
                </a:lnTo>
                <a:lnTo>
                  <a:pt x="301" y="711"/>
                </a:lnTo>
                <a:lnTo>
                  <a:pt x="301" y="712"/>
                </a:lnTo>
                <a:lnTo>
                  <a:pt x="302" y="713"/>
                </a:lnTo>
                <a:lnTo>
                  <a:pt x="302" y="714"/>
                </a:lnTo>
                <a:lnTo>
                  <a:pt x="302" y="716"/>
                </a:lnTo>
                <a:lnTo>
                  <a:pt x="300" y="716"/>
                </a:lnTo>
                <a:lnTo>
                  <a:pt x="299" y="716"/>
                </a:lnTo>
                <a:lnTo>
                  <a:pt x="299" y="715"/>
                </a:lnTo>
                <a:lnTo>
                  <a:pt x="298" y="715"/>
                </a:lnTo>
                <a:lnTo>
                  <a:pt x="297" y="716"/>
                </a:lnTo>
                <a:lnTo>
                  <a:pt x="295" y="717"/>
                </a:lnTo>
                <a:lnTo>
                  <a:pt x="294" y="714"/>
                </a:lnTo>
                <a:lnTo>
                  <a:pt x="293" y="714"/>
                </a:lnTo>
                <a:lnTo>
                  <a:pt x="293" y="713"/>
                </a:lnTo>
                <a:lnTo>
                  <a:pt x="292" y="712"/>
                </a:lnTo>
                <a:lnTo>
                  <a:pt x="292" y="711"/>
                </a:lnTo>
                <a:lnTo>
                  <a:pt x="290" y="708"/>
                </a:lnTo>
                <a:lnTo>
                  <a:pt x="289" y="709"/>
                </a:lnTo>
                <a:lnTo>
                  <a:pt x="289" y="710"/>
                </a:lnTo>
                <a:lnTo>
                  <a:pt x="288" y="710"/>
                </a:lnTo>
                <a:lnTo>
                  <a:pt x="287" y="710"/>
                </a:lnTo>
                <a:lnTo>
                  <a:pt x="286" y="711"/>
                </a:lnTo>
                <a:lnTo>
                  <a:pt x="285" y="711"/>
                </a:lnTo>
                <a:lnTo>
                  <a:pt x="285" y="710"/>
                </a:lnTo>
                <a:lnTo>
                  <a:pt x="284" y="711"/>
                </a:lnTo>
                <a:lnTo>
                  <a:pt x="283" y="711"/>
                </a:lnTo>
                <a:lnTo>
                  <a:pt x="282" y="713"/>
                </a:lnTo>
                <a:lnTo>
                  <a:pt x="282" y="714"/>
                </a:lnTo>
                <a:lnTo>
                  <a:pt x="281" y="714"/>
                </a:lnTo>
                <a:lnTo>
                  <a:pt x="280" y="715"/>
                </a:lnTo>
                <a:lnTo>
                  <a:pt x="280" y="716"/>
                </a:lnTo>
                <a:lnTo>
                  <a:pt x="279" y="716"/>
                </a:lnTo>
                <a:lnTo>
                  <a:pt x="279" y="715"/>
                </a:lnTo>
                <a:lnTo>
                  <a:pt x="279" y="714"/>
                </a:lnTo>
                <a:lnTo>
                  <a:pt x="278" y="714"/>
                </a:lnTo>
                <a:lnTo>
                  <a:pt x="276" y="714"/>
                </a:lnTo>
                <a:lnTo>
                  <a:pt x="275" y="714"/>
                </a:lnTo>
                <a:lnTo>
                  <a:pt x="274" y="717"/>
                </a:lnTo>
                <a:lnTo>
                  <a:pt x="273" y="718"/>
                </a:lnTo>
                <a:lnTo>
                  <a:pt x="273" y="719"/>
                </a:lnTo>
                <a:lnTo>
                  <a:pt x="272" y="721"/>
                </a:lnTo>
                <a:lnTo>
                  <a:pt x="273" y="723"/>
                </a:lnTo>
                <a:lnTo>
                  <a:pt x="273" y="724"/>
                </a:lnTo>
                <a:lnTo>
                  <a:pt x="274" y="724"/>
                </a:lnTo>
                <a:lnTo>
                  <a:pt x="275" y="725"/>
                </a:lnTo>
                <a:lnTo>
                  <a:pt x="276" y="725"/>
                </a:lnTo>
                <a:lnTo>
                  <a:pt x="277" y="725"/>
                </a:lnTo>
                <a:lnTo>
                  <a:pt x="278" y="726"/>
                </a:lnTo>
                <a:lnTo>
                  <a:pt x="278" y="727"/>
                </a:lnTo>
                <a:lnTo>
                  <a:pt x="279" y="729"/>
                </a:lnTo>
                <a:lnTo>
                  <a:pt x="279" y="730"/>
                </a:lnTo>
                <a:lnTo>
                  <a:pt x="278" y="730"/>
                </a:lnTo>
                <a:lnTo>
                  <a:pt x="278" y="731"/>
                </a:lnTo>
                <a:lnTo>
                  <a:pt x="279" y="733"/>
                </a:lnTo>
                <a:lnTo>
                  <a:pt x="280" y="733"/>
                </a:lnTo>
                <a:lnTo>
                  <a:pt x="281" y="732"/>
                </a:lnTo>
                <a:lnTo>
                  <a:pt x="284" y="732"/>
                </a:lnTo>
                <a:lnTo>
                  <a:pt x="284" y="733"/>
                </a:lnTo>
                <a:lnTo>
                  <a:pt x="282" y="738"/>
                </a:lnTo>
                <a:lnTo>
                  <a:pt x="281" y="739"/>
                </a:lnTo>
                <a:lnTo>
                  <a:pt x="280" y="741"/>
                </a:lnTo>
                <a:lnTo>
                  <a:pt x="281" y="741"/>
                </a:lnTo>
                <a:lnTo>
                  <a:pt x="281" y="742"/>
                </a:lnTo>
                <a:lnTo>
                  <a:pt x="281" y="744"/>
                </a:lnTo>
                <a:lnTo>
                  <a:pt x="281" y="745"/>
                </a:lnTo>
                <a:lnTo>
                  <a:pt x="281" y="746"/>
                </a:lnTo>
                <a:lnTo>
                  <a:pt x="280" y="746"/>
                </a:lnTo>
                <a:lnTo>
                  <a:pt x="280" y="747"/>
                </a:lnTo>
                <a:lnTo>
                  <a:pt x="279" y="747"/>
                </a:lnTo>
                <a:lnTo>
                  <a:pt x="278" y="747"/>
                </a:lnTo>
                <a:lnTo>
                  <a:pt x="276" y="747"/>
                </a:lnTo>
                <a:lnTo>
                  <a:pt x="275" y="747"/>
                </a:lnTo>
                <a:lnTo>
                  <a:pt x="274" y="747"/>
                </a:lnTo>
                <a:lnTo>
                  <a:pt x="273" y="748"/>
                </a:lnTo>
                <a:lnTo>
                  <a:pt x="274" y="749"/>
                </a:lnTo>
                <a:lnTo>
                  <a:pt x="274" y="750"/>
                </a:lnTo>
                <a:lnTo>
                  <a:pt x="273" y="752"/>
                </a:lnTo>
                <a:lnTo>
                  <a:pt x="272" y="752"/>
                </a:lnTo>
                <a:lnTo>
                  <a:pt x="272" y="753"/>
                </a:lnTo>
                <a:lnTo>
                  <a:pt x="271" y="753"/>
                </a:lnTo>
                <a:lnTo>
                  <a:pt x="271" y="754"/>
                </a:lnTo>
                <a:lnTo>
                  <a:pt x="270" y="754"/>
                </a:lnTo>
                <a:lnTo>
                  <a:pt x="268" y="752"/>
                </a:lnTo>
                <a:lnTo>
                  <a:pt x="268" y="751"/>
                </a:lnTo>
                <a:lnTo>
                  <a:pt x="267" y="750"/>
                </a:lnTo>
                <a:lnTo>
                  <a:pt x="267" y="749"/>
                </a:lnTo>
                <a:lnTo>
                  <a:pt x="267" y="748"/>
                </a:lnTo>
                <a:lnTo>
                  <a:pt x="266" y="747"/>
                </a:lnTo>
                <a:lnTo>
                  <a:pt x="265" y="747"/>
                </a:lnTo>
                <a:lnTo>
                  <a:pt x="265" y="748"/>
                </a:lnTo>
                <a:lnTo>
                  <a:pt x="263" y="749"/>
                </a:lnTo>
                <a:lnTo>
                  <a:pt x="262" y="749"/>
                </a:lnTo>
                <a:lnTo>
                  <a:pt x="261" y="750"/>
                </a:lnTo>
                <a:lnTo>
                  <a:pt x="261" y="751"/>
                </a:lnTo>
                <a:lnTo>
                  <a:pt x="261" y="754"/>
                </a:lnTo>
                <a:lnTo>
                  <a:pt x="261" y="755"/>
                </a:lnTo>
                <a:lnTo>
                  <a:pt x="262" y="755"/>
                </a:lnTo>
                <a:lnTo>
                  <a:pt x="263" y="756"/>
                </a:lnTo>
                <a:lnTo>
                  <a:pt x="264" y="756"/>
                </a:lnTo>
                <a:lnTo>
                  <a:pt x="264" y="757"/>
                </a:lnTo>
                <a:lnTo>
                  <a:pt x="265" y="757"/>
                </a:lnTo>
                <a:lnTo>
                  <a:pt x="266" y="757"/>
                </a:lnTo>
                <a:lnTo>
                  <a:pt x="266" y="759"/>
                </a:lnTo>
                <a:lnTo>
                  <a:pt x="265" y="759"/>
                </a:lnTo>
                <a:lnTo>
                  <a:pt x="265" y="760"/>
                </a:lnTo>
                <a:lnTo>
                  <a:pt x="263" y="760"/>
                </a:lnTo>
                <a:lnTo>
                  <a:pt x="261" y="761"/>
                </a:lnTo>
                <a:lnTo>
                  <a:pt x="258" y="761"/>
                </a:lnTo>
                <a:lnTo>
                  <a:pt x="257" y="763"/>
                </a:lnTo>
                <a:lnTo>
                  <a:pt x="256" y="764"/>
                </a:lnTo>
                <a:lnTo>
                  <a:pt x="255" y="766"/>
                </a:lnTo>
                <a:lnTo>
                  <a:pt x="255" y="767"/>
                </a:lnTo>
                <a:lnTo>
                  <a:pt x="255" y="768"/>
                </a:lnTo>
                <a:lnTo>
                  <a:pt x="256" y="769"/>
                </a:lnTo>
                <a:lnTo>
                  <a:pt x="258" y="772"/>
                </a:lnTo>
                <a:lnTo>
                  <a:pt x="259" y="773"/>
                </a:lnTo>
                <a:lnTo>
                  <a:pt x="259" y="774"/>
                </a:lnTo>
                <a:lnTo>
                  <a:pt x="259" y="775"/>
                </a:lnTo>
                <a:lnTo>
                  <a:pt x="259" y="776"/>
                </a:lnTo>
                <a:lnTo>
                  <a:pt x="259" y="779"/>
                </a:lnTo>
                <a:lnTo>
                  <a:pt x="257" y="780"/>
                </a:lnTo>
                <a:lnTo>
                  <a:pt x="255" y="782"/>
                </a:lnTo>
                <a:lnTo>
                  <a:pt x="254" y="782"/>
                </a:lnTo>
                <a:lnTo>
                  <a:pt x="253" y="783"/>
                </a:lnTo>
                <a:lnTo>
                  <a:pt x="252" y="782"/>
                </a:lnTo>
                <a:lnTo>
                  <a:pt x="251" y="782"/>
                </a:lnTo>
                <a:lnTo>
                  <a:pt x="250" y="781"/>
                </a:lnTo>
                <a:lnTo>
                  <a:pt x="250" y="779"/>
                </a:lnTo>
                <a:lnTo>
                  <a:pt x="251" y="778"/>
                </a:lnTo>
                <a:lnTo>
                  <a:pt x="251" y="777"/>
                </a:lnTo>
                <a:lnTo>
                  <a:pt x="249" y="776"/>
                </a:lnTo>
                <a:lnTo>
                  <a:pt x="248" y="776"/>
                </a:lnTo>
                <a:lnTo>
                  <a:pt x="247" y="777"/>
                </a:lnTo>
                <a:lnTo>
                  <a:pt x="245" y="776"/>
                </a:lnTo>
                <a:lnTo>
                  <a:pt x="245" y="774"/>
                </a:lnTo>
                <a:lnTo>
                  <a:pt x="244" y="775"/>
                </a:lnTo>
                <a:lnTo>
                  <a:pt x="244" y="776"/>
                </a:lnTo>
                <a:lnTo>
                  <a:pt x="243" y="776"/>
                </a:lnTo>
                <a:lnTo>
                  <a:pt x="242" y="777"/>
                </a:lnTo>
                <a:lnTo>
                  <a:pt x="240" y="776"/>
                </a:lnTo>
                <a:lnTo>
                  <a:pt x="239" y="775"/>
                </a:lnTo>
                <a:lnTo>
                  <a:pt x="239" y="774"/>
                </a:lnTo>
                <a:lnTo>
                  <a:pt x="239" y="773"/>
                </a:lnTo>
                <a:lnTo>
                  <a:pt x="239" y="772"/>
                </a:lnTo>
                <a:lnTo>
                  <a:pt x="238" y="772"/>
                </a:lnTo>
                <a:lnTo>
                  <a:pt x="237" y="772"/>
                </a:lnTo>
                <a:lnTo>
                  <a:pt x="236" y="773"/>
                </a:lnTo>
                <a:lnTo>
                  <a:pt x="234" y="772"/>
                </a:lnTo>
                <a:lnTo>
                  <a:pt x="233" y="770"/>
                </a:lnTo>
                <a:lnTo>
                  <a:pt x="232" y="770"/>
                </a:lnTo>
                <a:lnTo>
                  <a:pt x="231" y="771"/>
                </a:lnTo>
                <a:lnTo>
                  <a:pt x="230" y="771"/>
                </a:lnTo>
                <a:lnTo>
                  <a:pt x="230" y="772"/>
                </a:lnTo>
                <a:lnTo>
                  <a:pt x="231" y="772"/>
                </a:lnTo>
                <a:lnTo>
                  <a:pt x="232" y="773"/>
                </a:lnTo>
                <a:lnTo>
                  <a:pt x="232" y="774"/>
                </a:lnTo>
                <a:lnTo>
                  <a:pt x="232" y="775"/>
                </a:lnTo>
                <a:lnTo>
                  <a:pt x="231" y="775"/>
                </a:lnTo>
                <a:lnTo>
                  <a:pt x="231" y="776"/>
                </a:lnTo>
                <a:lnTo>
                  <a:pt x="231" y="775"/>
                </a:lnTo>
                <a:lnTo>
                  <a:pt x="230" y="775"/>
                </a:lnTo>
                <a:lnTo>
                  <a:pt x="229" y="776"/>
                </a:lnTo>
                <a:lnTo>
                  <a:pt x="228" y="776"/>
                </a:lnTo>
                <a:lnTo>
                  <a:pt x="227" y="776"/>
                </a:lnTo>
                <a:lnTo>
                  <a:pt x="227" y="775"/>
                </a:lnTo>
                <a:lnTo>
                  <a:pt x="227" y="774"/>
                </a:lnTo>
                <a:lnTo>
                  <a:pt x="227" y="773"/>
                </a:lnTo>
                <a:lnTo>
                  <a:pt x="226" y="771"/>
                </a:lnTo>
                <a:lnTo>
                  <a:pt x="226" y="770"/>
                </a:lnTo>
                <a:lnTo>
                  <a:pt x="227" y="769"/>
                </a:lnTo>
                <a:lnTo>
                  <a:pt x="227" y="768"/>
                </a:lnTo>
                <a:lnTo>
                  <a:pt x="230" y="768"/>
                </a:lnTo>
                <a:lnTo>
                  <a:pt x="231" y="768"/>
                </a:lnTo>
                <a:lnTo>
                  <a:pt x="231" y="767"/>
                </a:lnTo>
                <a:lnTo>
                  <a:pt x="232" y="766"/>
                </a:lnTo>
                <a:lnTo>
                  <a:pt x="233" y="766"/>
                </a:lnTo>
                <a:lnTo>
                  <a:pt x="234" y="765"/>
                </a:lnTo>
                <a:lnTo>
                  <a:pt x="236" y="763"/>
                </a:lnTo>
                <a:lnTo>
                  <a:pt x="236" y="762"/>
                </a:lnTo>
                <a:lnTo>
                  <a:pt x="236" y="760"/>
                </a:lnTo>
                <a:lnTo>
                  <a:pt x="236" y="759"/>
                </a:lnTo>
                <a:lnTo>
                  <a:pt x="235" y="757"/>
                </a:lnTo>
                <a:lnTo>
                  <a:pt x="235" y="756"/>
                </a:lnTo>
                <a:lnTo>
                  <a:pt x="235" y="755"/>
                </a:lnTo>
                <a:lnTo>
                  <a:pt x="234" y="754"/>
                </a:lnTo>
                <a:lnTo>
                  <a:pt x="234" y="753"/>
                </a:lnTo>
                <a:lnTo>
                  <a:pt x="234" y="752"/>
                </a:lnTo>
                <a:lnTo>
                  <a:pt x="235" y="751"/>
                </a:lnTo>
                <a:lnTo>
                  <a:pt x="235" y="750"/>
                </a:lnTo>
                <a:lnTo>
                  <a:pt x="236" y="750"/>
                </a:lnTo>
                <a:lnTo>
                  <a:pt x="237" y="751"/>
                </a:lnTo>
                <a:lnTo>
                  <a:pt x="237" y="752"/>
                </a:lnTo>
                <a:lnTo>
                  <a:pt x="238" y="752"/>
                </a:lnTo>
                <a:lnTo>
                  <a:pt x="238" y="751"/>
                </a:lnTo>
                <a:lnTo>
                  <a:pt x="239" y="750"/>
                </a:lnTo>
                <a:lnTo>
                  <a:pt x="240" y="747"/>
                </a:lnTo>
                <a:lnTo>
                  <a:pt x="239" y="747"/>
                </a:lnTo>
                <a:lnTo>
                  <a:pt x="239" y="746"/>
                </a:lnTo>
                <a:lnTo>
                  <a:pt x="238" y="746"/>
                </a:lnTo>
                <a:lnTo>
                  <a:pt x="237" y="745"/>
                </a:lnTo>
                <a:lnTo>
                  <a:pt x="236" y="744"/>
                </a:lnTo>
                <a:lnTo>
                  <a:pt x="236" y="743"/>
                </a:lnTo>
                <a:lnTo>
                  <a:pt x="237" y="743"/>
                </a:lnTo>
                <a:lnTo>
                  <a:pt x="238" y="743"/>
                </a:lnTo>
                <a:lnTo>
                  <a:pt x="239" y="744"/>
                </a:lnTo>
                <a:lnTo>
                  <a:pt x="241" y="743"/>
                </a:lnTo>
                <a:lnTo>
                  <a:pt x="242" y="742"/>
                </a:lnTo>
                <a:lnTo>
                  <a:pt x="241" y="739"/>
                </a:lnTo>
                <a:lnTo>
                  <a:pt x="240" y="739"/>
                </a:lnTo>
                <a:lnTo>
                  <a:pt x="239" y="740"/>
                </a:lnTo>
                <a:lnTo>
                  <a:pt x="238" y="740"/>
                </a:lnTo>
                <a:lnTo>
                  <a:pt x="237" y="739"/>
                </a:lnTo>
                <a:lnTo>
                  <a:pt x="236" y="739"/>
                </a:lnTo>
                <a:lnTo>
                  <a:pt x="235" y="736"/>
                </a:lnTo>
                <a:lnTo>
                  <a:pt x="235" y="735"/>
                </a:lnTo>
                <a:lnTo>
                  <a:pt x="235" y="734"/>
                </a:lnTo>
                <a:lnTo>
                  <a:pt x="232" y="733"/>
                </a:lnTo>
                <a:lnTo>
                  <a:pt x="231" y="733"/>
                </a:lnTo>
                <a:lnTo>
                  <a:pt x="230" y="732"/>
                </a:lnTo>
                <a:lnTo>
                  <a:pt x="228" y="731"/>
                </a:lnTo>
                <a:lnTo>
                  <a:pt x="226" y="729"/>
                </a:lnTo>
                <a:lnTo>
                  <a:pt x="226" y="728"/>
                </a:lnTo>
                <a:lnTo>
                  <a:pt x="226" y="727"/>
                </a:lnTo>
                <a:lnTo>
                  <a:pt x="225" y="725"/>
                </a:lnTo>
                <a:lnTo>
                  <a:pt x="226" y="724"/>
                </a:lnTo>
                <a:lnTo>
                  <a:pt x="226" y="722"/>
                </a:lnTo>
                <a:lnTo>
                  <a:pt x="226" y="721"/>
                </a:lnTo>
                <a:lnTo>
                  <a:pt x="226" y="720"/>
                </a:lnTo>
                <a:lnTo>
                  <a:pt x="225" y="719"/>
                </a:lnTo>
                <a:lnTo>
                  <a:pt x="224" y="718"/>
                </a:lnTo>
                <a:lnTo>
                  <a:pt x="223" y="718"/>
                </a:lnTo>
                <a:lnTo>
                  <a:pt x="221" y="718"/>
                </a:lnTo>
                <a:lnTo>
                  <a:pt x="221" y="716"/>
                </a:lnTo>
                <a:lnTo>
                  <a:pt x="220" y="715"/>
                </a:lnTo>
                <a:lnTo>
                  <a:pt x="219" y="715"/>
                </a:lnTo>
                <a:lnTo>
                  <a:pt x="219" y="716"/>
                </a:lnTo>
                <a:lnTo>
                  <a:pt x="219" y="715"/>
                </a:lnTo>
                <a:lnTo>
                  <a:pt x="218" y="714"/>
                </a:lnTo>
                <a:lnTo>
                  <a:pt x="219" y="714"/>
                </a:lnTo>
                <a:lnTo>
                  <a:pt x="218" y="713"/>
                </a:lnTo>
                <a:lnTo>
                  <a:pt x="217" y="713"/>
                </a:lnTo>
                <a:lnTo>
                  <a:pt x="216" y="712"/>
                </a:lnTo>
                <a:lnTo>
                  <a:pt x="215" y="712"/>
                </a:lnTo>
                <a:lnTo>
                  <a:pt x="213" y="710"/>
                </a:lnTo>
                <a:lnTo>
                  <a:pt x="212" y="708"/>
                </a:lnTo>
                <a:lnTo>
                  <a:pt x="211" y="708"/>
                </a:lnTo>
                <a:lnTo>
                  <a:pt x="211" y="707"/>
                </a:lnTo>
                <a:lnTo>
                  <a:pt x="210" y="706"/>
                </a:lnTo>
                <a:lnTo>
                  <a:pt x="210" y="705"/>
                </a:lnTo>
                <a:lnTo>
                  <a:pt x="209" y="705"/>
                </a:lnTo>
                <a:lnTo>
                  <a:pt x="208" y="705"/>
                </a:lnTo>
                <a:lnTo>
                  <a:pt x="209" y="706"/>
                </a:lnTo>
                <a:lnTo>
                  <a:pt x="209" y="707"/>
                </a:lnTo>
                <a:lnTo>
                  <a:pt x="208" y="708"/>
                </a:lnTo>
                <a:lnTo>
                  <a:pt x="206" y="708"/>
                </a:lnTo>
                <a:lnTo>
                  <a:pt x="206" y="709"/>
                </a:lnTo>
                <a:lnTo>
                  <a:pt x="206" y="710"/>
                </a:lnTo>
                <a:lnTo>
                  <a:pt x="207" y="710"/>
                </a:lnTo>
                <a:lnTo>
                  <a:pt x="208" y="711"/>
                </a:lnTo>
                <a:lnTo>
                  <a:pt x="208" y="712"/>
                </a:lnTo>
                <a:lnTo>
                  <a:pt x="209" y="712"/>
                </a:lnTo>
                <a:lnTo>
                  <a:pt x="209" y="713"/>
                </a:lnTo>
                <a:lnTo>
                  <a:pt x="208" y="713"/>
                </a:lnTo>
                <a:lnTo>
                  <a:pt x="207" y="713"/>
                </a:lnTo>
                <a:lnTo>
                  <a:pt x="206" y="713"/>
                </a:lnTo>
                <a:lnTo>
                  <a:pt x="207" y="715"/>
                </a:lnTo>
                <a:lnTo>
                  <a:pt x="207" y="716"/>
                </a:lnTo>
                <a:lnTo>
                  <a:pt x="207" y="717"/>
                </a:lnTo>
                <a:lnTo>
                  <a:pt x="207" y="718"/>
                </a:lnTo>
                <a:lnTo>
                  <a:pt x="208" y="718"/>
                </a:lnTo>
                <a:lnTo>
                  <a:pt x="208" y="719"/>
                </a:lnTo>
                <a:lnTo>
                  <a:pt x="209" y="720"/>
                </a:lnTo>
                <a:lnTo>
                  <a:pt x="209" y="721"/>
                </a:lnTo>
                <a:lnTo>
                  <a:pt x="211" y="722"/>
                </a:lnTo>
                <a:lnTo>
                  <a:pt x="212" y="722"/>
                </a:lnTo>
                <a:lnTo>
                  <a:pt x="212" y="723"/>
                </a:lnTo>
                <a:lnTo>
                  <a:pt x="213" y="723"/>
                </a:lnTo>
                <a:lnTo>
                  <a:pt x="214" y="725"/>
                </a:lnTo>
                <a:lnTo>
                  <a:pt x="214" y="726"/>
                </a:lnTo>
                <a:lnTo>
                  <a:pt x="215" y="727"/>
                </a:lnTo>
                <a:lnTo>
                  <a:pt x="215" y="728"/>
                </a:lnTo>
                <a:lnTo>
                  <a:pt x="215" y="729"/>
                </a:lnTo>
                <a:lnTo>
                  <a:pt x="216" y="729"/>
                </a:lnTo>
                <a:lnTo>
                  <a:pt x="217" y="730"/>
                </a:lnTo>
                <a:lnTo>
                  <a:pt x="217" y="731"/>
                </a:lnTo>
                <a:lnTo>
                  <a:pt x="218" y="732"/>
                </a:lnTo>
                <a:lnTo>
                  <a:pt x="217" y="733"/>
                </a:lnTo>
                <a:lnTo>
                  <a:pt x="218" y="734"/>
                </a:lnTo>
                <a:lnTo>
                  <a:pt x="218" y="735"/>
                </a:lnTo>
                <a:lnTo>
                  <a:pt x="219" y="736"/>
                </a:lnTo>
                <a:lnTo>
                  <a:pt x="220" y="737"/>
                </a:lnTo>
                <a:lnTo>
                  <a:pt x="220" y="738"/>
                </a:lnTo>
                <a:lnTo>
                  <a:pt x="219" y="739"/>
                </a:lnTo>
                <a:lnTo>
                  <a:pt x="219" y="740"/>
                </a:lnTo>
                <a:lnTo>
                  <a:pt x="218" y="740"/>
                </a:lnTo>
                <a:lnTo>
                  <a:pt x="217" y="741"/>
                </a:lnTo>
                <a:lnTo>
                  <a:pt x="216" y="740"/>
                </a:lnTo>
                <a:lnTo>
                  <a:pt x="216" y="742"/>
                </a:lnTo>
                <a:lnTo>
                  <a:pt x="216" y="743"/>
                </a:lnTo>
                <a:lnTo>
                  <a:pt x="216" y="744"/>
                </a:lnTo>
                <a:lnTo>
                  <a:pt x="216" y="745"/>
                </a:lnTo>
                <a:lnTo>
                  <a:pt x="216" y="746"/>
                </a:lnTo>
                <a:lnTo>
                  <a:pt x="215" y="748"/>
                </a:lnTo>
                <a:lnTo>
                  <a:pt x="215" y="749"/>
                </a:lnTo>
                <a:lnTo>
                  <a:pt x="214" y="749"/>
                </a:lnTo>
                <a:lnTo>
                  <a:pt x="214" y="750"/>
                </a:lnTo>
                <a:lnTo>
                  <a:pt x="214" y="751"/>
                </a:lnTo>
                <a:lnTo>
                  <a:pt x="214" y="752"/>
                </a:lnTo>
                <a:lnTo>
                  <a:pt x="214" y="753"/>
                </a:lnTo>
                <a:lnTo>
                  <a:pt x="215" y="754"/>
                </a:lnTo>
                <a:lnTo>
                  <a:pt x="216" y="755"/>
                </a:lnTo>
                <a:lnTo>
                  <a:pt x="216" y="756"/>
                </a:lnTo>
                <a:lnTo>
                  <a:pt x="217" y="756"/>
                </a:lnTo>
                <a:lnTo>
                  <a:pt x="217" y="757"/>
                </a:lnTo>
                <a:lnTo>
                  <a:pt x="218" y="757"/>
                </a:lnTo>
                <a:lnTo>
                  <a:pt x="220" y="757"/>
                </a:lnTo>
                <a:lnTo>
                  <a:pt x="220" y="758"/>
                </a:lnTo>
                <a:lnTo>
                  <a:pt x="218" y="760"/>
                </a:lnTo>
                <a:lnTo>
                  <a:pt x="217" y="760"/>
                </a:lnTo>
                <a:lnTo>
                  <a:pt x="216" y="759"/>
                </a:lnTo>
                <a:lnTo>
                  <a:pt x="216" y="758"/>
                </a:lnTo>
                <a:lnTo>
                  <a:pt x="216" y="757"/>
                </a:lnTo>
                <a:lnTo>
                  <a:pt x="215" y="756"/>
                </a:lnTo>
                <a:lnTo>
                  <a:pt x="215" y="755"/>
                </a:lnTo>
                <a:lnTo>
                  <a:pt x="214" y="755"/>
                </a:lnTo>
                <a:lnTo>
                  <a:pt x="213" y="755"/>
                </a:lnTo>
                <a:lnTo>
                  <a:pt x="211" y="754"/>
                </a:lnTo>
                <a:lnTo>
                  <a:pt x="211" y="753"/>
                </a:lnTo>
                <a:lnTo>
                  <a:pt x="209" y="755"/>
                </a:lnTo>
                <a:lnTo>
                  <a:pt x="209" y="756"/>
                </a:lnTo>
                <a:lnTo>
                  <a:pt x="210" y="757"/>
                </a:lnTo>
                <a:lnTo>
                  <a:pt x="211" y="757"/>
                </a:lnTo>
                <a:lnTo>
                  <a:pt x="211" y="758"/>
                </a:lnTo>
                <a:lnTo>
                  <a:pt x="212" y="758"/>
                </a:lnTo>
                <a:lnTo>
                  <a:pt x="213" y="760"/>
                </a:lnTo>
                <a:lnTo>
                  <a:pt x="213" y="761"/>
                </a:lnTo>
                <a:lnTo>
                  <a:pt x="214" y="762"/>
                </a:lnTo>
                <a:lnTo>
                  <a:pt x="215" y="763"/>
                </a:lnTo>
                <a:lnTo>
                  <a:pt x="216" y="764"/>
                </a:lnTo>
                <a:lnTo>
                  <a:pt x="217" y="765"/>
                </a:lnTo>
                <a:lnTo>
                  <a:pt x="216" y="766"/>
                </a:lnTo>
                <a:lnTo>
                  <a:pt x="215" y="766"/>
                </a:lnTo>
                <a:lnTo>
                  <a:pt x="215" y="765"/>
                </a:lnTo>
                <a:lnTo>
                  <a:pt x="214" y="765"/>
                </a:lnTo>
                <a:lnTo>
                  <a:pt x="213" y="766"/>
                </a:lnTo>
                <a:lnTo>
                  <a:pt x="213" y="767"/>
                </a:lnTo>
                <a:lnTo>
                  <a:pt x="212" y="767"/>
                </a:lnTo>
                <a:lnTo>
                  <a:pt x="211" y="767"/>
                </a:lnTo>
                <a:lnTo>
                  <a:pt x="210" y="767"/>
                </a:lnTo>
                <a:lnTo>
                  <a:pt x="210" y="766"/>
                </a:lnTo>
                <a:lnTo>
                  <a:pt x="210" y="765"/>
                </a:lnTo>
                <a:lnTo>
                  <a:pt x="205" y="761"/>
                </a:lnTo>
                <a:lnTo>
                  <a:pt x="204" y="761"/>
                </a:lnTo>
                <a:lnTo>
                  <a:pt x="204" y="762"/>
                </a:lnTo>
                <a:lnTo>
                  <a:pt x="203" y="762"/>
                </a:lnTo>
                <a:lnTo>
                  <a:pt x="201" y="761"/>
                </a:lnTo>
                <a:lnTo>
                  <a:pt x="200" y="761"/>
                </a:lnTo>
                <a:lnTo>
                  <a:pt x="199" y="760"/>
                </a:lnTo>
                <a:lnTo>
                  <a:pt x="199" y="759"/>
                </a:lnTo>
                <a:lnTo>
                  <a:pt x="198" y="759"/>
                </a:lnTo>
                <a:lnTo>
                  <a:pt x="197" y="759"/>
                </a:lnTo>
                <a:lnTo>
                  <a:pt x="196" y="760"/>
                </a:lnTo>
                <a:lnTo>
                  <a:pt x="195" y="760"/>
                </a:lnTo>
                <a:lnTo>
                  <a:pt x="195" y="761"/>
                </a:lnTo>
                <a:lnTo>
                  <a:pt x="195" y="762"/>
                </a:lnTo>
                <a:lnTo>
                  <a:pt x="196" y="762"/>
                </a:lnTo>
                <a:lnTo>
                  <a:pt x="195" y="763"/>
                </a:lnTo>
                <a:lnTo>
                  <a:pt x="195" y="764"/>
                </a:lnTo>
                <a:lnTo>
                  <a:pt x="195" y="765"/>
                </a:lnTo>
                <a:lnTo>
                  <a:pt x="194" y="767"/>
                </a:lnTo>
                <a:lnTo>
                  <a:pt x="193" y="768"/>
                </a:lnTo>
                <a:lnTo>
                  <a:pt x="192" y="769"/>
                </a:lnTo>
                <a:lnTo>
                  <a:pt x="191" y="768"/>
                </a:lnTo>
                <a:lnTo>
                  <a:pt x="191" y="767"/>
                </a:lnTo>
                <a:lnTo>
                  <a:pt x="190" y="766"/>
                </a:lnTo>
                <a:lnTo>
                  <a:pt x="189" y="766"/>
                </a:lnTo>
                <a:lnTo>
                  <a:pt x="188" y="766"/>
                </a:lnTo>
                <a:lnTo>
                  <a:pt x="188" y="767"/>
                </a:lnTo>
                <a:lnTo>
                  <a:pt x="187" y="767"/>
                </a:lnTo>
                <a:lnTo>
                  <a:pt x="187" y="766"/>
                </a:lnTo>
                <a:lnTo>
                  <a:pt x="186" y="765"/>
                </a:lnTo>
                <a:lnTo>
                  <a:pt x="186" y="763"/>
                </a:lnTo>
                <a:lnTo>
                  <a:pt x="185" y="763"/>
                </a:lnTo>
                <a:lnTo>
                  <a:pt x="187" y="762"/>
                </a:lnTo>
                <a:lnTo>
                  <a:pt x="188" y="760"/>
                </a:lnTo>
                <a:lnTo>
                  <a:pt x="188" y="757"/>
                </a:lnTo>
                <a:lnTo>
                  <a:pt x="188" y="756"/>
                </a:lnTo>
                <a:lnTo>
                  <a:pt x="187" y="754"/>
                </a:lnTo>
                <a:lnTo>
                  <a:pt x="186" y="753"/>
                </a:lnTo>
                <a:lnTo>
                  <a:pt x="185" y="752"/>
                </a:lnTo>
                <a:lnTo>
                  <a:pt x="184" y="750"/>
                </a:lnTo>
                <a:lnTo>
                  <a:pt x="183" y="749"/>
                </a:lnTo>
                <a:lnTo>
                  <a:pt x="184" y="749"/>
                </a:lnTo>
                <a:lnTo>
                  <a:pt x="184" y="748"/>
                </a:lnTo>
                <a:lnTo>
                  <a:pt x="185" y="747"/>
                </a:lnTo>
                <a:lnTo>
                  <a:pt x="185" y="746"/>
                </a:lnTo>
                <a:lnTo>
                  <a:pt x="184" y="745"/>
                </a:lnTo>
                <a:lnTo>
                  <a:pt x="183" y="745"/>
                </a:lnTo>
                <a:lnTo>
                  <a:pt x="183" y="746"/>
                </a:lnTo>
                <a:lnTo>
                  <a:pt x="183" y="745"/>
                </a:lnTo>
                <a:lnTo>
                  <a:pt x="182" y="745"/>
                </a:lnTo>
                <a:lnTo>
                  <a:pt x="181" y="745"/>
                </a:lnTo>
                <a:lnTo>
                  <a:pt x="181" y="744"/>
                </a:lnTo>
                <a:lnTo>
                  <a:pt x="180" y="743"/>
                </a:lnTo>
                <a:lnTo>
                  <a:pt x="181" y="742"/>
                </a:lnTo>
                <a:lnTo>
                  <a:pt x="181" y="741"/>
                </a:lnTo>
                <a:lnTo>
                  <a:pt x="182" y="741"/>
                </a:lnTo>
                <a:lnTo>
                  <a:pt x="183" y="740"/>
                </a:lnTo>
                <a:lnTo>
                  <a:pt x="183" y="739"/>
                </a:lnTo>
                <a:lnTo>
                  <a:pt x="182" y="739"/>
                </a:lnTo>
                <a:lnTo>
                  <a:pt x="181" y="738"/>
                </a:lnTo>
                <a:lnTo>
                  <a:pt x="180" y="734"/>
                </a:lnTo>
                <a:lnTo>
                  <a:pt x="180" y="731"/>
                </a:lnTo>
                <a:lnTo>
                  <a:pt x="180" y="730"/>
                </a:lnTo>
                <a:lnTo>
                  <a:pt x="179" y="730"/>
                </a:lnTo>
                <a:lnTo>
                  <a:pt x="178" y="730"/>
                </a:lnTo>
                <a:lnTo>
                  <a:pt x="177" y="729"/>
                </a:lnTo>
                <a:lnTo>
                  <a:pt x="177" y="728"/>
                </a:lnTo>
                <a:lnTo>
                  <a:pt x="178" y="728"/>
                </a:lnTo>
                <a:lnTo>
                  <a:pt x="177" y="727"/>
                </a:lnTo>
                <a:lnTo>
                  <a:pt x="177" y="726"/>
                </a:lnTo>
                <a:lnTo>
                  <a:pt x="176" y="726"/>
                </a:lnTo>
                <a:lnTo>
                  <a:pt x="176" y="725"/>
                </a:lnTo>
                <a:lnTo>
                  <a:pt x="174" y="725"/>
                </a:lnTo>
                <a:lnTo>
                  <a:pt x="174" y="724"/>
                </a:lnTo>
                <a:lnTo>
                  <a:pt x="174" y="722"/>
                </a:lnTo>
                <a:lnTo>
                  <a:pt x="174" y="720"/>
                </a:lnTo>
                <a:lnTo>
                  <a:pt x="175" y="719"/>
                </a:lnTo>
                <a:lnTo>
                  <a:pt x="176" y="718"/>
                </a:lnTo>
                <a:lnTo>
                  <a:pt x="173" y="715"/>
                </a:lnTo>
                <a:lnTo>
                  <a:pt x="172" y="715"/>
                </a:lnTo>
                <a:lnTo>
                  <a:pt x="171" y="715"/>
                </a:lnTo>
                <a:lnTo>
                  <a:pt x="170" y="715"/>
                </a:lnTo>
                <a:lnTo>
                  <a:pt x="170" y="714"/>
                </a:lnTo>
                <a:lnTo>
                  <a:pt x="170" y="713"/>
                </a:lnTo>
                <a:lnTo>
                  <a:pt x="170" y="712"/>
                </a:lnTo>
                <a:lnTo>
                  <a:pt x="170" y="711"/>
                </a:lnTo>
                <a:lnTo>
                  <a:pt x="170" y="710"/>
                </a:lnTo>
                <a:lnTo>
                  <a:pt x="171" y="709"/>
                </a:lnTo>
                <a:lnTo>
                  <a:pt x="171" y="706"/>
                </a:lnTo>
                <a:lnTo>
                  <a:pt x="171" y="704"/>
                </a:lnTo>
                <a:lnTo>
                  <a:pt x="172" y="703"/>
                </a:lnTo>
                <a:lnTo>
                  <a:pt x="173" y="703"/>
                </a:lnTo>
                <a:lnTo>
                  <a:pt x="173" y="702"/>
                </a:lnTo>
                <a:lnTo>
                  <a:pt x="172" y="702"/>
                </a:lnTo>
                <a:lnTo>
                  <a:pt x="171" y="701"/>
                </a:lnTo>
                <a:lnTo>
                  <a:pt x="171" y="699"/>
                </a:lnTo>
                <a:lnTo>
                  <a:pt x="170" y="698"/>
                </a:lnTo>
                <a:lnTo>
                  <a:pt x="169" y="699"/>
                </a:lnTo>
                <a:lnTo>
                  <a:pt x="169" y="698"/>
                </a:lnTo>
                <a:lnTo>
                  <a:pt x="167" y="697"/>
                </a:lnTo>
                <a:lnTo>
                  <a:pt x="166" y="695"/>
                </a:lnTo>
                <a:lnTo>
                  <a:pt x="166" y="694"/>
                </a:lnTo>
                <a:lnTo>
                  <a:pt x="165" y="693"/>
                </a:lnTo>
                <a:lnTo>
                  <a:pt x="164" y="694"/>
                </a:lnTo>
                <a:lnTo>
                  <a:pt x="164" y="693"/>
                </a:lnTo>
                <a:lnTo>
                  <a:pt x="163" y="693"/>
                </a:lnTo>
                <a:lnTo>
                  <a:pt x="163" y="692"/>
                </a:lnTo>
                <a:lnTo>
                  <a:pt x="162" y="691"/>
                </a:lnTo>
                <a:lnTo>
                  <a:pt x="161" y="690"/>
                </a:lnTo>
                <a:lnTo>
                  <a:pt x="160" y="690"/>
                </a:lnTo>
                <a:lnTo>
                  <a:pt x="159" y="689"/>
                </a:lnTo>
                <a:lnTo>
                  <a:pt x="158" y="689"/>
                </a:lnTo>
                <a:lnTo>
                  <a:pt x="157" y="688"/>
                </a:lnTo>
                <a:lnTo>
                  <a:pt x="156" y="688"/>
                </a:lnTo>
                <a:lnTo>
                  <a:pt x="156" y="689"/>
                </a:lnTo>
                <a:lnTo>
                  <a:pt x="155" y="690"/>
                </a:lnTo>
                <a:lnTo>
                  <a:pt x="154" y="690"/>
                </a:lnTo>
                <a:lnTo>
                  <a:pt x="152" y="691"/>
                </a:lnTo>
                <a:lnTo>
                  <a:pt x="151" y="691"/>
                </a:lnTo>
                <a:lnTo>
                  <a:pt x="150" y="691"/>
                </a:lnTo>
                <a:lnTo>
                  <a:pt x="149" y="691"/>
                </a:lnTo>
                <a:lnTo>
                  <a:pt x="148" y="691"/>
                </a:lnTo>
                <a:lnTo>
                  <a:pt x="146" y="691"/>
                </a:lnTo>
                <a:lnTo>
                  <a:pt x="146" y="692"/>
                </a:lnTo>
                <a:lnTo>
                  <a:pt x="145" y="692"/>
                </a:lnTo>
                <a:lnTo>
                  <a:pt x="144" y="692"/>
                </a:lnTo>
                <a:lnTo>
                  <a:pt x="142" y="692"/>
                </a:lnTo>
                <a:lnTo>
                  <a:pt x="141" y="691"/>
                </a:lnTo>
                <a:lnTo>
                  <a:pt x="139" y="689"/>
                </a:lnTo>
                <a:lnTo>
                  <a:pt x="139" y="688"/>
                </a:lnTo>
                <a:lnTo>
                  <a:pt x="138" y="688"/>
                </a:lnTo>
                <a:lnTo>
                  <a:pt x="136" y="689"/>
                </a:lnTo>
                <a:lnTo>
                  <a:pt x="136" y="690"/>
                </a:lnTo>
                <a:lnTo>
                  <a:pt x="135" y="691"/>
                </a:lnTo>
                <a:lnTo>
                  <a:pt x="134" y="691"/>
                </a:lnTo>
                <a:lnTo>
                  <a:pt x="132" y="690"/>
                </a:lnTo>
                <a:lnTo>
                  <a:pt x="132" y="689"/>
                </a:lnTo>
                <a:lnTo>
                  <a:pt x="133" y="688"/>
                </a:lnTo>
                <a:lnTo>
                  <a:pt x="133" y="687"/>
                </a:lnTo>
                <a:lnTo>
                  <a:pt x="133" y="686"/>
                </a:lnTo>
                <a:lnTo>
                  <a:pt x="133" y="685"/>
                </a:lnTo>
                <a:lnTo>
                  <a:pt x="132" y="685"/>
                </a:lnTo>
                <a:lnTo>
                  <a:pt x="133" y="684"/>
                </a:lnTo>
                <a:lnTo>
                  <a:pt x="133" y="683"/>
                </a:lnTo>
                <a:lnTo>
                  <a:pt x="134" y="683"/>
                </a:lnTo>
                <a:lnTo>
                  <a:pt x="134" y="682"/>
                </a:lnTo>
                <a:lnTo>
                  <a:pt x="133" y="681"/>
                </a:lnTo>
                <a:lnTo>
                  <a:pt x="132" y="681"/>
                </a:lnTo>
                <a:lnTo>
                  <a:pt x="131" y="681"/>
                </a:lnTo>
                <a:lnTo>
                  <a:pt x="130" y="681"/>
                </a:lnTo>
                <a:lnTo>
                  <a:pt x="130" y="682"/>
                </a:lnTo>
                <a:lnTo>
                  <a:pt x="129" y="681"/>
                </a:lnTo>
                <a:lnTo>
                  <a:pt x="128" y="681"/>
                </a:lnTo>
                <a:lnTo>
                  <a:pt x="127" y="679"/>
                </a:lnTo>
                <a:lnTo>
                  <a:pt x="126" y="678"/>
                </a:lnTo>
                <a:lnTo>
                  <a:pt x="126" y="677"/>
                </a:lnTo>
                <a:lnTo>
                  <a:pt x="125" y="676"/>
                </a:lnTo>
                <a:lnTo>
                  <a:pt x="123" y="676"/>
                </a:lnTo>
                <a:lnTo>
                  <a:pt x="122" y="676"/>
                </a:lnTo>
                <a:lnTo>
                  <a:pt x="121" y="676"/>
                </a:lnTo>
                <a:lnTo>
                  <a:pt x="121" y="677"/>
                </a:lnTo>
                <a:lnTo>
                  <a:pt x="122" y="678"/>
                </a:lnTo>
                <a:lnTo>
                  <a:pt x="123" y="678"/>
                </a:lnTo>
                <a:lnTo>
                  <a:pt x="124" y="678"/>
                </a:lnTo>
                <a:lnTo>
                  <a:pt x="124" y="679"/>
                </a:lnTo>
                <a:lnTo>
                  <a:pt x="123" y="679"/>
                </a:lnTo>
                <a:lnTo>
                  <a:pt x="122" y="679"/>
                </a:lnTo>
                <a:lnTo>
                  <a:pt x="121" y="680"/>
                </a:lnTo>
                <a:lnTo>
                  <a:pt x="120" y="678"/>
                </a:lnTo>
                <a:lnTo>
                  <a:pt x="119" y="679"/>
                </a:lnTo>
                <a:lnTo>
                  <a:pt x="119" y="680"/>
                </a:lnTo>
                <a:lnTo>
                  <a:pt x="118" y="681"/>
                </a:lnTo>
                <a:lnTo>
                  <a:pt x="117" y="682"/>
                </a:lnTo>
                <a:lnTo>
                  <a:pt x="117" y="683"/>
                </a:lnTo>
                <a:lnTo>
                  <a:pt x="116" y="684"/>
                </a:lnTo>
                <a:lnTo>
                  <a:pt x="115" y="684"/>
                </a:lnTo>
                <a:lnTo>
                  <a:pt x="114" y="685"/>
                </a:lnTo>
                <a:lnTo>
                  <a:pt x="113" y="685"/>
                </a:lnTo>
                <a:lnTo>
                  <a:pt x="112" y="686"/>
                </a:lnTo>
                <a:lnTo>
                  <a:pt x="109" y="688"/>
                </a:lnTo>
                <a:lnTo>
                  <a:pt x="110" y="689"/>
                </a:lnTo>
                <a:lnTo>
                  <a:pt x="110" y="690"/>
                </a:lnTo>
                <a:lnTo>
                  <a:pt x="111" y="691"/>
                </a:lnTo>
                <a:lnTo>
                  <a:pt x="111" y="692"/>
                </a:lnTo>
                <a:lnTo>
                  <a:pt x="110" y="692"/>
                </a:lnTo>
                <a:lnTo>
                  <a:pt x="109" y="692"/>
                </a:lnTo>
                <a:lnTo>
                  <a:pt x="109" y="691"/>
                </a:lnTo>
                <a:lnTo>
                  <a:pt x="108" y="691"/>
                </a:lnTo>
                <a:lnTo>
                  <a:pt x="107" y="690"/>
                </a:lnTo>
                <a:lnTo>
                  <a:pt x="106" y="691"/>
                </a:lnTo>
                <a:lnTo>
                  <a:pt x="105" y="690"/>
                </a:lnTo>
                <a:lnTo>
                  <a:pt x="106" y="689"/>
                </a:lnTo>
                <a:lnTo>
                  <a:pt x="106" y="688"/>
                </a:lnTo>
                <a:lnTo>
                  <a:pt x="106" y="687"/>
                </a:lnTo>
                <a:lnTo>
                  <a:pt x="105" y="686"/>
                </a:lnTo>
                <a:lnTo>
                  <a:pt x="105" y="685"/>
                </a:lnTo>
                <a:lnTo>
                  <a:pt x="104" y="685"/>
                </a:lnTo>
                <a:lnTo>
                  <a:pt x="103" y="685"/>
                </a:lnTo>
                <a:lnTo>
                  <a:pt x="102" y="686"/>
                </a:lnTo>
                <a:lnTo>
                  <a:pt x="100" y="687"/>
                </a:lnTo>
                <a:lnTo>
                  <a:pt x="98" y="686"/>
                </a:lnTo>
                <a:lnTo>
                  <a:pt x="97" y="685"/>
                </a:lnTo>
                <a:lnTo>
                  <a:pt x="97" y="684"/>
                </a:lnTo>
                <a:lnTo>
                  <a:pt x="95" y="683"/>
                </a:lnTo>
                <a:lnTo>
                  <a:pt x="94" y="684"/>
                </a:lnTo>
                <a:lnTo>
                  <a:pt x="92" y="684"/>
                </a:lnTo>
                <a:lnTo>
                  <a:pt x="91" y="684"/>
                </a:lnTo>
                <a:lnTo>
                  <a:pt x="91" y="685"/>
                </a:lnTo>
                <a:lnTo>
                  <a:pt x="90" y="685"/>
                </a:lnTo>
                <a:lnTo>
                  <a:pt x="89" y="685"/>
                </a:lnTo>
                <a:lnTo>
                  <a:pt x="89" y="684"/>
                </a:lnTo>
                <a:lnTo>
                  <a:pt x="89" y="683"/>
                </a:lnTo>
                <a:lnTo>
                  <a:pt x="89" y="682"/>
                </a:lnTo>
                <a:lnTo>
                  <a:pt x="90" y="682"/>
                </a:lnTo>
                <a:lnTo>
                  <a:pt x="90" y="683"/>
                </a:lnTo>
                <a:lnTo>
                  <a:pt x="91" y="683"/>
                </a:lnTo>
                <a:lnTo>
                  <a:pt x="92" y="681"/>
                </a:lnTo>
                <a:lnTo>
                  <a:pt x="91" y="681"/>
                </a:lnTo>
                <a:lnTo>
                  <a:pt x="90" y="681"/>
                </a:lnTo>
                <a:lnTo>
                  <a:pt x="89" y="680"/>
                </a:lnTo>
                <a:lnTo>
                  <a:pt x="90" y="679"/>
                </a:lnTo>
                <a:lnTo>
                  <a:pt x="89" y="679"/>
                </a:lnTo>
                <a:lnTo>
                  <a:pt x="89" y="678"/>
                </a:lnTo>
                <a:lnTo>
                  <a:pt x="88" y="676"/>
                </a:lnTo>
                <a:lnTo>
                  <a:pt x="87" y="676"/>
                </a:lnTo>
                <a:lnTo>
                  <a:pt x="86" y="676"/>
                </a:lnTo>
                <a:lnTo>
                  <a:pt x="85" y="675"/>
                </a:lnTo>
                <a:lnTo>
                  <a:pt x="84" y="675"/>
                </a:lnTo>
                <a:lnTo>
                  <a:pt x="83" y="674"/>
                </a:lnTo>
                <a:lnTo>
                  <a:pt x="83" y="671"/>
                </a:lnTo>
                <a:lnTo>
                  <a:pt x="84" y="670"/>
                </a:lnTo>
                <a:lnTo>
                  <a:pt x="84" y="669"/>
                </a:lnTo>
                <a:lnTo>
                  <a:pt x="83" y="668"/>
                </a:lnTo>
                <a:lnTo>
                  <a:pt x="82" y="667"/>
                </a:lnTo>
                <a:lnTo>
                  <a:pt x="82" y="666"/>
                </a:lnTo>
                <a:lnTo>
                  <a:pt x="81" y="666"/>
                </a:lnTo>
                <a:lnTo>
                  <a:pt x="81" y="665"/>
                </a:lnTo>
                <a:lnTo>
                  <a:pt x="80" y="665"/>
                </a:lnTo>
                <a:lnTo>
                  <a:pt x="80" y="664"/>
                </a:lnTo>
                <a:lnTo>
                  <a:pt x="80" y="662"/>
                </a:lnTo>
                <a:lnTo>
                  <a:pt x="81" y="661"/>
                </a:lnTo>
                <a:lnTo>
                  <a:pt x="82" y="660"/>
                </a:lnTo>
                <a:lnTo>
                  <a:pt x="82" y="659"/>
                </a:lnTo>
                <a:lnTo>
                  <a:pt x="82" y="658"/>
                </a:lnTo>
                <a:lnTo>
                  <a:pt x="82" y="657"/>
                </a:lnTo>
                <a:lnTo>
                  <a:pt x="81" y="657"/>
                </a:lnTo>
                <a:lnTo>
                  <a:pt x="80" y="657"/>
                </a:lnTo>
                <a:lnTo>
                  <a:pt x="80" y="656"/>
                </a:lnTo>
                <a:lnTo>
                  <a:pt x="79" y="656"/>
                </a:lnTo>
                <a:lnTo>
                  <a:pt x="79" y="655"/>
                </a:lnTo>
                <a:lnTo>
                  <a:pt x="80" y="655"/>
                </a:lnTo>
                <a:lnTo>
                  <a:pt x="80" y="654"/>
                </a:lnTo>
                <a:lnTo>
                  <a:pt x="79" y="652"/>
                </a:lnTo>
                <a:lnTo>
                  <a:pt x="78" y="652"/>
                </a:lnTo>
                <a:lnTo>
                  <a:pt x="77" y="652"/>
                </a:lnTo>
                <a:lnTo>
                  <a:pt x="77" y="650"/>
                </a:lnTo>
                <a:lnTo>
                  <a:pt x="78" y="649"/>
                </a:lnTo>
                <a:lnTo>
                  <a:pt x="78" y="648"/>
                </a:lnTo>
                <a:lnTo>
                  <a:pt x="77" y="648"/>
                </a:lnTo>
                <a:lnTo>
                  <a:pt x="77" y="647"/>
                </a:lnTo>
                <a:lnTo>
                  <a:pt x="78" y="647"/>
                </a:lnTo>
                <a:lnTo>
                  <a:pt x="79" y="645"/>
                </a:lnTo>
                <a:lnTo>
                  <a:pt x="79" y="646"/>
                </a:lnTo>
                <a:lnTo>
                  <a:pt x="80" y="646"/>
                </a:lnTo>
                <a:lnTo>
                  <a:pt x="81" y="645"/>
                </a:lnTo>
                <a:lnTo>
                  <a:pt x="80" y="643"/>
                </a:lnTo>
                <a:lnTo>
                  <a:pt x="79" y="644"/>
                </a:lnTo>
                <a:lnTo>
                  <a:pt x="79" y="645"/>
                </a:lnTo>
                <a:lnTo>
                  <a:pt x="78" y="645"/>
                </a:lnTo>
                <a:lnTo>
                  <a:pt x="77" y="645"/>
                </a:lnTo>
                <a:lnTo>
                  <a:pt x="77" y="644"/>
                </a:lnTo>
                <a:lnTo>
                  <a:pt x="77" y="643"/>
                </a:lnTo>
                <a:lnTo>
                  <a:pt x="77" y="642"/>
                </a:lnTo>
                <a:lnTo>
                  <a:pt x="77" y="641"/>
                </a:lnTo>
                <a:lnTo>
                  <a:pt x="77" y="640"/>
                </a:lnTo>
                <a:lnTo>
                  <a:pt x="77" y="639"/>
                </a:lnTo>
                <a:lnTo>
                  <a:pt x="76" y="637"/>
                </a:lnTo>
                <a:lnTo>
                  <a:pt x="75" y="636"/>
                </a:lnTo>
                <a:lnTo>
                  <a:pt x="74" y="636"/>
                </a:lnTo>
                <a:lnTo>
                  <a:pt x="74" y="635"/>
                </a:lnTo>
                <a:lnTo>
                  <a:pt x="74" y="634"/>
                </a:lnTo>
                <a:lnTo>
                  <a:pt x="75" y="633"/>
                </a:lnTo>
                <a:lnTo>
                  <a:pt x="76" y="633"/>
                </a:lnTo>
                <a:lnTo>
                  <a:pt x="76" y="632"/>
                </a:lnTo>
                <a:lnTo>
                  <a:pt x="75" y="630"/>
                </a:lnTo>
                <a:lnTo>
                  <a:pt x="74" y="630"/>
                </a:lnTo>
                <a:lnTo>
                  <a:pt x="73" y="629"/>
                </a:lnTo>
                <a:lnTo>
                  <a:pt x="74" y="628"/>
                </a:lnTo>
                <a:lnTo>
                  <a:pt x="74" y="627"/>
                </a:lnTo>
                <a:lnTo>
                  <a:pt x="73" y="627"/>
                </a:lnTo>
                <a:lnTo>
                  <a:pt x="73" y="626"/>
                </a:lnTo>
                <a:lnTo>
                  <a:pt x="73" y="625"/>
                </a:lnTo>
                <a:lnTo>
                  <a:pt x="73" y="624"/>
                </a:lnTo>
                <a:lnTo>
                  <a:pt x="73" y="623"/>
                </a:lnTo>
                <a:lnTo>
                  <a:pt x="73" y="622"/>
                </a:lnTo>
                <a:lnTo>
                  <a:pt x="72" y="620"/>
                </a:lnTo>
                <a:lnTo>
                  <a:pt x="72" y="619"/>
                </a:lnTo>
                <a:lnTo>
                  <a:pt x="71" y="617"/>
                </a:lnTo>
                <a:lnTo>
                  <a:pt x="70" y="617"/>
                </a:lnTo>
                <a:lnTo>
                  <a:pt x="70" y="616"/>
                </a:lnTo>
                <a:lnTo>
                  <a:pt x="70" y="614"/>
                </a:lnTo>
                <a:lnTo>
                  <a:pt x="71" y="613"/>
                </a:lnTo>
                <a:lnTo>
                  <a:pt x="71" y="612"/>
                </a:lnTo>
                <a:lnTo>
                  <a:pt x="72" y="613"/>
                </a:lnTo>
                <a:lnTo>
                  <a:pt x="73" y="612"/>
                </a:lnTo>
                <a:lnTo>
                  <a:pt x="74" y="612"/>
                </a:lnTo>
                <a:lnTo>
                  <a:pt x="75" y="612"/>
                </a:lnTo>
                <a:lnTo>
                  <a:pt x="74" y="611"/>
                </a:lnTo>
                <a:lnTo>
                  <a:pt x="72" y="611"/>
                </a:lnTo>
                <a:lnTo>
                  <a:pt x="72" y="610"/>
                </a:lnTo>
                <a:lnTo>
                  <a:pt x="72" y="611"/>
                </a:lnTo>
                <a:lnTo>
                  <a:pt x="70" y="611"/>
                </a:lnTo>
                <a:lnTo>
                  <a:pt x="70" y="612"/>
                </a:lnTo>
                <a:lnTo>
                  <a:pt x="69" y="613"/>
                </a:lnTo>
                <a:lnTo>
                  <a:pt x="68" y="615"/>
                </a:lnTo>
                <a:lnTo>
                  <a:pt x="68" y="616"/>
                </a:lnTo>
                <a:lnTo>
                  <a:pt x="67" y="615"/>
                </a:lnTo>
                <a:lnTo>
                  <a:pt x="66" y="615"/>
                </a:lnTo>
                <a:lnTo>
                  <a:pt x="65" y="616"/>
                </a:lnTo>
                <a:lnTo>
                  <a:pt x="65" y="617"/>
                </a:lnTo>
                <a:lnTo>
                  <a:pt x="66" y="617"/>
                </a:lnTo>
                <a:lnTo>
                  <a:pt x="67" y="618"/>
                </a:lnTo>
                <a:lnTo>
                  <a:pt x="67" y="619"/>
                </a:lnTo>
                <a:lnTo>
                  <a:pt x="66" y="620"/>
                </a:lnTo>
                <a:lnTo>
                  <a:pt x="65" y="620"/>
                </a:lnTo>
                <a:lnTo>
                  <a:pt x="64" y="620"/>
                </a:lnTo>
                <a:lnTo>
                  <a:pt x="63" y="620"/>
                </a:lnTo>
                <a:lnTo>
                  <a:pt x="62" y="620"/>
                </a:lnTo>
                <a:lnTo>
                  <a:pt x="61" y="618"/>
                </a:lnTo>
                <a:lnTo>
                  <a:pt x="62" y="617"/>
                </a:lnTo>
                <a:lnTo>
                  <a:pt x="62" y="616"/>
                </a:lnTo>
                <a:lnTo>
                  <a:pt x="62" y="615"/>
                </a:lnTo>
                <a:lnTo>
                  <a:pt x="60" y="614"/>
                </a:lnTo>
                <a:lnTo>
                  <a:pt x="59" y="614"/>
                </a:lnTo>
                <a:lnTo>
                  <a:pt x="59" y="615"/>
                </a:lnTo>
                <a:lnTo>
                  <a:pt x="58" y="616"/>
                </a:lnTo>
                <a:lnTo>
                  <a:pt x="57" y="617"/>
                </a:lnTo>
                <a:lnTo>
                  <a:pt x="58" y="618"/>
                </a:lnTo>
                <a:lnTo>
                  <a:pt x="57" y="618"/>
                </a:lnTo>
                <a:lnTo>
                  <a:pt x="57" y="619"/>
                </a:lnTo>
                <a:lnTo>
                  <a:pt x="56" y="619"/>
                </a:lnTo>
                <a:lnTo>
                  <a:pt x="56" y="620"/>
                </a:lnTo>
                <a:lnTo>
                  <a:pt x="55" y="620"/>
                </a:lnTo>
                <a:lnTo>
                  <a:pt x="55" y="619"/>
                </a:lnTo>
                <a:lnTo>
                  <a:pt x="56" y="619"/>
                </a:lnTo>
                <a:lnTo>
                  <a:pt x="56" y="618"/>
                </a:lnTo>
                <a:lnTo>
                  <a:pt x="56" y="616"/>
                </a:lnTo>
                <a:lnTo>
                  <a:pt x="55" y="615"/>
                </a:lnTo>
                <a:lnTo>
                  <a:pt x="55" y="616"/>
                </a:lnTo>
                <a:lnTo>
                  <a:pt x="54" y="616"/>
                </a:lnTo>
                <a:lnTo>
                  <a:pt x="51" y="617"/>
                </a:lnTo>
                <a:lnTo>
                  <a:pt x="50" y="616"/>
                </a:lnTo>
                <a:lnTo>
                  <a:pt x="49" y="616"/>
                </a:lnTo>
                <a:lnTo>
                  <a:pt x="47" y="615"/>
                </a:lnTo>
                <a:lnTo>
                  <a:pt x="43" y="616"/>
                </a:lnTo>
                <a:lnTo>
                  <a:pt x="42" y="616"/>
                </a:lnTo>
                <a:lnTo>
                  <a:pt x="42" y="617"/>
                </a:lnTo>
                <a:lnTo>
                  <a:pt x="41" y="617"/>
                </a:lnTo>
                <a:lnTo>
                  <a:pt x="40" y="618"/>
                </a:lnTo>
                <a:lnTo>
                  <a:pt x="38" y="617"/>
                </a:lnTo>
                <a:lnTo>
                  <a:pt x="38" y="616"/>
                </a:lnTo>
                <a:lnTo>
                  <a:pt x="38" y="615"/>
                </a:lnTo>
                <a:lnTo>
                  <a:pt x="39" y="615"/>
                </a:lnTo>
                <a:lnTo>
                  <a:pt x="39" y="614"/>
                </a:lnTo>
                <a:lnTo>
                  <a:pt x="38" y="613"/>
                </a:lnTo>
                <a:lnTo>
                  <a:pt x="37" y="614"/>
                </a:lnTo>
                <a:lnTo>
                  <a:pt x="35" y="614"/>
                </a:lnTo>
                <a:lnTo>
                  <a:pt x="35" y="615"/>
                </a:lnTo>
                <a:lnTo>
                  <a:pt x="34" y="615"/>
                </a:lnTo>
                <a:lnTo>
                  <a:pt x="32" y="615"/>
                </a:lnTo>
                <a:lnTo>
                  <a:pt x="32" y="614"/>
                </a:lnTo>
                <a:lnTo>
                  <a:pt x="31" y="613"/>
                </a:lnTo>
                <a:lnTo>
                  <a:pt x="29" y="613"/>
                </a:lnTo>
                <a:lnTo>
                  <a:pt x="31" y="607"/>
                </a:lnTo>
                <a:lnTo>
                  <a:pt x="31" y="606"/>
                </a:lnTo>
                <a:lnTo>
                  <a:pt x="30" y="606"/>
                </a:lnTo>
                <a:lnTo>
                  <a:pt x="30" y="605"/>
                </a:lnTo>
                <a:lnTo>
                  <a:pt x="29" y="605"/>
                </a:lnTo>
                <a:lnTo>
                  <a:pt x="28" y="605"/>
                </a:lnTo>
                <a:lnTo>
                  <a:pt x="28" y="606"/>
                </a:lnTo>
                <a:lnTo>
                  <a:pt x="27" y="606"/>
                </a:lnTo>
                <a:lnTo>
                  <a:pt x="26" y="606"/>
                </a:lnTo>
                <a:lnTo>
                  <a:pt x="25" y="607"/>
                </a:lnTo>
                <a:lnTo>
                  <a:pt x="24" y="607"/>
                </a:lnTo>
                <a:lnTo>
                  <a:pt x="23" y="608"/>
                </a:lnTo>
                <a:lnTo>
                  <a:pt x="23" y="609"/>
                </a:lnTo>
                <a:lnTo>
                  <a:pt x="22" y="608"/>
                </a:lnTo>
                <a:lnTo>
                  <a:pt x="22" y="607"/>
                </a:lnTo>
                <a:lnTo>
                  <a:pt x="23" y="607"/>
                </a:lnTo>
                <a:lnTo>
                  <a:pt x="23" y="606"/>
                </a:lnTo>
                <a:lnTo>
                  <a:pt x="23" y="605"/>
                </a:lnTo>
                <a:lnTo>
                  <a:pt x="23" y="604"/>
                </a:lnTo>
                <a:lnTo>
                  <a:pt x="22" y="602"/>
                </a:lnTo>
                <a:lnTo>
                  <a:pt x="22" y="601"/>
                </a:lnTo>
                <a:lnTo>
                  <a:pt x="22" y="600"/>
                </a:lnTo>
                <a:lnTo>
                  <a:pt x="23" y="599"/>
                </a:lnTo>
                <a:lnTo>
                  <a:pt x="24" y="598"/>
                </a:lnTo>
                <a:lnTo>
                  <a:pt x="25" y="597"/>
                </a:lnTo>
                <a:lnTo>
                  <a:pt x="26" y="597"/>
                </a:lnTo>
                <a:lnTo>
                  <a:pt x="26" y="596"/>
                </a:lnTo>
                <a:lnTo>
                  <a:pt x="25" y="596"/>
                </a:lnTo>
                <a:lnTo>
                  <a:pt x="24" y="595"/>
                </a:lnTo>
                <a:lnTo>
                  <a:pt x="24" y="594"/>
                </a:lnTo>
                <a:lnTo>
                  <a:pt x="25" y="593"/>
                </a:lnTo>
                <a:lnTo>
                  <a:pt x="26" y="592"/>
                </a:lnTo>
                <a:lnTo>
                  <a:pt x="26" y="591"/>
                </a:lnTo>
                <a:lnTo>
                  <a:pt x="26" y="590"/>
                </a:lnTo>
                <a:lnTo>
                  <a:pt x="24" y="588"/>
                </a:lnTo>
                <a:lnTo>
                  <a:pt x="24" y="586"/>
                </a:lnTo>
                <a:lnTo>
                  <a:pt x="23" y="586"/>
                </a:lnTo>
                <a:lnTo>
                  <a:pt x="22" y="586"/>
                </a:lnTo>
                <a:lnTo>
                  <a:pt x="21" y="586"/>
                </a:lnTo>
                <a:lnTo>
                  <a:pt x="19" y="585"/>
                </a:lnTo>
                <a:lnTo>
                  <a:pt x="17" y="585"/>
                </a:lnTo>
                <a:lnTo>
                  <a:pt x="16" y="585"/>
                </a:lnTo>
                <a:lnTo>
                  <a:pt x="16" y="586"/>
                </a:lnTo>
                <a:lnTo>
                  <a:pt x="15" y="586"/>
                </a:lnTo>
                <a:lnTo>
                  <a:pt x="14" y="586"/>
                </a:lnTo>
                <a:lnTo>
                  <a:pt x="14" y="585"/>
                </a:lnTo>
                <a:lnTo>
                  <a:pt x="15" y="584"/>
                </a:lnTo>
                <a:lnTo>
                  <a:pt x="16" y="584"/>
                </a:lnTo>
                <a:lnTo>
                  <a:pt x="17" y="583"/>
                </a:lnTo>
                <a:lnTo>
                  <a:pt x="18" y="582"/>
                </a:lnTo>
                <a:lnTo>
                  <a:pt x="18" y="581"/>
                </a:lnTo>
                <a:lnTo>
                  <a:pt x="17" y="579"/>
                </a:lnTo>
                <a:lnTo>
                  <a:pt x="16" y="579"/>
                </a:lnTo>
                <a:lnTo>
                  <a:pt x="15" y="578"/>
                </a:lnTo>
                <a:lnTo>
                  <a:pt x="14" y="578"/>
                </a:lnTo>
                <a:lnTo>
                  <a:pt x="13" y="578"/>
                </a:lnTo>
                <a:lnTo>
                  <a:pt x="12" y="578"/>
                </a:lnTo>
                <a:lnTo>
                  <a:pt x="12" y="579"/>
                </a:lnTo>
                <a:lnTo>
                  <a:pt x="11" y="580"/>
                </a:lnTo>
                <a:lnTo>
                  <a:pt x="10" y="580"/>
                </a:lnTo>
                <a:lnTo>
                  <a:pt x="9" y="580"/>
                </a:lnTo>
                <a:lnTo>
                  <a:pt x="8" y="581"/>
                </a:lnTo>
                <a:lnTo>
                  <a:pt x="8" y="582"/>
                </a:lnTo>
                <a:lnTo>
                  <a:pt x="7" y="581"/>
                </a:lnTo>
                <a:lnTo>
                  <a:pt x="6" y="581"/>
                </a:lnTo>
                <a:lnTo>
                  <a:pt x="6" y="580"/>
                </a:lnTo>
                <a:lnTo>
                  <a:pt x="5" y="580"/>
                </a:lnTo>
                <a:lnTo>
                  <a:pt x="5" y="579"/>
                </a:lnTo>
                <a:lnTo>
                  <a:pt x="6" y="579"/>
                </a:lnTo>
                <a:lnTo>
                  <a:pt x="6" y="580"/>
                </a:lnTo>
                <a:lnTo>
                  <a:pt x="7" y="580"/>
                </a:lnTo>
                <a:lnTo>
                  <a:pt x="7" y="579"/>
                </a:lnTo>
                <a:lnTo>
                  <a:pt x="8" y="578"/>
                </a:lnTo>
                <a:lnTo>
                  <a:pt x="8" y="577"/>
                </a:lnTo>
                <a:lnTo>
                  <a:pt x="7" y="575"/>
                </a:lnTo>
                <a:lnTo>
                  <a:pt x="6" y="575"/>
                </a:lnTo>
                <a:lnTo>
                  <a:pt x="5" y="575"/>
                </a:lnTo>
                <a:lnTo>
                  <a:pt x="5" y="574"/>
                </a:lnTo>
                <a:lnTo>
                  <a:pt x="4" y="573"/>
                </a:lnTo>
                <a:lnTo>
                  <a:pt x="5" y="573"/>
                </a:lnTo>
                <a:lnTo>
                  <a:pt x="5" y="572"/>
                </a:lnTo>
                <a:lnTo>
                  <a:pt x="5" y="571"/>
                </a:lnTo>
                <a:lnTo>
                  <a:pt x="5" y="570"/>
                </a:lnTo>
                <a:lnTo>
                  <a:pt x="5" y="569"/>
                </a:lnTo>
                <a:lnTo>
                  <a:pt x="4" y="568"/>
                </a:lnTo>
                <a:lnTo>
                  <a:pt x="4" y="567"/>
                </a:lnTo>
                <a:lnTo>
                  <a:pt x="4" y="566"/>
                </a:lnTo>
                <a:lnTo>
                  <a:pt x="3" y="565"/>
                </a:lnTo>
                <a:lnTo>
                  <a:pt x="3" y="564"/>
                </a:lnTo>
                <a:lnTo>
                  <a:pt x="2" y="564"/>
                </a:lnTo>
                <a:lnTo>
                  <a:pt x="2" y="563"/>
                </a:lnTo>
                <a:lnTo>
                  <a:pt x="1" y="563"/>
                </a:lnTo>
                <a:lnTo>
                  <a:pt x="0" y="562"/>
                </a:lnTo>
                <a:lnTo>
                  <a:pt x="0" y="560"/>
                </a:lnTo>
                <a:lnTo>
                  <a:pt x="0" y="559"/>
                </a:lnTo>
                <a:lnTo>
                  <a:pt x="0" y="558"/>
                </a:lnTo>
                <a:lnTo>
                  <a:pt x="0" y="556"/>
                </a:lnTo>
                <a:lnTo>
                  <a:pt x="1" y="555"/>
                </a:lnTo>
                <a:lnTo>
                  <a:pt x="1" y="554"/>
                </a:lnTo>
                <a:lnTo>
                  <a:pt x="2" y="554"/>
                </a:lnTo>
                <a:lnTo>
                  <a:pt x="3" y="554"/>
                </a:lnTo>
                <a:lnTo>
                  <a:pt x="4" y="554"/>
                </a:lnTo>
                <a:lnTo>
                  <a:pt x="4" y="553"/>
                </a:lnTo>
                <a:lnTo>
                  <a:pt x="4" y="552"/>
                </a:lnTo>
                <a:lnTo>
                  <a:pt x="3" y="551"/>
                </a:lnTo>
                <a:lnTo>
                  <a:pt x="3" y="550"/>
                </a:lnTo>
                <a:lnTo>
                  <a:pt x="4" y="547"/>
                </a:lnTo>
                <a:lnTo>
                  <a:pt x="5" y="547"/>
                </a:lnTo>
                <a:lnTo>
                  <a:pt x="6" y="548"/>
                </a:lnTo>
                <a:lnTo>
                  <a:pt x="6" y="549"/>
                </a:lnTo>
                <a:lnTo>
                  <a:pt x="5" y="549"/>
                </a:lnTo>
                <a:lnTo>
                  <a:pt x="5" y="550"/>
                </a:lnTo>
                <a:lnTo>
                  <a:pt x="7" y="550"/>
                </a:lnTo>
                <a:lnTo>
                  <a:pt x="8" y="548"/>
                </a:lnTo>
                <a:lnTo>
                  <a:pt x="8" y="547"/>
                </a:lnTo>
                <a:lnTo>
                  <a:pt x="9" y="547"/>
                </a:lnTo>
                <a:lnTo>
                  <a:pt x="9" y="546"/>
                </a:lnTo>
                <a:lnTo>
                  <a:pt x="9" y="545"/>
                </a:lnTo>
                <a:lnTo>
                  <a:pt x="9" y="544"/>
                </a:lnTo>
                <a:lnTo>
                  <a:pt x="10" y="544"/>
                </a:lnTo>
                <a:lnTo>
                  <a:pt x="11" y="543"/>
                </a:lnTo>
                <a:lnTo>
                  <a:pt x="12" y="543"/>
                </a:lnTo>
                <a:lnTo>
                  <a:pt x="13" y="543"/>
                </a:lnTo>
                <a:lnTo>
                  <a:pt x="12" y="544"/>
                </a:lnTo>
                <a:lnTo>
                  <a:pt x="13" y="544"/>
                </a:lnTo>
                <a:lnTo>
                  <a:pt x="14" y="545"/>
                </a:lnTo>
                <a:lnTo>
                  <a:pt x="14" y="544"/>
                </a:lnTo>
                <a:lnTo>
                  <a:pt x="15" y="544"/>
                </a:lnTo>
                <a:lnTo>
                  <a:pt x="15" y="543"/>
                </a:lnTo>
                <a:lnTo>
                  <a:pt x="15" y="542"/>
                </a:lnTo>
                <a:lnTo>
                  <a:pt x="14" y="542"/>
                </a:lnTo>
                <a:lnTo>
                  <a:pt x="14" y="541"/>
                </a:lnTo>
                <a:lnTo>
                  <a:pt x="14" y="540"/>
                </a:lnTo>
                <a:lnTo>
                  <a:pt x="15" y="540"/>
                </a:lnTo>
                <a:lnTo>
                  <a:pt x="15" y="539"/>
                </a:lnTo>
                <a:lnTo>
                  <a:pt x="16" y="539"/>
                </a:lnTo>
                <a:lnTo>
                  <a:pt x="17" y="539"/>
                </a:lnTo>
                <a:lnTo>
                  <a:pt x="17" y="538"/>
                </a:lnTo>
                <a:lnTo>
                  <a:pt x="17" y="537"/>
                </a:lnTo>
                <a:lnTo>
                  <a:pt x="17" y="536"/>
                </a:lnTo>
                <a:lnTo>
                  <a:pt x="16" y="536"/>
                </a:lnTo>
                <a:lnTo>
                  <a:pt x="16" y="535"/>
                </a:lnTo>
                <a:lnTo>
                  <a:pt x="16" y="534"/>
                </a:lnTo>
                <a:lnTo>
                  <a:pt x="16" y="533"/>
                </a:lnTo>
                <a:lnTo>
                  <a:pt x="17" y="533"/>
                </a:lnTo>
                <a:lnTo>
                  <a:pt x="18" y="534"/>
                </a:lnTo>
                <a:lnTo>
                  <a:pt x="19" y="534"/>
                </a:lnTo>
                <a:lnTo>
                  <a:pt x="20" y="533"/>
                </a:lnTo>
                <a:lnTo>
                  <a:pt x="20" y="532"/>
                </a:lnTo>
                <a:lnTo>
                  <a:pt x="21" y="532"/>
                </a:lnTo>
                <a:lnTo>
                  <a:pt x="22" y="531"/>
                </a:lnTo>
                <a:lnTo>
                  <a:pt x="23" y="531"/>
                </a:lnTo>
                <a:lnTo>
                  <a:pt x="24" y="533"/>
                </a:lnTo>
                <a:lnTo>
                  <a:pt x="25" y="533"/>
                </a:lnTo>
                <a:lnTo>
                  <a:pt x="27" y="533"/>
                </a:lnTo>
                <a:lnTo>
                  <a:pt x="28" y="533"/>
                </a:lnTo>
                <a:lnTo>
                  <a:pt x="29" y="533"/>
                </a:lnTo>
                <a:lnTo>
                  <a:pt x="30" y="534"/>
                </a:lnTo>
                <a:lnTo>
                  <a:pt x="32" y="533"/>
                </a:lnTo>
                <a:lnTo>
                  <a:pt x="33" y="533"/>
                </a:lnTo>
                <a:lnTo>
                  <a:pt x="33" y="532"/>
                </a:lnTo>
                <a:lnTo>
                  <a:pt x="31" y="529"/>
                </a:lnTo>
                <a:lnTo>
                  <a:pt x="31" y="528"/>
                </a:lnTo>
                <a:lnTo>
                  <a:pt x="31" y="527"/>
                </a:lnTo>
                <a:lnTo>
                  <a:pt x="31" y="526"/>
                </a:lnTo>
                <a:lnTo>
                  <a:pt x="32" y="525"/>
                </a:lnTo>
                <a:lnTo>
                  <a:pt x="33" y="524"/>
                </a:lnTo>
                <a:lnTo>
                  <a:pt x="35" y="524"/>
                </a:lnTo>
                <a:lnTo>
                  <a:pt x="35" y="525"/>
                </a:lnTo>
                <a:lnTo>
                  <a:pt x="35" y="526"/>
                </a:lnTo>
                <a:lnTo>
                  <a:pt x="36" y="526"/>
                </a:lnTo>
                <a:lnTo>
                  <a:pt x="38" y="527"/>
                </a:lnTo>
                <a:lnTo>
                  <a:pt x="39" y="527"/>
                </a:lnTo>
                <a:lnTo>
                  <a:pt x="40" y="527"/>
                </a:lnTo>
                <a:lnTo>
                  <a:pt x="40" y="528"/>
                </a:lnTo>
                <a:lnTo>
                  <a:pt x="41" y="529"/>
                </a:lnTo>
                <a:lnTo>
                  <a:pt x="43" y="529"/>
                </a:lnTo>
                <a:lnTo>
                  <a:pt x="43" y="528"/>
                </a:lnTo>
                <a:lnTo>
                  <a:pt x="42" y="528"/>
                </a:lnTo>
                <a:lnTo>
                  <a:pt x="41" y="527"/>
                </a:lnTo>
                <a:lnTo>
                  <a:pt x="41" y="526"/>
                </a:lnTo>
                <a:lnTo>
                  <a:pt x="44" y="524"/>
                </a:lnTo>
                <a:lnTo>
                  <a:pt x="44" y="523"/>
                </a:lnTo>
                <a:lnTo>
                  <a:pt x="43" y="522"/>
                </a:lnTo>
                <a:lnTo>
                  <a:pt x="43" y="521"/>
                </a:lnTo>
                <a:lnTo>
                  <a:pt x="44" y="521"/>
                </a:lnTo>
                <a:lnTo>
                  <a:pt x="45" y="521"/>
                </a:lnTo>
                <a:lnTo>
                  <a:pt x="46" y="522"/>
                </a:lnTo>
                <a:lnTo>
                  <a:pt x="46" y="523"/>
                </a:lnTo>
                <a:lnTo>
                  <a:pt x="47" y="523"/>
                </a:lnTo>
                <a:lnTo>
                  <a:pt x="48" y="523"/>
                </a:lnTo>
                <a:lnTo>
                  <a:pt x="48" y="522"/>
                </a:lnTo>
                <a:lnTo>
                  <a:pt x="47" y="521"/>
                </a:lnTo>
                <a:lnTo>
                  <a:pt x="47" y="520"/>
                </a:lnTo>
                <a:lnTo>
                  <a:pt x="48" y="520"/>
                </a:lnTo>
                <a:lnTo>
                  <a:pt x="48" y="519"/>
                </a:lnTo>
                <a:lnTo>
                  <a:pt x="49" y="519"/>
                </a:lnTo>
                <a:lnTo>
                  <a:pt x="49" y="516"/>
                </a:lnTo>
                <a:lnTo>
                  <a:pt x="48" y="516"/>
                </a:lnTo>
                <a:lnTo>
                  <a:pt x="48" y="514"/>
                </a:lnTo>
                <a:lnTo>
                  <a:pt x="49" y="514"/>
                </a:lnTo>
                <a:lnTo>
                  <a:pt x="49" y="513"/>
                </a:lnTo>
                <a:lnTo>
                  <a:pt x="50" y="513"/>
                </a:lnTo>
                <a:lnTo>
                  <a:pt x="50" y="512"/>
                </a:lnTo>
                <a:lnTo>
                  <a:pt x="51" y="511"/>
                </a:lnTo>
                <a:lnTo>
                  <a:pt x="51" y="510"/>
                </a:lnTo>
                <a:lnTo>
                  <a:pt x="50" y="510"/>
                </a:lnTo>
                <a:lnTo>
                  <a:pt x="50" y="509"/>
                </a:lnTo>
                <a:lnTo>
                  <a:pt x="50" y="508"/>
                </a:lnTo>
                <a:lnTo>
                  <a:pt x="50" y="507"/>
                </a:lnTo>
                <a:lnTo>
                  <a:pt x="51" y="507"/>
                </a:lnTo>
                <a:lnTo>
                  <a:pt x="51" y="506"/>
                </a:lnTo>
                <a:lnTo>
                  <a:pt x="51" y="505"/>
                </a:lnTo>
                <a:lnTo>
                  <a:pt x="51" y="504"/>
                </a:lnTo>
                <a:lnTo>
                  <a:pt x="50" y="504"/>
                </a:lnTo>
                <a:lnTo>
                  <a:pt x="51" y="503"/>
                </a:lnTo>
                <a:lnTo>
                  <a:pt x="52" y="503"/>
                </a:lnTo>
                <a:lnTo>
                  <a:pt x="53" y="503"/>
                </a:lnTo>
                <a:lnTo>
                  <a:pt x="53" y="504"/>
                </a:lnTo>
                <a:lnTo>
                  <a:pt x="54" y="504"/>
                </a:lnTo>
                <a:lnTo>
                  <a:pt x="55" y="503"/>
                </a:lnTo>
                <a:lnTo>
                  <a:pt x="55" y="502"/>
                </a:lnTo>
                <a:lnTo>
                  <a:pt x="55" y="501"/>
                </a:lnTo>
                <a:lnTo>
                  <a:pt x="55" y="500"/>
                </a:lnTo>
                <a:lnTo>
                  <a:pt x="56" y="499"/>
                </a:lnTo>
                <a:lnTo>
                  <a:pt x="56" y="498"/>
                </a:lnTo>
                <a:lnTo>
                  <a:pt x="57" y="498"/>
                </a:lnTo>
                <a:lnTo>
                  <a:pt x="57" y="499"/>
                </a:lnTo>
                <a:lnTo>
                  <a:pt x="58" y="500"/>
                </a:lnTo>
                <a:lnTo>
                  <a:pt x="59" y="500"/>
                </a:lnTo>
                <a:lnTo>
                  <a:pt x="61" y="500"/>
                </a:lnTo>
                <a:lnTo>
                  <a:pt x="61" y="499"/>
                </a:lnTo>
                <a:lnTo>
                  <a:pt x="62" y="499"/>
                </a:lnTo>
                <a:lnTo>
                  <a:pt x="63" y="499"/>
                </a:lnTo>
                <a:lnTo>
                  <a:pt x="64" y="499"/>
                </a:lnTo>
                <a:lnTo>
                  <a:pt x="66" y="498"/>
                </a:lnTo>
                <a:lnTo>
                  <a:pt x="66" y="497"/>
                </a:lnTo>
                <a:lnTo>
                  <a:pt x="67" y="496"/>
                </a:lnTo>
                <a:lnTo>
                  <a:pt x="69" y="497"/>
                </a:lnTo>
                <a:lnTo>
                  <a:pt x="70" y="497"/>
                </a:lnTo>
                <a:lnTo>
                  <a:pt x="70" y="498"/>
                </a:lnTo>
                <a:lnTo>
                  <a:pt x="71" y="498"/>
                </a:lnTo>
                <a:lnTo>
                  <a:pt x="71" y="499"/>
                </a:lnTo>
                <a:lnTo>
                  <a:pt x="72" y="499"/>
                </a:lnTo>
                <a:lnTo>
                  <a:pt x="73" y="499"/>
                </a:lnTo>
                <a:lnTo>
                  <a:pt x="73" y="498"/>
                </a:lnTo>
                <a:lnTo>
                  <a:pt x="74" y="498"/>
                </a:lnTo>
                <a:lnTo>
                  <a:pt x="74" y="497"/>
                </a:lnTo>
                <a:lnTo>
                  <a:pt x="74" y="496"/>
                </a:lnTo>
                <a:lnTo>
                  <a:pt x="75" y="495"/>
                </a:lnTo>
                <a:lnTo>
                  <a:pt x="76" y="495"/>
                </a:lnTo>
                <a:lnTo>
                  <a:pt x="77" y="495"/>
                </a:lnTo>
                <a:lnTo>
                  <a:pt x="78" y="495"/>
                </a:lnTo>
                <a:lnTo>
                  <a:pt x="78" y="494"/>
                </a:lnTo>
                <a:lnTo>
                  <a:pt x="77" y="494"/>
                </a:lnTo>
                <a:lnTo>
                  <a:pt x="77" y="493"/>
                </a:lnTo>
                <a:lnTo>
                  <a:pt x="77" y="492"/>
                </a:lnTo>
                <a:lnTo>
                  <a:pt x="77" y="491"/>
                </a:lnTo>
                <a:lnTo>
                  <a:pt x="77" y="490"/>
                </a:lnTo>
                <a:lnTo>
                  <a:pt x="77" y="489"/>
                </a:lnTo>
                <a:lnTo>
                  <a:pt x="76" y="488"/>
                </a:lnTo>
                <a:lnTo>
                  <a:pt x="75" y="488"/>
                </a:lnTo>
                <a:lnTo>
                  <a:pt x="74" y="488"/>
                </a:lnTo>
                <a:lnTo>
                  <a:pt x="73" y="487"/>
                </a:lnTo>
                <a:lnTo>
                  <a:pt x="73" y="486"/>
                </a:lnTo>
                <a:lnTo>
                  <a:pt x="74" y="486"/>
                </a:lnTo>
                <a:lnTo>
                  <a:pt x="74" y="485"/>
                </a:lnTo>
                <a:lnTo>
                  <a:pt x="74" y="484"/>
                </a:lnTo>
                <a:lnTo>
                  <a:pt x="73" y="483"/>
                </a:lnTo>
                <a:lnTo>
                  <a:pt x="72" y="483"/>
                </a:lnTo>
                <a:lnTo>
                  <a:pt x="72" y="482"/>
                </a:lnTo>
                <a:lnTo>
                  <a:pt x="71" y="481"/>
                </a:lnTo>
                <a:lnTo>
                  <a:pt x="72" y="481"/>
                </a:lnTo>
                <a:lnTo>
                  <a:pt x="73" y="481"/>
                </a:lnTo>
                <a:lnTo>
                  <a:pt x="73" y="480"/>
                </a:lnTo>
                <a:lnTo>
                  <a:pt x="74" y="479"/>
                </a:lnTo>
                <a:lnTo>
                  <a:pt x="74" y="478"/>
                </a:lnTo>
                <a:lnTo>
                  <a:pt x="74" y="477"/>
                </a:lnTo>
                <a:lnTo>
                  <a:pt x="75" y="476"/>
                </a:lnTo>
                <a:lnTo>
                  <a:pt x="76" y="475"/>
                </a:lnTo>
                <a:lnTo>
                  <a:pt x="76" y="474"/>
                </a:lnTo>
                <a:lnTo>
                  <a:pt x="76" y="473"/>
                </a:lnTo>
                <a:lnTo>
                  <a:pt x="76" y="472"/>
                </a:lnTo>
                <a:lnTo>
                  <a:pt x="75" y="472"/>
                </a:lnTo>
                <a:lnTo>
                  <a:pt x="75" y="471"/>
                </a:lnTo>
                <a:lnTo>
                  <a:pt x="75" y="469"/>
                </a:lnTo>
                <a:lnTo>
                  <a:pt x="76" y="467"/>
                </a:lnTo>
                <a:lnTo>
                  <a:pt x="76" y="466"/>
                </a:lnTo>
                <a:lnTo>
                  <a:pt x="78" y="466"/>
                </a:lnTo>
                <a:lnTo>
                  <a:pt x="79" y="466"/>
                </a:lnTo>
                <a:lnTo>
                  <a:pt x="81" y="463"/>
                </a:lnTo>
                <a:lnTo>
                  <a:pt x="80" y="461"/>
                </a:lnTo>
                <a:lnTo>
                  <a:pt x="79" y="459"/>
                </a:lnTo>
                <a:lnTo>
                  <a:pt x="78" y="459"/>
                </a:lnTo>
                <a:lnTo>
                  <a:pt x="77" y="460"/>
                </a:lnTo>
                <a:lnTo>
                  <a:pt x="76" y="461"/>
                </a:lnTo>
                <a:lnTo>
                  <a:pt x="75" y="460"/>
                </a:lnTo>
                <a:lnTo>
                  <a:pt x="75" y="459"/>
                </a:lnTo>
                <a:lnTo>
                  <a:pt x="75" y="458"/>
                </a:lnTo>
                <a:lnTo>
                  <a:pt x="74" y="457"/>
                </a:lnTo>
                <a:lnTo>
                  <a:pt x="73" y="458"/>
                </a:lnTo>
                <a:lnTo>
                  <a:pt x="72" y="459"/>
                </a:lnTo>
                <a:lnTo>
                  <a:pt x="69" y="458"/>
                </a:lnTo>
                <a:lnTo>
                  <a:pt x="68" y="458"/>
                </a:lnTo>
                <a:lnTo>
                  <a:pt x="68" y="456"/>
                </a:lnTo>
                <a:lnTo>
                  <a:pt x="67" y="454"/>
                </a:lnTo>
                <a:lnTo>
                  <a:pt x="67" y="453"/>
                </a:lnTo>
                <a:lnTo>
                  <a:pt x="67" y="452"/>
                </a:lnTo>
                <a:lnTo>
                  <a:pt x="66" y="452"/>
                </a:lnTo>
                <a:lnTo>
                  <a:pt x="66" y="451"/>
                </a:lnTo>
                <a:lnTo>
                  <a:pt x="65" y="451"/>
                </a:lnTo>
                <a:lnTo>
                  <a:pt x="65" y="452"/>
                </a:lnTo>
                <a:lnTo>
                  <a:pt x="64" y="452"/>
                </a:lnTo>
                <a:lnTo>
                  <a:pt x="63" y="452"/>
                </a:lnTo>
                <a:lnTo>
                  <a:pt x="60" y="451"/>
                </a:lnTo>
                <a:lnTo>
                  <a:pt x="60" y="450"/>
                </a:lnTo>
                <a:lnTo>
                  <a:pt x="59" y="447"/>
                </a:lnTo>
                <a:lnTo>
                  <a:pt x="60" y="446"/>
                </a:lnTo>
                <a:lnTo>
                  <a:pt x="60" y="445"/>
                </a:lnTo>
                <a:lnTo>
                  <a:pt x="59" y="445"/>
                </a:lnTo>
                <a:lnTo>
                  <a:pt x="58" y="445"/>
                </a:lnTo>
                <a:lnTo>
                  <a:pt x="58" y="444"/>
                </a:lnTo>
                <a:lnTo>
                  <a:pt x="55" y="444"/>
                </a:lnTo>
                <a:lnTo>
                  <a:pt x="54" y="444"/>
                </a:lnTo>
                <a:lnTo>
                  <a:pt x="52" y="444"/>
                </a:lnTo>
                <a:lnTo>
                  <a:pt x="52" y="443"/>
                </a:lnTo>
                <a:lnTo>
                  <a:pt x="51" y="442"/>
                </a:lnTo>
                <a:lnTo>
                  <a:pt x="51" y="441"/>
                </a:lnTo>
                <a:lnTo>
                  <a:pt x="50" y="441"/>
                </a:lnTo>
                <a:lnTo>
                  <a:pt x="50" y="440"/>
                </a:lnTo>
                <a:lnTo>
                  <a:pt x="49" y="440"/>
                </a:lnTo>
                <a:lnTo>
                  <a:pt x="49" y="441"/>
                </a:lnTo>
                <a:lnTo>
                  <a:pt x="48" y="441"/>
                </a:lnTo>
                <a:lnTo>
                  <a:pt x="48" y="440"/>
                </a:lnTo>
                <a:lnTo>
                  <a:pt x="48" y="439"/>
                </a:lnTo>
                <a:lnTo>
                  <a:pt x="49" y="438"/>
                </a:lnTo>
                <a:lnTo>
                  <a:pt x="49" y="437"/>
                </a:lnTo>
                <a:lnTo>
                  <a:pt x="50" y="437"/>
                </a:lnTo>
                <a:lnTo>
                  <a:pt x="51" y="436"/>
                </a:lnTo>
                <a:lnTo>
                  <a:pt x="51" y="437"/>
                </a:lnTo>
                <a:lnTo>
                  <a:pt x="52" y="437"/>
                </a:lnTo>
                <a:lnTo>
                  <a:pt x="52" y="436"/>
                </a:lnTo>
                <a:lnTo>
                  <a:pt x="52" y="435"/>
                </a:lnTo>
                <a:lnTo>
                  <a:pt x="52" y="434"/>
                </a:lnTo>
                <a:lnTo>
                  <a:pt x="53" y="434"/>
                </a:lnTo>
                <a:lnTo>
                  <a:pt x="51" y="433"/>
                </a:lnTo>
                <a:lnTo>
                  <a:pt x="50" y="433"/>
                </a:lnTo>
                <a:lnTo>
                  <a:pt x="48" y="433"/>
                </a:lnTo>
                <a:lnTo>
                  <a:pt x="47" y="434"/>
                </a:lnTo>
                <a:lnTo>
                  <a:pt x="46" y="435"/>
                </a:lnTo>
                <a:lnTo>
                  <a:pt x="45" y="436"/>
                </a:lnTo>
                <a:lnTo>
                  <a:pt x="45" y="437"/>
                </a:lnTo>
                <a:lnTo>
                  <a:pt x="44" y="436"/>
                </a:lnTo>
                <a:lnTo>
                  <a:pt x="42" y="435"/>
                </a:lnTo>
                <a:lnTo>
                  <a:pt x="42" y="434"/>
                </a:lnTo>
                <a:lnTo>
                  <a:pt x="42" y="433"/>
                </a:lnTo>
                <a:lnTo>
                  <a:pt x="42" y="432"/>
                </a:lnTo>
                <a:lnTo>
                  <a:pt x="43" y="430"/>
                </a:lnTo>
                <a:lnTo>
                  <a:pt x="44" y="429"/>
                </a:lnTo>
                <a:lnTo>
                  <a:pt x="46" y="429"/>
                </a:lnTo>
                <a:lnTo>
                  <a:pt x="46" y="428"/>
                </a:lnTo>
                <a:lnTo>
                  <a:pt x="47" y="428"/>
                </a:lnTo>
                <a:lnTo>
                  <a:pt x="48" y="428"/>
                </a:lnTo>
                <a:lnTo>
                  <a:pt x="48" y="429"/>
                </a:lnTo>
                <a:lnTo>
                  <a:pt x="48" y="430"/>
                </a:lnTo>
                <a:lnTo>
                  <a:pt x="49" y="431"/>
                </a:lnTo>
                <a:lnTo>
                  <a:pt x="50" y="431"/>
                </a:lnTo>
                <a:lnTo>
                  <a:pt x="51" y="430"/>
                </a:lnTo>
                <a:lnTo>
                  <a:pt x="51" y="429"/>
                </a:lnTo>
                <a:lnTo>
                  <a:pt x="51" y="428"/>
                </a:lnTo>
                <a:lnTo>
                  <a:pt x="53" y="428"/>
                </a:lnTo>
                <a:lnTo>
                  <a:pt x="53" y="429"/>
                </a:lnTo>
                <a:lnTo>
                  <a:pt x="54" y="429"/>
                </a:lnTo>
                <a:lnTo>
                  <a:pt x="54" y="430"/>
                </a:lnTo>
                <a:lnTo>
                  <a:pt x="55" y="429"/>
                </a:lnTo>
                <a:lnTo>
                  <a:pt x="56" y="428"/>
                </a:lnTo>
                <a:lnTo>
                  <a:pt x="56" y="427"/>
                </a:lnTo>
                <a:lnTo>
                  <a:pt x="57" y="428"/>
                </a:lnTo>
                <a:lnTo>
                  <a:pt x="58" y="428"/>
                </a:lnTo>
                <a:lnTo>
                  <a:pt x="60" y="428"/>
                </a:lnTo>
                <a:lnTo>
                  <a:pt x="61" y="428"/>
                </a:lnTo>
                <a:lnTo>
                  <a:pt x="61" y="427"/>
                </a:lnTo>
                <a:lnTo>
                  <a:pt x="61" y="426"/>
                </a:lnTo>
                <a:lnTo>
                  <a:pt x="61" y="425"/>
                </a:lnTo>
                <a:lnTo>
                  <a:pt x="60" y="425"/>
                </a:lnTo>
                <a:lnTo>
                  <a:pt x="61" y="424"/>
                </a:lnTo>
                <a:lnTo>
                  <a:pt x="61" y="423"/>
                </a:lnTo>
                <a:lnTo>
                  <a:pt x="62" y="423"/>
                </a:lnTo>
                <a:lnTo>
                  <a:pt x="63" y="423"/>
                </a:lnTo>
                <a:lnTo>
                  <a:pt x="64" y="422"/>
                </a:lnTo>
                <a:lnTo>
                  <a:pt x="63" y="421"/>
                </a:lnTo>
                <a:lnTo>
                  <a:pt x="63" y="420"/>
                </a:lnTo>
                <a:lnTo>
                  <a:pt x="62" y="420"/>
                </a:lnTo>
                <a:lnTo>
                  <a:pt x="62" y="421"/>
                </a:lnTo>
                <a:lnTo>
                  <a:pt x="61" y="421"/>
                </a:lnTo>
                <a:lnTo>
                  <a:pt x="59" y="421"/>
                </a:lnTo>
                <a:lnTo>
                  <a:pt x="56" y="418"/>
                </a:lnTo>
                <a:lnTo>
                  <a:pt x="57" y="416"/>
                </a:lnTo>
                <a:lnTo>
                  <a:pt x="56" y="416"/>
                </a:lnTo>
                <a:lnTo>
                  <a:pt x="56" y="414"/>
                </a:lnTo>
                <a:lnTo>
                  <a:pt x="56" y="413"/>
                </a:lnTo>
                <a:lnTo>
                  <a:pt x="57" y="409"/>
                </a:lnTo>
                <a:lnTo>
                  <a:pt x="61" y="410"/>
                </a:lnTo>
                <a:lnTo>
                  <a:pt x="62" y="411"/>
                </a:lnTo>
                <a:lnTo>
                  <a:pt x="63" y="412"/>
                </a:lnTo>
                <a:lnTo>
                  <a:pt x="64" y="412"/>
                </a:lnTo>
                <a:lnTo>
                  <a:pt x="64" y="411"/>
                </a:lnTo>
                <a:lnTo>
                  <a:pt x="65" y="411"/>
                </a:lnTo>
                <a:lnTo>
                  <a:pt x="65" y="412"/>
                </a:lnTo>
                <a:lnTo>
                  <a:pt x="65" y="414"/>
                </a:lnTo>
                <a:lnTo>
                  <a:pt x="66" y="414"/>
                </a:lnTo>
                <a:lnTo>
                  <a:pt x="67" y="414"/>
                </a:lnTo>
                <a:lnTo>
                  <a:pt x="68" y="414"/>
                </a:lnTo>
                <a:lnTo>
                  <a:pt x="69" y="413"/>
                </a:lnTo>
                <a:lnTo>
                  <a:pt x="71" y="413"/>
                </a:lnTo>
                <a:lnTo>
                  <a:pt x="72" y="413"/>
                </a:lnTo>
                <a:lnTo>
                  <a:pt x="73" y="414"/>
                </a:lnTo>
                <a:lnTo>
                  <a:pt x="74" y="414"/>
                </a:lnTo>
                <a:lnTo>
                  <a:pt x="75" y="413"/>
                </a:lnTo>
                <a:lnTo>
                  <a:pt x="74" y="413"/>
                </a:lnTo>
                <a:lnTo>
                  <a:pt x="74" y="412"/>
                </a:lnTo>
                <a:lnTo>
                  <a:pt x="74" y="411"/>
                </a:lnTo>
                <a:lnTo>
                  <a:pt x="75" y="411"/>
                </a:lnTo>
                <a:lnTo>
                  <a:pt x="76" y="411"/>
                </a:lnTo>
                <a:lnTo>
                  <a:pt x="76" y="410"/>
                </a:lnTo>
                <a:lnTo>
                  <a:pt x="77" y="410"/>
                </a:lnTo>
                <a:lnTo>
                  <a:pt x="77" y="409"/>
                </a:lnTo>
                <a:lnTo>
                  <a:pt x="76" y="409"/>
                </a:lnTo>
                <a:lnTo>
                  <a:pt x="75" y="409"/>
                </a:lnTo>
                <a:lnTo>
                  <a:pt x="74" y="409"/>
                </a:lnTo>
                <a:lnTo>
                  <a:pt x="73" y="408"/>
                </a:lnTo>
                <a:lnTo>
                  <a:pt x="73" y="407"/>
                </a:lnTo>
                <a:lnTo>
                  <a:pt x="72" y="407"/>
                </a:lnTo>
                <a:lnTo>
                  <a:pt x="72" y="404"/>
                </a:lnTo>
                <a:lnTo>
                  <a:pt x="72" y="403"/>
                </a:lnTo>
                <a:lnTo>
                  <a:pt x="72" y="401"/>
                </a:lnTo>
                <a:lnTo>
                  <a:pt x="72" y="400"/>
                </a:lnTo>
                <a:lnTo>
                  <a:pt x="73" y="399"/>
                </a:lnTo>
                <a:lnTo>
                  <a:pt x="74" y="400"/>
                </a:lnTo>
                <a:lnTo>
                  <a:pt x="75" y="400"/>
                </a:lnTo>
                <a:lnTo>
                  <a:pt x="75" y="401"/>
                </a:lnTo>
                <a:lnTo>
                  <a:pt x="76" y="401"/>
                </a:lnTo>
                <a:lnTo>
                  <a:pt x="76" y="400"/>
                </a:lnTo>
                <a:lnTo>
                  <a:pt x="77" y="400"/>
                </a:lnTo>
                <a:lnTo>
                  <a:pt x="78" y="400"/>
                </a:lnTo>
                <a:lnTo>
                  <a:pt x="77" y="400"/>
                </a:lnTo>
                <a:lnTo>
                  <a:pt x="77" y="399"/>
                </a:lnTo>
                <a:lnTo>
                  <a:pt x="76" y="397"/>
                </a:lnTo>
                <a:lnTo>
                  <a:pt x="76" y="396"/>
                </a:lnTo>
                <a:lnTo>
                  <a:pt x="77" y="396"/>
                </a:lnTo>
                <a:lnTo>
                  <a:pt x="78" y="396"/>
                </a:lnTo>
                <a:lnTo>
                  <a:pt x="79" y="396"/>
                </a:lnTo>
                <a:lnTo>
                  <a:pt x="80" y="395"/>
                </a:lnTo>
                <a:lnTo>
                  <a:pt x="80" y="394"/>
                </a:lnTo>
                <a:lnTo>
                  <a:pt x="80" y="393"/>
                </a:lnTo>
                <a:lnTo>
                  <a:pt x="79" y="393"/>
                </a:lnTo>
                <a:lnTo>
                  <a:pt x="79" y="392"/>
                </a:lnTo>
                <a:lnTo>
                  <a:pt x="80" y="391"/>
                </a:lnTo>
                <a:lnTo>
                  <a:pt x="81" y="391"/>
                </a:lnTo>
                <a:lnTo>
                  <a:pt x="81" y="390"/>
                </a:lnTo>
                <a:lnTo>
                  <a:pt x="82" y="388"/>
                </a:lnTo>
                <a:lnTo>
                  <a:pt x="82" y="387"/>
                </a:lnTo>
                <a:lnTo>
                  <a:pt x="81" y="387"/>
                </a:lnTo>
                <a:lnTo>
                  <a:pt x="81" y="386"/>
                </a:lnTo>
                <a:lnTo>
                  <a:pt x="82" y="386"/>
                </a:lnTo>
                <a:lnTo>
                  <a:pt x="82" y="385"/>
                </a:lnTo>
                <a:lnTo>
                  <a:pt x="82" y="384"/>
                </a:lnTo>
                <a:lnTo>
                  <a:pt x="82" y="383"/>
                </a:lnTo>
                <a:lnTo>
                  <a:pt x="83" y="382"/>
                </a:lnTo>
                <a:lnTo>
                  <a:pt x="84" y="382"/>
                </a:lnTo>
                <a:lnTo>
                  <a:pt x="85" y="382"/>
                </a:lnTo>
                <a:lnTo>
                  <a:pt x="86" y="382"/>
                </a:lnTo>
                <a:lnTo>
                  <a:pt x="87" y="380"/>
                </a:lnTo>
                <a:lnTo>
                  <a:pt x="87" y="379"/>
                </a:lnTo>
                <a:lnTo>
                  <a:pt x="86" y="379"/>
                </a:lnTo>
                <a:lnTo>
                  <a:pt x="86" y="378"/>
                </a:lnTo>
                <a:lnTo>
                  <a:pt x="87" y="377"/>
                </a:lnTo>
                <a:lnTo>
                  <a:pt x="87" y="378"/>
                </a:lnTo>
                <a:lnTo>
                  <a:pt x="88" y="378"/>
                </a:lnTo>
                <a:lnTo>
                  <a:pt x="88" y="377"/>
                </a:lnTo>
                <a:lnTo>
                  <a:pt x="89" y="377"/>
                </a:lnTo>
                <a:lnTo>
                  <a:pt x="90" y="376"/>
                </a:lnTo>
                <a:lnTo>
                  <a:pt x="92" y="376"/>
                </a:lnTo>
                <a:lnTo>
                  <a:pt x="93" y="377"/>
                </a:lnTo>
                <a:lnTo>
                  <a:pt x="93" y="378"/>
                </a:lnTo>
                <a:lnTo>
                  <a:pt x="94" y="379"/>
                </a:lnTo>
                <a:lnTo>
                  <a:pt x="95" y="380"/>
                </a:lnTo>
                <a:lnTo>
                  <a:pt x="95" y="381"/>
                </a:lnTo>
                <a:lnTo>
                  <a:pt x="94" y="382"/>
                </a:lnTo>
                <a:lnTo>
                  <a:pt x="94" y="383"/>
                </a:lnTo>
                <a:lnTo>
                  <a:pt x="94" y="384"/>
                </a:lnTo>
                <a:lnTo>
                  <a:pt x="95" y="384"/>
                </a:lnTo>
                <a:lnTo>
                  <a:pt x="95" y="385"/>
                </a:lnTo>
                <a:lnTo>
                  <a:pt x="96" y="385"/>
                </a:lnTo>
                <a:lnTo>
                  <a:pt x="97" y="384"/>
                </a:lnTo>
                <a:lnTo>
                  <a:pt x="98" y="383"/>
                </a:lnTo>
                <a:lnTo>
                  <a:pt x="98" y="381"/>
                </a:lnTo>
                <a:lnTo>
                  <a:pt x="99" y="381"/>
                </a:lnTo>
                <a:lnTo>
                  <a:pt x="100" y="382"/>
                </a:lnTo>
                <a:lnTo>
                  <a:pt x="100" y="383"/>
                </a:lnTo>
                <a:lnTo>
                  <a:pt x="100" y="384"/>
                </a:lnTo>
                <a:lnTo>
                  <a:pt x="100" y="385"/>
                </a:lnTo>
                <a:lnTo>
                  <a:pt x="101" y="386"/>
                </a:lnTo>
                <a:lnTo>
                  <a:pt x="102" y="386"/>
                </a:lnTo>
                <a:lnTo>
                  <a:pt x="103" y="385"/>
                </a:lnTo>
                <a:lnTo>
                  <a:pt x="103" y="383"/>
                </a:lnTo>
                <a:lnTo>
                  <a:pt x="102" y="382"/>
                </a:lnTo>
                <a:lnTo>
                  <a:pt x="103" y="382"/>
                </a:lnTo>
                <a:lnTo>
                  <a:pt x="103" y="381"/>
                </a:lnTo>
                <a:lnTo>
                  <a:pt x="104" y="381"/>
                </a:lnTo>
                <a:lnTo>
                  <a:pt x="104" y="382"/>
                </a:lnTo>
                <a:lnTo>
                  <a:pt x="105" y="383"/>
                </a:lnTo>
                <a:lnTo>
                  <a:pt x="105" y="382"/>
                </a:lnTo>
                <a:lnTo>
                  <a:pt x="106" y="382"/>
                </a:lnTo>
                <a:lnTo>
                  <a:pt x="106" y="383"/>
                </a:lnTo>
                <a:lnTo>
                  <a:pt x="106" y="384"/>
                </a:lnTo>
                <a:lnTo>
                  <a:pt x="105" y="384"/>
                </a:lnTo>
                <a:lnTo>
                  <a:pt x="105" y="385"/>
                </a:lnTo>
                <a:lnTo>
                  <a:pt x="105" y="386"/>
                </a:lnTo>
                <a:lnTo>
                  <a:pt x="106" y="386"/>
                </a:lnTo>
                <a:lnTo>
                  <a:pt x="107" y="385"/>
                </a:lnTo>
                <a:lnTo>
                  <a:pt x="108" y="384"/>
                </a:lnTo>
                <a:lnTo>
                  <a:pt x="109" y="385"/>
                </a:lnTo>
                <a:lnTo>
                  <a:pt x="110" y="386"/>
                </a:lnTo>
                <a:lnTo>
                  <a:pt x="111" y="386"/>
                </a:lnTo>
                <a:lnTo>
                  <a:pt x="112" y="388"/>
                </a:lnTo>
                <a:lnTo>
                  <a:pt x="113" y="388"/>
                </a:lnTo>
                <a:lnTo>
                  <a:pt x="113" y="389"/>
                </a:lnTo>
                <a:lnTo>
                  <a:pt x="114" y="389"/>
                </a:lnTo>
                <a:lnTo>
                  <a:pt x="114" y="388"/>
                </a:lnTo>
                <a:lnTo>
                  <a:pt x="115" y="388"/>
                </a:lnTo>
                <a:lnTo>
                  <a:pt x="117" y="388"/>
                </a:lnTo>
                <a:lnTo>
                  <a:pt x="118" y="389"/>
                </a:lnTo>
                <a:lnTo>
                  <a:pt x="119" y="389"/>
                </a:lnTo>
                <a:lnTo>
                  <a:pt x="119" y="388"/>
                </a:lnTo>
                <a:lnTo>
                  <a:pt x="120" y="388"/>
                </a:lnTo>
                <a:lnTo>
                  <a:pt x="121" y="388"/>
                </a:lnTo>
                <a:lnTo>
                  <a:pt x="121" y="387"/>
                </a:lnTo>
                <a:lnTo>
                  <a:pt x="121" y="388"/>
                </a:lnTo>
                <a:lnTo>
                  <a:pt x="120" y="388"/>
                </a:lnTo>
                <a:lnTo>
                  <a:pt x="120" y="389"/>
                </a:lnTo>
                <a:lnTo>
                  <a:pt x="121" y="389"/>
                </a:lnTo>
                <a:lnTo>
                  <a:pt x="121" y="390"/>
                </a:lnTo>
                <a:lnTo>
                  <a:pt x="122" y="390"/>
                </a:lnTo>
                <a:lnTo>
                  <a:pt x="122" y="389"/>
                </a:lnTo>
                <a:lnTo>
                  <a:pt x="123" y="389"/>
                </a:lnTo>
                <a:lnTo>
                  <a:pt x="123" y="388"/>
                </a:lnTo>
                <a:lnTo>
                  <a:pt x="124" y="388"/>
                </a:lnTo>
                <a:lnTo>
                  <a:pt x="127" y="389"/>
                </a:lnTo>
                <a:lnTo>
                  <a:pt x="128" y="390"/>
                </a:lnTo>
                <a:lnTo>
                  <a:pt x="129" y="391"/>
                </a:lnTo>
                <a:lnTo>
                  <a:pt x="130" y="392"/>
                </a:lnTo>
                <a:lnTo>
                  <a:pt x="131" y="393"/>
                </a:lnTo>
                <a:lnTo>
                  <a:pt x="132" y="394"/>
                </a:lnTo>
                <a:lnTo>
                  <a:pt x="133" y="395"/>
                </a:lnTo>
                <a:lnTo>
                  <a:pt x="134" y="395"/>
                </a:lnTo>
                <a:lnTo>
                  <a:pt x="135" y="395"/>
                </a:lnTo>
                <a:lnTo>
                  <a:pt x="136" y="396"/>
                </a:lnTo>
                <a:lnTo>
                  <a:pt x="136" y="395"/>
                </a:lnTo>
                <a:lnTo>
                  <a:pt x="136" y="394"/>
                </a:lnTo>
                <a:lnTo>
                  <a:pt x="137" y="394"/>
                </a:lnTo>
                <a:lnTo>
                  <a:pt x="138" y="394"/>
                </a:lnTo>
                <a:lnTo>
                  <a:pt x="139" y="396"/>
                </a:lnTo>
                <a:lnTo>
                  <a:pt x="139" y="397"/>
                </a:lnTo>
                <a:lnTo>
                  <a:pt x="138" y="398"/>
                </a:lnTo>
                <a:lnTo>
                  <a:pt x="140" y="399"/>
                </a:lnTo>
                <a:lnTo>
                  <a:pt x="141" y="399"/>
                </a:lnTo>
                <a:lnTo>
                  <a:pt x="141" y="400"/>
                </a:lnTo>
                <a:lnTo>
                  <a:pt x="140" y="400"/>
                </a:lnTo>
                <a:lnTo>
                  <a:pt x="141" y="401"/>
                </a:lnTo>
                <a:lnTo>
                  <a:pt x="142" y="401"/>
                </a:lnTo>
                <a:lnTo>
                  <a:pt x="141" y="401"/>
                </a:lnTo>
                <a:lnTo>
                  <a:pt x="142" y="401"/>
                </a:lnTo>
                <a:lnTo>
                  <a:pt x="142" y="400"/>
                </a:lnTo>
                <a:lnTo>
                  <a:pt x="143" y="400"/>
                </a:lnTo>
                <a:lnTo>
                  <a:pt x="144" y="401"/>
                </a:lnTo>
                <a:lnTo>
                  <a:pt x="144" y="400"/>
                </a:lnTo>
                <a:lnTo>
                  <a:pt x="144" y="401"/>
                </a:lnTo>
                <a:lnTo>
                  <a:pt x="144" y="402"/>
                </a:lnTo>
                <a:lnTo>
                  <a:pt x="145" y="403"/>
                </a:lnTo>
                <a:lnTo>
                  <a:pt x="146" y="403"/>
                </a:lnTo>
                <a:lnTo>
                  <a:pt x="146" y="402"/>
                </a:lnTo>
                <a:lnTo>
                  <a:pt x="146" y="401"/>
                </a:lnTo>
                <a:lnTo>
                  <a:pt x="145" y="401"/>
                </a:lnTo>
                <a:lnTo>
                  <a:pt x="145" y="400"/>
                </a:lnTo>
                <a:lnTo>
                  <a:pt x="145" y="399"/>
                </a:lnTo>
                <a:lnTo>
                  <a:pt x="144" y="399"/>
                </a:lnTo>
                <a:lnTo>
                  <a:pt x="144" y="398"/>
                </a:lnTo>
                <a:lnTo>
                  <a:pt x="146" y="398"/>
                </a:lnTo>
                <a:lnTo>
                  <a:pt x="146" y="399"/>
                </a:lnTo>
                <a:lnTo>
                  <a:pt x="146" y="400"/>
                </a:lnTo>
                <a:lnTo>
                  <a:pt x="146" y="401"/>
                </a:lnTo>
                <a:lnTo>
                  <a:pt x="147" y="400"/>
                </a:lnTo>
                <a:lnTo>
                  <a:pt x="148" y="401"/>
                </a:lnTo>
                <a:lnTo>
                  <a:pt x="150" y="401"/>
                </a:lnTo>
                <a:lnTo>
                  <a:pt x="151" y="401"/>
                </a:lnTo>
                <a:lnTo>
                  <a:pt x="151" y="402"/>
                </a:lnTo>
                <a:lnTo>
                  <a:pt x="152" y="402"/>
                </a:lnTo>
                <a:lnTo>
                  <a:pt x="152" y="403"/>
                </a:lnTo>
                <a:lnTo>
                  <a:pt x="153" y="404"/>
                </a:lnTo>
                <a:lnTo>
                  <a:pt x="153" y="405"/>
                </a:lnTo>
                <a:lnTo>
                  <a:pt x="154" y="407"/>
                </a:lnTo>
                <a:lnTo>
                  <a:pt x="154" y="408"/>
                </a:lnTo>
                <a:lnTo>
                  <a:pt x="153" y="409"/>
                </a:lnTo>
                <a:lnTo>
                  <a:pt x="154" y="409"/>
                </a:lnTo>
                <a:lnTo>
                  <a:pt x="154" y="411"/>
                </a:lnTo>
                <a:lnTo>
                  <a:pt x="154" y="412"/>
                </a:lnTo>
                <a:lnTo>
                  <a:pt x="153" y="412"/>
                </a:lnTo>
                <a:lnTo>
                  <a:pt x="153" y="413"/>
                </a:lnTo>
                <a:lnTo>
                  <a:pt x="153" y="414"/>
                </a:lnTo>
                <a:lnTo>
                  <a:pt x="154" y="416"/>
                </a:lnTo>
                <a:lnTo>
                  <a:pt x="155" y="416"/>
                </a:lnTo>
                <a:lnTo>
                  <a:pt x="154" y="418"/>
                </a:lnTo>
                <a:lnTo>
                  <a:pt x="156" y="417"/>
                </a:lnTo>
                <a:lnTo>
                  <a:pt x="158" y="417"/>
                </a:lnTo>
                <a:lnTo>
                  <a:pt x="158" y="418"/>
                </a:lnTo>
                <a:lnTo>
                  <a:pt x="157" y="420"/>
                </a:lnTo>
                <a:lnTo>
                  <a:pt x="156" y="421"/>
                </a:lnTo>
                <a:lnTo>
                  <a:pt x="157" y="421"/>
                </a:lnTo>
                <a:lnTo>
                  <a:pt x="158" y="423"/>
                </a:lnTo>
                <a:lnTo>
                  <a:pt x="159" y="423"/>
                </a:lnTo>
                <a:lnTo>
                  <a:pt x="160" y="423"/>
                </a:lnTo>
                <a:lnTo>
                  <a:pt x="161" y="423"/>
                </a:lnTo>
                <a:lnTo>
                  <a:pt x="161" y="422"/>
                </a:lnTo>
                <a:lnTo>
                  <a:pt x="162" y="422"/>
                </a:lnTo>
                <a:lnTo>
                  <a:pt x="163" y="421"/>
                </a:lnTo>
                <a:lnTo>
                  <a:pt x="164" y="422"/>
                </a:lnTo>
                <a:lnTo>
                  <a:pt x="165" y="423"/>
                </a:lnTo>
                <a:lnTo>
                  <a:pt x="165" y="424"/>
                </a:lnTo>
                <a:lnTo>
                  <a:pt x="164" y="425"/>
                </a:lnTo>
                <a:lnTo>
                  <a:pt x="164" y="426"/>
                </a:lnTo>
                <a:lnTo>
                  <a:pt x="164" y="427"/>
                </a:lnTo>
                <a:lnTo>
                  <a:pt x="165" y="428"/>
                </a:lnTo>
                <a:lnTo>
                  <a:pt x="166" y="428"/>
                </a:lnTo>
                <a:lnTo>
                  <a:pt x="167" y="426"/>
                </a:lnTo>
                <a:lnTo>
                  <a:pt x="166" y="426"/>
                </a:lnTo>
                <a:lnTo>
                  <a:pt x="166" y="425"/>
                </a:lnTo>
                <a:lnTo>
                  <a:pt x="166" y="424"/>
                </a:lnTo>
                <a:lnTo>
                  <a:pt x="167" y="424"/>
                </a:lnTo>
                <a:lnTo>
                  <a:pt x="168" y="424"/>
                </a:lnTo>
                <a:lnTo>
                  <a:pt x="168" y="425"/>
                </a:lnTo>
                <a:lnTo>
                  <a:pt x="168" y="424"/>
                </a:lnTo>
                <a:lnTo>
                  <a:pt x="169" y="424"/>
                </a:lnTo>
                <a:lnTo>
                  <a:pt x="169" y="425"/>
                </a:lnTo>
                <a:lnTo>
                  <a:pt x="169" y="426"/>
                </a:lnTo>
                <a:lnTo>
                  <a:pt x="169" y="427"/>
                </a:lnTo>
                <a:lnTo>
                  <a:pt x="170" y="427"/>
                </a:lnTo>
                <a:lnTo>
                  <a:pt x="170" y="423"/>
                </a:lnTo>
                <a:lnTo>
                  <a:pt x="170" y="422"/>
                </a:lnTo>
                <a:lnTo>
                  <a:pt x="169" y="422"/>
                </a:lnTo>
                <a:lnTo>
                  <a:pt x="168" y="421"/>
                </a:lnTo>
                <a:lnTo>
                  <a:pt x="169" y="421"/>
                </a:lnTo>
                <a:lnTo>
                  <a:pt x="171" y="422"/>
                </a:lnTo>
                <a:lnTo>
                  <a:pt x="172" y="422"/>
                </a:lnTo>
                <a:lnTo>
                  <a:pt x="172" y="423"/>
                </a:lnTo>
                <a:lnTo>
                  <a:pt x="171" y="423"/>
                </a:lnTo>
                <a:lnTo>
                  <a:pt x="171" y="425"/>
                </a:lnTo>
                <a:lnTo>
                  <a:pt x="172" y="425"/>
                </a:lnTo>
                <a:lnTo>
                  <a:pt x="173" y="424"/>
                </a:lnTo>
                <a:lnTo>
                  <a:pt x="174" y="423"/>
                </a:lnTo>
                <a:lnTo>
                  <a:pt x="174" y="422"/>
                </a:lnTo>
                <a:lnTo>
                  <a:pt x="174" y="421"/>
                </a:lnTo>
                <a:lnTo>
                  <a:pt x="174" y="420"/>
                </a:lnTo>
                <a:lnTo>
                  <a:pt x="175" y="419"/>
                </a:lnTo>
                <a:lnTo>
                  <a:pt x="176" y="419"/>
                </a:lnTo>
                <a:lnTo>
                  <a:pt x="176" y="418"/>
                </a:lnTo>
                <a:lnTo>
                  <a:pt x="176" y="417"/>
                </a:lnTo>
                <a:lnTo>
                  <a:pt x="175" y="416"/>
                </a:lnTo>
                <a:lnTo>
                  <a:pt x="176" y="416"/>
                </a:lnTo>
                <a:lnTo>
                  <a:pt x="177" y="416"/>
                </a:lnTo>
                <a:lnTo>
                  <a:pt x="178" y="416"/>
                </a:lnTo>
                <a:lnTo>
                  <a:pt x="179" y="418"/>
                </a:lnTo>
                <a:lnTo>
                  <a:pt x="180" y="418"/>
                </a:lnTo>
                <a:lnTo>
                  <a:pt x="181" y="418"/>
                </a:lnTo>
                <a:lnTo>
                  <a:pt x="182" y="417"/>
                </a:lnTo>
                <a:lnTo>
                  <a:pt x="182" y="416"/>
                </a:lnTo>
                <a:lnTo>
                  <a:pt x="183" y="415"/>
                </a:lnTo>
                <a:lnTo>
                  <a:pt x="185" y="415"/>
                </a:lnTo>
                <a:lnTo>
                  <a:pt x="187" y="415"/>
                </a:lnTo>
                <a:lnTo>
                  <a:pt x="187" y="414"/>
                </a:lnTo>
                <a:lnTo>
                  <a:pt x="188" y="414"/>
                </a:lnTo>
                <a:lnTo>
                  <a:pt x="189" y="414"/>
                </a:lnTo>
                <a:lnTo>
                  <a:pt x="190" y="415"/>
                </a:lnTo>
                <a:lnTo>
                  <a:pt x="191" y="415"/>
                </a:lnTo>
                <a:lnTo>
                  <a:pt x="191" y="414"/>
                </a:lnTo>
                <a:lnTo>
                  <a:pt x="190" y="413"/>
                </a:lnTo>
                <a:lnTo>
                  <a:pt x="190" y="412"/>
                </a:lnTo>
                <a:lnTo>
                  <a:pt x="191" y="412"/>
                </a:lnTo>
                <a:lnTo>
                  <a:pt x="192" y="413"/>
                </a:lnTo>
                <a:lnTo>
                  <a:pt x="192" y="414"/>
                </a:lnTo>
                <a:lnTo>
                  <a:pt x="193" y="414"/>
                </a:lnTo>
                <a:lnTo>
                  <a:pt x="193" y="415"/>
                </a:lnTo>
                <a:lnTo>
                  <a:pt x="195" y="415"/>
                </a:lnTo>
                <a:lnTo>
                  <a:pt x="197" y="413"/>
                </a:lnTo>
                <a:lnTo>
                  <a:pt x="198" y="412"/>
                </a:lnTo>
                <a:lnTo>
                  <a:pt x="198" y="411"/>
                </a:lnTo>
                <a:lnTo>
                  <a:pt x="197" y="411"/>
                </a:lnTo>
                <a:lnTo>
                  <a:pt x="196" y="410"/>
                </a:lnTo>
                <a:lnTo>
                  <a:pt x="195" y="409"/>
                </a:lnTo>
                <a:lnTo>
                  <a:pt x="194" y="408"/>
                </a:lnTo>
                <a:lnTo>
                  <a:pt x="195" y="407"/>
                </a:lnTo>
                <a:lnTo>
                  <a:pt x="196" y="407"/>
                </a:lnTo>
                <a:lnTo>
                  <a:pt x="196" y="408"/>
                </a:lnTo>
                <a:lnTo>
                  <a:pt x="197" y="408"/>
                </a:lnTo>
                <a:lnTo>
                  <a:pt x="198" y="408"/>
                </a:lnTo>
                <a:lnTo>
                  <a:pt x="199" y="408"/>
                </a:lnTo>
                <a:lnTo>
                  <a:pt x="199" y="407"/>
                </a:lnTo>
                <a:lnTo>
                  <a:pt x="198" y="406"/>
                </a:lnTo>
                <a:lnTo>
                  <a:pt x="198" y="405"/>
                </a:lnTo>
                <a:lnTo>
                  <a:pt x="198" y="404"/>
                </a:lnTo>
                <a:lnTo>
                  <a:pt x="199" y="404"/>
                </a:lnTo>
                <a:lnTo>
                  <a:pt x="199" y="405"/>
                </a:lnTo>
                <a:lnTo>
                  <a:pt x="200" y="405"/>
                </a:lnTo>
                <a:lnTo>
                  <a:pt x="201" y="404"/>
                </a:lnTo>
                <a:lnTo>
                  <a:pt x="200" y="404"/>
                </a:lnTo>
                <a:lnTo>
                  <a:pt x="200" y="403"/>
                </a:lnTo>
                <a:lnTo>
                  <a:pt x="199" y="402"/>
                </a:lnTo>
                <a:lnTo>
                  <a:pt x="199" y="401"/>
                </a:lnTo>
                <a:lnTo>
                  <a:pt x="200" y="401"/>
                </a:lnTo>
                <a:lnTo>
                  <a:pt x="201" y="401"/>
                </a:lnTo>
                <a:lnTo>
                  <a:pt x="202" y="402"/>
                </a:lnTo>
                <a:lnTo>
                  <a:pt x="201" y="402"/>
                </a:lnTo>
                <a:lnTo>
                  <a:pt x="201" y="403"/>
                </a:lnTo>
                <a:lnTo>
                  <a:pt x="202" y="403"/>
                </a:lnTo>
                <a:lnTo>
                  <a:pt x="202" y="402"/>
                </a:lnTo>
                <a:lnTo>
                  <a:pt x="203" y="402"/>
                </a:lnTo>
                <a:lnTo>
                  <a:pt x="204" y="403"/>
                </a:lnTo>
                <a:lnTo>
                  <a:pt x="205" y="403"/>
                </a:lnTo>
                <a:lnTo>
                  <a:pt x="205" y="402"/>
                </a:lnTo>
                <a:lnTo>
                  <a:pt x="206" y="402"/>
                </a:lnTo>
                <a:lnTo>
                  <a:pt x="209" y="403"/>
                </a:lnTo>
                <a:lnTo>
                  <a:pt x="210" y="404"/>
                </a:lnTo>
                <a:lnTo>
                  <a:pt x="210" y="405"/>
                </a:lnTo>
                <a:lnTo>
                  <a:pt x="212" y="405"/>
                </a:lnTo>
                <a:lnTo>
                  <a:pt x="212" y="404"/>
                </a:lnTo>
                <a:lnTo>
                  <a:pt x="212" y="403"/>
                </a:lnTo>
                <a:lnTo>
                  <a:pt x="213" y="403"/>
                </a:lnTo>
                <a:lnTo>
                  <a:pt x="214" y="403"/>
                </a:lnTo>
                <a:lnTo>
                  <a:pt x="214" y="402"/>
                </a:lnTo>
                <a:lnTo>
                  <a:pt x="215" y="402"/>
                </a:lnTo>
                <a:lnTo>
                  <a:pt x="216" y="403"/>
                </a:lnTo>
                <a:lnTo>
                  <a:pt x="217" y="403"/>
                </a:lnTo>
                <a:lnTo>
                  <a:pt x="218" y="403"/>
                </a:lnTo>
                <a:lnTo>
                  <a:pt x="218" y="401"/>
                </a:lnTo>
                <a:lnTo>
                  <a:pt x="218" y="400"/>
                </a:lnTo>
                <a:lnTo>
                  <a:pt x="219" y="399"/>
                </a:lnTo>
                <a:lnTo>
                  <a:pt x="220" y="399"/>
                </a:lnTo>
                <a:lnTo>
                  <a:pt x="221" y="399"/>
                </a:lnTo>
                <a:lnTo>
                  <a:pt x="221" y="400"/>
                </a:lnTo>
                <a:lnTo>
                  <a:pt x="222" y="400"/>
                </a:lnTo>
                <a:lnTo>
                  <a:pt x="222" y="401"/>
                </a:lnTo>
                <a:lnTo>
                  <a:pt x="223" y="401"/>
                </a:lnTo>
                <a:lnTo>
                  <a:pt x="224" y="402"/>
                </a:lnTo>
                <a:lnTo>
                  <a:pt x="225" y="402"/>
                </a:lnTo>
                <a:lnTo>
                  <a:pt x="226" y="403"/>
                </a:lnTo>
                <a:lnTo>
                  <a:pt x="226" y="404"/>
                </a:lnTo>
                <a:lnTo>
                  <a:pt x="227" y="404"/>
                </a:lnTo>
                <a:lnTo>
                  <a:pt x="228" y="404"/>
                </a:lnTo>
                <a:lnTo>
                  <a:pt x="229" y="404"/>
                </a:lnTo>
                <a:lnTo>
                  <a:pt x="230" y="404"/>
                </a:lnTo>
                <a:lnTo>
                  <a:pt x="231" y="405"/>
                </a:lnTo>
                <a:lnTo>
                  <a:pt x="231" y="406"/>
                </a:lnTo>
                <a:lnTo>
                  <a:pt x="232" y="406"/>
                </a:lnTo>
                <a:lnTo>
                  <a:pt x="232" y="408"/>
                </a:lnTo>
                <a:lnTo>
                  <a:pt x="232" y="409"/>
                </a:lnTo>
                <a:lnTo>
                  <a:pt x="233" y="409"/>
                </a:lnTo>
                <a:lnTo>
                  <a:pt x="234" y="409"/>
                </a:lnTo>
                <a:lnTo>
                  <a:pt x="234" y="410"/>
                </a:lnTo>
                <a:lnTo>
                  <a:pt x="234" y="411"/>
                </a:lnTo>
                <a:lnTo>
                  <a:pt x="235" y="413"/>
                </a:lnTo>
                <a:lnTo>
                  <a:pt x="234" y="413"/>
                </a:lnTo>
                <a:lnTo>
                  <a:pt x="232" y="414"/>
                </a:lnTo>
                <a:lnTo>
                  <a:pt x="230" y="416"/>
                </a:lnTo>
                <a:lnTo>
                  <a:pt x="229" y="416"/>
                </a:lnTo>
                <a:lnTo>
                  <a:pt x="229" y="417"/>
                </a:lnTo>
                <a:lnTo>
                  <a:pt x="230" y="417"/>
                </a:lnTo>
                <a:lnTo>
                  <a:pt x="231" y="417"/>
                </a:lnTo>
                <a:lnTo>
                  <a:pt x="232" y="417"/>
                </a:lnTo>
                <a:lnTo>
                  <a:pt x="232" y="418"/>
                </a:lnTo>
                <a:lnTo>
                  <a:pt x="233" y="418"/>
                </a:lnTo>
                <a:lnTo>
                  <a:pt x="233" y="419"/>
                </a:lnTo>
                <a:lnTo>
                  <a:pt x="233" y="420"/>
                </a:lnTo>
                <a:lnTo>
                  <a:pt x="232" y="421"/>
                </a:lnTo>
                <a:lnTo>
                  <a:pt x="232" y="422"/>
                </a:lnTo>
                <a:lnTo>
                  <a:pt x="232" y="423"/>
                </a:lnTo>
                <a:lnTo>
                  <a:pt x="233" y="423"/>
                </a:lnTo>
                <a:lnTo>
                  <a:pt x="234" y="424"/>
                </a:lnTo>
                <a:lnTo>
                  <a:pt x="236" y="425"/>
                </a:lnTo>
                <a:lnTo>
                  <a:pt x="235" y="426"/>
                </a:lnTo>
                <a:lnTo>
                  <a:pt x="235" y="427"/>
                </a:lnTo>
                <a:lnTo>
                  <a:pt x="234" y="427"/>
                </a:lnTo>
                <a:lnTo>
                  <a:pt x="235" y="427"/>
                </a:lnTo>
                <a:lnTo>
                  <a:pt x="235" y="428"/>
                </a:lnTo>
                <a:lnTo>
                  <a:pt x="236" y="428"/>
                </a:lnTo>
                <a:lnTo>
                  <a:pt x="237" y="428"/>
                </a:lnTo>
                <a:lnTo>
                  <a:pt x="238" y="429"/>
                </a:lnTo>
                <a:lnTo>
                  <a:pt x="239" y="430"/>
                </a:lnTo>
                <a:lnTo>
                  <a:pt x="239" y="431"/>
                </a:lnTo>
                <a:lnTo>
                  <a:pt x="240" y="431"/>
                </a:lnTo>
                <a:lnTo>
                  <a:pt x="241" y="431"/>
                </a:lnTo>
                <a:lnTo>
                  <a:pt x="242" y="432"/>
                </a:lnTo>
                <a:lnTo>
                  <a:pt x="241" y="434"/>
                </a:lnTo>
                <a:lnTo>
                  <a:pt x="241" y="437"/>
                </a:lnTo>
                <a:lnTo>
                  <a:pt x="241" y="438"/>
                </a:lnTo>
                <a:lnTo>
                  <a:pt x="240" y="438"/>
                </a:lnTo>
                <a:lnTo>
                  <a:pt x="241" y="439"/>
                </a:lnTo>
                <a:lnTo>
                  <a:pt x="242" y="439"/>
                </a:lnTo>
                <a:lnTo>
                  <a:pt x="243" y="438"/>
                </a:lnTo>
                <a:lnTo>
                  <a:pt x="244" y="438"/>
                </a:lnTo>
                <a:lnTo>
                  <a:pt x="244" y="439"/>
                </a:lnTo>
                <a:lnTo>
                  <a:pt x="244" y="440"/>
                </a:lnTo>
                <a:lnTo>
                  <a:pt x="246" y="440"/>
                </a:lnTo>
                <a:lnTo>
                  <a:pt x="246" y="441"/>
                </a:lnTo>
                <a:lnTo>
                  <a:pt x="246" y="444"/>
                </a:lnTo>
                <a:lnTo>
                  <a:pt x="246" y="445"/>
                </a:lnTo>
                <a:lnTo>
                  <a:pt x="246" y="446"/>
                </a:lnTo>
                <a:lnTo>
                  <a:pt x="245" y="447"/>
                </a:lnTo>
                <a:lnTo>
                  <a:pt x="246" y="449"/>
                </a:lnTo>
                <a:lnTo>
                  <a:pt x="246" y="450"/>
                </a:lnTo>
                <a:lnTo>
                  <a:pt x="247" y="450"/>
                </a:lnTo>
                <a:lnTo>
                  <a:pt x="248" y="450"/>
                </a:lnTo>
                <a:lnTo>
                  <a:pt x="250" y="452"/>
                </a:lnTo>
                <a:lnTo>
                  <a:pt x="251" y="452"/>
                </a:lnTo>
                <a:lnTo>
                  <a:pt x="251" y="453"/>
                </a:lnTo>
                <a:lnTo>
                  <a:pt x="250" y="454"/>
                </a:lnTo>
                <a:lnTo>
                  <a:pt x="250" y="455"/>
                </a:lnTo>
                <a:lnTo>
                  <a:pt x="250" y="456"/>
                </a:lnTo>
                <a:lnTo>
                  <a:pt x="250" y="457"/>
                </a:lnTo>
                <a:lnTo>
                  <a:pt x="251" y="457"/>
                </a:lnTo>
                <a:lnTo>
                  <a:pt x="251" y="458"/>
                </a:lnTo>
                <a:lnTo>
                  <a:pt x="252" y="458"/>
                </a:lnTo>
                <a:lnTo>
                  <a:pt x="253" y="458"/>
                </a:lnTo>
                <a:lnTo>
                  <a:pt x="253" y="459"/>
                </a:lnTo>
                <a:lnTo>
                  <a:pt x="254" y="459"/>
                </a:lnTo>
                <a:lnTo>
                  <a:pt x="255" y="460"/>
                </a:lnTo>
                <a:lnTo>
                  <a:pt x="258" y="460"/>
                </a:lnTo>
                <a:lnTo>
                  <a:pt x="258" y="461"/>
                </a:lnTo>
                <a:lnTo>
                  <a:pt x="259" y="461"/>
                </a:lnTo>
                <a:lnTo>
                  <a:pt x="261" y="460"/>
                </a:lnTo>
                <a:lnTo>
                  <a:pt x="262" y="460"/>
                </a:lnTo>
                <a:lnTo>
                  <a:pt x="263" y="459"/>
                </a:lnTo>
                <a:lnTo>
                  <a:pt x="265" y="458"/>
                </a:lnTo>
                <a:lnTo>
                  <a:pt x="265" y="457"/>
                </a:lnTo>
                <a:lnTo>
                  <a:pt x="266" y="457"/>
                </a:lnTo>
                <a:lnTo>
                  <a:pt x="267" y="457"/>
                </a:lnTo>
                <a:lnTo>
                  <a:pt x="268" y="457"/>
                </a:lnTo>
                <a:lnTo>
                  <a:pt x="269" y="455"/>
                </a:lnTo>
                <a:lnTo>
                  <a:pt x="270" y="453"/>
                </a:lnTo>
                <a:lnTo>
                  <a:pt x="271" y="453"/>
                </a:lnTo>
                <a:lnTo>
                  <a:pt x="272" y="454"/>
                </a:lnTo>
                <a:lnTo>
                  <a:pt x="272" y="455"/>
                </a:lnTo>
                <a:lnTo>
                  <a:pt x="273" y="456"/>
                </a:lnTo>
                <a:lnTo>
                  <a:pt x="274" y="457"/>
                </a:lnTo>
                <a:lnTo>
                  <a:pt x="274" y="458"/>
                </a:lnTo>
                <a:lnTo>
                  <a:pt x="277" y="457"/>
                </a:lnTo>
                <a:lnTo>
                  <a:pt x="279" y="456"/>
                </a:lnTo>
                <a:lnTo>
                  <a:pt x="279" y="457"/>
                </a:lnTo>
                <a:lnTo>
                  <a:pt x="280" y="457"/>
                </a:lnTo>
                <a:lnTo>
                  <a:pt x="281" y="457"/>
                </a:lnTo>
                <a:lnTo>
                  <a:pt x="282" y="457"/>
                </a:lnTo>
                <a:lnTo>
                  <a:pt x="282" y="458"/>
                </a:lnTo>
                <a:lnTo>
                  <a:pt x="283" y="458"/>
                </a:lnTo>
                <a:lnTo>
                  <a:pt x="285" y="456"/>
                </a:lnTo>
                <a:lnTo>
                  <a:pt x="286" y="456"/>
                </a:lnTo>
                <a:lnTo>
                  <a:pt x="286" y="455"/>
                </a:lnTo>
                <a:lnTo>
                  <a:pt x="287" y="455"/>
                </a:lnTo>
                <a:lnTo>
                  <a:pt x="289" y="456"/>
                </a:lnTo>
                <a:lnTo>
                  <a:pt x="289" y="455"/>
                </a:lnTo>
                <a:lnTo>
                  <a:pt x="291" y="452"/>
                </a:lnTo>
                <a:lnTo>
                  <a:pt x="291" y="451"/>
                </a:lnTo>
                <a:lnTo>
                  <a:pt x="290" y="451"/>
                </a:lnTo>
                <a:lnTo>
                  <a:pt x="290" y="450"/>
                </a:lnTo>
                <a:lnTo>
                  <a:pt x="291" y="449"/>
                </a:lnTo>
                <a:lnTo>
                  <a:pt x="291" y="448"/>
                </a:lnTo>
                <a:lnTo>
                  <a:pt x="292" y="447"/>
                </a:lnTo>
                <a:lnTo>
                  <a:pt x="293" y="446"/>
                </a:lnTo>
                <a:lnTo>
                  <a:pt x="294" y="446"/>
                </a:lnTo>
                <a:lnTo>
                  <a:pt x="295" y="445"/>
                </a:lnTo>
                <a:lnTo>
                  <a:pt x="295" y="446"/>
                </a:lnTo>
                <a:lnTo>
                  <a:pt x="296" y="446"/>
                </a:lnTo>
                <a:lnTo>
                  <a:pt x="297" y="448"/>
                </a:lnTo>
                <a:lnTo>
                  <a:pt x="298" y="450"/>
                </a:lnTo>
                <a:lnTo>
                  <a:pt x="298" y="451"/>
                </a:lnTo>
                <a:lnTo>
                  <a:pt x="299" y="452"/>
                </a:lnTo>
                <a:lnTo>
                  <a:pt x="300" y="452"/>
                </a:lnTo>
                <a:lnTo>
                  <a:pt x="301" y="452"/>
                </a:lnTo>
                <a:lnTo>
                  <a:pt x="301" y="453"/>
                </a:lnTo>
                <a:lnTo>
                  <a:pt x="301" y="454"/>
                </a:lnTo>
                <a:lnTo>
                  <a:pt x="302" y="454"/>
                </a:lnTo>
                <a:lnTo>
                  <a:pt x="302" y="455"/>
                </a:lnTo>
                <a:lnTo>
                  <a:pt x="303" y="456"/>
                </a:lnTo>
                <a:lnTo>
                  <a:pt x="304" y="456"/>
                </a:lnTo>
                <a:lnTo>
                  <a:pt x="306" y="456"/>
                </a:lnTo>
                <a:lnTo>
                  <a:pt x="306" y="455"/>
                </a:lnTo>
                <a:lnTo>
                  <a:pt x="305" y="454"/>
                </a:lnTo>
                <a:lnTo>
                  <a:pt x="305" y="453"/>
                </a:lnTo>
                <a:lnTo>
                  <a:pt x="305" y="452"/>
                </a:lnTo>
                <a:lnTo>
                  <a:pt x="306" y="451"/>
                </a:lnTo>
                <a:lnTo>
                  <a:pt x="307" y="452"/>
                </a:lnTo>
                <a:lnTo>
                  <a:pt x="307" y="453"/>
                </a:lnTo>
                <a:lnTo>
                  <a:pt x="307" y="454"/>
                </a:lnTo>
                <a:lnTo>
                  <a:pt x="308" y="454"/>
                </a:lnTo>
                <a:lnTo>
                  <a:pt x="309" y="454"/>
                </a:lnTo>
                <a:lnTo>
                  <a:pt x="310" y="453"/>
                </a:lnTo>
                <a:lnTo>
                  <a:pt x="311" y="453"/>
                </a:lnTo>
                <a:lnTo>
                  <a:pt x="312" y="452"/>
                </a:lnTo>
                <a:lnTo>
                  <a:pt x="313" y="450"/>
                </a:lnTo>
                <a:lnTo>
                  <a:pt x="313" y="449"/>
                </a:lnTo>
                <a:lnTo>
                  <a:pt x="312" y="449"/>
                </a:lnTo>
                <a:lnTo>
                  <a:pt x="312" y="448"/>
                </a:lnTo>
                <a:lnTo>
                  <a:pt x="311" y="447"/>
                </a:lnTo>
                <a:lnTo>
                  <a:pt x="311" y="446"/>
                </a:lnTo>
                <a:lnTo>
                  <a:pt x="312" y="443"/>
                </a:lnTo>
                <a:lnTo>
                  <a:pt x="312" y="442"/>
                </a:lnTo>
                <a:lnTo>
                  <a:pt x="314" y="443"/>
                </a:lnTo>
                <a:lnTo>
                  <a:pt x="315" y="444"/>
                </a:lnTo>
                <a:lnTo>
                  <a:pt x="316" y="443"/>
                </a:lnTo>
                <a:lnTo>
                  <a:pt x="317" y="442"/>
                </a:lnTo>
                <a:lnTo>
                  <a:pt x="316" y="440"/>
                </a:lnTo>
                <a:lnTo>
                  <a:pt x="317" y="439"/>
                </a:lnTo>
                <a:lnTo>
                  <a:pt x="317" y="438"/>
                </a:lnTo>
                <a:lnTo>
                  <a:pt x="318" y="438"/>
                </a:lnTo>
                <a:lnTo>
                  <a:pt x="318" y="439"/>
                </a:lnTo>
                <a:lnTo>
                  <a:pt x="319" y="439"/>
                </a:lnTo>
                <a:lnTo>
                  <a:pt x="321" y="438"/>
                </a:lnTo>
                <a:lnTo>
                  <a:pt x="321" y="437"/>
                </a:lnTo>
                <a:lnTo>
                  <a:pt x="323" y="435"/>
                </a:lnTo>
                <a:lnTo>
                  <a:pt x="323" y="433"/>
                </a:lnTo>
                <a:lnTo>
                  <a:pt x="324" y="432"/>
                </a:lnTo>
                <a:lnTo>
                  <a:pt x="327" y="429"/>
                </a:lnTo>
                <a:lnTo>
                  <a:pt x="329" y="427"/>
                </a:lnTo>
                <a:lnTo>
                  <a:pt x="330" y="426"/>
                </a:lnTo>
                <a:lnTo>
                  <a:pt x="330" y="425"/>
                </a:lnTo>
                <a:lnTo>
                  <a:pt x="332" y="423"/>
                </a:lnTo>
                <a:lnTo>
                  <a:pt x="334" y="421"/>
                </a:lnTo>
                <a:lnTo>
                  <a:pt x="336" y="418"/>
                </a:lnTo>
                <a:lnTo>
                  <a:pt x="337" y="417"/>
                </a:lnTo>
                <a:lnTo>
                  <a:pt x="337" y="416"/>
                </a:lnTo>
                <a:lnTo>
                  <a:pt x="339" y="413"/>
                </a:lnTo>
                <a:lnTo>
                  <a:pt x="342" y="408"/>
                </a:lnTo>
                <a:lnTo>
                  <a:pt x="342" y="407"/>
                </a:lnTo>
                <a:lnTo>
                  <a:pt x="343" y="406"/>
                </a:lnTo>
                <a:lnTo>
                  <a:pt x="343" y="405"/>
                </a:lnTo>
                <a:lnTo>
                  <a:pt x="342" y="405"/>
                </a:lnTo>
                <a:lnTo>
                  <a:pt x="343" y="404"/>
                </a:lnTo>
                <a:lnTo>
                  <a:pt x="343" y="403"/>
                </a:lnTo>
                <a:lnTo>
                  <a:pt x="344" y="402"/>
                </a:lnTo>
                <a:lnTo>
                  <a:pt x="344" y="401"/>
                </a:lnTo>
                <a:lnTo>
                  <a:pt x="344" y="400"/>
                </a:lnTo>
                <a:lnTo>
                  <a:pt x="344" y="399"/>
                </a:lnTo>
                <a:lnTo>
                  <a:pt x="345" y="399"/>
                </a:lnTo>
                <a:lnTo>
                  <a:pt x="346" y="398"/>
                </a:lnTo>
                <a:lnTo>
                  <a:pt x="346" y="397"/>
                </a:lnTo>
                <a:lnTo>
                  <a:pt x="346" y="396"/>
                </a:lnTo>
                <a:lnTo>
                  <a:pt x="346" y="395"/>
                </a:lnTo>
                <a:lnTo>
                  <a:pt x="347" y="394"/>
                </a:lnTo>
                <a:lnTo>
                  <a:pt x="347" y="393"/>
                </a:lnTo>
                <a:lnTo>
                  <a:pt x="348" y="392"/>
                </a:lnTo>
                <a:lnTo>
                  <a:pt x="348" y="391"/>
                </a:lnTo>
                <a:lnTo>
                  <a:pt x="349" y="391"/>
                </a:lnTo>
                <a:lnTo>
                  <a:pt x="349" y="390"/>
                </a:lnTo>
                <a:lnTo>
                  <a:pt x="350" y="389"/>
                </a:lnTo>
                <a:lnTo>
                  <a:pt x="351" y="389"/>
                </a:lnTo>
                <a:lnTo>
                  <a:pt x="351" y="388"/>
                </a:lnTo>
                <a:lnTo>
                  <a:pt x="352" y="388"/>
                </a:lnTo>
                <a:lnTo>
                  <a:pt x="354" y="386"/>
                </a:lnTo>
                <a:lnTo>
                  <a:pt x="355" y="384"/>
                </a:lnTo>
                <a:lnTo>
                  <a:pt x="356" y="384"/>
                </a:lnTo>
                <a:lnTo>
                  <a:pt x="356" y="383"/>
                </a:lnTo>
                <a:lnTo>
                  <a:pt x="355" y="383"/>
                </a:lnTo>
                <a:lnTo>
                  <a:pt x="356" y="381"/>
                </a:lnTo>
                <a:lnTo>
                  <a:pt x="356" y="380"/>
                </a:lnTo>
                <a:lnTo>
                  <a:pt x="357" y="379"/>
                </a:lnTo>
                <a:lnTo>
                  <a:pt x="357" y="376"/>
                </a:lnTo>
                <a:lnTo>
                  <a:pt x="357" y="375"/>
                </a:lnTo>
                <a:lnTo>
                  <a:pt x="357" y="374"/>
                </a:lnTo>
                <a:lnTo>
                  <a:pt x="359" y="367"/>
                </a:lnTo>
                <a:lnTo>
                  <a:pt x="359" y="366"/>
                </a:lnTo>
                <a:lnTo>
                  <a:pt x="361" y="363"/>
                </a:lnTo>
                <a:lnTo>
                  <a:pt x="363" y="362"/>
                </a:lnTo>
                <a:lnTo>
                  <a:pt x="363" y="361"/>
                </a:lnTo>
                <a:lnTo>
                  <a:pt x="364" y="359"/>
                </a:lnTo>
                <a:lnTo>
                  <a:pt x="365" y="359"/>
                </a:lnTo>
                <a:lnTo>
                  <a:pt x="365" y="358"/>
                </a:lnTo>
                <a:lnTo>
                  <a:pt x="366" y="357"/>
                </a:lnTo>
                <a:lnTo>
                  <a:pt x="366" y="356"/>
                </a:lnTo>
                <a:lnTo>
                  <a:pt x="367" y="356"/>
                </a:lnTo>
                <a:lnTo>
                  <a:pt x="367" y="355"/>
                </a:lnTo>
                <a:lnTo>
                  <a:pt x="367" y="354"/>
                </a:lnTo>
                <a:lnTo>
                  <a:pt x="368" y="354"/>
                </a:lnTo>
                <a:lnTo>
                  <a:pt x="368" y="355"/>
                </a:lnTo>
                <a:lnTo>
                  <a:pt x="369" y="355"/>
                </a:lnTo>
                <a:lnTo>
                  <a:pt x="371" y="354"/>
                </a:lnTo>
                <a:lnTo>
                  <a:pt x="373" y="351"/>
                </a:lnTo>
                <a:lnTo>
                  <a:pt x="372" y="350"/>
                </a:lnTo>
                <a:lnTo>
                  <a:pt x="371" y="350"/>
                </a:lnTo>
                <a:lnTo>
                  <a:pt x="371" y="349"/>
                </a:lnTo>
                <a:lnTo>
                  <a:pt x="371" y="348"/>
                </a:lnTo>
                <a:lnTo>
                  <a:pt x="373" y="346"/>
                </a:lnTo>
                <a:lnTo>
                  <a:pt x="376" y="343"/>
                </a:lnTo>
                <a:lnTo>
                  <a:pt x="377" y="342"/>
                </a:lnTo>
                <a:lnTo>
                  <a:pt x="377" y="341"/>
                </a:lnTo>
                <a:lnTo>
                  <a:pt x="377" y="340"/>
                </a:lnTo>
                <a:lnTo>
                  <a:pt x="379" y="339"/>
                </a:lnTo>
                <a:lnTo>
                  <a:pt x="379" y="338"/>
                </a:lnTo>
                <a:lnTo>
                  <a:pt x="380" y="338"/>
                </a:lnTo>
                <a:lnTo>
                  <a:pt x="381" y="337"/>
                </a:lnTo>
                <a:lnTo>
                  <a:pt x="381" y="336"/>
                </a:lnTo>
                <a:lnTo>
                  <a:pt x="381" y="335"/>
                </a:lnTo>
                <a:lnTo>
                  <a:pt x="381" y="334"/>
                </a:lnTo>
                <a:lnTo>
                  <a:pt x="382" y="334"/>
                </a:lnTo>
                <a:lnTo>
                  <a:pt x="382" y="333"/>
                </a:lnTo>
                <a:lnTo>
                  <a:pt x="383" y="332"/>
                </a:lnTo>
                <a:lnTo>
                  <a:pt x="385" y="329"/>
                </a:lnTo>
                <a:lnTo>
                  <a:pt x="385" y="328"/>
                </a:lnTo>
                <a:lnTo>
                  <a:pt x="385" y="327"/>
                </a:lnTo>
                <a:lnTo>
                  <a:pt x="382" y="324"/>
                </a:lnTo>
                <a:lnTo>
                  <a:pt x="381" y="324"/>
                </a:lnTo>
                <a:lnTo>
                  <a:pt x="380" y="324"/>
                </a:lnTo>
                <a:lnTo>
                  <a:pt x="379" y="324"/>
                </a:lnTo>
                <a:lnTo>
                  <a:pt x="378" y="324"/>
                </a:lnTo>
                <a:lnTo>
                  <a:pt x="378" y="323"/>
                </a:lnTo>
                <a:lnTo>
                  <a:pt x="376" y="321"/>
                </a:lnTo>
                <a:lnTo>
                  <a:pt x="376" y="320"/>
                </a:lnTo>
                <a:lnTo>
                  <a:pt x="376" y="318"/>
                </a:lnTo>
                <a:lnTo>
                  <a:pt x="375" y="317"/>
                </a:lnTo>
                <a:lnTo>
                  <a:pt x="375" y="316"/>
                </a:lnTo>
                <a:lnTo>
                  <a:pt x="373" y="314"/>
                </a:lnTo>
                <a:lnTo>
                  <a:pt x="372" y="313"/>
                </a:lnTo>
                <a:lnTo>
                  <a:pt x="371" y="313"/>
                </a:lnTo>
                <a:lnTo>
                  <a:pt x="370" y="311"/>
                </a:lnTo>
                <a:lnTo>
                  <a:pt x="369" y="309"/>
                </a:lnTo>
                <a:lnTo>
                  <a:pt x="369" y="308"/>
                </a:lnTo>
                <a:lnTo>
                  <a:pt x="371" y="308"/>
                </a:lnTo>
                <a:lnTo>
                  <a:pt x="371" y="307"/>
                </a:lnTo>
                <a:lnTo>
                  <a:pt x="372" y="307"/>
                </a:lnTo>
                <a:lnTo>
                  <a:pt x="373" y="306"/>
                </a:lnTo>
                <a:lnTo>
                  <a:pt x="372" y="306"/>
                </a:lnTo>
                <a:lnTo>
                  <a:pt x="372" y="305"/>
                </a:lnTo>
                <a:lnTo>
                  <a:pt x="371" y="305"/>
                </a:lnTo>
                <a:lnTo>
                  <a:pt x="372" y="304"/>
                </a:lnTo>
                <a:lnTo>
                  <a:pt x="372" y="302"/>
                </a:lnTo>
                <a:lnTo>
                  <a:pt x="372" y="301"/>
                </a:lnTo>
                <a:lnTo>
                  <a:pt x="373" y="301"/>
                </a:lnTo>
                <a:lnTo>
                  <a:pt x="374" y="301"/>
                </a:lnTo>
                <a:lnTo>
                  <a:pt x="375" y="302"/>
                </a:lnTo>
                <a:lnTo>
                  <a:pt x="376" y="302"/>
                </a:lnTo>
                <a:lnTo>
                  <a:pt x="376" y="301"/>
                </a:lnTo>
                <a:lnTo>
                  <a:pt x="376" y="300"/>
                </a:lnTo>
                <a:lnTo>
                  <a:pt x="375" y="299"/>
                </a:lnTo>
                <a:lnTo>
                  <a:pt x="376" y="299"/>
                </a:lnTo>
                <a:lnTo>
                  <a:pt x="377" y="299"/>
                </a:lnTo>
                <a:lnTo>
                  <a:pt x="378" y="298"/>
                </a:lnTo>
                <a:lnTo>
                  <a:pt x="378" y="297"/>
                </a:lnTo>
                <a:lnTo>
                  <a:pt x="378" y="296"/>
                </a:lnTo>
                <a:lnTo>
                  <a:pt x="379" y="295"/>
                </a:lnTo>
                <a:lnTo>
                  <a:pt x="381" y="294"/>
                </a:lnTo>
                <a:lnTo>
                  <a:pt x="382" y="294"/>
                </a:lnTo>
                <a:lnTo>
                  <a:pt x="381" y="293"/>
                </a:lnTo>
                <a:lnTo>
                  <a:pt x="380" y="293"/>
                </a:lnTo>
                <a:lnTo>
                  <a:pt x="380" y="292"/>
                </a:lnTo>
                <a:lnTo>
                  <a:pt x="380" y="291"/>
                </a:lnTo>
                <a:lnTo>
                  <a:pt x="380" y="290"/>
                </a:lnTo>
                <a:lnTo>
                  <a:pt x="380" y="289"/>
                </a:lnTo>
                <a:lnTo>
                  <a:pt x="379" y="289"/>
                </a:lnTo>
                <a:lnTo>
                  <a:pt x="379" y="288"/>
                </a:lnTo>
                <a:lnTo>
                  <a:pt x="380" y="288"/>
                </a:lnTo>
                <a:lnTo>
                  <a:pt x="382" y="286"/>
                </a:lnTo>
                <a:lnTo>
                  <a:pt x="383" y="286"/>
                </a:lnTo>
                <a:lnTo>
                  <a:pt x="384" y="285"/>
                </a:lnTo>
                <a:lnTo>
                  <a:pt x="385" y="284"/>
                </a:lnTo>
                <a:lnTo>
                  <a:pt x="386" y="287"/>
                </a:lnTo>
                <a:lnTo>
                  <a:pt x="388" y="286"/>
                </a:lnTo>
                <a:lnTo>
                  <a:pt x="390" y="286"/>
                </a:lnTo>
                <a:lnTo>
                  <a:pt x="391" y="286"/>
                </a:lnTo>
                <a:lnTo>
                  <a:pt x="392" y="286"/>
                </a:lnTo>
                <a:lnTo>
                  <a:pt x="392" y="285"/>
                </a:lnTo>
                <a:lnTo>
                  <a:pt x="394" y="286"/>
                </a:lnTo>
                <a:lnTo>
                  <a:pt x="396" y="287"/>
                </a:lnTo>
                <a:lnTo>
                  <a:pt x="397" y="287"/>
                </a:lnTo>
                <a:lnTo>
                  <a:pt x="398" y="288"/>
                </a:lnTo>
                <a:lnTo>
                  <a:pt x="399" y="288"/>
                </a:lnTo>
                <a:lnTo>
                  <a:pt x="400" y="287"/>
                </a:lnTo>
                <a:lnTo>
                  <a:pt x="401" y="287"/>
                </a:lnTo>
                <a:lnTo>
                  <a:pt x="402" y="288"/>
                </a:lnTo>
                <a:lnTo>
                  <a:pt x="402" y="289"/>
                </a:lnTo>
                <a:lnTo>
                  <a:pt x="402" y="290"/>
                </a:lnTo>
                <a:lnTo>
                  <a:pt x="403" y="290"/>
                </a:lnTo>
                <a:lnTo>
                  <a:pt x="404" y="292"/>
                </a:lnTo>
                <a:lnTo>
                  <a:pt x="405" y="293"/>
                </a:lnTo>
                <a:lnTo>
                  <a:pt x="406" y="293"/>
                </a:lnTo>
                <a:lnTo>
                  <a:pt x="407" y="293"/>
                </a:lnTo>
                <a:lnTo>
                  <a:pt x="406" y="292"/>
                </a:lnTo>
                <a:lnTo>
                  <a:pt x="407" y="290"/>
                </a:lnTo>
                <a:lnTo>
                  <a:pt x="408" y="290"/>
                </a:lnTo>
                <a:lnTo>
                  <a:pt x="409" y="288"/>
                </a:lnTo>
                <a:lnTo>
                  <a:pt x="411" y="286"/>
                </a:lnTo>
                <a:lnTo>
                  <a:pt x="412" y="285"/>
                </a:lnTo>
                <a:lnTo>
                  <a:pt x="413" y="283"/>
                </a:lnTo>
                <a:lnTo>
                  <a:pt x="413" y="282"/>
                </a:lnTo>
                <a:lnTo>
                  <a:pt x="414" y="281"/>
                </a:lnTo>
                <a:lnTo>
                  <a:pt x="415" y="280"/>
                </a:lnTo>
                <a:lnTo>
                  <a:pt x="416" y="280"/>
                </a:lnTo>
                <a:lnTo>
                  <a:pt x="417" y="280"/>
                </a:lnTo>
                <a:lnTo>
                  <a:pt x="418" y="278"/>
                </a:lnTo>
                <a:lnTo>
                  <a:pt x="419" y="276"/>
                </a:lnTo>
                <a:lnTo>
                  <a:pt x="423" y="277"/>
                </a:lnTo>
                <a:lnTo>
                  <a:pt x="423" y="278"/>
                </a:lnTo>
                <a:lnTo>
                  <a:pt x="425" y="280"/>
                </a:lnTo>
                <a:lnTo>
                  <a:pt x="426" y="282"/>
                </a:lnTo>
                <a:lnTo>
                  <a:pt x="426" y="284"/>
                </a:lnTo>
                <a:lnTo>
                  <a:pt x="425" y="284"/>
                </a:lnTo>
                <a:lnTo>
                  <a:pt x="425" y="285"/>
                </a:lnTo>
                <a:lnTo>
                  <a:pt x="426" y="286"/>
                </a:lnTo>
                <a:lnTo>
                  <a:pt x="426" y="287"/>
                </a:lnTo>
                <a:lnTo>
                  <a:pt x="426" y="288"/>
                </a:lnTo>
                <a:lnTo>
                  <a:pt x="426" y="289"/>
                </a:lnTo>
                <a:lnTo>
                  <a:pt x="427" y="289"/>
                </a:lnTo>
                <a:lnTo>
                  <a:pt x="427" y="290"/>
                </a:lnTo>
                <a:lnTo>
                  <a:pt x="427" y="291"/>
                </a:lnTo>
                <a:lnTo>
                  <a:pt x="428" y="292"/>
                </a:lnTo>
                <a:lnTo>
                  <a:pt x="429" y="292"/>
                </a:lnTo>
                <a:lnTo>
                  <a:pt x="429" y="291"/>
                </a:lnTo>
                <a:lnTo>
                  <a:pt x="430" y="292"/>
                </a:lnTo>
                <a:lnTo>
                  <a:pt x="430" y="291"/>
                </a:lnTo>
                <a:lnTo>
                  <a:pt x="431" y="291"/>
                </a:lnTo>
                <a:lnTo>
                  <a:pt x="432" y="291"/>
                </a:lnTo>
                <a:lnTo>
                  <a:pt x="433" y="291"/>
                </a:lnTo>
                <a:lnTo>
                  <a:pt x="434" y="292"/>
                </a:lnTo>
                <a:lnTo>
                  <a:pt x="435" y="293"/>
                </a:lnTo>
                <a:lnTo>
                  <a:pt x="436" y="293"/>
                </a:lnTo>
                <a:lnTo>
                  <a:pt x="436" y="294"/>
                </a:lnTo>
                <a:lnTo>
                  <a:pt x="437" y="294"/>
                </a:lnTo>
                <a:lnTo>
                  <a:pt x="438" y="294"/>
                </a:lnTo>
                <a:lnTo>
                  <a:pt x="440" y="295"/>
                </a:lnTo>
                <a:lnTo>
                  <a:pt x="441" y="296"/>
                </a:lnTo>
                <a:lnTo>
                  <a:pt x="442" y="296"/>
                </a:lnTo>
                <a:lnTo>
                  <a:pt x="443" y="296"/>
                </a:lnTo>
                <a:lnTo>
                  <a:pt x="443" y="295"/>
                </a:lnTo>
                <a:lnTo>
                  <a:pt x="444" y="295"/>
                </a:lnTo>
                <a:lnTo>
                  <a:pt x="445" y="294"/>
                </a:lnTo>
                <a:lnTo>
                  <a:pt x="445" y="293"/>
                </a:lnTo>
                <a:lnTo>
                  <a:pt x="446" y="292"/>
                </a:lnTo>
                <a:lnTo>
                  <a:pt x="447" y="292"/>
                </a:lnTo>
                <a:lnTo>
                  <a:pt x="448" y="291"/>
                </a:lnTo>
                <a:lnTo>
                  <a:pt x="448" y="290"/>
                </a:lnTo>
                <a:lnTo>
                  <a:pt x="449" y="290"/>
                </a:lnTo>
                <a:lnTo>
                  <a:pt x="449" y="289"/>
                </a:lnTo>
                <a:lnTo>
                  <a:pt x="450" y="288"/>
                </a:lnTo>
                <a:lnTo>
                  <a:pt x="451" y="286"/>
                </a:lnTo>
                <a:lnTo>
                  <a:pt x="452" y="286"/>
                </a:lnTo>
                <a:lnTo>
                  <a:pt x="453" y="284"/>
                </a:lnTo>
                <a:lnTo>
                  <a:pt x="454" y="284"/>
                </a:lnTo>
                <a:lnTo>
                  <a:pt x="455" y="283"/>
                </a:lnTo>
                <a:lnTo>
                  <a:pt x="456" y="282"/>
                </a:lnTo>
                <a:lnTo>
                  <a:pt x="457" y="281"/>
                </a:lnTo>
                <a:lnTo>
                  <a:pt x="460" y="280"/>
                </a:lnTo>
                <a:lnTo>
                  <a:pt x="460" y="279"/>
                </a:lnTo>
                <a:lnTo>
                  <a:pt x="461" y="278"/>
                </a:lnTo>
                <a:lnTo>
                  <a:pt x="460" y="278"/>
                </a:lnTo>
                <a:lnTo>
                  <a:pt x="460" y="277"/>
                </a:lnTo>
                <a:lnTo>
                  <a:pt x="461" y="277"/>
                </a:lnTo>
                <a:lnTo>
                  <a:pt x="463" y="275"/>
                </a:lnTo>
                <a:lnTo>
                  <a:pt x="465" y="273"/>
                </a:lnTo>
                <a:lnTo>
                  <a:pt x="466" y="273"/>
                </a:lnTo>
                <a:lnTo>
                  <a:pt x="467" y="272"/>
                </a:lnTo>
                <a:lnTo>
                  <a:pt x="467" y="271"/>
                </a:lnTo>
                <a:lnTo>
                  <a:pt x="465" y="270"/>
                </a:lnTo>
                <a:lnTo>
                  <a:pt x="464" y="270"/>
                </a:lnTo>
                <a:lnTo>
                  <a:pt x="463" y="270"/>
                </a:lnTo>
                <a:lnTo>
                  <a:pt x="462" y="270"/>
                </a:lnTo>
                <a:lnTo>
                  <a:pt x="460" y="270"/>
                </a:lnTo>
                <a:lnTo>
                  <a:pt x="459" y="270"/>
                </a:lnTo>
                <a:lnTo>
                  <a:pt x="457" y="268"/>
                </a:lnTo>
                <a:lnTo>
                  <a:pt x="457" y="267"/>
                </a:lnTo>
                <a:lnTo>
                  <a:pt x="457" y="265"/>
                </a:lnTo>
                <a:lnTo>
                  <a:pt x="457" y="264"/>
                </a:lnTo>
                <a:lnTo>
                  <a:pt x="457" y="263"/>
                </a:lnTo>
                <a:lnTo>
                  <a:pt x="457" y="262"/>
                </a:lnTo>
                <a:lnTo>
                  <a:pt x="457" y="259"/>
                </a:lnTo>
                <a:lnTo>
                  <a:pt x="457" y="255"/>
                </a:lnTo>
                <a:lnTo>
                  <a:pt x="458" y="255"/>
                </a:lnTo>
                <a:lnTo>
                  <a:pt x="459" y="255"/>
                </a:lnTo>
                <a:lnTo>
                  <a:pt x="459" y="256"/>
                </a:lnTo>
                <a:lnTo>
                  <a:pt x="462" y="256"/>
                </a:lnTo>
                <a:lnTo>
                  <a:pt x="464" y="256"/>
                </a:lnTo>
                <a:lnTo>
                  <a:pt x="465" y="256"/>
                </a:lnTo>
                <a:lnTo>
                  <a:pt x="465" y="255"/>
                </a:lnTo>
                <a:lnTo>
                  <a:pt x="467" y="251"/>
                </a:lnTo>
                <a:lnTo>
                  <a:pt x="468" y="249"/>
                </a:lnTo>
                <a:lnTo>
                  <a:pt x="468" y="247"/>
                </a:lnTo>
                <a:lnTo>
                  <a:pt x="469" y="247"/>
                </a:lnTo>
                <a:lnTo>
                  <a:pt x="470" y="247"/>
                </a:lnTo>
                <a:lnTo>
                  <a:pt x="471" y="246"/>
                </a:lnTo>
                <a:lnTo>
                  <a:pt x="471" y="245"/>
                </a:lnTo>
                <a:lnTo>
                  <a:pt x="473" y="244"/>
                </a:lnTo>
                <a:lnTo>
                  <a:pt x="474" y="244"/>
                </a:lnTo>
                <a:lnTo>
                  <a:pt x="475" y="244"/>
                </a:lnTo>
                <a:lnTo>
                  <a:pt x="476" y="244"/>
                </a:lnTo>
                <a:lnTo>
                  <a:pt x="477" y="242"/>
                </a:lnTo>
                <a:lnTo>
                  <a:pt x="477" y="241"/>
                </a:lnTo>
                <a:lnTo>
                  <a:pt x="476" y="240"/>
                </a:lnTo>
                <a:lnTo>
                  <a:pt x="475" y="240"/>
                </a:lnTo>
                <a:lnTo>
                  <a:pt x="475" y="239"/>
                </a:lnTo>
                <a:lnTo>
                  <a:pt x="474" y="239"/>
                </a:lnTo>
                <a:lnTo>
                  <a:pt x="473" y="239"/>
                </a:lnTo>
                <a:lnTo>
                  <a:pt x="472" y="239"/>
                </a:lnTo>
                <a:lnTo>
                  <a:pt x="471" y="239"/>
                </a:lnTo>
                <a:lnTo>
                  <a:pt x="471" y="238"/>
                </a:lnTo>
                <a:lnTo>
                  <a:pt x="472" y="238"/>
                </a:lnTo>
                <a:lnTo>
                  <a:pt x="472" y="237"/>
                </a:lnTo>
                <a:lnTo>
                  <a:pt x="471" y="237"/>
                </a:lnTo>
                <a:lnTo>
                  <a:pt x="471" y="236"/>
                </a:lnTo>
                <a:lnTo>
                  <a:pt x="471" y="235"/>
                </a:lnTo>
                <a:lnTo>
                  <a:pt x="471" y="234"/>
                </a:lnTo>
                <a:lnTo>
                  <a:pt x="471" y="233"/>
                </a:lnTo>
                <a:lnTo>
                  <a:pt x="470" y="233"/>
                </a:lnTo>
                <a:lnTo>
                  <a:pt x="469" y="232"/>
                </a:lnTo>
                <a:lnTo>
                  <a:pt x="468" y="230"/>
                </a:lnTo>
                <a:lnTo>
                  <a:pt x="468" y="229"/>
                </a:lnTo>
                <a:lnTo>
                  <a:pt x="469" y="229"/>
                </a:lnTo>
                <a:lnTo>
                  <a:pt x="469" y="228"/>
                </a:lnTo>
                <a:lnTo>
                  <a:pt x="470" y="229"/>
                </a:lnTo>
                <a:lnTo>
                  <a:pt x="471" y="228"/>
                </a:lnTo>
                <a:lnTo>
                  <a:pt x="471" y="227"/>
                </a:lnTo>
                <a:lnTo>
                  <a:pt x="472" y="224"/>
                </a:lnTo>
                <a:lnTo>
                  <a:pt x="473" y="224"/>
                </a:lnTo>
                <a:lnTo>
                  <a:pt x="473" y="223"/>
                </a:lnTo>
                <a:lnTo>
                  <a:pt x="474" y="222"/>
                </a:lnTo>
                <a:lnTo>
                  <a:pt x="475" y="222"/>
                </a:lnTo>
                <a:lnTo>
                  <a:pt x="476" y="222"/>
                </a:lnTo>
                <a:lnTo>
                  <a:pt x="476" y="221"/>
                </a:lnTo>
                <a:lnTo>
                  <a:pt x="476" y="220"/>
                </a:lnTo>
                <a:lnTo>
                  <a:pt x="477" y="218"/>
                </a:lnTo>
                <a:lnTo>
                  <a:pt x="478" y="217"/>
                </a:lnTo>
                <a:lnTo>
                  <a:pt x="479" y="216"/>
                </a:lnTo>
                <a:lnTo>
                  <a:pt x="478" y="216"/>
                </a:lnTo>
                <a:lnTo>
                  <a:pt x="478" y="215"/>
                </a:lnTo>
                <a:lnTo>
                  <a:pt x="480" y="213"/>
                </a:lnTo>
                <a:lnTo>
                  <a:pt x="482" y="212"/>
                </a:lnTo>
                <a:lnTo>
                  <a:pt x="482" y="209"/>
                </a:lnTo>
                <a:lnTo>
                  <a:pt x="480" y="208"/>
                </a:lnTo>
                <a:lnTo>
                  <a:pt x="480" y="207"/>
                </a:lnTo>
                <a:lnTo>
                  <a:pt x="479" y="207"/>
                </a:lnTo>
                <a:lnTo>
                  <a:pt x="478" y="207"/>
                </a:lnTo>
                <a:lnTo>
                  <a:pt x="478" y="206"/>
                </a:lnTo>
                <a:lnTo>
                  <a:pt x="480" y="205"/>
                </a:lnTo>
                <a:lnTo>
                  <a:pt x="479" y="204"/>
                </a:lnTo>
                <a:lnTo>
                  <a:pt x="478" y="204"/>
                </a:lnTo>
                <a:lnTo>
                  <a:pt x="478" y="205"/>
                </a:lnTo>
                <a:lnTo>
                  <a:pt x="477" y="205"/>
                </a:lnTo>
                <a:lnTo>
                  <a:pt x="476" y="205"/>
                </a:lnTo>
                <a:lnTo>
                  <a:pt x="475" y="206"/>
                </a:lnTo>
                <a:lnTo>
                  <a:pt x="472" y="207"/>
                </a:lnTo>
                <a:lnTo>
                  <a:pt x="471" y="207"/>
                </a:lnTo>
                <a:lnTo>
                  <a:pt x="471" y="206"/>
                </a:lnTo>
                <a:lnTo>
                  <a:pt x="471" y="205"/>
                </a:lnTo>
                <a:lnTo>
                  <a:pt x="471" y="204"/>
                </a:lnTo>
                <a:lnTo>
                  <a:pt x="471" y="203"/>
                </a:lnTo>
                <a:lnTo>
                  <a:pt x="471" y="202"/>
                </a:lnTo>
                <a:lnTo>
                  <a:pt x="469" y="202"/>
                </a:lnTo>
                <a:lnTo>
                  <a:pt x="471" y="200"/>
                </a:lnTo>
                <a:lnTo>
                  <a:pt x="474" y="199"/>
                </a:lnTo>
                <a:lnTo>
                  <a:pt x="475" y="200"/>
                </a:lnTo>
                <a:lnTo>
                  <a:pt x="476" y="200"/>
                </a:lnTo>
                <a:lnTo>
                  <a:pt x="476" y="199"/>
                </a:lnTo>
                <a:lnTo>
                  <a:pt x="477" y="199"/>
                </a:lnTo>
                <a:lnTo>
                  <a:pt x="477" y="198"/>
                </a:lnTo>
                <a:lnTo>
                  <a:pt x="479" y="198"/>
                </a:lnTo>
                <a:lnTo>
                  <a:pt x="480" y="198"/>
                </a:lnTo>
                <a:lnTo>
                  <a:pt x="481" y="197"/>
                </a:lnTo>
                <a:lnTo>
                  <a:pt x="482" y="197"/>
                </a:lnTo>
                <a:lnTo>
                  <a:pt x="482" y="196"/>
                </a:lnTo>
                <a:lnTo>
                  <a:pt x="482" y="195"/>
                </a:lnTo>
                <a:lnTo>
                  <a:pt x="483" y="194"/>
                </a:lnTo>
                <a:lnTo>
                  <a:pt x="484" y="193"/>
                </a:lnTo>
                <a:lnTo>
                  <a:pt x="486" y="192"/>
                </a:lnTo>
                <a:lnTo>
                  <a:pt x="488" y="191"/>
                </a:lnTo>
                <a:lnTo>
                  <a:pt x="489" y="190"/>
                </a:lnTo>
                <a:lnTo>
                  <a:pt x="490" y="190"/>
                </a:lnTo>
                <a:lnTo>
                  <a:pt x="491" y="189"/>
                </a:lnTo>
                <a:lnTo>
                  <a:pt x="492" y="188"/>
                </a:lnTo>
                <a:lnTo>
                  <a:pt x="493" y="187"/>
                </a:lnTo>
                <a:lnTo>
                  <a:pt x="493" y="186"/>
                </a:lnTo>
                <a:lnTo>
                  <a:pt x="494" y="185"/>
                </a:lnTo>
                <a:lnTo>
                  <a:pt x="495" y="185"/>
                </a:lnTo>
                <a:lnTo>
                  <a:pt x="496" y="184"/>
                </a:lnTo>
                <a:lnTo>
                  <a:pt x="497" y="184"/>
                </a:lnTo>
                <a:lnTo>
                  <a:pt x="497" y="182"/>
                </a:lnTo>
                <a:lnTo>
                  <a:pt x="497" y="181"/>
                </a:lnTo>
                <a:lnTo>
                  <a:pt x="496" y="181"/>
                </a:lnTo>
                <a:lnTo>
                  <a:pt x="496" y="179"/>
                </a:lnTo>
                <a:lnTo>
                  <a:pt x="496" y="178"/>
                </a:lnTo>
                <a:lnTo>
                  <a:pt x="495" y="178"/>
                </a:lnTo>
                <a:lnTo>
                  <a:pt x="495" y="177"/>
                </a:lnTo>
                <a:lnTo>
                  <a:pt x="494" y="177"/>
                </a:lnTo>
                <a:lnTo>
                  <a:pt x="493" y="177"/>
                </a:lnTo>
                <a:lnTo>
                  <a:pt x="492" y="177"/>
                </a:lnTo>
                <a:lnTo>
                  <a:pt x="492" y="176"/>
                </a:lnTo>
                <a:lnTo>
                  <a:pt x="493" y="176"/>
                </a:lnTo>
                <a:lnTo>
                  <a:pt x="492" y="176"/>
                </a:lnTo>
                <a:lnTo>
                  <a:pt x="492" y="175"/>
                </a:lnTo>
                <a:lnTo>
                  <a:pt x="492" y="174"/>
                </a:lnTo>
                <a:lnTo>
                  <a:pt x="493" y="173"/>
                </a:lnTo>
                <a:lnTo>
                  <a:pt x="494" y="173"/>
                </a:lnTo>
                <a:lnTo>
                  <a:pt x="495" y="173"/>
                </a:lnTo>
                <a:lnTo>
                  <a:pt x="495" y="172"/>
                </a:lnTo>
                <a:lnTo>
                  <a:pt x="495" y="171"/>
                </a:lnTo>
                <a:lnTo>
                  <a:pt x="496" y="170"/>
                </a:lnTo>
                <a:lnTo>
                  <a:pt x="498" y="170"/>
                </a:lnTo>
                <a:lnTo>
                  <a:pt x="499" y="170"/>
                </a:lnTo>
                <a:lnTo>
                  <a:pt x="500" y="170"/>
                </a:lnTo>
                <a:lnTo>
                  <a:pt x="501" y="169"/>
                </a:lnTo>
                <a:lnTo>
                  <a:pt x="501" y="168"/>
                </a:lnTo>
                <a:lnTo>
                  <a:pt x="502" y="166"/>
                </a:lnTo>
                <a:lnTo>
                  <a:pt x="502" y="163"/>
                </a:lnTo>
                <a:lnTo>
                  <a:pt x="501" y="162"/>
                </a:lnTo>
                <a:lnTo>
                  <a:pt x="501" y="161"/>
                </a:lnTo>
                <a:lnTo>
                  <a:pt x="501" y="160"/>
                </a:lnTo>
                <a:lnTo>
                  <a:pt x="502" y="159"/>
                </a:lnTo>
                <a:lnTo>
                  <a:pt x="503" y="159"/>
                </a:lnTo>
                <a:lnTo>
                  <a:pt x="503" y="158"/>
                </a:lnTo>
                <a:lnTo>
                  <a:pt x="503" y="157"/>
                </a:lnTo>
                <a:lnTo>
                  <a:pt x="503" y="156"/>
                </a:lnTo>
                <a:lnTo>
                  <a:pt x="503" y="155"/>
                </a:lnTo>
                <a:lnTo>
                  <a:pt x="501" y="154"/>
                </a:lnTo>
                <a:lnTo>
                  <a:pt x="501" y="155"/>
                </a:lnTo>
                <a:lnTo>
                  <a:pt x="500" y="155"/>
                </a:lnTo>
                <a:lnTo>
                  <a:pt x="499" y="155"/>
                </a:lnTo>
                <a:lnTo>
                  <a:pt x="498" y="155"/>
                </a:lnTo>
                <a:lnTo>
                  <a:pt x="498" y="154"/>
                </a:lnTo>
                <a:lnTo>
                  <a:pt x="498" y="153"/>
                </a:lnTo>
                <a:lnTo>
                  <a:pt x="497" y="152"/>
                </a:lnTo>
                <a:lnTo>
                  <a:pt x="497" y="150"/>
                </a:lnTo>
                <a:lnTo>
                  <a:pt x="500" y="149"/>
                </a:lnTo>
                <a:lnTo>
                  <a:pt x="501" y="149"/>
                </a:lnTo>
                <a:lnTo>
                  <a:pt x="502" y="149"/>
                </a:lnTo>
                <a:lnTo>
                  <a:pt x="502" y="148"/>
                </a:lnTo>
                <a:lnTo>
                  <a:pt x="503" y="148"/>
                </a:lnTo>
                <a:lnTo>
                  <a:pt x="503" y="147"/>
                </a:lnTo>
                <a:lnTo>
                  <a:pt x="504" y="146"/>
                </a:lnTo>
                <a:lnTo>
                  <a:pt x="505" y="146"/>
                </a:lnTo>
                <a:lnTo>
                  <a:pt x="507" y="147"/>
                </a:lnTo>
                <a:lnTo>
                  <a:pt x="507" y="148"/>
                </a:lnTo>
                <a:lnTo>
                  <a:pt x="508" y="148"/>
                </a:lnTo>
                <a:lnTo>
                  <a:pt x="509" y="148"/>
                </a:lnTo>
                <a:lnTo>
                  <a:pt x="509" y="147"/>
                </a:lnTo>
                <a:lnTo>
                  <a:pt x="510" y="147"/>
                </a:lnTo>
                <a:lnTo>
                  <a:pt x="511" y="147"/>
                </a:lnTo>
                <a:lnTo>
                  <a:pt x="512" y="147"/>
                </a:lnTo>
                <a:lnTo>
                  <a:pt x="513" y="146"/>
                </a:lnTo>
                <a:lnTo>
                  <a:pt x="514" y="146"/>
                </a:lnTo>
                <a:lnTo>
                  <a:pt x="515" y="146"/>
                </a:lnTo>
                <a:lnTo>
                  <a:pt x="515" y="147"/>
                </a:lnTo>
                <a:lnTo>
                  <a:pt x="516" y="147"/>
                </a:lnTo>
                <a:lnTo>
                  <a:pt x="518" y="146"/>
                </a:lnTo>
                <a:lnTo>
                  <a:pt x="519" y="147"/>
                </a:lnTo>
                <a:lnTo>
                  <a:pt x="520" y="147"/>
                </a:lnTo>
                <a:lnTo>
                  <a:pt x="520" y="146"/>
                </a:lnTo>
                <a:lnTo>
                  <a:pt x="521" y="146"/>
                </a:lnTo>
                <a:lnTo>
                  <a:pt x="522" y="145"/>
                </a:lnTo>
                <a:lnTo>
                  <a:pt x="523" y="145"/>
                </a:lnTo>
                <a:lnTo>
                  <a:pt x="524" y="144"/>
                </a:lnTo>
                <a:lnTo>
                  <a:pt x="524" y="143"/>
                </a:lnTo>
                <a:lnTo>
                  <a:pt x="524" y="142"/>
                </a:lnTo>
                <a:lnTo>
                  <a:pt x="523" y="142"/>
                </a:lnTo>
                <a:lnTo>
                  <a:pt x="523" y="141"/>
                </a:lnTo>
                <a:lnTo>
                  <a:pt x="523" y="139"/>
                </a:lnTo>
                <a:lnTo>
                  <a:pt x="524" y="138"/>
                </a:lnTo>
                <a:lnTo>
                  <a:pt x="524" y="137"/>
                </a:lnTo>
                <a:lnTo>
                  <a:pt x="526" y="138"/>
                </a:lnTo>
                <a:lnTo>
                  <a:pt x="527" y="138"/>
                </a:lnTo>
                <a:lnTo>
                  <a:pt x="528" y="138"/>
                </a:lnTo>
                <a:lnTo>
                  <a:pt x="529" y="138"/>
                </a:lnTo>
                <a:lnTo>
                  <a:pt x="530" y="138"/>
                </a:lnTo>
                <a:lnTo>
                  <a:pt x="531" y="137"/>
                </a:lnTo>
                <a:lnTo>
                  <a:pt x="531" y="135"/>
                </a:lnTo>
                <a:lnTo>
                  <a:pt x="531" y="134"/>
                </a:lnTo>
                <a:lnTo>
                  <a:pt x="530" y="134"/>
                </a:lnTo>
                <a:lnTo>
                  <a:pt x="529" y="133"/>
                </a:lnTo>
                <a:lnTo>
                  <a:pt x="529" y="132"/>
                </a:lnTo>
                <a:lnTo>
                  <a:pt x="530" y="132"/>
                </a:lnTo>
                <a:lnTo>
                  <a:pt x="532" y="131"/>
                </a:lnTo>
                <a:lnTo>
                  <a:pt x="531" y="131"/>
                </a:lnTo>
                <a:lnTo>
                  <a:pt x="531" y="130"/>
                </a:lnTo>
                <a:lnTo>
                  <a:pt x="530" y="129"/>
                </a:lnTo>
                <a:lnTo>
                  <a:pt x="531" y="128"/>
                </a:lnTo>
                <a:lnTo>
                  <a:pt x="531" y="127"/>
                </a:lnTo>
                <a:lnTo>
                  <a:pt x="533" y="125"/>
                </a:lnTo>
                <a:lnTo>
                  <a:pt x="534" y="125"/>
                </a:lnTo>
                <a:lnTo>
                  <a:pt x="535" y="125"/>
                </a:lnTo>
                <a:lnTo>
                  <a:pt x="535" y="124"/>
                </a:lnTo>
                <a:lnTo>
                  <a:pt x="536" y="123"/>
                </a:lnTo>
                <a:lnTo>
                  <a:pt x="536" y="122"/>
                </a:lnTo>
                <a:lnTo>
                  <a:pt x="537" y="121"/>
                </a:lnTo>
                <a:lnTo>
                  <a:pt x="538" y="120"/>
                </a:lnTo>
                <a:lnTo>
                  <a:pt x="538" y="119"/>
                </a:lnTo>
                <a:lnTo>
                  <a:pt x="540" y="119"/>
                </a:lnTo>
                <a:lnTo>
                  <a:pt x="541" y="119"/>
                </a:lnTo>
                <a:lnTo>
                  <a:pt x="542" y="119"/>
                </a:lnTo>
                <a:lnTo>
                  <a:pt x="542" y="120"/>
                </a:lnTo>
                <a:lnTo>
                  <a:pt x="542" y="121"/>
                </a:lnTo>
                <a:lnTo>
                  <a:pt x="543" y="121"/>
                </a:lnTo>
                <a:lnTo>
                  <a:pt x="543" y="122"/>
                </a:lnTo>
                <a:lnTo>
                  <a:pt x="544" y="122"/>
                </a:lnTo>
                <a:lnTo>
                  <a:pt x="544" y="120"/>
                </a:lnTo>
                <a:lnTo>
                  <a:pt x="544" y="119"/>
                </a:lnTo>
                <a:lnTo>
                  <a:pt x="544" y="118"/>
                </a:lnTo>
                <a:lnTo>
                  <a:pt x="545" y="118"/>
                </a:lnTo>
                <a:lnTo>
                  <a:pt x="545" y="117"/>
                </a:lnTo>
                <a:lnTo>
                  <a:pt x="546" y="117"/>
                </a:lnTo>
                <a:lnTo>
                  <a:pt x="547" y="117"/>
                </a:lnTo>
                <a:lnTo>
                  <a:pt x="548" y="117"/>
                </a:lnTo>
                <a:lnTo>
                  <a:pt x="548" y="116"/>
                </a:lnTo>
                <a:lnTo>
                  <a:pt x="548" y="115"/>
                </a:lnTo>
                <a:lnTo>
                  <a:pt x="550" y="114"/>
                </a:lnTo>
                <a:lnTo>
                  <a:pt x="551" y="114"/>
                </a:lnTo>
                <a:lnTo>
                  <a:pt x="552" y="114"/>
                </a:lnTo>
                <a:lnTo>
                  <a:pt x="552" y="113"/>
                </a:lnTo>
                <a:lnTo>
                  <a:pt x="552" y="112"/>
                </a:lnTo>
                <a:lnTo>
                  <a:pt x="553" y="112"/>
                </a:lnTo>
                <a:lnTo>
                  <a:pt x="554" y="112"/>
                </a:lnTo>
                <a:lnTo>
                  <a:pt x="555" y="111"/>
                </a:lnTo>
                <a:lnTo>
                  <a:pt x="556" y="111"/>
                </a:lnTo>
                <a:lnTo>
                  <a:pt x="556" y="112"/>
                </a:lnTo>
                <a:lnTo>
                  <a:pt x="557" y="112"/>
                </a:lnTo>
                <a:lnTo>
                  <a:pt x="557" y="111"/>
                </a:lnTo>
                <a:lnTo>
                  <a:pt x="557" y="110"/>
                </a:lnTo>
                <a:lnTo>
                  <a:pt x="555" y="109"/>
                </a:lnTo>
                <a:lnTo>
                  <a:pt x="554" y="108"/>
                </a:lnTo>
                <a:lnTo>
                  <a:pt x="552" y="106"/>
                </a:lnTo>
                <a:lnTo>
                  <a:pt x="552" y="105"/>
                </a:lnTo>
                <a:lnTo>
                  <a:pt x="553" y="105"/>
                </a:lnTo>
                <a:lnTo>
                  <a:pt x="553" y="104"/>
                </a:lnTo>
                <a:lnTo>
                  <a:pt x="553" y="103"/>
                </a:lnTo>
                <a:lnTo>
                  <a:pt x="553" y="102"/>
                </a:lnTo>
                <a:lnTo>
                  <a:pt x="552" y="99"/>
                </a:lnTo>
                <a:lnTo>
                  <a:pt x="551" y="99"/>
                </a:lnTo>
                <a:lnTo>
                  <a:pt x="550" y="99"/>
                </a:lnTo>
                <a:lnTo>
                  <a:pt x="550" y="98"/>
                </a:lnTo>
                <a:lnTo>
                  <a:pt x="552" y="94"/>
                </a:lnTo>
                <a:lnTo>
                  <a:pt x="553" y="94"/>
                </a:lnTo>
                <a:lnTo>
                  <a:pt x="553" y="93"/>
                </a:lnTo>
                <a:lnTo>
                  <a:pt x="554" y="92"/>
                </a:lnTo>
                <a:lnTo>
                  <a:pt x="555" y="92"/>
                </a:lnTo>
                <a:lnTo>
                  <a:pt x="554" y="92"/>
                </a:lnTo>
                <a:lnTo>
                  <a:pt x="551" y="91"/>
                </a:lnTo>
                <a:lnTo>
                  <a:pt x="551" y="90"/>
                </a:lnTo>
                <a:lnTo>
                  <a:pt x="550" y="90"/>
                </a:lnTo>
                <a:lnTo>
                  <a:pt x="549" y="90"/>
                </a:lnTo>
                <a:lnTo>
                  <a:pt x="548" y="89"/>
                </a:lnTo>
                <a:lnTo>
                  <a:pt x="547" y="89"/>
                </a:lnTo>
                <a:lnTo>
                  <a:pt x="546" y="89"/>
                </a:lnTo>
                <a:lnTo>
                  <a:pt x="546" y="88"/>
                </a:lnTo>
                <a:lnTo>
                  <a:pt x="546" y="87"/>
                </a:lnTo>
                <a:lnTo>
                  <a:pt x="545" y="88"/>
                </a:lnTo>
                <a:lnTo>
                  <a:pt x="544" y="88"/>
                </a:lnTo>
                <a:lnTo>
                  <a:pt x="543" y="87"/>
                </a:lnTo>
                <a:lnTo>
                  <a:pt x="542" y="87"/>
                </a:lnTo>
                <a:lnTo>
                  <a:pt x="541" y="87"/>
                </a:lnTo>
                <a:lnTo>
                  <a:pt x="541" y="86"/>
                </a:lnTo>
                <a:lnTo>
                  <a:pt x="540" y="86"/>
                </a:lnTo>
                <a:lnTo>
                  <a:pt x="541" y="85"/>
                </a:lnTo>
                <a:lnTo>
                  <a:pt x="542" y="83"/>
                </a:lnTo>
                <a:lnTo>
                  <a:pt x="542" y="82"/>
                </a:lnTo>
                <a:lnTo>
                  <a:pt x="542" y="81"/>
                </a:lnTo>
                <a:lnTo>
                  <a:pt x="540" y="81"/>
                </a:lnTo>
                <a:lnTo>
                  <a:pt x="539" y="82"/>
                </a:lnTo>
                <a:lnTo>
                  <a:pt x="538" y="82"/>
                </a:lnTo>
                <a:lnTo>
                  <a:pt x="536" y="82"/>
                </a:lnTo>
                <a:lnTo>
                  <a:pt x="535" y="81"/>
                </a:lnTo>
                <a:lnTo>
                  <a:pt x="534" y="81"/>
                </a:lnTo>
                <a:lnTo>
                  <a:pt x="533" y="80"/>
                </a:lnTo>
                <a:lnTo>
                  <a:pt x="532" y="80"/>
                </a:lnTo>
                <a:lnTo>
                  <a:pt x="531" y="79"/>
                </a:lnTo>
                <a:lnTo>
                  <a:pt x="530" y="78"/>
                </a:lnTo>
                <a:lnTo>
                  <a:pt x="529" y="77"/>
                </a:lnTo>
                <a:lnTo>
                  <a:pt x="529" y="76"/>
                </a:lnTo>
                <a:lnTo>
                  <a:pt x="529" y="75"/>
                </a:lnTo>
                <a:lnTo>
                  <a:pt x="528" y="75"/>
                </a:lnTo>
                <a:lnTo>
                  <a:pt x="528" y="73"/>
                </a:lnTo>
                <a:lnTo>
                  <a:pt x="527" y="72"/>
                </a:lnTo>
                <a:lnTo>
                  <a:pt x="526" y="72"/>
                </a:lnTo>
                <a:lnTo>
                  <a:pt x="526" y="73"/>
                </a:lnTo>
                <a:lnTo>
                  <a:pt x="524" y="73"/>
                </a:lnTo>
                <a:lnTo>
                  <a:pt x="523" y="73"/>
                </a:lnTo>
                <a:lnTo>
                  <a:pt x="522" y="72"/>
                </a:lnTo>
                <a:lnTo>
                  <a:pt x="520" y="70"/>
                </a:lnTo>
                <a:lnTo>
                  <a:pt x="519" y="70"/>
                </a:lnTo>
                <a:lnTo>
                  <a:pt x="519" y="69"/>
                </a:lnTo>
                <a:lnTo>
                  <a:pt x="518" y="67"/>
                </a:lnTo>
                <a:lnTo>
                  <a:pt x="517" y="66"/>
                </a:lnTo>
                <a:lnTo>
                  <a:pt x="517" y="65"/>
                </a:lnTo>
                <a:lnTo>
                  <a:pt x="515" y="64"/>
                </a:lnTo>
                <a:lnTo>
                  <a:pt x="515" y="63"/>
                </a:lnTo>
                <a:lnTo>
                  <a:pt x="514" y="62"/>
                </a:lnTo>
                <a:lnTo>
                  <a:pt x="513" y="61"/>
                </a:lnTo>
                <a:lnTo>
                  <a:pt x="511" y="62"/>
                </a:lnTo>
                <a:lnTo>
                  <a:pt x="510" y="60"/>
                </a:lnTo>
                <a:lnTo>
                  <a:pt x="510" y="59"/>
                </a:lnTo>
                <a:lnTo>
                  <a:pt x="510" y="58"/>
                </a:lnTo>
                <a:lnTo>
                  <a:pt x="511" y="56"/>
                </a:lnTo>
                <a:lnTo>
                  <a:pt x="510" y="55"/>
                </a:lnTo>
                <a:lnTo>
                  <a:pt x="510" y="53"/>
                </a:lnTo>
                <a:lnTo>
                  <a:pt x="509" y="52"/>
                </a:lnTo>
                <a:lnTo>
                  <a:pt x="507" y="50"/>
                </a:lnTo>
                <a:lnTo>
                  <a:pt x="506" y="50"/>
                </a:lnTo>
                <a:lnTo>
                  <a:pt x="507" y="47"/>
                </a:lnTo>
                <a:lnTo>
                  <a:pt x="508" y="47"/>
                </a:lnTo>
                <a:lnTo>
                  <a:pt x="509" y="47"/>
                </a:lnTo>
                <a:lnTo>
                  <a:pt x="510" y="47"/>
                </a:lnTo>
                <a:lnTo>
                  <a:pt x="510" y="45"/>
                </a:lnTo>
                <a:lnTo>
                  <a:pt x="511" y="45"/>
                </a:lnTo>
                <a:lnTo>
                  <a:pt x="513" y="45"/>
                </a:lnTo>
                <a:lnTo>
                  <a:pt x="513" y="44"/>
                </a:lnTo>
                <a:lnTo>
                  <a:pt x="514" y="43"/>
                </a:lnTo>
                <a:lnTo>
                  <a:pt x="514" y="44"/>
                </a:lnTo>
                <a:lnTo>
                  <a:pt x="515" y="44"/>
                </a:lnTo>
                <a:lnTo>
                  <a:pt x="515" y="45"/>
                </a:lnTo>
                <a:lnTo>
                  <a:pt x="516" y="45"/>
                </a:lnTo>
                <a:lnTo>
                  <a:pt x="517" y="46"/>
                </a:lnTo>
                <a:lnTo>
                  <a:pt x="518" y="46"/>
                </a:lnTo>
                <a:lnTo>
                  <a:pt x="519" y="47"/>
                </a:lnTo>
                <a:lnTo>
                  <a:pt x="520" y="47"/>
                </a:lnTo>
                <a:lnTo>
                  <a:pt x="520" y="48"/>
                </a:lnTo>
                <a:lnTo>
                  <a:pt x="521" y="48"/>
                </a:lnTo>
                <a:lnTo>
                  <a:pt x="522" y="48"/>
                </a:lnTo>
                <a:lnTo>
                  <a:pt x="522" y="47"/>
                </a:lnTo>
                <a:lnTo>
                  <a:pt x="523" y="46"/>
                </a:lnTo>
                <a:lnTo>
                  <a:pt x="524" y="46"/>
                </a:lnTo>
                <a:lnTo>
                  <a:pt x="525" y="45"/>
                </a:lnTo>
                <a:lnTo>
                  <a:pt x="524" y="44"/>
                </a:lnTo>
                <a:lnTo>
                  <a:pt x="523" y="44"/>
                </a:lnTo>
                <a:lnTo>
                  <a:pt x="523" y="43"/>
                </a:lnTo>
                <a:lnTo>
                  <a:pt x="522" y="43"/>
                </a:lnTo>
                <a:lnTo>
                  <a:pt x="521" y="42"/>
                </a:lnTo>
                <a:lnTo>
                  <a:pt x="520" y="42"/>
                </a:lnTo>
                <a:lnTo>
                  <a:pt x="519" y="41"/>
                </a:lnTo>
                <a:lnTo>
                  <a:pt x="519" y="40"/>
                </a:lnTo>
                <a:lnTo>
                  <a:pt x="518" y="40"/>
                </a:lnTo>
                <a:lnTo>
                  <a:pt x="517" y="40"/>
                </a:lnTo>
                <a:lnTo>
                  <a:pt x="517" y="39"/>
                </a:lnTo>
                <a:lnTo>
                  <a:pt x="519" y="37"/>
                </a:lnTo>
                <a:lnTo>
                  <a:pt x="519" y="36"/>
                </a:lnTo>
                <a:lnTo>
                  <a:pt x="522" y="36"/>
                </a:lnTo>
                <a:lnTo>
                  <a:pt x="523" y="36"/>
                </a:lnTo>
                <a:lnTo>
                  <a:pt x="523" y="35"/>
                </a:lnTo>
                <a:lnTo>
                  <a:pt x="523" y="34"/>
                </a:lnTo>
                <a:lnTo>
                  <a:pt x="522" y="33"/>
                </a:lnTo>
                <a:lnTo>
                  <a:pt x="522" y="32"/>
                </a:lnTo>
                <a:lnTo>
                  <a:pt x="522" y="31"/>
                </a:lnTo>
                <a:lnTo>
                  <a:pt x="521" y="31"/>
                </a:lnTo>
                <a:lnTo>
                  <a:pt x="520" y="31"/>
                </a:lnTo>
                <a:lnTo>
                  <a:pt x="520" y="30"/>
                </a:lnTo>
                <a:lnTo>
                  <a:pt x="519" y="29"/>
                </a:lnTo>
                <a:lnTo>
                  <a:pt x="520" y="28"/>
                </a:lnTo>
                <a:lnTo>
                  <a:pt x="521" y="28"/>
                </a:lnTo>
                <a:lnTo>
                  <a:pt x="522" y="28"/>
                </a:lnTo>
                <a:lnTo>
                  <a:pt x="523" y="28"/>
                </a:lnTo>
                <a:lnTo>
                  <a:pt x="524" y="28"/>
                </a:lnTo>
                <a:lnTo>
                  <a:pt x="524" y="27"/>
                </a:lnTo>
                <a:lnTo>
                  <a:pt x="525" y="27"/>
                </a:lnTo>
                <a:lnTo>
                  <a:pt x="526" y="28"/>
                </a:lnTo>
                <a:lnTo>
                  <a:pt x="528" y="28"/>
                </a:lnTo>
                <a:lnTo>
                  <a:pt x="529" y="28"/>
                </a:lnTo>
                <a:lnTo>
                  <a:pt x="531" y="28"/>
                </a:lnTo>
                <a:lnTo>
                  <a:pt x="532" y="29"/>
                </a:lnTo>
                <a:lnTo>
                  <a:pt x="533" y="29"/>
                </a:lnTo>
                <a:lnTo>
                  <a:pt x="534" y="30"/>
                </a:lnTo>
                <a:lnTo>
                  <a:pt x="535" y="29"/>
                </a:lnTo>
                <a:lnTo>
                  <a:pt x="537" y="28"/>
                </a:lnTo>
                <a:lnTo>
                  <a:pt x="537" y="27"/>
                </a:lnTo>
                <a:lnTo>
                  <a:pt x="538" y="27"/>
                </a:lnTo>
                <a:lnTo>
                  <a:pt x="538" y="26"/>
                </a:lnTo>
                <a:lnTo>
                  <a:pt x="538" y="23"/>
                </a:lnTo>
                <a:lnTo>
                  <a:pt x="537" y="23"/>
                </a:lnTo>
                <a:lnTo>
                  <a:pt x="536" y="23"/>
                </a:lnTo>
                <a:lnTo>
                  <a:pt x="534" y="21"/>
                </a:lnTo>
                <a:lnTo>
                  <a:pt x="534" y="20"/>
                </a:lnTo>
                <a:lnTo>
                  <a:pt x="533" y="19"/>
                </a:lnTo>
                <a:lnTo>
                  <a:pt x="533" y="18"/>
                </a:lnTo>
                <a:lnTo>
                  <a:pt x="532" y="17"/>
                </a:lnTo>
                <a:lnTo>
                  <a:pt x="531" y="16"/>
                </a:lnTo>
                <a:lnTo>
                  <a:pt x="531" y="15"/>
                </a:lnTo>
                <a:lnTo>
                  <a:pt x="531" y="14"/>
                </a:lnTo>
                <a:lnTo>
                  <a:pt x="530" y="14"/>
                </a:lnTo>
                <a:lnTo>
                  <a:pt x="530" y="13"/>
                </a:lnTo>
                <a:lnTo>
                  <a:pt x="529" y="13"/>
                </a:lnTo>
                <a:lnTo>
                  <a:pt x="529" y="12"/>
                </a:lnTo>
                <a:lnTo>
                  <a:pt x="527" y="12"/>
                </a:lnTo>
                <a:lnTo>
                  <a:pt x="525" y="11"/>
                </a:lnTo>
                <a:lnTo>
                  <a:pt x="526" y="11"/>
                </a:lnTo>
                <a:lnTo>
                  <a:pt x="526" y="10"/>
                </a:lnTo>
                <a:lnTo>
                  <a:pt x="525" y="8"/>
                </a:lnTo>
                <a:lnTo>
                  <a:pt x="524" y="8"/>
                </a:lnTo>
                <a:lnTo>
                  <a:pt x="524" y="7"/>
                </a:lnTo>
                <a:lnTo>
                  <a:pt x="523" y="7"/>
                </a:lnTo>
                <a:lnTo>
                  <a:pt x="523" y="6"/>
                </a:lnTo>
                <a:lnTo>
                  <a:pt x="524" y="6"/>
                </a:lnTo>
                <a:lnTo>
                  <a:pt x="525" y="5"/>
                </a:lnTo>
                <a:lnTo>
                  <a:pt x="526" y="5"/>
                </a:lnTo>
                <a:lnTo>
                  <a:pt x="528" y="3"/>
                </a:lnTo>
                <a:lnTo>
                  <a:pt x="528" y="2"/>
                </a:lnTo>
                <a:lnTo>
                  <a:pt x="529" y="2"/>
                </a:lnTo>
                <a:lnTo>
                  <a:pt x="530" y="2"/>
                </a:lnTo>
                <a:lnTo>
                  <a:pt x="532" y="3"/>
                </a:lnTo>
                <a:lnTo>
                  <a:pt x="533" y="3"/>
                </a:lnTo>
                <a:lnTo>
                  <a:pt x="534" y="3"/>
                </a:lnTo>
                <a:lnTo>
                  <a:pt x="536" y="3"/>
                </a:lnTo>
                <a:lnTo>
                  <a:pt x="538" y="5"/>
                </a:lnTo>
                <a:lnTo>
                  <a:pt x="540" y="4"/>
                </a:lnTo>
                <a:lnTo>
                  <a:pt x="542" y="5"/>
                </a:lnTo>
                <a:lnTo>
                  <a:pt x="542" y="4"/>
                </a:lnTo>
                <a:lnTo>
                  <a:pt x="543" y="4"/>
                </a:lnTo>
                <a:lnTo>
                  <a:pt x="543" y="3"/>
                </a:lnTo>
                <a:lnTo>
                  <a:pt x="544" y="2"/>
                </a:lnTo>
                <a:lnTo>
                  <a:pt x="545" y="1"/>
                </a:lnTo>
                <a:lnTo>
                  <a:pt x="546" y="1"/>
                </a:lnTo>
                <a:lnTo>
                  <a:pt x="547" y="0"/>
                </a:lnTo>
                <a:lnTo>
                  <a:pt x="547" y="1"/>
                </a:lnTo>
                <a:lnTo>
                  <a:pt x="549" y="2"/>
                </a:lnTo>
                <a:lnTo>
                  <a:pt x="550" y="2"/>
                </a:lnTo>
                <a:lnTo>
                  <a:pt x="551" y="3"/>
                </a:lnTo>
                <a:lnTo>
                  <a:pt x="55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6" name=""/>
          <p:cNvSpPr/>
          <p:nvPr/>
        </p:nvSpPr>
        <p:spPr>
          <a:xfrm>
            <a:off x="6994800" y="1744200"/>
            <a:ext cx="685080" cy="618120"/>
          </a:xfrm>
          <a:custGeom>
            <a:avLst/>
            <a:gdLst/>
            <a:ahLst/>
            <a:rect l="0" t="0" r="r" b="b"/>
            <a:pathLst>
              <a:path w="1903" h="1717">
                <a:moveTo>
                  <a:pt x="955" y="25"/>
                </a:moveTo>
                <a:lnTo>
                  <a:pt x="955" y="27"/>
                </a:lnTo>
                <a:lnTo>
                  <a:pt x="955" y="28"/>
                </a:lnTo>
                <a:lnTo>
                  <a:pt x="955" y="29"/>
                </a:lnTo>
                <a:lnTo>
                  <a:pt x="956" y="30"/>
                </a:lnTo>
                <a:lnTo>
                  <a:pt x="957" y="30"/>
                </a:lnTo>
                <a:lnTo>
                  <a:pt x="957" y="31"/>
                </a:lnTo>
                <a:lnTo>
                  <a:pt x="957" y="32"/>
                </a:lnTo>
                <a:lnTo>
                  <a:pt x="957" y="33"/>
                </a:lnTo>
                <a:lnTo>
                  <a:pt x="957" y="34"/>
                </a:lnTo>
                <a:lnTo>
                  <a:pt x="957" y="36"/>
                </a:lnTo>
                <a:lnTo>
                  <a:pt x="957" y="38"/>
                </a:lnTo>
                <a:lnTo>
                  <a:pt x="957" y="40"/>
                </a:lnTo>
                <a:lnTo>
                  <a:pt x="957" y="41"/>
                </a:lnTo>
                <a:lnTo>
                  <a:pt x="957" y="42"/>
                </a:lnTo>
                <a:lnTo>
                  <a:pt x="958" y="42"/>
                </a:lnTo>
                <a:lnTo>
                  <a:pt x="959" y="43"/>
                </a:lnTo>
                <a:lnTo>
                  <a:pt x="960" y="43"/>
                </a:lnTo>
                <a:lnTo>
                  <a:pt x="961" y="44"/>
                </a:lnTo>
                <a:lnTo>
                  <a:pt x="962" y="44"/>
                </a:lnTo>
                <a:lnTo>
                  <a:pt x="963" y="44"/>
                </a:lnTo>
                <a:lnTo>
                  <a:pt x="964" y="44"/>
                </a:lnTo>
                <a:lnTo>
                  <a:pt x="965" y="44"/>
                </a:lnTo>
                <a:lnTo>
                  <a:pt x="966" y="44"/>
                </a:lnTo>
                <a:lnTo>
                  <a:pt x="967" y="44"/>
                </a:lnTo>
                <a:lnTo>
                  <a:pt x="968" y="44"/>
                </a:lnTo>
                <a:lnTo>
                  <a:pt x="970" y="43"/>
                </a:lnTo>
                <a:lnTo>
                  <a:pt x="970" y="42"/>
                </a:lnTo>
                <a:lnTo>
                  <a:pt x="970" y="43"/>
                </a:lnTo>
                <a:lnTo>
                  <a:pt x="971" y="43"/>
                </a:lnTo>
                <a:lnTo>
                  <a:pt x="972" y="43"/>
                </a:lnTo>
                <a:lnTo>
                  <a:pt x="973" y="44"/>
                </a:lnTo>
                <a:lnTo>
                  <a:pt x="975" y="45"/>
                </a:lnTo>
                <a:lnTo>
                  <a:pt x="977" y="45"/>
                </a:lnTo>
                <a:lnTo>
                  <a:pt x="977" y="46"/>
                </a:lnTo>
                <a:lnTo>
                  <a:pt x="978" y="46"/>
                </a:lnTo>
                <a:lnTo>
                  <a:pt x="980" y="47"/>
                </a:lnTo>
                <a:lnTo>
                  <a:pt x="981" y="47"/>
                </a:lnTo>
                <a:lnTo>
                  <a:pt x="981" y="48"/>
                </a:lnTo>
                <a:lnTo>
                  <a:pt x="982" y="49"/>
                </a:lnTo>
                <a:lnTo>
                  <a:pt x="982" y="50"/>
                </a:lnTo>
                <a:lnTo>
                  <a:pt x="982" y="51"/>
                </a:lnTo>
                <a:lnTo>
                  <a:pt x="982" y="52"/>
                </a:lnTo>
                <a:lnTo>
                  <a:pt x="982" y="54"/>
                </a:lnTo>
                <a:lnTo>
                  <a:pt x="982" y="55"/>
                </a:lnTo>
                <a:lnTo>
                  <a:pt x="983" y="56"/>
                </a:lnTo>
                <a:lnTo>
                  <a:pt x="982" y="57"/>
                </a:lnTo>
                <a:lnTo>
                  <a:pt x="981" y="58"/>
                </a:lnTo>
                <a:lnTo>
                  <a:pt x="981" y="59"/>
                </a:lnTo>
                <a:lnTo>
                  <a:pt x="981" y="60"/>
                </a:lnTo>
                <a:lnTo>
                  <a:pt x="982" y="60"/>
                </a:lnTo>
                <a:lnTo>
                  <a:pt x="982" y="61"/>
                </a:lnTo>
                <a:lnTo>
                  <a:pt x="983" y="61"/>
                </a:lnTo>
                <a:lnTo>
                  <a:pt x="983" y="62"/>
                </a:lnTo>
                <a:lnTo>
                  <a:pt x="984" y="62"/>
                </a:lnTo>
                <a:lnTo>
                  <a:pt x="986" y="62"/>
                </a:lnTo>
                <a:lnTo>
                  <a:pt x="987" y="63"/>
                </a:lnTo>
                <a:lnTo>
                  <a:pt x="988" y="65"/>
                </a:lnTo>
                <a:lnTo>
                  <a:pt x="989" y="65"/>
                </a:lnTo>
                <a:lnTo>
                  <a:pt x="990" y="66"/>
                </a:lnTo>
                <a:lnTo>
                  <a:pt x="991" y="67"/>
                </a:lnTo>
                <a:lnTo>
                  <a:pt x="990" y="67"/>
                </a:lnTo>
                <a:lnTo>
                  <a:pt x="989" y="67"/>
                </a:lnTo>
                <a:lnTo>
                  <a:pt x="989" y="68"/>
                </a:lnTo>
                <a:lnTo>
                  <a:pt x="990" y="68"/>
                </a:lnTo>
                <a:lnTo>
                  <a:pt x="990" y="69"/>
                </a:lnTo>
                <a:lnTo>
                  <a:pt x="989" y="70"/>
                </a:lnTo>
                <a:lnTo>
                  <a:pt x="988" y="70"/>
                </a:lnTo>
                <a:lnTo>
                  <a:pt x="988" y="69"/>
                </a:lnTo>
                <a:lnTo>
                  <a:pt x="987" y="69"/>
                </a:lnTo>
                <a:lnTo>
                  <a:pt x="986" y="70"/>
                </a:lnTo>
                <a:lnTo>
                  <a:pt x="985" y="71"/>
                </a:lnTo>
                <a:lnTo>
                  <a:pt x="984" y="70"/>
                </a:lnTo>
                <a:lnTo>
                  <a:pt x="983" y="70"/>
                </a:lnTo>
                <a:lnTo>
                  <a:pt x="983" y="69"/>
                </a:lnTo>
                <a:lnTo>
                  <a:pt x="982" y="69"/>
                </a:lnTo>
                <a:lnTo>
                  <a:pt x="982" y="70"/>
                </a:lnTo>
                <a:lnTo>
                  <a:pt x="982" y="71"/>
                </a:lnTo>
                <a:lnTo>
                  <a:pt x="982" y="72"/>
                </a:lnTo>
                <a:lnTo>
                  <a:pt x="981" y="74"/>
                </a:lnTo>
                <a:lnTo>
                  <a:pt x="981" y="75"/>
                </a:lnTo>
                <a:lnTo>
                  <a:pt x="980" y="76"/>
                </a:lnTo>
                <a:lnTo>
                  <a:pt x="981" y="76"/>
                </a:lnTo>
                <a:lnTo>
                  <a:pt x="982" y="76"/>
                </a:lnTo>
                <a:lnTo>
                  <a:pt x="983" y="75"/>
                </a:lnTo>
                <a:lnTo>
                  <a:pt x="984" y="75"/>
                </a:lnTo>
                <a:lnTo>
                  <a:pt x="985" y="76"/>
                </a:lnTo>
                <a:lnTo>
                  <a:pt x="986" y="78"/>
                </a:lnTo>
                <a:lnTo>
                  <a:pt x="986" y="79"/>
                </a:lnTo>
                <a:lnTo>
                  <a:pt x="986" y="80"/>
                </a:lnTo>
                <a:lnTo>
                  <a:pt x="987" y="81"/>
                </a:lnTo>
                <a:lnTo>
                  <a:pt x="987" y="82"/>
                </a:lnTo>
                <a:lnTo>
                  <a:pt x="986" y="84"/>
                </a:lnTo>
                <a:lnTo>
                  <a:pt x="986" y="85"/>
                </a:lnTo>
                <a:lnTo>
                  <a:pt x="985" y="85"/>
                </a:lnTo>
                <a:lnTo>
                  <a:pt x="984" y="86"/>
                </a:lnTo>
                <a:lnTo>
                  <a:pt x="984" y="87"/>
                </a:lnTo>
                <a:lnTo>
                  <a:pt x="984" y="88"/>
                </a:lnTo>
                <a:lnTo>
                  <a:pt x="983" y="89"/>
                </a:lnTo>
                <a:lnTo>
                  <a:pt x="982" y="89"/>
                </a:lnTo>
                <a:lnTo>
                  <a:pt x="981" y="89"/>
                </a:lnTo>
                <a:lnTo>
                  <a:pt x="981" y="90"/>
                </a:lnTo>
                <a:lnTo>
                  <a:pt x="980" y="91"/>
                </a:lnTo>
                <a:lnTo>
                  <a:pt x="980" y="92"/>
                </a:lnTo>
                <a:lnTo>
                  <a:pt x="980" y="93"/>
                </a:lnTo>
                <a:lnTo>
                  <a:pt x="981" y="94"/>
                </a:lnTo>
                <a:lnTo>
                  <a:pt x="981" y="96"/>
                </a:lnTo>
                <a:lnTo>
                  <a:pt x="981" y="97"/>
                </a:lnTo>
                <a:lnTo>
                  <a:pt x="982" y="98"/>
                </a:lnTo>
                <a:lnTo>
                  <a:pt x="983" y="98"/>
                </a:lnTo>
                <a:lnTo>
                  <a:pt x="984" y="98"/>
                </a:lnTo>
                <a:lnTo>
                  <a:pt x="984" y="99"/>
                </a:lnTo>
                <a:lnTo>
                  <a:pt x="985" y="99"/>
                </a:lnTo>
                <a:lnTo>
                  <a:pt x="986" y="99"/>
                </a:lnTo>
                <a:lnTo>
                  <a:pt x="986" y="98"/>
                </a:lnTo>
                <a:lnTo>
                  <a:pt x="986" y="97"/>
                </a:lnTo>
                <a:lnTo>
                  <a:pt x="987" y="97"/>
                </a:lnTo>
                <a:lnTo>
                  <a:pt x="988" y="98"/>
                </a:lnTo>
                <a:lnTo>
                  <a:pt x="989" y="99"/>
                </a:lnTo>
                <a:lnTo>
                  <a:pt x="990" y="101"/>
                </a:lnTo>
                <a:lnTo>
                  <a:pt x="991" y="102"/>
                </a:lnTo>
                <a:lnTo>
                  <a:pt x="991" y="103"/>
                </a:lnTo>
                <a:lnTo>
                  <a:pt x="991" y="104"/>
                </a:lnTo>
                <a:lnTo>
                  <a:pt x="991" y="105"/>
                </a:lnTo>
                <a:lnTo>
                  <a:pt x="990" y="106"/>
                </a:lnTo>
                <a:lnTo>
                  <a:pt x="989" y="108"/>
                </a:lnTo>
                <a:lnTo>
                  <a:pt x="988" y="109"/>
                </a:lnTo>
                <a:lnTo>
                  <a:pt x="988" y="110"/>
                </a:lnTo>
                <a:lnTo>
                  <a:pt x="988" y="111"/>
                </a:lnTo>
                <a:lnTo>
                  <a:pt x="987" y="111"/>
                </a:lnTo>
                <a:lnTo>
                  <a:pt x="987" y="112"/>
                </a:lnTo>
                <a:lnTo>
                  <a:pt x="988" y="112"/>
                </a:lnTo>
                <a:lnTo>
                  <a:pt x="988" y="113"/>
                </a:lnTo>
                <a:lnTo>
                  <a:pt x="988" y="114"/>
                </a:lnTo>
                <a:lnTo>
                  <a:pt x="987" y="116"/>
                </a:lnTo>
                <a:lnTo>
                  <a:pt x="986" y="118"/>
                </a:lnTo>
                <a:lnTo>
                  <a:pt x="986" y="119"/>
                </a:lnTo>
                <a:lnTo>
                  <a:pt x="985" y="120"/>
                </a:lnTo>
                <a:lnTo>
                  <a:pt x="985" y="121"/>
                </a:lnTo>
                <a:lnTo>
                  <a:pt x="985" y="122"/>
                </a:lnTo>
                <a:lnTo>
                  <a:pt x="987" y="123"/>
                </a:lnTo>
                <a:lnTo>
                  <a:pt x="987" y="124"/>
                </a:lnTo>
                <a:lnTo>
                  <a:pt x="987" y="123"/>
                </a:lnTo>
                <a:lnTo>
                  <a:pt x="988" y="124"/>
                </a:lnTo>
                <a:lnTo>
                  <a:pt x="989" y="124"/>
                </a:lnTo>
                <a:lnTo>
                  <a:pt x="990" y="124"/>
                </a:lnTo>
                <a:lnTo>
                  <a:pt x="991" y="124"/>
                </a:lnTo>
                <a:lnTo>
                  <a:pt x="992" y="125"/>
                </a:lnTo>
                <a:lnTo>
                  <a:pt x="993" y="125"/>
                </a:lnTo>
                <a:lnTo>
                  <a:pt x="994" y="126"/>
                </a:lnTo>
                <a:lnTo>
                  <a:pt x="996" y="126"/>
                </a:lnTo>
                <a:lnTo>
                  <a:pt x="997" y="126"/>
                </a:lnTo>
                <a:lnTo>
                  <a:pt x="998" y="126"/>
                </a:lnTo>
                <a:lnTo>
                  <a:pt x="998" y="125"/>
                </a:lnTo>
                <a:lnTo>
                  <a:pt x="1000" y="123"/>
                </a:lnTo>
                <a:lnTo>
                  <a:pt x="1001" y="122"/>
                </a:lnTo>
                <a:lnTo>
                  <a:pt x="1002" y="122"/>
                </a:lnTo>
                <a:lnTo>
                  <a:pt x="1003" y="122"/>
                </a:lnTo>
                <a:lnTo>
                  <a:pt x="1004" y="123"/>
                </a:lnTo>
                <a:lnTo>
                  <a:pt x="1005" y="123"/>
                </a:lnTo>
                <a:lnTo>
                  <a:pt x="1006" y="124"/>
                </a:lnTo>
                <a:lnTo>
                  <a:pt x="1007" y="124"/>
                </a:lnTo>
                <a:lnTo>
                  <a:pt x="1007" y="125"/>
                </a:lnTo>
                <a:lnTo>
                  <a:pt x="1008" y="125"/>
                </a:lnTo>
                <a:lnTo>
                  <a:pt x="1008" y="128"/>
                </a:lnTo>
                <a:lnTo>
                  <a:pt x="1007" y="128"/>
                </a:lnTo>
                <a:lnTo>
                  <a:pt x="1006" y="129"/>
                </a:lnTo>
                <a:lnTo>
                  <a:pt x="1006" y="130"/>
                </a:lnTo>
                <a:lnTo>
                  <a:pt x="1006" y="131"/>
                </a:lnTo>
                <a:lnTo>
                  <a:pt x="1007" y="131"/>
                </a:lnTo>
                <a:lnTo>
                  <a:pt x="1008" y="131"/>
                </a:lnTo>
                <a:lnTo>
                  <a:pt x="1009" y="133"/>
                </a:lnTo>
                <a:lnTo>
                  <a:pt x="1010" y="133"/>
                </a:lnTo>
                <a:lnTo>
                  <a:pt x="1011" y="134"/>
                </a:lnTo>
                <a:lnTo>
                  <a:pt x="1012" y="135"/>
                </a:lnTo>
                <a:lnTo>
                  <a:pt x="1014" y="136"/>
                </a:lnTo>
                <a:lnTo>
                  <a:pt x="1014" y="137"/>
                </a:lnTo>
                <a:lnTo>
                  <a:pt x="1015" y="137"/>
                </a:lnTo>
                <a:lnTo>
                  <a:pt x="1016" y="137"/>
                </a:lnTo>
                <a:lnTo>
                  <a:pt x="1017" y="137"/>
                </a:lnTo>
                <a:lnTo>
                  <a:pt x="1018" y="137"/>
                </a:lnTo>
                <a:lnTo>
                  <a:pt x="1019" y="137"/>
                </a:lnTo>
                <a:lnTo>
                  <a:pt x="1020" y="137"/>
                </a:lnTo>
                <a:lnTo>
                  <a:pt x="1021" y="136"/>
                </a:lnTo>
                <a:lnTo>
                  <a:pt x="1022" y="136"/>
                </a:lnTo>
                <a:lnTo>
                  <a:pt x="1023" y="136"/>
                </a:lnTo>
                <a:lnTo>
                  <a:pt x="1023" y="135"/>
                </a:lnTo>
                <a:lnTo>
                  <a:pt x="1025" y="135"/>
                </a:lnTo>
                <a:lnTo>
                  <a:pt x="1025" y="136"/>
                </a:lnTo>
                <a:lnTo>
                  <a:pt x="1026" y="136"/>
                </a:lnTo>
                <a:lnTo>
                  <a:pt x="1028" y="136"/>
                </a:lnTo>
                <a:lnTo>
                  <a:pt x="1029" y="136"/>
                </a:lnTo>
                <a:lnTo>
                  <a:pt x="1030" y="136"/>
                </a:lnTo>
                <a:lnTo>
                  <a:pt x="1032" y="137"/>
                </a:lnTo>
                <a:lnTo>
                  <a:pt x="1033" y="136"/>
                </a:lnTo>
                <a:lnTo>
                  <a:pt x="1034" y="134"/>
                </a:lnTo>
                <a:lnTo>
                  <a:pt x="1033" y="133"/>
                </a:lnTo>
                <a:lnTo>
                  <a:pt x="1033" y="132"/>
                </a:lnTo>
                <a:lnTo>
                  <a:pt x="1034" y="131"/>
                </a:lnTo>
                <a:lnTo>
                  <a:pt x="1034" y="130"/>
                </a:lnTo>
                <a:lnTo>
                  <a:pt x="1034" y="129"/>
                </a:lnTo>
                <a:lnTo>
                  <a:pt x="1035" y="129"/>
                </a:lnTo>
                <a:lnTo>
                  <a:pt x="1036" y="129"/>
                </a:lnTo>
                <a:lnTo>
                  <a:pt x="1037" y="128"/>
                </a:lnTo>
                <a:lnTo>
                  <a:pt x="1038" y="127"/>
                </a:lnTo>
                <a:lnTo>
                  <a:pt x="1038" y="125"/>
                </a:lnTo>
                <a:lnTo>
                  <a:pt x="1039" y="123"/>
                </a:lnTo>
                <a:lnTo>
                  <a:pt x="1040" y="123"/>
                </a:lnTo>
                <a:lnTo>
                  <a:pt x="1042" y="124"/>
                </a:lnTo>
                <a:lnTo>
                  <a:pt x="1043" y="124"/>
                </a:lnTo>
                <a:lnTo>
                  <a:pt x="1044" y="124"/>
                </a:lnTo>
                <a:lnTo>
                  <a:pt x="1044" y="123"/>
                </a:lnTo>
                <a:lnTo>
                  <a:pt x="1045" y="123"/>
                </a:lnTo>
                <a:lnTo>
                  <a:pt x="1047" y="124"/>
                </a:lnTo>
                <a:lnTo>
                  <a:pt x="1048" y="124"/>
                </a:lnTo>
                <a:lnTo>
                  <a:pt x="1049" y="125"/>
                </a:lnTo>
                <a:lnTo>
                  <a:pt x="1049" y="126"/>
                </a:lnTo>
                <a:lnTo>
                  <a:pt x="1049" y="127"/>
                </a:lnTo>
                <a:lnTo>
                  <a:pt x="1049" y="128"/>
                </a:lnTo>
                <a:lnTo>
                  <a:pt x="1048" y="129"/>
                </a:lnTo>
                <a:lnTo>
                  <a:pt x="1049" y="130"/>
                </a:lnTo>
                <a:lnTo>
                  <a:pt x="1049" y="131"/>
                </a:lnTo>
                <a:lnTo>
                  <a:pt x="1050" y="132"/>
                </a:lnTo>
                <a:lnTo>
                  <a:pt x="1050" y="133"/>
                </a:lnTo>
                <a:lnTo>
                  <a:pt x="1049" y="133"/>
                </a:lnTo>
                <a:lnTo>
                  <a:pt x="1049" y="134"/>
                </a:lnTo>
                <a:lnTo>
                  <a:pt x="1049" y="135"/>
                </a:lnTo>
                <a:lnTo>
                  <a:pt x="1049" y="136"/>
                </a:lnTo>
                <a:lnTo>
                  <a:pt x="1048" y="136"/>
                </a:lnTo>
                <a:lnTo>
                  <a:pt x="1049" y="137"/>
                </a:lnTo>
                <a:lnTo>
                  <a:pt x="1050" y="137"/>
                </a:lnTo>
                <a:lnTo>
                  <a:pt x="1051" y="138"/>
                </a:lnTo>
                <a:lnTo>
                  <a:pt x="1051" y="139"/>
                </a:lnTo>
                <a:lnTo>
                  <a:pt x="1051" y="140"/>
                </a:lnTo>
                <a:lnTo>
                  <a:pt x="1051" y="142"/>
                </a:lnTo>
                <a:lnTo>
                  <a:pt x="1050" y="143"/>
                </a:lnTo>
                <a:lnTo>
                  <a:pt x="1050" y="144"/>
                </a:lnTo>
                <a:lnTo>
                  <a:pt x="1049" y="146"/>
                </a:lnTo>
                <a:lnTo>
                  <a:pt x="1048" y="146"/>
                </a:lnTo>
                <a:lnTo>
                  <a:pt x="1048" y="147"/>
                </a:lnTo>
                <a:lnTo>
                  <a:pt x="1048" y="148"/>
                </a:lnTo>
                <a:lnTo>
                  <a:pt x="1048" y="149"/>
                </a:lnTo>
                <a:lnTo>
                  <a:pt x="1047" y="149"/>
                </a:lnTo>
                <a:lnTo>
                  <a:pt x="1047" y="150"/>
                </a:lnTo>
                <a:lnTo>
                  <a:pt x="1046" y="150"/>
                </a:lnTo>
                <a:lnTo>
                  <a:pt x="1046" y="151"/>
                </a:lnTo>
                <a:lnTo>
                  <a:pt x="1047" y="150"/>
                </a:lnTo>
                <a:lnTo>
                  <a:pt x="1048" y="150"/>
                </a:lnTo>
                <a:lnTo>
                  <a:pt x="1049" y="151"/>
                </a:lnTo>
                <a:lnTo>
                  <a:pt x="1050" y="152"/>
                </a:lnTo>
                <a:lnTo>
                  <a:pt x="1051" y="152"/>
                </a:lnTo>
                <a:lnTo>
                  <a:pt x="1052" y="152"/>
                </a:lnTo>
                <a:lnTo>
                  <a:pt x="1052" y="151"/>
                </a:lnTo>
                <a:lnTo>
                  <a:pt x="1052" y="150"/>
                </a:lnTo>
                <a:lnTo>
                  <a:pt x="1053" y="147"/>
                </a:lnTo>
                <a:lnTo>
                  <a:pt x="1054" y="146"/>
                </a:lnTo>
                <a:lnTo>
                  <a:pt x="1055" y="146"/>
                </a:lnTo>
                <a:lnTo>
                  <a:pt x="1056" y="146"/>
                </a:lnTo>
                <a:lnTo>
                  <a:pt x="1057" y="146"/>
                </a:lnTo>
                <a:lnTo>
                  <a:pt x="1057" y="145"/>
                </a:lnTo>
                <a:lnTo>
                  <a:pt x="1057" y="144"/>
                </a:lnTo>
                <a:lnTo>
                  <a:pt x="1058" y="144"/>
                </a:lnTo>
                <a:lnTo>
                  <a:pt x="1058" y="143"/>
                </a:lnTo>
                <a:lnTo>
                  <a:pt x="1059" y="143"/>
                </a:lnTo>
                <a:lnTo>
                  <a:pt x="1059" y="142"/>
                </a:lnTo>
                <a:lnTo>
                  <a:pt x="1058" y="142"/>
                </a:lnTo>
                <a:lnTo>
                  <a:pt x="1058" y="141"/>
                </a:lnTo>
                <a:lnTo>
                  <a:pt x="1059" y="141"/>
                </a:lnTo>
                <a:lnTo>
                  <a:pt x="1059" y="140"/>
                </a:lnTo>
                <a:lnTo>
                  <a:pt x="1060" y="141"/>
                </a:lnTo>
                <a:lnTo>
                  <a:pt x="1060" y="142"/>
                </a:lnTo>
                <a:lnTo>
                  <a:pt x="1060" y="143"/>
                </a:lnTo>
                <a:lnTo>
                  <a:pt x="1062" y="144"/>
                </a:lnTo>
                <a:lnTo>
                  <a:pt x="1063" y="144"/>
                </a:lnTo>
                <a:lnTo>
                  <a:pt x="1063" y="143"/>
                </a:lnTo>
                <a:lnTo>
                  <a:pt x="1063" y="142"/>
                </a:lnTo>
                <a:lnTo>
                  <a:pt x="1063" y="141"/>
                </a:lnTo>
                <a:lnTo>
                  <a:pt x="1064" y="141"/>
                </a:lnTo>
                <a:lnTo>
                  <a:pt x="1066" y="142"/>
                </a:lnTo>
                <a:lnTo>
                  <a:pt x="1065" y="143"/>
                </a:lnTo>
                <a:lnTo>
                  <a:pt x="1065" y="144"/>
                </a:lnTo>
                <a:lnTo>
                  <a:pt x="1066" y="145"/>
                </a:lnTo>
                <a:lnTo>
                  <a:pt x="1067" y="145"/>
                </a:lnTo>
                <a:lnTo>
                  <a:pt x="1068" y="145"/>
                </a:lnTo>
                <a:lnTo>
                  <a:pt x="1068" y="144"/>
                </a:lnTo>
                <a:lnTo>
                  <a:pt x="1068" y="143"/>
                </a:lnTo>
                <a:lnTo>
                  <a:pt x="1069" y="142"/>
                </a:lnTo>
                <a:lnTo>
                  <a:pt x="1069" y="143"/>
                </a:lnTo>
                <a:lnTo>
                  <a:pt x="1069" y="144"/>
                </a:lnTo>
                <a:lnTo>
                  <a:pt x="1070" y="144"/>
                </a:lnTo>
                <a:lnTo>
                  <a:pt x="1070" y="143"/>
                </a:lnTo>
                <a:lnTo>
                  <a:pt x="1071" y="143"/>
                </a:lnTo>
                <a:lnTo>
                  <a:pt x="1071" y="144"/>
                </a:lnTo>
                <a:lnTo>
                  <a:pt x="1071" y="145"/>
                </a:lnTo>
                <a:lnTo>
                  <a:pt x="1070" y="145"/>
                </a:lnTo>
                <a:lnTo>
                  <a:pt x="1068" y="146"/>
                </a:lnTo>
                <a:lnTo>
                  <a:pt x="1068" y="147"/>
                </a:lnTo>
                <a:lnTo>
                  <a:pt x="1068" y="148"/>
                </a:lnTo>
                <a:lnTo>
                  <a:pt x="1069" y="147"/>
                </a:lnTo>
                <a:lnTo>
                  <a:pt x="1071" y="147"/>
                </a:lnTo>
                <a:lnTo>
                  <a:pt x="1071" y="148"/>
                </a:lnTo>
                <a:lnTo>
                  <a:pt x="1070" y="148"/>
                </a:lnTo>
                <a:lnTo>
                  <a:pt x="1071" y="149"/>
                </a:lnTo>
                <a:lnTo>
                  <a:pt x="1071" y="150"/>
                </a:lnTo>
                <a:lnTo>
                  <a:pt x="1072" y="149"/>
                </a:lnTo>
                <a:lnTo>
                  <a:pt x="1072" y="148"/>
                </a:lnTo>
                <a:lnTo>
                  <a:pt x="1073" y="148"/>
                </a:lnTo>
                <a:lnTo>
                  <a:pt x="1073" y="149"/>
                </a:lnTo>
                <a:lnTo>
                  <a:pt x="1074" y="149"/>
                </a:lnTo>
                <a:lnTo>
                  <a:pt x="1074" y="150"/>
                </a:lnTo>
                <a:lnTo>
                  <a:pt x="1075" y="149"/>
                </a:lnTo>
                <a:lnTo>
                  <a:pt x="1075" y="148"/>
                </a:lnTo>
                <a:lnTo>
                  <a:pt x="1076" y="149"/>
                </a:lnTo>
                <a:lnTo>
                  <a:pt x="1078" y="149"/>
                </a:lnTo>
                <a:lnTo>
                  <a:pt x="1078" y="150"/>
                </a:lnTo>
                <a:lnTo>
                  <a:pt x="1079" y="150"/>
                </a:lnTo>
                <a:lnTo>
                  <a:pt x="1079" y="151"/>
                </a:lnTo>
                <a:lnTo>
                  <a:pt x="1080" y="151"/>
                </a:lnTo>
                <a:lnTo>
                  <a:pt x="1081" y="151"/>
                </a:lnTo>
                <a:lnTo>
                  <a:pt x="1082" y="151"/>
                </a:lnTo>
                <a:lnTo>
                  <a:pt x="1082" y="152"/>
                </a:lnTo>
                <a:lnTo>
                  <a:pt x="1083" y="153"/>
                </a:lnTo>
                <a:lnTo>
                  <a:pt x="1084" y="153"/>
                </a:lnTo>
                <a:lnTo>
                  <a:pt x="1085" y="153"/>
                </a:lnTo>
                <a:lnTo>
                  <a:pt x="1086" y="154"/>
                </a:lnTo>
                <a:lnTo>
                  <a:pt x="1086" y="155"/>
                </a:lnTo>
                <a:lnTo>
                  <a:pt x="1087" y="156"/>
                </a:lnTo>
                <a:lnTo>
                  <a:pt x="1088" y="156"/>
                </a:lnTo>
                <a:lnTo>
                  <a:pt x="1088" y="155"/>
                </a:lnTo>
                <a:lnTo>
                  <a:pt x="1090" y="155"/>
                </a:lnTo>
                <a:lnTo>
                  <a:pt x="1090" y="154"/>
                </a:lnTo>
                <a:lnTo>
                  <a:pt x="1091" y="154"/>
                </a:lnTo>
                <a:lnTo>
                  <a:pt x="1092" y="154"/>
                </a:lnTo>
                <a:lnTo>
                  <a:pt x="1093" y="155"/>
                </a:lnTo>
                <a:lnTo>
                  <a:pt x="1094" y="154"/>
                </a:lnTo>
                <a:lnTo>
                  <a:pt x="1094" y="153"/>
                </a:lnTo>
                <a:lnTo>
                  <a:pt x="1095" y="152"/>
                </a:lnTo>
                <a:lnTo>
                  <a:pt x="1096" y="152"/>
                </a:lnTo>
                <a:lnTo>
                  <a:pt x="1097" y="151"/>
                </a:lnTo>
                <a:lnTo>
                  <a:pt x="1099" y="151"/>
                </a:lnTo>
                <a:lnTo>
                  <a:pt x="1101" y="152"/>
                </a:lnTo>
                <a:lnTo>
                  <a:pt x="1102" y="152"/>
                </a:lnTo>
                <a:lnTo>
                  <a:pt x="1102" y="151"/>
                </a:lnTo>
                <a:lnTo>
                  <a:pt x="1103" y="150"/>
                </a:lnTo>
                <a:lnTo>
                  <a:pt x="1104" y="150"/>
                </a:lnTo>
                <a:lnTo>
                  <a:pt x="1105" y="150"/>
                </a:lnTo>
                <a:lnTo>
                  <a:pt x="1106" y="150"/>
                </a:lnTo>
                <a:lnTo>
                  <a:pt x="1106" y="151"/>
                </a:lnTo>
                <a:lnTo>
                  <a:pt x="1107" y="151"/>
                </a:lnTo>
                <a:lnTo>
                  <a:pt x="1108" y="151"/>
                </a:lnTo>
                <a:lnTo>
                  <a:pt x="1110" y="151"/>
                </a:lnTo>
                <a:lnTo>
                  <a:pt x="1113" y="151"/>
                </a:lnTo>
                <a:lnTo>
                  <a:pt x="1115" y="151"/>
                </a:lnTo>
                <a:lnTo>
                  <a:pt x="1116" y="151"/>
                </a:lnTo>
                <a:lnTo>
                  <a:pt x="1117" y="151"/>
                </a:lnTo>
                <a:lnTo>
                  <a:pt x="1117" y="152"/>
                </a:lnTo>
                <a:lnTo>
                  <a:pt x="1118" y="152"/>
                </a:lnTo>
                <a:lnTo>
                  <a:pt x="1119" y="153"/>
                </a:lnTo>
                <a:lnTo>
                  <a:pt x="1121" y="153"/>
                </a:lnTo>
                <a:lnTo>
                  <a:pt x="1122" y="153"/>
                </a:lnTo>
                <a:lnTo>
                  <a:pt x="1124" y="152"/>
                </a:lnTo>
                <a:lnTo>
                  <a:pt x="1125" y="152"/>
                </a:lnTo>
                <a:lnTo>
                  <a:pt x="1127" y="151"/>
                </a:lnTo>
                <a:lnTo>
                  <a:pt x="1128" y="151"/>
                </a:lnTo>
                <a:lnTo>
                  <a:pt x="1129" y="151"/>
                </a:lnTo>
                <a:lnTo>
                  <a:pt x="1131" y="151"/>
                </a:lnTo>
                <a:lnTo>
                  <a:pt x="1132" y="150"/>
                </a:lnTo>
                <a:lnTo>
                  <a:pt x="1133" y="150"/>
                </a:lnTo>
                <a:lnTo>
                  <a:pt x="1135" y="150"/>
                </a:lnTo>
                <a:lnTo>
                  <a:pt x="1135" y="151"/>
                </a:lnTo>
                <a:lnTo>
                  <a:pt x="1137" y="151"/>
                </a:lnTo>
                <a:lnTo>
                  <a:pt x="1137" y="152"/>
                </a:lnTo>
                <a:lnTo>
                  <a:pt x="1139" y="153"/>
                </a:lnTo>
                <a:lnTo>
                  <a:pt x="1141" y="153"/>
                </a:lnTo>
                <a:lnTo>
                  <a:pt x="1143" y="154"/>
                </a:lnTo>
                <a:lnTo>
                  <a:pt x="1143" y="155"/>
                </a:lnTo>
                <a:lnTo>
                  <a:pt x="1144" y="155"/>
                </a:lnTo>
                <a:lnTo>
                  <a:pt x="1145" y="155"/>
                </a:lnTo>
                <a:lnTo>
                  <a:pt x="1147" y="158"/>
                </a:lnTo>
                <a:lnTo>
                  <a:pt x="1149" y="160"/>
                </a:lnTo>
                <a:lnTo>
                  <a:pt x="1149" y="161"/>
                </a:lnTo>
                <a:lnTo>
                  <a:pt x="1150" y="162"/>
                </a:lnTo>
                <a:lnTo>
                  <a:pt x="1151" y="162"/>
                </a:lnTo>
                <a:lnTo>
                  <a:pt x="1152" y="163"/>
                </a:lnTo>
                <a:lnTo>
                  <a:pt x="1152" y="164"/>
                </a:lnTo>
                <a:lnTo>
                  <a:pt x="1154" y="165"/>
                </a:lnTo>
                <a:lnTo>
                  <a:pt x="1155" y="165"/>
                </a:lnTo>
                <a:lnTo>
                  <a:pt x="1155" y="166"/>
                </a:lnTo>
                <a:lnTo>
                  <a:pt x="1156" y="168"/>
                </a:lnTo>
                <a:lnTo>
                  <a:pt x="1156" y="169"/>
                </a:lnTo>
                <a:lnTo>
                  <a:pt x="1156" y="170"/>
                </a:lnTo>
                <a:lnTo>
                  <a:pt x="1156" y="171"/>
                </a:lnTo>
                <a:lnTo>
                  <a:pt x="1156" y="172"/>
                </a:lnTo>
                <a:lnTo>
                  <a:pt x="1157" y="172"/>
                </a:lnTo>
                <a:lnTo>
                  <a:pt x="1157" y="173"/>
                </a:lnTo>
                <a:lnTo>
                  <a:pt x="1156" y="174"/>
                </a:lnTo>
                <a:lnTo>
                  <a:pt x="1155" y="174"/>
                </a:lnTo>
                <a:lnTo>
                  <a:pt x="1155" y="175"/>
                </a:lnTo>
                <a:lnTo>
                  <a:pt x="1155" y="176"/>
                </a:lnTo>
                <a:lnTo>
                  <a:pt x="1154" y="177"/>
                </a:lnTo>
                <a:lnTo>
                  <a:pt x="1154" y="178"/>
                </a:lnTo>
                <a:lnTo>
                  <a:pt x="1153" y="179"/>
                </a:lnTo>
                <a:lnTo>
                  <a:pt x="1153" y="180"/>
                </a:lnTo>
                <a:lnTo>
                  <a:pt x="1153" y="181"/>
                </a:lnTo>
                <a:lnTo>
                  <a:pt x="1153" y="182"/>
                </a:lnTo>
                <a:lnTo>
                  <a:pt x="1153" y="183"/>
                </a:lnTo>
                <a:lnTo>
                  <a:pt x="1153" y="184"/>
                </a:lnTo>
                <a:lnTo>
                  <a:pt x="1155" y="186"/>
                </a:lnTo>
                <a:lnTo>
                  <a:pt x="1156" y="186"/>
                </a:lnTo>
                <a:lnTo>
                  <a:pt x="1156" y="187"/>
                </a:lnTo>
                <a:lnTo>
                  <a:pt x="1156" y="188"/>
                </a:lnTo>
                <a:lnTo>
                  <a:pt x="1156" y="189"/>
                </a:lnTo>
                <a:lnTo>
                  <a:pt x="1156" y="190"/>
                </a:lnTo>
                <a:lnTo>
                  <a:pt x="1156" y="191"/>
                </a:lnTo>
                <a:lnTo>
                  <a:pt x="1157" y="192"/>
                </a:lnTo>
                <a:lnTo>
                  <a:pt x="1157" y="193"/>
                </a:lnTo>
                <a:lnTo>
                  <a:pt x="1157" y="194"/>
                </a:lnTo>
                <a:lnTo>
                  <a:pt x="1157" y="196"/>
                </a:lnTo>
                <a:lnTo>
                  <a:pt x="1158" y="197"/>
                </a:lnTo>
                <a:lnTo>
                  <a:pt x="1159" y="197"/>
                </a:lnTo>
                <a:lnTo>
                  <a:pt x="1159" y="198"/>
                </a:lnTo>
                <a:lnTo>
                  <a:pt x="1161" y="200"/>
                </a:lnTo>
                <a:lnTo>
                  <a:pt x="1162" y="200"/>
                </a:lnTo>
                <a:lnTo>
                  <a:pt x="1163" y="201"/>
                </a:lnTo>
                <a:lnTo>
                  <a:pt x="1163" y="203"/>
                </a:lnTo>
                <a:lnTo>
                  <a:pt x="1163" y="204"/>
                </a:lnTo>
                <a:lnTo>
                  <a:pt x="1163" y="205"/>
                </a:lnTo>
                <a:lnTo>
                  <a:pt x="1163" y="206"/>
                </a:lnTo>
                <a:lnTo>
                  <a:pt x="1163" y="209"/>
                </a:lnTo>
                <a:lnTo>
                  <a:pt x="1164" y="209"/>
                </a:lnTo>
                <a:lnTo>
                  <a:pt x="1165" y="210"/>
                </a:lnTo>
                <a:lnTo>
                  <a:pt x="1165" y="209"/>
                </a:lnTo>
                <a:lnTo>
                  <a:pt x="1166" y="209"/>
                </a:lnTo>
                <a:lnTo>
                  <a:pt x="1168" y="208"/>
                </a:lnTo>
                <a:lnTo>
                  <a:pt x="1169" y="208"/>
                </a:lnTo>
                <a:lnTo>
                  <a:pt x="1169" y="209"/>
                </a:lnTo>
                <a:lnTo>
                  <a:pt x="1170" y="210"/>
                </a:lnTo>
                <a:lnTo>
                  <a:pt x="1170" y="211"/>
                </a:lnTo>
                <a:lnTo>
                  <a:pt x="1171" y="211"/>
                </a:lnTo>
                <a:lnTo>
                  <a:pt x="1172" y="212"/>
                </a:lnTo>
                <a:lnTo>
                  <a:pt x="1172" y="214"/>
                </a:lnTo>
                <a:lnTo>
                  <a:pt x="1172" y="215"/>
                </a:lnTo>
                <a:lnTo>
                  <a:pt x="1173" y="215"/>
                </a:lnTo>
                <a:lnTo>
                  <a:pt x="1174" y="217"/>
                </a:lnTo>
                <a:lnTo>
                  <a:pt x="1174" y="218"/>
                </a:lnTo>
                <a:lnTo>
                  <a:pt x="1174" y="219"/>
                </a:lnTo>
                <a:lnTo>
                  <a:pt x="1175" y="220"/>
                </a:lnTo>
                <a:lnTo>
                  <a:pt x="1175" y="221"/>
                </a:lnTo>
                <a:lnTo>
                  <a:pt x="1175" y="222"/>
                </a:lnTo>
                <a:lnTo>
                  <a:pt x="1175" y="223"/>
                </a:lnTo>
                <a:lnTo>
                  <a:pt x="1176" y="224"/>
                </a:lnTo>
                <a:lnTo>
                  <a:pt x="1178" y="224"/>
                </a:lnTo>
                <a:lnTo>
                  <a:pt x="1179" y="223"/>
                </a:lnTo>
                <a:lnTo>
                  <a:pt x="1180" y="223"/>
                </a:lnTo>
                <a:lnTo>
                  <a:pt x="1180" y="224"/>
                </a:lnTo>
                <a:lnTo>
                  <a:pt x="1181" y="225"/>
                </a:lnTo>
                <a:lnTo>
                  <a:pt x="1182" y="225"/>
                </a:lnTo>
                <a:lnTo>
                  <a:pt x="1184" y="224"/>
                </a:lnTo>
                <a:lnTo>
                  <a:pt x="1184" y="223"/>
                </a:lnTo>
                <a:lnTo>
                  <a:pt x="1186" y="221"/>
                </a:lnTo>
                <a:lnTo>
                  <a:pt x="1188" y="221"/>
                </a:lnTo>
                <a:lnTo>
                  <a:pt x="1189" y="221"/>
                </a:lnTo>
                <a:lnTo>
                  <a:pt x="1192" y="222"/>
                </a:lnTo>
                <a:lnTo>
                  <a:pt x="1192" y="223"/>
                </a:lnTo>
                <a:lnTo>
                  <a:pt x="1193" y="223"/>
                </a:lnTo>
                <a:lnTo>
                  <a:pt x="1194" y="223"/>
                </a:lnTo>
                <a:lnTo>
                  <a:pt x="1195" y="224"/>
                </a:lnTo>
                <a:lnTo>
                  <a:pt x="1195" y="225"/>
                </a:lnTo>
                <a:lnTo>
                  <a:pt x="1196" y="225"/>
                </a:lnTo>
                <a:lnTo>
                  <a:pt x="1197" y="225"/>
                </a:lnTo>
                <a:lnTo>
                  <a:pt x="1198" y="225"/>
                </a:lnTo>
                <a:lnTo>
                  <a:pt x="1199" y="225"/>
                </a:lnTo>
                <a:lnTo>
                  <a:pt x="1199" y="226"/>
                </a:lnTo>
                <a:lnTo>
                  <a:pt x="1198" y="226"/>
                </a:lnTo>
                <a:lnTo>
                  <a:pt x="1195" y="227"/>
                </a:lnTo>
                <a:lnTo>
                  <a:pt x="1194" y="228"/>
                </a:lnTo>
                <a:lnTo>
                  <a:pt x="1193" y="228"/>
                </a:lnTo>
                <a:lnTo>
                  <a:pt x="1192" y="228"/>
                </a:lnTo>
                <a:lnTo>
                  <a:pt x="1192" y="229"/>
                </a:lnTo>
                <a:lnTo>
                  <a:pt x="1193" y="229"/>
                </a:lnTo>
                <a:lnTo>
                  <a:pt x="1193" y="230"/>
                </a:lnTo>
                <a:lnTo>
                  <a:pt x="1193" y="231"/>
                </a:lnTo>
                <a:lnTo>
                  <a:pt x="1193" y="232"/>
                </a:lnTo>
                <a:lnTo>
                  <a:pt x="1192" y="231"/>
                </a:lnTo>
                <a:lnTo>
                  <a:pt x="1191" y="231"/>
                </a:lnTo>
                <a:lnTo>
                  <a:pt x="1188" y="231"/>
                </a:lnTo>
                <a:lnTo>
                  <a:pt x="1185" y="231"/>
                </a:lnTo>
                <a:lnTo>
                  <a:pt x="1184" y="230"/>
                </a:lnTo>
                <a:lnTo>
                  <a:pt x="1184" y="229"/>
                </a:lnTo>
                <a:lnTo>
                  <a:pt x="1183" y="229"/>
                </a:lnTo>
                <a:lnTo>
                  <a:pt x="1183" y="228"/>
                </a:lnTo>
                <a:lnTo>
                  <a:pt x="1182" y="228"/>
                </a:lnTo>
                <a:lnTo>
                  <a:pt x="1181" y="228"/>
                </a:lnTo>
                <a:lnTo>
                  <a:pt x="1180" y="229"/>
                </a:lnTo>
                <a:lnTo>
                  <a:pt x="1179" y="229"/>
                </a:lnTo>
                <a:lnTo>
                  <a:pt x="1178" y="230"/>
                </a:lnTo>
                <a:lnTo>
                  <a:pt x="1177" y="230"/>
                </a:lnTo>
                <a:lnTo>
                  <a:pt x="1178" y="232"/>
                </a:lnTo>
                <a:lnTo>
                  <a:pt x="1179" y="234"/>
                </a:lnTo>
                <a:lnTo>
                  <a:pt x="1180" y="235"/>
                </a:lnTo>
                <a:lnTo>
                  <a:pt x="1180" y="236"/>
                </a:lnTo>
                <a:lnTo>
                  <a:pt x="1180" y="237"/>
                </a:lnTo>
                <a:lnTo>
                  <a:pt x="1180" y="238"/>
                </a:lnTo>
                <a:lnTo>
                  <a:pt x="1180" y="239"/>
                </a:lnTo>
                <a:lnTo>
                  <a:pt x="1181" y="240"/>
                </a:lnTo>
                <a:lnTo>
                  <a:pt x="1181" y="242"/>
                </a:lnTo>
                <a:lnTo>
                  <a:pt x="1181" y="243"/>
                </a:lnTo>
                <a:lnTo>
                  <a:pt x="1181" y="244"/>
                </a:lnTo>
                <a:lnTo>
                  <a:pt x="1180" y="246"/>
                </a:lnTo>
                <a:lnTo>
                  <a:pt x="1181" y="247"/>
                </a:lnTo>
                <a:lnTo>
                  <a:pt x="1181" y="248"/>
                </a:lnTo>
                <a:lnTo>
                  <a:pt x="1181" y="249"/>
                </a:lnTo>
                <a:lnTo>
                  <a:pt x="1182" y="249"/>
                </a:lnTo>
                <a:lnTo>
                  <a:pt x="1182" y="250"/>
                </a:lnTo>
                <a:lnTo>
                  <a:pt x="1183" y="251"/>
                </a:lnTo>
                <a:lnTo>
                  <a:pt x="1183" y="252"/>
                </a:lnTo>
                <a:lnTo>
                  <a:pt x="1184" y="253"/>
                </a:lnTo>
                <a:lnTo>
                  <a:pt x="1184" y="254"/>
                </a:lnTo>
                <a:lnTo>
                  <a:pt x="1185" y="257"/>
                </a:lnTo>
                <a:lnTo>
                  <a:pt x="1185" y="258"/>
                </a:lnTo>
                <a:lnTo>
                  <a:pt x="1185" y="260"/>
                </a:lnTo>
                <a:lnTo>
                  <a:pt x="1186" y="261"/>
                </a:lnTo>
                <a:lnTo>
                  <a:pt x="1186" y="262"/>
                </a:lnTo>
                <a:lnTo>
                  <a:pt x="1186" y="263"/>
                </a:lnTo>
                <a:lnTo>
                  <a:pt x="1187" y="264"/>
                </a:lnTo>
                <a:lnTo>
                  <a:pt x="1187" y="265"/>
                </a:lnTo>
                <a:lnTo>
                  <a:pt x="1188" y="266"/>
                </a:lnTo>
                <a:lnTo>
                  <a:pt x="1188" y="267"/>
                </a:lnTo>
                <a:lnTo>
                  <a:pt x="1188" y="268"/>
                </a:lnTo>
                <a:lnTo>
                  <a:pt x="1188" y="269"/>
                </a:lnTo>
                <a:lnTo>
                  <a:pt x="1189" y="269"/>
                </a:lnTo>
                <a:lnTo>
                  <a:pt x="1190" y="270"/>
                </a:lnTo>
                <a:lnTo>
                  <a:pt x="1190" y="271"/>
                </a:lnTo>
                <a:lnTo>
                  <a:pt x="1189" y="271"/>
                </a:lnTo>
                <a:lnTo>
                  <a:pt x="1188" y="272"/>
                </a:lnTo>
                <a:lnTo>
                  <a:pt x="1186" y="272"/>
                </a:lnTo>
                <a:lnTo>
                  <a:pt x="1186" y="273"/>
                </a:lnTo>
                <a:lnTo>
                  <a:pt x="1186" y="274"/>
                </a:lnTo>
                <a:lnTo>
                  <a:pt x="1186" y="275"/>
                </a:lnTo>
                <a:lnTo>
                  <a:pt x="1185" y="275"/>
                </a:lnTo>
                <a:lnTo>
                  <a:pt x="1186" y="276"/>
                </a:lnTo>
                <a:lnTo>
                  <a:pt x="1186" y="275"/>
                </a:lnTo>
                <a:lnTo>
                  <a:pt x="1187" y="275"/>
                </a:lnTo>
                <a:lnTo>
                  <a:pt x="1188" y="275"/>
                </a:lnTo>
                <a:lnTo>
                  <a:pt x="1188" y="276"/>
                </a:lnTo>
                <a:lnTo>
                  <a:pt x="1187" y="276"/>
                </a:lnTo>
                <a:lnTo>
                  <a:pt x="1186" y="277"/>
                </a:lnTo>
                <a:lnTo>
                  <a:pt x="1186" y="278"/>
                </a:lnTo>
                <a:lnTo>
                  <a:pt x="1185" y="280"/>
                </a:lnTo>
                <a:lnTo>
                  <a:pt x="1185" y="281"/>
                </a:lnTo>
                <a:lnTo>
                  <a:pt x="1184" y="281"/>
                </a:lnTo>
                <a:lnTo>
                  <a:pt x="1183" y="282"/>
                </a:lnTo>
                <a:lnTo>
                  <a:pt x="1182" y="284"/>
                </a:lnTo>
                <a:lnTo>
                  <a:pt x="1182" y="285"/>
                </a:lnTo>
                <a:lnTo>
                  <a:pt x="1183" y="285"/>
                </a:lnTo>
                <a:lnTo>
                  <a:pt x="1184" y="285"/>
                </a:lnTo>
                <a:lnTo>
                  <a:pt x="1185" y="286"/>
                </a:lnTo>
                <a:lnTo>
                  <a:pt x="1186" y="286"/>
                </a:lnTo>
                <a:lnTo>
                  <a:pt x="1188" y="287"/>
                </a:lnTo>
                <a:lnTo>
                  <a:pt x="1189" y="287"/>
                </a:lnTo>
                <a:lnTo>
                  <a:pt x="1190" y="286"/>
                </a:lnTo>
                <a:lnTo>
                  <a:pt x="1190" y="285"/>
                </a:lnTo>
                <a:lnTo>
                  <a:pt x="1191" y="285"/>
                </a:lnTo>
                <a:lnTo>
                  <a:pt x="1192" y="285"/>
                </a:lnTo>
                <a:lnTo>
                  <a:pt x="1192" y="286"/>
                </a:lnTo>
                <a:lnTo>
                  <a:pt x="1193" y="286"/>
                </a:lnTo>
                <a:lnTo>
                  <a:pt x="1194" y="286"/>
                </a:lnTo>
                <a:lnTo>
                  <a:pt x="1195" y="286"/>
                </a:lnTo>
                <a:lnTo>
                  <a:pt x="1196" y="286"/>
                </a:lnTo>
                <a:lnTo>
                  <a:pt x="1197" y="287"/>
                </a:lnTo>
                <a:lnTo>
                  <a:pt x="1197" y="288"/>
                </a:lnTo>
                <a:lnTo>
                  <a:pt x="1197" y="290"/>
                </a:lnTo>
                <a:lnTo>
                  <a:pt x="1196" y="291"/>
                </a:lnTo>
                <a:lnTo>
                  <a:pt x="1194" y="292"/>
                </a:lnTo>
                <a:lnTo>
                  <a:pt x="1193" y="292"/>
                </a:lnTo>
                <a:lnTo>
                  <a:pt x="1192" y="293"/>
                </a:lnTo>
                <a:lnTo>
                  <a:pt x="1191" y="293"/>
                </a:lnTo>
                <a:lnTo>
                  <a:pt x="1190" y="294"/>
                </a:lnTo>
                <a:lnTo>
                  <a:pt x="1190" y="295"/>
                </a:lnTo>
                <a:lnTo>
                  <a:pt x="1189" y="297"/>
                </a:lnTo>
                <a:lnTo>
                  <a:pt x="1189" y="299"/>
                </a:lnTo>
                <a:lnTo>
                  <a:pt x="1189" y="300"/>
                </a:lnTo>
                <a:lnTo>
                  <a:pt x="1189" y="302"/>
                </a:lnTo>
                <a:lnTo>
                  <a:pt x="1188" y="303"/>
                </a:lnTo>
                <a:lnTo>
                  <a:pt x="1188" y="304"/>
                </a:lnTo>
                <a:lnTo>
                  <a:pt x="1186" y="305"/>
                </a:lnTo>
                <a:lnTo>
                  <a:pt x="1185" y="305"/>
                </a:lnTo>
                <a:lnTo>
                  <a:pt x="1183" y="305"/>
                </a:lnTo>
                <a:lnTo>
                  <a:pt x="1183" y="304"/>
                </a:lnTo>
                <a:lnTo>
                  <a:pt x="1182" y="304"/>
                </a:lnTo>
                <a:lnTo>
                  <a:pt x="1181" y="304"/>
                </a:lnTo>
                <a:lnTo>
                  <a:pt x="1180" y="304"/>
                </a:lnTo>
                <a:lnTo>
                  <a:pt x="1179" y="304"/>
                </a:lnTo>
                <a:lnTo>
                  <a:pt x="1178" y="304"/>
                </a:lnTo>
                <a:lnTo>
                  <a:pt x="1178" y="303"/>
                </a:lnTo>
                <a:lnTo>
                  <a:pt x="1177" y="303"/>
                </a:lnTo>
                <a:lnTo>
                  <a:pt x="1175" y="304"/>
                </a:lnTo>
                <a:lnTo>
                  <a:pt x="1174" y="304"/>
                </a:lnTo>
                <a:lnTo>
                  <a:pt x="1174" y="305"/>
                </a:lnTo>
                <a:lnTo>
                  <a:pt x="1173" y="306"/>
                </a:lnTo>
                <a:lnTo>
                  <a:pt x="1174" y="306"/>
                </a:lnTo>
                <a:lnTo>
                  <a:pt x="1174" y="307"/>
                </a:lnTo>
                <a:lnTo>
                  <a:pt x="1174" y="308"/>
                </a:lnTo>
                <a:lnTo>
                  <a:pt x="1173" y="308"/>
                </a:lnTo>
                <a:lnTo>
                  <a:pt x="1173" y="310"/>
                </a:lnTo>
                <a:lnTo>
                  <a:pt x="1173" y="311"/>
                </a:lnTo>
                <a:lnTo>
                  <a:pt x="1173" y="312"/>
                </a:lnTo>
                <a:lnTo>
                  <a:pt x="1172" y="313"/>
                </a:lnTo>
                <a:lnTo>
                  <a:pt x="1172" y="314"/>
                </a:lnTo>
                <a:lnTo>
                  <a:pt x="1172" y="315"/>
                </a:lnTo>
                <a:lnTo>
                  <a:pt x="1172" y="316"/>
                </a:lnTo>
                <a:lnTo>
                  <a:pt x="1172" y="317"/>
                </a:lnTo>
                <a:lnTo>
                  <a:pt x="1173" y="317"/>
                </a:lnTo>
                <a:lnTo>
                  <a:pt x="1173" y="318"/>
                </a:lnTo>
                <a:lnTo>
                  <a:pt x="1174" y="320"/>
                </a:lnTo>
                <a:lnTo>
                  <a:pt x="1174" y="321"/>
                </a:lnTo>
                <a:lnTo>
                  <a:pt x="1175" y="323"/>
                </a:lnTo>
                <a:lnTo>
                  <a:pt x="1175" y="327"/>
                </a:lnTo>
                <a:lnTo>
                  <a:pt x="1176" y="328"/>
                </a:lnTo>
                <a:lnTo>
                  <a:pt x="1178" y="328"/>
                </a:lnTo>
                <a:lnTo>
                  <a:pt x="1179" y="328"/>
                </a:lnTo>
                <a:lnTo>
                  <a:pt x="1181" y="329"/>
                </a:lnTo>
                <a:lnTo>
                  <a:pt x="1185" y="329"/>
                </a:lnTo>
                <a:lnTo>
                  <a:pt x="1186" y="330"/>
                </a:lnTo>
                <a:lnTo>
                  <a:pt x="1187" y="330"/>
                </a:lnTo>
                <a:lnTo>
                  <a:pt x="1188" y="332"/>
                </a:lnTo>
                <a:lnTo>
                  <a:pt x="1188" y="333"/>
                </a:lnTo>
                <a:lnTo>
                  <a:pt x="1189" y="334"/>
                </a:lnTo>
                <a:lnTo>
                  <a:pt x="1190" y="334"/>
                </a:lnTo>
                <a:lnTo>
                  <a:pt x="1191" y="335"/>
                </a:lnTo>
                <a:lnTo>
                  <a:pt x="1192" y="336"/>
                </a:lnTo>
                <a:lnTo>
                  <a:pt x="1193" y="336"/>
                </a:lnTo>
                <a:lnTo>
                  <a:pt x="1192" y="336"/>
                </a:lnTo>
                <a:lnTo>
                  <a:pt x="1192" y="337"/>
                </a:lnTo>
                <a:lnTo>
                  <a:pt x="1193" y="337"/>
                </a:lnTo>
                <a:lnTo>
                  <a:pt x="1194" y="338"/>
                </a:lnTo>
                <a:lnTo>
                  <a:pt x="1195" y="338"/>
                </a:lnTo>
                <a:lnTo>
                  <a:pt x="1196" y="338"/>
                </a:lnTo>
                <a:lnTo>
                  <a:pt x="1197" y="339"/>
                </a:lnTo>
                <a:lnTo>
                  <a:pt x="1197" y="340"/>
                </a:lnTo>
                <a:lnTo>
                  <a:pt x="1197" y="341"/>
                </a:lnTo>
                <a:lnTo>
                  <a:pt x="1198" y="342"/>
                </a:lnTo>
                <a:lnTo>
                  <a:pt x="1199" y="342"/>
                </a:lnTo>
                <a:lnTo>
                  <a:pt x="1200" y="342"/>
                </a:lnTo>
                <a:lnTo>
                  <a:pt x="1201" y="342"/>
                </a:lnTo>
                <a:lnTo>
                  <a:pt x="1202" y="343"/>
                </a:lnTo>
                <a:lnTo>
                  <a:pt x="1202" y="344"/>
                </a:lnTo>
                <a:lnTo>
                  <a:pt x="1202" y="345"/>
                </a:lnTo>
                <a:lnTo>
                  <a:pt x="1203" y="345"/>
                </a:lnTo>
                <a:lnTo>
                  <a:pt x="1204" y="345"/>
                </a:lnTo>
                <a:lnTo>
                  <a:pt x="1205" y="345"/>
                </a:lnTo>
                <a:lnTo>
                  <a:pt x="1206" y="345"/>
                </a:lnTo>
                <a:lnTo>
                  <a:pt x="1207" y="344"/>
                </a:lnTo>
                <a:lnTo>
                  <a:pt x="1208" y="343"/>
                </a:lnTo>
                <a:lnTo>
                  <a:pt x="1209" y="344"/>
                </a:lnTo>
                <a:lnTo>
                  <a:pt x="1210" y="344"/>
                </a:lnTo>
                <a:lnTo>
                  <a:pt x="1211" y="344"/>
                </a:lnTo>
                <a:lnTo>
                  <a:pt x="1212" y="344"/>
                </a:lnTo>
                <a:lnTo>
                  <a:pt x="1212" y="346"/>
                </a:lnTo>
                <a:lnTo>
                  <a:pt x="1213" y="346"/>
                </a:lnTo>
                <a:lnTo>
                  <a:pt x="1213" y="347"/>
                </a:lnTo>
                <a:lnTo>
                  <a:pt x="1213" y="348"/>
                </a:lnTo>
                <a:lnTo>
                  <a:pt x="1214" y="349"/>
                </a:lnTo>
                <a:lnTo>
                  <a:pt x="1215" y="350"/>
                </a:lnTo>
                <a:lnTo>
                  <a:pt x="1216" y="350"/>
                </a:lnTo>
                <a:lnTo>
                  <a:pt x="1217" y="350"/>
                </a:lnTo>
                <a:lnTo>
                  <a:pt x="1217" y="349"/>
                </a:lnTo>
                <a:lnTo>
                  <a:pt x="1218" y="349"/>
                </a:lnTo>
                <a:lnTo>
                  <a:pt x="1218" y="348"/>
                </a:lnTo>
                <a:lnTo>
                  <a:pt x="1219" y="348"/>
                </a:lnTo>
                <a:lnTo>
                  <a:pt x="1221" y="349"/>
                </a:lnTo>
                <a:lnTo>
                  <a:pt x="1222" y="349"/>
                </a:lnTo>
                <a:lnTo>
                  <a:pt x="1223" y="351"/>
                </a:lnTo>
                <a:lnTo>
                  <a:pt x="1224" y="351"/>
                </a:lnTo>
                <a:lnTo>
                  <a:pt x="1224" y="352"/>
                </a:lnTo>
                <a:lnTo>
                  <a:pt x="1224" y="353"/>
                </a:lnTo>
                <a:lnTo>
                  <a:pt x="1224" y="354"/>
                </a:lnTo>
                <a:lnTo>
                  <a:pt x="1225" y="356"/>
                </a:lnTo>
                <a:lnTo>
                  <a:pt x="1225" y="357"/>
                </a:lnTo>
                <a:lnTo>
                  <a:pt x="1227" y="357"/>
                </a:lnTo>
                <a:lnTo>
                  <a:pt x="1228" y="357"/>
                </a:lnTo>
                <a:lnTo>
                  <a:pt x="1228" y="358"/>
                </a:lnTo>
                <a:lnTo>
                  <a:pt x="1229" y="359"/>
                </a:lnTo>
                <a:lnTo>
                  <a:pt x="1230" y="360"/>
                </a:lnTo>
                <a:lnTo>
                  <a:pt x="1231" y="360"/>
                </a:lnTo>
                <a:lnTo>
                  <a:pt x="1232" y="361"/>
                </a:lnTo>
                <a:lnTo>
                  <a:pt x="1233" y="362"/>
                </a:lnTo>
                <a:lnTo>
                  <a:pt x="1233" y="363"/>
                </a:lnTo>
                <a:lnTo>
                  <a:pt x="1234" y="363"/>
                </a:lnTo>
                <a:lnTo>
                  <a:pt x="1234" y="364"/>
                </a:lnTo>
                <a:lnTo>
                  <a:pt x="1235" y="363"/>
                </a:lnTo>
                <a:lnTo>
                  <a:pt x="1236" y="363"/>
                </a:lnTo>
                <a:lnTo>
                  <a:pt x="1237" y="363"/>
                </a:lnTo>
                <a:lnTo>
                  <a:pt x="1238" y="363"/>
                </a:lnTo>
                <a:lnTo>
                  <a:pt x="1240" y="362"/>
                </a:lnTo>
                <a:lnTo>
                  <a:pt x="1243" y="360"/>
                </a:lnTo>
                <a:lnTo>
                  <a:pt x="1244" y="361"/>
                </a:lnTo>
                <a:lnTo>
                  <a:pt x="1245" y="362"/>
                </a:lnTo>
                <a:lnTo>
                  <a:pt x="1245" y="363"/>
                </a:lnTo>
                <a:lnTo>
                  <a:pt x="1246" y="365"/>
                </a:lnTo>
                <a:lnTo>
                  <a:pt x="1247" y="366"/>
                </a:lnTo>
                <a:lnTo>
                  <a:pt x="1247" y="367"/>
                </a:lnTo>
                <a:lnTo>
                  <a:pt x="1248" y="367"/>
                </a:lnTo>
                <a:lnTo>
                  <a:pt x="1249" y="367"/>
                </a:lnTo>
                <a:lnTo>
                  <a:pt x="1249" y="368"/>
                </a:lnTo>
                <a:lnTo>
                  <a:pt x="1250" y="368"/>
                </a:lnTo>
                <a:lnTo>
                  <a:pt x="1250" y="369"/>
                </a:lnTo>
                <a:lnTo>
                  <a:pt x="1251" y="369"/>
                </a:lnTo>
                <a:lnTo>
                  <a:pt x="1251" y="368"/>
                </a:lnTo>
                <a:lnTo>
                  <a:pt x="1252" y="368"/>
                </a:lnTo>
                <a:lnTo>
                  <a:pt x="1253" y="367"/>
                </a:lnTo>
                <a:lnTo>
                  <a:pt x="1254" y="367"/>
                </a:lnTo>
                <a:lnTo>
                  <a:pt x="1255" y="367"/>
                </a:lnTo>
                <a:lnTo>
                  <a:pt x="1256" y="367"/>
                </a:lnTo>
                <a:lnTo>
                  <a:pt x="1257" y="367"/>
                </a:lnTo>
                <a:lnTo>
                  <a:pt x="1259" y="367"/>
                </a:lnTo>
                <a:lnTo>
                  <a:pt x="1260" y="367"/>
                </a:lnTo>
                <a:lnTo>
                  <a:pt x="1260" y="366"/>
                </a:lnTo>
                <a:lnTo>
                  <a:pt x="1261" y="366"/>
                </a:lnTo>
                <a:lnTo>
                  <a:pt x="1262" y="366"/>
                </a:lnTo>
                <a:lnTo>
                  <a:pt x="1263" y="366"/>
                </a:lnTo>
                <a:lnTo>
                  <a:pt x="1263" y="365"/>
                </a:lnTo>
                <a:lnTo>
                  <a:pt x="1263" y="364"/>
                </a:lnTo>
                <a:lnTo>
                  <a:pt x="1263" y="363"/>
                </a:lnTo>
                <a:lnTo>
                  <a:pt x="1264" y="363"/>
                </a:lnTo>
                <a:lnTo>
                  <a:pt x="1265" y="363"/>
                </a:lnTo>
                <a:lnTo>
                  <a:pt x="1268" y="365"/>
                </a:lnTo>
                <a:lnTo>
                  <a:pt x="1269" y="367"/>
                </a:lnTo>
                <a:lnTo>
                  <a:pt x="1269" y="368"/>
                </a:lnTo>
                <a:lnTo>
                  <a:pt x="1270" y="368"/>
                </a:lnTo>
                <a:lnTo>
                  <a:pt x="1271" y="369"/>
                </a:lnTo>
                <a:lnTo>
                  <a:pt x="1272" y="370"/>
                </a:lnTo>
                <a:lnTo>
                  <a:pt x="1273" y="371"/>
                </a:lnTo>
                <a:lnTo>
                  <a:pt x="1273" y="372"/>
                </a:lnTo>
                <a:lnTo>
                  <a:pt x="1273" y="373"/>
                </a:lnTo>
                <a:lnTo>
                  <a:pt x="1273" y="374"/>
                </a:lnTo>
                <a:lnTo>
                  <a:pt x="1273" y="375"/>
                </a:lnTo>
                <a:lnTo>
                  <a:pt x="1274" y="376"/>
                </a:lnTo>
                <a:lnTo>
                  <a:pt x="1275" y="375"/>
                </a:lnTo>
                <a:lnTo>
                  <a:pt x="1276" y="375"/>
                </a:lnTo>
                <a:lnTo>
                  <a:pt x="1276" y="376"/>
                </a:lnTo>
                <a:lnTo>
                  <a:pt x="1278" y="376"/>
                </a:lnTo>
                <a:lnTo>
                  <a:pt x="1279" y="375"/>
                </a:lnTo>
                <a:lnTo>
                  <a:pt x="1280" y="375"/>
                </a:lnTo>
                <a:lnTo>
                  <a:pt x="1281" y="374"/>
                </a:lnTo>
                <a:lnTo>
                  <a:pt x="1281" y="375"/>
                </a:lnTo>
                <a:lnTo>
                  <a:pt x="1282" y="375"/>
                </a:lnTo>
                <a:lnTo>
                  <a:pt x="1282" y="374"/>
                </a:lnTo>
                <a:lnTo>
                  <a:pt x="1283" y="373"/>
                </a:lnTo>
                <a:lnTo>
                  <a:pt x="1284" y="372"/>
                </a:lnTo>
                <a:lnTo>
                  <a:pt x="1285" y="372"/>
                </a:lnTo>
                <a:lnTo>
                  <a:pt x="1286" y="372"/>
                </a:lnTo>
                <a:lnTo>
                  <a:pt x="1288" y="371"/>
                </a:lnTo>
                <a:lnTo>
                  <a:pt x="1288" y="370"/>
                </a:lnTo>
                <a:lnTo>
                  <a:pt x="1289" y="370"/>
                </a:lnTo>
                <a:lnTo>
                  <a:pt x="1289" y="369"/>
                </a:lnTo>
                <a:lnTo>
                  <a:pt x="1291" y="369"/>
                </a:lnTo>
                <a:lnTo>
                  <a:pt x="1292" y="369"/>
                </a:lnTo>
                <a:lnTo>
                  <a:pt x="1293" y="368"/>
                </a:lnTo>
                <a:lnTo>
                  <a:pt x="1295" y="368"/>
                </a:lnTo>
                <a:lnTo>
                  <a:pt x="1296" y="368"/>
                </a:lnTo>
                <a:lnTo>
                  <a:pt x="1297" y="368"/>
                </a:lnTo>
                <a:lnTo>
                  <a:pt x="1298" y="367"/>
                </a:lnTo>
                <a:lnTo>
                  <a:pt x="1298" y="366"/>
                </a:lnTo>
                <a:lnTo>
                  <a:pt x="1299" y="366"/>
                </a:lnTo>
                <a:lnTo>
                  <a:pt x="1300" y="366"/>
                </a:lnTo>
                <a:lnTo>
                  <a:pt x="1301" y="366"/>
                </a:lnTo>
                <a:lnTo>
                  <a:pt x="1302" y="367"/>
                </a:lnTo>
                <a:lnTo>
                  <a:pt x="1303" y="367"/>
                </a:lnTo>
                <a:lnTo>
                  <a:pt x="1305" y="367"/>
                </a:lnTo>
                <a:lnTo>
                  <a:pt x="1305" y="368"/>
                </a:lnTo>
                <a:lnTo>
                  <a:pt x="1306" y="368"/>
                </a:lnTo>
                <a:lnTo>
                  <a:pt x="1307" y="368"/>
                </a:lnTo>
                <a:lnTo>
                  <a:pt x="1308" y="368"/>
                </a:lnTo>
                <a:lnTo>
                  <a:pt x="1308" y="369"/>
                </a:lnTo>
                <a:lnTo>
                  <a:pt x="1308" y="370"/>
                </a:lnTo>
                <a:lnTo>
                  <a:pt x="1309" y="372"/>
                </a:lnTo>
                <a:lnTo>
                  <a:pt x="1310" y="372"/>
                </a:lnTo>
                <a:lnTo>
                  <a:pt x="1310" y="373"/>
                </a:lnTo>
                <a:lnTo>
                  <a:pt x="1311" y="374"/>
                </a:lnTo>
                <a:lnTo>
                  <a:pt x="1311" y="375"/>
                </a:lnTo>
                <a:lnTo>
                  <a:pt x="1312" y="377"/>
                </a:lnTo>
                <a:lnTo>
                  <a:pt x="1313" y="377"/>
                </a:lnTo>
                <a:lnTo>
                  <a:pt x="1315" y="377"/>
                </a:lnTo>
                <a:lnTo>
                  <a:pt x="1318" y="376"/>
                </a:lnTo>
                <a:lnTo>
                  <a:pt x="1319" y="375"/>
                </a:lnTo>
                <a:lnTo>
                  <a:pt x="1321" y="374"/>
                </a:lnTo>
                <a:lnTo>
                  <a:pt x="1323" y="374"/>
                </a:lnTo>
                <a:lnTo>
                  <a:pt x="1324" y="373"/>
                </a:lnTo>
                <a:lnTo>
                  <a:pt x="1325" y="373"/>
                </a:lnTo>
                <a:lnTo>
                  <a:pt x="1326" y="372"/>
                </a:lnTo>
                <a:lnTo>
                  <a:pt x="1326" y="371"/>
                </a:lnTo>
                <a:lnTo>
                  <a:pt x="1327" y="370"/>
                </a:lnTo>
                <a:lnTo>
                  <a:pt x="1328" y="370"/>
                </a:lnTo>
                <a:lnTo>
                  <a:pt x="1329" y="370"/>
                </a:lnTo>
                <a:lnTo>
                  <a:pt x="1330" y="369"/>
                </a:lnTo>
                <a:lnTo>
                  <a:pt x="1331" y="368"/>
                </a:lnTo>
                <a:lnTo>
                  <a:pt x="1331" y="366"/>
                </a:lnTo>
                <a:lnTo>
                  <a:pt x="1331" y="365"/>
                </a:lnTo>
                <a:lnTo>
                  <a:pt x="1331" y="364"/>
                </a:lnTo>
                <a:lnTo>
                  <a:pt x="1331" y="363"/>
                </a:lnTo>
                <a:lnTo>
                  <a:pt x="1332" y="362"/>
                </a:lnTo>
                <a:lnTo>
                  <a:pt x="1333" y="363"/>
                </a:lnTo>
                <a:lnTo>
                  <a:pt x="1334" y="363"/>
                </a:lnTo>
                <a:lnTo>
                  <a:pt x="1334" y="362"/>
                </a:lnTo>
                <a:lnTo>
                  <a:pt x="1335" y="362"/>
                </a:lnTo>
                <a:lnTo>
                  <a:pt x="1336" y="362"/>
                </a:lnTo>
                <a:lnTo>
                  <a:pt x="1337" y="363"/>
                </a:lnTo>
                <a:lnTo>
                  <a:pt x="1337" y="364"/>
                </a:lnTo>
                <a:lnTo>
                  <a:pt x="1339" y="365"/>
                </a:lnTo>
                <a:lnTo>
                  <a:pt x="1340" y="365"/>
                </a:lnTo>
                <a:lnTo>
                  <a:pt x="1341" y="364"/>
                </a:lnTo>
                <a:lnTo>
                  <a:pt x="1342" y="364"/>
                </a:lnTo>
                <a:lnTo>
                  <a:pt x="1343" y="365"/>
                </a:lnTo>
                <a:lnTo>
                  <a:pt x="1344" y="364"/>
                </a:lnTo>
                <a:lnTo>
                  <a:pt x="1345" y="364"/>
                </a:lnTo>
                <a:lnTo>
                  <a:pt x="1345" y="363"/>
                </a:lnTo>
                <a:lnTo>
                  <a:pt x="1346" y="363"/>
                </a:lnTo>
                <a:lnTo>
                  <a:pt x="1347" y="361"/>
                </a:lnTo>
                <a:lnTo>
                  <a:pt x="1348" y="361"/>
                </a:lnTo>
                <a:lnTo>
                  <a:pt x="1349" y="361"/>
                </a:lnTo>
                <a:lnTo>
                  <a:pt x="1349" y="360"/>
                </a:lnTo>
                <a:lnTo>
                  <a:pt x="1350" y="360"/>
                </a:lnTo>
                <a:lnTo>
                  <a:pt x="1351" y="359"/>
                </a:lnTo>
                <a:lnTo>
                  <a:pt x="1352" y="360"/>
                </a:lnTo>
                <a:lnTo>
                  <a:pt x="1352" y="359"/>
                </a:lnTo>
                <a:lnTo>
                  <a:pt x="1353" y="359"/>
                </a:lnTo>
                <a:lnTo>
                  <a:pt x="1353" y="358"/>
                </a:lnTo>
                <a:lnTo>
                  <a:pt x="1354" y="357"/>
                </a:lnTo>
                <a:lnTo>
                  <a:pt x="1354" y="356"/>
                </a:lnTo>
                <a:lnTo>
                  <a:pt x="1354" y="355"/>
                </a:lnTo>
                <a:lnTo>
                  <a:pt x="1356" y="353"/>
                </a:lnTo>
                <a:lnTo>
                  <a:pt x="1357" y="353"/>
                </a:lnTo>
                <a:lnTo>
                  <a:pt x="1358" y="353"/>
                </a:lnTo>
                <a:lnTo>
                  <a:pt x="1358" y="354"/>
                </a:lnTo>
                <a:lnTo>
                  <a:pt x="1361" y="352"/>
                </a:lnTo>
                <a:lnTo>
                  <a:pt x="1363" y="351"/>
                </a:lnTo>
                <a:lnTo>
                  <a:pt x="1364" y="351"/>
                </a:lnTo>
                <a:lnTo>
                  <a:pt x="1365" y="350"/>
                </a:lnTo>
                <a:lnTo>
                  <a:pt x="1366" y="349"/>
                </a:lnTo>
                <a:lnTo>
                  <a:pt x="1366" y="348"/>
                </a:lnTo>
                <a:lnTo>
                  <a:pt x="1368" y="348"/>
                </a:lnTo>
                <a:lnTo>
                  <a:pt x="1369" y="348"/>
                </a:lnTo>
                <a:lnTo>
                  <a:pt x="1369" y="349"/>
                </a:lnTo>
                <a:lnTo>
                  <a:pt x="1370" y="349"/>
                </a:lnTo>
                <a:lnTo>
                  <a:pt x="1370" y="348"/>
                </a:lnTo>
                <a:lnTo>
                  <a:pt x="1371" y="348"/>
                </a:lnTo>
                <a:lnTo>
                  <a:pt x="1371" y="347"/>
                </a:lnTo>
                <a:lnTo>
                  <a:pt x="1371" y="346"/>
                </a:lnTo>
                <a:lnTo>
                  <a:pt x="1371" y="345"/>
                </a:lnTo>
                <a:lnTo>
                  <a:pt x="1372" y="344"/>
                </a:lnTo>
                <a:lnTo>
                  <a:pt x="1372" y="343"/>
                </a:lnTo>
                <a:lnTo>
                  <a:pt x="1371" y="341"/>
                </a:lnTo>
                <a:lnTo>
                  <a:pt x="1370" y="341"/>
                </a:lnTo>
                <a:lnTo>
                  <a:pt x="1370" y="342"/>
                </a:lnTo>
                <a:lnTo>
                  <a:pt x="1370" y="343"/>
                </a:lnTo>
                <a:lnTo>
                  <a:pt x="1369" y="343"/>
                </a:lnTo>
                <a:lnTo>
                  <a:pt x="1369" y="342"/>
                </a:lnTo>
                <a:lnTo>
                  <a:pt x="1370" y="342"/>
                </a:lnTo>
                <a:lnTo>
                  <a:pt x="1369" y="341"/>
                </a:lnTo>
                <a:lnTo>
                  <a:pt x="1369" y="340"/>
                </a:lnTo>
                <a:lnTo>
                  <a:pt x="1368" y="340"/>
                </a:lnTo>
                <a:lnTo>
                  <a:pt x="1367" y="340"/>
                </a:lnTo>
                <a:lnTo>
                  <a:pt x="1367" y="338"/>
                </a:lnTo>
                <a:lnTo>
                  <a:pt x="1366" y="338"/>
                </a:lnTo>
                <a:lnTo>
                  <a:pt x="1366" y="337"/>
                </a:lnTo>
                <a:lnTo>
                  <a:pt x="1366" y="336"/>
                </a:lnTo>
                <a:lnTo>
                  <a:pt x="1365" y="334"/>
                </a:lnTo>
                <a:lnTo>
                  <a:pt x="1364" y="333"/>
                </a:lnTo>
                <a:lnTo>
                  <a:pt x="1364" y="332"/>
                </a:lnTo>
                <a:lnTo>
                  <a:pt x="1363" y="331"/>
                </a:lnTo>
                <a:lnTo>
                  <a:pt x="1363" y="329"/>
                </a:lnTo>
                <a:lnTo>
                  <a:pt x="1362" y="329"/>
                </a:lnTo>
                <a:lnTo>
                  <a:pt x="1361" y="328"/>
                </a:lnTo>
                <a:lnTo>
                  <a:pt x="1361" y="327"/>
                </a:lnTo>
                <a:lnTo>
                  <a:pt x="1361" y="326"/>
                </a:lnTo>
                <a:lnTo>
                  <a:pt x="1362" y="326"/>
                </a:lnTo>
                <a:lnTo>
                  <a:pt x="1362" y="325"/>
                </a:lnTo>
                <a:lnTo>
                  <a:pt x="1361" y="325"/>
                </a:lnTo>
                <a:lnTo>
                  <a:pt x="1360" y="325"/>
                </a:lnTo>
                <a:lnTo>
                  <a:pt x="1360" y="324"/>
                </a:lnTo>
                <a:lnTo>
                  <a:pt x="1361" y="324"/>
                </a:lnTo>
                <a:lnTo>
                  <a:pt x="1362" y="324"/>
                </a:lnTo>
                <a:lnTo>
                  <a:pt x="1362" y="323"/>
                </a:lnTo>
                <a:lnTo>
                  <a:pt x="1361" y="321"/>
                </a:lnTo>
                <a:lnTo>
                  <a:pt x="1360" y="320"/>
                </a:lnTo>
                <a:lnTo>
                  <a:pt x="1360" y="318"/>
                </a:lnTo>
                <a:lnTo>
                  <a:pt x="1362" y="318"/>
                </a:lnTo>
                <a:lnTo>
                  <a:pt x="1362" y="317"/>
                </a:lnTo>
                <a:lnTo>
                  <a:pt x="1363" y="317"/>
                </a:lnTo>
                <a:lnTo>
                  <a:pt x="1364" y="315"/>
                </a:lnTo>
                <a:lnTo>
                  <a:pt x="1364" y="313"/>
                </a:lnTo>
                <a:lnTo>
                  <a:pt x="1364" y="312"/>
                </a:lnTo>
                <a:lnTo>
                  <a:pt x="1364" y="310"/>
                </a:lnTo>
                <a:lnTo>
                  <a:pt x="1366" y="308"/>
                </a:lnTo>
                <a:lnTo>
                  <a:pt x="1366" y="307"/>
                </a:lnTo>
                <a:lnTo>
                  <a:pt x="1368" y="307"/>
                </a:lnTo>
                <a:lnTo>
                  <a:pt x="1369" y="307"/>
                </a:lnTo>
                <a:lnTo>
                  <a:pt x="1370" y="307"/>
                </a:lnTo>
                <a:lnTo>
                  <a:pt x="1371" y="307"/>
                </a:lnTo>
                <a:lnTo>
                  <a:pt x="1373" y="307"/>
                </a:lnTo>
                <a:lnTo>
                  <a:pt x="1376" y="309"/>
                </a:lnTo>
                <a:lnTo>
                  <a:pt x="1377" y="309"/>
                </a:lnTo>
                <a:lnTo>
                  <a:pt x="1378" y="311"/>
                </a:lnTo>
                <a:lnTo>
                  <a:pt x="1379" y="312"/>
                </a:lnTo>
                <a:lnTo>
                  <a:pt x="1378" y="312"/>
                </a:lnTo>
                <a:lnTo>
                  <a:pt x="1378" y="313"/>
                </a:lnTo>
                <a:lnTo>
                  <a:pt x="1378" y="314"/>
                </a:lnTo>
                <a:lnTo>
                  <a:pt x="1378" y="315"/>
                </a:lnTo>
                <a:lnTo>
                  <a:pt x="1378" y="316"/>
                </a:lnTo>
                <a:lnTo>
                  <a:pt x="1377" y="316"/>
                </a:lnTo>
                <a:lnTo>
                  <a:pt x="1377" y="317"/>
                </a:lnTo>
                <a:lnTo>
                  <a:pt x="1378" y="318"/>
                </a:lnTo>
                <a:lnTo>
                  <a:pt x="1379" y="320"/>
                </a:lnTo>
                <a:lnTo>
                  <a:pt x="1379" y="321"/>
                </a:lnTo>
                <a:lnTo>
                  <a:pt x="1380" y="321"/>
                </a:lnTo>
                <a:lnTo>
                  <a:pt x="1380" y="322"/>
                </a:lnTo>
                <a:lnTo>
                  <a:pt x="1381" y="322"/>
                </a:lnTo>
                <a:lnTo>
                  <a:pt x="1383" y="324"/>
                </a:lnTo>
                <a:lnTo>
                  <a:pt x="1383" y="325"/>
                </a:lnTo>
                <a:lnTo>
                  <a:pt x="1383" y="326"/>
                </a:lnTo>
                <a:lnTo>
                  <a:pt x="1383" y="327"/>
                </a:lnTo>
                <a:lnTo>
                  <a:pt x="1383" y="328"/>
                </a:lnTo>
                <a:lnTo>
                  <a:pt x="1384" y="329"/>
                </a:lnTo>
                <a:lnTo>
                  <a:pt x="1384" y="330"/>
                </a:lnTo>
                <a:lnTo>
                  <a:pt x="1385" y="331"/>
                </a:lnTo>
                <a:lnTo>
                  <a:pt x="1385" y="332"/>
                </a:lnTo>
                <a:lnTo>
                  <a:pt x="1384" y="332"/>
                </a:lnTo>
                <a:lnTo>
                  <a:pt x="1384" y="333"/>
                </a:lnTo>
                <a:lnTo>
                  <a:pt x="1384" y="334"/>
                </a:lnTo>
                <a:lnTo>
                  <a:pt x="1384" y="335"/>
                </a:lnTo>
                <a:lnTo>
                  <a:pt x="1385" y="336"/>
                </a:lnTo>
                <a:lnTo>
                  <a:pt x="1386" y="336"/>
                </a:lnTo>
                <a:lnTo>
                  <a:pt x="1387" y="336"/>
                </a:lnTo>
                <a:lnTo>
                  <a:pt x="1388" y="335"/>
                </a:lnTo>
                <a:lnTo>
                  <a:pt x="1388" y="336"/>
                </a:lnTo>
                <a:lnTo>
                  <a:pt x="1389" y="336"/>
                </a:lnTo>
                <a:lnTo>
                  <a:pt x="1389" y="337"/>
                </a:lnTo>
                <a:lnTo>
                  <a:pt x="1388" y="338"/>
                </a:lnTo>
                <a:lnTo>
                  <a:pt x="1388" y="339"/>
                </a:lnTo>
                <a:lnTo>
                  <a:pt x="1389" y="340"/>
                </a:lnTo>
                <a:lnTo>
                  <a:pt x="1389" y="341"/>
                </a:lnTo>
                <a:lnTo>
                  <a:pt x="1390" y="341"/>
                </a:lnTo>
                <a:lnTo>
                  <a:pt x="1391" y="342"/>
                </a:lnTo>
                <a:lnTo>
                  <a:pt x="1390" y="343"/>
                </a:lnTo>
                <a:lnTo>
                  <a:pt x="1390" y="344"/>
                </a:lnTo>
                <a:lnTo>
                  <a:pt x="1389" y="344"/>
                </a:lnTo>
                <a:lnTo>
                  <a:pt x="1389" y="345"/>
                </a:lnTo>
                <a:lnTo>
                  <a:pt x="1388" y="345"/>
                </a:lnTo>
                <a:lnTo>
                  <a:pt x="1389" y="347"/>
                </a:lnTo>
                <a:lnTo>
                  <a:pt x="1389" y="348"/>
                </a:lnTo>
                <a:lnTo>
                  <a:pt x="1389" y="349"/>
                </a:lnTo>
                <a:lnTo>
                  <a:pt x="1390" y="350"/>
                </a:lnTo>
                <a:lnTo>
                  <a:pt x="1391" y="350"/>
                </a:lnTo>
                <a:lnTo>
                  <a:pt x="1392" y="350"/>
                </a:lnTo>
                <a:lnTo>
                  <a:pt x="1392" y="349"/>
                </a:lnTo>
                <a:lnTo>
                  <a:pt x="1393" y="349"/>
                </a:lnTo>
                <a:lnTo>
                  <a:pt x="1394" y="349"/>
                </a:lnTo>
                <a:lnTo>
                  <a:pt x="1394" y="350"/>
                </a:lnTo>
                <a:lnTo>
                  <a:pt x="1394" y="351"/>
                </a:lnTo>
                <a:lnTo>
                  <a:pt x="1394" y="352"/>
                </a:lnTo>
                <a:lnTo>
                  <a:pt x="1394" y="353"/>
                </a:lnTo>
                <a:lnTo>
                  <a:pt x="1394" y="354"/>
                </a:lnTo>
                <a:lnTo>
                  <a:pt x="1395" y="355"/>
                </a:lnTo>
                <a:lnTo>
                  <a:pt x="1398" y="355"/>
                </a:lnTo>
                <a:lnTo>
                  <a:pt x="1399" y="355"/>
                </a:lnTo>
                <a:lnTo>
                  <a:pt x="1400" y="354"/>
                </a:lnTo>
                <a:lnTo>
                  <a:pt x="1401" y="354"/>
                </a:lnTo>
                <a:lnTo>
                  <a:pt x="1401" y="353"/>
                </a:lnTo>
                <a:lnTo>
                  <a:pt x="1402" y="353"/>
                </a:lnTo>
                <a:lnTo>
                  <a:pt x="1403" y="353"/>
                </a:lnTo>
                <a:lnTo>
                  <a:pt x="1404" y="352"/>
                </a:lnTo>
                <a:lnTo>
                  <a:pt x="1404" y="351"/>
                </a:lnTo>
                <a:lnTo>
                  <a:pt x="1405" y="351"/>
                </a:lnTo>
                <a:lnTo>
                  <a:pt x="1406" y="351"/>
                </a:lnTo>
                <a:lnTo>
                  <a:pt x="1407" y="350"/>
                </a:lnTo>
                <a:lnTo>
                  <a:pt x="1407" y="349"/>
                </a:lnTo>
                <a:lnTo>
                  <a:pt x="1409" y="349"/>
                </a:lnTo>
                <a:lnTo>
                  <a:pt x="1409" y="348"/>
                </a:lnTo>
                <a:lnTo>
                  <a:pt x="1410" y="348"/>
                </a:lnTo>
                <a:lnTo>
                  <a:pt x="1411" y="346"/>
                </a:lnTo>
                <a:lnTo>
                  <a:pt x="1412" y="346"/>
                </a:lnTo>
                <a:lnTo>
                  <a:pt x="1413" y="346"/>
                </a:lnTo>
                <a:lnTo>
                  <a:pt x="1413" y="345"/>
                </a:lnTo>
                <a:lnTo>
                  <a:pt x="1414" y="345"/>
                </a:lnTo>
                <a:lnTo>
                  <a:pt x="1414" y="344"/>
                </a:lnTo>
                <a:lnTo>
                  <a:pt x="1416" y="343"/>
                </a:lnTo>
                <a:lnTo>
                  <a:pt x="1417" y="343"/>
                </a:lnTo>
                <a:lnTo>
                  <a:pt x="1418" y="344"/>
                </a:lnTo>
                <a:lnTo>
                  <a:pt x="1419" y="344"/>
                </a:lnTo>
                <a:lnTo>
                  <a:pt x="1419" y="343"/>
                </a:lnTo>
                <a:lnTo>
                  <a:pt x="1420" y="343"/>
                </a:lnTo>
                <a:lnTo>
                  <a:pt x="1420" y="342"/>
                </a:lnTo>
                <a:lnTo>
                  <a:pt x="1421" y="341"/>
                </a:lnTo>
                <a:lnTo>
                  <a:pt x="1422" y="341"/>
                </a:lnTo>
                <a:lnTo>
                  <a:pt x="1423" y="342"/>
                </a:lnTo>
                <a:lnTo>
                  <a:pt x="1423" y="341"/>
                </a:lnTo>
                <a:lnTo>
                  <a:pt x="1424" y="341"/>
                </a:lnTo>
                <a:lnTo>
                  <a:pt x="1425" y="341"/>
                </a:lnTo>
                <a:lnTo>
                  <a:pt x="1425" y="342"/>
                </a:lnTo>
                <a:lnTo>
                  <a:pt x="1426" y="343"/>
                </a:lnTo>
                <a:lnTo>
                  <a:pt x="1426" y="344"/>
                </a:lnTo>
                <a:lnTo>
                  <a:pt x="1426" y="345"/>
                </a:lnTo>
                <a:lnTo>
                  <a:pt x="1427" y="345"/>
                </a:lnTo>
                <a:lnTo>
                  <a:pt x="1428" y="344"/>
                </a:lnTo>
                <a:lnTo>
                  <a:pt x="1429" y="344"/>
                </a:lnTo>
                <a:lnTo>
                  <a:pt x="1430" y="343"/>
                </a:lnTo>
                <a:lnTo>
                  <a:pt x="1431" y="342"/>
                </a:lnTo>
                <a:lnTo>
                  <a:pt x="1431" y="341"/>
                </a:lnTo>
                <a:lnTo>
                  <a:pt x="1431" y="340"/>
                </a:lnTo>
                <a:lnTo>
                  <a:pt x="1432" y="340"/>
                </a:lnTo>
                <a:lnTo>
                  <a:pt x="1433" y="340"/>
                </a:lnTo>
                <a:lnTo>
                  <a:pt x="1434" y="340"/>
                </a:lnTo>
                <a:lnTo>
                  <a:pt x="1433" y="338"/>
                </a:lnTo>
                <a:lnTo>
                  <a:pt x="1433" y="337"/>
                </a:lnTo>
                <a:lnTo>
                  <a:pt x="1433" y="336"/>
                </a:lnTo>
                <a:lnTo>
                  <a:pt x="1433" y="335"/>
                </a:lnTo>
                <a:lnTo>
                  <a:pt x="1434" y="334"/>
                </a:lnTo>
                <a:lnTo>
                  <a:pt x="1434" y="332"/>
                </a:lnTo>
                <a:lnTo>
                  <a:pt x="1433" y="332"/>
                </a:lnTo>
                <a:lnTo>
                  <a:pt x="1433" y="331"/>
                </a:lnTo>
                <a:lnTo>
                  <a:pt x="1434" y="329"/>
                </a:lnTo>
                <a:lnTo>
                  <a:pt x="1435" y="329"/>
                </a:lnTo>
                <a:lnTo>
                  <a:pt x="1436" y="329"/>
                </a:lnTo>
                <a:lnTo>
                  <a:pt x="1436" y="330"/>
                </a:lnTo>
                <a:lnTo>
                  <a:pt x="1437" y="330"/>
                </a:lnTo>
                <a:lnTo>
                  <a:pt x="1438" y="330"/>
                </a:lnTo>
                <a:lnTo>
                  <a:pt x="1439" y="330"/>
                </a:lnTo>
                <a:lnTo>
                  <a:pt x="1439" y="329"/>
                </a:lnTo>
                <a:lnTo>
                  <a:pt x="1440" y="328"/>
                </a:lnTo>
                <a:lnTo>
                  <a:pt x="1441" y="328"/>
                </a:lnTo>
                <a:lnTo>
                  <a:pt x="1442" y="328"/>
                </a:lnTo>
                <a:lnTo>
                  <a:pt x="1443" y="328"/>
                </a:lnTo>
                <a:lnTo>
                  <a:pt x="1444" y="327"/>
                </a:lnTo>
                <a:lnTo>
                  <a:pt x="1445" y="327"/>
                </a:lnTo>
                <a:lnTo>
                  <a:pt x="1448" y="327"/>
                </a:lnTo>
                <a:lnTo>
                  <a:pt x="1450" y="328"/>
                </a:lnTo>
                <a:lnTo>
                  <a:pt x="1451" y="328"/>
                </a:lnTo>
                <a:lnTo>
                  <a:pt x="1452" y="328"/>
                </a:lnTo>
                <a:lnTo>
                  <a:pt x="1454" y="328"/>
                </a:lnTo>
                <a:lnTo>
                  <a:pt x="1455" y="327"/>
                </a:lnTo>
                <a:lnTo>
                  <a:pt x="1456" y="326"/>
                </a:lnTo>
                <a:lnTo>
                  <a:pt x="1457" y="325"/>
                </a:lnTo>
                <a:lnTo>
                  <a:pt x="1457" y="324"/>
                </a:lnTo>
                <a:lnTo>
                  <a:pt x="1458" y="324"/>
                </a:lnTo>
                <a:lnTo>
                  <a:pt x="1459" y="324"/>
                </a:lnTo>
                <a:lnTo>
                  <a:pt x="1460" y="325"/>
                </a:lnTo>
                <a:lnTo>
                  <a:pt x="1461" y="325"/>
                </a:lnTo>
                <a:lnTo>
                  <a:pt x="1461" y="326"/>
                </a:lnTo>
                <a:lnTo>
                  <a:pt x="1461" y="327"/>
                </a:lnTo>
                <a:lnTo>
                  <a:pt x="1462" y="328"/>
                </a:lnTo>
                <a:lnTo>
                  <a:pt x="1463" y="328"/>
                </a:lnTo>
                <a:lnTo>
                  <a:pt x="1464" y="328"/>
                </a:lnTo>
                <a:lnTo>
                  <a:pt x="1465" y="328"/>
                </a:lnTo>
                <a:lnTo>
                  <a:pt x="1466" y="327"/>
                </a:lnTo>
                <a:lnTo>
                  <a:pt x="1466" y="326"/>
                </a:lnTo>
                <a:lnTo>
                  <a:pt x="1466" y="325"/>
                </a:lnTo>
                <a:lnTo>
                  <a:pt x="1467" y="324"/>
                </a:lnTo>
                <a:lnTo>
                  <a:pt x="1467" y="322"/>
                </a:lnTo>
                <a:lnTo>
                  <a:pt x="1468" y="322"/>
                </a:lnTo>
                <a:lnTo>
                  <a:pt x="1469" y="322"/>
                </a:lnTo>
                <a:lnTo>
                  <a:pt x="1469" y="323"/>
                </a:lnTo>
                <a:lnTo>
                  <a:pt x="1470" y="323"/>
                </a:lnTo>
                <a:lnTo>
                  <a:pt x="1471" y="321"/>
                </a:lnTo>
                <a:lnTo>
                  <a:pt x="1470" y="321"/>
                </a:lnTo>
                <a:lnTo>
                  <a:pt x="1471" y="320"/>
                </a:lnTo>
                <a:lnTo>
                  <a:pt x="1471" y="321"/>
                </a:lnTo>
                <a:lnTo>
                  <a:pt x="1472" y="322"/>
                </a:lnTo>
                <a:lnTo>
                  <a:pt x="1471" y="322"/>
                </a:lnTo>
                <a:lnTo>
                  <a:pt x="1472" y="324"/>
                </a:lnTo>
                <a:lnTo>
                  <a:pt x="1473" y="325"/>
                </a:lnTo>
                <a:lnTo>
                  <a:pt x="1473" y="326"/>
                </a:lnTo>
                <a:lnTo>
                  <a:pt x="1474" y="326"/>
                </a:lnTo>
                <a:lnTo>
                  <a:pt x="1475" y="327"/>
                </a:lnTo>
                <a:lnTo>
                  <a:pt x="1475" y="328"/>
                </a:lnTo>
                <a:lnTo>
                  <a:pt x="1475" y="329"/>
                </a:lnTo>
                <a:lnTo>
                  <a:pt x="1477" y="329"/>
                </a:lnTo>
                <a:lnTo>
                  <a:pt x="1478" y="328"/>
                </a:lnTo>
                <a:lnTo>
                  <a:pt x="1479" y="329"/>
                </a:lnTo>
                <a:lnTo>
                  <a:pt x="1479" y="330"/>
                </a:lnTo>
                <a:lnTo>
                  <a:pt x="1479" y="331"/>
                </a:lnTo>
                <a:lnTo>
                  <a:pt x="1479" y="332"/>
                </a:lnTo>
                <a:lnTo>
                  <a:pt x="1480" y="333"/>
                </a:lnTo>
                <a:lnTo>
                  <a:pt x="1480" y="334"/>
                </a:lnTo>
                <a:lnTo>
                  <a:pt x="1480" y="335"/>
                </a:lnTo>
                <a:lnTo>
                  <a:pt x="1481" y="335"/>
                </a:lnTo>
                <a:lnTo>
                  <a:pt x="1480" y="336"/>
                </a:lnTo>
                <a:lnTo>
                  <a:pt x="1478" y="336"/>
                </a:lnTo>
                <a:lnTo>
                  <a:pt x="1475" y="337"/>
                </a:lnTo>
                <a:lnTo>
                  <a:pt x="1475" y="338"/>
                </a:lnTo>
                <a:lnTo>
                  <a:pt x="1474" y="339"/>
                </a:lnTo>
                <a:lnTo>
                  <a:pt x="1474" y="340"/>
                </a:lnTo>
                <a:lnTo>
                  <a:pt x="1475" y="340"/>
                </a:lnTo>
                <a:lnTo>
                  <a:pt x="1476" y="340"/>
                </a:lnTo>
                <a:lnTo>
                  <a:pt x="1476" y="342"/>
                </a:lnTo>
                <a:lnTo>
                  <a:pt x="1476" y="344"/>
                </a:lnTo>
                <a:lnTo>
                  <a:pt x="1477" y="344"/>
                </a:lnTo>
                <a:lnTo>
                  <a:pt x="1478" y="344"/>
                </a:lnTo>
                <a:lnTo>
                  <a:pt x="1479" y="346"/>
                </a:lnTo>
                <a:lnTo>
                  <a:pt x="1480" y="347"/>
                </a:lnTo>
                <a:lnTo>
                  <a:pt x="1481" y="347"/>
                </a:lnTo>
                <a:lnTo>
                  <a:pt x="1482" y="347"/>
                </a:lnTo>
                <a:lnTo>
                  <a:pt x="1482" y="348"/>
                </a:lnTo>
                <a:lnTo>
                  <a:pt x="1482" y="349"/>
                </a:lnTo>
                <a:lnTo>
                  <a:pt x="1483" y="350"/>
                </a:lnTo>
                <a:lnTo>
                  <a:pt x="1484" y="350"/>
                </a:lnTo>
                <a:lnTo>
                  <a:pt x="1485" y="350"/>
                </a:lnTo>
                <a:lnTo>
                  <a:pt x="1486" y="350"/>
                </a:lnTo>
                <a:lnTo>
                  <a:pt x="1487" y="350"/>
                </a:lnTo>
                <a:lnTo>
                  <a:pt x="1488" y="351"/>
                </a:lnTo>
                <a:lnTo>
                  <a:pt x="1489" y="351"/>
                </a:lnTo>
                <a:lnTo>
                  <a:pt x="1489" y="352"/>
                </a:lnTo>
                <a:lnTo>
                  <a:pt x="1489" y="353"/>
                </a:lnTo>
                <a:lnTo>
                  <a:pt x="1490" y="353"/>
                </a:lnTo>
                <a:lnTo>
                  <a:pt x="1492" y="352"/>
                </a:lnTo>
                <a:lnTo>
                  <a:pt x="1492" y="353"/>
                </a:lnTo>
                <a:lnTo>
                  <a:pt x="1493" y="353"/>
                </a:lnTo>
                <a:lnTo>
                  <a:pt x="1494" y="354"/>
                </a:lnTo>
                <a:lnTo>
                  <a:pt x="1493" y="355"/>
                </a:lnTo>
                <a:lnTo>
                  <a:pt x="1494" y="355"/>
                </a:lnTo>
                <a:lnTo>
                  <a:pt x="1494" y="356"/>
                </a:lnTo>
                <a:lnTo>
                  <a:pt x="1495" y="356"/>
                </a:lnTo>
                <a:lnTo>
                  <a:pt x="1497" y="355"/>
                </a:lnTo>
                <a:lnTo>
                  <a:pt x="1499" y="355"/>
                </a:lnTo>
                <a:lnTo>
                  <a:pt x="1500" y="355"/>
                </a:lnTo>
                <a:lnTo>
                  <a:pt x="1501" y="355"/>
                </a:lnTo>
                <a:lnTo>
                  <a:pt x="1501" y="356"/>
                </a:lnTo>
                <a:lnTo>
                  <a:pt x="1502" y="356"/>
                </a:lnTo>
                <a:lnTo>
                  <a:pt x="1503" y="356"/>
                </a:lnTo>
                <a:lnTo>
                  <a:pt x="1505" y="356"/>
                </a:lnTo>
                <a:lnTo>
                  <a:pt x="1506" y="355"/>
                </a:lnTo>
                <a:lnTo>
                  <a:pt x="1507" y="355"/>
                </a:lnTo>
                <a:lnTo>
                  <a:pt x="1508" y="355"/>
                </a:lnTo>
                <a:lnTo>
                  <a:pt x="1508" y="356"/>
                </a:lnTo>
                <a:lnTo>
                  <a:pt x="1509" y="357"/>
                </a:lnTo>
                <a:lnTo>
                  <a:pt x="1509" y="358"/>
                </a:lnTo>
                <a:lnTo>
                  <a:pt x="1509" y="359"/>
                </a:lnTo>
                <a:lnTo>
                  <a:pt x="1509" y="360"/>
                </a:lnTo>
                <a:lnTo>
                  <a:pt x="1510" y="360"/>
                </a:lnTo>
                <a:lnTo>
                  <a:pt x="1513" y="360"/>
                </a:lnTo>
                <a:lnTo>
                  <a:pt x="1513" y="359"/>
                </a:lnTo>
                <a:lnTo>
                  <a:pt x="1514" y="359"/>
                </a:lnTo>
                <a:lnTo>
                  <a:pt x="1514" y="358"/>
                </a:lnTo>
                <a:lnTo>
                  <a:pt x="1515" y="359"/>
                </a:lnTo>
                <a:lnTo>
                  <a:pt x="1516" y="359"/>
                </a:lnTo>
                <a:lnTo>
                  <a:pt x="1517" y="360"/>
                </a:lnTo>
                <a:lnTo>
                  <a:pt x="1518" y="360"/>
                </a:lnTo>
                <a:lnTo>
                  <a:pt x="1520" y="359"/>
                </a:lnTo>
                <a:lnTo>
                  <a:pt x="1521" y="359"/>
                </a:lnTo>
                <a:lnTo>
                  <a:pt x="1523" y="360"/>
                </a:lnTo>
                <a:lnTo>
                  <a:pt x="1524" y="360"/>
                </a:lnTo>
                <a:lnTo>
                  <a:pt x="1526" y="362"/>
                </a:lnTo>
                <a:lnTo>
                  <a:pt x="1527" y="363"/>
                </a:lnTo>
                <a:lnTo>
                  <a:pt x="1528" y="365"/>
                </a:lnTo>
                <a:lnTo>
                  <a:pt x="1529" y="365"/>
                </a:lnTo>
                <a:lnTo>
                  <a:pt x="1529" y="366"/>
                </a:lnTo>
                <a:lnTo>
                  <a:pt x="1529" y="367"/>
                </a:lnTo>
                <a:lnTo>
                  <a:pt x="1530" y="369"/>
                </a:lnTo>
                <a:lnTo>
                  <a:pt x="1530" y="370"/>
                </a:lnTo>
                <a:lnTo>
                  <a:pt x="1531" y="370"/>
                </a:lnTo>
                <a:lnTo>
                  <a:pt x="1532" y="371"/>
                </a:lnTo>
                <a:lnTo>
                  <a:pt x="1533" y="371"/>
                </a:lnTo>
                <a:lnTo>
                  <a:pt x="1533" y="370"/>
                </a:lnTo>
                <a:lnTo>
                  <a:pt x="1534" y="370"/>
                </a:lnTo>
                <a:lnTo>
                  <a:pt x="1535" y="371"/>
                </a:lnTo>
                <a:lnTo>
                  <a:pt x="1536" y="371"/>
                </a:lnTo>
                <a:lnTo>
                  <a:pt x="1536" y="370"/>
                </a:lnTo>
                <a:lnTo>
                  <a:pt x="1537" y="369"/>
                </a:lnTo>
                <a:lnTo>
                  <a:pt x="1539" y="367"/>
                </a:lnTo>
                <a:lnTo>
                  <a:pt x="1540" y="367"/>
                </a:lnTo>
                <a:lnTo>
                  <a:pt x="1540" y="366"/>
                </a:lnTo>
                <a:lnTo>
                  <a:pt x="1541" y="366"/>
                </a:lnTo>
                <a:lnTo>
                  <a:pt x="1541" y="365"/>
                </a:lnTo>
                <a:lnTo>
                  <a:pt x="1541" y="364"/>
                </a:lnTo>
                <a:lnTo>
                  <a:pt x="1541" y="363"/>
                </a:lnTo>
                <a:lnTo>
                  <a:pt x="1542" y="363"/>
                </a:lnTo>
                <a:lnTo>
                  <a:pt x="1543" y="363"/>
                </a:lnTo>
                <a:lnTo>
                  <a:pt x="1543" y="364"/>
                </a:lnTo>
                <a:lnTo>
                  <a:pt x="1545" y="364"/>
                </a:lnTo>
                <a:lnTo>
                  <a:pt x="1547" y="364"/>
                </a:lnTo>
                <a:lnTo>
                  <a:pt x="1548" y="364"/>
                </a:lnTo>
                <a:lnTo>
                  <a:pt x="1549" y="364"/>
                </a:lnTo>
                <a:lnTo>
                  <a:pt x="1549" y="363"/>
                </a:lnTo>
                <a:lnTo>
                  <a:pt x="1549" y="362"/>
                </a:lnTo>
                <a:lnTo>
                  <a:pt x="1549" y="361"/>
                </a:lnTo>
                <a:lnTo>
                  <a:pt x="1551" y="360"/>
                </a:lnTo>
                <a:lnTo>
                  <a:pt x="1552" y="360"/>
                </a:lnTo>
                <a:lnTo>
                  <a:pt x="1553" y="360"/>
                </a:lnTo>
                <a:lnTo>
                  <a:pt x="1554" y="360"/>
                </a:lnTo>
                <a:lnTo>
                  <a:pt x="1554" y="359"/>
                </a:lnTo>
                <a:lnTo>
                  <a:pt x="1555" y="359"/>
                </a:lnTo>
                <a:lnTo>
                  <a:pt x="1556" y="359"/>
                </a:lnTo>
                <a:lnTo>
                  <a:pt x="1556" y="358"/>
                </a:lnTo>
                <a:lnTo>
                  <a:pt x="1557" y="358"/>
                </a:lnTo>
                <a:lnTo>
                  <a:pt x="1558" y="358"/>
                </a:lnTo>
                <a:lnTo>
                  <a:pt x="1558" y="359"/>
                </a:lnTo>
                <a:lnTo>
                  <a:pt x="1558" y="360"/>
                </a:lnTo>
                <a:lnTo>
                  <a:pt x="1559" y="360"/>
                </a:lnTo>
                <a:lnTo>
                  <a:pt x="1559" y="359"/>
                </a:lnTo>
                <a:lnTo>
                  <a:pt x="1561" y="358"/>
                </a:lnTo>
                <a:lnTo>
                  <a:pt x="1562" y="357"/>
                </a:lnTo>
                <a:lnTo>
                  <a:pt x="1562" y="356"/>
                </a:lnTo>
                <a:lnTo>
                  <a:pt x="1563" y="356"/>
                </a:lnTo>
                <a:lnTo>
                  <a:pt x="1564" y="356"/>
                </a:lnTo>
                <a:lnTo>
                  <a:pt x="1566" y="356"/>
                </a:lnTo>
                <a:lnTo>
                  <a:pt x="1568" y="357"/>
                </a:lnTo>
                <a:lnTo>
                  <a:pt x="1570" y="357"/>
                </a:lnTo>
                <a:lnTo>
                  <a:pt x="1571" y="357"/>
                </a:lnTo>
                <a:lnTo>
                  <a:pt x="1572" y="356"/>
                </a:lnTo>
                <a:lnTo>
                  <a:pt x="1573" y="356"/>
                </a:lnTo>
                <a:lnTo>
                  <a:pt x="1574" y="356"/>
                </a:lnTo>
                <a:lnTo>
                  <a:pt x="1576" y="355"/>
                </a:lnTo>
                <a:lnTo>
                  <a:pt x="1578" y="354"/>
                </a:lnTo>
                <a:lnTo>
                  <a:pt x="1578" y="353"/>
                </a:lnTo>
                <a:lnTo>
                  <a:pt x="1578" y="352"/>
                </a:lnTo>
                <a:lnTo>
                  <a:pt x="1579" y="352"/>
                </a:lnTo>
                <a:lnTo>
                  <a:pt x="1580" y="351"/>
                </a:lnTo>
                <a:lnTo>
                  <a:pt x="1581" y="351"/>
                </a:lnTo>
                <a:lnTo>
                  <a:pt x="1584" y="349"/>
                </a:lnTo>
                <a:lnTo>
                  <a:pt x="1584" y="348"/>
                </a:lnTo>
                <a:lnTo>
                  <a:pt x="1585" y="347"/>
                </a:lnTo>
                <a:lnTo>
                  <a:pt x="1586" y="347"/>
                </a:lnTo>
                <a:lnTo>
                  <a:pt x="1587" y="346"/>
                </a:lnTo>
                <a:lnTo>
                  <a:pt x="1588" y="345"/>
                </a:lnTo>
                <a:lnTo>
                  <a:pt x="1590" y="345"/>
                </a:lnTo>
                <a:lnTo>
                  <a:pt x="1590" y="346"/>
                </a:lnTo>
                <a:lnTo>
                  <a:pt x="1591" y="346"/>
                </a:lnTo>
                <a:lnTo>
                  <a:pt x="1592" y="345"/>
                </a:lnTo>
                <a:lnTo>
                  <a:pt x="1593" y="345"/>
                </a:lnTo>
                <a:lnTo>
                  <a:pt x="1594" y="345"/>
                </a:lnTo>
                <a:lnTo>
                  <a:pt x="1595" y="345"/>
                </a:lnTo>
                <a:lnTo>
                  <a:pt x="1596" y="345"/>
                </a:lnTo>
                <a:lnTo>
                  <a:pt x="1596" y="346"/>
                </a:lnTo>
                <a:lnTo>
                  <a:pt x="1596" y="348"/>
                </a:lnTo>
                <a:lnTo>
                  <a:pt x="1596" y="350"/>
                </a:lnTo>
                <a:lnTo>
                  <a:pt x="1596" y="351"/>
                </a:lnTo>
                <a:lnTo>
                  <a:pt x="1596" y="353"/>
                </a:lnTo>
                <a:lnTo>
                  <a:pt x="1597" y="353"/>
                </a:lnTo>
                <a:lnTo>
                  <a:pt x="1598" y="353"/>
                </a:lnTo>
                <a:lnTo>
                  <a:pt x="1598" y="351"/>
                </a:lnTo>
                <a:lnTo>
                  <a:pt x="1598" y="350"/>
                </a:lnTo>
                <a:lnTo>
                  <a:pt x="1600" y="350"/>
                </a:lnTo>
                <a:lnTo>
                  <a:pt x="1602" y="350"/>
                </a:lnTo>
                <a:lnTo>
                  <a:pt x="1602" y="351"/>
                </a:lnTo>
                <a:lnTo>
                  <a:pt x="1603" y="351"/>
                </a:lnTo>
                <a:lnTo>
                  <a:pt x="1603" y="352"/>
                </a:lnTo>
                <a:lnTo>
                  <a:pt x="1604" y="351"/>
                </a:lnTo>
                <a:lnTo>
                  <a:pt x="1606" y="350"/>
                </a:lnTo>
                <a:lnTo>
                  <a:pt x="1607" y="349"/>
                </a:lnTo>
                <a:lnTo>
                  <a:pt x="1607" y="348"/>
                </a:lnTo>
                <a:lnTo>
                  <a:pt x="1608" y="348"/>
                </a:lnTo>
                <a:lnTo>
                  <a:pt x="1609" y="348"/>
                </a:lnTo>
                <a:lnTo>
                  <a:pt x="1609" y="347"/>
                </a:lnTo>
                <a:lnTo>
                  <a:pt x="1610" y="347"/>
                </a:lnTo>
                <a:lnTo>
                  <a:pt x="1611" y="347"/>
                </a:lnTo>
                <a:lnTo>
                  <a:pt x="1613" y="348"/>
                </a:lnTo>
                <a:lnTo>
                  <a:pt x="1614" y="349"/>
                </a:lnTo>
                <a:lnTo>
                  <a:pt x="1614" y="348"/>
                </a:lnTo>
                <a:lnTo>
                  <a:pt x="1615" y="348"/>
                </a:lnTo>
                <a:lnTo>
                  <a:pt x="1615" y="347"/>
                </a:lnTo>
                <a:lnTo>
                  <a:pt x="1616" y="347"/>
                </a:lnTo>
                <a:lnTo>
                  <a:pt x="1617" y="348"/>
                </a:lnTo>
                <a:lnTo>
                  <a:pt x="1617" y="349"/>
                </a:lnTo>
                <a:lnTo>
                  <a:pt x="1617" y="350"/>
                </a:lnTo>
                <a:lnTo>
                  <a:pt x="1619" y="351"/>
                </a:lnTo>
                <a:lnTo>
                  <a:pt x="1619" y="352"/>
                </a:lnTo>
                <a:lnTo>
                  <a:pt x="1623" y="351"/>
                </a:lnTo>
                <a:lnTo>
                  <a:pt x="1624" y="350"/>
                </a:lnTo>
                <a:lnTo>
                  <a:pt x="1624" y="349"/>
                </a:lnTo>
                <a:lnTo>
                  <a:pt x="1625" y="349"/>
                </a:lnTo>
                <a:lnTo>
                  <a:pt x="1627" y="349"/>
                </a:lnTo>
                <a:lnTo>
                  <a:pt x="1628" y="349"/>
                </a:lnTo>
                <a:lnTo>
                  <a:pt x="1629" y="349"/>
                </a:lnTo>
                <a:lnTo>
                  <a:pt x="1630" y="350"/>
                </a:lnTo>
                <a:lnTo>
                  <a:pt x="1631" y="350"/>
                </a:lnTo>
                <a:lnTo>
                  <a:pt x="1631" y="349"/>
                </a:lnTo>
                <a:lnTo>
                  <a:pt x="1633" y="348"/>
                </a:lnTo>
                <a:lnTo>
                  <a:pt x="1634" y="346"/>
                </a:lnTo>
                <a:lnTo>
                  <a:pt x="1635" y="346"/>
                </a:lnTo>
                <a:lnTo>
                  <a:pt x="1635" y="347"/>
                </a:lnTo>
                <a:lnTo>
                  <a:pt x="1636" y="348"/>
                </a:lnTo>
                <a:lnTo>
                  <a:pt x="1637" y="348"/>
                </a:lnTo>
                <a:lnTo>
                  <a:pt x="1638" y="348"/>
                </a:lnTo>
                <a:lnTo>
                  <a:pt x="1638" y="349"/>
                </a:lnTo>
                <a:lnTo>
                  <a:pt x="1638" y="350"/>
                </a:lnTo>
                <a:lnTo>
                  <a:pt x="1639" y="350"/>
                </a:lnTo>
                <a:lnTo>
                  <a:pt x="1640" y="349"/>
                </a:lnTo>
                <a:lnTo>
                  <a:pt x="1641" y="349"/>
                </a:lnTo>
                <a:lnTo>
                  <a:pt x="1642" y="349"/>
                </a:lnTo>
                <a:lnTo>
                  <a:pt x="1644" y="350"/>
                </a:lnTo>
                <a:lnTo>
                  <a:pt x="1645" y="350"/>
                </a:lnTo>
                <a:lnTo>
                  <a:pt x="1645" y="351"/>
                </a:lnTo>
                <a:lnTo>
                  <a:pt x="1645" y="352"/>
                </a:lnTo>
                <a:lnTo>
                  <a:pt x="1644" y="353"/>
                </a:lnTo>
                <a:lnTo>
                  <a:pt x="1643" y="353"/>
                </a:lnTo>
                <a:lnTo>
                  <a:pt x="1643" y="355"/>
                </a:lnTo>
                <a:lnTo>
                  <a:pt x="1643" y="356"/>
                </a:lnTo>
                <a:lnTo>
                  <a:pt x="1644" y="356"/>
                </a:lnTo>
                <a:lnTo>
                  <a:pt x="1644" y="357"/>
                </a:lnTo>
                <a:lnTo>
                  <a:pt x="1645" y="358"/>
                </a:lnTo>
                <a:lnTo>
                  <a:pt x="1646" y="358"/>
                </a:lnTo>
                <a:lnTo>
                  <a:pt x="1647" y="358"/>
                </a:lnTo>
                <a:lnTo>
                  <a:pt x="1647" y="359"/>
                </a:lnTo>
                <a:lnTo>
                  <a:pt x="1648" y="358"/>
                </a:lnTo>
                <a:lnTo>
                  <a:pt x="1649" y="358"/>
                </a:lnTo>
                <a:lnTo>
                  <a:pt x="1649" y="359"/>
                </a:lnTo>
                <a:lnTo>
                  <a:pt x="1650" y="361"/>
                </a:lnTo>
                <a:lnTo>
                  <a:pt x="1650" y="362"/>
                </a:lnTo>
                <a:lnTo>
                  <a:pt x="1650" y="363"/>
                </a:lnTo>
                <a:lnTo>
                  <a:pt x="1649" y="364"/>
                </a:lnTo>
                <a:lnTo>
                  <a:pt x="1649" y="365"/>
                </a:lnTo>
                <a:lnTo>
                  <a:pt x="1649" y="366"/>
                </a:lnTo>
                <a:lnTo>
                  <a:pt x="1649" y="368"/>
                </a:lnTo>
                <a:lnTo>
                  <a:pt x="1650" y="368"/>
                </a:lnTo>
                <a:lnTo>
                  <a:pt x="1650" y="369"/>
                </a:lnTo>
                <a:lnTo>
                  <a:pt x="1650" y="370"/>
                </a:lnTo>
                <a:lnTo>
                  <a:pt x="1651" y="371"/>
                </a:lnTo>
                <a:lnTo>
                  <a:pt x="1650" y="371"/>
                </a:lnTo>
                <a:lnTo>
                  <a:pt x="1650" y="372"/>
                </a:lnTo>
                <a:lnTo>
                  <a:pt x="1651" y="372"/>
                </a:lnTo>
                <a:lnTo>
                  <a:pt x="1651" y="373"/>
                </a:lnTo>
                <a:lnTo>
                  <a:pt x="1651" y="374"/>
                </a:lnTo>
                <a:lnTo>
                  <a:pt x="1652" y="374"/>
                </a:lnTo>
                <a:lnTo>
                  <a:pt x="1651" y="375"/>
                </a:lnTo>
                <a:lnTo>
                  <a:pt x="1650" y="376"/>
                </a:lnTo>
                <a:lnTo>
                  <a:pt x="1650" y="377"/>
                </a:lnTo>
                <a:lnTo>
                  <a:pt x="1650" y="378"/>
                </a:lnTo>
                <a:lnTo>
                  <a:pt x="1649" y="379"/>
                </a:lnTo>
                <a:lnTo>
                  <a:pt x="1649" y="380"/>
                </a:lnTo>
                <a:lnTo>
                  <a:pt x="1649" y="381"/>
                </a:lnTo>
                <a:lnTo>
                  <a:pt x="1649" y="382"/>
                </a:lnTo>
                <a:lnTo>
                  <a:pt x="1649" y="383"/>
                </a:lnTo>
                <a:lnTo>
                  <a:pt x="1648" y="384"/>
                </a:lnTo>
                <a:lnTo>
                  <a:pt x="1647" y="385"/>
                </a:lnTo>
                <a:lnTo>
                  <a:pt x="1646" y="386"/>
                </a:lnTo>
                <a:lnTo>
                  <a:pt x="1646" y="387"/>
                </a:lnTo>
                <a:lnTo>
                  <a:pt x="1647" y="387"/>
                </a:lnTo>
                <a:lnTo>
                  <a:pt x="1648" y="387"/>
                </a:lnTo>
                <a:lnTo>
                  <a:pt x="1648" y="388"/>
                </a:lnTo>
                <a:lnTo>
                  <a:pt x="1649" y="388"/>
                </a:lnTo>
                <a:lnTo>
                  <a:pt x="1651" y="390"/>
                </a:lnTo>
                <a:lnTo>
                  <a:pt x="1652" y="390"/>
                </a:lnTo>
                <a:lnTo>
                  <a:pt x="1653" y="390"/>
                </a:lnTo>
                <a:lnTo>
                  <a:pt x="1654" y="391"/>
                </a:lnTo>
                <a:lnTo>
                  <a:pt x="1654" y="392"/>
                </a:lnTo>
                <a:lnTo>
                  <a:pt x="1653" y="392"/>
                </a:lnTo>
                <a:lnTo>
                  <a:pt x="1653" y="393"/>
                </a:lnTo>
                <a:lnTo>
                  <a:pt x="1654" y="394"/>
                </a:lnTo>
                <a:lnTo>
                  <a:pt x="1655" y="394"/>
                </a:lnTo>
                <a:lnTo>
                  <a:pt x="1655" y="395"/>
                </a:lnTo>
                <a:lnTo>
                  <a:pt x="1654" y="396"/>
                </a:lnTo>
                <a:lnTo>
                  <a:pt x="1655" y="396"/>
                </a:lnTo>
                <a:lnTo>
                  <a:pt x="1655" y="397"/>
                </a:lnTo>
                <a:lnTo>
                  <a:pt x="1656" y="397"/>
                </a:lnTo>
                <a:lnTo>
                  <a:pt x="1656" y="398"/>
                </a:lnTo>
                <a:lnTo>
                  <a:pt x="1656" y="397"/>
                </a:lnTo>
                <a:lnTo>
                  <a:pt x="1657" y="397"/>
                </a:lnTo>
                <a:lnTo>
                  <a:pt x="1658" y="397"/>
                </a:lnTo>
                <a:lnTo>
                  <a:pt x="1660" y="397"/>
                </a:lnTo>
                <a:lnTo>
                  <a:pt x="1661" y="398"/>
                </a:lnTo>
                <a:lnTo>
                  <a:pt x="1662" y="398"/>
                </a:lnTo>
                <a:lnTo>
                  <a:pt x="1662" y="397"/>
                </a:lnTo>
                <a:lnTo>
                  <a:pt x="1664" y="397"/>
                </a:lnTo>
                <a:lnTo>
                  <a:pt x="1664" y="398"/>
                </a:lnTo>
                <a:lnTo>
                  <a:pt x="1665" y="399"/>
                </a:lnTo>
                <a:lnTo>
                  <a:pt x="1666" y="399"/>
                </a:lnTo>
                <a:lnTo>
                  <a:pt x="1667" y="400"/>
                </a:lnTo>
                <a:lnTo>
                  <a:pt x="1668" y="400"/>
                </a:lnTo>
                <a:lnTo>
                  <a:pt x="1668" y="401"/>
                </a:lnTo>
                <a:lnTo>
                  <a:pt x="1669" y="401"/>
                </a:lnTo>
                <a:lnTo>
                  <a:pt x="1668" y="402"/>
                </a:lnTo>
                <a:lnTo>
                  <a:pt x="1668" y="403"/>
                </a:lnTo>
                <a:lnTo>
                  <a:pt x="1669" y="405"/>
                </a:lnTo>
                <a:lnTo>
                  <a:pt x="1669" y="406"/>
                </a:lnTo>
                <a:lnTo>
                  <a:pt x="1670" y="406"/>
                </a:lnTo>
                <a:lnTo>
                  <a:pt x="1671" y="406"/>
                </a:lnTo>
                <a:lnTo>
                  <a:pt x="1671" y="407"/>
                </a:lnTo>
                <a:lnTo>
                  <a:pt x="1672" y="407"/>
                </a:lnTo>
                <a:lnTo>
                  <a:pt x="1673" y="407"/>
                </a:lnTo>
                <a:lnTo>
                  <a:pt x="1674" y="408"/>
                </a:lnTo>
                <a:lnTo>
                  <a:pt x="1675" y="408"/>
                </a:lnTo>
                <a:lnTo>
                  <a:pt x="1675" y="409"/>
                </a:lnTo>
                <a:lnTo>
                  <a:pt x="1675" y="410"/>
                </a:lnTo>
                <a:lnTo>
                  <a:pt x="1675" y="411"/>
                </a:lnTo>
                <a:lnTo>
                  <a:pt x="1676" y="411"/>
                </a:lnTo>
                <a:lnTo>
                  <a:pt x="1677" y="410"/>
                </a:lnTo>
                <a:lnTo>
                  <a:pt x="1678" y="412"/>
                </a:lnTo>
                <a:lnTo>
                  <a:pt x="1679" y="412"/>
                </a:lnTo>
                <a:lnTo>
                  <a:pt x="1680" y="413"/>
                </a:lnTo>
                <a:lnTo>
                  <a:pt x="1680" y="412"/>
                </a:lnTo>
                <a:lnTo>
                  <a:pt x="1681" y="412"/>
                </a:lnTo>
                <a:lnTo>
                  <a:pt x="1681" y="411"/>
                </a:lnTo>
                <a:lnTo>
                  <a:pt x="1680" y="410"/>
                </a:lnTo>
                <a:lnTo>
                  <a:pt x="1680" y="409"/>
                </a:lnTo>
                <a:lnTo>
                  <a:pt x="1679" y="409"/>
                </a:lnTo>
                <a:lnTo>
                  <a:pt x="1680" y="409"/>
                </a:lnTo>
                <a:lnTo>
                  <a:pt x="1680" y="408"/>
                </a:lnTo>
                <a:lnTo>
                  <a:pt x="1681" y="409"/>
                </a:lnTo>
                <a:lnTo>
                  <a:pt x="1682" y="409"/>
                </a:lnTo>
                <a:lnTo>
                  <a:pt x="1682" y="408"/>
                </a:lnTo>
                <a:lnTo>
                  <a:pt x="1683" y="406"/>
                </a:lnTo>
                <a:lnTo>
                  <a:pt x="1682" y="405"/>
                </a:lnTo>
                <a:lnTo>
                  <a:pt x="1682" y="403"/>
                </a:lnTo>
                <a:lnTo>
                  <a:pt x="1683" y="403"/>
                </a:lnTo>
                <a:lnTo>
                  <a:pt x="1683" y="402"/>
                </a:lnTo>
                <a:lnTo>
                  <a:pt x="1682" y="401"/>
                </a:lnTo>
                <a:lnTo>
                  <a:pt x="1682" y="400"/>
                </a:lnTo>
                <a:lnTo>
                  <a:pt x="1683" y="399"/>
                </a:lnTo>
                <a:lnTo>
                  <a:pt x="1684" y="399"/>
                </a:lnTo>
                <a:lnTo>
                  <a:pt x="1684" y="398"/>
                </a:lnTo>
                <a:lnTo>
                  <a:pt x="1685" y="396"/>
                </a:lnTo>
                <a:lnTo>
                  <a:pt x="1685" y="395"/>
                </a:lnTo>
                <a:lnTo>
                  <a:pt x="1686" y="394"/>
                </a:lnTo>
                <a:lnTo>
                  <a:pt x="1687" y="393"/>
                </a:lnTo>
                <a:lnTo>
                  <a:pt x="1689" y="392"/>
                </a:lnTo>
                <a:lnTo>
                  <a:pt x="1691" y="391"/>
                </a:lnTo>
                <a:lnTo>
                  <a:pt x="1692" y="390"/>
                </a:lnTo>
                <a:lnTo>
                  <a:pt x="1693" y="390"/>
                </a:lnTo>
                <a:lnTo>
                  <a:pt x="1693" y="389"/>
                </a:lnTo>
                <a:lnTo>
                  <a:pt x="1695" y="388"/>
                </a:lnTo>
                <a:lnTo>
                  <a:pt x="1696" y="386"/>
                </a:lnTo>
                <a:lnTo>
                  <a:pt x="1697" y="386"/>
                </a:lnTo>
                <a:lnTo>
                  <a:pt x="1697" y="385"/>
                </a:lnTo>
                <a:lnTo>
                  <a:pt x="1697" y="384"/>
                </a:lnTo>
                <a:lnTo>
                  <a:pt x="1698" y="382"/>
                </a:lnTo>
                <a:lnTo>
                  <a:pt x="1699" y="383"/>
                </a:lnTo>
                <a:lnTo>
                  <a:pt x="1700" y="383"/>
                </a:lnTo>
                <a:lnTo>
                  <a:pt x="1701" y="383"/>
                </a:lnTo>
                <a:lnTo>
                  <a:pt x="1701" y="384"/>
                </a:lnTo>
                <a:lnTo>
                  <a:pt x="1702" y="384"/>
                </a:lnTo>
                <a:lnTo>
                  <a:pt x="1703" y="384"/>
                </a:lnTo>
                <a:lnTo>
                  <a:pt x="1705" y="384"/>
                </a:lnTo>
                <a:lnTo>
                  <a:pt x="1706" y="384"/>
                </a:lnTo>
                <a:lnTo>
                  <a:pt x="1707" y="384"/>
                </a:lnTo>
                <a:lnTo>
                  <a:pt x="1708" y="384"/>
                </a:lnTo>
                <a:lnTo>
                  <a:pt x="1708" y="385"/>
                </a:lnTo>
                <a:lnTo>
                  <a:pt x="1708" y="386"/>
                </a:lnTo>
                <a:lnTo>
                  <a:pt x="1708" y="388"/>
                </a:lnTo>
                <a:lnTo>
                  <a:pt x="1708" y="390"/>
                </a:lnTo>
                <a:lnTo>
                  <a:pt x="1707" y="390"/>
                </a:lnTo>
                <a:lnTo>
                  <a:pt x="1707" y="391"/>
                </a:lnTo>
                <a:lnTo>
                  <a:pt x="1707" y="392"/>
                </a:lnTo>
                <a:lnTo>
                  <a:pt x="1708" y="394"/>
                </a:lnTo>
                <a:lnTo>
                  <a:pt x="1708" y="396"/>
                </a:lnTo>
                <a:lnTo>
                  <a:pt x="1709" y="399"/>
                </a:lnTo>
                <a:lnTo>
                  <a:pt x="1711" y="399"/>
                </a:lnTo>
                <a:lnTo>
                  <a:pt x="1712" y="400"/>
                </a:lnTo>
                <a:lnTo>
                  <a:pt x="1713" y="401"/>
                </a:lnTo>
                <a:lnTo>
                  <a:pt x="1713" y="402"/>
                </a:lnTo>
                <a:lnTo>
                  <a:pt x="1713" y="403"/>
                </a:lnTo>
                <a:lnTo>
                  <a:pt x="1713" y="404"/>
                </a:lnTo>
                <a:lnTo>
                  <a:pt x="1712" y="405"/>
                </a:lnTo>
                <a:lnTo>
                  <a:pt x="1711" y="405"/>
                </a:lnTo>
                <a:lnTo>
                  <a:pt x="1711" y="406"/>
                </a:lnTo>
                <a:lnTo>
                  <a:pt x="1711" y="407"/>
                </a:lnTo>
                <a:lnTo>
                  <a:pt x="1712" y="408"/>
                </a:lnTo>
                <a:lnTo>
                  <a:pt x="1712" y="409"/>
                </a:lnTo>
                <a:lnTo>
                  <a:pt x="1713" y="409"/>
                </a:lnTo>
                <a:lnTo>
                  <a:pt x="1714" y="409"/>
                </a:lnTo>
                <a:lnTo>
                  <a:pt x="1715" y="408"/>
                </a:lnTo>
                <a:lnTo>
                  <a:pt x="1715" y="407"/>
                </a:lnTo>
                <a:lnTo>
                  <a:pt x="1716" y="407"/>
                </a:lnTo>
                <a:lnTo>
                  <a:pt x="1717" y="407"/>
                </a:lnTo>
                <a:lnTo>
                  <a:pt x="1717" y="408"/>
                </a:lnTo>
                <a:lnTo>
                  <a:pt x="1718" y="409"/>
                </a:lnTo>
                <a:lnTo>
                  <a:pt x="1718" y="410"/>
                </a:lnTo>
                <a:lnTo>
                  <a:pt x="1719" y="411"/>
                </a:lnTo>
                <a:lnTo>
                  <a:pt x="1719" y="412"/>
                </a:lnTo>
                <a:lnTo>
                  <a:pt x="1719" y="413"/>
                </a:lnTo>
                <a:lnTo>
                  <a:pt x="1721" y="413"/>
                </a:lnTo>
                <a:lnTo>
                  <a:pt x="1723" y="414"/>
                </a:lnTo>
                <a:lnTo>
                  <a:pt x="1724" y="415"/>
                </a:lnTo>
                <a:lnTo>
                  <a:pt x="1725" y="415"/>
                </a:lnTo>
                <a:lnTo>
                  <a:pt x="1726" y="415"/>
                </a:lnTo>
                <a:lnTo>
                  <a:pt x="1727" y="414"/>
                </a:lnTo>
                <a:lnTo>
                  <a:pt x="1727" y="413"/>
                </a:lnTo>
                <a:lnTo>
                  <a:pt x="1728" y="413"/>
                </a:lnTo>
                <a:lnTo>
                  <a:pt x="1729" y="413"/>
                </a:lnTo>
                <a:lnTo>
                  <a:pt x="1731" y="413"/>
                </a:lnTo>
                <a:lnTo>
                  <a:pt x="1731" y="412"/>
                </a:lnTo>
                <a:lnTo>
                  <a:pt x="1733" y="411"/>
                </a:lnTo>
                <a:lnTo>
                  <a:pt x="1734" y="411"/>
                </a:lnTo>
                <a:lnTo>
                  <a:pt x="1735" y="410"/>
                </a:lnTo>
                <a:lnTo>
                  <a:pt x="1736" y="409"/>
                </a:lnTo>
                <a:lnTo>
                  <a:pt x="1737" y="409"/>
                </a:lnTo>
                <a:lnTo>
                  <a:pt x="1738" y="409"/>
                </a:lnTo>
                <a:lnTo>
                  <a:pt x="1738" y="410"/>
                </a:lnTo>
                <a:lnTo>
                  <a:pt x="1739" y="411"/>
                </a:lnTo>
                <a:lnTo>
                  <a:pt x="1739" y="410"/>
                </a:lnTo>
                <a:lnTo>
                  <a:pt x="1740" y="410"/>
                </a:lnTo>
                <a:lnTo>
                  <a:pt x="1741" y="410"/>
                </a:lnTo>
                <a:lnTo>
                  <a:pt x="1742" y="411"/>
                </a:lnTo>
                <a:lnTo>
                  <a:pt x="1743" y="411"/>
                </a:lnTo>
                <a:lnTo>
                  <a:pt x="1743" y="410"/>
                </a:lnTo>
                <a:lnTo>
                  <a:pt x="1744" y="409"/>
                </a:lnTo>
                <a:lnTo>
                  <a:pt x="1745" y="409"/>
                </a:lnTo>
                <a:lnTo>
                  <a:pt x="1746" y="409"/>
                </a:lnTo>
                <a:lnTo>
                  <a:pt x="1746" y="410"/>
                </a:lnTo>
                <a:lnTo>
                  <a:pt x="1746" y="411"/>
                </a:lnTo>
                <a:lnTo>
                  <a:pt x="1747" y="411"/>
                </a:lnTo>
                <a:lnTo>
                  <a:pt x="1749" y="412"/>
                </a:lnTo>
                <a:lnTo>
                  <a:pt x="1750" y="412"/>
                </a:lnTo>
                <a:lnTo>
                  <a:pt x="1750" y="413"/>
                </a:lnTo>
                <a:lnTo>
                  <a:pt x="1751" y="413"/>
                </a:lnTo>
                <a:lnTo>
                  <a:pt x="1752" y="416"/>
                </a:lnTo>
                <a:lnTo>
                  <a:pt x="1753" y="417"/>
                </a:lnTo>
                <a:lnTo>
                  <a:pt x="1753" y="418"/>
                </a:lnTo>
                <a:lnTo>
                  <a:pt x="1753" y="419"/>
                </a:lnTo>
                <a:lnTo>
                  <a:pt x="1753" y="420"/>
                </a:lnTo>
                <a:lnTo>
                  <a:pt x="1754" y="423"/>
                </a:lnTo>
                <a:lnTo>
                  <a:pt x="1755" y="425"/>
                </a:lnTo>
                <a:lnTo>
                  <a:pt x="1756" y="426"/>
                </a:lnTo>
                <a:lnTo>
                  <a:pt x="1757" y="426"/>
                </a:lnTo>
                <a:lnTo>
                  <a:pt x="1758" y="426"/>
                </a:lnTo>
                <a:lnTo>
                  <a:pt x="1759" y="426"/>
                </a:lnTo>
                <a:lnTo>
                  <a:pt x="1760" y="425"/>
                </a:lnTo>
                <a:lnTo>
                  <a:pt x="1761" y="425"/>
                </a:lnTo>
                <a:lnTo>
                  <a:pt x="1763" y="424"/>
                </a:lnTo>
                <a:lnTo>
                  <a:pt x="1764" y="426"/>
                </a:lnTo>
                <a:lnTo>
                  <a:pt x="1764" y="427"/>
                </a:lnTo>
                <a:lnTo>
                  <a:pt x="1765" y="428"/>
                </a:lnTo>
                <a:lnTo>
                  <a:pt x="1765" y="429"/>
                </a:lnTo>
                <a:lnTo>
                  <a:pt x="1766" y="429"/>
                </a:lnTo>
                <a:lnTo>
                  <a:pt x="1766" y="430"/>
                </a:lnTo>
                <a:lnTo>
                  <a:pt x="1767" y="430"/>
                </a:lnTo>
                <a:lnTo>
                  <a:pt x="1767" y="432"/>
                </a:lnTo>
                <a:lnTo>
                  <a:pt x="1768" y="432"/>
                </a:lnTo>
                <a:lnTo>
                  <a:pt x="1768" y="433"/>
                </a:lnTo>
                <a:lnTo>
                  <a:pt x="1768" y="434"/>
                </a:lnTo>
                <a:lnTo>
                  <a:pt x="1769" y="435"/>
                </a:lnTo>
                <a:lnTo>
                  <a:pt x="1770" y="436"/>
                </a:lnTo>
                <a:lnTo>
                  <a:pt x="1771" y="438"/>
                </a:lnTo>
                <a:lnTo>
                  <a:pt x="1772" y="438"/>
                </a:lnTo>
                <a:lnTo>
                  <a:pt x="1772" y="439"/>
                </a:lnTo>
                <a:lnTo>
                  <a:pt x="1773" y="440"/>
                </a:lnTo>
                <a:lnTo>
                  <a:pt x="1773" y="441"/>
                </a:lnTo>
                <a:lnTo>
                  <a:pt x="1773" y="442"/>
                </a:lnTo>
                <a:lnTo>
                  <a:pt x="1775" y="444"/>
                </a:lnTo>
                <a:lnTo>
                  <a:pt x="1775" y="445"/>
                </a:lnTo>
                <a:lnTo>
                  <a:pt x="1776" y="445"/>
                </a:lnTo>
                <a:lnTo>
                  <a:pt x="1776" y="446"/>
                </a:lnTo>
                <a:lnTo>
                  <a:pt x="1777" y="446"/>
                </a:lnTo>
                <a:lnTo>
                  <a:pt x="1778" y="447"/>
                </a:lnTo>
                <a:lnTo>
                  <a:pt x="1779" y="447"/>
                </a:lnTo>
                <a:lnTo>
                  <a:pt x="1779" y="448"/>
                </a:lnTo>
                <a:lnTo>
                  <a:pt x="1781" y="449"/>
                </a:lnTo>
                <a:lnTo>
                  <a:pt x="1783" y="452"/>
                </a:lnTo>
                <a:lnTo>
                  <a:pt x="1785" y="452"/>
                </a:lnTo>
                <a:lnTo>
                  <a:pt x="1786" y="451"/>
                </a:lnTo>
                <a:lnTo>
                  <a:pt x="1786" y="450"/>
                </a:lnTo>
                <a:lnTo>
                  <a:pt x="1787" y="449"/>
                </a:lnTo>
                <a:lnTo>
                  <a:pt x="1790" y="450"/>
                </a:lnTo>
                <a:lnTo>
                  <a:pt x="1790" y="451"/>
                </a:lnTo>
                <a:lnTo>
                  <a:pt x="1791" y="452"/>
                </a:lnTo>
                <a:lnTo>
                  <a:pt x="1792" y="452"/>
                </a:lnTo>
                <a:lnTo>
                  <a:pt x="1793" y="452"/>
                </a:lnTo>
                <a:lnTo>
                  <a:pt x="1793" y="453"/>
                </a:lnTo>
                <a:lnTo>
                  <a:pt x="1794" y="453"/>
                </a:lnTo>
                <a:lnTo>
                  <a:pt x="1794" y="454"/>
                </a:lnTo>
                <a:lnTo>
                  <a:pt x="1795" y="455"/>
                </a:lnTo>
                <a:lnTo>
                  <a:pt x="1798" y="458"/>
                </a:lnTo>
                <a:lnTo>
                  <a:pt x="1799" y="459"/>
                </a:lnTo>
                <a:lnTo>
                  <a:pt x="1800" y="460"/>
                </a:lnTo>
                <a:lnTo>
                  <a:pt x="1801" y="461"/>
                </a:lnTo>
                <a:lnTo>
                  <a:pt x="1802" y="462"/>
                </a:lnTo>
                <a:lnTo>
                  <a:pt x="1802" y="463"/>
                </a:lnTo>
                <a:lnTo>
                  <a:pt x="1803" y="463"/>
                </a:lnTo>
                <a:lnTo>
                  <a:pt x="1805" y="462"/>
                </a:lnTo>
                <a:lnTo>
                  <a:pt x="1806" y="461"/>
                </a:lnTo>
                <a:lnTo>
                  <a:pt x="1807" y="461"/>
                </a:lnTo>
                <a:lnTo>
                  <a:pt x="1807" y="460"/>
                </a:lnTo>
                <a:lnTo>
                  <a:pt x="1806" y="460"/>
                </a:lnTo>
                <a:lnTo>
                  <a:pt x="1807" y="460"/>
                </a:lnTo>
                <a:lnTo>
                  <a:pt x="1807" y="459"/>
                </a:lnTo>
                <a:lnTo>
                  <a:pt x="1807" y="458"/>
                </a:lnTo>
                <a:lnTo>
                  <a:pt x="1809" y="457"/>
                </a:lnTo>
                <a:lnTo>
                  <a:pt x="1810" y="457"/>
                </a:lnTo>
                <a:lnTo>
                  <a:pt x="1810" y="456"/>
                </a:lnTo>
                <a:lnTo>
                  <a:pt x="1810" y="455"/>
                </a:lnTo>
                <a:lnTo>
                  <a:pt x="1809" y="455"/>
                </a:lnTo>
                <a:lnTo>
                  <a:pt x="1809" y="454"/>
                </a:lnTo>
                <a:lnTo>
                  <a:pt x="1809" y="453"/>
                </a:lnTo>
                <a:lnTo>
                  <a:pt x="1809" y="452"/>
                </a:lnTo>
                <a:lnTo>
                  <a:pt x="1810" y="452"/>
                </a:lnTo>
                <a:lnTo>
                  <a:pt x="1810" y="451"/>
                </a:lnTo>
                <a:lnTo>
                  <a:pt x="1810" y="448"/>
                </a:lnTo>
                <a:lnTo>
                  <a:pt x="1811" y="447"/>
                </a:lnTo>
                <a:lnTo>
                  <a:pt x="1812" y="447"/>
                </a:lnTo>
                <a:lnTo>
                  <a:pt x="1812" y="448"/>
                </a:lnTo>
                <a:lnTo>
                  <a:pt x="1813" y="448"/>
                </a:lnTo>
                <a:lnTo>
                  <a:pt x="1814" y="448"/>
                </a:lnTo>
                <a:lnTo>
                  <a:pt x="1816" y="447"/>
                </a:lnTo>
                <a:lnTo>
                  <a:pt x="1817" y="447"/>
                </a:lnTo>
                <a:lnTo>
                  <a:pt x="1817" y="446"/>
                </a:lnTo>
                <a:lnTo>
                  <a:pt x="1817" y="445"/>
                </a:lnTo>
                <a:lnTo>
                  <a:pt x="1818" y="444"/>
                </a:lnTo>
                <a:lnTo>
                  <a:pt x="1819" y="445"/>
                </a:lnTo>
                <a:lnTo>
                  <a:pt x="1820" y="445"/>
                </a:lnTo>
                <a:lnTo>
                  <a:pt x="1820" y="444"/>
                </a:lnTo>
                <a:lnTo>
                  <a:pt x="1821" y="444"/>
                </a:lnTo>
                <a:lnTo>
                  <a:pt x="1822" y="444"/>
                </a:lnTo>
                <a:lnTo>
                  <a:pt x="1822" y="445"/>
                </a:lnTo>
                <a:lnTo>
                  <a:pt x="1823" y="445"/>
                </a:lnTo>
                <a:lnTo>
                  <a:pt x="1823" y="446"/>
                </a:lnTo>
                <a:lnTo>
                  <a:pt x="1824" y="446"/>
                </a:lnTo>
                <a:lnTo>
                  <a:pt x="1825" y="446"/>
                </a:lnTo>
                <a:lnTo>
                  <a:pt x="1826" y="446"/>
                </a:lnTo>
                <a:lnTo>
                  <a:pt x="1826" y="447"/>
                </a:lnTo>
                <a:lnTo>
                  <a:pt x="1827" y="447"/>
                </a:lnTo>
                <a:lnTo>
                  <a:pt x="1828" y="447"/>
                </a:lnTo>
                <a:lnTo>
                  <a:pt x="1830" y="447"/>
                </a:lnTo>
                <a:lnTo>
                  <a:pt x="1831" y="446"/>
                </a:lnTo>
                <a:lnTo>
                  <a:pt x="1831" y="445"/>
                </a:lnTo>
                <a:lnTo>
                  <a:pt x="1831" y="444"/>
                </a:lnTo>
                <a:lnTo>
                  <a:pt x="1832" y="442"/>
                </a:lnTo>
                <a:lnTo>
                  <a:pt x="1833" y="443"/>
                </a:lnTo>
                <a:lnTo>
                  <a:pt x="1834" y="443"/>
                </a:lnTo>
                <a:lnTo>
                  <a:pt x="1834" y="444"/>
                </a:lnTo>
                <a:lnTo>
                  <a:pt x="1836" y="445"/>
                </a:lnTo>
                <a:lnTo>
                  <a:pt x="1836" y="446"/>
                </a:lnTo>
                <a:lnTo>
                  <a:pt x="1837" y="446"/>
                </a:lnTo>
                <a:lnTo>
                  <a:pt x="1838" y="446"/>
                </a:lnTo>
                <a:lnTo>
                  <a:pt x="1839" y="445"/>
                </a:lnTo>
                <a:lnTo>
                  <a:pt x="1839" y="444"/>
                </a:lnTo>
                <a:lnTo>
                  <a:pt x="1839" y="443"/>
                </a:lnTo>
                <a:lnTo>
                  <a:pt x="1840" y="442"/>
                </a:lnTo>
                <a:lnTo>
                  <a:pt x="1841" y="442"/>
                </a:lnTo>
                <a:lnTo>
                  <a:pt x="1842" y="441"/>
                </a:lnTo>
                <a:lnTo>
                  <a:pt x="1842" y="440"/>
                </a:lnTo>
                <a:lnTo>
                  <a:pt x="1842" y="439"/>
                </a:lnTo>
                <a:lnTo>
                  <a:pt x="1842" y="438"/>
                </a:lnTo>
                <a:lnTo>
                  <a:pt x="1843" y="438"/>
                </a:lnTo>
                <a:lnTo>
                  <a:pt x="1844" y="437"/>
                </a:lnTo>
                <a:lnTo>
                  <a:pt x="1845" y="437"/>
                </a:lnTo>
                <a:lnTo>
                  <a:pt x="1845" y="436"/>
                </a:lnTo>
                <a:lnTo>
                  <a:pt x="1846" y="435"/>
                </a:lnTo>
                <a:lnTo>
                  <a:pt x="1847" y="435"/>
                </a:lnTo>
                <a:lnTo>
                  <a:pt x="1848" y="435"/>
                </a:lnTo>
                <a:lnTo>
                  <a:pt x="1849" y="436"/>
                </a:lnTo>
                <a:lnTo>
                  <a:pt x="1850" y="437"/>
                </a:lnTo>
                <a:lnTo>
                  <a:pt x="1851" y="438"/>
                </a:lnTo>
                <a:lnTo>
                  <a:pt x="1852" y="439"/>
                </a:lnTo>
                <a:lnTo>
                  <a:pt x="1854" y="439"/>
                </a:lnTo>
                <a:lnTo>
                  <a:pt x="1855" y="440"/>
                </a:lnTo>
                <a:lnTo>
                  <a:pt x="1857" y="441"/>
                </a:lnTo>
                <a:lnTo>
                  <a:pt x="1857" y="442"/>
                </a:lnTo>
                <a:lnTo>
                  <a:pt x="1859" y="443"/>
                </a:lnTo>
                <a:lnTo>
                  <a:pt x="1862" y="443"/>
                </a:lnTo>
                <a:lnTo>
                  <a:pt x="1862" y="442"/>
                </a:lnTo>
                <a:lnTo>
                  <a:pt x="1863" y="442"/>
                </a:lnTo>
                <a:lnTo>
                  <a:pt x="1863" y="441"/>
                </a:lnTo>
                <a:lnTo>
                  <a:pt x="1864" y="441"/>
                </a:lnTo>
                <a:lnTo>
                  <a:pt x="1865" y="438"/>
                </a:lnTo>
                <a:lnTo>
                  <a:pt x="1866" y="438"/>
                </a:lnTo>
                <a:lnTo>
                  <a:pt x="1867" y="438"/>
                </a:lnTo>
                <a:lnTo>
                  <a:pt x="1868" y="438"/>
                </a:lnTo>
                <a:lnTo>
                  <a:pt x="1869" y="438"/>
                </a:lnTo>
                <a:lnTo>
                  <a:pt x="1870" y="438"/>
                </a:lnTo>
                <a:lnTo>
                  <a:pt x="1871" y="437"/>
                </a:lnTo>
                <a:lnTo>
                  <a:pt x="1872" y="437"/>
                </a:lnTo>
                <a:lnTo>
                  <a:pt x="1872" y="436"/>
                </a:lnTo>
                <a:lnTo>
                  <a:pt x="1873" y="436"/>
                </a:lnTo>
                <a:lnTo>
                  <a:pt x="1874" y="437"/>
                </a:lnTo>
                <a:lnTo>
                  <a:pt x="1875" y="437"/>
                </a:lnTo>
                <a:lnTo>
                  <a:pt x="1877" y="437"/>
                </a:lnTo>
                <a:lnTo>
                  <a:pt x="1877" y="436"/>
                </a:lnTo>
                <a:lnTo>
                  <a:pt x="1878" y="436"/>
                </a:lnTo>
                <a:lnTo>
                  <a:pt x="1879" y="436"/>
                </a:lnTo>
                <a:lnTo>
                  <a:pt x="1880" y="436"/>
                </a:lnTo>
                <a:lnTo>
                  <a:pt x="1881" y="436"/>
                </a:lnTo>
                <a:lnTo>
                  <a:pt x="1882" y="436"/>
                </a:lnTo>
                <a:lnTo>
                  <a:pt x="1883" y="436"/>
                </a:lnTo>
                <a:lnTo>
                  <a:pt x="1885" y="436"/>
                </a:lnTo>
                <a:lnTo>
                  <a:pt x="1885" y="435"/>
                </a:lnTo>
                <a:lnTo>
                  <a:pt x="1885" y="434"/>
                </a:lnTo>
                <a:lnTo>
                  <a:pt x="1886" y="434"/>
                </a:lnTo>
                <a:lnTo>
                  <a:pt x="1887" y="434"/>
                </a:lnTo>
                <a:lnTo>
                  <a:pt x="1887" y="435"/>
                </a:lnTo>
                <a:lnTo>
                  <a:pt x="1888" y="435"/>
                </a:lnTo>
                <a:lnTo>
                  <a:pt x="1888" y="436"/>
                </a:lnTo>
                <a:lnTo>
                  <a:pt x="1888" y="437"/>
                </a:lnTo>
                <a:lnTo>
                  <a:pt x="1888" y="438"/>
                </a:lnTo>
                <a:lnTo>
                  <a:pt x="1890" y="439"/>
                </a:lnTo>
                <a:lnTo>
                  <a:pt x="1891" y="439"/>
                </a:lnTo>
                <a:lnTo>
                  <a:pt x="1892" y="439"/>
                </a:lnTo>
                <a:lnTo>
                  <a:pt x="1892" y="440"/>
                </a:lnTo>
                <a:lnTo>
                  <a:pt x="1892" y="441"/>
                </a:lnTo>
                <a:lnTo>
                  <a:pt x="1893" y="442"/>
                </a:lnTo>
                <a:lnTo>
                  <a:pt x="1893" y="445"/>
                </a:lnTo>
                <a:lnTo>
                  <a:pt x="1893" y="446"/>
                </a:lnTo>
                <a:lnTo>
                  <a:pt x="1892" y="446"/>
                </a:lnTo>
                <a:lnTo>
                  <a:pt x="1892" y="447"/>
                </a:lnTo>
                <a:lnTo>
                  <a:pt x="1892" y="448"/>
                </a:lnTo>
                <a:lnTo>
                  <a:pt x="1893" y="448"/>
                </a:lnTo>
                <a:lnTo>
                  <a:pt x="1892" y="449"/>
                </a:lnTo>
                <a:lnTo>
                  <a:pt x="1891" y="449"/>
                </a:lnTo>
                <a:lnTo>
                  <a:pt x="1890" y="450"/>
                </a:lnTo>
                <a:lnTo>
                  <a:pt x="1889" y="451"/>
                </a:lnTo>
                <a:lnTo>
                  <a:pt x="1889" y="452"/>
                </a:lnTo>
                <a:lnTo>
                  <a:pt x="1888" y="452"/>
                </a:lnTo>
                <a:lnTo>
                  <a:pt x="1888" y="453"/>
                </a:lnTo>
                <a:lnTo>
                  <a:pt x="1886" y="452"/>
                </a:lnTo>
                <a:lnTo>
                  <a:pt x="1884" y="453"/>
                </a:lnTo>
                <a:lnTo>
                  <a:pt x="1882" y="451"/>
                </a:lnTo>
                <a:lnTo>
                  <a:pt x="1880" y="451"/>
                </a:lnTo>
                <a:lnTo>
                  <a:pt x="1879" y="451"/>
                </a:lnTo>
                <a:lnTo>
                  <a:pt x="1878" y="451"/>
                </a:lnTo>
                <a:lnTo>
                  <a:pt x="1876" y="450"/>
                </a:lnTo>
                <a:lnTo>
                  <a:pt x="1875" y="450"/>
                </a:lnTo>
                <a:lnTo>
                  <a:pt x="1874" y="450"/>
                </a:lnTo>
                <a:lnTo>
                  <a:pt x="1874" y="451"/>
                </a:lnTo>
                <a:lnTo>
                  <a:pt x="1872" y="453"/>
                </a:lnTo>
                <a:lnTo>
                  <a:pt x="1871" y="453"/>
                </a:lnTo>
                <a:lnTo>
                  <a:pt x="1870" y="454"/>
                </a:lnTo>
                <a:lnTo>
                  <a:pt x="1869" y="454"/>
                </a:lnTo>
                <a:lnTo>
                  <a:pt x="1869" y="455"/>
                </a:lnTo>
                <a:lnTo>
                  <a:pt x="1870" y="455"/>
                </a:lnTo>
                <a:lnTo>
                  <a:pt x="1870" y="456"/>
                </a:lnTo>
                <a:lnTo>
                  <a:pt x="1871" y="456"/>
                </a:lnTo>
                <a:lnTo>
                  <a:pt x="1872" y="458"/>
                </a:lnTo>
                <a:lnTo>
                  <a:pt x="1872" y="459"/>
                </a:lnTo>
                <a:lnTo>
                  <a:pt x="1871" y="459"/>
                </a:lnTo>
                <a:lnTo>
                  <a:pt x="1873" y="460"/>
                </a:lnTo>
                <a:lnTo>
                  <a:pt x="1875" y="460"/>
                </a:lnTo>
                <a:lnTo>
                  <a:pt x="1875" y="461"/>
                </a:lnTo>
                <a:lnTo>
                  <a:pt x="1876" y="461"/>
                </a:lnTo>
                <a:lnTo>
                  <a:pt x="1876" y="462"/>
                </a:lnTo>
                <a:lnTo>
                  <a:pt x="1877" y="462"/>
                </a:lnTo>
                <a:lnTo>
                  <a:pt x="1877" y="463"/>
                </a:lnTo>
                <a:lnTo>
                  <a:pt x="1877" y="464"/>
                </a:lnTo>
                <a:lnTo>
                  <a:pt x="1878" y="465"/>
                </a:lnTo>
                <a:lnTo>
                  <a:pt x="1879" y="466"/>
                </a:lnTo>
                <a:lnTo>
                  <a:pt x="1879" y="467"/>
                </a:lnTo>
                <a:lnTo>
                  <a:pt x="1880" y="468"/>
                </a:lnTo>
                <a:lnTo>
                  <a:pt x="1880" y="469"/>
                </a:lnTo>
                <a:lnTo>
                  <a:pt x="1882" y="471"/>
                </a:lnTo>
                <a:lnTo>
                  <a:pt x="1883" y="471"/>
                </a:lnTo>
                <a:lnTo>
                  <a:pt x="1884" y="471"/>
                </a:lnTo>
                <a:lnTo>
                  <a:pt x="1884" y="474"/>
                </a:lnTo>
                <a:lnTo>
                  <a:pt x="1884" y="475"/>
                </a:lnTo>
                <a:lnTo>
                  <a:pt x="1883" y="475"/>
                </a:lnTo>
                <a:lnTo>
                  <a:pt x="1883" y="476"/>
                </a:lnTo>
                <a:lnTo>
                  <a:pt x="1881" y="477"/>
                </a:lnTo>
                <a:lnTo>
                  <a:pt x="1880" y="478"/>
                </a:lnTo>
                <a:lnTo>
                  <a:pt x="1879" y="477"/>
                </a:lnTo>
                <a:lnTo>
                  <a:pt x="1878" y="477"/>
                </a:lnTo>
                <a:lnTo>
                  <a:pt x="1877" y="476"/>
                </a:lnTo>
                <a:lnTo>
                  <a:pt x="1875" y="476"/>
                </a:lnTo>
                <a:lnTo>
                  <a:pt x="1874" y="476"/>
                </a:lnTo>
                <a:lnTo>
                  <a:pt x="1872" y="476"/>
                </a:lnTo>
                <a:lnTo>
                  <a:pt x="1871" y="475"/>
                </a:lnTo>
                <a:lnTo>
                  <a:pt x="1870" y="475"/>
                </a:lnTo>
                <a:lnTo>
                  <a:pt x="1870" y="476"/>
                </a:lnTo>
                <a:lnTo>
                  <a:pt x="1869" y="476"/>
                </a:lnTo>
                <a:lnTo>
                  <a:pt x="1868" y="476"/>
                </a:lnTo>
                <a:lnTo>
                  <a:pt x="1867" y="476"/>
                </a:lnTo>
                <a:lnTo>
                  <a:pt x="1866" y="476"/>
                </a:lnTo>
                <a:lnTo>
                  <a:pt x="1865" y="477"/>
                </a:lnTo>
                <a:lnTo>
                  <a:pt x="1866" y="478"/>
                </a:lnTo>
                <a:lnTo>
                  <a:pt x="1866" y="479"/>
                </a:lnTo>
                <a:lnTo>
                  <a:pt x="1867" y="479"/>
                </a:lnTo>
                <a:lnTo>
                  <a:pt x="1868" y="479"/>
                </a:lnTo>
                <a:lnTo>
                  <a:pt x="1868" y="480"/>
                </a:lnTo>
                <a:lnTo>
                  <a:pt x="1868" y="481"/>
                </a:lnTo>
                <a:lnTo>
                  <a:pt x="1869" y="482"/>
                </a:lnTo>
                <a:lnTo>
                  <a:pt x="1869" y="483"/>
                </a:lnTo>
                <a:lnTo>
                  <a:pt x="1869" y="484"/>
                </a:lnTo>
                <a:lnTo>
                  <a:pt x="1868" y="484"/>
                </a:lnTo>
                <a:lnTo>
                  <a:pt x="1865" y="484"/>
                </a:lnTo>
                <a:lnTo>
                  <a:pt x="1865" y="485"/>
                </a:lnTo>
                <a:lnTo>
                  <a:pt x="1863" y="487"/>
                </a:lnTo>
                <a:lnTo>
                  <a:pt x="1863" y="488"/>
                </a:lnTo>
                <a:lnTo>
                  <a:pt x="1864" y="488"/>
                </a:lnTo>
                <a:lnTo>
                  <a:pt x="1865" y="488"/>
                </a:lnTo>
                <a:lnTo>
                  <a:pt x="1865" y="489"/>
                </a:lnTo>
                <a:lnTo>
                  <a:pt x="1866" y="490"/>
                </a:lnTo>
                <a:lnTo>
                  <a:pt x="1867" y="490"/>
                </a:lnTo>
                <a:lnTo>
                  <a:pt x="1868" y="491"/>
                </a:lnTo>
                <a:lnTo>
                  <a:pt x="1869" y="491"/>
                </a:lnTo>
                <a:lnTo>
                  <a:pt x="1869" y="492"/>
                </a:lnTo>
                <a:lnTo>
                  <a:pt x="1870" y="492"/>
                </a:lnTo>
                <a:lnTo>
                  <a:pt x="1871" y="493"/>
                </a:lnTo>
                <a:lnTo>
                  <a:pt x="1870" y="494"/>
                </a:lnTo>
                <a:lnTo>
                  <a:pt x="1869" y="494"/>
                </a:lnTo>
                <a:lnTo>
                  <a:pt x="1868" y="495"/>
                </a:lnTo>
                <a:lnTo>
                  <a:pt x="1868" y="496"/>
                </a:lnTo>
                <a:lnTo>
                  <a:pt x="1867" y="496"/>
                </a:lnTo>
                <a:lnTo>
                  <a:pt x="1866" y="496"/>
                </a:lnTo>
                <a:lnTo>
                  <a:pt x="1866" y="495"/>
                </a:lnTo>
                <a:lnTo>
                  <a:pt x="1865" y="495"/>
                </a:lnTo>
                <a:lnTo>
                  <a:pt x="1864" y="494"/>
                </a:lnTo>
                <a:lnTo>
                  <a:pt x="1863" y="494"/>
                </a:lnTo>
                <a:lnTo>
                  <a:pt x="1862" y="493"/>
                </a:lnTo>
                <a:lnTo>
                  <a:pt x="1861" y="493"/>
                </a:lnTo>
                <a:lnTo>
                  <a:pt x="1861" y="492"/>
                </a:lnTo>
                <a:lnTo>
                  <a:pt x="1860" y="492"/>
                </a:lnTo>
                <a:lnTo>
                  <a:pt x="1860" y="491"/>
                </a:lnTo>
                <a:lnTo>
                  <a:pt x="1859" y="492"/>
                </a:lnTo>
                <a:lnTo>
                  <a:pt x="1859" y="493"/>
                </a:lnTo>
                <a:lnTo>
                  <a:pt x="1857" y="493"/>
                </a:lnTo>
                <a:lnTo>
                  <a:pt x="1856" y="493"/>
                </a:lnTo>
                <a:lnTo>
                  <a:pt x="1856" y="495"/>
                </a:lnTo>
                <a:lnTo>
                  <a:pt x="1855" y="495"/>
                </a:lnTo>
                <a:lnTo>
                  <a:pt x="1854" y="495"/>
                </a:lnTo>
                <a:lnTo>
                  <a:pt x="1853" y="495"/>
                </a:lnTo>
                <a:lnTo>
                  <a:pt x="1852" y="498"/>
                </a:lnTo>
                <a:lnTo>
                  <a:pt x="1853" y="498"/>
                </a:lnTo>
                <a:lnTo>
                  <a:pt x="1855" y="500"/>
                </a:lnTo>
                <a:lnTo>
                  <a:pt x="1856" y="501"/>
                </a:lnTo>
                <a:lnTo>
                  <a:pt x="1856" y="503"/>
                </a:lnTo>
                <a:lnTo>
                  <a:pt x="1857" y="504"/>
                </a:lnTo>
                <a:lnTo>
                  <a:pt x="1856" y="506"/>
                </a:lnTo>
                <a:lnTo>
                  <a:pt x="1856" y="507"/>
                </a:lnTo>
                <a:lnTo>
                  <a:pt x="1856" y="508"/>
                </a:lnTo>
                <a:lnTo>
                  <a:pt x="1857" y="510"/>
                </a:lnTo>
                <a:lnTo>
                  <a:pt x="1859" y="509"/>
                </a:lnTo>
                <a:lnTo>
                  <a:pt x="1860" y="510"/>
                </a:lnTo>
                <a:lnTo>
                  <a:pt x="1861" y="511"/>
                </a:lnTo>
                <a:lnTo>
                  <a:pt x="1861" y="512"/>
                </a:lnTo>
                <a:lnTo>
                  <a:pt x="1863" y="513"/>
                </a:lnTo>
                <a:lnTo>
                  <a:pt x="1863" y="514"/>
                </a:lnTo>
                <a:lnTo>
                  <a:pt x="1864" y="515"/>
                </a:lnTo>
                <a:lnTo>
                  <a:pt x="1865" y="517"/>
                </a:lnTo>
                <a:lnTo>
                  <a:pt x="1865" y="518"/>
                </a:lnTo>
                <a:lnTo>
                  <a:pt x="1866" y="518"/>
                </a:lnTo>
                <a:lnTo>
                  <a:pt x="1868" y="520"/>
                </a:lnTo>
                <a:lnTo>
                  <a:pt x="1869" y="521"/>
                </a:lnTo>
                <a:lnTo>
                  <a:pt x="1870" y="521"/>
                </a:lnTo>
                <a:lnTo>
                  <a:pt x="1872" y="521"/>
                </a:lnTo>
                <a:lnTo>
                  <a:pt x="1872" y="520"/>
                </a:lnTo>
                <a:lnTo>
                  <a:pt x="1873" y="520"/>
                </a:lnTo>
                <a:lnTo>
                  <a:pt x="1874" y="521"/>
                </a:lnTo>
                <a:lnTo>
                  <a:pt x="1874" y="523"/>
                </a:lnTo>
                <a:lnTo>
                  <a:pt x="1875" y="523"/>
                </a:lnTo>
                <a:lnTo>
                  <a:pt x="1875" y="524"/>
                </a:lnTo>
                <a:lnTo>
                  <a:pt x="1875" y="525"/>
                </a:lnTo>
                <a:lnTo>
                  <a:pt x="1876" y="526"/>
                </a:lnTo>
                <a:lnTo>
                  <a:pt x="1877" y="527"/>
                </a:lnTo>
                <a:lnTo>
                  <a:pt x="1878" y="528"/>
                </a:lnTo>
                <a:lnTo>
                  <a:pt x="1879" y="528"/>
                </a:lnTo>
                <a:lnTo>
                  <a:pt x="1880" y="529"/>
                </a:lnTo>
                <a:lnTo>
                  <a:pt x="1881" y="529"/>
                </a:lnTo>
                <a:lnTo>
                  <a:pt x="1882" y="530"/>
                </a:lnTo>
                <a:lnTo>
                  <a:pt x="1884" y="530"/>
                </a:lnTo>
                <a:lnTo>
                  <a:pt x="1885" y="530"/>
                </a:lnTo>
                <a:lnTo>
                  <a:pt x="1886" y="529"/>
                </a:lnTo>
                <a:lnTo>
                  <a:pt x="1888" y="529"/>
                </a:lnTo>
                <a:lnTo>
                  <a:pt x="1888" y="530"/>
                </a:lnTo>
                <a:lnTo>
                  <a:pt x="1888" y="531"/>
                </a:lnTo>
                <a:lnTo>
                  <a:pt x="1887" y="533"/>
                </a:lnTo>
                <a:lnTo>
                  <a:pt x="1886" y="534"/>
                </a:lnTo>
                <a:lnTo>
                  <a:pt x="1887" y="534"/>
                </a:lnTo>
                <a:lnTo>
                  <a:pt x="1887" y="535"/>
                </a:lnTo>
                <a:lnTo>
                  <a:pt x="1888" y="535"/>
                </a:lnTo>
                <a:lnTo>
                  <a:pt x="1889" y="535"/>
                </a:lnTo>
                <a:lnTo>
                  <a:pt x="1890" y="536"/>
                </a:lnTo>
                <a:lnTo>
                  <a:pt x="1891" y="536"/>
                </a:lnTo>
                <a:lnTo>
                  <a:pt x="1892" y="535"/>
                </a:lnTo>
                <a:lnTo>
                  <a:pt x="1892" y="536"/>
                </a:lnTo>
                <a:lnTo>
                  <a:pt x="1892" y="537"/>
                </a:lnTo>
                <a:lnTo>
                  <a:pt x="1893" y="537"/>
                </a:lnTo>
                <a:lnTo>
                  <a:pt x="1894" y="537"/>
                </a:lnTo>
                <a:lnTo>
                  <a:pt x="1895" y="538"/>
                </a:lnTo>
                <a:lnTo>
                  <a:pt x="1896" y="538"/>
                </a:lnTo>
                <a:lnTo>
                  <a:pt x="1897" y="538"/>
                </a:lnTo>
                <a:lnTo>
                  <a:pt x="1897" y="539"/>
                </a:lnTo>
                <a:lnTo>
                  <a:pt x="1900" y="540"/>
                </a:lnTo>
                <a:lnTo>
                  <a:pt x="1901" y="540"/>
                </a:lnTo>
                <a:lnTo>
                  <a:pt x="1900" y="540"/>
                </a:lnTo>
                <a:lnTo>
                  <a:pt x="1899" y="541"/>
                </a:lnTo>
                <a:lnTo>
                  <a:pt x="1899" y="542"/>
                </a:lnTo>
                <a:lnTo>
                  <a:pt x="1898" y="542"/>
                </a:lnTo>
                <a:lnTo>
                  <a:pt x="1896" y="545"/>
                </a:lnTo>
                <a:lnTo>
                  <a:pt x="1896" y="546"/>
                </a:lnTo>
                <a:lnTo>
                  <a:pt x="1897" y="546"/>
                </a:lnTo>
                <a:lnTo>
                  <a:pt x="1898" y="546"/>
                </a:lnTo>
                <a:lnTo>
                  <a:pt x="1899" y="549"/>
                </a:lnTo>
                <a:lnTo>
                  <a:pt x="1899" y="550"/>
                </a:lnTo>
                <a:lnTo>
                  <a:pt x="1899" y="551"/>
                </a:lnTo>
                <a:lnTo>
                  <a:pt x="1899" y="552"/>
                </a:lnTo>
                <a:lnTo>
                  <a:pt x="1898" y="552"/>
                </a:lnTo>
                <a:lnTo>
                  <a:pt x="1898" y="553"/>
                </a:lnTo>
                <a:lnTo>
                  <a:pt x="1900" y="555"/>
                </a:lnTo>
                <a:lnTo>
                  <a:pt x="1901" y="556"/>
                </a:lnTo>
                <a:lnTo>
                  <a:pt x="1903" y="557"/>
                </a:lnTo>
                <a:lnTo>
                  <a:pt x="1903" y="558"/>
                </a:lnTo>
                <a:lnTo>
                  <a:pt x="1903" y="559"/>
                </a:lnTo>
                <a:lnTo>
                  <a:pt x="1902" y="559"/>
                </a:lnTo>
                <a:lnTo>
                  <a:pt x="1902" y="558"/>
                </a:lnTo>
                <a:lnTo>
                  <a:pt x="1901" y="558"/>
                </a:lnTo>
                <a:lnTo>
                  <a:pt x="1900" y="559"/>
                </a:lnTo>
                <a:lnTo>
                  <a:pt x="1899" y="559"/>
                </a:lnTo>
                <a:lnTo>
                  <a:pt x="1898" y="559"/>
                </a:lnTo>
                <a:lnTo>
                  <a:pt x="1898" y="560"/>
                </a:lnTo>
                <a:lnTo>
                  <a:pt x="1898" y="561"/>
                </a:lnTo>
                <a:lnTo>
                  <a:pt x="1897" y="561"/>
                </a:lnTo>
                <a:lnTo>
                  <a:pt x="1896" y="561"/>
                </a:lnTo>
                <a:lnTo>
                  <a:pt x="1894" y="562"/>
                </a:lnTo>
                <a:lnTo>
                  <a:pt x="1894" y="563"/>
                </a:lnTo>
                <a:lnTo>
                  <a:pt x="1894" y="564"/>
                </a:lnTo>
                <a:lnTo>
                  <a:pt x="1893" y="564"/>
                </a:lnTo>
                <a:lnTo>
                  <a:pt x="1892" y="564"/>
                </a:lnTo>
                <a:lnTo>
                  <a:pt x="1891" y="564"/>
                </a:lnTo>
                <a:lnTo>
                  <a:pt x="1891" y="565"/>
                </a:lnTo>
                <a:lnTo>
                  <a:pt x="1890" y="565"/>
                </a:lnTo>
                <a:lnTo>
                  <a:pt x="1890" y="566"/>
                </a:lnTo>
                <a:lnTo>
                  <a:pt x="1890" y="567"/>
                </a:lnTo>
                <a:lnTo>
                  <a:pt x="1890" y="569"/>
                </a:lnTo>
                <a:lnTo>
                  <a:pt x="1889" y="569"/>
                </a:lnTo>
                <a:lnTo>
                  <a:pt x="1889" y="568"/>
                </a:lnTo>
                <a:lnTo>
                  <a:pt x="1888" y="568"/>
                </a:lnTo>
                <a:lnTo>
                  <a:pt x="1888" y="567"/>
                </a:lnTo>
                <a:lnTo>
                  <a:pt x="1888" y="566"/>
                </a:lnTo>
                <a:lnTo>
                  <a:pt x="1887" y="566"/>
                </a:lnTo>
                <a:lnTo>
                  <a:pt x="1886" y="566"/>
                </a:lnTo>
                <a:lnTo>
                  <a:pt x="1884" y="566"/>
                </a:lnTo>
                <a:lnTo>
                  <a:pt x="1884" y="567"/>
                </a:lnTo>
                <a:lnTo>
                  <a:pt x="1883" y="568"/>
                </a:lnTo>
                <a:lnTo>
                  <a:pt x="1882" y="569"/>
                </a:lnTo>
                <a:lnTo>
                  <a:pt x="1882" y="570"/>
                </a:lnTo>
                <a:lnTo>
                  <a:pt x="1881" y="571"/>
                </a:lnTo>
                <a:lnTo>
                  <a:pt x="1881" y="572"/>
                </a:lnTo>
                <a:lnTo>
                  <a:pt x="1880" y="572"/>
                </a:lnTo>
                <a:lnTo>
                  <a:pt x="1879" y="572"/>
                </a:lnTo>
                <a:lnTo>
                  <a:pt x="1877" y="574"/>
                </a:lnTo>
                <a:lnTo>
                  <a:pt x="1877" y="575"/>
                </a:lnTo>
                <a:lnTo>
                  <a:pt x="1876" y="576"/>
                </a:lnTo>
                <a:lnTo>
                  <a:pt x="1877" y="577"/>
                </a:lnTo>
                <a:lnTo>
                  <a:pt x="1877" y="578"/>
                </a:lnTo>
                <a:lnTo>
                  <a:pt x="1878" y="578"/>
                </a:lnTo>
                <a:lnTo>
                  <a:pt x="1876" y="579"/>
                </a:lnTo>
                <a:lnTo>
                  <a:pt x="1875" y="579"/>
                </a:lnTo>
                <a:lnTo>
                  <a:pt x="1875" y="580"/>
                </a:lnTo>
                <a:lnTo>
                  <a:pt x="1876" y="581"/>
                </a:lnTo>
                <a:lnTo>
                  <a:pt x="1877" y="581"/>
                </a:lnTo>
                <a:lnTo>
                  <a:pt x="1877" y="582"/>
                </a:lnTo>
                <a:lnTo>
                  <a:pt x="1877" y="584"/>
                </a:lnTo>
                <a:lnTo>
                  <a:pt x="1876" y="585"/>
                </a:lnTo>
                <a:lnTo>
                  <a:pt x="1875" y="585"/>
                </a:lnTo>
                <a:lnTo>
                  <a:pt x="1874" y="585"/>
                </a:lnTo>
                <a:lnTo>
                  <a:pt x="1873" y="585"/>
                </a:lnTo>
                <a:lnTo>
                  <a:pt x="1872" y="585"/>
                </a:lnTo>
                <a:lnTo>
                  <a:pt x="1870" y="584"/>
                </a:lnTo>
                <a:lnTo>
                  <a:pt x="1870" y="585"/>
                </a:lnTo>
                <a:lnTo>
                  <a:pt x="1869" y="586"/>
                </a:lnTo>
                <a:lnTo>
                  <a:pt x="1869" y="588"/>
                </a:lnTo>
                <a:lnTo>
                  <a:pt x="1869" y="589"/>
                </a:lnTo>
                <a:lnTo>
                  <a:pt x="1870" y="589"/>
                </a:lnTo>
                <a:lnTo>
                  <a:pt x="1870" y="590"/>
                </a:lnTo>
                <a:lnTo>
                  <a:pt x="1870" y="591"/>
                </a:lnTo>
                <a:lnTo>
                  <a:pt x="1869" y="592"/>
                </a:lnTo>
                <a:lnTo>
                  <a:pt x="1868" y="592"/>
                </a:lnTo>
                <a:lnTo>
                  <a:pt x="1867" y="593"/>
                </a:lnTo>
                <a:lnTo>
                  <a:pt x="1866" y="593"/>
                </a:lnTo>
                <a:lnTo>
                  <a:pt x="1866" y="594"/>
                </a:lnTo>
                <a:lnTo>
                  <a:pt x="1865" y="594"/>
                </a:lnTo>
                <a:lnTo>
                  <a:pt x="1864" y="593"/>
                </a:lnTo>
                <a:lnTo>
                  <a:pt x="1862" y="594"/>
                </a:lnTo>
                <a:lnTo>
                  <a:pt x="1861" y="594"/>
                </a:lnTo>
                <a:lnTo>
                  <a:pt x="1861" y="593"/>
                </a:lnTo>
                <a:lnTo>
                  <a:pt x="1860" y="593"/>
                </a:lnTo>
                <a:lnTo>
                  <a:pt x="1859" y="593"/>
                </a:lnTo>
                <a:lnTo>
                  <a:pt x="1858" y="594"/>
                </a:lnTo>
                <a:lnTo>
                  <a:pt x="1857" y="594"/>
                </a:lnTo>
                <a:lnTo>
                  <a:pt x="1856" y="594"/>
                </a:lnTo>
                <a:lnTo>
                  <a:pt x="1855" y="594"/>
                </a:lnTo>
                <a:lnTo>
                  <a:pt x="1855" y="595"/>
                </a:lnTo>
                <a:lnTo>
                  <a:pt x="1854" y="595"/>
                </a:lnTo>
                <a:lnTo>
                  <a:pt x="1853" y="595"/>
                </a:lnTo>
                <a:lnTo>
                  <a:pt x="1853" y="594"/>
                </a:lnTo>
                <a:lnTo>
                  <a:pt x="1851" y="593"/>
                </a:lnTo>
                <a:lnTo>
                  <a:pt x="1850" y="593"/>
                </a:lnTo>
                <a:lnTo>
                  <a:pt x="1849" y="594"/>
                </a:lnTo>
                <a:lnTo>
                  <a:pt x="1849" y="595"/>
                </a:lnTo>
                <a:lnTo>
                  <a:pt x="1848" y="595"/>
                </a:lnTo>
                <a:lnTo>
                  <a:pt x="1848" y="596"/>
                </a:lnTo>
                <a:lnTo>
                  <a:pt x="1847" y="596"/>
                </a:lnTo>
                <a:lnTo>
                  <a:pt x="1846" y="596"/>
                </a:lnTo>
                <a:lnTo>
                  <a:pt x="1843" y="597"/>
                </a:lnTo>
                <a:lnTo>
                  <a:pt x="1843" y="599"/>
                </a:lnTo>
                <a:lnTo>
                  <a:pt x="1844" y="600"/>
                </a:lnTo>
                <a:lnTo>
                  <a:pt x="1844" y="601"/>
                </a:lnTo>
                <a:lnTo>
                  <a:pt x="1844" y="602"/>
                </a:lnTo>
                <a:lnTo>
                  <a:pt x="1845" y="602"/>
                </a:lnTo>
                <a:lnTo>
                  <a:pt x="1846" y="602"/>
                </a:lnTo>
                <a:lnTo>
                  <a:pt x="1847" y="602"/>
                </a:lnTo>
                <a:lnTo>
                  <a:pt x="1847" y="601"/>
                </a:lnTo>
                <a:lnTo>
                  <a:pt x="1849" y="602"/>
                </a:lnTo>
                <a:lnTo>
                  <a:pt x="1849" y="603"/>
                </a:lnTo>
                <a:lnTo>
                  <a:pt x="1849" y="604"/>
                </a:lnTo>
                <a:lnTo>
                  <a:pt x="1849" y="605"/>
                </a:lnTo>
                <a:lnTo>
                  <a:pt x="1849" y="606"/>
                </a:lnTo>
                <a:lnTo>
                  <a:pt x="1848" y="606"/>
                </a:lnTo>
                <a:lnTo>
                  <a:pt x="1847" y="607"/>
                </a:lnTo>
                <a:lnTo>
                  <a:pt x="1847" y="608"/>
                </a:lnTo>
                <a:lnTo>
                  <a:pt x="1847" y="609"/>
                </a:lnTo>
                <a:lnTo>
                  <a:pt x="1848" y="610"/>
                </a:lnTo>
                <a:lnTo>
                  <a:pt x="1848" y="613"/>
                </a:lnTo>
                <a:lnTo>
                  <a:pt x="1847" y="615"/>
                </a:lnTo>
                <a:lnTo>
                  <a:pt x="1847" y="616"/>
                </a:lnTo>
                <a:lnTo>
                  <a:pt x="1846" y="617"/>
                </a:lnTo>
                <a:lnTo>
                  <a:pt x="1845" y="617"/>
                </a:lnTo>
                <a:lnTo>
                  <a:pt x="1844" y="617"/>
                </a:lnTo>
                <a:lnTo>
                  <a:pt x="1842" y="617"/>
                </a:lnTo>
                <a:lnTo>
                  <a:pt x="1841" y="618"/>
                </a:lnTo>
                <a:lnTo>
                  <a:pt x="1841" y="619"/>
                </a:lnTo>
                <a:lnTo>
                  <a:pt x="1841" y="620"/>
                </a:lnTo>
                <a:lnTo>
                  <a:pt x="1840" y="620"/>
                </a:lnTo>
                <a:lnTo>
                  <a:pt x="1839" y="620"/>
                </a:lnTo>
                <a:lnTo>
                  <a:pt x="1838" y="621"/>
                </a:lnTo>
                <a:lnTo>
                  <a:pt x="1838" y="622"/>
                </a:lnTo>
                <a:lnTo>
                  <a:pt x="1838" y="623"/>
                </a:lnTo>
                <a:lnTo>
                  <a:pt x="1839" y="623"/>
                </a:lnTo>
                <a:lnTo>
                  <a:pt x="1838" y="623"/>
                </a:lnTo>
                <a:lnTo>
                  <a:pt x="1838" y="624"/>
                </a:lnTo>
                <a:lnTo>
                  <a:pt x="1839" y="624"/>
                </a:lnTo>
                <a:lnTo>
                  <a:pt x="1840" y="624"/>
                </a:lnTo>
                <a:lnTo>
                  <a:pt x="1841" y="624"/>
                </a:lnTo>
                <a:lnTo>
                  <a:pt x="1841" y="625"/>
                </a:lnTo>
                <a:lnTo>
                  <a:pt x="1842" y="625"/>
                </a:lnTo>
                <a:lnTo>
                  <a:pt x="1842" y="626"/>
                </a:lnTo>
                <a:lnTo>
                  <a:pt x="1842" y="628"/>
                </a:lnTo>
                <a:lnTo>
                  <a:pt x="1843" y="628"/>
                </a:lnTo>
                <a:lnTo>
                  <a:pt x="1843" y="629"/>
                </a:lnTo>
                <a:lnTo>
                  <a:pt x="1843" y="631"/>
                </a:lnTo>
                <a:lnTo>
                  <a:pt x="1842" y="631"/>
                </a:lnTo>
                <a:lnTo>
                  <a:pt x="1841" y="632"/>
                </a:lnTo>
                <a:lnTo>
                  <a:pt x="1840" y="632"/>
                </a:lnTo>
                <a:lnTo>
                  <a:pt x="1839" y="633"/>
                </a:lnTo>
                <a:lnTo>
                  <a:pt x="1839" y="634"/>
                </a:lnTo>
                <a:lnTo>
                  <a:pt x="1838" y="635"/>
                </a:lnTo>
                <a:lnTo>
                  <a:pt x="1837" y="636"/>
                </a:lnTo>
                <a:lnTo>
                  <a:pt x="1836" y="637"/>
                </a:lnTo>
                <a:lnTo>
                  <a:pt x="1835" y="637"/>
                </a:lnTo>
                <a:lnTo>
                  <a:pt x="1834" y="638"/>
                </a:lnTo>
                <a:lnTo>
                  <a:pt x="1832" y="639"/>
                </a:lnTo>
                <a:lnTo>
                  <a:pt x="1830" y="640"/>
                </a:lnTo>
                <a:lnTo>
                  <a:pt x="1829" y="641"/>
                </a:lnTo>
                <a:lnTo>
                  <a:pt x="1828" y="642"/>
                </a:lnTo>
                <a:lnTo>
                  <a:pt x="1828" y="643"/>
                </a:lnTo>
                <a:lnTo>
                  <a:pt x="1828" y="644"/>
                </a:lnTo>
                <a:lnTo>
                  <a:pt x="1827" y="644"/>
                </a:lnTo>
                <a:lnTo>
                  <a:pt x="1826" y="645"/>
                </a:lnTo>
                <a:lnTo>
                  <a:pt x="1825" y="645"/>
                </a:lnTo>
                <a:lnTo>
                  <a:pt x="1823" y="645"/>
                </a:lnTo>
                <a:lnTo>
                  <a:pt x="1823" y="646"/>
                </a:lnTo>
                <a:lnTo>
                  <a:pt x="1822" y="646"/>
                </a:lnTo>
                <a:lnTo>
                  <a:pt x="1822" y="647"/>
                </a:lnTo>
                <a:lnTo>
                  <a:pt x="1821" y="647"/>
                </a:lnTo>
                <a:lnTo>
                  <a:pt x="1820" y="646"/>
                </a:lnTo>
                <a:lnTo>
                  <a:pt x="1817" y="647"/>
                </a:lnTo>
                <a:lnTo>
                  <a:pt x="1815" y="649"/>
                </a:lnTo>
                <a:lnTo>
                  <a:pt x="1817" y="649"/>
                </a:lnTo>
                <a:lnTo>
                  <a:pt x="1817" y="650"/>
                </a:lnTo>
                <a:lnTo>
                  <a:pt x="1817" y="651"/>
                </a:lnTo>
                <a:lnTo>
                  <a:pt x="1817" y="652"/>
                </a:lnTo>
                <a:lnTo>
                  <a:pt x="1817" y="653"/>
                </a:lnTo>
                <a:lnTo>
                  <a:pt x="1817" y="654"/>
                </a:lnTo>
                <a:lnTo>
                  <a:pt x="1818" y="654"/>
                </a:lnTo>
                <a:lnTo>
                  <a:pt x="1821" y="653"/>
                </a:lnTo>
                <a:lnTo>
                  <a:pt x="1822" y="652"/>
                </a:lnTo>
                <a:lnTo>
                  <a:pt x="1823" y="652"/>
                </a:lnTo>
                <a:lnTo>
                  <a:pt x="1824" y="652"/>
                </a:lnTo>
                <a:lnTo>
                  <a:pt x="1824" y="651"/>
                </a:lnTo>
                <a:lnTo>
                  <a:pt x="1825" y="651"/>
                </a:lnTo>
                <a:lnTo>
                  <a:pt x="1826" y="652"/>
                </a:lnTo>
                <a:lnTo>
                  <a:pt x="1824" y="653"/>
                </a:lnTo>
                <a:lnTo>
                  <a:pt x="1824" y="654"/>
                </a:lnTo>
                <a:lnTo>
                  <a:pt x="1825" y="654"/>
                </a:lnTo>
                <a:lnTo>
                  <a:pt x="1826" y="654"/>
                </a:lnTo>
                <a:lnTo>
                  <a:pt x="1826" y="655"/>
                </a:lnTo>
                <a:lnTo>
                  <a:pt x="1828" y="656"/>
                </a:lnTo>
                <a:lnTo>
                  <a:pt x="1828" y="659"/>
                </a:lnTo>
                <a:lnTo>
                  <a:pt x="1826" y="660"/>
                </a:lnTo>
                <a:lnTo>
                  <a:pt x="1824" y="662"/>
                </a:lnTo>
                <a:lnTo>
                  <a:pt x="1824" y="663"/>
                </a:lnTo>
                <a:lnTo>
                  <a:pt x="1825" y="663"/>
                </a:lnTo>
                <a:lnTo>
                  <a:pt x="1824" y="664"/>
                </a:lnTo>
                <a:lnTo>
                  <a:pt x="1823" y="665"/>
                </a:lnTo>
                <a:lnTo>
                  <a:pt x="1822" y="667"/>
                </a:lnTo>
                <a:lnTo>
                  <a:pt x="1822" y="668"/>
                </a:lnTo>
                <a:lnTo>
                  <a:pt x="1822" y="669"/>
                </a:lnTo>
                <a:lnTo>
                  <a:pt x="1821" y="669"/>
                </a:lnTo>
                <a:lnTo>
                  <a:pt x="1820" y="669"/>
                </a:lnTo>
                <a:lnTo>
                  <a:pt x="1819" y="670"/>
                </a:lnTo>
                <a:lnTo>
                  <a:pt x="1819" y="671"/>
                </a:lnTo>
                <a:lnTo>
                  <a:pt x="1818" y="671"/>
                </a:lnTo>
                <a:lnTo>
                  <a:pt x="1817" y="674"/>
                </a:lnTo>
                <a:lnTo>
                  <a:pt x="1817" y="675"/>
                </a:lnTo>
                <a:lnTo>
                  <a:pt x="1816" y="676"/>
                </a:lnTo>
                <a:lnTo>
                  <a:pt x="1815" y="675"/>
                </a:lnTo>
                <a:lnTo>
                  <a:pt x="1815" y="676"/>
                </a:lnTo>
                <a:lnTo>
                  <a:pt x="1814" y="676"/>
                </a:lnTo>
                <a:lnTo>
                  <a:pt x="1814" y="677"/>
                </a:lnTo>
                <a:lnTo>
                  <a:pt x="1815" y="679"/>
                </a:lnTo>
                <a:lnTo>
                  <a:pt x="1816" y="680"/>
                </a:lnTo>
                <a:lnTo>
                  <a:pt x="1817" y="680"/>
                </a:lnTo>
                <a:lnTo>
                  <a:pt x="1817" y="681"/>
                </a:lnTo>
                <a:lnTo>
                  <a:pt x="1817" y="682"/>
                </a:lnTo>
                <a:lnTo>
                  <a:pt x="1817" y="683"/>
                </a:lnTo>
                <a:lnTo>
                  <a:pt x="1817" y="684"/>
                </a:lnTo>
                <a:lnTo>
                  <a:pt x="1818" y="684"/>
                </a:lnTo>
                <a:lnTo>
                  <a:pt x="1818" y="685"/>
                </a:lnTo>
                <a:lnTo>
                  <a:pt x="1817" y="685"/>
                </a:lnTo>
                <a:lnTo>
                  <a:pt x="1817" y="686"/>
                </a:lnTo>
                <a:lnTo>
                  <a:pt x="1818" y="686"/>
                </a:lnTo>
                <a:lnTo>
                  <a:pt x="1819" y="686"/>
                </a:lnTo>
                <a:lnTo>
                  <a:pt x="1820" y="686"/>
                </a:lnTo>
                <a:lnTo>
                  <a:pt x="1821" y="686"/>
                </a:lnTo>
                <a:lnTo>
                  <a:pt x="1821" y="687"/>
                </a:lnTo>
                <a:lnTo>
                  <a:pt x="1822" y="687"/>
                </a:lnTo>
                <a:lnTo>
                  <a:pt x="1823" y="688"/>
                </a:lnTo>
                <a:lnTo>
                  <a:pt x="1823" y="689"/>
                </a:lnTo>
                <a:lnTo>
                  <a:pt x="1822" y="691"/>
                </a:lnTo>
                <a:lnTo>
                  <a:pt x="1821" y="691"/>
                </a:lnTo>
                <a:lnTo>
                  <a:pt x="1820" y="691"/>
                </a:lnTo>
                <a:lnTo>
                  <a:pt x="1819" y="691"/>
                </a:lnTo>
                <a:lnTo>
                  <a:pt x="1817" y="692"/>
                </a:lnTo>
                <a:lnTo>
                  <a:pt x="1817" y="693"/>
                </a:lnTo>
                <a:lnTo>
                  <a:pt x="1816" y="694"/>
                </a:lnTo>
                <a:lnTo>
                  <a:pt x="1815" y="694"/>
                </a:lnTo>
                <a:lnTo>
                  <a:pt x="1814" y="694"/>
                </a:lnTo>
                <a:lnTo>
                  <a:pt x="1814" y="696"/>
                </a:lnTo>
                <a:lnTo>
                  <a:pt x="1813" y="698"/>
                </a:lnTo>
                <a:lnTo>
                  <a:pt x="1811" y="702"/>
                </a:lnTo>
                <a:lnTo>
                  <a:pt x="1811" y="703"/>
                </a:lnTo>
                <a:lnTo>
                  <a:pt x="1810" y="703"/>
                </a:lnTo>
                <a:lnTo>
                  <a:pt x="1808" y="703"/>
                </a:lnTo>
                <a:lnTo>
                  <a:pt x="1805" y="703"/>
                </a:lnTo>
                <a:lnTo>
                  <a:pt x="1805" y="702"/>
                </a:lnTo>
                <a:lnTo>
                  <a:pt x="1804" y="702"/>
                </a:lnTo>
                <a:lnTo>
                  <a:pt x="1803" y="702"/>
                </a:lnTo>
                <a:lnTo>
                  <a:pt x="1803" y="706"/>
                </a:lnTo>
                <a:lnTo>
                  <a:pt x="1803" y="709"/>
                </a:lnTo>
                <a:lnTo>
                  <a:pt x="1803" y="710"/>
                </a:lnTo>
                <a:lnTo>
                  <a:pt x="1803" y="711"/>
                </a:lnTo>
                <a:lnTo>
                  <a:pt x="1803" y="712"/>
                </a:lnTo>
                <a:lnTo>
                  <a:pt x="1803" y="714"/>
                </a:lnTo>
                <a:lnTo>
                  <a:pt x="1803" y="715"/>
                </a:lnTo>
                <a:lnTo>
                  <a:pt x="1805" y="717"/>
                </a:lnTo>
                <a:lnTo>
                  <a:pt x="1806" y="717"/>
                </a:lnTo>
                <a:lnTo>
                  <a:pt x="1808" y="717"/>
                </a:lnTo>
                <a:lnTo>
                  <a:pt x="1809" y="717"/>
                </a:lnTo>
                <a:lnTo>
                  <a:pt x="1810" y="717"/>
                </a:lnTo>
                <a:lnTo>
                  <a:pt x="1811" y="717"/>
                </a:lnTo>
                <a:lnTo>
                  <a:pt x="1813" y="718"/>
                </a:lnTo>
                <a:lnTo>
                  <a:pt x="1813" y="719"/>
                </a:lnTo>
                <a:lnTo>
                  <a:pt x="1812" y="720"/>
                </a:lnTo>
                <a:lnTo>
                  <a:pt x="1811" y="720"/>
                </a:lnTo>
                <a:lnTo>
                  <a:pt x="1809" y="722"/>
                </a:lnTo>
                <a:lnTo>
                  <a:pt x="1807" y="724"/>
                </a:lnTo>
                <a:lnTo>
                  <a:pt x="1806" y="724"/>
                </a:lnTo>
                <a:lnTo>
                  <a:pt x="1806" y="725"/>
                </a:lnTo>
                <a:lnTo>
                  <a:pt x="1807" y="725"/>
                </a:lnTo>
                <a:lnTo>
                  <a:pt x="1806" y="726"/>
                </a:lnTo>
                <a:lnTo>
                  <a:pt x="1806" y="727"/>
                </a:lnTo>
                <a:lnTo>
                  <a:pt x="1803" y="728"/>
                </a:lnTo>
                <a:lnTo>
                  <a:pt x="1802" y="729"/>
                </a:lnTo>
                <a:lnTo>
                  <a:pt x="1801" y="730"/>
                </a:lnTo>
                <a:lnTo>
                  <a:pt x="1800" y="731"/>
                </a:lnTo>
                <a:lnTo>
                  <a:pt x="1799" y="731"/>
                </a:lnTo>
                <a:lnTo>
                  <a:pt x="1798" y="733"/>
                </a:lnTo>
                <a:lnTo>
                  <a:pt x="1797" y="733"/>
                </a:lnTo>
                <a:lnTo>
                  <a:pt x="1796" y="735"/>
                </a:lnTo>
                <a:lnTo>
                  <a:pt x="1795" y="736"/>
                </a:lnTo>
                <a:lnTo>
                  <a:pt x="1795" y="737"/>
                </a:lnTo>
                <a:lnTo>
                  <a:pt x="1794" y="737"/>
                </a:lnTo>
                <a:lnTo>
                  <a:pt x="1794" y="738"/>
                </a:lnTo>
                <a:lnTo>
                  <a:pt x="1793" y="739"/>
                </a:lnTo>
                <a:lnTo>
                  <a:pt x="1792" y="739"/>
                </a:lnTo>
                <a:lnTo>
                  <a:pt x="1791" y="740"/>
                </a:lnTo>
                <a:lnTo>
                  <a:pt x="1791" y="741"/>
                </a:lnTo>
                <a:lnTo>
                  <a:pt x="1790" y="742"/>
                </a:lnTo>
                <a:lnTo>
                  <a:pt x="1789" y="742"/>
                </a:lnTo>
                <a:lnTo>
                  <a:pt x="1789" y="743"/>
                </a:lnTo>
                <a:lnTo>
                  <a:pt x="1788" y="743"/>
                </a:lnTo>
                <a:lnTo>
                  <a:pt x="1787" y="743"/>
                </a:lnTo>
                <a:lnTo>
                  <a:pt x="1786" y="742"/>
                </a:lnTo>
                <a:lnTo>
                  <a:pt x="1784" y="741"/>
                </a:lnTo>
                <a:lnTo>
                  <a:pt x="1783" y="741"/>
                </a:lnTo>
                <a:lnTo>
                  <a:pt x="1782" y="741"/>
                </a:lnTo>
                <a:lnTo>
                  <a:pt x="1782" y="740"/>
                </a:lnTo>
                <a:lnTo>
                  <a:pt x="1781" y="740"/>
                </a:lnTo>
                <a:lnTo>
                  <a:pt x="1780" y="739"/>
                </a:lnTo>
                <a:lnTo>
                  <a:pt x="1779" y="738"/>
                </a:lnTo>
                <a:lnTo>
                  <a:pt x="1778" y="738"/>
                </a:lnTo>
                <a:lnTo>
                  <a:pt x="1777" y="738"/>
                </a:lnTo>
                <a:lnTo>
                  <a:pt x="1776" y="738"/>
                </a:lnTo>
                <a:lnTo>
                  <a:pt x="1776" y="739"/>
                </a:lnTo>
                <a:lnTo>
                  <a:pt x="1775" y="738"/>
                </a:lnTo>
                <a:lnTo>
                  <a:pt x="1775" y="739"/>
                </a:lnTo>
                <a:lnTo>
                  <a:pt x="1774" y="739"/>
                </a:lnTo>
                <a:lnTo>
                  <a:pt x="1773" y="738"/>
                </a:lnTo>
                <a:lnTo>
                  <a:pt x="1773" y="737"/>
                </a:lnTo>
                <a:lnTo>
                  <a:pt x="1773" y="736"/>
                </a:lnTo>
                <a:lnTo>
                  <a:pt x="1772" y="736"/>
                </a:lnTo>
                <a:lnTo>
                  <a:pt x="1772" y="735"/>
                </a:lnTo>
                <a:lnTo>
                  <a:pt x="1772" y="734"/>
                </a:lnTo>
                <a:lnTo>
                  <a:pt x="1772" y="733"/>
                </a:lnTo>
                <a:lnTo>
                  <a:pt x="1771" y="732"/>
                </a:lnTo>
                <a:lnTo>
                  <a:pt x="1771" y="731"/>
                </a:lnTo>
                <a:lnTo>
                  <a:pt x="1772" y="731"/>
                </a:lnTo>
                <a:lnTo>
                  <a:pt x="1772" y="729"/>
                </a:lnTo>
                <a:lnTo>
                  <a:pt x="1771" y="727"/>
                </a:lnTo>
                <a:lnTo>
                  <a:pt x="1769" y="725"/>
                </a:lnTo>
                <a:lnTo>
                  <a:pt x="1769" y="724"/>
                </a:lnTo>
                <a:lnTo>
                  <a:pt x="1765" y="723"/>
                </a:lnTo>
                <a:lnTo>
                  <a:pt x="1764" y="725"/>
                </a:lnTo>
                <a:lnTo>
                  <a:pt x="1763" y="727"/>
                </a:lnTo>
                <a:lnTo>
                  <a:pt x="1762" y="727"/>
                </a:lnTo>
                <a:lnTo>
                  <a:pt x="1761" y="727"/>
                </a:lnTo>
                <a:lnTo>
                  <a:pt x="1760" y="728"/>
                </a:lnTo>
                <a:lnTo>
                  <a:pt x="1759" y="729"/>
                </a:lnTo>
                <a:lnTo>
                  <a:pt x="1759" y="730"/>
                </a:lnTo>
                <a:lnTo>
                  <a:pt x="1758" y="732"/>
                </a:lnTo>
                <a:lnTo>
                  <a:pt x="1757" y="733"/>
                </a:lnTo>
                <a:lnTo>
                  <a:pt x="1755" y="735"/>
                </a:lnTo>
                <a:lnTo>
                  <a:pt x="1754" y="737"/>
                </a:lnTo>
                <a:lnTo>
                  <a:pt x="1753" y="737"/>
                </a:lnTo>
                <a:lnTo>
                  <a:pt x="1752" y="739"/>
                </a:lnTo>
                <a:lnTo>
                  <a:pt x="1753" y="740"/>
                </a:lnTo>
                <a:lnTo>
                  <a:pt x="1752" y="740"/>
                </a:lnTo>
                <a:lnTo>
                  <a:pt x="1751" y="740"/>
                </a:lnTo>
                <a:lnTo>
                  <a:pt x="1750" y="739"/>
                </a:lnTo>
                <a:lnTo>
                  <a:pt x="1749" y="737"/>
                </a:lnTo>
                <a:lnTo>
                  <a:pt x="1748" y="737"/>
                </a:lnTo>
                <a:lnTo>
                  <a:pt x="1748" y="736"/>
                </a:lnTo>
                <a:lnTo>
                  <a:pt x="1748" y="735"/>
                </a:lnTo>
                <a:lnTo>
                  <a:pt x="1747" y="734"/>
                </a:lnTo>
                <a:lnTo>
                  <a:pt x="1746" y="734"/>
                </a:lnTo>
                <a:lnTo>
                  <a:pt x="1745" y="735"/>
                </a:lnTo>
                <a:lnTo>
                  <a:pt x="1744" y="735"/>
                </a:lnTo>
                <a:lnTo>
                  <a:pt x="1743" y="734"/>
                </a:lnTo>
                <a:lnTo>
                  <a:pt x="1742" y="734"/>
                </a:lnTo>
                <a:lnTo>
                  <a:pt x="1740" y="733"/>
                </a:lnTo>
                <a:lnTo>
                  <a:pt x="1738" y="732"/>
                </a:lnTo>
                <a:lnTo>
                  <a:pt x="1738" y="733"/>
                </a:lnTo>
                <a:lnTo>
                  <a:pt x="1737" y="733"/>
                </a:lnTo>
                <a:lnTo>
                  <a:pt x="1736" y="733"/>
                </a:lnTo>
                <a:lnTo>
                  <a:pt x="1734" y="733"/>
                </a:lnTo>
                <a:lnTo>
                  <a:pt x="1732" y="734"/>
                </a:lnTo>
                <a:lnTo>
                  <a:pt x="1731" y="731"/>
                </a:lnTo>
                <a:lnTo>
                  <a:pt x="1730" y="732"/>
                </a:lnTo>
                <a:lnTo>
                  <a:pt x="1729" y="733"/>
                </a:lnTo>
                <a:lnTo>
                  <a:pt x="1728" y="733"/>
                </a:lnTo>
                <a:lnTo>
                  <a:pt x="1726" y="735"/>
                </a:lnTo>
                <a:lnTo>
                  <a:pt x="1725" y="735"/>
                </a:lnTo>
                <a:lnTo>
                  <a:pt x="1725" y="736"/>
                </a:lnTo>
                <a:lnTo>
                  <a:pt x="1726" y="736"/>
                </a:lnTo>
                <a:lnTo>
                  <a:pt x="1726" y="737"/>
                </a:lnTo>
                <a:lnTo>
                  <a:pt x="1726" y="738"/>
                </a:lnTo>
                <a:lnTo>
                  <a:pt x="1726" y="739"/>
                </a:lnTo>
                <a:lnTo>
                  <a:pt x="1726" y="740"/>
                </a:lnTo>
                <a:lnTo>
                  <a:pt x="1727" y="740"/>
                </a:lnTo>
                <a:lnTo>
                  <a:pt x="1728" y="741"/>
                </a:lnTo>
                <a:lnTo>
                  <a:pt x="1727" y="741"/>
                </a:lnTo>
                <a:lnTo>
                  <a:pt x="1725" y="742"/>
                </a:lnTo>
                <a:lnTo>
                  <a:pt x="1724" y="743"/>
                </a:lnTo>
                <a:lnTo>
                  <a:pt x="1724" y="744"/>
                </a:lnTo>
                <a:lnTo>
                  <a:pt x="1724" y="745"/>
                </a:lnTo>
                <a:lnTo>
                  <a:pt x="1723" y="746"/>
                </a:lnTo>
                <a:lnTo>
                  <a:pt x="1722" y="746"/>
                </a:lnTo>
                <a:lnTo>
                  <a:pt x="1721" y="746"/>
                </a:lnTo>
                <a:lnTo>
                  <a:pt x="1722" y="747"/>
                </a:lnTo>
                <a:lnTo>
                  <a:pt x="1722" y="748"/>
                </a:lnTo>
                <a:lnTo>
                  <a:pt x="1722" y="749"/>
                </a:lnTo>
                <a:lnTo>
                  <a:pt x="1721" y="749"/>
                </a:lnTo>
                <a:lnTo>
                  <a:pt x="1720" y="748"/>
                </a:lnTo>
                <a:lnTo>
                  <a:pt x="1719" y="748"/>
                </a:lnTo>
                <a:lnTo>
                  <a:pt x="1718" y="748"/>
                </a:lnTo>
                <a:lnTo>
                  <a:pt x="1718" y="749"/>
                </a:lnTo>
                <a:lnTo>
                  <a:pt x="1718" y="751"/>
                </a:lnTo>
                <a:lnTo>
                  <a:pt x="1717" y="752"/>
                </a:lnTo>
                <a:lnTo>
                  <a:pt x="1718" y="752"/>
                </a:lnTo>
                <a:lnTo>
                  <a:pt x="1718" y="753"/>
                </a:lnTo>
                <a:lnTo>
                  <a:pt x="1719" y="753"/>
                </a:lnTo>
                <a:lnTo>
                  <a:pt x="1718" y="754"/>
                </a:lnTo>
                <a:lnTo>
                  <a:pt x="1717" y="754"/>
                </a:lnTo>
                <a:lnTo>
                  <a:pt x="1717" y="755"/>
                </a:lnTo>
                <a:lnTo>
                  <a:pt x="1715" y="755"/>
                </a:lnTo>
                <a:lnTo>
                  <a:pt x="1715" y="756"/>
                </a:lnTo>
                <a:lnTo>
                  <a:pt x="1716" y="758"/>
                </a:lnTo>
                <a:lnTo>
                  <a:pt x="1717" y="760"/>
                </a:lnTo>
                <a:lnTo>
                  <a:pt x="1718" y="760"/>
                </a:lnTo>
                <a:lnTo>
                  <a:pt x="1719" y="761"/>
                </a:lnTo>
                <a:lnTo>
                  <a:pt x="1721" y="763"/>
                </a:lnTo>
                <a:lnTo>
                  <a:pt x="1721" y="764"/>
                </a:lnTo>
                <a:lnTo>
                  <a:pt x="1722" y="765"/>
                </a:lnTo>
                <a:lnTo>
                  <a:pt x="1722" y="767"/>
                </a:lnTo>
                <a:lnTo>
                  <a:pt x="1722" y="768"/>
                </a:lnTo>
                <a:lnTo>
                  <a:pt x="1724" y="770"/>
                </a:lnTo>
                <a:lnTo>
                  <a:pt x="1724" y="771"/>
                </a:lnTo>
                <a:lnTo>
                  <a:pt x="1725" y="771"/>
                </a:lnTo>
                <a:lnTo>
                  <a:pt x="1726" y="771"/>
                </a:lnTo>
                <a:lnTo>
                  <a:pt x="1727" y="771"/>
                </a:lnTo>
                <a:lnTo>
                  <a:pt x="1728" y="771"/>
                </a:lnTo>
                <a:lnTo>
                  <a:pt x="1731" y="774"/>
                </a:lnTo>
                <a:lnTo>
                  <a:pt x="1731" y="775"/>
                </a:lnTo>
                <a:lnTo>
                  <a:pt x="1731" y="776"/>
                </a:lnTo>
                <a:lnTo>
                  <a:pt x="1729" y="779"/>
                </a:lnTo>
                <a:lnTo>
                  <a:pt x="1728" y="780"/>
                </a:lnTo>
                <a:lnTo>
                  <a:pt x="1728" y="781"/>
                </a:lnTo>
                <a:lnTo>
                  <a:pt x="1727" y="781"/>
                </a:lnTo>
                <a:lnTo>
                  <a:pt x="1727" y="782"/>
                </a:lnTo>
                <a:lnTo>
                  <a:pt x="1727" y="783"/>
                </a:lnTo>
                <a:lnTo>
                  <a:pt x="1727" y="784"/>
                </a:lnTo>
                <a:lnTo>
                  <a:pt x="1726" y="785"/>
                </a:lnTo>
                <a:lnTo>
                  <a:pt x="1725" y="785"/>
                </a:lnTo>
                <a:lnTo>
                  <a:pt x="1725" y="786"/>
                </a:lnTo>
                <a:lnTo>
                  <a:pt x="1723" y="787"/>
                </a:lnTo>
                <a:lnTo>
                  <a:pt x="1723" y="788"/>
                </a:lnTo>
                <a:lnTo>
                  <a:pt x="1723" y="789"/>
                </a:lnTo>
                <a:lnTo>
                  <a:pt x="1722" y="790"/>
                </a:lnTo>
                <a:lnTo>
                  <a:pt x="1719" y="793"/>
                </a:lnTo>
                <a:lnTo>
                  <a:pt x="1717" y="795"/>
                </a:lnTo>
                <a:lnTo>
                  <a:pt x="1717" y="796"/>
                </a:lnTo>
                <a:lnTo>
                  <a:pt x="1717" y="797"/>
                </a:lnTo>
                <a:lnTo>
                  <a:pt x="1718" y="797"/>
                </a:lnTo>
                <a:lnTo>
                  <a:pt x="1719" y="798"/>
                </a:lnTo>
                <a:lnTo>
                  <a:pt x="1717" y="801"/>
                </a:lnTo>
                <a:lnTo>
                  <a:pt x="1715" y="802"/>
                </a:lnTo>
                <a:lnTo>
                  <a:pt x="1714" y="802"/>
                </a:lnTo>
                <a:lnTo>
                  <a:pt x="1714" y="801"/>
                </a:lnTo>
                <a:lnTo>
                  <a:pt x="1713" y="801"/>
                </a:lnTo>
                <a:lnTo>
                  <a:pt x="1713" y="802"/>
                </a:lnTo>
                <a:lnTo>
                  <a:pt x="1713" y="803"/>
                </a:lnTo>
                <a:lnTo>
                  <a:pt x="1712" y="803"/>
                </a:lnTo>
                <a:lnTo>
                  <a:pt x="1712" y="804"/>
                </a:lnTo>
                <a:lnTo>
                  <a:pt x="1711" y="805"/>
                </a:lnTo>
                <a:lnTo>
                  <a:pt x="1711" y="806"/>
                </a:lnTo>
                <a:lnTo>
                  <a:pt x="1710" y="806"/>
                </a:lnTo>
                <a:lnTo>
                  <a:pt x="1709" y="808"/>
                </a:lnTo>
                <a:lnTo>
                  <a:pt x="1709" y="809"/>
                </a:lnTo>
                <a:lnTo>
                  <a:pt x="1707" y="810"/>
                </a:lnTo>
                <a:lnTo>
                  <a:pt x="1705" y="813"/>
                </a:lnTo>
                <a:lnTo>
                  <a:pt x="1705" y="814"/>
                </a:lnTo>
                <a:lnTo>
                  <a:pt x="1703" y="821"/>
                </a:lnTo>
                <a:lnTo>
                  <a:pt x="1703" y="822"/>
                </a:lnTo>
                <a:lnTo>
                  <a:pt x="1703" y="823"/>
                </a:lnTo>
                <a:lnTo>
                  <a:pt x="1703" y="826"/>
                </a:lnTo>
                <a:lnTo>
                  <a:pt x="1702" y="827"/>
                </a:lnTo>
                <a:lnTo>
                  <a:pt x="1702" y="828"/>
                </a:lnTo>
                <a:lnTo>
                  <a:pt x="1701" y="830"/>
                </a:lnTo>
                <a:lnTo>
                  <a:pt x="1702" y="830"/>
                </a:lnTo>
                <a:lnTo>
                  <a:pt x="1702" y="831"/>
                </a:lnTo>
                <a:lnTo>
                  <a:pt x="1701" y="831"/>
                </a:lnTo>
                <a:lnTo>
                  <a:pt x="1700" y="833"/>
                </a:lnTo>
                <a:lnTo>
                  <a:pt x="1698" y="835"/>
                </a:lnTo>
                <a:lnTo>
                  <a:pt x="1697" y="835"/>
                </a:lnTo>
                <a:lnTo>
                  <a:pt x="1697" y="836"/>
                </a:lnTo>
                <a:lnTo>
                  <a:pt x="1696" y="836"/>
                </a:lnTo>
                <a:lnTo>
                  <a:pt x="1695" y="837"/>
                </a:lnTo>
                <a:lnTo>
                  <a:pt x="1695" y="838"/>
                </a:lnTo>
                <a:lnTo>
                  <a:pt x="1694" y="838"/>
                </a:lnTo>
                <a:lnTo>
                  <a:pt x="1694" y="839"/>
                </a:lnTo>
                <a:lnTo>
                  <a:pt x="1693" y="840"/>
                </a:lnTo>
                <a:lnTo>
                  <a:pt x="1693" y="841"/>
                </a:lnTo>
                <a:lnTo>
                  <a:pt x="1692" y="842"/>
                </a:lnTo>
                <a:lnTo>
                  <a:pt x="1692" y="843"/>
                </a:lnTo>
                <a:lnTo>
                  <a:pt x="1692" y="844"/>
                </a:lnTo>
                <a:lnTo>
                  <a:pt x="1692" y="845"/>
                </a:lnTo>
                <a:lnTo>
                  <a:pt x="1691" y="846"/>
                </a:lnTo>
                <a:lnTo>
                  <a:pt x="1690" y="846"/>
                </a:lnTo>
                <a:lnTo>
                  <a:pt x="1690" y="847"/>
                </a:lnTo>
                <a:lnTo>
                  <a:pt x="1690" y="848"/>
                </a:lnTo>
                <a:lnTo>
                  <a:pt x="1690" y="849"/>
                </a:lnTo>
                <a:lnTo>
                  <a:pt x="1689" y="850"/>
                </a:lnTo>
                <a:lnTo>
                  <a:pt x="1689" y="851"/>
                </a:lnTo>
                <a:lnTo>
                  <a:pt x="1688" y="852"/>
                </a:lnTo>
                <a:lnTo>
                  <a:pt x="1689" y="852"/>
                </a:lnTo>
                <a:lnTo>
                  <a:pt x="1689" y="853"/>
                </a:lnTo>
                <a:lnTo>
                  <a:pt x="1688" y="854"/>
                </a:lnTo>
                <a:lnTo>
                  <a:pt x="1688" y="855"/>
                </a:lnTo>
                <a:lnTo>
                  <a:pt x="1685" y="860"/>
                </a:lnTo>
                <a:lnTo>
                  <a:pt x="1683" y="863"/>
                </a:lnTo>
                <a:lnTo>
                  <a:pt x="1683" y="864"/>
                </a:lnTo>
                <a:lnTo>
                  <a:pt x="1682" y="865"/>
                </a:lnTo>
                <a:lnTo>
                  <a:pt x="1680" y="868"/>
                </a:lnTo>
                <a:lnTo>
                  <a:pt x="1678" y="870"/>
                </a:lnTo>
                <a:lnTo>
                  <a:pt x="1676" y="872"/>
                </a:lnTo>
                <a:lnTo>
                  <a:pt x="1676" y="873"/>
                </a:lnTo>
                <a:lnTo>
                  <a:pt x="1675" y="874"/>
                </a:lnTo>
                <a:lnTo>
                  <a:pt x="1673" y="876"/>
                </a:lnTo>
                <a:lnTo>
                  <a:pt x="1670" y="879"/>
                </a:lnTo>
                <a:lnTo>
                  <a:pt x="1669" y="880"/>
                </a:lnTo>
                <a:lnTo>
                  <a:pt x="1669" y="882"/>
                </a:lnTo>
                <a:lnTo>
                  <a:pt x="1667" y="884"/>
                </a:lnTo>
                <a:lnTo>
                  <a:pt x="1667" y="885"/>
                </a:lnTo>
                <a:lnTo>
                  <a:pt x="1665" y="886"/>
                </a:lnTo>
                <a:lnTo>
                  <a:pt x="1664" y="886"/>
                </a:lnTo>
                <a:lnTo>
                  <a:pt x="1664" y="885"/>
                </a:lnTo>
                <a:lnTo>
                  <a:pt x="1663" y="885"/>
                </a:lnTo>
                <a:lnTo>
                  <a:pt x="1663" y="886"/>
                </a:lnTo>
                <a:lnTo>
                  <a:pt x="1662" y="887"/>
                </a:lnTo>
                <a:lnTo>
                  <a:pt x="1663" y="889"/>
                </a:lnTo>
                <a:lnTo>
                  <a:pt x="1662" y="890"/>
                </a:lnTo>
                <a:lnTo>
                  <a:pt x="1661" y="891"/>
                </a:lnTo>
                <a:lnTo>
                  <a:pt x="1660" y="890"/>
                </a:lnTo>
                <a:lnTo>
                  <a:pt x="1658" y="889"/>
                </a:lnTo>
                <a:lnTo>
                  <a:pt x="1658" y="890"/>
                </a:lnTo>
                <a:lnTo>
                  <a:pt x="1657" y="893"/>
                </a:lnTo>
                <a:lnTo>
                  <a:pt x="1657" y="894"/>
                </a:lnTo>
                <a:lnTo>
                  <a:pt x="1658" y="895"/>
                </a:lnTo>
                <a:lnTo>
                  <a:pt x="1658" y="896"/>
                </a:lnTo>
                <a:lnTo>
                  <a:pt x="1659" y="896"/>
                </a:lnTo>
                <a:lnTo>
                  <a:pt x="1659" y="897"/>
                </a:lnTo>
                <a:lnTo>
                  <a:pt x="1658" y="899"/>
                </a:lnTo>
                <a:lnTo>
                  <a:pt x="1657" y="900"/>
                </a:lnTo>
                <a:lnTo>
                  <a:pt x="1656" y="900"/>
                </a:lnTo>
                <a:lnTo>
                  <a:pt x="1655" y="901"/>
                </a:lnTo>
                <a:lnTo>
                  <a:pt x="1654" y="901"/>
                </a:lnTo>
                <a:lnTo>
                  <a:pt x="1653" y="901"/>
                </a:lnTo>
                <a:lnTo>
                  <a:pt x="1653" y="900"/>
                </a:lnTo>
                <a:lnTo>
                  <a:pt x="1653" y="899"/>
                </a:lnTo>
                <a:lnTo>
                  <a:pt x="1652" y="898"/>
                </a:lnTo>
                <a:lnTo>
                  <a:pt x="1651" y="899"/>
                </a:lnTo>
                <a:lnTo>
                  <a:pt x="1651" y="900"/>
                </a:lnTo>
                <a:lnTo>
                  <a:pt x="1651" y="901"/>
                </a:lnTo>
                <a:lnTo>
                  <a:pt x="1652" y="902"/>
                </a:lnTo>
                <a:lnTo>
                  <a:pt x="1652" y="903"/>
                </a:lnTo>
                <a:lnTo>
                  <a:pt x="1650" y="903"/>
                </a:lnTo>
                <a:lnTo>
                  <a:pt x="1649" y="903"/>
                </a:lnTo>
                <a:lnTo>
                  <a:pt x="1648" y="902"/>
                </a:lnTo>
                <a:lnTo>
                  <a:pt x="1648" y="901"/>
                </a:lnTo>
                <a:lnTo>
                  <a:pt x="1647" y="901"/>
                </a:lnTo>
                <a:lnTo>
                  <a:pt x="1647" y="900"/>
                </a:lnTo>
                <a:lnTo>
                  <a:pt x="1647" y="899"/>
                </a:lnTo>
                <a:lnTo>
                  <a:pt x="1646" y="899"/>
                </a:lnTo>
                <a:lnTo>
                  <a:pt x="1645" y="899"/>
                </a:lnTo>
                <a:lnTo>
                  <a:pt x="1644" y="898"/>
                </a:lnTo>
                <a:lnTo>
                  <a:pt x="1644" y="897"/>
                </a:lnTo>
                <a:lnTo>
                  <a:pt x="1643" y="895"/>
                </a:lnTo>
                <a:lnTo>
                  <a:pt x="1642" y="893"/>
                </a:lnTo>
                <a:lnTo>
                  <a:pt x="1641" y="893"/>
                </a:lnTo>
                <a:lnTo>
                  <a:pt x="1641" y="892"/>
                </a:lnTo>
                <a:lnTo>
                  <a:pt x="1640" y="893"/>
                </a:lnTo>
                <a:lnTo>
                  <a:pt x="1639" y="893"/>
                </a:lnTo>
                <a:lnTo>
                  <a:pt x="1638" y="894"/>
                </a:lnTo>
                <a:lnTo>
                  <a:pt x="1637" y="895"/>
                </a:lnTo>
                <a:lnTo>
                  <a:pt x="1637" y="896"/>
                </a:lnTo>
                <a:lnTo>
                  <a:pt x="1636" y="897"/>
                </a:lnTo>
                <a:lnTo>
                  <a:pt x="1636" y="898"/>
                </a:lnTo>
                <a:lnTo>
                  <a:pt x="1637" y="898"/>
                </a:lnTo>
                <a:lnTo>
                  <a:pt x="1637" y="899"/>
                </a:lnTo>
                <a:lnTo>
                  <a:pt x="1635" y="902"/>
                </a:lnTo>
                <a:lnTo>
                  <a:pt x="1635" y="903"/>
                </a:lnTo>
                <a:lnTo>
                  <a:pt x="1633" y="902"/>
                </a:lnTo>
                <a:lnTo>
                  <a:pt x="1632" y="902"/>
                </a:lnTo>
                <a:lnTo>
                  <a:pt x="1632" y="903"/>
                </a:lnTo>
                <a:lnTo>
                  <a:pt x="1631" y="903"/>
                </a:lnTo>
                <a:lnTo>
                  <a:pt x="1629" y="905"/>
                </a:lnTo>
                <a:lnTo>
                  <a:pt x="1628" y="905"/>
                </a:lnTo>
                <a:lnTo>
                  <a:pt x="1628" y="904"/>
                </a:lnTo>
                <a:lnTo>
                  <a:pt x="1627" y="904"/>
                </a:lnTo>
                <a:lnTo>
                  <a:pt x="1626" y="904"/>
                </a:lnTo>
                <a:lnTo>
                  <a:pt x="1625" y="904"/>
                </a:lnTo>
                <a:lnTo>
                  <a:pt x="1625" y="903"/>
                </a:lnTo>
                <a:lnTo>
                  <a:pt x="1623" y="904"/>
                </a:lnTo>
                <a:lnTo>
                  <a:pt x="1620" y="905"/>
                </a:lnTo>
                <a:lnTo>
                  <a:pt x="1620" y="904"/>
                </a:lnTo>
                <a:lnTo>
                  <a:pt x="1619" y="903"/>
                </a:lnTo>
                <a:lnTo>
                  <a:pt x="1618" y="902"/>
                </a:lnTo>
                <a:lnTo>
                  <a:pt x="1618" y="901"/>
                </a:lnTo>
                <a:lnTo>
                  <a:pt x="1617" y="900"/>
                </a:lnTo>
                <a:lnTo>
                  <a:pt x="1616" y="900"/>
                </a:lnTo>
                <a:lnTo>
                  <a:pt x="1615" y="902"/>
                </a:lnTo>
                <a:lnTo>
                  <a:pt x="1614" y="904"/>
                </a:lnTo>
                <a:lnTo>
                  <a:pt x="1613" y="904"/>
                </a:lnTo>
                <a:lnTo>
                  <a:pt x="1612" y="904"/>
                </a:lnTo>
                <a:lnTo>
                  <a:pt x="1611" y="904"/>
                </a:lnTo>
                <a:lnTo>
                  <a:pt x="1611" y="905"/>
                </a:lnTo>
                <a:lnTo>
                  <a:pt x="1609" y="906"/>
                </a:lnTo>
                <a:lnTo>
                  <a:pt x="1608" y="907"/>
                </a:lnTo>
                <a:lnTo>
                  <a:pt x="1607" y="907"/>
                </a:lnTo>
                <a:lnTo>
                  <a:pt x="1605" y="908"/>
                </a:lnTo>
                <a:lnTo>
                  <a:pt x="1604" y="908"/>
                </a:lnTo>
                <a:lnTo>
                  <a:pt x="1604" y="907"/>
                </a:lnTo>
                <a:lnTo>
                  <a:pt x="1601" y="907"/>
                </a:lnTo>
                <a:lnTo>
                  <a:pt x="1600" y="906"/>
                </a:lnTo>
                <a:lnTo>
                  <a:pt x="1599" y="906"/>
                </a:lnTo>
                <a:lnTo>
                  <a:pt x="1599" y="905"/>
                </a:lnTo>
                <a:lnTo>
                  <a:pt x="1598" y="905"/>
                </a:lnTo>
                <a:lnTo>
                  <a:pt x="1597" y="905"/>
                </a:lnTo>
                <a:lnTo>
                  <a:pt x="1597" y="904"/>
                </a:lnTo>
                <a:lnTo>
                  <a:pt x="1596" y="904"/>
                </a:lnTo>
                <a:lnTo>
                  <a:pt x="1596" y="903"/>
                </a:lnTo>
                <a:lnTo>
                  <a:pt x="1596" y="902"/>
                </a:lnTo>
                <a:lnTo>
                  <a:pt x="1596" y="901"/>
                </a:lnTo>
                <a:lnTo>
                  <a:pt x="1597" y="900"/>
                </a:lnTo>
                <a:lnTo>
                  <a:pt x="1597" y="899"/>
                </a:lnTo>
                <a:lnTo>
                  <a:pt x="1596" y="899"/>
                </a:lnTo>
                <a:lnTo>
                  <a:pt x="1594" y="897"/>
                </a:lnTo>
                <a:lnTo>
                  <a:pt x="1593" y="897"/>
                </a:lnTo>
                <a:lnTo>
                  <a:pt x="1592" y="897"/>
                </a:lnTo>
                <a:lnTo>
                  <a:pt x="1592" y="896"/>
                </a:lnTo>
                <a:lnTo>
                  <a:pt x="1591" y="894"/>
                </a:lnTo>
                <a:lnTo>
                  <a:pt x="1592" y="893"/>
                </a:lnTo>
                <a:lnTo>
                  <a:pt x="1592" y="892"/>
                </a:lnTo>
                <a:lnTo>
                  <a:pt x="1592" y="891"/>
                </a:lnTo>
                <a:lnTo>
                  <a:pt x="1592" y="888"/>
                </a:lnTo>
                <a:lnTo>
                  <a:pt x="1592" y="887"/>
                </a:lnTo>
                <a:lnTo>
                  <a:pt x="1590" y="887"/>
                </a:lnTo>
                <a:lnTo>
                  <a:pt x="1590" y="886"/>
                </a:lnTo>
                <a:lnTo>
                  <a:pt x="1590" y="885"/>
                </a:lnTo>
                <a:lnTo>
                  <a:pt x="1589" y="885"/>
                </a:lnTo>
                <a:lnTo>
                  <a:pt x="1588" y="886"/>
                </a:lnTo>
                <a:lnTo>
                  <a:pt x="1587" y="886"/>
                </a:lnTo>
                <a:lnTo>
                  <a:pt x="1586" y="885"/>
                </a:lnTo>
                <a:lnTo>
                  <a:pt x="1587" y="885"/>
                </a:lnTo>
                <a:lnTo>
                  <a:pt x="1587" y="884"/>
                </a:lnTo>
                <a:lnTo>
                  <a:pt x="1587" y="881"/>
                </a:lnTo>
                <a:lnTo>
                  <a:pt x="1588" y="879"/>
                </a:lnTo>
                <a:lnTo>
                  <a:pt x="1587" y="878"/>
                </a:lnTo>
                <a:lnTo>
                  <a:pt x="1586" y="878"/>
                </a:lnTo>
                <a:lnTo>
                  <a:pt x="1585" y="878"/>
                </a:lnTo>
                <a:lnTo>
                  <a:pt x="1585" y="877"/>
                </a:lnTo>
                <a:lnTo>
                  <a:pt x="1584" y="876"/>
                </a:lnTo>
                <a:lnTo>
                  <a:pt x="1583" y="875"/>
                </a:lnTo>
                <a:lnTo>
                  <a:pt x="1582" y="875"/>
                </a:lnTo>
                <a:lnTo>
                  <a:pt x="1581" y="875"/>
                </a:lnTo>
                <a:lnTo>
                  <a:pt x="1581" y="874"/>
                </a:lnTo>
                <a:lnTo>
                  <a:pt x="1580" y="874"/>
                </a:lnTo>
                <a:lnTo>
                  <a:pt x="1581" y="874"/>
                </a:lnTo>
                <a:lnTo>
                  <a:pt x="1581" y="873"/>
                </a:lnTo>
                <a:lnTo>
                  <a:pt x="1582" y="872"/>
                </a:lnTo>
                <a:lnTo>
                  <a:pt x="1580" y="871"/>
                </a:lnTo>
                <a:lnTo>
                  <a:pt x="1579" y="870"/>
                </a:lnTo>
                <a:lnTo>
                  <a:pt x="1578" y="870"/>
                </a:lnTo>
                <a:lnTo>
                  <a:pt x="1578" y="869"/>
                </a:lnTo>
                <a:lnTo>
                  <a:pt x="1578" y="868"/>
                </a:lnTo>
                <a:lnTo>
                  <a:pt x="1579" y="867"/>
                </a:lnTo>
                <a:lnTo>
                  <a:pt x="1579" y="866"/>
                </a:lnTo>
                <a:lnTo>
                  <a:pt x="1579" y="865"/>
                </a:lnTo>
                <a:lnTo>
                  <a:pt x="1578" y="865"/>
                </a:lnTo>
                <a:lnTo>
                  <a:pt x="1578" y="864"/>
                </a:lnTo>
                <a:lnTo>
                  <a:pt x="1577" y="864"/>
                </a:lnTo>
                <a:lnTo>
                  <a:pt x="1576" y="864"/>
                </a:lnTo>
                <a:lnTo>
                  <a:pt x="1575" y="864"/>
                </a:lnTo>
                <a:lnTo>
                  <a:pt x="1575" y="863"/>
                </a:lnTo>
                <a:lnTo>
                  <a:pt x="1576" y="863"/>
                </a:lnTo>
                <a:lnTo>
                  <a:pt x="1578" y="861"/>
                </a:lnTo>
                <a:lnTo>
                  <a:pt x="1580" y="860"/>
                </a:lnTo>
                <a:lnTo>
                  <a:pt x="1581" y="860"/>
                </a:lnTo>
                <a:lnTo>
                  <a:pt x="1580" y="858"/>
                </a:lnTo>
                <a:lnTo>
                  <a:pt x="1580" y="857"/>
                </a:lnTo>
                <a:lnTo>
                  <a:pt x="1580" y="856"/>
                </a:lnTo>
                <a:lnTo>
                  <a:pt x="1579" y="856"/>
                </a:lnTo>
                <a:lnTo>
                  <a:pt x="1578" y="856"/>
                </a:lnTo>
                <a:lnTo>
                  <a:pt x="1578" y="855"/>
                </a:lnTo>
                <a:lnTo>
                  <a:pt x="1578" y="853"/>
                </a:lnTo>
                <a:lnTo>
                  <a:pt x="1577" y="853"/>
                </a:lnTo>
                <a:lnTo>
                  <a:pt x="1577" y="852"/>
                </a:lnTo>
                <a:lnTo>
                  <a:pt x="1576" y="851"/>
                </a:lnTo>
                <a:lnTo>
                  <a:pt x="1575" y="851"/>
                </a:lnTo>
                <a:lnTo>
                  <a:pt x="1574" y="851"/>
                </a:lnTo>
                <a:lnTo>
                  <a:pt x="1573" y="851"/>
                </a:lnTo>
                <a:lnTo>
                  <a:pt x="1572" y="851"/>
                </a:lnTo>
                <a:lnTo>
                  <a:pt x="1572" y="850"/>
                </a:lnTo>
                <a:lnTo>
                  <a:pt x="1571" y="849"/>
                </a:lnTo>
                <a:lnTo>
                  <a:pt x="1570" y="849"/>
                </a:lnTo>
                <a:lnTo>
                  <a:pt x="1569" y="848"/>
                </a:lnTo>
                <a:lnTo>
                  <a:pt x="1568" y="848"/>
                </a:lnTo>
                <a:lnTo>
                  <a:pt x="1568" y="847"/>
                </a:lnTo>
                <a:lnTo>
                  <a:pt x="1567" y="847"/>
                </a:lnTo>
                <a:lnTo>
                  <a:pt x="1567" y="846"/>
                </a:lnTo>
                <a:lnTo>
                  <a:pt x="1566" y="846"/>
                </a:lnTo>
                <a:lnTo>
                  <a:pt x="1565" y="846"/>
                </a:lnTo>
                <a:lnTo>
                  <a:pt x="1564" y="847"/>
                </a:lnTo>
                <a:lnTo>
                  <a:pt x="1564" y="848"/>
                </a:lnTo>
                <a:lnTo>
                  <a:pt x="1564" y="850"/>
                </a:lnTo>
                <a:lnTo>
                  <a:pt x="1563" y="850"/>
                </a:lnTo>
                <a:lnTo>
                  <a:pt x="1562" y="850"/>
                </a:lnTo>
                <a:lnTo>
                  <a:pt x="1561" y="849"/>
                </a:lnTo>
                <a:lnTo>
                  <a:pt x="1560" y="849"/>
                </a:lnTo>
                <a:lnTo>
                  <a:pt x="1560" y="850"/>
                </a:lnTo>
                <a:lnTo>
                  <a:pt x="1559" y="850"/>
                </a:lnTo>
                <a:lnTo>
                  <a:pt x="1558" y="850"/>
                </a:lnTo>
                <a:lnTo>
                  <a:pt x="1558" y="851"/>
                </a:lnTo>
                <a:lnTo>
                  <a:pt x="1558" y="852"/>
                </a:lnTo>
                <a:lnTo>
                  <a:pt x="1556" y="852"/>
                </a:lnTo>
                <a:lnTo>
                  <a:pt x="1556" y="851"/>
                </a:lnTo>
                <a:lnTo>
                  <a:pt x="1555" y="850"/>
                </a:lnTo>
                <a:lnTo>
                  <a:pt x="1552" y="849"/>
                </a:lnTo>
                <a:lnTo>
                  <a:pt x="1551" y="849"/>
                </a:lnTo>
                <a:lnTo>
                  <a:pt x="1551" y="850"/>
                </a:lnTo>
                <a:lnTo>
                  <a:pt x="1550" y="850"/>
                </a:lnTo>
                <a:lnTo>
                  <a:pt x="1549" y="849"/>
                </a:lnTo>
                <a:lnTo>
                  <a:pt x="1548" y="849"/>
                </a:lnTo>
                <a:lnTo>
                  <a:pt x="1548" y="850"/>
                </a:lnTo>
                <a:lnTo>
                  <a:pt x="1547" y="850"/>
                </a:lnTo>
                <a:lnTo>
                  <a:pt x="1547" y="849"/>
                </a:lnTo>
                <a:lnTo>
                  <a:pt x="1548" y="849"/>
                </a:lnTo>
                <a:lnTo>
                  <a:pt x="1547" y="848"/>
                </a:lnTo>
                <a:lnTo>
                  <a:pt x="1546" y="848"/>
                </a:lnTo>
                <a:lnTo>
                  <a:pt x="1545" y="848"/>
                </a:lnTo>
                <a:lnTo>
                  <a:pt x="1545" y="849"/>
                </a:lnTo>
                <a:lnTo>
                  <a:pt x="1546" y="850"/>
                </a:lnTo>
                <a:lnTo>
                  <a:pt x="1546" y="851"/>
                </a:lnTo>
                <a:lnTo>
                  <a:pt x="1547" y="851"/>
                </a:lnTo>
                <a:lnTo>
                  <a:pt x="1546" y="852"/>
                </a:lnTo>
                <a:lnTo>
                  <a:pt x="1545" y="852"/>
                </a:lnTo>
                <a:lnTo>
                  <a:pt x="1545" y="851"/>
                </a:lnTo>
                <a:lnTo>
                  <a:pt x="1544" y="851"/>
                </a:lnTo>
                <a:lnTo>
                  <a:pt x="1544" y="852"/>
                </a:lnTo>
                <a:lnTo>
                  <a:pt x="1544" y="853"/>
                </a:lnTo>
                <a:lnTo>
                  <a:pt x="1545" y="854"/>
                </a:lnTo>
                <a:lnTo>
                  <a:pt x="1545" y="855"/>
                </a:lnTo>
                <a:lnTo>
                  <a:pt x="1544" y="855"/>
                </a:lnTo>
                <a:lnTo>
                  <a:pt x="1543" y="855"/>
                </a:lnTo>
                <a:lnTo>
                  <a:pt x="1542" y="855"/>
                </a:lnTo>
                <a:lnTo>
                  <a:pt x="1542" y="854"/>
                </a:lnTo>
                <a:lnTo>
                  <a:pt x="1541" y="854"/>
                </a:lnTo>
                <a:lnTo>
                  <a:pt x="1540" y="855"/>
                </a:lnTo>
                <a:lnTo>
                  <a:pt x="1541" y="856"/>
                </a:lnTo>
                <a:lnTo>
                  <a:pt x="1542" y="857"/>
                </a:lnTo>
                <a:lnTo>
                  <a:pt x="1543" y="858"/>
                </a:lnTo>
                <a:lnTo>
                  <a:pt x="1544" y="858"/>
                </a:lnTo>
                <a:lnTo>
                  <a:pt x="1544" y="859"/>
                </a:lnTo>
                <a:lnTo>
                  <a:pt x="1543" y="860"/>
                </a:lnTo>
                <a:lnTo>
                  <a:pt x="1541" y="862"/>
                </a:lnTo>
                <a:lnTo>
                  <a:pt x="1539" y="862"/>
                </a:lnTo>
                <a:lnTo>
                  <a:pt x="1539" y="861"/>
                </a:lnTo>
                <a:lnTo>
                  <a:pt x="1538" y="861"/>
                </a:lnTo>
                <a:lnTo>
                  <a:pt x="1538" y="860"/>
                </a:lnTo>
                <a:lnTo>
                  <a:pt x="1537" y="859"/>
                </a:lnTo>
                <a:lnTo>
                  <a:pt x="1536" y="859"/>
                </a:lnTo>
                <a:lnTo>
                  <a:pt x="1536" y="860"/>
                </a:lnTo>
                <a:lnTo>
                  <a:pt x="1537" y="861"/>
                </a:lnTo>
                <a:lnTo>
                  <a:pt x="1537" y="862"/>
                </a:lnTo>
                <a:lnTo>
                  <a:pt x="1536" y="862"/>
                </a:lnTo>
                <a:lnTo>
                  <a:pt x="1535" y="861"/>
                </a:lnTo>
                <a:lnTo>
                  <a:pt x="1534" y="861"/>
                </a:lnTo>
                <a:lnTo>
                  <a:pt x="1533" y="861"/>
                </a:lnTo>
                <a:lnTo>
                  <a:pt x="1533" y="862"/>
                </a:lnTo>
                <a:lnTo>
                  <a:pt x="1531" y="862"/>
                </a:lnTo>
                <a:lnTo>
                  <a:pt x="1529" y="862"/>
                </a:lnTo>
                <a:lnTo>
                  <a:pt x="1528" y="863"/>
                </a:lnTo>
                <a:lnTo>
                  <a:pt x="1528" y="864"/>
                </a:lnTo>
                <a:lnTo>
                  <a:pt x="1527" y="865"/>
                </a:lnTo>
                <a:lnTo>
                  <a:pt x="1526" y="865"/>
                </a:lnTo>
                <a:lnTo>
                  <a:pt x="1525" y="865"/>
                </a:lnTo>
                <a:lnTo>
                  <a:pt x="1524" y="863"/>
                </a:lnTo>
                <a:lnTo>
                  <a:pt x="1523" y="863"/>
                </a:lnTo>
                <a:lnTo>
                  <a:pt x="1522" y="863"/>
                </a:lnTo>
                <a:lnTo>
                  <a:pt x="1521" y="863"/>
                </a:lnTo>
                <a:lnTo>
                  <a:pt x="1522" y="864"/>
                </a:lnTo>
                <a:lnTo>
                  <a:pt x="1522" y="865"/>
                </a:lnTo>
                <a:lnTo>
                  <a:pt x="1522" y="866"/>
                </a:lnTo>
                <a:lnTo>
                  <a:pt x="1521" y="866"/>
                </a:lnTo>
                <a:lnTo>
                  <a:pt x="1520" y="867"/>
                </a:lnTo>
                <a:lnTo>
                  <a:pt x="1520" y="868"/>
                </a:lnTo>
                <a:lnTo>
                  <a:pt x="1520" y="869"/>
                </a:lnTo>
                <a:lnTo>
                  <a:pt x="1520" y="870"/>
                </a:lnTo>
                <a:lnTo>
                  <a:pt x="1519" y="871"/>
                </a:lnTo>
                <a:lnTo>
                  <a:pt x="1518" y="872"/>
                </a:lnTo>
                <a:lnTo>
                  <a:pt x="1517" y="872"/>
                </a:lnTo>
                <a:lnTo>
                  <a:pt x="1517" y="870"/>
                </a:lnTo>
                <a:lnTo>
                  <a:pt x="1518" y="870"/>
                </a:lnTo>
                <a:lnTo>
                  <a:pt x="1518" y="869"/>
                </a:lnTo>
                <a:lnTo>
                  <a:pt x="1517" y="869"/>
                </a:lnTo>
                <a:lnTo>
                  <a:pt x="1515" y="868"/>
                </a:lnTo>
                <a:lnTo>
                  <a:pt x="1514" y="868"/>
                </a:lnTo>
                <a:lnTo>
                  <a:pt x="1515" y="869"/>
                </a:lnTo>
                <a:lnTo>
                  <a:pt x="1516" y="869"/>
                </a:lnTo>
                <a:lnTo>
                  <a:pt x="1516" y="870"/>
                </a:lnTo>
                <a:lnTo>
                  <a:pt x="1516" y="874"/>
                </a:lnTo>
                <a:lnTo>
                  <a:pt x="1515" y="874"/>
                </a:lnTo>
                <a:lnTo>
                  <a:pt x="1515" y="873"/>
                </a:lnTo>
                <a:lnTo>
                  <a:pt x="1515" y="872"/>
                </a:lnTo>
                <a:lnTo>
                  <a:pt x="1515" y="871"/>
                </a:lnTo>
                <a:lnTo>
                  <a:pt x="1514" y="871"/>
                </a:lnTo>
                <a:lnTo>
                  <a:pt x="1514" y="872"/>
                </a:lnTo>
                <a:lnTo>
                  <a:pt x="1514" y="871"/>
                </a:lnTo>
                <a:lnTo>
                  <a:pt x="1513" y="871"/>
                </a:lnTo>
                <a:lnTo>
                  <a:pt x="1512" y="871"/>
                </a:lnTo>
                <a:lnTo>
                  <a:pt x="1512" y="872"/>
                </a:lnTo>
                <a:lnTo>
                  <a:pt x="1512" y="873"/>
                </a:lnTo>
                <a:lnTo>
                  <a:pt x="1513" y="873"/>
                </a:lnTo>
                <a:lnTo>
                  <a:pt x="1512" y="875"/>
                </a:lnTo>
                <a:lnTo>
                  <a:pt x="1511" y="875"/>
                </a:lnTo>
                <a:lnTo>
                  <a:pt x="1510" y="874"/>
                </a:lnTo>
                <a:lnTo>
                  <a:pt x="1510" y="873"/>
                </a:lnTo>
                <a:lnTo>
                  <a:pt x="1510" y="872"/>
                </a:lnTo>
                <a:lnTo>
                  <a:pt x="1511" y="871"/>
                </a:lnTo>
                <a:lnTo>
                  <a:pt x="1511" y="870"/>
                </a:lnTo>
                <a:lnTo>
                  <a:pt x="1510" y="869"/>
                </a:lnTo>
                <a:lnTo>
                  <a:pt x="1509" y="868"/>
                </a:lnTo>
                <a:lnTo>
                  <a:pt x="1508" y="869"/>
                </a:lnTo>
                <a:lnTo>
                  <a:pt x="1507" y="869"/>
                </a:lnTo>
                <a:lnTo>
                  <a:pt x="1507" y="870"/>
                </a:lnTo>
                <a:lnTo>
                  <a:pt x="1506" y="870"/>
                </a:lnTo>
                <a:lnTo>
                  <a:pt x="1505" y="870"/>
                </a:lnTo>
                <a:lnTo>
                  <a:pt x="1504" y="870"/>
                </a:lnTo>
                <a:lnTo>
                  <a:pt x="1503" y="868"/>
                </a:lnTo>
                <a:lnTo>
                  <a:pt x="1502" y="868"/>
                </a:lnTo>
                <a:lnTo>
                  <a:pt x="1503" y="867"/>
                </a:lnTo>
                <a:lnTo>
                  <a:pt x="1504" y="865"/>
                </a:lnTo>
                <a:lnTo>
                  <a:pt x="1504" y="864"/>
                </a:lnTo>
                <a:lnTo>
                  <a:pt x="1502" y="864"/>
                </a:lnTo>
                <a:lnTo>
                  <a:pt x="1500" y="865"/>
                </a:lnTo>
                <a:lnTo>
                  <a:pt x="1501" y="863"/>
                </a:lnTo>
                <a:lnTo>
                  <a:pt x="1500" y="863"/>
                </a:lnTo>
                <a:lnTo>
                  <a:pt x="1499" y="861"/>
                </a:lnTo>
                <a:lnTo>
                  <a:pt x="1499" y="860"/>
                </a:lnTo>
                <a:lnTo>
                  <a:pt x="1499" y="859"/>
                </a:lnTo>
                <a:lnTo>
                  <a:pt x="1500" y="859"/>
                </a:lnTo>
                <a:lnTo>
                  <a:pt x="1500" y="858"/>
                </a:lnTo>
                <a:lnTo>
                  <a:pt x="1500" y="856"/>
                </a:lnTo>
                <a:lnTo>
                  <a:pt x="1499" y="856"/>
                </a:lnTo>
                <a:lnTo>
                  <a:pt x="1500" y="855"/>
                </a:lnTo>
                <a:lnTo>
                  <a:pt x="1500" y="854"/>
                </a:lnTo>
                <a:lnTo>
                  <a:pt x="1499" y="852"/>
                </a:lnTo>
                <a:lnTo>
                  <a:pt x="1499" y="851"/>
                </a:lnTo>
                <a:lnTo>
                  <a:pt x="1498" y="850"/>
                </a:lnTo>
                <a:lnTo>
                  <a:pt x="1498" y="849"/>
                </a:lnTo>
                <a:lnTo>
                  <a:pt x="1497" y="849"/>
                </a:lnTo>
                <a:lnTo>
                  <a:pt x="1497" y="848"/>
                </a:lnTo>
                <a:lnTo>
                  <a:pt x="1496" y="848"/>
                </a:lnTo>
                <a:lnTo>
                  <a:pt x="1494" y="848"/>
                </a:lnTo>
                <a:lnTo>
                  <a:pt x="1493" y="847"/>
                </a:lnTo>
                <a:lnTo>
                  <a:pt x="1492" y="848"/>
                </a:lnTo>
                <a:lnTo>
                  <a:pt x="1492" y="847"/>
                </a:lnTo>
                <a:lnTo>
                  <a:pt x="1492" y="846"/>
                </a:lnTo>
                <a:lnTo>
                  <a:pt x="1492" y="845"/>
                </a:lnTo>
                <a:lnTo>
                  <a:pt x="1490" y="845"/>
                </a:lnTo>
                <a:lnTo>
                  <a:pt x="1490" y="846"/>
                </a:lnTo>
                <a:lnTo>
                  <a:pt x="1491" y="846"/>
                </a:lnTo>
                <a:lnTo>
                  <a:pt x="1491" y="847"/>
                </a:lnTo>
                <a:lnTo>
                  <a:pt x="1491" y="848"/>
                </a:lnTo>
                <a:lnTo>
                  <a:pt x="1492" y="848"/>
                </a:lnTo>
                <a:lnTo>
                  <a:pt x="1492" y="849"/>
                </a:lnTo>
                <a:lnTo>
                  <a:pt x="1492" y="850"/>
                </a:lnTo>
                <a:lnTo>
                  <a:pt x="1491" y="850"/>
                </a:lnTo>
                <a:lnTo>
                  <a:pt x="1490" y="849"/>
                </a:lnTo>
                <a:lnTo>
                  <a:pt x="1490" y="848"/>
                </a:lnTo>
                <a:lnTo>
                  <a:pt x="1490" y="847"/>
                </a:lnTo>
                <a:lnTo>
                  <a:pt x="1490" y="848"/>
                </a:lnTo>
                <a:lnTo>
                  <a:pt x="1489" y="847"/>
                </a:lnTo>
                <a:lnTo>
                  <a:pt x="1488" y="847"/>
                </a:lnTo>
                <a:lnTo>
                  <a:pt x="1488" y="848"/>
                </a:lnTo>
                <a:lnTo>
                  <a:pt x="1487" y="848"/>
                </a:lnTo>
                <a:lnTo>
                  <a:pt x="1488" y="848"/>
                </a:lnTo>
                <a:lnTo>
                  <a:pt x="1487" y="848"/>
                </a:lnTo>
                <a:lnTo>
                  <a:pt x="1486" y="847"/>
                </a:lnTo>
                <a:lnTo>
                  <a:pt x="1487" y="847"/>
                </a:lnTo>
                <a:lnTo>
                  <a:pt x="1487" y="846"/>
                </a:lnTo>
                <a:lnTo>
                  <a:pt x="1486" y="846"/>
                </a:lnTo>
                <a:lnTo>
                  <a:pt x="1484" y="845"/>
                </a:lnTo>
                <a:lnTo>
                  <a:pt x="1485" y="844"/>
                </a:lnTo>
                <a:lnTo>
                  <a:pt x="1485" y="843"/>
                </a:lnTo>
                <a:lnTo>
                  <a:pt x="1484" y="841"/>
                </a:lnTo>
                <a:lnTo>
                  <a:pt x="1483" y="841"/>
                </a:lnTo>
                <a:lnTo>
                  <a:pt x="1482" y="841"/>
                </a:lnTo>
                <a:lnTo>
                  <a:pt x="1482" y="842"/>
                </a:lnTo>
                <a:lnTo>
                  <a:pt x="1482" y="843"/>
                </a:lnTo>
                <a:lnTo>
                  <a:pt x="1481" y="842"/>
                </a:lnTo>
                <a:lnTo>
                  <a:pt x="1480" y="842"/>
                </a:lnTo>
                <a:lnTo>
                  <a:pt x="1479" y="842"/>
                </a:lnTo>
                <a:lnTo>
                  <a:pt x="1478" y="841"/>
                </a:lnTo>
                <a:lnTo>
                  <a:pt x="1477" y="840"/>
                </a:lnTo>
                <a:lnTo>
                  <a:pt x="1476" y="839"/>
                </a:lnTo>
                <a:lnTo>
                  <a:pt x="1475" y="838"/>
                </a:lnTo>
                <a:lnTo>
                  <a:pt x="1474" y="837"/>
                </a:lnTo>
                <a:lnTo>
                  <a:pt x="1473" y="836"/>
                </a:lnTo>
                <a:lnTo>
                  <a:pt x="1470" y="835"/>
                </a:lnTo>
                <a:lnTo>
                  <a:pt x="1469" y="835"/>
                </a:lnTo>
                <a:lnTo>
                  <a:pt x="1469" y="836"/>
                </a:lnTo>
                <a:lnTo>
                  <a:pt x="1468" y="836"/>
                </a:lnTo>
                <a:lnTo>
                  <a:pt x="1468" y="837"/>
                </a:lnTo>
                <a:lnTo>
                  <a:pt x="1467" y="837"/>
                </a:lnTo>
                <a:lnTo>
                  <a:pt x="1467" y="836"/>
                </a:lnTo>
                <a:lnTo>
                  <a:pt x="1466" y="836"/>
                </a:lnTo>
                <a:lnTo>
                  <a:pt x="1466" y="835"/>
                </a:lnTo>
                <a:lnTo>
                  <a:pt x="1467" y="835"/>
                </a:lnTo>
                <a:lnTo>
                  <a:pt x="1467" y="834"/>
                </a:lnTo>
                <a:lnTo>
                  <a:pt x="1467" y="835"/>
                </a:lnTo>
                <a:lnTo>
                  <a:pt x="1466" y="835"/>
                </a:lnTo>
                <a:lnTo>
                  <a:pt x="1465" y="835"/>
                </a:lnTo>
                <a:lnTo>
                  <a:pt x="1465" y="836"/>
                </a:lnTo>
                <a:lnTo>
                  <a:pt x="1464" y="836"/>
                </a:lnTo>
                <a:lnTo>
                  <a:pt x="1463" y="835"/>
                </a:lnTo>
                <a:lnTo>
                  <a:pt x="1461" y="835"/>
                </a:lnTo>
                <a:lnTo>
                  <a:pt x="1460" y="835"/>
                </a:lnTo>
                <a:lnTo>
                  <a:pt x="1460" y="836"/>
                </a:lnTo>
                <a:lnTo>
                  <a:pt x="1459" y="836"/>
                </a:lnTo>
                <a:lnTo>
                  <a:pt x="1459" y="835"/>
                </a:lnTo>
                <a:lnTo>
                  <a:pt x="1458" y="835"/>
                </a:lnTo>
                <a:lnTo>
                  <a:pt x="1457" y="833"/>
                </a:lnTo>
                <a:lnTo>
                  <a:pt x="1456" y="833"/>
                </a:lnTo>
                <a:lnTo>
                  <a:pt x="1455" y="832"/>
                </a:lnTo>
                <a:lnTo>
                  <a:pt x="1454" y="831"/>
                </a:lnTo>
                <a:lnTo>
                  <a:pt x="1453" y="832"/>
                </a:lnTo>
                <a:lnTo>
                  <a:pt x="1452" y="833"/>
                </a:lnTo>
                <a:lnTo>
                  <a:pt x="1451" y="833"/>
                </a:lnTo>
                <a:lnTo>
                  <a:pt x="1451" y="832"/>
                </a:lnTo>
                <a:lnTo>
                  <a:pt x="1451" y="831"/>
                </a:lnTo>
                <a:lnTo>
                  <a:pt x="1452" y="831"/>
                </a:lnTo>
                <a:lnTo>
                  <a:pt x="1452" y="830"/>
                </a:lnTo>
                <a:lnTo>
                  <a:pt x="1452" y="829"/>
                </a:lnTo>
                <a:lnTo>
                  <a:pt x="1451" y="829"/>
                </a:lnTo>
                <a:lnTo>
                  <a:pt x="1451" y="830"/>
                </a:lnTo>
                <a:lnTo>
                  <a:pt x="1450" y="829"/>
                </a:lnTo>
                <a:lnTo>
                  <a:pt x="1450" y="828"/>
                </a:lnTo>
                <a:lnTo>
                  <a:pt x="1449" y="828"/>
                </a:lnTo>
                <a:lnTo>
                  <a:pt x="1449" y="829"/>
                </a:lnTo>
                <a:lnTo>
                  <a:pt x="1448" y="829"/>
                </a:lnTo>
                <a:lnTo>
                  <a:pt x="1449" y="830"/>
                </a:lnTo>
                <a:lnTo>
                  <a:pt x="1449" y="832"/>
                </a:lnTo>
                <a:lnTo>
                  <a:pt x="1448" y="833"/>
                </a:lnTo>
                <a:lnTo>
                  <a:pt x="1447" y="833"/>
                </a:lnTo>
                <a:lnTo>
                  <a:pt x="1446" y="832"/>
                </a:lnTo>
                <a:lnTo>
                  <a:pt x="1446" y="831"/>
                </a:lnTo>
                <a:lnTo>
                  <a:pt x="1446" y="830"/>
                </a:lnTo>
                <a:lnTo>
                  <a:pt x="1446" y="829"/>
                </a:lnTo>
                <a:lnTo>
                  <a:pt x="1445" y="828"/>
                </a:lnTo>
                <a:lnTo>
                  <a:pt x="1444" y="828"/>
                </a:lnTo>
                <a:lnTo>
                  <a:pt x="1444" y="830"/>
                </a:lnTo>
                <a:lnTo>
                  <a:pt x="1443" y="831"/>
                </a:lnTo>
                <a:lnTo>
                  <a:pt x="1442" y="832"/>
                </a:lnTo>
                <a:lnTo>
                  <a:pt x="1441" y="832"/>
                </a:lnTo>
                <a:lnTo>
                  <a:pt x="1441" y="831"/>
                </a:lnTo>
                <a:lnTo>
                  <a:pt x="1440" y="831"/>
                </a:lnTo>
                <a:lnTo>
                  <a:pt x="1440" y="830"/>
                </a:lnTo>
                <a:lnTo>
                  <a:pt x="1440" y="829"/>
                </a:lnTo>
                <a:lnTo>
                  <a:pt x="1441" y="828"/>
                </a:lnTo>
                <a:lnTo>
                  <a:pt x="1441" y="827"/>
                </a:lnTo>
                <a:lnTo>
                  <a:pt x="1440" y="826"/>
                </a:lnTo>
                <a:lnTo>
                  <a:pt x="1439" y="825"/>
                </a:lnTo>
                <a:lnTo>
                  <a:pt x="1439" y="824"/>
                </a:lnTo>
                <a:lnTo>
                  <a:pt x="1438" y="823"/>
                </a:lnTo>
                <a:lnTo>
                  <a:pt x="1436" y="823"/>
                </a:lnTo>
                <a:lnTo>
                  <a:pt x="1435" y="824"/>
                </a:lnTo>
                <a:lnTo>
                  <a:pt x="1434" y="824"/>
                </a:lnTo>
                <a:lnTo>
                  <a:pt x="1434" y="825"/>
                </a:lnTo>
                <a:lnTo>
                  <a:pt x="1433" y="825"/>
                </a:lnTo>
                <a:lnTo>
                  <a:pt x="1433" y="824"/>
                </a:lnTo>
                <a:lnTo>
                  <a:pt x="1432" y="825"/>
                </a:lnTo>
                <a:lnTo>
                  <a:pt x="1432" y="826"/>
                </a:lnTo>
                <a:lnTo>
                  <a:pt x="1433" y="826"/>
                </a:lnTo>
                <a:lnTo>
                  <a:pt x="1433" y="827"/>
                </a:lnTo>
                <a:lnTo>
                  <a:pt x="1432" y="829"/>
                </a:lnTo>
                <a:lnTo>
                  <a:pt x="1431" y="829"/>
                </a:lnTo>
                <a:lnTo>
                  <a:pt x="1430" y="829"/>
                </a:lnTo>
                <a:lnTo>
                  <a:pt x="1429" y="829"/>
                </a:lnTo>
                <a:lnTo>
                  <a:pt x="1428" y="830"/>
                </a:lnTo>
                <a:lnTo>
                  <a:pt x="1428" y="831"/>
                </a:lnTo>
                <a:lnTo>
                  <a:pt x="1428" y="832"/>
                </a:lnTo>
                <a:lnTo>
                  <a:pt x="1428" y="833"/>
                </a:lnTo>
                <a:lnTo>
                  <a:pt x="1427" y="833"/>
                </a:lnTo>
                <a:lnTo>
                  <a:pt x="1427" y="834"/>
                </a:lnTo>
                <a:lnTo>
                  <a:pt x="1428" y="834"/>
                </a:lnTo>
                <a:lnTo>
                  <a:pt x="1428" y="835"/>
                </a:lnTo>
                <a:lnTo>
                  <a:pt x="1427" y="837"/>
                </a:lnTo>
                <a:lnTo>
                  <a:pt x="1427" y="838"/>
                </a:lnTo>
                <a:lnTo>
                  <a:pt x="1426" y="838"/>
                </a:lnTo>
                <a:lnTo>
                  <a:pt x="1425" y="839"/>
                </a:lnTo>
                <a:lnTo>
                  <a:pt x="1425" y="840"/>
                </a:lnTo>
                <a:lnTo>
                  <a:pt x="1426" y="840"/>
                </a:lnTo>
                <a:lnTo>
                  <a:pt x="1426" y="841"/>
                </a:lnTo>
                <a:lnTo>
                  <a:pt x="1426" y="842"/>
                </a:lnTo>
                <a:lnTo>
                  <a:pt x="1425" y="843"/>
                </a:lnTo>
                <a:lnTo>
                  <a:pt x="1424" y="843"/>
                </a:lnTo>
                <a:lnTo>
                  <a:pt x="1423" y="843"/>
                </a:lnTo>
                <a:lnTo>
                  <a:pt x="1422" y="843"/>
                </a:lnTo>
                <a:lnTo>
                  <a:pt x="1422" y="844"/>
                </a:lnTo>
                <a:lnTo>
                  <a:pt x="1423" y="846"/>
                </a:lnTo>
                <a:lnTo>
                  <a:pt x="1423" y="847"/>
                </a:lnTo>
                <a:lnTo>
                  <a:pt x="1424" y="847"/>
                </a:lnTo>
                <a:lnTo>
                  <a:pt x="1423" y="847"/>
                </a:lnTo>
                <a:lnTo>
                  <a:pt x="1422" y="847"/>
                </a:lnTo>
                <a:lnTo>
                  <a:pt x="1422" y="848"/>
                </a:lnTo>
                <a:lnTo>
                  <a:pt x="1421" y="848"/>
                </a:lnTo>
                <a:lnTo>
                  <a:pt x="1421" y="847"/>
                </a:lnTo>
                <a:lnTo>
                  <a:pt x="1420" y="847"/>
                </a:lnTo>
                <a:lnTo>
                  <a:pt x="1419" y="846"/>
                </a:lnTo>
                <a:lnTo>
                  <a:pt x="1418" y="847"/>
                </a:lnTo>
                <a:lnTo>
                  <a:pt x="1418" y="848"/>
                </a:lnTo>
                <a:lnTo>
                  <a:pt x="1418" y="850"/>
                </a:lnTo>
                <a:lnTo>
                  <a:pt x="1418" y="851"/>
                </a:lnTo>
                <a:lnTo>
                  <a:pt x="1418" y="854"/>
                </a:lnTo>
                <a:lnTo>
                  <a:pt x="1419" y="854"/>
                </a:lnTo>
                <a:lnTo>
                  <a:pt x="1419" y="855"/>
                </a:lnTo>
                <a:lnTo>
                  <a:pt x="1420" y="856"/>
                </a:lnTo>
                <a:lnTo>
                  <a:pt x="1421" y="856"/>
                </a:lnTo>
                <a:lnTo>
                  <a:pt x="1422" y="856"/>
                </a:lnTo>
                <a:lnTo>
                  <a:pt x="1423" y="856"/>
                </a:lnTo>
                <a:lnTo>
                  <a:pt x="1423" y="857"/>
                </a:lnTo>
                <a:lnTo>
                  <a:pt x="1422" y="857"/>
                </a:lnTo>
                <a:lnTo>
                  <a:pt x="1422" y="858"/>
                </a:lnTo>
                <a:lnTo>
                  <a:pt x="1421" y="858"/>
                </a:lnTo>
                <a:lnTo>
                  <a:pt x="1420" y="858"/>
                </a:lnTo>
                <a:lnTo>
                  <a:pt x="1420" y="859"/>
                </a:lnTo>
                <a:lnTo>
                  <a:pt x="1420" y="860"/>
                </a:lnTo>
                <a:lnTo>
                  <a:pt x="1421" y="860"/>
                </a:lnTo>
                <a:lnTo>
                  <a:pt x="1420" y="861"/>
                </a:lnTo>
                <a:lnTo>
                  <a:pt x="1419" y="861"/>
                </a:lnTo>
                <a:lnTo>
                  <a:pt x="1418" y="860"/>
                </a:lnTo>
                <a:lnTo>
                  <a:pt x="1417" y="860"/>
                </a:lnTo>
                <a:lnTo>
                  <a:pt x="1415" y="860"/>
                </a:lnTo>
                <a:lnTo>
                  <a:pt x="1414" y="861"/>
                </a:lnTo>
                <a:lnTo>
                  <a:pt x="1413" y="861"/>
                </a:lnTo>
                <a:lnTo>
                  <a:pt x="1412" y="861"/>
                </a:lnTo>
                <a:lnTo>
                  <a:pt x="1411" y="861"/>
                </a:lnTo>
                <a:lnTo>
                  <a:pt x="1411" y="859"/>
                </a:lnTo>
                <a:lnTo>
                  <a:pt x="1411" y="858"/>
                </a:lnTo>
                <a:lnTo>
                  <a:pt x="1410" y="858"/>
                </a:lnTo>
                <a:lnTo>
                  <a:pt x="1410" y="859"/>
                </a:lnTo>
                <a:lnTo>
                  <a:pt x="1409" y="859"/>
                </a:lnTo>
                <a:lnTo>
                  <a:pt x="1408" y="858"/>
                </a:lnTo>
                <a:lnTo>
                  <a:pt x="1407" y="857"/>
                </a:lnTo>
                <a:lnTo>
                  <a:pt x="1403" y="856"/>
                </a:lnTo>
                <a:lnTo>
                  <a:pt x="1402" y="860"/>
                </a:lnTo>
                <a:lnTo>
                  <a:pt x="1402" y="861"/>
                </a:lnTo>
                <a:lnTo>
                  <a:pt x="1402" y="863"/>
                </a:lnTo>
                <a:lnTo>
                  <a:pt x="1403" y="863"/>
                </a:lnTo>
                <a:lnTo>
                  <a:pt x="1402" y="865"/>
                </a:lnTo>
                <a:lnTo>
                  <a:pt x="1405" y="868"/>
                </a:lnTo>
                <a:lnTo>
                  <a:pt x="1407" y="868"/>
                </a:lnTo>
                <a:lnTo>
                  <a:pt x="1408" y="868"/>
                </a:lnTo>
                <a:lnTo>
                  <a:pt x="1408" y="867"/>
                </a:lnTo>
                <a:lnTo>
                  <a:pt x="1409" y="867"/>
                </a:lnTo>
                <a:lnTo>
                  <a:pt x="1409" y="868"/>
                </a:lnTo>
                <a:lnTo>
                  <a:pt x="1410" y="869"/>
                </a:lnTo>
                <a:lnTo>
                  <a:pt x="1409" y="870"/>
                </a:lnTo>
                <a:lnTo>
                  <a:pt x="1408" y="870"/>
                </a:lnTo>
                <a:lnTo>
                  <a:pt x="1407" y="870"/>
                </a:lnTo>
                <a:lnTo>
                  <a:pt x="1407" y="871"/>
                </a:lnTo>
                <a:lnTo>
                  <a:pt x="1406" y="872"/>
                </a:lnTo>
                <a:lnTo>
                  <a:pt x="1407" y="872"/>
                </a:lnTo>
                <a:lnTo>
                  <a:pt x="1407" y="873"/>
                </a:lnTo>
                <a:lnTo>
                  <a:pt x="1407" y="874"/>
                </a:lnTo>
                <a:lnTo>
                  <a:pt x="1407" y="875"/>
                </a:lnTo>
                <a:lnTo>
                  <a:pt x="1406" y="875"/>
                </a:lnTo>
                <a:lnTo>
                  <a:pt x="1404" y="875"/>
                </a:lnTo>
                <a:lnTo>
                  <a:pt x="1403" y="875"/>
                </a:lnTo>
                <a:lnTo>
                  <a:pt x="1402" y="874"/>
                </a:lnTo>
                <a:lnTo>
                  <a:pt x="1402" y="875"/>
                </a:lnTo>
                <a:lnTo>
                  <a:pt x="1401" y="876"/>
                </a:lnTo>
                <a:lnTo>
                  <a:pt x="1400" y="877"/>
                </a:lnTo>
                <a:lnTo>
                  <a:pt x="1400" y="876"/>
                </a:lnTo>
                <a:lnTo>
                  <a:pt x="1399" y="876"/>
                </a:lnTo>
                <a:lnTo>
                  <a:pt x="1399" y="875"/>
                </a:lnTo>
                <a:lnTo>
                  <a:pt x="1397" y="875"/>
                </a:lnTo>
                <a:lnTo>
                  <a:pt x="1397" y="876"/>
                </a:lnTo>
                <a:lnTo>
                  <a:pt x="1397" y="877"/>
                </a:lnTo>
                <a:lnTo>
                  <a:pt x="1396" y="878"/>
                </a:lnTo>
                <a:lnTo>
                  <a:pt x="1395" y="878"/>
                </a:lnTo>
                <a:lnTo>
                  <a:pt x="1394" y="877"/>
                </a:lnTo>
                <a:lnTo>
                  <a:pt x="1394" y="876"/>
                </a:lnTo>
                <a:lnTo>
                  <a:pt x="1394" y="875"/>
                </a:lnTo>
                <a:lnTo>
                  <a:pt x="1393" y="875"/>
                </a:lnTo>
                <a:lnTo>
                  <a:pt x="1392" y="875"/>
                </a:lnTo>
                <a:lnTo>
                  <a:pt x="1392" y="876"/>
                </a:lnTo>
                <a:lnTo>
                  <a:pt x="1390" y="876"/>
                </a:lnTo>
                <a:lnTo>
                  <a:pt x="1389" y="877"/>
                </a:lnTo>
                <a:lnTo>
                  <a:pt x="1388" y="879"/>
                </a:lnTo>
                <a:lnTo>
                  <a:pt x="1388" y="880"/>
                </a:lnTo>
                <a:lnTo>
                  <a:pt x="1388" y="881"/>
                </a:lnTo>
                <a:lnTo>
                  <a:pt x="1388" y="882"/>
                </a:lnTo>
                <a:lnTo>
                  <a:pt x="1390" y="883"/>
                </a:lnTo>
                <a:lnTo>
                  <a:pt x="1391" y="884"/>
                </a:lnTo>
                <a:lnTo>
                  <a:pt x="1391" y="883"/>
                </a:lnTo>
                <a:lnTo>
                  <a:pt x="1392" y="882"/>
                </a:lnTo>
                <a:lnTo>
                  <a:pt x="1393" y="881"/>
                </a:lnTo>
                <a:lnTo>
                  <a:pt x="1394" y="880"/>
                </a:lnTo>
                <a:lnTo>
                  <a:pt x="1396" y="880"/>
                </a:lnTo>
                <a:lnTo>
                  <a:pt x="1397" y="880"/>
                </a:lnTo>
                <a:lnTo>
                  <a:pt x="1399" y="881"/>
                </a:lnTo>
                <a:lnTo>
                  <a:pt x="1398" y="881"/>
                </a:lnTo>
                <a:lnTo>
                  <a:pt x="1398" y="882"/>
                </a:lnTo>
                <a:lnTo>
                  <a:pt x="1398" y="883"/>
                </a:lnTo>
                <a:lnTo>
                  <a:pt x="1398" y="884"/>
                </a:lnTo>
                <a:lnTo>
                  <a:pt x="1397" y="884"/>
                </a:lnTo>
                <a:lnTo>
                  <a:pt x="1397" y="883"/>
                </a:lnTo>
                <a:lnTo>
                  <a:pt x="1396" y="884"/>
                </a:lnTo>
                <a:lnTo>
                  <a:pt x="1395" y="884"/>
                </a:lnTo>
                <a:lnTo>
                  <a:pt x="1395" y="885"/>
                </a:lnTo>
                <a:lnTo>
                  <a:pt x="1394" y="886"/>
                </a:lnTo>
                <a:lnTo>
                  <a:pt x="1394" y="887"/>
                </a:lnTo>
                <a:lnTo>
                  <a:pt x="1394" y="888"/>
                </a:lnTo>
                <a:lnTo>
                  <a:pt x="1395" y="888"/>
                </a:lnTo>
                <a:lnTo>
                  <a:pt x="1395" y="887"/>
                </a:lnTo>
                <a:lnTo>
                  <a:pt x="1396" y="887"/>
                </a:lnTo>
                <a:lnTo>
                  <a:pt x="1396" y="888"/>
                </a:lnTo>
                <a:lnTo>
                  <a:pt x="1397" y="888"/>
                </a:lnTo>
                <a:lnTo>
                  <a:pt x="1397" y="889"/>
                </a:lnTo>
                <a:lnTo>
                  <a:pt x="1398" y="890"/>
                </a:lnTo>
                <a:lnTo>
                  <a:pt x="1398" y="891"/>
                </a:lnTo>
                <a:lnTo>
                  <a:pt x="1400" y="891"/>
                </a:lnTo>
                <a:lnTo>
                  <a:pt x="1401" y="891"/>
                </a:lnTo>
                <a:lnTo>
                  <a:pt x="1404" y="891"/>
                </a:lnTo>
                <a:lnTo>
                  <a:pt x="1404" y="892"/>
                </a:lnTo>
                <a:lnTo>
                  <a:pt x="1405" y="892"/>
                </a:lnTo>
                <a:lnTo>
                  <a:pt x="1406" y="892"/>
                </a:lnTo>
                <a:lnTo>
                  <a:pt x="1406" y="893"/>
                </a:lnTo>
                <a:lnTo>
                  <a:pt x="1405" y="894"/>
                </a:lnTo>
                <a:lnTo>
                  <a:pt x="1406" y="897"/>
                </a:lnTo>
                <a:lnTo>
                  <a:pt x="1406" y="898"/>
                </a:lnTo>
                <a:lnTo>
                  <a:pt x="1409" y="899"/>
                </a:lnTo>
                <a:lnTo>
                  <a:pt x="1410" y="899"/>
                </a:lnTo>
                <a:lnTo>
                  <a:pt x="1411" y="899"/>
                </a:lnTo>
                <a:lnTo>
                  <a:pt x="1411" y="898"/>
                </a:lnTo>
                <a:lnTo>
                  <a:pt x="1412" y="898"/>
                </a:lnTo>
                <a:lnTo>
                  <a:pt x="1412" y="899"/>
                </a:lnTo>
                <a:lnTo>
                  <a:pt x="1413" y="899"/>
                </a:lnTo>
                <a:lnTo>
                  <a:pt x="1413" y="900"/>
                </a:lnTo>
                <a:lnTo>
                  <a:pt x="1413" y="901"/>
                </a:lnTo>
                <a:lnTo>
                  <a:pt x="1414" y="903"/>
                </a:lnTo>
                <a:lnTo>
                  <a:pt x="1414" y="905"/>
                </a:lnTo>
                <a:lnTo>
                  <a:pt x="1415" y="905"/>
                </a:lnTo>
                <a:lnTo>
                  <a:pt x="1418" y="906"/>
                </a:lnTo>
                <a:lnTo>
                  <a:pt x="1419" y="905"/>
                </a:lnTo>
                <a:lnTo>
                  <a:pt x="1420" y="904"/>
                </a:lnTo>
                <a:lnTo>
                  <a:pt x="1421" y="905"/>
                </a:lnTo>
                <a:lnTo>
                  <a:pt x="1421" y="906"/>
                </a:lnTo>
                <a:lnTo>
                  <a:pt x="1421" y="907"/>
                </a:lnTo>
                <a:lnTo>
                  <a:pt x="1422" y="908"/>
                </a:lnTo>
                <a:lnTo>
                  <a:pt x="1423" y="907"/>
                </a:lnTo>
                <a:lnTo>
                  <a:pt x="1424" y="906"/>
                </a:lnTo>
                <a:lnTo>
                  <a:pt x="1425" y="906"/>
                </a:lnTo>
                <a:lnTo>
                  <a:pt x="1426" y="908"/>
                </a:lnTo>
                <a:lnTo>
                  <a:pt x="1427" y="910"/>
                </a:lnTo>
                <a:lnTo>
                  <a:pt x="1425" y="913"/>
                </a:lnTo>
                <a:lnTo>
                  <a:pt x="1424" y="913"/>
                </a:lnTo>
                <a:lnTo>
                  <a:pt x="1422" y="913"/>
                </a:lnTo>
                <a:lnTo>
                  <a:pt x="1422" y="914"/>
                </a:lnTo>
                <a:lnTo>
                  <a:pt x="1421" y="916"/>
                </a:lnTo>
                <a:lnTo>
                  <a:pt x="1421" y="918"/>
                </a:lnTo>
                <a:lnTo>
                  <a:pt x="1421" y="919"/>
                </a:lnTo>
                <a:lnTo>
                  <a:pt x="1422" y="919"/>
                </a:lnTo>
                <a:lnTo>
                  <a:pt x="1422" y="920"/>
                </a:lnTo>
                <a:lnTo>
                  <a:pt x="1422" y="921"/>
                </a:lnTo>
                <a:lnTo>
                  <a:pt x="1422" y="922"/>
                </a:lnTo>
                <a:lnTo>
                  <a:pt x="1421" y="923"/>
                </a:lnTo>
                <a:lnTo>
                  <a:pt x="1420" y="924"/>
                </a:lnTo>
                <a:lnTo>
                  <a:pt x="1420" y="925"/>
                </a:lnTo>
                <a:lnTo>
                  <a:pt x="1420" y="926"/>
                </a:lnTo>
                <a:lnTo>
                  <a:pt x="1419" y="927"/>
                </a:lnTo>
                <a:lnTo>
                  <a:pt x="1419" y="928"/>
                </a:lnTo>
                <a:lnTo>
                  <a:pt x="1418" y="928"/>
                </a:lnTo>
                <a:lnTo>
                  <a:pt x="1417" y="928"/>
                </a:lnTo>
                <a:lnTo>
                  <a:pt x="1418" y="929"/>
                </a:lnTo>
                <a:lnTo>
                  <a:pt x="1418" y="930"/>
                </a:lnTo>
                <a:lnTo>
                  <a:pt x="1419" y="930"/>
                </a:lnTo>
                <a:lnTo>
                  <a:pt x="1420" y="931"/>
                </a:lnTo>
                <a:lnTo>
                  <a:pt x="1420" y="932"/>
                </a:lnTo>
                <a:lnTo>
                  <a:pt x="1420" y="933"/>
                </a:lnTo>
                <a:lnTo>
                  <a:pt x="1419" y="933"/>
                </a:lnTo>
                <a:lnTo>
                  <a:pt x="1419" y="934"/>
                </a:lnTo>
                <a:lnTo>
                  <a:pt x="1420" y="935"/>
                </a:lnTo>
                <a:lnTo>
                  <a:pt x="1421" y="935"/>
                </a:lnTo>
                <a:lnTo>
                  <a:pt x="1422" y="935"/>
                </a:lnTo>
                <a:lnTo>
                  <a:pt x="1423" y="936"/>
                </a:lnTo>
                <a:lnTo>
                  <a:pt x="1423" y="937"/>
                </a:lnTo>
                <a:lnTo>
                  <a:pt x="1423" y="938"/>
                </a:lnTo>
                <a:lnTo>
                  <a:pt x="1423" y="939"/>
                </a:lnTo>
                <a:lnTo>
                  <a:pt x="1423" y="940"/>
                </a:lnTo>
                <a:lnTo>
                  <a:pt x="1423" y="941"/>
                </a:lnTo>
                <a:lnTo>
                  <a:pt x="1424" y="941"/>
                </a:lnTo>
                <a:lnTo>
                  <a:pt x="1424" y="942"/>
                </a:lnTo>
                <a:lnTo>
                  <a:pt x="1423" y="942"/>
                </a:lnTo>
                <a:lnTo>
                  <a:pt x="1422" y="942"/>
                </a:lnTo>
                <a:lnTo>
                  <a:pt x="1421" y="942"/>
                </a:lnTo>
                <a:lnTo>
                  <a:pt x="1420" y="943"/>
                </a:lnTo>
                <a:lnTo>
                  <a:pt x="1420" y="944"/>
                </a:lnTo>
                <a:lnTo>
                  <a:pt x="1420" y="945"/>
                </a:lnTo>
                <a:lnTo>
                  <a:pt x="1419" y="945"/>
                </a:lnTo>
                <a:lnTo>
                  <a:pt x="1419" y="946"/>
                </a:lnTo>
                <a:lnTo>
                  <a:pt x="1418" y="946"/>
                </a:lnTo>
                <a:lnTo>
                  <a:pt x="1417" y="946"/>
                </a:lnTo>
                <a:lnTo>
                  <a:pt x="1417" y="945"/>
                </a:lnTo>
                <a:lnTo>
                  <a:pt x="1416" y="945"/>
                </a:lnTo>
                <a:lnTo>
                  <a:pt x="1416" y="944"/>
                </a:lnTo>
                <a:lnTo>
                  <a:pt x="1415" y="944"/>
                </a:lnTo>
                <a:lnTo>
                  <a:pt x="1413" y="943"/>
                </a:lnTo>
                <a:lnTo>
                  <a:pt x="1412" y="944"/>
                </a:lnTo>
                <a:lnTo>
                  <a:pt x="1412" y="945"/>
                </a:lnTo>
                <a:lnTo>
                  <a:pt x="1410" y="946"/>
                </a:lnTo>
                <a:lnTo>
                  <a:pt x="1409" y="946"/>
                </a:lnTo>
                <a:lnTo>
                  <a:pt x="1408" y="946"/>
                </a:lnTo>
                <a:lnTo>
                  <a:pt x="1407" y="946"/>
                </a:lnTo>
                <a:lnTo>
                  <a:pt x="1407" y="947"/>
                </a:lnTo>
                <a:lnTo>
                  <a:pt x="1405" y="947"/>
                </a:lnTo>
                <a:lnTo>
                  <a:pt x="1404" y="947"/>
                </a:lnTo>
                <a:lnTo>
                  <a:pt x="1403" y="946"/>
                </a:lnTo>
                <a:lnTo>
                  <a:pt x="1403" y="945"/>
                </a:lnTo>
                <a:lnTo>
                  <a:pt x="1402" y="945"/>
                </a:lnTo>
                <a:lnTo>
                  <a:pt x="1402" y="946"/>
                </a:lnTo>
                <a:lnTo>
                  <a:pt x="1401" y="947"/>
                </a:lnTo>
                <a:lnTo>
                  <a:pt x="1401" y="948"/>
                </a:lnTo>
                <a:lnTo>
                  <a:pt x="1401" y="949"/>
                </a:lnTo>
                <a:lnTo>
                  <a:pt x="1401" y="950"/>
                </a:lnTo>
                <a:lnTo>
                  <a:pt x="1400" y="951"/>
                </a:lnTo>
                <a:lnTo>
                  <a:pt x="1399" y="951"/>
                </a:lnTo>
                <a:lnTo>
                  <a:pt x="1399" y="950"/>
                </a:lnTo>
                <a:lnTo>
                  <a:pt x="1398" y="950"/>
                </a:lnTo>
                <a:lnTo>
                  <a:pt x="1397" y="950"/>
                </a:lnTo>
                <a:lnTo>
                  <a:pt x="1396" y="951"/>
                </a:lnTo>
                <a:lnTo>
                  <a:pt x="1397" y="951"/>
                </a:lnTo>
                <a:lnTo>
                  <a:pt x="1397" y="952"/>
                </a:lnTo>
                <a:lnTo>
                  <a:pt x="1397" y="953"/>
                </a:lnTo>
                <a:lnTo>
                  <a:pt x="1397" y="954"/>
                </a:lnTo>
                <a:lnTo>
                  <a:pt x="1396" y="954"/>
                </a:lnTo>
                <a:lnTo>
                  <a:pt x="1396" y="955"/>
                </a:lnTo>
                <a:lnTo>
                  <a:pt x="1396" y="956"/>
                </a:lnTo>
                <a:lnTo>
                  <a:pt x="1396" y="957"/>
                </a:lnTo>
                <a:lnTo>
                  <a:pt x="1397" y="957"/>
                </a:lnTo>
                <a:lnTo>
                  <a:pt x="1397" y="958"/>
                </a:lnTo>
                <a:lnTo>
                  <a:pt x="1396" y="959"/>
                </a:lnTo>
                <a:lnTo>
                  <a:pt x="1396" y="960"/>
                </a:lnTo>
                <a:lnTo>
                  <a:pt x="1395" y="960"/>
                </a:lnTo>
                <a:lnTo>
                  <a:pt x="1395" y="961"/>
                </a:lnTo>
                <a:lnTo>
                  <a:pt x="1394" y="961"/>
                </a:lnTo>
                <a:lnTo>
                  <a:pt x="1394" y="963"/>
                </a:lnTo>
                <a:lnTo>
                  <a:pt x="1395" y="963"/>
                </a:lnTo>
                <a:lnTo>
                  <a:pt x="1395" y="966"/>
                </a:lnTo>
                <a:lnTo>
                  <a:pt x="1394" y="966"/>
                </a:lnTo>
                <a:lnTo>
                  <a:pt x="1394" y="967"/>
                </a:lnTo>
                <a:lnTo>
                  <a:pt x="1393" y="967"/>
                </a:lnTo>
                <a:lnTo>
                  <a:pt x="1393" y="968"/>
                </a:lnTo>
                <a:lnTo>
                  <a:pt x="1394" y="969"/>
                </a:lnTo>
                <a:lnTo>
                  <a:pt x="1394" y="970"/>
                </a:lnTo>
                <a:lnTo>
                  <a:pt x="1393" y="970"/>
                </a:lnTo>
                <a:lnTo>
                  <a:pt x="1392" y="970"/>
                </a:lnTo>
                <a:lnTo>
                  <a:pt x="1392" y="969"/>
                </a:lnTo>
                <a:lnTo>
                  <a:pt x="1391" y="968"/>
                </a:lnTo>
                <a:lnTo>
                  <a:pt x="1390" y="968"/>
                </a:lnTo>
                <a:lnTo>
                  <a:pt x="1389" y="968"/>
                </a:lnTo>
                <a:lnTo>
                  <a:pt x="1389" y="969"/>
                </a:lnTo>
                <a:lnTo>
                  <a:pt x="1390" y="970"/>
                </a:lnTo>
                <a:lnTo>
                  <a:pt x="1390" y="971"/>
                </a:lnTo>
                <a:lnTo>
                  <a:pt x="1387" y="973"/>
                </a:lnTo>
                <a:lnTo>
                  <a:pt x="1387" y="974"/>
                </a:lnTo>
                <a:lnTo>
                  <a:pt x="1388" y="975"/>
                </a:lnTo>
                <a:lnTo>
                  <a:pt x="1389" y="975"/>
                </a:lnTo>
                <a:lnTo>
                  <a:pt x="1389" y="976"/>
                </a:lnTo>
                <a:lnTo>
                  <a:pt x="1387" y="976"/>
                </a:lnTo>
                <a:lnTo>
                  <a:pt x="1386" y="975"/>
                </a:lnTo>
                <a:lnTo>
                  <a:pt x="1386" y="974"/>
                </a:lnTo>
                <a:lnTo>
                  <a:pt x="1385" y="974"/>
                </a:lnTo>
                <a:lnTo>
                  <a:pt x="1384" y="974"/>
                </a:lnTo>
                <a:lnTo>
                  <a:pt x="1382" y="973"/>
                </a:lnTo>
                <a:lnTo>
                  <a:pt x="1381" y="973"/>
                </a:lnTo>
                <a:lnTo>
                  <a:pt x="1381" y="972"/>
                </a:lnTo>
                <a:lnTo>
                  <a:pt x="1381" y="971"/>
                </a:lnTo>
                <a:lnTo>
                  <a:pt x="1379" y="971"/>
                </a:lnTo>
                <a:lnTo>
                  <a:pt x="1378" y="972"/>
                </a:lnTo>
                <a:lnTo>
                  <a:pt x="1377" y="973"/>
                </a:lnTo>
                <a:lnTo>
                  <a:pt x="1377" y="974"/>
                </a:lnTo>
                <a:lnTo>
                  <a:pt x="1377" y="975"/>
                </a:lnTo>
                <a:lnTo>
                  <a:pt x="1377" y="976"/>
                </a:lnTo>
                <a:lnTo>
                  <a:pt x="1379" y="979"/>
                </a:lnTo>
                <a:lnTo>
                  <a:pt x="1379" y="980"/>
                </a:lnTo>
                <a:lnTo>
                  <a:pt x="1378" y="980"/>
                </a:lnTo>
                <a:lnTo>
                  <a:pt x="1376" y="981"/>
                </a:lnTo>
                <a:lnTo>
                  <a:pt x="1375" y="980"/>
                </a:lnTo>
                <a:lnTo>
                  <a:pt x="1374" y="980"/>
                </a:lnTo>
                <a:lnTo>
                  <a:pt x="1373" y="980"/>
                </a:lnTo>
                <a:lnTo>
                  <a:pt x="1371" y="980"/>
                </a:lnTo>
                <a:lnTo>
                  <a:pt x="1370" y="980"/>
                </a:lnTo>
                <a:lnTo>
                  <a:pt x="1369" y="978"/>
                </a:lnTo>
                <a:lnTo>
                  <a:pt x="1368" y="978"/>
                </a:lnTo>
                <a:lnTo>
                  <a:pt x="1367" y="979"/>
                </a:lnTo>
                <a:lnTo>
                  <a:pt x="1366" y="979"/>
                </a:lnTo>
                <a:lnTo>
                  <a:pt x="1366" y="980"/>
                </a:lnTo>
                <a:lnTo>
                  <a:pt x="1365" y="981"/>
                </a:lnTo>
                <a:lnTo>
                  <a:pt x="1364" y="981"/>
                </a:lnTo>
                <a:lnTo>
                  <a:pt x="1363" y="980"/>
                </a:lnTo>
                <a:lnTo>
                  <a:pt x="1362" y="980"/>
                </a:lnTo>
                <a:lnTo>
                  <a:pt x="1362" y="981"/>
                </a:lnTo>
                <a:lnTo>
                  <a:pt x="1362" y="982"/>
                </a:lnTo>
                <a:lnTo>
                  <a:pt x="1362" y="983"/>
                </a:lnTo>
                <a:lnTo>
                  <a:pt x="1363" y="983"/>
                </a:lnTo>
                <a:lnTo>
                  <a:pt x="1363" y="984"/>
                </a:lnTo>
                <a:lnTo>
                  <a:pt x="1363" y="985"/>
                </a:lnTo>
                <a:lnTo>
                  <a:pt x="1363" y="986"/>
                </a:lnTo>
                <a:lnTo>
                  <a:pt x="1362" y="986"/>
                </a:lnTo>
                <a:lnTo>
                  <a:pt x="1361" y="986"/>
                </a:lnTo>
                <a:lnTo>
                  <a:pt x="1361" y="987"/>
                </a:lnTo>
                <a:lnTo>
                  <a:pt x="1360" y="987"/>
                </a:lnTo>
                <a:lnTo>
                  <a:pt x="1360" y="988"/>
                </a:lnTo>
                <a:lnTo>
                  <a:pt x="1360" y="989"/>
                </a:lnTo>
                <a:lnTo>
                  <a:pt x="1361" y="989"/>
                </a:lnTo>
                <a:lnTo>
                  <a:pt x="1361" y="990"/>
                </a:lnTo>
                <a:lnTo>
                  <a:pt x="1361" y="991"/>
                </a:lnTo>
                <a:lnTo>
                  <a:pt x="1360" y="991"/>
                </a:lnTo>
                <a:lnTo>
                  <a:pt x="1360" y="992"/>
                </a:lnTo>
                <a:lnTo>
                  <a:pt x="1359" y="991"/>
                </a:lnTo>
                <a:lnTo>
                  <a:pt x="1358" y="991"/>
                </a:lnTo>
                <a:lnTo>
                  <a:pt x="1359" y="990"/>
                </a:lnTo>
                <a:lnTo>
                  <a:pt x="1358" y="990"/>
                </a:lnTo>
                <a:lnTo>
                  <a:pt x="1357" y="990"/>
                </a:lnTo>
                <a:lnTo>
                  <a:pt x="1356" y="991"/>
                </a:lnTo>
                <a:lnTo>
                  <a:pt x="1355" y="991"/>
                </a:lnTo>
                <a:lnTo>
                  <a:pt x="1355" y="992"/>
                </a:lnTo>
                <a:lnTo>
                  <a:pt x="1355" y="993"/>
                </a:lnTo>
                <a:lnTo>
                  <a:pt x="1355" y="994"/>
                </a:lnTo>
                <a:lnTo>
                  <a:pt x="1354" y="994"/>
                </a:lnTo>
                <a:lnTo>
                  <a:pt x="1354" y="995"/>
                </a:lnTo>
                <a:lnTo>
                  <a:pt x="1353" y="997"/>
                </a:lnTo>
                <a:lnTo>
                  <a:pt x="1351" y="997"/>
                </a:lnTo>
                <a:lnTo>
                  <a:pt x="1351" y="996"/>
                </a:lnTo>
                <a:lnTo>
                  <a:pt x="1352" y="996"/>
                </a:lnTo>
                <a:lnTo>
                  <a:pt x="1352" y="995"/>
                </a:lnTo>
                <a:lnTo>
                  <a:pt x="1351" y="994"/>
                </a:lnTo>
                <a:lnTo>
                  <a:pt x="1350" y="994"/>
                </a:lnTo>
                <a:lnTo>
                  <a:pt x="1349" y="997"/>
                </a:lnTo>
                <a:lnTo>
                  <a:pt x="1349" y="998"/>
                </a:lnTo>
                <a:lnTo>
                  <a:pt x="1350" y="999"/>
                </a:lnTo>
                <a:lnTo>
                  <a:pt x="1350" y="1000"/>
                </a:lnTo>
                <a:lnTo>
                  <a:pt x="1350" y="1001"/>
                </a:lnTo>
                <a:lnTo>
                  <a:pt x="1349" y="1001"/>
                </a:lnTo>
                <a:lnTo>
                  <a:pt x="1348" y="1001"/>
                </a:lnTo>
                <a:lnTo>
                  <a:pt x="1347" y="1001"/>
                </a:lnTo>
                <a:lnTo>
                  <a:pt x="1347" y="1002"/>
                </a:lnTo>
                <a:lnTo>
                  <a:pt x="1346" y="1003"/>
                </a:lnTo>
                <a:lnTo>
                  <a:pt x="1346" y="1005"/>
                </a:lnTo>
                <a:lnTo>
                  <a:pt x="1346" y="1006"/>
                </a:lnTo>
                <a:lnTo>
                  <a:pt x="1346" y="1007"/>
                </a:lnTo>
                <a:lnTo>
                  <a:pt x="1346" y="1009"/>
                </a:lnTo>
                <a:lnTo>
                  <a:pt x="1347" y="1010"/>
                </a:lnTo>
                <a:lnTo>
                  <a:pt x="1348" y="1010"/>
                </a:lnTo>
                <a:lnTo>
                  <a:pt x="1348" y="1011"/>
                </a:lnTo>
                <a:lnTo>
                  <a:pt x="1349" y="1011"/>
                </a:lnTo>
                <a:lnTo>
                  <a:pt x="1349" y="1012"/>
                </a:lnTo>
                <a:lnTo>
                  <a:pt x="1350" y="1013"/>
                </a:lnTo>
                <a:lnTo>
                  <a:pt x="1350" y="1014"/>
                </a:lnTo>
                <a:lnTo>
                  <a:pt x="1350" y="1015"/>
                </a:lnTo>
                <a:lnTo>
                  <a:pt x="1351" y="1016"/>
                </a:lnTo>
                <a:lnTo>
                  <a:pt x="1351" y="1017"/>
                </a:lnTo>
                <a:lnTo>
                  <a:pt x="1351" y="1018"/>
                </a:lnTo>
                <a:lnTo>
                  <a:pt x="1351" y="1019"/>
                </a:lnTo>
                <a:lnTo>
                  <a:pt x="1351" y="1020"/>
                </a:lnTo>
                <a:lnTo>
                  <a:pt x="1350" y="1020"/>
                </a:lnTo>
                <a:lnTo>
                  <a:pt x="1351" y="1021"/>
                </a:lnTo>
                <a:lnTo>
                  <a:pt x="1351" y="1022"/>
                </a:lnTo>
                <a:lnTo>
                  <a:pt x="1352" y="1022"/>
                </a:lnTo>
                <a:lnTo>
                  <a:pt x="1353" y="1022"/>
                </a:lnTo>
                <a:lnTo>
                  <a:pt x="1354" y="1024"/>
                </a:lnTo>
                <a:lnTo>
                  <a:pt x="1354" y="1025"/>
                </a:lnTo>
                <a:lnTo>
                  <a:pt x="1353" y="1026"/>
                </a:lnTo>
                <a:lnTo>
                  <a:pt x="1353" y="1027"/>
                </a:lnTo>
                <a:lnTo>
                  <a:pt x="1352" y="1027"/>
                </a:lnTo>
                <a:lnTo>
                  <a:pt x="1352" y="1026"/>
                </a:lnTo>
                <a:lnTo>
                  <a:pt x="1351" y="1026"/>
                </a:lnTo>
                <a:lnTo>
                  <a:pt x="1351" y="1027"/>
                </a:lnTo>
                <a:lnTo>
                  <a:pt x="1352" y="1027"/>
                </a:lnTo>
                <a:lnTo>
                  <a:pt x="1352" y="1028"/>
                </a:lnTo>
                <a:lnTo>
                  <a:pt x="1353" y="1028"/>
                </a:lnTo>
                <a:lnTo>
                  <a:pt x="1354" y="1029"/>
                </a:lnTo>
                <a:lnTo>
                  <a:pt x="1354" y="1028"/>
                </a:lnTo>
                <a:lnTo>
                  <a:pt x="1355" y="1027"/>
                </a:lnTo>
                <a:lnTo>
                  <a:pt x="1356" y="1027"/>
                </a:lnTo>
                <a:lnTo>
                  <a:pt x="1357" y="1027"/>
                </a:lnTo>
                <a:lnTo>
                  <a:pt x="1358" y="1026"/>
                </a:lnTo>
                <a:lnTo>
                  <a:pt x="1358" y="1025"/>
                </a:lnTo>
                <a:lnTo>
                  <a:pt x="1359" y="1025"/>
                </a:lnTo>
                <a:lnTo>
                  <a:pt x="1360" y="1025"/>
                </a:lnTo>
                <a:lnTo>
                  <a:pt x="1361" y="1025"/>
                </a:lnTo>
                <a:lnTo>
                  <a:pt x="1362" y="1026"/>
                </a:lnTo>
                <a:lnTo>
                  <a:pt x="1363" y="1026"/>
                </a:lnTo>
                <a:lnTo>
                  <a:pt x="1364" y="1028"/>
                </a:lnTo>
                <a:lnTo>
                  <a:pt x="1364" y="1029"/>
                </a:lnTo>
                <a:lnTo>
                  <a:pt x="1363" y="1030"/>
                </a:lnTo>
                <a:lnTo>
                  <a:pt x="1362" y="1031"/>
                </a:lnTo>
                <a:lnTo>
                  <a:pt x="1361" y="1031"/>
                </a:lnTo>
                <a:lnTo>
                  <a:pt x="1360" y="1032"/>
                </a:lnTo>
                <a:lnTo>
                  <a:pt x="1360" y="1033"/>
                </a:lnTo>
                <a:lnTo>
                  <a:pt x="1361" y="1033"/>
                </a:lnTo>
                <a:lnTo>
                  <a:pt x="1362" y="1033"/>
                </a:lnTo>
                <a:lnTo>
                  <a:pt x="1362" y="1032"/>
                </a:lnTo>
                <a:lnTo>
                  <a:pt x="1363" y="1032"/>
                </a:lnTo>
                <a:lnTo>
                  <a:pt x="1365" y="1032"/>
                </a:lnTo>
                <a:lnTo>
                  <a:pt x="1367" y="1033"/>
                </a:lnTo>
                <a:lnTo>
                  <a:pt x="1368" y="1033"/>
                </a:lnTo>
                <a:lnTo>
                  <a:pt x="1369" y="1033"/>
                </a:lnTo>
                <a:lnTo>
                  <a:pt x="1370" y="1033"/>
                </a:lnTo>
                <a:lnTo>
                  <a:pt x="1370" y="1035"/>
                </a:lnTo>
                <a:lnTo>
                  <a:pt x="1372" y="1037"/>
                </a:lnTo>
                <a:lnTo>
                  <a:pt x="1372" y="1038"/>
                </a:lnTo>
                <a:lnTo>
                  <a:pt x="1372" y="1039"/>
                </a:lnTo>
                <a:lnTo>
                  <a:pt x="1371" y="1040"/>
                </a:lnTo>
                <a:lnTo>
                  <a:pt x="1370" y="1041"/>
                </a:lnTo>
                <a:lnTo>
                  <a:pt x="1370" y="1042"/>
                </a:lnTo>
                <a:lnTo>
                  <a:pt x="1371" y="1043"/>
                </a:lnTo>
                <a:lnTo>
                  <a:pt x="1372" y="1043"/>
                </a:lnTo>
                <a:lnTo>
                  <a:pt x="1372" y="1044"/>
                </a:lnTo>
                <a:lnTo>
                  <a:pt x="1371" y="1044"/>
                </a:lnTo>
                <a:lnTo>
                  <a:pt x="1370" y="1045"/>
                </a:lnTo>
                <a:lnTo>
                  <a:pt x="1369" y="1046"/>
                </a:lnTo>
                <a:lnTo>
                  <a:pt x="1368" y="1047"/>
                </a:lnTo>
                <a:lnTo>
                  <a:pt x="1368" y="1048"/>
                </a:lnTo>
                <a:lnTo>
                  <a:pt x="1368" y="1049"/>
                </a:lnTo>
                <a:lnTo>
                  <a:pt x="1369" y="1051"/>
                </a:lnTo>
                <a:lnTo>
                  <a:pt x="1369" y="1052"/>
                </a:lnTo>
                <a:lnTo>
                  <a:pt x="1369" y="1053"/>
                </a:lnTo>
                <a:lnTo>
                  <a:pt x="1369" y="1054"/>
                </a:lnTo>
                <a:lnTo>
                  <a:pt x="1368" y="1054"/>
                </a:lnTo>
                <a:lnTo>
                  <a:pt x="1368" y="1055"/>
                </a:lnTo>
                <a:lnTo>
                  <a:pt x="1369" y="1056"/>
                </a:lnTo>
                <a:lnTo>
                  <a:pt x="1369" y="1055"/>
                </a:lnTo>
                <a:lnTo>
                  <a:pt x="1370" y="1054"/>
                </a:lnTo>
                <a:lnTo>
                  <a:pt x="1371" y="1054"/>
                </a:lnTo>
                <a:lnTo>
                  <a:pt x="1372" y="1053"/>
                </a:lnTo>
                <a:lnTo>
                  <a:pt x="1373" y="1053"/>
                </a:lnTo>
                <a:lnTo>
                  <a:pt x="1374" y="1053"/>
                </a:lnTo>
                <a:lnTo>
                  <a:pt x="1374" y="1052"/>
                </a:lnTo>
                <a:lnTo>
                  <a:pt x="1375" y="1052"/>
                </a:lnTo>
                <a:lnTo>
                  <a:pt x="1376" y="1052"/>
                </a:lnTo>
                <a:lnTo>
                  <a:pt x="1376" y="1053"/>
                </a:lnTo>
                <a:lnTo>
                  <a:pt x="1377" y="1053"/>
                </a:lnTo>
                <a:lnTo>
                  <a:pt x="1377" y="1054"/>
                </a:lnTo>
                <a:lnTo>
                  <a:pt x="1375" y="1060"/>
                </a:lnTo>
                <a:lnTo>
                  <a:pt x="1377" y="1060"/>
                </a:lnTo>
                <a:lnTo>
                  <a:pt x="1378" y="1061"/>
                </a:lnTo>
                <a:lnTo>
                  <a:pt x="1378" y="1062"/>
                </a:lnTo>
                <a:lnTo>
                  <a:pt x="1380" y="1062"/>
                </a:lnTo>
                <a:lnTo>
                  <a:pt x="1381" y="1062"/>
                </a:lnTo>
                <a:lnTo>
                  <a:pt x="1381" y="1061"/>
                </a:lnTo>
                <a:lnTo>
                  <a:pt x="1383" y="1061"/>
                </a:lnTo>
                <a:lnTo>
                  <a:pt x="1384" y="1060"/>
                </a:lnTo>
                <a:lnTo>
                  <a:pt x="1385" y="1061"/>
                </a:lnTo>
                <a:lnTo>
                  <a:pt x="1385" y="1062"/>
                </a:lnTo>
                <a:lnTo>
                  <a:pt x="1384" y="1062"/>
                </a:lnTo>
                <a:lnTo>
                  <a:pt x="1384" y="1063"/>
                </a:lnTo>
                <a:lnTo>
                  <a:pt x="1384" y="1064"/>
                </a:lnTo>
                <a:lnTo>
                  <a:pt x="1386" y="1065"/>
                </a:lnTo>
                <a:lnTo>
                  <a:pt x="1387" y="1064"/>
                </a:lnTo>
                <a:lnTo>
                  <a:pt x="1388" y="1064"/>
                </a:lnTo>
                <a:lnTo>
                  <a:pt x="1388" y="1063"/>
                </a:lnTo>
                <a:lnTo>
                  <a:pt x="1389" y="1063"/>
                </a:lnTo>
                <a:lnTo>
                  <a:pt x="1393" y="1062"/>
                </a:lnTo>
                <a:lnTo>
                  <a:pt x="1395" y="1063"/>
                </a:lnTo>
                <a:lnTo>
                  <a:pt x="1396" y="1063"/>
                </a:lnTo>
                <a:lnTo>
                  <a:pt x="1397" y="1064"/>
                </a:lnTo>
                <a:lnTo>
                  <a:pt x="1400" y="1063"/>
                </a:lnTo>
                <a:lnTo>
                  <a:pt x="1401" y="1063"/>
                </a:lnTo>
                <a:lnTo>
                  <a:pt x="1401" y="1062"/>
                </a:lnTo>
                <a:lnTo>
                  <a:pt x="1402" y="1063"/>
                </a:lnTo>
                <a:lnTo>
                  <a:pt x="1402" y="1065"/>
                </a:lnTo>
                <a:lnTo>
                  <a:pt x="1402" y="1066"/>
                </a:lnTo>
                <a:lnTo>
                  <a:pt x="1401" y="1066"/>
                </a:lnTo>
                <a:lnTo>
                  <a:pt x="1401" y="1067"/>
                </a:lnTo>
                <a:lnTo>
                  <a:pt x="1402" y="1067"/>
                </a:lnTo>
                <a:lnTo>
                  <a:pt x="1402" y="1066"/>
                </a:lnTo>
                <a:lnTo>
                  <a:pt x="1403" y="1066"/>
                </a:lnTo>
                <a:lnTo>
                  <a:pt x="1403" y="1065"/>
                </a:lnTo>
                <a:lnTo>
                  <a:pt x="1404" y="1065"/>
                </a:lnTo>
                <a:lnTo>
                  <a:pt x="1403" y="1064"/>
                </a:lnTo>
                <a:lnTo>
                  <a:pt x="1404" y="1063"/>
                </a:lnTo>
                <a:lnTo>
                  <a:pt x="1405" y="1062"/>
                </a:lnTo>
                <a:lnTo>
                  <a:pt x="1405" y="1061"/>
                </a:lnTo>
                <a:lnTo>
                  <a:pt x="1406" y="1061"/>
                </a:lnTo>
                <a:lnTo>
                  <a:pt x="1408" y="1062"/>
                </a:lnTo>
                <a:lnTo>
                  <a:pt x="1408" y="1063"/>
                </a:lnTo>
                <a:lnTo>
                  <a:pt x="1408" y="1064"/>
                </a:lnTo>
                <a:lnTo>
                  <a:pt x="1407" y="1065"/>
                </a:lnTo>
                <a:lnTo>
                  <a:pt x="1408" y="1067"/>
                </a:lnTo>
                <a:lnTo>
                  <a:pt x="1409" y="1067"/>
                </a:lnTo>
                <a:lnTo>
                  <a:pt x="1410" y="1067"/>
                </a:lnTo>
                <a:lnTo>
                  <a:pt x="1411" y="1067"/>
                </a:lnTo>
                <a:lnTo>
                  <a:pt x="1412" y="1067"/>
                </a:lnTo>
                <a:lnTo>
                  <a:pt x="1413" y="1066"/>
                </a:lnTo>
                <a:lnTo>
                  <a:pt x="1413" y="1065"/>
                </a:lnTo>
                <a:lnTo>
                  <a:pt x="1412" y="1064"/>
                </a:lnTo>
                <a:lnTo>
                  <a:pt x="1411" y="1064"/>
                </a:lnTo>
                <a:lnTo>
                  <a:pt x="1411" y="1063"/>
                </a:lnTo>
                <a:lnTo>
                  <a:pt x="1412" y="1062"/>
                </a:lnTo>
                <a:lnTo>
                  <a:pt x="1413" y="1062"/>
                </a:lnTo>
                <a:lnTo>
                  <a:pt x="1414" y="1063"/>
                </a:lnTo>
                <a:lnTo>
                  <a:pt x="1414" y="1062"/>
                </a:lnTo>
                <a:lnTo>
                  <a:pt x="1415" y="1060"/>
                </a:lnTo>
                <a:lnTo>
                  <a:pt x="1416" y="1059"/>
                </a:lnTo>
                <a:lnTo>
                  <a:pt x="1416" y="1058"/>
                </a:lnTo>
                <a:lnTo>
                  <a:pt x="1418" y="1058"/>
                </a:lnTo>
                <a:lnTo>
                  <a:pt x="1418" y="1057"/>
                </a:lnTo>
                <a:lnTo>
                  <a:pt x="1418" y="1058"/>
                </a:lnTo>
                <a:lnTo>
                  <a:pt x="1420" y="1058"/>
                </a:lnTo>
                <a:lnTo>
                  <a:pt x="1421" y="1059"/>
                </a:lnTo>
                <a:lnTo>
                  <a:pt x="1420" y="1059"/>
                </a:lnTo>
                <a:lnTo>
                  <a:pt x="1419" y="1059"/>
                </a:lnTo>
                <a:lnTo>
                  <a:pt x="1418" y="1060"/>
                </a:lnTo>
                <a:lnTo>
                  <a:pt x="1417" y="1059"/>
                </a:lnTo>
                <a:lnTo>
                  <a:pt x="1417" y="1060"/>
                </a:lnTo>
                <a:lnTo>
                  <a:pt x="1416" y="1061"/>
                </a:lnTo>
                <a:lnTo>
                  <a:pt x="1416" y="1063"/>
                </a:lnTo>
                <a:lnTo>
                  <a:pt x="1416" y="1064"/>
                </a:lnTo>
                <a:lnTo>
                  <a:pt x="1417" y="1064"/>
                </a:lnTo>
                <a:lnTo>
                  <a:pt x="1418" y="1066"/>
                </a:lnTo>
                <a:lnTo>
                  <a:pt x="1418" y="1067"/>
                </a:lnTo>
                <a:lnTo>
                  <a:pt x="1419" y="1069"/>
                </a:lnTo>
                <a:lnTo>
                  <a:pt x="1419" y="1070"/>
                </a:lnTo>
                <a:lnTo>
                  <a:pt x="1419" y="1071"/>
                </a:lnTo>
                <a:lnTo>
                  <a:pt x="1419" y="1072"/>
                </a:lnTo>
                <a:lnTo>
                  <a:pt x="1419" y="1073"/>
                </a:lnTo>
                <a:lnTo>
                  <a:pt x="1419" y="1074"/>
                </a:lnTo>
                <a:lnTo>
                  <a:pt x="1420" y="1074"/>
                </a:lnTo>
                <a:lnTo>
                  <a:pt x="1420" y="1075"/>
                </a:lnTo>
                <a:lnTo>
                  <a:pt x="1419" y="1076"/>
                </a:lnTo>
                <a:lnTo>
                  <a:pt x="1420" y="1077"/>
                </a:lnTo>
                <a:lnTo>
                  <a:pt x="1421" y="1077"/>
                </a:lnTo>
                <a:lnTo>
                  <a:pt x="1422" y="1079"/>
                </a:lnTo>
                <a:lnTo>
                  <a:pt x="1422" y="1080"/>
                </a:lnTo>
                <a:lnTo>
                  <a:pt x="1421" y="1080"/>
                </a:lnTo>
                <a:lnTo>
                  <a:pt x="1420" y="1081"/>
                </a:lnTo>
                <a:lnTo>
                  <a:pt x="1420" y="1082"/>
                </a:lnTo>
                <a:lnTo>
                  <a:pt x="1420" y="1083"/>
                </a:lnTo>
                <a:lnTo>
                  <a:pt x="1421" y="1083"/>
                </a:lnTo>
                <a:lnTo>
                  <a:pt x="1422" y="1084"/>
                </a:lnTo>
                <a:lnTo>
                  <a:pt x="1423" y="1086"/>
                </a:lnTo>
                <a:lnTo>
                  <a:pt x="1423" y="1087"/>
                </a:lnTo>
                <a:lnTo>
                  <a:pt x="1423" y="1088"/>
                </a:lnTo>
                <a:lnTo>
                  <a:pt x="1423" y="1089"/>
                </a:lnTo>
                <a:lnTo>
                  <a:pt x="1423" y="1090"/>
                </a:lnTo>
                <a:lnTo>
                  <a:pt x="1423" y="1091"/>
                </a:lnTo>
                <a:lnTo>
                  <a:pt x="1423" y="1092"/>
                </a:lnTo>
                <a:lnTo>
                  <a:pt x="1424" y="1092"/>
                </a:lnTo>
                <a:lnTo>
                  <a:pt x="1425" y="1092"/>
                </a:lnTo>
                <a:lnTo>
                  <a:pt x="1425" y="1091"/>
                </a:lnTo>
                <a:lnTo>
                  <a:pt x="1426" y="1090"/>
                </a:lnTo>
                <a:lnTo>
                  <a:pt x="1427" y="1092"/>
                </a:lnTo>
                <a:lnTo>
                  <a:pt x="1426" y="1093"/>
                </a:lnTo>
                <a:lnTo>
                  <a:pt x="1425" y="1093"/>
                </a:lnTo>
                <a:lnTo>
                  <a:pt x="1425" y="1092"/>
                </a:lnTo>
                <a:lnTo>
                  <a:pt x="1424" y="1094"/>
                </a:lnTo>
                <a:lnTo>
                  <a:pt x="1423" y="1094"/>
                </a:lnTo>
                <a:lnTo>
                  <a:pt x="1423" y="1095"/>
                </a:lnTo>
                <a:lnTo>
                  <a:pt x="1424" y="1095"/>
                </a:lnTo>
                <a:lnTo>
                  <a:pt x="1424" y="1096"/>
                </a:lnTo>
                <a:lnTo>
                  <a:pt x="1423" y="1097"/>
                </a:lnTo>
                <a:lnTo>
                  <a:pt x="1423" y="1099"/>
                </a:lnTo>
                <a:lnTo>
                  <a:pt x="1424" y="1099"/>
                </a:lnTo>
                <a:lnTo>
                  <a:pt x="1425" y="1099"/>
                </a:lnTo>
                <a:lnTo>
                  <a:pt x="1426" y="1101"/>
                </a:lnTo>
                <a:lnTo>
                  <a:pt x="1426" y="1102"/>
                </a:lnTo>
                <a:lnTo>
                  <a:pt x="1425" y="1102"/>
                </a:lnTo>
                <a:lnTo>
                  <a:pt x="1425" y="1103"/>
                </a:lnTo>
                <a:lnTo>
                  <a:pt x="1426" y="1103"/>
                </a:lnTo>
                <a:lnTo>
                  <a:pt x="1426" y="1104"/>
                </a:lnTo>
                <a:lnTo>
                  <a:pt x="1427" y="1104"/>
                </a:lnTo>
                <a:lnTo>
                  <a:pt x="1428" y="1104"/>
                </a:lnTo>
                <a:lnTo>
                  <a:pt x="1428" y="1105"/>
                </a:lnTo>
                <a:lnTo>
                  <a:pt x="1428" y="1106"/>
                </a:lnTo>
                <a:lnTo>
                  <a:pt x="1428" y="1107"/>
                </a:lnTo>
                <a:lnTo>
                  <a:pt x="1427" y="1108"/>
                </a:lnTo>
                <a:lnTo>
                  <a:pt x="1426" y="1109"/>
                </a:lnTo>
                <a:lnTo>
                  <a:pt x="1426" y="1111"/>
                </a:lnTo>
                <a:lnTo>
                  <a:pt x="1426" y="1112"/>
                </a:lnTo>
                <a:lnTo>
                  <a:pt x="1427" y="1112"/>
                </a:lnTo>
                <a:lnTo>
                  <a:pt x="1427" y="1113"/>
                </a:lnTo>
                <a:lnTo>
                  <a:pt x="1428" y="1113"/>
                </a:lnTo>
                <a:lnTo>
                  <a:pt x="1428" y="1114"/>
                </a:lnTo>
                <a:lnTo>
                  <a:pt x="1429" y="1115"/>
                </a:lnTo>
                <a:lnTo>
                  <a:pt x="1430" y="1116"/>
                </a:lnTo>
                <a:lnTo>
                  <a:pt x="1430" y="1117"/>
                </a:lnTo>
                <a:lnTo>
                  <a:pt x="1429" y="1118"/>
                </a:lnTo>
                <a:lnTo>
                  <a:pt x="1429" y="1121"/>
                </a:lnTo>
                <a:lnTo>
                  <a:pt x="1430" y="1122"/>
                </a:lnTo>
                <a:lnTo>
                  <a:pt x="1431" y="1122"/>
                </a:lnTo>
                <a:lnTo>
                  <a:pt x="1432" y="1123"/>
                </a:lnTo>
                <a:lnTo>
                  <a:pt x="1433" y="1123"/>
                </a:lnTo>
                <a:lnTo>
                  <a:pt x="1434" y="1123"/>
                </a:lnTo>
                <a:lnTo>
                  <a:pt x="1435" y="1125"/>
                </a:lnTo>
                <a:lnTo>
                  <a:pt x="1435" y="1126"/>
                </a:lnTo>
                <a:lnTo>
                  <a:pt x="1436" y="1126"/>
                </a:lnTo>
                <a:lnTo>
                  <a:pt x="1435" y="1127"/>
                </a:lnTo>
                <a:lnTo>
                  <a:pt x="1436" y="1128"/>
                </a:lnTo>
                <a:lnTo>
                  <a:pt x="1437" y="1128"/>
                </a:lnTo>
                <a:lnTo>
                  <a:pt x="1438" y="1128"/>
                </a:lnTo>
                <a:lnTo>
                  <a:pt x="1437" y="1130"/>
                </a:lnTo>
                <a:lnTo>
                  <a:pt x="1436" y="1130"/>
                </a:lnTo>
                <a:lnTo>
                  <a:pt x="1436" y="1129"/>
                </a:lnTo>
                <a:lnTo>
                  <a:pt x="1435" y="1129"/>
                </a:lnTo>
                <a:lnTo>
                  <a:pt x="1435" y="1130"/>
                </a:lnTo>
                <a:lnTo>
                  <a:pt x="1435" y="1131"/>
                </a:lnTo>
                <a:lnTo>
                  <a:pt x="1435" y="1132"/>
                </a:lnTo>
                <a:lnTo>
                  <a:pt x="1436" y="1132"/>
                </a:lnTo>
                <a:lnTo>
                  <a:pt x="1437" y="1132"/>
                </a:lnTo>
                <a:lnTo>
                  <a:pt x="1437" y="1131"/>
                </a:lnTo>
                <a:lnTo>
                  <a:pt x="1438" y="1131"/>
                </a:lnTo>
                <a:lnTo>
                  <a:pt x="1440" y="1131"/>
                </a:lnTo>
                <a:lnTo>
                  <a:pt x="1441" y="1130"/>
                </a:lnTo>
                <a:lnTo>
                  <a:pt x="1443" y="1131"/>
                </a:lnTo>
                <a:lnTo>
                  <a:pt x="1443" y="1132"/>
                </a:lnTo>
                <a:lnTo>
                  <a:pt x="1444" y="1133"/>
                </a:lnTo>
                <a:lnTo>
                  <a:pt x="1446" y="1134"/>
                </a:lnTo>
                <a:lnTo>
                  <a:pt x="1448" y="1133"/>
                </a:lnTo>
                <a:lnTo>
                  <a:pt x="1449" y="1132"/>
                </a:lnTo>
                <a:lnTo>
                  <a:pt x="1450" y="1132"/>
                </a:lnTo>
                <a:lnTo>
                  <a:pt x="1451" y="1132"/>
                </a:lnTo>
                <a:lnTo>
                  <a:pt x="1451" y="1133"/>
                </a:lnTo>
                <a:lnTo>
                  <a:pt x="1452" y="1134"/>
                </a:lnTo>
                <a:lnTo>
                  <a:pt x="1452" y="1135"/>
                </a:lnTo>
                <a:lnTo>
                  <a:pt x="1452" y="1136"/>
                </a:lnTo>
                <a:lnTo>
                  <a:pt x="1451" y="1137"/>
                </a:lnTo>
                <a:lnTo>
                  <a:pt x="1452" y="1138"/>
                </a:lnTo>
                <a:lnTo>
                  <a:pt x="1453" y="1137"/>
                </a:lnTo>
                <a:lnTo>
                  <a:pt x="1454" y="1138"/>
                </a:lnTo>
                <a:lnTo>
                  <a:pt x="1455" y="1138"/>
                </a:lnTo>
                <a:lnTo>
                  <a:pt x="1455" y="1139"/>
                </a:lnTo>
                <a:lnTo>
                  <a:pt x="1456" y="1139"/>
                </a:lnTo>
                <a:lnTo>
                  <a:pt x="1457" y="1139"/>
                </a:lnTo>
                <a:lnTo>
                  <a:pt x="1457" y="1138"/>
                </a:lnTo>
                <a:lnTo>
                  <a:pt x="1456" y="1137"/>
                </a:lnTo>
                <a:lnTo>
                  <a:pt x="1456" y="1136"/>
                </a:lnTo>
                <a:lnTo>
                  <a:pt x="1455" y="1135"/>
                </a:lnTo>
                <a:lnTo>
                  <a:pt x="1458" y="1133"/>
                </a:lnTo>
                <a:lnTo>
                  <a:pt x="1459" y="1132"/>
                </a:lnTo>
                <a:lnTo>
                  <a:pt x="1460" y="1132"/>
                </a:lnTo>
                <a:lnTo>
                  <a:pt x="1461" y="1131"/>
                </a:lnTo>
                <a:lnTo>
                  <a:pt x="1462" y="1131"/>
                </a:lnTo>
                <a:lnTo>
                  <a:pt x="1463" y="1130"/>
                </a:lnTo>
                <a:lnTo>
                  <a:pt x="1463" y="1129"/>
                </a:lnTo>
                <a:lnTo>
                  <a:pt x="1464" y="1128"/>
                </a:lnTo>
                <a:lnTo>
                  <a:pt x="1465" y="1127"/>
                </a:lnTo>
                <a:lnTo>
                  <a:pt x="1465" y="1126"/>
                </a:lnTo>
                <a:lnTo>
                  <a:pt x="1466" y="1125"/>
                </a:lnTo>
                <a:lnTo>
                  <a:pt x="1467" y="1127"/>
                </a:lnTo>
                <a:lnTo>
                  <a:pt x="1468" y="1126"/>
                </a:lnTo>
                <a:lnTo>
                  <a:pt x="1469" y="1126"/>
                </a:lnTo>
                <a:lnTo>
                  <a:pt x="1470" y="1126"/>
                </a:lnTo>
                <a:lnTo>
                  <a:pt x="1470" y="1125"/>
                </a:lnTo>
                <a:lnTo>
                  <a:pt x="1469" y="1125"/>
                </a:lnTo>
                <a:lnTo>
                  <a:pt x="1468" y="1125"/>
                </a:lnTo>
                <a:lnTo>
                  <a:pt x="1467" y="1124"/>
                </a:lnTo>
                <a:lnTo>
                  <a:pt x="1467" y="1123"/>
                </a:lnTo>
                <a:lnTo>
                  <a:pt x="1468" y="1123"/>
                </a:lnTo>
                <a:lnTo>
                  <a:pt x="1469" y="1123"/>
                </a:lnTo>
                <a:lnTo>
                  <a:pt x="1471" y="1123"/>
                </a:lnTo>
                <a:lnTo>
                  <a:pt x="1472" y="1124"/>
                </a:lnTo>
                <a:lnTo>
                  <a:pt x="1472" y="1125"/>
                </a:lnTo>
                <a:lnTo>
                  <a:pt x="1473" y="1126"/>
                </a:lnTo>
                <a:lnTo>
                  <a:pt x="1474" y="1128"/>
                </a:lnTo>
                <a:lnTo>
                  <a:pt x="1475" y="1128"/>
                </a:lnTo>
                <a:lnTo>
                  <a:pt x="1476" y="1129"/>
                </a:lnTo>
                <a:lnTo>
                  <a:pt x="1476" y="1128"/>
                </a:lnTo>
                <a:lnTo>
                  <a:pt x="1477" y="1128"/>
                </a:lnTo>
                <a:lnTo>
                  <a:pt x="1478" y="1128"/>
                </a:lnTo>
                <a:lnTo>
                  <a:pt x="1479" y="1128"/>
                </a:lnTo>
                <a:lnTo>
                  <a:pt x="1480" y="1129"/>
                </a:lnTo>
                <a:lnTo>
                  <a:pt x="1480" y="1130"/>
                </a:lnTo>
                <a:lnTo>
                  <a:pt x="1479" y="1130"/>
                </a:lnTo>
                <a:lnTo>
                  <a:pt x="1479" y="1131"/>
                </a:lnTo>
                <a:lnTo>
                  <a:pt x="1478" y="1132"/>
                </a:lnTo>
                <a:lnTo>
                  <a:pt x="1479" y="1132"/>
                </a:lnTo>
                <a:lnTo>
                  <a:pt x="1479" y="1133"/>
                </a:lnTo>
                <a:lnTo>
                  <a:pt x="1479" y="1134"/>
                </a:lnTo>
                <a:lnTo>
                  <a:pt x="1479" y="1135"/>
                </a:lnTo>
                <a:lnTo>
                  <a:pt x="1478" y="1136"/>
                </a:lnTo>
                <a:lnTo>
                  <a:pt x="1478" y="1137"/>
                </a:lnTo>
                <a:lnTo>
                  <a:pt x="1480" y="1138"/>
                </a:lnTo>
                <a:lnTo>
                  <a:pt x="1481" y="1138"/>
                </a:lnTo>
                <a:lnTo>
                  <a:pt x="1482" y="1137"/>
                </a:lnTo>
                <a:lnTo>
                  <a:pt x="1482" y="1136"/>
                </a:lnTo>
                <a:lnTo>
                  <a:pt x="1484" y="1135"/>
                </a:lnTo>
                <a:lnTo>
                  <a:pt x="1485" y="1135"/>
                </a:lnTo>
                <a:lnTo>
                  <a:pt x="1485" y="1136"/>
                </a:lnTo>
                <a:lnTo>
                  <a:pt x="1487" y="1138"/>
                </a:lnTo>
                <a:lnTo>
                  <a:pt x="1488" y="1139"/>
                </a:lnTo>
                <a:lnTo>
                  <a:pt x="1490" y="1139"/>
                </a:lnTo>
                <a:lnTo>
                  <a:pt x="1491" y="1139"/>
                </a:lnTo>
                <a:lnTo>
                  <a:pt x="1492" y="1139"/>
                </a:lnTo>
                <a:lnTo>
                  <a:pt x="1492" y="1138"/>
                </a:lnTo>
                <a:lnTo>
                  <a:pt x="1494" y="1138"/>
                </a:lnTo>
                <a:lnTo>
                  <a:pt x="1495" y="1138"/>
                </a:lnTo>
                <a:lnTo>
                  <a:pt x="1496" y="1138"/>
                </a:lnTo>
                <a:lnTo>
                  <a:pt x="1497" y="1138"/>
                </a:lnTo>
                <a:lnTo>
                  <a:pt x="1498" y="1138"/>
                </a:lnTo>
                <a:lnTo>
                  <a:pt x="1500" y="1137"/>
                </a:lnTo>
                <a:lnTo>
                  <a:pt x="1501" y="1137"/>
                </a:lnTo>
                <a:lnTo>
                  <a:pt x="1502" y="1136"/>
                </a:lnTo>
                <a:lnTo>
                  <a:pt x="1502" y="1135"/>
                </a:lnTo>
                <a:lnTo>
                  <a:pt x="1503" y="1135"/>
                </a:lnTo>
                <a:lnTo>
                  <a:pt x="1504" y="1136"/>
                </a:lnTo>
                <a:lnTo>
                  <a:pt x="1505" y="1136"/>
                </a:lnTo>
                <a:lnTo>
                  <a:pt x="1506" y="1137"/>
                </a:lnTo>
                <a:lnTo>
                  <a:pt x="1507" y="1137"/>
                </a:lnTo>
                <a:lnTo>
                  <a:pt x="1508" y="1138"/>
                </a:lnTo>
                <a:lnTo>
                  <a:pt x="1509" y="1139"/>
                </a:lnTo>
                <a:lnTo>
                  <a:pt x="1509" y="1140"/>
                </a:lnTo>
                <a:lnTo>
                  <a:pt x="1510" y="1140"/>
                </a:lnTo>
                <a:lnTo>
                  <a:pt x="1510" y="1141"/>
                </a:lnTo>
                <a:lnTo>
                  <a:pt x="1511" y="1140"/>
                </a:lnTo>
                <a:lnTo>
                  <a:pt x="1512" y="1141"/>
                </a:lnTo>
                <a:lnTo>
                  <a:pt x="1512" y="1142"/>
                </a:lnTo>
                <a:lnTo>
                  <a:pt x="1513" y="1144"/>
                </a:lnTo>
                <a:lnTo>
                  <a:pt x="1515" y="1145"/>
                </a:lnTo>
                <a:lnTo>
                  <a:pt x="1515" y="1146"/>
                </a:lnTo>
                <a:lnTo>
                  <a:pt x="1516" y="1145"/>
                </a:lnTo>
                <a:lnTo>
                  <a:pt x="1517" y="1146"/>
                </a:lnTo>
                <a:lnTo>
                  <a:pt x="1517" y="1148"/>
                </a:lnTo>
                <a:lnTo>
                  <a:pt x="1518" y="1149"/>
                </a:lnTo>
                <a:lnTo>
                  <a:pt x="1519" y="1149"/>
                </a:lnTo>
                <a:lnTo>
                  <a:pt x="1519" y="1150"/>
                </a:lnTo>
                <a:lnTo>
                  <a:pt x="1518" y="1150"/>
                </a:lnTo>
                <a:lnTo>
                  <a:pt x="1517" y="1151"/>
                </a:lnTo>
                <a:lnTo>
                  <a:pt x="1517" y="1153"/>
                </a:lnTo>
                <a:lnTo>
                  <a:pt x="1517" y="1156"/>
                </a:lnTo>
                <a:lnTo>
                  <a:pt x="1516" y="1157"/>
                </a:lnTo>
                <a:lnTo>
                  <a:pt x="1516" y="1158"/>
                </a:lnTo>
                <a:lnTo>
                  <a:pt x="1516" y="1159"/>
                </a:lnTo>
                <a:lnTo>
                  <a:pt x="1516" y="1160"/>
                </a:lnTo>
                <a:lnTo>
                  <a:pt x="1516" y="1161"/>
                </a:lnTo>
                <a:lnTo>
                  <a:pt x="1516" y="1163"/>
                </a:lnTo>
                <a:lnTo>
                  <a:pt x="1517" y="1163"/>
                </a:lnTo>
                <a:lnTo>
                  <a:pt x="1518" y="1163"/>
                </a:lnTo>
                <a:lnTo>
                  <a:pt x="1519" y="1163"/>
                </a:lnTo>
                <a:lnTo>
                  <a:pt x="1522" y="1166"/>
                </a:lnTo>
                <a:lnTo>
                  <a:pt x="1521" y="1167"/>
                </a:lnTo>
                <a:lnTo>
                  <a:pt x="1520" y="1168"/>
                </a:lnTo>
                <a:lnTo>
                  <a:pt x="1520" y="1170"/>
                </a:lnTo>
                <a:lnTo>
                  <a:pt x="1520" y="1172"/>
                </a:lnTo>
                <a:lnTo>
                  <a:pt x="1520" y="1173"/>
                </a:lnTo>
                <a:lnTo>
                  <a:pt x="1522" y="1173"/>
                </a:lnTo>
                <a:lnTo>
                  <a:pt x="1522" y="1174"/>
                </a:lnTo>
                <a:lnTo>
                  <a:pt x="1523" y="1174"/>
                </a:lnTo>
                <a:lnTo>
                  <a:pt x="1523" y="1175"/>
                </a:lnTo>
                <a:lnTo>
                  <a:pt x="1524" y="1176"/>
                </a:lnTo>
                <a:lnTo>
                  <a:pt x="1523" y="1176"/>
                </a:lnTo>
                <a:lnTo>
                  <a:pt x="1523" y="1177"/>
                </a:lnTo>
                <a:lnTo>
                  <a:pt x="1524" y="1178"/>
                </a:lnTo>
                <a:lnTo>
                  <a:pt x="1525" y="1178"/>
                </a:lnTo>
                <a:lnTo>
                  <a:pt x="1526" y="1178"/>
                </a:lnTo>
                <a:lnTo>
                  <a:pt x="1526" y="1179"/>
                </a:lnTo>
                <a:lnTo>
                  <a:pt x="1526" y="1182"/>
                </a:lnTo>
                <a:lnTo>
                  <a:pt x="1527" y="1186"/>
                </a:lnTo>
                <a:lnTo>
                  <a:pt x="1528" y="1187"/>
                </a:lnTo>
                <a:lnTo>
                  <a:pt x="1529" y="1187"/>
                </a:lnTo>
                <a:lnTo>
                  <a:pt x="1529" y="1188"/>
                </a:lnTo>
                <a:lnTo>
                  <a:pt x="1528" y="1189"/>
                </a:lnTo>
                <a:lnTo>
                  <a:pt x="1527" y="1189"/>
                </a:lnTo>
                <a:lnTo>
                  <a:pt x="1527" y="1190"/>
                </a:lnTo>
                <a:lnTo>
                  <a:pt x="1526" y="1191"/>
                </a:lnTo>
                <a:lnTo>
                  <a:pt x="1527" y="1192"/>
                </a:lnTo>
                <a:lnTo>
                  <a:pt x="1527" y="1193"/>
                </a:lnTo>
                <a:lnTo>
                  <a:pt x="1528" y="1193"/>
                </a:lnTo>
                <a:lnTo>
                  <a:pt x="1529" y="1193"/>
                </a:lnTo>
                <a:lnTo>
                  <a:pt x="1529" y="1194"/>
                </a:lnTo>
                <a:lnTo>
                  <a:pt x="1529" y="1193"/>
                </a:lnTo>
                <a:lnTo>
                  <a:pt x="1530" y="1193"/>
                </a:lnTo>
                <a:lnTo>
                  <a:pt x="1531" y="1194"/>
                </a:lnTo>
                <a:lnTo>
                  <a:pt x="1531" y="1195"/>
                </a:lnTo>
                <a:lnTo>
                  <a:pt x="1530" y="1196"/>
                </a:lnTo>
                <a:lnTo>
                  <a:pt x="1530" y="1197"/>
                </a:lnTo>
                <a:lnTo>
                  <a:pt x="1529" y="1197"/>
                </a:lnTo>
                <a:lnTo>
                  <a:pt x="1530" y="1198"/>
                </a:lnTo>
                <a:lnTo>
                  <a:pt x="1531" y="1200"/>
                </a:lnTo>
                <a:lnTo>
                  <a:pt x="1532" y="1201"/>
                </a:lnTo>
                <a:lnTo>
                  <a:pt x="1533" y="1202"/>
                </a:lnTo>
                <a:lnTo>
                  <a:pt x="1534" y="1204"/>
                </a:lnTo>
                <a:lnTo>
                  <a:pt x="1534" y="1205"/>
                </a:lnTo>
                <a:lnTo>
                  <a:pt x="1534" y="1208"/>
                </a:lnTo>
                <a:lnTo>
                  <a:pt x="1533" y="1210"/>
                </a:lnTo>
                <a:lnTo>
                  <a:pt x="1531" y="1211"/>
                </a:lnTo>
                <a:lnTo>
                  <a:pt x="1532" y="1211"/>
                </a:lnTo>
                <a:lnTo>
                  <a:pt x="1532" y="1213"/>
                </a:lnTo>
                <a:lnTo>
                  <a:pt x="1533" y="1214"/>
                </a:lnTo>
                <a:lnTo>
                  <a:pt x="1533" y="1215"/>
                </a:lnTo>
                <a:lnTo>
                  <a:pt x="1534" y="1215"/>
                </a:lnTo>
                <a:lnTo>
                  <a:pt x="1534" y="1214"/>
                </a:lnTo>
                <a:lnTo>
                  <a:pt x="1535" y="1214"/>
                </a:lnTo>
                <a:lnTo>
                  <a:pt x="1536" y="1214"/>
                </a:lnTo>
                <a:lnTo>
                  <a:pt x="1537" y="1215"/>
                </a:lnTo>
                <a:lnTo>
                  <a:pt x="1537" y="1216"/>
                </a:lnTo>
                <a:lnTo>
                  <a:pt x="1538" y="1217"/>
                </a:lnTo>
                <a:lnTo>
                  <a:pt x="1539" y="1216"/>
                </a:lnTo>
                <a:lnTo>
                  <a:pt x="1539" y="1217"/>
                </a:lnTo>
                <a:lnTo>
                  <a:pt x="1539" y="1218"/>
                </a:lnTo>
                <a:lnTo>
                  <a:pt x="1540" y="1220"/>
                </a:lnTo>
                <a:lnTo>
                  <a:pt x="1540" y="1221"/>
                </a:lnTo>
                <a:lnTo>
                  <a:pt x="1539" y="1222"/>
                </a:lnTo>
                <a:lnTo>
                  <a:pt x="1539" y="1223"/>
                </a:lnTo>
                <a:lnTo>
                  <a:pt x="1540" y="1224"/>
                </a:lnTo>
                <a:lnTo>
                  <a:pt x="1540" y="1225"/>
                </a:lnTo>
                <a:lnTo>
                  <a:pt x="1540" y="1226"/>
                </a:lnTo>
                <a:lnTo>
                  <a:pt x="1539" y="1227"/>
                </a:lnTo>
                <a:lnTo>
                  <a:pt x="1538" y="1227"/>
                </a:lnTo>
                <a:lnTo>
                  <a:pt x="1538" y="1226"/>
                </a:lnTo>
                <a:lnTo>
                  <a:pt x="1537" y="1226"/>
                </a:lnTo>
                <a:lnTo>
                  <a:pt x="1536" y="1226"/>
                </a:lnTo>
                <a:lnTo>
                  <a:pt x="1535" y="1226"/>
                </a:lnTo>
                <a:lnTo>
                  <a:pt x="1534" y="1226"/>
                </a:lnTo>
                <a:lnTo>
                  <a:pt x="1532" y="1226"/>
                </a:lnTo>
                <a:lnTo>
                  <a:pt x="1531" y="1225"/>
                </a:lnTo>
                <a:lnTo>
                  <a:pt x="1530" y="1225"/>
                </a:lnTo>
                <a:lnTo>
                  <a:pt x="1529" y="1223"/>
                </a:lnTo>
                <a:lnTo>
                  <a:pt x="1527" y="1221"/>
                </a:lnTo>
                <a:lnTo>
                  <a:pt x="1526" y="1220"/>
                </a:lnTo>
                <a:lnTo>
                  <a:pt x="1526" y="1219"/>
                </a:lnTo>
                <a:lnTo>
                  <a:pt x="1525" y="1218"/>
                </a:lnTo>
                <a:lnTo>
                  <a:pt x="1525" y="1217"/>
                </a:lnTo>
                <a:lnTo>
                  <a:pt x="1524" y="1214"/>
                </a:lnTo>
                <a:lnTo>
                  <a:pt x="1523" y="1214"/>
                </a:lnTo>
                <a:lnTo>
                  <a:pt x="1522" y="1214"/>
                </a:lnTo>
                <a:lnTo>
                  <a:pt x="1522" y="1215"/>
                </a:lnTo>
                <a:lnTo>
                  <a:pt x="1521" y="1215"/>
                </a:lnTo>
                <a:lnTo>
                  <a:pt x="1521" y="1214"/>
                </a:lnTo>
                <a:lnTo>
                  <a:pt x="1520" y="1214"/>
                </a:lnTo>
                <a:lnTo>
                  <a:pt x="1519" y="1213"/>
                </a:lnTo>
                <a:lnTo>
                  <a:pt x="1518" y="1213"/>
                </a:lnTo>
                <a:lnTo>
                  <a:pt x="1517" y="1213"/>
                </a:lnTo>
                <a:lnTo>
                  <a:pt x="1516" y="1211"/>
                </a:lnTo>
                <a:lnTo>
                  <a:pt x="1514" y="1210"/>
                </a:lnTo>
                <a:lnTo>
                  <a:pt x="1513" y="1209"/>
                </a:lnTo>
                <a:lnTo>
                  <a:pt x="1512" y="1208"/>
                </a:lnTo>
                <a:lnTo>
                  <a:pt x="1512" y="1207"/>
                </a:lnTo>
                <a:lnTo>
                  <a:pt x="1511" y="1207"/>
                </a:lnTo>
                <a:lnTo>
                  <a:pt x="1510" y="1207"/>
                </a:lnTo>
                <a:lnTo>
                  <a:pt x="1509" y="1207"/>
                </a:lnTo>
                <a:lnTo>
                  <a:pt x="1508" y="1207"/>
                </a:lnTo>
                <a:lnTo>
                  <a:pt x="1507" y="1207"/>
                </a:lnTo>
                <a:lnTo>
                  <a:pt x="1506" y="1206"/>
                </a:lnTo>
                <a:lnTo>
                  <a:pt x="1505" y="1204"/>
                </a:lnTo>
                <a:lnTo>
                  <a:pt x="1505" y="1203"/>
                </a:lnTo>
                <a:lnTo>
                  <a:pt x="1505" y="1202"/>
                </a:lnTo>
                <a:lnTo>
                  <a:pt x="1505" y="1201"/>
                </a:lnTo>
                <a:lnTo>
                  <a:pt x="1503" y="1199"/>
                </a:lnTo>
                <a:lnTo>
                  <a:pt x="1502" y="1198"/>
                </a:lnTo>
                <a:lnTo>
                  <a:pt x="1502" y="1197"/>
                </a:lnTo>
                <a:lnTo>
                  <a:pt x="1502" y="1196"/>
                </a:lnTo>
                <a:lnTo>
                  <a:pt x="1502" y="1195"/>
                </a:lnTo>
                <a:lnTo>
                  <a:pt x="1502" y="1194"/>
                </a:lnTo>
                <a:lnTo>
                  <a:pt x="1500" y="1194"/>
                </a:lnTo>
                <a:lnTo>
                  <a:pt x="1498" y="1193"/>
                </a:lnTo>
                <a:lnTo>
                  <a:pt x="1497" y="1193"/>
                </a:lnTo>
                <a:lnTo>
                  <a:pt x="1495" y="1193"/>
                </a:lnTo>
                <a:lnTo>
                  <a:pt x="1494" y="1193"/>
                </a:lnTo>
                <a:lnTo>
                  <a:pt x="1494" y="1194"/>
                </a:lnTo>
                <a:lnTo>
                  <a:pt x="1494" y="1195"/>
                </a:lnTo>
                <a:lnTo>
                  <a:pt x="1492" y="1195"/>
                </a:lnTo>
                <a:lnTo>
                  <a:pt x="1491" y="1195"/>
                </a:lnTo>
                <a:lnTo>
                  <a:pt x="1489" y="1193"/>
                </a:lnTo>
                <a:lnTo>
                  <a:pt x="1489" y="1192"/>
                </a:lnTo>
                <a:lnTo>
                  <a:pt x="1489" y="1191"/>
                </a:lnTo>
                <a:lnTo>
                  <a:pt x="1489" y="1190"/>
                </a:lnTo>
                <a:lnTo>
                  <a:pt x="1488" y="1190"/>
                </a:lnTo>
                <a:lnTo>
                  <a:pt x="1487" y="1189"/>
                </a:lnTo>
                <a:lnTo>
                  <a:pt x="1488" y="1189"/>
                </a:lnTo>
                <a:lnTo>
                  <a:pt x="1488" y="1188"/>
                </a:lnTo>
                <a:lnTo>
                  <a:pt x="1488" y="1187"/>
                </a:lnTo>
                <a:lnTo>
                  <a:pt x="1487" y="1186"/>
                </a:lnTo>
                <a:lnTo>
                  <a:pt x="1487" y="1185"/>
                </a:lnTo>
                <a:lnTo>
                  <a:pt x="1486" y="1184"/>
                </a:lnTo>
                <a:lnTo>
                  <a:pt x="1485" y="1183"/>
                </a:lnTo>
                <a:lnTo>
                  <a:pt x="1484" y="1183"/>
                </a:lnTo>
                <a:lnTo>
                  <a:pt x="1483" y="1184"/>
                </a:lnTo>
                <a:lnTo>
                  <a:pt x="1482" y="1184"/>
                </a:lnTo>
                <a:lnTo>
                  <a:pt x="1481" y="1183"/>
                </a:lnTo>
                <a:lnTo>
                  <a:pt x="1480" y="1182"/>
                </a:lnTo>
                <a:lnTo>
                  <a:pt x="1479" y="1183"/>
                </a:lnTo>
                <a:lnTo>
                  <a:pt x="1478" y="1182"/>
                </a:lnTo>
                <a:lnTo>
                  <a:pt x="1478" y="1181"/>
                </a:lnTo>
                <a:lnTo>
                  <a:pt x="1478" y="1180"/>
                </a:lnTo>
                <a:lnTo>
                  <a:pt x="1479" y="1180"/>
                </a:lnTo>
                <a:lnTo>
                  <a:pt x="1478" y="1180"/>
                </a:lnTo>
                <a:lnTo>
                  <a:pt x="1477" y="1180"/>
                </a:lnTo>
                <a:lnTo>
                  <a:pt x="1476" y="1180"/>
                </a:lnTo>
                <a:lnTo>
                  <a:pt x="1475" y="1179"/>
                </a:lnTo>
                <a:lnTo>
                  <a:pt x="1476" y="1179"/>
                </a:lnTo>
                <a:lnTo>
                  <a:pt x="1476" y="1178"/>
                </a:lnTo>
                <a:lnTo>
                  <a:pt x="1477" y="1178"/>
                </a:lnTo>
                <a:lnTo>
                  <a:pt x="1477" y="1177"/>
                </a:lnTo>
                <a:lnTo>
                  <a:pt x="1476" y="1177"/>
                </a:lnTo>
                <a:lnTo>
                  <a:pt x="1475" y="1176"/>
                </a:lnTo>
                <a:lnTo>
                  <a:pt x="1475" y="1175"/>
                </a:lnTo>
                <a:lnTo>
                  <a:pt x="1474" y="1174"/>
                </a:lnTo>
                <a:lnTo>
                  <a:pt x="1472" y="1172"/>
                </a:lnTo>
                <a:lnTo>
                  <a:pt x="1471" y="1172"/>
                </a:lnTo>
                <a:lnTo>
                  <a:pt x="1470" y="1173"/>
                </a:lnTo>
                <a:lnTo>
                  <a:pt x="1468" y="1172"/>
                </a:lnTo>
                <a:lnTo>
                  <a:pt x="1468" y="1171"/>
                </a:lnTo>
                <a:lnTo>
                  <a:pt x="1467" y="1171"/>
                </a:lnTo>
                <a:lnTo>
                  <a:pt x="1467" y="1170"/>
                </a:lnTo>
                <a:lnTo>
                  <a:pt x="1466" y="1168"/>
                </a:lnTo>
                <a:lnTo>
                  <a:pt x="1466" y="1169"/>
                </a:lnTo>
                <a:lnTo>
                  <a:pt x="1466" y="1171"/>
                </a:lnTo>
                <a:lnTo>
                  <a:pt x="1466" y="1172"/>
                </a:lnTo>
                <a:lnTo>
                  <a:pt x="1466" y="1174"/>
                </a:lnTo>
                <a:lnTo>
                  <a:pt x="1465" y="1174"/>
                </a:lnTo>
                <a:lnTo>
                  <a:pt x="1464" y="1176"/>
                </a:lnTo>
                <a:lnTo>
                  <a:pt x="1464" y="1178"/>
                </a:lnTo>
                <a:lnTo>
                  <a:pt x="1463" y="1178"/>
                </a:lnTo>
                <a:lnTo>
                  <a:pt x="1463" y="1179"/>
                </a:lnTo>
                <a:lnTo>
                  <a:pt x="1462" y="1179"/>
                </a:lnTo>
                <a:lnTo>
                  <a:pt x="1462" y="1180"/>
                </a:lnTo>
                <a:lnTo>
                  <a:pt x="1461" y="1180"/>
                </a:lnTo>
                <a:lnTo>
                  <a:pt x="1460" y="1181"/>
                </a:lnTo>
                <a:lnTo>
                  <a:pt x="1460" y="1182"/>
                </a:lnTo>
                <a:lnTo>
                  <a:pt x="1461" y="1183"/>
                </a:lnTo>
                <a:lnTo>
                  <a:pt x="1461" y="1184"/>
                </a:lnTo>
                <a:lnTo>
                  <a:pt x="1461" y="1185"/>
                </a:lnTo>
                <a:lnTo>
                  <a:pt x="1460" y="1185"/>
                </a:lnTo>
                <a:lnTo>
                  <a:pt x="1459" y="1186"/>
                </a:lnTo>
                <a:lnTo>
                  <a:pt x="1456" y="1187"/>
                </a:lnTo>
                <a:lnTo>
                  <a:pt x="1455" y="1188"/>
                </a:lnTo>
                <a:lnTo>
                  <a:pt x="1454" y="1188"/>
                </a:lnTo>
                <a:lnTo>
                  <a:pt x="1453" y="1188"/>
                </a:lnTo>
                <a:lnTo>
                  <a:pt x="1452" y="1190"/>
                </a:lnTo>
                <a:lnTo>
                  <a:pt x="1452" y="1191"/>
                </a:lnTo>
                <a:lnTo>
                  <a:pt x="1452" y="1192"/>
                </a:lnTo>
                <a:lnTo>
                  <a:pt x="1453" y="1193"/>
                </a:lnTo>
                <a:lnTo>
                  <a:pt x="1453" y="1194"/>
                </a:lnTo>
                <a:lnTo>
                  <a:pt x="1453" y="1197"/>
                </a:lnTo>
                <a:lnTo>
                  <a:pt x="1454" y="1198"/>
                </a:lnTo>
                <a:lnTo>
                  <a:pt x="1455" y="1199"/>
                </a:lnTo>
                <a:lnTo>
                  <a:pt x="1456" y="1200"/>
                </a:lnTo>
                <a:lnTo>
                  <a:pt x="1456" y="1201"/>
                </a:lnTo>
                <a:lnTo>
                  <a:pt x="1455" y="1201"/>
                </a:lnTo>
                <a:lnTo>
                  <a:pt x="1455" y="1202"/>
                </a:lnTo>
                <a:lnTo>
                  <a:pt x="1454" y="1201"/>
                </a:lnTo>
                <a:lnTo>
                  <a:pt x="1452" y="1202"/>
                </a:lnTo>
                <a:lnTo>
                  <a:pt x="1452" y="1203"/>
                </a:lnTo>
                <a:lnTo>
                  <a:pt x="1451" y="1203"/>
                </a:lnTo>
                <a:lnTo>
                  <a:pt x="1450" y="1202"/>
                </a:lnTo>
                <a:lnTo>
                  <a:pt x="1450" y="1201"/>
                </a:lnTo>
                <a:lnTo>
                  <a:pt x="1449" y="1201"/>
                </a:lnTo>
                <a:lnTo>
                  <a:pt x="1449" y="1202"/>
                </a:lnTo>
                <a:lnTo>
                  <a:pt x="1447" y="1202"/>
                </a:lnTo>
                <a:lnTo>
                  <a:pt x="1446" y="1201"/>
                </a:lnTo>
                <a:lnTo>
                  <a:pt x="1445" y="1201"/>
                </a:lnTo>
                <a:lnTo>
                  <a:pt x="1444" y="1201"/>
                </a:lnTo>
                <a:lnTo>
                  <a:pt x="1444" y="1202"/>
                </a:lnTo>
                <a:lnTo>
                  <a:pt x="1443" y="1202"/>
                </a:lnTo>
                <a:lnTo>
                  <a:pt x="1441" y="1202"/>
                </a:lnTo>
                <a:lnTo>
                  <a:pt x="1440" y="1202"/>
                </a:lnTo>
                <a:lnTo>
                  <a:pt x="1439" y="1202"/>
                </a:lnTo>
                <a:lnTo>
                  <a:pt x="1438" y="1202"/>
                </a:lnTo>
                <a:lnTo>
                  <a:pt x="1436" y="1201"/>
                </a:lnTo>
                <a:lnTo>
                  <a:pt x="1434" y="1200"/>
                </a:lnTo>
                <a:lnTo>
                  <a:pt x="1433" y="1200"/>
                </a:lnTo>
                <a:lnTo>
                  <a:pt x="1433" y="1201"/>
                </a:lnTo>
                <a:lnTo>
                  <a:pt x="1433" y="1202"/>
                </a:lnTo>
                <a:lnTo>
                  <a:pt x="1433" y="1203"/>
                </a:lnTo>
                <a:lnTo>
                  <a:pt x="1431" y="1204"/>
                </a:lnTo>
                <a:lnTo>
                  <a:pt x="1429" y="1204"/>
                </a:lnTo>
                <a:lnTo>
                  <a:pt x="1429" y="1203"/>
                </a:lnTo>
                <a:lnTo>
                  <a:pt x="1429" y="1202"/>
                </a:lnTo>
                <a:lnTo>
                  <a:pt x="1429" y="1201"/>
                </a:lnTo>
                <a:lnTo>
                  <a:pt x="1427" y="1199"/>
                </a:lnTo>
                <a:lnTo>
                  <a:pt x="1426" y="1199"/>
                </a:lnTo>
                <a:lnTo>
                  <a:pt x="1425" y="1200"/>
                </a:lnTo>
                <a:lnTo>
                  <a:pt x="1425" y="1201"/>
                </a:lnTo>
                <a:lnTo>
                  <a:pt x="1424" y="1201"/>
                </a:lnTo>
                <a:lnTo>
                  <a:pt x="1424" y="1202"/>
                </a:lnTo>
                <a:lnTo>
                  <a:pt x="1423" y="1202"/>
                </a:lnTo>
                <a:lnTo>
                  <a:pt x="1423" y="1203"/>
                </a:lnTo>
                <a:lnTo>
                  <a:pt x="1423" y="1204"/>
                </a:lnTo>
                <a:lnTo>
                  <a:pt x="1422" y="1204"/>
                </a:lnTo>
                <a:lnTo>
                  <a:pt x="1422" y="1205"/>
                </a:lnTo>
                <a:lnTo>
                  <a:pt x="1421" y="1205"/>
                </a:lnTo>
                <a:lnTo>
                  <a:pt x="1420" y="1205"/>
                </a:lnTo>
                <a:lnTo>
                  <a:pt x="1420" y="1204"/>
                </a:lnTo>
                <a:lnTo>
                  <a:pt x="1419" y="1204"/>
                </a:lnTo>
                <a:lnTo>
                  <a:pt x="1418" y="1204"/>
                </a:lnTo>
                <a:lnTo>
                  <a:pt x="1417" y="1205"/>
                </a:lnTo>
                <a:lnTo>
                  <a:pt x="1417" y="1207"/>
                </a:lnTo>
                <a:lnTo>
                  <a:pt x="1417" y="1208"/>
                </a:lnTo>
                <a:lnTo>
                  <a:pt x="1417" y="1209"/>
                </a:lnTo>
                <a:lnTo>
                  <a:pt x="1418" y="1209"/>
                </a:lnTo>
                <a:lnTo>
                  <a:pt x="1417" y="1209"/>
                </a:lnTo>
                <a:lnTo>
                  <a:pt x="1417" y="1210"/>
                </a:lnTo>
                <a:lnTo>
                  <a:pt x="1416" y="1210"/>
                </a:lnTo>
                <a:lnTo>
                  <a:pt x="1416" y="1211"/>
                </a:lnTo>
                <a:lnTo>
                  <a:pt x="1416" y="1212"/>
                </a:lnTo>
                <a:lnTo>
                  <a:pt x="1416" y="1213"/>
                </a:lnTo>
                <a:lnTo>
                  <a:pt x="1416" y="1214"/>
                </a:lnTo>
                <a:lnTo>
                  <a:pt x="1416" y="1215"/>
                </a:lnTo>
                <a:lnTo>
                  <a:pt x="1416" y="1216"/>
                </a:lnTo>
                <a:lnTo>
                  <a:pt x="1415" y="1215"/>
                </a:lnTo>
                <a:lnTo>
                  <a:pt x="1414" y="1215"/>
                </a:lnTo>
                <a:lnTo>
                  <a:pt x="1414" y="1216"/>
                </a:lnTo>
                <a:lnTo>
                  <a:pt x="1413" y="1216"/>
                </a:lnTo>
                <a:lnTo>
                  <a:pt x="1413" y="1217"/>
                </a:lnTo>
                <a:lnTo>
                  <a:pt x="1412" y="1218"/>
                </a:lnTo>
                <a:lnTo>
                  <a:pt x="1411" y="1218"/>
                </a:lnTo>
                <a:lnTo>
                  <a:pt x="1410" y="1218"/>
                </a:lnTo>
                <a:lnTo>
                  <a:pt x="1410" y="1219"/>
                </a:lnTo>
                <a:lnTo>
                  <a:pt x="1409" y="1219"/>
                </a:lnTo>
                <a:lnTo>
                  <a:pt x="1408" y="1219"/>
                </a:lnTo>
                <a:lnTo>
                  <a:pt x="1407" y="1219"/>
                </a:lnTo>
                <a:lnTo>
                  <a:pt x="1406" y="1219"/>
                </a:lnTo>
                <a:lnTo>
                  <a:pt x="1405" y="1219"/>
                </a:lnTo>
                <a:lnTo>
                  <a:pt x="1406" y="1220"/>
                </a:lnTo>
                <a:lnTo>
                  <a:pt x="1406" y="1221"/>
                </a:lnTo>
                <a:lnTo>
                  <a:pt x="1406" y="1222"/>
                </a:lnTo>
                <a:lnTo>
                  <a:pt x="1406" y="1224"/>
                </a:lnTo>
                <a:lnTo>
                  <a:pt x="1405" y="1225"/>
                </a:lnTo>
                <a:lnTo>
                  <a:pt x="1405" y="1226"/>
                </a:lnTo>
                <a:lnTo>
                  <a:pt x="1404" y="1226"/>
                </a:lnTo>
                <a:lnTo>
                  <a:pt x="1403" y="1227"/>
                </a:lnTo>
                <a:lnTo>
                  <a:pt x="1403" y="1228"/>
                </a:lnTo>
                <a:lnTo>
                  <a:pt x="1404" y="1229"/>
                </a:lnTo>
                <a:lnTo>
                  <a:pt x="1405" y="1230"/>
                </a:lnTo>
                <a:lnTo>
                  <a:pt x="1405" y="1231"/>
                </a:lnTo>
                <a:lnTo>
                  <a:pt x="1404" y="1231"/>
                </a:lnTo>
                <a:lnTo>
                  <a:pt x="1404" y="1232"/>
                </a:lnTo>
                <a:lnTo>
                  <a:pt x="1403" y="1232"/>
                </a:lnTo>
                <a:lnTo>
                  <a:pt x="1403" y="1233"/>
                </a:lnTo>
                <a:lnTo>
                  <a:pt x="1403" y="1234"/>
                </a:lnTo>
                <a:lnTo>
                  <a:pt x="1403" y="1235"/>
                </a:lnTo>
                <a:lnTo>
                  <a:pt x="1404" y="1235"/>
                </a:lnTo>
                <a:lnTo>
                  <a:pt x="1405" y="1236"/>
                </a:lnTo>
                <a:lnTo>
                  <a:pt x="1407" y="1237"/>
                </a:lnTo>
                <a:lnTo>
                  <a:pt x="1408" y="1236"/>
                </a:lnTo>
                <a:lnTo>
                  <a:pt x="1409" y="1237"/>
                </a:lnTo>
                <a:lnTo>
                  <a:pt x="1410" y="1238"/>
                </a:lnTo>
                <a:lnTo>
                  <a:pt x="1410" y="1239"/>
                </a:lnTo>
                <a:lnTo>
                  <a:pt x="1410" y="1241"/>
                </a:lnTo>
                <a:lnTo>
                  <a:pt x="1410" y="1242"/>
                </a:lnTo>
                <a:lnTo>
                  <a:pt x="1409" y="1242"/>
                </a:lnTo>
                <a:lnTo>
                  <a:pt x="1409" y="1243"/>
                </a:lnTo>
                <a:lnTo>
                  <a:pt x="1408" y="1243"/>
                </a:lnTo>
                <a:lnTo>
                  <a:pt x="1409" y="1244"/>
                </a:lnTo>
                <a:lnTo>
                  <a:pt x="1409" y="1245"/>
                </a:lnTo>
                <a:lnTo>
                  <a:pt x="1410" y="1245"/>
                </a:lnTo>
                <a:lnTo>
                  <a:pt x="1410" y="1246"/>
                </a:lnTo>
                <a:lnTo>
                  <a:pt x="1411" y="1247"/>
                </a:lnTo>
                <a:lnTo>
                  <a:pt x="1411" y="1248"/>
                </a:lnTo>
                <a:lnTo>
                  <a:pt x="1410" y="1248"/>
                </a:lnTo>
                <a:lnTo>
                  <a:pt x="1411" y="1248"/>
                </a:lnTo>
                <a:lnTo>
                  <a:pt x="1411" y="1249"/>
                </a:lnTo>
                <a:lnTo>
                  <a:pt x="1411" y="1251"/>
                </a:lnTo>
                <a:lnTo>
                  <a:pt x="1411" y="1252"/>
                </a:lnTo>
                <a:lnTo>
                  <a:pt x="1411" y="1253"/>
                </a:lnTo>
                <a:lnTo>
                  <a:pt x="1410" y="1254"/>
                </a:lnTo>
                <a:lnTo>
                  <a:pt x="1410" y="1255"/>
                </a:lnTo>
                <a:lnTo>
                  <a:pt x="1410" y="1256"/>
                </a:lnTo>
                <a:lnTo>
                  <a:pt x="1409" y="1258"/>
                </a:lnTo>
                <a:lnTo>
                  <a:pt x="1409" y="1259"/>
                </a:lnTo>
                <a:lnTo>
                  <a:pt x="1408" y="1259"/>
                </a:lnTo>
                <a:lnTo>
                  <a:pt x="1409" y="1261"/>
                </a:lnTo>
                <a:lnTo>
                  <a:pt x="1409" y="1262"/>
                </a:lnTo>
                <a:lnTo>
                  <a:pt x="1409" y="1263"/>
                </a:lnTo>
                <a:lnTo>
                  <a:pt x="1410" y="1262"/>
                </a:lnTo>
                <a:lnTo>
                  <a:pt x="1409" y="1262"/>
                </a:lnTo>
                <a:lnTo>
                  <a:pt x="1410" y="1261"/>
                </a:lnTo>
                <a:lnTo>
                  <a:pt x="1410" y="1260"/>
                </a:lnTo>
                <a:lnTo>
                  <a:pt x="1411" y="1261"/>
                </a:lnTo>
                <a:lnTo>
                  <a:pt x="1412" y="1261"/>
                </a:lnTo>
                <a:lnTo>
                  <a:pt x="1412" y="1262"/>
                </a:lnTo>
                <a:lnTo>
                  <a:pt x="1413" y="1261"/>
                </a:lnTo>
                <a:lnTo>
                  <a:pt x="1414" y="1262"/>
                </a:lnTo>
                <a:lnTo>
                  <a:pt x="1415" y="1263"/>
                </a:lnTo>
                <a:lnTo>
                  <a:pt x="1415" y="1264"/>
                </a:lnTo>
                <a:lnTo>
                  <a:pt x="1416" y="1265"/>
                </a:lnTo>
                <a:lnTo>
                  <a:pt x="1416" y="1266"/>
                </a:lnTo>
                <a:lnTo>
                  <a:pt x="1417" y="1266"/>
                </a:lnTo>
                <a:lnTo>
                  <a:pt x="1417" y="1267"/>
                </a:lnTo>
                <a:lnTo>
                  <a:pt x="1418" y="1268"/>
                </a:lnTo>
                <a:lnTo>
                  <a:pt x="1420" y="1268"/>
                </a:lnTo>
                <a:lnTo>
                  <a:pt x="1423" y="1269"/>
                </a:lnTo>
                <a:lnTo>
                  <a:pt x="1425" y="1270"/>
                </a:lnTo>
                <a:lnTo>
                  <a:pt x="1426" y="1270"/>
                </a:lnTo>
                <a:lnTo>
                  <a:pt x="1426" y="1269"/>
                </a:lnTo>
                <a:lnTo>
                  <a:pt x="1426" y="1268"/>
                </a:lnTo>
                <a:lnTo>
                  <a:pt x="1426" y="1267"/>
                </a:lnTo>
                <a:lnTo>
                  <a:pt x="1426" y="1266"/>
                </a:lnTo>
                <a:lnTo>
                  <a:pt x="1425" y="1266"/>
                </a:lnTo>
                <a:lnTo>
                  <a:pt x="1426" y="1264"/>
                </a:lnTo>
                <a:lnTo>
                  <a:pt x="1426" y="1263"/>
                </a:lnTo>
                <a:lnTo>
                  <a:pt x="1428" y="1262"/>
                </a:lnTo>
                <a:lnTo>
                  <a:pt x="1429" y="1262"/>
                </a:lnTo>
                <a:lnTo>
                  <a:pt x="1430" y="1262"/>
                </a:lnTo>
                <a:lnTo>
                  <a:pt x="1433" y="1262"/>
                </a:lnTo>
                <a:lnTo>
                  <a:pt x="1434" y="1261"/>
                </a:lnTo>
                <a:lnTo>
                  <a:pt x="1433" y="1261"/>
                </a:lnTo>
                <a:lnTo>
                  <a:pt x="1432" y="1260"/>
                </a:lnTo>
                <a:lnTo>
                  <a:pt x="1432" y="1259"/>
                </a:lnTo>
                <a:lnTo>
                  <a:pt x="1432" y="1258"/>
                </a:lnTo>
                <a:lnTo>
                  <a:pt x="1432" y="1257"/>
                </a:lnTo>
                <a:lnTo>
                  <a:pt x="1433" y="1256"/>
                </a:lnTo>
                <a:lnTo>
                  <a:pt x="1434" y="1256"/>
                </a:lnTo>
                <a:lnTo>
                  <a:pt x="1435" y="1256"/>
                </a:lnTo>
                <a:lnTo>
                  <a:pt x="1435" y="1257"/>
                </a:lnTo>
                <a:lnTo>
                  <a:pt x="1436" y="1258"/>
                </a:lnTo>
                <a:lnTo>
                  <a:pt x="1436" y="1259"/>
                </a:lnTo>
                <a:lnTo>
                  <a:pt x="1436" y="1260"/>
                </a:lnTo>
                <a:lnTo>
                  <a:pt x="1436" y="1261"/>
                </a:lnTo>
                <a:lnTo>
                  <a:pt x="1437" y="1262"/>
                </a:lnTo>
                <a:lnTo>
                  <a:pt x="1438" y="1262"/>
                </a:lnTo>
                <a:lnTo>
                  <a:pt x="1440" y="1262"/>
                </a:lnTo>
                <a:lnTo>
                  <a:pt x="1441" y="1262"/>
                </a:lnTo>
                <a:lnTo>
                  <a:pt x="1442" y="1263"/>
                </a:lnTo>
                <a:lnTo>
                  <a:pt x="1443" y="1266"/>
                </a:lnTo>
                <a:lnTo>
                  <a:pt x="1443" y="1268"/>
                </a:lnTo>
                <a:lnTo>
                  <a:pt x="1445" y="1271"/>
                </a:lnTo>
                <a:lnTo>
                  <a:pt x="1445" y="1272"/>
                </a:lnTo>
                <a:lnTo>
                  <a:pt x="1447" y="1273"/>
                </a:lnTo>
                <a:lnTo>
                  <a:pt x="1448" y="1274"/>
                </a:lnTo>
                <a:lnTo>
                  <a:pt x="1449" y="1274"/>
                </a:lnTo>
                <a:lnTo>
                  <a:pt x="1450" y="1273"/>
                </a:lnTo>
                <a:lnTo>
                  <a:pt x="1450" y="1274"/>
                </a:lnTo>
                <a:lnTo>
                  <a:pt x="1451" y="1274"/>
                </a:lnTo>
                <a:lnTo>
                  <a:pt x="1451" y="1275"/>
                </a:lnTo>
                <a:lnTo>
                  <a:pt x="1452" y="1275"/>
                </a:lnTo>
                <a:lnTo>
                  <a:pt x="1452" y="1276"/>
                </a:lnTo>
                <a:lnTo>
                  <a:pt x="1453" y="1276"/>
                </a:lnTo>
                <a:lnTo>
                  <a:pt x="1454" y="1276"/>
                </a:lnTo>
                <a:lnTo>
                  <a:pt x="1454" y="1277"/>
                </a:lnTo>
                <a:lnTo>
                  <a:pt x="1453" y="1277"/>
                </a:lnTo>
                <a:lnTo>
                  <a:pt x="1453" y="1278"/>
                </a:lnTo>
                <a:lnTo>
                  <a:pt x="1452" y="1280"/>
                </a:lnTo>
                <a:lnTo>
                  <a:pt x="1452" y="1281"/>
                </a:lnTo>
                <a:lnTo>
                  <a:pt x="1451" y="1282"/>
                </a:lnTo>
                <a:lnTo>
                  <a:pt x="1451" y="1283"/>
                </a:lnTo>
                <a:lnTo>
                  <a:pt x="1450" y="1283"/>
                </a:lnTo>
                <a:lnTo>
                  <a:pt x="1450" y="1284"/>
                </a:lnTo>
                <a:lnTo>
                  <a:pt x="1450" y="1285"/>
                </a:lnTo>
                <a:lnTo>
                  <a:pt x="1450" y="1286"/>
                </a:lnTo>
                <a:lnTo>
                  <a:pt x="1449" y="1288"/>
                </a:lnTo>
                <a:lnTo>
                  <a:pt x="1449" y="1289"/>
                </a:lnTo>
                <a:lnTo>
                  <a:pt x="1448" y="1290"/>
                </a:lnTo>
                <a:lnTo>
                  <a:pt x="1448" y="1291"/>
                </a:lnTo>
                <a:lnTo>
                  <a:pt x="1448" y="1293"/>
                </a:lnTo>
                <a:lnTo>
                  <a:pt x="1449" y="1294"/>
                </a:lnTo>
                <a:lnTo>
                  <a:pt x="1450" y="1295"/>
                </a:lnTo>
                <a:lnTo>
                  <a:pt x="1450" y="1296"/>
                </a:lnTo>
                <a:lnTo>
                  <a:pt x="1451" y="1296"/>
                </a:lnTo>
                <a:lnTo>
                  <a:pt x="1451" y="1297"/>
                </a:lnTo>
                <a:lnTo>
                  <a:pt x="1451" y="1298"/>
                </a:lnTo>
                <a:lnTo>
                  <a:pt x="1451" y="1299"/>
                </a:lnTo>
                <a:lnTo>
                  <a:pt x="1451" y="1300"/>
                </a:lnTo>
                <a:lnTo>
                  <a:pt x="1452" y="1300"/>
                </a:lnTo>
                <a:lnTo>
                  <a:pt x="1454" y="1301"/>
                </a:lnTo>
                <a:lnTo>
                  <a:pt x="1455" y="1300"/>
                </a:lnTo>
                <a:lnTo>
                  <a:pt x="1456" y="1300"/>
                </a:lnTo>
                <a:lnTo>
                  <a:pt x="1456" y="1299"/>
                </a:lnTo>
                <a:lnTo>
                  <a:pt x="1456" y="1298"/>
                </a:lnTo>
                <a:lnTo>
                  <a:pt x="1458" y="1297"/>
                </a:lnTo>
                <a:lnTo>
                  <a:pt x="1459" y="1297"/>
                </a:lnTo>
                <a:lnTo>
                  <a:pt x="1460" y="1297"/>
                </a:lnTo>
                <a:lnTo>
                  <a:pt x="1460" y="1298"/>
                </a:lnTo>
                <a:lnTo>
                  <a:pt x="1461" y="1298"/>
                </a:lnTo>
                <a:lnTo>
                  <a:pt x="1462" y="1298"/>
                </a:lnTo>
                <a:lnTo>
                  <a:pt x="1462" y="1297"/>
                </a:lnTo>
                <a:lnTo>
                  <a:pt x="1462" y="1296"/>
                </a:lnTo>
                <a:lnTo>
                  <a:pt x="1463" y="1295"/>
                </a:lnTo>
                <a:lnTo>
                  <a:pt x="1465" y="1296"/>
                </a:lnTo>
                <a:lnTo>
                  <a:pt x="1466" y="1297"/>
                </a:lnTo>
                <a:lnTo>
                  <a:pt x="1467" y="1297"/>
                </a:lnTo>
                <a:lnTo>
                  <a:pt x="1468" y="1298"/>
                </a:lnTo>
                <a:lnTo>
                  <a:pt x="1468" y="1299"/>
                </a:lnTo>
                <a:lnTo>
                  <a:pt x="1468" y="1300"/>
                </a:lnTo>
                <a:lnTo>
                  <a:pt x="1469" y="1301"/>
                </a:lnTo>
                <a:lnTo>
                  <a:pt x="1469" y="1302"/>
                </a:lnTo>
                <a:lnTo>
                  <a:pt x="1470" y="1303"/>
                </a:lnTo>
                <a:lnTo>
                  <a:pt x="1471" y="1303"/>
                </a:lnTo>
                <a:lnTo>
                  <a:pt x="1471" y="1302"/>
                </a:lnTo>
                <a:lnTo>
                  <a:pt x="1471" y="1301"/>
                </a:lnTo>
                <a:lnTo>
                  <a:pt x="1472" y="1301"/>
                </a:lnTo>
                <a:lnTo>
                  <a:pt x="1473" y="1301"/>
                </a:lnTo>
                <a:lnTo>
                  <a:pt x="1474" y="1301"/>
                </a:lnTo>
                <a:lnTo>
                  <a:pt x="1475" y="1300"/>
                </a:lnTo>
                <a:lnTo>
                  <a:pt x="1476" y="1300"/>
                </a:lnTo>
                <a:lnTo>
                  <a:pt x="1476" y="1301"/>
                </a:lnTo>
                <a:lnTo>
                  <a:pt x="1477" y="1301"/>
                </a:lnTo>
                <a:lnTo>
                  <a:pt x="1477" y="1303"/>
                </a:lnTo>
                <a:lnTo>
                  <a:pt x="1478" y="1303"/>
                </a:lnTo>
                <a:lnTo>
                  <a:pt x="1479" y="1303"/>
                </a:lnTo>
                <a:lnTo>
                  <a:pt x="1480" y="1303"/>
                </a:lnTo>
                <a:lnTo>
                  <a:pt x="1480" y="1302"/>
                </a:lnTo>
                <a:lnTo>
                  <a:pt x="1479" y="1301"/>
                </a:lnTo>
                <a:lnTo>
                  <a:pt x="1479" y="1300"/>
                </a:lnTo>
                <a:lnTo>
                  <a:pt x="1478" y="1300"/>
                </a:lnTo>
                <a:lnTo>
                  <a:pt x="1478" y="1299"/>
                </a:lnTo>
                <a:lnTo>
                  <a:pt x="1478" y="1298"/>
                </a:lnTo>
                <a:lnTo>
                  <a:pt x="1479" y="1298"/>
                </a:lnTo>
                <a:lnTo>
                  <a:pt x="1479" y="1297"/>
                </a:lnTo>
                <a:lnTo>
                  <a:pt x="1480" y="1297"/>
                </a:lnTo>
                <a:lnTo>
                  <a:pt x="1481" y="1297"/>
                </a:lnTo>
                <a:lnTo>
                  <a:pt x="1484" y="1296"/>
                </a:lnTo>
                <a:lnTo>
                  <a:pt x="1484" y="1295"/>
                </a:lnTo>
                <a:lnTo>
                  <a:pt x="1485" y="1295"/>
                </a:lnTo>
                <a:lnTo>
                  <a:pt x="1486" y="1294"/>
                </a:lnTo>
                <a:lnTo>
                  <a:pt x="1487" y="1294"/>
                </a:lnTo>
                <a:lnTo>
                  <a:pt x="1489" y="1292"/>
                </a:lnTo>
                <a:lnTo>
                  <a:pt x="1490" y="1292"/>
                </a:lnTo>
                <a:lnTo>
                  <a:pt x="1491" y="1291"/>
                </a:lnTo>
                <a:lnTo>
                  <a:pt x="1492" y="1291"/>
                </a:lnTo>
                <a:lnTo>
                  <a:pt x="1493" y="1291"/>
                </a:lnTo>
                <a:lnTo>
                  <a:pt x="1494" y="1291"/>
                </a:lnTo>
                <a:lnTo>
                  <a:pt x="1495" y="1291"/>
                </a:lnTo>
                <a:lnTo>
                  <a:pt x="1496" y="1291"/>
                </a:lnTo>
                <a:lnTo>
                  <a:pt x="1497" y="1291"/>
                </a:lnTo>
                <a:lnTo>
                  <a:pt x="1498" y="1292"/>
                </a:lnTo>
                <a:lnTo>
                  <a:pt x="1499" y="1291"/>
                </a:lnTo>
                <a:lnTo>
                  <a:pt x="1500" y="1292"/>
                </a:lnTo>
                <a:lnTo>
                  <a:pt x="1502" y="1293"/>
                </a:lnTo>
                <a:lnTo>
                  <a:pt x="1504" y="1294"/>
                </a:lnTo>
                <a:lnTo>
                  <a:pt x="1506" y="1295"/>
                </a:lnTo>
                <a:lnTo>
                  <a:pt x="1507" y="1296"/>
                </a:lnTo>
                <a:lnTo>
                  <a:pt x="1507" y="1297"/>
                </a:lnTo>
                <a:lnTo>
                  <a:pt x="1508" y="1297"/>
                </a:lnTo>
                <a:lnTo>
                  <a:pt x="1509" y="1297"/>
                </a:lnTo>
                <a:lnTo>
                  <a:pt x="1510" y="1297"/>
                </a:lnTo>
                <a:lnTo>
                  <a:pt x="1511" y="1298"/>
                </a:lnTo>
                <a:lnTo>
                  <a:pt x="1511" y="1299"/>
                </a:lnTo>
                <a:lnTo>
                  <a:pt x="1511" y="1300"/>
                </a:lnTo>
                <a:lnTo>
                  <a:pt x="1512" y="1300"/>
                </a:lnTo>
                <a:lnTo>
                  <a:pt x="1512" y="1301"/>
                </a:lnTo>
                <a:lnTo>
                  <a:pt x="1513" y="1301"/>
                </a:lnTo>
                <a:lnTo>
                  <a:pt x="1514" y="1301"/>
                </a:lnTo>
                <a:lnTo>
                  <a:pt x="1514" y="1302"/>
                </a:lnTo>
                <a:lnTo>
                  <a:pt x="1514" y="1303"/>
                </a:lnTo>
                <a:lnTo>
                  <a:pt x="1514" y="1304"/>
                </a:lnTo>
                <a:lnTo>
                  <a:pt x="1515" y="1304"/>
                </a:lnTo>
                <a:lnTo>
                  <a:pt x="1515" y="1305"/>
                </a:lnTo>
                <a:lnTo>
                  <a:pt x="1516" y="1305"/>
                </a:lnTo>
                <a:lnTo>
                  <a:pt x="1517" y="1305"/>
                </a:lnTo>
                <a:lnTo>
                  <a:pt x="1518" y="1306"/>
                </a:lnTo>
                <a:lnTo>
                  <a:pt x="1519" y="1307"/>
                </a:lnTo>
                <a:lnTo>
                  <a:pt x="1520" y="1309"/>
                </a:lnTo>
                <a:lnTo>
                  <a:pt x="1521" y="1310"/>
                </a:lnTo>
                <a:lnTo>
                  <a:pt x="1521" y="1311"/>
                </a:lnTo>
                <a:lnTo>
                  <a:pt x="1521" y="1313"/>
                </a:lnTo>
                <a:lnTo>
                  <a:pt x="1521" y="1314"/>
                </a:lnTo>
                <a:lnTo>
                  <a:pt x="1521" y="1315"/>
                </a:lnTo>
                <a:lnTo>
                  <a:pt x="1520" y="1315"/>
                </a:lnTo>
                <a:lnTo>
                  <a:pt x="1519" y="1315"/>
                </a:lnTo>
                <a:lnTo>
                  <a:pt x="1519" y="1316"/>
                </a:lnTo>
                <a:lnTo>
                  <a:pt x="1519" y="1317"/>
                </a:lnTo>
                <a:lnTo>
                  <a:pt x="1517" y="1318"/>
                </a:lnTo>
                <a:lnTo>
                  <a:pt x="1517" y="1319"/>
                </a:lnTo>
                <a:lnTo>
                  <a:pt x="1517" y="1320"/>
                </a:lnTo>
                <a:lnTo>
                  <a:pt x="1516" y="1320"/>
                </a:lnTo>
                <a:lnTo>
                  <a:pt x="1517" y="1320"/>
                </a:lnTo>
                <a:lnTo>
                  <a:pt x="1517" y="1321"/>
                </a:lnTo>
                <a:lnTo>
                  <a:pt x="1517" y="1322"/>
                </a:lnTo>
                <a:lnTo>
                  <a:pt x="1518" y="1322"/>
                </a:lnTo>
                <a:lnTo>
                  <a:pt x="1518" y="1323"/>
                </a:lnTo>
                <a:lnTo>
                  <a:pt x="1519" y="1323"/>
                </a:lnTo>
                <a:lnTo>
                  <a:pt x="1520" y="1323"/>
                </a:lnTo>
                <a:lnTo>
                  <a:pt x="1521" y="1323"/>
                </a:lnTo>
                <a:lnTo>
                  <a:pt x="1521" y="1324"/>
                </a:lnTo>
                <a:lnTo>
                  <a:pt x="1522" y="1324"/>
                </a:lnTo>
                <a:lnTo>
                  <a:pt x="1523" y="1324"/>
                </a:lnTo>
                <a:lnTo>
                  <a:pt x="1523" y="1323"/>
                </a:lnTo>
                <a:lnTo>
                  <a:pt x="1524" y="1323"/>
                </a:lnTo>
                <a:lnTo>
                  <a:pt x="1525" y="1323"/>
                </a:lnTo>
                <a:lnTo>
                  <a:pt x="1526" y="1324"/>
                </a:lnTo>
                <a:lnTo>
                  <a:pt x="1527" y="1325"/>
                </a:lnTo>
                <a:lnTo>
                  <a:pt x="1527" y="1326"/>
                </a:lnTo>
                <a:lnTo>
                  <a:pt x="1528" y="1327"/>
                </a:lnTo>
                <a:lnTo>
                  <a:pt x="1529" y="1327"/>
                </a:lnTo>
                <a:lnTo>
                  <a:pt x="1529" y="1328"/>
                </a:lnTo>
                <a:lnTo>
                  <a:pt x="1530" y="1329"/>
                </a:lnTo>
                <a:lnTo>
                  <a:pt x="1530" y="1330"/>
                </a:lnTo>
                <a:lnTo>
                  <a:pt x="1531" y="1331"/>
                </a:lnTo>
                <a:lnTo>
                  <a:pt x="1531" y="1332"/>
                </a:lnTo>
                <a:lnTo>
                  <a:pt x="1532" y="1333"/>
                </a:lnTo>
                <a:lnTo>
                  <a:pt x="1533" y="1333"/>
                </a:lnTo>
                <a:lnTo>
                  <a:pt x="1533" y="1334"/>
                </a:lnTo>
                <a:lnTo>
                  <a:pt x="1532" y="1334"/>
                </a:lnTo>
                <a:lnTo>
                  <a:pt x="1532" y="1335"/>
                </a:lnTo>
                <a:lnTo>
                  <a:pt x="1531" y="1336"/>
                </a:lnTo>
                <a:lnTo>
                  <a:pt x="1530" y="1336"/>
                </a:lnTo>
                <a:lnTo>
                  <a:pt x="1530" y="1337"/>
                </a:lnTo>
                <a:lnTo>
                  <a:pt x="1529" y="1337"/>
                </a:lnTo>
                <a:lnTo>
                  <a:pt x="1529" y="1338"/>
                </a:lnTo>
                <a:lnTo>
                  <a:pt x="1529" y="1339"/>
                </a:lnTo>
                <a:lnTo>
                  <a:pt x="1529" y="1340"/>
                </a:lnTo>
                <a:lnTo>
                  <a:pt x="1529" y="1341"/>
                </a:lnTo>
                <a:lnTo>
                  <a:pt x="1529" y="1342"/>
                </a:lnTo>
                <a:lnTo>
                  <a:pt x="1529" y="1343"/>
                </a:lnTo>
                <a:lnTo>
                  <a:pt x="1528" y="1343"/>
                </a:lnTo>
                <a:lnTo>
                  <a:pt x="1528" y="1344"/>
                </a:lnTo>
                <a:lnTo>
                  <a:pt x="1528" y="1345"/>
                </a:lnTo>
                <a:lnTo>
                  <a:pt x="1529" y="1345"/>
                </a:lnTo>
                <a:lnTo>
                  <a:pt x="1530" y="1345"/>
                </a:lnTo>
                <a:lnTo>
                  <a:pt x="1531" y="1345"/>
                </a:lnTo>
                <a:lnTo>
                  <a:pt x="1531" y="1346"/>
                </a:lnTo>
                <a:lnTo>
                  <a:pt x="1532" y="1346"/>
                </a:lnTo>
                <a:lnTo>
                  <a:pt x="1533" y="1346"/>
                </a:lnTo>
                <a:lnTo>
                  <a:pt x="1533" y="1347"/>
                </a:lnTo>
                <a:lnTo>
                  <a:pt x="1534" y="1348"/>
                </a:lnTo>
                <a:lnTo>
                  <a:pt x="1533" y="1349"/>
                </a:lnTo>
                <a:lnTo>
                  <a:pt x="1532" y="1349"/>
                </a:lnTo>
                <a:lnTo>
                  <a:pt x="1533" y="1349"/>
                </a:lnTo>
                <a:lnTo>
                  <a:pt x="1533" y="1350"/>
                </a:lnTo>
                <a:lnTo>
                  <a:pt x="1534" y="1350"/>
                </a:lnTo>
                <a:lnTo>
                  <a:pt x="1535" y="1350"/>
                </a:lnTo>
                <a:lnTo>
                  <a:pt x="1535" y="1351"/>
                </a:lnTo>
                <a:lnTo>
                  <a:pt x="1535" y="1352"/>
                </a:lnTo>
                <a:lnTo>
                  <a:pt x="1535" y="1353"/>
                </a:lnTo>
                <a:lnTo>
                  <a:pt x="1534" y="1354"/>
                </a:lnTo>
                <a:lnTo>
                  <a:pt x="1533" y="1355"/>
                </a:lnTo>
                <a:lnTo>
                  <a:pt x="1532" y="1356"/>
                </a:lnTo>
                <a:lnTo>
                  <a:pt x="1531" y="1357"/>
                </a:lnTo>
                <a:lnTo>
                  <a:pt x="1531" y="1358"/>
                </a:lnTo>
                <a:lnTo>
                  <a:pt x="1531" y="1359"/>
                </a:lnTo>
                <a:lnTo>
                  <a:pt x="1532" y="1359"/>
                </a:lnTo>
                <a:lnTo>
                  <a:pt x="1532" y="1360"/>
                </a:lnTo>
                <a:lnTo>
                  <a:pt x="1533" y="1360"/>
                </a:lnTo>
                <a:lnTo>
                  <a:pt x="1533" y="1361"/>
                </a:lnTo>
                <a:lnTo>
                  <a:pt x="1534" y="1361"/>
                </a:lnTo>
                <a:lnTo>
                  <a:pt x="1534" y="1360"/>
                </a:lnTo>
                <a:lnTo>
                  <a:pt x="1535" y="1360"/>
                </a:lnTo>
                <a:lnTo>
                  <a:pt x="1536" y="1360"/>
                </a:lnTo>
                <a:lnTo>
                  <a:pt x="1536" y="1361"/>
                </a:lnTo>
                <a:lnTo>
                  <a:pt x="1535" y="1361"/>
                </a:lnTo>
                <a:lnTo>
                  <a:pt x="1534" y="1362"/>
                </a:lnTo>
                <a:lnTo>
                  <a:pt x="1533" y="1363"/>
                </a:lnTo>
                <a:lnTo>
                  <a:pt x="1532" y="1363"/>
                </a:lnTo>
                <a:lnTo>
                  <a:pt x="1531" y="1364"/>
                </a:lnTo>
                <a:lnTo>
                  <a:pt x="1531" y="1363"/>
                </a:lnTo>
                <a:lnTo>
                  <a:pt x="1530" y="1363"/>
                </a:lnTo>
                <a:lnTo>
                  <a:pt x="1529" y="1364"/>
                </a:lnTo>
                <a:lnTo>
                  <a:pt x="1527" y="1365"/>
                </a:lnTo>
                <a:lnTo>
                  <a:pt x="1525" y="1367"/>
                </a:lnTo>
                <a:lnTo>
                  <a:pt x="1523" y="1368"/>
                </a:lnTo>
                <a:lnTo>
                  <a:pt x="1522" y="1370"/>
                </a:lnTo>
                <a:lnTo>
                  <a:pt x="1520" y="1371"/>
                </a:lnTo>
                <a:lnTo>
                  <a:pt x="1519" y="1372"/>
                </a:lnTo>
                <a:lnTo>
                  <a:pt x="1517" y="1372"/>
                </a:lnTo>
                <a:lnTo>
                  <a:pt x="1515" y="1372"/>
                </a:lnTo>
                <a:lnTo>
                  <a:pt x="1515" y="1373"/>
                </a:lnTo>
                <a:lnTo>
                  <a:pt x="1514" y="1374"/>
                </a:lnTo>
                <a:lnTo>
                  <a:pt x="1512" y="1373"/>
                </a:lnTo>
                <a:lnTo>
                  <a:pt x="1511" y="1373"/>
                </a:lnTo>
                <a:lnTo>
                  <a:pt x="1510" y="1374"/>
                </a:lnTo>
                <a:lnTo>
                  <a:pt x="1510" y="1375"/>
                </a:lnTo>
                <a:lnTo>
                  <a:pt x="1509" y="1375"/>
                </a:lnTo>
                <a:lnTo>
                  <a:pt x="1508" y="1375"/>
                </a:lnTo>
                <a:lnTo>
                  <a:pt x="1507" y="1374"/>
                </a:lnTo>
                <a:lnTo>
                  <a:pt x="1506" y="1374"/>
                </a:lnTo>
                <a:lnTo>
                  <a:pt x="1506" y="1373"/>
                </a:lnTo>
                <a:lnTo>
                  <a:pt x="1505" y="1373"/>
                </a:lnTo>
                <a:lnTo>
                  <a:pt x="1504" y="1373"/>
                </a:lnTo>
                <a:lnTo>
                  <a:pt x="1503" y="1373"/>
                </a:lnTo>
                <a:lnTo>
                  <a:pt x="1502" y="1373"/>
                </a:lnTo>
                <a:lnTo>
                  <a:pt x="1502" y="1372"/>
                </a:lnTo>
                <a:lnTo>
                  <a:pt x="1500" y="1372"/>
                </a:lnTo>
                <a:lnTo>
                  <a:pt x="1498" y="1371"/>
                </a:lnTo>
                <a:lnTo>
                  <a:pt x="1496" y="1370"/>
                </a:lnTo>
                <a:lnTo>
                  <a:pt x="1495" y="1370"/>
                </a:lnTo>
                <a:lnTo>
                  <a:pt x="1494" y="1370"/>
                </a:lnTo>
                <a:lnTo>
                  <a:pt x="1493" y="1370"/>
                </a:lnTo>
                <a:lnTo>
                  <a:pt x="1492" y="1370"/>
                </a:lnTo>
                <a:lnTo>
                  <a:pt x="1491" y="1370"/>
                </a:lnTo>
                <a:lnTo>
                  <a:pt x="1490" y="1371"/>
                </a:lnTo>
                <a:lnTo>
                  <a:pt x="1488" y="1371"/>
                </a:lnTo>
                <a:lnTo>
                  <a:pt x="1487" y="1371"/>
                </a:lnTo>
                <a:lnTo>
                  <a:pt x="1487" y="1370"/>
                </a:lnTo>
                <a:lnTo>
                  <a:pt x="1487" y="1371"/>
                </a:lnTo>
                <a:lnTo>
                  <a:pt x="1486" y="1371"/>
                </a:lnTo>
                <a:lnTo>
                  <a:pt x="1485" y="1371"/>
                </a:lnTo>
                <a:lnTo>
                  <a:pt x="1485" y="1372"/>
                </a:lnTo>
                <a:lnTo>
                  <a:pt x="1485" y="1373"/>
                </a:lnTo>
                <a:lnTo>
                  <a:pt x="1485" y="1374"/>
                </a:lnTo>
                <a:lnTo>
                  <a:pt x="1484" y="1374"/>
                </a:lnTo>
                <a:lnTo>
                  <a:pt x="1481" y="1375"/>
                </a:lnTo>
                <a:lnTo>
                  <a:pt x="1480" y="1376"/>
                </a:lnTo>
                <a:lnTo>
                  <a:pt x="1479" y="1377"/>
                </a:lnTo>
                <a:lnTo>
                  <a:pt x="1478" y="1377"/>
                </a:lnTo>
                <a:lnTo>
                  <a:pt x="1477" y="1377"/>
                </a:lnTo>
                <a:lnTo>
                  <a:pt x="1476" y="1377"/>
                </a:lnTo>
                <a:lnTo>
                  <a:pt x="1475" y="1377"/>
                </a:lnTo>
                <a:lnTo>
                  <a:pt x="1474" y="1377"/>
                </a:lnTo>
                <a:lnTo>
                  <a:pt x="1472" y="1376"/>
                </a:lnTo>
                <a:lnTo>
                  <a:pt x="1470" y="1377"/>
                </a:lnTo>
                <a:lnTo>
                  <a:pt x="1468" y="1378"/>
                </a:lnTo>
                <a:lnTo>
                  <a:pt x="1464" y="1380"/>
                </a:lnTo>
                <a:lnTo>
                  <a:pt x="1463" y="1381"/>
                </a:lnTo>
                <a:lnTo>
                  <a:pt x="1462" y="1381"/>
                </a:lnTo>
                <a:lnTo>
                  <a:pt x="1461" y="1380"/>
                </a:lnTo>
                <a:lnTo>
                  <a:pt x="1460" y="1377"/>
                </a:lnTo>
                <a:lnTo>
                  <a:pt x="1459" y="1377"/>
                </a:lnTo>
                <a:lnTo>
                  <a:pt x="1458" y="1377"/>
                </a:lnTo>
                <a:lnTo>
                  <a:pt x="1457" y="1377"/>
                </a:lnTo>
                <a:lnTo>
                  <a:pt x="1455" y="1379"/>
                </a:lnTo>
                <a:lnTo>
                  <a:pt x="1453" y="1379"/>
                </a:lnTo>
                <a:lnTo>
                  <a:pt x="1452" y="1379"/>
                </a:lnTo>
                <a:lnTo>
                  <a:pt x="1451" y="1380"/>
                </a:lnTo>
                <a:lnTo>
                  <a:pt x="1450" y="1380"/>
                </a:lnTo>
                <a:lnTo>
                  <a:pt x="1451" y="1381"/>
                </a:lnTo>
                <a:lnTo>
                  <a:pt x="1450" y="1381"/>
                </a:lnTo>
                <a:lnTo>
                  <a:pt x="1449" y="1383"/>
                </a:lnTo>
                <a:lnTo>
                  <a:pt x="1448" y="1384"/>
                </a:lnTo>
                <a:lnTo>
                  <a:pt x="1447" y="1385"/>
                </a:lnTo>
                <a:lnTo>
                  <a:pt x="1446" y="1386"/>
                </a:lnTo>
                <a:lnTo>
                  <a:pt x="1444" y="1385"/>
                </a:lnTo>
                <a:lnTo>
                  <a:pt x="1441" y="1385"/>
                </a:lnTo>
                <a:lnTo>
                  <a:pt x="1440" y="1384"/>
                </a:lnTo>
                <a:lnTo>
                  <a:pt x="1439" y="1384"/>
                </a:lnTo>
                <a:lnTo>
                  <a:pt x="1438" y="1384"/>
                </a:lnTo>
                <a:lnTo>
                  <a:pt x="1437" y="1384"/>
                </a:lnTo>
                <a:lnTo>
                  <a:pt x="1436" y="1383"/>
                </a:lnTo>
                <a:lnTo>
                  <a:pt x="1435" y="1383"/>
                </a:lnTo>
                <a:lnTo>
                  <a:pt x="1434" y="1383"/>
                </a:lnTo>
                <a:lnTo>
                  <a:pt x="1433" y="1384"/>
                </a:lnTo>
                <a:lnTo>
                  <a:pt x="1432" y="1384"/>
                </a:lnTo>
                <a:lnTo>
                  <a:pt x="1432" y="1383"/>
                </a:lnTo>
                <a:lnTo>
                  <a:pt x="1431" y="1384"/>
                </a:lnTo>
                <a:lnTo>
                  <a:pt x="1429" y="1384"/>
                </a:lnTo>
                <a:lnTo>
                  <a:pt x="1428" y="1384"/>
                </a:lnTo>
                <a:lnTo>
                  <a:pt x="1427" y="1385"/>
                </a:lnTo>
                <a:lnTo>
                  <a:pt x="1426" y="1385"/>
                </a:lnTo>
                <a:lnTo>
                  <a:pt x="1424" y="1386"/>
                </a:lnTo>
                <a:lnTo>
                  <a:pt x="1424" y="1387"/>
                </a:lnTo>
                <a:lnTo>
                  <a:pt x="1424" y="1389"/>
                </a:lnTo>
                <a:lnTo>
                  <a:pt x="1424" y="1390"/>
                </a:lnTo>
                <a:lnTo>
                  <a:pt x="1423" y="1391"/>
                </a:lnTo>
                <a:lnTo>
                  <a:pt x="1420" y="1392"/>
                </a:lnTo>
                <a:lnTo>
                  <a:pt x="1417" y="1392"/>
                </a:lnTo>
                <a:lnTo>
                  <a:pt x="1417" y="1391"/>
                </a:lnTo>
                <a:lnTo>
                  <a:pt x="1416" y="1391"/>
                </a:lnTo>
                <a:lnTo>
                  <a:pt x="1415" y="1390"/>
                </a:lnTo>
                <a:lnTo>
                  <a:pt x="1414" y="1390"/>
                </a:lnTo>
                <a:lnTo>
                  <a:pt x="1413" y="1391"/>
                </a:lnTo>
                <a:lnTo>
                  <a:pt x="1412" y="1392"/>
                </a:lnTo>
                <a:lnTo>
                  <a:pt x="1411" y="1393"/>
                </a:lnTo>
                <a:lnTo>
                  <a:pt x="1411" y="1394"/>
                </a:lnTo>
                <a:lnTo>
                  <a:pt x="1410" y="1395"/>
                </a:lnTo>
                <a:lnTo>
                  <a:pt x="1409" y="1396"/>
                </a:lnTo>
                <a:lnTo>
                  <a:pt x="1408" y="1395"/>
                </a:lnTo>
                <a:lnTo>
                  <a:pt x="1407" y="1395"/>
                </a:lnTo>
                <a:lnTo>
                  <a:pt x="1407" y="1394"/>
                </a:lnTo>
                <a:lnTo>
                  <a:pt x="1406" y="1394"/>
                </a:lnTo>
                <a:lnTo>
                  <a:pt x="1406" y="1392"/>
                </a:lnTo>
                <a:lnTo>
                  <a:pt x="1406" y="1391"/>
                </a:lnTo>
                <a:lnTo>
                  <a:pt x="1406" y="1390"/>
                </a:lnTo>
                <a:lnTo>
                  <a:pt x="1405" y="1389"/>
                </a:lnTo>
                <a:lnTo>
                  <a:pt x="1404" y="1389"/>
                </a:lnTo>
                <a:lnTo>
                  <a:pt x="1403" y="1387"/>
                </a:lnTo>
                <a:lnTo>
                  <a:pt x="1403" y="1386"/>
                </a:lnTo>
                <a:lnTo>
                  <a:pt x="1403" y="1384"/>
                </a:lnTo>
                <a:lnTo>
                  <a:pt x="1402" y="1384"/>
                </a:lnTo>
                <a:lnTo>
                  <a:pt x="1401" y="1383"/>
                </a:lnTo>
                <a:lnTo>
                  <a:pt x="1400" y="1383"/>
                </a:lnTo>
                <a:lnTo>
                  <a:pt x="1399" y="1383"/>
                </a:lnTo>
                <a:lnTo>
                  <a:pt x="1398" y="1383"/>
                </a:lnTo>
                <a:lnTo>
                  <a:pt x="1397" y="1383"/>
                </a:lnTo>
                <a:lnTo>
                  <a:pt x="1395" y="1383"/>
                </a:lnTo>
                <a:lnTo>
                  <a:pt x="1394" y="1383"/>
                </a:lnTo>
                <a:lnTo>
                  <a:pt x="1393" y="1382"/>
                </a:lnTo>
                <a:lnTo>
                  <a:pt x="1392" y="1381"/>
                </a:lnTo>
                <a:lnTo>
                  <a:pt x="1392" y="1380"/>
                </a:lnTo>
                <a:lnTo>
                  <a:pt x="1392" y="1379"/>
                </a:lnTo>
                <a:lnTo>
                  <a:pt x="1392" y="1378"/>
                </a:lnTo>
                <a:lnTo>
                  <a:pt x="1391" y="1377"/>
                </a:lnTo>
                <a:lnTo>
                  <a:pt x="1391" y="1376"/>
                </a:lnTo>
                <a:lnTo>
                  <a:pt x="1389" y="1376"/>
                </a:lnTo>
                <a:lnTo>
                  <a:pt x="1388" y="1375"/>
                </a:lnTo>
                <a:lnTo>
                  <a:pt x="1387" y="1374"/>
                </a:lnTo>
                <a:lnTo>
                  <a:pt x="1386" y="1373"/>
                </a:lnTo>
                <a:lnTo>
                  <a:pt x="1385" y="1373"/>
                </a:lnTo>
                <a:lnTo>
                  <a:pt x="1384" y="1373"/>
                </a:lnTo>
                <a:lnTo>
                  <a:pt x="1383" y="1373"/>
                </a:lnTo>
                <a:lnTo>
                  <a:pt x="1383" y="1372"/>
                </a:lnTo>
                <a:lnTo>
                  <a:pt x="1382" y="1372"/>
                </a:lnTo>
                <a:lnTo>
                  <a:pt x="1380" y="1372"/>
                </a:lnTo>
                <a:lnTo>
                  <a:pt x="1378" y="1372"/>
                </a:lnTo>
                <a:lnTo>
                  <a:pt x="1378" y="1373"/>
                </a:lnTo>
                <a:lnTo>
                  <a:pt x="1377" y="1373"/>
                </a:lnTo>
                <a:lnTo>
                  <a:pt x="1376" y="1373"/>
                </a:lnTo>
                <a:lnTo>
                  <a:pt x="1375" y="1372"/>
                </a:lnTo>
                <a:lnTo>
                  <a:pt x="1373" y="1372"/>
                </a:lnTo>
                <a:lnTo>
                  <a:pt x="1373" y="1373"/>
                </a:lnTo>
                <a:lnTo>
                  <a:pt x="1372" y="1374"/>
                </a:lnTo>
                <a:lnTo>
                  <a:pt x="1371" y="1374"/>
                </a:lnTo>
                <a:lnTo>
                  <a:pt x="1369" y="1374"/>
                </a:lnTo>
                <a:lnTo>
                  <a:pt x="1367" y="1374"/>
                </a:lnTo>
                <a:lnTo>
                  <a:pt x="1366" y="1374"/>
                </a:lnTo>
                <a:lnTo>
                  <a:pt x="1365" y="1375"/>
                </a:lnTo>
                <a:lnTo>
                  <a:pt x="1365" y="1376"/>
                </a:lnTo>
                <a:lnTo>
                  <a:pt x="1365" y="1377"/>
                </a:lnTo>
                <a:lnTo>
                  <a:pt x="1364" y="1377"/>
                </a:lnTo>
                <a:lnTo>
                  <a:pt x="1364" y="1376"/>
                </a:lnTo>
                <a:lnTo>
                  <a:pt x="1363" y="1376"/>
                </a:lnTo>
                <a:lnTo>
                  <a:pt x="1362" y="1376"/>
                </a:lnTo>
                <a:lnTo>
                  <a:pt x="1361" y="1376"/>
                </a:lnTo>
                <a:lnTo>
                  <a:pt x="1361" y="1377"/>
                </a:lnTo>
                <a:lnTo>
                  <a:pt x="1360" y="1377"/>
                </a:lnTo>
                <a:lnTo>
                  <a:pt x="1358" y="1377"/>
                </a:lnTo>
                <a:lnTo>
                  <a:pt x="1357" y="1378"/>
                </a:lnTo>
                <a:lnTo>
                  <a:pt x="1357" y="1379"/>
                </a:lnTo>
                <a:lnTo>
                  <a:pt x="1357" y="1380"/>
                </a:lnTo>
                <a:lnTo>
                  <a:pt x="1356" y="1380"/>
                </a:lnTo>
                <a:lnTo>
                  <a:pt x="1356" y="1381"/>
                </a:lnTo>
                <a:lnTo>
                  <a:pt x="1354" y="1382"/>
                </a:lnTo>
                <a:lnTo>
                  <a:pt x="1353" y="1382"/>
                </a:lnTo>
                <a:lnTo>
                  <a:pt x="1352" y="1383"/>
                </a:lnTo>
                <a:lnTo>
                  <a:pt x="1352" y="1384"/>
                </a:lnTo>
                <a:lnTo>
                  <a:pt x="1351" y="1384"/>
                </a:lnTo>
                <a:lnTo>
                  <a:pt x="1350" y="1386"/>
                </a:lnTo>
                <a:lnTo>
                  <a:pt x="1349" y="1386"/>
                </a:lnTo>
                <a:lnTo>
                  <a:pt x="1349" y="1385"/>
                </a:lnTo>
                <a:lnTo>
                  <a:pt x="1347" y="1385"/>
                </a:lnTo>
                <a:lnTo>
                  <a:pt x="1346" y="1385"/>
                </a:lnTo>
                <a:lnTo>
                  <a:pt x="1347" y="1385"/>
                </a:lnTo>
                <a:lnTo>
                  <a:pt x="1347" y="1384"/>
                </a:lnTo>
                <a:lnTo>
                  <a:pt x="1347" y="1383"/>
                </a:lnTo>
                <a:lnTo>
                  <a:pt x="1347" y="1382"/>
                </a:lnTo>
                <a:lnTo>
                  <a:pt x="1347" y="1381"/>
                </a:lnTo>
                <a:lnTo>
                  <a:pt x="1346" y="1381"/>
                </a:lnTo>
                <a:lnTo>
                  <a:pt x="1346" y="1380"/>
                </a:lnTo>
                <a:lnTo>
                  <a:pt x="1346" y="1379"/>
                </a:lnTo>
                <a:lnTo>
                  <a:pt x="1346" y="1378"/>
                </a:lnTo>
                <a:lnTo>
                  <a:pt x="1347" y="1378"/>
                </a:lnTo>
                <a:lnTo>
                  <a:pt x="1347" y="1377"/>
                </a:lnTo>
                <a:lnTo>
                  <a:pt x="1346" y="1376"/>
                </a:lnTo>
                <a:lnTo>
                  <a:pt x="1346" y="1375"/>
                </a:lnTo>
                <a:lnTo>
                  <a:pt x="1346" y="1374"/>
                </a:lnTo>
                <a:lnTo>
                  <a:pt x="1347" y="1374"/>
                </a:lnTo>
                <a:lnTo>
                  <a:pt x="1347" y="1373"/>
                </a:lnTo>
                <a:lnTo>
                  <a:pt x="1346" y="1372"/>
                </a:lnTo>
                <a:lnTo>
                  <a:pt x="1345" y="1372"/>
                </a:lnTo>
                <a:lnTo>
                  <a:pt x="1344" y="1370"/>
                </a:lnTo>
                <a:lnTo>
                  <a:pt x="1344" y="1369"/>
                </a:lnTo>
                <a:lnTo>
                  <a:pt x="1343" y="1368"/>
                </a:lnTo>
                <a:lnTo>
                  <a:pt x="1344" y="1368"/>
                </a:lnTo>
                <a:lnTo>
                  <a:pt x="1345" y="1368"/>
                </a:lnTo>
                <a:lnTo>
                  <a:pt x="1346" y="1368"/>
                </a:lnTo>
                <a:lnTo>
                  <a:pt x="1346" y="1367"/>
                </a:lnTo>
                <a:lnTo>
                  <a:pt x="1346" y="1366"/>
                </a:lnTo>
                <a:lnTo>
                  <a:pt x="1346" y="1365"/>
                </a:lnTo>
                <a:lnTo>
                  <a:pt x="1347" y="1365"/>
                </a:lnTo>
                <a:lnTo>
                  <a:pt x="1348" y="1365"/>
                </a:lnTo>
                <a:lnTo>
                  <a:pt x="1349" y="1365"/>
                </a:lnTo>
                <a:lnTo>
                  <a:pt x="1350" y="1365"/>
                </a:lnTo>
                <a:lnTo>
                  <a:pt x="1351" y="1365"/>
                </a:lnTo>
                <a:lnTo>
                  <a:pt x="1351" y="1364"/>
                </a:lnTo>
                <a:lnTo>
                  <a:pt x="1351" y="1363"/>
                </a:lnTo>
                <a:lnTo>
                  <a:pt x="1350" y="1363"/>
                </a:lnTo>
                <a:lnTo>
                  <a:pt x="1348" y="1363"/>
                </a:lnTo>
                <a:lnTo>
                  <a:pt x="1346" y="1364"/>
                </a:lnTo>
                <a:lnTo>
                  <a:pt x="1344" y="1363"/>
                </a:lnTo>
                <a:lnTo>
                  <a:pt x="1343" y="1363"/>
                </a:lnTo>
                <a:lnTo>
                  <a:pt x="1342" y="1363"/>
                </a:lnTo>
                <a:lnTo>
                  <a:pt x="1341" y="1362"/>
                </a:lnTo>
                <a:lnTo>
                  <a:pt x="1341" y="1361"/>
                </a:lnTo>
                <a:lnTo>
                  <a:pt x="1340" y="1361"/>
                </a:lnTo>
                <a:lnTo>
                  <a:pt x="1339" y="1362"/>
                </a:lnTo>
                <a:lnTo>
                  <a:pt x="1338" y="1362"/>
                </a:lnTo>
                <a:lnTo>
                  <a:pt x="1337" y="1361"/>
                </a:lnTo>
                <a:lnTo>
                  <a:pt x="1338" y="1360"/>
                </a:lnTo>
                <a:lnTo>
                  <a:pt x="1339" y="1359"/>
                </a:lnTo>
                <a:lnTo>
                  <a:pt x="1339" y="1358"/>
                </a:lnTo>
                <a:lnTo>
                  <a:pt x="1339" y="1357"/>
                </a:lnTo>
                <a:lnTo>
                  <a:pt x="1338" y="1357"/>
                </a:lnTo>
                <a:lnTo>
                  <a:pt x="1338" y="1356"/>
                </a:lnTo>
                <a:lnTo>
                  <a:pt x="1339" y="1356"/>
                </a:lnTo>
                <a:lnTo>
                  <a:pt x="1339" y="1355"/>
                </a:lnTo>
                <a:lnTo>
                  <a:pt x="1338" y="1354"/>
                </a:lnTo>
                <a:lnTo>
                  <a:pt x="1338" y="1353"/>
                </a:lnTo>
                <a:lnTo>
                  <a:pt x="1337" y="1353"/>
                </a:lnTo>
                <a:lnTo>
                  <a:pt x="1338" y="1353"/>
                </a:lnTo>
                <a:lnTo>
                  <a:pt x="1338" y="1352"/>
                </a:lnTo>
                <a:lnTo>
                  <a:pt x="1338" y="1351"/>
                </a:lnTo>
                <a:lnTo>
                  <a:pt x="1337" y="1351"/>
                </a:lnTo>
                <a:lnTo>
                  <a:pt x="1337" y="1350"/>
                </a:lnTo>
                <a:lnTo>
                  <a:pt x="1337" y="1349"/>
                </a:lnTo>
                <a:lnTo>
                  <a:pt x="1336" y="1348"/>
                </a:lnTo>
                <a:lnTo>
                  <a:pt x="1336" y="1347"/>
                </a:lnTo>
                <a:lnTo>
                  <a:pt x="1337" y="1347"/>
                </a:lnTo>
                <a:lnTo>
                  <a:pt x="1337" y="1346"/>
                </a:lnTo>
                <a:lnTo>
                  <a:pt x="1336" y="1346"/>
                </a:lnTo>
                <a:lnTo>
                  <a:pt x="1338" y="1345"/>
                </a:lnTo>
                <a:lnTo>
                  <a:pt x="1339" y="1344"/>
                </a:lnTo>
                <a:lnTo>
                  <a:pt x="1340" y="1344"/>
                </a:lnTo>
                <a:lnTo>
                  <a:pt x="1342" y="1344"/>
                </a:lnTo>
                <a:lnTo>
                  <a:pt x="1342" y="1343"/>
                </a:lnTo>
                <a:lnTo>
                  <a:pt x="1343" y="1343"/>
                </a:lnTo>
                <a:lnTo>
                  <a:pt x="1343" y="1342"/>
                </a:lnTo>
                <a:lnTo>
                  <a:pt x="1344" y="1341"/>
                </a:lnTo>
                <a:lnTo>
                  <a:pt x="1345" y="1341"/>
                </a:lnTo>
                <a:lnTo>
                  <a:pt x="1345" y="1340"/>
                </a:lnTo>
                <a:lnTo>
                  <a:pt x="1345" y="1339"/>
                </a:lnTo>
                <a:lnTo>
                  <a:pt x="1345" y="1337"/>
                </a:lnTo>
                <a:lnTo>
                  <a:pt x="1345" y="1336"/>
                </a:lnTo>
                <a:lnTo>
                  <a:pt x="1345" y="1335"/>
                </a:lnTo>
                <a:lnTo>
                  <a:pt x="1345" y="1334"/>
                </a:lnTo>
                <a:lnTo>
                  <a:pt x="1344" y="1333"/>
                </a:lnTo>
                <a:lnTo>
                  <a:pt x="1345" y="1332"/>
                </a:lnTo>
                <a:lnTo>
                  <a:pt x="1344" y="1332"/>
                </a:lnTo>
                <a:lnTo>
                  <a:pt x="1344" y="1331"/>
                </a:lnTo>
                <a:lnTo>
                  <a:pt x="1343" y="1331"/>
                </a:lnTo>
                <a:lnTo>
                  <a:pt x="1343" y="1330"/>
                </a:lnTo>
                <a:lnTo>
                  <a:pt x="1342" y="1330"/>
                </a:lnTo>
                <a:lnTo>
                  <a:pt x="1342" y="1329"/>
                </a:lnTo>
                <a:lnTo>
                  <a:pt x="1343" y="1329"/>
                </a:lnTo>
                <a:lnTo>
                  <a:pt x="1343" y="1327"/>
                </a:lnTo>
                <a:lnTo>
                  <a:pt x="1342" y="1326"/>
                </a:lnTo>
                <a:lnTo>
                  <a:pt x="1341" y="1326"/>
                </a:lnTo>
                <a:lnTo>
                  <a:pt x="1340" y="1326"/>
                </a:lnTo>
                <a:lnTo>
                  <a:pt x="1339" y="1326"/>
                </a:lnTo>
                <a:lnTo>
                  <a:pt x="1338" y="1326"/>
                </a:lnTo>
                <a:lnTo>
                  <a:pt x="1338" y="1325"/>
                </a:lnTo>
                <a:lnTo>
                  <a:pt x="1339" y="1325"/>
                </a:lnTo>
                <a:lnTo>
                  <a:pt x="1339" y="1324"/>
                </a:lnTo>
                <a:lnTo>
                  <a:pt x="1338" y="1324"/>
                </a:lnTo>
                <a:lnTo>
                  <a:pt x="1338" y="1325"/>
                </a:lnTo>
                <a:lnTo>
                  <a:pt x="1337" y="1325"/>
                </a:lnTo>
                <a:lnTo>
                  <a:pt x="1336" y="1325"/>
                </a:lnTo>
                <a:lnTo>
                  <a:pt x="1335" y="1326"/>
                </a:lnTo>
                <a:lnTo>
                  <a:pt x="1335" y="1327"/>
                </a:lnTo>
                <a:lnTo>
                  <a:pt x="1334" y="1328"/>
                </a:lnTo>
                <a:lnTo>
                  <a:pt x="1333" y="1328"/>
                </a:lnTo>
                <a:lnTo>
                  <a:pt x="1332" y="1328"/>
                </a:lnTo>
                <a:lnTo>
                  <a:pt x="1331" y="1327"/>
                </a:lnTo>
                <a:lnTo>
                  <a:pt x="1331" y="1328"/>
                </a:lnTo>
                <a:lnTo>
                  <a:pt x="1331" y="1327"/>
                </a:lnTo>
                <a:lnTo>
                  <a:pt x="1330" y="1327"/>
                </a:lnTo>
                <a:lnTo>
                  <a:pt x="1329" y="1327"/>
                </a:lnTo>
                <a:lnTo>
                  <a:pt x="1328" y="1327"/>
                </a:lnTo>
                <a:lnTo>
                  <a:pt x="1327" y="1327"/>
                </a:lnTo>
                <a:lnTo>
                  <a:pt x="1326" y="1326"/>
                </a:lnTo>
                <a:lnTo>
                  <a:pt x="1326" y="1325"/>
                </a:lnTo>
                <a:lnTo>
                  <a:pt x="1325" y="1324"/>
                </a:lnTo>
                <a:lnTo>
                  <a:pt x="1325" y="1323"/>
                </a:lnTo>
                <a:lnTo>
                  <a:pt x="1325" y="1322"/>
                </a:lnTo>
                <a:lnTo>
                  <a:pt x="1324" y="1322"/>
                </a:lnTo>
                <a:lnTo>
                  <a:pt x="1324" y="1321"/>
                </a:lnTo>
                <a:lnTo>
                  <a:pt x="1325" y="1320"/>
                </a:lnTo>
                <a:lnTo>
                  <a:pt x="1326" y="1319"/>
                </a:lnTo>
                <a:lnTo>
                  <a:pt x="1326" y="1318"/>
                </a:lnTo>
                <a:lnTo>
                  <a:pt x="1327" y="1318"/>
                </a:lnTo>
                <a:lnTo>
                  <a:pt x="1327" y="1317"/>
                </a:lnTo>
                <a:lnTo>
                  <a:pt x="1327" y="1316"/>
                </a:lnTo>
                <a:lnTo>
                  <a:pt x="1328" y="1315"/>
                </a:lnTo>
                <a:lnTo>
                  <a:pt x="1327" y="1314"/>
                </a:lnTo>
                <a:lnTo>
                  <a:pt x="1326" y="1313"/>
                </a:lnTo>
                <a:lnTo>
                  <a:pt x="1326" y="1312"/>
                </a:lnTo>
                <a:lnTo>
                  <a:pt x="1325" y="1312"/>
                </a:lnTo>
                <a:lnTo>
                  <a:pt x="1324" y="1312"/>
                </a:lnTo>
                <a:lnTo>
                  <a:pt x="1324" y="1311"/>
                </a:lnTo>
                <a:lnTo>
                  <a:pt x="1324" y="1312"/>
                </a:lnTo>
                <a:lnTo>
                  <a:pt x="1323" y="1312"/>
                </a:lnTo>
                <a:lnTo>
                  <a:pt x="1322" y="1312"/>
                </a:lnTo>
                <a:lnTo>
                  <a:pt x="1321" y="1312"/>
                </a:lnTo>
                <a:lnTo>
                  <a:pt x="1320" y="1312"/>
                </a:lnTo>
                <a:lnTo>
                  <a:pt x="1318" y="1312"/>
                </a:lnTo>
                <a:lnTo>
                  <a:pt x="1317" y="1312"/>
                </a:lnTo>
                <a:lnTo>
                  <a:pt x="1316" y="1312"/>
                </a:lnTo>
                <a:lnTo>
                  <a:pt x="1316" y="1311"/>
                </a:lnTo>
                <a:lnTo>
                  <a:pt x="1315" y="1311"/>
                </a:lnTo>
                <a:lnTo>
                  <a:pt x="1314" y="1310"/>
                </a:lnTo>
                <a:lnTo>
                  <a:pt x="1313" y="1309"/>
                </a:lnTo>
                <a:lnTo>
                  <a:pt x="1312" y="1309"/>
                </a:lnTo>
                <a:lnTo>
                  <a:pt x="1311" y="1309"/>
                </a:lnTo>
                <a:lnTo>
                  <a:pt x="1310" y="1308"/>
                </a:lnTo>
                <a:lnTo>
                  <a:pt x="1309" y="1308"/>
                </a:lnTo>
                <a:lnTo>
                  <a:pt x="1309" y="1309"/>
                </a:lnTo>
                <a:lnTo>
                  <a:pt x="1308" y="1309"/>
                </a:lnTo>
                <a:lnTo>
                  <a:pt x="1307" y="1309"/>
                </a:lnTo>
                <a:lnTo>
                  <a:pt x="1308" y="1309"/>
                </a:lnTo>
                <a:lnTo>
                  <a:pt x="1308" y="1308"/>
                </a:lnTo>
                <a:lnTo>
                  <a:pt x="1307" y="1308"/>
                </a:lnTo>
                <a:lnTo>
                  <a:pt x="1306" y="1308"/>
                </a:lnTo>
                <a:lnTo>
                  <a:pt x="1306" y="1307"/>
                </a:lnTo>
                <a:lnTo>
                  <a:pt x="1305" y="1307"/>
                </a:lnTo>
                <a:lnTo>
                  <a:pt x="1305" y="1306"/>
                </a:lnTo>
                <a:lnTo>
                  <a:pt x="1304" y="1306"/>
                </a:lnTo>
                <a:lnTo>
                  <a:pt x="1303" y="1306"/>
                </a:lnTo>
                <a:lnTo>
                  <a:pt x="1302" y="1306"/>
                </a:lnTo>
                <a:lnTo>
                  <a:pt x="1302" y="1307"/>
                </a:lnTo>
                <a:lnTo>
                  <a:pt x="1302" y="1308"/>
                </a:lnTo>
                <a:lnTo>
                  <a:pt x="1301" y="1308"/>
                </a:lnTo>
                <a:lnTo>
                  <a:pt x="1301" y="1309"/>
                </a:lnTo>
                <a:lnTo>
                  <a:pt x="1300" y="1309"/>
                </a:lnTo>
                <a:lnTo>
                  <a:pt x="1300" y="1310"/>
                </a:lnTo>
                <a:lnTo>
                  <a:pt x="1299" y="1310"/>
                </a:lnTo>
                <a:lnTo>
                  <a:pt x="1299" y="1311"/>
                </a:lnTo>
                <a:lnTo>
                  <a:pt x="1298" y="1311"/>
                </a:lnTo>
                <a:lnTo>
                  <a:pt x="1297" y="1311"/>
                </a:lnTo>
                <a:lnTo>
                  <a:pt x="1297" y="1312"/>
                </a:lnTo>
                <a:lnTo>
                  <a:pt x="1296" y="1312"/>
                </a:lnTo>
                <a:lnTo>
                  <a:pt x="1295" y="1313"/>
                </a:lnTo>
                <a:lnTo>
                  <a:pt x="1294" y="1313"/>
                </a:lnTo>
                <a:lnTo>
                  <a:pt x="1294" y="1312"/>
                </a:lnTo>
                <a:lnTo>
                  <a:pt x="1293" y="1312"/>
                </a:lnTo>
                <a:lnTo>
                  <a:pt x="1292" y="1313"/>
                </a:lnTo>
                <a:lnTo>
                  <a:pt x="1291" y="1313"/>
                </a:lnTo>
                <a:lnTo>
                  <a:pt x="1290" y="1313"/>
                </a:lnTo>
                <a:lnTo>
                  <a:pt x="1290" y="1314"/>
                </a:lnTo>
                <a:lnTo>
                  <a:pt x="1290" y="1315"/>
                </a:lnTo>
                <a:lnTo>
                  <a:pt x="1290" y="1316"/>
                </a:lnTo>
                <a:lnTo>
                  <a:pt x="1290" y="1317"/>
                </a:lnTo>
                <a:lnTo>
                  <a:pt x="1289" y="1317"/>
                </a:lnTo>
                <a:lnTo>
                  <a:pt x="1289" y="1318"/>
                </a:lnTo>
                <a:lnTo>
                  <a:pt x="1289" y="1319"/>
                </a:lnTo>
                <a:lnTo>
                  <a:pt x="1289" y="1320"/>
                </a:lnTo>
                <a:lnTo>
                  <a:pt x="1289" y="1321"/>
                </a:lnTo>
                <a:lnTo>
                  <a:pt x="1290" y="1321"/>
                </a:lnTo>
                <a:lnTo>
                  <a:pt x="1290" y="1322"/>
                </a:lnTo>
                <a:lnTo>
                  <a:pt x="1289" y="1322"/>
                </a:lnTo>
                <a:lnTo>
                  <a:pt x="1289" y="1323"/>
                </a:lnTo>
                <a:lnTo>
                  <a:pt x="1288" y="1323"/>
                </a:lnTo>
                <a:lnTo>
                  <a:pt x="1287" y="1323"/>
                </a:lnTo>
                <a:lnTo>
                  <a:pt x="1287" y="1324"/>
                </a:lnTo>
                <a:lnTo>
                  <a:pt x="1287" y="1325"/>
                </a:lnTo>
                <a:lnTo>
                  <a:pt x="1286" y="1326"/>
                </a:lnTo>
                <a:lnTo>
                  <a:pt x="1285" y="1327"/>
                </a:lnTo>
                <a:lnTo>
                  <a:pt x="1284" y="1329"/>
                </a:lnTo>
                <a:lnTo>
                  <a:pt x="1285" y="1330"/>
                </a:lnTo>
                <a:lnTo>
                  <a:pt x="1284" y="1330"/>
                </a:lnTo>
                <a:lnTo>
                  <a:pt x="1283" y="1330"/>
                </a:lnTo>
                <a:lnTo>
                  <a:pt x="1282" y="1329"/>
                </a:lnTo>
                <a:lnTo>
                  <a:pt x="1281" y="1329"/>
                </a:lnTo>
                <a:lnTo>
                  <a:pt x="1281" y="1330"/>
                </a:lnTo>
                <a:lnTo>
                  <a:pt x="1280" y="1331"/>
                </a:lnTo>
                <a:lnTo>
                  <a:pt x="1280" y="1332"/>
                </a:lnTo>
                <a:lnTo>
                  <a:pt x="1279" y="1333"/>
                </a:lnTo>
                <a:lnTo>
                  <a:pt x="1278" y="1333"/>
                </a:lnTo>
                <a:lnTo>
                  <a:pt x="1277" y="1333"/>
                </a:lnTo>
                <a:lnTo>
                  <a:pt x="1277" y="1334"/>
                </a:lnTo>
                <a:lnTo>
                  <a:pt x="1277" y="1335"/>
                </a:lnTo>
                <a:lnTo>
                  <a:pt x="1277" y="1336"/>
                </a:lnTo>
                <a:lnTo>
                  <a:pt x="1278" y="1336"/>
                </a:lnTo>
                <a:lnTo>
                  <a:pt x="1279" y="1336"/>
                </a:lnTo>
                <a:lnTo>
                  <a:pt x="1279" y="1337"/>
                </a:lnTo>
                <a:lnTo>
                  <a:pt x="1280" y="1337"/>
                </a:lnTo>
                <a:lnTo>
                  <a:pt x="1280" y="1338"/>
                </a:lnTo>
                <a:lnTo>
                  <a:pt x="1279" y="1338"/>
                </a:lnTo>
                <a:lnTo>
                  <a:pt x="1278" y="1339"/>
                </a:lnTo>
                <a:lnTo>
                  <a:pt x="1277" y="1339"/>
                </a:lnTo>
                <a:lnTo>
                  <a:pt x="1275" y="1339"/>
                </a:lnTo>
                <a:lnTo>
                  <a:pt x="1275" y="1340"/>
                </a:lnTo>
                <a:lnTo>
                  <a:pt x="1274" y="1340"/>
                </a:lnTo>
                <a:lnTo>
                  <a:pt x="1274" y="1341"/>
                </a:lnTo>
                <a:lnTo>
                  <a:pt x="1274" y="1342"/>
                </a:lnTo>
                <a:lnTo>
                  <a:pt x="1274" y="1344"/>
                </a:lnTo>
                <a:lnTo>
                  <a:pt x="1273" y="1344"/>
                </a:lnTo>
                <a:lnTo>
                  <a:pt x="1272" y="1345"/>
                </a:lnTo>
                <a:lnTo>
                  <a:pt x="1271" y="1345"/>
                </a:lnTo>
                <a:lnTo>
                  <a:pt x="1270" y="1346"/>
                </a:lnTo>
                <a:lnTo>
                  <a:pt x="1269" y="1346"/>
                </a:lnTo>
                <a:lnTo>
                  <a:pt x="1268" y="1346"/>
                </a:lnTo>
                <a:lnTo>
                  <a:pt x="1267" y="1346"/>
                </a:lnTo>
                <a:lnTo>
                  <a:pt x="1266" y="1346"/>
                </a:lnTo>
                <a:lnTo>
                  <a:pt x="1265" y="1346"/>
                </a:lnTo>
                <a:lnTo>
                  <a:pt x="1264" y="1346"/>
                </a:lnTo>
                <a:lnTo>
                  <a:pt x="1263" y="1347"/>
                </a:lnTo>
                <a:lnTo>
                  <a:pt x="1262" y="1347"/>
                </a:lnTo>
                <a:lnTo>
                  <a:pt x="1261" y="1347"/>
                </a:lnTo>
                <a:lnTo>
                  <a:pt x="1261" y="1346"/>
                </a:lnTo>
                <a:lnTo>
                  <a:pt x="1260" y="1346"/>
                </a:lnTo>
                <a:lnTo>
                  <a:pt x="1259" y="1346"/>
                </a:lnTo>
                <a:lnTo>
                  <a:pt x="1258" y="1347"/>
                </a:lnTo>
                <a:lnTo>
                  <a:pt x="1258" y="1346"/>
                </a:lnTo>
                <a:lnTo>
                  <a:pt x="1257" y="1346"/>
                </a:lnTo>
                <a:lnTo>
                  <a:pt x="1257" y="1347"/>
                </a:lnTo>
                <a:lnTo>
                  <a:pt x="1257" y="1348"/>
                </a:lnTo>
                <a:lnTo>
                  <a:pt x="1256" y="1348"/>
                </a:lnTo>
                <a:lnTo>
                  <a:pt x="1255" y="1348"/>
                </a:lnTo>
                <a:lnTo>
                  <a:pt x="1254" y="1348"/>
                </a:lnTo>
                <a:lnTo>
                  <a:pt x="1254" y="1349"/>
                </a:lnTo>
                <a:lnTo>
                  <a:pt x="1253" y="1349"/>
                </a:lnTo>
                <a:lnTo>
                  <a:pt x="1253" y="1350"/>
                </a:lnTo>
                <a:lnTo>
                  <a:pt x="1251" y="1350"/>
                </a:lnTo>
                <a:lnTo>
                  <a:pt x="1250" y="1350"/>
                </a:lnTo>
                <a:lnTo>
                  <a:pt x="1249" y="1349"/>
                </a:lnTo>
                <a:lnTo>
                  <a:pt x="1249" y="1348"/>
                </a:lnTo>
                <a:lnTo>
                  <a:pt x="1249" y="1347"/>
                </a:lnTo>
                <a:lnTo>
                  <a:pt x="1250" y="1347"/>
                </a:lnTo>
                <a:lnTo>
                  <a:pt x="1250" y="1346"/>
                </a:lnTo>
                <a:lnTo>
                  <a:pt x="1249" y="1346"/>
                </a:lnTo>
                <a:lnTo>
                  <a:pt x="1248" y="1346"/>
                </a:lnTo>
                <a:lnTo>
                  <a:pt x="1247" y="1347"/>
                </a:lnTo>
                <a:lnTo>
                  <a:pt x="1246" y="1347"/>
                </a:lnTo>
                <a:lnTo>
                  <a:pt x="1245" y="1347"/>
                </a:lnTo>
                <a:lnTo>
                  <a:pt x="1244" y="1347"/>
                </a:lnTo>
                <a:lnTo>
                  <a:pt x="1242" y="1348"/>
                </a:lnTo>
                <a:lnTo>
                  <a:pt x="1241" y="1349"/>
                </a:lnTo>
                <a:lnTo>
                  <a:pt x="1240" y="1350"/>
                </a:lnTo>
                <a:lnTo>
                  <a:pt x="1239" y="1350"/>
                </a:lnTo>
                <a:lnTo>
                  <a:pt x="1238" y="1350"/>
                </a:lnTo>
                <a:lnTo>
                  <a:pt x="1237" y="1350"/>
                </a:lnTo>
                <a:lnTo>
                  <a:pt x="1236" y="1351"/>
                </a:lnTo>
                <a:lnTo>
                  <a:pt x="1234" y="1352"/>
                </a:lnTo>
                <a:lnTo>
                  <a:pt x="1233" y="1353"/>
                </a:lnTo>
                <a:lnTo>
                  <a:pt x="1232" y="1354"/>
                </a:lnTo>
                <a:lnTo>
                  <a:pt x="1231" y="1355"/>
                </a:lnTo>
                <a:lnTo>
                  <a:pt x="1230" y="1355"/>
                </a:lnTo>
                <a:lnTo>
                  <a:pt x="1230" y="1356"/>
                </a:lnTo>
                <a:lnTo>
                  <a:pt x="1229" y="1356"/>
                </a:lnTo>
                <a:lnTo>
                  <a:pt x="1228" y="1357"/>
                </a:lnTo>
                <a:lnTo>
                  <a:pt x="1228" y="1356"/>
                </a:lnTo>
                <a:lnTo>
                  <a:pt x="1228" y="1355"/>
                </a:lnTo>
                <a:lnTo>
                  <a:pt x="1227" y="1355"/>
                </a:lnTo>
                <a:lnTo>
                  <a:pt x="1226" y="1355"/>
                </a:lnTo>
                <a:lnTo>
                  <a:pt x="1225" y="1355"/>
                </a:lnTo>
                <a:lnTo>
                  <a:pt x="1224" y="1355"/>
                </a:lnTo>
                <a:lnTo>
                  <a:pt x="1223" y="1356"/>
                </a:lnTo>
                <a:lnTo>
                  <a:pt x="1222" y="1356"/>
                </a:lnTo>
                <a:lnTo>
                  <a:pt x="1222" y="1357"/>
                </a:lnTo>
                <a:lnTo>
                  <a:pt x="1221" y="1357"/>
                </a:lnTo>
                <a:lnTo>
                  <a:pt x="1220" y="1357"/>
                </a:lnTo>
                <a:lnTo>
                  <a:pt x="1219" y="1358"/>
                </a:lnTo>
                <a:lnTo>
                  <a:pt x="1218" y="1359"/>
                </a:lnTo>
                <a:lnTo>
                  <a:pt x="1218" y="1358"/>
                </a:lnTo>
                <a:lnTo>
                  <a:pt x="1217" y="1358"/>
                </a:lnTo>
                <a:lnTo>
                  <a:pt x="1217" y="1357"/>
                </a:lnTo>
                <a:lnTo>
                  <a:pt x="1217" y="1356"/>
                </a:lnTo>
                <a:lnTo>
                  <a:pt x="1216" y="1356"/>
                </a:lnTo>
                <a:lnTo>
                  <a:pt x="1215" y="1356"/>
                </a:lnTo>
                <a:lnTo>
                  <a:pt x="1215" y="1355"/>
                </a:lnTo>
                <a:lnTo>
                  <a:pt x="1215" y="1354"/>
                </a:lnTo>
                <a:lnTo>
                  <a:pt x="1215" y="1353"/>
                </a:lnTo>
                <a:lnTo>
                  <a:pt x="1214" y="1352"/>
                </a:lnTo>
                <a:lnTo>
                  <a:pt x="1214" y="1351"/>
                </a:lnTo>
                <a:lnTo>
                  <a:pt x="1213" y="1352"/>
                </a:lnTo>
                <a:lnTo>
                  <a:pt x="1213" y="1351"/>
                </a:lnTo>
                <a:lnTo>
                  <a:pt x="1213" y="1350"/>
                </a:lnTo>
                <a:lnTo>
                  <a:pt x="1212" y="1350"/>
                </a:lnTo>
                <a:lnTo>
                  <a:pt x="1211" y="1349"/>
                </a:lnTo>
                <a:lnTo>
                  <a:pt x="1210" y="1349"/>
                </a:lnTo>
                <a:lnTo>
                  <a:pt x="1209" y="1349"/>
                </a:lnTo>
                <a:lnTo>
                  <a:pt x="1208" y="1350"/>
                </a:lnTo>
                <a:lnTo>
                  <a:pt x="1207" y="1350"/>
                </a:lnTo>
                <a:lnTo>
                  <a:pt x="1206" y="1351"/>
                </a:lnTo>
                <a:lnTo>
                  <a:pt x="1205" y="1350"/>
                </a:lnTo>
                <a:lnTo>
                  <a:pt x="1205" y="1349"/>
                </a:lnTo>
                <a:lnTo>
                  <a:pt x="1204" y="1348"/>
                </a:lnTo>
                <a:lnTo>
                  <a:pt x="1204" y="1347"/>
                </a:lnTo>
                <a:lnTo>
                  <a:pt x="1203" y="1347"/>
                </a:lnTo>
                <a:lnTo>
                  <a:pt x="1203" y="1346"/>
                </a:lnTo>
                <a:lnTo>
                  <a:pt x="1202" y="1346"/>
                </a:lnTo>
                <a:lnTo>
                  <a:pt x="1201" y="1346"/>
                </a:lnTo>
                <a:lnTo>
                  <a:pt x="1200" y="1346"/>
                </a:lnTo>
                <a:lnTo>
                  <a:pt x="1199" y="1345"/>
                </a:lnTo>
                <a:lnTo>
                  <a:pt x="1199" y="1344"/>
                </a:lnTo>
                <a:lnTo>
                  <a:pt x="1198" y="1344"/>
                </a:lnTo>
                <a:lnTo>
                  <a:pt x="1197" y="1343"/>
                </a:lnTo>
                <a:lnTo>
                  <a:pt x="1197" y="1342"/>
                </a:lnTo>
                <a:lnTo>
                  <a:pt x="1196" y="1342"/>
                </a:lnTo>
                <a:lnTo>
                  <a:pt x="1196" y="1341"/>
                </a:lnTo>
                <a:lnTo>
                  <a:pt x="1196" y="1340"/>
                </a:lnTo>
                <a:lnTo>
                  <a:pt x="1195" y="1341"/>
                </a:lnTo>
                <a:lnTo>
                  <a:pt x="1194" y="1341"/>
                </a:lnTo>
                <a:lnTo>
                  <a:pt x="1194" y="1340"/>
                </a:lnTo>
                <a:lnTo>
                  <a:pt x="1193" y="1340"/>
                </a:lnTo>
                <a:lnTo>
                  <a:pt x="1193" y="1339"/>
                </a:lnTo>
                <a:lnTo>
                  <a:pt x="1192" y="1338"/>
                </a:lnTo>
                <a:lnTo>
                  <a:pt x="1191" y="1338"/>
                </a:lnTo>
                <a:lnTo>
                  <a:pt x="1190" y="1337"/>
                </a:lnTo>
                <a:lnTo>
                  <a:pt x="1190" y="1336"/>
                </a:lnTo>
                <a:lnTo>
                  <a:pt x="1189" y="1335"/>
                </a:lnTo>
                <a:lnTo>
                  <a:pt x="1188" y="1335"/>
                </a:lnTo>
                <a:lnTo>
                  <a:pt x="1187" y="1335"/>
                </a:lnTo>
                <a:lnTo>
                  <a:pt x="1186" y="1335"/>
                </a:lnTo>
                <a:lnTo>
                  <a:pt x="1186" y="1334"/>
                </a:lnTo>
                <a:lnTo>
                  <a:pt x="1185" y="1334"/>
                </a:lnTo>
                <a:lnTo>
                  <a:pt x="1185" y="1333"/>
                </a:lnTo>
                <a:lnTo>
                  <a:pt x="1184" y="1333"/>
                </a:lnTo>
                <a:lnTo>
                  <a:pt x="1184" y="1332"/>
                </a:lnTo>
                <a:lnTo>
                  <a:pt x="1184" y="1331"/>
                </a:lnTo>
                <a:lnTo>
                  <a:pt x="1185" y="1331"/>
                </a:lnTo>
                <a:lnTo>
                  <a:pt x="1184" y="1330"/>
                </a:lnTo>
                <a:lnTo>
                  <a:pt x="1183" y="1330"/>
                </a:lnTo>
                <a:lnTo>
                  <a:pt x="1183" y="1329"/>
                </a:lnTo>
                <a:lnTo>
                  <a:pt x="1182" y="1328"/>
                </a:lnTo>
                <a:lnTo>
                  <a:pt x="1182" y="1327"/>
                </a:lnTo>
                <a:lnTo>
                  <a:pt x="1182" y="1328"/>
                </a:lnTo>
                <a:lnTo>
                  <a:pt x="1183" y="1328"/>
                </a:lnTo>
                <a:lnTo>
                  <a:pt x="1183" y="1327"/>
                </a:lnTo>
                <a:lnTo>
                  <a:pt x="1182" y="1326"/>
                </a:lnTo>
                <a:lnTo>
                  <a:pt x="1181" y="1325"/>
                </a:lnTo>
                <a:lnTo>
                  <a:pt x="1181" y="1324"/>
                </a:lnTo>
                <a:lnTo>
                  <a:pt x="1181" y="1323"/>
                </a:lnTo>
                <a:lnTo>
                  <a:pt x="1180" y="1323"/>
                </a:lnTo>
                <a:lnTo>
                  <a:pt x="1179" y="1322"/>
                </a:lnTo>
                <a:lnTo>
                  <a:pt x="1179" y="1321"/>
                </a:lnTo>
                <a:lnTo>
                  <a:pt x="1178" y="1322"/>
                </a:lnTo>
                <a:lnTo>
                  <a:pt x="1178" y="1321"/>
                </a:lnTo>
                <a:lnTo>
                  <a:pt x="1177" y="1321"/>
                </a:lnTo>
                <a:lnTo>
                  <a:pt x="1176" y="1321"/>
                </a:lnTo>
                <a:lnTo>
                  <a:pt x="1175" y="1320"/>
                </a:lnTo>
                <a:lnTo>
                  <a:pt x="1171" y="1318"/>
                </a:lnTo>
                <a:lnTo>
                  <a:pt x="1170" y="1317"/>
                </a:lnTo>
                <a:lnTo>
                  <a:pt x="1169" y="1317"/>
                </a:lnTo>
                <a:lnTo>
                  <a:pt x="1168" y="1316"/>
                </a:lnTo>
                <a:lnTo>
                  <a:pt x="1169" y="1316"/>
                </a:lnTo>
                <a:lnTo>
                  <a:pt x="1169" y="1315"/>
                </a:lnTo>
                <a:lnTo>
                  <a:pt x="1170" y="1315"/>
                </a:lnTo>
                <a:lnTo>
                  <a:pt x="1171" y="1314"/>
                </a:lnTo>
                <a:lnTo>
                  <a:pt x="1172" y="1314"/>
                </a:lnTo>
                <a:lnTo>
                  <a:pt x="1173" y="1314"/>
                </a:lnTo>
                <a:lnTo>
                  <a:pt x="1174" y="1314"/>
                </a:lnTo>
                <a:lnTo>
                  <a:pt x="1175" y="1314"/>
                </a:lnTo>
                <a:lnTo>
                  <a:pt x="1176" y="1314"/>
                </a:lnTo>
                <a:lnTo>
                  <a:pt x="1177" y="1314"/>
                </a:lnTo>
                <a:lnTo>
                  <a:pt x="1179" y="1314"/>
                </a:lnTo>
                <a:lnTo>
                  <a:pt x="1180" y="1315"/>
                </a:lnTo>
                <a:lnTo>
                  <a:pt x="1181" y="1315"/>
                </a:lnTo>
                <a:lnTo>
                  <a:pt x="1182" y="1315"/>
                </a:lnTo>
                <a:lnTo>
                  <a:pt x="1183" y="1314"/>
                </a:lnTo>
                <a:lnTo>
                  <a:pt x="1184" y="1313"/>
                </a:lnTo>
                <a:lnTo>
                  <a:pt x="1185" y="1313"/>
                </a:lnTo>
                <a:lnTo>
                  <a:pt x="1186" y="1313"/>
                </a:lnTo>
                <a:lnTo>
                  <a:pt x="1187" y="1311"/>
                </a:lnTo>
                <a:lnTo>
                  <a:pt x="1187" y="1309"/>
                </a:lnTo>
                <a:lnTo>
                  <a:pt x="1186" y="1308"/>
                </a:lnTo>
                <a:lnTo>
                  <a:pt x="1186" y="1307"/>
                </a:lnTo>
                <a:lnTo>
                  <a:pt x="1187" y="1307"/>
                </a:lnTo>
                <a:lnTo>
                  <a:pt x="1188" y="1306"/>
                </a:lnTo>
                <a:lnTo>
                  <a:pt x="1189" y="1306"/>
                </a:lnTo>
                <a:lnTo>
                  <a:pt x="1190" y="1306"/>
                </a:lnTo>
                <a:lnTo>
                  <a:pt x="1192" y="1305"/>
                </a:lnTo>
                <a:lnTo>
                  <a:pt x="1193" y="1304"/>
                </a:lnTo>
                <a:lnTo>
                  <a:pt x="1193" y="1302"/>
                </a:lnTo>
                <a:lnTo>
                  <a:pt x="1194" y="1302"/>
                </a:lnTo>
                <a:lnTo>
                  <a:pt x="1195" y="1302"/>
                </a:lnTo>
                <a:lnTo>
                  <a:pt x="1196" y="1302"/>
                </a:lnTo>
                <a:lnTo>
                  <a:pt x="1196" y="1301"/>
                </a:lnTo>
                <a:lnTo>
                  <a:pt x="1196" y="1299"/>
                </a:lnTo>
                <a:lnTo>
                  <a:pt x="1196" y="1298"/>
                </a:lnTo>
                <a:lnTo>
                  <a:pt x="1195" y="1298"/>
                </a:lnTo>
                <a:lnTo>
                  <a:pt x="1195" y="1297"/>
                </a:lnTo>
                <a:lnTo>
                  <a:pt x="1195" y="1296"/>
                </a:lnTo>
                <a:lnTo>
                  <a:pt x="1195" y="1295"/>
                </a:lnTo>
                <a:lnTo>
                  <a:pt x="1196" y="1293"/>
                </a:lnTo>
                <a:lnTo>
                  <a:pt x="1197" y="1292"/>
                </a:lnTo>
                <a:lnTo>
                  <a:pt x="1197" y="1291"/>
                </a:lnTo>
                <a:lnTo>
                  <a:pt x="1198" y="1291"/>
                </a:lnTo>
                <a:lnTo>
                  <a:pt x="1197" y="1291"/>
                </a:lnTo>
                <a:lnTo>
                  <a:pt x="1196" y="1290"/>
                </a:lnTo>
                <a:lnTo>
                  <a:pt x="1195" y="1290"/>
                </a:lnTo>
                <a:lnTo>
                  <a:pt x="1195" y="1291"/>
                </a:lnTo>
                <a:lnTo>
                  <a:pt x="1194" y="1291"/>
                </a:lnTo>
                <a:lnTo>
                  <a:pt x="1193" y="1291"/>
                </a:lnTo>
                <a:lnTo>
                  <a:pt x="1191" y="1291"/>
                </a:lnTo>
                <a:lnTo>
                  <a:pt x="1190" y="1290"/>
                </a:lnTo>
                <a:lnTo>
                  <a:pt x="1189" y="1290"/>
                </a:lnTo>
                <a:lnTo>
                  <a:pt x="1188" y="1289"/>
                </a:lnTo>
                <a:lnTo>
                  <a:pt x="1188" y="1287"/>
                </a:lnTo>
                <a:lnTo>
                  <a:pt x="1188" y="1286"/>
                </a:lnTo>
                <a:lnTo>
                  <a:pt x="1187" y="1286"/>
                </a:lnTo>
                <a:lnTo>
                  <a:pt x="1187" y="1285"/>
                </a:lnTo>
                <a:lnTo>
                  <a:pt x="1187" y="1284"/>
                </a:lnTo>
                <a:lnTo>
                  <a:pt x="1188" y="1284"/>
                </a:lnTo>
                <a:lnTo>
                  <a:pt x="1189" y="1284"/>
                </a:lnTo>
                <a:lnTo>
                  <a:pt x="1190" y="1284"/>
                </a:lnTo>
                <a:lnTo>
                  <a:pt x="1190" y="1283"/>
                </a:lnTo>
                <a:lnTo>
                  <a:pt x="1191" y="1283"/>
                </a:lnTo>
                <a:lnTo>
                  <a:pt x="1192" y="1283"/>
                </a:lnTo>
                <a:lnTo>
                  <a:pt x="1193" y="1283"/>
                </a:lnTo>
                <a:lnTo>
                  <a:pt x="1194" y="1282"/>
                </a:lnTo>
                <a:lnTo>
                  <a:pt x="1195" y="1282"/>
                </a:lnTo>
                <a:lnTo>
                  <a:pt x="1195" y="1281"/>
                </a:lnTo>
                <a:lnTo>
                  <a:pt x="1196" y="1281"/>
                </a:lnTo>
                <a:lnTo>
                  <a:pt x="1196" y="1280"/>
                </a:lnTo>
                <a:lnTo>
                  <a:pt x="1196" y="1279"/>
                </a:lnTo>
                <a:lnTo>
                  <a:pt x="1198" y="1277"/>
                </a:lnTo>
                <a:lnTo>
                  <a:pt x="1198" y="1276"/>
                </a:lnTo>
                <a:lnTo>
                  <a:pt x="1199" y="1275"/>
                </a:lnTo>
                <a:lnTo>
                  <a:pt x="1195" y="1273"/>
                </a:lnTo>
                <a:lnTo>
                  <a:pt x="1195" y="1272"/>
                </a:lnTo>
                <a:lnTo>
                  <a:pt x="1195" y="1271"/>
                </a:lnTo>
                <a:lnTo>
                  <a:pt x="1196" y="1270"/>
                </a:lnTo>
                <a:lnTo>
                  <a:pt x="1193" y="1269"/>
                </a:lnTo>
                <a:lnTo>
                  <a:pt x="1192" y="1270"/>
                </a:lnTo>
                <a:lnTo>
                  <a:pt x="1191" y="1270"/>
                </a:lnTo>
                <a:lnTo>
                  <a:pt x="1190" y="1270"/>
                </a:lnTo>
                <a:lnTo>
                  <a:pt x="1189" y="1270"/>
                </a:lnTo>
                <a:lnTo>
                  <a:pt x="1188" y="1270"/>
                </a:lnTo>
                <a:lnTo>
                  <a:pt x="1188" y="1269"/>
                </a:lnTo>
                <a:lnTo>
                  <a:pt x="1188" y="1268"/>
                </a:lnTo>
                <a:lnTo>
                  <a:pt x="1187" y="1267"/>
                </a:lnTo>
                <a:lnTo>
                  <a:pt x="1187" y="1266"/>
                </a:lnTo>
                <a:lnTo>
                  <a:pt x="1186" y="1265"/>
                </a:lnTo>
                <a:lnTo>
                  <a:pt x="1185" y="1263"/>
                </a:lnTo>
                <a:lnTo>
                  <a:pt x="1185" y="1262"/>
                </a:lnTo>
                <a:lnTo>
                  <a:pt x="1185" y="1261"/>
                </a:lnTo>
                <a:lnTo>
                  <a:pt x="1185" y="1260"/>
                </a:lnTo>
                <a:lnTo>
                  <a:pt x="1184" y="1259"/>
                </a:lnTo>
                <a:lnTo>
                  <a:pt x="1184" y="1258"/>
                </a:lnTo>
                <a:lnTo>
                  <a:pt x="1182" y="1257"/>
                </a:lnTo>
                <a:lnTo>
                  <a:pt x="1181" y="1256"/>
                </a:lnTo>
                <a:lnTo>
                  <a:pt x="1180" y="1256"/>
                </a:lnTo>
                <a:lnTo>
                  <a:pt x="1179" y="1256"/>
                </a:lnTo>
                <a:lnTo>
                  <a:pt x="1179" y="1257"/>
                </a:lnTo>
                <a:lnTo>
                  <a:pt x="1178" y="1256"/>
                </a:lnTo>
                <a:lnTo>
                  <a:pt x="1177" y="1257"/>
                </a:lnTo>
                <a:lnTo>
                  <a:pt x="1176" y="1258"/>
                </a:lnTo>
                <a:lnTo>
                  <a:pt x="1175" y="1258"/>
                </a:lnTo>
                <a:lnTo>
                  <a:pt x="1175" y="1259"/>
                </a:lnTo>
                <a:lnTo>
                  <a:pt x="1174" y="1260"/>
                </a:lnTo>
                <a:lnTo>
                  <a:pt x="1174" y="1261"/>
                </a:lnTo>
                <a:lnTo>
                  <a:pt x="1173" y="1261"/>
                </a:lnTo>
                <a:lnTo>
                  <a:pt x="1172" y="1262"/>
                </a:lnTo>
                <a:lnTo>
                  <a:pt x="1171" y="1263"/>
                </a:lnTo>
                <a:lnTo>
                  <a:pt x="1170" y="1263"/>
                </a:lnTo>
                <a:lnTo>
                  <a:pt x="1168" y="1262"/>
                </a:lnTo>
                <a:lnTo>
                  <a:pt x="1167" y="1261"/>
                </a:lnTo>
                <a:lnTo>
                  <a:pt x="1168" y="1261"/>
                </a:lnTo>
                <a:lnTo>
                  <a:pt x="1169" y="1259"/>
                </a:lnTo>
                <a:lnTo>
                  <a:pt x="1169" y="1258"/>
                </a:lnTo>
                <a:lnTo>
                  <a:pt x="1168" y="1257"/>
                </a:lnTo>
                <a:lnTo>
                  <a:pt x="1167" y="1256"/>
                </a:lnTo>
                <a:lnTo>
                  <a:pt x="1167" y="1255"/>
                </a:lnTo>
                <a:lnTo>
                  <a:pt x="1165" y="1252"/>
                </a:lnTo>
                <a:lnTo>
                  <a:pt x="1165" y="1251"/>
                </a:lnTo>
                <a:lnTo>
                  <a:pt x="1164" y="1250"/>
                </a:lnTo>
                <a:lnTo>
                  <a:pt x="1164" y="1249"/>
                </a:lnTo>
                <a:lnTo>
                  <a:pt x="1164" y="1248"/>
                </a:lnTo>
                <a:lnTo>
                  <a:pt x="1164" y="1247"/>
                </a:lnTo>
                <a:lnTo>
                  <a:pt x="1164" y="1246"/>
                </a:lnTo>
                <a:lnTo>
                  <a:pt x="1165" y="1246"/>
                </a:lnTo>
                <a:lnTo>
                  <a:pt x="1165" y="1245"/>
                </a:lnTo>
                <a:lnTo>
                  <a:pt x="1164" y="1245"/>
                </a:lnTo>
                <a:lnTo>
                  <a:pt x="1163" y="1245"/>
                </a:lnTo>
                <a:lnTo>
                  <a:pt x="1162" y="1245"/>
                </a:lnTo>
                <a:lnTo>
                  <a:pt x="1162" y="1244"/>
                </a:lnTo>
                <a:lnTo>
                  <a:pt x="1161" y="1243"/>
                </a:lnTo>
                <a:lnTo>
                  <a:pt x="1161" y="1242"/>
                </a:lnTo>
                <a:lnTo>
                  <a:pt x="1161" y="1241"/>
                </a:lnTo>
                <a:lnTo>
                  <a:pt x="1162" y="1241"/>
                </a:lnTo>
                <a:lnTo>
                  <a:pt x="1162" y="1240"/>
                </a:lnTo>
                <a:lnTo>
                  <a:pt x="1163" y="1240"/>
                </a:lnTo>
                <a:lnTo>
                  <a:pt x="1163" y="1239"/>
                </a:lnTo>
                <a:lnTo>
                  <a:pt x="1164" y="1239"/>
                </a:lnTo>
                <a:lnTo>
                  <a:pt x="1164" y="1238"/>
                </a:lnTo>
                <a:lnTo>
                  <a:pt x="1163" y="1237"/>
                </a:lnTo>
                <a:lnTo>
                  <a:pt x="1163" y="1236"/>
                </a:lnTo>
                <a:lnTo>
                  <a:pt x="1163" y="1235"/>
                </a:lnTo>
                <a:lnTo>
                  <a:pt x="1162" y="1234"/>
                </a:lnTo>
                <a:lnTo>
                  <a:pt x="1162" y="1233"/>
                </a:lnTo>
                <a:lnTo>
                  <a:pt x="1162" y="1232"/>
                </a:lnTo>
                <a:lnTo>
                  <a:pt x="1164" y="1230"/>
                </a:lnTo>
                <a:lnTo>
                  <a:pt x="1164" y="1229"/>
                </a:lnTo>
                <a:lnTo>
                  <a:pt x="1164" y="1228"/>
                </a:lnTo>
                <a:lnTo>
                  <a:pt x="1163" y="1228"/>
                </a:lnTo>
                <a:lnTo>
                  <a:pt x="1163" y="1227"/>
                </a:lnTo>
                <a:lnTo>
                  <a:pt x="1163" y="1226"/>
                </a:lnTo>
                <a:lnTo>
                  <a:pt x="1162" y="1226"/>
                </a:lnTo>
                <a:lnTo>
                  <a:pt x="1162" y="1225"/>
                </a:lnTo>
                <a:lnTo>
                  <a:pt x="1163" y="1224"/>
                </a:lnTo>
                <a:lnTo>
                  <a:pt x="1164" y="1223"/>
                </a:lnTo>
                <a:lnTo>
                  <a:pt x="1164" y="1222"/>
                </a:lnTo>
                <a:lnTo>
                  <a:pt x="1163" y="1222"/>
                </a:lnTo>
                <a:lnTo>
                  <a:pt x="1161" y="1221"/>
                </a:lnTo>
                <a:lnTo>
                  <a:pt x="1160" y="1221"/>
                </a:lnTo>
                <a:lnTo>
                  <a:pt x="1160" y="1220"/>
                </a:lnTo>
                <a:lnTo>
                  <a:pt x="1160" y="1219"/>
                </a:lnTo>
                <a:lnTo>
                  <a:pt x="1160" y="1217"/>
                </a:lnTo>
                <a:lnTo>
                  <a:pt x="1161" y="1216"/>
                </a:lnTo>
                <a:lnTo>
                  <a:pt x="1162" y="1215"/>
                </a:lnTo>
                <a:lnTo>
                  <a:pt x="1163" y="1215"/>
                </a:lnTo>
                <a:lnTo>
                  <a:pt x="1164" y="1215"/>
                </a:lnTo>
                <a:lnTo>
                  <a:pt x="1165" y="1215"/>
                </a:lnTo>
                <a:lnTo>
                  <a:pt x="1167" y="1216"/>
                </a:lnTo>
                <a:lnTo>
                  <a:pt x="1168" y="1216"/>
                </a:lnTo>
                <a:lnTo>
                  <a:pt x="1168" y="1215"/>
                </a:lnTo>
                <a:lnTo>
                  <a:pt x="1169" y="1215"/>
                </a:lnTo>
                <a:lnTo>
                  <a:pt x="1169" y="1214"/>
                </a:lnTo>
                <a:lnTo>
                  <a:pt x="1171" y="1214"/>
                </a:lnTo>
                <a:lnTo>
                  <a:pt x="1171" y="1215"/>
                </a:lnTo>
                <a:lnTo>
                  <a:pt x="1172" y="1215"/>
                </a:lnTo>
                <a:lnTo>
                  <a:pt x="1173" y="1215"/>
                </a:lnTo>
                <a:lnTo>
                  <a:pt x="1174" y="1215"/>
                </a:lnTo>
                <a:lnTo>
                  <a:pt x="1174" y="1214"/>
                </a:lnTo>
                <a:lnTo>
                  <a:pt x="1174" y="1213"/>
                </a:lnTo>
                <a:lnTo>
                  <a:pt x="1174" y="1212"/>
                </a:lnTo>
                <a:lnTo>
                  <a:pt x="1175" y="1211"/>
                </a:lnTo>
                <a:lnTo>
                  <a:pt x="1175" y="1210"/>
                </a:lnTo>
                <a:lnTo>
                  <a:pt x="1176" y="1210"/>
                </a:lnTo>
                <a:lnTo>
                  <a:pt x="1177" y="1211"/>
                </a:lnTo>
                <a:lnTo>
                  <a:pt x="1178" y="1211"/>
                </a:lnTo>
                <a:lnTo>
                  <a:pt x="1180" y="1211"/>
                </a:lnTo>
                <a:lnTo>
                  <a:pt x="1180" y="1209"/>
                </a:lnTo>
                <a:lnTo>
                  <a:pt x="1181" y="1208"/>
                </a:lnTo>
                <a:lnTo>
                  <a:pt x="1181" y="1207"/>
                </a:lnTo>
                <a:lnTo>
                  <a:pt x="1182" y="1205"/>
                </a:lnTo>
                <a:lnTo>
                  <a:pt x="1182" y="1204"/>
                </a:lnTo>
                <a:lnTo>
                  <a:pt x="1183" y="1204"/>
                </a:lnTo>
                <a:lnTo>
                  <a:pt x="1183" y="1203"/>
                </a:lnTo>
                <a:lnTo>
                  <a:pt x="1184" y="1203"/>
                </a:lnTo>
                <a:lnTo>
                  <a:pt x="1185" y="1203"/>
                </a:lnTo>
                <a:lnTo>
                  <a:pt x="1186" y="1202"/>
                </a:lnTo>
                <a:lnTo>
                  <a:pt x="1186" y="1203"/>
                </a:lnTo>
                <a:lnTo>
                  <a:pt x="1187" y="1203"/>
                </a:lnTo>
                <a:lnTo>
                  <a:pt x="1189" y="1203"/>
                </a:lnTo>
                <a:lnTo>
                  <a:pt x="1190" y="1203"/>
                </a:lnTo>
                <a:lnTo>
                  <a:pt x="1190" y="1202"/>
                </a:lnTo>
                <a:lnTo>
                  <a:pt x="1191" y="1202"/>
                </a:lnTo>
                <a:lnTo>
                  <a:pt x="1191" y="1201"/>
                </a:lnTo>
                <a:lnTo>
                  <a:pt x="1191" y="1199"/>
                </a:lnTo>
                <a:lnTo>
                  <a:pt x="1191" y="1198"/>
                </a:lnTo>
                <a:lnTo>
                  <a:pt x="1192" y="1198"/>
                </a:lnTo>
                <a:lnTo>
                  <a:pt x="1193" y="1197"/>
                </a:lnTo>
                <a:lnTo>
                  <a:pt x="1192" y="1197"/>
                </a:lnTo>
                <a:lnTo>
                  <a:pt x="1191" y="1197"/>
                </a:lnTo>
                <a:lnTo>
                  <a:pt x="1191" y="1196"/>
                </a:lnTo>
                <a:lnTo>
                  <a:pt x="1190" y="1196"/>
                </a:lnTo>
                <a:lnTo>
                  <a:pt x="1190" y="1195"/>
                </a:lnTo>
                <a:lnTo>
                  <a:pt x="1189" y="1194"/>
                </a:lnTo>
                <a:lnTo>
                  <a:pt x="1189" y="1195"/>
                </a:lnTo>
                <a:lnTo>
                  <a:pt x="1189" y="1194"/>
                </a:lnTo>
                <a:lnTo>
                  <a:pt x="1188" y="1194"/>
                </a:lnTo>
                <a:lnTo>
                  <a:pt x="1187" y="1194"/>
                </a:lnTo>
                <a:lnTo>
                  <a:pt x="1186" y="1194"/>
                </a:lnTo>
                <a:lnTo>
                  <a:pt x="1185" y="1194"/>
                </a:lnTo>
                <a:lnTo>
                  <a:pt x="1185" y="1193"/>
                </a:lnTo>
                <a:lnTo>
                  <a:pt x="1184" y="1193"/>
                </a:lnTo>
                <a:lnTo>
                  <a:pt x="1183" y="1192"/>
                </a:lnTo>
                <a:lnTo>
                  <a:pt x="1182" y="1192"/>
                </a:lnTo>
                <a:lnTo>
                  <a:pt x="1182" y="1193"/>
                </a:lnTo>
                <a:lnTo>
                  <a:pt x="1181" y="1193"/>
                </a:lnTo>
                <a:lnTo>
                  <a:pt x="1180" y="1193"/>
                </a:lnTo>
                <a:lnTo>
                  <a:pt x="1179" y="1193"/>
                </a:lnTo>
                <a:lnTo>
                  <a:pt x="1177" y="1194"/>
                </a:lnTo>
                <a:lnTo>
                  <a:pt x="1176" y="1195"/>
                </a:lnTo>
                <a:lnTo>
                  <a:pt x="1175" y="1196"/>
                </a:lnTo>
                <a:lnTo>
                  <a:pt x="1175" y="1197"/>
                </a:lnTo>
                <a:lnTo>
                  <a:pt x="1174" y="1198"/>
                </a:lnTo>
                <a:lnTo>
                  <a:pt x="1172" y="1199"/>
                </a:lnTo>
                <a:lnTo>
                  <a:pt x="1171" y="1199"/>
                </a:lnTo>
                <a:lnTo>
                  <a:pt x="1170" y="1199"/>
                </a:lnTo>
                <a:lnTo>
                  <a:pt x="1170" y="1198"/>
                </a:lnTo>
                <a:lnTo>
                  <a:pt x="1170" y="1197"/>
                </a:lnTo>
                <a:lnTo>
                  <a:pt x="1170" y="1196"/>
                </a:lnTo>
                <a:lnTo>
                  <a:pt x="1170" y="1195"/>
                </a:lnTo>
                <a:lnTo>
                  <a:pt x="1169" y="1195"/>
                </a:lnTo>
                <a:lnTo>
                  <a:pt x="1168" y="1195"/>
                </a:lnTo>
                <a:lnTo>
                  <a:pt x="1167" y="1195"/>
                </a:lnTo>
                <a:lnTo>
                  <a:pt x="1167" y="1196"/>
                </a:lnTo>
                <a:lnTo>
                  <a:pt x="1166" y="1196"/>
                </a:lnTo>
                <a:lnTo>
                  <a:pt x="1165" y="1196"/>
                </a:lnTo>
                <a:lnTo>
                  <a:pt x="1164" y="1195"/>
                </a:lnTo>
                <a:lnTo>
                  <a:pt x="1163" y="1194"/>
                </a:lnTo>
                <a:lnTo>
                  <a:pt x="1163" y="1193"/>
                </a:lnTo>
                <a:lnTo>
                  <a:pt x="1162" y="1192"/>
                </a:lnTo>
                <a:lnTo>
                  <a:pt x="1162" y="1191"/>
                </a:lnTo>
                <a:lnTo>
                  <a:pt x="1162" y="1190"/>
                </a:lnTo>
                <a:lnTo>
                  <a:pt x="1161" y="1189"/>
                </a:lnTo>
                <a:lnTo>
                  <a:pt x="1160" y="1189"/>
                </a:lnTo>
                <a:lnTo>
                  <a:pt x="1159" y="1190"/>
                </a:lnTo>
                <a:lnTo>
                  <a:pt x="1159" y="1191"/>
                </a:lnTo>
                <a:lnTo>
                  <a:pt x="1160" y="1192"/>
                </a:lnTo>
                <a:lnTo>
                  <a:pt x="1159" y="1193"/>
                </a:lnTo>
                <a:lnTo>
                  <a:pt x="1159" y="1194"/>
                </a:lnTo>
                <a:lnTo>
                  <a:pt x="1158" y="1195"/>
                </a:lnTo>
                <a:lnTo>
                  <a:pt x="1156" y="1195"/>
                </a:lnTo>
                <a:lnTo>
                  <a:pt x="1156" y="1194"/>
                </a:lnTo>
                <a:lnTo>
                  <a:pt x="1155" y="1194"/>
                </a:lnTo>
                <a:lnTo>
                  <a:pt x="1154" y="1194"/>
                </a:lnTo>
                <a:lnTo>
                  <a:pt x="1153" y="1194"/>
                </a:lnTo>
                <a:lnTo>
                  <a:pt x="1151" y="1195"/>
                </a:lnTo>
                <a:lnTo>
                  <a:pt x="1150" y="1195"/>
                </a:lnTo>
                <a:lnTo>
                  <a:pt x="1148" y="1194"/>
                </a:lnTo>
                <a:lnTo>
                  <a:pt x="1147" y="1194"/>
                </a:lnTo>
                <a:lnTo>
                  <a:pt x="1147" y="1193"/>
                </a:lnTo>
                <a:lnTo>
                  <a:pt x="1146" y="1193"/>
                </a:lnTo>
                <a:lnTo>
                  <a:pt x="1146" y="1194"/>
                </a:lnTo>
                <a:lnTo>
                  <a:pt x="1145" y="1194"/>
                </a:lnTo>
                <a:lnTo>
                  <a:pt x="1144" y="1194"/>
                </a:lnTo>
                <a:lnTo>
                  <a:pt x="1143" y="1194"/>
                </a:lnTo>
                <a:lnTo>
                  <a:pt x="1142" y="1194"/>
                </a:lnTo>
                <a:lnTo>
                  <a:pt x="1141" y="1194"/>
                </a:lnTo>
                <a:lnTo>
                  <a:pt x="1140" y="1194"/>
                </a:lnTo>
                <a:lnTo>
                  <a:pt x="1139" y="1194"/>
                </a:lnTo>
                <a:lnTo>
                  <a:pt x="1138" y="1194"/>
                </a:lnTo>
                <a:lnTo>
                  <a:pt x="1138" y="1195"/>
                </a:lnTo>
                <a:lnTo>
                  <a:pt x="1137" y="1195"/>
                </a:lnTo>
                <a:lnTo>
                  <a:pt x="1136" y="1196"/>
                </a:lnTo>
                <a:lnTo>
                  <a:pt x="1136" y="1197"/>
                </a:lnTo>
                <a:lnTo>
                  <a:pt x="1136" y="1198"/>
                </a:lnTo>
                <a:lnTo>
                  <a:pt x="1136" y="1199"/>
                </a:lnTo>
                <a:lnTo>
                  <a:pt x="1136" y="1200"/>
                </a:lnTo>
                <a:lnTo>
                  <a:pt x="1135" y="1200"/>
                </a:lnTo>
                <a:lnTo>
                  <a:pt x="1134" y="1201"/>
                </a:lnTo>
                <a:lnTo>
                  <a:pt x="1133" y="1201"/>
                </a:lnTo>
                <a:lnTo>
                  <a:pt x="1132" y="1201"/>
                </a:lnTo>
                <a:lnTo>
                  <a:pt x="1131" y="1200"/>
                </a:lnTo>
                <a:lnTo>
                  <a:pt x="1131" y="1199"/>
                </a:lnTo>
                <a:lnTo>
                  <a:pt x="1130" y="1199"/>
                </a:lnTo>
                <a:lnTo>
                  <a:pt x="1130" y="1198"/>
                </a:lnTo>
                <a:lnTo>
                  <a:pt x="1129" y="1198"/>
                </a:lnTo>
                <a:lnTo>
                  <a:pt x="1129" y="1197"/>
                </a:lnTo>
                <a:lnTo>
                  <a:pt x="1128" y="1196"/>
                </a:lnTo>
                <a:lnTo>
                  <a:pt x="1127" y="1196"/>
                </a:lnTo>
                <a:lnTo>
                  <a:pt x="1126" y="1196"/>
                </a:lnTo>
                <a:lnTo>
                  <a:pt x="1125" y="1196"/>
                </a:lnTo>
                <a:lnTo>
                  <a:pt x="1124" y="1197"/>
                </a:lnTo>
                <a:lnTo>
                  <a:pt x="1123" y="1197"/>
                </a:lnTo>
                <a:lnTo>
                  <a:pt x="1121" y="1197"/>
                </a:lnTo>
                <a:lnTo>
                  <a:pt x="1120" y="1198"/>
                </a:lnTo>
                <a:lnTo>
                  <a:pt x="1118" y="1198"/>
                </a:lnTo>
                <a:lnTo>
                  <a:pt x="1117" y="1198"/>
                </a:lnTo>
                <a:lnTo>
                  <a:pt x="1116" y="1199"/>
                </a:lnTo>
                <a:lnTo>
                  <a:pt x="1115" y="1199"/>
                </a:lnTo>
                <a:lnTo>
                  <a:pt x="1113" y="1199"/>
                </a:lnTo>
                <a:lnTo>
                  <a:pt x="1110" y="1200"/>
                </a:lnTo>
                <a:lnTo>
                  <a:pt x="1109" y="1201"/>
                </a:lnTo>
                <a:lnTo>
                  <a:pt x="1108" y="1201"/>
                </a:lnTo>
                <a:lnTo>
                  <a:pt x="1107" y="1201"/>
                </a:lnTo>
                <a:lnTo>
                  <a:pt x="1106" y="1201"/>
                </a:lnTo>
                <a:lnTo>
                  <a:pt x="1106" y="1200"/>
                </a:lnTo>
                <a:lnTo>
                  <a:pt x="1105" y="1200"/>
                </a:lnTo>
                <a:lnTo>
                  <a:pt x="1105" y="1198"/>
                </a:lnTo>
                <a:lnTo>
                  <a:pt x="1105" y="1197"/>
                </a:lnTo>
                <a:lnTo>
                  <a:pt x="1104" y="1197"/>
                </a:lnTo>
                <a:lnTo>
                  <a:pt x="1104" y="1196"/>
                </a:lnTo>
                <a:lnTo>
                  <a:pt x="1103" y="1196"/>
                </a:lnTo>
                <a:lnTo>
                  <a:pt x="1102" y="1196"/>
                </a:lnTo>
                <a:lnTo>
                  <a:pt x="1102" y="1195"/>
                </a:lnTo>
                <a:lnTo>
                  <a:pt x="1101" y="1195"/>
                </a:lnTo>
                <a:lnTo>
                  <a:pt x="1100" y="1195"/>
                </a:lnTo>
                <a:lnTo>
                  <a:pt x="1100" y="1196"/>
                </a:lnTo>
                <a:lnTo>
                  <a:pt x="1099" y="1196"/>
                </a:lnTo>
                <a:lnTo>
                  <a:pt x="1099" y="1197"/>
                </a:lnTo>
                <a:lnTo>
                  <a:pt x="1098" y="1197"/>
                </a:lnTo>
                <a:lnTo>
                  <a:pt x="1096" y="1197"/>
                </a:lnTo>
                <a:lnTo>
                  <a:pt x="1095" y="1197"/>
                </a:lnTo>
                <a:lnTo>
                  <a:pt x="1094" y="1196"/>
                </a:lnTo>
                <a:lnTo>
                  <a:pt x="1093" y="1195"/>
                </a:lnTo>
                <a:lnTo>
                  <a:pt x="1093" y="1194"/>
                </a:lnTo>
                <a:lnTo>
                  <a:pt x="1093" y="1193"/>
                </a:lnTo>
                <a:lnTo>
                  <a:pt x="1094" y="1193"/>
                </a:lnTo>
                <a:lnTo>
                  <a:pt x="1094" y="1192"/>
                </a:lnTo>
                <a:lnTo>
                  <a:pt x="1094" y="1191"/>
                </a:lnTo>
                <a:lnTo>
                  <a:pt x="1094" y="1190"/>
                </a:lnTo>
                <a:lnTo>
                  <a:pt x="1093" y="1189"/>
                </a:lnTo>
                <a:lnTo>
                  <a:pt x="1092" y="1188"/>
                </a:lnTo>
                <a:lnTo>
                  <a:pt x="1091" y="1187"/>
                </a:lnTo>
                <a:lnTo>
                  <a:pt x="1090" y="1187"/>
                </a:lnTo>
                <a:lnTo>
                  <a:pt x="1090" y="1188"/>
                </a:lnTo>
                <a:lnTo>
                  <a:pt x="1089" y="1188"/>
                </a:lnTo>
                <a:lnTo>
                  <a:pt x="1089" y="1189"/>
                </a:lnTo>
                <a:lnTo>
                  <a:pt x="1089" y="1190"/>
                </a:lnTo>
                <a:lnTo>
                  <a:pt x="1088" y="1190"/>
                </a:lnTo>
                <a:lnTo>
                  <a:pt x="1088" y="1191"/>
                </a:lnTo>
                <a:lnTo>
                  <a:pt x="1088" y="1192"/>
                </a:lnTo>
                <a:lnTo>
                  <a:pt x="1088" y="1193"/>
                </a:lnTo>
                <a:lnTo>
                  <a:pt x="1088" y="1195"/>
                </a:lnTo>
                <a:lnTo>
                  <a:pt x="1087" y="1196"/>
                </a:lnTo>
                <a:lnTo>
                  <a:pt x="1087" y="1197"/>
                </a:lnTo>
                <a:lnTo>
                  <a:pt x="1087" y="1199"/>
                </a:lnTo>
                <a:lnTo>
                  <a:pt x="1087" y="1201"/>
                </a:lnTo>
                <a:lnTo>
                  <a:pt x="1087" y="1202"/>
                </a:lnTo>
                <a:lnTo>
                  <a:pt x="1087" y="1203"/>
                </a:lnTo>
                <a:lnTo>
                  <a:pt x="1087" y="1204"/>
                </a:lnTo>
                <a:lnTo>
                  <a:pt x="1087" y="1205"/>
                </a:lnTo>
                <a:lnTo>
                  <a:pt x="1086" y="1205"/>
                </a:lnTo>
                <a:lnTo>
                  <a:pt x="1086" y="1206"/>
                </a:lnTo>
                <a:lnTo>
                  <a:pt x="1085" y="1206"/>
                </a:lnTo>
                <a:lnTo>
                  <a:pt x="1085" y="1207"/>
                </a:lnTo>
                <a:lnTo>
                  <a:pt x="1084" y="1207"/>
                </a:lnTo>
                <a:lnTo>
                  <a:pt x="1084" y="1208"/>
                </a:lnTo>
                <a:lnTo>
                  <a:pt x="1083" y="1208"/>
                </a:lnTo>
                <a:lnTo>
                  <a:pt x="1082" y="1208"/>
                </a:lnTo>
                <a:lnTo>
                  <a:pt x="1082" y="1209"/>
                </a:lnTo>
                <a:lnTo>
                  <a:pt x="1081" y="1209"/>
                </a:lnTo>
                <a:lnTo>
                  <a:pt x="1081" y="1211"/>
                </a:lnTo>
                <a:lnTo>
                  <a:pt x="1081" y="1212"/>
                </a:lnTo>
                <a:lnTo>
                  <a:pt x="1081" y="1213"/>
                </a:lnTo>
                <a:lnTo>
                  <a:pt x="1081" y="1214"/>
                </a:lnTo>
                <a:lnTo>
                  <a:pt x="1081" y="1215"/>
                </a:lnTo>
                <a:lnTo>
                  <a:pt x="1080" y="1216"/>
                </a:lnTo>
                <a:lnTo>
                  <a:pt x="1079" y="1216"/>
                </a:lnTo>
                <a:lnTo>
                  <a:pt x="1078" y="1216"/>
                </a:lnTo>
                <a:lnTo>
                  <a:pt x="1078" y="1217"/>
                </a:lnTo>
                <a:lnTo>
                  <a:pt x="1077" y="1217"/>
                </a:lnTo>
                <a:lnTo>
                  <a:pt x="1079" y="1220"/>
                </a:lnTo>
                <a:lnTo>
                  <a:pt x="1079" y="1221"/>
                </a:lnTo>
                <a:lnTo>
                  <a:pt x="1080" y="1221"/>
                </a:lnTo>
                <a:lnTo>
                  <a:pt x="1081" y="1222"/>
                </a:lnTo>
                <a:lnTo>
                  <a:pt x="1082" y="1223"/>
                </a:lnTo>
                <a:lnTo>
                  <a:pt x="1083" y="1223"/>
                </a:lnTo>
                <a:lnTo>
                  <a:pt x="1083" y="1224"/>
                </a:lnTo>
                <a:lnTo>
                  <a:pt x="1083" y="1225"/>
                </a:lnTo>
                <a:lnTo>
                  <a:pt x="1083" y="1226"/>
                </a:lnTo>
                <a:lnTo>
                  <a:pt x="1084" y="1226"/>
                </a:lnTo>
                <a:lnTo>
                  <a:pt x="1084" y="1227"/>
                </a:lnTo>
                <a:lnTo>
                  <a:pt x="1085" y="1228"/>
                </a:lnTo>
                <a:lnTo>
                  <a:pt x="1085" y="1229"/>
                </a:lnTo>
                <a:lnTo>
                  <a:pt x="1086" y="1230"/>
                </a:lnTo>
                <a:lnTo>
                  <a:pt x="1086" y="1232"/>
                </a:lnTo>
                <a:lnTo>
                  <a:pt x="1085" y="1232"/>
                </a:lnTo>
                <a:lnTo>
                  <a:pt x="1085" y="1235"/>
                </a:lnTo>
                <a:lnTo>
                  <a:pt x="1086" y="1236"/>
                </a:lnTo>
                <a:lnTo>
                  <a:pt x="1087" y="1238"/>
                </a:lnTo>
                <a:lnTo>
                  <a:pt x="1087" y="1239"/>
                </a:lnTo>
                <a:lnTo>
                  <a:pt x="1088" y="1240"/>
                </a:lnTo>
                <a:lnTo>
                  <a:pt x="1089" y="1241"/>
                </a:lnTo>
                <a:lnTo>
                  <a:pt x="1090" y="1242"/>
                </a:lnTo>
                <a:lnTo>
                  <a:pt x="1090" y="1243"/>
                </a:lnTo>
                <a:lnTo>
                  <a:pt x="1091" y="1246"/>
                </a:lnTo>
                <a:lnTo>
                  <a:pt x="1091" y="1247"/>
                </a:lnTo>
                <a:lnTo>
                  <a:pt x="1091" y="1248"/>
                </a:lnTo>
                <a:lnTo>
                  <a:pt x="1090" y="1249"/>
                </a:lnTo>
                <a:lnTo>
                  <a:pt x="1090" y="1251"/>
                </a:lnTo>
                <a:lnTo>
                  <a:pt x="1090" y="1252"/>
                </a:lnTo>
                <a:lnTo>
                  <a:pt x="1090" y="1253"/>
                </a:lnTo>
                <a:lnTo>
                  <a:pt x="1090" y="1254"/>
                </a:lnTo>
                <a:lnTo>
                  <a:pt x="1091" y="1254"/>
                </a:lnTo>
                <a:lnTo>
                  <a:pt x="1091" y="1255"/>
                </a:lnTo>
                <a:lnTo>
                  <a:pt x="1092" y="1256"/>
                </a:lnTo>
                <a:lnTo>
                  <a:pt x="1092" y="1257"/>
                </a:lnTo>
                <a:lnTo>
                  <a:pt x="1093" y="1257"/>
                </a:lnTo>
                <a:lnTo>
                  <a:pt x="1093" y="1259"/>
                </a:lnTo>
                <a:lnTo>
                  <a:pt x="1093" y="1260"/>
                </a:lnTo>
                <a:lnTo>
                  <a:pt x="1094" y="1260"/>
                </a:lnTo>
                <a:lnTo>
                  <a:pt x="1094" y="1261"/>
                </a:lnTo>
                <a:lnTo>
                  <a:pt x="1093" y="1262"/>
                </a:lnTo>
                <a:lnTo>
                  <a:pt x="1093" y="1263"/>
                </a:lnTo>
                <a:lnTo>
                  <a:pt x="1092" y="1263"/>
                </a:lnTo>
                <a:lnTo>
                  <a:pt x="1092" y="1264"/>
                </a:lnTo>
                <a:lnTo>
                  <a:pt x="1091" y="1264"/>
                </a:lnTo>
                <a:lnTo>
                  <a:pt x="1090" y="1264"/>
                </a:lnTo>
                <a:lnTo>
                  <a:pt x="1088" y="1266"/>
                </a:lnTo>
                <a:lnTo>
                  <a:pt x="1087" y="1266"/>
                </a:lnTo>
                <a:lnTo>
                  <a:pt x="1085" y="1266"/>
                </a:lnTo>
                <a:lnTo>
                  <a:pt x="1084" y="1268"/>
                </a:lnTo>
                <a:lnTo>
                  <a:pt x="1084" y="1269"/>
                </a:lnTo>
                <a:lnTo>
                  <a:pt x="1082" y="1270"/>
                </a:lnTo>
                <a:lnTo>
                  <a:pt x="1081" y="1271"/>
                </a:lnTo>
                <a:lnTo>
                  <a:pt x="1080" y="1271"/>
                </a:lnTo>
                <a:lnTo>
                  <a:pt x="1078" y="1272"/>
                </a:lnTo>
                <a:lnTo>
                  <a:pt x="1077" y="1272"/>
                </a:lnTo>
                <a:lnTo>
                  <a:pt x="1077" y="1273"/>
                </a:lnTo>
                <a:lnTo>
                  <a:pt x="1077" y="1274"/>
                </a:lnTo>
                <a:lnTo>
                  <a:pt x="1076" y="1275"/>
                </a:lnTo>
                <a:lnTo>
                  <a:pt x="1075" y="1276"/>
                </a:lnTo>
                <a:lnTo>
                  <a:pt x="1075" y="1277"/>
                </a:lnTo>
                <a:lnTo>
                  <a:pt x="1074" y="1277"/>
                </a:lnTo>
                <a:lnTo>
                  <a:pt x="1073" y="1277"/>
                </a:lnTo>
                <a:lnTo>
                  <a:pt x="1072" y="1276"/>
                </a:lnTo>
                <a:lnTo>
                  <a:pt x="1071" y="1276"/>
                </a:lnTo>
                <a:lnTo>
                  <a:pt x="1070" y="1276"/>
                </a:lnTo>
                <a:lnTo>
                  <a:pt x="1069" y="1276"/>
                </a:lnTo>
                <a:lnTo>
                  <a:pt x="1068" y="1276"/>
                </a:lnTo>
                <a:lnTo>
                  <a:pt x="1068" y="1277"/>
                </a:lnTo>
                <a:lnTo>
                  <a:pt x="1067" y="1277"/>
                </a:lnTo>
                <a:lnTo>
                  <a:pt x="1067" y="1278"/>
                </a:lnTo>
                <a:lnTo>
                  <a:pt x="1067" y="1279"/>
                </a:lnTo>
                <a:lnTo>
                  <a:pt x="1067" y="1280"/>
                </a:lnTo>
                <a:lnTo>
                  <a:pt x="1066" y="1281"/>
                </a:lnTo>
                <a:lnTo>
                  <a:pt x="1066" y="1282"/>
                </a:lnTo>
                <a:lnTo>
                  <a:pt x="1066" y="1283"/>
                </a:lnTo>
                <a:lnTo>
                  <a:pt x="1065" y="1283"/>
                </a:lnTo>
                <a:lnTo>
                  <a:pt x="1065" y="1284"/>
                </a:lnTo>
                <a:lnTo>
                  <a:pt x="1064" y="1284"/>
                </a:lnTo>
                <a:lnTo>
                  <a:pt x="1063" y="1284"/>
                </a:lnTo>
                <a:lnTo>
                  <a:pt x="1062" y="1284"/>
                </a:lnTo>
                <a:lnTo>
                  <a:pt x="1062" y="1283"/>
                </a:lnTo>
                <a:lnTo>
                  <a:pt x="1061" y="1283"/>
                </a:lnTo>
                <a:lnTo>
                  <a:pt x="1061" y="1282"/>
                </a:lnTo>
                <a:lnTo>
                  <a:pt x="1061" y="1281"/>
                </a:lnTo>
                <a:lnTo>
                  <a:pt x="1061" y="1280"/>
                </a:lnTo>
                <a:lnTo>
                  <a:pt x="1061" y="1279"/>
                </a:lnTo>
                <a:lnTo>
                  <a:pt x="1061" y="1278"/>
                </a:lnTo>
                <a:lnTo>
                  <a:pt x="1061" y="1277"/>
                </a:lnTo>
                <a:lnTo>
                  <a:pt x="1060" y="1277"/>
                </a:lnTo>
                <a:lnTo>
                  <a:pt x="1060" y="1276"/>
                </a:lnTo>
                <a:lnTo>
                  <a:pt x="1059" y="1276"/>
                </a:lnTo>
                <a:lnTo>
                  <a:pt x="1058" y="1276"/>
                </a:lnTo>
                <a:lnTo>
                  <a:pt x="1058" y="1275"/>
                </a:lnTo>
                <a:lnTo>
                  <a:pt x="1057" y="1275"/>
                </a:lnTo>
                <a:lnTo>
                  <a:pt x="1056" y="1274"/>
                </a:lnTo>
                <a:lnTo>
                  <a:pt x="1055" y="1273"/>
                </a:lnTo>
                <a:lnTo>
                  <a:pt x="1054" y="1272"/>
                </a:lnTo>
                <a:lnTo>
                  <a:pt x="1053" y="1272"/>
                </a:lnTo>
                <a:lnTo>
                  <a:pt x="1053" y="1271"/>
                </a:lnTo>
                <a:lnTo>
                  <a:pt x="1052" y="1271"/>
                </a:lnTo>
                <a:lnTo>
                  <a:pt x="1051" y="1271"/>
                </a:lnTo>
                <a:lnTo>
                  <a:pt x="1051" y="1270"/>
                </a:lnTo>
                <a:lnTo>
                  <a:pt x="1051" y="1271"/>
                </a:lnTo>
                <a:lnTo>
                  <a:pt x="1050" y="1271"/>
                </a:lnTo>
                <a:lnTo>
                  <a:pt x="1049" y="1271"/>
                </a:lnTo>
                <a:lnTo>
                  <a:pt x="1049" y="1272"/>
                </a:lnTo>
                <a:lnTo>
                  <a:pt x="1048" y="1273"/>
                </a:lnTo>
                <a:lnTo>
                  <a:pt x="1047" y="1273"/>
                </a:lnTo>
                <a:lnTo>
                  <a:pt x="1047" y="1274"/>
                </a:lnTo>
                <a:lnTo>
                  <a:pt x="1046" y="1275"/>
                </a:lnTo>
                <a:lnTo>
                  <a:pt x="1045" y="1275"/>
                </a:lnTo>
                <a:lnTo>
                  <a:pt x="1044" y="1275"/>
                </a:lnTo>
                <a:lnTo>
                  <a:pt x="1041" y="1276"/>
                </a:lnTo>
                <a:lnTo>
                  <a:pt x="1040" y="1276"/>
                </a:lnTo>
                <a:lnTo>
                  <a:pt x="1039" y="1276"/>
                </a:lnTo>
                <a:lnTo>
                  <a:pt x="1039" y="1277"/>
                </a:lnTo>
                <a:lnTo>
                  <a:pt x="1038" y="1277"/>
                </a:lnTo>
                <a:lnTo>
                  <a:pt x="1038" y="1278"/>
                </a:lnTo>
                <a:lnTo>
                  <a:pt x="1038" y="1279"/>
                </a:lnTo>
                <a:lnTo>
                  <a:pt x="1038" y="1281"/>
                </a:lnTo>
                <a:lnTo>
                  <a:pt x="1037" y="1281"/>
                </a:lnTo>
                <a:lnTo>
                  <a:pt x="1036" y="1283"/>
                </a:lnTo>
                <a:lnTo>
                  <a:pt x="1036" y="1284"/>
                </a:lnTo>
                <a:lnTo>
                  <a:pt x="1035" y="1284"/>
                </a:lnTo>
                <a:lnTo>
                  <a:pt x="1035" y="1285"/>
                </a:lnTo>
                <a:lnTo>
                  <a:pt x="1035" y="1286"/>
                </a:lnTo>
                <a:lnTo>
                  <a:pt x="1034" y="1286"/>
                </a:lnTo>
                <a:lnTo>
                  <a:pt x="1033" y="1287"/>
                </a:lnTo>
                <a:lnTo>
                  <a:pt x="1033" y="1288"/>
                </a:lnTo>
                <a:lnTo>
                  <a:pt x="1032" y="1289"/>
                </a:lnTo>
                <a:lnTo>
                  <a:pt x="1032" y="1290"/>
                </a:lnTo>
                <a:lnTo>
                  <a:pt x="1031" y="1290"/>
                </a:lnTo>
                <a:lnTo>
                  <a:pt x="1029" y="1291"/>
                </a:lnTo>
                <a:lnTo>
                  <a:pt x="1028" y="1292"/>
                </a:lnTo>
                <a:lnTo>
                  <a:pt x="1027" y="1292"/>
                </a:lnTo>
                <a:lnTo>
                  <a:pt x="1027" y="1293"/>
                </a:lnTo>
                <a:lnTo>
                  <a:pt x="1027" y="1294"/>
                </a:lnTo>
                <a:lnTo>
                  <a:pt x="1026" y="1294"/>
                </a:lnTo>
                <a:lnTo>
                  <a:pt x="1026" y="1295"/>
                </a:lnTo>
                <a:lnTo>
                  <a:pt x="1025" y="1295"/>
                </a:lnTo>
                <a:lnTo>
                  <a:pt x="1024" y="1295"/>
                </a:lnTo>
                <a:lnTo>
                  <a:pt x="1023" y="1295"/>
                </a:lnTo>
                <a:lnTo>
                  <a:pt x="1023" y="1296"/>
                </a:lnTo>
                <a:lnTo>
                  <a:pt x="1022" y="1296"/>
                </a:lnTo>
                <a:lnTo>
                  <a:pt x="1022" y="1297"/>
                </a:lnTo>
                <a:lnTo>
                  <a:pt x="1021" y="1298"/>
                </a:lnTo>
                <a:lnTo>
                  <a:pt x="1020" y="1299"/>
                </a:lnTo>
                <a:lnTo>
                  <a:pt x="1019" y="1299"/>
                </a:lnTo>
                <a:lnTo>
                  <a:pt x="1018" y="1299"/>
                </a:lnTo>
                <a:lnTo>
                  <a:pt x="1018" y="1298"/>
                </a:lnTo>
                <a:lnTo>
                  <a:pt x="1017" y="1298"/>
                </a:lnTo>
                <a:lnTo>
                  <a:pt x="1017" y="1299"/>
                </a:lnTo>
                <a:lnTo>
                  <a:pt x="1016" y="1300"/>
                </a:lnTo>
                <a:lnTo>
                  <a:pt x="1016" y="1301"/>
                </a:lnTo>
                <a:lnTo>
                  <a:pt x="1017" y="1302"/>
                </a:lnTo>
                <a:lnTo>
                  <a:pt x="1018" y="1303"/>
                </a:lnTo>
                <a:lnTo>
                  <a:pt x="1018" y="1304"/>
                </a:lnTo>
                <a:lnTo>
                  <a:pt x="1017" y="1306"/>
                </a:lnTo>
                <a:lnTo>
                  <a:pt x="1016" y="1307"/>
                </a:lnTo>
                <a:lnTo>
                  <a:pt x="1015" y="1307"/>
                </a:lnTo>
                <a:lnTo>
                  <a:pt x="1015" y="1308"/>
                </a:lnTo>
                <a:lnTo>
                  <a:pt x="1014" y="1308"/>
                </a:lnTo>
                <a:lnTo>
                  <a:pt x="1014" y="1309"/>
                </a:lnTo>
                <a:lnTo>
                  <a:pt x="1013" y="1309"/>
                </a:lnTo>
                <a:lnTo>
                  <a:pt x="1013" y="1311"/>
                </a:lnTo>
                <a:lnTo>
                  <a:pt x="1013" y="1313"/>
                </a:lnTo>
                <a:lnTo>
                  <a:pt x="1013" y="1314"/>
                </a:lnTo>
                <a:lnTo>
                  <a:pt x="1013" y="1315"/>
                </a:lnTo>
                <a:lnTo>
                  <a:pt x="1014" y="1316"/>
                </a:lnTo>
                <a:lnTo>
                  <a:pt x="1014" y="1317"/>
                </a:lnTo>
                <a:lnTo>
                  <a:pt x="1015" y="1317"/>
                </a:lnTo>
                <a:lnTo>
                  <a:pt x="1015" y="1318"/>
                </a:lnTo>
                <a:lnTo>
                  <a:pt x="1016" y="1318"/>
                </a:lnTo>
                <a:lnTo>
                  <a:pt x="1017" y="1319"/>
                </a:lnTo>
                <a:lnTo>
                  <a:pt x="1018" y="1319"/>
                </a:lnTo>
                <a:lnTo>
                  <a:pt x="1018" y="1320"/>
                </a:lnTo>
                <a:lnTo>
                  <a:pt x="1018" y="1319"/>
                </a:lnTo>
                <a:lnTo>
                  <a:pt x="1019" y="1319"/>
                </a:lnTo>
                <a:lnTo>
                  <a:pt x="1019" y="1318"/>
                </a:lnTo>
                <a:lnTo>
                  <a:pt x="1020" y="1318"/>
                </a:lnTo>
                <a:lnTo>
                  <a:pt x="1020" y="1317"/>
                </a:lnTo>
                <a:lnTo>
                  <a:pt x="1022" y="1317"/>
                </a:lnTo>
                <a:lnTo>
                  <a:pt x="1023" y="1317"/>
                </a:lnTo>
                <a:lnTo>
                  <a:pt x="1024" y="1318"/>
                </a:lnTo>
                <a:lnTo>
                  <a:pt x="1024" y="1319"/>
                </a:lnTo>
                <a:lnTo>
                  <a:pt x="1025" y="1319"/>
                </a:lnTo>
                <a:lnTo>
                  <a:pt x="1025" y="1320"/>
                </a:lnTo>
                <a:lnTo>
                  <a:pt x="1025" y="1321"/>
                </a:lnTo>
                <a:lnTo>
                  <a:pt x="1024" y="1322"/>
                </a:lnTo>
                <a:lnTo>
                  <a:pt x="1024" y="1323"/>
                </a:lnTo>
                <a:lnTo>
                  <a:pt x="1024" y="1324"/>
                </a:lnTo>
                <a:lnTo>
                  <a:pt x="1024" y="1325"/>
                </a:lnTo>
                <a:lnTo>
                  <a:pt x="1025" y="1326"/>
                </a:lnTo>
                <a:lnTo>
                  <a:pt x="1025" y="1327"/>
                </a:lnTo>
                <a:lnTo>
                  <a:pt x="1026" y="1328"/>
                </a:lnTo>
                <a:lnTo>
                  <a:pt x="1026" y="1329"/>
                </a:lnTo>
                <a:lnTo>
                  <a:pt x="1028" y="1331"/>
                </a:lnTo>
                <a:lnTo>
                  <a:pt x="1031" y="1331"/>
                </a:lnTo>
                <a:lnTo>
                  <a:pt x="1032" y="1331"/>
                </a:lnTo>
                <a:lnTo>
                  <a:pt x="1033" y="1331"/>
                </a:lnTo>
                <a:lnTo>
                  <a:pt x="1033" y="1330"/>
                </a:lnTo>
                <a:lnTo>
                  <a:pt x="1034" y="1329"/>
                </a:lnTo>
                <a:lnTo>
                  <a:pt x="1035" y="1328"/>
                </a:lnTo>
                <a:lnTo>
                  <a:pt x="1036" y="1328"/>
                </a:lnTo>
                <a:lnTo>
                  <a:pt x="1036" y="1329"/>
                </a:lnTo>
                <a:lnTo>
                  <a:pt x="1037" y="1329"/>
                </a:lnTo>
                <a:lnTo>
                  <a:pt x="1037" y="1330"/>
                </a:lnTo>
                <a:lnTo>
                  <a:pt x="1037" y="1331"/>
                </a:lnTo>
                <a:lnTo>
                  <a:pt x="1036" y="1332"/>
                </a:lnTo>
                <a:lnTo>
                  <a:pt x="1036" y="1333"/>
                </a:lnTo>
                <a:lnTo>
                  <a:pt x="1035" y="1333"/>
                </a:lnTo>
                <a:lnTo>
                  <a:pt x="1033" y="1334"/>
                </a:lnTo>
                <a:lnTo>
                  <a:pt x="1032" y="1334"/>
                </a:lnTo>
                <a:lnTo>
                  <a:pt x="1031" y="1335"/>
                </a:lnTo>
                <a:lnTo>
                  <a:pt x="1030" y="1336"/>
                </a:lnTo>
                <a:lnTo>
                  <a:pt x="1030" y="1337"/>
                </a:lnTo>
                <a:lnTo>
                  <a:pt x="1029" y="1337"/>
                </a:lnTo>
                <a:lnTo>
                  <a:pt x="1029" y="1338"/>
                </a:lnTo>
                <a:lnTo>
                  <a:pt x="1027" y="1340"/>
                </a:lnTo>
                <a:lnTo>
                  <a:pt x="1026" y="1341"/>
                </a:lnTo>
                <a:lnTo>
                  <a:pt x="1025" y="1342"/>
                </a:lnTo>
                <a:lnTo>
                  <a:pt x="1025" y="1345"/>
                </a:lnTo>
                <a:lnTo>
                  <a:pt x="1025" y="1347"/>
                </a:lnTo>
                <a:lnTo>
                  <a:pt x="1025" y="1349"/>
                </a:lnTo>
                <a:lnTo>
                  <a:pt x="1025" y="1350"/>
                </a:lnTo>
                <a:lnTo>
                  <a:pt x="1025" y="1354"/>
                </a:lnTo>
                <a:lnTo>
                  <a:pt x="1026" y="1354"/>
                </a:lnTo>
                <a:lnTo>
                  <a:pt x="1026" y="1355"/>
                </a:lnTo>
                <a:lnTo>
                  <a:pt x="1026" y="1356"/>
                </a:lnTo>
                <a:lnTo>
                  <a:pt x="1026" y="1357"/>
                </a:lnTo>
                <a:lnTo>
                  <a:pt x="1026" y="1359"/>
                </a:lnTo>
                <a:lnTo>
                  <a:pt x="1025" y="1362"/>
                </a:lnTo>
                <a:lnTo>
                  <a:pt x="1024" y="1363"/>
                </a:lnTo>
                <a:lnTo>
                  <a:pt x="1023" y="1366"/>
                </a:lnTo>
                <a:lnTo>
                  <a:pt x="1021" y="1367"/>
                </a:lnTo>
                <a:lnTo>
                  <a:pt x="1020" y="1368"/>
                </a:lnTo>
                <a:lnTo>
                  <a:pt x="1019" y="1368"/>
                </a:lnTo>
                <a:lnTo>
                  <a:pt x="1018" y="1369"/>
                </a:lnTo>
                <a:lnTo>
                  <a:pt x="1017" y="1369"/>
                </a:lnTo>
                <a:lnTo>
                  <a:pt x="1017" y="1371"/>
                </a:lnTo>
                <a:lnTo>
                  <a:pt x="1017" y="1372"/>
                </a:lnTo>
                <a:lnTo>
                  <a:pt x="1016" y="1373"/>
                </a:lnTo>
                <a:lnTo>
                  <a:pt x="1015" y="1374"/>
                </a:lnTo>
                <a:lnTo>
                  <a:pt x="1014" y="1374"/>
                </a:lnTo>
                <a:lnTo>
                  <a:pt x="1014" y="1375"/>
                </a:lnTo>
                <a:lnTo>
                  <a:pt x="1013" y="1375"/>
                </a:lnTo>
                <a:lnTo>
                  <a:pt x="1013" y="1376"/>
                </a:lnTo>
                <a:lnTo>
                  <a:pt x="1012" y="1376"/>
                </a:lnTo>
                <a:lnTo>
                  <a:pt x="1011" y="1376"/>
                </a:lnTo>
                <a:lnTo>
                  <a:pt x="1010" y="1377"/>
                </a:lnTo>
                <a:lnTo>
                  <a:pt x="1007" y="1380"/>
                </a:lnTo>
                <a:lnTo>
                  <a:pt x="1007" y="1381"/>
                </a:lnTo>
                <a:lnTo>
                  <a:pt x="1006" y="1382"/>
                </a:lnTo>
                <a:lnTo>
                  <a:pt x="1006" y="1383"/>
                </a:lnTo>
                <a:lnTo>
                  <a:pt x="1005" y="1383"/>
                </a:lnTo>
                <a:lnTo>
                  <a:pt x="1004" y="1383"/>
                </a:lnTo>
                <a:lnTo>
                  <a:pt x="1003" y="1383"/>
                </a:lnTo>
                <a:lnTo>
                  <a:pt x="1002" y="1383"/>
                </a:lnTo>
                <a:lnTo>
                  <a:pt x="1001" y="1383"/>
                </a:lnTo>
                <a:lnTo>
                  <a:pt x="1000" y="1384"/>
                </a:lnTo>
                <a:lnTo>
                  <a:pt x="1000" y="1385"/>
                </a:lnTo>
                <a:lnTo>
                  <a:pt x="999" y="1387"/>
                </a:lnTo>
                <a:lnTo>
                  <a:pt x="998" y="1387"/>
                </a:lnTo>
                <a:lnTo>
                  <a:pt x="998" y="1388"/>
                </a:lnTo>
                <a:lnTo>
                  <a:pt x="998" y="1389"/>
                </a:lnTo>
                <a:lnTo>
                  <a:pt x="997" y="1389"/>
                </a:lnTo>
                <a:lnTo>
                  <a:pt x="997" y="1390"/>
                </a:lnTo>
                <a:lnTo>
                  <a:pt x="996" y="1390"/>
                </a:lnTo>
                <a:lnTo>
                  <a:pt x="995" y="1390"/>
                </a:lnTo>
                <a:lnTo>
                  <a:pt x="995" y="1391"/>
                </a:lnTo>
                <a:lnTo>
                  <a:pt x="994" y="1391"/>
                </a:lnTo>
                <a:lnTo>
                  <a:pt x="993" y="1393"/>
                </a:lnTo>
                <a:lnTo>
                  <a:pt x="991" y="1394"/>
                </a:lnTo>
                <a:lnTo>
                  <a:pt x="988" y="1397"/>
                </a:lnTo>
                <a:lnTo>
                  <a:pt x="987" y="1399"/>
                </a:lnTo>
                <a:lnTo>
                  <a:pt x="986" y="1399"/>
                </a:lnTo>
                <a:lnTo>
                  <a:pt x="986" y="1398"/>
                </a:lnTo>
                <a:lnTo>
                  <a:pt x="985" y="1398"/>
                </a:lnTo>
                <a:lnTo>
                  <a:pt x="984" y="1399"/>
                </a:lnTo>
                <a:lnTo>
                  <a:pt x="984" y="1400"/>
                </a:lnTo>
                <a:lnTo>
                  <a:pt x="984" y="1401"/>
                </a:lnTo>
                <a:lnTo>
                  <a:pt x="985" y="1402"/>
                </a:lnTo>
                <a:lnTo>
                  <a:pt x="987" y="1403"/>
                </a:lnTo>
                <a:lnTo>
                  <a:pt x="987" y="1404"/>
                </a:lnTo>
                <a:lnTo>
                  <a:pt x="988" y="1405"/>
                </a:lnTo>
                <a:lnTo>
                  <a:pt x="988" y="1406"/>
                </a:lnTo>
                <a:lnTo>
                  <a:pt x="988" y="1407"/>
                </a:lnTo>
                <a:lnTo>
                  <a:pt x="987" y="1407"/>
                </a:lnTo>
                <a:lnTo>
                  <a:pt x="987" y="1408"/>
                </a:lnTo>
                <a:lnTo>
                  <a:pt x="987" y="1409"/>
                </a:lnTo>
                <a:lnTo>
                  <a:pt x="987" y="1410"/>
                </a:lnTo>
                <a:lnTo>
                  <a:pt x="987" y="1412"/>
                </a:lnTo>
                <a:lnTo>
                  <a:pt x="987" y="1413"/>
                </a:lnTo>
                <a:lnTo>
                  <a:pt x="986" y="1413"/>
                </a:lnTo>
                <a:lnTo>
                  <a:pt x="984" y="1413"/>
                </a:lnTo>
                <a:lnTo>
                  <a:pt x="983" y="1413"/>
                </a:lnTo>
                <a:lnTo>
                  <a:pt x="982" y="1412"/>
                </a:lnTo>
                <a:lnTo>
                  <a:pt x="981" y="1412"/>
                </a:lnTo>
                <a:lnTo>
                  <a:pt x="980" y="1412"/>
                </a:lnTo>
                <a:lnTo>
                  <a:pt x="979" y="1412"/>
                </a:lnTo>
                <a:lnTo>
                  <a:pt x="978" y="1412"/>
                </a:lnTo>
                <a:lnTo>
                  <a:pt x="977" y="1411"/>
                </a:lnTo>
                <a:lnTo>
                  <a:pt x="976" y="1411"/>
                </a:lnTo>
                <a:lnTo>
                  <a:pt x="975" y="1412"/>
                </a:lnTo>
                <a:lnTo>
                  <a:pt x="974" y="1412"/>
                </a:lnTo>
                <a:lnTo>
                  <a:pt x="973" y="1413"/>
                </a:lnTo>
                <a:lnTo>
                  <a:pt x="973" y="1415"/>
                </a:lnTo>
                <a:lnTo>
                  <a:pt x="973" y="1416"/>
                </a:lnTo>
                <a:lnTo>
                  <a:pt x="972" y="1416"/>
                </a:lnTo>
                <a:lnTo>
                  <a:pt x="972" y="1417"/>
                </a:lnTo>
                <a:lnTo>
                  <a:pt x="972" y="1418"/>
                </a:lnTo>
                <a:lnTo>
                  <a:pt x="971" y="1419"/>
                </a:lnTo>
                <a:lnTo>
                  <a:pt x="970" y="1420"/>
                </a:lnTo>
                <a:lnTo>
                  <a:pt x="968" y="1420"/>
                </a:lnTo>
                <a:lnTo>
                  <a:pt x="968" y="1421"/>
                </a:lnTo>
                <a:lnTo>
                  <a:pt x="967" y="1422"/>
                </a:lnTo>
                <a:lnTo>
                  <a:pt x="966" y="1424"/>
                </a:lnTo>
                <a:lnTo>
                  <a:pt x="966" y="1425"/>
                </a:lnTo>
                <a:lnTo>
                  <a:pt x="966" y="1426"/>
                </a:lnTo>
                <a:lnTo>
                  <a:pt x="965" y="1427"/>
                </a:lnTo>
                <a:lnTo>
                  <a:pt x="964" y="1427"/>
                </a:lnTo>
                <a:lnTo>
                  <a:pt x="964" y="1428"/>
                </a:lnTo>
                <a:lnTo>
                  <a:pt x="963" y="1429"/>
                </a:lnTo>
                <a:lnTo>
                  <a:pt x="962" y="1430"/>
                </a:lnTo>
                <a:lnTo>
                  <a:pt x="960" y="1433"/>
                </a:lnTo>
                <a:lnTo>
                  <a:pt x="959" y="1436"/>
                </a:lnTo>
                <a:lnTo>
                  <a:pt x="959" y="1437"/>
                </a:lnTo>
                <a:lnTo>
                  <a:pt x="959" y="1439"/>
                </a:lnTo>
                <a:lnTo>
                  <a:pt x="959" y="1441"/>
                </a:lnTo>
                <a:lnTo>
                  <a:pt x="958" y="1442"/>
                </a:lnTo>
                <a:lnTo>
                  <a:pt x="957" y="1443"/>
                </a:lnTo>
                <a:lnTo>
                  <a:pt x="956" y="1443"/>
                </a:lnTo>
                <a:lnTo>
                  <a:pt x="954" y="1445"/>
                </a:lnTo>
                <a:lnTo>
                  <a:pt x="953" y="1446"/>
                </a:lnTo>
                <a:lnTo>
                  <a:pt x="952" y="1446"/>
                </a:lnTo>
                <a:lnTo>
                  <a:pt x="951" y="1446"/>
                </a:lnTo>
                <a:lnTo>
                  <a:pt x="950" y="1446"/>
                </a:lnTo>
                <a:lnTo>
                  <a:pt x="949" y="1446"/>
                </a:lnTo>
                <a:lnTo>
                  <a:pt x="948" y="1446"/>
                </a:lnTo>
                <a:lnTo>
                  <a:pt x="947" y="1446"/>
                </a:lnTo>
                <a:lnTo>
                  <a:pt x="946" y="1444"/>
                </a:lnTo>
                <a:lnTo>
                  <a:pt x="945" y="1444"/>
                </a:lnTo>
                <a:lnTo>
                  <a:pt x="945" y="1443"/>
                </a:lnTo>
                <a:lnTo>
                  <a:pt x="944" y="1443"/>
                </a:lnTo>
                <a:lnTo>
                  <a:pt x="943" y="1444"/>
                </a:lnTo>
                <a:lnTo>
                  <a:pt x="942" y="1445"/>
                </a:lnTo>
                <a:lnTo>
                  <a:pt x="940" y="1447"/>
                </a:lnTo>
                <a:lnTo>
                  <a:pt x="939" y="1448"/>
                </a:lnTo>
                <a:lnTo>
                  <a:pt x="938" y="1449"/>
                </a:lnTo>
                <a:lnTo>
                  <a:pt x="937" y="1450"/>
                </a:lnTo>
                <a:lnTo>
                  <a:pt x="935" y="1450"/>
                </a:lnTo>
                <a:lnTo>
                  <a:pt x="934" y="1451"/>
                </a:lnTo>
                <a:lnTo>
                  <a:pt x="933" y="1451"/>
                </a:lnTo>
                <a:lnTo>
                  <a:pt x="932" y="1451"/>
                </a:lnTo>
                <a:lnTo>
                  <a:pt x="932" y="1452"/>
                </a:lnTo>
                <a:lnTo>
                  <a:pt x="931" y="1452"/>
                </a:lnTo>
                <a:lnTo>
                  <a:pt x="930" y="1452"/>
                </a:lnTo>
                <a:lnTo>
                  <a:pt x="929" y="1452"/>
                </a:lnTo>
                <a:lnTo>
                  <a:pt x="928" y="1450"/>
                </a:lnTo>
                <a:lnTo>
                  <a:pt x="927" y="1448"/>
                </a:lnTo>
                <a:lnTo>
                  <a:pt x="926" y="1447"/>
                </a:lnTo>
                <a:lnTo>
                  <a:pt x="926" y="1446"/>
                </a:lnTo>
                <a:lnTo>
                  <a:pt x="926" y="1444"/>
                </a:lnTo>
                <a:lnTo>
                  <a:pt x="925" y="1443"/>
                </a:lnTo>
                <a:lnTo>
                  <a:pt x="924" y="1443"/>
                </a:lnTo>
                <a:lnTo>
                  <a:pt x="923" y="1443"/>
                </a:lnTo>
                <a:lnTo>
                  <a:pt x="923" y="1444"/>
                </a:lnTo>
                <a:lnTo>
                  <a:pt x="922" y="1444"/>
                </a:lnTo>
                <a:lnTo>
                  <a:pt x="922" y="1446"/>
                </a:lnTo>
                <a:lnTo>
                  <a:pt x="922" y="1447"/>
                </a:lnTo>
                <a:lnTo>
                  <a:pt x="921" y="1449"/>
                </a:lnTo>
                <a:lnTo>
                  <a:pt x="919" y="1451"/>
                </a:lnTo>
                <a:lnTo>
                  <a:pt x="919" y="1452"/>
                </a:lnTo>
                <a:lnTo>
                  <a:pt x="918" y="1453"/>
                </a:lnTo>
                <a:lnTo>
                  <a:pt x="917" y="1455"/>
                </a:lnTo>
                <a:lnTo>
                  <a:pt x="917" y="1456"/>
                </a:lnTo>
                <a:lnTo>
                  <a:pt x="916" y="1458"/>
                </a:lnTo>
                <a:lnTo>
                  <a:pt x="916" y="1459"/>
                </a:lnTo>
                <a:lnTo>
                  <a:pt x="915" y="1460"/>
                </a:lnTo>
                <a:lnTo>
                  <a:pt x="915" y="1462"/>
                </a:lnTo>
                <a:lnTo>
                  <a:pt x="914" y="1463"/>
                </a:lnTo>
                <a:lnTo>
                  <a:pt x="913" y="1465"/>
                </a:lnTo>
                <a:lnTo>
                  <a:pt x="912" y="1466"/>
                </a:lnTo>
                <a:lnTo>
                  <a:pt x="911" y="1467"/>
                </a:lnTo>
                <a:lnTo>
                  <a:pt x="912" y="1469"/>
                </a:lnTo>
                <a:lnTo>
                  <a:pt x="912" y="1470"/>
                </a:lnTo>
                <a:lnTo>
                  <a:pt x="912" y="1471"/>
                </a:lnTo>
                <a:lnTo>
                  <a:pt x="911" y="1471"/>
                </a:lnTo>
                <a:lnTo>
                  <a:pt x="911" y="1472"/>
                </a:lnTo>
                <a:lnTo>
                  <a:pt x="911" y="1473"/>
                </a:lnTo>
                <a:lnTo>
                  <a:pt x="911" y="1474"/>
                </a:lnTo>
                <a:lnTo>
                  <a:pt x="912" y="1476"/>
                </a:lnTo>
                <a:lnTo>
                  <a:pt x="913" y="1477"/>
                </a:lnTo>
                <a:lnTo>
                  <a:pt x="914" y="1478"/>
                </a:lnTo>
                <a:lnTo>
                  <a:pt x="915" y="1479"/>
                </a:lnTo>
                <a:lnTo>
                  <a:pt x="915" y="1480"/>
                </a:lnTo>
                <a:lnTo>
                  <a:pt x="915" y="1482"/>
                </a:lnTo>
                <a:lnTo>
                  <a:pt x="915" y="1484"/>
                </a:lnTo>
                <a:lnTo>
                  <a:pt x="915" y="1486"/>
                </a:lnTo>
                <a:lnTo>
                  <a:pt x="915" y="1487"/>
                </a:lnTo>
                <a:lnTo>
                  <a:pt x="915" y="1488"/>
                </a:lnTo>
                <a:lnTo>
                  <a:pt x="915" y="1489"/>
                </a:lnTo>
                <a:lnTo>
                  <a:pt x="916" y="1490"/>
                </a:lnTo>
                <a:lnTo>
                  <a:pt x="916" y="1491"/>
                </a:lnTo>
                <a:lnTo>
                  <a:pt x="915" y="1492"/>
                </a:lnTo>
                <a:lnTo>
                  <a:pt x="915" y="1493"/>
                </a:lnTo>
                <a:lnTo>
                  <a:pt x="916" y="1495"/>
                </a:lnTo>
                <a:lnTo>
                  <a:pt x="916" y="1498"/>
                </a:lnTo>
                <a:lnTo>
                  <a:pt x="916" y="1500"/>
                </a:lnTo>
                <a:lnTo>
                  <a:pt x="916" y="1502"/>
                </a:lnTo>
                <a:lnTo>
                  <a:pt x="916" y="1503"/>
                </a:lnTo>
                <a:lnTo>
                  <a:pt x="916" y="1504"/>
                </a:lnTo>
                <a:lnTo>
                  <a:pt x="915" y="1505"/>
                </a:lnTo>
                <a:lnTo>
                  <a:pt x="915" y="1506"/>
                </a:lnTo>
                <a:lnTo>
                  <a:pt x="914" y="1506"/>
                </a:lnTo>
                <a:lnTo>
                  <a:pt x="914" y="1508"/>
                </a:lnTo>
                <a:lnTo>
                  <a:pt x="914" y="1509"/>
                </a:lnTo>
                <a:lnTo>
                  <a:pt x="914" y="1511"/>
                </a:lnTo>
                <a:lnTo>
                  <a:pt x="914" y="1512"/>
                </a:lnTo>
                <a:lnTo>
                  <a:pt x="913" y="1512"/>
                </a:lnTo>
                <a:lnTo>
                  <a:pt x="913" y="1513"/>
                </a:lnTo>
                <a:lnTo>
                  <a:pt x="912" y="1513"/>
                </a:lnTo>
                <a:lnTo>
                  <a:pt x="912" y="1514"/>
                </a:lnTo>
                <a:lnTo>
                  <a:pt x="911" y="1515"/>
                </a:lnTo>
                <a:lnTo>
                  <a:pt x="911" y="1516"/>
                </a:lnTo>
                <a:lnTo>
                  <a:pt x="910" y="1519"/>
                </a:lnTo>
                <a:lnTo>
                  <a:pt x="909" y="1520"/>
                </a:lnTo>
                <a:lnTo>
                  <a:pt x="909" y="1521"/>
                </a:lnTo>
                <a:lnTo>
                  <a:pt x="908" y="1521"/>
                </a:lnTo>
                <a:lnTo>
                  <a:pt x="908" y="1522"/>
                </a:lnTo>
                <a:lnTo>
                  <a:pt x="909" y="1522"/>
                </a:lnTo>
                <a:lnTo>
                  <a:pt x="910" y="1523"/>
                </a:lnTo>
                <a:lnTo>
                  <a:pt x="910" y="1524"/>
                </a:lnTo>
                <a:lnTo>
                  <a:pt x="911" y="1524"/>
                </a:lnTo>
                <a:lnTo>
                  <a:pt x="912" y="1526"/>
                </a:lnTo>
                <a:lnTo>
                  <a:pt x="913" y="1527"/>
                </a:lnTo>
                <a:lnTo>
                  <a:pt x="913" y="1528"/>
                </a:lnTo>
                <a:lnTo>
                  <a:pt x="912" y="1529"/>
                </a:lnTo>
                <a:lnTo>
                  <a:pt x="912" y="1530"/>
                </a:lnTo>
                <a:lnTo>
                  <a:pt x="913" y="1532"/>
                </a:lnTo>
                <a:lnTo>
                  <a:pt x="912" y="1533"/>
                </a:lnTo>
                <a:lnTo>
                  <a:pt x="912" y="1534"/>
                </a:lnTo>
                <a:lnTo>
                  <a:pt x="912" y="1535"/>
                </a:lnTo>
                <a:lnTo>
                  <a:pt x="911" y="1536"/>
                </a:lnTo>
                <a:lnTo>
                  <a:pt x="911" y="1537"/>
                </a:lnTo>
                <a:lnTo>
                  <a:pt x="911" y="1539"/>
                </a:lnTo>
                <a:lnTo>
                  <a:pt x="912" y="1539"/>
                </a:lnTo>
                <a:lnTo>
                  <a:pt x="912" y="1540"/>
                </a:lnTo>
                <a:lnTo>
                  <a:pt x="912" y="1541"/>
                </a:lnTo>
                <a:lnTo>
                  <a:pt x="913" y="1544"/>
                </a:lnTo>
                <a:lnTo>
                  <a:pt x="912" y="1545"/>
                </a:lnTo>
                <a:lnTo>
                  <a:pt x="913" y="1545"/>
                </a:lnTo>
                <a:lnTo>
                  <a:pt x="913" y="1546"/>
                </a:lnTo>
                <a:lnTo>
                  <a:pt x="914" y="1546"/>
                </a:lnTo>
                <a:lnTo>
                  <a:pt x="914" y="1547"/>
                </a:lnTo>
                <a:lnTo>
                  <a:pt x="915" y="1549"/>
                </a:lnTo>
                <a:lnTo>
                  <a:pt x="916" y="1549"/>
                </a:lnTo>
                <a:lnTo>
                  <a:pt x="917" y="1551"/>
                </a:lnTo>
                <a:lnTo>
                  <a:pt x="917" y="1552"/>
                </a:lnTo>
                <a:lnTo>
                  <a:pt x="918" y="1554"/>
                </a:lnTo>
                <a:lnTo>
                  <a:pt x="919" y="1555"/>
                </a:lnTo>
                <a:lnTo>
                  <a:pt x="920" y="1556"/>
                </a:lnTo>
                <a:lnTo>
                  <a:pt x="920" y="1557"/>
                </a:lnTo>
                <a:lnTo>
                  <a:pt x="921" y="1558"/>
                </a:lnTo>
                <a:lnTo>
                  <a:pt x="921" y="1559"/>
                </a:lnTo>
                <a:lnTo>
                  <a:pt x="922" y="1560"/>
                </a:lnTo>
                <a:lnTo>
                  <a:pt x="923" y="1560"/>
                </a:lnTo>
                <a:lnTo>
                  <a:pt x="924" y="1560"/>
                </a:lnTo>
                <a:lnTo>
                  <a:pt x="925" y="1560"/>
                </a:lnTo>
                <a:lnTo>
                  <a:pt x="925" y="1561"/>
                </a:lnTo>
                <a:lnTo>
                  <a:pt x="925" y="1562"/>
                </a:lnTo>
                <a:lnTo>
                  <a:pt x="925" y="1563"/>
                </a:lnTo>
                <a:lnTo>
                  <a:pt x="925" y="1564"/>
                </a:lnTo>
                <a:lnTo>
                  <a:pt x="925" y="1565"/>
                </a:lnTo>
                <a:lnTo>
                  <a:pt x="927" y="1566"/>
                </a:lnTo>
                <a:lnTo>
                  <a:pt x="927" y="1567"/>
                </a:lnTo>
                <a:lnTo>
                  <a:pt x="927" y="1568"/>
                </a:lnTo>
                <a:lnTo>
                  <a:pt x="927" y="1570"/>
                </a:lnTo>
                <a:lnTo>
                  <a:pt x="927" y="1571"/>
                </a:lnTo>
                <a:lnTo>
                  <a:pt x="928" y="1572"/>
                </a:lnTo>
                <a:lnTo>
                  <a:pt x="929" y="1573"/>
                </a:lnTo>
                <a:lnTo>
                  <a:pt x="929" y="1574"/>
                </a:lnTo>
                <a:lnTo>
                  <a:pt x="929" y="1575"/>
                </a:lnTo>
                <a:lnTo>
                  <a:pt x="928" y="1575"/>
                </a:lnTo>
                <a:lnTo>
                  <a:pt x="928" y="1576"/>
                </a:lnTo>
                <a:lnTo>
                  <a:pt x="928" y="1577"/>
                </a:lnTo>
                <a:lnTo>
                  <a:pt x="929" y="1578"/>
                </a:lnTo>
                <a:lnTo>
                  <a:pt x="929" y="1579"/>
                </a:lnTo>
                <a:lnTo>
                  <a:pt x="929" y="1580"/>
                </a:lnTo>
                <a:lnTo>
                  <a:pt x="929" y="1581"/>
                </a:lnTo>
                <a:lnTo>
                  <a:pt x="930" y="1581"/>
                </a:lnTo>
                <a:lnTo>
                  <a:pt x="931" y="1581"/>
                </a:lnTo>
                <a:lnTo>
                  <a:pt x="931" y="1582"/>
                </a:lnTo>
                <a:lnTo>
                  <a:pt x="931" y="1583"/>
                </a:lnTo>
                <a:lnTo>
                  <a:pt x="930" y="1583"/>
                </a:lnTo>
                <a:lnTo>
                  <a:pt x="930" y="1584"/>
                </a:lnTo>
                <a:lnTo>
                  <a:pt x="930" y="1585"/>
                </a:lnTo>
                <a:lnTo>
                  <a:pt x="931" y="1586"/>
                </a:lnTo>
                <a:lnTo>
                  <a:pt x="932" y="1587"/>
                </a:lnTo>
                <a:lnTo>
                  <a:pt x="932" y="1588"/>
                </a:lnTo>
                <a:lnTo>
                  <a:pt x="932" y="1589"/>
                </a:lnTo>
                <a:lnTo>
                  <a:pt x="931" y="1589"/>
                </a:lnTo>
                <a:lnTo>
                  <a:pt x="931" y="1593"/>
                </a:lnTo>
                <a:lnTo>
                  <a:pt x="932" y="1594"/>
                </a:lnTo>
                <a:lnTo>
                  <a:pt x="933" y="1595"/>
                </a:lnTo>
                <a:lnTo>
                  <a:pt x="934" y="1595"/>
                </a:lnTo>
                <a:lnTo>
                  <a:pt x="935" y="1597"/>
                </a:lnTo>
                <a:lnTo>
                  <a:pt x="935" y="1598"/>
                </a:lnTo>
                <a:lnTo>
                  <a:pt x="935" y="1599"/>
                </a:lnTo>
                <a:lnTo>
                  <a:pt x="935" y="1600"/>
                </a:lnTo>
                <a:lnTo>
                  <a:pt x="934" y="1601"/>
                </a:lnTo>
                <a:lnTo>
                  <a:pt x="935" y="1603"/>
                </a:lnTo>
                <a:lnTo>
                  <a:pt x="935" y="1604"/>
                </a:lnTo>
                <a:lnTo>
                  <a:pt x="935" y="1606"/>
                </a:lnTo>
                <a:lnTo>
                  <a:pt x="935" y="1607"/>
                </a:lnTo>
                <a:lnTo>
                  <a:pt x="935" y="1608"/>
                </a:lnTo>
                <a:lnTo>
                  <a:pt x="935" y="1609"/>
                </a:lnTo>
                <a:lnTo>
                  <a:pt x="935" y="1610"/>
                </a:lnTo>
                <a:lnTo>
                  <a:pt x="934" y="1610"/>
                </a:lnTo>
                <a:lnTo>
                  <a:pt x="933" y="1611"/>
                </a:lnTo>
                <a:lnTo>
                  <a:pt x="934" y="1612"/>
                </a:lnTo>
                <a:lnTo>
                  <a:pt x="934" y="1613"/>
                </a:lnTo>
                <a:lnTo>
                  <a:pt x="935" y="1614"/>
                </a:lnTo>
                <a:lnTo>
                  <a:pt x="935" y="1615"/>
                </a:lnTo>
                <a:lnTo>
                  <a:pt x="935" y="1616"/>
                </a:lnTo>
                <a:lnTo>
                  <a:pt x="936" y="1617"/>
                </a:lnTo>
                <a:lnTo>
                  <a:pt x="936" y="1618"/>
                </a:lnTo>
                <a:lnTo>
                  <a:pt x="936" y="1619"/>
                </a:lnTo>
                <a:lnTo>
                  <a:pt x="937" y="1619"/>
                </a:lnTo>
                <a:lnTo>
                  <a:pt x="938" y="1618"/>
                </a:lnTo>
                <a:lnTo>
                  <a:pt x="939" y="1618"/>
                </a:lnTo>
                <a:lnTo>
                  <a:pt x="939" y="1619"/>
                </a:lnTo>
                <a:lnTo>
                  <a:pt x="940" y="1620"/>
                </a:lnTo>
                <a:lnTo>
                  <a:pt x="940" y="1621"/>
                </a:lnTo>
                <a:lnTo>
                  <a:pt x="940" y="1622"/>
                </a:lnTo>
                <a:lnTo>
                  <a:pt x="940" y="1623"/>
                </a:lnTo>
                <a:lnTo>
                  <a:pt x="940" y="1624"/>
                </a:lnTo>
                <a:lnTo>
                  <a:pt x="940" y="1625"/>
                </a:lnTo>
                <a:lnTo>
                  <a:pt x="939" y="1627"/>
                </a:lnTo>
                <a:lnTo>
                  <a:pt x="938" y="1627"/>
                </a:lnTo>
                <a:lnTo>
                  <a:pt x="937" y="1627"/>
                </a:lnTo>
                <a:lnTo>
                  <a:pt x="937" y="1628"/>
                </a:lnTo>
                <a:lnTo>
                  <a:pt x="937" y="1630"/>
                </a:lnTo>
                <a:lnTo>
                  <a:pt x="936" y="1632"/>
                </a:lnTo>
                <a:lnTo>
                  <a:pt x="935" y="1633"/>
                </a:lnTo>
                <a:lnTo>
                  <a:pt x="933" y="1633"/>
                </a:lnTo>
                <a:lnTo>
                  <a:pt x="932" y="1633"/>
                </a:lnTo>
                <a:lnTo>
                  <a:pt x="931" y="1633"/>
                </a:lnTo>
                <a:lnTo>
                  <a:pt x="930" y="1633"/>
                </a:lnTo>
                <a:lnTo>
                  <a:pt x="928" y="1633"/>
                </a:lnTo>
                <a:lnTo>
                  <a:pt x="928" y="1634"/>
                </a:lnTo>
                <a:lnTo>
                  <a:pt x="928" y="1635"/>
                </a:lnTo>
                <a:lnTo>
                  <a:pt x="928" y="1636"/>
                </a:lnTo>
                <a:lnTo>
                  <a:pt x="929" y="1638"/>
                </a:lnTo>
                <a:lnTo>
                  <a:pt x="929" y="1640"/>
                </a:lnTo>
                <a:lnTo>
                  <a:pt x="929" y="1641"/>
                </a:lnTo>
                <a:lnTo>
                  <a:pt x="928" y="1642"/>
                </a:lnTo>
                <a:lnTo>
                  <a:pt x="928" y="1643"/>
                </a:lnTo>
                <a:lnTo>
                  <a:pt x="927" y="1644"/>
                </a:lnTo>
                <a:lnTo>
                  <a:pt x="927" y="1647"/>
                </a:lnTo>
                <a:lnTo>
                  <a:pt x="927" y="1648"/>
                </a:lnTo>
                <a:lnTo>
                  <a:pt x="927" y="1649"/>
                </a:lnTo>
                <a:lnTo>
                  <a:pt x="928" y="1652"/>
                </a:lnTo>
                <a:lnTo>
                  <a:pt x="928" y="1653"/>
                </a:lnTo>
                <a:lnTo>
                  <a:pt x="928" y="1654"/>
                </a:lnTo>
                <a:lnTo>
                  <a:pt x="929" y="1655"/>
                </a:lnTo>
                <a:lnTo>
                  <a:pt x="929" y="1656"/>
                </a:lnTo>
                <a:lnTo>
                  <a:pt x="928" y="1657"/>
                </a:lnTo>
                <a:lnTo>
                  <a:pt x="927" y="1658"/>
                </a:lnTo>
                <a:lnTo>
                  <a:pt x="927" y="1660"/>
                </a:lnTo>
                <a:lnTo>
                  <a:pt x="926" y="1661"/>
                </a:lnTo>
                <a:lnTo>
                  <a:pt x="925" y="1662"/>
                </a:lnTo>
                <a:lnTo>
                  <a:pt x="924" y="1662"/>
                </a:lnTo>
                <a:lnTo>
                  <a:pt x="923" y="1662"/>
                </a:lnTo>
                <a:lnTo>
                  <a:pt x="921" y="1662"/>
                </a:lnTo>
                <a:lnTo>
                  <a:pt x="919" y="1662"/>
                </a:lnTo>
                <a:lnTo>
                  <a:pt x="918" y="1662"/>
                </a:lnTo>
                <a:lnTo>
                  <a:pt x="917" y="1662"/>
                </a:lnTo>
                <a:lnTo>
                  <a:pt x="916" y="1663"/>
                </a:lnTo>
                <a:lnTo>
                  <a:pt x="915" y="1663"/>
                </a:lnTo>
                <a:lnTo>
                  <a:pt x="914" y="1662"/>
                </a:lnTo>
                <a:lnTo>
                  <a:pt x="912" y="1662"/>
                </a:lnTo>
                <a:lnTo>
                  <a:pt x="911" y="1662"/>
                </a:lnTo>
                <a:lnTo>
                  <a:pt x="910" y="1662"/>
                </a:lnTo>
                <a:lnTo>
                  <a:pt x="909" y="1662"/>
                </a:lnTo>
                <a:lnTo>
                  <a:pt x="908" y="1661"/>
                </a:lnTo>
                <a:lnTo>
                  <a:pt x="908" y="1660"/>
                </a:lnTo>
                <a:lnTo>
                  <a:pt x="909" y="1659"/>
                </a:lnTo>
                <a:lnTo>
                  <a:pt x="909" y="1658"/>
                </a:lnTo>
                <a:lnTo>
                  <a:pt x="908" y="1658"/>
                </a:lnTo>
                <a:lnTo>
                  <a:pt x="908" y="1657"/>
                </a:lnTo>
                <a:lnTo>
                  <a:pt x="907" y="1657"/>
                </a:lnTo>
                <a:lnTo>
                  <a:pt x="906" y="1658"/>
                </a:lnTo>
                <a:lnTo>
                  <a:pt x="905" y="1660"/>
                </a:lnTo>
                <a:lnTo>
                  <a:pt x="905" y="1662"/>
                </a:lnTo>
                <a:lnTo>
                  <a:pt x="904" y="1662"/>
                </a:lnTo>
                <a:lnTo>
                  <a:pt x="904" y="1663"/>
                </a:lnTo>
                <a:lnTo>
                  <a:pt x="902" y="1664"/>
                </a:lnTo>
                <a:lnTo>
                  <a:pt x="902" y="1665"/>
                </a:lnTo>
                <a:lnTo>
                  <a:pt x="902" y="1666"/>
                </a:lnTo>
                <a:lnTo>
                  <a:pt x="901" y="1666"/>
                </a:lnTo>
                <a:lnTo>
                  <a:pt x="899" y="1667"/>
                </a:lnTo>
                <a:lnTo>
                  <a:pt x="899" y="1668"/>
                </a:lnTo>
                <a:lnTo>
                  <a:pt x="899" y="1669"/>
                </a:lnTo>
                <a:lnTo>
                  <a:pt x="897" y="1669"/>
                </a:lnTo>
                <a:lnTo>
                  <a:pt x="894" y="1669"/>
                </a:lnTo>
                <a:lnTo>
                  <a:pt x="893" y="1669"/>
                </a:lnTo>
                <a:lnTo>
                  <a:pt x="892" y="1669"/>
                </a:lnTo>
                <a:lnTo>
                  <a:pt x="891" y="1670"/>
                </a:lnTo>
                <a:lnTo>
                  <a:pt x="890" y="1670"/>
                </a:lnTo>
                <a:lnTo>
                  <a:pt x="889" y="1670"/>
                </a:lnTo>
                <a:lnTo>
                  <a:pt x="888" y="1671"/>
                </a:lnTo>
                <a:lnTo>
                  <a:pt x="887" y="1672"/>
                </a:lnTo>
                <a:lnTo>
                  <a:pt x="886" y="1673"/>
                </a:lnTo>
                <a:lnTo>
                  <a:pt x="886" y="1674"/>
                </a:lnTo>
                <a:lnTo>
                  <a:pt x="885" y="1675"/>
                </a:lnTo>
                <a:lnTo>
                  <a:pt x="884" y="1675"/>
                </a:lnTo>
                <a:lnTo>
                  <a:pt x="883" y="1675"/>
                </a:lnTo>
                <a:lnTo>
                  <a:pt x="882" y="1675"/>
                </a:lnTo>
                <a:lnTo>
                  <a:pt x="881" y="1676"/>
                </a:lnTo>
                <a:lnTo>
                  <a:pt x="881" y="1677"/>
                </a:lnTo>
                <a:lnTo>
                  <a:pt x="880" y="1677"/>
                </a:lnTo>
                <a:lnTo>
                  <a:pt x="879" y="1678"/>
                </a:lnTo>
                <a:lnTo>
                  <a:pt x="879" y="1679"/>
                </a:lnTo>
                <a:lnTo>
                  <a:pt x="878" y="1680"/>
                </a:lnTo>
                <a:lnTo>
                  <a:pt x="878" y="1681"/>
                </a:lnTo>
                <a:lnTo>
                  <a:pt x="878" y="1683"/>
                </a:lnTo>
                <a:lnTo>
                  <a:pt x="878" y="1684"/>
                </a:lnTo>
                <a:lnTo>
                  <a:pt x="877" y="1685"/>
                </a:lnTo>
                <a:lnTo>
                  <a:pt x="876" y="1687"/>
                </a:lnTo>
                <a:lnTo>
                  <a:pt x="875" y="1688"/>
                </a:lnTo>
                <a:lnTo>
                  <a:pt x="874" y="1688"/>
                </a:lnTo>
                <a:lnTo>
                  <a:pt x="874" y="1687"/>
                </a:lnTo>
                <a:lnTo>
                  <a:pt x="873" y="1687"/>
                </a:lnTo>
                <a:lnTo>
                  <a:pt x="872" y="1688"/>
                </a:lnTo>
                <a:lnTo>
                  <a:pt x="871" y="1688"/>
                </a:lnTo>
                <a:lnTo>
                  <a:pt x="869" y="1689"/>
                </a:lnTo>
                <a:lnTo>
                  <a:pt x="868" y="1689"/>
                </a:lnTo>
                <a:lnTo>
                  <a:pt x="868" y="1688"/>
                </a:lnTo>
                <a:lnTo>
                  <a:pt x="867" y="1688"/>
                </a:lnTo>
                <a:lnTo>
                  <a:pt x="866" y="1686"/>
                </a:lnTo>
                <a:lnTo>
                  <a:pt x="866" y="1685"/>
                </a:lnTo>
                <a:lnTo>
                  <a:pt x="865" y="1685"/>
                </a:lnTo>
                <a:lnTo>
                  <a:pt x="864" y="1684"/>
                </a:lnTo>
                <a:lnTo>
                  <a:pt x="863" y="1684"/>
                </a:lnTo>
                <a:lnTo>
                  <a:pt x="862" y="1683"/>
                </a:lnTo>
                <a:lnTo>
                  <a:pt x="861" y="1683"/>
                </a:lnTo>
                <a:lnTo>
                  <a:pt x="860" y="1681"/>
                </a:lnTo>
                <a:lnTo>
                  <a:pt x="859" y="1680"/>
                </a:lnTo>
                <a:lnTo>
                  <a:pt x="857" y="1680"/>
                </a:lnTo>
                <a:lnTo>
                  <a:pt x="856" y="1680"/>
                </a:lnTo>
                <a:lnTo>
                  <a:pt x="856" y="1679"/>
                </a:lnTo>
                <a:lnTo>
                  <a:pt x="856" y="1678"/>
                </a:lnTo>
                <a:lnTo>
                  <a:pt x="856" y="1677"/>
                </a:lnTo>
                <a:lnTo>
                  <a:pt x="857" y="1677"/>
                </a:lnTo>
                <a:lnTo>
                  <a:pt x="857" y="1676"/>
                </a:lnTo>
                <a:lnTo>
                  <a:pt x="857" y="1674"/>
                </a:lnTo>
                <a:lnTo>
                  <a:pt x="857" y="1673"/>
                </a:lnTo>
                <a:lnTo>
                  <a:pt x="858" y="1673"/>
                </a:lnTo>
                <a:lnTo>
                  <a:pt x="858" y="1672"/>
                </a:lnTo>
                <a:lnTo>
                  <a:pt x="861" y="1669"/>
                </a:lnTo>
                <a:lnTo>
                  <a:pt x="862" y="1669"/>
                </a:lnTo>
                <a:lnTo>
                  <a:pt x="862" y="1668"/>
                </a:lnTo>
                <a:lnTo>
                  <a:pt x="863" y="1668"/>
                </a:lnTo>
                <a:lnTo>
                  <a:pt x="863" y="1667"/>
                </a:lnTo>
                <a:lnTo>
                  <a:pt x="862" y="1665"/>
                </a:lnTo>
                <a:lnTo>
                  <a:pt x="862" y="1663"/>
                </a:lnTo>
                <a:lnTo>
                  <a:pt x="861" y="1663"/>
                </a:lnTo>
                <a:lnTo>
                  <a:pt x="861" y="1661"/>
                </a:lnTo>
                <a:lnTo>
                  <a:pt x="860" y="1660"/>
                </a:lnTo>
                <a:lnTo>
                  <a:pt x="859" y="1660"/>
                </a:lnTo>
                <a:lnTo>
                  <a:pt x="858" y="1660"/>
                </a:lnTo>
                <a:lnTo>
                  <a:pt x="857" y="1660"/>
                </a:lnTo>
                <a:lnTo>
                  <a:pt x="855" y="1659"/>
                </a:lnTo>
                <a:lnTo>
                  <a:pt x="854" y="1659"/>
                </a:lnTo>
                <a:lnTo>
                  <a:pt x="854" y="1658"/>
                </a:lnTo>
                <a:lnTo>
                  <a:pt x="853" y="1658"/>
                </a:lnTo>
                <a:lnTo>
                  <a:pt x="852" y="1658"/>
                </a:lnTo>
                <a:lnTo>
                  <a:pt x="852" y="1657"/>
                </a:lnTo>
                <a:lnTo>
                  <a:pt x="851" y="1656"/>
                </a:lnTo>
                <a:lnTo>
                  <a:pt x="850" y="1656"/>
                </a:lnTo>
                <a:lnTo>
                  <a:pt x="849" y="1656"/>
                </a:lnTo>
                <a:lnTo>
                  <a:pt x="848" y="1656"/>
                </a:lnTo>
                <a:lnTo>
                  <a:pt x="847" y="1656"/>
                </a:lnTo>
                <a:lnTo>
                  <a:pt x="846" y="1656"/>
                </a:lnTo>
                <a:lnTo>
                  <a:pt x="846" y="1657"/>
                </a:lnTo>
                <a:lnTo>
                  <a:pt x="846" y="1658"/>
                </a:lnTo>
                <a:lnTo>
                  <a:pt x="846" y="1659"/>
                </a:lnTo>
                <a:lnTo>
                  <a:pt x="845" y="1660"/>
                </a:lnTo>
                <a:lnTo>
                  <a:pt x="845" y="1661"/>
                </a:lnTo>
                <a:lnTo>
                  <a:pt x="844" y="1661"/>
                </a:lnTo>
                <a:lnTo>
                  <a:pt x="843" y="1662"/>
                </a:lnTo>
                <a:lnTo>
                  <a:pt x="839" y="1663"/>
                </a:lnTo>
                <a:lnTo>
                  <a:pt x="838" y="1664"/>
                </a:lnTo>
                <a:lnTo>
                  <a:pt x="836" y="1664"/>
                </a:lnTo>
                <a:lnTo>
                  <a:pt x="834" y="1665"/>
                </a:lnTo>
                <a:lnTo>
                  <a:pt x="833" y="1665"/>
                </a:lnTo>
                <a:lnTo>
                  <a:pt x="829" y="1667"/>
                </a:lnTo>
                <a:lnTo>
                  <a:pt x="828" y="1667"/>
                </a:lnTo>
                <a:lnTo>
                  <a:pt x="827" y="1668"/>
                </a:lnTo>
                <a:lnTo>
                  <a:pt x="825" y="1668"/>
                </a:lnTo>
                <a:lnTo>
                  <a:pt x="824" y="1668"/>
                </a:lnTo>
                <a:lnTo>
                  <a:pt x="823" y="1668"/>
                </a:lnTo>
                <a:lnTo>
                  <a:pt x="822" y="1668"/>
                </a:lnTo>
                <a:lnTo>
                  <a:pt x="818" y="1669"/>
                </a:lnTo>
                <a:lnTo>
                  <a:pt x="817" y="1669"/>
                </a:lnTo>
                <a:lnTo>
                  <a:pt x="816" y="1670"/>
                </a:lnTo>
                <a:lnTo>
                  <a:pt x="816" y="1672"/>
                </a:lnTo>
                <a:lnTo>
                  <a:pt x="815" y="1673"/>
                </a:lnTo>
                <a:lnTo>
                  <a:pt x="813" y="1675"/>
                </a:lnTo>
                <a:lnTo>
                  <a:pt x="812" y="1676"/>
                </a:lnTo>
                <a:lnTo>
                  <a:pt x="812" y="1677"/>
                </a:lnTo>
                <a:lnTo>
                  <a:pt x="811" y="1678"/>
                </a:lnTo>
                <a:lnTo>
                  <a:pt x="809" y="1679"/>
                </a:lnTo>
                <a:lnTo>
                  <a:pt x="808" y="1679"/>
                </a:lnTo>
                <a:lnTo>
                  <a:pt x="808" y="1680"/>
                </a:lnTo>
                <a:lnTo>
                  <a:pt x="807" y="1680"/>
                </a:lnTo>
                <a:lnTo>
                  <a:pt x="806" y="1681"/>
                </a:lnTo>
                <a:lnTo>
                  <a:pt x="805" y="1681"/>
                </a:lnTo>
                <a:lnTo>
                  <a:pt x="804" y="1681"/>
                </a:lnTo>
                <a:lnTo>
                  <a:pt x="803" y="1682"/>
                </a:lnTo>
                <a:lnTo>
                  <a:pt x="803" y="1683"/>
                </a:lnTo>
                <a:lnTo>
                  <a:pt x="802" y="1683"/>
                </a:lnTo>
                <a:lnTo>
                  <a:pt x="802" y="1682"/>
                </a:lnTo>
                <a:lnTo>
                  <a:pt x="801" y="1682"/>
                </a:lnTo>
                <a:lnTo>
                  <a:pt x="800" y="1683"/>
                </a:lnTo>
                <a:lnTo>
                  <a:pt x="799" y="1683"/>
                </a:lnTo>
                <a:lnTo>
                  <a:pt x="798" y="1684"/>
                </a:lnTo>
                <a:lnTo>
                  <a:pt x="797" y="1684"/>
                </a:lnTo>
                <a:lnTo>
                  <a:pt x="796" y="1684"/>
                </a:lnTo>
                <a:lnTo>
                  <a:pt x="795" y="1684"/>
                </a:lnTo>
                <a:lnTo>
                  <a:pt x="794" y="1684"/>
                </a:lnTo>
                <a:lnTo>
                  <a:pt x="793" y="1683"/>
                </a:lnTo>
                <a:lnTo>
                  <a:pt x="792" y="1684"/>
                </a:lnTo>
                <a:lnTo>
                  <a:pt x="791" y="1685"/>
                </a:lnTo>
                <a:lnTo>
                  <a:pt x="790" y="1685"/>
                </a:lnTo>
                <a:lnTo>
                  <a:pt x="790" y="1686"/>
                </a:lnTo>
                <a:lnTo>
                  <a:pt x="790" y="1687"/>
                </a:lnTo>
                <a:lnTo>
                  <a:pt x="790" y="1689"/>
                </a:lnTo>
                <a:lnTo>
                  <a:pt x="789" y="1690"/>
                </a:lnTo>
                <a:lnTo>
                  <a:pt x="788" y="1691"/>
                </a:lnTo>
                <a:lnTo>
                  <a:pt x="788" y="1692"/>
                </a:lnTo>
                <a:lnTo>
                  <a:pt x="786" y="1693"/>
                </a:lnTo>
                <a:lnTo>
                  <a:pt x="785" y="1693"/>
                </a:lnTo>
                <a:lnTo>
                  <a:pt x="782" y="1696"/>
                </a:lnTo>
                <a:lnTo>
                  <a:pt x="781" y="1696"/>
                </a:lnTo>
                <a:lnTo>
                  <a:pt x="780" y="1696"/>
                </a:lnTo>
                <a:lnTo>
                  <a:pt x="779" y="1696"/>
                </a:lnTo>
                <a:lnTo>
                  <a:pt x="777" y="1698"/>
                </a:lnTo>
                <a:lnTo>
                  <a:pt x="776" y="1700"/>
                </a:lnTo>
                <a:lnTo>
                  <a:pt x="775" y="1701"/>
                </a:lnTo>
                <a:lnTo>
                  <a:pt x="775" y="1702"/>
                </a:lnTo>
                <a:lnTo>
                  <a:pt x="773" y="1704"/>
                </a:lnTo>
                <a:lnTo>
                  <a:pt x="773" y="1705"/>
                </a:lnTo>
                <a:lnTo>
                  <a:pt x="773" y="1706"/>
                </a:lnTo>
                <a:lnTo>
                  <a:pt x="772" y="1706"/>
                </a:lnTo>
                <a:lnTo>
                  <a:pt x="771" y="1705"/>
                </a:lnTo>
                <a:lnTo>
                  <a:pt x="770" y="1706"/>
                </a:lnTo>
                <a:lnTo>
                  <a:pt x="769" y="1707"/>
                </a:lnTo>
                <a:lnTo>
                  <a:pt x="769" y="1708"/>
                </a:lnTo>
                <a:lnTo>
                  <a:pt x="769" y="1710"/>
                </a:lnTo>
                <a:lnTo>
                  <a:pt x="768" y="1710"/>
                </a:lnTo>
                <a:lnTo>
                  <a:pt x="767" y="1710"/>
                </a:lnTo>
                <a:lnTo>
                  <a:pt x="766" y="1710"/>
                </a:lnTo>
                <a:lnTo>
                  <a:pt x="766" y="1711"/>
                </a:lnTo>
                <a:lnTo>
                  <a:pt x="765" y="1711"/>
                </a:lnTo>
                <a:lnTo>
                  <a:pt x="765" y="1712"/>
                </a:lnTo>
                <a:lnTo>
                  <a:pt x="764" y="1713"/>
                </a:lnTo>
                <a:lnTo>
                  <a:pt x="764" y="1714"/>
                </a:lnTo>
                <a:lnTo>
                  <a:pt x="763" y="1714"/>
                </a:lnTo>
                <a:lnTo>
                  <a:pt x="762" y="1715"/>
                </a:lnTo>
                <a:lnTo>
                  <a:pt x="761" y="1715"/>
                </a:lnTo>
                <a:lnTo>
                  <a:pt x="761" y="1714"/>
                </a:lnTo>
                <a:lnTo>
                  <a:pt x="760" y="1714"/>
                </a:lnTo>
                <a:lnTo>
                  <a:pt x="759" y="1715"/>
                </a:lnTo>
                <a:lnTo>
                  <a:pt x="757" y="1714"/>
                </a:lnTo>
                <a:lnTo>
                  <a:pt x="755" y="1713"/>
                </a:lnTo>
                <a:lnTo>
                  <a:pt x="752" y="1711"/>
                </a:lnTo>
                <a:lnTo>
                  <a:pt x="750" y="1710"/>
                </a:lnTo>
                <a:lnTo>
                  <a:pt x="750" y="1709"/>
                </a:lnTo>
                <a:lnTo>
                  <a:pt x="750" y="1708"/>
                </a:lnTo>
                <a:lnTo>
                  <a:pt x="749" y="1708"/>
                </a:lnTo>
                <a:lnTo>
                  <a:pt x="748" y="1708"/>
                </a:lnTo>
                <a:lnTo>
                  <a:pt x="747" y="1708"/>
                </a:lnTo>
                <a:lnTo>
                  <a:pt x="746" y="1709"/>
                </a:lnTo>
                <a:lnTo>
                  <a:pt x="745" y="1709"/>
                </a:lnTo>
                <a:lnTo>
                  <a:pt x="743" y="1709"/>
                </a:lnTo>
                <a:lnTo>
                  <a:pt x="741" y="1709"/>
                </a:lnTo>
                <a:lnTo>
                  <a:pt x="737" y="1710"/>
                </a:lnTo>
                <a:lnTo>
                  <a:pt x="737" y="1709"/>
                </a:lnTo>
                <a:lnTo>
                  <a:pt x="734" y="1707"/>
                </a:lnTo>
                <a:lnTo>
                  <a:pt x="734" y="1706"/>
                </a:lnTo>
                <a:lnTo>
                  <a:pt x="733" y="1706"/>
                </a:lnTo>
                <a:lnTo>
                  <a:pt x="730" y="1705"/>
                </a:lnTo>
                <a:lnTo>
                  <a:pt x="729" y="1705"/>
                </a:lnTo>
                <a:lnTo>
                  <a:pt x="727" y="1705"/>
                </a:lnTo>
                <a:lnTo>
                  <a:pt x="726" y="1705"/>
                </a:lnTo>
                <a:lnTo>
                  <a:pt x="726" y="1706"/>
                </a:lnTo>
                <a:lnTo>
                  <a:pt x="724" y="1708"/>
                </a:lnTo>
                <a:lnTo>
                  <a:pt x="724" y="1709"/>
                </a:lnTo>
                <a:lnTo>
                  <a:pt x="722" y="1711"/>
                </a:lnTo>
                <a:lnTo>
                  <a:pt x="721" y="1713"/>
                </a:lnTo>
                <a:lnTo>
                  <a:pt x="720" y="1715"/>
                </a:lnTo>
                <a:lnTo>
                  <a:pt x="719" y="1716"/>
                </a:lnTo>
                <a:lnTo>
                  <a:pt x="718" y="1716"/>
                </a:lnTo>
                <a:lnTo>
                  <a:pt x="716" y="1716"/>
                </a:lnTo>
                <a:lnTo>
                  <a:pt x="715" y="1716"/>
                </a:lnTo>
                <a:lnTo>
                  <a:pt x="715" y="1717"/>
                </a:lnTo>
                <a:lnTo>
                  <a:pt x="714" y="1717"/>
                </a:lnTo>
                <a:lnTo>
                  <a:pt x="714" y="1716"/>
                </a:lnTo>
                <a:lnTo>
                  <a:pt x="714" y="1715"/>
                </a:lnTo>
                <a:lnTo>
                  <a:pt x="714" y="1714"/>
                </a:lnTo>
                <a:lnTo>
                  <a:pt x="715" y="1714"/>
                </a:lnTo>
                <a:lnTo>
                  <a:pt x="715" y="1713"/>
                </a:lnTo>
                <a:lnTo>
                  <a:pt x="715" y="1709"/>
                </a:lnTo>
                <a:lnTo>
                  <a:pt x="714" y="1709"/>
                </a:lnTo>
                <a:lnTo>
                  <a:pt x="713" y="1709"/>
                </a:lnTo>
                <a:lnTo>
                  <a:pt x="712" y="1709"/>
                </a:lnTo>
                <a:lnTo>
                  <a:pt x="711" y="1708"/>
                </a:lnTo>
                <a:lnTo>
                  <a:pt x="709" y="1705"/>
                </a:lnTo>
                <a:lnTo>
                  <a:pt x="708" y="1703"/>
                </a:lnTo>
                <a:lnTo>
                  <a:pt x="708" y="1697"/>
                </a:lnTo>
                <a:lnTo>
                  <a:pt x="708" y="1696"/>
                </a:lnTo>
                <a:lnTo>
                  <a:pt x="709" y="1696"/>
                </a:lnTo>
                <a:lnTo>
                  <a:pt x="709" y="1695"/>
                </a:lnTo>
                <a:lnTo>
                  <a:pt x="710" y="1695"/>
                </a:lnTo>
                <a:lnTo>
                  <a:pt x="711" y="1695"/>
                </a:lnTo>
                <a:lnTo>
                  <a:pt x="711" y="1693"/>
                </a:lnTo>
                <a:lnTo>
                  <a:pt x="710" y="1693"/>
                </a:lnTo>
                <a:lnTo>
                  <a:pt x="708" y="1692"/>
                </a:lnTo>
                <a:lnTo>
                  <a:pt x="704" y="1690"/>
                </a:lnTo>
                <a:lnTo>
                  <a:pt x="703" y="1689"/>
                </a:lnTo>
                <a:lnTo>
                  <a:pt x="702" y="1688"/>
                </a:lnTo>
                <a:lnTo>
                  <a:pt x="701" y="1684"/>
                </a:lnTo>
                <a:lnTo>
                  <a:pt x="700" y="1684"/>
                </a:lnTo>
                <a:lnTo>
                  <a:pt x="698" y="1682"/>
                </a:lnTo>
                <a:lnTo>
                  <a:pt x="698" y="1681"/>
                </a:lnTo>
                <a:lnTo>
                  <a:pt x="697" y="1681"/>
                </a:lnTo>
                <a:lnTo>
                  <a:pt x="695" y="1680"/>
                </a:lnTo>
                <a:lnTo>
                  <a:pt x="693" y="1680"/>
                </a:lnTo>
                <a:lnTo>
                  <a:pt x="691" y="1680"/>
                </a:lnTo>
                <a:lnTo>
                  <a:pt x="690" y="1679"/>
                </a:lnTo>
                <a:lnTo>
                  <a:pt x="690" y="1678"/>
                </a:lnTo>
                <a:lnTo>
                  <a:pt x="690" y="1677"/>
                </a:lnTo>
                <a:lnTo>
                  <a:pt x="689" y="1676"/>
                </a:lnTo>
                <a:lnTo>
                  <a:pt x="686" y="1678"/>
                </a:lnTo>
                <a:lnTo>
                  <a:pt x="685" y="1678"/>
                </a:lnTo>
                <a:lnTo>
                  <a:pt x="684" y="1678"/>
                </a:lnTo>
                <a:lnTo>
                  <a:pt x="683" y="1678"/>
                </a:lnTo>
                <a:lnTo>
                  <a:pt x="683" y="1677"/>
                </a:lnTo>
                <a:lnTo>
                  <a:pt x="682" y="1677"/>
                </a:lnTo>
                <a:lnTo>
                  <a:pt x="681" y="1678"/>
                </a:lnTo>
                <a:lnTo>
                  <a:pt x="680" y="1678"/>
                </a:lnTo>
                <a:lnTo>
                  <a:pt x="680" y="1679"/>
                </a:lnTo>
                <a:lnTo>
                  <a:pt x="679" y="1679"/>
                </a:lnTo>
                <a:lnTo>
                  <a:pt x="678" y="1679"/>
                </a:lnTo>
                <a:lnTo>
                  <a:pt x="677" y="1679"/>
                </a:lnTo>
                <a:lnTo>
                  <a:pt x="676" y="1676"/>
                </a:lnTo>
                <a:lnTo>
                  <a:pt x="675" y="1676"/>
                </a:lnTo>
                <a:lnTo>
                  <a:pt x="675" y="1675"/>
                </a:lnTo>
                <a:lnTo>
                  <a:pt x="675" y="1674"/>
                </a:lnTo>
                <a:lnTo>
                  <a:pt x="674" y="1673"/>
                </a:lnTo>
                <a:lnTo>
                  <a:pt x="674" y="1672"/>
                </a:lnTo>
                <a:lnTo>
                  <a:pt x="673" y="1672"/>
                </a:lnTo>
                <a:lnTo>
                  <a:pt x="672" y="1671"/>
                </a:lnTo>
                <a:lnTo>
                  <a:pt x="672" y="1669"/>
                </a:lnTo>
                <a:lnTo>
                  <a:pt x="672" y="1668"/>
                </a:lnTo>
                <a:lnTo>
                  <a:pt x="671" y="1668"/>
                </a:lnTo>
                <a:lnTo>
                  <a:pt x="670" y="1668"/>
                </a:lnTo>
                <a:lnTo>
                  <a:pt x="670" y="1667"/>
                </a:lnTo>
                <a:lnTo>
                  <a:pt x="671" y="1666"/>
                </a:lnTo>
                <a:lnTo>
                  <a:pt x="672" y="1666"/>
                </a:lnTo>
                <a:lnTo>
                  <a:pt x="672" y="1663"/>
                </a:lnTo>
                <a:lnTo>
                  <a:pt x="674" y="1661"/>
                </a:lnTo>
                <a:lnTo>
                  <a:pt x="677" y="1661"/>
                </a:lnTo>
                <a:lnTo>
                  <a:pt x="678" y="1660"/>
                </a:lnTo>
                <a:lnTo>
                  <a:pt x="678" y="1661"/>
                </a:lnTo>
                <a:lnTo>
                  <a:pt x="679" y="1662"/>
                </a:lnTo>
                <a:lnTo>
                  <a:pt x="681" y="1663"/>
                </a:lnTo>
                <a:lnTo>
                  <a:pt x="682" y="1663"/>
                </a:lnTo>
                <a:lnTo>
                  <a:pt x="684" y="1663"/>
                </a:lnTo>
                <a:lnTo>
                  <a:pt x="684" y="1662"/>
                </a:lnTo>
                <a:lnTo>
                  <a:pt x="683" y="1661"/>
                </a:lnTo>
                <a:lnTo>
                  <a:pt x="682" y="1661"/>
                </a:lnTo>
                <a:lnTo>
                  <a:pt x="681" y="1661"/>
                </a:lnTo>
                <a:lnTo>
                  <a:pt x="680" y="1660"/>
                </a:lnTo>
                <a:lnTo>
                  <a:pt x="680" y="1659"/>
                </a:lnTo>
                <a:lnTo>
                  <a:pt x="680" y="1658"/>
                </a:lnTo>
                <a:lnTo>
                  <a:pt x="681" y="1658"/>
                </a:lnTo>
                <a:lnTo>
                  <a:pt x="683" y="1658"/>
                </a:lnTo>
                <a:lnTo>
                  <a:pt x="684" y="1656"/>
                </a:lnTo>
                <a:lnTo>
                  <a:pt x="684" y="1655"/>
                </a:lnTo>
                <a:lnTo>
                  <a:pt x="684" y="1654"/>
                </a:lnTo>
                <a:lnTo>
                  <a:pt x="683" y="1653"/>
                </a:lnTo>
                <a:lnTo>
                  <a:pt x="681" y="1652"/>
                </a:lnTo>
                <a:lnTo>
                  <a:pt x="680" y="1652"/>
                </a:lnTo>
                <a:lnTo>
                  <a:pt x="678" y="1652"/>
                </a:lnTo>
                <a:lnTo>
                  <a:pt x="679" y="1650"/>
                </a:lnTo>
                <a:lnTo>
                  <a:pt x="679" y="1648"/>
                </a:lnTo>
                <a:lnTo>
                  <a:pt x="680" y="1647"/>
                </a:lnTo>
                <a:lnTo>
                  <a:pt x="680" y="1646"/>
                </a:lnTo>
                <a:lnTo>
                  <a:pt x="680" y="1644"/>
                </a:lnTo>
                <a:lnTo>
                  <a:pt x="679" y="1644"/>
                </a:lnTo>
                <a:lnTo>
                  <a:pt x="676" y="1641"/>
                </a:lnTo>
                <a:lnTo>
                  <a:pt x="674" y="1639"/>
                </a:lnTo>
                <a:lnTo>
                  <a:pt x="671" y="1637"/>
                </a:lnTo>
                <a:lnTo>
                  <a:pt x="670" y="1635"/>
                </a:lnTo>
                <a:lnTo>
                  <a:pt x="669" y="1634"/>
                </a:lnTo>
                <a:lnTo>
                  <a:pt x="668" y="1633"/>
                </a:lnTo>
                <a:lnTo>
                  <a:pt x="666" y="1632"/>
                </a:lnTo>
                <a:lnTo>
                  <a:pt x="665" y="1631"/>
                </a:lnTo>
                <a:lnTo>
                  <a:pt x="664" y="1630"/>
                </a:lnTo>
                <a:lnTo>
                  <a:pt x="661" y="1629"/>
                </a:lnTo>
                <a:lnTo>
                  <a:pt x="660" y="1628"/>
                </a:lnTo>
                <a:lnTo>
                  <a:pt x="659" y="1625"/>
                </a:lnTo>
                <a:lnTo>
                  <a:pt x="658" y="1623"/>
                </a:lnTo>
                <a:lnTo>
                  <a:pt x="657" y="1623"/>
                </a:lnTo>
                <a:lnTo>
                  <a:pt x="656" y="1622"/>
                </a:lnTo>
                <a:lnTo>
                  <a:pt x="654" y="1622"/>
                </a:lnTo>
                <a:lnTo>
                  <a:pt x="651" y="1622"/>
                </a:lnTo>
                <a:lnTo>
                  <a:pt x="648" y="1623"/>
                </a:lnTo>
                <a:lnTo>
                  <a:pt x="648" y="1622"/>
                </a:lnTo>
                <a:lnTo>
                  <a:pt x="645" y="1619"/>
                </a:lnTo>
                <a:lnTo>
                  <a:pt x="645" y="1618"/>
                </a:lnTo>
                <a:lnTo>
                  <a:pt x="645" y="1617"/>
                </a:lnTo>
                <a:lnTo>
                  <a:pt x="646" y="1616"/>
                </a:lnTo>
                <a:lnTo>
                  <a:pt x="645" y="1614"/>
                </a:lnTo>
                <a:lnTo>
                  <a:pt x="644" y="1614"/>
                </a:lnTo>
                <a:lnTo>
                  <a:pt x="644" y="1615"/>
                </a:lnTo>
                <a:lnTo>
                  <a:pt x="643" y="1615"/>
                </a:lnTo>
                <a:lnTo>
                  <a:pt x="642" y="1615"/>
                </a:lnTo>
                <a:lnTo>
                  <a:pt x="641" y="1613"/>
                </a:lnTo>
                <a:lnTo>
                  <a:pt x="641" y="1611"/>
                </a:lnTo>
                <a:lnTo>
                  <a:pt x="640" y="1611"/>
                </a:lnTo>
                <a:lnTo>
                  <a:pt x="640" y="1612"/>
                </a:lnTo>
                <a:lnTo>
                  <a:pt x="639" y="1612"/>
                </a:lnTo>
                <a:lnTo>
                  <a:pt x="638" y="1613"/>
                </a:lnTo>
                <a:lnTo>
                  <a:pt x="637" y="1612"/>
                </a:lnTo>
                <a:lnTo>
                  <a:pt x="638" y="1612"/>
                </a:lnTo>
                <a:lnTo>
                  <a:pt x="639" y="1610"/>
                </a:lnTo>
                <a:lnTo>
                  <a:pt x="637" y="1608"/>
                </a:lnTo>
                <a:lnTo>
                  <a:pt x="638" y="1605"/>
                </a:lnTo>
                <a:lnTo>
                  <a:pt x="638" y="1603"/>
                </a:lnTo>
                <a:lnTo>
                  <a:pt x="638" y="1601"/>
                </a:lnTo>
                <a:lnTo>
                  <a:pt x="638" y="1600"/>
                </a:lnTo>
                <a:lnTo>
                  <a:pt x="639" y="1600"/>
                </a:lnTo>
                <a:lnTo>
                  <a:pt x="640" y="1600"/>
                </a:lnTo>
                <a:lnTo>
                  <a:pt x="641" y="1601"/>
                </a:lnTo>
                <a:lnTo>
                  <a:pt x="642" y="1601"/>
                </a:lnTo>
                <a:lnTo>
                  <a:pt x="643" y="1601"/>
                </a:lnTo>
                <a:lnTo>
                  <a:pt x="644" y="1601"/>
                </a:lnTo>
                <a:lnTo>
                  <a:pt x="644" y="1600"/>
                </a:lnTo>
                <a:lnTo>
                  <a:pt x="645" y="1600"/>
                </a:lnTo>
                <a:lnTo>
                  <a:pt x="646" y="1601"/>
                </a:lnTo>
                <a:lnTo>
                  <a:pt x="647" y="1601"/>
                </a:lnTo>
                <a:lnTo>
                  <a:pt x="648" y="1601"/>
                </a:lnTo>
                <a:lnTo>
                  <a:pt x="649" y="1600"/>
                </a:lnTo>
                <a:lnTo>
                  <a:pt x="650" y="1600"/>
                </a:lnTo>
                <a:lnTo>
                  <a:pt x="650" y="1599"/>
                </a:lnTo>
                <a:lnTo>
                  <a:pt x="650" y="1598"/>
                </a:lnTo>
                <a:lnTo>
                  <a:pt x="651" y="1597"/>
                </a:lnTo>
                <a:lnTo>
                  <a:pt x="651" y="1596"/>
                </a:lnTo>
                <a:lnTo>
                  <a:pt x="650" y="1595"/>
                </a:lnTo>
                <a:lnTo>
                  <a:pt x="650" y="1594"/>
                </a:lnTo>
                <a:lnTo>
                  <a:pt x="650" y="1593"/>
                </a:lnTo>
                <a:lnTo>
                  <a:pt x="652" y="1590"/>
                </a:lnTo>
                <a:lnTo>
                  <a:pt x="653" y="1587"/>
                </a:lnTo>
                <a:lnTo>
                  <a:pt x="653" y="1586"/>
                </a:lnTo>
                <a:lnTo>
                  <a:pt x="652" y="1585"/>
                </a:lnTo>
                <a:lnTo>
                  <a:pt x="651" y="1584"/>
                </a:lnTo>
                <a:lnTo>
                  <a:pt x="650" y="1584"/>
                </a:lnTo>
                <a:lnTo>
                  <a:pt x="649" y="1583"/>
                </a:lnTo>
                <a:lnTo>
                  <a:pt x="649" y="1582"/>
                </a:lnTo>
                <a:lnTo>
                  <a:pt x="649" y="1580"/>
                </a:lnTo>
                <a:lnTo>
                  <a:pt x="650" y="1580"/>
                </a:lnTo>
                <a:lnTo>
                  <a:pt x="652" y="1579"/>
                </a:lnTo>
                <a:lnTo>
                  <a:pt x="652" y="1578"/>
                </a:lnTo>
                <a:lnTo>
                  <a:pt x="652" y="1577"/>
                </a:lnTo>
                <a:lnTo>
                  <a:pt x="653" y="1577"/>
                </a:lnTo>
                <a:lnTo>
                  <a:pt x="653" y="1576"/>
                </a:lnTo>
                <a:lnTo>
                  <a:pt x="656" y="1575"/>
                </a:lnTo>
                <a:lnTo>
                  <a:pt x="658" y="1574"/>
                </a:lnTo>
                <a:lnTo>
                  <a:pt x="657" y="1574"/>
                </a:lnTo>
                <a:lnTo>
                  <a:pt x="657" y="1573"/>
                </a:lnTo>
                <a:lnTo>
                  <a:pt x="656" y="1573"/>
                </a:lnTo>
                <a:lnTo>
                  <a:pt x="656" y="1572"/>
                </a:lnTo>
                <a:lnTo>
                  <a:pt x="656" y="1571"/>
                </a:lnTo>
                <a:lnTo>
                  <a:pt x="657" y="1570"/>
                </a:lnTo>
                <a:lnTo>
                  <a:pt x="657" y="1569"/>
                </a:lnTo>
                <a:lnTo>
                  <a:pt x="658" y="1569"/>
                </a:lnTo>
                <a:lnTo>
                  <a:pt x="658" y="1570"/>
                </a:lnTo>
                <a:lnTo>
                  <a:pt x="659" y="1570"/>
                </a:lnTo>
                <a:lnTo>
                  <a:pt x="660" y="1570"/>
                </a:lnTo>
                <a:lnTo>
                  <a:pt x="660" y="1569"/>
                </a:lnTo>
                <a:lnTo>
                  <a:pt x="660" y="1568"/>
                </a:lnTo>
                <a:lnTo>
                  <a:pt x="660" y="1567"/>
                </a:lnTo>
                <a:lnTo>
                  <a:pt x="659" y="1567"/>
                </a:lnTo>
                <a:lnTo>
                  <a:pt x="658" y="1567"/>
                </a:lnTo>
                <a:lnTo>
                  <a:pt x="657" y="1567"/>
                </a:lnTo>
                <a:lnTo>
                  <a:pt x="656" y="1566"/>
                </a:lnTo>
                <a:lnTo>
                  <a:pt x="655" y="1565"/>
                </a:lnTo>
                <a:lnTo>
                  <a:pt x="654" y="1564"/>
                </a:lnTo>
                <a:lnTo>
                  <a:pt x="653" y="1564"/>
                </a:lnTo>
                <a:lnTo>
                  <a:pt x="652" y="1564"/>
                </a:lnTo>
                <a:lnTo>
                  <a:pt x="650" y="1564"/>
                </a:lnTo>
                <a:lnTo>
                  <a:pt x="649" y="1564"/>
                </a:lnTo>
                <a:lnTo>
                  <a:pt x="648" y="1565"/>
                </a:lnTo>
                <a:lnTo>
                  <a:pt x="648" y="1566"/>
                </a:lnTo>
                <a:lnTo>
                  <a:pt x="648" y="1567"/>
                </a:lnTo>
                <a:lnTo>
                  <a:pt x="649" y="1567"/>
                </a:lnTo>
                <a:lnTo>
                  <a:pt x="649" y="1568"/>
                </a:lnTo>
                <a:lnTo>
                  <a:pt x="650" y="1570"/>
                </a:lnTo>
                <a:lnTo>
                  <a:pt x="650" y="1571"/>
                </a:lnTo>
                <a:lnTo>
                  <a:pt x="650" y="1572"/>
                </a:lnTo>
                <a:lnTo>
                  <a:pt x="650" y="1574"/>
                </a:lnTo>
                <a:lnTo>
                  <a:pt x="650" y="1575"/>
                </a:lnTo>
                <a:lnTo>
                  <a:pt x="649" y="1575"/>
                </a:lnTo>
                <a:lnTo>
                  <a:pt x="648" y="1574"/>
                </a:lnTo>
                <a:lnTo>
                  <a:pt x="647" y="1573"/>
                </a:lnTo>
                <a:lnTo>
                  <a:pt x="646" y="1573"/>
                </a:lnTo>
                <a:lnTo>
                  <a:pt x="645" y="1572"/>
                </a:lnTo>
                <a:lnTo>
                  <a:pt x="645" y="1573"/>
                </a:lnTo>
                <a:lnTo>
                  <a:pt x="644" y="1573"/>
                </a:lnTo>
                <a:lnTo>
                  <a:pt x="643" y="1574"/>
                </a:lnTo>
                <a:lnTo>
                  <a:pt x="643" y="1575"/>
                </a:lnTo>
                <a:lnTo>
                  <a:pt x="643" y="1576"/>
                </a:lnTo>
                <a:lnTo>
                  <a:pt x="642" y="1576"/>
                </a:lnTo>
                <a:lnTo>
                  <a:pt x="639" y="1576"/>
                </a:lnTo>
                <a:lnTo>
                  <a:pt x="638" y="1576"/>
                </a:lnTo>
                <a:lnTo>
                  <a:pt x="637" y="1576"/>
                </a:lnTo>
                <a:lnTo>
                  <a:pt x="637" y="1575"/>
                </a:lnTo>
                <a:lnTo>
                  <a:pt x="638" y="1575"/>
                </a:lnTo>
                <a:lnTo>
                  <a:pt x="638" y="1574"/>
                </a:lnTo>
                <a:lnTo>
                  <a:pt x="638" y="1573"/>
                </a:lnTo>
                <a:lnTo>
                  <a:pt x="638" y="1571"/>
                </a:lnTo>
                <a:lnTo>
                  <a:pt x="637" y="1570"/>
                </a:lnTo>
                <a:lnTo>
                  <a:pt x="636" y="1570"/>
                </a:lnTo>
                <a:lnTo>
                  <a:pt x="635" y="1570"/>
                </a:lnTo>
                <a:lnTo>
                  <a:pt x="635" y="1569"/>
                </a:lnTo>
                <a:lnTo>
                  <a:pt x="635" y="1568"/>
                </a:lnTo>
                <a:lnTo>
                  <a:pt x="634" y="1568"/>
                </a:lnTo>
                <a:lnTo>
                  <a:pt x="634" y="1567"/>
                </a:lnTo>
                <a:lnTo>
                  <a:pt x="633" y="1567"/>
                </a:lnTo>
                <a:lnTo>
                  <a:pt x="632" y="1567"/>
                </a:lnTo>
                <a:lnTo>
                  <a:pt x="632" y="1566"/>
                </a:lnTo>
                <a:lnTo>
                  <a:pt x="632" y="1565"/>
                </a:lnTo>
                <a:lnTo>
                  <a:pt x="633" y="1565"/>
                </a:lnTo>
                <a:lnTo>
                  <a:pt x="634" y="1565"/>
                </a:lnTo>
                <a:lnTo>
                  <a:pt x="634" y="1564"/>
                </a:lnTo>
                <a:lnTo>
                  <a:pt x="635" y="1564"/>
                </a:lnTo>
                <a:lnTo>
                  <a:pt x="636" y="1563"/>
                </a:lnTo>
                <a:lnTo>
                  <a:pt x="636" y="1562"/>
                </a:lnTo>
                <a:lnTo>
                  <a:pt x="636" y="1561"/>
                </a:lnTo>
                <a:lnTo>
                  <a:pt x="636" y="1560"/>
                </a:lnTo>
                <a:lnTo>
                  <a:pt x="635" y="1560"/>
                </a:lnTo>
                <a:lnTo>
                  <a:pt x="635" y="1559"/>
                </a:lnTo>
                <a:lnTo>
                  <a:pt x="636" y="1559"/>
                </a:lnTo>
                <a:lnTo>
                  <a:pt x="637" y="1558"/>
                </a:lnTo>
                <a:lnTo>
                  <a:pt x="638" y="1555"/>
                </a:lnTo>
                <a:lnTo>
                  <a:pt x="639" y="1554"/>
                </a:lnTo>
                <a:lnTo>
                  <a:pt x="640" y="1553"/>
                </a:lnTo>
                <a:lnTo>
                  <a:pt x="640" y="1552"/>
                </a:lnTo>
                <a:lnTo>
                  <a:pt x="640" y="1551"/>
                </a:lnTo>
                <a:lnTo>
                  <a:pt x="639" y="1550"/>
                </a:lnTo>
                <a:lnTo>
                  <a:pt x="638" y="1550"/>
                </a:lnTo>
                <a:lnTo>
                  <a:pt x="638" y="1549"/>
                </a:lnTo>
                <a:lnTo>
                  <a:pt x="636" y="1547"/>
                </a:lnTo>
                <a:lnTo>
                  <a:pt x="635" y="1547"/>
                </a:lnTo>
                <a:lnTo>
                  <a:pt x="635" y="1546"/>
                </a:lnTo>
                <a:lnTo>
                  <a:pt x="634" y="1544"/>
                </a:lnTo>
                <a:lnTo>
                  <a:pt x="634" y="1543"/>
                </a:lnTo>
                <a:lnTo>
                  <a:pt x="635" y="1543"/>
                </a:lnTo>
                <a:lnTo>
                  <a:pt x="634" y="1543"/>
                </a:lnTo>
                <a:lnTo>
                  <a:pt x="632" y="1542"/>
                </a:lnTo>
                <a:lnTo>
                  <a:pt x="630" y="1542"/>
                </a:lnTo>
                <a:lnTo>
                  <a:pt x="629" y="1542"/>
                </a:lnTo>
                <a:lnTo>
                  <a:pt x="626" y="1542"/>
                </a:lnTo>
                <a:lnTo>
                  <a:pt x="626" y="1541"/>
                </a:lnTo>
                <a:lnTo>
                  <a:pt x="626" y="1540"/>
                </a:lnTo>
                <a:lnTo>
                  <a:pt x="625" y="1539"/>
                </a:lnTo>
                <a:lnTo>
                  <a:pt x="625" y="1538"/>
                </a:lnTo>
                <a:lnTo>
                  <a:pt x="624" y="1538"/>
                </a:lnTo>
                <a:lnTo>
                  <a:pt x="623" y="1539"/>
                </a:lnTo>
                <a:lnTo>
                  <a:pt x="622" y="1540"/>
                </a:lnTo>
                <a:lnTo>
                  <a:pt x="620" y="1540"/>
                </a:lnTo>
                <a:lnTo>
                  <a:pt x="620" y="1539"/>
                </a:lnTo>
                <a:lnTo>
                  <a:pt x="619" y="1539"/>
                </a:lnTo>
                <a:lnTo>
                  <a:pt x="618" y="1539"/>
                </a:lnTo>
                <a:lnTo>
                  <a:pt x="618" y="1538"/>
                </a:lnTo>
                <a:lnTo>
                  <a:pt x="617" y="1538"/>
                </a:lnTo>
                <a:lnTo>
                  <a:pt x="616" y="1538"/>
                </a:lnTo>
                <a:lnTo>
                  <a:pt x="616" y="1537"/>
                </a:lnTo>
                <a:lnTo>
                  <a:pt x="616" y="1536"/>
                </a:lnTo>
                <a:lnTo>
                  <a:pt x="615" y="1535"/>
                </a:lnTo>
                <a:lnTo>
                  <a:pt x="615" y="1534"/>
                </a:lnTo>
                <a:lnTo>
                  <a:pt x="614" y="1534"/>
                </a:lnTo>
                <a:lnTo>
                  <a:pt x="614" y="1533"/>
                </a:lnTo>
                <a:lnTo>
                  <a:pt x="615" y="1532"/>
                </a:lnTo>
                <a:lnTo>
                  <a:pt x="615" y="1531"/>
                </a:lnTo>
                <a:lnTo>
                  <a:pt x="616" y="1529"/>
                </a:lnTo>
                <a:lnTo>
                  <a:pt x="617" y="1529"/>
                </a:lnTo>
                <a:lnTo>
                  <a:pt x="617" y="1528"/>
                </a:lnTo>
                <a:lnTo>
                  <a:pt x="616" y="1527"/>
                </a:lnTo>
                <a:lnTo>
                  <a:pt x="615" y="1527"/>
                </a:lnTo>
                <a:lnTo>
                  <a:pt x="615" y="1528"/>
                </a:lnTo>
                <a:lnTo>
                  <a:pt x="611" y="1528"/>
                </a:lnTo>
                <a:lnTo>
                  <a:pt x="610" y="1527"/>
                </a:lnTo>
                <a:lnTo>
                  <a:pt x="610" y="1526"/>
                </a:lnTo>
                <a:lnTo>
                  <a:pt x="609" y="1526"/>
                </a:lnTo>
                <a:lnTo>
                  <a:pt x="610" y="1525"/>
                </a:lnTo>
                <a:lnTo>
                  <a:pt x="610" y="1524"/>
                </a:lnTo>
                <a:lnTo>
                  <a:pt x="610" y="1523"/>
                </a:lnTo>
                <a:lnTo>
                  <a:pt x="610" y="1522"/>
                </a:lnTo>
                <a:lnTo>
                  <a:pt x="610" y="1521"/>
                </a:lnTo>
                <a:lnTo>
                  <a:pt x="609" y="1520"/>
                </a:lnTo>
                <a:lnTo>
                  <a:pt x="608" y="1520"/>
                </a:lnTo>
                <a:lnTo>
                  <a:pt x="607" y="1519"/>
                </a:lnTo>
                <a:lnTo>
                  <a:pt x="607" y="1520"/>
                </a:lnTo>
                <a:lnTo>
                  <a:pt x="606" y="1520"/>
                </a:lnTo>
                <a:lnTo>
                  <a:pt x="605" y="1519"/>
                </a:lnTo>
                <a:lnTo>
                  <a:pt x="603" y="1518"/>
                </a:lnTo>
                <a:lnTo>
                  <a:pt x="602" y="1517"/>
                </a:lnTo>
                <a:lnTo>
                  <a:pt x="601" y="1516"/>
                </a:lnTo>
                <a:lnTo>
                  <a:pt x="599" y="1516"/>
                </a:lnTo>
                <a:lnTo>
                  <a:pt x="598" y="1516"/>
                </a:lnTo>
                <a:lnTo>
                  <a:pt x="598" y="1515"/>
                </a:lnTo>
                <a:lnTo>
                  <a:pt x="597" y="1515"/>
                </a:lnTo>
                <a:lnTo>
                  <a:pt x="596" y="1515"/>
                </a:lnTo>
                <a:lnTo>
                  <a:pt x="594" y="1513"/>
                </a:lnTo>
                <a:lnTo>
                  <a:pt x="594" y="1510"/>
                </a:lnTo>
                <a:lnTo>
                  <a:pt x="595" y="1509"/>
                </a:lnTo>
                <a:lnTo>
                  <a:pt x="595" y="1508"/>
                </a:lnTo>
                <a:lnTo>
                  <a:pt x="595" y="1507"/>
                </a:lnTo>
                <a:lnTo>
                  <a:pt x="596" y="1505"/>
                </a:lnTo>
                <a:lnTo>
                  <a:pt x="596" y="1504"/>
                </a:lnTo>
                <a:lnTo>
                  <a:pt x="595" y="1504"/>
                </a:lnTo>
                <a:lnTo>
                  <a:pt x="595" y="1503"/>
                </a:lnTo>
                <a:lnTo>
                  <a:pt x="596" y="1503"/>
                </a:lnTo>
                <a:lnTo>
                  <a:pt x="596" y="1502"/>
                </a:lnTo>
                <a:lnTo>
                  <a:pt x="597" y="1502"/>
                </a:lnTo>
                <a:lnTo>
                  <a:pt x="598" y="1501"/>
                </a:lnTo>
                <a:lnTo>
                  <a:pt x="598" y="1499"/>
                </a:lnTo>
                <a:lnTo>
                  <a:pt x="598" y="1498"/>
                </a:lnTo>
                <a:lnTo>
                  <a:pt x="598" y="1497"/>
                </a:lnTo>
                <a:lnTo>
                  <a:pt x="597" y="1497"/>
                </a:lnTo>
                <a:lnTo>
                  <a:pt x="596" y="1497"/>
                </a:lnTo>
                <a:lnTo>
                  <a:pt x="596" y="1496"/>
                </a:lnTo>
                <a:lnTo>
                  <a:pt x="596" y="1495"/>
                </a:lnTo>
                <a:lnTo>
                  <a:pt x="598" y="1492"/>
                </a:lnTo>
                <a:lnTo>
                  <a:pt x="598" y="1491"/>
                </a:lnTo>
                <a:lnTo>
                  <a:pt x="599" y="1489"/>
                </a:lnTo>
                <a:lnTo>
                  <a:pt x="600" y="1486"/>
                </a:lnTo>
                <a:lnTo>
                  <a:pt x="600" y="1484"/>
                </a:lnTo>
                <a:lnTo>
                  <a:pt x="601" y="1484"/>
                </a:lnTo>
                <a:lnTo>
                  <a:pt x="601" y="1482"/>
                </a:lnTo>
                <a:lnTo>
                  <a:pt x="601" y="1479"/>
                </a:lnTo>
                <a:lnTo>
                  <a:pt x="600" y="1477"/>
                </a:lnTo>
                <a:lnTo>
                  <a:pt x="598" y="1477"/>
                </a:lnTo>
                <a:lnTo>
                  <a:pt x="597" y="1477"/>
                </a:lnTo>
                <a:lnTo>
                  <a:pt x="597" y="1476"/>
                </a:lnTo>
                <a:lnTo>
                  <a:pt x="596" y="1476"/>
                </a:lnTo>
                <a:lnTo>
                  <a:pt x="593" y="1475"/>
                </a:lnTo>
                <a:lnTo>
                  <a:pt x="591" y="1475"/>
                </a:lnTo>
                <a:lnTo>
                  <a:pt x="590" y="1475"/>
                </a:lnTo>
                <a:lnTo>
                  <a:pt x="589" y="1475"/>
                </a:lnTo>
                <a:lnTo>
                  <a:pt x="587" y="1476"/>
                </a:lnTo>
                <a:lnTo>
                  <a:pt x="586" y="1476"/>
                </a:lnTo>
                <a:lnTo>
                  <a:pt x="586" y="1477"/>
                </a:lnTo>
                <a:lnTo>
                  <a:pt x="585" y="1477"/>
                </a:lnTo>
                <a:lnTo>
                  <a:pt x="584" y="1478"/>
                </a:lnTo>
                <a:lnTo>
                  <a:pt x="584" y="1477"/>
                </a:lnTo>
                <a:lnTo>
                  <a:pt x="581" y="1476"/>
                </a:lnTo>
                <a:lnTo>
                  <a:pt x="581" y="1475"/>
                </a:lnTo>
                <a:lnTo>
                  <a:pt x="581" y="1474"/>
                </a:lnTo>
                <a:lnTo>
                  <a:pt x="581" y="1473"/>
                </a:lnTo>
                <a:lnTo>
                  <a:pt x="580" y="1473"/>
                </a:lnTo>
                <a:lnTo>
                  <a:pt x="579" y="1473"/>
                </a:lnTo>
                <a:lnTo>
                  <a:pt x="578" y="1471"/>
                </a:lnTo>
                <a:lnTo>
                  <a:pt x="578" y="1469"/>
                </a:lnTo>
                <a:lnTo>
                  <a:pt x="578" y="1468"/>
                </a:lnTo>
                <a:lnTo>
                  <a:pt x="579" y="1468"/>
                </a:lnTo>
                <a:lnTo>
                  <a:pt x="579" y="1467"/>
                </a:lnTo>
                <a:lnTo>
                  <a:pt x="579" y="1466"/>
                </a:lnTo>
                <a:lnTo>
                  <a:pt x="578" y="1466"/>
                </a:lnTo>
                <a:lnTo>
                  <a:pt x="577" y="1464"/>
                </a:lnTo>
                <a:lnTo>
                  <a:pt x="576" y="1461"/>
                </a:lnTo>
                <a:lnTo>
                  <a:pt x="576" y="1460"/>
                </a:lnTo>
                <a:lnTo>
                  <a:pt x="577" y="1459"/>
                </a:lnTo>
                <a:lnTo>
                  <a:pt x="577" y="1456"/>
                </a:lnTo>
                <a:lnTo>
                  <a:pt x="575" y="1454"/>
                </a:lnTo>
                <a:lnTo>
                  <a:pt x="574" y="1453"/>
                </a:lnTo>
                <a:lnTo>
                  <a:pt x="573" y="1453"/>
                </a:lnTo>
                <a:lnTo>
                  <a:pt x="574" y="1451"/>
                </a:lnTo>
                <a:lnTo>
                  <a:pt x="575" y="1450"/>
                </a:lnTo>
                <a:lnTo>
                  <a:pt x="575" y="1449"/>
                </a:lnTo>
                <a:lnTo>
                  <a:pt x="575" y="1446"/>
                </a:lnTo>
                <a:lnTo>
                  <a:pt x="574" y="1446"/>
                </a:lnTo>
                <a:lnTo>
                  <a:pt x="573" y="1445"/>
                </a:lnTo>
                <a:lnTo>
                  <a:pt x="572" y="1445"/>
                </a:lnTo>
                <a:lnTo>
                  <a:pt x="571" y="1444"/>
                </a:lnTo>
                <a:lnTo>
                  <a:pt x="571" y="1443"/>
                </a:lnTo>
                <a:lnTo>
                  <a:pt x="571" y="1442"/>
                </a:lnTo>
                <a:lnTo>
                  <a:pt x="571" y="1440"/>
                </a:lnTo>
                <a:lnTo>
                  <a:pt x="570" y="1439"/>
                </a:lnTo>
                <a:lnTo>
                  <a:pt x="569" y="1439"/>
                </a:lnTo>
                <a:lnTo>
                  <a:pt x="569" y="1438"/>
                </a:lnTo>
                <a:lnTo>
                  <a:pt x="567" y="1435"/>
                </a:lnTo>
                <a:lnTo>
                  <a:pt x="566" y="1435"/>
                </a:lnTo>
                <a:lnTo>
                  <a:pt x="566" y="1434"/>
                </a:lnTo>
                <a:lnTo>
                  <a:pt x="563" y="1428"/>
                </a:lnTo>
                <a:lnTo>
                  <a:pt x="564" y="1428"/>
                </a:lnTo>
                <a:lnTo>
                  <a:pt x="564" y="1427"/>
                </a:lnTo>
                <a:lnTo>
                  <a:pt x="565" y="1426"/>
                </a:lnTo>
                <a:lnTo>
                  <a:pt x="564" y="1425"/>
                </a:lnTo>
                <a:lnTo>
                  <a:pt x="563" y="1422"/>
                </a:lnTo>
                <a:lnTo>
                  <a:pt x="561" y="1420"/>
                </a:lnTo>
                <a:lnTo>
                  <a:pt x="559" y="1419"/>
                </a:lnTo>
                <a:lnTo>
                  <a:pt x="558" y="1419"/>
                </a:lnTo>
                <a:lnTo>
                  <a:pt x="558" y="1420"/>
                </a:lnTo>
                <a:lnTo>
                  <a:pt x="557" y="1421"/>
                </a:lnTo>
                <a:lnTo>
                  <a:pt x="557" y="1422"/>
                </a:lnTo>
                <a:lnTo>
                  <a:pt x="556" y="1422"/>
                </a:lnTo>
                <a:lnTo>
                  <a:pt x="555" y="1423"/>
                </a:lnTo>
                <a:lnTo>
                  <a:pt x="555" y="1422"/>
                </a:lnTo>
                <a:lnTo>
                  <a:pt x="556" y="1417"/>
                </a:lnTo>
                <a:lnTo>
                  <a:pt x="556" y="1415"/>
                </a:lnTo>
                <a:lnTo>
                  <a:pt x="557" y="1414"/>
                </a:lnTo>
                <a:lnTo>
                  <a:pt x="558" y="1410"/>
                </a:lnTo>
                <a:lnTo>
                  <a:pt x="557" y="1409"/>
                </a:lnTo>
                <a:lnTo>
                  <a:pt x="557" y="1408"/>
                </a:lnTo>
                <a:lnTo>
                  <a:pt x="556" y="1408"/>
                </a:lnTo>
                <a:lnTo>
                  <a:pt x="556" y="1407"/>
                </a:lnTo>
                <a:lnTo>
                  <a:pt x="556" y="1406"/>
                </a:lnTo>
                <a:lnTo>
                  <a:pt x="555" y="1406"/>
                </a:lnTo>
                <a:lnTo>
                  <a:pt x="553" y="1402"/>
                </a:lnTo>
                <a:lnTo>
                  <a:pt x="553" y="1401"/>
                </a:lnTo>
                <a:lnTo>
                  <a:pt x="553" y="1399"/>
                </a:lnTo>
                <a:lnTo>
                  <a:pt x="552" y="1398"/>
                </a:lnTo>
                <a:lnTo>
                  <a:pt x="552" y="1397"/>
                </a:lnTo>
                <a:lnTo>
                  <a:pt x="549" y="1393"/>
                </a:lnTo>
                <a:lnTo>
                  <a:pt x="548" y="1393"/>
                </a:lnTo>
                <a:lnTo>
                  <a:pt x="547" y="1393"/>
                </a:lnTo>
                <a:lnTo>
                  <a:pt x="547" y="1392"/>
                </a:lnTo>
                <a:lnTo>
                  <a:pt x="548" y="1391"/>
                </a:lnTo>
                <a:lnTo>
                  <a:pt x="548" y="1389"/>
                </a:lnTo>
                <a:lnTo>
                  <a:pt x="548" y="1388"/>
                </a:lnTo>
                <a:lnTo>
                  <a:pt x="547" y="1388"/>
                </a:lnTo>
                <a:lnTo>
                  <a:pt x="546" y="1388"/>
                </a:lnTo>
                <a:lnTo>
                  <a:pt x="546" y="1389"/>
                </a:lnTo>
                <a:lnTo>
                  <a:pt x="544" y="1390"/>
                </a:lnTo>
                <a:lnTo>
                  <a:pt x="543" y="1389"/>
                </a:lnTo>
                <a:lnTo>
                  <a:pt x="544" y="1387"/>
                </a:lnTo>
                <a:lnTo>
                  <a:pt x="545" y="1385"/>
                </a:lnTo>
                <a:lnTo>
                  <a:pt x="546" y="1385"/>
                </a:lnTo>
                <a:lnTo>
                  <a:pt x="546" y="1384"/>
                </a:lnTo>
                <a:lnTo>
                  <a:pt x="547" y="1384"/>
                </a:lnTo>
                <a:lnTo>
                  <a:pt x="547" y="1383"/>
                </a:lnTo>
                <a:lnTo>
                  <a:pt x="546" y="1383"/>
                </a:lnTo>
                <a:lnTo>
                  <a:pt x="545" y="1383"/>
                </a:lnTo>
                <a:lnTo>
                  <a:pt x="544" y="1382"/>
                </a:lnTo>
                <a:lnTo>
                  <a:pt x="544" y="1381"/>
                </a:lnTo>
                <a:lnTo>
                  <a:pt x="544" y="1380"/>
                </a:lnTo>
                <a:lnTo>
                  <a:pt x="545" y="1380"/>
                </a:lnTo>
                <a:lnTo>
                  <a:pt x="546" y="1379"/>
                </a:lnTo>
                <a:lnTo>
                  <a:pt x="547" y="1378"/>
                </a:lnTo>
                <a:lnTo>
                  <a:pt x="547" y="1377"/>
                </a:lnTo>
                <a:lnTo>
                  <a:pt x="546" y="1377"/>
                </a:lnTo>
                <a:lnTo>
                  <a:pt x="546" y="1376"/>
                </a:lnTo>
                <a:lnTo>
                  <a:pt x="545" y="1376"/>
                </a:lnTo>
                <a:lnTo>
                  <a:pt x="544" y="1375"/>
                </a:lnTo>
                <a:lnTo>
                  <a:pt x="543" y="1375"/>
                </a:lnTo>
                <a:lnTo>
                  <a:pt x="541" y="1375"/>
                </a:lnTo>
                <a:lnTo>
                  <a:pt x="540" y="1375"/>
                </a:lnTo>
                <a:lnTo>
                  <a:pt x="538" y="1375"/>
                </a:lnTo>
                <a:lnTo>
                  <a:pt x="537" y="1375"/>
                </a:lnTo>
                <a:lnTo>
                  <a:pt x="536" y="1374"/>
                </a:lnTo>
                <a:lnTo>
                  <a:pt x="536" y="1373"/>
                </a:lnTo>
                <a:lnTo>
                  <a:pt x="535" y="1373"/>
                </a:lnTo>
                <a:lnTo>
                  <a:pt x="535" y="1372"/>
                </a:lnTo>
                <a:lnTo>
                  <a:pt x="535" y="1368"/>
                </a:lnTo>
                <a:lnTo>
                  <a:pt x="535" y="1365"/>
                </a:lnTo>
                <a:lnTo>
                  <a:pt x="535" y="1363"/>
                </a:lnTo>
                <a:lnTo>
                  <a:pt x="534" y="1362"/>
                </a:lnTo>
                <a:lnTo>
                  <a:pt x="532" y="1358"/>
                </a:lnTo>
                <a:lnTo>
                  <a:pt x="530" y="1357"/>
                </a:lnTo>
                <a:lnTo>
                  <a:pt x="529" y="1356"/>
                </a:lnTo>
                <a:lnTo>
                  <a:pt x="528" y="1356"/>
                </a:lnTo>
                <a:lnTo>
                  <a:pt x="527" y="1355"/>
                </a:lnTo>
                <a:lnTo>
                  <a:pt x="525" y="1353"/>
                </a:lnTo>
                <a:lnTo>
                  <a:pt x="524" y="1352"/>
                </a:lnTo>
                <a:lnTo>
                  <a:pt x="522" y="1351"/>
                </a:lnTo>
                <a:lnTo>
                  <a:pt x="522" y="1350"/>
                </a:lnTo>
                <a:lnTo>
                  <a:pt x="521" y="1348"/>
                </a:lnTo>
                <a:lnTo>
                  <a:pt x="521" y="1347"/>
                </a:lnTo>
                <a:lnTo>
                  <a:pt x="521" y="1346"/>
                </a:lnTo>
                <a:lnTo>
                  <a:pt x="522" y="1346"/>
                </a:lnTo>
                <a:lnTo>
                  <a:pt x="522" y="1344"/>
                </a:lnTo>
                <a:lnTo>
                  <a:pt x="522" y="1343"/>
                </a:lnTo>
                <a:lnTo>
                  <a:pt x="522" y="1342"/>
                </a:lnTo>
                <a:lnTo>
                  <a:pt x="523" y="1342"/>
                </a:lnTo>
                <a:lnTo>
                  <a:pt x="524" y="1341"/>
                </a:lnTo>
                <a:lnTo>
                  <a:pt x="524" y="1340"/>
                </a:lnTo>
                <a:lnTo>
                  <a:pt x="525" y="1339"/>
                </a:lnTo>
                <a:lnTo>
                  <a:pt x="525" y="1338"/>
                </a:lnTo>
                <a:lnTo>
                  <a:pt x="523" y="1338"/>
                </a:lnTo>
                <a:lnTo>
                  <a:pt x="523" y="1337"/>
                </a:lnTo>
                <a:lnTo>
                  <a:pt x="521" y="1336"/>
                </a:lnTo>
                <a:lnTo>
                  <a:pt x="521" y="1335"/>
                </a:lnTo>
                <a:lnTo>
                  <a:pt x="522" y="1334"/>
                </a:lnTo>
                <a:lnTo>
                  <a:pt x="522" y="1332"/>
                </a:lnTo>
                <a:lnTo>
                  <a:pt x="520" y="1330"/>
                </a:lnTo>
                <a:lnTo>
                  <a:pt x="520" y="1329"/>
                </a:lnTo>
                <a:lnTo>
                  <a:pt x="520" y="1328"/>
                </a:lnTo>
                <a:lnTo>
                  <a:pt x="518" y="1325"/>
                </a:lnTo>
                <a:lnTo>
                  <a:pt x="516" y="1325"/>
                </a:lnTo>
                <a:lnTo>
                  <a:pt x="515" y="1325"/>
                </a:lnTo>
                <a:lnTo>
                  <a:pt x="515" y="1326"/>
                </a:lnTo>
                <a:lnTo>
                  <a:pt x="514" y="1326"/>
                </a:lnTo>
                <a:lnTo>
                  <a:pt x="514" y="1327"/>
                </a:lnTo>
                <a:lnTo>
                  <a:pt x="513" y="1328"/>
                </a:lnTo>
                <a:lnTo>
                  <a:pt x="513" y="1327"/>
                </a:lnTo>
                <a:lnTo>
                  <a:pt x="512" y="1327"/>
                </a:lnTo>
                <a:lnTo>
                  <a:pt x="512" y="1326"/>
                </a:lnTo>
                <a:lnTo>
                  <a:pt x="511" y="1326"/>
                </a:lnTo>
                <a:lnTo>
                  <a:pt x="510" y="1326"/>
                </a:lnTo>
                <a:lnTo>
                  <a:pt x="510" y="1327"/>
                </a:lnTo>
                <a:lnTo>
                  <a:pt x="510" y="1328"/>
                </a:lnTo>
                <a:lnTo>
                  <a:pt x="509" y="1328"/>
                </a:lnTo>
                <a:lnTo>
                  <a:pt x="509" y="1329"/>
                </a:lnTo>
                <a:lnTo>
                  <a:pt x="508" y="1329"/>
                </a:lnTo>
                <a:lnTo>
                  <a:pt x="507" y="1330"/>
                </a:lnTo>
                <a:lnTo>
                  <a:pt x="505" y="1334"/>
                </a:lnTo>
                <a:lnTo>
                  <a:pt x="505" y="1335"/>
                </a:lnTo>
                <a:lnTo>
                  <a:pt x="505" y="1336"/>
                </a:lnTo>
                <a:lnTo>
                  <a:pt x="505" y="1337"/>
                </a:lnTo>
                <a:lnTo>
                  <a:pt x="505" y="1338"/>
                </a:lnTo>
                <a:lnTo>
                  <a:pt x="504" y="1338"/>
                </a:lnTo>
                <a:lnTo>
                  <a:pt x="504" y="1339"/>
                </a:lnTo>
                <a:lnTo>
                  <a:pt x="502" y="1339"/>
                </a:lnTo>
                <a:lnTo>
                  <a:pt x="502" y="1340"/>
                </a:lnTo>
                <a:lnTo>
                  <a:pt x="500" y="1341"/>
                </a:lnTo>
                <a:lnTo>
                  <a:pt x="498" y="1342"/>
                </a:lnTo>
                <a:lnTo>
                  <a:pt x="496" y="1344"/>
                </a:lnTo>
                <a:lnTo>
                  <a:pt x="495" y="1344"/>
                </a:lnTo>
                <a:lnTo>
                  <a:pt x="495" y="1345"/>
                </a:lnTo>
                <a:lnTo>
                  <a:pt x="495" y="1346"/>
                </a:lnTo>
                <a:lnTo>
                  <a:pt x="494" y="1346"/>
                </a:lnTo>
                <a:lnTo>
                  <a:pt x="493" y="1347"/>
                </a:lnTo>
                <a:lnTo>
                  <a:pt x="492" y="1347"/>
                </a:lnTo>
                <a:lnTo>
                  <a:pt x="492" y="1346"/>
                </a:lnTo>
                <a:lnTo>
                  <a:pt x="492" y="1345"/>
                </a:lnTo>
                <a:lnTo>
                  <a:pt x="492" y="1344"/>
                </a:lnTo>
                <a:lnTo>
                  <a:pt x="491" y="1344"/>
                </a:lnTo>
                <a:lnTo>
                  <a:pt x="490" y="1344"/>
                </a:lnTo>
                <a:lnTo>
                  <a:pt x="489" y="1344"/>
                </a:lnTo>
                <a:lnTo>
                  <a:pt x="489" y="1345"/>
                </a:lnTo>
                <a:lnTo>
                  <a:pt x="488" y="1345"/>
                </a:lnTo>
                <a:lnTo>
                  <a:pt x="487" y="1343"/>
                </a:lnTo>
                <a:lnTo>
                  <a:pt x="487" y="1341"/>
                </a:lnTo>
                <a:lnTo>
                  <a:pt x="486" y="1338"/>
                </a:lnTo>
                <a:lnTo>
                  <a:pt x="485" y="1339"/>
                </a:lnTo>
                <a:lnTo>
                  <a:pt x="484" y="1339"/>
                </a:lnTo>
                <a:lnTo>
                  <a:pt x="483" y="1339"/>
                </a:lnTo>
                <a:lnTo>
                  <a:pt x="483" y="1338"/>
                </a:lnTo>
                <a:lnTo>
                  <a:pt x="482" y="1338"/>
                </a:lnTo>
                <a:lnTo>
                  <a:pt x="482" y="1337"/>
                </a:lnTo>
                <a:lnTo>
                  <a:pt x="481" y="1337"/>
                </a:lnTo>
                <a:lnTo>
                  <a:pt x="480" y="1336"/>
                </a:lnTo>
                <a:lnTo>
                  <a:pt x="476" y="1335"/>
                </a:lnTo>
                <a:lnTo>
                  <a:pt x="475" y="1335"/>
                </a:lnTo>
                <a:lnTo>
                  <a:pt x="473" y="1335"/>
                </a:lnTo>
                <a:lnTo>
                  <a:pt x="473" y="1336"/>
                </a:lnTo>
                <a:lnTo>
                  <a:pt x="473" y="1338"/>
                </a:lnTo>
                <a:lnTo>
                  <a:pt x="471" y="1339"/>
                </a:lnTo>
                <a:lnTo>
                  <a:pt x="470" y="1339"/>
                </a:lnTo>
                <a:lnTo>
                  <a:pt x="470" y="1340"/>
                </a:lnTo>
                <a:lnTo>
                  <a:pt x="469" y="1341"/>
                </a:lnTo>
                <a:lnTo>
                  <a:pt x="469" y="1342"/>
                </a:lnTo>
                <a:lnTo>
                  <a:pt x="469" y="1343"/>
                </a:lnTo>
                <a:lnTo>
                  <a:pt x="469" y="1344"/>
                </a:lnTo>
                <a:lnTo>
                  <a:pt x="469" y="1345"/>
                </a:lnTo>
                <a:lnTo>
                  <a:pt x="468" y="1347"/>
                </a:lnTo>
                <a:lnTo>
                  <a:pt x="465" y="1350"/>
                </a:lnTo>
                <a:lnTo>
                  <a:pt x="465" y="1351"/>
                </a:lnTo>
                <a:lnTo>
                  <a:pt x="464" y="1351"/>
                </a:lnTo>
                <a:lnTo>
                  <a:pt x="463" y="1352"/>
                </a:lnTo>
                <a:lnTo>
                  <a:pt x="463" y="1353"/>
                </a:lnTo>
                <a:lnTo>
                  <a:pt x="463" y="1355"/>
                </a:lnTo>
                <a:lnTo>
                  <a:pt x="462" y="1357"/>
                </a:lnTo>
                <a:lnTo>
                  <a:pt x="461" y="1357"/>
                </a:lnTo>
                <a:lnTo>
                  <a:pt x="460" y="1357"/>
                </a:lnTo>
                <a:lnTo>
                  <a:pt x="460" y="1356"/>
                </a:lnTo>
                <a:lnTo>
                  <a:pt x="459" y="1356"/>
                </a:lnTo>
                <a:lnTo>
                  <a:pt x="458" y="1356"/>
                </a:lnTo>
                <a:lnTo>
                  <a:pt x="457" y="1357"/>
                </a:lnTo>
                <a:lnTo>
                  <a:pt x="456" y="1359"/>
                </a:lnTo>
                <a:lnTo>
                  <a:pt x="456" y="1361"/>
                </a:lnTo>
                <a:lnTo>
                  <a:pt x="455" y="1362"/>
                </a:lnTo>
                <a:lnTo>
                  <a:pt x="455" y="1363"/>
                </a:lnTo>
                <a:lnTo>
                  <a:pt x="454" y="1363"/>
                </a:lnTo>
                <a:lnTo>
                  <a:pt x="453" y="1363"/>
                </a:lnTo>
                <a:lnTo>
                  <a:pt x="453" y="1364"/>
                </a:lnTo>
                <a:lnTo>
                  <a:pt x="451" y="1363"/>
                </a:lnTo>
                <a:lnTo>
                  <a:pt x="450" y="1363"/>
                </a:lnTo>
                <a:lnTo>
                  <a:pt x="449" y="1360"/>
                </a:lnTo>
                <a:lnTo>
                  <a:pt x="449" y="1359"/>
                </a:lnTo>
                <a:lnTo>
                  <a:pt x="449" y="1358"/>
                </a:lnTo>
                <a:lnTo>
                  <a:pt x="449" y="1357"/>
                </a:lnTo>
                <a:lnTo>
                  <a:pt x="450" y="1357"/>
                </a:lnTo>
                <a:lnTo>
                  <a:pt x="449" y="1354"/>
                </a:lnTo>
                <a:lnTo>
                  <a:pt x="449" y="1353"/>
                </a:lnTo>
                <a:lnTo>
                  <a:pt x="450" y="1351"/>
                </a:lnTo>
                <a:lnTo>
                  <a:pt x="450" y="1349"/>
                </a:lnTo>
                <a:lnTo>
                  <a:pt x="449" y="1349"/>
                </a:lnTo>
                <a:lnTo>
                  <a:pt x="449" y="1348"/>
                </a:lnTo>
                <a:lnTo>
                  <a:pt x="448" y="1348"/>
                </a:lnTo>
                <a:lnTo>
                  <a:pt x="447" y="1348"/>
                </a:lnTo>
                <a:lnTo>
                  <a:pt x="447" y="1347"/>
                </a:lnTo>
                <a:lnTo>
                  <a:pt x="447" y="1346"/>
                </a:lnTo>
                <a:lnTo>
                  <a:pt x="446" y="1346"/>
                </a:lnTo>
                <a:lnTo>
                  <a:pt x="446" y="1345"/>
                </a:lnTo>
                <a:lnTo>
                  <a:pt x="447" y="1344"/>
                </a:lnTo>
                <a:lnTo>
                  <a:pt x="447" y="1343"/>
                </a:lnTo>
                <a:lnTo>
                  <a:pt x="448" y="1343"/>
                </a:lnTo>
                <a:lnTo>
                  <a:pt x="450" y="1341"/>
                </a:lnTo>
                <a:lnTo>
                  <a:pt x="451" y="1340"/>
                </a:lnTo>
                <a:lnTo>
                  <a:pt x="450" y="1338"/>
                </a:lnTo>
                <a:lnTo>
                  <a:pt x="450" y="1337"/>
                </a:lnTo>
                <a:lnTo>
                  <a:pt x="450" y="1336"/>
                </a:lnTo>
                <a:lnTo>
                  <a:pt x="451" y="1336"/>
                </a:lnTo>
                <a:lnTo>
                  <a:pt x="451" y="1335"/>
                </a:lnTo>
                <a:lnTo>
                  <a:pt x="451" y="1334"/>
                </a:lnTo>
                <a:lnTo>
                  <a:pt x="449" y="1333"/>
                </a:lnTo>
                <a:lnTo>
                  <a:pt x="447" y="1333"/>
                </a:lnTo>
                <a:lnTo>
                  <a:pt x="445" y="1333"/>
                </a:lnTo>
                <a:lnTo>
                  <a:pt x="445" y="1332"/>
                </a:lnTo>
                <a:lnTo>
                  <a:pt x="444" y="1332"/>
                </a:lnTo>
                <a:lnTo>
                  <a:pt x="443" y="1333"/>
                </a:lnTo>
                <a:lnTo>
                  <a:pt x="439" y="1332"/>
                </a:lnTo>
                <a:lnTo>
                  <a:pt x="438" y="1332"/>
                </a:lnTo>
                <a:lnTo>
                  <a:pt x="437" y="1332"/>
                </a:lnTo>
                <a:lnTo>
                  <a:pt x="437" y="1331"/>
                </a:lnTo>
                <a:lnTo>
                  <a:pt x="436" y="1330"/>
                </a:lnTo>
                <a:lnTo>
                  <a:pt x="434" y="1330"/>
                </a:lnTo>
                <a:lnTo>
                  <a:pt x="433" y="1330"/>
                </a:lnTo>
                <a:lnTo>
                  <a:pt x="432" y="1330"/>
                </a:lnTo>
                <a:lnTo>
                  <a:pt x="432" y="1329"/>
                </a:lnTo>
                <a:lnTo>
                  <a:pt x="429" y="1326"/>
                </a:lnTo>
                <a:lnTo>
                  <a:pt x="428" y="1326"/>
                </a:lnTo>
                <a:lnTo>
                  <a:pt x="427" y="1326"/>
                </a:lnTo>
                <a:lnTo>
                  <a:pt x="426" y="1326"/>
                </a:lnTo>
                <a:lnTo>
                  <a:pt x="426" y="1325"/>
                </a:lnTo>
                <a:lnTo>
                  <a:pt x="427" y="1323"/>
                </a:lnTo>
                <a:lnTo>
                  <a:pt x="429" y="1321"/>
                </a:lnTo>
                <a:lnTo>
                  <a:pt x="431" y="1319"/>
                </a:lnTo>
                <a:lnTo>
                  <a:pt x="431" y="1318"/>
                </a:lnTo>
                <a:lnTo>
                  <a:pt x="431" y="1319"/>
                </a:lnTo>
                <a:lnTo>
                  <a:pt x="431" y="1318"/>
                </a:lnTo>
                <a:lnTo>
                  <a:pt x="431" y="1316"/>
                </a:lnTo>
                <a:lnTo>
                  <a:pt x="430" y="1315"/>
                </a:lnTo>
                <a:lnTo>
                  <a:pt x="430" y="1314"/>
                </a:lnTo>
                <a:lnTo>
                  <a:pt x="429" y="1314"/>
                </a:lnTo>
                <a:lnTo>
                  <a:pt x="426" y="1311"/>
                </a:lnTo>
                <a:lnTo>
                  <a:pt x="424" y="1308"/>
                </a:lnTo>
                <a:lnTo>
                  <a:pt x="423" y="1306"/>
                </a:lnTo>
                <a:lnTo>
                  <a:pt x="422" y="1306"/>
                </a:lnTo>
                <a:lnTo>
                  <a:pt x="422" y="1305"/>
                </a:lnTo>
                <a:lnTo>
                  <a:pt x="420" y="1302"/>
                </a:lnTo>
                <a:lnTo>
                  <a:pt x="419" y="1301"/>
                </a:lnTo>
                <a:lnTo>
                  <a:pt x="418" y="1300"/>
                </a:lnTo>
                <a:lnTo>
                  <a:pt x="414" y="1299"/>
                </a:lnTo>
                <a:lnTo>
                  <a:pt x="413" y="1298"/>
                </a:lnTo>
                <a:lnTo>
                  <a:pt x="411" y="1295"/>
                </a:lnTo>
                <a:lnTo>
                  <a:pt x="411" y="1294"/>
                </a:lnTo>
                <a:lnTo>
                  <a:pt x="411" y="1293"/>
                </a:lnTo>
                <a:lnTo>
                  <a:pt x="410" y="1292"/>
                </a:lnTo>
                <a:lnTo>
                  <a:pt x="410" y="1289"/>
                </a:lnTo>
                <a:lnTo>
                  <a:pt x="409" y="1289"/>
                </a:lnTo>
                <a:lnTo>
                  <a:pt x="409" y="1288"/>
                </a:lnTo>
                <a:lnTo>
                  <a:pt x="409" y="1287"/>
                </a:lnTo>
                <a:lnTo>
                  <a:pt x="408" y="1286"/>
                </a:lnTo>
                <a:lnTo>
                  <a:pt x="408" y="1284"/>
                </a:lnTo>
                <a:lnTo>
                  <a:pt x="408" y="1283"/>
                </a:lnTo>
                <a:lnTo>
                  <a:pt x="407" y="1282"/>
                </a:lnTo>
                <a:lnTo>
                  <a:pt x="406" y="1280"/>
                </a:lnTo>
                <a:lnTo>
                  <a:pt x="406" y="1279"/>
                </a:lnTo>
                <a:lnTo>
                  <a:pt x="406" y="1278"/>
                </a:lnTo>
                <a:lnTo>
                  <a:pt x="405" y="1277"/>
                </a:lnTo>
                <a:lnTo>
                  <a:pt x="404" y="1276"/>
                </a:lnTo>
                <a:lnTo>
                  <a:pt x="402" y="1274"/>
                </a:lnTo>
                <a:lnTo>
                  <a:pt x="402" y="1273"/>
                </a:lnTo>
                <a:lnTo>
                  <a:pt x="403" y="1271"/>
                </a:lnTo>
                <a:lnTo>
                  <a:pt x="403" y="1270"/>
                </a:lnTo>
                <a:lnTo>
                  <a:pt x="404" y="1269"/>
                </a:lnTo>
                <a:lnTo>
                  <a:pt x="404" y="1266"/>
                </a:lnTo>
                <a:lnTo>
                  <a:pt x="405" y="1266"/>
                </a:lnTo>
                <a:lnTo>
                  <a:pt x="406" y="1266"/>
                </a:lnTo>
                <a:lnTo>
                  <a:pt x="408" y="1266"/>
                </a:lnTo>
                <a:lnTo>
                  <a:pt x="410" y="1264"/>
                </a:lnTo>
                <a:lnTo>
                  <a:pt x="411" y="1265"/>
                </a:lnTo>
                <a:lnTo>
                  <a:pt x="412" y="1266"/>
                </a:lnTo>
                <a:lnTo>
                  <a:pt x="413" y="1267"/>
                </a:lnTo>
                <a:lnTo>
                  <a:pt x="414" y="1267"/>
                </a:lnTo>
                <a:lnTo>
                  <a:pt x="415" y="1267"/>
                </a:lnTo>
                <a:lnTo>
                  <a:pt x="416" y="1265"/>
                </a:lnTo>
                <a:lnTo>
                  <a:pt x="417" y="1264"/>
                </a:lnTo>
                <a:lnTo>
                  <a:pt x="417" y="1263"/>
                </a:lnTo>
                <a:lnTo>
                  <a:pt x="418" y="1263"/>
                </a:lnTo>
                <a:lnTo>
                  <a:pt x="419" y="1263"/>
                </a:lnTo>
                <a:lnTo>
                  <a:pt x="420" y="1263"/>
                </a:lnTo>
                <a:lnTo>
                  <a:pt x="421" y="1263"/>
                </a:lnTo>
                <a:lnTo>
                  <a:pt x="422" y="1263"/>
                </a:lnTo>
                <a:lnTo>
                  <a:pt x="422" y="1262"/>
                </a:lnTo>
                <a:lnTo>
                  <a:pt x="424" y="1262"/>
                </a:lnTo>
                <a:lnTo>
                  <a:pt x="425" y="1262"/>
                </a:lnTo>
                <a:lnTo>
                  <a:pt x="426" y="1262"/>
                </a:lnTo>
                <a:lnTo>
                  <a:pt x="428" y="1260"/>
                </a:lnTo>
                <a:lnTo>
                  <a:pt x="429" y="1259"/>
                </a:lnTo>
                <a:lnTo>
                  <a:pt x="429" y="1258"/>
                </a:lnTo>
                <a:lnTo>
                  <a:pt x="429" y="1257"/>
                </a:lnTo>
                <a:lnTo>
                  <a:pt x="430" y="1256"/>
                </a:lnTo>
                <a:lnTo>
                  <a:pt x="433" y="1254"/>
                </a:lnTo>
                <a:lnTo>
                  <a:pt x="433" y="1253"/>
                </a:lnTo>
                <a:lnTo>
                  <a:pt x="432" y="1252"/>
                </a:lnTo>
                <a:lnTo>
                  <a:pt x="429" y="1249"/>
                </a:lnTo>
                <a:lnTo>
                  <a:pt x="428" y="1249"/>
                </a:lnTo>
                <a:lnTo>
                  <a:pt x="427" y="1248"/>
                </a:lnTo>
                <a:lnTo>
                  <a:pt x="426" y="1247"/>
                </a:lnTo>
                <a:lnTo>
                  <a:pt x="426" y="1246"/>
                </a:lnTo>
                <a:lnTo>
                  <a:pt x="426" y="1245"/>
                </a:lnTo>
                <a:lnTo>
                  <a:pt x="428" y="1244"/>
                </a:lnTo>
                <a:lnTo>
                  <a:pt x="430" y="1245"/>
                </a:lnTo>
                <a:lnTo>
                  <a:pt x="430" y="1244"/>
                </a:lnTo>
                <a:lnTo>
                  <a:pt x="431" y="1240"/>
                </a:lnTo>
                <a:lnTo>
                  <a:pt x="431" y="1239"/>
                </a:lnTo>
                <a:lnTo>
                  <a:pt x="430" y="1237"/>
                </a:lnTo>
                <a:lnTo>
                  <a:pt x="428" y="1237"/>
                </a:lnTo>
                <a:lnTo>
                  <a:pt x="427" y="1235"/>
                </a:lnTo>
                <a:lnTo>
                  <a:pt x="425" y="1232"/>
                </a:lnTo>
                <a:lnTo>
                  <a:pt x="422" y="1232"/>
                </a:lnTo>
                <a:lnTo>
                  <a:pt x="419" y="1231"/>
                </a:lnTo>
                <a:lnTo>
                  <a:pt x="418" y="1231"/>
                </a:lnTo>
                <a:lnTo>
                  <a:pt x="418" y="1229"/>
                </a:lnTo>
                <a:lnTo>
                  <a:pt x="413" y="1228"/>
                </a:lnTo>
                <a:lnTo>
                  <a:pt x="411" y="1228"/>
                </a:lnTo>
                <a:lnTo>
                  <a:pt x="411" y="1226"/>
                </a:lnTo>
                <a:lnTo>
                  <a:pt x="411" y="1225"/>
                </a:lnTo>
                <a:lnTo>
                  <a:pt x="412" y="1224"/>
                </a:lnTo>
                <a:lnTo>
                  <a:pt x="413" y="1222"/>
                </a:lnTo>
                <a:lnTo>
                  <a:pt x="413" y="1221"/>
                </a:lnTo>
                <a:lnTo>
                  <a:pt x="412" y="1221"/>
                </a:lnTo>
                <a:lnTo>
                  <a:pt x="414" y="1218"/>
                </a:lnTo>
                <a:lnTo>
                  <a:pt x="415" y="1217"/>
                </a:lnTo>
                <a:lnTo>
                  <a:pt x="413" y="1215"/>
                </a:lnTo>
                <a:lnTo>
                  <a:pt x="413" y="1214"/>
                </a:lnTo>
                <a:lnTo>
                  <a:pt x="412" y="1212"/>
                </a:lnTo>
                <a:lnTo>
                  <a:pt x="409" y="1212"/>
                </a:lnTo>
                <a:lnTo>
                  <a:pt x="408" y="1211"/>
                </a:lnTo>
                <a:lnTo>
                  <a:pt x="405" y="1209"/>
                </a:lnTo>
                <a:lnTo>
                  <a:pt x="403" y="1208"/>
                </a:lnTo>
                <a:lnTo>
                  <a:pt x="402" y="1208"/>
                </a:lnTo>
                <a:lnTo>
                  <a:pt x="401" y="1207"/>
                </a:lnTo>
                <a:lnTo>
                  <a:pt x="400" y="1205"/>
                </a:lnTo>
                <a:lnTo>
                  <a:pt x="399" y="1200"/>
                </a:lnTo>
                <a:lnTo>
                  <a:pt x="400" y="1198"/>
                </a:lnTo>
                <a:lnTo>
                  <a:pt x="400" y="1195"/>
                </a:lnTo>
                <a:lnTo>
                  <a:pt x="399" y="1193"/>
                </a:lnTo>
                <a:lnTo>
                  <a:pt x="398" y="1193"/>
                </a:lnTo>
                <a:lnTo>
                  <a:pt x="398" y="1194"/>
                </a:lnTo>
                <a:lnTo>
                  <a:pt x="397" y="1194"/>
                </a:lnTo>
                <a:lnTo>
                  <a:pt x="396" y="1193"/>
                </a:lnTo>
                <a:lnTo>
                  <a:pt x="396" y="1192"/>
                </a:lnTo>
                <a:lnTo>
                  <a:pt x="396" y="1190"/>
                </a:lnTo>
                <a:lnTo>
                  <a:pt x="396" y="1188"/>
                </a:lnTo>
                <a:lnTo>
                  <a:pt x="394" y="1185"/>
                </a:lnTo>
                <a:lnTo>
                  <a:pt x="394" y="1184"/>
                </a:lnTo>
                <a:lnTo>
                  <a:pt x="392" y="1183"/>
                </a:lnTo>
                <a:lnTo>
                  <a:pt x="390" y="1181"/>
                </a:lnTo>
                <a:lnTo>
                  <a:pt x="389" y="1180"/>
                </a:lnTo>
                <a:lnTo>
                  <a:pt x="388" y="1180"/>
                </a:lnTo>
                <a:lnTo>
                  <a:pt x="387" y="1179"/>
                </a:lnTo>
                <a:lnTo>
                  <a:pt x="382" y="1178"/>
                </a:lnTo>
                <a:lnTo>
                  <a:pt x="382" y="1177"/>
                </a:lnTo>
                <a:lnTo>
                  <a:pt x="381" y="1177"/>
                </a:lnTo>
                <a:lnTo>
                  <a:pt x="381" y="1175"/>
                </a:lnTo>
                <a:lnTo>
                  <a:pt x="381" y="1173"/>
                </a:lnTo>
                <a:lnTo>
                  <a:pt x="381" y="1172"/>
                </a:lnTo>
                <a:lnTo>
                  <a:pt x="379" y="1172"/>
                </a:lnTo>
                <a:lnTo>
                  <a:pt x="378" y="1172"/>
                </a:lnTo>
                <a:lnTo>
                  <a:pt x="377" y="1173"/>
                </a:lnTo>
                <a:lnTo>
                  <a:pt x="376" y="1173"/>
                </a:lnTo>
                <a:lnTo>
                  <a:pt x="374" y="1173"/>
                </a:lnTo>
                <a:lnTo>
                  <a:pt x="374" y="1169"/>
                </a:lnTo>
                <a:lnTo>
                  <a:pt x="375" y="1168"/>
                </a:lnTo>
                <a:lnTo>
                  <a:pt x="376" y="1168"/>
                </a:lnTo>
                <a:lnTo>
                  <a:pt x="376" y="1167"/>
                </a:lnTo>
                <a:lnTo>
                  <a:pt x="374" y="1165"/>
                </a:lnTo>
                <a:lnTo>
                  <a:pt x="373" y="1164"/>
                </a:lnTo>
                <a:lnTo>
                  <a:pt x="370" y="1160"/>
                </a:lnTo>
                <a:lnTo>
                  <a:pt x="368" y="1157"/>
                </a:lnTo>
                <a:lnTo>
                  <a:pt x="365" y="1157"/>
                </a:lnTo>
                <a:lnTo>
                  <a:pt x="362" y="1157"/>
                </a:lnTo>
                <a:lnTo>
                  <a:pt x="361" y="1156"/>
                </a:lnTo>
                <a:lnTo>
                  <a:pt x="360" y="1155"/>
                </a:lnTo>
                <a:lnTo>
                  <a:pt x="357" y="1152"/>
                </a:lnTo>
                <a:lnTo>
                  <a:pt x="357" y="1151"/>
                </a:lnTo>
                <a:lnTo>
                  <a:pt x="357" y="1150"/>
                </a:lnTo>
                <a:lnTo>
                  <a:pt x="358" y="1149"/>
                </a:lnTo>
                <a:lnTo>
                  <a:pt x="357" y="1147"/>
                </a:lnTo>
                <a:lnTo>
                  <a:pt x="356" y="1147"/>
                </a:lnTo>
                <a:lnTo>
                  <a:pt x="356" y="1145"/>
                </a:lnTo>
                <a:lnTo>
                  <a:pt x="356" y="1141"/>
                </a:lnTo>
                <a:lnTo>
                  <a:pt x="356" y="1139"/>
                </a:lnTo>
                <a:lnTo>
                  <a:pt x="356" y="1134"/>
                </a:lnTo>
                <a:lnTo>
                  <a:pt x="356" y="1133"/>
                </a:lnTo>
                <a:lnTo>
                  <a:pt x="356" y="1130"/>
                </a:lnTo>
                <a:lnTo>
                  <a:pt x="356" y="1127"/>
                </a:lnTo>
                <a:lnTo>
                  <a:pt x="356" y="1126"/>
                </a:lnTo>
                <a:lnTo>
                  <a:pt x="355" y="1126"/>
                </a:lnTo>
                <a:lnTo>
                  <a:pt x="355" y="1128"/>
                </a:lnTo>
                <a:lnTo>
                  <a:pt x="353" y="1128"/>
                </a:lnTo>
                <a:lnTo>
                  <a:pt x="352" y="1129"/>
                </a:lnTo>
                <a:lnTo>
                  <a:pt x="352" y="1130"/>
                </a:lnTo>
                <a:lnTo>
                  <a:pt x="351" y="1130"/>
                </a:lnTo>
                <a:lnTo>
                  <a:pt x="351" y="1131"/>
                </a:lnTo>
                <a:lnTo>
                  <a:pt x="351" y="1132"/>
                </a:lnTo>
                <a:lnTo>
                  <a:pt x="350" y="1133"/>
                </a:lnTo>
                <a:lnTo>
                  <a:pt x="349" y="1133"/>
                </a:lnTo>
                <a:lnTo>
                  <a:pt x="345" y="1132"/>
                </a:lnTo>
                <a:lnTo>
                  <a:pt x="344" y="1132"/>
                </a:lnTo>
                <a:lnTo>
                  <a:pt x="339" y="1132"/>
                </a:lnTo>
                <a:lnTo>
                  <a:pt x="338" y="1133"/>
                </a:lnTo>
                <a:lnTo>
                  <a:pt x="338" y="1135"/>
                </a:lnTo>
                <a:lnTo>
                  <a:pt x="337" y="1137"/>
                </a:lnTo>
                <a:lnTo>
                  <a:pt x="336" y="1137"/>
                </a:lnTo>
                <a:lnTo>
                  <a:pt x="335" y="1139"/>
                </a:lnTo>
                <a:lnTo>
                  <a:pt x="335" y="1140"/>
                </a:lnTo>
                <a:lnTo>
                  <a:pt x="335" y="1144"/>
                </a:lnTo>
                <a:lnTo>
                  <a:pt x="336" y="1145"/>
                </a:lnTo>
                <a:lnTo>
                  <a:pt x="337" y="1147"/>
                </a:lnTo>
                <a:lnTo>
                  <a:pt x="336" y="1147"/>
                </a:lnTo>
                <a:lnTo>
                  <a:pt x="335" y="1147"/>
                </a:lnTo>
                <a:lnTo>
                  <a:pt x="334" y="1148"/>
                </a:lnTo>
                <a:lnTo>
                  <a:pt x="334" y="1149"/>
                </a:lnTo>
                <a:lnTo>
                  <a:pt x="333" y="1150"/>
                </a:lnTo>
                <a:lnTo>
                  <a:pt x="330" y="1151"/>
                </a:lnTo>
                <a:lnTo>
                  <a:pt x="328" y="1152"/>
                </a:lnTo>
                <a:lnTo>
                  <a:pt x="327" y="1151"/>
                </a:lnTo>
                <a:lnTo>
                  <a:pt x="326" y="1151"/>
                </a:lnTo>
                <a:lnTo>
                  <a:pt x="325" y="1152"/>
                </a:lnTo>
                <a:lnTo>
                  <a:pt x="325" y="1153"/>
                </a:lnTo>
                <a:lnTo>
                  <a:pt x="325" y="1154"/>
                </a:lnTo>
                <a:lnTo>
                  <a:pt x="324" y="1155"/>
                </a:lnTo>
                <a:lnTo>
                  <a:pt x="323" y="1156"/>
                </a:lnTo>
                <a:lnTo>
                  <a:pt x="322" y="1157"/>
                </a:lnTo>
                <a:lnTo>
                  <a:pt x="321" y="1158"/>
                </a:lnTo>
                <a:lnTo>
                  <a:pt x="321" y="1159"/>
                </a:lnTo>
                <a:lnTo>
                  <a:pt x="322" y="1160"/>
                </a:lnTo>
                <a:lnTo>
                  <a:pt x="323" y="1163"/>
                </a:lnTo>
                <a:lnTo>
                  <a:pt x="322" y="1166"/>
                </a:lnTo>
                <a:lnTo>
                  <a:pt x="322" y="1170"/>
                </a:lnTo>
                <a:lnTo>
                  <a:pt x="322" y="1171"/>
                </a:lnTo>
                <a:lnTo>
                  <a:pt x="320" y="1172"/>
                </a:lnTo>
                <a:lnTo>
                  <a:pt x="319" y="1173"/>
                </a:lnTo>
                <a:lnTo>
                  <a:pt x="317" y="1173"/>
                </a:lnTo>
                <a:lnTo>
                  <a:pt x="317" y="1172"/>
                </a:lnTo>
                <a:lnTo>
                  <a:pt x="316" y="1172"/>
                </a:lnTo>
                <a:lnTo>
                  <a:pt x="314" y="1172"/>
                </a:lnTo>
                <a:lnTo>
                  <a:pt x="314" y="1173"/>
                </a:lnTo>
                <a:lnTo>
                  <a:pt x="314" y="1174"/>
                </a:lnTo>
                <a:lnTo>
                  <a:pt x="314" y="1175"/>
                </a:lnTo>
                <a:lnTo>
                  <a:pt x="313" y="1176"/>
                </a:lnTo>
                <a:lnTo>
                  <a:pt x="311" y="1177"/>
                </a:lnTo>
                <a:lnTo>
                  <a:pt x="309" y="1179"/>
                </a:lnTo>
                <a:lnTo>
                  <a:pt x="308" y="1179"/>
                </a:lnTo>
                <a:lnTo>
                  <a:pt x="308" y="1180"/>
                </a:lnTo>
                <a:lnTo>
                  <a:pt x="308" y="1181"/>
                </a:lnTo>
                <a:lnTo>
                  <a:pt x="308" y="1183"/>
                </a:lnTo>
                <a:lnTo>
                  <a:pt x="307" y="1185"/>
                </a:lnTo>
                <a:lnTo>
                  <a:pt x="307" y="1186"/>
                </a:lnTo>
                <a:lnTo>
                  <a:pt x="305" y="1185"/>
                </a:lnTo>
                <a:lnTo>
                  <a:pt x="303" y="1185"/>
                </a:lnTo>
                <a:lnTo>
                  <a:pt x="303" y="1184"/>
                </a:lnTo>
                <a:lnTo>
                  <a:pt x="301" y="1184"/>
                </a:lnTo>
                <a:lnTo>
                  <a:pt x="298" y="1185"/>
                </a:lnTo>
                <a:lnTo>
                  <a:pt x="297" y="1185"/>
                </a:lnTo>
                <a:lnTo>
                  <a:pt x="296" y="1186"/>
                </a:lnTo>
                <a:lnTo>
                  <a:pt x="297" y="1188"/>
                </a:lnTo>
                <a:lnTo>
                  <a:pt x="296" y="1189"/>
                </a:lnTo>
                <a:lnTo>
                  <a:pt x="295" y="1194"/>
                </a:lnTo>
                <a:lnTo>
                  <a:pt x="294" y="1197"/>
                </a:lnTo>
                <a:lnTo>
                  <a:pt x="295" y="1198"/>
                </a:lnTo>
                <a:lnTo>
                  <a:pt x="296" y="1198"/>
                </a:lnTo>
                <a:lnTo>
                  <a:pt x="298" y="1200"/>
                </a:lnTo>
                <a:lnTo>
                  <a:pt x="297" y="1201"/>
                </a:lnTo>
                <a:lnTo>
                  <a:pt x="298" y="1204"/>
                </a:lnTo>
                <a:lnTo>
                  <a:pt x="299" y="1204"/>
                </a:lnTo>
                <a:lnTo>
                  <a:pt x="297" y="1206"/>
                </a:lnTo>
                <a:lnTo>
                  <a:pt x="295" y="1207"/>
                </a:lnTo>
                <a:lnTo>
                  <a:pt x="295" y="1209"/>
                </a:lnTo>
                <a:lnTo>
                  <a:pt x="297" y="1212"/>
                </a:lnTo>
                <a:lnTo>
                  <a:pt x="298" y="1212"/>
                </a:lnTo>
                <a:lnTo>
                  <a:pt x="299" y="1212"/>
                </a:lnTo>
                <a:lnTo>
                  <a:pt x="300" y="1212"/>
                </a:lnTo>
                <a:lnTo>
                  <a:pt x="301" y="1214"/>
                </a:lnTo>
                <a:lnTo>
                  <a:pt x="301" y="1216"/>
                </a:lnTo>
                <a:lnTo>
                  <a:pt x="301" y="1217"/>
                </a:lnTo>
                <a:lnTo>
                  <a:pt x="300" y="1218"/>
                </a:lnTo>
                <a:lnTo>
                  <a:pt x="299" y="1218"/>
                </a:lnTo>
                <a:lnTo>
                  <a:pt x="298" y="1221"/>
                </a:lnTo>
                <a:lnTo>
                  <a:pt x="298" y="1222"/>
                </a:lnTo>
                <a:lnTo>
                  <a:pt x="297" y="1223"/>
                </a:lnTo>
                <a:lnTo>
                  <a:pt x="295" y="1224"/>
                </a:lnTo>
                <a:lnTo>
                  <a:pt x="295" y="1226"/>
                </a:lnTo>
                <a:lnTo>
                  <a:pt x="295" y="1228"/>
                </a:lnTo>
                <a:lnTo>
                  <a:pt x="295" y="1229"/>
                </a:lnTo>
                <a:lnTo>
                  <a:pt x="295" y="1230"/>
                </a:lnTo>
                <a:lnTo>
                  <a:pt x="293" y="1232"/>
                </a:lnTo>
                <a:lnTo>
                  <a:pt x="292" y="1232"/>
                </a:lnTo>
                <a:lnTo>
                  <a:pt x="293" y="1236"/>
                </a:lnTo>
                <a:lnTo>
                  <a:pt x="294" y="1236"/>
                </a:lnTo>
                <a:lnTo>
                  <a:pt x="295" y="1237"/>
                </a:lnTo>
                <a:lnTo>
                  <a:pt x="296" y="1239"/>
                </a:lnTo>
                <a:lnTo>
                  <a:pt x="296" y="1241"/>
                </a:lnTo>
                <a:lnTo>
                  <a:pt x="296" y="1243"/>
                </a:lnTo>
                <a:lnTo>
                  <a:pt x="295" y="1243"/>
                </a:lnTo>
                <a:lnTo>
                  <a:pt x="293" y="1244"/>
                </a:lnTo>
                <a:lnTo>
                  <a:pt x="292" y="1247"/>
                </a:lnTo>
                <a:lnTo>
                  <a:pt x="291" y="1249"/>
                </a:lnTo>
                <a:lnTo>
                  <a:pt x="290" y="1253"/>
                </a:lnTo>
                <a:lnTo>
                  <a:pt x="289" y="1255"/>
                </a:lnTo>
                <a:lnTo>
                  <a:pt x="289" y="1256"/>
                </a:lnTo>
                <a:lnTo>
                  <a:pt x="289" y="1260"/>
                </a:lnTo>
                <a:lnTo>
                  <a:pt x="290" y="1260"/>
                </a:lnTo>
                <a:lnTo>
                  <a:pt x="291" y="1263"/>
                </a:lnTo>
                <a:lnTo>
                  <a:pt x="292" y="1265"/>
                </a:lnTo>
                <a:lnTo>
                  <a:pt x="292" y="1267"/>
                </a:lnTo>
                <a:lnTo>
                  <a:pt x="290" y="1266"/>
                </a:lnTo>
                <a:lnTo>
                  <a:pt x="290" y="1265"/>
                </a:lnTo>
                <a:lnTo>
                  <a:pt x="290" y="1264"/>
                </a:lnTo>
                <a:lnTo>
                  <a:pt x="287" y="1260"/>
                </a:lnTo>
                <a:lnTo>
                  <a:pt x="284" y="1259"/>
                </a:lnTo>
                <a:lnTo>
                  <a:pt x="283" y="1257"/>
                </a:lnTo>
                <a:lnTo>
                  <a:pt x="283" y="1256"/>
                </a:lnTo>
                <a:lnTo>
                  <a:pt x="282" y="1255"/>
                </a:lnTo>
                <a:lnTo>
                  <a:pt x="281" y="1254"/>
                </a:lnTo>
                <a:lnTo>
                  <a:pt x="279" y="1253"/>
                </a:lnTo>
                <a:lnTo>
                  <a:pt x="276" y="1250"/>
                </a:lnTo>
                <a:lnTo>
                  <a:pt x="275" y="1250"/>
                </a:lnTo>
                <a:lnTo>
                  <a:pt x="275" y="1249"/>
                </a:lnTo>
                <a:lnTo>
                  <a:pt x="276" y="1248"/>
                </a:lnTo>
                <a:lnTo>
                  <a:pt x="276" y="1246"/>
                </a:lnTo>
                <a:lnTo>
                  <a:pt x="275" y="1244"/>
                </a:lnTo>
                <a:lnTo>
                  <a:pt x="273" y="1244"/>
                </a:lnTo>
                <a:lnTo>
                  <a:pt x="272" y="1244"/>
                </a:lnTo>
                <a:lnTo>
                  <a:pt x="272" y="1243"/>
                </a:lnTo>
                <a:lnTo>
                  <a:pt x="271" y="1243"/>
                </a:lnTo>
                <a:lnTo>
                  <a:pt x="271" y="1242"/>
                </a:lnTo>
                <a:lnTo>
                  <a:pt x="272" y="1241"/>
                </a:lnTo>
                <a:lnTo>
                  <a:pt x="273" y="1241"/>
                </a:lnTo>
                <a:lnTo>
                  <a:pt x="273" y="1240"/>
                </a:lnTo>
                <a:lnTo>
                  <a:pt x="273" y="1238"/>
                </a:lnTo>
                <a:lnTo>
                  <a:pt x="273" y="1237"/>
                </a:lnTo>
                <a:lnTo>
                  <a:pt x="273" y="1236"/>
                </a:lnTo>
                <a:lnTo>
                  <a:pt x="272" y="1235"/>
                </a:lnTo>
                <a:lnTo>
                  <a:pt x="271" y="1235"/>
                </a:lnTo>
                <a:lnTo>
                  <a:pt x="270" y="1234"/>
                </a:lnTo>
                <a:lnTo>
                  <a:pt x="269" y="1234"/>
                </a:lnTo>
                <a:lnTo>
                  <a:pt x="268" y="1234"/>
                </a:lnTo>
                <a:lnTo>
                  <a:pt x="267" y="1233"/>
                </a:lnTo>
                <a:lnTo>
                  <a:pt x="265" y="1231"/>
                </a:lnTo>
                <a:lnTo>
                  <a:pt x="264" y="1231"/>
                </a:lnTo>
                <a:lnTo>
                  <a:pt x="264" y="1230"/>
                </a:lnTo>
                <a:lnTo>
                  <a:pt x="263" y="1227"/>
                </a:lnTo>
                <a:lnTo>
                  <a:pt x="263" y="1225"/>
                </a:lnTo>
                <a:lnTo>
                  <a:pt x="263" y="1224"/>
                </a:lnTo>
                <a:lnTo>
                  <a:pt x="262" y="1224"/>
                </a:lnTo>
                <a:lnTo>
                  <a:pt x="261" y="1224"/>
                </a:lnTo>
                <a:lnTo>
                  <a:pt x="259" y="1221"/>
                </a:lnTo>
                <a:lnTo>
                  <a:pt x="258" y="1217"/>
                </a:lnTo>
                <a:lnTo>
                  <a:pt x="256" y="1215"/>
                </a:lnTo>
                <a:lnTo>
                  <a:pt x="255" y="1214"/>
                </a:lnTo>
                <a:lnTo>
                  <a:pt x="255" y="1213"/>
                </a:lnTo>
                <a:lnTo>
                  <a:pt x="254" y="1213"/>
                </a:lnTo>
                <a:lnTo>
                  <a:pt x="254" y="1211"/>
                </a:lnTo>
                <a:lnTo>
                  <a:pt x="254" y="1210"/>
                </a:lnTo>
                <a:lnTo>
                  <a:pt x="254" y="1209"/>
                </a:lnTo>
                <a:lnTo>
                  <a:pt x="253" y="1209"/>
                </a:lnTo>
                <a:lnTo>
                  <a:pt x="253" y="1208"/>
                </a:lnTo>
                <a:lnTo>
                  <a:pt x="253" y="1207"/>
                </a:lnTo>
                <a:lnTo>
                  <a:pt x="254" y="1207"/>
                </a:lnTo>
                <a:lnTo>
                  <a:pt x="256" y="1206"/>
                </a:lnTo>
                <a:lnTo>
                  <a:pt x="257" y="1205"/>
                </a:lnTo>
                <a:lnTo>
                  <a:pt x="257" y="1204"/>
                </a:lnTo>
                <a:lnTo>
                  <a:pt x="256" y="1203"/>
                </a:lnTo>
                <a:lnTo>
                  <a:pt x="256" y="1199"/>
                </a:lnTo>
                <a:lnTo>
                  <a:pt x="257" y="1198"/>
                </a:lnTo>
                <a:lnTo>
                  <a:pt x="257" y="1196"/>
                </a:lnTo>
                <a:lnTo>
                  <a:pt x="258" y="1194"/>
                </a:lnTo>
                <a:lnTo>
                  <a:pt x="258" y="1192"/>
                </a:lnTo>
                <a:lnTo>
                  <a:pt x="258" y="1191"/>
                </a:lnTo>
                <a:lnTo>
                  <a:pt x="257" y="1189"/>
                </a:lnTo>
                <a:lnTo>
                  <a:pt x="257" y="1188"/>
                </a:lnTo>
                <a:lnTo>
                  <a:pt x="256" y="1184"/>
                </a:lnTo>
                <a:lnTo>
                  <a:pt x="256" y="1182"/>
                </a:lnTo>
                <a:lnTo>
                  <a:pt x="255" y="1181"/>
                </a:lnTo>
                <a:lnTo>
                  <a:pt x="255" y="1179"/>
                </a:lnTo>
                <a:lnTo>
                  <a:pt x="256" y="1178"/>
                </a:lnTo>
                <a:lnTo>
                  <a:pt x="257" y="1177"/>
                </a:lnTo>
                <a:lnTo>
                  <a:pt x="258" y="1175"/>
                </a:lnTo>
                <a:lnTo>
                  <a:pt x="258" y="1174"/>
                </a:lnTo>
                <a:lnTo>
                  <a:pt x="257" y="1174"/>
                </a:lnTo>
                <a:lnTo>
                  <a:pt x="255" y="1173"/>
                </a:lnTo>
                <a:lnTo>
                  <a:pt x="255" y="1172"/>
                </a:lnTo>
                <a:lnTo>
                  <a:pt x="256" y="1171"/>
                </a:lnTo>
                <a:lnTo>
                  <a:pt x="256" y="1170"/>
                </a:lnTo>
                <a:lnTo>
                  <a:pt x="256" y="1169"/>
                </a:lnTo>
                <a:lnTo>
                  <a:pt x="255" y="1168"/>
                </a:lnTo>
                <a:lnTo>
                  <a:pt x="254" y="1168"/>
                </a:lnTo>
                <a:lnTo>
                  <a:pt x="254" y="1167"/>
                </a:lnTo>
                <a:lnTo>
                  <a:pt x="254" y="1166"/>
                </a:lnTo>
                <a:lnTo>
                  <a:pt x="255" y="1166"/>
                </a:lnTo>
                <a:lnTo>
                  <a:pt x="255" y="1165"/>
                </a:lnTo>
                <a:lnTo>
                  <a:pt x="253" y="1164"/>
                </a:lnTo>
                <a:lnTo>
                  <a:pt x="252" y="1164"/>
                </a:lnTo>
                <a:lnTo>
                  <a:pt x="252" y="1163"/>
                </a:lnTo>
                <a:lnTo>
                  <a:pt x="252" y="1161"/>
                </a:lnTo>
                <a:lnTo>
                  <a:pt x="252" y="1159"/>
                </a:lnTo>
                <a:lnTo>
                  <a:pt x="251" y="1158"/>
                </a:lnTo>
                <a:lnTo>
                  <a:pt x="251" y="1157"/>
                </a:lnTo>
                <a:lnTo>
                  <a:pt x="251" y="1156"/>
                </a:lnTo>
                <a:lnTo>
                  <a:pt x="251" y="1155"/>
                </a:lnTo>
                <a:lnTo>
                  <a:pt x="251" y="1154"/>
                </a:lnTo>
                <a:lnTo>
                  <a:pt x="251" y="1153"/>
                </a:lnTo>
                <a:lnTo>
                  <a:pt x="249" y="1152"/>
                </a:lnTo>
                <a:lnTo>
                  <a:pt x="249" y="1151"/>
                </a:lnTo>
                <a:lnTo>
                  <a:pt x="249" y="1150"/>
                </a:lnTo>
                <a:lnTo>
                  <a:pt x="250" y="1150"/>
                </a:lnTo>
                <a:lnTo>
                  <a:pt x="250" y="1149"/>
                </a:lnTo>
                <a:lnTo>
                  <a:pt x="251" y="1148"/>
                </a:lnTo>
                <a:lnTo>
                  <a:pt x="250" y="1147"/>
                </a:lnTo>
                <a:lnTo>
                  <a:pt x="250" y="1146"/>
                </a:lnTo>
                <a:lnTo>
                  <a:pt x="250" y="1145"/>
                </a:lnTo>
                <a:lnTo>
                  <a:pt x="251" y="1145"/>
                </a:lnTo>
                <a:lnTo>
                  <a:pt x="251" y="1144"/>
                </a:lnTo>
                <a:lnTo>
                  <a:pt x="251" y="1143"/>
                </a:lnTo>
                <a:lnTo>
                  <a:pt x="250" y="1141"/>
                </a:lnTo>
                <a:lnTo>
                  <a:pt x="248" y="1139"/>
                </a:lnTo>
                <a:lnTo>
                  <a:pt x="248" y="1138"/>
                </a:lnTo>
                <a:lnTo>
                  <a:pt x="248" y="1137"/>
                </a:lnTo>
                <a:lnTo>
                  <a:pt x="248" y="1136"/>
                </a:lnTo>
                <a:lnTo>
                  <a:pt x="248" y="1134"/>
                </a:lnTo>
                <a:lnTo>
                  <a:pt x="248" y="1131"/>
                </a:lnTo>
                <a:lnTo>
                  <a:pt x="247" y="1130"/>
                </a:lnTo>
                <a:lnTo>
                  <a:pt x="246" y="1127"/>
                </a:lnTo>
                <a:lnTo>
                  <a:pt x="247" y="1124"/>
                </a:lnTo>
                <a:lnTo>
                  <a:pt x="247" y="1122"/>
                </a:lnTo>
                <a:lnTo>
                  <a:pt x="247" y="1121"/>
                </a:lnTo>
                <a:lnTo>
                  <a:pt x="248" y="1117"/>
                </a:lnTo>
                <a:lnTo>
                  <a:pt x="249" y="1115"/>
                </a:lnTo>
                <a:lnTo>
                  <a:pt x="249" y="1114"/>
                </a:lnTo>
                <a:lnTo>
                  <a:pt x="249" y="1113"/>
                </a:lnTo>
                <a:lnTo>
                  <a:pt x="249" y="1112"/>
                </a:lnTo>
                <a:lnTo>
                  <a:pt x="250" y="1112"/>
                </a:lnTo>
                <a:lnTo>
                  <a:pt x="251" y="1111"/>
                </a:lnTo>
                <a:lnTo>
                  <a:pt x="251" y="1110"/>
                </a:lnTo>
                <a:lnTo>
                  <a:pt x="252" y="1108"/>
                </a:lnTo>
                <a:lnTo>
                  <a:pt x="252" y="1106"/>
                </a:lnTo>
                <a:lnTo>
                  <a:pt x="252" y="1103"/>
                </a:lnTo>
                <a:lnTo>
                  <a:pt x="252" y="1101"/>
                </a:lnTo>
                <a:lnTo>
                  <a:pt x="252" y="1100"/>
                </a:lnTo>
                <a:lnTo>
                  <a:pt x="253" y="1100"/>
                </a:lnTo>
                <a:lnTo>
                  <a:pt x="253" y="1099"/>
                </a:lnTo>
                <a:lnTo>
                  <a:pt x="252" y="1098"/>
                </a:lnTo>
                <a:lnTo>
                  <a:pt x="252" y="1097"/>
                </a:lnTo>
                <a:lnTo>
                  <a:pt x="252" y="1096"/>
                </a:lnTo>
                <a:lnTo>
                  <a:pt x="253" y="1095"/>
                </a:lnTo>
                <a:lnTo>
                  <a:pt x="253" y="1094"/>
                </a:lnTo>
                <a:lnTo>
                  <a:pt x="252" y="1093"/>
                </a:lnTo>
                <a:lnTo>
                  <a:pt x="252" y="1089"/>
                </a:lnTo>
                <a:lnTo>
                  <a:pt x="253" y="1087"/>
                </a:lnTo>
                <a:lnTo>
                  <a:pt x="253" y="1085"/>
                </a:lnTo>
                <a:lnTo>
                  <a:pt x="252" y="1083"/>
                </a:lnTo>
                <a:lnTo>
                  <a:pt x="252" y="1082"/>
                </a:lnTo>
                <a:lnTo>
                  <a:pt x="252" y="1077"/>
                </a:lnTo>
                <a:lnTo>
                  <a:pt x="252" y="1075"/>
                </a:lnTo>
                <a:lnTo>
                  <a:pt x="251" y="1074"/>
                </a:lnTo>
                <a:lnTo>
                  <a:pt x="251" y="1073"/>
                </a:lnTo>
                <a:lnTo>
                  <a:pt x="252" y="1068"/>
                </a:lnTo>
                <a:lnTo>
                  <a:pt x="252" y="1067"/>
                </a:lnTo>
                <a:lnTo>
                  <a:pt x="252" y="1066"/>
                </a:lnTo>
                <a:lnTo>
                  <a:pt x="252" y="1064"/>
                </a:lnTo>
                <a:lnTo>
                  <a:pt x="252" y="1063"/>
                </a:lnTo>
                <a:lnTo>
                  <a:pt x="252" y="1062"/>
                </a:lnTo>
                <a:lnTo>
                  <a:pt x="252" y="1061"/>
                </a:lnTo>
                <a:lnTo>
                  <a:pt x="251" y="1061"/>
                </a:lnTo>
                <a:lnTo>
                  <a:pt x="251" y="1060"/>
                </a:lnTo>
                <a:lnTo>
                  <a:pt x="251" y="1059"/>
                </a:lnTo>
                <a:lnTo>
                  <a:pt x="252" y="1059"/>
                </a:lnTo>
                <a:lnTo>
                  <a:pt x="252" y="1058"/>
                </a:lnTo>
                <a:lnTo>
                  <a:pt x="252" y="1051"/>
                </a:lnTo>
                <a:lnTo>
                  <a:pt x="253" y="1050"/>
                </a:lnTo>
                <a:lnTo>
                  <a:pt x="253" y="1049"/>
                </a:lnTo>
                <a:lnTo>
                  <a:pt x="254" y="1048"/>
                </a:lnTo>
                <a:lnTo>
                  <a:pt x="254" y="1047"/>
                </a:lnTo>
                <a:lnTo>
                  <a:pt x="253" y="1046"/>
                </a:lnTo>
                <a:lnTo>
                  <a:pt x="253" y="1045"/>
                </a:lnTo>
                <a:lnTo>
                  <a:pt x="253" y="1044"/>
                </a:lnTo>
                <a:lnTo>
                  <a:pt x="253" y="1043"/>
                </a:lnTo>
                <a:lnTo>
                  <a:pt x="254" y="1042"/>
                </a:lnTo>
                <a:lnTo>
                  <a:pt x="254" y="1040"/>
                </a:lnTo>
                <a:lnTo>
                  <a:pt x="254" y="1039"/>
                </a:lnTo>
                <a:lnTo>
                  <a:pt x="253" y="1037"/>
                </a:lnTo>
                <a:lnTo>
                  <a:pt x="252" y="1037"/>
                </a:lnTo>
                <a:lnTo>
                  <a:pt x="250" y="1034"/>
                </a:lnTo>
                <a:lnTo>
                  <a:pt x="250" y="1033"/>
                </a:lnTo>
                <a:lnTo>
                  <a:pt x="251" y="1032"/>
                </a:lnTo>
                <a:lnTo>
                  <a:pt x="249" y="1029"/>
                </a:lnTo>
                <a:lnTo>
                  <a:pt x="248" y="1028"/>
                </a:lnTo>
                <a:lnTo>
                  <a:pt x="247" y="1028"/>
                </a:lnTo>
                <a:lnTo>
                  <a:pt x="247" y="1027"/>
                </a:lnTo>
                <a:lnTo>
                  <a:pt x="246" y="1027"/>
                </a:lnTo>
                <a:lnTo>
                  <a:pt x="246" y="1026"/>
                </a:lnTo>
                <a:lnTo>
                  <a:pt x="248" y="1023"/>
                </a:lnTo>
                <a:lnTo>
                  <a:pt x="247" y="1022"/>
                </a:lnTo>
                <a:lnTo>
                  <a:pt x="247" y="1021"/>
                </a:lnTo>
                <a:lnTo>
                  <a:pt x="246" y="1020"/>
                </a:lnTo>
                <a:lnTo>
                  <a:pt x="246" y="1011"/>
                </a:lnTo>
                <a:lnTo>
                  <a:pt x="246" y="1010"/>
                </a:lnTo>
                <a:lnTo>
                  <a:pt x="247" y="1009"/>
                </a:lnTo>
                <a:lnTo>
                  <a:pt x="246" y="1007"/>
                </a:lnTo>
                <a:lnTo>
                  <a:pt x="246" y="1003"/>
                </a:lnTo>
                <a:lnTo>
                  <a:pt x="246" y="1002"/>
                </a:lnTo>
                <a:lnTo>
                  <a:pt x="247" y="1002"/>
                </a:lnTo>
                <a:lnTo>
                  <a:pt x="247" y="1001"/>
                </a:lnTo>
                <a:lnTo>
                  <a:pt x="247" y="1000"/>
                </a:lnTo>
                <a:lnTo>
                  <a:pt x="246" y="998"/>
                </a:lnTo>
                <a:lnTo>
                  <a:pt x="247" y="998"/>
                </a:lnTo>
                <a:lnTo>
                  <a:pt x="247" y="997"/>
                </a:lnTo>
                <a:lnTo>
                  <a:pt x="247" y="996"/>
                </a:lnTo>
                <a:lnTo>
                  <a:pt x="246" y="995"/>
                </a:lnTo>
                <a:lnTo>
                  <a:pt x="246" y="994"/>
                </a:lnTo>
                <a:lnTo>
                  <a:pt x="246" y="992"/>
                </a:lnTo>
                <a:lnTo>
                  <a:pt x="247" y="991"/>
                </a:lnTo>
                <a:lnTo>
                  <a:pt x="247" y="990"/>
                </a:lnTo>
                <a:lnTo>
                  <a:pt x="247" y="989"/>
                </a:lnTo>
                <a:lnTo>
                  <a:pt x="246" y="988"/>
                </a:lnTo>
                <a:lnTo>
                  <a:pt x="246" y="984"/>
                </a:lnTo>
                <a:lnTo>
                  <a:pt x="245" y="980"/>
                </a:lnTo>
                <a:lnTo>
                  <a:pt x="245" y="979"/>
                </a:lnTo>
                <a:lnTo>
                  <a:pt x="246" y="976"/>
                </a:lnTo>
                <a:lnTo>
                  <a:pt x="246" y="975"/>
                </a:lnTo>
                <a:lnTo>
                  <a:pt x="246" y="972"/>
                </a:lnTo>
                <a:lnTo>
                  <a:pt x="246" y="971"/>
                </a:lnTo>
                <a:lnTo>
                  <a:pt x="245" y="971"/>
                </a:lnTo>
                <a:lnTo>
                  <a:pt x="245" y="970"/>
                </a:lnTo>
                <a:lnTo>
                  <a:pt x="244" y="968"/>
                </a:lnTo>
                <a:lnTo>
                  <a:pt x="244" y="967"/>
                </a:lnTo>
                <a:lnTo>
                  <a:pt x="243" y="966"/>
                </a:lnTo>
                <a:lnTo>
                  <a:pt x="243" y="965"/>
                </a:lnTo>
                <a:lnTo>
                  <a:pt x="242" y="964"/>
                </a:lnTo>
                <a:lnTo>
                  <a:pt x="240" y="963"/>
                </a:lnTo>
                <a:lnTo>
                  <a:pt x="240" y="961"/>
                </a:lnTo>
                <a:lnTo>
                  <a:pt x="240" y="960"/>
                </a:lnTo>
                <a:lnTo>
                  <a:pt x="240" y="958"/>
                </a:lnTo>
                <a:lnTo>
                  <a:pt x="239" y="956"/>
                </a:lnTo>
                <a:lnTo>
                  <a:pt x="238" y="955"/>
                </a:lnTo>
                <a:lnTo>
                  <a:pt x="238" y="954"/>
                </a:lnTo>
                <a:lnTo>
                  <a:pt x="238" y="953"/>
                </a:lnTo>
                <a:lnTo>
                  <a:pt x="239" y="953"/>
                </a:lnTo>
                <a:lnTo>
                  <a:pt x="238" y="953"/>
                </a:lnTo>
                <a:lnTo>
                  <a:pt x="237" y="952"/>
                </a:lnTo>
                <a:lnTo>
                  <a:pt x="237" y="951"/>
                </a:lnTo>
                <a:lnTo>
                  <a:pt x="237" y="949"/>
                </a:lnTo>
                <a:lnTo>
                  <a:pt x="238" y="947"/>
                </a:lnTo>
                <a:lnTo>
                  <a:pt x="239" y="946"/>
                </a:lnTo>
                <a:lnTo>
                  <a:pt x="239" y="944"/>
                </a:lnTo>
                <a:lnTo>
                  <a:pt x="239" y="943"/>
                </a:lnTo>
                <a:lnTo>
                  <a:pt x="239" y="938"/>
                </a:lnTo>
                <a:lnTo>
                  <a:pt x="239" y="936"/>
                </a:lnTo>
                <a:lnTo>
                  <a:pt x="240" y="936"/>
                </a:lnTo>
                <a:lnTo>
                  <a:pt x="241" y="935"/>
                </a:lnTo>
                <a:lnTo>
                  <a:pt x="241" y="934"/>
                </a:lnTo>
                <a:lnTo>
                  <a:pt x="241" y="933"/>
                </a:lnTo>
                <a:lnTo>
                  <a:pt x="241" y="932"/>
                </a:lnTo>
                <a:lnTo>
                  <a:pt x="242" y="928"/>
                </a:lnTo>
                <a:lnTo>
                  <a:pt x="242" y="927"/>
                </a:lnTo>
                <a:lnTo>
                  <a:pt x="243" y="927"/>
                </a:lnTo>
                <a:lnTo>
                  <a:pt x="243" y="926"/>
                </a:lnTo>
                <a:lnTo>
                  <a:pt x="243" y="925"/>
                </a:lnTo>
                <a:lnTo>
                  <a:pt x="243" y="923"/>
                </a:lnTo>
                <a:lnTo>
                  <a:pt x="243" y="920"/>
                </a:lnTo>
                <a:lnTo>
                  <a:pt x="243" y="919"/>
                </a:lnTo>
                <a:lnTo>
                  <a:pt x="244" y="918"/>
                </a:lnTo>
                <a:lnTo>
                  <a:pt x="245" y="917"/>
                </a:lnTo>
                <a:lnTo>
                  <a:pt x="245" y="916"/>
                </a:lnTo>
                <a:lnTo>
                  <a:pt x="245" y="913"/>
                </a:lnTo>
                <a:lnTo>
                  <a:pt x="246" y="912"/>
                </a:lnTo>
                <a:lnTo>
                  <a:pt x="247" y="912"/>
                </a:lnTo>
                <a:lnTo>
                  <a:pt x="247" y="911"/>
                </a:lnTo>
                <a:lnTo>
                  <a:pt x="247" y="910"/>
                </a:lnTo>
                <a:lnTo>
                  <a:pt x="248" y="909"/>
                </a:lnTo>
                <a:lnTo>
                  <a:pt x="248" y="908"/>
                </a:lnTo>
                <a:lnTo>
                  <a:pt x="248" y="907"/>
                </a:lnTo>
                <a:lnTo>
                  <a:pt x="249" y="906"/>
                </a:lnTo>
                <a:lnTo>
                  <a:pt x="250" y="905"/>
                </a:lnTo>
                <a:lnTo>
                  <a:pt x="251" y="904"/>
                </a:lnTo>
                <a:lnTo>
                  <a:pt x="251" y="903"/>
                </a:lnTo>
                <a:lnTo>
                  <a:pt x="251" y="902"/>
                </a:lnTo>
                <a:lnTo>
                  <a:pt x="252" y="901"/>
                </a:lnTo>
                <a:lnTo>
                  <a:pt x="252" y="899"/>
                </a:lnTo>
                <a:lnTo>
                  <a:pt x="252" y="898"/>
                </a:lnTo>
                <a:lnTo>
                  <a:pt x="253" y="898"/>
                </a:lnTo>
                <a:lnTo>
                  <a:pt x="254" y="898"/>
                </a:lnTo>
                <a:lnTo>
                  <a:pt x="254" y="897"/>
                </a:lnTo>
                <a:lnTo>
                  <a:pt x="254" y="896"/>
                </a:lnTo>
                <a:lnTo>
                  <a:pt x="253" y="896"/>
                </a:lnTo>
                <a:lnTo>
                  <a:pt x="252" y="896"/>
                </a:lnTo>
                <a:lnTo>
                  <a:pt x="251" y="895"/>
                </a:lnTo>
                <a:lnTo>
                  <a:pt x="251" y="894"/>
                </a:lnTo>
                <a:lnTo>
                  <a:pt x="251" y="893"/>
                </a:lnTo>
                <a:lnTo>
                  <a:pt x="251" y="892"/>
                </a:lnTo>
                <a:lnTo>
                  <a:pt x="252" y="891"/>
                </a:lnTo>
                <a:lnTo>
                  <a:pt x="250" y="883"/>
                </a:lnTo>
                <a:lnTo>
                  <a:pt x="250" y="882"/>
                </a:lnTo>
                <a:lnTo>
                  <a:pt x="251" y="874"/>
                </a:lnTo>
                <a:lnTo>
                  <a:pt x="250" y="873"/>
                </a:lnTo>
                <a:lnTo>
                  <a:pt x="250" y="872"/>
                </a:lnTo>
                <a:lnTo>
                  <a:pt x="250" y="871"/>
                </a:lnTo>
                <a:lnTo>
                  <a:pt x="250" y="870"/>
                </a:lnTo>
                <a:lnTo>
                  <a:pt x="251" y="869"/>
                </a:lnTo>
                <a:lnTo>
                  <a:pt x="252" y="866"/>
                </a:lnTo>
                <a:lnTo>
                  <a:pt x="251" y="865"/>
                </a:lnTo>
                <a:lnTo>
                  <a:pt x="250" y="864"/>
                </a:lnTo>
                <a:lnTo>
                  <a:pt x="250" y="863"/>
                </a:lnTo>
                <a:lnTo>
                  <a:pt x="249" y="862"/>
                </a:lnTo>
                <a:lnTo>
                  <a:pt x="249" y="861"/>
                </a:lnTo>
                <a:lnTo>
                  <a:pt x="248" y="860"/>
                </a:lnTo>
                <a:lnTo>
                  <a:pt x="247" y="858"/>
                </a:lnTo>
                <a:lnTo>
                  <a:pt x="246" y="858"/>
                </a:lnTo>
                <a:lnTo>
                  <a:pt x="246" y="857"/>
                </a:lnTo>
                <a:lnTo>
                  <a:pt x="246" y="856"/>
                </a:lnTo>
                <a:lnTo>
                  <a:pt x="247" y="854"/>
                </a:lnTo>
                <a:lnTo>
                  <a:pt x="246" y="852"/>
                </a:lnTo>
                <a:lnTo>
                  <a:pt x="246" y="851"/>
                </a:lnTo>
                <a:lnTo>
                  <a:pt x="245" y="851"/>
                </a:lnTo>
                <a:lnTo>
                  <a:pt x="244" y="851"/>
                </a:lnTo>
                <a:lnTo>
                  <a:pt x="243" y="850"/>
                </a:lnTo>
                <a:lnTo>
                  <a:pt x="242" y="849"/>
                </a:lnTo>
                <a:lnTo>
                  <a:pt x="243" y="847"/>
                </a:lnTo>
                <a:lnTo>
                  <a:pt x="243" y="846"/>
                </a:lnTo>
                <a:lnTo>
                  <a:pt x="242" y="846"/>
                </a:lnTo>
                <a:lnTo>
                  <a:pt x="242" y="845"/>
                </a:lnTo>
                <a:lnTo>
                  <a:pt x="242" y="844"/>
                </a:lnTo>
                <a:lnTo>
                  <a:pt x="242" y="842"/>
                </a:lnTo>
                <a:lnTo>
                  <a:pt x="243" y="841"/>
                </a:lnTo>
                <a:lnTo>
                  <a:pt x="243" y="840"/>
                </a:lnTo>
                <a:lnTo>
                  <a:pt x="244" y="839"/>
                </a:lnTo>
                <a:lnTo>
                  <a:pt x="244" y="838"/>
                </a:lnTo>
                <a:lnTo>
                  <a:pt x="244" y="837"/>
                </a:lnTo>
                <a:lnTo>
                  <a:pt x="242" y="835"/>
                </a:lnTo>
                <a:lnTo>
                  <a:pt x="241" y="834"/>
                </a:lnTo>
                <a:lnTo>
                  <a:pt x="241" y="833"/>
                </a:lnTo>
                <a:lnTo>
                  <a:pt x="241" y="829"/>
                </a:lnTo>
                <a:lnTo>
                  <a:pt x="241" y="828"/>
                </a:lnTo>
                <a:lnTo>
                  <a:pt x="242" y="827"/>
                </a:lnTo>
                <a:lnTo>
                  <a:pt x="243" y="826"/>
                </a:lnTo>
                <a:lnTo>
                  <a:pt x="243" y="825"/>
                </a:lnTo>
                <a:lnTo>
                  <a:pt x="244" y="825"/>
                </a:lnTo>
                <a:lnTo>
                  <a:pt x="244" y="824"/>
                </a:lnTo>
                <a:lnTo>
                  <a:pt x="243" y="823"/>
                </a:lnTo>
                <a:lnTo>
                  <a:pt x="243" y="822"/>
                </a:lnTo>
                <a:lnTo>
                  <a:pt x="243" y="821"/>
                </a:lnTo>
                <a:lnTo>
                  <a:pt x="243" y="820"/>
                </a:lnTo>
                <a:lnTo>
                  <a:pt x="243" y="819"/>
                </a:lnTo>
                <a:lnTo>
                  <a:pt x="243" y="818"/>
                </a:lnTo>
                <a:lnTo>
                  <a:pt x="244" y="816"/>
                </a:lnTo>
                <a:lnTo>
                  <a:pt x="243" y="815"/>
                </a:lnTo>
                <a:lnTo>
                  <a:pt x="242" y="813"/>
                </a:lnTo>
                <a:lnTo>
                  <a:pt x="241" y="812"/>
                </a:lnTo>
                <a:lnTo>
                  <a:pt x="242" y="811"/>
                </a:lnTo>
                <a:lnTo>
                  <a:pt x="242" y="810"/>
                </a:lnTo>
                <a:lnTo>
                  <a:pt x="243" y="809"/>
                </a:lnTo>
                <a:lnTo>
                  <a:pt x="243" y="808"/>
                </a:lnTo>
                <a:lnTo>
                  <a:pt x="242" y="808"/>
                </a:lnTo>
                <a:lnTo>
                  <a:pt x="242" y="807"/>
                </a:lnTo>
                <a:lnTo>
                  <a:pt x="242" y="806"/>
                </a:lnTo>
                <a:lnTo>
                  <a:pt x="242" y="805"/>
                </a:lnTo>
                <a:lnTo>
                  <a:pt x="242" y="804"/>
                </a:lnTo>
                <a:lnTo>
                  <a:pt x="243" y="803"/>
                </a:lnTo>
                <a:lnTo>
                  <a:pt x="243" y="801"/>
                </a:lnTo>
                <a:lnTo>
                  <a:pt x="243" y="799"/>
                </a:lnTo>
                <a:lnTo>
                  <a:pt x="242" y="797"/>
                </a:lnTo>
                <a:lnTo>
                  <a:pt x="242" y="794"/>
                </a:lnTo>
                <a:lnTo>
                  <a:pt x="242" y="793"/>
                </a:lnTo>
                <a:lnTo>
                  <a:pt x="242" y="792"/>
                </a:lnTo>
                <a:lnTo>
                  <a:pt x="242" y="791"/>
                </a:lnTo>
                <a:lnTo>
                  <a:pt x="242" y="788"/>
                </a:lnTo>
                <a:lnTo>
                  <a:pt x="239" y="783"/>
                </a:lnTo>
                <a:lnTo>
                  <a:pt x="239" y="782"/>
                </a:lnTo>
                <a:lnTo>
                  <a:pt x="239" y="780"/>
                </a:lnTo>
                <a:lnTo>
                  <a:pt x="239" y="779"/>
                </a:lnTo>
                <a:lnTo>
                  <a:pt x="240" y="778"/>
                </a:lnTo>
                <a:lnTo>
                  <a:pt x="239" y="777"/>
                </a:lnTo>
                <a:lnTo>
                  <a:pt x="238" y="776"/>
                </a:lnTo>
                <a:lnTo>
                  <a:pt x="238" y="774"/>
                </a:lnTo>
                <a:lnTo>
                  <a:pt x="237" y="772"/>
                </a:lnTo>
                <a:lnTo>
                  <a:pt x="238" y="772"/>
                </a:lnTo>
                <a:lnTo>
                  <a:pt x="238" y="771"/>
                </a:lnTo>
                <a:lnTo>
                  <a:pt x="238" y="770"/>
                </a:lnTo>
                <a:lnTo>
                  <a:pt x="239" y="770"/>
                </a:lnTo>
                <a:lnTo>
                  <a:pt x="239" y="768"/>
                </a:lnTo>
                <a:lnTo>
                  <a:pt x="237" y="767"/>
                </a:lnTo>
                <a:lnTo>
                  <a:pt x="237" y="765"/>
                </a:lnTo>
                <a:lnTo>
                  <a:pt x="237" y="764"/>
                </a:lnTo>
                <a:lnTo>
                  <a:pt x="237" y="763"/>
                </a:lnTo>
                <a:lnTo>
                  <a:pt x="239" y="762"/>
                </a:lnTo>
                <a:lnTo>
                  <a:pt x="239" y="761"/>
                </a:lnTo>
                <a:lnTo>
                  <a:pt x="240" y="760"/>
                </a:lnTo>
                <a:lnTo>
                  <a:pt x="240" y="759"/>
                </a:lnTo>
                <a:lnTo>
                  <a:pt x="240" y="758"/>
                </a:lnTo>
                <a:lnTo>
                  <a:pt x="239" y="757"/>
                </a:lnTo>
                <a:lnTo>
                  <a:pt x="238" y="757"/>
                </a:lnTo>
                <a:lnTo>
                  <a:pt x="237" y="756"/>
                </a:lnTo>
                <a:lnTo>
                  <a:pt x="237" y="755"/>
                </a:lnTo>
                <a:lnTo>
                  <a:pt x="237" y="754"/>
                </a:lnTo>
                <a:lnTo>
                  <a:pt x="237" y="753"/>
                </a:lnTo>
                <a:lnTo>
                  <a:pt x="238" y="752"/>
                </a:lnTo>
                <a:lnTo>
                  <a:pt x="238" y="749"/>
                </a:lnTo>
                <a:lnTo>
                  <a:pt x="237" y="749"/>
                </a:lnTo>
                <a:lnTo>
                  <a:pt x="236" y="747"/>
                </a:lnTo>
                <a:lnTo>
                  <a:pt x="236" y="746"/>
                </a:lnTo>
                <a:lnTo>
                  <a:pt x="236" y="745"/>
                </a:lnTo>
                <a:lnTo>
                  <a:pt x="236" y="744"/>
                </a:lnTo>
                <a:lnTo>
                  <a:pt x="235" y="740"/>
                </a:lnTo>
                <a:lnTo>
                  <a:pt x="235" y="739"/>
                </a:lnTo>
                <a:lnTo>
                  <a:pt x="235" y="738"/>
                </a:lnTo>
                <a:lnTo>
                  <a:pt x="235" y="737"/>
                </a:lnTo>
                <a:lnTo>
                  <a:pt x="238" y="736"/>
                </a:lnTo>
                <a:lnTo>
                  <a:pt x="239" y="736"/>
                </a:lnTo>
                <a:lnTo>
                  <a:pt x="240" y="736"/>
                </a:lnTo>
                <a:lnTo>
                  <a:pt x="240" y="735"/>
                </a:lnTo>
                <a:lnTo>
                  <a:pt x="241" y="735"/>
                </a:lnTo>
                <a:lnTo>
                  <a:pt x="241" y="734"/>
                </a:lnTo>
                <a:lnTo>
                  <a:pt x="241" y="733"/>
                </a:lnTo>
                <a:lnTo>
                  <a:pt x="242" y="733"/>
                </a:lnTo>
                <a:lnTo>
                  <a:pt x="243" y="733"/>
                </a:lnTo>
                <a:lnTo>
                  <a:pt x="244" y="733"/>
                </a:lnTo>
                <a:lnTo>
                  <a:pt x="245" y="732"/>
                </a:lnTo>
                <a:lnTo>
                  <a:pt x="246" y="731"/>
                </a:lnTo>
                <a:lnTo>
                  <a:pt x="246" y="730"/>
                </a:lnTo>
                <a:lnTo>
                  <a:pt x="246" y="729"/>
                </a:lnTo>
                <a:lnTo>
                  <a:pt x="245" y="728"/>
                </a:lnTo>
                <a:lnTo>
                  <a:pt x="245" y="725"/>
                </a:lnTo>
                <a:lnTo>
                  <a:pt x="245" y="724"/>
                </a:lnTo>
                <a:lnTo>
                  <a:pt x="244" y="723"/>
                </a:lnTo>
                <a:lnTo>
                  <a:pt x="240" y="721"/>
                </a:lnTo>
                <a:lnTo>
                  <a:pt x="238" y="720"/>
                </a:lnTo>
                <a:lnTo>
                  <a:pt x="237" y="720"/>
                </a:lnTo>
                <a:lnTo>
                  <a:pt x="236" y="719"/>
                </a:lnTo>
                <a:lnTo>
                  <a:pt x="235" y="719"/>
                </a:lnTo>
                <a:lnTo>
                  <a:pt x="235" y="717"/>
                </a:lnTo>
                <a:lnTo>
                  <a:pt x="234" y="716"/>
                </a:lnTo>
                <a:lnTo>
                  <a:pt x="233" y="716"/>
                </a:lnTo>
                <a:lnTo>
                  <a:pt x="232" y="715"/>
                </a:lnTo>
                <a:lnTo>
                  <a:pt x="232" y="713"/>
                </a:lnTo>
                <a:lnTo>
                  <a:pt x="232" y="712"/>
                </a:lnTo>
                <a:lnTo>
                  <a:pt x="232" y="711"/>
                </a:lnTo>
                <a:lnTo>
                  <a:pt x="231" y="710"/>
                </a:lnTo>
                <a:lnTo>
                  <a:pt x="229" y="710"/>
                </a:lnTo>
                <a:lnTo>
                  <a:pt x="228" y="709"/>
                </a:lnTo>
                <a:lnTo>
                  <a:pt x="228" y="707"/>
                </a:lnTo>
                <a:lnTo>
                  <a:pt x="228" y="706"/>
                </a:lnTo>
                <a:lnTo>
                  <a:pt x="227" y="705"/>
                </a:lnTo>
                <a:lnTo>
                  <a:pt x="225" y="703"/>
                </a:lnTo>
                <a:lnTo>
                  <a:pt x="221" y="700"/>
                </a:lnTo>
                <a:lnTo>
                  <a:pt x="220" y="699"/>
                </a:lnTo>
                <a:lnTo>
                  <a:pt x="219" y="699"/>
                </a:lnTo>
                <a:lnTo>
                  <a:pt x="219" y="698"/>
                </a:lnTo>
                <a:lnTo>
                  <a:pt x="218" y="697"/>
                </a:lnTo>
                <a:lnTo>
                  <a:pt x="216" y="695"/>
                </a:lnTo>
                <a:lnTo>
                  <a:pt x="216" y="694"/>
                </a:lnTo>
                <a:lnTo>
                  <a:pt x="216" y="693"/>
                </a:lnTo>
                <a:lnTo>
                  <a:pt x="215" y="693"/>
                </a:lnTo>
                <a:lnTo>
                  <a:pt x="215" y="692"/>
                </a:lnTo>
                <a:lnTo>
                  <a:pt x="216" y="689"/>
                </a:lnTo>
                <a:lnTo>
                  <a:pt x="217" y="688"/>
                </a:lnTo>
                <a:lnTo>
                  <a:pt x="217" y="687"/>
                </a:lnTo>
                <a:lnTo>
                  <a:pt x="218" y="687"/>
                </a:lnTo>
                <a:lnTo>
                  <a:pt x="218" y="686"/>
                </a:lnTo>
                <a:lnTo>
                  <a:pt x="219" y="685"/>
                </a:lnTo>
                <a:lnTo>
                  <a:pt x="220" y="683"/>
                </a:lnTo>
                <a:lnTo>
                  <a:pt x="220" y="682"/>
                </a:lnTo>
                <a:lnTo>
                  <a:pt x="220" y="680"/>
                </a:lnTo>
                <a:lnTo>
                  <a:pt x="221" y="679"/>
                </a:lnTo>
                <a:lnTo>
                  <a:pt x="222" y="678"/>
                </a:lnTo>
                <a:lnTo>
                  <a:pt x="222" y="676"/>
                </a:lnTo>
                <a:lnTo>
                  <a:pt x="222" y="675"/>
                </a:lnTo>
                <a:lnTo>
                  <a:pt x="220" y="671"/>
                </a:lnTo>
                <a:lnTo>
                  <a:pt x="218" y="670"/>
                </a:lnTo>
                <a:lnTo>
                  <a:pt x="217" y="667"/>
                </a:lnTo>
                <a:lnTo>
                  <a:pt x="216" y="667"/>
                </a:lnTo>
                <a:lnTo>
                  <a:pt x="215" y="666"/>
                </a:lnTo>
                <a:lnTo>
                  <a:pt x="214" y="666"/>
                </a:lnTo>
                <a:lnTo>
                  <a:pt x="210" y="663"/>
                </a:lnTo>
                <a:lnTo>
                  <a:pt x="210" y="662"/>
                </a:lnTo>
                <a:lnTo>
                  <a:pt x="210" y="661"/>
                </a:lnTo>
                <a:lnTo>
                  <a:pt x="210" y="660"/>
                </a:lnTo>
                <a:lnTo>
                  <a:pt x="210" y="659"/>
                </a:lnTo>
                <a:lnTo>
                  <a:pt x="209" y="658"/>
                </a:lnTo>
                <a:lnTo>
                  <a:pt x="207" y="656"/>
                </a:lnTo>
                <a:lnTo>
                  <a:pt x="207" y="648"/>
                </a:lnTo>
                <a:lnTo>
                  <a:pt x="205" y="647"/>
                </a:lnTo>
                <a:lnTo>
                  <a:pt x="204" y="645"/>
                </a:lnTo>
                <a:lnTo>
                  <a:pt x="203" y="645"/>
                </a:lnTo>
                <a:lnTo>
                  <a:pt x="202" y="643"/>
                </a:lnTo>
                <a:lnTo>
                  <a:pt x="201" y="642"/>
                </a:lnTo>
                <a:lnTo>
                  <a:pt x="200" y="640"/>
                </a:lnTo>
                <a:lnTo>
                  <a:pt x="199" y="639"/>
                </a:lnTo>
                <a:lnTo>
                  <a:pt x="197" y="637"/>
                </a:lnTo>
                <a:lnTo>
                  <a:pt x="196" y="637"/>
                </a:lnTo>
                <a:lnTo>
                  <a:pt x="196" y="636"/>
                </a:lnTo>
                <a:lnTo>
                  <a:pt x="196" y="635"/>
                </a:lnTo>
                <a:lnTo>
                  <a:pt x="195" y="635"/>
                </a:lnTo>
                <a:lnTo>
                  <a:pt x="193" y="635"/>
                </a:lnTo>
                <a:lnTo>
                  <a:pt x="192" y="635"/>
                </a:lnTo>
                <a:lnTo>
                  <a:pt x="191" y="634"/>
                </a:lnTo>
                <a:lnTo>
                  <a:pt x="189" y="633"/>
                </a:lnTo>
                <a:lnTo>
                  <a:pt x="189" y="632"/>
                </a:lnTo>
                <a:lnTo>
                  <a:pt x="190" y="632"/>
                </a:lnTo>
                <a:lnTo>
                  <a:pt x="191" y="631"/>
                </a:lnTo>
                <a:lnTo>
                  <a:pt x="192" y="630"/>
                </a:lnTo>
                <a:lnTo>
                  <a:pt x="193" y="628"/>
                </a:lnTo>
                <a:lnTo>
                  <a:pt x="193" y="626"/>
                </a:lnTo>
                <a:lnTo>
                  <a:pt x="193" y="625"/>
                </a:lnTo>
                <a:lnTo>
                  <a:pt x="192" y="625"/>
                </a:lnTo>
                <a:lnTo>
                  <a:pt x="192" y="624"/>
                </a:lnTo>
                <a:lnTo>
                  <a:pt x="191" y="624"/>
                </a:lnTo>
                <a:lnTo>
                  <a:pt x="190" y="624"/>
                </a:lnTo>
                <a:lnTo>
                  <a:pt x="190" y="623"/>
                </a:lnTo>
                <a:lnTo>
                  <a:pt x="190" y="619"/>
                </a:lnTo>
                <a:lnTo>
                  <a:pt x="191" y="616"/>
                </a:lnTo>
                <a:lnTo>
                  <a:pt x="191" y="615"/>
                </a:lnTo>
                <a:lnTo>
                  <a:pt x="193" y="612"/>
                </a:lnTo>
                <a:lnTo>
                  <a:pt x="193" y="608"/>
                </a:lnTo>
                <a:lnTo>
                  <a:pt x="194" y="608"/>
                </a:lnTo>
                <a:lnTo>
                  <a:pt x="195" y="606"/>
                </a:lnTo>
                <a:lnTo>
                  <a:pt x="195" y="605"/>
                </a:lnTo>
                <a:lnTo>
                  <a:pt x="196" y="603"/>
                </a:lnTo>
                <a:lnTo>
                  <a:pt x="197" y="603"/>
                </a:lnTo>
                <a:lnTo>
                  <a:pt x="197" y="602"/>
                </a:lnTo>
                <a:lnTo>
                  <a:pt x="198" y="602"/>
                </a:lnTo>
                <a:lnTo>
                  <a:pt x="199" y="602"/>
                </a:lnTo>
                <a:lnTo>
                  <a:pt x="202" y="602"/>
                </a:lnTo>
                <a:lnTo>
                  <a:pt x="204" y="603"/>
                </a:lnTo>
                <a:lnTo>
                  <a:pt x="206" y="604"/>
                </a:lnTo>
                <a:lnTo>
                  <a:pt x="207" y="604"/>
                </a:lnTo>
                <a:lnTo>
                  <a:pt x="208" y="606"/>
                </a:lnTo>
                <a:lnTo>
                  <a:pt x="209" y="608"/>
                </a:lnTo>
                <a:lnTo>
                  <a:pt x="210" y="610"/>
                </a:lnTo>
                <a:lnTo>
                  <a:pt x="212" y="612"/>
                </a:lnTo>
                <a:lnTo>
                  <a:pt x="213" y="613"/>
                </a:lnTo>
                <a:lnTo>
                  <a:pt x="213" y="614"/>
                </a:lnTo>
                <a:lnTo>
                  <a:pt x="213" y="615"/>
                </a:lnTo>
                <a:lnTo>
                  <a:pt x="214" y="616"/>
                </a:lnTo>
                <a:lnTo>
                  <a:pt x="214" y="618"/>
                </a:lnTo>
                <a:lnTo>
                  <a:pt x="215" y="618"/>
                </a:lnTo>
                <a:lnTo>
                  <a:pt x="215" y="619"/>
                </a:lnTo>
                <a:lnTo>
                  <a:pt x="217" y="620"/>
                </a:lnTo>
                <a:lnTo>
                  <a:pt x="219" y="622"/>
                </a:lnTo>
                <a:lnTo>
                  <a:pt x="220" y="622"/>
                </a:lnTo>
                <a:lnTo>
                  <a:pt x="221" y="621"/>
                </a:lnTo>
                <a:lnTo>
                  <a:pt x="221" y="620"/>
                </a:lnTo>
                <a:lnTo>
                  <a:pt x="223" y="619"/>
                </a:lnTo>
                <a:lnTo>
                  <a:pt x="224" y="617"/>
                </a:lnTo>
                <a:lnTo>
                  <a:pt x="225" y="616"/>
                </a:lnTo>
                <a:lnTo>
                  <a:pt x="226" y="615"/>
                </a:lnTo>
                <a:lnTo>
                  <a:pt x="226" y="614"/>
                </a:lnTo>
                <a:lnTo>
                  <a:pt x="226" y="611"/>
                </a:lnTo>
                <a:lnTo>
                  <a:pt x="227" y="610"/>
                </a:lnTo>
                <a:lnTo>
                  <a:pt x="227" y="609"/>
                </a:lnTo>
                <a:lnTo>
                  <a:pt x="228" y="608"/>
                </a:lnTo>
                <a:lnTo>
                  <a:pt x="229" y="608"/>
                </a:lnTo>
                <a:lnTo>
                  <a:pt x="231" y="607"/>
                </a:lnTo>
                <a:lnTo>
                  <a:pt x="231" y="605"/>
                </a:lnTo>
                <a:lnTo>
                  <a:pt x="233" y="604"/>
                </a:lnTo>
                <a:lnTo>
                  <a:pt x="234" y="604"/>
                </a:lnTo>
                <a:lnTo>
                  <a:pt x="235" y="604"/>
                </a:lnTo>
                <a:lnTo>
                  <a:pt x="236" y="603"/>
                </a:lnTo>
                <a:lnTo>
                  <a:pt x="236" y="602"/>
                </a:lnTo>
                <a:lnTo>
                  <a:pt x="237" y="601"/>
                </a:lnTo>
                <a:lnTo>
                  <a:pt x="237" y="600"/>
                </a:lnTo>
                <a:lnTo>
                  <a:pt x="240" y="599"/>
                </a:lnTo>
                <a:lnTo>
                  <a:pt x="240" y="598"/>
                </a:lnTo>
                <a:lnTo>
                  <a:pt x="240" y="597"/>
                </a:lnTo>
                <a:lnTo>
                  <a:pt x="239" y="596"/>
                </a:lnTo>
                <a:lnTo>
                  <a:pt x="239" y="594"/>
                </a:lnTo>
                <a:lnTo>
                  <a:pt x="238" y="593"/>
                </a:lnTo>
                <a:lnTo>
                  <a:pt x="237" y="592"/>
                </a:lnTo>
                <a:lnTo>
                  <a:pt x="237" y="591"/>
                </a:lnTo>
                <a:lnTo>
                  <a:pt x="236" y="591"/>
                </a:lnTo>
                <a:lnTo>
                  <a:pt x="236" y="590"/>
                </a:lnTo>
                <a:lnTo>
                  <a:pt x="235" y="590"/>
                </a:lnTo>
                <a:lnTo>
                  <a:pt x="234" y="589"/>
                </a:lnTo>
                <a:lnTo>
                  <a:pt x="234" y="588"/>
                </a:lnTo>
                <a:lnTo>
                  <a:pt x="234" y="587"/>
                </a:lnTo>
                <a:lnTo>
                  <a:pt x="234" y="586"/>
                </a:lnTo>
                <a:lnTo>
                  <a:pt x="234" y="585"/>
                </a:lnTo>
                <a:lnTo>
                  <a:pt x="233" y="584"/>
                </a:lnTo>
                <a:lnTo>
                  <a:pt x="232" y="584"/>
                </a:lnTo>
                <a:lnTo>
                  <a:pt x="231" y="583"/>
                </a:lnTo>
                <a:lnTo>
                  <a:pt x="229" y="582"/>
                </a:lnTo>
                <a:lnTo>
                  <a:pt x="226" y="579"/>
                </a:lnTo>
                <a:lnTo>
                  <a:pt x="226" y="578"/>
                </a:lnTo>
                <a:lnTo>
                  <a:pt x="226" y="577"/>
                </a:lnTo>
                <a:lnTo>
                  <a:pt x="225" y="577"/>
                </a:lnTo>
                <a:lnTo>
                  <a:pt x="225" y="576"/>
                </a:lnTo>
                <a:lnTo>
                  <a:pt x="220" y="573"/>
                </a:lnTo>
                <a:lnTo>
                  <a:pt x="218" y="572"/>
                </a:lnTo>
                <a:lnTo>
                  <a:pt x="212" y="566"/>
                </a:lnTo>
                <a:lnTo>
                  <a:pt x="211" y="564"/>
                </a:lnTo>
                <a:lnTo>
                  <a:pt x="210" y="564"/>
                </a:lnTo>
                <a:lnTo>
                  <a:pt x="210" y="563"/>
                </a:lnTo>
                <a:lnTo>
                  <a:pt x="210" y="562"/>
                </a:lnTo>
                <a:lnTo>
                  <a:pt x="210" y="561"/>
                </a:lnTo>
                <a:lnTo>
                  <a:pt x="208" y="559"/>
                </a:lnTo>
                <a:lnTo>
                  <a:pt x="204" y="555"/>
                </a:lnTo>
                <a:lnTo>
                  <a:pt x="203" y="555"/>
                </a:lnTo>
                <a:lnTo>
                  <a:pt x="202" y="553"/>
                </a:lnTo>
                <a:lnTo>
                  <a:pt x="201" y="552"/>
                </a:lnTo>
                <a:lnTo>
                  <a:pt x="201" y="551"/>
                </a:lnTo>
                <a:lnTo>
                  <a:pt x="200" y="550"/>
                </a:lnTo>
                <a:lnTo>
                  <a:pt x="199" y="550"/>
                </a:lnTo>
                <a:lnTo>
                  <a:pt x="198" y="550"/>
                </a:lnTo>
                <a:lnTo>
                  <a:pt x="197" y="550"/>
                </a:lnTo>
                <a:lnTo>
                  <a:pt x="197" y="549"/>
                </a:lnTo>
                <a:lnTo>
                  <a:pt x="197" y="548"/>
                </a:lnTo>
                <a:lnTo>
                  <a:pt x="195" y="546"/>
                </a:lnTo>
                <a:lnTo>
                  <a:pt x="194" y="545"/>
                </a:lnTo>
                <a:lnTo>
                  <a:pt x="194" y="544"/>
                </a:lnTo>
                <a:lnTo>
                  <a:pt x="193" y="543"/>
                </a:lnTo>
                <a:lnTo>
                  <a:pt x="192" y="542"/>
                </a:lnTo>
                <a:lnTo>
                  <a:pt x="192" y="541"/>
                </a:lnTo>
                <a:lnTo>
                  <a:pt x="192" y="540"/>
                </a:lnTo>
                <a:lnTo>
                  <a:pt x="191" y="540"/>
                </a:lnTo>
                <a:lnTo>
                  <a:pt x="191" y="539"/>
                </a:lnTo>
                <a:lnTo>
                  <a:pt x="189" y="538"/>
                </a:lnTo>
                <a:lnTo>
                  <a:pt x="187" y="536"/>
                </a:lnTo>
                <a:lnTo>
                  <a:pt x="187" y="535"/>
                </a:lnTo>
                <a:lnTo>
                  <a:pt x="188" y="533"/>
                </a:lnTo>
                <a:lnTo>
                  <a:pt x="188" y="532"/>
                </a:lnTo>
                <a:lnTo>
                  <a:pt x="188" y="531"/>
                </a:lnTo>
                <a:lnTo>
                  <a:pt x="186" y="530"/>
                </a:lnTo>
                <a:lnTo>
                  <a:pt x="187" y="530"/>
                </a:lnTo>
                <a:lnTo>
                  <a:pt x="188" y="529"/>
                </a:lnTo>
                <a:lnTo>
                  <a:pt x="187" y="528"/>
                </a:lnTo>
                <a:lnTo>
                  <a:pt x="186" y="527"/>
                </a:lnTo>
                <a:lnTo>
                  <a:pt x="186" y="525"/>
                </a:lnTo>
                <a:lnTo>
                  <a:pt x="187" y="524"/>
                </a:lnTo>
                <a:lnTo>
                  <a:pt x="187" y="523"/>
                </a:lnTo>
                <a:lnTo>
                  <a:pt x="186" y="523"/>
                </a:lnTo>
                <a:lnTo>
                  <a:pt x="185" y="523"/>
                </a:lnTo>
                <a:lnTo>
                  <a:pt x="182" y="523"/>
                </a:lnTo>
                <a:lnTo>
                  <a:pt x="182" y="522"/>
                </a:lnTo>
                <a:lnTo>
                  <a:pt x="181" y="518"/>
                </a:lnTo>
                <a:lnTo>
                  <a:pt x="180" y="514"/>
                </a:lnTo>
                <a:lnTo>
                  <a:pt x="178" y="511"/>
                </a:lnTo>
                <a:lnTo>
                  <a:pt x="176" y="509"/>
                </a:lnTo>
                <a:lnTo>
                  <a:pt x="174" y="509"/>
                </a:lnTo>
                <a:lnTo>
                  <a:pt x="173" y="509"/>
                </a:lnTo>
                <a:lnTo>
                  <a:pt x="172" y="507"/>
                </a:lnTo>
                <a:lnTo>
                  <a:pt x="173" y="506"/>
                </a:lnTo>
                <a:lnTo>
                  <a:pt x="173" y="505"/>
                </a:lnTo>
                <a:lnTo>
                  <a:pt x="172" y="504"/>
                </a:lnTo>
                <a:lnTo>
                  <a:pt x="171" y="504"/>
                </a:lnTo>
                <a:lnTo>
                  <a:pt x="171" y="503"/>
                </a:lnTo>
                <a:lnTo>
                  <a:pt x="170" y="503"/>
                </a:lnTo>
                <a:lnTo>
                  <a:pt x="170" y="502"/>
                </a:lnTo>
                <a:lnTo>
                  <a:pt x="169" y="501"/>
                </a:lnTo>
                <a:lnTo>
                  <a:pt x="170" y="500"/>
                </a:lnTo>
                <a:lnTo>
                  <a:pt x="170" y="499"/>
                </a:lnTo>
                <a:lnTo>
                  <a:pt x="168" y="498"/>
                </a:lnTo>
                <a:lnTo>
                  <a:pt x="167" y="498"/>
                </a:lnTo>
                <a:lnTo>
                  <a:pt x="166" y="498"/>
                </a:lnTo>
                <a:lnTo>
                  <a:pt x="165" y="497"/>
                </a:lnTo>
                <a:lnTo>
                  <a:pt x="166" y="495"/>
                </a:lnTo>
                <a:lnTo>
                  <a:pt x="166" y="494"/>
                </a:lnTo>
                <a:lnTo>
                  <a:pt x="167" y="494"/>
                </a:lnTo>
                <a:lnTo>
                  <a:pt x="168" y="493"/>
                </a:lnTo>
                <a:lnTo>
                  <a:pt x="167" y="492"/>
                </a:lnTo>
                <a:lnTo>
                  <a:pt x="166" y="492"/>
                </a:lnTo>
                <a:lnTo>
                  <a:pt x="166" y="491"/>
                </a:lnTo>
                <a:lnTo>
                  <a:pt x="166" y="490"/>
                </a:lnTo>
                <a:lnTo>
                  <a:pt x="166" y="487"/>
                </a:lnTo>
                <a:lnTo>
                  <a:pt x="165" y="486"/>
                </a:lnTo>
                <a:lnTo>
                  <a:pt x="164" y="484"/>
                </a:lnTo>
                <a:lnTo>
                  <a:pt x="165" y="481"/>
                </a:lnTo>
                <a:lnTo>
                  <a:pt x="166" y="481"/>
                </a:lnTo>
                <a:lnTo>
                  <a:pt x="168" y="480"/>
                </a:lnTo>
                <a:lnTo>
                  <a:pt x="170" y="479"/>
                </a:lnTo>
                <a:lnTo>
                  <a:pt x="170" y="477"/>
                </a:lnTo>
                <a:lnTo>
                  <a:pt x="170" y="476"/>
                </a:lnTo>
                <a:lnTo>
                  <a:pt x="169" y="476"/>
                </a:lnTo>
                <a:lnTo>
                  <a:pt x="168" y="476"/>
                </a:lnTo>
                <a:lnTo>
                  <a:pt x="168" y="475"/>
                </a:lnTo>
                <a:lnTo>
                  <a:pt x="169" y="473"/>
                </a:lnTo>
                <a:lnTo>
                  <a:pt x="170" y="472"/>
                </a:lnTo>
                <a:lnTo>
                  <a:pt x="171" y="472"/>
                </a:lnTo>
                <a:lnTo>
                  <a:pt x="170" y="468"/>
                </a:lnTo>
                <a:lnTo>
                  <a:pt x="170" y="467"/>
                </a:lnTo>
                <a:lnTo>
                  <a:pt x="170" y="466"/>
                </a:lnTo>
                <a:lnTo>
                  <a:pt x="171" y="466"/>
                </a:lnTo>
                <a:lnTo>
                  <a:pt x="170" y="465"/>
                </a:lnTo>
                <a:lnTo>
                  <a:pt x="170" y="464"/>
                </a:lnTo>
                <a:lnTo>
                  <a:pt x="171" y="463"/>
                </a:lnTo>
                <a:lnTo>
                  <a:pt x="172" y="463"/>
                </a:lnTo>
                <a:lnTo>
                  <a:pt x="171" y="462"/>
                </a:lnTo>
                <a:lnTo>
                  <a:pt x="171" y="461"/>
                </a:lnTo>
                <a:lnTo>
                  <a:pt x="169" y="460"/>
                </a:lnTo>
                <a:lnTo>
                  <a:pt x="169" y="459"/>
                </a:lnTo>
                <a:lnTo>
                  <a:pt x="168" y="459"/>
                </a:lnTo>
                <a:lnTo>
                  <a:pt x="167" y="458"/>
                </a:lnTo>
                <a:lnTo>
                  <a:pt x="166" y="458"/>
                </a:lnTo>
                <a:lnTo>
                  <a:pt x="166" y="457"/>
                </a:lnTo>
                <a:lnTo>
                  <a:pt x="166" y="456"/>
                </a:lnTo>
                <a:lnTo>
                  <a:pt x="166" y="455"/>
                </a:lnTo>
                <a:lnTo>
                  <a:pt x="167" y="454"/>
                </a:lnTo>
                <a:lnTo>
                  <a:pt x="166" y="453"/>
                </a:lnTo>
                <a:lnTo>
                  <a:pt x="165" y="452"/>
                </a:lnTo>
                <a:lnTo>
                  <a:pt x="165" y="451"/>
                </a:lnTo>
                <a:lnTo>
                  <a:pt x="164" y="451"/>
                </a:lnTo>
                <a:lnTo>
                  <a:pt x="163" y="449"/>
                </a:lnTo>
                <a:lnTo>
                  <a:pt x="162" y="448"/>
                </a:lnTo>
                <a:lnTo>
                  <a:pt x="161" y="447"/>
                </a:lnTo>
                <a:lnTo>
                  <a:pt x="160" y="446"/>
                </a:lnTo>
                <a:lnTo>
                  <a:pt x="160" y="445"/>
                </a:lnTo>
                <a:lnTo>
                  <a:pt x="159" y="444"/>
                </a:lnTo>
                <a:lnTo>
                  <a:pt x="157" y="444"/>
                </a:lnTo>
                <a:lnTo>
                  <a:pt x="157" y="443"/>
                </a:lnTo>
                <a:lnTo>
                  <a:pt x="157" y="442"/>
                </a:lnTo>
                <a:lnTo>
                  <a:pt x="155" y="440"/>
                </a:lnTo>
                <a:lnTo>
                  <a:pt x="154" y="439"/>
                </a:lnTo>
                <a:lnTo>
                  <a:pt x="153" y="439"/>
                </a:lnTo>
                <a:lnTo>
                  <a:pt x="152" y="439"/>
                </a:lnTo>
                <a:lnTo>
                  <a:pt x="152" y="437"/>
                </a:lnTo>
                <a:lnTo>
                  <a:pt x="152" y="436"/>
                </a:lnTo>
                <a:lnTo>
                  <a:pt x="150" y="437"/>
                </a:lnTo>
                <a:lnTo>
                  <a:pt x="150" y="436"/>
                </a:lnTo>
                <a:lnTo>
                  <a:pt x="150" y="434"/>
                </a:lnTo>
                <a:lnTo>
                  <a:pt x="150" y="432"/>
                </a:lnTo>
                <a:lnTo>
                  <a:pt x="149" y="432"/>
                </a:lnTo>
                <a:lnTo>
                  <a:pt x="149" y="431"/>
                </a:lnTo>
                <a:lnTo>
                  <a:pt x="150" y="431"/>
                </a:lnTo>
                <a:lnTo>
                  <a:pt x="149" y="430"/>
                </a:lnTo>
                <a:lnTo>
                  <a:pt x="149" y="429"/>
                </a:lnTo>
                <a:lnTo>
                  <a:pt x="148" y="429"/>
                </a:lnTo>
                <a:lnTo>
                  <a:pt x="148" y="428"/>
                </a:lnTo>
                <a:lnTo>
                  <a:pt x="148" y="427"/>
                </a:lnTo>
                <a:lnTo>
                  <a:pt x="147" y="426"/>
                </a:lnTo>
                <a:lnTo>
                  <a:pt x="147" y="424"/>
                </a:lnTo>
                <a:lnTo>
                  <a:pt x="146" y="424"/>
                </a:lnTo>
                <a:lnTo>
                  <a:pt x="146" y="423"/>
                </a:lnTo>
                <a:lnTo>
                  <a:pt x="146" y="422"/>
                </a:lnTo>
                <a:lnTo>
                  <a:pt x="146" y="421"/>
                </a:lnTo>
                <a:lnTo>
                  <a:pt x="144" y="418"/>
                </a:lnTo>
                <a:lnTo>
                  <a:pt x="143" y="416"/>
                </a:lnTo>
                <a:lnTo>
                  <a:pt x="142" y="415"/>
                </a:lnTo>
                <a:lnTo>
                  <a:pt x="141" y="414"/>
                </a:lnTo>
                <a:lnTo>
                  <a:pt x="140" y="414"/>
                </a:lnTo>
                <a:lnTo>
                  <a:pt x="139" y="413"/>
                </a:lnTo>
                <a:lnTo>
                  <a:pt x="138" y="413"/>
                </a:lnTo>
                <a:lnTo>
                  <a:pt x="138" y="412"/>
                </a:lnTo>
                <a:lnTo>
                  <a:pt x="138" y="411"/>
                </a:lnTo>
                <a:lnTo>
                  <a:pt x="139" y="410"/>
                </a:lnTo>
                <a:lnTo>
                  <a:pt x="138" y="409"/>
                </a:lnTo>
                <a:lnTo>
                  <a:pt x="138" y="408"/>
                </a:lnTo>
                <a:lnTo>
                  <a:pt x="138" y="407"/>
                </a:lnTo>
                <a:lnTo>
                  <a:pt x="139" y="407"/>
                </a:lnTo>
                <a:lnTo>
                  <a:pt x="140" y="407"/>
                </a:lnTo>
                <a:lnTo>
                  <a:pt x="140" y="406"/>
                </a:lnTo>
                <a:lnTo>
                  <a:pt x="139" y="404"/>
                </a:lnTo>
                <a:lnTo>
                  <a:pt x="138" y="402"/>
                </a:lnTo>
                <a:lnTo>
                  <a:pt x="137" y="395"/>
                </a:lnTo>
                <a:lnTo>
                  <a:pt x="137" y="394"/>
                </a:lnTo>
                <a:lnTo>
                  <a:pt x="137" y="393"/>
                </a:lnTo>
                <a:lnTo>
                  <a:pt x="138" y="393"/>
                </a:lnTo>
                <a:lnTo>
                  <a:pt x="139" y="391"/>
                </a:lnTo>
                <a:lnTo>
                  <a:pt x="139" y="390"/>
                </a:lnTo>
                <a:lnTo>
                  <a:pt x="138" y="389"/>
                </a:lnTo>
                <a:lnTo>
                  <a:pt x="137" y="389"/>
                </a:lnTo>
                <a:lnTo>
                  <a:pt x="136" y="388"/>
                </a:lnTo>
                <a:lnTo>
                  <a:pt x="136" y="387"/>
                </a:lnTo>
                <a:lnTo>
                  <a:pt x="136" y="386"/>
                </a:lnTo>
                <a:lnTo>
                  <a:pt x="135" y="386"/>
                </a:lnTo>
                <a:lnTo>
                  <a:pt x="134" y="386"/>
                </a:lnTo>
                <a:lnTo>
                  <a:pt x="133" y="385"/>
                </a:lnTo>
                <a:lnTo>
                  <a:pt x="133" y="384"/>
                </a:lnTo>
                <a:lnTo>
                  <a:pt x="132" y="383"/>
                </a:lnTo>
                <a:lnTo>
                  <a:pt x="130" y="382"/>
                </a:lnTo>
                <a:lnTo>
                  <a:pt x="129" y="383"/>
                </a:lnTo>
                <a:lnTo>
                  <a:pt x="128" y="383"/>
                </a:lnTo>
                <a:lnTo>
                  <a:pt x="127" y="382"/>
                </a:lnTo>
                <a:lnTo>
                  <a:pt x="126" y="382"/>
                </a:lnTo>
                <a:lnTo>
                  <a:pt x="126" y="380"/>
                </a:lnTo>
                <a:lnTo>
                  <a:pt x="125" y="379"/>
                </a:lnTo>
                <a:lnTo>
                  <a:pt x="124" y="379"/>
                </a:lnTo>
                <a:lnTo>
                  <a:pt x="125" y="378"/>
                </a:lnTo>
                <a:lnTo>
                  <a:pt x="125" y="377"/>
                </a:lnTo>
                <a:lnTo>
                  <a:pt x="124" y="377"/>
                </a:lnTo>
                <a:lnTo>
                  <a:pt x="123" y="377"/>
                </a:lnTo>
                <a:lnTo>
                  <a:pt x="123" y="378"/>
                </a:lnTo>
                <a:lnTo>
                  <a:pt x="122" y="379"/>
                </a:lnTo>
                <a:lnTo>
                  <a:pt x="121" y="379"/>
                </a:lnTo>
                <a:lnTo>
                  <a:pt x="120" y="378"/>
                </a:lnTo>
                <a:lnTo>
                  <a:pt x="120" y="376"/>
                </a:lnTo>
                <a:lnTo>
                  <a:pt x="119" y="376"/>
                </a:lnTo>
                <a:lnTo>
                  <a:pt x="119" y="377"/>
                </a:lnTo>
                <a:lnTo>
                  <a:pt x="118" y="377"/>
                </a:lnTo>
                <a:lnTo>
                  <a:pt x="116" y="376"/>
                </a:lnTo>
                <a:lnTo>
                  <a:pt x="116" y="375"/>
                </a:lnTo>
                <a:lnTo>
                  <a:pt x="116" y="374"/>
                </a:lnTo>
                <a:lnTo>
                  <a:pt x="116" y="373"/>
                </a:lnTo>
                <a:lnTo>
                  <a:pt x="115" y="373"/>
                </a:lnTo>
                <a:lnTo>
                  <a:pt x="113" y="373"/>
                </a:lnTo>
                <a:lnTo>
                  <a:pt x="113" y="372"/>
                </a:lnTo>
                <a:lnTo>
                  <a:pt x="112" y="370"/>
                </a:lnTo>
                <a:lnTo>
                  <a:pt x="111" y="370"/>
                </a:lnTo>
                <a:lnTo>
                  <a:pt x="110" y="370"/>
                </a:lnTo>
                <a:lnTo>
                  <a:pt x="109" y="370"/>
                </a:lnTo>
                <a:lnTo>
                  <a:pt x="109" y="368"/>
                </a:lnTo>
                <a:lnTo>
                  <a:pt x="108" y="367"/>
                </a:lnTo>
                <a:lnTo>
                  <a:pt x="108" y="366"/>
                </a:lnTo>
                <a:lnTo>
                  <a:pt x="108" y="365"/>
                </a:lnTo>
                <a:lnTo>
                  <a:pt x="107" y="365"/>
                </a:lnTo>
                <a:lnTo>
                  <a:pt x="106" y="365"/>
                </a:lnTo>
                <a:lnTo>
                  <a:pt x="105" y="365"/>
                </a:lnTo>
                <a:lnTo>
                  <a:pt x="104" y="364"/>
                </a:lnTo>
                <a:lnTo>
                  <a:pt x="103" y="363"/>
                </a:lnTo>
                <a:lnTo>
                  <a:pt x="103" y="362"/>
                </a:lnTo>
                <a:lnTo>
                  <a:pt x="102" y="362"/>
                </a:lnTo>
                <a:lnTo>
                  <a:pt x="101" y="362"/>
                </a:lnTo>
                <a:lnTo>
                  <a:pt x="100" y="361"/>
                </a:lnTo>
                <a:lnTo>
                  <a:pt x="99" y="361"/>
                </a:lnTo>
                <a:lnTo>
                  <a:pt x="99" y="360"/>
                </a:lnTo>
                <a:lnTo>
                  <a:pt x="98" y="360"/>
                </a:lnTo>
                <a:lnTo>
                  <a:pt x="97" y="361"/>
                </a:lnTo>
                <a:lnTo>
                  <a:pt x="96" y="361"/>
                </a:lnTo>
                <a:lnTo>
                  <a:pt x="96" y="360"/>
                </a:lnTo>
                <a:lnTo>
                  <a:pt x="94" y="359"/>
                </a:lnTo>
                <a:lnTo>
                  <a:pt x="94" y="358"/>
                </a:lnTo>
                <a:lnTo>
                  <a:pt x="93" y="358"/>
                </a:lnTo>
                <a:lnTo>
                  <a:pt x="92" y="357"/>
                </a:lnTo>
                <a:lnTo>
                  <a:pt x="91" y="357"/>
                </a:lnTo>
                <a:lnTo>
                  <a:pt x="90" y="357"/>
                </a:lnTo>
                <a:lnTo>
                  <a:pt x="89" y="356"/>
                </a:lnTo>
                <a:lnTo>
                  <a:pt x="88" y="356"/>
                </a:lnTo>
                <a:lnTo>
                  <a:pt x="87" y="356"/>
                </a:lnTo>
                <a:lnTo>
                  <a:pt x="86" y="356"/>
                </a:lnTo>
                <a:lnTo>
                  <a:pt x="85" y="356"/>
                </a:lnTo>
                <a:lnTo>
                  <a:pt x="84" y="356"/>
                </a:lnTo>
                <a:lnTo>
                  <a:pt x="83" y="356"/>
                </a:lnTo>
                <a:lnTo>
                  <a:pt x="82" y="355"/>
                </a:lnTo>
                <a:lnTo>
                  <a:pt x="81" y="355"/>
                </a:lnTo>
                <a:lnTo>
                  <a:pt x="80" y="355"/>
                </a:lnTo>
                <a:lnTo>
                  <a:pt x="79" y="354"/>
                </a:lnTo>
                <a:lnTo>
                  <a:pt x="79" y="353"/>
                </a:lnTo>
                <a:lnTo>
                  <a:pt x="77" y="352"/>
                </a:lnTo>
                <a:lnTo>
                  <a:pt x="76" y="352"/>
                </a:lnTo>
                <a:lnTo>
                  <a:pt x="76" y="353"/>
                </a:lnTo>
                <a:lnTo>
                  <a:pt x="75" y="353"/>
                </a:lnTo>
                <a:lnTo>
                  <a:pt x="74" y="353"/>
                </a:lnTo>
                <a:lnTo>
                  <a:pt x="73" y="352"/>
                </a:lnTo>
                <a:lnTo>
                  <a:pt x="72" y="353"/>
                </a:lnTo>
                <a:lnTo>
                  <a:pt x="71" y="352"/>
                </a:lnTo>
                <a:lnTo>
                  <a:pt x="71" y="351"/>
                </a:lnTo>
                <a:lnTo>
                  <a:pt x="71" y="350"/>
                </a:lnTo>
                <a:lnTo>
                  <a:pt x="71" y="349"/>
                </a:lnTo>
                <a:lnTo>
                  <a:pt x="70" y="348"/>
                </a:lnTo>
                <a:lnTo>
                  <a:pt x="69" y="348"/>
                </a:lnTo>
                <a:lnTo>
                  <a:pt x="68" y="348"/>
                </a:lnTo>
                <a:lnTo>
                  <a:pt x="67" y="348"/>
                </a:lnTo>
                <a:lnTo>
                  <a:pt x="66" y="349"/>
                </a:lnTo>
                <a:lnTo>
                  <a:pt x="66" y="348"/>
                </a:lnTo>
                <a:lnTo>
                  <a:pt x="65" y="348"/>
                </a:lnTo>
                <a:lnTo>
                  <a:pt x="65" y="346"/>
                </a:lnTo>
                <a:lnTo>
                  <a:pt x="64" y="346"/>
                </a:lnTo>
                <a:lnTo>
                  <a:pt x="62" y="346"/>
                </a:lnTo>
                <a:lnTo>
                  <a:pt x="60" y="346"/>
                </a:lnTo>
                <a:lnTo>
                  <a:pt x="59" y="346"/>
                </a:lnTo>
                <a:lnTo>
                  <a:pt x="58" y="345"/>
                </a:lnTo>
                <a:lnTo>
                  <a:pt x="57" y="345"/>
                </a:lnTo>
                <a:lnTo>
                  <a:pt x="54" y="344"/>
                </a:lnTo>
                <a:lnTo>
                  <a:pt x="54" y="342"/>
                </a:lnTo>
                <a:lnTo>
                  <a:pt x="53" y="342"/>
                </a:lnTo>
                <a:lnTo>
                  <a:pt x="51" y="341"/>
                </a:lnTo>
                <a:lnTo>
                  <a:pt x="50" y="341"/>
                </a:lnTo>
                <a:lnTo>
                  <a:pt x="49" y="340"/>
                </a:lnTo>
                <a:lnTo>
                  <a:pt x="48" y="340"/>
                </a:lnTo>
                <a:lnTo>
                  <a:pt x="48" y="339"/>
                </a:lnTo>
                <a:lnTo>
                  <a:pt x="48" y="338"/>
                </a:lnTo>
                <a:lnTo>
                  <a:pt x="47" y="338"/>
                </a:lnTo>
                <a:lnTo>
                  <a:pt x="45" y="336"/>
                </a:lnTo>
                <a:lnTo>
                  <a:pt x="44" y="335"/>
                </a:lnTo>
                <a:lnTo>
                  <a:pt x="44" y="334"/>
                </a:lnTo>
                <a:lnTo>
                  <a:pt x="43" y="334"/>
                </a:lnTo>
                <a:lnTo>
                  <a:pt x="43" y="335"/>
                </a:lnTo>
                <a:lnTo>
                  <a:pt x="42" y="334"/>
                </a:lnTo>
                <a:lnTo>
                  <a:pt x="42" y="333"/>
                </a:lnTo>
                <a:lnTo>
                  <a:pt x="41" y="333"/>
                </a:lnTo>
                <a:lnTo>
                  <a:pt x="41" y="332"/>
                </a:lnTo>
                <a:lnTo>
                  <a:pt x="40" y="331"/>
                </a:lnTo>
                <a:lnTo>
                  <a:pt x="40" y="330"/>
                </a:lnTo>
                <a:lnTo>
                  <a:pt x="40" y="327"/>
                </a:lnTo>
                <a:lnTo>
                  <a:pt x="39" y="326"/>
                </a:lnTo>
                <a:lnTo>
                  <a:pt x="38" y="326"/>
                </a:lnTo>
                <a:lnTo>
                  <a:pt x="37" y="326"/>
                </a:lnTo>
                <a:lnTo>
                  <a:pt x="36" y="327"/>
                </a:lnTo>
                <a:lnTo>
                  <a:pt x="36" y="326"/>
                </a:lnTo>
                <a:lnTo>
                  <a:pt x="35" y="326"/>
                </a:lnTo>
                <a:lnTo>
                  <a:pt x="34" y="325"/>
                </a:lnTo>
                <a:lnTo>
                  <a:pt x="33" y="325"/>
                </a:lnTo>
                <a:lnTo>
                  <a:pt x="32" y="324"/>
                </a:lnTo>
                <a:lnTo>
                  <a:pt x="30" y="325"/>
                </a:lnTo>
                <a:lnTo>
                  <a:pt x="30" y="324"/>
                </a:lnTo>
                <a:lnTo>
                  <a:pt x="29" y="324"/>
                </a:lnTo>
                <a:lnTo>
                  <a:pt x="29" y="323"/>
                </a:lnTo>
                <a:lnTo>
                  <a:pt x="28" y="322"/>
                </a:lnTo>
                <a:lnTo>
                  <a:pt x="28" y="321"/>
                </a:lnTo>
                <a:lnTo>
                  <a:pt x="27" y="320"/>
                </a:lnTo>
                <a:lnTo>
                  <a:pt x="26" y="321"/>
                </a:lnTo>
                <a:lnTo>
                  <a:pt x="25" y="321"/>
                </a:lnTo>
                <a:lnTo>
                  <a:pt x="25" y="320"/>
                </a:lnTo>
                <a:lnTo>
                  <a:pt x="25" y="319"/>
                </a:lnTo>
                <a:lnTo>
                  <a:pt x="24" y="318"/>
                </a:lnTo>
                <a:lnTo>
                  <a:pt x="23" y="318"/>
                </a:lnTo>
                <a:lnTo>
                  <a:pt x="22" y="318"/>
                </a:lnTo>
                <a:lnTo>
                  <a:pt x="21" y="318"/>
                </a:lnTo>
                <a:lnTo>
                  <a:pt x="21" y="317"/>
                </a:lnTo>
                <a:lnTo>
                  <a:pt x="20" y="317"/>
                </a:lnTo>
                <a:lnTo>
                  <a:pt x="19" y="317"/>
                </a:lnTo>
                <a:lnTo>
                  <a:pt x="19" y="315"/>
                </a:lnTo>
                <a:lnTo>
                  <a:pt x="19" y="314"/>
                </a:lnTo>
                <a:lnTo>
                  <a:pt x="18" y="314"/>
                </a:lnTo>
                <a:lnTo>
                  <a:pt x="17" y="314"/>
                </a:lnTo>
                <a:lnTo>
                  <a:pt x="17" y="313"/>
                </a:lnTo>
                <a:lnTo>
                  <a:pt x="16" y="312"/>
                </a:lnTo>
                <a:lnTo>
                  <a:pt x="15" y="312"/>
                </a:lnTo>
                <a:lnTo>
                  <a:pt x="14" y="309"/>
                </a:lnTo>
                <a:lnTo>
                  <a:pt x="12" y="308"/>
                </a:lnTo>
                <a:lnTo>
                  <a:pt x="12" y="307"/>
                </a:lnTo>
                <a:lnTo>
                  <a:pt x="10" y="306"/>
                </a:lnTo>
                <a:lnTo>
                  <a:pt x="10" y="305"/>
                </a:lnTo>
                <a:lnTo>
                  <a:pt x="11" y="304"/>
                </a:lnTo>
                <a:lnTo>
                  <a:pt x="11" y="303"/>
                </a:lnTo>
                <a:lnTo>
                  <a:pt x="10" y="302"/>
                </a:lnTo>
                <a:lnTo>
                  <a:pt x="10" y="301"/>
                </a:lnTo>
                <a:lnTo>
                  <a:pt x="10" y="300"/>
                </a:lnTo>
                <a:lnTo>
                  <a:pt x="9" y="300"/>
                </a:lnTo>
                <a:lnTo>
                  <a:pt x="9" y="299"/>
                </a:lnTo>
                <a:lnTo>
                  <a:pt x="8" y="298"/>
                </a:lnTo>
                <a:lnTo>
                  <a:pt x="7" y="294"/>
                </a:lnTo>
                <a:lnTo>
                  <a:pt x="6" y="293"/>
                </a:lnTo>
                <a:lnTo>
                  <a:pt x="6" y="292"/>
                </a:lnTo>
                <a:lnTo>
                  <a:pt x="5" y="290"/>
                </a:lnTo>
                <a:lnTo>
                  <a:pt x="5" y="289"/>
                </a:lnTo>
                <a:lnTo>
                  <a:pt x="5" y="288"/>
                </a:lnTo>
                <a:lnTo>
                  <a:pt x="5" y="287"/>
                </a:lnTo>
                <a:lnTo>
                  <a:pt x="4" y="287"/>
                </a:lnTo>
                <a:lnTo>
                  <a:pt x="4" y="286"/>
                </a:lnTo>
                <a:lnTo>
                  <a:pt x="4" y="284"/>
                </a:lnTo>
                <a:lnTo>
                  <a:pt x="4" y="280"/>
                </a:lnTo>
                <a:lnTo>
                  <a:pt x="5" y="280"/>
                </a:lnTo>
                <a:lnTo>
                  <a:pt x="6" y="280"/>
                </a:lnTo>
                <a:lnTo>
                  <a:pt x="7" y="279"/>
                </a:lnTo>
                <a:lnTo>
                  <a:pt x="6" y="278"/>
                </a:lnTo>
                <a:lnTo>
                  <a:pt x="7" y="276"/>
                </a:lnTo>
                <a:lnTo>
                  <a:pt x="6" y="275"/>
                </a:lnTo>
                <a:lnTo>
                  <a:pt x="5" y="274"/>
                </a:lnTo>
                <a:lnTo>
                  <a:pt x="5" y="273"/>
                </a:lnTo>
                <a:lnTo>
                  <a:pt x="6" y="273"/>
                </a:lnTo>
                <a:lnTo>
                  <a:pt x="6" y="272"/>
                </a:lnTo>
                <a:lnTo>
                  <a:pt x="6" y="271"/>
                </a:lnTo>
                <a:lnTo>
                  <a:pt x="5" y="271"/>
                </a:lnTo>
                <a:lnTo>
                  <a:pt x="4" y="271"/>
                </a:lnTo>
                <a:lnTo>
                  <a:pt x="4" y="270"/>
                </a:lnTo>
                <a:lnTo>
                  <a:pt x="5" y="269"/>
                </a:lnTo>
                <a:lnTo>
                  <a:pt x="5" y="268"/>
                </a:lnTo>
                <a:lnTo>
                  <a:pt x="4" y="267"/>
                </a:lnTo>
                <a:lnTo>
                  <a:pt x="3" y="267"/>
                </a:lnTo>
                <a:lnTo>
                  <a:pt x="2" y="267"/>
                </a:lnTo>
                <a:lnTo>
                  <a:pt x="1" y="267"/>
                </a:lnTo>
                <a:lnTo>
                  <a:pt x="0" y="266"/>
                </a:lnTo>
                <a:lnTo>
                  <a:pt x="0" y="265"/>
                </a:lnTo>
                <a:lnTo>
                  <a:pt x="1" y="263"/>
                </a:lnTo>
                <a:lnTo>
                  <a:pt x="2" y="263"/>
                </a:lnTo>
                <a:lnTo>
                  <a:pt x="2" y="262"/>
                </a:lnTo>
                <a:lnTo>
                  <a:pt x="2" y="261"/>
                </a:lnTo>
                <a:lnTo>
                  <a:pt x="2" y="260"/>
                </a:lnTo>
                <a:lnTo>
                  <a:pt x="3" y="260"/>
                </a:lnTo>
                <a:lnTo>
                  <a:pt x="3" y="259"/>
                </a:lnTo>
                <a:lnTo>
                  <a:pt x="4" y="259"/>
                </a:lnTo>
                <a:lnTo>
                  <a:pt x="3" y="257"/>
                </a:lnTo>
                <a:lnTo>
                  <a:pt x="3" y="256"/>
                </a:lnTo>
                <a:lnTo>
                  <a:pt x="3" y="255"/>
                </a:lnTo>
                <a:lnTo>
                  <a:pt x="4" y="254"/>
                </a:lnTo>
                <a:lnTo>
                  <a:pt x="5" y="253"/>
                </a:lnTo>
                <a:lnTo>
                  <a:pt x="6" y="253"/>
                </a:lnTo>
                <a:lnTo>
                  <a:pt x="7" y="253"/>
                </a:lnTo>
                <a:lnTo>
                  <a:pt x="8" y="253"/>
                </a:lnTo>
                <a:lnTo>
                  <a:pt x="9" y="253"/>
                </a:lnTo>
                <a:lnTo>
                  <a:pt x="9" y="252"/>
                </a:lnTo>
                <a:lnTo>
                  <a:pt x="10" y="253"/>
                </a:lnTo>
                <a:lnTo>
                  <a:pt x="11" y="253"/>
                </a:lnTo>
                <a:lnTo>
                  <a:pt x="11" y="252"/>
                </a:lnTo>
                <a:lnTo>
                  <a:pt x="12" y="252"/>
                </a:lnTo>
                <a:lnTo>
                  <a:pt x="12" y="251"/>
                </a:lnTo>
                <a:lnTo>
                  <a:pt x="13" y="251"/>
                </a:lnTo>
                <a:lnTo>
                  <a:pt x="13" y="250"/>
                </a:lnTo>
                <a:lnTo>
                  <a:pt x="14" y="250"/>
                </a:lnTo>
                <a:lnTo>
                  <a:pt x="15" y="250"/>
                </a:lnTo>
                <a:lnTo>
                  <a:pt x="16" y="250"/>
                </a:lnTo>
                <a:lnTo>
                  <a:pt x="17" y="249"/>
                </a:lnTo>
                <a:lnTo>
                  <a:pt x="19" y="250"/>
                </a:lnTo>
                <a:lnTo>
                  <a:pt x="20" y="250"/>
                </a:lnTo>
                <a:lnTo>
                  <a:pt x="20" y="251"/>
                </a:lnTo>
                <a:lnTo>
                  <a:pt x="21" y="251"/>
                </a:lnTo>
                <a:lnTo>
                  <a:pt x="21" y="250"/>
                </a:lnTo>
                <a:lnTo>
                  <a:pt x="22" y="250"/>
                </a:lnTo>
                <a:lnTo>
                  <a:pt x="23" y="249"/>
                </a:lnTo>
                <a:lnTo>
                  <a:pt x="24" y="249"/>
                </a:lnTo>
                <a:lnTo>
                  <a:pt x="25" y="250"/>
                </a:lnTo>
                <a:lnTo>
                  <a:pt x="28" y="250"/>
                </a:lnTo>
                <a:lnTo>
                  <a:pt x="29" y="249"/>
                </a:lnTo>
                <a:lnTo>
                  <a:pt x="30" y="248"/>
                </a:lnTo>
                <a:lnTo>
                  <a:pt x="31" y="248"/>
                </a:lnTo>
                <a:lnTo>
                  <a:pt x="31" y="247"/>
                </a:lnTo>
                <a:lnTo>
                  <a:pt x="30" y="246"/>
                </a:lnTo>
                <a:lnTo>
                  <a:pt x="28" y="244"/>
                </a:lnTo>
                <a:lnTo>
                  <a:pt x="28" y="243"/>
                </a:lnTo>
                <a:lnTo>
                  <a:pt x="27" y="241"/>
                </a:lnTo>
                <a:lnTo>
                  <a:pt x="28" y="241"/>
                </a:lnTo>
                <a:lnTo>
                  <a:pt x="31" y="241"/>
                </a:lnTo>
                <a:lnTo>
                  <a:pt x="32" y="240"/>
                </a:lnTo>
                <a:lnTo>
                  <a:pt x="33" y="239"/>
                </a:lnTo>
                <a:lnTo>
                  <a:pt x="33" y="240"/>
                </a:lnTo>
                <a:lnTo>
                  <a:pt x="34" y="240"/>
                </a:lnTo>
                <a:lnTo>
                  <a:pt x="35" y="239"/>
                </a:lnTo>
                <a:lnTo>
                  <a:pt x="35" y="238"/>
                </a:lnTo>
                <a:lnTo>
                  <a:pt x="34" y="237"/>
                </a:lnTo>
                <a:lnTo>
                  <a:pt x="34" y="236"/>
                </a:lnTo>
                <a:lnTo>
                  <a:pt x="35" y="236"/>
                </a:lnTo>
                <a:lnTo>
                  <a:pt x="35" y="235"/>
                </a:lnTo>
                <a:lnTo>
                  <a:pt x="35" y="234"/>
                </a:lnTo>
                <a:lnTo>
                  <a:pt x="34" y="233"/>
                </a:lnTo>
                <a:lnTo>
                  <a:pt x="34" y="232"/>
                </a:lnTo>
                <a:lnTo>
                  <a:pt x="33" y="232"/>
                </a:lnTo>
                <a:lnTo>
                  <a:pt x="33" y="230"/>
                </a:lnTo>
                <a:lnTo>
                  <a:pt x="32" y="226"/>
                </a:lnTo>
                <a:lnTo>
                  <a:pt x="31" y="226"/>
                </a:lnTo>
                <a:lnTo>
                  <a:pt x="30" y="226"/>
                </a:lnTo>
                <a:lnTo>
                  <a:pt x="29" y="225"/>
                </a:lnTo>
                <a:lnTo>
                  <a:pt x="28" y="224"/>
                </a:lnTo>
                <a:lnTo>
                  <a:pt x="27" y="224"/>
                </a:lnTo>
                <a:lnTo>
                  <a:pt x="27" y="223"/>
                </a:lnTo>
                <a:lnTo>
                  <a:pt x="27" y="222"/>
                </a:lnTo>
                <a:lnTo>
                  <a:pt x="28" y="222"/>
                </a:lnTo>
                <a:lnTo>
                  <a:pt x="28" y="220"/>
                </a:lnTo>
                <a:lnTo>
                  <a:pt x="28" y="219"/>
                </a:lnTo>
                <a:lnTo>
                  <a:pt x="29" y="219"/>
                </a:lnTo>
                <a:lnTo>
                  <a:pt x="29" y="218"/>
                </a:lnTo>
                <a:lnTo>
                  <a:pt x="29" y="217"/>
                </a:lnTo>
                <a:lnTo>
                  <a:pt x="29" y="216"/>
                </a:lnTo>
                <a:lnTo>
                  <a:pt x="28" y="216"/>
                </a:lnTo>
                <a:lnTo>
                  <a:pt x="27" y="215"/>
                </a:lnTo>
                <a:lnTo>
                  <a:pt x="28" y="214"/>
                </a:lnTo>
                <a:lnTo>
                  <a:pt x="28" y="213"/>
                </a:lnTo>
                <a:lnTo>
                  <a:pt x="28" y="212"/>
                </a:lnTo>
                <a:lnTo>
                  <a:pt x="28" y="211"/>
                </a:lnTo>
                <a:lnTo>
                  <a:pt x="30" y="210"/>
                </a:lnTo>
                <a:lnTo>
                  <a:pt x="31" y="210"/>
                </a:lnTo>
                <a:lnTo>
                  <a:pt x="32" y="210"/>
                </a:lnTo>
                <a:lnTo>
                  <a:pt x="33" y="208"/>
                </a:lnTo>
                <a:lnTo>
                  <a:pt x="33" y="207"/>
                </a:lnTo>
                <a:lnTo>
                  <a:pt x="34" y="207"/>
                </a:lnTo>
                <a:lnTo>
                  <a:pt x="34" y="206"/>
                </a:lnTo>
                <a:lnTo>
                  <a:pt x="35" y="206"/>
                </a:lnTo>
                <a:lnTo>
                  <a:pt x="35" y="204"/>
                </a:lnTo>
                <a:lnTo>
                  <a:pt x="36" y="203"/>
                </a:lnTo>
                <a:lnTo>
                  <a:pt x="37" y="203"/>
                </a:lnTo>
                <a:lnTo>
                  <a:pt x="38" y="204"/>
                </a:lnTo>
                <a:lnTo>
                  <a:pt x="39" y="204"/>
                </a:lnTo>
                <a:lnTo>
                  <a:pt x="39" y="203"/>
                </a:lnTo>
                <a:lnTo>
                  <a:pt x="40" y="202"/>
                </a:lnTo>
                <a:lnTo>
                  <a:pt x="42" y="201"/>
                </a:lnTo>
                <a:lnTo>
                  <a:pt x="43" y="201"/>
                </a:lnTo>
                <a:lnTo>
                  <a:pt x="44" y="201"/>
                </a:lnTo>
                <a:lnTo>
                  <a:pt x="44" y="200"/>
                </a:lnTo>
                <a:lnTo>
                  <a:pt x="44" y="199"/>
                </a:lnTo>
                <a:lnTo>
                  <a:pt x="44" y="198"/>
                </a:lnTo>
                <a:lnTo>
                  <a:pt x="46" y="197"/>
                </a:lnTo>
                <a:lnTo>
                  <a:pt x="47" y="195"/>
                </a:lnTo>
                <a:lnTo>
                  <a:pt x="48" y="194"/>
                </a:lnTo>
                <a:lnTo>
                  <a:pt x="49" y="193"/>
                </a:lnTo>
                <a:lnTo>
                  <a:pt x="50" y="192"/>
                </a:lnTo>
                <a:lnTo>
                  <a:pt x="50" y="191"/>
                </a:lnTo>
                <a:lnTo>
                  <a:pt x="50" y="190"/>
                </a:lnTo>
                <a:lnTo>
                  <a:pt x="49" y="188"/>
                </a:lnTo>
                <a:lnTo>
                  <a:pt x="50" y="188"/>
                </a:lnTo>
                <a:lnTo>
                  <a:pt x="50" y="187"/>
                </a:lnTo>
                <a:lnTo>
                  <a:pt x="50" y="186"/>
                </a:lnTo>
                <a:lnTo>
                  <a:pt x="51" y="186"/>
                </a:lnTo>
                <a:lnTo>
                  <a:pt x="51" y="185"/>
                </a:lnTo>
                <a:lnTo>
                  <a:pt x="52" y="184"/>
                </a:lnTo>
                <a:lnTo>
                  <a:pt x="52" y="183"/>
                </a:lnTo>
                <a:lnTo>
                  <a:pt x="52" y="181"/>
                </a:lnTo>
                <a:lnTo>
                  <a:pt x="53" y="179"/>
                </a:lnTo>
                <a:lnTo>
                  <a:pt x="52" y="178"/>
                </a:lnTo>
                <a:lnTo>
                  <a:pt x="53" y="177"/>
                </a:lnTo>
                <a:lnTo>
                  <a:pt x="55" y="176"/>
                </a:lnTo>
                <a:lnTo>
                  <a:pt x="56" y="176"/>
                </a:lnTo>
                <a:lnTo>
                  <a:pt x="57" y="176"/>
                </a:lnTo>
                <a:lnTo>
                  <a:pt x="57" y="177"/>
                </a:lnTo>
                <a:lnTo>
                  <a:pt x="58" y="177"/>
                </a:lnTo>
                <a:lnTo>
                  <a:pt x="60" y="177"/>
                </a:lnTo>
                <a:lnTo>
                  <a:pt x="61" y="177"/>
                </a:lnTo>
                <a:lnTo>
                  <a:pt x="62" y="177"/>
                </a:lnTo>
                <a:lnTo>
                  <a:pt x="63" y="177"/>
                </a:lnTo>
                <a:lnTo>
                  <a:pt x="63" y="176"/>
                </a:lnTo>
                <a:lnTo>
                  <a:pt x="62" y="175"/>
                </a:lnTo>
                <a:lnTo>
                  <a:pt x="62" y="174"/>
                </a:lnTo>
                <a:lnTo>
                  <a:pt x="63" y="174"/>
                </a:lnTo>
                <a:lnTo>
                  <a:pt x="63" y="173"/>
                </a:lnTo>
                <a:lnTo>
                  <a:pt x="64" y="173"/>
                </a:lnTo>
                <a:lnTo>
                  <a:pt x="65" y="173"/>
                </a:lnTo>
                <a:lnTo>
                  <a:pt x="67" y="174"/>
                </a:lnTo>
                <a:lnTo>
                  <a:pt x="67" y="173"/>
                </a:lnTo>
                <a:lnTo>
                  <a:pt x="67" y="172"/>
                </a:lnTo>
                <a:lnTo>
                  <a:pt x="68" y="171"/>
                </a:lnTo>
                <a:lnTo>
                  <a:pt x="70" y="168"/>
                </a:lnTo>
                <a:lnTo>
                  <a:pt x="71" y="168"/>
                </a:lnTo>
                <a:lnTo>
                  <a:pt x="72" y="168"/>
                </a:lnTo>
                <a:lnTo>
                  <a:pt x="73" y="168"/>
                </a:lnTo>
                <a:lnTo>
                  <a:pt x="74" y="167"/>
                </a:lnTo>
                <a:lnTo>
                  <a:pt x="75" y="167"/>
                </a:lnTo>
                <a:lnTo>
                  <a:pt x="76" y="166"/>
                </a:lnTo>
                <a:lnTo>
                  <a:pt x="75" y="165"/>
                </a:lnTo>
                <a:lnTo>
                  <a:pt x="76" y="165"/>
                </a:lnTo>
                <a:lnTo>
                  <a:pt x="77" y="165"/>
                </a:lnTo>
                <a:lnTo>
                  <a:pt x="77" y="164"/>
                </a:lnTo>
                <a:lnTo>
                  <a:pt x="76" y="164"/>
                </a:lnTo>
                <a:lnTo>
                  <a:pt x="75" y="164"/>
                </a:lnTo>
                <a:lnTo>
                  <a:pt x="74" y="163"/>
                </a:lnTo>
                <a:lnTo>
                  <a:pt x="73" y="163"/>
                </a:lnTo>
                <a:lnTo>
                  <a:pt x="72" y="162"/>
                </a:lnTo>
                <a:lnTo>
                  <a:pt x="71" y="161"/>
                </a:lnTo>
                <a:lnTo>
                  <a:pt x="70" y="161"/>
                </a:lnTo>
                <a:lnTo>
                  <a:pt x="70" y="160"/>
                </a:lnTo>
                <a:lnTo>
                  <a:pt x="69" y="160"/>
                </a:lnTo>
                <a:lnTo>
                  <a:pt x="68" y="159"/>
                </a:lnTo>
                <a:lnTo>
                  <a:pt x="66" y="159"/>
                </a:lnTo>
                <a:lnTo>
                  <a:pt x="65" y="159"/>
                </a:lnTo>
                <a:lnTo>
                  <a:pt x="65" y="158"/>
                </a:lnTo>
                <a:lnTo>
                  <a:pt x="64" y="158"/>
                </a:lnTo>
                <a:lnTo>
                  <a:pt x="63" y="158"/>
                </a:lnTo>
                <a:lnTo>
                  <a:pt x="63" y="157"/>
                </a:lnTo>
                <a:lnTo>
                  <a:pt x="63" y="156"/>
                </a:lnTo>
                <a:lnTo>
                  <a:pt x="62" y="155"/>
                </a:lnTo>
                <a:lnTo>
                  <a:pt x="61" y="155"/>
                </a:lnTo>
                <a:lnTo>
                  <a:pt x="59" y="155"/>
                </a:lnTo>
                <a:lnTo>
                  <a:pt x="59" y="154"/>
                </a:lnTo>
                <a:lnTo>
                  <a:pt x="57" y="153"/>
                </a:lnTo>
                <a:lnTo>
                  <a:pt x="56" y="152"/>
                </a:lnTo>
                <a:lnTo>
                  <a:pt x="54" y="152"/>
                </a:lnTo>
                <a:lnTo>
                  <a:pt x="53" y="153"/>
                </a:lnTo>
                <a:lnTo>
                  <a:pt x="52" y="153"/>
                </a:lnTo>
                <a:lnTo>
                  <a:pt x="51" y="153"/>
                </a:lnTo>
                <a:lnTo>
                  <a:pt x="51" y="152"/>
                </a:lnTo>
                <a:lnTo>
                  <a:pt x="50" y="152"/>
                </a:lnTo>
                <a:lnTo>
                  <a:pt x="49" y="151"/>
                </a:lnTo>
                <a:lnTo>
                  <a:pt x="49" y="150"/>
                </a:lnTo>
                <a:lnTo>
                  <a:pt x="48" y="149"/>
                </a:lnTo>
                <a:lnTo>
                  <a:pt x="47" y="149"/>
                </a:lnTo>
                <a:lnTo>
                  <a:pt x="46" y="150"/>
                </a:lnTo>
                <a:lnTo>
                  <a:pt x="45" y="150"/>
                </a:lnTo>
                <a:lnTo>
                  <a:pt x="44" y="150"/>
                </a:lnTo>
                <a:lnTo>
                  <a:pt x="43" y="149"/>
                </a:lnTo>
                <a:lnTo>
                  <a:pt x="43" y="148"/>
                </a:lnTo>
                <a:lnTo>
                  <a:pt x="43" y="147"/>
                </a:lnTo>
                <a:lnTo>
                  <a:pt x="43" y="146"/>
                </a:lnTo>
                <a:lnTo>
                  <a:pt x="42" y="145"/>
                </a:lnTo>
                <a:lnTo>
                  <a:pt x="42" y="144"/>
                </a:lnTo>
                <a:lnTo>
                  <a:pt x="41" y="143"/>
                </a:lnTo>
                <a:lnTo>
                  <a:pt x="40" y="143"/>
                </a:lnTo>
                <a:lnTo>
                  <a:pt x="40" y="142"/>
                </a:lnTo>
                <a:lnTo>
                  <a:pt x="39" y="141"/>
                </a:lnTo>
                <a:lnTo>
                  <a:pt x="39" y="140"/>
                </a:lnTo>
                <a:lnTo>
                  <a:pt x="39" y="139"/>
                </a:lnTo>
                <a:lnTo>
                  <a:pt x="38" y="138"/>
                </a:lnTo>
                <a:lnTo>
                  <a:pt x="37" y="138"/>
                </a:lnTo>
                <a:lnTo>
                  <a:pt x="38" y="137"/>
                </a:lnTo>
                <a:lnTo>
                  <a:pt x="38" y="136"/>
                </a:lnTo>
                <a:lnTo>
                  <a:pt x="39" y="135"/>
                </a:lnTo>
                <a:lnTo>
                  <a:pt x="39" y="134"/>
                </a:lnTo>
                <a:lnTo>
                  <a:pt x="38" y="133"/>
                </a:lnTo>
                <a:lnTo>
                  <a:pt x="39" y="133"/>
                </a:lnTo>
                <a:lnTo>
                  <a:pt x="39" y="132"/>
                </a:lnTo>
                <a:lnTo>
                  <a:pt x="40" y="131"/>
                </a:lnTo>
                <a:lnTo>
                  <a:pt x="40" y="130"/>
                </a:lnTo>
                <a:lnTo>
                  <a:pt x="40" y="128"/>
                </a:lnTo>
                <a:lnTo>
                  <a:pt x="41" y="127"/>
                </a:lnTo>
                <a:lnTo>
                  <a:pt x="40" y="126"/>
                </a:lnTo>
                <a:lnTo>
                  <a:pt x="39" y="125"/>
                </a:lnTo>
                <a:lnTo>
                  <a:pt x="38" y="125"/>
                </a:lnTo>
                <a:lnTo>
                  <a:pt x="37" y="125"/>
                </a:lnTo>
                <a:lnTo>
                  <a:pt x="36" y="125"/>
                </a:lnTo>
                <a:lnTo>
                  <a:pt x="35" y="124"/>
                </a:lnTo>
                <a:lnTo>
                  <a:pt x="34" y="124"/>
                </a:lnTo>
                <a:lnTo>
                  <a:pt x="33" y="124"/>
                </a:lnTo>
                <a:lnTo>
                  <a:pt x="32" y="124"/>
                </a:lnTo>
                <a:lnTo>
                  <a:pt x="31" y="124"/>
                </a:lnTo>
                <a:lnTo>
                  <a:pt x="30" y="125"/>
                </a:lnTo>
                <a:lnTo>
                  <a:pt x="29" y="125"/>
                </a:lnTo>
                <a:lnTo>
                  <a:pt x="28" y="125"/>
                </a:lnTo>
                <a:lnTo>
                  <a:pt x="28" y="124"/>
                </a:lnTo>
                <a:lnTo>
                  <a:pt x="28" y="123"/>
                </a:lnTo>
                <a:lnTo>
                  <a:pt x="27" y="122"/>
                </a:lnTo>
                <a:lnTo>
                  <a:pt x="26" y="121"/>
                </a:lnTo>
                <a:lnTo>
                  <a:pt x="26" y="120"/>
                </a:lnTo>
                <a:lnTo>
                  <a:pt x="25" y="120"/>
                </a:lnTo>
                <a:lnTo>
                  <a:pt x="24" y="120"/>
                </a:lnTo>
                <a:lnTo>
                  <a:pt x="23" y="119"/>
                </a:lnTo>
                <a:lnTo>
                  <a:pt x="22" y="119"/>
                </a:lnTo>
                <a:lnTo>
                  <a:pt x="22" y="117"/>
                </a:lnTo>
                <a:lnTo>
                  <a:pt x="21" y="115"/>
                </a:lnTo>
                <a:lnTo>
                  <a:pt x="22" y="114"/>
                </a:lnTo>
                <a:lnTo>
                  <a:pt x="23" y="113"/>
                </a:lnTo>
                <a:lnTo>
                  <a:pt x="24" y="110"/>
                </a:lnTo>
                <a:lnTo>
                  <a:pt x="25" y="109"/>
                </a:lnTo>
                <a:lnTo>
                  <a:pt x="25" y="108"/>
                </a:lnTo>
                <a:lnTo>
                  <a:pt x="26" y="108"/>
                </a:lnTo>
                <a:lnTo>
                  <a:pt x="26" y="107"/>
                </a:lnTo>
                <a:lnTo>
                  <a:pt x="26" y="106"/>
                </a:lnTo>
                <a:lnTo>
                  <a:pt x="26" y="105"/>
                </a:lnTo>
                <a:lnTo>
                  <a:pt x="26" y="104"/>
                </a:lnTo>
                <a:lnTo>
                  <a:pt x="27" y="104"/>
                </a:lnTo>
                <a:lnTo>
                  <a:pt x="27" y="101"/>
                </a:lnTo>
                <a:lnTo>
                  <a:pt x="26" y="101"/>
                </a:lnTo>
                <a:lnTo>
                  <a:pt x="26" y="100"/>
                </a:lnTo>
                <a:lnTo>
                  <a:pt x="25" y="98"/>
                </a:lnTo>
                <a:lnTo>
                  <a:pt x="26" y="98"/>
                </a:lnTo>
                <a:lnTo>
                  <a:pt x="26" y="97"/>
                </a:lnTo>
                <a:lnTo>
                  <a:pt x="27" y="95"/>
                </a:lnTo>
                <a:lnTo>
                  <a:pt x="26" y="95"/>
                </a:lnTo>
                <a:lnTo>
                  <a:pt x="25" y="95"/>
                </a:lnTo>
                <a:lnTo>
                  <a:pt x="25" y="94"/>
                </a:lnTo>
                <a:lnTo>
                  <a:pt x="25" y="93"/>
                </a:lnTo>
                <a:lnTo>
                  <a:pt x="25" y="92"/>
                </a:lnTo>
                <a:lnTo>
                  <a:pt x="25" y="91"/>
                </a:lnTo>
                <a:lnTo>
                  <a:pt x="25" y="90"/>
                </a:lnTo>
                <a:lnTo>
                  <a:pt x="25" y="89"/>
                </a:lnTo>
                <a:lnTo>
                  <a:pt x="26" y="89"/>
                </a:lnTo>
                <a:lnTo>
                  <a:pt x="26" y="88"/>
                </a:lnTo>
                <a:lnTo>
                  <a:pt x="26" y="87"/>
                </a:lnTo>
                <a:lnTo>
                  <a:pt x="25" y="86"/>
                </a:lnTo>
                <a:lnTo>
                  <a:pt x="24" y="86"/>
                </a:lnTo>
                <a:lnTo>
                  <a:pt x="24" y="85"/>
                </a:lnTo>
                <a:lnTo>
                  <a:pt x="25" y="85"/>
                </a:lnTo>
                <a:lnTo>
                  <a:pt x="25" y="84"/>
                </a:lnTo>
                <a:lnTo>
                  <a:pt x="24" y="84"/>
                </a:lnTo>
                <a:lnTo>
                  <a:pt x="24" y="83"/>
                </a:lnTo>
                <a:lnTo>
                  <a:pt x="24" y="80"/>
                </a:lnTo>
                <a:lnTo>
                  <a:pt x="23" y="77"/>
                </a:lnTo>
                <a:lnTo>
                  <a:pt x="22" y="77"/>
                </a:lnTo>
                <a:lnTo>
                  <a:pt x="21" y="77"/>
                </a:lnTo>
                <a:lnTo>
                  <a:pt x="21" y="76"/>
                </a:lnTo>
                <a:lnTo>
                  <a:pt x="20" y="75"/>
                </a:lnTo>
                <a:lnTo>
                  <a:pt x="19" y="74"/>
                </a:lnTo>
                <a:lnTo>
                  <a:pt x="18" y="74"/>
                </a:lnTo>
                <a:lnTo>
                  <a:pt x="18" y="73"/>
                </a:lnTo>
                <a:lnTo>
                  <a:pt x="19" y="73"/>
                </a:lnTo>
                <a:lnTo>
                  <a:pt x="19" y="71"/>
                </a:lnTo>
                <a:lnTo>
                  <a:pt x="19" y="70"/>
                </a:lnTo>
                <a:lnTo>
                  <a:pt x="21" y="69"/>
                </a:lnTo>
                <a:lnTo>
                  <a:pt x="22" y="69"/>
                </a:lnTo>
                <a:lnTo>
                  <a:pt x="23" y="69"/>
                </a:lnTo>
                <a:lnTo>
                  <a:pt x="24" y="69"/>
                </a:lnTo>
                <a:lnTo>
                  <a:pt x="24" y="68"/>
                </a:lnTo>
                <a:lnTo>
                  <a:pt x="23" y="67"/>
                </a:lnTo>
                <a:lnTo>
                  <a:pt x="23" y="66"/>
                </a:lnTo>
                <a:lnTo>
                  <a:pt x="23" y="65"/>
                </a:lnTo>
                <a:lnTo>
                  <a:pt x="24" y="65"/>
                </a:lnTo>
                <a:lnTo>
                  <a:pt x="24" y="64"/>
                </a:lnTo>
                <a:lnTo>
                  <a:pt x="23" y="62"/>
                </a:lnTo>
                <a:lnTo>
                  <a:pt x="23" y="61"/>
                </a:lnTo>
                <a:lnTo>
                  <a:pt x="23" y="60"/>
                </a:lnTo>
                <a:lnTo>
                  <a:pt x="24" y="60"/>
                </a:lnTo>
                <a:lnTo>
                  <a:pt x="24" y="61"/>
                </a:lnTo>
                <a:lnTo>
                  <a:pt x="25" y="61"/>
                </a:lnTo>
                <a:lnTo>
                  <a:pt x="27" y="62"/>
                </a:lnTo>
                <a:lnTo>
                  <a:pt x="27" y="61"/>
                </a:lnTo>
                <a:lnTo>
                  <a:pt x="28" y="61"/>
                </a:lnTo>
                <a:lnTo>
                  <a:pt x="29" y="61"/>
                </a:lnTo>
                <a:lnTo>
                  <a:pt x="31" y="61"/>
                </a:lnTo>
                <a:lnTo>
                  <a:pt x="33" y="61"/>
                </a:lnTo>
                <a:lnTo>
                  <a:pt x="34" y="61"/>
                </a:lnTo>
                <a:lnTo>
                  <a:pt x="34" y="62"/>
                </a:lnTo>
                <a:lnTo>
                  <a:pt x="35" y="62"/>
                </a:lnTo>
                <a:lnTo>
                  <a:pt x="35" y="61"/>
                </a:lnTo>
                <a:lnTo>
                  <a:pt x="35" y="60"/>
                </a:lnTo>
                <a:lnTo>
                  <a:pt x="35" y="59"/>
                </a:lnTo>
                <a:lnTo>
                  <a:pt x="36" y="58"/>
                </a:lnTo>
                <a:lnTo>
                  <a:pt x="37" y="59"/>
                </a:lnTo>
                <a:lnTo>
                  <a:pt x="38" y="59"/>
                </a:lnTo>
                <a:lnTo>
                  <a:pt x="39" y="59"/>
                </a:lnTo>
                <a:lnTo>
                  <a:pt x="40" y="59"/>
                </a:lnTo>
                <a:lnTo>
                  <a:pt x="41" y="59"/>
                </a:lnTo>
                <a:lnTo>
                  <a:pt x="41" y="58"/>
                </a:lnTo>
                <a:lnTo>
                  <a:pt x="42" y="58"/>
                </a:lnTo>
                <a:lnTo>
                  <a:pt x="42" y="57"/>
                </a:lnTo>
                <a:lnTo>
                  <a:pt x="43" y="57"/>
                </a:lnTo>
                <a:lnTo>
                  <a:pt x="44" y="58"/>
                </a:lnTo>
                <a:lnTo>
                  <a:pt x="45" y="59"/>
                </a:lnTo>
                <a:lnTo>
                  <a:pt x="46" y="59"/>
                </a:lnTo>
                <a:lnTo>
                  <a:pt x="47" y="59"/>
                </a:lnTo>
                <a:lnTo>
                  <a:pt x="48" y="58"/>
                </a:lnTo>
                <a:lnTo>
                  <a:pt x="50" y="57"/>
                </a:lnTo>
                <a:lnTo>
                  <a:pt x="51" y="57"/>
                </a:lnTo>
                <a:lnTo>
                  <a:pt x="52" y="57"/>
                </a:lnTo>
                <a:lnTo>
                  <a:pt x="54" y="56"/>
                </a:lnTo>
                <a:lnTo>
                  <a:pt x="56" y="56"/>
                </a:lnTo>
                <a:lnTo>
                  <a:pt x="57" y="55"/>
                </a:lnTo>
                <a:lnTo>
                  <a:pt x="58" y="55"/>
                </a:lnTo>
                <a:lnTo>
                  <a:pt x="58" y="54"/>
                </a:lnTo>
                <a:lnTo>
                  <a:pt x="59" y="54"/>
                </a:lnTo>
                <a:lnTo>
                  <a:pt x="60" y="55"/>
                </a:lnTo>
                <a:lnTo>
                  <a:pt x="61" y="55"/>
                </a:lnTo>
                <a:lnTo>
                  <a:pt x="61" y="56"/>
                </a:lnTo>
                <a:lnTo>
                  <a:pt x="62" y="56"/>
                </a:lnTo>
                <a:lnTo>
                  <a:pt x="64" y="57"/>
                </a:lnTo>
                <a:lnTo>
                  <a:pt x="65" y="56"/>
                </a:lnTo>
                <a:lnTo>
                  <a:pt x="66" y="56"/>
                </a:lnTo>
                <a:lnTo>
                  <a:pt x="66" y="54"/>
                </a:lnTo>
                <a:lnTo>
                  <a:pt x="66" y="53"/>
                </a:lnTo>
                <a:lnTo>
                  <a:pt x="66" y="52"/>
                </a:lnTo>
                <a:lnTo>
                  <a:pt x="67" y="52"/>
                </a:lnTo>
                <a:lnTo>
                  <a:pt x="67" y="51"/>
                </a:lnTo>
                <a:lnTo>
                  <a:pt x="67" y="52"/>
                </a:lnTo>
                <a:lnTo>
                  <a:pt x="68" y="52"/>
                </a:lnTo>
                <a:lnTo>
                  <a:pt x="68" y="51"/>
                </a:lnTo>
                <a:lnTo>
                  <a:pt x="69" y="49"/>
                </a:lnTo>
                <a:lnTo>
                  <a:pt x="69" y="48"/>
                </a:lnTo>
                <a:lnTo>
                  <a:pt x="69" y="47"/>
                </a:lnTo>
                <a:lnTo>
                  <a:pt x="69" y="46"/>
                </a:lnTo>
                <a:lnTo>
                  <a:pt x="69" y="45"/>
                </a:lnTo>
                <a:lnTo>
                  <a:pt x="69" y="43"/>
                </a:lnTo>
                <a:lnTo>
                  <a:pt x="68" y="42"/>
                </a:lnTo>
                <a:lnTo>
                  <a:pt x="68" y="41"/>
                </a:lnTo>
                <a:lnTo>
                  <a:pt x="69" y="39"/>
                </a:lnTo>
                <a:lnTo>
                  <a:pt x="69" y="38"/>
                </a:lnTo>
                <a:lnTo>
                  <a:pt x="70" y="38"/>
                </a:lnTo>
                <a:lnTo>
                  <a:pt x="71" y="38"/>
                </a:lnTo>
                <a:lnTo>
                  <a:pt x="72" y="38"/>
                </a:lnTo>
                <a:lnTo>
                  <a:pt x="72" y="39"/>
                </a:lnTo>
                <a:lnTo>
                  <a:pt x="75" y="38"/>
                </a:lnTo>
                <a:lnTo>
                  <a:pt x="75" y="36"/>
                </a:lnTo>
                <a:lnTo>
                  <a:pt x="76" y="36"/>
                </a:lnTo>
                <a:lnTo>
                  <a:pt x="76" y="35"/>
                </a:lnTo>
                <a:lnTo>
                  <a:pt x="76" y="34"/>
                </a:lnTo>
                <a:lnTo>
                  <a:pt x="77" y="34"/>
                </a:lnTo>
                <a:lnTo>
                  <a:pt x="77" y="33"/>
                </a:lnTo>
                <a:lnTo>
                  <a:pt x="77" y="32"/>
                </a:lnTo>
                <a:lnTo>
                  <a:pt x="78" y="32"/>
                </a:lnTo>
                <a:lnTo>
                  <a:pt x="78" y="30"/>
                </a:lnTo>
                <a:lnTo>
                  <a:pt x="78" y="29"/>
                </a:lnTo>
                <a:lnTo>
                  <a:pt x="77" y="28"/>
                </a:lnTo>
                <a:lnTo>
                  <a:pt x="77" y="27"/>
                </a:lnTo>
                <a:lnTo>
                  <a:pt x="77" y="25"/>
                </a:lnTo>
                <a:lnTo>
                  <a:pt x="75" y="25"/>
                </a:lnTo>
                <a:lnTo>
                  <a:pt x="75" y="24"/>
                </a:lnTo>
                <a:lnTo>
                  <a:pt x="74" y="24"/>
                </a:lnTo>
                <a:lnTo>
                  <a:pt x="74" y="22"/>
                </a:lnTo>
                <a:lnTo>
                  <a:pt x="74" y="21"/>
                </a:lnTo>
                <a:lnTo>
                  <a:pt x="73" y="18"/>
                </a:lnTo>
                <a:lnTo>
                  <a:pt x="72" y="18"/>
                </a:lnTo>
                <a:lnTo>
                  <a:pt x="72" y="17"/>
                </a:lnTo>
                <a:lnTo>
                  <a:pt x="72" y="15"/>
                </a:lnTo>
                <a:lnTo>
                  <a:pt x="73" y="14"/>
                </a:lnTo>
                <a:lnTo>
                  <a:pt x="75" y="14"/>
                </a:lnTo>
                <a:lnTo>
                  <a:pt x="76" y="14"/>
                </a:lnTo>
                <a:lnTo>
                  <a:pt x="77" y="14"/>
                </a:lnTo>
                <a:lnTo>
                  <a:pt x="78" y="13"/>
                </a:lnTo>
                <a:lnTo>
                  <a:pt x="79" y="12"/>
                </a:lnTo>
                <a:lnTo>
                  <a:pt x="80" y="12"/>
                </a:lnTo>
                <a:lnTo>
                  <a:pt x="85" y="11"/>
                </a:lnTo>
                <a:lnTo>
                  <a:pt x="86" y="10"/>
                </a:lnTo>
                <a:lnTo>
                  <a:pt x="86" y="9"/>
                </a:lnTo>
                <a:lnTo>
                  <a:pt x="86" y="10"/>
                </a:lnTo>
                <a:lnTo>
                  <a:pt x="90" y="9"/>
                </a:lnTo>
                <a:lnTo>
                  <a:pt x="91" y="9"/>
                </a:lnTo>
                <a:lnTo>
                  <a:pt x="93" y="7"/>
                </a:lnTo>
                <a:lnTo>
                  <a:pt x="93" y="6"/>
                </a:lnTo>
                <a:lnTo>
                  <a:pt x="95" y="2"/>
                </a:lnTo>
                <a:lnTo>
                  <a:pt x="96" y="1"/>
                </a:lnTo>
                <a:lnTo>
                  <a:pt x="98" y="0"/>
                </a:lnTo>
                <a:lnTo>
                  <a:pt x="99" y="0"/>
                </a:lnTo>
                <a:lnTo>
                  <a:pt x="102" y="0"/>
                </a:lnTo>
                <a:lnTo>
                  <a:pt x="103" y="0"/>
                </a:lnTo>
                <a:lnTo>
                  <a:pt x="107" y="1"/>
                </a:lnTo>
                <a:lnTo>
                  <a:pt x="108" y="1"/>
                </a:lnTo>
                <a:lnTo>
                  <a:pt x="109" y="1"/>
                </a:lnTo>
                <a:lnTo>
                  <a:pt x="111" y="1"/>
                </a:lnTo>
                <a:lnTo>
                  <a:pt x="112" y="0"/>
                </a:lnTo>
                <a:lnTo>
                  <a:pt x="113" y="0"/>
                </a:lnTo>
                <a:lnTo>
                  <a:pt x="117" y="2"/>
                </a:lnTo>
                <a:lnTo>
                  <a:pt x="118" y="3"/>
                </a:lnTo>
                <a:lnTo>
                  <a:pt x="119" y="3"/>
                </a:lnTo>
                <a:lnTo>
                  <a:pt x="120" y="4"/>
                </a:lnTo>
                <a:lnTo>
                  <a:pt x="121" y="4"/>
                </a:lnTo>
                <a:lnTo>
                  <a:pt x="121" y="5"/>
                </a:lnTo>
                <a:lnTo>
                  <a:pt x="122" y="7"/>
                </a:lnTo>
                <a:lnTo>
                  <a:pt x="124" y="9"/>
                </a:lnTo>
                <a:lnTo>
                  <a:pt x="125" y="10"/>
                </a:lnTo>
                <a:lnTo>
                  <a:pt x="126" y="11"/>
                </a:lnTo>
                <a:lnTo>
                  <a:pt x="127" y="12"/>
                </a:lnTo>
                <a:lnTo>
                  <a:pt x="128" y="12"/>
                </a:lnTo>
                <a:lnTo>
                  <a:pt x="128" y="13"/>
                </a:lnTo>
                <a:lnTo>
                  <a:pt x="129" y="13"/>
                </a:lnTo>
                <a:lnTo>
                  <a:pt x="130" y="15"/>
                </a:lnTo>
                <a:lnTo>
                  <a:pt x="131" y="15"/>
                </a:lnTo>
                <a:lnTo>
                  <a:pt x="132" y="19"/>
                </a:lnTo>
                <a:lnTo>
                  <a:pt x="133" y="20"/>
                </a:lnTo>
                <a:lnTo>
                  <a:pt x="134" y="21"/>
                </a:lnTo>
                <a:lnTo>
                  <a:pt x="135" y="21"/>
                </a:lnTo>
                <a:lnTo>
                  <a:pt x="136" y="21"/>
                </a:lnTo>
                <a:lnTo>
                  <a:pt x="136" y="22"/>
                </a:lnTo>
                <a:lnTo>
                  <a:pt x="137" y="21"/>
                </a:lnTo>
                <a:lnTo>
                  <a:pt x="138" y="21"/>
                </a:lnTo>
                <a:lnTo>
                  <a:pt x="139" y="21"/>
                </a:lnTo>
                <a:lnTo>
                  <a:pt x="140" y="21"/>
                </a:lnTo>
                <a:lnTo>
                  <a:pt x="141" y="21"/>
                </a:lnTo>
                <a:lnTo>
                  <a:pt x="142" y="21"/>
                </a:lnTo>
                <a:lnTo>
                  <a:pt x="142" y="20"/>
                </a:lnTo>
                <a:lnTo>
                  <a:pt x="144" y="21"/>
                </a:lnTo>
                <a:lnTo>
                  <a:pt x="147" y="22"/>
                </a:lnTo>
                <a:lnTo>
                  <a:pt x="148" y="23"/>
                </a:lnTo>
                <a:lnTo>
                  <a:pt x="149" y="24"/>
                </a:lnTo>
                <a:lnTo>
                  <a:pt x="150" y="24"/>
                </a:lnTo>
                <a:lnTo>
                  <a:pt x="151" y="25"/>
                </a:lnTo>
                <a:lnTo>
                  <a:pt x="152" y="25"/>
                </a:lnTo>
                <a:lnTo>
                  <a:pt x="152" y="24"/>
                </a:lnTo>
                <a:lnTo>
                  <a:pt x="153" y="24"/>
                </a:lnTo>
                <a:lnTo>
                  <a:pt x="154" y="24"/>
                </a:lnTo>
                <a:lnTo>
                  <a:pt x="155" y="25"/>
                </a:lnTo>
                <a:lnTo>
                  <a:pt x="155" y="26"/>
                </a:lnTo>
                <a:lnTo>
                  <a:pt x="156" y="27"/>
                </a:lnTo>
                <a:lnTo>
                  <a:pt x="159" y="28"/>
                </a:lnTo>
                <a:lnTo>
                  <a:pt x="160" y="28"/>
                </a:lnTo>
                <a:lnTo>
                  <a:pt x="161" y="28"/>
                </a:lnTo>
                <a:lnTo>
                  <a:pt x="162" y="30"/>
                </a:lnTo>
                <a:lnTo>
                  <a:pt x="162" y="31"/>
                </a:lnTo>
                <a:lnTo>
                  <a:pt x="163" y="31"/>
                </a:lnTo>
                <a:lnTo>
                  <a:pt x="164" y="30"/>
                </a:lnTo>
                <a:lnTo>
                  <a:pt x="165" y="30"/>
                </a:lnTo>
                <a:lnTo>
                  <a:pt x="166" y="30"/>
                </a:lnTo>
                <a:lnTo>
                  <a:pt x="167" y="30"/>
                </a:lnTo>
                <a:lnTo>
                  <a:pt x="167" y="31"/>
                </a:lnTo>
                <a:lnTo>
                  <a:pt x="170" y="31"/>
                </a:lnTo>
                <a:lnTo>
                  <a:pt x="172" y="30"/>
                </a:lnTo>
                <a:lnTo>
                  <a:pt x="173" y="30"/>
                </a:lnTo>
                <a:lnTo>
                  <a:pt x="174" y="30"/>
                </a:lnTo>
                <a:lnTo>
                  <a:pt x="179" y="30"/>
                </a:lnTo>
                <a:lnTo>
                  <a:pt x="180" y="30"/>
                </a:lnTo>
                <a:lnTo>
                  <a:pt x="181" y="29"/>
                </a:lnTo>
                <a:lnTo>
                  <a:pt x="182" y="29"/>
                </a:lnTo>
                <a:lnTo>
                  <a:pt x="182" y="28"/>
                </a:lnTo>
                <a:lnTo>
                  <a:pt x="185" y="29"/>
                </a:lnTo>
                <a:lnTo>
                  <a:pt x="187" y="30"/>
                </a:lnTo>
                <a:lnTo>
                  <a:pt x="189" y="30"/>
                </a:lnTo>
                <a:lnTo>
                  <a:pt x="194" y="32"/>
                </a:lnTo>
                <a:lnTo>
                  <a:pt x="194" y="33"/>
                </a:lnTo>
                <a:lnTo>
                  <a:pt x="193" y="35"/>
                </a:lnTo>
                <a:lnTo>
                  <a:pt x="192" y="37"/>
                </a:lnTo>
                <a:lnTo>
                  <a:pt x="192" y="38"/>
                </a:lnTo>
                <a:lnTo>
                  <a:pt x="193" y="38"/>
                </a:lnTo>
                <a:lnTo>
                  <a:pt x="194" y="39"/>
                </a:lnTo>
                <a:lnTo>
                  <a:pt x="195" y="40"/>
                </a:lnTo>
                <a:lnTo>
                  <a:pt x="195" y="41"/>
                </a:lnTo>
                <a:lnTo>
                  <a:pt x="196" y="42"/>
                </a:lnTo>
                <a:lnTo>
                  <a:pt x="197" y="42"/>
                </a:lnTo>
                <a:lnTo>
                  <a:pt x="198" y="44"/>
                </a:lnTo>
                <a:lnTo>
                  <a:pt x="198" y="46"/>
                </a:lnTo>
                <a:lnTo>
                  <a:pt x="200" y="47"/>
                </a:lnTo>
                <a:lnTo>
                  <a:pt x="200" y="48"/>
                </a:lnTo>
                <a:lnTo>
                  <a:pt x="199" y="49"/>
                </a:lnTo>
                <a:lnTo>
                  <a:pt x="198" y="50"/>
                </a:lnTo>
                <a:lnTo>
                  <a:pt x="198" y="51"/>
                </a:lnTo>
                <a:lnTo>
                  <a:pt x="199" y="51"/>
                </a:lnTo>
                <a:lnTo>
                  <a:pt x="199" y="52"/>
                </a:lnTo>
                <a:lnTo>
                  <a:pt x="199" y="53"/>
                </a:lnTo>
                <a:lnTo>
                  <a:pt x="199" y="55"/>
                </a:lnTo>
                <a:lnTo>
                  <a:pt x="199" y="56"/>
                </a:lnTo>
                <a:lnTo>
                  <a:pt x="198" y="56"/>
                </a:lnTo>
                <a:lnTo>
                  <a:pt x="198" y="57"/>
                </a:lnTo>
                <a:lnTo>
                  <a:pt x="197" y="58"/>
                </a:lnTo>
                <a:lnTo>
                  <a:pt x="196" y="58"/>
                </a:lnTo>
                <a:lnTo>
                  <a:pt x="194" y="59"/>
                </a:lnTo>
                <a:lnTo>
                  <a:pt x="194" y="60"/>
                </a:lnTo>
                <a:lnTo>
                  <a:pt x="194" y="61"/>
                </a:lnTo>
                <a:lnTo>
                  <a:pt x="193" y="61"/>
                </a:lnTo>
                <a:lnTo>
                  <a:pt x="193" y="62"/>
                </a:lnTo>
                <a:lnTo>
                  <a:pt x="193" y="63"/>
                </a:lnTo>
                <a:lnTo>
                  <a:pt x="193" y="65"/>
                </a:lnTo>
                <a:lnTo>
                  <a:pt x="194" y="66"/>
                </a:lnTo>
                <a:lnTo>
                  <a:pt x="195" y="66"/>
                </a:lnTo>
                <a:lnTo>
                  <a:pt x="196" y="68"/>
                </a:lnTo>
                <a:lnTo>
                  <a:pt x="196" y="69"/>
                </a:lnTo>
                <a:lnTo>
                  <a:pt x="196" y="71"/>
                </a:lnTo>
                <a:lnTo>
                  <a:pt x="195" y="72"/>
                </a:lnTo>
                <a:lnTo>
                  <a:pt x="194" y="74"/>
                </a:lnTo>
                <a:lnTo>
                  <a:pt x="193" y="74"/>
                </a:lnTo>
                <a:lnTo>
                  <a:pt x="192" y="76"/>
                </a:lnTo>
                <a:lnTo>
                  <a:pt x="192" y="77"/>
                </a:lnTo>
                <a:lnTo>
                  <a:pt x="193" y="78"/>
                </a:lnTo>
                <a:lnTo>
                  <a:pt x="194" y="78"/>
                </a:lnTo>
                <a:lnTo>
                  <a:pt x="194" y="79"/>
                </a:lnTo>
                <a:lnTo>
                  <a:pt x="195" y="79"/>
                </a:lnTo>
                <a:lnTo>
                  <a:pt x="195" y="80"/>
                </a:lnTo>
                <a:lnTo>
                  <a:pt x="196" y="81"/>
                </a:lnTo>
                <a:lnTo>
                  <a:pt x="196" y="82"/>
                </a:lnTo>
                <a:lnTo>
                  <a:pt x="197" y="82"/>
                </a:lnTo>
                <a:lnTo>
                  <a:pt x="197" y="83"/>
                </a:lnTo>
                <a:lnTo>
                  <a:pt x="198" y="83"/>
                </a:lnTo>
                <a:lnTo>
                  <a:pt x="199" y="83"/>
                </a:lnTo>
                <a:lnTo>
                  <a:pt x="199" y="82"/>
                </a:lnTo>
                <a:lnTo>
                  <a:pt x="200" y="82"/>
                </a:lnTo>
                <a:lnTo>
                  <a:pt x="200" y="81"/>
                </a:lnTo>
                <a:lnTo>
                  <a:pt x="201" y="81"/>
                </a:lnTo>
                <a:lnTo>
                  <a:pt x="202" y="82"/>
                </a:lnTo>
                <a:lnTo>
                  <a:pt x="203" y="84"/>
                </a:lnTo>
                <a:lnTo>
                  <a:pt x="203" y="85"/>
                </a:lnTo>
                <a:lnTo>
                  <a:pt x="204" y="87"/>
                </a:lnTo>
                <a:lnTo>
                  <a:pt x="204" y="88"/>
                </a:lnTo>
                <a:lnTo>
                  <a:pt x="204" y="89"/>
                </a:lnTo>
                <a:lnTo>
                  <a:pt x="204" y="90"/>
                </a:lnTo>
                <a:lnTo>
                  <a:pt x="204" y="91"/>
                </a:lnTo>
                <a:lnTo>
                  <a:pt x="205" y="91"/>
                </a:lnTo>
                <a:lnTo>
                  <a:pt x="205" y="92"/>
                </a:lnTo>
                <a:lnTo>
                  <a:pt x="205" y="93"/>
                </a:lnTo>
                <a:lnTo>
                  <a:pt x="206" y="93"/>
                </a:lnTo>
                <a:lnTo>
                  <a:pt x="205" y="93"/>
                </a:lnTo>
                <a:lnTo>
                  <a:pt x="205" y="94"/>
                </a:lnTo>
                <a:lnTo>
                  <a:pt x="204" y="95"/>
                </a:lnTo>
                <a:lnTo>
                  <a:pt x="204" y="96"/>
                </a:lnTo>
                <a:lnTo>
                  <a:pt x="204" y="97"/>
                </a:lnTo>
                <a:lnTo>
                  <a:pt x="205" y="98"/>
                </a:lnTo>
                <a:lnTo>
                  <a:pt x="206" y="98"/>
                </a:lnTo>
                <a:lnTo>
                  <a:pt x="207" y="98"/>
                </a:lnTo>
                <a:lnTo>
                  <a:pt x="208" y="98"/>
                </a:lnTo>
                <a:lnTo>
                  <a:pt x="209" y="97"/>
                </a:lnTo>
                <a:lnTo>
                  <a:pt x="209" y="98"/>
                </a:lnTo>
                <a:lnTo>
                  <a:pt x="210" y="98"/>
                </a:lnTo>
                <a:lnTo>
                  <a:pt x="211" y="99"/>
                </a:lnTo>
                <a:lnTo>
                  <a:pt x="211" y="101"/>
                </a:lnTo>
                <a:lnTo>
                  <a:pt x="211" y="102"/>
                </a:lnTo>
                <a:lnTo>
                  <a:pt x="212" y="102"/>
                </a:lnTo>
                <a:lnTo>
                  <a:pt x="212" y="103"/>
                </a:lnTo>
                <a:lnTo>
                  <a:pt x="213" y="103"/>
                </a:lnTo>
                <a:lnTo>
                  <a:pt x="213" y="104"/>
                </a:lnTo>
                <a:lnTo>
                  <a:pt x="214" y="104"/>
                </a:lnTo>
                <a:lnTo>
                  <a:pt x="215" y="104"/>
                </a:lnTo>
                <a:lnTo>
                  <a:pt x="215" y="105"/>
                </a:lnTo>
                <a:lnTo>
                  <a:pt x="216" y="105"/>
                </a:lnTo>
                <a:lnTo>
                  <a:pt x="217" y="105"/>
                </a:lnTo>
                <a:lnTo>
                  <a:pt x="218" y="106"/>
                </a:lnTo>
                <a:lnTo>
                  <a:pt x="219" y="106"/>
                </a:lnTo>
                <a:lnTo>
                  <a:pt x="220" y="107"/>
                </a:lnTo>
                <a:lnTo>
                  <a:pt x="221" y="108"/>
                </a:lnTo>
                <a:lnTo>
                  <a:pt x="222" y="110"/>
                </a:lnTo>
                <a:lnTo>
                  <a:pt x="222" y="111"/>
                </a:lnTo>
                <a:lnTo>
                  <a:pt x="221" y="112"/>
                </a:lnTo>
                <a:lnTo>
                  <a:pt x="221" y="113"/>
                </a:lnTo>
                <a:lnTo>
                  <a:pt x="221" y="114"/>
                </a:lnTo>
                <a:lnTo>
                  <a:pt x="222" y="114"/>
                </a:lnTo>
                <a:lnTo>
                  <a:pt x="222" y="115"/>
                </a:lnTo>
                <a:lnTo>
                  <a:pt x="223" y="116"/>
                </a:lnTo>
                <a:lnTo>
                  <a:pt x="224" y="118"/>
                </a:lnTo>
                <a:lnTo>
                  <a:pt x="225" y="118"/>
                </a:lnTo>
                <a:lnTo>
                  <a:pt x="226" y="118"/>
                </a:lnTo>
                <a:lnTo>
                  <a:pt x="226" y="119"/>
                </a:lnTo>
                <a:lnTo>
                  <a:pt x="226" y="120"/>
                </a:lnTo>
                <a:lnTo>
                  <a:pt x="227" y="120"/>
                </a:lnTo>
                <a:lnTo>
                  <a:pt x="228" y="120"/>
                </a:lnTo>
                <a:lnTo>
                  <a:pt x="228" y="121"/>
                </a:lnTo>
                <a:lnTo>
                  <a:pt x="229" y="121"/>
                </a:lnTo>
                <a:lnTo>
                  <a:pt x="228" y="121"/>
                </a:lnTo>
                <a:lnTo>
                  <a:pt x="228" y="122"/>
                </a:lnTo>
                <a:lnTo>
                  <a:pt x="228" y="123"/>
                </a:lnTo>
                <a:lnTo>
                  <a:pt x="229" y="123"/>
                </a:lnTo>
                <a:lnTo>
                  <a:pt x="230" y="123"/>
                </a:lnTo>
                <a:lnTo>
                  <a:pt x="229" y="124"/>
                </a:lnTo>
                <a:lnTo>
                  <a:pt x="229" y="125"/>
                </a:lnTo>
                <a:lnTo>
                  <a:pt x="229" y="126"/>
                </a:lnTo>
                <a:lnTo>
                  <a:pt x="228" y="126"/>
                </a:lnTo>
                <a:lnTo>
                  <a:pt x="227" y="126"/>
                </a:lnTo>
                <a:lnTo>
                  <a:pt x="226" y="127"/>
                </a:lnTo>
                <a:lnTo>
                  <a:pt x="225" y="127"/>
                </a:lnTo>
                <a:lnTo>
                  <a:pt x="225" y="126"/>
                </a:lnTo>
                <a:lnTo>
                  <a:pt x="224" y="127"/>
                </a:lnTo>
                <a:lnTo>
                  <a:pt x="223" y="127"/>
                </a:lnTo>
                <a:lnTo>
                  <a:pt x="224" y="128"/>
                </a:lnTo>
                <a:lnTo>
                  <a:pt x="224" y="129"/>
                </a:lnTo>
                <a:lnTo>
                  <a:pt x="225" y="131"/>
                </a:lnTo>
                <a:lnTo>
                  <a:pt x="225" y="132"/>
                </a:lnTo>
                <a:lnTo>
                  <a:pt x="225" y="133"/>
                </a:lnTo>
                <a:lnTo>
                  <a:pt x="226" y="133"/>
                </a:lnTo>
                <a:lnTo>
                  <a:pt x="227" y="133"/>
                </a:lnTo>
                <a:lnTo>
                  <a:pt x="227" y="134"/>
                </a:lnTo>
                <a:lnTo>
                  <a:pt x="228" y="134"/>
                </a:lnTo>
                <a:lnTo>
                  <a:pt x="228" y="135"/>
                </a:lnTo>
                <a:lnTo>
                  <a:pt x="229" y="135"/>
                </a:lnTo>
                <a:lnTo>
                  <a:pt x="230" y="136"/>
                </a:lnTo>
                <a:lnTo>
                  <a:pt x="230" y="137"/>
                </a:lnTo>
                <a:lnTo>
                  <a:pt x="231" y="137"/>
                </a:lnTo>
                <a:lnTo>
                  <a:pt x="231" y="138"/>
                </a:lnTo>
                <a:lnTo>
                  <a:pt x="232" y="138"/>
                </a:lnTo>
                <a:lnTo>
                  <a:pt x="231" y="139"/>
                </a:lnTo>
                <a:lnTo>
                  <a:pt x="230" y="140"/>
                </a:lnTo>
                <a:lnTo>
                  <a:pt x="230" y="141"/>
                </a:lnTo>
                <a:lnTo>
                  <a:pt x="229" y="141"/>
                </a:lnTo>
                <a:lnTo>
                  <a:pt x="228" y="142"/>
                </a:lnTo>
                <a:lnTo>
                  <a:pt x="228" y="143"/>
                </a:lnTo>
                <a:lnTo>
                  <a:pt x="228" y="145"/>
                </a:lnTo>
                <a:lnTo>
                  <a:pt x="229" y="146"/>
                </a:lnTo>
                <a:lnTo>
                  <a:pt x="229" y="147"/>
                </a:lnTo>
                <a:lnTo>
                  <a:pt x="230" y="147"/>
                </a:lnTo>
                <a:lnTo>
                  <a:pt x="231" y="146"/>
                </a:lnTo>
                <a:lnTo>
                  <a:pt x="232" y="147"/>
                </a:lnTo>
                <a:lnTo>
                  <a:pt x="232" y="148"/>
                </a:lnTo>
                <a:lnTo>
                  <a:pt x="232" y="149"/>
                </a:lnTo>
                <a:lnTo>
                  <a:pt x="233" y="149"/>
                </a:lnTo>
                <a:lnTo>
                  <a:pt x="233" y="150"/>
                </a:lnTo>
                <a:lnTo>
                  <a:pt x="233" y="151"/>
                </a:lnTo>
                <a:lnTo>
                  <a:pt x="234" y="151"/>
                </a:lnTo>
                <a:lnTo>
                  <a:pt x="235" y="152"/>
                </a:lnTo>
                <a:lnTo>
                  <a:pt x="237" y="154"/>
                </a:lnTo>
                <a:lnTo>
                  <a:pt x="238" y="155"/>
                </a:lnTo>
                <a:lnTo>
                  <a:pt x="239" y="155"/>
                </a:lnTo>
                <a:lnTo>
                  <a:pt x="240" y="155"/>
                </a:lnTo>
                <a:lnTo>
                  <a:pt x="240" y="156"/>
                </a:lnTo>
                <a:lnTo>
                  <a:pt x="240" y="157"/>
                </a:lnTo>
                <a:lnTo>
                  <a:pt x="240" y="158"/>
                </a:lnTo>
                <a:lnTo>
                  <a:pt x="240" y="160"/>
                </a:lnTo>
                <a:lnTo>
                  <a:pt x="241" y="160"/>
                </a:lnTo>
                <a:lnTo>
                  <a:pt x="242" y="160"/>
                </a:lnTo>
                <a:lnTo>
                  <a:pt x="242" y="161"/>
                </a:lnTo>
                <a:lnTo>
                  <a:pt x="243" y="161"/>
                </a:lnTo>
                <a:lnTo>
                  <a:pt x="243" y="164"/>
                </a:lnTo>
                <a:lnTo>
                  <a:pt x="243" y="165"/>
                </a:lnTo>
                <a:lnTo>
                  <a:pt x="243" y="166"/>
                </a:lnTo>
                <a:lnTo>
                  <a:pt x="242" y="169"/>
                </a:lnTo>
                <a:lnTo>
                  <a:pt x="242" y="170"/>
                </a:lnTo>
                <a:lnTo>
                  <a:pt x="241" y="172"/>
                </a:lnTo>
                <a:lnTo>
                  <a:pt x="241" y="174"/>
                </a:lnTo>
                <a:lnTo>
                  <a:pt x="241" y="175"/>
                </a:lnTo>
                <a:lnTo>
                  <a:pt x="241" y="176"/>
                </a:lnTo>
                <a:lnTo>
                  <a:pt x="242" y="176"/>
                </a:lnTo>
                <a:lnTo>
                  <a:pt x="243" y="176"/>
                </a:lnTo>
                <a:lnTo>
                  <a:pt x="243" y="177"/>
                </a:lnTo>
                <a:lnTo>
                  <a:pt x="244" y="178"/>
                </a:lnTo>
                <a:lnTo>
                  <a:pt x="244" y="180"/>
                </a:lnTo>
                <a:lnTo>
                  <a:pt x="245" y="181"/>
                </a:lnTo>
                <a:lnTo>
                  <a:pt x="245" y="182"/>
                </a:lnTo>
                <a:lnTo>
                  <a:pt x="246" y="182"/>
                </a:lnTo>
                <a:lnTo>
                  <a:pt x="247" y="182"/>
                </a:lnTo>
                <a:lnTo>
                  <a:pt x="247" y="183"/>
                </a:lnTo>
                <a:lnTo>
                  <a:pt x="248" y="183"/>
                </a:lnTo>
                <a:lnTo>
                  <a:pt x="248" y="185"/>
                </a:lnTo>
                <a:lnTo>
                  <a:pt x="248" y="186"/>
                </a:lnTo>
                <a:lnTo>
                  <a:pt x="247" y="186"/>
                </a:lnTo>
                <a:lnTo>
                  <a:pt x="248" y="188"/>
                </a:lnTo>
                <a:lnTo>
                  <a:pt x="248" y="189"/>
                </a:lnTo>
                <a:lnTo>
                  <a:pt x="247" y="189"/>
                </a:lnTo>
                <a:lnTo>
                  <a:pt x="246" y="190"/>
                </a:lnTo>
                <a:lnTo>
                  <a:pt x="246" y="191"/>
                </a:lnTo>
                <a:lnTo>
                  <a:pt x="246" y="192"/>
                </a:lnTo>
                <a:lnTo>
                  <a:pt x="246" y="193"/>
                </a:lnTo>
                <a:lnTo>
                  <a:pt x="245" y="193"/>
                </a:lnTo>
                <a:lnTo>
                  <a:pt x="244" y="193"/>
                </a:lnTo>
                <a:lnTo>
                  <a:pt x="245" y="194"/>
                </a:lnTo>
                <a:lnTo>
                  <a:pt x="245" y="195"/>
                </a:lnTo>
                <a:lnTo>
                  <a:pt x="245" y="196"/>
                </a:lnTo>
                <a:lnTo>
                  <a:pt x="246" y="198"/>
                </a:lnTo>
                <a:lnTo>
                  <a:pt x="246" y="199"/>
                </a:lnTo>
                <a:lnTo>
                  <a:pt x="245" y="199"/>
                </a:lnTo>
                <a:lnTo>
                  <a:pt x="245" y="200"/>
                </a:lnTo>
                <a:lnTo>
                  <a:pt x="244" y="200"/>
                </a:lnTo>
                <a:lnTo>
                  <a:pt x="243" y="200"/>
                </a:lnTo>
                <a:lnTo>
                  <a:pt x="243" y="202"/>
                </a:lnTo>
                <a:lnTo>
                  <a:pt x="243" y="203"/>
                </a:lnTo>
                <a:lnTo>
                  <a:pt x="244" y="203"/>
                </a:lnTo>
                <a:lnTo>
                  <a:pt x="245" y="203"/>
                </a:lnTo>
                <a:lnTo>
                  <a:pt x="246" y="203"/>
                </a:lnTo>
                <a:lnTo>
                  <a:pt x="247" y="203"/>
                </a:lnTo>
                <a:lnTo>
                  <a:pt x="248" y="203"/>
                </a:lnTo>
                <a:lnTo>
                  <a:pt x="248" y="204"/>
                </a:lnTo>
                <a:lnTo>
                  <a:pt x="249" y="204"/>
                </a:lnTo>
                <a:lnTo>
                  <a:pt x="250" y="204"/>
                </a:lnTo>
                <a:lnTo>
                  <a:pt x="251" y="204"/>
                </a:lnTo>
                <a:lnTo>
                  <a:pt x="251" y="205"/>
                </a:lnTo>
                <a:lnTo>
                  <a:pt x="251" y="206"/>
                </a:lnTo>
                <a:lnTo>
                  <a:pt x="251" y="207"/>
                </a:lnTo>
                <a:lnTo>
                  <a:pt x="251" y="208"/>
                </a:lnTo>
                <a:lnTo>
                  <a:pt x="252" y="208"/>
                </a:lnTo>
                <a:lnTo>
                  <a:pt x="252" y="209"/>
                </a:lnTo>
                <a:lnTo>
                  <a:pt x="251" y="210"/>
                </a:lnTo>
                <a:lnTo>
                  <a:pt x="251" y="211"/>
                </a:lnTo>
                <a:lnTo>
                  <a:pt x="251" y="213"/>
                </a:lnTo>
                <a:lnTo>
                  <a:pt x="250" y="215"/>
                </a:lnTo>
                <a:lnTo>
                  <a:pt x="251" y="217"/>
                </a:lnTo>
                <a:lnTo>
                  <a:pt x="251" y="218"/>
                </a:lnTo>
                <a:lnTo>
                  <a:pt x="252" y="219"/>
                </a:lnTo>
                <a:lnTo>
                  <a:pt x="253" y="219"/>
                </a:lnTo>
                <a:lnTo>
                  <a:pt x="254" y="220"/>
                </a:lnTo>
                <a:lnTo>
                  <a:pt x="254" y="221"/>
                </a:lnTo>
                <a:lnTo>
                  <a:pt x="254" y="223"/>
                </a:lnTo>
                <a:lnTo>
                  <a:pt x="254" y="224"/>
                </a:lnTo>
                <a:lnTo>
                  <a:pt x="255" y="225"/>
                </a:lnTo>
                <a:lnTo>
                  <a:pt x="255" y="226"/>
                </a:lnTo>
                <a:lnTo>
                  <a:pt x="256" y="226"/>
                </a:lnTo>
                <a:lnTo>
                  <a:pt x="256" y="227"/>
                </a:lnTo>
                <a:lnTo>
                  <a:pt x="257" y="228"/>
                </a:lnTo>
                <a:lnTo>
                  <a:pt x="257" y="229"/>
                </a:lnTo>
                <a:lnTo>
                  <a:pt x="258" y="229"/>
                </a:lnTo>
                <a:lnTo>
                  <a:pt x="259" y="230"/>
                </a:lnTo>
                <a:lnTo>
                  <a:pt x="260" y="230"/>
                </a:lnTo>
                <a:lnTo>
                  <a:pt x="261" y="231"/>
                </a:lnTo>
                <a:lnTo>
                  <a:pt x="261" y="232"/>
                </a:lnTo>
                <a:lnTo>
                  <a:pt x="262" y="232"/>
                </a:lnTo>
                <a:lnTo>
                  <a:pt x="262" y="233"/>
                </a:lnTo>
                <a:lnTo>
                  <a:pt x="263" y="233"/>
                </a:lnTo>
                <a:lnTo>
                  <a:pt x="264" y="234"/>
                </a:lnTo>
                <a:lnTo>
                  <a:pt x="265" y="234"/>
                </a:lnTo>
                <a:lnTo>
                  <a:pt x="265" y="235"/>
                </a:lnTo>
                <a:lnTo>
                  <a:pt x="266" y="236"/>
                </a:lnTo>
                <a:lnTo>
                  <a:pt x="267" y="236"/>
                </a:lnTo>
                <a:lnTo>
                  <a:pt x="268" y="236"/>
                </a:lnTo>
                <a:lnTo>
                  <a:pt x="268" y="237"/>
                </a:lnTo>
                <a:lnTo>
                  <a:pt x="271" y="238"/>
                </a:lnTo>
                <a:lnTo>
                  <a:pt x="272" y="238"/>
                </a:lnTo>
                <a:lnTo>
                  <a:pt x="273" y="238"/>
                </a:lnTo>
                <a:lnTo>
                  <a:pt x="275" y="238"/>
                </a:lnTo>
                <a:lnTo>
                  <a:pt x="276" y="238"/>
                </a:lnTo>
                <a:lnTo>
                  <a:pt x="276" y="239"/>
                </a:lnTo>
                <a:lnTo>
                  <a:pt x="276" y="240"/>
                </a:lnTo>
                <a:lnTo>
                  <a:pt x="276" y="241"/>
                </a:lnTo>
                <a:lnTo>
                  <a:pt x="276" y="242"/>
                </a:lnTo>
                <a:lnTo>
                  <a:pt x="277" y="242"/>
                </a:lnTo>
                <a:lnTo>
                  <a:pt x="278" y="242"/>
                </a:lnTo>
                <a:lnTo>
                  <a:pt x="278" y="243"/>
                </a:lnTo>
                <a:lnTo>
                  <a:pt x="279" y="243"/>
                </a:lnTo>
                <a:lnTo>
                  <a:pt x="280" y="244"/>
                </a:lnTo>
                <a:lnTo>
                  <a:pt x="281" y="244"/>
                </a:lnTo>
                <a:lnTo>
                  <a:pt x="281" y="245"/>
                </a:lnTo>
                <a:lnTo>
                  <a:pt x="281" y="246"/>
                </a:lnTo>
                <a:lnTo>
                  <a:pt x="282" y="246"/>
                </a:lnTo>
                <a:lnTo>
                  <a:pt x="284" y="246"/>
                </a:lnTo>
                <a:lnTo>
                  <a:pt x="284" y="245"/>
                </a:lnTo>
                <a:lnTo>
                  <a:pt x="285" y="244"/>
                </a:lnTo>
                <a:lnTo>
                  <a:pt x="286" y="244"/>
                </a:lnTo>
                <a:lnTo>
                  <a:pt x="286" y="243"/>
                </a:lnTo>
                <a:lnTo>
                  <a:pt x="286" y="244"/>
                </a:lnTo>
                <a:lnTo>
                  <a:pt x="287" y="244"/>
                </a:lnTo>
                <a:lnTo>
                  <a:pt x="288" y="245"/>
                </a:lnTo>
                <a:lnTo>
                  <a:pt x="288" y="246"/>
                </a:lnTo>
                <a:lnTo>
                  <a:pt x="289" y="246"/>
                </a:lnTo>
                <a:lnTo>
                  <a:pt x="290" y="246"/>
                </a:lnTo>
                <a:lnTo>
                  <a:pt x="292" y="245"/>
                </a:lnTo>
                <a:lnTo>
                  <a:pt x="292" y="246"/>
                </a:lnTo>
                <a:lnTo>
                  <a:pt x="292" y="247"/>
                </a:lnTo>
                <a:lnTo>
                  <a:pt x="293" y="248"/>
                </a:lnTo>
                <a:lnTo>
                  <a:pt x="294" y="248"/>
                </a:lnTo>
                <a:lnTo>
                  <a:pt x="295" y="247"/>
                </a:lnTo>
                <a:lnTo>
                  <a:pt x="297" y="247"/>
                </a:lnTo>
                <a:lnTo>
                  <a:pt x="297" y="248"/>
                </a:lnTo>
                <a:lnTo>
                  <a:pt x="297" y="249"/>
                </a:lnTo>
                <a:lnTo>
                  <a:pt x="297" y="250"/>
                </a:lnTo>
                <a:lnTo>
                  <a:pt x="298" y="251"/>
                </a:lnTo>
                <a:lnTo>
                  <a:pt x="299" y="251"/>
                </a:lnTo>
                <a:lnTo>
                  <a:pt x="300" y="250"/>
                </a:lnTo>
                <a:lnTo>
                  <a:pt x="300" y="251"/>
                </a:lnTo>
                <a:lnTo>
                  <a:pt x="301" y="251"/>
                </a:lnTo>
                <a:lnTo>
                  <a:pt x="301" y="252"/>
                </a:lnTo>
                <a:lnTo>
                  <a:pt x="301" y="253"/>
                </a:lnTo>
                <a:lnTo>
                  <a:pt x="302" y="254"/>
                </a:lnTo>
                <a:lnTo>
                  <a:pt x="303" y="254"/>
                </a:lnTo>
                <a:lnTo>
                  <a:pt x="304" y="254"/>
                </a:lnTo>
                <a:lnTo>
                  <a:pt x="306" y="254"/>
                </a:lnTo>
                <a:lnTo>
                  <a:pt x="307" y="254"/>
                </a:lnTo>
                <a:lnTo>
                  <a:pt x="309" y="255"/>
                </a:lnTo>
                <a:lnTo>
                  <a:pt x="310" y="255"/>
                </a:lnTo>
                <a:lnTo>
                  <a:pt x="311" y="255"/>
                </a:lnTo>
                <a:lnTo>
                  <a:pt x="311" y="256"/>
                </a:lnTo>
                <a:lnTo>
                  <a:pt x="312" y="257"/>
                </a:lnTo>
                <a:lnTo>
                  <a:pt x="313" y="257"/>
                </a:lnTo>
                <a:lnTo>
                  <a:pt x="314" y="258"/>
                </a:lnTo>
                <a:lnTo>
                  <a:pt x="315" y="259"/>
                </a:lnTo>
                <a:lnTo>
                  <a:pt x="315" y="261"/>
                </a:lnTo>
                <a:lnTo>
                  <a:pt x="316" y="261"/>
                </a:lnTo>
                <a:lnTo>
                  <a:pt x="316" y="262"/>
                </a:lnTo>
                <a:lnTo>
                  <a:pt x="315" y="262"/>
                </a:lnTo>
                <a:lnTo>
                  <a:pt x="316" y="263"/>
                </a:lnTo>
                <a:lnTo>
                  <a:pt x="317" y="265"/>
                </a:lnTo>
                <a:lnTo>
                  <a:pt x="317" y="266"/>
                </a:lnTo>
                <a:lnTo>
                  <a:pt x="316" y="266"/>
                </a:lnTo>
                <a:lnTo>
                  <a:pt x="317" y="267"/>
                </a:lnTo>
                <a:lnTo>
                  <a:pt x="318" y="267"/>
                </a:lnTo>
                <a:lnTo>
                  <a:pt x="318" y="266"/>
                </a:lnTo>
                <a:lnTo>
                  <a:pt x="320" y="268"/>
                </a:lnTo>
                <a:lnTo>
                  <a:pt x="320" y="269"/>
                </a:lnTo>
                <a:lnTo>
                  <a:pt x="319" y="269"/>
                </a:lnTo>
                <a:lnTo>
                  <a:pt x="319" y="271"/>
                </a:lnTo>
                <a:lnTo>
                  <a:pt x="319" y="272"/>
                </a:lnTo>
                <a:lnTo>
                  <a:pt x="319" y="273"/>
                </a:lnTo>
                <a:lnTo>
                  <a:pt x="319" y="274"/>
                </a:lnTo>
                <a:lnTo>
                  <a:pt x="320" y="275"/>
                </a:lnTo>
                <a:lnTo>
                  <a:pt x="320" y="274"/>
                </a:lnTo>
                <a:lnTo>
                  <a:pt x="321" y="274"/>
                </a:lnTo>
                <a:lnTo>
                  <a:pt x="322" y="275"/>
                </a:lnTo>
                <a:lnTo>
                  <a:pt x="322" y="276"/>
                </a:lnTo>
                <a:lnTo>
                  <a:pt x="321" y="276"/>
                </a:lnTo>
                <a:lnTo>
                  <a:pt x="321" y="277"/>
                </a:lnTo>
                <a:lnTo>
                  <a:pt x="321" y="278"/>
                </a:lnTo>
                <a:lnTo>
                  <a:pt x="321" y="279"/>
                </a:lnTo>
                <a:lnTo>
                  <a:pt x="321" y="280"/>
                </a:lnTo>
                <a:lnTo>
                  <a:pt x="321" y="281"/>
                </a:lnTo>
                <a:lnTo>
                  <a:pt x="322" y="282"/>
                </a:lnTo>
                <a:lnTo>
                  <a:pt x="323" y="284"/>
                </a:lnTo>
                <a:lnTo>
                  <a:pt x="323" y="285"/>
                </a:lnTo>
                <a:lnTo>
                  <a:pt x="323" y="286"/>
                </a:lnTo>
                <a:lnTo>
                  <a:pt x="323" y="287"/>
                </a:lnTo>
                <a:lnTo>
                  <a:pt x="324" y="288"/>
                </a:lnTo>
                <a:lnTo>
                  <a:pt x="324" y="289"/>
                </a:lnTo>
                <a:lnTo>
                  <a:pt x="324" y="290"/>
                </a:lnTo>
                <a:lnTo>
                  <a:pt x="323" y="290"/>
                </a:lnTo>
                <a:lnTo>
                  <a:pt x="324" y="290"/>
                </a:lnTo>
                <a:lnTo>
                  <a:pt x="325" y="290"/>
                </a:lnTo>
                <a:lnTo>
                  <a:pt x="325" y="289"/>
                </a:lnTo>
                <a:lnTo>
                  <a:pt x="326" y="289"/>
                </a:lnTo>
                <a:lnTo>
                  <a:pt x="327" y="289"/>
                </a:lnTo>
                <a:lnTo>
                  <a:pt x="328" y="289"/>
                </a:lnTo>
                <a:lnTo>
                  <a:pt x="329" y="289"/>
                </a:lnTo>
                <a:lnTo>
                  <a:pt x="330" y="290"/>
                </a:lnTo>
                <a:lnTo>
                  <a:pt x="331" y="291"/>
                </a:lnTo>
                <a:lnTo>
                  <a:pt x="334" y="290"/>
                </a:lnTo>
                <a:lnTo>
                  <a:pt x="335" y="289"/>
                </a:lnTo>
                <a:lnTo>
                  <a:pt x="335" y="288"/>
                </a:lnTo>
                <a:lnTo>
                  <a:pt x="336" y="287"/>
                </a:lnTo>
                <a:lnTo>
                  <a:pt x="337" y="288"/>
                </a:lnTo>
                <a:lnTo>
                  <a:pt x="337" y="289"/>
                </a:lnTo>
                <a:lnTo>
                  <a:pt x="338" y="289"/>
                </a:lnTo>
                <a:lnTo>
                  <a:pt x="338" y="290"/>
                </a:lnTo>
                <a:lnTo>
                  <a:pt x="339" y="289"/>
                </a:lnTo>
                <a:lnTo>
                  <a:pt x="340" y="289"/>
                </a:lnTo>
                <a:lnTo>
                  <a:pt x="341" y="289"/>
                </a:lnTo>
                <a:lnTo>
                  <a:pt x="341" y="288"/>
                </a:lnTo>
                <a:lnTo>
                  <a:pt x="343" y="287"/>
                </a:lnTo>
                <a:lnTo>
                  <a:pt x="344" y="287"/>
                </a:lnTo>
                <a:lnTo>
                  <a:pt x="347" y="290"/>
                </a:lnTo>
                <a:lnTo>
                  <a:pt x="348" y="290"/>
                </a:lnTo>
                <a:lnTo>
                  <a:pt x="350" y="292"/>
                </a:lnTo>
                <a:lnTo>
                  <a:pt x="351" y="292"/>
                </a:lnTo>
                <a:lnTo>
                  <a:pt x="352" y="292"/>
                </a:lnTo>
                <a:lnTo>
                  <a:pt x="352" y="293"/>
                </a:lnTo>
                <a:lnTo>
                  <a:pt x="353" y="294"/>
                </a:lnTo>
                <a:lnTo>
                  <a:pt x="354" y="295"/>
                </a:lnTo>
                <a:lnTo>
                  <a:pt x="355" y="296"/>
                </a:lnTo>
                <a:lnTo>
                  <a:pt x="356" y="296"/>
                </a:lnTo>
                <a:lnTo>
                  <a:pt x="357" y="296"/>
                </a:lnTo>
                <a:lnTo>
                  <a:pt x="359" y="297"/>
                </a:lnTo>
                <a:lnTo>
                  <a:pt x="361" y="298"/>
                </a:lnTo>
                <a:lnTo>
                  <a:pt x="362" y="298"/>
                </a:lnTo>
                <a:lnTo>
                  <a:pt x="364" y="298"/>
                </a:lnTo>
                <a:lnTo>
                  <a:pt x="366" y="299"/>
                </a:lnTo>
                <a:lnTo>
                  <a:pt x="367" y="299"/>
                </a:lnTo>
                <a:lnTo>
                  <a:pt x="368" y="299"/>
                </a:lnTo>
                <a:lnTo>
                  <a:pt x="369" y="299"/>
                </a:lnTo>
                <a:lnTo>
                  <a:pt x="370" y="300"/>
                </a:lnTo>
                <a:lnTo>
                  <a:pt x="371" y="300"/>
                </a:lnTo>
                <a:lnTo>
                  <a:pt x="372" y="300"/>
                </a:lnTo>
                <a:lnTo>
                  <a:pt x="373" y="301"/>
                </a:lnTo>
                <a:lnTo>
                  <a:pt x="373" y="302"/>
                </a:lnTo>
                <a:lnTo>
                  <a:pt x="374" y="303"/>
                </a:lnTo>
                <a:lnTo>
                  <a:pt x="375" y="305"/>
                </a:lnTo>
                <a:lnTo>
                  <a:pt x="375" y="306"/>
                </a:lnTo>
                <a:lnTo>
                  <a:pt x="376" y="307"/>
                </a:lnTo>
                <a:lnTo>
                  <a:pt x="377" y="309"/>
                </a:lnTo>
                <a:lnTo>
                  <a:pt x="377" y="310"/>
                </a:lnTo>
                <a:lnTo>
                  <a:pt x="377" y="311"/>
                </a:lnTo>
                <a:lnTo>
                  <a:pt x="377" y="312"/>
                </a:lnTo>
                <a:lnTo>
                  <a:pt x="378" y="312"/>
                </a:lnTo>
                <a:lnTo>
                  <a:pt x="379" y="312"/>
                </a:lnTo>
                <a:lnTo>
                  <a:pt x="379" y="313"/>
                </a:lnTo>
                <a:lnTo>
                  <a:pt x="380" y="313"/>
                </a:lnTo>
                <a:lnTo>
                  <a:pt x="379" y="314"/>
                </a:lnTo>
                <a:lnTo>
                  <a:pt x="380" y="314"/>
                </a:lnTo>
                <a:lnTo>
                  <a:pt x="381" y="314"/>
                </a:lnTo>
                <a:lnTo>
                  <a:pt x="381" y="313"/>
                </a:lnTo>
                <a:lnTo>
                  <a:pt x="382" y="313"/>
                </a:lnTo>
                <a:lnTo>
                  <a:pt x="383" y="313"/>
                </a:lnTo>
                <a:lnTo>
                  <a:pt x="383" y="314"/>
                </a:lnTo>
                <a:lnTo>
                  <a:pt x="385" y="312"/>
                </a:lnTo>
                <a:lnTo>
                  <a:pt x="386" y="312"/>
                </a:lnTo>
                <a:lnTo>
                  <a:pt x="387" y="313"/>
                </a:lnTo>
                <a:lnTo>
                  <a:pt x="387" y="314"/>
                </a:lnTo>
                <a:lnTo>
                  <a:pt x="386" y="314"/>
                </a:lnTo>
                <a:lnTo>
                  <a:pt x="387" y="315"/>
                </a:lnTo>
                <a:lnTo>
                  <a:pt x="387" y="316"/>
                </a:lnTo>
                <a:lnTo>
                  <a:pt x="388" y="316"/>
                </a:lnTo>
                <a:lnTo>
                  <a:pt x="388" y="315"/>
                </a:lnTo>
                <a:lnTo>
                  <a:pt x="389" y="315"/>
                </a:lnTo>
                <a:lnTo>
                  <a:pt x="390" y="315"/>
                </a:lnTo>
                <a:lnTo>
                  <a:pt x="390" y="316"/>
                </a:lnTo>
                <a:lnTo>
                  <a:pt x="391" y="316"/>
                </a:lnTo>
                <a:lnTo>
                  <a:pt x="391" y="317"/>
                </a:lnTo>
                <a:lnTo>
                  <a:pt x="392" y="317"/>
                </a:lnTo>
                <a:lnTo>
                  <a:pt x="392" y="318"/>
                </a:lnTo>
                <a:lnTo>
                  <a:pt x="392" y="317"/>
                </a:lnTo>
                <a:lnTo>
                  <a:pt x="393" y="317"/>
                </a:lnTo>
                <a:lnTo>
                  <a:pt x="395" y="317"/>
                </a:lnTo>
                <a:lnTo>
                  <a:pt x="396" y="318"/>
                </a:lnTo>
                <a:lnTo>
                  <a:pt x="397" y="319"/>
                </a:lnTo>
                <a:lnTo>
                  <a:pt x="397" y="320"/>
                </a:lnTo>
                <a:lnTo>
                  <a:pt x="398" y="322"/>
                </a:lnTo>
                <a:lnTo>
                  <a:pt x="398" y="323"/>
                </a:lnTo>
                <a:lnTo>
                  <a:pt x="399" y="325"/>
                </a:lnTo>
                <a:lnTo>
                  <a:pt x="400" y="326"/>
                </a:lnTo>
                <a:lnTo>
                  <a:pt x="402" y="325"/>
                </a:lnTo>
                <a:lnTo>
                  <a:pt x="402" y="324"/>
                </a:lnTo>
                <a:lnTo>
                  <a:pt x="402" y="323"/>
                </a:lnTo>
                <a:lnTo>
                  <a:pt x="402" y="322"/>
                </a:lnTo>
                <a:lnTo>
                  <a:pt x="402" y="321"/>
                </a:lnTo>
                <a:lnTo>
                  <a:pt x="403" y="321"/>
                </a:lnTo>
                <a:lnTo>
                  <a:pt x="404" y="320"/>
                </a:lnTo>
                <a:lnTo>
                  <a:pt x="406" y="317"/>
                </a:lnTo>
                <a:lnTo>
                  <a:pt x="407" y="315"/>
                </a:lnTo>
                <a:lnTo>
                  <a:pt x="407" y="314"/>
                </a:lnTo>
                <a:lnTo>
                  <a:pt x="407" y="313"/>
                </a:lnTo>
                <a:lnTo>
                  <a:pt x="407" y="312"/>
                </a:lnTo>
                <a:lnTo>
                  <a:pt x="408" y="312"/>
                </a:lnTo>
                <a:lnTo>
                  <a:pt x="408" y="311"/>
                </a:lnTo>
                <a:lnTo>
                  <a:pt x="408" y="310"/>
                </a:lnTo>
                <a:lnTo>
                  <a:pt x="408" y="309"/>
                </a:lnTo>
                <a:lnTo>
                  <a:pt x="407" y="309"/>
                </a:lnTo>
                <a:lnTo>
                  <a:pt x="408" y="308"/>
                </a:lnTo>
                <a:lnTo>
                  <a:pt x="407" y="306"/>
                </a:lnTo>
                <a:lnTo>
                  <a:pt x="408" y="306"/>
                </a:lnTo>
                <a:lnTo>
                  <a:pt x="408" y="305"/>
                </a:lnTo>
                <a:lnTo>
                  <a:pt x="409" y="304"/>
                </a:lnTo>
                <a:lnTo>
                  <a:pt x="409" y="303"/>
                </a:lnTo>
                <a:lnTo>
                  <a:pt x="409" y="302"/>
                </a:lnTo>
                <a:lnTo>
                  <a:pt x="409" y="301"/>
                </a:lnTo>
                <a:lnTo>
                  <a:pt x="410" y="300"/>
                </a:lnTo>
                <a:lnTo>
                  <a:pt x="410" y="299"/>
                </a:lnTo>
                <a:lnTo>
                  <a:pt x="411" y="299"/>
                </a:lnTo>
                <a:lnTo>
                  <a:pt x="412" y="298"/>
                </a:lnTo>
                <a:lnTo>
                  <a:pt x="412" y="297"/>
                </a:lnTo>
                <a:lnTo>
                  <a:pt x="412" y="295"/>
                </a:lnTo>
                <a:lnTo>
                  <a:pt x="413" y="294"/>
                </a:lnTo>
                <a:lnTo>
                  <a:pt x="412" y="293"/>
                </a:lnTo>
                <a:lnTo>
                  <a:pt x="411" y="291"/>
                </a:lnTo>
                <a:lnTo>
                  <a:pt x="411" y="290"/>
                </a:lnTo>
                <a:lnTo>
                  <a:pt x="412" y="290"/>
                </a:lnTo>
                <a:lnTo>
                  <a:pt x="411" y="289"/>
                </a:lnTo>
                <a:lnTo>
                  <a:pt x="411" y="286"/>
                </a:lnTo>
                <a:lnTo>
                  <a:pt x="410" y="286"/>
                </a:lnTo>
                <a:lnTo>
                  <a:pt x="409" y="285"/>
                </a:lnTo>
                <a:lnTo>
                  <a:pt x="408" y="285"/>
                </a:lnTo>
                <a:lnTo>
                  <a:pt x="409" y="284"/>
                </a:lnTo>
                <a:lnTo>
                  <a:pt x="409" y="283"/>
                </a:lnTo>
                <a:lnTo>
                  <a:pt x="409" y="282"/>
                </a:lnTo>
                <a:lnTo>
                  <a:pt x="409" y="281"/>
                </a:lnTo>
                <a:lnTo>
                  <a:pt x="410" y="280"/>
                </a:lnTo>
                <a:lnTo>
                  <a:pt x="411" y="280"/>
                </a:lnTo>
                <a:lnTo>
                  <a:pt x="411" y="279"/>
                </a:lnTo>
                <a:lnTo>
                  <a:pt x="412" y="279"/>
                </a:lnTo>
                <a:lnTo>
                  <a:pt x="413" y="279"/>
                </a:lnTo>
                <a:lnTo>
                  <a:pt x="414" y="281"/>
                </a:lnTo>
                <a:lnTo>
                  <a:pt x="415" y="282"/>
                </a:lnTo>
                <a:lnTo>
                  <a:pt x="415" y="283"/>
                </a:lnTo>
                <a:lnTo>
                  <a:pt x="416" y="283"/>
                </a:lnTo>
                <a:lnTo>
                  <a:pt x="416" y="282"/>
                </a:lnTo>
                <a:lnTo>
                  <a:pt x="417" y="282"/>
                </a:lnTo>
                <a:lnTo>
                  <a:pt x="418" y="282"/>
                </a:lnTo>
                <a:lnTo>
                  <a:pt x="419" y="281"/>
                </a:lnTo>
                <a:lnTo>
                  <a:pt x="420" y="281"/>
                </a:lnTo>
                <a:lnTo>
                  <a:pt x="421" y="281"/>
                </a:lnTo>
                <a:lnTo>
                  <a:pt x="421" y="282"/>
                </a:lnTo>
                <a:lnTo>
                  <a:pt x="422" y="282"/>
                </a:lnTo>
                <a:lnTo>
                  <a:pt x="422" y="283"/>
                </a:lnTo>
                <a:lnTo>
                  <a:pt x="423" y="283"/>
                </a:lnTo>
                <a:lnTo>
                  <a:pt x="423" y="282"/>
                </a:lnTo>
                <a:lnTo>
                  <a:pt x="424" y="282"/>
                </a:lnTo>
                <a:lnTo>
                  <a:pt x="424" y="281"/>
                </a:lnTo>
                <a:lnTo>
                  <a:pt x="425" y="279"/>
                </a:lnTo>
                <a:lnTo>
                  <a:pt x="424" y="278"/>
                </a:lnTo>
                <a:lnTo>
                  <a:pt x="425" y="278"/>
                </a:lnTo>
                <a:lnTo>
                  <a:pt x="426" y="277"/>
                </a:lnTo>
                <a:lnTo>
                  <a:pt x="426" y="276"/>
                </a:lnTo>
                <a:lnTo>
                  <a:pt x="426" y="275"/>
                </a:lnTo>
                <a:lnTo>
                  <a:pt x="427" y="273"/>
                </a:lnTo>
                <a:lnTo>
                  <a:pt x="428" y="272"/>
                </a:lnTo>
                <a:lnTo>
                  <a:pt x="428" y="271"/>
                </a:lnTo>
                <a:lnTo>
                  <a:pt x="428" y="270"/>
                </a:lnTo>
                <a:lnTo>
                  <a:pt x="429" y="269"/>
                </a:lnTo>
                <a:lnTo>
                  <a:pt x="429" y="266"/>
                </a:lnTo>
                <a:lnTo>
                  <a:pt x="429" y="265"/>
                </a:lnTo>
                <a:lnTo>
                  <a:pt x="429" y="264"/>
                </a:lnTo>
                <a:lnTo>
                  <a:pt x="429" y="263"/>
                </a:lnTo>
                <a:lnTo>
                  <a:pt x="429" y="262"/>
                </a:lnTo>
                <a:lnTo>
                  <a:pt x="429" y="261"/>
                </a:lnTo>
                <a:lnTo>
                  <a:pt x="430" y="261"/>
                </a:lnTo>
                <a:lnTo>
                  <a:pt x="431" y="262"/>
                </a:lnTo>
                <a:lnTo>
                  <a:pt x="433" y="261"/>
                </a:lnTo>
                <a:lnTo>
                  <a:pt x="434" y="262"/>
                </a:lnTo>
                <a:lnTo>
                  <a:pt x="434" y="263"/>
                </a:lnTo>
                <a:lnTo>
                  <a:pt x="433" y="263"/>
                </a:lnTo>
                <a:lnTo>
                  <a:pt x="433" y="266"/>
                </a:lnTo>
                <a:lnTo>
                  <a:pt x="434" y="267"/>
                </a:lnTo>
                <a:lnTo>
                  <a:pt x="434" y="268"/>
                </a:lnTo>
                <a:lnTo>
                  <a:pt x="435" y="268"/>
                </a:lnTo>
                <a:lnTo>
                  <a:pt x="435" y="269"/>
                </a:lnTo>
                <a:lnTo>
                  <a:pt x="436" y="269"/>
                </a:lnTo>
                <a:lnTo>
                  <a:pt x="436" y="270"/>
                </a:lnTo>
                <a:lnTo>
                  <a:pt x="436" y="271"/>
                </a:lnTo>
                <a:lnTo>
                  <a:pt x="437" y="271"/>
                </a:lnTo>
                <a:lnTo>
                  <a:pt x="438" y="272"/>
                </a:lnTo>
                <a:lnTo>
                  <a:pt x="438" y="273"/>
                </a:lnTo>
                <a:lnTo>
                  <a:pt x="439" y="274"/>
                </a:lnTo>
                <a:lnTo>
                  <a:pt x="439" y="273"/>
                </a:lnTo>
                <a:lnTo>
                  <a:pt x="440" y="273"/>
                </a:lnTo>
                <a:lnTo>
                  <a:pt x="440" y="274"/>
                </a:lnTo>
                <a:lnTo>
                  <a:pt x="440" y="275"/>
                </a:lnTo>
                <a:lnTo>
                  <a:pt x="440" y="276"/>
                </a:lnTo>
                <a:lnTo>
                  <a:pt x="440" y="277"/>
                </a:lnTo>
                <a:lnTo>
                  <a:pt x="440" y="278"/>
                </a:lnTo>
                <a:lnTo>
                  <a:pt x="441" y="280"/>
                </a:lnTo>
                <a:lnTo>
                  <a:pt x="441" y="282"/>
                </a:lnTo>
                <a:lnTo>
                  <a:pt x="441" y="283"/>
                </a:lnTo>
                <a:lnTo>
                  <a:pt x="442" y="283"/>
                </a:lnTo>
                <a:lnTo>
                  <a:pt x="443" y="284"/>
                </a:lnTo>
                <a:lnTo>
                  <a:pt x="445" y="284"/>
                </a:lnTo>
                <a:lnTo>
                  <a:pt x="446" y="284"/>
                </a:lnTo>
                <a:lnTo>
                  <a:pt x="448" y="284"/>
                </a:lnTo>
                <a:lnTo>
                  <a:pt x="449" y="284"/>
                </a:lnTo>
                <a:lnTo>
                  <a:pt x="449" y="285"/>
                </a:lnTo>
                <a:lnTo>
                  <a:pt x="450" y="285"/>
                </a:lnTo>
                <a:lnTo>
                  <a:pt x="450" y="286"/>
                </a:lnTo>
                <a:lnTo>
                  <a:pt x="451" y="286"/>
                </a:lnTo>
                <a:lnTo>
                  <a:pt x="452" y="286"/>
                </a:lnTo>
                <a:lnTo>
                  <a:pt x="453" y="286"/>
                </a:lnTo>
                <a:lnTo>
                  <a:pt x="455" y="287"/>
                </a:lnTo>
                <a:lnTo>
                  <a:pt x="454" y="288"/>
                </a:lnTo>
                <a:lnTo>
                  <a:pt x="454" y="289"/>
                </a:lnTo>
                <a:lnTo>
                  <a:pt x="454" y="291"/>
                </a:lnTo>
                <a:lnTo>
                  <a:pt x="453" y="292"/>
                </a:lnTo>
                <a:lnTo>
                  <a:pt x="453" y="293"/>
                </a:lnTo>
                <a:lnTo>
                  <a:pt x="452" y="293"/>
                </a:lnTo>
                <a:lnTo>
                  <a:pt x="452" y="294"/>
                </a:lnTo>
                <a:lnTo>
                  <a:pt x="453" y="294"/>
                </a:lnTo>
                <a:lnTo>
                  <a:pt x="454" y="294"/>
                </a:lnTo>
                <a:lnTo>
                  <a:pt x="454" y="293"/>
                </a:lnTo>
                <a:lnTo>
                  <a:pt x="455" y="293"/>
                </a:lnTo>
                <a:lnTo>
                  <a:pt x="456" y="294"/>
                </a:lnTo>
                <a:lnTo>
                  <a:pt x="457" y="294"/>
                </a:lnTo>
                <a:lnTo>
                  <a:pt x="458" y="294"/>
                </a:lnTo>
                <a:lnTo>
                  <a:pt x="459" y="294"/>
                </a:lnTo>
                <a:lnTo>
                  <a:pt x="460" y="294"/>
                </a:lnTo>
                <a:lnTo>
                  <a:pt x="460" y="295"/>
                </a:lnTo>
                <a:lnTo>
                  <a:pt x="461" y="296"/>
                </a:lnTo>
                <a:lnTo>
                  <a:pt x="461" y="297"/>
                </a:lnTo>
                <a:lnTo>
                  <a:pt x="461" y="298"/>
                </a:lnTo>
                <a:lnTo>
                  <a:pt x="461" y="299"/>
                </a:lnTo>
                <a:lnTo>
                  <a:pt x="462" y="301"/>
                </a:lnTo>
                <a:lnTo>
                  <a:pt x="463" y="300"/>
                </a:lnTo>
                <a:lnTo>
                  <a:pt x="464" y="300"/>
                </a:lnTo>
                <a:lnTo>
                  <a:pt x="465" y="301"/>
                </a:lnTo>
                <a:lnTo>
                  <a:pt x="466" y="302"/>
                </a:lnTo>
                <a:lnTo>
                  <a:pt x="466" y="303"/>
                </a:lnTo>
                <a:lnTo>
                  <a:pt x="466" y="304"/>
                </a:lnTo>
                <a:lnTo>
                  <a:pt x="466" y="306"/>
                </a:lnTo>
                <a:lnTo>
                  <a:pt x="467" y="306"/>
                </a:lnTo>
                <a:lnTo>
                  <a:pt x="468" y="307"/>
                </a:lnTo>
                <a:lnTo>
                  <a:pt x="468" y="308"/>
                </a:lnTo>
                <a:lnTo>
                  <a:pt x="467" y="308"/>
                </a:lnTo>
                <a:lnTo>
                  <a:pt x="467" y="310"/>
                </a:lnTo>
                <a:lnTo>
                  <a:pt x="467" y="311"/>
                </a:lnTo>
                <a:lnTo>
                  <a:pt x="467" y="312"/>
                </a:lnTo>
                <a:lnTo>
                  <a:pt x="466" y="314"/>
                </a:lnTo>
                <a:lnTo>
                  <a:pt x="467" y="315"/>
                </a:lnTo>
                <a:lnTo>
                  <a:pt x="467" y="316"/>
                </a:lnTo>
                <a:lnTo>
                  <a:pt x="467" y="317"/>
                </a:lnTo>
                <a:lnTo>
                  <a:pt x="466" y="318"/>
                </a:lnTo>
                <a:lnTo>
                  <a:pt x="467" y="318"/>
                </a:lnTo>
                <a:lnTo>
                  <a:pt x="468" y="322"/>
                </a:lnTo>
                <a:lnTo>
                  <a:pt x="468" y="324"/>
                </a:lnTo>
                <a:lnTo>
                  <a:pt x="469" y="324"/>
                </a:lnTo>
                <a:lnTo>
                  <a:pt x="469" y="325"/>
                </a:lnTo>
                <a:lnTo>
                  <a:pt x="469" y="327"/>
                </a:lnTo>
                <a:lnTo>
                  <a:pt x="469" y="329"/>
                </a:lnTo>
                <a:lnTo>
                  <a:pt x="469" y="332"/>
                </a:lnTo>
                <a:lnTo>
                  <a:pt x="468" y="332"/>
                </a:lnTo>
                <a:lnTo>
                  <a:pt x="467" y="332"/>
                </a:lnTo>
                <a:lnTo>
                  <a:pt x="466" y="333"/>
                </a:lnTo>
                <a:lnTo>
                  <a:pt x="465" y="334"/>
                </a:lnTo>
                <a:lnTo>
                  <a:pt x="465" y="335"/>
                </a:lnTo>
                <a:lnTo>
                  <a:pt x="464" y="336"/>
                </a:lnTo>
                <a:lnTo>
                  <a:pt x="463" y="336"/>
                </a:lnTo>
                <a:lnTo>
                  <a:pt x="463" y="337"/>
                </a:lnTo>
                <a:lnTo>
                  <a:pt x="463" y="338"/>
                </a:lnTo>
                <a:lnTo>
                  <a:pt x="462" y="339"/>
                </a:lnTo>
                <a:lnTo>
                  <a:pt x="461" y="338"/>
                </a:lnTo>
                <a:lnTo>
                  <a:pt x="461" y="339"/>
                </a:lnTo>
                <a:lnTo>
                  <a:pt x="460" y="341"/>
                </a:lnTo>
                <a:lnTo>
                  <a:pt x="461" y="342"/>
                </a:lnTo>
                <a:lnTo>
                  <a:pt x="463" y="343"/>
                </a:lnTo>
                <a:lnTo>
                  <a:pt x="464" y="344"/>
                </a:lnTo>
                <a:lnTo>
                  <a:pt x="464" y="347"/>
                </a:lnTo>
                <a:lnTo>
                  <a:pt x="465" y="347"/>
                </a:lnTo>
                <a:lnTo>
                  <a:pt x="466" y="347"/>
                </a:lnTo>
                <a:lnTo>
                  <a:pt x="467" y="348"/>
                </a:lnTo>
                <a:lnTo>
                  <a:pt x="467" y="349"/>
                </a:lnTo>
                <a:lnTo>
                  <a:pt x="468" y="349"/>
                </a:lnTo>
                <a:lnTo>
                  <a:pt x="469" y="349"/>
                </a:lnTo>
                <a:lnTo>
                  <a:pt x="470" y="349"/>
                </a:lnTo>
                <a:lnTo>
                  <a:pt x="471" y="349"/>
                </a:lnTo>
                <a:lnTo>
                  <a:pt x="472" y="349"/>
                </a:lnTo>
                <a:lnTo>
                  <a:pt x="473" y="349"/>
                </a:lnTo>
                <a:lnTo>
                  <a:pt x="473" y="350"/>
                </a:lnTo>
                <a:lnTo>
                  <a:pt x="474" y="351"/>
                </a:lnTo>
                <a:lnTo>
                  <a:pt x="476" y="351"/>
                </a:lnTo>
                <a:lnTo>
                  <a:pt x="476" y="350"/>
                </a:lnTo>
                <a:lnTo>
                  <a:pt x="477" y="350"/>
                </a:lnTo>
                <a:lnTo>
                  <a:pt x="478" y="351"/>
                </a:lnTo>
                <a:lnTo>
                  <a:pt x="478" y="354"/>
                </a:lnTo>
                <a:lnTo>
                  <a:pt x="480" y="355"/>
                </a:lnTo>
                <a:lnTo>
                  <a:pt x="481" y="355"/>
                </a:lnTo>
                <a:lnTo>
                  <a:pt x="482" y="355"/>
                </a:lnTo>
                <a:lnTo>
                  <a:pt x="482" y="354"/>
                </a:lnTo>
                <a:lnTo>
                  <a:pt x="481" y="354"/>
                </a:lnTo>
                <a:lnTo>
                  <a:pt x="481" y="353"/>
                </a:lnTo>
                <a:lnTo>
                  <a:pt x="482" y="352"/>
                </a:lnTo>
                <a:lnTo>
                  <a:pt x="483" y="352"/>
                </a:lnTo>
                <a:lnTo>
                  <a:pt x="483" y="351"/>
                </a:lnTo>
                <a:lnTo>
                  <a:pt x="483" y="350"/>
                </a:lnTo>
                <a:lnTo>
                  <a:pt x="483" y="349"/>
                </a:lnTo>
                <a:lnTo>
                  <a:pt x="484" y="348"/>
                </a:lnTo>
                <a:lnTo>
                  <a:pt x="485" y="346"/>
                </a:lnTo>
                <a:lnTo>
                  <a:pt x="485" y="343"/>
                </a:lnTo>
                <a:lnTo>
                  <a:pt x="484" y="342"/>
                </a:lnTo>
                <a:lnTo>
                  <a:pt x="484" y="340"/>
                </a:lnTo>
                <a:lnTo>
                  <a:pt x="485" y="340"/>
                </a:lnTo>
                <a:lnTo>
                  <a:pt x="485" y="339"/>
                </a:lnTo>
                <a:lnTo>
                  <a:pt x="485" y="337"/>
                </a:lnTo>
                <a:lnTo>
                  <a:pt x="485" y="336"/>
                </a:lnTo>
                <a:lnTo>
                  <a:pt x="486" y="336"/>
                </a:lnTo>
                <a:lnTo>
                  <a:pt x="486" y="335"/>
                </a:lnTo>
                <a:lnTo>
                  <a:pt x="486" y="334"/>
                </a:lnTo>
                <a:lnTo>
                  <a:pt x="487" y="332"/>
                </a:lnTo>
                <a:lnTo>
                  <a:pt x="486" y="332"/>
                </a:lnTo>
                <a:lnTo>
                  <a:pt x="487" y="331"/>
                </a:lnTo>
                <a:lnTo>
                  <a:pt x="488" y="332"/>
                </a:lnTo>
                <a:lnTo>
                  <a:pt x="489" y="332"/>
                </a:lnTo>
                <a:lnTo>
                  <a:pt x="490" y="331"/>
                </a:lnTo>
                <a:lnTo>
                  <a:pt x="490" y="330"/>
                </a:lnTo>
                <a:lnTo>
                  <a:pt x="490" y="329"/>
                </a:lnTo>
                <a:lnTo>
                  <a:pt x="490" y="328"/>
                </a:lnTo>
                <a:lnTo>
                  <a:pt x="490" y="327"/>
                </a:lnTo>
                <a:lnTo>
                  <a:pt x="491" y="327"/>
                </a:lnTo>
                <a:lnTo>
                  <a:pt x="491" y="328"/>
                </a:lnTo>
                <a:lnTo>
                  <a:pt x="492" y="328"/>
                </a:lnTo>
                <a:lnTo>
                  <a:pt x="494" y="329"/>
                </a:lnTo>
                <a:lnTo>
                  <a:pt x="495" y="330"/>
                </a:lnTo>
                <a:lnTo>
                  <a:pt x="496" y="330"/>
                </a:lnTo>
                <a:lnTo>
                  <a:pt x="497" y="330"/>
                </a:lnTo>
                <a:lnTo>
                  <a:pt x="498" y="331"/>
                </a:lnTo>
                <a:lnTo>
                  <a:pt x="500" y="332"/>
                </a:lnTo>
                <a:lnTo>
                  <a:pt x="500" y="331"/>
                </a:lnTo>
                <a:lnTo>
                  <a:pt x="501" y="331"/>
                </a:lnTo>
                <a:lnTo>
                  <a:pt x="502" y="332"/>
                </a:lnTo>
                <a:lnTo>
                  <a:pt x="502" y="333"/>
                </a:lnTo>
                <a:lnTo>
                  <a:pt x="503" y="333"/>
                </a:lnTo>
                <a:lnTo>
                  <a:pt x="504" y="333"/>
                </a:lnTo>
                <a:lnTo>
                  <a:pt x="504" y="332"/>
                </a:lnTo>
                <a:lnTo>
                  <a:pt x="505" y="331"/>
                </a:lnTo>
                <a:lnTo>
                  <a:pt x="506" y="331"/>
                </a:lnTo>
                <a:lnTo>
                  <a:pt x="507" y="330"/>
                </a:lnTo>
                <a:lnTo>
                  <a:pt x="509" y="329"/>
                </a:lnTo>
                <a:lnTo>
                  <a:pt x="509" y="328"/>
                </a:lnTo>
                <a:lnTo>
                  <a:pt x="510" y="328"/>
                </a:lnTo>
                <a:lnTo>
                  <a:pt x="511" y="328"/>
                </a:lnTo>
                <a:lnTo>
                  <a:pt x="512" y="327"/>
                </a:lnTo>
                <a:lnTo>
                  <a:pt x="513" y="327"/>
                </a:lnTo>
                <a:lnTo>
                  <a:pt x="513" y="326"/>
                </a:lnTo>
                <a:lnTo>
                  <a:pt x="514" y="326"/>
                </a:lnTo>
                <a:lnTo>
                  <a:pt x="514" y="327"/>
                </a:lnTo>
                <a:lnTo>
                  <a:pt x="514" y="328"/>
                </a:lnTo>
                <a:lnTo>
                  <a:pt x="515" y="329"/>
                </a:lnTo>
                <a:lnTo>
                  <a:pt x="514" y="329"/>
                </a:lnTo>
                <a:lnTo>
                  <a:pt x="513" y="331"/>
                </a:lnTo>
                <a:lnTo>
                  <a:pt x="512" y="332"/>
                </a:lnTo>
                <a:lnTo>
                  <a:pt x="512" y="334"/>
                </a:lnTo>
                <a:lnTo>
                  <a:pt x="511" y="334"/>
                </a:lnTo>
                <a:lnTo>
                  <a:pt x="511" y="335"/>
                </a:lnTo>
                <a:lnTo>
                  <a:pt x="510" y="336"/>
                </a:lnTo>
                <a:lnTo>
                  <a:pt x="510" y="337"/>
                </a:lnTo>
                <a:lnTo>
                  <a:pt x="510" y="338"/>
                </a:lnTo>
                <a:lnTo>
                  <a:pt x="511" y="338"/>
                </a:lnTo>
                <a:lnTo>
                  <a:pt x="512" y="338"/>
                </a:lnTo>
                <a:lnTo>
                  <a:pt x="512" y="337"/>
                </a:lnTo>
                <a:lnTo>
                  <a:pt x="513" y="337"/>
                </a:lnTo>
                <a:lnTo>
                  <a:pt x="513" y="336"/>
                </a:lnTo>
                <a:lnTo>
                  <a:pt x="513" y="335"/>
                </a:lnTo>
                <a:lnTo>
                  <a:pt x="514" y="335"/>
                </a:lnTo>
                <a:lnTo>
                  <a:pt x="514" y="334"/>
                </a:lnTo>
                <a:lnTo>
                  <a:pt x="515" y="333"/>
                </a:lnTo>
                <a:lnTo>
                  <a:pt x="516" y="332"/>
                </a:lnTo>
                <a:lnTo>
                  <a:pt x="516" y="331"/>
                </a:lnTo>
                <a:lnTo>
                  <a:pt x="517" y="331"/>
                </a:lnTo>
                <a:lnTo>
                  <a:pt x="518" y="332"/>
                </a:lnTo>
                <a:lnTo>
                  <a:pt x="519" y="332"/>
                </a:lnTo>
                <a:lnTo>
                  <a:pt x="519" y="333"/>
                </a:lnTo>
                <a:lnTo>
                  <a:pt x="520" y="334"/>
                </a:lnTo>
                <a:lnTo>
                  <a:pt x="520" y="335"/>
                </a:lnTo>
                <a:lnTo>
                  <a:pt x="520" y="336"/>
                </a:lnTo>
                <a:lnTo>
                  <a:pt x="521" y="339"/>
                </a:lnTo>
                <a:lnTo>
                  <a:pt x="522" y="339"/>
                </a:lnTo>
                <a:lnTo>
                  <a:pt x="523" y="338"/>
                </a:lnTo>
                <a:lnTo>
                  <a:pt x="523" y="337"/>
                </a:lnTo>
                <a:lnTo>
                  <a:pt x="523" y="338"/>
                </a:lnTo>
                <a:lnTo>
                  <a:pt x="524" y="338"/>
                </a:lnTo>
                <a:lnTo>
                  <a:pt x="524" y="339"/>
                </a:lnTo>
                <a:lnTo>
                  <a:pt x="525" y="339"/>
                </a:lnTo>
                <a:lnTo>
                  <a:pt x="526" y="340"/>
                </a:lnTo>
                <a:lnTo>
                  <a:pt x="526" y="341"/>
                </a:lnTo>
                <a:lnTo>
                  <a:pt x="526" y="342"/>
                </a:lnTo>
                <a:lnTo>
                  <a:pt x="526" y="344"/>
                </a:lnTo>
                <a:lnTo>
                  <a:pt x="527" y="345"/>
                </a:lnTo>
                <a:lnTo>
                  <a:pt x="528" y="345"/>
                </a:lnTo>
                <a:lnTo>
                  <a:pt x="529" y="346"/>
                </a:lnTo>
                <a:lnTo>
                  <a:pt x="529" y="347"/>
                </a:lnTo>
                <a:lnTo>
                  <a:pt x="530" y="347"/>
                </a:lnTo>
                <a:lnTo>
                  <a:pt x="530" y="348"/>
                </a:lnTo>
                <a:lnTo>
                  <a:pt x="532" y="349"/>
                </a:lnTo>
                <a:lnTo>
                  <a:pt x="533" y="351"/>
                </a:lnTo>
                <a:lnTo>
                  <a:pt x="533" y="352"/>
                </a:lnTo>
                <a:lnTo>
                  <a:pt x="534" y="352"/>
                </a:lnTo>
                <a:lnTo>
                  <a:pt x="534" y="353"/>
                </a:lnTo>
                <a:lnTo>
                  <a:pt x="533" y="353"/>
                </a:lnTo>
                <a:lnTo>
                  <a:pt x="532" y="353"/>
                </a:lnTo>
                <a:lnTo>
                  <a:pt x="532" y="354"/>
                </a:lnTo>
                <a:lnTo>
                  <a:pt x="533" y="354"/>
                </a:lnTo>
                <a:lnTo>
                  <a:pt x="534" y="354"/>
                </a:lnTo>
                <a:lnTo>
                  <a:pt x="534" y="355"/>
                </a:lnTo>
                <a:lnTo>
                  <a:pt x="533" y="356"/>
                </a:lnTo>
                <a:lnTo>
                  <a:pt x="532" y="356"/>
                </a:lnTo>
                <a:lnTo>
                  <a:pt x="532" y="357"/>
                </a:lnTo>
                <a:lnTo>
                  <a:pt x="533" y="357"/>
                </a:lnTo>
                <a:lnTo>
                  <a:pt x="535" y="357"/>
                </a:lnTo>
                <a:lnTo>
                  <a:pt x="536" y="358"/>
                </a:lnTo>
                <a:lnTo>
                  <a:pt x="535" y="360"/>
                </a:lnTo>
                <a:lnTo>
                  <a:pt x="535" y="361"/>
                </a:lnTo>
                <a:lnTo>
                  <a:pt x="536" y="361"/>
                </a:lnTo>
                <a:lnTo>
                  <a:pt x="537" y="360"/>
                </a:lnTo>
                <a:lnTo>
                  <a:pt x="537" y="361"/>
                </a:lnTo>
                <a:lnTo>
                  <a:pt x="536" y="362"/>
                </a:lnTo>
                <a:lnTo>
                  <a:pt x="537" y="363"/>
                </a:lnTo>
                <a:lnTo>
                  <a:pt x="538" y="363"/>
                </a:lnTo>
                <a:lnTo>
                  <a:pt x="538" y="364"/>
                </a:lnTo>
                <a:lnTo>
                  <a:pt x="538" y="365"/>
                </a:lnTo>
                <a:lnTo>
                  <a:pt x="539" y="365"/>
                </a:lnTo>
                <a:lnTo>
                  <a:pt x="540" y="366"/>
                </a:lnTo>
                <a:lnTo>
                  <a:pt x="541" y="366"/>
                </a:lnTo>
                <a:lnTo>
                  <a:pt x="541" y="365"/>
                </a:lnTo>
                <a:lnTo>
                  <a:pt x="541" y="366"/>
                </a:lnTo>
                <a:lnTo>
                  <a:pt x="542" y="366"/>
                </a:lnTo>
                <a:lnTo>
                  <a:pt x="542" y="367"/>
                </a:lnTo>
                <a:lnTo>
                  <a:pt x="543" y="367"/>
                </a:lnTo>
                <a:lnTo>
                  <a:pt x="543" y="368"/>
                </a:lnTo>
                <a:lnTo>
                  <a:pt x="542" y="368"/>
                </a:lnTo>
                <a:lnTo>
                  <a:pt x="542" y="369"/>
                </a:lnTo>
                <a:lnTo>
                  <a:pt x="543" y="369"/>
                </a:lnTo>
                <a:lnTo>
                  <a:pt x="544" y="368"/>
                </a:lnTo>
                <a:lnTo>
                  <a:pt x="545" y="368"/>
                </a:lnTo>
                <a:lnTo>
                  <a:pt x="545" y="369"/>
                </a:lnTo>
                <a:lnTo>
                  <a:pt x="545" y="370"/>
                </a:lnTo>
                <a:lnTo>
                  <a:pt x="546" y="370"/>
                </a:lnTo>
                <a:lnTo>
                  <a:pt x="547" y="369"/>
                </a:lnTo>
                <a:lnTo>
                  <a:pt x="548" y="369"/>
                </a:lnTo>
                <a:lnTo>
                  <a:pt x="547" y="370"/>
                </a:lnTo>
                <a:lnTo>
                  <a:pt x="547" y="371"/>
                </a:lnTo>
                <a:lnTo>
                  <a:pt x="548" y="371"/>
                </a:lnTo>
                <a:lnTo>
                  <a:pt x="549" y="371"/>
                </a:lnTo>
                <a:lnTo>
                  <a:pt x="550" y="371"/>
                </a:lnTo>
                <a:lnTo>
                  <a:pt x="550" y="372"/>
                </a:lnTo>
                <a:lnTo>
                  <a:pt x="550" y="373"/>
                </a:lnTo>
                <a:lnTo>
                  <a:pt x="550" y="372"/>
                </a:lnTo>
                <a:lnTo>
                  <a:pt x="551" y="372"/>
                </a:lnTo>
                <a:lnTo>
                  <a:pt x="552" y="373"/>
                </a:lnTo>
                <a:lnTo>
                  <a:pt x="553" y="373"/>
                </a:lnTo>
                <a:lnTo>
                  <a:pt x="554" y="374"/>
                </a:lnTo>
                <a:lnTo>
                  <a:pt x="555" y="374"/>
                </a:lnTo>
                <a:lnTo>
                  <a:pt x="555" y="375"/>
                </a:lnTo>
                <a:lnTo>
                  <a:pt x="558" y="376"/>
                </a:lnTo>
                <a:lnTo>
                  <a:pt x="559" y="376"/>
                </a:lnTo>
                <a:lnTo>
                  <a:pt x="559" y="375"/>
                </a:lnTo>
                <a:lnTo>
                  <a:pt x="558" y="373"/>
                </a:lnTo>
                <a:lnTo>
                  <a:pt x="557" y="372"/>
                </a:lnTo>
                <a:lnTo>
                  <a:pt x="557" y="371"/>
                </a:lnTo>
                <a:lnTo>
                  <a:pt x="557" y="370"/>
                </a:lnTo>
                <a:lnTo>
                  <a:pt x="557" y="369"/>
                </a:lnTo>
                <a:lnTo>
                  <a:pt x="557" y="368"/>
                </a:lnTo>
                <a:lnTo>
                  <a:pt x="557" y="367"/>
                </a:lnTo>
                <a:lnTo>
                  <a:pt x="557" y="365"/>
                </a:lnTo>
                <a:lnTo>
                  <a:pt x="558" y="363"/>
                </a:lnTo>
                <a:lnTo>
                  <a:pt x="558" y="362"/>
                </a:lnTo>
                <a:lnTo>
                  <a:pt x="558" y="361"/>
                </a:lnTo>
                <a:lnTo>
                  <a:pt x="557" y="361"/>
                </a:lnTo>
                <a:lnTo>
                  <a:pt x="558" y="359"/>
                </a:lnTo>
                <a:lnTo>
                  <a:pt x="558" y="358"/>
                </a:lnTo>
                <a:lnTo>
                  <a:pt x="558" y="357"/>
                </a:lnTo>
                <a:lnTo>
                  <a:pt x="558" y="356"/>
                </a:lnTo>
                <a:lnTo>
                  <a:pt x="559" y="355"/>
                </a:lnTo>
                <a:lnTo>
                  <a:pt x="560" y="354"/>
                </a:lnTo>
                <a:lnTo>
                  <a:pt x="561" y="354"/>
                </a:lnTo>
                <a:lnTo>
                  <a:pt x="563" y="356"/>
                </a:lnTo>
                <a:lnTo>
                  <a:pt x="564" y="357"/>
                </a:lnTo>
                <a:lnTo>
                  <a:pt x="565" y="358"/>
                </a:lnTo>
                <a:lnTo>
                  <a:pt x="566" y="358"/>
                </a:lnTo>
                <a:lnTo>
                  <a:pt x="567" y="358"/>
                </a:lnTo>
                <a:lnTo>
                  <a:pt x="567" y="357"/>
                </a:lnTo>
                <a:lnTo>
                  <a:pt x="568" y="356"/>
                </a:lnTo>
                <a:lnTo>
                  <a:pt x="568" y="355"/>
                </a:lnTo>
                <a:lnTo>
                  <a:pt x="567" y="355"/>
                </a:lnTo>
                <a:lnTo>
                  <a:pt x="567" y="354"/>
                </a:lnTo>
                <a:lnTo>
                  <a:pt x="567" y="353"/>
                </a:lnTo>
                <a:lnTo>
                  <a:pt x="567" y="352"/>
                </a:lnTo>
                <a:lnTo>
                  <a:pt x="567" y="351"/>
                </a:lnTo>
                <a:lnTo>
                  <a:pt x="566" y="350"/>
                </a:lnTo>
                <a:lnTo>
                  <a:pt x="566" y="349"/>
                </a:lnTo>
                <a:lnTo>
                  <a:pt x="565" y="348"/>
                </a:lnTo>
                <a:lnTo>
                  <a:pt x="564" y="347"/>
                </a:lnTo>
                <a:lnTo>
                  <a:pt x="563" y="346"/>
                </a:lnTo>
                <a:lnTo>
                  <a:pt x="563" y="345"/>
                </a:lnTo>
                <a:lnTo>
                  <a:pt x="563" y="344"/>
                </a:lnTo>
                <a:lnTo>
                  <a:pt x="563" y="343"/>
                </a:lnTo>
                <a:lnTo>
                  <a:pt x="564" y="344"/>
                </a:lnTo>
                <a:lnTo>
                  <a:pt x="564" y="345"/>
                </a:lnTo>
                <a:lnTo>
                  <a:pt x="565" y="345"/>
                </a:lnTo>
                <a:lnTo>
                  <a:pt x="565" y="344"/>
                </a:lnTo>
                <a:lnTo>
                  <a:pt x="567" y="345"/>
                </a:lnTo>
                <a:lnTo>
                  <a:pt x="567" y="346"/>
                </a:lnTo>
                <a:lnTo>
                  <a:pt x="567" y="347"/>
                </a:lnTo>
                <a:lnTo>
                  <a:pt x="569" y="347"/>
                </a:lnTo>
                <a:lnTo>
                  <a:pt x="570" y="348"/>
                </a:lnTo>
                <a:lnTo>
                  <a:pt x="571" y="349"/>
                </a:lnTo>
                <a:lnTo>
                  <a:pt x="572" y="349"/>
                </a:lnTo>
                <a:lnTo>
                  <a:pt x="573" y="349"/>
                </a:lnTo>
                <a:lnTo>
                  <a:pt x="574" y="350"/>
                </a:lnTo>
                <a:lnTo>
                  <a:pt x="575" y="350"/>
                </a:lnTo>
                <a:lnTo>
                  <a:pt x="575" y="349"/>
                </a:lnTo>
                <a:lnTo>
                  <a:pt x="575" y="348"/>
                </a:lnTo>
                <a:lnTo>
                  <a:pt x="576" y="348"/>
                </a:lnTo>
                <a:lnTo>
                  <a:pt x="576" y="347"/>
                </a:lnTo>
                <a:lnTo>
                  <a:pt x="577" y="348"/>
                </a:lnTo>
                <a:lnTo>
                  <a:pt x="577" y="350"/>
                </a:lnTo>
                <a:lnTo>
                  <a:pt x="577" y="351"/>
                </a:lnTo>
                <a:lnTo>
                  <a:pt x="577" y="352"/>
                </a:lnTo>
                <a:lnTo>
                  <a:pt x="578" y="352"/>
                </a:lnTo>
                <a:lnTo>
                  <a:pt x="578" y="353"/>
                </a:lnTo>
                <a:lnTo>
                  <a:pt x="579" y="353"/>
                </a:lnTo>
                <a:lnTo>
                  <a:pt x="579" y="352"/>
                </a:lnTo>
                <a:lnTo>
                  <a:pt x="580" y="351"/>
                </a:lnTo>
                <a:lnTo>
                  <a:pt x="581" y="350"/>
                </a:lnTo>
                <a:lnTo>
                  <a:pt x="581" y="349"/>
                </a:lnTo>
                <a:lnTo>
                  <a:pt x="582" y="349"/>
                </a:lnTo>
                <a:lnTo>
                  <a:pt x="582" y="350"/>
                </a:lnTo>
                <a:lnTo>
                  <a:pt x="583" y="351"/>
                </a:lnTo>
                <a:lnTo>
                  <a:pt x="585" y="352"/>
                </a:lnTo>
                <a:lnTo>
                  <a:pt x="586" y="352"/>
                </a:lnTo>
                <a:lnTo>
                  <a:pt x="587" y="352"/>
                </a:lnTo>
                <a:lnTo>
                  <a:pt x="587" y="351"/>
                </a:lnTo>
                <a:lnTo>
                  <a:pt x="588" y="351"/>
                </a:lnTo>
                <a:lnTo>
                  <a:pt x="589" y="351"/>
                </a:lnTo>
                <a:lnTo>
                  <a:pt x="589" y="352"/>
                </a:lnTo>
                <a:lnTo>
                  <a:pt x="590" y="352"/>
                </a:lnTo>
                <a:lnTo>
                  <a:pt x="590" y="353"/>
                </a:lnTo>
                <a:lnTo>
                  <a:pt x="591" y="353"/>
                </a:lnTo>
                <a:lnTo>
                  <a:pt x="592" y="353"/>
                </a:lnTo>
                <a:lnTo>
                  <a:pt x="592" y="354"/>
                </a:lnTo>
                <a:lnTo>
                  <a:pt x="593" y="354"/>
                </a:lnTo>
                <a:lnTo>
                  <a:pt x="594" y="353"/>
                </a:lnTo>
                <a:lnTo>
                  <a:pt x="594" y="354"/>
                </a:lnTo>
                <a:lnTo>
                  <a:pt x="594" y="355"/>
                </a:lnTo>
                <a:lnTo>
                  <a:pt x="595" y="355"/>
                </a:lnTo>
                <a:lnTo>
                  <a:pt x="596" y="355"/>
                </a:lnTo>
                <a:lnTo>
                  <a:pt x="597" y="355"/>
                </a:lnTo>
                <a:lnTo>
                  <a:pt x="597" y="356"/>
                </a:lnTo>
                <a:lnTo>
                  <a:pt x="597" y="357"/>
                </a:lnTo>
                <a:lnTo>
                  <a:pt x="598" y="357"/>
                </a:lnTo>
                <a:lnTo>
                  <a:pt x="598" y="358"/>
                </a:lnTo>
                <a:lnTo>
                  <a:pt x="598" y="359"/>
                </a:lnTo>
                <a:lnTo>
                  <a:pt x="599" y="359"/>
                </a:lnTo>
                <a:lnTo>
                  <a:pt x="600" y="358"/>
                </a:lnTo>
                <a:lnTo>
                  <a:pt x="601" y="358"/>
                </a:lnTo>
                <a:lnTo>
                  <a:pt x="601" y="359"/>
                </a:lnTo>
                <a:lnTo>
                  <a:pt x="602" y="359"/>
                </a:lnTo>
                <a:lnTo>
                  <a:pt x="603" y="361"/>
                </a:lnTo>
                <a:lnTo>
                  <a:pt x="603" y="362"/>
                </a:lnTo>
                <a:lnTo>
                  <a:pt x="604" y="362"/>
                </a:lnTo>
                <a:lnTo>
                  <a:pt x="605" y="361"/>
                </a:lnTo>
                <a:lnTo>
                  <a:pt x="606" y="360"/>
                </a:lnTo>
                <a:lnTo>
                  <a:pt x="607" y="359"/>
                </a:lnTo>
                <a:lnTo>
                  <a:pt x="608" y="358"/>
                </a:lnTo>
                <a:lnTo>
                  <a:pt x="609" y="358"/>
                </a:lnTo>
                <a:lnTo>
                  <a:pt x="610" y="357"/>
                </a:lnTo>
                <a:lnTo>
                  <a:pt x="611" y="357"/>
                </a:lnTo>
                <a:lnTo>
                  <a:pt x="612" y="357"/>
                </a:lnTo>
                <a:lnTo>
                  <a:pt x="613" y="357"/>
                </a:lnTo>
                <a:lnTo>
                  <a:pt x="614" y="357"/>
                </a:lnTo>
                <a:lnTo>
                  <a:pt x="615" y="357"/>
                </a:lnTo>
                <a:lnTo>
                  <a:pt x="615" y="356"/>
                </a:lnTo>
                <a:lnTo>
                  <a:pt x="616" y="356"/>
                </a:lnTo>
                <a:lnTo>
                  <a:pt x="616" y="355"/>
                </a:lnTo>
                <a:lnTo>
                  <a:pt x="617" y="355"/>
                </a:lnTo>
                <a:lnTo>
                  <a:pt x="618" y="355"/>
                </a:lnTo>
                <a:lnTo>
                  <a:pt x="618" y="354"/>
                </a:lnTo>
                <a:lnTo>
                  <a:pt x="619" y="353"/>
                </a:lnTo>
                <a:lnTo>
                  <a:pt x="620" y="352"/>
                </a:lnTo>
                <a:lnTo>
                  <a:pt x="621" y="350"/>
                </a:lnTo>
                <a:lnTo>
                  <a:pt x="622" y="350"/>
                </a:lnTo>
                <a:lnTo>
                  <a:pt x="624" y="349"/>
                </a:lnTo>
                <a:lnTo>
                  <a:pt x="625" y="347"/>
                </a:lnTo>
                <a:lnTo>
                  <a:pt x="626" y="347"/>
                </a:lnTo>
                <a:lnTo>
                  <a:pt x="627" y="347"/>
                </a:lnTo>
                <a:lnTo>
                  <a:pt x="628" y="346"/>
                </a:lnTo>
                <a:lnTo>
                  <a:pt x="629" y="346"/>
                </a:lnTo>
                <a:lnTo>
                  <a:pt x="629" y="347"/>
                </a:lnTo>
                <a:lnTo>
                  <a:pt x="630" y="348"/>
                </a:lnTo>
                <a:lnTo>
                  <a:pt x="631" y="349"/>
                </a:lnTo>
                <a:lnTo>
                  <a:pt x="633" y="349"/>
                </a:lnTo>
                <a:lnTo>
                  <a:pt x="634" y="349"/>
                </a:lnTo>
                <a:lnTo>
                  <a:pt x="634" y="348"/>
                </a:lnTo>
                <a:lnTo>
                  <a:pt x="635" y="348"/>
                </a:lnTo>
                <a:lnTo>
                  <a:pt x="635" y="349"/>
                </a:lnTo>
                <a:lnTo>
                  <a:pt x="635" y="350"/>
                </a:lnTo>
                <a:lnTo>
                  <a:pt x="635" y="351"/>
                </a:lnTo>
                <a:lnTo>
                  <a:pt x="634" y="352"/>
                </a:lnTo>
                <a:lnTo>
                  <a:pt x="634" y="356"/>
                </a:lnTo>
                <a:lnTo>
                  <a:pt x="635" y="356"/>
                </a:lnTo>
                <a:lnTo>
                  <a:pt x="636" y="356"/>
                </a:lnTo>
                <a:lnTo>
                  <a:pt x="637" y="356"/>
                </a:lnTo>
                <a:lnTo>
                  <a:pt x="636" y="356"/>
                </a:lnTo>
                <a:lnTo>
                  <a:pt x="636" y="355"/>
                </a:lnTo>
                <a:lnTo>
                  <a:pt x="636" y="353"/>
                </a:lnTo>
                <a:lnTo>
                  <a:pt x="636" y="352"/>
                </a:lnTo>
                <a:lnTo>
                  <a:pt x="637" y="351"/>
                </a:lnTo>
                <a:lnTo>
                  <a:pt x="638" y="351"/>
                </a:lnTo>
                <a:lnTo>
                  <a:pt x="640" y="351"/>
                </a:lnTo>
                <a:lnTo>
                  <a:pt x="641" y="351"/>
                </a:lnTo>
                <a:lnTo>
                  <a:pt x="643" y="351"/>
                </a:lnTo>
                <a:lnTo>
                  <a:pt x="644" y="350"/>
                </a:lnTo>
                <a:lnTo>
                  <a:pt x="644" y="349"/>
                </a:lnTo>
                <a:lnTo>
                  <a:pt x="645" y="349"/>
                </a:lnTo>
                <a:lnTo>
                  <a:pt x="645" y="348"/>
                </a:lnTo>
                <a:lnTo>
                  <a:pt x="646" y="347"/>
                </a:lnTo>
                <a:lnTo>
                  <a:pt x="646" y="346"/>
                </a:lnTo>
                <a:lnTo>
                  <a:pt x="647" y="346"/>
                </a:lnTo>
                <a:lnTo>
                  <a:pt x="647" y="347"/>
                </a:lnTo>
                <a:lnTo>
                  <a:pt x="648" y="346"/>
                </a:lnTo>
                <a:lnTo>
                  <a:pt x="649" y="346"/>
                </a:lnTo>
                <a:lnTo>
                  <a:pt x="650" y="344"/>
                </a:lnTo>
                <a:lnTo>
                  <a:pt x="651" y="342"/>
                </a:lnTo>
                <a:lnTo>
                  <a:pt x="651" y="341"/>
                </a:lnTo>
                <a:lnTo>
                  <a:pt x="652" y="341"/>
                </a:lnTo>
                <a:lnTo>
                  <a:pt x="654" y="339"/>
                </a:lnTo>
                <a:lnTo>
                  <a:pt x="654" y="337"/>
                </a:lnTo>
                <a:lnTo>
                  <a:pt x="655" y="336"/>
                </a:lnTo>
                <a:lnTo>
                  <a:pt x="655" y="335"/>
                </a:lnTo>
                <a:lnTo>
                  <a:pt x="655" y="334"/>
                </a:lnTo>
                <a:lnTo>
                  <a:pt x="655" y="333"/>
                </a:lnTo>
                <a:lnTo>
                  <a:pt x="655" y="332"/>
                </a:lnTo>
                <a:lnTo>
                  <a:pt x="655" y="330"/>
                </a:lnTo>
                <a:lnTo>
                  <a:pt x="655" y="329"/>
                </a:lnTo>
                <a:lnTo>
                  <a:pt x="655" y="328"/>
                </a:lnTo>
                <a:lnTo>
                  <a:pt x="655" y="327"/>
                </a:lnTo>
                <a:lnTo>
                  <a:pt x="656" y="327"/>
                </a:lnTo>
                <a:lnTo>
                  <a:pt x="657" y="326"/>
                </a:lnTo>
                <a:lnTo>
                  <a:pt x="657" y="325"/>
                </a:lnTo>
                <a:lnTo>
                  <a:pt x="656" y="325"/>
                </a:lnTo>
                <a:lnTo>
                  <a:pt x="656" y="324"/>
                </a:lnTo>
                <a:lnTo>
                  <a:pt x="656" y="323"/>
                </a:lnTo>
                <a:lnTo>
                  <a:pt x="656" y="322"/>
                </a:lnTo>
                <a:lnTo>
                  <a:pt x="656" y="321"/>
                </a:lnTo>
                <a:lnTo>
                  <a:pt x="657" y="321"/>
                </a:lnTo>
                <a:lnTo>
                  <a:pt x="657" y="319"/>
                </a:lnTo>
                <a:lnTo>
                  <a:pt x="657" y="318"/>
                </a:lnTo>
                <a:lnTo>
                  <a:pt x="657" y="317"/>
                </a:lnTo>
                <a:lnTo>
                  <a:pt x="658" y="317"/>
                </a:lnTo>
                <a:lnTo>
                  <a:pt x="657" y="316"/>
                </a:lnTo>
                <a:lnTo>
                  <a:pt x="656" y="316"/>
                </a:lnTo>
                <a:lnTo>
                  <a:pt x="655" y="315"/>
                </a:lnTo>
                <a:lnTo>
                  <a:pt x="655" y="314"/>
                </a:lnTo>
                <a:lnTo>
                  <a:pt x="655" y="313"/>
                </a:lnTo>
                <a:lnTo>
                  <a:pt x="655" y="312"/>
                </a:lnTo>
                <a:lnTo>
                  <a:pt x="655" y="310"/>
                </a:lnTo>
                <a:lnTo>
                  <a:pt x="654" y="309"/>
                </a:lnTo>
                <a:lnTo>
                  <a:pt x="653" y="309"/>
                </a:lnTo>
                <a:lnTo>
                  <a:pt x="652" y="309"/>
                </a:lnTo>
                <a:lnTo>
                  <a:pt x="652" y="308"/>
                </a:lnTo>
                <a:lnTo>
                  <a:pt x="651" y="306"/>
                </a:lnTo>
                <a:lnTo>
                  <a:pt x="650" y="306"/>
                </a:lnTo>
                <a:lnTo>
                  <a:pt x="649" y="305"/>
                </a:lnTo>
                <a:lnTo>
                  <a:pt x="649" y="304"/>
                </a:lnTo>
                <a:lnTo>
                  <a:pt x="648" y="303"/>
                </a:lnTo>
                <a:lnTo>
                  <a:pt x="647" y="303"/>
                </a:lnTo>
                <a:lnTo>
                  <a:pt x="646" y="303"/>
                </a:lnTo>
                <a:lnTo>
                  <a:pt x="646" y="302"/>
                </a:lnTo>
                <a:lnTo>
                  <a:pt x="646" y="301"/>
                </a:lnTo>
                <a:lnTo>
                  <a:pt x="645" y="301"/>
                </a:lnTo>
                <a:lnTo>
                  <a:pt x="644" y="301"/>
                </a:lnTo>
                <a:lnTo>
                  <a:pt x="642" y="301"/>
                </a:lnTo>
                <a:lnTo>
                  <a:pt x="641" y="301"/>
                </a:lnTo>
                <a:lnTo>
                  <a:pt x="640" y="301"/>
                </a:lnTo>
                <a:lnTo>
                  <a:pt x="638" y="299"/>
                </a:lnTo>
                <a:lnTo>
                  <a:pt x="639" y="298"/>
                </a:lnTo>
                <a:lnTo>
                  <a:pt x="640" y="297"/>
                </a:lnTo>
                <a:lnTo>
                  <a:pt x="640" y="296"/>
                </a:lnTo>
                <a:lnTo>
                  <a:pt x="640" y="295"/>
                </a:lnTo>
                <a:lnTo>
                  <a:pt x="640" y="294"/>
                </a:lnTo>
                <a:lnTo>
                  <a:pt x="640" y="293"/>
                </a:lnTo>
                <a:lnTo>
                  <a:pt x="640" y="292"/>
                </a:lnTo>
                <a:lnTo>
                  <a:pt x="641" y="291"/>
                </a:lnTo>
                <a:lnTo>
                  <a:pt x="641" y="290"/>
                </a:lnTo>
                <a:lnTo>
                  <a:pt x="641" y="289"/>
                </a:lnTo>
                <a:lnTo>
                  <a:pt x="641" y="288"/>
                </a:lnTo>
                <a:lnTo>
                  <a:pt x="641" y="287"/>
                </a:lnTo>
                <a:lnTo>
                  <a:pt x="641" y="286"/>
                </a:lnTo>
                <a:lnTo>
                  <a:pt x="640" y="285"/>
                </a:lnTo>
                <a:lnTo>
                  <a:pt x="640" y="284"/>
                </a:lnTo>
                <a:lnTo>
                  <a:pt x="640" y="283"/>
                </a:lnTo>
                <a:lnTo>
                  <a:pt x="641" y="283"/>
                </a:lnTo>
                <a:lnTo>
                  <a:pt x="642" y="283"/>
                </a:lnTo>
                <a:lnTo>
                  <a:pt x="645" y="284"/>
                </a:lnTo>
                <a:lnTo>
                  <a:pt x="646" y="284"/>
                </a:lnTo>
                <a:lnTo>
                  <a:pt x="648" y="284"/>
                </a:lnTo>
                <a:lnTo>
                  <a:pt x="649" y="284"/>
                </a:lnTo>
                <a:lnTo>
                  <a:pt x="650" y="284"/>
                </a:lnTo>
                <a:lnTo>
                  <a:pt x="649" y="282"/>
                </a:lnTo>
                <a:lnTo>
                  <a:pt x="649" y="281"/>
                </a:lnTo>
                <a:lnTo>
                  <a:pt x="648" y="280"/>
                </a:lnTo>
                <a:lnTo>
                  <a:pt x="648" y="279"/>
                </a:lnTo>
                <a:lnTo>
                  <a:pt x="648" y="277"/>
                </a:lnTo>
                <a:lnTo>
                  <a:pt x="649" y="276"/>
                </a:lnTo>
                <a:lnTo>
                  <a:pt x="649" y="275"/>
                </a:lnTo>
                <a:lnTo>
                  <a:pt x="650" y="275"/>
                </a:lnTo>
                <a:lnTo>
                  <a:pt x="650" y="274"/>
                </a:lnTo>
                <a:lnTo>
                  <a:pt x="649" y="273"/>
                </a:lnTo>
                <a:lnTo>
                  <a:pt x="650" y="273"/>
                </a:lnTo>
                <a:lnTo>
                  <a:pt x="650" y="272"/>
                </a:lnTo>
                <a:lnTo>
                  <a:pt x="650" y="271"/>
                </a:lnTo>
                <a:lnTo>
                  <a:pt x="648" y="271"/>
                </a:lnTo>
                <a:lnTo>
                  <a:pt x="648" y="270"/>
                </a:lnTo>
                <a:lnTo>
                  <a:pt x="646" y="269"/>
                </a:lnTo>
                <a:lnTo>
                  <a:pt x="644" y="269"/>
                </a:lnTo>
                <a:lnTo>
                  <a:pt x="643" y="269"/>
                </a:lnTo>
                <a:lnTo>
                  <a:pt x="643" y="268"/>
                </a:lnTo>
                <a:lnTo>
                  <a:pt x="644" y="268"/>
                </a:lnTo>
                <a:lnTo>
                  <a:pt x="644" y="266"/>
                </a:lnTo>
                <a:lnTo>
                  <a:pt x="643" y="264"/>
                </a:lnTo>
                <a:lnTo>
                  <a:pt x="643" y="263"/>
                </a:lnTo>
                <a:lnTo>
                  <a:pt x="644" y="262"/>
                </a:lnTo>
                <a:lnTo>
                  <a:pt x="645" y="261"/>
                </a:lnTo>
                <a:lnTo>
                  <a:pt x="646" y="261"/>
                </a:lnTo>
                <a:lnTo>
                  <a:pt x="648" y="261"/>
                </a:lnTo>
                <a:lnTo>
                  <a:pt x="648" y="260"/>
                </a:lnTo>
                <a:lnTo>
                  <a:pt x="648" y="258"/>
                </a:lnTo>
                <a:lnTo>
                  <a:pt x="648" y="257"/>
                </a:lnTo>
                <a:lnTo>
                  <a:pt x="647" y="256"/>
                </a:lnTo>
                <a:lnTo>
                  <a:pt x="646" y="256"/>
                </a:lnTo>
                <a:lnTo>
                  <a:pt x="646" y="255"/>
                </a:lnTo>
                <a:lnTo>
                  <a:pt x="645" y="254"/>
                </a:lnTo>
                <a:lnTo>
                  <a:pt x="646" y="253"/>
                </a:lnTo>
                <a:lnTo>
                  <a:pt x="646" y="252"/>
                </a:lnTo>
                <a:lnTo>
                  <a:pt x="646" y="251"/>
                </a:lnTo>
                <a:lnTo>
                  <a:pt x="647" y="250"/>
                </a:lnTo>
                <a:lnTo>
                  <a:pt x="646" y="250"/>
                </a:lnTo>
                <a:lnTo>
                  <a:pt x="645" y="249"/>
                </a:lnTo>
                <a:lnTo>
                  <a:pt x="644" y="249"/>
                </a:lnTo>
                <a:lnTo>
                  <a:pt x="644" y="248"/>
                </a:lnTo>
                <a:lnTo>
                  <a:pt x="644" y="247"/>
                </a:lnTo>
                <a:lnTo>
                  <a:pt x="643" y="247"/>
                </a:lnTo>
                <a:lnTo>
                  <a:pt x="643" y="246"/>
                </a:lnTo>
                <a:lnTo>
                  <a:pt x="642" y="246"/>
                </a:lnTo>
                <a:lnTo>
                  <a:pt x="642" y="245"/>
                </a:lnTo>
                <a:lnTo>
                  <a:pt x="642" y="244"/>
                </a:lnTo>
                <a:lnTo>
                  <a:pt x="643" y="244"/>
                </a:lnTo>
                <a:lnTo>
                  <a:pt x="643" y="243"/>
                </a:lnTo>
                <a:lnTo>
                  <a:pt x="643" y="242"/>
                </a:lnTo>
                <a:lnTo>
                  <a:pt x="643" y="241"/>
                </a:lnTo>
                <a:lnTo>
                  <a:pt x="642" y="242"/>
                </a:lnTo>
                <a:lnTo>
                  <a:pt x="641" y="242"/>
                </a:lnTo>
                <a:lnTo>
                  <a:pt x="641" y="241"/>
                </a:lnTo>
                <a:lnTo>
                  <a:pt x="640" y="240"/>
                </a:lnTo>
                <a:lnTo>
                  <a:pt x="641" y="239"/>
                </a:lnTo>
                <a:lnTo>
                  <a:pt x="641" y="238"/>
                </a:lnTo>
                <a:lnTo>
                  <a:pt x="641" y="236"/>
                </a:lnTo>
                <a:lnTo>
                  <a:pt x="641" y="235"/>
                </a:lnTo>
                <a:lnTo>
                  <a:pt x="641" y="234"/>
                </a:lnTo>
                <a:lnTo>
                  <a:pt x="642" y="234"/>
                </a:lnTo>
                <a:lnTo>
                  <a:pt x="643" y="234"/>
                </a:lnTo>
                <a:lnTo>
                  <a:pt x="645" y="233"/>
                </a:lnTo>
                <a:lnTo>
                  <a:pt x="645" y="232"/>
                </a:lnTo>
                <a:lnTo>
                  <a:pt x="646" y="232"/>
                </a:lnTo>
                <a:lnTo>
                  <a:pt x="647" y="232"/>
                </a:lnTo>
                <a:lnTo>
                  <a:pt x="647" y="231"/>
                </a:lnTo>
                <a:lnTo>
                  <a:pt x="647" y="230"/>
                </a:lnTo>
                <a:lnTo>
                  <a:pt x="647" y="229"/>
                </a:lnTo>
                <a:lnTo>
                  <a:pt x="648" y="229"/>
                </a:lnTo>
                <a:lnTo>
                  <a:pt x="649" y="229"/>
                </a:lnTo>
                <a:lnTo>
                  <a:pt x="649" y="230"/>
                </a:lnTo>
                <a:lnTo>
                  <a:pt x="649" y="229"/>
                </a:lnTo>
                <a:lnTo>
                  <a:pt x="650" y="229"/>
                </a:lnTo>
                <a:lnTo>
                  <a:pt x="649" y="228"/>
                </a:lnTo>
                <a:lnTo>
                  <a:pt x="649" y="227"/>
                </a:lnTo>
                <a:lnTo>
                  <a:pt x="650" y="227"/>
                </a:lnTo>
                <a:lnTo>
                  <a:pt x="650" y="226"/>
                </a:lnTo>
                <a:lnTo>
                  <a:pt x="651" y="226"/>
                </a:lnTo>
                <a:lnTo>
                  <a:pt x="652" y="225"/>
                </a:lnTo>
                <a:lnTo>
                  <a:pt x="653" y="225"/>
                </a:lnTo>
                <a:lnTo>
                  <a:pt x="655" y="225"/>
                </a:lnTo>
                <a:lnTo>
                  <a:pt x="655" y="226"/>
                </a:lnTo>
                <a:lnTo>
                  <a:pt x="655" y="227"/>
                </a:lnTo>
                <a:lnTo>
                  <a:pt x="655" y="228"/>
                </a:lnTo>
                <a:lnTo>
                  <a:pt x="657" y="228"/>
                </a:lnTo>
                <a:lnTo>
                  <a:pt x="657" y="227"/>
                </a:lnTo>
                <a:lnTo>
                  <a:pt x="658" y="225"/>
                </a:lnTo>
                <a:lnTo>
                  <a:pt x="659" y="225"/>
                </a:lnTo>
                <a:lnTo>
                  <a:pt x="660" y="226"/>
                </a:lnTo>
                <a:lnTo>
                  <a:pt x="662" y="227"/>
                </a:lnTo>
                <a:lnTo>
                  <a:pt x="663" y="227"/>
                </a:lnTo>
                <a:lnTo>
                  <a:pt x="664" y="227"/>
                </a:lnTo>
                <a:lnTo>
                  <a:pt x="666" y="226"/>
                </a:lnTo>
                <a:lnTo>
                  <a:pt x="667" y="226"/>
                </a:lnTo>
                <a:lnTo>
                  <a:pt x="668" y="226"/>
                </a:lnTo>
                <a:lnTo>
                  <a:pt x="668" y="227"/>
                </a:lnTo>
                <a:lnTo>
                  <a:pt x="669" y="227"/>
                </a:lnTo>
                <a:lnTo>
                  <a:pt x="671" y="227"/>
                </a:lnTo>
                <a:lnTo>
                  <a:pt x="672" y="228"/>
                </a:lnTo>
                <a:lnTo>
                  <a:pt x="672" y="230"/>
                </a:lnTo>
                <a:lnTo>
                  <a:pt x="673" y="231"/>
                </a:lnTo>
                <a:lnTo>
                  <a:pt x="674" y="231"/>
                </a:lnTo>
                <a:lnTo>
                  <a:pt x="674" y="232"/>
                </a:lnTo>
                <a:lnTo>
                  <a:pt x="675" y="232"/>
                </a:lnTo>
                <a:lnTo>
                  <a:pt x="676" y="232"/>
                </a:lnTo>
                <a:lnTo>
                  <a:pt x="676" y="233"/>
                </a:lnTo>
                <a:lnTo>
                  <a:pt x="676" y="234"/>
                </a:lnTo>
                <a:lnTo>
                  <a:pt x="676" y="235"/>
                </a:lnTo>
                <a:lnTo>
                  <a:pt x="676" y="236"/>
                </a:lnTo>
                <a:lnTo>
                  <a:pt x="677" y="236"/>
                </a:lnTo>
                <a:lnTo>
                  <a:pt x="677" y="237"/>
                </a:lnTo>
                <a:lnTo>
                  <a:pt x="678" y="239"/>
                </a:lnTo>
                <a:lnTo>
                  <a:pt x="678" y="240"/>
                </a:lnTo>
                <a:lnTo>
                  <a:pt x="679" y="240"/>
                </a:lnTo>
                <a:lnTo>
                  <a:pt x="680" y="242"/>
                </a:lnTo>
                <a:lnTo>
                  <a:pt x="680" y="243"/>
                </a:lnTo>
                <a:lnTo>
                  <a:pt x="680" y="244"/>
                </a:lnTo>
                <a:lnTo>
                  <a:pt x="681" y="245"/>
                </a:lnTo>
                <a:lnTo>
                  <a:pt x="681" y="246"/>
                </a:lnTo>
                <a:lnTo>
                  <a:pt x="682" y="246"/>
                </a:lnTo>
                <a:lnTo>
                  <a:pt x="683" y="246"/>
                </a:lnTo>
                <a:lnTo>
                  <a:pt x="683" y="247"/>
                </a:lnTo>
                <a:lnTo>
                  <a:pt x="683" y="248"/>
                </a:lnTo>
                <a:lnTo>
                  <a:pt x="684" y="248"/>
                </a:lnTo>
                <a:lnTo>
                  <a:pt x="683" y="248"/>
                </a:lnTo>
                <a:lnTo>
                  <a:pt x="684" y="249"/>
                </a:lnTo>
                <a:lnTo>
                  <a:pt x="684" y="250"/>
                </a:lnTo>
                <a:lnTo>
                  <a:pt x="685" y="251"/>
                </a:lnTo>
                <a:lnTo>
                  <a:pt x="686" y="249"/>
                </a:lnTo>
                <a:lnTo>
                  <a:pt x="687" y="248"/>
                </a:lnTo>
                <a:lnTo>
                  <a:pt x="686" y="247"/>
                </a:lnTo>
                <a:lnTo>
                  <a:pt x="686" y="246"/>
                </a:lnTo>
                <a:lnTo>
                  <a:pt x="686" y="245"/>
                </a:lnTo>
                <a:lnTo>
                  <a:pt x="686" y="244"/>
                </a:lnTo>
                <a:lnTo>
                  <a:pt x="687" y="244"/>
                </a:lnTo>
                <a:lnTo>
                  <a:pt x="687" y="243"/>
                </a:lnTo>
                <a:lnTo>
                  <a:pt x="686" y="241"/>
                </a:lnTo>
                <a:lnTo>
                  <a:pt x="687" y="241"/>
                </a:lnTo>
                <a:lnTo>
                  <a:pt x="687" y="240"/>
                </a:lnTo>
                <a:lnTo>
                  <a:pt x="686" y="240"/>
                </a:lnTo>
                <a:lnTo>
                  <a:pt x="686" y="239"/>
                </a:lnTo>
                <a:lnTo>
                  <a:pt x="686" y="238"/>
                </a:lnTo>
                <a:lnTo>
                  <a:pt x="687" y="238"/>
                </a:lnTo>
                <a:lnTo>
                  <a:pt x="687" y="237"/>
                </a:lnTo>
                <a:lnTo>
                  <a:pt x="688" y="236"/>
                </a:lnTo>
                <a:lnTo>
                  <a:pt x="689" y="235"/>
                </a:lnTo>
                <a:lnTo>
                  <a:pt x="689" y="236"/>
                </a:lnTo>
                <a:lnTo>
                  <a:pt x="690" y="236"/>
                </a:lnTo>
                <a:lnTo>
                  <a:pt x="692" y="235"/>
                </a:lnTo>
                <a:lnTo>
                  <a:pt x="693" y="235"/>
                </a:lnTo>
                <a:lnTo>
                  <a:pt x="694" y="235"/>
                </a:lnTo>
                <a:lnTo>
                  <a:pt x="696" y="236"/>
                </a:lnTo>
                <a:lnTo>
                  <a:pt x="697" y="236"/>
                </a:lnTo>
                <a:lnTo>
                  <a:pt x="698" y="236"/>
                </a:lnTo>
                <a:lnTo>
                  <a:pt x="699" y="236"/>
                </a:lnTo>
                <a:lnTo>
                  <a:pt x="701" y="236"/>
                </a:lnTo>
                <a:lnTo>
                  <a:pt x="702" y="236"/>
                </a:lnTo>
                <a:lnTo>
                  <a:pt x="703" y="236"/>
                </a:lnTo>
                <a:lnTo>
                  <a:pt x="704" y="237"/>
                </a:lnTo>
                <a:lnTo>
                  <a:pt x="704" y="238"/>
                </a:lnTo>
                <a:lnTo>
                  <a:pt x="705" y="239"/>
                </a:lnTo>
                <a:lnTo>
                  <a:pt x="705" y="240"/>
                </a:lnTo>
                <a:lnTo>
                  <a:pt x="706" y="240"/>
                </a:lnTo>
                <a:lnTo>
                  <a:pt x="707" y="241"/>
                </a:lnTo>
                <a:lnTo>
                  <a:pt x="707" y="242"/>
                </a:lnTo>
                <a:lnTo>
                  <a:pt x="707" y="243"/>
                </a:lnTo>
                <a:lnTo>
                  <a:pt x="707" y="244"/>
                </a:lnTo>
                <a:lnTo>
                  <a:pt x="708" y="244"/>
                </a:lnTo>
                <a:lnTo>
                  <a:pt x="709" y="244"/>
                </a:lnTo>
                <a:lnTo>
                  <a:pt x="709" y="245"/>
                </a:lnTo>
                <a:lnTo>
                  <a:pt x="709" y="246"/>
                </a:lnTo>
                <a:lnTo>
                  <a:pt x="710" y="246"/>
                </a:lnTo>
                <a:lnTo>
                  <a:pt x="711" y="246"/>
                </a:lnTo>
                <a:lnTo>
                  <a:pt x="712" y="247"/>
                </a:lnTo>
                <a:lnTo>
                  <a:pt x="713" y="248"/>
                </a:lnTo>
                <a:lnTo>
                  <a:pt x="714" y="249"/>
                </a:lnTo>
                <a:lnTo>
                  <a:pt x="715" y="249"/>
                </a:lnTo>
                <a:lnTo>
                  <a:pt x="715" y="250"/>
                </a:lnTo>
                <a:lnTo>
                  <a:pt x="717" y="252"/>
                </a:lnTo>
                <a:lnTo>
                  <a:pt x="718" y="253"/>
                </a:lnTo>
                <a:lnTo>
                  <a:pt x="718" y="254"/>
                </a:lnTo>
                <a:lnTo>
                  <a:pt x="719" y="254"/>
                </a:lnTo>
                <a:lnTo>
                  <a:pt x="720" y="256"/>
                </a:lnTo>
                <a:lnTo>
                  <a:pt x="721" y="257"/>
                </a:lnTo>
                <a:lnTo>
                  <a:pt x="721" y="258"/>
                </a:lnTo>
                <a:lnTo>
                  <a:pt x="722" y="258"/>
                </a:lnTo>
                <a:lnTo>
                  <a:pt x="722" y="259"/>
                </a:lnTo>
                <a:lnTo>
                  <a:pt x="723" y="260"/>
                </a:lnTo>
                <a:lnTo>
                  <a:pt x="724" y="260"/>
                </a:lnTo>
                <a:lnTo>
                  <a:pt x="725" y="262"/>
                </a:lnTo>
                <a:lnTo>
                  <a:pt x="725" y="263"/>
                </a:lnTo>
                <a:lnTo>
                  <a:pt x="726" y="263"/>
                </a:lnTo>
                <a:lnTo>
                  <a:pt x="726" y="262"/>
                </a:lnTo>
                <a:lnTo>
                  <a:pt x="727" y="261"/>
                </a:lnTo>
                <a:lnTo>
                  <a:pt x="728" y="260"/>
                </a:lnTo>
                <a:lnTo>
                  <a:pt x="729" y="259"/>
                </a:lnTo>
                <a:lnTo>
                  <a:pt x="729" y="258"/>
                </a:lnTo>
                <a:lnTo>
                  <a:pt x="729" y="257"/>
                </a:lnTo>
                <a:lnTo>
                  <a:pt x="730" y="256"/>
                </a:lnTo>
                <a:lnTo>
                  <a:pt x="731" y="256"/>
                </a:lnTo>
                <a:lnTo>
                  <a:pt x="731" y="255"/>
                </a:lnTo>
                <a:lnTo>
                  <a:pt x="731" y="253"/>
                </a:lnTo>
                <a:lnTo>
                  <a:pt x="731" y="252"/>
                </a:lnTo>
                <a:lnTo>
                  <a:pt x="731" y="251"/>
                </a:lnTo>
                <a:lnTo>
                  <a:pt x="731" y="250"/>
                </a:lnTo>
                <a:lnTo>
                  <a:pt x="732" y="250"/>
                </a:lnTo>
                <a:lnTo>
                  <a:pt x="734" y="249"/>
                </a:lnTo>
                <a:lnTo>
                  <a:pt x="734" y="248"/>
                </a:lnTo>
                <a:lnTo>
                  <a:pt x="735" y="247"/>
                </a:lnTo>
                <a:lnTo>
                  <a:pt x="736" y="246"/>
                </a:lnTo>
                <a:lnTo>
                  <a:pt x="736" y="245"/>
                </a:lnTo>
                <a:lnTo>
                  <a:pt x="735" y="243"/>
                </a:lnTo>
                <a:lnTo>
                  <a:pt x="735" y="242"/>
                </a:lnTo>
                <a:lnTo>
                  <a:pt x="736" y="242"/>
                </a:lnTo>
                <a:lnTo>
                  <a:pt x="738" y="241"/>
                </a:lnTo>
                <a:lnTo>
                  <a:pt x="740" y="240"/>
                </a:lnTo>
                <a:lnTo>
                  <a:pt x="741" y="238"/>
                </a:lnTo>
                <a:lnTo>
                  <a:pt x="742" y="238"/>
                </a:lnTo>
                <a:lnTo>
                  <a:pt x="742" y="237"/>
                </a:lnTo>
                <a:lnTo>
                  <a:pt x="743" y="235"/>
                </a:lnTo>
                <a:lnTo>
                  <a:pt x="743" y="234"/>
                </a:lnTo>
                <a:lnTo>
                  <a:pt x="743" y="233"/>
                </a:lnTo>
                <a:lnTo>
                  <a:pt x="743" y="232"/>
                </a:lnTo>
                <a:lnTo>
                  <a:pt x="743" y="231"/>
                </a:lnTo>
                <a:lnTo>
                  <a:pt x="744" y="230"/>
                </a:lnTo>
                <a:lnTo>
                  <a:pt x="745" y="229"/>
                </a:lnTo>
                <a:lnTo>
                  <a:pt x="746" y="229"/>
                </a:lnTo>
                <a:lnTo>
                  <a:pt x="746" y="228"/>
                </a:lnTo>
                <a:lnTo>
                  <a:pt x="745" y="228"/>
                </a:lnTo>
                <a:lnTo>
                  <a:pt x="745" y="227"/>
                </a:lnTo>
                <a:lnTo>
                  <a:pt x="745" y="226"/>
                </a:lnTo>
                <a:lnTo>
                  <a:pt x="744" y="225"/>
                </a:lnTo>
                <a:lnTo>
                  <a:pt x="743" y="224"/>
                </a:lnTo>
                <a:lnTo>
                  <a:pt x="742" y="224"/>
                </a:lnTo>
                <a:lnTo>
                  <a:pt x="741" y="224"/>
                </a:lnTo>
                <a:lnTo>
                  <a:pt x="741" y="223"/>
                </a:lnTo>
                <a:lnTo>
                  <a:pt x="741" y="222"/>
                </a:lnTo>
                <a:lnTo>
                  <a:pt x="739" y="222"/>
                </a:lnTo>
                <a:lnTo>
                  <a:pt x="738" y="222"/>
                </a:lnTo>
                <a:lnTo>
                  <a:pt x="737" y="222"/>
                </a:lnTo>
                <a:lnTo>
                  <a:pt x="736" y="222"/>
                </a:lnTo>
                <a:lnTo>
                  <a:pt x="735" y="222"/>
                </a:lnTo>
                <a:lnTo>
                  <a:pt x="735" y="221"/>
                </a:lnTo>
                <a:lnTo>
                  <a:pt x="734" y="221"/>
                </a:lnTo>
                <a:lnTo>
                  <a:pt x="734" y="220"/>
                </a:lnTo>
                <a:lnTo>
                  <a:pt x="733" y="220"/>
                </a:lnTo>
                <a:lnTo>
                  <a:pt x="732" y="219"/>
                </a:lnTo>
                <a:lnTo>
                  <a:pt x="731" y="218"/>
                </a:lnTo>
                <a:lnTo>
                  <a:pt x="731" y="217"/>
                </a:lnTo>
                <a:lnTo>
                  <a:pt x="731" y="216"/>
                </a:lnTo>
                <a:lnTo>
                  <a:pt x="731" y="214"/>
                </a:lnTo>
                <a:lnTo>
                  <a:pt x="731" y="213"/>
                </a:lnTo>
                <a:lnTo>
                  <a:pt x="731" y="212"/>
                </a:lnTo>
                <a:lnTo>
                  <a:pt x="731" y="211"/>
                </a:lnTo>
                <a:lnTo>
                  <a:pt x="732" y="209"/>
                </a:lnTo>
                <a:lnTo>
                  <a:pt x="733" y="207"/>
                </a:lnTo>
                <a:lnTo>
                  <a:pt x="733" y="206"/>
                </a:lnTo>
                <a:lnTo>
                  <a:pt x="733" y="205"/>
                </a:lnTo>
                <a:lnTo>
                  <a:pt x="733" y="204"/>
                </a:lnTo>
                <a:lnTo>
                  <a:pt x="734" y="203"/>
                </a:lnTo>
                <a:lnTo>
                  <a:pt x="735" y="203"/>
                </a:lnTo>
                <a:lnTo>
                  <a:pt x="735" y="201"/>
                </a:lnTo>
                <a:lnTo>
                  <a:pt x="736" y="201"/>
                </a:lnTo>
                <a:lnTo>
                  <a:pt x="736" y="200"/>
                </a:lnTo>
                <a:lnTo>
                  <a:pt x="737" y="200"/>
                </a:lnTo>
                <a:lnTo>
                  <a:pt x="737" y="198"/>
                </a:lnTo>
                <a:lnTo>
                  <a:pt x="738" y="197"/>
                </a:lnTo>
                <a:lnTo>
                  <a:pt x="739" y="196"/>
                </a:lnTo>
                <a:lnTo>
                  <a:pt x="739" y="195"/>
                </a:lnTo>
                <a:lnTo>
                  <a:pt x="739" y="194"/>
                </a:lnTo>
                <a:lnTo>
                  <a:pt x="740" y="193"/>
                </a:lnTo>
                <a:lnTo>
                  <a:pt x="742" y="193"/>
                </a:lnTo>
                <a:lnTo>
                  <a:pt x="743" y="192"/>
                </a:lnTo>
                <a:lnTo>
                  <a:pt x="745" y="192"/>
                </a:lnTo>
                <a:lnTo>
                  <a:pt x="748" y="192"/>
                </a:lnTo>
                <a:lnTo>
                  <a:pt x="751" y="192"/>
                </a:lnTo>
                <a:lnTo>
                  <a:pt x="752" y="192"/>
                </a:lnTo>
                <a:lnTo>
                  <a:pt x="753" y="191"/>
                </a:lnTo>
                <a:lnTo>
                  <a:pt x="752" y="191"/>
                </a:lnTo>
                <a:lnTo>
                  <a:pt x="752" y="190"/>
                </a:lnTo>
                <a:lnTo>
                  <a:pt x="751" y="189"/>
                </a:lnTo>
                <a:lnTo>
                  <a:pt x="751" y="188"/>
                </a:lnTo>
                <a:lnTo>
                  <a:pt x="752" y="186"/>
                </a:lnTo>
                <a:lnTo>
                  <a:pt x="752" y="184"/>
                </a:lnTo>
                <a:lnTo>
                  <a:pt x="753" y="183"/>
                </a:lnTo>
                <a:lnTo>
                  <a:pt x="753" y="180"/>
                </a:lnTo>
                <a:lnTo>
                  <a:pt x="753" y="179"/>
                </a:lnTo>
                <a:lnTo>
                  <a:pt x="753" y="178"/>
                </a:lnTo>
                <a:lnTo>
                  <a:pt x="753" y="177"/>
                </a:lnTo>
                <a:lnTo>
                  <a:pt x="754" y="177"/>
                </a:lnTo>
                <a:lnTo>
                  <a:pt x="754" y="174"/>
                </a:lnTo>
                <a:lnTo>
                  <a:pt x="753" y="173"/>
                </a:lnTo>
                <a:lnTo>
                  <a:pt x="752" y="173"/>
                </a:lnTo>
                <a:lnTo>
                  <a:pt x="752" y="172"/>
                </a:lnTo>
                <a:lnTo>
                  <a:pt x="752" y="171"/>
                </a:lnTo>
                <a:lnTo>
                  <a:pt x="753" y="171"/>
                </a:lnTo>
                <a:lnTo>
                  <a:pt x="754" y="170"/>
                </a:lnTo>
                <a:lnTo>
                  <a:pt x="755" y="169"/>
                </a:lnTo>
                <a:lnTo>
                  <a:pt x="755" y="170"/>
                </a:lnTo>
                <a:lnTo>
                  <a:pt x="756" y="170"/>
                </a:lnTo>
                <a:lnTo>
                  <a:pt x="756" y="169"/>
                </a:lnTo>
                <a:lnTo>
                  <a:pt x="758" y="169"/>
                </a:lnTo>
                <a:lnTo>
                  <a:pt x="758" y="170"/>
                </a:lnTo>
                <a:lnTo>
                  <a:pt x="758" y="171"/>
                </a:lnTo>
                <a:lnTo>
                  <a:pt x="759" y="171"/>
                </a:lnTo>
                <a:lnTo>
                  <a:pt x="760" y="171"/>
                </a:lnTo>
                <a:lnTo>
                  <a:pt x="761" y="170"/>
                </a:lnTo>
                <a:lnTo>
                  <a:pt x="762" y="170"/>
                </a:lnTo>
                <a:lnTo>
                  <a:pt x="763" y="170"/>
                </a:lnTo>
                <a:lnTo>
                  <a:pt x="763" y="168"/>
                </a:lnTo>
                <a:lnTo>
                  <a:pt x="763" y="167"/>
                </a:lnTo>
                <a:lnTo>
                  <a:pt x="763" y="166"/>
                </a:lnTo>
                <a:lnTo>
                  <a:pt x="763" y="165"/>
                </a:lnTo>
                <a:lnTo>
                  <a:pt x="763" y="164"/>
                </a:lnTo>
                <a:lnTo>
                  <a:pt x="763" y="162"/>
                </a:lnTo>
                <a:lnTo>
                  <a:pt x="764" y="162"/>
                </a:lnTo>
                <a:lnTo>
                  <a:pt x="765" y="161"/>
                </a:lnTo>
                <a:lnTo>
                  <a:pt x="765" y="160"/>
                </a:lnTo>
                <a:lnTo>
                  <a:pt x="766" y="160"/>
                </a:lnTo>
                <a:lnTo>
                  <a:pt x="766" y="161"/>
                </a:lnTo>
                <a:lnTo>
                  <a:pt x="767" y="162"/>
                </a:lnTo>
                <a:lnTo>
                  <a:pt x="767" y="163"/>
                </a:lnTo>
                <a:lnTo>
                  <a:pt x="768" y="163"/>
                </a:lnTo>
                <a:lnTo>
                  <a:pt x="768" y="164"/>
                </a:lnTo>
                <a:lnTo>
                  <a:pt x="770" y="165"/>
                </a:lnTo>
                <a:lnTo>
                  <a:pt x="771" y="165"/>
                </a:lnTo>
                <a:lnTo>
                  <a:pt x="772" y="165"/>
                </a:lnTo>
                <a:lnTo>
                  <a:pt x="772" y="167"/>
                </a:lnTo>
                <a:lnTo>
                  <a:pt x="771" y="168"/>
                </a:lnTo>
                <a:lnTo>
                  <a:pt x="772" y="168"/>
                </a:lnTo>
                <a:lnTo>
                  <a:pt x="773" y="169"/>
                </a:lnTo>
                <a:lnTo>
                  <a:pt x="774" y="169"/>
                </a:lnTo>
                <a:lnTo>
                  <a:pt x="775" y="170"/>
                </a:lnTo>
                <a:lnTo>
                  <a:pt x="775" y="172"/>
                </a:lnTo>
                <a:lnTo>
                  <a:pt x="775" y="173"/>
                </a:lnTo>
                <a:lnTo>
                  <a:pt x="775" y="174"/>
                </a:lnTo>
                <a:lnTo>
                  <a:pt x="775" y="175"/>
                </a:lnTo>
                <a:lnTo>
                  <a:pt x="774" y="177"/>
                </a:lnTo>
                <a:lnTo>
                  <a:pt x="774" y="178"/>
                </a:lnTo>
                <a:lnTo>
                  <a:pt x="775" y="180"/>
                </a:lnTo>
                <a:lnTo>
                  <a:pt x="774" y="181"/>
                </a:lnTo>
                <a:lnTo>
                  <a:pt x="774" y="182"/>
                </a:lnTo>
                <a:lnTo>
                  <a:pt x="774" y="183"/>
                </a:lnTo>
                <a:lnTo>
                  <a:pt x="774" y="184"/>
                </a:lnTo>
                <a:lnTo>
                  <a:pt x="774" y="185"/>
                </a:lnTo>
                <a:lnTo>
                  <a:pt x="775" y="185"/>
                </a:lnTo>
                <a:lnTo>
                  <a:pt x="776" y="186"/>
                </a:lnTo>
                <a:lnTo>
                  <a:pt x="778" y="187"/>
                </a:lnTo>
                <a:lnTo>
                  <a:pt x="779" y="188"/>
                </a:lnTo>
                <a:lnTo>
                  <a:pt x="778" y="189"/>
                </a:lnTo>
                <a:lnTo>
                  <a:pt x="778" y="191"/>
                </a:lnTo>
                <a:lnTo>
                  <a:pt x="778" y="192"/>
                </a:lnTo>
                <a:lnTo>
                  <a:pt x="778" y="193"/>
                </a:lnTo>
                <a:lnTo>
                  <a:pt x="780" y="193"/>
                </a:lnTo>
                <a:lnTo>
                  <a:pt x="781" y="194"/>
                </a:lnTo>
                <a:lnTo>
                  <a:pt x="780" y="195"/>
                </a:lnTo>
                <a:lnTo>
                  <a:pt x="779" y="195"/>
                </a:lnTo>
                <a:lnTo>
                  <a:pt x="778" y="195"/>
                </a:lnTo>
                <a:lnTo>
                  <a:pt x="776" y="197"/>
                </a:lnTo>
                <a:lnTo>
                  <a:pt x="776" y="198"/>
                </a:lnTo>
                <a:lnTo>
                  <a:pt x="777" y="198"/>
                </a:lnTo>
                <a:lnTo>
                  <a:pt x="776" y="200"/>
                </a:lnTo>
                <a:lnTo>
                  <a:pt x="776" y="201"/>
                </a:lnTo>
                <a:lnTo>
                  <a:pt x="775" y="201"/>
                </a:lnTo>
                <a:lnTo>
                  <a:pt x="774" y="202"/>
                </a:lnTo>
                <a:lnTo>
                  <a:pt x="774" y="203"/>
                </a:lnTo>
                <a:lnTo>
                  <a:pt x="773" y="203"/>
                </a:lnTo>
                <a:lnTo>
                  <a:pt x="771" y="205"/>
                </a:lnTo>
                <a:lnTo>
                  <a:pt x="771" y="206"/>
                </a:lnTo>
                <a:lnTo>
                  <a:pt x="770" y="208"/>
                </a:lnTo>
                <a:lnTo>
                  <a:pt x="770" y="209"/>
                </a:lnTo>
                <a:lnTo>
                  <a:pt x="770" y="210"/>
                </a:lnTo>
                <a:lnTo>
                  <a:pt x="770" y="211"/>
                </a:lnTo>
                <a:lnTo>
                  <a:pt x="769" y="211"/>
                </a:lnTo>
                <a:lnTo>
                  <a:pt x="769" y="212"/>
                </a:lnTo>
                <a:lnTo>
                  <a:pt x="769" y="213"/>
                </a:lnTo>
                <a:lnTo>
                  <a:pt x="769" y="215"/>
                </a:lnTo>
                <a:lnTo>
                  <a:pt x="768" y="216"/>
                </a:lnTo>
                <a:lnTo>
                  <a:pt x="768" y="217"/>
                </a:lnTo>
                <a:lnTo>
                  <a:pt x="768" y="218"/>
                </a:lnTo>
                <a:lnTo>
                  <a:pt x="769" y="218"/>
                </a:lnTo>
                <a:lnTo>
                  <a:pt x="769" y="219"/>
                </a:lnTo>
                <a:lnTo>
                  <a:pt x="769" y="220"/>
                </a:lnTo>
                <a:lnTo>
                  <a:pt x="767" y="220"/>
                </a:lnTo>
                <a:lnTo>
                  <a:pt x="766" y="220"/>
                </a:lnTo>
                <a:lnTo>
                  <a:pt x="765" y="221"/>
                </a:lnTo>
                <a:lnTo>
                  <a:pt x="765" y="222"/>
                </a:lnTo>
                <a:lnTo>
                  <a:pt x="764" y="223"/>
                </a:lnTo>
                <a:lnTo>
                  <a:pt x="762" y="224"/>
                </a:lnTo>
                <a:lnTo>
                  <a:pt x="761" y="224"/>
                </a:lnTo>
                <a:lnTo>
                  <a:pt x="761" y="225"/>
                </a:lnTo>
                <a:lnTo>
                  <a:pt x="761" y="226"/>
                </a:lnTo>
                <a:lnTo>
                  <a:pt x="760" y="227"/>
                </a:lnTo>
                <a:lnTo>
                  <a:pt x="760" y="228"/>
                </a:lnTo>
                <a:lnTo>
                  <a:pt x="760" y="229"/>
                </a:lnTo>
                <a:lnTo>
                  <a:pt x="759" y="227"/>
                </a:lnTo>
                <a:lnTo>
                  <a:pt x="758" y="226"/>
                </a:lnTo>
                <a:lnTo>
                  <a:pt x="757" y="225"/>
                </a:lnTo>
                <a:lnTo>
                  <a:pt x="757" y="226"/>
                </a:lnTo>
                <a:lnTo>
                  <a:pt x="756" y="226"/>
                </a:lnTo>
                <a:lnTo>
                  <a:pt x="754" y="226"/>
                </a:lnTo>
                <a:lnTo>
                  <a:pt x="754" y="227"/>
                </a:lnTo>
                <a:lnTo>
                  <a:pt x="753" y="227"/>
                </a:lnTo>
                <a:lnTo>
                  <a:pt x="753" y="228"/>
                </a:lnTo>
                <a:lnTo>
                  <a:pt x="752" y="228"/>
                </a:lnTo>
                <a:lnTo>
                  <a:pt x="751" y="229"/>
                </a:lnTo>
                <a:lnTo>
                  <a:pt x="750" y="229"/>
                </a:lnTo>
                <a:lnTo>
                  <a:pt x="750" y="230"/>
                </a:lnTo>
                <a:lnTo>
                  <a:pt x="751" y="230"/>
                </a:lnTo>
                <a:lnTo>
                  <a:pt x="751" y="231"/>
                </a:lnTo>
                <a:lnTo>
                  <a:pt x="751" y="232"/>
                </a:lnTo>
                <a:lnTo>
                  <a:pt x="750" y="232"/>
                </a:lnTo>
                <a:lnTo>
                  <a:pt x="750" y="233"/>
                </a:lnTo>
                <a:lnTo>
                  <a:pt x="751" y="234"/>
                </a:lnTo>
                <a:lnTo>
                  <a:pt x="754" y="237"/>
                </a:lnTo>
                <a:lnTo>
                  <a:pt x="755" y="236"/>
                </a:lnTo>
                <a:lnTo>
                  <a:pt x="756" y="238"/>
                </a:lnTo>
                <a:lnTo>
                  <a:pt x="757" y="238"/>
                </a:lnTo>
                <a:lnTo>
                  <a:pt x="757" y="239"/>
                </a:lnTo>
                <a:lnTo>
                  <a:pt x="758" y="239"/>
                </a:lnTo>
                <a:lnTo>
                  <a:pt x="760" y="240"/>
                </a:lnTo>
                <a:lnTo>
                  <a:pt x="760" y="241"/>
                </a:lnTo>
                <a:lnTo>
                  <a:pt x="760" y="242"/>
                </a:lnTo>
                <a:lnTo>
                  <a:pt x="761" y="244"/>
                </a:lnTo>
                <a:lnTo>
                  <a:pt x="761" y="245"/>
                </a:lnTo>
                <a:lnTo>
                  <a:pt x="762" y="245"/>
                </a:lnTo>
                <a:lnTo>
                  <a:pt x="762" y="246"/>
                </a:lnTo>
                <a:lnTo>
                  <a:pt x="762" y="247"/>
                </a:lnTo>
                <a:lnTo>
                  <a:pt x="762" y="248"/>
                </a:lnTo>
                <a:lnTo>
                  <a:pt x="761" y="252"/>
                </a:lnTo>
                <a:lnTo>
                  <a:pt x="761" y="254"/>
                </a:lnTo>
                <a:lnTo>
                  <a:pt x="762" y="254"/>
                </a:lnTo>
                <a:lnTo>
                  <a:pt x="761" y="256"/>
                </a:lnTo>
                <a:lnTo>
                  <a:pt x="760" y="257"/>
                </a:lnTo>
                <a:lnTo>
                  <a:pt x="759" y="257"/>
                </a:lnTo>
                <a:lnTo>
                  <a:pt x="758" y="257"/>
                </a:lnTo>
                <a:lnTo>
                  <a:pt x="758" y="258"/>
                </a:lnTo>
                <a:lnTo>
                  <a:pt x="759" y="260"/>
                </a:lnTo>
                <a:lnTo>
                  <a:pt x="760" y="260"/>
                </a:lnTo>
                <a:lnTo>
                  <a:pt x="761" y="261"/>
                </a:lnTo>
                <a:lnTo>
                  <a:pt x="762" y="261"/>
                </a:lnTo>
                <a:lnTo>
                  <a:pt x="762" y="262"/>
                </a:lnTo>
                <a:lnTo>
                  <a:pt x="763" y="262"/>
                </a:lnTo>
                <a:lnTo>
                  <a:pt x="764" y="262"/>
                </a:lnTo>
                <a:lnTo>
                  <a:pt x="765" y="263"/>
                </a:lnTo>
                <a:lnTo>
                  <a:pt x="766" y="263"/>
                </a:lnTo>
                <a:lnTo>
                  <a:pt x="767" y="262"/>
                </a:lnTo>
                <a:lnTo>
                  <a:pt x="768" y="261"/>
                </a:lnTo>
                <a:lnTo>
                  <a:pt x="768" y="259"/>
                </a:lnTo>
                <a:lnTo>
                  <a:pt x="769" y="257"/>
                </a:lnTo>
                <a:lnTo>
                  <a:pt x="770" y="257"/>
                </a:lnTo>
                <a:lnTo>
                  <a:pt x="771" y="256"/>
                </a:lnTo>
                <a:lnTo>
                  <a:pt x="771" y="255"/>
                </a:lnTo>
                <a:lnTo>
                  <a:pt x="773" y="255"/>
                </a:lnTo>
                <a:lnTo>
                  <a:pt x="774" y="255"/>
                </a:lnTo>
                <a:lnTo>
                  <a:pt x="775" y="254"/>
                </a:lnTo>
                <a:lnTo>
                  <a:pt x="776" y="252"/>
                </a:lnTo>
                <a:lnTo>
                  <a:pt x="776" y="251"/>
                </a:lnTo>
                <a:lnTo>
                  <a:pt x="777" y="249"/>
                </a:lnTo>
                <a:lnTo>
                  <a:pt x="778" y="249"/>
                </a:lnTo>
                <a:lnTo>
                  <a:pt x="778" y="248"/>
                </a:lnTo>
                <a:lnTo>
                  <a:pt x="778" y="247"/>
                </a:lnTo>
                <a:lnTo>
                  <a:pt x="778" y="246"/>
                </a:lnTo>
                <a:lnTo>
                  <a:pt x="779" y="247"/>
                </a:lnTo>
                <a:lnTo>
                  <a:pt x="782" y="247"/>
                </a:lnTo>
                <a:lnTo>
                  <a:pt x="783" y="246"/>
                </a:lnTo>
                <a:lnTo>
                  <a:pt x="784" y="246"/>
                </a:lnTo>
                <a:lnTo>
                  <a:pt x="785" y="244"/>
                </a:lnTo>
                <a:lnTo>
                  <a:pt x="786" y="244"/>
                </a:lnTo>
                <a:lnTo>
                  <a:pt x="787" y="244"/>
                </a:lnTo>
                <a:lnTo>
                  <a:pt x="788" y="244"/>
                </a:lnTo>
                <a:lnTo>
                  <a:pt x="789" y="244"/>
                </a:lnTo>
                <a:lnTo>
                  <a:pt x="790" y="245"/>
                </a:lnTo>
                <a:lnTo>
                  <a:pt x="792" y="245"/>
                </a:lnTo>
                <a:lnTo>
                  <a:pt x="793" y="245"/>
                </a:lnTo>
                <a:lnTo>
                  <a:pt x="794" y="245"/>
                </a:lnTo>
                <a:lnTo>
                  <a:pt x="795" y="245"/>
                </a:lnTo>
                <a:lnTo>
                  <a:pt x="796" y="245"/>
                </a:lnTo>
                <a:lnTo>
                  <a:pt x="798" y="246"/>
                </a:lnTo>
                <a:lnTo>
                  <a:pt x="799" y="246"/>
                </a:lnTo>
                <a:lnTo>
                  <a:pt x="800" y="245"/>
                </a:lnTo>
                <a:lnTo>
                  <a:pt x="801" y="245"/>
                </a:lnTo>
                <a:lnTo>
                  <a:pt x="802" y="245"/>
                </a:lnTo>
                <a:lnTo>
                  <a:pt x="802" y="246"/>
                </a:lnTo>
                <a:lnTo>
                  <a:pt x="803" y="246"/>
                </a:lnTo>
                <a:lnTo>
                  <a:pt x="803" y="245"/>
                </a:lnTo>
                <a:lnTo>
                  <a:pt x="803" y="244"/>
                </a:lnTo>
                <a:lnTo>
                  <a:pt x="803" y="243"/>
                </a:lnTo>
                <a:lnTo>
                  <a:pt x="804" y="244"/>
                </a:lnTo>
                <a:lnTo>
                  <a:pt x="804" y="243"/>
                </a:lnTo>
                <a:lnTo>
                  <a:pt x="805" y="242"/>
                </a:lnTo>
                <a:lnTo>
                  <a:pt x="805" y="241"/>
                </a:lnTo>
                <a:lnTo>
                  <a:pt x="804" y="241"/>
                </a:lnTo>
                <a:lnTo>
                  <a:pt x="804" y="240"/>
                </a:lnTo>
                <a:lnTo>
                  <a:pt x="804" y="239"/>
                </a:lnTo>
                <a:lnTo>
                  <a:pt x="805" y="238"/>
                </a:lnTo>
                <a:lnTo>
                  <a:pt x="806" y="238"/>
                </a:lnTo>
                <a:lnTo>
                  <a:pt x="806" y="237"/>
                </a:lnTo>
                <a:lnTo>
                  <a:pt x="806" y="236"/>
                </a:lnTo>
                <a:lnTo>
                  <a:pt x="805" y="235"/>
                </a:lnTo>
                <a:lnTo>
                  <a:pt x="807" y="233"/>
                </a:lnTo>
                <a:lnTo>
                  <a:pt x="808" y="233"/>
                </a:lnTo>
                <a:lnTo>
                  <a:pt x="808" y="232"/>
                </a:lnTo>
                <a:lnTo>
                  <a:pt x="808" y="231"/>
                </a:lnTo>
                <a:lnTo>
                  <a:pt x="807" y="231"/>
                </a:lnTo>
                <a:lnTo>
                  <a:pt x="807" y="230"/>
                </a:lnTo>
                <a:lnTo>
                  <a:pt x="807" y="229"/>
                </a:lnTo>
                <a:lnTo>
                  <a:pt x="807" y="228"/>
                </a:lnTo>
                <a:lnTo>
                  <a:pt x="808" y="226"/>
                </a:lnTo>
                <a:lnTo>
                  <a:pt x="808" y="225"/>
                </a:lnTo>
                <a:lnTo>
                  <a:pt x="809" y="225"/>
                </a:lnTo>
                <a:lnTo>
                  <a:pt x="809" y="226"/>
                </a:lnTo>
                <a:lnTo>
                  <a:pt x="809" y="227"/>
                </a:lnTo>
                <a:lnTo>
                  <a:pt x="809" y="228"/>
                </a:lnTo>
                <a:lnTo>
                  <a:pt x="811" y="228"/>
                </a:lnTo>
                <a:lnTo>
                  <a:pt x="811" y="229"/>
                </a:lnTo>
                <a:lnTo>
                  <a:pt x="812" y="229"/>
                </a:lnTo>
                <a:lnTo>
                  <a:pt x="813" y="229"/>
                </a:lnTo>
                <a:lnTo>
                  <a:pt x="813" y="230"/>
                </a:lnTo>
                <a:lnTo>
                  <a:pt x="814" y="230"/>
                </a:lnTo>
                <a:lnTo>
                  <a:pt x="814" y="231"/>
                </a:lnTo>
                <a:lnTo>
                  <a:pt x="814" y="232"/>
                </a:lnTo>
                <a:lnTo>
                  <a:pt x="815" y="232"/>
                </a:lnTo>
                <a:lnTo>
                  <a:pt x="815" y="233"/>
                </a:lnTo>
                <a:lnTo>
                  <a:pt x="815" y="234"/>
                </a:lnTo>
                <a:lnTo>
                  <a:pt x="816" y="235"/>
                </a:lnTo>
                <a:lnTo>
                  <a:pt x="816" y="236"/>
                </a:lnTo>
                <a:lnTo>
                  <a:pt x="816" y="237"/>
                </a:lnTo>
                <a:lnTo>
                  <a:pt x="818" y="238"/>
                </a:lnTo>
                <a:lnTo>
                  <a:pt x="820" y="239"/>
                </a:lnTo>
                <a:lnTo>
                  <a:pt x="821" y="239"/>
                </a:lnTo>
                <a:lnTo>
                  <a:pt x="822" y="239"/>
                </a:lnTo>
                <a:lnTo>
                  <a:pt x="822" y="240"/>
                </a:lnTo>
                <a:lnTo>
                  <a:pt x="823" y="240"/>
                </a:lnTo>
                <a:lnTo>
                  <a:pt x="824" y="240"/>
                </a:lnTo>
                <a:lnTo>
                  <a:pt x="825" y="239"/>
                </a:lnTo>
                <a:lnTo>
                  <a:pt x="825" y="238"/>
                </a:lnTo>
                <a:lnTo>
                  <a:pt x="825" y="237"/>
                </a:lnTo>
                <a:lnTo>
                  <a:pt x="825" y="236"/>
                </a:lnTo>
                <a:lnTo>
                  <a:pt x="826" y="235"/>
                </a:lnTo>
                <a:lnTo>
                  <a:pt x="825" y="234"/>
                </a:lnTo>
                <a:lnTo>
                  <a:pt x="825" y="233"/>
                </a:lnTo>
                <a:lnTo>
                  <a:pt x="825" y="232"/>
                </a:lnTo>
                <a:lnTo>
                  <a:pt x="825" y="231"/>
                </a:lnTo>
                <a:lnTo>
                  <a:pt x="825" y="230"/>
                </a:lnTo>
                <a:lnTo>
                  <a:pt x="825" y="229"/>
                </a:lnTo>
                <a:lnTo>
                  <a:pt x="824" y="228"/>
                </a:lnTo>
                <a:lnTo>
                  <a:pt x="825" y="227"/>
                </a:lnTo>
                <a:lnTo>
                  <a:pt x="825" y="226"/>
                </a:lnTo>
                <a:lnTo>
                  <a:pt x="824" y="225"/>
                </a:lnTo>
                <a:lnTo>
                  <a:pt x="824" y="224"/>
                </a:lnTo>
                <a:lnTo>
                  <a:pt x="823" y="224"/>
                </a:lnTo>
                <a:lnTo>
                  <a:pt x="824" y="223"/>
                </a:lnTo>
                <a:lnTo>
                  <a:pt x="824" y="222"/>
                </a:lnTo>
                <a:lnTo>
                  <a:pt x="824" y="221"/>
                </a:lnTo>
                <a:lnTo>
                  <a:pt x="824" y="220"/>
                </a:lnTo>
                <a:lnTo>
                  <a:pt x="823" y="220"/>
                </a:lnTo>
                <a:lnTo>
                  <a:pt x="822" y="220"/>
                </a:lnTo>
                <a:lnTo>
                  <a:pt x="821" y="219"/>
                </a:lnTo>
                <a:lnTo>
                  <a:pt x="821" y="218"/>
                </a:lnTo>
                <a:lnTo>
                  <a:pt x="822" y="217"/>
                </a:lnTo>
                <a:lnTo>
                  <a:pt x="822" y="216"/>
                </a:lnTo>
                <a:lnTo>
                  <a:pt x="823" y="216"/>
                </a:lnTo>
                <a:lnTo>
                  <a:pt x="824" y="216"/>
                </a:lnTo>
                <a:lnTo>
                  <a:pt x="824" y="215"/>
                </a:lnTo>
                <a:lnTo>
                  <a:pt x="825" y="214"/>
                </a:lnTo>
                <a:lnTo>
                  <a:pt x="826" y="214"/>
                </a:lnTo>
                <a:lnTo>
                  <a:pt x="826" y="213"/>
                </a:lnTo>
                <a:lnTo>
                  <a:pt x="826" y="212"/>
                </a:lnTo>
                <a:lnTo>
                  <a:pt x="827" y="212"/>
                </a:lnTo>
                <a:lnTo>
                  <a:pt x="828" y="212"/>
                </a:lnTo>
                <a:lnTo>
                  <a:pt x="828" y="211"/>
                </a:lnTo>
                <a:lnTo>
                  <a:pt x="829" y="211"/>
                </a:lnTo>
                <a:lnTo>
                  <a:pt x="829" y="210"/>
                </a:lnTo>
                <a:lnTo>
                  <a:pt x="829" y="209"/>
                </a:lnTo>
                <a:lnTo>
                  <a:pt x="828" y="209"/>
                </a:lnTo>
                <a:lnTo>
                  <a:pt x="828" y="208"/>
                </a:lnTo>
                <a:lnTo>
                  <a:pt x="829" y="208"/>
                </a:lnTo>
                <a:lnTo>
                  <a:pt x="829" y="207"/>
                </a:lnTo>
                <a:lnTo>
                  <a:pt x="829" y="206"/>
                </a:lnTo>
                <a:lnTo>
                  <a:pt x="830" y="206"/>
                </a:lnTo>
                <a:lnTo>
                  <a:pt x="831" y="206"/>
                </a:lnTo>
                <a:lnTo>
                  <a:pt x="832" y="206"/>
                </a:lnTo>
                <a:lnTo>
                  <a:pt x="833" y="205"/>
                </a:lnTo>
                <a:lnTo>
                  <a:pt x="834" y="205"/>
                </a:lnTo>
                <a:lnTo>
                  <a:pt x="834" y="204"/>
                </a:lnTo>
                <a:lnTo>
                  <a:pt x="833" y="203"/>
                </a:lnTo>
                <a:lnTo>
                  <a:pt x="833" y="202"/>
                </a:lnTo>
                <a:lnTo>
                  <a:pt x="834" y="201"/>
                </a:lnTo>
                <a:lnTo>
                  <a:pt x="835" y="200"/>
                </a:lnTo>
                <a:lnTo>
                  <a:pt x="835" y="199"/>
                </a:lnTo>
                <a:lnTo>
                  <a:pt x="836" y="200"/>
                </a:lnTo>
                <a:lnTo>
                  <a:pt x="835" y="201"/>
                </a:lnTo>
                <a:lnTo>
                  <a:pt x="836" y="202"/>
                </a:lnTo>
                <a:lnTo>
                  <a:pt x="837" y="203"/>
                </a:lnTo>
                <a:lnTo>
                  <a:pt x="838" y="203"/>
                </a:lnTo>
                <a:lnTo>
                  <a:pt x="839" y="202"/>
                </a:lnTo>
                <a:lnTo>
                  <a:pt x="839" y="201"/>
                </a:lnTo>
                <a:lnTo>
                  <a:pt x="840" y="201"/>
                </a:lnTo>
                <a:lnTo>
                  <a:pt x="840" y="202"/>
                </a:lnTo>
                <a:lnTo>
                  <a:pt x="841" y="202"/>
                </a:lnTo>
                <a:lnTo>
                  <a:pt x="841" y="203"/>
                </a:lnTo>
                <a:lnTo>
                  <a:pt x="842" y="204"/>
                </a:lnTo>
                <a:lnTo>
                  <a:pt x="842" y="205"/>
                </a:lnTo>
                <a:lnTo>
                  <a:pt x="843" y="205"/>
                </a:lnTo>
                <a:lnTo>
                  <a:pt x="844" y="205"/>
                </a:lnTo>
                <a:lnTo>
                  <a:pt x="845" y="204"/>
                </a:lnTo>
                <a:lnTo>
                  <a:pt x="846" y="204"/>
                </a:lnTo>
                <a:lnTo>
                  <a:pt x="847" y="203"/>
                </a:lnTo>
                <a:lnTo>
                  <a:pt x="848" y="202"/>
                </a:lnTo>
                <a:lnTo>
                  <a:pt x="849" y="202"/>
                </a:lnTo>
                <a:lnTo>
                  <a:pt x="849" y="203"/>
                </a:lnTo>
                <a:lnTo>
                  <a:pt x="850" y="204"/>
                </a:lnTo>
                <a:lnTo>
                  <a:pt x="850" y="205"/>
                </a:lnTo>
                <a:lnTo>
                  <a:pt x="850" y="206"/>
                </a:lnTo>
                <a:lnTo>
                  <a:pt x="851" y="206"/>
                </a:lnTo>
                <a:lnTo>
                  <a:pt x="852" y="206"/>
                </a:lnTo>
                <a:lnTo>
                  <a:pt x="852" y="205"/>
                </a:lnTo>
                <a:lnTo>
                  <a:pt x="852" y="203"/>
                </a:lnTo>
                <a:lnTo>
                  <a:pt x="852" y="202"/>
                </a:lnTo>
                <a:lnTo>
                  <a:pt x="853" y="202"/>
                </a:lnTo>
                <a:lnTo>
                  <a:pt x="854" y="202"/>
                </a:lnTo>
                <a:lnTo>
                  <a:pt x="854" y="203"/>
                </a:lnTo>
                <a:lnTo>
                  <a:pt x="855" y="204"/>
                </a:lnTo>
                <a:lnTo>
                  <a:pt x="856" y="204"/>
                </a:lnTo>
                <a:lnTo>
                  <a:pt x="856" y="203"/>
                </a:lnTo>
                <a:lnTo>
                  <a:pt x="857" y="203"/>
                </a:lnTo>
                <a:lnTo>
                  <a:pt x="857" y="202"/>
                </a:lnTo>
                <a:lnTo>
                  <a:pt x="857" y="201"/>
                </a:lnTo>
                <a:lnTo>
                  <a:pt x="858" y="201"/>
                </a:lnTo>
                <a:lnTo>
                  <a:pt x="858" y="200"/>
                </a:lnTo>
                <a:lnTo>
                  <a:pt x="858" y="199"/>
                </a:lnTo>
                <a:lnTo>
                  <a:pt x="859" y="199"/>
                </a:lnTo>
                <a:lnTo>
                  <a:pt x="860" y="199"/>
                </a:lnTo>
                <a:lnTo>
                  <a:pt x="861" y="198"/>
                </a:lnTo>
                <a:lnTo>
                  <a:pt x="861" y="197"/>
                </a:lnTo>
                <a:lnTo>
                  <a:pt x="862" y="197"/>
                </a:lnTo>
                <a:lnTo>
                  <a:pt x="863" y="197"/>
                </a:lnTo>
                <a:lnTo>
                  <a:pt x="863" y="196"/>
                </a:lnTo>
                <a:lnTo>
                  <a:pt x="864" y="196"/>
                </a:lnTo>
                <a:lnTo>
                  <a:pt x="864" y="195"/>
                </a:lnTo>
                <a:lnTo>
                  <a:pt x="865" y="194"/>
                </a:lnTo>
                <a:lnTo>
                  <a:pt x="866" y="193"/>
                </a:lnTo>
                <a:lnTo>
                  <a:pt x="866" y="194"/>
                </a:lnTo>
                <a:lnTo>
                  <a:pt x="867" y="194"/>
                </a:lnTo>
                <a:lnTo>
                  <a:pt x="868" y="195"/>
                </a:lnTo>
                <a:lnTo>
                  <a:pt x="869" y="195"/>
                </a:lnTo>
                <a:lnTo>
                  <a:pt x="869" y="194"/>
                </a:lnTo>
                <a:lnTo>
                  <a:pt x="869" y="193"/>
                </a:lnTo>
                <a:lnTo>
                  <a:pt x="867" y="192"/>
                </a:lnTo>
                <a:lnTo>
                  <a:pt x="866" y="192"/>
                </a:lnTo>
                <a:lnTo>
                  <a:pt x="866" y="191"/>
                </a:lnTo>
                <a:lnTo>
                  <a:pt x="866" y="190"/>
                </a:lnTo>
                <a:lnTo>
                  <a:pt x="867" y="190"/>
                </a:lnTo>
                <a:lnTo>
                  <a:pt x="868" y="190"/>
                </a:lnTo>
                <a:lnTo>
                  <a:pt x="869" y="191"/>
                </a:lnTo>
                <a:lnTo>
                  <a:pt x="869" y="192"/>
                </a:lnTo>
                <a:lnTo>
                  <a:pt x="870" y="193"/>
                </a:lnTo>
                <a:lnTo>
                  <a:pt x="870" y="194"/>
                </a:lnTo>
                <a:lnTo>
                  <a:pt x="871" y="194"/>
                </a:lnTo>
                <a:lnTo>
                  <a:pt x="872" y="193"/>
                </a:lnTo>
                <a:lnTo>
                  <a:pt x="872" y="192"/>
                </a:lnTo>
                <a:lnTo>
                  <a:pt x="871" y="192"/>
                </a:lnTo>
                <a:lnTo>
                  <a:pt x="871" y="191"/>
                </a:lnTo>
                <a:lnTo>
                  <a:pt x="870" y="191"/>
                </a:lnTo>
                <a:lnTo>
                  <a:pt x="869" y="190"/>
                </a:lnTo>
                <a:lnTo>
                  <a:pt x="869" y="189"/>
                </a:lnTo>
                <a:lnTo>
                  <a:pt x="868" y="189"/>
                </a:lnTo>
                <a:lnTo>
                  <a:pt x="867" y="188"/>
                </a:lnTo>
                <a:lnTo>
                  <a:pt x="866" y="187"/>
                </a:lnTo>
                <a:lnTo>
                  <a:pt x="867" y="186"/>
                </a:lnTo>
                <a:lnTo>
                  <a:pt x="868" y="184"/>
                </a:lnTo>
                <a:lnTo>
                  <a:pt x="868" y="183"/>
                </a:lnTo>
                <a:lnTo>
                  <a:pt x="868" y="182"/>
                </a:lnTo>
                <a:lnTo>
                  <a:pt x="867" y="181"/>
                </a:lnTo>
                <a:lnTo>
                  <a:pt x="866" y="180"/>
                </a:lnTo>
                <a:lnTo>
                  <a:pt x="866" y="178"/>
                </a:lnTo>
                <a:lnTo>
                  <a:pt x="866" y="177"/>
                </a:lnTo>
                <a:lnTo>
                  <a:pt x="867" y="177"/>
                </a:lnTo>
                <a:lnTo>
                  <a:pt x="868" y="177"/>
                </a:lnTo>
                <a:lnTo>
                  <a:pt x="868" y="178"/>
                </a:lnTo>
                <a:lnTo>
                  <a:pt x="869" y="178"/>
                </a:lnTo>
                <a:lnTo>
                  <a:pt x="870" y="178"/>
                </a:lnTo>
                <a:lnTo>
                  <a:pt x="871" y="178"/>
                </a:lnTo>
                <a:lnTo>
                  <a:pt x="871" y="177"/>
                </a:lnTo>
                <a:lnTo>
                  <a:pt x="871" y="175"/>
                </a:lnTo>
                <a:lnTo>
                  <a:pt x="870" y="174"/>
                </a:lnTo>
                <a:lnTo>
                  <a:pt x="869" y="174"/>
                </a:lnTo>
                <a:lnTo>
                  <a:pt x="868" y="174"/>
                </a:lnTo>
                <a:lnTo>
                  <a:pt x="868" y="173"/>
                </a:lnTo>
                <a:lnTo>
                  <a:pt x="867" y="173"/>
                </a:lnTo>
                <a:lnTo>
                  <a:pt x="867" y="172"/>
                </a:lnTo>
                <a:lnTo>
                  <a:pt x="867" y="171"/>
                </a:lnTo>
                <a:lnTo>
                  <a:pt x="866" y="170"/>
                </a:lnTo>
                <a:lnTo>
                  <a:pt x="866" y="169"/>
                </a:lnTo>
                <a:lnTo>
                  <a:pt x="865" y="169"/>
                </a:lnTo>
                <a:lnTo>
                  <a:pt x="864" y="168"/>
                </a:lnTo>
                <a:lnTo>
                  <a:pt x="863" y="168"/>
                </a:lnTo>
                <a:lnTo>
                  <a:pt x="862" y="168"/>
                </a:lnTo>
                <a:lnTo>
                  <a:pt x="860" y="168"/>
                </a:lnTo>
                <a:lnTo>
                  <a:pt x="859" y="167"/>
                </a:lnTo>
                <a:lnTo>
                  <a:pt x="858" y="165"/>
                </a:lnTo>
                <a:lnTo>
                  <a:pt x="857" y="165"/>
                </a:lnTo>
                <a:lnTo>
                  <a:pt x="856" y="165"/>
                </a:lnTo>
                <a:lnTo>
                  <a:pt x="855" y="164"/>
                </a:lnTo>
                <a:lnTo>
                  <a:pt x="854" y="163"/>
                </a:lnTo>
                <a:lnTo>
                  <a:pt x="853" y="163"/>
                </a:lnTo>
                <a:lnTo>
                  <a:pt x="850" y="162"/>
                </a:lnTo>
                <a:lnTo>
                  <a:pt x="849" y="162"/>
                </a:lnTo>
                <a:lnTo>
                  <a:pt x="849" y="161"/>
                </a:lnTo>
                <a:lnTo>
                  <a:pt x="848" y="161"/>
                </a:lnTo>
                <a:lnTo>
                  <a:pt x="848" y="160"/>
                </a:lnTo>
                <a:lnTo>
                  <a:pt x="848" y="159"/>
                </a:lnTo>
                <a:lnTo>
                  <a:pt x="848" y="158"/>
                </a:lnTo>
                <a:lnTo>
                  <a:pt x="848" y="157"/>
                </a:lnTo>
                <a:lnTo>
                  <a:pt x="848" y="156"/>
                </a:lnTo>
                <a:lnTo>
                  <a:pt x="848" y="155"/>
                </a:lnTo>
                <a:lnTo>
                  <a:pt x="847" y="155"/>
                </a:lnTo>
                <a:lnTo>
                  <a:pt x="847" y="154"/>
                </a:lnTo>
                <a:lnTo>
                  <a:pt x="847" y="153"/>
                </a:lnTo>
                <a:lnTo>
                  <a:pt x="846" y="153"/>
                </a:lnTo>
                <a:lnTo>
                  <a:pt x="846" y="152"/>
                </a:lnTo>
                <a:lnTo>
                  <a:pt x="845" y="150"/>
                </a:lnTo>
                <a:lnTo>
                  <a:pt x="845" y="149"/>
                </a:lnTo>
                <a:lnTo>
                  <a:pt x="845" y="148"/>
                </a:lnTo>
                <a:lnTo>
                  <a:pt x="845" y="147"/>
                </a:lnTo>
                <a:lnTo>
                  <a:pt x="846" y="145"/>
                </a:lnTo>
                <a:lnTo>
                  <a:pt x="847" y="142"/>
                </a:lnTo>
                <a:lnTo>
                  <a:pt x="848" y="139"/>
                </a:lnTo>
                <a:lnTo>
                  <a:pt x="849" y="138"/>
                </a:lnTo>
                <a:lnTo>
                  <a:pt x="849" y="136"/>
                </a:lnTo>
                <a:lnTo>
                  <a:pt x="849" y="135"/>
                </a:lnTo>
                <a:lnTo>
                  <a:pt x="848" y="135"/>
                </a:lnTo>
                <a:lnTo>
                  <a:pt x="847" y="135"/>
                </a:lnTo>
                <a:lnTo>
                  <a:pt x="846" y="136"/>
                </a:lnTo>
                <a:lnTo>
                  <a:pt x="845" y="136"/>
                </a:lnTo>
                <a:lnTo>
                  <a:pt x="845" y="137"/>
                </a:lnTo>
                <a:lnTo>
                  <a:pt x="845" y="138"/>
                </a:lnTo>
                <a:lnTo>
                  <a:pt x="844" y="140"/>
                </a:lnTo>
                <a:lnTo>
                  <a:pt x="843" y="140"/>
                </a:lnTo>
                <a:lnTo>
                  <a:pt x="842" y="140"/>
                </a:lnTo>
                <a:lnTo>
                  <a:pt x="841" y="139"/>
                </a:lnTo>
                <a:lnTo>
                  <a:pt x="840" y="139"/>
                </a:lnTo>
                <a:lnTo>
                  <a:pt x="840" y="138"/>
                </a:lnTo>
                <a:lnTo>
                  <a:pt x="840" y="137"/>
                </a:lnTo>
                <a:lnTo>
                  <a:pt x="840" y="136"/>
                </a:lnTo>
                <a:lnTo>
                  <a:pt x="840" y="135"/>
                </a:lnTo>
                <a:lnTo>
                  <a:pt x="842" y="134"/>
                </a:lnTo>
                <a:lnTo>
                  <a:pt x="843" y="134"/>
                </a:lnTo>
                <a:lnTo>
                  <a:pt x="843" y="133"/>
                </a:lnTo>
                <a:lnTo>
                  <a:pt x="845" y="133"/>
                </a:lnTo>
                <a:lnTo>
                  <a:pt x="846" y="131"/>
                </a:lnTo>
                <a:lnTo>
                  <a:pt x="846" y="130"/>
                </a:lnTo>
                <a:lnTo>
                  <a:pt x="845" y="129"/>
                </a:lnTo>
                <a:lnTo>
                  <a:pt x="844" y="127"/>
                </a:lnTo>
                <a:lnTo>
                  <a:pt x="843" y="126"/>
                </a:lnTo>
                <a:lnTo>
                  <a:pt x="842" y="125"/>
                </a:lnTo>
                <a:lnTo>
                  <a:pt x="841" y="125"/>
                </a:lnTo>
                <a:lnTo>
                  <a:pt x="840" y="125"/>
                </a:lnTo>
                <a:lnTo>
                  <a:pt x="840" y="124"/>
                </a:lnTo>
                <a:lnTo>
                  <a:pt x="838" y="124"/>
                </a:lnTo>
                <a:lnTo>
                  <a:pt x="834" y="124"/>
                </a:lnTo>
                <a:lnTo>
                  <a:pt x="833" y="124"/>
                </a:lnTo>
                <a:lnTo>
                  <a:pt x="833" y="123"/>
                </a:lnTo>
                <a:lnTo>
                  <a:pt x="832" y="123"/>
                </a:lnTo>
                <a:lnTo>
                  <a:pt x="832" y="122"/>
                </a:lnTo>
                <a:lnTo>
                  <a:pt x="832" y="121"/>
                </a:lnTo>
                <a:lnTo>
                  <a:pt x="833" y="120"/>
                </a:lnTo>
                <a:lnTo>
                  <a:pt x="834" y="119"/>
                </a:lnTo>
                <a:lnTo>
                  <a:pt x="835" y="119"/>
                </a:lnTo>
                <a:lnTo>
                  <a:pt x="836" y="118"/>
                </a:lnTo>
                <a:lnTo>
                  <a:pt x="836" y="117"/>
                </a:lnTo>
                <a:lnTo>
                  <a:pt x="837" y="116"/>
                </a:lnTo>
                <a:lnTo>
                  <a:pt x="837" y="115"/>
                </a:lnTo>
                <a:lnTo>
                  <a:pt x="837" y="114"/>
                </a:lnTo>
                <a:lnTo>
                  <a:pt x="837" y="113"/>
                </a:lnTo>
                <a:lnTo>
                  <a:pt x="837" y="112"/>
                </a:lnTo>
                <a:lnTo>
                  <a:pt x="836" y="111"/>
                </a:lnTo>
                <a:lnTo>
                  <a:pt x="836" y="110"/>
                </a:lnTo>
                <a:lnTo>
                  <a:pt x="835" y="110"/>
                </a:lnTo>
                <a:lnTo>
                  <a:pt x="835" y="109"/>
                </a:lnTo>
                <a:lnTo>
                  <a:pt x="835" y="108"/>
                </a:lnTo>
                <a:lnTo>
                  <a:pt x="834" y="108"/>
                </a:lnTo>
                <a:lnTo>
                  <a:pt x="833" y="108"/>
                </a:lnTo>
                <a:lnTo>
                  <a:pt x="832" y="107"/>
                </a:lnTo>
                <a:lnTo>
                  <a:pt x="832" y="106"/>
                </a:lnTo>
                <a:lnTo>
                  <a:pt x="832" y="105"/>
                </a:lnTo>
                <a:lnTo>
                  <a:pt x="831" y="104"/>
                </a:lnTo>
                <a:lnTo>
                  <a:pt x="829" y="102"/>
                </a:lnTo>
                <a:lnTo>
                  <a:pt x="828" y="100"/>
                </a:lnTo>
                <a:lnTo>
                  <a:pt x="827" y="98"/>
                </a:lnTo>
                <a:lnTo>
                  <a:pt x="826" y="96"/>
                </a:lnTo>
                <a:lnTo>
                  <a:pt x="826" y="95"/>
                </a:lnTo>
                <a:lnTo>
                  <a:pt x="825" y="94"/>
                </a:lnTo>
                <a:lnTo>
                  <a:pt x="824" y="93"/>
                </a:lnTo>
                <a:lnTo>
                  <a:pt x="823" y="93"/>
                </a:lnTo>
                <a:lnTo>
                  <a:pt x="822" y="92"/>
                </a:lnTo>
                <a:lnTo>
                  <a:pt x="821" y="91"/>
                </a:lnTo>
                <a:lnTo>
                  <a:pt x="821" y="90"/>
                </a:lnTo>
                <a:lnTo>
                  <a:pt x="820" y="89"/>
                </a:lnTo>
                <a:lnTo>
                  <a:pt x="819" y="88"/>
                </a:lnTo>
                <a:lnTo>
                  <a:pt x="818" y="87"/>
                </a:lnTo>
                <a:lnTo>
                  <a:pt x="817" y="87"/>
                </a:lnTo>
                <a:lnTo>
                  <a:pt x="816" y="87"/>
                </a:lnTo>
                <a:lnTo>
                  <a:pt x="816" y="86"/>
                </a:lnTo>
                <a:lnTo>
                  <a:pt x="817" y="85"/>
                </a:lnTo>
                <a:lnTo>
                  <a:pt x="818" y="84"/>
                </a:lnTo>
                <a:lnTo>
                  <a:pt x="821" y="83"/>
                </a:lnTo>
                <a:lnTo>
                  <a:pt x="822" y="83"/>
                </a:lnTo>
                <a:lnTo>
                  <a:pt x="823" y="83"/>
                </a:lnTo>
                <a:lnTo>
                  <a:pt x="824" y="83"/>
                </a:lnTo>
                <a:lnTo>
                  <a:pt x="824" y="84"/>
                </a:lnTo>
                <a:lnTo>
                  <a:pt x="824" y="85"/>
                </a:lnTo>
                <a:lnTo>
                  <a:pt x="823" y="85"/>
                </a:lnTo>
                <a:lnTo>
                  <a:pt x="823" y="86"/>
                </a:lnTo>
                <a:lnTo>
                  <a:pt x="824" y="86"/>
                </a:lnTo>
                <a:lnTo>
                  <a:pt x="824" y="85"/>
                </a:lnTo>
                <a:lnTo>
                  <a:pt x="824" y="84"/>
                </a:lnTo>
                <a:lnTo>
                  <a:pt x="826" y="84"/>
                </a:lnTo>
                <a:lnTo>
                  <a:pt x="827" y="84"/>
                </a:lnTo>
                <a:lnTo>
                  <a:pt x="826" y="84"/>
                </a:lnTo>
                <a:lnTo>
                  <a:pt x="826" y="85"/>
                </a:lnTo>
                <a:lnTo>
                  <a:pt x="827" y="85"/>
                </a:lnTo>
                <a:lnTo>
                  <a:pt x="827" y="86"/>
                </a:lnTo>
                <a:lnTo>
                  <a:pt x="828" y="86"/>
                </a:lnTo>
                <a:lnTo>
                  <a:pt x="829" y="86"/>
                </a:lnTo>
                <a:lnTo>
                  <a:pt x="829" y="87"/>
                </a:lnTo>
                <a:lnTo>
                  <a:pt x="828" y="87"/>
                </a:lnTo>
                <a:lnTo>
                  <a:pt x="829" y="88"/>
                </a:lnTo>
                <a:lnTo>
                  <a:pt x="830" y="88"/>
                </a:lnTo>
                <a:lnTo>
                  <a:pt x="830" y="87"/>
                </a:lnTo>
                <a:lnTo>
                  <a:pt x="831" y="87"/>
                </a:lnTo>
                <a:lnTo>
                  <a:pt x="832" y="87"/>
                </a:lnTo>
                <a:lnTo>
                  <a:pt x="833" y="87"/>
                </a:lnTo>
                <a:lnTo>
                  <a:pt x="834" y="87"/>
                </a:lnTo>
                <a:lnTo>
                  <a:pt x="833" y="87"/>
                </a:lnTo>
                <a:lnTo>
                  <a:pt x="832" y="86"/>
                </a:lnTo>
                <a:lnTo>
                  <a:pt x="833" y="86"/>
                </a:lnTo>
                <a:lnTo>
                  <a:pt x="834" y="86"/>
                </a:lnTo>
                <a:lnTo>
                  <a:pt x="834" y="85"/>
                </a:lnTo>
                <a:lnTo>
                  <a:pt x="834" y="84"/>
                </a:lnTo>
                <a:lnTo>
                  <a:pt x="834" y="83"/>
                </a:lnTo>
                <a:lnTo>
                  <a:pt x="835" y="82"/>
                </a:lnTo>
                <a:lnTo>
                  <a:pt x="836" y="83"/>
                </a:lnTo>
                <a:lnTo>
                  <a:pt x="836" y="84"/>
                </a:lnTo>
                <a:lnTo>
                  <a:pt x="836" y="85"/>
                </a:lnTo>
                <a:lnTo>
                  <a:pt x="835" y="85"/>
                </a:lnTo>
                <a:lnTo>
                  <a:pt x="835" y="86"/>
                </a:lnTo>
                <a:lnTo>
                  <a:pt x="836" y="86"/>
                </a:lnTo>
                <a:lnTo>
                  <a:pt x="836" y="87"/>
                </a:lnTo>
                <a:lnTo>
                  <a:pt x="837" y="87"/>
                </a:lnTo>
                <a:lnTo>
                  <a:pt x="837" y="86"/>
                </a:lnTo>
                <a:lnTo>
                  <a:pt x="837" y="85"/>
                </a:lnTo>
                <a:lnTo>
                  <a:pt x="837" y="84"/>
                </a:lnTo>
                <a:lnTo>
                  <a:pt x="838" y="83"/>
                </a:lnTo>
                <a:lnTo>
                  <a:pt x="838" y="82"/>
                </a:lnTo>
                <a:lnTo>
                  <a:pt x="839" y="82"/>
                </a:lnTo>
                <a:lnTo>
                  <a:pt x="840" y="82"/>
                </a:lnTo>
                <a:lnTo>
                  <a:pt x="841" y="83"/>
                </a:lnTo>
                <a:lnTo>
                  <a:pt x="841" y="84"/>
                </a:lnTo>
                <a:lnTo>
                  <a:pt x="842" y="84"/>
                </a:lnTo>
                <a:lnTo>
                  <a:pt x="842" y="85"/>
                </a:lnTo>
                <a:lnTo>
                  <a:pt x="842" y="84"/>
                </a:lnTo>
                <a:lnTo>
                  <a:pt x="844" y="83"/>
                </a:lnTo>
                <a:lnTo>
                  <a:pt x="844" y="82"/>
                </a:lnTo>
                <a:lnTo>
                  <a:pt x="845" y="81"/>
                </a:lnTo>
                <a:lnTo>
                  <a:pt x="846" y="81"/>
                </a:lnTo>
                <a:lnTo>
                  <a:pt x="847" y="81"/>
                </a:lnTo>
                <a:lnTo>
                  <a:pt x="847" y="82"/>
                </a:lnTo>
                <a:lnTo>
                  <a:pt x="847" y="83"/>
                </a:lnTo>
                <a:lnTo>
                  <a:pt x="846" y="83"/>
                </a:lnTo>
                <a:lnTo>
                  <a:pt x="845" y="86"/>
                </a:lnTo>
                <a:lnTo>
                  <a:pt x="846" y="87"/>
                </a:lnTo>
                <a:lnTo>
                  <a:pt x="847" y="85"/>
                </a:lnTo>
                <a:lnTo>
                  <a:pt x="848" y="84"/>
                </a:lnTo>
                <a:lnTo>
                  <a:pt x="848" y="83"/>
                </a:lnTo>
                <a:lnTo>
                  <a:pt x="849" y="83"/>
                </a:lnTo>
                <a:lnTo>
                  <a:pt x="849" y="84"/>
                </a:lnTo>
                <a:lnTo>
                  <a:pt x="850" y="85"/>
                </a:lnTo>
                <a:lnTo>
                  <a:pt x="851" y="86"/>
                </a:lnTo>
                <a:lnTo>
                  <a:pt x="851" y="87"/>
                </a:lnTo>
                <a:lnTo>
                  <a:pt x="852" y="86"/>
                </a:lnTo>
                <a:lnTo>
                  <a:pt x="852" y="85"/>
                </a:lnTo>
                <a:lnTo>
                  <a:pt x="853" y="84"/>
                </a:lnTo>
                <a:lnTo>
                  <a:pt x="853" y="85"/>
                </a:lnTo>
                <a:lnTo>
                  <a:pt x="854" y="86"/>
                </a:lnTo>
                <a:lnTo>
                  <a:pt x="854" y="87"/>
                </a:lnTo>
                <a:lnTo>
                  <a:pt x="855" y="87"/>
                </a:lnTo>
                <a:lnTo>
                  <a:pt x="856" y="87"/>
                </a:lnTo>
                <a:lnTo>
                  <a:pt x="856" y="86"/>
                </a:lnTo>
                <a:lnTo>
                  <a:pt x="857" y="86"/>
                </a:lnTo>
                <a:lnTo>
                  <a:pt x="858" y="86"/>
                </a:lnTo>
                <a:lnTo>
                  <a:pt x="859" y="86"/>
                </a:lnTo>
                <a:lnTo>
                  <a:pt x="859" y="87"/>
                </a:lnTo>
                <a:lnTo>
                  <a:pt x="859" y="86"/>
                </a:lnTo>
                <a:lnTo>
                  <a:pt x="859" y="85"/>
                </a:lnTo>
                <a:lnTo>
                  <a:pt x="860" y="80"/>
                </a:lnTo>
                <a:lnTo>
                  <a:pt x="860" y="79"/>
                </a:lnTo>
                <a:lnTo>
                  <a:pt x="860" y="77"/>
                </a:lnTo>
                <a:lnTo>
                  <a:pt x="862" y="74"/>
                </a:lnTo>
                <a:lnTo>
                  <a:pt x="863" y="73"/>
                </a:lnTo>
                <a:lnTo>
                  <a:pt x="863" y="72"/>
                </a:lnTo>
                <a:lnTo>
                  <a:pt x="864" y="72"/>
                </a:lnTo>
                <a:lnTo>
                  <a:pt x="864" y="71"/>
                </a:lnTo>
                <a:lnTo>
                  <a:pt x="865" y="69"/>
                </a:lnTo>
                <a:lnTo>
                  <a:pt x="865" y="68"/>
                </a:lnTo>
                <a:lnTo>
                  <a:pt x="865" y="67"/>
                </a:lnTo>
                <a:lnTo>
                  <a:pt x="865" y="65"/>
                </a:lnTo>
                <a:lnTo>
                  <a:pt x="866" y="65"/>
                </a:lnTo>
                <a:lnTo>
                  <a:pt x="867" y="64"/>
                </a:lnTo>
                <a:lnTo>
                  <a:pt x="867" y="63"/>
                </a:lnTo>
                <a:lnTo>
                  <a:pt x="868" y="63"/>
                </a:lnTo>
                <a:lnTo>
                  <a:pt x="870" y="63"/>
                </a:lnTo>
                <a:lnTo>
                  <a:pt x="871" y="64"/>
                </a:lnTo>
                <a:lnTo>
                  <a:pt x="871" y="65"/>
                </a:lnTo>
                <a:lnTo>
                  <a:pt x="872" y="66"/>
                </a:lnTo>
                <a:lnTo>
                  <a:pt x="872" y="65"/>
                </a:lnTo>
                <a:lnTo>
                  <a:pt x="873" y="65"/>
                </a:lnTo>
                <a:lnTo>
                  <a:pt x="875" y="65"/>
                </a:lnTo>
                <a:lnTo>
                  <a:pt x="876" y="65"/>
                </a:lnTo>
                <a:lnTo>
                  <a:pt x="877" y="65"/>
                </a:lnTo>
                <a:lnTo>
                  <a:pt x="878" y="65"/>
                </a:lnTo>
                <a:lnTo>
                  <a:pt x="879" y="64"/>
                </a:lnTo>
                <a:lnTo>
                  <a:pt x="880" y="63"/>
                </a:lnTo>
                <a:lnTo>
                  <a:pt x="882" y="63"/>
                </a:lnTo>
                <a:lnTo>
                  <a:pt x="883" y="63"/>
                </a:lnTo>
                <a:lnTo>
                  <a:pt x="884" y="63"/>
                </a:lnTo>
                <a:lnTo>
                  <a:pt x="885" y="63"/>
                </a:lnTo>
                <a:lnTo>
                  <a:pt x="886" y="63"/>
                </a:lnTo>
                <a:lnTo>
                  <a:pt x="887" y="63"/>
                </a:lnTo>
                <a:lnTo>
                  <a:pt x="888" y="63"/>
                </a:lnTo>
                <a:lnTo>
                  <a:pt x="889" y="63"/>
                </a:lnTo>
                <a:lnTo>
                  <a:pt x="889" y="62"/>
                </a:lnTo>
                <a:lnTo>
                  <a:pt x="889" y="61"/>
                </a:lnTo>
                <a:lnTo>
                  <a:pt x="889" y="60"/>
                </a:lnTo>
                <a:lnTo>
                  <a:pt x="891" y="60"/>
                </a:lnTo>
                <a:lnTo>
                  <a:pt x="892" y="60"/>
                </a:lnTo>
                <a:lnTo>
                  <a:pt x="893" y="60"/>
                </a:lnTo>
                <a:lnTo>
                  <a:pt x="894" y="60"/>
                </a:lnTo>
                <a:lnTo>
                  <a:pt x="895" y="60"/>
                </a:lnTo>
                <a:lnTo>
                  <a:pt x="896" y="60"/>
                </a:lnTo>
                <a:lnTo>
                  <a:pt x="897" y="61"/>
                </a:lnTo>
                <a:lnTo>
                  <a:pt x="898" y="62"/>
                </a:lnTo>
                <a:lnTo>
                  <a:pt x="899" y="63"/>
                </a:lnTo>
                <a:lnTo>
                  <a:pt x="900" y="63"/>
                </a:lnTo>
                <a:lnTo>
                  <a:pt x="901" y="63"/>
                </a:lnTo>
                <a:lnTo>
                  <a:pt x="902" y="63"/>
                </a:lnTo>
                <a:lnTo>
                  <a:pt x="902" y="64"/>
                </a:lnTo>
                <a:lnTo>
                  <a:pt x="902" y="65"/>
                </a:lnTo>
                <a:lnTo>
                  <a:pt x="903" y="65"/>
                </a:lnTo>
                <a:lnTo>
                  <a:pt x="903" y="66"/>
                </a:lnTo>
                <a:lnTo>
                  <a:pt x="904" y="66"/>
                </a:lnTo>
                <a:lnTo>
                  <a:pt x="904" y="65"/>
                </a:lnTo>
                <a:lnTo>
                  <a:pt x="904" y="64"/>
                </a:lnTo>
                <a:lnTo>
                  <a:pt x="904" y="63"/>
                </a:lnTo>
                <a:lnTo>
                  <a:pt x="904" y="62"/>
                </a:lnTo>
                <a:lnTo>
                  <a:pt x="905" y="62"/>
                </a:lnTo>
                <a:lnTo>
                  <a:pt x="905" y="61"/>
                </a:lnTo>
                <a:lnTo>
                  <a:pt x="905" y="60"/>
                </a:lnTo>
                <a:lnTo>
                  <a:pt x="904" y="59"/>
                </a:lnTo>
                <a:lnTo>
                  <a:pt x="905" y="59"/>
                </a:lnTo>
                <a:lnTo>
                  <a:pt x="905" y="58"/>
                </a:lnTo>
                <a:lnTo>
                  <a:pt x="904" y="57"/>
                </a:lnTo>
                <a:lnTo>
                  <a:pt x="903" y="57"/>
                </a:lnTo>
                <a:lnTo>
                  <a:pt x="902" y="57"/>
                </a:lnTo>
                <a:lnTo>
                  <a:pt x="902" y="58"/>
                </a:lnTo>
                <a:lnTo>
                  <a:pt x="901" y="58"/>
                </a:lnTo>
                <a:lnTo>
                  <a:pt x="900" y="58"/>
                </a:lnTo>
                <a:lnTo>
                  <a:pt x="901" y="58"/>
                </a:lnTo>
                <a:lnTo>
                  <a:pt x="901" y="57"/>
                </a:lnTo>
                <a:lnTo>
                  <a:pt x="900" y="57"/>
                </a:lnTo>
                <a:lnTo>
                  <a:pt x="901" y="56"/>
                </a:lnTo>
                <a:lnTo>
                  <a:pt x="900" y="55"/>
                </a:lnTo>
                <a:lnTo>
                  <a:pt x="899" y="54"/>
                </a:lnTo>
                <a:lnTo>
                  <a:pt x="898" y="53"/>
                </a:lnTo>
                <a:lnTo>
                  <a:pt x="897" y="53"/>
                </a:lnTo>
                <a:lnTo>
                  <a:pt x="896" y="53"/>
                </a:lnTo>
                <a:lnTo>
                  <a:pt x="895" y="52"/>
                </a:lnTo>
                <a:lnTo>
                  <a:pt x="895" y="51"/>
                </a:lnTo>
                <a:lnTo>
                  <a:pt x="894" y="50"/>
                </a:lnTo>
                <a:lnTo>
                  <a:pt x="895" y="49"/>
                </a:lnTo>
                <a:lnTo>
                  <a:pt x="896" y="49"/>
                </a:lnTo>
                <a:lnTo>
                  <a:pt x="896" y="50"/>
                </a:lnTo>
                <a:lnTo>
                  <a:pt x="897" y="50"/>
                </a:lnTo>
                <a:lnTo>
                  <a:pt x="897" y="49"/>
                </a:lnTo>
                <a:lnTo>
                  <a:pt x="897" y="47"/>
                </a:lnTo>
                <a:lnTo>
                  <a:pt x="898" y="47"/>
                </a:lnTo>
                <a:lnTo>
                  <a:pt x="898" y="48"/>
                </a:lnTo>
                <a:lnTo>
                  <a:pt x="899" y="48"/>
                </a:lnTo>
                <a:lnTo>
                  <a:pt x="900" y="47"/>
                </a:lnTo>
                <a:lnTo>
                  <a:pt x="900" y="46"/>
                </a:lnTo>
                <a:lnTo>
                  <a:pt x="901" y="46"/>
                </a:lnTo>
                <a:lnTo>
                  <a:pt x="902" y="47"/>
                </a:lnTo>
                <a:lnTo>
                  <a:pt x="903" y="47"/>
                </a:lnTo>
                <a:lnTo>
                  <a:pt x="903" y="46"/>
                </a:lnTo>
                <a:lnTo>
                  <a:pt x="903" y="45"/>
                </a:lnTo>
                <a:lnTo>
                  <a:pt x="902" y="45"/>
                </a:lnTo>
                <a:lnTo>
                  <a:pt x="902" y="44"/>
                </a:lnTo>
                <a:lnTo>
                  <a:pt x="903" y="44"/>
                </a:lnTo>
                <a:lnTo>
                  <a:pt x="904" y="44"/>
                </a:lnTo>
                <a:lnTo>
                  <a:pt x="904" y="43"/>
                </a:lnTo>
                <a:lnTo>
                  <a:pt x="905" y="43"/>
                </a:lnTo>
                <a:lnTo>
                  <a:pt x="905" y="42"/>
                </a:lnTo>
                <a:lnTo>
                  <a:pt x="906" y="41"/>
                </a:lnTo>
                <a:lnTo>
                  <a:pt x="907" y="42"/>
                </a:lnTo>
                <a:lnTo>
                  <a:pt x="909" y="41"/>
                </a:lnTo>
                <a:lnTo>
                  <a:pt x="910" y="40"/>
                </a:lnTo>
                <a:lnTo>
                  <a:pt x="911" y="40"/>
                </a:lnTo>
                <a:lnTo>
                  <a:pt x="911" y="39"/>
                </a:lnTo>
                <a:lnTo>
                  <a:pt x="911" y="38"/>
                </a:lnTo>
                <a:lnTo>
                  <a:pt x="913" y="37"/>
                </a:lnTo>
                <a:lnTo>
                  <a:pt x="914" y="37"/>
                </a:lnTo>
                <a:lnTo>
                  <a:pt x="914" y="36"/>
                </a:lnTo>
                <a:lnTo>
                  <a:pt x="914" y="35"/>
                </a:lnTo>
                <a:lnTo>
                  <a:pt x="915" y="35"/>
                </a:lnTo>
                <a:lnTo>
                  <a:pt x="916" y="35"/>
                </a:lnTo>
                <a:lnTo>
                  <a:pt x="916" y="34"/>
                </a:lnTo>
                <a:lnTo>
                  <a:pt x="916" y="33"/>
                </a:lnTo>
                <a:lnTo>
                  <a:pt x="917" y="32"/>
                </a:lnTo>
                <a:lnTo>
                  <a:pt x="917" y="33"/>
                </a:lnTo>
                <a:lnTo>
                  <a:pt x="918" y="33"/>
                </a:lnTo>
                <a:lnTo>
                  <a:pt x="919" y="33"/>
                </a:lnTo>
                <a:lnTo>
                  <a:pt x="920" y="32"/>
                </a:lnTo>
                <a:lnTo>
                  <a:pt x="921" y="32"/>
                </a:lnTo>
                <a:lnTo>
                  <a:pt x="924" y="33"/>
                </a:lnTo>
                <a:lnTo>
                  <a:pt x="925" y="32"/>
                </a:lnTo>
                <a:lnTo>
                  <a:pt x="926" y="31"/>
                </a:lnTo>
                <a:lnTo>
                  <a:pt x="926" y="30"/>
                </a:lnTo>
                <a:lnTo>
                  <a:pt x="925" y="30"/>
                </a:lnTo>
                <a:lnTo>
                  <a:pt x="925" y="29"/>
                </a:lnTo>
                <a:lnTo>
                  <a:pt x="926" y="28"/>
                </a:lnTo>
                <a:lnTo>
                  <a:pt x="927" y="28"/>
                </a:lnTo>
                <a:lnTo>
                  <a:pt x="927" y="26"/>
                </a:lnTo>
                <a:lnTo>
                  <a:pt x="928" y="26"/>
                </a:lnTo>
                <a:lnTo>
                  <a:pt x="928" y="25"/>
                </a:lnTo>
                <a:lnTo>
                  <a:pt x="931" y="25"/>
                </a:lnTo>
                <a:lnTo>
                  <a:pt x="932" y="25"/>
                </a:lnTo>
                <a:lnTo>
                  <a:pt x="933" y="25"/>
                </a:lnTo>
                <a:lnTo>
                  <a:pt x="934" y="25"/>
                </a:lnTo>
                <a:lnTo>
                  <a:pt x="935" y="26"/>
                </a:lnTo>
                <a:lnTo>
                  <a:pt x="938" y="26"/>
                </a:lnTo>
                <a:lnTo>
                  <a:pt x="938" y="25"/>
                </a:lnTo>
                <a:lnTo>
                  <a:pt x="938" y="24"/>
                </a:lnTo>
                <a:lnTo>
                  <a:pt x="939" y="24"/>
                </a:lnTo>
                <a:lnTo>
                  <a:pt x="939" y="23"/>
                </a:lnTo>
                <a:lnTo>
                  <a:pt x="939" y="21"/>
                </a:lnTo>
                <a:lnTo>
                  <a:pt x="939" y="20"/>
                </a:lnTo>
                <a:lnTo>
                  <a:pt x="938" y="20"/>
                </a:lnTo>
                <a:lnTo>
                  <a:pt x="939" y="19"/>
                </a:lnTo>
                <a:lnTo>
                  <a:pt x="941" y="18"/>
                </a:lnTo>
                <a:lnTo>
                  <a:pt x="942" y="17"/>
                </a:lnTo>
                <a:lnTo>
                  <a:pt x="947" y="17"/>
                </a:lnTo>
                <a:lnTo>
                  <a:pt x="948" y="17"/>
                </a:lnTo>
                <a:lnTo>
                  <a:pt x="948" y="18"/>
                </a:lnTo>
                <a:lnTo>
                  <a:pt x="949" y="18"/>
                </a:lnTo>
                <a:lnTo>
                  <a:pt x="949" y="19"/>
                </a:lnTo>
                <a:lnTo>
                  <a:pt x="951" y="20"/>
                </a:lnTo>
                <a:lnTo>
                  <a:pt x="952" y="20"/>
                </a:lnTo>
                <a:lnTo>
                  <a:pt x="953" y="21"/>
                </a:lnTo>
                <a:lnTo>
                  <a:pt x="955" y="21"/>
                </a:lnTo>
                <a:lnTo>
                  <a:pt x="955" y="22"/>
                </a:lnTo>
                <a:lnTo>
                  <a:pt x="954" y="22"/>
                </a:lnTo>
                <a:lnTo>
                  <a:pt x="954" y="23"/>
                </a:lnTo>
                <a:lnTo>
                  <a:pt x="954" y="24"/>
                </a:lnTo>
                <a:lnTo>
                  <a:pt x="955" y="24"/>
                </a:lnTo>
                <a:lnTo>
                  <a:pt x="955" y="2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7" name=""/>
          <p:cNvSpPr/>
          <p:nvPr/>
        </p:nvSpPr>
        <p:spPr>
          <a:xfrm>
            <a:off x="7369200" y="2128680"/>
            <a:ext cx="389520" cy="341640"/>
          </a:xfrm>
          <a:custGeom>
            <a:avLst/>
            <a:gdLst/>
            <a:ahLst/>
            <a:rect l="0" t="0" r="r" b="b"/>
            <a:pathLst>
              <a:path w="1082" h="949">
                <a:moveTo>
                  <a:pt x="709" y="4"/>
                </a:moveTo>
                <a:lnTo>
                  <a:pt x="709" y="6"/>
                </a:lnTo>
                <a:lnTo>
                  <a:pt x="710" y="7"/>
                </a:lnTo>
                <a:lnTo>
                  <a:pt x="710" y="8"/>
                </a:lnTo>
                <a:lnTo>
                  <a:pt x="711" y="8"/>
                </a:lnTo>
                <a:lnTo>
                  <a:pt x="711" y="10"/>
                </a:lnTo>
                <a:lnTo>
                  <a:pt x="711" y="11"/>
                </a:lnTo>
                <a:lnTo>
                  <a:pt x="711" y="12"/>
                </a:lnTo>
                <a:lnTo>
                  <a:pt x="711" y="13"/>
                </a:lnTo>
                <a:lnTo>
                  <a:pt x="712" y="14"/>
                </a:lnTo>
                <a:lnTo>
                  <a:pt x="712" y="15"/>
                </a:lnTo>
                <a:lnTo>
                  <a:pt x="713" y="16"/>
                </a:lnTo>
                <a:lnTo>
                  <a:pt x="714" y="16"/>
                </a:lnTo>
                <a:lnTo>
                  <a:pt x="714" y="15"/>
                </a:lnTo>
                <a:lnTo>
                  <a:pt x="715" y="14"/>
                </a:lnTo>
                <a:lnTo>
                  <a:pt x="715" y="13"/>
                </a:lnTo>
                <a:lnTo>
                  <a:pt x="714" y="13"/>
                </a:lnTo>
                <a:lnTo>
                  <a:pt x="714" y="12"/>
                </a:lnTo>
                <a:lnTo>
                  <a:pt x="715" y="12"/>
                </a:lnTo>
                <a:lnTo>
                  <a:pt x="718" y="10"/>
                </a:lnTo>
                <a:lnTo>
                  <a:pt x="719" y="10"/>
                </a:lnTo>
                <a:lnTo>
                  <a:pt x="719" y="11"/>
                </a:lnTo>
                <a:lnTo>
                  <a:pt x="720" y="12"/>
                </a:lnTo>
                <a:lnTo>
                  <a:pt x="721" y="12"/>
                </a:lnTo>
                <a:lnTo>
                  <a:pt x="722" y="12"/>
                </a:lnTo>
                <a:lnTo>
                  <a:pt x="723" y="12"/>
                </a:lnTo>
                <a:lnTo>
                  <a:pt x="724" y="12"/>
                </a:lnTo>
                <a:lnTo>
                  <a:pt x="725" y="13"/>
                </a:lnTo>
                <a:lnTo>
                  <a:pt x="725" y="14"/>
                </a:lnTo>
                <a:lnTo>
                  <a:pt x="725" y="15"/>
                </a:lnTo>
                <a:lnTo>
                  <a:pt x="726" y="15"/>
                </a:lnTo>
                <a:lnTo>
                  <a:pt x="727" y="15"/>
                </a:lnTo>
                <a:lnTo>
                  <a:pt x="729" y="15"/>
                </a:lnTo>
                <a:lnTo>
                  <a:pt x="730" y="15"/>
                </a:lnTo>
                <a:lnTo>
                  <a:pt x="731" y="16"/>
                </a:lnTo>
                <a:lnTo>
                  <a:pt x="732" y="15"/>
                </a:lnTo>
                <a:lnTo>
                  <a:pt x="732" y="14"/>
                </a:lnTo>
                <a:lnTo>
                  <a:pt x="734" y="11"/>
                </a:lnTo>
                <a:lnTo>
                  <a:pt x="734" y="12"/>
                </a:lnTo>
                <a:lnTo>
                  <a:pt x="733" y="13"/>
                </a:lnTo>
                <a:lnTo>
                  <a:pt x="734" y="13"/>
                </a:lnTo>
                <a:lnTo>
                  <a:pt x="735" y="13"/>
                </a:lnTo>
                <a:lnTo>
                  <a:pt x="736" y="10"/>
                </a:lnTo>
                <a:lnTo>
                  <a:pt x="736" y="9"/>
                </a:lnTo>
                <a:lnTo>
                  <a:pt x="737" y="9"/>
                </a:lnTo>
                <a:lnTo>
                  <a:pt x="736" y="9"/>
                </a:lnTo>
                <a:lnTo>
                  <a:pt x="735" y="8"/>
                </a:lnTo>
                <a:lnTo>
                  <a:pt x="736" y="8"/>
                </a:lnTo>
                <a:lnTo>
                  <a:pt x="736" y="7"/>
                </a:lnTo>
                <a:lnTo>
                  <a:pt x="737" y="7"/>
                </a:lnTo>
                <a:lnTo>
                  <a:pt x="739" y="6"/>
                </a:lnTo>
                <a:lnTo>
                  <a:pt x="740" y="5"/>
                </a:lnTo>
                <a:lnTo>
                  <a:pt x="740" y="4"/>
                </a:lnTo>
                <a:lnTo>
                  <a:pt x="741" y="4"/>
                </a:lnTo>
                <a:lnTo>
                  <a:pt x="742" y="5"/>
                </a:lnTo>
                <a:lnTo>
                  <a:pt x="743" y="7"/>
                </a:lnTo>
                <a:lnTo>
                  <a:pt x="744" y="9"/>
                </a:lnTo>
                <a:lnTo>
                  <a:pt x="745" y="11"/>
                </a:lnTo>
                <a:lnTo>
                  <a:pt x="746" y="11"/>
                </a:lnTo>
                <a:lnTo>
                  <a:pt x="747" y="12"/>
                </a:lnTo>
                <a:lnTo>
                  <a:pt x="747" y="13"/>
                </a:lnTo>
                <a:lnTo>
                  <a:pt x="748" y="14"/>
                </a:lnTo>
                <a:lnTo>
                  <a:pt x="750" y="15"/>
                </a:lnTo>
                <a:lnTo>
                  <a:pt x="751" y="15"/>
                </a:lnTo>
                <a:lnTo>
                  <a:pt x="752" y="16"/>
                </a:lnTo>
                <a:lnTo>
                  <a:pt x="751" y="16"/>
                </a:lnTo>
                <a:lnTo>
                  <a:pt x="751" y="17"/>
                </a:lnTo>
                <a:lnTo>
                  <a:pt x="751" y="18"/>
                </a:lnTo>
                <a:lnTo>
                  <a:pt x="751" y="19"/>
                </a:lnTo>
                <a:lnTo>
                  <a:pt x="750" y="20"/>
                </a:lnTo>
                <a:lnTo>
                  <a:pt x="750" y="22"/>
                </a:lnTo>
                <a:lnTo>
                  <a:pt x="750" y="23"/>
                </a:lnTo>
                <a:lnTo>
                  <a:pt x="749" y="24"/>
                </a:lnTo>
                <a:lnTo>
                  <a:pt x="748" y="26"/>
                </a:lnTo>
                <a:lnTo>
                  <a:pt x="748" y="27"/>
                </a:lnTo>
                <a:lnTo>
                  <a:pt x="748" y="32"/>
                </a:lnTo>
                <a:lnTo>
                  <a:pt x="747" y="34"/>
                </a:lnTo>
                <a:lnTo>
                  <a:pt x="747" y="35"/>
                </a:lnTo>
                <a:lnTo>
                  <a:pt x="748" y="35"/>
                </a:lnTo>
                <a:lnTo>
                  <a:pt x="749" y="35"/>
                </a:lnTo>
                <a:lnTo>
                  <a:pt x="750" y="35"/>
                </a:lnTo>
                <a:lnTo>
                  <a:pt x="751" y="36"/>
                </a:lnTo>
                <a:lnTo>
                  <a:pt x="752" y="36"/>
                </a:lnTo>
                <a:lnTo>
                  <a:pt x="752" y="37"/>
                </a:lnTo>
                <a:lnTo>
                  <a:pt x="753" y="37"/>
                </a:lnTo>
                <a:lnTo>
                  <a:pt x="754" y="38"/>
                </a:lnTo>
                <a:lnTo>
                  <a:pt x="754" y="43"/>
                </a:lnTo>
                <a:lnTo>
                  <a:pt x="754" y="45"/>
                </a:lnTo>
                <a:lnTo>
                  <a:pt x="753" y="46"/>
                </a:lnTo>
                <a:lnTo>
                  <a:pt x="753" y="47"/>
                </a:lnTo>
                <a:lnTo>
                  <a:pt x="752" y="47"/>
                </a:lnTo>
                <a:lnTo>
                  <a:pt x="752" y="48"/>
                </a:lnTo>
                <a:lnTo>
                  <a:pt x="753" y="48"/>
                </a:lnTo>
                <a:lnTo>
                  <a:pt x="753" y="49"/>
                </a:lnTo>
                <a:lnTo>
                  <a:pt x="754" y="49"/>
                </a:lnTo>
                <a:lnTo>
                  <a:pt x="755" y="49"/>
                </a:lnTo>
                <a:lnTo>
                  <a:pt x="757" y="50"/>
                </a:lnTo>
                <a:lnTo>
                  <a:pt x="757" y="51"/>
                </a:lnTo>
                <a:lnTo>
                  <a:pt x="758" y="52"/>
                </a:lnTo>
                <a:lnTo>
                  <a:pt x="759" y="52"/>
                </a:lnTo>
                <a:lnTo>
                  <a:pt x="760" y="52"/>
                </a:lnTo>
                <a:lnTo>
                  <a:pt x="760" y="51"/>
                </a:lnTo>
                <a:lnTo>
                  <a:pt x="761" y="51"/>
                </a:lnTo>
                <a:lnTo>
                  <a:pt x="762" y="52"/>
                </a:lnTo>
                <a:lnTo>
                  <a:pt x="763" y="53"/>
                </a:lnTo>
                <a:lnTo>
                  <a:pt x="763" y="50"/>
                </a:lnTo>
                <a:lnTo>
                  <a:pt x="763" y="48"/>
                </a:lnTo>
                <a:lnTo>
                  <a:pt x="763" y="47"/>
                </a:lnTo>
                <a:lnTo>
                  <a:pt x="764" y="47"/>
                </a:lnTo>
                <a:lnTo>
                  <a:pt x="765" y="47"/>
                </a:lnTo>
                <a:lnTo>
                  <a:pt x="766" y="47"/>
                </a:lnTo>
                <a:lnTo>
                  <a:pt x="766" y="45"/>
                </a:lnTo>
                <a:lnTo>
                  <a:pt x="766" y="44"/>
                </a:lnTo>
                <a:lnTo>
                  <a:pt x="766" y="43"/>
                </a:lnTo>
                <a:lnTo>
                  <a:pt x="765" y="43"/>
                </a:lnTo>
                <a:lnTo>
                  <a:pt x="765" y="42"/>
                </a:lnTo>
                <a:lnTo>
                  <a:pt x="767" y="42"/>
                </a:lnTo>
                <a:lnTo>
                  <a:pt x="768" y="43"/>
                </a:lnTo>
                <a:lnTo>
                  <a:pt x="769" y="43"/>
                </a:lnTo>
                <a:lnTo>
                  <a:pt x="770" y="42"/>
                </a:lnTo>
                <a:lnTo>
                  <a:pt x="772" y="40"/>
                </a:lnTo>
                <a:lnTo>
                  <a:pt x="772" y="39"/>
                </a:lnTo>
                <a:lnTo>
                  <a:pt x="773" y="38"/>
                </a:lnTo>
                <a:lnTo>
                  <a:pt x="773" y="37"/>
                </a:lnTo>
                <a:lnTo>
                  <a:pt x="773" y="36"/>
                </a:lnTo>
                <a:lnTo>
                  <a:pt x="775" y="36"/>
                </a:lnTo>
                <a:lnTo>
                  <a:pt x="777" y="37"/>
                </a:lnTo>
                <a:lnTo>
                  <a:pt x="782" y="37"/>
                </a:lnTo>
                <a:lnTo>
                  <a:pt x="784" y="36"/>
                </a:lnTo>
                <a:lnTo>
                  <a:pt x="785" y="36"/>
                </a:lnTo>
                <a:lnTo>
                  <a:pt x="786" y="36"/>
                </a:lnTo>
                <a:lnTo>
                  <a:pt x="787" y="36"/>
                </a:lnTo>
                <a:lnTo>
                  <a:pt x="790" y="36"/>
                </a:lnTo>
                <a:lnTo>
                  <a:pt x="790" y="35"/>
                </a:lnTo>
                <a:lnTo>
                  <a:pt x="791" y="34"/>
                </a:lnTo>
                <a:lnTo>
                  <a:pt x="792" y="34"/>
                </a:lnTo>
                <a:lnTo>
                  <a:pt x="792" y="33"/>
                </a:lnTo>
                <a:lnTo>
                  <a:pt x="792" y="32"/>
                </a:lnTo>
                <a:lnTo>
                  <a:pt x="793" y="30"/>
                </a:lnTo>
                <a:lnTo>
                  <a:pt x="794" y="30"/>
                </a:lnTo>
                <a:lnTo>
                  <a:pt x="794" y="29"/>
                </a:lnTo>
                <a:lnTo>
                  <a:pt x="795" y="28"/>
                </a:lnTo>
                <a:lnTo>
                  <a:pt x="796" y="27"/>
                </a:lnTo>
                <a:lnTo>
                  <a:pt x="796" y="26"/>
                </a:lnTo>
                <a:lnTo>
                  <a:pt x="797" y="25"/>
                </a:lnTo>
                <a:lnTo>
                  <a:pt x="800" y="26"/>
                </a:lnTo>
                <a:lnTo>
                  <a:pt x="802" y="27"/>
                </a:lnTo>
                <a:lnTo>
                  <a:pt x="804" y="27"/>
                </a:lnTo>
                <a:lnTo>
                  <a:pt x="805" y="27"/>
                </a:lnTo>
                <a:lnTo>
                  <a:pt x="807" y="28"/>
                </a:lnTo>
                <a:lnTo>
                  <a:pt x="808" y="29"/>
                </a:lnTo>
                <a:lnTo>
                  <a:pt x="809" y="30"/>
                </a:lnTo>
                <a:lnTo>
                  <a:pt x="809" y="31"/>
                </a:lnTo>
                <a:lnTo>
                  <a:pt x="809" y="32"/>
                </a:lnTo>
                <a:lnTo>
                  <a:pt x="812" y="32"/>
                </a:lnTo>
                <a:lnTo>
                  <a:pt x="813" y="32"/>
                </a:lnTo>
                <a:lnTo>
                  <a:pt x="813" y="31"/>
                </a:lnTo>
                <a:lnTo>
                  <a:pt x="814" y="30"/>
                </a:lnTo>
                <a:lnTo>
                  <a:pt x="816" y="29"/>
                </a:lnTo>
                <a:lnTo>
                  <a:pt x="818" y="28"/>
                </a:lnTo>
                <a:lnTo>
                  <a:pt x="819" y="28"/>
                </a:lnTo>
                <a:lnTo>
                  <a:pt x="820" y="28"/>
                </a:lnTo>
                <a:lnTo>
                  <a:pt x="820" y="27"/>
                </a:lnTo>
                <a:lnTo>
                  <a:pt x="820" y="28"/>
                </a:lnTo>
                <a:lnTo>
                  <a:pt x="821" y="29"/>
                </a:lnTo>
                <a:lnTo>
                  <a:pt x="821" y="30"/>
                </a:lnTo>
                <a:lnTo>
                  <a:pt x="822" y="31"/>
                </a:lnTo>
                <a:lnTo>
                  <a:pt x="823" y="31"/>
                </a:lnTo>
                <a:lnTo>
                  <a:pt x="825" y="32"/>
                </a:lnTo>
                <a:lnTo>
                  <a:pt x="826" y="32"/>
                </a:lnTo>
                <a:lnTo>
                  <a:pt x="826" y="33"/>
                </a:lnTo>
                <a:lnTo>
                  <a:pt x="826" y="34"/>
                </a:lnTo>
                <a:lnTo>
                  <a:pt x="825" y="34"/>
                </a:lnTo>
                <a:lnTo>
                  <a:pt x="825" y="35"/>
                </a:lnTo>
                <a:lnTo>
                  <a:pt x="825" y="36"/>
                </a:lnTo>
                <a:lnTo>
                  <a:pt x="826" y="36"/>
                </a:lnTo>
                <a:lnTo>
                  <a:pt x="827" y="36"/>
                </a:lnTo>
                <a:lnTo>
                  <a:pt x="828" y="36"/>
                </a:lnTo>
                <a:lnTo>
                  <a:pt x="829" y="36"/>
                </a:lnTo>
                <a:lnTo>
                  <a:pt x="829" y="35"/>
                </a:lnTo>
                <a:lnTo>
                  <a:pt x="830" y="35"/>
                </a:lnTo>
                <a:lnTo>
                  <a:pt x="831" y="34"/>
                </a:lnTo>
                <a:lnTo>
                  <a:pt x="831" y="33"/>
                </a:lnTo>
                <a:lnTo>
                  <a:pt x="832" y="32"/>
                </a:lnTo>
                <a:lnTo>
                  <a:pt x="832" y="31"/>
                </a:lnTo>
                <a:lnTo>
                  <a:pt x="831" y="31"/>
                </a:lnTo>
                <a:lnTo>
                  <a:pt x="831" y="29"/>
                </a:lnTo>
                <a:lnTo>
                  <a:pt x="832" y="28"/>
                </a:lnTo>
                <a:lnTo>
                  <a:pt x="832" y="27"/>
                </a:lnTo>
                <a:lnTo>
                  <a:pt x="833" y="26"/>
                </a:lnTo>
                <a:lnTo>
                  <a:pt x="833" y="25"/>
                </a:lnTo>
                <a:lnTo>
                  <a:pt x="833" y="24"/>
                </a:lnTo>
                <a:lnTo>
                  <a:pt x="833" y="23"/>
                </a:lnTo>
                <a:lnTo>
                  <a:pt x="834" y="23"/>
                </a:lnTo>
                <a:lnTo>
                  <a:pt x="835" y="23"/>
                </a:lnTo>
                <a:lnTo>
                  <a:pt x="836" y="24"/>
                </a:lnTo>
                <a:lnTo>
                  <a:pt x="837" y="24"/>
                </a:lnTo>
                <a:lnTo>
                  <a:pt x="838" y="24"/>
                </a:lnTo>
                <a:lnTo>
                  <a:pt x="839" y="25"/>
                </a:lnTo>
                <a:lnTo>
                  <a:pt x="840" y="25"/>
                </a:lnTo>
                <a:lnTo>
                  <a:pt x="840" y="27"/>
                </a:lnTo>
                <a:lnTo>
                  <a:pt x="839" y="29"/>
                </a:lnTo>
                <a:lnTo>
                  <a:pt x="838" y="31"/>
                </a:lnTo>
                <a:lnTo>
                  <a:pt x="838" y="32"/>
                </a:lnTo>
                <a:lnTo>
                  <a:pt x="839" y="33"/>
                </a:lnTo>
                <a:lnTo>
                  <a:pt x="839" y="34"/>
                </a:lnTo>
                <a:lnTo>
                  <a:pt x="840" y="37"/>
                </a:lnTo>
                <a:lnTo>
                  <a:pt x="841" y="38"/>
                </a:lnTo>
                <a:lnTo>
                  <a:pt x="840" y="39"/>
                </a:lnTo>
                <a:lnTo>
                  <a:pt x="840" y="41"/>
                </a:lnTo>
                <a:lnTo>
                  <a:pt x="841" y="42"/>
                </a:lnTo>
                <a:lnTo>
                  <a:pt x="842" y="44"/>
                </a:lnTo>
                <a:lnTo>
                  <a:pt x="842" y="47"/>
                </a:lnTo>
                <a:lnTo>
                  <a:pt x="843" y="49"/>
                </a:lnTo>
                <a:lnTo>
                  <a:pt x="843" y="50"/>
                </a:lnTo>
                <a:lnTo>
                  <a:pt x="843" y="51"/>
                </a:lnTo>
                <a:lnTo>
                  <a:pt x="844" y="51"/>
                </a:lnTo>
                <a:lnTo>
                  <a:pt x="845" y="52"/>
                </a:lnTo>
                <a:lnTo>
                  <a:pt x="847" y="52"/>
                </a:lnTo>
                <a:lnTo>
                  <a:pt x="848" y="53"/>
                </a:lnTo>
                <a:lnTo>
                  <a:pt x="848" y="54"/>
                </a:lnTo>
                <a:lnTo>
                  <a:pt x="848" y="55"/>
                </a:lnTo>
                <a:lnTo>
                  <a:pt x="848" y="56"/>
                </a:lnTo>
                <a:lnTo>
                  <a:pt x="848" y="59"/>
                </a:lnTo>
                <a:lnTo>
                  <a:pt x="849" y="61"/>
                </a:lnTo>
                <a:lnTo>
                  <a:pt x="849" y="62"/>
                </a:lnTo>
                <a:lnTo>
                  <a:pt x="850" y="63"/>
                </a:lnTo>
                <a:lnTo>
                  <a:pt x="850" y="64"/>
                </a:lnTo>
                <a:lnTo>
                  <a:pt x="850" y="65"/>
                </a:lnTo>
                <a:lnTo>
                  <a:pt x="850" y="66"/>
                </a:lnTo>
                <a:lnTo>
                  <a:pt x="850" y="67"/>
                </a:lnTo>
                <a:lnTo>
                  <a:pt x="850" y="68"/>
                </a:lnTo>
                <a:lnTo>
                  <a:pt x="849" y="69"/>
                </a:lnTo>
                <a:lnTo>
                  <a:pt x="848" y="70"/>
                </a:lnTo>
                <a:lnTo>
                  <a:pt x="848" y="71"/>
                </a:lnTo>
                <a:lnTo>
                  <a:pt x="849" y="73"/>
                </a:lnTo>
                <a:lnTo>
                  <a:pt x="849" y="74"/>
                </a:lnTo>
                <a:lnTo>
                  <a:pt x="850" y="75"/>
                </a:lnTo>
                <a:lnTo>
                  <a:pt x="850" y="76"/>
                </a:lnTo>
                <a:lnTo>
                  <a:pt x="850" y="78"/>
                </a:lnTo>
                <a:lnTo>
                  <a:pt x="850" y="79"/>
                </a:lnTo>
                <a:lnTo>
                  <a:pt x="850" y="80"/>
                </a:lnTo>
                <a:lnTo>
                  <a:pt x="851" y="80"/>
                </a:lnTo>
                <a:lnTo>
                  <a:pt x="855" y="81"/>
                </a:lnTo>
                <a:lnTo>
                  <a:pt x="855" y="82"/>
                </a:lnTo>
                <a:lnTo>
                  <a:pt x="856" y="82"/>
                </a:lnTo>
                <a:lnTo>
                  <a:pt x="856" y="84"/>
                </a:lnTo>
                <a:lnTo>
                  <a:pt x="856" y="85"/>
                </a:lnTo>
                <a:lnTo>
                  <a:pt x="856" y="86"/>
                </a:lnTo>
                <a:lnTo>
                  <a:pt x="856" y="87"/>
                </a:lnTo>
                <a:lnTo>
                  <a:pt x="856" y="88"/>
                </a:lnTo>
                <a:lnTo>
                  <a:pt x="855" y="88"/>
                </a:lnTo>
                <a:lnTo>
                  <a:pt x="854" y="89"/>
                </a:lnTo>
                <a:lnTo>
                  <a:pt x="854" y="90"/>
                </a:lnTo>
                <a:lnTo>
                  <a:pt x="851" y="93"/>
                </a:lnTo>
                <a:lnTo>
                  <a:pt x="851" y="94"/>
                </a:lnTo>
                <a:lnTo>
                  <a:pt x="851" y="95"/>
                </a:lnTo>
                <a:lnTo>
                  <a:pt x="850" y="95"/>
                </a:lnTo>
                <a:lnTo>
                  <a:pt x="850" y="96"/>
                </a:lnTo>
                <a:lnTo>
                  <a:pt x="849" y="96"/>
                </a:lnTo>
                <a:lnTo>
                  <a:pt x="849" y="97"/>
                </a:lnTo>
                <a:lnTo>
                  <a:pt x="849" y="100"/>
                </a:lnTo>
                <a:lnTo>
                  <a:pt x="850" y="101"/>
                </a:lnTo>
                <a:lnTo>
                  <a:pt x="849" y="102"/>
                </a:lnTo>
                <a:lnTo>
                  <a:pt x="849" y="104"/>
                </a:lnTo>
                <a:lnTo>
                  <a:pt x="848" y="106"/>
                </a:lnTo>
                <a:lnTo>
                  <a:pt x="848" y="107"/>
                </a:lnTo>
                <a:lnTo>
                  <a:pt x="847" y="108"/>
                </a:lnTo>
                <a:lnTo>
                  <a:pt x="848" y="108"/>
                </a:lnTo>
                <a:lnTo>
                  <a:pt x="849" y="108"/>
                </a:lnTo>
                <a:lnTo>
                  <a:pt x="850" y="108"/>
                </a:lnTo>
                <a:lnTo>
                  <a:pt x="851" y="108"/>
                </a:lnTo>
                <a:lnTo>
                  <a:pt x="851" y="109"/>
                </a:lnTo>
                <a:lnTo>
                  <a:pt x="852" y="109"/>
                </a:lnTo>
                <a:lnTo>
                  <a:pt x="852" y="110"/>
                </a:lnTo>
                <a:lnTo>
                  <a:pt x="854" y="110"/>
                </a:lnTo>
                <a:lnTo>
                  <a:pt x="856" y="112"/>
                </a:lnTo>
                <a:lnTo>
                  <a:pt x="857" y="113"/>
                </a:lnTo>
                <a:lnTo>
                  <a:pt x="858" y="113"/>
                </a:lnTo>
                <a:lnTo>
                  <a:pt x="859" y="113"/>
                </a:lnTo>
                <a:lnTo>
                  <a:pt x="862" y="114"/>
                </a:lnTo>
                <a:lnTo>
                  <a:pt x="863" y="114"/>
                </a:lnTo>
                <a:lnTo>
                  <a:pt x="864" y="115"/>
                </a:lnTo>
                <a:lnTo>
                  <a:pt x="865" y="116"/>
                </a:lnTo>
                <a:lnTo>
                  <a:pt x="867" y="116"/>
                </a:lnTo>
                <a:lnTo>
                  <a:pt x="868" y="116"/>
                </a:lnTo>
                <a:lnTo>
                  <a:pt x="869" y="116"/>
                </a:lnTo>
                <a:lnTo>
                  <a:pt x="870" y="116"/>
                </a:lnTo>
                <a:lnTo>
                  <a:pt x="872" y="117"/>
                </a:lnTo>
                <a:lnTo>
                  <a:pt x="873" y="117"/>
                </a:lnTo>
                <a:lnTo>
                  <a:pt x="875" y="117"/>
                </a:lnTo>
                <a:lnTo>
                  <a:pt x="876" y="117"/>
                </a:lnTo>
                <a:lnTo>
                  <a:pt x="877" y="117"/>
                </a:lnTo>
                <a:lnTo>
                  <a:pt x="878" y="117"/>
                </a:lnTo>
                <a:lnTo>
                  <a:pt x="878" y="116"/>
                </a:lnTo>
                <a:lnTo>
                  <a:pt x="878" y="115"/>
                </a:lnTo>
                <a:lnTo>
                  <a:pt x="879" y="114"/>
                </a:lnTo>
                <a:lnTo>
                  <a:pt x="881" y="114"/>
                </a:lnTo>
                <a:lnTo>
                  <a:pt x="883" y="113"/>
                </a:lnTo>
                <a:lnTo>
                  <a:pt x="883" y="112"/>
                </a:lnTo>
                <a:lnTo>
                  <a:pt x="884" y="112"/>
                </a:lnTo>
                <a:lnTo>
                  <a:pt x="885" y="112"/>
                </a:lnTo>
                <a:lnTo>
                  <a:pt x="885" y="113"/>
                </a:lnTo>
                <a:lnTo>
                  <a:pt x="886" y="113"/>
                </a:lnTo>
                <a:lnTo>
                  <a:pt x="888" y="113"/>
                </a:lnTo>
                <a:lnTo>
                  <a:pt x="888" y="112"/>
                </a:lnTo>
                <a:lnTo>
                  <a:pt x="888" y="111"/>
                </a:lnTo>
                <a:lnTo>
                  <a:pt x="888" y="110"/>
                </a:lnTo>
                <a:lnTo>
                  <a:pt x="889" y="110"/>
                </a:lnTo>
                <a:lnTo>
                  <a:pt x="889" y="109"/>
                </a:lnTo>
                <a:lnTo>
                  <a:pt x="890" y="110"/>
                </a:lnTo>
                <a:lnTo>
                  <a:pt x="891" y="110"/>
                </a:lnTo>
                <a:lnTo>
                  <a:pt x="893" y="112"/>
                </a:lnTo>
                <a:lnTo>
                  <a:pt x="893" y="113"/>
                </a:lnTo>
                <a:lnTo>
                  <a:pt x="892" y="113"/>
                </a:lnTo>
                <a:lnTo>
                  <a:pt x="892" y="114"/>
                </a:lnTo>
                <a:lnTo>
                  <a:pt x="893" y="114"/>
                </a:lnTo>
                <a:lnTo>
                  <a:pt x="894" y="114"/>
                </a:lnTo>
                <a:lnTo>
                  <a:pt x="895" y="113"/>
                </a:lnTo>
                <a:lnTo>
                  <a:pt x="895" y="114"/>
                </a:lnTo>
                <a:lnTo>
                  <a:pt x="895" y="115"/>
                </a:lnTo>
                <a:lnTo>
                  <a:pt x="896" y="115"/>
                </a:lnTo>
                <a:lnTo>
                  <a:pt x="898" y="114"/>
                </a:lnTo>
                <a:lnTo>
                  <a:pt x="899" y="113"/>
                </a:lnTo>
                <a:lnTo>
                  <a:pt x="900" y="113"/>
                </a:lnTo>
                <a:lnTo>
                  <a:pt x="900" y="114"/>
                </a:lnTo>
                <a:lnTo>
                  <a:pt x="901" y="115"/>
                </a:lnTo>
                <a:lnTo>
                  <a:pt x="901" y="116"/>
                </a:lnTo>
                <a:lnTo>
                  <a:pt x="901" y="117"/>
                </a:lnTo>
                <a:lnTo>
                  <a:pt x="901" y="118"/>
                </a:lnTo>
                <a:lnTo>
                  <a:pt x="900" y="119"/>
                </a:lnTo>
                <a:lnTo>
                  <a:pt x="899" y="120"/>
                </a:lnTo>
                <a:lnTo>
                  <a:pt x="898" y="121"/>
                </a:lnTo>
                <a:lnTo>
                  <a:pt x="897" y="122"/>
                </a:lnTo>
                <a:lnTo>
                  <a:pt x="896" y="124"/>
                </a:lnTo>
                <a:lnTo>
                  <a:pt x="896" y="125"/>
                </a:lnTo>
                <a:lnTo>
                  <a:pt x="896" y="126"/>
                </a:lnTo>
                <a:lnTo>
                  <a:pt x="897" y="127"/>
                </a:lnTo>
                <a:lnTo>
                  <a:pt x="897" y="128"/>
                </a:lnTo>
                <a:lnTo>
                  <a:pt x="897" y="130"/>
                </a:lnTo>
                <a:lnTo>
                  <a:pt x="897" y="131"/>
                </a:lnTo>
                <a:lnTo>
                  <a:pt x="897" y="132"/>
                </a:lnTo>
                <a:lnTo>
                  <a:pt x="898" y="134"/>
                </a:lnTo>
                <a:lnTo>
                  <a:pt x="897" y="134"/>
                </a:lnTo>
                <a:lnTo>
                  <a:pt x="897" y="135"/>
                </a:lnTo>
                <a:lnTo>
                  <a:pt x="895" y="135"/>
                </a:lnTo>
                <a:lnTo>
                  <a:pt x="893" y="135"/>
                </a:lnTo>
                <a:lnTo>
                  <a:pt x="892" y="135"/>
                </a:lnTo>
                <a:lnTo>
                  <a:pt x="891" y="137"/>
                </a:lnTo>
                <a:lnTo>
                  <a:pt x="892" y="141"/>
                </a:lnTo>
                <a:lnTo>
                  <a:pt x="893" y="141"/>
                </a:lnTo>
                <a:lnTo>
                  <a:pt x="892" y="142"/>
                </a:lnTo>
                <a:lnTo>
                  <a:pt x="892" y="143"/>
                </a:lnTo>
                <a:lnTo>
                  <a:pt x="892" y="144"/>
                </a:lnTo>
                <a:lnTo>
                  <a:pt x="892" y="145"/>
                </a:lnTo>
                <a:lnTo>
                  <a:pt x="893" y="146"/>
                </a:lnTo>
                <a:lnTo>
                  <a:pt x="894" y="147"/>
                </a:lnTo>
                <a:lnTo>
                  <a:pt x="894" y="148"/>
                </a:lnTo>
                <a:lnTo>
                  <a:pt x="894" y="149"/>
                </a:lnTo>
                <a:lnTo>
                  <a:pt x="894" y="150"/>
                </a:lnTo>
                <a:lnTo>
                  <a:pt x="894" y="151"/>
                </a:lnTo>
                <a:lnTo>
                  <a:pt x="895" y="151"/>
                </a:lnTo>
                <a:lnTo>
                  <a:pt x="896" y="151"/>
                </a:lnTo>
                <a:lnTo>
                  <a:pt x="896" y="152"/>
                </a:lnTo>
                <a:lnTo>
                  <a:pt x="896" y="153"/>
                </a:lnTo>
                <a:lnTo>
                  <a:pt x="897" y="155"/>
                </a:lnTo>
                <a:lnTo>
                  <a:pt x="898" y="155"/>
                </a:lnTo>
                <a:lnTo>
                  <a:pt x="898" y="156"/>
                </a:lnTo>
                <a:lnTo>
                  <a:pt x="898" y="158"/>
                </a:lnTo>
                <a:lnTo>
                  <a:pt x="898" y="159"/>
                </a:lnTo>
                <a:lnTo>
                  <a:pt x="898" y="161"/>
                </a:lnTo>
                <a:lnTo>
                  <a:pt x="898" y="162"/>
                </a:lnTo>
                <a:lnTo>
                  <a:pt x="896" y="162"/>
                </a:lnTo>
                <a:lnTo>
                  <a:pt x="895" y="162"/>
                </a:lnTo>
                <a:lnTo>
                  <a:pt x="894" y="163"/>
                </a:lnTo>
                <a:lnTo>
                  <a:pt x="893" y="164"/>
                </a:lnTo>
                <a:lnTo>
                  <a:pt x="893" y="165"/>
                </a:lnTo>
                <a:lnTo>
                  <a:pt x="893" y="166"/>
                </a:lnTo>
                <a:lnTo>
                  <a:pt x="893" y="167"/>
                </a:lnTo>
                <a:lnTo>
                  <a:pt x="893" y="168"/>
                </a:lnTo>
                <a:lnTo>
                  <a:pt x="893" y="169"/>
                </a:lnTo>
                <a:lnTo>
                  <a:pt x="893" y="171"/>
                </a:lnTo>
                <a:lnTo>
                  <a:pt x="893" y="172"/>
                </a:lnTo>
                <a:lnTo>
                  <a:pt x="893" y="175"/>
                </a:lnTo>
                <a:lnTo>
                  <a:pt x="894" y="175"/>
                </a:lnTo>
                <a:lnTo>
                  <a:pt x="896" y="175"/>
                </a:lnTo>
                <a:lnTo>
                  <a:pt x="897" y="175"/>
                </a:lnTo>
                <a:lnTo>
                  <a:pt x="898" y="176"/>
                </a:lnTo>
                <a:lnTo>
                  <a:pt x="898" y="177"/>
                </a:lnTo>
                <a:lnTo>
                  <a:pt x="899" y="177"/>
                </a:lnTo>
                <a:lnTo>
                  <a:pt x="899" y="179"/>
                </a:lnTo>
                <a:lnTo>
                  <a:pt x="900" y="179"/>
                </a:lnTo>
                <a:lnTo>
                  <a:pt x="901" y="178"/>
                </a:lnTo>
                <a:lnTo>
                  <a:pt x="904" y="177"/>
                </a:lnTo>
                <a:lnTo>
                  <a:pt x="905" y="177"/>
                </a:lnTo>
                <a:lnTo>
                  <a:pt x="906" y="177"/>
                </a:lnTo>
                <a:lnTo>
                  <a:pt x="907" y="176"/>
                </a:lnTo>
                <a:lnTo>
                  <a:pt x="908" y="176"/>
                </a:lnTo>
                <a:lnTo>
                  <a:pt x="909" y="176"/>
                </a:lnTo>
                <a:lnTo>
                  <a:pt x="910" y="176"/>
                </a:lnTo>
                <a:lnTo>
                  <a:pt x="911" y="174"/>
                </a:lnTo>
                <a:lnTo>
                  <a:pt x="911" y="173"/>
                </a:lnTo>
                <a:lnTo>
                  <a:pt x="910" y="172"/>
                </a:lnTo>
                <a:lnTo>
                  <a:pt x="909" y="172"/>
                </a:lnTo>
                <a:lnTo>
                  <a:pt x="909" y="173"/>
                </a:lnTo>
                <a:lnTo>
                  <a:pt x="908" y="173"/>
                </a:lnTo>
                <a:lnTo>
                  <a:pt x="907" y="173"/>
                </a:lnTo>
                <a:lnTo>
                  <a:pt x="907" y="172"/>
                </a:lnTo>
                <a:lnTo>
                  <a:pt x="907" y="170"/>
                </a:lnTo>
                <a:lnTo>
                  <a:pt x="907" y="169"/>
                </a:lnTo>
                <a:lnTo>
                  <a:pt x="908" y="168"/>
                </a:lnTo>
                <a:lnTo>
                  <a:pt x="908" y="167"/>
                </a:lnTo>
                <a:lnTo>
                  <a:pt x="908" y="166"/>
                </a:lnTo>
                <a:lnTo>
                  <a:pt x="909" y="166"/>
                </a:lnTo>
                <a:lnTo>
                  <a:pt x="910" y="165"/>
                </a:lnTo>
                <a:lnTo>
                  <a:pt x="912" y="164"/>
                </a:lnTo>
                <a:lnTo>
                  <a:pt x="913" y="164"/>
                </a:lnTo>
                <a:lnTo>
                  <a:pt x="914" y="164"/>
                </a:lnTo>
                <a:lnTo>
                  <a:pt x="914" y="163"/>
                </a:lnTo>
                <a:lnTo>
                  <a:pt x="914" y="162"/>
                </a:lnTo>
                <a:lnTo>
                  <a:pt x="914" y="161"/>
                </a:lnTo>
                <a:lnTo>
                  <a:pt x="913" y="160"/>
                </a:lnTo>
                <a:lnTo>
                  <a:pt x="912" y="158"/>
                </a:lnTo>
                <a:lnTo>
                  <a:pt x="911" y="157"/>
                </a:lnTo>
                <a:lnTo>
                  <a:pt x="910" y="157"/>
                </a:lnTo>
                <a:lnTo>
                  <a:pt x="909" y="156"/>
                </a:lnTo>
                <a:lnTo>
                  <a:pt x="908" y="155"/>
                </a:lnTo>
                <a:lnTo>
                  <a:pt x="908" y="154"/>
                </a:lnTo>
                <a:lnTo>
                  <a:pt x="907" y="153"/>
                </a:lnTo>
                <a:lnTo>
                  <a:pt x="906" y="153"/>
                </a:lnTo>
                <a:lnTo>
                  <a:pt x="904" y="152"/>
                </a:lnTo>
                <a:lnTo>
                  <a:pt x="903" y="151"/>
                </a:lnTo>
                <a:lnTo>
                  <a:pt x="904" y="151"/>
                </a:lnTo>
                <a:lnTo>
                  <a:pt x="904" y="149"/>
                </a:lnTo>
                <a:lnTo>
                  <a:pt x="904" y="148"/>
                </a:lnTo>
                <a:lnTo>
                  <a:pt x="906" y="148"/>
                </a:lnTo>
                <a:lnTo>
                  <a:pt x="907" y="147"/>
                </a:lnTo>
                <a:lnTo>
                  <a:pt x="908" y="147"/>
                </a:lnTo>
                <a:lnTo>
                  <a:pt x="909" y="147"/>
                </a:lnTo>
                <a:lnTo>
                  <a:pt x="910" y="147"/>
                </a:lnTo>
                <a:lnTo>
                  <a:pt x="911" y="147"/>
                </a:lnTo>
                <a:lnTo>
                  <a:pt x="911" y="146"/>
                </a:lnTo>
                <a:lnTo>
                  <a:pt x="913" y="146"/>
                </a:lnTo>
                <a:lnTo>
                  <a:pt x="914" y="146"/>
                </a:lnTo>
                <a:lnTo>
                  <a:pt x="914" y="145"/>
                </a:lnTo>
                <a:lnTo>
                  <a:pt x="915" y="144"/>
                </a:lnTo>
                <a:lnTo>
                  <a:pt x="915" y="143"/>
                </a:lnTo>
                <a:lnTo>
                  <a:pt x="915" y="142"/>
                </a:lnTo>
                <a:lnTo>
                  <a:pt x="916" y="142"/>
                </a:lnTo>
                <a:lnTo>
                  <a:pt x="917" y="143"/>
                </a:lnTo>
                <a:lnTo>
                  <a:pt x="918" y="143"/>
                </a:lnTo>
                <a:lnTo>
                  <a:pt x="918" y="144"/>
                </a:lnTo>
                <a:lnTo>
                  <a:pt x="918" y="145"/>
                </a:lnTo>
                <a:lnTo>
                  <a:pt x="918" y="146"/>
                </a:lnTo>
                <a:lnTo>
                  <a:pt x="919" y="147"/>
                </a:lnTo>
                <a:lnTo>
                  <a:pt x="919" y="148"/>
                </a:lnTo>
                <a:lnTo>
                  <a:pt x="920" y="148"/>
                </a:lnTo>
                <a:lnTo>
                  <a:pt x="921" y="148"/>
                </a:lnTo>
                <a:lnTo>
                  <a:pt x="922" y="150"/>
                </a:lnTo>
                <a:lnTo>
                  <a:pt x="923" y="150"/>
                </a:lnTo>
                <a:lnTo>
                  <a:pt x="923" y="151"/>
                </a:lnTo>
                <a:lnTo>
                  <a:pt x="922" y="151"/>
                </a:lnTo>
                <a:lnTo>
                  <a:pt x="922" y="152"/>
                </a:lnTo>
                <a:lnTo>
                  <a:pt x="923" y="152"/>
                </a:lnTo>
                <a:lnTo>
                  <a:pt x="924" y="153"/>
                </a:lnTo>
                <a:lnTo>
                  <a:pt x="926" y="154"/>
                </a:lnTo>
                <a:lnTo>
                  <a:pt x="927" y="154"/>
                </a:lnTo>
                <a:lnTo>
                  <a:pt x="928" y="155"/>
                </a:lnTo>
                <a:lnTo>
                  <a:pt x="929" y="156"/>
                </a:lnTo>
                <a:lnTo>
                  <a:pt x="928" y="158"/>
                </a:lnTo>
                <a:lnTo>
                  <a:pt x="927" y="160"/>
                </a:lnTo>
                <a:lnTo>
                  <a:pt x="927" y="161"/>
                </a:lnTo>
                <a:lnTo>
                  <a:pt x="926" y="163"/>
                </a:lnTo>
                <a:lnTo>
                  <a:pt x="925" y="165"/>
                </a:lnTo>
                <a:lnTo>
                  <a:pt x="926" y="165"/>
                </a:lnTo>
                <a:lnTo>
                  <a:pt x="928" y="166"/>
                </a:lnTo>
                <a:lnTo>
                  <a:pt x="929" y="166"/>
                </a:lnTo>
                <a:lnTo>
                  <a:pt x="930" y="166"/>
                </a:lnTo>
                <a:lnTo>
                  <a:pt x="930" y="167"/>
                </a:lnTo>
                <a:lnTo>
                  <a:pt x="929" y="168"/>
                </a:lnTo>
                <a:lnTo>
                  <a:pt x="928" y="169"/>
                </a:lnTo>
                <a:lnTo>
                  <a:pt x="929" y="171"/>
                </a:lnTo>
                <a:lnTo>
                  <a:pt x="929" y="172"/>
                </a:lnTo>
                <a:lnTo>
                  <a:pt x="929" y="174"/>
                </a:lnTo>
                <a:lnTo>
                  <a:pt x="927" y="175"/>
                </a:lnTo>
                <a:lnTo>
                  <a:pt x="926" y="177"/>
                </a:lnTo>
                <a:lnTo>
                  <a:pt x="926" y="178"/>
                </a:lnTo>
                <a:lnTo>
                  <a:pt x="927" y="178"/>
                </a:lnTo>
                <a:lnTo>
                  <a:pt x="927" y="179"/>
                </a:lnTo>
                <a:lnTo>
                  <a:pt x="928" y="179"/>
                </a:lnTo>
                <a:lnTo>
                  <a:pt x="928" y="180"/>
                </a:lnTo>
                <a:lnTo>
                  <a:pt x="927" y="181"/>
                </a:lnTo>
                <a:lnTo>
                  <a:pt x="927" y="182"/>
                </a:lnTo>
                <a:lnTo>
                  <a:pt x="926" y="182"/>
                </a:lnTo>
                <a:lnTo>
                  <a:pt x="924" y="183"/>
                </a:lnTo>
                <a:lnTo>
                  <a:pt x="922" y="184"/>
                </a:lnTo>
                <a:lnTo>
                  <a:pt x="922" y="185"/>
                </a:lnTo>
                <a:lnTo>
                  <a:pt x="921" y="186"/>
                </a:lnTo>
                <a:lnTo>
                  <a:pt x="920" y="187"/>
                </a:lnTo>
                <a:lnTo>
                  <a:pt x="920" y="188"/>
                </a:lnTo>
                <a:lnTo>
                  <a:pt x="920" y="191"/>
                </a:lnTo>
                <a:lnTo>
                  <a:pt x="921" y="191"/>
                </a:lnTo>
                <a:lnTo>
                  <a:pt x="921" y="192"/>
                </a:lnTo>
                <a:lnTo>
                  <a:pt x="922" y="192"/>
                </a:lnTo>
                <a:lnTo>
                  <a:pt x="922" y="193"/>
                </a:lnTo>
                <a:lnTo>
                  <a:pt x="922" y="195"/>
                </a:lnTo>
                <a:lnTo>
                  <a:pt x="922" y="196"/>
                </a:lnTo>
                <a:lnTo>
                  <a:pt x="923" y="197"/>
                </a:lnTo>
                <a:lnTo>
                  <a:pt x="923" y="198"/>
                </a:lnTo>
                <a:lnTo>
                  <a:pt x="924" y="198"/>
                </a:lnTo>
                <a:lnTo>
                  <a:pt x="925" y="198"/>
                </a:lnTo>
                <a:lnTo>
                  <a:pt x="926" y="198"/>
                </a:lnTo>
                <a:lnTo>
                  <a:pt x="926" y="199"/>
                </a:lnTo>
                <a:lnTo>
                  <a:pt x="927" y="200"/>
                </a:lnTo>
                <a:lnTo>
                  <a:pt x="927" y="201"/>
                </a:lnTo>
                <a:lnTo>
                  <a:pt x="926" y="201"/>
                </a:lnTo>
                <a:lnTo>
                  <a:pt x="926" y="204"/>
                </a:lnTo>
                <a:lnTo>
                  <a:pt x="927" y="205"/>
                </a:lnTo>
                <a:lnTo>
                  <a:pt x="929" y="203"/>
                </a:lnTo>
                <a:lnTo>
                  <a:pt x="929" y="202"/>
                </a:lnTo>
                <a:lnTo>
                  <a:pt x="929" y="201"/>
                </a:lnTo>
                <a:lnTo>
                  <a:pt x="929" y="200"/>
                </a:lnTo>
                <a:lnTo>
                  <a:pt x="930" y="199"/>
                </a:lnTo>
                <a:lnTo>
                  <a:pt x="931" y="199"/>
                </a:lnTo>
                <a:lnTo>
                  <a:pt x="932" y="199"/>
                </a:lnTo>
                <a:lnTo>
                  <a:pt x="933" y="198"/>
                </a:lnTo>
                <a:lnTo>
                  <a:pt x="934" y="197"/>
                </a:lnTo>
                <a:lnTo>
                  <a:pt x="934" y="196"/>
                </a:lnTo>
                <a:lnTo>
                  <a:pt x="934" y="194"/>
                </a:lnTo>
                <a:lnTo>
                  <a:pt x="935" y="194"/>
                </a:lnTo>
                <a:lnTo>
                  <a:pt x="936" y="194"/>
                </a:lnTo>
                <a:lnTo>
                  <a:pt x="937" y="194"/>
                </a:lnTo>
                <a:lnTo>
                  <a:pt x="937" y="193"/>
                </a:lnTo>
                <a:lnTo>
                  <a:pt x="937" y="194"/>
                </a:lnTo>
                <a:lnTo>
                  <a:pt x="938" y="194"/>
                </a:lnTo>
                <a:lnTo>
                  <a:pt x="938" y="195"/>
                </a:lnTo>
                <a:lnTo>
                  <a:pt x="938" y="197"/>
                </a:lnTo>
                <a:lnTo>
                  <a:pt x="939" y="198"/>
                </a:lnTo>
                <a:lnTo>
                  <a:pt x="939" y="199"/>
                </a:lnTo>
                <a:lnTo>
                  <a:pt x="940" y="199"/>
                </a:lnTo>
                <a:lnTo>
                  <a:pt x="940" y="201"/>
                </a:lnTo>
                <a:lnTo>
                  <a:pt x="941" y="202"/>
                </a:lnTo>
                <a:lnTo>
                  <a:pt x="942" y="203"/>
                </a:lnTo>
                <a:lnTo>
                  <a:pt x="944" y="203"/>
                </a:lnTo>
                <a:lnTo>
                  <a:pt x="944" y="202"/>
                </a:lnTo>
                <a:lnTo>
                  <a:pt x="945" y="202"/>
                </a:lnTo>
                <a:lnTo>
                  <a:pt x="945" y="201"/>
                </a:lnTo>
                <a:lnTo>
                  <a:pt x="946" y="201"/>
                </a:lnTo>
                <a:lnTo>
                  <a:pt x="948" y="200"/>
                </a:lnTo>
                <a:lnTo>
                  <a:pt x="950" y="199"/>
                </a:lnTo>
                <a:lnTo>
                  <a:pt x="951" y="198"/>
                </a:lnTo>
                <a:lnTo>
                  <a:pt x="953" y="199"/>
                </a:lnTo>
                <a:lnTo>
                  <a:pt x="954" y="199"/>
                </a:lnTo>
                <a:lnTo>
                  <a:pt x="955" y="199"/>
                </a:lnTo>
                <a:lnTo>
                  <a:pt x="955" y="198"/>
                </a:lnTo>
                <a:lnTo>
                  <a:pt x="956" y="198"/>
                </a:lnTo>
                <a:lnTo>
                  <a:pt x="957" y="199"/>
                </a:lnTo>
                <a:lnTo>
                  <a:pt x="957" y="200"/>
                </a:lnTo>
                <a:lnTo>
                  <a:pt x="958" y="201"/>
                </a:lnTo>
                <a:lnTo>
                  <a:pt x="957" y="201"/>
                </a:lnTo>
                <a:lnTo>
                  <a:pt x="957" y="202"/>
                </a:lnTo>
                <a:lnTo>
                  <a:pt x="957" y="203"/>
                </a:lnTo>
                <a:lnTo>
                  <a:pt x="957" y="204"/>
                </a:lnTo>
                <a:lnTo>
                  <a:pt x="958" y="204"/>
                </a:lnTo>
                <a:lnTo>
                  <a:pt x="959" y="204"/>
                </a:lnTo>
                <a:lnTo>
                  <a:pt x="962" y="205"/>
                </a:lnTo>
                <a:lnTo>
                  <a:pt x="963" y="206"/>
                </a:lnTo>
                <a:lnTo>
                  <a:pt x="965" y="207"/>
                </a:lnTo>
                <a:lnTo>
                  <a:pt x="966" y="207"/>
                </a:lnTo>
                <a:lnTo>
                  <a:pt x="967" y="209"/>
                </a:lnTo>
                <a:lnTo>
                  <a:pt x="969" y="209"/>
                </a:lnTo>
                <a:lnTo>
                  <a:pt x="971" y="209"/>
                </a:lnTo>
                <a:lnTo>
                  <a:pt x="972" y="207"/>
                </a:lnTo>
                <a:lnTo>
                  <a:pt x="972" y="205"/>
                </a:lnTo>
                <a:lnTo>
                  <a:pt x="972" y="204"/>
                </a:lnTo>
                <a:lnTo>
                  <a:pt x="972" y="203"/>
                </a:lnTo>
                <a:lnTo>
                  <a:pt x="972" y="202"/>
                </a:lnTo>
                <a:lnTo>
                  <a:pt x="972" y="201"/>
                </a:lnTo>
                <a:lnTo>
                  <a:pt x="973" y="200"/>
                </a:lnTo>
                <a:lnTo>
                  <a:pt x="974" y="199"/>
                </a:lnTo>
                <a:lnTo>
                  <a:pt x="974" y="198"/>
                </a:lnTo>
                <a:lnTo>
                  <a:pt x="974" y="197"/>
                </a:lnTo>
                <a:lnTo>
                  <a:pt x="976" y="198"/>
                </a:lnTo>
                <a:lnTo>
                  <a:pt x="977" y="199"/>
                </a:lnTo>
                <a:lnTo>
                  <a:pt x="977" y="200"/>
                </a:lnTo>
                <a:lnTo>
                  <a:pt x="977" y="201"/>
                </a:lnTo>
                <a:lnTo>
                  <a:pt x="979" y="201"/>
                </a:lnTo>
                <a:lnTo>
                  <a:pt x="980" y="201"/>
                </a:lnTo>
                <a:lnTo>
                  <a:pt x="982" y="202"/>
                </a:lnTo>
                <a:lnTo>
                  <a:pt x="982" y="203"/>
                </a:lnTo>
                <a:lnTo>
                  <a:pt x="984" y="204"/>
                </a:lnTo>
                <a:lnTo>
                  <a:pt x="985" y="204"/>
                </a:lnTo>
                <a:lnTo>
                  <a:pt x="985" y="203"/>
                </a:lnTo>
                <a:lnTo>
                  <a:pt x="985" y="202"/>
                </a:lnTo>
                <a:lnTo>
                  <a:pt x="986" y="201"/>
                </a:lnTo>
                <a:lnTo>
                  <a:pt x="987" y="201"/>
                </a:lnTo>
                <a:lnTo>
                  <a:pt x="988" y="201"/>
                </a:lnTo>
                <a:lnTo>
                  <a:pt x="988" y="199"/>
                </a:lnTo>
                <a:lnTo>
                  <a:pt x="987" y="197"/>
                </a:lnTo>
                <a:lnTo>
                  <a:pt x="987" y="196"/>
                </a:lnTo>
                <a:lnTo>
                  <a:pt x="986" y="196"/>
                </a:lnTo>
                <a:lnTo>
                  <a:pt x="985" y="195"/>
                </a:lnTo>
                <a:lnTo>
                  <a:pt x="984" y="194"/>
                </a:lnTo>
                <a:lnTo>
                  <a:pt x="985" y="193"/>
                </a:lnTo>
                <a:lnTo>
                  <a:pt x="984" y="192"/>
                </a:lnTo>
                <a:lnTo>
                  <a:pt x="984" y="191"/>
                </a:lnTo>
                <a:lnTo>
                  <a:pt x="984" y="190"/>
                </a:lnTo>
                <a:lnTo>
                  <a:pt x="984" y="189"/>
                </a:lnTo>
                <a:lnTo>
                  <a:pt x="985" y="188"/>
                </a:lnTo>
                <a:lnTo>
                  <a:pt x="986" y="188"/>
                </a:lnTo>
                <a:lnTo>
                  <a:pt x="987" y="188"/>
                </a:lnTo>
                <a:lnTo>
                  <a:pt x="988" y="187"/>
                </a:lnTo>
                <a:lnTo>
                  <a:pt x="988" y="186"/>
                </a:lnTo>
                <a:lnTo>
                  <a:pt x="989" y="186"/>
                </a:lnTo>
                <a:lnTo>
                  <a:pt x="990" y="184"/>
                </a:lnTo>
                <a:lnTo>
                  <a:pt x="990" y="183"/>
                </a:lnTo>
                <a:lnTo>
                  <a:pt x="990" y="182"/>
                </a:lnTo>
                <a:lnTo>
                  <a:pt x="991" y="181"/>
                </a:lnTo>
                <a:lnTo>
                  <a:pt x="992" y="180"/>
                </a:lnTo>
                <a:lnTo>
                  <a:pt x="992" y="179"/>
                </a:lnTo>
                <a:lnTo>
                  <a:pt x="993" y="177"/>
                </a:lnTo>
                <a:lnTo>
                  <a:pt x="993" y="176"/>
                </a:lnTo>
                <a:lnTo>
                  <a:pt x="994" y="176"/>
                </a:lnTo>
                <a:lnTo>
                  <a:pt x="994" y="175"/>
                </a:lnTo>
                <a:lnTo>
                  <a:pt x="993" y="174"/>
                </a:lnTo>
                <a:lnTo>
                  <a:pt x="993" y="173"/>
                </a:lnTo>
                <a:lnTo>
                  <a:pt x="994" y="171"/>
                </a:lnTo>
                <a:lnTo>
                  <a:pt x="995" y="171"/>
                </a:lnTo>
                <a:lnTo>
                  <a:pt x="996" y="170"/>
                </a:lnTo>
                <a:lnTo>
                  <a:pt x="995" y="170"/>
                </a:lnTo>
                <a:lnTo>
                  <a:pt x="995" y="169"/>
                </a:lnTo>
                <a:lnTo>
                  <a:pt x="994" y="168"/>
                </a:lnTo>
                <a:lnTo>
                  <a:pt x="993" y="168"/>
                </a:lnTo>
                <a:lnTo>
                  <a:pt x="994" y="167"/>
                </a:lnTo>
                <a:lnTo>
                  <a:pt x="995" y="165"/>
                </a:lnTo>
                <a:lnTo>
                  <a:pt x="995" y="164"/>
                </a:lnTo>
                <a:lnTo>
                  <a:pt x="996" y="161"/>
                </a:lnTo>
                <a:lnTo>
                  <a:pt x="995" y="161"/>
                </a:lnTo>
                <a:lnTo>
                  <a:pt x="995" y="160"/>
                </a:lnTo>
                <a:lnTo>
                  <a:pt x="995" y="159"/>
                </a:lnTo>
                <a:lnTo>
                  <a:pt x="996" y="159"/>
                </a:lnTo>
                <a:lnTo>
                  <a:pt x="995" y="158"/>
                </a:lnTo>
                <a:lnTo>
                  <a:pt x="994" y="157"/>
                </a:lnTo>
                <a:lnTo>
                  <a:pt x="995" y="156"/>
                </a:lnTo>
                <a:lnTo>
                  <a:pt x="996" y="156"/>
                </a:lnTo>
                <a:lnTo>
                  <a:pt x="997" y="156"/>
                </a:lnTo>
                <a:lnTo>
                  <a:pt x="998" y="155"/>
                </a:lnTo>
                <a:lnTo>
                  <a:pt x="998" y="154"/>
                </a:lnTo>
                <a:lnTo>
                  <a:pt x="997" y="153"/>
                </a:lnTo>
                <a:lnTo>
                  <a:pt x="998" y="153"/>
                </a:lnTo>
                <a:lnTo>
                  <a:pt x="999" y="153"/>
                </a:lnTo>
                <a:lnTo>
                  <a:pt x="1000" y="152"/>
                </a:lnTo>
                <a:lnTo>
                  <a:pt x="1000" y="151"/>
                </a:lnTo>
                <a:lnTo>
                  <a:pt x="1000" y="150"/>
                </a:lnTo>
                <a:lnTo>
                  <a:pt x="999" y="150"/>
                </a:lnTo>
                <a:lnTo>
                  <a:pt x="998" y="149"/>
                </a:lnTo>
                <a:lnTo>
                  <a:pt x="999" y="149"/>
                </a:lnTo>
                <a:lnTo>
                  <a:pt x="1000" y="148"/>
                </a:lnTo>
                <a:lnTo>
                  <a:pt x="1001" y="148"/>
                </a:lnTo>
                <a:lnTo>
                  <a:pt x="1001" y="147"/>
                </a:lnTo>
                <a:lnTo>
                  <a:pt x="1002" y="146"/>
                </a:lnTo>
                <a:lnTo>
                  <a:pt x="1001" y="145"/>
                </a:lnTo>
                <a:lnTo>
                  <a:pt x="1003" y="144"/>
                </a:lnTo>
                <a:lnTo>
                  <a:pt x="1004" y="143"/>
                </a:lnTo>
                <a:lnTo>
                  <a:pt x="1004" y="144"/>
                </a:lnTo>
                <a:lnTo>
                  <a:pt x="1005" y="143"/>
                </a:lnTo>
                <a:lnTo>
                  <a:pt x="1006" y="143"/>
                </a:lnTo>
                <a:lnTo>
                  <a:pt x="1006" y="142"/>
                </a:lnTo>
                <a:lnTo>
                  <a:pt x="1007" y="143"/>
                </a:lnTo>
                <a:lnTo>
                  <a:pt x="1008" y="143"/>
                </a:lnTo>
                <a:lnTo>
                  <a:pt x="1009" y="144"/>
                </a:lnTo>
                <a:lnTo>
                  <a:pt x="1011" y="142"/>
                </a:lnTo>
                <a:lnTo>
                  <a:pt x="1012" y="141"/>
                </a:lnTo>
                <a:lnTo>
                  <a:pt x="1013" y="140"/>
                </a:lnTo>
                <a:lnTo>
                  <a:pt x="1014" y="139"/>
                </a:lnTo>
                <a:lnTo>
                  <a:pt x="1015" y="139"/>
                </a:lnTo>
                <a:lnTo>
                  <a:pt x="1016" y="139"/>
                </a:lnTo>
                <a:lnTo>
                  <a:pt x="1016" y="140"/>
                </a:lnTo>
                <a:lnTo>
                  <a:pt x="1016" y="141"/>
                </a:lnTo>
                <a:lnTo>
                  <a:pt x="1015" y="141"/>
                </a:lnTo>
                <a:lnTo>
                  <a:pt x="1015" y="142"/>
                </a:lnTo>
                <a:lnTo>
                  <a:pt x="1014" y="145"/>
                </a:lnTo>
                <a:lnTo>
                  <a:pt x="1014" y="146"/>
                </a:lnTo>
                <a:lnTo>
                  <a:pt x="1014" y="147"/>
                </a:lnTo>
                <a:lnTo>
                  <a:pt x="1014" y="148"/>
                </a:lnTo>
                <a:lnTo>
                  <a:pt x="1014" y="149"/>
                </a:lnTo>
                <a:lnTo>
                  <a:pt x="1014" y="152"/>
                </a:lnTo>
                <a:lnTo>
                  <a:pt x="1015" y="157"/>
                </a:lnTo>
                <a:lnTo>
                  <a:pt x="1015" y="158"/>
                </a:lnTo>
                <a:lnTo>
                  <a:pt x="1015" y="159"/>
                </a:lnTo>
                <a:lnTo>
                  <a:pt x="1015" y="160"/>
                </a:lnTo>
                <a:lnTo>
                  <a:pt x="1016" y="161"/>
                </a:lnTo>
                <a:lnTo>
                  <a:pt x="1016" y="162"/>
                </a:lnTo>
                <a:lnTo>
                  <a:pt x="1017" y="162"/>
                </a:lnTo>
                <a:lnTo>
                  <a:pt x="1018" y="162"/>
                </a:lnTo>
                <a:lnTo>
                  <a:pt x="1018" y="163"/>
                </a:lnTo>
                <a:lnTo>
                  <a:pt x="1017" y="163"/>
                </a:lnTo>
                <a:lnTo>
                  <a:pt x="1018" y="163"/>
                </a:lnTo>
                <a:lnTo>
                  <a:pt x="1019" y="163"/>
                </a:lnTo>
                <a:lnTo>
                  <a:pt x="1020" y="164"/>
                </a:lnTo>
                <a:lnTo>
                  <a:pt x="1020" y="165"/>
                </a:lnTo>
                <a:lnTo>
                  <a:pt x="1019" y="167"/>
                </a:lnTo>
                <a:lnTo>
                  <a:pt x="1018" y="169"/>
                </a:lnTo>
                <a:lnTo>
                  <a:pt x="1017" y="169"/>
                </a:lnTo>
                <a:lnTo>
                  <a:pt x="1017" y="170"/>
                </a:lnTo>
                <a:lnTo>
                  <a:pt x="1016" y="171"/>
                </a:lnTo>
                <a:lnTo>
                  <a:pt x="1017" y="174"/>
                </a:lnTo>
                <a:lnTo>
                  <a:pt x="1018" y="176"/>
                </a:lnTo>
                <a:lnTo>
                  <a:pt x="1017" y="177"/>
                </a:lnTo>
                <a:lnTo>
                  <a:pt x="1018" y="177"/>
                </a:lnTo>
                <a:lnTo>
                  <a:pt x="1019" y="177"/>
                </a:lnTo>
                <a:lnTo>
                  <a:pt x="1020" y="178"/>
                </a:lnTo>
                <a:lnTo>
                  <a:pt x="1020" y="179"/>
                </a:lnTo>
                <a:lnTo>
                  <a:pt x="1021" y="179"/>
                </a:lnTo>
                <a:lnTo>
                  <a:pt x="1021" y="180"/>
                </a:lnTo>
                <a:lnTo>
                  <a:pt x="1022" y="180"/>
                </a:lnTo>
                <a:lnTo>
                  <a:pt x="1022" y="181"/>
                </a:lnTo>
                <a:lnTo>
                  <a:pt x="1022" y="182"/>
                </a:lnTo>
                <a:lnTo>
                  <a:pt x="1022" y="183"/>
                </a:lnTo>
                <a:lnTo>
                  <a:pt x="1024" y="184"/>
                </a:lnTo>
                <a:lnTo>
                  <a:pt x="1025" y="183"/>
                </a:lnTo>
                <a:lnTo>
                  <a:pt x="1026" y="183"/>
                </a:lnTo>
                <a:lnTo>
                  <a:pt x="1027" y="182"/>
                </a:lnTo>
                <a:lnTo>
                  <a:pt x="1028" y="181"/>
                </a:lnTo>
                <a:lnTo>
                  <a:pt x="1028" y="180"/>
                </a:lnTo>
                <a:lnTo>
                  <a:pt x="1029" y="180"/>
                </a:lnTo>
                <a:lnTo>
                  <a:pt x="1030" y="180"/>
                </a:lnTo>
                <a:lnTo>
                  <a:pt x="1031" y="180"/>
                </a:lnTo>
                <a:lnTo>
                  <a:pt x="1031" y="181"/>
                </a:lnTo>
                <a:lnTo>
                  <a:pt x="1032" y="181"/>
                </a:lnTo>
                <a:lnTo>
                  <a:pt x="1033" y="181"/>
                </a:lnTo>
                <a:lnTo>
                  <a:pt x="1034" y="181"/>
                </a:lnTo>
                <a:lnTo>
                  <a:pt x="1034" y="182"/>
                </a:lnTo>
                <a:lnTo>
                  <a:pt x="1033" y="183"/>
                </a:lnTo>
                <a:lnTo>
                  <a:pt x="1033" y="184"/>
                </a:lnTo>
                <a:lnTo>
                  <a:pt x="1032" y="184"/>
                </a:lnTo>
                <a:lnTo>
                  <a:pt x="1032" y="186"/>
                </a:lnTo>
                <a:lnTo>
                  <a:pt x="1033" y="186"/>
                </a:lnTo>
                <a:lnTo>
                  <a:pt x="1033" y="185"/>
                </a:lnTo>
                <a:lnTo>
                  <a:pt x="1034" y="185"/>
                </a:lnTo>
                <a:lnTo>
                  <a:pt x="1034" y="184"/>
                </a:lnTo>
                <a:lnTo>
                  <a:pt x="1035" y="184"/>
                </a:lnTo>
                <a:lnTo>
                  <a:pt x="1035" y="183"/>
                </a:lnTo>
                <a:lnTo>
                  <a:pt x="1036" y="183"/>
                </a:lnTo>
                <a:lnTo>
                  <a:pt x="1037" y="184"/>
                </a:lnTo>
                <a:lnTo>
                  <a:pt x="1039" y="184"/>
                </a:lnTo>
                <a:lnTo>
                  <a:pt x="1040" y="184"/>
                </a:lnTo>
                <a:lnTo>
                  <a:pt x="1040" y="185"/>
                </a:lnTo>
                <a:lnTo>
                  <a:pt x="1039" y="185"/>
                </a:lnTo>
                <a:lnTo>
                  <a:pt x="1038" y="185"/>
                </a:lnTo>
                <a:lnTo>
                  <a:pt x="1037" y="186"/>
                </a:lnTo>
                <a:lnTo>
                  <a:pt x="1036" y="187"/>
                </a:lnTo>
                <a:lnTo>
                  <a:pt x="1035" y="187"/>
                </a:lnTo>
                <a:lnTo>
                  <a:pt x="1035" y="188"/>
                </a:lnTo>
                <a:lnTo>
                  <a:pt x="1035" y="189"/>
                </a:lnTo>
                <a:lnTo>
                  <a:pt x="1034" y="191"/>
                </a:lnTo>
                <a:lnTo>
                  <a:pt x="1034" y="192"/>
                </a:lnTo>
                <a:lnTo>
                  <a:pt x="1033" y="192"/>
                </a:lnTo>
                <a:lnTo>
                  <a:pt x="1033" y="193"/>
                </a:lnTo>
                <a:lnTo>
                  <a:pt x="1034" y="193"/>
                </a:lnTo>
                <a:lnTo>
                  <a:pt x="1034" y="194"/>
                </a:lnTo>
                <a:lnTo>
                  <a:pt x="1034" y="195"/>
                </a:lnTo>
                <a:lnTo>
                  <a:pt x="1032" y="196"/>
                </a:lnTo>
                <a:lnTo>
                  <a:pt x="1031" y="197"/>
                </a:lnTo>
                <a:lnTo>
                  <a:pt x="1031" y="200"/>
                </a:lnTo>
                <a:lnTo>
                  <a:pt x="1031" y="202"/>
                </a:lnTo>
                <a:lnTo>
                  <a:pt x="1031" y="203"/>
                </a:lnTo>
                <a:lnTo>
                  <a:pt x="1031" y="204"/>
                </a:lnTo>
                <a:lnTo>
                  <a:pt x="1032" y="206"/>
                </a:lnTo>
                <a:lnTo>
                  <a:pt x="1032" y="207"/>
                </a:lnTo>
                <a:lnTo>
                  <a:pt x="1031" y="207"/>
                </a:lnTo>
                <a:lnTo>
                  <a:pt x="1030" y="207"/>
                </a:lnTo>
                <a:lnTo>
                  <a:pt x="1030" y="208"/>
                </a:lnTo>
                <a:lnTo>
                  <a:pt x="1031" y="209"/>
                </a:lnTo>
                <a:lnTo>
                  <a:pt x="1031" y="210"/>
                </a:lnTo>
                <a:lnTo>
                  <a:pt x="1031" y="211"/>
                </a:lnTo>
                <a:lnTo>
                  <a:pt x="1031" y="212"/>
                </a:lnTo>
                <a:lnTo>
                  <a:pt x="1030" y="213"/>
                </a:lnTo>
                <a:lnTo>
                  <a:pt x="1029" y="213"/>
                </a:lnTo>
                <a:lnTo>
                  <a:pt x="1029" y="214"/>
                </a:lnTo>
                <a:lnTo>
                  <a:pt x="1029" y="215"/>
                </a:lnTo>
                <a:lnTo>
                  <a:pt x="1029" y="216"/>
                </a:lnTo>
                <a:lnTo>
                  <a:pt x="1029" y="217"/>
                </a:lnTo>
                <a:lnTo>
                  <a:pt x="1027" y="219"/>
                </a:lnTo>
                <a:lnTo>
                  <a:pt x="1026" y="221"/>
                </a:lnTo>
                <a:lnTo>
                  <a:pt x="1027" y="221"/>
                </a:lnTo>
                <a:lnTo>
                  <a:pt x="1027" y="222"/>
                </a:lnTo>
                <a:lnTo>
                  <a:pt x="1027" y="223"/>
                </a:lnTo>
                <a:lnTo>
                  <a:pt x="1026" y="224"/>
                </a:lnTo>
                <a:lnTo>
                  <a:pt x="1025" y="224"/>
                </a:lnTo>
                <a:lnTo>
                  <a:pt x="1025" y="225"/>
                </a:lnTo>
                <a:lnTo>
                  <a:pt x="1025" y="227"/>
                </a:lnTo>
                <a:lnTo>
                  <a:pt x="1025" y="228"/>
                </a:lnTo>
                <a:lnTo>
                  <a:pt x="1025" y="229"/>
                </a:lnTo>
                <a:lnTo>
                  <a:pt x="1025" y="230"/>
                </a:lnTo>
                <a:lnTo>
                  <a:pt x="1024" y="230"/>
                </a:lnTo>
                <a:lnTo>
                  <a:pt x="1024" y="231"/>
                </a:lnTo>
                <a:lnTo>
                  <a:pt x="1024" y="233"/>
                </a:lnTo>
                <a:lnTo>
                  <a:pt x="1024" y="234"/>
                </a:lnTo>
                <a:lnTo>
                  <a:pt x="1025" y="234"/>
                </a:lnTo>
                <a:lnTo>
                  <a:pt x="1026" y="234"/>
                </a:lnTo>
                <a:lnTo>
                  <a:pt x="1026" y="232"/>
                </a:lnTo>
                <a:lnTo>
                  <a:pt x="1027" y="232"/>
                </a:lnTo>
                <a:lnTo>
                  <a:pt x="1028" y="232"/>
                </a:lnTo>
                <a:lnTo>
                  <a:pt x="1029" y="232"/>
                </a:lnTo>
                <a:lnTo>
                  <a:pt x="1030" y="230"/>
                </a:lnTo>
                <a:lnTo>
                  <a:pt x="1030" y="229"/>
                </a:lnTo>
                <a:lnTo>
                  <a:pt x="1030" y="228"/>
                </a:lnTo>
                <a:lnTo>
                  <a:pt x="1031" y="228"/>
                </a:lnTo>
                <a:lnTo>
                  <a:pt x="1031" y="227"/>
                </a:lnTo>
                <a:lnTo>
                  <a:pt x="1033" y="227"/>
                </a:lnTo>
                <a:lnTo>
                  <a:pt x="1033" y="228"/>
                </a:lnTo>
                <a:lnTo>
                  <a:pt x="1033" y="229"/>
                </a:lnTo>
                <a:lnTo>
                  <a:pt x="1034" y="229"/>
                </a:lnTo>
                <a:lnTo>
                  <a:pt x="1035" y="229"/>
                </a:lnTo>
                <a:lnTo>
                  <a:pt x="1035" y="230"/>
                </a:lnTo>
                <a:lnTo>
                  <a:pt x="1036" y="230"/>
                </a:lnTo>
                <a:lnTo>
                  <a:pt x="1037" y="230"/>
                </a:lnTo>
                <a:lnTo>
                  <a:pt x="1038" y="231"/>
                </a:lnTo>
                <a:lnTo>
                  <a:pt x="1038" y="232"/>
                </a:lnTo>
                <a:lnTo>
                  <a:pt x="1039" y="232"/>
                </a:lnTo>
                <a:lnTo>
                  <a:pt x="1039" y="233"/>
                </a:lnTo>
                <a:lnTo>
                  <a:pt x="1039" y="234"/>
                </a:lnTo>
                <a:lnTo>
                  <a:pt x="1037" y="236"/>
                </a:lnTo>
                <a:lnTo>
                  <a:pt x="1037" y="237"/>
                </a:lnTo>
                <a:lnTo>
                  <a:pt x="1036" y="238"/>
                </a:lnTo>
                <a:lnTo>
                  <a:pt x="1035" y="239"/>
                </a:lnTo>
                <a:lnTo>
                  <a:pt x="1034" y="239"/>
                </a:lnTo>
                <a:lnTo>
                  <a:pt x="1033" y="239"/>
                </a:lnTo>
                <a:lnTo>
                  <a:pt x="1033" y="238"/>
                </a:lnTo>
                <a:lnTo>
                  <a:pt x="1033" y="239"/>
                </a:lnTo>
                <a:lnTo>
                  <a:pt x="1032" y="239"/>
                </a:lnTo>
                <a:lnTo>
                  <a:pt x="1031" y="240"/>
                </a:lnTo>
                <a:lnTo>
                  <a:pt x="1031" y="241"/>
                </a:lnTo>
                <a:lnTo>
                  <a:pt x="1030" y="241"/>
                </a:lnTo>
                <a:lnTo>
                  <a:pt x="1029" y="241"/>
                </a:lnTo>
                <a:lnTo>
                  <a:pt x="1029" y="242"/>
                </a:lnTo>
                <a:lnTo>
                  <a:pt x="1028" y="243"/>
                </a:lnTo>
                <a:lnTo>
                  <a:pt x="1029" y="243"/>
                </a:lnTo>
                <a:lnTo>
                  <a:pt x="1029" y="244"/>
                </a:lnTo>
                <a:lnTo>
                  <a:pt x="1029" y="246"/>
                </a:lnTo>
                <a:lnTo>
                  <a:pt x="1028" y="246"/>
                </a:lnTo>
                <a:lnTo>
                  <a:pt x="1028" y="247"/>
                </a:lnTo>
                <a:lnTo>
                  <a:pt x="1027" y="247"/>
                </a:lnTo>
                <a:lnTo>
                  <a:pt x="1026" y="247"/>
                </a:lnTo>
                <a:lnTo>
                  <a:pt x="1026" y="250"/>
                </a:lnTo>
                <a:lnTo>
                  <a:pt x="1027" y="253"/>
                </a:lnTo>
                <a:lnTo>
                  <a:pt x="1028" y="254"/>
                </a:lnTo>
                <a:lnTo>
                  <a:pt x="1028" y="258"/>
                </a:lnTo>
                <a:lnTo>
                  <a:pt x="1028" y="259"/>
                </a:lnTo>
                <a:lnTo>
                  <a:pt x="1029" y="262"/>
                </a:lnTo>
                <a:lnTo>
                  <a:pt x="1029" y="264"/>
                </a:lnTo>
                <a:lnTo>
                  <a:pt x="1029" y="265"/>
                </a:lnTo>
                <a:lnTo>
                  <a:pt x="1029" y="266"/>
                </a:lnTo>
                <a:lnTo>
                  <a:pt x="1029" y="267"/>
                </a:lnTo>
                <a:lnTo>
                  <a:pt x="1030" y="267"/>
                </a:lnTo>
                <a:lnTo>
                  <a:pt x="1031" y="268"/>
                </a:lnTo>
                <a:lnTo>
                  <a:pt x="1032" y="268"/>
                </a:lnTo>
                <a:lnTo>
                  <a:pt x="1033" y="268"/>
                </a:lnTo>
                <a:lnTo>
                  <a:pt x="1033" y="269"/>
                </a:lnTo>
                <a:lnTo>
                  <a:pt x="1032" y="269"/>
                </a:lnTo>
                <a:lnTo>
                  <a:pt x="1031" y="269"/>
                </a:lnTo>
                <a:lnTo>
                  <a:pt x="1030" y="270"/>
                </a:lnTo>
                <a:lnTo>
                  <a:pt x="1032" y="271"/>
                </a:lnTo>
                <a:lnTo>
                  <a:pt x="1033" y="272"/>
                </a:lnTo>
                <a:lnTo>
                  <a:pt x="1034" y="273"/>
                </a:lnTo>
                <a:lnTo>
                  <a:pt x="1035" y="273"/>
                </a:lnTo>
                <a:lnTo>
                  <a:pt x="1035" y="274"/>
                </a:lnTo>
                <a:lnTo>
                  <a:pt x="1034" y="274"/>
                </a:lnTo>
                <a:lnTo>
                  <a:pt x="1034" y="275"/>
                </a:lnTo>
                <a:lnTo>
                  <a:pt x="1034" y="276"/>
                </a:lnTo>
                <a:lnTo>
                  <a:pt x="1034" y="277"/>
                </a:lnTo>
                <a:lnTo>
                  <a:pt x="1033" y="278"/>
                </a:lnTo>
                <a:lnTo>
                  <a:pt x="1034" y="278"/>
                </a:lnTo>
                <a:lnTo>
                  <a:pt x="1034" y="279"/>
                </a:lnTo>
                <a:lnTo>
                  <a:pt x="1035" y="280"/>
                </a:lnTo>
                <a:lnTo>
                  <a:pt x="1034" y="280"/>
                </a:lnTo>
                <a:lnTo>
                  <a:pt x="1034" y="282"/>
                </a:lnTo>
                <a:lnTo>
                  <a:pt x="1033" y="282"/>
                </a:lnTo>
                <a:lnTo>
                  <a:pt x="1033" y="283"/>
                </a:lnTo>
                <a:lnTo>
                  <a:pt x="1033" y="284"/>
                </a:lnTo>
                <a:lnTo>
                  <a:pt x="1033" y="286"/>
                </a:lnTo>
                <a:lnTo>
                  <a:pt x="1033" y="287"/>
                </a:lnTo>
                <a:lnTo>
                  <a:pt x="1034" y="287"/>
                </a:lnTo>
                <a:lnTo>
                  <a:pt x="1034" y="288"/>
                </a:lnTo>
                <a:lnTo>
                  <a:pt x="1036" y="287"/>
                </a:lnTo>
                <a:lnTo>
                  <a:pt x="1036" y="288"/>
                </a:lnTo>
                <a:lnTo>
                  <a:pt x="1039" y="291"/>
                </a:lnTo>
                <a:lnTo>
                  <a:pt x="1039" y="292"/>
                </a:lnTo>
                <a:lnTo>
                  <a:pt x="1041" y="294"/>
                </a:lnTo>
                <a:lnTo>
                  <a:pt x="1041" y="295"/>
                </a:lnTo>
                <a:lnTo>
                  <a:pt x="1040" y="296"/>
                </a:lnTo>
                <a:lnTo>
                  <a:pt x="1039" y="297"/>
                </a:lnTo>
                <a:lnTo>
                  <a:pt x="1040" y="297"/>
                </a:lnTo>
                <a:lnTo>
                  <a:pt x="1042" y="297"/>
                </a:lnTo>
                <a:lnTo>
                  <a:pt x="1044" y="298"/>
                </a:lnTo>
                <a:lnTo>
                  <a:pt x="1046" y="298"/>
                </a:lnTo>
                <a:lnTo>
                  <a:pt x="1046" y="297"/>
                </a:lnTo>
                <a:lnTo>
                  <a:pt x="1047" y="297"/>
                </a:lnTo>
                <a:lnTo>
                  <a:pt x="1048" y="297"/>
                </a:lnTo>
                <a:lnTo>
                  <a:pt x="1049" y="298"/>
                </a:lnTo>
                <a:lnTo>
                  <a:pt x="1049" y="299"/>
                </a:lnTo>
                <a:lnTo>
                  <a:pt x="1051" y="301"/>
                </a:lnTo>
                <a:lnTo>
                  <a:pt x="1052" y="302"/>
                </a:lnTo>
                <a:lnTo>
                  <a:pt x="1053" y="302"/>
                </a:lnTo>
                <a:lnTo>
                  <a:pt x="1054" y="302"/>
                </a:lnTo>
                <a:lnTo>
                  <a:pt x="1055" y="303"/>
                </a:lnTo>
                <a:lnTo>
                  <a:pt x="1056" y="303"/>
                </a:lnTo>
                <a:lnTo>
                  <a:pt x="1058" y="305"/>
                </a:lnTo>
                <a:lnTo>
                  <a:pt x="1058" y="306"/>
                </a:lnTo>
                <a:lnTo>
                  <a:pt x="1057" y="307"/>
                </a:lnTo>
                <a:lnTo>
                  <a:pt x="1057" y="308"/>
                </a:lnTo>
                <a:lnTo>
                  <a:pt x="1057" y="309"/>
                </a:lnTo>
                <a:lnTo>
                  <a:pt x="1057" y="310"/>
                </a:lnTo>
                <a:lnTo>
                  <a:pt x="1057" y="312"/>
                </a:lnTo>
                <a:lnTo>
                  <a:pt x="1058" y="313"/>
                </a:lnTo>
                <a:lnTo>
                  <a:pt x="1059" y="313"/>
                </a:lnTo>
                <a:lnTo>
                  <a:pt x="1060" y="313"/>
                </a:lnTo>
                <a:lnTo>
                  <a:pt x="1060" y="314"/>
                </a:lnTo>
                <a:lnTo>
                  <a:pt x="1059" y="318"/>
                </a:lnTo>
                <a:lnTo>
                  <a:pt x="1059" y="321"/>
                </a:lnTo>
                <a:lnTo>
                  <a:pt x="1058" y="321"/>
                </a:lnTo>
                <a:lnTo>
                  <a:pt x="1058" y="322"/>
                </a:lnTo>
                <a:lnTo>
                  <a:pt x="1057" y="322"/>
                </a:lnTo>
                <a:lnTo>
                  <a:pt x="1056" y="325"/>
                </a:lnTo>
                <a:lnTo>
                  <a:pt x="1057" y="328"/>
                </a:lnTo>
                <a:lnTo>
                  <a:pt x="1058" y="329"/>
                </a:lnTo>
                <a:lnTo>
                  <a:pt x="1058" y="330"/>
                </a:lnTo>
                <a:lnTo>
                  <a:pt x="1057" y="330"/>
                </a:lnTo>
                <a:lnTo>
                  <a:pt x="1056" y="330"/>
                </a:lnTo>
                <a:lnTo>
                  <a:pt x="1055" y="330"/>
                </a:lnTo>
                <a:lnTo>
                  <a:pt x="1053" y="331"/>
                </a:lnTo>
                <a:lnTo>
                  <a:pt x="1053" y="332"/>
                </a:lnTo>
                <a:lnTo>
                  <a:pt x="1054" y="332"/>
                </a:lnTo>
                <a:lnTo>
                  <a:pt x="1053" y="332"/>
                </a:lnTo>
                <a:lnTo>
                  <a:pt x="1053" y="333"/>
                </a:lnTo>
                <a:lnTo>
                  <a:pt x="1052" y="333"/>
                </a:lnTo>
                <a:lnTo>
                  <a:pt x="1051" y="333"/>
                </a:lnTo>
                <a:lnTo>
                  <a:pt x="1051" y="332"/>
                </a:lnTo>
                <a:lnTo>
                  <a:pt x="1050" y="332"/>
                </a:lnTo>
                <a:lnTo>
                  <a:pt x="1050" y="331"/>
                </a:lnTo>
                <a:lnTo>
                  <a:pt x="1050" y="332"/>
                </a:lnTo>
                <a:lnTo>
                  <a:pt x="1047" y="333"/>
                </a:lnTo>
                <a:lnTo>
                  <a:pt x="1045" y="336"/>
                </a:lnTo>
                <a:lnTo>
                  <a:pt x="1044" y="336"/>
                </a:lnTo>
                <a:lnTo>
                  <a:pt x="1043" y="336"/>
                </a:lnTo>
                <a:lnTo>
                  <a:pt x="1042" y="337"/>
                </a:lnTo>
                <a:lnTo>
                  <a:pt x="1042" y="338"/>
                </a:lnTo>
                <a:lnTo>
                  <a:pt x="1040" y="340"/>
                </a:lnTo>
                <a:lnTo>
                  <a:pt x="1039" y="340"/>
                </a:lnTo>
                <a:lnTo>
                  <a:pt x="1038" y="341"/>
                </a:lnTo>
                <a:lnTo>
                  <a:pt x="1037" y="343"/>
                </a:lnTo>
                <a:lnTo>
                  <a:pt x="1037" y="344"/>
                </a:lnTo>
                <a:lnTo>
                  <a:pt x="1036" y="344"/>
                </a:lnTo>
                <a:lnTo>
                  <a:pt x="1035" y="345"/>
                </a:lnTo>
                <a:lnTo>
                  <a:pt x="1034" y="345"/>
                </a:lnTo>
                <a:lnTo>
                  <a:pt x="1033" y="346"/>
                </a:lnTo>
                <a:lnTo>
                  <a:pt x="1033" y="347"/>
                </a:lnTo>
                <a:lnTo>
                  <a:pt x="1032" y="348"/>
                </a:lnTo>
                <a:lnTo>
                  <a:pt x="1031" y="348"/>
                </a:lnTo>
                <a:lnTo>
                  <a:pt x="1030" y="348"/>
                </a:lnTo>
                <a:lnTo>
                  <a:pt x="1029" y="349"/>
                </a:lnTo>
                <a:lnTo>
                  <a:pt x="1030" y="351"/>
                </a:lnTo>
                <a:lnTo>
                  <a:pt x="1031" y="353"/>
                </a:lnTo>
                <a:lnTo>
                  <a:pt x="1031" y="355"/>
                </a:lnTo>
                <a:lnTo>
                  <a:pt x="1031" y="356"/>
                </a:lnTo>
                <a:lnTo>
                  <a:pt x="1030" y="356"/>
                </a:lnTo>
                <a:lnTo>
                  <a:pt x="1030" y="359"/>
                </a:lnTo>
                <a:lnTo>
                  <a:pt x="1030" y="360"/>
                </a:lnTo>
                <a:lnTo>
                  <a:pt x="1029" y="360"/>
                </a:lnTo>
                <a:lnTo>
                  <a:pt x="1027" y="360"/>
                </a:lnTo>
                <a:lnTo>
                  <a:pt x="1025" y="359"/>
                </a:lnTo>
                <a:lnTo>
                  <a:pt x="1024" y="359"/>
                </a:lnTo>
                <a:lnTo>
                  <a:pt x="1023" y="359"/>
                </a:lnTo>
                <a:lnTo>
                  <a:pt x="1023" y="360"/>
                </a:lnTo>
                <a:lnTo>
                  <a:pt x="1022" y="360"/>
                </a:lnTo>
                <a:lnTo>
                  <a:pt x="1022" y="361"/>
                </a:lnTo>
                <a:lnTo>
                  <a:pt x="1021" y="361"/>
                </a:lnTo>
                <a:lnTo>
                  <a:pt x="1021" y="360"/>
                </a:lnTo>
                <a:lnTo>
                  <a:pt x="1021" y="359"/>
                </a:lnTo>
                <a:lnTo>
                  <a:pt x="1021" y="358"/>
                </a:lnTo>
                <a:lnTo>
                  <a:pt x="1017" y="358"/>
                </a:lnTo>
                <a:lnTo>
                  <a:pt x="1015" y="354"/>
                </a:lnTo>
                <a:lnTo>
                  <a:pt x="1014" y="353"/>
                </a:lnTo>
                <a:lnTo>
                  <a:pt x="1013" y="354"/>
                </a:lnTo>
                <a:lnTo>
                  <a:pt x="1013" y="355"/>
                </a:lnTo>
                <a:lnTo>
                  <a:pt x="1012" y="356"/>
                </a:lnTo>
                <a:lnTo>
                  <a:pt x="1010" y="358"/>
                </a:lnTo>
                <a:lnTo>
                  <a:pt x="1009" y="358"/>
                </a:lnTo>
                <a:lnTo>
                  <a:pt x="1009" y="359"/>
                </a:lnTo>
                <a:lnTo>
                  <a:pt x="1008" y="359"/>
                </a:lnTo>
                <a:lnTo>
                  <a:pt x="1006" y="361"/>
                </a:lnTo>
                <a:lnTo>
                  <a:pt x="1006" y="362"/>
                </a:lnTo>
                <a:lnTo>
                  <a:pt x="1005" y="362"/>
                </a:lnTo>
                <a:lnTo>
                  <a:pt x="1005" y="363"/>
                </a:lnTo>
                <a:lnTo>
                  <a:pt x="1004" y="363"/>
                </a:lnTo>
                <a:lnTo>
                  <a:pt x="1004" y="362"/>
                </a:lnTo>
                <a:lnTo>
                  <a:pt x="1004" y="361"/>
                </a:lnTo>
                <a:lnTo>
                  <a:pt x="1005" y="360"/>
                </a:lnTo>
                <a:lnTo>
                  <a:pt x="1005" y="359"/>
                </a:lnTo>
                <a:lnTo>
                  <a:pt x="1005" y="358"/>
                </a:lnTo>
                <a:lnTo>
                  <a:pt x="1004" y="357"/>
                </a:lnTo>
                <a:lnTo>
                  <a:pt x="1003" y="356"/>
                </a:lnTo>
                <a:lnTo>
                  <a:pt x="1003" y="355"/>
                </a:lnTo>
                <a:lnTo>
                  <a:pt x="1002" y="355"/>
                </a:lnTo>
                <a:lnTo>
                  <a:pt x="1001" y="356"/>
                </a:lnTo>
                <a:lnTo>
                  <a:pt x="1000" y="358"/>
                </a:lnTo>
                <a:lnTo>
                  <a:pt x="999" y="359"/>
                </a:lnTo>
                <a:lnTo>
                  <a:pt x="998" y="360"/>
                </a:lnTo>
                <a:lnTo>
                  <a:pt x="997" y="361"/>
                </a:lnTo>
                <a:lnTo>
                  <a:pt x="996" y="361"/>
                </a:lnTo>
                <a:lnTo>
                  <a:pt x="996" y="362"/>
                </a:lnTo>
                <a:lnTo>
                  <a:pt x="996" y="363"/>
                </a:lnTo>
                <a:lnTo>
                  <a:pt x="997" y="363"/>
                </a:lnTo>
                <a:lnTo>
                  <a:pt x="998" y="363"/>
                </a:lnTo>
                <a:lnTo>
                  <a:pt x="999" y="363"/>
                </a:lnTo>
                <a:lnTo>
                  <a:pt x="999" y="362"/>
                </a:lnTo>
                <a:lnTo>
                  <a:pt x="999" y="361"/>
                </a:lnTo>
                <a:lnTo>
                  <a:pt x="1000" y="360"/>
                </a:lnTo>
                <a:lnTo>
                  <a:pt x="1000" y="359"/>
                </a:lnTo>
                <a:lnTo>
                  <a:pt x="1001" y="360"/>
                </a:lnTo>
                <a:lnTo>
                  <a:pt x="1002" y="360"/>
                </a:lnTo>
                <a:lnTo>
                  <a:pt x="1002" y="361"/>
                </a:lnTo>
                <a:lnTo>
                  <a:pt x="1001" y="363"/>
                </a:lnTo>
                <a:lnTo>
                  <a:pt x="999" y="365"/>
                </a:lnTo>
                <a:lnTo>
                  <a:pt x="998" y="365"/>
                </a:lnTo>
                <a:lnTo>
                  <a:pt x="997" y="365"/>
                </a:lnTo>
                <a:lnTo>
                  <a:pt x="997" y="366"/>
                </a:lnTo>
                <a:lnTo>
                  <a:pt x="998" y="367"/>
                </a:lnTo>
                <a:lnTo>
                  <a:pt x="998" y="368"/>
                </a:lnTo>
                <a:lnTo>
                  <a:pt x="998" y="370"/>
                </a:lnTo>
                <a:lnTo>
                  <a:pt x="997" y="371"/>
                </a:lnTo>
                <a:lnTo>
                  <a:pt x="997" y="373"/>
                </a:lnTo>
                <a:lnTo>
                  <a:pt x="998" y="373"/>
                </a:lnTo>
                <a:lnTo>
                  <a:pt x="997" y="376"/>
                </a:lnTo>
                <a:lnTo>
                  <a:pt x="997" y="375"/>
                </a:lnTo>
                <a:lnTo>
                  <a:pt x="996" y="375"/>
                </a:lnTo>
                <a:lnTo>
                  <a:pt x="995" y="375"/>
                </a:lnTo>
                <a:lnTo>
                  <a:pt x="995" y="376"/>
                </a:lnTo>
                <a:lnTo>
                  <a:pt x="995" y="377"/>
                </a:lnTo>
                <a:lnTo>
                  <a:pt x="996" y="379"/>
                </a:lnTo>
                <a:lnTo>
                  <a:pt x="995" y="379"/>
                </a:lnTo>
                <a:lnTo>
                  <a:pt x="994" y="379"/>
                </a:lnTo>
                <a:lnTo>
                  <a:pt x="993" y="380"/>
                </a:lnTo>
                <a:lnTo>
                  <a:pt x="992" y="380"/>
                </a:lnTo>
                <a:lnTo>
                  <a:pt x="992" y="379"/>
                </a:lnTo>
                <a:lnTo>
                  <a:pt x="991" y="379"/>
                </a:lnTo>
                <a:lnTo>
                  <a:pt x="991" y="380"/>
                </a:lnTo>
                <a:lnTo>
                  <a:pt x="990" y="380"/>
                </a:lnTo>
                <a:lnTo>
                  <a:pt x="990" y="381"/>
                </a:lnTo>
                <a:lnTo>
                  <a:pt x="990" y="382"/>
                </a:lnTo>
                <a:lnTo>
                  <a:pt x="989" y="382"/>
                </a:lnTo>
                <a:lnTo>
                  <a:pt x="988" y="381"/>
                </a:lnTo>
                <a:lnTo>
                  <a:pt x="987" y="380"/>
                </a:lnTo>
                <a:lnTo>
                  <a:pt x="987" y="379"/>
                </a:lnTo>
                <a:lnTo>
                  <a:pt x="986" y="379"/>
                </a:lnTo>
                <a:lnTo>
                  <a:pt x="985" y="380"/>
                </a:lnTo>
                <a:lnTo>
                  <a:pt x="986" y="381"/>
                </a:lnTo>
                <a:lnTo>
                  <a:pt x="986" y="383"/>
                </a:lnTo>
                <a:lnTo>
                  <a:pt x="986" y="384"/>
                </a:lnTo>
                <a:lnTo>
                  <a:pt x="987" y="384"/>
                </a:lnTo>
                <a:lnTo>
                  <a:pt x="987" y="385"/>
                </a:lnTo>
                <a:lnTo>
                  <a:pt x="987" y="387"/>
                </a:lnTo>
                <a:lnTo>
                  <a:pt x="986" y="388"/>
                </a:lnTo>
                <a:lnTo>
                  <a:pt x="986" y="389"/>
                </a:lnTo>
                <a:lnTo>
                  <a:pt x="985" y="391"/>
                </a:lnTo>
                <a:lnTo>
                  <a:pt x="985" y="392"/>
                </a:lnTo>
                <a:lnTo>
                  <a:pt x="984" y="391"/>
                </a:lnTo>
                <a:lnTo>
                  <a:pt x="983" y="391"/>
                </a:lnTo>
                <a:lnTo>
                  <a:pt x="982" y="391"/>
                </a:lnTo>
                <a:lnTo>
                  <a:pt x="979" y="393"/>
                </a:lnTo>
                <a:lnTo>
                  <a:pt x="977" y="394"/>
                </a:lnTo>
                <a:lnTo>
                  <a:pt x="976" y="394"/>
                </a:lnTo>
                <a:lnTo>
                  <a:pt x="976" y="393"/>
                </a:lnTo>
                <a:lnTo>
                  <a:pt x="975" y="393"/>
                </a:lnTo>
                <a:lnTo>
                  <a:pt x="974" y="394"/>
                </a:lnTo>
                <a:lnTo>
                  <a:pt x="975" y="395"/>
                </a:lnTo>
                <a:lnTo>
                  <a:pt x="974" y="397"/>
                </a:lnTo>
                <a:lnTo>
                  <a:pt x="973" y="397"/>
                </a:lnTo>
                <a:lnTo>
                  <a:pt x="973" y="398"/>
                </a:lnTo>
                <a:lnTo>
                  <a:pt x="972" y="398"/>
                </a:lnTo>
                <a:lnTo>
                  <a:pt x="972" y="399"/>
                </a:lnTo>
                <a:lnTo>
                  <a:pt x="972" y="400"/>
                </a:lnTo>
                <a:lnTo>
                  <a:pt x="971" y="400"/>
                </a:lnTo>
                <a:lnTo>
                  <a:pt x="971" y="401"/>
                </a:lnTo>
                <a:lnTo>
                  <a:pt x="969" y="401"/>
                </a:lnTo>
                <a:lnTo>
                  <a:pt x="969" y="402"/>
                </a:lnTo>
                <a:lnTo>
                  <a:pt x="968" y="402"/>
                </a:lnTo>
                <a:lnTo>
                  <a:pt x="968" y="403"/>
                </a:lnTo>
                <a:lnTo>
                  <a:pt x="967" y="403"/>
                </a:lnTo>
                <a:lnTo>
                  <a:pt x="966" y="404"/>
                </a:lnTo>
                <a:lnTo>
                  <a:pt x="964" y="404"/>
                </a:lnTo>
                <a:lnTo>
                  <a:pt x="961" y="406"/>
                </a:lnTo>
                <a:lnTo>
                  <a:pt x="961" y="407"/>
                </a:lnTo>
                <a:lnTo>
                  <a:pt x="963" y="408"/>
                </a:lnTo>
                <a:lnTo>
                  <a:pt x="964" y="408"/>
                </a:lnTo>
                <a:lnTo>
                  <a:pt x="964" y="410"/>
                </a:lnTo>
                <a:lnTo>
                  <a:pt x="965" y="412"/>
                </a:lnTo>
                <a:lnTo>
                  <a:pt x="965" y="415"/>
                </a:lnTo>
                <a:lnTo>
                  <a:pt x="965" y="416"/>
                </a:lnTo>
                <a:lnTo>
                  <a:pt x="964" y="417"/>
                </a:lnTo>
                <a:lnTo>
                  <a:pt x="963" y="417"/>
                </a:lnTo>
                <a:lnTo>
                  <a:pt x="961" y="421"/>
                </a:lnTo>
                <a:lnTo>
                  <a:pt x="961" y="422"/>
                </a:lnTo>
                <a:lnTo>
                  <a:pt x="960" y="423"/>
                </a:lnTo>
                <a:lnTo>
                  <a:pt x="959" y="424"/>
                </a:lnTo>
                <a:lnTo>
                  <a:pt x="958" y="424"/>
                </a:lnTo>
                <a:lnTo>
                  <a:pt x="958" y="425"/>
                </a:lnTo>
                <a:lnTo>
                  <a:pt x="958" y="427"/>
                </a:lnTo>
                <a:lnTo>
                  <a:pt x="957" y="428"/>
                </a:lnTo>
                <a:lnTo>
                  <a:pt x="957" y="427"/>
                </a:lnTo>
                <a:lnTo>
                  <a:pt x="956" y="426"/>
                </a:lnTo>
                <a:lnTo>
                  <a:pt x="955" y="426"/>
                </a:lnTo>
                <a:lnTo>
                  <a:pt x="954" y="426"/>
                </a:lnTo>
                <a:lnTo>
                  <a:pt x="953" y="426"/>
                </a:lnTo>
                <a:lnTo>
                  <a:pt x="953" y="427"/>
                </a:lnTo>
                <a:lnTo>
                  <a:pt x="953" y="428"/>
                </a:lnTo>
                <a:lnTo>
                  <a:pt x="951" y="429"/>
                </a:lnTo>
                <a:lnTo>
                  <a:pt x="949" y="431"/>
                </a:lnTo>
                <a:lnTo>
                  <a:pt x="948" y="431"/>
                </a:lnTo>
                <a:lnTo>
                  <a:pt x="947" y="431"/>
                </a:lnTo>
                <a:lnTo>
                  <a:pt x="946" y="431"/>
                </a:lnTo>
                <a:lnTo>
                  <a:pt x="945" y="430"/>
                </a:lnTo>
                <a:lnTo>
                  <a:pt x="944" y="430"/>
                </a:lnTo>
                <a:lnTo>
                  <a:pt x="942" y="432"/>
                </a:lnTo>
                <a:lnTo>
                  <a:pt x="941" y="432"/>
                </a:lnTo>
                <a:lnTo>
                  <a:pt x="941" y="433"/>
                </a:lnTo>
                <a:lnTo>
                  <a:pt x="942" y="433"/>
                </a:lnTo>
                <a:lnTo>
                  <a:pt x="943" y="434"/>
                </a:lnTo>
                <a:lnTo>
                  <a:pt x="943" y="433"/>
                </a:lnTo>
                <a:lnTo>
                  <a:pt x="943" y="434"/>
                </a:lnTo>
                <a:lnTo>
                  <a:pt x="944" y="434"/>
                </a:lnTo>
                <a:lnTo>
                  <a:pt x="946" y="436"/>
                </a:lnTo>
                <a:lnTo>
                  <a:pt x="948" y="437"/>
                </a:lnTo>
                <a:lnTo>
                  <a:pt x="949" y="438"/>
                </a:lnTo>
                <a:lnTo>
                  <a:pt x="950" y="437"/>
                </a:lnTo>
                <a:lnTo>
                  <a:pt x="951" y="437"/>
                </a:lnTo>
                <a:lnTo>
                  <a:pt x="951" y="438"/>
                </a:lnTo>
                <a:lnTo>
                  <a:pt x="951" y="439"/>
                </a:lnTo>
                <a:lnTo>
                  <a:pt x="952" y="439"/>
                </a:lnTo>
                <a:lnTo>
                  <a:pt x="951" y="439"/>
                </a:lnTo>
                <a:lnTo>
                  <a:pt x="952" y="441"/>
                </a:lnTo>
                <a:lnTo>
                  <a:pt x="952" y="442"/>
                </a:lnTo>
                <a:lnTo>
                  <a:pt x="954" y="443"/>
                </a:lnTo>
                <a:lnTo>
                  <a:pt x="956" y="443"/>
                </a:lnTo>
                <a:lnTo>
                  <a:pt x="957" y="444"/>
                </a:lnTo>
                <a:lnTo>
                  <a:pt x="957" y="445"/>
                </a:lnTo>
                <a:lnTo>
                  <a:pt x="957" y="446"/>
                </a:lnTo>
                <a:lnTo>
                  <a:pt x="957" y="447"/>
                </a:lnTo>
                <a:lnTo>
                  <a:pt x="957" y="448"/>
                </a:lnTo>
                <a:lnTo>
                  <a:pt x="956" y="449"/>
                </a:lnTo>
                <a:lnTo>
                  <a:pt x="957" y="450"/>
                </a:lnTo>
                <a:lnTo>
                  <a:pt x="959" y="449"/>
                </a:lnTo>
                <a:lnTo>
                  <a:pt x="960" y="448"/>
                </a:lnTo>
                <a:lnTo>
                  <a:pt x="960" y="447"/>
                </a:lnTo>
                <a:lnTo>
                  <a:pt x="961" y="446"/>
                </a:lnTo>
                <a:lnTo>
                  <a:pt x="962" y="445"/>
                </a:lnTo>
                <a:lnTo>
                  <a:pt x="962" y="446"/>
                </a:lnTo>
                <a:lnTo>
                  <a:pt x="965" y="445"/>
                </a:lnTo>
                <a:lnTo>
                  <a:pt x="965" y="444"/>
                </a:lnTo>
                <a:lnTo>
                  <a:pt x="964" y="444"/>
                </a:lnTo>
                <a:lnTo>
                  <a:pt x="965" y="443"/>
                </a:lnTo>
                <a:lnTo>
                  <a:pt x="965" y="444"/>
                </a:lnTo>
                <a:lnTo>
                  <a:pt x="965" y="446"/>
                </a:lnTo>
                <a:lnTo>
                  <a:pt x="965" y="447"/>
                </a:lnTo>
                <a:lnTo>
                  <a:pt x="966" y="447"/>
                </a:lnTo>
                <a:lnTo>
                  <a:pt x="970" y="446"/>
                </a:lnTo>
                <a:lnTo>
                  <a:pt x="971" y="445"/>
                </a:lnTo>
                <a:lnTo>
                  <a:pt x="971" y="441"/>
                </a:lnTo>
                <a:lnTo>
                  <a:pt x="969" y="441"/>
                </a:lnTo>
                <a:lnTo>
                  <a:pt x="968" y="440"/>
                </a:lnTo>
                <a:lnTo>
                  <a:pt x="968" y="439"/>
                </a:lnTo>
                <a:lnTo>
                  <a:pt x="969" y="439"/>
                </a:lnTo>
                <a:lnTo>
                  <a:pt x="971" y="438"/>
                </a:lnTo>
                <a:lnTo>
                  <a:pt x="972" y="439"/>
                </a:lnTo>
                <a:lnTo>
                  <a:pt x="973" y="438"/>
                </a:lnTo>
                <a:lnTo>
                  <a:pt x="975" y="436"/>
                </a:lnTo>
                <a:lnTo>
                  <a:pt x="975" y="435"/>
                </a:lnTo>
                <a:lnTo>
                  <a:pt x="977" y="434"/>
                </a:lnTo>
                <a:lnTo>
                  <a:pt x="978" y="433"/>
                </a:lnTo>
                <a:lnTo>
                  <a:pt x="979" y="433"/>
                </a:lnTo>
                <a:lnTo>
                  <a:pt x="980" y="433"/>
                </a:lnTo>
                <a:lnTo>
                  <a:pt x="981" y="432"/>
                </a:lnTo>
                <a:lnTo>
                  <a:pt x="981" y="430"/>
                </a:lnTo>
                <a:lnTo>
                  <a:pt x="983" y="427"/>
                </a:lnTo>
                <a:lnTo>
                  <a:pt x="985" y="427"/>
                </a:lnTo>
                <a:lnTo>
                  <a:pt x="985" y="428"/>
                </a:lnTo>
                <a:lnTo>
                  <a:pt x="987" y="428"/>
                </a:lnTo>
                <a:lnTo>
                  <a:pt x="988" y="428"/>
                </a:lnTo>
                <a:lnTo>
                  <a:pt x="989" y="427"/>
                </a:lnTo>
                <a:lnTo>
                  <a:pt x="990" y="426"/>
                </a:lnTo>
                <a:lnTo>
                  <a:pt x="993" y="424"/>
                </a:lnTo>
                <a:lnTo>
                  <a:pt x="995" y="424"/>
                </a:lnTo>
                <a:lnTo>
                  <a:pt x="996" y="424"/>
                </a:lnTo>
                <a:lnTo>
                  <a:pt x="998" y="422"/>
                </a:lnTo>
                <a:lnTo>
                  <a:pt x="999" y="422"/>
                </a:lnTo>
                <a:lnTo>
                  <a:pt x="1001" y="422"/>
                </a:lnTo>
                <a:lnTo>
                  <a:pt x="1002" y="422"/>
                </a:lnTo>
                <a:lnTo>
                  <a:pt x="1003" y="423"/>
                </a:lnTo>
                <a:lnTo>
                  <a:pt x="1003" y="424"/>
                </a:lnTo>
                <a:lnTo>
                  <a:pt x="1003" y="425"/>
                </a:lnTo>
                <a:lnTo>
                  <a:pt x="1002" y="425"/>
                </a:lnTo>
                <a:lnTo>
                  <a:pt x="1001" y="425"/>
                </a:lnTo>
                <a:lnTo>
                  <a:pt x="1001" y="426"/>
                </a:lnTo>
                <a:lnTo>
                  <a:pt x="1000" y="426"/>
                </a:lnTo>
                <a:lnTo>
                  <a:pt x="1000" y="427"/>
                </a:lnTo>
                <a:lnTo>
                  <a:pt x="999" y="429"/>
                </a:lnTo>
                <a:lnTo>
                  <a:pt x="998" y="429"/>
                </a:lnTo>
                <a:lnTo>
                  <a:pt x="998" y="433"/>
                </a:lnTo>
                <a:lnTo>
                  <a:pt x="998" y="434"/>
                </a:lnTo>
                <a:lnTo>
                  <a:pt x="1002" y="434"/>
                </a:lnTo>
                <a:lnTo>
                  <a:pt x="1003" y="434"/>
                </a:lnTo>
                <a:lnTo>
                  <a:pt x="1003" y="433"/>
                </a:lnTo>
                <a:lnTo>
                  <a:pt x="1004" y="433"/>
                </a:lnTo>
                <a:lnTo>
                  <a:pt x="1007" y="433"/>
                </a:lnTo>
                <a:lnTo>
                  <a:pt x="1009" y="434"/>
                </a:lnTo>
                <a:lnTo>
                  <a:pt x="1009" y="433"/>
                </a:lnTo>
                <a:lnTo>
                  <a:pt x="1010" y="431"/>
                </a:lnTo>
                <a:lnTo>
                  <a:pt x="1011" y="430"/>
                </a:lnTo>
                <a:lnTo>
                  <a:pt x="1012" y="430"/>
                </a:lnTo>
                <a:lnTo>
                  <a:pt x="1013" y="430"/>
                </a:lnTo>
                <a:lnTo>
                  <a:pt x="1014" y="429"/>
                </a:lnTo>
                <a:lnTo>
                  <a:pt x="1015" y="429"/>
                </a:lnTo>
                <a:lnTo>
                  <a:pt x="1016" y="428"/>
                </a:lnTo>
                <a:lnTo>
                  <a:pt x="1017" y="426"/>
                </a:lnTo>
                <a:lnTo>
                  <a:pt x="1017" y="424"/>
                </a:lnTo>
                <a:lnTo>
                  <a:pt x="1019" y="422"/>
                </a:lnTo>
                <a:lnTo>
                  <a:pt x="1019" y="421"/>
                </a:lnTo>
                <a:lnTo>
                  <a:pt x="1019" y="420"/>
                </a:lnTo>
                <a:lnTo>
                  <a:pt x="1020" y="420"/>
                </a:lnTo>
                <a:lnTo>
                  <a:pt x="1020" y="419"/>
                </a:lnTo>
                <a:lnTo>
                  <a:pt x="1021" y="419"/>
                </a:lnTo>
                <a:lnTo>
                  <a:pt x="1022" y="416"/>
                </a:lnTo>
                <a:lnTo>
                  <a:pt x="1024" y="415"/>
                </a:lnTo>
                <a:lnTo>
                  <a:pt x="1025" y="416"/>
                </a:lnTo>
                <a:lnTo>
                  <a:pt x="1025" y="418"/>
                </a:lnTo>
                <a:lnTo>
                  <a:pt x="1026" y="420"/>
                </a:lnTo>
                <a:lnTo>
                  <a:pt x="1026" y="421"/>
                </a:lnTo>
                <a:lnTo>
                  <a:pt x="1028" y="420"/>
                </a:lnTo>
                <a:lnTo>
                  <a:pt x="1029" y="420"/>
                </a:lnTo>
                <a:lnTo>
                  <a:pt x="1029" y="419"/>
                </a:lnTo>
                <a:lnTo>
                  <a:pt x="1031" y="419"/>
                </a:lnTo>
                <a:lnTo>
                  <a:pt x="1032" y="419"/>
                </a:lnTo>
                <a:lnTo>
                  <a:pt x="1034" y="418"/>
                </a:lnTo>
                <a:lnTo>
                  <a:pt x="1035" y="418"/>
                </a:lnTo>
                <a:lnTo>
                  <a:pt x="1036" y="418"/>
                </a:lnTo>
                <a:lnTo>
                  <a:pt x="1037" y="418"/>
                </a:lnTo>
                <a:lnTo>
                  <a:pt x="1038" y="418"/>
                </a:lnTo>
                <a:lnTo>
                  <a:pt x="1039" y="418"/>
                </a:lnTo>
                <a:lnTo>
                  <a:pt x="1039" y="417"/>
                </a:lnTo>
                <a:lnTo>
                  <a:pt x="1039" y="416"/>
                </a:lnTo>
                <a:lnTo>
                  <a:pt x="1039" y="415"/>
                </a:lnTo>
                <a:lnTo>
                  <a:pt x="1043" y="414"/>
                </a:lnTo>
                <a:lnTo>
                  <a:pt x="1043" y="415"/>
                </a:lnTo>
                <a:lnTo>
                  <a:pt x="1044" y="415"/>
                </a:lnTo>
                <a:lnTo>
                  <a:pt x="1045" y="416"/>
                </a:lnTo>
                <a:lnTo>
                  <a:pt x="1046" y="416"/>
                </a:lnTo>
                <a:lnTo>
                  <a:pt x="1046" y="415"/>
                </a:lnTo>
                <a:lnTo>
                  <a:pt x="1046" y="414"/>
                </a:lnTo>
                <a:lnTo>
                  <a:pt x="1047" y="414"/>
                </a:lnTo>
                <a:lnTo>
                  <a:pt x="1048" y="415"/>
                </a:lnTo>
                <a:lnTo>
                  <a:pt x="1048" y="416"/>
                </a:lnTo>
                <a:lnTo>
                  <a:pt x="1050" y="416"/>
                </a:lnTo>
                <a:lnTo>
                  <a:pt x="1050" y="414"/>
                </a:lnTo>
                <a:lnTo>
                  <a:pt x="1049" y="414"/>
                </a:lnTo>
                <a:lnTo>
                  <a:pt x="1050" y="414"/>
                </a:lnTo>
                <a:lnTo>
                  <a:pt x="1050" y="413"/>
                </a:lnTo>
                <a:lnTo>
                  <a:pt x="1051" y="413"/>
                </a:lnTo>
                <a:lnTo>
                  <a:pt x="1051" y="414"/>
                </a:lnTo>
                <a:lnTo>
                  <a:pt x="1052" y="414"/>
                </a:lnTo>
                <a:lnTo>
                  <a:pt x="1053" y="414"/>
                </a:lnTo>
                <a:lnTo>
                  <a:pt x="1054" y="414"/>
                </a:lnTo>
                <a:lnTo>
                  <a:pt x="1054" y="415"/>
                </a:lnTo>
                <a:lnTo>
                  <a:pt x="1057" y="420"/>
                </a:lnTo>
                <a:lnTo>
                  <a:pt x="1058" y="420"/>
                </a:lnTo>
                <a:lnTo>
                  <a:pt x="1060" y="419"/>
                </a:lnTo>
                <a:lnTo>
                  <a:pt x="1062" y="419"/>
                </a:lnTo>
                <a:lnTo>
                  <a:pt x="1062" y="418"/>
                </a:lnTo>
                <a:lnTo>
                  <a:pt x="1062" y="417"/>
                </a:lnTo>
                <a:lnTo>
                  <a:pt x="1063" y="417"/>
                </a:lnTo>
                <a:lnTo>
                  <a:pt x="1064" y="418"/>
                </a:lnTo>
                <a:lnTo>
                  <a:pt x="1064" y="421"/>
                </a:lnTo>
                <a:lnTo>
                  <a:pt x="1063" y="422"/>
                </a:lnTo>
                <a:lnTo>
                  <a:pt x="1062" y="425"/>
                </a:lnTo>
                <a:lnTo>
                  <a:pt x="1062" y="428"/>
                </a:lnTo>
                <a:lnTo>
                  <a:pt x="1063" y="429"/>
                </a:lnTo>
                <a:lnTo>
                  <a:pt x="1063" y="428"/>
                </a:lnTo>
                <a:lnTo>
                  <a:pt x="1066" y="428"/>
                </a:lnTo>
                <a:lnTo>
                  <a:pt x="1066" y="430"/>
                </a:lnTo>
                <a:lnTo>
                  <a:pt x="1066" y="431"/>
                </a:lnTo>
                <a:lnTo>
                  <a:pt x="1064" y="430"/>
                </a:lnTo>
                <a:lnTo>
                  <a:pt x="1062" y="430"/>
                </a:lnTo>
                <a:lnTo>
                  <a:pt x="1062" y="431"/>
                </a:lnTo>
                <a:lnTo>
                  <a:pt x="1061" y="431"/>
                </a:lnTo>
                <a:lnTo>
                  <a:pt x="1062" y="432"/>
                </a:lnTo>
                <a:lnTo>
                  <a:pt x="1063" y="432"/>
                </a:lnTo>
                <a:lnTo>
                  <a:pt x="1064" y="432"/>
                </a:lnTo>
                <a:lnTo>
                  <a:pt x="1065" y="432"/>
                </a:lnTo>
                <a:lnTo>
                  <a:pt x="1066" y="433"/>
                </a:lnTo>
                <a:lnTo>
                  <a:pt x="1067" y="434"/>
                </a:lnTo>
                <a:lnTo>
                  <a:pt x="1068" y="434"/>
                </a:lnTo>
                <a:lnTo>
                  <a:pt x="1068" y="433"/>
                </a:lnTo>
                <a:lnTo>
                  <a:pt x="1068" y="432"/>
                </a:lnTo>
                <a:lnTo>
                  <a:pt x="1069" y="432"/>
                </a:lnTo>
                <a:lnTo>
                  <a:pt x="1068" y="431"/>
                </a:lnTo>
                <a:lnTo>
                  <a:pt x="1067" y="431"/>
                </a:lnTo>
                <a:lnTo>
                  <a:pt x="1067" y="430"/>
                </a:lnTo>
                <a:lnTo>
                  <a:pt x="1068" y="429"/>
                </a:lnTo>
                <a:lnTo>
                  <a:pt x="1068" y="428"/>
                </a:lnTo>
                <a:lnTo>
                  <a:pt x="1069" y="428"/>
                </a:lnTo>
                <a:lnTo>
                  <a:pt x="1074" y="430"/>
                </a:lnTo>
                <a:lnTo>
                  <a:pt x="1074" y="431"/>
                </a:lnTo>
                <a:lnTo>
                  <a:pt x="1073" y="432"/>
                </a:lnTo>
                <a:lnTo>
                  <a:pt x="1073" y="435"/>
                </a:lnTo>
                <a:lnTo>
                  <a:pt x="1074" y="439"/>
                </a:lnTo>
                <a:lnTo>
                  <a:pt x="1075" y="440"/>
                </a:lnTo>
                <a:lnTo>
                  <a:pt x="1077" y="441"/>
                </a:lnTo>
                <a:lnTo>
                  <a:pt x="1078" y="441"/>
                </a:lnTo>
                <a:lnTo>
                  <a:pt x="1078" y="442"/>
                </a:lnTo>
                <a:lnTo>
                  <a:pt x="1078" y="444"/>
                </a:lnTo>
                <a:lnTo>
                  <a:pt x="1078" y="445"/>
                </a:lnTo>
                <a:lnTo>
                  <a:pt x="1077" y="446"/>
                </a:lnTo>
                <a:lnTo>
                  <a:pt x="1076" y="446"/>
                </a:lnTo>
                <a:lnTo>
                  <a:pt x="1076" y="447"/>
                </a:lnTo>
                <a:lnTo>
                  <a:pt x="1075" y="447"/>
                </a:lnTo>
                <a:lnTo>
                  <a:pt x="1075" y="449"/>
                </a:lnTo>
                <a:lnTo>
                  <a:pt x="1076" y="449"/>
                </a:lnTo>
                <a:lnTo>
                  <a:pt x="1077" y="449"/>
                </a:lnTo>
                <a:lnTo>
                  <a:pt x="1079" y="449"/>
                </a:lnTo>
                <a:lnTo>
                  <a:pt x="1079" y="451"/>
                </a:lnTo>
                <a:lnTo>
                  <a:pt x="1080" y="452"/>
                </a:lnTo>
                <a:lnTo>
                  <a:pt x="1081" y="453"/>
                </a:lnTo>
                <a:lnTo>
                  <a:pt x="1082" y="453"/>
                </a:lnTo>
                <a:lnTo>
                  <a:pt x="1082" y="454"/>
                </a:lnTo>
                <a:lnTo>
                  <a:pt x="1081" y="455"/>
                </a:lnTo>
                <a:lnTo>
                  <a:pt x="1081" y="456"/>
                </a:lnTo>
                <a:lnTo>
                  <a:pt x="1080" y="456"/>
                </a:lnTo>
                <a:lnTo>
                  <a:pt x="1079" y="456"/>
                </a:lnTo>
                <a:lnTo>
                  <a:pt x="1078" y="456"/>
                </a:lnTo>
                <a:lnTo>
                  <a:pt x="1077" y="457"/>
                </a:lnTo>
                <a:lnTo>
                  <a:pt x="1077" y="458"/>
                </a:lnTo>
                <a:lnTo>
                  <a:pt x="1077" y="459"/>
                </a:lnTo>
                <a:lnTo>
                  <a:pt x="1078" y="460"/>
                </a:lnTo>
                <a:lnTo>
                  <a:pt x="1077" y="460"/>
                </a:lnTo>
                <a:lnTo>
                  <a:pt x="1075" y="460"/>
                </a:lnTo>
                <a:lnTo>
                  <a:pt x="1075" y="459"/>
                </a:lnTo>
                <a:lnTo>
                  <a:pt x="1074" y="459"/>
                </a:lnTo>
                <a:lnTo>
                  <a:pt x="1074" y="458"/>
                </a:lnTo>
                <a:lnTo>
                  <a:pt x="1073" y="458"/>
                </a:lnTo>
                <a:lnTo>
                  <a:pt x="1072" y="459"/>
                </a:lnTo>
                <a:lnTo>
                  <a:pt x="1070" y="461"/>
                </a:lnTo>
                <a:lnTo>
                  <a:pt x="1070" y="462"/>
                </a:lnTo>
                <a:lnTo>
                  <a:pt x="1069" y="462"/>
                </a:lnTo>
                <a:lnTo>
                  <a:pt x="1069" y="463"/>
                </a:lnTo>
                <a:lnTo>
                  <a:pt x="1066" y="464"/>
                </a:lnTo>
                <a:lnTo>
                  <a:pt x="1064" y="465"/>
                </a:lnTo>
                <a:lnTo>
                  <a:pt x="1061" y="467"/>
                </a:lnTo>
                <a:lnTo>
                  <a:pt x="1060" y="468"/>
                </a:lnTo>
                <a:lnTo>
                  <a:pt x="1060" y="469"/>
                </a:lnTo>
                <a:lnTo>
                  <a:pt x="1060" y="473"/>
                </a:lnTo>
                <a:lnTo>
                  <a:pt x="1060" y="474"/>
                </a:lnTo>
                <a:lnTo>
                  <a:pt x="1061" y="474"/>
                </a:lnTo>
                <a:lnTo>
                  <a:pt x="1062" y="474"/>
                </a:lnTo>
                <a:lnTo>
                  <a:pt x="1063" y="472"/>
                </a:lnTo>
                <a:lnTo>
                  <a:pt x="1064" y="472"/>
                </a:lnTo>
                <a:lnTo>
                  <a:pt x="1064" y="471"/>
                </a:lnTo>
                <a:lnTo>
                  <a:pt x="1063" y="471"/>
                </a:lnTo>
                <a:lnTo>
                  <a:pt x="1064" y="471"/>
                </a:lnTo>
                <a:lnTo>
                  <a:pt x="1064" y="470"/>
                </a:lnTo>
                <a:lnTo>
                  <a:pt x="1065" y="470"/>
                </a:lnTo>
                <a:lnTo>
                  <a:pt x="1065" y="469"/>
                </a:lnTo>
                <a:lnTo>
                  <a:pt x="1066" y="468"/>
                </a:lnTo>
                <a:lnTo>
                  <a:pt x="1066" y="467"/>
                </a:lnTo>
                <a:lnTo>
                  <a:pt x="1066" y="466"/>
                </a:lnTo>
                <a:lnTo>
                  <a:pt x="1067" y="466"/>
                </a:lnTo>
                <a:lnTo>
                  <a:pt x="1067" y="465"/>
                </a:lnTo>
                <a:lnTo>
                  <a:pt x="1068" y="465"/>
                </a:lnTo>
                <a:lnTo>
                  <a:pt x="1068" y="466"/>
                </a:lnTo>
                <a:lnTo>
                  <a:pt x="1069" y="466"/>
                </a:lnTo>
                <a:lnTo>
                  <a:pt x="1070" y="466"/>
                </a:lnTo>
                <a:lnTo>
                  <a:pt x="1069" y="467"/>
                </a:lnTo>
                <a:lnTo>
                  <a:pt x="1070" y="468"/>
                </a:lnTo>
                <a:lnTo>
                  <a:pt x="1071" y="469"/>
                </a:lnTo>
                <a:lnTo>
                  <a:pt x="1071" y="468"/>
                </a:lnTo>
                <a:lnTo>
                  <a:pt x="1072" y="468"/>
                </a:lnTo>
                <a:lnTo>
                  <a:pt x="1073" y="469"/>
                </a:lnTo>
                <a:lnTo>
                  <a:pt x="1074" y="469"/>
                </a:lnTo>
                <a:lnTo>
                  <a:pt x="1075" y="470"/>
                </a:lnTo>
                <a:lnTo>
                  <a:pt x="1074" y="470"/>
                </a:lnTo>
                <a:lnTo>
                  <a:pt x="1074" y="471"/>
                </a:lnTo>
                <a:lnTo>
                  <a:pt x="1074" y="473"/>
                </a:lnTo>
                <a:lnTo>
                  <a:pt x="1074" y="474"/>
                </a:lnTo>
                <a:lnTo>
                  <a:pt x="1075" y="474"/>
                </a:lnTo>
                <a:lnTo>
                  <a:pt x="1075" y="475"/>
                </a:lnTo>
                <a:lnTo>
                  <a:pt x="1074" y="476"/>
                </a:lnTo>
                <a:lnTo>
                  <a:pt x="1074" y="477"/>
                </a:lnTo>
                <a:lnTo>
                  <a:pt x="1073" y="478"/>
                </a:lnTo>
                <a:lnTo>
                  <a:pt x="1072" y="479"/>
                </a:lnTo>
                <a:lnTo>
                  <a:pt x="1072" y="480"/>
                </a:lnTo>
                <a:lnTo>
                  <a:pt x="1072" y="483"/>
                </a:lnTo>
                <a:lnTo>
                  <a:pt x="1072" y="484"/>
                </a:lnTo>
                <a:lnTo>
                  <a:pt x="1075" y="486"/>
                </a:lnTo>
                <a:lnTo>
                  <a:pt x="1077" y="489"/>
                </a:lnTo>
                <a:lnTo>
                  <a:pt x="1076" y="490"/>
                </a:lnTo>
                <a:lnTo>
                  <a:pt x="1076" y="494"/>
                </a:lnTo>
                <a:lnTo>
                  <a:pt x="1077" y="494"/>
                </a:lnTo>
                <a:lnTo>
                  <a:pt x="1077" y="496"/>
                </a:lnTo>
                <a:lnTo>
                  <a:pt x="1076" y="496"/>
                </a:lnTo>
                <a:lnTo>
                  <a:pt x="1075" y="496"/>
                </a:lnTo>
                <a:lnTo>
                  <a:pt x="1074" y="496"/>
                </a:lnTo>
                <a:lnTo>
                  <a:pt x="1073" y="496"/>
                </a:lnTo>
                <a:lnTo>
                  <a:pt x="1073" y="494"/>
                </a:lnTo>
                <a:lnTo>
                  <a:pt x="1074" y="494"/>
                </a:lnTo>
                <a:lnTo>
                  <a:pt x="1074" y="493"/>
                </a:lnTo>
                <a:lnTo>
                  <a:pt x="1074" y="492"/>
                </a:lnTo>
                <a:lnTo>
                  <a:pt x="1072" y="492"/>
                </a:lnTo>
                <a:lnTo>
                  <a:pt x="1071" y="492"/>
                </a:lnTo>
                <a:lnTo>
                  <a:pt x="1071" y="493"/>
                </a:lnTo>
                <a:lnTo>
                  <a:pt x="1071" y="494"/>
                </a:lnTo>
                <a:lnTo>
                  <a:pt x="1069" y="494"/>
                </a:lnTo>
                <a:lnTo>
                  <a:pt x="1069" y="493"/>
                </a:lnTo>
                <a:lnTo>
                  <a:pt x="1069" y="492"/>
                </a:lnTo>
                <a:lnTo>
                  <a:pt x="1067" y="492"/>
                </a:lnTo>
                <a:lnTo>
                  <a:pt x="1066" y="492"/>
                </a:lnTo>
                <a:lnTo>
                  <a:pt x="1066" y="493"/>
                </a:lnTo>
                <a:lnTo>
                  <a:pt x="1066" y="494"/>
                </a:lnTo>
                <a:lnTo>
                  <a:pt x="1065" y="494"/>
                </a:lnTo>
                <a:lnTo>
                  <a:pt x="1064" y="494"/>
                </a:lnTo>
                <a:lnTo>
                  <a:pt x="1062" y="494"/>
                </a:lnTo>
                <a:lnTo>
                  <a:pt x="1061" y="496"/>
                </a:lnTo>
                <a:lnTo>
                  <a:pt x="1060" y="496"/>
                </a:lnTo>
                <a:lnTo>
                  <a:pt x="1059" y="497"/>
                </a:lnTo>
                <a:lnTo>
                  <a:pt x="1056" y="498"/>
                </a:lnTo>
                <a:lnTo>
                  <a:pt x="1056" y="499"/>
                </a:lnTo>
                <a:lnTo>
                  <a:pt x="1057" y="499"/>
                </a:lnTo>
                <a:lnTo>
                  <a:pt x="1058" y="500"/>
                </a:lnTo>
                <a:lnTo>
                  <a:pt x="1058" y="501"/>
                </a:lnTo>
                <a:lnTo>
                  <a:pt x="1058" y="502"/>
                </a:lnTo>
                <a:lnTo>
                  <a:pt x="1057" y="503"/>
                </a:lnTo>
                <a:lnTo>
                  <a:pt x="1056" y="502"/>
                </a:lnTo>
                <a:lnTo>
                  <a:pt x="1055" y="501"/>
                </a:lnTo>
                <a:lnTo>
                  <a:pt x="1054" y="501"/>
                </a:lnTo>
                <a:lnTo>
                  <a:pt x="1052" y="501"/>
                </a:lnTo>
                <a:lnTo>
                  <a:pt x="1051" y="501"/>
                </a:lnTo>
                <a:lnTo>
                  <a:pt x="1051" y="502"/>
                </a:lnTo>
                <a:lnTo>
                  <a:pt x="1052" y="502"/>
                </a:lnTo>
                <a:lnTo>
                  <a:pt x="1053" y="503"/>
                </a:lnTo>
                <a:lnTo>
                  <a:pt x="1053" y="504"/>
                </a:lnTo>
                <a:lnTo>
                  <a:pt x="1050" y="506"/>
                </a:lnTo>
                <a:lnTo>
                  <a:pt x="1048" y="506"/>
                </a:lnTo>
                <a:lnTo>
                  <a:pt x="1044" y="507"/>
                </a:lnTo>
                <a:lnTo>
                  <a:pt x="1042" y="506"/>
                </a:lnTo>
                <a:lnTo>
                  <a:pt x="1040" y="506"/>
                </a:lnTo>
                <a:lnTo>
                  <a:pt x="1039" y="505"/>
                </a:lnTo>
                <a:lnTo>
                  <a:pt x="1038" y="505"/>
                </a:lnTo>
                <a:lnTo>
                  <a:pt x="1038" y="506"/>
                </a:lnTo>
                <a:lnTo>
                  <a:pt x="1038" y="507"/>
                </a:lnTo>
                <a:lnTo>
                  <a:pt x="1037" y="507"/>
                </a:lnTo>
                <a:lnTo>
                  <a:pt x="1035" y="507"/>
                </a:lnTo>
                <a:lnTo>
                  <a:pt x="1034" y="507"/>
                </a:lnTo>
                <a:lnTo>
                  <a:pt x="1034" y="508"/>
                </a:lnTo>
                <a:lnTo>
                  <a:pt x="1034" y="509"/>
                </a:lnTo>
                <a:lnTo>
                  <a:pt x="1035" y="509"/>
                </a:lnTo>
                <a:lnTo>
                  <a:pt x="1035" y="510"/>
                </a:lnTo>
                <a:lnTo>
                  <a:pt x="1035" y="511"/>
                </a:lnTo>
                <a:lnTo>
                  <a:pt x="1036" y="511"/>
                </a:lnTo>
                <a:lnTo>
                  <a:pt x="1036" y="512"/>
                </a:lnTo>
                <a:lnTo>
                  <a:pt x="1037" y="512"/>
                </a:lnTo>
                <a:lnTo>
                  <a:pt x="1037" y="513"/>
                </a:lnTo>
                <a:lnTo>
                  <a:pt x="1037" y="514"/>
                </a:lnTo>
                <a:lnTo>
                  <a:pt x="1037" y="515"/>
                </a:lnTo>
                <a:lnTo>
                  <a:pt x="1038" y="515"/>
                </a:lnTo>
                <a:lnTo>
                  <a:pt x="1040" y="516"/>
                </a:lnTo>
                <a:lnTo>
                  <a:pt x="1042" y="516"/>
                </a:lnTo>
                <a:lnTo>
                  <a:pt x="1043" y="517"/>
                </a:lnTo>
                <a:lnTo>
                  <a:pt x="1043" y="518"/>
                </a:lnTo>
                <a:lnTo>
                  <a:pt x="1044" y="518"/>
                </a:lnTo>
                <a:lnTo>
                  <a:pt x="1046" y="517"/>
                </a:lnTo>
                <a:lnTo>
                  <a:pt x="1048" y="518"/>
                </a:lnTo>
                <a:lnTo>
                  <a:pt x="1048" y="519"/>
                </a:lnTo>
                <a:lnTo>
                  <a:pt x="1050" y="520"/>
                </a:lnTo>
                <a:lnTo>
                  <a:pt x="1051" y="521"/>
                </a:lnTo>
                <a:lnTo>
                  <a:pt x="1051" y="522"/>
                </a:lnTo>
                <a:lnTo>
                  <a:pt x="1051" y="523"/>
                </a:lnTo>
                <a:lnTo>
                  <a:pt x="1053" y="525"/>
                </a:lnTo>
                <a:lnTo>
                  <a:pt x="1054" y="527"/>
                </a:lnTo>
                <a:lnTo>
                  <a:pt x="1054" y="529"/>
                </a:lnTo>
                <a:lnTo>
                  <a:pt x="1054" y="530"/>
                </a:lnTo>
                <a:lnTo>
                  <a:pt x="1054" y="533"/>
                </a:lnTo>
                <a:lnTo>
                  <a:pt x="1055" y="533"/>
                </a:lnTo>
                <a:lnTo>
                  <a:pt x="1056" y="533"/>
                </a:lnTo>
                <a:lnTo>
                  <a:pt x="1056" y="535"/>
                </a:lnTo>
                <a:lnTo>
                  <a:pt x="1056" y="536"/>
                </a:lnTo>
                <a:lnTo>
                  <a:pt x="1056" y="537"/>
                </a:lnTo>
                <a:lnTo>
                  <a:pt x="1057" y="537"/>
                </a:lnTo>
                <a:lnTo>
                  <a:pt x="1058" y="539"/>
                </a:lnTo>
                <a:lnTo>
                  <a:pt x="1058" y="540"/>
                </a:lnTo>
                <a:lnTo>
                  <a:pt x="1057" y="541"/>
                </a:lnTo>
                <a:lnTo>
                  <a:pt x="1055" y="542"/>
                </a:lnTo>
                <a:lnTo>
                  <a:pt x="1054" y="542"/>
                </a:lnTo>
                <a:lnTo>
                  <a:pt x="1053" y="543"/>
                </a:lnTo>
                <a:lnTo>
                  <a:pt x="1052" y="544"/>
                </a:lnTo>
                <a:lnTo>
                  <a:pt x="1053" y="545"/>
                </a:lnTo>
                <a:lnTo>
                  <a:pt x="1053" y="546"/>
                </a:lnTo>
                <a:lnTo>
                  <a:pt x="1054" y="546"/>
                </a:lnTo>
                <a:lnTo>
                  <a:pt x="1055" y="548"/>
                </a:lnTo>
                <a:lnTo>
                  <a:pt x="1054" y="549"/>
                </a:lnTo>
                <a:lnTo>
                  <a:pt x="1052" y="550"/>
                </a:lnTo>
                <a:lnTo>
                  <a:pt x="1050" y="552"/>
                </a:lnTo>
                <a:lnTo>
                  <a:pt x="1050" y="553"/>
                </a:lnTo>
                <a:lnTo>
                  <a:pt x="1051" y="554"/>
                </a:lnTo>
                <a:lnTo>
                  <a:pt x="1051" y="555"/>
                </a:lnTo>
                <a:lnTo>
                  <a:pt x="1052" y="555"/>
                </a:lnTo>
                <a:lnTo>
                  <a:pt x="1052" y="554"/>
                </a:lnTo>
                <a:lnTo>
                  <a:pt x="1053" y="554"/>
                </a:lnTo>
                <a:lnTo>
                  <a:pt x="1054" y="555"/>
                </a:lnTo>
                <a:lnTo>
                  <a:pt x="1053" y="556"/>
                </a:lnTo>
                <a:lnTo>
                  <a:pt x="1053" y="557"/>
                </a:lnTo>
                <a:lnTo>
                  <a:pt x="1050" y="559"/>
                </a:lnTo>
                <a:lnTo>
                  <a:pt x="1048" y="559"/>
                </a:lnTo>
                <a:lnTo>
                  <a:pt x="1047" y="560"/>
                </a:lnTo>
                <a:lnTo>
                  <a:pt x="1047" y="561"/>
                </a:lnTo>
                <a:lnTo>
                  <a:pt x="1046" y="561"/>
                </a:lnTo>
                <a:lnTo>
                  <a:pt x="1045" y="562"/>
                </a:lnTo>
                <a:lnTo>
                  <a:pt x="1044" y="562"/>
                </a:lnTo>
                <a:lnTo>
                  <a:pt x="1044" y="563"/>
                </a:lnTo>
                <a:lnTo>
                  <a:pt x="1044" y="564"/>
                </a:lnTo>
                <a:lnTo>
                  <a:pt x="1043" y="565"/>
                </a:lnTo>
                <a:lnTo>
                  <a:pt x="1043" y="566"/>
                </a:lnTo>
                <a:lnTo>
                  <a:pt x="1042" y="567"/>
                </a:lnTo>
                <a:lnTo>
                  <a:pt x="1042" y="568"/>
                </a:lnTo>
                <a:lnTo>
                  <a:pt x="1042" y="569"/>
                </a:lnTo>
                <a:lnTo>
                  <a:pt x="1042" y="571"/>
                </a:lnTo>
                <a:lnTo>
                  <a:pt x="1040" y="571"/>
                </a:lnTo>
                <a:lnTo>
                  <a:pt x="1039" y="574"/>
                </a:lnTo>
                <a:lnTo>
                  <a:pt x="1039" y="576"/>
                </a:lnTo>
                <a:lnTo>
                  <a:pt x="1040" y="579"/>
                </a:lnTo>
                <a:lnTo>
                  <a:pt x="1039" y="580"/>
                </a:lnTo>
                <a:lnTo>
                  <a:pt x="1038" y="580"/>
                </a:lnTo>
                <a:lnTo>
                  <a:pt x="1037" y="580"/>
                </a:lnTo>
                <a:lnTo>
                  <a:pt x="1035" y="581"/>
                </a:lnTo>
                <a:lnTo>
                  <a:pt x="1035" y="583"/>
                </a:lnTo>
                <a:lnTo>
                  <a:pt x="1035" y="584"/>
                </a:lnTo>
                <a:lnTo>
                  <a:pt x="1036" y="585"/>
                </a:lnTo>
                <a:lnTo>
                  <a:pt x="1036" y="587"/>
                </a:lnTo>
                <a:lnTo>
                  <a:pt x="1037" y="587"/>
                </a:lnTo>
                <a:lnTo>
                  <a:pt x="1037" y="588"/>
                </a:lnTo>
                <a:lnTo>
                  <a:pt x="1036" y="589"/>
                </a:lnTo>
                <a:lnTo>
                  <a:pt x="1036" y="590"/>
                </a:lnTo>
                <a:lnTo>
                  <a:pt x="1037" y="590"/>
                </a:lnTo>
                <a:lnTo>
                  <a:pt x="1038" y="591"/>
                </a:lnTo>
                <a:lnTo>
                  <a:pt x="1039" y="590"/>
                </a:lnTo>
                <a:lnTo>
                  <a:pt x="1041" y="591"/>
                </a:lnTo>
                <a:lnTo>
                  <a:pt x="1042" y="591"/>
                </a:lnTo>
                <a:lnTo>
                  <a:pt x="1044" y="591"/>
                </a:lnTo>
                <a:lnTo>
                  <a:pt x="1045" y="591"/>
                </a:lnTo>
                <a:lnTo>
                  <a:pt x="1047" y="594"/>
                </a:lnTo>
                <a:lnTo>
                  <a:pt x="1047" y="595"/>
                </a:lnTo>
                <a:lnTo>
                  <a:pt x="1048" y="596"/>
                </a:lnTo>
                <a:lnTo>
                  <a:pt x="1048" y="597"/>
                </a:lnTo>
                <a:lnTo>
                  <a:pt x="1050" y="596"/>
                </a:lnTo>
                <a:lnTo>
                  <a:pt x="1052" y="594"/>
                </a:lnTo>
                <a:lnTo>
                  <a:pt x="1054" y="593"/>
                </a:lnTo>
                <a:lnTo>
                  <a:pt x="1056" y="592"/>
                </a:lnTo>
                <a:lnTo>
                  <a:pt x="1062" y="591"/>
                </a:lnTo>
                <a:lnTo>
                  <a:pt x="1064" y="591"/>
                </a:lnTo>
                <a:lnTo>
                  <a:pt x="1065" y="591"/>
                </a:lnTo>
                <a:lnTo>
                  <a:pt x="1066" y="590"/>
                </a:lnTo>
                <a:lnTo>
                  <a:pt x="1066" y="589"/>
                </a:lnTo>
                <a:lnTo>
                  <a:pt x="1067" y="589"/>
                </a:lnTo>
                <a:lnTo>
                  <a:pt x="1066" y="588"/>
                </a:lnTo>
                <a:lnTo>
                  <a:pt x="1067" y="587"/>
                </a:lnTo>
                <a:lnTo>
                  <a:pt x="1068" y="586"/>
                </a:lnTo>
                <a:lnTo>
                  <a:pt x="1069" y="585"/>
                </a:lnTo>
                <a:lnTo>
                  <a:pt x="1070" y="585"/>
                </a:lnTo>
                <a:lnTo>
                  <a:pt x="1071" y="585"/>
                </a:lnTo>
                <a:lnTo>
                  <a:pt x="1072" y="586"/>
                </a:lnTo>
                <a:lnTo>
                  <a:pt x="1072" y="587"/>
                </a:lnTo>
                <a:lnTo>
                  <a:pt x="1072" y="588"/>
                </a:lnTo>
                <a:lnTo>
                  <a:pt x="1072" y="589"/>
                </a:lnTo>
                <a:lnTo>
                  <a:pt x="1072" y="588"/>
                </a:lnTo>
                <a:lnTo>
                  <a:pt x="1072" y="589"/>
                </a:lnTo>
                <a:lnTo>
                  <a:pt x="1071" y="589"/>
                </a:lnTo>
                <a:lnTo>
                  <a:pt x="1070" y="591"/>
                </a:lnTo>
                <a:lnTo>
                  <a:pt x="1069" y="593"/>
                </a:lnTo>
                <a:lnTo>
                  <a:pt x="1069" y="594"/>
                </a:lnTo>
                <a:lnTo>
                  <a:pt x="1068" y="596"/>
                </a:lnTo>
                <a:lnTo>
                  <a:pt x="1068" y="597"/>
                </a:lnTo>
                <a:lnTo>
                  <a:pt x="1067" y="598"/>
                </a:lnTo>
                <a:lnTo>
                  <a:pt x="1066" y="599"/>
                </a:lnTo>
                <a:lnTo>
                  <a:pt x="1066" y="600"/>
                </a:lnTo>
                <a:lnTo>
                  <a:pt x="1067" y="601"/>
                </a:lnTo>
                <a:lnTo>
                  <a:pt x="1068" y="601"/>
                </a:lnTo>
                <a:lnTo>
                  <a:pt x="1069" y="603"/>
                </a:lnTo>
                <a:lnTo>
                  <a:pt x="1069" y="604"/>
                </a:lnTo>
                <a:lnTo>
                  <a:pt x="1069" y="605"/>
                </a:lnTo>
                <a:lnTo>
                  <a:pt x="1069" y="606"/>
                </a:lnTo>
                <a:lnTo>
                  <a:pt x="1069" y="607"/>
                </a:lnTo>
                <a:lnTo>
                  <a:pt x="1070" y="607"/>
                </a:lnTo>
                <a:lnTo>
                  <a:pt x="1071" y="607"/>
                </a:lnTo>
                <a:lnTo>
                  <a:pt x="1071" y="606"/>
                </a:lnTo>
                <a:lnTo>
                  <a:pt x="1072" y="607"/>
                </a:lnTo>
                <a:lnTo>
                  <a:pt x="1073" y="608"/>
                </a:lnTo>
                <a:lnTo>
                  <a:pt x="1072" y="609"/>
                </a:lnTo>
                <a:lnTo>
                  <a:pt x="1071" y="609"/>
                </a:lnTo>
                <a:lnTo>
                  <a:pt x="1070" y="609"/>
                </a:lnTo>
                <a:lnTo>
                  <a:pt x="1070" y="610"/>
                </a:lnTo>
                <a:lnTo>
                  <a:pt x="1071" y="611"/>
                </a:lnTo>
                <a:lnTo>
                  <a:pt x="1071" y="612"/>
                </a:lnTo>
                <a:lnTo>
                  <a:pt x="1072" y="612"/>
                </a:lnTo>
                <a:lnTo>
                  <a:pt x="1072" y="613"/>
                </a:lnTo>
                <a:lnTo>
                  <a:pt x="1073" y="614"/>
                </a:lnTo>
                <a:lnTo>
                  <a:pt x="1073" y="615"/>
                </a:lnTo>
                <a:lnTo>
                  <a:pt x="1072" y="615"/>
                </a:lnTo>
                <a:lnTo>
                  <a:pt x="1072" y="616"/>
                </a:lnTo>
                <a:lnTo>
                  <a:pt x="1073" y="619"/>
                </a:lnTo>
                <a:lnTo>
                  <a:pt x="1074" y="619"/>
                </a:lnTo>
                <a:lnTo>
                  <a:pt x="1076" y="619"/>
                </a:lnTo>
                <a:lnTo>
                  <a:pt x="1077" y="618"/>
                </a:lnTo>
                <a:lnTo>
                  <a:pt x="1078" y="619"/>
                </a:lnTo>
                <a:lnTo>
                  <a:pt x="1079" y="621"/>
                </a:lnTo>
                <a:lnTo>
                  <a:pt x="1080" y="622"/>
                </a:lnTo>
                <a:lnTo>
                  <a:pt x="1081" y="622"/>
                </a:lnTo>
                <a:lnTo>
                  <a:pt x="1081" y="625"/>
                </a:lnTo>
                <a:lnTo>
                  <a:pt x="1080" y="626"/>
                </a:lnTo>
                <a:lnTo>
                  <a:pt x="1079" y="628"/>
                </a:lnTo>
                <a:lnTo>
                  <a:pt x="1078" y="629"/>
                </a:lnTo>
                <a:lnTo>
                  <a:pt x="1077" y="629"/>
                </a:lnTo>
                <a:lnTo>
                  <a:pt x="1076" y="629"/>
                </a:lnTo>
                <a:lnTo>
                  <a:pt x="1074" y="629"/>
                </a:lnTo>
                <a:lnTo>
                  <a:pt x="1073" y="630"/>
                </a:lnTo>
                <a:lnTo>
                  <a:pt x="1072" y="630"/>
                </a:lnTo>
                <a:lnTo>
                  <a:pt x="1071" y="630"/>
                </a:lnTo>
                <a:lnTo>
                  <a:pt x="1070" y="629"/>
                </a:lnTo>
                <a:lnTo>
                  <a:pt x="1069" y="629"/>
                </a:lnTo>
                <a:lnTo>
                  <a:pt x="1069" y="634"/>
                </a:lnTo>
                <a:lnTo>
                  <a:pt x="1070" y="636"/>
                </a:lnTo>
                <a:lnTo>
                  <a:pt x="1070" y="637"/>
                </a:lnTo>
                <a:lnTo>
                  <a:pt x="1070" y="638"/>
                </a:lnTo>
                <a:lnTo>
                  <a:pt x="1072" y="639"/>
                </a:lnTo>
                <a:lnTo>
                  <a:pt x="1074" y="639"/>
                </a:lnTo>
                <a:lnTo>
                  <a:pt x="1075" y="640"/>
                </a:lnTo>
                <a:lnTo>
                  <a:pt x="1075" y="641"/>
                </a:lnTo>
                <a:lnTo>
                  <a:pt x="1075" y="642"/>
                </a:lnTo>
                <a:lnTo>
                  <a:pt x="1076" y="643"/>
                </a:lnTo>
                <a:lnTo>
                  <a:pt x="1076" y="644"/>
                </a:lnTo>
                <a:lnTo>
                  <a:pt x="1076" y="646"/>
                </a:lnTo>
                <a:lnTo>
                  <a:pt x="1075" y="647"/>
                </a:lnTo>
                <a:lnTo>
                  <a:pt x="1074" y="648"/>
                </a:lnTo>
                <a:lnTo>
                  <a:pt x="1073" y="649"/>
                </a:lnTo>
                <a:lnTo>
                  <a:pt x="1072" y="649"/>
                </a:lnTo>
                <a:lnTo>
                  <a:pt x="1072" y="650"/>
                </a:lnTo>
                <a:lnTo>
                  <a:pt x="1073" y="650"/>
                </a:lnTo>
                <a:lnTo>
                  <a:pt x="1072" y="651"/>
                </a:lnTo>
                <a:lnTo>
                  <a:pt x="1071" y="652"/>
                </a:lnTo>
                <a:lnTo>
                  <a:pt x="1070" y="652"/>
                </a:lnTo>
                <a:lnTo>
                  <a:pt x="1069" y="652"/>
                </a:lnTo>
                <a:lnTo>
                  <a:pt x="1067" y="654"/>
                </a:lnTo>
                <a:lnTo>
                  <a:pt x="1067" y="655"/>
                </a:lnTo>
                <a:lnTo>
                  <a:pt x="1066" y="655"/>
                </a:lnTo>
                <a:lnTo>
                  <a:pt x="1066" y="656"/>
                </a:lnTo>
                <a:lnTo>
                  <a:pt x="1065" y="656"/>
                </a:lnTo>
                <a:lnTo>
                  <a:pt x="1063" y="656"/>
                </a:lnTo>
                <a:lnTo>
                  <a:pt x="1062" y="657"/>
                </a:lnTo>
                <a:lnTo>
                  <a:pt x="1063" y="657"/>
                </a:lnTo>
                <a:lnTo>
                  <a:pt x="1064" y="657"/>
                </a:lnTo>
                <a:lnTo>
                  <a:pt x="1066" y="657"/>
                </a:lnTo>
                <a:lnTo>
                  <a:pt x="1069" y="659"/>
                </a:lnTo>
                <a:lnTo>
                  <a:pt x="1068" y="664"/>
                </a:lnTo>
                <a:lnTo>
                  <a:pt x="1068" y="665"/>
                </a:lnTo>
                <a:lnTo>
                  <a:pt x="1068" y="666"/>
                </a:lnTo>
                <a:lnTo>
                  <a:pt x="1067" y="667"/>
                </a:lnTo>
                <a:lnTo>
                  <a:pt x="1066" y="668"/>
                </a:lnTo>
                <a:lnTo>
                  <a:pt x="1065" y="668"/>
                </a:lnTo>
                <a:lnTo>
                  <a:pt x="1063" y="669"/>
                </a:lnTo>
                <a:lnTo>
                  <a:pt x="1061" y="670"/>
                </a:lnTo>
                <a:lnTo>
                  <a:pt x="1060" y="671"/>
                </a:lnTo>
                <a:lnTo>
                  <a:pt x="1061" y="672"/>
                </a:lnTo>
                <a:lnTo>
                  <a:pt x="1061" y="673"/>
                </a:lnTo>
                <a:lnTo>
                  <a:pt x="1061" y="674"/>
                </a:lnTo>
                <a:lnTo>
                  <a:pt x="1061" y="676"/>
                </a:lnTo>
                <a:lnTo>
                  <a:pt x="1060" y="677"/>
                </a:lnTo>
                <a:lnTo>
                  <a:pt x="1057" y="680"/>
                </a:lnTo>
                <a:lnTo>
                  <a:pt x="1057" y="681"/>
                </a:lnTo>
                <a:lnTo>
                  <a:pt x="1055" y="683"/>
                </a:lnTo>
                <a:lnTo>
                  <a:pt x="1054" y="683"/>
                </a:lnTo>
                <a:lnTo>
                  <a:pt x="1052" y="683"/>
                </a:lnTo>
                <a:lnTo>
                  <a:pt x="1051" y="684"/>
                </a:lnTo>
                <a:lnTo>
                  <a:pt x="1051" y="687"/>
                </a:lnTo>
                <a:lnTo>
                  <a:pt x="1051" y="689"/>
                </a:lnTo>
                <a:lnTo>
                  <a:pt x="1051" y="690"/>
                </a:lnTo>
                <a:lnTo>
                  <a:pt x="1052" y="690"/>
                </a:lnTo>
                <a:lnTo>
                  <a:pt x="1052" y="691"/>
                </a:lnTo>
                <a:lnTo>
                  <a:pt x="1052" y="692"/>
                </a:lnTo>
                <a:lnTo>
                  <a:pt x="1051" y="693"/>
                </a:lnTo>
                <a:lnTo>
                  <a:pt x="1051" y="694"/>
                </a:lnTo>
                <a:lnTo>
                  <a:pt x="1051" y="695"/>
                </a:lnTo>
                <a:lnTo>
                  <a:pt x="1052" y="697"/>
                </a:lnTo>
                <a:lnTo>
                  <a:pt x="1051" y="697"/>
                </a:lnTo>
                <a:lnTo>
                  <a:pt x="1050" y="698"/>
                </a:lnTo>
                <a:lnTo>
                  <a:pt x="1050" y="699"/>
                </a:lnTo>
                <a:lnTo>
                  <a:pt x="1051" y="700"/>
                </a:lnTo>
                <a:lnTo>
                  <a:pt x="1052" y="700"/>
                </a:lnTo>
                <a:lnTo>
                  <a:pt x="1052" y="702"/>
                </a:lnTo>
                <a:lnTo>
                  <a:pt x="1053" y="705"/>
                </a:lnTo>
                <a:lnTo>
                  <a:pt x="1051" y="705"/>
                </a:lnTo>
                <a:lnTo>
                  <a:pt x="1050" y="705"/>
                </a:lnTo>
                <a:lnTo>
                  <a:pt x="1048" y="705"/>
                </a:lnTo>
                <a:lnTo>
                  <a:pt x="1047" y="705"/>
                </a:lnTo>
                <a:lnTo>
                  <a:pt x="1047" y="706"/>
                </a:lnTo>
                <a:lnTo>
                  <a:pt x="1047" y="707"/>
                </a:lnTo>
                <a:lnTo>
                  <a:pt x="1048" y="707"/>
                </a:lnTo>
                <a:lnTo>
                  <a:pt x="1047" y="708"/>
                </a:lnTo>
                <a:lnTo>
                  <a:pt x="1045" y="709"/>
                </a:lnTo>
                <a:lnTo>
                  <a:pt x="1044" y="709"/>
                </a:lnTo>
                <a:lnTo>
                  <a:pt x="1042" y="709"/>
                </a:lnTo>
                <a:lnTo>
                  <a:pt x="1039" y="709"/>
                </a:lnTo>
                <a:lnTo>
                  <a:pt x="1038" y="709"/>
                </a:lnTo>
                <a:lnTo>
                  <a:pt x="1037" y="708"/>
                </a:lnTo>
                <a:lnTo>
                  <a:pt x="1035" y="706"/>
                </a:lnTo>
                <a:lnTo>
                  <a:pt x="1034" y="705"/>
                </a:lnTo>
                <a:lnTo>
                  <a:pt x="1033" y="705"/>
                </a:lnTo>
                <a:lnTo>
                  <a:pt x="1032" y="705"/>
                </a:lnTo>
                <a:lnTo>
                  <a:pt x="1031" y="705"/>
                </a:lnTo>
                <a:lnTo>
                  <a:pt x="1030" y="705"/>
                </a:lnTo>
                <a:lnTo>
                  <a:pt x="1028" y="705"/>
                </a:lnTo>
                <a:lnTo>
                  <a:pt x="1028" y="704"/>
                </a:lnTo>
                <a:lnTo>
                  <a:pt x="1028" y="703"/>
                </a:lnTo>
                <a:lnTo>
                  <a:pt x="1028" y="702"/>
                </a:lnTo>
                <a:lnTo>
                  <a:pt x="1028" y="701"/>
                </a:lnTo>
                <a:lnTo>
                  <a:pt x="1028" y="700"/>
                </a:lnTo>
                <a:lnTo>
                  <a:pt x="1027" y="700"/>
                </a:lnTo>
                <a:lnTo>
                  <a:pt x="1026" y="700"/>
                </a:lnTo>
                <a:lnTo>
                  <a:pt x="1026" y="699"/>
                </a:lnTo>
                <a:lnTo>
                  <a:pt x="1026" y="698"/>
                </a:lnTo>
                <a:lnTo>
                  <a:pt x="1027" y="698"/>
                </a:lnTo>
                <a:lnTo>
                  <a:pt x="1027" y="697"/>
                </a:lnTo>
                <a:lnTo>
                  <a:pt x="1028" y="695"/>
                </a:lnTo>
                <a:lnTo>
                  <a:pt x="1027" y="694"/>
                </a:lnTo>
                <a:lnTo>
                  <a:pt x="1027" y="693"/>
                </a:lnTo>
                <a:lnTo>
                  <a:pt x="1025" y="692"/>
                </a:lnTo>
                <a:lnTo>
                  <a:pt x="1024" y="692"/>
                </a:lnTo>
                <a:lnTo>
                  <a:pt x="1023" y="691"/>
                </a:lnTo>
                <a:lnTo>
                  <a:pt x="1022" y="691"/>
                </a:lnTo>
                <a:lnTo>
                  <a:pt x="1021" y="691"/>
                </a:lnTo>
                <a:lnTo>
                  <a:pt x="1021" y="692"/>
                </a:lnTo>
                <a:lnTo>
                  <a:pt x="1020" y="692"/>
                </a:lnTo>
                <a:lnTo>
                  <a:pt x="1020" y="693"/>
                </a:lnTo>
                <a:lnTo>
                  <a:pt x="1022" y="696"/>
                </a:lnTo>
                <a:lnTo>
                  <a:pt x="1025" y="697"/>
                </a:lnTo>
                <a:lnTo>
                  <a:pt x="1025" y="698"/>
                </a:lnTo>
                <a:lnTo>
                  <a:pt x="1024" y="699"/>
                </a:lnTo>
                <a:lnTo>
                  <a:pt x="1023" y="700"/>
                </a:lnTo>
                <a:lnTo>
                  <a:pt x="1023" y="701"/>
                </a:lnTo>
                <a:lnTo>
                  <a:pt x="1022" y="701"/>
                </a:lnTo>
                <a:lnTo>
                  <a:pt x="1021" y="701"/>
                </a:lnTo>
                <a:lnTo>
                  <a:pt x="1020" y="700"/>
                </a:lnTo>
                <a:lnTo>
                  <a:pt x="1019" y="701"/>
                </a:lnTo>
                <a:lnTo>
                  <a:pt x="1019" y="702"/>
                </a:lnTo>
                <a:lnTo>
                  <a:pt x="1019" y="703"/>
                </a:lnTo>
                <a:lnTo>
                  <a:pt x="1018" y="704"/>
                </a:lnTo>
                <a:lnTo>
                  <a:pt x="1018" y="705"/>
                </a:lnTo>
                <a:lnTo>
                  <a:pt x="1017" y="705"/>
                </a:lnTo>
                <a:lnTo>
                  <a:pt x="1017" y="704"/>
                </a:lnTo>
                <a:lnTo>
                  <a:pt x="1015" y="703"/>
                </a:lnTo>
                <a:lnTo>
                  <a:pt x="1015" y="702"/>
                </a:lnTo>
                <a:lnTo>
                  <a:pt x="1014" y="701"/>
                </a:lnTo>
                <a:lnTo>
                  <a:pt x="1014" y="700"/>
                </a:lnTo>
                <a:lnTo>
                  <a:pt x="1014" y="699"/>
                </a:lnTo>
                <a:lnTo>
                  <a:pt x="1015" y="699"/>
                </a:lnTo>
                <a:lnTo>
                  <a:pt x="1016" y="698"/>
                </a:lnTo>
                <a:lnTo>
                  <a:pt x="1016" y="697"/>
                </a:lnTo>
                <a:lnTo>
                  <a:pt x="1017" y="697"/>
                </a:lnTo>
                <a:lnTo>
                  <a:pt x="1016" y="694"/>
                </a:lnTo>
                <a:lnTo>
                  <a:pt x="1016" y="693"/>
                </a:lnTo>
                <a:lnTo>
                  <a:pt x="1015" y="692"/>
                </a:lnTo>
                <a:lnTo>
                  <a:pt x="1014" y="692"/>
                </a:lnTo>
                <a:lnTo>
                  <a:pt x="1013" y="691"/>
                </a:lnTo>
                <a:lnTo>
                  <a:pt x="1012" y="691"/>
                </a:lnTo>
                <a:lnTo>
                  <a:pt x="1011" y="691"/>
                </a:lnTo>
                <a:lnTo>
                  <a:pt x="1010" y="691"/>
                </a:lnTo>
                <a:lnTo>
                  <a:pt x="1010" y="692"/>
                </a:lnTo>
                <a:lnTo>
                  <a:pt x="1009" y="692"/>
                </a:lnTo>
                <a:lnTo>
                  <a:pt x="1008" y="692"/>
                </a:lnTo>
                <a:lnTo>
                  <a:pt x="1007" y="692"/>
                </a:lnTo>
                <a:lnTo>
                  <a:pt x="1005" y="695"/>
                </a:lnTo>
                <a:lnTo>
                  <a:pt x="1004" y="695"/>
                </a:lnTo>
                <a:lnTo>
                  <a:pt x="1004" y="696"/>
                </a:lnTo>
                <a:lnTo>
                  <a:pt x="1004" y="698"/>
                </a:lnTo>
                <a:lnTo>
                  <a:pt x="1003" y="697"/>
                </a:lnTo>
                <a:lnTo>
                  <a:pt x="1000" y="696"/>
                </a:lnTo>
                <a:lnTo>
                  <a:pt x="999" y="696"/>
                </a:lnTo>
                <a:lnTo>
                  <a:pt x="999" y="695"/>
                </a:lnTo>
                <a:lnTo>
                  <a:pt x="998" y="695"/>
                </a:lnTo>
                <a:lnTo>
                  <a:pt x="998" y="696"/>
                </a:lnTo>
                <a:lnTo>
                  <a:pt x="997" y="696"/>
                </a:lnTo>
                <a:lnTo>
                  <a:pt x="996" y="696"/>
                </a:lnTo>
                <a:lnTo>
                  <a:pt x="993" y="695"/>
                </a:lnTo>
                <a:lnTo>
                  <a:pt x="992" y="695"/>
                </a:lnTo>
                <a:lnTo>
                  <a:pt x="988" y="698"/>
                </a:lnTo>
                <a:lnTo>
                  <a:pt x="988" y="699"/>
                </a:lnTo>
                <a:lnTo>
                  <a:pt x="990" y="701"/>
                </a:lnTo>
                <a:lnTo>
                  <a:pt x="990" y="702"/>
                </a:lnTo>
                <a:lnTo>
                  <a:pt x="989" y="702"/>
                </a:lnTo>
                <a:lnTo>
                  <a:pt x="989" y="701"/>
                </a:lnTo>
                <a:lnTo>
                  <a:pt x="988" y="701"/>
                </a:lnTo>
                <a:lnTo>
                  <a:pt x="987" y="702"/>
                </a:lnTo>
                <a:lnTo>
                  <a:pt x="986" y="704"/>
                </a:lnTo>
                <a:lnTo>
                  <a:pt x="986" y="705"/>
                </a:lnTo>
                <a:lnTo>
                  <a:pt x="986" y="706"/>
                </a:lnTo>
                <a:lnTo>
                  <a:pt x="985" y="706"/>
                </a:lnTo>
                <a:lnTo>
                  <a:pt x="984" y="706"/>
                </a:lnTo>
                <a:lnTo>
                  <a:pt x="984" y="705"/>
                </a:lnTo>
                <a:lnTo>
                  <a:pt x="983" y="705"/>
                </a:lnTo>
                <a:lnTo>
                  <a:pt x="982" y="706"/>
                </a:lnTo>
                <a:lnTo>
                  <a:pt x="982" y="707"/>
                </a:lnTo>
                <a:lnTo>
                  <a:pt x="983" y="707"/>
                </a:lnTo>
                <a:lnTo>
                  <a:pt x="983" y="708"/>
                </a:lnTo>
                <a:lnTo>
                  <a:pt x="982" y="708"/>
                </a:lnTo>
                <a:lnTo>
                  <a:pt x="981" y="709"/>
                </a:lnTo>
                <a:lnTo>
                  <a:pt x="981" y="708"/>
                </a:lnTo>
                <a:lnTo>
                  <a:pt x="980" y="708"/>
                </a:lnTo>
                <a:lnTo>
                  <a:pt x="980" y="707"/>
                </a:lnTo>
                <a:lnTo>
                  <a:pt x="979" y="706"/>
                </a:lnTo>
                <a:lnTo>
                  <a:pt x="976" y="708"/>
                </a:lnTo>
                <a:lnTo>
                  <a:pt x="974" y="709"/>
                </a:lnTo>
                <a:lnTo>
                  <a:pt x="971" y="712"/>
                </a:lnTo>
                <a:lnTo>
                  <a:pt x="971" y="714"/>
                </a:lnTo>
                <a:lnTo>
                  <a:pt x="971" y="718"/>
                </a:lnTo>
                <a:lnTo>
                  <a:pt x="972" y="718"/>
                </a:lnTo>
                <a:lnTo>
                  <a:pt x="973" y="719"/>
                </a:lnTo>
                <a:lnTo>
                  <a:pt x="974" y="719"/>
                </a:lnTo>
                <a:lnTo>
                  <a:pt x="976" y="719"/>
                </a:lnTo>
                <a:lnTo>
                  <a:pt x="977" y="718"/>
                </a:lnTo>
                <a:lnTo>
                  <a:pt x="978" y="718"/>
                </a:lnTo>
                <a:lnTo>
                  <a:pt x="979" y="718"/>
                </a:lnTo>
                <a:lnTo>
                  <a:pt x="980" y="719"/>
                </a:lnTo>
                <a:lnTo>
                  <a:pt x="981" y="719"/>
                </a:lnTo>
                <a:lnTo>
                  <a:pt x="983" y="717"/>
                </a:lnTo>
                <a:lnTo>
                  <a:pt x="984" y="717"/>
                </a:lnTo>
                <a:lnTo>
                  <a:pt x="984" y="716"/>
                </a:lnTo>
                <a:lnTo>
                  <a:pt x="986" y="714"/>
                </a:lnTo>
                <a:lnTo>
                  <a:pt x="986" y="713"/>
                </a:lnTo>
                <a:lnTo>
                  <a:pt x="987" y="712"/>
                </a:lnTo>
                <a:lnTo>
                  <a:pt x="987" y="711"/>
                </a:lnTo>
                <a:lnTo>
                  <a:pt x="987" y="710"/>
                </a:lnTo>
                <a:lnTo>
                  <a:pt x="988" y="710"/>
                </a:lnTo>
                <a:lnTo>
                  <a:pt x="989" y="710"/>
                </a:lnTo>
                <a:lnTo>
                  <a:pt x="990" y="709"/>
                </a:lnTo>
                <a:lnTo>
                  <a:pt x="990" y="708"/>
                </a:lnTo>
                <a:lnTo>
                  <a:pt x="990" y="707"/>
                </a:lnTo>
                <a:lnTo>
                  <a:pt x="991" y="707"/>
                </a:lnTo>
                <a:lnTo>
                  <a:pt x="994" y="708"/>
                </a:lnTo>
                <a:lnTo>
                  <a:pt x="994" y="709"/>
                </a:lnTo>
                <a:lnTo>
                  <a:pt x="995" y="709"/>
                </a:lnTo>
                <a:lnTo>
                  <a:pt x="996" y="709"/>
                </a:lnTo>
                <a:lnTo>
                  <a:pt x="997" y="709"/>
                </a:lnTo>
                <a:lnTo>
                  <a:pt x="997" y="708"/>
                </a:lnTo>
                <a:lnTo>
                  <a:pt x="998" y="707"/>
                </a:lnTo>
                <a:lnTo>
                  <a:pt x="998" y="706"/>
                </a:lnTo>
                <a:lnTo>
                  <a:pt x="999" y="705"/>
                </a:lnTo>
                <a:lnTo>
                  <a:pt x="1000" y="705"/>
                </a:lnTo>
                <a:lnTo>
                  <a:pt x="1000" y="706"/>
                </a:lnTo>
                <a:lnTo>
                  <a:pt x="1000" y="707"/>
                </a:lnTo>
                <a:lnTo>
                  <a:pt x="1000" y="708"/>
                </a:lnTo>
                <a:lnTo>
                  <a:pt x="1002" y="709"/>
                </a:lnTo>
                <a:lnTo>
                  <a:pt x="1004" y="710"/>
                </a:lnTo>
                <a:lnTo>
                  <a:pt x="1004" y="711"/>
                </a:lnTo>
                <a:lnTo>
                  <a:pt x="1003" y="711"/>
                </a:lnTo>
                <a:lnTo>
                  <a:pt x="1003" y="712"/>
                </a:lnTo>
                <a:lnTo>
                  <a:pt x="1003" y="713"/>
                </a:lnTo>
                <a:lnTo>
                  <a:pt x="1004" y="714"/>
                </a:lnTo>
                <a:lnTo>
                  <a:pt x="1004" y="715"/>
                </a:lnTo>
                <a:lnTo>
                  <a:pt x="1003" y="716"/>
                </a:lnTo>
                <a:lnTo>
                  <a:pt x="1002" y="716"/>
                </a:lnTo>
                <a:lnTo>
                  <a:pt x="1001" y="718"/>
                </a:lnTo>
                <a:lnTo>
                  <a:pt x="999" y="721"/>
                </a:lnTo>
                <a:lnTo>
                  <a:pt x="998" y="725"/>
                </a:lnTo>
                <a:lnTo>
                  <a:pt x="997" y="727"/>
                </a:lnTo>
                <a:lnTo>
                  <a:pt x="997" y="728"/>
                </a:lnTo>
                <a:lnTo>
                  <a:pt x="997" y="729"/>
                </a:lnTo>
                <a:lnTo>
                  <a:pt x="998" y="731"/>
                </a:lnTo>
                <a:lnTo>
                  <a:pt x="999" y="731"/>
                </a:lnTo>
                <a:lnTo>
                  <a:pt x="1000" y="732"/>
                </a:lnTo>
                <a:lnTo>
                  <a:pt x="999" y="733"/>
                </a:lnTo>
                <a:lnTo>
                  <a:pt x="999" y="734"/>
                </a:lnTo>
                <a:lnTo>
                  <a:pt x="999" y="735"/>
                </a:lnTo>
                <a:lnTo>
                  <a:pt x="1000" y="738"/>
                </a:lnTo>
                <a:lnTo>
                  <a:pt x="1000" y="739"/>
                </a:lnTo>
                <a:lnTo>
                  <a:pt x="1000" y="740"/>
                </a:lnTo>
                <a:lnTo>
                  <a:pt x="1001" y="741"/>
                </a:lnTo>
                <a:lnTo>
                  <a:pt x="1002" y="741"/>
                </a:lnTo>
                <a:lnTo>
                  <a:pt x="1003" y="741"/>
                </a:lnTo>
                <a:lnTo>
                  <a:pt x="1004" y="742"/>
                </a:lnTo>
                <a:lnTo>
                  <a:pt x="1007" y="744"/>
                </a:lnTo>
                <a:lnTo>
                  <a:pt x="1008" y="744"/>
                </a:lnTo>
                <a:lnTo>
                  <a:pt x="1007" y="745"/>
                </a:lnTo>
                <a:lnTo>
                  <a:pt x="1007" y="746"/>
                </a:lnTo>
                <a:lnTo>
                  <a:pt x="1006" y="747"/>
                </a:lnTo>
                <a:lnTo>
                  <a:pt x="1005" y="747"/>
                </a:lnTo>
                <a:lnTo>
                  <a:pt x="1004" y="746"/>
                </a:lnTo>
                <a:lnTo>
                  <a:pt x="1004" y="747"/>
                </a:lnTo>
                <a:lnTo>
                  <a:pt x="1003" y="748"/>
                </a:lnTo>
                <a:lnTo>
                  <a:pt x="1002" y="750"/>
                </a:lnTo>
                <a:lnTo>
                  <a:pt x="1001" y="750"/>
                </a:lnTo>
                <a:lnTo>
                  <a:pt x="1000" y="750"/>
                </a:lnTo>
                <a:lnTo>
                  <a:pt x="1000" y="749"/>
                </a:lnTo>
                <a:lnTo>
                  <a:pt x="998" y="751"/>
                </a:lnTo>
                <a:lnTo>
                  <a:pt x="997" y="751"/>
                </a:lnTo>
                <a:lnTo>
                  <a:pt x="997" y="752"/>
                </a:lnTo>
                <a:lnTo>
                  <a:pt x="996" y="752"/>
                </a:lnTo>
                <a:lnTo>
                  <a:pt x="994" y="751"/>
                </a:lnTo>
                <a:lnTo>
                  <a:pt x="993" y="750"/>
                </a:lnTo>
                <a:lnTo>
                  <a:pt x="991" y="748"/>
                </a:lnTo>
                <a:lnTo>
                  <a:pt x="990" y="748"/>
                </a:lnTo>
                <a:lnTo>
                  <a:pt x="989" y="748"/>
                </a:lnTo>
                <a:lnTo>
                  <a:pt x="987" y="749"/>
                </a:lnTo>
                <a:lnTo>
                  <a:pt x="986" y="747"/>
                </a:lnTo>
                <a:lnTo>
                  <a:pt x="986" y="746"/>
                </a:lnTo>
                <a:lnTo>
                  <a:pt x="985" y="746"/>
                </a:lnTo>
                <a:lnTo>
                  <a:pt x="982" y="744"/>
                </a:lnTo>
                <a:lnTo>
                  <a:pt x="979" y="744"/>
                </a:lnTo>
                <a:lnTo>
                  <a:pt x="977" y="746"/>
                </a:lnTo>
                <a:lnTo>
                  <a:pt x="976" y="747"/>
                </a:lnTo>
                <a:lnTo>
                  <a:pt x="973" y="747"/>
                </a:lnTo>
                <a:lnTo>
                  <a:pt x="972" y="747"/>
                </a:lnTo>
                <a:lnTo>
                  <a:pt x="971" y="747"/>
                </a:lnTo>
                <a:lnTo>
                  <a:pt x="971" y="746"/>
                </a:lnTo>
                <a:lnTo>
                  <a:pt x="972" y="746"/>
                </a:lnTo>
                <a:lnTo>
                  <a:pt x="972" y="745"/>
                </a:lnTo>
                <a:lnTo>
                  <a:pt x="971" y="744"/>
                </a:lnTo>
                <a:lnTo>
                  <a:pt x="970" y="744"/>
                </a:lnTo>
                <a:lnTo>
                  <a:pt x="970" y="745"/>
                </a:lnTo>
                <a:lnTo>
                  <a:pt x="967" y="744"/>
                </a:lnTo>
                <a:lnTo>
                  <a:pt x="966" y="745"/>
                </a:lnTo>
                <a:lnTo>
                  <a:pt x="965" y="745"/>
                </a:lnTo>
                <a:lnTo>
                  <a:pt x="964" y="745"/>
                </a:lnTo>
                <a:lnTo>
                  <a:pt x="964" y="746"/>
                </a:lnTo>
                <a:lnTo>
                  <a:pt x="962" y="746"/>
                </a:lnTo>
                <a:lnTo>
                  <a:pt x="961" y="747"/>
                </a:lnTo>
                <a:lnTo>
                  <a:pt x="960" y="747"/>
                </a:lnTo>
                <a:lnTo>
                  <a:pt x="959" y="747"/>
                </a:lnTo>
                <a:lnTo>
                  <a:pt x="958" y="749"/>
                </a:lnTo>
                <a:lnTo>
                  <a:pt x="958" y="750"/>
                </a:lnTo>
                <a:lnTo>
                  <a:pt x="957" y="751"/>
                </a:lnTo>
                <a:lnTo>
                  <a:pt x="956" y="749"/>
                </a:lnTo>
                <a:lnTo>
                  <a:pt x="955" y="749"/>
                </a:lnTo>
                <a:lnTo>
                  <a:pt x="955" y="748"/>
                </a:lnTo>
                <a:lnTo>
                  <a:pt x="955" y="747"/>
                </a:lnTo>
                <a:lnTo>
                  <a:pt x="954" y="746"/>
                </a:lnTo>
                <a:lnTo>
                  <a:pt x="953" y="746"/>
                </a:lnTo>
                <a:lnTo>
                  <a:pt x="951" y="745"/>
                </a:lnTo>
                <a:lnTo>
                  <a:pt x="952" y="742"/>
                </a:lnTo>
                <a:lnTo>
                  <a:pt x="953" y="741"/>
                </a:lnTo>
                <a:lnTo>
                  <a:pt x="954" y="741"/>
                </a:lnTo>
                <a:lnTo>
                  <a:pt x="954" y="740"/>
                </a:lnTo>
                <a:lnTo>
                  <a:pt x="953" y="739"/>
                </a:lnTo>
                <a:lnTo>
                  <a:pt x="953" y="738"/>
                </a:lnTo>
                <a:lnTo>
                  <a:pt x="953" y="737"/>
                </a:lnTo>
                <a:lnTo>
                  <a:pt x="952" y="736"/>
                </a:lnTo>
                <a:lnTo>
                  <a:pt x="951" y="736"/>
                </a:lnTo>
                <a:lnTo>
                  <a:pt x="951" y="734"/>
                </a:lnTo>
                <a:lnTo>
                  <a:pt x="952" y="732"/>
                </a:lnTo>
                <a:lnTo>
                  <a:pt x="951" y="731"/>
                </a:lnTo>
                <a:lnTo>
                  <a:pt x="948" y="731"/>
                </a:lnTo>
                <a:lnTo>
                  <a:pt x="948" y="730"/>
                </a:lnTo>
                <a:lnTo>
                  <a:pt x="947" y="730"/>
                </a:lnTo>
                <a:lnTo>
                  <a:pt x="947" y="729"/>
                </a:lnTo>
                <a:lnTo>
                  <a:pt x="945" y="729"/>
                </a:lnTo>
                <a:lnTo>
                  <a:pt x="944" y="729"/>
                </a:lnTo>
                <a:lnTo>
                  <a:pt x="942" y="729"/>
                </a:lnTo>
                <a:lnTo>
                  <a:pt x="940" y="729"/>
                </a:lnTo>
                <a:lnTo>
                  <a:pt x="939" y="731"/>
                </a:lnTo>
                <a:lnTo>
                  <a:pt x="937" y="732"/>
                </a:lnTo>
                <a:lnTo>
                  <a:pt x="936" y="732"/>
                </a:lnTo>
                <a:lnTo>
                  <a:pt x="934" y="732"/>
                </a:lnTo>
                <a:lnTo>
                  <a:pt x="933" y="732"/>
                </a:lnTo>
                <a:lnTo>
                  <a:pt x="933" y="734"/>
                </a:lnTo>
                <a:lnTo>
                  <a:pt x="933" y="735"/>
                </a:lnTo>
                <a:lnTo>
                  <a:pt x="933" y="736"/>
                </a:lnTo>
                <a:lnTo>
                  <a:pt x="934" y="736"/>
                </a:lnTo>
                <a:lnTo>
                  <a:pt x="934" y="737"/>
                </a:lnTo>
                <a:lnTo>
                  <a:pt x="934" y="738"/>
                </a:lnTo>
                <a:lnTo>
                  <a:pt x="934" y="740"/>
                </a:lnTo>
                <a:lnTo>
                  <a:pt x="933" y="740"/>
                </a:lnTo>
                <a:lnTo>
                  <a:pt x="932" y="739"/>
                </a:lnTo>
                <a:lnTo>
                  <a:pt x="931" y="739"/>
                </a:lnTo>
                <a:lnTo>
                  <a:pt x="930" y="739"/>
                </a:lnTo>
                <a:lnTo>
                  <a:pt x="929" y="740"/>
                </a:lnTo>
                <a:lnTo>
                  <a:pt x="928" y="742"/>
                </a:lnTo>
                <a:lnTo>
                  <a:pt x="929" y="743"/>
                </a:lnTo>
                <a:lnTo>
                  <a:pt x="929" y="744"/>
                </a:lnTo>
                <a:lnTo>
                  <a:pt x="930" y="744"/>
                </a:lnTo>
                <a:lnTo>
                  <a:pt x="930" y="745"/>
                </a:lnTo>
                <a:lnTo>
                  <a:pt x="929" y="747"/>
                </a:lnTo>
                <a:lnTo>
                  <a:pt x="930" y="747"/>
                </a:lnTo>
                <a:lnTo>
                  <a:pt x="931" y="748"/>
                </a:lnTo>
                <a:lnTo>
                  <a:pt x="931" y="749"/>
                </a:lnTo>
                <a:lnTo>
                  <a:pt x="932" y="749"/>
                </a:lnTo>
                <a:lnTo>
                  <a:pt x="932" y="750"/>
                </a:lnTo>
                <a:lnTo>
                  <a:pt x="933" y="750"/>
                </a:lnTo>
                <a:lnTo>
                  <a:pt x="934" y="750"/>
                </a:lnTo>
                <a:lnTo>
                  <a:pt x="934" y="751"/>
                </a:lnTo>
                <a:lnTo>
                  <a:pt x="935" y="751"/>
                </a:lnTo>
                <a:lnTo>
                  <a:pt x="935" y="752"/>
                </a:lnTo>
                <a:lnTo>
                  <a:pt x="935" y="753"/>
                </a:lnTo>
                <a:lnTo>
                  <a:pt x="935" y="754"/>
                </a:lnTo>
                <a:lnTo>
                  <a:pt x="934" y="753"/>
                </a:lnTo>
                <a:lnTo>
                  <a:pt x="933" y="753"/>
                </a:lnTo>
                <a:lnTo>
                  <a:pt x="932" y="752"/>
                </a:lnTo>
                <a:lnTo>
                  <a:pt x="930" y="751"/>
                </a:lnTo>
                <a:lnTo>
                  <a:pt x="928" y="752"/>
                </a:lnTo>
                <a:lnTo>
                  <a:pt x="926" y="752"/>
                </a:lnTo>
                <a:lnTo>
                  <a:pt x="926" y="753"/>
                </a:lnTo>
                <a:lnTo>
                  <a:pt x="925" y="753"/>
                </a:lnTo>
                <a:lnTo>
                  <a:pt x="924" y="754"/>
                </a:lnTo>
                <a:lnTo>
                  <a:pt x="923" y="757"/>
                </a:lnTo>
                <a:lnTo>
                  <a:pt x="922" y="758"/>
                </a:lnTo>
                <a:lnTo>
                  <a:pt x="922" y="759"/>
                </a:lnTo>
                <a:lnTo>
                  <a:pt x="921" y="760"/>
                </a:lnTo>
                <a:lnTo>
                  <a:pt x="922" y="761"/>
                </a:lnTo>
                <a:lnTo>
                  <a:pt x="922" y="762"/>
                </a:lnTo>
                <a:lnTo>
                  <a:pt x="923" y="762"/>
                </a:lnTo>
                <a:lnTo>
                  <a:pt x="924" y="762"/>
                </a:lnTo>
                <a:lnTo>
                  <a:pt x="924" y="763"/>
                </a:lnTo>
                <a:lnTo>
                  <a:pt x="925" y="765"/>
                </a:lnTo>
                <a:lnTo>
                  <a:pt x="924" y="765"/>
                </a:lnTo>
                <a:lnTo>
                  <a:pt x="923" y="765"/>
                </a:lnTo>
                <a:lnTo>
                  <a:pt x="921" y="763"/>
                </a:lnTo>
                <a:lnTo>
                  <a:pt x="921" y="762"/>
                </a:lnTo>
                <a:lnTo>
                  <a:pt x="920" y="762"/>
                </a:lnTo>
                <a:lnTo>
                  <a:pt x="918" y="768"/>
                </a:lnTo>
                <a:lnTo>
                  <a:pt x="918" y="770"/>
                </a:lnTo>
                <a:lnTo>
                  <a:pt x="919" y="770"/>
                </a:lnTo>
                <a:lnTo>
                  <a:pt x="919" y="771"/>
                </a:lnTo>
                <a:lnTo>
                  <a:pt x="919" y="772"/>
                </a:lnTo>
                <a:lnTo>
                  <a:pt x="918" y="773"/>
                </a:lnTo>
                <a:lnTo>
                  <a:pt x="917" y="773"/>
                </a:lnTo>
                <a:lnTo>
                  <a:pt x="917" y="774"/>
                </a:lnTo>
                <a:lnTo>
                  <a:pt x="917" y="775"/>
                </a:lnTo>
                <a:lnTo>
                  <a:pt x="917" y="776"/>
                </a:lnTo>
                <a:lnTo>
                  <a:pt x="918" y="776"/>
                </a:lnTo>
                <a:lnTo>
                  <a:pt x="918" y="777"/>
                </a:lnTo>
                <a:lnTo>
                  <a:pt x="919" y="777"/>
                </a:lnTo>
                <a:lnTo>
                  <a:pt x="920" y="777"/>
                </a:lnTo>
                <a:lnTo>
                  <a:pt x="920" y="776"/>
                </a:lnTo>
                <a:lnTo>
                  <a:pt x="921" y="776"/>
                </a:lnTo>
                <a:lnTo>
                  <a:pt x="922" y="778"/>
                </a:lnTo>
                <a:lnTo>
                  <a:pt x="922" y="780"/>
                </a:lnTo>
                <a:lnTo>
                  <a:pt x="923" y="782"/>
                </a:lnTo>
                <a:lnTo>
                  <a:pt x="923" y="784"/>
                </a:lnTo>
                <a:lnTo>
                  <a:pt x="922" y="786"/>
                </a:lnTo>
                <a:lnTo>
                  <a:pt x="924" y="789"/>
                </a:lnTo>
                <a:lnTo>
                  <a:pt x="925" y="791"/>
                </a:lnTo>
                <a:lnTo>
                  <a:pt x="925" y="792"/>
                </a:lnTo>
                <a:lnTo>
                  <a:pt x="925" y="793"/>
                </a:lnTo>
                <a:lnTo>
                  <a:pt x="924" y="793"/>
                </a:lnTo>
                <a:lnTo>
                  <a:pt x="924" y="796"/>
                </a:lnTo>
                <a:lnTo>
                  <a:pt x="924" y="797"/>
                </a:lnTo>
                <a:lnTo>
                  <a:pt x="923" y="797"/>
                </a:lnTo>
                <a:lnTo>
                  <a:pt x="922" y="796"/>
                </a:lnTo>
                <a:lnTo>
                  <a:pt x="920" y="794"/>
                </a:lnTo>
                <a:lnTo>
                  <a:pt x="918" y="792"/>
                </a:lnTo>
                <a:lnTo>
                  <a:pt x="918" y="791"/>
                </a:lnTo>
                <a:lnTo>
                  <a:pt x="918" y="790"/>
                </a:lnTo>
                <a:lnTo>
                  <a:pt x="918" y="789"/>
                </a:lnTo>
                <a:lnTo>
                  <a:pt x="918" y="788"/>
                </a:lnTo>
                <a:lnTo>
                  <a:pt x="917" y="786"/>
                </a:lnTo>
                <a:lnTo>
                  <a:pt x="914" y="785"/>
                </a:lnTo>
                <a:lnTo>
                  <a:pt x="912" y="783"/>
                </a:lnTo>
                <a:lnTo>
                  <a:pt x="913" y="783"/>
                </a:lnTo>
                <a:lnTo>
                  <a:pt x="913" y="782"/>
                </a:lnTo>
                <a:lnTo>
                  <a:pt x="910" y="780"/>
                </a:lnTo>
                <a:lnTo>
                  <a:pt x="908" y="778"/>
                </a:lnTo>
                <a:lnTo>
                  <a:pt x="907" y="776"/>
                </a:lnTo>
                <a:lnTo>
                  <a:pt x="905" y="775"/>
                </a:lnTo>
                <a:lnTo>
                  <a:pt x="904" y="775"/>
                </a:lnTo>
                <a:lnTo>
                  <a:pt x="903" y="776"/>
                </a:lnTo>
                <a:lnTo>
                  <a:pt x="903" y="775"/>
                </a:lnTo>
                <a:lnTo>
                  <a:pt x="902" y="774"/>
                </a:lnTo>
                <a:lnTo>
                  <a:pt x="903" y="773"/>
                </a:lnTo>
                <a:lnTo>
                  <a:pt x="901" y="770"/>
                </a:lnTo>
                <a:lnTo>
                  <a:pt x="901" y="769"/>
                </a:lnTo>
                <a:lnTo>
                  <a:pt x="900" y="769"/>
                </a:lnTo>
                <a:lnTo>
                  <a:pt x="898" y="768"/>
                </a:lnTo>
                <a:lnTo>
                  <a:pt x="898" y="767"/>
                </a:lnTo>
                <a:lnTo>
                  <a:pt x="897" y="767"/>
                </a:lnTo>
                <a:lnTo>
                  <a:pt x="894" y="768"/>
                </a:lnTo>
                <a:lnTo>
                  <a:pt x="891" y="769"/>
                </a:lnTo>
                <a:lnTo>
                  <a:pt x="890" y="769"/>
                </a:lnTo>
                <a:lnTo>
                  <a:pt x="889" y="769"/>
                </a:lnTo>
                <a:lnTo>
                  <a:pt x="889" y="770"/>
                </a:lnTo>
                <a:lnTo>
                  <a:pt x="888" y="770"/>
                </a:lnTo>
                <a:lnTo>
                  <a:pt x="888" y="771"/>
                </a:lnTo>
                <a:lnTo>
                  <a:pt x="888" y="772"/>
                </a:lnTo>
                <a:lnTo>
                  <a:pt x="887" y="772"/>
                </a:lnTo>
                <a:lnTo>
                  <a:pt x="886" y="771"/>
                </a:lnTo>
                <a:lnTo>
                  <a:pt x="885" y="771"/>
                </a:lnTo>
                <a:lnTo>
                  <a:pt x="885" y="770"/>
                </a:lnTo>
                <a:lnTo>
                  <a:pt x="885" y="768"/>
                </a:lnTo>
                <a:lnTo>
                  <a:pt x="884" y="767"/>
                </a:lnTo>
                <a:lnTo>
                  <a:pt x="884" y="765"/>
                </a:lnTo>
                <a:lnTo>
                  <a:pt x="882" y="762"/>
                </a:lnTo>
                <a:lnTo>
                  <a:pt x="881" y="761"/>
                </a:lnTo>
                <a:lnTo>
                  <a:pt x="880" y="760"/>
                </a:lnTo>
                <a:lnTo>
                  <a:pt x="876" y="758"/>
                </a:lnTo>
                <a:lnTo>
                  <a:pt x="875" y="758"/>
                </a:lnTo>
                <a:lnTo>
                  <a:pt x="874" y="757"/>
                </a:lnTo>
                <a:lnTo>
                  <a:pt x="873" y="755"/>
                </a:lnTo>
                <a:lnTo>
                  <a:pt x="872" y="755"/>
                </a:lnTo>
                <a:lnTo>
                  <a:pt x="872" y="754"/>
                </a:lnTo>
                <a:lnTo>
                  <a:pt x="872" y="753"/>
                </a:lnTo>
                <a:lnTo>
                  <a:pt x="872" y="752"/>
                </a:lnTo>
                <a:lnTo>
                  <a:pt x="871" y="752"/>
                </a:lnTo>
                <a:lnTo>
                  <a:pt x="869" y="752"/>
                </a:lnTo>
                <a:lnTo>
                  <a:pt x="866" y="755"/>
                </a:lnTo>
                <a:lnTo>
                  <a:pt x="865" y="754"/>
                </a:lnTo>
                <a:lnTo>
                  <a:pt x="864" y="754"/>
                </a:lnTo>
                <a:lnTo>
                  <a:pt x="864" y="755"/>
                </a:lnTo>
                <a:lnTo>
                  <a:pt x="863" y="756"/>
                </a:lnTo>
                <a:lnTo>
                  <a:pt x="863" y="757"/>
                </a:lnTo>
                <a:lnTo>
                  <a:pt x="863" y="759"/>
                </a:lnTo>
                <a:lnTo>
                  <a:pt x="862" y="761"/>
                </a:lnTo>
                <a:lnTo>
                  <a:pt x="861" y="761"/>
                </a:lnTo>
                <a:lnTo>
                  <a:pt x="862" y="761"/>
                </a:lnTo>
                <a:lnTo>
                  <a:pt x="862" y="762"/>
                </a:lnTo>
                <a:lnTo>
                  <a:pt x="863" y="762"/>
                </a:lnTo>
                <a:lnTo>
                  <a:pt x="863" y="763"/>
                </a:lnTo>
                <a:lnTo>
                  <a:pt x="862" y="764"/>
                </a:lnTo>
                <a:lnTo>
                  <a:pt x="861" y="764"/>
                </a:lnTo>
                <a:lnTo>
                  <a:pt x="860" y="765"/>
                </a:lnTo>
                <a:lnTo>
                  <a:pt x="859" y="764"/>
                </a:lnTo>
                <a:lnTo>
                  <a:pt x="856" y="765"/>
                </a:lnTo>
                <a:lnTo>
                  <a:pt x="855" y="766"/>
                </a:lnTo>
                <a:lnTo>
                  <a:pt x="855" y="767"/>
                </a:lnTo>
                <a:lnTo>
                  <a:pt x="854" y="767"/>
                </a:lnTo>
                <a:lnTo>
                  <a:pt x="853" y="768"/>
                </a:lnTo>
                <a:lnTo>
                  <a:pt x="852" y="768"/>
                </a:lnTo>
                <a:lnTo>
                  <a:pt x="852" y="769"/>
                </a:lnTo>
                <a:lnTo>
                  <a:pt x="852" y="770"/>
                </a:lnTo>
                <a:lnTo>
                  <a:pt x="853" y="771"/>
                </a:lnTo>
                <a:lnTo>
                  <a:pt x="854" y="772"/>
                </a:lnTo>
                <a:lnTo>
                  <a:pt x="854" y="773"/>
                </a:lnTo>
                <a:lnTo>
                  <a:pt x="855" y="773"/>
                </a:lnTo>
                <a:lnTo>
                  <a:pt x="854" y="774"/>
                </a:lnTo>
                <a:lnTo>
                  <a:pt x="854" y="775"/>
                </a:lnTo>
                <a:lnTo>
                  <a:pt x="853" y="775"/>
                </a:lnTo>
                <a:lnTo>
                  <a:pt x="851" y="775"/>
                </a:lnTo>
                <a:lnTo>
                  <a:pt x="850" y="773"/>
                </a:lnTo>
                <a:lnTo>
                  <a:pt x="849" y="772"/>
                </a:lnTo>
                <a:lnTo>
                  <a:pt x="849" y="770"/>
                </a:lnTo>
                <a:lnTo>
                  <a:pt x="848" y="770"/>
                </a:lnTo>
                <a:lnTo>
                  <a:pt x="847" y="770"/>
                </a:lnTo>
                <a:lnTo>
                  <a:pt x="847" y="771"/>
                </a:lnTo>
                <a:lnTo>
                  <a:pt x="846" y="771"/>
                </a:lnTo>
                <a:lnTo>
                  <a:pt x="846" y="770"/>
                </a:lnTo>
                <a:lnTo>
                  <a:pt x="844" y="769"/>
                </a:lnTo>
                <a:lnTo>
                  <a:pt x="842" y="770"/>
                </a:lnTo>
                <a:lnTo>
                  <a:pt x="840" y="771"/>
                </a:lnTo>
                <a:lnTo>
                  <a:pt x="837" y="772"/>
                </a:lnTo>
                <a:lnTo>
                  <a:pt x="837" y="773"/>
                </a:lnTo>
                <a:lnTo>
                  <a:pt x="837" y="774"/>
                </a:lnTo>
                <a:lnTo>
                  <a:pt x="838" y="775"/>
                </a:lnTo>
                <a:lnTo>
                  <a:pt x="839" y="775"/>
                </a:lnTo>
                <a:lnTo>
                  <a:pt x="839" y="774"/>
                </a:lnTo>
                <a:lnTo>
                  <a:pt x="840" y="774"/>
                </a:lnTo>
                <a:lnTo>
                  <a:pt x="842" y="776"/>
                </a:lnTo>
                <a:lnTo>
                  <a:pt x="842" y="777"/>
                </a:lnTo>
                <a:lnTo>
                  <a:pt x="842" y="778"/>
                </a:lnTo>
                <a:lnTo>
                  <a:pt x="843" y="779"/>
                </a:lnTo>
                <a:lnTo>
                  <a:pt x="844" y="779"/>
                </a:lnTo>
                <a:lnTo>
                  <a:pt x="844" y="780"/>
                </a:lnTo>
                <a:lnTo>
                  <a:pt x="843" y="781"/>
                </a:lnTo>
                <a:lnTo>
                  <a:pt x="843" y="782"/>
                </a:lnTo>
                <a:lnTo>
                  <a:pt x="842" y="783"/>
                </a:lnTo>
                <a:lnTo>
                  <a:pt x="841" y="783"/>
                </a:lnTo>
                <a:lnTo>
                  <a:pt x="838" y="782"/>
                </a:lnTo>
                <a:lnTo>
                  <a:pt x="837" y="782"/>
                </a:lnTo>
                <a:lnTo>
                  <a:pt x="836" y="782"/>
                </a:lnTo>
                <a:lnTo>
                  <a:pt x="835" y="782"/>
                </a:lnTo>
                <a:lnTo>
                  <a:pt x="835" y="783"/>
                </a:lnTo>
                <a:lnTo>
                  <a:pt x="834" y="783"/>
                </a:lnTo>
                <a:lnTo>
                  <a:pt x="836" y="784"/>
                </a:lnTo>
                <a:lnTo>
                  <a:pt x="837" y="785"/>
                </a:lnTo>
                <a:lnTo>
                  <a:pt x="837" y="786"/>
                </a:lnTo>
                <a:lnTo>
                  <a:pt x="837" y="785"/>
                </a:lnTo>
                <a:lnTo>
                  <a:pt x="837" y="786"/>
                </a:lnTo>
                <a:lnTo>
                  <a:pt x="837" y="788"/>
                </a:lnTo>
                <a:lnTo>
                  <a:pt x="837" y="790"/>
                </a:lnTo>
                <a:lnTo>
                  <a:pt x="836" y="791"/>
                </a:lnTo>
                <a:lnTo>
                  <a:pt x="835" y="792"/>
                </a:lnTo>
                <a:lnTo>
                  <a:pt x="835" y="793"/>
                </a:lnTo>
                <a:lnTo>
                  <a:pt x="836" y="793"/>
                </a:lnTo>
                <a:lnTo>
                  <a:pt x="836" y="794"/>
                </a:lnTo>
                <a:lnTo>
                  <a:pt x="837" y="795"/>
                </a:lnTo>
                <a:lnTo>
                  <a:pt x="838" y="796"/>
                </a:lnTo>
                <a:lnTo>
                  <a:pt x="838" y="797"/>
                </a:lnTo>
                <a:lnTo>
                  <a:pt x="837" y="797"/>
                </a:lnTo>
                <a:lnTo>
                  <a:pt x="837" y="798"/>
                </a:lnTo>
                <a:lnTo>
                  <a:pt x="837" y="799"/>
                </a:lnTo>
                <a:lnTo>
                  <a:pt x="837" y="800"/>
                </a:lnTo>
                <a:lnTo>
                  <a:pt x="835" y="802"/>
                </a:lnTo>
                <a:lnTo>
                  <a:pt x="835" y="803"/>
                </a:lnTo>
                <a:lnTo>
                  <a:pt x="834" y="804"/>
                </a:lnTo>
                <a:lnTo>
                  <a:pt x="834" y="805"/>
                </a:lnTo>
                <a:lnTo>
                  <a:pt x="835" y="805"/>
                </a:lnTo>
                <a:lnTo>
                  <a:pt x="836" y="806"/>
                </a:lnTo>
                <a:lnTo>
                  <a:pt x="836" y="807"/>
                </a:lnTo>
                <a:lnTo>
                  <a:pt x="836" y="808"/>
                </a:lnTo>
                <a:lnTo>
                  <a:pt x="835" y="808"/>
                </a:lnTo>
                <a:lnTo>
                  <a:pt x="835" y="809"/>
                </a:lnTo>
                <a:lnTo>
                  <a:pt x="834" y="809"/>
                </a:lnTo>
                <a:lnTo>
                  <a:pt x="834" y="810"/>
                </a:lnTo>
                <a:lnTo>
                  <a:pt x="834" y="811"/>
                </a:lnTo>
                <a:lnTo>
                  <a:pt x="834" y="812"/>
                </a:lnTo>
                <a:lnTo>
                  <a:pt x="835" y="813"/>
                </a:lnTo>
                <a:lnTo>
                  <a:pt x="835" y="815"/>
                </a:lnTo>
                <a:lnTo>
                  <a:pt x="835" y="816"/>
                </a:lnTo>
                <a:lnTo>
                  <a:pt x="834" y="816"/>
                </a:lnTo>
                <a:lnTo>
                  <a:pt x="833" y="816"/>
                </a:lnTo>
                <a:lnTo>
                  <a:pt x="832" y="817"/>
                </a:lnTo>
                <a:lnTo>
                  <a:pt x="831" y="818"/>
                </a:lnTo>
                <a:lnTo>
                  <a:pt x="830" y="820"/>
                </a:lnTo>
                <a:lnTo>
                  <a:pt x="829" y="820"/>
                </a:lnTo>
                <a:lnTo>
                  <a:pt x="829" y="821"/>
                </a:lnTo>
                <a:lnTo>
                  <a:pt x="828" y="821"/>
                </a:lnTo>
                <a:lnTo>
                  <a:pt x="827" y="822"/>
                </a:lnTo>
                <a:lnTo>
                  <a:pt x="826" y="823"/>
                </a:lnTo>
                <a:lnTo>
                  <a:pt x="825" y="823"/>
                </a:lnTo>
                <a:lnTo>
                  <a:pt x="824" y="823"/>
                </a:lnTo>
                <a:lnTo>
                  <a:pt x="821" y="823"/>
                </a:lnTo>
                <a:lnTo>
                  <a:pt x="820" y="823"/>
                </a:lnTo>
                <a:lnTo>
                  <a:pt x="818" y="822"/>
                </a:lnTo>
                <a:lnTo>
                  <a:pt x="817" y="823"/>
                </a:lnTo>
                <a:lnTo>
                  <a:pt x="816" y="823"/>
                </a:lnTo>
                <a:lnTo>
                  <a:pt x="814" y="823"/>
                </a:lnTo>
                <a:lnTo>
                  <a:pt x="814" y="824"/>
                </a:lnTo>
                <a:lnTo>
                  <a:pt x="812" y="824"/>
                </a:lnTo>
                <a:lnTo>
                  <a:pt x="811" y="824"/>
                </a:lnTo>
                <a:lnTo>
                  <a:pt x="810" y="823"/>
                </a:lnTo>
                <a:lnTo>
                  <a:pt x="809" y="823"/>
                </a:lnTo>
                <a:lnTo>
                  <a:pt x="809" y="824"/>
                </a:lnTo>
                <a:lnTo>
                  <a:pt x="808" y="826"/>
                </a:lnTo>
                <a:lnTo>
                  <a:pt x="807" y="826"/>
                </a:lnTo>
                <a:lnTo>
                  <a:pt x="806" y="826"/>
                </a:lnTo>
                <a:lnTo>
                  <a:pt x="805" y="826"/>
                </a:lnTo>
                <a:lnTo>
                  <a:pt x="804" y="827"/>
                </a:lnTo>
                <a:lnTo>
                  <a:pt x="803" y="827"/>
                </a:lnTo>
                <a:lnTo>
                  <a:pt x="802" y="827"/>
                </a:lnTo>
                <a:lnTo>
                  <a:pt x="801" y="828"/>
                </a:lnTo>
                <a:lnTo>
                  <a:pt x="800" y="829"/>
                </a:lnTo>
                <a:lnTo>
                  <a:pt x="799" y="830"/>
                </a:lnTo>
                <a:lnTo>
                  <a:pt x="797" y="831"/>
                </a:lnTo>
                <a:lnTo>
                  <a:pt x="796" y="832"/>
                </a:lnTo>
                <a:lnTo>
                  <a:pt x="795" y="832"/>
                </a:lnTo>
                <a:lnTo>
                  <a:pt x="794" y="833"/>
                </a:lnTo>
                <a:lnTo>
                  <a:pt x="793" y="833"/>
                </a:lnTo>
                <a:lnTo>
                  <a:pt x="792" y="833"/>
                </a:lnTo>
                <a:lnTo>
                  <a:pt x="791" y="833"/>
                </a:lnTo>
                <a:lnTo>
                  <a:pt x="789" y="835"/>
                </a:lnTo>
                <a:lnTo>
                  <a:pt x="788" y="835"/>
                </a:lnTo>
                <a:lnTo>
                  <a:pt x="787" y="835"/>
                </a:lnTo>
                <a:lnTo>
                  <a:pt x="786" y="835"/>
                </a:lnTo>
                <a:lnTo>
                  <a:pt x="786" y="836"/>
                </a:lnTo>
                <a:lnTo>
                  <a:pt x="786" y="838"/>
                </a:lnTo>
                <a:lnTo>
                  <a:pt x="785" y="839"/>
                </a:lnTo>
                <a:lnTo>
                  <a:pt x="784" y="839"/>
                </a:lnTo>
                <a:lnTo>
                  <a:pt x="782" y="839"/>
                </a:lnTo>
                <a:lnTo>
                  <a:pt x="780" y="840"/>
                </a:lnTo>
                <a:lnTo>
                  <a:pt x="779" y="839"/>
                </a:lnTo>
                <a:lnTo>
                  <a:pt x="778" y="839"/>
                </a:lnTo>
                <a:lnTo>
                  <a:pt x="775" y="838"/>
                </a:lnTo>
                <a:lnTo>
                  <a:pt x="774" y="839"/>
                </a:lnTo>
                <a:lnTo>
                  <a:pt x="772" y="841"/>
                </a:lnTo>
                <a:lnTo>
                  <a:pt x="770" y="840"/>
                </a:lnTo>
                <a:lnTo>
                  <a:pt x="769" y="840"/>
                </a:lnTo>
                <a:lnTo>
                  <a:pt x="769" y="839"/>
                </a:lnTo>
                <a:lnTo>
                  <a:pt x="768" y="840"/>
                </a:lnTo>
                <a:lnTo>
                  <a:pt x="767" y="840"/>
                </a:lnTo>
                <a:lnTo>
                  <a:pt x="767" y="841"/>
                </a:lnTo>
                <a:lnTo>
                  <a:pt x="766" y="841"/>
                </a:lnTo>
                <a:lnTo>
                  <a:pt x="766" y="840"/>
                </a:lnTo>
                <a:lnTo>
                  <a:pt x="766" y="839"/>
                </a:lnTo>
                <a:lnTo>
                  <a:pt x="767" y="838"/>
                </a:lnTo>
                <a:lnTo>
                  <a:pt x="768" y="838"/>
                </a:lnTo>
                <a:lnTo>
                  <a:pt x="770" y="836"/>
                </a:lnTo>
                <a:lnTo>
                  <a:pt x="771" y="835"/>
                </a:lnTo>
                <a:lnTo>
                  <a:pt x="771" y="834"/>
                </a:lnTo>
                <a:lnTo>
                  <a:pt x="770" y="834"/>
                </a:lnTo>
                <a:lnTo>
                  <a:pt x="770" y="833"/>
                </a:lnTo>
                <a:lnTo>
                  <a:pt x="768" y="832"/>
                </a:lnTo>
                <a:lnTo>
                  <a:pt x="769" y="831"/>
                </a:lnTo>
                <a:lnTo>
                  <a:pt x="770" y="831"/>
                </a:lnTo>
                <a:lnTo>
                  <a:pt x="769" y="830"/>
                </a:lnTo>
                <a:lnTo>
                  <a:pt x="769" y="829"/>
                </a:lnTo>
                <a:lnTo>
                  <a:pt x="768" y="828"/>
                </a:lnTo>
                <a:lnTo>
                  <a:pt x="767" y="828"/>
                </a:lnTo>
                <a:lnTo>
                  <a:pt x="767" y="827"/>
                </a:lnTo>
                <a:lnTo>
                  <a:pt x="766" y="827"/>
                </a:lnTo>
                <a:lnTo>
                  <a:pt x="765" y="826"/>
                </a:lnTo>
                <a:lnTo>
                  <a:pt x="766" y="825"/>
                </a:lnTo>
                <a:lnTo>
                  <a:pt x="766" y="824"/>
                </a:lnTo>
                <a:lnTo>
                  <a:pt x="765" y="824"/>
                </a:lnTo>
                <a:lnTo>
                  <a:pt x="765" y="822"/>
                </a:lnTo>
                <a:lnTo>
                  <a:pt x="765" y="820"/>
                </a:lnTo>
                <a:lnTo>
                  <a:pt x="766" y="819"/>
                </a:lnTo>
                <a:lnTo>
                  <a:pt x="765" y="817"/>
                </a:lnTo>
                <a:lnTo>
                  <a:pt x="764" y="817"/>
                </a:lnTo>
                <a:lnTo>
                  <a:pt x="763" y="816"/>
                </a:lnTo>
                <a:lnTo>
                  <a:pt x="762" y="816"/>
                </a:lnTo>
                <a:lnTo>
                  <a:pt x="761" y="817"/>
                </a:lnTo>
                <a:lnTo>
                  <a:pt x="761" y="818"/>
                </a:lnTo>
                <a:lnTo>
                  <a:pt x="761" y="819"/>
                </a:lnTo>
                <a:lnTo>
                  <a:pt x="759" y="819"/>
                </a:lnTo>
                <a:lnTo>
                  <a:pt x="758" y="820"/>
                </a:lnTo>
                <a:lnTo>
                  <a:pt x="757" y="821"/>
                </a:lnTo>
                <a:lnTo>
                  <a:pt x="756" y="821"/>
                </a:lnTo>
                <a:lnTo>
                  <a:pt x="756" y="822"/>
                </a:lnTo>
                <a:lnTo>
                  <a:pt x="755" y="822"/>
                </a:lnTo>
                <a:lnTo>
                  <a:pt x="755" y="823"/>
                </a:lnTo>
                <a:lnTo>
                  <a:pt x="755" y="824"/>
                </a:lnTo>
                <a:lnTo>
                  <a:pt x="754" y="824"/>
                </a:lnTo>
                <a:lnTo>
                  <a:pt x="753" y="825"/>
                </a:lnTo>
                <a:lnTo>
                  <a:pt x="752" y="825"/>
                </a:lnTo>
                <a:lnTo>
                  <a:pt x="751" y="825"/>
                </a:lnTo>
                <a:lnTo>
                  <a:pt x="752" y="825"/>
                </a:lnTo>
                <a:lnTo>
                  <a:pt x="752" y="824"/>
                </a:lnTo>
                <a:lnTo>
                  <a:pt x="753" y="823"/>
                </a:lnTo>
                <a:lnTo>
                  <a:pt x="754" y="822"/>
                </a:lnTo>
                <a:lnTo>
                  <a:pt x="753" y="821"/>
                </a:lnTo>
                <a:lnTo>
                  <a:pt x="753" y="820"/>
                </a:lnTo>
                <a:lnTo>
                  <a:pt x="754" y="820"/>
                </a:lnTo>
                <a:lnTo>
                  <a:pt x="754" y="819"/>
                </a:lnTo>
                <a:lnTo>
                  <a:pt x="753" y="819"/>
                </a:lnTo>
                <a:lnTo>
                  <a:pt x="752" y="819"/>
                </a:lnTo>
                <a:lnTo>
                  <a:pt x="752" y="820"/>
                </a:lnTo>
                <a:lnTo>
                  <a:pt x="751" y="819"/>
                </a:lnTo>
                <a:lnTo>
                  <a:pt x="751" y="818"/>
                </a:lnTo>
                <a:lnTo>
                  <a:pt x="751" y="817"/>
                </a:lnTo>
                <a:lnTo>
                  <a:pt x="750" y="817"/>
                </a:lnTo>
                <a:lnTo>
                  <a:pt x="749" y="817"/>
                </a:lnTo>
                <a:lnTo>
                  <a:pt x="748" y="816"/>
                </a:lnTo>
                <a:lnTo>
                  <a:pt x="748" y="815"/>
                </a:lnTo>
                <a:lnTo>
                  <a:pt x="747" y="815"/>
                </a:lnTo>
                <a:lnTo>
                  <a:pt x="748" y="815"/>
                </a:lnTo>
                <a:lnTo>
                  <a:pt x="748" y="814"/>
                </a:lnTo>
                <a:lnTo>
                  <a:pt x="749" y="814"/>
                </a:lnTo>
                <a:lnTo>
                  <a:pt x="748" y="814"/>
                </a:lnTo>
                <a:lnTo>
                  <a:pt x="748" y="813"/>
                </a:lnTo>
                <a:lnTo>
                  <a:pt x="747" y="813"/>
                </a:lnTo>
                <a:lnTo>
                  <a:pt x="746" y="812"/>
                </a:lnTo>
                <a:lnTo>
                  <a:pt x="746" y="811"/>
                </a:lnTo>
                <a:lnTo>
                  <a:pt x="747" y="811"/>
                </a:lnTo>
                <a:lnTo>
                  <a:pt x="748" y="809"/>
                </a:lnTo>
                <a:lnTo>
                  <a:pt x="747" y="808"/>
                </a:lnTo>
                <a:lnTo>
                  <a:pt x="747" y="807"/>
                </a:lnTo>
                <a:lnTo>
                  <a:pt x="747" y="806"/>
                </a:lnTo>
                <a:lnTo>
                  <a:pt x="746" y="806"/>
                </a:lnTo>
                <a:lnTo>
                  <a:pt x="745" y="805"/>
                </a:lnTo>
                <a:lnTo>
                  <a:pt x="745" y="804"/>
                </a:lnTo>
                <a:lnTo>
                  <a:pt x="746" y="804"/>
                </a:lnTo>
                <a:lnTo>
                  <a:pt x="747" y="803"/>
                </a:lnTo>
                <a:lnTo>
                  <a:pt x="748" y="802"/>
                </a:lnTo>
                <a:lnTo>
                  <a:pt x="747" y="800"/>
                </a:lnTo>
                <a:lnTo>
                  <a:pt x="746" y="800"/>
                </a:lnTo>
                <a:lnTo>
                  <a:pt x="745" y="800"/>
                </a:lnTo>
                <a:lnTo>
                  <a:pt x="744" y="800"/>
                </a:lnTo>
                <a:lnTo>
                  <a:pt x="743" y="801"/>
                </a:lnTo>
                <a:lnTo>
                  <a:pt x="743" y="802"/>
                </a:lnTo>
                <a:lnTo>
                  <a:pt x="742" y="802"/>
                </a:lnTo>
                <a:lnTo>
                  <a:pt x="742" y="803"/>
                </a:lnTo>
                <a:lnTo>
                  <a:pt x="741" y="803"/>
                </a:lnTo>
                <a:lnTo>
                  <a:pt x="741" y="802"/>
                </a:lnTo>
                <a:lnTo>
                  <a:pt x="740" y="802"/>
                </a:lnTo>
                <a:lnTo>
                  <a:pt x="739" y="803"/>
                </a:lnTo>
                <a:lnTo>
                  <a:pt x="739" y="804"/>
                </a:lnTo>
                <a:lnTo>
                  <a:pt x="739" y="805"/>
                </a:lnTo>
                <a:lnTo>
                  <a:pt x="739" y="806"/>
                </a:lnTo>
                <a:lnTo>
                  <a:pt x="738" y="807"/>
                </a:lnTo>
                <a:lnTo>
                  <a:pt x="738" y="808"/>
                </a:lnTo>
                <a:lnTo>
                  <a:pt x="737" y="808"/>
                </a:lnTo>
                <a:lnTo>
                  <a:pt x="738" y="809"/>
                </a:lnTo>
                <a:lnTo>
                  <a:pt x="738" y="811"/>
                </a:lnTo>
                <a:lnTo>
                  <a:pt x="737" y="812"/>
                </a:lnTo>
                <a:lnTo>
                  <a:pt x="737" y="813"/>
                </a:lnTo>
                <a:lnTo>
                  <a:pt x="736" y="813"/>
                </a:lnTo>
                <a:lnTo>
                  <a:pt x="735" y="812"/>
                </a:lnTo>
                <a:lnTo>
                  <a:pt x="734" y="812"/>
                </a:lnTo>
                <a:lnTo>
                  <a:pt x="734" y="813"/>
                </a:lnTo>
                <a:lnTo>
                  <a:pt x="734" y="814"/>
                </a:lnTo>
                <a:lnTo>
                  <a:pt x="735" y="814"/>
                </a:lnTo>
                <a:lnTo>
                  <a:pt x="734" y="815"/>
                </a:lnTo>
                <a:lnTo>
                  <a:pt x="732" y="814"/>
                </a:lnTo>
                <a:lnTo>
                  <a:pt x="731" y="814"/>
                </a:lnTo>
                <a:lnTo>
                  <a:pt x="730" y="814"/>
                </a:lnTo>
                <a:lnTo>
                  <a:pt x="729" y="815"/>
                </a:lnTo>
                <a:lnTo>
                  <a:pt x="724" y="818"/>
                </a:lnTo>
                <a:lnTo>
                  <a:pt x="724" y="819"/>
                </a:lnTo>
                <a:lnTo>
                  <a:pt x="723" y="820"/>
                </a:lnTo>
                <a:lnTo>
                  <a:pt x="722" y="820"/>
                </a:lnTo>
                <a:lnTo>
                  <a:pt x="721" y="821"/>
                </a:lnTo>
                <a:lnTo>
                  <a:pt x="720" y="822"/>
                </a:lnTo>
                <a:lnTo>
                  <a:pt x="719" y="822"/>
                </a:lnTo>
                <a:lnTo>
                  <a:pt x="717" y="823"/>
                </a:lnTo>
                <a:lnTo>
                  <a:pt x="716" y="823"/>
                </a:lnTo>
                <a:lnTo>
                  <a:pt x="711" y="822"/>
                </a:lnTo>
                <a:lnTo>
                  <a:pt x="711" y="820"/>
                </a:lnTo>
                <a:lnTo>
                  <a:pt x="711" y="819"/>
                </a:lnTo>
                <a:lnTo>
                  <a:pt x="711" y="818"/>
                </a:lnTo>
                <a:lnTo>
                  <a:pt x="711" y="817"/>
                </a:lnTo>
                <a:lnTo>
                  <a:pt x="712" y="817"/>
                </a:lnTo>
                <a:lnTo>
                  <a:pt x="712" y="816"/>
                </a:lnTo>
                <a:lnTo>
                  <a:pt x="712" y="815"/>
                </a:lnTo>
                <a:lnTo>
                  <a:pt x="712" y="814"/>
                </a:lnTo>
                <a:lnTo>
                  <a:pt x="713" y="813"/>
                </a:lnTo>
                <a:lnTo>
                  <a:pt x="713" y="812"/>
                </a:lnTo>
                <a:lnTo>
                  <a:pt x="713" y="811"/>
                </a:lnTo>
                <a:lnTo>
                  <a:pt x="714" y="811"/>
                </a:lnTo>
                <a:lnTo>
                  <a:pt x="714" y="810"/>
                </a:lnTo>
                <a:lnTo>
                  <a:pt x="713" y="810"/>
                </a:lnTo>
                <a:lnTo>
                  <a:pt x="712" y="809"/>
                </a:lnTo>
                <a:lnTo>
                  <a:pt x="713" y="809"/>
                </a:lnTo>
                <a:lnTo>
                  <a:pt x="713" y="808"/>
                </a:lnTo>
                <a:lnTo>
                  <a:pt x="714" y="808"/>
                </a:lnTo>
                <a:lnTo>
                  <a:pt x="713" y="807"/>
                </a:lnTo>
                <a:lnTo>
                  <a:pt x="713" y="806"/>
                </a:lnTo>
                <a:lnTo>
                  <a:pt x="712" y="806"/>
                </a:lnTo>
                <a:lnTo>
                  <a:pt x="711" y="806"/>
                </a:lnTo>
                <a:lnTo>
                  <a:pt x="711" y="807"/>
                </a:lnTo>
                <a:lnTo>
                  <a:pt x="710" y="807"/>
                </a:lnTo>
                <a:lnTo>
                  <a:pt x="709" y="807"/>
                </a:lnTo>
                <a:lnTo>
                  <a:pt x="709" y="808"/>
                </a:lnTo>
                <a:lnTo>
                  <a:pt x="708" y="808"/>
                </a:lnTo>
                <a:lnTo>
                  <a:pt x="707" y="809"/>
                </a:lnTo>
                <a:lnTo>
                  <a:pt x="707" y="810"/>
                </a:lnTo>
                <a:lnTo>
                  <a:pt x="706" y="810"/>
                </a:lnTo>
                <a:lnTo>
                  <a:pt x="706" y="809"/>
                </a:lnTo>
                <a:lnTo>
                  <a:pt x="706" y="808"/>
                </a:lnTo>
                <a:lnTo>
                  <a:pt x="704" y="808"/>
                </a:lnTo>
                <a:lnTo>
                  <a:pt x="703" y="807"/>
                </a:lnTo>
                <a:lnTo>
                  <a:pt x="703" y="806"/>
                </a:lnTo>
                <a:lnTo>
                  <a:pt x="702" y="805"/>
                </a:lnTo>
                <a:lnTo>
                  <a:pt x="702" y="804"/>
                </a:lnTo>
                <a:lnTo>
                  <a:pt x="701" y="804"/>
                </a:lnTo>
                <a:lnTo>
                  <a:pt x="701" y="803"/>
                </a:lnTo>
                <a:lnTo>
                  <a:pt x="701" y="801"/>
                </a:lnTo>
                <a:lnTo>
                  <a:pt x="702" y="800"/>
                </a:lnTo>
                <a:lnTo>
                  <a:pt x="702" y="799"/>
                </a:lnTo>
                <a:lnTo>
                  <a:pt x="701" y="798"/>
                </a:lnTo>
                <a:lnTo>
                  <a:pt x="700" y="798"/>
                </a:lnTo>
                <a:lnTo>
                  <a:pt x="700" y="797"/>
                </a:lnTo>
                <a:lnTo>
                  <a:pt x="699" y="797"/>
                </a:lnTo>
                <a:lnTo>
                  <a:pt x="698" y="796"/>
                </a:lnTo>
                <a:lnTo>
                  <a:pt x="698" y="795"/>
                </a:lnTo>
                <a:lnTo>
                  <a:pt x="699" y="794"/>
                </a:lnTo>
                <a:lnTo>
                  <a:pt x="700" y="791"/>
                </a:lnTo>
                <a:lnTo>
                  <a:pt x="701" y="788"/>
                </a:lnTo>
                <a:lnTo>
                  <a:pt x="702" y="788"/>
                </a:lnTo>
                <a:lnTo>
                  <a:pt x="701" y="787"/>
                </a:lnTo>
                <a:lnTo>
                  <a:pt x="700" y="787"/>
                </a:lnTo>
                <a:lnTo>
                  <a:pt x="699" y="787"/>
                </a:lnTo>
                <a:lnTo>
                  <a:pt x="698" y="787"/>
                </a:lnTo>
                <a:lnTo>
                  <a:pt x="697" y="787"/>
                </a:lnTo>
                <a:lnTo>
                  <a:pt x="696" y="786"/>
                </a:lnTo>
                <a:lnTo>
                  <a:pt x="696" y="784"/>
                </a:lnTo>
                <a:lnTo>
                  <a:pt x="695" y="784"/>
                </a:lnTo>
                <a:lnTo>
                  <a:pt x="694" y="783"/>
                </a:lnTo>
                <a:lnTo>
                  <a:pt x="693" y="783"/>
                </a:lnTo>
                <a:lnTo>
                  <a:pt x="692" y="783"/>
                </a:lnTo>
                <a:lnTo>
                  <a:pt x="692" y="785"/>
                </a:lnTo>
                <a:lnTo>
                  <a:pt x="690" y="786"/>
                </a:lnTo>
                <a:lnTo>
                  <a:pt x="689" y="786"/>
                </a:lnTo>
                <a:lnTo>
                  <a:pt x="688" y="785"/>
                </a:lnTo>
                <a:lnTo>
                  <a:pt x="687" y="784"/>
                </a:lnTo>
                <a:lnTo>
                  <a:pt x="686" y="784"/>
                </a:lnTo>
                <a:lnTo>
                  <a:pt x="685" y="785"/>
                </a:lnTo>
                <a:lnTo>
                  <a:pt x="684" y="784"/>
                </a:lnTo>
                <a:lnTo>
                  <a:pt x="683" y="784"/>
                </a:lnTo>
                <a:lnTo>
                  <a:pt x="682" y="785"/>
                </a:lnTo>
                <a:lnTo>
                  <a:pt x="682" y="784"/>
                </a:lnTo>
                <a:lnTo>
                  <a:pt x="681" y="784"/>
                </a:lnTo>
                <a:lnTo>
                  <a:pt x="681" y="783"/>
                </a:lnTo>
                <a:lnTo>
                  <a:pt x="680" y="783"/>
                </a:lnTo>
                <a:lnTo>
                  <a:pt x="680" y="782"/>
                </a:lnTo>
                <a:lnTo>
                  <a:pt x="680" y="781"/>
                </a:lnTo>
                <a:lnTo>
                  <a:pt x="680" y="780"/>
                </a:lnTo>
                <a:lnTo>
                  <a:pt x="680" y="779"/>
                </a:lnTo>
                <a:lnTo>
                  <a:pt x="682" y="779"/>
                </a:lnTo>
                <a:lnTo>
                  <a:pt x="682" y="778"/>
                </a:lnTo>
                <a:lnTo>
                  <a:pt x="683" y="778"/>
                </a:lnTo>
                <a:lnTo>
                  <a:pt x="684" y="776"/>
                </a:lnTo>
                <a:lnTo>
                  <a:pt x="684" y="775"/>
                </a:lnTo>
                <a:lnTo>
                  <a:pt x="684" y="774"/>
                </a:lnTo>
                <a:lnTo>
                  <a:pt x="685" y="773"/>
                </a:lnTo>
                <a:lnTo>
                  <a:pt x="685" y="772"/>
                </a:lnTo>
                <a:lnTo>
                  <a:pt x="684" y="772"/>
                </a:lnTo>
                <a:lnTo>
                  <a:pt x="684" y="771"/>
                </a:lnTo>
                <a:lnTo>
                  <a:pt x="684" y="770"/>
                </a:lnTo>
                <a:lnTo>
                  <a:pt x="684" y="769"/>
                </a:lnTo>
                <a:lnTo>
                  <a:pt x="683" y="769"/>
                </a:lnTo>
                <a:lnTo>
                  <a:pt x="682" y="768"/>
                </a:lnTo>
                <a:lnTo>
                  <a:pt x="682" y="767"/>
                </a:lnTo>
                <a:lnTo>
                  <a:pt x="683" y="766"/>
                </a:lnTo>
                <a:lnTo>
                  <a:pt x="684" y="766"/>
                </a:lnTo>
                <a:lnTo>
                  <a:pt x="684" y="765"/>
                </a:lnTo>
                <a:lnTo>
                  <a:pt x="683" y="765"/>
                </a:lnTo>
                <a:lnTo>
                  <a:pt x="682" y="765"/>
                </a:lnTo>
                <a:lnTo>
                  <a:pt x="682" y="764"/>
                </a:lnTo>
                <a:lnTo>
                  <a:pt x="681" y="764"/>
                </a:lnTo>
                <a:lnTo>
                  <a:pt x="680" y="764"/>
                </a:lnTo>
                <a:lnTo>
                  <a:pt x="680" y="765"/>
                </a:lnTo>
                <a:lnTo>
                  <a:pt x="679" y="765"/>
                </a:lnTo>
                <a:lnTo>
                  <a:pt x="679" y="764"/>
                </a:lnTo>
                <a:lnTo>
                  <a:pt x="679" y="763"/>
                </a:lnTo>
                <a:lnTo>
                  <a:pt x="678" y="762"/>
                </a:lnTo>
                <a:lnTo>
                  <a:pt x="678" y="761"/>
                </a:lnTo>
                <a:lnTo>
                  <a:pt x="677" y="761"/>
                </a:lnTo>
                <a:lnTo>
                  <a:pt x="676" y="760"/>
                </a:lnTo>
                <a:lnTo>
                  <a:pt x="674" y="759"/>
                </a:lnTo>
                <a:lnTo>
                  <a:pt x="671" y="757"/>
                </a:lnTo>
                <a:lnTo>
                  <a:pt x="669" y="757"/>
                </a:lnTo>
                <a:lnTo>
                  <a:pt x="668" y="756"/>
                </a:lnTo>
                <a:lnTo>
                  <a:pt x="667" y="755"/>
                </a:lnTo>
                <a:lnTo>
                  <a:pt x="665" y="754"/>
                </a:lnTo>
                <a:lnTo>
                  <a:pt x="665" y="753"/>
                </a:lnTo>
                <a:lnTo>
                  <a:pt x="665" y="752"/>
                </a:lnTo>
                <a:lnTo>
                  <a:pt x="665" y="750"/>
                </a:lnTo>
                <a:lnTo>
                  <a:pt x="666" y="748"/>
                </a:lnTo>
                <a:lnTo>
                  <a:pt x="666" y="747"/>
                </a:lnTo>
                <a:lnTo>
                  <a:pt x="667" y="747"/>
                </a:lnTo>
                <a:lnTo>
                  <a:pt x="667" y="746"/>
                </a:lnTo>
                <a:lnTo>
                  <a:pt x="666" y="745"/>
                </a:lnTo>
                <a:lnTo>
                  <a:pt x="665" y="745"/>
                </a:lnTo>
                <a:lnTo>
                  <a:pt x="664" y="745"/>
                </a:lnTo>
                <a:lnTo>
                  <a:pt x="663" y="744"/>
                </a:lnTo>
                <a:lnTo>
                  <a:pt x="663" y="743"/>
                </a:lnTo>
                <a:lnTo>
                  <a:pt x="662" y="743"/>
                </a:lnTo>
                <a:lnTo>
                  <a:pt x="661" y="743"/>
                </a:lnTo>
                <a:lnTo>
                  <a:pt x="660" y="743"/>
                </a:lnTo>
                <a:lnTo>
                  <a:pt x="660" y="744"/>
                </a:lnTo>
                <a:lnTo>
                  <a:pt x="660" y="745"/>
                </a:lnTo>
                <a:lnTo>
                  <a:pt x="659" y="745"/>
                </a:lnTo>
                <a:lnTo>
                  <a:pt x="658" y="745"/>
                </a:lnTo>
                <a:lnTo>
                  <a:pt x="657" y="745"/>
                </a:lnTo>
                <a:lnTo>
                  <a:pt x="657" y="748"/>
                </a:lnTo>
                <a:lnTo>
                  <a:pt x="657" y="749"/>
                </a:lnTo>
                <a:lnTo>
                  <a:pt x="655" y="750"/>
                </a:lnTo>
                <a:lnTo>
                  <a:pt x="654" y="750"/>
                </a:lnTo>
                <a:lnTo>
                  <a:pt x="653" y="750"/>
                </a:lnTo>
                <a:lnTo>
                  <a:pt x="651" y="751"/>
                </a:lnTo>
                <a:lnTo>
                  <a:pt x="650" y="752"/>
                </a:lnTo>
                <a:lnTo>
                  <a:pt x="649" y="753"/>
                </a:lnTo>
                <a:lnTo>
                  <a:pt x="648" y="753"/>
                </a:lnTo>
                <a:lnTo>
                  <a:pt x="648" y="752"/>
                </a:lnTo>
                <a:lnTo>
                  <a:pt x="647" y="752"/>
                </a:lnTo>
                <a:lnTo>
                  <a:pt x="646" y="753"/>
                </a:lnTo>
                <a:lnTo>
                  <a:pt x="645" y="753"/>
                </a:lnTo>
                <a:lnTo>
                  <a:pt x="644" y="752"/>
                </a:lnTo>
                <a:lnTo>
                  <a:pt x="642" y="752"/>
                </a:lnTo>
                <a:lnTo>
                  <a:pt x="641" y="752"/>
                </a:lnTo>
                <a:lnTo>
                  <a:pt x="640" y="752"/>
                </a:lnTo>
                <a:lnTo>
                  <a:pt x="638" y="752"/>
                </a:lnTo>
                <a:lnTo>
                  <a:pt x="637" y="753"/>
                </a:lnTo>
                <a:lnTo>
                  <a:pt x="636" y="754"/>
                </a:lnTo>
                <a:lnTo>
                  <a:pt x="635" y="754"/>
                </a:lnTo>
                <a:lnTo>
                  <a:pt x="635" y="755"/>
                </a:lnTo>
                <a:lnTo>
                  <a:pt x="635" y="756"/>
                </a:lnTo>
                <a:lnTo>
                  <a:pt x="635" y="757"/>
                </a:lnTo>
                <a:lnTo>
                  <a:pt x="635" y="758"/>
                </a:lnTo>
                <a:lnTo>
                  <a:pt x="636" y="759"/>
                </a:lnTo>
                <a:lnTo>
                  <a:pt x="636" y="760"/>
                </a:lnTo>
                <a:lnTo>
                  <a:pt x="637" y="761"/>
                </a:lnTo>
                <a:lnTo>
                  <a:pt x="637" y="762"/>
                </a:lnTo>
                <a:lnTo>
                  <a:pt x="636" y="763"/>
                </a:lnTo>
                <a:lnTo>
                  <a:pt x="636" y="764"/>
                </a:lnTo>
                <a:lnTo>
                  <a:pt x="635" y="764"/>
                </a:lnTo>
                <a:lnTo>
                  <a:pt x="633" y="765"/>
                </a:lnTo>
                <a:lnTo>
                  <a:pt x="631" y="765"/>
                </a:lnTo>
                <a:lnTo>
                  <a:pt x="630" y="765"/>
                </a:lnTo>
                <a:lnTo>
                  <a:pt x="629" y="766"/>
                </a:lnTo>
                <a:lnTo>
                  <a:pt x="626" y="767"/>
                </a:lnTo>
                <a:lnTo>
                  <a:pt x="626" y="768"/>
                </a:lnTo>
                <a:lnTo>
                  <a:pt x="626" y="769"/>
                </a:lnTo>
                <a:lnTo>
                  <a:pt x="625" y="770"/>
                </a:lnTo>
                <a:lnTo>
                  <a:pt x="624" y="772"/>
                </a:lnTo>
                <a:lnTo>
                  <a:pt x="624" y="773"/>
                </a:lnTo>
                <a:lnTo>
                  <a:pt x="624" y="774"/>
                </a:lnTo>
                <a:lnTo>
                  <a:pt x="623" y="775"/>
                </a:lnTo>
                <a:lnTo>
                  <a:pt x="623" y="776"/>
                </a:lnTo>
                <a:lnTo>
                  <a:pt x="623" y="777"/>
                </a:lnTo>
                <a:lnTo>
                  <a:pt x="622" y="778"/>
                </a:lnTo>
                <a:lnTo>
                  <a:pt x="621" y="777"/>
                </a:lnTo>
                <a:lnTo>
                  <a:pt x="620" y="777"/>
                </a:lnTo>
                <a:lnTo>
                  <a:pt x="618" y="778"/>
                </a:lnTo>
                <a:lnTo>
                  <a:pt x="617" y="778"/>
                </a:lnTo>
                <a:lnTo>
                  <a:pt x="617" y="779"/>
                </a:lnTo>
                <a:lnTo>
                  <a:pt x="617" y="780"/>
                </a:lnTo>
                <a:lnTo>
                  <a:pt x="617" y="781"/>
                </a:lnTo>
                <a:lnTo>
                  <a:pt x="618" y="781"/>
                </a:lnTo>
                <a:lnTo>
                  <a:pt x="618" y="782"/>
                </a:lnTo>
                <a:lnTo>
                  <a:pt x="618" y="783"/>
                </a:lnTo>
                <a:lnTo>
                  <a:pt x="618" y="784"/>
                </a:lnTo>
                <a:lnTo>
                  <a:pt x="618" y="785"/>
                </a:lnTo>
                <a:lnTo>
                  <a:pt x="619" y="785"/>
                </a:lnTo>
                <a:lnTo>
                  <a:pt x="619" y="786"/>
                </a:lnTo>
                <a:lnTo>
                  <a:pt x="619" y="787"/>
                </a:lnTo>
                <a:lnTo>
                  <a:pt x="619" y="788"/>
                </a:lnTo>
                <a:lnTo>
                  <a:pt x="620" y="789"/>
                </a:lnTo>
                <a:lnTo>
                  <a:pt x="620" y="790"/>
                </a:lnTo>
                <a:lnTo>
                  <a:pt x="620" y="791"/>
                </a:lnTo>
                <a:lnTo>
                  <a:pt x="620" y="792"/>
                </a:lnTo>
                <a:lnTo>
                  <a:pt x="621" y="794"/>
                </a:lnTo>
                <a:lnTo>
                  <a:pt x="621" y="795"/>
                </a:lnTo>
                <a:lnTo>
                  <a:pt x="622" y="795"/>
                </a:lnTo>
                <a:lnTo>
                  <a:pt x="623" y="795"/>
                </a:lnTo>
                <a:lnTo>
                  <a:pt x="625" y="795"/>
                </a:lnTo>
                <a:lnTo>
                  <a:pt x="626" y="795"/>
                </a:lnTo>
                <a:lnTo>
                  <a:pt x="626" y="796"/>
                </a:lnTo>
                <a:lnTo>
                  <a:pt x="626" y="798"/>
                </a:lnTo>
                <a:lnTo>
                  <a:pt x="626" y="799"/>
                </a:lnTo>
                <a:lnTo>
                  <a:pt x="626" y="800"/>
                </a:lnTo>
                <a:lnTo>
                  <a:pt x="626" y="801"/>
                </a:lnTo>
                <a:lnTo>
                  <a:pt x="626" y="802"/>
                </a:lnTo>
                <a:lnTo>
                  <a:pt x="626" y="803"/>
                </a:lnTo>
                <a:lnTo>
                  <a:pt x="625" y="804"/>
                </a:lnTo>
                <a:lnTo>
                  <a:pt x="625" y="805"/>
                </a:lnTo>
                <a:lnTo>
                  <a:pt x="626" y="806"/>
                </a:lnTo>
                <a:lnTo>
                  <a:pt x="626" y="807"/>
                </a:lnTo>
                <a:lnTo>
                  <a:pt x="626" y="808"/>
                </a:lnTo>
                <a:lnTo>
                  <a:pt x="626" y="809"/>
                </a:lnTo>
                <a:lnTo>
                  <a:pt x="626" y="810"/>
                </a:lnTo>
                <a:lnTo>
                  <a:pt x="627" y="811"/>
                </a:lnTo>
                <a:lnTo>
                  <a:pt x="626" y="812"/>
                </a:lnTo>
                <a:lnTo>
                  <a:pt x="626" y="813"/>
                </a:lnTo>
                <a:lnTo>
                  <a:pt x="625" y="813"/>
                </a:lnTo>
                <a:lnTo>
                  <a:pt x="624" y="813"/>
                </a:lnTo>
                <a:lnTo>
                  <a:pt x="623" y="814"/>
                </a:lnTo>
                <a:lnTo>
                  <a:pt x="622" y="815"/>
                </a:lnTo>
                <a:lnTo>
                  <a:pt x="622" y="816"/>
                </a:lnTo>
                <a:lnTo>
                  <a:pt x="624" y="818"/>
                </a:lnTo>
                <a:lnTo>
                  <a:pt x="624" y="819"/>
                </a:lnTo>
                <a:lnTo>
                  <a:pt x="623" y="819"/>
                </a:lnTo>
                <a:lnTo>
                  <a:pt x="622" y="819"/>
                </a:lnTo>
                <a:lnTo>
                  <a:pt x="621" y="819"/>
                </a:lnTo>
                <a:lnTo>
                  <a:pt x="621" y="820"/>
                </a:lnTo>
                <a:lnTo>
                  <a:pt x="620" y="820"/>
                </a:lnTo>
                <a:lnTo>
                  <a:pt x="619" y="820"/>
                </a:lnTo>
                <a:lnTo>
                  <a:pt x="619" y="819"/>
                </a:lnTo>
                <a:lnTo>
                  <a:pt x="618" y="819"/>
                </a:lnTo>
                <a:lnTo>
                  <a:pt x="616" y="818"/>
                </a:lnTo>
                <a:lnTo>
                  <a:pt x="614" y="818"/>
                </a:lnTo>
                <a:lnTo>
                  <a:pt x="614" y="817"/>
                </a:lnTo>
                <a:lnTo>
                  <a:pt x="612" y="817"/>
                </a:lnTo>
                <a:lnTo>
                  <a:pt x="610" y="817"/>
                </a:lnTo>
                <a:lnTo>
                  <a:pt x="610" y="818"/>
                </a:lnTo>
                <a:lnTo>
                  <a:pt x="609" y="818"/>
                </a:lnTo>
                <a:lnTo>
                  <a:pt x="608" y="819"/>
                </a:lnTo>
                <a:lnTo>
                  <a:pt x="607" y="820"/>
                </a:lnTo>
                <a:lnTo>
                  <a:pt x="607" y="821"/>
                </a:lnTo>
                <a:lnTo>
                  <a:pt x="606" y="822"/>
                </a:lnTo>
                <a:lnTo>
                  <a:pt x="606" y="824"/>
                </a:lnTo>
                <a:lnTo>
                  <a:pt x="606" y="825"/>
                </a:lnTo>
                <a:lnTo>
                  <a:pt x="606" y="829"/>
                </a:lnTo>
                <a:lnTo>
                  <a:pt x="606" y="830"/>
                </a:lnTo>
                <a:lnTo>
                  <a:pt x="605" y="830"/>
                </a:lnTo>
                <a:lnTo>
                  <a:pt x="605" y="831"/>
                </a:lnTo>
                <a:lnTo>
                  <a:pt x="604" y="831"/>
                </a:lnTo>
                <a:lnTo>
                  <a:pt x="603" y="831"/>
                </a:lnTo>
                <a:lnTo>
                  <a:pt x="602" y="831"/>
                </a:lnTo>
                <a:lnTo>
                  <a:pt x="601" y="831"/>
                </a:lnTo>
                <a:lnTo>
                  <a:pt x="600" y="831"/>
                </a:lnTo>
                <a:lnTo>
                  <a:pt x="599" y="831"/>
                </a:lnTo>
                <a:lnTo>
                  <a:pt x="598" y="830"/>
                </a:lnTo>
                <a:lnTo>
                  <a:pt x="597" y="830"/>
                </a:lnTo>
                <a:lnTo>
                  <a:pt x="597" y="831"/>
                </a:lnTo>
                <a:lnTo>
                  <a:pt x="596" y="831"/>
                </a:lnTo>
                <a:lnTo>
                  <a:pt x="595" y="831"/>
                </a:lnTo>
                <a:lnTo>
                  <a:pt x="593" y="832"/>
                </a:lnTo>
                <a:lnTo>
                  <a:pt x="592" y="832"/>
                </a:lnTo>
                <a:lnTo>
                  <a:pt x="592" y="833"/>
                </a:lnTo>
                <a:lnTo>
                  <a:pt x="591" y="833"/>
                </a:lnTo>
                <a:lnTo>
                  <a:pt x="589" y="833"/>
                </a:lnTo>
                <a:lnTo>
                  <a:pt x="587" y="833"/>
                </a:lnTo>
                <a:lnTo>
                  <a:pt x="587" y="834"/>
                </a:lnTo>
                <a:lnTo>
                  <a:pt x="586" y="834"/>
                </a:lnTo>
                <a:lnTo>
                  <a:pt x="584" y="834"/>
                </a:lnTo>
                <a:lnTo>
                  <a:pt x="583" y="834"/>
                </a:lnTo>
                <a:lnTo>
                  <a:pt x="583" y="833"/>
                </a:lnTo>
                <a:lnTo>
                  <a:pt x="582" y="833"/>
                </a:lnTo>
                <a:lnTo>
                  <a:pt x="581" y="832"/>
                </a:lnTo>
                <a:lnTo>
                  <a:pt x="581" y="831"/>
                </a:lnTo>
                <a:lnTo>
                  <a:pt x="580" y="831"/>
                </a:lnTo>
                <a:lnTo>
                  <a:pt x="580" y="832"/>
                </a:lnTo>
                <a:lnTo>
                  <a:pt x="579" y="832"/>
                </a:lnTo>
                <a:lnTo>
                  <a:pt x="578" y="833"/>
                </a:lnTo>
                <a:lnTo>
                  <a:pt x="577" y="833"/>
                </a:lnTo>
                <a:lnTo>
                  <a:pt x="577" y="834"/>
                </a:lnTo>
                <a:lnTo>
                  <a:pt x="576" y="834"/>
                </a:lnTo>
                <a:lnTo>
                  <a:pt x="575" y="835"/>
                </a:lnTo>
                <a:lnTo>
                  <a:pt x="574" y="835"/>
                </a:lnTo>
                <a:lnTo>
                  <a:pt x="574" y="836"/>
                </a:lnTo>
                <a:lnTo>
                  <a:pt x="573" y="836"/>
                </a:lnTo>
                <a:lnTo>
                  <a:pt x="572" y="836"/>
                </a:lnTo>
                <a:lnTo>
                  <a:pt x="571" y="836"/>
                </a:lnTo>
                <a:lnTo>
                  <a:pt x="571" y="835"/>
                </a:lnTo>
                <a:lnTo>
                  <a:pt x="570" y="835"/>
                </a:lnTo>
                <a:lnTo>
                  <a:pt x="570" y="834"/>
                </a:lnTo>
                <a:lnTo>
                  <a:pt x="569" y="833"/>
                </a:lnTo>
                <a:lnTo>
                  <a:pt x="568" y="833"/>
                </a:lnTo>
                <a:lnTo>
                  <a:pt x="567" y="833"/>
                </a:lnTo>
                <a:lnTo>
                  <a:pt x="567" y="832"/>
                </a:lnTo>
                <a:lnTo>
                  <a:pt x="566" y="832"/>
                </a:lnTo>
                <a:lnTo>
                  <a:pt x="565" y="833"/>
                </a:lnTo>
                <a:lnTo>
                  <a:pt x="564" y="833"/>
                </a:lnTo>
                <a:lnTo>
                  <a:pt x="563" y="834"/>
                </a:lnTo>
                <a:lnTo>
                  <a:pt x="562" y="834"/>
                </a:lnTo>
                <a:lnTo>
                  <a:pt x="560" y="835"/>
                </a:lnTo>
                <a:lnTo>
                  <a:pt x="559" y="835"/>
                </a:lnTo>
                <a:lnTo>
                  <a:pt x="558" y="835"/>
                </a:lnTo>
                <a:lnTo>
                  <a:pt x="557" y="836"/>
                </a:lnTo>
                <a:lnTo>
                  <a:pt x="557" y="837"/>
                </a:lnTo>
                <a:lnTo>
                  <a:pt x="557" y="838"/>
                </a:lnTo>
                <a:lnTo>
                  <a:pt x="557" y="840"/>
                </a:lnTo>
                <a:lnTo>
                  <a:pt x="557" y="841"/>
                </a:lnTo>
                <a:lnTo>
                  <a:pt x="557" y="842"/>
                </a:lnTo>
                <a:lnTo>
                  <a:pt x="555" y="844"/>
                </a:lnTo>
                <a:lnTo>
                  <a:pt x="554" y="844"/>
                </a:lnTo>
                <a:lnTo>
                  <a:pt x="554" y="845"/>
                </a:lnTo>
                <a:lnTo>
                  <a:pt x="553" y="845"/>
                </a:lnTo>
                <a:lnTo>
                  <a:pt x="552" y="846"/>
                </a:lnTo>
                <a:lnTo>
                  <a:pt x="551" y="847"/>
                </a:lnTo>
                <a:lnTo>
                  <a:pt x="550" y="847"/>
                </a:lnTo>
                <a:lnTo>
                  <a:pt x="549" y="848"/>
                </a:lnTo>
                <a:lnTo>
                  <a:pt x="549" y="849"/>
                </a:lnTo>
                <a:lnTo>
                  <a:pt x="549" y="850"/>
                </a:lnTo>
                <a:lnTo>
                  <a:pt x="548" y="851"/>
                </a:lnTo>
                <a:lnTo>
                  <a:pt x="548" y="852"/>
                </a:lnTo>
                <a:lnTo>
                  <a:pt x="547" y="852"/>
                </a:lnTo>
                <a:lnTo>
                  <a:pt x="544" y="852"/>
                </a:lnTo>
                <a:lnTo>
                  <a:pt x="543" y="852"/>
                </a:lnTo>
                <a:lnTo>
                  <a:pt x="542" y="852"/>
                </a:lnTo>
                <a:lnTo>
                  <a:pt x="541" y="852"/>
                </a:lnTo>
                <a:lnTo>
                  <a:pt x="540" y="853"/>
                </a:lnTo>
                <a:lnTo>
                  <a:pt x="539" y="853"/>
                </a:lnTo>
                <a:lnTo>
                  <a:pt x="539" y="854"/>
                </a:lnTo>
                <a:lnTo>
                  <a:pt x="537" y="854"/>
                </a:lnTo>
                <a:lnTo>
                  <a:pt x="537" y="855"/>
                </a:lnTo>
                <a:lnTo>
                  <a:pt x="536" y="856"/>
                </a:lnTo>
                <a:lnTo>
                  <a:pt x="536" y="857"/>
                </a:lnTo>
                <a:lnTo>
                  <a:pt x="535" y="857"/>
                </a:lnTo>
                <a:lnTo>
                  <a:pt x="535" y="858"/>
                </a:lnTo>
                <a:lnTo>
                  <a:pt x="535" y="859"/>
                </a:lnTo>
                <a:lnTo>
                  <a:pt x="534" y="859"/>
                </a:lnTo>
                <a:lnTo>
                  <a:pt x="533" y="859"/>
                </a:lnTo>
                <a:lnTo>
                  <a:pt x="532" y="859"/>
                </a:lnTo>
                <a:lnTo>
                  <a:pt x="531" y="860"/>
                </a:lnTo>
                <a:lnTo>
                  <a:pt x="529" y="860"/>
                </a:lnTo>
                <a:lnTo>
                  <a:pt x="528" y="861"/>
                </a:lnTo>
                <a:lnTo>
                  <a:pt x="526" y="861"/>
                </a:lnTo>
                <a:lnTo>
                  <a:pt x="525" y="861"/>
                </a:lnTo>
                <a:lnTo>
                  <a:pt x="524" y="862"/>
                </a:lnTo>
                <a:lnTo>
                  <a:pt x="523" y="862"/>
                </a:lnTo>
                <a:lnTo>
                  <a:pt x="522" y="863"/>
                </a:lnTo>
                <a:lnTo>
                  <a:pt x="521" y="864"/>
                </a:lnTo>
                <a:lnTo>
                  <a:pt x="521" y="865"/>
                </a:lnTo>
                <a:lnTo>
                  <a:pt x="521" y="866"/>
                </a:lnTo>
                <a:lnTo>
                  <a:pt x="520" y="866"/>
                </a:lnTo>
                <a:lnTo>
                  <a:pt x="519" y="866"/>
                </a:lnTo>
                <a:lnTo>
                  <a:pt x="518" y="866"/>
                </a:lnTo>
                <a:lnTo>
                  <a:pt x="517" y="867"/>
                </a:lnTo>
                <a:lnTo>
                  <a:pt x="516" y="867"/>
                </a:lnTo>
                <a:lnTo>
                  <a:pt x="515" y="867"/>
                </a:lnTo>
                <a:lnTo>
                  <a:pt x="514" y="868"/>
                </a:lnTo>
                <a:lnTo>
                  <a:pt x="514" y="869"/>
                </a:lnTo>
                <a:lnTo>
                  <a:pt x="512" y="869"/>
                </a:lnTo>
                <a:lnTo>
                  <a:pt x="511" y="869"/>
                </a:lnTo>
                <a:lnTo>
                  <a:pt x="510" y="869"/>
                </a:lnTo>
                <a:lnTo>
                  <a:pt x="509" y="870"/>
                </a:lnTo>
                <a:lnTo>
                  <a:pt x="508" y="870"/>
                </a:lnTo>
                <a:lnTo>
                  <a:pt x="507" y="870"/>
                </a:lnTo>
                <a:lnTo>
                  <a:pt x="507" y="871"/>
                </a:lnTo>
                <a:lnTo>
                  <a:pt x="506" y="871"/>
                </a:lnTo>
                <a:lnTo>
                  <a:pt x="505" y="872"/>
                </a:lnTo>
                <a:lnTo>
                  <a:pt x="504" y="872"/>
                </a:lnTo>
                <a:lnTo>
                  <a:pt x="502" y="872"/>
                </a:lnTo>
                <a:lnTo>
                  <a:pt x="500" y="872"/>
                </a:lnTo>
                <a:lnTo>
                  <a:pt x="500" y="873"/>
                </a:lnTo>
                <a:lnTo>
                  <a:pt x="498" y="873"/>
                </a:lnTo>
                <a:lnTo>
                  <a:pt x="497" y="873"/>
                </a:lnTo>
                <a:lnTo>
                  <a:pt x="497" y="874"/>
                </a:lnTo>
                <a:lnTo>
                  <a:pt x="497" y="875"/>
                </a:lnTo>
                <a:lnTo>
                  <a:pt x="496" y="875"/>
                </a:lnTo>
                <a:lnTo>
                  <a:pt x="495" y="875"/>
                </a:lnTo>
                <a:lnTo>
                  <a:pt x="493" y="875"/>
                </a:lnTo>
                <a:lnTo>
                  <a:pt x="492" y="875"/>
                </a:lnTo>
                <a:lnTo>
                  <a:pt x="491" y="875"/>
                </a:lnTo>
                <a:lnTo>
                  <a:pt x="491" y="874"/>
                </a:lnTo>
                <a:lnTo>
                  <a:pt x="490" y="874"/>
                </a:lnTo>
                <a:lnTo>
                  <a:pt x="488" y="874"/>
                </a:lnTo>
                <a:lnTo>
                  <a:pt x="487" y="875"/>
                </a:lnTo>
                <a:lnTo>
                  <a:pt x="486" y="876"/>
                </a:lnTo>
                <a:lnTo>
                  <a:pt x="485" y="876"/>
                </a:lnTo>
                <a:lnTo>
                  <a:pt x="484" y="876"/>
                </a:lnTo>
                <a:lnTo>
                  <a:pt x="483" y="876"/>
                </a:lnTo>
                <a:lnTo>
                  <a:pt x="481" y="874"/>
                </a:lnTo>
                <a:lnTo>
                  <a:pt x="480" y="874"/>
                </a:lnTo>
                <a:lnTo>
                  <a:pt x="479" y="874"/>
                </a:lnTo>
                <a:lnTo>
                  <a:pt x="478" y="874"/>
                </a:lnTo>
                <a:lnTo>
                  <a:pt x="478" y="875"/>
                </a:lnTo>
                <a:lnTo>
                  <a:pt x="477" y="876"/>
                </a:lnTo>
                <a:lnTo>
                  <a:pt x="476" y="877"/>
                </a:lnTo>
                <a:lnTo>
                  <a:pt x="476" y="878"/>
                </a:lnTo>
                <a:lnTo>
                  <a:pt x="475" y="878"/>
                </a:lnTo>
                <a:lnTo>
                  <a:pt x="474" y="879"/>
                </a:lnTo>
                <a:lnTo>
                  <a:pt x="474" y="880"/>
                </a:lnTo>
                <a:lnTo>
                  <a:pt x="473" y="880"/>
                </a:lnTo>
                <a:lnTo>
                  <a:pt x="472" y="880"/>
                </a:lnTo>
                <a:lnTo>
                  <a:pt x="472" y="879"/>
                </a:lnTo>
                <a:lnTo>
                  <a:pt x="471" y="879"/>
                </a:lnTo>
                <a:lnTo>
                  <a:pt x="470" y="879"/>
                </a:lnTo>
                <a:lnTo>
                  <a:pt x="469" y="878"/>
                </a:lnTo>
                <a:lnTo>
                  <a:pt x="467" y="878"/>
                </a:lnTo>
                <a:lnTo>
                  <a:pt x="466" y="879"/>
                </a:lnTo>
                <a:lnTo>
                  <a:pt x="466" y="880"/>
                </a:lnTo>
                <a:lnTo>
                  <a:pt x="466" y="881"/>
                </a:lnTo>
                <a:lnTo>
                  <a:pt x="466" y="882"/>
                </a:lnTo>
                <a:lnTo>
                  <a:pt x="467" y="882"/>
                </a:lnTo>
                <a:lnTo>
                  <a:pt x="468" y="882"/>
                </a:lnTo>
                <a:lnTo>
                  <a:pt x="468" y="883"/>
                </a:lnTo>
                <a:lnTo>
                  <a:pt x="469" y="883"/>
                </a:lnTo>
                <a:lnTo>
                  <a:pt x="469" y="884"/>
                </a:lnTo>
                <a:lnTo>
                  <a:pt x="470" y="885"/>
                </a:lnTo>
                <a:lnTo>
                  <a:pt x="470" y="886"/>
                </a:lnTo>
                <a:lnTo>
                  <a:pt x="472" y="889"/>
                </a:lnTo>
                <a:lnTo>
                  <a:pt x="473" y="890"/>
                </a:lnTo>
                <a:lnTo>
                  <a:pt x="473" y="891"/>
                </a:lnTo>
                <a:lnTo>
                  <a:pt x="474" y="891"/>
                </a:lnTo>
                <a:lnTo>
                  <a:pt x="475" y="891"/>
                </a:lnTo>
                <a:lnTo>
                  <a:pt x="475" y="892"/>
                </a:lnTo>
                <a:lnTo>
                  <a:pt x="475" y="893"/>
                </a:lnTo>
                <a:lnTo>
                  <a:pt x="476" y="894"/>
                </a:lnTo>
                <a:lnTo>
                  <a:pt x="476" y="895"/>
                </a:lnTo>
                <a:lnTo>
                  <a:pt x="475" y="895"/>
                </a:lnTo>
                <a:lnTo>
                  <a:pt x="475" y="896"/>
                </a:lnTo>
                <a:lnTo>
                  <a:pt x="476" y="897"/>
                </a:lnTo>
                <a:lnTo>
                  <a:pt x="476" y="898"/>
                </a:lnTo>
                <a:lnTo>
                  <a:pt x="477" y="899"/>
                </a:lnTo>
                <a:lnTo>
                  <a:pt x="477" y="900"/>
                </a:lnTo>
                <a:lnTo>
                  <a:pt x="477" y="901"/>
                </a:lnTo>
                <a:lnTo>
                  <a:pt x="476" y="902"/>
                </a:lnTo>
                <a:lnTo>
                  <a:pt x="476" y="903"/>
                </a:lnTo>
                <a:lnTo>
                  <a:pt x="476" y="904"/>
                </a:lnTo>
                <a:lnTo>
                  <a:pt x="476" y="905"/>
                </a:lnTo>
                <a:lnTo>
                  <a:pt x="476" y="906"/>
                </a:lnTo>
                <a:lnTo>
                  <a:pt x="476" y="907"/>
                </a:lnTo>
                <a:lnTo>
                  <a:pt x="476" y="908"/>
                </a:lnTo>
                <a:lnTo>
                  <a:pt x="475" y="910"/>
                </a:lnTo>
                <a:lnTo>
                  <a:pt x="474" y="910"/>
                </a:lnTo>
                <a:lnTo>
                  <a:pt x="474" y="911"/>
                </a:lnTo>
                <a:lnTo>
                  <a:pt x="473" y="911"/>
                </a:lnTo>
                <a:lnTo>
                  <a:pt x="473" y="912"/>
                </a:lnTo>
                <a:lnTo>
                  <a:pt x="474" y="912"/>
                </a:lnTo>
                <a:lnTo>
                  <a:pt x="474" y="913"/>
                </a:lnTo>
                <a:lnTo>
                  <a:pt x="474" y="914"/>
                </a:lnTo>
                <a:lnTo>
                  <a:pt x="473" y="915"/>
                </a:lnTo>
                <a:lnTo>
                  <a:pt x="473" y="916"/>
                </a:lnTo>
                <a:lnTo>
                  <a:pt x="472" y="916"/>
                </a:lnTo>
                <a:lnTo>
                  <a:pt x="472" y="917"/>
                </a:lnTo>
                <a:lnTo>
                  <a:pt x="472" y="918"/>
                </a:lnTo>
                <a:lnTo>
                  <a:pt x="472" y="919"/>
                </a:lnTo>
                <a:lnTo>
                  <a:pt x="471" y="919"/>
                </a:lnTo>
                <a:lnTo>
                  <a:pt x="471" y="920"/>
                </a:lnTo>
                <a:lnTo>
                  <a:pt x="470" y="920"/>
                </a:lnTo>
                <a:lnTo>
                  <a:pt x="469" y="920"/>
                </a:lnTo>
                <a:lnTo>
                  <a:pt x="469" y="919"/>
                </a:lnTo>
                <a:lnTo>
                  <a:pt x="468" y="919"/>
                </a:lnTo>
                <a:lnTo>
                  <a:pt x="467" y="919"/>
                </a:lnTo>
                <a:lnTo>
                  <a:pt x="466" y="920"/>
                </a:lnTo>
                <a:lnTo>
                  <a:pt x="466" y="921"/>
                </a:lnTo>
                <a:lnTo>
                  <a:pt x="465" y="921"/>
                </a:lnTo>
                <a:lnTo>
                  <a:pt x="465" y="922"/>
                </a:lnTo>
                <a:lnTo>
                  <a:pt x="465" y="923"/>
                </a:lnTo>
                <a:lnTo>
                  <a:pt x="465" y="924"/>
                </a:lnTo>
                <a:lnTo>
                  <a:pt x="465" y="925"/>
                </a:lnTo>
                <a:lnTo>
                  <a:pt x="464" y="926"/>
                </a:lnTo>
                <a:lnTo>
                  <a:pt x="463" y="926"/>
                </a:lnTo>
                <a:lnTo>
                  <a:pt x="462" y="926"/>
                </a:lnTo>
                <a:lnTo>
                  <a:pt x="461" y="926"/>
                </a:lnTo>
                <a:lnTo>
                  <a:pt x="461" y="927"/>
                </a:lnTo>
                <a:lnTo>
                  <a:pt x="461" y="928"/>
                </a:lnTo>
                <a:lnTo>
                  <a:pt x="460" y="928"/>
                </a:lnTo>
                <a:lnTo>
                  <a:pt x="460" y="929"/>
                </a:lnTo>
                <a:lnTo>
                  <a:pt x="459" y="930"/>
                </a:lnTo>
                <a:lnTo>
                  <a:pt x="458" y="930"/>
                </a:lnTo>
                <a:lnTo>
                  <a:pt x="456" y="930"/>
                </a:lnTo>
                <a:lnTo>
                  <a:pt x="456" y="931"/>
                </a:lnTo>
                <a:lnTo>
                  <a:pt x="455" y="931"/>
                </a:lnTo>
                <a:lnTo>
                  <a:pt x="454" y="931"/>
                </a:lnTo>
                <a:lnTo>
                  <a:pt x="453" y="931"/>
                </a:lnTo>
                <a:lnTo>
                  <a:pt x="453" y="932"/>
                </a:lnTo>
                <a:lnTo>
                  <a:pt x="452" y="932"/>
                </a:lnTo>
                <a:lnTo>
                  <a:pt x="451" y="932"/>
                </a:lnTo>
                <a:lnTo>
                  <a:pt x="451" y="933"/>
                </a:lnTo>
                <a:lnTo>
                  <a:pt x="450" y="933"/>
                </a:lnTo>
                <a:lnTo>
                  <a:pt x="450" y="934"/>
                </a:lnTo>
                <a:lnTo>
                  <a:pt x="449" y="934"/>
                </a:lnTo>
                <a:lnTo>
                  <a:pt x="448" y="935"/>
                </a:lnTo>
                <a:lnTo>
                  <a:pt x="448" y="936"/>
                </a:lnTo>
                <a:lnTo>
                  <a:pt x="448" y="937"/>
                </a:lnTo>
                <a:lnTo>
                  <a:pt x="448" y="938"/>
                </a:lnTo>
                <a:lnTo>
                  <a:pt x="447" y="939"/>
                </a:lnTo>
                <a:lnTo>
                  <a:pt x="447" y="940"/>
                </a:lnTo>
                <a:lnTo>
                  <a:pt x="447" y="941"/>
                </a:lnTo>
                <a:lnTo>
                  <a:pt x="446" y="941"/>
                </a:lnTo>
                <a:lnTo>
                  <a:pt x="446" y="942"/>
                </a:lnTo>
                <a:lnTo>
                  <a:pt x="445" y="943"/>
                </a:lnTo>
                <a:lnTo>
                  <a:pt x="445" y="944"/>
                </a:lnTo>
                <a:lnTo>
                  <a:pt x="444" y="944"/>
                </a:lnTo>
                <a:lnTo>
                  <a:pt x="444" y="945"/>
                </a:lnTo>
                <a:lnTo>
                  <a:pt x="443" y="945"/>
                </a:lnTo>
                <a:lnTo>
                  <a:pt x="442" y="945"/>
                </a:lnTo>
                <a:lnTo>
                  <a:pt x="441" y="945"/>
                </a:lnTo>
                <a:lnTo>
                  <a:pt x="441" y="944"/>
                </a:lnTo>
                <a:lnTo>
                  <a:pt x="440" y="944"/>
                </a:lnTo>
                <a:lnTo>
                  <a:pt x="440" y="943"/>
                </a:lnTo>
                <a:lnTo>
                  <a:pt x="439" y="943"/>
                </a:lnTo>
                <a:lnTo>
                  <a:pt x="439" y="942"/>
                </a:lnTo>
                <a:lnTo>
                  <a:pt x="438" y="942"/>
                </a:lnTo>
                <a:lnTo>
                  <a:pt x="437" y="942"/>
                </a:lnTo>
                <a:lnTo>
                  <a:pt x="437" y="941"/>
                </a:lnTo>
                <a:lnTo>
                  <a:pt x="438" y="941"/>
                </a:lnTo>
                <a:lnTo>
                  <a:pt x="437" y="940"/>
                </a:lnTo>
                <a:lnTo>
                  <a:pt x="437" y="939"/>
                </a:lnTo>
                <a:lnTo>
                  <a:pt x="436" y="939"/>
                </a:lnTo>
                <a:lnTo>
                  <a:pt x="435" y="938"/>
                </a:lnTo>
                <a:lnTo>
                  <a:pt x="434" y="938"/>
                </a:lnTo>
                <a:lnTo>
                  <a:pt x="434" y="937"/>
                </a:lnTo>
                <a:lnTo>
                  <a:pt x="433" y="937"/>
                </a:lnTo>
                <a:lnTo>
                  <a:pt x="432" y="937"/>
                </a:lnTo>
                <a:lnTo>
                  <a:pt x="432" y="936"/>
                </a:lnTo>
                <a:lnTo>
                  <a:pt x="431" y="935"/>
                </a:lnTo>
                <a:lnTo>
                  <a:pt x="431" y="934"/>
                </a:lnTo>
                <a:lnTo>
                  <a:pt x="430" y="934"/>
                </a:lnTo>
                <a:lnTo>
                  <a:pt x="430" y="933"/>
                </a:lnTo>
                <a:lnTo>
                  <a:pt x="430" y="932"/>
                </a:lnTo>
                <a:lnTo>
                  <a:pt x="430" y="931"/>
                </a:lnTo>
                <a:lnTo>
                  <a:pt x="429" y="931"/>
                </a:lnTo>
                <a:lnTo>
                  <a:pt x="429" y="930"/>
                </a:lnTo>
                <a:lnTo>
                  <a:pt x="429" y="928"/>
                </a:lnTo>
                <a:lnTo>
                  <a:pt x="428" y="928"/>
                </a:lnTo>
                <a:lnTo>
                  <a:pt x="428" y="927"/>
                </a:lnTo>
                <a:lnTo>
                  <a:pt x="429" y="927"/>
                </a:lnTo>
                <a:lnTo>
                  <a:pt x="428" y="927"/>
                </a:lnTo>
                <a:lnTo>
                  <a:pt x="428" y="926"/>
                </a:lnTo>
                <a:lnTo>
                  <a:pt x="427" y="926"/>
                </a:lnTo>
                <a:lnTo>
                  <a:pt x="426" y="927"/>
                </a:lnTo>
                <a:lnTo>
                  <a:pt x="422" y="927"/>
                </a:lnTo>
                <a:lnTo>
                  <a:pt x="421" y="927"/>
                </a:lnTo>
                <a:lnTo>
                  <a:pt x="420" y="927"/>
                </a:lnTo>
                <a:lnTo>
                  <a:pt x="419" y="927"/>
                </a:lnTo>
                <a:lnTo>
                  <a:pt x="418" y="927"/>
                </a:lnTo>
                <a:lnTo>
                  <a:pt x="418" y="926"/>
                </a:lnTo>
                <a:lnTo>
                  <a:pt x="417" y="926"/>
                </a:lnTo>
                <a:lnTo>
                  <a:pt x="416" y="926"/>
                </a:lnTo>
                <a:lnTo>
                  <a:pt x="415" y="926"/>
                </a:lnTo>
                <a:lnTo>
                  <a:pt x="414" y="926"/>
                </a:lnTo>
                <a:lnTo>
                  <a:pt x="414" y="927"/>
                </a:lnTo>
                <a:lnTo>
                  <a:pt x="413" y="927"/>
                </a:lnTo>
                <a:lnTo>
                  <a:pt x="413" y="928"/>
                </a:lnTo>
                <a:lnTo>
                  <a:pt x="412" y="929"/>
                </a:lnTo>
                <a:lnTo>
                  <a:pt x="411" y="929"/>
                </a:lnTo>
                <a:lnTo>
                  <a:pt x="410" y="930"/>
                </a:lnTo>
                <a:lnTo>
                  <a:pt x="409" y="930"/>
                </a:lnTo>
                <a:lnTo>
                  <a:pt x="409" y="931"/>
                </a:lnTo>
                <a:lnTo>
                  <a:pt x="408" y="931"/>
                </a:lnTo>
                <a:lnTo>
                  <a:pt x="407" y="931"/>
                </a:lnTo>
                <a:lnTo>
                  <a:pt x="407" y="932"/>
                </a:lnTo>
                <a:lnTo>
                  <a:pt x="406" y="932"/>
                </a:lnTo>
                <a:lnTo>
                  <a:pt x="404" y="932"/>
                </a:lnTo>
                <a:lnTo>
                  <a:pt x="403" y="932"/>
                </a:lnTo>
                <a:lnTo>
                  <a:pt x="402" y="932"/>
                </a:lnTo>
                <a:lnTo>
                  <a:pt x="402" y="931"/>
                </a:lnTo>
                <a:lnTo>
                  <a:pt x="401" y="931"/>
                </a:lnTo>
                <a:lnTo>
                  <a:pt x="400" y="931"/>
                </a:lnTo>
                <a:lnTo>
                  <a:pt x="400" y="930"/>
                </a:lnTo>
                <a:lnTo>
                  <a:pt x="399" y="930"/>
                </a:lnTo>
                <a:lnTo>
                  <a:pt x="398" y="929"/>
                </a:lnTo>
                <a:lnTo>
                  <a:pt x="397" y="929"/>
                </a:lnTo>
                <a:lnTo>
                  <a:pt x="396" y="928"/>
                </a:lnTo>
                <a:lnTo>
                  <a:pt x="396" y="927"/>
                </a:lnTo>
                <a:lnTo>
                  <a:pt x="395" y="927"/>
                </a:lnTo>
                <a:lnTo>
                  <a:pt x="395" y="926"/>
                </a:lnTo>
                <a:lnTo>
                  <a:pt x="395" y="925"/>
                </a:lnTo>
                <a:lnTo>
                  <a:pt x="394" y="925"/>
                </a:lnTo>
                <a:lnTo>
                  <a:pt x="393" y="925"/>
                </a:lnTo>
                <a:lnTo>
                  <a:pt x="393" y="924"/>
                </a:lnTo>
                <a:lnTo>
                  <a:pt x="392" y="924"/>
                </a:lnTo>
                <a:lnTo>
                  <a:pt x="391" y="924"/>
                </a:lnTo>
                <a:lnTo>
                  <a:pt x="390" y="924"/>
                </a:lnTo>
                <a:lnTo>
                  <a:pt x="390" y="923"/>
                </a:lnTo>
                <a:lnTo>
                  <a:pt x="389" y="923"/>
                </a:lnTo>
                <a:lnTo>
                  <a:pt x="389" y="922"/>
                </a:lnTo>
                <a:lnTo>
                  <a:pt x="389" y="921"/>
                </a:lnTo>
                <a:lnTo>
                  <a:pt x="388" y="921"/>
                </a:lnTo>
                <a:lnTo>
                  <a:pt x="387" y="921"/>
                </a:lnTo>
                <a:lnTo>
                  <a:pt x="387" y="920"/>
                </a:lnTo>
                <a:lnTo>
                  <a:pt x="386" y="920"/>
                </a:lnTo>
                <a:lnTo>
                  <a:pt x="386" y="919"/>
                </a:lnTo>
                <a:lnTo>
                  <a:pt x="385" y="919"/>
                </a:lnTo>
                <a:lnTo>
                  <a:pt x="385" y="918"/>
                </a:lnTo>
                <a:lnTo>
                  <a:pt x="384" y="918"/>
                </a:lnTo>
                <a:lnTo>
                  <a:pt x="383" y="918"/>
                </a:lnTo>
                <a:lnTo>
                  <a:pt x="382" y="918"/>
                </a:lnTo>
                <a:lnTo>
                  <a:pt x="381" y="917"/>
                </a:lnTo>
                <a:lnTo>
                  <a:pt x="380" y="917"/>
                </a:lnTo>
                <a:lnTo>
                  <a:pt x="379" y="917"/>
                </a:lnTo>
                <a:lnTo>
                  <a:pt x="378" y="917"/>
                </a:lnTo>
                <a:lnTo>
                  <a:pt x="377" y="917"/>
                </a:lnTo>
                <a:lnTo>
                  <a:pt x="376" y="917"/>
                </a:lnTo>
                <a:lnTo>
                  <a:pt x="376" y="918"/>
                </a:lnTo>
                <a:lnTo>
                  <a:pt x="374" y="918"/>
                </a:lnTo>
                <a:lnTo>
                  <a:pt x="374" y="917"/>
                </a:lnTo>
                <a:lnTo>
                  <a:pt x="373" y="917"/>
                </a:lnTo>
                <a:lnTo>
                  <a:pt x="372" y="917"/>
                </a:lnTo>
                <a:lnTo>
                  <a:pt x="371" y="917"/>
                </a:lnTo>
                <a:lnTo>
                  <a:pt x="370" y="917"/>
                </a:lnTo>
                <a:lnTo>
                  <a:pt x="369" y="917"/>
                </a:lnTo>
                <a:lnTo>
                  <a:pt x="369" y="916"/>
                </a:lnTo>
                <a:lnTo>
                  <a:pt x="368" y="916"/>
                </a:lnTo>
                <a:lnTo>
                  <a:pt x="368" y="915"/>
                </a:lnTo>
                <a:lnTo>
                  <a:pt x="367" y="915"/>
                </a:lnTo>
                <a:lnTo>
                  <a:pt x="367" y="914"/>
                </a:lnTo>
                <a:lnTo>
                  <a:pt x="367" y="913"/>
                </a:lnTo>
                <a:lnTo>
                  <a:pt x="367" y="912"/>
                </a:lnTo>
                <a:lnTo>
                  <a:pt x="366" y="912"/>
                </a:lnTo>
                <a:lnTo>
                  <a:pt x="366" y="911"/>
                </a:lnTo>
                <a:lnTo>
                  <a:pt x="365" y="911"/>
                </a:lnTo>
                <a:lnTo>
                  <a:pt x="364" y="911"/>
                </a:lnTo>
                <a:lnTo>
                  <a:pt x="364" y="910"/>
                </a:lnTo>
                <a:lnTo>
                  <a:pt x="363" y="910"/>
                </a:lnTo>
                <a:lnTo>
                  <a:pt x="363" y="911"/>
                </a:lnTo>
                <a:lnTo>
                  <a:pt x="362" y="911"/>
                </a:lnTo>
                <a:lnTo>
                  <a:pt x="361" y="911"/>
                </a:lnTo>
                <a:lnTo>
                  <a:pt x="361" y="912"/>
                </a:lnTo>
                <a:lnTo>
                  <a:pt x="360" y="912"/>
                </a:lnTo>
                <a:lnTo>
                  <a:pt x="360" y="913"/>
                </a:lnTo>
                <a:lnTo>
                  <a:pt x="359" y="913"/>
                </a:lnTo>
                <a:lnTo>
                  <a:pt x="356" y="913"/>
                </a:lnTo>
                <a:lnTo>
                  <a:pt x="356" y="912"/>
                </a:lnTo>
                <a:lnTo>
                  <a:pt x="356" y="913"/>
                </a:lnTo>
                <a:lnTo>
                  <a:pt x="356" y="912"/>
                </a:lnTo>
                <a:lnTo>
                  <a:pt x="355" y="912"/>
                </a:lnTo>
                <a:lnTo>
                  <a:pt x="354" y="912"/>
                </a:lnTo>
                <a:lnTo>
                  <a:pt x="353" y="912"/>
                </a:lnTo>
                <a:lnTo>
                  <a:pt x="352" y="912"/>
                </a:lnTo>
                <a:lnTo>
                  <a:pt x="351" y="912"/>
                </a:lnTo>
                <a:lnTo>
                  <a:pt x="350" y="912"/>
                </a:lnTo>
                <a:lnTo>
                  <a:pt x="350" y="911"/>
                </a:lnTo>
                <a:lnTo>
                  <a:pt x="349" y="911"/>
                </a:lnTo>
                <a:lnTo>
                  <a:pt x="348" y="911"/>
                </a:lnTo>
                <a:lnTo>
                  <a:pt x="347" y="911"/>
                </a:lnTo>
                <a:lnTo>
                  <a:pt x="346" y="911"/>
                </a:lnTo>
                <a:lnTo>
                  <a:pt x="346" y="910"/>
                </a:lnTo>
                <a:lnTo>
                  <a:pt x="345" y="910"/>
                </a:lnTo>
                <a:lnTo>
                  <a:pt x="345" y="909"/>
                </a:lnTo>
                <a:lnTo>
                  <a:pt x="345" y="905"/>
                </a:lnTo>
                <a:lnTo>
                  <a:pt x="344" y="905"/>
                </a:lnTo>
                <a:lnTo>
                  <a:pt x="344" y="904"/>
                </a:lnTo>
                <a:lnTo>
                  <a:pt x="344" y="903"/>
                </a:lnTo>
                <a:lnTo>
                  <a:pt x="343" y="903"/>
                </a:lnTo>
                <a:lnTo>
                  <a:pt x="343" y="902"/>
                </a:lnTo>
                <a:lnTo>
                  <a:pt x="342" y="902"/>
                </a:lnTo>
                <a:lnTo>
                  <a:pt x="341" y="902"/>
                </a:lnTo>
                <a:lnTo>
                  <a:pt x="341" y="901"/>
                </a:lnTo>
                <a:lnTo>
                  <a:pt x="340" y="901"/>
                </a:lnTo>
                <a:lnTo>
                  <a:pt x="340" y="900"/>
                </a:lnTo>
                <a:lnTo>
                  <a:pt x="339" y="900"/>
                </a:lnTo>
                <a:lnTo>
                  <a:pt x="340" y="899"/>
                </a:lnTo>
                <a:lnTo>
                  <a:pt x="339" y="899"/>
                </a:lnTo>
                <a:lnTo>
                  <a:pt x="339" y="898"/>
                </a:lnTo>
                <a:lnTo>
                  <a:pt x="338" y="898"/>
                </a:lnTo>
                <a:lnTo>
                  <a:pt x="338" y="897"/>
                </a:lnTo>
                <a:lnTo>
                  <a:pt x="338" y="896"/>
                </a:lnTo>
                <a:lnTo>
                  <a:pt x="338" y="894"/>
                </a:lnTo>
                <a:lnTo>
                  <a:pt x="337" y="894"/>
                </a:lnTo>
                <a:lnTo>
                  <a:pt x="337" y="893"/>
                </a:lnTo>
                <a:lnTo>
                  <a:pt x="337" y="892"/>
                </a:lnTo>
                <a:lnTo>
                  <a:pt x="337" y="891"/>
                </a:lnTo>
                <a:lnTo>
                  <a:pt x="337" y="890"/>
                </a:lnTo>
                <a:lnTo>
                  <a:pt x="336" y="890"/>
                </a:lnTo>
                <a:lnTo>
                  <a:pt x="336" y="889"/>
                </a:lnTo>
                <a:lnTo>
                  <a:pt x="336" y="888"/>
                </a:lnTo>
                <a:lnTo>
                  <a:pt x="336" y="887"/>
                </a:lnTo>
                <a:lnTo>
                  <a:pt x="335" y="887"/>
                </a:lnTo>
                <a:lnTo>
                  <a:pt x="333" y="886"/>
                </a:lnTo>
                <a:lnTo>
                  <a:pt x="332" y="885"/>
                </a:lnTo>
                <a:lnTo>
                  <a:pt x="331" y="885"/>
                </a:lnTo>
                <a:lnTo>
                  <a:pt x="330" y="885"/>
                </a:lnTo>
                <a:lnTo>
                  <a:pt x="329" y="885"/>
                </a:lnTo>
                <a:lnTo>
                  <a:pt x="328" y="884"/>
                </a:lnTo>
                <a:lnTo>
                  <a:pt x="326" y="884"/>
                </a:lnTo>
                <a:lnTo>
                  <a:pt x="326" y="883"/>
                </a:lnTo>
                <a:lnTo>
                  <a:pt x="324" y="883"/>
                </a:lnTo>
                <a:lnTo>
                  <a:pt x="322" y="883"/>
                </a:lnTo>
                <a:lnTo>
                  <a:pt x="321" y="883"/>
                </a:lnTo>
                <a:lnTo>
                  <a:pt x="320" y="884"/>
                </a:lnTo>
                <a:lnTo>
                  <a:pt x="319" y="884"/>
                </a:lnTo>
                <a:lnTo>
                  <a:pt x="318" y="884"/>
                </a:lnTo>
                <a:lnTo>
                  <a:pt x="316" y="885"/>
                </a:lnTo>
                <a:lnTo>
                  <a:pt x="316" y="886"/>
                </a:lnTo>
                <a:lnTo>
                  <a:pt x="315" y="886"/>
                </a:lnTo>
                <a:lnTo>
                  <a:pt x="315" y="887"/>
                </a:lnTo>
                <a:lnTo>
                  <a:pt x="314" y="887"/>
                </a:lnTo>
                <a:lnTo>
                  <a:pt x="310" y="887"/>
                </a:lnTo>
                <a:lnTo>
                  <a:pt x="309" y="887"/>
                </a:lnTo>
                <a:lnTo>
                  <a:pt x="308" y="887"/>
                </a:lnTo>
                <a:lnTo>
                  <a:pt x="307" y="886"/>
                </a:lnTo>
                <a:lnTo>
                  <a:pt x="306" y="886"/>
                </a:lnTo>
                <a:lnTo>
                  <a:pt x="305" y="886"/>
                </a:lnTo>
                <a:lnTo>
                  <a:pt x="303" y="886"/>
                </a:lnTo>
                <a:lnTo>
                  <a:pt x="302" y="886"/>
                </a:lnTo>
                <a:lnTo>
                  <a:pt x="302" y="885"/>
                </a:lnTo>
                <a:lnTo>
                  <a:pt x="301" y="884"/>
                </a:lnTo>
                <a:lnTo>
                  <a:pt x="301" y="883"/>
                </a:lnTo>
                <a:lnTo>
                  <a:pt x="301" y="882"/>
                </a:lnTo>
                <a:lnTo>
                  <a:pt x="301" y="881"/>
                </a:lnTo>
                <a:lnTo>
                  <a:pt x="302" y="881"/>
                </a:lnTo>
                <a:lnTo>
                  <a:pt x="302" y="880"/>
                </a:lnTo>
                <a:lnTo>
                  <a:pt x="302" y="879"/>
                </a:lnTo>
                <a:lnTo>
                  <a:pt x="301" y="879"/>
                </a:lnTo>
                <a:lnTo>
                  <a:pt x="300" y="878"/>
                </a:lnTo>
                <a:lnTo>
                  <a:pt x="299" y="879"/>
                </a:lnTo>
                <a:lnTo>
                  <a:pt x="298" y="879"/>
                </a:lnTo>
                <a:lnTo>
                  <a:pt x="297" y="879"/>
                </a:lnTo>
                <a:lnTo>
                  <a:pt x="297" y="878"/>
                </a:lnTo>
                <a:lnTo>
                  <a:pt x="297" y="877"/>
                </a:lnTo>
                <a:lnTo>
                  <a:pt x="297" y="876"/>
                </a:lnTo>
                <a:lnTo>
                  <a:pt x="296" y="876"/>
                </a:lnTo>
                <a:lnTo>
                  <a:pt x="296" y="875"/>
                </a:lnTo>
                <a:lnTo>
                  <a:pt x="296" y="876"/>
                </a:lnTo>
                <a:lnTo>
                  <a:pt x="294" y="876"/>
                </a:lnTo>
                <a:lnTo>
                  <a:pt x="294" y="875"/>
                </a:lnTo>
                <a:lnTo>
                  <a:pt x="293" y="875"/>
                </a:lnTo>
                <a:lnTo>
                  <a:pt x="293" y="874"/>
                </a:lnTo>
                <a:lnTo>
                  <a:pt x="293" y="873"/>
                </a:lnTo>
                <a:lnTo>
                  <a:pt x="292" y="873"/>
                </a:lnTo>
                <a:lnTo>
                  <a:pt x="290" y="873"/>
                </a:lnTo>
                <a:lnTo>
                  <a:pt x="289" y="873"/>
                </a:lnTo>
                <a:lnTo>
                  <a:pt x="288" y="873"/>
                </a:lnTo>
                <a:lnTo>
                  <a:pt x="288" y="874"/>
                </a:lnTo>
                <a:lnTo>
                  <a:pt x="287" y="874"/>
                </a:lnTo>
                <a:lnTo>
                  <a:pt x="286" y="874"/>
                </a:lnTo>
                <a:lnTo>
                  <a:pt x="285" y="876"/>
                </a:lnTo>
                <a:lnTo>
                  <a:pt x="285" y="877"/>
                </a:lnTo>
                <a:lnTo>
                  <a:pt x="284" y="878"/>
                </a:lnTo>
                <a:lnTo>
                  <a:pt x="283" y="879"/>
                </a:lnTo>
                <a:lnTo>
                  <a:pt x="283" y="880"/>
                </a:lnTo>
                <a:lnTo>
                  <a:pt x="282" y="880"/>
                </a:lnTo>
                <a:lnTo>
                  <a:pt x="281" y="880"/>
                </a:lnTo>
                <a:lnTo>
                  <a:pt x="281" y="879"/>
                </a:lnTo>
                <a:lnTo>
                  <a:pt x="280" y="879"/>
                </a:lnTo>
                <a:lnTo>
                  <a:pt x="279" y="879"/>
                </a:lnTo>
                <a:lnTo>
                  <a:pt x="278" y="879"/>
                </a:lnTo>
                <a:lnTo>
                  <a:pt x="278" y="880"/>
                </a:lnTo>
                <a:lnTo>
                  <a:pt x="277" y="880"/>
                </a:lnTo>
                <a:lnTo>
                  <a:pt x="277" y="881"/>
                </a:lnTo>
                <a:lnTo>
                  <a:pt x="277" y="882"/>
                </a:lnTo>
                <a:lnTo>
                  <a:pt x="276" y="882"/>
                </a:lnTo>
                <a:lnTo>
                  <a:pt x="276" y="883"/>
                </a:lnTo>
                <a:lnTo>
                  <a:pt x="275" y="883"/>
                </a:lnTo>
                <a:lnTo>
                  <a:pt x="274" y="883"/>
                </a:lnTo>
                <a:lnTo>
                  <a:pt x="273" y="884"/>
                </a:lnTo>
                <a:lnTo>
                  <a:pt x="272" y="885"/>
                </a:lnTo>
                <a:lnTo>
                  <a:pt x="271" y="885"/>
                </a:lnTo>
                <a:lnTo>
                  <a:pt x="271" y="886"/>
                </a:lnTo>
                <a:lnTo>
                  <a:pt x="270" y="886"/>
                </a:lnTo>
                <a:lnTo>
                  <a:pt x="269" y="887"/>
                </a:lnTo>
                <a:lnTo>
                  <a:pt x="269" y="888"/>
                </a:lnTo>
                <a:lnTo>
                  <a:pt x="268" y="889"/>
                </a:lnTo>
                <a:lnTo>
                  <a:pt x="267" y="889"/>
                </a:lnTo>
                <a:lnTo>
                  <a:pt x="267" y="890"/>
                </a:lnTo>
                <a:lnTo>
                  <a:pt x="266" y="890"/>
                </a:lnTo>
                <a:lnTo>
                  <a:pt x="266" y="891"/>
                </a:lnTo>
                <a:lnTo>
                  <a:pt x="267" y="891"/>
                </a:lnTo>
                <a:lnTo>
                  <a:pt x="267" y="892"/>
                </a:lnTo>
                <a:lnTo>
                  <a:pt x="266" y="892"/>
                </a:lnTo>
                <a:lnTo>
                  <a:pt x="266" y="893"/>
                </a:lnTo>
                <a:lnTo>
                  <a:pt x="265" y="895"/>
                </a:lnTo>
                <a:lnTo>
                  <a:pt x="264" y="895"/>
                </a:lnTo>
                <a:lnTo>
                  <a:pt x="264" y="896"/>
                </a:lnTo>
                <a:lnTo>
                  <a:pt x="262" y="897"/>
                </a:lnTo>
                <a:lnTo>
                  <a:pt x="261" y="897"/>
                </a:lnTo>
                <a:lnTo>
                  <a:pt x="260" y="898"/>
                </a:lnTo>
                <a:lnTo>
                  <a:pt x="260" y="899"/>
                </a:lnTo>
                <a:lnTo>
                  <a:pt x="260" y="900"/>
                </a:lnTo>
                <a:lnTo>
                  <a:pt x="261" y="900"/>
                </a:lnTo>
                <a:lnTo>
                  <a:pt x="261" y="901"/>
                </a:lnTo>
                <a:lnTo>
                  <a:pt x="261" y="902"/>
                </a:lnTo>
                <a:lnTo>
                  <a:pt x="261" y="903"/>
                </a:lnTo>
                <a:lnTo>
                  <a:pt x="260" y="903"/>
                </a:lnTo>
                <a:lnTo>
                  <a:pt x="260" y="904"/>
                </a:lnTo>
                <a:lnTo>
                  <a:pt x="260" y="905"/>
                </a:lnTo>
                <a:lnTo>
                  <a:pt x="260" y="906"/>
                </a:lnTo>
                <a:lnTo>
                  <a:pt x="260" y="907"/>
                </a:lnTo>
                <a:lnTo>
                  <a:pt x="259" y="907"/>
                </a:lnTo>
                <a:lnTo>
                  <a:pt x="259" y="908"/>
                </a:lnTo>
                <a:lnTo>
                  <a:pt x="258" y="908"/>
                </a:lnTo>
                <a:lnTo>
                  <a:pt x="258" y="909"/>
                </a:lnTo>
                <a:lnTo>
                  <a:pt x="258" y="910"/>
                </a:lnTo>
                <a:lnTo>
                  <a:pt x="259" y="910"/>
                </a:lnTo>
                <a:lnTo>
                  <a:pt x="259" y="911"/>
                </a:lnTo>
                <a:lnTo>
                  <a:pt x="259" y="912"/>
                </a:lnTo>
                <a:lnTo>
                  <a:pt x="259" y="913"/>
                </a:lnTo>
                <a:lnTo>
                  <a:pt x="259" y="914"/>
                </a:lnTo>
                <a:lnTo>
                  <a:pt x="260" y="914"/>
                </a:lnTo>
                <a:lnTo>
                  <a:pt x="260" y="915"/>
                </a:lnTo>
                <a:lnTo>
                  <a:pt x="259" y="915"/>
                </a:lnTo>
                <a:lnTo>
                  <a:pt x="257" y="915"/>
                </a:lnTo>
                <a:lnTo>
                  <a:pt x="256" y="915"/>
                </a:lnTo>
                <a:lnTo>
                  <a:pt x="255" y="915"/>
                </a:lnTo>
                <a:lnTo>
                  <a:pt x="255" y="916"/>
                </a:lnTo>
                <a:lnTo>
                  <a:pt x="254" y="916"/>
                </a:lnTo>
                <a:lnTo>
                  <a:pt x="254" y="917"/>
                </a:lnTo>
                <a:lnTo>
                  <a:pt x="253" y="917"/>
                </a:lnTo>
                <a:lnTo>
                  <a:pt x="252" y="917"/>
                </a:lnTo>
                <a:lnTo>
                  <a:pt x="250" y="919"/>
                </a:lnTo>
                <a:lnTo>
                  <a:pt x="248" y="919"/>
                </a:lnTo>
                <a:lnTo>
                  <a:pt x="246" y="919"/>
                </a:lnTo>
                <a:lnTo>
                  <a:pt x="245" y="919"/>
                </a:lnTo>
                <a:lnTo>
                  <a:pt x="245" y="920"/>
                </a:lnTo>
                <a:lnTo>
                  <a:pt x="243" y="920"/>
                </a:lnTo>
                <a:lnTo>
                  <a:pt x="243" y="919"/>
                </a:lnTo>
                <a:lnTo>
                  <a:pt x="243" y="920"/>
                </a:lnTo>
                <a:lnTo>
                  <a:pt x="242" y="920"/>
                </a:lnTo>
                <a:lnTo>
                  <a:pt x="241" y="920"/>
                </a:lnTo>
                <a:lnTo>
                  <a:pt x="240" y="921"/>
                </a:lnTo>
                <a:lnTo>
                  <a:pt x="239" y="921"/>
                </a:lnTo>
                <a:lnTo>
                  <a:pt x="237" y="921"/>
                </a:lnTo>
                <a:lnTo>
                  <a:pt x="236" y="921"/>
                </a:lnTo>
                <a:lnTo>
                  <a:pt x="235" y="921"/>
                </a:lnTo>
                <a:lnTo>
                  <a:pt x="235" y="922"/>
                </a:lnTo>
                <a:lnTo>
                  <a:pt x="234" y="922"/>
                </a:lnTo>
                <a:lnTo>
                  <a:pt x="233" y="923"/>
                </a:lnTo>
                <a:lnTo>
                  <a:pt x="232" y="923"/>
                </a:lnTo>
                <a:lnTo>
                  <a:pt x="231" y="924"/>
                </a:lnTo>
                <a:lnTo>
                  <a:pt x="230" y="925"/>
                </a:lnTo>
                <a:lnTo>
                  <a:pt x="229" y="926"/>
                </a:lnTo>
                <a:lnTo>
                  <a:pt x="228" y="927"/>
                </a:lnTo>
                <a:lnTo>
                  <a:pt x="228" y="928"/>
                </a:lnTo>
                <a:lnTo>
                  <a:pt x="228" y="929"/>
                </a:lnTo>
                <a:lnTo>
                  <a:pt x="228" y="930"/>
                </a:lnTo>
                <a:lnTo>
                  <a:pt x="228" y="932"/>
                </a:lnTo>
                <a:lnTo>
                  <a:pt x="227" y="932"/>
                </a:lnTo>
                <a:lnTo>
                  <a:pt x="227" y="933"/>
                </a:lnTo>
                <a:lnTo>
                  <a:pt x="226" y="934"/>
                </a:lnTo>
                <a:lnTo>
                  <a:pt x="226" y="935"/>
                </a:lnTo>
                <a:lnTo>
                  <a:pt x="225" y="935"/>
                </a:lnTo>
                <a:lnTo>
                  <a:pt x="225" y="937"/>
                </a:lnTo>
                <a:lnTo>
                  <a:pt x="224" y="937"/>
                </a:lnTo>
                <a:lnTo>
                  <a:pt x="224" y="938"/>
                </a:lnTo>
                <a:lnTo>
                  <a:pt x="223" y="938"/>
                </a:lnTo>
                <a:lnTo>
                  <a:pt x="222" y="938"/>
                </a:lnTo>
                <a:lnTo>
                  <a:pt x="221" y="938"/>
                </a:lnTo>
                <a:lnTo>
                  <a:pt x="221" y="939"/>
                </a:lnTo>
                <a:lnTo>
                  <a:pt x="220" y="939"/>
                </a:lnTo>
                <a:lnTo>
                  <a:pt x="219" y="939"/>
                </a:lnTo>
                <a:lnTo>
                  <a:pt x="219" y="938"/>
                </a:lnTo>
                <a:lnTo>
                  <a:pt x="218" y="938"/>
                </a:lnTo>
                <a:lnTo>
                  <a:pt x="218" y="939"/>
                </a:lnTo>
                <a:lnTo>
                  <a:pt x="217" y="939"/>
                </a:lnTo>
                <a:lnTo>
                  <a:pt x="217" y="940"/>
                </a:lnTo>
                <a:lnTo>
                  <a:pt x="216" y="940"/>
                </a:lnTo>
                <a:lnTo>
                  <a:pt x="215" y="940"/>
                </a:lnTo>
                <a:lnTo>
                  <a:pt x="214" y="940"/>
                </a:lnTo>
                <a:lnTo>
                  <a:pt x="213" y="940"/>
                </a:lnTo>
                <a:lnTo>
                  <a:pt x="212" y="940"/>
                </a:lnTo>
                <a:lnTo>
                  <a:pt x="210" y="941"/>
                </a:lnTo>
                <a:lnTo>
                  <a:pt x="209" y="941"/>
                </a:lnTo>
                <a:lnTo>
                  <a:pt x="208" y="942"/>
                </a:lnTo>
                <a:lnTo>
                  <a:pt x="207" y="943"/>
                </a:lnTo>
                <a:lnTo>
                  <a:pt x="207" y="944"/>
                </a:lnTo>
                <a:lnTo>
                  <a:pt x="207" y="945"/>
                </a:lnTo>
                <a:lnTo>
                  <a:pt x="207" y="946"/>
                </a:lnTo>
                <a:lnTo>
                  <a:pt x="206" y="947"/>
                </a:lnTo>
                <a:lnTo>
                  <a:pt x="206" y="948"/>
                </a:lnTo>
                <a:lnTo>
                  <a:pt x="205" y="949"/>
                </a:lnTo>
                <a:lnTo>
                  <a:pt x="204" y="949"/>
                </a:lnTo>
                <a:lnTo>
                  <a:pt x="202" y="949"/>
                </a:lnTo>
                <a:lnTo>
                  <a:pt x="201" y="949"/>
                </a:lnTo>
                <a:lnTo>
                  <a:pt x="200" y="948"/>
                </a:lnTo>
                <a:lnTo>
                  <a:pt x="199" y="948"/>
                </a:lnTo>
                <a:lnTo>
                  <a:pt x="198" y="947"/>
                </a:lnTo>
                <a:lnTo>
                  <a:pt x="197" y="946"/>
                </a:lnTo>
                <a:lnTo>
                  <a:pt x="197" y="945"/>
                </a:lnTo>
                <a:lnTo>
                  <a:pt x="198" y="945"/>
                </a:lnTo>
                <a:lnTo>
                  <a:pt x="198" y="944"/>
                </a:lnTo>
                <a:lnTo>
                  <a:pt x="198" y="943"/>
                </a:lnTo>
                <a:lnTo>
                  <a:pt x="197" y="943"/>
                </a:lnTo>
                <a:lnTo>
                  <a:pt x="196" y="942"/>
                </a:lnTo>
                <a:lnTo>
                  <a:pt x="194" y="942"/>
                </a:lnTo>
                <a:lnTo>
                  <a:pt x="193" y="942"/>
                </a:lnTo>
                <a:lnTo>
                  <a:pt x="191" y="942"/>
                </a:lnTo>
                <a:lnTo>
                  <a:pt x="189" y="941"/>
                </a:lnTo>
                <a:lnTo>
                  <a:pt x="188" y="941"/>
                </a:lnTo>
                <a:lnTo>
                  <a:pt x="186" y="941"/>
                </a:lnTo>
                <a:lnTo>
                  <a:pt x="185" y="941"/>
                </a:lnTo>
                <a:lnTo>
                  <a:pt x="184" y="941"/>
                </a:lnTo>
                <a:lnTo>
                  <a:pt x="184" y="940"/>
                </a:lnTo>
                <a:lnTo>
                  <a:pt x="182" y="937"/>
                </a:lnTo>
                <a:lnTo>
                  <a:pt x="179" y="934"/>
                </a:lnTo>
                <a:lnTo>
                  <a:pt x="179" y="932"/>
                </a:lnTo>
                <a:lnTo>
                  <a:pt x="178" y="931"/>
                </a:lnTo>
                <a:lnTo>
                  <a:pt x="177" y="930"/>
                </a:lnTo>
                <a:lnTo>
                  <a:pt x="176" y="930"/>
                </a:lnTo>
                <a:lnTo>
                  <a:pt x="174" y="930"/>
                </a:lnTo>
                <a:lnTo>
                  <a:pt x="173" y="929"/>
                </a:lnTo>
                <a:lnTo>
                  <a:pt x="173" y="928"/>
                </a:lnTo>
                <a:lnTo>
                  <a:pt x="172" y="927"/>
                </a:lnTo>
                <a:lnTo>
                  <a:pt x="171" y="927"/>
                </a:lnTo>
                <a:lnTo>
                  <a:pt x="169" y="927"/>
                </a:lnTo>
                <a:lnTo>
                  <a:pt x="167" y="926"/>
                </a:lnTo>
                <a:lnTo>
                  <a:pt x="166" y="926"/>
                </a:lnTo>
                <a:lnTo>
                  <a:pt x="166" y="925"/>
                </a:lnTo>
                <a:lnTo>
                  <a:pt x="166" y="924"/>
                </a:lnTo>
                <a:lnTo>
                  <a:pt x="167" y="923"/>
                </a:lnTo>
                <a:lnTo>
                  <a:pt x="168" y="921"/>
                </a:lnTo>
                <a:lnTo>
                  <a:pt x="168" y="920"/>
                </a:lnTo>
                <a:lnTo>
                  <a:pt x="168" y="919"/>
                </a:lnTo>
                <a:lnTo>
                  <a:pt x="168" y="918"/>
                </a:lnTo>
                <a:lnTo>
                  <a:pt x="169" y="918"/>
                </a:lnTo>
                <a:lnTo>
                  <a:pt x="169" y="917"/>
                </a:lnTo>
                <a:lnTo>
                  <a:pt x="169" y="916"/>
                </a:lnTo>
                <a:lnTo>
                  <a:pt x="168" y="915"/>
                </a:lnTo>
                <a:lnTo>
                  <a:pt x="168" y="914"/>
                </a:lnTo>
                <a:lnTo>
                  <a:pt x="167" y="914"/>
                </a:lnTo>
                <a:lnTo>
                  <a:pt x="167" y="913"/>
                </a:lnTo>
                <a:lnTo>
                  <a:pt x="167" y="912"/>
                </a:lnTo>
                <a:lnTo>
                  <a:pt x="168" y="911"/>
                </a:lnTo>
                <a:lnTo>
                  <a:pt x="168" y="909"/>
                </a:lnTo>
                <a:lnTo>
                  <a:pt x="169" y="907"/>
                </a:lnTo>
                <a:lnTo>
                  <a:pt x="170" y="907"/>
                </a:lnTo>
                <a:lnTo>
                  <a:pt x="172" y="905"/>
                </a:lnTo>
                <a:lnTo>
                  <a:pt x="174" y="903"/>
                </a:lnTo>
                <a:lnTo>
                  <a:pt x="174" y="902"/>
                </a:lnTo>
                <a:lnTo>
                  <a:pt x="174" y="901"/>
                </a:lnTo>
                <a:lnTo>
                  <a:pt x="177" y="898"/>
                </a:lnTo>
                <a:lnTo>
                  <a:pt x="178" y="895"/>
                </a:lnTo>
                <a:lnTo>
                  <a:pt x="180" y="894"/>
                </a:lnTo>
                <a:lnTo>
                  <a:pt x="181" y="893"/>
                </a:lnTo>
                <a:lnTo>
                  <a:pt x="183" y="893"/>
                </a:lnTo>
                <a:lnTo>
                  <a:pt x="184" y="893"/>
                </a:lnTo>
                <a:lnTo>
                  <a:pt x="184" y="892"/>
                </a:lnTo>
                <a:lnTo>
                  <a:pt x="185" y="892"/>
                </a:lnTo>
                <a:lnTo>
                  <a:pt x="186" y="891"/>
                </a:lnTo>
                <a:lnTo>
                  <a:pt x="186" y="890"/>
                </a:lnTo>
                <a:lnTo>
                  <a:pt x="186" y="889"/>
                </a:lnTo>
                <a:lnTo>
                  <a:pt x="186" y="888"/>
                </a:lnTo>
                <a:lnTo>
                  <a:pt x="187" y="887"/>
                </a:lnTo>
                <a:lnTo>
                  <a:pt x="188" y="886"/>
                </a:lnTo>
                <a:lnTo>
                  <a:pt x="188" y="885"/>
                </a:lnTo>
                <a:lnTo>
                  <a:pt x="189" y="884"/>
                </a:lnTo>
                <a:lnTo>
                  <a:pt x="189" y="883"/>
                </a:lnTo>
                <a:lnTo>
                  <a:pt x="190" y="882"/>
                </a:lnTo>
                <a:lnTo>
                  <a:pt x="191" y="882"/>
                </a:lnTo>
                <a:lnTo>
                  <a:pt x="191" y="881"/>
                </a:lnTo>
                <a:lnTo>
                  <a:pt x="191" y="880"/>
                </a:lnTo>
                <a:lnTo>
                  <a:pt x="191" y="879"/>
                </a:lnTo>
                <a:lnTo>
                  <a:pt x="191" y="878"/>
                </a:lnTo>
                <a:lnTo>
                  <a:pt x="193" y="877"/>
                </a:lnTo>
                <a:lnTo>
                  <a:pt x="194" y="877"/>
                </a:lnTo>
                <a:lnTo>
                  <a:pt x="195" y="877"/>
                </a:lnTo>
                <a:lnTo>
                  <a:pt x="195" y="876"/>
                </a:lnTo>
                <a:lnTo>
                  <a:pt x="195" y="875"/>
                </a:lnTo>
                <a:lnTo>
                  <a:pt x="195" y="874"/>
                </a:lnTo>
                <a:lnTo>
                  <a:pt x="196" y="874"/>
                </a:lnTo>
                <a:lnTo>
                  <a:pt x="198" y="873"/>
                </a:lnTo>
                <a:lnTo>
                  <a:pt x="199" y="873"/>
                </a:lnTo>
                <a:lnTo>
                  <a:pt x="200" y="872"/>
                </a:lnTo>
                <a:lnTo>
                  <a:pt x="200" y="871"/>
                </a:lnTo>
                <a:lnTo>
                  <a:pt x="199" y="870"/>
                </a:lnTo>
                <a:lnTo>
                  <a:pt x="199" y="869"/>
                </a:lnTo>
                <a:lnTo>
                  <a:pt x="199" y="868"/>
                </a:lnTo>
                <a:lnTo>
                  <a:pt x="199" y="866"/>
                </a:lnTo>
                <a:lnTo>
                  <a:pt x="198" y="865"/>
                </a:lnTo>
                <a:lnTo>
                  <a:pt x="198" y="864"/>
                </a:lnTo>
                <a:lnTo>
                  <a:pt x="197" y="863"/>
                </a:lnTo>
                <a:lnTo>
                  <a:pt x="196" y="862"/>
                </a:lnTo>
                <a:lnTo>
                  <a:pt x="195" y="860"/>
                </a:lnTo>
                <a:lnTo>
                  <a:pt x="194" y="860"/>
                </a:lnTo>
                <a:lnTo>
                  <a:pt x="193" y="860"/>
                </a:lnTo>
                <a:lnTo>
                  <a:pt x="192" y="859"/>
                </a:lnTo>
                <a:lnTo>
                  <a:pt x="189" y="859"/>
                </a:lnTo>
                <a:lnTo>
                  <a:pt x="188" y="860"/>
                </a:lnTo>
                <a:lnTo>
                  <a:pt x="187" y="860"/>
                </a:lnTo>
                <a:lnTo>
                  <a:pt x="186" y="860"/>
                </a:lnTo>
                <a:lnTo>
                  <a:pt x="185" y="860"/>
                </a:lnTo>
                <a:lnTo>
                  <a:pt x="184" y="860"/>
                </a:lnTo>
                <a:lnTo>
                  <a:pt x="183" y="860"/>
                </a:lnTo>
                <a:lnTo>
                  <a:pt x="183" y="859"/>
                </a:lnTo>
                <a:lnTo>
                  <a:pt x="184" y="859"/>
                </a:lnTo>
                <a:lnTo>
                  <a:pt x="186" y="859"/>
                </a:lnTo>
                <a:lnTo>
                  <a:pt x="187" y="859"/>
                </a:lnTo>
                <a:lnTo>
                  <a:pt x="190" y="859"/>
                </a:lnTo>
                <a:lnTo>
                  <a:pt x="192" y="858"/>
                </a:lnTo>
                <a:lnTo>
                  <a:pt x="193" y="857"/>
                </a:lnTo>
                <a:lnTo>
                  <a:pt x="194" y="857"/>
                </a:lnTo>
                <a:lnTo>
                  <a:pt x="194" y="856"/>
                </a:lnTo>
                <a:lnTo>
                  <a:pt x="195" y="856"/>
                </a:lnTo>
                <a:lnTo>
                  <a:pt x="195" y="855"/>
                </a:lnTo>
                <a:lnTo>
                  <a:pt x="195" y="854"/>
                </a:lnTo>
                <a:lnTo>
                  <a:pt x="195" y="852"/>
                </a:lnTo>
                <a:lnTo>
                  <a:pt x="196" y="851"/>
                </a:lnTo>
                <a:lnTo>
                  <a:pt x="196" y="850"/>
                </a:lnTo>
                <a:lnTo>
                  <a:pt x="197" y="848"/>
                </a:lnTo>
                <a:lnTo>
                  <a:pt x="197" y="847"/>
                </a:lnTo>
                <a:lnTo>
                  <a:pt x="197" y="846"/>
                </a:lnTo>
                <a:lnTo>
                  <a:pt x="198" y="846"/>
                </a:lnTo>
                <a:lnTo>
                  <a:pt x="198" y="845"/>
                </a:lnTo>
                <a:lnTo>
                  <a:pt x="200" y="844"/>
                </a:lnTo>
                <a:lnTo>
                  <a:pt x="201" y="843"/>
                </a:lnTo>
                <a:lnTo>
                  <a:pt x="201" y="842"/>
                </a:lnTo>
                <a:lnTo>
                  <a:pt x="201" y="841"/>
                </a:lnTo>
                <a:lnTo>
                  <a:pt x="201" y="840"/>
                </a:lnTo>
                <a:lnTo>
                  <a:pt x="202" y="839"/>
                </a:lnTo>
                <a:lnTo>
                  <a:pt x="204" y="837"/>
                </a:lnTo>
                <a:lnTo>
                  <a:pt x="204" y="836"/>
                </a:lnTo>
                <a:lnTo>
                  <a:pt x="204" y="834"/>
                </a:lnTo>
                <a:lnTo>
                  <a:pt x="203" y="833"/>
                </a:lnTo>
                <a:lnTo>
                  <a:pt x="202" y="832"/>
                </a:lnTo>
                <a:lnTo>
                  <a:pt x="203" y="832"/>
                </a:lnTo>
                <a:lnTo>
                  <a:pt x="203" y="831"/>
                </a:lnTo>
                <a:lnTo>
                  <a:pt x="204" y="830"/>
                </a:lnTo>
                <a:lnTo>
                  <a:pt x="205" y="829"/>
                </a:lnTo>
                <a:lnTo>
                  <a:pt x="206" y="829"/>
                </a:lnTo>
                <a:lnTo>
                  <a:pt x="207" y="829"/>
                </a:lnTo>
                <a:lnTo>
                  <a:pt x="208" y="829"/>
                </a:lnTo>
                <a:lnTo>
                  <a:pt x="209" y="829"/>
                </a:lnTo>
                <a:lnTo>
                  <a:pt x="211" y="831"/>
                </a:lnTo>
                <a:lnTo>
                  <a:pt x="211" y="832"/>
                </a:lnTo>
                <a:lnTo>
                  <a:pt x="212" y="834"/>
                </a:lnTo>
                <a:lnTo>
                  <a:pt x="216" y="838"/>
                </a:lnTo>
                <a:lnTo>
                  <a:pt x="218" y="839"/>
                </a:lnTo>
                <a:lnTo>
                  <a:pt x="219" y="839"/>
                </a:lnTo>
                <a:lnTo>
                  <a:pt x="219" y="838"/>
                </a:lnTo>
                <a:lnTo>
                  <a:pt x="220" y="838"/>
                </a:lnTo>
                <a:lnTo>
                  <a:pt x="220" y="837"/>
                </a:lnTo>
                <a:lnTo>
                  <a:pt x="219" y="836"/>
                </a:lnTo>
                <a:lnTo>
                  <a:pt x="219" y="835"/>
                </a:lnTo>
                <a:lnTo>
                  <a:pt x="218" y="834"/>
                </a:lnTo>
                <a:lnTo>
                  <a:pt x="218" y="833"/>
                </a:lnTo>
                <a:lnTo>
                  <a:pt x="218" y="832"/>
                </a:lnTo>
                <a:lnTo>
                  <a:pt x="219" y="831"/>
                </a:lnTo>
                <a:lnTo>
                  <a:pt x="218" y="829"/>
                </a:lnTo>
                <a:lnTo>
                  <a:pt x="218" y="826"/>
                </a:lnTo>
                <a:lnTo>
                  <a:pt x="218" y="825"/>
                </a:lnTo>
                <a:lnTo>
                  <a:pt x="219" y="824"/>
                </a:lnTo>
                <a:lnTo>
                  <a:pt x="220" y="824"/>
                </a:lnTo>
                <a:lnTo>
                  <a:pt x="221" y="824"/>
                </a:lnTo>
                <a:lnTo>
                  <a:pt x="221" y="823"/>
                </a:lnTo>
                <a:lnTo>
                  <a:pt x="222" y="823"/>
                </a:lnTo>
                <a:lnTo>
                  <a:pt x="221" y="823"/>
                </a:lnTo>
                <a:lnTo>
                  <a:pt x="220" y="820"/>
                </a:lnTo>
                <a:lnTo>
                  <a:pt x="220" y="819"/>
                </a:lnTo>
                <a:lnTo>
                  <a:pt x="220" y="818"/>
                </a:lnTo>
                <a:lnTo>
                  <a:pt x="219" y="817"/>
                </a:lnTo>
                <a:lnTo>
                  <a:pt x="218" y="818"/>
                </a:lnTo>
                <a:lnTo>
                  <a:pt x="217" y="818"/>
                </a:lnTo>
                <a:lnTo>
                  <a:pt x="216" y="820"/>
                </a:lnTo>
                <a:lnTo>
                  <a:pt x="215" y="820"/>
                </a:lnTo>
                <a:lnTo>
                  <a:pt x="215" y="819"/>
                </a:lnTo>
                <a:lnTo>
                  <a:pt x="214" y="819"/>
                </a:lnTo>
                <a:lnTo>
                  <a:pt x="214" y="818"/>
                </a:lnTo>
                <a:lnTo>
                  <a:pt x="213" y="818"/>
                </a:lnTo>
                <a:lnTo>
                  <a:pt x="213" y="817"/>
                </a:lnTo>
                <a:lnTo>
                  <a:pt x="213" y="816"/>
                </a:lnTo>
                <a:lnTo>
                  <a:pt x="212" y="816"/>
                </a:lnTo>
                <a:lnTo>
                  <a:pt x="211" y="816"/>
                </a:lnTo>
                <a:lnTo>
                  <a:pt x="210" y="815"/>
                </a:lnTo>
                <a:lnTo>
                  <a:pt x="209" y="815"/>
                </a:lnTo>
                <a:lnTo>
                  <a:pt x="209" y="816"/>
                </a:lnTo>
                <a:lnTo>
                  <a:pt x="209" y="815"/>
                </a:lnTo>
                <a:lnTo>
                  <a:pt x="208" y="815"/>
                </a:lnTo>
                <a:lnTo>
                  <a:pt x="208" y="816"/>
                </a:lnTo>
                <a:lnTo>
                  <a:pt x="208" y="817"/>
                </a:lnTo>
                <a:lnTo>
                  <a:pt x="208" y="818"/>
                </a:lnTo>
                <a:lnTo>
                  <a:pt x="207" y="818"/>
                </a:lnTo>
                <a:lnTo>
                  <a:pt x="206" y="818"/>
                </a:lnTo>
                <a:lnTo>
                  <a:pt x="205" y="817"/>
                </a:lnTo>
                <a:lnTo>
                  <a:pt x="204" y="816"/>
                </a:lnTo>
                <a:lnTo>
                  <a:pt x="203" y="816"/>
                </a:lnTo>
                <a:lnTo>
                  <a:pt x="202" y="815"/>
                </a:lnTo>
                <a:lnTo>
                  <a:pt x="200" y="814"/>
                </a:lnTo>
                <a:lnTo>
                  <a:pt x="200" y="813"/>
                </a:lnTo>
                <a:lnTo>
                  <a:pt x="200" y="812"/>
                </a:lnTo>
                <a:lnTo>
                  <a:pt x="199" y="811"/>
                </a:lnTo>
                <a:lnTo>
                  <a:pt x="198" y="811"/>
                </a:lnTo>
                <a:lnTo>
                  <a:pt x="198" y="812"/>
                </a:lnTo>
                <a:lnTo>
                  <a:pt x="197" y="811"/>
                </a:lnTo>
                <a:lnTo>
                  <a:pt x="196" y="811"/>
                </a:lnTo>
                <a:lnTo>
                  <a:pt x="195" y="812"/>
                </a:lnTo>
                <a:lnTo>
                  <a:pt x="194" y="812"/>
                </a:lnTo>
                <a:lnTo>
                  <a:pt x="193" y="812"/>
                </a:lnTo>
                <a:lnTo>
                  <a:pt x="192" y="812"/>
                </a:lnTo>
                <a:lnTo>
                  <a:pt x="193" y="813"/>
                </a:lnTo>
                <a:lnTo>
                  <a:pt x="192" y="814"/>
                </a:lnTo>
                <a:lnTo>
                  <a:pt x="191" y="814"/>
                </a:lnTo>
                <a:lnTo>
                  <a:pt x="190" y="813"/>
                </a:lnTo>
                <a:lnTo>
                  <a:pt x="189" y="812"/>
                </a:lnTo>
                <a:lnTo>
                  <a:pt x="188" y="812"/>
                </a:lnTo>
                <a:lnTo>
                  <a:pt x="187" y="812"/>
                </a:lnTo>
                <a:lnTo>
                  <a:pt x="187" y="811"/>
                </a:lnTo>
                <a:lnTo>
                  <a:pt x="186" y="811"/>
                </a:lnTo>
                <a:lnTo>
                  <a:pt x="187" y="810"/>
                </a:lnTo>
                <a:lnTo>
                  <a:pt x="188" y="810"/>
                </a:lnTo>
                <a:lnTo>
                  <a:pt x="189" y="810"/>
                </a:lnTo>
                <a:lnTo>
                  <a:pt x="189" y="808"/>
                </a:lnTo>
                <a:lnTo>
                  <a:pt x="188" y="808"/>
                </a:lnTo>
                <a:lnTo>
                  <a:pt x="188" y="807"/>
                </a:lnTo>
                <a:lnTo>
                  <a:pt x="188" y="806"/>
                </a:lnTo>
                <a:lnTo>
                  <a:pt x="188" y="805"/>
                </a:lnTo>
                <a:lnTo>
                  <a:pt x="188" y="804"/>
                </a:lnTo>
                <a:lnTo>
                  <a:pt x="188" y="803"/>
                </a:lnTo>
                <a:lnTo>
                  <a:pt x="188" y="802"/>
                </a:lnTo>
                <a:lnTo>
                  <a:pt x="188" y="800"/>
                </a:lnTo>
                <a:lnTo>
                  <a:pt x="187" y="800"/>
                </a:lnTo>
                <a:lnTo>
                  <a:pt x="188" y="799"/>
                </a:lnTo>
                <a:lnTo>
                  <a:pt x="188" y="798"/>
                </a:lnTo>
                <a:lnTo>
                  <a:pt x="187" y="798"/>
                </a:lnTo>
                <a:lnTo>
                  <a:pt x="187" y="797"/>
                </a:lnTo>
                <a:lnTo>
                  <a:pt x="186" y="797"/>
                </a:lnTo>
                <a:lnTo>
                  <a:pt x="184" y="797"/>
                </a:lnTo>
                <a:lnTo>
                  <a:pt x="182" y="797"/>
                </a:lnTo>
                <a:lnTo>
                  <a:pt x="181" y="796"/>
                </a:lnTo>
                <a:lnTo>
                  <a:pt x="180" y="795"/>
                </a:lnTo>
                <a:lnTo>
                  <a:pt x="179" y="795"/>
                </a:lnTo>
                <a:lnTo>
                  <a:pt x="178" y="793"/>
                </a:lnTo>
                <a:lnTo>
                  <a:pt x="178" y="792"/>
                </a:lnTo>
                <a:lnTo>
                  <a:pt x="177" y="791"/>
                </a:lnTo>
                <a:lnTo>
                  <a:pt x="175" y="790"/>
                </a:lnTo>
                <a:lnTo>
                  <a:pt x="175" y="789"/>
                </a:lnTo>
                <a:lnTo>
                  <a:pt x="174" y="789"/>
                </a:lnTo>
                <a:lnTo>
                  <a:pt x="173" y="790"/>
                </a:lnTo>
                <a:lnTo>
                  <a:pt x="172" y="791"/>
                </a:lnTo>
                <a:lnTo>
                  <a:pt x="172" y="792"/>
                </a:lnTo>
                <a:lnTo>
                  <a:pt x="171" y="791"/>
                </a:lnTo>
                <a:lnTo>
                  <a:pt x="170" y="791"/>
                </a:lnTo>
                <a:lnTo>
                  <a:pt x="169" y="790"/>
                </a:lnTo>
                <a:lnTo>
                  <a:pt x="169" y="789"/>
                </a:lnTo>
                <a:lnTo>
                  <a:pt x="168" y="789"/>
                </a:lnTo>
                <a:lnTo>
                  <a:pt x="168" y="788"/>
                </a:lnTo>
                <a:lnTo>
                  <a:pt x="169" y="787"/>
                </a:lnTo>
                <a:lnTo>
                  <a:pt x="169" y="786"/>
                </a:lnTo>
                <a:lnTo>
                  <a:pt x="169" y="785"/>
                </a:lnTo>
                <a:lnTo>
                  <a:pt x="169" y="784"/>
                </a:lnTo>
                <a:lnTo>
                  <a:pt x="169" y="783"/>
                </a:lnTo>
                <a:lnTo>
                  <a:pt x="169" y="782"/>
                </a:lnTo>
                <a:lnTo>
                  <a:pt x="169" y="781"/>
                </a:lnTo>
                <a:lnTo>
                  <a:pt x="169" y="780"/>
                </a:lnTo>
                <a:lnTo>
                  <a:pt x="169" y="779"/>
                </a:lnTo>
                <a:lnTo>
                  <a:pt x="169" y="778"/>
                </a:lnTo>
                <a:lnTo>
                  <a:pt x="169" y="777"/>
                </a:lnTo>
                <a:lnTo>
                  <a:pt x="170" y="776"/>
                </a:lnTo>
                <a:lnTo>
                  <a:pt x="170" y="775"/>
                </a:lnTo>
                <a:lnTo>
                  <a:pt x="170" y="774"/>
                </a:lnTo>
                <a:lnTo>
                  <a:pt x="171" y="773"/>
                </a:lnTo>
                <a:lnTo>
                  <a:pt x="171" y="770"/>
                </a:lnTo>
                <a:lnTo>
                  <a:pt x="171" y="769"/>
                </a:lnTo>
                <a:lnTo>
                  <a:pt x="171" y="767"/>
                </a:lnTo>
                <a:lnTo>
                  <a:pt x="171" y="766"/>
                </a:lnTo>
                <a:lnTo>
                  <a:pt x="171" y="765"/>
                </a:lnTo>
                <a:lnTo>
                  <a:pt x="171" y="764"/>
                </a:lnTo>
                <a:lnTo>
                  <a:pt x="170" y="763"/>
                </a:lnTo>
                <a:lnTo>
                  <a:pt x="170" y="764"/>
                </a:lnTo>
                <a:lnTo>
                  <a:pt x="169" y="764"/>
                </a:lnTo>
                <a:lnTo>
                  <a:pt x="169" y="765"/>
                </a:lnTo>
                <a:lnTo>
                  <a:pt x="170" y="766"/>
                </a:lnTo>
                <a:lnTo>
                  <a:pt x="170" y="767"/>
                </a:lnTo>
                <a:lnTo>
                  <a:pt x="169" y="767"/>
                </a:lnTo>
                <a:lnTo>
                  <a:pt x="169" y="766"/>
                </a:lnTo>
                <a:lnTo>
                  <a:pt x="168" y="766"/>
                </a:lnTo>
                <a:lnTo>
                  <a:pt x="168" y="765"/>
                </a:lnTo>
                <a:lnTo>
                  <a:pt x="167" y="765"/>
                </a:lnTo>
                <a:lnTo>
                  <a:pt x="166" y="765"/>
                </a:lnTo>
                <a:lnTo>
                  <a:pt x="165" y="764"/>
                </a:lnTo>
                <a:lnTo>
                  <a:pt x="165" y="765"/>
                </a:lnTo>
                <a:lnTo>
                  <a:pt x="163" y="766"/>
                </a:lnTo>
                <a:lnTo>
                  <a:pt x="163" y="767"/>
                </a:lnTo>
                <a:lnTo>
                  <a:pt x="162" y="768"/>
                </a:lnTo>
                <a:lnTo>
                  <a:pt x="161" y="768"/>
                </a:lnTo>
                <a:lnTo>
                  <a:pt x="158" y="771"/>
                </a:lnTo>
                <a:lnTo>
                  <a:pt x="157" y="771"/>
                </a:lnTo>
                <a:lnTo>
                  <a:pt x="156" y="771"/>
                </a:lnTo>
                <a:lnTo>
                  <a:pt x="155" y="771"/>
                </a:lnTo>
                <a:lnTo>
                  <a:pt x="154" y="770"/>
                </a:lnTo>
                <a:lnTo>
                  <a:pt x="153" y="770"/>
                </a:lnTo>
                <a:lnTo>
                  <a:pt x="152" y="770"/>
                </a:lnTo>
                <a:lnTo>
                  <a:pt x="152" y="771"/>
                </a:lnTo>
                <a:lnTo>
                  <a:pt x="152" y="774"/>
                </a:lnTo>
                <a:lnTo>
                  <a:pt x="151" y="774"/>
                </a:lnTo>
                <a:lnTo>
                  <a:pt x="151" y="775"/>
                </a:lnTo>
                <a:lnTo>
                  <a:pt x="149" y="775"/>
                </a:lnTo>
                <a:lnTo>
                  <a:pt x="149" y="774"/>
                </a:lnTo>
                <a:lnTo>
                  <a:pt x="149" y="773"/>
                </a:lnTo>
                <a:lnTo>
                  <a:pt x="148" y="772"/>
                </a:lnTo>
                <a:lnTo>
                  <a:pt x="146" y="771"/>
                </a:lnTo>
                <a:lnTo>
                  <a:pt x="146" y="769"/>
                </a:lnTo>
                <a:lnTo>
                  <a:pt x="147" y="769"/>
                </a:lnTo>
                <a:lnTo>
                  <a:pt x="148" y="768"/>
                </a:lnTo>
                <a:lnTo>
                  <a:pt x="149" y="768"/>
                </a:lnTo>
                <a:lnTo>
                  <a:pt x="149" y="766"/>
                </a:lnTo>
                <a:lnTo>
                  <a:pt x="149" y="765"/>
                </a:lnTo>
                <a:lnTo>
                  <a:pt x="149" y="764"/>
                </a:lnTo>
                <a:lnTo>
                  <a:pt x="149" y="763"/>
                </a:lnTo>
                <a:lnTo>
                  <a:pt x="149" y="762"/>
                </a:lnTo>
                <a:lnTo>
                  <a:pt x="149" y="761"/>
                </a:lnTo>
                <a:lnTo>
                  <a:pt x="149" y="760"/>
                </a:lnTo>
                <a:lnTo>
                  <a:pt x="149" y="759"/>
                </a:lnTo>
                <a:lnTo>
                  <a:pt x="148" y="758"/>
                </a:lnTo>
                <a:lnTo>
                  <a:pt x="148" y="757"/>
                </a:lnTo>
                <a:lnTo>
                  <a:pt x="147" y="755"/>
                </a:lnTo>
                <a:lnTo>
                  <a:pt x="148" y="755"/>
                </a:lnTo>
                <a:lnTo>
                  <a:pt x="147" y="753"/>
                </a:lnTo>
                <a:lnTo>
                  <a:pt x="146" y="752"/>
                </a:lnTo>
                <a:lnTo>
                  <a:pt x="145" y="752"/>
                </a:lnTo>
                <a:lnTo>
                  <a:pt x="145" y="751"/>
                </a:lnTo>
                <a:lnTo>
                  <a:pt x="144" y="751"/>
                </a:lnTo>
                <a:lnTo>
                  <a:pt x="144" y="750"/>
                </a:lnTo>
                <a:lnTo>
                  <a:pt x="142" y="751"/>
                </a:lnTo>
                <a:lnTo>
                  <a:pt x="141" y="750"/>
                </a:lnTo>
                <a:lnTo>
                  <a:pt x="140" y="751"/>
                </a:lnTo>
                <a:lnTo>
                  <a:pt x="139" y="752"/>
                </a:lnTo>
                <a:lnTo>
                  <a:pt x="138" y="752"/>
                </a:lnTo>
                <a:lnTo>
                  <a:pt x="138" y="753"/>
                </a:lnTo>
                <a:lnTo>
                  <a:pt x="137" y="753"/>
                </a:lnTo>
                <a:lnTo>
                  <a:pt x="136" y="754"/>
                </a:lnTo>
                <a:lnTo>
                  <a:pt x="136" y="753"/>
                </a:lnTo>
                <a:lnTo>
                  <a:pt x="137" y="753"/>
                </a:lnTo>
                <a:lnTo>
                  <a:pt x="137" y="752"/>
                </a:lnTo>
                <a:lnTo>
                  <a:pt x="137" y="751"/>
                </a:lnTo>
                <a:lnTo>
                  <a:pt x="136" y="750"/>
                </a:lnTo>
                <a:lnTo>
                  <a:pt x="136" y="749"/>
                </a:lnTo>
                <a:lnTo>
                  <a:pt x="135" y="749"/>
                </a:lnTo>
                <a:lnTo>
                  <a:pt x="134" y="749"/>
                </a:lnTo>
                <a:lnTo>
                  <a:pt x="133" y="749"/>
                </a:lnTo>
                <a:lnTo>
                  <a:pt x="132" y="749"/>
                </a:lnTo>
                <a:lnTo>
                  <a:pt x="131" y="749"/>
                </a:lnTo>
                <a:lnTo>
                  <a:pt x="130" y="745"/>
                </a:lnTo>
                <a:lnTo>
                  <a:pt x="129" y="744"/>
                </a:lnTo>
                <a:lnTo>
                  <a:pt x="128" y="744"/>
                </a:lnTo>
                <a:lnTo>
                  <a:pt x="127" y="743"/>
                </a:lnTo>
                <a:lnTo>
                  <a:pt x="129" y="741"/>
                </a:lnTo>
                <a:lnTo>
                  <a:pt x="127" y="738"/>
                </a:lnTo>
                <a:lnTo>
                  <a:pt x="127" y="737"/>
                </a:lnTo>
                <a:lnTo>
                  <a:pt x="127" y="734"/>
                </a:lnTo>
                <a:lnTo>
                  <a:pt x="128" y="730"/>
                </a:lnTo>
                <a:lnTo>
                  <a:pt x="128" y="729"/>
                </a:lnTo>
                <a:lnTo>
                  <a:pt x="128" y="728"/>
                </a:lnTo>
                <a:lnTo>
                  <a:pt x="129" y="727"/>
                </a:lnTo>
                <a:lnTo>
                  <a:pt x="128" y="726"/>
                </a:lnTo>
                <a:lnTo>
                  <a:pt x="128" y="725"/>
                </a:lnTo>
                <a:lnTo>
                  <a:pt x="128" y="724"/>
                </a:lnTo>
                <a:lnTo>
                  <a:pt x="129" y="724"/>
                </a:lnTo>
                <a:lnTo>
                  <a:pt x="129" y="723"/>
                </a:lnTo>
                <a:lnTo>
                  <a:pt x="128" y="722"/>
                </a:lnTo>
                <a:lnTo>
                  <a:pt x="129" y="722"/>
                </a:lnTo>
                <a:lnTo>
                  <a:pt x="129" y="721"/>
                </a:lnTo>
                <a:lnTo>
                  <a:pt x="130" y="720"/>
                </a:lnTo>
                <a:lnTo>
                  <a:pt x="129" y="718"/>
                </a:lnTo>
                <a:lnTo>
                  <a:pt x="129" y="717"/>
                </a:lnTo>
                <a:lnTo>
                  <a:pt x="130" y="716"/>
                </a:lnTo>
                <a:lnTo>
                  <a:pt x="130" y="715"/>
                </a:lnTo>
                <a:lnTo>
                  <a:pt x="130" y="716"/>
                </a:lnTo>
                <a:lnTo>
                  <a:pt x="131" y="716"/>
                </a:lnTo>
                <a:lnTo>
                  <a:pt x="132" y="718"/>
                </a:lnTo>
                <a:lnTo>
                  <a:pt x="133" y="718"/>
                </a:lnTo>
                <a:lnTo>
                  <a:pt x="133" y="719"/>
                </a:lnTo>
                <a:lnTo>
                  <a:pt x="134" y="720"/>
                </a:lnTo>
                <a:lnTo>
                  <a:pt x="134" y="721"/>
                </a:lnTo>
                <a:lnTo>
                  <a:pt x="135" y="721"/>
                </a:lnTo>
                <a:lnTo>
                  <a:pt x="136" y="722"/>
                </a:lnTo>
                <a:lnTo>
                  <a:pt x="137" y="722"/>
                </a:lnTo>
                <a:lnTo>
                  <a:pt x="138" y="722"/>
                </a:lnTo>
                <a:lnTo>
                  <a:pt x="139" y="721"/>
                </a:lnTo>
                <a:lnTo>
                  <a:pt x="140" y="720"/>
                </a:lnTo>
                <a:lnTo>
                  <a:pt x="140" y="719"/>
                </a:lnTo>
                <a:lnTo>
                  <a:pt x="140" y="718"/>
                </a:lnTo>
                <a:lnTo>
                  <a:pt x="141" y="718"/>
                </a:lnTo>
                <a:lnTo>
                  <a:pt x="141" y="717"/>
                </a:lnTo>
                <a:lnTo>
                  <a:pt x="141" y="716"/>
                </a:lnTo>
                <a:lnTo>
                  <a:pt x="142" y="716"/>
                </a:lnTo>
                <a:lnTo>
                  <a:pt x="143" y="716"/>
                </a:lnTo>
                <a:lnTo>
                  <a:pt x="143" y="714"/>
                </a:lnTo>
                <a:lnTo>
                  <a:pt x="143" y="713"/>
                </a:lnTo>
                <a:lnTo>
                  <a:pt x="144" y="711"/>
                </a:lnTo>
                <a:lnTo>
                  <a:pt x="144" y="710"/>
                </a:lnTo>
                <a:lnTo>
                  <a:pt x="143" y="710"/>
                </a:lnTo>
                <a:lnTo>
                  <a:pt x="143" y="709"/>
                </a:lnTo>
                <a:lnTo>
                  <a:pt x="144" y="709"/>
                </a:lnTo>
                <a:lnTo>
                  <a:pt x="145" y="709"/>
                </a:lnTo>
                <a:lnTo>
                  <a:pt x="145" y="708"/>
                </a:lnTo>
                <a:lnTo>
                  <a:pt x="145" y="707"/>
                </a:lnTo>
                <a:lnTo>
                  <a:pt x="146" y="707"/>
                </a:lnTo>
                <a:lnTo>
                  <a:pt x="146" y="705"/>
                </a:lnTo>
                <a:lnTo>
                  <a:pt x="147" y="705"/>
                </a:lnTo>
                <a:lnTo>
                  <a:pt x="148" y="704"/>
                </a:lnTo>
                <a:lnTo>
                  <a:pt x="149" y="704"/>
                </a:lnTo>
                <a:lnTo>
                  <a:pt x="148" y="703"/>
                </a:lnTo>
                <a:lnTo>
                  <a:pt x="148" y="702"/>
                </a:lnTo>
                <a:lnTo>
                  <a:pt x="148" y="701"/>
                </a:lnTo>
                <a:lnTo>
                  <a:pt x="148" y="700"/>
                </a:lnTo>
                <a:lnTo>
                  <a:pt x="147" y="700"/>
                </a:lnTo>
                <a:lnTo>
                  <a:pt x="148" y="699"/>
                </a:lnTo>
                <a:lnTo>
                  <a:pt x="148" y="698"/>
                </a:lnTo>
                <a:lnTo>
                  <a:pt x="149" y="697"/>
                </a:lnTo>
                <a:lnTo>
                  <a:pt x="149" y="696"/>
                </a:lnTo>
                <a:lnTo>
                  <a:pt x="149" y="695"/>
                </a:lnTo>
                <a:lnTo>
                  <a:pt x="150" y="695"/>
                </a:lnTo>
                <a:lnTo>
                  <a:pt x="151" y="694"/>
                </a:lnTo>
                <a:lnTo>
                  <a:pt x="150" y="694"/>
                </a:lnTo>
                <a:lnTo>
                  <a:pt x="150" y="693"/>
                </a:lnTo>
                <a:lnTo>
                  <a:pt x="150" y="692"/>
                </a:lnTo>
                <a:lnTo>
                  <a:pt x="150" y="691"/>
                </a:lnTo>
                <a:lnTo>
                  <a:pt x="150" y="690"/>
                </a:lnTo>
                <a:lnTo>
                  <a:pt x="149" y="689"/>
                </a:lnTo>
                <a:lnTo>
                  <a:pt x="148" y="689"/>
                </a:lnTo>
                <a:lnTo>
                  <a:pt x="147" y="689"/>
                </a:lnTo>
                <a:lnTo>
                  <a:pt x="147" y="690"/>
                </a:lnTo>
                <a:lnTo>
                  <a:pt x="146" y="689"/>
                </a:lnTo>
                <a:lnTo>
                  <a:pt x="146" y="688"/>
                </a:lnTo>
                <a:lnTo>
                  <a:pt x="146" y="687"/>
                </a:lnTo>
                <a:lnTo>
                  <a:pt x="146" y="685"/>
                </a:lnTo>
                <a:lnTo>
                  <a:pt x="146" y="684"/>
                </a:lnTo>
                <a:lnTo>
                  <a:pt x="147" y="684"/>
                </a:lnTo>
                <a:lnTo>
                  <a:pt x="147" y="683"/>
                </a:lnTo>
                <a:lnTo>
                  <a:pt x="148" y="683"/>
                </a:lnTo>
                <a:lnTo>
                  <a:pt x="148" y="684"/>
                </a:lnTo>
                <a:lnTo>
                  <a:pt x="149" y="683"/>
                </a:lnTo>
                <a:lnTo>
                  <a:pt x="150" y="682"/>
                </a:lnTo>
                <a:lnTo>
                  <a:pt x="150" y="681"/>
                </a:lnTo>
                <a:lnTo>
                  <a:pt x="150" y="680"/>
                </a:lnTo>
                <a:lnTo>
                  <a:pt x="151" y="680"/>
                </a:lnTo>
                <a:lnTo>
                  <a:pt x="152" y="680"/>
                </a:lnTo>
                <a:lnTo>
                  <a:pt x="152" y="679"/>
                </a:lnTo>
                <a:lnTo>
                  <a:pt x="151" y="678"/>
                </a:lnTo>
                <a:lnTo>
                  <a:pt x="151" y="677"/>
                </a:lnTo>
                <a:lnTo>
                  <a:pt x="151" y="676"/>
                </a:lnTo>
                <a:lnTo>
                  <a:pt x="151" y="675"/>
                </a:lnTo>
                <a:lnTo>
                  <a:pt x="152" y="675"/>
                </a:lnTo>
                <a:lnTo>
                  <a:pt x="152" y="674"/>
                </a:lnTo>
                <a:lnTo>
                  <a:pt x="153" y="674"/>
                </a:lnTo>
                <a:lnTo>
                  <a:pt x="153" y="673"/>
                </a:lnTo>
                <a:lnTo>
                  <a:pt x="154" y="672"/>
                </a:lnTo>
                <a:lnTo>
                  <a:pt x="154" y="671"/>
                </a:lnTo>
                <a:lnTo>
                  <a:pt x="155" y="670"/>
                </a:lnTo>
                <a:lnTo>
                  <a:pt x="154" y="669"/>
                </a:lnTo>
                <a:lnTo>
                  <a:pt x="155" y="668"/>
                </a:lnTo>
                <a:lnTo>
                  <a:pt x="155" y="666"/>
                </a:lnTo>
                <a:lnTo>
                  <a:pt x="156" y="665"/>
                </a:lnTo>
                <a:lnTo>
                  <a:pt x="155" y="664"/>
                </a:lnTo>
                <a:lnTo>
                  <a:pt x="155" y="663"/>
                </a:lnTo>
                <a:lnTo>
                  <a:pt x="155" y="662"/>
                </a:lnTo>
                <a:lnTo>
                  <a:pt x="155" y="661"/>
                </a:lnTo>
                <a:lnTo>
                  <a:pt x="156" y="660"/>
                </a:lnTo>
                <a:lnTo>
                  <a:pt x="157" y="657"/>
                </a:lnTo>
                <a:lnTo>
                  <a:pt x="156" y="655"/>
                </a:lnTo>
                <a:lnTo>
                  <a:pt x="155" y="653"/>
                </a:lnTo>
                <a:lnTo>
                  <a:pt x="153" y="652"/>
                </a:lnTo>
                <a:lnTo>
                  <a:pt x="153" y="651"/>
                </a:lnTo>
                <a:lnTo>
                  <a:pt x="154" y="650"/>
                </a:lnTo>
                <a:lnTo>
                  <a:pt x="155" y="650"/>
                </a:lnTo>
                <a:lnTo>
                  <a:pt x="156" y="650"/>
                </a:lnTo>
                <a:lnTo>
                  <a:pt x="157" y="650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1" y="653"/>
                </a:lnTo>
                <a:lnTo>
                  <a:pt x="162" y="653"/>
                </a:lnTo>
                <a:lnTo>
                  <a:pt x="162" y="652"/>
                </a:lnTo>
                <a:lnTo>
                  <a:pt x="163" y="651"/>
                </a:lnTo>
                <a:lnTo>
                  <a:pt x="163" y="650"/>
                </a:lnTo>
                <a:lnTo>
                  <a:pt x="164" y="650"/>
                </a:lnTo>
                <a:lnTo>
                  <a:pt x="165" y="650"/>
                </a:lnTo>
                <a:lnTo>
                  <a:pt x="165" y="649"/>
                </a:lnTo>
                <a:lnTo>
                  <a:pt x="166" y="649"/>
                </a:lnTo>
                <a:lnTo>
                  <a:pt x="166" y="648"/>
                </a:lnTo>
                <a:lnTo>
                  <a:pt x="167" y="647"/>
                </a:lnTo>
                <a:lnTo>
                  <a:pt x="167" y="646"/>
                </a:lnTo>
                <a:lnTo>
                  <a:pt x="167" y="645"/>
                </a:lnTo>
                <a:lnTo>
                  <a:pt x="167" y="644"/>
                </a:lnTo>
                <a:lnTo>
                  <a:pt x="167" y="642"/>
                </a:lnTo>
                <a:lnTo>
                  <a:pt x="166" y="642"/>
                </a:lnTo>
                <a:lnTo>
                  <a:pt x="166" y="641"/>
                </a:lnTo>
                <a:lnTo>
                  <a:pt x="165" y="640"/>
                </a:lnTo>
                <a:lnTo>
                  <a:pt x="165" y="639"/>
                </a:lnTo>
                <a:lnTo>
                  <a:pt x="165" y="638"/>
                </a:lnTo>
                <a:lnTo>
                  <a:pt x="165" y="636"/>
                </a:lnTo>
                <a:lnTo>
                  <a:pt x="165" y="635"/>
                </a:lnTo>
                <a:lnTo>
                  <a:pt x="165" y="634"/>
                </a:lnTo>
                <a:lnTo>
                  <a:pt x="165" y="633"/>
                </a:lnTo>
                <a:lnTo>
                  <a:pt x="166" y="632"/>
                </a:lnTo>
                <a:lnTo>
                  <a:pt x="167" y="632"/>
                </a:lnTo>
                <a:lnTo>
                  <a:pt x="168" y="630"/>
                </a:lnTo>
                <a:lnTo>
                  <a:pt x="168" y="629"/>
                </a:lnTo>
                <a:lnTo>
                  <a:pt x="169" y="627"/>
                </a:lnTo>
                <a:lnTo>
                  <a:pt x="169" y="626"/>
                </a:lnTo>
                <a:lnTo>
                  <a:pt x="169" y="625"/>
                </a:lnTo>
                <a:lnTo>
                  <a:pt x="169" y="624"/>
                </a:lnTo>
                <a:lnTo>
                  <a:pt x="170" y="623"/>
                </a:lnTo>
                <a:lnTo>
                  <a:pt x="171" y="623"/>
                </a:lnTo>
                <a:lnTo>
                  <a:pt x="171" y="622"/>
                </a:lnTo>
                <a:lnTo>
                  <a:pt x="171" y="621"/>
                </a:lnTo>
                <a:lnTo>
                  <a:pt x="170" y="620"/>
                </a:lnTo>
                <a:lnTo>
                  <a:pt x="170" y="617"/>
                </a:lnTo>
                <a:lnTo>
                  <a:pt x="169" y="616"/>
                </a:lnTo>
                <a:lnTo>
                  <a:pt x="171" y="614"/>
                </a:lnTo>
                <a:lnTo>
                  <a:pt x="171" y="613"/>
                </a:lnTo>
                <a:lnTo>
                  <a:pt x="172" y="612"/>
                </a:lnTo>
                <a:lnTo>
                  <a:pt x="172" y="611"/>
                </a:lnTo>
                <a:lnTo>
                  <a:pt x="173" y="611"/>
                </a:lnTo>
                <a:lnTo>
                  <a:pt x="173" y="610"/>
                </a:lnTo>
                <a:lnTo>
                  <a:pt x="174" y="610"/>
                </a:lnTo>
                <a:lnTo>
                  <a:pt x="175" y="609"/>
                </a:lnTo>
                <a:lnTo>
                  <a:pt x="176" y="608"/>
                </a:lnTo>
                <a:lnTo>
                  <a:pt x="177" y="607"/>
                </a:lnTo>
                <a:lnTo>
                  <a:pt x="177" y="606"/>
                </a:lnTo>
                <a:lnTo>
                  <a:pt x="177" y="605"/>
                </a:lnTo>
                <a:lnTo>
                  <a:pt x="179" y="603"/>
                </a:lnTo>
                <a:lnTo>
                  <a:pt x="179" y="602"/>
                </a:lnTo>
                <a:lnTo>
                  <a:pt x="180" y="602"/>
                </a:lnTo>
                <a:lnTo>
                  <a:pt x="181" y="602"/>
                </a:lnTo>
                <a:lnTo>
                  <a:pt x="182" y="601"/>
                </a:lnTo>
                <a:lnTo>
                  <a:pt x="183" y="601"/>
                </a:lnTo>
                <a:lnTo>
                  <a:pt x="184" y="601"/>
                </a:lnTo>
                <a:lnTo>
                  <a:pt x="184" y="600"/>
                </a:lnTo>
                <a:lnTo>
                  <a:pt x="185" y="600"/>
                </a:lnTo>
                <a:lnTo>
                  <a:pt x="186" y="600"/>
                </a:lnTo>
                <a:lnTo>
                  <a:pt x="189" y="600"/>
                </a:lnTo>
                <a:lnTo>
                  <a:pt x="191" y="599"/>
                </a:lnTo>
                <a:lnTo>
                  <a:pt x="191" y="597"/>
                </a:lnTo>
                <a:lnTo>
                  <a:pt x="191" y="595"/>
                </a:lnTo>
                <a:lnTo>
                  <a:pt x="192" y="593"/>
                </a:lnTo>
                <a:lnTo>
                  <a:pt x="193" y="593"/>
                </a:lnTo>
                <a:lnTo>
                  <a:pt x="194" y="593"/>
                </a:lnTo>
                <a:lnTo>
                  <a:pt x="195" y="593"/>
                </a:lnTo>
                <a:lnTo>
                  <a:pt x="196" y="592"/>
                </a:lnTo>
                <a:lnTo>
                  <a:pt x="195" y="591"/>
                </a:lnTo>
                <a:lnTo>
                  <a:pt x="196" y="590"/>
                </a:lnTo>
                <a:lnTo>
                  <a:pt x="195" y="590"/>
                </a:lnTo>
                <a:lnTo>
                  <a:pt x="193" y="589"/>
                </a:lnTo>
                <a:lnTo>
                  <a:pt x="193" y="588"/>
                </a:lnTo>
                <a:lnTo>
                  <a:pt x="192" y="586"/>
                </a:lnTo>
                <a:lnTo>
                  <a:pt x="192" y="585"/>
                </a:lnTo>
                <a:lnTo>
                  <a:pt x="193" y="584"/>
                </a:lnTo>
                <a:lnTo>
                  <a:pt x="193" y="583"/>
                </a:lnTo>
                <a:lnTo>
                  <a:pt x="192" y="580"/>
                </a:lnTo>
                <a:lnTo>
                  <a:pt x="192" y="579"/>
                </a:lnTo>
                <a:lnTo>
                  <a:pt x="192" y="578"/>
                </a:lnTo>
                <a:lnTo>
                  <a:pt x="191" y="578"/>
                </a:lnTo>
                <a:lnTo>
                  <a:pt x="189" y="578"/>
                </a:lnTo>
                <a:lnTo>
                  <a:pt x="188" y="578"/>
                </a:lnTo>
                <a:lnTo>
                  <a:pt x="188" y="577"/>
                </a:lnTo>
                <a:lnTo>
                  <a:pt x="186" y="575"/>
                </a:lnTo>
                <a:lnTo>
                  <a:pt x="186" y="573"/>
                </a:lnTo>
                <a:lnTo>
                  <a:pt x="187" y="572"/>
                </a:lnTo>
                <a:lnTo>
                  <a:pt x="187" y="570"/>
                </a:lnTo>
                <a:lnTo>
                  <a:pt x="187" y="569"/>
                </a:lnTo>
                <a:lnTo>
                  <a:pt x="186" y="568"/>
                </a:lnTo>
                <a:lnTo>
                  <a:pt x="186" y="567"/>
                </a:lnTo>
                <a:lnTo>
                  <a:pt x="184" y="566"/>
                </a:lnTo>
                <a:lnTo>
                  <a:pt x="183" y="565"/>
                </a:lnTo>
                <a:lnTo>
                  <a:pt x="183" y="563"/>
                </a:lnTo>
                <a:lnTo>
                  <a:pt x="182" y="563"/>
                </a:lnTo>
                <a:lnTo>
                  <a:pt x="181" y="562"/>
                </a:lnTo>
                <a:lnTo>
                  <a:pt x="180" y="561"/>
                </a:lnTo>
                <a:lnTo>
                  <a:pt x="179" y="561"/>
                </a:lnTo>
                <a:lnTo>
                  <a:pt x="177" y="560"/>
                </a:lnTo>
                <a:lnTo>
                  <a:pt x="176" y="560"/>
                </a:lnTo>
                <a:lnTo>
                  <a:pt x="175" y="560"/>
                </a:lnTo>
                <a:lnTo>
                  <a:pt x="175" y="559"/>
                </a:lnTo>
                <a:lnTo>
                  <a:pt x="175" y="558"/>
                </a:lnTo>
                <a:lnTo>
                  <a:pt x="175" y="557"/>
                </a:lnTo>
                <a:lnTo>
                  <a:pt x="175" y="556"/>
                </a:lnTo>
                <a:lnTo>
                  <a:pt x="176" y="556"/>
                </a:lnTo>
                <a:lnTo>
                  <a:pt x="177" y="554"/>
                </a:lnTo>
                <a:lnTo>
                  <a:pt x="177" y="553"/>
                </a:lnTo>
                <a:lnTo>
                  <a:pt x="177" y="552"/>
                </a:lnTo>
                <a:lnTo>
                  <a:pt x="177" y="551"/>
                </a:lnTo>
                <a:lnTo>
                  <a:pt x="176" y="551"/>
                </a:lnTo>
                <a:lnTo>
                  <a:pt x="175" y="551"/>
                </a:lnTo>
                <a:lnTo>
                  <a:pt x="175" y="550"/>
                </a:lnTo>
                <a:lnTo>
                  <a:pt x="175" y="549"/>
                </a:lnTo>
                <a:lnTo>
                  <a:pt x="174" y="547"/>
                </a:lnTo>
                <a:lnTo>
                  <a:pt x="172" y="547"/>
                </a:lnTo>
                <a:lnTo>
                  <a:pt x="171" y="547"/>
                </a:lnTo>
                <a:lnTo>
                  <a:pt x="170" y="548"/>
                </a:lnTo>
                <a:lnTo>
                  <a:pt x="169" y="548"/>
                </a:lnTo>
                <a:lnTo>
                  <a:pt x="168" y="547"/>
                </a:lnTo>
                <a:lnTo>
                  <a:pt x="165" y="547"/>
                </a:lnTo>
                <a:lnTo>
                  <a:pt x="164" y="547"/>
                </a:lnTo>
                <a:lnTo>
                  <a:pt x="163" y="547"/>
                </a:lnTo>
                <a:lnTo>
                  <a:pt x="162" y="547"/>
                </a:lnTo>
                <a:lnTo>
                  <a:pt x="161" y="547"/>
                </a:lnTo>
                <a:lnTo>
                  <a:pt x="161" y="548"/>
                </a:lnTo>
                <a:lnTo>
                  <a:pt x="160" y="549"/>
                </a:lnTo>
                <a:lnTo>
                  <a:pt x="159" y="549"/>
                </a:lnTo>
                <a:lnTo>
                  <a:pt x="157" y="547"/>
                </a:lnTo>
                <a:lnTo>
                  <a:pt x="156" y="546"/>
                </a:lnTo>
                <a:lnTo>
                  <a:pt x="155" y="544"/>
                </a:lnTo>
                <a:lnTo>
                  <a:pt x="155" y="543"/>
                </a:lnTo>
                <a:lnTo>
                  <a:pt x="155" y="542"/>
                </a:lnTo>
                <a:lnTo>
                  <a:pt x="155" y="540"/>
                </a:lnTo>
                <a:lnTo>
                  <a:pt x="155" y="539"/>
                </a:lnTo>
                <a:lnTo>
                  <a:pt x="156" y="538"/>
                </a:lnTo>
                <a:lnTo>
                  <a:pt x="156" y="536"/>
                </a:lnTo>
                <a:lnTo>
                  <a:pt x="156" y="534"/>
                </a:lnTo>
                <a:lnTo>
                  <a:pt x="154" y="532"/>
                </a:lnTo>
                <a:lnTo>
                  <a:pt x="154" y="531"/>
                </a:lnTo>
                <a:lnTo>
                  <a:pt x="153" y="531"/>
                </a:lnTo>
                <a:lnTo>
                  <a:pt x="152" y="530"/>
                </a:lnTo>
                <a:lnTo>
                  <a:pt x="152" y="529"/>
                </a:lnTo>
                <a:lnTo>
                  <a:pt x="151" y="529"/>
                </a:lnTo>
                <a:lnTo>
                  <a:pt x="152" y="528"/>
                </a:lnTo>
                <a:lnTo>
                  <a:pt x="152" y="527"/>
                </a:lnTo>
                <a:lnTo>
                  <a:pt x="150" y="525"/>
                </a:lnTo>
                <a:lnTo>
                  <a:pt x="150" y="524"/>
                </a:lnTo>
                <a:lnTo>
                  <a:pt x="149" y="524"/>
                </a:lnTo>
                <a:lnTo>
                  <a:pt x="148" y="524"/>
                </a:lnTo>
                <a:lnTo>
                  <a:pt x="148" y="523"/>
                </a:lnTo>
                <a:lnTo>
                  <a:pt x="149" y="523"/>
                </a:lnTo>
                <a:lnTo>
                  <a:pt x="148" y="522"/>
                </a:lnTo>
                <a:lnTo>
                  <a:pt x="147" y="522"/>
                </a:lnTo>
                <a:lnTo>
                  <a:pt x="146" y="522"/>
                </a:lnTo>
                <a:lnTo>
                  <a:pt x="145" y="522"/>
                </a:lnTo>
                <a:lnTo>
                  <a:pt x="144" y="522"/>
                </a:lnTo>
                <a:lnTo>
                  <a:pt x="144" y="523"/>
                </a:lnTo>
                <a:lnTo>
                  <a:pt x="144" y="527"/>
                </a:lnTo>
                <a:lnTo>
                  <a:pt x="143" y="528"/>
                </a:lnTo>
                <a:lnTo>
                  <a:pt x="142" y="529"/>
                </a:lnTo>
                <a:lnTo>
                  <a:pt x="141" y="531"/>
                </a:lnTo>
                <a:lnTo>
                  <a:pt x="141" y="532"/>
                </a:lnTo>
                <a:lnTo>
                  <a:pt x="141" y="533"/>
                </a:lnTo>
                <a:lnTo>
                  <a:pt x="141" y="534"/>
                </a:lnTo>
                <a:lnTo>
                  <a:pt x="140" y="535"/>
                </a:lnTo>
                <a:lnTo>
                  <a:pt x="138" y="535"/>
                </a:lnTo>
                <a:lnTo>
                  <a:pt x="138" y="536"/>
                </a:lnTo>
                <a:lnTo>
                  <a:pt x="138" y="537"/>
                </a:lnTo>
                <a:lnTo>
                  <a:pt x="137" y="538"/>
                </a:lnTo>
                <a:lnTo>
                  <a:pt x="136" y="539"/>
                </a:lnTo>
                <a:lnTo>
                  <a:pt x="136" y="540"/>
                </a:lnTo>
                <a:lnTo>
                  <a:pt x="135" y="541"/>
                </a:lnTo>
                <a:lnTo>
                  <a:pt x="134" y="540"/>
                </a:lnTo>
                <a:lnTo>
                  <a:pt x="133" y="540"/>
                </a:lnTo>
                <a:lnTo>
                  <a:pt x="131" y="540"/>
                </a:lnTo>
                <a:lnTo>
                  <a:pt x="130" y="541"/>
                </a:lnTo>
                <a:lnTo>
                  <a:pt x="129" y="542"/>
                </a:lnTo>
                <a:lnTo>
                  <a:pt x="128" y="542"/>
                </a:lnTo>
                <a:lnTo>
                  <a:pt x="127" y="542"/>
                </a:lnTo>
                <a:lnTo>
                  <a:pt x="127" y="541"/>
                </a:lnTo>
                <a:lnTo>
                  <a:pt x="127" y="540"/>
                </a:lnTo>
                <a:lnTo>
                  <a:pt x="127" y="539"/>
                </a:lnTo>
                <a:lnTo>
                  <a:pt x="126" y="538"/>
                </a:lnTo>
                <a:lnTo>
                  <a:pt x="125" y="538"/>
                </a:lnTo>
                <a:lnTo>
                  <a:pt x="124" y="538"/>
                </a:lnTo>
                <a:lnTo>
                  <a:pt x="123" y="538"/>
                </a:lnTo>
                <a:lnTo>
                  <a:pt x="122" y="538"/>
                </a:lnTo>
                <a:lnTo>
                  <a:pt x="121" y="538"/>
                </a:lnTo>
                <a:lnTo>
                  <a:pt x="120" y="538"/>
                </a:lnTo>
                <a:lnTo>
                  <a:pt x="120" y="539"/>
                </a:lnTo>
                <a:lnTo>
                  <a:pt x="121" y="539"/>
                </a:lnTo>
                <a:lnTo>
                  <a:pt x="121" y="540"/>
                </a:lnTo>
                <a:lnTo>
                  <a:pt x="120" y="540"/>
                </a:lnTo>
                <a:lnTo>
                  <a:pt x="119" y="540"/>
                </a:lnTo>
                <a:lnTo>
                  <a:pt x="118" y="540"/>
                </a:lnTo>
                <a:lnTo>
                  <a:pt x="118" y="541"/>
                </a:lnTo>
                <a:lnTo>
                  <a:pt x="118" y="540"/>
                </a:lnTo>
                <a:lnTo>
                  <a:pt x="117" y="540"/>
                </a:lnTo>
                <a:lnTo>
                  <a:pt x="117" y="539"/>
                </a:lnTo>
                <a:lnTo>
                  <a:pt x="116" y="539"/>
                </a:lnTo>
                <a:lnTo>
                  <a:pt x="115" y="539"/>
                </a:lnTo>
                <a:lnTo>
                  <a:pt x="114" y="539"/>
                </a:lnTo>
                <a:lnTo>
                  <a:pt x="114" y="540"/>
                </a:lnTo>
                <a:lnTo>
                  <a:pt x="113" y="540"/>
                </a:lnTo>
                <a:lnTo>
                  <a:pt x="112" y="540"/>
                </a:lnTo>
                <a:lnTo>
                  <a:pt x="110" y="539"/>
                </a:lnTo>
                <a:lnTo>
                  <a:pt x="109" y="539"/>
                </a:lnTo>
                <a:lnTo>
                  <a:pt x="108" y="539"/>
                </a:lnTo>
                <a:lnTo>
                  <a:pt x="106" y="537"/>
                </a:lnTo>
                <a:lnTo>
                  <a:pt x="106" y="536"/>
                </a:lnTo>
                <a:lnTo>
                  <a:pt x="105" y="537"/>
                </a:lnTo>
                <a:lnTo>
                  <a:pt x="103" y="537"/>
                </a:lnTo>
                <a:lnTo>
                  <a:pt x="102" y="537"/>
                </a:lnTo>
                <a:lnTo>
                  <a:pt x="102" y="536"/>
                </a:lnTo>
                <a:lnTo>
                  <a:pt x="100" y="535"/>
                </a:lnTo>
                <a:lnTo>
                  <a:pt x="99" y="535"/>
                </a:lnTo>
                <a:lnTo>
                  <a:pt x="98" y="535"/>
                </a:lnTo>
                <a:lnTo>
                  <a:pt x="97" y="536"/>
                </a:lnTo>
                <a:lnTo>
                  <a:pt x="95" y="536"/>
                </a:lnTo>
                <a:lnTo>
                  <a:pt x="95" y="535"/>
                </a:lnTo>
                <a:lnTo>
                  <a:pt x="94" y="535"/>
                </a:lnTo>
                <a:lnTo>
                  <a:pt x="93" y="536"/>
                </a:lnTo>
                <a:lnTo>
                  <a:pt x="92" y="537"/>
                </a:lnTo>
                <a:lnTo>
                  <a:pt x="92" y="538"/>
                </a:lnTo>
                <a:lnTo>
                  <a:pt x="92" y="539"/>
                </a:lnTo>
                <a:lnTo>
                  <a:pt x="91" y="540"/>
                </a:lnTo>
                <a:lnTo>
                  <a:pt x="90" y="541"/>
                </a:lnTo>
                <a:lnTo>
                  <a:pt x="90" y="542"/>
                </a:lnTo>
                <a:lnTo>
                  <a:pt x="90" y="543"/>
                </a:lnTo>
                <a:lnTo>
                  <a:pt x="89" y="543"/>
                </a:lnTo>
                <a:lnTo>
                  <a:pt x="88" y="544"/>
                </a:lnTo>
                <a:lnTo>
                  <a:pt x="88" y="545"/>
                </a:lnTo>
                <a:lnTo>
                  <a:pt x="87" y="546"/>
                </a:lnTo>
                <a:lnTo>
                  <a:pt x="86" y="548"/>
                </a:lnTo>
                <a:lnTo>
                  <a:pt x="84" y="549"/>
                </a:lnTo>
                <a:lnTo>
                  <a:pt x="83" y="550"/>
                </a:lnTo>
                <a:lnTo>
                  <a:pt x="83" y="552"/>
                </a:lnTo>
                <a:lnTo>
                  <a:pt x="83" y="554"/>
                </a:lnTo>
                <a:lnTo>
                  <a:pt x="83" y="555"/>
                </a:lnTo>
                <a:lnTo>
                  <a:pt x="84" y="555"/>
                </a:lnTo>
                <a:lnTo>
                  <a:pt x="84" y="556"/>
                </a:lnTo>
                <a:lnTo>
                  <a:pt x="84" y="557"/>
                </a:lnTo>
                <a:lnTo>
                  <a:pt x="84" y="558"/>
                </a:lnTo>
                <a:lnTo>
                  <a:pt x="84" y="559"/>
                </a:lnTo>
                <a:lnTo>
                  <a:pt x="84" y="560"/>
                </a:lnTo>
                <a:lnTo>
                  <a:pt x="82" y="562"/>
                </a:lnTo>
                <a:lnTo>
                  <a:pt x="81" y="562"/>
                </a:lnTo>
                <a:lnTo>
                  <a:pt x="81" y="563"/>
                </a:lnTo>
                <a:lnTo>
                  <a:pt x="80" y="563"/>
                </a:lnTo>
                <a:lnTo>
                  <a:pt x="79" y="562"/>
                </a:lnTo>
                <a:lnTo>
                  <a:pt x="78" y="562"/>
                </a:lnTo>
                <a:lnTo>
                  <a:pt x="77" y="562"/>
                </a:lnTo>
                <a:lnTo>
                  <a:pt x="77" y="561"/>
                </a:lnTo>
                <a:lnTo>
                  <a:pt x="76" y="561"/>
                </a:lnTo>
                <a:lnTo>
                  <a:pt x="75" y="562"/>
                </a:lnTo>
                <a:lnTo>
                  <a:pt x="74" y="562"/>
                </a:lnTo>
                <a:lnTo>
                  <a:pt x="73" y="562"/>
                </a:lnTo>
                <a:lnTo>
                  <a:pt x="72" y="562"/>
                </a:lnTo>
                <a:lnTo>
                  <a:pt x="72" y="561"/>
                </a:lnTo>
                <a:lnTo>
                  <a:pt x="71" y="561"/>
                </a:lnTo>
                <a:lnTo>
                  <a:pt x="71" y="560"/>
                </a:lnTo>
                <a:lnTo>
                  <a:pt x="70" y="560"/>
                </a:lnTo>
                <a:lnTo>
                  <a:pt x="69" y="560"/>
                </a:lnTo>
                <a:lnTo>
                  <a:pt x="68" y="561"/>
                </a:lnTo>
                <a:lnTo>
                  <a:pt x="67" y="561"/>
                </a:lnTo>
                <a:lnTo>
                  <a:pt x="65" y="560"/>
                </a:lnTo>
                <a:lnTo>
                  <a:pt x="64" y="560"/>
                </a:lnTo>
                <a:lnTo>
                  <a:pt x="62" y="560"/>
                </a:lnTo>
                <a:lnTo>
                  <a:pt x="61" y="561"/>
                </a:lnTo>
                <a:lnTo>
                  <a:pt x="60" y="561"/>
                </a:lnTo>
                <a:lnTo>
                  <a:pt x="59" y="561"/>
                </a:lnTo>
                <a:lnTo>
                  <a:pt x="56" y="561"/>
                </a:lnTo>
                <a:lnTo>
                  <a:pt x="56" y="562"/>
                </a:lnTo>
                <a:lnTo>
                  <a:pt x="55" y="562"/>
                </a:lnTo>
                <a:lnTo>
                  <a:pt x="54" y="562"/>
                </a:lnTo>
                <a:lnTo>
                  <a:pt x="54" y="561"/>
                </a:lnTo>
                <a:lnTo>
                  <a:pt x="52" y="561"/>
                </a:lnTo>
                <a:lnTo>
                  <a:pt x="51" y="561"/>
                </a:lnTo>
                <a:lnTo>
                  <a:pt x="49" y="561"/>
                </a:lnTo>
                <a:lnTo>
                  <a:pt x="48" y="561"/>
                </a:lnTo>
                <a:lnTo>
                  <a:pt x="47" y="562"/>
                </a:lnTo>
                <a:lnTo>
                  <a:pt x="46" y="562"/>
                </a:lnTo>
                <a:lnTo>
                  <a:pt x="46" y="561"/>
                </a:lnTo>
                <a:lnTo>
                  <a:pt x="45" y="561"/>
                </a:lnTo>
                <a:lnTo>
                  <a:pt x="45" y="560"/>
                </a:lnTo>
                <a:lnTo>
                  <a:pt x="44" y="560"/>
                </a:lnTo>
                <a:lnTo>
                  <a:pt x="44" y="559"/>
                </a:lnTo>
                <a:lnTo>
                  <a:pt x="43" y="558"/>
                </a:lnTo>
                <a:lnTo>
                  <a:pt x="42" y="558"/>
                </a:lnTo>
                <a:lnTo>
                  <a:pt x="41" y="558"/>
                </a:lnTo>
                <a:lnTo>
                  <a:pt x="40" y="558"/>
                </a:lnTo>
                <a:lnTo>
                  <a:pt x="39" y="558"/>
                </a:lnTo>
                <a:lnTo>
                  <a:pt x="38" y="558"/>
                </a:lnTo>
                <a:lnTo>
                  <a:pt x="37" y="557"/>
                </a:lnTo>
                <a:lnTo>
                  <a:pt x="37" y="556"/>
                </a:lnTo>
                <a:lnTo>
                  <a:pt x="37" y="555"/>
                </a:lnTo>
                <a:lnTo>
                  <a:pt x="37" y="554"/>
                </a:lnTo>
                <a:lnTo>
                  <a:pt x="37" y="553"/>
                </a:lnTo>
                <a:lnTo>
                  <a:pt x="35" y="551"/>
                </a:lnTo>
                <a:lnTo>
                  <a:pt x="35" y="550"/>
                </a:lnTo>
                <a:lnTo>
                  <a:pt x="33" y="550"/>
                </a:lnTo>
                <a:lnTo>
                  <a:pt x="32" y="549"/>
                </a:lnTo>
                <a:lnTo>
                  <a:pt x="31" y="549"/>
                </a:lnTo>
                <a:lnTo>
                  <a:pt x="29" y="547"/>
                </a:lnTo>
                <a:lnTo>
                  <a:pt x="28" y="546"/>
                </a:lnTo>
                <a:lnTo>
                  <a:pt x="29" y="546"/>
                </a:lnTo>
                <a:lnTo>
                  <a:pt x="29" y="544"/>
                </a:lnTo>
                <a:lnTo>
                  <a:pt x="29" y="543"/>
                </a:lnTo>
                <a:lnTo>
                  <a:pt x="28" y="542"/>
                </a:lnTo>
                <a:lnTo>
                  <a:pt x="28" y="541"/>
                </a:lnTo>
                <a:lnTo>
                  <a:pt x="27" y="540"/>
                </a:lnTo>
                <a:lnTo>
                  <a:pt x="26" y="540"/>
                </a:lnTo>
                <a:lnTo>
                  <a:pt x="26" y="539"/>
                </a:lnTo>
                <a:lnTo>
                  <a:pt x="25" y="539"/>
                </a:lnTo>
                <a:lnTo>
                  <a:pt x="25" y="538"/>
                </a:lnTo>
                <a:lnTo>
                  <a:pt x="25" y="537"/>
                </a:lnTo>
                <a:lnTo>
                  <a:pt x="26" y="536"/>
                </a:lnTo>
                <a:lnTo>
                  <a:pt x="28" y="533"/>
                </a:lnTo>
                <a:lnTo>
                  <a:pt x="28" y="531"/>
                </a:lnTo>
                <a:lnTo>
                  <a:pt x="27" y="530"/>
                </a:lnTo>
                <a:lnTo>
                  <a:pt x="27" y="529"/>
                </a:lnTo>
                <a:lnTo>
                  <a:pt x="28" y="528"/>
                </a:lnTo>
                <a:lnTo>
                  <a:pt x="27" y="526"/>
                </a:lnTo>
                <a:lnTo>
                  <a:pt x="28" y="525"/>
                </a:lnTo>
                <a:lnTo>
                  <a:pt x="28" y="524"/>
                </a:lnTo>
                <a:lnTo>
                  <a:pt x="29" y="524"/>
                </a:lnTo>
                <a:lnTo>
                  <a:pt x="29" y="523"/>
                </a:lnTo>
                <a:lnTo>
                  <a:pt x="29" y="522"/>
                </a:lnTo>
                <a:lnTo>
                  <a:pt x="29" y="521"/>
                </a:lnTo>
                <a:lnTo>
                  <a:pt x="30" y="520"/>
                </a:lnTo>
                <a:lnTo>
                  <a:pt x="30" y="519"/>
                </a:lnTo>
                <a:lnTo>
                  <a:pt x="30" y="517"/>
                </a:lnTo>
                <a:lnTo>
                  <a:pt x="29" y="516"/>
                </a:lnTo>
                <a:lnTo>
                  <a:pt x="28" y="515"/>
                </a:lnTo>
                <a:lnTo>
                  <a:pt x="27" y="516"/>
                </a:lnTo>
                <a:lnTo>
                  <a:pt x="27" y="517"/>
                </a:lnTo>
                <a:lnTo>
                  <a:pt x="26" y="518"/>
                </a:lnTo>
                <a:lnTo>
                  <a:pt x="25" y="518"/>
                </a:lnTo>
                <a:lnTo>
                  <a:pt x="24" y="517"/>
                </a:lnTo>
                <a:lnTo>
                  <a:pt x="23" y="517"/>
                </a:lnTo>
                <a:lnTo>
                  <a:pt x="23" y="516"/>
                </a:lnTo>
                <a:lnTo>
                  <a:pt x="22" y="516"/>
                </a:lnTo>
                <a:lnTo>
                  <a:pt x="22" y="515"/>
                </a:lnTo>
                <a:lnTo>
                  <a:pt x="21" y="514"/>
                </a:lnTo>
                <a:lnTo>
                  <a:pt x="21" y="512"/>
                </a:lnTo>
                <a:lnTo>
                  <a:pt x="21" y="511"/>
                </a:lnTo>
                <a:lnTo>
                  <a:pt x="20" y="511"/>
                </a:lnTo>
                <a:lnTo>
                  <a:pt x="21" y="510"/>
                </a:lnTo>
                <a:lnTo>
                  <a:pt x="21" y="508"/>
                </a:lnTo>
                <a:lnTo>
                  <a:pt x="20" y="507"/>
                </a:lnTo>
                <a:lnTo>
                  <a:pt x="19" y="506"/>
                </a:lnTo>
                <a:lnTo>
                  <a:pt x="18" y="503"/>
                </a:lnTo>
                <a:lnTo>
                  <a:pt x="18" y="502"/>
                </a:lnTo>
                <a:lnTo>
                  <a:pt x="18" y="501"/>
                </a:lnTo>
                <a:lnTo>
                  <a:pt x="17" y="500"/>
                </a:lnTo>
                <a:lnTo>
                  <a:pt x="18" y="499"/>
                </a:lnTo>
                <a:lnTo>
                  <a:pt x="18" y="497"/>
                </a:lnTo>
                <a:lnTo>
                  <a:pt x="18" y="496"/>
                </a:lnTo>
                <a:lnTo>
                  <a:pt x="19" y="496"/>
                </a:lnTo>
                <a:lnTo>
                  <a:pt x="20" y="496"/>
                </a:lnTo>
                <a:lnTo>
                  <a:pt x="21" y="495"/>
                </a:lnTo>
                <a:lnTo>
                  <a:pt x="21" y="494"/>
                </a:lnTo>
                <a:lnTo>
                  <a:pt x="21" y="493"/>
                </a:lnTo>
                <a:lnTo>
                  <a:pt x="21" y="492"/>
                </a:lnTo>
                <a:lnTo>
                  <a:pt x="22" y="492"/>
                </a:lnTo>
                <a:lnTo>
                  <a:pt x="23" y="491"/>
                </a:lnTo>
                <a:lnTo>
                  <a:pt x="24" y="491"/>
                </a:lnTo>
                <a:lnTo>
                  <a:pt x="25" y="491"/>
                </a:lnTo>
                <a:lnTo>
                  <a:pt x="27" y="490"/>
                </a:lnTo>
                <a:lnTo>
                  <a:pt x="28" y="489"/>
                </a:lnTo>
                <a:lnTo>
                  <a:pt x="29" y="489"/>
                </a:lnTo>
                <a:lnTo>
                  <a:pt x="30" y="489"/>
                </a:lnTo>
                <a:lnTo>
                  <a:pt x="31" y="489"/>
                </a:lnTo>
                <a:lnTo>
                  <a:pt x="32" y="487"/>
                </a:lnTo>
                <a:lnTo>
                  <a:pt x="31" y="486"/>
                </a:lnTo>
                <a:lnTo>
                  <a:pt x="30" y="486"/>
                </a:lnTo>
                <a:lnTo>
                  <a:pt x="30" y="484"/>
                </a:lnTo>
                <a:lnTo>
                  <a:pt x="29" y="484"/>
                </a:lnTo>
                <a:lnTo>
                  <a:pt x="29" y="482"/>
                </a:lnTo>
                <a:lnTo>
                  <a:pt x="29" y="481"/>
                </a:lnTo>
                <a:lnTo>
                  <a:pt x="29" y="480"/>
                </a:lnTo>
                <a:lnTo>
                  <a:pt x="29" y="479"/>
                </a:lnTo>
                <a:lnTo>
                  <a:pt x="29" y="478"/>
                </a:lnTo>
                <a:lnTo>
                  <a:pt x="30" y="477"/>
                </a:lnTo>
                <a:lnTo>
                  <a:pt x="31" y="475"/>
                </a:lnTo>
                <a:lnTo>
                  <a:pt x="31" y="474"/>
                </a:lnTo>
                <a:lnTo>
                  <a:pt x="31" y="473"/>
                </a:lnTo>
                <a:lnTo>
                  <a:pt x="31" y="472"/>
                </a:lnTo>
                <a:lnTo>
                  <a:pt x="30" y="471"/>
                </a:lnTo>
                <a:lnTo>
                  <a:pt x="28" y="470"/>
                </a:lnTo>
                <a:lnTo>
                  <a:pt x="27" y="469"/>
                </a:lnTo>
                <a:lnTo>
                  <a:pt x="27" y="468"/>
                </a:lnTo>
                <a:lnTo>
                  <a:pt x="27" y="467"/>
                </a:lnTo>
                <a:lnTo>
                  <a:pt x="26" y="465"/>
                </a:lnTo>
                <a:lnTo>
                  <a:pt x="26" y="464"/>
                </a:lnTo>
                <a:lnTo>
                  <a:pt x="26" y="463"/>
                </a:lnTo>
                <a:lnTo>
                  <a:pt x="25" y="463"/>
                </a:lnTo>
                <a:lnTo>
                  <a:pt x="25" y="462"/>
                </a:lnTo>
                <a:lnTo>
                  <a:pt x="24" y="461"/>
                </a:lnTo>
                <a:lnTo>
                  <a:pt x="23" y="459"/>
                </a:lnTo>
                <a:lnTo>
                  <a:pt x="23" y="458"/>
                </a:lnTo>
                <a:lnTo>
                  <a:pt x="23" y="457"/>
                </a:lnTo>
                <a:lnTo>
                  <a:pt x="22" y="457"/>
                </a:lnTo>
                <a:lnTo>
                  <a:pt x="22" y="456"/>
                </a:lnTo>
                <a:lnTo>
                  <a:pt x="21" y="455"/>
                </a:lnTo>
                <a:lnTo>
                  <a:pt x="20" y="454"/>
                </a:lnTo>
                <a:lnTo>
                  <a:pt x="20" y="453"/>
                </a:lnTo>
                <a:lnTo>
                  <a:pt x="19" y="452"/>
                </a:lnTo>
                <a:lnTo>
                  <a:pt x="19" y="451"/>
                </a:lnTo>
                <a:lnTo>
                  <a:pt x="18" y="451"/>
                </a:lnTo>
                <a:lnTo>
                  <a:pt x="17" y="451"/>
                </a:lnTo>
                <a:lnTo>
                  <a:pt x="16" y="451"/>
                </a:lnTo>
                <a:lnTo>
                  <a:pt x="13" y="451"/>
                </a:lnTo>
                <a:lnTo>
                  <a:pt x="12" y="452"/>
                </a:lnTo>
                <a:lnTo>
                  <a:pt x="11" y="453"/>
                </a:lnTo>
                <a:lnTo>
                  <a:pt x="10" y="454"/>
                </a:lnTo>
                <a:lnTo>
                  <a:pt x="10" y="455"/>
                </a:lnTo>
                <a:lnTo>
                  <a:pt x="9" y="455"/>
                </a:lnTo>
                <a:lnTo>
                  <a:pt x="9" y="456"/>
                </a:lnTo>
                <a:lnTo>
                  <a:pt x="9" y="457"/>
                </a:lnTo>
                <a:lnTo>
                  <a:pt x="7" y="458"/>
                </a:lnTo>
                <a:lnTo>
                  <a:pt x="5" y="458"/>
                </a:lnTo>
                <a:lnTo>
                  <a:pt x="5" y="459"/>
                </a:lnTo>
                <a:lnTo>
                  <a:pt x="4" y="459"/>
                </a:lnTo>
                <a:lnTo>
                  <a:pt x="4" y="460"/>
                </a:lnTo>
                <a:lnTo>
                  <a:pt x="3" y="460"/>
                </a:lnTo>
                <a:lnTo>
                  <a:pt x="2" y="460"/>
                </a:lnTo>
                <a:lnTo>
                  <a:pt x="2" y="459"/>
                </a:lnTo>
                <a:lnTo>
                  <a:pt x="3" y="459"/>
                </a:lnTo>
                <a:lnTo>
                  <a:pt x="4" y="458"/>
                </a:lnTo>
                <a:lnTo>
                  <a:pt x="5" y="458"/>
                </a:lnTo>
                <a:lnTo>
                  <a:pt x="4" y="457"/>
                </a:lnTo>
                <a:lnTo>
                  <a:pt x="4" y="456"/>
                </a:lnTo>
                <a:lnTo>
                  <a:pt x="4" y="454"/>
                </a:lnTo>
                <a:lnTo>
                  <a:pt x="3" y="454"/>
                </a:lnTo>
                <a:lnTo>
                  <a:pt x="2" y="454"/>
                </a:lnTo>
                <a:lnTo>
                  <a:pt x="2" y="453"/>
                </a:lnTo>
                <a:lnTo>
                  <a:pt x="1" y="452"/>
                </a:lnTo>
                <a:lnTo>
                  <a:pt x="1" y="451"/>
                </a:lnTo>
                <a:lnTo>
                  <a:pt x="1" y="450"/>
                </a:lnTo>
                <a:lnTo>
                  <a:pt x="0" y="450"/>
                </a:lnTo>
                <a:lnTo>
                  <a:pt x="0" y="449"/>
                </a:lnTo>
                <a:lnTo>
                  <a:pt x="0" y="448"/>
                </a:lnTo>
                <a:lnTo>
                  <a:pt x="1" y="448"/>
                </a:lnTo>
                <a:lnTo>
                  <a:pt x="1" y="446"/>
                </a:lnTo>
                <a:lnTo>
                  <a:pt x="2" y="446"/>
                </a:lnTo>
                <a:lnTo>
                  <a:pt x="2" y="445"/>
                </a:lnTo>
                <a:lnTo>
                  <a:pt x="3" y="445"/>
                </a:lnTo>
                <a:lnTo>
                  <a:pt x="4" y="446"/>
                </a:lnTo>
                <a:lnTo>
                  <a:pt x="5" y="447"/>
                </a:lnTo>
                <a:lnTo>
                  <a:pt x="6" y="447"/>
                </a:lnTo>
                <a:lnTo>
                  <a:pt x="7" y="447"/>
                </a:lnTo>
                <a:lnTo>
                  <a:pt x="7" y="448"/>
                </a:lnTo>
                <a:lnTo>
                  <a:pt x="8" y="448"/>
                </a:lnTo>
                <a:lnTo>
                  <a:pt x="9" y="448"/>
                </a:lnTo>
                <a:lnTo>
                  <a:pt x="10" y="448"/>
                </a:lnTo>
                <a:lnTo>
                  <a:pt x="10" y="447"/>
                </a:lnTo>
                <a:lnTo>
                  <a:pt x="10" y="446"/>
                </a:lnTo>
                <a:lnTo>
                  <a:pt x="10" y="445"/>
                </a:lnTo>
                <a:lnTo>
                  <a:pt x="10" y="444"/>
                </a:lnTo>
                <a:lnTo>
                  <a:pt x="9" y="444"/>
                </a:lnTo>
                <a:lnTo>
                  <a:pt x="9" y="443"/>
                </a:lnTo>
                <a:lnTo>
                  <a:pt x="9" y="442"/>
                </a:lnTo>
                <a:lnTo>
                  <a:pt x="8" y="443"/>
                </a:lnTo>
                <a:lnTo>
                  <a:pt x="7" y="443"/>
                </a:lnTo>
                <a:lnTo>
                  <a:pt x="6" y="443"/>
                </a:lnTo>
                <a:lnTo>
                  <a:pt x="5" y="442"/>
                </a:lnTo>
                <a:lnTo>
                  <a:pt x="4" y="441"/>
                </a:lnTo>
                <a:lnTo>
                  <a:pt x="3" y="441"/>
                </a:lnTo>
                <a:lnTo>
                  <a:pt x="4" y="441"/>
                </a:lnTo>
                <a:lnTo>
                  <a:pt x="3" y="441"/>
                </a:lnTo>
                <a:lnTo>
                  <a:pt x="4" y="439"/>
                </a:lnTo>
                <a:lnTo>
                  <a:pt x="5" y="437"/>
                </a:lnTo>
                <a:lnTo>
                  <a:pt x="6" y="437"/>
                </a:lnTo>
                <a:lnTo>
                  <a:pt x="7" y="436"/>
                </a:lnTo>
                <a:lnTo>
                  <a:pt x="7" y="437"/>
                </a:lnTo>
                <a:lnTo>
                  <a:pt x="8" y="436"/>
                </a:lnTo>
                <a:lnTo>
                  <a:pt x="9" y="435"/>
                </a:lnTo>
                <a:lnTo>
                  <a:pt x="10" y="436"/>
                </a:lnTo>
                <a:lnTo>
                  <a:pt x="11" y="436"/>
                </a:lnTo>
                <a:lnTo>
                  <a:pt x="12" y="436"/>
                </a:lnTo>
                <a:lnTo>
                  <a:pt x="12" y="435"/>
                </a:lnTo>
                <a:lnTo>
                  <a:pt x="13" y="435"/>
                </a:lnTo>
                <a:lnTo>
                  <a:pt x="13" y="434"/>
                </a:lnTo>
                <a:lnTo>
                  <a:pt x="14" y="435"/>
                </a:lnTo>
                <a:lnTo>
                  <a:pt x="15" y="435"/>
                </a:lnTo>
                <a:lnTo>
                  <a:pt x="16" y="435"/>
                </a:lnTo>
                <a:lnTo>
                  <a:pt x="17" y="435"/>
                </a:lnTo>
                <a:lnTo>
                  <a:pt x="17" y="436"/>
                </a:lnTo>
                <a:lnTo>
                  <a:pt x="17" y="435"/>
                </a:lnTo>
                <a:lnTo>
                  <a:pt x="18" y="435"/>
                </a:lnTo>
                <a:lnTo>
                  <a:pt x="18" y="434"/>
                </a:lnTo>
                <a:lnTo>
                  <a:pt x="19" y="434"/>
                </a:lnTo>
                <a:lnTo>
                  <a:pt x="20" y="434"/>
                </a:lnTo>
                <a:lnTo>
                  <a:pt x="20" y="433"/>
                </a:lnTo>
                <a:lnTo>
                  <a:pt x="20" y="432"/>
                </a:lnTo>
                <a:lnTo>
                  <a:pt x="20" y="431"/>
                </a:lnTo>
                <a:lnTo>
                  <a:pt x="19" y="430"/>
                </a:lnTo>
                <a:lnTo>
                  <a:pt x="19" y="429"/>
                </a:lnTo>
                <a:lnTo>
                  <a:pt x="20" y="428"/>
                </a:lnTo>
                <a:lnTo>
                  <a:pt x="20" y="429"/>
                </a:lnTo>
                <a:lnTo>
                  <a:pt x="21" y="429"/>
                </a:lnTo>
                <a:lnTo>
                  <a:pt x="22" y="428"/>
                </a:lnTo>
                <a:lnTo>
                  <a:pt x="22" y="427"/>
                </a:lnTo>
                <a:lnTo>
                  <a:pt x="22" y="426"/>
                </a:lnTo>
                <a:lnTo>
                  <a:pt x="23" y="426"/>
                </a:lnTo>
                <a:lnTo>
                  <a:pt x="23" y="425"/>
                </a:lnTo>
                <a:lnTo>
                  <a:pt x="24" y="424"/>
                </a:lnTo>
                <a:lnTo>
                  <a:pt x="25" y="424"/>
                </a:lnTo>
                <a:lnTo>
                  <a:pt x="25" y="423"/>
                </a:lnTo>
                <a:lnTo>
                  <a:pt x="25" y="422"/>
                </a:lnTo>
                <a:lnTo>
                  <a:pt x="25" y="421"/>
                </a:lnTo>
                <a:lnTo>
                  <a:pt x="26" y="421"/>
                </a:lnTo>
                <a:lnTo>
                  <a:pt x="27" y="421"/>
                </a:lnTo>
                <a:lnTo>
                  <a:pt x="27" y="420"/>
                </a:lnTo>
                <a:lnTo>
                  <a:pt x="27" y="419"/>
                </a:lnTo>
                <a:lnTo>
                  <a:pt x="27" y="418"/>
                </a:lnTo>
                <a:lnTo>
                  <a:pt x="28" y="418"/>
                </a:lnTo>
                <a:lnTo>
                  <a:pt x="29" y="418"/>
                </a:lnTo>
                <a:lnTo>
                  <a:pt x="30" y="417"/>
                </a:lnTo>
                <a:lnTo>
                  <a:pt x="31" y="417"/>
                </a:lnTo>
                <a:lnTo>
                  <a:pt x="32" y="415"/>
                </a:lnTo>
                <a:lnTo>
                  <a:pt x="32" y="414"/>
                </a:lnTo>
                <a:lnTo>
                  <a:pt x="33" y="413"/>
                </a:lnTo>
                <a:lnTo>
                  <a:pt x="34" y="413"/>
                </a:lnTo>
                <a:lnTo>
                  <a:pt x="35" y="412"/>
                </a:lnTo>
                <a:lnTo>
                  <a:pt x="34" y="411"/>
                </a:lnTo>
                <a:lnTo>
                  <a:pt x="35" y="411"/>
                </a:lnTo>
                <a:lnTo>
                  <a:pt x="34" y="410"/>
                </a:lnTo>
                <a:lnTo>
                  <a:pt x="35" y="410"/>
                </a:lnTo>
                <a:lnTo>
                  <a:pt x="36" y="411"/>
                </a:lnTo>
                <a:lnTo>
                  <a:pt x="37" y="410"/>
                </a:lnTo>
                <a:lnTo>
                  <a:pt x="36" y="408"/>
                </a:lnTo>
                <a:lnTo>
                  <a:pt x="37" y="407"/>
                </a:lnTo>
                <a:lnTo>
                  <a:pt x="40" y="408"/>
                </a:lnTo>
                <a:lnTo>
                  <a:pt x="43" y="407"/>
                </a:lnTo>
                <a:lnTo>
                  <a:pt x="44" y="406"/>
                </a:lnTo>
                <a:lnTo>
                  <a:pt x="44" y="404"/>
                </a:lnTo>
                <a:lnTo>
                  <a:pt x="44" y="403"/>
                </a:lnTo>
                <a:lnTo>
                  <a:pt x="45" y="403"/>
                </a:lnTo>
                <a:lnTo>
                  <a:pt x="47" y="403"/>
                </a:lnTo>
                <a:lnTo>
                  <a:pt x="48" y="403"/>
                </a:lnTo>
                <a:lnTo>
                  <a:pt x="48" y="400"/>
                </a:lnTo>
                <a:lnTo>
                  <a:pt x="49" y="399"/>
                </a:lnTo>
                <a:lnTo>
                  <a:pt x="50" y="398"/>
                </a:lnTo>
                <a:lnTo>
                  <a:pt x="50" y="397"/>
                </a:lnTo>
                <a:lnTo>
                  <a:pt x="50" y="396"/>
                </a:lnTo>
                <a:lnTo>
                  <a:pt x="50" y="394"/>
                </a:lnTo>
                <a:lnTo>
                  <a:pt x="51" y="393"/>
                </a:lnTo>
                <a:lnTo>
                  <a:pt x="52" y="393"/>
                </a:lnTo>
                <a:lnTo>
                  <a:pt x="53" y="393"/>
                </a:lnTo>
                <a:lnTo>
                  <a:pt x="53" y="392"/>
                </a:lnTo>
                <a:lnTo>
                  <a:pt x="54" y="392"/>
                </a:lnTo>
                <a:lnTo>
                  <a:pt x="55" y="392"/>
                </a:lnTo>
                <a:lnTo>
                  <a:pt x="55" y="391"/>
                </a:lnTo>
                <a:lnTo>
                  <a:pt x="56" y="391"/>
                </a:lnTo>
                <a:lnTo>
                  <a:pt x="55" y="391"/>
                </a:lnTo>
                <a:lnTo>
                  <a:pt x="55" y="388"/>
                </a:lnTo>
                <a:lnTo>
                  <a:pt x="55" y="386"/>
                </a:lnTo>
                <a:lnTo>
                  <a:pt x="55" y="385"/>
                </a:lnTo>
                <a:lnTo>
                  <a:pt x="56" y="383"/>
                </a:lnTo>
                <a:lnTo>
                  <a:pt x="56" y="382"/>
                </a:lnTo>
                <a:lnTo>
                  <a:pt x="56" y="383"/>
                </a:lnTo>
                <a:lnTo>
                  <a:pt x="57" y="383"/>
                </a:lnTo>
                <a:lnTo>
                  <a:pt x="57" y="382"/>
                </a:lnTo>
                <a:lnTo>
                  <a:pt x="57" y="381"/>
                </a:lnTo>
                <a:lnTo>
                  <a:pt x="57" y="380"/>
                </a:lnTo>
                <a:lnTo>
                  <a:pt x="58" y="380"/>
                </a:lnTo>
                <a:lnTo>
                  <a:pt x="58" y="379"/>
                </a:lnTo>
                <a:lnTo>
                  <a:pt x="58" y="378"/>
                </a:lnTo>
                <a:lnTo>
                  <a:pt x="59" y="378"/>
                </a:lnTo>
                <a:lnTo>
                  <a:pt x="59" y="377"/>
                </a:lnTo>
                <a:lnTo>
                  <a:pt x="60" y="377"/>
                </a:lnTo>
                <a:lnTo>
                  <a:pt x="60" y="375"/>
                </a:lnTo>
                <a:lnTo>
                  <a:pt x="60" y="374"/>
                </a:lnTo>
                <a:lnTo>
                  <a:pt x="60" y="373"/>
                </a:lnTo>
                <a:lnTo>
                  <a:pt x="60" y="372"/>
                </a:lnTo>
                <a:lnTo>
                  <a:pt x="61" y="371"/>
                </a:lnTo>
                <a:lnTo>
                  <a:pt x="62" y="372"/>
                </a:lnTo>
                <a:lnTo>
                  <a:pt x="63" y="373"/>
                </a:lnTo>
                <a:lnTo>
                  <a:pt x="64" y="373"/>
                </a:lnTo>
                <a:lnTo>
                  <a:pt x="65" y="373"/>
                </a:lnTo>
                <a:lnTo>
                  <a:pt x="65" y="374"/>
                </a:lnTo>
                <a:lnTo>
                  <a:pt x="65" y="375"/>
                </a:lnTo>
                <a:lnTo>
                  <a:pt x="66" y="375"/>
                </a:lnTo>
                <a:lnTo>
                  <a:pt x="67" y="375"/>
                </a:lnTo>
                <a:lnTo>
                  <a:pt x="68" y="375"/>
                </a:lnTo>
                <a:lnTo>
                  <a:pt x="69" y="376"/>
                </a:lnTo>
                <a:lnTo>
                  <a:pt x="69" y="377"/>
                </a:lnTo>
                <a:lnTo>
                  <a:pt x="70" y="376"/>
                </a:lnTo>
                <a:lnTo>
                  <a:pt x="71" y="376"/>
                </a:lnTo>
                <a:lnTo>
                  <a:pt x="73" y="375"/>
                </a:lnTo>
                <a:lnTo>
                  <a:pt x="74" y="374"/>
                </a:lnTo>
                <a:lnTo>
                  <a:pt x="75" y="374"/>
                </a:lnTo>
                <a:lnTo>
                  <a:pt x="76" y="375"/>
                </a:lnTo>
                <a:lnTo>
                  <a:pt x="75" y="376"/>
                </a:lnTo>
                <a:lnTo>
                  <a:pt x="76" y="378"/>
                </a:lnTo>
                <a:lnTo>
                  <a:pt x="76" y="379"/>
                </a:lnTo>
                <a:lnTo>
                  <a:pt x="76" y="382"/>
                </a:lnTo>
                <a:lnTo>
                  <a:pt x="76" y="383"/>
                </a:lnTo>
                <a:lnTo>
                  <a:pt x="76" y="385"/>
                </a:lnTo>
                <a:lnTo>
                  <a:pt x="78" y="387"/>
                </a:lnTo>
                <a:lnTo>
                  <a:pt x="80" y="388"/>
                </a:lnTo>
                <a:lnTo>
                  <a:pt x="81" y="388"/>
                </a:lnTo>
                <a:lnTo>
                  <a:pt x="83" y="389"/>
                </a:lnTo>
                <a:lnTo>
                  <a:pt x="84" y="391"/>
                </a:lnTo>
                <a:lnTo>
                  <a:pt x="86" y="392"/>
                </a:lnTo>
                <a:lnTo>
                  <a:pt x="87" y="393"/>
                </a:lnTo>
                <a:lnTo>
                  <a:pt x="87" y="394"/>
                </a:lnTo>
                <a:lnTo>
                  <a:pt x="88" y="394"/>
                </a:lnTo>
                <a:lnTo>
                  <a:pt x="90" y="394"/>
                </a:lnTo>
                <a:lnTo>
                  <a:pt x="91" y="394"/>
                </a:lnTo>
                <a:lnTo>
                  <a:pt x="91" y="393"/>
                </a:lnTo>
                <a:lnTo>
                  <a:pt x="92" y="393"/>
                </a:lnTo>
                <a:lnTo>
                  <a:pt x="93" y="393"/>
                </a:lnTo>
                <a:lnTo>
                  <a:pt x="94" y="394"/>
                </a:lnTo>
                <a:lnTo>
                  <a:pt x="94" y="395"/>
                </a:lnTo>
                <a:lnTo>
                  <a:pt x="96" y="395"/>
                </a:lnTo>
                <a:lnTo>
                  <a:pt x="97" y="396"/>
                </a:lnTo>
                <a:lnTo>
                  <a:pt x="97" y="397"/>
                </a:lnTo>
                <a:lnTo>
                  <a:pt x="96" y="398"/>
                </a:lnTo>
                <a:lnTo>
                  <a:pt x="96" y="399"/>
                </a:lnTo>
                <a:lnTo>
                  <a:pt x="96" y="400"/>
                </a:lnTo>
                <a:lnTo>
                  <a:pt x="97" y="400"/>
                </a:lnTo>
                <a:lnTo>
                  <a:pt x="97" y="401"/>
                </a:lnTo>
                <a:lnTo>
                  <a:pt x="98" y="403"/>
                </a:lnTo>
                <a:lnTo>
                  <a:pt x="99" y="403"/>
                </a:lnTo>
                <a:lnTo>
                  <a:pt x="99" y="404"/>
                </a:lnTo>
                <a:lnTo>
                  <a:pt x="100" y="405"/>
                </a:lnTo>
                <a:lnTo>
                  <a:pt x="102" y="406"/>
                </a:lnTo>
                <a:lnTo>
                  <a:pt x="102" y="407"/>
                </a:lnTo>
                <a:lnTo>
                  <a:pt x="103" y="408"/>
                </a:lnTo>
                <a:lnTo>
                  <a:pt x="104" y="408"/>
                </a:lnTo>
                <a:lnTo>
                  <a:pt x="105" y="408"/>
                </a:lnTo>
                <a:lnTo>
                  <a:pt x="105" y="407"/>
                </a:lnTo>
                <a:lnTo>
                  <a:pt x="106" y="406"/>
                </a:lnTo>
                <a:lnTo>
                  <a:pt x="107" y="404"/>
                </a:lnTo>
                <a:lnTo>
                  <a:pt x="107" y="403"/>
                </a:lnTo>
                <a:lnTo>
                  <a:pt x="108" y="404"/>
                </a:lnTo>
                <a:lnTo>
                  <a:pt x="109" y="405"/>
                </a:lnTo>
                <a:lnTo>
                  <a:pt x="110" y="405"/>
                </a:lnTo>
                <a:lnTo>
                  <a:pt x="111" y="405"/>
                </a:lnTo>
                <a:lnTo>
                  <a:pt x="112" y="405"/>
                </a:lnTo>
                <a:lnTo>
                  <a:pt x="112" y="404"/>
                </a:lnTo>
                <a:lnTo>
                  <a:pt x="112" y="403"/>
                </a:lnTo>
                <a:lnTo>
                  <a:pt x="111" y="402"/>
                </a:lnTo>
                <a:lnTo>
                  <a:pt x="111" y="401"/>
                </a:lnTo>
                <a:lnTo>
                  <a:pt x="112" y="401"/>
                </a:lnTo>
                <a:lnTo>
                  <a:pt x="114" y="403"/>
                </a:lnTo>
                <a:lnTo>
                  <a:pt x="115" y="403"/>
                </a:lnTo>
                <a:lnTo>
                  <a:pt x="116" y="402"/>
                </a:lnTo>
                <a:lnTo>
                  <a:pt x="118" y="401"/>
                </a:lnTo>
                <a:lnTo>
                  <a:pt x="119" y="400"/>
                </a:lnTo>
                <a:lnTo>
                  <a:pt x="119" y="399"/>
                </a:lnTo>
                <a:lnTo>
                  <a:pt x="117" y="396"/>
                </a:lnTo>
                <a:lnTo>
                  <a:pt x="117" y="394"/>
                </a:lnTo>
                <a:lnTo>
                  <a:pt x="118" y="393"/>
                </a:lnTo>
                <a:lnTo>
                  <a:pt x="119" y="391"/>
                </a:lnTo>
                <a:lnTo>
                  <a:pt x="121" y="389"/>
                </a:lnTo>
                <a:lnTo>
                  <a:pt x="122" y="389"/>
                </a:lnTo>
                <a:lnTo>
                  <a:pt x="125" y="387"/>
                </a:lnTo>
                <a:lnTo>
                  <a:pt x="127" y="383"/>
                </a:lnTo>
                <a:lnTo>
                  <a:pt x="127" y="382"/>
                </a:lnTo>
                <a:lnTo>
                  <a:pt x="127" y="381"/>
                </a:lnTo>
                <a:lnTo>
                  <a:pt x="128" y="380"/>
                </a:lnTo>
                <a:lnTo>
                  <a:pt x="129" y="379"/>
                </a:lnTo>
                <a:lnTo>
                  <a:pt x="131" y="379"/>
                </a:lnTo>
                <a:lnTo>
                  <a:pt x="133" y="375"/>
                </a:lnTo>
                <a:lnTo>
                  <a:pt x="134" y="374"/>
                </a:lnTo>
                <a:lnTo>
                  <a:pt x="134" y="373"/>
                </a:lnTo>
                <a:lnTo>
                  <a:pt x="134" y="372"/>
                </a:lnTo>
                <a:lnTo>
                  <a:pt x="134" y="371"/>
                </a:lnTo>
                <a:lnTo>
                  <a:pt x="136" y="368"/>
                </a:lnTo>
                <a:lnTo>
                  <a:pt x="136" y="367"/>
                </a:lnTo>
                <a:lnTo>
                  <a:pt x="138" y="367"/>
                </a:lnTo>
                <a:lnTo>
                  <a:pt x="139" y="367"/>
                </a:lnTo>
                <a:lnTo>
                  <a:pt x="139" y="368"/>
                </a:lnTo>
                <a:lnTo>
                  <a:pt x="140" y="368"/>
                </a:lnTo>
                <a:lnTo>
                  <a:pt x="141" y="368"/>
                </a:lnTo>
                <a:lnTo>
                  <a:pt x="142" y="368"/>
                </a:lnTo>
                <a:lnTo>
                  <a:pt x="143" y="368"/>
                </a:lnTo>
                <a:lnTo>
                  <a:pt x="145" y="369"/>
                </a:lnTo>
                <a:lnTo>
                  <a:pt x="146" y="370"/>
                </a:lnTo>
                <a:lnTo>
                  <a:pt x="146" y="369"/>
                </a:lnTo>
                <a:lnTo>
                  <a:pt x="147" y="369"/>
                </a:lnTo>
                <a:lnTo>
                  <a:pt x="147" y="370"/>
                </a:lnTo>
                <a:lnTo>
                  <a:pt x="147" y="371"/>
                </a:lnTo>
                <a:lnTo>
                  <a:pt x="147" y="372"/>
                </a:lnTo>
                <a:lnTo>
                  <a:pt x="148" y="372"/>
                </a:lnTo>
                <a:lnTo>
                  <a:pt x="148" y="374"/>
                </a:lnTo>
                <a:lnTo>
                  <a:pt x="149" y="374"/>
                </a:lnTo>
                <a:lnTo>
                  <a:pt x="150" y="374"/>
                </a:lnTo>
                <a:lnTo>
                  <a:pt x="151" y="374"/>
                </a:lnTo>
                <a:lnTo>
                  <a:pt x="151" y="375"/>
                </a:lnTo>
                <a:lnTo>
                  <a:pt x="156" y="377"/>
                </a:lnTo>
                <a:lnTo>
                  <a:pt x="160" y="378"/>
                </a:lnTo>
                <a:lnTo>
                  <a:pt x="161" y="378"/>
                </a:lnTo>
                <a:lnTo>
                  <a:pt x="162" y="378"/>
                </a:lnTo>
                <a:lnTo>
                  <a:pt x="163" y="378"/>
                </a:lnTo>
                <a:lnTo>
                  <a:pt x="162" y="379"/>
                </a:lnTo>
                <a:lnTo>
                  <a:pt x="161" y="380"/>
                </a:lnTo>
                <a:lnTo>
                  <a:pt x="162" y="381"/>
                </a:lnTo>
                <a:lnTo>
                  <a:pt x="163" y="381"/>
                </a:lnTo>
                <a:lnTo>
                  <a:pt x="164" y="381"/>
                </a:lnTo>
                <a:lnTo>
                  <a:pt x="165" y="381"/>
                </a:lnTo>
                <a:lnTo>
                  <a:pt x="165" y="382"/>
                </a:lnTo>
                <a:lnTo>
                  <a:pt x="165" y="383"/>
                </a:lnTo>
                <a:lnTo>
                  <a:pt x="165" y="384"/>
                </a:lnTo>
                <a:lnTo>
                  <a:pt x="168" y="391"/>
                </a:lnTo>
                <a:lnTo>
                  <a:pt x="169" y="392"/>
                </a:lnTo>
                <a:lnTo>
                  <a:pt x="169" y="393"/>
                </a:lnTo>
                <a:lnTo>
                  <a:pt x="170" y="393"/>
                </a:lnTo>
                <a:lnTo>
                  <a:pt x="170" y="394"/>
                </a:lnTo>
                <a:lnTo>
                  <a:pt x="170" y="395"/>
                </a:lnTo>
                <a:lnTo>
                  <a:pt x="170" y="396"/>
                </a:lnTo>
                <a:lnTo>
                  <a:pt x="171" y="396"/>
                </a:lnTo>
                <a:lnTo>
                  <a:pt x="171" y="395"/>
                </a:lnTo>
                <a:lnTo>
                  <a:pt x="172" y="395"/>
                </a:lnTo>
                <a:lnTo>
                  <a:pt x="173" y="395"/>
                </a:lnTo>
                <a:lnTo>
                  <a:pt x="174" y="395"/>
                </a:lnTo>
                <a:lnTo>
                  <a:pt x="175" y="395"/>
                </a:lnTo>
                <a:lnTo>
                  <a:pt x="176" y="395"/>
                </a:lnTo>
                <a:lnTo>
                  <a:pt x="177" y="395"/>
                </a:lnTo>
                <a:lnTo>
                  <a:pt x="178" y="397"/>
                </a:lnTo>
                <a:lnTo>
                  <a:pt x="179" y="398"/>
                </a:lnTo>
                <a:lnTo>
                  <a:pt x="182" y="399"/>
                </a:lnTo>
                <a:lnTo>
                  <a:pt x="183" y="400"/>
                </a:lnTo>
                <a:lnTo>
                  <a:pt x="187" y="398"/>
                </a:lnTo>
                <a:lnTo>
                  <a:pt x="190" y="397"/>
                </a:lnTo>
                <a:lnTo>
                  <a:pt x="191" y="397"/>
                </a:lnTo>
                <a:lnTo>
                  <a:pt x="192" y="398"/>
                </a:lnTo>
                <a:lnTo>
                  <a:pt x="193" y="398"/>
                </a:lnTo>
                <a:lnTo>
                  <a:pt x="195" y="398"/>
                </a:lnTo>
                <a:lnTo>
                  <a:pt x="197" y="395"/>
                </a:lnTo>
                <a:lnTo>
                  <a:pt x="200" y="394"/>
                </a:lnTo>
                <a:lnTo>
                  <a:pt x="203" y="393"/>
                </a:lnTo>
                <a:lnTo>
                  <a:pt x="204" y="394"/>
                </a:lnTo>
                <a:lnTo>
                  <a:pt x="205" y="394"/>
                </a:lnTo>
                <a:lnTo>
                  <a:pt x="207" y="394"/>
                </a:lnTo>
                <a:lnTo>
                  <a:pt x="208" y="392"/>
                </a:lnTo>
                <a:lnTo>
                  <a:pt x="211" y="395"/>
                </a:lnTo>
                <a:lnTo>
                  <a:pt x="212" y="398"/>
                </a:lnTo>
                <a:lnTo>
                  <a:pt x="215" y="398"/>
                </a:lnTo>
                <a:lnTo>
                  <a:pt x="218" y="392"/>
                </a:lnTo>
                <a:lnTo>
                  <a:pt x="219" y="391"/>
                </a:lnTo>
                <a:lnTo>
                  <a:pt x="221" y="391"/>
                </a:lnTo>
                <a:lnTo>
                  <a:pt x="223" y="392"/>
                </a:lnTo>
                <a:lnTo>
                  <a:pt x="224" y="393"/>
                </a:lnTo>
                <a:lnTo>
                  <a:pt x="226" y="394"/>
                </a:lnTo>
                <a:lnTo>
                  <a:pt x="227" y="395"/>
                </a:lnTo>
                <a:lnTo>
                  <a:pt x="227" y="396"/>
                </a:lnTo>
                <a:lnTo>
                  <a:pt x="227" y="398"/>
                </a:lnTo>
                <a:lnTo>
                  <a:pt x="227" y="400"/>
                </a:lnTo>
                <a:lnTo>
                  <a:pt x="227" y="401"/>
                </a:lnTo>
                <a:lnTo>
                  <a:pt x="227" y="402"/>
                </a:lnTo>
                <a:lnTo>
                  <a:pt x="229" y="403"/>
                </a:lnTo>
                <a:lnTo>
                  <a:pt x="230" y="403"/>
                </a:lnTo>
                <a:lnTo>
                  <a:pt x="231" y="403"/>
                </a:lnTo>
                <a:lnTo>
                  <a:pt x="231" y="402"/>
                </a:lnTo>
                <a:lnTo>
                  <a:pt x="232" y="402"/>
                </a:lnTo>
                <a:lnTo>
                  <a:pt x="233" y="402"/>
                </a:lnTo>
                <a:lnTo>
                  <a:pt x="234" y="402"/>
                </a:lnTo>
                <a:lnTo>
                  <a:pt x="234" y="401"/>
                </a:lnTo>
                <a:lnTo>
                  <a:pt x="234" y="400"/>
                </a:lnTo>
                <a:lnTo>
                  <a:pt x="235" y="401"/>
                </a:lnTo>
                <a:lnTo>
                  <a:pt x="236" y="401"/>
                </a:lnTo>
                <a:lnTo>
                  <a:pt x="236" y="400"/>
                </a:lnTo>
                <a:lnTo>
                  <a:pt x="237" y="399"/>
                </a:lnTo>
                <a:lnTo>
                  <a:pt x="237" y="398"/>
                </a:lnTo>
                <a:lnTo>
                  <a:pt x="237" y="397"/>
                </a:lnTo>
                <a:lnTo>
                  <a:pt x="237" y="396"/>
                </a:lnTo>
                <a:lnTo>
                  <a:pt x="239" y="395"/>
                </a:lnTo>
                <a:lnTo>
                  <a:pt x="240" y="395"/>
                </a:lnTo>
                <a:lnTo>
                  <a:pt x="241" y="394"/>
                </a:lnTo>
                <a:lnTo>
                  <a:pt x="242" y="394"/>
                </a:lnTo>
                <a:lnTo>
                  <a:pt x="242" y="393"/>
                </a:lnTo>
                <a:lnTo>
                  <a:pt x="243" y="392"/>
                </a:lnTo>
                <a:lnTo>
                  <a:pt x="244" y="392"/>
                </a:lnTo>
                <a:lnTo>
                  <a:pt x="244" y="391"/>
                </a:lnTo>
                <a:lnTo>
                  <a:pt x="245" y="391"/>
                </a:lnTo>
                <a:lnTo>
                  <a:pt x="246" y="391"/>
                </a:lnTo>
                <a:lnTo>
                  <a:pt x="246" y="390"/>
                </a:lnTo>
                <a:lnTo>
                  <a:pt x="247" y="390"/>
                </a:lnTo>
                <a:lnTo>
                  <a:pt x="248" y="390"/>
                </a:lnTo>
                <a:lnTo>
                  <a:pt x="251" y="388"/>
                </a:lnTo>
                <a:lnTo>
                  <a:pt x="253" y="387"/>
                </a:lnTo>
                <a:lnTo>
                  <a:pt x="254" y="386"/>
                </a:lnTo>
                <a:lnTo>
                  <a:pt x="256" y="385"/>
                </a:lnTo>
                <a:lnTo>
                  <a:pt x="258" y="382"/>
                </a:lnTo>
                <a:lnTo>
                  <a:pt x="259" y="381"/>
                </a:lnTo>
                <a:lnTo>
                  <a:pt x="260" y="381"/>
                </a:lnTo>
                <a:lnTo>
                  <a:pt x="261" y="381"/>
                </a:lnTo>
                <a:lnTo>
                  <a:pt x="261" y="382"/>
                </a:lnTo>
                <a:lnTo>
                  <a:pt x="262" y="382"/>
                </a:lnTo>
                <a:lnTo>
                  <a:pt x="262" y="381"/>
                </a:lnTo>
                <a:lnTo>
                  <a:pt x="261" y="381"/>
                </a:lnTo>
                <a:lnTo>
                  <a:pt x="261" y="380"/>
                </a:lnTo>
                <a:lnTo>
                  <a:pt x="262" y="380"/>
                </a:lnTo>
                <a:lnTo>
                  <a:pt x="262" y="379"/>
                </a:lnTo>
                <a:lnTo>
                  <a:pt x="263" y="379"/>
                </a:lnTo>
                <a:lnTo>
                  <a:pt x="264" y="379"/>
                </a:lnTo>
                <a:lnTo>
                  <a:pt x="265" y="378"/>
                </a:lnTo>
                <a:lnTo>
                  <a:pt x="266" y="377"/>
                </a:lnTo>
                <a:lnTo>
                  <a:pt x="268" y="377"/>
                </a:lnTo>
                <a:lnTo>
                  <a:pt x="269" y="377"/>
                </a:lnTo>
                <a:lnTo>
                  <a:pt x="271" y="379"/>
                </a:lnTo>
                <a:lnTo>
                  <a:pt x="272" y="379"/>
                </a:lnTo>
                <a:lnTo>
                  <a:pt x="273" y="378"/>
                </a:lnTo>
                <a:lnTo>
                  <a:pt x="274" y="378"/>
                </a:lnTo>
                <a:lnTo>
                  <a:pt x="275" y="378"/>
                </a:lnTo>
                <a:lnTo>
                  <a:pt x="276" y="378"/>
                </a:lnTo>
                <a:lnTo>
                  <a:pt x="278" y="378"/>
                </a:lnTo>
                <a:lnTo>
                  <a:pt x="280" y="379"/>
                </a:lnTo>
                <a:lnTo>
                  <a:pt x="281" y="380"/>
                </a:lnTo>
                <a:lnTo>
                  <a:pt x="282" y="380"/>
                </a:lnTo>
                <a:lnTo>
                  <a:pt x="282" y="379"/>
                </a:lnTo>
                <a:lnTo>
                  <a:pt x="283" y="379"/>
                </a:lnTo>
                <a:lnTo>
                  <a:pt x="283" y="380"/>
                </a:lnTo>
                <a:lnTo>
                  <a:pt x="284" y="380"/>
                </a:lnTo>
                <a:lnTo>
                  <a:pt x="284" y="381"/>
                </a:lnTo>
                <a:lnTo>
                  <a:pt x="285" y="382"/>
                </a:lnTo>
                <a:lnTo>
                  <a:pt x="286" y="382"/>
                </a:lnTo>
                <a:lnTo>
                  <a:pt x="286" y="383"/>
                </a:lnTo>
                <a:lnTo>
                  <a:pt x="286" y="385"/>
                </a:lnTo>
                <a:lnTo>
                  <a:pt x="286" y="387"/>
                </a:lnTo>
                <a:lnTo>
                  <a:pt x="287" y="387"/>
                </a:lnTo>
                <a:lnTo>
                  <a:pt x="288" y="387"/>
                </a:lnTo>
                <a:lnTo>
                  <a:pt x="288" y="386"/>
                </a:lnTo>
                <a:lnTo>
                  <a:pt x="288" y="385"/>
                </a:lnTo>
                <a:lnTo>
                  <a:pt x="288" y="384"/>
                </a:lnTo>
                <a:lnTo>
                  <a:pt x="289" y="384"/>
                </a:lnTo>
                <a:lnTo>
                  <a:pt x="290" y="383"/>
                </a:lnTo>
                <a:lnTo>
                  <a:pt x="292" y="381"/>
                </a:lnTo>
                <a:lnTo>
                  <a:pt x="292" y="380"/>
                </a:lnTo>
                <a:lnTo>
                  <a:pt x="293" y="379"/>
                </a:lnTo>
                <a:lnTo>
                  <a:pt x="294" y="376"/>
                </a:lnTo>
                <a:lnTo>
                  <a:pt x="295" y="375"/>
                </a:lnTo>
                <a:lnTo>
                  <a:pt x="295" y="374"/>
                </a:lnTo>
                <a:lnTo>
                  <a:pt x="295" y="373"/>
                </a:lnTo>
                <a:lnTo>
                  <a:pt x="294" y="373"/>
                </a:lnTo>
                <a:lnTo>
                  <a:pt x="294" y="372"/>
                </a:lnTo>
                <a:lnTo>
                  <a:pt x="295" y="371"/>
                </a:lnTo>
                <a:lnTo>
                  <a:pt x="296" y="369"/>
                </a:lnTo>
                <a:lnTo>
                  <a:pt x="296" y="367"/>
                </a:lnTo>
                <a:lnTo>
                  <a:pt x="296" y="366"/>
                </a:lnTo>
                <a:lnTo>
                  <a:pt x="295" y="366"/>
                </a:lnTo>
                <a:lnTo>
                  <a:pt x="295" y="365"/>
                </a:lnTo>
                <a:lnTo>
                  <a:pt x="296" y="364"/>
                </a:lnTo>
                <a:lnTo>
                  <a:pt x="296" y="363"/>
                </a:lnTo>
                <a:lnTo>
                  <a:pt x="296" y="362"/>
                </a:lnTo>
                <a:lnTo>
                  <a:pt x="297" y="362"/>
                </a:lnTo>
                <a:lnTo>
                  <a:pt x="298" y="362"/>
                </a:lnTo>
                <a:lnTo>
                  <a:pt x="299" y="360"/>
                </a:lnTo>
                <a:lnTo>
                  <a:pt x="300" y="359"/>
                </a:lnTo>
                <a:lnTo>
                  <a:pt x="300" y="358"/>
                </a:lnTo>
                <a:lnTo>
                  <a:pt x="300" y="357"/>
                </a:lnTo>
                <a:lnTo>
                  <a:pt x="300" y="356"/>
                </a:lnTo>
                <a:lnTo>
                  <a:pt x="300" y="355"/>
                </a:lnTo>
                <a:lnTo>
                  <a:pt x="299" y="354"/>
                </a:lnTo>
                <a:lnTo>
                  <a:pt x="298" y="352"/>
                </a:lnTo>
                <a:lnTo>
                  <a:pt x="298" y="351"/>
                </a:lnTo>
                <a:lnTo>
                  <a:pt x="296" y="352"/>
                </a:lnTo>
                <a:lnTo>
                  <a:pt x="295" y="352"/>
                </a:lnTo>
                <a:lnTo>
                  <a:pt x="295" y="351"/>
                </a:lnTo>
                <a:lnTo>
                  <a:pt x="297" y="350"/>
                </a:lnTo>
                <a:lnTo>
                  <a:pt x="297" y="348"/>
                </a:lnTo>
                <a:lnTo>
                  <a:pt x="298" y="348"/>
                </a:lnTo>
                <a:lnTo>
                  <a:pt x="298" y="346"/>
                </a:lnTo>
                <a:lnTo>
                  <a:pt x="297" y="346"/>
                </a:lnTo>
                <a:lnTo>
                  <a:pt x="297" y="345"/>
                </a:lnTo>
                <a:lnTo>
                  <a:pt x="298" y="344"/>
                </a:lnTo>
                <a:lnTo>
                  <a:pt x="298" y="345"/>
                </a:lnTo>
                <a:lnTo>
                  <a:pt x="300" y="343"/>
                </a:lnTo>
                <a:lnTo>
                  <a:pt x="302" y="342"/>
                </a:lnTo>
                <a:lnTo>
                  <a:pt x="303" y="342"/>
                </a:lnTo>
                <a:lnTo>
                  <a:pt x="305" y="340"/>
                </a:lnTo>
                <a:lnTo>
                  <a:pt x="307" y="339"/>
                </a:lnTo>
                <a:lnTo>
                  <a:pt x="308" y="338"/>
                </a:lnTo>
                <a:lnTo>
                  <a:pt x="308" y="337"/>
                </a:lnTo>
                <a:lnTo>
                  <a:pt x="308" y="335"/>
                </a:lnTo>
                <a:lnTo>
                  <a:pt x="307" y="334"/>
                </a:lnTo>
                <a:lnTo>
                  <a:pt x="306" y="333"/>
                </a:lnTo>
                <a:lnTo>
                  <a:pt x="307" y="333"/>
                </a:lnTo>
                <a:lnTo>
                  <a:pt x="307" y="332"/>
                </a:lnTo>
                <a:lnTo>
                  <a:pt x="308" y="332"/>
                </a:lnTo>
                <a:lnTo>
                  <a:pt x="308" y="331"/>
                </a:lnTo>
                <a:lnTo>
                  <a:pt x="309" y="329"/>
                </a:lnTo>
                <a:lnTo>
                  <a:pt x="309" y="327"/>
                </a:lnTo>
                <a:lnTo>
                  <a:pt x="308" y="325"/>
                </a:lnTo>
                <a:lnTo>
                  <a:pt x="307" y="322"/>
                </a:lnTo>
                <a:lnTo>
                  <a:pt x="307" y="320"/>
                </a:lnTo>
                <a:lnTo>
                  <a:pt x="308" y="319"/>
                </a:lnTo>
                <a:lnTo>
                  <a:pt x="308" y="318"/>
                </a:lnTo>
                <a:lnTo>
                  <a:pt x="309" y="318"/>
                </a:lnTo>
                <a:lnTo>
                  <a:pt x="310" y="316"/>
                </a:lnTo>
                <a:lnTo>
                  <a:pt x="311" y="316"/>
                </a:lnTo>
                <a:lnTo>
                  <a:pt x="311" y="315"/>
                </a:lnTo>
                <a:lnTo>
                  <a:pt x="312" y="314"/>
                </a:lnTo>
                <a:lnTo>
                  <a:pt x="313" y="314"/>
                </a:lnTo>
                <a:lnTo>
                  <a:pt x="315" y="313"/>
                </a:lnTo>
                <a:lnTo>
                  <a:pt x="315" y="312"/>
                </a:lnTo>
                <a:lnTo>
                  <a:pt x="316" y="312"/>
                </a:lnTo>
                <a:lnTo>
                  <a:pt x="316" y="311"/>
                </a:lnTo>
                <a:lnTo>
                  <a:pt x="316" y="310"/>
                </a:lnTo>
                <a:lnTo>
                  <a:pt x="317" y="309"/>
                </a:lnTo>
                <a:lnTo>
                  <a:pt x="319" y="309"/>
                </a:lnTo>
                <a:lnTo>
                  <a:pt x="320" y="309"/>
                </a:lnTo>
                <a:lnTo>
                  <a:pt x="320" y="308"/>
                </a:lnTo>
                <a:lnTo>
                  <a:pt x="321" y="308"/>
                </a:lnTo>
                <a:lnTo>
                  <a:pt x="322" y="308"/>
                </a:lnTo>
                <a:lnTo>
                  <a:pt x="323" y="308"/>
                </a:lnTo>
                <a:lnTo>
                  <a:pt x="323" y="309"/>
                </a:lnTo>
                <a:lnTo>
                  <a:pt x="324" y="309"/>
                </a:lnTo>
                <a:lnTo>
                  <a:pt x="324" y="308"/>
                </a:lnTo>
                <a:lnTo>
                  <a:pt x="324" y="307"/>
                </a:lnTo>
                <a:lnTo>
                  <a:pt x="325" y="306"/>
                </a:lnTo>
                <a:lnTo>
                  <a:pt x="326" y="306"/>
                </a:lnTo>
                <a:lnTo>
                  <a:pt x="328" y="306"/>
                </a:lnTo>
                <a:lnTo>
                  <a:pt x="330" y="306"/>
                </a:lnTo>
                <a:lnTo>
                  <a:pt x="331" y="306"/>
                </a:lnTo>
                <a:lnTo>
                  <a:pt x="332" y="305"/>
                </a:lnTo>
                <a:lnTo>
                  <a:pt x="332" y="304"/>
                </a:lnTo>
                <a:lnTo>
                  <a:pt x="334" y="304"/>
                </a:lnTo>
                <a:lnTo>
                  <a:pt x="335" y="305"/>
                </a:lnTo>
                <a:lnTo>
                  <a:pt x="336" y="305"/>
                </a:lnTo>
                <a:lnTo>
                  <a:pt x="337" y="305"/>
                </a:lnTo>
                <a:lnTo>
                  <a:pt x="337" y="304"/>
                </a:lnTo>
                <a:lnTo>
                  <a:pt x="339" y="304"/>
                </a:lnTo>
                <a:lnTo>
                  <a:pt x="341" y="304"/>
                </a:lnTo>
                <a:lnTo>
                  <a:pt x="342" y="304"/>
                </a:lnTo>
                <a:lnTo>
                  <a:pt x="342" y="305"/>
                </a:lnTo>
                <a:lnTo>
                  <a:pt x="343" y="305"/>
                </a:lnTo>
                <a:lnTo>
                  <a:pt x="344" y="305"/>
                </a:lnTo>
                <a:lnTo>
                  <a:pt x="345" y="305"/>
                </a:lnTo>
                <a:lnTo>
                  <a:pt x="346" y="306"/>
                </a:lnTo>
                <a:lnTo>
                  <a:pt x="347" y="307"/>
                </a:lnTo>
                <a:lnTo>
                  <a:pt x="348" y="308"/>
                </a:lnTo>
                <a:lnTo>
                  <a:pt x="350" y="308"/>
                </a:lnTo>
                <a:lnTo>
                  <a:pt x="350" y="309"/>
                </a:lnTo>
                <a:lnTo>
                  <a:pt x="351" y="310"/>
                </a:lnTo>
                <a:lnTo>
                  <a:pt x="351" y="311"/>
                </a:lnTo>
                <a:lnTo>
                  <a:pt x="351" y="312"/>
                </a:lnTo>
                <a:lnTo>
                  <a:pt x="351" y="313"/>
                </a:lnTo>
                <a:lnTo>
                  <a:pt x="352" y="314"/>
                </a:lnTo>
                <a:lnTo>
                  <a:pt x="353" y="315"/>
                </a:lnTo>
                <a:lnTo>
                  <a:pt x="354" y="315"/>
                </a:lnTo>
                <a:lnTo>
                  <a:pt x="356" y="315"/>
                </a:lnTo>
                <a:lnTo>
                  <a:pt x="357" y="315"/>
                </a:lnTo>
                <a:lnTo>
                  <a:pt x="358" y="315"/>
                </a:lnTo>
                <a:lnTo>
                  <a:pt x="359" y="315"/>
                </a:lnTo>
                <a:lnTo>
                  <a:pt x="360" y="315"/>
                </a:lnTo>
                <a:lnTo>
                  <a:pt x="361" y="316"/>
                </a:lnTo>
                <a:lnTo>
                  <a:pt x="362" y="316"/>
                </a:lnTo>
                <a:lnTo>
                  <a:pt x="362" y="318"/>
                </a:lnTo>
                <a:lnTo>
                  <a:pt x="362" y="319"/>
                </a:lnTo>
                <a:lnTo>
                  <a:pt x="363" y="321"/>
                </a:lnTo>
                <a:lnTo>
                  <a:pt x="364" y="321"/>
                </a:lnTo>
                <a:lnTo>
                  <a:pt x="365" y="322"/>
                </a:lnTo>
                <a:lnTo>
                  <a:pt x="365" y="323"/>
                </a:lnTo>
                <a:lnTo>
                  <a:pt x="365" y="324"/>
                </a:lnTo>
                <a:lnTo>
                  <a:pt x="365" y="326"/>
                </a:lnTo>
                <a:lnTo>
                  <a:pt x="366" y="326"/>
                </a:lnTo>
                <a:lnTo>
                  <a:pt x="366" y="327"/>
                </a:lnTo>
                <a:lnTo>
                  <a:pt x="367" y="327"/>
                </a:lnTo>
                <a:lnTo>
                  <a:pt x="368" y="328"/>
                </a:lnTo>
                <a:lnTo>
                  <a:pt x="369" y="327"/>
                </a:lnTo>
                <a:lnTo>
                  <a:pt x="370" y="326"/>
                </a:lnTo>
                <a:lnTo>
                  <a:pt x="370" y="325"/>
                </a:lnTo>
                <a:lnTo>
                  <a:pt x="371" y="324"/>
                </a:lnTo>
                <a:lnTo>
                  <a:pt x="372" y="323"/>
                </a:lnTo>
                <a:lnTo>
                  <a:pt x="373" y="322"/>
                </a:lnTo>
                <a:lnTo>
                  <a:pt x="374" y="322"/>
                </a:lnTo>
                <a:lnTo>
                  <a:pt x="375" y="323"/>
                </a:lnTo>
                <a:lnTo>
                  <a:pt x="376" y="323"/>
                </a:lnTo>
                <a:lnTo>
                  <a:pt x="376" y="324"/>
                </a:lnTo>
                <a:lnTo>
                  <a:pt x="379" y="324"/>
                </a:lnTo>
                <a:lnTo>
                  <a:pt x="382" y="323"/>
                </a:lnTo>
                <a:lnTo>
                  <a:pt x="383" y="322"/>
                </a:lnTo>
                <a:lnTo>
                  <a:pt x="383" y="321"/>
                </a:lnTo>
                <a:lnTo>
                  <a:pt x="383" y="319"/>
                </a:lnTo>
                <a:lnTo>
                  <a:pt x="383" y="318"/>
                </a:lnTo>
                <a:lnTo>
                  <a:pt x="385" y="317"/>
                </a:lnTo>
                <a:lnTo>
                  <a:pt x="386" y="317"/>
                </a:lnTo>
                <a:lnTo>
                  <a:pt x="387" y="316"/>
                </a:lnTo>
                <a:lnTo>
                  <a:pt x="388" y="316"/>
                </a:lnTo>
                <a:lnTo>
                  <a:pt x="390" y="316"/>
                </a:lnTo>
                <a:lnTo>
                  <a:pt x="391" y="315"/>
                </a:lnTo>
                <a:lnTo>
                  <a:pt x="391" y="316"/>
                </a:lnTo>
                <a:lnTo>
                  <a:pt x="392" y="316"/>
                </a:lnTo>
                <a:lnTo>
                  <a:pt x="393" y="315"/>
                </a:lnTo>
                <a:lnTo>
                  <a:pt x="394" y="315"/>
                </a:lnTo>
                <a:lnTo>
                  <a:pt x="395" y="315"/>
                </a:lnTo>
                <a:lnTo>
                  <a:pt x="396" y="316"/>
                </a:lnTo>
                <a:lnTo>
                  <a:pt x="397" y="316"/>
                </a:lnTo>
                <a:lnTo>
                  <a:pt x="398" y="316"/>
                </a:lnTo>
                <a:lnTo>
                  <a:pt x="399" y="316"/>
                </a:lnTo>
                <a:lnTo>
                  <a:pt x="400" y="317"/>
                </a:lnTo>
                <a:lnTo>
                  <a:pt x="403" y="317"/>
                </a:lnTo>
                <a:lnTo>
                  <a:pt x="405" y="318"/>
                </a:lnTo>
                <a:lnTo>
                  <a:pt x="406" y="317"/>
                </a:lnTo>
                <a:lnTo>
                  <a:pt x="407" y="316"/>
                </a:lnTo>
                <a:lnTo>
                  <a:pt x="408" y="315"/>
                </a:lnTo>
                <a:lnTo>
                  <a:pt x="409" y="313"/>
                </a:lnTo>
                <a:lnTo>
                  <a:pt x="410" y="313"/>
                </a:lnTo>
                <a:lnTo>
                  <a:pt x="409" y="312"/>
                </a:lnTo>
                <a:lnTo>
                  <a:pt x="410" y="312"/>
                </a:lnTo>
                <a:lnTo>
                  <a:pt x="411" y="311"/>
                </a:lnTo>
                <a:lnTo>
                  <a:pt x="412" y="311"/>
                </a:lnTo>
                <a:lnTo>
                  <a:pt x="414" y="311"/>
                </a:lnTo>
                <a:lnTo>
                  <a:pt x="416" y="309"/>
                </a:lnTo>
                <a:lnTo>
                  <a:pt x="417" y="309"/>
                </a:lnTo>
                <a:lnTo>
                  <a:pt x="418" y="309"/>
                </a:lnTo>
                <a:lnTo>
                  <a:pt x="419" y="309"/>
                </a:lnTo>
                <a:lnTo>
                  <a:pt x="420" y="312"/>
                </a:lnTo>
                <a:lnTo>
                  <a:pt x="421" y="313"/>
                </a:lnTo>
                <a:lnTo>
                  <a:pt x="422" y="313"/>
                </a:lnTo>
                <a:lnTo>
                  <a:pt x="423" y="312"/>
                </a:lnTo>
                <a:lnTo>
                  <a:pt x="427" y="310"/>
                </a:lnTo>
                <a:lnTo>
                  <a:pt x="429" y="309"/>
                </a:lnTo>
                <a:lnTo>
                  <a:pt x="431" y="308"/>
                </a:lnTo>
                <a:lnTo>
                  <a:pt x="433" y="309"/>
                </a:lnTo>
                <a:lnTo>
                  <a:pt x="434" y="309"/>
                </a:lnTo>
                <a:lnTo>
                  <a:pt x="435" y="309"/>
                </a:lnTo>
                <a:lnTo>
                  <a:pt x="436" y="309"/>
                </a:lnTo>
                <a:lnTo>
                  <a:pt x="437" y="309"/>
                </a:lnTo>
                <a:lnTo>
                  <a:pt x="438" y="309"/>
                </a:lnTo>
                <a:lnTo>
                  <a:pt x="439" y="308"/>
                </a:lnTo>
                <a:lnTo>
                  <a:pt x="440" y="307"/>
                </a:lnTo>
                <a:lnTo>
                  <a:pt x="443" y="306"/>
                </a:lnTo>
                <a:lnTo>
                  <a:pt x="444" y="306"/>
                </a:lnTo>
                <a:lnTo>
                  <a:pt x="444" y="305"/>
                </a:lnTo>
                <a:lnTo>
                  <a:pt x="444" y="304"/>
                </a:lnTo>
                <a:lnTo>
                  <a:pt x="444" y="303"/>
                </a:lnTo>
                <a:lnTo>
                  <a:pt x="445" y="303"/>
                </a:lnTo>
                <a:lnTo>
                  <a:pt x="446" y="303"/>
                </a:lnTo>
                <a:lnTo>
                  <a:pt x="446" y="302"/>
                </a:lnTo>
                <a:lnTo>
                  <a:pt x="446" y="303"/>
                </a:lnTo>
                <a:lnTo>
                  <a:pt x="447" y="303"/>
                </a:lnTo>
                <a:lnTo>
                  <a:pt x="449" y="303"/>
                </a:lnTo>
                <a:lnTo>
                  <a:pt x="450" y="302"/>
                </a:lnTo>
                <a:lnTo>
                  <a:pt x="451" y="302"/>
                </a:lnTo>
                <a:lnTo>
                  <a:pt x="452" y="302"/>
                </a:lnTo>
                <a:lnTo>
                  <a:pt x="453" y="302"/>
                </a:lnTo>
                <a:lnTo>
                  <a:pt x="454" y="302"/>
                </a:lnTo>
                <a:lnTo>
                  <a:pt x="455" y="302"/>
                </a:lnTo>
                <a:lnTo>
                  <a:pt x="457" y="303"/>
                </a:lnTo>
                <a:lnTo>
                  <a:pt x="459" y="304"/>
                </a:lnTo>
                <a:lnTo>
                  <a:pt x="461" y="304"/>
                </a:lnTo>
                <a:lnTo>
                  <a:pt x="461" y="305"/>
                </a:lnTo>
                <a:lnTo>
                  <a:pt x="462" y="305"/>
                </a:lnTo>
                <a:lnTo>
                  <a:pt x="463" y="305"/>
                </a:lnTo>
                <a:lnTo>
                  <a:pt x="464" y="305"/>
                </a:lnTo>
                <a:lnTo>
                  <a:pt x="465" y="305"/>
                </a:lnTo>
                <a:lnTo>
                  <a:pt x="465" y="306"/>
                </a:lnTo>
                <a:lnTo>
                  <a:pt x="466" y="306"/>
                </a:lnTo>
                <a:lnTo>
                  <a:pt x="467" y="307"/>
                </a:lnTo>
                <a:lnTo>
                  <a:pt x="468" y="307"/>
                </a:lnTo>
                <a:lnTo>
                  <a:pt x="469" y="307"/>
                </a:lnTo>
                <a:lnTo>
                  <a:pt x="469" y="306"/>
                </a:lnTo>
                <a:lnTo>
                  <a:pt x="470" y="305"/>
                </a:lnTo>
                <a:lnTo>
                  <a:pt x="471" y="305"/>
                </a:lnTo>
                <a:lnTo>
                  <a:pt x="473" y="306"/>
                </a:lnTo>
                <a:lnTo>
                  <a:pt x="474" y="305"/>
                </a:lnTo>
                <a:lnTo>
                  <a:pt x="474" y="304"/>
                </a:lnTo>
                <a:lnTo>
                  <a:pt x="476" y="304"/>
                </a:lnTo>
                <a:lnTo>
                  <a:pt x="478" y="304"/>
                </a:lnTo>
                <a:lnTo>
                  <a:pt x="479" y="303"/>
                </a:lnTo>
                <a:lnTo>
                  <a:pt x="481" y="302"/>
                </a:lnTo>
                <a:lnTo>
                  <a:pt x="482" y="300"/>
                </a:lnTo>
                <a:lnTo>
                  <a:pt x="484" y="299"/>
                </a:lnTo>
                <a:lnTo>
                  <a:pt x="486" y="297"/>
                </a:lnTo>
                <a:lnTo>
                  <a:pt x="488" y="296"/>
                </a:lnTo>
                <a:lnTo>
                  <a:pt x="489" y="295"/>
                </a:lnTo>
                <a:lnTo>
                  <a:pt x="490" y="295"/>
                </a:lnTo>
                <a:lnTo>
                  <a:pt x="490" y="296"/>
                </a:lnTo>
                <a:lnTo>
                  <a:pt x="491" y="295"/>
                </a:lnTo>
                <a:lnTo>
                  <a:pt x="492" y="295"/>
                </a:lnTo>
                <a:lnTo>
                  <a:pt x="493" y="294"/>
                </a:lnTo>
                <a:lnTo>
                  <a:pt x="494" y="293"/>
                </a:lnTo>
                <a:lnTo>
                  <a:pt x="495" y="293"/>
                </a:lnTo>
                <a:lnTo>
                  <a:pt x="495" y="292"/>
                </a:lnTo>
                <a:lnTo>
                  <a:pt x="494" y="292"/>
                </a:lnTo>
                <a:lnTo>
                  <a:pt x="493" y="292"/>
                </a:lnTo>
                <a:lnTo>
                  <a:pt x="493" y="293"/>
                </a:lnTo>
                <a:lnTo>
                  <a:pt x="492" y="293"/>
                </a:lnTo>
                <a:lnTo>
                  <a:pt x="492" y="292"/>
                </a:lnTo>
                <a:lnTo>
                  <a:pt x="491" y="292"/>
                </a:lnTo>
                <a:lnTo>
                  <a:pt x="491" y="291"/>
                </a:lnTo>
                <a:lnTo>
                  <a:pt x="490" y="291"/>
                </a:lnTo>
                <a:lnTo>
                  <a:pt x="490" y="290"/>
                </a:lnTo>
                <a:lnTo>
                  <a:pt x="490" y="289"/>
                </a:lnTo>
                <a:lnTo>
                  <a:pt x="491" y="288"/>
                </a:lnTo>
                <a:lnTo>
                  <a:pt x="492" y="287"/>
                </a:lnTo>
                <a:lnTo>
                  <a:pt x="493" y="286"/>
                </a:lnTo>
                <a:lnTo>
                  <a:pt x="494" y="285"/>
                </a:lnTo>
                <a:lnTo>
                  <a:pt x="494" y="284"/>
                </a:lnTo>
                <a:lnTo>
                  <a:pt x="494" y="283"/>
                </a:lnTo>
                <a:lnTo>
                  <a:pt x="494" y="282"/>
                </a:lnTo>
                <a:lnTo>
                  <a:pt x="493" y="282"/>
                </a:lnTo>
                <a:lnTo>
                  <a:pt x="492" y="282"/>
                </a:lnTo>
                <a:lnTo>
                  <a:pt x="492" y="281"/>
                </a:lnTo>
                <a:lnTo>
                  <a:pt x="491" y="281"/>
                </a:lnTo>
                <a:lnTo>
                  <a:pt x="492" y="281"/>
                </a:lnTo>
                <a:lnTo>
                  <a:pt x="493" y="280"/>
                </a:lnTo>
                <a:lnTo>
                  <a:pt x="492" y="279"/>
                </a:lnTo>
                <a:lnTo>
                  <a:pt x="492" y="278"/>
                </a:lnTo>
                <a:lnTo>
                  <a:pt x="491" y="278"/>
                </a:lnTo>
                <a:lnTo>
                  <a:pt x="490" y="278"/>
                </a:lnTo>
                <a:lnTo>
                  <a:pt x="490" y="277"/>
                </a:lnTo>
                <a:lnTo>
                  <a:pt x="489" y="277"/>
                </a:lnTo>
                <a:lnTo>
                  <a:pt x="488" y="277"/>
                </a:lnTo>
                <a:lnTo>
                  <a:pt x="487" y="277"/>
                </a:lnTo>
                <a:lnTo>
                  <a:pt x="487" y="276"/>
                </a:lnTo>
                <a:lnTo>
                  <a:pt x="487" y="275"/>
                </a:lnTo>
                <a:lnTo>
                  <a:pt x="488" y="275"/>
                </a:lnTo>
                <a:lnTo>
                  <a:pt x="488" y="274"/>
                </a:lnTo>
                <a:lnTo>
                  <a:pt x="488" y="273"/>
                </a:lnTo>
                <a:lnTo>
                  <a:pt x="488" y="272"/>
                </a:lnTo>
                <a:lnTo>
                  <a:pt x="488" y="271"/>
                </a:lnTo>
                <a:lnTo>
                  <a:pt x="488" y="270"/>
                </a:lnTo>
                <a:lnTo>
                  <a:pt x="488" y="269"/>
                </a:lnTo>
                <a:lnTo>
                  <a:pt x="489" y="269"/>
                </a:lnTo>
                <a:lnTo>
                  <a:pt x="489" y="268"/>
                </a:lnTo>
                <a:lnTo>
                  <a:pt x="490" y="268"/>
                </a:lnTo>
                <a:lnTo>
                  <a:pt x="491" y="267"/>
                </a:lnTo>
                <a:lnTo>
                  <a:pt x="491" y="266"/>
                </a:lnTo>
                <a:lnTo>
                  <a:pt x="492" y="266"/>
                </a:lnTo>
                <a:lnTo>
                  <a:pt x="492" y="265"/>
                </a:lnTo>
                <a:lnTo>
                  <a:pt x="491" y="265"/>
                </a:lnTo>
                <a:lnTo>
                  <a:pt x="490" y="264"/>
                </a:lnTo>
                <a:lnTo>
                  <a:pt x="490" y="263"/>
                </a:lnTo>
                <a:lnTo>
                  <a:pt x="489" y="262"/>
                </a:lnTo>
                <a:lnTo>
                  <a:pt x="489" y="261"/>
                </a:lnTo>
                <a:lnTo>
                  <a:pt x="488" y="260"/>
                </a:lnTo>
                <a:lnTo>
                  <a:pt x="488" y="259"/>
                </a:lnTo>
                <a:lnTo>
                  <a:pt x="487" y="259"/>
                </a:lnTo>
                <a:lnTo>
                  <a:pt x="486" y="258"/>
                </a:lnTo>
                <a:lnTo>
                  <a:pt x="486" y="257"/>
                </a:lnTo>
                <a:lnTo>
                  <a:pt x="485" y="256"/>
                </a:lnTo>
                <a:lnTo>
                  <a:pt x="484" y="255"/>
                </a:lnTo>
                <a:lnTo>
                  <a:pt x="483" y="255"/>
                </a:lnTo>
                <a:lnTo>
                  <a:pt x="482" y="255"/>
                </a:lnTo>
                <a:lnTo>
                  <a:pt x="482" y="256"/>
                </a:lnTo>
                <a:lnTo>
                  <a:pt x="481" y="256"/>
                </a:lnTo>
                <a:lnTo>
                  <a:pt x="480" y="256"/>
                </a:lnTo>
                <a:lnTo>
                  <a:pt x="480" y="255"/>
                </a:lnTo>
                <a:lnTo>
                  <a:pt x="479" y="255"/>
                </a:lnTo>
                <a:lnTo>
                  <a:pt x="478" y="255"/>
                </a:lnTo>
                <a:lnTo>
                  <a:pt x="477" y="255"/>
                </a:lnTo>
                <a:lnTo>
                  <a:pt x="477" y="254"/>
                </a:lnTo>
                <a:lnTo>
                  <a:pt x="476" y="254"/>
                </a:lnTo>
                <a:lnTo>
                  <a:pt x="476" y="253"/>
                </a:lnTo>
                <a:lnTo>
                  <a:pt x="476" y="252"/>
                </a:lnTo>
                <a:lnTo>
                  <a:pt x="475" y="252"/>
                </a:lnTo>
                <a:lnTo>
                  <a:pt x="476" y="252"/>
                </a:lnTo>
                <a:lnTo>
                  <a:pt x="476" y="251"/>
                </a:lnTo>
                <a:lnTo>
                  <a:pt x="476" y="250"/>
                </a:lnTo>
                <a:lnTo>
                  <a:pt x="478" y="248"/>
                </a:lnTo>
                <a:lnTo>
                  <a:pt x="478" y="247"/>
                </a:lnTo>
                <a:lnTo>
                  <a:pt x="478" y="246"/>
                </a:lnTo>
                <a:lnTo>
                  <a:pt x="479" y="246"/>
                </a:lnTo>
                <a:lnTo>
                  <a:pt x="480" y="246"/>
                </a:lnTo>
                <a:lnTo>
                  <a:pt x="480" y="245"/>
                </a:lnTo>
                <a:lnTo>
                  <a:pt x="480" y="244"/>
                </a:lnTo>
                <a:lnTo>
                  <a:pt x="480" y="242"/>
                </a:lnTo>
                <a:lnTo>
                  <a:pt x="480" y="241"/>
                </a:lnTo>
                <a:lnTo>
                  <a:pt x="479" y="240"/>
                </a:lnTo>
                <a:lnTo>
                  <a:pt x="478" y="238"/>
                </a:lnTo>
                <a:lnTo>
                  <a:pt x="477" y="237"/>
                </a:lnTo>
                <a:lnTo>
                  <a:pt x="476" y="236"/>
                </a:lnTo>
                <a:lnTo>
                  <a:pt x="475" y="236"/>
                </a:lnTo>
                <a:lnTo>
                  <a:pt x="474" y="236"/>
                </a:lnTo>
                <a:lnTo>
                  <a:pt x="474" y="235"/>
                </a:lnTo>
                <a:lnTo>
                  <a:pt x="473" y="235"/>
                </a:lnTo>
                <a:lnTo>
                  <a:pt x="473" y="234"/>
                </a:lnTo>
                <a:lnTo>
                  <a:pt x="473" y="233"/>
                </a:lnTo>
                <a:lnTo>
                  <a:pt x="473" y="232"/>
                </a:lnTo>
                <a:lnTo>
                  <a:pt x="472" y="232"/>
                </a:lnTo>
                <a:lnTo>
                  <a:pt x="471" y="232"/>
                </a:lnTo>
                <a:lnTo>
                  <a:pt x="471" y="231"/>
                </a:lnTo>
                <a:lnTo>
                  <a:pt x="470" y="231"/>
                </a:lnTo>
                <a:lnTo>
                  <a:pt x="470" y="230"/>
                </a:lnTo>
                <a:lnTo>
                  <a:pt x="470" y="229"/>
                </a:lnTo>
                <a:lnTo>
                  <a:pt x="469" y="228"/>
                </a:lnTo>
                <a:lnTo>
                  <a:pt x="468" y="228"/>
                </a:lnTo>
                <a:lnTo>
                  <a:pt x="467" y="228"/>
                </a:lnTo>
                <a:lnTo>
                  <a:pt x="466" y="228"/>
                </a:lnTo>
                <a:lnTo>
                  <a:pt x="466" y="227"/>
                </a:lnTo>
                <a:lnTo>
                  <a:pt x="465" y="226"/>
                </a:lnTo>
                <a:lnTo>
                  <a:pt x="463" y="225"/>
                </a:lnTo>
                <a:lnTo>
                  <a:pt x="461" y="224"/>
                </a:lnTo>
                <a:lnTo>
                  <a:pt x="459" y="223"/>
                </a:lnTo>
                <a:lnTo>
                  <a:pt x="458" y="222"/>
                </a:lnTo>
                <a:lnTo>
                  <a:pt x="457" y="223"/>
                </a:lnTo>
                <a:lnTo>
                  <a:pt x="456" y="222"/>
                </a:lnTo>
                <a:lnTo>
                  <a:pt x="455" y="222"/>
                </a:lnTo>
                <a:lnTo>
                  <a:pt x="454" y="222"/>
                </a:lnTo>
                <a:lnTo>
                  <a:pt x="453" y="222"/>
                </a:lnTo>
                <a:lnTo>
                  <a:pt x="452" y="222"/>
                </a:lnTo>
                <a:lnTo>
                  <a:pt x="451" y="222"/>
                </a:lnTo>
                <a:lnTo>
                  <a:pt x="450" y="222"/>
                </a:lnTo>
                <a:lnTo>
                  <a:pt x="449" y="223"/>
                </a:lnTo>
                <a:lnTo>
                  <a:pt x="448" y="223"/>
                </a:lnTo>
                <a:lnTo>
                  <a:pt x="446" y="225"/>
                </a:lnTo>
                <a:lnTo>
                  <a:pt x="445" y="225"/>
                </a:lnTo>
                <a:lnTo>
                  <a:pt x="444" y="226"/>
                </a:lnTo>
                <a:lnTo>
                  <a:pt x="443" y="226"/>
                </a:lnTo>
                <a:lnTo>
                  <a:pt x="443" y="227"/>
                </a:lnTo>
                <a:lnTo>
                  <a:pt x="440" y="228"/>
                </a:lnTo>
                <a:lnTo>
                  <a:pt x="439" y="228"/>
                </a:lnTo>
                <a:lnTo>
                  <a:pt x="438" y="228"/>
                </a:lnTo>
                <a:lnTo>
                  <a:pt x="438" y="229"/>
                </a:lnTo>
                <a:lnTo>
                  <a:pt x="437" y="229"/>
                </a:lnTo>
                <a:lnTo>
                  <a:pt x="437" y="230"/>
                </a:lnTo>
                <a:lnTo>
                  <a:pt x="437" y="231"/>
                </a:lnTo>
                <a:lnTo>
                  <a:pt x="438" y="231"/>
                </a:lnTo>
                <a:lnTo>
                  <a:pt x="438" y="232"/>
                </a:lnTo>
                <a:lnTo>
                  <a:pt x="439" y="233"/>
                </a:lnTo>
                <a:lnTo>
                  <a:pt x="439" y="234"/>
                </a:lnTo>
                <a:lnTo>
                  <a:pt x="438" y="234"/>
                </a:lnTo>
                <a:lnTo>
                  <a:pt x="437" y="234"/>
                </a:lnTo>
                <a:lnTo>
                  <a:pt x="436" y="234"/>
                </a:lnTo>
                <a:lnTo>
                  <a:pt x="436" y="232"/>
                </a:lnTo>
                <a:lnTo>
                  <a:pt x="435" y="232"/>
                </a:lnTo>
                <a:lnTo>
                  <a:pt x="435" y="231"/>
                </a:lnTo>
                <a:lnTo>
                  <a:pt x="434" y="231"/>
                </a:lnTo>
                <a:lnTo>
                  <a:pt x="433" y="232"/>
                </a:lnTo>
                <a:lnTo>
                  <a:pt x="432" y="232"/>
                </a:lnTo>
                <a:lnTo>
                  <a:pt x="431" y="232"/>
                </a:lnTo>
                <a:lnTo>
                  <a:pt x="430" y="232"/>
                </a:lnTo>
                <a:lnTo>
                  <a:pt x="430" y="233"/>
                </a:lnTo>
                <a:lnTo>
                  <a:pt x="430" y="234"/>
                </a:lnTo>
                <a:lnTo>
                  <a:pt x="429" y="234"/>
                </a:lnTo>
                <a:lnTo>
                  <a:pt x="428" y="233"/>
                </a:lnTo>
                <a:lnTo>
                  <a:pt x="428" y="232"/>
                </a:lnTo>
                <a:lnTo>
                  <a:pt x="427" y="231"/>
                </a:lnTo>
                <a:lnTo>
                  <a:pt x="427" y="230"/>
                </a:lnTo>
                <a:lnTo>
                  <a:pt x="427" y="229"/>
                </a:lnTo>
                <a:lnTo>
                  <a:pt x="426" y="228"/>
                </a:lnTo>
                <a:lnTo>
                  <a:pt x="425" y="228"/>
                </a:lnTo>
                <a:lnTo>
                  <a:pt x="424" y="227"/>
                </a:lnTo>
                <a:lnTo>
                  <a:pt x="422" y="226"/>
                </a:lnTo>
                <a:lnTo>
                  <a:pt x="421" y="227"/>
                </a:lnTo>
                <a:lnTo>
                  <a:pt x="421" y="228"/>
                </a:lnTo>
                <a:lnTo>
                  <a:pt x="421" y="229"/>
                </a:lnTo>
                <a:lnTo>
                  <a:pt x="420" y="229"/>
                </a:lnTo>
                <a:lnTo>
                  <a:pt x="419" y="229"/>
                </a:lnTo>
                <a:lnTo>
                  <a:pt x="419" y="228"/>
                </a:lnTo>
                <a:lnTo>
                  <a:pt x="418" y="228"/>
                </a:lnTo>
                <a:lnTo>
                  <a:pt x="417" y="228"/>
                </a:lnTo>
                <a:lnTo>
                  <a:pt x="415" y="229"/>
                </a:lnTo>
                <a:lnTo>
                  <a:pt x="415" y="230"/>
                </a:lnTo>
                <a:lnTo>
                  <a:pt x="415" y="231"/>
                </a:lnTo>
                <a:lnTo>
                  <a:pt x="414" y="231"/>
                </a:lnTo>
                <a:lnTo>
                  <a:pt x="413" y="232"/>
                </a:lnTo>
                <a:lnTo>
                  <a:pt x="411" y="231"/>
                </a:lnTo>
                <a:lnTo>
                  <a:pt x="410" y="231"/>
                </a:lnTo>
                <a:lnTo>
                  <a:pt x="410" y="230"/>
                </a:lnTo>
                <a:lnTo>
                  <a:pt x="410" y="229"/>
                </a:lnTo>
                <a:lnTo>
                  <a:pt x="410" y="228"/>
                </a:lnTo>
                <a:lnTo>
                  <a:pt x="410" y="227"/>
                </a:lnTo>
                <a:lnTo>
                  <a:pt x="409" y="227"/>
                </a:lnTo>
                <a:lnTo>
                  <a:pt x="409" y="226"/>
                </a:lnTo>
                <a:lnTo>
                  <a:pt x="408" y="225"/>
                </a:lnTo>
                <a:lnTo>
                  <a:pt x="407" y="224"/>
                </a:lnTo>
                <a:lnTo>
                  <a:pt x="407" y="222"/>
                </a:lnTo>
                <a:lnTo>
                  <a:pt x="407" y="221"/>
                </a:lnTo>
                <a:lnTo>
                  <a:pt x="408" y="220"/>
                </a:lnTo>
                <a:lnTo>
                  <a:pt x="408" y="219"/>
                </a:lnTo>
                <a:lnTo>
                  <a:pt x="409" y="217"/>
                </a:lnTo>
                <a:lnTo>
                  <a:pt x="409" y="216"/>
                </a:lnTo>
                <a:lnTo>
                  <a:pt x="409" y="215"/>
                </a:lnTo>
                <a:lnTo>
                  <a:pt x="409" y="214"/>
                </a:lnTo>
                <a:lnTo>
                  <a:pt x="410" y="214"/>
                </a:lnTo>
                <a:lnTo>
                  <a:pt x="410" y="213"/>
                </a:lnTo>
                <a:lnTo>
                  <a:pt x="411" y="212"/>
                </a:lnTo>
                <a:lnTo>
                  <a:pt x="411" y="211"/>
                </a:lnTo>
                <a:lnTo>
                  <a:pt x="412" y="209"/>
                </a:lnTo>
                <a:lnTo>
                  <a:pt x="412" y="208"/>
                </a:lnTo>
                <a:lnTo>
                  <a:pt x="413" y="208"/>
                </a:lnTo>
                <a:lnTo>
                  <a:pt x="413" y="207"/>
                </a:lnTo>
                <a:lnTo>
                  <a:pt x="412" y="207"/>
                </a:lnTo>
                <a:lnTo>
                  <a:pt x="411" y="207"/>
                </a:lnTo>
                <a:lnTo>
                  <a:pt x="411" y="206"/>
                </a:lnTo>
                <a:lnTo>
                  <a:pt x="410" y="206"/>
                </a:lnTo>
                <a:lnTo>
                  <a:pt x="410" y="205"/>
                </a:lnTo>
                <a:lnTo>
                  <a:pt x="409" y="205"/>
                </a:lnTo>
                <a:lnTo>
                  <a:pt x="409" y="204"/>
                </a:lnTo>
                <a:lnTo>
                  <a:pt x="408" y="205"/>
                </a:lnTo>
                <a:lnTo>
                  <a:pt x="407" y="205"/>
                </a:lnTo>
                <a:lnTo>
                  <a:pt x="406" y="204"/>
                </a:lnTo>
                <a:lnTo>
                  <a:pt x="404" y="203"/>
                </a:lnTo>
                <a:lnTo>
                  <a:pt x="404" y="202"/>
                </a:lnTo>
                <a:lnTo>
                  <a:pt x="402" y="199"/>
                </a:lnTo>
                <a:lnTo>
                  <a:pt x="402" y="197"/>
                </a:lnTo>
                <a:lnTo>
                  <a:pt x="401" y="194"/>
                </a:lnTo>
                <a:lnTo>
                  <a:pt x="400" y="193"/>
                </a:lnTo>
                <a:lnTo>
                  <a:pt x="399" y="193"/>
                </a:lnTo>
                <a:lnTo>
                  <a:pt x="397" y="193"/>
                </a:lnTo>
                <a:lnTo>
                  <a:pt x="396" y="193"/>
                </a:lnTo>
                <a:lnTo>
                  <a:pt x="395" y="192"/>
                </a:lnTo>
                <a:lnTo>
                  <a:pt x="395" y="191"/>
                </a:lnTo>
                <a:lnTo>
                  <a:pt x="395" y="190"/>
                </a:lnTo>
                <a:lnTo>
                  <a:pt x="395" y="189"/>
                </a:lnTo>
                <a:lnTo>
                  <a:pt x="394" y="188"/>
                </a:lnTo>
                <a:lnTo>
                  <a:pt x="394" y="187"/>
                </a:lnTo>
                <a:lnTo>
                  <a:pt x="393" y="187"/>
                </a:lnTo>
                <a:lnTo>
                  <a:pt x="392" y="187"/>
                </a:lnTo>
                <a:lnTo>
                  <a:pt x="391" y="188"/>
                </a:lnTo>
                <a:lnTo>
                  <a:pt x="391" y="189"/>
                </a:lnTo>
                <a:lnTo>
                  <a:pt x="391" y="190"/>
                </a:lnTo>
                <a:lnTo>
                  <a:pt x="391" y="191"/>
                </a:lnTo>
                <a:lnTo>
                  <a:pt x="392" y="192"/>
                </a:lnTo>
                <a:lnTo>
                  <a:pt x="393" y="192"/>
                </a:lnTo>
                <a:lnTo>
                  <a:pt x="392" y="193"/>
                </a:lnTo>
                <a:lnTo>
                  <a:pt x="389" y="193"/>
                </a:lnTo>
                <a:lnTo>
                  <a:pt x="388" y="193"/>
                </a:lnTo>
                <a:lnTo>
                  <a:pt x="387" y="193"/>
                </a:lnTo>
                <a:lnTo>
                  <a:pt x="385" y="194"/>
                </a:lnTo>
                <a:lnTo>
                  <a:pt x="385" y="195"/>
                </a:lnTo>
                <a:lnTo>
                  <a:pt x="384" y="197"/>
                </a:lnTo>
                <a:lnTo>
                  <a:pt x="385" y="197"/>
                </a:lnTo>
                <a:lnTo>
                  <a:pt x="385" y="198"/>
                </a:lnTo>
                <a:lnTo>
                  <a:pt x="385" y="199"/>
                </a:lnTo>
                <a:lnTo>
                  <a:pt x="385" y="200"/>
                </a:lnTo>
                <a:lnTo>
                  <a:pt x="385" y="201"/>
                </a:lnTo>
                <a:lnTo>
                  <a:pt x="384" y="201"/>
                </a:lnTo>
                <a:lnTo>
                  <a:pt x="382" y="200"/>
                </a:lnTo>
                <a:lnTo>
                  <a:pt x="379" y="199"/>
                </a:lnTo>
                <a:lnTo>
                  <a:pt x="377" y="199"/>
                </a:lnTo>
                <a:lnTo>
                  <a:pt x="376" y="198"/>
                </a:lnTo>
                <a:lnTo>
                  <a:pt x="376" y="197"/>
                </a:lnTo>
                <a:lnTo>
                  <a:pt x="375" y="197"/>
                </a:lnTo>
                <a:lnTo>
                  <a:pt x="375" y="196"/>
                </a:lnTo>
                <a:lnTo>
                  <a:pt x="374" y="195"/>
                </a:lnTo>
                <a:lnTo>
                  <a:pt x="374" y="194"/>
                </a:lnTo>
                <a:lnTo>
                  <a:pt x="373" y="193"/>
                </a:lnTo>
                <a:lnTo>
                  <a:pt x="372" y="192"/>
                </a:lnTo>
                <a:lnTo>
                  <a:pt x="371" y="193"/>
                </a:lnTo>
                <a:lnTo>
                  <a:pt x="371" y="192"/>
                </a:lnTo>
                <a:lnTo>
                  <a:pt x="370" y="192"/>
                </a:lnTo>
                <a:lnTo>
                  <a:pt x="369" y="191"/>
                </a:lnTo>
                <a:lnTo>
                  <a:pt x="369" y="192"/>
                </a:lnTo>
                <a:lnTo>
                  <a:pt x="368" y="193"/>
                </a:lnTo>
                <a:lnTo>
                  <a:pt x="369" y="193"/>
                </a:lnTo>
                <a:lnTo>
                  <a:pt x="368" y="194"/>
                </a:lnTo>
                <a:lnTo>
                  <a:pt x="368" y="193"/>
                </a:lnTo>
                <a:lnTo>
                  <a:pt x="368" y="192"/>
                </a:lnTo>
                <a:lnTo>
                  <a:pt x="367" y="190"/>
                </a:lnTo>
                <a:lnTo>
                  <a:pt x="368" y="190"/>
                </a:lnTo>
                <a:lnTo>
                  <a:pt x="368" y="189"/>
                </a:lnTo>
                <a:lnTo>
                  <a:pt x="369" y="187"/>
                </a:lnTo>
                <a:lnTo>
                  <a:pt x="369" y="186"/>
                </a:lnTo>
                <a:lnTo>
                  <a:pt x="369" y="185"/>
                </a:lnTo>
                <a:lnTo>
                  <a:pt x="370" y="184"/>
                </a:lnTo>
                <a:lnTo>
                  <a:pt x="370" y="183"/>
                </a:lnTo>
                <a:lnTo>
                  <a:pt x="370" y="182"/>
                </a:lnTo>
                <a:lnTo>
                  <a:pt x="370" y="180"/>
                </a:lnTo>
                <a:lnTo>
                  <a:pt x="370" y="179"/>
                </a:lnTo>
                <a:lnTo>
                  <a:pt x="369" y="179"/>
                </a:lnTo>
                <a:lnTo>
                  <a:pt x="370" y="179"/>
                </a:lnTo>
                <a:lnTo>
                  <a:pt x="370" y="178"/>
                </a:lnTo>
                <a:lnTo>
                  <a:pt x="369" y="177"/>
                </a:lnTo>
                <a:lnTo>
                  <a:pt x="369" y="176"/>
                </a:lnTo>
                <a:lnTo>
                  <a:pt x="368" y="176"/>
                </a:lnTo>
                <a:lnTo>
                  <a:pt x="368" y="175"/>
                </a:lnTo>
                <a:lnTo>
                  <a:pt x="367" y="174"/>
                </a:lnTo>
                <a:lnTo>
                  <a:pt x="368" y="174"/>
                </a:lnTo>
                <a:lnTo>
                  <a:pt x="368" y="173"/>
                </a:lnTo>
                <a:lnTo>
                  <a:pt x="369" y="173"/>
                </a:lnTo>
                <a:lnTo>
                  <a:pt x="369" y="172"/>
                </a:lnTo>
                <a:lnTo>
                  <a:pt x="369" y="170"/>
                </a:lnTo>
                <a:lnTo>
                  <a:pt x="369" y="169"/>
                </a:lnTo>
                <a:lnTo>
                  <a:pt x="368" y="168"/>
                </a:lnTo>
                <a:lnTo>
                  <a:pt x="367" y="167"/>
                </a:lnTo>
                <a:lnTo>
                  <a:pt x="366" y="168"/>
                </a:lnTo>
                <a:lnTo>
                  <a:pt x="364" y="167"/>
                </a:lnTo>
                <a:lnTo>
                  <a:pt x="363" y="166"/>
                </a:lnTo>
                <a:lnTo>
                  <a:pt x="362" y="166"/>
                </a:lnTo>
                <a:lnTo>
                  <a:pt x="362" y="165"/>
                </a:lnTo>
                <a:lnTo>
                  <a:pt x="362" y="164"/>
                </a:lnTo>
                <a:lnTo>
                  <a:pt x="362" y="163"/>
                </a:lnTo>
                <a:lnTo>
                  <a:pt x="363" y="163"/>
                </a:lnTo>
                <a:lnTo>
                  <a:pt x="363" y="162"/>
                </a:lnTo>
                <a:lnTo>
                  <a:pt x="364" y="162"/>
                </a:lnTo>
                <a:lnTo>
                  <a:pt x="364" y="161"/>
                </a:lnTo>
                <a:lnTo>
                  <a:pt x="363" y="160"/>
                </a:lnTo>
                <a:lnTo>
                  <a:pt x="362" y="159"/>
                </a:lnTo>
                <a:lnTo>
                  <a:pt x="362" y="158"/>
                </a:lnTo>
                <a:lnTo>
                  <a:pt x="363" y="157"/>
                </a:lnTo>
                <a:lnTo>
                  <a:pt x="364" y="157"/>
                </a:lnTo>
                <a:lnTo>
                  <a:pt x="364" y="156"/>
                </a:lnTo>
                <a:lnTo>
                  <a:pt x="365" y="155"/>
                </a:lnTo>
                <a:lnTo>
                  <a:pt x="365" y="153"/>
                </a:lnTo>
                <a:lnTo>
                  <a:pt x="365" y="152"/>
                </a:lnTo>
                <a:lnTo>
                  <a:pt x="365" y="151"/>
                </a:lnTo>
                <a:lnTo>
                  <a:pt x="364" y="150"/>
                </a:lnTo>
                <a:lnTo>
                  <a:pt x="365" y="150"/>
                </a:lnTo>
                <a:lnTo>
                  <a:pt x="366" y="150"/>
                </a:lnTo>
                <a:lnTo>
                  <a:pt x="367" y="150"/>
                </a:lnTo>
                <a:lnTo>
                  <a:pt x="368" y="150"/>
                </a:lnTo>
                <a:lnTo>
                  <a:pt x="369" y="150"/>
                </a:lnTo>
                <a:lnTo>
                  <a:pt x="369" y="149"/>
                </a:lnTo>
                <a:lnTo>
                  <a:pt x="370" y="149"/>
                </a:lnTo>
                <a:lnTo>
                  <a:pt x="371" y="149"/>
                </a:lnTo>
                <a:lnTo>
                  <a:pt x="372" y="148"/>
                </a:lnTo>
                <a:lnTo>
                  <a:pt x="372" y="147"/>
                </a:lnTo>
                <a:lnTo>
                  <a:pt x="373" y="147"/>
                </a:lnTo>
                <a:lnTo>
                  <a:pt x="373" y="146"/>
                </a:lnTo>
                <a:lnTo>
                  <a:pt x="374" y="146"/>
                </a:lnTo>
                <a:lnTo>
                  <a:pt x="375" y="147"/>
                </a:lnTo>
                <a:lnTo>
                  <a:pt x="375" y="146"/>
                </a:lnTo>
                <a:lnTo>
                  <a:pt x="375" y="145"/>
                </a:lnTo>
                <a:lnTo>
                  <a:pt x="375" y="144"/>
                </a:lnTo>
                <a:lnTo>
                  <a:pt x="375" y="143"/>
                </a:lnTo>
                <a:lnTo>
                  <a:pt x="375" y="142"/>
                </a:lnTo>
                <a:lnTo>
                  <a:pt x="375" y="141"/>
                </a:lnTo>
                <a:lnTo>
                  <a:pt x="376" y="141"/>
                </a:lnTo>
                <a:lnTo>
                  <a:pt x="376" y="140"/>
                </a:lnTo>
                <a:lnTo>
                  <a:pt x="377" y="140"/>
                </a:lnTo>
                <a:lnTo>
                  <a:pt x="376" y="140"/>
                </a:lnTo>
                <a:lnTo>
                  <a:pt x="376" y="139"/>
                </a:lnTo>
                <a:lnTo>
                  <a:pt x="376" y="138"/>
                </a:lnTo>
                <a:lnTo>
                  <a:pt x="376" y="136"/>
                </a:lnTo>
                <a:lnTo>
                  <a:pt x="377" y="135"/>
                </a:lnTo>
                <a:lnTo>
                  <a:pt x="378" y="135"/>
                </a:lnTo>
                <a:lnTo>
                  <a:pt x="379" y="135"/>
                </a:lnTo>
                <a:lnTo>
                  <a:pt x="379" y="136"/>
                </a:lnTo>
                <a:lnTo>
                  <a:pt x="380" y="136"/>
                </a:lnTo>
                <a:lnTo>
                  <a:pt x="381" y="136"/>
                </a:lnTo>
                <a:lnTo>
                  <a:pt x="381" y="135"/>
                </a:lnTo>
                <a:lnTo>
                  <a:pt x="382" y="135"/>
                </a:lnTo>
                <a:lnTo>
                  <a:pt x="382" y="134"/>
                </a:lnTo>
                <a:lnTo>
                  <a:pt x="382" y="133"/>
                </a:lnTo>
                <a:lnTo>
                  <a:pt x="383" y="133"/>
                </a:lnTo>
                <a:lnTo>
                  <a:pt x="383" y="132"/>
                </a:lnTo>
                <a:lnTo>
                  <a:pt x="384" y="132"/>
                </a:lnTo>
                <a:lnTo>
                  <a:pt x="384" y="131"/>
                </a:lnTo>
                <a:lnTo>
                  <a:pt x="385" y="130"/>
                </a:lnTo>
                <a:lnTo>
                  <a:pt x="386" y="130"/>
                </a:lnTo>
                <a:lnTo>
                  <a:pt x="388" y="132"/>
                </a:lnTo>
                <a:lnTo>
                  <a:pt x="388" y="133"/>
                </a:lnTo>
                <a:lnTo>
                  <a:pt x="388" y="134"/>
                </a:lnTo>
                <a:lnTo>
                  <a:pt x="388" y="135"/>
                </a:lnTo>
                <a:lnTo>
                  <a:pt x="390" y="135"/>
                </a:lnTo>
                <a:lnTo>
                  <a:pt x="392" y="134"/>
                </a:lnTo>
                <a:lnTo>
                  <a:pt x="392" y="133"/>
                </a:lnTo>
                <a:lnTo>
                  <a:pt x="392" y="132"/>
                </a:lnTo>
                <a:lnTo>
                  <a:pt x="392" y="131"/>
                </a:lnTo>
                <a:lnTo>
                  <a:pt x="393" y="131"/>
                </a:lnTo>
                <a:lnTo>
                  <a:pt x="395" y="132"/>
                </a:lnTo>
                <a:lnTo>
                  <a:pt x="397" y="133"/>
                </a:lnTo>
                <a:lnTo>
                  <a:pt x="398" y="133"/>
                </a:lnTo>
                <a:lnTo>
                  <a:pt x="399" y="133"/>
                </a:lnTo>
                <a:lnTo>
                  <a:pt x="400" y="133"/>
                </a:lnTo>
                <a:lnTo>
                  <a:pt x="402" y="133"/>
                </a:lnTo>
                <a:lnTo>
                  <a:pt x="403" y="133"/>
                </a:lnTo>
                <a:lnTo>
                  <a:pt x="403" y="132"/>
                </a:lnTo>
                <a:lnTo>
                  <a:pt x="404" y="132"/>
                </a:lnTo>
                <a:lnTo>
                  <a:pt x="405" y="132"/>
                </a:lnTo>
                <a:lnTo>
                  <a:pt x="406" y="133"/>
                </a:lnTo>
                <a:lnTo>
                  <a:pt x="408" y="133"/>
                </a:lnTo>
                <a:lnTo>
                  <a:pt x="408" y="132"/>
                </a:lnTo>
                <a:lnTo>
                  <a:pt x="409" y="132"/>
                </a:lnTo>
                <a:lnTo>
                  <a:pt x="409" y="133"/>
                </a:lnTo>
                <a:lnTo>
                  <a:pt x="410" y="134"/>
                </a:lnTo>
                <a:lnTo>
                  <a:pt x="411" y="134"/>
                </a:lnTo>
                <a:lnTo>
                  <a:pt x="411" y="133"/>
                </a:lnTo>
                <a:lnTo>
                  <a:pt x="413" y="132"/>
                </a:lnTo>
                <a:lnTo>
                  <a:pt x="414" y="133"/>
                </a:lnTo>
                <a:lnTo>
                  <a:pt x="414" y="132"/>
                </a:lnTo>
                <a:lnTo>
                  <a:pt x="415" y="132"/>
                </a:lnTo>
                <a:lnTo>
                  <a:pt x="415" y="131"/>
                </a:lnTo>
                <a:lnTo>
                  <a:pt x="414" y="130"/>
                </a:lnTo>
                <a:lnTo>
                  <a:pt x="413" y="129"/>
                </a:lnTo>
                <a:lnTo>
                  <a:pt x="412" y="128"/>
                </a:lnTo>
                <a:lnTo>
                  <a:pt x="412" y="125"/>
                </a:lnTo>
                <a:lnTo>
                  <a:pt x="412" y="124"/>
                </a:lnTo>
                <a:lnTo>
                  <a:pt x="411" y="123"/>
                </a:lnTo>
                <a:lnTo>
                  <a:pt x="411" y="122"/>
                </a:lnTo>
                <a:lnTo>
                  <a:pt x="411" y="121"/>
                </a:lnTo>
                <a:lnTo>
                  <a:pt x="412" y="119"/>
                </a:lnTo>
                <a:lnTo>
                  <a:pt x="413" y="119"/>
                </a:lnTo>
                <a:lnTo>
                  <a:pt x="414" y="119"/>
                </a:lnTo>
                <a:lnTo>
                  <a:pt x="415" y="118"/>
                </a:lnTo>
                <a:lnTo>
                  <a:pt x="418" y="117"/>
                </a:lnTo>
                <a:lnTo>
                  <a:pt x="419" y="116"/>
                </a:lnTo>
                <a:lnTo>
                  <a:pt x="420" y="116"/>
                </a:lnTo>
                <a:lnTo>
                  <a:pt x="420" y="115"/>
                </a:lnTo>
                <a:lnTo>
                  <a:pt x="420" y="114"/>
                </a:lnTo>
                <a:lnTo>
                  <a:pt x="419" y="113"/>
                </a:lnTo>
                <a:lnTo>
                  <a:pt x="419" y="112"/>
                </a:lnTo>
                <a:lnTo>
                  <a:pt x="420" y="111"/>
                </a:lnTo>
                <a:lnTo>
                  <a:pt x="421" y="111"/>
                </a:lnTo>
                <a:lnTo>
                  <a:pt x="421" y="110"/>
                </a:lnTo>
                <a:lnTo>
                  <a:pt x="422" y="110"/>
                </a:lnTo>
                <a:lnTo>
                  <a:pt x="422" y="109"/>
                </a:lnTo>
                <a:lnTo>
                  <a:pt x="423" y="109"/>
                </a:lnTo>
                <a:lnTo>
                  <a:pt x="423" y="107"/>
                </a:lnTo>
                <a:lnTo>
                  <a:pt x="424" y="105"/>
                </a:lnTo>
                <a:lnTo>
                  <a:pt x="425" y="105"/>
                </a:lnTo>
                <a:lnTo>
                  <a:pt x="425" y="103"/>
                </a:lnTo>
                <a:lnTo>
                  <a:pt x="425" y="102"/>
                </a:lnTo>
                <a:lnTo>
                  <a:pt x="425" y="100"/>
                </a:lnTo>
                <a:lnTo>
                  <a:pt x="425" y="99"/>
                </a:lnTo>
                <a:lnTo>
                  <a:pt x="426" y="101"/>
                </a:lnTo>
                <a:lnTo>
                  <a:pt x="426" y="102"/>
                </a:lnTo>
                <a:lnTo>
                  <a:pt x="427" y="102"/>
                </a:lnTo>
                <a:lnTo>
                  <a:pt x="427" y="103"/>
                </a:lnTo>
                <a:lnTo>
                  <a:pt x="429" y="104"/>
                </a:lnTo>
                <a:lnTo>
                  <a:pt x="430" y="103"/>
                </a:lnTo>
                <a:lnTo>
                  <a:pt x="431" y="103"/>
                </a:lnTo>
                <a:lnTo>
                  <a:pt x="433" y="105"/>
                </a:lnTo>
                <a:lnTo>
                  <a:pt x="434" y="106"/>
                </a:lnTo>
                <a:lnTo>
                  <a:pt x="434" y="107"/>
                </a:lnTo>
                <a:lnTo>
                  <a:pt x="435" y="108"/>
                </a:lnTo>
                <a:lnTo>
                  <a:pt x="436" y="108"/>
                </a:lnTo>
                <a:lnTo>
                  <a:pt x="436" y="109"/>
                </a:lnTo>
                <a:lnTo>
                  <a:pt x="435" y="109"/>
                </a:lnTo>
                <a:lnTo>
                  <a:pt x="435" y="110"/>
                </a:lnTo>
                <a:lnTo>
                  <a:pt x="434" y="110"/>
                </a:lnTo>
                <a:lnTo>
                  <a:pt x="435" y="111"/>
                </a:lnTo>
                <a:lnTo>
                  <a:pt x="436" y="111"/>
                </a:lnTo>
                <a:lnTo>
                  <a:pt x="437" y="111"/>
                </a:lnTo>
                <a:lnTo>
                  <a:pt x="438" y="111"/>
                </a:lnTo>
                <a:lnTo>
                  <a:pt x="437" y="111"/>
                </a:lnTo>
                <a:lnTo>
                  <a:pt x="437" y="112"/>
                </a:lnTo>
                <a:lnTo>
                  <a:pt x="437" y="113"/>
                </a:lnTo>
                <a:lnTo>
                  <a:pt x="438" y="114"/>
                </a:lnTo>
                <a:lnTo>
                  <a:pt x="439" y="113"/>
                </a:lnTo>
                <a:lnTo>
                  <a:pt x="440" y="114"/>
                </a:lnTo>
                <a:lnTo>
                  <a:pt x="441" y="115"/>
                </a:lnTo>
                <a:lnTo>
                  <a:pt x="442" y="115"/>
                </a:lnTo>
                <a:lnTo>
                  <a:pt x="443" y="114"/>
                </a:lnTo>
                <a:lnTo>
                  <a:pt x="444" y="114"/>
                </a:lnTo>
                <a:lnTo>
                  <a:pt x="445" y="115"/>
                </a:lnTo>
                <a:lnTo>
                  <a:pt x="446" y="116"/>
                </a:lnTo>
                <a:lnTo>
                  <a:pt x="446" y="117"/>
                </a:lnTo>
                <a:lnTo>
                  <a:pt x="447" y="118"/>
                </a:lnTo>
                <a:lnTo>
                  <a:pt x="447" y="119"/>
                </a:lnTo>
                <a:lnTo>
                  <a:pt x="447" y="120"/>
                </a:lnTo>
                <a:lnTo>
                  <a:pt x="446" y="120"/>
                </a:lnTo>
                <a:lnTo>
                  <a:pt x="447" y="121"/>
                </a:lnTo>
                <a:lnTo>
                  <a:pt x="448" y="121"/>
                </a:lnTo>
                <a:lnTo>
                  <a:pt x="448" y="122"/>
                </a:lnTo>
                <a:lnTo>
                  <a:pt x="448" y="123"/>
                </a:lnTo>
                <a:lnTo>
                  <a:pt x="448" y="124"/>
                </a:lnTo>
                <a:lnTo>
                  <a:pt x="450" y="126"/>
                </a:lnTo>
                <a:lnTo>
                  <a:pt x="451" y="126"/>
                </a:lnTo>
                <a:lnTo>
                  <a:pt x="453" y="126"/>
                </a:lnTo>
                <a:lnTo>
                  <a:pt x="453" y="125"/>
                </a:lnTo>
                <a:lnTo>
                  <a:pt x="453" y="124"/>
                </a:lnTo>
                <a:lnTo>
                  <a:pt x="454" y="124"/>
                </a:lnTo>
                <a:lnTo>
                  <a:pt x="456" y="124"/>
                </a:lnTo>
                <a:lnTo>
                  <a:pt x="457" y="124"/>
                </a:lnTo>
                <a:lnTo>
                  <a:pt x="459" y="125"/>
                </a:lnTo>
                <a:lnTo>
                  <a:pt x="461" y="125"/>
                </a:lnTo>
                <a:lnTo>
                  <a:pt x="461" y="126"/>
                </a:lnTo>
                <a:lnTo>
                  <a:pt x="461" y="127"/>
                </a:lnTo>
                <a:lnTo>
                  <a:pt x="461" y="128"/>
                </a:lnTo>
                <a:lnTo>
                  <a:pt x="461" y="129"/>
                </a:lnTo>
                <a:lnTo>
                  <a:pt x="462" y="130"/>
                </a:lnTo>
                <a:lnTo>
                  <a:pt x="464" y="132"/>
                </a:lnTo>
                <a:lnTo>
                  <a:pt x="464" y="133"/>
                </a:lnTo>
                <a:lnTo>
                  <a:pt x="464" y="134"/>
                </a:lnTo>
                <a:lnTo>
                  <a:pt x="464" y="135"/>
                </a:lnTo>
                <a:lnTo>
                  <a:pt x="465" y="137"/>
                </a:lnTo>
                <a:lnTo>
                  <a:pt x="466" y="138"/>
                </a:lnTo>
                <a:lnTo>
                  <a:pt x="467" y="138"/>
                </a:lnTo>
                <a:lnTo>
                  <a:pt x="468" y="138"/>
                </a:lnTo>
                <a:lnTo>
                  <a:pt x="469" y="138"/>
                </a:lnTo>
                <a:lnTo>
                  <a:pt x="470" y="138"/>
                </a:lnTo>
                <a:lnTo>
                  <a:pt x="471" y="138"/>
                </a:lnTo>
                <a:lnTo>
                  <a:pt x="471" y="139"/>
                </a:lnTo>
                <a:lnTo>
                  <a:pt x="472" y="140"/>
                </a:lnTo>
                <a:lnTo>
                  <a:pt x="473" y="141"/>
                </a:lnTo>
                <a:lnTo>
                  <a:pt x="475" y="142"/>
                </a:lnTo>
                <a:lnTo>
                  <a:pt x="476" y="144"/>
                </a:lnTo>
                <a:lnTo>
                  <a:pt x="477" y="144"/>
                </a:lnTo>
                <a:lnTo>
                  <a:pt x="478" y="144"/>
                </a:lnTo>
                <a:lnTo>
                  <a:pt x="479" y="145"/>
                </a:lnTo>
                <a:lnTo>
                  <a:pt x="480" y="145"/>
                </a:lnTo>
                <a:lnTo>
                  <a:pt x="480" y="146"/>
                </a:lnTo>
                <a:lnTo>
                  <a:pt x="481" y="146"/>
                </a:lnTo>
                <a:lnTo>
                  <a:pt x="481" y="145"/>
                </a:lnTo>
                <a:lnTo>
                  <a:pt x="482" y="145"/>
                </a:lnTo>
                <a:lnTo>
                  <a:pt x="483" y="145"/>
                </a:lnTo>
                <a:lnTo>
                  <a:pt x="484" y="148"/>
                </a:lnTo>
                <a:lnTo>
                  <a:pt x="484" y="149"/>
                </a:lnTo>
                <a:lnTo>
                  <a:pt x="485" y="150"/>
                </a:lnTo>
                <a:lnTo>
                  <a:pt x="485" y="151"/>
                </a:lnTo>
                <a:lnTo>
                  <a:pt x="486" y="152"/>
                </a:lnTo>
                <a:lnTo>
                  <a:pt x="488" y="154"/>
                </a:lnTo>
                <a:lnTo>
                  <a:pt x="489" y="156"/>
                </a:lnTo>
                <a:lnTo>
                  <a:pt x="490" y="156"/>
                </a:lnTo>
                <a:lnTo>
                  <a:pt x="491" y="157"/>
                </a:lnTo>
                <a:lnTo>
                  <a:pt x="493" y="157"/>
                </a:lnTo>
                <a:lnTo>
                  <a:pt x="494" y="157"/>
                </a:lnTo>
                <a:lnTo>
                  <a:pt x="495" y="157"/>
                </a:lnTo>
                <a:lnTo>
                  <a:pt x="496" y="157"/>
                </a:lnTo>
                <a:lnTo>
                  <a:pt x="497" y="157"/>
                </a:lnTo>
                <a:lnTo>
                  <a:pt x="497" y="158"/>
                </a:lnTo>
                <a:lnTo>
                  <a:pt x="498" y="158"/>
                </a:lnTo>
                <a:lnTo>
                  <a:pt x="499" y="157"/>
                </a:lnTo>
                <a:lnTo>
                  <a:pt x="499" y="156"/>
                </a:lnTo>
                <a:lnTo>
                  <a:pt x="499" y="155"/>
                </a:lnTo>
                <a:lnTo>
                  <a:pt x="498" y="154"/>
                </a:lnTo>
                <a:lnTo>
                  <a:pt x="498" y="153"/>
                </a:lnTo>
                <a:lnTo>
                  <a:pt x="499" y="152"/>
                </a:lnTo>
                <a:lnTo>
                  <a:pt x="499" y="151"/>
                </a:lnTo>
                <a:lnTo>
                  <a:pt x="498" y="149"/>
                </a:lnTo>
                <a:lnTo>
                  <a:pt x="498" y="148"/>
                </a:lnTo>
                <a:lnTo>
                  <a:pt x="498" y="147"/>
                </a:lnTo>
                <a:lnTo>
                  <a:pt x="499" y="146"/>
                </a:lnTo>
                <a:lnTo>
                  <a:pt x="500" y="144"/>
                </a:lnTo>
                <a:lnTo>
                  <a:pt x="500" y="143"/>
                </a:lnTo>
                <a:lnTo>
                  <a:pt x="500" y="142"/>
                </a:lnTo>
                <a:lnTo>
                  <a:pt x="501" y="141"/>
                </a:lnTo>
                <a:lnTo>
                  <a:pt x="500" y="141"/>
                </a:lnTo>
                <a:lnTo>
                  <a:pt x="500" y="140"/>
                </a:lnTo>
                <a:lnTo>
                  <a:pt x="500" y="139"/>
                </a:lnTo>
                <a:lnTo>
                  <a:pt x="501" y="139"/>
                </a:lnTo>
                <a:lnTo>
                  <a:pt x="502" y="138"/>
                </a:lnTo>
                <a:lnTo>
                  <a:pt x="503" y="138"/>
                </a:lnTo>
                <a:lnTo>
                  <a:pt x="504" y="138"/>
                </a:lnTo>
                <a:lnTo>
                  <a:pt x="504" y="139"/>
                </a:lnTo>
                <a:lnTo>
                  <a:pt x="505" y="140"/>
                </a:lnTo>
                <a:lnTo>
                  <a:pt x="506" y="140"/>
                </a:lnTo>
                <a:lnTo>
                  <a:pt x="508" y="141"/>
                </a:lnTo>
                <a:lnTo>
                  <a:pt x="509" y="141"/>
                </a:lnTo>
                <a:lnTo>
                  <a:pt x="509" y="140"/>
                </a:lnTo>
                <a:lnTo>
                  <a:pt x="510" y="140"/>
                </a:lnTo>
                <a:lnTo>
                  <a:pt x="515" y="144"/>
                </a:lnTo>
                <a:lnTo>
                  <a:pt x="515" y="145"/>
                </a:lnTo>
                <a:lnTo>
                  <a:pt x="515" y="146"/>
                </a:lnTo>
                <a:lnTo>
                  <a:pt x="516" y="146"/>
                </a:lnTo>
                <a:lnTo>
                  <a:pt x="517" y="146"/>
                </a:lnTo>
                <a:lnTo>
                  <a:pt x="518" y="146"/>
                </a:lnTo>
                <a:lnTo>
                  <a:pt x="518" y="145"/>
                </a:lnTo>
                <a:lnTo>
                  <a:pt x="519" y="144"/>
                </a:lnTo>
                <a:lnTo>
                  <a:pt x="520" y="144"/>
                </a:lnTo>
                <a:lnTo>
                  <a:pt x="520" y="145"/>
                </a:lnTo>
                <a:lnTo>
                  <a:pt x="521" y="145"/>
                </a:lnTo>
                <a:lnTo>
                  <a:pt x="522" y="144"/>
                </a:lnTo>
                <a:lnTo>
                  <a:pt x="521" y="143"/>
                </a:lnTo>
                <a:lnTo>
                  <a:pt x="520" y="142"/>
                </a:lnTo>
                <a:lnTo>
                  <a:pt x="519" y="141"/>
                </a:lnTo>
                <a:lnTo>
                  <a:pt x="518" y="140"/>
                </a:lnTo>
                <a:lnTo>
                  <a:pt x="518" y="139"/>
                </a:lnTo>
                <a:lnTo>
                  <a:pt x="517" y="137"/>
                </a:lnTo>
                <a:lnTo>
                  <a:pt x="516" y="137"/>
                </a:lnTo>
                <a:lnTo>
                  <a:pt x="516" y="136"/>
                </a:lnTo>
                <a:lnTo>
                  <a:pt x="515" y="136"/>
                </a:lnTo>
                <a:lnTo>
                  <a:pt x="514" y="135"/>
                </a:lnTo>
                <a:lnTo>
                  <a:pt x="514" y="134"/>
                </a:lnTo>
                <a:lnTo>
                  <a:pt x="516" y="132"/>
                </a:lnTo>
                <a:lnTo>
                  <a:pt x="516" y="133"/>
                </a:lnTo>
                <a:lnTo>
                  <a:pt x="518" y="134"/>
                </a:lnTo>
                <a:lnTo>
                  <a:pt x="519" y="134"/>
                </a:lnTo>
                <a:lnTo>
                  <a:pt x="520" y="134"/>
                </a:lnTo>
                <a:lnTo>
                  <a:pt x="520" y="135"/>
                </a:lnTo>
                <a:lnTo>
                  <a:pt x="521" y="136"/>
                </a:lnTo>
                <a:lnTo>
                  <a:pt x="521" y="137"/>
                </a:lnTo>
                <a:lnTo>
                  <a:pt x="521" y="138"/>
                </a:lnTo>
                <a:lnTo>
                  <a:pt x="522" y="139"/>
                </a:lnTo>
                <a:lnTo>
                  <a:pt x="523" y="139"/>
                </a:lnTo>
                <a:lnTo>
                  <a:pt x="525" y="137"/>
                </a:lnTo>
                <a:lnTo>
                  <a:pt x="525" y="136"/>
                </a:lnTo>
                <a:lnTo>
                  <a:pt x="523" y="136"/>
                </a:lnTo>
                <a:lnTo>
                  <a:pt x="522" y="136"/>
                </a:lnTo>
                <a:lnTo>
                  <a:pt x="522" y="135"/>
                </a:lnTo>
                <a:lnTo>
                  <a:pt x="521" y="135"/>
                </a:lnTo>
                <a:lnTo>
                  <a:pt x="521" y="134"/>
                </a:lnTo>
                <a:lnTo>
                  <a:pt x="520" y="133"/>
                </a:lnTo>
                <a:lnTo>
                  <a:pt x="519" y="132"/>
                </a:lnTo>
                <a:lnTo>
                  <a:pt x="519" y="131"/>
                </a:lnTo>
                <a:lnTo>
                  <a:pt x="519" y="130"/>
                </a:lnTo>
                <a:lnTo>
                  <a:pt x="519" y="129"/>
                </a:lnTo>
                <a:lnTo>
                  <a:pt x="519" y="128"/>
                </a:lnTo>
                <a:lnTo>
                  <a:pt x="520" y="128"/>
                </a:lnTo>
                <a:lnTo>
                  <a:pt x="520" y="127"/>
                </a:lnTo>
                <a:lnTo>
                  <a:pt x="521" y="125"/>
                </a:lnTo>
                <a:lnTo>
                  <a:pt x="521" y="124"/>
                </a:lnTo>
                <a:lnTo>
                  <a:pt x="521" y="123"/>
                </a:lnTo>
                <a:lnTo>
                  <a:pt x="521" y="122"/>
                </a:lnTo>
                <a:lnTo>
                  <a:pt x="521" y="121"/>
                </a:lnTo>
                <a:lnTo>
                  <a:pt x="521" y="119"/>
                </a:lnTo>
                <a:lnTo>
                  <a:pt x="522" y="120"/>
                </a:lnTo>
                <a:lnTo>
                  <a:pt x="523" y="119"/>
                </a:lnTo>
                <a:lnTo>
                  <a:pt x="524" y="119"/>
                </a:lnTo>
                <a:lnTo>
                  <a:pt x="524" y="118"/>
                </a:lnTo>
                <a:lnTo>
                  <a:pt x="525" y="117"/>
                </a:lnTo>
                <a:lnTo>
                  <a:pt x="525" y="116"/>
                </a:lnTo>
                <a:lnTo>
                  <a:pt x="524" y="115"/>
                </a:lnTo>
                <a:lnTo>
                  <a:pt x="523" y="114"/>
                </a:lnTo>
                <a:lnTo>
                  <a:pt x="523" y="113"/>
                </a:lnTo>
                <a:lnTo>
                  <a:pt x="522" y="112"/>
                </a:lnTo>
                <a:lnTo>
                  <a:pt x="523" y="111"/>
                </a:lnTo>
                <a:lnTo>
                  <a:pt x="522" y="110"/>
                </a:lnTo>
                <a:lnTo>
                  <a:pt x="522" y="109"/>
                </a:lnTo>
                <a:lnTo>
                  <a:pt x="521" y="108"/>
                </a:lnTo>
                <a:lnTo>
                  <a:pt x="520" y="108"/>
                </a:lnTo>
                <a:lnTo>
                  <a:pt x="520" y="107"/>
                </a:lnTo>
                <a:lnTo>
                  <a:pt x="520" y="106"/>
                </a:lnTo>
                <a:lnTo>
                  <a:pt x="519" y="105"/>
                </a:lnTo>
                <a:lnTo>
                  <a:pt x="519" y="104"/>
                </a:lnTo>
                <a:lnTo>
                  <a:pt x="518" y="102"/>
                </a:lnTo>
                <a:lnTo>
                  <a:pt x="517" y="102"/>
                </a:lnTo>
                <a:lnTo>
                  <a:pt x="517" y="101"/>
                </a:lnTo>
                <a:lnTo>
                  <a:pt x="516" y="101"/>
                </a:lnTo>
                <a:lnTo>
                  <a:pt x="514" y="100"/>
                </a:lnTo>
                <a:lnTo>
                  <a:pt x="514" y="99"/>
                </a:lnTo>
                <a:lnTo>
                  <a:pt x="513" y="98"/>
                </a:lnTo>
                <a:lnTo>
                  <a:pt x="513" y="97"/>
                </a:lnTo>
                <a:lnTo>
                  <a:pt x="512" y="97"/>
                </a:lnTo>
                <a:lnTo>
                  <a:pt x="512" y="96"/>
                </a:lnTo>
                <a:lnTo>
                  <a:pt x="512" y="95"/>
                </a:lnTo>
                <a:lnTo>
                  <a:pt x="512" y="94"/>
                </a:lnTo>
                <a:lnTo>
                  <a:pt x="511" y="92"/>
                </a:lnTo>
                <a:lnTo>
                  <a:pt x="512" y="92"/>
                </a:lnTo>
                <a:lnTo>
                  <a:pt x="513" y="92"/>
                </a:lnTo>
                <a:lnTo>
                  <a:pt x="514" y="92"/>
                </a:lnTo>
                <a:lnTo>
                  <a:pt x="514" y="91"/>
                </a:lnTo>
                <a:lnTo>
                  <a:pt x="513" y="91"/>
                </a:lnTo>
                <a:lnTo>
                  <a:pt x="513" y="90"/>
                </a:lnTo>
                <a:lnTo>
                  <a:pt x="512" y="89"/>
                </a:lnTo>
                <a:lnTo>
                  <a:pt x="511" y="89"/>
                </a:lnTo>
                <a:lnTo>
                  <a:pt x="511" y="88"/>
                </a:lnTo>
                <a:lnTo>
                  <a:pt x="511" y="87"/>
                </a:lnTo>
                <a:lnTo>
                  <a:pt x="513" y="87"/>
                </a:lnTo>
                <a:lnTo>
                  <a:pt x="514" y="86"/>
                </a:lnTo>
                <a:lnTo>
                  <a:pt x="514" y="85"/>
                </a:lnTo>
                <a:lnTo>
                  <a:pt x="513" y="84"/>
                </a:lnTo>
                <a:lnTo>
                  <a:pt x="514" y="84"/>
                </a:lnTo>
                <a:lnTo>
                  <a:pt x="515" y="84"/>
                </a:lnTo>
                <a:lnTo>
                  <a:pt x="515" y="85"/>
                </a:lnTo>
                <a:lnTo>
                  <a:pt x="516" y="86"/>
                </a:lnTo>
                <a:lnTo>
                  <a:pt x="516" y="87"/>
                </a:lnTo>
                <a:lnTo>
                  <a:pt x="517" y="87"/>
                </a:lnTo>
                <a:lnTo>
                  <a:pt x="518" y="89"/>
                </a:lnTo>
                <a:lnTo>
                  <a:pt x="520" y="91"/>
                </a:lnTo>
                <a:lnTo>
                  <a:pt x="521" y="91"/>
                </a:lnTo>
                <a:lnTo>
                  <a:pt x="522" y="92"/>
                </a:lnTo>
                <a:lnTo>
                  <a:pt x="523" y="92"/>
                </a:lnTo>
                <a:lnTo>
                  <a:pt x="524" y="93"/>
                </a:lnTo>
                <a:lnTo>
                  <a:pt x="523" y="93"/>
                </a:lnTo>
                <a:lnTo>
                  <a:pt x="524" y="94"/>
                </a:lnTo>
                <a:lnTo>
                  <a:pt x="524" y="95"/>
                </a:lnTo>
                <a:lnTo>
                  <a:pt x="524" y="94"/>
                </a:lnTo>
                <a:lnTo>
                  <a:pt x="525" y="94"/>
                </a:lnTo>
                <a:lnTo>
                  <a:pt x="526" y="95"/>
                </a:lnTo>
                <a:lnTo>
                  <a:pt x="526" y="97"/>
                </a:lnTo>
                <a:lnTo>
                  <a:pt x="528" y="97"/>
                </a:lnTo>
                <a:lnTo>
                  <a:pt x="529" y="97"/>
                </a:lnTo>
                <a:lnTo>
                  <a:pt x="530" y="98"/>
                </a:lnTo>
                <a:lnTo>
                  <a:pt x="531" y="99"/>
                </a:lnTo>
                <a:lnTo>
                  <a:pt x="531" y="100"/>
                </a:lnTo>
                <a:lnTo>
                  <a:pt x="531" y="101"/>
                </a:lnTo>
                <a:lnTo>
                  <a:pt x="531" y="103"/>
                </a:lnTo>
                <a:lnTo>
                  <a:pt x="530" y="104"/>
                </a:lnTo>
                <a:lnTo>
                  <a:pt x="531" y="106"/>
                </a:lnTo>
                <a:lnTo>
                  <a:pt x="531" y="107"/>
                </a:lnTo>
                <a:lnTo>
                  <a:pt x="531" y="108"/>
                </a:lnTo>
                <a:lnTo>
                  <a:pt x="533" y="110"/>
                </a:lnTo>
                <a:lnTo>
                  <a:pt x="535" y="111"/>
                </a:lnTo>
                <a:lnTo>
                  <a:pt x="536" y="112"/>
                </a:lnTo>
                <a:lnTo>
                  <a:pt x="537" y="112"/>
                </a:lnTo>
                <a:lnTo>
                  <a:pt x="540" y="113"/>
                </a:lnTo>
                <a:lnTo>
                  <a:pt x="540" y="114"/>
                </a:lnTo>
                <a:lnTo>
                  <a:pt x="540" y="115"/>
                </a:lnTo>
                <a:lnTo>
                  <a:pt x="541" y="118"/>
                </a:lnTo>
                <a:lnTo>
                  <a:pt x="542" y="118"/>
                </a:lnTo>
                <a:lnTo>
                  <a:pt x="543" y="119"/>
                </a:lnTo>
                <a:lnTo>
                  <a:pt x="544" y="119"/>
                </a:lnTo>
                <a:lnTo>
                  <a:pt x="545" y="118"/>
                </a:lnTo>
                <a:lnTo>
                  <a:pt x="546" y="118"/>
                </a:lnTo>
                <a:lnTo>
                  <a:pt x="547" y="121"/>
                </a:lnTo>
                <a:lnTo>
                  <a:pt x="546" y="122"/>
                </a:lnTo>
                <a:lnTo>
                  <a:pt x="544" y="123"/>
                </a:lnTo>
                <a:lnTo>
                  <a:pt x="543" y="122"/>
                </a:lnTo>
                <a:lnTo>
                  <a:pt x="542" y="122"/>
                </a:lnTo>
                <a:lnTo>
                  <a:pt x="541" y="122"/>
                </a:lnTo>
                <a:lnTo>
                  <a:pt x="541" y="123"/>
                </a:lnTo>
                <a:lnTo>
                  <a:pt x="542" y="124"/>
                </a:lnTo>
                <a:lnTo>
                  <a:pt x="543" y="125"/>
                </a:lnTo>
                <a:lnTo>
                  <a:pt x="544" y="125"/>
                </a:lnTo>
                <a:lnTo>
                  <a:pt x="544" y="126"/>
                </a:lnTo>
                <a:lnTo>
                  <a:pt x="545" y="126"/>
                </a:lnTo>
                <a:lnTo>
                  <a:pt x="544" y="129"/>
                </a:lnTo>
                <a:lnTo>
                  <a:pt x="543" y="130"/>
                </a:lnTo>
                <a:lnTo>
                  <a:pt x="543" y="131"/>
                </a:lnTo>
                <a:lnTo>
                  <a:pt x="542" y="131"/>
                </a:lnTo>
                <a:lnTo>
                  <a:pt x="542" y="130"/>
                </a:lnTo>
                <a:lnTo>
                  <a:pt x="541" y="129"/>
                </a:lnTo>
                <a:lnTo>
                  <a:pt x="540" y="129"/>
                </a:lnTo>
                <a:lnTo>
                  <a:pt x="540" y="130"/>
                </a:lnTo>
                <a:lnTo>
                  <a:pt x="539" y="131"/>
                </a:lnTo>
                <a:lnTo>
                  <a:pt x="539" y="132"/>
                </a:lnTo>
                <a:lnTo>
                  <a:pt x="539" y="133"/>
                </a:lnTo>
                <a:lnTo>
                  <a:pt x="540" y="134"/>
                </a:lnTo>
                <a:lnTo>
                  <a:pt x="540" y="135"/>
                </a:lnTo>
                <a:lnTo>
                  <a:pt x="540" y="136"/>
                </a:lnTo>
                <a:lnTo>
                  <a:pt x="541" y="138"/>
                </a:lnTo>
                <a:lnTo>
                  <a:pt x="541" y="139"/>
                </a:lnTo>
                <a:lnTo>
                  <a:pt x="541" y="141"/>
                </a:lnTo>
                <a:lnTo>
                  <a:pt x="541" y="142"/>
                </a:lnTo>
                <a:lnTo>
                  <a:pt x="539" y="144"/>
                </a:lnTo>
                <a:lnTo>
                  <a:pt x="538" y="145"/>
                </a:lnTo>
                <a:lnTo>
                  <a:pt x="537" y="145"/>
                </a:lnTo>
                <a:lnTo>
                  <a:pt x="536" y="146"/>
                </a:lnTo>
                <a:lnTo>
                  <a:pt x="536" y="147"/>
                </a:lnTo>
                <a:lnTo>
                  <a:pt x="535" y="147"/>
                </a:lnTo>
                <a:lnTo>
                  <a:pt x="532" y="147"/>
                </a:lnTo>
                <a:lnTo>
                  <a:pt x="532" y="148"/>
                </a:lnTo>
                <a:lnTo>
                  <a:pt x="531" y="149"/>
                </a:lnTo>
                <a:lnTo>
                  <a:pt x="531" y="150"/>
                </a:lnTo>
                <a:lnTo>
                  <a:pt x="532" y="152"/>
                </a:lnTo>
                <a:lnTo>
                  <a:pt x="532" y="153"/>
                </a:lnTo>
                <a:lnTo>
                  <a:pt x="532" y="154"/>
                </a:lnTo>
                <a:lnTo>
                  <a:pt x="532" y="155"/>
                </a:lnTo>
                <a:lnTo>
                  <a:pt x="533" y="155"/>
                </a:lnTo>
                <a:lnTo>
                  <a:pt x="534" y="155"/>
                </a:lnTo>
                <a:lnTo>
                  <a:pt x="535" y="154"/>
                </a:lnTo>
                <a:lnTo>
                  <a:pt x="536" y="154"/>
                </a:lnTo>
                <a:lnTo>
                  <a:pt x="536" y="155"/>
                </a:lnTo>
                <a:lnTo>
                  <a:pt x="536" y="154"/>
                </a:lnTo>
                <a:lnTo>
                  <a:pt x="537" y="154"/>
                </a:lnTo>
                <a:lnTo>
                  <a:pt x="537" y="153"/>
                </a:lnTo>
                <a:lnTo>
                  <a:pt x="537" y="152"/>
                </a:lnTo>
                <a:lnTo>
                  <a:pt x="536" y="151"/>
                </a:lnTo>
                <a:lnTo>
                  <a:pt x="535" y="151"/>
                </a:lnTo>
                <a:lnTo>
                  <a:pt x="535" y="150"/>
                </a:lnTo>
                <a:lnTo>
                  <a:pt x="536" y="150"/>
                </a:lnTo>
                <a:lnTo>
                  <a:pt x="537" y="149"/>
                </a:lnTo>
                <a:lnTo>
                  <a:pt x="538" y="149"/>
                </a:lnTo>
                <a:lnTo>
                  <a:pt x="539" y="151"/>
                </a:lnTo>
                <a:lnTo>
                  <a:pt x="541" y="152"/>
                </a:lnTo>
                <a:lnTo>
                  <a:pt x="542" y="151"/>
                </a:lnTo>
                <a:lnTo>
                  <a:pt x="543" y="151"/>
                </a:lnTo>
                <a:lnTo>
                  <a:pt x="544" y="151"/>
                </a:lnTo>
                <a:lnTo>
                  <a:pt x="544" y="152"/>
                </a:lnTo>
                <a:lnTo>
                  <a:pt x="544" y="153"/>
                </a:lnTo>
                <a:lnTo>
                  <a:pt x="544" y="154"/>
                </a:lnTo>
                <a:lnTo>
                  <a:pt x="545" y="155"/>
                </a:lnTo>
                <a:lnTo>
                  <a:pt x="547" y="156"/>
                </a:lnTo>
                <a:lnTo>
                  <a:pt x="548" y="155"/>
                </a:lnTo>
                <a:lnTo>
                  <a:pt x="549" y="155"/>
                </a:lnTo>
                <a:lnTo>
                  <a:pt x="549" y="154"/>
                </a:lnTo>
                <a:lnTo>
                  <a:pt x="550" y="153"/>
                </a:lnTo>
                <a:lnTo>
                  <a:pt x="550" y="155"/>
                </a:lnTo>
                <a:lnTo>
                  <a:pt x="552" y="156"/>
                </a:lnTo>
                <a:lnTo>
                  <a:pt x="553" y="155"/>
                </a:lnTo>
                <a:lnTo>
                  <a:pt x="554" y="155"/>
                </a:lnTo>
                <a:lnTo>
                  <a:pt x="556" y="156"/>
                </a:lnTo>
                <a:lnTo>
                  <a:pt x="556" y="157"/>
                </a:lnTo>
                <a:lnTo>
                  <a:pt x="555" y="158"/>
                </a:lnTo>
                <a:lnTo>
                  <a:pt x="555" y="160"/>
                </a:lnTo>
                <a:lnTo>
                  <a:pt x="556" y="161"/>
                </a:lnTo>
                <a:lnTo>
                  <a:pt x="557" y="161"/>
                </a:lnTo>
                <a:lnTo>
                  <a:pt x="558" y="162"/>
                </a:lnTo>
                <a:lnTo>
                  <a:pt x="559" y="161"/>
                </a:lnTo>
                <a:lnTo>
                  <a:pt x="560" y="161"/>
                </a:lnTo>
                <a:lnTo>
                  <a:pt x="562" y="159"/>
                </a:lnTo>
                <a:lnTo>
                  <a:pt x="564" y="158"/>
                </a:lnTo>
                <a:lnTo>
                  <a:pt x="564" y="155"/>
                </a:lnTo>
                <a:lnTo>
                  <a:pt x="564" y="154"/>
                </a:lnTo>
                <a:lnTo>
                  <a:pt x="564" y="153"/>
                </a:lnTo>
                <a:lnTo>
                  <a:pt x="564" y="152"/>
                </a:lnTo>
                <a:lnTo>
                  <a:pt x="563" y="151"/>
                </a:lnTo>
                <a:lnTo>
                  <a:pt x="561" y="148"/>
                </a:lnTo>
                <a:lnTo>
                  <a:pt x="560" y="147"/>
                </a:lnTo>
                <a:lnTo>
                  <a:pt x="560" y="146"/>
                </a:lnTo>
                <a:lnTo>
                  <a:pt x="560" y="145"/>
                </a:lnTo>
                <a:lnTo>
                  <a:pt x="561" y="143"/>
                </a:lnTo>
                <a:lnTo>
                  <a:pt x="562" y="142"/>
                </a:lnTo>
                <a:lnTo>
                  <a:pt x="563" y="140"/>
                </a:lnTo>
                <a:lnTo>
                  <a:pt x="566" y="140"/>
                </a:lnTo>
                <a:lnTo>
                  <a:pt x="568" y="139"/>
                </a:lnTo>
                <a:lnTo>
                  <a:pt x="570" y="139"/>
                </a:lnTo>
                <a:lnTo>
                  <a:pt x="570" y="138"/>
                </a:lnTo>
                <a:lnTo>
                  <a:pt x="571" y="138"/>
                </a:lnTo>
                <a:lnTo>
                  <a:pt x="571" y="136"/>
                </a:lnTo>
                <a:lnTo>
                  <a:pt x="570" y="136"/>
                </a:lnTo>
                <a:lnTo>
                  <a:pt x="569" y="136"/>
                </a:lnTo>
                <a:lnTo>
                  <a:pt x="569" y="135"/>
                </a:lnTo>
                <a:lnTo>
                  <a:pt x="568" y="135"/>
                </a:lnTo>
                <a:lnTo>
                  <a:pt x="567" y="134"/>
                </a:lnTo>
                <a:lnTo>
                  <a:pt x="566" y="134"/>
                </a:lnTo>
                <a:lnTo>
                  <a:pt x="566" y="133"/>
                </a:lnTo>
                <a:lnTo>
                  <a:pt x="566" y="130"/>
                </a:lnTo>
                <a:lnTo>
                  <a:pt x="566" y="129"/>
                </a:lnTo>
                <a:lnTo>
                  <a:pt x="567" y="128"/>
                </a:lnTo>
                <a:lnTo>
                  <a:pt x="568" y="128"/>
                </a:lnTo>
                <a:lnTo>
                  <a:pt x="570" y="127"/>
                </a:lnTo>
                <a:lnTo>
                  <a:pt x="570" y="126"/>
                </a:lnTo>
                <a:lnTo>
                  <a:pt x="571" y="126"/>
                </a:lnTo>
                <a:lnTo>
                  <a:pt x="572" y="127"/>
                </a:lnTo>
                <a:lnTo>
                  <a:pt x="572" y="128"/>
                </a:lnTo>
                <a:lnTo>
                  <a:pt x="572" y="129"/>
                </a:lnTo>
                <a:lnTo>
                  <a:pt x="573" y="130"/>
                </a:lnTo>
                <a:lnTo>
                  <a:pt x="573" y="131"/>
                </a:lnTo>
                <a:lnTo>
                  <a:pt x="575" y="133"/>
                </a:lnTo>
                <a:lnTo>
                  <a:pt x="576" y="133"/>
                </a:lnTo>
                <a:lnTo>
                  <a:pt x="576" y="132"/>
                </a:lnTo>
                <a:lnTo>
                  <a:pt x="577" y="132"/>
                </a:lnTo>
                <a:lnTo>
                  <a:pt x="577" y="131"/>
                </a:lnTo>
                <a:lnTo>
                  <a:pt x="578" y="131"/>
                </a:lnTo>
                <a:lnTo>
                  <a:pt x="579" y="129"/>
                </a:lnTo>
                <a:lnTo>
                  <a:pt x="579" y="128"/>
                </a:lnTo>
                <a:lnTo>
                  <a:pt x="578" y="127"/>
                </a:lnTo>
                <a:lnTo>
                  <a:pt x="579" y="126"/>
                </a:lnTo>
                <a:lnTo>
                  <a:pt x="580" y="126"/>
                </a:lnTo>
                <a:lnTo>
                  <a:pt x="581" y="126"/>
                </a:lnTo>
                <a:lnTo>
                  <a:pt x="583" y="126"/>
                </a:lnTo>
                <a:lnTo>
                  <a:pt x="584" y="126"/>
                </a:lnTo>
                <a:lnTo>
                  <a:pt x="585" y="126"/>
                </a:lnTo>
                <a:lnTo>
                  <a:pt x="585" y="125"/>
                </a:lnTo>
                <a:lnTo>
                  <a:pt x="586" y="125"/>
                </a:lnTo>
                <a:lnTo>
                  <a:pt x="586" y="124"/>
                </a:lnTo>
                <a:lnTo>
                  <a:pt x="586" y="123"/>
                </a:lnTo>
                <a:lnTo>
                  <a:pt x="586" y="121"/>
                </a:lnTo>
                <a:lnTo>
                  <a:pt x="586" y="120"/>
                </a:lnTo>
                <a:lnTo>
                  <a:pt x="585" y="120"/>
                </a:lnTo>
                <a:lnTo>
                  <a:pt x="586" y="118"/>
                </a:lnTo>
                <a:lnTo>
                  <a:pt x="587" y="117"/>
                </a:lnTo>
                <a:lnTo>
                  <a:pt x="589" y="112"/>
                </a:lnTo>
                <a:lnTo>
                  <a:pt x="589" y="111"/>
                </a:lnTo>
                <a:lnTo>
                  <a:pt x="586" y="111"/>
                </a:lnTo>
                <a:lnTo>
                  <a:pt x="585" y="112"/>
                </a:lnTo>
                <a:lnTo>
                  <a:pt x="584" y="112"/>
                </a:lnTo>
                <a:lnTo>
                  <a:pt x="583" y="110"/>
                </a:lnTo>
                <a:lnTo>
                  <a:pt x="583" y="109"/>
                </a:lnTo>
                <a:lnTo>
                  <a:pt x="584" y="109"/>
                </a:lnTo>
                <a:lnTo>
                  <a:pt x="584" y="108"/>
                </a:lnTo>
                <a:lnTo>
                  <a:pt x="583" y="106"/>
                </a:lnTo>
                <a:lnTo>
                  <a:pt x="583" y="105"/>
                </a:lnTo>
                <a:lnTo>
                  <a:pt x="582" y="104"/>
                </a:lnTo>
                <a:lnTo>
                  <a:pt x="581" y="104"/>
                </a:lnTo>
                <a:lnTo>
                  <a:pt x="580" y="104"/>
                </a:lnTo>
                <a:lnTo>
                  <a:pt x="579" y="103"/>
                </a:lnTo>
                <a:lnTo>
                  <a:pt x="578" y="103"/>
                </a:lnTo>
                <a:lnTo>
                  <a:pt x="578" y="102"/>
                </a:lnTo>
                <a:lnTo>
                  <a:pt x="577" y="100"/>
                </a:lnTo>
                <a:lnTo>
                  <a:pt x="578" y="98"/>
                </a:lnTo>
                <a:lnTo>
                  <a:pt x="578" y="97"/>
                </a:lnTo>
                <a:lnTo>
                  <a:pt x="579" y="96"/>
                </a:lnTo>
                <a:lnTo>
                  <a:pt x="580" y="93"/>
                </a:lnTo>
                <a:lnTo>
                  <a:pt x="581" y="93"/>
                </a:lnTo>
                <a:lnTo>
                  <a:pt x="583" y="93"/>
                </a:lnTo>
                <a:lnTo>
                  <a:pt x="584" y="93"/>
                </a:lnTo>
                <a:lnTo>
                  <a:pt x="584" y="94"/>
                </a:lnTo>
                <a:lnTo>
                  <a:pt x="584" y="95"/>
                </a:lnTo>
                <a:lnTo>
                  <a:pt x="585" y="95"/>
                </a:lnTo>
                <a:lnTo>
                  <a:pt x="585" y="94"/>
                </a:lnTo>
                <a:lnTo>
                  <a:pt x="586" y="93"/>
                </a:lnTo>
                <a:lnTo>
                  <a:pt x="587" y="93"/>
                </a:lnTo>
                <a:lnTo>
                  <a:pt x="587" y="92"/>
                </a:lnTo>
                <a:lnTo>
                  <a:pt x="588" y="90"/>
                </a:lnTo>
                <a:lnTo>
                  <a:pt x="589" y="90"/>
                </a:lnTo>
                <a:lnTo>
                  <a:pt x="591" y="89"/>
                </a:lnTo>
                <a:lnTo>
                  <a:pt x="591" y="90"/>
                </a:lnTo>
                <a:lnTo>
                  <a:pt x="592" y="90"/>
                </a:lnTo>
                <a:lnTo>
                  <a:pt x="593" y="89"/>
                </a:lnTo>
                <a:lnTo>
                  <a:pt x="594" y="89"/>
                </a:lnTo>
                <a:lnTo>
                  <a:pt x="595" y="89"/>
                </a:lnTo>
                <a:lnTo>
                  <a:pt x="595" y="88"/>
                </a:lnTo>
                <a:lnTo>
                  <a:pt x="596" y="87"/>
                </a:lnTo>
                <a:lnTo>
                  <a:pt x="598" y="90"/>
                </a:lnTo>
                <a:lnTo>
                  <a:pt x="598" y="91"/>
                </a:lnTo>
                <a:lnTo>
                  <a:pt x="599" y="92"/>
                </a:lnTo>
                <a:lnTo>
                  <a:pt x="599" y="93"/>
                </a:lnTo>
                <a:lnTo>
                  <a:pt x="600" y="93"/>
                </a:lnTo>
                <a:lnTo>
                  <a:pt x="601" y="96"/>
                </a:lnTo>
                <a:lnTo>
                  <a:pt x="603" y="95"/>
                </a:lnTo>
                <a:lnTo>
                  <a:pt x="604" y="94"/>
                </a:lnTo>
                <a:lnTo>
                  <a:pt x="605" y="94"/>
                </a:lnTo>
                <a:lnTo>
                  <a:pt x="605" y="95"/>
                </a:lnTo>
                <a:lnTo>
                  <a:pt x="606" y="95"/>
                </a:lnTo>
                <a:lnTo>
                  <a:pt x="608" y="95"/>
                </a:lnTo>
                <a:lnTo>
                  <a:pt x="608" y="93"/>
                </a:lnTo>
                <a:lnTo>
                  <a:pt x="608" y="92"/>
                </a:lnTo>
                <a:lnTo>
                  <a:pt x="607" y="91"/>
                </a:lnTo>
                <a:lnTo>
                  <a:pt x="607" y="90"/>
                </a:lnTo>
                <a:lnTo>
                  <a:pt x="606" y="88"/>
                </a:lnTo>
                <a:lnTo>
                  <a:pt x="606" y="86"/>
                </a:lnTo>
                <a:lnTo>
                  <a:pt x="607" y="85"/>
                </a:lnTo>
                <a:lnTo>
                  <a:pt x="607" y="83"/>
                </a:lnTo>
                <a:lnTo>
                  <a:pt x="607" y="82"/>
                </a:lnTo>
                <a:lnTo>
                  <a:pt x="607" y="81"/>
                </a:lnTo>
                <a:lnTo>
                  <a:pt x="606" y="79"/>
                </a:lnTo>
                <a:lnTo>
                  <a:pt x="607" y="78"/>
                </a:lnTo>
                <a:lnTo>
                  <a:pt x="608" y="78"/>
                </a:lnTo>
                <a:lnTo>
                  <a:pt x="609" y="78"/>
                </a:lnTo>
                <a:lnTo>
                  <a:pt x="610" y="78"/>
                </a:lnTo>
                <a:lnTo>
                  <a:pt x="612" y="77"/>
                </a:lnTo>
                <a:lnTo>
                  <a:pt x="612" y="76"/>
                </a:lnTo>
                <a:lnTo>
                  <a:pt x="612" y="75"/>
                </a:lnTo>
                <a:lnTo>
                  <a:pt x="612" y="74"/>
                </a:lnTo>
                <a:lnTo>
                  <a:pt x="612" y="73"/>
                </a:lnTo>
                <a:lnTo>
                  <a:pt x="612" y="72"/>
                </a:lnTo>
                <a:lnTo>
                  <a:pt x="612" y="71"/>
                </a:lnTo>
                <a:lnTo>
                  <a:pt x="616" y="72"/>
                </a:lnTo>
                <a:lnTo>
                  <a:pt x="616" y="73"/>
                </a:lnTo>
                <a:lnTo>
                  <a:pt x="616" y="74"/>
                </a:lnTo>
                <a:lnTo>
                  <a:pt x="616" y="75"/>
                </a:lnTo>
                <a:lnTo>
                  <a:pt x="616" y="76"/>
                </a:lnTo>
                <a:lnTo>
                  <a:pt x="617" y="75"/>
                </a:lnTo>
                <a:lnTo>
                  <a:pt x="618" y="75"/>
                </a:lnTo>
                <a:lnTo>
                  <a:pt x="619" y="74"/>
                </a:lnTo>
                <a:lnTo>
                  <a:pt x="618" y="74"/>
                </a:lnTo>
                <a:lnTo>
                  <a:pt x="617" y="74"/>
                </a:lnTo>
                <a:lnTo>
                  <a:pt x="617" y="73"/>
                </a:lnTo>
                <a:lnTo>
                  <a:pt x="618" y="73"/>
                </a:lnTo>
                <a:lnTo>
                  <a:pt x="618" y="71"/>
                </a:lnTo>
                <a:lnTo>
                  <a:pt x="619" y="70"/>
                </a:lnTo>
                <a:lnTo>
                  <a:pt x="619" y="69"/>
                </a:lnTo>
                <a:lnTo>
                  <a:pt x="620" y="69"/>
                </a:lnTo>
                <a:lnTo>
                  <a:pt x="621" y="69"/>
                </a:lnTo>
                <a:lnTo>
                  <a:pt x="622" y="70"/>
                </a:lnTo>
                <a:lnTo>
                  <a:pt x="622" y="71"/>
                </a:lnTo>
                <a:lnTo>
                  <a:pt x="622" y="72"/>
                </a:lnTo>
                <a:lnTo>
                  <a:pt x="622" y="73"/>
                </a:lnTo>
                <a:lnTo>
                  <a:pt x="621" y="73"/>
                </a:lnTo>
                <a:lnTo>
                  <a:pt x="620" y="73"/>
                </a:lnTo>
                <a:lnTo>
                  <a:pt x="620" y="74"/>
                </a:lnTo>
                <a:lnTo>
                  <a:pt x="620" y="75"/>
                </a:lnTo>
                <a:lnTo>
                  <a:pt x="621" y="75"/>
                </a:lnTo>
                <a:lnTo>
                  <a:pt x="622" y="75"/>
                </a:lnTo>
                <a:lnTo>
                  <a:pt x="624" y="74"/>
                </a:lnTo>
                <a:lnTo>
                  <a:pt x="625" y="74"/>
                </a:lnTo>
                <a:lnTo>
                  <a:pt x="625" y="73"/>
                </a:lnTo>
                <a:lnTo>
                  <a:pt x="626" y="71"/>
                </a:lnTo>
                <a:lnTo>
                  <a:pt x="626" y="70"/>
                </a:lnTo>
                <a:lnTo>
                  <a:pt x="629" y="70"/>
                </a:lnTo>
                <a:lnTo>
                  <a:pt x="630" y="70"/>
                </a:lnTo>
                <a:lnTo>
                  <a:pt x="631" y="70"/>
                </a:lnTo>
                <a:lnTo>
                  <a:pt x="634" y="71"/>
                </a:lnTo>
                <a:lnTo>
                  <a:pt x="635" y="71"/>
                </a:lnTo>
                <a:lnTo>
                  <a:pt x="634" y="72"/>
                </a:lnTo>
                <a:lnTo>
                  <a:pt x="635" y="73"/>
                </a:lnTo>
                <a:lnTo>
                  <a:pt x="636" y="73"/>
                </a:lnTo>
                <a:lnTo>
                  <a:pt x="636" y="72"/>
                </a:lnTo>
                <a:lnTo>
                  <a:pt x="636" y="71"/>
                </a:lnTo>
                <a:lnTo>
                  <a:pt x="637" y="71"/>
                </a:lnTo>
                <a:lnTo>
                  <a:pt x="638" y="72"/>
                </a:lnTo>
                <a:lnTo>
                  <a:pt x="639" y="72"/>
                </a:lnTo>
                <a:lnTo>
                  <a:pt x="640" y="71"/>
                </a:lnTo>
                <a:lnTo>
                  <a:pt x="641" y="70"/>
                </a:lnTo>
                <a:lnTo>
                  <a:pt x="642" y="70"/>
                </a:lnTo>
                <a:lnTo>
                  <a:pt x="643" y="70"/>
                </a:lnTo>
                <a:lnTo>
                  <a:pt x="644" y="72"/>
                </a:lnTo>
                <a:lnTo>
                  <a:pt x="645" y="74"/>
                </a:lnTo>
                <a:lnTo>
                  <a:pt x="645" y="75"/>
                </a:lnTo>
                <a:lnTo>
                  <a:pt x="645" y="76"/>
                </a:lnTo>
                <a:lnTo>
                  <a:pt x="644" y="77"/>
                </a:lnTo>
                <a:lnTo>
                  <a:pt x="644" y="79"/>
                </a:lnTo>
                <a:lnTo>
                  <a:pt x="644" y="80"/>
                </a:lnTo>
                <a:lnTo>
                  <a:pt x="646" y="81"/>
                </a:lnTo>
                <a:lnTo>
                  <a:pt x="646" y="80"/>
                </a:lnTo>
                <a:lnTo>
                  <a:pt x="649" y="81"/>
                </a:lnTo>
                <a:lnTo>
                  <a:pt x="649" y="82"/>
                </a:lnTo>
                <a:lnTo>
                  <a:pt x="648" y="82"/>
                </a:lnTo>
                <a:lnTo>
                  <a:pt x="647" y="84"/>
                </a:lnTo>
                <a:lnTo>
                  <a:pt x="647" y="85"/>
                </a:lnTo>
                <a:lnTo>
                  <a:pt x="647" y="87"/>
                </a:lnTo>
                <a:lnTo>
                  <a:pt x="647" y="89"/>
                </a:lnTo>
                <a:lnTo>
                  <a:pt x="648" y="90"/>
                </a:lnTo>
                <a:lnTo>
                  <a:pt x="648" y="91"/>
                </a:lnTo>
                <a:lnTo>
                  <a:pt x="648" y="92"/>
                </a:lnTo>
                <a:lnTo>
                  <a:pt x="648" y="93"/>
                </a:lnTo>
                <a:lnTo>
                  <a:pt x="648" y="94"/>
                </a:lnTo>
                <a:lnTo>
                  <a:pt x="649" y="94"/>
                </a:lnTo>
                <a:lnTo>
                  <a:pt x="650" y="94"/>
                </a:lnTo>
                <a:lnTo>
                  <a:pt x="653" y="96"/>
                </a:lnTo>
                <a:lnTo>
                  <a:pt x="654" y="96"/>
                </a:lnTo>
                <a:lnTo>
                  <a:pt x="654" y="95"/>
                </a:lnTo>
                <a:lnTo>
                  <a:pt x="655" y="95"/>
                </a:lnTo>
                <a:lnTo>
                  <a:pt x="655" y="94"/>
                </a:lnTo>
                <a:lnTo>
                  <a:pt x="655" y="93"/>
                </a:lnTo>
                <a:lnTo>
                  <a:pt x="654" y="92"/>
                </a:lnTo>
                <a:lnTo>
                  <a:pt x="655" y="90"/>
                </a:lnTo>
                <a:lnTo>
                  <a:pt x="655" y="89"/>
                </a:lnTo>
                <a:lnTo>
                  <a:pt x="655" y="90"/>
                </a:lnTo>
                <a:lnTo>
                  <a:pt x="656" y="90"/>
                </a:lnTo>
                <a:lnTo>
                  <a:pt x="657" y="90"/>
                </a:lnTo>
                <a:lnTo>
                  <a:pt x="657" y="89"/>
                </a:lnTo>
                <a:lnTo>
                  <a:pt x="658" y="89"/>
                </a:lnTo>
                <a:lnTo>
                  <a:pt x="658" y="88"/>
                </a:lnTo>
                <a:lnTo>
                  <a:pt x="660" y="88"/>
                </a:lnTo>
                <a:lnTo>
                  <a:pt x="661" y="88"/>
                </a:lnTo>
                <a:lnTo>
                  <a:pt x="662" y="87"/>
                </a:lnTo>
                <a:lnTo>
                  <a:pt x="663" y="87"/>
                </a:lnTo>
                <a:lnTo>
                  <a:pt x="663" y="86"/>
                </a:lnTo>
                <a:lnTo>
                  <a:pt x="665" y="86"/>
                </a:lnTo>
                <a:lnTo>
                  <a:pt x="667" y="86"/>
                </a:lnTo>
                <a:lnTo>
                  <a:pt x="668" y="86"/>
                </a:lnTo>
                <a:lnTo>
                  <a:pt x="669" y="86"/>
                </a:lnTo>
                <a:lnTo>
                  <a:pt x="669" y="85"/>
                </a:lnTo>
                <a:lnTo>
                  <a:pt x="668" y="84"/>
                </a:lnTo>
                <a:lnTo>
                  <a:pt x="669" y="84"/>
                </a:lnTo>
                <a:lnTo>
                  <a:pt x="669" y="83"/>
                </a:lnTo>
                <a:lnTo>
                  <a:pt x="670" y="83"/>
                </a:lnTo>
                <a:lnTo>
                  <a:pt x="671" y="82"/>
                </a:lnTo>
                <a:lnTo>
                  <a:pt x="670" y="82"/>
                </a:lnTo>
                <a:lnTo>
                  <a:pt x="670" y="81"/>
                </a:lnTo>
                <a:lnTo>
                  <a:pt x="669" y="81"/>
                </a:lnTo>
                <a:lnTo>
                  <a:pt x="669" y="80"/>
                </a:lnTo>
                <a:lnTo>
                  <a:pt x="668" y="80"/>
                </a:lnTo>
                <a:lnTo>
                  <a:pt x="668" y="79"/>
                </a:lnTo>
                <a:lnTo>
                  <a:pt x="669" y="79"/>
                </a:lnTo>
                <a:lnTo>
                  <a:pt x="673" y="78"/>
                </a:lnTo>
                <a:lnTo>
                  <a:pt x="674" y="78"/>
                </a:lnTo>
                <a:lnTo>
                  <a:pt x="675" y="78"/>
                </a:lnTo>
                <a:lnTo>
                  <a:pt x="676" y="78"/>
                </a:lnTo>
                <a:lnTo>
                  <a:pt x="677" y="77"/>
                </a:lnTo>
                <a:lnTo>
                  <a:pt x="678" y="77"/>
                </a:lnTo>
                <a:lnTo>
                  <a:pt x="679" y="76"/>
                </a:lnTo>
                <a:lnTo>
                  <a:pt x="679" y="75"/>
                </a:lnTo>
                <a:lnTo>
                  <a:pt x="680" y="75"/>
                </a:lnTo>
                <a:lnTo>
                  <a:pt x="679" y="74"/>
                </a:lnTo>
                <a:lnTo>
                  <a:pt x="679" y="73"/>
                </a:lnTo>
                <a:lnTo>
                  <a:pt x="679" y="72"/>
                </a:lnTo>
                <a:lnTo>
                  <a:pt x="680" y="71"/>
                </a:lnTo>
                <a:lnTo>
                  <a:pt x="680" y="70"/>
                </a:lnTo>
                <a:lnTo>
                  <a:pt x="681" y="70"/>
                </a:lnTo>
                <a:lnTo>
                  <a:pt x="682" y="70"/>
                </a:lnTo>
                <a:lnTo>
                  <a:pt x="683" y="70"/>
                </a:lnTo>
                <a:lnTo>
                  <a:pt x="683" y="69"/>
                </a:lnTo>
                <a:lnTo>
                  <a:pt x="683" y="68"/>
                </a:lnTo>
                <a:lnTo>
                  <a:pt x="683" y="67"/>
                </a:lnTo>
                <a:lnTo>
                  <a:pt x="683" y="66"/>
                </a:lnTo>
                <a:lnTo>
                  <a:pt x="682" y="64"/>
                </a:lnTo>
                <a:lnTo>
                  <a:pt x="683" y="64"/>
                </a:lnTo>
                <a:lnTo>
                  <a:pt x="684" y="61"/>
                </a:lnTo>
                <a:lnTo>
                  <a:pt x="685" y="59"/>
                </a:lnTo>
                <a:lnTo>
                  <a:pt x="687" y="57"/>
                </a:lnTo>
                <a:lnTo>
                  <a:pt x="687" y="56"/>
                </a:lnTo>
                <a:lnTo>
                  <a:pt x="686" y="55"/>
                </a:lnTo>
                <a:lnTo>
                  <a:pt x="686" y="56"/>
                </a:lnTo>
                <a:lnTo>
                  <a:pt x="685" y="56"/>
                </a:lnTo>
                <a:lnTo>
                  <a:pt x="684" y="55"/>
                </a:lnTo>
                <a:lnTo>
                  <a:pt x="682" y="55"/>
                </a:lnTo>
                <a:lnTo>
                  <a:pt x="681" y="54"/>
                </a:lnTo>
                <a:lnTo>
                  <a:pt x="680" y="52"/>
                </a:lnTo>
                <a:lnTo>
                  <a:pt x="680" y="51"/>
                </a:lnTo>
                <a:lnTo>
                  <a:pt x="681" y="51"/>
                </a:lnTo>
                <a:lnTo>
                  <a:pt x="680" y="50"/>
                </a:lnTo>
                <a:lnTo>
                  <a:pt x="680" y="49"/>
                </a:lnTo>
                <a:lnTo>
                  <a:pt x="679" y="48"/>
                </a:lnTo>
                <a:lnTo>
                  <a:pt x="678" y="47"/>
                </a:lnTo>
                <a:lnTo>
                  <a:pt x="676" y="48"/>
                </a:lnTo>
                <a:lnTo>
                  <a:pt x="675" y="48"/>
                </a:lnTo>
                <a:lnTo>
                  <a:pt x="674" y="48"/>
                </a:lnTo>
                <a:lnTo>
                  <a:pt x="674" y="47"/>
                </a:lnTo>
                <a:lnTo>
                  <a:pt x="673" y="45"/>
                </a:lnTo>
                <a:lnTo>
                  <a:pt x="673" y="44"/>
                </a:lnTo>
                <a:lnTo>
                  <a:pt x="675" y="41"/>
                </a:lnTo>
                <a:lnTo>
                  <a:pt x="676" y="41"/>
                </a:lnTo>
                <a:lnTo>
                  <a:pt x="676" y="40"/>
                </a:lnTo>
                <a:lnTo>
                  <a:pt x="677" y="40"/>
                </a:lnTo>
                <a:lnTo>
                  <a:pt x="678" y="39"/>
                </a:lnTo>
                <a:lnTo>
                  <a:pt x="678" y="38"/>
                </a:lnTo>
                <a:lnTo>
                  <a:pt x="678" y="37"/>
                </a:lnTo>
                <a:lnTo>
                  <a:pt x="678" y="36"/>
                </a:lnTo>
                <a:lnTo>
                  <a:pt x="678" y="34"/>
                </a:lnTo>
                <a:lnTo>
                  <a:pt x="677" y="34"/>
                </a:lnTo>
                <a:lnTo>
                  <a:pt x="675" y="33"/>
                </a:lnTo>
                <a:lnTo>
                  <a:pt x="675" y="32"/>
                </a:lnTo>
                <a:lnTo>
                  <a:pt x="674" y="30"/>
                </a:lnTo>
                <a:lnTo>
                  <a:pt x="674" y="28"/>
                </a:lnTo>
                <a:lnTo>
                  <a:pt x="674" y="27"/>
                </a:lnTo>
                <a:lnTo>
                  <a:pt x="674" y="25"/>
                </a:lnTo>
                <a:lnTo>
                  <a:pt x="675" y="25"/>
                </a:lnTo>
                <a:lnTo>
                  <a:pt x="676" y="27"/>
                </a:lnTo>
                <a:lnTo>
                  <a:pt x="678" y="27"/>
                </a:lnTo>
                <a:lnTo>
                  <a:pt x="678" y="28"/>
                </a:lnTo>
                <a:lnTo>
                  <a:pt x="678" y="27"/>
                </a:lnTo>
                <a:lnTo>
                  <a:pt x="679" y="27"/>
                </a:lnTo>
                <a:lnTo>
                  <a:pt x="680" y="27"/>
                </a:lnTo>
                <a:lnTo>
                  <a:pt x="681" y="27"/>
                </a:lnTo>
                <a:lnTo>
                  <a:pt x="681" y="26"/>
                </a:lnTo>
                <a:lnTo>
                  <a:pt x="682" y="25"/>
                </a:lnTo>
                <a:lnTo>
                  <a:pt x="682" y="24"/>
                </a:lnTo>
                <a:lnTo>
                  <a:pt x="682" y="23"/>
                </a:lnTo>
                <a:lnTo>
                  <a:pt x="683" y="22"/>
                </a:lnTo>
                <a:lnTo>
                  <a:pt x="683" y="21"/>
                </a:lnTo>
                <a:lnTo>
                  <a:pt x="684" y="20"/>
                </a:lnTo>
                <a:lnTo>
                  <a:pt x="684" y="19"/>
                </a:lnTo>
                <a:lnTo>
                  <a:pt x="683" y="18"/>
                </a:lnTo>
                <a:lnTo>
                  <a:pt x="682" y="18"/>
                </a:lnTo>
                <a:lnTo>
                  <a:pt x="681" y="19"/>
                </a:lnTo>
                <a:lnTo>
                  <a:pt x="681" y="18"/>
                </a:lnTo>
                <a:lnTo>
                  <a:pt x="680" y="18"/>
                </a:lnTo>
                <a:lnTo>
                  <a:pt x="680" y="17"/>
                </a:lnTo>
                <a:lnTo>
                  <a:pt x="680" y="15"/>
                </a:lnTo>
                <a:lnTo>
                  <a:pt x="681" y="13"/>
                </a:lnTo>
                <a:lnTo>
                  <a:pt x="680" y="12"/>
                </a:lnTo>
                <a:lnTo>
                  <a:pt x="679" y="11"/>
                </a:lnTo>
                <a:lnTo>
                  <a:pt x="679" y="10"/>
                </a:lnTo>
                <a:lnTo>
                  <a:pt x="679" y="9"/>
                </a:lnTo>
                <a:lnTo>
                  <a:pt x="679" y="8"/>
                </a:lnTo>
                <a:lnTo>
                  <a:pt x="680" y="8"/>
                </a:lnTo>
                <a:lnTo>
                  <a:pt x="680" y="7"/>
                </a:lnTo>
                <a:lnTo>
                  <a:pt x="681" y="7"/>
                </a:lnTo>
                <a:lnTo>
                  <a:pt x="682" y="7"/>
                </a:lnTo>
                <a:lnTo>
                  <a:pt x="683" y="7"/>
                </a:lnTo>
                <a:lnTo>
                  <a:pt x="684" y="7"/>
                </a:lnTo>
                <a:lnTo>
                  <a:pt x="684" y="6"/>
                </a:lnTo>
                <a:lnTo>
                  <a:pt x="685" y="6"/>
                </a:lnTo>
                <a:lnTo>
                  <a:pt x="685" y="5"/>
                </a:lnTo>
                <a:lnTo>
                  <a:pt x="686" y="4"/>
                </a:lnTo>
                <a:lnTo>
                  <a:pt x="687" y="5"/>
                </a:lnTo>
                <a:lnTo>
                  <a:pt x="688" y="6"/>
                </a:lnTo>
                <a:lnTo>
                  <a:pt x="689" y="6"/>
                </a:lnTo>
                <a:lnTo>
                  <a:pt x="689" y="5"/>
                </a:lnTo>
                <a:lnTo>
                  <a:pt x="689" y="6"/>
                </a:lnTo>
                <a:lnTo>
                  <a:pt x="690" y="6"/>
                </a:lnTo>
                <a:lnTo>
                  <a:pt x="690" y="8"/>
                </a:lnTo>
                <a:lnTo>
                  <a:pt x="690" y="9"/>
                </a:lnTo>
                <a:lnTo>
                  <a:pt x="690" y="10"/>
                </a:lnTo>
                <a:lnTo>
                  <a:pt x="691" y="11"/>
                </a:lnTo>
                <a:lnTo>
                  <a:pt x="692" y="11"/>
                </a:lnTo>
                <a:lnTo>
                  <a:pt x="694" y="10"/>
                </a:lnTo>
                <a:lnTo>
                  <a:pt x="695" y="10"/>
                </a:lnTo>
                <a:lnTo>
                  <a:pt x="695" y="9"/>
                </a:lnTo>
                <a:lnTo>
                  <a:pt x="696" y="9"/>
                </a:lnTo>
                <a:lnTo>
                  <a:pt x="696" y="8"/>
                </a:lnTo>
                <a:lnTo>
                  <a:pt x="697" y="8"/>
                </a:lnTo>
                <a:lnTo>
                  <a:pt x="698" y="7"/>
                </a:lnTo>
                <a:lnTo>
                  <a:pt x="699" y="6"/>
                </a:lnTo>
                <a:lnTo>
                  <a:pt x="700" y="5"/>
                </a:lnTo>
                <a:lnTo>
                  <a:pt x="701" y="6"/>
                </a:lnTo>
                <a:lnTo>
                  <a:pt x="702" y="6"/>
                </a:lnTo>
                <a:lnTo>
                  <a:pt x="704" y="4"/>
                </a:lnTo>
                <a:lnTo>
                  <a:pt x="704" y="3"/>
                </a:lnTo>
                <a:lnTo>
                  <a:pt x="705" y="2"/>
                </a:lnTo>
                <a:lnTo>
                  <a:pt x="705" y="1"/>
                </a:lnTo>
                <a:lnTo>
                  <a:pt x="706" y="1"/>
                </a:lnTo>
                <a:lnTo>
                  <a:pt x="706" y="0"/>
                </a:lnTo>
                <a:lnTo>
                  <a:pt x="707" y="0"/>
                </a:lnTo>
                <a:lnTo>
                  <a:pt x="708" y="1"/>
                </a:lnTo>
                <a:lnTo>
                  <a:pt x="709" y="1"/>
                </a:lnTo>
                <a:lnTo>
                  <a:pt x="709" y="3"/>
                </a:lnTo>
                <a:lnTo>
                  <a:pt x="709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8" name=""/>
          <p:cNvSpPr/>
          <p:nvPr/>
        </p:nvSpPr>
        <p:spPr>
          <a:xfrm>
            <a:off x="6955920" y="2119680"/>
            <a:ext cx="586080" cy="600120"/>
          </a:xfrm>
          <a:custGeom>
            <a:avLst/>
            <a:gdLst/>
            <a:ahLst/>
            <a:rect l="0" t="0" r="r" b="b"/>
            <a:pathLst>
              <a:path w="1628" h="1667">
                <a:moveTo>
                  <a:pt x="361" y="0"/>
                </a:moveTo>
                <a:lnTo>
                  <a:pt x="361" y="1"/>
                </a:lnTo>
                <a:lnTo>
                  <a:pt x="361" y="2"/>
                </a:lnTo>
                <a:lnTo>
                  <a:pt x="361" y="3"/>
                </a:lnTo>
                <a:lnTo>
                  <a:pt x="362" y="4"/>
                </a:lnTo>
                <a:lnTo>
                  <a:pt x="362" y="5"/>
                </a:lnTo>
                <a:lnTo>
                  <a:pt x="361" y="6"/>
                </a:lnTo>
                <a:lnTo>
                  <a:pt x="361" y="7"/>
                </a:lnTo>
                <a:lnTo>
                  <a:pt x="360" y="8"/>
                </a:lnTo>
                <a:lnTo>
                  <a:pt x="360" y="15"/>
                </a:lnTo>
                <a:lnTo>
                  <a:pt x="360" y="16"/>
                </a:lnTo>
                <a:lnTo>
                  <a:pt x="359" y="16"/>
                </a:lnTo>
                <a:lnTo>
                  <a:pt x="359" y="17"/>
                </a:lnTo>
                <a:lnTo>
                  <a:pt x="359" y="18"/>
                </a:lnTo>
                <a:lnTo>
                  <a:pt x="360" y="18"/>
                </a:lnTo>
                <a:lnTo>
                  <a:pt x="360" y="19"/>
                </a:lnTo>
                <a:lnTo>
                  <a:pt x="360" y="20"/>
                </a:lnTo>
                <a:lnTo>
                  <a:pt x="360" y="21"/>
                </a:lnTo>
                <a:lnTo>
                  <a:pt x="360" y="23"/>
                </a:lnTo>
                <a:lnTo>
                  <a:pt x="360" y="24"/>
                </a:lnTo>
                <a:lnTo>
                  <a:pt x="360" y="25"/>
                </a:lnTo>
                <a:lnTo>
                  <a:pt x="359" y="30"/>
                </a:lnTo>
                <a:lnTo>
                  <a:pt x="359" y="31"/>
                </a:lnTo>
                <a:lnTo>
                  <a:pt x="360" y="32"/>
                </a:lnTo>
                <a:lnTo>
                  <a:pt x="360" y="34"/>
                </a:lnTo>
                <a:lnTo>
                  <a:pt x="360" y="39"/>
                </a:lnTo>
                <a:lnTo>
                  <a:pt x="360" y="40"/>
                </a:lnTo>
                <a:lnTo>
                  <a:pt x="361" y="42"/>
                </a:lnTo>
                <a:lnTo>
                  <a:pt x="361" y="44"/>
                </a:lnTo>
                <a:lnTo>
                  <a:pt x="360" y="46"/>
                </a:lnTo>
                <a:lnTo>
                  <a:pt x="360" y="50"/>
                </a:lnTo>
                <a:lnTo>
                  <a:pt x="361" y="51"/>
                </a:lnTo>
                <a:lnTo>
                  <a:pt x="361" y="52"/>
                </a:lnTo>
                <a:lnTo>
                  <a:pt x="360" y="53"/>
                </a:lnTo>
                <a:lnTo>
                  <a:pt x="360" y="54"/>
                </a:lnTo>
                <a:lnTo>
                  <a:pt x="360" y="55"/>
                </a:lnTo>
                <a:lnTo>
                  <a:pt x="361" y="56"/>
                </a:lnTo>
                <a:lnTo>
                  <a:pt x="361" y="57"/>
                </a:lnTo>
                <a:lnTo>
                  <a:pt x="360" y="57"/>
                </a:lnTo>
                <a:lnTo>
                  <a:pt x="360" y="58"/>
                </a:lnTo>
                <a:lnTo>
                  <a:pt x="360" y="60"/>
                </a:lnTo>
                <a:lnTo>
                  <a:pt x="360" y="63"/>
                </a:lnTo>
                <a:lnTo>
                  <a:pt x="360" y="65"/>
                </a:lnTo>
                <a:lnTo>
                  <a:pt x="359" y="67"/>
                </a:lnTo>
                <a:lnTo>
                  <a:pt x="359" y="68"/>
                </a:lnTo>
                <a:lnTo>
                  <a:pt x="358" y="69"/>
                </a:lnTo>
                <a:lnTo>
                  <a:pt x="357" y="69"/>
                </a:lnTo>
                <a:lnTo>
                  <a:pt x="357" y="70"/>
                </a:lnTo>
                <a:lnTo>
                  <a:pt x="357" y="71"/>
                </a:lnTo>
                <a:lnTo>
                  <a:pt x="357" y="72"/>
                </a:lnTo>
                <a:lnTo>
                  <a:pt x="356" y="74"/>
                </a:lnTo>
                <a:lnTo>
                  <a:pt x="355" y="78"/>
                </a:lnTo>
                <a:lnTo>
                  <a:pt x="355" y="79"/>
                </a:lnTo>
                <a:lnTo>
                  <a:pt x="355" y="81"/>
                </a:lnTo>
                <a:lnTo>
                  <a:pt x="354" y="84"/>
                </a:lnTo>
                <a:lnTo>
                  <a:pt x="355" y="87"/>
                </a:lnTo>
                <a:lnTo>
                  <a:pt x="356" y="88"/>
                </a:lnTo>
                <a:lnTo>
                  <a:pt x="356" y="91"/>
                </a:lnTo>
                <a:lnTo>
                  <a:pt x="356" y="93"/>
                </a:lnTo>
                <a:lnTo>
                  <a:pt x="356" y="94"/>
                </a:lnTo>
                <a:lnTo>
                  <a:pt x="356" y="95"/>
                </a:lnTo>
                <a:lnTo>
                  <a:pt x="356" y="96"/>
                </a:lnTo>
                <a:lnTo>
                  <a:pt x="358" y="98"/>
                </a:lnTo>
                <a:lnTo>
                  <a:pt x="359" y="100"/>
                </a:lnTo>
                <a:lnTo>
                  <a:pt x="359" y="101"/>
                </a:lnTo>
                <a:lnTo>
                  <a:pt x="359" y="102"/>
                </a:lnTo>
                <a:lnTo>
                  <a:pt x="358" y="102"/>
                </a:lnTo>
                <a:lnTo>
                  <a:pt x="358" y="103"/>
                </a:lnTo>
                <a:lnTo>
                  <a:pt x="358" y="104"/>
                </a:lnTo>
                <a:lnTo>
                  <a:pt x="359" y="105"/>
                </a:lnTo>
                <a:lnTo>
                  <a:pt x="358" y="106"/>
                </a:lnTo>
                <a:lnTo>
                  <a:pt x="358" y="107"/>
                </a:lnTo>
                <a:lnTo>
                  <a:pt x="357" y="107"/>
                </a:lnTo>
                <a:lnTo>
                  <a:pt x="357" y="108"/>
                </a:lnTo>
                <a:lnTo>
                  <a:pt x="357" y="109"/>
                </a:lnTo>
                <a:lnTo>
                  <a:pt x="359" y="110"/>
                </a:lnTo>
                <a:lnTo>
                  <a:pt x="359" y="111"/>
                </a:lnTo>
                <a:lnTo>
                  <a:pt x="359" y="112"/>
                </a:lnTo>
                <a:lnTo>
                  <a:pt x="359" y="113"/>
                </a:lnTo>
                <a:lnTo>
                  <a:pt x="359" y="114"/>
                </a:lnTo>
                <a:lnTo>
                  <a:pt x="359" y="115"/>
                </a:lnTo>
                <a:lnTo>
                  <a:pt x="360" y="116"/>
                </a:lnTo>
                <a:lnTo>
                  <a:pt x="360" y="118"/>
                </a:lnTo>
                <a:lnTo>
                  <a:pt x="360" y="119"/>
                </a:lnTo>
                <a:lnTo>
                  <a:pt x="360" y="120"/>
                </a:lnTo>
                <a:lnTo>
                  <a:pt x="361" y="120"/>
                </a:lnTo>
                <a:lnTo>
                  <a:pt x="363" y="121"/>
                </a:lnTo>
                <a:lnTo>
                  <a:pt x="363" y="122"/>
                </a:lnTo>
                <a:lnTo>
                  <a:pt x="362" y="122"/>
                </a:lnTo>
                <a:lnTo>
                  <a:pt x="362" y="123"/>
                </a:lnTo>
                <a:lnTo>
                  <a:pt x="362" y="124"/>
                </a:lnTo>
                <a:lnTo>
                  <a:pt x="363" y="124"/>
                </a:lnTo>
                <a:lnTo>
                  <a:pt x="364" y="125"/>
                </a:lnTo>
                <a:lnTo>
                  <a:pt x="364" y="126"/>
                </a:lnTo>
                <a:lnTo>
                  <a:pt x="364" y="127"/>
                </a:lnTo>
                <a:lnTo>
                  <a:pt x="363" y="128"/>
                </a:lnTo>
                <a:lnTo>
                  <a:pt x="363" y="129"/>
                </a:lnTo>
                <a:lnTo>
                  <a:pt x="365" y="130"/>
                </a:lnTo>
                <a:lnTo>
                  <a:pt x="366" y="130"/>
                </a:lnTo>
                <a:lnTo>
                  <a:pt x="366" y="131"/>
                </a:lnTo>
                <a:lnTo>
                  <a:pt x="365" y="133"/>
                </a:lnTo>
                <a:lnTo>
                  <a:pt x="364" y="134"/>
                </a:lnTo>
                <a:lnTo>
                  <a:pt x="363" y="135"/>
                </a:lnTo>
                <a:lnTo>
                  <a:pt x="363" y="137"/>
                </a:lnTo>
                <a:lnTo>
                  <a:pt x="364" y="138"/>
                </a:lnTo>
                <a:lnTo>
                  <a:pt x="364" y="140"/>
                </a:lnTo>
                <a:lnTo>
                  <a:pt x="365" y="144"/>
                </a:lnTo>
                <a:lnTo>
                  <a:pt x="365" y="145"/>
                </a:lnTo>
                <a:lnTo>
                  <a:pt x="366" y="147"/>
                </a:lnTo>
                <a:lnTo>
                  <a:pt x="366" y="148"/>
                </a:lnTo>
                <a:lnTo>
                  <a:pt x="366" y="150"/>
                </a:lnTo>
                <a:lnTo>
                  <a:pt x="365" y="152"/>
                </a:lnTo>
                <a:lnTo>
                  <a:pt x="365" y="154"/>
                </a:lnTo>
                <a:lnTo>
                  <a:pt x="364" y="155"/>
                </a:lnTo>
                <a:lnTo>
                  <a:pt x="364" y="159"/>
                </a:lnTo>
                <a:lnTo>
                  <a:pt x="365" y="160"/>
                </a:lnTo>
                <a:lnTo>
                  <a:pt x="365" y="161"/>
                </a:lnTo>
                <a:lnTo>
                  <a:pt x="364" y="162"/>
                </a:lnTo>
                <a:lnTo>
                  <a:pt x="362" y="163"/>
                </a:lnTo>
                <a:lnTo>
                  <a:pt x="361" y="163"/>
                </a:lnTo>
                <a:lnTo>
                  <a:pt x="361" y="164"/>
                </a:lnTo>
                <a:lnTo>
                  <a:pt x="361" y="165"/>
                </a:lnTo>
                <a:lnTo>
                  <a:pt x="362" y="165"/>
                </a:lnTo>
                <a:lnTo>
                  <a:pt x="362" y="166"/>
                </a:lnTo>
                <a:lnTo>
                  <a:pt x="362" y="167"/>
                </a:lnTo>
                <a:lnTo>
                  <a:pt x="362" y="169"/>
                </a:lnTo>
                <a:lnTo>
                  <a:pt x="363" y="169"/>
                </a:lnTo>
                <a:lnTo>
                  <a:pt x="363" y="170"/>
                </a:lnTo>
                <a:lnTo>
                  <a:pt x="364" y="171"/>
                </a:lnTo>
                <a:lnTo>
                  <a:pt x="366" y="173"/>
                </a:lnTo>
                <a:lnTo>
                  <a:pt x="367" y="177"/>
                </a:lnTo>
                <a:lnTo>
                  <a:pt x="369" y="180"/>
                </a:lnTo>
                <a:lnTo>
                  <a:pt x="370" y="180"/>
                </a:lnTo>
                <a:lnTo>
                  <a:pt x="371" y="180"/>
                </a:lnTo>
                <a:lnTo>
                  <a:pt x="371" y="181"/>
                </a:lnTo>
                <a:lnTo>
                  <a:pt x="371" y="183"/>
                </a:lnTo>
                <a:lnTo>
                  <a:pt x="372" y="186"/>
                </a:lnTo>
                <a:lnTo>
                  <a:pt x="372" y="187"/>
                </a:lnTo>
                <a:lnTo>
                  <a:pt x="373" y="187"/>
                </a:lnTo>
                <a:lnTo>
                  <a:pt x="375" y="189"/>
                </a:lnTo>
                <a:lnTo>
                  <a:pt x="376" y="190"/>
                </a:lnTo>
                <a:lnTo>
                  <a:pt x="377" y="190"/>
                </a:lnTo>
                <a:lnTo>
                  <a:pt x="378" y="190"/>
                </a:lnTo>
                <a:lnTo>
                  <a:pt x="379" y="191"/>
                </a:lnTo>
                <a:lnTo>
                  <a:pt x="380" y="191"/>
                </a:lnTo>
                <a:lnTo>
                  <a:pt x="381" y="192"/>
                </a:lnTo>
                <a:lnTo>
                  <a:pt x="381" y="193"/>
                </a:lnTo>
                <a:lnTo>
                  <a:pt x="381" y="194"/>
                </a:lnTo>
                <a:lnTo>
                  <a:pt x="381" y="196"/>
                </a:lnTo>
                <a:lnTo>
                  <a:pt x="381" y="197"/>
                </a:lnTo>
                <a:lnTo>
                  <a:pt x="380" y="197"/>
                </a:lnTo>
                <a:lnTo>
                  <a:pt x="379" y="198"/>
                </a:lnTo>
                <a:lnTo>
                  <a:pt x="379" y="199"/>
                </a:lnTo>
                <a:lnTo>
                  <a:pt x="380" y="199"/>
                </a:lnTo>
                <a:lnTo>
                  <a:pt x="380" y="200"/>
                </a:lnTo>
                <a:lnTo>
                  <a:pt x="381" y="200"/>
                </a:lnTo>
                <a:lnTo>
                  <a:pt x="383" y="200"/>
                </a:lnTo>
                <a:lnTo>
                  <a:pt x="384" y="202"/>
                </a:lnTo>
                <a:lnTo>
                  <a:pt x="384" y="204"/>
                </a:lnTo>
                <a:lnTo>
                  <a:pt x="383" y="205"/>
                </a:lnTo>
                <a:lnTo>
                  <a:pt x="383" y="206"/>
                </a:lnTo>
                <a:lnTo>
                  <a:pt x="384" y="206"/>
                </a:lnTo>
                <a:lnTo>
                  <a:pt x="387" y="209"/>
                </a:lnTo>
                <a:lnTo>
                  <a:pt x="389" y="210"/>
                </a:lnTo>
                <a:lnTo>
                  <a:pt x="390" y="211"/>
                </a:lnTo>
                <a:lnTo>
                  <a:pt x="391" y="212"/>
                </a:lnTo>
                <a:lnTo>
                  <a:pt x="391" y="213"/>
                </a:lnTo>
                <a:lnTo>
                  <a:pt x="392" y="215"/>
                </a:lnTo>
                <a:lnTo>
                  <a:pt x="395" y="216"/>
                </a:lnTo>
                <a:lnTo>
                  <a:pt x="398" y="220"/>
                </a:lnTo>
                <a:lnTo>
                  <a:pt x="398" y="221"/>
                </a:lnTo>
                <a:lnTo>
                  <a:pt x="398" y="222"/>
                </a:lnTo>
                <a:lnTo>
                  <a:pt x="400" y="223"/>
                </a:lnTo>
                <a:lnTo>
                  <a:pt x="400" y="221"/>
                </a:lnTo>
                <a:lnTo>
                  <a:pt x="399" y="219"/>
                </a:lnTo>
                <a:lnTo>
                  <a:pt x="398" y="216"/>
                </a:lnTo>
                <a:lnTo>
                  <a:pt x="397" y="216"/>
                </a:lnTo>
                <a:lnTo>
                  <a:pt x="397" y="212"/>
                </a:lnTo>
                <a:lnTo>
                  <a:pt x="397" y="211"/>
                </a:lnTo>
                <a:lnTo>
                  <a:pt x="398" y="209"/>
                </a:lnTo>
                <a:lnTo>
                  <a:pt x="399" y="205"/>
                </a:lnTo>
                <a:lnTo>
                  <a:pt x="400" y="203"/>
                </a:lnTo>
                <a:lnTo>
                  <a:pt x="401" y="200"/>
                </a:lnTo>
                <a:lnTo>
                  <a:pt x="403" y="199"/>
                </a:lnTo>
                <a:lnTo>
                  <a:pt x="404" y="199"/>
                </a:lnTo>
                <a:lnTo>
                  <a:pt x="404" y="197"/>
                </a:lnTo>
                <a:lnTo>
                  <a:pt x="404" y="195"/>
                </a:lnTo>
                <a:lnTo>
                  <a:pt x="403" y="193"/>
                </a:lnTo>
                <a:lnTo>
                  <a:pt x="402" y="192"/>
                </a:lnTo>
                <a:lnTo>
                  <a:pt x="401" y="192"/>
                </a:lnTo>
                <a:lnTo>
                  <a:pt x="400" y="188"/>
                </a:lnTo>
                <a:lnTo>
                  <a:pt x="401" y="188"/>
                </a:lnTo>
                <a:lnTo>
                  <a:pt x="403" y="186"/>
                </a:lnTo>
                <a:lnTo>
                  <a:pt x="403" y="185"/>
                </a:lnTo>
                <a:lnTo>
                  <a:pt x="403" y="184"/>
                </a:lnTo>
                <a:lnTo>
                  <a:pt x="403" y="182"/>
                </a:lnTo>
                <a:lnTo>
                  <a:pt x="403" y="180"/>
                </a:lnTo>
                <a:lnTo>
                  <a:pt x="405" y="179"/>
                </a:lnTo>
                <a:lnTo>
                  <a:pt x="406" y="178"/>
                </a:lnTo>
                <a:lnTo>
                  <a:pt x="406" y="177"/>
                </a:lnTo>
                <a:lnTo>
                  <a:pt x="407" y="174"/>
                </a:lnTo>
                <a:lnTo>
                  <a:pt x="408" y="174"/>
                </a:lnTo>
                <a:lnTo>
                  <a:pt x="409" y="173"/>
                </a:lnTo>
                <a:lnTo>
                  <a:pt x="409" y="172"/>
                </a:lnTo>
                <a:lnTo>
                  <a:pt x="409" y="170"/>
                </a:lnTo>
                <a:lnTo>
                  <a:pt x="408" y="168"/>
                </a:lnTo>
                <a:lnTo>
                  <a:pt x="407" y="168"/>
                </a:lnTo>
                <a:lnTo>
                  <a:pt x="406" y="168"/>
                </a:lnTo>
                <a:lnTo>
                  <a:pt x="405" y="168"/>
                </a:lnTo>
                <a:lnTo>
                  <a:pt x="403" y="165"/>
                </a:lnTo>
                <a:lnTo>
                  <a:pt x="403" y="163"/>
                </a:lnTo>
                <a:lnTo>
                  <a:pt x="405" y="162"/>
                </a:lnTo>
                <a:lnTo>
                  <a:pt x="407" y="160"/>
                </a:lnTo>
                <a:lnTo>
                  <a:pt x="406" y="160"/>
                </a:lnTo>
                <a:lnTo>
                  <a:pt x="405" y="157"/>
                </a:lnTo>
                <a:lnTo>
                  <a:pt x="406" y="156"/>
                </a:lnTo>
                <a:lnTo>
                  <a:pt x="404" y="154"/>
                </a:lnTo>
                <a:lnTo>
                  <a:pt x="403" y="154"/>
                </a:lnTo>
                <a:lnTo>
                  <a:pt x="402" y="153"/>
                </a:lnTo>
                <a:lnTo>
                  <a:pt x="403" y="150"/>
                </a:lnTo>
                <a:lnTo>
                  <a:pt x="404" y="145"/>
                </a:lnTo>
                <a:lnTo>
                  <a:pt x="405" y="144"/>
                </a:lnTo>
                <a:lnTo>
                  <a:pt x="404" y="142"/>
                </a:lnTo>
                <a:lnTo>
                  <a:pt x="405" y="141"/>
                </a:lnTo>
                <a:lnTo>
                  <a:pt x="406" y="141"/>
                </a:lnTo>
                <a:lnTo>
                  <a:pt x="409" y="140"/>
                </a:lnTo>
                <a:lnTo>
                  <a:pt x="411" y="140"/>
                </a:lnTo>
                <a:lnTo>
                  <a:pt x="411" y="141"/>
                </a:lnTo>
                <a:lnTo>
                  <a:pt x="413" y="141"/>
                </a:lnTo>
                <a:lnTo>
                  <a:pt x="415" y="142"/>
                </a:lnTo>
                <a:lnTo>
                  <a:pt x="415" y="141"/>
                </a:lnTo>
                <a:lnTo>
                  <a:pt x="416" y="139"/>
                </a:lnTo>
                <a:lnTo>
                  <a:pt x="416" y="137"/>
                </a:lnTo>
                <a:lnTo>
                  <a:pt x="416" y="136"/>
                </a:lnTo>
                <a:lnTo>
                  <a:pt x="416" y="135"/>
                </a:lnTo>
                <a:lnTo>
                  <a:pt x="417" y="135"/>
                </a:lnTo>
                <a:lnTo>
                  <a:pt x="419" y="133"/>
                </a:lnTo>
                <a:lnTo>
                  <a:pt x="421" y="132"/>
                </a:lnTo>
                <a:lnTo>
                  <a:pt x="422" y="131"/>
                </a:lnTo>
                <a:lnTo>
                  <a:pt x="422" y="130"/>
                </a:lnTo>
                <a:lnTo>
                  <a:pt x="422" y="129"/>
                </a:lnTo>
                <a:lnTo>
                  <a:pt x="422" y="128"/>
                </a:lnTo>
                <a:lnTo>
                  <a:pt x="424" y="128"/>
                </a:lnTo>
                <a:lnTo>
                  <a:pt x="425" y="128"/>
                </a:lnTo>
                <a:lnTo>
                  <a:pt x="425" y="129"/>
                </a:lnTo>
                <a:lnTo>
                  <a:pt x="427" y="129"/>
                </a:lnTo>
                <a:lnTo>
                  <a:pt x="428" y="128"/>
                </a:lnTo>
                <a:lnTo>
                  <a:pt x="430" y="127"/>
                </a:lnTo>
                <a:lnTo>
                  <a:pt x="430" y="126"/>
                </a:lnTo>
                <a:lnTo>
                  <a:pt x="430" y="122"/>
                </a:lnTo>
                <a:lnTo>
                  <a:pt x="431" y="119"/>
                </a:lnTo>
                <a:lnTo>
                  <a:pt x="430" y="117"/>
                </a:lnTo>
                <a:lnTo>
                  <a:pt x="429" y="116"/>
                </a:lnTo>
                <a:lnTo>
                  <a:pt x="429" y="115"/>
                </a:lnTo>
                <a:lnTo>
                  <a:pt x="430" y="114"/>
                </a:lnTo>
                <a:lnTo>
                  <a:pt x="431" y="113"/>
                </a:lnTo>
                <a:lnTo>
                  <a:pt x="432" y="112"/>
                </a:lnTo>
                <a:lnTo>
                  <a:pt x="433" y="111"/>
                </a:lnTo>
                <a:lnTo>
                  <a:pt x="433" y="110"/>
                </a:lnTo>
                <a:lnTo>
                  <a:pt x="433" y="109"/>
                </a:lnTo>
                <a:lnTo>
                  <a:pt x="434" y="108"/>
                </a:lnTo>
                <a:lnTo>
                  <a:pt x="435" y="108"/>
                </a:lnTo>
                <a:lnTo>
                  <a:pt x="436" y="109"/>
                </a:lnTo>
                <a:lnTo>
                  <a:pt x="438" y="108"/>
                </a:lnTo>
                <a:lnTo>
                  <a:pt x="441" y="107"/>
                </a:lnTo>
                <a:lnTo>
                  <a:pt x="442" y="106"/>
                </a:lnTo>
                <a:lnTo>
                  <a:pt x="442" y="105"/>
                </a:lnTo>
                <a:lnTo>
                  <a:pt x="443" y="104"/>
                </a:lnTo>
                <a:lnTo>
                  <a:pt x="444" y="104"/>
                </a:lnTo>
                <a:lnTo>
                  <a:pt x="445" y="104"/>
                </a:lnTo>
                <a:lnTo>
                  <a:pt x="444" y="102"/>
                </a:lnTo>
                <a:lnTo>
                  <a:pt x="443" y="101"/>
                </a:lnTo>
                <a:lnTo>
                  <a:pt x="443" y="97"/>
                </a:lnTo>
                <a:lnTo>
                  <a:pt x="443" y="96"/>
                </a:lnTo>
                <a:lnTo>
                  <a:pt x="444" y="94"/>
                </a:lnTo>
                <a:lnTo>
                  <a:pt x="445" y="94"/>
                </a:lnTo>
                <a:lnTo>
                  <a:pt x="446" y="92"/>
                </a:lnTo>
                <a:lnTo>
                  <a:pt x="446" y="90"/>
                </a:lnTo>
                <a:lnTo>
                  <a:pt x="447" y="89"/>
                </a:lnTo>
                <a:lnTo>
                  <a:pt x="452" y="89"/>
                </a:lnTo>
                <a:lnTo>
                  <a:pt x="453" y="89"/>
                </a:lnTo>
                <a:lnTo>
                  <a:pt x="457" y="90"/>
                </a:lnTo>
                <a:lnTo>
                  <a:pt x="458" y="90"/>
                </a:lnTo>
                <a:lnTo>
                  <a:pt x="459" y="89"/>
                </a:lnTo>
                <a:lnTo>
                  <a:pt x="459" y="88"/>
                </a:lnTo>
                <a:lnTo>
                  <a:pt x="459" y="87"/>
                </a:lnTo>
                <a:lnTo>
                  <a:pt x="460" y="87"/>
                </a:lnTo>
                <a:lnTo>
                  <a:pt x="460" y="86"/>
                </a:lnTo>
                <a:lnTo>
                  <a:pt x="461" y="85"/>
                </a:lnTo>
                <a:lnTo>
                  <a:pt x="463" y="85"/>
                </a:lnTo>
                <a:lnTo>
                  <a:pt x="463" y="83"/>
                </a:lnTo>
                <a:lnTo>
                  <a:pt x="464" y="83"/>
                </a:lnTo>
                <a:lnTo>
                  <a:pt x="464" y="84"/>
                </a:lnTo>
                <a:lnTo>
                  <a:pt x="464" y="87"/>
                </a:lnTo>
                <a:lnTo>
                  <a:pt x="464" y="90"/>
                </a:lnTo>
                <a:lnTo>
                  <a:pt x="464" y="91"/>
                </a:lnTo>
                <a:lnTo>
                  <a:pt x="464" y="96"/>
                </a:lnTo>
                <a:lnTo>
                  <a:pt x="464" y="98"/>
                </a:lnTo>
                <a:lnTo>
                  <a:pt x="464" y="102"/>
                </a:lnTo>
                <a:lnTo>
                  <a:pt x="464" y="104"/>
                </a:lnTo>
                <a:lnTo>
                  <a:pt x="465" y="104"/>
                </a:lnTo>
                <a:lnTo>
                  <a:pt x="466" y="106"/>
                </a:lnTo>
                <a:lnTo>
                  <a:pt x="465" y="107"/>
                </a:lnTo>
                <a:lnTo>
                  <a:pt x="465" y="108"/>
                </a:lnTo>
                <a:lnTo>
                  <a:pt x="465" y="109"/>
                </a:lnTo>
                <a:lnTo>
                  <a:pt x="468" y="112"/>
                </a:lnTo>
                <a:lnTo>
                  <a:pt x="469" y="113"/>
                </a:lnTo>
                <a:lnTo>
                  <a:pt x="470" y="114"/>
                </a:lnTo>
                <a:lnTo>
                  <a:pt x="473" y="114"/>
                </a:lnTo>
                <a:lnTo>
                  <a:pt x="476" y="114"/>
                </a:lnTo>
                <a:lnTo>
                  <a:pt x="478" y="117"/>
                </a:lnTo>
                <a:lnTo>
                  <a:pt x="481" y="120"/>
                </a:lnTo>
                <a:lnTo>
                  <a:pt x="482" y="121"/>
                </a:lnTo>
                <a:lnTo>
                  <a:pt x="484" y="123"/>
                </a:lnTo>
                <a:lnTo>
                  <a:pt x="484" y="124"/>
                </a:lnTo>
                <a:lnTo>
                  <a:pt x="483" y="124"/>
                </a:lnTo>
                <a:lnTo>
                  <a:pt x="482" y="125"/>
                </a:lnTo>
                <a:lnTo>
                  <a:pt x="482" y="129"/>
                </a:lnTo>
                <a:lnTo>
                  <a:pt x="484" y="129"/>
                </a:lnTo>
                <a:lnTo>
                  <a:pt x="485" y="129"/>
                </a:lnTo>
                <a:lnTo>
                  <a:pt x="486" y="128"/>
                </a:lnTo>
                <a:lnTo>
                  <a:pt x="487" y="128"/>
                </a:lnTo>
                <a:lnTo>
                  <a:pt x="489" y="128"/>
                </a:lnTo>
                <a:lnTo>
                  <a:pt x="489" y="129"/>
                </a:lnTo>
                <a:lnTo>
                  <a:pt x="489" y="131"/>
                </a:lnTo>
                <a:lnTo>
                  <a:pt x="489" y="133"/>
                </a:lnTo>
                <a:lnTo>
                  <a:pt x="490" y="133"/>
                </a:lnTo>
                <a:lnTo>
                  <a:pt x="490" y="134"/>
                </a:lnTo>
                <a:lnTo>
                  <a:pt x="495" y="135"/>
                </a:lnTo>
                <a:lnTo>
                  <a:pt x="496" y="136"/>
                </a:lnTo>
                <a:lnTo>
                  <a:pt x="497" y="136"/>
                </a:lnTo>
                <a:lnTo>
                  <a:pt x="498" y="137"/>
                </a:lnTo>
                <a:lnTo>
                  <a:pt x="500" y="139"/>
                </a:lnTo>
                <a:lnTo>
                  <a:pt x="502" y="140"/>
                </a:lnTo>
                <a:lnTo>
                  <a:pt x="502" y="141"/>
                </a:lnTo>
                <a:lnTo>
                  <a:pt x="504" y="144"/>
                </a:lnTo>
                <a:lnTo>
                  <a:pt x="504" y="146"/>
                </a:lnTo>
                <a:lnTo>
                  <a:pt x="504" y="148"/>
                </a:lnTo>
                <a:lnTo>
                  <a:pt x="504" y="149"/>
                </a:lnTo>
                <a:lnTo>
                  <a:pt x="505" y="150"/>
                </a:lnTo>
                <a:lnTo>
                  <a:pt x="506" y="150"/>
                </a:lnTo>
                <a:lnTo>
                  <a:pt x="506" y="149"/>
                </a:lnTo>
                <a:lnTo>
                  <a:pt x="507" y="149"/>
                </a:lnTo>
                <a:lnTo>
                  <a:pt x="508" y="151"/>
                </a:lnTo>
                <a:lnTo>
                  <a:pt x="508" y="154"/>
                </a:lnTo>
                <a:lnTo>
                  <a:pt x="507" y="156"/>
                </a:lnTo>
                <a:lnTo>
                  <a:pt x="508" y="161"/>
                </a:lnTo>
                <a:lnTo>
                  <a:pt x="509" y="163"/>
                </a:lnTo>
                <a:lnTo>
                  <a:pt x="510" y="164"/>
                </a:lnTo>
                <a:lnTo>
                  <a:pt x="511" y="164"/>
                </a:lnTo>
                <a:lnTo>
                  <a:pt x="513" y="165"/>
                </a:lnTo>
                <a:lnTo>
                  <a:pt x="516" y="167"/>
                </a:lnTo>
                <a:lnTo>
                  <a:pt x="517" y="168"/>
                </a:lnTo>
                <a:lnTo>
                  <a:pt x="520" y="168"/>
                </a:lnTo>
                <a:lnTo>
                  <a:pt x="521" y="170"/>
                </a:lnTo>
                <a:lnTo>
                  <a:pt x="521" y="171"/>
                </a:lnTo>
                <a:lnTo>
                  <a:pt x="523" y="173"/>
                </a:lnTo>
                <a:lnTo>
                  <a:pt x="522" y="174"/>
                </a:lnTo>
                <a:lnTo>
                  <a:pt x="520" y="177"/>
                </a:lnTo>
                <a:lnTo>
                  <a:pt x="521" y="177"/>
                </a:lnTo>
                <a:lnTo>
                  <a:pt x="521" y="178"/>
                </a:lnTo>
                <a:lnTo>
                  <a:pt x="520" y="180"/>
                </a:lnTo>
                <a:lnTo>
                  <a:pt x="519" y="181"/>
                </a:lnTo>
                <a:lnTo>
                  <a:pt x="519" y="182"/>
                </a:lnTo>
                <a:lnTo>
                  <a:pt x="519" y="184"/>
                </a:lnTo>
                <a:lnTo>
                  <a:pt x="521" y="184"/>
                </a:lnTo>
                <a:lnTo>
                  <a:pt x="526" y="185"/>
                </a:lnTo>
                <a:lnTo>
                  <a:pt x="526" y="187"/>
                </a:lnTo>
                <a:lnTo>
                  <a:pt x="527" y="187"/>
                </a:lnTo>
                <a:lnTo>
                  <a:pt x="530" y="188"/>
                </a:lnTo>
                <a:lnTo>
                  <a:pt x="533" y="188"/>
                </a:lnTo>
                <a:lnTo>
                  <a:pt x="535" y="191"/>
                </a:lnTo>
                <a:lnTo>
                  <a:pt x="536" y="193"/>
                </a:lnTo>
                <a:lnTo>
                  <a:pt x="538" y="193"/>
                </a:lnTo>
                <a:lnTo>
                  <a:pt x="539" y="195"/>
                </a:lnTo>
                <a:lnTo>
                  <a:pt x="539" y="196"/>
                </a:lnTo>
                <a:lnTo>
                  <a:pt x="538" y="200"/>
                </a:lnTo>
                <a:lnTo>
                  <a:pt x="538" y="201"/>
                </a:lnTo>
                <a:lnTo>
                  <a:pt x="536" y="200"/>
                </a:lnTo>
                <a:lnTo>
                  <a:pt x="534" y="201"/>
                </a:lnTo>
                <a:lnTo>
                  <a:pt x="534" y="202"/>
                </a:lnTo>
                <a:lnTo>
                  <a:pt x="534" y="203"/>
                </a:lnTo>
                <a:lnTo>
                  <a:pt x="535" y="204"/>
                </a:lnTo>
                <a:lnTo>
                  <a:pt x="536" y="205"/>
                </a:lnTo>
                <a:lnTo>
                  <a:pt x="537" y="205"/>
                </a:lnTo>
                <a:lnTo>
                  <a:pt x="540" y="208"/>
                </a:lnTo>
                <a:lnTo>
                  <a:pt x="541" y="209"/>
                </a:lnTo>
                <a:lnTo>
                  <a:pt x="541" y="210"/>
                </a:lnTo>
                <a:lnTo>
                  <a:pt x="538" y="212"/>
                </a:lnTo>
                <a:lnTo>
                  <a:pt x="537" y="213"/>
                </a:lnTo>
                <a:lnTo>
                  <a:pt x="537" y="214"/>
                </a:lnTo>
                <a:lnTo>
                  <a:pt x="537" y="215"/>
                </a:lnTo>
                <a:lnTo>
                  <a:pt x="536" y="216"/>
                </a:lnTo>
                <a:lnTo>
                  <a:pt x="534" y="218"/>
                </a:lnTo>
                <a:lnTo>
                  <a:pt x="533" y="218"/>
                </a:lnTo>
                <a:lnTo>
                  <a:pt x="532" y="218"/>
                </a:lnTo>
                <a:lnTo>
                  <a:pt x="530" y="218"/>
                </a:lnTo>
                <a:lnTo>
                  <a:pt x="530" y="219"/>
                </a:lnTo>
                <a:lnTo>
                  <a:pt x="529" y="219"/>
                </a:lnTo>
                <a:lnTo>
                  <a:pt x="528" y="219"/>
                </a:lnTo>
                <a:lnTo>
                  <a:pt x="527" y="219"/>
                </a:lnTo>
                <a:lnTo>
                  <a:pt x="526" y="219"/>
                </a:lnTo>
                <a:lnTo>
                  <a:pt x="525" y="219"/>
                </a:lnTo>
                <a:lnTo>
                  <a:pt x="525" y="220"/>
                </a:lnTo>
                <a:lnTo>
                  <a:pt x="524" y="221"/>
                </a:lnTo>
                <a:lnTo>
                  <a:pt x="523" y="223"/>
                </a:lnTo>
                <a:lnTo>
                  <a:pt x="522" y="223"/>
                </a:lnTo>
                <a:lnTo>
                  <a:pt x="521" y="223"/>
                </a:lnTo>
                <a:lnTo>
                  <a:pt x="520" y="222"/>
                </a:lnTo>
                <a:lnTo>
                  <a:pt x="519" y="221"/>
                </a:lnTo>
                <a:lnTo>
                  <a:pt x="518" y="220"/>
                </a:lnTo>
                <a:lnTo>
                  <a:pt x="516" y="222"/>
                </a:lnTo>
                <a:lnTo>
                  <a:pt x="514" y="222"/>
                </a:lnTo>
                <a:lnTo>
                  <a:pt x="513" y="222"/>
                </a:lnTo>
                <a:lnTo>
                  <a:pt x="512" y="222"/>
                </a:lnTo>
                <a:lnTo>
                  <a:pt x="512" y="225"/>
                </a:lnTo>
                <a:lnTo>
                  <a:pt x="511" y="226"/>
                </a:lnTo>
                <a:lnTo>
                  <a:pt x="511" y="227"/>
                </a:lnTo>
                <a:lnTo>
                  <a:pt x="510" y="229"/>
                </a:lnTo>
                <a:lnTo>
                  <a:pt x="510" y="230"/>
                </a:lnTo>
                <a:lnTo>
                  <a:pt x="512" y="232"/>
                </a:lnTo>
                <a:lnTo>
                  <a:pt x="513" y="233"/>
                </a:lnTo>
                <a:lnTo>
                  <a:pt x="514" y="234"/>
                </a:lnTo>
                <a:lnTo>
                  <a:pt x="514" y="235"/>
                </a:lnTo>
                <a:lnTo>
                  <a:pt x="514" y="236"/>
                </a:lnTo>
                <a:lnTo>
                  <a:pt x="515" y="238"/>
                </a:lnTo>
                <a:lnTo>
                  <a:pt x="516" y="239"/>
                </a:lnTo>
                <a:lnTo>
                  <a:pt x="516" y="240"/>
                </a:lnTo>
                <a:lnTo>
                  <a:pt x="516" y="242"/>
                </a:lnTo>
                <a:lnTo>
                  <a:pt x="517" y="243"/>
                </a:lnTo>
                <a:lnTo>
                  <a:pt x="517" y="244"/>
                </a:lnTo>
                <a:lnTo>
                  <a:pt x="517" y="245"/>
                </a:lnTo>
                <a:lnTo>
                  <a:pt x="518" y="245"/>
                </a:lnTo>
                <a:lnTo>
                  <a:pt x="518" y="248"/>
                </a:lnTo>
                <a:lnTo>
                  <a:pt x="519" y="249"/>
                </a:lnTo>
                <a:lnTo>
                  <a:pt x="519" y="250"/>
                </a:lnTo>
                <a:lnTo>
                  <a:pt x="519" y="251"/>
                </a:lnTo>
                <a:lnTo>
                  <a:pt x="521" y="254"/>
                </a:lnTo>
                <a:lnTo>
                  <a:pt x="522" y="255"/>
                </a:lnTo>
                <a:lnTo>
                  <a:pt x="526" y="256"/>
                </a:lnTo>
                <a:lnTo>
                  <a:pt x="527" y="257"/>
                </a:lnTo>
                <a:lnTo>
                  <a:pt x="528" y="258"/>
                </a:lnTo>
                <a:lnTo>
                  <a:pt x="530" y="261"/>
                </a:lnTo>
                <a:lnTo>
                  <a:pt x="530" y="262"/>
                </a:lnTo>
                <a:lnTo>
                  <a:pt x="531" y="262"/>
                </a:lnTo>
                <a:lnTo>
                  <a:pt x="532" y="264"/>
                </a:lnTo>
                <a:lnTo>
                  <a:pt x="534" y="267"/>
                </a:lnTo>
                <a:lnTo>
                  <a:pt x="537" y="270"/>
                </a:lnTo>
                <a:lnTo>
                  <a:pt x="538" y="270"/>
                </a:lnTo>
                <a:lnTo>
                  <a:pt x="538" y="271"/>
                </a:lnTo>
                <a:lnTo>
                  <a:pt x="539" y="272"/>
                </a:lnTo>
                <a:lnTo>
                  <a:pt x="539" y="274"/>
                </a:lnTo>
                <a:lnTo>
                  <a:pt x="539" y="275"/>
                </a:lnTo>
                <a:lnTo>
                  <a:pt x="539" y="274"/>
                </a:lnTo>
                <a:lnTo>
                  <a:pt x="539" y="275"/>
                </a:lnTo>
                <a:lnTo>
                  <a:pt x="537" y="277"/>
                </a:lnTo>
                <a:lnTo>
                  <a:pt x="535" y="279"/>
                </a:lnTo>
                <a:lnTo>
                  <a:pt x="534" y="281"/>
                </a:lnTo>
                <a:lnTo>
                  <a:pt x="534" y="282"/>
                </a:lnTo>
                <a:lnTo>
                  <a:pt x="535" y="282"/>
                </a:lnTo>
                <a:lnTo>
                  <a:pt x="536" y="282"/>
                </a:lnTo>
                <a:lnTo>
                  <a:pt x="537" y="282"/>
                </a:lnTo>
                <a:lnTo>
                  <a:pt x="540" y="285"/>
                </a:lnTo>
                <a:lnTo>
                  <a:pt x="540" y="286"/>
                </a:lnTo>
                <a:lnTo>
                  <a:pt x="541" y="286"/>
                </a:lnTo>
                <a:lnTo>
                  <a:pt x="542" y="286"/>
                </a:lnTo>
                <a:lnTo>
                  <a:pt x="544" y="286"/>
                </a:lnTo>
                <a:lnTo>
                  <a:pt x="545" y="287"/>
                </a:lnTo>
                <a:lnTo>
                  <a:pt x="545" y="288"/>
                </a:lnTo>
                <a:lnTo>
                  <a:pt x="546" y="288"/>
                </a:lnTo>
                <a:lnTo>
                  <a:pt x="547" y="288"/>
                </a:lnTo>
                <a:lnTo>
                  <a:pt x="551" y="289"/>
                </a:lnTo>
                <a:lnTo>
                  <a:pt x="552" y="288"/>
                </a:lnTo>
                <a:lnTo>
                  <a:pt x="553" y="288"/>
                </a:lnTo>
                <a:lnTo>
                  <a:pt x="553" y="289"/>
                </a:lnTo>
                <a:lnTo>
                  <a:pt x="555" y="289"/>
                </a:lnTo>
                <a:lnTo>
                  <a:pt x="557" y="289"/>
                </a:lnTo>
                <a:lnTo>
                  <a:pt x="559" y="290"/>
                </a:lnTo>
                <a:lnTo>
                  <a:pt x="559" y="291"/>
                </a:lnTo>
                <a:lnTo>
                  <a:pt x="559" y="292"/>
                </a:lnTo>
                <a:lnTo>
                  <a:pt x="558" y="292"/>
                </a:lnTo>
                <a:lnTo>
                  <a:pt x="558" y="293"/>
                </a:lnTo>
                <a:lnTo>
                  <a:pt x="558" y="294"/>
                </a:lnTo>
                <a:lnTo>
                  <a:pt x="559" y="296"/>
                </a:lnTo>
                <a:lnTo>
                  <a:pt x="558" y="297"/>
                </a:lnTo>
                <a:lnTo>
                  <a:pt x="556" y="299"/>
                </a:lnTo>
                <a:lnTo>
                  <a:pt x="555" y="299"/>
                </a:lnTo>
                <a:lnTo>
                  <a:pt x="555" y="300"/>
                </a:lnTo>
                <a:lnTo>
                  <a:pt x="554" y="301"/>
                </a:lnTo>
                <a:lnTo>
                  <a:pt x="554" y="302"/>
                </a:lnTo>
                <a:lnTo>
                  <a:pt x="555" y="302"/>
                </a:lnTo>
                <a:lnTo>
                  <a:pt x="555" y="303"/>
                </a:lnTo>
                <a:lnTo>
                  <a:pt x="555" y="304"/>
                </a:lnTo>
                <a:lnTo>
                  <a:pt x="556" y="304"/>
                </a:lnTo>
                <a:lnTo>
                  <a:pt x="557" y="304"/>
                </a:lnTo>
                <a:lnTo>
                  <a:pt x="557" y="305"/>
                </a:lnTo>
                <a:lnTo>
                  <a:pt x="558" y="305"/>
                </a:lnTo>
                <a:lnTo>
                  <a:pt x="558" y="307"/>
                </a:lnTo>
                <a:lnTo>
                  <a:pt x="557" y="309"/>
                </a:lnTo>
                <a:lnTo>
                  <a:pt x="557" y="310"/>
                </a:lnTo>
                <a:lnTo>
                  <a:pt x="558" y="313"/>
                </a:lnTo>
                <a:lnTo>
                  <a:pt x="557" y="313"/>
                </a:lnTo>
                <a:lnTo>
                  <a:pt x="557" y="314"/>
                </a:lnTo>
                <a:lnTo>
                  <a:pt x="557" y="315"/>
                </a:lnTo>
                <a:lnTo>
                  <a:pt x="557" y="316"/>
                </a:lnTo>
                <a:lnTo>
                  <a:pt x="558" y="319"/>
                </a:lnTo>
                <a:lnTo>
                  <a:pt x="559" y="319"/>
                </a:lnTo>
                <a:lnTo>
                  <a:pt x="561" y="320"/>
                </a:lnTo>
                <a:lnTo>
                  <a:pt x="561" y="319"/>
                </a:lnTo>
                <a:lnTo>
                  <a:pt x="562" y="319"/>
                </a:lnTo>
                <a:lnTo>
                  <a:pt x="563" y="319"/>
                </a:lnTo>
                <a:lnTo>
                  <a:pt x="563" y="318"/>
                </a:lnTo>
                <a:lnTo>
                  <a:pt x="564" y="317"/>
                </a:lnTo>
                <a:lnTo>
                  <a:pt x="564" y="315"/>
                </a:lnTo>
                <a:lnTo>
                  <a:pt x="565" y="313"/>
                </a:lnTo>
                <a:lnTo>
                  <a:pt x="566" y="312"/>
                </a:lnTo>
                <a:lnTo>
                  <a:pt x="567" y="312"/>
                </a:lnTo>
                <a:lnTo>
                  <a:pt x="568" y="312"/>
                </a:lnTo>
                <a:lnTo>
                  <a:pt x="568" y="313"/>
                </a:lnTo>
                <a:lnTo>
                  <a:pt x="569" y="313"/>
                </a:lnTo>
                <a:lnTo>
                  <a:pt x="570" y="313"/>
                </a:lnTo>
                <a:lnTo>
                  <a:pt x="571" y="311"/>
                </a:lnTo>
                <a:lnTo>
                  <a:pt x="571" y="309"/>
                </a:lnTo>
                <a:lnTo>
                  <a:pt x="571" y="308"/>
                </a:lnTo>
                <a:lnTo>
                  <a:pt x="572" y="307"/>
                </a:lnTo>
                <a:lnTo>
                  <a:pt x="573" y="307"/>
                </a:lnTo>
                <a:lnTo>
                  <a:pt x="573" y="306"/>
                </a:lnTo>
                <a:lnTo>
                  <a:pt x="576" y="303"/>
                </a:lnTo>
                <a:lnTo>
                  <a:pt x="577" y="301"/>
                </a:lnTo>
                <a:lnTo>
                  <a:pt x="577" y="300"/>
                </a:lnTo>
                <a:lnTo>
                  <a:pt x="577" y="299"/>
                </a:lnTo>
                <a:lnTo>
                  <a:pt x="577" y="298"/>
                </a:lnTo>
                <a:lnTo>
                  <a:pt x="577" y="297"/>
                </a:lnTo>
                <a:lnTo>
                  <a:pt x="578" y="296"/>
                </a:lnTo>
                <a:lnTo>
                  <a:pt x="578" y="295"/>
                </a:lnTo>
                <a:lnTo>
                  <a:pt x="579" y="295"/>
                </a:lnTo>
                <a:lnTo>
                  <a:pt x="581" y="294"/>
                </a:lnTo>
                <a:lnTo>
                  <a:pt x="581" y="292"/>
                </a:lnTo>
                <a:lnTo>
                  <a:pt x="581" y="291"/>
                </a:lnTo>
                <a:lnTo>
                  <a:pt x="583" y="291"/>
                </a:lnTo>
                <a:lnTo>
                  <a:pt x="584" y="291"/>
                </a:lnTo>
                <a:lnTo>
                  <a:pt x="588" y="292"/>
                </a:lnTo>
                <a:lnTo>
                  <a:pt x="589" y="293"/>
                </a:lnTo>
                <a:lnTo>
                  <a:pt x="590" y="293"/>
                </a:lnTo>
                <a:lnTo>
                  <a:pt x="590" y="294"/>
                </a:lnTo>
                <a:lnTo>
                  <a:pt x="591" y="294"/>
                </a:lnTo>
                <a:lnTo>
                  <a:pt x="591" y="295"/>
                </a:lnTo>
                <a:lnTo>
                  <a:pt x="592" y="295"/>
                </a:lnTo>
                <a:lnTo>
                  <a:pt x="593" y="295"/>
                </a:lnTo>
                <a:lnTo>
                  <a:pt x="594" y="294"/>
                </a:lnTo>
                <a:lnTo>
                  <a:pt x="595" y="297"/>
                </a:lnTo>
                <a:lnTo>
                  <a:pt x="595" y="299"/>
                </a:lnTo>
                <a:lnTo>
                  <a:pt x="596" y="301"/>
                </a:lnTo>
                <a:lnTo>
                  <a:pt x="597" y="301"/>
                </a:lnTo>
                <a:lnTo>
                  <a:pt x="597" y="300"/>
                </a:lnTo>
                <a:lnTo>
                  <a:pt x="598" y="300"/>
                </a:lnTo>
                <a:lnTo>
                  <a:pt x="599" y="300"/>
                </a:lnTo>
                <a:lnTo>
                  <a:pt x="600" y="300"/>
                </a:lnTo>
                <a:lnTo>
                  <a:pt x="600" y="301"/>
                </a:lnTo>
                <a:lnTo>
                  <a:pt x="600" y="302"/>
                </a:lnTo>
                <a:lnTo>
                  <a:pt x="600" y="303"/>
                </a:lnTo>
                <a:lnTo>
                  <a:pt x="601" y="303"/>
                </a:lnTo>
                <a:lnTo>
                  <a:pt x="602" y="302"/>
                </a:lnTo>
                <a:lnTo>
                  <a:pt x="603" y="302"/>
                </a:lnTo>
                <a:lnTo>
                  <a:pt x="603" y="301"/>
                </a:lnTo>
                <a:lnTo>
                  <a:pt x="603" y="300"/>
                </a:lnTo>
                <a:lnTo>
                  <a:pt x="604" y="300"/>
                </a:lnTo>
                <a:lnTo>
                  <a:pt x="606" y="298"/>
                </a:lnTo>
                <a:lnTo>
                  <a:pt x="608" y="297"/>
                </a:lnTo>
                <a:lnTo>
                  <a:pt x="610" y="296"/>
                </a:lnTo>
                <a:lnTo>
                  <a:pt x="610" y="295"/>
                </a:lnTo>
                <a:lnTo>
                  <a:pt x="612" y="295"/>
                </a:lnTo>
                <a:lnTo>
                  <a:pt x="612" y="294"/>
                </a:lnTo>
                <a:lnTo>
                  <a:pt x="613" y="294"/>
                </a:lnTo>
                <a:lnTo>
                  <a:pt x="613" y="293"/>
                </a:lnTo>
                <a:lnTo>
                  <a:pt x="613" y="292"/>
                </a:lnTo>
                <a:lnTo>
                  <a:pt x="613" y="291"/>
                </a:lnTo>
                <a:lnTo>
                  <a:pt x="613" y="290"/>
                </a:lnTo>
                <a:lnTo>
                  <a:pt x="615" y="286"/>
                </a:lnTo>
                <a:lnTo>
                  <a:pt x="616" y="285"/>
                </a:lnTo>
                <a:lnTo>
                  <a:pt x="617" y="285"/>
                </a:lnTo>
                <a:lnTo>
                  <a:pt x="617" y="284"/>
                </a:lnTo>
                <a:lnTo>
                  <a:pt x="618" y="284"/>
                </a:lnTo>
                <a:lnTo>
                  <a:pt x="618" y="283"/>
                </a:lnTo>
                <a:lnTo>
                  <a:pt x="618" y="282"/>
                </a:lnTo>
                <a:lnTo>
                  <a:pt x="619" y="282"/>
                </a:lnTo>
                <a:lnTo>
                  <a:pt x="620" y="282"/>
                </a:lnTo>
                <a:lnTo>
                  <a:pt x="620" y="283"/>
                </a:lnTo>
                <a:lnTo>
                  <a:pt x="621" y="283"/>
                </a:lnTo>
                <a:lnTo>
                  <a:pt x="621" y="284"/>
                </a:lnTo>
                <a:lnTo>
                  <a:pt x="622" y="283"/>
                </a:lnTo>
                <a:lnTo>
                  <a:pt x="622" y="282"/>
                </a:lnTo>
                <a:lnTo>
                  <a:pt x="623" y="282"/>
                </a:lnTo>
                <a:lnTo>
                  <a:pt x="623" y="281"/>
                </a:lnTo>
                <a:lnTo>
                  <a:pt x="624" y="281"/>
                </a:lnTo>
                <a:lnTo>
                  <a:pt x="626" y="281"/>
                </a:lnTo>
                <a:lnTo>
                  <a:pt x="628" y="284"/>
                </a:lnTo>
                <a:lnTo>
                  <a:pt x="628" y="285"/>
                </a:lnTo>
                <a:lnTo>
                  <a:pt x="628" y="286"/>
                </a:lnTo>
                <a:lnTo>
                  <a:pt x="630" y="288"/>
                </a:lnTo>
                <a:lnTo>
                  <a:pt x="630" y="290"/>
                </a:lnTo>
                <a:lnTo>
                  <a:pt x="629" y="291"/>
                </a:lnTo>
                <a:lnTo>
                  <a:pt x="629" y="292"/>
                </a:lnTo>
                <a:lnTo>
                  <a:pt x="631" y="293"/>
                </a:lnTo>
                <a:lnTo>
                  <a:pt x="631" y="294"/>
                </a:lnTo>
                <a:lnTo>
                  <a:pt x="633" y="294"/>
                </a:lnTo>
                <a:lnTo>
                  <a:pt x="633" y="295"/>
                </a:lnTo>
                <a:lnTo>
                  <a:pt x="632" y="296"/>
                </a:lnTo>
                <a:lnTo>
                  <a:pt x="632" y="297"/>
                </a:lnTo>
                <a:lnTo>
                  <a:pt x="631" y="298"/>
                </a:lnTo>
                <a:lnTo>
                  <a:pt x="630" y="298"/>
                </a:lnTo>
                <a:lnTo>
                  <a:pt x="630" y="299"/>
                </a:lnTo>
                <a:lnTo>
                  <a:pt x="630" y="300"/>
                </a:lnTo>
                <a:lnTo>
                  <a:pt x="630" y="302"/>
                </a:lnTo>
                <a:lnTo>
                  <a:pt x="629" y="302"/>
                </a:lnTo>
                <a:lnTo>
                  <a:pt x="629" y="303"/>
                </a:lnTo>
                <a:lnTo>
                  <a:pt x="629" y="304"/>
                </a:lnTo>
                <a:lnTo>
                  <a:pt x="630" y="306"/>
                </a:lnTo>
                <a:lnTo>
                  <a:pt x="630" y="307"/>
                </a:lnTo>
                <a:lnTo>
                  <a:pt x="632" y="308"/>
                </a:lnTo>
                <a:lnTo>
                  <a:pt x="633" y="309"/>
                </a:lnTo>
                <a:lnTo>
                  <a:pt x="635" y="311"/>
                </a:lnTo>
                <a:lnTo>
                  <a:pt x="636" y="312"/>
                </a:lnTo>
                <a:lnTo>
                  <a:pt x="637" y="312"/>
                </a:lnTo>
                <a:lnTo>
                  <a:pt x="638" y="313"/>
                </a:lnTo>
                <a:lnTo>
                  <a:pt x="639" y="314"/>
                </a:lnTo>
                <a:lnTo>
                  <a:pt x="641" y="318"/>
                </a:lnTo>
                <a:lnTo>
                  <a:pt x="642" y="319"/>
                </a:lnTo>
                <a:lnTo>
                  <a:pt x="642" y="321"/>
                </a:lnTo>
                <a:lnTo>
                  <a:pt x="642" y="324"/>
                </a:lnTo>
                <a:lnTo>
                  <a:pt x="642" y="328"/>
                </a:lnTo>
                <a:lnTo>
                  <a:pt x="642" y="329"/>
                </a:lnTo>
                <a:lnTo>
                  <a:pt x="643" y="329"/>
                </a:lnTo>
                <a:lnTo>
                  <a:pt x="643" y="330"/>
                </a:lnTo>
                <a:lnTo>
                  <a:pt x="644" y="331"/>
                </a:lnTo>
                <a:lnTo>
                  <a:pt x="645" y="331"/>
                </a:lnTo>
                <a:lnTo>
                  <a:pt x="647" y="331"/>
                </a:lnTo>
                <a:lnTo>
                  <a:pt x="648" y="331"/>
                </a:lnTo>
                <a:lnTo>
                  <a:pt x="650" y="331"/>
                </a:lnTo>
                <a:lnTo>
                  <a:pt x="651" y="331"/>
                </a:lnTo>
                <a:lnTo>
                  <a:pt x="652" y="332"/>
                </a:lnTo>
                <a:lnTo>
                  <a:pt x="653" y="332"/>
                </a:lnTo>
                <a:lnTo>
                  <a:pt x="653" y="333"/>
                </a:lnTo>
                <a:lnTo>
                  <a:pt x="654" y="333"/>
                </a:lnTo>
                <a:lnTo>
                  <a:pt x="654" y="334"/>
                </a:lnTo>
                <a:lnTo>
                  <a:pt x="653" y="335"/>
                </a:lnTo>
                <a:lnTo>
                  <a:pt x="652" y="336"/>
                </a:lnTo>
                <a:lnTo>
                  <a:pt x="651" y="336"/>
                </a:lnTo>
                <a:lnTo>
                  <a:pt x="651" y="337"/>
                </a:lnTo>
                <a:lnTo>
                  <a:pt x="651" y="338"/>
                </a:lnTo>
                <a:lnTo>
                  <a:pt x="652" y="339"/>
                </a:lnTo>
                <a:lnTo>
                  <a:pt x="653" y="339"/>
                </a:lnTo>
                <a:lnTo>
                  <a:pt x="654" y="339"/>
                </a:lnTo>
                <a:lnTo>
                  <a:pt x="654" y="340"/>
                </a:lnTo>
                <a:lnTo>
                  <a:pt x="653" y="340"/>
                </a:lnTo>
                <a:lnTo>
                  <a:pt x="653" y="341"/>
                </a:lnTo>
                <a:lnTo>
                  <a:pt x="652" y="341"/>
                </a:lnTo>
                <a:lnTo>
                  <a:pt x="651" y="343"/>
                </a:lnTo>
                <a:lnTo>
                  <a:pt x="650" y="345"/>
                </a:lnTo>
                <a:lnTo>
                  <a:pt x="651" y="346"/>
                </a:lnTo>
                <a:lnTo>
                  <a:pt x="653" y="345"/>
                </a:lnTo>
                <a:lnTo>
                  <a:pt x="653" y="344"/>
                </a:lnTo>
                <a:lnTo>
                  <a:pt x="654" y="344"/>
                </a:lnTo>
                <a:lnTo>
                  <a:pt x="655" y="344"/>
                </a:lnTo>
                <a:lnTo>
                  <a:pt x="655" y="345"/>
                </a:lnTo>
                <a:lnTo>
                  <a:pt x="655" y="347"/>
                </a:lnTo>
                <a:lnTo>
                  <a:pt x="654" y="348"/>
                </a:lnTo>
                <a:lnTo>
                  <a:pt x="654" y="349"/>
                </a:lnTo>
                <a:lnTo>
                  <a:pt x="655" y="349"/>
                </a:lnTo>
                <a:lnTo>
                  <a:pt x="656" y="349"/>
                </a:lnTo>
                <a:lnTo>
                  <a:pt x="659" y="353"/>
                </a:lnTo>
                <a:lnTo>
                  <a:pt x="659" y="354"/>
                </a:lnTo>
                <a:lnTo>
                  <a:pt x="660" y="355"/>
                </a:lnTo>
                <a:lnTo>
                  <a:pt x="660" y="357"/>
                </a:lnTo>
                <a:lnTo>
                  <a:pt x="660" y="358"/>
                </a:lnTo>
                <a:lnTo>
                  <a:pt x="662" y="362"/>
                </a:lnTo>
                <a:lnTo>
                  <a:pt x="663" y="362"/>
                </a:lnTo>
                <a:lnTo>
                  <a:pt x="663" y="363"/>
                </a:lnTo>
                <a:lnTo>
                  <a:pt x="663" y="364"/>
                </a:lnTo>
                <a:lnTo>
                  <a:pt x="664" y="364"/>
                </a:lnTo>
                <a:lnTo>
                  <a:pt x="664" y="365"/>
                </a:lnTo>
                <a:lnTo>
                  <a:pt x="665" y="366"/>
                </a:lnTo>
                <a:lnTo>
                  <a:pt x="664" y="370"/>
                </a:lnTo>
                <a:lnTo>
                  <a:pt x="663" y="371"/>
                </a:lnTo>
                <a:lnTo>
                  <a:pt x="663" y="373"/>
                </a:lnTo>
                <a:lnTo>
                  <a:pt x="662" y="378"/>
                </a:lnTo>
                <a:lnTo>
                  <a:pt x="662" y="379"/>
                </a:lnTo>
                <a:lnTo>
                  <a:pt x="663" y="378"/>
                </a:lnTo>
                <a:lnTo>
                  <a:pt x="664" y="378"/>
                </a:lnTo>
                <a:lnTo>
                  <a:pt x="664" y="377"/>
                </a:lnTo>
                <a:lnTo>
                  <a:pt x="665" y="376"/>
                </a:lnTo>
                <a:lnTo>
                  <a:pt x="665" y="375"/>
                </a:lnTo>
                <a:lnTo>
                  <a:pt x="666" y="375"/>
                </a:lnTo>
                <a:lnTo>
                  <a:pt x="668" y="376"/>
                </a:lnTo>
                <a:lnTo>
                  <a:pt x="670" y="378"/>
                </a:lnTo>
                <a:lnTo>
                  <a:pt x="671" y="381"/>
                </a:lnTo>
                <a:lnTo>
                  <a:pt x="672" y="382"/>
                </a:lnTo>
                <a:lnTo>
                  <a:pt x="671" y="383"/>
                </a:lnTo>
                <a:lnTo>
                  <a:pt x="671" y="384"/>
                </a:lnTo>
                <a:lnTo>
                  <a:pt x="670" y="384"/>
                </a:lnTo>
                <a:lnTo>
                  <a:pt x="673" y="390"/>
                </a:lnTo>
                <a:lnTo>
                  <a:pt x="673" y="391"/>
                </a:lnTo>
                <a:lnTo>
                  <a:pt x="674" y="391"/>
                </a:lnTo>
                <a:lnTo>
                  <a:pt x="676" y="394"/>
                </a:lnTo>
                <a:lnTo>
                  <a:pt x="676" y="395"/>
                </a:lnTo>
                <a:lnTo>
                  <a:pt x="677" y="395"/>
                </a:lnTo>
                <a:lnTo>
                  <a:pt x="678" y="396"/>
                </a:lnTo>
                <a:lnTo>
                  <a:pt x="678" y="398"/>
                </a:lnTo>
                <a:lnTo>
                  <a:pt x="678" y="399"/>
                </a:lnTo>
                <a:lnTo>
                  <a:pt x="678" y="400"/>
                </a:lnTo>
                <a:lnTo>
                  <a:pt x="679" y="401"/>
                </a:lnTo>
                <a:lnTo>
                  <a:pt x="680" y="401"/>
                </a:lnTo>
                <a:lnTo>
                  <a:pt x="681" y="402"/>
                </a:lnTo>
                <a:lnTo>
                  <a:pt x="682" y="402"/>
                </a:lnTo>
                <a:lnTo>
                  <a:pt x="682" y="405"/>
                </a:lnTo>
                <a:lnTo>
                  <a:pt x="682" y="406"/>
                </a:lnTo>
                <a:lnTo>
                  <a:pt x="681" y="407"/>
                </a:lnTo>
                <a:lnTo>
                  <a:pt x="680" y="409"/>
                </a:lnTo>
                <a:lnTo>
                  <a:pt x="681" y="409"/>
                </a:lnTo>
                <a:lnTo>
                  <a:pt x="682" y="410"/>
                </a:lnTo>
                <a:lnTo>
                  <a:pt x="684" y="412"/>
                </a:lnTo>
                <a:lnTo>
                  <a:pt x="684" y="415"/>
                </a:lnTo>
                <a:lnTo>
                  <a:pt x="683" y="416"/>
                </a:lnTo>
                <a:lnTo>
                  <a:pt x="683" y="417"/>
                </a:lnTo>
                <a:lnTo>
                  <a:pt x="684" y="420"/>
                </a:lnTo>
                <a:lnTo>
                  <a:pt x="685" y="422"/>
                </a:lnTo>
                <a:lnTo>
                  <a:pt x="686" y="422"/>
                </a:lnTo>
                <a:lnTo>
                  <a:pt x="686" y="423"/>
                </a:lnTo>
                <a:lnTo>
                  <a:pt x="686" y="424"/>
                </a:lnTo>
                <a:lnTo>
                  <a:pt x="685" y="424"/>
                </a:lnTo>
                <a:lnTo>
                  <a:pt x="685" y="425"/>
                </a:lnTo>
                <a:lnTo>
                  <a:pt x="685" y="427"/>
                </a:lnTo>
                <a:lnTo>
                  <a:pt x="686" y="429"/>
                </a:lnTo>
                <a:lnTo>
                  <a:pt x="687" y="429"/>
                </a:lnTo>
                <a:lnTo>
                  <a:pt x="688" y="429"/>
                </a:lnTo>
                <a:lnTo>
                  <a:pt x="688" y="430"/>
                </a:lnTo>
                <a:lnTo>
                  <a:pt x="688" y="431"/>
                </a:lnTo>
                <a:lnTo>
                  <a:pt x="688" y="432"/>
                </a:lnTo>
                <a:lnTo>
                  <a:pt x="691" y="433"/>
                </a:lnTo>
                <a:lnTo>
                  <a:pt x="691" y="434"/>
                </a:lnTo>
                <a:lnTo>
                  <a:pt x="692" y="433"/>
                </a:lnTo>
                <a:lnTo>
                  <a:pt x="693" y="433"/>
                </a:lnTo>
                <a:lnTo>
                  <a:pt x="693" y="432"/>
                </a:lnTo>
                <a:lnTo>
                  <a:pt x="694" y="432"/>
                </a:lnTo>
                <a:lnTo>
                  <a:pt x="696" y="431"/>
                </a:lnTo>
                <a:lnTo>
                  <a:pt x="697" y="431"/>
                </a:lnTo>
                <a:lnTo>
                  <a:pt x="698" y="431"/>
                </a:lnTo>
                <a:lnTo>
                  <a:pt x="700" y="431"/>
                </a:lnTo>
                <a:lnTo>
                  <a:pt x="703" y="432"/>
                </a:lnTo>
                <a:lnTo>
                  <a:pt x="704" y="432"/>
                </a:lnTo>
                <a:lnTo>
                  <a:pt x="704" y="433"/>
                </a:lnTo>
                <a:lnTo>
                  <a:pt x="705" y="433"/>
                </a:lnTo>
                <a:lnTo>
                  <a:pt x="707" y="433"/>
                </a:lnTo>
                <a:lnTo>
                  <a:pt x="708" y="435"/>
                </a:lnTo>
                <a:lnTo>
                  <a:pt x="708" y="438"/>
                </a:lnTo>
                <a:lnTo>
                  <a:pt x="708" y="440"/>
                </a:lnTo>
                <a:lnTo>
                  <a:pt x="707" y="440"/>
                </a:lnTo>
                <a:lnTo>
                  <a:pt x="707" y="442"/>
                </a:lnTo>
                <a:lnTo>
                  <a:pt x="706" y="445"/>
                </a:lnTo>
                <a:lnTo>
                  <a:pt x="705" y="447"/>
                </a:lnTo>
                <a:lnTo>
                  <a:pt x="705" y="448"/>
                </a:lnTo>
                <a:lnTo>
                  <a:pt x="703" y="451"/>
                </a:lnTo>
                <a:lnTo>
                  <a:pt x="703" y="452"/>
                </a:lnTo>
                <a:lnTo>
                  <a:pt x="703" y="453"/>
                </a:lnTo>
                <a:lnTo>
                  <a:pt x="704" y="453"/>
                </a:lnTo>
                <a:lnTo>
                  <a:pt x="705" y="453"/>
                </a:lnTo>
                <a:lnTo>
                  <a:pt x="705" y="454"/>
                </a:lnTo>
                <a:lnTo>
                  <a:pt x="705" y="455"/>
                </a:lnTo>
                <a:lnTo>
                  <a:pt x="705" y="457"/>
                </a:lnTo>
                <a:lnTo>
                  <a:pt x="704" y="458"/>
                </a:lnTo>
                <a:lnTo>
                  <a:pt x="703" y="458"/>
                </a:lnTo>
                <a:lnTo>
                  <a:pt x="703" y="459"/>
                </a:lnTo>
                <a:lnTo>
                  <a:pt x="702" y="459"/>
                </a:lnTo>
                <a:lnTo>
                  <a:pt x="702" y="460"/>
                </a:lnTo>
                <a:lnTo>
                  <a:pt x="703" y="460"/>
                </a:lnTo>
                <a:lnTo>
                  <a:pt x="703" y="461"/>
                </a:lnTo>
                <a:lnTo>
                  <a:pt x="702" y="463"/>
                </a:lnTo>
                <a:lnTo>
                  <a:pt x="702" y="464"/>
                </a:lnTo>
                <a:lnTo>
                  <a:pt x="702" y="465"/>
                </a:lnTo>
                <a:lnTo>
                  <a:pt x="701" y="466"/>
                </a:lnTo>
                <a:lnTo>
                  <a:pt x="701" y="469"/>
                </a:lnTo>
                <a:lnTo>
                  <a:pt x="703" y="471"/>
                </a:lnTo>
                <a:lnTo>
                  <a:pt x="704" y="471"/>
                </a:lnTo>
                <a:lnTo>
                  <a:pt x="705" y="471"/>
                </a:lnTo>
                <a:lnTo>
                  <a:pt x="705" y="472"/>
                </a:lnTo>
                <a:lnTo>
                  <a:pt x="706" y="472"/>
                </a:lnTo>
                <a:lnTo>
                  <a:pt x="708" y="472"/>
                </a:lnTo>
                <a:lnTo>
                  <a:pt x="709" y="473"/>
                </a:lnTo>
                <a:lnTo>
                  <a:pt x="710" y="474"/>
                </a:lnTo>
                <a:lnTo>
                  <a:pt x="712" y="475"/>
                </a:lnTo>
                <a:lnTo>
                  <a:pt x="713" y="476"/>
                </a:lnTo>
                <a:lnTo>
                  <a:pt x="714" y="476"/>
                </a:lnTo>
                <a:lnTo>
                  <a:pt x="714" y="475"/>
                </a:lnTo>
                <a:lnTo>
                  <a:pt x="715" y="476"/>
                </a:lnTo>
                <a:lnTo>
                  <a:pt x="716" y="476"/>
                </a:lnTo>
                <a:lnTo>
                  <a:pt x="717" y="477"/>
                </a:lnTo>
                <a:lnTo>
                  <a:pt x="717" y="478"/>
                </a:lnTo>
                <a:lnTo>
                  <a:pt x="717" y="479"/>
                </a:lnTo>
                <a:lnTo>
                  <a:pt x="717" y="480"/>
                </a:lnTo>
                <a:lnTo>
                  <a:pt x="717" y="481"/>
                </a:lnTo>
                <a:lnTo>
                  <a:pt x="716" y="482"/>
                </a:lnTo>
                <a:lnTo>
                  <a:pt x="717" y="482"/>
                </a:lnTo>
                <a:lnTo>
                  <a:pt x="717" y="483"/>
                </a:lnTo>
                <a:lnTo>
                  <a:pt x="718" y="484"/>
                </a:lnTo>
                <a:lnTo>
                  <a:pt x="722" y="484"/>
                </a:lnTo>
                <a:lnTo>
                  <a:pt x="722" y="483"/>
                </a:lnTo>
                <a:lnTo>
                  <a:pt x="723" y="483"/>
                </a:lnTo>
                <a:lnTo>
                  <a:pt x="724" y="484"/>
                </a:lnTo>
                <a:lnTo>
                  <a:pt x="724" y="485"/>
                </a:lnTo>
                <a:lnTo>
                  <a:pt x="723" y="485"/>
                </a:lnTo>
                <a:lnTo>
                  <a:pt x="722" y="487"/>
                </a:lnTo>
                <a:lnTo>
                  <a:pt x="722" y="488"/>
                </a:lnTo>
                <a:lnTo>
                  <a:pt x="721" y="489"/>
                </a:lnTo>
                <a:lnTo>
                  <a:pt x="721" y="490"/>
                </a:lnTo>
                <a:lnTo>
                  <a:pt x="722" y="490"/>
                </a:lnTo>
                <a:lnTo>
                  <a:pt x="722" y="491"/>
                </a:lnTo>
                <a:lnTo>
                  <a:pt x="723" y="492"/>
                </a:lnTo>
                <a:lnTo>
                  <a:pt x="723" y="493"/>
                </a:lnTo>
                <a:lnTo>
                  <a:pt x="723" y="494"/>
                </a:lnTo>
                <a:lnTo>
                  <a:pt x="724" y="494"/>
                </a:lnTo>
                <a:lnTo>
                  <a:pt x="725" y="494"/>
                </a:lnTo>
                <a:lnTo>
                  <a:pt x="725" y="495"/>
                </a:lnTo>
                <a:lnTo>
                  <a:pt x="726" y="495"/>
                </a:lnTo>
                <a:lnTo>
                  <a:pt x="727" y="495"/>
                </a:lnTo>
                <a:lnTo>
                  <a:pt x="727" y="496"/>
                </a:lnTo>
                <a:lnTo>
                  <a:pt x="729" y="496"/>
                </a:lnTo>
                <a:lnTo>
                  <a:pt x="730" y="495"/>
                </a:lnTo>
                <a:lnTo>
                  <a:pt x="731" y="494"/>
                </a:lnTo>
                <a:lnTo>
                  <a:pt x="732" y="494"/>
                </a:lnTo>
                <a:lnTo>
                  <a:pt x="732" y="495"/>
                </a:lnTo>
                <a:lnTo>
                  <a:pt x="733" y="496"/>
                </a:lnTo>
                <a:lnTo>
                  <a:pt x="733" y="497"/>
                </a:lnTo>
                <a:lnTo>
                  <a:pt x="733" y="498"/>
                </a:lnTo>
                <a:lnTo>
                  <a:pt x="736" y="498"/>
                </a:lnTo>
                <a:lnTo>
                  <a:pt x="737" y="498"/>
                </a:lnTo>
                <a:lnTo>
                  <a:pt x="739" y="498"/>
                </a:lnTo>
                <a:lnTo>
                  <a:pt x="741" y="499"/>
                </a:lnTo>
                <a:lnTo>
                  <a:pt x="742" y="499"/>
                </a:lnTo>
                <a:lnTo>
                  <a:pt x="741" y="499"/>
                </a:lnTo>
                <a:lnTo>
                  <a:pt x="741" y="500"/>
                </a:lnTo>
                <a:lnTo>
                  <a:pt x="742" y="502"/>
                </a:lnTo>
                <a:lnTo>
                  <a:pt x="742" y="503"/>
                </a:lnTo>
                <a:lnTo>
                  <a:pt x="743" y="503"/>
                </a:lnTo>
                <a:lnTo>
                  <a:pt x="745" y="505"/>
                </a:lnTo>
                <a:lnTo>
                  <a:pt x="745" y="506"/>
                </a:lnTo>
                <a:lnTo>
                  <a:pt x="746" y="506"/>
                </a:lnTo>
                <a:lnTo>
                  <a:pt x="747" y="507"/>
                </a:lnTo>
                <a:lnTo>
                  <a:pt x="747" y="508"/>
                </a:lnTo>
                <a:lnTo>
                  <a:pt x="747" y="509"/>
                </a:lnTo>
                <a:lnTo>
                  <a:pt x="746" y="510"/>
                </a:lnTo>
                <a:lnTo>
                  <a:pt x="745" y="511"/>
                </a:lnTo>
                <a:lnTo>
                  <a:pt x="744" y="514"/>
                </a:lnTo>
                <a:lnTo>
                  <a:pt x="743" y="515"/>
                </a:lnTo>
                <a:lnTo>
                  <a:pt x="742" y="515"/>
                </a:lnTo>
                <a:lnTo>
                  <a:pt x="742" y="516"/>
                </a:lnTo>
                <a:lnTo>
                  <a:pt x="743" y="516"/>
                </a:lnTo>
                <a:lnTo>
                  <a:pt x="743" y="517"/>
                </a:lnTo>
                <a:lnTo>
                  <a:pt x="743" y="518"/>
                </a:lnTo>
                <a:lnTo>
                  <a:pt x="743" y="519"/>
                </a:lnTo>
                <a:lnTo>
                  <a:pt x="742" y="520"/>
                </a:lnTo>
                <a:lnTo>
                  <a:pt x="741" y="520"/>
                </a:lnTo>
                <a:lnTo>
                  <a:pt x="741" y="521"/>
                </a:lnTo>
                <a:lnTo>
                  <a:pt x="740" y="521"/>
                </a:lnTo>
                <a:lnTo>
                  <a:pt x="739" y="521"/>
                </a:lnTo>
                <a:lnTo>
                  <a:pt x="739" y="522"/>
                </a:lnTo>
                <a:lnTo>
                  <a:pt x="739" y="523"/>
                </a:lnTo>
                <a:lnTo>
                  <a:pt x="740" y="523"/>
                </a:lnTo>
                <a:lnTo>
                  <a:pt x="741" y="523"/>
                </a:lnTo>
                <a:lnTo>
                  <a:pt x="741" y="524"/>
                </a:lnTo>
                <a:lnTo>
                  <a:pt x="742" y="524"/>
                </a:lnTo>
                <a:lnTo>
                  <a:pt x="742" y="525"/>
                </a:lnTo>
                <a:lnTo>
                  <a:pt x="742" y="526"/>
                </a:lnTo>
                <a:lnTo>
                  <a:pt x="743" y="526"/>
                </a:lnTo>
                <a:lnTo>
                  <a:pt x="744" y="526"/>
                </a:lnTo>
                <a:lnTo>
                  <a:pt x="745" y="527"/>
                </a:lnTo>
                <a:lnTo>
                  <a:pt x="745" y="529"/>
                </a:lnTo>
                <a:lnTo>
                  <a:pt x="745" y="530"/>
                </a:lnTo>
                <a:lnTo>
                  <a:pt x="745" y="531"/>
                </a:lnTo>
                <a:lnTo>
                  <a:pt x="744" y="531"/>
                </a:lnTo>
                <a:lnTo>
                  <a:pt x="744" y="532"/>
                </a:lnTo>
                <a:lnTo>
                  <a:pt x="745" y="532"/>
                </a:lnTo>
                <a:lnTo>
                  <a:pt x="746" y="532"/>
                </a:lnTo>
                <a:lnTo>
                  <a:pt x="749" y="532"/>
                </a:lnTo>
                <a:lnTo>
                  <a:pt x="750" y="532"/>
                </a:lnTo>
                <a:lnTo>
                  <a:pt x="750" y="531"/>
                </a:lnTo>
                <a:lnTo>
                  <a:pt x="750" y="530"/>
                </a:lnTo>
                <a:lnTo>
                  <a:pt x="751" y="529"/>
                </a:lnTo>
                <a:lnTo>
                  <a:pt x="752" y="529"/>
                </a:lnTo>
                <a:lnTo>
                  <a:pt x="752" y="528"/>
                </a:lnTo>
                <a:lnTo>
                  <a:pt x="753" y="529"/>
                </a:lnTo>
                <a:lnTo>
                  <a:pt x="754" y="529"/>
                </a:lnTo>
                <a:lnTo>
                  <a:pt x="755" y="530"/>
                </a:lnTo>
                <a:lnTo>
                  <a:pt x="756" y="531"/>
                </a:lnTo>
                <a:lnTo>
                  <a:pt x="757" y="531"/>
                </a:lnTo>
                <a:lnTo>
                  <a:pt x="757" y="530"/>
                </a:lnTo>
                <a:lnTo>
                  <a:pt x="757" y="528"/>
                </a:lnTo>
                <a:lnTo>
                  <a:pt x="757" y="527"/>
                </a:lnTo>
                <a:lnTo>
                  <a:pt x="757" y="526"/>
                </a:lnTo>
                <a:lnTo>
                  <a:pt x="756" y="524"/>
                </a:lnTo>
                <a:lnTo>
                  <a:pt x="756" y="523"/>
                </a:lnTo>
                <a:lnTo>
                  <a:pt x="755" y="523"/>
                </a:lnTo>
                <a:lnTo>
                  <a:pt x="755" y="522"/>
                </a:lnTo>
                <a:lnTo>
                  <a:pt x="755" y="521"/>
                </a:lnTo>
                <a:lnTo>
                  <a:pt x="756" y="520"/>
                </a:lnTo>
                <a:lnTo>
                  <a:pt x="757" y="520"/>
                </a:lnTo>
                <a:lnTo>
                  <a:pt x="759" y="520"/>
                </a:lnTo>
                <a:lnTo>
                  <a:pt x="760" y="520"/>
                </a:lnTo>
                <a:lnTo>
                  <a:pt x="761" y="520"/>
                </a:lnTo>
                <a:lnTo>
                  <a:pt x="762" y="521"/>
                </a:lnTo>
                <a:lnTo>
                  <a:pt x="763" y="522"/>
                </a:lnTo>
                <a:lnTo>
                  <a:pt x="764" y="523"/>
                </a:lnTo>
                <a:lnTo>
                  <a:pt x="765" y="523"/>
                </a:lnTo>
                <a:lnTo>
                  <a:pt x="766" y="523"/>
                </a:lnTo>
                <a:lnTo>
                  <a:pt x="767" y="523"/>
                </a:lnTo>
                <a:lnTo>
                  <a:pt x="767" y="524"/>
                </a:lnTo>
                <a:lnTo>
                  <a:pt x="767" y="525"/>
                </a:lnTo>
                <a:lnTo>
                  <a:pt x="767" y="526"/>
                </a:lnTo>
                <a:lnTo>
                  <a:pt x="766" y="526"/>
                </a:lnTo>
                <a:lnTo>
                  <a:pt x="765" y="526"/>
                </a:lnTo>
                <a:lnTo>
                  <a:pt x="765" y="525"/>
                </a:lnTo>
                <a:lnTo>
                  <a:pt x="764" y="525"/>
                </a:lnTo>
                <a:lnTo>
                  <a:pt x="764" y="526"/>
                </a:lnTo>
                <a:lnTo>
                  <a:pt x="763" y="527"/>
                </a:lnTo>
                <a:lnTo>
                  <a:pt x="763" y="528"/>
                </a:lnTo>
                <a:lnTo>
                  <a:pt x="763" y="529"/>
                </a:lnTo>
                <a:lnTo>
                  <a:pt x="764" y="529"/>
                </a:lnTo>
                <a:lnTo>
                  <a:pt x="764" y="530"/>
                </a:lnTo>
                <a:lnTo>
                  <a:pt x="765" y="530"/>
                </a:lnTo>
                <a:lnTo>
                  <a:pt x="763" y="531"/>
                </a:lnTo>
                <a:lnTo>
                  <a:pt x="760" y="532"/>
                </a:lnTo>
                <a:lnTo>
                  <a:pt x="760" y="533"/>
                </a:lnTo>
                <a:lnTo>
                  <a:pt x="759" y="533"/>
                </a:lnTo>
                <a:lnTo>
                  <a:pt x="759" y="534"/>
                </a:lnTo>
                <a:lnTo>
                  <a:pt x="759" y="535"/>
                </a:lnTo>
                <a:lnTo>
                  <a:pt x="757" y="536"/>
                </a:lnTo>
                <a:lnTo>
                  <a:pt x="756" y="536"/>
                </a:lnTo>
                <a:lnTo>
                  <a:pt x="756" y="538"/>
                </a:lnTo>
                <a:lnTo>
                  <a:pt x="756" y="539"/>
                </a:lnTo>
                <a:lnTo>
                  <a:pt x="757" y="540"/>
                </a:lnTo>
                <a:lnTo>
                  <a:pt x="758" y="540"/>
                </a:lnTo>
                <a:lnTo>
                  <a:pt x="759" y="541"/>
                </a:lnTo>
                <a:lnTo>
                  <a:pt x="760" y="542"/>
                </a:lnTo>
                <a:lnTo>
                  <a:pt x="760" y="543"/>
                </a:lnTo>
                <a:lnTo>
                  <a:pt x="759" y="546"/>
                </a:lnTo>
                <a:lnTo>
                  <a:pt x="757" y="549"/>
                </a:lnTo>
                <a:lnTo>
                  <a:pt x="757" y="550"/>
                </a:lnTo>
                <a:lnTo>
                  <a:pt x="757" y="551"/>
                </a:lnTo>
                <a:lnTo>
                  <a:pt x="758" y="552"/>
                </a:lnTo>
                <a:lnTo>
                  <a:pt x="758" y="553"/>
                </a:lnTo>
                <a:lnTo>
                  <a:pt x="757" y="554"/>
                </a:lnTo>
                <a:lnTo>
                  <a:pt x="757" y="555"/>
                </a:lnTo>
                <a:lnTo>
                  <a:pt x="757" y="556"/>
                </a:lnTo>
                <a:lnTo>
                  <a:pt x="756" y="556"/>
                </a:lnTo>
                <a:lnTo>
                  <a:pt x="755" y="557"/>
                </a:lnTo>
                <a:lnTo>
                  <a:pt x="754" y="557"/>
                </a:lnTo>
                <a:lnTo>
                  <a:pt x="753" y="557"/>
                </a:lnTo>
                <a:lnTo>
                  <a:pt x="752" y="556"/>
                </a:lnTo>
                <a:lnTo>
                  <a:pt x="751" y="556"/>
                </a:lnTo>
                <a:lnTo>
                  <a:pt x="751" y="557"/>
                </a:lnTo>
                <a:lnTo>
                  <a:pt x="750" y="557"/>
                </a:lnTo>
                <a:lnTo>
                  <a:pt x="749" y="557"/>
                </a:lnTo>
                <a:lnTo>
                  <a:pt x="748" y="557"/>
                </a:lnTo>
                <a:lnTo>
                  <a:pt x="747" y="556"/>
                </a:lnTo>
                <a:lnTo>
                  <a:pt x="746" y="556"/>
                </a:lnTo>
                <a:lnTo>
                  <a:pt x="745" y="556"/>
                </a:lnTo>
                <a:lnTo>
                  <a:pt x="745" y="557"/>
                </a:lnTo>
                <a:lnTo>
                  <a:pt x="745" y="559"/>
                </a:lnTo>
                <a:lnTo>
                  <a:pt x="745" y="561"/>
                </a:lnTo>
                <a:lnTo>
                  <a:pt x="744" y="564"/>
                </a:lnTo>
                <a:lnTo>
                  <a:pt x="746" y="566"/>
                </a:lnTo>
                <a:lnTo>
                  <a:pt x="745" y="568"/>
                </a:lnTo>
                <a:lnTo>
                  <a:pt x="744" y="568"/>
                </a:lnTo>
                <a:lnTo>
                  <a:pt x="745" y="569"/>
                </a:lnTo>
                <a:lnTo>
                  <a:pt x="746" y="568"/>
                </a:lnTo>
                <a:lnTo>
                  <a:pt x="747" y="568"/>
                </a:lnTo>
                <a:lnTo>
                  <a:pt x="747" y="567"/>
                </a:lnTo>
                <a:lnTo>
                  <a:pt x="748" y="567"/>
                </a:lnTo>
                <a:lnTo>
                  <a:pt x="748" y="569"/>
                </a:lnTo>
                <a:lnTo>
                  <a:pt x="749" y="571"/>
                </a:lnTo>
                <a:lnTo>
                  <a:pt x="750" y="571"/>
                </a:lnTo>
                <a:lnTo>
                  <a:pt x="751" y="571"/>
                </a:lnTo>
                <a:lnTo>
                  <a:pt x="751" y="570"/>
                </a:lnTo>
                <a:lnTo>
                  <a:pt x="752" y="570"/>
                </a:lnTo>
                <a:lnTo>
                  <a:pt x="753" y="572"/>
                </a:lnTo>
                <a:lnTo>
                  <a:pt x="752" y="573"/>
                </a:lnTo>
                <a:lnTo>
                  <a:pt x="752" y="574"/>
                </a:lnTo>
                <a:lnTo>
                  <a:pt x="752" y="575"/>
                </a:lnTo>
                <a:lnTo>
                  <a:pt x="755" y="578"/>
                </a:lnTo>
                <a:lnTo>
                  <a:pt x="755" y="579"/>
                </a:lnTo>
                <a:lnTo>
                  <a:pt x="758" y="578"/>
                </a:lnTo>
                <a:lnTo>
                  <a:pt x="761" y="578"/>
                </a:lnTo>
                <a:lnTo>
                  <a:pt x="763" y="578"/>
                </a:lnTo>
                <a:lnTo>
                  <a:pt x="764" y="579"/>
                </a:lnTo>
                <a:lnTo>
                  <a:pt x="765" y="579"/>
                </a:lnTo>
                <a:lnTo>
                  <a:pt x="766" y="581"/>
                </a:lnTo>
                <a:lnTo>
                  <a:pt x="767" y="584"/>
                </a:lnTo>
                <a:lnTo>
                  <a:pt x="768" y="585"/>
                </a:lnTo>
                <a:lnTo>
                  <a:pt x="771" y="586"/>
                </a:lnTo>
                <a:lnTo>
                  <a:pt x="772" y="587"/>
                </a:lnTo>
                <a:lnTo>
                  <a:pt x="773" y="588"/>
                </a:lnTo>
                <a:lnTo>
                  <a:pt x="775" y="589"/>
                </a:lnTo>
                <a:lnTo>
                  <a:pt x="776" y="590"/>
                </a:lnTo>
                <a:lnTo>
                  <a:pt x="777" y="591"/>
                </a:lnTo>
                <a:lnTo>
                  <a:pt x="778" y="593"/>
                </a:lnTo>
                <a:lnTo>
                  <a:pt x="781" y="595"/>
                </a:lnTo>
                <a:lnTo>
                  <a:pt x="783" y="597"/>
                </a:lnTo>
                <a:lnTo>
                  <a:pt x="786" y="600"/>
                </a:lnTo>
                <a:lnTo>
                  <a:pt x="787" y="600"/>
                </a:lnTo>
                <a:lnTo>
                  <a:pt x="787" y="602"/>
                </a:lnTo>
                <a:lnTo>
                  <a:pt x="787" y="603"/>
                </a:lnTo>
                <a:lnTo>
                  <a:pt x="786" y="604"/>
                </a:lnTo>
                <a:lnTo>
                  <a:pt x="786" y="606"/>
                </a:lnTo>
                <a:lnTo>
                  <a:pt x="785" y="608"/>
                </a:lnTo>
                <a:lnTo>
                  <a:pt x="787" y="608"/>
                </a:lnTo>
                <a:lnTo>
                  <a:pt x="788" y="608"/>
                </a:lnTo>
                <a:lnTo>
                  <a:pt x="790" y="609"/>
                </a:lnTo>
                <a:lnTo>
                  <a:pt x="791" y="610"/>
                </a:lnTo>
                <a:lnTo>
                  <a:pt x="791" y="611"/>
                </a:lnTo>
                <a:lnTo>
                  <a:pt x="791" y="612"/>
                </a:lnTo>
                <a:lnTo>
                  <a:pt x="790" y="614"/>
                </a:lnTo>
                <a:lnTo>
                  <a:pt x="788" y="614"/>
                </a:lnTo>
                <a:lnTo>
                  <a:pt x="787" y="614"/>
                </a:lnTo>
                <a:lnTo>
                  <a:pt x="787" y="615"/>
                </a:lnTo>
                <a:lnTo>
                  <a:pt x="787" y="616"/>
                </a:lnTo>
                <a:lnTo>
                  <a:pt x="788" y="617"/>
                </a:lnTo>
                <a:lnTo>
                  <a:pt x="789" y="617"/>
                </a:lnTo>
                <a:lnTo>
                  <a:pt x="790" y="617"/>
                </a:lnTo>
                <a:lnTo>
                  <a:pt x="791" y="618"/>
                </a:lnTo>
                <a:lnTo>
                  <a:pt x="791" y="619"/>
                </a:lnTo>
                <a:lnTo>
                  <a:pt x="789" y="619"/>
                </a:lnTo>
                <a:lnTo>
                  <a:pt x="788" y="619"/>
                </a:lnTo>
                <a:lnTo>
                  <a:pt x="786" y="618"/>
                </a:lnTo>
                <a:lnTo>
                  <a:pt x="785" y="617"/>
                </a:lnTo>
                <a:lnTo>
                  <a:pt x="785" y="616"/>
                </a:lnTo>
                <a:lnTo>
                  <a:pt x="784" y="617"/>
                </a:lnTo>
                <a:lnTo>
                  <a:pt x="781" y="617"/>
                </a:lnTo>
                <a:lnTo>
                  <a:pt x="779" y="619"/>
                </a:lnTo>
                <a:lnTo>
                  <a:pt x="779" y="622"/>
                </a:lnTo>
                <a:lnTo>
                  <a:pt x="778" y="622"/>
                </a:lnTo>
                <a:lnTo>
                  <a:pt x="777" y="623"/>
                </a:lnTo>
                <a:lnTo>
                  <a:pt x="777" y="624"/>
                </a:lnTo>
                <a:lnTo>
                  <a:pt x="778" y="624"/>
                </a:lnTo>
                <a:lnTo>
                  <a:pt x="779" y="624"/>
                </a:lnTo>
                <a:lnTo>
                  <a:pt x="779" y="625"/>
                </a:lnTo>
                <a:lnTo>
                  <a:pt x="779" y="627"/>
                </a:lnTo>
                <a:lnTo>
                  <a:pt x="780" y="628"/>
                </a:lnTo>
                <a:lnTo>
                  <a:pt x="781" y="628"/>
                </a:lnTo>
                <a:lnTo>
                  <a:pt x="781" y="629"/>
                </a:lnTo>
                <a:lnTo>
                  <a:pt x="782" y="630"/>
                </a:lnTo>
                <a:lnTo>
                  <a:pt x="782" y="631"/>
                </a:lnTo>
                <a:lnTo>
                  <a:pt x="782" y="632"/>
                </a:lnTo>
                <a:lnTo>
                  <a:pt x="783" y="632"/>
                </a:lnTo>
                <a:lnTo>
                  <a:pt x="784" y="635"/>
                </a:lnTo>
                <a:lnTo>
                  <a:pt x="785" y="635"/>
                </a:lnTo>
                <a:lnTo>
                  <a:pt x="786" y="635"/>
                </a:lnTo>
                <a:lnTo>
                  <a:pt x="787" y="635"/>
                </a:lnTo>
                <a:lnTo>
                  <a:pt x="787" y="634"/>
                </a:lnTo>
                <a:lnTo>
                  <a:pt x="788" y="634"/>
                </a:lnTo>
                <a:lnTo>
                  <a:pt x="789" y="633"/>
                </a:lnTo>
                <a:lnTo>
                  <a:pt x="790" y="633"/>
                </a:lnTo>
                <a:lnTo>
                  <a:pt x="790" y="634"/>
                </a:lnTo>
                <a:lnTo>
                  <a:pt x="791" y="634"/>
                </a:lnTo>
                <a:lnTo>
                  <a:pt x="792" y="634"/>
                </a:lnTo>
                <a:lnTo>
                  <a:pt x="793" y="634"/>
                </a:lnTo>
                <a:lnTo>
                  <a:pt x="796" y="632"/>
                </a:lnTo>
                <a:lnTo>
                  <a:pt x="797" y="633"/>
                </a:lnTo>
                <a:lnTo>
                  <a:pt x="797" y="634"/>
                </a:lnTo>
                <a:lnTo>
                  <a:pt x="797" y="635"/>
                </a:lnTo>
                <a:lnTo>
                  <a:pt x="798" y="636"/>
                </a:lnTo>
                <a:lnTo>
                  <a:pt x="800" y="636"/>
                </a:lnTo>
                <a:lnTo>
                  <a:pt x="802" y="636"/>
                </a:lnTo>
                <a:lnTo>
                  <a:pt x="804" y="637"/>
                </a:lnTo>
                <a:lnTo>
                  <a:pt x="805" y="637"/>
                </a:lnTo>
                <a:lnTo>
                  <a:pt x="805" y="638"/>
                </a:lnTo>
                <a:lnTo>
                  <a:pt x="807" y="640"/>
                </a:lnTo>
                <a:lnTo>
                  <a:pt x="808" y="640"/>
                </a:lnTo>
                <a:lnTo>
                  <a:pt x="809" y="644"/>
                </a:lnTo>
                <a:lnTo>
                  <a:pt x="810" y="645"/>
                </a:lnTo>
                <a:lnTo>
                  <a:pt x="811" y="646"/>
                </a:lnTo>
                <a:lnTo>
                  <a:pt x="815" y="648"/>
                </a:lnTo>
                <a:lnTo>
                  <a:pt x="817" y="649"/>
                </a:lnTo>
                <a:lnTo>
                  <a:pt x="818" y="649"/>
                </a:lnTo>
                <a:lnTo>
                  <a:pt x="818" y="651"/>
                </a:lnTo>
                <a:lnTo>
                  <a:pt x="817" y="651"/>
                </a:lnTo>
                <a:lnTo>
                  <a:pt x="816" y="651"/>
                </a:lnTo>
                <a:lnTo>
                  <a:pt x="816" y="652"/>
                </a:lnTo>
                <a:lnTo>
                  <a:pt x="815" y="652"/>
                </a:lnTo>
                <a:lnTo>
                  <a:pt x="815" y="653"/>
                </a:lnTo>
                <a:lnTo>
                  <a:pt x="815" y="659"/>
                </a:lnTo>
                <a:lnTo>
                  <a:pt x="816" y="661"/>
                </a:lnTo>
                <a:lnTo>
                  <a:pt x="818" y="664"/>
                </a:lnTo>
                <a:lnTo>
                  <a:pt x="819" y="665"/>
                </a:lnTo>
                <a:lnTo>
                  <a:pt x="820" y="665"/>
                </a:lnTo>
                <a:lnTo>
                  <a:pt x="821" y="665"/>
                </a:lnTo>
                <a:lnTo>
                  <a:pt x="822" y="665"/>
                </a:lnTo>
                <a:lnTo>
                  <a:pt x="822" y="669"/>
                </a:lnTo>
                <a:lnTo>
                  <a:pt x="822" y="670"/>
                </a:lnTo>
                <a:lnTo>
                  <a:pt x="821" y="670"/>
                </a:lnTo>
                <a:lnTo>
                  <a:pt x="821" y="671"/>
                </a:lnTo>
                <a:lnTo>
                  <a:pt x="821" y="672"/>
                </a:lnTo>
                <a:lnTo>
                  <a:pt x="821" y="673"/>
                </a:lnTo>
                <a:lnTo>
                  <a:pt x="822" y="673"/>
                </a:lnTo>
                <a:lnTo>
                  <a:pt x="822" y="672"/>
                </a:lnTo>
                <a:lnTo>
                  <a:pt x="823" y="672"/>
                </a:lnTo>
                <a:lnTo>
                  <a:pt x="825" y="672"/>
                </a:lnTo>
                <a:lnTo>
                  <a:pt x="826" y="672"/>
                </a:lnTo>
                <a:lnTo>
                  <a:pt x="827" y="671"/>
                </a:lnTo>
                <a:lnTo>
                  <a:pt x="828" y="669"/>
                </a:lnTo>
                <a:lnTo>
                  <a:pt x="829" y="667"/>
                </a:lnTo>
                <a:lnTo>
                  <a:pt x="831" y="665"/>
                </a:lnTo>
                <a:lnTo>
                  <a:pt x="831" y="664"/>
                </a:lnTo>
                <a:lnTo>
                  <a:pt x="833" y="662"/>
                </a:lnTo>
                <a:lnTo>
                  <a:pt x="833" y="661"/>
                </a:lnTo>
                <a:lnTo>
                  <a:pt x="834" y="661"/>
                </a:lnTo>
                <a:lnTo>
                  <a:pt x="836" y="661"/>
                </a:lnTo>
                <a:lnTo>
                  <a:pt x="837" y="661"/>
                </a:lnTo>
                <a:lnTo>
                  <a:pt x="840" y="662"/>
                </a:lnTo>
                <a:lnTo>
                  <a:pt x="841" y="662"/>
                </a:lnTo>
                <a:lnTo>
                  <a:pt x="841" y="663"/>
                </a:lnTo>
                <a:lnTo>
                  <a:pt x="844" y="665"/>
                </a:lnTo>
                <a:lnTo>
                  <a:pt x="844" y="666"/>
                </a:lnTo>
                <a:lnTo>
                  <a:pt x="848" y="665"/>
                </a:lnTo>
                <a:lnTo>
                  <a:pt x="850" y="665"/>
                </a:lnTo>
                <a:lnTo>
                  <a:pt x="852" y="665"/>
                </a:lnTo>
                <a:lnTo>
                  <a:pt x="853" y="665"/>
                </a:lnTo>
                <a:lnTo>
                  <a:pt x="854" y="664"/>
                </a:lnTo>
                <a:lnTo>
                  <a:pt x="855" y="664"/>
                </a:lnTo>
                <a:lnTo>
                  <a:pt x="856" y="664"/>
                </a:lnTo>
                <a:lnTo>
                  <a:pt x="857" y="664"/>
                </a:lnTo>
                <a:lnTo>
                  <a:pt x="857" y="665"/>
                </a:lnTo>
                <a:lnTo>
                  <a:pt x="857" y="666"/>
                </a:lnTo>
                <a:lnTo>
                  <a:pt x="859" y="667"/>
                </a:lnTo>
                <a:lnTo>
                  <a:pt x="862" y="669"/>
                </a:lnTo>
                <a:lnTo>
                  <a:pt x="864" y="670"/>
                </a:lnTo>
                <a:lnTo>
                  <a:pt x="866" y="671"/>
                </a:lnTo>
                <a:lnTo>
                  <a:pt x="867" y="670"/>
                </a:lnTo>
                <a:lnTo>
                  <a:pt x="868" y="670"/>
                </a:lnTo>
                <a:lnTo>
                  <a:pt x="868" y="671"/>
                </a:lnTo>
                <a:lnTo>
                  <a:pt x="869" y="671"/>
                </a:lnTo>
                <a:lnTo>
                  <a:pt x="870" y="670"/>
                </a:lnTo>
                <a:lnTo>
                  <a:pt x="871" y="670"/>
                </a:lnTo>
                <a:lnTo>
                  <a:pt x="871" y="669"/>
                </a:lnTo>
                <a:lnTo>
                  <a:pt x="872" y="668"/>
                </a:lnTo>
                <a:lnTo>
                  <a:pt x="872" y="667"/>
                </a:lnTo>
                <a:lnTo>
                  <a:pt x="873" y="667"/>
                </a:lnTo>
                <a:lnTo>
                  <a:pt x="873" y="666"/>
                </a:lnTo>
                <a:lnTo>
                  <a:pt x="874" y="666"/>
                </a:lnTo>
                <a:lnTo>
                  <a:pt x="875" y="666"/>
                </a:lnTo>
                <a:lnTo>
                  <a:pt x="876" y="666"/>
                </a:lnTo>
                <a:lnTo>
                  <a:pt x="876" y="664"/>
                </a:lnTo>
                <a:lnTo>
                  <a:pt x="876" y="663"/>
                </a:lnTo>
                <a:lnTo>
                  <a:pt x="877" y="662"/>
                </a:lnTo>
                <a:lnTo>
                  <a:pt x="878" y="661"/>
                </a:lnTo>
                <a:lnTo>
                  <a:pt x="879" y="662"/>
                </a:lnTo>
                <a:lnTo>
                  <a:pt x="880" y="662"/>
                </a:lnTo>
                <a:lnTo>
                  <a:pt x="880" y="661"/>
                </a:lnTo>
                <a:lnTo>
                  <a:pt x="880" y="660"/>
                </a:lnTo>
                <a:lnTo>
                  <a:pt x="882" y="658"/>
                </a:lnTo>
                <a:lnTo>
                  <a:pt x="882" y="657"/>
                </a:lnTo>
                <a:lnTo>
                  <a:pt x="883" y="656"/>
                </a:lnTo>
                <a:lnTo>
                  <a:pt x="884" y="654"/>
                </a:lnTo>
                <a:lnTo>
                  <a:pt x="886" y="652"/>
                </a:lnTo>
                <a:lnTo>
                  <a:pt x="887" y="652"/>
                </a:lnTo>
                <a:lnTo>
                  <a:pt x="888" y="652"/>
                </a:lnTo>
                <a:lnTo>
                  <a:pt x="889" y="652"/>
                </a:lnTo>
                <a:lnTo>
                  <a:pt x="892" y="649"/>
                </a:lnTo>
                <a:lnTo>
                  <a:pt x="893" y="649"/>
                </a:lnTo>
                <a:lnTo>
                  <a:pt x="895" y="648"/>
                </a:lnTo>
                <a:lnTo>
                  <a:pt x="895" y="647"/>
                </a:lnTo>
                <a:lnTo>
                  <a:pt x="896" y="646"/>
                </a:lnTo>
                <a:lnTo>
                  <a:pt x="897" y="645"/>
                </a:lnTo>
                <a:lnTo>
                  <a:pt x="897" y="643"/>
                </a:lnTo>
                <a:lnTo>
                  <a:pt x="897" y="642"/>
                </a:lnTo>
                <a:lnTo>
                  <a:pt x="897" y="641"/>
                </a:lnTo>
                <a:lnTo>
                  <a:pt x="898" y="641"/>
                </a:lnTo>
                <a:lnTo>
                  <a:pt x="899" y="640"/>
                </a:lnTo>
                <a:lnTo>
                  <a:pt x="900" y="639"/>
                </a:lnTo>
                <a:lnTo>
                  <a:pt x="901" y="640"/>
                </a:lnTo>
                <a:lnTo>
                  <a:pt x="902" y="640"/>
                </a:lnTo>
                <a:lnTo>
                  <a:pt x="903" y="640"/>
                </a:lnTo>
                <a:lnTo>
                  <a:pt x="904" y="640"/>
                </a:lnTo>
                <a:lnTo>
                  <a:pt x="905" y="640"/>
                </a:lnTo>
                <a:lnTo>
                  <a:pt x="906" y="639"/>
                </a:lnTo>
                <a:lnTo>
                  <a:pt x="907" y="639"/>
                </a:lnTo>
                <a:lnTo>
                  <a:pt x="908" y="638"/>
                </a:lnTo>
                <a:lnTo>
                  <a:pt x="909" y="638"/>
                </a:lnTo>
                <a:lnTo>
                  <a:pt x="909" y="639"/>
                </a:lnTo>
                <a:lnTo>
                  <a:pt x="910" y="639"/>
                </a:lnTo>
                <a:lnTo>
                  <a:pt x="910" y="638"/>
                </a:lnTo>
                <a:lnTo>
                  <a:pt x="911" y="637"/>
                </a:lnTo>
                <a:lnTo>
                  <a:pt x="912" y="637"/>
                </a:lnTo>
                <a:lnTo>
                  <a:pt x="913" y="637"/>
                </a:lnTo>
                <a:lnTo>
                  <a:pt x="914" y="636"/>
                </a:lnTo>
                <a:lnTo>
                  <a:pt x="915" y="636"/>
                </a:lnTo>
                <a:lnTo>
                  <a:pt x="915" y="635"/>
                </a:lnTo>
                <a:lnTo>
                  <a:pt x="916" y="635"/>
                </a:lnTo>
                <a:lnTo>
                  <a:pt x="918" y="634"/>
                </a:lnTo>
                <a:lnTo>
                  <a:pt x="919" y="633"/>
                </a:lnTo>
                <a:lnTo>
                  <a:pt x="919" y="632"/>
                </a:lnTo>
                <a:lnTo>
                  <a:pt x="920" y="631"/>
                </a:lnTo>
                <a:lnTo>
                  <a:pt x="922" y="629"/>
                </a:lnTo>
                <a:lnTo>
                  <a:pt x="923" y="628"/>
                </a:lnTo>
                <a:lnTo>
                  <a:pt x="923" y="626"/>
                </a:lnTo>
                <a:lnTo>
                  <a:pt x="924" y="625"/>
                </a:lnTo>
                <a:lnTo>
                  <a:pt x="925" y="625"/>
                </a:lnTo>
                <a:lnTo>
                  <a:pt x="929" y="624"/>
                </a:lnTo>
                <a:lnTo>
                  <a:pt x="930" y="624"/>
                </a:lnTo>
                <a:lnTo>
                  <a:pt x="931" y="624"/>
                </a:lnTo>
                <a:lnTo>
                  <a:pt x="932" y="624"/>
                </a:lnTo>
                <a:lnTo>
                  <a:pt x="934" y="624"/>
                </a:lnTo>
                <a:lnTo>
                  <a:pt x="935" y="623"/>
                </a:lnTo>
                <a:lnTo>
                  <a:pt x="936" y="623"/>
                </a:lnTo>
                <a:lnTo>
                  <a:pt x="940" y="621"/>
                </a:lnTo>
                <a:lnTo>
                  <a:pt x="941" y="621"/>
                </a:lnTo>
                <a:lnTo>
                  <a:pt x="943" y="620"/>
                </a:lnTo>
                <a:lnTo>
                  <a:pt x="945" y="620"/>
                </a:lnTo>
                <a:lnTo>
                  <a:pt x="946" y="619"/>
                </a:lnTo>
                <a:lnTo>
                  <a:pt x="950" y="618"/>
                </a:lnTo>
                <a:lnTo>
                  <a:pt x="951" y="617"/>
                </a:lnTo>
                <a:lnTo>
                  <a:pt x="952" y="617"/>
                </a:lnTo>
                <a:lnTo>
                  <a:pt x="952" y="616"/>
                </a:lnTo>
                <a:lnTo>
                  <a:pt x="953" y="615"/>
                </a:lnTo>
                <a:lnTo>
                  <a:pt x="953" y="614"/>
                </a:lnTo>
                <a:lnTo>
                  <a:pt x="953" y="613"/>
                </a:lnTo>
                <a:lnTo>
                  <a:pt x="953" y="612"/>
                </a:lnTo>
                <a:lnTo>
                  <a:pt x="954" y="612"/>
                </a:lnTo>
                <a:lnTo>
                  <a:pt x="955" y="612"/>
                </a:lnTo>
                <a:lnTo>
                  <a:pt x="956" y="612"/>
                </a:lnTo>
                <a:lnTo>
                  <a:pt x="957" y="612"/>
                </a:lnTo>
                <a:lnTo>
                  <a:pt x="958" y="612"/>
                </a:lnTo>
                <a:lnTo>
                  <a:pt x="959" y="613"/>
                </a:lnTo>
                <a:lnTo>
                  <a:pt x="959" y="614"/>
                </a:lnTo>
                <a:lnTo>
                  <a:pt x="960" y="614"/>
                </a:lnTo>
                <a:lnTo>
                  <a:pt x="961" y="614"/>
                </a:lnTo>
                <a:lnTo>
                  <a:pt x="961" y="615"/>
                </a:lnTo>
                <a:lnTo>
                  <a:pt x="962" y="615"/>
                </a:lnTo>
                <a:lnTo>
                  <a:pt x="964" y="616"/>
                </a:lnTo>
                <a:lnTo>
                  <a:pt x="965" y="616"/>
                </a:lnTo>
                <a:lnTo>
                  <a:pt x="966" y="616"/>
                </a:lnTo>
                <a:lnTo>
                  <a:pt x="967" y="616"/>
                </a:lnTo>
                <a:lnTo>
                  <a:pt x="968" y="617"/>
                </a:lnTo>
                <a:lnTo>
                  <a:pt x="968" y="619"/>
                </a:lnTo>
                <a:lnTo>
                  <a:pt x="969" y="619"/>
                </a:lnTo>
                <a:lnTo>
                  <a:pt x="969" y="621"/>
                </a:lnTo>
                <a:lnTo>
                  <a:pt x="970" y="623"/>
                </a:lnTo>
                <a:lnTo>
                  <a:pt x="970" y="624"/>
                </a:lnTo>
                <a:lnTo>
                  <a:pt x="969" y="624"/>
                </a:lnTo>
                <a:lnTo>
                  <a:pt x="969" y="625"/>
                </a:lnTo>
                <a:lnTo>
                  <a:pt x="968" y="625"/>
                </a:lnTo>
                <a:lnTo>
                  <a:pt x="965" y="628"/>
                </a:lnTo>
                <a:lnTo>
                  <a:pt x="965" y="629"/>
                </a:lnTo>
                <a:lnTo>
                  <a:pt x="964" y="629"/>
                </a:lnTo>
                <a:lnTo>
                  <a:pt x="964" y="630"/>
                </a:lnTo>
                <a:lnTo>
                  <a:pt x="964" y="632"/>
                </a:lnTo>
                <a:lnTo>
                  <a:pt x="964" y="633"/>
                </a:lnTo>
                <a:lnTo>
                  <a:pt x="963" y="633"/>
                </a:lnTo>
                <a:lnTo>
                  <a:pt x="963" y="634"/>
                </a:lnTo>
                <a:lnTo>
                  <a:pt x="963" y="635"/>
                </a:lnTo>
                <a:lnTo>
                  <a:pt x="963" y="636"/>
                </a:lnTo>
                <a:lnTo>
                  <a:pt x="964" y="636"/>
                </a:lnTo>
                <a:lnTo>
                  <a:pt x="966" y="636"/>
                </a:lnTo>
                <a:lnTo>
                  <a:pt x="967" y="637"/>
                </a:lnTo>
                <a:lnTo>
                  <a:pt x="968" y="639"/>
                </a:lnTo>
                <a:lnTo>
                  <a:pt x="969" y="639"/>
                </a:lnTo>
                <a:lnTo>
                  <a:pt x="970" y="640"/>
                </a:lnTo>
                <a:lnTo>
                  <a:pt x="971" y="640"/>
                </a:lnTo>
                <a:lnTo>
                  <a:pt x="972" y="641"/>
                </a:lnTo>
                <a:lnTo>
                  <a:pt x="973" y="641"/>
                </a:lnTo>
                <a:lnTo>
                  <a:pt x="973" y="642"/>
                </a:lnTo>
                <a:lnTo>
                  <a:pt x="974" y="644"/>
                </a:lnTo>
                <a:lnTo>
                  <a:pt x="975" y="644"/>
                </a:lnTo>
                <a:lnTo>
                  <a:pt x="975" y="645"/>
                </a:lnTo>
                <a:lnTo>
                  <a:pt x="976" y="645"/>
                </a:lnTo>
                <a:lnTo>
                  <a:pt x="978" y="644"/>
                </a:lnTo>
                <a:lnTo>
                  <a:pt x="979" y="644"/>
                </a:lnTo>
                <a:lnTo>
                  <a:pt x="980" y="643"/>
                </a:lnTo>
                <a:lnTo>
                  <a:pt x="981" y="643"/>
                </a:lnTo>
                <a:lnTo>
                  <a:pt x="981" y="644"/>
                </a:lnTo>
                <a:lnTo>
                  <a:pt x="982" y="644"/>
                </a:lnTo>
                <a:lnTo>
                  <a:pt x="983" y="643"/>
                </a:lnTo>
                <a:lnTo>
                  <a:pt x="984" y="641"/>
                </a:lnTo>
                <a:lnTo>
                  <a:pt x="985" y="640"/>
                </a:lnTo>
                <a:lnTo>
                  <a:pt x="985" y="639"/>
                </a:lnTo>
                <a:lnTo>
                  <a:pt x="985" y="637"/>
                </a:lnTo>
                <a:lnTo>
                  <a:pt x="985" y="636"/>
                </a:lnTo>
                <a:lnTo>
                  <a:pt x="986" y="635"/>
                </a:lnTo>
                <a:lnTo>
                  <a:pt x="986" y="634"/>
                </a:lnTo>
                <a:lnTo>
                  <a:pt x="987" y="633"/>
                </a:lnTo>
                <a:lnTo>
                  <a:pt x="988" y="633"/>
                </a:lnTo>
                <a:lnTo>
                  <a:pt x="988" y="632"/>
                </a:lnTo>
                <a:lnTo>
                  <a:pt x="989" y="631"/>
                </a:lnTo>
                <a:lnTo>
                  <a:pt x="990" y="631"/>
                </a:lnTo>
                <a:lnTo>
                  <a:pt x="991" y="631"/>
                </a:lnTo>
                <a:lnTo>
                  <a:pt x="992" y="631"/>
                </a:lnTo>
                <a:lnTo>
                  <a:pt x="993" y="630"/>
                </a:lnTo>
                <a:lnTo>
                  <a:pt x="993" y="629"/>
                </a:lnTo>
                <a:lnTo>
                  <a:pt x="994" y="628"/>
                </a:lnTo>
                <a:lnTo>
                  <a:pt x="995" y="627"/>
                </a:lnTo>
                <a:lnTo>
                  <a:pt x="996" y="626"/>
                </a:lnTo>
                <a:lnTo>
                  <a:pt x="997" y="626"/>
                </a:lnTo>
                <a:lnTo>
                  <a:pt x="998" y="626"/>
                </a:lnTo>
                <a:lnTo>
                  <a:pt x="999" y="625"/>
                </a:lnTo>
                <a:lnTo>
                  <a:pt x="1000" y="625"/>
                </a:lnTo>
                <a:lnTo>
                  <a:pt x="1001" y="625"/>
                </a:lnTo>
                <a:lnTo>
                  <a:pt x="1005" y="625"/>
                </a:lnTo>
                <a:lnTo>
                  <a:pt x="1007" y="625"/>
                </a:lnTo>
                <a:lnTo>
                  <a:pt x="1007" y="624"/>
                </a:lnTo>
                <a:lnTo>
                  <a:pt x="1007" y="623"/>
                </a:lnTo>
                <a:lnTo>
                  <a:pt x="1009" y="622"/>
                </a:lnTo>
                <a:lnTo>
                  <a:pt x="1010" y="622"/>
                </a:lnTo>
                <a:lnTo>
                  <a:pt x="1010" y="621"/>
                </a:lnTo>
                <a:lnTo>
                  <a:pt x="1010" y="620"/>
                </a:lnTo>
                <a:lnTo>
                  <a:pt x="1012" y="619"/>
                </a:lnTo>
                <a:lnTo>
                  <a:pt x="1012" y="618"/>
                </a:lnTo>
                <a:lnTo>
                  <a:pt x="1013" y="618"/>
                </a:lnTo>
                <a:lnTo>
                  <a:pt x="1013" y="616"/>
                </a:lnTo>
                <a:lnTo>
                  <a:pt x="1014" y="614"/>
                </a:lnTo>
                <a:lnTo>
                  <a:pt x="1015" y="613"/>
                </a:lnTo>
                <a:lnTo>
                  <a:pt x="1016" y="613"/>
                </a:lnTo>
                <a:lnTo>
                  <a:pt x="1016" y="614"/>
                </a:lnTo>
                <a:lnTo>
                  <a:pt x="1017" y="614"/>
                </a:lnTo>
                <a:lnTo>
                  <a:pt x="1017" y="615"/>
                </a:lnTo>
                <a:lnTo>
                  <a:pt x="1016" y="616"/>
                </a:lnTo>
                <a:lnTo>
                  <a:pt x="1016" y="617"/>
                </a:lnTo>
                <a:lnTo>
                  <a:pt x="1017" y="618"/>
                </a:lnTo>
                <a:lnTo>
                  <a:pt x="1018" y="618"/>
                </a:lnTo>
                <a:lnTo>
                  <a:pt x="1019" y="618"/>
                </a:lnTo>
                <a:lnTo>
                  <a:pt x="1020" y="618"/>
                </a:lnTo>
                <a:lnTo>
                  <a:pt x="1022" y="618"/>
                </a:lnTo>
                <a:lnTo>
                  <a:pt x="1023" y="619"/>
                </a:lnTo>
                <a:lnTo>
                  <a:pt x="1024" y="619"/>
                </a:lnTo>
                <a:lnTo>
                  <a:pt x="1025" y="618"/>
                </a:lnTo>
                <a:lnTo>
                  <a:pt x="1026" y="618"/>
                </a:lnTo>
                <a:lnTo>
                  <a:pt x="1027" y="618"/>
                </a:lnTo>
                <a:lnTo>
                  <a:pt x="1029" y="618"/>
                </a:lnTo>
                <a:lnTo>
                  <a:pt x="1031" y="618"/>
                </a:lnTo>
                <a:lnTo>
                  <a:pt x="1032" y="618"/>
                </a:lnTo>
                <a:lnTo>
                  <a:pt x="1033" y="618"/>
                </a:lnTo>
                <a:lnTo>
                  <a:pt x="1034" y="617"/>
                </a:lnTo>
                <a:lnTo>
                  <a:pt x="1035" y="616"/>
                </a:lnTo>
                <a:lnTo>
                  <a:pt x="1035" y="614"/>
                </a:lnTo>
                <a:lnTo>
                  <a:pt x="1036" y="613"/>
                </a:lnTo>
                <a:lnTo>
                  <a:pt x="1037" y="612"/>
                </a:lnTo>
                <a:lnTo>
                  <a:pt x="1037" y="611"/>
                </a:lnTo>
                <a:lnTo>
                  <a:pt x="1036" y="610"/>
                </a:lnTo>
                <a:lnTo>
                  <a:pt x="1036" y="609"/>
                </a:lnTo>
                <a:lnTo>
                  <a:pt x="1036" y="608"/>
                </a:lnTo>
                <a:lnTo>
                  <a:pt x="1035" y="605"/>
                </a:lnTo>
                <a:lnTo>
                  <a:pt x="1035" y="604"/>
                </a:lnTo>
                <a:lnTo>
                  <a:pt x="1035" y="603"/>
                </a:lnTo>
                <a:lnTo>
                  <a:pt x="1035" y="600"/>
                </a:lnTo>
                <a:lnTo>
                  <a:pt x="1036" y="599"/>
                </a:lnTo>
                <a:lnTo>
                  <a:pt x="1036" y="598"/>
                </a:lnTo>
                <a:lnTo>
                  <a:pt x="1037" y="597"/>
                </a:lnTo>
                <a:lnTo>
                  <a:pt x="1037" y="596"/>
                </a:lnTo>
                <a:lnTo>
                  <a:pt x="1037" y="594"/>
                </a:lnTo>
                <a:lnTo>
                  <a:pt x="1036" y="592"/>
                </a:lnTo>
                <a:lnTo>
                  <a:pt x="1036" y="591"/>
                </a:lnTo>
                <a:lnTo>
                  <a:pt x="1036" y="590"/>
                </a:lnTo>
                <a:lnTo>
                  <a:pt x="1036" y="589"/>
                </a:lnTo>
                <a:lnTo>
                  <a:pt x="1038" y="589"/>
                </a:lnTo>
                <a:lnTo>
                  <a:pt x="1039" y="589"/>
                </a:lnTo>
                <a:lnTo>
                  <a:pt x="1040" y="589"/>
                </a:lnTo>
                <a:lnTo>
                  <a:pt x="1041" y="589"/>
                </a:lnTo>
                <a:lnTo>
                  <a:pt x="1043" y="589"/>
                </a:lnTo>
                <a:lnTo>
                  <a:pt x="1044" y="588"/>
                </a:lnTo>
                <a:lnTo>
                  <a:pt x="1045" y="586"/>
                </a:lnTo>
                <a:lnTo>
                  <a:pt x="1045" y="584"/>
                </a:lnTo>
                <a:lnTo>
                  <a:pt x="1045" y="583"/>
                </a:lnTo>
                <a:lnTo>
                  <a:pt x="1046" y="583"/>
                </a:lnTo>
                <a:lnTo>
                  <a:pt x="1047" y="583"/>
                </a:lnTo>
                <a:lnTo>
                  <a:pt x="1048" y="581"/>
                </a:lnTo>
                <a:lnTo>
                  <a:pt x="1048" y="580"/>
                </a:lnTo>
                <a:lnTo>
                  <a:pt x="1048" y="579"/>
                </a:lnTo>
                <a:lnTo>
                  <a:pt x="1048" y="578"/>
                </a:lnTo>
                <a:lnTo>
                  <a:pt x="1048" y="577"/>
                </a:lnTo>
                <a:lnTo>
                  <a:pt x="1048" y="576"/>
                </a:lnTo>
                <a:lnTo>
                  <a:pt x="1047" y="575"/>
                </a:lnTo>
                <a:lnTo>
                  <a:pt x="1047" y="574"/>
                </a:lnTo>
                <a:lnTo>
                  <a:pt x="1046" y="574"/>
                </a:lnTo>
                <a:lnTo>
                  <a:pt x="1045" y="575"/>
                </a:lnTo>
                <a:lnTo>
                  <a:pt x="1044" y="575"/>
                </a:lnTo>
                <a:lnTo>
                  <a:pt x="1044" y="574"/>
                </a:lnTo>
                <a:lnTo>
                  <a:pt x="1044" y="573"/>
                </a:lnTo>
                <a:lnTo>
                  <a:pt x="1043" y="572"/>
                </a:lnTo>
                <a:lnTo>
                  <a:pt x="1043" y="571"/>
                </a:lnTo>
                <a:lnTo>
                  <a:pt x="1043" y="570"/>
                </a:lnTo>
                <a:lnTo>
                  <a:pt x="1042" y="569"/>
                </a:lnTo>
                <a:lnTo>
                  <a:pt x="1042" y="568"/>
                </a:lnTo>
                <a:lnTo>
                  <a:pt x="1041" y="567"/>
                </a:lnTo>
                <a:lnTo>
                  <a:pt x="1042" y="566"/>
                </a:lnTo>
                <a:lnTo>
                  <a:pt x="1043" y="566"/>
                </a:lnTo>
                <a:lnTo>
                  <a:pt x="1043" y="565"/>
                </a:lnTo>
                <a:lnTo>
                  <a:pt x="1043" y="564"/>
                </a:lnTo>
                <a:lnTo>
                  <a:pt x="1043" y="563"/>
                </a:lnTo>
                <a:lnTo>
                  <a:pt x="1043" y="562"/>
                </a:lnTo>
                <a:lnTo>
                  <a:pt x="1043" y="560"/>
                </a:lnTo>
                <a:lnTo>
                  <a:pt x="1043" y="559"/>
                </a:lnTo>
                <a:lnTo>
                  <a:pt x="1042" y="557"/>
                </a:lnTo>
                <a:lnTo>
                  <a:pt x="1043" y="556"/>
                </a:lnTo>
                <a:lnTo>
                  <a:pt x="1043" y="555"/>
                </a:lnTo>
                <a:lnTo>
                  <a:pt x="1043" y="554"/>
                </a:lnTo>
                <a:lnTo>
                  <a:pt x="1043" y="553"/>
                </a:lnTo>
                <a:lnTo>
                  <a:pt x="1042" y="551"/>
                </a:lnTo>
                <a:lnTo>
                  <a:pt x="1041" y="551"/>
                </a:lnTo>
                <a:lnTo>
                  <a:pt x="1040" y="550"/>
                </a:lnTo>
                <a:lnTo>
                  <a:pt x="1039" y="549"/>
                </a:lnTo>
                <a:lnTo>
                  <a:pt x="1039" y="545"/>
                </a:lnTo>
                <a:lnTo>
                  <a:pt x="1040" y="545"/>
                </a:lnTo>
                <a:lnTo>
                  <a:pt x="1040" y="544"/>
                </a:lnTo>
                <a:lnTo>
                  <a:pt x="1040" y="543"/>
                </a:lnTo>
                <a:lnTo>
                  <a:pt x="1039" y="542"/>
                </a:lnTo>
                <a:lnTo>
                  <a:pt x="1038" y="541"/>
                </a:lnTo>
                <a:lnTo>
                  <a:pt x="1038" y="540"/>
                </a:lnTo>
                <a:lnTo>
                  <a:pt x="1038" y="539"/>
                </a:lnTo>
                <a:lnTo>
                  <a:pt x="1039" y="539"/>
                </a:lnTo>
                <a:lnTo>
                  <a:pt x="1039" y="538"/>
                </a:lnTo>
                <a:lnTo>
                  <a:pt x="1039" y="537"/>
                </a:lnTo>
                <a:lnTo>
                  <a:pt x="1038" y="537"/>
                </a:lnTo>
                <a:lnTo>
                  <a:pt x="1037" y="537"/>
                </a:lnTo>
                <a:lnTo>
                  <a:pt x="1037" y="536"/>
                </a:lnTo>
                <a:lnTo>
                  <a:pt x="1037" y="535"/>
                </a:lnTo>
                <a:lnTo>
                  <a:pt x="1037" y="534"/>
                </a:lnTo>
                <a:lnTo>
                  <a:pt x="1036" y="533"/>
                </a:lnTo>
                <a:lnTo>
                  <a:pt x="1036" y="532"/>
                </a:lnTo>
                <a:lnTo>
                  <a:pt x="1036" y="531"/>
                </a:lnTo>
                <a:lnTo>
                  <a:pt x="1037" y="531"/>
                </a:lnTo>
                <a:lnTo>
                  <a:pt x="1037" y="530"/>
                </a:lnTo>
                <a:lnTo>
                  <a:pt x="1037" y="529"/>
                </a:lnTo>
                <a:lnTo>
                  <a:pt x="1036" y="528"/>
                </a:lnTo>
                <a:lnTo>
                  <a:pt x="1035" y="527"/>
                </a:lnTo>
                <a:lnTo>
                  <a:pt x="1035" y="526"/>
                </a:lnTo>
                <a:lnTo>
                  <a:pt x="1035" y="524"/>
                </a:lnTo>
                <a:lnTo>
                  <a:pt x="1035" y="523"/>
                </a:lnTo>
                <a:lnTo>
                  <a:pt x="1035" y="522"/>
                </a:lnTo>
                <a:lnTo>
                  <a:pt x="1033" y="521"/>
                </a:lnTo>
                <a:lnTo>
                  <a:pt x="1033" y="520"/>
                </a:lnTo>
                <a:lnTo>
                  <a:pt x="1033" y="519"/>
                </a:lnTo>
                <a:lnTo>
                  <a:pt x="1033" y="518"/>
                </a:lnTo>
                <a:lnTo>
                  <a:pt x="1033" y="517"/>
                </a:lnTo>
                <a:lnTo>
                  <a:pt x="1033" y="516"/>
                </a:lnTo>
                <a:lnTo>
                  <a:pt x="1032" y="516"/>
                </a:lnTo>
                <a:lnTo>
                  <a:pt x="1031" y="516"/>
                </a:lnTo>
                <a:lnTo>
                  <a:pt x="1030" y="516"/>
                </a:lnTo>
                <a:lnTo>
                  <a:pt x="1029" y="515"/>
                </a:lnTo>
                <a:lnTo>
                  <a:pt x="1029" y="514"/>
                </a:lnTo>
                <a:lnTo>
                  <a:pt x="1028" y="513"/>
                </a:lnTo>
                <a:lnTo>
                  <a:pt x="1028" y="512"/>
                </a:lnTo>
                <a:lnTo>
                  <a:pt x="1027" y="511"/>
                </a:lnTo>
                <a:lnTo>
                  <a:pt x="1026" y="510"/>
                </a:lnTo>
                <a:lnTo>
                  <a:pt x="1025" y="508"/>
                </a:lnTo>
                <a:lnTo>
                  <a:pt x="1025" y="507"/>
                </a:lnTo>
                <a:lnTo>
                  <a:pt x="1024" y="505"/>
                </a:lnTo>
                <a:lnTo>
                  <a:pt x="1023" y="505"/>
                </a:lnTo>
                <a:lnTo>
                  <a:pt x="1022" y="503"/>
                </a:lnTo>
                <a:lnTo>
                  <a:pt x="1022" y="502"/>
                </a:lnTo>
                <a:lnTo>
                  <a:pt x="1021" y="502"/>
                </a:lnTo>
                <a:lnTo>
                  <a:pt x="1021" y="501"/>
                </a:lnTo>
                <a:lnTo>
                  <a:pt x="1020" y="501"/>
                </a:lnTo>
                <a:lnTo>
                  <a:pt x="1021" y="500"/>
                </a:lnTo>
                <a:lnTo>
                  <a:pt x="1020" y="497"/>
                </a:lnTo>
                <a:lnTo>
                  <a:pt x="1020" y="496"/>
                </a:lnTo>
                <a:lnTo>
                  <a:pt x="1020" y="495"/>
                </a:lnTo>
                <a:lnTo>
                  <a:pt x="1019" y="495"/>
                </a:lnTo>
                <a:lnTo>
                  <a:pt x="1019" y="493"/>
                </a:lnTo>
                <a:lnTo>
                  <a:pt x="1019" y="492"/>
                </a:lnTo>
                <a:lnTo>
                  <a:pt x="1020" y="491"/>
                </a:lnTo>
                <a:lnTo>
                  <a:pt x="1020" y="490"/>
                </a:lnTo>
                <a:lnTo>
                  <a:pt x="1020" y="489"/>
                </a:lnTo>
                <a:lnTo>
                  <a:pt x="1021" y="488"/>
                </a:lnTo>
                <a:lnTo>
                  <a:pt x="1020" y="486"/>
                </a:lnTo>
                <a:lnTo>
                  <a:pt x="1020" y="485"/>
                </a:lnTo>
                <a:lnTo>
                  <a:pt x="1021" y="484"/>
                </a:lnTo>
                <a:lnTo>
                  <a:pt x="1021" y="483"/>
                </a:lnTo>
                <a:lnTo>
                  <a:pt x="1020" y="482"/>
                </a:lnTo>
                <a:lnTo>
                  <a:pt x="1019" y="480"/>
                </a:lnTo>
                <a:lnTo>
                  <a:pt x="1018" y="480"/>
                </a:lnTo>
                <a:lnTo>
                  <a:pt x="1018" y="479"/>
                </a:lnTo>
                <a:lnTo>
                  <a:pt x="1017" y="478"/>
                </a:lnTo>
                <a:lnTo>
                  <a:pt x="1016" y="478"/>
                </a:lnTo>
                <a:lnTo>
                  <a:pt x="1016" y="477"/>
                </a:lnTo>
                <a:lnTo>
                  <a:pt x="1017" y="477"/>
                </a:lnTo>
                <a:lnTo>
                  <a:pt x="1017" y="476"/>
                </a:lnTo>
                <a:lnTo>
                  <a:pt x="1018" y="475"/>
                </a:lnTo>
                <a:lnTo>
                  <a:pt x="1019" y="472"/>
                </a:lnTo>
                <a:lnTo>
                  <a:pt x="1019" y="471"/>
                </a:lnTo>
                <a:lnTo>
                  <a:pt x="1020" y="470"/>
                </a:lnTo>
                <a:lnTo>
                  <a:pt x="1020" y="469"/>
                </a:lnTo>
                <a:lnTo>
                  <a:pt x="1021" y="469"/>
                </a:lnTo>
                <a:lnTo>
                  <a:pt x="1021" y="468"/>
                </a:lnTo>
                <a:lnTo>
                  <a:pt x="1022" y="468"/>
                </a:lnTo>
                <a:lnTo>
                  <a:pt x="1022" y="467"/>
                </a:lnTo>
                <a:lnTo>
                  <a:pt x="1022" y="465"/>
                </a:lnTo>
                <a:lnTo>
                  <a:pt x="1022" y="464"/>
                </a:lnTo>
                <a:lnTo>
                  <a:pt x="1022" y="462"/>
                </a:lnTo>
                <a:lnTo>
                  <a:pt x="1023" y="462"/>
                </a:lnTo>
                <a:lnTo>
                  <a:pt x="1023" y="461"/>
                </a:lnTo>
                <a:lnTo>
                  <a:pt x="1024" y="460"/>
                </a:lnTo>
                <a:lnTo>
                  <a:pt x="1024" y="459"/>
                </a:lnTo>
                <a:lnTo>
                  <a:pt x="1024" y="458"/>
                </a:lnTo>
                <a:lnTo>
                  <a:pt x="1024" y="456"/>
                </a:lnTo>
                <a:lnTo>
                  <a:pt x="1024" y="454"/>
                </a:lnTo>
                <a:lnTo>
                  <a:pt x="1024" y="451"/>
                </a:lnTo>
                <a:lnTo>
                  <a:pt x="1023" y="449"/>
                </a:lnTo>
                <a:lnTo>
                  <a:pt x="1023" y="448"/>
                </a:lnTo>
                <a:lnTo>
                  <a:pt x="1024" y="447"/>
                </a:lnTo>
                <a:lnTo>
                  <a:pt x="1024" y="446"/>
                </a:lnTo>
                <a:lnTo>
                  <a:pt x="1023" y="445"/>
                </a:lnTo>
                <a:lnTo>
                  <a:pt x="1023" y="444"/>
                </a:lnTo>
                <a:lnTo>
                  <a:pt x="1023" y="443"/>
                </a:lnTo>
                <a:lnTo>
                  <a:pt x="1023" y="442"/>
                </a:lnTo>
                <a:lnTo>
                  <a:pt x="1023" y="440"/>
                </a:lnTo>
                <a:lnTo>
                  <a:pt x="1023" y="438"/>
                </a:lnTo>
                <a:lnTo>
                  <a:pt x="1023" y="436"/>
                </a:lnTo>
                <a:lnTo>
                  <a:pt x="1023" y="435"/>
                </a:lnTo>
                <a:lnTo>
                  <a:pt x="1022" y="434"/>
                </a:lnTo>
                <a:lnTo>
                  <a:pt x="1021" y="433"/>
                </a:lnTo>
                <a:lnTo>
                  <a:pt x="1020" y="432"/>
                </a:lnTo>
                <a:lnTo>
                  <a:pt x="1019" y="430"/>
                </a:lnTo>
                <a:lnTo>
                  <a:pt x="1019" y="429"/>
                </a:lnTo>
                <a:lnTo>
                  <a:pt x="1019" y="428"/>
                </a:lnTo>
                <a:lnTo>
                  <a:pt x="1019" y="427"/>
                </a:lnTo>
                <a:lnTo>
                  <a:pt x="1020" y="427"/>
                </a:lnTo>
                <a:lnTo>
                  <a:pt x="1020" y="426"/>
                </a:lnTo>
                <a:lnTo>
                  <a:pt x="1020" y="425"/>
                </a:lnTo>
                <a:lnTo>
                  <a:pt x="1019" y="423"/>
                </a:lnTo>
                <a:lnTo>
                  <a:pt x="1020" y="422"/>
                </a:lnTo>
                <a:lnTo>
                  <a:pt x="1021" y="421"/>
                </a:lnTo>
                <a:lnTo>
                  <a:pt x="1022" y="419"/>
                </a:lnTo>
                <a:lnTo>
                  <a:pt x="1023" y="418"/>
                </a:lnTo>
                <a:lnTo>
                  <a:pt x="1023" y="416"/>
                </a:lnTo>
                <a:lnTo>
                  <a:pt x="1024" y="415"/>
                </a:lnTo>
                <a:lnTo>
                  <a:pt x="1024" y="414"/>
                </a:lnTo>
                <a:lnTo>
                  <a:pt x="1025" y="412"/>
                </a:lnTo>
                <a:lnTo>
                  <a:pt x="1025" y="411"/>
                </a:lnTo>
                <a:lnTo>
                  <a:pt x="1026" y="409"/>
                </a:lnTo>
                <a:lnTo>
                  <a:pt x="1027" y="408"/>
                </a:lnTo>
                <a:lnTo>
                  <a:pt x="1027" y="407"/>
                </a:lnTo>
                <a:lnTo>
                  <a:pt x="1029" y="405"/>
                </a:lnTo>
                <a:lnTo>
                  <a:pt x="1030" y="403"/>
                </a:lnTo>
                <a:lnTo>
                  <a:pt x="1030" y="402"/>
                </a:lnTo>
                <a:lnTo>
                  <a:pt x="1030" y="400"/>
                </a:lnTo>
                <a:lnTo>
                  <a:pt x="1031" y="400"/>
                </a:lnTo>
                <a:lnTo>
                  <a:pt x="1031" y="399"/>
                </a:lnTo>
                <a:lnTo>
                  <a:pt x="1032" y="399"/>
                </a:lnTo>
                <a:lnTo>
                  <a:pt x="1033" y="399"/>
                </a:lnTo>
                <a:lnTo>
                  <a:pt x="1034" y="400"/>
                </a:lnTo>
                <a:lnTo>
                  <a:pt x="1034" y="402"/>
                </a:lnTo>
                <a:lnTo>
                  <a:pt x="1034" y="403"/>
                </a:lnTo>
                <a:lnTo>
                  <a:pt x="1035" y="404"/>
                </a:lnTo>
                <a:lnTo>
                  <a:pt x="1036" y="406"/>
                </a:lnTo>
                <a:lnTo>
                  <a:pt x="1037" y="408"/>
                </a:lnTo>
                <a:lnTo>
                  <a:pt x="1038" y="408"/>
                </a:lnTo>
                <a:lnTo>
                  <a:pt x="1039" y="408"/>
                </a:lnTo>
                <a:lnTo>
                  <a:pt x="1040" y="408"/>
                </a:lnTo>
                <a:lnTo>
                  <a:pt x="1040" y="407"/>
                </a:lnTo>
                <a:lnTo>
                  <a:pt x="1041" y="407"/>
                </a:lnTo>
                <a:lnTo>
                  <a:pt x="1042" y="407"/>
                </a:lnTo>
                <a:lnTo>
                  <a:pt x="1043" y="406"/>
                </a:lnTo>
                <a:lnTo>
                  <a:pt x="1045" y="406"/>
                </a:lnTo>
                <a:lnTo>
                  <a:pt x="1046" y="405"/>
                </a:lnTo>
                <a:lnTo>
                  <a:pt x="1047" y="404"/>
                </a:lnTo>
                <a:lnTo>
                  <a:pt x="1048" y="403"/>
                </a:lnTo>
                <a:lnTo>
                  <a:pt x="1050" y="401"/>
                </a:lnTo>
                <a:lnTo>
                  <a:pt x="1051" y="400"/>
                </a:lnTo>
                <a:lnTo>
                  <a:pt x="1052" y="399"/>
                </a:lnTo>
                <a:lnTo>
                  <a:pt x="1053" y="399"/>
                </a:lnTo>
                <a:lnTo>
                  <a:pt x="1053" y="400"/>
                </a:lnTo>
                <a:lnTo>
                  <a:pt x="1054" y="400"/>
                </a:lnTo>
                <a:lnTo>
                  <a:pt x="1055" y="402"/>
                </a:lnTo>
                <a:lnTo>
                  <a:pt x="1056" y="402"/>
                </a:lnTo>
                <a:lnTo>
                  <a:pt x="1057" y="402"/>
                </a:lnTo>
                <a:lnTo>
                  <a:pt x="1058" y="402"/>
                </a:lnTo>
                <a:lnTo>
                  <a:pt x="1059" y="402"/>
                </a:lnTo>
                <a:lnTo>
                  <a:pt x="1060" y="402"/>
                </a:lnTo>
                <a:lnTo>
                  <a:pt x="1061" y="402"/>
                </a:lnTo>
                <a:lnTo>
                  <a:pt x="1062" y="401"/>
                </a:lnTo>
                <a:lnTo>
                  <a:pt x="1064" y="399"/>
                </a:lnTo>
                <a:lnTo>
                  <a:pt x="1065" y="399"/>
                </a:lnTo>
                <a:lnTo>
                  <a:pt x="1066" y="398"/>
                </a:lnTo>
                <a:lnTo>
                  <a:pt x="1067" y="397"/>
                </a:lnTo>
                <a:lnTo>
                  <a:pt x="1067" y="395"/>
                </a:lnTo>
                <a:lnTo>
                  <a:pt x="1067" y="393"/>
                </a:lnTo>
                <a:lnTo>
                  <a:pt x="1067" y="392"/>
                </a:lnTo>
                <a:lnTo>
                  <a:pt x="1068" y="389"/>
                </a:lnTo>
                <a:lnTo>
                  <a:pt x="1070" y="386"/>
                </a:lnTo>
                <a:lnTo>
                  <a:pt x="1071" y="385"/>
                </a:lnTo>
                <a:lnTo>
                  <a:pt x="1072" y="384"/>
                </a:lnTo>
                <a:lnTo>
                  <a:pt x="1072" y="383"/>
                </a:lnTo>
                <a:lnTo>
                  <a:pt x="1073" y="383"/>
                </a:lnTo>
                <a:lnTo>
                  <a:pt x="1074" y="382"/>
                </a:lnTo>
                <a:lnTo>
                  <a:pt x="1074" y="381"/>
                </a:lnTo>
                <a:lnTo>
                  <a:pt x="1074" y="380"/>
                </a:lnTo>
                <a:lnTo>
                  <a:pt x="1075" y="378"/>
                </a:lnTo>
                <a:lnTo>
                  <a:pt x="1076" y="377"/>
                </a:lnTo>
                <a:lnTo>
                  <a:pt x="1076" y="376"/>
                </a:lnTo>
                <a:lnTo>
                  <a:pt x="1078" y="376"/>
                </a:lnTo>
                <a:lnTo>
                  <a:pt x="1079" y="375"/>
                </a:lnTo>
                <a:lnTo>
                  <a:pt x="1080" y="374"/>
                </a:lnTo>
                <a:lnTo>
                  <a:pt x="1080" y="373"/>
                </a:lnTo>
                <a:lnTo>
                  <a:pt x="1080" y="372"/>
                </a:lnTo>
                <a:lnTo>
                  <a:pt x="1081" y="372"/>
                </a:lnTo>
                <a:lnTo>
                  <a:pt x="1081" y="371"/>
                </a:lnTo>
                <a:lnTo>
                  <a:pt x="1081" y="369"/>
                </a:lnTo>
                <a:lnTo>
                  <a:pt x="1082" y="368"/>
                </a:lnTo>
                <a:lnTo>
                  <a:pt x="1083" y="368"/>
                </a:lnTo>
                <a:lnTo>
                  <a:pt x="1084" y="367"/>
                </a:lnTo>
                <a:lnTo>
                  <a:pt x="1085" y="367"/>
                </a:lnTo>
                <a:lnTo>
                  <a:pt x="1086" y="368"/>
                </a:lnTo>
                <a:lnTo>
                  <a:pt x="1087" y="368"/>
                </a:lnTo>
                <a:lnTo>
                  <a:pt x="1088" y="368"/>
                </a:lnTo>
                <a:lnTo>
                  <a:pt x="1089" y="368"/>
                </a:lnTo>
                <a:lnTo>
                  <a:pt x="1090" y="368"/>
                </a:lnTo>
                <a:lnTo>
                  <a:pt x="1091" y="369"/>
                </a:lnTo>
                <a:lnTo>
                  <a:pt x="1092" y="369"/>
                </a:lnTo>
                <a:lnTo>
                  <a:pt x="1094" y="369"/>
                </a:lnTo>
                <a:lnTo>
                  <a:pt x="1095" y="369"/>
                </a:lnTo>
                <a:lnTo>
                  <a:pt x="1095" y="368"/>
                </a:lnTo>
                <a:lnTo>
                  <a:pt x="1095" y="366"/>
                </a:lnTo>
                <a:lnTo>
                  <a:pt x="1095" y="365"/>
                </a:lnTo>
                <a:lnTo>
                  <a:pt x="1095" y="364"/>
                </a:lnTo>
                <a:lnTo>
                  <a:pt x="1095" y="363"/>
                </a:lnTo>
                <a:lnTo>
                  <a:pt x="1096" y="363"/>
                </a:lnTo>
                <a:lnTo>
                  <a:pt x="1096" y="362"/>
                </a:lnTo>
                <a:lnTo>
                  <a:pt x="1096" y="361"/>
                </a:lnTo>
                <a:lnTo>
                  <a:pt x="1095" y="360"/>
                </a:lnTo>
                <a:lnTo>
                  <a:pt x="1095" y="359"/>
                </a:lnTo>
                <a:lnTo>
                  <a:pt x="1093" y="358"/>
                </a:lnTo>
                <a:lnTo>
                  <a:pt x="1092" y="357"/>
                </a:lnTo>
                <a:lnTo>
                  <a:pt x="1092" y="356"/>
                </a:lnTo>
                <a:lnTo>
                  <a:pt x="1092" y="355"/>
                </a:lnTo>
                <a:lnTo>
                  <a:pt x="1093" y="354"/>
                </a:lnTo>
                <a:lnTo>
                  <a:pt x="1094" y="354"/>
                </a:lnTo>
                <a:lnTo>
                  <a:pt x="1094" y="355"/>
                </a:lnTo>
                <a:lnTo>
                  <a:pt x="1095" y="355"/>
                </a:lnTo>
                <a:lnTo>
                  <a:pt x="1096" y="353"/>
                </a:lnTo>
                <a:lnTo>
                  <a:pt x="1099" y="350"/>
                </a:lnTo>
                <a:lnTo>
                  <a:pt x="1101" y="349"/>
                </a:lnTo>
                <a:lnTo>
                  <a:pt x="1102" y="347"/>
                </a:lnTo>
                <a:lnTo>
                  <a:pt x="1103" y="347"/>
                </a:lnTo>
                <a:lnTo>
                  <a:pt x="1103" y="346"/>
                </a:lnTo>
                <a:lnTo>
                  <a:pt x="1104" y="346"/>
                </a:lnTo>
                <a:lnTo>
                  <a:pt x="1105" y="346"/>
                </a:lnTo>
                <a:lnTo>
                  <a:pt x="1105" y="345"/>
                </a:lnTo>
                <a:lnTo>
                  <a:pt x="1106" y="345"/>
                </a:lnTo>
                <a:lnTo>
                  <a:pt x="1106" y="344"/>
                </a:lnTo>
                <a:lnTo>
                  <a:pt x="1106" y="343"/>
                </a:lnTo>
                <a:lnTo>
                  <a:pt x="1107" y="343"/>
                </a:lnTo>
                <a:lnTo>
                  <a:pt x="1108" y="341"/>
                </a:lnTo>
                <a:lnTo>
                  <a:pt x="1108" y="340"/>
                </a:lnTo>
                <a:lnTo>
                  <a:pt x="1109" y="339"/>
                </a:lnTo>
                <a:lnTo>
                  <a:pt x="1110" y="339"/>
                </a:lnTo>
                <a:lnTo>
                  <a:pt x="1111" y="339"/>
                </a:lnTo>
                <a:lnTo>
                  <a:pt x="1112" y="339"/>
                </a:lnTo>
                <a:lnTo>
                  <a:pt x="1113" y="339"/>
                </a:lnTo>
                <a:lnTo>
                  <a:pt x="1114" y="339"/>
                </a:lnTo>
                <a:lnTo>
                  <a:pt x="1114" y="338"/>
                </a:lnTo>
                <a:lnTo>
                  <a:pt x="1115" y="337"/>
                </a:lnTo>
                <a:lnTo>
                  <a:pt x="1115" y="336"/>
                </a:lnTo>
                <a:lnTo>
                  <a:pt x="1118" y="333"/>
                </a:lnTo>
                <a:lnTo>
                  <a:pt x="1119" y="332"/>
                </a:lnTo>
                <a:lnTo>
                  <a:pt x="1120" y="332"/>
                </a:lnTo>
                <a:lnTo>
                  <a:pt x="1121" y="332"/>
                </a:lnTo>
                <a:lnTo>
                  <a:pt x="1121" y="331"/>
                </a:lnTo>
                <a:lnTo>
                  <a:pt x="1122" y="331"/>
                </a:lnTo>
                <a:lnTo>
                  <a:pt x="1122" y="330"/>
                </a:lnTo>
                <a:lnTo>
                  <a:pt x="1123" y="330"/>
                </a:lnTo>
                <a:lnTo>
                  <a:pt x="1124" y="329"/>
                </a:lnTo>
                <a:lnTo>
                  <a:pt x="1125" y="328"/>
                </a:lnTo>
                <a:lnTo>
                  <a:pt x="1125" y="327"/>
                </a:lnTo>
                <a:lnTo>
                  <a:pt x="1125" y="325"/>
                </a:lnTo>
                <a:lnTo>
                  <a:pt x="1126" y="325"/>
                </a:lnTo>
                <a:lnTo>
                  <a:pt x="1127" y="324"/>
                </a:lnTo>
                <a:lnTo>
                  <a:pt x="1128" y="324"/>
                </a:lnTo>
                <a:lnTo>
                  <a:pt x="1129" y="323"/>
                </a:lnTo>
                <a:lnTo>
                  <a:pt x="1131" y="322"/>
                </a:lnTo>
                <a:lnTo>
                  <a:pt x="1132" y="319"/>
                </a:lnTo>
                <a:lnTo>
                  <a:pt x="1133" y="318"/>
                </a:lnTo>
                <a:lnTo>
                  <a:pt x="1134" y="315"/>
                </a:lnTo>
                <a:lnTo>
                  <a:pt x="1134" y="313"/>
                </a:lnTo>
                <a:lnTo>
                  <a:pt x="1134" y="312"/>
                </a:lnTo>
                <a:lnTo>
                  <a:pt x="1134" y="311"/>
                </a:lnTo>
                <a:lnTo>
                  <a:pt x="1134" y="310"/>
                </a:lnTo>
                <a:lnTo>
                  <a:pt x="1133" y="310"/>
                </a:lnTo>
                <a:lnTo>
                  <a:pt x="1133" y="306"/>
                </a:lnTo>
                <a:lnTo>
                  <a:pt x="1133" y="305"/>
                </a:lnTo>
                <a:lnTo>
                  <a:pt x="1133" y="303"/>
                </a:lnTo>
                <a:lnTo>
                  <a:pt x="1133" y="301"/>
                </a:lnTo>
                <a:lnTo>
                  <a:pt x="1133" y="298"/>
                </a:lnTo>
                <a:lnTo>
                  <a:pt x="1134" y="297"/>
                </a:lnTo>
                <a:lnTo>
                  <a:pt x="1135" y="296"/>
                </a:lnTo>
                <a:lnTo>
                  <a:pt x="1137" y="294"/>
                </a:lnTo>
                <a:lnTo>
                  <a:pt x="1137" y="293"/>
                </a:lnTo>
                <a:lnTo>
                  <a:pt x="1138" y="293"/>
                </a:lnTo>
                <a:lnTo>
                  <a:pt x="1138" y="292"/>
                </a:lnTo>
                <a:lnTo>
                  <a:pt x="1139" y="291"/>
                </a:lnTo>
                <a:lnTo>
                  <a:pt x="1140" y="290"/>
                </a:lnTo>
                <a:lnTo>
                  <a:pt x="1141" y="290"/>
                </a:lnTo>
                <a:lnTo>
                  <a:pt x="1143" y="289"/>
                </a:lnTo>
                <a:lnTo>
                  <a:pt x="1144" y="289"/>
                </a:lnTo>
                <a:lnTo>
                  <a:pt x="1144" y="288"/>
                </a:lnTo>
                <a:lnTo>
                  <a:pt x="1145" y="287"/>
                </a:lnTo>
                <a:lnTo>
                  <a:pt x="1145" y="286"/>
                </a:lnTo>
                <a:lnTo>
                  <a:pt x="1145" y="285"/>
                </a:lnTo>
                <a:lnTo>
                  <a:pt x="1144" y="285"/>
                </a:lnTo>
                <a:lnTo>
                  <a:pt x="1144" y="284"/>
                </a:lnTo>
                <a:lnTo>
                  <a:pt x="1143" y="284"/>
                </a:lnTo>
                <a:lnTo>
                  <a:pt x="1142" y="285"/>
                </a:lnTo>
                <a:lnTo>
                  <a:pt x="1141" y="286"/>
                </a:lnTo>
                <a:lnTo>
                  <a:pt x="1141" y="287"/>
                </a:lnTo>
                <a:lnTo>
                  <a:pt x="1140" y="287"/>
                </a:lnTo>
                <a:lnTo>
                  <a:pt x="1139" y="287"/>
                </a:lnTo>
                <a:lnTo>
                  <a:pt x="1136" y="287"/>
                </a:lnTo>
                <a:lnTo>
                  <a:pt x="1134" y="285"/>
                </a:lnTo>
                <a:lnTo>
                  <a:pt x="1134" y="284"/>
                </a:lnTo>
                <a:lnTo>
                  <a:pt x="1133" y="283"/>
                </a:lnTo>
                <a:lnTo>
                  <a:pt x="1133" y="282"/>
                </a:lnTo>
                <a:lnTo>
                  <a:pt x="1132" y="281"/>
                </a:lnTo>
                <a:lnTo>
                  <a:pt x="1132" y="280"/>
                </a:lnTo>
                <a:lnTo>
                  <a:pt x="1132" y="279"/>
                </a:lnTo>
                <a:lnTo>
                  <a:pt x="1132" y="278"/>
                </a:lnTo>
                <a:lnTo>
                  <a:pt x="1133" y="277"/>
                </a:lnTo>
                <a:lnTo>
                  <a:pt x="1133" y="276"/>
                </a:lnTo>
                <a:lnTo>
                  <a:pt x="1133" y="275"/>
                </a:lnTo>
                <a:lnTo>
                  <a:pt x="1132" y="275"/>
                </a:lnTo>
                <a:lnTo>
                  <a:pt x="1132" y="274"/>
                </a:lnTo>
                <a:lnTo>
                  <a:pt x="1131" y="273"/>
                </a:lnTo>
                <a:lnTo>
                  <a:pt x="1130" y="273"/>
                </a:lnTo>
                <a:lnTo>
                  <a:pt x="1128" y="273"/>
                </a:lnTo>
                <a:lnTo>
                  <a:pt x="1128" y="274"/>
                </a:lnTo>
                <a:lnTo>
                  <a:pt x="1127" y="274"/>
                </a:lnTo>
                <a:lnTo>
                  <a:pt x="1127" y="275"/>
                </a:lnTo>
                <a:lnTo>
                  <a:pt x="1126" y="275"/>
                </a:lnTo>
                <a:lnTo>
                  <a:pt x="1126" y="276"/>
                </a:lnTo>
                <a:lnTo>
                  <a:pt x="1126" y="275"/>
                </a:lnTo>
                <a:lnTo>
                  <a:pt x="1125" y="275"/>
                </a:lnTo>
                <a:lnTo>
                  <a:pt x="1124" y="274"/>
                </a:lnTo>
                <a:lnTo>
                  <a:pt x="1123" y="274"/>
                </a:lnTo>
                <a:lnTo>
                  <a:pt x="1123" y="273"/>
                </a:lnTo>
                <a:lnTo>
                  <a:pt x="1122" y="273"/>
                </a:lnTo>
                <a:lnTo>
                  <a:pt x="1122" y="272"/>
                </a:lnTo>
                <a:lnTo>
                  <a:pt x="1121" y="271"/>
                </a:lnTo>
                <a:lnTo>
                  <a:pt x="1121" y="270"/>
                </a:lnTo>
                <a:lnTo>
                  <a:pt x="1121" y="269"/>
                </a:lnTo>
                <a:lnTo>
                  <a:pt x="1121" y="267"/>
                </a:lnTo>
                <a:lnTo>
                  <a:pt x="1121" y="265"/>
                </a:lnTo>
                <a:lnTo>
                  <a:pt x="1122" y="265"/>
                </a:lnTo>
                <a:lnTo>
                  <a:pt x="1122" y="264"/>
                </a:lnTo>
                <a:lnTo>
                  <a:pt x="1123" y="264"/>
                </a:lnTo>
                <a:lnTo>
                  <a:pt x="1123" y="263"/>
                </a:lnTo>
                <a:lnTo>
                  <a:pt x="1124" y="263"/>
                </a:lnTo>
                <a:lnTo>
                  <a:pt x="1125" y="262"/>
                </a:lnTo>
                <a:lnTo>
                  <a:pt x="1126" y="260"/>
                </a:lnTo>
                <a:lnTo>
                  <a:pt x="1126" y="259"/>
                </a:lnTo>
                <a:lnTo>
                  <a:pt x="1125" y="258"/>
                </a:lnTo>
                <a:lnTo>
                  <a:pt x="1124" y="257"/>
                </a:lnTo>
                <a:lnTo>
                  <a:pt x="1124" y="256"/>
                </a:lnTo>
                <a:lnTo>
                  <a:pt x="1125" y="255"/>
                </a:lnTo>
                <a:lnTo>
                  <a:pt x="1125" y="254"/>
                </a:lnTo>
                <a:lnTo>
                  <a:pt x="1126" y="254"/>
                </a:lnTo>
                <a:lnTo>
                  <a:pt x="1126" y="255"/>
                </a:lnTo>
                <a:lnTo>
                  <a:pt x="1127" y="255"/>
                </a:lnTo>
                <a:lnTo>
                  <a:pt x="1128" y="255"/>
                </a:lnTo>
                <a:lnTo>
                  <a:pt x="1129" y="254"/>
                </a:lnTo>
                <a:lnTo>
                  <a:pt x="1130" y="253"/>
                </a:lnTo>
                <a:lnTo>
                  <a:pt x="1130" y="252"/>
                </a:lnTo>
                <a:lnTo>
                  <a:pt x="1131" y="252"/>
                </a:lnTo>
                <a:lnTo>
                  <a:pt x="1131" y="251"/>
                </a:lnTo>
                <a:lnTo>
                  <a:pt x="1132" y="251"/>
                </a:lnTo>
                <a:lnTo>
                  <a:pt x="1133" y="251"/>
                </a:lnTo>
                <a:lnTo>
                  <a:pt x="1134" y="251"/>
                </a:lnTo>
                <a:lnTo>
                  <a:pt x="1134" y="250"/>
                </a:lnTo>
                <a:lnTo>
                  <a:pt x="1135" y="250"/>
                </a:lnTo>
                <a:lnTo>
                  <a:pt x="1135" y="249"/>
                </a:lnTo>
                <a:lnTo>
                  <a:pt x="1135" y="248"/>
                </a:lnTo>
                <a:lnTo>
                  <a:pt x="1136" y="248"/>
                </a:lnTo>
                <a:lnTo>
                  <a:pt x="1137" y="247"/>
                </a:lnTo>
                <a:lnTo>
                  <a:pt x="1139" y="246"/>
                </a:lnTo>
                <a:lnTo>
                  <a:pt x="1140" y="246"/>
                </a:lnTo>
                <a:lnTo>
                  <a:pt x="1140" y="245"/>
                </a:lnTo>
                <a:lnTo>
                  <a:pt x="1141" y="244"/>
                </a:lnTo>
                <a:lnTo>
                  <a:pt x="1141" y="243"/>
                </a:lnTo>
                <a:lnTo>
                  <a:pt x="1142" y="242"/>
                </a:lnTo>
                <a:lnTo>
                  <a:pt x="1143" y="242"/>
                </a:lnTo>
                <a:lnTo>
                  <a:pt x="1143" y="241"/>
                </a:lnTo>
                <a:lnTo>
                  <a:pt x="1143" y="240"/>
                </a:lnTo>
                <a:lnTo>
                  <a:pt x="1144" y="240"/>
                </a:lnTo>
                <a:lnTo>
                  <a:pt x="1144" y="239"/>
                </a:lnTo>
                <a:lnTo>
                  <a:pt x="1145" y="237"/>
                </a:lnTo>
                <a:lnTo>
                  <a:pt x="1146" y="237"/>
                </a:lnTo>
                <a:lnTo>
                  <a:pt x="1146" y="235"/>
                </a:lnTo>
                <a:lnTo>
                  <a:pt x="1146" y="234"/>
                </a:lnTo>
                <a:lnTo>
                  <a:pt x="1146" y="233"/>
                </a:lnTo>
                <a:lnTo>
                  <a:pt x="1147" y="233"/>
                </a:lnTo>
                <a:lnTo>
                  <a:pt x="1147" y="232"/>
                </a:lnTo>
                <a:lnTo>
                  <a:pt x="1148" y="232"/>
                </a:lnTo>
                <a:lnTo>
                  <a:pt x="1149" y="232"/>
                </a:lnTo>
                <a:lnTo>
                  <a:pt x="1152" y="231"/>
                </a:lnTo>
                <a:lnTo>
                  <a:pt x="1153" y="231"/>
                </a:lnTo>
                <a:lnTo>
                  <a:pt x="1154" y="231"/>
                </a:lnTo>
                <a:lnTo>
                  <a:pt x="1155" y="230"/>
                </a:lnTo>
                <a:lnTo>
                  <a:pt x="1155" y="229"/>
                </a:lnTo>
                <a:lnTo>
                  <a:pt x="1156" y="229"/>
                </a:lnTo>
                <a:lnTo>
                  <a:pt x="1157" y="228"/>
                </a:lnTo>
                <a:lnTo>
                  <a:pt x="1157" y="227"/>
                </a:lnTo>
                <a:lnTo>
                  <a:pt x="1158" y="227"/>
                </a:lnTo>
                <a:lnTo>
                  <a:pt x="1159" y="227"/>
                </a:lnTo>
                <a:lnTo>
                  <a:pt x="1159" y="226"/>
                </a:lnTo>
                <a:lnTo>
                  <a:pt x="1159" y="227"/>
                </a:lnTo>
                <a:lnTo>
                  <a:pt x="1160" y="227"/>
                </a:lnTo>
                <a:lnTo>
                  <a:pt x="1161" y="227"/>
                </a:lnTo>
                <a:lnTo>
                  <a:pt x="1161" y="228"/>
                </a:lnTo>
                <a:lnTo>
                  <a:pt x="1162" y="228"/>
                </a:lnTo>
                <a:lnTo>
                  <a:pt x="1163" y="229"/>
                </a:lnTo>
                <a:lnTo>
                  <a:pt x="1164" y="230"/>
                </a:lnTo>
                <a:lnTo>
                  <a:pt x="1165" y="231"/>
                </a:lnTo>
                <a:lnTo>
                  <a:pt x="1166" y="231"/>
                </a:lnTo>
                <a:lnTo>
                  <a:pt x="1166" y="232"/>
                </a:lnTo>
                <a:lnTo>
                  <a:pt x="1167" y="232"/>
                </a:lnTo>
                <a:lnTo>
                  <a:pt x="1168" y="232"/>
                </a:lnTo>
                <a:lnTo>
                  <a:pt x="1168" y="233"/>
                </a:lnTo>
                <a:lnTo>
                  <a:pt x="1169" y="233"/>
                </a:lnTo>
                <a:lnTo>
                  <a:pt x="1169" y="234"/>
                </a:lnTo>
                <a:lnTo>
                  <a:pt x="1169" y="235"/>
                </a:lnTo>
                <a:lnTo>
                  <a:pt x="1169" y="236"/>
                </a:lnTo>
                <a:lnTo>
                  <a:pt x="1169" y="237"/>
                </a:lnTo>
                <a:lnTo>
                  <a:pt x="1169" y="238"/>
                </a:lnTo>
                <a:lnTo>
                  <a:pt x="1169" y="239"/>
                </a:lnTo>
                <a:lnTo>
                  <a:pt x="1170" y="239"/>
                </a:lnTo>
                <a:lnTo>
                  <a:pt x="1170" y="240"/>
                </a:lnTo>
                <a:lnTo>
                  <a:pt x="1171" y="240"/>
                </a:lnTo>
                <a:lnTo>
                  <a:pt x="1172" y="240"/>
                </a:lnTo>
                <a:lnTo>
                  <a:pt x="1173" y="240"/>
                </a:lnTo>
                <a:lnTo>
                  <a:pt x="1173" y="239"/>
                </a:lnTo>
                <a:lnTo>
                  <a:pt x="1174" y="239"/>
                </a:lnTo>
                <a:lnTo>
                  <a:pt x="1174" y="238"/>
                </a:lnTo>
                <a:lnTo>
                  <a:pt x="1174" y="237"/>
                </a:lnTo>
                <a:lnTo>
                  <a:pt x="1175" y="236"/>
                </a:lnTo>
                <a:lnTo>
                  <a:pt x="1175" y="235"/>
                </a:lnTo>
                <a:lnTo>
                  <a:pt x="1175" y="234"/>
                </a:lnTo>
                <a:lnTo>
                  <a:pt x="1175" y="233"/>
                </a:lnTo>
                <a:lnTo>
                  <a:pt x="1176" y="233"/>
                </a:lnTo>
                <a:lnTo>
                  <a:pt x="1176" y="232"/>
                </a:lnTo>
                <a:lnTo>
                  <a:pt x="1177" y="232"/>
                </a:lnTo>
                <a:lnTo>
                  <a:pt x="1178" y="232"/>
                </a:lnTo>
                <a:lnTo>
                  <a:pt x="1179" y="232"/>
                </a:lnTo>
                <a:lnTo>
                  <a:pt x="1180" y="232"/>
                </a:lnTo>
                <a:lnTo>
                  <a:pt x="1181" y="233"/>
                </a:lnTo>
                <a:lnTo>
                  <a:pt x="1182" y="233"/>
                </a:lnTo>
                <a:lnTo>
                  <a:pt x="1183" y="233"/>
                </a:lnTo>
                <a:lnTo>
                  <a:pt x="1183" y="232"/>
                </a:lnTo>
                <a:lnTo>
                  <a:pt x="1184" y="231"/>
                </a:lnTo>
                <a:lnTo>
                  <a:pt x="1185" y="230"/>
                </a:lnTo>
                <a:lnTo>
                  <a:pt x="1185" y="229"/>
                </a:lnTo>
                <a:lnTo>
                  <a:pt x="1185" y="228"/>
                </a:lnTo>
                <a:lnTo>
                  <a:pt x="1186" y="228"/>
                </a:lnTo>
                <a:lnTo>
                  <a:pt x="1188" y="227"/>
                </a:lnTo>
                <a:lnTo>
                  <a:pt x="1189" y="227"/>
                </a:lnTo>
                <a:lnTo>
                  <a:pt x="1190" y="226"/>
                </a:lnTo>
                <a:lnTo>
                  <a:pt x="1192" y="225"/>
                </a:lnTo>
                <a:lnTo>
                  <a:pt x="1192" y="224"/>
                </a:lnTo>
                <a:lnTo>
                  <a:pt x="1193" y="222"/>
                </a:lnTo>
                <a:lnTo>
                  <a:pt x="1195" y="222"/>
                </a:lnTo>
                <a:lnTo>
                  <a:pt x="1196" y="222"/>
                </a:lnTo>
                <a:lnTo>
                  <a:pt x="1198" y="220"/>
                </a:lnTo>
                <a:lnTo>
                  <a:pt x="1199" y="220"/>
                </a:lnTo>
                <a:lnTo>
                  <a:pt x="1200" y="220"/>
                </a:lnTo>
                <a:lnTo>
                  <a:pt x="1200" y="219"/>
                </a:lnTo>
                <a:lnTo>
                  <a:pt x="1201" y="219"/>
                </a:lnTo>
                <a:lnTo>
                  <a:pt x="1201" y="218"/>
                </a:lnTo>
                <a:lnTo>
                  <a:pt x="1202" y="217"/>
                </a:lnTo>
                <a:lnTo>
                  <a:pt x="1202" y="216"/>
                </a:lnTo>
                <a:lnTo>
                  <a:pt x="1201" y="216"/>
                </a:lnTo>
                <a:lnTo>
                  <a:pt x="1201" y="215"/>
                </a:lnTo>
                <a:lnTo>
                  <a:pt x="1201" y="213"/>
                </a:lnTo>
                <a:lnTo>
                  <a:pt x="1200" y="213"/>
                </a:lnTo>
                <a:lnTo>
                  <a:pt x="1200" y="212"/>
                </a:lnTo>
                <a:lnTo>
                  <a:pt x="1199" y="211"/>
                </a:lnTo>
                <a:lnTo>
                  <a:pt x="1199" y="210"/>
                </a:lnTo>
                <a:lnTo>
                  <a:pt x="1198" y="210"/>
                </a:lnTo>
                <a:lnTo>
                  <a:pt x="1198" y="209"/>
                </a:lnTo>
                <a:lnTo>
                  <a:pt x="1198" y="208"/>
                </a:lnTo>
                <a:lnTo>
                  <a:pt x="1198" y="207"/>
                </a:lnTo>
                <a:lnTo>
                  <a:pt x="1198" y="205"/>
                </a:lnTo>
                <a:lnTo>
                  <a:pt x="1199" y="204"/>
                </a:lnTo>
                <a:lnTo>
                  <a:pt x="1199" y="203"/>
                </a:lnTo>
                <a:lnTo>
                  <a:pt x="1199" y="202"/>
                </a:lnTo>
                <a:lnTo>
                  <a:pt x="1198" y="199"/>
                </a:lnTo>
                <a:lnTo>
                  <a:pt x="1198" y="198"/>
                </a:lnTo>
                <a:lnTo>
                  <a:pt x="1197" y="197"/>
                </a:lnTo>
                <a:lnTo>
                  <a:pt x="1196" y="196"/>
                </a:lnTo>
                <a:lnTo>
                  <a:pt x="1195" y="195"/>
                </a:lnTo>
                <a:lnTo>
                  <a:pt x="1195" y="194"/>
                </a:lnTo>
                <a:lnTo>
                  <a:pt x="1194" y="192"/>
                </a:lnTo>
                <a:lnTo>
                  <a:pt x="1193" y="191"/>
                </a:lnTo>
                <a:lnTo>
                  <a:pt x="1193" y="188"/>
                </a:lnTo>
                <a:lnTo>
                  <a:pt x="1194" y="188"/>
                </a:lnTo>
                <a:lnTo>
                  <a:pt x="1194" y="186"/>
                </a:lnTo>
                <a:lnTo>
                  <a:pt x="1193" y="185"/>
                </a:lnTo>
                <a:lnTo>
                  <a:pt x="1193" y="184"/>
                </a:lnTo>
                <a:lnTo>
                  <a:pt x="1192" y="183"/>
                </a:lnTo>
                <a:lnTo>
                  <a:pt x="1192" y="182"/>
                </a:lnTo>
                <a:lnTo>
                  <a:pt x="1191" y="182"/>
                </a:lnTo>
                <a:lnTo>
                  <a:pt x="1191" y="181"/>
                </a:lnTo>
                <a:lnTo>
                  <a:pt x="1191" y="180"/>
                </a:lnTo>
                <a:lnTo>
                  <a:pt x="1191" y="179"/>
                </a:lnTo>
                <a:lnTo>
                  <a:pt x="1190" y="179"/>
                </a:lnTo>
                <a:lnTo>
                  <a:pt x="1189" y="178"/>
                </a:lnTo>
                <a:lnTo>
                  <a:pt x="1188" y="177"/>
                </a:lnTo>
                <a:lnTo>
                  <a:pt x="1187" y="177"/>
                </a:lnTo>
                <a:lnTo>
                  <a:pt x="1187" y="176"/>
                </a:lnTo>
                <a:lnTo>
                  <a:pt x="1185" y="173"/>
                </a:lnTo>
                <a:lnTo>
                  <a:pt x="1186" y="173"/>
                </a:lnTo>
                <a:lnTo>
                  <a:pt x="1186" y="172"/>
                </a:lnTo>
                <a:lnTo>
                  <a:pt x="1187" y="172"/>
                </a:lnTo>
                <a:lnTo>
                  <a:pt x="1188" y="172"/>
                </a:lnTo>
                <a:lnTo>
                  <a:pt x="1189" y="171"/>
                </a:lnTo>
                <a:lnTo>
                  <a:pt x="1189" y="170"/>
                </a:lnTo>
                <a:lnTo>
                  <a:pt x="1189" y="169"/>
                </a:lnTo>
                <a:lnTo>
                  <a:pt x="1189" y="168"/>
                </a:lnTo>
                <a:lnTo>
                  <a:pt x="1189" y="167"/>
                </a:lnTo>
                <a:lnTo>
                  <a:pt x="1189" y="165"/>
                </a:lnTo>
                <a:lnTo>
                  <a:pt x="1190" y="165"/>
                </a:lnTo>
                <a:lnTo>
                  <a:pt x="1190" y="164"/>
                </a:lnTo>
                <a:lnTo>
                  <a:pt x="1191" y="164"/>
                </a:lnTo>
                <a:lnTo>
                  <a:pt x="1192" y="164"/>
                </a:lnTo>
                <a:lnTo>
                  <a:pt x="1192" y="163"/>
                </a:lnTo>
                <a:lnTo>
                  <a:pt x="1193" y="163"/>
                </a:lnTo>
                <a:lnTo>
                  <a:pt x="1193" y="162"/>
                </a:lnTo>
                <a:lnTo>
                  <a:pt x="1194" y="162"/>
                </a:lnTo>
                <a:lnTo>
                  <a:pt x="1194" y="161"/>
                </a:lnTo>
                <a:lnTo>
                  <a:pt x="1195" y="161"/>
                </a:lnTo>
                <a:lnTo>
                  <a:pt x="1195" y="160"/>
                </a:lnTo>
                <a:lnTo>
                  <a:pt x="1195" y="159"/>
                </a:lnTo>
                <a:lnTo>
                  <a:pt x="1195" y="158"/>
                </a:lnTo>
                <a:lnTo>
                  <a:pt x="1195" y="157"/>
                </a:lnTo>
                <a:lnTo>
                  <a:pt x="1195" y="155"/>
                </a:lnTo>
                <a:lnTo>
                  <a:pt x="1195" y="153"/>
                </a:lnTo>
                <a:lnTo>
                  <a:pt x="1195" y="152"/>
                </a:lnTo>
                <a:lnTo>
                  <a:pt x="1196" y="151"/>
                </a:lnTo>
                <a:lnTo>
                  <a:pt x="1196" y="149"/>
                </a:lnTo>
                <a:lnTo>
                  <a:pt x="1196" y="148"/>
                </a:lnTo>
                <a:lnTo>
                  <a:pt x="1196" y="147"/>
                </a:lnTo>
                <a:lnTo>
                  <a:pt x="1196" y="146"/>
                </a:lnTo>
                <a:lnTo>
                  <a:pt x="1197" y="146"/>
                </a:lnTo>
                <a:lnTo>
                  <a:pt x="1197" y="145"/>
                </a:lnTo>
                <a:lnTo>
                  <a:pt x="1197" y="144"/>
                </a:lnTo>
                <a:lnTo>
                  <a:pt x="1198" y="144"/>
                </a:lnTo>
                <a:lnTo>
                  <a:pt x="1198" y="143"/>
                </a:lnTo>
                <a:lnTo>
                  <a:pt x="1199" y="143"/>
                </a:lnTo>
                <a:lnTo>
                  <a:pt x="1200" y="144"/>
                </a:lnTo>
                <a:lnTo>
                  <a:pt x="1201" y="145"/>
                </a:lnTo>
                <a:lnTo>
                  <a:pt x="1202" y="146"/>
                </a:lnTo>
                <a:lnTo>
                  <a:pt x="1202" y="147"/>
                </a:lnTo>
                <a:lnTo>
                  <a:pt x="1202" y="148"/>
                </a:lnTo>
                <a:lnTo>
                  <a:pt x="1202" y="149"/>
                </a:lnTo>
                <a:lnTo>
                  <a:pt x="1201" y="149"/>
                </a:lnTo>
                <a:lnTo>
                  <a:pt x="1201" y="150"/>
                </a:lnTo>
                <a:lnTo>
                  <a:pt x="1201" y="151"/>
                </a:lnTo>
                <a:lnTo>
                  <a:pt x="1202" y="152"/>
                </a:lnTo>
                <a:lnTo>
                  <a:pt x="1203" y="153"/>
                </a:lnTo>
                <a:lnTo>
                  <a:pt x="1204" y="153"/>
                </a:lnTo>
                <a:lnTo>
                  <a:pt x="1206" y="153"/>
                </a:lnTo>
                <a:lnTo>
                  <a:pt x="1207" y="153"/>
                </a:lnTo>
                <a:lnTo>
                  <a:pt x="1207" y="152"/>
                </a:lnTo>
                <a:lnTo>
                  <a:pt x="1208" y="152"/>
                </a:lnTo>
                <a:lnTo>
                  <a:pt x="1208" y="151"/>
                </a:lnTo>
                <a:lnTo>
                  <a:pt x="1209" y="151"/>
                </a:lnTo>
                <a:lnTo>
                  <a:pt x="1210" y="151"/>
                </a:lnTo>
                <a:lnTo>
                  <a:pt x="1210" y="152"/>
                </a:lnTo>
                <a:lnTo>
                  <a:pt x="1211" y="152"/>
                </a:lnTo>
                <a:lnTo>
                  <a:pt x="1212" y="152"/>
                </a:lnTo>
                <a:lnTo>
                  <a:pt x="1212" y="153"/>
                </a:lnTo>
                <a:lnTo>
                  <a:pt x="1213" y="153"/>
                </a:lnTo>
                <a:lnTo>
                  <a:pt x="1213" y="154"/>
                </a:lnTo>
                <a:lnTo>
                  <a:pt x="1213" y="156"/>
                </a:lnTo>
                <a:lnTo>
                  <a:pt x="1214" y="156"/>
                </a:lnTo>
                <a:lnTo>
                  <a:pt x="1214" y="157"/>
                </a:lnTo>
                <a:lnTo>
                  <a:pt x="1215" y="157"/>
                </a:lnTo>
                <a:lnTo>
                  <a:pt x="1216" y="157"/>
                </a:lnTo>
                <a:lnTo>
                  <a:pt x="1217" y="157"/>
                </a:lnTo>
                <a:lnTo>
                  <a:pt x="1218" y="156"/>
                </a:lnTo>
                <a:lnTo>
                  <a:pt x="1221" y="155"/>
                </a:lnTo>
                <a:lnTo>
                  <a:pt x="1223" y="155"/>
                </a:lnTo>
                <a:lnTo>
                  <a:pt x="1224" y="155"/>
                </a:lnTo>
                <a:lnTo>
                  <a:pt x="1225" y="154"/>
                </a:lnTo>
                <a:lnTo>
                  <a:pt x="1226" y="154"/>
                </a:lnTo>
                <a:lnTo>
                  <a:pt x="1228" y="154"/>
                </a:lnTo>
                <a:lnTo>
                  <a:pt x="1229" y="153"/>
                </a:lnTo>
                <a:lnTo>
                  <a:pt x="1231" y="153"/>
                </a:lnTo>
                <a:lnTo>
                  <a:pt x="1232" y="153"/>
                </a:lnTo>
                <a:lnTo>
                  <a:pt x="1233" y="152"/>
                </a:lnTo>
                <a:lnTo>
                  <a:pt x="1234" y="152"/>
                </a:lnTo>
                <a:lnTo>
                  <a:pt x="1235" y="152"/>
                </a:lnTo>
                <a:lnTo>
                  <a:pt x="1236" y="152"/>
                </a:lnTo>
                <a:lnTo>
                  <a:pt x="1237" y="153"/>
                </a:lnTo>
                <a:lnTo>
                  <a:pt x="1237" y="154"/>
                </a:lnTo>
                <a:lnTo>
                  <a:pt x="1238" y="154"/>
                </a:lnTo>
                <a:lnTo>
                  <a:pt x="1238" y="155"/>
                </a:lnTo>
                <a:lnTo>
                  <a:pt x="1239" y="155"/>
                </a:lnTo>
                <a:lnTo>
                  <a:pt x="1239" y="156"/>
                </a:lnTo>
                <a:lnTo>
                  <a:pt x="1240" y="157"/>
                </a:lnTo>
                <a:lnTo>
                  <a:pt x="1241" y="157"/>
                </a:lnTo>
                <a:lnTo>
                  <a:pt x="1242" y="157"/>
                </a:lnTo>
                <a:lnTo>
                  <a:pt x="1243" y="156"/>
                </a:lnTo>
                <a:lnTo>
                  <a:pt x="1244" y="156"/>
                </a:lnTo>
                <a:lnTo>
                  <a:pt x="1244" y="155"/>
                </a:lnTo>
                <a:lnTo>
                  <a:pt x="1244" y="154"/>
                </a:lnTo>
                <a:lnTo>
                  <a:pt x="1244" y="153"/>
                </a:lnTo>
                <a:lnTo>
                  <a:pt x="1244" y="152"/>
                </a:lnTo>
                <a:lnTo>
                  <a:pt x="1245" y="151"/>
                </a:lnTo>
                <a:lnTo>
                  <a:pt x="1246" y="151"/>
                </a:lnTo>
                <a:lnTo>
                  <a:pt x="1246" y="150"/>
                </a:lnTo>
                <a:lnTo>
                  <a:pt x="1247" y="150"/>
                </a:lnTo>
                <a:lnTo>
                  <a:pt x="1248" y="150"/>
                </a:lnTo>
                <a:lnTo>
                  <a:pt x="1249" y="150"/>
                </a:lnTo>
                <a:lnTo>
                  <a:pt x="1250" y="150"/>
                </a:lnTo>
                <a:lnTo>
                  <a:pt x="1251" y="150"/>
                </a:lnTo>
                <a:lnTo>
                  <a:pt x="1252" y="150"/>
                </a:lnTo>
                <a:lnTo>
                  <a:pt x="1253" y="150"/>
                </a:lnTo>
                <a:lnTo>
                  <a:pt x="1254" y="150"/>
                </a:lnTo>
                <a:lnTo>
                  <a:pt x="1254" y="149"/>
                </a:lnTo>
                <a:lnTo>
                  <a:pt x="1255" y="149"/>
                </a:lnTo>
                <a:lnTo>
                  <a:pt x="1255" y="150"/>
                </a:lnTo>
                <a:lnTo>
                  <a:pt x="1256" y="150"/>
                </a:lnTo>
                <a:lnTo>
                  <a:pt x="1258" y="151"/>
                </a:lnTo>
                <a:lnTo>
                  <a:pt x="1259" y="151"/>
                </a:lnTo>
                <a:lnTo>
                  <a:pt x="1261" y="150"/>
                </a:lnTo>
                <a:lnTo>
                  <a:pt x="1262" y="150"/>
                </a:lnTo>
                <a:lnTo>
                  <a:pt x="1263" y="150"/>
                </a:lnTo>
                <a:lnTo>
                  <a:pt x="1264" y="150"/>
                </a:lnTo>
                <a:lnTo>
                  <a:pt x="1264" y="151"/>
                </a:lnTo>
                <a:lnTo>
                  <a:pt x="1266" y="151"/>
                </a:lnTo>
                <a:lnTo>
                  <a:pt x="1267" y="150"/>
                </a:lnTo>
                <a:lnTo>
                  <a:pt x="1267" y="149"/>
                </a:lnTo>
                <a:lnTo>
                  <a:pt x="1268" y="148"/>
                </a:lnTo>
                <a:lnTo>
                  <a:pt x="1267" y="147"/>
                </a:lnTo>
                <a:lnTo>
                  <a:pt x="1267" y="146"/>
                </a:lnTo>
                <a:lnTo>
                  <a:pt x="1268" y="145"/>
                </a:lnTo>
                <a:lnTo>
                  <a:pt x="1269" y="145"/>
                </a:lnTo>
                <a:lnTo>
                  <a:pt x="1270" y="146"/>
                </a:lnTo>
                <a:lnTo>
                  <a:pt x="1270" y="147"/>
                </a:lnTo>
                <a:lnTo>
                  <a:pt x="1270" y="148"/>
                </a:lnTo>
                <a:lnTo>
                  <a:pt x="1271" y="149"/>
                </a:lnTo>
                <a:lnTo>
                  <a:pt x="1271" y="150"/>
                </a:lnTo>
                <a:lnTo>
                  <a:pt x="1272" y="151"/>
                </a:lnTo>
                <a:lnTo>
                  <a:pt x="1273" y="152"/>
                </a:lnTo>
                <a:lnTo>
                  <a:pt x="1274" y="152"/>
                </a:lnTo>
                <a:lnTo>
                  <a:pt x="1275" y="152"/>
                </a:lnTo>
                <a:lnTo>
                  <a:pt x="1275" y="151"/>
                </a:lnTo>
                <a:lnTo>
                  <a:pt x="1276" y="151"/>
                </a:lnTo>
                <a:lnTo>
                  <a:pt x="1277" y="151"/>
                </a:lnTo>
                <a:lnTo>
                  <a:pt x="1278" y="151"/>
                </a:lnTo>
                <a:lnTo>
                  <a:pt x="1278" y="152"/>
                </a:lnTo>
                <a:lnTo>
                  <a:pt x="1278" y="153"/>
                </a:lnTo>
                <a:lnTo>
                  <a:pt x="1278" y="154"/>
                </a:lnTo>
                <a:lnTo>
                  <a:pt x="1278" y="155"/>
                </a:lnTo>
                <a:lnTo>
                  <a:pt x="1279" y="155"/>
                </a:lnTo>
                <a:lnTo>
                  <a:pt x="1280" y="155"/>
                </a:lnTo>
                <a:lnTo>
                  <a:pt x="1282" y="154"/>
                </a:lnTo>
                <a:lnTo>
                  <a:pt x="1283" y="153"/>
                </a:lnTo>
                <a:lnTo>
                  <a:pt x="1283" y="152"/>
                </a:lnTo>
                <a:lnTo>
                  <a:pt x="1284" y="151"/>
                </a:lnTo>
                <a:lnTo>
                  <a:pt x="1285" y="150"/>
                </a:lnTo>
                <a:lnTo>
                  <a:pt x="1287" y="149"/>
                </a:lnTo>
                <a:lnTo>
                  <a:pt x="1288" y="149"/>
                </a:lnTo>
                <a:lnTo>
                  <a:pt x="1289" y="149"/>
                </a:lnTo>
                <a:lnTo>
                  <a:pt x="1290" y="149"/>
                </a:lnTo>
                <a:lnTo>
                  <a:pt x="1290" y="148"/>
                </a:lnTo>
                <a:lnTo>
                  <a:pt x="1291" y="148"/>
                </a:lnTo>
                <a:lnTo>
                  <a:pt x="1292" y="149"/>
                </a:lnTo>
                <a:lnTo>
                  <a:pt x="1293" y="149"/>
                </a:lnTo>
                <a:lnTo>
                  <a:pt x="1293" y="150"/>
                </a:lnTo>
                <a:lnTo>
                  <a:pt x="1294" y="150"/>
                </a:lnTo>
                <a:lnTo>
                  <a:pt x="1295" y="150"/>
                </a:lnTo>
                <a:lnTo>
                  <a:pt x="1296" y="150"/>
                </a:lnTo>
                <a:lnTo>
                  <a:pt x="1297" y="150"/>
                </a:lnTo>
                <a:lnTo>
                  <a:pt x="1297" y="151"/>
                </a:lnTo>
                <a:lnTo>
                  <a:pt x="1297" y="150"/>
                </a:lnTo>
                <a:lnTo>
                  <a:pt x="1298" y="151"/>
                </a:lnTo>
                <a:lnTo>
                  <a:pt x="1298" y="152"/>
                </a:lnTo>
                <a:lnTo>
                  <a:pt x="1299" y="152"/>
                </a:lnTo>
                <a:lnTo>
                  <a:pt x="1299" y="153"/>
                </a:lnTo>
                <a:lnTo>
                  <a:pt x="1300" y="153"/>
                </a:lnTo>
                <a:lnTo>
                  <a:pt x="1301" y="153"/>
                </a:lnTo>
                <a:lnTo>
                  <a:pt x="1300" y="154"/>
                </a:lnTo>
                <a:lnTo>
                  <a:pt x="1299" y="154"/>
                </a:lnTo>
                <a:lnTo>
                  <a:pt x="1299" y="155"/>
                </a:lnTo>
                <a:lnTo>
                  <a:pt x="1299" y="157"/>
                </a:lnTo>
                <a:lnTo>
                  <a:pt x="1299" y="158"/>
                </a:lnTo>
                <a:lnTo>
                  <a:pt x="1298" y="158"/>
                </a:lnTo>
                <a:lnTo>
                  <a:pt x="1298" y="159"/>
                </a:lnTo>
                <a:lnTo>
                  <a:pt x="1297" y="159"/>
                </a:lnTo>
                <a:lnTo>
                  <a:pt x="1295" y="159"/>
                </a:lnTo>
                <a:lnTo>
                  <a:pt x="1294" y="159"/>
                </a:lnTo>
                <a:lnTo>
                  <a:pt x="1294" y="158"/>
                </a:lnTo>
                <a:lnTo>
                  <a:pt x="1293" y="159"/>
                </a:lnTo>
                <a:lnTo>
                  <a:pt x="1292" y="159"/>
                </a:lnTo>
                <a:lnTo>
                  <a:pt x="1291" y="159"/>
                </a:lnTo>
                <a:lnTo>
                  <a:pt x="1291" y="160"/>
                </a:lnTo>
                <a:lnTo>
                  <a:pt x="1290" y="160"/>
                </a:lnTo>
                <a:lnTo>
                  <a:pt x="1290" y="161"/>
                </a:lnTo>
                <a:lnTo>
                  <a:pt x="1289" y="163"/>
                </a:lnTo>
                <a:lnTo>
                  <a:pt x="1289" y="164"/>
                </a:lnTo>
                <a:lnTo>
                  <a:pt x="1288" y="165"/>
                </a:lnTo>
                <a:lnTo>
                  <a:pt x="1288" y="167"/>
                </a:lnTo>
                <a:lnTo>
                  <a:pt x="1286" y="167"/>
                </a:lnTo>
                <a:lnTo>
                  <a:pt x="1285" y="167"/>
                </a:lnTo>
                <a:lnTo>
                  <a:pt x="1284" y="166"/>
                </a:lnTo>
                <a:lnTo>
                  <a:pt x="1283" y="166"/>
                </a:lnTo>
                <a:lnTo>
                  <a:pt x="1283" y="167"/>
                </a:lnTo>
                <a:lnTo>
                  <a:pt x="1282" y="168"/>
                </a:lnTo>
                <a:lnTo>
                  <a:pt x="1282" y="169"/>
                </a:lnTo>
                <a:lnTo>
                  <a:pt x="1282" y="170"/>
                </a:lnTo>
                <a:lnTo>
                  <a:pt x="1282" y="171"/>
                </a:lnTo>
                <a:lnTo>
                  <a:pt x="1281" y="171"/>
                </a:lnTo>
                <a:lnTo>
                  <a:pt x="1280" y="171"/>
                </a:lnTo>
                <a:lnTo>
                  <a:pt x="1279" y="171"/>
                </a:lnTo>
                <a:lnTo>
                  <a:pt x="1279" y="170"/>
                </a:lnTo>
                <a:lnTo>
                  <a:pt x="1277" y="170"/>
                </a:lnTo>
                <a:lnTo>
                  <a:pt x="1277" y="171"/>
                </a:lnTo>
                <a:lnTo>
                  <a:pt x="1276" y="171"/>
                </a:lnTo>
                <a:lnTo>
                  <a:pt x="1276" y="172"/>
                </a:lnTo>
                <a:lnTo>
                  <a:pt x="1275" y="172"/>
                </a:lnTo>
                <a:lnTo>
                  <a:pt x="1273" y="171"/>
                </a:lnTo>
                <a:lnTo>
                  <a:pt x="1272" y="171"/>
                </a:lnTo>
                <a:lnTo>
                  <a:pt x="1271" y="171"/>
                </a:lnTo>
                <a:lnTo>
                  <a:pt x="1270" y="171"/>
                </a:lnTo>
                <a:lnTo>
                  <a:pt x="1269" y="172"/>
                </a:lnTo>
                <a:lnTo>
                  <a:pt x="1268" y="173"/>
                </a:lnTo>
                <a:lnTo>
                  <a:pt x="1268" y="175"/>
                </a:lnTo>
                <a:lnTo>
                  <a:pt x="1268" y="176"/>
                </a:lnTo>
                <a:lnTo>
                  <a:pt x="1268" y="177"/>
                </a:lnTo>
                <a:lnTo>
                  <a:pt x="1269" y="177"/>
                </a:lnTo>
                <a:lnTo>
                  <a:pt x="1271" y="178"/>
                </a:lnTo>
                <a:lnTo>
                  <a:pt x="1272" y="178"/>
                </a:lnTo>
                <a:lnTo>
                  <a:pt x="1272" y="179"/>
                </a:lnTo>
                <a:lnTo>
                  <a:pt x="1271" y="180"/>
                </a:lnTo>
                <a:lnTo>
                  <a:pt x="1270" y="181"/>
                </a:lnTo>
                <a:lnTo>
                  <a:pt x="1270" y="182"/>
                </a:lnTo>
                <a:lnTo>
                  <a:pt x="1271" y="182"/>
                </a:lnTo>
                <a:lnTo>
                  <a:pt x="1271" y="183"/>
                </a:lnTo>
                <a:lnTo>
                  <a:pt x="1271" y="184"/>
                </a:lnTo>
                <a:lnTo>
                  <a:pt x="1272" y="184"/>
                </a:lnTo>
                <a:lnTo>
                  <a:pt x="1272" y="185"/>
                </a:lnTo>
                <a:lnTo>
                  <a:pt x="1272" y="186"/>
                </a:lnTo>
                <a:lnTo>
                  <a:pt x="1270" y="188"/>
                </a:lnTo>
                <a:lnTo>
                  <a:pt x="1270" y="189"/>
                </a:lnTo>
                <a:lnTo>
                  <a:pt x="1270" y="190"/>
                </a:lnTo>
                <a:lnTo>
                  <a:pt x="1271" y="191"/>
                </a:lnTo>
                <a:lnTo>
                  <a:pt x="1271" y="192"/>
                </a:lnTo>
                <a:lnTo>
                  <a:pt x="1271" y="193"/>
                </a:lnTo>
                <a:lnTo>
                  <a:pt x="1272" y="194"/>
                </a:lnTo>
                <a:lnTo>
                  <a:pt x="1272" y="195"/>
                </a:lnTo>
                <a:lnTo>
                  <a:pt x="1271" y="195"/>
                </a:lnTo>
                <a:lnTo>
                  <a:pt x="1271" y="196"/>
                </a:lnTo>
                <a:lnTo>
                  <a:pt x="1270" y="196"/>
                </a:lnTo>
                <a:lnTo>
                  <a:pt x="1270" y="197"/>
                </a:lnTo>
                <a:lnTo>
                  <a:pt x="1269" y="197"/>
                </a:lnTo>
                <a:lnTo>
                  <a:pt x="1269" y="198"/>
                </a:lnTo>
                <a:lnTo>
                  <a:pt x="1269" y="199"/>
                </a:lnTo>
                <a:lnTo>
                  <a:pt x="1270" y="200"/>
                </a:lnTo>
                <a:lnTo>
                  <a:pt x="1270" y="201"/>
                </a:lnTo>
                <a:lnTo>
                  <a:pt x="1271" y="201"/>
                </a:lnTo>
                <a:lnTo>
                  <a:pt x="1272" y="201"/>
                </a:lnTo>
                <a:lnTo>
                  <a:pt x="1273" y="201"/>
                </a:lnTo>
                <a:lnTo>
                  <a:pt x="1273" y="202"/>
                </a:lnTo>
                <a:lnTo>
                  <a:pt x="1272" y="202"/>
                </a:lnTo>
                <a:lnTo>
                  <a:pt x="1272" y="203"/>
                </a:lnTo>
                <a:lnTo>
                  <a:pt x="1272" y="204"/>
                </a:lnTo>
                <a:lnTo>
                  <a:pt x="1272" y="205"/>
                </a:lnTo>
                <a:lnTo>
                  <a:pt x="1272" y="206"/>
                </a:lnTo>
                <a:lnTo>
                  <a:pt x="1273" y="207"/>
                </a:lnTo>
                <a:lnTo>
                  <a:pt x="1273" y="208"/>
                </a:lnTo>
                <a:lnTo>
                  <a:pt x="1275" y="211"/>
                </a:lnTo>
                <a:lnTo>
                  <a:pt x="1275" y="212"/>
                </a:lnTo>
                <a:lnTo>
                  <a:pt x="1276" y="213"/>
                </a:lnTo>
                <a:lnTo>
                  <a:pt x="1277" y="214"/>
                </a:lnTo>
                <a:lnTo>
                  <a:pt x="1277" y="215"/>
                </a:lnTo>
                <a:lnTo>
                  <a:pt x="1276" y="217"/>
                </a:lnTo>
                <a:lnTo>
                  <a:pt x="1275" y="217"/>
                </a:lnTo>
                <a:lnTo>
                  <a:pt x="1276" y="218"/>
                </a:lnTo>
                <a:lnTo>
                  <a:pt x="1278" y="219"/>
                </a:lnTo>
                <a:lnTo>
                  <a:pt x="1279" y="219"/>
                </a:lnTo>
                <a:lnTo>
                  <a:pt x="1280" y="218"/>
                </a:lnTo>
                <a:lnTo>
                  <a:pt x="1281" y="217"/>
                </a:lnTo>
                <a:lnTo>
                  <a:pt x="1282" y="217"/>
                </a:lnTo>
                <a:lnTo>
                  <a:pt x="1282" y="216"/>
                </a:lnTo>
                <a:lnTo>
                  <a:pt x="1283" y="215"/>
                </a:lnTo>
                <a:lnTo>
                  <a:pt x="1283" y="214"/>
                </a:lnTo>
                <a:lnTo>
                  <a:pt x="1284" y="214"/>
                </a:lnTo>
                <a:lnTo>
                  <a:pt x="1285" y="213"/>
                </a:lnTo>
                <a:lnTo>
                  <a:pt x="1286" y="212"/>
                </a:lnTo>
                <a:lnTo>
                  <a:pt x="1287" y="213"/>
                </a:lnTo>
                <a:lnTo>
                  <a:pt x="1287" y="212"/>
                </a:lnTo>
                <a:lnTo>
                  <a:pt x="1288" y="212"/>
                </a:lnTo>
                <a:lnTo>
                  <a:pt x="1289" y="212"/>
                </a:lnTo>
                <a:lnTo>
                  <a:pt x="1290" y="213"/>
                </a:lnTo>
                <a:lnTo>
                  <a:pt x="1292" y="214"/>
                </a:lnTo>
                <a:lnTo>
                  <a:pt x="1292" y="215"/>
                </a:lnTo>
                <a:lnTo>
                  <a:pt x="1293" y="216"/>
                </a:lnTo>
                <a:lnTo>
                  <a:pt x="1293" y="217"/>
                </a:lnTo>
                <a:lnTo>
                  <a:pt x="1293" y="218"/>
                </a:lnTo>
                <a:lnTo>
                  <a:pt x="1293" y="219"/>
                </a:lnTo>
                <a:lnTo>
                  <a:pt x="1294" y="221"/>
                </a:lnTo>
                <a:lnTo>
                  <a:pt x="1295" y="222"/>
                </a:lnTo>
                <a:lnTo>
                  <a:pt x="1295" y="223"/>
                </a:lnTo>
                <a:lnTo>
                  <a:pt x="1296" y="224"/>
                </a:lnTo>
                <a:lnTo>
                  <a:pt x="1296" y="225"/>
                </a:lnTo>
                <a:lnTo>
                  <a:pt x="1296" y="226"/>
                </a:lnTo>
                <a:lnTo>
                  <a:pt x="1297" y="226"/>
                </a:lnTo>
                <a:lnTo>
                  <a:pt x="1298" y="226"/>
                </a:lnTo>
                <a:lnTo>
                  <a:pt x="1299" y="226"/>
                </a:lnTo>
                <a:lnTo>
                  <a:pt x="1300" y="226"/>
                </a:lnTo>
                <a:lnTo>
                  <a:pt x="1301" y="225"/>
                </a:lnTo>
                <a:lnTo>
                  <a:pt x="1304" y="226"/>
                </a:lnTo>
                <a:lnTo>
                  <a:pt x="1303" y="227"/>
                </a:lnTo>
                <a:lnTo>
                  <a:pt x="1303" y="228"/>
                </a:lnTo>
                <a:lnTo>
                  <a:pt x="1303" y="229"/>
                </a:lnTo>
                <a:lnTo>
                  <a:pt x="1307" y="231"/>
                </a:lnTo>
                <a:lnTo>
                  <a:pt x="1306" y="232"/>
                </a:lnTo>
                <a:lnTo>
                  <a:pt x="1306" y="233"/>
                </a:lnTo>
                <a:lnTo>
                  <a:pt x="1304" y="235"/>
                </a:lnTo>
                <a:lnTo>
                  <a:pt x="1304" y="236"/>
                </a:lnTo>
                <a:lnTo>
                  <a:pt x="1304" y="237"/>
                </a:lnTo>
                <a:lnTo>
                  <a:pt x="1303" y="237"/>
                </a:lnTo>
                <a:lnTo>
                  <a:pt x="1303" y="238"/>
                </a:lnTo>
                <a:lnTo>
                  <a:pt x="1302" y="238"/>
                </a:lnTo>
                <a:lnTo>
                  <a:pt x="1301" y="239"/>
                </a:lnTo>
                <a:lnTo>
                  <a:pt x="1300" y="239"/>
                </a:lnTo>
                <a:lnTo>
                  <a:pt x="1299" y="239"/>
                </a:lnTo>
                <a:lnTo>
                  <a:pt x="1298" y="239"/>
                </a:lnTo>
                <a:lnTo>
                  <a:pt x="1298" y="240"/>
                </a:lnTo>
                <a:lnTo>
                  <a:pt x="1297" y="240"/>
                </a:lnTo>
                <a:lnTo>
                  <a:pt x="1296" y="240"/>
                </a:lnTo>
                <a:lnTo>
                  <a:pt x="1295" y="240"/>
                </a:lnTo>
                <a:lnTo>
                  <a:pt x="1295" y="241"/>
                </a:lnTo>
                <a:lnTo>
                  <a:pt x="1295" y="242"/>
                </a:lnTo>
                <a:lnTo>
                  <a:pt x="1296" y="242"/>
                </a:lnTo>
                <a:lnTo>
                  <a:pt x="1296" y="243"/>
                </a:lnTo>
                <a:lnTo>
                  <a:pt x="1296" y="245"/>
                </a:lnTo>
                <a:lnTo>
                  <a:pt x="1297" y="246"/>
                </a:lnTo>
                <a:lnTo>
                  <a:pt x="1298" y="246"/>
                </a:lnTo>
                <a:lnTo>
                  <a:pt x="1299" y="247"/>
                </a:lnTo>
                <a:lnTo>
                  <a:pt x="1301" y="247"/>
                </a:lnTo>
                <a:lnTo>
                  <a:pt x="1302" y="247"/>
                </a:lnTo>
                <a:lnTo>
                  <a:pt x="1303" y="247"/>
                </a:lnTo>
                <a:lnTo>
                  <a:pt x="1303" y="246"/>
                </a:lnTo>
                <a:lnTo>
                  <a:pt x="1304" y="246"/>
                </a:lnTo>
                <a:lnTo>
                  <a:pt x="1305" y="247"/>
                </a:lnTo>
                <a:lnTo>
                  <a:pt x="1306" y="247"/>
                </a:lnTo>
                <a:lnTo>
                  <a:pt x="1305" y="247"/>
                </a:lnTo>
                <a:lnTo>
                  <a:pt x="1305" y="248"/>
                </a:lnTo>
                <a:lnTo>
                  <a:pt x="1304" y="249"/>
                </a:lnTo>
                <a:lnTo>
                  <a:pt x="1303" y="251"/>
                </a:lnTo>
                <a:lnTo>
                  <a:pt x="1303" y="252"/>
                </a:lnTo>
                <a:lnTo>
                  <a:pt x="1303" y="253"/>
                </a:lnTo>
                <a:lnTo>
                  <a:pt x="1303" y="254"/>
                </a:lnTo>
                <a:lnTo>
                  <a:pt x="1304" y="254"/>
                </a:lnTo>
                <a:lnTo>
                  <a:pt x="1304" y="255"/>
                </a:lnTo>
                <a:lnTo>
                  <a:pt x="1304" y="257"/>
                </a:lnTo>
                <a:lnTo>
                  <a:pt x="1304" y="258"/>
                </a:lnTo>
                <a:lnTo>
                  <a:pt x="1303" y="258"/>
                </a:lnTo>
                <a:lnTo>
                  <a:pt x="1302" y="258"/>
                </a:lnTo>
                <a:lnTo>
                  <a:pt x="1301" y="258"/>
                </a:lnTo>
                <a:lnTo>
                  <a:pt x="1301" y="260"/>
                </a:lnTo>
                <a:lnTo>
                  <a:pt x="1300" y="261"/>
                </a:lnTo>
                <a:lnTo>
                  <a:pt x="1298" y="262"/>
                </a:lnTo>
                <a:lnTo>
                  <a:pt x="1297" y="262"/>
                </a:lnTo>
                <a:lnTo>
                  <a:pt x="1296" y="262"/>
                </a:lnTo>
                <a:lnTo>
                  <a:pt x="1295" y="263"/>
                </a:lnTo>
                <a:lnTo>
                  <a:pt x="1294" y="263"/>
                </a:lnTo>
                <a:lnTo>
                  <a:pt x="1294" y="264"/>
                </a:lnTo>
                <a:lnTo>
                  <a:pt x="1295" y="265"/>
                </a:lnTo>
                <a:lnTo>
                  <a:pt x="1295" y="267"/>
                </a:lnTo>
                <a:lnTo>
                  <a:pt x="1294" y="269"/>
                </a:lnTo>
                <a:lnTo>
                  <a:pt x="1293" y="269"/>
                </a:lnTo>
                <a:lnTo>
                  <a:pt x="1292" y="269"/>
                </a:lnTo>
                <a:lnTo>
                  <a:pt x="1291" y="270"/>
                </a:lnTo>
                <a:lnTo>
                  <a:pt x="1290" y="271"/>
                </a:lnTo>
                <a:lnTo>
                  <a:pt x="1289" y="271"/>
                </a:lnTo>
                <a:lnTo>
                  <a:pt x="1288" y="271"/>
                </a:lnTo>
                <a:lnTo>
                  <a:pt x="1287" y="270"/>
                </a:lnTo>
                <a:lnTo>
                  <a:pt x="1285" y="270"/>
                </a:lnTo>
                <a:lnTo>
                  <a:pt x="1284" y="270"/>
                </a:lnTo>
                <a:lnTo>
                  <a:pt x="1283" y="270"/>
                </a:lnTo>
                <a:lnTo>
                  <a:pt x="1282" y="270"/>
                </a:lnTo>
                <a:lnTo>
                  <a:pt x="1281" y="270"/>
                </a:lnTo>
                <a:lnTo>
                  <a:pt x="1280" y="270"/>
                </a:lnTo>
                <a:lnTo>
                  <a:pt x="1279" y="270"/>
                </a:lnTo>
                <a:lnTo>
                  <a:pt x="1278" y="271"/>
                </a:lnTo>
                <a:lnTo>
                  <a:pt x="1277" y="271"/>
                </a:lnTo>
                <a:lnTo>
                  <a:pt x="1277" y="272"/>
                </a:lnTo>
                <a:lnTo>
                  <a:pt x="1276" y="272"/>
                </a:lnTo>
                <a:lnTo>
                  <a:pt x="1277" y="273"/>
                </a:lnTo>
                <a:lnTo>
                  <a:pt x="1278" y="273"/>
                </a:lnTo>
                <a:lnTo>
                  <a:pt x="1279" y="274"/>
                </a:lnTo>
                <a:lnTo>
                  <a:pt x="1283" y="276"/>
                </a:lnTo>
                <a:lnTo>
                  <a:pt x="1284" y="277"/>
                </a:lnTo>
                <a:lnTo>
                  <a:pt x="1285" y="277"/>
                </a:lnTo>
                <a:lnTo>
                  <a:pt x="1286" y="277"/>
                </a:lnTo>
                <a:lnTo>
                  <a:pt x="1286" y="278"/>
                </a:lnTo>
                <a:lnTo>
                  <a:pt x="1287" y="277"/>
                </a:lnTo>
                <a:lnTo>
                  <a:pt x="1287" y="278"/>
                </a:lnTo>
                <a:lnTo>
                  <a:pt x="1288" y="279"/>
                </a:lnTo>
                <a:lnTo>
                  <a:pt x="1289" y="279"/>
                </a:lnTo>
                <a:lnTo>
                  <a:pt x="1289" y="280"/>
                </a:lnTo>
                <a:lnTo>
                  <a:pt x="1289" y="281"/>
                </a:lnTo>
                <a:lnTo>
                  <a:pt x="1290" y="282"/>
                </a:lnTo>
                <a:lnTo>
                  <a:pt x="1291" y="283"/>
                </a:lnTo>
                <a:lnTo>
                  <a:pt x="1291" y="284"/>
                </a:lnTo>
                <a:lnTo>
                  <a:pt x="1290" y="284"/>
                </a:lnTo>
                <a:lnTo>
                  <a:pt x="1290" y="283"/>
                </a:lnTo>
                <a:lnTo>
                  <a:pt x="1290" y="284"/>
                </a:lnTo>
                <a:lnTo>
                  <a:pt x="1291" y="285"/>
                </a:lnTo>
                <a:lnTo>
                  <a:pt x="1291" y="286"/>
                </a:lnTo>
                <a:lnTo>
                  <a:pt x="1292" y="286"/>
                </a:lnTo>
                <a:lnTo>
                  <a:pt x="1293" y="287"/>
                </a:lnTo>
                <a:lnTo>
                  <a:pt x="1292" y="287"/>
                </a:lnTo>
                <a:lnTo>
                  <a:pt x="1292" y="288"/>
                </a:lnTo>
                <a:lnTo>
                  <a:pt x="1292" y="289"/>
                </a:lnTo>
                <a:lnTo>
                  <a:pt x="1293" y="289"/>
                </a:lnTo>
                <a:lnTo>
                  <a:pt x="1293" y="290"/>
                </a:lnTo>
                <a:lnTo>
                  <a:pt x="1294" y="290"/>
                </a:lnTo>
                <a:lnTo>
                  <a:pt x="1294" y="291"/>
                </a:lnTo>
                <a:lnTo>
                  <a:pt x="1295" y="291"/>
                </a:lnTo>
                <a:lnTo>
                  <a:pt x="1296" y="291"/>
                </a:lnTo>
                <a:lnTo>
                  <a:pt x="1297" y="291"/>
                </a:lnTo>
                <a:lnTo>
                  <a:pt x="1298" y="292"/>
                </a:lnTo>
                <a:lnTo>
                  <a:pt x="1298" y="293"/>
                </a:lnTo>
                <a:lnTo>
                  <a:pt x="1299" y="294"/>
                </a:lnTo>
                <a:lnTo>
                  <a:pt x="1300" y="294"/>
                </a:lnTo>
                <a:lnTo>
                  <a:pt x="1301" y="295"/>
                </a:lnTo>
                <a:lnTo>
                  <a:pt x="1301" y="296"/>
                </a:lnTo>
                <a:lnTo>
                  <a:pt x="1302" y="296"/>
                </a:lnTo>
                <a:lnTo>
                  <a:pt x="1302" y="297"/>
                </a:lnTo>
                <a:lnTo>
                  <a:pt x="1303" y="297"/>
                </a:lnTo>
                <a:lnTo>
                  <a:pt x="1304" y="296"/>
                </a:lnTo>
                <a:lnTo>
                  <a:pt x="1304" y="297"/>
                </a:lnTo>
                <a:lnTo>
                  <a:pt x="1304" y="298"/>
                </a:lnTo>
                <a:lnTo>
                  <a:pt x="1305" y="298"/>
                </a:lnTo>
                <a:lnTo>
                  <a:pt x="1305" y="299"/>
                </a:lnTo>
                <a:lnTo>
                  <a:pt x="1306" y="300"/>
                </a:lnTo>
                <a:lnTo>
                  <a:pt x="1307" y="300"/>
                </a:lnTo>
                <a:lnTo>
                  <a:pt x="1307" y="301"/>
                </a:lnTo>
                <a:lnTo>
                  <a:pt x="1308" y="302"/>
                </a:lnTo>
                <a:lnTo>
                  <a:pt x="1309" y="302"/>
                </a:lnTo>
                <a:lnTo>
                  <a:pt x="1310" y="302"/>
                </a:lnTo>
                <a:lnTo>
                  <a:pt x="1311" y="302"/>
                </a:lnTo>
                <a:lnTo>
                  <a:pt x="1311" y="303"/>
                </a:lnTo>
                <a:lnTo>
                  <a:pt x="1312" y="303"/>
                </a:lnTo>
                <a:lnTo>
                  <a:pt x="1312" y="304"/>
                </a:lnTo>
                <a:lnTo>
                  <a:pt x="1313" y="305"/>
                </a:lnTo>
                <a:lnTo>
                  <a:pt x="1313" y="306"/>
                </a:lnTo>
                <a:lnTo>
                  <a:pt x="1314" y="307"/>
                </a:lnTo>
                <a:lnTo>
                  <a:pt x="1315" y="306"/>
                </a:lnTo>
                <a:lnTo>
                  <a:pt x="1316" y="306"/>
                </a:lnTo>
                <a:lnTo>
                  <a:pt x="1317" y="305"/>
                </a:lnTo>
                <a:lnTo>
                  <a:pt x="1318" y="305"/>
                </a:lnTo>
                <a:lnTo>
                  <a:pt x="1319" y="305"/>
                </a:lnTo>
                <a:lnTo>
                  <a:pt x="1320" y="306"/>
                </a:lnTo>
                <a:lnTo>
                  <a:pt x="1321" y="306"/>
                </a:lnTo>
                <a:lnTo>
                  <a:pt x="1321" y="307"/>
                </a:lnTo>
                <a:lnTo>
                  <a:pt x="1321" y="308"/>
                </a:lnTo>
                <a:lnTo>
                  <a:pt x="1322" y="307"/>
                </a:lnTo>
                <a:lnTo>
                  <a:pt x="1322" y="308"/>
                </a:lnTo>
                <a:lnTo>
                  <a:pt x="1323" y="309"/>
                </a:lnTo>
                <a:lnTo>
                  <a:pt x="1323" y="310"/>
                </a:lnTo>
                <a:lnTo>
                  <a:pt x="1323" y="311"/>
                </a:lnTo>
                <a:lnTo>
                  <a:pt x="1323" y="312"/>
                </a:lnTo>
                <a:lnTo>
                  <a:pt x="1324" y="312"/>
                </a:lnTo>
                <a:lnTo>
                  <a:pt x="1325" y="312"/>
                </a:lnTo>
                <a:lnTo>
                  <a:pt x="1325" y="313"/>
                </a:lnTo>
                <a:lnTo>
                  <a:pt x="1325" y="314"/>
                </a:lnTo>
                <a:lnTo>
                  <a:pt x="1326" y="314"/>
                </a:lnTo>
                <a:lnTo>
                  <a:pt x="1326" y="315"/>
                </a:lnTo>
                <a:lnTo>
                  <a:pt x="1327" y="314"/>
                </a:lnTo>
                <a:lnTo>
                  <a:pt x="1328" y="313"/>
                </a:lnTo>
                <a:lnTo>
                  <a:pt x="1329" y="313"/>
                </a:lnTo>
                <a:lnTo>
                  <a:pt x="1330" y="313"/>
                </a:lnTo>
                <a:lnTo>
                  <a:pt x="1330" y="312"/>
                </a:lnTo>
                <a:lnTo>
                  <a:pt x="1331" y="312"/>
                </a:lnTo>
                <a:lnTo>
                  <a:pt x="1332" y="311"/>
                </a:lnTo>
                <a:lnTo>
                  <a:pt x="1333" y="311"/>
                </a:lnTo>
                <a:lnTo>
                  <a:pt x="1334" y="311"/>
                </a:lnTo>
                <a:lnTo>
                  <a:pt x="1335" y="311"/>
                </a:lnTo>
                <a:lnTo>
                  <a:pt x="1336" y="311"/>
                </a:lnTo>
                <a:lnTo>
                  <a:pt x="1336" y="312"/>
                </a:lnTo>
                <a:lnTo>
                  <a:pt x="1336" y="313"/>
                </a:lnTo>
                <a:lnTo>
                  <a:pt x="1337" y="312"/>
                </a:lnTo>
                <a:lnTo>
                  <a:pt x="1338" y="312"/>
                </a:lnTo>
                <a:lnTo>
                  <a:pt x="1338" y="311"/>
                </a:lnTo>
                <a:lnTo>
                  <a:pt x="1339" y="311"/>
                </a:lnTo>
                <a:lnTo>
                  <a:pt x="1340" y="310"/>
                </a:lnTo>
                <a:lnTo>
                  <a:pt x="1341" y="309"/>
                </a:lnTo>
                <a:lnTo>
                  <a:pt x="1342" y="308"/>
                </a:lnTo>
                <a:lnTo>
                  <a:pt x="1344" y="307"/>
                </a:lnTo>
                <a:lnTo>
                  <a:pt x="1345" y="306"/>
                </a:lnTo>
                <a:lnTo>
                  <a:pt x="1346" y="306"/>
                </a:lnTo>
                <a:lnTo>
                  <a:pt x="1347" y="306"/>
                </a:lnTo>
                <a:lnTo>
                  <a:pt x="1348" y="306"/>
                </a:lnTo>
                <a:lnTo>
                  <a:pt x="1349" y="305"/>
                </a:lnTo>
                <a:lnTo>
                  <a:pt x="1350" y="304"/>
                </a:lnTo>
                <a:lnTo>
                  <a:pt x="1352" y="303"/>
                </a:lnTo>
                <a:lnTo>
                  <a:pt x="1353" y="303"/>
                </a:lnTo>
                <a:lnTo>
                  <a:pt x="1354" y="303"/>
                </a:lnTo>
                <a:lnTo>
                  <a:pt x="1355" y="303"/>
                </a:lnTo>
                <a:lnTo>
                  <a:pt x="1356" y="302"/>
                </a:lnTo>
                <a:lnTo>
                  <a:pt x="1357" y="302"/>
                </a:lnTo>
                <a:lnTo>
                  <a:pt x="1358" y="302"/>
                </a:lnTo>
                <a:lnTo>
                  <a:pt x="1358" y="303"/>
                </a:lnTo>
                <a:lnTo>
                  <a:pt x="1357" y="303"/>
                </a:lnTo>
                <a:lnTo>
                  <a:pt x="1357" y="304"/>
                </a:lnTo>
                <a:lnTo>
                  <a:pt x="1357" y="305"/>
                </a:lnTo>
                <a:lnTo>
                  <a:pt x="1358" y="306"/>
                </a:lnTo>
                <a:lnTo>
                  <a:pt x="1359" y="306"/>
                </a:lnTo>
                <a:lnTo>
                  <a:pt x="1361" y="306"/>
                </a:lnTo>
                <a:lnTo>
                  <a:pt x="1361" y="305"/>
                </a:lnTo>
                <a:lnTo>
                  <a:pt x="1362" y="305"/>
                </a:lnTo>
                <a:lnTo>
                  <a:pt x="1362" y="304"/>
                </a:lnTo>
                <a:lnTo>
                  <a:pt x="1363" y="304"/>
                </a:lnTo>
                <a:lnTo>
                  <a:pt x="1364" y="304"/>
                </a:lnTo>
                <a:lnTo>
                  <a:pt x="1365" y="304"/>
                </a:lnTo>
                <a:lnTo>
                  <a:pt x="1365" y="303"/>
                </a:lnTo>
                <a:lnTo>
                  <a:pt x="1365" y="302"/>
                </a:lnTo>
                <a:lnTo>
                  <a:pt x="1366" y="302"/>
                </a:lnTo>
                <a:lnTo>
                  <a:pt x="1366" y="303"/>
                </a:lnTo>
                <a:lnTo>
                  <a:pt x="1367" y="302"/>
                </a:lnTo>
                <a:lnTo>
                  <a:pt x="1368" y="302"/>
                </a:lnTo>
                <a:lnTo>
                  <a:pt x="1369" y="302"/>
                </a:lnTo>
                <a:lnTo>
                  <a:pt x="1369" y="303"/>
                </a:lnTo>
                <a:lnTo>
                  <a:pt x="1370" y="303"/>
                </a:lnTo>
                <a:lnTo>
                  <a:pt x="1371" y="303"/>
                </a:lnTo>
                <a:lnTo>
                  <a:pt x="1372" y="302"/>
                </a:lnTo>
                <a:lnTo>
                  <a:pt x="1373" y="302"/>
                </a:lnTo>
                <a:lnTo>
                  <a:pt x="1374" y="302"/>
                </a:lnTo>
                <a:lnTo>
                  <a:pt x="1375" y="302"/>
                </a:lnTo>
                <a:lnTo>
                  <a:pt x="1376" y="302"/>
                </a:lnTo>
                <a:lnTo>
                  <a:pt x="1377" y="302"/>
                </a:lnTo>
                <a:lnTo>
                  <a:pt x="1378" y="302"/>
                </a:lnTo>
                <a:lnTo>
                  <a:pt x="1379" y="301"/>
                </a:lnTo>
                <a:lnTo>
                  <a:pt x="1380" y="301"/>
                </a:lnTo>
                <a:lnTo>
                  <a:pt x="1381" y="300"/>
                </a:lnTo>
                <a:lnTo>
                  <a:pt x="1382" y="300"/>
                </a:lnTo>
                <a:lnTo>
                  <a:pt x="1382" y="298"/>
                </a:lnTo>
                <a:lnTo>
                  <a:pt x="1382" y="297"/>
                </a:lnTo>
                <a:lnTo>
                  <a:pt x="1382" y="296"/>
                </a:lnTo>
                <a:lnTo>
                  <a:pt x="1383" y="296"/>
                </a:lnTo>
                <a:lnTo>
                  <a:pt x="1383" y="295"/>
                </a:lnTo>
                <a:lnTo>
                  <a:pt x="1385" y="295"/>
                </a:lnTo>
                <a:lnTo>
                  <a:pt x="1386" y="295"/>
                </a:lnTo>
                <a:lnTo>
                  <a:pt x="1387" y="294"/>
                </a:lnTo>
                <a:lnTo>
                  <a:pt x="1388" y="294"/>
                </a:lnTo>
                <a:lnTo>
                  <a:pt x="1388" y="293"/>
                </a:lnTo>
                <a:lnTo>
                  <a:pt x="1387" y="293"/>
                </a:lnTo>
                <a:lnTo>
                  <a:pt x="1387" y="292"/>
                </a:lnTo>
                <a:lnTo>
                  <a:pt x="1386" y="292"/>
                </a:lnTo>
                <a:lnTo>
                  <a:pt x="1385" y="292"/>
                </a:lnTo>
                <a:lnTo>
                  <a:pt x="1385" y="291"/>
                </a:lnTo>
                <a:lnTo>
                  <a:pt x="1385" y="290"/>
                </a:lnTo>
                <a:lnTo>
                  <a:pt x="1385" y="289"/>
                </a:lnTo>
                <a:lnTo>
                  <a:pt x="1386" y="289"/>
                </a:lnTo>
                <a:lnTo>
                  <a:pt x="1387" y="289"/>
                </a:lnTo>
                <a:lnTo>
                  <a:pt x="1388" y="288"/>
                </a:lnTo>
                <a:lnTo>
                  <a:pt x="1388" y="287"/>
                </a:lnTo>
                <a:lnTo>
                  <a:pt x="1389" y="286"/>
                </a:lnTo>
                <a:lnTo>
                  <a:pt x="1389" y="285"/>
                </a:lnTo>
                <a:lnTo>
                  <a:pt x="1390" y="285"/>
                </a:lnTo>
                <a:lnTo>
                  <a:pt x="1391" y="286"/>
                </a:lnTo>
                <a:lnTo>
                  <a:pt x="1392" y="286"/>
                </a:lnTo>
                <a:lnTo>
                  <a:pt x="1393" y="286"/>
                </a:lnTo>
                <a:lnTo>
                  <a:pt x="1392" y="285"/>
                </a:lnTo>
                <a:lnTo>
                  <a:pt x="1393" y="283"/>
                </a:lnTo>
                <a:lnTo>
                  <a:pt x="1394" y="282"/>
                </a:lnTo>
                <a:lnTo>
                  <a:pt x="1395" y="281"/>
                </a:lnTo>
                <a:lnTo>
                  <a:pt x="1395" y="280"/>
                </a:lnTo>
                <a:lnTo>
                  <a:pt x="1395" y="279"/>
                </a:lnTo>
                <a:lnTo>
                  <a:pt x="1396" y="279"/>
                </a:lnTo>
                <a:lnTo>
                  <a:pt x="1397" y="279"/>
                </a:lnTo>
                <a:lnTo>
                  <a:pt x="1397" y="278"/>
                </a:lnTo>
                <a:lnTo>
                  <a:pt x="1398" y="278"/>
                </a:lnTo>
                <a:lnTo>
                  <a:pt x="1398" y="277"/>
                </a:lnTo>
                <a:lnTo>
                  <a:pt x="1397" y="277"/>
                </a:lnTo>
                <a:lnTo>
                  <a:pt x="1397" y="276"/>
                </a:lnTo>
                <a:lnTo>
                  <a:pt x="1397" y="275"/>
                </a:lnTo>
                <a:lnTo>
                  <a:pt x="1397" y="274"/>
                </a:lnTo>
                <a:lnTo>
                  <a:pt x="1397" y="273"/>
                </a:lnTo>
                <a:lnTo>
                  <a:pt x="1398" y="273"/>
                </a:lnTo>
                <a:lnTo>
                  <a:pt x="1398" y="272"/>
                </a:lnTo>
                <a:lnTo>
                  <a:pt x="1398" y="271"/>
                </a:lnTo>
                <a:lnTo>
                  <a:pt x="1398" y="270"/>
                </a:lnTo>
                <a:lnTo>
                  <a:pt x="1398" y="269"/>
                </a:lnTo>
                <a:lnTo>
                  <a:pt x="1399" y="269"/>
                </a:lnTo>
                <a:lnTo>
                  <a:pt x="1400" y="269"/>
                </a:lnTo>
                <a:lnTo>
                  <a:pt x="1401" y="268"/>
                </a:lnTo>
                <a:lnTo>
                  <a:pt x="1402" y="268"/>
                </a:lnTo>
                <a:lnTo>
                  <a:pt x="1402" y="269"/>
                </a:lnTo>
                <a:lnTo>
                  <a:pt x="1403" y="269"/>
                </a:lnTo>
                <a:lnTo>
                  <a:pt x="1404" y="268"/>
                </a:lnTo>
                <a:lnTo>
                  <a:pt x="1405" y="268"/>
                </a:lnTo>
                <a:lnTo>
                  <a:pt x="1405" y="267"/>
                </a:lnTo>
                <a:lnTo>
                  <a:pt x="1406" y="267"/>
                </a:lnTo>
                <a:lnTo>
                  <a:pt x="1407" y="267"/>
                </a:lnTo>
                <a:lnTo>
                  <a:pt x="1407" y="266"/>
                </a:lnTo>
                <a:lnTo>
                  <a:pt x="1408" y="266"/>
                </a:lnTo>
                <a:lnTo>
                  <a:pt x="1408" y="265"/>
                </a:lnTo>
                <a:lnTo>
                  <a:pt x="1409" y="265"/>
                </a:lnTo>
                <a:lnTo>
                  <a:pt x="1409" y="264"/>
                </a:lnTo>
                <a:lnTo>
                  <a:pt x="1410" y="264"/>
                </a:lnTo>
                <a:lnTo>
                  <a:pt x="1410" y="263"/>
                </a:lnTo>
                <a:lnTo>
                  <a:pt x="1410" y="262"/>
                </a:lnTo>
                <a:lnTo>
                  <a:pt x="1411" y="262"/>
                </a:lnTo>
                <a:lnTo>
                  <a:pt x="1412" y="262"/>
                </a:lnTo>
                <a:lnTo>
                  <a:pt x="1413" y="262"/>
                </a:lnTo>
                <a:lnTo>
                  <a:pt x="1413" y="263"/>
                </a:lnTo>
                <a:lnTo>
                  <a:pt x="1414" y="263"/>
                </a:lnTo>
                <a:lnTo>
                  <a:pt x="1414" y="264"/>
                </a:lnTo>
                <a:lnTo>
                  <a:pt x="1415" y="264"/>
                </a:lnTo>
                <a:lnTo>
                  <a:pt x="1416" y="264"/>
                </a:lnTo>
                <a:lnTo>
                  <a:pt x="1416" y="265"/>
                </a:lnTo>
                <a:lnTo>
                  <a:pt x="1415" y="265"/>
                </a:lnTo>
                <a:lnTo>
                  <a:pt x="1416" y="265"/>
                </a:lnTo>
                <a:lnTo>
                  <a:pt x="1417" y="265"/>
                </a:lnTo>
                <a:lnTo>
                  <a:pt x="1417" y="264"/>
                </a:lnTo>
                <a:lnTo>
                  <a:pt x="1418" y="264"/>
                </a:lnTo>
                <a:lnTo>
                  <a:pt x="1419" y="265"/>
                </a:lnTo>
                <a:lnTo>
                  <a:pt x="1420" y="265"/>
                </a:lnTo>
                <a:lnTo>
                  <a:pt x="1421" y="265"/>
                </a:lnTo>
                <a:lnTo>
                  <a:pt x="1422" y="266"/>
                </a:lnTo>
                <a:lnTo>
                  <a:pt x="1423" y="267"/>
                </a:lnTo>
                <a:lnTo>
                  <a:pt x="1424" y="267"/>
                </a:lnTo>
                <a:lnTo>
                  <a:pt x="1424" y="268"/>
                </a:lnTo>
                <a:lnTo>
                  <a:pt x="1425" y="268"/>
                </a:lnTo>
                <a:lnTo>
                  <a:pt x="1426" y="268"/>
                </a:lnTo>
                <a:lnTo>
                  <a:pt x="1428" y="268"/>
                </a:lnTo>
                <a:lnTo>
                  <a:pt x="1429" y="268"/>
                </a:lnTo>
                <a:lnTo>
                  <a:pt x="1430" y="268"/>
                </a:lnTo>
                <a:lnTo>
                  <a:pt x="1431" y="268"/>
                </a:lnTo>
                <a:lnTo>
                  <a:pt x="1432" y="268"/>
                </a:lnTo>
                <a:lnTo>
                  <a:pt x="1432" y="267"/>
                </a:lnTo>
                <a:lnTo>
                  <a:pt x="1432" y="268"/>
                </a:lnTo>
                <a:lnTo>
                  <a:pt x="1433" y="268"/>
                </a:lnTo>
                <a:lnTo>
                  <a:pt x="1434" y="268"/>
                </a:lnTo>
                <a:lnTo>
                  <a:pt x="1434" y="269"/>
                </a:lnTo>
                <a:lnTo>
                  <a:pt x="1435" y="270"/>
                </a:lnTo>
                <a:lnTo>
                  <a:pt x="1436" y="271"/>
                </a:lnTo>
                <a:lnTo>
                  <a:pt x="1435" y="272"/>
                </a:lnTo>
                <a:lnTo>
                  <a:pt x="1435" y="273"/>
                </a:lnTo>
                <a:lnTo>
                  <a:pt x="1435" y="274"/>
                </a:lnTo>
                <a:lnTo>
                  <a:pt x="1434" y="274"/>
                </a:lnTo>
                <a:lnTo>
                  <a:pt x="1434" y="275"/>
                </a:lnTo>
                <a:lnTo>
                  <a:pt x="1433" y="276"/>
                </a:lnTo>
                <a:lnTo>
                  <a:pt x="1432" y="277"/>
                </a:lnTo>
                <a:lnTo>
                  <a:pt x="1432" y="278"/>
                </a:lnTo>
                <a:lnTo>
                  <a:pt x="1433" y="278"/>
                </a:lnTo>
                <a:lnTo>
                  <a:pt x="1433" y="279"/>
                </a:lnTo>
                <a:lnTo>
                  <a:pt x="1433" y="280"/>
                </a:lnTo>
                <a:lnTo>
                  <a:pt x="1434" y="281"/>
                </a:lnTo>
                <a:lnTo>
                  <a:pt x="1434" y="282"/>
                </a:lnTo>
                <a:lnTo>
                  <a:pt x="1435" y="283"/>
                </a:lnTo>
                <a:lnTo>
                  <a:pt x="1436" y="283"/>
                </a:lnTo>
                <a:lnTo>
                  <a:pt x="1437" y="283"/>
                </a:lnTo>
                <a:lnTo>
                  <a:pt x="1438" y="283"/>
                </a:lnTo>
                <a:lnTo>
                  <a:pt x="1439" y="283"/>
                </a:lnTo>
                <a:lnTo>
                  <a:pt x="1439" y="284"/>
                </a:lnTo>
                <a:lnTo>
                  <a:pt x="1439" y="283"/>
                </a:lnTo>
                <a:lnTo>
                  <a:pt x="1440" y="284"/>
                </a:lnTo>
                <a:lnTo>
                  <a:pt x="1441" y="284"/>
                </a:lnTo>
                <a:lnTo>
                  <a:pt x="1442" y="284"/>
                </a:lnTo>
                <a:lnTo>
                  <a:pt x="1443" y="283"/>
                </a:lnTo>
                <a:lnTo>
                  <a:pt x="1443" y="282"/>
                </a:lnTo>
                <a:lnTo>
                  <a:pt x="1444" y="281"/>
                </a:lnTo>
                <a:lnTo>
                  <a:pt x="1445" y="281"/>
                </a:lnTo>
                <a:lnTo>
                  <a:pt x="1446" y="281"/>
                </a:lnTo>
                <a:lnTo>
                  <a:pt x="1446" y="280"/>
                </a:lnTo>
                <a:lnTo>
                  <a:pt x="1447" y="280"/>
                </a:lnTo>
                <a:lnTo>
                  <a:pt x="1447" y="281"/>
                </a:lnTo>
                <a:lnTo>
                  <a:pt x="1446" y="281"/>
                </a:lnTo>
                <a:lnTo>
                  <a:pt x="1446" y="282"/>
                </a:lnTo>
                <a:lnTo>
                  <a:pt x="1447" y="282"/>
                </a:lnTo>
                <a:lnTo>
                  <a:pt x="1448" y="282"/>
                </a:lnTo>
                <a:lnTo>
                  <a:pt x="1449" y="282"/>
                </a:lnTo>
                <a:lnTo>
                  <a:pt x="1450" y="282"/>
                </a:lnTo>
                <a:lnTo>
                  <a:pt x="1451" y="283"/>
                </a:lnTo>
                <a:lnTo>
                  <a:pt x="1451" y="285"/>
                </a:lnTo>
                <a:lnTo>
                  <a:pt x="1450" y="285"/>
                </a:lnTo>
                <a:lnTo>
                  <a:pt x="1450" y="286"/>
                </a:lnTo>
                <a:lnTo>
                  <a:pt x="1451" y="286"/>
                </a:lnTo>
                <a:lnTo>
                  <a:pt x="1451" y="287"/>
                </a:lnTo>
                <a:lnTo>
                  <a:pt x="1452" y="287"/>
                </a:lnTo>
                <a:lnTo>
                  <a:pt x="1452" y="288"/>
                </a:lnTo>
                <a:lnTo>
                  <a:pt x="1453" y="288"/>
                </a:lnTo>
                <a:lnTo>
                  <a:pt x="1452" y="289"/>
                </a:lnTo>
                <a:lnTo>
                  <a:pt x="1453" y="290"/>
                </a:lnTo>
                <a:lnTo>
                  <a:pt x="1453" y="291"/>
                </a:lnTo>
                <a:lnTo>
                  <a:pt x="1453" y="292"/>
                </a:lnTo>
                <a:lnTo>
                  <a:pt x="1453" y="293"/>
                </a:lnTo>
                <a:lnTo>
                  <a:pt x="1453" y="295"/>
                </a:lnTo>
                <a:lnTo>
                  <a:pt x="1453" y="296"/>
                </a:lnTo>
                <a:lnTo>
                  <a:pt x="1453" y="297"/>
                </a:lnTo>
                <a:lnTo>
                  <a:pt x="1452" y="297"/>
                </a:lnTo>
                <a:lnTo>
                  <a:pt x="1451" y="298"/>
                </a:lnTo>
                <a:lnTo>
                  <a:pt x="1451" y="299"/>
                </a:lnTo>
                <a:lnTo>
                  <a:pt x="1450" y="299"/>
                </a:lnTo>
                <a:lnTo>
                  <a:pt x="1450" y="300"/>
                </a:lnTo>
                <a:lnTo>
                  <a:pt x="1448" y="300"/>
                </a:lnTo>
                <a:lnTo>
                  <a:pt x="1447" y="300"/>
                </a:lnTo>
                <a:lnTo>
                  <a:pt x="1446" y="301"/>
                </a:lnTo>
                <a:lnTo>
                  <a:pt x="1444" y="302"/>
                </a:lnTo>
                <a:lnTo>
                  <a:pt x="1445" y="302"/>
                </a:lnTo>
                <a:lnTo>
                  <a:pt x="1445" y="303"/>
                </a:lnTo>
                <a:lnTo>
                  <a:pt x="1444" y="303"/>
                </a:lnTo>
                <a:lnTo>
                  <a:pt x="1444" y="304"/>
                </a:lnTo>
                <a:lnTo>
                  <a:pt x="1445" y="305"/>
                </a:lnTo>
                <a:lnTo>
                  <a:pt x="1445" y="306"/>
                </a:lnTo>
                <a:lnTo>
                  <a:pt x="1445" y="307"/>
                </a:lnTo>
                <a:lnTo>
                  <a:pt x="1446" y="307"/>
                </a:lnTo>
                <a:lnTo>
                  <a:pt x="1446" y="308"/>
                </a:lnTo>
                <a:lnTo>
                  <a:pt x="1446" y="309"/>
                </a:lnTo>
                <a:lnTo>
                  <a:pt x="1445" y="309"/>
                </a:lnTo>
                <a:lnTo>
                  <a:pt x="1446" y="309"/>
                </a:lnTo>
                <a:lnTo>
                  <a:pt x="1446" y="310"/>
                </a:lnTo>
                <a:lnTo>
                  <a:pt x="1447" y="311"/>
                </a:lnTo>
                <a:lnTo>
                  <a:pt x="1447" y="312"/>
                </a:lnTo>
                <a:lnTo>
                  <a:pt x="1446" y="312"/>
                </a:lnTo>
                <a:lnTo>
                  <a:pt x="1446" y="313"/>
                </a:lnTo>
                <a:lnTo>
                  <a:pt x="1447" y="313"/>
                </a:lnTo>
                <a:lnTo>
                  <a:pt x="1447" y="314"/>
                </a:lnTo>
                <a:lnTo>
                  <a:pt x="1447" y="315"/>
                </a:lnTo>
                <a:lnTo>
                  <a:pt x="1446" y="316"/>
                </a:lnTo>
                <a:lnTo>
                  <a:pt x="1445" y="317"/>
                </a:lnTo>
                <a:lnTo>
                  <a:pt x="1446" y="318"/>
                </a:lnTo>
                <a:lnTo>
                  <a:pt x="1447" y="318"/>
                </a:lnTo>
                <a:lnTo>
                  <a:pt x="1448" y="317"/>
                </a:lnTo>
                <a:lnTo>
                  <a:pt x="1449" y="317"/>
                </a:lnTo>
                <a:lnTo>
                  <a:pt x="1449" y="318"/>
                </a:lnTo>
                <a:lnTo>
                  <a:pt x="1450" y="319"/>
                </a:lnTo>
                <a:lnTo>
                  <a:pt x="1451" y="319"/>
                </a:lnTo>
                <a:lnTo>
                  <a:pt x="1452" y="319"/>
                </a:lnTo>
                <a:lnTo>
                  <a:pt x="1454" y="320"/>
                </a:lnTo>
                <a:lnTo>
                  <a:pt x="1456" y="319"/>
                </a:lnTo>
                <a:lnTo>
                  <a:pt x="1458" y="319"/>
                </a:lnTo>
                <a:lnTo>
                  <a:pt x="1459" y="319"/>
                </a:lnTo>
                <a:lnTo>
                  <a:pt x="1459" y="320"/>
                </a:lnTo>
                <a:lnTo>
                  <a:pt x="1459" y="321"/>
                </a:lnTo>
                <a:lnTo>
                  <a:pt x="1458" y="321"/>
                </a:lnTo>
                <a:lnTo>
                  <a:pt x="1457" y="321"/>
                </a:lnTo>
                <a:lnTo>
                  <a:pt x="1456" y="321"/>
                </a:lnTo>
                <a:lnTo>
                  <a:pt x="1455" y="321"/>
                </a:lnTo>
                <a:lnTo>
                  <a:pt x="1454" y="321"/>
                </a:lnTo>
                <a:lnTo>
                  <a:pt x="1454" y="322"/>
                </a:lnTo>
                <a:lnTo>
                  <a:pt x="1454" y="323"/>
                </a:lnTo>
                <a:lnTo>
                  <a:pt x="1454" y="324"/>
                </a:lnTo>
                <a:lnTo>
                  <a:pt x="1453" y="324"/>
                </a:lnTo>
                <a:lnTo>
                  <a:pt x="1452" y="324"/>
                </a:lnTo>
                <a:lnTo>
                  <a:pt x="1451" y="324"/>
                </a:lnTo>
                <a:lnTo>
                  <a:pt x="1452" y="325"/>
                </a:lnTo>
                <a:lnTo>
                  <a:pt x="1452" y="326"/>
                </a:lnTo>
                <a:lnTo>
                  <a:pt x="1453" y="328"/>
                </a:lnTo>
                <a:lnTo>
                  <a:pt x="1454" y="328"/>
                </a:lnTo>
                <a:lnTo>
                  <a:pt x="1455" y="329"/>
                </a:lnTo>
                <a:lnTo>
                  <a:pt x="1455" y="330"/>
                </a:lnTo>
                <a:lnTo>
                  <a:pt x="1454" y="330"/>
                </a:lnTo>
                <a:lnTo>
                  <a:pt x="1454" y="331"/>
                </a:lnTo>
                <a:lnTo>
                  <a:pt x="1454" y="332"/>
                </a:lnTo>
                <a:lnTo>
                  <a:pt x="1455" y="333"/>
                </a:lnTo>
                <a:lnTo>
                  <a:pt x="1455" y="334"/>
                </a:lnTo>
                <a:lnTo>
                  <a:pt x="1454" y="334"/>
                </a:lnTo>
                <a:lnTo>
                  <a:pt x="1454" y="335"/>
                </a:lnTo>
                <a:lnTo>
                  <a:pt x="1454" y="336"/>
                </a:lnTo>
                <a:lnTo>
                  <a:pt x="1454" y="337"/>
                </a:lnTo>
                <a:lnTo>
                  <a:pt x="1455" y="337"/>
                </a:lnTo>
                <a:lnTo>
                  <a:pt x="1455" y="338"/>
                </a:lnTo>
                <a:lnTo>
                  <a:pt x="1455" y="339"/>
                </a:lnTo>
                <a:lnTo>
                  <a:pt x="1455" y="340"/>
                </a:lnTo>
                <a:lnTo>
                  <a:pt x="1455" y="341"/>
                </a:lnTo>
                <a:lnTo>
                  <a:pt x="1454" y="341"/>
                </a:lnTo>
                <a:lnTo>
                  <a:pt x="1455" y="341"/>
                </a:lnTo>
                <a:lnTo>
                  <a:pt x="1457" y="341"/>
                </a:lnTo>
                <a:lnTo>
                  <a:pt x="1457" y="342"/>
                </a:lnTo>
                <a:lnTo>
                  <a:pt x="1458" y="342"/>
                </a:lnTo>
                <a:lnTo>
                  <a:pt x="1457" y="342"/>
                </a:lnTo>
                <a:lnTo>
                  <a:pt x="1457" y="343"/>
                </a:lnTo>
                <a:lnTo>
                  <a:pt x="1456" y="344"/>
                </a:lnTo>
                <a:lnTo>
                  <a:pt x="1456" y="346"/>
                </a:lnTo>
                <a:lnTo>
                  <a:pt x="1457" y="349"/>
                </a:lnTo>
                <a:lnTo>
                  <a:pt x="1458" y="351"/>
                </a:lnTo>
                <a:lnTo>
                  <a:pt x="1458" y="353"/>
                </a:lnTo>
                <a:lnTo>
                  <a:pt x="1457" y="355"/>
                </a:lnTo>
                <a:lnTo>
                  <a:pt x="1457" y="356"/>
                </a:lnTo>
                <a:lnTo>
                  <a:pt x="1456" y="356"/>
                </a:lnTo>
                <a:lnTo>
                  <a:pt x="1456" y="357"/>
                </a:lnTo>
                <a:lnTo>
                  <a:pt x="1455" y="357"/>
                </a:lnTo>
                <a:lnTo>
                  <a:pt x="1456" y="358"/>
                </a:lnTo>
                <a:lnTo>
                  <a:pt x="1457" y="359"/>
                </a:lnTo>
                <a:lnTo>
                  <a:pt x="1457" y="361"/>
                </a:lnTo>
                <a:lnTo>
                  <a:pt x="1457" y="362"/>
                </a:lnTo>
                <a:lnTo>
                  <a:pt x="1456" y="363"/>
                </a:lnTo>
                <a:lnTo>
                  <a:pt x="1454" y="364"/>
                </a:lnTo>
                <a:lnTo>
                  <a:pt x="1452" y="366"/>
                </a:lnTo>
                <a:lnTo>
                  <a:pt x="1451" y="366"/>
                </a:lnTo>
                <a:lnTo>
                  <a:pt x="1449" y="367"/>
                </a:lnTo>
                <a:lnTo>
                  <a:pt x="1447" y="369"/>
                </a:lnTo>
                <a:lnTo>
                  <a:pt x="1447" y="368"/>
                </a:lnTo>
                <a:lnTo>
                  <a:pt x="1446" y="369"/>
                </a:lnTo>
                <a:lnTo>
                  <a:pt x="1446" y="370"/>
                </a:lnTo>
                <a:lnTo>
                  <a:pt x="1447" y="370"/>
                </a:lnTo>
                <a:lnTo>
                  <a:pt x="1447" y="372"/>
                </a:lnTo>
                <a:lnTo>
                  <a:pt x="1446" y="372"/>
                </a:lnTo>
                <a:lnTo>
                  <a:pt x="1446" y="374"/>
                </a:lnTo>
                <a:lnTo>
                  <a:pt x="1444" y="375"/>
                </a:lnTo>
                <a:lnTo>
                  <a:pt x="1444" y="376"/>
                </a:lnTo>
                <a:lnTo>
                  <a:pt x="1445" y="376"/>
                </a:lnTo>
                <a:lnTo>
                  <a:pt x="1447" y="375"/>
                </a:lnTo>
                <a:lnTo>
                  <a:pt x="1447" y="376"/>
                </a:lnTo>
                <a:lnTo>
                  <a:pt x="1448" y="378"/>
                </a:lnTo>
                <a:lnTo>
                  <a:pt x="1449" y="379"/>
                </a:lnTo>
                <a:lnTo>
                  <a:pt x="1449" y="380"/>
                </a:lnTo>
                <a:lnTo>
                  <a:pt x="1449" y="381"/>
                </a:lnTo>
                <a:lnTo>
                  <a:pt x="1449" y="382"/>
                </a:lnTo>
                <a:lnTo>
                  <a:pt x="1449" y="383"/>
                </a:lnTo>
                <a:lnTo>
                  <a:pt x="1448" y="384"/>
                </a:lnTo>
                <a:lnTo>
                  <a:pt x="1447" y="386"/>
                </a:lnTo>
                <a:lnTo>
                  <a:pt x="1446" y="386"/>
                </a:lnTo>
                <a:lnTo>
                  <a:pt x="1445" y="386"/>
                </a:lnTo>
                <a:lnTo>
                  <a:pt x="1445" y="387"/>
                </a:lnTo>
                <a:lnTo>
                  <a:pt x="1445" y="388"/>
                </a:lnTo>
                <a:lnTo>
                  <a:pt x="1444" y="389"/>
                </a:lnTo>
                <a:lnTo>
                  <a:pt x="1444" y="390"/>
                </a:lnTo>
                <a:lnTo>
                  <a:pt x="1445" y="390"/>
                </a:lnTo>
                <a:lnTo>
                  <a:pt x="1445" y="391"/>
                </a:lnTo>
                <a:lnTo>
                  <a:pt x="1445" y="393"/>
                </a:lnTo>
                <a:lnTo>
                  <a:pt x="1444" y="395"/>
                </a:lnTo>
                <a:lnTo>
                  <a:pt x="1443" y="396"/>
                </a:lnTo>
                <a:lnTo>
                  <a:pt x="1443" y="397"/>
                </a:lnTo>
                <a:lnTo>
                  <a:pt x="1444" y="397"/>
                </a:lnTo>
                <a:lnTo>
                  <a:pt x="1444" y="398"/>
                </a:lnTo>
                <a:lnTo>
                  <a:pt x="1444" y="399"/>
                </a:lnTo>
                <a:lnTo>
                  <a:pt x="1443" y="400"/>
                </a:lnTo>
                <a:lnTo>
                  <a:pt x="1442" y="403"/>
                </a:lnTo>
                <a:lnTo>
                  <a:pt x="1441" y="404"/>
                </a:lnTo>
                <a:lnTo>
                  <a:pt x="1441" y="405"/>
                </a:lnTo>
                <a:lnTo>
                  <a:pt x="1439" y="407"/>
                </a:lnTo>
                <a:lnTo>
                  <a:pt x="1438" y="408"/>
                </a:lnTo>
                <a:lnTo>
                  <a:pt x="1437" y="408"/>
                </a:lnTo>
                <a:lnTo>
                  <a:pt x="1437" y="409"/>
                </a:lnTo>
                <a:lnTo>
                  <a:pt x="1437" y="410"/>
                </a:lnTo>
                <a:lnTo>
                  <a:pt x="1437" y="411"/>
                </a:lnTo>
                <a:lnTo>
                  <a:pt x="1436" y="411"/>
                </a:lnTo>
                <a:lnTo>
                  <a:pt x="1435" y="411"/>
                </a:lnTo>
                <a:lnTo>
                  <a:pt x="1435" y="409"/>
                </a:lnTo>
                <a:lnTo>
                  <a:pt x="1435" y="407"/>
                </a:lnTo>
                <a:lnTo>
                  <a:pt x="1435" y="406"/>
                </a:lnTo>
                <a:lnTo>
                  <a:pt x="1434" y="406"/>
                </a:lnTo>
                <a:lnTo>
                  <a:pt x="1433" y="405"/>
                </a:lnTo>
                <a:lnTo>
                  <a:pt x="1433" y="404"/>
                </a:lnTo>
                <a:lnTo>
                  <a:pt x="1432" y="404"/>
                </a:lnTo>
                <a:lnTo>
                  <a:pt x="1432" y="403"/>
                </a:lnTo>
                <a:lnTo>
                  <a:pt x="1431" y="403"/>
                </a:lnTo>
                <a:lnTo>
                  <a:pt x="1431" y="404"/>
                </a:lnTo>
                <a:lnTo>
                  <a:pt x="1430" y="404"/>
                </a:lnTo>
                <a:lnTo>
                  <a:pt x="1429" y="403"/>
                </a:lnTo>
                <a:lnTo>
                  <a:pt x="1427" y="402"/>
                </a:lnTo>
                <a:lnTo>
                  <a:pt x="1425" y="402"/>
                </a:lnTo>
                <a:lnTo>
                  <a:pt x="1424" y="402"/>
                </a:lnTo>
                <a:lnTo>
                  <a:pt x="1423" y="402"/>
                </a:lnTo>
                <a:lnTo>
                  <a:pt x="1422" y="402"/>
                </a:lnTo>
                <a:lnTo>
                  <a:pt x="1421" y="403"/>
                </a:lnTo>
                <a:lnTo>
                  <a:pt x="1420" y="403"/>
                </a:lnTo>
                <a:lnTo>
                  <a:pt x="1418" y="401"/>
                </a:lnTo>
                <a:lnTo>
                  <a:pt x="1417" y="401"/>
                </a:lnTo>
                <a:lnTo>
                  <a:pt x="1415" y="401"/>
                </a:lnTo>
                <a:lnTo>
                  <a:pt x="1414" y="402"/>
                </a:lnTo>
                <a:lnTo>
                  <a:pt x="1413" y="403"/>
                </a:lnTo>
                <a:lnTo>
                  <a:pt x="1412" y="403"/>
                </a:lnTo>
                <a:lnTo>
                  <a:pt x="1411" y="403"/>
                </a:lnTo>
                <a:lnTo>
                  <a:pt x="1411" y="404"/>
                </a:lnTo>
                <a:lnTo>
                  <a:pt x="1410" y="404"/>
                </a:lnTo>
                <a:lnTo>
                  <a:pt x="1410" y="405"/>
                </a:lnTo>
                <a:lnTo>
                  <a:pt x="1411" y="405"/>
                </a:lnTo>
                <a:lnTo>
                  <a:pt x="1411" y="406"/>
                </a:lnTo>
                <a:lnTo>
                  <a:pt x="1410" y="406"/>
                </a:lnTo>
                <a:lnTo>
                  <a:pt x="1410" y="405"/>
                </a:lnTo>
                <a:lnTo>
                  <a:pt x="1409" y="405"/>
                </a:lnTo>
                <a:lnTo>
                  <a:pt x="1408" y="405"/>
                </a:lnTo>
                <a:lnTo>
                  <a:pt x="1407" y="406"/>
                </a:lnTo>
                <a:lnTo>
                  <a:pt x="1405" y="409"/>
                </a:lnTo>
                <a:lnTo>
                  <a:pt x="1403" y="410"/>
                </a:lnTo>
                <a:lnTo>
                  <a:pt x="1402" y="411"/>
                </a:lnTo>
                <a:lnTo>
                  <a:pt x="1400" y="412"/>
                </a:lnTo>
                <a:lnTo>
                  <a:pt x="1397" y="414"/>
                </a:lnTo>
                <a:lnTo>
                  <a:pt x="1396" y="414"/>
                </a:lnTo>
                <a:lnTo>
                  <a:pt x="1395" y="414"/>
                </a:lnTo>
                <a:lnTo>
                  <a:pt x="1395" y="415"/>
                </a:lnTo>
                <a:lnTo>
                  <a:pt x="1394" y="415"/>
                </a:lnTo>
                <a:lnTo>
                  <a:pt x="1393" y="415"/>
                </a:lnTo>
                <a:lnTo>
                  <a:pt x="1393" y="416"/>
                </a:lnTo>
                <a:lnTo>
                  <a:pt x="1392" y="416"/>
                </a:lnTo>
                <a:lnTo>
                  <a:pt x="1391" y="417"/>
                </a:lnTo>
                <a:lnTo>
                  <a:pt x="1391" y="418"/>
                </a:lnTo>
                <a:lnTo>
                  <a:pt x="1390" y="418"/>
                </a:lnTo>
                <a:lnTo>
                  <a:pt x="1389" y="419"/>
                </a:lnTo>
                <a:lnTo>
                  <a:pt x="1388" y="419"/>
                </a:lnTo>
                <a:lnTo>
                  <a:pt x="1386" y="420"/>
                </a:lnTo>
                <a:lnTo>
                  <a:pt x="1386" y="421"/>
                </a:lnTo>
                <a:lnTo>
                  <a:pt x="1386" y="422"/>
                </a:lnTo>
                <a:lnTo>
                  <a:pt x="1386" y="423"/>
                </a:lnTo>
                <a:lnTo>
                  <a:pt x="1385" y="424"/>
                </a:lnTo>
                <a:lnTo>
                  <a:pt x="1385" y="425"/>
                </a:lnTo>
                <a:lnTo>
                  <a:pt x="1384" y="425"/>
                </a:lnTo>
                <a:lnTo>
                  <a:pt x="1383" y="424"/>
                </a:lnTo>
                <a:lnTo>
                  <a:pt x="1383" y="425"/>
                </a:lnTo>
                <a:lnTo>
                  <a:pt x="1383" y="426"/>
                </a:lnTo>
                <a:lnTo>
                  <a:pt x="1382" y="426"/>
                </a:lnTo>
                <a:lnTo>
                  <a:pt x="1381" y="426"/>
                </a:lnTo>
                <a:lnTo>
                  <a:pt x="1380" y="426"/>
                </a:lnTo>
                <a:lnTo>
                  <a:pt x="1380" y="427"/>
                </a:lnTo>
                <a:lnTo>
                  <a:pt x="1379" y="427"/>
                </a:lnTo>
                <a:lnTo>
                  <a:pt x="1378" y="427"/>
                </a:lnTo>
                <a:lnTo>
                  <a:pt x="1376" y="426"/>
                </a:lnTo>
                <a:lnTo>
                  <a:pt x="1376" y="425"/>
                </a:lnTo>
                <a:lnTo>
                  <a:pt x="1376" y="424"/>
                </a:lnTo>
                <a:lnTo>
                  <a:pt x="1376" y="422"/>
                </a:lnTo>
                <a:lnTo>
                  <a:pt x="1376" y="420"/>
                </a:lnTo>
                <a:lnTo>
                  <a:pt x="1376" y="419"/>
                </a:lnTo>
                <a:lnTo>
                  <a:pt x="1375" y="418"/>
                </a:lnTo>
                <a:lnTo>
                  <a:pt x="1373" y="417"/>
                </a:lnTo>
                <a:lnTo>
                  <a:pt x="1372" y="416"/>
                </a:lnTo>
                <a:lnTo>
                  <a:pt x="1370" y="415"/>
                </a:lnTo>
                <a:lnTo>
                  <a:pt x="1368" y="415"/>
                </a:lnTo>
                <a:lnTo>
                  <a:pt x="1367" y="416"/>
                </a:lnTo>
                <a:lnTo>
                  <a:pt x="1364" y="422"/>
                </a:lnTo>
                <a:lnTo>
                  <a:pt x="1361" y="422"/>
                </a:lnTo>
                <a:lnTo>
                  <a:pt x="1360" y="419"/>
                </a:lnTo>
                <a:lnTo>
                  <a:pt x="1357" y="416"/>
                </a:lnTo>
                <a:lnTo>
                  <a:pt x="1356" y="418"/>
                </a:lnTo>
                <a:lnTo>
                  <a:pt x="1354" y="418"/>
                </a:lnTo>
                <a:lnTo>
                  <a:pt x="1353" y="418"/>
                </a:lnTo>
                <a:lnTo>
                  <a:pt x="1352" y="417"/>
                </a:lnTo>
                <a:lnTo>
                  <a:pt x="1349" y="418"/>
                </a:lnTo>
                <a:lnTo>
                  <a:pt x="1346" y="419"/>
                </a:lnTo>
                <a:lnTo>
                  <a:pt x="1344" y="422"/>
                </a:lnTo>
                <a:lnTo>
                  <a:pt x="1342" y="422"/>
                </a:lnTo>
                <a:lnTo>
                  <a:pt x="1341" y="422"/>
                </a:lnTo>
                <a:lnTo>
                  <a:pt x="1340" y="421"/>
                </a:lnTo>
                <a:lnTo>
                  <a:pt x="1339" y="421"/>
                </a:lnTo>
                <a:lnTo>
                  <a:pt x="1336" y="422"/>
                </a:lnTo>
                <a:lnTo>
                  <a:pt x="1332" y="424"/>
                </a:lnTo>
                <a:lnTo>
                  <a:pt x="1331" y="423"/>
                </a:lnTo>
                <a:lnTo>
                  <a:pt x="1328" y="422"/>
                </a:lnTo>
                <a:lnTo>
                  <a:pt x="1327" y="421"/>
                </a:lnTo>
                <a:lnTo>
                  <a:pt x="1326" y="419"/>
                </a:lnTo>
                <a:lnTo>
                  <a:pt x="1325" y="419"/>
                </a:lnTo>
                <a:lnTo>
                  <a:pt x="1324" y="419"/>
                </a:lnTo>
                <a:lnTo>
                  <a:pt x="1323" y="419"/>
                </a:lnTo>
                <a:lnTo>
                  <a:pt x="1322" y="419"/>
                </a:lnTo>
                <a:lnTo>
                  <a:pt x="1321" y="419"/>
                </a:lnTo>
                <a:lnTo>
                  <a:pt x="1320" y="419"/>
                </a:lnTo>
                <a:lnTo>
                  <a:pt x="1320" y="420"/>
                </a:lnTo>
                <a:lnTo>
                  <a:pt x="1319" y="420"/>
                </a:lnTo>
                <a:lnTo>
                  <a:pt x="1319" y="419"/>
                </a:lnTo>
                <a:lnTo>
                  <a:pt x="1319" y="418"/>
                </a:lnTo>
                <a:lnTo>
                  <a:pt x="1319" y="417"/>
                </a:lnTo>
                <a:lnTo>
                  <a:pt x="1318" y="417"/>
                </a:lnTo>
                <a:lnTo>
                  <a:pt x="1318" y="416"/>
                </a:lnTo>
                <a:lnTo>
                  <a:pt x="1317" y="415"/>
                </a:lnTo>
                <a:lnTo>
                  <a:pt x="1314" y="408"/>
                </a:lnTo>
                <a:lnTo>
                  <a:pt x="1314" y="407"/>
                </a:lnTo>
                <a:lnTo>
                  <a:pt x="1314" y="406"/>
                </a:lnTo>
                <a:lnTo>
                  <a:pt x="1314" y="405"/>
                </a:lnTo>
                <a:lnTo>
                  <a:pt x="1313" y="405"/>
                </a:lnTo>
                <a:lnTo>
                  <a:pt x="1312" y="405"/>
                </a:lnTo>
                <a:lnTo>
                  <a:pt x="1311" y="405"/>
                </a:lnTo>
                <a:lnTo>
                  <a:pt x="1310" y="404"/>
                </a:lnTo>
                <a:lnTo>
                  <a:pt x="1311" y="403"/>
                </a:lnTo>
                <a:lnTo>
                  <a:pt x="1312" y="402"/>
                </a:lnTo>
                <a:lnTo>
                  <a:pt x="1311" y="402"/>
                </a:lnTo>
                <a:lnTo>
                  <a:pt x="1310" y="402"/>
                </a:lnTo>
                <a:lnTo>
                  <a:pt x="1309" y="402"/>
                </a:lnTo>
                <a:lnTo>
                  <a:pt x="1305" y="401"/>
                </a:lnTo>
                <a:lnTo>
                  <a:pt x="1300" y="399"/>
                </a:lnTo>
                <a:lnTo>
                  <a:pt x="1300" y="398"/>
                </a:lnTo>
                <a:lnTo>
                  <a:pt x="1299" y="398"/>
                </a:lnTo>
                <a:lnTo>
                  <a:pt x="1298" y="398"/>
                </a:lnTo>
                <a:lnTo>
                  <a:pt x="1297" y="398"/>
                </a:lnTo>
                <a:lnTo>
                  <a:pt x="1297" y="396"/>
                </a:lnTo>
                <a:lnTo>
                  <a:pt x="1296" y="396"/>
                </a:lnTo>
                <a:lnTo>
                  <a:pt x="1296" y="395"/>
                </a:lnTo>
                <a:lnTo>
                  <a:pt x="1296" y="394"/>
                </a:lnTo>
                <a:lnTo>
                  <a:pt x="1296" y="393"/>
                </a:lnTo>
                <a:lnTo>
                  <a:pt x="1295" y="393"/>
                </a:lnTo>
                <a:lnTo>
                  <a:pt x="1295" y="394"/>
                </a:lnTo>
                <a:lnTo>
                  <a:pt x="1294" y="393"/>
                </a:lnTo>
                <a:lnTo>
                  <a:pt x="1292" y="392"/>
                </a:lnTo>
                <a:lnTo>
                  <a:pt x="1291" y="392"/>
                </a:lnTo>
                <a:lnTo>
                  <a:pt x="1290" y="392"/>
                </a:lnTo>
                <a:lnTo>
                  <a:pt x="1289" y="392"/>
                </a:lnTo>
                <a:lnTo>
                  <a:pt x="1288" y="392"/>
                </a:lnTo>
                <a:lnTo>
                  <a:pt x="1288" y="391"/>
                </a:lnTo>
                <a:lnTo>
                  <a:pt x="1287" y="391"/>
                </a:lnTo>
                <a:lnTo>
                  <a:pt x="1285" y="391"/>
                </a:lnTo>
                <a:lnTo>
                  <a:pt x="1285" y="392"/>
                </a:lnTo>
                <a:lnTo>
                  <a:pt x="1283" y="395"/>
                </a:lnTo>
                <a:lnTo>
                  <a:pt x="1283" y="396"/>
                </a:lnTo>
                <a:lnTo>
                  <a:pt x="1283" y="397"/>
                </a:lnTo>
                <a:lnTo>
                  <a:pt x="1283" y="398"/>
                </a:lnTo>
                <a:lnTo>
                  <a:pt x="1282" y="399"/>
                </a:lnTo>
                <a:lnTo>
                  <a:pt x="1280" y="403"/>
                </a:lnTo>
                <a:lnTo>
                  <a:pt x="1278" y="403"/>
                </a:lnTo>
                <a:lnTo>
                  <a:pt x="1277" y="404"/>
                </a:lnTo>
                <a:lnTo>
                  <a:pt x="1276" y="405"/>
                </a:lnTo>
                <a:lnTo>
                  <a:pt x="1276" y="406"/>
                </a:lnTo>
                <a:lnTo>
                  <a:pt x="1276" y="407"/>
                </a:lnTo>
                <a:lnTo>
                  <a:pt x="1274" y="411"/>
                </a:lnTo>
                <a:lnTo>
                  <a:pt x="1271" y="413"/>
                </a:lnTo>
                <a:lnTo>
                  <a:pt x="1270" y="413"/>
                </a:lnTo>
                <a:lnTo>
                  <a:pt x="1268" y="415"/>
                </a:lnTo>
                <a:lnTo>
                  <a:pt x="1267" y="417"/>
                </a:lnTo>
                <a:lnTo>
                  <a:pt x="1266" y="418"/>
                </a:lnTo>
                <a:lnTo>
                  <a:pt x="1266" y="420"/>
                </a:lnTo>
                <a:lnTo>
                  <a:pt x="1268" y="423"/>
                </a:lnTo>
                <a:lnTo>
                  <a:pt x="1268" y="424"/>
                </a:lnTo>
                <a:lnTo>
                  <a:pt x="1267" y="425"/>
                </a:lnTo>
                <a:lnTo>
                  <a:pt x="1265" y="426"/>
                </a:lnTo>
                <a:lnTo>
                  <a:pt x="1264" y="427"/>
                </a:lnTo>
                <a:lnTo>
                  <a:pt x="1263" y="427"/>
                </a:lnTo>
                <a:lnTo>
                  <a:pt x="1261" y="425"/>
                </a:lnTo>
                <a:lnTo>
                  <a:pt x="1260" y="425"/>
                </a:lnTo>
                <a:lnTo>
                  <a:pt x="1260" y="426"/>
                </a:lnTo>
                <a:lnTo>
                  <a:pt x="1261" y="427"/>
                </a:lnTo>
                <a:lnTo>
                  <a:pt x="1261" y="428"/>
                </a:lnTo>
                <a:lnTo>
                  <a:pt x="1261" y="429"/>
                </a:lnTo>
                <a:lnTo>
                  <a:pt x="1260" y="429"/>
                </a:lnTo>
                <a:lnTo>
                  <a:pt x="1259" y="429"/>
                </a:lnTo>
                <a:lnTo>
                  <a:pt x="1258" y="429"/>
                </a:lnTo>
                <a:lnTo>
                  <a:pt x="1257" y="428"/>
                </a:lnTo>
                <a:lnTo>
                  <a:pt x="1256" y="427"/>
                </a:lnTo>
                <a:lnTo>
                  <a:pt x="1256" y="428"/>
                </a:lnTo>
                <a:lnTo>
                  <a:pt x="1255" y="430"/>
                </a:lnTo>
                <a:lnTo>
                  <a:pt x="1254" y="431"/>
                </a:lnTo>
                <a:lnTo>
                  <a:pt x="1254" y="432"/>
                </a:lnTo>
                <a:lnTo>
                  <a:pt x="1253" y="432"/>
                </a:lnTo>
                <a:lnTo>
                  <a:pt x="1252" y="432"/>
                </a:lnTo>
                <a:lnTo>
                  <a:pt x="1251" y="431"/>
                </a:lnTo>
                <a:lnTo>
                  <a:pt x="1251" y="430"/>
                </a:lnTo>
                <a:lnTo>
                  <a:pt x="1249" y="429"/>
                </a:lnTo>
                <a:lnTo>
                  <a:pt x="1248" y="428"/>
                </a:lnTo>
                <a:lnTo>
                  <a:pt x="1248" y="427"/>
                </a:lnTo>
                <a:lnTo>
                  <a:pt x="1247" y="427"/>
                </a:lnTo>
                <a:lnTo>
                  <a:pt x="1246" y="425"/>
                </a:lnTo>
                <a:lnTo>
                  <a:pt x="1246" y="424"/>
                </a:lnTo>
                <a:lnTo>
                  <a:pt x="1245" y="424"/>
                </a:lnTo>
                <a:lnTo>
                  <a:pt x="1245" y="423"/>
                </a:lnTo>
                <a:lnTo>
                  <a:pt x="1245" y="422"/>
                </a:lnTo>
                <a:lnTo>
                  <a:pt x="1246" y="421"/>
                </a:lnTo>
                <a:lnTo>
                  <a:pt x="1246" y="420"/>
                </a:lnTo>
                <a:lnTo>
                  <a:pt x="1245" y="419"/>
                </a:lnTo>
                <a:lnTo>
                  <a:pt x="1243" y="419"/>
                </a:lnTo>
                <a:lnTo>
                  <a:pt x="1243" y="418"/>
                </a:lnTo>
                <a:lnTo>
                  <a:pt x="1242" y="417"/>
                </a:lnTo>
                <a:lnTo>
                  <a:pt x="1241" y="417"/>
                </a:lnTo>
                <a:lnTo>
                  <a:pt x="1240" y="417"/>
                </a:lnTo>
                <a:lnTo>
                  <a:pt x="1240" y="418"/>
                </a:lnTo>
                <a:lnTo>
                  <a:pt x="1239" y="418"/>
                </a:lnTo>
                <a:lnTo>
                  <a:pt x="1237" y="418"/>
                </a:lnTo>
                <a:lnTo>
                  <a:pt x="1236" y="418"/>
                </a:lnTo>
                <a:lnTo>
                  <a:pt x="1236" y="417"/>
                </a:lnTo>
                <a:lnTo>
                  <a:pt x="1235" y="416"/>
                </a:lnTo>
                <a:lnTo>
                  <a:pt x="1233" y="415"/>
                </a:lnTo>
                <a:lnTo>
                  <a:pt x="1232" y="413"/>
                </a:lnTo>
                <a:lnTo>
                  <a:pt x="1230" y="412"/>
                </a:lnTo>
                <a:lnTo>
                  <a:pt x="1229" y="412"/>
                </a:lnTo>
                <a:lnTo>
                  <a:pt x="1227" y="411"/>
                </a:lnTo>
                <a:lnTo>
                  <a:pt x="1225" y="409"/>
                </a:lnTo>
                <a:lnTo>
                  <a:pt x="1225" y="407"/>
                </a:lnTo>
                <a:lnTo>
                  <a:pt x="1225" y="406"/>
                </a:lnTo>
                <a:lnTo>
                  <a:pt x="1225" y="403"/>
                </a:lnTo>
                <a:lnTo>
                  <a:pt x="1225" y="402"/>
                </a:lnTo>
                <a:lnTo>
                  <a:pt x="1224" y="400"/>
                </a:lnTo>
                <a:lnTo>
                  <a:pt x="1225" y="399"/>
                </a:lnTo>
                <a:lnTo>
                  <a:pt x="1224" y="398"/>
                </a:lnTo>
                <a:lnTo>
                  <a:pt x="1223" y="398"/>
                </a:lnTo>
                <a:lnTo>
                  <a:pt x="1222" y="399"/>
                </a:lnTo>
                <a:lnTo>
                  <a:pt x="1220" y="400"/>
                </a:lnTo>
                <a:lnTo>
                  <a:pt x="1219" y="400"/>
                </a:lnTo>
                <a:lnTo>
                  <a:pt x="1218" y="401"/>
                </a:lnTo>
                <a:lnTo>
                  <a:pt x="1218" y="400"/>
                </a:lnTo>
                <a:lnTo>
                  <a:pt x="1217" y="399"/>
                </a:lnTo>
                <a:lnTo>
                  <a:pt x="1216" y="399"/>
                </a:lnTo>
                <a:lnTo>
                  <a:pt x="1215" y="399"/>
                </a:lnTo>
                <a:lnTo>
                  <a:pt x="1214" y="399"/>
                </a:lnTo>
                <a:lnTo>
                  <a:pt x="1214" y="398"/>
                </a:lnTo>
                <a:lnTo>
                  <a:pt x="1214" y="397"/>
                </a:lnTo>
                <a:lnTo>
                  <a:pt x="1213" y="397"/>
                </a:lnTo>
                <a:lnTo>
                  <a:pt x="1212" y="397"/>
                </a:lnTo>
                <a:lnTo>
                  <a:pt x="1211" y="396"/>
                </a:lnTo>
                <a:lnTo>
                  <a:pt x="1210" y="395"/>
                </a:lnTo>
                <a:lnTo>
                  <a:pt x="1209" y="396"/>
                </a:lnTo>
                <a:lnTo>
                  <a:pt x="1209" y="397"/>
                </a:lnTo>
                <a:lnTo>
                  <a:pt x="1209" y="398"/>
                </a:lnTo>
                <a:lnTo>
                  <a:pt x="1209" y="399"/>
                </a:lnTo>
                <a:lnTo>
                  <a:pt x="1209" y="401"/>
                </a:lnTo>
                <a:lnTo>
                  <a:pt x="1208" y="401"/>
                </a:lnTo>
                <a:lnTo>
                  <a:pt x="1208" y="402"/>
                </a:lnTo>
                <a:lnTo>
                  <a:pt x="1207" y="402"/>
                </a:lnTo>
                <a:lnTo>
                  <a:pt x="1207" y="403"/>
                </a:lnTo>
                <a:lnTo>
                  <a:pt x="1207" y="404"/>
                </a:lnTo>
                <a:lnTo>
                  <a:pt x="1206" y="404"/>
                </a:lnTo>
                <a:lnTo>
                  <a:pt x="1206" y="405"/>
                </a:lnTo>
                <a:lnTo>
                  <a:pt x="1206" y="406"/>
                </a:lnTo>
                <a:lnTo>
                  <a:pt x="1206" y="407"/>
                </a:lnTo>
                <a:lnTo>
                  <a:pt x="1205" y="407"/>
                </a:lnTo>
                <a:lnTo>
                  <a:pt x="1205" y="406"/>
                </a:lnTo>
                <a:lnTo>
                  <a:pt x="1205" y="407"/>
                </a:lnTo>
                <a:lnTo>
                  <a:pt x="1204" y="409"/>
                </a:lnTo>
                <a:lnTo>
                  <a:pt x="1204" y="410"/>
                </a:lnTo>
                <a:lnTo>
                  <a:pt x="1204" y="412"/>
                </a:lnTo>
                <a:lnTo>
                  <a:pt x="1204" y="415"/>
                </a:lnTo>
                <a:lnTo>
                  <a:pt x="1205" y="415"/>
                </a:lnTo>
                <a:lnTo>
                  <a:pt x="1204" y="415"/>
                </a:lnTo>
                <a:lnTo>
                  <a:pt x="1204" y="416"/>
                </a:lnTo>
                <a:lnTo>
                  <a:pt x="1203" y="416"/>
                </a:lnTo>
                <a:lnTo>
                  <a:pt x="1202" y="416"/>
                </a:lnTo>
                <a:lnTo>
                  <a:pt x="1202" y="417"/>
                </a:lnTo>
                <a:lnTo>
                  <a:pt x="1201" y="417"/>
                </a:lnTo>
                <a:lnTo>
                  <a:pt x="1200" y="417"/>
                </a:lnTo>
                <a:lnTo>
                  <a:pt x="1199" y="418"/>
                </a:lnTo>
                <a:lnTo>
                  <a:pt x="1199" y="420"/>
                </a:lnTo>
                <a:lnTo>
                  <a:pt x="1199" y="421"/>
                </a:lnTo>
                <a:lnTo>
                  <a:pt x="1199" y="422"/>
                </a:lnTo>
                <a:lnTo>
                  <a:pt x="1198" y="423"/>
                </a:lnTo>
                <a:lnTo>
                  <a:pt x="1197" y="424"/>
                </a:lnTo>
                <a:lnTo>
                  <a:pt x="1197" y="427"/>
                </a:lnTo>
                <a:lnTo>
                  <a:pt x="1196" y="427"/>
                </a:lnTo>
                <a:lnTo>
                  <a:pt x="1194" y="427"/>
                </a:lnTo>
                <a:lnTo>
                  <a:pt x="1193" y="427"/>
                </a:lnTo>
                <a:lnTo>
                  <a:pt x="1193" y="428"/>
                </a:lnTo>
                <a:lnTo>
                  <a:pt x="1193" y="430"/>
                </a:lnTo>
                <a:lnTo>
                  <a:pt x="1192" y="431"/>
                </a:lnTo>
                <a:lnTo>
                  <a:pt x="1189" y="432"/>
                </a:lnTo>
                <a:lnTo>
                  <a:pt x="1186" y="431"/>
                </a:lnTo>
                <a:lnTo>
                  <a:pt x="1185" y="432"/>
                </a:lnTo>
                <a:lnTo>
                  <a:pt x="1186" y="434"/>
                </a:lnTo>
                <a:lnTo>
                  <a:pt x="1185" y="435"/>
                </a:lnTo>
                <a:lnTo>
                  <a:pt x="1184" y="434"/>
                </a:lnTo>
                <a:lnTo>
                  <a:pt x="1183" y="434"/>
                </a:lnTo>
                <a:lnTo>
                  <a:pt x="1184" y="435"/>
                </a:lnTo>
                <a:lnTo>
                  <a:pt x="1183" y="435"/>
                </a:lnTo>
                <a:lnTo>
                  <a:pt x="1184" y="436"/>
                </a:lnTo>
                <a:lnTo>
                  <a:pt x="1183" y="437"/>
                </a:lnTo>
                <a:lnTo>
                  <a:pt x="1182" y="437"/>
                </a:lnTo>
                <a:lnTo>
                  <a:pt x="1181" y="438"/>
                </a:lnTo>
                <a:lnTo>
                  <a:pt x="1181" y="439"/>
                </a:lnTo>
                <a:lnTo>
                  <a:pt x="1180" y="441"/>
                </a:lnTo>
                <a:lnTo>
                  <a:pt x="1179" y="441"/>
                </a:lnTo>
                <a:lnTo>
                  <a:pt x="1178" y="442"/>
                </a:lnTo>
                <a:lnTo>
                  <a:pt x="1177" y="442"/>
                </a:lnTo>
                <a:lnTo>
                  <a:pt x="1176" y="442"/>
                </a:lnTo>
                <a:lnTo>
                  <a:pt x="1176" y="443"/>
                </a:lnTo>
                <a:lnTo>
                  <a:pt x="1176" y="444"/>
                </a:lnTo>
                <a:lnTo>
                  <a:pt x="1176" y="445"/>
                </a:lnTo>
                <a:lnTo>
                  <a:pt x="1175" y="445"/>
                </a:lnTo>
                <a:lnTo>
                  <a:pt x="1174" y="445"/>
                </a:lnTo>
                <a:lnTo>
                  <a:pt x="1174" y="446"/>
                </a:lnTo>
                <a:lnTo>
                  <a:pt x="1174" y="447"/>
                </a:lnTo>
                <a:lnTo>
                  <a:pt x="1174" y="448"/>
                </a:lnTo>
                <a:lnTo>
                  <a:pt x="1173" y="448"/>
                </a:lnTo>
                <a:lnTo>
                  <a:pt x="1172" y="449"/>
                </a:lnTo>
                <a:lnTo>
                  <a:pt x="1172" y="450"/>
                </a:lnTo>
                <a:lnTo>
                  <a:pt x="1171" y="450"/>
                </a:lnTo>
                <a:lnTo>
                  <a:pt x="1171" y="451"/>
                </a:lnTo>
                <a:lnTo>
                  <a:pt x="1171" y="452"/>
                </a:lnTo>
                <a:lnTo>
                  <a:pt x="1170" y="453"/>
                </a:lnTo>
                <a:lnTo>
                  <a:pt x="1169" y="453"/>
                </a:lnTo>
                <a:lnTo>
                  <a:pt x="1169" y="452"/>
                </a:lnTo>
                <a:lnTo>
                  <a:pt x="1168" y="453"/>
                </a:lnTo>
                <a:lnTo>
                  <a:pt x="1168" y="454"/>
                </a:lnTo>
                <a:lnTo>
                  <a:pt x="1169" y="455"/>
                </a:lnTo>
                <a:lnTo>
                  <a:pt x="1169" y="456"/>
                </a:lnTo>
                <a:lnTo>
                  <a:pt x="1169" y="457"/>
                </a:lnTo>
                <a:lnTo>
                  <a:pt x="1169" y="458"/>
                </a:lnTo>
                <a:lnTo>
                  <a:pt x="1168" y="458"/>
                </a:lnTo>
                <a:lnTo>
                  <a:pt x="1167" y="458"/>
                </a:lnTo>
                <a:lnTo>
                  <a:pt x="1167" y="459"/>
                </a:lnTo>
                <a:lnTo>
                  <a:pt x="1166" y="459"/>
                </a:lnTo>
                <a:lnTo>
                  <a:pt x="1166" y="460"/>
                </a:lnTo>
                <a:lnTo>
                  <a:pt x="1166" y="459"/>
                </a:lnTo>
                <a:lnTo>
                  <a:pt x="1165" y="459"/>
                </a:lnTo>
                <a:lnTo>
                  <a:pt x="1164" y="459"/>
                </a:lnTo>
                <a:lnTo>
                  <a:pt x="1163" y="459"/>
                </a:lnTo>
                <a:lnTo>
                  <a:pt x="1162" y="458"/>
                </a:lnTo>
                <a:lnTo>
                  <a:pt x="1162" y="459"/>
                </a:lnTo>
                <a:lnTo>
                  <a:pt x="1161" y="459"/>
                </a:lnTo>
                <a:lnTo>
                  <a:pt x="1161" y="460"/>
                </a:lnTo>
                <a:lnTo>
                  <a:pt x="1160" y="460"/>
                </a:lnTo>
                <a:lnTo>
                  <a:pt x="1159" y="460"/>
                </a:lnTo>
                <a:lnTo>
                  <a:pt x="1158" y="459"/>
                </a:lnTo>
                <a:lnTo>
                  <a:pt x="1157" y="460"/>
                </a:lnTo>
                <a:lnTo>
                  <a:pt x="1156" y="461"/>
                </a:lnTo>
                <a:lnTo>
                  <a:pt x="1156" y="460"/>
                </a:lnTo>
                <a:lnTo>
                  <a:pt x="1155" y="461"/>
                </a:lnTo>
                <a:lnTo>
                  <a:pt x="1154" y="461"/>
                </a:lnTo>
                <a:lnTo>
                  <a:pt x="1153" y="463"/>
                </a:lnTo>
                <a:lnTo>
                  <a:pt x="1152" y="465"/>
                </a:lnTo>
                <a:lnTo>
                  <a:pt x="1153" y="465"/>
                </a:lnTo>
                <a:lnTo>
                  <a:pt x="1152" y="465"/>
                </a:lnTo>
                <a:lnTo>
                  <a:pt x="1153" y="465"/>
                </a:lnTo>
                <a:lnTo>
                  <a:pt x="1154" y="466"/>
                </a:lnTo>
                <a:lnTo>
                  <a:pt x="1155" y="467"/>
                </a:lnTo>
                <a:lnTo>
                  <a:pt x="1156" y="467"/>
                </a:lnTo>
                <a:lnTo>
                  <a:pt x="1157" y="467"/>
                </a:lnTo>
                <a:lnTo>
                  <a:pt x="1158" y="466"/>
                </a:lnTo>
                <a:lnTo>
                  <a:pt x="1158" y="467"/>
                </a:lnTo>
                <a:lnTo>
                  <a:pt x="1158" y="468"/>
                </a:lnTo>
                <a:lnTo>
                  <a:pt x="1159" y="468"/>
                </a:lnTo>
                <a:lnTo>
                  <a:pt x="1159" y="469"/>
                </a:lnTo>
                <a:lnTo>
                  <a:pt x="1159" y="470"/>
                </a:lnTo>
                <a:lnTo>
                  <a:pt x="1159" y="471"/>
                </a:lnTo>
                <a:lnTo>
                  <a:pt x="1159" y="472"/>
                </a:lnTo>
                <a:lnTo>
                  <a:pt x="1158" y="472"/>
                </a:lnTo>
                <a:lnTo>
                  <a:pt x="1157" y="472"/>
                </a:lnTo>
                <a:lnTo>
                  <a:pt x="1156" y="472"/>
                </a:lnTo>
                <a:lnTo>
                  <a:pt x="1156" y="471"/>
                </a:lnTo>
                <a:lnTo>
                  <a:pt x="1155" y="471"/>
                </a:lnTo>
                <a:lnTo>
                  <a:pt x="1154" y="471"/>
                </a:lnTo>
                <a:lnTo>
                  <a:pt x="1153" y="470"/>
                </a:lnTo>
                <a:lnTo>
                  <a:pt x="1152" y="469"/>
                </a:lnTo>
                <a:lnTo>
                  <a:pt x="1151" y="469"/>
                </a:lnTo>
                <a:lnTo>
                  <a:pt x="1151" y="470"/>
                </a:lnTo>
                <a:lnTo>
                  <a:pt x="1150" y="470"/>
                </a:lnTo>
                <a:lnTo>
                  <a:pt x="1150" y="472"/>
                </a:lnTo>
                <a:lnTo>
                  <a:pt x="1149" y="472"/>
                </a:lnTo>
                <a:lnTo>
                  <a:pt x="1149" y="473"/>
                </a:lnTo>
                <a:lnTo>
                  <a:pt x="1149" y="474"/>
                </a:lnTo>
                <a:lnTo>
                  <a:pt x="1150" y="474"/>
                </a:lnTo>
                <a:lnTo>
                  <a:pt x="1150" y="475"/>
                </a:lnTo>
                <a:lnTo>
                  <a:pt x="1150" y="476"/>
                </a:lnTo>
                <a:lnTo>
                  <a:pt x="1151" y="477"/>
                </a:lnTo>
                <a:lnTo>
                  <a:pt x="1151" y="478"/>
                </a:lnTo>
                <a:lnTo>
                  <a:pt x="1152" y="478"/>
                </a:lnTo>
                <a:lnTo>
                  <a:pt x="1153" y="478"/>
                </a:lnTo>
                <a:lnTo>
                  <a:pt x="1153" y="480"/>
                </a:lnTo>
                <a:lnTo>
                  <a:pt x="1153" y="481"/>
                </a:lnTo>
                <a:lnTo>
                  <a:pt x="1154" y="482"/>
                </a:lnTo>
                <a:lnTo>
                  <a:pt x="1153" y="482"/>
                </a:lnTo>
                <a:lnTo>
                  <a:pt x="1152" y="483"/>
                </a:lnTo>
                <a:lnTo>
                  <a:pt x="1151" y="483"/>
                </a:lnTo>
                <a:lnTo>
                  <a:pt x="1151" y="484"/>
                </a:lnTo>
                <a:lnTo>
                  <a:pt x="1152" y="484"/>
                </a:lnTo>
                <a:lnTo>
                  <a:pt x="1153" y="484"/>
                </a:lnTo>
                <a:lnTo>
                  <a:pt x="1153" y="483"/>
                </a:lnTo>
                <a:lnTo>
                  <a:pt x="1154" y="483"/>
                </a:lnTo>
                <a:lnTo>
                  <a:pt x="1154" y="482"/>
                </a:lnTo>
                <a:lnTo>
                  <a:pt x="1156" y="482"/>
                </a:lnTo>
                <a:lnTo>
                  <a:pt x="1158" y="481"/>
                </a:lnTo>
                <a:lnTo>
                  <a:pt x="1158" y="480"/>
                </a:lnTo>
                <a:lnTo>
                  <a:pt x="1158" y="479"/>
                </a:lnTo>
                <a:lnTo>
                  <a:pt x="1159" y="479"/>
                </a:lnTo>
                <a:lnTo>
                  <a:pt x="1159" y="478"/>
                </a:lnTo>
                <a:lnTo>
                  <a:pt x="1160" y="477"/>
                </a:lnTo>
                <a:lnTo>
                  <a:pt x="1161" y="476"/>
                </a:lnTo>
                <a:lnTo>
                  <a:pt x="1162" y="475"/>
                </a:lnTo>
                <a:lnTo>
                  <a:pt x="1165" y="475"/>
                </a:lnTo>
                <a:lnTo>
                  <a:pt x="1166" y="475"/>
                </a:lnTo>
                <a:lnTo>
                  <a:pt x="1167" y="475"/>
                </a:lnTo>
                <a:lnTo>
                  <a:pt x="1168" y="475"/>
                </a:lnTo>
                <a:lnTo>
                  <a:pt x="1168" y="476"/>
                </a:lnTo>
                <a:lnTo>
                  <a:pt x="1169" y="477"/>
                </a:lnTo>
                <a:lnTo>
                  <a:pt x="1169" y="478"/>
                </a:lnTo>
                <a:lnTo>
                  <a:pt x="1170" y="479"/>
                </a:lnTo>
                <a:lnTo>
                  <a:pt x="1171" y="480"/>
                </a:lnTo>
                <a:lnTo>
                  <a:pt x="1171" y="481"/>
                </a:lnTo>
                <a:lnTo>
                  <a:pt x="1172" y="481"/>
                </a:lnTo>
                <a:lnTo>
                  <a:pt x="1172" y="482"/>
                </a:lnTo>
                <a:lnTo>
                  <a:pt x="1172" y="483"/>
                </a:lnTo>
                <a:lnTo>
                  <a:pt x="1173" y="485"/>
                </a:lnTo>
                <a:lnTo>
                  <a:pt x="1174" y="486"/>
                </a:lnTo>
                <a:lnTo>
                  <a:pt x="1174" y="487"/>
                </a:lnTo>
                <a:lnTo>
                  <a:pt x="1175" y="487"/>
                </a:lnTo>
                <a:lnTo>
                  <a:pt x="1175" y="488"/>
                </a:lnTo>
                <a:lnTo>
                  <a:pt x="1175" y="489"/>
                </a:lnTo>
                <a:lnTo>
                  <a:pt x="1176" y="491"/>
                </a:lnTo>
                <a:lnTo>
                  <a:pt x="1176" y="492"/>
                </a:lnTo>
                <a:lnTo>
                  <a:pt x="1176" y="493"/>
                </a:lnTo>
                <a:lnTo>
                  <a:pt x="1177" y="494"/>
                </a:lnTo>
                <a:lnTo>
                  <a:pt x="1179" y="495"/>
                </a:lnTo>
                <a:lnTo>
                  <a:pt x="1180" y="496"/>
                </a:lnTo>
                <a:lnTo>
                  <a:pt x="1180" y="497"/>
                </a:lnTo>
                <a:lnTo>
                  <a:pt x="1180" y="498"/>
                </a:lnTo>
                <a:lnTo>
                  <a:pt x="1180" y="499"/>
                </a:lnTo>
                <a:lnTo>
                  <a:pt x="1179" y="501"/>
                </a:lnTo>
                <a:lnTo>
                  <a:pt x="1178" y="502"/>
                </a:lnTo>
                <a:lnTo>
                  <a:pt x="1178" y="503"/>
                </a:lnTo>
                <a:lnTo>
                  <a:pt x="1178" y="504"/>
                </a:lnTo>
                <a:lnTo>
                  <a:pt x="1178" y="505"/>
                </a:lnTo>
                <a:lnTo>
                  <a:pt x="1178" y="506"/>
                </a:lnTo>
                <a:lnTo>
                  <a:pt x="1178" y="508"/>
                </a:lnTo>
                <a:lnTo>
                  <a:pt x="1179" y="508"/>
                </a:lnTo>
                <a:lnTo>
                  <a:pt x="1179" y="510"/>
                </a:lnTo>
                <a:lnTo>
                  <a:pt x="1180" y="510"/>
                </a:lnTo>
                <a:lnTo>
                  <a:pt x="1181" y="511"/>
                </a:lnTo>
                <a:lnTo>
                  <a:pt x="1180" y="513"/>
                </a:lnTo>
                <a:lnTo>
                  <a:pt x="1179" y="513"/>
                </a:lnTo>
                <a:lnTo>
                  <a:pt x="1178" y="513"/>
                </a:lnTo>
                <a:lnTo>
                  <a:pt x="1177" y="513"/>
                </a:lnTo>
                <a:lnTo>
                  <a:pt x="1176" y="514"/>
                </a:lnTo>
                <a:lnTo>
                  <a:pt x="1174" y="515"/>
                </a:lnTo>
                <a:lnTo>
                  <a:pt x="1173" y="515"/>
                </a:lnTo>
                <a:lnTo>
                  <a:pt x="1172" y="515"/>
                </a:lnTo>
                <a:lnTo>
                  <a:pt x="1171" y="516"/>
                </a:lnTo>
                <a:lnTo>
                  <a:pt x="1170" y="516"/>
                </a:lnTo>
                <a:lnTo>
                  <a:pt x="1170" y="517"/>
                </a:lnTo>
                <a:lnTo>
                  <a:pt x="1170" y="518"/>
                </a:lnTo>
                <a:lnTo>
                  <a:pt x="1170" y="519"/>
                </a:lnTo>
                <a:lnTo>
                  <a:pt x="1169" y="520"/>
                </a:lnTo>
                <a:lnTo>
                  <a:pt x="1168" y="520"/>
                </a:lnTo>
                <a:lnTo>
                  <a:pt x="1167" y="520"/>
                </a:lnTo>
                <a:lnTo>
                  <a:pt x="1167" y="521"/>
                </a:lnTo>
                <a:lnTo>
                  <a:pt x="1167" y="523"/>
                </a:lnTo>
                <a:lnTo>
                  <a:pt x="1166" y="524"/>
                </a:lnTo>
                <a:lnTo>
                  <a:pt x="1167" y="525"/>
                </a:lnTo>
                <a:lnTo>
                  <a:pt x="1167" y="526"/>
                </a:lnTo>
                <a:lnTo>
                  <a:pt x="1167" y="527"/>
                </a:lnTo>
                <a:lnTo>
                  <a:pt x="1168" y="530"/>
                </a:lnTo>
                <a:lnTo>
                  <a:pt x="1169" y="531"/>
                </a:lnTo>
                <a:lnTo>
                  <a:pt x="1170" y="532"/>
                </a:lnTo>
                <a:lnTo>
                  <a:pt x="1170" y="534"/>
                </a:lnTo>
                <a:lnTo>
                  <a:pt x="1169" y="535"/>
                </a:lnTo>
                <a:lnTo>
                  <a:pt x="1170" y="535"/>
                </a:lnTo>
                <a:lnTo>
                  <a:pt x="1170" y="536"/>
                </a:lnTo>
                <a:lnTo>
                  <a:pt x="1170" y="538"/>
                </a:lnTo>
                <a:lnTo>
                  <a:pt x="1171" y="539"/>
                </a:lnTo>
                <a:lnTo>
                  <a:pt x="1171" y="540"/>
                </a:lnTo>
                <a:lnTo>
                  <a:pt x="1172" y="540"/>
                </a:lnTo>
                <a:lnTo>
                  <a:pt x="1172" y="541"/>
                </a:lnTo>
                <a:lnTo>
                  <a:pt x="1173" y="541"/>
                </a:lnTo>
                <a:lnTo>
                  <a:pt x="1174" y="542"/>
                </a:lnTo>
                <a:lnTo>
                  <a:pt x="1175" y="542"/>
                </a:lnTo>
                <a:lnTo>
                  <a:pt x="1176" y="541"/>
                </a:lnTo>
                <a:lnTo>
                  <a:pt x="1176" y="540"/>
                </a:lnTo>
                <a:lnTo>
                  <a:pt x="1177" y="539"/>
                </a:lnTo>
                <a:lnTo>
                  <a:pt x="1178" y="540"/>
                </a:lnTo>
                <a:lnTo>
                  <a:pt x="1179" y="541"/>
                </a:lnTo>
                <a:lnTo>
                  <a:pt x="1179" y="543"/>
                </a:lnTo>
                <a:lnTo>
                  <a:pt x="1179" y="544"/>
                </a:lnTo>
                <a:lnTo>
                  <a:pt x="1178" y="545"/>
                </a:lnTo>
                <a:lnTo>
                  <a:pt x="1178" y="546"/>
                </a:lnTo>
                <a:lnTo>
                  <a:pt x="1178" y="547"/>
                </a:lnTo>
                <a:lnTo>
                  <a:pt x="1178" y="548"/>
                </a:lnTo>
                <a:lnTo>
                  <a:pt x="1177" y="548"/>
                </a:lnTo>
                <a:lnTo>
                  <a:pt x="1177" y="549"/>
                </a:lnTo>
                <a:lnTo>
                  <a:pt x="1176" y="550"/>
                </a:lnTo>
                <a:lnTo>
                  <a:pt x="1177" y="552"/>
                </a:lnTo>
                <a:lnTo>
                  <a:pt x="1176" y="553"/>
                </a:lnTo>
                <a:lnTo>
                  <a:pt x="1176" y="554"/>
                </a:lnTo>
                <a:lnTo>
                  <a:pt x="1177" y="555"/>
                </a:lnTo>
                <a:lnTo>
                  <a:pt x="1177" y="557"/>
                </a:lnTo>
                <a:lnTo>
                  <a:pt x="1175" y="560"/>
                </a:lnTo>
                <a:lnTo>
                  <a:pt x="1174" y="561"/>
                </a:lnTo>
                <a:lnTo>
                  <a:pt x="1174" y="562"/>
                </a:lnTo>
                <a:lnTo>
                  <a:pt x="1174" y="563"/>
                </a:lnTo>
                <a:lnTo>
                  <a:pt x="1175" y="563"/>
                </a:lnTo>
                <a:lnTo>
                  <a:pt x="1175" y="564"/>
                </a:lnTo>
                <a:lnTo>
                  <a:pt x="1176" y="564"/>
                </a:lnTo>
                <a:lnTo>
                  <a:pt x="1177" y="565"/>
                </a:lnTo>
                <a:lnTo>
                  <a:pt x="1177" y="566"/>
                </a:lnTo>
                <a:lnTo>
                  <a:pt x="1178" y="567"/>
                </a:lnTo>
                <a:lnTo>
                  <a:pt x="1178" y="568"/>
                </a:lnTo>
                <a:lnTo>
                  <a:pt x="1178" y="570"/>
                </a:lnTo>
                <a:lnTo>
                  <a:pt x="1177" y="570"/>
                </a:lnTo>
                <a:lnTo>
                  <a:pt x="1178" y="571"/>
                </a:lnTo>
                <a:lnTo>
                  <a:pt x="1180" y="573"/>
                </a:lnTo>
                <a:lnTo>
                  <a:pt x="1181" y="573"/>
                </a:lnTo>
                <a:lnTo>
                  <a:pt x="1182" y="574"/>
                </a:lnTo>
                <a:lnTo>
                  <a:pt x="1184" y="574"/>
                </a:lnTo>
                <a:lnTo>
                  <a:pt x="1184" y="575"/>
                </a:lnTo>
                <a:lnTo>
                  <a:pt x="1186" y="577"/>
                </a:lnTo>
                <a:lnTo>
                  <a:pt x="1186" y="578"/>
                </a:lnTo>
                <a:lnTo>
                  <a:pt x="1186" y="579"/>
                </a:lnTo>
                <a:lnTo>
                  <a:pt x="1186" y="580"/>
                </a:lnTo>
                <a:lnTo>
                  <a:pt x="1186" y="581"/>
                </a:lnTo>
                <a:lnTo>
                  <a:pt x="1187" y="582"/>
                </a:lnTo>
                <a:lnTo>
                  <a:pt x="1188" y="582"/>
                </a:lnTo>
                <a:lnTo>
                  <a:pt x="1189" y="582"/>
                </a:lnTo>
                <a:lnTo>
                  <a:pt x="1190" y="582"/>
                </a:lnTo>
                <a:lnTo>
                  <a:pt x="1191" y="582"/>
                </a:lnTo>
                <a:lnTo>
                  <a:pt x="1192" y="582"/>
                </a:lnTo>
                <a:lnTo>
                  <a:pt x="1193" y="583"/>
                </a:lnTo>
                <a:lnTo>
                  <a:pt x="1193" y="584"/>
                </a:lnTo>
                <a:lnTo>
                  <a:pt x="1194" y="584"/>
                </a:lnTo>
                <a:lnTo>
                  <a:pt x="1194" y="585"/>
                </a:lnTo>
                <a:lnTo>
                  <a:pt x="1195" y="585"/>
                </a:lnTo>
                <a:lnTo>
                  <a:pt x="1195" y="586"/>
                </a:lnTo>
                <a:lnTo>
                  <a:pt x="1196" y="586"/>
                </a:lnTo>
                <a:lnTo>
                  <a:pt x="1197" y="585"/>
                </a:lnTo>
                <a:lnTo>
                  <a:pt x="1198" y="585"/>
                </a:lnTo>
                <a:lnTo>
                  <a:pt x="1200" y="585"/>
                </a:lnTo>
                <a:lnTo>
                  <a:pt x="1201" y="585"/>
                </a:lnTo>
                <a:lnTo>
                  <a:pt x="1203" y="585"/>
                </a:lnTo>
                <a:lnTo>
                  <a:pt x="1203" y="586"/>
                </a:lnTo>
                <a:lnTo>
                  <a:pt x="1204" y="586"/>
                </a:lnTo>
                <a:lnTo>
                  <a:pt x="1205" y="586"/>
                </a:lnTo>
                <a:lnTo>
                  <a:pt x="1205" y="585"/>
                </a:lnTo>
                <a:lnTo>
                  <a:pt x="1208" y="585"/>
                </a:lnTo>
                <a:lnTo>
                  <a:pt x="1209" y="585"/>
                </a:lnTo>
                <a:lnTo>
                  <a:pt x="1210" y="585"/>
                </a:lnTo>
                <a:lnTo>
                  <a:pt x="1211" y="584"/>
                </a:lnTo>
                <a:lnTo>
                  <a:pt x="1213" y="584"/>
                </a:lnTo>
                <a:lnTo>
                  <a:pt x="1214" y="584"/>
                </a:lnTo>
                <a:lnTo>
                  <a:pt x="1216" y="585"/>
                </a:lnTo>
                <a:lnTo>
                  <a:pt x="1217" y="585"/>
                </a:lnTo>
                <a:lnTo>
                  <a:pt x="1218" y="584"/>
                </a:lnTo>
                <a:lnTo>
                  <a:pt x="1219" y="584"/>
                </a:lnTo>
                <a:lnTo>
                  <a:pt x="1220" y="584"/>
                </a:lnTo>
                <a:lnTo>
                  <a:pt x="1220" y="585"/>
                </a:lnTo>
                <a:lnTo>
                  <a:pt x="1221" y="585"/>
                </a:lnTo>
                <a:lnTo>
                  <a:pt x="1221" y="586"/>
                </a:lnTo>
                <a:lnTo>
                  <a:pt x="1222" y="586"/>
                </a:lnTo>
                <a:lnTo>
                  <a:pt x="1223" y="586"/>
                </a:lnTo>
                <a:lnTo>
                  <a:pt x="1224" y="586"/>
                </a:lnTo>
                <a:lnTo>
                  <a:pt x="1225" y="585"/>
                </a:lnTo>
                <a:lnTo>
                  <a:pt x="1226" y="585"/>
                </a:lnTo>
                <a:lnTo>
                  <a:pt x="1226" y="586"/>
                </a:lnTo>
                <a:lnTo>
                  <a:pt x="1227" y="586"/>
                </a:lnTo>
                <a:lnTo>
                  <a:pt x="1228" y="586"/>
                </a:lnTo>
                <a:lnTo>
                  <a:pt x="1229" y="587"/>
                </a:lnTo>
                <a:lnTo>
                  <a:pt x="1230" y="587"/>
                </a:lnTo>
                <a:lnTo>
                  <a:pt x="1230" y="586"/>
                </a:lnTo>
                <a:lnTo>
                  <a:pt x="1231" y="586"/>
                </a:lnTo>
                <a:lnTo>
                  <a:pt x="1233" y="584"/>
                </a:lnTo>
                <a:lnTo>
                  <a:pt x="1233" y="583"/>
                </a:lnTo>
                <a:lnTo>
                  <a:pt x="1233" y="582"/>
                </a:lnTo>
                <a:lnTo>
                  <a:pt x="1233" y="581"/>
                </a:lnTo>
                <a:lnTo>
                  <a:pt x="1233" y="580"/>
                </a:lnTo>
                <a:lnTo>
                  <a:pt x="1233" y="579"/>
                </a:lnTo>
                <a:lnTo>
                  <a:pt x="1232" y="579"/>
                </a:lnTo>
                <a:lnTo>
                  <a:pt x="1232" y="578"/>
                </a:lnTo>
                <a:lnTo>
                  <a:pt x="1232" y="576"/>
                </a:lnTo>
                <a:lnTo>
                  <a:pt x="1232" y="574"/>
                </a:lnTo>
                <a:lnTo>
                  <a:pt x="1233" y="573"/>
                </a:lnTo>
                <a:lnTo>
                  <a:pt x="1235" y="572"/>
                </a:lnTo>
                <a:lnTo>
                  <a:pt x="1236" y="570"/>
                </a:lnTo>
                <a:lnTo>
                  <a:pt x="1237" y="569"/>
                </a:lnTo>
                <a:lnTo>
                  <a:pt x="1237" y="568"/>
                </a:lnTo>
                <a:lnTo>
                  <a:pt x="1238" y="567"/>
                </a:lnTo>
                <a:lnTo>
                  <a:pt x="1239" y="567"/>
                </a:lnTo>
                <a:lnTo>
                  <a:pt x="1239" y="566"/>
                </a:lnTo>
                <a:lnTo>
                  <a:pt x="1239" y="565"/>
                </a:lnTo>
                <a:lnTo>
                  <a:pt x="1240" y="564"/>
                </a:lnTo>
                <a:lnTo>
                  <a:pt x="1241" y="563"/>
                </a:lnTo>
                <a:lnTo>
                  <a:pt x="1241" y="562"/>
                </a:lnTo>
                <a:lnTo>
                  <a:pt x="1241" y="561"/>
                </a:lnTo>
                <a:lnTo>
                  <a:pt x="1242" y="560"/>
                </a:lnTo>
                <a:lnTo>
                  <a:pt x="1243" y="559"/>
                </a:lnTo>
                <a:lnTo>
                  <a:pt x="1244" y="559"/>
                </a:lnTo>
                <a:lnTo>
                  <a:pt x="1244" y="560"/>
                </a:lnTo>
                <a:lnTo>
                  <a:pt x="1246" y="560"/>
                </a:lnTo>
                <a:lnTo>
                  <a:pt x="1247" y="559"/>
                </a:lnTo>
                <a:lnTo>
                  <a:pt x="1248" y="559"/>
                </a:lnTo>
                <a:lnTo>
                  <a:pt x="1249" y="559"/>
                </a:lnTo>
                <a:lnTo>
                  <a:pt x="1251" y="560"/>
                </a:lnTo>
                <a:lnTo>
                  <a:pt x="1251" y="561"/>
                </a:lnTo>
                <a:lnTo>
                  <a:pt x="1252" y="561"/>
                </a:lnTo>
                <a:lnTo>
                  <a:pt x="1254" y="561"/>
                </a:lnTo>
                <a:lnTo>
                  <a:pt x="1255" y="560"/>
                </a:lnTo>
                <a:lnTo>
                  <a:pt x="1255" y="561"/>
                </a:lnTo>
                <a:lnTo>
                  <a:pt x="1257" y="563"/>
                </a:lnTo>
                <a:lnTo>
                  <a:pt x="1258" y="563"/>
                </a:lnTo>
                <a:lnTo>
                  <a:pt x="1259" y="563"/>
                </a:lnTo>
                <a:lnTo>
                  <a:pt x="1261" y="564"/>
                </a:lnTo>
                <a:lnTo>
                  <a:pt x="1262" y="564"/>
                </a:lnTo>
                <a:lnTo>
                  <a:pt x="1263" y="564"/>
                </a:lnTo>
                <a:lnTo>
                  <a:pt x="1263" y="563"/>
                </a:lnTo>
                <a:lnTo>
                  <a:pt x="1264" y="563"/>
                </a:lnTo>
                <a:lnTo>
                  <a:pt x="1265" y="563"/>
                </a:lnTo>
                <a:lnTo>
                  <a:pt x="1266" y="563"/>
                </a:lnTo>
                <a:lnTo>
                  <a:pt x="1266" y="564"/>
                </a:lnTo>
                <a:lnTo>
                  <a:pt x="1267" y="564"/>
                </a:lnTo>
                <a:lnTo>
                  <a:pt x="1267" y="565"/>
                </a:lnTo>
                <a:lnTo>
                  <a:pt x="1267" y="564"/>
                </a:lnTo>
                <a:lnTo>
                  <a:pt x="1268" y="564"/>
                </a:lnTo>
                <a:lnTo>
                  <a:pt x="1269" y="564"/>
                </a:lnTo>
                <a:lnTo>
                  <a:pt x="1270" y="564"/>
                </a:lnTo>
                <a:lnTo>
                  <a:pt x="1270" y="563"/>
                </a:lnTo>
                <a:lnTo>
                  <a:pt x="1269" y="563"/>
                </a:lnTo>
                <a:lnTo>
                  <a:pt x="1269" y="562"/>
                </a:lnTo>
                <a:lnTo>
                  <a:pt x="1270" y="562"/>
                </a:lnTo>
                <a:lnTo>
                  <a:pt x="1271" y="562"/>
                </a:lnTo>
                <a:lnTo>
                  <a:pt x="1272" y="562"/>
                </a:lnTo>
                <a:lnTo>
                  <a:pt x="1273" y="562"/>
                </a:lnTo>
                <a:lnTo>
                  <a:pt x="1274" y="562"/>
                </a:lnTo>
                <a:lnTo>
                  <a:pt x="1275" y="562"/>
                </a:lnTo>
                <a:lnTo>
                  <a:pt x="1276" y="563"/>
                </a:lnTo>
                <a:lnTo>
                  <a:pt x="1276" y="564"/>
                </a:lnTo>
                <a:lnTo>
                  <a:pt x="1276" y="565"/>
                </a:lnTo>
                <a:lnTo>
                  <a:pt x="1276" y="566"/>
                </a:lnTo>
                <a:lnTo>
                  <a:pt x="1277" y="566"/>
                </a:lnTo>
                <a:lnTo>
                  <a:pt x="1278" y="566"/>
                </a:lnTo>
                <a:lnTo>
                  <a:pt x="1279" y="565"/>
                </a:lnTo>
                <a:lnTo>
                  <a:pt x="1280" y="564"/>
                </a:lnTo>
                <a:lnTo>
                  <a:pt x="1282" y="564"/>
                </a:lnTo>
                <a:lnTo>
                  <a:pt x="1283" y="564"/>
                </a:lnTo>
                <a:lnTo>
                  <a:pt x="1284" y="565"/>
                </a:lnTo>
                <a:lnTo>
                  <a:pt x="1285" y="564"/>
                </a:lnTo>
                <a:lnTo>
                  <a:pt x="1285" y="563"/>
                </a:lnTo>
                <a:lnTo>
                  <a:pt x="1286" y="562"/>
                </a:lnTo>
                <a:lnTo>
                  <a:pt x="1287" y="561"/>
                </a:lnTo>
                <a:lnTo>
                  <a:pt x="1287" y="560"/>
                </a:lnTo>
                <a:lnTo>
                  <a:pt x="1287" y="559"/>
                </a:lnTo>
                <a:lnTo>
                  <a:pt x="1289" y="559"/>
                </a:lnTo>
                <a:lnTo>
                  <a:pt x="1290" y="558"/>
                </a:lnTo>
                <a:lnTo>
                  <a:pt x="1290" y="557"/>
                </a:lnTo>
                <a:lnTo>
                  <a:pt x="1290" y="556"/>
                </a:lnTo>
                <a:lnTo>
                  <a:pt x="1290" y="555"/>
                </a:lnTo>
                <a:lnTo>
                  <a:pt x="1291" y="553"/>
                </a:lnTo>
                <a:lnTo>
                  <a:pt x="1292" y="552"/>
                </a:lnTo>
                <a:lnTo>
                  <a:pt x="1293" y="551"/>
                </a:lnTo>
                <a:lnTo>
                  <a:pt x="1293" y="547"/>
                </a:lnTo>
                <a:lnTo>
                  <a:pt x="1293" y="546"/>
                </a:lnTo>
                <a:lnTo>
                  <a:pt x="1294" y="546"/>
                </a:lnTo>
                <a:lnTo>
                  <a:pt x="1295" y="546"/>
                </a:lnTo>
                <a:lnTo>
                  <a:pt x="1296" y="546"/>
                </a:lnTo>
                <a:lnTo>
                  <a:pt x="1297" y="546"/>
                </a:lnTo>
                <a:lnTo>
                  <a:pt x="1298" y="547"/>
                </a:lnTo>
                <a:lnTo>
                  <a:pt x="1297" y="547"/>
                </a:lnTo>
                <a:lnTo>
                  <a:pt x="1297" y="548"/>
                </a:lnTo>
                <a:lnTo>
                  <a:pt x="1298" y="548"/>
                </a:lnTo>
                <a:lnTo>
                  <a:pt x="1299" y="548"/>
                </a:lnTo>
                <a:lnTo>
                  <a:pt x="1299" y="549"/>
                </a:lnTo>
                <a:lnTo>
                  <a:pt x="1301" y="551"/>
                </a:lnTo>
                <a:lnTo>
                  <a:pt x="1301" y="552"/>
                </a:lnTo>
                <a:lnTo>
                  <a:pt x="1300" y="553"/>
                </a:lnTo>
                <a:lnTo>
                  <a:pt x="1301" y="553"/>
                </a:lnTo>
                <a:lnTo>
                  <a:pt x="1301" y="554"/>
                </a:lnTo>
                <a:lnTo>
                  <a:pt x="1302" y="555"/>
                </a:lnTo>
                <a:lnTo>
                  <a:pt x="1303" y="555"/>
                </a:lnTo>
                <a:lnTo>
                  <a:pt x="1303" y="556"/>
                </a:lnTo>
                <a:lnTo>
                  <a:pt x="1305" y="558"/>
                </a:lnTo>
                <a:lnTo>
                  <a:pt x="1305" y="560"/>
                </a:lnTo>
                <a:lnTo>
                  <a:pt x="1305" y="562"/>
                </a:lnTo>
                <a:lnTo>
                  <a:pt x="1304" y="563"/>
                </a:lnTo>
                <a:lnTo>
                  <a:pt x="1304" y="564"/>
                </a:lnTo>
                <a:lnTo>
                  <a:pt x="1304" y="566"/>
                </a:lnTo>
                <a:lnTo>
                  <a:pt x="1304" y="567"/>
                </a:lnTo>
                <a:lnTo>
                  <a:pt x="1304" y="568"/>
                </a:lnTo>
                <a:lnTo>
                  <a:pt x="1305" y="570"/>
                </a:lnTo>
                <a:lnTo>
                  <a:pt x="1306" y="571"/>
                </a:lnTo>
                <a:lnTo>
                  <a:pt x="1308" y="573"/>
                </a:lnTo>
                <a:lnTo>
                  <a:pt x="1309" y="573"/>
                </a:lnTo>
                <a:lnTo>
                  <a:pt x="1310" y="572"/>
                </a:lnTo>
                <a:lnTo>
                  <a:pt x="1310" y="571"/>
                </a:lnTo>
                <a:lnTo>
                  <a:pt x="1311" y="571"/>
                </a:lnTo>
                <a:lnTo>
                  <a:pt x="1312" y="571"/>
                </a:lnTo>
                <a:lnTo>
                  <a:pt x="1313" y="571"/>
                </a:lnTo>
                <a:lnTo>
                  <a:pt x="1314" y="571"/>
                </a:lnTo>
                <a:lnTo>
                  <a:pt x="1317" y="571"/>
                </a:lnTo>
                <a:lnTo>
                  <a:pt x="1318" y="572"/>
                </a:lnTo>
                <a:lnTo>
                  <a:pt x="1319" y="572"/>
                </a:lnTo>
                <a:lnTo>
                  <a:pt x="1320" y="571"/>
                </a:lnTo>
                <a:lnTo>
                  <a:pt x="1321" y="571"/>
                </a:lnTo>
                <a:lnTo>
                  <a:pt x="1323" y="571"/>
                </a:lnTo>
                <a:lnTo>
                  <a:pt x="1324" y="573"/>
                </a:lnTo>
                <a:lnTo>
                  <a:pt x="1324" y="574"/>
                </a:lnTo>
                <a:lnTo>
                  <a:pt x="1324" y="575"/>
                </a:lnTo>
                <a:lnTo>
                  <a:pt x="1325" y="575"/>
                </a:lnTo>
                <a:lnTo>
                  <a:pt x="1326" y="575"/>
                </a:lnTo>
                <a:lnTo>
                  <a:pt x="1326" y="576"/>
                </a:lnTo>
                <a:lnTo>
                  <a:pt x="1326" y="577"/>
                </a:lnTo>
                <a:lnTo>
                  <a:pt x="1326" y="578"/>
                </a:lnTo>
                <a:lnTo>
                  <a:pt x="1325" y="580"/>
                </a:lnTo>
                <a:lnTo>
                  <a:pt x="1324" y="580"/>
                </a:lnTo>
                <a:lnTo>
                  <a:pt x="1324" y="581"/>
                </a:lnTo>
                <a:lnTo>
                  <a:pt x="1324" y="582"/>
                </a:lnTo>
                <a:lnTo>
                  <a:pt x="1324" y="583"/>
                </a:lnTo>
                <a:lnTo>
                  <a:pt x="1324" y="584"/>
                </a:lnTo>
                <a:lnTo>
                  <a:pt x="1325" y="584"/>
                </a:lnTo>
                <a:lnTo>
                  <a:pt x="1326" y="584"/>
                </a:lnTo>
                <a:lnTo>
                  <a:pt x="1328" y="585"/>
                </a:lnTo>
                <a:lnTo>
                  <a:pt x="1329" y="585"/>
                </a:lnTo>
                <a:lnTo>
                  <a:pt x="1330" y="586"/>
                </a:lnTo>
                <a:lnTo>
                  <a:pt x="1331" y="587"/>
                </a:lnTo>
                <a:lnTo>
                  <a:pt x="1332" y="587"/>
                </a:lnTo>
                <a:lnTo>
                  <a:pt x="1332" y="589"/>
                </a:lnTo>
                <a:lnTo>
                  <a:pt x="1333" y="590"/>
                </a:lnTo>
                <a:lnTo>
                  <a:pt x="1335" y="591"/>
                </a:lnTo>
                <a:lnTo>
                  <a:pt x="1335" y="592"/>
                </a:lnTo>
                <a:lnTo>
                  <a:pt x="1336" y="593"/>
                </a:lnTo>
                <a:lnTo>
                  <a:pt x="1336" y="594"/>
                </a:lnTo>
                <a:lnTo>
                  <a:pt x="1336" y="596"/>
                </a:lnTo>
                <a:lnTo>
                  <a:pt x="1335" y="597"/>
                </a:lnTo>
                <a:lnTo>
                  <a:pt x="1335" y="599"/>
                </a:lnTo>
                <a:lnTo>
                  <a:pt x="1337" y="601"/>
                </a:lnTo>
                <a:lnTo>
                  <a:pt x="1337" y="602"/>
                </a:lnTo>
                <a:lnTo>
                  <a:pt x="1338" y="602"/>
                </a:lnTo>
                <a:lnTo>
                  <a:pt x="1340" y="602"/>
                </a:lnTo>
                <a:lnTo>
                  <a:pt x="1341" y="602"/>
                </a:lnTo>
                <a:lnTo>
                  <a:pt x="1341" y="603"/>
                </a:lnTo>
                <a:lnTo>
                  <a:pt x="1341" y="604"/>
                </a:lnTo>
                <a:lnTo>
                  <a:pt x="1342" y="607"/>
                </a:lnTo>
                <a:lnTo>
                  <a:pt x="1342" y="608"/>
                </a:lnTo>
                <a:lnTo>
                  <a:pt x="1341" y="609"/>
                </a:lnTo>
                <a:lnTo>
                  <a:pt x="1341" y="610"/>
                </a:lnTo>
                <a:lnTo>
                  <a:pt x="1342" y="612"/>
                </a:lnTo>
                <a:lnTo>
                  <a:pt x="1342" y="613"/>
                </a:lnTo>
                <a:lnTo>
                  <a:pt x="1344" y="614"/>
                </a:lnTo>
                <a:lnTo>
                  <a:pt x="1345" y="614"/>
                </a:lnTo>
                <a:lnTo>
                  <a:pt x="1344" y="615"/>
                </a:lnTo>
                <a:lnTo>
                  <a:pt x="1345" y="616"/>
                </a:lnTo>
                <a:lnTo>
                  <a:pt x="1344" y="617"/>
                </a:lnTo>
                <a:lnTo>
                  <a:pt x="1343" y="617"/>
                </a:lnTo>
                <a:lnTo>
                  <a:pt x="1342" y="617"/>
                </a:lnTo>
                <a:lnTo>
                  <a:pt x="1341" y="617"/>
                </a:lnTo>
                <a:lnTo>
                  <a:pt x="1340" y="619"/>
                </a:lnTo>
                <a:lnTo>
                  <a:pt x="1340" y="621"/>
                </a:lnTo>
                <a:lnTo>
                  <a:pt x="1340" y="623"/>
                </a:lnTo>
                <a:lnTo>
                  <a:pt x="1338" y="624"/>
                </a:lnTo>
                <a:lnTo>
                  <a:pt x="1335" y="624"/>
                </a:lnTo>
                <a:lnTo>
                  <a:pt x="1334" y="624"/>
                </a:lnTo>
                <a:lnTo>
                  <a:pt x="1333" y="624"/>
                </a:lnTo>
                <a:lnTo>
                  <a:pt x="1333" y="625"/>
                </a:lnTo>
                <a:lnTo>
                  <a:pt x="1332" y="625"/>
                </a:lnTo>
                <a:lnTo>
                  <a:pt x="1331" y="625"/>
                </a:lnTo>
                <a:lnTo>
                  <a:pt x="1330" y="626"/>
                </a:lnTo>
                <a:lnTo>
                  <a:pt x="1329" y="626"/>
                </a:lnTo>
                <a:lnTo>
                  <a:pt x="1328" y="626"/>
                </a:lnTo>
                <a:lnTo>
                  <a:pt x="1328" y="627"/>
                </a:lnTo>
                <a:lnTo>
                  <a:pt x="1326" y="629"/>
                </a:lnTo>
                <a:lnTo>
                  <a:pt x="1326" y="630"/>
                </a:lnTo>
                <a:lnTo>
                  <a:pt x="1326" y="631"/>
                </a:lnTo>
                <a:lnTo>
                  <a:pt x="1325" y="632"/>
                </a:lnTo>
                <a:lnTo>
                  <a:pt x="1324" y="633"/>
                </a:lnTo>
                <a:lnTo>
                  <a:pt x="1323" y="634"/>
                </a:lnTo>
                <a:lnTo>
                  <a:pt x="1322" y="634"/>
                </a:lnTo>
                <a:lnTo>
                  <a:pt x="1322" y="635"/>
                </a:lnTo>
                <a:lnTo>
                  <a:pt x="1321" y="635"/>
                </a:lnTo>
                <a:lnTo>
                  <a:pt x="1321" y="636"/>
                </a:lnTo>
                <a:lnTo>
                  <a:pt x="1320" y="637"/>
                </a:lnTo>
                <a:lnTo>
                  <a:pt x="1320" y="638"/>
                </a:lnTo>
                <a:lnTo>
                  <a:pt x="1318" y="640"/>
                </a:lnTo>
                <a:lnTo>
                  <a:pt x="1319" y="641"/>
                </a:lnTo>
                <a:lnTo>
                  <a:pt x="1319" y="644"/>
                </a:lnTo>
                <a:lnTo>
                  <a:pt x="1320" y="645"/>
                </a:lnTo>
                <a:lnTo>
                  <a:pt x="1320" y="646"/>
                </a:lnTo>
                <a:lnTo>
                  <a:pt x="1320" y="647"/>
                </a:lnTo>
                <a:lnTo>
                  <a:pt x="1319" y="647"/>
                </a:lnTo>
                <a:lnTo>
                  <a:pt x="1318" y="648"/>
                </a:lnTo>
                <a:lnTo>
                  <a:pt x="1318" y="649"/>
                </a:lnTo>
                <a:lnTo>
                  <a:pt x="1318" y="650"/>
                </a:lnTo>
                <a:lnTo>
                  <a:pt x="1318" y="651"/>
                </a:lnTo>
                <a:lnTo>
                  <a:pt x="1317" y="653"/>
                </a:lnTo>
                <a:lnTo>
                  <a:pt x="1317" y="654"/>
                </a:lnTo>
                <a:lnTo>
                  <a:pt x="1316" y="656"/>
                </a:lnTo>
                <a:lnTo>
                  <a:pt x="1315" y="656"/>
                </a:lnTo>
                <a:lnTo>
                  <a:pt x="1314" y="657"/>
                </a:lnTo>
                <a:lnTo>
                  <a:pt x="1314" y="658"/>
                </a:lnTo>
                <a:lnTo>
                  <a:pt x="1314" y="659"/>
                </a:lnTo>
                <a:lnTo>
                  <a:pt x="1314" y="660"/>
                </a:lnTo>
                <a:lnTo>
                  <a:pt x="1314" y="662"/>
                </a:lnTo>
                <a:lnTo>
                  <a:pt x="1314" y="663"/>
                </a:lnTo>
                <a:lnTo>
                  <a:pt x="1314" y="664"/>
                </a:lnTo>
                <a:lnTo>
                  <a:pt x="1315" y="665"/>
                </a:lnTo>
                <a:lnTo>
                  <a:pt x="1315" y="666"/>
                </a:lnTo>
                <a:lnTo>
                  <a:pt x="1316" y="666"/>
                </a:lnTo>
                <a:lnTo>
                  <a:pt x="1316" y="668"/>
                </a:lnTo>
                <a:lnTo>
                  <a:pt x="1316" y="669"/>
                </a:lnTo>
                <a:lnTo>
                  <a:pt x="1316" y="670"/>
                </a:lnTo>
                <a:lnTo>
                  <a:pt x="1316" y="671"/>
                </a:lnTo>
                <a:lnTo>
                  <a:pt x="1315" y="672"/>
                </a:lnTo>
                <a:lnTo>
                  <a:pt x="1315" y="673"/>
                </a:lnTo>
                <a:lnTo>
                  <a:pt x="1314" y="673"/>
                </a:lnTo>
                <a:lnTo>
                  <a:pt x="1314" y="674"/>
                </a:lnTo>
                <a:lnTo>
                  <a:pt x="1313" y="674"/>
                </a:lnTo>
                <a:lnTo>
                  <a:pt x="1312" y="674"/>
                </a:lnTo>
                <a:lnTo>
                  <a:pt x="1312" y="675"/>
                </a:lnTo>
                <a:lnTo>
                  <a:pt x="1311" y="676"/>
                </a:lnTo>
                <a:lnTo>
                  <a:pt x="1311" y="677"/>
                </a:lnTo>
                <a:lnTo>
                  <a:pt x="1310" y="677"/>
                </a:lnTo>
                <a:lnTo>
                  <a:pt x="1309" y="677"/>
                </a:lnTo>
                <a:lnTo>
                  <a:pt x="1309" y="676"/>
                </a:lnTo>
                <a:lnTo>
                  <a:pt x="1308" y="676"/>
                </a:lnTo>
                <a:lnTo>
                  <a:pt x="1306" y="674"/>
                </a:lnTo>
                <a:lnTo>
                  <a:pt x="1305" y="674"/>
                </a:lnTo>
                <a:lnTo>
                  <a:pt x="1304" y="674"/>
                </a:lnTo>
                <a:lnTo>
                  <a:pt x="1303" y="674"/>
                </a:lnTo>
                <a:lnTo>
                  <a:pt x="1302" y="675"/>
                </a:lnTo>
                <a:lnTo>
                  <a:pt x="1302" y="676"/>
                </a:lnTo>
                <a:lnTo>
                  <a:pt x="1304" y="677"/>
                </a:lnTo>
                <a:lnTo>
                  <a:pt x="1305" y="679"/>
                </a:lnTo>
                <a:lnTo>
                  <a:pt x="1306" y="681"/>
                </a:lnTo>
                <a:lnTo>
                  <a:pt x="1305" y="684"/>
                </a:lnTo>
                <a:lnTo>
                  <a:pt x="1304" y="685"/>
                </a:lnTo>
                <a:lnTo>
                  <a:pt x="1304" y="686"/>
                </a:lnTo>
                <a:lnTo>
                  <a:pt x="1304" y="687"/>
                </a:lnTo>
                <a:lnTo>
                  <a:pt x="1304" y="688"/>
                </a:lnTo>
                <a:lnTo>
                  <a:pt x="1305" y="689"/>
                </a:lnTo>
                <a:lnTo>
                  <a:pt x="1304" y="690"/>
                </a:lnTo>
                <a:lnTo>
                  <a:pt x="1304" y="692"/>
                </a:lnTo>
                <a:lnTo>
                  <a:pt x="1303" y="693"/>
                </a:lnTo>
                <a:lnTo>
                  <a:pt x="1304" y="694"/>
                </a:lnTo>
                <a:lnTo>
                  <a:pt x="1303" y="695"/>
                </a:lnTo>
                <a:lnTo>
                  <a:pt x="1303" y="696"/>
                </a:lnTo>
                <a:lnTo>
                  <a:pt x="1302" y="697"/>
                </a:lnTo>
                <a:lnTo>
                  <a:pt x="1302" y="698"/>
                </a:lnTo>
                <a:lnTo>
                  <a:pt x="1301" y="698"/>
                </a:lnTo>
                <a:lnTo>
                  <a:pt x="1301" y="699"/>
                </a:lnTo>
                <a:lnTo>
                  <a:pt x="1300" y="699"/>
                </a:lnTo>
                <a:lnTo>
                  <a:pt x="1300" y="700"/>
                </a:lnTo>
                <a:lnTo>
                  <a:pt x="1300" y="701"/>
                </a:lnTo>
                <a:lnTo>
                  <a:pt x="1300" y="702"/>
                </a:lnTo>
                <a:lnTo>
                  <a:pt x="1301" y="703"/>
                </a:lnTo>
                <a:lnTo>
                  <a:pt x="1301" y="704"/>
                </a:lnTo>
                <a:lnTo>
                  <a:pt x="1300" y="704"/>
                </a:lnTo>
                <a:lnTo>
                  <a:pt x="1299" y="704"/>
                </a:lnTo>
                <a:lnTo>
                  <a:pt x="1299" y="705"/>
                </a:lnTo>
                <a:lnTo>
                  <a:pt x="1299" y="706"/>
                </a:lnTo>
                <a:lnTo>
                  <a:pt x="1298" y="707"/>
                </a:lnTo>
                <a:lnTo>
                  <a:pt x="1297" y="708"/>
                </a:lnTo>
                <a:lnTo>
                  <a:pt x="1297" y="707"/>
                </a:lnTo>
                <a:lnTo>
                  <a:pt x="1296" y="707"/>
                </a:lnTo>
                <a:lnTo>
                  <a:pt x="1296" y="708"/>
                </a:lnTo>
                <a:lnTo>
                  <a:pt x="1295" y="708"/>
                </a:lnTo>
                <a:lnTo>
                  <a:pt x="1295" y="709"/>
                </a:lnTo>
                <a:lnTo>
                  <a:pt x="1295" y="711"/>
                </a:lnTo>
                <a:lnTo>
                  <a:pt x="1295" y="712"/>
                </a:lnTo>
                <a:lnTo>
                  <a:pt x="1295" y="713"/>
                </a:lnTo>
                <a:lnTo>
                  <a:pt x="1296" y="714"/>
                </a:lnTo>
                <a:lnTo>
                  <a:pt x="1296" y="713"/>
                </a:lnTo>
                <a:lnTo>
                  <a:pt x="1297" y="713"/>
                </a:lnTo>
                <a:lnTo>
                  <a:pt x="1298" y="713"/>
                </a:lnTo>
                <a:lnTo>
                  <a:pt x="1299" y="714"/>
                </a:lnTo>
                <a:lnTo>
                  <a:pt x="1299" y="715"/>
                </a:lnTo>
                <a:lnTo>
                  <a:pt x="1299" y="716"/>
                </a:lnTo>
                <a:lnTo>
                  <a:pt x="1299" y="717"/>
                </a:lnTo>
                <a:lnTo>
                  <a:pt x="1299" y="718"/>
                </a:lnTo>
                <a:lnTo>
                  <a:pt x="1300" y="718"/>
                </a:lnTo>
                <a:lnTo>
                  <a:pt x="1299" y="719"/>
                </a:lnTo>
                <a:lnTo>
                  <a:pt x="1298" y="719"/>
                </a:lnTo>
                <a:lnTo>
                  <a:pt x="1298" y="720"/>
                </a:lnTo>
                <a:lnTo>
                  <a:pt x="1298" y="721"/>
                </a:lnTo>
                <a:lnTo>
                  <a:pt x="1297" y="722"/>
                </a:lnTo>
                <a:lnTo>
                  <a:pt x="1297" y="723"/>
                </a:lnTo>
                <a:lnTo>
                  <a:pt x="1296" y="724"/>
                </a:lnTo>
                <a:lnTo>
                  <a:pt x="1297" y="724"/>
                </a:lnTo>
                <a:lnTo>
                  <a:pt x="1297" y="725"/>
                </a:lnTo>
                <a:lnTo>
                  <a:pt x="1297" y="726"/>
                </a:lnTo>
                <a:lnTo>
                  <a:pt x="1297" y="727"/>
                </a:lnTo>
                <a:lnTo>
                  <a:pt x="1298" y="728"/>
                </a:lnTo>
                <a:lnTo>
                  <a:pt x="1297" y="728"/>
                </a:lnTo>
                <a:lnTo>
                  <a:pt x="1296" y="729"/>
                </a:lnTo>
                <a:lnTo>
                  <a:pt x="1295" y="729"/>
                </a:lnTo>
                <a:lnTo>
                  <a:pt x="1295" y="731"/>
                </a:lnTo>
                <a:lnTo>
                  <a:pt x="1294" y="731"/>
                </a:lnTo>
                <a:lnTo>
                  <a:pt x="1294" y="732"/>
                </a:lnTo>
                <a:lnTo>
                  <a:pt x="1294" y="733"/>
                </a:lnTo>
                <a:lnTo>
                  <a:pt x="1293" y="733"/>
                </a:lnTo>
                <a:lnTo>
                  <a:pt x="1292" y="733"/>
                </a:lnTo>
                <a:lnTo>
                  <a:pt x="1292" y="734"/>
                </a:lnTo>
                <a:lnTo>
                  <a:pt x="1293" y="734"/>
                </a:lnTo>
                <a:lnTo>
                  <a:pt x="1293" y="735"/>
                </a:lnTo>
                <a:lnTo>
                  <a:pt x="1292" y="737"/>
                </a:lnTo>
                <a:lnTo>
                  <a:pt x="1292" y="738"/>
                </a:lnTo>
                <a:lnTo>
                  <a:pt x="1292" y="740"/>
                </a:lnTo>
                <a:lnTo>
                  <a:pt x="1291" y="740"/>
                </a:lnTo>
                <a:lnTo>
                  <a:pt x="1290" y="740"/>
                </a:lnTo>
                <a:lnTo>
                  <a:pt x="1290" y="741"/>
                </a:lnTo>
                <a:lnTo>
                  <a:pt x="1290" y="742"/>
                </a:lnTo>
                <a:lnTo>
                  <a:pt x="1289" y="742"/>
                </a:lnTo>
                <a:lnTo>
                  <a:pt x="1289" y="743"/>
                </a:lnTo>
                <a:lnTo>
                  <a:pt x="1289" y="744"/>
                </a:lnTo>
                <a:lnTo>
                  <a:pt x="1288" y="745"/>
                </a:lnTo>
                <a:lnTo>
                  <a:pt x="1287" y="746"/>
                </a:lnTo>
                <a:lnTo>
                  <a:pt x="1286" y="746"/>
                </a:lnTo>
                <a:lnTo>
                  <a:pt x="1285" y="746"/>
                </a:lnTo>
                <a:lnTo>
                  <a:pt x="1284" y="745"/>
                </a:lnTo>
                <a:lnTo>
                  <a:pt x="1283" y="745"/>
                </a:lnTo>
                <a:lnTo>
                  <a:pt x="1283" y="744"/>
                </a:lnTo>
                <a:lnTo>
                  <a:pt x="1282" y="743"/>
                </a:lnTo>
                <a:lnTo>
                  <a:pt x="1282" y="742"/>
                </a:lnTo>
                <a:lnTo>
                  <a:pt x="1281" y="742"/>
                </a:lnTo>
                <a:lnTo>
                  <a:pt x="1280" y="740"/>
                </a:lnTo>
                <a:lnTo>
                  <a:pt x="1279" y="740"/>
                </a:lnTo>
                <a:lnTo>
                  <a:pt x="1279" y="739"/>
                </a:lnTo>
                <a:lnTo>
                  <a:pt x="1279" y="740"/>
                </a:lnTo>
                <a:lnTo>
                  <a:pt x="1278" y="741"/>
                </a:lnTo>
                <a:lnTo>
                  <a:pt x="1278" y="742"/>
                </a:lnTo>
                <a:lnTo>
                  <a:pt x="1279" y="744"/>
                </a:lnTo>
                <a:lnTo>
                  <a:pt x="1278" y="745"/>
                </a:lnTo>
                <a:lnTo>
                  <a:pt x="1278" y="746"/>
                </a:lnTo>
                <a:lnTo>
                  <a:pt x="1277" y="746"/>
                </a:lnTo>
                <a:lnTo>
                  <a:pt x="1278" y="747"/>
                </a:lnTo>
                <a:lnTo>
                  <a:pt x="1278" y="748"/>
                </a:lnTo>
                <a:lnTo>
                  <a:pt x="1277" y="748"/>
                </a:lnTo>
                <a:lnTo>
                  <a:pt x="1277" y="749"/>
                </a:lnTo>
                <a:lnTo>
                  <a:pt x="1277" y="750"/>
                </a:lnTo>
                <a:lnTo>
                  <a:pt x="1278" y="751"/>
                </a:lnTo>
                <a:lnTo>
                  <a:pt x="1277" y="752"/>
                </a:lnTo>
                <a:lnTo>
                  <a:pt x="1277" y="753"/>
                </a:lnTo>
                <a:lnTo>
                  <a:pt x="1277" y="754"/>
                </a:lnTo>
                <a:lnTo>
                  <a:pt x="1276" y="758"/>
                </a:lnTo>
                <a:lnTo>
                  <a:pt x="1276" y="761"/>
                </a:lnTo>
                <a:lnTo>
                  <a:pt x="1276" y="762"/>
                </a:lnTo>
                <a:lnTo>
                  <a:pt x="1278" y="765"/>
                </a:lnTo>
                <a:lnTo>
                  <a:pt x="1276" y="767"/>
                </a:lnTo>
                <a:lnTo>
                  <a:pt x="1277" y="768"/>
                </a:lnTo>
                <a:lnTo>
                  <a:pt x="1278" y="768"/>
                </a:lnTo>
                <a:lnTo>
                  <a:pt x="1279" y="769"/>
                </a:lnTo>
                <a:lnTo>
                  <a:pt x="1280" y="773"/>
                </a:lnTo>
                <a:lnTo>
                  <a:pt x="1281" y="773"/>
                </a:lnTo>
                <a:lnTo>
                  <a:pt x="1282" y="773"/>
                </a:lnTo>
                <a:lnTo>
                  <a:pt x="1283" y="773"/>
                </a:lnTo>
                <a:lnTo>
                  <a:pt x="1284" y="773"/>
                </a:lnTo>
                <a:lnTo>
                  <a:pt x="1285" y="773"/>
                </a:lnTo>
                <a:lnTo>
                  <a:pt x="1285" y="774"/>
                </a:lnTo>
                <a:lnTo>
                  <a:pt x="1286" y="775"/>
                </a:lnTo>
                <a:lnTo>
                  <a:pt x="1286" y="776"/>
                </a:lnTo>
                <a:lnTo>
                  <a:pt x="1286" y="777"/>
                </a:lnTo>
                <a:lnTo>
                  <a:pt x="1285" y="777"/>
                </a:lnTo>
                <a:lnTo>
                  <a:pt x="1285" y="778"/>
                </a:lnTo>
                <a:lnTo>
                  <a:pt x="1286" y="777"/>
                </a:lnTo>
                <a:lnTo>
                  <a:pt x="1287" y="777"/>
                </a:lnTo>
                <a:lnTo>
                  <a:pt x="1287" y="776"/>
                </a:lnTo>
                <a:lnTo>
                  <a:pt x="1288" y="776"/>
                </a:lnTo>
                <a:lnTo>
                  <a:pt x="1289" y="775"/>
                </a:lnTo>
                <a:lnTo>
                  <a:pt x="1290" y="774"/>
                </a:lnTo>
                <a:lnTo>
                  <a:pt x="1291" y="775"/>
                </a:lnTo>
                <a:lnTo>
                  <a:pt x="1293" y="774"/>
                </a:lnTo>
                <a:lnTo>
                  <a:pt x="1293" y="775"/>
                </a:lnTo>
                <a:lnTo>
                  <a:pt x="1294" y="775"/>
                </a:lnTo>
                <a:lnTo>
                  <a:pt x="1294" y="776"/>
                </a:lnTo>
                <a:lnTo>
                  <a:pt x="1295" y="776"/>
                </a:lnTo>
                <a:lnTo>
                  <a:pt x="1296" y="777"/>
                </a:lnTo>
                <a:lnTo>
                  <a:pt x="1297" y="779"/>
                </a:lnTo>
                <a:lnTo>
                  <a:pt x="1296" y="779"/>
                </a:lnTo>
                <a:lnTo>
                  <a:pt x="1297" y="781"/>
                </a:lnTo>
                <a:lnTo>
                  <a:pt x="1297" y="782"/>
                </a:lnTo>
                <a:lnTo>
                  <a:pt x="1298" y="783"/>
                </a:lnTo>
                <a:lnTo>
                  <a:pt x="1298" y="784"/>
                </a:lnTo>
                <a:lnTo>
                  <a:pt x="1298" y="785"/>
                </a:lnTo>
                <a:lnTo>
                  <a:pt x="1298" y="786"/>
                </a:lnTo>
                <a:lnTo>
                  <a:pt x="1298" y="787"/>
                </a:lnTo>
                <a:lnTo>
                  <a:pt x="1298" y="788"/>
                </a:lnTo>
                <a:lnTo>
                  <a:pt x="1298" y="789"/>
                </a:lnTo>
                <a:lnTo>
                  <a:pt x="1298" y="790"/>
                </a:lnTo>
                <a:lnTo>
                  <a:pt x="1298" y="792"/>
                </a:lnTo>
                <a:lnTo>
                  <a:pt x="1297" y="792"/>
                </a:lnTo>
                <a:lnTo>
                  <a:pt x="1296" y="793"/>
                </a:lnTo>
                <a:lnTo>
                  <a:pt x="1295" y="793"/>
                </a:lnTo>
                <a:lnTo>
                  <a:pt x="1295" y="795"/>
                </a:lnTo>
                <a:lnTo>
                  <a:pt x="1297" y="796"/>
                </a:lnTo>
                <a:lnTo>
                  <a:pt x="1298" y="797"/>
                </a:lnTo>
                <a:lnTo>
                  <a:pt x="1298" y="798"/>
                </a:lnTo>
                <a:lnTo>
                  <a:pt x="1298" y="799"/>
                </a:lnTo>
                <a:lnTo>
                  <a:pt x="1300" y="799"/>
                </a:lnTo>
                <a:lnTo>
                  <a:pt x="1300" y="798"/>
                </a:lnTo>
                <a:lnTo>
                  <a:pt x="1301" y="798"/>
                </a:lnTo>
                <a:lnTo>
                  <a:pt x="1301" y="795"/>
                </a:lnTo>
                <a:lnTo>
                  <a:pt x="1301" y="794"/>
                </a:lnTo>
                <a:lnTo>
                  <a:pt x="1302" y="794"/>
                </a:lnTo>
                <a:lnTo>
                  <a:pt x="1303" y="794"/>
                </a:lnTo>
                <a:lnTo>
                  <a:pt x="1304" y="795"/>
                </a:lnTo>
                <a:lnTo>
                  <a:pt x="1305" y="795"/>
                </a:lnTo>
                <a:lnTo>
                  <a:pt x="1306" y="795"/>
                </a:lnTo>
                <a:lnTo>
                  <a:pt x="1307" y="795"/>
                </a:lnTo>
                <a:lnTo>
                  <a:pt x="1310" y="792"/>
                </a:lnTo>
                <a:lnTo>
                  <a:pt x="1311" y="792"/>
                </a:lnTo>
                <a:lnTo>
                  <a:pt x="1312" y="791"/>
                </a:lnTo>
                <a:lnTo>
                  <a:pt x="1312" y="790"/>
                </a:lnTo>
                <a:lnTo>
                  <a:pt x="1314" y="789"/>
                </a:lnTo>
                <a:lnTo>
                  <a:pt x="1314" y="788"/>
                </a:lnTo>
                <a:lnTo>
                  <a:pt x="1315" y="789"/>
                </a:lnTo>
                <a:lnTo>
                  <a:pt x="1316" y="789"/>
                </a:lnTo>
                <a:lnTo>
                  <a:pt x="1317" y="789"/>
                </a:lnTo>
                <a:lnTo>
                  <a:pt x="1317" y="790"/>
                </a:lnTo>
                <a:lnTo>
                  <a:pt x="1318" y="790"/>
                </a:lnTo>
                <a:lnTo>
                  <a:pt x="1318" y="791"/>
                </a:lnTo>
                <a:lnTo>
                  <a:pt x="1319" y="791"/>
                </a:lnTo>
                <a:lnTo>
                  <a:pt x="1319" y="790"/>
                </a:lnTo>
                <a:lnTo>
                  <a:pt x="1318" y="789"/>
                </a:lnTo>
                <a:lnTo>
                  <a:pt x="1318" y="788"/>
                </a:lnTo>
                <a:lnTo>
                  <a:pt x="1319" y="788"/>
                </a:lnTo>
                <a:lnTo>
                  <a:pt x="1319" y="787"/>
                </a:lnTo>
                <a:lnTo>
                  <a:pt x="1320" y="788"/>
                </a:lnTo>
                <a:lnTo>
                  <a:pt x="1320" y="789"/>
                </a:lnTo>
                <a:lnTo>
                  <a:pt x="1320" y="790"/>
                </a:lnTo>
                <a:lnTo>
                  <a:pt x="1320" y="791"/>
                </a:lnTo>
                <a:lnTo>
                  <a:pt x="1320" y="793"/>
                </a:lnTo>
                <a:lnTo>
                  <a:pt x="1320" y="794"/>
                </a:lnTo>
                <a:lnTo>
                  <a:pt x="1320" y="797"/>
                </a:lnTo>
                <a:lnTo>
                  <a:pt x="1319" y="798"/>
                </a:lnTo>
                <a:lnTo>
                  <a:pt x="1319" y="799"/>
                </a:lnTo>
                <a:lnTo>
                  <a:pt x="1319" y="800"/>
                </a:lnTo>
                <a:lnTo>
                  <a:pt x="1318" y="801"/>
                </a:lnTo>
                <a:lnTo>
                  <a:pt x="1318" y="802"/>
                </a:lnTo>
                <a:lnTo>
                  <a:pt x="1318" y="803"/>
                </a:lnTo>
                <a:lnTo>
                  <a:pt x="1318" y="804"/>
                </a:lnTo>
                <a:lnTo>
                  <a:pt x="1318" y="805"/>
                </a:lnTo>
                <a:lnTo>
                  <a:pt x="1318" y="806"/>
                </a:lnTo>
                <a:lnTo>
                  <a:pt x="1318" y="807"/>
                </a:lnTo>
                <a:lnTo>
                  <a:pt x="1318" y="808"/>
                </a:lnTo>
                <a:lnTo>
                  <a:pt x="1318" y="809"/>
                </a:lnTo>
                <a:lnTo>
                  <a:pt x="1318" y="810"/>
                </a:lnTo>
                <a:lnTo>
                  <a:pt x="1318" y="811"/>
                </a:lnTo>
                <a:lnTo>
                  <a:pt x="1317" y="812"/>
                </a:lnTo>
                <a:lnTo>
                  <a:pt x="1317" y="813"/>
                </a:lnTo>
                <a:lnTo>
                  <a:pt x="1318" y="813"/>
                </a:lnTo>
                <a:lnTo>
                  <a:pt x="1318" y="814"/>
                </a:lnTo>
                <a:lnTo>
                  <a:pt x="1319" y="815"/>
                </a:lnTo>
                <a:lnTo>
                  <a:pt x="1320" y="815"/>
                </a:lnTo>
                <a:lnTo>
                  <a:pt x="1321" y="816"/>
                </a:lnTo>
                <a:lnTo>
                  <a:pt x="1321" y="815"/>
                </a:lnTo>
                <a:lnTo>
                  <a:pt x="1322" y="814"/>
                </a:lnTo>
                <a:lnTo>
                  <a:pt x="1323" y="813"/>
                </a:lnTo>
                <a:lnTo>
                  <a:pt x="1324" y="813"/>
                </a:lnTo>
                <a:lnTo>
                  <a:pt x="1324" y="814"/>
                </a:lnTo>
                <a:lnTo>
                  <a:pt x="1326" y="815"/>
                </a:lnTo>
                <a:lnTo>
                  <a:pt x="1327" y="816"/>
                </a:lnTo>
                <a:lnTo>
                  <a:pt x="1327" y="817"/>
                </a:lnTo>
                <a:lnTo>
                  <a:pt x="1328" y="819"/>
                </a:lnTo>
                <a:lnTo>
                  <a:pt x="1329" y="819"/>
                </a:lnTo>
                <a:lnTo>
                  <a:pt x="1330" y="820"/>
                </a:lnTo>
                <a:lnTo>
                  <a:pt x="1331" y="821"/>
                </a:lnTo>
                <a:lnTo>
                  <a:pt x="1333" y="821"/>
                </a:lnTo>
                <a:lnTo>
                  <a:pt x="1335" y="821"/>
                </a:lnTo>
                <a:lnTo>
                  <a:pt x="1336" y="821"/>
                </a:lnTo>
                <a:lnTo>
                  <a:pt x="1336" y="822"/>
                </a:lnTo>
                <a:lnTo>
                  <a:pt x="1337" y="822"/>
                </a:lnTo>
                <a:lnTo>
                  <a:pt x="1337" y="823"/>
                </a:lnTo>
                <a:lnTo>
                  <a:pt x="1336" y="824"/>
                </a:lnTo>
                <a:lnTo>
                  <a:pt x="1337" y="824"/>
                </a:lnTo>
                <a:lnTo>
                  <a:pt x="1337" y="826"/>
                </a:lnTo>
                <a:lnTo>
                  <a:pt x="1337" y="827"/>
                </a:lnTo>
                <a:lnTo>
                  <a:pt x="1337" y="828"/>
                </a:lnTo>
                <a:lnTo>
                  <a:pt x="1337" y="829"/>
                </a:lnTo>
                <a:lnTo>
                  <a:pt x="1337" y="830"/>
                </a:lnTo>
                <a:lnTo>
                  <a:pt x="1337" y="831"/>
                </a:lnTo>
                <a:lnTo>
                  <a:pt x="1337" y="832"/>
                </a:lnTo>
                <a:lnTo>
                  <a:pt x="1338" y="832"/>
                </a:lnTo>
                <a:lnTo>
                  <a:pt x="1338" y="834"/>
                </a:lnTo>
                <a:lnTo>
                  <a:pt x="1337" y="834"/>
                </a:lnTo>
                <a:lnTo>
                  <a:pt x="1336" y="834"/>
                </a:lnTo>
                <a:lnTo>
                  <a:pt x="1335" y="835"/>
                </a:lnTo>
                <a:lnTo>
                  <a:pt x="1336" y="835"/>
                </a:lnTo>
                <a:lnTo>
                  <a:pt x="1336" y="836"/>
                </a:lnTo>
                <a:lnTo>
                  <a:pt x="1337" y="836"/>
                </a:lnTo>
                <a:lnTo>
                  <a:pt x="1338" y="836"/>
                </a:lnTo>
                <a:lnTo>
                  <a:pt x="1339" y="837"/>
                </a:lnTo>
                <a:lnTo>
                  <a:pt x="1340" y="838"/>
                </a:lnTo>
                <a:lnTo>
                  <a:pt x="1341" y="838"/>
                </a:lnTo>
                <a:lnTo>
                  <a:pt x="1342" y="837"/>
                </a:lnTo>
                <a:lnTo>
                  <a:pt x="1341" y="836"/>
                </a:lnTo>
                <a:lnTo>
                  <a:pt x="1342" y="836"/>
                </a:lnTo>
                <a:lnTo>
                  <a:pt x="1343" y="836"/>
                </a:lnTo>
                <a:lnTo>
                  <a:pt x="1344" y="836"/>
                </a:lnTo>
                <a:lnTo>
                  <a:pt x="1345" y="835"/>
                </a:lnTo>
                <a:lnTo>
                  <a:pt x="1346" y="835"/>
                </a:lnTo>
                <a:lnTo>
                  <a:pt x="1347" y="836"/>
                </a:lnTo>
                <a:lnTo>
                  <a:pt x="1347" y="835"/>
                </a:lnTo>
                <a:lnTo>
                  <a:pt x="1348" y="835"/>
                </a:lnTo>
                <a:lnTo>
                  <a:pt x="1349" y="836"/>
                </a:lnTo>
                <a:lnTo>
                  <a:pt x="1349" y="837"/>
                </a:lnTo>
                <a:lnTo>
                  <a:pt x="1349" y="838"/>
                </a:lnTo>
                <a:lnTo>
                  <a:pt x="1351" y="839"/>
                </a:lnTo>
                <a:lnTo>
                  <a:pt x="1352" y="840"/>
                </a:lnTo>
                <a:lnTo>
                  <a:pt x="1353" y="840"/>
                </a:lnTo>
                <a:lnTo>
                  <a:pt x="1354" y="841"/>
                </a:lnTo>
                <a:lnTo>
                  <a:pt x="1355" y="842"/>
                </a:lnTo>
                <a:lnTo>
                  <a:pt x="1356" y="842"/>
                </a:lnTo>
                <a:lnTo>
                  <a:pt x="1357" y="842"/>
                </a:lnTo>
                <a:lnTo>
                  <a:pt x="1357" y="841"/>
                </a:lnTo>
                <a:lnTo>
                  <a:pt x="1357" y="840"/>
                </a:lnTo>
                <a:lnTo>
                  <a:pt x="1357" y="839"/>
                </a:lnTo>
                <a:lnTo>
                  <a:pt x="1358" y="839"/>
                </a:lnTo>
                <a:lnTo>
                  <a:pt x="1358" y="840"/>
                </a:lnTo>
                <a:lnTo>
                  <a:pt x="1358" y="839"/>
                </a:lnTo>
                <a:lnTo>
                  <a:pt x="1359" y="839"/>
                </a:lnTo>
                <a:lnTo>
                  <a:pt x="1360" y="840"/>
                </a:lnTo>
                <a:lnTo>
                  <a:pt x="1361" y="840"/>
                </a:lnTo>
                <a:lnTo>
                  <a:pt x="1362" y="840"/>
                </a:lnTo>
                <a:lnTo>
                  <a:pt x="1362" y="841"/>
                </a:lnTo>
                <a:lnTo>
                  <a:pt x="1362" y="842"/>
                </a:lnTo>
                <a:lnTo>
                  <a:pt x="1363" y="842"/>
                </a:lnTo>
                <a:lnTo>
                  <a:pt x="1363" y="843"/>
                </a:lnTo>
                <a:lnTo>
                  <a:pt x="1364" y="843"/>
                </a:lnTo>
                <a:lnTo>
                  <a:pt x="1364" y="844"/>
                </a:lnTo>
                <a:lnTo>
                  <a:pt x="1365" y="844"/>
                </a:lnTo>
                <a:lnTo>
                  <a:pt x="1366" y="842"/>
                </a:lnTo>
                <a:lnTo>
                  <a:pt x="1367" y="842"/>
                </a:lnTo>
                <a:lnTo>
                  <a:pt x="1368" y="841"/>
                </a:lnTo>
                <a:lnTo>
                  <a:pt x="1369" y="842"/>
                </a:lnTo>
                <a:lnTo>
                  <a:pt x="1369" y="843"/>
                </a:lnTo>
                <a:lnTo>
                  <a:pt x="1369" y="844"/>
                </a:lnTo>
                <a:lnTo>
                  <a:pt x="1370" y="847"/>
                </a:lnTo>
                <a:lnTo>
                  <a:pt x="1371" y="847"/>
                </a:lnTo>
                <a:lnTo>
                  <a:pt x="1370" y="847"/>
                </a:lnTo>
                <a:lnTo>
                  <a:pt x="1370" y="848"/>
                </a:lnTo>
                <a:lnTo>
                  <a:pt x="1369" y="848"/>
                </a:lnTo>
                <a:lnTo>
                  <a:pt x="1368" y="848"/>
                </a:lnTo>
                <a:lnTo>
                  <a:pt x="1367" y="849"/>
                </a:lnTo>
                <a:lnTo>
                  <a:pt x="1367" y="850"/>
                </a:lnTo>
                <a:lnTo>
                  <a:pt x="1367" y="853"/>
                </a:lnTo>
                <a:lnTo>
                  <a:pt x="1368" y="855"/>
                </a:lnTo>
                <a:lnTo>
                  <a:pt x="1367" y="856"/>
                </a:lnTo>
                <a:lnTo>
                  <a:pt x="1367" y="857"/>
                </a:lnTo>
                <a:lnTo>
                  <a:pt x="1367" y="858"/>
                </a:lnTo>
                <a:lnTo>
                  <a:pt x="1368" y="859"/>
                </a:lnTo>
                <a:lnTo>
                  <a:pt x="1368" y="860"/>
                </a:lnTo>
                <a:lnTo>
                  <a:pt x="1369" y="861"/>
                </a:lnTo>
                <a:lnTo>
                  <a:pt x="1369" y="862"/>
                </a:lnTo>
                <a:lnTo>
                  <a:pt x="1368" y="862"/>
                </a:lnTo>
                <a:lnTo>
                  <a:pt x="1368" y="863"/>
                </a:lnTo>
                <a:lnTo>
                  <a:pt x="1367" y="863"/>
                </a:lnTo>
                <a:lnTo>
                  <a:pt x="1365" y="862"/>
                </a:lnTo>
                <a:lnTo>
                  <a:pt x="1361" y="858"/>
                </a:lnTo>
                <a:lnTo>
                  <a:pt x="1360" y="856"/>
                </a:lnTo>
                <a:lnTo>
                  <a:pt x="1360" y="855"/>
                </a:lnTo>
                <a:lnTo>
                  <a:pt x="1358" y="853"/>
                </a:lnTo>
                <a:lnTo>
                  <a:pt x="1357" y="853"/>
                </a:lnTo>
                <a:lnTo>
                  <a:pt x="1356" y="853"/>
                </a:lnTo>
                <a:lnTo>
                  <a:pt x="1355" y="853"/>
                </a:lnTo>
                <a:lnTo>
                  <a:pt x="1354" y="853"/>
                </a:lnTo>
                <a:lnTo>
                  <a:pt x="1353" y="854"/>
                </a:lnTo>
                <a:lnTo>
                  <a:pt x="1352" y="855"/>
                </a:lnTo>
                <a:lnTo>
                  <a:pt x="1352" y="856"/>
                </a:lnTo>
                <a:lnTo>
                  <a:pt x="1351" y="856"/>
                </a:lnTo>
                <a:lnTo>
                  <a:pt x="1352" y="857"/>
                </a:lnTo>
                <a:lnTo>
                  <a:pt x="1353" y="858"/>
                </a:lnTo>
                <a:lnTo>
                  <a:pt x="1353" y="860"/>
                </a:lnTo>
                <a:lnTo>
                  <a:pt x="1353" y="861"/>
                </a:lnTo>
                <a:lnTo>
                  <a:pt x="1351" y="863"/>
                </a:lnTo>
                <a:lnTo>
                  <a:pt x="1350" y="864"/>
                </a:lnTo>
                <a:lnTo>
                  <a:pt x="1350" y="865"/>
                </a:lnTo>
                <a:lnTo>
                  <a:pt x="1350" y="866"/>
                </a:lnTo>
                <a:lnTo>
                  <a:pt x="1350" y="867"/>
                </a:lnTo>
                <a:lnTo>
                  <a:pt x="1349" y="868"/>
                </a:lnTo>
                <a:lnTo>
                  <a:pt x="1347" y="869"/>
                </a:lnTo>
                <a:lnTo>
                  <a:pt x="1347" y="870"/>
                </a:lnTo>
                <a:lnTo>
                  <a:pt x="1346" y="870"/>
                </a:lnTo>
                <a:lnTo>
                  <a:pt x="1346" y="871"/>
                </a:lnTo>
                <a:lnTo>
                  <a:pt x="1346" y="872"/>
                </a:lnTo>
                <a:lnTo>
                  <a:pt x="1345" y="874"/>
                </a:lnTo>
                <a:lnTo>
                  <a:pt x="1345" y="875"/>
                </a:lnTo>
                <a:lnTo>
                  <a:pt x="1344" y="876"/>
                </a:lnTo>
                <a:lnTo>
                  <a:pt x="1344" y="878"/>
                </a:lnTo>
                <a:lnTo>
                  <a:pt x="1344" y="879"/>
                </a:lnTo>
                <a:lnTo>
                  <a:pt x="1344" y="880"/>
                </a:lnTo>
                <a:lnTo>
                  <a:pt x="1343" y="880"/>
                </a:lnTo>
                <a:lnTo>
                  <a:pt x="1343" y="881"/>
                </a:lnTo>
                <a:lnTo>
                  <a:pt x="1342" y="881"/>
                </a:lnTo>
                <a:lnTo>
                  <a:pt x="1341" y="882"/>
                </a:lnTo>
                <a:lnTo>
                  <a:pt x="1339" y="883"/>
                </a:lnTo>
                <a:lnTo>
                  <a:pt x="1336" y="883"/>
                </a:lnTo>
                <a:lnTo>
                  <a:pt x="1335" y="883"/>
                </a:lnTo>
                <a:lnTo>
                  <a:pt x="1333" y="883"/>
                </a:lnTo>
                <a:lnTo>
                  <a:pt x="1332" y="883"/>
                </a:lnTo>
                <a:lnTo>
                  <a:pt x="1332" y="884"/>
                </a:lnTo>
                <a:lnTo>
                  <a:pt x="1333" y="884"/>
                </a:lnTo>
                <a:lnTo>
                  <a:pt x="1334" y="884"/>
                </a:lnTo>
                <a:lnTo>
                  <a:pt x="1335" y="884"/>
                </a:lnTo>
                <a:lnTo>
                  <a:pt x="1336" y="884"/>
                </a:lnTo>
                <a:lnTo>
                  <a:pt x="1337" y="884"/>
                </a:lnTo>
                <a:lnTo>
                  <a:pt x="1338" y="883"/>
                </a:lnTo>
                <a:lnTo>
                  <a:pt x="1341" y="883"/>
                </a:lnTo>
                <a:lnTo>
                  <a:pt x="1342" y="884"/>
                </a:lnTo>
                <a:lnTo>
                  <a:pt x="1343" y="884"/>
                </a:lnTo>
                <a:lnTo>
                  <a:pt x="1344" y="884"/>
                </a:lnTo>
                <a:lnTo>
                  <a:pt x="1345" y="886"/>
                </a:lnTo>
                <a:lnTo>
                  <a:pt x="1346" y="887"/>
                </a:lnTo>
                <a:lnTo>
                  <a:pt x="1347" y="888"/>
                </a:lnTo>
                <a:lnTo>
                  <a:pt x="1347" y="889"/>
                </a:lnTo>
                <a:lnTo>
                  <a:pt x="1348" y="890"/>
                </a:lnTo>
                <a:lnTo>
                  <a:pt x="1348" y="892"/>
                </a:lnTo>
                <a:lnTo>
                  <a:pt x="1348" y="893"/>
                </a:lnTo>
                <a:lnTo>
                  <a:pt x="1348" y="894"/>
                </a:lnTo>
                <a:lnTo>
                  <a:pt x="1349" y="895"/>
                </a:lnTo>
                <a:lnTo>
                  <a:pt x="1349" y="896"/>
                </a:lnTo>
                <a:lnTo>
                  <a:pt x="1348" y="897"/>
                </a:lnTo>
                <a:lnTo>
                  <a:pt x="1347" y="897"/>
                </a:lnTo>
                <a:lnTo>
                  <a:pt x="1345" y="898"/>
                </a:lnTo>
                <a:lnTo>
                  <a:pt x="1344" y="898"/>
                </a:lnTo>
                <a:lnTo>
                  <a:pt x="1344" y="899"/>
                </a:lnTo>
                <a:lnTo>
                  <a:pt x="1344" y="900"/>
                </a:lnTo>
                <a:lnTo>
                  <a:pt x="1344" y="901"/>
                </a:lnTo>
                <a:lnTo>
                  <a:pt x="1343" y="901"/>
                </a:lnTo>
                <a:lnTo>
                  <a:pt x="1342" y="901"/>
                </a:lnTo>
                <a:lnTo>
                  <a:pt x="1340" y="902"/>
                </a:lnTo>
                <a:lnTo>
                  <a:pt x="1340" y="903"/>
                </a:lnTo>
                <a:lnTo>
                  <a:pt x="1340" y="904"/>
                </a:lnTo>
                <a:lnTo>
                  <a:pt x="1340" y="905"/>
                </a:lnTo>
                <a:lnTo>
                  <a:pt x="1340" y="906"/>
                </a:lnTo>
                <a:lnTo>
                  <a:pt x="1339" y="906"/>
                </a:lnTo>
                <a:lnTo>
                  <a:pt x="1338" y="907"/>
                </a:lnTo>
                <a:lnTo>
                  <a:pt x="1338" y="908"/>
                </a:lnTo>
                <a:lnTo>
                  <a:pt x="1337" y="909"/>
                </a:lnTo>
                <a:lnTo>
                  <a:pt x="1337" y="910"/>
                </a:lnTo>
                <a:lnTo>
                  <a:pt x="1336" y="911"/>
                </a:lnTo>
                <a:lnTo>
                  <a:pt x="1335" y="912"/>
                </a:lnTo>
                <a:lnTo>
                  <a:pt x="1335" y="913"/>
                </a:lnTo>
                <a:lnTo>
                  <a:pt x="1335" y="914"/>
                </a:lnTo>
                <a:lnTo>
                  <a:pt x="1335" y="915"/>
                </a:lnTo>
                <a:lnTo>
                  <a:pt x="1334" y="916"/>
                </a:lnTo>
                <a:lnTo>
                  <a:pt x="1333" y="916"/>
                </a:lnTo>
                <a:lnTo>
                  <a:pt x="1333" y="917"/>
                </a:lnTo>
                <a:lnTo>
                  <a:pt x="1332" y="917"/>
                </a:lnTo>
                <a:lnTo>
                  <a:pt x="1330" y="917"/>
                </a:lnTo>
                <a:lnTo>
                  <a:pt x="1329" y="918"/>
                </a:lnTo>
                <a:lnTo>
                  <a:pt x="1327" y="919"/>
                </a:lnTo>
                <a:lnTo>
                  <a:pt x="1326" y="922"/>
                </a:lnTo>
                <a:lnTo>
                  <a:pt x="1323" y="925"/>
                </a:lnTo>
                <a:lnTo>
                  <a:pt x="1323" y="926"/>
                </a:lnTo>
                <a:lnTo>
                  <a:pt x="1323" y="927"/>
                </a:lnTo>
                <a:lnTo>
                  <a:pt x="1321" y="929"/>
                </a:lnTo>
                <a:lnTo>
                  <a:pt x="1319" y="931"/>
                </a:lnTo>
                <a:lnTo>
                  <a:pt x="1318" y="931"/>
                </a:lnTo>
                <a:lnTo>
                  <a:pt x="1317" y="933"/>
                </a:lnTo>
                <a:lnTo>
                  <a:pt x="1317" y="935"/>
                </a:lnTo>
                <a:lnTo>
                  <a:pt x="1316" y="936"/>
                </a:lnTo>
                <a:lnTo>
                  <a:pt x="1316" y="937"/>
                </a:lnTo>
                <a:lnTo>
                  <a:pt x="1316" y="938"/>
                </a:lnTo>
                <a:lnTo>
                  <a:pt x="1317" y="938"/>
                </a:lnTo>
                <a:lnTo>
                  <a:pt x="1317" y="939"/>
                </a:lnTo>
                <a:lnTo>
                  <a:pt x="1318" y="940"/>
                </a:lnTo>
                <a:lnTo>
                  <a:pt x="1318" y="941"/>
                </a:lnTo>
                <a:lnTo>
                  <a:pt x="1318" y="942"/>
                </a:lnTo>
                <a:lnTo>
                  <a:pt x="1317" y="942"/>
                </a:lnTo>
                <a:lnTo>
                  <a:pt x="1317" y="943"/>
                </a:lnTo>
                <a:lnTo>
                  <a:pt x="1317" y="944"/>
                </a:lnTo>
                <a:lnTo>
                  <a:pt x="1317" y="945"/>
                </a:lnTo>
                <a:lnTo>
                  <a:pt x="1316" y="947"/>
                </a:lnTo>
                <a:lnTo>
                  <a:pt x="1315" y="948"/>
                </a:lnTo>
                <a:lnTo>
                  <a:pt x="1315" y="949"/>
                </a:lnTo>
                <a:lnTo>
                  <a:pt x="1315" y="950"/>
                </a:lnTo>
                <a:lnTo>
                  <a:pt x="1313" y="951"/>
                </a:lnTo>
                <a:lnTo>
                  <a:pt x="1313" y="952"/>
                </a:lnTo>
                <a:lnTo>
                  <a:pt x="1312" y="954"/>
                </a:lnTo>
                <a:lnTo>
                  <a:pt x="1312" y="956"/>
                </a:lnTo>
                <a:lnTo>
                  <a:pt x="1311" y="957"/>
                </a:lnTo>
                <a:lnTo>
                  <a:pt x="1310" y="959"/>
                </a:lnTo>
                <a:lnTo>
                  <a:pt x="1310" y="960"/>
                </a:lnTo>
                <a:lnTo>
                  <a:pt x="1309" y="962"/>
                </a:lnTo>
                <a:lnTo>
                  <a:pt x="1308" y="965"/>
                </a:lnTo>
                <a:lnTo>
                  <a:pt x="1308" y="966"/>
                </a:lnTo>
                <a:lnTo>
                  <a:pt x="1307" y="966"/>
                </a:lnTo>
                <a:lnTo>
                  <a:pt x="1305" y="966"/>
                </a:lnTo>
                <a:lnTo>
                  <a:pt x="1304" y="967"/>
                </a:lnTo>
                <a:lnTo>
                  <a:pt x="1304" y="968"/>
                </a:lnTo>
                <a:lnTo>
                  <a:pt x="1303" y="968"/>
                </a:lnTo>
                <a:lnTo>
                  <a:pt x="1302" y="968"/>
                </a:lnTo>
                <a:lnTo>
                  <a:pt x="1301" y="968"/>
                </a:lnTo>
                <a:lnTo>
                  <a:pt x="1300" y="968"/>
                </a:lnTo>
                <a:lnTo>
                  <a:pt x="1300" y="969"/>
                </a:lnTo>
                <a:lnTo>
                  <a:pt x="1301" y="970"/>
                </a:lnTo>
                <a:lnTo>
                  <a:pt x="1301" y="969"/>
                </a:lnTo>
                <a:lnTo>
                  <a:pt x="1302" y="970"/>
                </a:lnTo>
                <a:lnTo>
                  <a:pt x="1302" y="969"/>
                </a:lnTo>
                <a:lnTo>
                  <a:pt x="1303" y="969"/>
                </a:lnTo>
                <a:lnTo>
                  <a:pt x="1303" y="970"/>
                </a:lnTo>
                <a:lnTo>
                  <a:pt x="1304" y="969"/>
                </a:lnTo>
                <a:lnTo>
                  <a:pt x="1305" y="968"/>
                </a:lnTo>
                <a:lnTo>
                  <a:pt x="1305" y="967"/>
                </a:lnTo>
                <a:lnTo>
                  <a:pt x="1305" y="968"/>
                </a:lnTo>
                <a:lnTo>
                  <a:pt x="1306" y="968"/>
                </a:lnTo>
                <a:lnTo>
                  <a:pt x="1306" y="967"/>
                </a:lnTo>
                <a:lnTo>
                  <a:pt x="1307" y="969"/>
                </a:lnTo>
                <a:lnTo>
                  <a:pt x="1309" y="970"/>
                </a:lnTo>
                <a:lnTo>
                  <a:pt x="1310" y="971"/>
                </a:lnTo>
                <a:lnTo>
                  <a:pt x="1310" y="973"/>
                </a:lnTo>
                <a:lnTo>
                  <a:pt x="1310" y="975"/>
                </a:lnTo>
                <a:lnTo>
                  <a:pt x="1310" y="977"/>
                </a:lnTo>
                <a:lnTo>
                  <a:pt x="1310" y="978"/>
                </a:lnTo>
                <a:lnTo>
                  <a:pt x="1310" y="979"/>
                </a:lnTo>
                <a:lnTo>
                  <a:pt x="1310" y="980"/>
                </a:lnTo>
                <a:lnTo>
                  <a:pt x="1311" y="982"/>
                </a:lnTo>
                <a:lnTo>
                  <a:pt x="1311" y="983"/>
                </a:lnTo>
                <a:lnTo>
                  <a:pt x="1312" y="984"/>
                </a:lnTo>
                <a:lnTo>
                  <a:pt x="1312" y="985"/>
                </a:lnTo>
                <a:lnTo>
                  <a:pt x="1312" y="986"/>
                </a:lnTo>
                <a:lnTo>
                  <a:pt x="1312" y="987"/>
                </a:lnTo>
                <a:lnTo>
                  <a:pt x="1313" y="990"/>
                </a:lnTo>
                <a:lnTo>
                  <a:pt x="1314" y="991"/>
                </a:lnTo>
                <a:lnTo>
                  <a:pt x="1315" y="991"/>
                </a:lnTo>
                <a:lnTo>
                  <a:pt x="1315" y="990"/>
                </a:lnTo>
                <a:lnTo>
                  <a:pt x="1316" y="991"/>
                </a:lnTo>
                <a:lnTo>
                  <a:pt x="1317" y="992"/>
                </a:lnTo>
                <a:lnTo>
                  <a:pt x="1318" y="993"/>
                </a:lnTo>
                <a:lnTo>
                  <a:pt x="1318" y="994"/>
                </a:lnTo>
                <a:lnTo>
                  <a:pt x="1318" y="995"/>
                </a:lnTo>
                <a:lnTo>
                  <a:pt x="1317" y="995"/>
                </a:lnTo>
                <a:lnTo>
                  <a:pt x="1317" y="996"/>
                </a:lnTo>
                <a:lnTo>
                  <a:pt x="1317" y="997"/>
                </a:lnTo>
                <a:lnTo>
                  <a:pt x="1318" y="997"/>
                </a:lnTo>
                <a:lnTo>
                  <a:pt x="1318" y="998"/>
                </a:lnTo>
                <a:lnTo>
                  <a:pt x="1318" y="999"/>
                </a:lnTo>
                <a:lnTo>
                  <a:pt x="1319" y="1001"/>
                </a:lnTo>
                <a:lnTo>
                  <a:pt x="1320" y="1002"/>
                </a:lnTo>
                <a:lnTo>
                  <a:pt x="1321" y="1002"/>
                </a:lnTo>
                <a:lnTo>
                  <a:pt x="1321" y="1003"/>
                </a:lnTo>
                <a:lnTo>
                  <a:pt x="1322" y="1003"/>
                </a:lnTo>
                <a:lnTo>
                  <a:pt x="1322" y="1004"/>
                </a:lnTo>
                <a:lnTo>
                  <a:pt x="1321" y="1004"/>
                </a:lnTo>
                <a:lnTo>
                  <a:pt x="1321" y="1005"/>
                </a:lnTo>
                <a:lnTo>
                  <a:pt x="1322" y="1005"/>
                </a:lnTo>
                <a:lnTo>
                  <a:pt x="1322" y="1006"/>
                </a:lnTo>
                <a:lnTo>
                  <a:pt x="1322" y="1007"/>
                </a:lnTo>
                <a:lnTo>
                  <a:pt x="1323" y="1008"/>
                </a:lnTo>
                <a:lnTo>
                  <a:pt x="1322" y="1008"/>
                </a:lnTo>
                <a:lnTo>
                  <a:pt x="1322" y="1009"/>
                </a:lnTo>
                <a:lnTo>
                  <a:pt x="1322" y="1010"/>
                </a:lnTo>
                <a:lnTo>
                  <a:pt x="1323" y="1011"/>
                </a:lnTo>
                <a:lnTo>
                  <a:pt x="1323" y="1012"/>
                </a:lnTo>
                <a:lnTo>
                  <a:pt x="1323" y="1013"/>
                </a:lnTo>
                <a:lnTo>
                  <a:pt x="1324" y="1014"/>
                </a:lnTo>
                <a:lnTo>
                  <a:pt x="1325" y="1014"/>
                </a:lnTo>
                <a:lnTo>
                  <a:pt x="1325" y="1013"/>
                </a:lnTo>
                <a:lnTo>
                  <a:pt x="1326" y="1013"/>
                </a:lnTo>
                <a:lnTo>
                  <a:pt x="1327" y="1013"/>
                </a:lnTo>
                <a:lnTo>
                  <a:pt x="1328" y="1013"/>
                </a:lnTo>
                <a:lnTo>
                  <a:pt x="1330" y="1013"/>
                </a:lnTo>
                <a:lnTo>
                  <a:pt x="1331" y="1014"/>
                </a:lnTo>
                <a:lnTo>
                  <a:pt x="1332" y="1015"/>
                </a:lnTo>
                <a:lnTo>
                  <a:pt x="1332" y="1016"/>
                </a:lnTo>
                <a:lnTo>
                  <a:pt x="1332" y="1017"/>
                </a:lnTo>
                <a:lnTo>
                  <a:pt x="1333" y="1017"/>
                </a:lnTo>
                <a:lnTo>
                  <a:pt x="1333" y="1018"/>
                </a:lnTo>
                <a:lnTo>
                  <a:pt x="1332" y="1018"/>
                </a:lnTo>
                <a:lnTo>
                  <a:pt x="1332" y="1019"/>
                </a:lnTo>
                <a:lnTo>
                  <a:pt x="1331" y="1019"/>
                </a:lnTo>
                <a:lnTo>
                  <a:pt x="1330" y="1020"/>
                </a:lnTo>
                <a:lnTo>
                  <a:pt x="1330" y="1021"/>
                </a:lnTo>
                <a:lnTo>
                  <a:pt x="1330" y="1022"/>
                </a:lnTo>
                <a:lnTo>
                  <a:pt x="1329" y="1022"/>
                </a:lnTo>
                <a:lnTo>
                  <a:pt x="1329" y="1023"/>
                </a:lnTo>
                <a:lnTo>
                  <a:pt x="1330" y="1022"/>
                </a:lnTo>
                <a:lnTo>
                  <a:pt x="1330" y="1023"/>
                </a:lnTo>
                <a:lnTo>
                  <a:pt x="1332" y="1023"/>
                </a:lnTo>
                <a:lnTo>
                  <a:pt x="1333" y="1024"/>
                </a:lnTo>
                <a:lnTo>
                  <a:pt x="1334" y="1024"/>
                </a:lnTo>
                <a:lnTo>
                  <a:pt x="1335" y="1024"/>
                </a:lnTo>
                <a:lnTo>
                  <a:pt x="1336" y="1024"/>
                </a:lnTo>
                <a:lnTo>
                  <a:pt x="1337" y="1025"/>
                </a:lnTo>
                <a:lnTo>
                  <a:pt x="1338" y="1027"/>
                </a:lnTo>
                <a:lnTo>
                  <a:pt x="1339" y="1028"/>
                </a:lnTo>
                <a:lnTo>
                  <a:pt x="1341" y="1029"/>
                </a:lnTo>
                <a:lnTo>
                  <a:pt x="1342" y="1030"/>
                </a:lnTo>
                <a:lnTo>
                  <a:pt x="1342" y="1031"/>
                </a:lnTo>
                <a:lnTo>
                  <a:pt x="1343" y="1031"/>
                </a:lnTo>
                <a:lnTo>
                  <a:pt x="1343" y="1032"/>
                </a:lnTo>
                <a:lnTo>
                  <a:pt x="1343" y="1033"/>
                </a:lnTo>
                <a:lnTo>
                  <a:pt x="1344" y="1033"/>
                </a:lnTo>
                <a:lnTo>
                  <a:pt x="1345" y="1033"/>
                </a:lnTo>
                <a:lnTo>
                  <a:pt x="1345" y="1034"/>
                </a:lnTo>
                <a:lnTo>
                  <a:pt x="1346" y="1034"/>
                </a:lnTo>
                <a:lnTo>
                  <a:pt x="1347" y="1034"/>
                </a:lnTo>
                <a:lnTo>
                  <a:pt x="1348" y="1034"/>
                </a:lnTo>
                <a:lnTo>
                  <a:pt x="1348" y="1033"/>
                </a:lnTo>
                <a:lnTo>
                  <a:pt x="1349" y="1033"/>
                </a:lnTo>
                <a:lnTo>
                  <a:pt x="1349" y="1032"/>
                </a:lnTo>
                <a:lnTo>
                  <a:pt x="1350" y="1032"/>
                </a:lnTo>
                <a:lnTo>
                  <a:pt x="1350" y="1031"/>
                </a:lnTo>
                <a:lnTo>
                  <a:pt x="1351" y="1031"/>
                </a:lnTo>
                <a:lnTo>
                  <a:pt x="1351" y="1030"/>
                </a:lnTo>
                <a:lnTo>
                  <a:pt x="1351" y="1029"/>
                </a:lnTo>
                <a:lnTo>
                  <a:pt x="1351" y="1028"/>
                </a:lnTo>
                <a:lnTo>
                  <a:pt x="1350" y="1028"/>
                </a:lnTo>
                <a:lnTo>
                  <a:pt x="1349" y="1028"/>
                </a:lnTo>
                <a:lnTo>
                  <a:pt x="1349" y="1027"/>
                </a:lnTo>
                <a:lnTo>
                  <a:pt x="1349" y="1026"/>
                </a:lnTo>
                <a:lnTo>
                  <a:pt x="1349" y="1025"/>
                </a:lnTo>
                <a:lnTo>
                  <a:pt x="1349" y="1024"/>
                </a:lnTo>
                <a:lnTo>
                  <a:pt x="1350" y="1024"/>
                </a:lnTo>
                <a:lnTo>
                  <a:pt x="1350" y="1023"/>
                </a:lnTo>
                <a:lnTo>
                  <a:pt x="1349" y="1023"/>
                </a:lnTo>
                <a:lnTo>
                  <a:pt x="1349" y="1022"/>
                </a:lnTo>
                <a:lnTo>
                  <a:pt x="1349" y="1021"/>
                </a:lnTo>
                <a:lnTo>
                  <a:pt x="1348" y="1020"/>
                </a:lnTo>
                <a:lnTo>
                  <a:pt x="1348" y="1019"/>
                </a:lnTo>
                <a:lnTo>
                  <a:pt x="1348" y="1017"/>
                </a:lnTo>
                <a:lnTo>
                  <a:pt x="1348" y="1016"/>
                </a:lnTo>
                <a:lnTo>
                  <a:pt x="1348" y="1015"/>
                </a:lnTo>
                <a:lnTo>
                  <a:pt x="1347" y="1014"/>
                </a:lnTo>
                <a:lnTo>
                  <a:pt x="1347" y="1013"/>
                </a:lnTo>
                <a:lnTo>
                  <a:pt x="1348" y="1012"/>
                </a:lnTo>
                <a:lnTo>
                  <a:pt x="1349" y="1010"/>
                </a:lnTo>
                <a:lnTo>
                  <a:pt x="1349" y="1009"/>
                </a:lnTo>
                <a:lnTo>
                  <a:pt x="1350" y="1009"/>
                </a:lnTo>
                <a:lnTo>
                  <a:pt x="1351" y="1008"/>
                </a:lnTo>
                <a:lnTo>
                  <a:pt x="1352" y="1008"/>
                </a:lnTo>
                <a:lnTo>
                  <a:pt x="1352" y="1009"/>
                </a:lnTo>
                <a:lnTo>
                  <a:pt x="1353" y="1009"/>
                </a:lnTo>
                <a:lnTo>
                  <a:pt x="1355" y="1010"/>
                </a:lnTo>
                <a:lnTo>
                  <a:pt x="1356" y="1010"/>
                </a:lnTo>
                <a:lnTo>
                  <a:pt x="1356" y="1006"/>
                </a:lnTo>
                <a:lnTo>
                  <a:pt x="1357" y="1006"/>
                </a:lnTo>
                <a:lnTo>
                  <a:pt x="1358" y="1006"/>
                </a:lnTo>
                <a:lnTo>
                  <a:pt x="1359" y="1006"/>
                </a:lnTo>
                <a:lnTo>
                  <a:pt x="1360" y="1006"/>
                </a:lnTo>
                <a:lnTo>
                  <a:pt x="1360" y="1007"/>
                </a:lnTo>
                <a:lnTo>
                  <a:pt x="1360" y="1008"/>
                </a:lnTo>
                <a:lnTo>
                  <a:pt x="1360" y="1009"/>
                </a:lnTo>
                <a:lnTo>
                  <a:pt x="1361" y="1009"/>
                </a:lnTo>
                <a:lnTo>
                  <a:pt x="1362" y="1009"/>
                </a:lnTo>
                <a:lnTo>
                  <a:pt x="1363" y="1009"/>
                </a:lnTo>
                <a:lnTo>
                  <a:pt x="1364" y="1009"/>
                </a:lnTo>
                <a:lnTo>
                  <a:pt x="1366" y="1009"/>
                </a:lnTo>
                <a:lnTo>
                  <a:pt x="1367" y="1010"/>
                </a:lnTo>
                <a:lnTo>
                  <a:pt x="1368" y="1010"/>
                </a:lnTo>
                <a:lnTo>
                  <a:pt x="1369" y="1010"/>
                </a:lnTo>
                <a:lnTo>
                  <a:pt x="1370" y="1009"/>
                </a:lnTo>
                <a:lnTo>
                  <a:pt x="1371" y="1009"/>
                </a:lnTo>
                <a:lnTo>
                  <a:pt x="1372" y="1008"/>
                </a:lnTo>
                <a:lnTo>
                  <a:pt x="1373" y="1008"/>
                </a:lnTo>
                <a:lnTo>
                  <a:pt x="1374" y="1009"/>
                </a:lnTo>
                <a:lnTo>
                  <a:pt x="1374" y="1010"/>
                </a:lnTo>
                <a:lnTo>
                  <a:pt x="1375" y="1010"/>
                </a:lnTo>
                <a:lnTo>
                  <a:pt x="1376" y="1010"/>
                </a:lnTo>
                <a:lnTo>
                  <a:pt x="1377" y="1010"/>
                </a:lnTo>
                <a:lnTo>
                  <a:pt x="1377" y="1011"/>
                </a:lnTo>
                <a:lnTo>
                  <a:pt x="1378" y="1011"/>
                </a:lnTo>
                <a:lnTo>
                  <a:pt x="1379" y="1011"/>
                </a:lnTo>
                <a:lnTo>
                  <a:pt x="1380" y="1011"/>
                </a:lnTo>
                <a:lnTo>
                  <a:pt x="1381" y="1011"/>
                </a:lnTo>
                <a:lnTo>
                  <a:pt x="1382" y="1012"/>
                </a:lnTo>
                <a:lnTo>
                  <a:pt x="1384" y="1012"/>
                </a:lnTo>
                <a:lnTo>
                  <a:pt x="1386" y="1013"/>
                </a:lnTo>
                <a:lnTo>
                  <a:pt x="1387" y="1013"/>
                </a:lnTo>
                <a:lnTo>
                  <a:pt x="1388" y="1014"/>
                </a:lnTo>
                <a:lnTo>
                  <a:pt x="1388" y="1015"/>
                </a:lnTo>
                <a:lnTo>
                  <a:pt x="1388" y="1016"/>
                </a:lnTo>
                <a:lnTo>
                  <a:pt x="1389" y="1016"/>
                </a:lnTo>
                <a:lnTo>
                  <a:pt x="1390" y="1016"/>
                </a:lnTo>
                <a:lnTo>
                  <a:pt x="1391" y="1016"/>
                </a:lnTo>
                <a:lnTo>
                  <a:pt x="1392" y="1016"/>
                </a:lnTo>
                <a:lnTo>
                  <a:pt x="1394" y="1016"/>
                </a:lnTo>
                <a:lnTo>
                  <a:pt x="1395" y="1016"/>
                </a:lnTo>
                <a:lnTo>
                  <a:pt x="1396" y="1016"/>
                </a:lnTo>
                <a:lnTo>
                  <a:pt x="1398" y="1016"/>
                </a:lnTo>
                <a:lnTo>
                  <a:pt x="1398" y="1015"/>
                </a:lnTo>
                <a:lnTo>
                  <a:pt x="1400" y="1014"/>
                </a:lnTo>
                <a:lnTo>
                  <a:pt x="1400" y="1013"/>
                </a:lnTo>
                <a:lnTo>
                  <a:pt x="1401" y="1012"/>
                </a:lnTo>
                <a:lnTo>
                  <a:pt x="1402" y="1012"/>
                </a:lnTo>
                <a:lnTo>
                  <a:pt x="1403" y="1011"/>
                </a:lnTo>
                <a:lnTo>
                  <a:pt x="1406" y="1011"/>
                </a:lnTo>
                <a:lnTo>
                  <a:pt x="1407" y="1010"/>
                </a:lnTo>
                <a:lnTo>
                  <a:pt x="1408" y="1010"/>
                </a:lnTo>
                <a:lnTo>
                  <a:pt x="1409" y="1010"/>
                </a:lnTo>
                <a:lnTo>
                  <a:pt x="1410" y="1009"/>
                </a:lnTo>
                <a:lnTo>
                  <a:pt x="1411" y="1009"/>
                </a:lnTo>
                <a:lnTo>
                  <a:pt x="1412" y="1009"/>
                </a:lnTo>
                <a:lnTo>
                  <a:pt x="1412" y="1010"/>
                </a:lnTo>
                <a:lnTo>
                  <a:pt x="1413" y="1010"/>
                </a:lnTo>
                <a:lnTo>
                  <a:pt x="1412" y="1010"/>
                </a:lnTo>
                <a:lnTo>
                  <a:pt x="1412" y="1011"/>
                </a:lnTo>
                <a:lnTo>
                  <a:pt x="1413" y="1011"/>
                </a:lnTo>
                <a:lnTo>
                  <a:pt x="1413" y="1012"/>
                </a:lnTo>
                <a:lnTo>
                  <a:pt x="1414" y="1012"/>
                </a:lnTo>
                <a:lnTo>
                  <a:pt x="1415" y="1011"/>
                </a:lnTo>
                <a:lnTo>
                  <a:pt x="1416" y="1012"/>
                </a:lnTo>
                <a:lnTo>
                  <a:pt x="1417" y="1012"/>
                </a:lnTo>
                <a:lnTo>
                  <a:pt x="1418" y="1013"/>
                </a:lnTo>
                <a:lnTo>
                  <a:pt x="1420" y="1014"/>
                </a:lnTo>
                <a:lnTo>
                  <a:pt x="1421" y="1015"/>
                </a:lnTo>
                <a:lnTo>
                  <a:pt x="1422" y="1015"/>
                </a:lnTo>
                <a:lnTo>
                  <a:pt x="1423" y="1015"/>
                </a:lnTo>
                <a:lnTo>
                  <a:pt x="1423" y="1016"/>
                </a:lnTo>
                <a:lnTo>
                  <a:pt x="1422" y="1016"/>
                </a:lnTo>
                <a:lnTo>
                  <a:pt x="1422" y="1017"/>
                </a:lnTo>
                <a:lnTo>
                  <a:pt x="1421" y="1017"/>
                </a:lnTo>
                <a:lnTo>
                  <a:pt x="1421" y="1018"/>
                </a:lnTo>
                <a:lnTo>
                  <a:pt x="1422" y="1018"/>
                </a:lnTo>
                <a:lnTo>
                  <a:pt x="1423" y="1018"/>
                </a:lnTo>
                <a:lnTo>
                  <a:pt x="1423" y="1019"/>
                </a:lnTo>
                <a:lnTo>
                  <a:pt x="1422" y="1020"/>
                </a:lnTo>
                <a:lnTo>
                  <a:pt x="1421" y="1020"/>
                </a:lnTo>
                <a:lnTo>
                  <a:pt x="1420" y="1020"/>
                </a:lnTo>
                <a:lnTo>
                  <a:pt x="1421" y="1021"/>
                </a:lnTo>
                <a:lnTo>
                  <a:pt x="1421" y="1022"/>
                </a:lnTo>
                <a:lnTo>
                  <a:pt x="1422" y="1022"/>
                </a:lnTo>
                <a:lnTo>
                  <a:pt x="1423" y="1023"/>
                </a:lnTo>
                <a:lnTo>
                  <a:pt x="1423" y="1025"/>
                </a:lnTo>
                <a:lnTo>
                  <a:pt x="1424" y="1025"/>
                </a:lnTo>
                <a:lnTo>
                  <a:pt x="1424" y="1024"/>
                </a:lnTo>
                <a:lnTo>
                  <a:pt x="1425" y="1024"/>
                </a:lnTo>
                <a:lnTo>
                  <a:pt x="1426" y="1024"/>
                </a:lnTo>
                <a:lnTo>
                  <a:pt x="1427" y="1024"/>
                </a:lnTo>
                <a:lnTo>
                  <a:pt x="1428" y="1024"/>
                </a:lnTo>
                <a:lnTo>
                  <a:pt x="1429" y="1024"/>
                </a:lnTo>
                <a:lnTo>
                  <a:pt x="1430" y="1024"/>
                </a:lnTo>
                <a:lnTo>
                  <a:pt x="1430" y="1025"/>
                </a:lnTo>
                <a:lnTo>
                  <a:pt x="1431" y="1026"/>
                </a:lnTo>
                <a:lnTo>
                  <a:pt x="1432" y="1027"/>
                </a:lnTo>
                <a:lnTo>
                  <a:pt x="1433" y="1027"/>
                </a:lnTo>
                <a:lnTo>
                  <a:pt x="1434" y="1028"/>
                </a:lnTo>
                <a:lnTo>
                  <a:pt x="1434" y="1029"/>
                </a:lnTo>
                <a:lnTo>
                  <a:pt x="1435" y="1029"/>
                </a:lnTo>
                <a:lnTo>
                  <a:pt x="1436" y="1030"/>
                </a:lnTo>
                <a:lnTo>
                  <a:pt x="1438" y="1030"/>
                </a:lnTo>
                <a:lnTo>
                  <a:pt x="1439" y="1031"/>
                </a:lnTo>
                <a:lnTo>
                  <a:pt x="1439" y="1032"/>
                </a:lnTo>
                <a:lnTo>
                  <a:pt x="1439" y="1033"/>
                </a:lnTo>
                <a:lnTo>
                  <a:pt x="1436" y="1035"/>
                </a:lnTo>
                <a:lnTo>
                  <a:pt x="1436" y="1036"/>
                </a:lnTo>
                <a:lnTo>
                  <a:pt x="1435" y="1036"/>
                </a:lnTo>
                <a:lnTo>
                  <a:pt x="1434" y="1038"/>
                </a:lnTo>
                <a:lnTo>
                  <a:pt x="1435" y="1039"/>
                </a:lnTo>
                <a:lnTo>
                  <a:pt x="1436" y="1040"/>
                </a:lnTo>
                <a:lnTo>
                  <a:pt x="1436" y="1041"/>
                </a:lnTo>
                <a:lnTo>
                  <a:pt x="1435" y="1041"/>
                </a:lnTo>
                <a:lnTo>
                  <a:pt x="1434" y="1041"/>
                </a:lnTo>
                <a:lnTo>
                  <a:pt x="1434" y="1040"/>
                </a:lnTo>
                <a:lnTo>
                  <a:pt x="1433" y="1040"/>
                </a:lnTo>
                <a:lnTo>
                  <a:pt x="1433" y="1041"/>
                </a:lnTo>
                <a:lnTo>
                  <a:pt x="1432" y="1041"/>
                </a:lnTo>
                <a:lnTo>
                  <a:pt x="1432" y="1042"/>
                </a:lnTo>
                <a:lnTo>
                  <a:pt x="1433" y="1042"/>
                </a:lnTo>
                <a:lnTo>
                  <a:pt x="1434" y="1042"/>
                </a:lnTo>
                <a:lnTo>
                  <a:pt x="1434" y="1043"/>
                </a:lnTo>
                <a:lnTo>
                  <a:pt x="1435" y="1045"/>
                </a:lnTo>
                <a:lnTo>
                  <a:pt x="1436" y="1045"/>
                </a:lnTo>
                <a:lnTo>
                  <a:pt x="1436" y="1046"/>
                </a:lnTo>
                <a:lnTo>
                  <a:pt x="1435" y="1047"/>
                </a:lnTo>
                <a:lnTo>
                  <a:pt x="1435" y="1048"/>
                </a:lnTo>
                <a:lnTo>
                  <a:pt x="1436" y="1048"/>
                </a:lnTo>
                <a:lnTo>
                  <a:pt x="1437" y="1048"/>
                </a:lnTo>
                <a:lnTo>
                  <a:pt x="1438" y="1048"/>
                </a:lnTo>
                <a:lnTo>
                  <a:pt x="1439" y="1047"/>
                </a:lnTo>
                <a:lnTo>
                  <a:pt x="1440" y="1048"/>
                </a:lnTo>
                <a:lnTo>
                  <a:pt x="1440" y="1049"/>
                </a:lnTo>
                <a:lnTo>
                  <a:pt x="1440" y="1050"/>
                </a:lnTo>
                <a:lnTo>
                  <a:pt x="1440" y="1052"/>
                </a:lnTo>
                <a:lnTo>
                  <a:pt x="1441" y="1053"/>
                </a:lnTo>
                <a:lnTo>
                  <a:pt x="1442" y="1054"/>
                </a:lnTo>
                <a:lnTo>
                  <a:pt x="1442" y="1055"/>
                </a:lnTo>
                <a:lnTo>
                  <a:pt x="1443" y="1056"/>
                </a:lnTo>
                <a:lnTo>
                  <a:pt x="1443" y="1055"/>
                </a:lnTo>
                <a:lnTo>
                  <a:pt x="1444" y="1054"/>
                </a:lnTo>
                <a:lnTo>
                  <a:pt x="1444" y="1055"/>
                </a:lnTo>
                <a:lnTo>
                  <a:pt x="1444" y="1054"/>
                </a:lnTo>
                <a:lnTo>
                  <a:pt x="1445" y="1054"/>
                </a:lnTo>
                <a:lnTo>
                  <a:pt x="1446" y="1054"/>
                </a:lnTo>
                <a:lnTo>
                  <a:pt x="1446" y="1055"/>
                </a:lnTo>
                <a:lnTo>
                  <a:pt x="1445" y="1056"/>
                </a:lnTo>
                <a:lnTo>
                  <a:pt x="1446" y="1057"/>
                </a:lnTo>
                <a:lnTo>
                  <a:pt x="1447" y="1056"/>
                </a:lnTo>
                <a:lnTo>
                  <a:pt x="1448" y="1057"/>
                </a:lnTo>
                <a:lnTo>
                  <a:pt x="1448" y="1058"/>
                </a:lnTo>
                <a:lnTo>
                  <a:pt x="1447" y="1059"/>
                </a:lnTo>
                <a:lnTo>
                  <a:pt x="1447" y="1060"/>
                </a:lnTo>
                <a:lnTo>
                  <a:pt x="1446" y="1062"/>
                </a:lnTo>
                <a:lnTo>
                  <a:pt x="1446" y="1063"/>
                </a:lnTo>
                <a:lnTo>
                  <a:pt x="1445" y="1063"/>
                </a:lnTo>
                <a:lnTo>
                  <a:pt x="1445" y="1065"/>
                </a:lnTo>
                <a:lnTo>
                  <a:pt x="1445" y="1066"/>
                </a:lnTo>
                <a:lnTo>
                  <a:pt x="1444" y="1066"/>
                </a:lnTo>
                <a:lnTo>
                  <a:pt x="1443" y="1066"/>
                </a:lnTo>
                <a:lnTo>
                  <a:pt x="1442" y="1067"/>
                </a:lnTo>
                <a:lnTo>
                  <a:pt x="1441" y="1067"/>
                </a:lnTo>
                <a:lnTo>
                  <a:pt x="1441" y="1065"/>
                </a:lnTo>
                <a:lnTo>
                  <a:pt x="1440" y="1065"/>
                </a:lnTo>
                <a:lnTo>
                  <a:pt x="1440" y="1066"/>
                </a:lnTo>
                <a:lnTo>
                  <a:pt x="1439" y="1065"/>
                </a:lnTo>
                <a:lnTo>
                  <a:pt x="1438" y="1065"/>
                </a:lnTo>
                <a:lnTo>
                  <a:pt x="1437" y="1065"/>
                </a:lnTo>
                <a:lnTo>
                  <a:pt x="1436" y="1065"/>
                </a:lnTo>
                <a:lnTo>
                  <a:pt x="1436" y="1066"/>
                </a:lnTo>
                <a:lnTo>
                  <a:pt x="1436" y="1067"/>
                </a:lnTo>
                <a:lnTo>
                  <a:pt x="1435" y="1067"/>
                </a:lnTo>
                <a:lnTo>
                  <a:pt x="1435" y="1068"/>
                </a:lnTo>
                <a:lnTo>
                  <a:pt x="1436" y="1068"/>
                </a:lnTo>
                <a:lnTo>
                  <a:pt x="1436" y="1069"/>
                </a:lnTo>
                <a:lnTo>
                  <a:pt x="1437" y="1069"/>
                </a:lnTo>
                <a:lnTo>
                  <a:pt x="1436" y="1070"/>
                </a:lnTo>
                <a:lnTo>
                  <a:pt x="1436" y="1071"/>
                </a:lnTo>
                <a:lnTo>
                  <a:pt x="1436" y="1072"/>
                </a:lnTo>
                <a:lnTo>
                  <a:pt x="1437" y="1073"/>
                </a:lnTo>
                <a:lnTo>
                  <a:pt x="1438" y="1073"/>
                </a:lnTo>
                <a:lnTo>
                  <a:pt x="1438" y="1074"/>
                </a:lnTo>
                <a:lnTo>
                  <a:pt x="1439" y="1075"/>
                </a:lnTo>
                <a:lnTo>
                  <a:pt x="1439" y="1076"/>
                </a:lnTo>
                <a:lnTo>
                  <a:pt x="1440" y="1078"/>
                </a:lnTo>
                <a:lnTo>
                  <a:pt x="1442" y="1080"/>
                </a:lnTo>
                <a:lnTo>
                  <a:pt x="1445" y="1081"/>
                </a:lnTo>
                <a:lnTo>
                  <a:pt x="1446" y="1083"/>
                </a:lnTo>
                <a:lnTo>
                  <a:pt x="1446" y="1084"/>
                </a:lnTo>
                <a:lnTo>
                  <a:pt x="1448" y="1084"/>
                </a:lnTo>
                <a:lnTo>
                  <a:pt x="1449" y="1085"/>
                </a:lnTo>
                <a:lnTo>
                  <a:pt x="1450" y="1086"/>
                </a:lnTo>
                <a:lnTo>
                  <a:pt x="1451" y="1087"/>
                </a:lnTo>
                <a:lnTo>
                  <a:pt x="1451" y="1086"/>
                </a:lnTo>
                <a:lnTo>
                  <a:pt x="1452" y="1086"/>
                </a:lnTo>
                <a:lnTo>
                  <a:pt x="1454" y="1086"/>
                </a:lnTo>
                <a:lnTo>
                  <a:pt x="1455" y="1086"/>
                </a:lnTo>
                <a:lnTo>
                  <a:pt x="1456" y="1085"/>
                </a:lnTo>
                <a:lnTo>
                  <a:pt x="1457" y="1084"/>
                </a:lnTo>
                <a:lnTo>
                  <a:pt x="1457" y="1083"/>
                </a:lnTo>
                <a:lnTo>
                  <a:pt x="1457" y="1082"/>
                </a:lnTo>
                <a:lnTo>
                  <a:pt x="1456" y="1082"/>
                </a:lnTo>
                <a:lnTo>
                  <a:pt x="1455" y="1081"/>
                </a:lnTo>
                <a:lnTo>
                  <a:pt x="1454" y="1080"/>
                </a:lnTo>
                <a:lnTo>
                  <a:pt x="1453" y="1080"/>
                </a:lnTo>
                <a:lnTo>
                  <a:pt x="1453" y="1079"/>
                </a:lnTo>
                <a:lnTo>
                  <a:pt x="1453" y="1078"/>
                </a:lnTo>
                <a:lnTo>
                  <a:pt x="1454" y="1078"/>
                </a:lnTo>
                <a:lnTo>
                  <a:pt x="1455" y="1079"/>
                </a:lnTo>
                <a:lnTo>
                  <a:pt x="1456" y="1079"/>
                </a:lnTo>
                <a:lnTo>
                  <a:pt x="1456" y="1077"/>
                </a:lnTo>
                <a:lnTo>
                  <a:pt x="1457" y="1077"/>
                </a:lnTo>
                <a:lnTo>
                  <a:pt x="1457" y="1076"/>
                </a:lnTo>
                <a:lnTo>
                  <a:pt x="1458" y="1076"/>
                </a:lnTo>
                <a:lnTo>
                  <a:pt x="1459" y="1076"/>
                </a:lnTo>
                <a:lnTo>
                  <a:pt x="1460" y="1076"/>
                </a:lnTo>
                <a:lnTo>
                  <a:pt x="1460" y="1075"/>
                </a:lnTo>
                <a:lnTo>
                  <a:pt x="1461" y="1075"/>
                </a:lnTo>
                <a:lnTo>
                  <a:pt x="1462" y="1075"/>
                </a:lnTo>
                <a:lnTo>
                  <a:pt x="1463" y="1076"/>
                </a:lnTo>
                <a:lnTo>
                  <a:pt x="1464" y="1076"/>
                </a:lnTo>
                <a:lnTo>
                  <a:pt x="1464" y="1077"/>
                </a:lnTo>
                <a:lnTo>
                  <a:pt x="1464" y="1078"/>
                </a:lnTo>
                <a:lnTo>
                  <a:pt x="1464" y="1079"/>
                </a:lnTo>
                <a:lnTo>
                  <a:pt x="1464" y="1080"/>
                </a:lnTo>
                <a:lnTo>
                  <a:pt x="1465" y="1080"/>
                </a:lnTo>
                <a:lnTo>
                  <a:pt x="1466" y="1080"/>
                </a:lnTo>
                <a:lnTo>
                  <a:pt x="1466" y="1079"/>
                </a:lnTo>
                <a:lnTo>
                  <a:pt x="1467" y="1080"/>
                </a:lnTo>
                <a:lnTo>
                  <a:pt x="1467" y="1081"/>
                </a:lnTo>
                <a:lnTo>
                  <a:pt x="1468" y="1082"/>
                </a:lnTo>
                <a:lnTo>
                  <a:pt x="1469" y="1082"/>
                </a:lnTo>
                <a:lnTo>
                  <a:pt x="1470" y="1082"/>
                </a:lnTo>
                <a:lnTo>
                  <a:pt x="1470" y="1083"/>
                </a:lnTo>
                <a:lnTo>
                  <a:pt x="1472" y="1083"/>
                </a:lnTo>
                <a:lnTo>
                  <a:pt x="1473" y="1083"/>
                </a:lnTo>
                <a:lnTo>
                  <a:pt x="1473" y="1084"/>
                </a:lnTo>
                <a:lnTo>
                  <a:pt x="1474" y="1085"/>
                </a:lnTo>
                <a:lnTo>
                  <a:pt x="1475" y="1086"/>
                </a:lnTo>
                <a:lnTo>
                  <a:pt x="1476" y="1086"/>
                </a:lnTo>
                <a:lnTo>
                  <a:pt x="1477" y="1086"/>
                </a:lnTo>
                <a:lnTo>
                  <a:pt x="1477" y="1087"/>
                </a:lnTo>
                <a:lnTo>
                  <a:pt x="1477" y="1088"/>
                </a:lnTo>
                <a:lnTo>
                  <a:pt x="1477" y="1089"/>
                </a:lnTo>
                <a:lnTo>
                  <a:pt x="1478" y="1089"/>
                </a:lnTo>
                <a:lnTo>
                  <a:pt x="1478" y="1090"/>
                </a:lnTo>
                <a:lnTo>
                  <a:pt x="1478" y="1091"/>
                </a:lnTo>
                <a:lnTo>
                  <a:pt x="1479" y="1091"/>
                </a:lnTo>
                <a:lnTo>
                  <a:pt x="1479" y="1092"/>
                </a:lnTo>
                <a:lnTo>
                  <a:pt x="1480" y="1093"/>
                </a:lnTo>
                <a:lnTo>
                  <a:pt x="1481" y="1093"/>
                </a:lnTo>
                <a:lnTo>
                  <a:pt x="1482" y="1093"/>
                </a:lnTo>
                <a:lnTo>
                  <a:pt x="1483" y="1093"/>
                </a:lnTo>
                <a:lnTo>
                  <a:pt x="1483" y="1092"/>
                </a:lnTo>
                <a:lnTo>
                  <a:pt x="1485" y="1092"/>
                </a:lnTo>
                <a:lnTo>
                  <a:pt x="1486" y="1093"/>
                </a:lnTo>
                <a:lnTo>
                  <a:pt x="1487" y="1093"/>
                </a:lnTo>
                <a:lnTo>
                  <a:pt x="1488" y="1093"/>
                </a:lnTo>
                <a:lnTo>
                  <a:pt x="1489" y="1093"/>
                </a:lnTo>
                <a:lnTo>
                  <a:pt x="1490" y="1094"/>
                </a:lnTo>
                <a:lnTo>
                  <a:pt x="1493" y="1095"/>
                </a:lnTo>
                <a:lnTo>
                  <a:pt x="1494" y="1095"/>
                </a:lnTo>
                <a:lnTo>
                  <a:pt x="1495" y="1095"/>
                </a:lnTo>
                <a:lnTo>
                  <a:pt x="1496" y="1094"/>
                </a:lnTo>
                <a:lnTo>
                  <a:pt x="1497" y="1094"/>
                </a:lnTo>
                <a:lnTo>
                  <a:pt x="1498" y="1094"/>
                </a:lnTo>
                <a:lnTo>
                  <a:pt x="1498" y="1093"/>
                </a:lnTo>
                <a:lnTo>
                  <a:pt x="1498" y="1092"/>
                </a:lnTo>
                <a:lnTo>
                  <a:pt x="1497" y="1090"/>
                </a:lnTo>
                <a:lnTo>
                  <a:pt x="1497" y="1089"/>
                </a:lnTo>
                <a:lnTo>
                  <a:pt x="1497" y="1088"/>
                </a:lnTo>
                <a:lnTo>
                  <a:pt x="1498" y="1086"/>
                </a:lnTo>
                <a:lnTo>
                  <a:pt x="1498" y="1085"/>
                </a:lnTo>
                <a:lnTo>
                  <a:pt x="1499" y="1085"/>
                </a:lnTo>
                <a:lnTo>
                  <a:pt x="1499" y="1083"/>
                </a:lnTo>
                <a:lnTo>
                  <a:pt x="1499" y="1082"/>
                </a:lnTo>
                <a:lnTo>
                  <a:pt x="1499" y="1081"/>
                </a:lnTo>
                <a:lnTo>
                  <a:pt x="1499" y="1079"/>
                </a:lnTo>
                <a:lnTo>
                  <a:pt x="1500" y="1078"/>
                </a:lnTo>
                <a:lnTo>
                  <a:pt x="1500" y="1077"/>
                </a:lnTo>
                <a:lnTo>
                  <a:pt x="1501" y="1077"/>
                </a:lnTo>
                <a:lnTo>
                  <a:pt x="1501" y="1076"/>
                </a:lnTo>
                <a:lnTo>
                  <a:pt x="1502" y="1076"/>
                </a:lnTo>
                <a:lnTo>
                  <a:pt x="1502" y="1075"/>
                </a:lnTo>
                <a:lnTo>
                  <a:pt x="1501" y="1074"/>
                </a:lnTo>
                <a:lnTo>
                  <a:pt x="1501" y="1073"/>
                </a:lnTo>
                <a:lnTo>
                  <a:pt x="1501" y="1072"/>
                </a:lnTo>
                <a:lnTo>
                  <a:pt x="1502" y="1072"/>
                </a:lnTo>
                <a:lnTo>
                  <a:pt x="1503" y="1073"/>
                </a:lnTo>
                <a:lnTo>
                  <a:pt x="1504" y="1073"/>
                </a:lnTo>
                <a:lnTo>
                  <a:pt x="1505" y="1073"/>
                </a:lnTo>
                <a:lnTo>
                  <a:pt x="1505" y="1074"/>
                </a:lnTo>
                <a:lnTo>
                  <a:pt x="1505" y="1073"/>
                </a:lnTo>
                <a:lnTo>
                  <a:pt x="1506" y="1073"/>
                </a:lnTo>
                <a:lnTo>
                  <a:pt x="1507" y="1072"/>
                </a:lnTo>
                <a:lnTo>
                  <a:pt x="1508" y="1072"/>
                </a:lnTo>
                <a:lnTo>
                  <a:pt x="1509" y="1072"/>
                </a:lnTo>
                <a:lnTo>
                  <a:pt x="1510" y="1072"/>
                </a:lnTo>
                <a:lnTo>
                  <a:pt x="1511" y="1072"/>
                </a:lnTo>
                <a:lnTo>
                  <a:pt x="1512" y="1072"/>
                </a:lnTo>
                <a:lnTo>
                  <a:pt x="1513" y="1072"/>
                </a:lnTo>
                <a:lnTo>
                  <a:pt x="1513" y="1071"/>
                </a:lnTo>
                <a:lnTo>
                  <a:pt x="1514" y="1071"/>
                </a:lnTo>
                <a:lnTo>
                  <a:pt x="1514" y="1070"/>
                </a:lnTo>
                <a:lnTo>
                  <a:pt x="1515" y="1071"/>
                </a:lnTo>
                <a:lnTo>
                  <a:pt x="1516" y="1071"/>
                </a:lnTo>
                <a:lnTo>
                  <a:pt x="1517" y="1071"/>
                </a:lnTo>
                <a:lnTo>
                  <a:pt x="1518" y="1071"/>
                </a:lnTo>
                <a:lnTo>
                  <a:pt x="1520" y="1073"/>
                </a:lnTo>
                <a:lnTo>
                  <a:pt x="1520" y="1075"/>
                </a:lnTo>
                <a:lnTo>
                  <a:pt x="1520" y="1076"/>
                </a:lnTo>
                <a:lnTo>
                  <a:pt x="1520" y="1077"/>
                </a:lnTo>
                <a:lnTo>
                  <a:pt x="1520" y="1078"/>
                </a:lnTo>
                <a:lnTo>
                  <a:pt x="1521" y="1078"/>
                </a:lnTo>
                <a:lnTo>
                  <a:pt x="1522" y="1078"/>
                </a:lnTo>
                <a:lnTo>
                  <a:pt x="1521" y="1079"/>
                </a:lnTo>
                <a:lnTo>
                  <a:pt x="1521" y="1080"/>
                </a:lnTo>
                <a:lnTo>
                  <a:pt x="1521" y="1081"/>
                </a:lnTo>
                <a:lnTo>
                  <a:pt x="1522" y="1081"/>
                </a:lnTo>
                <a:lnTo>
                  <a:pt x="1523" y="1081"/>
                </a:lnTo>
                <a:lnTo>
                  <a:pt x="1523" y="1082"/>
                </a:lnTo>
                <a:lnTo>
                  <a:pt x="1523" y="1083"/>
                </a:lnTo>
                <a:lnTo>
                  <a:pt x="1522" y="1083"/>
                </a:lnTo>
                <a:lnTo>
                  <a:pt x="1522" y="1084"/>
                </a:lnTo>
                <a:lnTo>
                  <a:pt x="1523" y="1085"/>
                </a:lnTo>
                <a:lnTo>
                  <a:pt x="1523" y="1086"/>
                </a:lnTo>
                <a:lnTo>
                  <a:pt x="1522" y="1087"/>
                </a:lnTo>
                <a:lnTo>
                  <a:pt x="1522" y="1088"/>
                </a:lnTo>
                <a:lnTo>
                  <a:pt x="1523" y="1091"/>
                </a:lnTo>
                <a:lnTo>
                  <a:pt x="1524" y="1092"/>
                </a:lnTo>
                <a:lnTo>
                  <a:pt x="1524" y="1093"/>
                </a:lnTo>
                <a:lnTo>
                  <a:pt x="1525" y="1092"/>
                </a:lnTo>
                <a:lnTo>
                  <a:pt x="1525" y="1091"/>
                </a:lnTo>
                <a:lnTo>
                  <a:pt x="1526" y="1091"/>
                </a:lnTo>
                <a:lnTo>
                  <a:pt x="1527" y="1091"/>
                </a:lnTo>
                <a:lnTo>
                  <a:pt x="1528" y="1091"/>
                </a:lnTo>
                <a:lnTo>
                  <a:pt x="1530" y="1090"/>
                </a:lnTo>
                <a:lnTo>
                  <a:pt x="1531" y="1089"/>
                </a:lnTo>
                <a:lnTo>
                  <a:pt x="1532" y="1088"/>
                </a:lnTo>
                <a:lnTo>
                  <a:pt x="1533" y="1086"/>
                </a:lnTo>
                <a:lnTo>
                  <a:pt x="1534" y="1086"/>
                </a:lnTo>
                <a:lnTo>
                  <a:pt x="1535" y="1085"/>
                </a:lnTo>
                <a:lnTo>
                  <a:pt x="1535" y="1086"/>
                </a:lnTo>
                <a:lnTo>
                  <a:pt x="1536" y="1086"/>
                </a:lnTo>
                <a:lnTo>
                  <a:pt x="1537" y="1087"/>
                </a:lnTo>
                <a:lnTo>
                  <a:pt x="1538" y="1087"/>
                </a:lnTo>
                <a:lnTo>
                  <a:pt x="1538" y="1086"/>
                </a:lnTo>
                <a:lnTo>
                  <a:pt x="1539" y="1086"/>
                </a:lnTo>
                <a:lnTo>
                  <a:pt x="1539" y="1087"/>
                </a:lnTo>
                <a:lnTo>
                  <a:pt x="1539" y="1086"/>
                </a:lnTo>
                <a:lnTo>
                  <a:pt x="1539" y="1087"/>
                </a:lnTo>
                <a:lnTo>
                  <a:pt x="1540" y="1087"/>
                </a:lnTo>
                <a:lnTo>
                  <a:pt x="1541" y="1087"/>
                </a:lnTo>
                <a:lnTo>
                  <a:pt x="1542" y="1087"/>
                </a:lnTo>
                <a:lnTo>
                  <a:pt x="1543" y="1085"/>
                </a:lnTo>
                <a:lnTo>
                  <a:pt x="1544" y="1084"/>
                </a:lnTo>
                <a:lnTo>
                  <a:pt x="1545" y="1084"/>
                </a:lnTo>
                <a:lnTo>
                  <a:pt x="1547" y="1085"/>
                </a:lnTo>
                <a:lnTo>
                  <a:pt x="1548" y="1085"/>
                </a:lnTo>
                <a:lnTo>
                  <a:pt x="1550" y="1085"/>
                </a:lnTo>
                <a:lnTo>
                  <a:pt x="1551" y="1085"/>
                </a:lnTo>
                <a:lnTo>
                  <a:pt x="1552" y="1087"/>
                </a:lnTo>
                <a:lnTo>
                  <a:pt x="1552" y="1088"/>
                </a:lnTo>
                <a:lnTo>
                  <a:pt x="1552" y="1089"/>
                </a:lnTo>
                <a:lnTo>
                  <a:pt x="1550" y="1090"/>
                </a:lnTo>
                <a:lnTo>
                  <a:pt x="1550" y="1091"/>
                </a:lnTo>
                <a:lnTo>
                  <a:pt x="1550" y="1092"/>
                </a:lnTo>
                <a:lnTo>
                  <a:pt x="1551" y="1093"/>
                </a:lnTo>
                <a:lnTo>
                  <a:pt x="1552" y="1094"/>
                </a:lnTo>
                <a:lnTo>
                  <a:pt x="1552" y="1093"/>
                </a:lnTo>
                <a:lnTo>
                  <a:pt x="1555" y="1093"/>
                </a:lnTo>
                <a:lnTo>
                  <a:pt x="1557" y="1092"/>
                </a:lnTo>
                <a:lnTo>
                  <a:pt x="1557" y="1093"/>
                </a:lnTo>
                <a:lnTo>
                  <a:pt x="1559" y="1092"/>
                </a:lnTo>
                <a:lnTo>
                  <a:pt x="1560" y="1092"/>
                </a:lnTo>
                <a:lnTo>
                  <a:pt x="1561" y="1091"/>
                </a:lnTo>
                <a:lnTo>
                  <a:pt x="1561" y="1090"/>
                </a:lnTo>
                <a:lnTo>
                  <a:pt x="1561" y="1089"/>
                </a:lnTo>
                <a:lnTo>
                  <a:pt x="1562" y="1088"/>
                </a:lnTo>
                <a:lnTo>
                  <a:pt x="1561" y="1087"/>
                </a:lnTo>
                <a:lnTo>
                  <a:pt x="1562" y="1087"/>
                </a:lnTo>
                <a:lnTo>
                  <a:pt x="1563" y="1087"/>
                </a:lnTo>
                <a:lnTo>
                  <a:pt x="1564" y="1088"/>
                </a:lnTo>
                <a:lnTo>
                  <a:pt x="1566" y="1088"/>
                </a:lnTo>
                <a:lnTo>
                  <a:pt x="1567" y="1089"/>
                </a:lnTo>
                <a:lnTo>
                  <a:pt x="1568" y="1089"/>
                </a:lnTo>
                <a:lnTo>
                  <a:pt x="1569" y="1090"/>
                </a:lnTo>
                <a:lnTo>
                  <a:pt x="1570" y="1090"/>
                </a:lnTo>
                <a:lnTo>
                  <a:pt x="1571" y="1089"/>
                </a:lnTo>
                <a:lnTo>
                  <a:pt x="1572" y="1086"/>
                </a:lnTo>
                <a:lnTo>
                  <a:pt x="1572" y="1085"/>
                </a:lnTo>
                <a:lnTo>
                  <a:pt x="1572" y="1084"/>
                </a:lnTo>
                <a:lnTo>
                  <a:pt x="1572" y="1083"/>
                </a:lnTo>
                <a:lnTo>
                  <a:pt x="1570" y="1082"/>
                </a:lnTo>
                <a:lnTo>
                  <a:pt x="1570" y="1081"/>
                </a:lnTo>
                <a:lnTo>
                  <a:pt x="1570" y="1080"/>
                </a:lnTo>
                <a:lnTo>
                  <a:pt x="1571" y="1078"/>
                </a:lnTo>
                <a:lnTo>
                  <a:pt x="1571" y="1076"/>
                </a:lnTo>
                <a:lnTo>
                  <a:pt x="1575" y="1074"/>
                </a:lnTo>
                <a:lnTo>
                  <a:pt x="1577" y="1074"/>
                </a:lnTo>
                <a:lnTo>
                  <a:pt x="1579" y="1075"/>
                </a:lnTo>
                <a:lnTo>
                  <a:pt x="1581" y="1075"/>
                </a:lnTo>
                <a:lnTo>
                  <a:pt x="1582" y="1075"/>
                </a:lnTo>
                <a:lnTo>
                  <a:pt x="1585" y="1075"/>
                </a:lnTo>
                <a:lnTo>
                  <a:pt x="1587" y="1074"/>
                </a:lnTo>
                <a:lnTo>
                  <a:pt x="1588" y="1074"/>
                </a:lnTo>
                <a:lnTo>
                  <a:pt x="1589" y="1074"/>
                </a:lnTo>
                <a:lnTo>
                  <a:pt x="1589" y="1075"/>
                </a:lnTo>
                <a:lnTo>
                  <a:pt x="1591" y="1077"/>
                </a:lnTo>
                <a:lnTo>
                  <a:pt x="1592" y="1078"/>
                </a:lnTo>
                <a:lnTo>
                  <a:pt x="1593" y="1078"/>
                </a:lnTo>
                <a:lnTo>
                  <a:pt x="1594" y="1077"/>
                </a:lnTo>
                <a:lnTo>
                  <a:pt x="1596" y="1078"/>
                </a:lnTo>
                <a:lnTo>
                  <a:pt x="1597" y="1079"/>
                </a:lnTo>
                <a:lnTo>
                  <a:pt x="1598" y="1079"/>
                </a:lnTo>
                <a:lnTo>
                  <a:pt x="1598" y="1080"/>
                </a:lnTo>
                <a:lnTo>
                  <a:pt x="1599" y="1080"/>
                </a:lnTo>
                <a:lnTo>
                  <a:pt x="1599" y="1081"/>
                </a:lnTo>
                <a:lnTo>
                  <a:pt x="1599" y="1084"/>
                </a:lnTo>
                <a:lnTo>
                  <a:pt x="1600" y="1085"/>
                </a:lnTo>
                <a:lnTo>
                  <a:pt x="1600" y="1086"/>
                </a:lnTo>
                <a:lnTo>
                  <a:pt x="1599" y="1086"/>
                </a:lnTo>
                <a:lnTo>
                  <a:pt x="1599" y="1087"/>
                </a:lnTo>
                <a:lnTo>
                  <a:pt x="1600" y="1088"/>
                </a:lnTo>
                <a:lnTo>
                  <a:pt x="1600" y="1089"/>
                </a:lnTo>
                <a:lnTo>
                  <a:pt x="1601" y="1089"/>
                </a:lnTo>
                <a:lnTo>
                  <a:pt x="1602" y="1090"/>
                </a:lnTo>
                <a:lnTo>
                  <a:pt x="1603" y="1090"/>
                </a:lnTo>
                <a:lnTo>
                  <a:pt x="1603" y="1091"/>
                </a:lnTo>
                <a:lnTo>
                  <a:pt x="1603" y="1092"/>
                </a:lnTo>
                <a:lnTo>
                  <a:pt x="1604" y="1092"/>
                </a:lnTo>
                <a:lnTo>
                  <a:pt x="1605" y="1092"/>
                </a:lnTo>
                <a:lnTo>
                  <a:pt x="1605" y="1091"/>
                </a:lnTo>
                <a:lnTo>
                  <a:pt x="1606" y="1091"/>
                </a:lnTo>
                <a:lnTo>
                  <a:pt x="1607" y="1092"/>
                </a:lnTo>
                <a:lnTo>
                  <a:pt x="1607" y="1093"/>
                </a:lnTo>
                <a:lnTo>
                  <a:pt x="1608" y="1093"/>
                </a:lnTo>
                <a:lnTo>
                  <a:pt x="1607" y="1097"/>
                </a:lnTo>
                <a:lnTo>
                  <a:pt x="1607" y="1098"/>
                </a:lnTo>
                <a:lnTo>
                  <a:pt x="1606" y="1098"/>
                </a:lnTo>
                <a:lnTo>
                  <a:pt x="1605" y="1099"/>
                </a:lnTo>
                <a:lnTo>
                  <a:pt x="1606" y="1100"/>
                </a:lnTo>
                <a:lnTo>
                  <a:pt x="1607" y="1100"/>
                </a:lnTo>
                <a:lnTo>
                  <a:pt x="1608" y="1100"/>
                </a:lnTo>
                <a:lnTo>
                  <a:pt x="1608" y="1101"/>
                </a:lnTo>
                <a:lnTo>
                  <a:pt x="1609" y="1101"/>
                </a:lnTo>
                <a:lnTo>
                  <a:pt x="1609" y="1102"/>
                </a:lnTo>
                <a:lnTo>
                  <a:pt x="1610" y="1103"/>
                </a:lnTo>
                <a:lnTo>
                  <a:pt x="1610" y="1104"/>
                </a:lnTo>
                <a:lnTo>
                  <a:pt x="1611" y="1104"/>
                </a:lnTo>
                <a:lnTo>
                  <a:pt x="1611" y="1105"/>
                </a:lnTo>
                <a:lnTo>
                  <a:pt x="1612" y="1105"/>
                </a:lnTo>
                <a:lnTo>
                  <a:pt x="1614" y="1106"/>
                </a:lnTo>
                <a:lnTo>
                  <a:pt x="1615" y="1106"/>
                </a:lnTo>
                <a:lnTo>
                  <a:pt x="1616" y="1107"/>
                </a:lnTo>
                <a:lnTo>
                  <a:pt x="1616" y="1108"/>
                </a:lnTo>
                <a:lnTo>
                  <a:pt x="1616" y="1111"/>
                </a:lnTo>
                <a:lnTo>
                  <a:pt x="1616" y="1114"/>
                </a:lnTo>
                <a:lnTo>
                  <a:pt x="1617" y="1114"/>
                </a:lnTo>
                <a:lnTo>
                  <a:pt x="1618" y="1115"/>
                </a:lnTo>
                <a:lnTo>
                  <a:pt x="1618" y="1116"/>
                </a:lnTo>
                <a:lnTo>
                  <a:pt x="1619" y="1116"/>
                </a:lnTo>
                <a:lnTo>
                  <a:pt x="1620" y="1118"/>
                </a:lnTo>
                <a:lnTo>
                  <a:pt x="1619" y="1118"/>
                </a:lnTo>
                <a:lnTo>
                  <a:pt x="1619" y="1119"/>
                </a:lnTo>
                <a:lnTo>
                  <a:pt x="1620" y="1119"/>
                </a:lnTo>
                <a:lnTo>
                  <a:pt x="1620" y="1120"/>
                </a:lnTo>
                <a:lnTo>
                  <a:pt x="1620" y="1121"/>
                </a:lnTo>
                <a:lnTo>
                  <a:pt x="1622" y="1121"/>
                </a:lnTo>
                <a:lnTo>
                  <a:pt x="1623" y="1122"/>
                </a:lnTo>
                <a:lnTo>
                  <a:pt x="1624" y="1122"/>
                </a:lnTo>
                <a:lnTo>
                  <a:pt x="1624" y="1121"/>
                </a:lnTo>
                <a:lnTo>
                  <a:pt x="1625" y="1121"/>
                </a:lnTo>
                <a:lnTo>
                  <a:pt x="1626" y="1121"/>
                </a:lnTo>
                <a:lnTo>
                  <a:pt x="1626" y="1122"/>
                </a:lnTo>
                <a:lnTo>
                  <a:pt x="1627" y="1122"/>
                </a:lnTo>
                <a:lnTo>
                  <a:pt x="1628" y="1123"/>
                </a:lnTo>
                <a:lnTo>
                  <a:pt x="1628" y="1124"/>
                </a:lnTo>
                <a:lnTo>
                  <a:pt x="1627" y="1125"/>
                </a:lnTo>
                <a:lnTo>
                  <a:pt x="1627" y="1126"/>
                </a:lnTo>
                <a:lnTo>
                  <a:pt x="1626" y="1126"/>
                </a:lnTo>
                <a:lnTo>
                  <a:pt x="1625" y="1126"/>
                </a:lnTo>
                <a:lnTo>
                  <a:pt x="1625" y="1125"/>
                </a:lnTo>
                <a:lnTo>
                  <a:pt x="1624" y="1125"/>
                </a:lnTo>
                <a:lnTo>
                  <a:pt x="1623" y="1125"/>
                </a:lnTo>
                <a:lnTo>
                  <a:pt x="1622" y="1126"/>
                </a:lnTo>
                <a:lnTo>
                  <a:pt x="1623" y="1127"/>
                </a:lnTo>
                <a:lnTo>
                  <a:pt x="1623" y="1128"/>
                </a:lnTo>
                <a:lnTo>
                  <a:pt x="1623" y="1129"/>
                </a:lnTo>
                <a:lnTo>
                  <a:pt x="1624" y="1129"/>
                </a:lnTo>
                <a:lnTo>
                  <a:pt x="1625" y="1129"/>
                </a:lnTo>
                <a:lnTo>
                  <a:pt x="1627" y="1131"/>
                </a:lnTo>
                <a:lnTo>
                  <a:pt x="1627" y="1132"/>
                </a:lnTo>
                <a:lnTo>
                  <a:pt x="1626" y="1134"/>
                </a:lnTo>
                <a:lnTo>
                  <a:pt x="1625" y="1135"/>
                </a:lnTo>
                <a:lnTo>
                  <a:pt x="1624" y="1135"/>
                </a:lnTo>
                <a:lnTo>
                  <a:pt x="1623" y="1135"/>
                </a:lnTo>
                <a:lnTo>
                  <a:pt x="1622" y="1135"/>
                </a:lnTo>
                <a:lnTo>
                  <a:pt x="1621" y="1135"/>
                </a:lnTo>
                <a:lnTo>
                  <a:pt x="1620" y="1135"/>
                </a:lnTo>
                <a:lnTo>
                  <a:pt x="1620" y="1136"/>
                </a:lnTo>
                <a:lnTo>
                  <a:pt x="1618" y="1137"/>
                </a:lnTo>
                <a:lnTo>
                  <a:pt x="1618" y="1136"/>
                </a:lnTo>
                <a:lnTo>
                  <a:pt x="1617" y="1136"/>
                </a:lnTo>
                <a:lnTo>
                  <a:pt x="1617" y="1137"/>
                </a:lnTo>
                <a:lnTo>
                  <a:pt x="1617" y="1138"/>
                </a:lnTo>
                <a:lnTo>
                  <a:pt x="1616" y="1138"/>
                </a:lnTo>
                <a:lnTo>
                  <a:pt x="1616" y="1139"/>
                </a:lnTo>
                <a:lnTo>
                  <a:pt x="1617" y="1140"/>
                </a:lnTo>
                <a:lnTo>
                  <a:pt x="1617" y="1143"/>
                </a:lnTo>
                <a:lnTo>
                  <a:pt x="1617" y="1144"/>
                </a:lnTo>
                <a:lnTo>
                  <a:pt x="1618" y="1145"/>
                </a:lnTo>
                <a:lnTo>
                  <a:pt x="1618" y="1147"/>
                </a:lnTo>
                <a:lnTo>
                  <a:pt x="1617" y="1148"/>
                </a:lnTo>
                <a:lnTo>
                  <a:pt x="1617" y="1149"/>
                </a:lnTo>
                <a:lnTo>
                  <a:pt x="1618" y="1152"/>
                </a:lnTo>
                <a:lnTo>
                  <a:pt x="1619" y="1153"/>
                </a:lnTo>
                <a:lnTo>
                  <a:pt x="1620" y="1154"/>
                </a:lnTo>
                <a:lnTo>
                  <a:pt x="1621" y="1154"/>
                </a:lnTo>
                <a:lnTo>
                  <a:pt x="1621" y="1155"/>
                </a:lnTo>
                <a:lnTo>
                  <a:pt x="1621" y="1156"/>
                </a:lnTo>
                <a:lnTo>
                  <a:pt x="1621" y="1157"/>
                </a:lnTo>
                <a:lnTo>
                  <a:pt x="1620" y="1157"/>
                </a:lnTo>
                <a:lnTo>
                  <a:pt x="1620" y="1159"/>
                </a:lnTo>
                <a:lnTo>
                  <a:pt x="1620" y="1160"/>
                </a:lnTo>
                <a:lnTo>
                  <a:pt x="1619" y="1160"/>
                </a:lnTo>
                <a:lnTo>
                  <a:pt x="1619" y="1161"/>
                </a:lnTo>
                <a:lnTo>
                  <a:pt x="1619" y="1162"/>
                </a:lnTo>
                <a:lnTo>
                  <a:pt x="1619" y="1163"/>
                </a:lnTo>
                <a:lnTo>
                  <a:pt x="1619" y="1164"/>
                </a:lnTo>
                <a:lnTo>
                  <a:pt x="1619" y="1166"/>
                </a:lnTo>
                <a:lnTo>
                  <a:pt x="1619" y="1167"/>
                </a:lnTo>
                <a:lnTo>
                  <a:pt x="1619" y="1168"/>
                </a:lnTo>
                <a:lnTo>
                  <a:pt x="1618" y="1169"/>
                </a:lnTo>
                <a:lnTo>
                  <a:pt x="1618" y="1170"/>
                </a:lnTo>
                <a:lnTo>
                  <a:pt x="1617" y="1171"/>
                </a:lnTo>
                <a:lnTo>
                  <a:pt x="1618" y="1171"/>
                </a:lnTo>
                <a:lnTo>
                  <a:pt x="1617" y="1173"/>
                </a:lnTo>
                <a:lnTo>
                  <a:pt x="1616" y="1175"/>
                </a:lnTo>
                <a:lnTo>
                  <a:pt x="1615" y="1176"/>
                </a:lnTo>
                <a:lnTo>
                  <a:pt x="1614" y="1177"/>
                </a:lnTo>
                <a:lnTo>
                  <a:pt x="1613" y="1178"/>
                </a:lnTo>
                <a:lnTo>
                  <a:pt x="1613" y="1179"/>
                </a:lnTo>
                <a:lnTo>
                  <a:pt x="1613" y="1181"/>
                </a:lnTo>
                <a:lnTo>
                  <a:pt x="1614" y="1182"/>
                </a:lnTo>
                <a:lnTo>
                  <a:pt x="1615" y="1183"/>
                </a:lnTo>
                <a:lnTo>
                  <a:pt x="1617" y="1184"/>
                </a:lnTo>
                <a:lnTo>
                  <a:pt x="1617" y="1185"/>
                </a:lnTo>
                <a:lnTo>
                  <a:pt x="1617" y="1186"/>
                </a:lnTo>
                <a:lnTo>
                  <a:pt x="1616" y="1186"/>
                </a:lnTo>
                <a:lnTo>
                  <a:pt x="1615" y="1187"/>
                </a:lnTo>
                <a:lnTo>
                  <a:pt x="1614" y="1187"/>
                </a:lnTo>
                <a:lnTo>
                  <a:pt x="1615" y="1188"/>
                </a:lnTo>
                <a:lnTo>
                  <a:pt x="1614" y="1190"/>
                </a:lnTo>
                <a:lnTo>
                  <a:pt x="1614" y="1191"/>
                </a:lnTo>
                <a:lnTo>
                  <a:pt x="1613" y="1191"/>
                </a:lnTo>
                <a:lnTo>
                  <a:pt x="1611" y="1193"/>
                </a:lnTo>
                <a:lnTo>
                  <a:pt x="1611" y="1194"/>
                </a:lnTo>
                <a:lnTo>
                  <a:pt x="1608" y="1194"/>
                </a:lnTo>
                <a:lnTo>
                  <a:pt x="1608" y="1193"/>
                </a:lnTo>
                <a:lnTo>
                  <a:pt x="1607" y="1193"/>
                </a:lnTo>
                <a:lnTo>
                  <a:pt x="1606" y="1195"/>
                </a:lnTo>
                <a:lnTo>
                  <a:pt x="1606" y="1196"/>
                </a:lnTo>
                <a:lnTo>
                  <a:pt x="1606" y="1197"/>
                </a:lnTo>
                <a:lnTo>
                  <a:pt x="1605" y="1197"/>
                </a:lnTo>
                <a:lnTo>
                  <a:pt x="1605" y="1198"/>
                </a:lnTo>
                <a:lnTo>
                  <a:pt x="1606" y="1198"/>
                </a:lnTo>
                <a:lnTo>
                  <a:pt x="1606" y="1199"/>
                </a:lnTo>
                <a:lnTo>
                  <a:pt x="1605" y="1200"/>
                </a:lnTo>
                <a:lnTo>
                  <a:pt x="1604" y="1200"/>
                </a:lnTo>
                <a:lnTo>
                  <a:pt x="1605" y="1200"/>
                </a:lnTo>
                <a:lnTo>
                  <a:pt x="1605" y="1201"/>
                </a:lnTo>
                <a:lnTo>
                  <a:pt x="1604" y="1202"/>
                </a:lnTo>
                <a:lnTo>
                  <a:pt x="1603" y="1202"/>
                </a:lnTo>
                <a:lnTo>
                  <a:pt x="1602" y="1202"/>
                </a:lnTo>
                <a:lnTo>
                  <a:pt x="1601" y="1203"/>
                </a:lnTo>
                <a:lnTo>
                  <a:pt x="1600" y="1204"/>
                </a:lnTo>
                <a:lnTo>
                  <a:pt x="1599" y="1203"/>
                </a:lnTo>
                <a:lnTo>
                  <a:pt x="1599" y="1202"/>
                </a:lnTo>
                <a:lnTo>
                  <a:pt x="1598" y="1202"/>
                </a:lnTo>
                <a:lnTo>
                  <a:pt x="1597" y="1202"/>
                </a:lnTo>
                <a:lnTo>
                  <a:pt x="1598" y="1202"/>
                </a:lnTo>
                <a:lnTo>
                  <a:pt x="1598" y="1203"/>
                </a:lnTo>
                <a:lnTo>
                  <a:pt x="1597" y="1204"/>
                </a:lnTo>
                <a:lnTo>
                  <a:pt x="1597" y="1205"/>
                </a:lnTo>
                <a:lnTo>
                  <a:pt x="1596" y="1205"/>
                </a:lnTo>
                <a:lnTo>
                  <a:pt x="1595" y="1205"/>
                </a:lnTo>
                <a:lnTo>
                  <a:pt x="1595" y="1206"/>
                </a:lnTo>
                <a:lnTo>
                  <a:pt x="1595" y="1207"/>
                </a:lnTo>
                <a:lnTo>
                  <a:pt x="1594" y="1207"/>
                </a:lnTo>
                <a:lnTo>
                  <a:pt x="1594" y="1208"/>
                </a:lnTo>
                <a:lnTo>
                  <a:pt x="1593" y="1209"/>
                </a:lnTo>
                <a:lnTo>
                  <a:pt x="1593" y="1210"/>
                </a:lnTo>
                <a:lnTo>
                  <a:pt x="1592" y="1210"/>
                </a:lnTo>
                <a:lnTo>
                  <a:pt x="1591" y="1210"/>
                </a:lnTo>
                <a:lnTo>
                  <a:pt x="1590" y="1210"/>
                </a:lnTo>
                <a:lnTo>
                  <a:pt x="1590" y="1209"/>
                </a:lnTo>
                <a:lnTo>
                  <a:pt x="1589" y="1209"/>
                </a:lnTo>
                <a:lnTo>
                  <a:pt x="1588" y="1209"/>
                </a:lnTo>
                <a:lnTo>
                  <a:pt x="1588" y="1208"/>
                </a:lnTo>
                <a:lnTo>
                  <a:pt x="1588" y="1207"/>
                </a:lnTo>
                <a:lnTo>
                  <a:pt x="1589" y="1207"/>
                </a:lnTo>
                <a:lnTo>
                  <a:pt x="1590" y="1207"/>
                </a:lnTo>
                <a:lnTo>
                  <a:pt x="1590" y="1206"/>
                </a:lnTo>
                <a:lnTo>
                  <a:pt x="1590" y="1204"/>
                </a:lnTo>
                <a:lnTo>
                  <a:pt x="1590" y="1202"/>
                </a:lnTo>
                <a:lnTo>
                  <a:pt x="1589" y="1201"/>
                </a:lnTo>
                <a:lnTo>
                  <a:pt x="1588" y="1201"/>
                </a:lnTo>
                <a:lnTo>
                  <a:pt x="1587" y="1201"/>
                </a:lnTo>
                <a:lnTo>
                  <a:pt x="1587" y="1202"/>
                </a:lnTo>
                <a:lnTo>
                  <a:pt x="1586" y="1202"/>
                </a:lnTo>
                <a:lnTo>
                  <a:pt x="1585" y="1202"/>
                </a:lnTo>
                <a:lnTo>
                  <a:pt x="1585" y="1201"/>
                </a:lnTo>
                <a:lnTo>
                  <a:pt x="1584" y="1200"/>
                </a:lnTo>
                <a:lnTo>
                  <a:pt x="1584" y="1201"/>
                </a:lnTo>
                <a:lnTo>
                  <a:pt x="1583" y="1201"/>
                </a:lnTo>
                <a:lnTo>
                  <a:pt x="1582" y="1201"/>
                </a:lnTo>
                <a:lnTo>
                  <a:pt x="1581" y="1201"/>
                </a:lnTo>
                <a:lnTo>
                  <a:pt x="1580" y="1200"/>
                </a:lnTo>
                <a:lnTo>
                  <a:pt x="1579" y="1199"/>
                </a:lnTo>
                <a:lnTo>
                  <a:pt x="1577" y="1198"/>
                </a:lnTo>
                <a:lnTo>
                  <a:pt x="1576" y="1198"/>
                </a:lnTo>
                <a:lnTo>
                  <a:pt x="1576" y="1199"/>
                </a:lnTo>
                <a:lnTo>
                  <a:pt x="1575" y="1199"/>
                </a:lnTo>
                <a:lnTo>
                  <a:pt x="1575" y="1200"/>
                </a:lnTo>
                <a:lnTo>
                  <a:pt x="1574" y="1200"/>
                </a:lnTo>
                <a:lnTo>
                  <a:pt x="1573" y="1200"/>
                </a:lnTo>
                <a:lnTo>
                  <a:pt x="1572" y="1199"/>
                </a:lnTo>
                <a:lnTo>
                  <a:pt x="1573" y="1199"/>
                </a:lnTo>
                <a:lnTo>
                  <a:pt x="1573" y="1198"/>
                </a:lnTo>
                <a:lnTo>
                  <a:pt x="1573" y="1196"/>
                </a:lnTo>
                <a:lnTo>
                  <a:pt x="1570" y="1194"/>
                </a:lnTo>
                <a:lnTo>
                  <a:pt x="1569" y="1194"/>
                </a:lnTo>
                <a:lnTo>
                  <a:pt x="1567" y="1193"/>
                </a:lnTo>
                <a:lnTo>
                  <a:pt x="1566" y="1193"/>
                </a:lnTo>
                <a:lnTo>
                  <a:pt x="1565" y="1193"/>
                </a:lnTo>
                <a:lnTo>
                  <a:pt x="1565" y="1194"/>
                </a:lnTo>
                <a:lnTo>
                  <a:pt x="1564" y="1195"/>
                </a:lnTo>
                <a:lnTo>
                  <a:pt x="1563" y="1195"/>
                </a:lnTo>
                <a:lnTo>
                  <a:pt x="1563" y="1194"/>
                </a:lnTo>
                <a:lnTo>
                  <a:pt x="1561" y="1194"/>
                </a:lnTo>
                <a:lnTo>
                  <a:pt x="1560" y="1194"/>
                </a:lnTo>
                <a:lnTo>
                  <a:pt x="1560" y="1195"/>
                </a:lnTo>
                <a:lnTo>
                  <a:pt x="1559" y="1196"/>
                </a:lnTo>
                <a:lnTo>
                  <a:pt x="1558" y="1197"/>
                </a:lnTo>
                <a:lnTo>
                  <a:pt x="1557" y="1197"/>
                </a:lnTo>
                <a:lnTo>
                  <a:pt x="1557" y="1198"/>
                </a:lnTo>
                <a:lnTo>
                  <a:pt x="1557" y="1199"/>
                </a:lnTo>
                <a:lnTo>
                  <a:pt x="1556" y="1199"/>
                </a:lnTo>
                <a:lnTo>
                  <a:pt x="1556" y="1200"/>
                </a:lnTo>
                <a:lnTo>
                  <a:pt x="1556" y="1201"/>
                </a:lnTo>
                <a:lnTo>
                  <a:pt x="1557" y="1202"/>
                </a:lnTo>
                <a:lnTo>
                  <a:pt x="1556" y="1203"/>
                </a:lnTo>
                <a:lnTo>
                  <a:pt x="1557" y="1204"/>
                </a:lnTo>
                <a:lnTo>
                  <a:pt x="1556" y="1206"/>
                </a:lnTo>
                <a:lnTo>
                  <a:pt x="1555" y="1207"/>
                </a:lnTo>
                <a:lnTo>
                  <a:pt x="1554" y="1206"/>
                </a:lnTo>
                <a:lnTo>
                  <a:pt x="1553" y="1206"/>
                </a:lnTo>
                <a:lnTo>
                  <a:pt x="1552" y="1206"/>
                </a:lnTo>
                <a:lnTo>
                  <a:pt x="1551" y="1206"/>
                </a:lnTo>
                <a:lnTo>
                  <a:pt x="1550" y="1206"/>
                </a:lnTo>
                <a:lnTo>
                  <a:pt x="1550" y="1207"/>
                </a:lnTo>
                <a:lnTo>
                  <a:pt x="1549" y="1207"/>
                </a:lnTo>
                <a:lnTo>
                  <a:pt x="1548" y="1208"/>
                </a:lnTo>
                <a:lnTo>
                  <a:pt x="1547" y="1208"/>
                </a:lnTo>
                <a:lnTo>
                  <a:pt x="1546" y="1208"/>
                </a:lnTo>
                <a:lnTo>
                  <a:pt x="1545" y="1208"/>
                </a:lnTo>
                <a:lnTo>
                  <a:pt x="1544" y="1209"/>
                </a:lnTo>
                <a:lnTo>
                  <a:pt x="1544" y="1210"/>
                </a:lnTo>
                <a:lnTo>
                  <a:pt x="1544" y="1211"/>
                </a:lnTo>
                <a:lnTo>
                  <a:pt x="1544" y="1212"/>
                </a:lnTo>
                <a:lnTo>
                  <a:pt x="1544" y="1213"/>
                </a:lnTo>
                <a:lnTo>
                  <a:pt x="1543" y="1213"/>
                </a:lnTo>
                <a:lnTo>
                  <a:pt x="1542" y="1214"/>
                </a:lnTo>
                <a:lnTo>
                  <a:pt x="1541" y="1214"/>
                </a:lnTo>
                <a:lnTo>
                  <a:pt x="1540" y="1215"/>
                </a:lnTo>
                <a:lnTo>
                  <a:pt x="1539" y="1216"/>
                </a:lnTo>
                <a:lnTo>
                  <a:pt x="1538" y="1217"/>
                </a:lnTo>
                <a:lnTo>
                  <a:pt x="1538" y="1218"/>
                </a:lnTo>
                <a:lnTo>
                  <a:pt x="1537" y="1218"/>
                </a:lnTo>
                <a:lnTo>
                  <a:pt x="1536" y="1220"/>
                </a:lnTo>
                <a:lnTo>
                  <a:pt x="1534" y="1221"/>
                </a:lnTo>
                <a:lnTo>
                  <a:pt x="1533" y="1221"/>
                </a:lnTo>
                <a:lnTo>
                  <a:pt x="1532" y="1221"/>
                </a:lnTo>
                <a:lnTo>
                  <a:pt x="1531" y="1220"/>
                </a:lnTo>
                <a:lnTo>
                  <a:pt x="1531" y="1219"/>
                </a:lnTo>
                <a:lnTo>
                  <a:pt x="1530" y="1219"/>
                </a:lnTo>
                <a:lnTo>
                  <a:pt x="1529" y="1219"/>
                </a:lnTo>
                <a:lnTo>
                  <a:pt x="1528" y="1219"/>
                </a:lnTo>
                <a:lnTo>
                  <a:pt x="1528" y="1220"/>
                </a:lnTo>
                <a:lnTo>
                  <a:pt x="1527" y="1220"/>
                </a:lnTo>
                <a:lnTo>
                  <a:pt x="1526" y="1220"/>
                </a:lnTo>
                <a:lnTo>
                  <a:pt x="1524" y="1219"/>
                </a:lnTo>
                <a:lnTo>
                  <a:pt x="1523" y="1219"/>
                </a:lnTo>
                <a:lnTo>
                  <a:pt x="1522" y="1220"/>
                </a:lnTo>
                <a:lnTo>
                  <a:pt x="1521" y="1220"/>
                </a:lnTo>
                <a:lnTo>
                  <a:pt x="1522" y="1221"/>
                </a:lnTo>
                <a:lnTo>
                  <a:pt x="1523" y="1221"/>
                </a:lnTo>
                <a:lnTo>
                  <a:pt x="1524" y="1221"/>
                </a:lnTo>
                <a:lnTo>
                  <a:pt x="1525" y="1221"/>
                </a:lnTo>
                <a:lnTo>
                  <a:pt x="1526" y="1222"/>
                </a:lnTo>
                <a:lnTo>
                  <a:pt x="1527" y="1222"/>
                </a:lnTo>
                <a:lnTo>
                  <a:pt x="1528" y="1222"/>
                </a:lnTo>
                <a:lnTo>
                  <a:pt x="1529" y="1223"/>
                </a:lnTo>
                <a:lnTo>
                  <a:pt x="1529" y="1224"/>
                </a:lnTo>
                <a:lnTo>
                  <a:pt x="1530" y="1224"/>
                </a:lnTo>
                <a:lnTo>
                  <a:pt x="1530" y="1225"/>
                </a:lnTo>
                <a:lnTo>
                  <a:pt x="1531" y="1226"/>
                </a:lnTo>
                <a:lnTo>
                  <a:pt x="1532" y="1226"/>
                </a:lnTo>
                <a:lnTo>
                  <a:pt x="1533" y="1227"/>
                </a:lnTo>
                <a:lnTo>
                  <a:pt x="1533" y="1228"/>
                </a:lnTo>
                <a:lnTo>
                  <a:pt x="1533" y="1229"/>
                </a:lnTo>
                <a:lnTo>
                  <a:pt x="1532" y="1229"/>
                </a:lnTo>
                <a:lnTo>
                  <a:pt x="1531" y="1229"/>
                </a:lnTo>
                <a:lnTo>
                  <a:pt x="1530" y="1229"/>
                </a:lnTo>
                <a:lnTo>
                  <a:pt x="1529" y="1229"/>
                </a:lnTo>
                <a:lnTo>
                  <a:pt x="1529" y="1230"/>
                </a:lnTo>
                <a:lnTo>
                  <a:pt x="1529" y="1231"/>
                </a:lnTo>
                <a:lnTo>
                  <a:pt x="1530" y="1231"/>
                </a:lnTo>
                <a:lnTo>
                  <a:pt x="1530" y="1230"/>
                </a:lnTo>
                <a:lnTo>
                  <a:pt x="1531" y="1230"/>
                </a:lnTo>
                <a:lnTo>
                  <a:pt x="1532" y="1231"/>
                </a:lnTo>
                <a:lnTo>
                  <a:pt x="1534" y="1233"/>
                </a:lnTo>
                <a:lnTo>
                  <a:pt x="1535" y="1234"/>
                </a:lnTo>
                <a:lnTo>
                  <a:pt x="1535" y="1235"/>
                </a:lnTo>
                <a:lnTo>
                  <a:pt x="1534" y="1235"/>
                </a:lnTo>
                <a:lnTo>
                  <a:pt x="1533" y="1235"/>
                </a:lnTo>
                <a:lnTo>
                  <a:pt x="1531" y="1236"/>
                </a:lnTo>
                <a:lnTo>
                  <a:pt x="1530" y="1236"/>
                </a:lnTo>
                <a:lnTo>
                  <a:pt x="1529" y="1235"/>
                </a:lnTo>
                <a:lnTo>
                  <a:pt x="1529" y="1234"/>
                </a:lnTo>
                <a:lnTo>
                  <a:pt x="1529" y="1233"/>
                </a:lnTo>
                <a:lnTo>
                  <a:pt x="1530" y="1233"/>
                </a:lnTo>
                <a:lnTo>
                  <a:pt x="1530" y="1232"/>
                </a:lnTo>
                <a:lnTo>
                  <a:pt x="1529" y="1232"/>
                </a:lnTo>
                <a:lnTo>
                  <a:pt x="1528" y="1232"/>
                </a:lnTo>
                <a:lnTo>
                  <a:pt x="1528" y="1231"/>
                </a:lnTo>
                <a:lnTo>
                  <a:pt x="1526" y="1231"/>
                </a:lnTo>
                <a:lnTo>
                  <a:pt x="1525" y="1231"/>
                </a:lnTo>
                <a:lnTo>
                  <a:pt x="1525" y="1232"/>
                </a:lnTo>
                <a:lnTo>
                  <a:pt x="1524" y="1233"/>
                </a:lnTo>
                <a:lnTo>
                  <a:pt x="1523" y="1233"/>
                </a:lnTo>
                <a:lnTo>
                  <a:pt x="1522" y="1234"/>
                </a:lnTo>
                <a:lnTo>
                  <a:pt x="1521" y="1234"/>
                </a:lnTo>
                <a:lnTo>
                  <a:pt x="1521" y="1235"/>
                </a:lnTo>
                <a:lnTo>
                  <a:pt x="1520" y="1235"/>
                </a:lnTo>
                <a:lnTo>
                  <a:pt x="1520" y="1236"/>
                </a:lnTo>
                <a:lnTo>
                  <a:pt x="1519" y="1235"/>
                </a:lnTo>
                <a:lnTo>
                  <a:pt x="1519" y="1236"/>
                </a:lnTo>
                <a:lnTo>
                  <a:pt x="1518" y="1236"/>
                </a:lnTo>
                <a:lnTo>
                  <a:pt x="1518" y="1237"/>
                </a:lnTo>
                <a:lnTo>
                  <a:pt x="1517" y="1237"/>
                </a:lnTo>
                <a:lnTo>
                  <a:pt x="1515" y="1238"/>
                </a:lnTo>
                <a:lnTo>
                  <a:pt x="1514" y="1238"/>
                </a:lnTo>
                <a:lnTo>
                  <a:pt x="1513" y="1239"/>
                </a:lnTo>
                <a:lnTo>
                  <a:pt x="1513" y="1240"/>
                </a:lnTo>
                <a:lnTo>
                  <a:pt x="1514" y="1241"/>
                </a:lnTo>
                <a:lnTo>
                  <a:pt x="1512" y="1243"/>
                </a:lnTo>
                <a:lnTo>
                  <a:pt x="1510" y="1243"/>
                </a:lnTo>
                <a:lnTo>
                  <a:pt x="1510" y="1244"/>
                </a:lnTo>
                <a:lnTo>
                  <a:pt x="1510" y="1245"/>
                </a:lnTo>
                <a:lnTo>
                  <a:pt x="1510" y="1247"/>
                </a:lnTo>
                <a:lnTo>
                  <a:pt x="1509" y="1249"/>
                </a:lnTo>
                <a:lnTo>
                  <a:pt x="1509" y="1250"/>
                </a:lnTo>
                <a:lnTo>
                  <a:pt x="1508" y="1250"/>
                </a:lnTo>
                <a:lnTo>
                  <a:pt x="1507" y="1251"/>
                </a:lnTo>
                <a:lnTo>
                  <a:pt x="1505" y="1251"/>
                </a:lnTo>
                <a:lnTo>
                  <a:pt x="1504" y="1252"/>
                </a:lnTo>
                <a:lnTo>
                  <a:pt x="1503" y="1252"/>
                </a:lnTo>
                <a:lnTo>
                  <a:pt x="1503" y="1254"/>
                </a:lnTo>
                <a:lnTo>
                  <a:pt x="1503" y="1255"/>
                </a:lnTo>
                <a:lnTo>
                  <a:pt x="1503" y="1256"/>
                </a:lnTo>
                <a:lnTo>
                  <a:pt x="1502" y="1256"/>
                </a:lnTo>
                <a:lnTo>
                  <a:pt x="1503" y="1257"/>
                </a:lnTo>
                <a:lnTo>
                  <a:pt x="1504" y="1258"/>
                </a:lnTo>
                <a:lnTo>
                  <a:pt x="1504" y="1259"/>
                </a:lnTo>
                <a:lnTo>
                  <a:pt x="1505" y="1260"/>
                </a:lnTo>
                <a:lnTo>
                  <a:pt x="1506" y="1261"/>
                </a:lnTo>
                <a:lnTo>
                  <a:pt x="1505" y="1262"/>
                </a:lnTo>
                <a:lnTo>
                  <a:pt x="1505" y="1263"/>
                </a:lnTo>
                <a:lnTo>
                  <a:pt x="1504" y="1263"/>
                </a:lnTo>
                <a:lnTo>
                  <a:pt x="1503" y="1264"/>
                </a:lnTo>
                <a:lnTo>
                  <a:pt x="1502" y="1264"/>
                </a:lnTo>
                <a:lnTo>
                  <a:pt x="1502" y="1263"/>
                </a:lnTo>
                <a:lnTo>
                  <a:pt x="1501" y="1263"/>
                </a:lnTo>
                <a:lnTo>
                  <a:pt x="1501" y="1262"/>
                </a:lnTo>
                <a:lnTo>
                  <a:pt x="1500" y="1262"/>
                </a:lnTo>
                <a:lnTo>
                  <a:pt x="1499" y="1262"/>
                </a:lnTo>
                <a:lnTo>
                  <a:pt x="1499" y="1261"/>
                </a:lnTo>
                <a:lnTo>
                  <a:pt x="1498" y="1261"/>
                </a:lnTo>
                <a:lnTo>
                  <a:pt x="1497" y="1261"/>
                </a:lnTo>
                <a:lnTo>
                  <a:pt x="1497" y="1260"/>
                </a:lnTo>
                <a:lnTo>
                  <a:pt x="1497" y="1259"/>
                </a:lnTo>
                <a:lnTo>
                  <a:pt x="1497" y="1258"/>
                </a:lnTo>
                <a:lnTo>
                  <a:pt x="1496" y="1258"/>
                </a:lnTo>
                <a:lnTo>
                  <a:pt x="1496" y="1257"/>
                </a:lnTo>
                <a:lnTo>
                  <a:pt x="1496" y="1256"/>
                </a:lnTo>
                <a:lnTo>
                  <a:pt x="1496" y="1255"/>
                </a:lnTo>
                <a:lnTo>
                  <a:pt x="1495" y="1255"/>
                </a:lnTo>
                <a:lnTo>
                  <a:pt x="1495" y="1254"/>
                </a:lnTo>
                <a:lnTo>
                  <a:pt x="1494" y="1253"/>
                </a:lnTo>
                <a:lnTo>
                  <a:pt x="1494" y="1252"/>
                </a:lnTo>
                <a:lnTo>
                  <a:pt x="1493" y="1252"/>
                </a:lnTo>
                <a:lnTo>
                  <a:pt x="1492" y="1251"/>
                </a:lnTo>
                <a:lnTo>
                  <a:pt x="1492" y="1250"/>
                </a:lnTo>
                <a:lnTo>
                  <a:pt x="1491" y="1250"/>
                </a:lnTo>
                <a:lnTo>
                  <a:pt x="1491" y="1249"/>
                </a:lnTo>
                <a:lnTo>
                  <a:pt x="1491" y="1248"/>
                </a:lnTo>
                <a:lnTo>
                  <a:pt x="1490" y="1248"/>
                </a:lnTo>
                <a:lnTo>
                  <a:pt x="1490" y="1247"/>
                </a:lnTo>
                <a:lnTo>
                  <a:pt x="1489" y="1247"/>
                </a:lnTo>
                <a:lnTo>
                  <a:pt x="1489" y="1246"/>
                </a:lnTo>
                <a:lnTo>
                  <a:pt x="1488" y="1246"/>
                </a:lnTo>
                <a:lnTo>
                  <a:pt x="1488" y="1245"/>
                </a:lnTo>
                <a:lnTo>
                  <a:pt x="1487" y="1245"/>
                </a:lnTo>
                <a:lnTo>
                  <a:pt x="1487" y="1244"/>
                </a:lnTo>
                <a:lnTo>
                  <a:pt x="1487" y="1243"/>
                </a:lnTo>
                <a:lnTo>
                  <a:pt x="1487" y="1242"/>
                </a:lnTo>
                <a:lnTo>
                  <a:pt x="1486" y="1242"/>
                </a:lnTo>
                <a:lnTo>
                  <a:pt x="1486" y="1241"/>
                </a:lnTo>
                <a:lnTo>
                  <a:pt x="1485" y="1241"/>
                </a:lnTo>
                <a:lnTo>
                  <a:pt x="1484" y="1241"/>
                </a:lnTo>
                <a:lnTo>
                  <a:pt x="1484" y="1242"/>
                </a:lnTo>
                <a:lnTo>
                  <a:pt x="1483" y="1242"/>
                </a:lnTo>
                <a:lnTo>
                  <a:pt x="1484" y="1243"/>
                </a:lnTo>
                <a:lnTo>
                  <a:pt x="1483" y="1243"/>
                </a:lnTo>
                <a:lnTo>
                  <a:pt x="1483" y="1244"/>
                </a:lnTo>
                <a:lnTo>
                  <a:pt x="1482" y="1244"/>
                </a:lnTo>
                <a:lnTo>
                  <a:pt x="1481" y="1244"/>
                </a:lnTo>
                <a:lnTo>
                  <a:pt x="1480" y="1244"/>
                </a:lnTo>
                <a:lnTo>
                  <a:pt x="1480" y="1243"/>
                </a:lnTo>
                <a:lnTo>
                  <a:pt x="1479" y="1243"/>
                </a:lnTo>
                <a:lnTo>
                  <a:pt x="1479" y="1242"/>
                </a:lnTo>
                <a:lnTo>
                  <a:pt x="1478" y="1241"/>
                </a:lnTo>
                <a:lnTo>
                  <a:pt x="1477" y="1240"/>
                </a:lnTo>
                <a:lnTo>
                  <a:pt x="1476" y="1239"/>
                </a:lnTo>
                <a:lnTo>
                  <a:pt x="1476" y="1238"/>
                </a:lnTo>
                <a:lnTo>
                  <a:pt x="1476" y="1239"/>
                </a:lnTo>
                <a:lnTo>
                  <a:pt x="1475" y="1239"/>
                </a:lnTo>
                <a:lnTo>
                  <a:pt x="1474" y="1239"/>
                </a:lnTo>
                <a:lnTo>
                  <a:pt x="1474" y="1238"/>
                </a:lnTo>
                <a:lnTo>
                  <a:pt x="1473" y="1238"/>
                </a:lnTo>
                <a:lnTo>
                  <a:pt x="1473" y="1237"/>
                </a:lnTo>
                <a:lnTo>
                  <a:pt x="1472" y="1237"/>
                </a:lnTo>
                <a:lnTo>
                  <a:pt x="1472" y="1236"/>
                </a:lnTo>
                <a:lnTo>
                  <a:pt x="1472" y="1235"/>
                </a:lnTo>
                <a:lnTo>
                  <a:pt x="1471" y="1235"/>
                </a:lnTo>
                <a:lnTo>
                  <a:pt x="1471" y="1234"/>
                </a:lnTo>
                <a:lnTo>
                  <a:pt x="1470" y="1233"/>
                </a:lnTo>
                <a:lnTo>
                  <a:pt x="1469" y="1233"/>
                </a:lnTo>
                <a:lnTo>
                  <a:pt x="1469" y="1232"/>
                </a:lnTo>
                <a:lnTo>
                  <a:pt x="1469" y="1231"/>
                </a:lnTo>
                <a:lnTo>
                  <a:pt x="1469" y="1230"/>
                </a:lnTo>
                <a:lnTo>
                  <a:pt x="1469" y="1228"/>
                </a:lnTo>
                <a:lnTo>
                  <a:pt x="1468" y="1227"/>
                </a:lnTo>
                <a:lnTo>
                  <a:pt x="1467" y="1226"/>
                </a:lnTo>
                <a:lnTo>
                  <a:pt x="1466" y="1226"/>
                </a:lnTo>
                <a:lnTo>
                  <a:pt x="1466" y="1225"/>
                </a:lnTo>
                <a:lnTo>
                  <a:pt x="1465" y="1225"/>
                </a:lnTo>
                <a:lnTo>
                  <a:pt x="1465" y="1224"/>
                </a:lnTo>
                <a:lnTo>
                  <a:pt x="1465" y="1223"/>
                </a:lnTo>
                <a:lnTo>
                  <a:pt x="1464" y="1223"/>
                </a:lnTo>
                <a:lnTo>
                  <a:pt x="1463" y="1223"/>
                </a:lnTo>
                <a:lnTo>
                  <a:pt x="1463" y="1224"/>
                </a:lnTo>
                <a:lnTo>
                  <a:pt x="1462" y="1224"/>
                </a:lnTo>
                <a:lnTo>
                  <a:pt x="1462" y="1225"/>
                </a:lnTo>
                <a:lnTo>
                  <a:pt x="1461" y="1225"/>
                </a:lnTo>
                <a:lnTo>
                  <a:pt x="1460" y="1226"/>
                </a:lnTo>
                <a:lnTo>
                  <a:pt x="1460" y="1227"/>
                </a:lnTo>
                <a:lnTo>
                  <a:pt x="1459" y="1227"/>
                </a:lnTo>
                <a:lnTo>
                  <a:pt x="1459" y="1228"/>
                </a:lnTo>
                <a:lnTo>
                  <a:pt x="1458" y="1229"/>
                </a:lnTo>
                <a:lnTo>
                  <a:pt x="1457" y="1229"/>
                </a:lnTo>
                <a:lnTo>
                  <a:pt x="1457" y="1230"/>
                </a:lnTo>
                <a:lnTo>
                  <a:pt x="1457" y="1231"/>
                </a:lnTo>
                <a:lnTo>
                  <a:pt x="1457" y="1232"/>
                </a:lnTo>
                <a:lnTo>
                  <a:pt x="1456" y="1232"/>
                </a:lnTo>
                <a:lnTo>
                  <a:pt x="1456" y="1233"/>
                </a:lnTo>
                <a:lnTo>
                  <a:pt x="1455" y="1233"/>
                </a:lnTo>
                <a:lnTo>
                  <a:pt x="1454" y="1233"/>
                </a:lnTo>
                <a:lnTo>
                  <a:pt x="1453" y="1233"/>
                </a:lnTo>
                <a:lnTo>
                  <a:pt x="1452" y="1233"/>
                </a:lnTo>
                <a:lnTo>
                  <a:pt x="1451" y="1233"/>
                </a:lnTo>
                <a:lnTo>
                  <a:pt x="1451" y="1234"/>
                </a:lnTo>
                <a:lnTo>
                  <a:pt x="1450" y="1234"/>
                </a:lnTo>
                <a:lnTo>
                  <a:pt x="1450" y="1235"/>
                </a:lnTo>
                <a:lnTo>
                  <a:pt x="1450" y="1236"/>
                </a:lnTo>
                <a:lnTo>
                  <a:pt x="1451" y="1236"/>
                </a:lnTo>
                <a:lnTo>
                  <a:pt x="1451" y="1237"/>
                </a:lnTo>
                <a:lnTo>
                  <a:pt x="1452" y="1237"/>
                </a:lnTo>
                <a:lnTo>
                  <a:pt x="1452" y="1238"/>
                </a:lnTo>
                <a:lnTo>
                  <a:pt x="1451" y="1238"/>
                </a:lnTo>
                <a:lnTo>
                  <a:pt x="1451" y="1239"/>
                </a:lnTo>
                <a:lnTo>
                  <a:pt x="1450" y="1239"/>
                </a:lnTo>
                <a:lnTo>
                  <a:pt x="1450" y="1240"/>
                </a:lnTo>
                <a:lnTo>
                  <a:pt x="1450" y="1241"/>
                </a:lnTo>
                <a:lnTo>
                  <a:pt x="1450" y="1242"/>
                </a:lnTo>
                <a:lnTo>
                  <a:pt x="1449" y="1242"/>
                </a:lnTo>
                <a:lnTo>
                  <a:pt x="1449" y="1243"/>
                </a:lnTo>
                <a:lnTo>
                  <a:pt x="1448" y="1243"/>
                </a:lnTo>
                <a:lnTo>
                  <a:pt x="1448" y="1244"/>
                </a:lnTo>
                <a:lnTo>
                  <a:pt x="1447" y="1244"/>
                </a:lnTo>
                <a:lnTo>
                  <a:pt x="1447" y="1245"/>
                </a:lnTo>
                <a:lnTo>
                  <a:pt x="1448" y="1245"/>
                </a:lnTo>
                <a:lnTo>
                  <a:pt x="1448" y="1246"/>
                </a:lnTo>
                <a:lnTo>
                  <a:pt x="1449" y="1246"/>
                </a:lnTo>
                <a:lnTo>
                  <a:pt x="1448" y="1246"/>
                </a:lnTo>
                <a:lnTo>
                  <a:pt x="1448" y="1247"/>
                </a:lnTo>
                <a:lnTo>
                  <a:pt x="1448" y="1248"/>
                </a:lnTo>
                <a:lnTo>
                  <a:pt x="1447" y="1248"/>
                </a:lnTo>
                <a:lnTo>
                  <a:pt x="1448" y="1248"/>
                </a:lnTo>
                <a:lnTo>
                  <a:pt x="1448" y="1249"/>
                </a:lnTo>
                <a:lnTo>
                  <a:pt x="1447" y="1249"/>
                </a:lnTo>
                <a:lnTo>
                  <a:pt x="1446" y="1249"/>
                </a:lnTo>
                <a:lnTo>
                  <a:pt x="1445" y="1249"/>
                </a:lnTo>
                <a:lnTo>
                  <a:pt x="1445" y="1248"/>
                </a:lnTo>
                <a:lnTo>
                  <a:pt x="1446" y="1248"/>
                </a:lnTo>
                <a:lnTo>
                  <a:pt x="1445" y="1248"/>
                </a:lnTo>
                <a:lnTo>
                  <a:pt x="1445" y="1247"/>
                </a:lnTo>
                <a:lnTo>
                  <a:pt x="1444" y="1247"/>
                </a:lnTo>
                <a:lnTo>
                  <a:pt x="1444" y="1248"/>
                </a:lnTo>
                <a:lnTo>
                  <a:pt x="1443" y="1248"/>
                </a:lnTo>
                <a:lnTo>
                  <a:pt x="1442" y="1248"/>
                </a:lnTo>
                <a:lnTo>
                  <a:pt x="1443" y="1248"/>
                </a:lnTo>
                <a:lnTo>
                  <a:pt x="1442" y="1248"/>
                </a:lnTo>
                <a:lnTo>
                  <a:pt x="1442" y="1247"/>
                </a:lnTo>
                <a:lnTo>
                  <a:pt x="1441" y="1247"/>
                </a:lnTo>
                <a:lnTo>
                  <a:pt x="1440" y="1247"/>
                </a:lnTo>
                <a:lnTo>
                  <a:pt x="1440" y="1246"/>
                </a:lnTo>
                <a:lnTo>
                  <a:pt x="1440" y="1245"/>
                </a:lnTo>
                <a:lnTo>
                  <a:pt x="1439" y="1245"/>
                </a:lnTo>
                <a:lnTo>
                  <a:pt x="1439" y="1246"/>
                </a:lnTo>
                <a:lnTo>
                  <a:pt x="1439" y="1245"/>
                </a:lnTo>
                <a:lnTo>
                  <a:pt x="1439" y="1246"/>
                </a:lnTo>
                <a:lnTo>
                  <a:pt x="1438" y="1246"/>
                </a:lnTo>
                <a:lnTo>
                  <a:pt x="1437" y="1246"/>
                </a:lnTo>
                <a:lnTo>
                  <a:pt x="1437" y="1245"/>
                </a:lnTo>
                <a:lnTo>
                  <a:pt x="1437" y="1244"/>
                </a:lnTo>
                <a:lnTo>
                  <a:pt x="1436" y="1244"/>
                </a:lnTo>
                <a:lnTo>
                  <a:pt x="1435" y="1244"/>
                </a:lnTo>
                <a:lnTo>
                  <a:pt x="1435" y="1245"/>
                </a:lnTo>
                <a:lnTo>
                  <a:pt x="1434" y="1245"/>
                </a:lnTo>
                <a:lnTo>
                  <a:pt x="1435" y="1245"/>
                </a:lnTo>
                <a:lnTo>
                  <a:pt x="1434" y="1245"/>
                </a:lnTo>
                <a:lnTo>
                  <a:pt x="1434" y="1246"/>
                </a:lnTo>
                <a:lnTo>
                  <a:pt x="1434" y="1247"/>
                </a:lnTo>
                <a:lnTo>
                  <a:pt x="1433" y="1247"/>
                </a:lnTo>
                <a:lnTo>
                  <a:pt x="1432" y="1247"/>
                </a:lnTo>
                <a:lnTo>
                  <a:pt x="1432" y="1248"/>
                </a:lnTo>
                <a:lnTo>
                  <a:pt x="1432" y="1249"/>
                </a:lnTo>
                <a:lnTo>
                  <a:pt x="1431" y="1249"/>
                </a:lnTo>
                <a:lnTo>
                  <a:pt x="1430" y="1249"/>
                </a:lnTo>
                <a:lnTo>
                  <a:pt x="1429" y="1249"/>
                </a:lnTo>
                <a:lnTo>
                  <a:pt x="1429" y="1250"/>
                </a:lnTo>
                <a:lnTo>
                  <a:pt x="1428" y="1250"/>
                </a:lnTo>
                <a:lnTo>
                  <a:pt x="1427" y="1250"/>
                </a:lnTo>
                <a:lnTo>
                  <a:pt x="1426" y="1250"/>
                </a:lnTo>
                <a:lnTo>
                  <a:pt x="1427" y="1251"/>
                </a:lnTo>
                <a:lnTo>
                  <a:pt x="1426" y="1251"/>
                </a:lnTo>
                <a:lnTo>
                  <a:pt x="1425" y="1252"/>
                </a:lnTo>
                <a:lnTo>
                  <a:pt x="1424" y="1252"/>
                </a:lnTo>
                <a:lnTo>
                  <a:pt x="1423" y="1252"/>
                </a:lnTo>
                <a:lnTo>
                  <a:pt x="1422" y="1252"/>
                </a:lnTo>
                <a:lnTo>
                  <a:pt x="1421" y="1252"/>
                </a:lnTo>
                <a:lnTo>
                  <a:pt x="1422" y="1251"/>
                </a:lnTo>
                <a:lnTo>
                  <a:pt x="1422" y="1250"/>
                </a:lnTo>
                <a:lnTo>
                  <a:pt x="1421" y="1250"/>
                </a:lnTo>
                <a:lnTo>
                  <a:pt x="1421" y="1249"/>
                </a:lnTo>
                <a:lnTo>
                  <a:pt x="1420" y="1249"/>
                </a:lnTo>
                <a:lnTo>
                  <a:pt x="1419" y="1249"/>
                </a:lnTo>
                <a:lnTo>
                  <a:pt x="1419" y="1248"/>
                </a:lnTo>
                <a:lnTo>
                  <a:pt x="1418" y="1248"/>
                </a:lnTo>
                <a:lnTo>
                  <a:pt x="1418" y="1249"/>
                </a:lnTo>
                <a:lnTo>
                  <a:pt x="1417" y="1249"/>
                </a:lnTo>
                <a:lnTo>
                  <a:pt x="1416" y="1249"/>
                </a:lnTo>
                <a:lnTo>
                  <a:pt x="1416" y="1250"/>
                </a:lnTo>
                <a:lnTo>
                  <a:pt x="1415" y="1250"/>
                </a:lnTo>
                <a:lnTo>
                  <a:pt x="1415" y="1251"/>
                </a:lnTo>
                <a:lnTo>
                  <a:pt x="1415" y="1250"/>
                </a:lnTo>
                <a:lnTo>
                  <a:pt x="1414" y="1250"/>
                </a:lnTo>
                <a:lnTo>
                  <a:pt x="1414" y="1251"/>
                </a:lnTo>
                <a:lnTo>
                  <a:pt x="1414" y="1252"/>
                </a:lnTo>
                <a:lnTo>
                  <a:pt x="1413" y="1252"/>
                </a:lnTo>
                <a:lnTo>
                  <a:pt x="1412" y="1252"/>
                </a:lnTo>
                <a:lnTo>
                  <a:pt x="1412" y="1253"/>
                </a:lnTo>
                <a:lnTo>
                  <a:pt x="1412" y="1254"/>
                </a:lnTo>
                <a:lnTo>
                  <a:pt x="1411" y="1254"/>
                </a:lnTo>
                <a:lnTo>
                  <a:pt x="1411" y="1255"/>
                </a:lnTo>
                <a:lnTo>
                  <a:pt x="1410" y="1255"/>
                </a:lnTo>
                <a:lnTo>
                  <a:pt x="1409" y="1255"/>
                </a:lnTo>
                <a:lnTo>
                  <a:pt x="1409" y="1256"/>
                </a:lnTo>
                <a:lnTo>
                  <a:pt x="1408" y="1256"/>
                </a:lnTo>
                <a:lnTo>
                  <a:pt x="1408" y="1257"/>
                </a:lnTo>
                <a:lnTo>
                  <a:pt x="1408" y="1258"/>
                </a:lnTo>
                <a:lnTo>
                  <a:pt x="1407" y="1258"/>
                </a:lnTo>
                <a:lnTo>
                  <a:pt x="1406" y="1258"/>
                </a:lnTo>
                <a:lnTo>
                  <a:pt x="1405" y="1258"/>
                </a:lnTo>
                <a:lnTo>
                  <a:pt x="1404" y="1258"/>
                </a:lnTo>
                <a:lnTo>
                  <a:pt x="1403" y="1258"/>
                </a:lnTo>
                <a:lnTo>
                  <a:pt x="1403" y="1259"/>
                </a:lnTo>
                <a:lnTo>
                  <a:pt x="1402" y="1259"/>
                </a:lnTo>
                <a:lnTo>
                  <a:pt x="1402" y="1260"/>
                </a:lnTo>
                <a:lnTo>
                  <a:pt x="1403" y="1260"/>
                </a:lnTo>
                <a:lnTo>
                  <a:pt x="1402" y="1260"/>
                </a:lnTo>
                <a:lnTo>
                  <a:pt x="1402" y="1261"/>
                </a:lnTo>
                <a:lnTo>
                  <a:pt x="1401" y="1261"/>
                </a:lnTo>
                <a:lnTo>
                  <a:pt x="1400" y="1261"/>
                </a:lnTo>
                <a:lnTo>
                  <a:pt x="1400" y="1262"/>
                </a:lnTo>
                <a:lnTo>
                  <a:pt x="1400" y="1261"/>
                </a:lnTo>
                <a:lnTo>
                  <a:pt x="1399" y="1261"/>
                </a:lnTo>
                <a:lnTo>
                  <a:pt x="1398" y="1261"/>
                </a:lnTo>
                <a:lnTo>
                  <a:pt x="1397" y="1261"/>
                </a:lnTo>
                <a:lnTo>
                  <a:pt x="1397" y="1262"/>
                </a:lnTo>
                <a:lnTo>
                  <a:pt x="1396" y="1262"/>
                </a:lnTo>
                <a:lnTo>
                  <a:pt x="1395" y="1262"/>
                </a:lnTo>
                <a:lnTo>
                  <a:pt x="1395" y="1263"/>
                </a:lnTo>
                <a:lnTo>
                  <a:pt x="1395" y="1264"/>
                </a:lnTo>
                <a:lnTo>
                  <a:pt x="1395" y="1265"/>
                </a:lnTo>
                <a:lnTo>
                  <a:pt x="1394" y="1265"/>
                </a:lnTo>
                <a:lnTo>
                  <a:pt x="1394" y="1266"/>
                </a:lnTo>
                <a:lnTo>
                  <a:pt x="1394" y="1267"/>
                </a:lnTo>
                <a:lnTo>
                  <a:pt x="1393" y="1267"/>
                </a:lnTo>
                <a:lnTo>
                  <a:pt x="1393" y="1268"/>
                </a:lnTo>
                <a:lnTo>
                  <a:pt x="1393" y="1269"/>
                </a:lnTo>
                <a:lnTo>
                  <a:pt x="1394" y="1269"/>
                </a:lnTo>
                <a:lnTo>
                  <a:pt x="1393" y="1269"/>
                </a:lnTo>
                <a:lnTo>
                  <a:pt x="1393" y="1270"/>
                </a:lnTo>
                <a:lnTo>
                  <a:pt x="1393" y="1271"/>
                </a:lnTo>
                <a:lnTo>
                  <a:pt x="1393" y="1272"/>
                </a:lnTo>
                <a:lnTo>
                  <a:pt x="1392" y="1272"/>
                </a:lnTo>
                <a:lnTo>
                  <a:pt x="1392" y="1271"/>
                </a:lnTo>
                <a:lnTo>
                  <a:pt x="1391" y="1271"/>
                </a:lnTo>
                <a:lnTo>
                  <a:pt x="1390" y="1271"/>
                </a:lnTo>
                <a:lnTo>
                  <a:pt x="1390" y="1270"/>
                </a:lnTo>
                <a:lnTo>
                  <a:pt x="1389" y="1270"/>
                </a:lnTo>
                <a:lnTo>
                  <a:pt x="1389" y="1271"/>
                </a:lnTo>
                <a:lnTo>
                  <a:pt x="1389" y="1270"/>
                </a:lnTo>
                <a:lnTo>
                  <a:pt x="1388" y="1270"/>
                </a:lnTo>
                <a:lnTo>
                  <a:pt x="1389" y="1269"/>
                </a:lnTo>
                <a:lnTo>
                  <a:pt x="1388" y="1269"/>
                </a:lnTo>
                <a:lnTo>
                  <a:pt x="1388" y="1268"/>
                </a:lnTo>
                <a:lnTo>
                  <a:pt x="1387" y="1268"/>
                </a:lnTo>
                <a:lnTo>
                  <a:pt x="1387" y="1267"/>
                </a:lnTo>
                <a:lnTo>
                  <a:pt x="1387" y="1266"/>
                </a:lnTo>
                <a:lnTo>
                  <a:pt x="1386" y="1266"/>
                </a:lnTo>
                <a:lnTo>
                  <a:pt x="1385" y="1266"/>
                </a:lnTo>
                <a:lnTo>
                  <a:pt x="1384" y="1266"/>
                </a:lnTo>
                <a:lnTo>
                  <a:pt x="1383" y="1266"/>
                </a:lnTo>
                <a:lnTo>
                  <a:pt x="1382" y="1267"/>
                </a:lnTo>
                <a:lnTo>
                  <a:pt x="1381" y="1267"/>
                </a:lnTo>
                <a:lnTo>
                  <a:pt x="1381" y="1268"/>
                </a:lnTo>
                <a:lnTo>
                  <a:pt x="1380" y="1268"/>
                </a:lnTo>
                <a:lnTo>
                  <a:pt x="1380" y="1269"/>
                </a:lnTo>
                <a:lnTo>
                  <a:pt x="1380" y="1270"/>
                </a:lnTo>
                <a:lnTo>
                  <a:pt x="1381" y="1270"/>
                </a:lnTo>
                <a:lnTo>
                  <a:pt x="1381" y="1271"/>
                </a:lnTo>
                <a:lnTo>
                  <a:pt x="1380" y="1271"/>
                </a:lnTo>
                <a:lnTo>
                  <a:pt x="1380" y="1272"/>
                </a:lnTo>
                <a:lnTo>
                  <a:pt x="1380" y="1273"/>
                </a:lnTo>
                <a:lnTo>
                  <a:pt x="1380" y="1274"/>
                </a:lnTo>
                <a:lnTo>
                  <a:pt x="1380" y="1275"/>
                </a:lnTo>
                <a:lnTo>
                  <a:pt x="1379" y="1275"/>
                </a:lnTo>
                <a:lnTo>
                  <a:pt x="1379" y="1276"/>
                </a:lnTo>
                <a:lnTo>
                  <a:pt x="1380" y="1276"/>
                </a:lnTo>
                <a:lnTo>
                  <a:pt x="1379" y="1276"/>
                </a:lnTo>
                <a:lnTo>
                  <a:pt x="1379" y="1277"/>
                </a:lnTo>
                <a:lnTo>
                  <a:pt x="1378" y="1277"/>
                </a:lnTo>
                <a:lnTo>
                  <a:pt x="1377" y="1277"/>
                </a:lnTo>
                <a:lnTo>
                  <a:pt x="1376" y="1277"/>
                </a:lnTo>
                <a:lnTo>
                  <a:pt x="1376" y="1276"/>
                </a:lnTo>
                <a:lnTo>
                  <a:pt x="1376" y="1277"/>
                </a:lnTo>
                <a:lnTo>
                  <a:pt x="1375" y="1277"/>
                </a:lnTo>
                <a:lnTo>
                  <a:pt x="1375" y="1278"/>
                </a:lnTo>
                <a:lnTo>
                  <a:pt x="1374" y="1278"/>
                </a:lnTo>
                <a:lnTo>
                  <a:pt x="1373" y="1278"/>
                </a:lnTo>
                <a:lnTo>
                  <a:pt x="1372" y="1278"/>
                </a:lnTo>
                <a:lnTo>
                  <a:pt x="1372" y="1280"/>
                </a:lnTo>
                <a:lnTo>
                  <a:pt x="1372" y="1279"/>
                </a:lnTo>
                <a:lnTo>
                  <a:pt x="1371" y="1279"/>
                </a:lnTo>
                <a:lnTo>
                  <a:pt x="1370" y="1280"/>
                </a:lnTo>
                <a:lnTo>
                  <a:pt x="1369" y="1280"/>
                </a:lnTo>
                <a:lnTo>
                  <a:pt x="1369" y="1279"/>
                </a:lnTo>
                <a:lnTo>
                  <a:pt x="1369" y="1278"/>
                </a:lnTo>
                <a:lnTo>
                  <a:pt x="1368" y="1278"/>
                </a:lnTo>
                <a:lnTo>
                  <a:pt x="1367" y="1278"/>
                </a:lnTo>
                <a:lnTo>
                  <a:pt x="1367" y="1279"/>
                </a:lnTo>
                <a:lnTo>
                  <a:pt x="1366" y="1279"/>
                </a:lnTo>
                <a:lnTo>
                  <a:pt x="1366" y="1278"/>
                </a:lnTo>
                <a:lnTo>
                  <a:pt x="1366" y="1279"/>
                </a:lnTo>
                <a:lnTo>
                  <a:pt x="1365" y="1279"/>
                </a:lnTo>
                <a:lnTo>
                  <a:pt x="1365" y="1280"/>
                </a:lnTo>
                <a:lnTo>
                  <a:pt x="1365" y="1281"/>
                </a:lnTo>
                <a:lnTo>
                  <a:pt x="1365" y="1282"/>
                </a:lnTo>
                <a:lnTo>
                  <a:pt x="1366" y="1282"/>
                </a:lnTo>
                <a:lnTo>
                  <a:pt x="1366" y="1283"/>
                </a:lnTo>
                <a:lnTo>
                  <a:pt x="1366" y="1284"/>
                </a:lnTo>
                <a:lnTo>
                  <a:pt x="1366" y="1285"/>
                </a:lnTo>
                <a:lnTo>
                  <a:pt x="1367" y="1286"/>
                </a:lnTo>
                <a:lnTo>
                  <a:pt x="1368" y="1286"/>
                </a:lnTo>
                <a:lnTo>
                  <a:pt x="1368" y="1287"/>
                </a:lnTo>
                <a:lnTo>
                  <a:pt x="1367" y="1287"/>
                </a:lnTo>
                <a:lnTo>
                  <a:pt x="1367" y="1288"/>
                </a:lnTo>
                <a:lnTo>
                  <a:pt x="1368" y="1288"/>
                </a:lnTo>
                <a:lnTo>
                  <a:pt x="1368" y="1289"/>
                </a:lnTo>
                <a:lnTo>
                  <a:pt x="1368" y="1290"/>
                </a:lnTo>
                <a:lnTo>
                  <a:pt x="1367" y="1290"/>
                </a:lnTo>
                <a:lnTo>
                  <a:pt x="1368" y="1290"/>
                </a:lnTo>
                <a:lnTo>
                  <a:pt x="1367" y="1290"/>
                </a:lnTo>
                <a:lnTo>
                  <a:pt x="1367" y="1291"/>
                </a:lnTo>
                <a:lnTo>
                  <a:pt x="1368" y="1291"/>
                </a:lnTo>
                <a:lnTo>
                  <a:pt x="1369" y="1291"/>
                </a:lnTo>
                <a:lnTo>
                  <a:pt x="1369" y="1292"/>
                </a:lnTo>
                <a:lnTo>
                  <a:pt x="1369" y="1293"/>
                </a:lnTo>
                <a:lnTo>
                  <a:pt x="1369" y="1294"/>
                </a:lnTo>
                <a:lnTo>
                  <a:pt x="1369" y="1295"/>
                </a:lnTo>
                <a:lnTo>
                  <a:pt x="1369" y="1296"/>
                </a:lnTo>
                <a:lnTo>
                  <a:pt x="1370" y="1296"/>
                </a:lnTo>
                <a:lnTo>
                  <a:pt x="1370" y="1297"/>
                </a:lnTo>
                <a:lnTo>
                  <a:pt x="1370" y="1298"/>
                </a:lnTo>
                <a:lnTo>
                  <a:pt x="1370" y="1299"/>
                </a:lnTo>
                <a:lnTo>
                  <a:pt x="1371" y="1299"/>
                </a:lnTo>
                <a:lnTo>
                  <a:pt x="1370" y="1299"/>
                </a:lnTo>
                <a:lnTo>
                  <a:pt x="1370" y="1301"/>
                </a:lnTo>
                <a:lnTo>
                  <a:pt x="1371" y="1301"/>
                </a:lnTo>
                <a:lnTo>
                  <a:pt x="1371" y="1302"/>
                </a:lnTo>
                <a:lnTo>
                  <a:pt x="1370" y="1302"/>
                </a:lnTo>
                <a:lnTo>
                  <a:pt x="1370" y="1303"/>
                </a:lnTo>
                <a:lnTo>
                  <a:pt x="1371" y="1303"/>
                </a:lnTo>
                <a:lnTo>
                  <a:pt x="1371" y="1302"/>
                </a:lnTo>
                <a:lnTo>
                  <a:pt x="1371" y="1303"/>
                </a:lnTo>
                <a:lnTo>
                  <a:pt x="1372" y="1303"/>
                </a:lnTo>
                <a:lnTo>
                  <a:pt x="1372" y="1304"/>
                </a:lnTo>
                <a:lnTo>
                  <a:pt x="1372" y="1305"/>
                </a:lnTo>
                <a:lnTo>
                  <a:pt x="1373" y="1305"/>
                </a:lnTo>
                <a:lnTo>
                  <a:pt x="1374" y="1306"/>
                </a:lnTo>
                <a:lnTo>
                  <a:pt x="1374" y="1307"/>
                </a:lnTo>
                <a:lnTo>
                  <a:pt x="1374" y="1306"/>
                </a:lnTo>
                <a:lnTo>
                  <a:pt x="1375" y="1307"/>
                </a:lnTo>
                <a:lnTo>
                  <a:pt x="1375" y="1306"/>
                </a:lnTo>
                <a:lnTo>
                  <a:pt x="1376" y="1306"/>
                </a:lnTo>
                <a:lnTo>
                  <a:pt x="1376" y="1307"/>
                </a:lnTo>
                <a:lnTo>
                  <a:pt x="1376" y="1306"/>
                </a:lnTo>
                <a:lnTo>
                  <a:pt x="1376" y="1307"/>
                </a:lnTo>
                <a:lnTo>
                  <a:pt x="1376" y="1306"/>
                </a:lnTo>
                <a:lnTo>
                  <a:pt x="1376" y="1307"/>
                </a:lnTo>
                <a:lnTo>
                  <a:pt x="1377" y="1307"/>
                </a:lnTo>
                <a:lnTo>
                  <a:pt x="1377" y="1308"/>
                </a:lnTo>
                <a:lnTo>
                  <a:pt x="1376" y="1308"/>
                </a:lnTo>
                <a:lnTo>
                  <a:pt x="1377" y="1308"/>
                </a:lnTo>
                <a:lnTo>
                  <a:pt x="1376" y="1308"/>
                </a:lnTo>
                <a:lnTo>
                  <a:pt x="1376" y="1309"/>
                </a:lnTo>
                <a:lnTo>
                  <a:pt x="1377" y="1309"/>
                </a:lnTo>
                <a:lnTo>
                  <a:pt x="1377" y="1310"/>
                </a:lnTo>
                <a:lnTo>
                  <a:pt x="1377" y="1311"/>
                </a:lnTo>
                <a:lnTo>
                  <a:pt x="1377" y="1312"/>
                </a:lnTo>
                <a:lnTo>
                  <a:pt x="1377" y="1313"/>
                </a:lnTo>
                <a:lnTo>
                  <a:pt x="1377" y="1314"/>
                </a:lnTo>
                <a:lnTo>
                  <a:pt x="1376" y="1314"/>
                </a:lnTo>
                <a:lnTo>
                  <a:pt x="1375" y="1314"/>
                </a:lnTo>
                <a:lnTo>
                  <a:pt x="1374" y="1315"/>
                </a:lnTo>
                <a:lnTo>
                  <a:pt x="1373" y="1316"/>
                </a:lnTo>
                <a:lnTo>
                  <a:pt x="1373" y="1317"/>
                </a:lnTo>
                <a:lnTo>
                  <a:pt x="1372" y="1317"/>
                </a:lnTo>
                <a:lnTo>
                  <a:pt x="1372" y="1318"/>
                </a:lnTo>
                <a:lnTo>
                  <a:pt x="1371" y="1318"/>
                </a:lnTo>
                <a:lnTo>
                  <a:pt x="1371" y="1317"/>
                </a:lnTo>
                <a:lnTo>
                  <a:pt x="1370" y="1317"/>
                </a:lnTo>
                <a:lnTo>
                  <a:pt x="1370" y="1318"/>
                </a:lnTo>
                <a:lnTo>
                  <a:pt x="1369" y="1318"/>
                </a:lnTo>
                <a:lnTo>
                  <a:pt x="1368" y="1318"/>
                </a:lnTo>
                <a:lnTo>
                  <a:pt x="1367" y="1318"/>
                </a:lnTo>
                <a:lnTo>
                  <a:pt x="1367" y="1319"/>
                </a:lnTo>
                <a:lnTo>
                  <a:pt x="1366" y="1319"/>
                </a:lnTo>
                <a:lnTo>
                  <a:pt x="1365" y="1319"/>
                </a:lnTo>
                <a:lnTo>
                  <a:pt x="1365" y="1320"/>
                </a:lnTo>
                <a:lnTo>
                  <a:pt x="1364" y="1320"/>
                </a:lnTo>
                <a:lnTo>
                  <a:pt x="1364" y="1321"/>
                </a:lnTo>
                <a:lnTo>
                  <a:pt x="1363" y="1321"/>
                </a:lnTo>
                <a:lnTo>
                  <a:pt x="1363" y="1322"/>
                </a:lnTo>
                <a:lnTo>
                  <a:pt x="1362" y="1322"/>
                </a:lnTo>
                <a:lnTo>
                  <a:pt x="1362" y="1321"/>
                </a:lnTo>
                <a:lnTo>
                  <a:pt x="1361" y="1321"/>
                </a:lnTo>
                <a:lnTo>
                  <a:pt x="1360" y="1322"/>
                </a:lnTo>
                <a:lnTo>
                  <a:pt x="1360" y="1323"/>
                </a:lnTo>
                <a:lnTo>
                  <a:pt x="1359" y="1323"/>
                </a:lnTo>
                <a:lnTo>
                  <a:pt x="1359" y="1324"/>
                </a:lnTo>
                <a:lnTo>
                  <a:pt x="1359" y="1325"/>
                </a:lnTo>
                <a:lnTo>
                  <a:pt x="1358" y="1325"/>
                </a:lnTo>
                <a:lnTo>
                  <a:pt x="1358" y="1326"/>
                </a:lnTo>
                <a:lnTo>
                  <a:pt x="1358" y="1327"/>
                </a:lnTo>
                <a:lnTo>
                  <a:pt x="1358" y="1328"/>
                </a:lnTo>
                <a:lnTo>
                  <a:pt x="1358" y="1329"/>
                </a:lnTo>
                <a:lnTo>
                  <a:pt x="1357" y="1329"/>
                </a:lnTo>
                <a:lnTo>
                  <a:pt x="1357" y="1330"/>
                </a:lnTo>
                <a:lnTo>
                  <a:pt x="1356" y="1330"/>
                </a:lnTo>
                <a:lnTo>
                  <a:pt x="1356" y="1331"/>
                </a:lnTo>
                <a:lnTo>
                  <a:pt x="1355" y="1331"/>
                </a:lnTo>
                <a:lnTo>
                  <a:pt x="1354" y="1331"/>
                </a:lnTo>
                <a:lnTo>
                  <a:pt x="1353" y="1331"/>
                </a:lnTo>
                <a:lnTo>
                  <a:pt x="1352" y="1331"/>
                </a:lnTo>
                <a:lnTo>
                  <a:pt x="1352" y="1332"/>
                </a:lnTo>
                <a:lnTo>
                  <a:pt x="1351" y="1332"/>
                </a:lnTo>
                <a:lnTo>
                  <a:pt x="1350" y="1332"/>
                </a:lnTo>
                <a:lnTo>
                  <a:pt x="1350" y="1333"/>
                </a:lnTo>
                <a:lnTo>
                  <a:pt x="1351" y="1333"/>
                </a:lnTo>
                <a:lnTo>
                  <a:pt x="1352" y="1334"/>
                </a:lnTo>
                <a:lnTo>
                  <a:pt x="1352" y="1335"/>
                </a:lnTo>
                <a:lnTo>
                  <a:pt x="1352" y="1336"/>
                </a:lnTo>
                <a:lnTo>
                  <a:pt x="1353" y="1336"/>
                </a:lnTo>
                <a:lnTo>
                  <a:pt x="1353" y="1337"/>
                </a:lnTo>
                <a:lnTo>
                  <a:pt x="1352" y="1337"/>
                </a:lnTo>
                <a:lnTo>
                  <a:pt x="1352" y="1338"/>
                </a:lnTo>
                <a:lnTo>
                  <a:pt x="1351" y="1338"/>
                </a:lnTo>
                <a:lnTo>
                  <a:pt x="1350" y="1338"/>
                </a:lnTo>
                <a:lnTo>
                  <a:pt x="1349" y="1338"/>
                </a:lnTo>
                <a:lnTo>
                  <a:pt x="1348" y="1338"/>
                </a:lnTo>
                <a:lnTo>
                  <a:pt x="1347" y="1338"/>
                </a:lnTo>
                <a:lnTo>
                  <a:pt x="1347" y="1337"/>
                </a:lnTo>
                <a:lnTo>
                  <a:pt x="1346" y="1337"/>
                </a:lnTo>
                <a:lnTo>
                  <a:pt x="1345" y="1337"/>
                </a:lnTo>
                <a:lnTo>
                  <a:pt x="1345" y="1338"/>
                </a:lnTo>
                <a:lnTo>
                  <a:pt x="1344" y="1338"/>
                </a:lnTo>
                <a:lnTo>
                  <a:pt x="1343" y="1338"/>
                </a:lnTo>
                <a:lnTo>
                  <a:pt x="1342" y="1339"/>
                </a:lnTo>
                <a:lnTo>
                  <a:pt x="1342" y="1338"/>
                </a:lnTo>
                <a:lnTo>
                  <a:pt x="1341" y="1338"/>
                </a:lnTo>
                <a:lnTo>
                  <a:pt x="1341" y="1339"/>
                </a:lnTo>
                <a:lnTo>
                  <a:pt x="1340" y="1339"/>
                </a:lnTo>
                <a:lnTo>
                  <a:pt x="1340" y="1338"/>
                </a:lnTo>
                <a:lnTo>
                  <a:pt x="1339" y="1338"/>
                </a:lnTo>
                <a:lnTo>
                  <a:pt x="1339" y="1337"/>
                </a:lnTo>
                <a:lnTo>
                  <a:pt x="1338" y="1337"/>
                </a:lnTo>
                <a:lnTo>
                  <a:pt x="1338" y="1336"/>
                </a:lnTo>
                <a:lnTo>
                  <a:pt x="1337" y="1336"/>
                </a:lnTo>
                <a:lnTo>
                  <a:pt x="1337" y="1335"/>
                </a:lnTo>
                <a:lnTo>
                  <a:pt x="1336" y="1335"/>
                </a:lnTo>
                <a:lnTo>
                  <a:pt x="1335" y="1335"/>
                </a:lnTo>
                <a:lnTo>
                  <a:pt x="1334" y="1335"/>
                </a:lnTo>
                <a:lnTo>
                  <a:pt x="1334" y="1336"/>
                </a:lnTo>
                <a:lnTo>
                  <a:pt x="1333" y="1336"/>
                </a:lnTo>
                <a:lnTo>
                  <a:pt x="1333" y="1335"/>
                </a:lnTo>
                <a:lnTo>
                  <a:pt x="1332" y="1335"/>
                </a:lnTo>
                <a:lnTo>
                  <a:pt x="1332" y="1334"/>
                </a:lnTo>
                <a:lnTo>
                  <a:pt x="1332" y="1333"/>
                </a:lnTo>
                <a:lnTo>
                  <a:pt x="1331" y="1333"/>
                </a:lnTo>
                <a:lnTo>
                  <a:pt x="1331" y="1334"/>
                </a:lnTo>
                <a:lnTo>
                  <a:pt x="1330" y="1334"/>
                </a:lnTo>
                <a:lnTo>
                  <a:pt x="1330" y="1335"/>
                </a:lnTo>
                <a:lnTo>
                  <a:pt x="1330" y="1336"/>
                </a:lnTo>
                <a:lnTo>
                  <a:pt x="1331" y="1336"/>
                </a:lnTo>
                <a:lnTo>
                  <a:pt x="1331" y="1337"/>
                </a:lnTo>
                <a:lnTo>
                  <a:pt x="1331" y="1338"/>
                </a:lnTo>
                <a:lnTo>
                  <a:pt x="1330" y="1338"/>
                </a:lnTo>
                <a:lnTo>
                  <a:pt x="1330" y="1337"/>
                </a:lnTo>
                <a:lnTo>
                  <a:pt x="1330" y="1338"/>
                </a:lnTo>
                <a:lnTo>
                  <a:pt x="1330" y="1339"/>
                </a:lnTo>
                <a:lnTo>
                  <a:pt x="1329" y="1339"/>
                </a:lnTo>
                <a:lnTo>
                  <a:pt x="1329" y="1338"/>
                </a:lnTo>
                <a:lnTo>
                  <a:pt x="1329" y="1339"/>
                </a:lnTo>
                <a:lnTo>
                  <a:pt x="1328" y="1339"/>
                </a:lnTo>
                <a:lnTo>
                  <a:pt x="1327" y="1339"/>
                </a:lnTo>
                <a:lnTo>
                  <a:pt x="1326" y="1339"/>
                </a:lnTo>
                <a:lnTo>
                  <a:pt x="1326" y="1338"/>
                </a:lnTo>
                <a:lnTo>
                  <a:pt x="1327" y="1338"/>
                </a:lnTo>
                <a:lnTo>
                  <a:pt x="1327" y="1337"/>
                </a:lnTo>
                <a:lnTo>
                  <a:pt x="1328" y="1337"/>
                </a:lnTo>
                <a:lnTo>
                  <a:pt x="1328" y="1336"/>
                </a:lnTo>
                <a:lnTo>
                  <a:pt x="1327" y="1336"/>
                </a:lnTo>
                <a:lnTo>
                  <a:pt x="1327" y="1335"/>
                </a:lnTo>
                <a:lnTo>
                  <a:pt x="1327" y="1334"/>
                </a:lnTo>
                <a:lnTo>
                  <a:pt x="1326" y="1334"/>
                </a:lnTo>
                <a:lnTo>
                  <a:pt x="1327" y="1334"/>
                </a:lnTo>
                <a:lnTo>
                  <a:pt x="1326" y="1334"/>
                </a:lnTo>
                <a:lnTo>
                  <a:pt x="1327" y="1334"/>
                </a:lnTo>
                <a:lnTo>
                  <a:pt x="1327" y="1333"/>
                </a:lnTo>
                <a:lnTo>
                  <a:pt x="1326" y="1333"/>
                </a:lnTo>
                <a:lnTo>
                  <a:pt x="1325" y="1333"/>
                </a:lnTo>
                <a:lnTo>
                  <a:pt x="1325" y="1332"/>
                </a:lnTo>
                <a:lnTo>
                  <a:pt x="1324" y="1332"/>
                </a:lnTo>
                <a:lnTo>
                  <a:pt x="1323" y="1332"/>
                </a:lnTo>
                <a:lnTo>
                  <a:pt x="1322" y="1332"/>
                </a:lnTo>
                <a:lnTo>
                  <a:pt x="1322" y="1333"/>
                </a:lnTo>
                <a:lnTo>
                  <a:pt x="1321" y="1333"/>
                </a:lnTo>
                <a:lnTo>
                  <a:pt x="1321" y="1334"/>
                </a:lnTo>
                <a:lnTo>
                  <a:pt x="1320" y="1333"/>
                </a:lnTo>
                <a:lnTo>
                  <a:pt x="1320" y="1334"/>
                </a:lnTo>
                <a:lnTo>
                  <a:pt x="1319" y="1334"/>
                </a:lnTo>
                <a:lnTo>
                  <a:pt x="1318" y="1334"/>
                </a:lnTo>
                <a:lnTo>
                  <a:pt x="1317" y="1334"/>
                </a:lnTo>
                <a:lnTo>
                  <a:pt x="1316" y="1335"/>
                </a:lnTo>
                <a:lnTo>
                  <a:pt x="1317" y="1335"/>
                </a:lnTo>
                <a:lnTo>
                  <a:pt x="1318" y="1335"/>
                </a:lnTo>
                <a:lnTo>
                  <a:pt x="1318" y="1336"/>
                </a:lnTo>
                <a:lnTo>
                  <a:pt x="1317" y="1336"/>
                </a:lnTo>
                <a:lnTo>
                  <a:pt x="1316" y="1336"/>
                </a:lnTo>
                <a:lnTo>
                  <a:pt x="1316" y="1337"/>
                </a:lnTo>
                <a:lnTo>
                  <a:pt x="1315" y="1337"/>
                </a:lnTo>
                <a:lnTo>
                  <a:pt x="1314" y="1337"/>
                </a:lnTo>
                <a:lnTo>
                  <a:pt x="1314" y="1338"/>
                </a:lnTo>
                <a:lnTo>
                  <a:pt x="1313" y="1338"/>
                </a:lnTo>
                <a:lnTo>
                  <a:pt x="1313" y="1339"/>
                </a:lnTo>
                <a:lnTo>
                  <a:pt x="1313" y="1340"/>
                </a:lnTo>
                <a:lnTo>
                  <a:pt x="1312" y="1340"/>
                </a:lnTo>
                <a:lnTo>
                  <a:pt x="1312" y="1341"/>
                </a:lnTo>
                <a:lnTo>
                  <a:pt x="1312" y="1342"/>
                </a:lnTo>
                <a:lnTo>
                  <a:pt x="1311" y="1342"/>
                </a:lnTo>
                <a:lnTo>
                  <a:pt x="1312" y="1342"/>
                </a:lnTo>
                <a:lnTo>
                  <a:pt x="1311" y="1342"/>
                </a:lnTo>
                <a:lnTo>
                  <a:pt x="1311" y="1343"/>
                </a:lnTo>
                <a:lnTo>
                  <a:pt x="1311" y="1344"/>
                </a:lnTo>
                <a:lnTo>
                  <a:pt x="1310" y="1344"/>
                </a:lnTo>
                <a:lnTo>
                  <a:pt x="1310" y="1345"/>
                </a:lnTo>
                <a:lnTo>
                  <a:pt x="1309" y="1345"/>
                </a:lnTo>
                <a:lnTo>
                  <a:pt x="1308" y="1345"/>
                </a:lnTo>
                <a:lnTo>
                  <a:pt x="1307" y="1345"/>
                </a:lnTo>
                <a:lnTo>
                  <a:pt x="1307" y="1346"/>
                </a:lnTo>
                <a:lnTo>
                  <a:pt x="1308" y="1346"/>
                </a:lnTo>
                <a:lnTo>
                  <a:pt x="1307" y="1346"/>
                </a:lnTo>
                <a:lnTo>
                  <a:pt x="1307" y="1347"/>
                </a:lnTo>
                <a:lnTo>
                  <a:pt x="1306" y="1347"/>
                </a:lnTo>
                <a:lnTo>
                  <a:pt x="1306" y="1348"/>
                </a:lnTo>
                <a:lnTo>
                  <a:pt x="1305" y="1348"/>
                </a:lnTo>
                <a:lnTo>
                  <a:pt x="1304" y="1348"/>
                </a:lnTo>
                <a:lnTo>
                  <a:pt x="1304" y="1349"/>
                </a:lnTo>
                <a:lnTo>
                  <a:pt x="1304" y="1350"/>
                </a:lnTo>
                <a:lnTo>
                  <a:pt x="1303" y="1350"/>
                </a:lnTo>
                <a:lnTo>
                  <a:pt x="1302" y="1350"/>
                </a:lnTo>
                <a:lnTo>
                  <a:pt x="1302" y="1351"/>
                </a:lnTo>
                <a:lnTo>
                  <a:pt x="1301" y="1351"/>
                </a:lnTo>
                <a:lnTo>
                  <a:pt x="1301" y="1352"/>
                </a:lnTo>
                <a:lnTo>
                  <a:pt x="1300" y="1352"/>
                </a:lnTo>
                <a:lnTo>
                  <a:pt x="1299" y="1352"/>
                </a:lnTo>
                <a:lnTo>
                  <a:pt x="1299" y="1353"/>
                </a:lnTo>
                <a:lnTo>
                  <a:pt x="1298" y="1353"/>
                </a:lnTo>
                <a:lnTo>
                  <a:pt x="1297" y="1353"/>
                </a:lnTo>
                <a:lnTo>
                  <a:pt x="1296" y="1353"/>
                </a:lnTo>
                <a:lnTo>
                  <a:pt x="1296" y="1354"/>
                </a:lnTo>
                <a:lnTo>
                  <a:pt x="1295" y="1354"/>
                </a:lnTo>
                <a:lnTo>
                  <a:pt x="1294" y="1354"/>
                </a:lnTo>
                <a:lnTo>
                  <a:pt x="1294" y="1355"/>
                </a:lnTo>
                <a:lnTo>
                  <a:pt x="1293" y="1355"/>
                </a:lnTo>
                <a:lnTo>
                  <a:pt x="1292" y="1355"/>
                </a:lnTo>
                <a:lnTo>
                  <a:pt x="1292" y="1356"/>
                </a:lnTo>
                <a:lnTo>
                  <a:pt x="1292" y="1357"/>
                </a:lnTo>
                <a:lnTo>
                  <a:pt x="1291" y="1357"/>
                </a:lnTo>
                <a:lnTo>
                  <a:pt x="1290" y="1357"/>
                </a:lnTo>
                <a:lnTo>
                  <a:pt x="1290" y="1358"/>
                </a:lnTo>
                <a:lnTo>
                  <a:pt x="1290" y="1359"/>
                </a:lnTo>
                <a:lnTo>
                  <a:pt x="1289" y="1359"/>
                </a:lnTo>
                <a:lnTo>
                  <a:pt x="1289" y="1360"/>
                </a:lnTo>
                <a:lnTo>
                  <a:pt x="1290" y="1360"/>
                </a:lnTo>
                <a:lnTo>
                  <a:pt x="1289" y="1360"/>
                </a:lnTo>
                <a:lnTo>
                  <a:pt x="1289" y="1361"/>
                </a:lnTo>
                <a:lnTo>
                  <a:pt x="1289" y="1362"/>
                </a:lnTo>
                <a:lnTo>
                  <a:pt x="1288" y="1362"/>
                </a:lnTo>
                <a:lnTo>
                  <a:pt x="1287" y="1362"/>
                </a:lnTo>
                <a:lnTo>
                  <a:pt x="1286" y="1362"/>
                </a:lnTo>
                <a:lnTo>
                  <a:pt x="1285" y="1362"/>
                </a:lnTo>
                <a:lnTo>
                  <a:pt x="1285" y="1363"/>
                </a:lnTo>
                <a:lnTo>
                  <a:pt x="1285" y="1364"/>
                </a:lnTo>
                <a:lnTo>
                  <a:pt x="1284" y="1364"/>
                </a:lnTo>
                <a:lnTo>
                  <a:pt x="1283" y="1365"/>
                </a:lnTo>
                <a:lnTo>
                  <a:pt x="1282" y="1365"/>
                </a:lnTo>
                <a:lnTo>
                  <a:pt x="1282" y="1364"/>
                </a:lnTo>
                <a:lnTo>
                  <a:pt x="1281" y="1364"/>
                </a:lnTo>
                <a:lnTo>
                  <a:pt x="1280" y="1364"/>
                </a:lnTo>
                <a:lnTo>
                  <a:pt x="1279" y="1364"/>
                </a:lnTo>
                <a:lnTo>
                  <a:pt x="1279" y="1363"/>
                </a:lnTo>
                <a:lnTo>
                  <a:pt x="1279" y="1362"/>
                </a:lnTo>
                <a:lnTo>
                  <a:pt x="1278" y="1362"/>
                </a:lnTo>
                <a:lnTo>
                  <a:pt x="1278" y="1361"/>
                </a:lnTo>
                <a:lnTo>
                  <a:pt x="1278" y="1360"/>
                </a:lnTo>
                <a:lnTo>
                  <a:pt x="1277" y="1360"/>
                </a:lnTo>
                <a:lnTo>
                  <a:pt x="1277" y="1359"/>
                </a:lnTo>
                <a:lnTo>
                  <a:pt x="1277" y="1358"/>
                </a:lnTo>
                <a:lnTo>
                  <a:pt x="1276" y="1358"/>
                </a:lnTo>
                <a:lnTo>
                  <a:pt x="1276" y="1357"/>
                </a:lnTo>
                <a:lnTo>
                  <a:pt x="1275" y="1357"/>
                </a:lnTo>
                <a:lnTo>
                  <a:pt x="1274" y="1357"/>
                </a:lnTo>
                <a:lnTo>
                  <a:pt x="1274" y="1356"/>
                </a:lnTo>
                <a:lnTo>
                  <a:pt x="1272" y="1356"/>
                </a:lnTo>
                <a:lnTo>
                  <a:pt x="1271" y="1356"/>
                </a:lnTo>
                <a:lnTo>
                  <a:pt x="1270" y="1356"/>
                </a:lnTo>
                <a:lnTo>
                  <a:pt x="1269" y="1356"/>
                </a:lnTo>
                <a:lnTo>
                  <a:pt x="1268" y="1355"/>
                </a:lnTo>
                <a:lnTo>
                  <a:pt x="1267" y="1355"/>
                </a:lnTo>
                <a:lnTo>
                  <a:pt x="1267" y="1354"/>
                </a:lnTo>
                <a:lnTo>
                  <a:pt x="1266" y="1354"/>
                </a:lnTo>
                <a:lnTo>
                  <a:pt x="1265" y="1354"/>
                </a:lnTo>
                <a:lnTo>
                  <a:pt x="1264" y="1354"/>
                </a:lnTo>
                <a:lnTo>
                  <a:pt x="1264" y="1353"/>
                </a:lnTo>
                <a:lnTo>
                  <a:pt x="1264" y="1352"/>
                </a:lnTo>
                <a:lnTo>
                  <a:pt x="1264" y="1351"/>
                </a:lnTo>
                <a:lnTo>
                  <a:pt x="1263" y="1351"/>
                </a:lnTo>
                <a:lnTo>
                  <a:pt x="1263" y="1350"/>
                </a:lnTo>
                <a:lnTo>
                  <a:pt x="1262" y="1350"/>
                </a:lnTo>
                <a:lnTo>
                  <a:pt x="1262" y="1349"/>
                </a:lnTo>
                <a:lnTo>
                  <a:pt x="1262" y="1348"/>
                </a:lnTo>
                <a:lnTo>
                  <a:pt x="1261" y="1348"/>
                </a:lnTo>
                <a:lnTo>
                  <a:pt x="1261" y="1347"/>
                </a:lnTo>
                <a:lnTo>
                  <a:pt x="1261" y="1346"/>
                </a:lnTo>
                <a:lnTo>
                  <a:pt x="1262" y="1346"/>
                </a:lnTo>
                <a:lnTo>
                  <a:pt x="1262" y="1345"/>
                </a:lnTo>
                <a:lnTo>
                  <a:pt x="1262" y="1344"/>
                </a:lnTo>
                <a:lnTo>
                  <a:pt x="1262" y="1343"/>
                </a:lnTo>
                <a:lnTo>
                  <a:pt x="1263" y="1343"/>
                </a:lnTo>
                <a:lnTo>
                  <a:pt x="1263" y="1342"/>
                </a:lnTo>
                <a:lnTo>
                  <a:pt x="1263" y="1341"/>
                </a:lnTo>
                <a:lnTo>
                  <a:pt x="1263" y="1340"/>
                </a:lnTo>
                <a:lnTo>
                  <a:pt x="1264" y="1340"/>
                </a:lnTo>
                <a:lnTo>
                  <a:pt x="1264" y="1339"/>
                </a:lnTo>
                <a:lnTo>
                  <a:pt x="1263" y="1339"/>
                </a:lnTo>
                <a:lnTo>
                  <a:pt x="1263" y="1338"/>
                </a:lnTo>
                <a:lnTo>
                  <a:pt x="1264" y="1338"/>
                </a:lnTo>
                <a:lnTo>
                  <a:pt x="1264" y="1337"/>
                </a:lnTo>
                <a:lnTo>
                  <a:pt x="1264" y="1336"/>
                </a:lnTo>
                <a:lnTo>
                  <a:pt x="1264" y="1335"/>
                </a:lnTo>
                <a:lnTo>
                  <a:pt x="1264" y="1334"/>
                </a:lnTo>
                <a:lnTo>
                  <a:pt x="1263" y="1334"/>
                </a:lnTo>
                <a:lnTo>
                  <a:pt x="1262" y="1334"/>
                </a:lnTo>
                <a:lnTo>
                  <a:pt x="1262" y="1333"/>
                </a:lnTo>
                <a:lnTo>
                  <a:pt x="1261" y="1333"/>
                </a:lnTo>
                <a:lnTo>
                  <a:pt x="1261" y="1334"/>
                </a:lnTo>
                <a:lnTo>
                  <a:pt x="1260" y="1334"/>
                </a:lnTo>
                <a:lnTo>
                  <a:pt x="1259" y="1334"/>
                </a:lnTo>
                <a:lnTo>
                  <a:pt x="1259" y="1333"/>
                </a:lnTo>
                <a:lnTo>
                  <a:pt x="1258" y="1333"/>
                </a:lnTo>
                <a:lnTo>
                  <a:pt x="1258" y="1334"/>
                </a:lnTo>
                <a:lnTo>
                  <a:pt x="1257" y="1334"/>
                </a:lnTo>
                <a:lnTo>
                  <a:pt x="1257" y="1335"/>
                </a:lnTo>
                <a:lnTo>
                  <a:pt x="1256" y="1335"/>
                </a:lnTo>
                <a:lnTo>
                  <a:pt x="1255" y="1335"/>
                </a:lnTo>
                <a:lnTo>
                  <a:pt x="1255" y="1336"/>
                </a:lnTo>
                <a:lnTo>
                  <a:pt x="1254" y="1336"/>
                </a:lnTo>
                <a:lnTo>
                  <a:pt x="1253" y="1336"/>
                </a:lnTo>
                <a:lnTo>
                  <a:pt x="1252" y="1336"/>
                </a:lnTo>
                <a:lnTo>
                  <a:pt x="1251" y="1336"/>
                </a:lnTo>
                <a:lnTo>
                  <a:pt x="1251" y="1337"/>
                </a:lnTo>
                <a:lnTo>
                  <a:pt x="1250" y="1337"/>
                </a:lnTo>
                <a:lnTo>
                  <a:pt x="1249" y="1337"/>
                </a:lnTo>
                <a:lnTo>
                  <a:pt x="1249" y="1338"/>
                </a:lnTo>
                <a:lnTo>
                  <a:pt x="1248" y="1337"/>
                </a:lnTo>
                <a:lnTo>
                  <a:pt x="1247" y="1337"/>
                </a:lnTo>
                <a:lnTo>
                  <a:pt x="1246" y="1337"/>
                </a:lnTo>
                <a:lnTo>
                  <a:pt x="1246" y="1338"/>
                </a:lnTo>
                <a:lnTo>
                  <a:pt x="1245" y="1338"/>
                </a:lnTo>
                <a:lnTo>
                  <a:pt x="1244" y="1338"/>
                </a:lnTo>
                <a:lnTo>
                  <a:pt x="1244" y="1339"/>
                </a:lnTo>
                <a:lnTo>
                  <a:pt x="1243" y="1339"/>
                </a:lnTo>
                <a:lnTo>
                  <a:pt x="1242" y="1339"/>
                </a:lnTo>
                <a:lnTo>
                  <a:pt x="1242" y="1340"/>
                </a:lnTo>
                <a:lnTo>
                  <a:pt x="1241" y="1340"/>
                </a:lnTo>
                <a:lnTo>
                  <a:pt x="1240" y="1340"/>
                </a:lnTo>
                <a:lnTo>
                  <a:pt x="1240" y="1341"/>
                </a:lnTo>
                <a:lnTo>
                  <a:pt x="1239" y="1341"/>
                </a:lnTo>
                <a:lnTo>
                  <a:pt x="1238" y="1341"/>
                </a:lnTo>
                <a:lnTo>
                  <a:pt x="1238" y="1340"/>
                </a:lnTo>
                <a:lnTo>
                  <a:pt x="1237" y="1340"/>
                </a:lnTo>
                <a:lnTo>
                  <a:pt x="1237" y="1339"/>
                </a:lnTo>
                <a:lnTo>
                  <a:pt x="1236" y="1339"/>
                </a:lnTo>
                <a:lnTo>
                  <a:pt x="1236" y="1340"/>
                </a:lnTo>
                <a:lnTo>
                  <a:pt x="1234" y="1340"/>
                </a:lnTo>
                <a:lnTo>
                  <a:pt x="1234" y="1341"/>
                </a:lnTo>
                <a:lnTo>
                  <a:pt x="1233" y="1341"/>
                </a:lnTo>
                <a:lnTo>
                  <a:pt x="1233" y="1342"/>
                </a:lnTo>
                <a:lnTo>
                  <a:pt x="1233" y="1341"/>
                </a:lnTo>
                <a:lnTo>
                  <a:pt x="1233" y="1342"/>
                </a:lnTo>
                <a:lnTo>
                  <a:pt x="1232" y="1342"/>
                </a:lnTo>
                <a:lnTo>
                  <a:pt x="1232" y="1343"/>
                </a:lnTo>
                <a:lnTo>
                  <a:pt x="1231" y="1344"/>
                </a:lnTo>
                <a:lnTo>
                  <a:pt x="1230" y="1344"/>
                </a:lnTo>
                <a:lnTo>
                  <a:pt x="1230" y="1345"/>
                </a:lnTo>
                <a:lnTo>
                  <a:pt x="1230" y="1346"/>
                </a:lnTo>
                <a:lnTo>
                  <a:pt x="1230" y="1347"/>
                </a:lnTo>
                <a:lnTo>
                  <a:pt x="1229" y="1348"/>
                </a:lnTo>
                <a:lnTo>
                  <a:pt x="1228" y="1348"/>
                </a:lnTo>
                <a:lnTo>
                  <a:pt x="1228" y="1349"/>
                </a:lnTo>
                <a:lnTo>
                  <a:pt x="1227" y="1349"/>
                </a:lnTo>
                <a:lnTo>
                  <a:pt x="1228" y="1349"/>
                </a:lnTo>
                <a:lnTo>
                  <a:pt x="1228" y="1350"/>
                </a:lnTo>
                <a:lnTo>
                  <a:pt x="1227" y="1349"/>
                </a:lnTo>
                <a:lnTo>
                  <a:pt x="1227" y="1350"/>
                </a:lnTo>
                <a:lnTo>
                  <a:pt x="1226" y="1350"/>
                </a:lnTo>
                <a:lnTo>
                  <a:pt x="1225" y="1350"/>
                </a:lnTo>
                <a:lnTo>
                  <a:pt x="1225" y="1351"/>
                </a:lnTo>
                <a:lnTo>
                  <a:pt x="1224" y="1351"/>
                </a:lnTo>
                <a:lnTo>
                  <a:pt x="1224" y="1352"/>
                </a:lnTo>
                <a:lnTo>
                  <a:pt x="1224" y="1353"/>
                </a:lnTo>
                <a:lnTo>
                  <a:pt x="1223" y="1353"/>
                </a:lnTo>
                <a:lnTo>
                  <a:pt x="1223" y="1354"/>
                </a:lnTo>
                <a:lnTo>
                  <a:pt x="1222" y="1354"/>
                </a:lnTo>
                <a:lnTo>
                  <a:pt x="1223" y="1354"/>
                </a:lnTo>
                <a:lnTo>
                  <a:pt x="1222" y="1354"/>
                </a:lnTo>
                <a:lnTo>
                  <a:pt x="1222" y="1355"/>
                </a:lnTo>
                <a:lnTo>
                  <a:pt x="1221" y="1355"/>
                </a:lnTo>
                <a:lnTo>
                  <a:pt x="1221" y="1356"/>
                </a:lnTo>
                <a:lnTo>
                  <a:pt x="1220" y="1356"/>
                </a:lnTo>
                <a:lnTo>
                  <a:pt x="1220" y="1357"/>
                </a:lnTo>
                <a:lnTo>
                  <a:pt x="1220" y="1358"/>
                </a:lnTo>
                <a:lnTo>
                  <a:pt x="1220" y="1359"/>
                </a:lnTo>
                <a:lnTo>
                  <a:pt x="1220" y="1360"/>
                </a:lnTo>
                <a:lnTo>
                  <a:pt x="1219" y="1360"/>
                </a:lnTo>
                <a:lnTo>
                  <a:pt x="1219" y="1361"/>
                </a:lnTo>
                <a:lnTo>
                  <a:pt x="1219" y="1362"/>
                </a:lnTo>
                <a:lnTo>
                  <a:pt x="1218" y="1363"/>
                </a:lnTo>
                <a:lnTo>
                  <a:pt x="1218" y="1364"/>
                </a:lnTo>
                <a:lnTo>
                  <a:pt x="1218" y="1365"/>
                </a:lnTo>
                <a:lnTo>
                  <a:pt x="1219" y="1365"/>
                </a:lnTo>
                <a:lnTo>
                  <a:pt x="1219" y="1366"/>
                </a:lnTo>
                <a:lnTo>
                  <a:pt x="1219" y="1365"/>
                </a:lnTo>
                <a:lnTo>
                  <a:pt x="1220" y="1365"/>
                </a:lnTo>
                <a:lnTo>
                  <a:pt x="1220" y="1366"/>
                </a:lnTo>
                <a:lnTo>
                  <a:pt x="1220" y="1367"/>
                </a:lnTo>
                <a:lnTo>
                  <a:pt x="1219" y="1367"/>
                </a:lnTo>
                <a:lnTo>
                  <a:pt x="1219" y="1368"/>
                </a:lnTo>
                <a:lnTo>
                  <a:pt x="1219" y="1369"/>
                </a:lnTo>
                <a:lnTo>
                  <a:pt x="1219" y="1370"/>
                </a:lnTo>
                <a:lnTo>
                  <a:pt x="1218" y="1370"/>
                </a:lnTo>
                <a:lnTo>
                  <a:pt x="1218" y="1371"/>
                </a:lnTo>
                <a:lnTo>
                  <a:pt x="1219" y="1371"/>
                </a:lnTo>
                <a:lnTo>
                  <a:pt x="1218" y="1371"/>
                </a:lnTo>
                <a:lnTo>
                  <a:pt x="1218" y="1372"/>
                </a:lnTo>
                <a:lnTo>
                  <a:pt x="1218" y="1373"/>
                </a:lnTo>
                <a:lnTo>
                  <a:pt x="1218" y="1374"/>
                </a:lnTo>
                <a:lnTo>
                  <a:pt x="1218" y="1375"/>
                </a:lnTo>
                <a:lnTo>
                  <a:pt x="1218" y="1376"/>
                </a:lnTo>
                <a:lnTo>
                  <a:pt x="1218" y="1377"/>
                </a:lnTo>
                <a:lnTo>
                  <a:pt x="1217" y="1377"/>
                </a:lnTo>
                <a:lnTo>
                  <a:pt x="1217" y="1378"/>
                </a:lnTo>
                <a:lnTo>
                  <a:pt x="1217" y="1379"/>
                </a:lnTo>
                <a:lnTo>
                  <a:pt x="1217" y="1380"/>
                </a:lnTo>
                <a:lnTo>
                  <a:pt x="1217" y="1381"/>
                </a:lnTo>
                <a:lnTo>
                  <a:pt x="1216" y="1381"/>
                </a:lnTo>
                <a:lnTo>
                  <a:pt x="1216" y="1382"/>
                </a:lnTo>
                <a:lnTo>
                  <a:pt x="1216" y="1383"/>
                </a:lnTo>
                <a:lnTo>
                  <a:pt x="1215" y="1383"/>
                </a:lnTo>
                <a:lnTo>
                  <a:pt x="1215" y="1384"/>
                </a:lnTo>
                <a:lnTo>
                  <a:pt x="1215" y="1385"/>
                </a:lnTo>
                <a:lnTo>
                  <a:pt x="1215" y="1386"/>
                </a:lnTo>
                <a:lnTo>
                  <a:pt x="1215" y="1387"/>
                </a:lnTo>
                <a:lnTo>
                  <a:pt x="1215" y="1386"/>
                </a:lnTo>
                <a:lnTo>
                  <a:pt x="1214" y="1386"/>
                </a:lnTo>
                <a:lnTo>
                  <a:pt x="1214" y="1387"/>
                </a:lnTo>
                <a:lnTo>
                  <a:pt x="1213" y="1387"/>
                </a:lnTo>
                <a:lnTo>
                  <a:pt x="1214" y="1387"/>
                </a:lnTo>
                <a:lnTo>
                  <a:pt x="1214" y="1388"/>
                </a:lnTo>
                <a:lnTo>
                  <a:pt x="1215" y="1388"/>
                </a:lnTo>
                <a:lnTo>
                  <a:pt x="1215" y="1389"/>
                </a:lnTo>
                <a:lnTo>
                  <a:pt x="1215" y="1390"/>
                </a:lnTo>
                <a:lnTo>
                  <a:pt x="1214" y="1390"/>
                </a:lnTo>
                <a:lnTo>
                  <a:pt x="1214" y="1389"/>
                </a:lnTo>
                <a:lnTo>
                  <a:pt x="1214" y="1390"/>
                </a:lnTo>
                <a:lnTo>
                  <a:pt x="1215" y="1390"/>
                </a:lnTo>
                <a:lnTo>
                  <a:pt x="1214" y="1390"/>
                </a:lnTo>
                <a:lnTo>
                  <a:pt x="1214" y="1391"/>
                </a:lnTo>
                <a:lnTo>
                  <a:pt x="1215" y="1391"/>
                </a:lnTo>
                <a:lnTo>
                  <a:pt x="1215" y="1392"/>
                </a:lnTo>
                <a:lnTo>
                  <a:pt x="1215" y="1393"/>
                </a:lnTo>
                <a:lnTo>
                  <a:pt x="1214" y="1393"/>
                </a:lnTo>
                <a:lnTo>
                  <a:pt x="1215" y="1393"/>
                </a:lnTo>
                <a:lnTo>
                  <a:pt x="1215" y="1394"/>
                </a:lnTo>
                <a:lnTo>
                  <a:pt x="1215" y="1393"/>
                </a:lnTo>
                <a:lnTo>
                  <a:pt x="1214" y="1393"/>
                </a:lnTo>
                <a:lnTo>
                  <a:pt x="1214" y="1394"/>
                </a:lnTo>
                <a:lnTo>
                  <a:pt x="1213" y="1394"/>
                </a:lnTo>
                <a:lnTo>
                  <a:pt x="1213" y="1395"/>
                </a:lnTo>
                <a:lnTo>
                  <a:pt x="1214" y="1395"/>
                </a:lnTo>
                <a:lnTo>
                  <a:pt x="1214" y="1396"/>
                </a:lnTo>
                <a:lnTo>
                  <a:pt x="1214" y="1397"/>
                </a:lnTo>
                <a:lnTo>
                  <a:pt x="1214" y="1398"/>
                </a:lnTo>
                <a:lnTo>
                  <a:pt x="1213" y="1398"/>
                </a:lnTo>
                <a:lnTo>
                  <a:pt x="1213" y="1399"/>
                </a:lnTo>
                <a:lnTo>
                  <a:pt x="1212" y="1399"/>
                </a:lnTo>
                <a:lnTo>
                  <a:pt x="1212" y="1398"/>
                </a:lnTo>
                <a:lnTo>
                  <a:pt x="1211" y="1398"/>
                </a:lnTo>
                <a:lnTo>
                  <a:pt x="1210" y="1398"/>
                </a:lnTo>
                <a:lnTo>
                  <a:pt x="1210" y="1399"/>
                </a:lnTo>
                <a:lnTo>
                  <a:pt x="1209" y="1399"/>
                </a:lnTo>
                <a:lnTo>
                  <a:pt x="1209" y="1400"/>
                </a:lnTo>
                <a:lnTo>
                  <a:pt x="1208" y="1400"/>
                </a:lnTo>
                <a:lnTo>
                  <a:pt x="1208" y="1401"/>
                </a:lnTo>
                <a:lnTo>
                  <a:pt x="1207" y="1401"/>
                </a:lnTo>
                <a:lnTo>
                  <a:pt x="1207" y="1400"/>
                </a:lnTo>
                <a:lnTo>
                  <a:pt x="1206" y="1400"/>
                </a:lnTo>
                <a:lnTo>
                  <a:pt x="1205" y="1400"/>
                </a:lnTo>
                <a:lnTo>
                  <a:pt x="1205" y="1401"/>
                </a:lnTo>
                <a:lnTo>
                  <a:pt x="1204" y="1401"/>
                </a:lnTo>
                <a:lnTo>
                  <a:pt x="1204" y="1400"/>
                </a:lnTo>
                <a:lnTo>
                  <a:pt x="1203" y="1400"/>
                </a:lnTo>
                <a:lnTo>
                  <a:pt x="1203" y="1399"/>
                </a:lnTo>
                <a:lnTo>
                  <a:pt x="1202" y="1398"/>
                </a:lnTo>
                <a:lnTo>
                  <a:pt x="1202" y="1397"/>
                </a:lnTo>
                <a:lnTo>
                  <a:pt x="1201" y="1397"/>
                </a:lnTo>
                <a:lnTo>
                  <a:pt x="1200" y="1397"/>
                </a:lnTo>
                <a:lnTo>
                  <a:pt x="1199" y="1397"/>
                </a:lnTo>
                <a:lnTo>
                  <a:pt x="1199" y="1396"/>
                </a:lnTo>
                <a:lnTo>
                  <a:pt x="1199" y="1395"/>
                </a:lnTo>
                <a:lnTo>
                  <a:pt x="1198" y="1395"/>
                </a:lnTo>
                <a:lnTo>
                  <a:pt x="1198" y="1394"/>
                </a:lnTo>
                <a:lnTo>
                  <a:pt x="1197" y="1395"/>
                </a:lnTo>
                <a:lnTo>
                  <a:pt x="1196" y="1395"/>
                </a:lnTo>
                <a:lnTo>
                  <a:pt x="1196" y="1394"/>
                </a:lnTo>
                <a:lnTo>
                  <a:pt x="1196" y="1393"/>
                </a:lnTo>
                <a:lnTo>
                  <a:pt x="1194" y="1392"/>
                </a:lnTo>
                <a:lnTo>
                  <a:pt x="1194" y="1391"/>
                </a:lnTo>
                <a:lnTo>
                  <a:pt x="1193" y="1390"/>
                </a:lnTo>
                <a:lnTo>
                  <a:pt x="1192" y="1389"/>
                </a:lnTo>
                <a:lnTo>
                  <a:pt x="1192" y="1388"/>
                </a:lnTo>
                <a:lnTo>
                  <a:pt x="1191" y="1388"/>
                </a:lnTo>
                <a:lnTo>
                  <a:pt x="1190" y="1388"/>
                </a:lnTo>
                <a:lnTo>
                  <a:pt x="1190" y="1389"/>
                </a:lnTo>
                <a:lnTo>
                  <a:pt x="1189" y="1389"/>
                </a:lnTo>
                <a:lnTo>
                  <a:pt x="1188" y="1388"/>
                </a:lnTo>
                <a:lnTo>
                  <a:pt x="1188" y="1387"/>
                </a:lnTo>
                <a:lnTo>
                  <a:pt x="1187" y="1387"/>
                </a:lnTo>
                <a:lnTo>
                  <a:pt x="1187" y="1386"/>
                </a:lnTo>
                <a:lnTo>
                  <a:pt x="1186" y="1385"/>
                </a:lnTo>
                <a:lnTo>
                  <a:pt x="1186" y="1384"/>
                </a:lnTo>
                <a:lnTo>
                  <a:pt x="1185" y="1384"/>
                </a:lnTo>
                <a:lnTo>
                  <a:pt x="1184" y="1383"/>
                </a:lnTo>
                <a:lnTo>
                  <a:pt x="1183" y="1382"/>
                </a:lnTo>
                <a:lnTo>
                  <a:pt x="1182" y="1382"/>
                </a:lnTo>
                <a:lnTo>
                  <a:pt x="1182" y="1381"/>
                </a:lnTo>
                <a:lnTo>
                  <a:pt x="1181" y="1380"/>
                </a:lnTo>
                <a:lnTo>
                  <a:pt x="1181" y="1379"/>
                </a:lnTo>
                <a:lnTo>
                  <a:pt x="1180" y="1379"/>
                </a:lnTo>
                <a:lnTo>
                  <a:pt x="1179" y="1379"/>
                </a:lnTo>
                <a:lnTo>
                  <a:pt x="1179" y="1378"/>
                </a:lnTo>
                <a:lnTo>
                  <a:pt x="1178" y="1378"/>
                </a:lnTo>
                <a:lnTo>
                  <a:pt x="1178" y="1377"/>
                </a:lnTo>
                <a:lnTo>
                  <a:pt x="1178" y="1376"/>
                </a:lnTo>
                <a:lnTo>
                  <a:pt x="1177" y="1375"/>
                </a:lnTo>
                <a:lnTo>
                  <a:pt x="1177" y="1374"/>
                </a:lnTo>
                <a:lnTo>
                  <a:pt x="1176" y="1373"/>
                </a:lnTo>
                <a:lnTo>
                  <a:pt x="1175" y="1373"/>
                </a:lnTo>
                <a:lnTo>
                  <a:pt x="1175" y="1372"/>
                </a:lnTo>
                <a:lnTo>
                  <a:pt x="1175" y="1371"/>
                </a:lnTo>
                <a:lnTo>
                  <a:pt x="1174" y="1371"/>
                </a:lnTo>
                <a:lnTo>
                  <a:pt x="1174" y="1370"/>
                </a:lnTo>
                <a:lnTo>
                  <a:pt x="1173" y="1370"/>
                </a:lnTo>
                <a:lnTo>
                  <a:pt x="1173" y="1369"/>
                </a:lnTo>
                <a:lnTo>
                  <a:pt x="1172" y="1369"/>
                </a:lnTo>
                <a:lnTo>
                  <a:pt x="1172" y="1368"/>
                </a:lnTo>
                <a:lnTo>
                  <a:pt x="1171" y="1368"/>
                </a:lnTo>
                <a:lnTo>
                  <a:pt x="1171" y="1367"/>
                </a:lnTo>
                <a:lnTo>
                  <a:pt x="1170" y="1366"/>
                </a:lnTo>
                <a:lnTo>
                  <a:pt x="1170" y="1365"/>
                </a:lnTo>
                <a:lnTo>
                  <a:pt x="1169" y="1365"/>
                </a:lnTo>
                <a:lnTo>
                  <a:pt x="1169" y="1364"/>
                </a:lnTo>
                <a:lnTo>
                  <a:pt x="1168" y="1364"/>
                </a:lnTo>
                <a:lnTo>
                  <a:pt x="1168" y="1363"/>
                </a:lnTo>
                <a:lnTo>
                  <a:pt x="1167" y="1363"/>
                </a:lnTo>
                <a:lnTo>
                  <a:pt x="1167" y="1364"/>
                </a:lnTo>
                <a:lnTo>
                  <a:pt x="1166" y="1364"/>
                </a:lnTo>
                <a:lnTo>
                  <a:pt x="1165" y="1364"/>
                </a:lnTo>
                <a:lnTo>
                  <a:pt x="1165" y="1363"/>
                </a:lnTo>
                <a:lnTo>
                  <a:pt x="1165" y="1362"/>
                </a:lnTo>
                <a:lnTo>
                  <a:pt x="1164" y="1362"/>
                </a:lnTo>
                <a:lnTo>
                  <a:pt x="1163" y="1361"/>
                </a:lnTo>
                <a:lnTo>
                  <a:pt x="1162" y="1361"/>
                </a:lnTo>
                <a:lnTo>
                  <a:pt x="1162" y="1360"/>
                </a:lnTo>
                <a:lnTo>
                  <a:pt x="1163" y="1360"/>
                </a:lnTo>
                <a:lnTo>
                  <a:pt x="1163" y="1359"/>
                </a:lnTo>
                <a:lnTo>
                  <a:pt x="1162" y="1359"/>
                </a:lnTo>
                <a:lnTo>
                  <a:pt x="1162" y="1358"/>
                </a:lnTo>
                <a:lnTo>
                  <a:pt x="1161" y="1357"/>
                </a:lnTo>
                <a:lnTo>
                  <a:pt x="1161" y="1356"/>
                </a:lnTo>
                <a:lnTo>
                  <a:pt x="1160" y="1356"/>
                </a:lnTo>
                <a:lnTo>
                  <a:pt x="1159" y="1355"/>
                </a:lnTo>
                <a:lnTo>
                  <a:pt x="1158" y="1354"/>
                </a:lnTo>
                <a:lnTo>
                  <a:pt x="1157" y="1354"/>
                </a:lnTo>
                <a:lnTo>
                  <a:pt x="1157" y="1353"/>
                </a:lnTo>
                <a:lnTo>
                  <a:pt x="1156" y="1352"/>
                </a:lnTo>
                <a:lnTo>
                  <a:pt x="1155" y="1352"/>
                </a:lnTo>
                <a:lnTo>
                  <a:pt x="1154" y="1352"/>
                </a:lnTo>
                <a:lnTo>
                  <a:pt x="1154" y="1351"/>
                </a:lnTo>
                <a:lnTo>
                  <a:pt x="1153" y="1351"/>
                </a:lnTo>
                <a:lnTo>
                  <a:pt x="1152" y="1350"/>
                </a:lnTo>
                <a:lnTo>
                  <a:pt x="1152" y="1349"/>
                </a:lnTo>
                <a:lnTo>
                  <a:pt x="1152" y="1348"/>
                </a:lnTo>
                <a:lnTo>
                  <a:pt x="1151" y="1348"/>
                </a:lnTo>
                <a:lnTo>
                  <a:pt x="1150" y="1348"/>
                </a:lnTo>
                <a:lnTo>
                  <a:pt x="1150" y="1347"/>
                </a:lnTo>
                <a:lnTo>
                  <a:pt x="1149" y="1347"/>
                </a:lnTo>
                <a:lnTo>
                  <a:pt x="1149" y="1346"/>
                </a:lnTo>
                <a:lnTo>
                  <a:pt x="1149" y="1345"/>
                </a:lnTo>
                <a:lnTo>
                  <a:pt x="1149" y="1344"/>
                </a:lnTo>
                <a:lnTo>
                  <a:pt x="1148" y="1344"/>
                </a:lnTo>
                <a:lnTo>
                  <a:pt x="1148" y="1343"/>
                </a:lnTo>
                <a:lnTo>
                  <a:pt x="1147" y="1343"/>
                </a:lnTo>
                <a:lnTo>
                  <a:pt x="1146" y="1343"/>
                </a:lnTo>
                <a:lnTo>
                  <a:pt x="1146" y="1342"/>
                </a:lnTo>
                <a:lnTo>
                  <a:pt x="1145" y="1342"/>
                </a:lnTo>
                <a:lnTo>
                  <a:pt x="1144" y="1342"/>
                </a:lnTo>
                <a:lnTo>
                  <a:pt x="1145" y="1342"/>
                </a:lnTo>
                <a:lnTo>
                  <a:pt x="1145" y="1341"/>
                </a:lnTo>
                <a:lnTo>
                  <a:pt x="1144" y="1341"/>
                </a:lnTo>
                <a:lnTo>
                  <a:pt x="1144" y="1342"/>
                </a:lnTo>
                <a:lnTo>
                  <a:pt x="1143" y="1342"/>
                </a:lnTo>
                <a:lnTo>
                  <a:pt x="1143" y="1343"/>
                </a:lnTo>
                <a:lnTo>
                  <a:pt x="1144" y="1343"/>
                </a:lnTo>
                <a:lnTo>
                  <a:pt x="1144" y="1344"/>
                </a:lnTo>
                <a:lnTo>
                  <a:pt x="1143" y="1344"/>
                </a:lnTo>
                <a:lnTo>
                  <a:pt x="1143" y="1343"/>
                </a:lnTo>
                <a:lnTo>
                  <a:pt x="1142" y="1343"/>
                </a:lnTo>
                <a:lnTo>
                  <a:pt x="1143" y="1343"/>
                </a:lnTo>
                <a:lnTo>
                  <a:pt x="1142" y="1343"/>
                </a:lnTo>
                <a:lnTo>
                  <a:pt x="1141" y="1343"/>
                </a:lnTo>
                <a:lnTo>
                  <a:pt x="1141" y="1344"/>
                </a:lnTo>
                <a:lnTo>
                  <a:pt x="1140" y="1344"/>
                </a:lnTo>
                <a:lnTo>
                  <a:pt x="1140" y="1345"/>
                </a:lnTo>
                <a:lnTo>
                  <a:pt x="1140" y="1346"/>
                </a:lnTo>
                <a:lnTo>
                  <a:pt x="1139" y="1346"/>
                </a:lnTo>
                <a:lnTo>
                  <a:pt x="1139" y="1347"/>
                </a:lnTo>
                <a:lnTo>
                  <a:pt x="1139" y="1348"/>
                </a:lnTo>
                <a:lnTo>
                  <a:pt x="1138" y="1348"/>
                </a:lnTo>
                <a:lnTo>
                  <a:pt x="1138" y="1349"/>
                </a:lnTo>
                <a:lnTo>
                  <a:pt x="1138" y="1350"/>
                </a:lnTo>
                <a:lnTo>
                  <a:pt x="1138" y="1351"/>
                </a:lnTo>
                <a:lnTo>
                  <a:pt x="1137" y="1351"/>
                </a:lnTo>
                <a:lnTo>
                  <a:pt x="1136" y="1351"/>
                </a:lnTo>
                <a:lnTo>
                  <a:pt x="1136" y="1352"/>
                </a:lnTo>
                <a:lnTo>
                  <a:pt x="1136" y="1353"/>
                </a:lnTo>
                <a:lnTo>
                  <a:pt x="1135" y="1353"/>
                </a:lnTo>
                <a:lnTo>
                  <a:pt x="1135" y="1354"/>
                </a:lnTo>
                <a:lnTo>
                  <a:pt x="1134" y="1354"/>
                </a:lnTo>
                <a:lnTo>
                  <a:pt x="1133" y="1354"/>
                </a:lnTo>
                <a:lnTo>
                  <a:pt x="1133" y="1355"/>
                </a:lnTo>
                <a:lnTo>
                  <a:pt x="1133" y="1356"/>
                </a:lnTo>
                <a:lnTo>
                  <a:pt x="1132" y="1356"/>
                </a:lnTo>
                <a:lnTo>
                  <a:pt x="1132" y="1357"/>
                </a:lnTo>
                <a:lnTo>
                  <a:pt x="1131" y="1357"/>
                </a:lnTo>
                <a:lnTo>
                  <a:pt x="1131" y="1358"/>
                </a:lnTo>
                <a:lnTo>
                  <a:pt x="1131" y="1359"/>
                </a:lnTo>
                <a:lnTo>
                  <a:pt x="1130" y="1359"/>
                </a:lnTo>
                <a:lnTo>
                  <a:pt x="1130" y="1360"/>
                </a:lnTo>
                <a:lnTo>
                  <a:pt x="1129" y="1360"/>
                </a:lnTo>
                <a:lnTo>
                  <a:pt x="1129" y="1361"/>
                </a:lnTo>
                <a:lnTo>
                  <a:pt x="1129" y="1362"/>
                </a:lnTo>
                <a:lnTo>
                  <a:pt x="1130" y="1362"/>
                </a:lnTo>
                <a:lnTo>
                  <a:pt x="1130" y="1363"/>
                </a:lnTo>
                <a:lnTo>
                  <a:pt x="1130" y="1364"/>
                </a:lnTo>
                <a:lnTo>
                  <a:pt x="1130" y="1365"/>
                </a:lnTo>
                <a:lnTo>
                  <a:pt x="1131" y="1365"/>
                </a:lnTo>
                <a:lnTo>
                  <a:pt x="1131" y="1366"/>
                </a:lnTo>
                <a:lnTo>
                  <a:pt x="1132" y="1367"/>
                </a:lnTo>
                <a:lnTo>
                  <a:pt x="1132" y="1368"/>
                </a:lnTo>
                <a:lnTo>
                  <a:pt x="1132" y="1369"/>
                </a:lnTo>
                <a:lnTo>
                  <a:pt x="1132" y="1370"/>
                </a:lnTo>
                <a:lnTo>
                  <a:pt x="1131" y="1370"/>
                </a:lnTo>
                <a:lnTo>
                  <a:pt x="1131" y="1371"/>
                </a:lnTo>
                <a:lnTo>
                  <a:pt x="1131" y="1372"/>
                </a:lnTo>
                <a:lnTo>
                  <a:pt x="1131" y="1373"/>
                </a:lnTo>
                <a:lnTo>
                  <a:pt x="1130" y="1373"/>
                </a:lnTo>
                <a:lnTo>
                  <a:pt x="1129" y="1373"/>
                </a:lnTo>
                <a:lnTo>
                  <a:pt x="1128" y="1373"/>
                </a:lnTo>
                <a:lnTo>
                  <a:pt x="1128" y="1374"/>
                </a:lnTo>
                <a:lnTo>
                  <a:pt x="1127" y="1374"/>
                </a:lnTo>
                <a:lnTo>
                  <a:pt x="1127" y="1375"/>
                </a:lnTo>
                <a:lnTo>
                  <a:pt x="1127" y="1376"/>
                </a:lnTo>
                <a:lnTo>
                  <a:pt x="1126" y="1376"/>
                </a:lnTo>
                <a:lnTo>
                  <a:pt x="1126" y="1377"/>
                </a:lnTo>
                <a:lnTo>
                  <a:pt x="1126" y="1378"/>
                </a:lnTo>
                <a:lnTo>
                  <a:pt x="1126" y="1379"/>
                </a:lnTo>
                <a:lnTo>
                  <a:pt x="1125" y="1379"/>
                </a:lnTo>
                <a:lnTo>
                  <a:pt x="1125" y="1380"/>
                </a:lnTo>
                <a:lnTo>
                  <a:pt x="1124" y="1380"/>
                </a:lnTo>
                <a:lnTo>
                  <a:pt x="1124" y="1381"/>
                </a:lnTo>
                <a:lnTo>
                  <a:pt x="1123" y="1381"/>
                </a:lnTo>
                <a:lnTo>
                  <a:pt x="1123" y="1382"/>
                </a:lnTo>
                <a:lnTo>
                  <a:pt x="1122" y="1382"/>
                </a:lnTo>
                <a:lnTo>
                  <a:pt x="1121" y="1382"/>
                </a:lnTo>
                <a:lnTo>
                  <a:pt x="1121" y="1381"/>
                </a:lnTo>
                <a:lnTo>
                  <a:pt x="1120" y="1381"/>
                </a:lnTo>
                <a:lnTo>
                  <a:pt x="1119" y="1381"/>
                </a:lnTo>
                <a:lnTo>
                  <a:pt x="1119" y="1380"/>
                </a:lnTo>
                <a:lnTo>
                  <a:pt x="1118" y="1380"/>
                </a:lnTo>
                <a:lnTo>
                  <a:pt x="1118" y="1379"/>
                </a:lnTo>
                <a:lnTo>
                  <a:pt x="1119" y="1379"/>
                </a:lnTo>
                <a:lnTo>
                  <a:pt x="1118" y="1378"/>
                </a:lnTo>
                <a:lnTo>
                  <a:pt x="1117" y="1378"/>
                </a:lnTo>
                <a:lnTo>
                  <a:pt x="1116" y="1378"/>
                </a:lnTo>
                <a:lnTo>
                  <a:pt x="1116" y="1377"/>
                </a:lnTo>
                <a:lnTo>
                  <a:pt x="1115" y="1377"/>
                </a:lnTo>
                <a:lnTo>
                  <a:pt x="1115" y="1376"/>
                </a:lnTo>
                <a:lnTo>
                  <a:pt x="1114" y="1376"/>
                </a:lnTo>
                <a:lnTo>
                  <a:pt x="1114" y="1375"/>
                </a:lnTo>
                <a:lnTo>
                  <a:pt x="1113" y="1375"/>
                </a:lnTo>
                <a:lnTo>
                  <a:pt x="1113" y="1373"/>
                </a:lnTo>
                <a:lnTo>
                  <a:pt x="1112" y="1373"/>
                </a:lnTo>
                <a:lnTo>
                  <a:pt x="1112" y="1372"/>
                </a:lnTo>
                <a:lnTo>
                  <a:pt x="1111" y="1372"/>
                </a:lnTo>
                <a:lnTo>
                  <a:pt x="1111" y="1371"/>
                </a:lnTo>
                <a:lnTo>
                  <a:pt x="1110" y="1371"/>
                </a:lnTo>
                <a:lnTo>
                  <a:pt x="1111" y="1371"/>
                </a:lnTo>
                <a:lnTo>
                  <a:pt x="1111" y="1370"/>
                </a:lnTo>
                <a:lnTo>
                  <a:pt x="1110" y="1370"/>
                </a:lnTo>
                <a:lnTo>
                  <a:pt x="1111" y="1370"/>
                </a:lnTo>
                <a:lnTo>
                  <a:pt x="1110" y="1370"/>
                </a:lnTo>
                <a:lnTo>
                  <a:pt x="1110" y="1369"/>
                </a:lnTo>
                <a:lnTo>
                  <a:pt x="1109" y="1369"/>
                </a:lnTo>
                <a:lnTo>
                  <a:pt x="1109" y="1368"/>
                </a:lnTo>
                <a:lnTo>
                  <a:pt x="1109" y="1367"/>
                </a:lnTo>
                <a:lnTo>
                  <a:pt x="1109" y="1366"/>
                </a:lnTo>
                <a:lnTo>
                  <a:pt x="1109" y="1365"/>
                </a:lnTo>
                <a:lnTo>
                  <a:pt x="1110" y="1365"/>
                </a:lnTo>
                <a:lnTo>
                  <a:pt x="1109" y="1365"/>
                </a:lnTo>
                <a:lnTo>
                  <a:pt x="1109" y="1364"/>
                </a:lnTo>
                <a:lnTo>
                  <a:pt x="1108" y="1364"/>
                </a:lnTo>
                <a:lnTo>
                  <a:pt x="1108" y="1363"/>
                </a:lnTo>
                <a:lnTo>
                  <a:pt x="1107" y="1362"/>
                </a:lnTo>
                <a:lnTo>
                  <a:pt x="1106" y="1362"/>
                </a:lnTo>
                <a:lnTo>
                  <a:pt x="1106" y="1361"/>
                </a:lnTo>
                <a:lnTo>
                  <a:pt x="1105" y="1361"/>
                </a:lnTo>
                <a:lnTo>
                  <a:pt x="1105" y="1360"/>
                </a:lnTo>
                <a:lnTo>
                  <a:pt x="1104" y="1360"/>
                </a:lnTo>
                <a:lnTo>
                  <a:pt x="1105" y="1360"/>
                </a:lnTo>
                <a:lnTo>
                  <a:pt x="1105" y="1359"/>
                </a:lnTo>
                <a:lnTo>
                  <a:pt x="1104" y="1359"/>
                </a:lnTo>
                <a:lnTo>
                  <a:pt x="1104" y="1358"/>
                </a:lnTo>
                <a:lnTo>
                  <a:pt x="1105" y="1358"/>
                </a:lnTo>
                <a:lnTo>
                  <a:pt x="1104" y="1358"/>
                </a:lnTo>
                <a:lnTo>
                  <a:pt x="1104" y="1357"/>
                </a:lnTo>
                <a:lnTo>
                  <a:pt x="1103" y="1357"/>
                </a:lnTo>
                <a:lnTo>
                  <a:pt x="1104" y="1357"/>
                </a:lnTo>
                <a:lnTo>
                  <a:pt x="1104" y="1356"/>
                </a:lnTo>
                <a:lnTo>
                  <a:pt x="1104" y="1355"/>
                </a:lnTo>
                <a:lnTo>
                  <a:pt x="1104" y="1354"/>
                </a:lnTo>
                <a:lnTo>
                  <a:pt x="1104" y="1353"/>
                </a:lnTo>
                <a:lnTo>
                  <a:pt x="1105" y="1353"/>
                </a:lnTo>
                <a:lnTo>
                  <a:pt x="1106" y="1353"/>
                </a:lnTo>
                <a:lnTo>
                  <a:pt x="1106" y="1352"/>
                </a:lnTo>
                <a:lnTo>
                  <a:pt x="1106" y="1351"/>
                </a:lnTo>
                <a:lnTo>
                  <a:pt x="1106" y="1350"/>
                </a:lnTo>
                <a:lnTo>
                  <a:pt x="1105" y="1350"/>
                </a:lnTo>
                <a:lnTo>
                  <a:pt x="1105" y="1349"/>
                </a:lnTo>
                <a:lnTo>
                  <a:pt x="1104" y="1349"/>
                </a:lnTo>
                <a:lnTo>
                  <a:pt x="1104" y="1348"/>
                </a:lnTo>
                <a:lnTo>
                  <a:pt x="1103" y="1348"/>
                </a:lnTo>
                <a:lnTo>
                  <a:pt x="1102" y="1348"/>
                </a:lnTo>
                <a:lnTo>
                  <a:pt x="1102" y="1347"/>
                </a:lnTo>
                <a:lnTo>
                  <a:pt x="1101" y="1347"/>
                </a:lnTo>
                <a:lnTo>
                  <a:pt x="1102" y="1347"/>
                </a:lnTo>
                <a:lnTo>
                  <a:pt x="1102" y="1346"/>
                </a:lnTo>
                <a:lnTo>
                  <a:pt x="1101" y="1346"/>
                </a:lnTo>
                <a:lnTo>
                  <a:pt x="1101" y="1345"/>
                </a:lnTo>
                <a:lnTo>
                  <a:pt x="1100" y="1345"/>
                </a:lnTo>
                <a:lnTo>
                  <a:pt x="1099" y="1345"/>
                </a:lnTo>
                <a:lnTo>
                  <a:pt x="1099" y="1344"/>
                </a:lnTo>
                <a:lnTo>
                  <a:pt x="1098" y="1344"/>
                </a:lnTo>
                <a:lnTo>
                  <a:pt x="1097" y="1344"/>
                </a:lnTo>
                <a:lnTo>
                  <a:pt x="1096" y="1343"/>
                </a:lnTo>
                <a:lnTo>
                  <a:pt x="1096" y="1342"/>
                </a:lnTo>
                <a:lnTo>
                  <a:pt x="1095" y="1342"/>
                </a:lnTo>
                <a:lnTo>
                  <a:pt x="1094" y="1341"/>
                </a:lnTo>
                <a:lnTo>
                  <a:pt x="1093" y="1341"/>
                </a:lnTo>
                <a:lnTo>
                  <a:pt x="1093" y="1340"/>
                </a:lnTo>
                <a:lnTo>
                  <a:pt x="1092" y="1340"/>
                </a:lnTo>
                <a:lnTo>
                  <a:pt x="1091" y="1340"/>
                </a:lnTo>
                <a:lnTo>
                  <a:pt x="1091" y="1339"/>
                </a:lnTo>
                <a:lnTo>
                  <a:pt x="1090" y="1339"/>
                </a:lnTo>
                <a:lnTo>
                  <a:pt x="1089" y="1339"/>
                </a:lnTo>
                <a:lnTo>
                  <a:pt x="1088" y="1339"/>
                </a:lnTo>
                <a:lnTo>
                  <a:pt x="1087" y="1339"/>
                </a:lnTo>
                <a:lnTo>
                  <a:pt x="1086" y="1339"/>
                </a:lnTo>
                <a:lnTo>
                  <a:pt x="1086" y="1338"/>
                </a:lnTo>
                <a:lnTo>
                  <a:pt x="1085" y="1338"/>
                </a:lnTo>
                <a:lnTo>
                  <a:pt x="1084" y="1338"/>
                </a:lnTo>
                <a:lnTo>
                  <a:pt x="1083" y="1338"/>
                </a:lnTo>
                <a:lnTo>
                  <a:pt x="1083" y="1339"/>
                </a:lnTo>
                <a:lnTo>
                  <a:pt x="1083" y="1340"/>
                </a:lnTo>
                <a:lnTo>
                  <a:pt x="1083" y="1341"/>
                </a:lnTo>
                <a:lnTo>
                  <a:pt x="1083" y="1342"/>
                </a:lnTo>
                <a:lnTo>
                  <a:pt x="1083" y="1343"/>
                </a:lnTo>
                <a:lnTo>
                  <a:pt x="1083" y="1344"/>
                </a:lnTo>
                <a:lnTo>
                  <a:pt x="1082" y="1344"/>
                </a:lnTo>
                <a:lnTo>
                  <a:pt x="1082" y="1345"/>
                </a:lnTo>
                <a:lnTo>
                  <a:pt x="1082" y="1344"/>
                </a:lnTo>
                <a:lnTo>
                  <a:pt x="1082" y="1345"/>
                </a:lnTo>
                <a:lnTo>
                  <a:pt x="1082" y="1346"/>
                </a:lnTo>
                <a:lnTo>
                  <a:pt x="1081" y="1346"/>
                </a:lnTo>
                <a:lnTo>
                  <a:pt x="1081" y="1347"/>
                </a:lnTo>
                <a:lnTo>
                  <a:pt x="1081" y="1348"/>
                </a:lnTo>
                <a:lnTo>
                  <a:pt x="1080" y="1348"/>
                </a:lnTo>
                <a:lnTo>
                  <a:pt x="1080" y="1349"/>
                </a:lnTo>
                <a:lnTo>
                  <a:pt x="1080" y="1350"/>
                </a:lnTo>
                <a:lnTo>
                  <a:pt x="1079" y="1350"/>
                </a:lnTo>
                <a:lnTo>
                  <a:pt x="1079" y="1351"/>
                </a:lnTo>
                <a:lnTo>
                  <a:pt x="1078" y="1351"/>
                </a:lnTo>
                <a:lnTo>
                  <a:pt x="1077" y="1352"/>
                </a:lnTo>
                <a:lnTo>
                  <a:pt x="1077" y="1353"/>
                </a:lnTo>
                <a:lnTo>
                  <a:pt x="1077" y="1354"/>
                </a:lnTo>
                <a:lnTo>
                  <a:pt x="1076" y="1354"/>
                </a:lnTo>
                <a:lnTo>
                  <a:pt x="1077" y="1354"/>
                </a:lnTo>
                <a:lnTo>
                  <a:pt x="1077" y="1355"/>
                </a:lnTo>
                <a:lnTo>
                  <a:pt x="1077" y="1356"/>
                </a:lnTo>
                <a:lnTo>
                  <a:pt x="1077" y="1357"/>
                </a:lnTo>
                <a:lnTo>
                  <a:pt x="1077" y="1358"/>
                </a:lnTo>
                <a:lnTo>
                  <a:pt x="1077" y="1359"/>
                </a:lnTo>
                <a:lnTo>
                  <a:pt x="1076" y="1359"/>
                </a:lnTo>
                <a:lnTo>
                  <a:pt x="1076" y="1360"/>
                </a:lnTo>
                <a:lnTo>
                  <a:pt x="1076" y="1361"/>
                </a:lnTo>
                <a:lnTo>
                  <a:pt x="1076" y="1362"/>
                </a:lnTo>
                <a:lnTo>
                  <a:pt x="1076" y="1363"/>
                </a:lnTo>
                <a:lnTo>
                  <a:pt x="1075" y="1364"/>
                </a:lnTo>
                <a:lnTo>
                  <a:pt x="1075" y="1365"/>
                </a:lnTo>
                <a:lnTo>
                  <a:pt x="1074" y="1365"/>
                </a:lnTo>
                <a:lnTo>
                  <a:pt x="1073" y="1365"/>
                </a:lnTo>
                <a:lnTo>
                  <a:pt x="1072" y="1365"/>
                </a:lnTo>
                <a:lnTo>
                  <a:pt x="1072" y="1366"/>
                </a:lnTo>
                <a:lnTo>
                  <a:pt x="1071" y="1366"/>
                </a:lnTo>
                <a:lnTo>
                  <a:pt x="1071" y="1365"/>
                </a:lnTo>
                <a:lnTo>
                  <a:pt x="1070" y="1365"/>
                </a:lnTo>
                <a:lnTo>
                  <a:pt x="1070" y="1366"/>
                </a:lnTo>
                <a:lnTo>
                  <a:pt x="1069" y="1366"/>
                </a:lnTo>
                <a:lnTo>
                  <a:pt x="1069" y="1367"/>
                </a:lnTo>
                <a:lnTo>
                  <a:pt x="1068" y="1367"/>
                </a:lnTo>
                <a:lnTo>
                  <a:pt x="1068" y="1368"/>
                </a:lnTo>
                <a:lnTo>
                  <a:pt x="1067" y="1368"/>
                </a:lnTo>
                <a:lnTo>
                  <a:pt x="1066" y="1368"/>
                </a:lnTo>
                <a:lnTo>
                  <a:pt x="1066" y="1369"/>
                </a:lnTo>
                <a:lnTo>
                  <a:pt x="1066" y="1370"/>
                </a:lnTo>
                <a:lnTo>
                  <a:pt x="1065" y="1370"/>
                </a:lnTo>
                <a:lnTo>
                  <a:pt x="1065" y="1371"/>
                </a:lnTo>
                <a:lnTo>
                  <a:pt x="1065" y="1370"/>
                </a:lnTo>
                <a:lnTo>
                  <a:pt x="1064" y="1371"/>
                </a:lnTo>
                <a:lnTo>
                  <a:pt x="1063" y="1371"/>
                </a:lnTo>
                <a:lnTo>
                  <a:pt x="1063" y="1370"/>
                </a:lnTo>
                <a:lnTo>
                  <a:pt x="1062" y="1370"/>
                </a:lnTo>
                <a:lnTo>
                  <a:pt x="1062" y="1371"/>
                </a:lnTo>
                <a:lnTo>
                  <a:pt x="1061" y="1371"/>
                </a:lnTo>
                <a:lnTo>
                  <a:pt x="1061" y="1370"/>
                </a:lnTo>
                <a:lnTo>
                  <a:pt x="1060" y="1370"/>
                </a:lnTo>
                <a:lnTo>
                  <a:pt x="1059" y="1370"/>
                </a:lnTo>
                <a:lnTo>
                  <a:pt x="1058" y="1370"/>
                </a:lnTo>
                <a:lnTo>
                  <a:pt x="1058" y="1371"/>
                </a:lnTo>
                <a:lnTo>
                  <a:pt x="1057" y="1371"/>
                </a:lnTo>
                <a:lnTo>
                  <a:pt x="1057" y="1372"/>
                </a:lnTo>
                <a:lnTo>
                  <a:pt x="1057" y="1373"/>
                </a:lnTo>
                <a:lnTo>
                  <a:pt x="1057" y="1374"/>
                </a:lnTo>
                <a:lnTo>
                  <a:pt x="1056" y="1374"/>
                </a:lnTo>
                <a:lnTo>
                  <a:pt x="1055" y="1374"/>
                </a:lnTo>
                <a:lnTo>
                  <a:pt x="1055" y="1375"/>
                </a:lnTo>
                <a:lnTo>
                  <a:pt x="1054" y="1376"/>
                </a:lnTo>
                <a:lnTo>
                  <a:pt x="1054" y="1377"/>
                </a:lnTo>
                <a:lnTo>
                  <a:pt x="1053" y="1377"/>
                </a:lnTo>
                <a:lnTo>
                  <a:pt x="1053" y="1378"/>
                </a:lnTo>
                <a:lnTo>
                  <a:pt x="1053" y="1379"/>
                </a:lnTo>
                <a:lnTo>
                  <a:pt x="1053" y="1380"/>
                </a:lnTo>
                <a:lnTo>
                  <a:pt x="1052" y="1380"/>
                </a:lnTo>
                <a:lnTo>
                  <a:pt x="1052" y="1381"/>
                </a:lnTo>
                <a:lnTo>
                  <a:pt x="1052" y="1382"/>
                </a:lnTo>
                <a:lnTo>
                  <a:pt x="1053" y="1383"/>
                </a:lnTo>
                <a:lnTo>
                  <a:pt x="1053" y="1384"/>
                </a:lnTo>
                <a:lnTo>
                  <a:pt x="1054" y="1384"/>
                </a:lnTo>
                <a:lnTo>
                  <a:pt x="1054" y="1385"/>
                </a:lnTo>
                <a:lnTo>
                  <a:pt x="1055" y="1386"/>
                </a:lnTo>
                <a:lnTo>
                  <a:pt x="1055" y="1387"/>
                </a:lnTo>
                <a:lnTo>
                  <a:pt x="1056" y="1387"/>
                </a:lnTo>
                <a:lnTo>
                  <a:pt x="1056" y="1388"/>
                </a:lnTo>
                <a:lnTo>
                  <a:pt x="1057" y="1388"/>
                </a:lnTo>
                <a:lnTo>
                  <a:pt x="1056" y="1388"/>
                </a:lnTo>
                <a:lnTo>
                  <a:pt x="1056" y="1389"/>
                </a:lnTo>
                <a:lnTo>
                  <a:pt x="1055" y="1389"/>
                </a:lnTo>
                <a:lnTo>
                  <a:pt x="1054" y="1390"/>
                </a:lnTo>
                <a:lnTo>
                  <a:pt x="1053" y="1390"/>
                </a:lnTo>
                <a:lnTo>
                  <a:pt x="1053" y="1391"/>
                </a:lnTo>
                <a:lnTo>
                  <a:pt x="1052" y="1391"/>
                </a:lnTo>
                <a:lnTo>
                  <a:pt x="1052" y="1392"/>
                </a:lnTo>
                <a:lnTo>
                  <a:pt x="1051" y="1392"/>
                </a:lnTo>
                <a:lnTo>
                  <a:pt x="1050" y="1391"/>
                </a:lnTo>
                <a:lnTo>
                  <a:pt x="1049" y="1391"/>
                </a:lnTo>
                <a:lnTo>
                  <a:pt x="1049" y="1392"/>
                </a:lnTo>
                <a:lnTo>
                  <a:pt x="1048" y="1392"/>
                </a:lnTo>
                <a:lnTo>
                  <a:pt x="1047" y="1393"/>
                </a:lnTo>
                <a:lnTo>
                  <a:pt x="1047" y="1394"/>
                </a:lnTo>
                <a:lnTo>
                  <a:pt x="1046" y="1394"/>
                </a:lnTo>
                <a:lnTo>
                  <a:pt x="1045" y="1394"/>
                </a:lnTo>
                <a:lnTo>
                  <a:pt x="1045" y="1395"/>
                </a:lnTo>
                <a:lnTo>
                  <a:pt x="1044" y="1396"/>
                </a:lnTo>
                <a:lnTo>
                  <a:pt x="1043" y="1396"/>
                </a:lnTo>
                <a:lnTo>
                  <a:pt x="1043" y="1397"/>
                </a:lnTo>
                <a:lnTo>
                  <a:pt x="1042" y="1397"/>
                </a:lnTo>
                <a:lnTo>
                  <a:pt x="1041" y="1396"/>
                </a:lnTo>
                <a:lnTo>
                  <a:pt x="1040" y="1396"/>
                </a:lnTo>
                <a:lnTo>
                  <a:pt x="1040" y="1397"/>
                </a:lnTo>
                <a:lnTo>
                  <a:pt x="1039" y="1397"/>
                </a:lnTo>
                <a:lnTo>
                  <a:pt x="1038" y="1397"/>
                </a:lnTo>
                <a:lnTo>
                  <a:pt x="1037" y="1397"/>
                </a:lnTo>
                <a:lnTo>
                  <a:pt x="1037" y="1398"/>
                </a:lnTo>
                <a:lnTo>
                  <a:pt x="1037" y="1399"/>
                </a:lnTo>
                <a:lnTo>
                  <a:pt x="1036" y="1399"/>
                </a:lnTo>
                <a:lnTo>
                  <a:pt x="1037" y="1399"/>
                </a:lnTo>
                <a:lnTo>
                  <a:pt x="1036" y="1399"/>
                </a:lnTo>
                <a:lnTo>
                  <a:pt x="1036" y="1400"/>
                </a:lnTo>
                <a:lnTo>
                  <a:pt x="1036" y="1401"/>
                </a:lnTo>
                <a:lnTo>
                  <a:pt x="1035" y="1401"/>
                </a:lnTo>
                <a:lnTo>
                  <a:pt x="1035" y="1402"/>
                </a:lnTo>
                <a:lnTo>
                  <a:pt x="1035" y="1403"/>
                </a:lnTo>
                <a:lnTo>
                  <a:pt x="1036" y="1403"/>
                </a:lnTo>
                <a:lnTo>
                  <a:pt x="1035" y="1403"/>
                </a:lnTo>
                <a:lnTo>
                  <a:pt x="1035" y="1404"/>
                </a:lnTo>
                <a:lnTo>
                  <a:pt x="1035" y="1405"/>
                </a:lnTo>
                <a:lnTo>
                  <a:pt x="1036" y="1405"/>
                </a:lnTo>
                <a:lnTo>
                  <a:pt x="1036" y="1406"/>
                </a:lnTo>
                <a:lnTo>
                  <a:pt x="1036" y="1407"/>
                </a:lnTo>
                <a:lnTo>
                  <a:pt x="1037" y="1407"/>
                </a:lnTo>
                <a:lnTo>
                  <a:pt x="1037" y="1408"/>
                </a:lnTo>
                <a:lnTo>
                  <a:pt x="1036" y="1408"/>
                </a:lnTo>
                <a:lnTo>
                  <a:pt x="1036" y="1409"/>
                </a:lnTo>
                <a:lnTo>
                  <a:pt x="1036" y="1410"/>
                </a:lnTo>
                <a:lnTo>
                  <a:pt x="1036" y="1409"/>
                </a:lnTo>
                <a:lnTo>
                  <a:pt x="1036" y="1410"/>
                </a:lnTo>
                <a:lnTo>
                  <a:pt x="1035" y="1410"/>
                </a:lnTo>
                <a:lnTo>
                  <a:pt x="1034" y="1410"/>
                </a:lnTo>
                <a:lnTo>
                  <a:pt x="1033" y="1410"/>
                </a:lnTo>
                <a:lnTo>
                  <a:pt x="1033" y="1409"/>
                </a:lnTo>
                <a:lnTo>
                  <a:pt x="1032" y="1409"/>
                </a:lnTo>
                <a:lnTo>
                  <a:pt x="1032" y="1410"/>
                </a:lnTo>
                <a:lnTo>
                  <a:pt x="1031" y="1410"/>
                </a:lnTo>
                <a:lnTo>
                  <a:pt x="1030" y="1410"/>
                </a:lnTo>
                <a:lnTo>
                  <a:pt x="1030" y="1411"/>
                </a:lnTo>
                <a:lnTo>
                  <a:pt x="1030" y="1410"/>
                </a:lnTo>
                <a:lnTo>
                  <a:pt x="1029" y="1410"/>
                </a:lnTo>
                <a:lnTo>
                  <a:pt x="1028" y="1410"/>
                </a:lnTo>
                <a:lnTo>
                  <a:pt x="1027" y="1411"/>
                </a:lnTo>
                <a:lnTo>
                  <a:pt x="1026" y="1411"/>
                </a:lnTo>
                <a:lnTo>
                  <a:pt x="1026" y="1410"/>
                </a:lnTo>
                <a:lnTo>
                  <a:pt x="1025" y="1410"/>
                </a:lnTo>
                <a:lnTo>
                  <a:pt x="1025" y="1409"/>
                </a:lnTo>
                <a:lnTo>
                  <a:pt x="1024" y="1409"/>
                </a:lnTo>
                <a:lnTo>
                  <a:pt x="1024" y="1408"/>
                </a:lnTo>
                <a:lnTo>
                  <a:pt x="1023" y="1408"/>
                </a:lnTo>
                <a:lnTo>
                  <a:pt x="1023" y="1407"/>
                </a:lnTo>
                <a:lnTo>
                  <a:pt x="1022" y="1407"/>
                </a:lnTo>
                <a:lnTo>
                  <a:pt x="1021" y="1407"/>
                </a:lnTo>
                <a:lnTo>
                  <a:pt x="1020" y="1407"/>
                </a:lnTo>
                <a:lnTo>
                  <a:pt x="1019" y="1406"/>
                </a:lnTo>
                <a:lnTo>
                  <a:pt x="1020" y="1406"/>
                </a:lnTo>
                <a:lnTo>
                  <a:pt x="1020" y="1405"/>
                </a:lnTo>
                <a:lnTo>
                  <a:pt x="1019" y="1404"/>
                </a:lnTo>
                <a:lnTo>
                  <a:pt x="1019" y="1403"/>
                </a:lnTo>
                <a:lnTo>
                  <a:pt x="1018" y="1403"/>
                </a:lnTo>
                <a:lnTo>
                  <a:pt x="1017" y="1403"/>
                </a:lnTo>
                <a:lnTo>
                  <a:pt x="1016" y="1403"/>
                </a:lnTo>
                <a:lnTo>
                  <a:pt x="1016" y="1404"/>
                </a:lnTo>
                <a:lnTo>
                  <a:pt x="1016" y="1403"/>
                </a:lnTo>
                <a:lnTo>
                  <a:pt x="1015" y="1403"/>
                </a:lnTo>
                <a:lnTo>
                  <a:pt x="1015" y="1404"/>
                </a:lnTo>
                <a:lnTo>
                  <a:pt x="1015" y="1403"/>
                </a:lnTo>
                <a:lnTo>
                  <a:pt x="1015" y="1404"/>
                </a:lnTo>
                <a:lnTo>
                  <a:pt x="1014" y="1404"/>
                </a:lnTo>
                <a:lnTo>
                  <a:pt x="1014" y="1403"/>
                </a:lnTo>
                <a:lnTo>
                  <a:pt x="1013" y="1402"/>
                </a:lnTo>
                <a:lnTo>
                  <a:pt x="1012" y="1402"/>
                </a:lnTo>
                <a:lnTo>
                  <a:pt x="1012" y="1403"/>
                </a:lnTo>
                <a:lnTo>
                  <a:pt x="1011" y="1403"/>
                </a:lnTo>
                <a:lnTo>
                  <a:pt x="1011" y="1402"/>
                </a:lnTo>
                <a:lnTo>
                  <a:pt x="1010" y="1402"/>
                </a:lnTo>
                <a:lnTo>
                  <a:pt x="1009" y="1402"/>
                </a:lnTo>
                <a:lnTo>
                  <a:pt x="1008" y="1402"/>
                </a:lnTo>
                <a:lnTo>
                  <a:pt x="1007" y="1402"/>
                </a:lnTo>
                <a:lnTo>
                  <a:pt x="1007" y="1401"/>
                </a:lnTo>
                <a:lnTo>
                  <a:pt x="1007" y="1400"/>
                </a:lnTo>
                <a:lnTo>
                  <a:pt x="1007" y="1399"/>
                </a:lnTo>
                <a:lnTo>
                  <a:pt x="1007" y="1398"/>
                </a:lnTo>
                <a:lnTo>
                  <a:pt x="1006" y="1398"/>
                </a:lnTo>
                <a:lnTo>
                  <a:pt x="1006" y="1397"/>
                </a:lnTo>
                <a:lnTo>
                  <a:pt x="1005" y="1397"/>
                </a:lnTo>
                <a:lnTo>
                  <a:pt x="1004" y="1397"/>
                </a:lnTo>
                <a:lnTo>
                  <a:pt x="1004" y="1396"/>
                </a:lnTo>
                <a:lnTo>
                  <a:pt x="1004" y="1395"/>
                </a:lnTo>
                <a:lnTo>
                  <a:pt x="1004" y="1394"/>
                </a:lnTo>
                <a:lnTo>
                  <a:pt x="1002" y="1394"/>
                </a:lnTo>
                <a:lnTo>
                  <a:pt x="1002" y="1393"/>
                </a:lnTo>
                <a:lnTo>
                  <a:pt x="1001" y="1393"/>
                </a:lnTo>
                <a:lnTo>
                  <a:pt x="1000" y="1393"/>
                </a:lnTo>
                <a:lnTo>
                  <a:pt x="1000" y="1392"/>
                </a:lnTo>
                <a:lnTo>
                  <a:pt x="999" y="1392"/>
                </a:lnTo>
                <a:lnTo>
                  <a:pt x="999" y="1391"/>
                </a:lnTo>
                <a:lnTo>
                  <a:pt x="1000" y="1391"/>
                </a:lnTo>
                <a:lnTo>
                  <a:pt x="1000" y="1390"/>
                </a:lnTo>
                <a:lnTo>
                  <a:pt x="1001" y="1390"/>
                </a:lnTo>
                <a:lnTo>
                  <a:pt x="1000" y="1390"/>
                </a:lnTo>
                <a:lnTo>
                  <a:pt x="1000" y="1389"/>
                </a:lnTo>
                <a:lnTo>
                  <a:pt x="999" y="1389"/>
                </a:lnTo>
                <a:lnTo>
                  <a:pt x="999" y="1388"/>
                </a:lnTo>
                <a:lnTo>
                  <a:pt x="999" y="1389"/>
                </a:lnTo>
                <a:lnTo>
                  <a:pt x="999" y="1388"/>
                </a:lnTo>
                <a:lnTo>
                  <a:pt x="998" y="1388"/>
                </a:lnTo>
                <a:lnTo>
                  <a:pt x="998" y="1387"/>
                </a:lnTo>
                <a:lnTo>
                  <a:pt x="997" y="1387"/>
                </a:lnTo>
                <a:lnTo>
                  <a:pt x="997" y="1386"/>
                </a:lnTo>
                <a:lnTo>
                  <a:pt x="998" y="1386"/>
                </a:lnTo>
                <a:lnTo>
                  <a:pt x="998" y="1385"/>
                </a:lnTo>
                <a:lnTo>
                  <a:pt x="997" y="1385"/>
                </a:lnTo>
                <a:lnTo>
                  <a:pt x="997" y="1384"/>
                </a:lnTo>
                <a:lnTo>
                  <a:pt x="996" y="1384"/>
                </a:lnTo>
                <a:lnTo>
                  <a:pt x="996" y="1383"/>
                </a:lnTo>
                <a:lnTo>
                  <a:pt x="996" y="1382"/>
                </a:lnTo>
                <a:lnTo>
                  <a:pt x="997" y="1382"/>
                </a:lnTo>
                <a:lnTo>
                  <a:pt x="997" y="1381"/>
                </a:lnTo>
                <a:lnTo>
                  <a:pt x="997" y="1380"/>
                </a:lnTo>
                <a:lnTo>
                  <a:pt x="997" y="1379"/>
                </a:lnTo>
                <a:lnTo>
                  <a:pt x="996" y="1379"/>
                </a:lnTo>
                <a:lnTo>
                  <a:pt x="996" y="1380"/>
                </a:lnTo>
                <a:lnTo>
                  <a:pt x="996" y="1379"/>
                </a:lnTo>
                <a:lnTo>
                  <a:pt x="995" y="1379"/>
                </a:lnTo>
                <a:lnTo>
                  <a:pt x="996" y="1379"/>
                </a:lnTo>
                <a:lnTo>
                  <a:pt x="995" y="1379"/>
                </a:lnTo>
                <a:lnTo>
                  <a:pt x="995" y="1378"/>
                </a:lnTo>
                <a:lnTo>
                  <a:pt x="994" y="1378"/>
                </a:lnTo>
                <a:lnTo>
                  <a:pt x="994" y="1377"/>
                </a:lnTo>
                <a:lnTo>
                  <a:pt x="995" y="1377"/>
                </a:lnTo>
                <a:lnTo>
                  <a:pt x="994" y="1377"/>
                </a:lnTo>
                <a:lnTo>
                  <a:pt x="993" y="1377"/>
                </a:lnTo>
                <a:lnTo>
                  <a:pt x="993" y="1376"/>
                </a:lnTo>
                <a:lnTo>
                  <a:pt x="993" y="1377"/>
                </a:lnTo>
                <a:lnTo>
                  <a:pt x="992" y="1377"/>
                </a:lnTo>
                <a:lnTo>
                  <a:pt x="992" y="1376"/>
                </a:lnTo>
                <a:lnTo>
                  <a:pt x="991" y="1376"/>
                </a:lnTo>
                <a:lnTo>
                  <a:pt x="991" y="1375"/>
                </a:lnTo>
                <a:lnTo>
                  <a:pt x="990" y="1375"/>
                </a:lnTo>
                <a:lnTo>
                  <a:pt x="990" y="1374"/>
                </a:lnTo>
                <a:lnTo>
                  <a:pt x="989" y="1374"/>
                </a:lnTo>
                <a:lnTo>
                  <a:pt x="988" y="1374"/>
                </a:lnTo>
                <a:lnTo>
                  <a:pt x="988" y="1373"/>
                </a:lnTo>
                <a:lnTo>
                  <a:pt x="987" y="1373"/>
                </a:lnTo>
                <a:lnTo>
                  <a:pt x="987" y="1374"/>
                </a:lnTo>
                <a:lnTo>
                  <a:pt x="986" y="1374"/>
                </a:lnTo>
                <a:lnTo>
                  <a:pt x="985" y="1374"/>
                </a:lnTo>
                <a:lnTo>
                  <a:pt x="984" y="1374"/>
                </a:lnTo>
                <a:lnTo>
                  <a:pt x="983" y="1374"/>
                </a:lnTo>
                <a:lnTo>
                  <a:pt x="982" y="1374"/>
                </a:lnTo>
                <a:lnTo>
                  <a:pt x="982" y="1373"/>
                </a:lnTo>
                <a:lnTo>
                  <a:pt x="981" y="1373"/>
                </a:lnTo>
                <a:lnTo>
                  <a:pt x="980" y="1373"/>
                </a:lnTo>
                <a:lnTo>
                  <a:pt x="980" y="1372"/>
                </a:lnTo>
                <a:lnTo>
                  <a:pt x="980" y="1371"/>
                </a:lnTo>
                <a:lnTo>
                  <a:pt x="979" y="1371"/>
                </a:lnTo>
                <a:lnTo>
                  <a:pt x="980" y="1371"/>
                </a:lnTo>
                <a:lnTo>
                  <a:pt x="980" y="1370"/>
                </a:lnTo>
                <a:lnTo>
                  <a:pt x="981" y="1370"/>
                </a:lnTo>
                <a:lnTo>
                  <a:pt x="980" y="1369"/>
                </a:lnTo>
                <a:lnTo>
                  <a:pt x="979" y="1369"/>
                </a:lnTo>
                <a:lnTo>
                  <a:pt x="978" y="1369"/>
                </a:lnTo>
                <a:lnTo>
                  <a:pt x="976" y="1369"/>
                </a:lnTo>
                <a:lnTo>
                  <a:pt x="976" y="1368"/>
                </a:lnTo>
                <a:lnTo>
                  <a:pt x="975" y="1368"/>
                </a:lnTo>
                <a:lnTo>
                  <a:pt x="975" y="1367"/>
                </a:lnTo>
                <a:lnTo>
                  <a:pt x="974" y="1367"/>
                </a:lnTo>
                <a:lnTo>
                  <a:pt x="974" y="1366"/>
                </a:lnTo>
                <a:lnTo>
                  <a:pt x="974" y="1365"/>
                </a:lnTo>
                <a:lnTo>
                  <a:pt x="974" y="1364"/>
                </a:lnTo>
                <a:lnTo>
                  <a:pt x="973" y="1364"/>
                </a:lnTo>
                <a:lnTo>
                  <a:pt x="973" y="1365"/>
                </a:lnTo>
                <a:lnTo>
                  <a:pt x="973" y="1364"/>
                </a:lnTo>
                <a:lnTo>
                  <a:pt x="972" y="1364"/>
                </a:lnTo>
                <a:lnTo>
                  <a:pt x="972" y="1365"/>
                </a:lnTo>
                <a:lnTo>
                  <a:pt x="972" y="1364"/>
                </a:lnTo>
                <a:lnTo>
                  <a:pt x="971" y="1364"/>
                </a:lnTo>
                <a:lnTo>
                  <a:pt x="971" y="1365"/>
                </a:lnTo>
                <a:lnTo>
                  <a:pt x="970" y="1365"/>
                </a:lnTo>
                <a:lnTo>
                  <a:pt x="970" y="1364"/>
                </a:lnTo>
                <a:lnTo>
                  <a:pt x="969" y="1364"/>
                </a:lnTo>
                <a:lnTo>
                  <a:pt x="969" y="1363"/>
                </a:lnTo>
                <a:lnTo>
                  <a:pt x="969" y="1362"/>
                </a:lnTo>
                <a:lnTo>
                  <a:pt x="968" y="1362"/>
                </a:lnTo>
                <a:lnTo>
                  <a:pt x="967" y="1362"/>
                </a:lnTo>
                <a:lnTo>
                  <a:pt x="966" y="1362"/>
                </a:lnTo>
                <a:lnTo>
                  <a:pt x="966" y="1361"/>
                </a:lnTo>
                <a:lnTo>
                  <a:pt x="966" y="1360"/>
                </a:lnTo>
                <a:lnTo>
                  <a:pt x="966" y="1359"/>
                </a:lnTo>
                <a:lnTo>
                  <a:pt x="965" y="1359"/>
                </a:lnTo>
                <a:lnTo>
                  <a:pt x="965" y="1358"/>
                </a:lnTo>
                <a:lnTo>
                  <a:pt x="964" y="1358"/>
                </a:lnTo>
                <a:lnTo>
                  <a:pt x="963" y="1358"/>
                </a:lnTo>
                <a:lnTo>
                  <a:pt x="963" y="1357"/>
                </a:lnTo>
                <a:lnTo>
                  <a:pt x="962" y="1357"/>
                </a:lnTo>
                <a:lnTo>
                  <a:pt x="961" y="1357"/>
                </a:lnTo>
                <a:lnTo>
                  <a:pt x="961" y="1358"/>
                </a:lnTo>
                <a:lnTo>
                  <a:pt x="960" y="1358"/>
                </a:lnTo>
                <a:lnTo>
                  <a:pt x="959" y="1358"/>
                </a:lnTo>
                <a:lnTo>
                  <a:pt x="958" y="1358"/>
                </a:lnTo>
                <a:lnTo>
                  <a:pt x="958" y="1359"/>
                </a:lnTo>
                <a:lnTo>
                  <a:pt x="957" y="1359"/>
                </a:lnTo>
                <a:lnTo>
                  <a:pt x="956" y="1359"/>
                </a:lnTo>
                <a:lnTo>
                  <a:pt x="956" y="1360"/>
                </a:lnTo>
                <a:lnTo>
                  <a:pt x="956" y="1359"/>
                </a:lnTo>
                <a:lnTo>
                  <a:pt x="955" y="1359"/>
                </a:lnTo>
                <a:lnTo>
                  <a:pt x="955" y="1358"/>
                </a:lnTo>
                <a:lnTo>
                  <a:pt x="954" y="1358"/>
                </a:lnTo>
                <a:lnTo>
                  <a:pt x="954" y="1357"/>
                </a:lnTo>
                <a:lnTo>
                  <a:pt x="953" y="1357"/>
                </a:lnTo>
                <a:lnTo>
                  <a:pt x="953" y="1356"/>
                </a:lnTo>
                <a:lnTo>
                  <a:pt x="952" y="1356"/>
                </a:lnTo>
                <a:lnTo>
                  <a:pt x="951" y="1356"/>
                </a:lnTo>
                <a:lnTo>
                  <a:pt x="951" y="1355"/>
                </a:lnTo>
                <a:lnTo>
                  <a:pt x="950" y="1355"/>
                </a:lnTo>
                <a:lnTo>
                  <a:pt x="950" y="1354"/>
                </a:lnTo>
                <a:lnTo>
                  <a:pt x="950" y="1353"/>
                </a:lnTo>
                <a:lnTo>
                  <a:pt x="949" y="1353"/>
                </a:lnTo>
                <a:lnTo>
                  <a:pt x="948" y="1353"/>
                </a:lnTo>
                <a:lnTo>
                  <a:pt x="948" y="1352"/>
                </a:lnTo>
                <a:lnTo>
                  <a:pt x="947" y="1352"/>
                </a:lnTo>
                <a:lnTo>
                  <a:pt x="948" y="1351"/>
                </a:lnTo>
                <a:lnTo>
                  <a:pt x="947" y="1351"/>
                </a:lnTo>
                <a:lnTo>
                  <a:pt x="946" y="1351"/>
                </a:lnTo>
                <a:lnTo>
                  <a:pt x="945" y="1351"/>
                </a:lnTo>
                <a:lnTo>
                  <a:pt x="944" y="1351"/>
                </a:lnTo>
                <a:lnTo>
                  <a:pt x="944" y="1352"/>
                </a:lnTo>
                <a:lnTo>
                  <a:pt x="943" y="1352"/>
                </a:lnTo>
                <a:lnTo>
                  <a:pt x="943" y="1353"/>
                </a:lnTo>
                <a:lnTo>
                  <a:pt x="943" y="1354"/>
                </a:lnTo>
                <a:lnTo>
                  <a:pt x="942" y="1354"/>
                </a:lnTo>
                <a:lnTo>
                  <a:pt x="943" y="1354"/>
                </a:lnTo>
                <a:lnTo>
                  <a:pt x="942" y="1354"/>
                </a:lnTo>
                <a:lnTo>
                  <a:pt x="942" y="1355"/>
                </a:lnTo>
                <a:lnTo>
                  <a:pt x="943" y="1355"/>
                </a:lnTo>
                <a:lnTo>
                  <a:pt x="942" y="1355"/>
                </a:lnTo>
                <a:lnTo>
                  <a:pt x="942" y="1356"/>
                </a:lnTo>
                <a:lnTo>
                  <a:pt x="941" y="1356"/>
                </a:lnTo>
                <a:lnTo>
                  <a:pt x="940" y="1356"/>
                </a:lnTo>
                <a:lnTo>
                  <a:pt x="939" y="1356"/>
                </a:lnTo>
                <a:lnTo>
                  <a:pt x="939" y="1355"/>
                </a:lnTo>
                <a:lnTo>
                  <a:pt x="939" y="1354"/>
                </a:lnTo>
                <a:lnTo>
                  <a:pt x="939" y="1353"/>
                </a:lnTo>
                <a:lnTo>
                  <a:pt x="938" y="1353"/>
                </a:lnTo>
                <a:lnTo>
                  <a:pt x="939" y="1353"/>
                </a:lnTo>
                <a:lnTo>
                  <a:pt x="939" y="1352"/>
                </a:lnTo>
                <a:lnTo>
                  <a:pt x="938" y="1352"/>
                </a:lnTo>
                <a:lnTo>
                  <a:pt x="938" y="1351"/>
                </a:lnTo>
                <a:lnTo>
                  <a:pt x="937" y="1351"/>
                </a:lnTo>
                <a:lnTo>
                  <a:pt x="936" y="1351"/>
                </a:lnTo>
                <a:lnTo>
                  <a:pt x="936" y="1350"/>
                </a:lnTo>
                <a:lnTo>
                  <a:pt x="936" y="1349"/>
                </a:lnTo>
                <a:lnTo>
                  <a:pt x="935" y="1349"/>
                </a:lnTo>
                <a:lnTo>
                  <a:pt x="936" y="1349"/>
                </a:lnTo>
                <a:lnTo>
                  <a:pt x="935" y="1349"/>
                </a:lnTo>
                <a:lnTo>
                  <a:pt x="935" y="1348"/>
                </a:lnTo>
                <a:lnTo>
                  <a:pt x="936" y="1348"/>
                </a:lnTo>
                <a:lnTo>
                  <a:pt x="935" y="1348"/>
                </a:lnTo>
                <a:lnTo>
                  <a:pt x="935" y="1347"/>
                </a:lnTo>
                <a:lnTo>
                  <a:pt x="934" y="1347"/>
                </a:lnTo>
                <a:lnTo>
                  <a:pt x="934" y="1346"/>
                </a:lnTo>
                <a:lnTo>
                  <a:pt x="933" y="1346"/>
                </a:lnTo>
                <a:lnTo>
                  <a:pt x="933" y="1345"/>
                </a:lnTo>
                <a:lnTo>
                  <a:pt x="932" y="1345"/>
                </a:lnTo>
                <a:lnTo>
                  <a:pt x="932" y="1344"/>
                </a:lnTo>
                <a:lnTo>
                  <a:pt x="931" y="1344"/>
                </a:lnTo>
                <a:lnTo>
                  <a:pt x="930" y="1343"/>
                </a:lnTo>
                <a:lnTo>
                  <a:pt x="929" y="1343"/>
                </a:lnTo>
                <a:lnTo>
                  <a:pt x="929" y="1342"/>
                </a:lnTo>
                <a:lnTo>
                  <a:pt x="928" y="1342"/>
                </a:lnTo>
                <a:lnTo>
                  <a:pt x="928" y="1341"/>
                </a:lnTo>
                <a:lnTo>
                  <a:pt x="927" y="1341"/>
                </a:lnTo>
                <a:lnTo>
                  <a:pt x="926" y="1341"/>
                </a:lnTo>
                <a:lnTo>
                  <a:pt x="925" y="1341"/>
                </a:lnTo>
                <a:lnTo>
                  <a:pt x="924" y="1341"/>
                </a:lnTo>
                <a:lnTo>
                  <a:pt x="923" y="1341"/>
                </a:lnTo>
                <a:lnTo>
                  <a:pt x="923" y="1342"/>
                </a:lnTo>
                <a:lnTo>
                  <a:pt x="922" y="1343"/>
                </a:lnTo>
                <a:lnTo>
                  <a:pt x="922" y="1342"/>
                </a:lnTo>
                <a:lnTo>
                  <a:pt x="921" y="1342"/>
                </a:lnTo>
                <a:lnTo>
                  <a:pt x="920" y="1343"/>
                </a:lnTo>
                <a:lnTo>
                  <a:pt x="919" y="1343"/>
                </a:lnTo>
                <a:lnTo>
                  <a:pt x="918" y="1344"/>
                </a:lnTo>
                <a:lnTo>
                  <a:pt x="918" y="1345"/>
                </a:lnTo>
                <a:lnTo>
                  <a:pt x="917" y="1345"/>
                </a:lnTo>
                <a:lnTo>
                  <a:pt x="917" y="1346"/>
                </a:lnTo>
                <a:lnTo>
                  <a:pt x="917" y="1347"/>
                </a:lnTo>
                <a:lnTo>
                  <a:pt x="917" y="1348"/>
                </a:lnTo>
                <a:lnTo>
                  <a:pt x="917" y="1349"/>
                </a:lnTo>
                <a:lnTo>
                  <a:pt x="918" y="1349"/>
                </a:lnTo>
                <a:lnTo>
                  <a:pt x="918" y="1350"/>
                </a:lnTo>
                <a:lnTo>
                  <a:pt x="917" y="1350"/>
                </a:lnTo>
                <a:lnTo>
                  <a:pt x="917" y="1351"/>
                </a:lnTo>
                <a:lnTo>
                  <a:pt x="916" y="1351"/>
                </a:lnTo>
                <a:lnTo>
                  <a:pt x="916" y="1352"/>
                </a:lnTo>
                <a:lnTo>
                  <a:pt x="915" y="1352"/>
                </a:lnTo>
                <a:lnTo>
                  <a:pt x="915" y="1353"/>
                </a:lnTo>
                <a:lnTo>
                  <a:pt x="915" y="1354"/>
                </a:lnTo>
                <a:lnTo>
                  <a:pt x="914" y="1354"/>
                </a:lnTo>
                <a:lnTo>
                  <a:pt x="914" y="1355"/>
                </a:lnTo>
                <a:lnTo>
                  <a:pt x="914" y="1356"/>
                </a:lnTo>
                <a:lnTo>
                  <a:pt x="913" y="1357"/>
                </a:lnTo>
                <a:lnTo>
                  <a:pt x="912" y="1357"/>
                </a:lnTo>
                <a:lnTo>
                  <a:pt x="912" y="1358"/>
                </a:lnTo>
                <a:lnTo>
                  <a:pt x="911" y="1358"/>
                </a:lnTo>
                <a:lnTo>
                  <a:pt x="910" y="1358"/>
                </a:lnTo>
                <a:lnTo>
                  <a:pt x="910" y="1359"/>
                </a:lnTo>
                <a:lnTo>
                  <a:pt x="909" y="1359"/>
                </a:lnTo>
                <a:lnTo>
                  <a:pt x="908" y="1359"/>
                </a:lnTo>
                <a:lnTo>
                  <a:pt x="908" y="1360"/>
                </a:lnTo>
                <a:lnTo>
                  <a:pt x="908" y="1359"/>
                </a:lnTo>
                <a:lnTo>
                  <a:pt x="907" y="1359"/>
                </a:lnTo>
                <a:lnTo>
                  <a:pt x="906" y="1359"/>
                </a:lnTo>
                <a:lnTo>
                  <a:pt x="906" y="1358"/>
                </a:lnTo>
                <a:lnTo>
                  <a:pt x="905" y="1358"/>
                </a:lnTo>
                <a:lnTo>
                  <a:pt x="905" y="1359"/>
                </a:lnTo>
                <a:lnTo>
                  <a:pt x="904" y="1359"/>
                </a:lnTo>
                <a:lnTo>
                  <a:pt x="904" y="1360"/>
                </a:lnTo>
                <a:lnTo>
                  <a:pt x="904" y="1361"/>
                </a:lnTo>
                <a:lnTo>
                  <a:pt x="904" y="1362"/>
                </a:lnTo>
                <a:lnTo>
                  <a:pt x="904" y="1363"/>
                </a:lnTo>
                <a:lnTo>
                  <a:pt x="905" y="1363"/>
                </a:lnTo>
                <a:lnTo>
                  <a:pt x="905" y="1364"/>
                </a:lnTo>
                <a:lnTo>
                  <a:pt x="906" y="1364"/>
                </a:lnTo>
                <a:lnTo>
                  <a:pt x="906" y="1365"/>
                </a:lnTo>
                <a:lnTo>
                  <a:pt x="907" y="1366"/>
                </a:lnTo>
                <a:lnTo>
                  <a:pt x="907" y="1367"/>
                </a:lnTo>
                <a:lnTo>
                  <a:pt x="907" y="1368"/>
                </a:lnTo>
                <a:lnTo>
                  <a:pt x="908" y="1368"/>
                </a:lnTo>
                <a:lnTo>
                  <a:pt x="909" y="1368"/>
                </a:lnTo>
                <a:lnTo>
                  <a:pt x="910" y="1368"/>
                </a:lnTo>
                <a:lnTo>
                  <a:pt x="910" y="1369"/>
                </a:lnTo>
                <a:lnTo>
                  <a:pt x="910" y="1370"/>
                </a:lnTo>
                <a:lnTo>
                  <a:pt x="909" y="1370"/>
                </a:lnTo>
                <a:lnTo>
                  <a:pt x="909" y="1369"/>
                </a:lnTo>
                <a:lnTo>
                  <a:pt x="908" y="1370"/>
                </a:lnTo>
                <a:lnTo>
                  <a:pt x="907" y="1370"/>
                </a:lnTo>
                <a:lnTo>
                  <a:pt x="907" y="1371"/>
                </a:lnTo>
                <a:lnTo>
                  <a:pt x="906" y="1371"/>
                </a:lnTo>
                <a:lnTo>
                  <a:pt x="906" y="1372"/>
                </a:lnTo>
                <a:lnTo>
                  <a:pt x="905" y="1372"/>
                </a:lnTo>
                <a:lnTo>
                  <a:pt x="905" y="1373"/>
                </a:lnTo>
                <a:lnTo>
                  <a:pt x="904" y="1373"/>
                </a:lnTo>
                <a:lnTo>
                  <a:pt x="904" y="1374"/>
                </a:lnTo>
                <a:lnTo>
                  <a:pt x="904" y="1375"/>
                </a:lnTo>
                <a:lnTo>
                  <a:pt x="903" y="1375"/>
                </a:lnTo>
                <a:lnTo>
                  <a:pt x="903" y="1376"/>
                </a:lnTo>
                <a:lnTo>
                  <a:pt x="902" y="1376"/>
                </a:lnTo>
                <a:lnTo>
                  <a:pt x="902" y="1377"/>
                </a:lnTo>
                <a:lnTo>
                  <a:pt x="901" y="1378"/>
                </a:lnTo>
                <a:lnTo>
                  <a:pt x="900" y="1378"/>
                </a:lnTo>
                <a:lnTo>
                  <a:pt x="899" y="1378"/>
                </a:lnTo>
                <a:lnTo>
                  <a:pt x="898" y="1378"/>
                </a:lnTo>
                <a:lnTo>
                  <a:pt x="897" y="1378"/>
                </a:lnTo>
                <a:lnTo>
                  <a:pt x="896" y="1378"/>
                </a:lnTo>
                <a:lnTo>
                  <a:pt x="896" y="1379"/>
                </a:lnTo>
                <a:lnTo>
                  <a:pt x="896" y="1380"/>
                </a:lnTo>
                <a:lnTo>
                  <a:pt x="897" y="1380"/>
                </a:lnTo>
                <a:lnTo>
                  <a:pt x="897" y="1381"/>
                </a:lnTo>
                <a:lnTo>
                  <a:pt x="897" y="1382"/>
                </a:lnTo>
                <a:lnTo>
                  <a:pt x="898" y="1382"/>
                </a:lnTo>
                <a:lnTo>
                  <a:pt x="898" y="1383"/>
                </a:lnTo>
                <a:lnTo>
                  <a:pt x="897" y="1383"/>
                </a:lnTo>
                <a:lnTo>
                  <a:pt x="897" y="1384"/>
                </a:lnTo>
                <a:lnTo>
                  <a:pt x="896" y="1384"/>
                </a:lnTo>
                <a:lnTo>
                  <a:pt x="895" y="1384"/>
                </a:lnTo>
                <a:lnTo>
                  <a:pt x="894" y="1384"/>
                </a:lnTo>
                <a:lnTo>
                  <a:pt x="894" y="1385"/>
                </a:lnTo>
                <a:lnTo>
                  <a:pt x="893" y="1385"/>
                </a:lnTo>
                <a:lnTo>
                  <a:pt x="892" y="1385"/>
                </a:lnTo>
                <a:lnTo>
                  <a:pt x="891" y="1385"/>
                </a:lnTo>
                <a:lnTo>
                  <a:pt x="891" y="1386"/>
                </a:lnTo>
                <a:lnTo>
                  <a:pt x="892" y="1386"/>
                </a:lnTo>
                <a:lnTo>
                  <a:pt x="891" y="1386"/>
                </a:lnTo>
                <a:lnTo>
                  <a:pt x="892" y="1386"/>
                </a:lnTo>
                <a:lnTo>
                  <a:pt x="892" y="1387"/>
                </a:lnTo>
                <a:lnTo>
                  <a:pt x="891" y="1387"/>
                </a:lnTo>
                <a:lnTo>
                  <a:pt x="890" y="1387"/>
                </a:lnTo>
                <a:lnTo>
                  <a:pt x="891" y="1387"/>
                </a:lnTo>
                <a:lnTo>
                  <a:pt x="890" y="1388"/>
                </a:lnTo>
                <a:lnTo>
                  <a:pt x="889" y="1388"/>
                </a:lnTo>
                <a:lnTo>
                  <a:pt x="889" y="1389"/>
                </a:lnTo>
                <a:lnTo>
                  <a:pt x="889" y="1388"/>
                </a:lnTo>
                <a:lnTo>
                  <a:pt x="889" y="1389"/>
                </a:lnTo>
                <a:lnTo>
                  <a:pt x="888" y="1389"/>
                </a:lnTo>
                <a:lnTo>
                  <a:pt x="888" y="1390"/>
                </a:lnTo>
                <a:lnTo>
                  <a:pt x="887" y="1390"/>
                </a:lnTo>
                <a:lnTo>
                  <a:pt x="887" y="1391"/>
                </a:lnTo>
                <a:lnTo>
                  <a:pt x="886" y="1392"/>
                </a:lnTo>
                <a:lnTo>
                  <a:pt x="887" y="1392"/>
                </a:lnTo>
                <a:lnTo>
                  <a:pt x="886" y="1392"/>
                </a:lnTo>
                <a:lnTo>
                  <a:pt x="886" y="1393"/>
                </a:lnTo>
                <a:lnTo>
                  <a:pt x="886" y="1394"/>
                </a:lnTo>
                <a:lnTo>
                  <a:pt x="885" y="1394"/>
                </a:lnTo>
                <a:lnTo>
                  <a:pt x="885" y="1395"/>
                </a:lnTo>
                <a:lnTo>
                  <a:pt x="884" y="1395"/>
                </a:lnTo>
                <a:lnTo>
                  <a:pt x="884" y="1396"/>
                </a:lnTo>
                <a:lnTo>
                  <a:pt x="883" y="1396"/>
                </a:lnTo>
                <a:lnTo>
                  <a:pt x="883" y="1397"/>
                </a:lnTo>
                <a:lnTo>
                  <a:pt x="882" y="1397"/>
                </a:lnTo>
                <a:lnTo>
                  <a:pt x="882" y="1398"/>
                </a:lnTo>
                <a:lnTo>
                  <a:pt x="882" y="1399"/>
                </a:lnTo>
                <a:lnTo>
                  <a:pt x="882" y="1400"/>
                </a:lnTo>
                <a:lnTo>
                  <a:pt x="883" y="1400"/>
                </a:lnTo>
                <a:lnTo>
                  <a:pt x="882" y="1400"/>
                </a:lnTo>
                <a:lnTo>
                  <a:pt x="881" y="1400"/>
                </a:lnTo>
                <a:lnTo>
                  <a:pt x="880" y="1400"/>
                </a:lnTo>
                <a:lnTo>
                  <a:pt x="880" y="1401"/>
                </a:lnTo>
                <a:lnTo>
                  <a:pt x="880" y="1402"/>
                </a:lnTo>
                <a:lnTo>
                  <a:pt x="880" y="1403"/>
                </a:lnTo>
                <a:lnTo>
                  <a:pt x="879" y="1403"/>
                </a:lnTo>
                <a:lnTo>
                  <a:pt x="878" y="1403"/>
                </a:lnTo>
                <a:lnTo>
                  <a:pt x="878" y="1404"/>
                </a:lnTo>
                <a:lnTo>
                  <a:pt x="877" y="1404"/>
                </a:lnTo>
                <a:lnTo>
                  <a:pt x="877" y="1405"/>
                </a:lnTo>
                <a:lnTo>
                  <a:pt x="878" y="1405"/>
                </a:lnTo>
                <a:lnTo>
                  <a:pt x="878" y="1406"/>
                </a:lnTo>
                <a:lnTo>
                  <a:pt x="879" y="1407"/>
                </a:lnTo>
                <a:lnTo>
                  <a:pt x="879" y="1408"/>
                </a:lnTo>
                <a:lnTo>
                  <a:pt x="879" y="1409"/>
                </a:lnTo>
                <a:lnTo>
                  <a:pt x="880" y="1409"/>
                </a:lnTo>
                <a:lnTo>
                  <a:pt x="880" y="1410"/>
                </a:lnTo>
                <a:lnTo>
                  <a:pt x="880" y="1411"/>
                </a:lnTo>
                <a:lnTo>
                  <a:pt x="881" y="1411"/>
                </a:lnTo>
                <a:lnTo>
                  <a:pt x="880" y="1412"/>
                </a:lnTo>
                <a:lnTo>
                  <a:pt x="880" y="1413"/>
                </a:lnTo>
                <a:lnTo>
                  <a:pt x="879" y="1413"/>
                </a:lnTo>
                <a:lnTo>
                  <a:pt x="880" y="1413"/>
                </a:lnTo>
                <a:lnTo>
                  <a:pt x="879" y="1413"/>
                </a:lnTo>
                <a:lnTo>
                  <a:pt x="878" y="1413"/>
                </a:lnTo>
                <a:lnTo>
                  <a:pt x="877" y="1413"/>
                </a:lnTo>
                <a:lnTo>
                  <a:pt x="877" y="1412"/>
                </a:lnTo>
                <a:lnTo>
                  <a:pt x="876" y="1412"/>
                </a:lnTo>
                <a:lnTo>
                  <a:pt x="876" y="1411"/>
                </a:lnTo>
                <a:lnTo>
                  <a:pt x="875" y="1411"/>
                </a:lnTo>
                <a:lnTo>
                  <a:pt x="876" y="1411"/>
                </a:lnTo>
                <a:lnTo>
                  <a:pt x="875" y="1411"/>
                </a:lnTo>
                <a:lnTo>
                  <a:pt x="875" y="1410"/>
                </a:lnTo>
                <a:lnTo>
                  <a:pt x="874" y="1411"/>
                </a:lnTo>
                <a:lnTo>
                  <a:pt x="874" y="1410"/>
                </a:lnTo>
                <a:lnTo>
                  <a:pt x="873" y="1410"/>
                </a:lnTo>
                <a:lnTo>
                  <a:pt x="873" y="1411"/>
                </a:lnTo>
                <a:lnTo>
                  <a:pt x="872" y="1411"/>
                </a:lnTo>
                <a:lnTo>
                  <a:pt x="872" y="1410"/>
                </a:lnTo>
                <a:lnTo>
                  <a:pt x="872" y="1411"/>
                </a:lnTo>
                <a:lnTo>
                  <a:pt x="871" y="1411"/>
                </a:lnTo>
                <a:lnTo>
                  <a:pt x="870" y="1410"/>
                </a:lnTo>
                <a:lnTo>
                  <a:pt x="869" y="1410"/>
                </a:lnTo>
                <a:lnTo>
                  <a:pt x="868" y="1410"/>
                </a:lnTo>
                <a:lnTo>
                  <a:pt x="867" y="1410"/>
                </a:lnTo>
                <a:lnTo>
                  <a:pt x="867" y="1409"/>
                </a:lnTo>
                <a:lnTo>
                  <a:pt x="866" y="1409"/>
                </a:lnTo>
                <a:lnTo>
                  <a:pt x="865" y="1409"/>
                </a:lnTo>
                <a:lnTo>
                  <a:pt x="864" y="1409"/>
                </a:lnTo>
                <a:lnTo>
                  <a:pt x="863" y="1409"/>
                </a:lnTo>
                <a:lnTo>
                  <a:pt x="862" y="1409"/>
                </a:lnTo>
                <a:lnTo>
                  <a:pt x="862" y="1410"/>
                </a:lnTo>
                <a:lnTo>
                  <a:pt x="861" y="1410"/>
                </a:lnTo>
                <a:lnTo>
                  <a:pt x="860" y="1410"/>
                </a:lnTo>
                <a:lnTo>
                  <a:pt x="859" y="1410"/>
                </a:lnTo>
                <a:lnTo>
                  <a:pt x="859" y="1411"/>
                </a:lnTo>
                <a:lnTo>
                  <a:pt x="859" y="1412"/>
                </a:lnTo>
                <a:lnTo>
                  <a:pt x="858" y="1413"/>
                </a:lnTo>
                <a:lnTo>
                  <a:pt x="858" y="1414"/>
                </a:lnTo>
                <a:lnTo>
                  <a:pt x="858" y="1413"/>
                </a:lnTo>
                <a:lnTo>
                  <a:pt x="858" y="1414"/>
                </a:lnTo>
                <a:lnTo>
                  <a:pt x="857" y="1414"/>
                </a:lnTo>
                <a:lnTo>
                  <a:pt x="857" y="1415"/>
                </a:lnTo>
                <a:lnTo>
                  <a:pt x="857" y="1416"/>
                </a:lnTo>
                <a:lnTo>
                  <a:pt x="857" y="1415"/>
                </a:lnTo>
                <a:lnTo>
                  <a:pt x="856" y="1415"/>
                </a:lnTo>
                <a:lnTo>
                  <a:pt x="855" y="1415"/>
                </a:lnTo>
                <a:lnTo>
                  <a:pt x="855" y="1414"/>
                </a:lnTo>
                <a:lnTo>
                  <a:pt x="854" y="1414"/>
                </a:lnTo>
                <a:lnTo>
                  <a:pt x="854" y="1413"/>
                </a:lnTo>
                <a:lnTo>
                  <a:pt x="854" y="1412"/>
                </a:lnTo>
                <a:lnTo>
                  <a:pt x="853" y="1412"/>
                </a:lnTo>
                <a:lnTo>
                  <a:pt x="853" y="1411"/>
                </a:lnTo>
                <a:lnTo>
                  <a:pt x="854" y="1411"/>
                </a:lnTo>
                <a:lnTo>
                  <a:pt x="853" y="1411"/>
                </a:lnTo>
                <a:lnTo>
                  <a:pt x="853" y="1410"/>
                </a:lnTo>
                <a:lnTo>
                  <a:pt x="854" y="1410"/>
                </a:lnTo>
                <a:lnTo>
                  <a:pt x="854" y="1409"/>
                </a:lnTo>
                <a:lnTo>
                  <a:pt x="853" y="1409"/>
                </a:lnTo>
                <a:lnTo>
                  <a:pt x="853" y="1408"/>
                </a:lnTo>
                <a:lnTo>
                  <a:pt x="852" y="1408"/>
                </a:lnTo>
                <a:lnTo>
                  <a:pt x="851" y="1408"/>
                </a:lnTo>
                <a:lnTo>
                  <a:pt x="850" y="1408"/>
                </a:lnTo>
                <a:lnTo>
                  <a:pt x="850" y="1407"/>
                </a:lnTo>
                <a:lnTo>
                  <a:pt x="849" y="1407"/>
                </a:lnTo>
                <a:lnTo>
                  <a:pt x="849" y="1406"/>
                </a:lnTo>
                <a:lnTo>
                  <a:pt x="849" y="1407"/>
                </a:lnTo>
                <a:lnTo>
                  <a:pt x="848" y="1407"/>
                </a:lnTo>
                <a:lnTo>
                  <a:pt x="848" y="1406"/>
                </a:lnTo>
                <a:lnTo>
                  <a:pt x="847" y="1406"/>
                </a:lnTo>
                <a:lnTo>
                  <a:pt x="846" y="1407"/>
                </a:lnTo>
                <a:lnTo>
                  <a:pt x="845" y="1407"/>
                </a:lnTo>
                <a:lnTo>
                  <a:pt x="844" y="1406"/>
                </a:lnTo>
                <a:lnTo>
                  <a:pt x="843" y="1406"/>
                </a:lnTo>
                <a:lnTo>
                  <a:pt x="842" y="1406"/>
                </a:lnTo>
                <a:lnTo>
                  <a:pt x="842" y="1405"/>
                </a:lnTo>
                <a:lnTo>
                  <a:pt x="841" y="1405"/>
                </a:lnTo>
                <a:lnTo>
                  <a:pt x="840" y="1405"/>
                </a:lnTo>
                <a:lnTo>
                  <a:pt x="840" y="1404"/>
                </a:lnTo>
                <a:lnTo>
                  <a:pt x="839" y="1404"/>
                </a:lnTo>
                <a:lnTo>
                  <a:pt x="839" y="1403"/>
                </a:lnTo>
                <a:lnTo>
                  <a:pt x="838" y="1403"/>
                </a:lnTo>
                <a:lnTo>
                  <a:pt x="838" y="1404"/>
                </a:lnTo>
                <a:lnTo>
                  <a:pt x="837" y="1404"/>
                </a:lnTo>
                <a:lnTo>
                  <a:pt x="836" y="1404"/>
                </a:lnTo>
                <a:lnTo>
                  <a:pt x="835" y="1404"/>
                </a:lnTo>
                <a:lnTo>
                  <a:pt x="834" y="1404"/>
                </a:lnTo>
                <a:lnTo>
                  <a:pt x="833" y="1404"/>
                </a:lnTo>
                <a:lnTo>
                  <a:pt x="834" y="1404"/>
                </a:lnTo>
                <a:lnTo>
                  <a:pt x="833" y="1404"/>
                </a:lnTo>
                <a:lnTo>
                  <a:pt x="833" y="1405"/>
                </a:lnTo>
                <a:lnTo>
                  <a:pt x="832" y="1405"/>
                </a:lnTo>
                <a:lnTo>
                  <a:pt x="832" y="1406"/>
                </a:lnTo>
                <a:lnTo>
                  <a:pt x="831" y="1406"/>
                </a:lnTo>
                <a:lnTo>
                  <a:pt x="830" y="1406"/>
                </a:lnTo>
                <a:lnTo>
                  <a:pt x="829" y="1406"/>
                </a:lnTo>
                <a:lnTo>
                  <a:pt x="829" y="1407"/>
                </a:lnTo>
                <a:lnTo>
                  <a:pt x="829" y="1408"/>
                </a:lnTo>
                <a:lnTo>
                  <a:pt x="828" y="1408"/>
                </a:lnTo>
                <a:lnTo>
                  <a:pt x="827" y="1408"/>
                </a:lnTo>
                <a:lnTo>
                  <a:pt x="827" y="1409"/>
                </a:lnTo>
                <a:lnTo>
                  <a:pt x="826" y="1409"/>
                </a:lnTo>
                <a:lnTo>
                  <a:pt x="826" y="1408"/>
                </a:lnTo>
                <a:lnTo>
                  <a:pt x="825" y="1409"/>
                </a:lnTo>
                <a:lnTo>
                  <a:pt x="825" y="1408"/>
                </a:lnTo>
                <a:lnTo>
                  <a:pt x="824" y="1408"/>
                </a:lnTo>
                <a:lnTo>
                  <a:pt x="824" y="1409"/>
                </a:lnTo>
                <a:lnTo>
                  <a:pt x="823" y="1409"/>
                </a:lnTo>
                <a:lnTo>
                  <a:pt x="823" y="1408"/>
                </a:lnTo>
                <a:lnTo>
                  <a:pt x="822" y="1408"/>
                </a:lnTo>
                <a:lnTo>
                  <a:pt x="821" y="1407"/>
                </a:lnTo>
                <a:lnTo>
                  <a:pt x="821" y="1406"/>
                </a:lnTo>
                <a:lnTo>
                  <a:pt x="820" y="1406"/>
                </a:lnTo>
                <a:lnTo>
                  <a:pt x="819" y="1406"/>
                </a:lnTo>
                <a:lnTo>
                  <a:pt x="818" y="1406"/>
                </a:lnTo>
                <a:lnTo>
                  <a:pt x="818" y="1407"/>
                </a:lnTo>
                <a:lnTo>
                  <a:pt x="817" y="1407"/>
                </a:lnTo>
                <a:lnTo>
                  <a:pt x="816" y="1407"/>
                </a:lnTo>
                <a:lnTo>
                  <a:pt x="815" y="1407"/>
                </a:lnTo>
                <a:lnTo>
                  <a:pt x="815" y="1406"/>
                </a:lnTo>
                <a:lnTo>
                  <a:pt x="814" y="1406"/>
                </a:lnTo>
                <a:lnTo>
                  <a:pt x="813" y="1406"/>
                </a:lnTo>
                <a:lnTo>
                  <a:pt x="812" y="1406"/>
                </a:lnTo>
                <a:lnTo>
                  <a:pt x="812" y="1408"/>
                </a:lnTo>
                <a:lnTo>
                  <a:pt x="813" y="1408"/>
                </a:lnTo>
                <a:lnTo>
                  <a:pt x="813" y="1409"/>
                </a:lnTo>
                <a:lnTo>
                  <a:pt x="813" y="1410"/>
                </a:lnTo>
                <a:lnTo>
                  <a:pt x="812" y="1410"/>
                </a:lnTo>
                <a:lnTo>
                  <a:pt x="812" y="1411"/>
                </a:lnTo>
                <a:lnTo>
                  <a:pt x="812" y="1412"/>
                </a:lnTo>
                <a:lnTo>
                  <a:pt x="812" y="1413"/>
                </a:lnTo>
                <a:lnTo>
                  <a:pt x="813" y="1413"/>
                </a:lnTo>
                <a:lnTo>
                  <a:pt x="812" y="1413"/>
                </a:lnTo>
                <a:lnTo>
                  <a:pt x="812" y="1414"/>
                </a:lnTo>
                <a:lnTo>
                  <a:pt x="812" y="1415"/>
                </a:lnTo>
                <a:lnTo>
                  <a:pt x="811" y="1415"/>
                </a:lnTo>
                <a:lnTo>
                  <a:pt x="811" y="1416"/>
                </a:lnTo>
                <a:lnTo>
                  <a:pt x="810" y="1416"/>
                </a:lnTo>
                <a:lnTo>
                  <a:pt x="810" y="1417"/>
                </a:lnTo>
                <a:lnTo>
                  <a:pt x="810" y="1418"/>
                </a:lnTo>
                <a:lnTo>
                  <a:pt x="809" y="1418"/>
                </a:lnTo>
                <a:lnTo>
                  <a:pt x="809" y="1417"/>
                </a:lnTo>
                <a:lnTo>
                  <a:pt x="808" y="1417"/>
                </a:lnTo>
                <a:lnTo>
                  <a:pt x="808" y="1416"/>
                </a:lnTo>
                <a:lnTo>
                  <a:pt x="807" y="1416"/>
                </a:lnTo>
                <a:lnTo>
                  <a:pt x="807" y="1417"/>
                </a:lnTo>
                <a:lnTo>
                  <a:pt x="806" y="1417"/>
                </a:lnTo>
                <a:lnTo>
                  <a:pt x="806" y="1416"/>
                </a:lnTo>
                <a:lnTo>
                  <a:pt x="806" y="1417"/>
                </a:lnTo>
                <a:lnTo>
                  <a:pt x="806" y="1416"/>
                </a:lnTo>
                <a:lnTo>
                  <a:pt x="805" y="1416"/>
                </a:lnTo>
                <a:lnTo>
                  <a:pt x="804" y="1416"/>
                </a:lnTo>
                <a:lnTo>
                  <a:pt x="803" y="1416"/>
                </a:lnTo>
                <a:lnTo>
                  <a:pt x="803" y="1415"/>
                </a:lnTo>
                <a:lnTo>
                  <a:pt x="802" y="1415"/>
                </a:lnTo>
                <a:lnTo>
                  <a:pt x="802" y="1414"/>
                </a:lnTo>
                <a:lnTo>
                  <a:pt x="801" y="1414"/>
                </a:lnTo>
                <a:lnTo>
                  <a:pt x="801" y="1413"/>
                </a:lnTo>
                <a:lnTo>
                  <a:pt x="802" y="1413"/>
                </a:lnTo>
                <a:lnTo>
                  <a:pt x="801" y="1413"/>
                </a:lnTo>
                <a:lnTo>
                  <a:pt x="800" y="1413"/>
                </a:lnTo>
                <a:lnTo>
                  <a:pt x="800" y="1412"/>
                </a:lnTo>
                <a:lnTo>
                  <a:pt x="799" y="1412"/>
                </a:lnTo>
                <a:lnTo>
                  <a:pt x="799" y="1411"/>
                </a:lnTo>
                <a:lnTo>
                  <a:pt x="798" y="1411"/>
                </a:lnTo>
                <a:lnTo>
                  <a:pt x="798" y="1410"/>
                </a:lnTo>
                <a:lnTo>
                  <a:pt x="797" y="1410"/>
                </a:lnTo>
                <a:lnTo>
                  <a:pt x="797" y="1409"/>
                </a:lnTo>
                <a:lnTo>
                  <a:pt x="797" y="1408"/>
                </a:lnTo>
                <a:lnTo>
                  <a:pt x="796" y="1408"/>
                </a:lnTo>
                <a:lnTo>
                  <a:pt x="796" y="1407"/>
                </a:lnTo>
                <a:lnTo>
                  <a:pt x="796" y="1405"/>
                </a:lnTo>
                <a:lnTo>
                  <a:pt x="796" y="1404"/>
                </a:lnTo>
                <a:lnTo>
                  <a:pt x="796" y="1403"/>
                </a:lnTo>
                <a:lnTo>
                  <a:pt x="796" y="1402"/>
                </a:lnTo>
                <a:lnTo>
                  <a:pt x="796" y="1401"/>
                </a:lnTo>
                <a:lnTo>
                  <a:pt x="795" y="1401"/>
                </a:lnTo>
                <a:lnTo>
                  <a:pt x="796" y="1401"/>
                </a:lnTo>
                <a:lnTo>
                  <a:pt x="795" y="1401"/>
                </a:lnTo>
                <a:lnTo>
                  <a:pt x="795" y="1400"/>
                </a:lnTo>
                <a:lnTo>
                  <a:pt x="794" y="1400"/>
                </a:lnTo>
                <a:lnTo>
                  <a:pt x="793" y="1400"/>
                </a:lnTo>
                <a:lnTo>
                  <a:pt x="794" y="1400"/>
                </a:lnTo>
                <a:lnTo>
                  <a:pt x="793" y="1400"/>
                </a:lnTo>
                <a:lnTo>
                  <a:pt x="793" y="1399"/>
                </a:lnTo>
                <a:lnTo>
                  <a:pt x="793" y="1398"/>
                </a:lnTo>
                <a:lnTo>
                  <a:pt x="793" y="1397"/>
                </a:lnTo>
                <a:lnTo>
                  <a:pt x="792" y="1397"/>
                </a:lnTo>
                <a:lnTo>
                  <a:pt x="791" y="1397"/>
                </a:lnTo>
                <a:lnTo>
                  <a:pt x="790" y="1396"/>
                </a:lnTo>
                <a:lnTo>
                  <a:pt x="790" y="1395"/>
                </a:lnTo>
                <a:lnTo>
                  <a:pt x="790" y="1394"/>
                </a:lnTo>
                <a:lnTo>
                  <a:pt x="789" y="1394"/>
                </a:lnTo>
                <a:lnTo>
                  <a:pt x="789" y="1393"/>
                </a:lnTo>
                <a:lnTo>
                  <a:pt x="788" y="1393"/>
                </a:lnTo>
                <a:lnTo>
                  <a:pt x="787" y="1393"/>
                </a:lnTo>
                <a:lnTo>
                  <a:pt x="787" y="1392"/>
                </a:lnTo>
                <a:lnTo>
                  <a:pt x="786" y="1392"/>
                </a:lnTo>
                <a:lnTo>
                  <a:pt x="785" y="1392"/>
                </a:lnTo>
                <a:lnTo>
                  <a:pt x="784" y="1392"/>
                </a:lnTo>
                <a:lnTo>
                  <a:pt x="784" y="1391"/>
                </a:lnTo>
                <a:lnTo>
                  <a:pt x="784" y="1392"/>
                </a:lnTo>
                <a:lnTo>
                  <a:pt x="783" y="1392"/>
                </a:lnTo>
                <a:lnTo>
                  <a:pt x="783" y="1393"/>
                </a:lnTo>
                <a:lnTo>
                  <a:pt x="782" y="1393"/>
                </a:lnTo>
                <a:lnTo>
                  <a:pt x="782" y="1394"/>
                </a:lnTo>
                <a:lnTo>
                  <a:pt x="783" y="1394"/>
                </a:lnTo>
                <a:lnTo>
                  <a:pt x="782" y="1394"/>
                </a:lnTo>
                <a:lnTo>
                  <a:pt x="781" y="1394"/>
                </a:lnTo>
                <a:lnTo>
                  <a:pt x="780" y="1394"/>
                </a:lnTo>
                <a:lnTo>
                  <a:pt x="780" y="1393"/>
                </a:lnTo>
                <a:lnTo>
                  <a:pt x="779" y="1393"/>
                </a:lnTo>
                <a:lnTo>
                  <a:pt x="778" y="1393"/>
                </a:lnTo>
                <a:lnTo>
                  <a:pt x="778" y="1394"/>
                </a:lnTo>
                <a:lnTo>
                  <a:pt x="778" y="1395"/>
                </a:lnTo>
                <a:lnTo>
                  <a:pt x="777" y="1395"/>
                </a:lnTo>
                <a:lnTo>
                  <a:pt x="777" y="1396"/>
                </a:lnTo>
                <a:lnTo>
                  <a:pt x="777" y="1397"/>
                </a:lnTo>
                <a:lnTo>
                  <a:pt x="776" y="1397"/>
                </a:lnTo>
                <a:lnTo>
                  <a:pt x="775" y="1397"/>
                </a:lnTo>
                <a:lnTo>
                  <a:pt x="775" y="1396"/>
                </a:lnTo>
                <a:lnTo>
                  <a:pt x="775" y="1397"/>
                </a:lnTo>
                <a:lnTo>
                  <a:pt x="774" y="1397"/>
                </a:lnTo>
                <a:lnTo>
                  <a:pt x="774" y="1398"/>
                </a:lnTo>
                <a:lnTo>
                  <a:pt x="773" y="1398"/>
                </a:lnTo>
                <a:lnTo>
                  <a:pt x="774" y="1398"/>
                </a:lnTo>
                <a:lnTo>
                  <a:pt x="773" y="1398"/>
                </a:lnTo>
                <a:lnTo>
                  <a:pt x="772" y="1398"/>
                </a:lnTo>
                <a:lnTo>
                  <a:pt x="771" y="1398"/>
                </a:lnTo>
                <a:lnTo>
                  <a:pt x="770" y="1398"/>
                </a:lnTo>
                <a:lnTo>
                  <a:pt x="769" y="1398"/>
                </a:lnTo>
                <a:lnTo>
                  <a:pt x="769" y="1397"/>
                </a:lnTo>
                <a:lnTo>
                  <a:pt x="768" y="1397"/>
                </a:lnTo>
                <a:lnTo>
                  <a:pt x="767" y="1397"/>
                </a:lnTo>
                <a:lnTo>
                  <a:pt x="767" y="1398"/>
                </a:lnTo>
                <a:lnTo>
                  <a:pt x="767" y="1399"/>
                </a:lnTo>
                <a:lnTo>
                  <a:pt x="767" y="1400"/>
                </a:lnTo>
                <a:lnTo>
                  <a:pt x="768" y="1400"/>
                </a:lnTo>
                <a:lnTo>
                  <a:pt x="768" y="1401"/>
                </a:lnTo>
                <a:lnTo>
                  <a:pt x="767" y="1401"/>
                </a:lnTo>
                <a:lnTo>
                  <a:pt x="766" y="1401"/>
                </a:lnTo>
                <a:lnTo>
                  <a:pt x="766" y="1402"/>
                </a:lnTo>
                <a:lnTo>
                  <a:pt x="766" y="1403"/>
                </a:lnTo>
                <a:lnTo>
                  <a:pt x="766" y="1404"/>
                </a:lnTo>
                <a:lnTo>
                  <a:pt x="766" y="1405"/>
                </a:lnTo>
                <a:lnTo>
                  <a:pt x="766" y="1406"/>
                </a:lnTo>
                <a:lnTo>
                  <a:pt x="765" y="1406"/>
                </a:lnTo>
                <a:lnTo>
                  <a:pt x="765" y="1407"/>
                </a:lnTo>
                <a:lnTo>
                  <a:pt x="765" y="1408"/>
                </a:lnTo>
                <a:lnTo>
                  <a:pt x="766" y="1408"/>
                </a:lnTo>
                <a:lnTo>
                  <a:pt x="765" y="1408"/>
                </a:lnTo>
                <a:lnTo>
                  <a:pt x="765" y="1409"/>
                </a:lnTo>
                <a:lnTo>
                  <a:pt x="764" y="1409"/>
                </a:lnTo>
                <a:lnTo>
                  <a:pt x="763" y="1409"/>
                </a:lnTo>
                <a:lnTo>
                  <a:pt x="763" y="1410"/>
                </a:lnTo>
                <a:lnTo>
                  <a:pt x="762" y="1410"/>
                </a:lnTo>
                <a:lnTo>
                  <a:pt x="762" y="1411"/>
                </a:lnTo>
                <a:lnTo>
                  <a:pt x="763" y="1411"/>
                </a:lnTo>
                <a:lnTo>
                  <a:pt x="763" y="1412"/>
                </a:lnTo>
                <a:lnTo>
                  <a:pt x="763" y="1413"/>
                </a:lnTo>
                <a:lnTo>
                  <a:pt x="763" y="1414"/>
                </a:lnTo>
                <a:lnTo>
                  <a:pt x="764" y="1414"/>
                </a:lnTo>
                <a:lnTo>
                  <a:pt x="764" y="1415"/>
                </a:lnTo>
                <a:lnTo>
                  <a:pt x="764" y="1416"/>
                </a:lnTo>
                <a:lnTo>
                  <a:pt x="765" y="1416"/>
                </a:lnTo>
                <a:lnTo>
                  <a:pt x="766" y="1416"/>
                </a:lnTo>
                <a:lnTo>
                  <a:pt x="766" y="1418"/>
                </a:lnTo>
                <a:lnTo>
                  <a:pt x="766" y="1419"/>
                </a:lnTo>
                <a:lnTo>
                  <a:pt x="765" y="1419"/>
                </a:lnTo>
                <a:lnTo>
                  <a:pt x="764" y="1419"/>
                </a:lnTo>
                <a:lnTo>
                  <a:pt x="764" y="1420"/>
                </a:lnTo>
                <a:lnTo>
                  <a:pt x="763" y="1420"/>
                </a:lnTo>
                <a:lnTo>
                  <a:pt x="762" y="1420"/>
                </a:lnTo>
                <a:lnTo>
                  <a:pt x="762" y="1421"/>
                </a:lnTo>
                <a:lnTo>
                  <a:pt x="761" y="1421"/>
                </a:lnTo>
                <a:lnTo>
                  <a:pt x="761" y="1422"/>
                </a:lnTo>
                <a:lnTo>
                  <a:pt x="762" y="1422"/>
                </a:lnTo>
                <a:lnTo>
                  <a:pt x="762" y="1423"/>
                </a:lnTo>
                <a:lnTo>
                  <a:pt x="762" y="1424"/>
                </a:lnTo>
                <a:lnTo>
                  <a:pt x="762" y="1425"/>
                </a:lnTo>
                <a:lnTo>
                  <a:pt x="762" y="1426"/>
                </a:lnTo>
                <a:lnTo>
                  <a:pt x="762" y="1427"/>
                </a:lnTo>
                <a:lnTo>
                  <a:pt x="761" y="1427"/>
                </a:lnTo>
                <a:lnTo>
                  <a:pt x="761" y="1428"/>
                </a:lnTo>
                <a:lnTo>
                  <a:pt x="760" y="1428"/>
                </a:lnTo>
                <a:lnTo>
                  <a:pt x="760" y="1429"/>
                </a:lnTo>
                <a:lnTo>
                  <a:pt x="759" y="1429"/>
                </a:lnTo>
                <a:lnTo>
                  <a:pt x="758" y="1430"/>
                </a:lnTo>
                <a:lnTo>
                  <a:pt x="759" y="1430"/>
                </a:lnTo>
                <a:lnTo>
                  <a:pt x="758" y="1431"/>
                </a:lnTo>
                <a:lnTo>
                  <a:pt x="758" y="1432"/>
                </a:lnTo>
                <a:lnTo>
                  <a:pt x="757" y="1432"/>
                </a:lnTo>
                <a:lnTo>
                  <a:pt x="757" y="1433"/>
                </a:lnTo>
                <a:lnTo>
                  <a:pt x="757" y="1434"/>
                </a:lnTo>
                <a:lnTo>
                  <a:pt x="757" y="1435"/>
                </a:lnTo>
                <a:lnTo>
                  <a:pt x="758" y="1435"/>
                </a:lnTo>
                <a:lnTo>
                  <a:pt x="757" y="1436"/>
                </a:lnTo>
                <a:lnTo>
                  <a:pt x="757" y="1437"/>
                </a:lnTo>
                <a:lnTo>
                  <a:pt x="757" y="1438"/>
                </a:lnTo>
                <a:lnTo>
                  <a:pt x="756" y="1438"/>
                </a:lnTo>
                <a:lnTo>
                  <a:pt x="755" y="1438"/>
                </a:lnTo>
                <a:lnTo>
                  <a:pt x="755" y="1437"/>
                </a:lnTo>
                <a:lnTo>
                  <a:pt x="754" y="1437"/>
                </a:lnTo>
                <a:lnTo>
                  <a:pt x="753" y="1437"/>
                </a:lnTo>
                <a:lnTo>
                  <a:pt x="753" y="1438"/>
                </a:lnTo>
                <a:lnTo>
                  <a:pt x="752" y="1438"/>
                </a:lnTo>
                <a:lnTo>
                  <a:pt x="752" y="1439"/>
                </a:lnTo>
                <a:lnTo>
                  <a:pt x="751" y="1438"/>
                </a:lnTo>
                <a:lnTo>
                  <a:pt x="751" y="1439"/>
                </a:lnTo>
                <a:lnTo>
                  <a:pt x="750" y="1439"/>
                </a:lnTo>
                <a:lnTo>
                  <a:pt x="750" y="1438"/>
                </a:lnTo>
                <a:lnTo>
                  <a:pt x="749" y="1438"/>
                </a:lnTo>
                <a:lnTo>
                  <a:pt x="748" y="1438"/>
                </a:lnTo>
                <a:lnTo>
                  <a:pt x="747" y="1437"/>
                </a:lnTo>
                <a:lnTo>
                  <a:pt x="747" y="1438"/>
                </a:lnTo>
                <a:lnTo>
                  <a:pt x="746" y="1438"/>
                </a:lnTo>
                <a:lnTo>
                  <a:pt x="746" y="1437"/>
                </a:lnTo>
                <a:lnTo>
                  <a:pt x="746" y="1438"/>
                </a:lnTo>
                <a:lnTo>
                  <a:pt x="746" y="1439"/>
                </a:lnTo>
                <a:lnTo>
                  <a:pt x="745" y="1439"/>
                </a:lnTo>
                <a:lnTo>
                  <a:pt x="745" y="1440"/>
                </a:lnTo>
                <a:lnTo>
                  <a:pt x="744" y="1440"/>
                </a:lnTo>
                <a:lnTo>
                  <a:pt x="744" y="1441"/>
                </a:lnTo>
                <a:lnTo>
                  <a:pt x="743" y="1441"/>
                </a:lnTo>
                <a:lnTo>
                  <a:pt x="743" y="1442"/>
                </a:lnTo>
                <a:lnTo>
                  <a:pt x="743" y="1443"/>
                </a:lnTo>
                <a:lnTo>
                  <a:pt x="742" y="1443"/>
                </a:lnTo>
                <a:lnTo>
                  <a:pt x="742" y="1444"/>
                </a:lnTo>
                <a:lnTo>
                  <a:pt x="743" y="1444"/>
                </a:lnTo>
                <a:lnTo>
                  <a:pt x="743" y="1445"/>
                </a:lnTo>
                <a:lnTo>
                  <a:pt x="742" y="1445"/>
                </a:lnTo>
                <a:lnTo>
                  <a:pt x="742" y="1446"/>
                </a:lnTo>
                <a:lnTo>
                  <a:pt x="743" y="1446"/>
                </a:lnTo>
                <a:lnTo>
                  <a:pt x="742" y="1446"/>
                </a:lnTo>
                <a:lnTo>
                  <a:pt x="743" y="1447"/>
                </a:lnTo>
                <a:lnTo>
                  <a:pt x="744" y="1447"/>
                </a:lnTo>
                <a:lnTo>
                  <a:pt x="744" y="1448"/>
                </a:lnTo>
                <a:lnTo>
                  <a:pt x="745" y="1448"/>
                </a:lnTo>
                <a:lnTo>
                  <a:pt x="745" y="1449"/>
                </a:lnTo>
                <a:lnTo>
                  <a:pt x="746" y="1449"/>
                </a:lnTo>
                <a:lnTo>
                  <a:pt x="746" y="1450"/>
                </a:lnTo>
                <a:lnTo>
                  <a:pt x="746" y="1451"/>
                </a:lnTo>
                <a:lnTo>
                  <a:pt x="746" y="1452"/>
                </a:lnTo>
                <a:lnTo>
                  <a:pt x="746" y="1453"/>
                </a:lnTo>
                <a:lnTo>
                  <a:pt x="747" y="1454"/>
                </a:lnTo>
                <a:lnTo>
                  <a:pt x="747" y="1455"/>
                </a:lnTo>
                <a:lnTo>
                  <a:pt x="748" y="1455"/>
                </a:lnTo>
                <a:lnTo>
                  <a:pt x="749" y="1455"/>
                </a:lnTo>
                <a:lnTo>
                  <a:pt x="749" y="1456"/>
                </a:lnTo>
                <a:lnTo>
                  <a:pt x="749" y="1457"/>
                </a:lnTo>
                <a:lnTo>
                  <a:pt x="749" y="1458"/>
                </a:lnTo>
                <a:lnTo>
                  <a:pt x="749" y="1459"/>
                </a:lnTo>
                <a:lnTo>
                  <a:pt x="750" y="1459"/>
                </a:lnTo>
                <a:lnTo>
                  <a:pt x="750" y="1460"/>
                </a:lnTo>
                <a:lnTo>
                  <a:pt x="751" y="1460"/>
                </a:lnTo>
                <a:lnTo>
                  <a:pt x="751" y="1461"/>
                </a:lnTo>
                <a:lnTo>
                  <a:pt x="752" y="1461"/>
                </a:lnTo>
                <a:lnTo>
                  <a:pt x="752" y="1462"/>
                </a:lnTo>
                <a:lnTo>
                  <a:pt x="751" y="1462"/>
                </a:lnTo>
                <a:lnTo>
                  <a:pt x="751" y="1463"/>
                </a:lnTo>
                <a:lnTo>
                  <a:pt x="750" y="1463"/>
                </a:lnTo>
                <a:lnTo>
                  <a:pt x="750" y="1464"/>
                </a:lnTo>
                <a:lnTo>
                  <a:pt x="751" y="1464"/>
                </a:lnTo>
                <a:lnTo>
                  <a:pt x="751" y="1465"/>
                </a:lnTo>
                <a:lnTo>
                  <a:pt x="751" y="1466"/>
                </a:lnTo>
                <a:lnTo>
                  <a:pt x="752" y="1466"/>
                </a:lnTo>
                <a:lnTo>
                  <a:pt x="752" y="1467"/>
                </a:lnTo>
                <a:lnTo>
                  <a:pt x="751" y="1467"/>
                </a:lnTo>
                <a:lnTo>
                  <a:pt x="750" y="1467"/>
                </a:lnTo>
                <a:lnTo>
                  <a:pt x="749" y="1467"/>
                </a:lnTo>
                <a:lnTo>
                  <a:pt x="749" y="1466"/>
                </a:lnTo>
                <a:lnTo>
                  <a:pt x="749" y="1467"/>
                </a:lnTo>
                <a:lnTo>
                  <a:pt x="748" y="1467"/>
                </a:lnTo>
                <a:lnTo>
                  <a:pt x="747" y="1467"/>
                </a:lnTo>
                <a:lnTo>
                  <a:pt x="746" y="1467"/>
                </a:lnTo>
                <a:lnTo>
                  <a:pt x="746" y="1468"/>
                </a:lnTo>
                <a:lnTo>
                  <a:pt x="746" y="1469"/>
                </a:lnTo>
                <a:lnTo>
                  <a:pt x="746" y="1470"/>
                </a:lnTo>
                <a:lnTo>
                  <a:pt x="747" y="1471"/>
                </a:lnTo>
                <a:lnTo>
                  <a:pt x="746" y="1471"/>
                </a:lnTo>
                <a:lnTo>
                  <a:pt x="747" y="1471"/>
                </a:lnTo>
                <a:lnTo>
                  <a:pt x="747" y="1472"/>
                </a:lnTo>
                <a:lnTo>
                  <a:pt x="746" y="1472"/>
                </a:lnTo>
                <a:lnTo>
                  <a:pt x="747" y="1472"/>
                </a:lnTo>
                <a:lnTo>
                  <a:pt x="748" y="1472"/>
                </a:lnTo>
                <a:lnTo>
                  <a:pt x="748" y="1473"/>
                </a:lnTo>
                <a:lnTo>
                  <a:pt x="748" y="1474"/>
                </a:lnTo>
                <a:lnTo>
                  <a:pt x="748" y="1475"/>
                </a:lnTo>
                <a:lnTo>
                  <a:pt x="749" y="1475"/>
                </a:lnTo>
                <a:lnTo>
                  <a:pt x="749" y="1476"/>
                </a:lnTo>
                <a:lnTo>
                  <a:pt x="750" y="1476"/>
                </a:lnTo>
                <a:lnTo>
                  <a:pt x="750" y="1477"/>
                </a:lnTo>
                <a:lnTo>
                  <a:pt x="749" y="1477"/>
                </a:lnTo>
                <a:lnTo>
                  <a:pt x="749" y="1478"/>
                </a:lnTo>
                <a:lnTo>
                  <a:pt x="750" y="1478"/>
                </a:lnTo>
                <a:lnTo>
                  <a:pt x="750" y="1479"/>
                </a:lnTo>
                <a:lnTo>
                  <a:pt x="749" y="1479"/>
                </a:lnTo>
                <a:lnTo>
                  <a:pt x="749" y="1480"/>
                </a:lnTo>
                <a:lnTo>
                  <a:pt x="750" y="1480"/>
                </a:lnTo>
                <a:lnTo>
                  <a:pt x="751" y="1480"/>
                </a:lnTo>
                <a:lnTo>
                  <a:pt x="751" y="1481"/>
                </a:lnTo>
                <a:lnTo>
                  <a:pt x="752" y="1481"/>
                </a:lnTo>
                <a:lnTo>
                  <a:pt x="752" y="1482"/>
                </a:lnTo>
                <a:lnTo>
                  <a:pt x="752" y="1483"/>
                </a:lnTo>
                <a:lnTo>
                  <a:pt x="753" y="1483"/>
                </a:lnTo>
                <a:lnTo>
                  <a:pt x="753" y="1484"/>
                </a:lnTo>
                <a:lnTo>
                  <a:pt x="753" y="1485"/>
                </a:lnTo>
                <a:lnTo>
                  <a:pt x="752" y="1485"/>
                </a:lnTo>
                <a:lnTo>
                  <a:pt x="753" y="1485"/>
                </a:lnTo>
                <a:lnTo>
                  <a:pt x="753" y="1486"/>
                </a:lnTo>
                <a:lnTo>
                  <a:pt x="753" y="1487"/>
                </a:lnTo>
                <a:lnTo>
                  <a:pt x="754" y="1487"/>
                </a:lnTo>
                <a:lnTo>
                  <a:pt x="753" y="1487"/>
                </a:lnTo>
                <a:lnTo>
                  <a:pt x="754" y="1487"/>
                </a:lnTo>
                <a:lnTo>
                  <a:pt x="754" y="1488"/>
                </a:lnTo>
                <a:lnTo>
                  <a:pt x="753" y="1488"/>
                </a:lnTo>
                <a:lnTo>
                  <a:pt x="754" y="1488"/>
                </a:lnTo>
                <a:lnTo>
                  <a:pt x="754" y="1489"/>
                </a:lnTo>
                <a:lnTo>
                  <a:pt x="755" y="1489"/>
                </a:lnTo>
                <a:lnTo>
                  <a:pt x="755" y="1490"/>
                </a:lnTo>
                <a:lnTo>
                  <a:pt x="756" y="1490"/>
                </a:lnTo>
                <a:lnTo>
                  <a:pt x="756" y="1491"/>
                </a:lnTo>
                <a:lnTo>
                  <a:pt x="755" y="1491"/>
                </a:lnTo>
                <a:lnTo>
                  <a:pt x="755" y="1492"/>
                </a:lnTo>
                <a:lnTo>
                  <a:pt x="754" y="1492"/>
                </a:lnTo>
                <a:lnTo>
                  <a:pt x="754" y="1493"/>
                </a:lnTo>
                <a:lnTo>
                  <a:pt x="753" y="1494"/>
                </a:lnTo>
                <a:lnTo>
                  <a:pt x="754" y="1494"/>
                </a:lnTo>
                <a:lnTo>
                  <a:pt x="753" y="1495"/>
                </a:lnTo>
                <a:lnTo>
                  <a:pt x="753" y="1496"/>
                </a:lnTo>
                <a:lnTo>
                  <a:pt x="753" y="1497"/>
                </a:lnTo>
                <a:lnTo>
                  <a:pt x="753" y="1498"/>
                </a:lnTo>
                <a:lnTo>
                  <a:pt x="752" y="1498"/>
                </a:lnTo>
                <a:lnTo>
                  <a:pt x="751" y="1498"/>
                </a:lnTo>
                <a:lnTo>
                  <a:pt x="750" y="1498"/>
                </a:lnTo>
                <a:lnTo>
                  <a:pt x="750" y="1499"/>
                </a:lnTo>
                <a:lnTo>
                  <a:pt x="751" y="1499"/>
                </a:lnTo>
                <a:lnTo>
                  <a:pt x="752" y="1499"/>
                </a:lnTo>
                <a:lnTo>
                  <a:pt x="753" y="1499"/>
                </a:lnTo>
                <a:lnTo>
                  <a:pt x="754" y="1499"/>
                </a:lnTo>
                <a:lnTo>
                  <a:pt x="754" y="1500"/>
                </a:lnTo>
                <a:lnTo>
                  <a:pt x="755" y="1500"/>
                </a:lnTo>
                <a:lnTo>
                  <a:pt x="755" y="1501"/>
                </a:lnTo>
                <a:lnTo>
                  <a:pt x="755" y="1502"/>
                </a:lnTo>
                <a:lnTo>
                  <a:pt x="756" y="1502"/>
                </a:lnTo>
                <a:lnTo>
                  <a:pt x="757" y="1502"/>
                </a:lnTo>
                <a:lnTo>
                  <a:pt x="758" y="1502"/>
                </a:lnTo>
                <a:lnTo>
                  <a:pt x="759" y="1502"/>
                </a:lnTo>
                <a:lnTo>
                  <a:pt x="759" y="1503"/>
                </a:lnTo>
                <a:lnTo>
                  <a:pt x="760" y="1503"/>
                </a:lnTo>
                <a:lnTo>
                  <a:pt x="760" y="1504"/>
                </a:lnTo>
                <a:lnTo>
                  <a:pt x="761" y="1504"/>
                </a:lnTo>
                <a:lnTo>
                  <a:pt x="761" y="1505"/>
                </a:lnTo>
                <a:lnTo>
                  <a:pt x="761" y="1506"/>
                </a:lnTo>
                <a:lnTo>
                  <a:pt x="762" y="1506"/>
                </a:lnTo>
                <a:lnTo>
                  <a:pt x="762" y="1507"/>
                </a:lnTo>
                <a:lnTo>
                  <a:pt x="763" y="1507"/>
                </a:lnTo>
                <a:lnTo>
                  <a:pt x="764" y="1507"/>
                </a:lnTo>
                <a:lnTo>
                  <a:pt x="764" y="1506"/>
                </a:lnTo>
                <a:lnTo>
                  <a:pt x="764" y="1507"/>
                </a:lnTo>
                <a:lnTo>
                  <a:pt x="764" y="1506"/>
                </a:lnTo>
                <a:lnTo>
                  <a:pt x="765" y="1506"/>
                </a:lnTo>
                <a:lnTo>
                  <a:pt x="764" y="1506"/>
                </a:lnTo>
                <a:lnTo>
                  <a:pt x="765" y="1506"/>
                </a:lnTo>
                <a:lnTo>
                  <a:pt x="765" y="1505"/>
                </a:lnTo>
                <a:lnTo>
                  <a:pt x="766" y="1505"/>
                </a:lnTo>
                <a:lnTo>
                  <a:pt x="766" y="1504"/>
                </a:lnTo>
                <a:lnTo>
                  <a:pt x="767" y="1504"/>
                </a:lnTo>
                <a:lnTo>
                  <a:pt x="767" y="1505"/>
                </a:lnTo>
                <a:lnTo>
                  <a:pt x="768" y="1505"/>
                </a:lnTo>
                <a:lnTo>
                  <a:pt x="768" y="1504"/>
                </a:lnTo>
                <a:lnTo>
                  <a:pt x="768" y="1505"/>
                </a:lnTo>
                <a:lnTo>
                  <a:pt x="769" y="1505"/>
                </a:lnTo>
                <a:lnTo>
                  <a:pt x="769" y="1506"/>
                </a:lnTo>
                <a:lnTo>
                  <a:pt x="769" y="1507"/>
                </a:lnTo>
                <a:lnTo>
                  <a:pt x="769" y="1508"/>
                </a:lnTo>
                <a:lnTo>
                  <a:pt x="770" y="1508"/>
                </a:lnTo>
                <a:lnTo>
                  <a:pt x="770" y="1509"/>
                </a:lnTo>
                <a:lnTo>
                  <a:pt x="770" y="1510"/>
                </a:lnTo>
                <a:lnTo>
                  <a:pt x="769" y="1510"/>
                </a:lnTo>
                <a:lnTo>
                  <a:pt x="769" y="1511"/>
                </a:lnTo>
                <a:lnTo>
                  <a:pt x="769" y="1512"/>
                </a:lnTo>
                <a:lnTo>
                  <a:pt x="768" y="1512"/>
                </a:lnTo>
                <a:lnTo>
                  <a:pt x="768" y="1513"/>
                </a:lnTo>
                <a:lnTo>
                  <a:pt x="768" y="1514"/>
                </a:lnTo>
                <a:lnTo>
                  <a:pt x="769" y="1514"/>
                </a:lnTo>
                <a:lnTo>
                  <a:pt x="769" y="1515"/>
                </a:lnTo>
                <a:lnTo>
                  <a:pt x="770" y="1515"/>
                </a:lnTo>
                <a:lnTo>
                  <a:pt x="770" y="1516"/>
                </a:lnTo>
                <a:lnTo>
                  <a:pt x="770" y="1517"/>
                </a:lnTo>
                <a:lnTo>
                  <a:pt x="771" y="1517"/>
                </a:lnTo>
                <a:lnTo>
                  <a:pt x="772" y="1517"/>
                </a:lnTo>
                <a:lnTo>
                  <a:pt x="773" y="1517"/>
                </a:lnTo>
                <a:lnTo>
                  <a:pt x="773" y="1518"/>
                </a:lnTo>
                <a:lnTo>
                  <a:pt x="774" y="1518"/>
                </a:lnTo>
                <a:lnTo>
                  <a:pt x="775" y="1518"/>
                </a:lnTo>
                <a:lnTo>
                  <a:pt x="775" y="1519"/>
                </a:lnTo>
                <a:lnTo>
                  <a:pt x="776" y="1519"/>
                </a:lnTo>
                <a:lnTo>
                  <a:pt x="776" y="1520"/>
                </a:lnTo>
                <a:lnTo>
                  <a:pt x="776" y="1521"/>
                </a:lnTo>
                <a:lnTo>
                  <a:pt x="775" y="1521"/>
                </a:lnTo>
                <a:lnTo>
                  <a:pt x="775" y="1522"/>
                </a:lnTo>
                <a:lnTo>
                  <a:pt x="775" y="1523"/>
                </a:lnTo>
                <a:lnTo>
                  <a:pt x="775" y="1524"/>
                </a:lnTo>
                <a:lnTo>
                  <a:pt x="776" y="1524"/>
                </a:lnTo>
                <a:lnTo>
                  <a:pt x="776" y="1525"/>
                </a:lnTo>
                <a:lnTo>
                  <a:pt x="777" y="1525"/>
                </a:lnTo>
                <a:lnTo>
                  <a:pt x="777" y="1526"/>
                </a:lnTo>
                <a:lnTo>
                  <a:pt x="778" y="1526"/>
                </a:lnTo>
                <a:lnTo>
                  <a:pt x="778" y="1527"/>
                </a:lnTo>
                <a:lnTo>
                  <a:pt x="779" y="1527"/>
                </a:lnTo>
                <a:lnTo>
                  <a:pt x="779" y="1526"/>
                </a:lnTo>
                <a:lnTo>
                  <a:pt x="779" y="1527"/>
                </a:lnTo>
                <a:lnTo>
                  <a:pt x="780" y="1527"/>
                </a:lnTo>
                <a:lnTo>
                  <a:pt x="781" y="1527"/>
                </a:lnTo>
                <a:lnTo>
                  <a:pt x="782" y="1527"/>
                </a:lnTo>
                <a:lnTo>
                  <a:pt x="783" y="1527"/>
                </a:lnTo>
                <a:lnTo>
                  <a:pt x="783" y="1528"/>
                </a:lnTo>
                <a:lnTo>
                  <a:pt x="782" y="1528"/>
                </a:lnTo>
                <a:lnTo>
                  <a:pt x="783" y="1528"/>
                </a:lnTo>
                <a:lnTo>
                  <a:pt x="783" y="1529"/>
                </a:lnTo>
                <a:lnTo>
                  <a:pt x="784" y="1529"/>
                </a:lnTo>
                <a:lnTo>
                  <a:pt x="784" y="1530"/>
                </a:lnTo>
                <a:lnTo>
                  <a:pt x="783" y="1530"/>
                </a:lnTo>
                <a:lnTo>
                  <a:pt x="782" y="1530"/>
                </a:lnTo>
                <a:lnTo>
                  <a:pt x="782" y="1531"/>
                </a:lnTo>
                <a:lnTo>
                  <a:pt x="782" y="1532"/>
                </a:lnTo>
                <a:lnTo>
                  <a:pt x="782" y="1533"/>
                </a:lnTo>
                <a:lnTo>
                  <a:pt x="781" y="1533"/>
                </a:lnTo>
                <a:lnTo>
                  <a:pt x="781" y="1534"/>
                </a:lnTo>
                <a:lnTo>
                  <a:pt x="782" y="1534"/>
                </a:lnTo>
                <a:lnTo>
                  <a:pt x="781" y="1534"/>
                </a:lnTo>
                <a:lnTo>
                  <a:pt x="781" y="1535"/>
                </a:lnTo>
                <a:lnTo>
                  <a:pt x="781" y="1536"/>
                </a:lnTo>
                <a:lnTo>
                  <a:pt x="780" y="1536"/>
                </a:lnTo>
                <a:lnTo>
                  <a:pt x="780" y="1537"/>
                </a:lnTo>
                <a:lnTo>
                  <a:pt x="779" y="1537"/>
                </a:lnTo>
                <a:lnTo>
                  <a:pt x="779" y="1538"/>
                </a:lnTo>
                <a:lnTo>
                  <a:pt x="779" y="1539"/>
                </a:lnTo>
                <a:lnTo>
                  <a:pt x="779" y="1540"/>
                </a:lnTo>
                <a:lnTo>
                  <a:pt x="779" y="1541"/>
                </a:lnTo>
                <a:lnTo>
                  <a:pt x="779" y="1542"/>
                </a:lnTo>
                <a:lnTo>
                  <a:pt x="779" y="1543"/>
                </a:lnTo>
                <a:lnTo>
                  <a:pt x="778" y="1543"/>
                </a:lnTo>
                <a:lnTo>
                  <a:pt x="777" y="1543"/>
                </a:lnTo>
                <a:lnTo>
                  <a:pt x="777" y="1544"/>
                </a:lnTo>
                <a:lnTo>
                  <a:pt x="776" y="1544"/>
                </a:lnTo>
                <a:lnTo>
                  <a:pt x="776" y="1545"/>
                </a:lnTo>
                <a:lnTo>
                  <a:pt x="777" y="1545"/>
                </a:lnTo>
                <a:lnTo>
                  <a:pt x="776" y="1545"/>
                </a:lnTo>
                <a:lnTo>
                  <a:pt x="776" y="1546"/>
                </a:lnTo>
                <a:lnTo>
                  <a:pt x="776" y="1547"/>
                </a:lnTo>
                <a:lnTo>
                  <a:pt x="776" y="1548"/>
                </a:lnTo>
                <a:lnTo>
                  <a:pt x="776" y="1549"/>
                </a:lnTo>
                <a:lnTo>
                  <a:pt x="777" y="1549"/>
                </a:lnTo>
                <a:lnTo>
                  <a:pt x="778" y="1549"/>
                </a:lnTo>
                <a:lnTo>
                  <a:pt x="779" y="1549"/>
                </a:lnTo>
                <a:lnTo>
                  <a:pt x="779" y="1550"/>
                </a:lnTo>
                <a:lnTo>
                  <a:pt x="780" y="1551"/>
                </a:lnTo>
                <a:lnTo>
                  <a:pt x="781" y="1551"/>
                </a:lnTo>
                <a:lnTo>
                  <a:pt x="781" y="1552"/>
                </a:lnTo>
                <a:lnTo>
                  <a:pt x="781" y="1553"/>
                </a:lnTo>
                <a:lnTo>
                  <a:pt x="781" y="1554"/>
                </a:lnTo>
                <a:lnTo>
                  <a:pt x="781" y="1555"/>
                </a:lnTo>
                <a:lnTo>
                  <a:pt x="780" y="1555"/>
                </a:lnTo>
                <a:lnTo>
                  <a:pt x="781" y="1555"/>
                </a:lnTo>
                <a:lnTo>
                  <a:pt x="781" y="1556"/>
                </a:lnTo>
                <a:lnTo>
                  <a:pt x="781" y="1557"/>
                </a:lnTo>
                <a:lnTo>
                  <a:pt x="781" y="1558"/>
                </a:lnTo>
                <a:lnTo>
                  <a:pt x="781" y="1559"/>
                </a:lnTo>
                <a:lnTo>
                  <a:pt x="781" y="1560"/>
                </a:lnTo>
                <a:lnTo>
                  <a:pt x="781" y="1561"/>
                </a:lnTo>
                <a:lnTo>
                  <a:pt x="781" y="1562"/>
                </a:lnTo>
                <a:lnTo>
                  <a:pt x="780" y="1562"/>
                </a:lnTo>
                <a:lnTo>
                  <a:pt x="780" y="1563"/>
                </a:lnTo>
                <a:lnTo>
                  <a:pt x="781" y="1563"/>
                </a:lnTo>
                <a:lnTo>
                  <a:pt x="782" y="1563"/>
                </a:lnTo>
                <a:lnTo>
                  <a:pt x="783" y="1563"/>
                </a:lnTo>
                <a:lnTo>
                  <a:pt x="783" y="1564"/>
                </a:lnTo>
                <a:lnTo>
                  <a:pt x="782" y="1564"/>
                </a:lnTo>
                <a:lnTo>
                  <a:pt x="782" y="1565"/>
                </a:lnTo>
                <a:lnTo>
                  <a:pt x="782" y="1566"/>
                </a:lnTo>
                <a:lnTo>
                  <a:pt x="782" y="1567"/>
                </a:lnTo>
                <a:lnTo>
                  <a:pt x="783" y="1567"/>
                </a:lnTo>
                <a:lnTo>
                  <a:pt x="784" y="1567"/>
                </a:lnTo>
                <a:lnTo>
                  <a:pt x="784" y="1566"/>
                </a:lnTo>
                <a:lnTo>
                  <a:pt x="785" y="1566"/>
                </a:lnTo>
                <a:lnTo>
                  <a:pt x="786" y="1566"/>
                </a:lnTo>
                <a:lnTo>
                  <a:pt x="787" y="1566"/>
                </a:lnTo>
                <a:lnTo>
                  <a:pt x="787" y="1565"/>
                </a:lnTo>
                <a:lnTo>
                  <a:pt x="788" y="1565"/>
                </a:lnTo>
                <a:lnTo>
                  <a:pt x="788" y="1566"/>
                </a:lnTo>
                <a:lnTo>
                  <a:pt x="788" y="1567"/>
                </a:lnTo>
                <a:lnTo>
                  <a:pt x="788" y="1568"/>
                </a:lnTo>
                <a:lnTo>
                  <a:pt x="788" y="1569"/>
                </a:lnTo>
                <a:lnTo>
                  <a:pt x="788" y="1570"/>
                </a:lnTo>
                <a:lnTo>
                  <a:pt x="789" y="1570"/>
                </a:lnTo>
                <a:lnTo>
                  <a:pt x="789" y="1569"/>
                </a:lnTo>
                <a:lnTo>
                  <a:pt x="790" y="1569"/>
                </a:lnTo>
                <a:lnTo>
                  <a:pt x="791" y="1569"/>
                </a:lnTo>
                <a:lnTo>
                  <a:pt x="792" y="1569"/>
                </a:lnTo>
                <a:lnTo>
                  <a:pt x="792" y="1570"/>
                </a:lnTo>
                <a:lnTo>
                  <a:pt x="793" y="1570"/>
                </a:lnTo>
                <a:lnTo>
                  <a:pt x="793" y="1571"/>
                </a:lnTo>
                <a:lnTo>
                  <a:pt x="792" y="1571"/>
                </a:lnTo>
                <a:lnTo>
                  <a:pt x="793" y="1571"/>
                </a:lnTo>
                <a:lnTo>
                  <a:pt x="792" y="1571"/>
                </a:lnTo>
                <a:lnTo>
                  <a:pt x="792" y="1572"/>
                </a:lnTo>
                <a:lnTo>
                  <a:pt x="792" y="1573"/>
                </a:lnTo>
                <a:lnTo>
                  <a:pt x="791" y="1573"/>
                </a:lnTo>
                <a:lnTo>
                  <a:pt x="791" y="1574"/>
                </a:lnTo>
                <a:lnTo>
                  <a:pt x="791" y="1575"/>
                </a:lnTo>
                <a:lnTo>
                  <a:pt x="791" y="1576"/>
                </a:lnTo>
                <a:lnTo>
                  <a:pt x="791" y="1577"/>
                </a:lnTo>
                <a:lnTo>
                  <a:pt x="790" y="1577"/>
                </a:lnTo>
                <a:lnTo>
                  <a:pt x="789" y="1577"/>
                </a:lnTo>
                <a:lnTo>
                  <a:pt x="788" y="1577"/>
                </a:lnTo>
                <a:lnTo>
                  <a:pt x="787" y="1577"/>
                </a:lnTo>
                <a:lnTo>
                  <a:pt x="787" y="1578"/>
                </a:lnTo>
                <a:lnTo>
                  <a:pt x="787" y="1579"/>
                </a:lnTo>
                <a:lnTo>
                  <a:pt x="786" y="1579"/>
                </a:lnTo>
                <a:lnTo>
                  <a:pt x="785" y="1579"/>
                </a:lnTo>
                <a:lnTo>
                  <a:pt x="784" y="1579"/>
                </a:lnTo>
                <a:lnTo>
                  <a:pt x="783" y="1579"/>
                </a:lnTo>
                <a:lnTo>
                  <a:pt x="782" y="1579"/>
                </a:lnTo>
                <a:lnTo>
                  <a:pt x="781" y="1579"/>
                </a:lnTo>
                <a:lnTo>
                  <a:pt x="781" y="1578"/>
                </a:lnTo>
                <a:lnTo>
                  <a:pt x="780" y="1578"/>
                </a:lnTo>
                <a:lnTo>
                  <a:pt x="779" y="1578"/>
                </a:lnTo>
                <a:lnTo>
                  <a:pt x="779" y="1577"/>
                </a:lnTo>
                <a:lnTo>
                  <a:pt x="779" y="1578"/>
                </a:lnTo>
                <a:lnTo>
                  <a:pt x="777" y="1578"/>
                </a:lnTo>
                <a:lnTo>
                  <a:pt x="776" y="1578"/>
                </a:lnTo>
                <a:lnTo>
                  <a:pt x="776" y="1579"/>
                </a:lnTo>
                <a:lnTo>
                  <a:pt x="776" y="1580"/>
                </a:lnTo>
                <a:lnTo>
                  <a:pt x="776" y="1581"/>
                </a:lnTo>
                <a:lnTo>
                  <a:pt x="776" y="1582"/>
                </a:lnTo>
                <a:lnTo>
                  <a:pt x="777" y="1582"/>
                </a:lnTo>
                <a:lnTo>
                  <a:pt x="778" y="1582"/>
                </a:lnTo>
                <a:lnTo>
                  <a:pt x="779" y="1582"/>
                </a:lnTo>
                <a:lnTo>
                  <a:pt x="778" y="1582"/>
                </a:lnTo>
                <a:lnTo>
                  <a:pt x="778" y="1583"/>
                </a:lnTo>
                <a:lnTo>
                  <a:pt x="778" y="1584"/>
                </a:lnTo>
                <a:lnTo>
                  <a:pt x="777" y="1584"/>
                </a:lnTo>
                <a:lnTo>
                  <a:pt x="777" y="1585"/>
                </a:lnTo>
                <a:lnTo>
                  <a:pt x="777" y="1586"/>
                </a:lnTo>
                <a:lnTo>
                  <a:pt x="777" y="1587"/>
                </a:lnTo>
                <a:lnTo>
                  <a:pt x="777" y="1588"/>
                </a:lnTo>
                <a:lnTo>
                  <a:pt x="778" y="1588"/>
                </a:lnTo>
                <a:lnTo>
                  <a:pt x="778" y="1589"/>
                </a:lnTo>
                <a:lnTo>
                  <a:pt x="779" y="1589"/>
                </a:lnTo>
                <a:lnTo>
                  <a:pt x="780" y="1589"/>
                </a:lnTo>
                <a:lnTo>
                  <a:pt x="780" y="1590"/>
                </a:lnTo>
                <a:lnTo>
                  <a:pt x="781" y="1591"/>
                </a:lnTo>
                <a:lnTo>
                  <a:pt x="780" y="1592"/>
                </a:lnTo>
                <a:lnTo>
                  <a:pt x="779" y="1592"/>
                </a:lnTo>
                <a:lnTo>
                  <a:pt x="779" y="1593"/>
                </a:lnTo>
                <a:lnTo>
                  <a:pt x="778" y="1593"/>
                </a:lnTo>
                <a:lnTo>
                  <a:pt x="778" y="1594"/>
                </a:lnTo>
                <a:lnTo>
                  <a:pt x="778" y="1595"/>
                </a:lnTo>
                <a:lnTo>
                  <a:pt x="777" y="1595"/>
                </a:lnTo>
                <a:lnTo>
                  <a:pt x="776" y="1595"/>
                </a:lnTo>
                <a:lnTo>
                  <a:pt x="776" y="1596"/>
                </a:lnTo>
                <a:lnTo>
                  <a:pt x="775" y="1596"/>
                </a:lnTo>
                <a:lnTo>
                  <a:pt x="774" y="1596"/>
                </a:lnTo>
                <a:lnTo>
                  <a:pt x="774" y="1597"/>
                </a:lnTo>
                <a:lnTo>
                  <a:pt x="773" y="1597"/>
                </a:lnTo>
                <a:lnTo>
                  <a:pt x="773" y="1598"/>
                </a:lnTo>
                <a:lnTo>
                  <a:pt x="772" y="1598"/>
                </a:lnTo>
                <a:lnTo>
                  <a:pt x="773" y="1598"/>
                </a:lnTo>
                <a:lnTo>
                  <a:pt x="773" y="1599"/>
                </a:lnTo>
                <a:lnTo>
                  <a:pt x="774" y="1599"/>
                </a:lnTo>
                <a:lnTo>
                  <a:pt x="773" y="1599"/>
                </a:lnTo>
                <a:lnTo>
                  <a:pt x="774" y="1599"/>
                </a:lnTo>
                <a:lnTo>
                  <a:pt x="774" y="1600"/>
                </a:lnTo>
                <a:lnTo>
                  <a:pt x="774" y="1601"/>
                </a:lnTo>
                <a:lnTo>
                  <a:pt x="775" y="1602"/>
                </a:lnTo>
                <a:lnTo>
                  <a:pt x="774" y="1602"/>
                </a:lnTo>
                <a:lnTo>
                  <a:pt x="773" y="1603"/>
                </a:lnTo>
                <a:lnTo>
                  <a:pt x="774" y="1603"/>
                </a:lnTo>
                <a:lnTo>
                  <a:pt x="775" y="1603"/>
                </a:lnTo>
                <a:lnTo>
                  <a:pt x="775" y="1604"/>
                </a:lnTo>
                <a:lnTo>
                  <a:pt x="776" y="1604"/>
                </a:lnTo>
                <a:lnTo>
                  <a:pt x="776" y="1605"/>
                </a:lnTo>
                <a:lnTo>
                  <a:pt x="776" y="1606"/>
                </a:lnTo>
                <a:lnTo>
                  <a:pt x="776" y="1607"/>
                </a:lnTo>
                <a:lnTo>
                  <a:pt x="775" y="1607"/>
                </a:lnTo>
                <a:lnTo>
                  <a:pt x="775" y="1608"/>
                </a:lnTo>
                <a:lnTo>
                  <a:pt x="774" y="1608"/>
                </a:lnTo>
                <a:lnTo>
                  <a:pt x="774" y="1609"/>
                </a:lnTo>
                <a:lnTo>
                  <a:pt x="775" y="1609"/>
                </a:lnTo>
                <a:lnTo>
                  <a:pt x="775" y="1611"/>
                </a:lnTo>
                <a:lnTo>
                  <a:pt x="775" y="1612"/>
                </a:lnTo>
                <a:lnTo>
                  <a:pt x="775" y="1613"/>
                </a:lnTo>
                <a:lnTo>
                  <a:pt x="775" y="1614"/>
                </a:lnTo>
                <a:lnTo>
                  <a:pt x="774" y="1614"/>
                </a:lnTo>
                <a:lnTo>
                  <a:pt x="774" y="1613"/>
                </a:lnTo>
                <a:lnTo>
                  <a:pt x="773" y="1613"/>
                </a:lnTo>
                <a:lnTo>
                  <a:pt x="773" y="1614"/>
                </a:lnTo>
                <a:lnTo>
                  <a:pt x="773" y="1615"/>
                </a:lnTo>
                <a:lnTo>
                  <a:pt x="772" y="1616"/>
                </a:lnTo>
                <a:lnTo>
                  <a:pt x="772" y="1617"/>
                </a:lnTo>
                <a:lnTo>
                  <a:pt x="773" y="1617"/>
                </a:lnTo>
                <a:lnTo>
                  <a:pt x="773" y="1618"/>
                </a:lnTo>
                <a:lnTo>
                  <a:pt x="772" y="1618"/>
                </a:lnTo>
                <a:lnTo>
                  <a:pt x="773" y="1618"/>
                </a:lnTo>
                <a:lnTo>
                  <a:pt x="773" y="1619"/>
                </a:lnTo>
                <a:lnTo>
                  <a:pt x="773" y="1620"/>
                </a:lnTo>
                <a:lnTo>
                  <a:pt x="773" y="1621"/>
                </a:lnTo>
                <a:lnTo>
                  <a:pt x="772" y="1621"/>
                </a:lnTo>
                <a:lnTo>
                  <a:pt x="772" y="1622"/>
                </a:lnTo>
                <a:lnTo>
                  <a:pt x="773" y="1622"/>
                </a:lnTo>
                <a:lnTo>
                  <a:pt x="773" y="1623"/>
                </a:lnTo>
                <a:lnTo>
                  <a:pt x="772" y="1623"/>
                </a:lnTo>
                <a:lnTo>
                  <a:pt x="771" y="1623"/>
                </a:lnTo>
                <a:lnTo>
                  <a:pt x="771" y="1624"/>
                </a:lnTo>
                <a:lnTo>
                  <a:pt x="770" y="1624"/>
                </a:lnTo>
                <a:lnTo>
                  <a:pt x="770" y="1625"/>
                </a:lnTo>
                <a:lnTo>
                  <a:pt x="770" y="1626"/>
                </a:lnTo>
                <a:lnTo>
                  <a:pt x="770" y="1627"/>
                </a:lnTo>
                <a:lnTo>
                  <a:pt x="771" y="1627"/>
                </a:lnTo>
                <a:lnTo>
                  <a:pt x="771" y="1628"/>
                </a:lnTo>
                <a:lnTo>
                  <a:pt x="771" y="1629"/>
                </a:lnTo>
                <a:lnTo>
                  <a:pt x="771" y="1630"/>
                </a:lnTo>
                <a:lnTo>
                  <a:pt x="771" y="1631"/>
                </a:lnTo>
                <a:lnTo>
                  <a:pt x="772" y="1631"/>
                </a:lnTo>
                <a:lnTo>
                  <a:pt x="772" y="1632"/>
                </a:lnTo>
                <a:lnTo>
                  <a:pt x="772" y="1633"/>
                </a:lnTo>
                <a:lnTo>
                  <a:pt x="772" y="1634"/>
                </a:lnTo>
                <a:lnTo>
                  <a:pt x="773" y="1634"/>
                </a:lnTo>
                <a:lnTo>
                  <a:pt x="773" y="1635"/>
                </a:lnTo>
                <a:lnTo>
                  <a:pt x="774" y="1635"/>
                </a:lnTo>
                <a:lnTo>
                  <a:pt x="774" y="1636"/>
                </a:lnTo>
                <a:lnTo>
                  <a:pt x="775" y="1636"/>
                </a:lnTo>
                <a:lnTo>
                  <a:pt x="775" y="1637"/>
                </a:lnTo>
                <a:lnTo>
                  <a:pt x="775" y="1638"/>
                </a:lnTo>
                <a:lnTo>
                  <a:pt x="776" y="1638"/>
                </a:lnTo>
                <a:lnTo>
                  <a:pt x="777" y="1638"/>
                </a:lnTo>
                <a:lnTo>
                  <a:pt x="778" y="1638"/>
                </a:lnTo>
                <a:lnTo>
                  <a:pt x="778" y="1637"/>
                </a:lnTo>
                <a:lnTo>
                  <a:pt x="779" y="1637"/>
                </a:lnTo>
                <a:lnTo>
                  <a:pt x="780" y="1637"/>
                </a:lnTo>
                <a:lnTo>
                  <a:pt x="781" y="1637"/>
                </a:lnTo>
                <a:lnTo>
                  <a:pt x="781" y="1638"/>
                </a:lnTo>
                <a:lnTo>
                  <a:pt x="782" y="1638"/>
                </a:lnTo>
                <a:lnTo>
                  <a:pt x="783" y="1638"/>
                </a:lnTo>
                <a:lnTo>
                  <a:pt x="784" y="1638"/>
                </a:lnTo>
                <a:lnTo>
                  <a:pt x="783" y="1639"/>
                </a:lnTo>
                <a:lnTo>
                  <a:pt x="784" y="1639"/>
                </a:lnTo>
                <a:lnTo>
                  <a:pt x="784" y="1640"/>
                </a:lnTo>
                <a:lnTo>
                  <a:pt x="784" y="1641"/>
                </a:lnTo>
                <a:lnTo>
                  <a:pt x="784" y="1642"/>
                </a:lnTo>
                <a:lnTo>
                  <a:pt x="784" y="1643"/>
                </a:lnTo>
                <a:lnTo>
                  <a:pt x="785" y="1643"/>
                </a:lnTo>
                <a:lnTo>
                  <a:pt x="785" y="1644"/>
                </a:lnTo>
                <a:lnTo>
                  <a:pt x="786" y="1644"/>
                </a:lnTo>
                <a:lnTo>
                  <a:pt x="786" y="1645"/>
                </a:lnTo>
                <a:lnTo>
                  <a:pt x="786" y="1644"/>
                </a:lnTo>
                <a:lnTo>
                  <a:pt x="787" y="1644"/>
                </a:lnTo>
                <a:lnTo>
                  <a:pt x="788" y="1644"/>
                </a:lnTo>
                <a:lnTo>
                  <a:pt x="789" y="1644"/>
                </a:lnTo>
                <a:lnTo>
                  <a:pt x="789" y="1645"/>
                </a:lnTo>
                <a:lnTo>
                  <a:pt x="790" y="1645"/>
                </a:lnTo>
                <a:lnTo>
                  <a:pt x="790" y="1644"/>
                </a:lnTo>
                <a:lnTo>
                  <a:pt x="790" y="1645"/>
                </a:lnTo>
                <a:lnTo>
                  <a:pt x="791" y="1645"/>
                </a:lnTo>
                <a:lnTo>
                  <a:pt x="792" y="1645"/>
                </a:lnTo>
                <a:lnTo>
                  <a:pt x="792" y="1646"/>
                </a:lnTo>
                <a:lnTo>
                  <a:pt x="791" y="1646"/>
                </a:lnTo>
                <a:lnTo>
                  <a:pt x="791" y="1647"/>
                </a:lnTo>
                <a:lnTo>
                  <a:pt x="791" y="1648"/>
                </a:lnTo>
                <a:lnTo>
                  <a:pt x="791" y="1649"/>
                </a:lnTo>
                <a:lnTo>
                  <a:pt x="790" y="1649"/>
                </a:lnTo>
                <a:lnTo>
                  <a:pt x="791" y="1649"/>
                </a:lnTo>
                <a:lnTo>
                  <a:pt x="791" y="1650"/>
                </a:lnTo>
                <a:lnTo>
                  <a:pt x="790" y="1650"/>
                </a:lnTo>
                <a:lnTo>
                  <a:pt x="790" y="1651"/>
                </a:lnTo>
                <a:lnTo>
                  <a:pt x="790" y="1652"/>
                </a:lnTo>
                <a:lnTo>
                  <a:pt x="791" y="1652"/>
                </a:lnTo>
                <a:lnTo>
                  <a:pt x="791" y="1653"/>
                </a:lnTo>
                <a:lnTo>
                  <a:pt x="791" y="1654"/>
                </a:lnTo>
                <a:lnTo>
                  <a:pt x="791" y="1655"/>
                </a:lnTo>
                <a:lnTo>
                  <a:pt x="790" y="1655"/>
                </a:lnTo>
                <a:lnTo>
                  <a:pt x="789" y="1655"/>
                </a:lnTo>
                <a:lnTo>
                  <a:pt x="788" y="1655"/>
                </a:lnTo>
                <a:lnTo>
                  <a:pt x="788" y="1654"/>
                </a:lnTo>
                <a:lnTo>
                  <a:pt x="786" y="1654"/>
                </a:lnTo>
                <a:lnTo>
                  <a:pt x="785" y="1654"/>
                </a:lnTo>
                <a:lnTo>
                  <a:pt x="784" y="1654"/>
                </a:lnTo>
                <a:lnTo>
                  <a:pt x="783" y="1654"/>
                </a:lnTo>
                <a:lnTo>
                  <a:pt x="783" y="1655"/>
                </a:lnTo>
                <a:lnTo>
                  <a:pt x="782" y="1655"/>
                </a:lnTo>
                <a:lnTo>
                  <a:pt x="782" y="1656"/>
                </a:lnTo>
                <a:lnTo>
                  <a:pt x="781" y="1656"/>
                </a:lnTo>
                <a:lnTo>
                  <a:pt x="781" y="1657"/>
                </a:lnTo>
                <a:lnTo>
                  <a:pt x="780" y="1657"/>
                </a:lnTo>
                <a:lnTo>
                  <a:pt x="780" y="1658"/>
                </a:lnTo>
                <a:lnTo>
                  <a:pt x="780" y="1659"/>
                </a:lnTo>
                <a:lnTo>
                  <a:pt x="781" y="1660"/>
                </a:lnTo>
                <a:lnTo>
                  <a:pt x="780" y="1660"/>
                </a:lnTo>
                <a:lnTo>
                  <a:pt x="780" y="1661"/>
                </a:lnTo>
                <a:lnTo>
                  <a:pt x="780" y="1662"/>
                </a:lnTo>
                <a:lnTo>
                  <a:pt x="779" y="1662"/>
                </a:lnTo>
                <a:lnTo>
                  <a:pt x="779" y="1663"/>
                </a:lnTo>
                <a:lnTo>
                  <a:pt x="778" y="1663"/>
                </a:lnTo>
                <a:lnTo>
                  <a:pt x="778" y="1664"/>
                </a:lnTo>
                <a:lnTo>
                  <a:pt x="777" y="1664"/>
                </a:lnTo>
                <a:lnTo>
                  <a:pt x="777" y="1665"/>
                </a:lnTo>
                <a:lnTo>
                  <a:pt x="776" y="1665"/>
                </a:lnTo>
                <a:lnTo>
                  <a:pt x="776" y="1666"/>
                </a:lnTo>
                <a:lnTo>
                  <a:pt x="775" y="1666"/>
                </a:lnTo>
                <a:lnTo>
                  <a:pt x="775" y="1667"/>
                </a:lnTo>
                <a:lnTo>
                  <a:pt x="774" y="1667"/>
                </a:lnTo>
                <a:lnTo>
                  <a:pt x="773" y="1667"/>
                </a:lnTo>
                <a:lnTo>
                  <a:pt x="772" y="1667"/>
                </a:lnTo>
                <a:lnTo>
                  <a:pt x="771" y="1667"/>
                </a:lnTo>
                <a:lnTo>
                  <a:pt x="770" y="1667"/>
                </a:lnTo>
                <a:lnTo>
                  <a:pt x="769" y="1667"/>
                </a:lnTo>
                <a:lnTo>
                  <a:pt x="768" y="1667"/>
                </a:lnTo>
                <a:lnTo>
                  <a:pt x="767" y="1667"/>
                </a:lnTo>
                <a:lnTo>
                  <a:pt x="766" y="1667"/>
                </a:lnTo>
                <a:lnTo>
                  <a:pt x="766" y="1666"/>
                </a:lnTo>
                <a:lnTo>
                  <a:pt x="765" y="1666"/>
                </a:lnTo>
                <a:lnTo>
                  <a:pt x="764" y="1666"/>
                </a:lnTo>
                <a:lnTo>
                  <a:pt x="763" y="1666"/>
                </a:lnTo>
                <a:lnTo>
                  <a:pt x="763" y="1665"/>
                </a:lnTo>
                <a:lnTo>
                  <a:pt x="762" y="1665"/>
                </a:lnTo>
                <a:lnTo>
                  <a:pt x="762" y="1664"/>
                </a:lnTo>
                <a:lnTo>
                  <a:pt x="763" y="1664"/>
                </a:lnTo>
                <a:lnTo>
                  <a:pt x="764" y="1664"/>
                </a:lnTo>
                <a:lnTo>
                  <a:pt x="764" y="1663"/>
                </a:lnTo>
                <a:lnTo>
                  <a:pt x="764" y="1662"/>
                </a:lnTo>
                <a:lnTo>
                  <a:pt x="763" y="1661"/>
                </a:lnTo>
                <a:lnTo>
                  <a:pt x="762" y="1661"/>
                </a:lnTo>
                <a:lnTo>
                  <a:pt x="762" y="1660"/>
                </a:lnTo>
                <a:lnTo>
                  <a:pt x="761" y="1660"/>
                </a:lnTo>
                <a:lnTo>
                  <a:pt x="761" y="1659"/>
                </a:lnTo>
                <a:lnTo>
                  <a:pt x="760" y="1659"/>
                </a:lnTo>
                <a:lnTo>
                  <a:pt x="760" y="1658"/>
                </a:lnTo>
                <a:lnTo>
                  <a:pt x="760" y="1657"/>
                </a:lnTo>
                <a:lnTo>
                  <a:pt x="759" y="1657"/>
                </a:lnTo>
                <a:lnTo>
                  <a:pt x="759" y="1656"/>
                </a:lnTo>
                <a:lnTo>
                  <a:pt x="759" y="1655"/>
                </a:lnTo>
                <a:lnTo>
                  <a:pt x="758" y="1655"/>
                </a:lnTo>
                <a:lnTo>
                  <a:pt x="756" y="1655"/>
                </a:lnTo>
                <a:lnTo>
                  <a:pt x="755" y="1655"/>
                </a:lnTo>
                <a:lnTo>
                  <a:pt x="754" y="1656"/>
                </a:lnTo>
                <a:lnTo>
                  <a:pt x="753" y="1656"/>
                </a:lnTo>
                <a:lnTo>
                  <a:pt x="752" y="1656"/>
                </a:lnTo>
                <a:lnTo>
                  <a:pt x="752" y="1655"/>
                </a:lnTo>
                <a:lnTo>
                  <a:pt x="751" y="1655"/>
                </a:lnTo>
                <a:lnTo>
                  <a:pt x="750" y="1655"/>
                </a:lnTo>
                <a:lnTo>
                  <a:pt x="750" y="1656"/>
                </a:lnTo>
                <a:lnTo>
                  <a:pt x="749" y="1657"/>
                </a:lnTo>
                <a:lnTo>
                  <a:pt x="748" y="1657"/>
                </a:lnTo>
                <a:lnTo>
                  <a:pt x="748" y="1658"/>
                </a:lnTo>
                <a:lnTo>
                  <a:pt x="748" y="1659"/>
                </a:lnTo>
                <a:lnTo>
                  <a:pt x="747" y="1659"/>
                </a:lnTo>
                <a:lnTo>
                  <a:pt x="746" y="1660"/>
                </a:lnTo>
                <a:lnTo>
                  <a:pt x="745" y="1659"/>
                </a:lnTo>
                <a:lnTo>
                  <a:pt x="744" y="1659"/>
                </a:lnTo>
                <a:lnTo>
                  <a:pt x="743" y="1659"/>
                </a:lnTo>
                <a:lnTo>
                  <a:pt x="743" y="1658"/>
                </a:lnTo>
                <a:lnTo>
                  <a:pt x="742" y="1658"/>
                </a:lnTo>
                <a:lnTo>
                  <a:pt x="742" y="1657"/>
                </a:lnTo>
                <a:lnTo>
                  <a:pt x="742" y="1656"/>
                </a:lnTo>
                <a:lnTo>
                  <a:pt x="743" y="1656"/>
                </a:lnTo>
                <a:lnTo>
                  <a:pt x="743" y="1655"/>
                </a:lnTo>
                <a:lnTo>
                  <a:pt x="743" y="1654"/>
                </a:lnTo>
                <a:lnTo>
                  <a:pt x="744" y="1654"/>
                </a:lnTo>
                <a:lnTo>
                  <a:pt x="745" y="1654"/>
                </a:lnTo>
                <a:lnTo>
                  <a:pt x="745" y="1653"/>
                </a:lnTo>
                <a:lnTo>
                  <a:pt x="745" y="1652"/>
                </a:lnTo>
                <a:lnTo>
                  <a:pt x="745" y="1651"/>
                </a:lnTo>
                <a:lnTo>
                  <a:pt x="744" y="1651"/>
                </a:lnTo>
                <a:lnTo>
                  <a:pt x="745" y="1651"/>
                </a:lnTo>
                <a:lnTo>
                  <a:pt x="745" y="1650"/>
                </a:lnTo>
                <a:lnTo>
                  <a:pt x="746" y="1650"/>
                </a:lnTo>
                <a:lnTo>
                  <a:pt x="747" y="1650"/>
                </a:lnTo>
                <a:lnTo>
                  <a:pt x="747" y="1649"/>
                </a:lnTo>
                <a:lnTo>
                  <a:pt x="747" y="1648"/>
                </a:lnTo>
                <a:lnTo>
                  <a:pt x="746" y="1648"/>
                </a:lnTo>
                <a:lnTo>
                  <a:pt x="746" y="1647"/>
                </a:lnTo>
                <a:lnTo>
                  <a:pt x="745" y="1647"/>
                </a:lnTo>
                <a:lnTo>
                  <a:pt x="744" y="1647"/>
                </a:lnTo>
                <a:lnTo>
                  <a:pt x="743" y="1648"/>
                </a:lnTo>
                <a:lnTo>
                  <a:pt x="742" y="1648"/>
                </a:lnTo>
                <a:lnTo>
                  <a:pt x="742" y="1647"/>
                </a:lnTo>
                <a:lnTo>
                  <a:pt x="741" y="1647"/>
                </a:lnTo>
                <a:lnTo>
                  <a:pt x="740" y="1647"/>
                </a:lnTo>
                <a:lnTo>
                  <a:pt x="740" y="1646"/>
                </a:lnTo>
                <a:lnTo>
                  <a:pt x="739" y="1646"/>
                </a:lnTo>
                <a:lnTo>
                  <a:pt x="738" y="1646"/>
                </a:lnTo>
                <a:lnTo>
                  <a:pt x="737" y="1646"/>
                </a:lnTo>
                <a:lnTo>
                  <a:pt x="737" y="1645"/>
                </a:lnTo>
                <a:lnTo>
                  <a:pt x="736" y="1645"/>
                </a:lnTo>
                <a:lnTo>
                  <a:pt x="736" y="1644"/>
                </a:lnTo>
                <a:lnTo>
                  <a:pt x="736" y="1645"/>
                </a:lnTo>
                <a:lnTo>
                  <a:pt x="736" y="1644"/>
                </a:lnTo>
                <a:lnTo>
                  <a:pt x="735" y="1644"/>
                </a:lnTo>
                <a:lnTo>
                  <a:pt x="734" y="1644"/>
                </a:lnTo>
                <a:lnTo>
                  <a:pt x="733" y="1644"/>
                </a:lnTo>
                <a:lnTo>
                  <a:pt x="732" y="1644"/>
                </a:lnTo>
                <a:lnTo>
                  <a:pt x="732" y="1643"/>
                </a:lnTo>
                <a:lnTo>
                  <a:pt x="731" y="1643"/>
                </a:lnTo>
                <a:lnTo>
                  <a:pt x="731" y="1644"/>
                </a:lnTo>
                <a:lnTo>
                  <a:pt x="730" y="1644"/>
                </a:lnTo>
                <a:lnTo>
                  <a:pt x="730" y="1645"/>
                </a:lnTo>
                <a:lnTo>
                  <a:pt x="730" y="1644"/>
                </a:lnTo>
                <a:lnTo>
                  <a:pt x="729" y="1644"/>
                </a:lnTo>
                <a:lnTo>
                  <a:pt x="728" y="1644"/>
                </a:lnTo>
                <a:lnTo>
                  <a:pt x="727" y="1644"/>
                </a:lnTo>
                <a:lnTo>
                  <a:pt x="727" y="1645"/>
                </a:lnTo>
                <a:lnTo>
                  <a:pt x="726" y="1645"/>
                </a:lnTo>
                <a:lnTo>
                  <a:pt x="725" y="1645"/>
                </a:lnTo>
                <a:lnTo>
                  <a:pt x="725" y="1644"/>
                </a:lnTo>
                <a:lnTo>
                  <a:pt x="724" y="1644"/>
                </a:lnTo>
                <a:lnTo>
                  <a:pt x="723" y="1645"/>
                </a:lnTo>
                <a:lnTo>
                  <a:pt x="723" y="1644"/>
                </a:lnTo>
                <a:lnTo>
                  <a:pt x="722" y="1644"/>
                </a:lnTo>
                <a:lnTo>
                  <a:pt x="722" y="1645"/>
                </a:lnTo>
                <a:lnTo>
                  <a:pt x="722" y="1644"/>
                </a:lnTo>
                <a:lnTo>
                  <a:pt x="722" y="1645"/>
                </a:lnTo>
                <a:lnTo>
                  <a:pt x="721" y="1646"/>
                </a:lnTo>
                <a:lnTo>
                  <a:pt x="720" y="1646"/>
                </a:lnTo>
                <a:lnTo>
                  <a:pt x="719" y="1646"/>
                </a:lnTo>
                <a:lnTo>
                  <a:pt x="718" y="1646"/>
                </a:lnTo>
                <a:lnTo>
                  <a:pt x="718" y="1647"/>
                </a:lnTo>
                <a:lnTo>
                  <a:pt x="717" y="1647"/>
                </a:lnTo>
                <a:lnTo>
                  <a:pt x="717" y="1648"/>
                </a:lnTo>
                <a:lnTo>
                  <a:pt x="717" y="1649"/>
                </a:lnTo>
                <a:lnTo>
                  <a:pt x="716" y="1649"/>
                </a:lnTo>
                <a:lnTo>
                  <a:pt x="716" y="1648"/>
                </a:lnTo>
                <a:lnTo>
                  <a:pt x="715" y="1648"/>
                </a:lnTo>
                <a:lnTo>
                  <a:pt x="713" y="1648"/>
                </a:lnTo>
                <a:lnTo>
                  <a:pt x="713" y="1647"/>
                </a:lnTo>
                <a:lnTo>
                  <a:pt x="712" y="1647"/>
                </a:lnTo>
                <a:lnTo>
                  <a:pt x="711" y="1647"/>
                </a:lnTo>
                <a:lnTo>
                  <a:pt x="710" y="1647"/>
                </a:lnTo>
                <a:lnTo>
                  <a:pt x="710" y="1648"/>
                </a:lnTo>
                <a:lnTo>
                  <a:pt x="709" y="1648"/>
                </a:lnTo>
                <a:lnTo>
                  <a:pt x="708" y="1648"/>
                </a:lnTo>
                <a:lnTo>
                  <a:pt x="707" y="1648"/>
                </a:lnTo>
                <a:lnTo>
                  <a:pt x="706" y="1648"/>
                </a:lnTo>
                <a:lnTo>
                  <a:pt x="706" y="1647"/>
                </a:lnTo>
                <a:lnTo>
                  <a:pt x="705" y="1647"/>
                </a:lnTo>
                <a:lnTo>
                  <a:pt x="705" y="1648"/>
                </a:lnTo>
                <a:lnTo>
                  <a:pt x="704" y="1648"/>
                </a:lnTo>
                <a:lnTo>
                  <a:pt x="703" y="1648"/>
                </a:lnTo>
                <a:lnTo>
                  <a:pt x="703" y="1649"/>
                </a:lnTo>
                <a:lnTo>
                  <a:pt x="702" y="1649"/>
                </a:lnTo>
                <a:lnTo>
                  <a:pt x="701" y="1649"/>
                </a:lnTo>
                <a:lnTo>
                  <a:pt x="701" y="1650"/>
                </a:lnTo>
                <a:lnTo>
                  <a:pt x="701" y="1649"/>
                </a:lnTo>
                <a:lnTo>
                  <a:pt x="700" y="1649"/>
                </a:lnTo>
                <a:lnTo>
                  <a:pt x="700" y="1650"/>
                </a:lnTo>
                <a:lnTo>
                  <a:pt x="700" y="1649"/>
                </a:lnTo>
                <a:lnTo>
                  <a:pt x="699" y="1649"/>
                </a:lnTo>
                <a:lnTo>
                  <a:pt x="699" y="1650"/>
                </a:lnTo>
                <a:lnTo>
                  <a:pt x="699" y="1651"/>
                </a:lnTo>
                <a:lnTo>
                  <a:pt x="698" y="1651"/>
                </a:lnTo>
                <a:lnTo>
                  <a:pt x="698" y="1652"/>
                </a:lnTo>
                <a:lnTo>
                  <a:pt x="697" y="1651"/>
                </a:lnTo>
                <a:lnTo>
                  <a:pt x="696" y="1652"/>
                </a:lnTo>
                <a:lnTo>
                  <a:pt x="695" y="1652"/>
                </a:lnTo>
                <a:lnTo>
                  <a:pt x="695" y="1653"/>
                </a:lnTo>
                <a:lnTo>
                  <a:pt x="694" y="1653"/>
                </a:lnTo>
                <a:lnTo>
                  <a:pt x="693" y="1653"/>
                </a:lnTo>
                <a:lnTo>
                  <a:pt x="693" y="1654"/>
                </a:lnTo>
                <a:lnTo>
                  <a:pt x="692" y="1654"/>
                </a:lnTo>
                <a:lnTo>
                  <a:pt x="692" y="1655"/>
                </a:lnTo>
                <a:lnTo>
                  <a:pt x="691" y="1655"/>
                </a:lnTo>
                <a:lnTo>
                  <a:pt x="691" y="1654"/>
                </a:lnTo>
                <a:lnTo>
                  <a:pt x="690" y="1654"/>
                </a:lnTo>
                <a:lnTo>
                  <a:pt x="689" y="1654"/>
                </a:lnTo>
                <a:lnTo>
                  <a:pt x="688" y="1654"/>
                </a:lnTo>
                <a:lnTo>
                  <a:pt x="688" y="1655"/>
                </a:lnTo>
                <a:lnTo>
                  <a:pt x="687" y="1655"/>
                </a:lnTo>
                <a:lnTo>
                  <a:pt x="687" y="1656"/>
                </a:lnTo>
                <a:lnTo>
                  <a:pt x="686" y="1656"/>
                </a:lnTo>
                <a:lnTo>
                  <a:pt x="686" y="1657"/>
                </a:lnTo>
                <a:lnTo>
                  <a:pt x="685" y="1657"/>
                </a:lnTo>
                <a:lnTo>
                  <a:pt x="684" y="1657"/>
                </a:lnTo>
                <a:lnTo>
                  <a:pt x="684" y="1658"/>
                </a:lnTo>
                <a:lnTo>
                  <a:pt x="683" y="1657"/>
                </a:lnTo>
                <a:lnTo>
                  <a:pt x="683" y="1656"/>
                </a:lnTo>
                <a:lnTo>
                  <a:pt x="682" y="1656"/>
                </a:lnTo>
                <a:lnTo>
                  <a:pt x="682" y="1655"/>
                </a:lnTo>
                <a:lnTo>
                  <a:pt x="682" y="1654"/>
                </a:lnTo>
                <a:lnTo>
                  <a:pt x="681" y="1654"/>
                </a:lnTo>
                <a:lnTo>
                  <a:pt x="681" y="1653"/>
                </a:lnTo>
                <a:lnTo>
                  <a:pt x="680" y="1653"/>
                </a:lnTo>
                <a:lnTo>
                  <a:pt x="679" y="1653"/>
                </a:lnTo>
                <a:lnTo>
                  <a:pt x="678" y="1653"/>
                </a:lnTo>
                <a:lnTo>
                  <a:pt x="677" y="1652"/>
                </a:lnTo>
                <a:lnTo>
                  <a:pt x="676" y="1652"/>
                </a:lnTo>
                <a:lnTo>
                  <a:pt x="676" y="1651"/>
                </a:lnTo>
                <a:lnTo>
                  <a:pt x="677" y="1651"/>
                </a:lnTo>
                <a:lnTo>
                  <a:pt x="677" y="1650"/>
                </a:lnTo>
                <a:lnTo>
                  <a:pt x="677" y="1649"/>
                </a:lnTo>
                <a:lnTo>
                  <a:pt x="677" y="1648"/>
                </a:lnTo>
                <a:lnTo>
                  <a:pt x="676" y="1648"/>
                </a:lnTo>
                <a:lnTo>
                  <a:pt x="675" y="1647"/>
                </a:lnTo>
                <a:lnTo>
                  <a:pt x="674" y="1647"/>
                </a:lnTo>
                <a:lnTo>
                  <a:pt x="674" y="1648"/>
                </a:lnTo>
                <a:lnTo>
                  <a:pt x="674" y="1647"/>
                </a:lnTo>
                <a:lnTo>
                  <a:pt x="673" y="1647"/>
                </a:lnTo>
                <a:lnTo>
                  <a:pt x="673" y="1646"/>
                </a:lnTo>
                <a:lnTo>
                  <a:pt x="672" y="1645"/>
                </a:lnTo>
                <a:lnTo>
                  <a:pt x="672" y="1646"/>
                </a:lnTo>
                <a:lnTo>
                  <a:pt x="671" y="1646"/>
                </a:lnTo>
                <a:lnTo>
                  <a:pt x="671" y="1645"/>
                </a:lnTo>
                <a:lnTo>
                  <a:pt x="670" y="1645"/>
                </a:lnTo>
                <a:lnTo>
                  <a:pt x="671" y="1645"/>
                </a:lnTo>
                <a:lnTo>
                  <a:pt x="671" y="1644"/>
                </a:lnTo>
                <a:lnTo>
                  <a:pt x="672" y="1644"/>
                </a:lnTo>
                <a:lnTo>
                  <a:pt x="672" y="1643"/>
                </a:lnTo>
                <a:lnTo>
                  <a:pt x="673" y="1643"/>
                </a:lnTo>
                <a:lnTo>
                  <a:pt x="673" y="1642"/>
                </a:lnTo>
                <a:lnTo>
                  <a:pt x="672" y="1642"/>
                </a:lnTo>
                <a:lnTo>
                  <a:pt x="672" y="1641"/>
                </a:lnTo>
                <a:lnTo>
                  <a:pt x="673" y="1641"/>
                </a:lnTo>
                <a:lnTo>
                  <a:pt x="674" y="1641"/>
                </a:lnTo>
                <a:lnTo>
                  <a:pt x="674" y="1640"/>
                </a:lnTo>
                <a:lnTo>
                  <a:pt x="674" y="1639"/>
                </a:lnTo>
                <a:lnTo>
                  <a:pt x="675" y="1639"/>
                </a:lnTo>
                <a:lnTo>
                  <a:pt x="676" y="1639"/>
                </a:lnTo>
                <a:lnTo>
                  <a:pt x="676" y="1638"/>
                </a:lnTo>
                <a:lnTo>
                  <a:pt x="676" y="1637"/>
                </a:lnTo>
                <a:lnTo>
                  <a:pt x="677" y="1637"/>
                </a:lnTo>
                <a:lnTo>
                  <a:pt x="677" y="1636"/>
                </a:lnTo>
                <a:lnTo>
                  <a:pt x="677" y="1635"/>
                </a:lnTo>
                <a:lnTo>
                  <a:pt x="677" y="1634"/>
                </a:lnTo>
                <a:lnTo>
                  <a:pt x="678" y="1634"/>
                </a:lnTo>
                <a:lnTo>
                  <a:pt x="678" y="1633"/>
                </a:lnTo>
                <a:lnTo>
                  <a:pt x="677" y="1633"/>
                </a:lnTo>
                <a:lnTo>
                  <a:pt x="677" y="1632"/>
                </a:lnTo>
                <a:lnTo>
                  <a:pt x="677" y="1631"/>
                </a:lnTo>
                <a:lnTo>
                  <a:pt x="676" y="1631"/>
                </a:lnTo>
                <a:lnTo>
                  <a:pt x="675" y="1631"/>
                </a:lnTo>
                <a:lnTo>
                  <a:pt x="675" y="1630"/>
                </a:lnTo>
                <a:lnTo>
                  <a:pt x="675" y="1631"/>
                </a:lnTo>
                <a:lnTo>
                  <a:pt x="675" y="1630"/>
                </a:lnTo>
                <a:lnTo>
                  <a:pt x="674" y="1630"/>
                </a:lnTo>
                <a:lnTo>
                  <a:pt x="674" y="1631"/>
                </a:lnTo>
                <a:lnTo>
                  <a:pt x="674" y="1630"/>
                </a:lnTo>
                <a:lnTo>
                  <a:pt x="673" y="1630"/>
                </a:lnTo>
                <a:lnTo>
                  <a:pt x="672" y="1630"/>
                </a:lnTo>
                <a:lnTo>
                  <a:pt x="671" y="1630"/>
                </a:lnTo>
                <a:lnTo>
                  <a:pt x="671" y="1629"/>
                </a:lnTo>
                <a:lnTo>
                  <a:pt x="671" y="1628"/>
                </a:lnTo>
                <a:lnTo>
                  <a:pt x="670" y="1628"/>
                </a:lnTo>
                <a:lnTo>
                  <a:pt x="669" y="1628"/>
                </a:lnTo>
                <a:lnTo>
                  <a:pt x="668" y="1628"/>
                </a:lnTo>
                <a:lnTo>
                  <a:pt x="667" y="1628"/>
                </a:lnTo>
                <a:lnTo>
                  <a:pt x="667" y="1627"/>
                </a:lnTo>
                <a:lnTo>
                  <a:pt x="666" y="1627"/>
                </a:lnTo>
                <a:lnTo>
                  <a:pt x="666" y="1626"/>
                </a:lnTo>
                <a:lnTo>
                  <a:pt x="665" y="1626"/>
                </a:lnTo>
                <a:lnTo>
                  <a:pt x="665" y="1625"/>
                </a:lnTo>
                <a:lnTo>
                  <a:pt x="665" y="1624"/>
                </a:lnTo>
                <a:lnTo>
                  <a:pt x="665" y="1623"/>
                </a:lnTo>
                <a:lnTo>
                  <a:pt x="664" y="1623"/>
                </a:lnTo>
                <a:lnTo>
                  <a:pt x="665" y="1623"/>
                </a:lnTo>
                <a:lnTo>
                  <a:pt x="665" y="1622"/>
                </a:lnTo>
                <a:lnTo>
                  <a:pt x="665" y="1621"/>
                </a:lnTo>
                <a:lnTo>
                  <a:pt x="664" y="1621"/>
                </a:lnTo>
                <a:lnTo>
                  <a:pt x="664" y="1620"/>
                </a:lnTo>
                <a:lnTo>
                  <a:pt x="663" y="1620"/>
                </a:lnTo>
                <a:lnTo>
                  <a:pt x="663" y="1619"/>
                </a:lnTo>
                <a:lnTo>
                  <a:pt x="662" y="1619"/>
                </a:lnTo>
                <a:lnTo>
                  <a:pt x="662" y="1618"/>
                </a:lnTo>
                <a:lnTo>
                  <a:pt x="662" y="1617"/>
                </a:lnTo>
                <a:lnTo>
                  <a:pt x="661" y="1617"/>
                </a:lnTo>
                <a:lnTo>
                  <a:pt x="662" y="1617"/>
                </a:lnTo>
                <a:lnTo>
                  <a:pt x="662" y="1616"/>
                </a:lnTo>
                <a:lnTo>
                  <a:pt x="662" y="1615"/>
                </a:lnTo>
                <a:lnTo>
                  <a:pt x="661" y="1615"/>
                </a:lnTo>
                <a:lnTo>
                  <a:pt x="661" y="1616"/>
                </a:lnTo>
                <a:lnTo>
                  <a:pt x="661" y="1615"/>
                </a:lnTo>
                <a:lnTo>
                  <a:pt x="660" y="1615"/>
                </a:lnTo>
                <a:lnTo>
                  <a:pt x="660" y="1614"/>
                </a:lnTo>
                <a:lnTo>
                  <a:pt x="660" y="1613"/>
                </a:lnTo>
                <a:lnTo>
                  <a:pt x="659" y="1613"/>
                </a:lnTo>
                <a:lnTo>
                  <a:pt x="659" y="1612"/>
                </a:lnTo>
                <a:lnTo>
                  <a:pt x="658" y="1612"/>
                </a:lnTo>
                <a:lnTo>
                  <a:pt x="658" y="1611"/>
                </a:lnTo>
                <a:lnTo>
                  <a:pt x="658" y="1609"/>
                </a:lnTo>
                <a:lnTo>
                  <a:pt x="657" y="1609"/>
                </a:lnTo>
                <a:lnTo>
                  <a:pt x="657" y="1608"/>
                </a:lnTo>
                <a:lnTo>
                  <a:pt x="658" y="1608"/>
                </a:lnTo>
                <a:lnTo>
                  <a:pt x="659" y="1608"/>
                </a:lnTo>
                <a:lnTo>
                  <a:pt x="659" y="1607"/>
                </a:lnTo>
                <a:lnTo>
                  <a:pt x="660" y="1607"/>
                </a:lnTo>
                <a:lnTo>
                  <a:pt x="661" y="1607"/>
                </a:lnTo>
                <a:lnTo>
                  <a:pt x="662" y="1607"/>
                </a:lnTo>
                <a:lnTo>
                  <a:pt x="663" y="1607"/>
                </a:lnTo>
                <a:lnTo>
                  <a:pt x="664" y="1607"/>
                </a:lnTo>
                <a:lnTo>
                  <a:pt x="664" y="1608"/>
                </a:lnTo>
                <a:lnTo>
                  <a:pt x="665" y="1608"/>
                </a:lnTo>
                <a:lnTo>
                  <a:pt x="665" y="1607"/>
                </a:lnTo>
                <a:lnTo>
                  <a:pt x="666" y="1607"/>
                </a:lnTo>
                <a:lnTo>
                  <a:pt x="666" y="1606"/>
                </a:lnTo>
                <a:lnTo>
                  <a:pt x="667" y="1606"/>
                </a:lnTo>
                <a:lnTo>
                  <a:pt x="668" y="1606"/>
                </a:lnTo>
                <a:lnTo>
                  <a:pt x="668" y="1605"/>
                </a:lnTo>
                <a:lnTo>
                  <a:pt x="667" y="1605"/>
                </a:lnTo>
                <a:lnTo>
                  <a:pt x="668" y="1605"/>
                </a:lnTo>
                <a:lnTo>
                  <a:pt x="668" y="1604"/>
                </a:lnTo>
                <a:lnTo>
                  <a:pt x="669" y="1604"/>
                </a:lnTo>
                <a:lnTo>
                  <a:pt x="669" y="1603"/>
                </a:lnTo>
                <a:lnTo>
                  <a:pt x="669" y="1602"/>
                </a:lnTo>
                <a:lnTo>
                  <a:pt x="669" y="1601"/>
                </a:lnTo>
                <a:lnTo>
                  <a:pt x="668" y="1600"/>
                </a:lnTo>
                <a:lnTo>
                  <a:pt x="668" y="1599"/>
                </a:lnTo>
                <a:lnTo>
                  <a:pt x="668" y="1598"/>
                </a:lnTo>
                <a:lnTo>
                  <a:pt x="668" y="1597"/>
                </a:lnTo>
                <a:lnTo>
                  <a:pt x="668" y="1596"/>
                </a:lnTo>
                <a:lnTo>
                  <a:pt x="667" y="1596"/>
                </a:lnTo>
                <a:lnTo>
                  <a:pt x="668" y="1596"/>
                </a:lnTo>
                <a:lnTo>
                  <a:pt x="668" y="1595"/>
                </a:lnTo>
                <a:lnTo>
                  <a:pt x="669" y="1595"/>
                </a:lnTo>
                <a:lnTo>
                  <a:pt x="669" y="1594"/>
                </a:lnTo>
                <a:lnTo>
                  <a:pt x="670" y="1594"/>
                </a:lnTo>
                <a:lnTo>
                  <a:pt x="671" y="1594"/>
                </a:lnTo>
                <a:lnTo>
                  <a:pt x="671" y="1593"/>
                </a:lnTo>
                <a:lnTo>
                  <a:pt x="672" y="1593"/>
                </a:lnTo>
                <a:lnTo>
                  <a:pt x="672" y="1592"/>
                </a:lnTo>
                <a:lnTo>
                  <a:pt x="673" y="1592"/>
                </a:lnTo>
                <a:lnTo>
                  <a:pt x="673" y="1591"/>
                </a:lnTo>
                <a:lnTo>
                  <a:pt x="674" y="1591"/>
                </a:lnTo>
                <a:lnTo>
                  <a:pt x="673" y="1591"/>
                </a:lnTo>
                <a:lnTo>
                  <a:pt x="673" y="1590"/>
                </a:lnTo>
                <a:lnTo>
                  <a:pt x="673" y="1591"/>
                </a:lnTo>
                <a:lnTo>
                  <a:pt x="673" y="1590"/>
                </a:lnTo>
                <a:lnTo>
                  <a:pt x="672" y="1590"/>
                </a:lnTo>
                <a:lnTo>
                  <a:pt x="672" y="1591"/>
                </a:lnTo>
                <a:lnTo>
                  <a:pt x="671" y="1591"/>
                </a:lnTo>
                <a:lnTo>
                  <a:pt x="672" y="1590"/>
                </a:lnTo>
                <a:lnTo>
                  <a:pt x="671" y="1590"/>
                </a:lnTo>
                <a:lnTo>
                  <a:pt x="671" y="1589"/>
                </a:lnTo>
                <a:lnTo>
                  <a:pt x="671" y="1588"/>
                </a:lnTo>
                <a:lnTo>
                  <a:pt x="671" y="1587"/>
                </a:lnTo>
                <a:lnTo>
                  <a:pt x="670" y="1587"/>
                </a:lnTo>
                <a:lnTo>
                  <a:pt x="670" y="1586"/>
                </a:lnTo>
                <a:lnTo>
                  <a:pt x="671" y="1586"/>
                </a:lnTo>
                <a:lnTo>
                  <a:pt x="671" y="1585"/>
                </a:lnTo>
                <a:lnTo>
                  <a:pt x="671" y="1584"/>
                </a:lnTo>
                <a:lnTo>
                  <a:pt x="672" y="1584"/>
                </a:lnTo>
                <a:lnTo>
                  <a:pt x="673" y="1584"/>
                </a:lnTo>
                <a:lnTo>
                  <a:pt x="673" y="1583"/>
                </a:lnTo>
                <a:lnTo>
                  <a:pt x="672" y="1583"/>
                </a:lnTo>
                <a:lnTo>
                  <a:pt x="672" y="1582"/>
                </a:lnTo>
                <a:lnTo>
                  <a:pt x="671" y="1582"/>
                </a:lnTo>
                <a:lnTo>
                  <a:pt x="672" y="1582"/>
                </a:lnTo>
                <a:lnTo>
                  <a:pt x="672" y="1581"/>
                </a:lnTo>
                <a:lnTo>
                  <a:pt x="672" y="1580"/>
                </a:lnTo>
                <a:lnTo>
                  <a:pt x="672" y="1579"/>
                </a:lnTo>
                <a:lnTo>
                  <a:pt x="671" y="1579"/>
                </a:lnTo>
                <a:lnTo>
                  <a:pt x="670" y="1579"/>
                </a:lnTo>
                <a:lnTo>
                  <a:pt x="669" y="1579"/>
                </a:lnTo>
                <a:lnTo>
                  <a:pt x="668" y="1579"/>
                </a:lnTo>
                <a:lnTo>
                  <a:pt x="667" y="1579"/>
                </a:lnTo>
                <a:lnTo>
                  <a:pt x="666" y="1579"/>
                </a:lnTo>
                <a:lnTo>
                  <a:pt x="666" y="1578"/>
                </a:lnTo>
                <a:lnTo>
                  <a:pt x="665" y="1578"/>
                </a:lnTo>
                <a:lnTo>
                  <a:pt x="664" y="1578"/>
                </a:lnTo>
                <a:lnTo>
                  <a:pt x="663" y="1578"/>
                </a:lnTo>
                <a:lnTo>
                  <a:pt x="662" y="1578"/>
                </a:lnTo>
                <a:lnTo>
                  <a:pt x="661" y="1578"/>
                </a:lnTo>
                <a:lnTo>
                  <a:pt x="661" y="1577"/>
                </a:lnTo>
                <a:lnTo>
                  <a:pt x="660" y="1578"/>
                </a:lnTo>
                <a:lnTo>
                  <a:pt x="660" y="1577"/>
                </a:lnTo>
                <a:lnTo>
                  <a:pt x="659" y="1577"/>
                </a:lnTo>
                <a:lnTo>
                  <a:pt x="659" y="1578"/>
                </a:lnTo>
                <a:lnTo>
                  <a:pt x="659" y="1577"/>
                </a:lnTo>
                <a:lnTo>
                  <a:pt x="659" y="1576"/>
                </a:lnTo>
                <a:lnTo>
                  <a:pt x="658" y="1576"/>
                </a:lnTo>
                <a:lnTo>
                  <a:pt x="659" y="1575"/>
                </a:lnTo>
                <a:lnTo>
                  <a:pt x="659" y="1574"/>
                </a:lnTo>
                <a:lnTo>
                  <a:pt x="660" y="1573"/>
                </a:lnTo>
                <a:lnTo>
                  <a:pt x="660" y="1572"/>
                </a:lnTo>
                <a:lnTo>
                  <a:pt x="661" y="1572"/>
                </a:lnTo>
                <a:lnTo>
                  <a:pt x="662" y="1572"/>
                </a:lnTo>
                <a:lnTo>
                  <a:pt x="663" y="1572"/>
                </a:lnTo>
                <a:lnTo>
                  <a:pt x="664" y="1572"/>
                </a:lnTo>
                <a:lnTo>
                  <a:pt x="664" y="1571"/>
                </a:lnTo>
                <a:lnTo>
                  <a:pt x="665" y="1571"/>
                </a:lnTo>
                <a:lnTo>
                  <a:pt x="665" y="1569"/>
                </a:lnTo>
                <a:lnTo>
                  <a:pt x="664" y="1569"/>
                </a:lnTo>
                <a:lnTo>
                  <a:pt x="664" y="1568"/>
                </a:lnTo>
                <a:lnTo>
                  <a:pt x="663" y="1567"/>
                </a:lnTo>
                <a:lnTo>
                  <a:pt x="663" y="1566"/>
                </a:lnTo>
                <a:lnTo>
                  <a:pt x="663" y="1565"/>
                </a:lnTo>
                <a:lnTo>
                  <a:pt x="663" y="1564"/>
                </a:lnTo>
                <a:lnTo>
                  <a:pt x="663" y="1563"/>
                </a:lnTo>
                <a:lnTo>
                  <a:pt x="663" y="1562"/>
                </a:lnTo>
                <a:lnTo>
                  <a:pt x="663" y="1561"/>
                </a:lnTo>
                <a:lnTo>
                  <a:pt x="663" y="1560"/>
                </a:lnTo>
                <a:lnTo>
                  <a:pt x="662" y="1560"/>
                </a:lnTo>
                <a:lnTo>
                  <a:pt x="661" y="1560"/>
                </a:lnTo>
                <a:lnTo>
                  <a:pt x="661" y="1558"/>
                </a:lnTo>
                <a:lnTo>
                  <a:pt x="661" y="1557"/>
                </a:lnTo>
                <a:lnTo>
                  <a:pt x="662" y="1557"/>
                </a:lnTo>
                <a:lnTo>
                  <a:pt x="662" y="1556"/>
                </a:lnTo>
                <a:lnTo>
                  <a:pt x="661" y="1556"/>
                </a:lnTo>
                <a:lnTo>
                  <a:pt x="660" y="1556"/>
                </a:lnTo>
                <a:lnTo>
                  <a:pt x="659" y="1556"/>
                </a:lnTo>
                <a:lnTo>
                  <a:pt x="659" y="1555"/>
                </a:lnTo>
                <a:lnTo>
                  <a:pt x="658" y="1555"/>
                </a:lnTo>
                <a:lnTo>
                  <a:pt x="658" y="1554"/>
                </a:lnTo>
                <a:lnTo>
                  <a:pt x="657" y="1554"/>
                </a:lnTo>
                <a:lnTo>
                  <a:pt x="657" y="1553"/>
                </a:lnTo>
                <a:lnTo>
                  <a:pt x="657" y="1552"/>
                </a:lnTo>
                <a:lnTo>
                  <a:pt x="656" y="1552"/>
                </a:lnTo>
                <a:lnTo>
                  <a:pt x="655" y="1552"/>
                </a:lnTo>
                <a:lnTo>
                  <a:pt x="655" y="1551"/>
                </a:lnTo>
                <a:lnTo>
                  <a:pt x="655" y="1550"/>
                </a:lnTo>
                <a:lnTo>
                  <a:pt x="655" y="1549"/>
                </a:lnTo>
                <a:lnTo>
                  <a:pt x="656" y="1548"/>
                </a:lnTo>
                <a:lnTo>
                  <a:pt x="656" y="1546"/>
                </a:lnTo>
                <a:lnTo>
                  <a:pt x="655" y="1546"/>
                </a:lnTo>
                <a:lnTo>
                  <a:pt x="655" y="1545"/>
                </a:lnTo>
                <a:lnTo>
                  <a:pt x="655" y="1544"/>
                </a:lnTo>
                <a:lnTo>
                  <a:pt x="655" y="1543"/>
                </a:lnTo>
                <a:lnTo>
                  <a:pt x="655" y="1542"/>
                </a:lnTo>
                <a:lnTo>
                  <a:pt x="655" y="1541"/>
                </a:lnTo>
                <a:lnTo>
                  <a:pt x="654" y="1541"/>
                </a:lnTo>
                <a:lnTo>
                  <a:pt x="654" y="1540"/>
                </a:lnTo>
                <a:lnTo>
                  <a:pt x="654" y="1539"/>
                </a:lnTo>
                <a:lnTo>
                  <a:pt x="654" y="1538"/>
                </a:lnTo>
                <a:lnTo>
                  <a:pt x="655" y="1538"/>
                </a:lnTo>
                <a:lnTo>
                  <a:pt x="655" y="1537"/>
                </a:lnTo>
                <a:lnTo>
                  <a:pt x="655" y="1536"/>
                </a:lnTo>
                <a:lnTo>
                  <a:pt x="656" y="1536"/>
                </a:lnTo>
                <a:lnTo>
                  <a:pt x="657" y="1535"/>
                </a:lnTo>
                <a:lnTo>
                  <a:pt x="656" y="1535"/>
                </a:lnTo>
                <a:lnTo>
                  <a:pt x="656" y="1534"/>
                </a:lnTo>
                <a:lnTo>
                  <a:pt x="656" y="1535"/>
                </a:lnTo>
                <a:lnTo>
                  <a:pt x="655" y="1535"/>
                </a:lnTo>
                <a:lnTo>
                  <a:pt x="654" y="1535"/>
                </a:lnTo>
                <a:lnTo>
                  <a:pt x="653" y="1535"/>
                </a:lnTo>
                <a:lnTo>
                  <a:pt x="653" y="1534"/>
                </a:lnTo>
                <a:lnTo>
                  <a:pt x="652" y="1534"/>
                </a:lnTo>
                <a:lnTo>
                  <a:pt x="652" y="1535"/>
                </a:lnTo>
                <a:lnTo>
                  <a:pt x="651" y="1535"/>
                </a:lnTo>
                <a:lnTo>
                  <a:pt x="651" y="1534"/>
                </a:lnTo>
                <a:lnTo>
                  <a:pt x="650" y="1534"/>
                </a:lnTo>
                <a:lnTo>
                  <a:pt x="650" y="1535"/>
                </a:lnTo>
                <a:lnTo>
                  <a:pt x="649" y="1535"/>
                </a:lnTo>
                <a:lnTo>
                  <a:pt x="649" y="1536"/>
                </a:lnTo>
                <a:lnTo>
                  <a:pt x="648" y="1536"/>
                </a:lnTo>
                <a:lnTo>
                  <a:pt x="648" y="1537"/>
                </a:lnTo>
                <a:lnTo>
                  <a:pt x="647" y="1537"/>
                </a:lnTo>
                <a:lnTo>
                  <a:pt x="646" y="1537"/>
                </a:lnTo>
                <a:lnTo>
                  <a:pt x="646" y="1538"/>
                </a:lnTo>
                <a:lnTo>
                  <a:pt x="645" y="1538"/>
                </a:lnTo>
                <a:lnTo>
                  <a:pt x="645" y="1539"/>
                </a:lnTo>
                <a:lnTo>
                  <a:pt x="644" y="1539"/>
                </a:lnTo>
                <a:lnTo>
                  <a:pt x="644" y="1540"/>
                </a:lnTo>
                <a:lnTo>
                  <a:pt x="643" y="1540"/>
                </a:lnTo>
                <a:lnTo>
                  <a:pt x="642" y="1540"/>
                </a:lnTo>
                <a:lnTo>
                  <a:pt x="642" y="1541"/>
                </a:lnTo>
                <a:lnTo>
                  <a:pt x="641" y="1541"/>
                </a:lnTo>
                <a:lnTo>
                  <a:pt x="641" y="1542"/>
                </a:lnTo>
                <a:lnTo>
                  <a:pt x="641" y="1543"/>
                </a:lnTo>
                <a:lnTo>
                  <a:pt x="640" y="1543"/>
                </a:lnTo>
                <a:lnTo>
                  <a:pt x="639" y="1543"/>
                </a:lnTo>
                <a:lnTo>
                  <a:pt x="639" y="1544"/>
                </a:lnTo>
                <a:lnTo>
                  <a:pt x="638" y="1544"/>
                </a:lnTo>
                <a:lnTo>
                  <a:pt x="637" y="1544"/>
                </a:lnTo>
                <a:lnTo>
                  <a:pt x="636" y="1544"/>
                </a:lnTo>
                <a:lnTo>
                  <a:pt x="636" y="1545"/>
                </a:lnTo>
                <a:lnTo>
                  <a:pt x="636" y="1546"/>
                </a:lnTo>
                <a:lnTo>
                  <a:pt x="635" y="1546"/>
                </a:lnTo>
                <a:lnTo>
                  <a:pt x="635" y="1547"/>
                </a:lnTo>
                <a:lnTo>
                  <a:pt x="635" y="1548"/>
                </a:lnTo>
                <a:lnTo>
                  <a:pt x="634" y="1548"/>
                </a:lnTo>
                <a:lnTo>
                  <a:pt x="634" y="1547"/>
                </a:lnTo>
                <a:lnTo>
                  <a:pt x="633" y="1547"/>
                </a:lnTo>
                <a:lnTo>
                  <a:pt x="633" y="1548"/>
                </a:lnTo>
                <a:lnTo>
                  <a:pt x="632" y="1548"/>
                </a:lnTo>
                <a:lnTo>
                  <a:pt x="631" y="1548"/>
                </a:lnTo>
                <a:lnTo>
                  <a:pt x="630" y="1548"/>
                </a:lnTo>
                <a:lnTo>
                  <a:pt x="629" y="1548"/>
                </a:lnTo>
                <a:lnTo>
                  <a:pt x="628" y="1548"/>
                </a:lnTo>
                <a:lnTo>
                  <a:pt x="628" y="1549"/>
                </a:lnTo>
                <a:lnTo>
                  <a:pt x="627" y="1549"/>
                </a:lnTo>
                <a:lnTo>
                  <a:pt x="626" y="1549"/>
                </a:lnTo>
                <a:lnTo>
                  <a:pt x="625" y="1549"/>
                </a:lnTo>
                <a:lnTo>
                  <a:pt x="624" y="1549"/>
                </a:lnTo>
                <a:lnTo>
                  <a:pt x="624" y="1548"/>
                </a:lnTo>
                <a:lnTo>
                  <a:pt x="624" y="1549"/>
                </a:lnTo>
                <a:lnTo>
                  <a:pt x="623" y="1549"/>
                </a:lnTo>
                <a:lnTo>
                  <a:pt x="621" y="1549"/>
                </a:lnTo>
                <a:lnTo>
                  <a:pt x="620" y="1549"/>
                </a:lnTo>
                <a:lnTo>
                  <a:pt x="620" y="1550"/>
                </a:lnTo>
                <a:lnTo>
                  <a:pt x="619" y="1550"/>
                </a:lnTo>
                <a:lnTo>
                  <a:pt x="618" y="1551"/>
                </a:lnTo>
                <a:lnTo>
                  <a:pt x="617" y="1551"/>
                </a:lnTo>
                <a:lnTo>
                  <a:pt x="617" y="1550"/>
                </a:lnTo>
                <a:lnTo>
                  <a:pt x="616" y="1550"/>
                </a:lnTo>
                <a:lnTo>
                  <a:pt x="615" y="1550"/>
                </a:lnTo>
                <a:lnTo>
                  <a:pt x="615" y="1551"/>
                </a:lnTo>
                <a:lnTo>
                  <a:pt x="616" y="1551"/>
                </a:lnTo>
                <a:lnTo>
                  <a:pt x="616" y="1552"/>
                </a:lnTo>
                <a:lnTo>
                  <a:pt x="615" y="1552"/>
                </a:lnTo>
                <a:lnTo>
                  <a:pt x="615" y="1551"/>
                </a:lnTo>
                <a:lnTo>
                  <a:pt x="614" y="1551"/>
                </a:lnTo>
                <a:lnTo>
                  <a:pt x="613" y="1551"/>
                </a:lnTo>
                <a:lnTo>
                  <a:pt x="612" y="1551"/>
                </a:lnTo>
                <a:lnTo>
                  <a:pt x="611" y="1551"/>
                </a:lnTo>
                <a:lnTo>
                  <a:pt x="610" y="1551"/>
                </a:lnTo>
                <a:lnTo>
                  <a:pt x="610" y="1552"/>
                </a:lnTo>
                <a:lnTo>
                  <a:pt x="609" y="1552"/>
                </a:lnTo>
                <a:lnTo>
                  <a:pt x="609" y="1553"/>
                </a:lnTo>
                <a:lnTo>
                  <a:pt x="608" y="1553"/>
                </a:lnTo>
                <a:lnTo>
                  <a:pt x="607" y="1553"/>
                </a:lnTo>
                <a:lnTo>
                  <a:pt x="608" y="1553"/>
                </a:lnTo>
                <a:lnTo>
                  <a:pt x="607" y="1554"/>
                </a:lnTo>
                <a:lnTo>
                  <a:pt x="607" y="1553"/>
                </a:lnTo>
                <a:lnTo>
                  <a:pt x="607" y="1554"/>
                </a:lnTo>
                <a:lnTo>
                  <a:pt x="607" y="1555"/>
                </a:lnTo>
                <a:lnTo>
                  <a:pt x="606" y="1555"/>
                </a:lnTo>
                <a:lnTo>
                  <a:pt x="606" y="1556"/>
                </a:lnTo>
                <a:lnTo>
                  <a:pt x="605" y="1556"/>
                </a:lnTo>
                <a:lnTo>
                  <a:pt x="605" y="1557"/>
                </a:lnTo>
                <a:lnTo>
                  <a:pt x="604" y="1557"/>
                </a:lnTo>
                <a:lnTo>
                  <a:pt x="604" y="1558"/>
                </a:lnTo>
                <a:lnTo>
                  <a:pt x="604" y="1559"/>
                </a:lnTo>
                <a:lnTo>
                  <a:pt x="603" y="1559"/>
                </a:lnTo>
                <a:lnTo>
                  <a:pt x="603" y="1560"/>
                </a:lnTo>
                <a:lnTo>
                  <a:pt x="602" y="1560"/>
                </a:lnTo>
                <a:lnTo>
                  <a:pt x="603" y="1560"/>
                </a:lnTo>
                <a:lnTo>
                  <a:pt x="602" y="1560"/>
                </a:lnTo>
                <a:lnTo>
                  <a:pt x="601" y="1560"/>
                </a:lnTo>
                <a:lnTo>
                  <a:pt x="600" y="1560"/>
                </a:lnTo>
                <a:lnTo>
                  <a:pt x="600" y="1561"/>
                </a:lnTo>
                <a:lnTo>
                  <a:pt x="600" y="1560"/>
                </a:lnTo>
                <a:lnTo>
                  <a:pt x="600" y="1561"/>
                </a:lnTo>
                <a:lnTo>
                  <a:pt x="599" y="1561"/>
                </a:lnTo>
                <a:lnTo>
                  <a:pt x="599" y="1562"/>
                </a:lnTo>
                <a:lnTo>
                  <a:pt x="598" y="1562"/>
                </a:lnTo>
                <a:lnTo>
                  <a:pt x="597" y="1563"/>
                </a:lnTo>
                <a:lnTo>
                  <a:pt x="597" y="1564"/>
                </a:lnTo>
                <a:lnTo>
                  <a:pt x="596" y="1564"/>
                </a:lnTo>
                <a:lnTo>
                  <a:pt x="595" y="1564"/>
                </a:lnTo>
                <a:lnTo>
                  <a:pt x="596" y="1564"/>
                </a:lnTo>
                <a:lnTo>
                  <a:pt x="595" y="1564"/>
                </a:lnTo>
                <a:lnTo>
                  <a:pt x="595" y="1565"/>
                </a:lnTo>
                <a:lnTo>
                  <a:pt x="595" y="1566"/>
                </a:lnTo>
                <a:lnTo>
                  <a:pt x="594" y="1566"/>
                </a:lnTo>
                <a:lnTo>
                  <a:pt x="594" y="1567"/>
                </a:lnTo>
                <a:lnTo>
                  <a:pt x="593" y="1568"/>
                </a:lnTo>
                <a:lnTo>
                  <a:pt x="593" y="1569"/>
                </a:lnTo>
                <a:lnTo>
                  <a:pt x="593" y="1570"/>
                </a:lnTo>
                <a:lnTo>
                  <a:pt x="592" y="1570"/>
                </a:lnTo>
                <a:lnTo>
                  <a:pt x="592" y="1571"/>
                </a:lnTo>
                <a:lnTo>
                  <a:pt x="592" y="1572"/>
                </a:lnTo>
                <a:lnTo>
                  <a:pt x="592" y="1573"/>
                </a:lnTo>
                <a:lnTo>
                  <a:pt x="591" y="1573"/>
                </a:lnTo>
                <a:lnTo>
                  <a:pt x="591" y="1574"/>
                </a:lnTo>
                <a:lnTo>
                  <a:pt x="590" y="1574"/>
                </a:lnTo>
                <a:lnTo>
                  <a:pt x="590" y="1573"/>
                </a:lnTo>
                <a:lnTo>
                  <a:pt x="589" y="1573"/>
                </a:lnTo>
                <a:lnTo>
                  <a:pt x="589" y="1574"/>
                </a:lnTo>
                <a:lnTo>
                  <a:pt x="589" y="1573"/>
                </a:lnTo>
                <a:lnTo>
                  <a:pt x="588" y="1573"/>
                </a:lnTo>
                <a:lnTo>
                  <a:pt x="588" y="1574"/>
                </a:lnTo>
                <a:lnTo>
                  <a:pt x="587" y="1574"/>
                </a:lnTo>
                <a:lnTo>
                  <a:pt x="587" y="1575"/>
                </a:lnTo>
                <a:lnTo>
                  <a:pt x="587" y="1576"/>
                </a:lnTo>
                <a:lnTo>
                  <a:pt x="586" y="1576"/>
                </a:lnTo>
                <a:lnTo>
                  <a:pt x="586" y="1575"/>
                </a:lnTo>
                <a:lnTo>
                  <a:pt x="585" y="1576"/>
                </a:lnTo>
                <a:lnTo>
                  <a:pt x="584" y="1576"/>
                </a:lnTo>
                <a:lnTo>
                  <a:pt x="584" y="1577"/>
                </a:lnTo>
                <a:lnTo>
                  <a:pt x="583" y="1577"/>
                </a:lnTo>
                <a:lnTo>
                  <a:pt x="583" y="1578"/>
                </a:lnTo>
                <a:lnTo>
                  <a:pt x="582" y="1578"/>
                </a:lnTo>
                <a:lnTo>
                  <a:pt x="582" y="1579"/>
                </a:lnTo>
                <a:lnTo>
                  <a:pt x="582" y="1580"/>
                </a:lnTo>
                <a:lnTo>
                  <a:pt x="581" y="1581"/>
                </a:lnTo>
                <a:lnTo>
                  <a:pt x="581" y="1582"/>
                </a:lnTo>
                <a:lnTo>
                  <a:pt x="580" y="1582"/>
                </a:lnTo>
                <a:lnTo>
                  <a:pt x="580" y="1583"/>
                </a:lnTo>
                <a:lnTo>
                  <a:pt x="579" y="1583"/>
                </a:lnTo>
                <a:lnTo>
                  <a:pt x="579" y="1584"/>
                </a:lnTo>
                <a:lnTo>
                  <a:pt x="578" y="1584"/>
                </a:lnTo>
                <a:lnTo>
                  <a:pt x="578" y="1585"/>
                </a:lnTo>
                <a:lnTo>
                  <a:pt x="577" y="1585"/>
                </a:lnTo>
                <a:lnTo>
                  <a:pt x="576" y="1585"/>
                </a:lnTo>
                <a:lnTo>
                  <a:pt x="575" y="1584"/>
                </a:lnTo>
                <a:lnTo>
                  <a:pt x="574" y="1584"/>
                </a:lnTo>
                <a:lnTo>
                  <a:pt x="573" y="1584"/>
                </a:lnTo>
                <a:lnTo>
                  <a:pt x="572" y="1584"/>
                </a:lnTo>
                <a:lnTo>
                  <a:pt x="572" y="1585"/>
                </a:lnTo>
                <a:lnTo>
                  <a:pt x="571" y="1585"/>
                </a:lnTo>
                <a:lnTo>
                  <a:pt x="571" y="1586"/>
                </a:lnTo>
                <a:lnTo>
                  <a:pt x="570" y="1586"/>
                </a:lnTo>
                <a:lnTo>
                  <a:pt x="570" y="1587"/>
                </a:lnTo>
                <a:lnTo>
                  <a:pt x="570" y="1588"/>
                </a:lnTo>
                <a:lnTo>
                  <a:pt x="569" y="1588"/>
                </a:lnTo>
                <a:lnTo>
                  <a:pt x="569" y="1589"/>
                </a:lnTo>
                <a:lnTo>
                  <a:pt x="569" y="1590"/>
                </a:lnTo>
                <a:lnTo>
                  <a:pt x="568" y="1590"/>
                </a:lnTo>
                <a:lnTo>
                  <a:pt x="567" y="1590"/>
                </a:lnTo>
                <a:lnTo>
                  <a:pt x="567" y="1591"/>
                </a:lnTo>
                <a:lnTo>
                  <a:pt x="566" y="1591"/>
                </a:lnTo>
                <a:lnTo>
                  <a:pt x="566" y="1590"/>
                </a:lnTo>
                <a:lnTo>
                  <a:pt x="565" y="1590"/>
                </a:lnTo>
                <a:lnTo>
                  <a:pt x="564" y="1590"/>
                </a:lnTo>
                <a:lnTo>
                  <a:pt x="563" y="1590"/>
                </a:lnTo>
                <a:lnTo>
                  <a:pt x="562" y="1590"/>
                </a:lnTo>
                <a:lnTo>
                  <a:pt x="561" y="1590"/>
                </a:lnTo>
                <a:lnTo>
                  <a:pt x="561" y="1591"/>
                </a:lnTo>
                <a:lnTo>
                  <a:pt x="560" y="1591"/>
                </a:lnTo>
                <a:lnTo>
                  <a:pt x="559" y="1591"/>
                </a:lnTo>
                <a:lnTo>
                  <a:pt x="558" y="1591"/>
                </a:lnTo>
                <a:lnTo>
                  <a:pt x="558" y="1592"/>
                </a:lnTo>
                <a:lnTo>
                  <a:pt x="557" y="1592"/>
                </a:lnTo>
                <a:lnTo>
                  <a:pt x="556" y="1593"/>
                </a:lnTo>
                <a:lnTo>
                  <a:pt x="555" y="1593"/>
                </a:lnTo>
                <a:lnTo>
                  <a:pt x="554" y="1593"/>
                </a:lnTo>
                <a:lnTo>
                  <a:pt x="553" y="1593"/>
                </a:lnTo>
                <a:lnTo>
                  <a:pt x="553" y="1594"/>
                </a:lnTo>
                <a:lnTo>
                  <a:pt x="552" y="1594"/>
                </a:lnTo>
                <a:lnTo>
                  <a:pt x="552" y="1595"/>
                </a:lnTo>
                <a:lnTo>
                  <a:pt x="551" y="1595"/>
                </a:lnTo>
                <a:lnTo>
                  <a:pt x="551" y="1596"/>
                </a:lnTo>
                <a:lnTo>
                  <a:pt x="551" y="1595"/>
                </a:lnTo>
                <a:lnTo>
                  <a:pt x="550" y="1595"/>
                </a:lnTo>
                <a:lnTo>
                  <a:pt x="550" y="1596"/>
                </a:lnTo>
                <a:lnTo>
                  <a:pt x="549" y="1596"/>
                </a:lnTo>
                <a:lnTo>
                  <a:pt x="548" y="1596"/>
                </a:lnTo>
                <a:lnTo>
                  <a:pt x="548" y="1595"/>
                </a:lnTo>
                <a:lnTo>
                  <a:pt x="547" y="1595"/>
                </a:lnTo>
                <a:lnTo>
                  <a:pt x="547" y="1594"/>
                </a:lnTo>
                <a:lnTo>
                  <a:pt x="546" y="1594"/>
                </a:lnTo>
                <a:lnTo>
                  <a:pt x="545" y="1594"/>
                </a:lnTo>
                <a:lnTo>
                  <a:pt x="544" y="1594"/>
                </a:lnTo>
                <a:lnTo>
                  <a:pt x="544" y="1593"/>
                </a:lnTo>
                <a:lnTo>
                  <a:pt x="543" y="1593"/>
                </a:lnTo>
                <a:lnTo>
                  <a:pt x="543" y="1592"/>
                </a:lnTo>
                <a:lnTo>
                  <a:pt x="542" y="1592"/>
                </a:lnTo>
                <a:lnTo>
                  <a:pt x="542" y="1591"/>
                </a:lnTo>
                <a:lnTo>
                  <a:pt x="541" y="1591"/>
                </a:lnTo>
                <a:lnTo>
                  <a:pt x="540" y="1591"/>
                </a:lnTo>
                <a:lnTo>
                  <a:pt x="539" y="1591"/>
                </a:lnTo>
                <a:lnTo>
                  <a:pt x="538" y="1591"/>
                </a:lnTo>
                <a:lnTo>
                  <a:pt x="537" y="1591"/>
                </a:lnTo>
                <a:lnTo>
                  <a:pt x="536" y="1591"/>
                </a:lnTo>
                <a:lnTo>
                  <a:pt x="536" y="1592"/>
                </a:lnTo>
                <a:lnTo>
                  <a:pt x="535" y="1592"/>
                </a:lnTo>
                <a:lnTo>
                  <a:pt x="534" y="1592"/>
                </a:lnTo>
                <a:lnTo>
                  <a:pt x="534" y="1593"/>
                </a:lnTo>
                <a:lnTo>
                  <a:pt x="533" y="1593"/>
                </a:lnTo>
                <a:lnTo>
                  <a:pt x="533" y="1592"/>
                </a:lnTo>
                <a:lnTo>
                  <a:pt x="533" y="1593"/>
                </a:lnTo>
                <a:lnTo>
                  <a:pt x="532" y="1593"/>
                </a:lnTo>
                <a:lnTo>
                  <a:pt x="532" y="1594"/>
                </a:lnTo>
                <a:lnTo>
                  <a:pt x="531" y="1594"/>
                </a:lnTo>
                <a:lnTo>
                  <a:pt x="531" y="1593"/>
                </a:lnTo>
                <a:lnTo>
                  <a:pt x="530" y="1593"/>
                </a:lnTo>
                <a:lnTo>
                  <a:pt x="530" y="1592"/>
                </a:lnTo>
                <a:lnTo>
                  <a:pt x="530" y="1591"/>
                </a:lnTo>
                <a:lnTo>
                  <a:pt x="529" y="1591"/>
                </a:lnTo>
                <a:lnTo>
                  <a:pt x="529" y="1590"/>
                </a:lnTo>
                <a:lnTo>
                  <a:pt x="528" y="1590"/>
                </a:lnTo>
                <a:lnTo>
                  <a:pt x="529" y="1590"/>
                </a:lnTo>
                <a:lnTo>
                  <a:pt x="528" y="1590"/>
                </a:lnTo>
                <a:lnTo>
                  <a:pt x="528" y="1589"/>
                </a:lnTo>
                <a:lnTo>
                  <a:pt x="528" y="1588"/>
                </a:lnTo>
                <a:lnTo>
                  <a:pt x="527" y="1588"/>
                </a:lnTo>
                <a:lnTo>
                  <a:pt x="527" y="1587"/>
                </a:lnTo>
                <a:lnTo>
                  <a:pt x="527" y="1586"/>
                </a:lnTo>
                <a:lnTo>
                  <a:pt x="527" y="1584"/>
                </a:lnTo>
                <a:lnTo>
                  <a:pt x="527" y="1583"/>
                </a:lnTo>
                <a:lnTo>
                  <a:pt x="527" y="1582"/>
                </a:lnTo>
                <a:lnTo>
                  <a:pt x="526" y="1582"/>
                </a:lnTo>
                <a:lnTo>
                  <a:pt x="525" y="1582"/>
                </a:lnTo>
                <a:lnTo>
                  <a:pt x="525" y="1581"/>
                </a:lnTo>
                <a:lnTo>
                  <a:pt x="524" y="1581"/>
                </a:lnTo>
                <a:lnTo>
                  <a:pt x="524" y="1580"/>
                </a:lnTo>
                <a:lnTo>
                  <a:pt x="524" y="1579"/>
                </a:lnTo>
                <a:lnTo>
                  <a:pt x="523" y="1579"/>
                </a:lnTo>
                <a:lnTo>
                  <a:pt x="523" y="1578"/>
                </a:lnTo>
                <a:lnTo>
                  <a:pt x="523" y="1577"/>
                </a:lnTo>
                <a:lnTo>
                  <a:pt x="522" y="1577"/>
                </a:lnTo>
                <a:lnTo>
                  <a:pt x="522" y="1576"/>
                </a:lnTo>
                <a:lnTo>
                  <a:pt x="521" y="1576"/>
                </a:lnTo>
                <a:lnTo>
                  <a:pt x="521" y="1577"/>
                </a:lnTo>
                <a:lnTo>
                  <a:pt x="520" y="1577"/>
                </a:lnTo>
                <a:lnTo>
                  <a:pt x="519" y="1577"/>
                </a:lnTo>
                <a:lnTo>
                  <a:pt x="518" y="1577"/>
                </a:lnTo>
                <a:lnTo>
                  <a:pt x="517" y="1578"/>
                </a:lnTo>
                <a:lnTo>
                  <a:pt x="516" y="1578"/>
                </a:lnTo>
                <a:lnTo>
                  <a:pt x="515" y="1578"/>
                </a:lnTo>
                <a:lnTo>
                  <a:pt x="515" y="1579"/>
                </a:lnTo>
                <a:lnTo>
                  <a:pt x="514" y="1579"/>
                </a:lnTo>
                <a:lnTo>
                  <a:pt x="513" y="1579"/>
                </a:lnTo>
                <a:lnTo>
                  <a:pt x="512" y="1579"/>
                </a:lnTo>
                <a:lnTo>
                  <a:pt x="512" y="1578"/>
                </a:lnTo>
                <a:lnTo>
                  <a:pt x="511" y="1578"/>
                </a:lnTo>
                <a:lnTo>
                  <a:pt x="510" y="1578"/>
                </a:lnTo>
                <a:lnTo>
                  <a:pt x="509" y="1578"/>
                </a:lnTo>
                <a:lnTo>
                  <a:pt x="508" y="1578"/>
                </a:lnTo>
                <a:lnTo>
                  <a:pt x="507" y="1578"/>
                </a:lnTo>
                <a:lnTo>
                  <a:pt x="506" y="1577"/>
                </a:lnTo>
                <a:lnTo>
                  <a:pt x="506" y="1578"/>
                </a:lnTo>
                <a:lnTo>
                  <a:pt x="505" y="1578"/>
                </a:lnTo>
                <a:lnTo>
                  <a:pt x="505" y="1579"/>
                </a:lnTo>
                <a:lnTo>
                  <a:pt x="504" y="1579"/>
                </a:lnTo>
                <a:lnTo>
                  <a:pt x="504" y="1580"/>
                </a:lnTo>
                <a:lnTo>
                  <a:pt x="503" y="1580"/>
                </a:lnTo>
                <a:lnTo>
                  <a:pt x="503" y="1581"/>
                </a:lnTo>
                <a:lnTo>
                  <a:pt x="502" y="1581"/>
                </a:lnTo>
                <a:lnTo>
                  <a:pt x="502" y="1582"/>
                </a:lnTo>
                <a:lnTo>
                  <a:pt x="501" y="1582"/>
                </a:lnTo>
                <a:lnTo>
                  <a:pt x="501" y="1583"/>
                </a:lnTo>
                <a:lnTo>
                  <a:pt x="500" y="1583"/>
                </a:lnTo>
                <a:lnTo>
                  <a:pt x="500" y="1584"/>
                </a:lnTo>
                <a:lnTo>
                  <a:pt x="499" y="1584"/>
                </a:lnTo>
                <a:lnTo>
                  <a:pt x="500" y="1584"/>
                </a:lnTo>
                <a:lnTo>
                  <a:pt x="499" y="1584"/>
                </a:lnTo>
                <a:lnTo>
                  <a:pt x="499" y="1585"/>
                </a:lnTo>
                <a:lnTo>
                  <a:pt x="498" y="1585"/>
                </a:lnTo>
                <a:lnTo>
                  <a:pt x="497" y="1585"/>
                </a:lnTo>
                <a:lnTo>
                  <a:pt x="497" y="1586"/>
                </a:lnTo>
                <a:lnTo>
                  <a:pt x="496" y="1586"/>
                </a:lnTo>
                <a:lnTo>
                  <a:pt x="496" y="1587"/>
                </a:lnTo>
                <a:lnTo>
                  <a:pt x="495" y="1587"/>
                </a:lnTo>
                <a:lnTo>
                  <a:pt x="494" y="1587"/>
                </a:lnTo>
                <a:lnTo>
                  <a:pt x="493" y="1587"/>
                </a:lnTo>
                <a:lnTo>
                  <a:pt x="493" y="1586"/>
                </a:lnTo>
                <a:lnTo>
                  <a:pt x="492" y="1586"/>
                </a:lnTo>
                <a:lnTo>
                  <a:pt x="492" y="1587"/>
                </a:lnTo>
                <a:lnTo>
                  <a:pt x="491" y="1587"/>
                </a:lnTo>
                <a:lnTo>
                  <a:pt x="491" y="1588"/>
                </a:lnTo>
                <a:lnTo>
                  <a:pt x="490" y="1588"/>
                </a:lnTo>
                <a:lnTo>
                  <a:pt x="491" y="1588"/>
                </a:lnTo>
                <a:lnTo>
                  <a:pt x="490" y="1588"/>
                </a:lnTo>
                <a:lnTo>
                  <a:pt x="490" y="1589"/>
                </a:lnTo>
                <a:lnTo>
                  <a:pt x="490" y="1588"/>
                </a:lnTo>
                <a:lnTo>
                  <a:pt x="490" y="1589"/>
                </a:lnTo>
                <a:lnTo>
                  <a:pt x="489" y="1589"/>
                </a:lnTo>
                <a:lnTo>
                  <a:pt x="489" y="1588"/>
                </a:lnTo>
                <a:lnTo>
                  <a:pt x="489" y="1589"/>
                </a:lnTo>
                <a:lnTo>
                  <a:pt x="488" y="1589"/>
                </a:lnTo>
                <a:lnTo>
                  <a:pt x="488" y="1588"/>
                </a:lnTo>
                <a:lnTo>
                  <a:pt x="487" y="1588"/>
                </a:lnTo>
                <a:lnTo>
                  <a:pt x="487" y="1589"/>
                </a:lnTo>
                <a:lnTo>
                  <a:pt x="486" y="1589"/>
                </a:lnTo>
                <a:lnTo>
                  <a:pt x="486" y="1590"/>
                </a:lnTo>
                <a:lnTo>
                  <a:pt x="486" y="1589"/>
                </a:lnTo>
                <a:lnTo>
                  <a:pt x="486" y="1590"/>
                </a:lnTo>
                <a:lnTo>
                  <a:pt x="485" y="1590"/>
                </a:lnTo>
                <a:lnTo>
                  <a:pt x="485" y="1589"/>
                </a:lnTo>
                <a:lnTo>
                  <a:pt x="484" y="1589"/>
                </a:lnTo>
                <a:lnTo>
                  <a:pt x="483" y="1589"/>
                </a:lnTo>
                <a:lnTo>
                  <a:pt x="483" y="1588"/>
                </a:lnTo>
                <a:lnTo>
                  <a:pt x="482" y="1588"/>
                </a:lnTo>
                <a:lnTo>
                  <a:pt x="482" y="1587"/>
                </a:lnTo>
                <a:lnTo>
                  <a:pt x="483" y="1587"/>
                </a:lnTo>
                <a:lnTo>
                  <a:pt x="483" y="1586"/>
                </a:lnTo>
                <a:lnTo>
                  <a:pt x="482" y="1586"/>
                </a:lnTo>
                <a:lnTo>
                  <a:pt x="482" y="1585"/>
                </a:lnTo>
                <a:lnTo>
                  <a:pt x="481" y="1585"/>
                </a:lnTo>
                <a:lnTo>
                  <a:pt x="480" y="1585"/>
                </a:lnTo>
                <a:lnTo>
                  <a:pt x="480" y="1584"/>
                </a:lnTo>
                <a:lnTo>
                  <a:pt x="480" y="1583"/>
                </a:lnTo>
                <a:lnTo>
                  <a:pt x="479" y="1583"/>
                </a:lnTo>
                <a:lnTo>
                  <a:pt x="479" y="1582"/>
                </a:lnTo>
                <a:lnTo>
                  <a:pt x="479" y="1581"/>
                </a:lnTo>
                <a:lnTo>
                  <a:pt x="478" y="1581"/>
                </a:lnTo>
                <a:lnTo>
                  <a:pt x="478" y="1580"/>
                </a:lnTo>
                <a:lnTo>
                  <a:pt x="477" y="1580"/>
                </a:lnTo>
                <a:lnTo>
                  <a:pt x="477" y="1579"/>
                </a:lnTo>
                <a:lnTo>
                  <a:pt x="476" y="1579"/>
                </a:lnTo>
                <a:lnTo>
                  <a:pt x="475" y="1579"/>
                </a:lnTo>
                <a:lnTo>
                  <a:pt x="474" y="1579"/>
                </a:lnTo>
                <a:lnTo>
                  <a:pt x="473" y="1579"/>
                </a:lnTo>
                <a:lnTo>
                  <a:pt x="473" y="1580"/>
                </a:lnTo>
                <a:lnTo>
                  <a:pt x="473" y="1581"/>
                </a:lnTo>
                <a:lnTo>
                  <a:pt x="472" y="1581"/>
                </a:lnTo>
                <a:lnTo>
                  <a:pt x="472" y="1582"/>
                </a:lnTo>
                <a:lnTo>
                  <a:pt x="472" y="1583"/>
                </a:lnTo>
                <a:lnTo>
                  <a:pt x="472" y="1584"/>
                </a:lnTo>
                <a:lnTo>
                  <a:pt x="471" y="1584"/>
                </a:lnTo>
                <a:lnTo>
                  <a:pt x="471" y="1585"/>
                </a:lnTo>
                <a:lnTo>
                  <a:pt x="470" y="1585"/>
                </a:lnTo>
                <a:lnTo>
                  <a:pt x="470" y="1584"/>
                </a:lnTo>
                <a:lnTo>
                  <a:pt x="469" y="1584"/>
                </a:lnTo>
                <a:lnTo>
                  <a:pt x="469" y="1583"/>
                </a:lnTo>
                <a:lnTo>
                  <a:pt x="468" y="1583"/>
                </a:lnTo>
                <a:lnTo>
                  <a:pt x="468" y="1582"/>
                </a:lnTo>
                <a:lnTo>
                  <a:pt x="467" y="1582"/>
                </a:lnTo>
                <a:lnTo>
                  <a:pt x="466" y="1582"/>
                </a:lnTo>
                <a:lnTo>
                  <a:pt x="466" y="1581"/>
                </a:lnTo>
                <a:lnTo>
                  <a:pt x="465" y="1581"/>
                </a:lnTo>
                <a:lnTo>
                  <a:pt x="464" y="1581"/>
                </a:lnTo>
                <a:lnTo>
                  <a:pt x="464" y="1580"/>
                </a:lnTo>
                <a:lnTo>
                  <a:pt x="463" y="1580"/>
                </a:lnTo>
                <a:lnTo>
                  <a:pt x="463" y="1579"/>
                </a:lnTo>
                <a:lnTo>
                  <a:pt x="463" y="1578"/>
                </a:lnTo>
                <a:lnTo>
                  <a:pt x="462" y="1578"/>
                </a:lnTo>
                <a:lnTo>
                  <a:pt x="462" y="1577"/>
                </a:lnTo>
                <a:lnTo>
                  <a:pt x="462" y="1576"/>
                </a:lnTo>
                <a:lnTo>
                  <a:pt x="463" y="1576"/>
                </a:lnTo>
                <a:lnTo>
                  <a:pt x="463" y="1575"/>
                </a:lnTo>
                <a:lnTo>
                  <a:pt x="463" y="1574"/>
                </a:lnTo>
                <a:lnTo>
                  <a:pt x="462" y="1574"/>
                </a:lnTo>
                <a:lnTo>
                  <a:pt x="462" y="1573"/>
                </a:lnTo>
                <a:lnTo>
                  <a:pt x="462" y="1572"/>
                </a:lnTo>
                <a:lnTo>
                  <a:pt x="462" y="1571"/>
                </a:lnTo>
                <a:lnTo>
                  <a:pt x="463" y="1571"/>
                </a:lnTo>
                <a:lnTo>
                  <a:pt x="463" y="1569"/>
                </a:lnTo>
                <a:lnTo>
                  <a:pt x="463" y="1568"/>
                </a:lnTo>
                <a:lnTo>
                  <a:pt x="463" y="1567"/>
                </a:lnTo>
                <a:lnTo>
                  <a:pt x="462" y="1567"/>
                </a:lnTo>
                <a:lnTo>
                  <a:pt x="462" y="1566"/>
                </a:lnTo>
                <a:lnTo>
                  <a:pt x="461" y="1565"/>
                </a:lnTo>
                <a:lnTo>
                  <a:pt x="460" y="1564"/>
                </a:lnTo>
                <a:lnTo>
                  <a:pt x="460" y="1563"/>
                </a:lnTo>
                <a:lnTo>
                  <a:pt x="460" y="1562"/>
                </a:lnTo>
                <a:lnTo>
                  <a:pt x="461" y="1562"/>
                </a:lnTo>
                <a:lnTo>
                  <a:pt x="461" y="1561"/>
                </a:lnTo>
                <a:lnTo>
                  <a:pt x="462" y="1561"/>
                </a:lnTo>
                <a:lnTo>
                  <a:pt x="462" y="1560"/>
                </a:lnTo>
                <a:lnTo>
                  <a:pt x="463" y="1560"/>
                </a:lnTo>
                <a:lnTo>
                  <a:pt x="464" y="1559"/>
                </a:lnTo>
                <a:lnTo>
                  <a:pt x="465" y="1559"/>
                </a:lnTo>
                <a:lnTo>
                  <a:pt x="465" y="1558"/>
                </a:lnTo>
                <a:lnTo>
                  <a:pt x="466" y="1558"/>
                </a:lnTo>
                <a:lnTo>
                  <a:pt x="466" y="1557"/>
                </a:lnTo>
                <a:lnTo>
                  <a:pt x="466" y="1556"/>
                </a:lnTo>
                <a:lnTo>
                  <a:pt x="466" y="1555"/>
                </a:lnTo>
                <a:lnTo>
                  <a:pt x="467" y="1555"/>
                </a:lnTo>
                <a:lnTo>
                  <a:pt x="467" y="1554"/>
                </a:lnTo>
                <a:lnTo>
                  <a:pt x="468" y="1554"/>
                </a:lnTo>
                <a:lnTo>
                  <a:pt x="468" y="1553"/>
                </a:lnTo>
                <a:lnTo>
                  <a:pt x="469" y="1553"/>
                </a:lnTo>
                <a:lnTo>
                  <a:pt x="469" y="1552"/>
                </a:lnTo>
                <a:lnTo>
                  <a:pt x="471" y="1552"/>
                </a:lnTo>
                <a:lnTo>
                  <a:pt x="472" y="1552"/>
                </a:lnTo>
                <a:lnTo>
                  <a:pt x="473" y="1552"/>
                </a:lnTo>
                <a:lnTo>
                  <a:pt x="473" y="1551"/>
                </a:lnTo>
                <a:lnTo>
                  <a:pt x="473" y="1550"/>
                </a:lnTo>
                <a:lnTo>
                  <a:pt x="473" y="1549"/>
                </a:lnTo>
                <a:lnTo>
                  <a:pt x="472" y="1549"/>
                </a:lnTo>
                <a:lnTo>
                  <a:pt x="472" y="1548"/>
                </a:lnTo>
                <a:lnTo>
                  <a:pt x="471" y="1547"/>
                </a:lnTo>
                <a:lnTo>
                  <a:pt x="472" y="1547"/>
                </a:lnTo>
                <a:lnTo>
                  <a:pt x="471" y="1547"/>
                </a:lnTo>
                <a:lnTo>
                  <a:pt x="470" y="1546"/>
                </a:lnTo>
                <a:lnTo>
                  <a:pt x="470" y="1545"/>
                </a:lnTo>
                <a:lnTo>
                  <a:pt x="469" y="1545"/>
                </a:lnTo>
                <a:lnTo>
                  <a:pt x="468" y="1545"/>
                </a:lnTo>
                <a:lnTo>
                  <a:pt x="468" y="1544"/>
                </a:lnTo>
                <a:lnTo>
                  <a:pt x="469" y="1544"/>
                </a:lnTo>
                <a:lnTo>
                  <a:pt x="468" y="1544"/>
                </a:lnTo>
                <a:lnTo>
                  <a:pt x="468" y="1543"/>
                </a:lnTo>
                <a:lnTo>
                  <a:pt x="467" y="1543"/>
                </a:lnTo>
                <a:lnTo>
                  <a:pt x="467" y="1542"/>
                </a:lnTo>
                <a:lnTo>
                  <a:pt x="466" y="1542"/>
                </a:lnTo>
                <a:lnTo>
                  <a:pt x="466" y="1541"/>
                </a:lnTo>
                <a:lnTo>
                  <a:pt x="465" y="1541"/>
                </a:lnTo>
                <a:lnTo>
                  <a:pt x="464" y="1541"/>
                </a:lnTo>
                <a:lnTo>
                  <a:pt x="464" y="1540"/>
                </a:lnTo>
                <a:lnTo>
                  <a:pt x="463" y="1540"/>
                </a:lnTo>
                <a:lnTo>
                  <a:pt x="463" y="1541"/>
                </a:lnTo>
                <a:lnTo>
                  <a:pt x="462" y="1541"/>
                </a:lnTo>
                <a:lnTo>
                  <a:pt x="462" y="1542"/>
                </a:lnTo>
                <a:lnTo>
                  <a:pt x="461" y="1542"/>
                </a:lnTo>
                <a:lnTo>
                  <a:pt x="460" y="1541"/>
                </a:lnTo>
                <a:lnTo>
                  <a:pt x="460" y="1540"/>
                </a:lnTo>
                <a:lnTo>
                  <a:pt x="459" y="1540"/>
                </a:lnTo>
                <a:lnTo>
                  <a:pt x="459" y="1541"/>
                </a:lnTo>
                <a:lnTo>
                  <a:pt x="458" y="1541"/>
                </a:lnTo>
                <a:lnTo>
                  <a:pt x="457" y="1542"/>
                </a:lnTo>
                <a:lnTo>
                  <a:pt x="457" y="1543"/>
                </a:lnTo>
                <a:lnTo>
                  <a:pt x="457" y="1542"/>
                </a:lnTo>
                <a:lnTo>
                  <a:pt x="456" y="1542"/>
                </a:lnTo>
                <a:lnTo>
                  <a:pt x="456" y="1543"/>
                </a:lnTo>
                <a:lnTo>
                  <a:pt x="455" y="1543"/>
                </a:lnTo>
                <a:lnTo>
                  <a:pt x="455" y="1542"/>
                </a:lnTo>
                <a:lnTo>
                  <a:pt x="454" y="1542"/>
                </a:lnTo>
                <a:lnTo>
                  <a:pt x="454" y="1543"/>
                </a:lnTo>
                <a:lnTo>
                  <a:pt x="453" y="1543"/>
                </a:lnTo>
                <a:lnTo>
                  <a:pt x="453" y="1544"/>
                </a:lnTo>
                <a:lnTo>
                  <a:pt x="452" y="1544"/>
                </a:lnTo>
                <a:lnTo>
                  <a:pt x="451" y="1545"/>
                </a:lnTo>
                <a:lnTo>
                  <a:pt x="450" y="1545"/>
                </a:lnTo>
                <a:lnTo>
                  <a:pt x="450" y="1546"/>
                </a:lnTo>
                <a:lnTo>
                  <a:pt x="450" y="1547"/>
                </a:lnTo>
                <a:lnTo>
                  <a:pt x="450" y="1548"/>
                </a:lnTo>
                <a:lnTo>
                  <a:pt x="450" y="1547"/>
                </a:lnTo>
                <a:lnTo>
                  <a:pt x="449" y="1547"/>
                </a:lnTo>
                <a:lnTo>
                  <a:pt x="450" y="1547"/>
                </a:lnTo>
                <a:lnTo>
                  <a:pt x="449" y="1547"/>
                </a:lnTo>
                <a:lnTo>
                  <a:pt x="449" y="1546"/>
                </a:lnTo>
                <a:lnTo>
                  <a:pt x="449" y="1545"/>
                </a:lnTo>
                <a:lnTo>
                  <a:pt x="448" y="1545"/>
                </a:lnTo>
                <a:lnTo>
                  <a:pt x="447" y="1545"/>
                </a:lnTo>
                <a:lnTo>
                  <a:pt x="447" y="1546"/>
                </a:lnTo>
                <a:lnTo>
                  <a:pt x="447" y="1545"/>
                </a:lnTo>
                <a:lnTo>
                  <a:pt x="446" y="1545"/>
                </a:lnTo>
                <a:lnTo>
                  <a:pt x="446" y="1544"/>
                </a:lnTo>
                <a:lnTo>
                  <a:pt x="447" y="1543"/>
                </a:lnTo>
                <a:lnTo>
                  <a:pt x="447" y="1542"/>
                </a:lnTo>
                <a:lnTo>
                  <a:pt x="446" y="1542"/>
                </a:lnTo>
                <a:lnTo>
                  <a:pt x="446" y="1541"/>
                </a:lnTo>
                <a:lnTo>
                  <a:pt x="445" y="1541"/>
                </a:lnTo>
                <a:lnTo>
                  <a:pt x="444" y="1542"/>
                </a:lnTo>
                <a:lnTo>
                  <a:pt x="443" y="1542"/>
                </a:lnTo>
                <a:lnTo>
                  <a:pt x="443" y="1541"/>
                </a:lnTo>
                <a:lnTo>
                  <a:pt x="442" y="1541"/>
                </a:lnTo>
                <a:lnTo>
                  <a:pt x="441" y="1541"/>
                </a:lnTo>
                <a:lnTo>
                  <a:pt x="441" y="1540"/>
                </a:lnTo>
                <a:lnTo>
                  <a:pt x="440" y="1540"/>
                </a:lnTo>
                <a:lnTo>
                  <a:pt x="439" y="1540"/>
                </a:lnTo>
                <a:lnTo>
                  <a:pt x="439" y="1539"/>
                </a:lnTo>
                <a:lnTo>
                  <a:pt x="439" y="1538"/>
                </a:lnTo>
                <a:lnTo>
                  <a:pt x="438" y="1538"/>
                </a:lnTo>
                <a:lnTo>
                  <a:pt x="438" y="1537"/>
                </a:lnTo>
                <a:lnTo>
                  <a:pt x="437" y="1537"/>
                </a:lnTo>
                <a:lnTo>
                  <a:pt x="437" y="1536"/>
                </a:lnTo>
                <a:lnTo>
                  <a:pt x="438" y="1536"/>
                </a:lnTo>
                <a:lnTo>
                  <a:pt x="437" y="1536"/>
                </a:lnTo>
                <a:lnTo>
                  <a:pt x="437" y="1534"/>
                </a:lnTo>
                <a:lnTo>
                  <a:pt x="437" y="1533"/>
                </a:lnTo>
                <a:lnTo>
                  <a:pt x="437" y="1532"/>
                </a:lnTo>
                <a:lnTo>
                  <a:pt x="436" y="1532"/>
                </a:lnTo>
                <a:lnTo>
                  <a:pt x="436" y="1531"/>
                </a:lnTo>
                <a:lnTo>
                  <a:pt x="437" y="1531"/>
                </a:lnTo>
                <a:lnTo>
                  <a:pt x="437" y="1530"/>
                </a:lnTo>
                <a:lnTo>
                  <a:pt x="436" y="1530"/>
                </a:lnTo>
                <a:lnTo>
                  <a:pt x="436" y="1529"/>
                </a:lnTo>
                <a:lnTo>
                  <a:pt x="436" y="1528"/>
                </a:lnTo>
                <a:lnTo>
                  <a:pt x="435" y="1528"/>
                </a:lnTo>
                <a:lnTo>
                  <a:pt x="435" y="1527"/>
                </a:lnTo>
                <a:lnTo>
                  <a:pt x="436" y="1527"/>
                </a:lnTo>
                <a:lnTo>
                  <a:pt x="435" y="1527"/>
                </a:lnTo>
                <a:lnTo>
                  <a:pt x="435" y="1526"/>
                </a:lnTo>
                <a:lnTo>
                  <a:pt x="435" y="1525"/>
                </a:lnTo>
                <a:lnTo>
                  <a:pt x="434" y="1525"/>
                </a:lnTo>
                <a:lnTo>
                  <a:pt x="434" y="1524"/>
                </a:lnTo>
                <a:lnTo>
                  <a:pt x="434" y="1522"/>
                </a:lnTo>
                <a:lnTo>
                  <a:pt x="434" y="1521"/>
                </a:lnTo>
                <a:lnTo>
                  <a:pt x="434" y="1520"/>
                </a:lnTo>
                <a:lnTo>
                  <a:pt x="433" y="1520"/>
                </a:lnTo>
                <a:lnTo>
                  <a:pt x="433" y="1519"/>
                </a:lnTo>
                <a:lnTo>
                  <a:pt x="432" y="1519"/>
                </a:lnTo>
                <a:lnTo>
                  <a:pt x="432" y="1518"/>
                </a:lnTo>
                <a:lnTo>
                  <a:pt x="432" y="1517"/>
                </a:lnTo>
                <a:lnTo>
                  <a:pt x="431" y="1517"/>
                </a:lnTo>
                <a:lnTo>
                  <a:pt x="431" y="1516"/>
                </a:lnTo>
                <a:lnTo>
                  <a:pt x="431" y="1515"/>
                </a:lnTo>
                <a:lnTo>
                  <a:pt x="431" y="1514"/>
                </a:lnTo>
                <a:lnTo>
                  <a:pt x="432" y="1513"/>
                </a:lnTo>
                <a:lnTo>
                  <a:pt x="431" y="1513"/>
                </a:lnTo>
                <a:lnTo>
                  <a:pt x="431" y="1512"/>
                </a:lnTo>
                <a:lnTo>
                  <a:pt x="432" y="1512"/>
                </a:lnTo>
                <a:lnTo>
                  <a:pt x="432" y="1511"/>
                </a:lnTo>
                <a:lnTo>
                  <a:pt x="432" y="1510"/>
                </a:lnTo>
                <a:lnTo>
                  <a:pt x="432" y="1509"/>
                </a:lnTo>
                <a:lnTo>
                  <a:pt x="432" y="1508"/>
                </a:lnTo>
                <a:lnTo>
                  <a:pt x="432" y="1507"/>
                </a:lnTo>
                <a:lnTo>
                  <a:pt x="432" y="1506"/>
                </a:lnTo>
                <a:lnTo>
                  <a:pt x="433" y="1506"/>
                </a:lnTo>
                <a:lnTo>
                  <a:pt x="433" y="1505"/>
                </a:lnTo>
                <a:lnTo>
                  <a:pt x="434" y="1505"/>
                </a:lnTo>
                <a:lnTo>
                  <a:pt x="435" y="1505"/>
                </a:lnTo>
                <a:lnTo>
                  <a:pt x="435" y="1504"/>
                </a:lnTo>
                <a:lnTo>
                  <a:pt x="435" y="1503"/>
                </a:lnTo>
                <a:lnTo>
                  <a:pt x="435" y="1502"/>
                </a:lnTo>
                <a:lnTo>
                  <a:pt x="435" y="1501"/>
                </a:lnTo>
                <a:lnTo>
                  <a:pt x="435" y="1500"/>
                </a:lnTo>
                <a:lnTo>
                  <a:pt x="435" y="1499"/>
                </a:lnTo>
                <a:lnTo>
                  <a:pt x="435" y="1498"/>
                </a:lnTo>
                <a:lnTo>
                  <a:pt x="436" y="1498"/>
                </a:lnTo>
                <a:lnTo>
                  <a:pt x="437" y="1498"/>
                </a:lnTo>
                <a:lnTo>
                  <a:pt x="437" y="1497"/>
                </a:lnTo>
                <a:lnTo>
                  <a:pt x="438" y="1497"/>
                </a:lnTo>
                <a:lnTo>
                  <a:pt x="439" y="1496"/>
                </a:lnTo>
                <a:lnTo>
                  <a:pt x="439" y="1495"/>
                </a:lnTo>
                <a:lnTo>
                  <a:pt x="440" y="1495"/>
                </a:lnTo>
                <a:lnTo>
                  <a:pt x="440" y="1494"/>
                </a:lnTo>
                <a:lnTo>
                  <a:pt x="439" y="1494"/>
                </a:lnTo>
                <a:lnTo>
                  <a:pt x="439" y="1493"/>
                </a:lnTo>
                <a:lnTo>
                  <a:pt x="439" y="1492"/>
                </a:lnTo>
                <a:lnTo>
                  <a:pt x="440" y="1492"/>
                </a:lnTo>
                <a:lnTo>
                  <a:pt x="440" y="1491"/>
                </a:lnTo>
                <a:lnTo>
                  <a:pt x="440" y="1490"/>
                </a:lnTo>
                <a:lnTo>
                  <a:pt x="441" y="1490"/>
                </a:lnTo>
                <a:lnTo>
                  <a:pt x="441" y="1489"/>
                </a:lnTo>
                <a:lnTo>
                  <a:pt x="441" y="1488"/>
                </a:lnTo>
                <a:lnTo>
                  <a:pt x="441" y="1487"/>
                </a:lnTo>
                <a:lnTo>
                  <a:pt x="442" y="1487"/>
                </a:lnTo>
                <a:lnTo>
                  <a:pt x="442" y="1486"/>
                </a:lnTo>
                <a:lnTo>
                  <a:pt x="443" y="1486"/>
                </a:lnTo>
                <a:lnTo>
                  <a:pt x="443" y="1485"/>
                </a:lnTo>
                <a:lnTo>
                  <a:pt x="443" y="1484"/>
                </a:lnTo>
                <a:lnTo>
                  <a:pt x="442" y="1484"/>
                </a:lnTo>
                <a:lnTo>
                  <a:pt x="442" y="1483"/>
                </a:lnTo>
                <a:lnTo>
                  <a:pt x="442" y="1482"/>
                </a:lnTo>
                <a:lnTo>
                  <a:pt x="441" y="1482"/>
                </a:lnTo>
                <a:lnTo>
                  <a:pt x="441" y="1481"/>
                </a:lnTo>
                <a:lnTo>
                  <a:pt x="441" y="1480"/>
                </a:lnTo>
                <a:lnTo>
                  <a:pt x="440" y="1480"/>
                </a:lnTo>
                <a:lnTo>
                  <a:pt x="439" y="1479"/>
                </a:lnTo>
                <a:lnTo>
                  <a:pt x="439" y="1478"/>
                </a:lnTo>
                <a:lnTo>
                  <a:pt x="438" y="1478"/>
                </a:lnTo>
                <a:lnTo>
                  <a:pt x="438" y="1477"/>
                </a:lnTo>
                <a:lnTo>
                  <a:pt x="437" y="1477"/>
                </a:lnTo>
                <a:lnTo>
                  <a:pt x="437" y="1476"/>
                </a:lnTo>
                <a:lnTo>
                  <a:pt x="437" y="1475"/>
                </a:lnTo>
                <a:lnTo>
                  <a:pt x="436" y="1475"/>
                </a:lnTo>
                <a:lnTo>
                  <a:pt x="436" y="1474"/>
                </a:lnTo>
                <a:lnTo>
                  <a:pt x="436" y="1473"/>
                </a:lnTo>
                <a:lnTo>
                  <a:pt x="436" y="1472"/>
                </a:lnTo>
                <a:lnTo>
                  <a:pt x="436" y="1471"/>
                </a:lnTo>
                <a:lnTo>
                  <a:pt x="437" y="1471"/>
                </a:lnTo>
                <a:lnTo>
                  <a:pt x="437" y="1470"/>
                </a:lnTo>
                <a:lnTo>
                  <a:pt x="438" y="1470"/>
                </a:lnTo>
                <a:lnTo>
                  <a:pt x="438" y="1469"/>
                </a:lnTo>
                <a:lnTo>
                  <a:pt x="439" y="1469"/>
                </a:lnTo>
                <a:lnTo>
                  <a:pt x="439" y="1468"/>
                </a:lnTo>
                <a:lnTo>
                  <a:pt x="438" y="1468"/>
                </a:lnTo>
                <a:lnTo>
                  <a:pt x="437" y="1468"/>
                </a:lnTo>
                <a:lnTo>
                  <a:pt x="437" y="1469"/>
                </a:lnTo>
                <a:lnTo>
                  <a:pt x="436" y="1469"/>
                </a:lnTo>
                <a:lnTo>
                  <a:pt x="435" y="1469"/>
                </a:lnTo>
                <a:lnTo>
                  <a:pt x="435" y="1468"/>
                </a:lnTo>
                <a:lnTo>
                  <a:pt x="434" y="1468"/>
                </a:lnTo>
                <a:lnTo>
                  <a:pt x="433" y="1468"/>
                </a:lnTo>
                <a:lnTo>
                  <a:pt x="433" y="1467"/>
                </a:lnTo>
                <a:lnTo>
                  <a:pt x="432" y="1467"/>
                </a:lnTo>
                <a:lnTo>
                  <a:pt x="431" y="1467"/>
                </a:lnTo>
                <a:lnTo>
                  <a:pt x="430" y="1467"/>
                </a:lnTo>
                <a:lnTo>
                  <a:pt x="428" y="1467"/>
                </a:lnTo>
                <a:lnTo>
                  <a:pt x="428" y="1468"/>
                </a:lnTo>
                <a:lnTo>
                  <a:pt x="428" y="1467"/>
                </a:lnTo>
                <a:lnTo>
                  <a:pt x="427" y="1467"/>
                </a:lnTo>
                <a:lnTo>
                  <a:pt x="427" y="1466"/>
                </a:lnTo>
                <a:lnTo>
                  <a:pt x="426" y="1466"/>
                </a:lnTo>
                <a:lnTo>
                  <a:pt x="426" y="1465"/>
                </a:lnTo>
                <a:lnTo>
                  <a:pt x="425" y="1465"/>
                </a:lnTo>
                <a:lnTo>
                  <a:pt x="424" y="1465"/>
                </a:lnTo>
                <a:lnTo>
                  <a:pt x="423" y="1465"/>
                </a:lnTo>
                <a:lnTo>
                  <a:pt x="422" y="1465"/>
                </a:lnTo>
                <a:lnTo>
                  <a:pt x="421" y="1465"/>
                </a:lnTo>
                <a:lnTo>
                  <a:pt x="420" y="1465"/>
                </a:lnTo>
                <a:lnTo>
                  <a:pt x="420" y="1466"/>
                </a:lnTo>
                <a:lnTo>
                  <a:pt x="419" y="1466"/>
                </a:lnTo>
                <a:lnTo>
                  <a:pt x="418" y="1466"/>
                </a:lnTo>
                <a:lnTo>
                  <a:pt x="418" y="1467"/>
                </a:lnTo>
                <a:lnTo>
                  <a:pt x="418" y="1468"/>
                </a:lnTo>
                <a:lnTo>
                  <a:pt x="419" y="1469"/>
                </a:lnTo>
                <a:lnTo>
                  <a:pt x="419" y="1470"/>
                </a:lnTo>
                <a:lnTo>
                  <a:pt x="420" y="1470"/>
                </a:lnTo>
                <a:lnTo>
                  <a:pt x="421" y="1470"/>
                </a:lnTo>
                <a:lnTo>
                  <a:pt x="421" y="1471"/>
                </a:lnTo>
                <a:lnTo>
                  <a:pt x="420" y="1471"/>
                </a:lnTo>
                <a:lnTo>
                  <a:pt x="419" y="1471"/>
                </a:lnTo>
                <a:lnTo>
                  <a:pt x="418" y="1471"/>
                </a:lnTo>
                <a:lnTo>
                  <a:pt x="418" y="1472"/>
                </a:lnTo>
                <a:lnTo>
                  <a:pt x="418" y="1473"/>
                </a:lnTo>
                <a:lnTo>
                  <a:pt x="417" y="1473"/>
                </a:lnTo>
                <a:lnTo>
                  <a:pt x="416" y="1473"/>
                </a:lnTo>
                <a:lnTo>
                  <a:pt x="415" y="1473"/>
                </a:lnTo>
                <a:lnTo>
                  <a:pt x="414" y="1473"/>
                </a:lnTo>
                <a:lnTo>
                  <a:pt x="413" y="1473"/>
                </a:lnTo>
                <a:lnTo>
                  <a:pt x="412" y="1473"/>
                </a:lnTo>
                <a:lnTo>
                  <a:pt x="412" y="1472"/>
                </a:lnTo>
                <a:lnTo>
                  <a:pt x="412" y="1471"/>
                </a:lnTo>
                <a:lnTo>
                  <a:pt x="413" y="1471"/>
                </a:lnTo>
                <a:lnTo>
                  <a:pt x="412" y="1471"/>
                </a:lnTo>
                <a:lnTo>
                  <a:pt x="412" y="1470"/>
                </a:lnTo>
                <a:lnTo>
                  <a:pt x="411" y="1470"/>
                </a:lnTo>
                <a:lnTo>
                  <a:pt x="411" y="1469"/>
                </a:lnTo>
                <a:lnTo>
                  <a:pt x="410" y="1469"/>
                </a:lnTo>
                <a:lnTo>
                  <a:pt x="409" y="1469"/>
                </a:lnTo>
                <a:lnTo>
                  <a:pt x="409" y="1468"/>
                </a:lnTo>
                <a:lnTo>
                  <a:pt x="408" y="1468"/>
                </a:lnTo>
                <a:lnTo>
                  <a:pt x="408" y="1467"/>
                </a:lnTo>
                <a:lnTo>
                  <a:pt x="407" y="1467"/>
                </a:lnTo>
                <a:lnTo>
                  <a:pt x="406" y="1467"/>
                </a:lnTo>
                <a:lnTo>
                  <a:pt x="405" y="1467"/>
                </a:lnTo>
                <a:lnTo>
                  <a:pt x="404" y="1467"/>
                </a:lnTo>
                <a:lnTo>
                  <a:pt x="403" y="1467"/>
                </a:lnTo>
                <a:lnTo>
                  <a:pt x="402" y="1467"/>
                </a:lnTo>
                <a:lnTo>
                  <a:pt x="402" y="1466"/>
                </a:lnTo>
                <a:lnTo>
                  <a:pt x="401" y="1466"/>
                </a:lnTo>
                <a:lnTo>
                  <a:pt x="401" y="1465"/>
                </a:lnTo>
                <a:lnTo>
                  <a:pt x="400" y="1465"/>
                </a:lnTo>
                <a:lnTo>
                  <a:pt x="399" y="1464"/>
                </a:lnTo>
                <a:lnTo>
                  <a:pt x="399" y="1463"/>
                </a:lnTo>
                <a:lnTo>
                  <a:pt x="398" y="1463"/>
                </a:lnTo>
                <a:lnTo>
                  <a:pt x="397" y="1463"/>
                </a:lnTo>
                <a:lnTo>
                  <a:pt x="396" y="1463"/>
                </a:lnTo>
                <a:lnTo>
                  <a:pt x="395" y="1463"/>
                </a:lnTo>
                <a:lnTo>
                  <a:pt x="394" y="1463"/>
                </a:lnTo>
                <a:lnTo>
                  <a:pt x="393" y="1463"/>
                </a:lnTo>
                <a:lnTo>
                  <a:pt x="393" y="1464"/>
                </a:lnTo>
                <a:lnTo>
                  <a:pt x="392" y="1463"/>
                </a:lnTo>
                <a:lnTo>
                  <a:pt x="392" y="1464"/>
                </a:lnTo>
                <a:lnTo>
                  <a:pt x="391" y="1464"/>
                </a:lnTo>
                <a:lnTo>
                  <a:pt x="390" y="1465"/>
                </a:lnTo>
                <a:lnTo>
                  <a:pt x="391" y="1466"/>
                </a:lnTo>
                <a:lnTo>
                  <a:pt x="391" y="1467"/>
                </a:lnTo>
                <a:lnTo>
                  <a:pt x="390" y="1468"/>
                </a:lnTo>
                <a:lnTo>
                  <a:pt x="390" y="1469"/>
                </a:lnTo>
                <a:lnTo>
                  <a:pt x="389" y="1469"/>
                </a:lnTo>
                <a:lnTo>
                  <a:pt x="388" y="1469"/>
                </a:lnTo>
                <a:lnTo>
                  <a:pt x="387" y="1468"/>
                </a:lnTo>
                <a:lnTo>
                  <a:pt x="387" y="1469"/>
                </a:lnTo>
                <a:lnTo>
                  <a:pt x="387" y="1468"/>
                </a:lnTo>
                <a:lnTo>
                  <a:pt x="386" y="1468"/>
                </a:lnTo>
                <a:lnTo>
                  <a:pt x="385" y="1468"/>
                </a:lnTo>
                <a:lnTo>
                  <a:pt x="385" y="1467"/>
                </a:lnTo>
                <a:lnTo>
                  <a:pt x="384" y="1468"/>
                </a:lnTo>
                <a:lnTo>
                  <a:pt x="384" y="1467"/>
                </a:lnTo>
                <a:lnTo>
                  <a:pt x="385" y="1467"/>
                </a:lnTo>
                <a:lnTo>
                  <a:pt x="385" y="1466"/>
                </a:lnTo>
                <a:lnTo>
                  <a:pt x="386" y="1466"/>
                </a:lnTo>
                <a:lnTo>
                  <a:pt x="386" y="1465"/>
                </a:lnTo>
                <a:lnTo>
                  <a:pt x="386" y="1464"/>
                </a:lnTo>
                <a:lnTo>
                  <a:pt x="385" y="1464"/>
                </a:lnTo>
                <a:lnTo>
                  <a:pt x="386" y="1464"/>
                </a:lnTo>
                <a:lnTo>
                  <a:pt x="386" y="1463"/>
                </a:lnTo>
                <a:lnTo>
                  <a:pt x="386" y="1462"/>
                </a:lnTo>
                <a:lnTo>
                  <a:pt x="385" y="1462"/>
                </a:lnTo>
                <a:lnTo>
                  <a:pt x="385" y="1461"/>
                </a:lnTo>
                <a:lnTo>
                  <a:pt x="384" y="1461"/>
                </a:lnTo>
                <a:lnTo>
                  <a:pt x="384" y="1462"/>
                </a:lnTo>
                <a:lnTo>
                  <a:pt x="383" y="1462"/>
                </a:lnTo>
                <a:lnTo>
                  <a:pt x="382" y="1462"/>
                </a:lnTo>
                <a:lnTo>
                  <a:pt x="382" y="1461"/>
                </a:lnTo>
                <a:lnTo>
                  <a:pt x="381" y="1461"/>
                </a:lnTo>
                <a:lnTo>
                  <a:pt x="381" y="1460"/>
                </a:lnTo>
                <a:lnTo>
                  <a:pt x="380" y="1460"/>
                </a:lnTo>
                <a:lnTo>
                  <a:pt x="380" y="1459"/>
                </a:lnTo>
                <a:lnTo>
                  <a:pt x="380" y="1458"/>
                </a:lnTo>
                <a:lnTo>
                  <a:pt x="379" y="1458"/>
                </a:lnTo>
                <a:lnTo>
                  <a:pt x="378" y="1458"/>
                </a:lnTo>
                <a:lnTo>
                  <a:pt x="378" y="1457"/>
                </a:lnTo>
                <a:lnTo>
                  <a:pt x="378" y="1456"/>
                </a:lnTo>
                <a:lnTo>
                  <a:pt x="378" y="1455"/>
                </a:lnTo>
                <a:lnTo>
                  <a:pt x="377" y="1455"/>
                </a:lnTo>
                <a:lnTo>
                  <a:pt x="376" y="1455"/>
                </a:lnTo>
                <a:lnTo>
                  <a:pt x="375" y="1455"/>
                </a:lnTo>
                <a:lnTo>
                  <a:pt x="374" y="1455"/>
                </a:lnTo>
                <a:lnTo>
                  <a:pt x="374" y="1456"/>
                </a:lnTo>
                <a:lnTo>
                  <a:pt x="373" y="1456"/>
                </a:lnTo>
                <a:lnTo>
                  <a:pt x="373" y="1457"/>
                </a:lnTo>
                <a:lnTo>
                  <a:pt x="372" y="1457"/>
                </a:lnTo>
                <a:lnTo>
                  <a:pt x="372" y="1456"/>
                </a:lnTo>
                <a:lnTo>
                  <a:pt x="372" y="1457"/>
                </a:lnTo>
                <a:lnTo>
                  <a:pt x="371" y="1456"/>
                </a:lnTo>
                <a:lnTo>
                  <a:pt x="371" y="1457"/>
                </a:lnTo>
                <a:lnTo>
                  <a:pt x="370" y="1457"/>
                </a:lnTo>
                <a:lnTo>
                  <a:pt x="370" y="1456"/>
                </a:lnTo>
                <a:lnTo>
                  <a:pt x="370" y="1455"/>
                </a:lnTo>
                <a:lnTo>
                  <a:pt x="369" y="1455"/>
                </a:lnTo>
                <a:lnTo>
                  <a:pt x="369" y="1454"/>
                </a:lnTo>
                <a:lnTo>
                  <a:pt x="368" y="1454"/>
                </a:lnTo>
                <a:lnTo>
                  <a:pt x="368" y="1453"/>
                </a:lnTo>
                <a:lnTo>
                  <a:pt x="367" y="1453"/>
                </a:lnTo>
                <a:lnTo>
                  <a:pt x="366" y="1453"/>
                </a:lnTo>
                <a:lnTo>
                  <a:pt x="366" y="1454"/>
                </a:lnTo>
                <a:lnTo>
                  <a:pt x="365" y="1454"/>
                </a:lnTo>
                <a:lnTo>
                  <a:pt x="364" y="1455"/>
                </a:lnTo>
                <a:lnTo>
                  <a:pt x="363" y="1455"/>
                </a:lnTo>
                <a:lnTo>
                  <a:pt x="363" y="1454"/>
                </a:lnTo>
                <a:lnTo>
                  <a:pt x="362" y="1454"/>
                </a:lnTo>
                <a:lnTo>
                  <a:pt x="362" y="1453"/>
                </a:lnTo>
                <a:lnTo>
                  <a:pt x="361" y="1453"/>
                </a:lnTo>
                <a:lnTo>
                  <a:pt x="361" y="1452"/>
                </a:lnTo>
                <a:lnTo>
                  <a:pt x="360" y="1452"/>
                </a:lnTo>
                <a:lnTo>
                  <a:pt x="360" y="1453"/>
                </a:lnTo>
                <a:lnTo>
                  <a:pt x="359" y="1453"/>
                </a:lnTo>
                <a:lnTo>
                  <a:pt x="359" y="1454"/>
                </a:lnTo>
                <a:lnTo>
                  <a:pt x="359" y="1453"/>
                </a:lnTo>
                <a:lnTo>
                  <a:pt x="358" y="1453"/>
                </a:lnTo>
                <a:lnTo>
                  <a:pt x="357" y="1453"/>
                </a:lnTo>
                <a:lnTo>
                  <a:pt x="356" y="1453"/>
                </a:lnTo>
                <a:lnTo>
                  <a:pt x="355" y="1453"/>
                </a:lnTo>
                <a:lnTo>
                  <a:pt x="355" y="1454"/>
                </a:lnTo>
                <a:lnTo>
                  <a:pt x="354" y="1455"/>
                </a:lnTo>
                <a:lnTo>
                  <a:pt x="354" y="1456"/>
                </a:lnTo>
                <a:lnTo>
                  <a:pt x="354" y="1455"/>
                </a:lnTo>
                <a:lnTo>
                  <a:pt x="353" y="1455"/>
                </a:lnTo>
                <a:lnTo>
                  <a:pt x="353" y="1454"/>
                </a:lnTo>
                <a:lnTo>
                  <a:pt x="352" y="1454"/>
                </a:lnTo>
                <a:lnTo>
                  <a:pt x="351" y="1454"/>
                </a:lnTo>
                <a:lnTo>
                  <a:pt x="351" y="1453"/>
                </a:lnTo>
                <a:lnTo>
                  <a:pt x="350" y="1453"/>
                </a:lnTo>
                <a:lnTo>
                  <a:pt x="350" y="1452"/>
                </a:lnTo>
                <a:lnTo>
                  <a:pt x="349" y="1452"/>
                </a:lnTo>
                <a:lnTo>
                  <a:pt x="349" y="1451"/>
                </a:lnTo>
                <a:lnTo>
                  <a:pt x="348" y="1451"/>
                </a:lnTo>
                <a:lnTo>
                  <a:pt x="348" y="1450"/>
                </a:lnTo>
                <a:lnTo>
                  <a:pt x="349" y="1450"/>
                </a:lnTo>
                <a:lnTo>
                  <a:pt x="348" y="1449"/>
                </a:lnTo>
                <a:lnTo>
                  <a:pt x="347" y="1449"/>
                </a:lnTo>
                <a:lnTo>
                  <a:pt x="346" y="1449"/>
                </a:lnTo>
                <a:lnTo>
                  <a:pt x="346" y="1448"/>
                </a:lnTo>
                <a:lnTo>
                  <a:pt x="346" y="1447"/>
                </a:lnTo>
                <a:lnTo>
                  <a:pt x="345" y="1447"/>
                </a:lnTo>
                <a:lnTo>
                  <a:pt x="344" y="1447"/>
                </a:lnTo>
                <a:lnTo>
                  <a:pt x="344" y="1448"/>
                </a:lnTo>
                <a:lnTo>
                  <a:pt x="343" y="1448"/>
                </a:lnTo>
                <a:lnTo>
                  <a:pt x="342" y="1449"/>
                </a:lnTo>
                <a:lnTo>
                  <a:pt x="341" y="1449"/>
                </a:lnTo>
                <a:lnTo>
                  <a:pt x="341" y="1450"/>
                </a:lnTo>
                <a:lnTo>
                  <a:pt x="341" y="1451"/>
                </a:lnTo>
                <a:lnTo>
                  <a:pt x="340" y="1451"/>
                </a:lnTo>
                <a:lnTo>
                  <a:pt x="339" y="1451"/>
                </a:lnTo>
                <a:lnTo>
                  <a:pt x="339" y="1452"/>
                </a:lnTo>
                <a:lnTo>
                  <a:pt x="338" y="1452"/>
                </a:lnTo>
                <a:lnTo>
                  <a:pt x="338" y="1451"/>
                </a:lnTo>
                <a:lnTo>
                  <a:pt x="337" y="1452"/>
                </a:lnTo>
                <a:lnTo>
                  <a:pt x="337" y="1453"/>
                </a:lnTo>
                <a:lnTo>
                  <a:pt x="336" y="1453"/>
                </a:lnTo>
                <a:lnTo>
                  <a:pt x="335" y="1453"/>
                </a:lnTo>
                <a:lnTo>
                  <a:pt x="335" y="1452"/>
                </a:lnTo>
                <a:lnTo>
                  <a:pt x="334" y="1452"/>
                </a:lnTo>
                <a:lnTo>
                  <a:pt x="333" y="1452"/>
                </a:lnTo>
                <a:lnTo>
                  <a:pt x="333" y="1453"/>
                </a:lnTo>
                <a:lnTo>
                  <a:pt x="332" y="1453"/>
                </a:lnTo>
                <a:lnTo>
                  <a:pt x="332" y="1454"/>
                </a:lnTo>
                <a:lnTo>
                  <a:pt x="331" y="1454"/>
                </a:lnTo>
                <a:lnTo>
                  <a:pt x="331" y="1453"/>
                </a:lnTo>
                <a:lnTo>
                  <a:pt x="331" y="1454"/>
                </a:lnTo>
                <a:lnTo>
                  <a:pt x="330" y="1454"/>
                </a:lnTo>
                <a:lnTo>
                  <a:pt x="329" y="1454"/>
                </a:lnTo>
                <a:lnTo>
                  <a:pt x="328" y="1454"/>
                </a:lnTo>
                <a:lnTo>
                  <a:pt x="328" y="1453"/>
                </a:lnTo>
                <a:lnTo>
                  <a:pt x="327" y="1453"/>
                </a:lnTo>
                <a:lnTo>
                  <a:pt x="326" y="1453"/>
                </a:lnTo>
                <a:lnTo>
                  <a:pt x="325" y="1452"/>
                </a:lnTo>
                <a:lnTo>
                  <a:pt x="324" y="1452"/>
                </a:lnTo>
                <a:lnTo>
                  <a:pt x="323" y="1452"/>
                </a:lnTo>
                <a:lnTo>
                  <a:pt x="323" y="1453"/>
                </a:lnTo>
                <a:lnTo>
                  <a:pt x="322" y="1454"/>
                </a:lnTo>
                <a:lnTo>
                  <a:pt x="321" y="1454"/>
                </a:lnTo>
                <a:lnTo>
                  <a:pt x="320" y="1454"/>
                </a:lnTo>
                <a:lnTo>
                  <a:pt x="319" y="1454"/>
                </a:lnTo>
                <a:lnTo>
                  <a:pt x="319" y="1453"/>
                </a:lnTo>
                <a:lnTo>
                  <a:pt x="318" y="1453"/>
                </a:lnTo>
                <a:lnTo>
                  <a:pt x="318" y="1454"/>
                </a:lnTo>
                <a:lnTo>
                  <a:pt x="317" y="1453"/>
                </a:lnTo>
                <a:lnTo>
                  <a:pt x="316" y="1453"/>
                </a:lnTo>
                <a:lnTo>
                  <a:pt x="316" y="1454"/>
                </a:lnTo>
                <a:lnTo>
                  <a:pt x="315" y="1454"/>
                </a:lnTo>
                <a:lnTo>
                  <a:pt x="315" y="1453"/>
                </a:lnTo>
                <a:lnTo>
                  <a:pt x="314" y="1453"/>
                </a:lnTo>
                <a:lnTo>
                  <a:pt x="314" y="1452"/>
                </a:lnTo>
                <a:lnTo>
                  <a:pt x="313" y="1452"/>
                </a:lnTo>
                <a:lnTo>
                  <a:pt x="312" y="1452"/>
                </a:lnTo>
                <a:lnTo>
                  <a:pt x="311" y="1452"/>
                </a:lnTo>
                <a:lnTo>
                  <a:pt x="311" y="1451"/>
                </a:lnTo>
                <a:lnTo>
                  <a:pt x="310" y="1451"/>
                </a:lnTo>
                <a:lnTo>
                  <a:pt x="311" y="1451"/>
                </a:lnTo>
                <a:lnTo>
                  <a:pt x="310" y="1451"/>
                </a:lnTo>
                <a:lnTo>
                  <a:pt x="310" y="1450"/>
                </a:lnTo>
                <a:lnTo>
                  <a:pt x="309" y="1450"/>
                </a:lnTo>
                <a:lnTo>
                  <a:pt x="308" y="1450"/>
                </a:lnTo>
                <a:lnTo>
                  <a:pt x="307" y="1450"/>
                </a:lnTo>
                <a:lnTo>
                  <a:pt x="307" y="1451"/>
                </a:lnTo>
                <a:lnTo>
                  <a:pt x="306" y="1451"/>
                </a:lnTo>
                <a:lnTo>
                  <a:pt x="306" y="1452"/>
                </a:lnTo>
                <a:lnTo>
                  <a:pt x="305" y="1452"/>
                </a:lnTo>
                <a:lnTo>
                  <a:pt x="304" y="1451"/>
                </a:lnTo>
                <a:lnTo>
                  <a:pt x="304" y="1450"/>
                </a:lnTo>
                <a:lnTo>
                  <a:pt x="303" y="1450"/>
                </a:lnTo>
                <a:lnTo>
                  <a:pt x="302" y="1450"/>
                </a:lnTo>
                <a:lnTo>
                  <a:pt x="302" y="1449"/>
                </a:lnTo>
                <a:lnTo>
                  <a:pt x="302" y="1450"/>
                </a:lnTo>
                <a:lnTo>
                  <a:pt x="301" y="1449"/>
                </a:lnTo>
                <a:lnTo>
                  <a:pt x="300" y="1449"/>
                </a:lnTo>
                <a:lnTo>
                  <a:pt x="299" y="1449"/>
                </a:lnTo>
                <a:lnTo>
                  <a:pt x="299" y="1448"/>
                </a:lnTo>
                <a:lnTo>
                  <a:pt x="298" y="1448"/>
                </a:lnTo>
                <a:lnTo>
                  <a:pt x="297" y="1448"/>
                </a:lnTo>
                <a:lnTo>
                  <a:pt x="296" y="1448"/>
                </a:lnTo>
                <a:lnTo>
                  <a:pt x="296" y="1447"/>
                </a:lnTo>
                <a:lnTo>
                  <a:pt x="295" y="1447"/>
                </a:lnTo>
                <a:lnTo>
                  <a:pt x="295" y="1446"/>
                </a:lnTo>
                <a:lnTo>
                  <a:pt x="294" y="1446"/>
                </a:lnTo>
                <a:lnTo>
                  <a:pt x="294" y="1445"/>
                </a:lnTo>
                <a:lnTo>
                  <a:pt x="294" y="1446"/>
                </a:lnTo>
                <a:lnTo>
                  <a:pt x="293" y="1446"/>
                </a:lnTo>
                <a:lnTo>
                  <a:pt x="292" y="1446"/>
                </a:lnTo>
                <a:lnTo>
                  <a:pt x="292" y="1445"/>
                </a:lnTo>
                <a:lnTo>
                  <a:pt x="291" y="1445"/>
                </a:lnTo>
                <a:lnTo>
                  <a:pt x="291" y="1444"/>
                </a:lnTo>
                <a:lnTo>
                  <a:pt x="290" y="1444"/>
                </a:lnTo>
                <a:lnTo>
                  <a:pt x="290" y="1443"/>
                </a:lnTo>
                <a:lnTo>
                  <a:pt x="289" y="1443"/>
                </a:lnTo>
                <a:lnTo>
                  <a:pt x="289" y="1442"/>
                </a:lnTo>
                <a:lnTo>
                  <a:pt x="288" y="1442"/>
                </a:lnTo>
                <a:lnTo>
                  <a:pt x="288" y="1441"/>
                </a:lnTo>
                <a:lnTo>
                  <a:pt x="287" y="1441"/>
                </a:lnTo>
                <a:lnTo>
                  <a:pt x="286" y="1441"/>
                </a:lnTo>
                <a:lnTo>
                  <a:pt x="286" y="1440"/>
                </a:lnTo>
                <a:lnTo>
                  <a:pt x="285" y="1440"/>
                </a:lnTo>
                <a:lnTo>
                  <a:pt x="285" y="1439"/>
                </a:lnTo>
                <a:lnTo>
                  <a:pt x="284" y="1439"/>
                </a:lnTo>
                <a:lnTo>
                  <a:pt x="284" y="1438"/>
                </a:lnTo>
                <a:lnTo>
                  <a:pt x="284" y="1437"/>
                </a:lnTo>
                <a:lnTo>
                  <a:pt x="285" y="1437"/>
                </a:lnTo>
                <a:lnTo>
                  <a:pt x="286" y="1438"/>
                </a:lnTo>
                <a:lnTo>
                  <a:pt x="286" y="1437"/>
                </a:lnTo>
                <a:lnTo>
                  <a:pt x="287" y="1437"/>
                </a:lnTo>
                <a:lnTo>
                  <a:pt x="288" y="1437"/>
                </a:lnTo>
                <a:lnTo>
                  <a:pt x="288" y="1438"/>
                </a:lnTo>
                <a:lnTo>
                  <a:pt x="289" y="1438"/>
                </a:lnTo>
                <a:lnTo>
                  <a:pt x="290" y="1438"/>
                </a:lnTo>
                <a:lnTo>
                  <a:pt x="291" y="1438"/>
                </a:lnTo>
                <a:lnTo>
                  <a:pt x="292" y="1438"/>
                </a:lnTo>
                <a:lnTo>
                  <a:pt x="292" y="1437"/>
                </a:lnTo>
                <a:lnTo>
                  <a:pt x="293" y="1437"/>
                </a:lnTo>
                <a:lnTo>
                  <a:pt x="292" y="1436"/>
                </a:lnTo>
                <a:lnTo>
                  <a:pt x="291" y="1437"/>
                </a:lnTo>
                <a:lnTo>
                  <a:pt x="290" y="1437"/>
                </a:lnTo>
                <a:lnTo>
                  <a:pt x="290" y="1436"/>
                </a:lnTo>
                <a:lnTo>
                  <a:pt x="289" y="1436"/>
                </a:lnTo>
                <a:lnTo>
                  <a:pt x="288" y="1436"/>
                </a:lnTo>
                <a:lnTo>
                  <a:pt x="288" y="1435"/>
                </a:lnTo>
                <a:lnTo>
                  <a:pt x="288" y="1434"/>
                </a:lnTo>
                <a:lnTo>
                  <a:pt x="288" y="1433"/>
                </a:lnTo>
                <a:lnTo>
                  <a:pt x="289" y="1432"/>
                </a:lnTo>
                <a:lnTo>
                  <a:pt x="290" y="1431"/>
                </a:lnTo>
                <a:lnTo>
                  <a:pt x="291" y="1431"/>
                </a:lnTo>
                <a:lnTo>
                  <a:pt x="291" y="1429"/>
                </a:lnTo>
                <a:lnTo>
                  <a:pt x="292" y="1429"/>
                </a:lnTo>
                <a:lnTo>
                  <a:pt x="292" y="1430"/>
                </a:lnTo>
                <a:lnTo>
                  <a:pt x="292" y="1429"/>
                </a:lnTo>
                <a:lnTo>
                  <a:pt x="292" y="1428"/>
                </a:lnTo>
                <a:lnTo>
                  <a:pt x="293" y="1428"/>
                </a:lnTo>
                <a:lnTo>
                  <a:pt x="293" y="1427"/>
                </a:lnTo>
                <a:lnTo>
                  <a:pt x="294" y="1427"/>
                </a:lnTo>
                <a:lnTo>
                  <a:pt x="294" y="1426"/>
                </a:lnTo>
                <a:lnTo>
                  <a:pt x="294" y="1425"/>
                </a:lnTo>
                <a:lnTo>
                  <a:pt x="295" y="1425"/>
                </a:lnTo>
                <a:lnTo>
                  <a:pt x="295" y="1424"/>
                </a:lnTo>
                <a:lnTo>
                  <a:pt x="296" y="1424"/>
                </a:lnTo>
                <a:lnTo>
                  <a:pt x="297" y="1424"/>
                </a:lnTo>
                <a:lnTo>
                  <a:pt x="298" y="1424"/>
                </a:lnTo>
                <a:lnTo>
                  <a:pt x="298" y="1423"/>
                </a:lnTo>
                <a:lnTo>
                  <a:pt x="299" y="1423"/>
                </a:lnTo>
                <a:lnTo>
                  <a:pt x="299" y="1422"/>
                </a:lnTo>
                <a:lnTo>
                  <a:pt x="300" y="1422"/>
                </a:lnTo>
                <a:lnTo>
                  <a:pt x="300" y="1421"/>
                </a:lnTo>
                <a:lnTo>
                  <a:pt x="300" y="1420"/>
                </a:lnTo>
                <a:lnTo>
                  <a:pt x="300" y="1419"/>
                </a:lnTo>
                <a:lnTo>
                  <a:pt x="299" y="1419"/>
                </a:lnTo>
                <a:lnTo>
                  <a:pt x="299" y="1418"/>
                </a:lnTo>
                <a:lnTo>
                  <a:pt x="300" y="1418"/>
                </a:lnTo>
                <a:lnTo>
                  <a:pt x="300" y="1417"/>
                </a:lnTo>
                <a:lnTo>
                  <a:pt x="300" y="1416"/>
                </a:lnTo>
                <a:lnTo>
                  <a:pt x="300" y="1415"/>
                </a:lnTo>
                <a:lnTo>
                  <a:pt x="300" y="1413"/>
                </a:lnTo>
                <a:lnTo>
                  <a:pt x="300" y="1412"/>
                </a:lnTo>
                <a:lnTo>
                  <a:pt x="301" y="1412"/>
                </a:lnTo>
                <a:lnTo>
                  <a:pt x="301" y="1411"/>
                </a:lnTo>
                <a:lnTo>
                  <a:pt x="301" y="1410"/>
                </a:lnTo>
                <a:lnTo>
                  <a:pt x="302" y="1409"/>
                </a:lnTo>
                <a:lnTo>
                  <a:pt x="303" y="1409"/>
                </a:lnTo>
                <a:lnTo>
                  <a:pt x="303" y="1408"/>
                </a:lnTo>
                <a:lnTo>
                  <a:pt x="304" y="1408"/>
                </a:lnTo>
                <a:lnTo>
                  <a:pt x="304" y="1407"/>
                </a:lnTo>
                <a:lnTo>
                  <a:pt x="304" y="1406"/>
                </a:lnTo>
                <a:lnTo>
                  <a:pt x="305" y="1405"/>
                </a:lnTo>
                <a:lnTo>
                  <a:pt x="305" y="1404"/>
                </a:lnTo>
                <a:lnTo>
                  <a:pt x="306" y="1404"/>
                </a:lnTo>
                <a:lnTo>
                  <a:pt x="307" y="1404"/>
                </a:lnTo>
                <a:lnTo>
                  <a:pt x="307" y="1403"/>
                </a:lnTo>
                <a:lnTo>
                  <a:pt x="308" y="1403"/>
                </a:lnTo>
                <a:lnTo>
                  <a:pt x="309" y="1403"/>
                </a:lnTo>
                <a:lnTo>
                  <a:pt x="309" y="1402"/>
                </a:lnTo>
                <a:lnTo>
                  <a:pt x="309" y="1401"/>
                </a:lnTo>
                <a:lnTo>
                  <a:pt x="309" y="1400"/>
                </a:lnTo>
                <a:lnTo>
                  <a:pt x="310" y="1400"/>
                </a:lnTo>
                <a:lnTo>
                  <a:pt x="309" y="1400"/>
                </a:lnTo>
                <a:lnTo>
                  <a:pt x="309" y="1399"/>
                </a:lnTo>
                <a:lnTo>
                  <a:pt x="309" y="1398"/>
                </a:lnTo>
                <a:lnTo>
                  <a:pt x="308" y="1398"/>
                </a:lnTo>
                <a:lnTo>
                  <a:pt x="308" y="1397"/>
                </a:lnTo>
                <a:lnTo>
                  <a:pt x="307" y="1397"/>
                </a:lnTo>
                <a:lnTo>
                  <a:pt x="307" y="1396"/>
                </a:lnTo>
                <a:lnTo>
                  <a:pt x="306" y="1396"/>
                </a:lnTo>
                <a:lnTo>
                  <a:pt x="305" y="1396"/>
                </a:lnTo>
                <a:lnTo>
                  <a:pt x="305" y="1395"/>
                </a:lnTo>
                <a:lnTo>
                  <a:pt x="305" y="1394"/>
                </a:lnTo>
                <a:lnTo>
                  <a:pt x="304" y="1394"/>
                </a:lnTo>
                <a:lnTo>
                  <a:pt x="304" y="1393"/>
                </a:lnTo>
                <a:lnTo>
                  <a:pt x="305" y="1393"/>
                </a:lnTo>
                <a:lnTo>
                  <a:pt x="305" y="1392"/>
                </a:lnTo>
                <a:lnTo>
                  <a:pt x="306" y="1392"/>
                </a:lnTo>
                <a:lnTo>
                  <a:pt x="307" y="1392"/>
                </a:lnTo>
                <a:lnTo>
                  <a:pt x="308" y="1392"/>
                </a:lnTo>
                <a:lnTo>
                  <a:pt x="309" y="1392"/>
                </a:lnTo>
                <a:lnTo>
                  <a:pt x="310" y="1391"/>
                </a:lnTo>
                <a:lnTo>
                  <a:pt x="311" y="1391"/>
                </a:lnTo>
                <a:lnTo>
                  <a:pt x="311" y="1390"/>
                </a:lnTo>
                <a:lnTo>
                  <a:pt x="312" y="1390"/>
                </a:lnTo>
                <a:lnTo>
                  <a:pt x="313" y="1390"/>
                </a:lnTo>
                <a:lnTo>
                  <a:pt x="313" y="1389"/>
                </a:lnTo>
                <a:lnTo>
                  <a:pt x="314" y="1389"/>
                </a:lnTo>
                <a:lnTo>
                  <a:pt x="314" y="1388"/>
                </a:lnTo>
                <a:lnTo>
                  <a:pt x="315" y="1388"/>
                </a:lnTo>
                <a:lnTo>
                  <a:pt x="315" y="1387"/>
                </a:lnTo>
                <a:lnTo>
                  <a:pt x="316" y="1387"/>
                </a:lnTo>
                <a:lnTo>
                  <a:pt x="316" y="1386"/>
                </a:lnTo>
                <a:lnTo>
                  <a:pt x="316" y="1385"/>
                </a:lnTo>
                <a:lnTo>
                  <a:pt x="317" y="1385"/>
                </a:lnTo>
                <a:lnTo>
                  <a:pt x="317" y="1384"/>
                </a:lnTo>
                <a:lnTo>
                  <a:pt x="318" y="1384"/>
                </a:lnTo>
                <a:lnTo>
                  <a:pt x="319" y="1384"/>
                </a:lnTo>
                <a:lnTo>
                  <a:pt x="319" y="1383"/>
                </a:lnTo>
                <a:lnTo>
                  <a:pt x="320" y="1383"/>
                </a:lnTo>
                <a:lnTo>
                  <a:pt x="321" y="1383"/>
                </a:lnTo>
                <a:lnTo>
                  <a:pt x="321" y="1382"/>
                </a:lnTo>
                <a:lnTo>
                  <a:pt x="322" y="1382"/>
                </a:lnTo>
                <a:lnTo>
                  <a:pt x="322" y="1381"/>
                </a:lnTo>
                <a:lnTo>
                  <a:pt x="323" y="1381"/>
                </a:lnTo>
                <a:lnTo>
                  <a:pt x="323" y="1380"/>
                </a:lnTo>
                <a:lnTo>
                  <a:pt x="324" y="1380"/>
                </a:lnTo>
                <a:lnTo>
                  <a:pt x="324" y="1379"/>
                </a:lnTo>
                <a:lnTo>
                  <a:pt x="325" y="1379"/>
                </a:lnTo>
                <a:lnTo>
                  <a:pt x="325" y="1378"/>
                </a:lnTo>
                <a:lnTo>
                  <a:pt x="326" y="1378"/>
                </a:lnTo>
                <a:lnTo>
                  <a:pt x="326" y="1377"/>
                </a:lnTo>
                <a:lnTo>
                  <a:pt x="327" y="1377"/>
                </a:lnTo>
                <a:lnTo>
                  <a:pt x="327" y="1376"/>
                </a:lnTo>
                <a:lnTo>
                  <a:pt x="328" y="1376"/>
                </a:lnTo>
                <a:lnTo>
                  <a:pt x="328" y="1375"/>
                </a:lnTo>
                <a:lnTo>
                  <a:pt x="329" y="1375"/>
                </a:lnTo>
                <a:lnTo>
                  <a:pt x="330" y="1374"/>
                </a:lnTo>
                <a:lnTo>
                  <a:pt x="331" y="1374"/>
                </a:lnTo>
                <a:lnTo>
                  <a:pt x="331" y="1372"/>
                </a:lnTo>
                <a:lnTo>
                  <a:pt x="331" y="1371"/>
                </a:lnTo>
                <a:lnTo>
                  <a:pt x="330" y="1371"/>
                </a:lnTo>
                <a:lnTo>
                  <a:pt x="329" y="1371"/>
                </a:lnTo>
                <a:lnTo>
                  <a:pt x="329" y="1370"/>
                </a:lnTo>
                <a:lnTo>
                  <a:pt x="328" y="1370"/>
                </a:lnTo>
                <a:lnTo>
                  <a:pt x="328" y="1369"/>
                </a:lnTo>
                <a:lnTo>
                  <a:pt x="327" y="1369"/>
                </a:lnTo>
                <a:lnTo>
                  <a:pt x="327" y="1368"/>
                </a:lnTo>
                <a:lnTo>
                  <a:pt x="327" y="1367"/>
                </a:lnTo>
                <a:lnTo>
                  <a:pt x="327" y="1365"/>
                </a:lnTo>
                <a:lnTo>
                  <a:pt x="327" y="1364"/>
                </a:lnTo>
                <a:lnTo>
                  <a:pt x="328" y="1364"/>
                </a:lnTo>
                <a:lnTo>
                  <a:pt x="328" y="1363"/>
                </a:lnTo>
                <a:lnTo>
                  <a:pt x="329" y="1363"/>
                </a:lnTo>
                <a:lnTo>
                  <a:pt x="329" y="1362"/>
                </a:lnTo>
                <a:lnTo>
                  <a:pt x="329" y="1361"/>
                </a:lnTo>
                <a:lnTo>
                  <a:pt x="330" y="1361"/>
                </a:lnTo>
                <a:lnTo>
                  <a:pt x="330" y="1360"/>
                </a:lnTo>
                <a:lnTo>
                  <a:pt x="331" y="1360"/>
                </a:lnTo>
                <a:lnTo>
                  <a:pt x="331" y="1359"/>
                </a:lnTo>
                <a:lnTo>
                  <a:pt x="332" y="1358"/>
                </a:lnTo>
                <a:lnTo>
                  <a:pt x="332" y="1357"/>
                </a:lnTo>
                <a:lnTo>
                  <a:pt x="332" y="1356"/>
                </a:lnTo>
                <a:lnTo>
                  <a:pt x="332" y="1355"/>
                </a:lnTo>
                <a:lnTo>
                  <a:pt x="332" y="1354"/>
                </a:lnTo>
                <a:lnTo>
                  <a:pt x="331" y="1354"/>
                </a:lnTo>
                <a:lnTo>
                  <a:pt x="331" y="1353"/>
                </a:lnTo>
                <a:lnTo>
                  <a:pt x="331" y="1352"/>
                </a:lnTo>
                <a:lnTo>
                  <a:pt x="330" y="1352"/>
                </a:lnTo>
                <a:lnTo>
                  <a:pt x="330" y="1351"/>
                </a:lnTo>
                <a:lnTo>
                  <a:pt x="331" y="1351"/>
                </a:lnTo>
                <a:lnTo>
                  <a:pt x="331" y="1350"/>
                </a:lnTo>
                <a:lnTo>
                  <a:pt x="330" y="1350"/>
                </a:lnTo>
                <a:lnTo>
                  <a:pt x="330" y="1349"/>
                </a:lnTo>
                <a:lnTo>
                  <a:pt x="330" y="1348"/>
                </a:lnTo>
                <a:lnTo>
                  <a:pt x="329" y="1348"/>
                </a:lnTo>
                <a:lnTo>
                  <a:pt x="329" y="1347"/>
                </a:lnTo>
                <a:lnTo>
                  <a:pt x="329" y="1346"/>
                </a:lnTo>
                <a:lnTo>
                  <a:pt x="329" y="1344"/>
                </a:lnTo>
                <a:lnTo>
                  <a:pt x="329" y="1343"/>
                </a:lnTo>
                <a:lnTo>
                  <a:pt x="328" y="1343"/>
                </a:lnTo>
                <a:lnTo>
                  <a:pt x="329" y="1343"/>
                </a:lnTo>
                <a:lnTo>
                  <a:pt x="329" y="1342"/>
                </a:lnTo>
                <a:lnTo>
                  <a:pt x="328" y="1342"/>
                </a:lnTo>
                <a:lnTo>
                  <a:pt x="328" y="1341"/>
                </a:lnTo>
                <a:lnTo>
                  <a:pt x="329" y="1341"/>
                </a:lnTo>
                <a:lnTo>
                  <a:pt x="329" y="1340"/>
                </a:lnTo>
                <a:lnTo>
                  <a:pt x="328" y="1340"/>
                </a:lnTo>
                <a:lnTo>
                  <a:pt x="329" y="1340"/>
                </a:lnTo>
                <a:lnTo>
                  <a:pt x="329" y="1339"/>
                </a:lnTo>
                <a:lnTo>
                  <a:pt x="328" y="1339"/>
                </a:lnTo>
                <a:lnTo>
                  <a:pt x="328" y="1338"/>
                </a:lnTo>
                <a:lnTo>
                  <a:pt x="327" y="1338"/>
                </a:lnTo>
                <a:lnTo>
                  <a:pt x="327" y="1337"/>
                </a:lnTo>
                <a:lnTo>
                  <a:pt x="327" y="1338"/>
                </a:lnTo>
                <a:lnTo>
                  <a:pt x="326" y="1338"/>
                </a:lnTo>
                <a:lnTo>
                  <a:pt x="326" y="1337"/>
                </a:lnTo>
                <a:lnTo>
                  <a:pt x="327" y="1337"/>
                </a:lnTo>
                <a:lnTo>
                  <a:pt x="327" y="1336"/>
                </a:lnTo>
                <a:lnTo>
                  <a:pt x="326" y="1336"/>
                </a:lnTo>
                <a:lnTo>
                  <a:pt x="326" y="1334"/>
                </a:lnTo>
                <a:lnTo>
                  <a:pt x="326" y="1333"/>
                </a:lnTo>
                <a:lnTo>
                  <a:pt x="326" y="1332"/>
                </a:lnTo>
                <a:lnTo>
                  <a:pt x="325" y="1332"/>
                </a:lnTo>
                <a:lnTo>
                  <a:pt x="325" y="1331"/>
                </a:lnTo>
                <a:lnTo>
                  <a:pt x="325" y="1330"/>
                </a:lnTo>
                <a:lnTo>
                  <a:pt x="325" y="1329"/>
                </a:lnTo>
                <a:lnTo>
                  <a:pt x="324" y="1329"/>
                </a:lnTo>
                <a:lnTo>
                  <a:pt x="323" y="1329"/>
                </a:lnTo>
                <a:lnTo>
                  <a:pt x="323" y="1328"/>
                </a:lnTo>
                <a:lnTo>
                  <a:pt x="323" y="1327"/>
                </a:lnTo>
                <a:lnTo>
                  <a:pt x="322" y="1327"/>
                </a:lnTo>
                <a:lnTo>
                  <a:pt x="322" y="1326"/>
                </a:lnTo>
                <a:lnTo>
                  <a:pt x="321" y="1326"/>
                </a:lnTo>
                <a:lnTo>
                  <a:pt x="321" y="1325"/>
                </a:lnTo>
                <a:lnTo>
                  <a:pt x="321" y="1324"/>
                </a:lnTo>
                <a:lnTo>
                  <a:pt x="322" y="1324"/>
                </a:lnTo>
                <a:lnTo>
                  <a:pt x="322" y="1323"/>
                </a:lnTo>
                <a:lnTo>
                  <a:pt x="323" y="1323"/>
                </a:lnTo>
                <a:lnTo>
                  <a:pt x="323" y="1322"/>
                </a:lnTo>
                <a:lnTo>
                  <a:pt x="323" y="1321"/>
                </a:lnTo>
                <a:lnTo>
                  <a:pt x="324" y="1321"/>
                </a:lnTo>
                <a:lnTo>
                  <a:pt x="325" y="1321"/>
                </a:lnTo>
                <a:lnTo>
                  <a:pt x="326" y="1321"/>
                </a:lnTo>
                <a:lnTo>
                  <a:pt x="326" y="1320"/>
                </a:lnTo>
                <a:lnTo>
                  <a:pt x="327" y="1320"/>
                </a:lnTo>
                <a:lnTo>
                  <a:pt x="328" y="1320"/>
                </a:lnTo>
                <a:lnTo>
                  <a:pt x="329" y="1320"/>
                </a:lnTo>
                <a:lnTo>
                  <a:pt x="330" y="1320"/>
                </a:lnTo>
                <a:lnTo>
                  <a:pt x="330" y="1319"/>
                </a:lnTo>
                <a:lnTo>
                  <a:pt x="331" y="1319"/>
                </a:lnTo>
                <a:lnTo>
                  <a:pt x="332" y="1319"/>
                </a:lnTo>
                <a:lnTo>
                  <a:pt x="333" y="1319"/>
                </a:lnTo>
                <a:lnTo>
                  <a:pt x="334" y="1319"/>
                </a:lnTo>
                <a:lnTo>
                  <a:pt x="334" y="1320"/>
                </a:lnTo>
                <a:lnTo>
                  <a:pt x="334" y="1319"/>
                </a:lnTo>
                <a:lnTo>
                  <a:pt x="335" y="1319"/>
                </a:lnTo>
                <a:lnTo>
                  <a:pt x="335" y="1318"/>
                </a:lnTo>
                <a:lnTo>
                  <a:pt x="335" y="1317"/>
                </a:lnTo>
                <a:lnTo>
                  <a:pt x="335" y="1316"/>
                </a:lnTo>
                <a:lnTo>
                  <a:pt x="335" y="1315"/>
                </a:lnTo>
                <a:lnTo>
                  <a:pt x="335" y="1314"/>
                </a:lnTo>
                <a:lnTo>
                  <a:pt x="335" y="1313"/>
                </a:lnTo>
                <a:lnTo>
                  <a:pt x="336" y="1313"/>
                </a:lnTo>
                <a:lnTo>
                  <a:pt x="336" y="1312"/>
                </a:lnTo>
                <a:lnTo>
                  <a:pt x="336" y="1311"/>
                </a:lnTo>
                <a:lnTo>
                  <a:pt x="336" y="1310"/>
                </a:lnTo>
                <a:lnTo>
                  <a:pt x="336" y="1309"/>
                </a:lnTo>
                <a:lnTo>
                  <a:pt x="337" y="1309"/>
                </a:lnTo>
                <a:lnTo>
                  <a:pt x="337" y="1308"/>
                </a:lnTo>
                <a:lnTo>
                  <a:pt x="337" y="1307"/>
                </a:lnTo>
                <a:lnTo>
                  <a:pt x="338" y="1307"/>
                </a:lnTo>
                <a:lnTo>
                  <a:pt x="339" y="1307"/>
                </a:lnTo>
                <a:lnTo>
                  <a:pt x="340" y="1307"/>
                </a:lnTo>
                <a:lnTo>
                  <a:pt x="341" y="1307"/>
                </a:lnTo>
                <a:lnTo>
                  <a:pt x="342" y="1307"/>
                </a:lnTo>
                <a:lnTo>
                  <a:pt x="342" y="1306"/>
                </a:lnTo>
                <a:lnTo>
                  <a:pt x="343" y="1306"/>
                </a:lnTo>
                <a:lnTo>
                  <a:pt x="343" y="1305"/>
                </a:lnTo>
                <a:lnTo>
                  <a:pt x="344" y="1305"/>
                </a:lnTo>
                <a:lnTo>
                  <a:pt x="345" y="1305"/>
                </a:lnTo>
                <a:lnTo>
                  <a:pt x="345" y="1304"/>
                </a:lnTo>
                <a:lnTo>
                  <a:pt x="346" y="1304"/>
                </a:lnTo>
                <a:lnTo>
                  <a:pt x="346" y="1303"/>
                </a:lnTo>
                <a:lnTo>
                  <a:pt x="347" y="1303"/>
                </a:lnTo>
                <a:lnTo>
                  <a:pt x="347" y="1304"/>
                </a:lnTo>
                <a:lnTo>
                  <a:pt x="347" y="1303"/>
                </a:lnTo>
                <a:lnTo>
                  <a:pt x="348" y="1303"/>
                </a:lnTo>
                <a:lnTo>
                  <a:pt x="349" y="1303"/>
                </a:lnTo>
                <a:lnTo>
                  <a:pt x="350" y="1304"/>
                </a:lnTo>
                <a:lnTo>
                  <a:pt x="350" y="1303"/>
                </a:lnTo>
                <a:lnTo>
                  <a:pt x="350" y="1302"/>
                </a:lnTo>
                <a:lnTo>
                  <a:pt x="349" y="1302"/>
                </a:lnTo>
                <a:lnTo>
                  <a:pt x="349" y="1301"/>
                </a:lnTo>
                <a:lnTo>
                  <a:pt x="348" y="1301"/>
                </a:lnTo>
                <a:lnTo>
                  <a:pt x="348" y="1300"/>
                </a:lnTo>
                <a:lnTo>
                  <a:pt x="348" y="1299"/>
                </a:lnTo>
                <a:lnTo>
                  <a:pt x="348" y="1297"/>
                </a:lnTo>
                <a:lnTo>
                  <a:pt x="348" y="1296"/>
                </a:lnTo>
                <a:lnTo>
                  <a:pt x="347" y="1296"/>
                </a:lnTo>
                <a:lnTo>
                  <a:pt x="347" y="1295"/>
                </a:lnTo>
                <a:lnTo>
                  <a:pt x="347" y="1294"/>
                </a:lnTo>
                <a:lnTo>
                  <a:pt x="347" y="1293"/>
                </a:lnTo>
                <a:lnTo>
                  <a:pt x="347" y="1292"/>
                </a:lnTo>
                <a:lnTo>
                  <a:pt x="346" y="1292"/>
                </a:lnTo>
                <a:lnTo>
                  <a:pt x="347" y="1292"/>
                </a:lnTo>
                <a:lnTo>
                  <a:pt x="347" y="1291"/>
                </a:lnTo>
                <a:lnTo>
                  <a:pt x="346" y="1291"/>
                </a:lnTo>
                <a:lnTo>
                  <a:pt x="346" y="1290"/>
                </a:lnTo>
                <a:lnTo>
                  <a:pt x="346" y="1289"/>
                </a:lnTo>
                <a:lnTo>
                  <a:pt x="347" y="1289"/>
                </a:lnTo>
                <a:lnTo>
                  <a:pt x="347" y="1288"/>
                </a:lnTo>
                <a:lnTo>
                  <a:pt x="346" y="1288"/>
                </a:lnTo>
                <a:lnTo>
                  <a:pt x="346" y="1287"/>
                </a:lnTo>
                <a:lnTo>
                  <a:pt x="347" y="1286"/>
                </a:lnTo>
                <a:lnTo>
                  <a:pt x="347" y="1284"/>
                </a:lnTo>
                <a:lnTo>
                  <a:pt x="348" y="1284"/>
                </a:lnTo>
                <a:lnTo>
                  <a:pt x="348" y="1285"/>
                </a:lnTo>
                <a:lnTo>
                  <a:pt x="349" y="1285"/>
                </a:lnTo>
                <a:lnTo>
                  <a:pt x="350" y="1285"/>
                </a:lnTo>
                <a:lnTo>
                  <a:pt x="350" y="1286"/>
                </a:lnTo>
                <a:lnTo>
                  <a:pt x="351" y="1286"/>
                </a:lnTo>
                <a:lnTo>
                  <a:pt x="351" y="1287"/>
                </a:lnTo>
                <a:lnTo>
                  <a:pt x="352" y="1287"/>
                </a:lnTo>
                <a:lnTo>
                  <a:pt x="353" y="1287"/>
                </a:lnTo>
                <a:lnTo>
                  <a:pt x="354" y="1288"/>
                </a:lnTo>
                <a:lnTo>
                  <a:pt x="354" y="1289"/>
                </a:lnTo>
                <a:lnTo>
                  <a:pt x="355" y="1289"/>
                </a:lnTo>
                <a:lnTo>
                  <a:pt x="355" y="1290"/>
                </a:lnTo>
                <a:lnTo>
                  <a:pt x="356" y="1290"/>
                </a:lnTo>
                <a:lnTo>
                  <a:pt x="356" y="1291"/>
                </a:lnTo>
                <a:lnTo>
                  <a:pt x="357" y="1291"/>
                </a:lnTo>
                <a:lnTo>
                  <a:pt x="358" y="1291"/>
                </a:lnTo>
                <a:lnTo>
                  <a:pt x="359" y="1291"/>
                </a:lnTo>
                <a:lnTo>
                  <a:pt x="359" y="1292"/>
                </a:lnTo>
                <a:lnTo>
                  <a:pt x="360" y="1292"/>
                </a:lnTo>
                <a:lnTo>
                  <a:pt x="361" y="1292"/>
                </a:lnTo>
                <a:lnTo>
                  <a:pt x="362" y="1292"/>
                </a:lnTo>
                <a:lnTo>
                  <a:pt x="362" y="1293"/>
                </a:lnTo>
                <a:lnTo>
                  <a:pt x="363" y="1293"/>
                </a:lnTo>
                <a:lnTo>
                  <a:pt x="364" y="1293"/>
                </a:lnTo>
                <a:lnTo>
                  <a:pt x="364" y="1294"/>
                </a:lnTo>
                <a:lnTo>
                  <a:pt x="365" y="1294"/>
                </a:lnTo>
                <a:lnTo>
                  <a:pt x="365" y="1293"/>
                </a:lnTo>
                <a:lnTo>
                  <a:pt x="366" y="1293"/>
                </a:lnTo>
                <a:lnTo>
                  <a:pt x="366" y="1292"/>
                </a:lnTo>
                <a:lnTo>
                  <a:pt x="367" y="1292"/>
                </a:lnTo>
                <a:lnTo>
                  <a:pt x="367" y="1293"/>
                </a:lnTo>
                <a:lnTo>
                  <a:pt x="368" y="1293"/>
                </a:lnTo>
                <a:lnTo>
                  <a:pt x="369" y="1293"/>
                </a:lnTo>
                <a:lnTo>
                  <a:pt x="369" y="1292"/>
                </a:lnTo>
                <a:lnTo>
                  <a:pt x="369" y="1291"/>
                </a:lnTo>
                <a:lnTo>
                  <a:pt x="370" y="1291"/>
                </a:lnTo>
                <a:lnTo>
                  <a:pt x="370" y="1290"/>
                </a:lnTo>
                <a:lnTo>
                  <a:pt x="370" y="1289"/>
                </a:lnTo>
                <a:lnTo>
                  <a:pt x="370" y="1288"/>
                </a:lnTo>
                <a:lnTo>
                  <a:pt x="371" y="1288"/>
                </a:lnTo>
                <a:lnTo>
                  <a:pt x="371" y="1287"/>
                </a:lnTo>
                <a:lnTo>
                  <a:pt x="370" y="1287"/>
                </a:lnTo>
                <a:lnTo>
                  <a:pt x="370" y="1286"/>
                </a:lnTo>
                <a:lnTo>
                  <a:pt x="370" y="1285"/>
                </a:lnTo>
                <a:lnTo>
                  <a:pt x="370" y="1284"/>
                </a:lnTo>
                <a:lnTo>
                  <a:pt x="369" y="1284"/>
                </a:lnTo>
                <a:lnTo>
                  <a:pt x="369" y="1283"/>
                </a:lnTo>
                <a:lnTo>
                  <a:pt x="369" y="1282"/>
                </a:lnTo>
                <a:lnTo>
                  <a:pt x="368" y="1282"/>
                </a:lnTo>
                <a:lnTo>
                  <a:pt x="367" y="1281"/>
                </a:lnTo>
                <a:lnTo>
                  <a:pt x="366" y="1281"/>
                </a:lnTo>
                <a:lnTo>
                  <a:pt x="365" y="1281"/>
                </a:lnTo>
                <a:lnTo>
                  <a:pt x="365" y="1280"/>
                </a:lnTo>
                <a:lnTo>
                  <a:pt x="365" y="1279"/>
                </a:lnTo>
                <a:lnTo>
                  <a:pt x="366" y="1279"/>
                </a:lnTo>
                <a:lnTo>
                  <a:pt x="365" y="1279"/>
                </a:lnTo>
                <a:lnTo>
                  <a:pt x="365" y="1278"/>
                </a:lnTo>
                <a:lnTo>
                  <a:pt x="365" y="1277"/>
                </a:lnTo>
                <a:lnTo>
                  <a:pt x="364" y="1277"/>
                </a:lnTo>
                <a:lnTo>
                  <a:pt x="364" y="1276"/>
                </a:lnTo>
                <a:lnTo>
                  <a:pt x="363" y="1276"/>
                </a:lnTo>
                <a:lnTo>
                  <a:pt x="363" y="1275"/>
                </a:lnTo>
                <a:lnTo>
                  <a:pt x="363" y="1274"/>
                </a:lnTo>
                <a:lnTo>
                  <a:pt x="363" y="1273"/>
                </a:lnTo>
                <a:lnTo>
                  <a:pt x="363" y="1272"/>
                </a:lnTo>
                <a:lnTo>
                  <a:pt x="363" y="1271"/>
                </a:lnTo>
                <a:lnTo>
                  <a:pt x="363" y="1270"/>
                </a:lnTo>
                <a:lnTo>
                  <a:pt x="363" y="1269"/>
                </a:lnTo>
                <a:lnTo>
                  <a:pt x="362" y="1269"/>
                </a:lnTo>
                <a:lnTo>
                  <a:pt x="362" y="1268"/>
                </a:lnTo>
                <a:lnTo>
                  <a:pt x="363" y="1268"/>
                </a:lnTo>
                <a:lnTo>
                  <a:pt x="364" y="1268"/>
                </a:lnTo>
                <a:lnTo>
                  <a:pt x="363" y="1268"/>
                </a:lnTo>
                <a:lnTo>
                  <a:pt x="363" y="1267"/>
                </a:lnTo>
                <a:lnTo>
                  <a:pt x="363" y="1266"/>
                </a:lnTo>
                <a:lnTo>
                  <a:pt x="364" y="1266"/>
                </a:lnTo>
                <a:lnTo>
                  <a:pt x="364" y="1265"/>
                </a:lnTo>
                <a:lnTo>
                  <a:pt x="364" y="1264"/>
                </a:lnTo>
                <a:lnTo>
                  <a:pt x="365" y="1264"/>
                </a:lnTo>
                <a:lnTo>
                  <a:pt x="365" y="1263"/>
                </a:lnTo>
                <a:lnTo>
                  <a:pt x="366" y="1263"/>
                </a:lnTo>
                <a:lnTo>
                  <a:pt x="366" y="1262"/>
                </a:lnTo>
                <a:lnTo>
                  <a:pt x="365" y="1262"/>
                </a:lnTo>
                <a:lnTo>
                  <a:pt x="365" y="1261"/>
                </a:lnTo>
                <a:lnTo>
                  <a:pt x="365" y="1260"/>
                </a:lnTo>
                <a:lnTo>
                  <a:pt x="365" y="1259"/>
                </a:lnTo>
                <a:lnTo>
                  <a:pt x="364" y="1259"/>
                </a:lnTo>
                <a:lnTo>
                  <a:pt x="365" y="1258"/>
                </a:lnTo>
                <a:lnTo>
                  <a:pt x="364" y="1258"/>
                </a:lnTo>
                <a:lnTo>
                  <a:pt x="363" y="1258"/>
                </a:lnTo>
                <a:lnTo>
                  <a:pt x="363" y="1257"/>
                </a:lnTo>
                <a:lnTo>
                  <a:pt x="362" y="1256"/>
                </a:lnTo>
                <a:lnTo>
                  <a:pt x="361" y="1256"/>
                </a:lnTo>
                <a:lnTo>
                  <a:pt x="361" y="1257"/>
                </a:lnTo>
                <a:lnTo>
                  <a:pt x="360" y="1257"/>
                </a:lnTo>
                <a:lnTo>
                  <a:pt x="359" y="1257"/>
                </a:lnTo>
                <a:lnTo>
                  <a:pt x="359" y="1256"/>
                </a:lnTo>
                <a:lnTo>
                  <a:pt x="358" y="1256"/>
                </a:lnTo>
                <a:lnTo>
                  <a:pt x="357" y="1256"/>
                </a:lnTo>
                <a:lnTo>
                  <a:pt x="356" y="1255"/>
                </a:lnTo>
                <a:lnTo>
                  <a:pt x="356" y="1256"/>
                </a:lnTo>
                <a:lnTo>
                  <a:pt x="355" y="1256"/>
                </a:lnTo>
                <a:lnTo>
                  <a:pt x="354" y="1256"/>
                </a:lnTo>
                <a:lnTo>
                  <a:pt x="353" y="1256"/>
                </a:lnTo>
                <a:lnTo>
                  <a:pt x="353" y="1255"/>
                </a:lnTo>
                <a:lnTo>
                  <a:pt x="353" y="1256"/>
                </a:lnTo>
                <a:lnTo>
                  <a:pt x="352" y="1256"/>
                </a:lnTo>
                <a:lnTo>
                  <a:pt x="351" y="1256"/>
                </a:lnTo>
                <a:lnTo>
                  <a:pt x="351" y="1255"/>
                </a:lnTo>
                <a:lnTo>
                  <a:pt x="351" y="1256"/>
                </a:lnTo>
                <a:lnTo>
                  <a:pt x="351" y="1255"/>
                </a:lnTo>
                <a:lnTo>
                  <a:pt x="350" y="1255"/>
                </a:lnTo>
                <a:lnTo>
                  <a:pt x="349" y="1255"/>
                </a:lnTo>
                <a:lnTo>
                  <a:pt x="348" y="1255"/>
                </a:lnTo>
                <a:lnTo>
                  <a:pt x="348" y="1256"/>
                </a:lnTo>
                <a:lnTo>
                  <a:pt x="348" y="1255"/>
                </a:lnTo>
                <a:lnTo>
                  <a:pt x="347" y="1255"/>
                </a:lnTo>
                <a:lnTo>
                  <a:pt x="346" y="1254"/>
                </a:lnTo>
                <a:lnTo>
                  <a:pt x="345" y="1254"/>
                </a:lnTo>
                <a:lnTo>
                  <a:pt x="345" y="1253"/>
                </a:lnTo>
                <a:lnTo>
                  <a:pt x="344" y="1253"/>
                </a:lnTo>
                <a:lnTo>
                  <a:pt x="343" y="1253"/>
                </a:lnTo>
                <a:lnTo>
                  <a:pt x="343" y="1252"/>
                </a:lnTo>
                <a:lnTo>
                  <a:pt x="343" y="1253"/>
                </a:lnTo>
                <a:lnTo>
                  <a:pt x="342" y="1253"/>
                </a:lnTo>
                <a:lnTo>
                  <a:pt x="341" y="1252"/>
                </a:lnTo>
                <a:lnTo>
                  <a:pt x="340" y="1252"/>
                </a:lnTo>
                <a:lnTo>
                  <a:pt x="339" y="1252"/>
                </a:lnTo>
                <a:lnTo>
                  <a:pt x="338" y="1252"/>
                </a:lnTo>
                <a:lnTo>
                  <a:pt x="338" y="1251"/>
                </a:lnTo>
                <a:lnTo>
                  <a:pt x="338" y="1250"/>
                </a:lnTo>
                <a:lnTo>
                  <a:pt x="337" y="1250"/>
                </a:lnTo>
                <a:lnTo>
                  <a:pt x="336" y="1250"/>
                </a:lnTo>
                <a:lnTo>
                  <a:pt x="336" y="1249"/>
                </a:lnTo>
                <a:lnTo>
                  <a:pt x="335" y="1249"/>
                </a:lnTo>
                <a:lnTo>
                  <a:pt x="335" y="1248"/>
                </a:lnTo>
                <a:lnTo>
                  <a:pt x="335" y="1247"/>
                </a:lnTo>
                <a:lnTo>
                  <a:pt x="335" y="1246"/>
                </a:lnTo>
                <a:lnTo>
                  <a:pt x="334" y="1246"/>
                </a:lnTo>
                <a:lnTo>
                  <a:pt x="334" y="1245"/>
                </a:lnTo>
                <a:lnTo>
                  <a:pt x="334" y="1246"/>
                </a:lnTo>
                <a:lnTo>
                  <a:pt x="333" y="1246"/>
                </a:lnTo>
                <a:lnTo>
                  <a:pt x="333" y="1245"/>
                </a:lnTo>
                <a:lnTo>
                  <a:pt x="332" y="1245"/>
                </a:lnTo>
                <a:lnTo>
                  <a:pt x="332" y="1244"/>
                </a:lnTo>
                <a:lnTo>
                  <a:pt x="331" y="1244"/>
                </a:lnTo>
                <a:lnTo>
                  <a:pt x="330" y="1244"/>
                </a:lnTo>
                <a:lnTo>
                  <a:pt x="329" y="1244"/>
                </a:lnTo>
                <a:lnTo>
                  <a:pt x="328" y="1244"/>
                </a:lnTo>
                <a:lnTo>
                  <a:pt x="328" y="1245"/>
                </a:lnTo>
                <a:lnTo>
                  <a:pt x="328" y="1246"/>
                </a:lnTo>
                <a:lnTo>
                  <a:pt x="327" y="1246"/>
                </a:lnTo>
                <a:lnTo>
                  <a:pt x="327" y="1247"/>
                </a:lnTo>
                <a:lnTo>
                  <a:pt x="327" y="1248"/>
                </a:lnTo>
                <a:lnTo>
                  <a:pt x="327" y="1249"/>
                </a:lnTo>
                <a:lnTo>
                  <a:pt x="326" y="1249"/>
                </a:lnTo>
                <a:lnTo>
                  <a:pt x="325" y="1249"/>
                </a:lnTo>
                <a:lnTo>
                  <a:pt x="324" y="1250"/>
                </a:lnTo>
                <a:lnTo>
                  <a:pt x="323" y="1251"/>
                </a:lnTo>
                <a:lnTo>
                  <a:pt x="323" y="1250"/>
                </a:lnTo>
                <a:lnTo>
                  <a:pt x="322" y="1250"/>
                </a:lnTo>
                <a:lnTo>
                  <a:pt x="322" y="1249"/>
                </a:lnTo>
                <a:lnTo>
                  <a:pt x="321" y="1249"/>
                </a:lnTo>
                <a:lnTo>
                  <a:pt x="320" y="1249"/>
                </a:lnTo>
                <a:lnTo>
                  <a:pt x="319" y="1249"/>
                </a:lnTo>
                <a:lnTo>
                  <a:pt x="319" y="1250"/>
                </a:lnTo>
                <a:lnTo>
                  <a:pt x="318" y="1250"/>
                </a:lnTo>
                <a:lnTo>
                  <a:pt x="318" y="1251"/>
                </a:lnTo>
                <a:lnTo>
                  <a:pt x="317" y="1251"/>
                </a:lnTo>
                <a:lnTo>
                  <a:pt x="317" y="1250"/>
                </a:lnTo>
                <a:lnTo>
                  <a:pt x="316" y="1250"/>
                </a:lnTo>
                <a:lnTo>
                  <a:pt x="316" y="1251"/>
                </a:lnTo>
                <a:lnTo>
                  <a:pt x="315" y="1251"/>
                </a:lnTo>
                <a:lnTo>
                  <a:pt x="315" y="1252"/>
                </a:lnTo>
                <a:lnTo>
                  <a:pt x="315" y="1253"/>
                </a:lnTo>
                <a:lnTo>
                  <a:pt x="315" y="1254"/>
                </a:lnTo>
                <a:lnTo>
                  <a:pt x="314" y="1254"/>
                </a:lnTo>
                <a:lnTo>
                  <a:pt x="313" y="1254"/>
                </a:lnTo>
                <a:lnTo>
                  <a:pt x="312" y="1254"/>
                </a:lnTo>
                <a:lnTo>
                  <a:pt x="311" y="1254"/>
                </a:lnTo>
                <a:lnTo>
                  <a:pt x="311" y="1253"/>
                </a:lnTo>
                <a:lnTo>
                  <a:pt x="310" y="1253"/>
                </a:lnTo>
                <a:lnTo>
                  <a:pt x="310" y="1252"/>
                </a:lnTo>
                <a:lnTo>
                  <a:pt x="310" y="1251"/>
                </a:lnTo>
                <a:lnTo>
                  <a:pt x="309" y="1251"/>
                </a:lnTo>
                <a:lnTo>
                  <a:pt x="309" y="1252"/>
                </a:lnTo>
                <a:lnTo>
                  <a:pt x="308" y="1252"/>
                </a:lnTo>
                <a:lnTo>
                  <a:pt x="307" y="1252"/>
                </a:lnTo>
                <a:lnTo>
                  <a:pt x="306" y="1252"/>
                </a:lnTo>
                <a:lnTo>
                  <a:pt x="306" y="1251"/>
                </a:lnTo>
                <a:lnTo>
                  <a:pt x="305" y="1250"/>
                </a:lnTo>
                <a:lnTo>
                  <a:pt x="305" y="1249"/>
                </a:lnTo>
                <a:lnTo>
                  <a:pt x="305" y="1248"/>
                </a:lnTo>
                <a:lnTo>
                  <a:pt x="304" y="1248"/>
                </a:lnTo>
                <a:lnTo>
                  <a:pt x="303" y="1247"/>
                </a:lnTo>
                <a:lnTo>
                  <a:pt x="303" y="1248"/>
                </a:lnTo>
                <a:lnTo>
                  <a:pt x="302" y="1248"/>
                </a:lnTo>
                <a:lnTo>
                  <a:pt x="302" y="1249"/>
                </a:lnTo>
                <a:lnTo>
                  <a:pt x="301" y="1249"/>
                </a:lnTo>
                <a:lnTo>
                  <a:pt x="300" y="1248"/>
                </a:lnTo>
                <a:lnTo>
                  <a:pt x="298" y="1248"/>
                </a:lnTo>
                <a:lnTo>
                  <a:pt x="297" y="1248"/>
                </a:lnTo>
                <a:lnTo>
                  <a:pt x="296" y="1248"/>
                </a:lnTo>
                <a:lnTo>
                  <a:pt x="295" y="1248"/>
                </a:lnTo>
                <a:lnTo>
                  <a:pt x="294" y="1248"/>
                </a:lnTo>
                <a:lnTo>
                  <a:pt x="294" y="1247"/>
                </a:lnTo>
                <a:lnTo>
                  <a:pt x="293" y="1247"/>
                </a:lnTo>
                <a:lnTo>
                  <a:pt x="293" y="1248"/>
                </a:lnTo>
                <a:lnTo>
                  <a:pt x="292" y="1248"/>
                </a:lnTo>
                <a:lnTo>
                  <a:pt x="291" y="1248"/>
                </a:lnTo>
                <a:lnTo>
                  <a:pt x="291" y="1249"/>
                </a:lnTo>
                <a:lnTo>
                  <a:pt x="290" y="1249"/>
                </a:lnTo>
                <a:lnTo>
                  <a:pt x="289" y="1249"/>
                </a:lnTo>
                <a:lnTo>
                  <a:pt x="288" y="1248"/>
                </a:lnTo>
                <a:lnTo>
                  <a:pt x="287" y="1248"/>
                </a:lnTo>
                <a:lnTo>
                  <a:pt x="287" y="1249"/>
                </a:lnTo>
                <a:lnTo>
                  <a:pt x="287" y="1250"/>
                </a:lnTo>
                <a:lnTo>
                  <a:pt x="286" y="1250"/>
                </a:lnTo>
                <a:lnTo>
                  <a:pt x="285" y="1250"/>
                </a:lnTo>
                <a:lnTo>
                  <a:pt x="285" y="1249"/>
                </a:lnTo>
                <a:lnTo>
                  <a:pt x="284" y="1249"/>
                </a:lnTo>
                <a:lnTo>
                  <a:pt x="284" y="1248"/>
                </a:lnTo>
                <a:lnTo>
                  <a:pt x="283" y="1248"/>
                </a:lnTo>
                <a:lnTo>
                  <a:pt x="282" y="1248"/>
                </a:lnTo>
                <a:lnTo>
                  <a:pt x="282" y="1247"/>
                </a:lnTo>
                <a:lnTo>
                  <a:pt x="281" y="1247"/>
                </a:lnTo>
                <a:lnTo>
                  <a:pt x="280" y="1247"/>
                </a:lnTo>
                <a:lnTo>
                  <a:pt x="280" y="1246"/>
                </a:lnTo>
                <a:lnTo>
                  <a:pt x="279" y="1246"/>
                </a:lnTo>
                <a:lnTo>
                  <a:pt x="278" y="1246"/>
                </a:lnTo>
                <a:lnTo>
                  <a:pt x="278" y="1245"/>
                </a:lnTo>
                <a:lnTo>
                  <a:pt x="277" y="1245"/>
                </a:lnTo>
                <a:lnTo>
                  <a:pt x="276" y="1244"/>
                </a:lnTo>
                <a:lnTo>
                  <a:pt x="275" y="1244"/>
                </a:lnTo>
                <a:lnTo>
                  <a:pt x="275" y="1243"/>
                </a:lnTo>
                <a:lnTo>
                  <a:pt x="275" y="1242"/>
                </a:lnTo>
                <a:lnTo>
                  <a:pt x="275" y="1241"/>
                </a:lnTo>
                <a:lnTo>
                  <a:pt x="276" y="1241"/>
                </a:lnTo>
                <a:lnTo>
                  <a:pt x="276" y="1240"/>
                </a:lnTo>
                <a:lnTo>
                  <a:pt x="275" y="1240"/>
                </a:lnTo>
                <a:lnTo>
                  <a:pt x="275" y="1239"/>
                </a:lnTo>
                <a:lnTo>
                  <a:pt x="276" y="1239"/>
                </a:lnTo>
                <a:lnTo>
                  <a:pt x="275" y="1239"/>
                </a:lnTo>
                <a:lnTo>
                  <a:pt x="276" y="1239"/>
                </a:lnTo>
                <a:lnTo>
                  <a:pt x="276" y="1238"/>
                </a:lnTo>
                <a:lnTo>
                  <a:pt x="277" y="1238"/>
                </a:lnTo>
                <a:lnTo>
                  <a:pt x="277" y="1237"/>
                </a:lnTo>
                <a:lnTo>
                  <a:pt x="277" y="1236"/>
                </a:lnTo>
                <a:lnTo>
                  <a:pt x="277" y="1235"/>
                </a:lnTo>
                <a:lnTo>
                  <a:pt x="278" y="1235"/>
                </a:lnTo>
                <a:lnTo>
                  <a:pt x="278" y="1234"/>
                </a:lnTo>
                <a:lnTo>
                  <a:pt x="278" y="1233"/>
                </a:lnTo>
                <a:lnTo>
                  <a:pt x="278" y="1234"/>
                </a:lnTo>
                <a:lnTo>
                  <a:pt x="277" y="1234"/>
                </a:lnTo>
                <a:lnTo>
                  <a:pt x="277" y="1235"/>
                </a:lnTo>
                <a:lnTo>
                  <a:pt x="276" y="1235"/>
                </a:lnTo>
                <a:lnTo>
                  <a:pt x="275" y="1235"/>
                </a:lnTo>
                <a:lnTo>
                  <a:pt x="274" y="1235"/>
                </a:lnTo>
                <a:lnTo>
                  <a:pt x="273" y="1235"/>
                </a:lnTo>
                <a:lnTo>
                  <a:pt x="273" y="1236"/>
                </a:lnTo>
                <a:lnTo>
                  <a:pt x="273" y="1235"/>
                </a:lnTo>
                <a:lnTo>
                  <a:pt x="272" y="1235"/>
                </a:lnTo>
                <a:lnTo>
                  <a:pt x="271" y="1235"/>
                </a:lnTo>
                <a:lnTo>
                  <a:pt x="270" y="1235"/>
                </a:lnTo>
                <a:lnTo>
                  <a:pt x="269" y="1235"/>
                </a:lnTo>
                <a:lnTo>
                  <a:pt x="268" y="1235"/>
                </a:lnTo>
                <a:lnTo>
                  <a:pt x="267" y="1235"/>
                </a:lnTo>
                <a:lnTo>
                  <a:pt x="266" y="1235"/>
                </a:lnTo>
                <a:lnTo>
                  <a:pt x="266" y="1234"/>
                </a:lnTo>
                <a:lnTo>
                  <a:pt x="265" y="1234"/>
                </a:lnTo>
                <a:lnTo>
                  <a:pt x="263" y="1234"/>
                </a:lnTo>
                <a:lnTo>
                  <a:pt x="263" y="1233"/>
                </a:lnTo>
                <a:lnTo>
                  <a:pt x="262" y="1233"/>
                </a:lnTo>
                <a:lnTo>
                  <a:pt x="261" y="1233"/>
                </a:lnTo>
                <a:lnTo>
                  <a:pt x="260" y="1233"/>
                </a:lnTo>
                <a:lnTo>
                  <a:pt x="259" y="1233"/>
                </a:lnTo>
                <a:lnTo>
                  <a:pt x="259" y="1232"/>
                </a:lnTo>
                <a:lnTo>
                  <a:pt x="258" y="1232"/>
                </a:lnTo>
                <a:lnTo>
                  <a:pt x="258" y="1231"/>
                </a:lnTo>
                <a:lnTo>
                  <a:pt x="257" y="1231"/>
                </a:lnTo>
                <a:lnTo>
                  <a:pt x="256" y="1231"/>
                </a:lnTo>
                <a:lnTo>
                  <a:pt x="256" y="1230"/>
                </a:lnTo>
                <a:lnTo>
                  <a:pt x="255" y="1230"/>
                </a:lnTo>
                <a:lnTo>
                  <a:pt x="253" y="1230"/>
                </a:lnTo>
                <a:lnTo>
                  <a:pt x="253" y="1229"/>
                </a:lnTo>
                <a:lnTo>
                  <a:pt x="252" y="1229"/>
                </a:lnTo>
                <a:lnTo>
                  <a:pt x="251" y="1229"/>
                </a:lnTo>
                <a:lnTo>
                  <a:pt x="250" y="1229"/>
                </a:lnTo>
                <a:lnTo>
                  <a:pt x="249" y="1229"/>
                </a:lnTo>
                <a:lnTo>
                  <a:pt x="248" y="1229"/>
                </a:lnTo>
                <a:lnTo>
                  <a:pt x="248" y="1230"/>
                </a:lnTo>
                <a:lnTo>
                  <a:pt x="246" y="1230"/>
                </a:lnTo>
                <a:lnTo>
                  <a:pt x="245" y="1230"/>
                </a:lnTo>
                <a:lnTo>
                  <a:pt x="245" y="1229"/>
                </a:lnTo>
                <a:lnTo>
                  <a:pt x="245" y="1228"/>
                </a:lnTo>
                <a:lnTo>
                  <a:pt x="245" y="1227"/>
                </a:lnTo>
                <a:lnTo>
                  <a:pt x="246" y="1227"/>
                </a:lnTo>
                <a:lnTo>
                  <a:pt x="246" y="1226"/>
                </a:lnTo>
                <a:lnTo>
                  <a:pt x="247" y="1226"/>
                </a:lnTo>
                <a:lnTo>
                  <a:pt x="247" y="1225"/>
                </a:lnTo>
                <a:lnTo>
                  <a:pt x="247" y="1224"/>
                </a:lnTo>
                <a:lnTo>
                  <a:pt x="246" y="1224"/>
                </a:lnTo>
                <a:lnTo>
                  <a:pt x="246" y="1223"/>
                </a:lnTo>
                <a:lnTo>
                  <a:pt x="247" y="1223"/>
                </a:lnTo>
                <a:lnTo>
                  <a:pt x="248" y="1223"/>
                </a:lnTo>
                <a:lnTo>
                  <a:pt x="248" y="1222"/>
                </a:lnTo>
                <a:lnTo>
                  <a:pt x="249" y="1222"/>
                </a:lnTo>
                <a:lnTo>
                  <a:pt x="249" y="1221"/>
                </a:lnTo>
                <a:lnTo>
                  <a:pt x="250" y="1221"/>
                </a:lnTo>
                <a:lnTo>
                  <a:pt x="250" y="1220"/>
                </a:lnTo>
                <a:lnTo>
                  <a:pt x="250" y="1219"/>
                </a:lnTo>
                <a:lnTo>
                  <a:pt x="250" y="1218"/>
                </a:lnTo>
                <a:lnTo>
                  <a:pt x="250" y="1217"/>
                </a:lnTo>
                <a:lnTo>
                  <a:pt x="251" y="1217"/>
                </a:lnTo>
                <a:lnTo>
                  <a:pt x="250" y="1217"/>
                </a:lnTo>
                <a:lnTo>
                  <a:pt x="250" y="1216"/>
                </a:lnTo>
                <a:lnTo>
                  <a:pt x="251" y="1216"/>
                </a:lnTo>
                <a:lnTo>
                  <a:pt x="251" y="1215"/>
                </a:lnTo>
                <a:lnTo>
                  <a:pt x="252" y="1215"/>
                </a:lnTo>
                <a:lnTo>
                  <a:pt x="252" y="1214"/>
                </a:lnTo>
                <a:lnTo>
                  <a:pt x="253" y="1214"/>
                </a:lnTo>
                <a:lnTo>
                  <a:pt x="253" y="1213"/>
                </a:lnTo>
                <a:lnTo>
                  <a:pt x="254" y="1213"/>
                </a:lnTo>
                <a:lnTo>
                  <a:pt x="254" y="1212"/>
                </a:lnTo>
                <a:lnTo>
                  <a:pt x="254" y="1211"/>
                </a:lnTo>
                <a:lnTo>
                  <a:pt x="254" y="1210"/>
                </a:lnTo>
                <a:lnTo>
                  <a:pt x="254" y="1209"/>
                </a:lnTo>
                <a:lnTo>
                  <a:pt x="254" y="1208"/>
                </a:lnTo>
                <a:lnTo>
                  <a:pt x="253" y="1208"/>
                </a:lnTo>
                <a:lnTo>
                  <a:pt x="253" y="1207"/>
                </a:lnTo>
                <a:lnTo>
                  <a:pt x="254" y="1207"/>
                </a:lnTo>
                <a:lnTo>
                  <a:pt x="255" y="1207"/>
                </a:lnTo>
                <a:lnTo>
                  <a:pt x="255" y="1208"/>
                </a:lnTo>
                <a:lnTo>
                  <a:pt x="256" y="1208"/>
                </a:lnTo>
                <a:lnTo>
                  <a:pt x="256" y="1207"/>
                </a:lnTo>
                <a:lnTo>
                  <a:pt x="256" y="1206"/>
                </a:lnTo>
                <a:lnTo>
                  <a:pt x="256" y="1205"/>
                </a:lnTo>
                <a:lnTo>
                  <a:pt x="257" y="1205"/>
                </a:lnTo>
                <a:lnTo>
                  <a:pt x="258" y="1205"/>
                </a:lnTo>
                <a:lnTo>
                  <a:pt x="258" y="1204"/>
                </a:lnTo>
                <a:lnTo>
                  <a:pt x="257" y="1204"/>
                </a:lnTo>
                <a:lnTo>
                  <a:pt x="257" y="1203"/>
                </a:lnTo>
                <a:lnTo>
                  <a:pt x="257" y="1204"/>
                </a:lnTo>
                <a:lnTo>
                  <a:pt x="256" y="1204"/>
                </a:lnTo>
                <a:lnTo>
                  <a:pt x="256" y="1203"/>
                </a:lnTo>
                <a:lnTo>
                  <a:pt x="255" y="1203"/>
                </a:lnTo>
                <a:lnTo>
                  <a:pt x="255" y="1202"/>
                </a:lnTo>
                <a:lnTo>
                  <a:pt x="254" y="1202"/>
                </a:lnTo>
                <a:lnTo>
                  <a:pt x="255" y="1202"/>
                </a:lnTo>
                <a:lnTo>
                  <a:pt x="254" y="1202"/>
                </a:lnTo>
                <a:lnTo>
                  <a:pt x="254" y="1201"/>
                </a:lnTo>
                <a:lnTo>
                  <a:pt x="253" y="1200"/>
                </a:lnTo>
                <a:lnTo>
                  <a:pt x="252" y="1200"/>
                </a:lnTo>
                <a:lnTo>
                  <a:pt x="252" y="1199"/>
                </a:lnTo>
                <a:lnTo>
                  <a:pt x="251" y="1199"/>
                </a:lnTo>
                <a:lnTo>
                  <a:pt x="250" y="1199"/>
                </a:lnTo>
                <a:lnTo>
                  <a:pt x="249" y="1199"/>
                </a:lnTo>
                <a:lnTo>
                  <a:pt x="248" y="1199"/>
                </a:lnTo>
                <a:lnTo>
                  <a:pt x="247" y="1199"/>
                </a:lnTo>
                <a:lnTo>
                  <a:pt x="247" y="1200"/>
                </a:lnTo>
                <a:lnTo>
                  <a:pt x="246" y="1200"/>
                </a:lnTo>
                <a:lnTo>
                  <a:pt x="246" y="1199"/>
                </a:lnTo>
                <a:lnTo>
                  <a:pt x="246" y="1200"/>
                </a:lnTo>
                <a:lnTo>
                  <a:pt x="245" y="1200"/>
                </a:lnTo>
                <a:lnTo>
                  <a:pt x="246" y="1200"/>
                </a:lnTo>
                <a:lnTo>
                  <a:pt x="246" y="1199"/>
                </a:lnTo>
                <a:lnTo>
                  <a:pt x="246" y="1198"/>
                </a:lnTo>
                <a:lnTo>
                  <a:pt x="247" y="1198"/>
                </a:lnTo>
                <a:lnTo>
                  <a:pt x="248" y="1198"/>
                </a:lnTo>
                <a:lnTo>
                  <a:pt x="248" y="1197"/>
                </a:lnTo>
                <a:lnTo>
                  <a:pt x="249" y="1197"/>
                </a:lnTo>
                <a:lnTo>
                  <a:pt x="249" y="1196"/>
                </a:lnTo>
                <a:lnTo>
                  <a:pt x="249" y="1195"/>
                </a:lnTo>
                <a:lnTo>
                  <a:pt x="250" y="1195"/>
                </a:lnTo>
                <a:lnTo>
                  <a:pt x="250" y="1194"/>
                </a:lnTo>
                <a:lnTo>
                  <a:pt x="250" y="1195"/>
                </a:lnTo>
                <a:lnTo>
                  <a:pt x="251" y="1195"/>
                </a:lnTo>
                <a:lnTo>
                  <a:pt x="252" y="1195"/>
                </a:lnTo>
                <a:lnTo>
                  <a:pt x="252" y="1196"/>
                </a:lnTo>
                <a:lnTo>
                  <a:pt x="253" y="1196"/>
                </a:lnTo>
                <a:lnTo>
                  <a:pt x="253" y="1195"/>
                </a:lnTo>
                <a:lnTo>
                  <a:pt x="254" y="1195"/>
                </a:lnTo>
                <a:lnTo>
                  <a:pt x="253" y="1195"/>
                </a:lnTo>
                <a:lnTo>
                  <a:pt x="253" y="1194"/>
                </a:lnTo>
                <a:lnTo>
                  <a:pt x="254" y="1194"/>
                </a:lnTo>
                <a:lnTo>
                  <a:pt x="254" y="1193"/>
                </a:lnTo>
                <a:lnTo>
                  <a:pt x="254" y="1192"/>
                </a:lnTo>
                <a:lnTo>
                  <a:pt x="253" y="1192"/>
                </a:lnTo>
                <a:lnTo>
                  <a:pt x="253" y="1191"/>
                </a:lnTo>
                <a:lnTo>
                  <a:pt x="254" y="1191"/>
                </a:lnTo>
                <a:lnTo>
                  <a:pt x="254" y="1190"/>
                </a:lnTo>
                <a:lnTo>
                  <a:pt x="253" y="1189"/>
                </a:lnTo>
                <a:lnTo>
                  <a:pt x="253" y="1188"/>
                </a:lnTo>
                <a:lnTo>
                  <a:pt x="253" y="1187"/>
                </a:lnTo>
                <a:lnTo>
                  <a:pt x="252" y="1187"/>
                </a:lnTo>
                <a:lnTo>
                  <a:pt x="252" y="1186"/>
                </a:lnTo>
                <a:lnTo>
                  <a:pt x="253" y="1186"/>
                </a:lnTo>
                <a:lnTo>
                  <a:pt x="253" y="1185"/>
                </a:lnTo>
                <a:lnTo>
                  <a:pt x="253" y="1184"/>
                </a:lnTo>
                <a:lnTo>
                  <a:pt x="254" y="1184"/>
                </a:lnTo>
                <a:lnTo>
                  <a:pt x="254" y="1183"/>
                </a:lnTo>
                <a:lnTo>
                  <a:pt x="254" y="1182"/>
                </a:lnTo>
                <a:lnTo>
                  <a:pt x="254" y="1181"/>
                </a:lnTo>
                <a:lnTo>
                  <a:pt x="253" y="1181"/>
                </a:lnTo>
                <a:lnTo>
                  <a:pt x="253" y="1180"/>
                </a:lnTo>
                <a:lnTo>
                  <a:pt x="253" y="1179"/>
                </a:lnTo>
                <a:lnTo>
                  <a:pt x="252" y="1179"/>
                </a:lnTo>
                <a:lnTo>
                  <a:pt x="252" y="1178"/>
                </a:lnTo>
                <a:lnTo>
                  <a:pt x="251" y="1178"/>
                </a:lnTo>
                <a:lnTo>
                  <a:pt x="251" y="1177"/>
                </a:lnTo>
                <a:lnTo>
                  <a:pt x="251" y="1176"/>
                </a:lnTo>
                <a:lnTo>
                  <a:pt x="250" y="1176"/>
                </a:lnTo>
                <a:lnTo>
                  <a:pt x="250" y="1175"/>
                </a:lnTo>
                <a:lnTo>
                  <a:pt x="250" y="1174"/>
                </a:lnTo>
                <a:lnTo>
                  <a:pt x="250" y="1173"/>
                </a:lnTo>
                <a:lnTo>
                  <a:pt x="250" y="1172"/>
                </a:lnTo>
                <a:lnTo>
                  <a:pt x="249" y="1172"/>
                </a:lnTo>
                <a:lnTo>
                  <a:pt x="249" y="1171"/>
                </a:lnTo>
                <a:lnTo>
                  <a:pt x="248" y="1171"/>
                </a:lnTo>
                <a:lnTo>
                  <a:pt x="248" y="1170"/>
                </a:lnTo>
                <a:lnTo>
                  <a:pt x="248" y="1169"/>
                </a:lnTo>
                <a:lnTo>
                  <a:pt x="247" y="1169"/>
                </a:lnTo>
                <a:lnTo>
                  <a:pt x="247" y="1168"/>
                </a:lnTo>
                <a:lnTo>
                  <a:pt x="246" y="1168"/>
                </a:lnTo>
                <a:lnTo>
                  <a:pt x="245" y="1168"/>
                </a:lnTo>
                <a:lnTo>
                  <a:pt x="244" y="1168"/>
                </a:lnTo>
                <a:lnTo>
                  <a:pt x="243" y="1168"/>
                </a:lnTo>
                <a:lnTo>
                  <a:pt x="242" y="1168"/>
                </a:lnTo>
                <a:lnTo>
                  <a:pt x="241" y="1168"/>
                </a:lnTo>
                <a:lnTo>
                  <a:pt x="241" y="1169"/>
                </a:lnTo>
                <a:lnTo>
                  <a:pt x="242" y="1169"/>
                </a:lnTo>
                <a:lnTo>
                  <a:pt x="241" y="1169"/>
                </a:lnTo>
                <a:lnTo>
                  <a:pt x="240" y="1169"/>
                </a:lnTo>
                <a:lnTo>
                  <a:pt x="239" y="1169"/>
                </a:lnTo>
                <a:lnTo>
                  <a:pt x="238" y="1169"/>
                </a:lnTo>
                <a:lnTo>
                  <a:pt x="237" y="1169"/>
                </a:lnTo>
                <a:lnTo>
                  <a:pt x="237" y="1168"/>
                </a:lnTo>
                <a:lnTo>
                  <a:pt x="238" y="1168"/>
                </a:lnTo>
                <a:lnTo>
                  <a:pt x="237" y="1168"/>
                </a:lnTo>
                <a:lnTo>
                  <a:pt x="236" y="1168"/>
                </a:lnTo>
                <a:lnTo>
                  <a:pt x="236" y="1167"/>
                </a:lnTo>
                <a:lnTo>
                  <a:pt x="236" y="1166"/>
                </a:lnTo>
                <a:lnTo>
                  <a:pt x="236" y="1165"/>
                </a:lnTo>
                <a:lnTo>
                  <a:pt x="236" y="1164"/>
                </a:lnTo>
                <a:lnTo>
                  <a:pt x="236" y="1163"/>
                </a:lnTo>
                <a:lnTo>
                  <a:pt x="235" y="1163"/>
                </a:lnTo>
                <a:lnTo>
                  <a:pt x="235" y="1162"/>
                </a:lnTo>
                <a:lnTo>
                  <a:pt x="235" y="1161"/>
                </a:lnTo>
                <a:lnTo>
                  <a:pt x="234" y="1161"/>
                </a:lnTo>
                <a:lnTo>
                  <a:pt x="234" y="1160"/>
                </a:lnTo>
                <a:lnTo>
                  <a:pt x="235" y="1160"/>
                </a:lnTo>
                <a:lnTo>
                  <a:pt x="235" y="1159"/>
                </a:lnTo>
                <a:lnTo>
                  <a:pt x="234" y="1159"/>
                </a:lnTo>
                <a:lnTo>
                  <a:pt x="234" y="1158"/>
                </a:lnTo>
                <a:lnTo>
                  <a:pt x="234" y="1157"/>
                </a:lnTo>
                <a:lnTo>
                  <a:pt x="234" y="1156"/>
                </a:lnTo>
                <a:lnTo>
                  <a:pt x="235" y="1156"/>
                </a:lnTo>
                <a:lnTo>
                  <a:pt x="235" y="1155"/>
                </a:lnTo>
                <a:lnTo>
                  <a:pt x="236" y="1154"/>
                </a:lnTo>
                <a:lnTo>
                  <a:pt x="237" y="1154"/>
                </a:lnTo>
                <a:lnTo>
                  <a:pt x="237" y="1153"/>
                </a:lnTo>
                <a:lnTo>
                  <a:pt x="238" y="1153"/>
                </a:lnTo>
                <a:lnTo>
                  <a:pt x="239" y="1153"/>
                </a:lnTo>
                <a:lnTo>
                  <a:pt x="239" y="1152"/>
                </a:lnTo>
                <a:lnTo>
                  <a:pt x="240" y="1152"/>
                </a:lnTo>
                <a:lnTo>
                  <a:pt x="240" y="1151"/>
                </a:lnTo>
                <a:lnTo>
                  <a:pt x="241" y="1151"/>
                </a:lnTo>
                <a:lnTo>
                  <a:pt x="241" y="1150"/>
                </a:lnTo>
                <a:lnTo>
                  <a:pt x="241" y="1149"/>
                </a:lnTo>
                <a:lnTo>
                  <a:pt x="242" y="1149"/>
                </a:lnTo>
                <a:lnTo>
                  <a:pt x="243" y="1149"/>
                </a:lnTo>
                <a:lnTo>
                  <a:pt x="244" y="1149"/>
                </a:lnTo>
                <a:lnTo>
                  <a:pt x="245" y="1149"/>
                </a:lnTo>
                <a:lnTo>
                  <a:pt x="245" y="1148"/>
                </a:lnTo>
                <a:lnTo>
                  <a:pt x="246" y="1148"/>
                </a:lnTo>
                <a:lnTo>
                  <a:pt x="246" y="1147"/>
                </a:lnTo>
                <a:lnTo>
                  <a:pt x="247" y="1147"/>
                </a:lnTo>
                <a:lnTo>
                  <a:pt x="248" y="1147"/>
                </a:lnTo>
                <a:lnTo>
                  <a:pt x="249" y="1147"/>
                </a:lnTo>
                <a:lnTo>
                  <a:pt x="249" y="1146"/>
                </a:lnTo>
                <a:lnTo>
                  <a:pt x="250" y="1146"/>
                </a:lnTo>
                <a:lnTo>
                  <a:pt x="250" y="1145"/>
                </a:lnTo>
                <a:lnTo>
                  <a:pt x="251" y="1145"/>
                </a:lnTo>
                <a:lnTo>
                  <a:pt x="251" y="1144"/>
                </a:lnTo>
                <a:lnTo>
                  <a:pt x="251" y="1143"/>
                </a:lnTo>
                <a:lnTo>
                  <a:pt x="251" y="1142"/>
                </a:lnTo>
                <a:lnTo>
                  <a:pt x="251" y="1141"/>
                </a:lnTo>
                <a:lnTo>
                  <a:pt x="250" y="1141"/>
                </a:lnTo>
                <a:lnTo>
                  <a:pt x="249" y="1140"/>
                </a:lnTo>
                <a:lnTo>
                  <a:pt x="248" y="1140"/>
                </a:lnTo>
                <a:lnTo>
                  <a:pt x="247" y="1140"/>
                </a:lnTo>
                <a:lnTo>
                  <a:pt x="246" y="1139"/>
                </a:lnTo>
                <a:lnTo>
                  <a:pt x="246" y="1138"/>
                </a:lnTo>
                <a:lnTo>
                  <a:pt x="245" y="1138"/>
                </a:lnTo>
                <a:lnTo>
                  <a:pt x="244" y="1138"/>
                </a:lnTo>
                <a:lnTo>
                  <a:pt x="244" y="1137"/>
                </a:lnTo>
                <a:lnTo>
                  <a:pt x="244" y="1136"/>
                </a:lnTo>
                <a:lnTo>
                  <a:pt x="243" y="1136"/>
                </a:lnTo>
                <a:lnTo>
                  <a:pt x="244" y="1136"/>
                </a:lnTo>
                <a:lnTo>
                  <a:pt x="244" y="1135"/>
                </a:lnTo>
                <a:lnTo>
                  <a:pt x="244" y="1134"/>
                </a:lnTo>
                <a:lnTo>
                  <a:pt x="243" y="1134"/>
                </a:lnTo>
                <a:lnTo>
                  <a:pt x="243" y="1133"/>
                </a:lnTo>
                <a:lnTo>
                  <a:pt x="243" y="1132"/>
                </a:lnTo>
                <a:lnTo>
                  <a:pt x="243" y="1131"/>
                </a:lnTo>
                <a:lnTo>
                  <a:pt x="242" y="1131"/>
                </a:lnTo>
                <a:lnTo>
                  <a:pt x="242" y="1130"/>
                </a:lnTo>
                <a:lnTo>
                  <a:pt x="242" y="1129"/>
                </a:lnTo>
                <a:lnTo>
                  <a:pt x="243" y="1129"/>
                </a:lnTo>
                <a:lnTo>
                  <a:pt x="243" y="1128"/>
                </a:lnTo>
                <a:lnTo>
                  <a:pt x="242" y="1128"/>
                </a:lnTo>
                <a:lnTo>
                  <a:pt x="243" y="1128"/>
                </a:lnTo>
                <a:lnTo>
                  <a:pt x="242" y="1127"/>
                </a:lnTo>
                <a:lnTo>
                  <a:pt x="242" y="1126"/>
                </a:lnTo>
                <a:lnTo>
                  <a:pt x="241" y="1126"/>
                </a:lnTo>
                <a:lnTo>
                  <a:pt x="241" y="1125"/>
                </a:lnTo>
                <a:lnTo>
                  <a:pt x="241" y="1126"/>
                </a:lnTo>
                <a:lnTo>
                  <a:pt x="240" y="1126"/>
                </a:lnTo>
                <a:lnTo>
                  <a:pt x="239" y="1125"/>
                </a:lnTo>
                <a:lnTo>
                  <a:pt x="239" y="1123"/>
                </a:lnTo>
                <a:lnTo>
                  <a:pt x="239" y="1122"/>
                </a:lnTo>
                <a:lnTo>
                  <a:pt x="239" y="1121"/>
                </a:lnTo>
                <a:lnTo>
                  <a:pt x="240" y="1120"/>
                </a:lnTo>
                <a:lnTo>
                  <a:pt x="241" y="1119"/>
                </a:lnTo>
                <a:lnTo>
                  <a:pt x="241" y="1118"/>
                </a:lnTo>
                <a:lnTo>
                  <a:pt x="240" y="1117"/>
                </a:lnTo>
                <a:lnTo>
                  <a:pt x="240" y="1116"/>
                </a:lnTo>
                <a:lnTo>
                  <a:pt x="240" y="1115"/>
                </a:lnTo>
                <a:lnTo>
                  <a:pt x="239" y="1115"/>
                </a:lnTo>
                <a:lnTo>
                  <a:pt x="239" y="1114"/>
                </a:lnTo>
                <a:lnTo>
                  <a:pt x="239" y="1113"/>
                </a:lnTo>
                <a:lnTo>
                  <a:pt x="238" y="1113"/>
                </a:lnTo>
                <a:lnTo>
                  <a:pt x="238" y="1112"/>
                </a:lnTo>
                <a:lnTo>
                  <a:pt x="237" y="1112"/>
                </a:lnTo>
                <a:lnTo>
                  <a:pt x="237" y="1111"/>
                </a:lnTo>
                <a:lnTo>
                  <a:pt x="237" y="1110"/>
                </a:lnTo>
                <a:lnTo>
                  <a:pt x="238" y="1110"/>
                </a:lnTo>
                <a:lnTo>
                  <a:pt x="237" y="1110"/>
                </a:lnTo>
                <a:lnTo>
                  <a:pt x="237" y="1109"/>
                </a:lnTo>
                <a:lnTo>
                  <a:pt x="236" y="1109"/>
                </a:lnTo>
                <a:lnTo>
                  <a:pt x="236" y="1108"/>
                </a:lnTo>
                <a:lnTo>
                  <a:pt x="235" y="1108"/>
                </a:lnTo>
                <a:lnTo>
                  <a:pt x="235" y="1107"/>
                </a:lnTo>
                <a:lnTo>
                  <a:pt x="234" y="1107"/>
                </a:lnTo>
                <a:lnTo>
                  <a:pt x="233" y="1107"/>
                </a:lnTo>
                <a:lnTo>
                  <a:pt x="232" y="1107"/>
                </a:lnTo>
                <a:lnTo>
                  <a:pt x="232" y="1108"/>
                </a:lnTo>
                <a:lnTo>
                  <a:pt x="231" y="1108"/>
                </a:lnTo>
                <a:lnTo>
                  <a:pt x="230" y="1108"/>
                </a:lnTo>
                <a:lnTo>
                  <a:pt x="229" y="1108"/>
                </a:lnTo>
                <a:lnTo>
                  <a:pt x="228" y="1108"/>
                </a:lnTo>
                <a:lnTo>
                  <a:pt x="227" y="1108"/>
                </a:lnTo>
                <a:lnTo>
                  <a:pt x="227" y="1107"/>
                </a:lnTo>
                <a:lnTo>
                  <a:pt x="226" y="1106"/>
                </a:lnTo>
                <a:lnTo>
                  <a:pt x="225" y="1106"/>
                </a:lnTo>
                <a:lnTo>
                  <a:pt x="225" y="1105"/>
                </a:lnTo>
                <a:lnTo>
                  <a:pt x="223" y="1105"/>
                </a:lnTo>
                <a:lnTo>
                  <a:pt x="222" y="1105"/>
                </a:lnTo>
                <a:lnTo>
                  <a:pt x="222" y="1104"/>
                </a:lnTo>
                <a:lnTo>
                  <a:pt x="221" y="1104"/>
                </a:lnTo>
                <a:lnTo>
                  <a:pt x="221" y="1105"/>
                </a:lnTo>
                <a:lnTo>
                  <a:pt x="220" y="1105"/>
                </a:lnTo>
                <a:lnTo>
                  <a:pt x="219" y="1105"/>
                </a:lnTo>
                <a:lnTo>
                  <a:pt x="218" y="1105"/>
                </a:lnTo>
                <a:lnTo>
                  <a:pt x="217" y="1105"/>
                </a:lnTo>
                <a:lnTo>
                  <a:pt x="217" y="1104"/>
                </a:lnTo>
                <a:lnTo>
                  <a:pt x="216" y="1104"/>
                </a:lnTo>
                <a:lnTo>
                  <a:pt x="216" y="1103"/>
                </a:lnTo>
                <a:lnTo>
                  <a:pt x="216" y="1102"/>
                </a:lnTo>
                <a:lnTo>
                  <a:pt x="215" y="1102"/>
                </a:lnTo>
                <a:lnTo>
                  <a:pt x="215" y="1101"/>
                </a:lnTo>
                <a:lnTo>
                  <a:pt x="215" y="1102"/>
                </a:lnTo>
                <a:lnTo>
                  <a:pt x="215" y="1101"/>
                </a:lnTo>
                <a:lnTo>
                  <a:pt x="214" y="1101"/>
                </a:lnTo>
                <a:lnTo>
                  <a:pt x="213" y="1101"/>
                </a:lnTo>
                <a:lnTo>
                  <a:pt x="213" y="1100"/>
                </a:lnTo>
                <a:lnTo>
                  <a:pt x="214" y="1100"/>
                </a:lnTo>
                <a:lnTo>
                  <a:pt x="214" y="1099"/>
                </a:lnTo>
                <a:lnTo>
                  <a:pt x="215" y="1099"/>
                </a:lnTo>
                <a:lnTo>
                  <a:pt x="215" y="1100"/>
                </a:lnTo>
                <a:lnTo>
                  <a:pt x="216" y="1100"/>
                </a:lnTo>
                <a:lnTo>
                  <a:pt x="216" y="1099"/>
                </a:lnTo>
                <a:lnTo>
                  <a:pt x="217" y="1099"/>
                </a:lnTo>
                <a:lnTo>
                  <a:pt x="217" y="1098"/>
                </a:lnTo>
                <a:lnTo>
                  <a:pt x="218" y="1098"/>
                </a:lnTo>
                <a:lnTo>
                  <a:pt x="218" y="1097"/>
                </a:lnTo>
                <a:lnTo>
                  <a:pt x="218" y="1096"/>
                </a:lnTo>
                <a:lnTo>
                  <a:pt x="219" y="1096"/>
                </a:lnTo>
                <a:lnTo>
                  <a:pt x="219" y="1095"/>
                </a:lnTo>
                <a:lnTo>
                  <a:pt x="219" y="1094"/>
                </a:lnTo>
                <a:lnTo>
                  <a:pt x="219" y="1093"/>
                </a:lnTo>
                <a:lnTo>
                  <a:pt x="218" y="1093"/>
                </a:lnTo>
                <a:lnTo>
                  <a:pt x="217" y="1093"/>
                </a:lnTo>
                <a:lnTo>
                  <a:pt x="217" y="1092"/>
                </a:lnTo>
                <a:lnTo>
                  <a:pt x="217" y="1091"/>
                </a:lnTo>
                <a:lnTo>
                  <a:pt x="218" y="1091"/>
                </a:lnTo>
                <a:lnTo>
                  <a:pt x="218" y="1090"/>
                </a:lnTo>
                <a:lnTo>
                  <a:pt x="218" y="1089"/>
                </a:lnTo>
                <a:lnTo>
                  <a:pt x="219" y="1089"/>
                </a:lnTo>
                <a:lnTo>
                  <a:pt x="218" y="1089"/>
                </a:lnTo>
                <a:lnTo>
                  <a:pt x="218" y="1088"/>
                </a:lnTo>
                <a:lnTo>
                  <a:pt x="219" y="1088"/>
                </a:lnTo>
                <a:lnTo>
                  <a:pt x="218" y="1088"/>
                </a:lnTo>
                <a:lnTo>
                  <a:pt x="218" y="1087"/>
                </a:lnTo>
                <a:lnTo>
                  <a:pt x="218" y="1085"/>
                </a:lnTo>
                <a:lnTo>
                  <a:pt x="218" y="1084"/>
                </a:lnTo>
                <a:lnTo>
                  <a:pt x="217" y="1084"/>
                </a:lnTo>
                <a:lnTo>
                  <a:pt x="216" y="1084"/>
                </a:lnTo>
                <a:lnTo>
                  <a:pt x="216" y="1083"/>
                </a:lnTo>
                <a:lnTo>
                  <a:pt x="217" y="1083"/>
                </a:lnTo>
                <a:lnTo>
                  <a:pt x="217" y="1082"/>
                </a:lnTo>
                <a:lnTo>
                  <a:pt x="217" y="1081"/>
                </a:lnTo>
                <a:lnTo>
                  <a:pt x="216" y="1081"/>
                </a:lnTo>
                <a:lnTo>
                  <a:pt x="216" y="1080"/>
                </a:lnTo>
                <a:lnTo>
                  <a:pt x="216" y="1081"/>
                </a:lnTo>
                <a:lnTo>
                  <a:pt x="216" y="1080"/>
                </a:lnTo>
                <a:lnTo>
                  <a:pt x="216" y="1079"/>
                </a:lnTo>
                <a:lnTo>
                  <a:pt x="216" y="1078"/>
                </a:lnTo>
                <a:lnTo>
                  <a:pt x="217" y="1078"/>
                </a:lnTo>
                <a:lnTo>
                  <a:pt x="217" y="1077"/>
                </a:lnTo>
                <a:lnTo>
                  <a:pt x="218" y="1077"/>
                </a:lnTo>
                <a:lnTo>
                  <a:pt x="218" y="1076"/>
                </a:lnTo>
                <a:lnTo>
                  <a:pt x="218" y="1075"/>
                </a:lnTo>
                <a:lnTo>
                  <a:pt x="219" y="1075"/>
                </a:lnTo>
                <a:lnTo>
                  <a:pt x="220" y="1075"/>
                </a:lnTo>
                <a:lnTo>
                  <a:pt x="221" y="1075"/>
                </a:lnTo>
                <a:lnTo>
                  <a:pt x="221" y="1074"/>
                </a:lnTo>
                <a:lnTo>
                  <a:pt x="220" y="1074"/>
                </a:lnTo>
                <a:lnTo>
                  <a:pt x="220" y="1073"/>
                </a:lnTo>
                <a:lnTo>
                  <a:pt x="219" y="1073"/>
                </a:lnTo>
                <a:lnTo>
                  <a:pt x="220" y="1073"/>
                </a:lnTo>
                <a:lnTo>
                  <a:pt x="220" y="1072"/>
                </a:lnTo>
                <a:lnTo>
                  <a:pt x="219" y="1072"/>
                </a:lnTo>
                <a:lnTo>
                  <a:pt x="220" y="1072"/>
                </a:lnTo>
                <a:lnTo>
                  <a:pt x="220" y="1071"/>
                </a:lnTo>
                <a:lnTo>
                  <a:pt x="219" y="1071"/>
                </a:lnTo>
                <a:lnTo>
                  <a:pt x="218" y="1071"/>
                </a:lnTo>
                <a:lnTo>
                  <a:pt x="217" y="1071"/>
                </a:lnTo>
                <a:lnTo>
                  <a:pt x="216" y="1071"/>
                </a:lnTo>
                <a:lnTo>
                  <a:pt x="215" y="1071"/>
                </a:lnTo>
                <a:lnTo>
                  <a:pt x="215" y="1070"/>
                </a:lnTo>
                <a:lnTo>
                  <a:pt x="216" y="1070"/>
                </a:lnTo>
                <a:lnTo>
                  <a:pt x="215" y="1070"/>
                </a:lnTo>
                <a:lnTo>
                  <a:pt x="215" y="1069"/>
                </a:lnTo>
                <a:lnTo>
                  <a:pt x="216" y="1069"/>
                </a:lnTo>
                <a:lnTo>
                  <a:pt x="216" y="1068"/>
                </a:lnTo>
                <a:lnTo>
                  <a:pt x="217" y="1068"/>
                </a:lnTo>
                <a:lnTo>
                  <a:pt x="218" y="1068"/>
                </a:lnTo>
                <a:lnTo>
                  <a:pt x="218" y="1067"/>
                </a:lnTo>
                <a:lnTo>
                  <a:pt x="218" y="1066"/>
                </a:lnTo>
                <a:lnTo>
                  <a:pt x="219" y="1066"/>
                </a:lnTo>
                <a:lnTo>
                  <a:pt x="220" y="1066"/>
                </a:lnTo>
                <a:lnTo>
                  <a:pt x="220" y="1065"/>
                </a:lnTo>
                <a:lnTo>
                  <a:pt x="221" y="1065"/>
                </a:lnTo>
                <a:lnTo>
                  <a:pt x="222" y="1065"/>
                </a:lnTo>
                <a:lnTo>
                  <a:pt x="222" y="1066"/>
                </a:lnTo>
                <a:lnTo>
                  <a:pt x="222" y="1067"/>
                </a:lnTo>
                <a:lnTo>
                  <a:pt x="223" y="1067"/>
                </a:lnTo>
                <a:lnTo>
                  <a:pt x="224" y="1067"/>
                </a:lnTo>
                <a:lnTo>
                  <a:pt x="224" y="1068"/>
                </a:lnTo>
                <a:lnTo>
                  <a:pt x="225" y="1068"/>
                </a:lnTo>
                <a:lnTo>
                  <a:pt x="225" y="1069"/>
                </a:lnTo>
                <a:lnTo>
                  <a:pt x="225" y="1068"/>
                </a:lnTo>
                <a:lnTo>
                  <a:pt x="226" y="1068"/>
                </a:lnTo>
                <a:lnTo>
                  <a:pt x="227" y="1068"/>
                </a:lnTo>
                <a:lnTo>
                  <a:pt x="227" y="1067"/>
                </a:lnTo>
                <a:lnTo>
                  <a:pt x="228" y="1067"/>
                </a:lnTo>
                <a:lnTo>
                  <a:pt x="228" y="1066"/>
                </a:lnTo>
                <a:lnTo>
                  <a:pt x="229" y="1066"/>
                </a:lnTo>
                <a:lnTo>
                  <a:pt x="230" y="1066"/>
                </a:lnTo>
                <a:lnTo>
                  <a:pt x="230" y="1065"/>
                </a:lnTo>
                <a:lnTo>
                  <a:pt x="231" y="1065"/>
                </a:lnTo>
                <a:lnTo>
                  <a:pt x="231" y="1064"/>
                </a:lnTo>
                <a:lnTo>
                  <a:pt x="231" y="1063"/>
                </a:lnTo>
                <a:lnTo>
                  <a:pt x="232" y="1063"/>
                </a:lnTo>
                <a:lnTo>
                  <a:pt x="233" y="1063"/>
                </a:lnTo>
                <a:lnTo>
                  <a:pt x="233" y="1062"/>
                </a:lnTo>
                <a:lnTo>
                  <a:pt x="232" y="1062"/>
                </a:lnTo>
                <a:lnTo>
                  <a:pt x="232" y="1061"/>
                </a:lnTo>
                <a:lnTo>
                  <a:pt x="233" y="1061"/>
                </a:lnTo>
                <a:lnTo>
                  <a:pt x="232" y="1061"/>
                </a:lnTo>
                <a:lnTo>
                  <a:pt x="232" y="1060"/>
                </a:lnTo>
                <a:lnTo>
                  <a:pt x="233" y="1060"/>
                </a:lnTo>
                <a:lnTo>
                  <a:pt x="233" y="1059"/>
                </a:lnTo>
                <a:lnTo>
                  <a:pt x="234" y="1059"/>
                </a:lnTo>
                <a:lnTo>
                  <a:pt x="234" y="1058"/>
                </a:lnTo>
                <a:lnTo>
                  <a:pt x="234" y="1057"/>
                </a:lnTo>
                <a:lnTo>
                  <a:pt x="235" y="1057"/>
                </a:lnTo>
                <a:lnTo>
                  <a:pt x="235" y="1058"/>
                </a:lnTo>
                <a:lnTo>
                  <a:pt x="236" y="1058"/>
                </a:lnTo>
                <a:lnTo>
                  <a:pt x="237" y="1058"/>
                </a:lnTo>
                <a:lnTo>
                  <a:pt x="238" y="1058"/>
                </a:lnTo>
                <a:lnTo>
                  <a:pt x="239" y="1058"/>
                </a:lnTo>
                <a:lnTo>
                  <a:pt x="240" y="1058"/>
                </a:lnTo>
                <a:lnTo>
                  <a:pt x="241" y="1058"/>
                </a:lnTo>
                <a:lnTo>
                  <a:pt x="240" y="1058"/>
                </a:lnTo>
                <a:lnTo>
                  <a:pt x="241" y="1058"/>
                </a:lnTo>
                <a:lnTo>
                  <a:pt x="241" y="1057"/>
                </a:lnTo>
                <a:lnTo>
                  <a:pt x="241" y="1056"/>
                </a:lnTo>
                <a:lnTo>
                  <a:pt x="242" y="1056"/>
                </a:lnTo>
                <a:lnTo>
                  <a:pt x="242" y="1055"/>
                </a:lnTo>
                <a:lnTo>
                  <a:pt x="243" y="1055"/>
                </a:lnTo>
                <a:lnTo>
                  <a:pt x="243" y="1054"/>
                </a:lnTo>
                <a:lnTo>
                  <a:pt x="244" y="1054"/>
                </a:lnTo>
                <a:lnTo>
                  <a:pt x="245" y="1054"/>
                </a:lnTo>
                <a:lnTo>
                  <a:pt x="246" y="1054"/>
                </a:lnTo>
                <a:lnTo>
                  <a:pt x="246" y="1053"/>
                </a:lnTo>
                <a:lnTo>
                  <a:pt x="247" y="1053"/>
                </a:lnTo>
                <a:lnTo>
                  <a:pt x="248" y="1053"/>
                </a:lnTo>
                <a:lnTo>
                  <a:pt x="249" y="1053"/>
                </a:lnTo>
                <a:lnTo>
                  <a:pt x="249" y="1052"/>
                </a:lnTo>
                <a:lnTo>
                  <a:pt x="250" y="1052"/>
                </a:lnTo>
                <a:lnTo>
                  <a:pt x="250" y="1051"/>
                </a:lnTo>
                <a:lnTo>
                  <a:pt x="251" y="1051"/>
                </a:lnTo>
                <a:lnTo>
                  <a:pt x="251" y="1050"/>
                </a:lnTo>
                <a:lnTo>
                  <a:pt x="252" y="1050"/>
                </a:lnTo>
                <a:lnTo>
                  <a:pt x="253" y="1050"/>
                </a:lnTo>
                <a:lnTo>
                  <a:pt x="253" y="1049"/>
                </a:lnTo>
                <a:lnTo>
                  <a:pt x="253" y="1048"/>
                </a:lnTo>
                <a:lnTo>
                  <a:pt x="253" y="1047"/>
                </a:lnTo>
                <a:lnTo>
                  <a:pt x="253" y="1046"/>
                </a:lnTo>
                <a:lnTo>
                  <a:pt x="254" y="1046"/>
                </a:lnTo>
                <a:lnTo>
                  <a:pt x="255" y="1046"/>
                </a:lnTo>
                <a:lnTo>
                  <a:pt x="256" y="1046"/>
                </a:lnTo>
                <a:lnTo>
                  <a:pt x="256" y="1045"/>
                </a:lnTo>
                <a:lnTo>
                  <a:pt x="257" y="1045"/>
                </a:lnTo>
                <a:lnTo>
                  <a:pt x="257" y="1044"/>
                </a:lnTo>
                <a:lnTo>
                  <a:pt x="257" y="1045"/>
                </a:lnTo>
                <a:lnTo>
                  <a:pt x="257" y="1044"/>
                </a:lnTo>
                <a:lnTo>
                  <a:pt x="258" y="1044"/>
                </a:lnTo>
                <a:lnTo>
                  <a:pt x="258" y="1043"/>
                </a:lnTo>
                <a:lnTo>
                  <a:pt x="259" y="1043"/>
                </a:lnTo>
                <a:lnTo>
                  <a:pt x="259" y="1042"/>
                </a:lnTo>
                <a:lnTo>
                  <a:pt x="259" y="1041"/>
                </a:lnTo>
                <a:lnTo>
                  <a:pt x="258" y="1040"/>
                </a:lnTo>
                <a:lnTo>
                  <a:pt x="257" y="1040"/>
                </a:lnTo>
                <a:lnTo>
                  <a:pt x="258" y="1040"/>
                </a:lnTo>
                <a:lnTo>
                  <a:pt x="258" y="1039"/>
                </a:lnTo>
                <a:lnTo>
                  <a:pt x="258" y="1038"/>
                </a:lnTo>
                <a:lnTo>
                  <a:pt x="257" y="1038"/>
                </a:lnTo>
                <a:lnTo>
                  <a:pt x="257" y="1037"/>
                </a:lnTo>
                <a:lnTo>
                  <a:pt x="258" y="1037"/>
                </a:lnTo>
                <a:lnTo>
                  <a:pt x="257" y="1037"/>
                </a:lnTo>
                <a:lnTo>
                  <a:pt x="257" y="1036"/>
                </a:lnTo>
                <a:lnTo>
                  <a:pt x="257" y="1035"/>
                </a:lnTo>
                <a:lnTo>
                  <a:pt x="257" y="1034"/>
                </a:lnTo>
                <a:lnTo>
                  <a:pt x="256" y="1034"/>
                </a:lnTo>
                <a:lnTo>
                  <a:pt x="256" y="1033"/>
                </a:lnTo>
                <a:lnTo>
                  <a:pt x="255" y="1033"/>
                </a:lnTo>
                <a:lnTo>
                  <a:pt x="255" y="1034"/>
                </a:lnTo>
                <a:lnTo>
                  <a:pt x="254" y="1034"/>
                </a:lnTo>
                <a:lnTo>
                  <a:pt x="254" y="1035"/>
                </a:lnTo>
                <a:lnTo>
                  <a:pt x="253" y="1035"/>
                </a:lnTo>
                <a:lnTo>
                  <a:pt x="253" y="1036"/>
                </a:lnTo>
                <a:lnTo>
                  <a:pt x="252" y="1036"/>
                </a:lnTo>
                <a:lnTo>
                  <a:pt x="251" y="1037"/>
                </a:lnTo>
                <a:lnTo>
                  <a:pt x="250" y="1037"/>
                </a:lnTo>
                <a:lnTo>
                  <a:pt x="249" y="1037"/>
                </a:lnTo>
                <a:lnTo>
                  <a:pt x="248" y="1037"/>
                </a:lnTo>
                <a:lnTo>
                  <a:pt x="247" y="1037"/>
                </a:lnTo>
                <a:lnTo>
                  <a:pt x="246" y="1037"/>
                </a:lnTo>
                <a:lnTo>
                  <a:pt x="246" y="1036"/>
                </a:lnTo>
                <a:lnTo>
                  <a:pt x="245" y="1036"/>
                </a:lnTo>
                <a:lnTo>
                  <a:pt x="244" y="1036"/>
                </a:lnTo>
                <a:lnTo>
                  <a:pt x="243" y="1036"/>
                </a:lnTo>
                <a:lnTo>
                  <a:pt x="242" y="1036"/>
                </a:lnTo>
                <a:lnTo>
                  <a:pt x="241" y="1036"/>
                </a:lnTo>
                <a:lnTo>
                  <a:pt x="240" y="1036"/>
                </a:lnTo>
                <a:lnTo>
                  <a:pt x="238" y="1036"/>
                </a:lnTo>
                <a:lnTo>
                  <a:pt x="236" y="1036"/>
                </a:lnTo>
                <a:lnTo>
                  <a:pt x="235" y="1036"/>
                </a:lnTo>
                <a:lnTo>
                  <a:pt x="235" y="1037"/>
                </a:lnTo>
                <a:lnTo>
                  <a:pt x="234" y="1037"/>
                </a:lnTo>
                <a:lnTo>
                  <a:pt x="233" y="1037"/>
                </a:lnTo>
                <a:lnTo>
                  <a:pt x="232" y="1037"/>
                </a:lnTo>
                <a:lnTo>
                  <a:pt x="231" y="1037"/>
                </a:lnTo>
                <a:lnTo>
                  <a:pt x="231" y="1036"/>
                </a:lnTo>
                <a:lnTo>
                  <a:pt x="230" y="1036"/>
                </a:lnTo>
                <a:lnTo>
                  <a:pt x="229" y="1037"/>
                </a:lnTo>
                <a:lnTo>
                  <a:pt x="228" y="1037"/>
                </a:lnTo>
                <a:lnTo>
                  <a:pt x="228" y="1036"/>
                </a:lnTo>
                <a:lnTo>
                  <a:pt x="227" y="1036"/>
                </a:lnTo>
                <a:lnTo>
                  <a:pt x="225" y="1036"/>
                </a:lnTo>
                <a:lnTo>
                  <a:pt x="224" y="1036"/>
                </a:lnTo>
                <a:lnTo>
                  <a:pt x="224" y="1037"/>
                </a:lnTo>
                <a:lnTo>
                  <a:pt x="223" y="1038"/>
                </a:lnTo>
                <a:lnTo>
                  <a:pt x="222" y="1039"/>
                </a:lnTo>
                <a:lnTo>
                  <a:pt x="222" y="1040"/>
                </a:lnTo>
                <a:lnTo>
                  <a:pt x="221" y="1040"/>
                </a:lnTo>
                <a:lnTo>
                  <a:pt x="220" y="1040"/>
                </a:lnTo>
                <a:lnTo>
                  <a:pt x="219" y="1041"/>
                </a:lnTo>
                <a:lnTo>
                  <a:pt x="218" y="1041"/>
                </a:lnTo>
                <a:lnTo>
                  <a:pt x="217" y="1041"/>
                </a:lnTo>
                <a:lnTo>
                  <a:pt x="216" y="1041"/>
                </a:lnTo>
                <a:lnTo>
                  <a:pt x="216" y="1040"/>
                </a:lnTo>
                <a:lnTo>
                  <a:pt x="215" y="1040"/>
                </a:lnTo>
                <a:lnTo>
                  <a:pt x="214" y="1040"/>
                </a:lnTo>
                <a:lnTo>
                  <a:pt x="213" y="1040"/>
                </a:lnTo>
                <a:lnTo>
                  <a:pt x="213" y="1039"/>
                </a:lnTo>
                <a:lnTo>
                  <a:pt x="212" y="1039"/>
                </a:lnTo>
                <a:lnTo>
                  <a:pt x="211" y="1040"/>
                </a:lnTo>
                <a:lnTo>
                  <a:pt x="210" y="1040"/>
                </a:lnTo>
                <a:lnTo>
                  <a:pt x="209" y="1040"/>
                </a:lnTo>
                <a:lnTo>
                  <a:pt x="209" y="1041"/>
                </a:lnTo>
                <a:lnTo>
                  <a:pt x="208" y="1041"/>
                </a:lnTo>
                <a:lnTo>
                  <a:pt x="207" y="1042"/>
                </a:lnTo>
                <a:lnTo>
                  <a:pt x="206" y="1043"/>
                </a:lnTo>
                <a:lnTo>
                  <a:pt x="205" y="1043"/>
                </a:lnTo>
                <a:lnTo>
                  <a:pt x="204" y="1043"/>
                </a:lnTo>
                <a:lnTo>
                  <a:pt x="203" y="1043"/>
                </a:lnTo>
                <a:lnTo>
                  <a:pt x="202" y="1043"/>
                </a:lnTo>
                <a:lnTo>
                  <a:pt x="202" y="1044"/>
                </a:lnTo>
                <a:lnTo>
                  <a:pt x="201" y="1044"/>
                </a:lnTo>
                <a:lnTo>
                  <a:pt x="201" y="1043"/>
                </a:lnTo>
                <a:lnTo>
                  <a:pt x="202" y="1043"/>
                </a:lnTo>
                <a:lnTo>
                  <a:pt x="201" y="1043"/>
                </a:lnTo>
                <a:lnTo>
                  <a:pt x="201" y="1042"/>
                </a:lnTo>
                <a:lnTo>
                  <a:pt x="201" y="1041"/>
                </a:lnTo>
                <a:lnTo>
                  <a:pt x="201" y="1042"/>
                </a:lnTo>
                <a:lnTo>
                  <a:pt x="201" y="1041"/>
                </a:lnTo>
                <a:lnTo>
                  <a:pt x="200" y="1041"/>
                </a:lnTo>
                <a:lnTo>
                  <a:pt x="199" y="1041"/>
                </a:lnTo>
                <a:lnTo>
                  <a:pt x="199" y="1040"/>
                </a:lnTo>
                <a:lnTo>
                  <a:pt x="198" y="1040"/>
                </a:lnTo>
                <a:lnTo>
                  <a:pt x="197" y="1040"/>
                </a:lnTo>
                <a:lnTo>
                  <a:pt x="197" y="1039"/>
                </a:lnTo>
                <a:lnTo>
                  <a:pt x="196" y="1039"/>
                </a:lnTo>
                <a:lnTo>
                  <a:pt x="196" y="1038"/>
                </a:lnTo>
                <a:lnTo>
                  <a:pt x="195" y="1038"/>
                </a:lnTo>
                <a:lnTo>
                  <a:pt x="195" y="1037"/>
                </a:lnTo>
                <a:lnTo>
                  <a:pt x="194" y="1037"/>
                </a:lnTo>
                <a:lnTo>
                  <a:pt x="195" y="1037"/>
                </a:lnTo>
                <a:lnTo>
                  <a:pt x="194" y="1037"/>
                </a:lnTo>
                <a:lnTo>
                  <a:pt x="194" y="1036"/>
                </a:lnTo>
                <a:lnTo>
                  <a:pt x="194" y="1034"/>
                </a:lnTo>
                <a:lnTo>
                  <a:pt x="193" y="1034"/>
                </a:lnTo>
                <a:lnTo>
                  <a:pt x="192" y="1034"/>
                </a:lnTo>
                <a:lnTo>
                  <a:pt x="191" y="1034"/>
                </a:lnTo>
                <a:lnTo>
                  <a:pt x="190" y="1034"/>
                </a:lnTo>
                <a:lnTo>
                  <a:pt x="189" y="1034"/>
                </a:lnTo>
                <a:lnTo>
                  <a:pt x="188" y="1034"/>
                </a:lnTo>
                <a:lnTo>
                  <a:pt x="187" y="1034"/>
                </a:lnTo>
                <a:lnTo>
                  <a:pt x="186" y="1034"/>
                </a:lnTo>
                <a:lnTo>
                  <a:pt x="185" y="1034"/>
                </a:lnTo>
                <a:lnTo>
                  <a:pt x="184" y="1034"/>
                </a:lnTo>
                <a:lnTo>
                  <a:pt x="183" y="1034"/>
                </a:lnTo>
                <a:lnTo>
                  <a:pt x="182" y="1034"/>
                </a:lnTo>
                <a:lnTo>
                  <a:pt x="181" y="1034"/>
                </a:lnTo>
                <a:lnTo>
                  <a:pt x="180" y="1034"/>
                </a:lnTo>
                <a:lnTo>
                  <a:pt x="179" y="1034"/>
                </a:lnTo>
                <a:lnTo>
                  <a:pt x="179" y="1033"/>
                </a:lnTo>
                <a:lnTo>
                  <a:pt x="178" y="1033"/>
                </a:lnTo>
                <a:lnTo>
                  <a:pt x="177" y="1033"/>
                </a:lnTo>
                <a:lnTo>
                  <a:pt x="175" y="1033"/>
                </a:lnTo>
                <a:lnTo>
                  <a:pt x="175" y="1034"/>
                </a:lnTo>
                <a:lnTo>
                  <a:pt x="175" y="1033"/>
                </a:lnTo>
                <a:lnTo>
                  <a:pt x="175" y="1034"/>
                </a:lnTo>
                <a:lnTo>
                  <a:pt x="174" y="1034"/>
                </a:lnTo>
                <a:lnTo>
                  <a:pt x="174" y="1033"/>
                </a:lnTo>
                <a:lnTo>
                  <a:pt x="174" y="1034"/>
                </a:lnTo>
                <a:lnTo>
                  <a:pt x="174" y="1033"/>
                </a:lnTo>
                <a:lnTo>
                  <a:pt x="173" y="1033"/>
                </a:lnTo>
                <a:lnTo>
                  <a:pt x="173" y="1034"/>
                </a:lnTo>
                <a:lnTo>
                  <a:pt x="172" y="1034"/>
                </a:lnTo>
                <a:lnTo>
                  <a:pt x="171" y="1034"/>
                </a:lnTo>
                <a:lnTo>
                  <a:pt x="169" y="1034"/>
                </a:lnTo>
                <a:lnTo>
                  <a:pt x="168" y="1034"/>
                </a:lnTo>
                <a:lnTo>
                  <a:pt x="167" y="1034"/>
                </a:lnTo>
                <a:lnTo>
                  <a:pt x="166" y="1034"/>
                </a:lnTo>
                <a:lnTo>
                  <a:pt x="165" y="1034"/>
                </a:lnTo>
                <a:lnTo>
                  <a:pt x="164" y="1034"/>
                </a:lnTo>
                <a:lnTo>
                  <a:pt x="164" y="1035"/>
                </a:lnTo>
                <a:lnTo>
                  <a:pt x="160" y="1035"/>
                </a:lnTo>
                <a:lnTo>
                  <a:pt x="159" y="1035"/>
                </a:lnTo>
                <a:lnTo>
                  <a:pt x="158" y="1035"/>
                </a:lnTo>
                <a:lnTo>
                  <a:pt x="158" y="1036"/>
                </a:lnTo>
                <a:lnTo>
                  <a:pt x="158" y="1037"/>
                </a:lnTo>
                <a:lnTo>
                  <a:pt x="158" y="1038"/>
                </a:lnTo>
                <a:lnTo>
                  <a:pt x="157" y="1038"/>
                </a:lnTo>
                <a:lnTo>
                  <a:pt x="158" y="1038"/>
                </a:lnTo>
                <a:lnTo>
                  <a:pt x="158" y="1037"/>
                </a:lnTo>
                <a:lnTo>
                  <a:pt x="157" y="1037"/>
                </a:lnTo>
                <a:lnTo>
                  <a:pt x="157" y="1036"/>
                </a:lnTo>
                <a:lnTo>
                  <a:pt x="156" y="1036"/>
                </a:lnTo>
                <a:lnTo>
                  <a:pt x="156" y="1037"/>
                </a:lnTo>
                <a:lnTo>
                  <a:pt x="155" y="1037"/>
                </a:lnTo>
                <a:lnTo>
                  <a:pt x="154" y="1037"/>
                </a:lnTo>
                <a:lnTo>
                  <a:pt x="153" y="1037"/>
                </a:lnTo>
                <a:lnTo>
                  <a:pt x="153" y="1036"/>
                </a:lnTo>
                <a:lnTo>
                  <a:pt x="153" y="1037"/>
                </a:lnTo>
                <a:lnTo>
                  <a:pt x="152" y="1036"/>
                </a:lnTo>
                <a:lnTo>
                  <a:pt x="151" y="1036"/>
                </a:lnTo>
                <a:lnTo>
                  <a:pt x="150" y="1036"/>
                </a:lnTo>
                <a:lnTo>
                  <a:pt x="149" y="1036"/>
                </a:lnTo>
                <a:lnTo>
                  <a:pt x="148" y="1036"/>
                </a:lnTo>
                <a:lnTo>
                  <a:pt x="147" y="1036"/>
                </a:lnTo>
                <a:lnTo>
                  <a:pt x="146" y="1036"/>
                </a:lnTo>
                <a:lnTo>
                  <a:pt x="146" y="1037"/>
                </a:lnTo>
                <a:lnTo>
                  <a:pt x="146" y="1036"/>
                </a:lnTo>
                <a:lnTo>
                  <a:pt x="145" y="1036"/>
                </a:lnTo>
                <a:lnTo>
                  <a:pt x="145" y="1035"/>
                </a:lnTo>
                <a:lnTo>
                  <a:pt x="144" y="1035"/>
                </a:lnTo>
                <a:lnTo>
                  <a:pt x="143" y="1035"/>
                </a:lnTo>
                <a:lnTo>
                  <a:pt x="143" y="1034"/>
                </a:lnTo>
                <a:lnTo>
                  <a:pt x="142" y="1034"/>
                </a:lnTo>
                <a:lnTo>
                  <a:pt x="141" y="1034"/>
                </a:lnTo>
                <a:lnTo>
                  <a:pt x="140" y="1034"/>
                </a:lnTo>
                <a:lnTo>
                  <a:pt x="139" y="1034"/>
                </a:lnTo>
                <a:lnTo>
                  <a:pt x="138" y="1034"/>
                </a:lnTo>
                <a:lnTo>
                  <a:pt x="137" y="1034"/>
                </a:lnTo>
                <a:lnTo>
                  <a:pt x="136" y="1034"/>
                </a:lnTo>
                <a:lnTo>
                  <a:pt x="136" y="1033"/>
                </a:lnTo>
                <a:lnTo>
                  <a:pt x="135" y="1033"/>
                </a:lnTo>
                <a:lnTo>
                  <a:pt x="134" y="1033"/>
                </a:lnTo>
                <a:lnTo>
                  <a:pt x="133" y="1033"/>
                </a:lnTo>
                <a:lnTo>
                  <a:pt x="133" y="1032"/>
                </a:lnTo>
                <a:lnTo>
                  <a:pt x="133" y="1033"/>
                </a:lnTo>
                <a:lnTo>
                  <a:pt x="133" y="1032"/>
                </a:lnTo>
                <a:lnTo>
                  <a:pt x="132" y="1033"/>
                </a:lnTo>
                <a:lnTo>
                  <a:pt x="131" y="1033"/>
                </a:lnTo>
                <a:lnTo>
                  <a:pt x="130" y="1033"/>
                </a:lnTo>
                <a:lnTo>
                  <a:pt x="130" y="1034"/>
                </a:lnTo>
                <a:lnTo>
                  <a:pt x="129" y="1034"/>
                </a:lnTo>
                <a:lnTo>
                  <a:pt x="129" y="1035"/>
                </a:lnTo>
                <a:lnTo>
                  <a:pt x="128" y="1035"/>
                </a:lnTo>
                <a:lnTo>
                  <a:pt x="127" y="1035"/>
                </a:lnTo>
                <a:lnTo>
                  <a:pt x="126" y="1035"/>
                </a:lnTo>
                <a:lnTo>
                  <a:pt x="125" y="1035"/>
                </a:lnTo>
                <a:lnTo>
                  <a:pt x="125" y="1034"/>
                </a:lnTo>
                <a:lnTo>
                  <a:pt x="124" y="1034"/>
                </a:lnTo>
                <a:lnTo>
                  <a:pt x="123" y="1034"/>
                </a:lnTo>
                <a:lnTo>
                  <a:pt x="122" y="1034"/>
                </a:lnTo>
                <a:lnTo>
                  <a:pt x="122" y="1035"/>
                </a:lnTo>
                <a:lnTo>
                  <a:pt x="123" y="1035"/>
                </a:lnTo>
                <a:lnTo>
                  <a:pt x="122" y="1035"/>
                </a:lnTo>
                <a:lnTo>
                  <a:pt x="120" y="1035"/>
                </a:lnTo>
                <a:lnTo>
                  <a:pt x="119" y="1035"/>
                </a:lnTo>
                <a:lnTo>
                  <a:pt x="118" y="1036"/>
                </a:lnTo>
                <a:lnTo>
                  <a:pt x="114" y="1036"/>
                </a:lnTo>
                <a:lnTo>
                  <a:pt x="113" y="1036"/>
                </a:lnTo>
                <a:lnTo>
                  <a:pt x="113" y="1035"/>
                </a:lnTo>
                <a:lnTo>
                  <a:pt x="112" y="1035"/>
                </a:lnTo>
                <a:lnTo>
                  <a:pt x="111" y="1035"/>
                </a:lnTo>
                <a:lnTo>
                  <a:pt x="111" y="1036"/>
                </a:lnTo>
                <a:lnTo>
                  <a:pt x="110" y="1036"/>
                </a:lnTo>
                <a:lnTo>
                  <a:pt x="109" y="1036"/>
                </a:lnTo>
                <a:lnTo>
                  <a:pt x="109" y="1037"/>
                </a:lnTo>
                <a:lnTo>
                  <a:pt x="109" y="1036"/>
                </a:lnTo>
                <a:lnTo>
                  <a:pt x="108" y="1037"/>
                </a:lnTo>
                <a:lnTo>
                  <a:pt x="108" y="1036"/>
                </a:lnTo>
                <a:lnTo>
                  <a:pt x="108" y="1037"/>
                </a:lnTo>
                <a:lnTo>
                  <a:pt x="108" y="1036"/>
                </a:lnTo>
                <a:lnTo>
                  <a:pt x="107" y="1037"/>
                </a:lnTo>
                <a:lnTo>
                  <a:pt x="107" y="1038"/>
                </a:lnTo>
                <a:lnTo>
                  <a:pt x="106" y="1038"/>
                </a:lnTo>
                <a:lnTo>
                  <a:pt x="105" y="1038"/>
                </a:lnTo>
                <a:lnTo>
                  <a:pt x="104" y="1038"/>
                </a:lnTo>
                <a:lnTo>
                  <a:pt x="103" y="1038"/>
                </a:lnTo>
                <a:lnTo>
                  <a:pt x="102" y="1038"/>
                </a:lnTo>
                <a:lnTo>
                  <a:pt x="101" y="1038"/>
                </a:lnTo>
                <a:lnTo>
                  <a:pt x="101" y="1039"/>
                </a:lnTo>
                <a:lnTo>
                  <a:pt x="100" y="1039"/>
                </a:lnTo>
                <a:lnTo>
                  <a:pt x="99" y="1039"/>
                </a:lnTo>
                <a:lnTo>
                  <a:pt x="99" y="1038"/>
                </a:lnTo>
                <a:lnTo>
                  <a:pt x="99" y="1039"/>
                </a:lnTo>
                <a:lnTo>
                  <a:pt x="98" y="1039"/>
                </a:lnTo>
                <a:lnTo>
                  <a:pt x="97" y="1039"/>
                </a:lnTo>
                <a:lnTo>
                  <a:pt x="97" y="1040"/>
                </a:lnTo>
                <a:lnTo>
                  <a:pt x="97" y="1039"/>
                </a:lnTo>
                <a:lnTo>
                  <a:pt x="97" y="1040"/>
                </a:lnTo>
                <a:lnTo>
                  <a:pt x="96" y="1040"/>
                </a:lnTo>
                <a:lnTo>
                  <a:pt x="95" y="1040"/>
                </a:lnTo>
                <a:lnTo>
                  <a:pt x="95" y="1041"/>
                </a:lnTo>
                <a:lnTo>
                  <a:pt x="94" y="1041"/>
                </a:lnTo>
                <a:lnTo>
                  <a:pt x="94" y="1042"/>
                </a:lnTo>
                <a:lnTo>
                  <a:pt x="93" y="1042"/>
                </a:lnTo>
                <a:lnTo>
                  <a:pt x="92" y="1042"/>
                </a:lnTo>
                <a:lnTo>
                  <a:pt x="92" y="1043"/>
                </a:lnTo>
                <a:lnTo>
                  <a:pt x="92" y="1042"/>
                </a:lnTo>
                <a:lnTo>
                  <a:pt x="91" y="1042"/>
                </a:lnTo>
                <a:lnTo>
                  <a:pt x="91" y="1043"/>
                </a:lnTo>
                <a:lnTo>
                  <a:pt x="90" y="1043"/>
                </a:lnTo>
                <a:lnTo>
                  <a:pt x="90" y="1044"/>
                </a:lnTo>
                <a:lnTo>
                  <a:pt x="90" y="1043"/>
                </a:lnTo>
                <a:lnTo>
                  <a:pt x="89" y="1043"/>
                </a:lnTo>
                <a:lnTo>
                  <a:pt x="89" y="1044"/>
                </a:lnTo>
                <a:lnTo>
                  <a:pt x="88" y="1044"/>
                </a:lnTo>
                <a:lnTo>
                  <a:pt x="88" y="1045"/>
                </a:lnTo>
                <a:lnTo>
                  <a:pt x="87" y="1045"/>
                </a:lnTo>
                <a:lnTo>
                  <a:pt x="87" y="1046"/>
                </a:lnTo>
                <a:lnTo>
                  <a:pt x="86" y="1046"/>
                </a:lnTo>
                <a:lnTo>
                  <a:pt x="85" y="1046"/>
                </a:lnTo>
                <a:lnTo>
                  <a:pt x="83" y="1046"/>
                </a:lnTo>
                <a:lnTo>
                  <a:pt x="83" y="1047"/>
                </a:lnTo>
                <a:lnTo>
                  <a:pt x="82" y="1047"/>
                </a:lnTo>
                <a:lnTo>
                  <a:pt x="81" y="1047"/>
                </a:lnTo>
                <a:lnTo>
                  <a:pt x="80" y="1047"/>
                </a:lnTo>
                <a:lnTo>
                  <a:pt x="80" y="1048"/>
                </a:lnTo>
                <a:lnTo>
                  <a:pt x="79" y="1048"/>
                </a:lnTo>
                <a:lnTo>
                  <a:pt x="78" y="1048"/>
                </a:lnTo>
                <a:lnTo>
                  <a:pt x="77" y="1048"/>
                </a:lnTo>
                <a:lnTo>
                  <a:pt x="76" y="1048"/>
                </a:lnTo>
                <a:lnTo>
                  <a:pt x="75" y="1048"/>
                </a:lnTo>
                <a:lnTo>
                  <a:pt x="75" y="1047"/>
                </a:lnTo>
                <a:lnTo>
                  <a:pt x="75" y="1048"/>
                </a:lnTo>
                <a:lnTo>
                  <a:pt x="74" y="1048"/>
                </a:lnTo>
                <a:lnTo>
                  <a:pt x="73" y="1048"/>
                </a:lnTo>
                <a:lnTo>
                  <a:pt x="72" y="1048"/>
                </a:lnTo>
                <a:lnTo>
                  <a:pt x="71" y="1049"/>
                </a:lnTo>
                <a:lnTo>
                  <a:pt x="70" y="1049"/>
                </a:lnTo>
                <a:lnTo>
                  <a:pt x="70" y="1050"/>
                </a:lnTo>
                <a:lnTo>
                  <a:pt x="69" y="1051"/>
                </a:lnTo>
                <a:lnTo>
                  <a:pt x="68" y="1051"/>
                </a:lnTo>
                <a:lnTo>
                  <a:pt x="68" y="1052"/>
                </a:lnTo>
                <a:lnTo>
                  <a:pt x="67" y="1052"/>
                </a:lnTo>
                <a:lnTo>
                  <a:pt x="67" y="1053"/>
                </a:lnTo>
                <a:lnTo>
                  <a:pt x="68" y="1053"/>
                </a:lnTo>
                <a:lnTo>
                  <a:pt x="68" y="1054"/>
                </a:lnTo>
                <a:lnTo>
                  <a:pt x="68" y="1055"/>
                </a:lnTo>
                <a:lnTo>
                  <a:pt x="69" y="1055"/>
                </a:lnTo>
                <a:lnTo>
                  <a:pt x="70" y="1055"/>
                </a:lnTo>
                <a:lnTo>
                  <a:pt x="70" y="1056"/>
                </a:lnTo>
                <a:lnTo>
                  <a:pt x="69" y="1056"/>
                </a:lnTo>
                <a:lnTo>
                  <a:pt x="69" y="1057"/>
                </a:lnTo>
                <a:lnTo>
                  <a:pt x="69" y="1056"/>
                </a:lnTo>
                <a:lnTo>
                  <a:pt x="68" y="1057"/>
                </a:lnTo>
                <a:lnTo>
                  <a:pt x="67" y="1057"/>
                </a:lnTo>
                <a:lnTo>
                  <a:pt x="66" y="1057"/>
                </a:lnTo>
                <a:lnTo>
                  <a:pt x="66" y="1056"/>
                </a:lnTo>
                <a:lnTo>
                  <a:pt x="65" y="1056"/>
                </a:lnTo>
                <a:lnTo>
                  <a:pt x="64" y="1056"/>
                </a:lnTo>
                <a:lnTo>
                  <a:pt x="64" y="1055"/>
                </a:lnTo>
                <a:lnTo>
                  <a:pt x="63" y="1055"/>
                </a:lnTo>
                <a:lnTo>
                  <a:pt x="62" y="1055"/>
                </a:lnTo>
                <a:lnTo>
                  <a:pt x="62" y="1056"/>
                </a:lnTo>
                <a:lnTo>
                  <a:pt x="61" y="1056"/>
                </a:lnTo>
                <a:lnTo>
                  <a:pt x="61" y="1057"/>
                </a:lnTo>
                <a:lnTo>
                  <a:pt x="60" y="1057"/>
                </a:lnTo>
                <a:lnTo>
                  <a:pt x="60" y="1056"/>
                </a:lnTo>
                <a:lnTo>
                  <a:pt x="59" y="1056"/>
                </a:lnTo>
                <a:lnTo>
                  <a:pt x="59" y="1057"/>
                </a:lnTo>
                <a:lnTo>
                  <a:pt x="59" y="1058"/>
                </a:lnTo>
                <a:lnTo>
                  <a:pt x="59" y="1059"/>
                </a:lnTo>
                <a:lnTo>
                  <a:pt x="58" y="1059"/>
                </a:lnTo>
                <a:lnTo>
                  <a:pt x="57" y="1059"/>
                </a:lnTo>
                <a:lnTo>
                  <a:pt x="57" y="1058"/>
                </a:lnTo>
                <a:lnTo>
                  <a:pt x="57" y="1057"/>
                </a:lnTo>
                <a:lnTo>
                  <a:pt x="57" y="1056"/>
                </a:lnTo>
                <a:lnTo>
                  <a:pt x="56" y="1056"/>
                </a:lnTo>
                <a:lnTo>
                  <a:pt x="56" y="1057"/>
                </a:lnTo>
                <a:lnTo>
                  <a:pt x="55" y="1057"/>
                </a:lnTo>
                <a:lnTo>
                  <a:pt x="55" y="1058"/>
                </a:lnTo>
                <a:lnTo>
                  <a:pt x="56" y="1058"/>
                </a:lnTo>
                <a:lnTo>
                  <a:pt x="56" y="1059"/>
                </a:lnTo>
                <a:lnTo>
                  <a:pt x="56" y="1060"/>
                </a:lnTo>
                <a:lnTo>
                  <a:pt x="55" y="1060"/>
                </a:lnTo>
                <a:lnTo>
                  <a:pt x="54" y="1060"/>
                </a:lnTo>
                <a:lnTo>
                  <a:pt x="54" y="1061"/>
                </a:lnTo>
                <a:lnTo>
                  <a:pt x="54" y="1062"/>
                </a:lnTo>
                <a:lnTo>
                  <a:pt x="53" y="1062"/>
                </a:lnTo>
                <a:lnTo>
                  <a:pt x="53" y="1061"/>
                </a:lnTo>
                <a:lnTo>
                  <a:pt x="53" y="1060"/>
                </a:lnTo>
                <a:lnTo>
                  <a:pt x="54" y="1060"/>
                </a:lnTo>
                <a:lnTo>
                  <a:pt x="54" y="1059"/>
                </a:lnTo>
                <a:lnTo>
                  <a:pt x="54" y="1058"/>
                </a:lnTo>
                <a:lnTo>
                  <a:pt x="53" y="1058"/>
                </a:lnTo>
                <a:lnTo>
                  <a:pt x="53" y="1059"/>
                </a:lnTo>
                <a:lnTo>
                  <a:pt x="53" y="1060"/>
                </a:lnTo>
                <a:lnTo>
                  <a:pt x="52" y="1060"/>
                </a:lnTo>
                <a:lnTo>
                  <a:pt x="51" y="1060"/>
                </a:lnTo>
                <a:lnTo>
                  <a:pt x="50" y="1059"/>
                </a:lnTo>
                <a:lnTo>
                  <a:pt x="50" y="1060"/>
                </a:lnTo>
                <a:lnTo>
                  <a:pt x="50" y="1061"/>
                </a:lnTo>
                <a:lnTo>
                  <a:pt x="50" y="1062"/>
                </a:lnTo>
                <a:lnTo>
                  <a:pt x="49" y="1062"/>
                </a:lnTo>
                <a:lnTo>
                  <a:pt x="48" y="1062"/>
                </a:lnTo>
                <a:lnTo>
                  <a:pt x="47" y="1062"/>
                </a:lnTo>
                <a:lnTo>
                  <a:pt x="47" y="1063"/>
                </a:lnTo>
                <a:lnTo>
                  <a:pt x="46" y="1063"/>
                </a:lnTo>
                <a:lnTo>
                  <a:pt x="45" y="1063"/>
                </a:lnTo>
                <a:lnTo>
                  <a:pt x="45" y="1064"/>
                </a:lnTo>
                <a:lnTo>
                  <a:pt x="44" y="1064"/>
                </a:lnTo>
                <a:lnTo>
                  <a:pt x="44" y="1065"/>
                </a:lnTo>
                <a:lnTo>
                  <a:pt x="45" y="1065"/>
                </a:lnTo>
                <a:lnTo>
                  <a:pt x="44" y="1066"/>
                </a:lnTo>
                <a:lnTo>
                  <a:pt x="43" y="1066"/>
                </a:lnTo>
                <a:lnTo>
                  <a:pt x="44" y="1066"/>
                </a:lnTo>
                <a:lnTo>
                  <a:pt x="44" y="1067"/>
                </a:lnTo>
                <a:lnTo>
                  <a:pt x="44" y="1068"/>
                </a:lnTo>
                <a:lnTo>
                  <a:pt x="43" y="1068"/>
                </a:lnTo>
                <a:lnTo>
                  <a:pt x="42" y="1068"/>
                </a:lnTo>
                <a:lnTo>
                  <a:pt x="41" y="1068"/>
                </a:lnTo>
                <a:lnTo>
                  <a:pt x="41" y="1069"/>
                </a:lnTo>
                <a:lnTo>
                  <a:pt x="41" y="1070"/>
                </a:lnTo>
                <a:lnTo>
                  <a:pt x="40" y="1070"/>
                </a:lnTo>
                <a:lnTo>
                  <a:pt x="40" y="1069"/>
                </a:lnTo>
                <a:lnTo>
                  <a:pt x="39" y="1069"/>
                </a:lnTo>
                <a:lnTo>
                  <a:pt x="38" y="1070"/>
                </a:lnTo>
                <a:lnTo>
                  <a:pt x="37" y="1070"/>
                </a:lnTo>
                <a:lnTo>
                  <a:pt x="36" y="1070"/>
                </a:lnTo>
                <a:lnTo>
                  <a:pt x="36" y="1071"/>
                </a:lnTo>
                <a:lnTo>
                  <a:pt x="35" y="1071"/>
                </a:lnTo>
                <a:lnTo>
                  <a:pt x="35" y="1072"/>
                </a:lnTo>
                <a:lnTo>
                  <a:pt x="35" y="1073"/>
                </a:lnTo>
                <a:lnTo>
                  <a:pt x="34" y="1073"/>
                </a:lnTo>
                <a:lnTo>
                  <a:pt x="34" y="1072"/>
                </a:lnTo>
                <a:lnTo>
                  <a:pt x="33" y="1072"/>
                </a:lnTo>
                <a:lnTo>
                  <a:pt x="32" y="1073"/>
                </a:lnTo>
                <a:lnTo>
                  <a:pt x="32" y="1074"/>
                </a:lnTo>
                <a:lnTo>
                  <a:pt x="33" y="1074"/>
                </a:lnTo>
                <a:lnTo>
                  <a:pt x="34" y="1074"/>
                </a:lnTo>
                <a:lnTo>
                  <a:pt x="34" y="1075"/>
                </a:lnTo>
                <a:lnTo>
                  <a:pt x="34" y="1076"/>
                </a:lnTo>
                <a:lnTo>
                  <a:pt x="33" y="1076"/>
                </a:lnTo>
                <a:lnTo>
                  <a:pt x="32" y="1076"/>
                </a:lnTo>
                <a:lnTo>
                  <a:pt x="31" y="1076"/>
                </a:lnTo>
                <a:lnTo>
                  <a:pt x="31" y="1075"/>
                </a:lnTo>
                <a:lnTo>
                  <a:pt x="30" y="1075"/>
                </a:lnTo>
                <a:lnTo>
                  <a:pt x="29" y="1075"/>
                </a:lnTo>
                <a:lnTo>
                  <a:pt x="29" y="1074"/>
                </a:lnTo>
                <a:lnTo>
                  <a:pt x="30" y="1074"/>
                </a:lnTo>
                <a:lnTo>
                  <a:pt x="30" y="1073"/>
                </a:lnTo>
                <a:lnTo>
                  <a:pt x="29" y="1073"/>
                </a:lnTo>
                <a:lnTo>
                  <a:pt x="30" y="1073"/>
                </a:lnTo>
                <a:lnTo>
                  <a:pt x="28" y="1073"/>
                </a:lnTo>
                <a:lnTo>
                  <a:pt x="28" y="1074"/>
                </a:lnTo>
                <a:lnTo>
                  <a:pt x="28" y="1075"/>
                </a:lnTo>
                <a:lnTo>
                  <a:pt x="28" y="1076"/>
                </a:lnTo>
                <a:lnTo>
                  <a:pt x="27" y="1076"/>
                </a:lnTo>
                <a:lnTo>
                  <a:pt x="27" y="1077"/>
                </a:lnTo>
                <a:lnTo>
                  <a:pt x="27" y="1076"/>
                </a:lnTo>
                <a:lnTo>
                  <a:pt x="26" y="1076"/>
                </a:lnTo>
                <a:lnTo>
                  <a:pt x="26" y="1077"/>
                </a:lnTo>
                <a:lnTo>
                  <a:pt x="25" y="1077"/>
                </a:lnTo>
                <a:lnTo>
                  <a:pt x="25" y="1078"/>
                </a:lnTo>
                <a:lnTo>
                  <a:pt x="24" y="1078"/>
                </a:lnTo>
                <a:lnTo>
                  <a:pt x="24" y="1077"/>
                </a:lnTo>
                <a:lnTo>
                  <a:pt x="24" y="1076"/>
                </a:lnTo>
                <a:lnTo>
                  <a:pt x="24" y="1075"/>
                </a:lnTo>
                <a:lnTo>
                  <a:pt x="23" y="1075"/>
                </a:lnTo>
                <a:lnTo>
                  <a:pt x="23" y="1076"/>
                </a:lnTo>
                <a:lnTo>
                  <a:pt x="23" y="1077"/>
                </a:lnTo>
                <a:lnTo>
                  <a:pt x="22" y="1077"/>
                </a:lnTo>
                <a:lnTo>
                  <a:pt x="22" y="1078"/>
                </a:lnTo>
                <a:lnTo>
                  <a:pt x="21" y="1078"/>
                </a:lnTo>
                <a:lnTo>
                  <a:pt x="21" y="1079"/>
                </a:lnTo>
                <a:lnTo>
                  <a:pt x="21" y="1080"/>
                </a:lnTo>
                <a:lnTo>
                  <a:pt x="21" y="1079"/>
                </a:lnTo>
                <a:lnTo>
                  <a:pt x="20" y="1079"/>
                </a:lnTo>
                <a:lnTo>
                  <a:pt x="20" y="1078"/>
                </a:lnTo>
                <a:lnTo>
                  <a:pt x="20" y="1077"/>
                </a:lnTo>
                <a:lnTo>
                  <a:pt x="20" y="1076"/>
                </a:lnTo>
                <a:lnTo>
                  <a:pt x="19" y="1076"/>
                </a:lnTo>
                <a:lnTo>
                  <a:pt x="19" y="1075"/>
                </a:lnTo>
                <a:lnTo>
                  <a:pt x="20" y="1075"/>
                </a:lnTo>
                <a:lnTo>
                  <a:pt x="20" y="1074"/>
                </a:lnTo>
                <a:lnTo>
                  <a:pt x="19" y="1074"/>
                </a:lnTo>
                <a:lnTo>
                  <a:pt x="19" y="1073"/>
                </a:lnTo>
                <a:lnTo>
                  <a:pt x="19" y="1072"/>
                </a:lnTo>
                <a:lnTo>
                  <a:pt x="18" y="1072"/>
                </a:lnTo>
                <a:lnTo>
                  <a:pt x="17" y="1072"/>
                </a:lnTo>
                <a:lnTo>
                  <a:pt x="17" y="1071"/>
                </a:lnTo>
                <a:lnTo>
                  <a:pt x="16" y="1071"/>
                </a:lnTo>
                <a:lnTo>
                  <a:pt x="16" y="1070"/>
                </a:lnTo>
                <a:lnTo>
                  <a:pt x="16" y="1069"/>
                </a:lnTo>
                <a:lnTo>
                  <a:pt x="15" y="1069"/>
                </a:lnTo>
                <a:lnTo>
                  <a:pt x="14" y="1069"/>
                </a:lnTo>
                <a:lnTo>
                  <a:pt x="13" y="1069"/>
                </a:lnTo>
                <a:lnTo>
                  <a:pt x="12" y="1068"/>
                </a:lnTo>
                <a:lnTo>
                  <a:pt x="12" y="1067"/>
                </a:lnTo>
                <a:lnTo>
                  <a:pt x="11" y="1067"/>
                </a:lnTo>
                <a:lnTo>
                  <a:pt x="11" y="1066"/>
                </a:lnTo>
                <a:lnTo>
                  <a:pt x="10" y="1066"/>
                </a:lnTo>
                <a:lnTo>
                  <a:pt x="9" y="1066"/>
                </a:lnTo>
                <a:lnTo>
                  <a:pt x="9" y="1065"/>
                </a:lnTo>
                <a:lnTo>
                  <a:pt x="8" y="1065"/>
                </a:lnTo>
                <a:lnTo>
                  <a:pt x="8" y="1064"/>
                </a:lnTo>
                <a:lnTo>
                  <a:pt x="8" y="1065"/>
                </a:lnTo>
                <a:lnTo>
                  <a:pt x="7" y="1065"/>
                </a:lnTo>
                <a:lnTo>
                  <a:pt x="6" y="1065"/>
                </a:lnTo>
                <a:lnTo>
                  <a:pt x="6" y="1064"/>
                </a:lnTo>
                <a:lnTo>
                  <a:pt x="5" y="1063"/>
                </a:lnTo>
                <a:lnTo>
                  <a:pt x="4" y="1063"/>
                </a:lnTo>
                <a:lnTo>
                  <a:pt x="4" y="1062"/>
                </a:lnTo>
                <a:lnTo>
                  <a:pt x="3" y="1063"/>
                </a:lnTo>
                <a:lnTo>
                  <a:pt x="2" y="1062"/>
                </a:lnTo>
                <a:lnTo>
                  <a:pt x="1" y="1062"/>
                </a:lnTo>
                <a:lnTo>
                  <a:pt x="1" y="1061"/>
                </a:lnTo>
                <a:lnTo>
                  <a:pt x="0" y="1061"/>
                </a:lnTo>
                <a:lnTo>
                  <a:pt x="0" y="1060"/>
                </a:lnTo>
                <a:lnTo>
                  <a:pt x="0" y="1059"/>
                </a:lnTo>
                <a:lnTo>
                  <a:pt x="0" y="1058"/>
                </a:lnTo>
                <a:lnTo>
                  <a:pt x="1" y="1058"/>
                </a:lnTo>
                <a:lnTo>
                  <a:pt x="1" y="1057"/>
                </a:lnTo>
                <a:lnTo>
                  <a:pt x="2" y="1057"/>
                </a:lnTo>
                <a:lnTo>
                  <a:pt x="2" y="1056"/>
                </a:lnTo>
                <a:lnTo>
                  <a:pt x="3" y="1056"/>
                </a:lnTo>
                <a:lnTo>
                  <a:pt x="3" y="1055"/>
                </a:lnTo>
                <a:lnTo>
                  <a:pt x="4" y="1055"/>
                </a:lnTo>
                <a:lnTo>
                  <a:pt x="5" y="1055"/>
                </a:lnTo>
                <a:lnTo>
                  <a:pt x="6" y="1054"/>
                </a:lnTo>
                <a:lnTo>
                  <a:pt x="7" y="1054"/>
                </a:lnTo>
                <a:lnTo>
                  <a:pt x="8" y="1053"/>
                </a:lnTo>
                <a:lnTo>
                  <a:pt x="8" y="1052"/>
                </a:lnTo>
                <a:lnTo>
                  <a:pt x="9" y="1052"/>
                </a:lnTo>
                <a:lnTo>
                  <a:pt x="9" y="1051"/>
                </a:lnTo>
                <a:lnTo>
                  <a:pt x="9" y="1050"/>
                </a:lnTo>
                <a:lnTo>
                  <a:pt x="10" y="1050"/>
                </a:lnTo>
                <a:lnTo>
                  <a:pt x="11" y="1050"/>
                </a:lnTo>
                <a:lnTo>
                  <a:pt x="12" y="1050"/>
                </a:lnTo>
                <a:lnTo>
                  <a:pt x="12" y="1049"/>
                </a:lnTo>
                <a:lnTo>
                  <a:pt x="13" y="1049"/>
                </a:lnTo>
                <a:lnTo>
                  <a:pt x="14" y="1049"/>
                </a:lnTo>
                <a:lnTo>
                  <a:pt x="14" y="1048"/>
                </a:lnTo>
                <a:lnTo>
                  <a:pt x="15" y="1048"/>
                </a:lnTo>
                <a:lnTo>
                  <a:pt x="16" y="1048"/>
                </a:lnTo>
                <a:lnTo>
                  <a:pt x="17" y="1048"/>
                </a:lnTo>
                <a:lnTo>
                  <a:pt x="17" y="1047"/>
                </a:lnTo>
                <a:lnTo>
                  <a:pt x="18" y="1047"/>
                </a:lnTo>
                <a:lnTo>
                  <a:pt x="19" y="1047"/>
                </a:lnTo>
                <a:lnTo>
                  <a:pt x="20" y="1047"/>
                </a:lnTo>
                <a:lnTo>
                  <a:pt x="20" y="1046"/>
                </a:lnTo>
                <a:lnTo>
                  <a:pt x="19" y="1046"/>
                </a:lnTo>
                <a:lnTo>
                  <a:pt x="19" y="1045"/>
                </a:lnTo>
                <a:lnTo>
                  <a:pt x="19" y="1044"/>
                </a:lnTo>
                <a:lnTo>
                  <a:pt x="19" y="1043"/>
                </a:lnTo>
                <a:lnTo>
                  <a:pt x="20" y="1043"/>
                </a:lnTo>
                <a:lnTo>
                  <a:pt x="20" y="1044"/>
                </a:lnTo>
                <a:lnTo>
                  <a:pt x="21" y="1044"/>
                </a:lnTo>
                <a:lnTo>
                  <a:pt x="21" y="1042"/>
                </a:lnTo>
                <a:lnTo>
                  <a:pt x="21" y="1041"/>
                </a:lnTo>
                <a:lnTo>
                  <a:pt x="21" y="1040"/>
                </a:lnTo>
                <a:lnTo>
                  <a:pt x="22" y="1040"/>
                </a:lnTo>
                <a:lnTo>
                  <a:pt x="22" y="1039"/>
                </a:lnTo>
                <a:lnTo>
                  <a:pt x="21" y="1039"/>
                </a:lnTo>
                <a:lnTo>
                  <a:pt x="21" y="1038"/>
                </a:lnTo>
                <a:lnTo>
                  <a:pt x="22" y="1038"/>
                </a:lnTo>
                <a:lnTo>
                  <a:pt x="23" y="1038"/>
                </a:lnTo>
                <a:lnTo>
                  <a:pt x="23" y="1039"/>
                </a:lnTo>
                <a:lnTo>
                  <a:pt x="24" y="1039"/>
                </a:lnTo>
                <a:lnTo>
                  <a:pt x="24" y="1038"/>
                </a:lnTo>
                <a:lnTo>
                  <a:pt x="25" y="1038"/>
                </a:lnTo>
                <a:lnTo>
                  <a:pt x="25" y="1037"/>
                </a:lnTo>
                <a:lnTo>
                  <a:pt x="25" y="1036"/>
                </a:lnTo>
                <a:lnTo>
                  <a:pt x="26" y="1036"/>
                </a:lnTo>
                <a:lnTo>
                  <a:pt x="26" y="1035"/>
                </a:lnTo>
                <a:lnTo>
                  <a:pt x="27" y="1035"/>
                </a:lnTo>
                <a:lnTo>
                  <a:pt x="28" y="1035"/>
                </a:lnTo>
                <a:lnTo>
                  <a:pt x="28" y="1034"/>
                </a:lnTo>
                <a:lnTo>
                  <a:pt x="29" y="1034"/>
                </a:lnTo>
                <a:lnTo>
                  <a:pt x="30" y="1034"/>
                </a:lnTo>
                <a:lnTo>
                  <a:pt x="31" y="1033"/>
                </a:lnTo>
                <a:lnTo>
                  <a:pt x="31" y="1032"/>
                </a:lnTo>
                <a:lnTo>
                  <a:pt x="32" y="1032"/>
                </a:lnTo>
                <a:lnTo>
                  <a:pt x="31" y="1032"/>
                </a:lnTo>
                <a:lnTo>
                  <a:pt x="32" y="1032"/>
                </a:lnTo>
                <a:lnTo>
                  <a:pt x="32" y="1031"/>
                </a:lnTo>
                <a:lnTo>
                  <a:pt x="33" y="1031"/>
                </a:lnTo>
                <a:lnTo>
                  <a:pt x="33" y="1030"/>
                </a:lnTo>
                <a:lnTo>
                  <a:pt x="33" y="1029"/>
                </a:lnTo>
                <a:lnTo>
                  <a:pt x="34" y="1029"/>
                </a:lnTo>
                <a:lnTo>
                  <a:pt x="34" y="1030"/>
                </a:lnTo>
                <a:lnTo>
                  <a:pt x="35" y="1030"/>
                </a:lnTo>
                <a:lnTo>
                  <a:pt x="36" y="1029"/>
                </a:lnTo>
                <a:lnTo>
                  <a:pt x="36" y="1028"/>
                </a:lnTo>
                <a:lnTo>
                  <a:pt x="37" y="1028"/>
                </a:lnTo>
                <a:lnTo>
                  <a:pt x="37" y="1027"/>
                </a:lnTo>
                <a:lnTo>
                  <a:pt x="38" y="1027"/>
                </a:lnTo>
                <a:lnTo>
                  <a:pt x="39" y="1027"/>
                </a:lnTo>
                <a:lnTo>
                  <a:pt x="40" y="1027"/>
                </a:lnTo>
                <a:lnTo>
                  <a:pt x="40" y="1026"/>
                </a:lnTo>
                <a:lnTo>
                  <a:pt x="41" y="1026"/>
                </a:lnTo>
                <a:lnTo>
                  <a:pt x="40" y="1026"/>
                </a:lnTo>
                <a:lnTo>
                  <a:pt x="40" y="1025"/>
                </a:lnTo>
                <a:lnTo>
                  <a:pt x="41" y="1024"/>
                </a:lnTo>
                <a:lnTo>
                  <a:pt x="41" y="1023"/>
                </a:lnTo>
                <a:lnTo>
                  <a:pt x="42" y="1023"/>
                </a:lnTo>
                <a:lnTo>
                  <a:pt x="42" y="1022"/>
                </a:lnTo>
                <a:lnTo>
                  <a:pt x="42" y="1021"/>
                </a:lnTo>
                <a:lnTo>
                  <a:pt x="43" y="1021"/>
                </a:lnTo>
                <a:lnTo>
                  <a:pt x="43" y="1020"/>
                </a:lnTo>
                <a:lnTo>
                  <a:pt x="42" y="1020"/>
                </a:lnTo>
                <a:lnTo>
                  <a:pt x="42" y="1019"/>
                </a:lnTo>
                <a:lnTo>
                  <a:pt x="43" y="1019"/>
                </a:lnTo>
                <a:lnTo>
                  <a:pt x="43" y="1018"/>
                </a:lnTo>
                <a:lnTo>
                  <a:pt x="44" y="1018"/>
                </a:lnTo>
                <a:lnTo>
                  <a:pt x="43" y="1018"/>
                </a:lnTo>
                <a:lnTo>
                  <a:pt x="43" y="1017"/>
                </a:lnTo>
                <a:lnTo>
                  <a:pt x="44" y="1017"/>
                </a:lnTo>
                <a:lnTo>
                  <a:pt x="45" y="1017"/>
                </a:lnTo>
                <a:lnTo>
                  <a:pt x="46" y="1016"/>
                </a:lnTo>
                <a:lnTo>
                  <a:pt x="45" y="1016"/>
                </a:lnTo>
                <a:lnTo>
                  <a:pt x="46" y="1016"/>
                </a:lnTo>
                <a:lnTo>
                  <a:pt x="46" y="1015"/>
                </a:lnTo>
                <a:lnTo>
                  <a:pt x="45" y="1015"/>
                </a:lnTo>
                <a:lnTo>
                  <a:pt x="45" y="1014"/>
                </a:lnTo>
                <a:lnTo>
                  <a:pt x="45" y="1013"/>
                </a:lnTo>
                <a:lnTo>
                  <a:pt x="44" y="1013"/>
                </a:lnTo>
                <a:lnTo>
                  <a:pt x="44" y="1012"/>
                </a:lnTo>
                <a:lnTo>
                  <a:pt x="43" y="1012"/>
                </a:lnTo>
                <a:lnTo>
                  <a:pt x="42" y="1011"/>
                </a:lnTo>
                <a:lnTo>
                  <a:pt x="42" y="1012"/>
                </a:lnTo>
                <a:lnTo>
                  <a:pt x="41" y="1012"/>
                </a:lnTo>
                <a:lnTo>
                  <a:pt x="41" y="1011"/>
                </a:lnTo>
                <a:lnTo>
                  <a:pt x="41" y="1010"/>
                </a:lnTo>
                <a:lnTo>
                  <a:pt x="41" y="1008"/>
                </a:lnTo>
                <a:lnTo>
                  <a:pt x="41" y="1007"/>
                </a:lnTo>
                <a:lnTo>
                  <a:pt x="42" y="1006"/>
                </a:lnTo>
                <a:lnTo>
                  <a:pt x="42" y="1003"/>
                </a:lnTo>
                <a:lnTo>
                  <a:pt x="43" y="1001"/>
                </a:lnTo>
                <a:lnTo>
                  <a:pt x="44" y="1000"/>
                </a:lnTo>
                <a:lnTo>
                  <a:pt x="45" y="999"/>
                </a:lnTo>
                <a:lnTo>
                  <a:pt x="46" y="999"/>
                </a:lnTo>
                <a:lnTo>
                  <a:pt x="47" y="999"/>
                </a:lnTo>
                <a:lnTo>
                  <a:pt x="48" y="998"/>
                </a:lnTo>
                <a:lnTo>
                  <a:pt x="49" y="998"/>
                </a:lnTo>
                <a:lnTo>
                  <a:pt x="50" y="997"/>
                </a:lnTo>
                <a:lnTo>
                  <a:pt x="50" y="996"/>
                </a:lnTo>
                <a:lnTo>
                  <a:pt x="49" y="996"/>
                </a:lnTo>
                <a:lnTo>
                  <a:pt x="49" y="995"/>
                </a:lnTo>
                <a:lnTo>
                  <a:pt x="48" y="995"/>
                </a:lnTo>
                <a:lnTo>
                  <a:pt x="48" y="994"/>
                </a:lnTo>
                <a:lnTo>
                  <a:pt x="47" y="994"/>
                </a:lnTo>
                <a:lnTo>
                  <a:pt x="47" y="993"/>
                </a:lnTo>
                <a:lnTo>
                  <a:pt x="47" y="992"/>
                </a:lnTo>
                <a:lnTo>
                  <a:pt x="46" y="992"/>
                </a:lnTo>
                <a:lnTo>
                  <a:pt x="45" y="992"/>
                </a:lnTo>
                <a:lnTo>
                  <a:pt x="45" y="991"/>
                </a:lnTo>
                <a:lnTo>
                  <a:pt x="44" y="991"/>
                </a:lnTo>
                <a:lnTo>
                  <a:pt x="43" y="991"/>
                </a:lnTo>
                <a:lnTo>
                  <a:pt x="43" y="990"/>
                </a:lnTo>
                <a:lnTo>
                  <a:pt x="43" y="989"/>
                </a:lnTo>
                <a:lnTo>
                  <a:pt x="42" y="989"/>
                </a:lnTo>
                <a:lnTo>
                  <a:pt x="41" y="989"/>
                </a:lnTo>
                <a:lnTo>
                  <a:pt x="40" y="989"/>
                </a:lnTo>
                <a:lnTo>
                  <a:pt x="39" y="989"/>
                </a:lnTo>
                <a:lnTo>
                  <a:pt x="38" y="989"/>
                </a:lnTo>
                <a:lnTo>
                  <a:pt x="38" y="990"/>
                </a:lnTo>
                <a:lnTo>
                  <a:pt x="37" y="990"/>
                </a:lnTo>
                <a:lnTo>
                  <a:pt x="37" y="989"/>
                </a:lnTo>
                <a:lnTo>
                  <a:pt x="36" y="989"/>
                </a:lnTo>
                <a:lnTo>
                  <a:pt x="35" y="989"/>
                </a:lnTo>
                <a:lnTo>
                  <a:pt x="34" y="989"/>
                </a:lnTo>
                <a:lnTo>
                  <a:pt x="34" y="988"/>
                </a:lnTo>
                <a:lnTo>
                  <a:pt x="33" y="988"/>
                </a:lnTo>
                <a:lnTo>
                  <a:pt x="32" y="988"/>
                </a:lnTo>
                <a:lnTo>
                  <a:pt x="31" y="988"/>
                </a:lnTo>
                <a:lnTo>
                  <a:pt x="31" y="986"/>
                </a:lnTo>
                <a:lnTo>
                  <a:pt x="31" y="985"/>
                </a:lnTo>
                <a:lnTo>
                  <a:pt x="31" y="984"/>
                </a:lnTo>
                <a:lnTo>
                  <a:pt x="31" y="983"/>
                </a:lnTo>
                <a:lnTo>
                  <a:pt x="30" y="982"/>
                </a:lnTo>
                <a:lnTo>
                  <a:pt x="31" y="981"/>
                </a:lnTo>
                <a:lnTo>
                  <a:pt x="31" y="980"/>
                </a:lnTo>
                <a:lnTo>
                  <a:pt x="32" y="980"/>
                </a:lnTo>
                <a:lnTo>
                  <a:pt x="32" y="979"/>
                </a:lnTo>
                <a:lnTo>
                  <a:pt x="33" y="979"/>
                </a:lnTo>
                <a:lnTo>
                  <a:pt x="33" y="978"/>
                </a:lnTo>
                <a:lnTo>
                  <a:pt x="32" y="978"/>
                </a:lnTo>
                <a:lnTo>
                  <a:pt x="34" y="979"/>
                </a:lnTo>
                <a:lnTo>
                  <a:pt x="35" y="979"/>
                </a:lnTo>
                <a:lnTo>
                  <a:pt x="35" y="980"/>
                </a:lnTo>
                <a:lnTo>
                  <a:pt x="36" y="980"/>
                </a:lnTo>
                <a:lnTo>
                  <a:pt x="36" y="979"/>
                </a:lnTo>
                <a:lnTo>
                  <a:pt x="36" y="980"/>
                </a:lnTo>
                <a:lnTo>
                  <a:pt x="36" y="979"/>
                </a:lnTo>
                <a:lnTo>
                  <a:pt x="37" y="979"/>
                </a:lnTo>
                <a:lnTo>
                  <a:pt x="38" y="979"/>
                </a:lnTo>
                <a:lnTo>
                  <a:pt x="39" y="979"/>
                </a:lnTo>
                <a:lnTo>
                  <a:pt x="40" y="978"/>
                </a:lnTo>
                <a:lnTo>
                  <a:pt x="40" y="977"/>
                </a:lnTo>
                <a:lnTo>
                  <a:pt x="41" y="977"/>
                </a:lnTo>
                <a:lnTo>
                  <a:pt x="42" y="976"/>
                </a:lnTo>
                <a:lnTo>
                  <a:pt x="42" y="975"/>
                </a:lnTo>
                <a:lnTo>
                  <a:pt x="42" y="974"/>
                </a:lnTo>
                <a:lnTo>
                  <a:pt x="42" y="973"/>
                </a:lnTo>
                <a:lnTo>
                  <a:pt x="41" y="973"/>
                </a:lnTo>
                <a:lnTo>
                  <a:pt x="41" y="972"/>
                </a:lnTo>
                <a:lnTo>
                  <a:pt x="40" y="972"/>
                </a:lnTo>
                <a:lnTo>
                  <a:pt x="39" y="972"/>
                </a:lnTo>
                <a:lnTo>
                  <a:pt x="40" y="972"/>
                </a:lnTo>
                <a:lnTo>
                  <a:pt x="40" y="971"/>
                </a:lnTo>
                <a:lnTo>
                  <a:pt x="39" y="971"/>
                </a:lnTo>
                <a:lnTo>
                  <a:pt x="38" y="971"/>
                </a:lnTo>
                <a:lnTo>
                  <a:pt x="37" y="971"/>
                </a:lnTo>
                <a:lnTo>
                  <a:pt x="37" y="970"/>
                </a:lnTo>
                <a:lnTo>
                  <a:pt x="37" y="969"/>
                </a:lnTo>
                <a:lnTo>
                  <a:pt x="37" y="968"/>
                </a:lnTo>
                <a:lnTo>
                  <a:pt x="36" y="968"/>
                </a:lnTo>
                <a:lnTo>
                  <a:pt x="36" y="967"/>
                </a:lnTo>
                <a:lnTo>
                  <a:pt x="35" y="967"/>
                </a:lnTo>
                <a:lnTo>
                  <a:pt x="35" y="966"/>
                </a:lnTo>
                <a:lnTo>
                  <a:pt x="36" y="966"/>
                </a:lnTo>
                <a:lnTo>
                  <a:pt x="36" y="965"/>
                </a:lnTo>
                <a:lnTo>
                  <a:pt x="37" y="965"/>
                </a:lnTo>
                <a:lnTo>
                  <a:pt x="36" y="965"/>
                </a:lnTo>
                <a:lnTo>
                  <a:pt x="36" y="964"/>
                </a:lnTo>
                <a:lnTo>
                  <a:pt x="36" y="963"/>
                </a:lnTo>
                <a:lnTo>
                  <a:pt x="35" y="962"/>
                </a:lnTo>
                <a:lnTo>
                  <a:pt x="35" y="961"/>
                </a:lnTo>
                <a:lnTo>
                  <a:pt x="35" y="960"/>
                </a:lnTo>
                <a:lnTo>
                  <a:pt x="36" y="960"/>
                </a:lnTo>
                <a:lnTo>
                  <a:pt x="36" y="959"/>
                </a:lnTo>
                <a:lnTo>
                  <a:pt x="35" y="959"/>
                </a:lnTo>
                <a:lnTo>
                  <a:pt x="36" y="959"/>
                </a:lnTo>
                <a:lnTo>
                  <a:pt x="36" y="958"/>
                </a:lnTo>
                <a:lnTo>
                  <a:pt x="35" y="958"/>
                </a:lnTo>
                <a:lnTo>
                  <a:pt x="35" y="957"/>
                </a:lnTo>
                <a:lnTo>
                  <a:pt x="34" y="957"/>
                </a:lnTo>
                <a:lnTo>
                  <a:pt x="34" y="956"/>
                </a:lnTo>
                <a:lnTo>
                  <a:pt x="34" y="957"/>
                </a:lnTo>
                <a:lnTo>
                  <a:pt x="33" y="957"/>
                </a:lnTo>
                <a:lnTo>
                  <a:pt x="32" y="957"/>
                </a:lnTo>
                <a:lnTo>
                  <a:pt x="31" y="957"/>
                </a:lnTo>
                <a:lnTo>
                  <a:pt x="30" y="958"/>
                </a:lnTo>
                <a:lnTo>
                  <a:pt x="30" y="957"/>
                </a:lnTo>
                <a:lnTo>
                  <a:pt x="29" y="957"/>
                </a:lnTo>
                <a:lnTo>
                  <a:pt x="29" y="958"/>
                </a:lnTo>
                <a:lnTo>
                  <a:pt x="28" y="958"/>
                </a:lnTo>
                <a:lnTo>
                  <a:pt x="27" y="958"/>
                </a:lnTo>
                <a:lnTo>
                  <a:pt x="26" y="958"/>
                </a:lnTo>
                <a:lnTo>
                  <a:pt x="25" y="958"/>
                </a:lnTo>
                <a:lnTo>
                  <a:pt x="24" y="958"/>
                </a:lnTo>
                <a:lnTo>
                  <a:pt x="23" y="958"/>
                </a:lnTo>
                <a:lnTo>
                  <a:pt x="23" y="959"/>
                </a:lnTo>
                <a:lnTo>
                  <a:pt x="22" y="959"/>
                </a:lnTo>
                <a:lnTo>
                  <a:pt x="22" y="958"/>
                </a:lnTo>
                <a:lnTo>
                  <a:pt x="21" y="957"/>
                </a:lnTo>
                <a:lnTo>
                  <a:pt x="21" y="958"/>
                </a:lnTo>
                <a:lnTo>
                  <a:pt x="20" y="958"/>
                </a:lnTo>
                <a:lnTo>
                  <a:pt x="19" y="959"/>
                </a:lnTo>
                <a:lnTo>
                  <a:pt x="19" y="958"/>
                </a:lnTo>
                <a:lnTo>
                  <a:pt x="18" y="958"/>
                </a:lnTo>
                <a:lnTo>
                  <a:pt x="17" y="958"/>
                </a:lnTo>
                <a:lnTo>
                  <a:pt x="16" y="958"/>
                </a:lnTo>
                <a:lnTo>
                  <a:pt x="16" y="957"/>
                </a:lnTo>
                <a:lnTo>
                  <a:pt x="16" y="958"/>
                </a:lnTo>
                <a:lnTo>
                  <a:pt x="15" y="958"/>
                </a:lnTo>
                <a:lnTo>
                  <a:pt x="14" y="958"/>
                </a:lnTo>
                <a:lnTo>
                  <a:pt x="13" y="958"/>
                </a:lnTo>
                <a:lnTo>
                  <a:pt x="12" y="958"/>
                </a:lnTo>
                <a:lnTo>
                  <a:pt x="11" y="958"/>
                </a:lnTo>
                <a:lnTo>
                  <a:pt x="10" y="958"/>
                </a:lnTo>
                <a:lnTo>
                  <a:pt x="9" y="958"/>
                </a:lnTo>
                <a:lnTo>
                  <a:pt x="9" y="959"/>
                </a:lnTo>
                <a:lnTo>
                  <a:pt x="9" y="958"/>
                </a:lnTo>
                <a:lnTo>
                  <a:pt x="8" y="958"/>
                </a:lnTo>
                <a:lnTo>
                  <a:pt x="9" y="958"/>
                </a:lnTo>
                <a:lnTo>
                  <a:pt x="9" y="957"/>
                </a:lnTo>
                <a:lnTo>
                  <a:pt x="8" y="957"/>
                </a:lnTo>
                <a:lnTo>
                  <a:pt x="8" y="956"/>
                </a:lnTo>
                <a:lnTo>
                  <a:pt x="9" y="956"/>
                </a:lnTo>
                <a:lnTo>
                  <a:pt x="9" y="955"/>
                </a:lnTo>
                <a:lnTo>
                  <a:pt x="9" y="954"/>
                </a:lnTo>
                <a:lnTo>
                  <a:pt x="10" y="954"/>
                </a:lnTo>
                <a:lnTo>
                  <a:pt x="9" y="954"/>
                </a:lnTo>
                <a:lnTo>
                  <a:pt x="10" y="954"/>
                </a:lnTo>
                <a:lnTo>
                  <a:pt x="10" y="953"/>
                </a:lnTo>
                <a:lnTo>
                  <a:pt x="11" y="953"/>
                </a:lnTo>
                <a:lnTo>
                  <a:pt x="11" y="952"/>
                </a:lnTo>
                <a:lnTo>
                  <a:pt x="11" y="951"/>
                </a:lnTo>
                <a:lnTo>
                  <a:pt x="12" y="951"/>
                </a:lnTo>
                <a:lnTo>
                  <a:pt x="12" y="950"/>
                </a:lnTo>
                <a:lnTo>
                  <a:pt x="12" y="949"/>
                </a:lnTo>
                <a:lnTo>
                  <a:pt x="13" y="949"/>
                </a:lnTo>
                <a:lnTo>
                  <a:pt x="13" y="948"/>
                </a:lnTo>
                <a:lnTo>
                  <a:pt x="14" y="947"/>
                </a:lnTo>
                <a:lnTo>
                  <a:pt x="14" y="946"/>
                </a:lnTo>
                <a:lnTo>
                  <a:pt x="14" y="945"/>
                </a:lnTo>
                <a:lnTo>
                  <a:pt x="14" y="944"/>
                </a:lnTo>
                <a:lnTo>
                  <a:pt x="14" y="943"/>
                </a:lnTo>
                <a:lnTo>
                  <a:pt x="14" y="942"/>
                </a:lnTo>
                <a:lnTo>
                  <a:pt x="14" y="941"/>
                </a:lnTo>
                <a:lnTo>
                  <a:pt x="15" y="941"/>
                </a:lnTo>
                <a:lnTo>
                  <a:pt x="15" y="940"/>
                </a:lnTo>
                <a:lnTo>
                  <a:pt x="15" y="938"/>
                </a:lnTo>
                <a:lnTo>
                  <a:pt x="15" y="936"/>
                </a:lnTo>
                <a:lnTo>
                  <a:pt x="16" y="936"/>
                </a:lnTo>
                <a:lnTo>
                  <a:pt x="16" y="935"/>
                </a:lnTo>
                <a:lnTo>
                  <a:pt x="16" y="934"/>
                </a:lnTo>
                <a:lnTo>
                  <a:pt x="16" y="933"/>
                </a:lnTo>
                <a:lnTo>
                  <a:pt x="16" y="932"/>
                </a:lnTo>
                <a:lnTo>
                  <a:pt x="16" y="931"/>
                </a:lnTo>
                <a:lnTo>
                  <a:pt x="16" y="930"/>
                </a:lnTo>
                <a:lnTo>
                  <a:pt x="17" y="930"/>
                </a:lnTo>
                <a:lnTo>
                  <a:pt x="17" y="929"/>
                </a:lnTo>
                <a:lnTo>
                  <a:pt x="17" y="927"/>
                </a:lnTo>
                <a:lnTo>
                  <a:pt x="17" y="926"/>
                </a:lnTo>
                <a:lnTo>
                  <a:pt x="18" y="926"/>
                </a:lnTo>
                <a:lnTo>
                  <a:pt x="18" y="925"/>
                </a:lnTo>
                <a:lnTo>
                  <a:pt x="18" y="924"/>
                </a:lnTo>
                <a:lnTo>
                  <a:pt x="18" y="923"/>
                </a:lnTo>
                <a:lnTo>
                  <a:pt x="18" y="922"/>
                </a:lnTo>
                <a:lnTo>
                  <a:pt x="19" y="922"/>
                </a:lnTo>
                <a:lnTo>
                  <a:pt x="18" y="922"/>
                </a:lnTo>
                <a:lnTo>
                  <a:pt x="18" y="921"/>
                </a:lnTo>
                <a:lnTo>
                  <a:pt x="18" y="919"/>
                </a:lnTo>
                <a:lnTo>
                  <a:pt x="18" y="918"/>
                </a:lnTo>
                <a:lnTo>
                  <a:pt x="18" y="917"/>
                </a:lnTo>
                <a:lnTo>
                  <a:pt x="18" y="916"/>
                </a:lnTo>
                <a:lnTo>
                  <a:pt x="18" y="915"/>
                </a:lnTo>
                <a:lnTo>
                  <a:pt x="18" y="914"/>
                </a:lnTo>
                <a:lnTo>
                  <a:pt x="19" y="914"/>
                </a:lnTo>
                <a:lnTo>
                  <a:pt x="20" y="914"/>
                </a:lnTo>
                <a:lnTo>
                  <a:pt x="20" y="913"/>
                </a:lnTo>
                <a:lnTo>
                  <a:pt x="19" y="913"/>
                </a:lnTo>
                <a:lnTo>
                  <a:pt x="19" y="912"/>
                </a:lnTo>
                <a:lnTo>
                  <a:pt x="19" y="911"/>
                </a:lnTo>
                <a:lnTo>
                  <a:pt x="19" y="910"/>
                </a:lnTo>
                <a:lnTo>
                  <a:pt x="19" y="909"/>
                </a:lnTo>
                <a:lnTo>
                  <a:pt x="19" y="908"/>
                </a:lnTo>
                <a:lnTo>
                  <a:pt x="19" y="906"/>
                </a:lnTo>
                <a:lnTo>
                  <a:pt x="19" y="905"/>
                </a:lnTo>
                <a:lnTo>
                  <a:pt x="19" y="904"/>
                </a:lnTo>
                <a:lnTo>
                  <a:pt x="19" y="903"/>
                </a:lnTo>
                <a:lnTo>
                  <a:pt x="19" y="902"/>
                </a:lnTo>
                <a:lnTo>
                  <a:pt x="19" y="901"/>
                </a:lnTo>
                <a:lnTo>
                  <a:pt x="19" y="900"/>
                </a:lnTo>
                <a:lnTo>
                  <a:pt x="19" y="899"/>
                </a:lnTo>
                <a:lnTo>
                  <a:pt x="18" y="899"/>
                </a:lnTo>
                <a:lnTo>
                  <a:pt x="18" y="900"/>
                </a:lnTo>
                <a:lnTo>
                  <a:pt x="18" y="899"/>
                </a:lnTo>
                <a:lnTo>
                  <a:pt x="17" y="899"/>
                </a:lnTo>
                <a:lnTo>
                  <a:pt x="16" y="898"/>
                </a:lnTo>
                <a:lnTo>
                  <a:pt x="16" y="897"/>
                </a:lnTo>
                <a:lnTo>
                  <a:pt x="16" y="896"/>
                </a:lnTo>
                <a:lnTo>
                  <a:pt x="17" y="896"/>
                </a:lnTo>
                <a:lnTo>
                  <a:pt x="17" y="895"/>
                </a:lnTo>
                <a:lnTo>
                  <a:pt x="18" y="895"/>
                </a:lnTo>
                <a:lnTo>
                  <a:pt x="19" y="895"/>
                </a:lnTo>
                <a:lnTo>
                  <a:pt x="19" y="894"/>
                </a:lnTo>
                <a:lnTo>
                  <a:pt x="20" y="894"/>
                </a:lnTo>
                <a:lnTo>
                  <a:pt x="20" y="892"/>
                </a:lnTo>
                <a:lnTo>
                  <a:pt x="21" y="891"/>
                </a:lnTo>
                <a:lnTo>
                  <a:pt x="22" y="891"/>
                </a:lnTo>
                <a:lnTo>
                  <a:pt x="23" y="891"/>
                </a:lnTo>
                <a:lnTo>
                  <a:pt x="23" y="892"/>
                </a:lnTo>
                <a:lnTo>
                  <a:pt x="24" y="892"/>
                </a:lnTo>
                <a:lnTo>
                  <a:pt x="24" y="891"/>
                </a:lnTo>
                <a:lnTo>
                  <a:pt x="25" y="891"/>
                </a:lnTo>
                <a:lnTo>
                  <a:pt x="26" y="891"/>
                </a:lnTo>
                <a:lnTo>
                  <a:pt x="26" y="890"/>
                </a:lnTo>
                <a:lnTo>
                  <a:pt x="27" y="890"/>
                </a:lnTo>
                <a:lnTo>
                  <a:pt x="28" y="890"/>
                </a:lnTo>
                <a:lnTo>
                  <a:pt x="29" y="890"/>
                </a:lnTo>
                <a:lnTo>
                  <a:pt x="30" y="890"/>
                </a:lnTo>
                <a:lnTo>
                  <a:pt x="30" y="889"/>
                </a:lnTo>
                <a:lnTo>
                  <a:pt x="31" y="889"/>
                </a:lnTo>
                <a:lnTo>
                  <a:pt x="32" y="889"/>
                </a:lnTo>
                <a:lnTo>
                  <a:pt x="32" y="888"/>
                </a:lnTo>
                <a:lnTo>
                  <a:pt x="33" y="888"/>
                </a:lnTo>
                <a:lnTo>
                  <a:pt x="34" y="888"/>
                </a:lnTo>
                <a:lnTo>
                  <a:pt x="35" y="888"/>
                </a:lnTo>
                <a:lnTo>
                  <a:pt x="35" y="887"/>
                </a:lnTo>
                <a:lnTo>
                  <a:pt x="36" y="887"/>
                </a:lnTo>
                <a:lnTo>
                  <a:pt x="37" y="886"/>
                </a:lnTo>
                <a:lnTo>
                  <a:pt x="38" y="886"/>
                </a:lnTo>
                <a:lnTo>
                  <a:pt x="38" y="885"/>
                </a:lnTo>
                <a:lnTo>
                  <a:pt x="38" y="884"/>
                </a:lnTo>
                <a:lnTo>
                  <a:pt x="39" y="884"/>
                </a:lnTo>
                <a:lnTo>
                  <a:pt x="39" y="883"/>
                </a:lnTo>
                <a:lnTo>
                  <a:pt x="40" y="883"/>
                </a:lnTo>
                <a:lnTo>
                  <a:pt x="40" y="882"/>
                </a:lnTo>
                <a:lnTo>
                  <a:pt x="41" y="882"/>
                </a:lnTo>
                <a:lnTo>
                  <a:pt x="41" y="881"/>
                </a:lnTo>
                <a:lnTo>
                  <a:pt x="42" y="881"/>
                </a:lnTo>
                <a:lnTo>
                  <a:pt x="42" y="880"/>
                </a:lnTo>
                <a:lnTo>
                  <a:pt x="42" y="881"/>
                </a:lnTo>
                <a:lnTo>
                  <a:pt x="43" y="881"/>
                </a:lnTo>
                <a:lnTo>
                  <a:pt x="43" y="880"/>
                </a:lnTo>
                <a:lnTo>
                  <a:pt x="43" y="881"/>
                </a:lnTo>
                <a:lnTo>
                  <a:pt x="44" y="881"/>
                </a:lnTo>
                <a:lnTo>
                  <a:pt x="44" y="880"/>
                </a:lnTo>
                <a:lnTo>
                  <a:pt x="45" y="880"/>
                </a:lnTo>
                <a:lnTo>
                  <a:pt x="45" y="879"/>
                </a:lnTo>
                <a:lnTo>
                  <a:pt x="46" y="879"/>
                </a:lnTo>
                <a:lnTo>
                  <a:pt x="46" y="878"/>
                </a:lnTo>
                <a:lnTo>
                  <a:pt x="47" y="878"/>
                </a:lnTo>
                <a:lnTo>
                  <a:pt x="47" y="879"/>
                </a:lnTo>
                <a:lnTo>
                  <a:pt x="48" y="879"/>
                </a:lnTo>
                <a:lnTo>
                  <a:pt x="48" y="880"/>
                </a:lnTo>
                <a:lnTo>
                  <a:pt x="49" y="880"/>
                </a:lnTo>
                <a:lnTo>
                  <a:pt x="50" y="880"/>
                </a:lnTo>
                <a:lnTo>
                  <a:pt x="50" y="881"/>
                </a:lnTo>
                <a:lnTo>
                  <a:pt x="51" y="881"/>
                </a:lnTo>
                <a:lnTo>
                  <a:pt x="51" y="882"/>
                </a:lnTo>
                <a:lnTo>
                  <a:pt x="52" y="882"/>
                </a:lnTo>
                <a:lnTo>
                  <a:pt x="52" y="881"/>
                </a:lnTo>
                <a:lnTo>
                  <a:pt x="53" y="881"/>
                </a:lnTo>
                <a:lnTo>
                  <a:pt x="53" y="882"/>
                </a:lnTo>
                <a:lnTo>
                  <a:pt x="53" y="881"/>
                </a:lnTo>
                <a:lnTo>
                  <a:pt x="54" y="881"/>
                </a:lnTo>
                <a:lnTo>
                  <a:pt x="54" y="882"/>
                </a:lnTo>
                <a:lnTo>
                  <a:pt x="55" y="882"/>
                </a:lnTo>
                <a:lnTo>
                  <a:pt x="56" y="882"/>
                </a:lnTo>
                <a:lnTo>
                  <a:pt x="57" y="882"/>
                </a:lnTo>
                <a:lnTo>
                  <a:pt x="58" y="882"/>
                </a:lnTo>
                <a:lnTo>
                  <a:pt x="58" y="883"/>
                </a:lnTo>
                <a:lnTo>
                  <a:pt x="58" y="882"/>
                </a:lnTo>
                <a:lnTo>
                  <a:pt x="59" y="882"/>
                </a:lnTo>
                <a:lnTo>
                  <a:pt x="60" y="882"/>
                </a:lnTo>
                <a:lnTo>
                  <a:pt x="60" y="881"/>
                </a:lnTo>
                <a:lnTo>
                  <a:pt x="61" y="881"/>
                </a:lnTo>
                <a:lnTo>
                  <a:pt x="61" y="880"/>
                </a:lnTo>
                <a:lnTo>
                  <a:pt x="62" y="880"/>
                </a:lnTo>
                <a:lnTo>
                  <a:pt x="62" y="879"/>
                </a:lnTo>
                <a:lnTo>
                  <a:pt x="63" y="879"/>
                </a:lnTo>
                <a:lnTo>
                  <a:pt x="64" y="878"/>
                </a:lnTo>
                <a:lnTo>
                  <a:pt x="64" y="877"/>
                </a:lnTo>
                <a:lnTo>
                  <a:pt x="64" y="876"/>
                </a:lnTo>
                <a:lnTo>
                  <a:pt x="63" y="876"/>
                </a:lnTo>
                <a:lnTo>
                  <a:pt x="63" y="874"/>
                </a:lnTo>
                <a:lnTo>
                  <a:pt x="63" y="873"/>
                </a:lnTo>
                <a:lnTo>
                  <a:pt x="62" y="873"/>
                </a:lnTo>
                <a:lnTo>
                  <a:pt x="62" y="872"/>
                </a:lnTo>
                <a:lnTo>
                  <a:pt x="61" y="872"/>
                </a:lnTo>
                <a:lnTo>
                  <a:pt x="61" y="871"/>
                </a:lnTo>
                <a:lnTo>
                  <a:pt x="60" y="871"/>
                </a:lnTo>
                <a:lnTo>
                  <a:pt x="60" y="870"/>
                </a:lnTo>
                <a:lnTo>
                  <a:pt x="59" y="871"/>
                </a:lnTo>
                <a:lnTo>
                  <a:pt x="58" y="871"/>
                </a:lnTo>
                <a:lnTo>
                  <a:pt x="57" y="871"/>
                </a:lnTo>
                <a:lnTo>
                  <a:pt x="57" y="870"/>
                </a:lnTo>
                <a:lnTo>
                  <a:pt x="56" y="869"/>
                </a:lnTo>
                <a:lnTo>
                  <a:pt x="55" y="869"/>
                </a:lnTo>
                <a:lnTo>
                  <a:pt x="55" y="868"/>
                </a:lnTo>
                <a:lnTo>
                  <a:pt x="55" y="867"/>
                </a:lnTo>
                <a:lnTo>
                  <a:pt x="54" y="867"/>
                </a:lnTo>
                <a:lnTo>
                  <a:pt x="54" y="866"/>
                </a:lnTo>
                <a:lnTo>
                  <a:pt x="53" y="866"/>
                </a:lnTo>
                <a:lnTo>
                  <a:pt x="53" y="865"/>
                </a:lnTo>
                <a:lnTo>
                  <a:pt x="52" y="865"/>
                </a:lnTo>
                <a:lnTo>
                  <a:pt x="52" y="864"/>
                </a:lnTo>
                <a:lnTo>
                  <a:pt x="52" y="862"/>
                </a:lnTo>
                <a:lnTo>
                  <a:pt x="52" y="861"/>
                </a:lnTo>
                <a:lnTo>
                  <a:pt x="53" y="861"/>
                </a:lnTo>
                <a:lnTo>
                  <a:pt x="53" y="860"/>
                </a:lnTo>
                <a:lnTo>
                  <a:pt x="53" y="859"/>
                </a:lnTo>
                <a:lnTo>
                  <a:pt x="53" y="858"/>
                </a:lnTo>
                <a:lnTo>
                  <a:pt x="53" y="857"/>
                </a:lnTo>
                <a:lnTo>
                  <a:pt x="53" y="856"/>
                </a:lnTo>
                <a:lnTo>
                  <a:pt x="53" y="855"/>
                </a:lnTo>
                <a:lnTo>
                  <a:pt x="53" y="854"/>
                </a:lnTo>
                <a:lnTo>
                  <a:pt x="52" y="854"/>
                </a:lnTo>
                <a:lnTo>
                  <a:pt x="52" y="853"/>
                </a:lnTo>
                <a:lnTo>
                  <a:pt x="51" y="853"/>
                </a:lnTo>
                <a:lnTo>
                  <a:pt x="51" y="852"/>
                </a:lnTo>
                <a:lnTo>
                  <a:pt x="51" y="851"/>
                </a:lnTo>
                <a:lnTo>
                  <a:pt x="51" y="850"/>
                </a:lnTo>
                <a:lnTo>
                  <a:pt x="51" y="849"/>
                </a:lnTo>
                <a:lnTo>
                  <a:pt x="51" y="848"/>
                </a:lnTo>
                <a:lnTo>
                  <a:pt x="52" y="847"/>
                </a:lnTo>
                <a:lnTo>
                  <a:pt x="51" y="847"/>
                </a:lnTo>
                <a:lnTo>
                  <a:pt x="52" y="847"/>
                </a:lnTo>
                <a:lnTo>
                  <a:pt x="52" y="846"/>
                </a:lnTo>
                <a:lnTo>
                  <a:pt x="52" y="845"/>
                </a:lnTo>
                <a:lnTo>
                  <a:pt x="52" y="844"/>
                </a:lnTo>
                <a:lnTo>
                  <a:pt x="52" y="843"/>
                </a:lnTo>
                <a:lnTo>
                  <a:pt x="52" y="842"/>
                </a:lnTo>
                <a:lnTo>
                  <a:pt x="52" y="841"/>
                </a:lnTo>
                <a:lnTo>
                  <a:pt x="53" y="841"/>
                </a:lnTo>
                <a:lnTo>
                  <a:pt x="53" y="840"/>
                </a:lnTo>
                <a:lnTo>
                  <a:pt x="54" y="839"/>
                </a:lnTo>
                <a:lnTo>
                  <a:pt x="53" y="839"/>
                </a:lnTo>
                <a:lnTo>
                  <a:pt x="53" y="838"/>
                </a:lnTo>
                <a:lnTo>
                  <a:pt x="54" y="838"/>
                </a:lnTo>
                <a:lnTo>
                  <a:pt x="54" y="837"/>
                </a:lnTo>
                <a:lnTo>
                  <a:pt x="54" y="836"/>
                </a:lnTo>
                <a:lnTo>
                  <a:pt x="54" y="835"/>
                </a:lnTo>
                <a:lnTo>
                  <a:pt x="54" y="834"/>
                </a:lnTo>
                <a:lnTo>
                  <a:pt x="54" y="833"/>
                </a:lnTo>
                <a:lnTo>
                  <a:pt x="54" y="832"/>
                </a:lnTo>
                <a:lnTo>
                  <a:pt x="53" y="832"/>
                </a:lnTo>
                <a:lnTo>
                  <a:pt x="53" y="831"/>
                </a:lnTo>
                <a:lnTo>
                  <a:pt x="53" y="830"/>
                </a:lnTo>
                <a:lnTo>
                  <a:pt x="54" y="830"/>
                </a:lnTo>
                <a:lnTo>
                  <a:pt x="54" y="829"/>
                </a:lnTo>
                <a:lnTo>
                  <a:pt x="55" y="829"/>
                </a:lnTo>
                <a:lnTo>
                  <a:pt x="55" y="830"/>
                </a:lnTo>
                <a:lnTo>
                  <a:pt x="56" y="830"/>
                </a:lnTo>
                <a:lnTo>
                  <a:pt x="56" y="831"/>
                </a:lnTo>
                <a:lnTo>
                  <a:pt x="57" y="831"/>
                </a:lnTo>
                <a:lnTo>
                  <a:pt x="57" y="830"/>
                </a:lnTo>
                <a:lnTo>
                  <a:pt x="58" y="830"/>
                </a:lnTo>
                <a:lnTo>
                  <a:pt x="58" y="829"/>
                </a:lnTo>
                <a:lnTo>
                  <a:pt x="58" y="828"/>
                </a:lnTo>
                <a:lnTo>
                  <a:pt x="59" y="828"/>
                </a:lnTo>
                <a:lnTo>
                  <a:pt x="60" y="828"/>
                </a:lnTo>
                <a:lnTo>
                  <a:pt x="60" y="827"/>
                </a:lnTo>
                <a:lnTo>
                  <a:pt x="61" y="827"/>
                </a:lnTo>
                <a:lnTo>
                  <a:pt x="61" y="826"/>
                </a:lnTo>
                <a:lnTo>
                  <a:pt x="61" y="825"/>
                </a:lnTo>
                <a:lnTo>
                  <a:pt x="62" y="825"/>
                </a:lnTo>
                <a:lnTo>
                  <a:pt x="62" y="824"/>
                </a:lnTo>
                <a:lnTo>
                  <a:pt x="63" y="824"/>
                </a:lnTo>
                <a:lnTo>
                  <a:pt x="63" y="823"/>
                </a:lnTo>
                <a:lnTo>
                  <a:pt x="64" y="823"/>
                </a:lnTo>
                <a:lnTo>
                  <a:pt x="64" y="822"/>
                </a:lnTo>
                <a:lnTo>
                  <a:pt x="64" y="821"/>
                </a:lnTo>
                <a:lnTo>
                  <a:pt x="65" y="820"/>
                </a:lnTo>
                <a:lnTo>
                  <a:pt x="65" y="819"/>
                </a:lnTo>
                <a:lnTo>
                  <a:pt x="66" y="819"/>
                </a:lnTo>
                <a:lnTo>
                  <a:pt x="66" y="818"/>
                </a:lnTo>
                <a:lnTo>
                  <a:pt x="66" y="817"/>
                </a:lnTo>
                <a:lnTo>
                  <a:pt x="67" y="816"/>
                </a:lnTo>
                <a:lnTo>
                  <a:pt x="68" y="816"/>
                </a:lnTo>
                <a:lnTo>
                  <a:pt x="68" y="815"/>
                </a:lnTo>
                <a:lnTo>
                  <a:pt x="69" y="815"/>
                </a:lnTo>
                <a:lnTo>
                  <a:pt x="69" y="814"/>
                </a:lnTo>
                <a:lnTo>
                  <a:pt x="69" y="813"/>
                </a:lnTo>
                <a:lnTo>
                  <a:pt x="68" y="813"/>
                </a:lnTo>
                <a:lnTo>
                  <a:pt x="69" y="813"/>
                </a:lnTo>
                <a:lnTo>
                  <a:pt x="69" y="812"/>
                </a:lnTo>
                <a:lnTo>
                  <a:pt x="70" y="812"/>
                </a:lnTo>
                <a:lnTo>
                  <a:pt x="70" y="811"/>
                </a:lnTo>
                <a:lnTo>
                  <a:pt x="69" y="811"/>
                </a:lnTo>
                <a:lnTo>
                  <a:pt x="70" y="811"/>
                </a:lnTo>
                <a:lnTo>
                  <a:pt x="70" y="810"/>
                </a:lnTo>
                <a:lnTo>
                  <a:pt x="70" y="809"/>
                </a:lnTo>
                <a:lnTo>
                  <a:pt x="71" y="809"/>
                </a:lnTo>
                <a:lnTo>
                  <a:pt x="71" y="808"/>
                </a:lnTo>
                <a:lnTo>
                  <a:pt x="71" y="807"/>
                </a:lnTo>
                <a:lnTo>
                  <a:pt x="71" y="806"/>
                </a:lnTo>
                <a:lnTo>
                  <a:pt x="72" y="806"/>
                </a:lnTo>
                <a:lnTo>
                  <a:pt x="72" y="805"/>
                </a:lnTo>
                <a:lnTo>
                  <a:pt x="72" y="804"/>
                </a:lnTo>
                <a:lnTo>
                  <a:pt x="73" y="804"/>
                </a:lnTo>
                <a:lnTo>
                  <a:pt x="73" y="803"/>
                </a:lnTo>
                <a:lnTo>
                  <a:pt x="73" y="802"/>
                </a:lnTo>
                <a:lnTo>
                  <a:pt x="73" y="801"/>
                </a:lnTo>
                <a:lnTo>
                  <a:pt x="74" y="801"/>
                </a:lnTo>
                <a:lnTo>
                  <a:pt x="74" y="800"/>
                </a:lnTo>
                <a:lnTo>
                  <a:pt x="74" y="799"/>
                </a:lnTo>
                <a:lnTo>
                  <a:pt x="75" y="799"/>
                </a:lnTo>
                <a:lnTo>
                  <a:pt x="75" y="798"/>
                </a:lnTo>
                <a:lnTo>
                  <a:pt x="76" y="798"/>
                </a:lnTo>
                <a:lnTo>
                  <a:pt x="76" y="797"/>
                </a:lnTo>
                <a:lnTo>
                  <a:pt x="75" y="797"/>
                </a:lnTo>
                <a:lnTo>
                  <a:pt x="76" y="797"/>
                </a:lnTo>
                <a:lnTo>
                  <a:pt x="76" y="796"/>
                </a:lnTo>
                <a:lnTo>
                  <a:pt x="77" y="796"/>
                </a:lnTo>
                <a:lnTo>
                  <a:pt x="77" y="795"/>
                </a:lnTo>
                <a:lnTo>
                  <a:pt x="77" y="794"/>
                </a:lnTo>
                <a:lnTo>
                  <a:pt x="78" y="794"/>
                </a:lnTo>
                <a:lnTo>
                  <a:pt x="78" y="793"/>
                </a:lnTo>
                <a:lnTo>
                  <a:pt x="79" y="793"/>
                </a:lnTo>
                <a:lnTo>
                  <a:pt x="80" y="793"/>
                </a:lnTo>
                <a:lnTo>
                  <a:pt x="80" y="794"/>
                </a:lnTo>
                <a:lnTo>
                  <a:pt x="81" y="794"/>
                </a:lnTo>
                <a:lnTo>
                  <a:pt x="81" y="795"/>
                </a:lnTo>
                <a:lnTo>
                  <a:pt x="82" y="795"/>
                </a:lnTo>
                <a:lnTo>
                  <a:pt x="83" y="795"/>
                </a:lnTo>
                <a:lnTo>
                  <a:pt x="83" y="794"/>
                </a:lnTo>
                <a:lnTo>
                  <a:pt x="83" y="795"/>
                </a:lnTo>
                <a:lnTo>
                  <a:pt x="84" y="795"/>
                </a:lnTo>
                <a:lnTo>
                  <a:pt x="84" y="796"/>
                </a:lnTo>
                <a:lnTo>
                  <a:pt x="84" y="795"/>
                </a:lnTo>
                <a:lnTo>
                  <a:pt x="84" y="796"/>
                </a:lnTo>
                <a:lnTo>
                  <a:pt x="85" y="796"/>
                </a:lnTo>
                <a:lnTo>
                  <a:pt x="85" y="797"/>
                </a:lnTo>
                <a:lnTo>
                  <a:pt x="85" y="798"/>
                </a:lnTo>
                <a:lnTo>
                  <a:pt x="85" y="799"/>
                </a:lnTo>
                <a:lnTo>
                  <a:pt x="86" y="799"/>
                </a:lnTo>
                <a:lnTo>
                  <a:pt x="86" y="800"/>
                </a:lnTo>
                <a:lnTo>
                  <a:pt x="87" y="800"/>
                </a:lnTo>
                <a:lnTo>
                  <a:pt x="87" y="801"/>
                </a:lnTo>
                <a:lnTo>
                  <a:pt x="88" y="801"/>
                </a:lnTo>
                <a:lnTo>
                  <a:pt x="88" y="802"/>
                </a:lnTo>
                <a:lnTo>
                  <a:pt x="88" y="803"/>
                </a:lnTo>
                <a:lnTo>
                  <a:pt x="88" y="804"/>
                </a:lnTo>
                <a:lnTo>
                  <a:pt x="89" y="804"/>
                </a:lnTo>
                <a:lnTo>
                  <a:pt x="89" y="805"/>
                </a:lnTo>
                <a:lnTo>
                  <a:pt x="90" y="805"/>
                </a:lnTo>
                <a:lnTo>
                  <a:pt x="91" y="806"/>
                </a:lnTo>
                <a:lnTo>
                  <a:pt x="92" y="806"/>
                </a:lnTo>
                <a:lnTo>
                  <a:pt x="93" y="806"/>
                </a:lnTo>
                <a:lnTo>
                  <a:pt x="93" y="805"/>
                </a:lnTo>
                <a:lnTo>
                  <a:pt x="93" y="806"/>
                </a:lnTo>
                <a:lnTo>
                  <a:pt x="94" y="806"/>
                </a:lnTo>
                <a:lnTo>
                  <a:pt x="94" y="805"/>
                </a:lnTo>
                <a:lnTo>
                  <a:pt x="95" y="805"/>
                </a:lnTo>
                <a:lnTo>
                  <a:pt x="96" y="805"/>
                </a:lnTo>
                <a:lnTo>
                  <a:pt x="96" y="806"/>
                </a:lnTo>
                <a:lnTo>
                  <a:pt x="96" y="805"/>
                </a:lnTo>
                <a:lnTo>
                  <a:pt x="96" y="806"/>
                </a:lnTo>
                <a:lnTo>
                  <a:pt x="96" y="805"/>
                </a:lnTo>
                <a:lnTo>
                  <a:pt x="97" y="805"/>
                </a:lnTo>
                <a:lnTo>
                  <a:pt x="98" y="804"/>
                </a:lnTo>
                <a:lnTo>
                  <a:pt x="98" y="803"/>
                </a:lnTo>
                <a:lnTo>
                  <a:pt x="99" y="803"/>
                </a:lnTo>
                <a:lnTo>
                  <a:pt x="99" y="802"/>
                </a:lnTo>
                <a:lnTo>
                  <a:pt x="100" y="802"/>
                </a:lnTo>
                <a:lnTo>
                  <a:pt x="100" y="801"/>
                </a:lnTo>
                <a:lnTo>
                  <a:pt x="101" y="801"/>
                </a:lnTo>
                <a:lnTo>
                  <a:pt x="102" y="801"/>
                </a:lnTo>
                <a:lnTo>
                  <a:pt x="102" y="800"/>
                </a:lnTo>
                <a:lnTo>
                  <a:pt x="103" y="800"/>
                </a:lnTo>
                <a:lnTo>
                  <a:pt x="103" y="799"/>
                </a:lnTo>
                <a:lnTo>
                  <a:pt x="104" y="799"/>
                </a:lnTo>
                <a:lnTo>
                  <a:pt x="104" y="798"/>
                </a:lnTo>
                <a:lnTo>
                  <a:pt x="105" y="798"/>
                </a:lnTo>
                <a:lnTo>
                  <a:pt x="105" y="797"/>
                </a:lnTo>
                <a:lnTo>
                  <a:pt x="106" y="797"/>
                </a:lnTo>
                <a:lnTo>
                  <a:pt x="106" y="796"/>
                </a:lnTo>
                <a:lnTo>
                  <a:pt x="106" y="795"/>
                </a:lnTo>
                <a:lnTo>
                  <a:pt x="107" y="795"/>
                </a:lnTo>
                <a:lnTo>
                  <a:pt x="108" y="795"/>
                </a:lnTo>
                <a:lnTo>
                  <a:pt x="108" y="794"/>
                </a:lnTo>
                <a:lnTo>
                  <a:pt x="107" y="794"/>
                </a:lnTo>
                <a:lnTo>
                  <a:pt x="108" y="794"/>
                </a:lnTo>
                <a:lnTo>
                  <a:pt x="108" y="793"/>
                </a:lnTo>
                <a:lnTo>
                  <a:pt x="109" y="793"/>
                </a:lnTo>
                <a:lnTo>
                  <a:pt x="109" y="792"/>
                </a:lnTo>
                <a:lnTo>
                  <a:pt x="109" y="791"/>
                </a:lnTo>
                <a:lnTo>
                  <a:pt x="109" y="790"/>
                </a:lnTo>
                <a:lnTo>
                  <a:pt x="109" y="789"/>
                </a:lnTo>
                <a:lnTo>
                  <a:pt x="110" y="789"/>
                </a:lnTo>
                <a:lnTo>
                  <a:pt x="110" y="788"/>
                </a:lnTo>
                <a:lnTo>
                  <a:pt x="111" y="788"/>
                </a:lnTo>
                <a:lnTo>
                  <a:pt x="112" y="788"/>
                </a:lnTo>
                <a:lnTo>
                  <a:pt x="113" y="788"/>
                </a:lnTo>
                <a:lnTo>
                  <a:pt x="113" y="789"/>
                </a:lnTo>
                <a:lnTo>
                  <a:pt x="114" y="789"/>
                </a:lnTo>
                <a:lnTo>
                  <a:pt x="115" y="789"/>
                </a:lnTo>
                <a:lnTo>
                  <a:pt x="116" y="789"/>
                </a:lnTo>
                <a:lnTo>
                  <a:pt x="117" y="789"/>
                </a:lnTo>
                <a:lnTo>
                  <a:pt x="118" y="789"/>
                </a:lnTo>
                <a:lnTo>
                  <a:pt x="119" y="789"/>
                </a:lnTo>
                <a:lnTo>
                  <a:pt x="119" y="788"/>
                </a:lnTo>
                <a:lnTo>
                  <a:pt x="120" y="788"/>
                </a:lnTo>
                <a:lnTo>
                  <a:pt x="121" y="788"/>
                </a:lnTo>
                <a:lnTo>
                  <a:pt x="121" y="787"/>
                </a:lnTo>
                <a:lnTo>
                  <a:pt x="121" y="786"/>
                </a:lnTo>
                <a:lnTo>
                  <a:pt x="122" y="786"/>
                </a:lnTo>
                <a:lnTo>
                  <a:pt x="121" y="786"/>
                </a:lnTo>
                <a:lnTo>
                  <a:pt x="121" y="785"/>
                </a:lnTo>
                <a:lnTo>
                  <a:pt x="122" y="785"/>
                </a:lnTo>
                <a:lnTo>
                  <a:pt x="122" y="784"/>
                </a:lnTo>
                <a:lnTo>
                  <a:pt x="123" y="784"/>
                </a:lnTo>
                <a:lnTo>
                  <a:pt x="123" y="783"/>
                </a:lnTo>
                <a:lnTo>
                  <a:pt x="124" y="783"/>
                </a:lnTo>
                <a:lnTo>
                  <a:pt x="124" y="784"/>
                </a:lnTo>
                <a:lnTo>
                  <a:pt x="124" y="783"/>
                </a:lnTo>
                <a:lnTo>
                  <a:pt x="125" y="783"/>
                </a:lnTo>
                <a:lnTo>
                  <a:pt x="125" y="782"/>
                </a:lnTo>
                <a:lnTo>
                  <a:pt x="125" y="781"/>
                </a:lnTo>
                <a:lnTo>
                  <a:pt x="126" y="781"/>
                </a:lnTo>
                <a:lnTo>
                  <a:pt x="126" y="780"/>
                </a:lnTo>
                <a:lnTo>
                  <a:pt x="127" y="780"/>
                </a:lnTo>
                <a:lnTo>
                  <a:pt x="127" y="779"/>
                </a:lnTo>
                <a:lnTo>
                  <a:pt x="127" y="778"/>
                </a:lnTo>
                <a:lnTo>
                  <a:pt x="127" y="777"/>
                </a:lnTo>
                <a:lnTo>
                  <a:pt x="127" y="776"/>
                </a:lnTo>
                <a:lnTo>
                  <a:pt x="127" y="775"/>
                </a:lnTo>
                <a:lnTo>
                  <a:pt x="128" y="775"/>
                </a:lnTo>
                <a:lnTo>
                  <a:pt x="128" y="774"/>
                </a:lnTo>
                <a:lnTo>
                  <a:pt x="127" y="774"/>
                </a:lnTo>
                <a:lnTo>
                  <a:pt x="128" y="774"/>
                </a:lnTo>
                <a:lnTo>
                  <a:pt x="128" y="773"/>
                </a:lnTo>
                <a:lnTo>
                  <a:pt x="128" y="772"/>
                </a:lnTo>
                <a:lnTo>
                  <a:pt x="128" y="771"/>
                </a:lnTo>
                <a:lnTo>
                  <a:pt x="129" y="771"/>
                </a:lnTo>
                <a:lnTo>
                  <a:pt x="129" y="772"/>
                </a:lnTo>
                <a:lnTo>
                  <a:pt x="130" y="772"/>
                </a:lnTo>
                <a:lnTo>
                  <a:pt x="130" y="773"/>
                </a:lnTo>
                <a:lnTo>
                  <a:pt x="131" y="773"/>
                </a:lnTo>
                <a:lnTo>
                  <a:pt x="132" y="773"/>
                </a:lnTo>
                <a:lnTo>
                  <a:pt x="133" y="773"/>
                </a:lnTo>
                <a:lnTo>
                  <a:pt x="134" y="773"/>
                </a:lnTo>
                <a:lnTo>
                  <a:pt x="135" y="773"/>
                </a:lnTo>
                <a:lnTo>
                  <a:pt x="135" y="772"/>
                </a:lnTo>
                <a:lnTo>
                  <a:pt x="136" y="772"/>
                </a:lnTo>
                <a:lnTo>
                  <a:pt x="136" y="771"/>
                </a:lnTo>
                <a:lnTo>
                  <a:pt x="136" y="770"/>
                </a:lnTo>
                <a:lnTo>
                  <a:pt x="137" y="770"/>
                </a:lnTo>
                <a:lnTo>
                  <a:pt x="137" y="769"/>
                </a:lnTo>
                <a:lnTo>
                  <a:pt x="137" y="768"/>
                </a:lnTo>
                <a:lnTo>
                  <a:pt x="137" y="767"/>
                </a:lnTo>
                <a:lnTo>
                  <a:pt x="138" y="767"/>
                </a:lnTo>
                <a:lnTo>
                  <a:pt x="138" y="766"/>
                </a:lnTo>
                <a:lnTo>
                  <a:pt x="137" y="766"/>
                </a:lnTo>
                <a:lnTo>
                  <a:pt x="137" y="765"/>
                </a:lnTo>
                <a:lnTo>
                  <a:pt x="136" y="764"/>
                </a:lnTo>
                <a:lnTo>
                  <a:pt x="137" y="764"/>
                </a:lnTo>
                <a:lnTo>
                  <a:pt x="138" y="764"/>
                </a:lnTo>
                <a:lnTo>
                  <a:pt x="138" y="763"/>
                </a:lnTo>
                <a:lnTo>
                  <a:pt x="139" y="762"/>
                </a:lnTo>
                <a:lnTo>
                  <a:pt x="139" y="761"/>
                </a:lnTo>
                <a:lnTo>
                  <a:pt x="139" y="760"/>
                </a:lnTo>
                <a:lnTo>
                  <a:pt x="139" y="759"/>
                </a:lnTo>
                <a:lnTo>
                  <a:pt x="139" y="758"/>
                </a:lnTo>
                <a:lnTo>
                  <a:pt x="138" y="758"/>
                </a:lnTo>
                <a:lnTo>
                  <a:pt x="139" y="758"/>
                </a:lnTo>
                <a:lnTo>
                  <a:pt x="139" y="757"/>
                </a:lnTo>
                <a:lnTo>
                  <a:pt x="139" y="756"/>
                </a:lnTo>
                <a:lnTo>
                  <a:pt x="138" y="756"/>
                </a:lnTo>
                <a:lnTo>
                  <a:pt x="138" y="755"/>
                </a:lnTo>
                <a:lnTo>
                  <a:pt x="137" y="755"/>
                </a:lnTo>
                <a:lnTo>
                  <a:pt x="138" y="755"/>
                </a:lnTo>
                <a:lnTo>
                  <a:pt x="137" y="755"/>
                </a:lnTo>
                <a:lnTo>
                  <a:pt x="137" y="754"/>
                </a:lnTo>
                <a:lnTo>
                  <a:pt x="137" y="753"/>
                </a:lnTo>
                <a:lnTo>
                  <a:pt x="136" y="753"/>
                </a:lnTo>
                <a:lnTo>
                  <a:pt x="136" y="752"/>
                </a:lnTo>
                <a:lnTo>
                  <a:pt x="136" y="751"/>
                </a:lnTo>
                <a:lnTo>
                  <a:pt x="135" y="750"/>
                </a:lnTo>
                <a:lnTo>
                  <a:pt x="136" y="750"/>
                </a:lnTo>
                <a:lnTo>
                  <a:pt x="135" y="750"/>
                </a:lnTo>
                <a:lnTo>
                  <a:pt x="135" y="749"/>
                </a:lnTo>
                <a:lnTo>
                  <a:pt x="134" y="749"/>
                </a:lnTo>
                <a:lnTo>
                  <a:pt x="134" y="748"/>
                </a:lnTo>
                <a:lnTo>
                  <a:pt x="134" y="747"/>
                </a:lnTo>
                <a:lnTo>
                  <a:pt x="135" y="747"/>
                </a:lnTo>
                <a:lnTo>
                  <a:pt x="135" y="746"/>
                </a:lnTo>
                <a:lnTo>
                  <a:pt x="136" y="746"/>
                </a:lnTo>
                <a:lnTo>
                  <a:pt x="137" y="746"/>
                </a:lnTo>
                <a:lnTo>
                  <a:pt x="138" y="746"/>
                </a:lnTo>
                <a:lnTo>
                  <a:pt x="139" y="746"/>
                </a:lnTo>
                <a:lnTo>
                  <a:pt x="139" y="745"/>
                </a:lnTo>
                <a:lnTo>
                  <a:pt x="139" y="746"/>
                </a:lnTo>
                <a:lnTo>
                  <a:pt x="139" y="745"/>
                </a:lnTo>
                <a:lnTo>
                  <a:pt x="140" y="745"/>
                </a:lnTo>
                <a:lnTo>
                  <a:pt x="140" y="744"/>
                </a:lnTo>
                <a:lnTo>
                  <a:pt x="140" y="743"/>
                </a:lnTo>
                <a:lnTo>
                  <a:pt x="141" y="743"/>
                </a:lnTo>
                <a:lnTo>
                  <a:pt x="141" y="742"/>
                </a:lnTo>
                <a:lnTo>
                  <a:pt x="141" y="741"/>
                </a:lnTo>
                <a:lnTo>
                  <a:pt x="142" y="741"/>
                </a:lnTo>
                <a:lnTo>
                  <a:pt x="144" y="741"/>
                </a:lnTo>
                <a:lnTo>
                  <a:pt x="144" y="740"/>
                </a:lnTo>
                <a:lnTo>
                  <a:pt x="145" y="740"/>
                </a:lnTo>
                <a:lnTo>
                  <a:pt x="145" y="739"/>
                </a:lnTo>
                <a:lnTo>
                  <a:pt x="144" y="739"/>
                </a:lnTo>
                <a:lnTo>
                  <a:pt x="145" y="739"/>
                </a:lnTo>
                <a:lnTo>
                  <a:pt x="145" y="738"/>
                </a:lnTo>
                <a:lnTo>
                  <a:pt x="146" y="738"/>
                </a:lnTo>
                <a:lnTo>
                  <a:pt x="146" y="737"/>
                </a:lnTo>
                <a:lnTo>
                  <a:pt x="146" y="736"/>
                </a:lnTo>
                <a:lnTo>
                  <a:pt x="147" y="736"/>
                </a:lnTo>
                <a:lnTo>
                  <a:pt x="146" y="736"/>
                </a:lnTo>
                <a:lnTo>
                  <a:pt x="146" y="735"/>
                </a:lnTo>
                <a:lnTo>
                  <a:pt x="146" y="734"/>
                </a:lnTo>
                <a:lnTo>
                  <a:pt x="145" y="734"/>
                </a:lnTo>
                <a:lnTo>
                  <a:pt x="146" y="734"/>
                </a:lnTo>
                <a:lnTo>
                  <a:pt x="145" y="734"/>
                </a:lnTo>
                <a:lnTo>
                  <a:pt x="145" y="733"/>
                </a:lnTo>
                <a:lnTo>
                  <a:pt x="146" y="733"/>
                </a:lnTo>
                <a:lnTo>
                  <a:pt x="146" y="732"/>
                </a:lnTo>
                <a:lnTo>
                  <a:pt x="145" y="732"/>
                </a:lnTo>
                <a:lnTo>
                  <a:pt x="146" y="732"/>
                </a:lnTo>
                <a:lnTo>
                  <a:pt x="145" y="731"/>
                </a:lnTo>
                <a:lnTo>
                  <a:pt x="145" y="730"/>
                </a:lnTo>
                <a:lnTo>
                  <a:pt x="145" y="729"/>
                </a:lnTo>
                <a:lnTo>
                  <a:pt x="144" y="729"/>
                </a:lnTo>
                <a:lnTo>
                  <a:pt x="144" y="728"/>
                </a:lnTo>
                <a:lnTo>
                  <a:pt x="144" y="727"/>
                </a:lnTo>
                <a:lnTo>
                  <a:pt x="144" y="726"/>
                </a:lnTo>
                <a:lnTo>
                  <a:pt x="144" y="725"/>
                </a:lnTo>
                <a:lnTo>
                  <a:pt x="143" y="725"/>
                </a:lnTo>
                <a:lnTo>
                  <a:pt x="144" y="725"/>
                </a:lnTo>
                <a:lnTo>
                  <a:pt x="145" y="725"/>
                </a:lnTo>
                <a:lnTo>
                  <a:pt x="146" y="725"/>
                </a:lnTo>
                <a:lnTo>
                  <a:pt x="147" y="726"/>
                </a:lnTo>
                <a:lnTo>
                  <a:pt x="147" y="727"/>
                </a:lnTo>
                <a:lnTo>
                  <a:pt x="147" y="728"/>
                </a:lnTo>
                <a:lnTo>
                  <a:pt x="148" y="728"/>
                </a:lnTo>
                <a:lnTo>
                  <a:pt x="149" y="728"/>
                </a:lnTo>
                <a:lnTo>
                  <a:pt x="150" y="727"/>
                </a:lnTo>
                <a:lnTo>
                  <a:pt x="151" y="727"/>
                </a:lnTo>
                <a:lnTo>
                  <a:pt x="152" y="728"/>
                </a:lnTo>
                <a:lnTo>
                  <a:pt x="152" y="729"/>
                </a:lnTo>
                <a:lnTo>
                  <a:pt x="153" y="729"/>
                </a:lnTo>
                <a:lnTo>
                  <a:pt x="154" y="729"/>
                </a:lnTo>
                <a:lnTo>
                  <a:pt x="155" y="729"/>
                </a:lnTo>
                <a:lnTo>
                  <a:pt x="155" y="730"/>
                </a:lnTo>
                <a:lnTo>
                  <a:pt x="156" y="730"/>
                </a:lnTo>
                <a:lnTo>
                  <a:pt x="156" y="729"/>
                </a:lnTo>
                <a:lnTo>
                  <a:pt x="157" y="729"/>
                </a:lnTo>
                <a:lnTo>
                  <a:pt x="158" y="730"/>
                </a:lnTo>
                <a:lnTo>
                  <a:pt x="159" y="730"/>
                </a:lnTo>
                <a:lnTo>
                  <a:pt x="159" y="731"/>
                </a:lnTo>
                <a:lnTo>
                  <a:pt x="160" y="731"/>
                </a:lnTo>
                <a:lnTo>
                  <a:pt x="161" y="731"/>
                </a:lnTo>
                <a:lnTo>
                  <a:pt x="161" y="732"/>
                </a:lnTo>
                <a:lnTo>
                  <a:pt x="161" y="733"/>
                </a:lnTo>
                <a:lnTo>
                  <a:pt x="162" y="733"/>
                </a:lnTo>
                <a:lnTo>
                  <a:pt x="163" y="733"/>
                </a:lnTo>
                <a:lnTo>
                  <a:pt x="163" y="734"/>
                </a:lnTo>
                <a:lnTo>
                  <a:pt x="163" y="735"/>
                </a:lnTo>
                <a:lnTo>
                  <a:pt x="164" y="735"/>
                </a:lnTo>
                <a:lnTo>
                  <a:pt x="164" y="736"/>
                </a:lnTo>
                <a:lnTo>
                  <a:pt x="165" y="736"/>
                </a:lnTo>
                <a:lnTo>
                  <a:pt x="165" y="737"/>
                </a:lnTo>
                <a:lnTo>
                  <a:pt x="166" y="737"/>
                </a:lnTo>
                <a:lnTo>
                  <a:pt x="166" y="738"/>
                </a:lnTo>
                <a:lnTo>
                  <a:pt x="167" y="738"/>
                </a:lnTo>
                <a:lnTo>
                  <a:pt x="166" y="738"/>
                </a:lnTo>
                <a:lnTo>
                  <a:pt x="167" y="738"/>
                </a:lnTo>
                <a:lnTo>
                  <a:pt x="167" y="739"/>
                </a:lnTo>
                <a:lnTo>
                  <a:pt x="166" y="739"/>
                </a:lnTo>
                <a:lnTo>
                  <a:pt x="166" y="740"/>
                </a:lnTo>
                <a:lnTo>
                  <a:pt x="167" y="740"/>
                </a:lnTo>
                <a:lnTo>
                  <a:pt x="167" y="741"/>
                </a:lnTo>
                <a:lnTo>
                  <a:pt x="167" y="742"/>
                </a:lnTo>
                <a:lnTo>
                  <a:pt x="168" y="742"/>
                </a:lnTo>
                <a:lnTo>
                  <a:pt x="168" y="743"/>
                </a:lnTo>
                <a:lnTo>
                  <a:pt x="169" y="743"/>
                </a:lnTo>
                <a:lnTo>
                  <a:pt x="170" y="743"/>
                </a:lnTo>
                <a:lnTo>
                  <a:pt x="170" y="742"/>
                </a:lnTo>
                <a:lnTo>
                  <a:pt x="171" y="741"/>
                </a:lnTo>
                <a:lnTo>
                  <a:pt x="171" y="740"/>
                </a:lnTo>
                <a:lnTo>
                  <a:pt x="172" y="740"/>
                </a:lnTo>
                <a:lnTo>
                  <a:pt x="173" y="740"/>
                </a:lnTo>
                <a:lnTo>
                  <a:pt x="173" y="739"/>
                </a:lnTo>
                <a:lnTo>
                  <a:pt x="174" y="739"/>
                </a:lnTo>
                <a:lnTo>
                  <a:pt x="174" y="738"/>
                </a:lnTo>
                <a:lnTo>
                  <a:pt x="175" y="738"/>
                </a:lnTo>
                <a:lnTo>
                  <a:pt x="175" y="737"/>
                </a:lnTo>
                <a:lnTo>
                  <a:pt x="176" y="737"/>
                </a:lnTo>
                <a:lnTo>
                  <a:pt x="177" y="737"/>
                </a:lnTo>
                <a:lnTo>
                  <a:pt x="177" y="738"/>
                </a:lnTo>
                <a:lnTo>
                  <a:pt x="178" y="738"/>
                </a:lnTo>
                <a:lnTo>
                  <a:pt x="179" y="738"/>
                </a:lnTo>
                <a:lnTo>
                  <a:pt x="179" y="737"/>
                </a:lnTo>
                <a:lnTo>
                  <a:pt x="180" y="737"/>
                </a:lnTo>
                <a:lnTo>
                  <a:pt x="180" y="736"/>
                </a:lnTo>
                <a:lnTo>
                  <a:pt x="181" y="736"/>
                </a:lnTo>
                <a:lnTo>
                  <a:pt x="181" y="735"/>
                </a:lnTo>
                <a:lnTo>
                  <a:pt x="182" y="735"/>
                </a:lnTo>
                <a:lnTo>
                  <a:pt x="182" y="734"/>
                </a:lnTo>
                <a:lnTo>
                  <a:pt x="184" y="734"/>
                </a:lnTo>
                <a:lnTo>
                  <a:pt x="185" y="734"/>
                </a:lnTo>
                <a:lnTo>
                  <a:pt x="186" y="734"/>
                </a:lnTo>
                <a:lnTo>
                  <a:pt x="186" y="733"/>
                </a:lnTo>
                <a:lnTo>
                  <a:pt x="187" y="733"/>
                </a:lnTo>
                <a:lnTo>
                  <a:pt x="187" y="732"/>
                </a:lnTo>
                <a:lnTo>
                  <a:pt x="188" y="731"/>
                </a:lnTo>
                <a:lnTo>
                  <a:pt x="188" y="730"/>
                </a:lnTo>
                <a:lnTo>
                  <a:pt x="187" y="730"/>
                </a:lnTo>
                <a:lnTo>
                  <a:pt x="188" y="730"/>
                </a:lnTo>
                <a:lnTo>
                  <a:pt x="188" y="729"/>
                </a:lnTo>
                <a:lnTo>
                  <a:pt x="187" y="729"/>
                </a:lnTo>
                <a:lnTo>
                  <a:pt x="187" y="728"/>
                </a:lnTo>
                <a:lnTo>
                  <a:pt x="188" y="727"/>
                </a:lnTo>
                <a:lnTo>
                  <a:pt x="187" y="727"/>
                </a:lnTo>
                <a:lnTo>
                  <a:pt x="187" y="726"/>
                </a:lnTo>
                <a:lnTo>
                  <a:pt x="187" y="725"/>
                </a:lnTo>
                <a:lnTo>
                  <a:pt x="188" y="725"/>
                </a:lnTo>
                <a:lnTo>
                  <a:pt x="188" y="724"/>
                </a:lnTo>
                <a:lnTo>
                  <a:pt x="188" y="723"/>
                </a:lnTo>
                <a:lnTo>
                  <a:pt x="188" y="722"/>
                </a:lnTo>
                <a:lnTo>
                  <a:pt x="189" y="722"/>
                </a:lnTo>
                <a:lnTo>
                  <a:pt x="189" y="721"/>
                </a:lnTo>
                <a:lnTo>
                  <a:pt x="189" y="720"/>
                </a:lnTo>
                <a:lnTo>
                  <a:pt x="190" y="720"/>
                </a:lnTo>
                <a:lnTo>
                  <a:pt x="190" y="719"/>
                </a:lnTo>
                <a:lnTo>
                  <a:pt x="191" y="719"/>
                </a:lnTo>
                <a:lnTo>
                  <a:pt x="191" y="718"/>
                </a:lnTo>
                <a:lnTo>
                  <a:pt x="192" y="718"/>
                </a:lnTo>
                <a:lnTo>
                  <a:pt x="193" y="718"/>
                </a:lnTo>
                <a:lnTo>
                  <a:pt x="193" y="717"/>
                </a:lnTo>
                <a:lnTo>
                  <a:pt x="194" y="717"/>
                </a:lnTo>
                <a:lnTo>
                  <a:pt x="195" y="717"/>
                </a:lnTo>
                <a:lnTo>
                  <a:pt x="196" y="717"/>
                </a:lnTo>
                <a:lnTo>
                  <a:pt x="197" y="717"/>
                </a:lnTo>
                <a:lnTo>
                  <a:pt x="197" y="716"/>
                </a:lnTo>
                <a:lnTo>
                  <a:pt x="197" y="717"/>
                </a:lnTo>
                <a:lnTo>
                  <a:pt x="198" y="717"/>
                </a:lnTo>
                <a:lnTo>
                  <a:pt x="198" y="716"/>
                </a:lnTo>
                <a:lnTo>
                  <a:pt x="198" y="715"/>
                </a:lnTo>
                <a:lnTo>
                  <a:pt x="199" y="715"/>
                </a:lnTo>
                <a:lnTo>
                  <a:pt x="199" y="714"/>
                </a:lnTo>
                <a:lnTo>
                  <a:pt x="199" y="713"/>
                </a:lnTo>
                <a:lnTo>
                  <a:pt x="200" y="713"/>
                </a:lnTo>
                <a:lnTo>
                  <a:pt x="200" y="712"/>
                </a:lnTo>
                <a:lnTo>
                  <a:pt x="200" y="711"/>
                </a:lnTo>
                <a:lnTo>
                  <a:pt x="199" y="711"/>
                </a:lnTo>
                <a:lnTo>
                  <a:pt x="199" y="710"/>
                </a:lnTo>
                <a:lnTo>
                  <a:pt x="199" y="709"/>
                </a:lnTo>
                <a:lnTo>
                  <a:pt x="199" y="708"/>
                </a:lnTo>
                <a:lnTo>
                  <a:pt x="199" y="707"/>
                </a:lnTo>
                <a:lnTo>
                  <a:pt x="199" y="706"/>
                </a:lnTo>
                <a:lnTo>
                  <a:pt x="199" y="705"/>
                </a:lnTo>
                <a:lnTo>
                  <a:pt x="200" y="705"/>
                </a:lnTo>
                <a:lnTo>
                  <a:pt x="200" y="704"/>
                </a:lnTo>
                <a:lnTo>
                  <a:pt x="201" y="704"/>
                </a:lnTo>
                <a:lnTo>
                  <a:pt x="201" y="703"/>
                </a:lnTo>
                <a:lnTo>
                  <a:pt x="202" y="703"/>
                </a:lnTo>
                <a:lnTo>
                  <a:pt x="203" y="703"/>
                </a:lnTo>
                <a:lnTo>
                  <a:pt x="203" y="702"/>
                </a:lnTo>
                <a:lnTo>
                  <a:pt x="203" y="701"/>
                </a:lnTo>
                <a:lnTo>
                  <a:pt x="203" y="700"/>
                </a:lnTo>
                <a:lnTo>
                  <a:pt x="202" y="700"/>
                </a:lnTo>
                <a:lnTo>
                  <a:pt x="202" y="699"/>
                </a:lnTo>
                <a:lnTo>
                  <a:pt x="202" y="698"/>
                </a:lnTo>
                <a:lnTo>
                  <a:pt x="202" y="697"/>
                </a:lnTo>
                <a:lnTo>
                  <a:pt x="203" y="697"/>
                </a:lnTo>
                <a:lnTo>
                  <a:pt x="203" y="696"/>
                </a:lnTo>
                <a:lnTo>
                  <a:pt x="204" y="696"/>
                </a:lnTo>
                <a:lnTo>
                  <a:pt x="204" y="695"/>
                </a:lnTo>
                <a:lnTo>
                  <a:pt x="205" y="695"/>
                </a:lnTo>
                <a:lnTo>
                  <a:pt x="205" y="694"/>
                </a:lnTo>
                <a:lnTo>
                  <a:pt x="205" y="693"/>
                </a:lnTo>
                <a:lnTo>
                  <a:pt x="205" y="692"/>
                </a:lnTo>
                <a:lnTo>
                  <a:pt x="206" y="692"/>
                </a:lnTo>
                <a:lnTo>
                  <a:pt x="206" y="691"/>
                </a:lnTo>
                <a:lnTo>
                  <a:pt x="207" y="691"/>
                </a:lnTo>
                <a:lnTo>
                  <a:pt x="208" y="691"/>
                </a:lnTo>
                <a:lnTo>
                  <a:pt x="209" y="691"/>
                </a:lnTo>
                <a:lnTo>
                  <a:pt x="209" y="690"/>
                </a:lnTo>
                <a:lnTo>
                  <a:pt x="210" y="690"/>
                </a:lnTo>
                <a:lnTo>
                  <a:pt x="210" y="689"/>
                </a:lnTo>
                <a:lnTo>
                  <a:pt x="211" y="689"/>
                </a:lnTo>
                <a:lnTo>
                  <a:pt x="211" y="688"/>
                </a:lnTo>
                <a:lnTo>
                  <a:pt x="210" y="688"/>
                </a:lnTo>
                <a:lnTo>
                  <a:pt x="211" y="688"/>
                </a:lnTo>
                <a:lnTo>
                  <a:pt x="210" y="688"/>
                </a:lnTo>
                <a:lnTo>
                  <a:pt x="210" y="687"/>
                </a:lnTo>
                <a:lnTo>
                  <a:pt x="211" y="687"/>
                </a:lnTo>
                <a:lnTo>
                  <a:pt x="212" y="686"/>
                </a:lnTo>
                <a:lnTo>
                  <a:pt x="213" y="686"/>
                </a:lnTo>
                <a:lnTo>
                  <a:pt x="213" y="685"/>
                </a:lnTo>
                <a:lnTo>
                  <a:pt x="214" y="685"/>
                </a:lnTo>
                <a:lnTo>
                  <a:pt x="215" y="685"/>
                </a:lnTo>
                <a:lnTo>
                  <a:pt x="216" y="685"/>
                </a:lnTo>
                <a:lnTo>
                  <a:pt x="216" y="686"/>
                </a:lnTo>
                <a:lnTo>
                  <a:pt x="217" y="686"/>
                </a:lnTo>
                <a:lnTo>
                  <a:pt x="217" y="685"/>
                </a:lnTo>
                <a:lnTo>
                  <a:pt x="218" y="685"/>
                </a:lnTo>
                <a:lnTo>
                  <a:pt x="219" y="685"/>
                </a:lnTo>
                <a:lnTo>
                  <a:pt x="220" y="686"/>
                </a:lnTo>
                <a:lnTo>
                  <a:pt x="221" y="686"/>
                </a:lnTo>
                <a:lnTo>
                  <a:pt x="221" y="687"/>
                </a:lnTo>
                <a:lnTo>
                  <a:pt x="222" y="687"/>
                </a:lnTo>
                <a:lnTo>
                  <a:pt x="222" y="688"/>
                </a:lnTo>
                <a:lnTo>
                  <a:pt x="221" y="688"/>
                </a:lnTo>
                <a:lnTo>
                  <a:pt x="221" y="689"/>
                </a:lnTo>
                <a:lnTo>
                  <a:pt x="222" y="689"/>
                </a:lnTo>
                <a:lnTo>
                  <a:pt x="222" y="690"/>
                </a:lnTo>
                <a:lnTo>
                  <a:pt x="222" y="689"/>
                </a:lnTo>
                <a:lnTo>
                  <a:pt x="223" y="689"/>
                </a:lnTo>
                <a:lnTo>
                  <a:pt x="223" y="690"/>
                </a:lnTo>
                <a:lnTo>
                  <a:pt x="224" y="690"/>
                </a:lnTo>
                <a:lnTo>
                  <a:pt x="224" y="691"/>
                </a:lnTo>
                <a:lnTo>
                  <a:pt x="225" y="691"/>
                </a:lnTo>
                <a:lnTo>
                  <a:pt x="225" y="692"/>
                </a:lnTo>
                <a:lnTo>
                  <a:pt x="226" y="692"/>
                </a:lnTo>
                <a:lnTo>
                  <a:pt x="227" y="692"/>
                </a:lnTo>
                <a:lnTo>
                  <a:pt x="228" y="692"/>
                </a:lnTo>
                <a:lnTo>
                  <a:pt x="228" y="693"/>
                </a:lnTo>
                <a:lnTo>
                  <a:pt x="228" y="694"/>
                </a:lnTo>
                <a:lnTo>
                  <a:pt x="229" y="694"/>
                </a:lnTo>
                <a:lnTo>
                  <a:pt x="229" y="693"/>
                </a:lnTo>
                <a:lnTo>
                  <a:pt x="230" y="693"/>
                </a:lnTo>
                <a:lnTo>
                  <a:pt x="230" y="694"/>
                </a:lnTo>
                <a:lnTo>
                  <a:pt x="231" y="694"/>
                </a:lnTo>
                <a:lnTo>
                  <a:pt x="231" y="695"/>
                </a:lnTo>
                <a:lnTo>
                  <a:pt x="232" y="695"/>
                </a:lnTo>
                <a:lnTo>
                  <a:pt x="232" y="696"/>
                </a:lnTo>
                <a:lnTo>
                  <a:pt x="233" y="696"/>
                </a:lnTo>
                <a:lnTo>
                  <a:pt x="233" y="695"/>
                </a:lnTo>
                <a:lnTo>
                  <a:pt x="233" y="694"/>
                </a:lnTo>
                <a:lnTo>
                  <a:pt x="234" y="694"/>
                </a:lnTo>
                <a:lnTo>
                  <a:pt x="235" y="694"/>
                </a:lnTo>
                <a:lnTo>
                  <a:pt x="235" y="693"/>
                </a:lnTo>
                <a:lnTo>
                  <a:pt x="236" y="693"/>
                </a:lnTo>
                <a:lnTo>
                  <a:pt x="236" y="692"/>
                </a:lnTo>
                <a:lnTo>
                  <a:pt x="237" y="692"/>
                </a:lnTo>
                <a:lnTo>
                  <a:pt x="238" y="692"/>
                </a:lnTo>
                <a:lnTo>
                  <a:pt x="239" y="692"/>
                </a:lnTo>
                <a:lnTo>
                  <a:pt x="239" y="691"/>
                </a:lnTo>
                <a:lnTo>
                  <a:pt x="240" y="691"/>
                </a:lnTo>
                <a:lnTo>
                  <a:pt x="240" y="690"/>
                </a:lnTo>
                <a:lnTo>
                  <a:pt x="240" y="689"/>
                </a:lnTo>
                <a:lnTo>
                  <a:pt x="241" y="689"/>
                </a:lnTo>
                <a:lnTo>
                  <a:pt x="241" y="688"/>
                </a:lnTo>
                <a:lnTo>
                  <a:pt x="241" y="687"/>
                </a:lnTo>
                <a:lnTo>
                  <a:pt x="242" y="687"/>
                </a:lnTo>
                <a:lnTo>
                  <a:pt x="243" y="687"/>
                </a:lnTo>
                <a:lnTo>
                  <a:pt x="244" y="687"/>
                </a:lnTo>
                <a:lnTo>
                  <a:pt x="244" y="686"/>
                </a:lnTo>
                <a:lnTo>
                  <a:pt x="245" y="686"/>
                </a:lnTo>
                <a:lnTo>
                  <a:pt x="245" y="685"/>
                </a:lnTo>
                <a:lnTo>
                  <a:pt x="246" y="685"/>
                </a:lnTo>
                <a:lnTo>
                  <a:pt x="246" y="684"/>
                </a:lnTo>
                <a:lnTo>
                  <a:pt x="246" y="683"/>
                </a:lnTo>
                <a:lnTo>
                  <a:pt x="246" y="682"/>
                </a:lnTo>
                <a:lnTo>
                  <a:pt x="246" y="681"/>
                </a:lnTo>
                <a:lnTo>
                  <a:pt x="246" y="680"/>
                </a:lnTo>
                <a:lnTo>
                  <a:pt x="246" y="679"/>
                </a:lnTo>
                <a:lnTo>
                  <a:pt x="246" y="678"/>
                </a:lnTo>
                <a:lnTo>
                  <a:pt x="246" y="677"/>
                </a:lnTo>
                <a:lnTo>
                  <a:pt x="246" y="676"/>
                </a:lnTo>
                <a:lnTo>
                  <a:pt x="246" y="675"/>
                </a:lnTo>
                <a:lnTo>
                  <a:pt x="245" y="675"/>
                </a:lnTo>
                <a:lnTo>
                  <a:pt x="244" y="674"/>
                </a:lnTo>
                <a:lnTo>
                  <a:pt x="243" y="674"/>
                </a:lnTo>
                <a:lnTo>
                  <a:pt x="243" y="673"/>
                </a:lnTo>
                <a:lnTo>
                  <a:pt x="243" y="672"/>
                </a:lnTo>
                <a:lnTo>
                  <a:pt x="243" y="671"/>
                </a:lnTo>
                <a:lnTo>
                  <a:pt x="243" y="670"/>
                </a:lnTo>
                <a:lnTo>
                  <a:pt x="243" y="669"/>
                </a:lnTo>
                <a:lnTo>
                  <a:pt x="243" y="668"/>
                </a:lnTo>
                <a:lnTo>
                  <a:pt x="242" y="668"/>
                </a:lnTo>
                <a:lnTo>
                  <a:pt x="242" y="667"/>
                </a:lnTo>
                <a:lnTo>
                  <a:pt x="241" y="666"/>
                </a:lnTo>
                <a:lnTo>
                  <a:pt x="240" y="666"/>
                </a:lnTo>
                <a:lnTo>
                  <a:pt x="240" y="665"/>
                </a:lnTo>
                <a:lnTo>
                  <a:pt x="239" y="665"/>
                </a:lnTo>
                <a:lnTo>
                  <a:pt x="239" y="664"/>
                </a:lnTo>
                <a:lnTo>
                  <a:pt x="238" y="664"/>
                </a:lnTo>
                <a:lnTo>
                  <a:pt x="239" y="664"/>
                </a:lnTo>
                <a:lnTo>
                  <a:pt x="238" y="663"/>
                </a:lnTo>
                <a:lnTo>
                  <a:pt x="239" y="663"/>
                </a:lnTo>
                <a:lnTo>
                  <a:pt x="238" y="663"/>
                </a:lnTo>
                <a:lnTo>
                  <a:pt x="237" y="663"/>
                </a:lnTo>
                <a:lnTo>
                  <a:pt x="237" y="662"/>
                </a:lnTo>
                <a:lnTo>
                  <a:pt x="236" y="662"/>
                </a:lnTo>
                <a:lnTo>
                  <a:pt x="236" y="661"/>
                </a:lnTo>
                <a:lnTo>
                  <a:pt x="236" y="660"/>
                </a:lnTo>
                <a:lnTo>
                  <a:pt x="235" y="660"/>
                </a:lnTo>
                <a:lnTo>
                  <a:pt x="234" y="660"/>
                </a:lnTo>
                <a:lnTo>
                  <a:pt x="233" y="660"/>
                </a:lnTo>
                <a:lnTo>
                  <a:pt x="233" y="661"/>
                </a:lnTo>
                <a:lnTo>
                  <a:pt x="233" y="660"/>
                </a:lnTo>
                <a:lnTo>
                  <a:pt x="232" y="660"/>
                </a:lnTo>
                <a:lnTo>
                  <a:pt x="231" y="660"/>
                </a:lnTo>
                <a:lnTo>
                  <a:pt x="230" y="660"/>
                </a:lnTo>
                <a:lnTo>
                  <a:pt x="231" y="659"/>
                </a:lnTo>
                <a:lnTo>
                  <a:pt x="231" y="658"/>
                </a:lnTo>
                <a:lnTo>
                  <a:pt x="231" y="657"/>
                </a:lnTo>
                <a:lnTo>
                  <a:pt x="230" y="657"/>
                </a:lnTo>
                <a:lnTo>
                  <a:pt x="230" y="656"/>
                </a:lnTo>
                <a:lnTo>
                  <a:pt x="230" y="654"/>
                </a:lnTo>
                <a:lnTo>
                  <a:pt x="230" y="653"/>
                </a:lnTo>
                <a:lnTo>
                  <a:pt x="230" y="652"/>
                </a:lnTo>
                <a:lnTo>
                  <a:pt x="229" y="652"/>
                </a:lnTo>
                <a:lnTo>
                  <a:pt x="230" y="652"/>
                </a:lnTo>
                <a:lnTo>
                  <a:pt x="230" y="651"/>
                </a:lnTo>
                <a:lnTo>
                  <a:pt x="230" y="650"/>
                </a:lnTo>
                <a:lnTo>
                  <a:pt x="229" y="650"/>
                </a:lnTo>
                <a:lnTo>
                  <a:pt x="229" y="649"/>
                </a:lnTo>
                <a:lnTo>
                  <a:pt x="229" y="648"/>
                </a:lnTo>
                <a:lnTo>
                  <a:pt x="229" y="647"/>
                </a:lnTo>
                <a:lnTo>
                  <a:pt x="229" y="646"/>
                </a:lnTo>
                <a:lnTo>
                  <a:pt x="229" y="645"/>
                </a:lnTo>
                <a:lnTo>
                  <a:pt x="229" y="644"/>
                </a:lnTo>
                <a:lnTo>
                  <a:pt x="229" y="643"/>
                </a:lnTo>
                <a:lnTo>
                  <a:pt x="229" y="642"/>
                </a:lnTo>
                <a:lnTo>
                  <a:pt x="229" y="641"/>
                </a:lnTo>
                <a:lnTo>
                  <a:pt x="228" y="641"/>
                </a:lnTo>
                <a:lnTo>
                  <a:pt x="228" y="640"/>
                </a:lnTo>
                <a:lnTo>
                  <a:pt x="228" y="639"/>
                </a:lnTo>
                <a:lnTo>
                  <a:pt x="227" y="639"/>
                </a:lnTo>
                <a:lnTo>
                  <a:pt x="226" y="639"/>
                </a:lnTo>
                <a:lnTo>
                  <a:pt x="225" y="639"/>
                </a:lnTo>
                <a:lnTo>
                  <a:pt x="226" y="639"/>
                </a:lnTo>
                <a:lnTo>
                  <a:pt x="226" y="638"/>
                </a:lnTo>
                <a:lnTo>
                  <a:pt x="226" y="637"/>
                </a:lnTo>
                <a:lnTo>
                  <a:pt x="227" y="637"/>
                </a:lnTo>
                <a:lnTo>
                  <a:pt x="227" y="636"/>
                </a:lnTo>
                <a:lnTo>
                  <a:pt x="226" y="636"/>
                </a:lnTo>
                <a:lnTo>
                  <a:pt x="226" y="635"/>
                </a:lnTo>
                <a:lnTo>
                  <a:pt x="227" y="635"/>
                </a:lnTo>
                <a:lnTo>
                  <a:pt x="226" y="635"/>
                </a:lnTo>
                <a:lnTo>
                  <a:pt x="227" y="635"/>
                </a:lnTo>
                <a:lnTo>
                  <a:pt x="227" y="634"/>
                </a:lnTo>
                <a:lnTo>
                  <a:pt x="226" y="634"/>
                </a:lnTo>
                <a:lnTo>
                  <a:pt x="226" y="633"/>
                </a:lnTo>
                <a:lnTo>
                  <a:pt x="226" y="632"/>
                </a:lnTo>
                <a:lnTo>
                  <a:pt x="225" y="632"/>
                </a:lnTo>
                <a:lnTo>
                  <a:pt x="225" y="631"/>
                </a:lnTo>
                <a:lnTo>
                  <a:pt x="225" y="630"/>
                </a:lnTo>
                <a:lnTo>
                  <a:pt x="225" y="629"/>
                </a:lnTo>
                <a:lnTo>
                  <a:pt x="226" y="629"/>
                </a:lnTo>
                <a:lnTo>
                  <a:pt x="226" y="628"/>
                </a:lnTo>
                <a:lnTo>
                  <a:pt x="227" y="628"/>
                </a:lnTo>
                <a:lnTo>
                  <a:pt x="227" y="627"/>
                </a:lnTo>
                <a:lnTo>
                  <a:pt x="227" y="626"/>
                </a:lnTo>
                <a:lnTo>
                  <a:pt x="227" y="625"/>
                </a:lnTo>
                <a:lnTo>
                  <a:pt x="228" y="625"/>
                </a:lnTo>
                <a:lnTo>
                  <a:pt x="228" y="626"/>
                </a:lnTo>
                <a:lnTo>
                  <a:pt x="229" y="626"/>
                </a:lnTo>
                <a:lnTo>
                  <a:pt x="229" y="627"/>
                </a:lnTo>
                <a:lnTo>
                  <a:pt x="230" y="627"/>
                </a:lnTo>
                <a:lnTo>
                  <a:pt x="231" y="627"/>
                </a:lnTo>
                <a:lnTo>
                  <a:pt x="232" y="627"/>
                </a:lnTo>
                <a:lnTo>
                  <a:pt x="232" y="626"/>
                </a:lnTo>
                <a:lnTo>
                  <a:pt x="233" y="626"/>
                </a:lnTo>
                <a:lnTo>
                  <a:pt x="233" y="625"/>
                </a:lnTo>
                <a:lnTo>
                  <a:pt x="234" y="625"/>
                </a:lnTo>
                <a:lnTo>
                  <a:pt x="235" y="624"/>
                </a:lnTo>
                <a:lnTo>
                  <a:pt x="236" y="624"/>
                </a:lnTo>
                <a:lnTo>
                  <a:pt x="236" y="625"/>
                </a:lnTo>
                <a:lnTo>
                  <a:pt x="237" y="625"/>
                </a:lnTo>
                <a:lnTo>
                  <a:pt x="238" y="625"/>
                </a:lnTo>
                <a:lnTo>
                  <a:pt x="239" y="625"/>
                </a:lnTo>
                <a:lnTo>
                  <a:pt x="240" y="626"/>
                </a:lnTo>
                <a:lnTo>
                  <a:pt x="240" y="627"/>
                </a:lnTo>
                <a:lnTo>
                  <a:pt x="241" y="627"/>
                </a:lnTo>
                <a:lnTo>
                  <a:pt x="241" y="628"/>
                </a:lnTo>
                <a:lnTo>
                  <a:pt x="241" y="629"/>
                </a:lnTo>
                <a:lnTo>
                  <a:pt x="242" y="630"/>
                </a:lnTo>
                <a:lnTo>
                  <a:pt x="242" y="631"/>
                </a:lnTo>
                <a:lnTo>
                  <a:pt x="241" y="631"/>
                </a:lnTo>
                <a:lnTo>
                  <a:pt x="241" y="632"/>
                </a:lnTo>
                <a:lnTo>
                  <a:pt x="241" y="633"/>
                </a:lnTo>
                <a:lnTo>
                  <a:pt x="240" y="633"/>
                </a:lnTo>
                <a:lnTo>
                  <a:pt x="240" y="635"/>
                </a:lnTo>
                <a:lnTo>
                  <a:pt x="240" y="636"/>
                </a:lnTo>
                <a:lnTo>
                  <a:pt x="240" y="637"/>
                </a:lnTo>
                <a:lnTo>
                  <a:pt x="242" y="637"/>
                </a:lnTo>
                <a:lnTo>
                  <a:pt x="242" y="636"/>
                </a:lnTo>
                <a:lnTo>
                  <a:pt x="242" y="635"/>
                </a:lnTo>
                <a:lnTo>
                  <a:pt x="243" y="635"/>
                </a:lnTo>
                <a:lnTo>
                  <a:pt x="244" y="635"/>
                </a:lnTo>
                <a:lnTo>
                  <a:pt x="244" y="634"/>
                </a:lnTo>
                <a:lnTo>
                  <a:pt x="245" y="634"/>
                </a:lnTo>
                <a:lnTo>
                  <a:pt x="246" y="633"/>
                </a:lnTo>
                <a:lnTo>
                  <a:pt x="246" y="632"/>
                </a:lnTo>
                <a:lnTo>
                  <a:pt x="247" y="632"/>
                </a:lnTo>
                <a:lnTo>
                  <a:pt x="248" y="632"/>
                </a:lnTo>
                <a:lnTo>
                  <a:pt x="248" y="633"/>
                </a:lnTo>
                <a:lnTo>
                  <a:pt x="248" y="632"/>
                </a:lnTo>
                <a:lnTo>
                  <a:pt x="248" y="631"/>
                </a:lnTo>
                <a:lnTo>
                  <a:pt x="249" y="631"/>
                </a:lnTo>
                <a:lnTo>
                  <a:pt x="250" y="631"/>
                </a:lnTo>
                <a:lnTo>
                  <a:pt x="250" y="630"/>
                </a:lnTo>
                <a:lnTo>
                  <a:pt x="251" y="630"/>
                </a:lnTo>
                <a:lnTo>
                  <a:pt x="251" y="629"/>
                </a:lnTo>
                <a:lnTo>
                  <a:pt x="252" y="629"/>
                </a:lnTo>
                <a:lnTo>
                  <a:pt x="251" y="629"/>
                </a:lnTo>
                <a:lnTo>
                  <a:pt x="251" y="627"/>
                </a:lnTo>
                <a:lnTo>
                  <a:pt x="251" y="626"/>
                </a:lnTo>
                <a:lnTo>
                  <a:pt x="250" y="626"/>
                </a:lnTo>
                <a:lnTo>
                  <a:pt x="250" y="625"/>
                </a:lnTo>
                <a:lnTo>
                  <a:pt x="250" y="624"/>
                </a:lnTo>
                <a:lnTo>
                  <a:pt x="250" y="623"/>
                </a:lnTo>
                <a:lnTo>
                  <a:pt x="251" y="623"/>
                </a:lnTo>
                <a:lnTo>
                  <a:pt x="252" y="623"/>
                </a:lnTo>
                <a:lnTo>
                  <a:pt x="253" y="623"/>
                </a:lnTo>
                <a:lnTo>
                  <a:pt x="253" y="622"/>
                </a:lnTo>
                <a:lnTo>
                  <a:pt x="254" y="622"/>
                </a:lnTo>
                <a:lnTo>
                  <a:pt x="254" y="621"/>
                </a:lnTo>
                <a:lnTo>
                  <a:pt x="254" y="620"/>
                </a:lnTo>
                <a:lnTo>
                  <a:pt x="255" y="620"/>
                </a:lnTo>
                <a:lnTo>
                  <a:pt x="255" y="619"/>
                </a:lnTo>
                <a:lnTo>
                  <a:pt x="255" y="618"/>
                </a:lnTo>
                <a:lnTo>
                  <a:pt x="255" y="617"/>
                </a:lnTo>
                <a:lnTo>
                  <a:pt x="254" y="616"/>
                </a:lnTo>
                <a:lnTo>
                  <a:pt x="254" y="615"/>
                </a:lnTo>
                <a:lnTo>
                  <a:pt x="253" y="615"/>
                </a:lnTo>
                <a:lnTo>
                  <a:pt x="253" y="614"/>
                </a:lnTo>
                <a:lnTo>
                  <a:pt x="253" y="613"/>
                </a:lnTo>
                <a:lnTo>
                  <a:pt x="254" y="613"/>
                </a:lnTo>
                <a:lnTo>
                  <a:pt x="254" y="612"/>
                </a:lnTo>
                <a:lnTo>
                  <a:pt x="253" y="612"/>
                </a:lnTo>
                <a:lnTo>
                  <a:pt x="253" y="611"/>
                </a:lnTo>
                <a:lnTo>
                  <a:pt x="253" y="610"/>
                </a:lnTo>
                <a:lnTo>
                  <a:pt x="252" y="610"/>
                </a:lnTo>
                <a:lnTo>
                  <a:pt x="252" y="609"/>
                </a:lnTo>
                <a:lnTo>
                  <a:pt x="252" y="608"/>
                </a:lnTo>
                <a:lnTo>
                  <a:pt x="251" y="608"/>
                </a:lnTo>
                <a:lnTo>
                  <a:pt x="251" y="607"/>
                </a:lnTo>
                <a:lnTo>
                  <a:pt x="251" y="606"/>
                </a:lnTo>
                <a:lnTo>
                  <a:pt x="250" y="606"/>
                </a:lnTo>
                <a:lnTo>
                  <a:pt x="249" y="606"/>
                </a:lnTo>
                <a:lnTo>
                  <a:pt x="249" y="607"/>
                </a:lnTo>
                <a:lnTo>
                  <a:pt x="248" y="607"/>
                </a:lnTo>
                <a:lnTo>
                  <a:pt x="248" y="608"/>
                </a:lnTo>
                <a:lnTo>
                  <a:pt x="248" y="607"/>
                </a:lnTo>
                <a:lnTo>
                  <a:pt x="247" y="607"/>
                </a:lnTo>
                <a:lnTo>
                  <a:pt x="247" y="606"/>
                </a:lnTo>
                <a:lnTo>
                  <a:pt x="246" y="606"/>
                </a:lnTo>
                <a:lnTo>
                  <a:pt x="245" y="606"/>
                </a:lnTo>
                <a:lnTo>
                  <a:pt x="244" y="606"/>
                </a:lnTo>
                <a:lnTo>
                  <a:pt x="244" y="605"/>
                </a:lnTo>
                <a:lnTo>
                  <a:pt x="245" y="605"/>
                </a:lnTo>
                <a:lnTo>
                  <a:pt x="245" y="604"/>
                </a:lnTo>
                <a:lnTo>
                  <a:pt x="246" y="604"/>
                </a:lnTo>
                <a:lnTo>
                  <a:pt x="246" y="603"/>
                </a:lnTo>
                <a:lnTo>
                  <a:pt x="246" y="602"/>
                </a:lnTo>
                <a:lnTo>
                  <a:pt x="246" y="601"/>
                </a:lnTo>
                <a:lnTo>
                  <a:pt x="246" y="600"/>
                </a:lnTo>
                <a:lnTo>
                  <a:pt x="246" y="599"/>
                </a:lnTo>
                <a:lnTo>
                  <a:pt x="246" y="598"/>
                </a:lnTo>
                <a:lnTo>
                  <a:pt x="246" y="597"/>
                </a:lnTo>
                <a:lnTo>
                  <a:pt x="246" y="596"/>
                </a:lnTo>
                <a:lnTo>
                  <a:pt x="247" y="596"/>
                </a:lnTo>
                <a:lnTo>
                  <a:pt x="247" y="595"/>
                </a:lnTo>
                <a:lnTo>
                  <a:pt x="248" y="595"/>
                </a:lnTo>
                <a:lnTo>
                  <a:pt x="248" y="594"/>
                </a:lnTo>
                <a:lnTo>
                  <a:pt x="247" y="594"/>
                </a:lnTo>
                <a:lnTo>
                  <a:pt x="247" y="593"/>
                </a:lnTo>
                <a:lnTo>
                  <a:pt x="247" y="592"/>
                </a:lnTo>
                <a:lnTo>
                  <a:pt x="248" y="592"/>
                </a:lnTo>
                <a:lnTo>
                  <a:pt x="248" y="591"/>
                </a:lnTo>
                <a:lnTo>
                  <a:pt x="249" y="591"/>
                </a:lnTo>
                <a:lnTo>
                  <a:pt x="250" y="590"/>
                </a:lnTo>
                <a:lnTo>
                  <a:pt x="251" y="590"/>
                </a:lnTo>
                <a:lnTo>
                  <a:pt x="251" y="589"/>
                </a:lnTo>
                <a:lnTo>
                  <a:pt x="252" y="589"/>
                </a:lnTo>
                <a:lnTo>
                  <a:pt x="252" y="588"/>
                </a:lnTo>
                <a:lnTo>
                  <a:pt x="253" y="588"/>
                </a:lnTo>
                <a:lnTo>
                  <a:pt x="253" y="587"/>
                </a:lnTo>
                <a:lnTo>
                  <a:pt x="254" y="587"/>
                </a:lnTo>
                <a:lnTo>
                  <a:pt x="254" y="586"/>
                </a:lnTo>
                <a:lnTo>
                  <a:pt x="255" y="586"/>
                </a:lnTo>
                <a:lnTo>
                  <a:pt x="255" y="585"/>
                </a:lnTo>
                <a:lnTo>
                  <a:pt x="256" y="585"/>
                </a:lnTo>
                <a:lnTo>
                  <a:pt x="256" y="584"/>
                </a:lnTo>
                <a:lnTo>
                  <a:pt x="257" y="584"/>
                </a:lnTo>
                <a:lnTo>
                  <a:pt x="257" y="583"/>
                </a:lnTo>
                <a:lnTo>
                  <a:pt x="257" y="582"/>
                </a:lnTo>
                <a:lnTo>
                  <a:pt x="256" y="582"/>
                </a:lnTo>
                <a:lnTo>
                  <a:pt x="256" y="581"/>
                </a:lnTo>
                <a:lnTo>
                  <a:pt x="256" y="580"/>
                </a:lnTo>
                <a:lnTo>
                  <a:pt x="256" y="579"/>
                </a:lnTo>
                <a:lnTo>
                  <a:pt x="257" y="579"/>
                </a:lnTo>
                <a:lnTo>
                  <a:pt x="257" y="578"/>
                </a:lnTo>
                <a:lnTo>
                  <a:pt x="258" y="577"/>
                </a:lnTo>
                <a:lnTo>
                  <a:pt x="259" y="577"/>
                </a:lnTo>
                <a:lnTo>
                  <a:pt x="259" y="576"/>
                </a:lnTo>
                <a:lnTo>
                  <a:pt x="259" y="575"/>
                </a:lnTo>
                <a:lnTo>
                  <a:pt x="259" y="574"/>
                </a:lnTo>
                <a:lnTo>
                  <a:pt x="259" y="573"/>
                </a:lnTo>
                <a:lnTo>
                  <a:pt x="260" y="573"/>
                </a:lnTo>
                <a:lnTo>
                  <a:pt x="260" y="572"/>
                </a:lnTo>
                <a:lnTo>
                  <a:pt x="260" y="571"/>
                </a:lnTo>
                <a:lnTo>
                  <a:pt x="260" y="570"/>
                </a:lnTo>
                <a:lnTo>
                  <a:pt x="261" y="570"/>
                </a:lnTo>
                <a:lnTo>
                  <a:pt x="261" y="569"/>
                </a:lnTo>
                <a:lnTo>
                  <a:pt x="261" y="568"/>
                </a:lnTo>
                <a:lnTo>
                  <a:pt x="260" y="568"/>
                </a:lnTo>
                <a:lnTo>
                  <a:pt x="260" y="567"/>
                </a:lnTo>
                <a:lnTo>
                  <a:pt x="259" y="567"/>
                </a:lnTo>
                <a:lnTo>
                  <a:pt x="259" y="566"/>
                </a:lnTo>
                <a:lnTo>
                  <a:pt x="260" y="566"/>
                </a:lnTo>
                <a:lnTo>
                  <a:pt x="260" y="565"/>
                </a:lnTo>
                <a:lnTo>
                  <a:pt x="261" y="565"/>
                </a:lnTo>
                <a:lnTo>
                  <a:pt x="261" y="564"/>
                </a:lnTo>
                <a:lnTo>
                  <a:pt x="260" y="564"/>
                </a:lnTo>
                <a:lnTo>
                  <a:pt x="260" y="563"/>
                </a:lnTo>
                <a:lnTo>
                  <a:pt x="261" y="563"/>
                </a:lnTo>
                <a:lnTo>
                  <a:pt x="261" y="562"/>
                </a:lnTo>
                <a:lnTo>
                  <a:pt x="261" y="561"/>
                </a:lnTo>
                <a:lnTo>
                  <a:pt x="261" y="560"/>
                </a:lnTo>
                <a:lnTo>
                  <a:pt x="262" y="560"/>
                </a:lnTo>
                <a:lnTo>
                  <a:pt x="262" y="559"/>
                </a:lnTo>
                <a:lnTo>
                  <a:pt x="261" y="559"/>
                </a:lnTo>
                <a:lnTo>
                  <a:pt x="261" y="558"/>
                </a:lnTo>
                <a:lnTo>
                  <a:pt x="262" y="558"/>
                </a:lnTo>
                <a:lnTo>
                  <a:pt x="262" y="557"/>
                </a:lnTo>
                <a:lnTo>
                  <a:pt x="262" y="556"/>
                </a:lnTo>
                <a:lnTo>
                  <a:pt x="263" y="556"/>
                </a:lnTo>
                <a:lnTo>
                  <a:pt x="263" y="555"/>
                </a:lnTo>
                <a:lnTo>
                  <a:pt x="263" y="554"/>
                </a:lnTo>
                <a:lnTo>
                  <a:pt x="263" y="553"/>
                </a:lnTo>
                <a:lnTo>
                  <a:pt x="262" y="553"/>
                </a:lnTo>
                <a:lnTo>
                  <a:pt x="262" y="552"/>
                </a:lnTo>
                <a:lnTo>
                  <a:pt x="262" y="551"/>
                </a:lnTo>
                <a:lnTo>
                  <a:pt x="263" y="551"/>
                </a:lnTo>
                <a:lnTo>
                  <a:pt x="263" y="550"/>
                </a:lnTo>
                <a:lnTo>
                  <a:pt x="263" y="549"/>
                </a:lnTo>
                <a:lnTo>
                  <a:pt x="263" y="548"/>
                </a:lnTo>
                <a:lnTo>
                  <a:pt x="263" y="547"/>
                </a:lnTo>
                <a:lnTo>
                  <a:pt x="263" y="546"/>
                </a:lnTo>
                <a:lnTo>
                  <a:pt x="263" y="545"/>
                </a:lnTo>
                <a:lnTo>
                  <a:pt x="263" y="544"/>
                </a:lnTo>
                <a:lnTo>
                  <a:pt x="263" y="543"/>
                </a:lnTo>
                <a:lnTo>
                  <a:pt x="263" y="542"/>
                </a:lnTo>
                <a:lnTo>
                  <a:pt x="263" y="541"/>
                </a:lnTo>
                <a:lnTo>
                  <a:pt x="264" y="541"/>
                </a:lnTo>
                <a:lnTo>
                  <a:pt x="264" y="540"/>
                </a:lnTo>
                <a:lnTo>
                  <a:pt x="264" y="539"/>
                </a:lnTo>
                <a:lnTo>
                  <a:pt x="265" y="539"/>
                </a:lnTo>
                <a:lnTo>
                  <a:pt x="266" y="539"/>
                </a:lnTo>
                <a:lnTo>
                  <a:pt x="266" y="538"/>
                </a:lnTo>
                <a:lnTo>
                  <a:pt x="267" y="538"/>
                </a:lnTo>
                <a:lnTo>
                  <a:pt x="267" y="537"/>
                </a:lnTo>
                <a:lnTo>
                  <a:pt x="267" y="536"/>
                </a:lnTo>
                <a:lnTo>
                  <a:pt x="268" y="536"/>
                </a:lnTo>
                <a:lnTo>
                  <a:pt x="268" y="535"/>
                </a:lnTo>
                <a:lnTo>
                  <a:pt x="268" y="534"/>
                </a:lnTo>
                <a:lnTo>
                  <a:pt x="269" y="534"/>
                </a:lnTo>
                <a:lnTo>
                  <a:pt x="269" y="533"/>
                </a:lnTo>
                <a:lnTo>
                  <a:pt x="269" y="532"/>
                </a:lnTo>
                <a:lnTo>
                  <a:pt x="268" y="532"/>
                </a:lnTo>
                <a:lnTo>
                  <a:pt x="268" y="530"/>
                </a:lnTo>
                <a:lnTo>
                  <a:pt x="269" y="530"/>
                </a:lnTo>
                <a:lnTo>
                  <a:pt x="269" y="529"/>
                </a:lnTo>
                <a:lnTo>
                  <a:pt x="269" y="528"/>
                </a:lnTo>
                <a:lnTo>
                  <a:pt x="268" y="528"/>
                </a:lnTo>
                <a:lnTo>
                  <a:pt x="268" y="527"/>
                </a:lnTo>
                <a:lnTo>
                  <a:pt x="268" y="526"/>
                </a:lnTo>
                <a:lnTo>
                  <a:pt x="267" y="526"/>
                </a:lnTo>
                <a:lnTo>
                  <a:pt x="267" y="525"/>
                </a:lnTo>
                <a:lnTo>
                  <a:pt x="267" y="524"/>
                </a:lnTo>
                <a:lnTo>
                  <a:pt x="267" y="523"/>
                </a:lnTo>
                <a:lnTo>
                  <a:pt x="267" y="522"/>
                </a:lnTo>
                <a:lnTo>
                  <a:pt x="266" y="522"/>
                </a:lnTo>
                <a:lnTo>
                  <a:pt x="266" y="521"/>
                </a:lnTo>
                <a:lnTo>
                  <a:pt x="266" y="520"/>
                </a:lnTo>
                <a:lnTo>
                  <a:pt x="267" y="520"/>
                </a:lnTo>
                <a:lnTo>
                  <a:pt x="267" y="519"/>
                </a:lnTo>
                <a:lnTo>
                  <a:pt x="267" y="518"/>
                </a:lnTo>
                <a:lnTo>
                  <a:pt x="267" y="517"/>
                </a:lnTo>
                <a:lnTo>
                  <a:pt x="268" y="517"/>
                </a:lnTo>
                <a:lnTo>
                  <a:pt x="268" y="516"/>
                </a:lnTo>
                <a:lnTo>
                  <a:pt x="268" y="515"/>
                </a:lnTo>
                <a:lnTo>
                  <a:pt x="266" y="515"/>
                </a:lnTo>
                <a:lnTo>
                  <a:pt x="265" y="515"/>
                </a:lnTo>
                <a:lnTo>
                  <a:pt x="265" y="514"/>
                </a:lnTo>
                <a:lnTo>
                  <a:pt x="265" y="513"/>
                </a:lnTo>
                <a:lnTo>
                  <a:pt x="264" y="513"/>
                </a:lnTo>
                <a:lnTo>
                  <a:pt x="264" y="512"/>
                </a:lnTo>
                <a:lnTo>
                  <a:pt x="264" y="511"/>
                </a:lnTo>
                <a:lnTo>
                  <a:pt x="263" y="511"/>
                </a:lnTo>
                <a:lnTo>
                  <a:pt x="263" y="510"/>
                </a:lnTo>
                <a:lnTo>
                  <a:pt x="264" y="510"/>
                </a:lnTo>
                <a:lnTo>
                  <a:pt x="264" y="509"/>
                </a:lnTo>
                <a:lnTo>
                  <a:pt x="264" y="508"/>
                </a:lnTo>
                <a:lnTo>
                  <a:pt x="265" y="508"/>
                </a:lnTo>
                <a:lnTo>
                  <a:pt x="265" y="507"/>
                </a:lnTo>
                <a:lnTo>
                  <a:pt x="265" y="506"/>
                </a:lnTo>
                <a:lnTo>
                  <a:pt x="266" y="506"/>
                </a:lnTo>
                <a:lnTo>
                  <a:pt x="265" y="506"/>
                </a:lnTo>
                <a:lnTo>
                  <a:pt x="265" y="505"/>
                </a:lnTo>
                <a:lnTo>
                  <a:pt x="265" y="504"/>
                </a:lnTo>
                <a:lnTo>
                  <a:pt x="266" y="504"/>
                </a:lnTo>
                <a:lnTo>
                  <a:pt x="266" y="502"/>
                </a:lnTo>
                <a:lnTo>
                  <a:pt x="266" y="500"/>
                </a:lnTo>
                <a:lnTo>
                  <a:pt x="267" y="500"/>
                </a:lnTo>
                <a:lnTo>
                  <a:pt x="267" y="499"/>
                </a:lnTo>
                <a:lnTo>
                  <a:pt x="267" y="498"/>
                </a:lnTo>
                <a:lnTo>
                  <a:pt x="267" y="497"/>
                </a:lnTo>
                <a:lnTo>
                  <a:pt x="267" y="496"/>
                </a:lnTo>
                <a:lnTo>
                  <a:pt x="267" y="495"/>
                </a:lnTo>
                <a:lnTo>
                  <a:pt x="267" y="494"/>
                </a:lnTo>
                <a:lnTo>
                  <a:pt x="268" y="494"/>
                </a:lnTo>
                <a:lnTo>
                  <a:pt x="268" y="493"/>
                </a:lnTo>
                <a:lnTo>
                  <a:pt x="268" y="492"/>
                </a:lnTo>
                <a:lnTo>
                  <a:pt x="268" y="491"/>
                </a:lnTo>
                <a:lnTo>
                  <a:pt x="267" y="491"/>
                </a:lnTo>
                <a:lnTo>
                  <a:pt x="267" y="490"/>
                </a:lnTo>
                <a:lnTo>
                  <a:pt x="267" y="489"/>
                </a:lnTo>
                <a:lnTo>
                  <a:pt x="266" y="489"/>
                </a:lnTo>
                <a:lnTo>
                  <a:pt x="266" y="488"/>
                </a:lnTo>
                <a:lnTo>
                  <a:pt x="266" y="487"/>
                </a:lnTo>
                <a:lnTo>
                  <a:pt x="265" y="487"/>
                </a:lnTo>
                <a:lnTo>
                  <a:pt x="265" y="486"/>
                </a:lnTo>
                <a:lnTo>
                  <a:pt x="265" y="485"/>
                </a:lnTo>
                <a:lnTo>
                  <a:pt x="264" y="485"/>
                </a:lnTo>
                <a:lnTo>
                  <a:pt x="264" y="484"/>
                </a:lnTo>
                <a:lnTo>
                  <a:pt x="264" y="483"/>
                </a:lnTo>
                <a:lnTo>
                  <a:pt x="263" y="483"/>
                </a:lnTo>
                <a:lnTo>
                  <a:pt x="263" y="482"/>
                </a:lnTo>
                <a:lnTo>
                  <a:pt x="263" y="481"/>
                </a:lnTo>
                <a:lnTo>
                  <a:pt x="264" y="481"/>
                </a:lnTo>
                <a:lnTo>
                  <a:pt x="264" y="480"/>
                </a:lnTo>
                <a:lnTo>
                  <a:pt x="265" y="480"/>
                </a:lnTo>
                <a:lnTo>
                  <a:pt x="265" y="479"/>
                </a:lnTo>
                <a:lnTo>
                  <a:pt x="266" y="479"/>
                </a:lnTo>
                <a:lnTo>
                  <a:pt x="266" y="478"/>
                </a:lnTo>
                <a:lnTo>
                  <a:pt x="267" y="478"/>
                </a:lnTo>
                <a:lnTo>
                  <a:pt x="267" y="477"/>
                </a:lnTo>
                <a:lnTo>
                  <a:pt x="268" y="477"/>
                </a:lnTo>
                <a:lnTo>
                  <a:pt x="268" y="476"/>
                </a:lnTo>
                <a:lnTo>
                  <a:pt x="268" y="475"/>
                </a:lnTo>
                <a:lnTo>
                  <a:pt x="268" y="474"/>
                </a:lnTo>
                <a:lnTo>
                  <a:pt x="268" y="473"/>
                </a:lnTo>
                <a:lnTo>
                  <a:pt x="268" y="472"/>
                </a:lnTo>
                <a:lnTo>
                  <a:pt x="268" y="471"/>
                </a:lnTo>
                <a:lnTo>
                  <a:pt x="268" y="470"/>
                </a:lnTo>
                <a:lnTo>
                  <a:pt x="268" y="469"/>
                </a:lnTo>
                <a:lnTo>
                  <a:pt x="268" y="468"/>
                </a:lnTo>
                <a:lnTo>
                  <a:pt x="268" y="467"/>
                </a:lnTo>
                <a:lnTo>
                  <a:pt x="267" y="467"/>
                </a:lnTo>
                <a:lnTo>
                  <a:pt x="267" y="466"/>
                </a:lnTo>
                <a:lnTo>
                  <a:pt x="266" y="466"/>
                </a:lnTo>
                <a:lnTo>
                  <a:pt x="266" y="465"/>
                </a:lnTo>
                <a:lnTo>
                  <a:pt x="267" y="465"/>
                </a:lnTo>
                <a:lnTo>
                  <a:pt x="267" y="464"/>
                </a:lnTo>
                <a:lnTo>
                  <a:pt x="267" y="463"/>
                </a:lnTo>
                <a:lnTo>
                  <a:pt x="267" y="462"/>
                </a:lnTo>
                <a:lnTo>
                  <a:pt x="266" y="461"/>
                </a:lnTo>
                <a:lnTo>
                  <a:pt x="267" y="461"/>
                </a:lnTo>
                <a:lnTo>
                  <a:pt x="266" y="461"/>
                </a:lnTo>
                <a:lnTo>
                  <a:pt x="266" y="460"/>
                </a:lnTo>
                <a:lnTo>
                  <a:pt x="266" y="459"/>
                </a:lnTo>
                <a:lnTo>
                  <a:pt x="265" y="459"/>
                </a:lnTo>
                <a:lnTo>
                  <a:pt x="265" y="458"/>
                </a:lnTo>
                <a:lnTo>
                  <a:pt x="266" y="457"/>
                </a:lnTo>
                <a:lnTo>
                  <a:pt x="266" y="456"/>
                </a:lnTo>
                <a:lnTo>
                  <a:pt x="266" y="455"/>
                </a:lnTo>
                <a:lnTo>
                  <a:pt x="267" y="455"/>
                </a:lnTo>
                <a:lnTo>
                  <a:pt x="267" y="454"/>
                </a:lnTo>
                <a:lnTo>
                  <a:pt x="267" y="453"/>
                </a:lnTo>
                <a:lnTo>
                  <a:pt x="267" y="452"/>
                </a:lnTo>
                <a:lnTo>
                  <a:pt x="266" y="452"/>
                </a:lnTo>
                <a:lnTo>
                  <a:pt x="265" y="452"/>
                </a:lnTo>
                <a:lnTo>
                  <a:pt x="265" y="451"/>
                </a:lnTo>
                <a:lnTo>
                  <a:pt x="265" y="450"/>
                </a:lnTo>
                <a:lnTo>
                  <a:pt x="266" y="450"/>
                </a:lnTo>
                <a:lnTo>
                  <a:pt x="267" y="450"/>
                </a:lnTo>
                <a:lnTo>
                  <a:pt x="267" y="449"/>
                </a:lnTo>
                <a:lnTo>
                  <a:pt x="268" y="449"/>
                </a:lnTo>
                <a:lnTo>
                  <a:pt x="268" y="448"/>
                </a:lnTo>
                <a:lnTo>
                  <a:pt x="269" y="448"/>
                </a:lnTo>
                <a:lnTo>
                  <a:pt x="270" y="448"/>
                </a:lnTo>
                <a:lnTo>
                  <a:pt x="271" y="448"/>
                </a:lnTo>
                <a:lnTo>
                  <a:pt x="271" y="446"/>
                </a:lnTo>
                <a:lnTo>
                  <a:pt x="271" y="445"/>
                </a:lnTo>
                <a:lnTo>
                  <a:pt x="272" y="445"/>
                </a:lnTo>
                <a:lnTo>
                  <a:pt x="272" y="444"/>
                </a:lnTo>
                <a:lnTo>
                  <a:pt x="272" y="443"/>
                </a:lnTo>
                <a:lnTo>
                  <a:pt x="272" y="442"/>
                </a:lnTo>
                <a:lnTo>
                  <a:pt x="272" y="441"/>
                </a:lnTo>
                <a:lnTo>
                  <a:pt x="271" y="441"/>
                </a:lnTo>
                <a:lnTo>
                  <a:pt x="271" y="440"/>
                </a:lnTo>
                <a:lnTo>
                  <a:pt x="270" y="440"/>
                </a:lnTo>
                <a:lnTo>
                  <a:pt x="269" y="439"/>
                </a:lnTo>
                <a:lnTo>
                  <a:pt x="269" y="438"/>
                </a:lnTo>
                <a:lnTo>
                  <a:pt x="269" y="437"/>
                </a:lnTo>
                <a:lnTo>
                  <a:pt x="268" y="437"/>
                </a:lnTo>
                <a:lnTo>
                  <a:pt x="267" y="437"/>
                </a:lnTo>
                <a:lnTo>
                  <a:pt x="266" y="437"/>
                </a:lnTo>
                <a:lnTo>
                  <a:pt x="265" y="437"/>
                </a:lnTo>
                <a:lnTo>
                  <a:pt x="264" y="437"/>
                </a:lnTo>
                <a:lnTo>
                  <a:pt x="263" y="437"/>
                </a:lnTo>
                <a:lnTo>
                  <a:pt x="263" y="436"/>
                </a:lnTo>
                <a:lnTo>
                  <a:pt x="263" y="435"/>
                </a:lnTo>
                <a:lnTo>
                  <a:pt x="262" y="435"/>
                </a:lnTo>
                <a:lnTo>
                  <a:pt x="262" y="434"/>
                </a:lnTo>
                <a:lnTo>
                  <a:pt x="263" y="434"/>
                </a:lnTo>
                <a:lnTo>
                  <a:pt x="263" y="433"/>
                </a:lnTo>
                <a:lnTo>
                  <a:pt x="263" y="432"/>
                </a:lnTo>
                <a:lnTo>
                  <a:pt x="263" y="431"/>
                </a:lnTo>
                <a:lnTo>
                  <a:pt x="262" y="430"/>
                </a:lnTo>
                <a:lnTo>
                  <a:pt x="262" y="429"/>
                </a:lnTo>
                <a:lnTo>
                  <a:pt x="262" y="428"/>
                </a:lnTo>
                <a:lnTo>
                  <a:pt x="263" y="428"/>
                </a:lnTo>
                <a:lnTo>
                  <a:pt x="263" y="427"/>
                </a:lnTo>
                <a:lnTo>
                  <a:pt x="263" y="426"/>
                </a:lnTo>
                <a:lnTo>
                  <a:pt x="263" y="425"/>
                </a:lnTo>
                <a:lnTo>
                  <a:pt x="263" y="424"/>
                </a:lnTo>
                <a:lnTo>
                  <a:pt x="262" y="424"/>
                </a:lnTo>
                <a:lnTo>
                  <a:pt x="263" y="424"/>
                </a:lnTo>
                <a:lnTo>
                  <a:pt x="263" y="423"/>
                </a:lnTo>
                <a:lnTo>
                  <a:pt x="264" y="423"/>
                </a:lnTo>
                <a:lnTo>
                  <a:pt x="263" y="422"/>
                </a:lnTo>
                <a:lnTo>
                  <a:pt x="263" y="421"/>
                </a:lnTo>
                <a:lnTo>
                  <a:pt x="263" y="420"/>
                </a:lnTo>
                <a:lnTo>
                  <a:pt x="263" y="419"/>
                </a:lnTo>
                <a:lnTo>
                  <a:pt x="263" y="418"/>
                </a:lnTo>
                <a:lnTo>
                  <a:pt x="262" y="418"/>
                </a:lnTo>
                <a:lnTo>
                  <a:pt x="262" y="417"/>
                </a:lnTo>
                <a:lnTo>
                  <a:pt x="263" y="417"/>
                </a:lnTo>
                <a:lnTo>
                  <a:pt x="263" y="416"/>
                </a:lnTo>
                <a:lnTo>
                  <a:pt x="263" y="415"/>
                </a:lnTo>
                <a:lnTo>
                  <a:pt x="262" y="415"/>
                </a:lnTo>
                <a:lnTo>
                  <a:pt x="262" y="414"/>
                </a:lnTo>
                <a:lnTo>
                  <a:pt x="262" y="413"/>
                </a:lnTo>
                <a:lnTo>
                  <a:pt x="262" y="412"/>
                </a:lnTo>
                <a:lnTo>
                  <a:pt x="261" y="412"/>
                </a:lnTo>
                <a:lnTo>
                  <a:pt x="261" y="411"/>
                </a:lnTo>
                <a:lnTo>
                  <a:pt x="260" y="411"/>
                </a:lnTo>
                <a:lnTo>
                  <a:pt x="260" y="410"/>
                </a:lnTo>
                <a:lnTo>
                  <a:pt x="261" y="410"/>
                </a:lnTo>
                <a:lnTo>
                  <a:pt x="261" y="409"/>
                </a:lnTo>
                <a:lnTo>
                  <a:pt x="261" y="408"/>
                </a:lnTo>
                <a:lnTo>
                  <a:pt x="261" y="407"/>
                </a:lnTo>
                <a:lnTo>
                  <a:pt x="262" y="407"/>
                </a:lnTo>
                <a:lnTo>
                  <a:pt x="263" y="407"/>
                </a:lnTo>
                <a:lnTo>
                  <a:pt x="263" y="406"/>
                </a:lnTo>
                <a:lnTo>
                  <a:pt x="266" y="406"/>
                </a:lnTo>
                <a:lnTo>
                  <a:pt x="266" y="405"/>
                </a:lnTo>
                <a:lnTo>
                  <a:pt x="267" y="405"/>
                </a:lnTo>
                <a:lnTo>
                  <a:pt x="266" y="405"/>
                </a:lnTo>
                <a:lnTo>
                  <a:pt x="266" y="404"/>
                </a:lnTo>
                <a:lnTo>
                  <a:pt x="265" y="404"/>
                </a:lnTo>
                <a:lnTo>
                  <a:pt x="266" y="403"/>
                </a:lnTo>
                <a:lnTo>
                  <a:pt x="266" y="402"/>
                </a:lnTo>
                <a:lnTo>
                  <a:pt x="267" y="402"/>
                </a:lnTo>
                <a:lnTo>
                  <a:pt x="268" y="402"/>
                </a:lnTo>
                <a:lnTo>
                  <a:pt x="268" y="401"/>
                </a:lnTo>
                <a:lnTo>
                  <a:pt x="267" y="400"/>
                </a:lnTo>
                <a:lnTo>
                  <a:pt x="266" y="400"/>
                </a:lnTo>
                <a:lnTo>
                  <a:pt x="266" y="399"/>
                </a:lnTo>
                <a:lnTo>
                  <a:pt x="265" y="399"/>
                </a:lnTo>
                <a:lnTo>
                  <a:pt x="265" y="398"/>
                </a:lnTo>
                <a:lnTo>
                  <a:pt x="266" y="398"/>
                </a:lnTo>
                <a:lnTo>
                  <a:pt x="266" y="397"/>
                </a:lnTo>
                <a:lnTo>
                  <a:pt x="266" y="396"/>
                </a:lnTo>
                <a:lnTo>
                  <a:pt x="266" y="395"/>
                </a:lnTo>
                <a:lnTo>
                  <a:pt x="267" y="395"/>
                </a:lnTo>
                <a:lnTo>
                  <a:pt x="268" y="395"/>
                </a:lnTo>
                <a:lnTo>
                  <a:pt x="268" y="394"/>
                </a:lnTo>
                <a:lnTo>
                  <a:pt x="269" y="394"/>
                </a:lnTo>
                <a:lnTo>
                  <a:pt x="269" y="393"/>
                </a:lnTo>
                <a:lnTo>
                  <a:pt x="269" y="391"/>
                </a:lnTo>
                <a:lnTo>
                  <a:pt x="269" y="390"/>
                </a:lnTo>
                <a:lnTo>
                  <a:pt x="269" y="389"/>
                </a:lnTo>
                <a:lnTo>
                  <a:pt x="270" y="389"/>
                </a:lnTo>
                <a:lnTo>
                  <a:pt x="270" y="388"/>
                </a:lnTo>
                <a:lnTo>
                  <a:pt x="270" y="387"/>
                </a:lnTo>
                <a:lnTo>
                  <a:pt x="270" y="386"/>
                </a:lnTo>
                <a:lnTo>
                  <a:pt x="271" y="386"/>
                </a:lnTo>
                <a:lnTo>
                  <a:pt x="270" y="386"/>
                </a:lnTo>
                <a:lnTo>
                  <a:pt x="270" y="385"/>
                </a:lnTo>
                <a:lnTo>
                  <a:pt x="271" y="385"/>
                </a:lnTo>
                <a:lnTo>
                  <a:pt x="271" y="384"/>
                </a:lnTo>
                <a:lnTo>
                  <a:pt x="270" y="384"/>
                </a:lnTo>
                <a:lnTo>
                  <a:pt x="270" y="383"/>
                </a:lnTo>
                <a:lnTo>
                  <a:pt x="269" y="383"/>
                </a:lnTo>
                <a:lnTo>
                  <a:pt x="269" y="381"/>
                </a:lnTo>
                <a:lnTo>
                  <a:pt x="270" y="381"/>
                </a:lnTo>
                <a:lnTo>
                  <a:pt x="270" y="380"/>
                </a:lnTo>
                <a:lnTo>
                  <a:pt x="269" y="380"/>
                </a:lnTo>
                <a:lnTo>
                  <a:pt x="269" y="379"/>
                </a:lnTo>
                <a:lnTo>
                  <a:pt x="268" y="379"/>
                </a:lnTo>
                <a:lnTo>
                  <a:pt x="267" y="379"/>
                </a:lnTo>
                <a:lnTo>
                  <a:pt x="267" y="378"/>
                </a:lnTo>
                <a:lnTo>
                  <a:pt x="266" y="378"/>
                </a:lnTo>
                <a:lnTo>
                  <a:pt x="266" y="377"/>
                </a:lnTo>
                <a:lnTo>
                  <a:pt x="265" y="377"/>
                </a:lnTo>
                <a:lnTo>
                  <a:pt x="265" y="376"/>
                </a:lnTo>
                <a:lnTo>
                  <a:pt x="265" y="375"/>
                </a:lnTo>
                <a:lnTo>
                  <a:pt x="264" y="375"/>
                </a:lnTo>
                <a:lnTo>
                  <a:pt x="264" y="374"/>
                </a:lnTo>
                <a:lnTo>
                  <a:pt x="264" y="373"/>
                </a:lnTo>
                <a:lnTo>
                  <a:pt x="265" y="373"/>
                </a:lnTo>
                <a:lnTo>
                  <a:pt x="265" y="372"/>
                </a:lnTo>
                <a:lnTo>
                  <a:pt x="265" y="371"/>
                </a:lnTo>
                <a:lnTo>
                  <a:pt x="265" y="370"/>
                </a:lnTo>
                <a:lnTo>
                  <a:pt x="265" y="369"/>
                </a:lnTo>
                <a:lnTo>
                  <a:pt x="265" y="368"/>
                </a:lnTo>
                <a:lnTo>
                  <a:pt x="265" y="367"/>
                </a:lnTo>
                <a:lnTo>
                  <a:pt x="265" y="366"/>
                </a:lnTo>
                <a:lnTo>
                  <a:pt x="264" y="366"/>
                </a:lnTo>
                <a:lnTo>
                  <a:pt x="264" y="365"/>
                </a:lnTo>
                <a:lnTo>
                  <a:pt x="263" y="365"/>
                </a:lnTo>
                <a:lnTo>
                  <a:pt x="263" y="364"/>
                </a:lnTo>
                <a:lnTo>
                  <a:pt x="262" y="364"/>
                </a:lnTo>
                <a:lnTo>
                  <a:pt x="262" y="363"/>
                </a:lnTo>
                <a:lnTo>
                  <a:pt x="262" y="362"/>
                </a:lnTo>
                <a:lnTo>
                  <a:pt x="263" y="362"/>
                </a:lnTo>
                <a:lnTo>
                  <a:pt x="263" y="361"/>
                </a:lnTo>
                <a:lnTo>
                  <a:pt x="263" y="360"/>
                </a:lnTo>
                <a:lnTo>
                  <a:pt x="263" y="359"/>
                </a:lnTo>
                <a:lnTo>
                  <a:pt x="264" y="359"/>
                </a:lnTo>
                <a:lnTo>
                  <a:pt x="265" y="359"/>
                </a:lnTo>
                <a:lnTo>
                  <a:pt x="266" y="359"/>
                </a:lnTo>
                <a:lnTo>
                  <a:pt x="266" y="357"/>
                </a:lnTo>
                <a:lnTo>
                  <a:pt x="266" y="356"/>
                </a:lnTo>
                <a:lnTo>
                  <a:pt x="265" y="356"/>
                </a:lnTo>
                <a:lnTo>
                  <a:pt x="265" y="355"/>
                </a:lnTo>
                <a:lnTo>
                  <a:pt x="265" y="354"/>
                </a:lnTo>
                <a:lnTo>
                  <a:pt x="264" y="354"/>
                </a:lnTo>
                <a:lnTo>
                  <a:pt x="264" y="353"/>
                </a:lnTo>
                <a:lnTo>
                  <a:pt x="264" y="352"/>
                </a:lnTo>
                <a:lnTo>
                  <a:pt x="263" y="352"/>
                </a:lnTo>
                <a:lnTo>
                  <a:pt x="263" y="351"/>
                </a:lnTo>
                <a:lnTo>
                  <a:pt x="263" y="350"/>
                </a:lnTo>
                <a:lnTo>
                  <a:pt x="264" y="350"/>
                </a:lnTo>
                <a:lnTo>
                  <a:pt x="264" y="349"/>
                </a:lnTo>
                <a:lnTo>
                  <a:pt x="264" y="348"/>
                </a:lnTo>
                <a:lnTo>
                  <a:pt x="265" y="348"/>
                </a:lnTo>
                <a:lnTo>
                  <a:pt x="265" y="347"/>
                </a:lnTo>
                <a:lnTo>
                  <a:pt x="264" y="347"/>
                </a:lnTo>
                <a:lnTo>
                  <a:pt x="264" y="346"/>
                </a:lnTo>
                <a:lnTo>
                  <a:pt x="265" y="346"/>
                </a:lnTo>
                <a:lnTo>
                  <a:pt x="265" y="345"/>
                </a:lnTo>
                <a:lnTo>
                  <a:pt x="266" y="345"/>
                </a:lnTo>
                <a:lnTo>
                  <a:pt x="267" y="345"/>
                </a:lnTo>
                <a:lnTo>
                  <a:pt x="267" y="344"/>
                </a:lnTo>
                <a:lnTo>
                  <a:pt x="267" y="343"/>
                </a:lnTo>
                <a:lnTo>
                  <a:pt x="266" y="342"/>
                </a:lnTo>
                <a:lnTo>
                  <a:pt x="266" y="341"/>
                </a:lnTo>
                <a:lnTo>
                  <a:pt x="266" y="339"/>
                </a:lnTo>
                <a:lnTo>
                  <a:pt x="267" y="339"/>
                </a:lnTo>
                <a:lnTo>
                  <a:pt x="267" y="338"/>
                </a:lnTo>
                <a:lnTo>
                  <a:pt x="268" y="338"/>
                </a:lnTo>
                <a:lnTo>
                  <a:pt x="268" y="337"/>
                </a:lnTo>
                <a:lnTo>
                  <a:pt x="267" y="337"/>
                </a:lnTo>
                <a:lnTo>
                  <a:pt x="267" y="336"/>
                </a:lnTo>
                <a:lnTo>
                  <a:pt x="266" y="336"/>
                </a:lnTo>
                <a:lnTo>
                  <a:pt x="265" y="336"/>
                </a:lnTo>
                <a:lnTo>
                  <a:pt x="264" y="336"/>
                </a:lnTo>
                <a:lnTo>
                  <a:pt x="264" y="335"/>
                </a:lnTo>
                <a:lnTo>
                  <a:pt x="264" y="334"/>
                </a:lnTo>
                <a:lnTo>
                  <a:pt x="263" y="334"/>
                </a:lnTo>
                <a:lnTo>
                  <a:pt x="263" y="333"/>
                </a:lnTo>
                <a:lnTo>
                  <a:pt x="263" y="332"/>
                </a:lnTo>
                <a:lnTo>
                  <a:pt x="262" y="332"/>
                </a:lnTo>
                <a:lnTo>
                  <a:pt x="262" y="331"/>
                </a:lnTo>
                <a:lnTo>
                  <a:pt x="261" y="331"/>
                </a:lnTo>
                <a:lnTo>
                  <a:pt x="261" y="330"/>
                </a:lnTo>
                <a:lnTo>
                  <a:pt x="260" y="330"/>
                </a:lnTo>
                <a:lnTo>
                  <a:pt x="260" y="331"/>
                </a:lnTo>
                <a:lnTo>
                  <a:pt x="259" y="331"/>
                </a:lnTo>
                <a:lnTo>
                  <a:pt x="259" y="332"/>
                </a:lnTo>
                <a:lnTo>
                  <a:pt x="258" y="332"/>
                </a:lnTo>
                <a:lnTo>
                  <a:pt x="258" y="333"/>
                </a:lnTo>
                <a:lnTo>
                  <a:pt x="258" y="334"/>
                </a:lnTo>
                <a:lnTo>
                  <a:pt x="257" y="334"/>
                </a:lnTo>
                <a:lnTo>
                  <a:pt x="257" y="335"/>
                </a:lnTo>
                <a:lnTo>
                  <a:pt x="257" y="334"/>
                </a:lnTo>
                <a:lnTo>
                  <a:pt x="256" y="334"/>
                </a:lnTo>
                <a:lnTo>
                  <a:pt x="255" y="334"/>
                </a:lnTo>
                <a:lnTo>
                  <a:pt x="255" y="333"/>
                </a:lnTo>
                <a:lnTo>
                  <a:pt x="254" y="333"/>
                </a:lnTo>
                <a:lnTo>
                  <a:pt x="253" y="333"/>
                </a:lnTo>
                <a:lnTo>
                  <a:pt x="253" y="332"/>
                </a:lnTo>
                <a:lnTo>
                  <a:pt x="252" y="332"/>
                </a:lnTo>
                <a:lnTo>
                  <a:pt x="251" y="332"/>
                </a:lnTo>
                <a:lnTo>
                  <a:pt x="250" y="332"/>
                </a:lnTo>
                <a:lnTo>
                  <a:pt x="250" y="331"/>
                </a:lnTo>
                <a:lnTo>
                  <a:pt x="249" y="332"/>
                </a:lnTo>
                <a:lnTo>
                  <a:pt x="248" y="332"/>
                </a:lnTo>
                <a:lnTo>
                  <a:pt x="248" y="333"/>
                </a:lnTo>
                <a:lnTo>
                  <a:pt x="248" y="334"/>
                </a:lnTo>
                <a:lnTo>
                  <a:pt x="247" y="334"/>
                </a:lnTo>
                <a:lnTo>
                  <a:pt x="246" y="334"/>
                </a:lnTo>
                <a:lnTo>
                  <a:pt x="246" y="333"/>
                </a:lnTo>
                <a:lnTo>
                  <a:pt x="246" y="332"/>
                </a:lnTo>
                <a:lnTo>
                  <a:pt x="246" y="331"/>
                </a:lnTo>
                <a:lnTo>
                  <a:pt x="246" y="330"/>
                </a:lnTo>
                <a:lnTo>
                  <a:pt x="247" y="330"/>
                </a:lnTo>
                <a:lnTo>
                  <a:pt x="247" y="329"/>
                </a:lnTo>
                <a:lnTo>
                  <a:pt x="246" y="329"/>
                </a:lnTo>
                <a:lnTo>
                  <a:pt x="246" y="328"/>
                </a:lnTo>
                <a:lnTo>
                  <a:pt x="246" y="327"/>
                </a:lnTo>
                <a:lnTo>
                  <a:pt x="246" y="326"/>
                </a:lnTo>
                <a:lnTo>
                  <a:pt x="245" y="326"/>
                </a:lnTo>
                <a:lnTo>
                  <a:pt x="245" y="325"/>
                </a:lnTo>
                <a:lnTo>
                  <a:pt x="245" y="324"/>
                </a:lnTo>
                <a:lnTo>
                  <a:pt x="244" y="324"/>
                </a:lnTo>
                <a:lnTo>
                  <a:pt x="244" y="323"/>
                </a:lnTo>
                <a:lnTo>
                  <a:pt x="244" y="322"/>
                </a:lnTo>
                <a:lnTo>
                  <a:pt x="244" y="321"/>
                </a:lnTo>
                <a:lnTo>
                  <a:pt x="243" y="321"/>
                </a:lnTo>
                <a:lnTo>
                  <a:pt x="243" y="320"/>
                </a:lnTo>
                <a:lnTo>
                  <a:pt x="243" y="319"/>
                </a:lnTo>
                <a:lnTo>
                  <a:pt x="243" y="318"/>
                </a:lnTo>
                <a:lnTo>
                  <a:pt x="242" y="318"/>
                </a:lnTo>
                <a:lnTo>
                  <a:pt x="242" y="317"/>
                </a:lnTo>
                <a:lnTo>
                  <a:pt x="241" y="317"/>
                </a:lnTo>
                <a:lnTo>
                  <a:pt x="241" y="318"/>
                </a:lnTo>
                <a:lnTo>
                  <a:pt x="240" y="318"/>
                </a:lnTo>
                <a:lnTo>
                  <a:pt x="240" y="319"/>
                </a:lnTo>
                <a:lnTo>
                  <a:pt x="240" y="318"/>
                </a:lnTo>
                <a:lnTo>
                  <a:pt x="240" y="319"/>
                </a:lnTo>
                <a:lnTo>
                  <a:pt x="239" y="319"/>
                </a:lnTo>
                <a:lnTo>
                  <a:pt x="238" y="319"/>
                </a:lnTo>
                <a:lnTo>
                  <a:pt x="238" y="320"/>
                </a:lnTo>
                <a:lnTo>
                  <a:pt x="238" y="321"/>
                </a:lnTo>
                <a:lnTo>
                  <a:pt x="238" y="322"/>
                </a:lnTo>
                <a:lnTo>
                  <a:pt x="237" y="322"/>
                </a:lnTo>
                <a:lnTo>
                  <a:pt x="236" y="322"/>
                </a:lnTo>
                <a:lnTo>
                  <a:pt x="235" y="321"/>
                </a:lnTo>
                <a:lnTo>
                  <a:pt x="234" y="321"/>
                </a:lnTo>
                <a:lnTo>
                  <a:pt x="233" y="321"/>
                </a:lnTo>
                <a:lnTo>
                  <a:pt x="233" y="320"/>
                </a:lnTo>
                <a:lnTo>
                  <a:pt x="233" y="319"/>
                </a:lnTo>
                <a:lnTo>
                  <a:pt x="232" y="319"/>
                </a:lnTo>
                <a:lnTo>
                  <a:pt x="231" y="319"/>
                </a:lnTo>
                <a:lnTo>
                  <a:pt x="230" y="319"/>
                </a:lnTo>
                <a:lnTo>
                  <a:pt x="230" y="318"/>
                </a:lnTo>
                <a:lnTo>
                  <a:pt x="229" y="318"/>
                </a:lnTo>
                <a:lnTo>
                  <a:pt x="229" y="319"/>
                </a:lnTo>
                <a:lnTo>
                  <a:pt x="229" y="318"/>
                </a:lnTo>
                <a:lnTo>
                  <a:pt x="228" y="318"/>
                </a:lnTo>
                <a:lnTo>
                  <a:pt x="227" y="318"/>
                </a:lnTo>
                <a:lnTo>
                  <a:pt x="226" y="318"/>
                </a:lnTo>
                <a:lnTo>
                  <a:pt x="226" y="317"/>
                </a:lnTo>
                <a:lnTo>
                  <a:pt x="225" y="317"/>
                </a:lnTo>
                <a:lnTo>
                  <a:pt x="225" y="316"/>
                </a:lnTo>
                <a:lnTo>
                  <a:pt x="225" y="315"/>
                </a:lnTo>
                <a:lnTo>
                  <a:pt x="224" y="314"/>
                </a:lnTo>
                <a:lnTo>
                  <a:pt x="223" y="314"/>
                </a:lnTo>
                <a:lnTo>
                  <a:pt x="223" y="313"/>
                </a:lnTo>
                <a:lnTo>
                  <a:pt x="222" y="313"/>
                </a:lnTo>
                <a:lnTo>
                  <a:pt x="222" y="312"/>
                </a:lnTo>
                <a:lnTo>
                  <a:pt x="221" y="312"/>
                </a:lnTo>
                <a:lnTo>
                  <a:pt x="220" y="312"/>
                </a:lnTo>
                <a:lnTo>
                  <a:pt x="220" y="313"/>
                </a:lnTo>
                <a:lnTo>
                  <a:pt x="219" y="313"/>
                </a:lnTo>
                <a:lnTo>
                  <a:pt x="219" y="314"/>
                </a:lnTo>
                <a:lnTo>
                  <a:pt x="220" y="314"/>
                </a:lnTo>
                <a:lnTo>
                  <a:pt x="220" y="315"/>
                </a:lnTo>
                <a:lnTo>
                  <a:pt x="220" y="316"/>
                </a:lnTo>
                <a:lnTo>
                  <a:pt x="220" y="317"/>
                </a:lnTo>
                <a:lnTo>
                  <a:pt x="220" y="318"/>
                </a:lnTo>
                <a:lnTo>
                  <a:pt x="221" y="318"/>
                </a:lnTo>
                <a:lnTo>
                  <a:pt x="221" y="319"/>
                </a:lnTo>
                <a:lnTo>
                  <a:pt x="220" y="319"/>
                </a:lnTo>
                <a:lnTo>
                  <a:pt x="220" y="320"/>
                </a:lnTo>
                <a:lnTo>
                  <a:pt x="221" y="320"/>
                </a:lnTo>
                <a:lnTo>
                  <a:pt x="220" y="320"/>
                </a:lnTo>
                <a:lnTo>
                  <a:pt x="220" y="321"/>
                </a:lnTo>
                <a:lnTo>
                  <a:pt x="219" y="321"/>
                </a:lnTo>
                <a:lnTo>
                  <a:pt x="219" y="322"/>
                </a:lnTo>
                <a:lnTo>
                  <a:pt x="219" y="323"/>
                </a:lnTo>
                <a:lnTo>
                  <a:pt x="218" y="323"/>
                </a:lnTo>
                <a:lnTo>
                  <a:pt x="219" y="323"/>
                </a:lnTo>
                <a:lnTo>
                  <a:pt x="219" y="324"/>
                </a:lnTo>
                <a:lnTo>
                  <a:pt x="219" y="325"/>
                </a:lnTo>
                <a:lnTo>
                  <a:pt x="219" y="326"/>
                </a:lnTo>
                <a:lnTo>
                  <a:pt x="218" y="326"/>
                </a:lnTo>
                <a:lnTo>
                  <a:pt x="218" y="327"/>
                </a:lnTo>
                <a:lnTo>
                  <a:pt x="218" y="328"/>
                </a:lnTo>
                <a:lnTo>
                  <a:pt x="219" y="328"/>
                </a:lnTo>
                <a:lnTo>
                  <a:pt x="219" y="332"/>
                </a:lnTo>
                <a:lnTo>
                  <a:pt x="218" y="332"/>
                </a:lnTo>
                <a:lnTo>
                  <a:pt x="218" y="333"/>
                </a:lnTo>
                <a:lnTo>
                  <a:pt x="218" y="334"/>
                </a:lnTo>
                <a:lnTo>
                  <a:pt x="218" y="335"/>
                </a:lnTo>
                <a:lnTo>
                  <a:pt x="217" y="335"/>
                </a:lnTo>
                <a:lnTo>
                  <a:pt x="217" y="336"/>
                </a:lnTo>
                <a:lnTo>
                  <a:pt x="216" y="336"/>
                </a:lnTo>
                <a:lnTo>
                  <a:pt x="215" y="336"/>
                </a:lnTo>
                <a:lnTo>
                  <a:pt x="214" y="336"/>
                </a:lnTo>
                <a:lnTo>
                  <a:pt x="214" y="337"/>
                </a:lnTo>
                <a:lnTo>
                  <a:pt x="213" y="337"/>
                </a:lnTo>
                <a:lnTo>
                  <a:pt x="212" y="337"/>
                </a:lnTo>
                <a:lnTo>
                  <a:pt x="212" y="338"/>
                </a:lnTo>
                <a:lnTo>
                  <a:pt x="212" y="339"/>
                </a:lnTo>
                <a:lnTo>
                  <a:pt x="211" y="339"/>
                </a:lnTo>
                <a:lnTo>
                  <a:pt x="211" y="340"/>
                </a:lnTo>
                <a:lnTo>
                  <a:pt x="211" y="341"/>
                </a:lnTo>
                <a:lnTo>
                  <a:pt x="210" y="341"/>
                </a:lnTo>
                <a:lnTo>
                  <a:pt x="210" y="342"/>
                </a:lnTo>
                <a:lnTo>
                  <a:pt x="209" y="342"/>
                </a:lnTo>
                <a:lnTo>
                  <a:pt x="209" y="343"/>
                </a:lnTo>
                <a:lnTo>
                  <a:pt x="208" y="343"/>
                </a:lnTo>
                <a:lnTo>
                  <a:pt x="207" y="343"/>
                </a:lnTo>
                <a:lnTo>
                  <a:pt x="206" y="343"/>
                </a:lnTo>
                <a:lnTo>
                  <a:pt x="205" y="343"/>
                </a:lnTo>
                <a:lnTo>
                  <a:pt x="205" y="342"/>
                </a:lnTo>
                <a:lnTo>
                  <a:pt x="204" y="342"/>
                </a:lnTo>
                <a:lnTo>
                  <a:pt x="203" y="342"/>
                </a:lnTo>
                <a:lnTo>
                  <a:pt x="202" y="342"/>
                </a:lnTo>
                <a:lnTo>
                  <a:pt x="201" y="342"/>
                </a:lnTo>
                <a:lnTo>
                  <a:pt x="201" y="343"/>
                </a:lnTo>
                <a:lnTo>
                  <a:pt x="201" y="342"/>
                </a:lnTo>
                <a:lnTo>
                  <a:pt x="201" y="343"/>
                </a:lnTo>
                <a:lnTo>
                  <a:pt x="201" y="342"/>
                </a:lnTo>
                <a:lnTo>
                  <a:pt x="200" y="342"/>
                </a:lnTo>
                <a:lnTo>
                  <a:pt x="199" y="341"/>
                </a:lnTo>
                <a:lnTo>
                  <a:pt x="198" y="340"/>
                </a:lnTo>
                <a:lnTo>
                  <a:pt x="197" y="340"/>
                </a:lnTo>
                <a:lnTo>
                  <a:pt x="197" y="339"/>
                </a:lnTo>
                <a:lnTo>
                  <a:pt x="197" y="338"/>
                </a:lnTo>
                <a:lnTo>
                  <a:pt x="198" y="338"/>
                </a:lnTo>
                <a:lnTo>
                  <a:pt x="197" y="338"/>
                </a:lnTo>
                <a:lnTo>
                  <a:pt x="197" y="337"/>
                </a:lnTo>
                <a:lnTo>
                  <a:pt x="197" y="336"/>
                </a:lnTo>
                <a:lnTo>
                  <a:pt x="196" y="336"/>
                </a:lnTo>
                <a:lnTo>
                  <a:pt x="196" y="335"/>
                </a:lnTo>
                <a:lnTo>
                  <a:pt x="196" y="334"/>
                </a:lnTo>
                <a:lnTo>
                  <a:pt x="196" y="331"/>
                </a:lnTo>
                <a:lnTo>
                  <a:pt x="196" y="330"/>
                </a:lnTo>
                <a:lnTo>
                  <a:pt x="196" y="329"/>
                </a:lnTo>
                <a:lnTo>
                  <a:pt x="196" y="328"/>
                </a:lnTo>
                <a:lnTo>
                  <a:pt x="197" y="328"/>
                </a:lnTo>
                <a:lnTo>
                  <a:pt x="197" y="327"/>
                </a:lnTo>
                <a:lnTo>
                  <a:pt x="197" y="326"/>
                </a:lnTo>
                <a:lnTo>
                  <a:pt x="196" y="326"/>
                </a:lnTo>
                <a:lnTo>
                  <a:pt x="196" y="325"/>
                </a:lnTo>
                <a:lnTo>
                  <a:pt x="195" y="325"/>
                </a:lnTo>
                <a:lnTo>
                  <a:pt x="195" y="324"/>
                </a:lnTo>
                <a:lnTo>
                  <a:pt x="195" y="323"/>
                </a:lnTo>
                <a:lnTo>
                  <a:pt x="195" y="321"/>
                </a:lnTo>
                <a:lnTo>
                  <a:pt x="195" y="320"/>
                </a:lnTo>
                <a:lnTo>
                  <a:pt x="195" y="319"/>
                </a:lnTo>
                <a:lnTo>
                  <a:pt x="196" y="319"/>
                </a:lnTo>
                <a:lnTo>
                  <a:pt x="196" y="318"/>
                </a:lnTo>
                <a:lnTo>
                  <a:pt x="196" y="317"/>
                </a:lnTo>
                <a:lnTo>
                  <a:pt x="195" y="317"/>
                </a:lnTo>
                <a:lnTo>
                  <a:pt x="193" y="317"/>
                </a:lnTo>
                <a:lnTo>
                  <a:pt x="193" y="316"/>
                </a:lnTo>
                <a:lnTo>
                  <a:pt x="193" y="315"/>
                </a:lnTo>
                <a:lnTo>
                  <a:pt x="193" y="314"/>
                </a:lnTo>
                <a:lnTo>
                  <a:pt x="193" y="313"/>
                </a:lnTo>
                <a:lnTo>
                  <a:pt x="193" y="312"/>
                </a:lnTo>
                <a:lnTo>
                  <a:pt x="193" y="311"/>
                </a:lnTo>
                <a:lnTo>
                  <a:pt x="192" y="311"/>
                </a:lnTo>
                <a:lnTo>
                  <a:pt x="191" y="311"/>
                </a:lnTo>
                <a:lnTo>
                  <a:pt x="190" y="311"/>
                </a:lnTo>
                <a:lnTo>
                  <a:pt x="190" y="310"/>
                </a:lnTo>
                <a:lnTo>
                  <a:pt x="190" y="309"/>
                </a:lnTo>
                <a:lnTo>
                  <a:pt x="190" y="308"/>
                </a:lnTo>
                <a:lnTo>
                  <a:pt x="189" y="308"/>
                </a:lnTo>
                <a:lnTo>
                  <a:pt x="189" y="307"/>
                </a:lnTo>
                <a:lnTo>
                  <a:pt x="188" y="307"/>
                </a:lnTo>
                <a:lnTo>
                  <a:pt x="188" y="306"/>
                </a:lnTo>
                <a:lnTo>
                  <a:pt x="187" y="306"/>
                </a:lnTo>
                <a:lnTo>
                  <a:pt x="186" y="305"/>
                </a:lnTo>
                <a:lnTo>
                  <a:pt x="185" y="305"/>
                </a:lnTo>
                <a:lnTo>
                  <a:pt x="185" y="304"/>
                </a:lnTo>
                <a:lnTo>
                  <a:pt x="184" y="304"/>
                </a:lnTo>
                <a:lnTo>
                  <a:pt x="185" y="304"/>
                </a:lnTo>
                <a:lnTo>
                  <a:pt x="185" y="303"/>
                </a:lnTo>
                <a:lnTo>
                  <a:pt x="185" y="302"/>
                </a:lnTo>
                <a:lnTo>
                  <a:pt x="185" y="301"/>
                </a:lnTo>
                <a:lnTo>
                  <a:pt x="184" y="301"/>
                </a:lnTo>
                <a:lnTo>
                  <a:pt x="184" y="300"/>
                </a:lnTo>
                <a:lnTo>
                  <a:pt x="183" y="300"/>
                </a:lnTo>
                <a:lnTo>
                  <a:pt x="183" y="299"/>
                </a:lnTo>
                <a:lnTo>
                  <a:pt x="183" y="298"/>
                </a:lnTo>
                <a:lnTo>
                  <a:pt x="184" y="298"/>
                </a:lnTo>
                <a:lnTo>
                  <a:pt x="183" y="297"/>
                </a:lnTo>
                <a:lnTo>
                  <a:pt x="184" y="297"/>
                </a:lnTo>
                <a:lnTo>
                  <a:pt x="185" y="297"/>
                </a:lnTo>
                <a:lnTo>
                  <a:pt x="185" y="296"/>
                </a:lnTo>
                <a:lnTo>
                  <a:pt x="186" y="296"/>
                </a:lnTo>
                <a:lnTo>
                  <a:pt x="186" y="295"/>
                </a:lnTo>
                <a:lnTo>
                  <a:pt x="187" y="295"/>
                </a:lnTo>
                <a:lnTo>
                  <a:pt x="187" y="294"/>
                </a:lnTo>
                <a:lnTo>
                  <a:pt x="187" y="293"/>
                </a:lnTo>
                <a:lnTo>
                  <a:pt x="186" y="293"/>
                </a:lnTo>
                <a:lnTo>
                  <a:pt x="186" y="292"/>
                </a:lnTo>
                <a:lnTo>
                  <a:pt x="185" y="292"/>
                </a:lnTo>
                <a:lnTo>
                  <a:pt x="184" y="292"/>
                </a:lnTo>
                <a:lnTo>
                  <a:pt x="184" y="291"/>
                </a:lnTo>
                <a:lnTo>
                  <a:pt x="184" y="290"/>
                </a:lnTo>
                <a:lnTo>
                  <a:pt x="183" y="290"/>
                </a:lnTo>
                <a:lnTo>
                  <a:pt x="183" y="289"/>
                </a:lnTo>
                <a:lnTo>
                  <a:pt x="183" y="288"/>
                </a:lnTo>
                <a:lnTo>
                  <a:pt x="183" y="287"/>
                </a:lnTo>
                <a:lnTo>
                  <a:pt x="183" y="286"/>
                </a:lnTo>
                <a:lnTo>
                  <a:pt x="183" y="285"/>
                </a:lnTo>
                <a:lnTo>
                  <a:pt x="184" y="285"/>
                </a:lnTo>
                <a:lnTo>
                  <a:pt x="184" y="284"/>
                </a:lnTo>
                <a:lnTo>
                  <a:pt x="184" y="283"/>
                </a:lnTo>
                <a:lnTo>
                  <a:pt x="185" y="283"/>
                </a:lnTo>
                <a:lnTo>
                  <a:pt x="185" y="282"/>
                </a:lnTo>
                <a:lnTo>
                  <a:pt x="184" y="282"/>
                </a:lnTo>
                <a:lnTo>
                  <a:pt x="184" y="281"/>
                </a:lnTo>
                <a:lnTo>
                  <a:pt x="184" y="280"/>
                </a:lnTo>
                <a:lnTo>
                  <a:pt x="185" y="280"/>
                </a:lnTo>
                <a:lnTo>
                  <a:pt x="185" y="279"/>
                </a:lnTo>
                <a:lnTo>
                  <a:pt x="184" y="279"/>
                </a:lnTo>
                <a:lnTo>
                  <a:pt x="183" y="279"/>
                </a:lnTo>
                <a:lnTo>
                  <a:pt x="182" y="279"/>
                </a:lnTo>
                <a:lnTo>
                  <a:pt x="182" y="278"/>
                </a:lnTo>
                <a:lnTo>
                  <a:pt x="181" y="278"/>
                </a:lnTo>
                <a:lnTo>
                  <a:pt x="181" y="277"/>
                </a:lnTo>
                <a:lnTo>
                  <a:pt x="180" y="277"/>
                </a:lnTo>
                <a:lnTo>
                  <a:pt x="179" y="277"/>
                </a:lnTo>
                <a:lnTo>
                  <a:pt x="179" y="276"/>
                </a:lnTo>
                <a:lnTo>
                  <a:pt x="178" y="276"/>
                </a:lnTo>
                <a:lnTo>
                  <a:pt x="178" y="275"/>
                </a:lnTo>
                <a:lnTo>
                  <a:pt x="177" y="275"/>
                </a:lnTo>
                <a:lnTo>
                  <a:pt x="176" y="274"/>
                </a:lnTo>
                <a:lnTo>
                  <a:pt x="176" y="273"/>
                </a:lnTo>
                <a:lnTo>
                  <a:pt x="176" y="272"/>
                </a:lnTo>
                <a:lnTo>
                  <a:pt x="176" y="271"/>
                </a:lnTo>
                <a:lnTo>
                  <a:pt x="175" y="271"/>
                </a:lnTo>
                <a:lnTo>
                  <a:pt x="175" y="270"/>
                </a:lnTo>
                <a:lnTo>
                  <a:pt x="176" y="270"/>
                </a:lnTo>
                <a:lnTo>
                  <a:pt x="177" y="270"/>
                </a:lnTo>
                <a:lnTo>
                  <a:pt x="176" y="269"/>
                </a:lnTo>
                <a:lnTo>
                  <a:pt x="176" y="268"/>
                </a:lnTo>
                <a:lnTo>
                  <a:pt x="177" y="268"/>
                </a:lnTo>
                <a:lnTo>
                  <a:pt x="177" y="267"/>
                </a:lnTo>
                <a:lnTo>
                  <a:pt x="178" y="267"/>
                </a:lnTo>
                <a:lnTo>
                  <a:pt x="178" y="266"/>
                </a:lnTo>
                <a:lnTo>
                  <a:pt x="179" y="266"/>
                </a:lnTo>
                <a:lnTo>
                  <a:pt x="179" y="267"/>
                </a:lnTo>
                <a:lnTo>
                  <a:pt x="179" y="266"/>
                </a:lnTo>
                <a:lnTo>
                  <a:pt x="180" y="266"/>
                </a:lnTo>
                <a:lnTo>
                  <a:pt x="180" y="267"/>
                </a:lnTo>
                <a:lnTo>
                  <a:pt x="181" y="267"/>
                </a:lnTo>
                <a:lnTo>
                  <a:pt x="181" y="266"/>
                </a:lnTo>
                <a:lnTo>
                  <a:pt x="181" y="265"/>
                </a:lnTo>
                <a:lnTo>
                  <a:pt x="181" y="264"/>
                </a:lnTo>
                <a:lnTo>
                  <a:pt x="182" y="264"/>
                </a:lnTo>
                <a:lnTo>
                  <a:pt x="182" y="263"/>
                </a:lnTo>
                <a:lnTo>
                  <a:pt x="182" y="262"/>
                </a:lnTo>
                <a:lnTo>
                  <a:pt x="182" y="261"/>
                </a:lnTo>
                <a:lnTo>
                  <a:pt x="181" y="261"/>
                </a:lnTo>
                <a:lnTo>
                  <a:pt x="182" y="261"/>
                </a:lnTo>
                <a:lnTo>
                  <a:pt x="182" y="260"/>
                </a:lnTo>
                <a:lnTo>
                  <a:pt x="181" y="259"/>
                </a:lnTo>
                <a:lnTo>
                  <a:pt x="181" y="258"/>
                </a:lnTo>
                <a:lnTo>
                  <a:pt x="181" y="256"/>
                </a:lnTo>
                <a:lnTo>
                  <a:pt x="180" y="256"/>
                </a:lnTo>
                <a:lnTo>
                  <a:pt x="180" y="255"/>
                </a:lnTo>
                <a:lnTo>
                  <a:pt x="180" y="254"/>
                </a:lnTo>
                <a:lnTo>
                  <a:pt x="180" y="253"/>
                </a:lnTo>
                <a:lnTo>
                  <a:pt x="180" y="252"/>
                </a:lnTo>
                <a:lnTo>
                  <a:pt x="180" y="253"/>
                </a:lnTo>
                <a:lnTo>
                  <a:pt x="179" y="253"/>
                </a:lnTo>
                <a:lnTo>
                  <a:pt x="179" y="252"/>
                </a:lnTo>
                <a:lnTo>
                  <a:pt x="178" y="252"/>
                </a:lnTo>
                <a:lnTo>
                  <a:pt x="178" y="253"/>
                </a:lnTo>
                <a:lnTo>
                  <a:pt x="177" y="252"/>
                </a:lnTo>
                <a:lnTo>
                  <a:pt x="177" y="253"/>
                </a:lnTo>
                <a:lnTo>
                  <a:pt x="176" y="253"/>
                </a:lnTo>
                <a:lnTo>
                  <a:pt x="174" y="253"/>
                </a:lnTo>
                <a:lnTo>
                  <a:pt x="174" y="252"/>
                </a:lnTo>
                <a:lnTo>
                  <a:pt x="173" y="251"/>
                </a:lnTo>
                <a:lnTo>
                  <a:pt x="172" y="251"/>
                </a:lnTo>
                <a:lnTo>
                  <a:pt x="172" y="250"/>
                </a:lnTo>
                <a:lnTo>
                  <a:pt x="172" y="249"/>
                </a:lnTo>
                <a:lnTo>
                  <a:pt x="171" y="249"/>
                </a:lnTo>
                <a:lnTo>
                  <a:pt x="172" y="249"/>
                </a:lnTo>
                <a:lnTo>
                  <a:pt x="172" y="248"/>
                </a:lnTo>
                <a:lnTo>
                  <a:pt x="171" y="248"/>
                </a:lnTo>
                <a:lnTo>
                  <a:pt x="171" y="247"/>
                </a:lnTo>
                <a:lnTo>
                  <a:pt x="171" y="246"/>
                </a:lnTo>
                <a:lnTo>
                  <a:pt x="171" y="245"/>
                </a:lnTo>
                <a:lnTo>
                  <a:pt x="171" y="244"/>
                </a:lnTo>
                <a:lnTo>
                  <a:pt x="171" y="243"/>
                </a:lnTo>
                <a:lnTo>
                  <a:pt x="170" y="243"/>
                </a:lnTo>
                <a:lnTo>
                  <a:pt x="171" y="242"/>
                </a:lnTo>
                <a:lnTo>
                  <a:pt x="171" y="241"/>
                </a:lnTo>
                <a:lnTo>
                  <a:pt x="172" y="241"/>
                </a:lnTo>
                <a:lnTo>
                  <a:pt x="172" y="240"/>
                </a:lnTo>
                <a:lnTo>
                  <a:pt x="172" y="238"/>
                </a:lnTo>
                <a:lnTo>
                  <a:pt x="173" y="236"/>
                </a:lnTo>
                <a:lnTo>
                  <a:pt x="173" y="233"/>
                </a:lnTo>
                <a:lnTo>
                  <a:pt x="173" y="232"/>
                </a:lnTo>
                <a:lnTo>
                  <a:pt x="173" y="231"/>
                </a:lnTo>
                <a:lnTo>
                  <a:pt x="174" y="229"/>
                </a:lnTo>
                <a:lnTo>
                  <a:pt x="175" y="228"/>
                </a:lnTo>
                <a:lnTo>
                  <a:pt x="175" y="226"/>
                </a:lnTo>
                <a:lnTo>
                  <a:pt x="176" y="225"/>
                </a:lnTo>
                <a:lnTo>
                  <a:pt x="177" y="223"/>
                </a:lnTo>
                <a:lnTo>
                  <a:pt x="177" y="220"/>
                </a:lnTo>
                <a:lnTo>
                  <a:pt x="176" y="219"/>
                </a:lnTo>
                <a:lnTo>
                  <a:pt x="176" y="218"/>
                </a:lnTo>
                <a:lnTo>
                  <a:pt x="176" y="217"/>
                </a:lnTo>
                <a:lnTo>
                  <a:pt x="175" y="216"/>
                </a:lnTo>
                <a:lnTo>
                  <a:pt x="175" y="214"/>
                </a:lnTo>
                <a:lnTo>
                  <a:pt x="174" y="212"/>
                </a:lnTo>
                <a:lnTo>
                  <a:pt x="173" y="211"/>
                </a:lnTo>
                <a:lnTo>
                  <a:pt x="175" y="209"/>
                </a:lnTo>
                <a:lnTo>
                  <a:pt x="178" y="207"/>
                </a:lnTo>
                <a:lnTo>
                  <a:pt x="179" y="207"/>
                </a:lnTo>
                <a:lnTo>
                  <a:pt x="180" y="204"/>
                </a:lnTo>
                <a:lnTo>
                  <a:pt x="179" y="203"/>
                </a:lnTo>
                <a:lnTo>
                  <a:pt x="180" y="197"/>
                </a:lnTo>
                <a:lnTo>
                  <a:pt x="182" y="196"/>
                </a:lnTo>
                <a:lnTo>
                  <a:pt x="183" y="195"/>
                </a:lnTo>
                <a:lnTo>
                  <a:pt x="186" y="195"/>
                </a:lnTo>
                <a:lnTo>
                  <a:pt x="187" y="195"/>
                </a:lnTo>
                <a:lnTo>
                  <a:pt x="187" y="196"/>
                </a:lnTo>
                <a:lnTo>
                  <a:pt x="191" y="194"/>
                </a:lnTo>
                <a:lnTo>
                  <a:pt x="193" y="193"/>
                </a:lnTo>
                <a:lnTo>
                  <a:pt x="196" y="192"/>
                </a:lnTo>
                <a:lnTo>
                  <a:pt x="198" y="192"/>
                </a:lnTo>
                <a:lnTo>
                  <a:pt x="198" y="191"/>
                </a:lnTo>
                <a:lnTo>
                  <a:pt x="198" y="190"/>
                </a:lnTo>
                <a:lnTo>
                  <a:pt x="196" y="186"/>
                </a:lnTo>
                <a:lnTo>
                  <a:pt x="195" y="184"/>
                </a:lnTo>
                <a:lnTo>
                  <a:pt x="194" y="181"/>
                </a:lnTo>
                <a:lnTo>
                  <a:pt x="194" y="179"/>
                </a:lnTo>
                <a:lnTo>
                  <a:pt x="192" y="176"/>
                </a:lnTo>
                <a:lnTo>
                  <a:pt x="191" y="175"/>
                </a:lnTo>
                <a:lnTo>
                  <a:pt x="189" y="173"/>
                </a:lnTo>
                <a:lnTo>
                  <a:pt x="188" y="172"/>
                </a:lnTo>
                <a:lnTo>
                  <a:pt x="188" y="171"/>
                </a:lnTo>
                <a:lnTo>
                  <a:pt x="188" y="169"/>
                </a:lnTo>
                <a:lnTo>
                  <a:pt x="189" y="168"/>
                </a:lnTo>
                <a:lnTo>
                  <a:pt x="189" y="167"/>
                </a:lnTo>
                <a:lnTo>
                  <a:pt x="190" y="167"/>
                </a:lnTo>
                <a:lnTo>
                  <a:pt x="191" y="167"/>
                </a:lnTo>
                <a:lnTo>
                  <a:pt x="191" y="168"/>
                </a:lnTo>
                <a:lnTo>
                  <a:pt x="193" y="168"/>
                </a:lnTo>
                <a:lnTo>
                  <a:pt x="194" y="166"/>
                </a:lnTo>
                <a:lnTo>
                  <a:pt x="195" y="165"/>
                </a:lnTo>
                <a:lnTo>
                  <a:pt x="197" y="164"/>
                </a:lnTo>
                <a:lnTo>
                  <a:pt x="198" y="164"/>
                </a:lnTo>
                <a:lnTo>
                  <a:pt x="200" y="164"/>
                </a:lnTo>
                <a:lnTo>
                  <a:pt x="201" y="163"/>
                </a:lnTo>
                <a:lnTo>
                  <a:pt x="202" y="162"/>
                </a:lnTo>
                <a:lnTo>
                  <a:pt x="202" y="161"/>
                </a:lnTo>
                <a:lnTo>
                  <a:pt x="202" y="160"/>
                </a:lnTo>
                <a:lnTo>
                  <a:pt x="204" y="161"/>
                </a:lnTo>
                <a:lnTo>
                  <a:pt x="205" y="161"/>
                </a:lnTo>
                <a:lnTo>
                  <a:pt x="206" y="162"/>
                </a:lnTo>
                <a:lnTo>
                  <a:pt x="207" y="164"/>
                </a:lnTo>
                <a:lnTo>
                  <a:pt x="206" y="164"/>
                </a:lnTo>
                <a:lnTo>
                  <a:pt x="206" y="165"/>
                </a:lnTo>
                <a:lnTo>
                  <a:pt x="206" y="166"/>
                </a:lnTo>
                <a:lnTo>
                  <a:pt x="206" y="168"/>
                </a:lnTo>
                <a:lnTo>
                  <a:pt x="207" y="168"/>
                </a:lnTo>
                <a:lnTo>
                  <a:pt x="208" y="169"/>
                </a:lnTo>
                <a:lnTo>
                  <a:pt x="209" y="170"/>
                </a:lnTo>
                <a:lnTo>
                  <a:pt x="210" y="171"/>
                </a:lnTo>
                <a:lnTo>
                  <a:pt x="210" y="173"/>
                </a:lnTo>
                <a:lnTo>
                  <a:pt x="209" y="175"/>
                </a:lnTo>
                <a:lnTo>
                  <a:pt x="209" y="177"/>
                </a:lnTo>
                <a:lnTo>
                  <a:pt x="214" y="184"/>
                </a:lnTo>
                <a:lnTo>
                  <a:pt x="217" y="188"/>
                </a:lnTo>
                <a:lnTo>
                  <a:pt x="218" y="192"/>
                </a:lnTo>
                <a:lnTo>
                  <a:pt x="218" y="195"/>
                </a:lnTo>
                <a:lnTo>
                  <a:pt x="218" y="199"/>
                </a:lnTo>
                <a:lnTo>
                  <a:pt x="218" y="200"/>
                </a:lnTo>
                <a:lnTo>
                  <a:pt x="217" y="200"/>
                </a:lnTo>
                <a:lnTo>
                  <a:pt x="216" y="202"/>
                </a:lnTo>
                <a:lnTo>
                  <a:pt x="216" y="205"/>
                </a:lnTo>
                <a:lnTo>
                  <a:pt x="217" y="206"/>
                </a:lnTo>
                <a:lnTo>
                  <a:pt x="218" y="206"/>
                </a:lnTo>
                <a:lnTo>
                  <a:pt x="219" y="208"/>
                </a:lnTo>
                <a:lnTo>
                  <a:pt x="219" y="212"/>
                </a:lnTo>
                <a:lnTo>
                  <a:pt x="218" y="218"/>
                </a:lnTo>
                <a:lnTo>
                  <a:pt x="218" y="219"/>
                </a:lnTo>
                <a:lnTo>
                  <a:pt x="219" y="221"/>
                </a:lnTo>
                <a:lnTo>
                  <a:pt x="221" y="221"/>
                </a:lnTo>
                <a:lnTo>
                  <a:pt x="225" y="222"/>
                </a:lnTo>
                <a:lnTo>
                  <a:pt x="226" y="220"/>
                </a:lnTo>
                <a:lnTo>
                  <a:pt x="229" y="217"/>
                </a:lnTo>
                <a:lnTo>
                  <a:pt x="231" y="216"/>
                </a:lnTo>
                <a:lnTo>
                  <a:pt x="230" y="215"/>
                </a:lnTo>
                <a:lnTo>
                  <a:pt x="231" y="214"/>
                </a:lnTo>
                <a:lnTo>
                  <a:pt x="232" y="212"/>
                </a:lnTo>
                <a:lnTo>
                  <a:pt x="233" y="213"/>
                </a:lnTo>
                <a:lnTo>
                  <a:pt x="234" y="212"/>
                </a:lnTo>
                <a:lnTo>
                  <a:pt x="235" y="213"/>
                </a:lnTo>
                <a:lnTo>
                  <a:pt x="236" y="213"/>
                </a:lnTo>
                <a:lnTo>
                  <a:pt x="237" y="215"/>
                </a:lnTo>
                <a:lnTo>
                  <a:pt x="238" y="215"/>
                </a:lnTo>
                <a:lnTo>
                  <a:pt x="239" y="215"/>
                </a:lnTo>
                <a:lnTo>
                  <a:pt x="239" y="214"/>
                </a:lnTo>
                <a:lnTo>
                  <a:pt x="240" y="214"/>
                </a:lnTo>
                <a:lnTo>
                  <a:pt x="242" y="211"/>
                </a:lnTo>
                <a:lnTo>
                  <a:pt x="243" y="210"/>
                </a:lnTo>
                <a:lnTo>
                  <a:pt x="243" y="209"/>
                </a:lnTo>
                <a:lnTo>
                  <a:pt x="245" y="208"/>
                </a:lnTo>
                <a:lnTo>
                  <a:pt x="249" y="207"/>
                </a:lnTo>
                <a:lnTo>
                  <a:pt x="253" y="208"/>
                </a:lnTo>
                <a:lnTo>
                  <a:pt x="256" y="209"/>
                </a:lnTo>
                <a:lnTo>
                  <a:pt x="258" y="210"/>
                </a:lnTo>
                <a:lnTo>
                  <a:pt x="261" y="211"/>
                </a:lnTo>
                <a:lnTo>
                  <a:pt x="262" y="211"/>
                </a:lnTo>
                <a:lnTo>
                  <a:pt x="262" y="209"/>
                </a:lnTo>
                <a:lnTo>
                  <a:pt x="263" y="208"/>
                </a:lnTo>
                <a:lnTo>
                  <a:pt x="264" y="206"/>
                </a:lnTo>
                <a:lnTo>
                  <a:pt x="266" y="205"/>
                </a:lnTo>
                <a:lnTo>
                  <a:pt x="269" y="203"/>
                </a:lnTo>
                <a:lnTo>
                  <a:pt x="270" y="203"/>
                </a:lnTo>
                <a:lnTo>
                  <a:pt x="271" y="203"/>
                </a:lnTo>
                <a:lnTo>
                  <a:pt x="272" y="203"/>
                </a:lnTo>
                <a:lnTo>
                  <a:pt x="274" y="202"/>
                </a:lnTo>
                <a:lnTo>
                  <a:pt x="277" y="199"/>
                </a:lnTo>
                <a:lnTo>
                  <a:pt x="277" y="196"/>
                </a:lnTo>
                <a:lnTo>
                  <a:pt x="277" y="193"/>
                </a:lnTo>
                <a:lnTo>
                  <a:pt x="279" y="190"/>
                </a:lnTo>
                <a:lnTo>
                  <a:pt x="279" y="189"/>
                </a:lnTo>
                <a:lnTo>
                  <a:pt x="278" y="188"/>
                </a:lnTo>
                <a:lnTo>
                  <a:pt x="279" y="184"/>
                </a:lnTo>
                <a:lnTo>
                  <a:pt x="279" y="183"/>
                </a:lnTo>
                <a:lnTo>
                  <a:pt x="280" y="182"/>
                </a:lnTo>
                <a:lnTo>
                  <a:pt x="282" y="182"/>
                </a:lnTo>
                <a:lnTo>
                  <a:pt x="285" y="181"/>
                </a:lnTo>
                <a:lnTo>
                  <a:pt x="286" y="179"/>
                </a:lnTo>
                <a:lnTo>
                  <a:pt x="286" y="177"/>
                </a:lnTo>
                <a:lnTo>
                  <a:pt x="285" y="176"/>
                </a:lnTo>
                <a:lnTo>
                  <a:pt x="284" y="176"/>
                </a:lnTo>
                <a:lnTo>
                  <a:pt x="283" y="174"/>
                </a:lnTo>
                <a:lnTo>
                  <a:pt x="283" y="172"/>
                </a:lnTo>
                <a:lnTo>
                  <a:pt x="283" y="170"/>
                </a:lnTo>
                <a:lnTo>
                  <a:pt x="282" y="169"/>
                </a:lnTo>
                <a:lnTo>
                  <a:pt x="281" y="167"/>
                </a:lnTo>
                <a:lnTo>
                  <a:pt x="279" y="164"/>
                </a:lnTo>
                <a:lnTo>
                  <a:pt x="279" y="163"/>
                </a:lnTo>
                <a:lnTo>
                  <a:pt x="279" y="162"/>
                </a:lnTo>
                <a:lnTo>
                  <a:pt x="279" y="161"/>
                </a:lnTo>
                <a:lnTo>
                  <a:pt x="277" y="158"/>
                </a:lnTo>
                <a:lnTo>
                  <a:pt x="275" y="157"/>
                </a:lnTo>
                <a:lnTo>
                  <a:pt x="276" y="154"/>
                </a:lnTo>
                <a:lnTo>
                  <a:pt x="275" y="152"/>
                </a:lnTo>
                <a:lnTo>
                  <a:pt x="274" y="151"/>
                </a:lnTo>
                <a:lnTo>
                  <a:pt x="274" y="149"/>
                </a:lnTo>
                <a:lnTo>
                  <a:pt x="269" y="146"/>
                </a:lnTo>
                <a:lnTo>
                  <a:pt x="267" y="146"/>
                </a:lnTo>
                <a:lnTo>
                  <a:pt x="266" y="145"/>
                </a:lnTo>
                <a:lnTo>
                  <a:pt x="265" y="145"/>
                </a:lnTo>
                <a:lnTo>
                  <a:pt x="264" y="143"/>
                </a:lnTo>
                <a:lnTo>
                  <a:pt x="265" y="140"/>
                </a:lnTo>
                <a:lnTo>
                  <a:pt x="266" y="139"/>
                </a:lnTo>
                <a:lnTo>
                  <a:pt x="268" y="136"/>
                </a:lnTo>
                <a:lnTo>
                  <a:pt x="267" y="133"/>
                </a:lnTo>
                <a:lnTo>
                  <a:pt x="266" y="127"/>
                </a:lnTo>
                <a:lnTo>
                  <a:pt x="265" y="125"/>
                </a:lnTo>
                <a:lnTo>
                  <a:pt x="265" y="119"/>
                </a:lnTo>
                <a:lnTo>
                  <a:pt x="266" y="118"/>
                </a:lnTo>
                <a:lnTo>
                  <a:pt x="266" y="117"/>
                </a:lnTo>
                <a:lnTo>
                  <a:pt x="265" y="116"/>
                </a:lnTo>
                <a:lnTo>
                  <a:pt x="265" y="115"/>
                </a:lnTo>
                <a:lnTo>
                  <a:pt x="263" y="110"/>
                </a:lnTo>
                <a:lnTo>
                  <a:pt x="263" y="108"/>
                </a:lnTo>
                <a:lnTo>
                  <a:pt x="262" y="105"/>
                </a:lnTo>
                <a:lnTo>
                  <a:pt x="263" y="105"/>
                </a:lnTo>
                <a:lnTo>
                  <a:pt x="264" y="105"/>
                </a:lnTo>
                <a:lnTo>
                  <a:pt x="266" y="106"/>
                </a:lnTo>
                <a:lnTo>
                  <a:pt x="269" y="105"/>
                </a:lnTo>
                <a:lnTo>
                  <a:pt x="269" y="104"/>
                </a:lnTo>
                <a:lnTo>
                  <a:pt x="270" y="103"/>
                </a:lnTo>
                <a:lnTo>
                  <a:pt x="270" y="102"/>
                </a:lnTo>
                <a:lnTo>
                  <a:pt x="272" y="101"/>
                </a:lnTo>
                <a:lnTo>
                  <a:pt x="273" y="101"/>
                </a:lnTo>
                <a:lnTo>
                  <a:pt x="275" y="100"/>
                </a:lnTo>
                <a:lnTo>
                  <a:pt x="278" y="98"/>
                </a:lnTo>
                <a:lnTo>
                  <a:pt x="278" y="96"/>
                </a:lnTo>
                <a:lnTo>
                  <a:pt x="278" y="95"/>
                </a:lnTo>
                <a:lnTo>
                  <a:pt x="278" y="94"/>
                </a:lnTo>
                <a:lnTo>
                  <a:pt x="279" y="94"/>
                </a:lnTo>
                <a:lnTo>
                  <a:pt x="279" y="92"/>
                </a:lnTo>
                <a:lnTo>
                  <a:pt x="279" y="91"/>
                </a:lnTo>
                <a:lnTo>
                  <a:pt x="278" y="91"/>
                </a:lnTo>
                <a:lnTo>
                  <a:pt x="278" y="90"/>
                </a:lnTo>
                <a:lnTo>
                  <a:pt x="278" y="89"/>
                </a:lnTo>
                <a:lnTo>
                  <a:pt x="279" y="88"/>
                </a:lnTo>
                <a:lnTo>
                  <a:pt x="278" y="87"/>
                </a:lnTo>
                <a:lnTo>
                  <a:pt x="277" y="85"/>
                </a:lnTo>
                <a:lnTo>
                  <a:pt x="276" y="85"/>
                </a:lnTo>
                <a:lnTo>
                  <a:pt x="276" y="82"/>
                </a:lnTo>
                <a:lnTo>
                  <a:pt x="275" y="80"/>
                </a:lnTo>
                <a:lnTo>
                  <a:pt x="274" y="79"/>
                </a:lnTo>
                <a:lnTo>
                  <a:pt x="274" y="78"/>
                </a:lnTo>
                <a:lnTo>
                  <a:pt x="275" y="77"/>
                </a:lnTo>
                <a:lnTo>
                  <a:pt x="276" y="76"/>
                </a:lnTo>
                <a:lnTo>
                  <a:pt x="276" y="75"/>
                </a:lnTo>
                <a:lnTo>
                  <a:pt x="276" y="74"/>
                </a:lnTo>
                <a:lnTo>
                  <a:pt x="277" y="73"/>
                </a:lnTo>
                <a:lnTo>
                  <a:pt x="276" y="71"/>
                </a:lnTo>
                <a:lnTo>
                  <a:pt x="275" y="70"/>
                </a:lnTo>
                <a:lnTo>
                  <a:pt x="275" y="69"/>
                </a:lnTo>
                <a:lnTo>
                  <a:pt x="274" y="64"/>
                </a:lnTo>
                <a:lnTo>
                  <a:pt x="274" y="62"/>
                </a:lnTo>
                <a:lnTo>
                  <a:pt x="275" y="58"/>
                </a:lnTo>
                <a:lnTo>
                  <a:pt x="275" y="57"/>
                </a:lnTo>
                <a:lnTo>
                  <a:pt x="276" y="56"/>
                </a:lnTo>
                <a:lnTo>
                  <a:pt x="277" y="55"/>
                </a:lnTo>
                <a:lnTo>
                  <a:pt x="276" y="55"/>
                </a:lnTo>
                <a:lnTo>
                  <a:pt x="275" y="55"/>
                </a:lnTo>
                <a:lnTo>
                  <a:pt x="274" y="54"/>
                </a:lnTo>
                <a:lnTo>
                  <a:pt x="274" y="53"/>
                </a:lnTo>
                <a:lnTo>
                  <a:pt x="272" y="49"/>
                </a:lnTo>
                <a:lnTo>
                  <a:pt x="272" y="47"/>
                </a:lnTo>
                <a:lnTo>
                  <a:pt x="273" y="46"/>
                </a:lnTo>
                <a:lnTo>
                  <a:pt x="274" y="45"/>
                </a:lnTo>
                <a:lnTo>
                  <a:pt x="274" y="46"/>
                </a:lnTo>
                <a:lnTo>
                  <a:pt x="275" y="45"/>
                </a:lnTo>
                <a:lnTo>
                  <a:pt x="277" y="45"/>
                </a:lnTo>
                <a:lnTo>
                  <a:pt x="278" y="45"/>
                </a:lnTo>
                <a:lnTo>
                  <a:pt x="282" y="47"/>
                </a:lnTo>
                <a:lnTo>
                  <a:pt x="283" y="48"/>
                </a:lnTo>
                <a:lnTo>
                  <a:pt x="286" y="49"/>
                </a:lnTo>
                <a:lnTo>
                  <a:pt x="287" y="48"/>
                </a:lnTo>
                <a:lnTo>
                  <a:pt x="288" y="47"/>
                </a:lnTo>
                <a:lnTo>
                  <a:pt x="288" y="46"/>
                </a:lnTo>
                <a:lnTo>
                  <a:pt x="290" y="45"/>
                </a:lnTo>
                <a:lnTo>
                  <a:pt x="292" y="44"/>
                </a:lnTo>
                <a:lnTo>
                  <a:pt x="293" y="43"/>
                </a:lnTo>
                <a:lnTo>
                  <a:pt x="295" y="42"/>
                </a:lnTo>
                <a:lnTo>
                  <a:pt x="295" y="41"/>
                </a:lnTo>
                <a:lnTo>
                  <a:pt x="297" y="40"/>
                </a:lnTo>
                <a:lnTo>
                  <a:pt x="300" y="42"/>
                </a:lnTo>
                <a:lnTo>
                  <a:pt x="301" y="44"/>
                </a:lnTo>
                <a:lnTo>
                  <a:pt x="303" y="48"/>
                </a:lnTo>
                <a:lnTo>
                  <a:pt x="305" y="53"/>
                </a:lnTo>
                <a:lnTo>
                  <a:pt x="304" y="56"/>
                </a:lnTo>
                <a:lnTo>
                  <a:pt x="304" y="57"/>
                </a:lnTo>
                <a:lnTo>
                  <a:pt x="305" y="61"/>
                </a:lnTo>
                <a:lnTo>
                  <a:pt x="305" y="65"/>
                </a:lnTo>
                <a:lnTo>
                  <a:pt x="305" y="67"/>
                </a:lnTo>
                <a:lnTo>
                  <a:pt x="305" y="70"/>
                </a:lnTo>
                <a:lnTo>
                  <a:pt x="306" y="74"/>
                </a:lnTo>
                <a:lnTo>
                  <a:pt x="306" y="76"/>
                </a:lnTo>
                <a:lnTo>
                  <a:pt x="305" y="79"/>
                </a:lnTo>
                <a:lnTo>
                  <a:pt x="307" y="83"/>
                </a:lnTo>
                <a:lnTo>
                  <a:pt x="310" y="84"/>
                </a:lnTo>
                <a:lnTo>
                  <a:pt x="311" y="84"/>
                </a:lnTo>
                <a:lnTo>
                  <a:pt x="311" y="83"/>
                </a:lnTo>
                <a:lnTo>
                  <a:pt x="312" y="83"/>
                </a:lnTo>
                <a:lnTo>
                  <a:pt x="313" y="82"/>
                </a:lnTo>
                <a:lnTo>
                  <a:pt x="315" y="82"/>
                </a:lnTo>
                <a:lnTo>
                  <a:pt x="316" y="83"/>
                </a:lnTo>
                <a:lnTo>
                  <a:pt x="318" y="84"/>
                </a:lnTo>
                <a:lnTo>
                  <a:pt x="320" y="84"/>
                </a:lnTo>
                <a:lnTo>
                  <a:pt x="322" y="83"/>
                </a:lnTo>
                <a:lnTo>
                  <a:pt x="322" y="82"/>
                </a:lnTo>
                <a:lnTo>
                  <a:pt x="323" y="80"/>
                </a:lnTo>
                <a:lnTo>
                  <a:pt x="324" y="80"/>
                </a:lnTo>
                <a:lnTo>
                  <a:pt x="325" y="79"/>
                </a:lnTo>
                <a:lnTo>
                  <a:pt x="325" y="80"/>
                </a:lnTo>
                <a:lnTo>
                  <a:pt x="326" y="80"/>
                </a:lnTo>
                <a:lnTo>
                  <a:pt x="326" y="79"/>
                </a:lnTo>
                <a:lnTo>
                  <a:pt x="327" y="80"/>
                </a:lnTo>
                <a:lnTo>
                  <a:pt x="330" y="79"/>
                </a:lnTo>
                <a:lnTo>
                  <a:pt x="331" y="79"/>
                </a:lnTo>
                <a:lnTo>
                  <a:pt x="331" y="78"/>
                </a:lnTo>
                <a:lnTo>
                  <a:pt x="331" y="77"/>
                </a:lnTo>
                <a:lnTo>
                  <a:pt x="330" y="74"/>
                </a:lnTo>
                <a:lnTo>
                  <a:pt x="331" y="74"/>
                </a:lnTo>
                <a:lnTo>
                  <a:pt x="332" y="73"/>
                </a:lnTo>
                <a:lnTo>
                  <a:pt x="332" y="71"/>
                </a:lnTo>
                <a:lnTo>
                  <a:pt x="331" y="70"/>
                </a:lnTo>
                <a:lnTo>
                  <a:pt x="329" y="70"/>
                </a:lnTo>
                <a:lnTo>
                  <a:pt x="328" y="70"/>
                </a:lnTo>
                <a:lnTo>
                  <a:pt x="322" y="67"/>
                </a:lnTo>
                <a:lnTo>
                  <a:pt x="322" y="62"/>
                </a:lnTo>
                <a:lnTo>
                  <a:pt x="323" y="61"/>
                </a:lnTo>
                <a:lnTo>
                  <a:pt x="323" y="60"/>
                </a:lnTo>
                <a:lnTo>
                  <a:pt x="324" y="57"/>
                </a:lnTo>
                <a:lnTo>
                  <a:pt x="324" y="54"/>
                </a:lnTo>
                <a:lnTo>
                  <a:pt x="325" y="49"/>
                </a:lnTo>
                <a:lnTo>
                  <a:pt x="325" y="47"/>
                </a:lnTo>
                <a:lnTo>
                  <a:pt x="327" y="47"/>
                </a:lnTo>
                <a:lnTo>
                  <a:pt x="328" y="47"/>
                </a:lnTo>
                <a:lnTo>
                  <a:pt x="331" y="45"/>
                </a:lnTo>
                <a:lnTo>
                  <a:pt x="332" y="42"/>
                </a:lnTo>
                <a:lnTo>
                  <a:pt x="338" y="39"/>
                </a:lnTo>
                <a:lnTo>
                  <a:pt x="339" y="39"/>
                </a:lnTo>
                <a:lnTo>
                  <a:pt x="339" y="38"/>
                </a:lnTo>
                <a:lnTo>
                  <a:pt x="340" y="38"/>
                </a:lnTo>
                <a:lnTo>
                  <a:pt x="342" y="36"/>
                </a:lnTo>
                <a:lnTo>
                  <a:pt x="342" y="34"/>
                </a:lnTo>
                <a:lnTo>
                  <a:pt x="341" y="32"/>
                </a:lnTo>
                <a:lnTo>
                  <a:pt x="340" y="28"/>
                </a:lnTo>
                <a:lnTo>
                  <a:pt x="339" y="24"/>
                </a:lnTo>
                <a:lnTo>
                  <a:pt x="338" y="23"/>
                </a:lnTo>
                <a:lnTo>
                  <a:pt x="338" y="22"/>
                </a:lnTo>
                <a:lnTo>
                  <a:pt x="336" y="20"/>
                </a:lnTo>
                <a:lnTo>
                  <a:pt x="334" y="17"/>
                </a:lnTo>
                <a:lnTo>
                  <a:pt x="333" y="14"/>
                </a:lnTo>
                <a:lnTo>
                  <a:pt x="334" y="10"/>
                </a:lnTo>
                <a:lnTo>
                  <a:pt x="334" y="8"/>
                </a:lnTo>
                <a:lnTo>
                  <a:pt x="335" y="7"/>
                </a:lnTo>
                <a:lnTo>
                  <a:pt x="336" y="7"/>
                </a:lnTo>
                <a:lnTo>
                  <a:pt x="336" y="2"/>
                </a:lnTo>
                <a:lnTo>
                  <a:pt x="338" y="2"/>
                </a:lnTo>
                <a:lnTo>
                  <a:pt x="340" y="3"/>
                </a:lnTo>
                <a:lnTo>
                  <a:pt x="343" y="4"/>
                </a:lnTo>
                <a:lnTo>
                  <a:pt x="345" y="4"/>
                </a:lnTo>
                <a:lnTo>
                  <a:pt x="345" y="3"/>
                </a:lnTo>
                <a:lnTo>
                  <a:pt x="347" y="2"/>
                </a:lnTo>
                <a:lnTo>
                  <a:pt x="348" y="2"/>
                </a:lnTo>
                <a:lnTo>
                  <a:pt x="349" y="2"/>
                </a:lnTo>
                <a:lnTo>
                  <a:pt x="354" y="2"/>
                </a:lnTo>
                <a:lnTo>
                  <a:pt x="355" y="1"/>
                </a:lnTo>
                <a:lnTo>
                  <a:pt x="357" y="0"/>
                </a:lnTo>
                <a:lnTo>
                  <a:pt x="361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9" name=""/>
          <p:cNvSpPr/>
          <p:nvPr/>
        </p:nvSpPr>
        <p:spPr>
          <a:xfrm>
            <a:off x="5847480" y="1488600"/>
            <a:ext cx="1239120" cy="768600"/>
          </a:xfrm>
          <a:custGeom>
            <a:avLst/>
            <a:gdLst/>
            <a:ahLst/>
            <a:rect l="0" t="0" r="r" b="b"/>
            <a:pathLst>
              <a:path w="3442" h="2135">
                <a:moveTo>
                  <a:pt x="1807" y="57"/>
                </a:moveTo>
                <a:lnTo>
                  <a:pt x="1808" y="58"/>
                </a:lnTo>
                <a:lnTo>
                  <a:pt x="1808" y="59"/>
                </a:lnTo>
                <a:lnTo>
                  <a:pt x="1809" y="59"/>
                </a:lnTo>
                <a:lnTo>
                  <a:pt x="1810" y="59"/>
                </a:lnTo>
                <a:lnTo>
                  <a:pt x="1811" y="59"/>
                </a:lnTo>
                <a:lnTo>
                  <a:pt x="1811" y="58"/>
                </a:lnTo>
                <a:lnTo>
                  <a:pt x="1812" y="58"/>
                </a:lnTo>
                <a:lnTo>
                  <a:pt x="1812" y="59"/>
                </a:lnTo>
                <a:lnTo>
                  <a:pt x="1813" y="59"/>
                </a:lnTo>
                <a:lnTo>
                  <a:pt x="1814" y="59"/>
                </a:lnTo>
                <a:lnTo>
                  <a:pt x="1815" y="59"/>
                </a:lnTo>
                <a:lnTo>
                  <a:pt x="1816" y="59"/>
                </a:lnTo>
                <a:lnTo>
                  <a:pt x="1817" y="59"/>
                </a:lnTo>
                <a:lnTo>
                  <a:pt x="1819" y="59"/>
                </a:lnTo>
                <a:lnTo>
                  <a:pt x="1820" y="59"/>
                </a:lnTo>
                <a:lnTo>
                  <a:pt x="1821" y="60"/>
                </a:lnTo>
                <a:lnTo>
                  <a:pt x="1821" y="61"/>
                </a:lnTo>
                <a:lnTo>
                  <a:pt x="1821" y="62"/>
                </a:lnTo>
                <a:lnTo>
                  <a:pt x="1820" y="62"/>
                </a:lnTo>
                <a:lnTo>
                  <a:pt x="1820" y="63"/>
                </a:lnTo>
                <a:lnTo>
                  <a:pt x="1820" y="64"/>
                </a:lnTo>
                <a:lnTo>
                  <a:pt x="1821" y="65"/>
                </a:lnTo>
                <a:lnTo>
                  <a:pt x="1822" y="65"/>
                </a:lnTo>
                <a:lnTo>
                  <a:pt x="1823" y="66"/>
                </a:lnTo>
                <a:lnTo>
                  <a:pt x="1824" y="66"/>
                </a:lnTo>
                <a:lnTo>
                  <a:pt x="1825" y="66"/>
                </a:lnTo>
                <a:lnTo>
                  <a:pt x="1825" y="65"/>
                </a:lnTo>
                <a:lnTo>
                  <a:pt x="1826" y="65"/>
                </a:lnTo>
                <a:lnTo>
                  <a:pt x="1827" y="65"/>
                </a:lnTo>
                <a:lnTo>
                  <a:pt x="1827" y="66"/>
                </a:lnTo>
                <a:lnTo>
                  <a:pt x="1828" y="66"/>
                </a:lnTo>
                <a:lnTo>
                  <a:pt x="1828" y="67"/>
                </a:lnTo>
                <a:lnTo>
                  <a:pt x="1829" y="67"/>
                </a:lnTo>
                <a:lnTo>
                  <a:pt x="1831" y="68"/>
                </a:lnTo>
                <a:lnTo>
                  <a:pt x="1831" y="67"/>
                </a:lnTo>
                <a:lnTo>
                  <a:pt x="1832" y="67"/>
                </a:lnTo>
                <a:lnTo>
                  <a:pt x="1832" y="66"/>
                </a:lnTo>
                <a:lnTo>
                  <a:pt x="1833" y="66"/>
                </a:lnTo>
                <a:lnTo>
                  <a:pt x="1833" y="65"/>
                </a:lnTo>
                <a:lnTo>
                  <a:pt x="1834" y="65"/>
                </a:lnTo>
                <a:lnTo>
                  <a:pt x="1835" y="65"/>
                </a:lnTo>
                <a:lnTo>
                  <a:pt x="1835" y="66"/>
                </a:lnTo>
                <a:lnTo>
                  <a:pt x="1836" y="66"/>
                </a:lnTo>
                <a:lnTo>
                  <a:pt x="1837" y="66"/>
                </a:lnTo>
                <a:lnTo>
                  <a:pt x="1837" y="67"/>
                </a:lnTo>
                <a:lnTo>
                  <a:pt x="1837" y="68"/>
                </a:lnTo>
                <a:lnTo>
                  <a:pt x="1838" y="68"/>
                </a:lnTo>
                <a:lnTo>
                  <a:pt x="1838" y="69"/>
                </a:lnTo>
                <a:lnTo>
                  <a:pt x="1838" y="70"/>
                </a:lnTo>
                <a:lnTo>
                  <a:pt x="1839" y="71"/>
                </a:lnTo>
                <a:lnTo>
                  <a:pt x="1839" y="72"/>
                </a:lnTo>
                <a:lnTo>
                  <a:pt x="1840" y="72"/>
                </a:lnTo>
                <a:lnTo>
                  <a:pt x="1840" y="73"/>
                </a:lnTo>
                <a:lnTo>
                  <a:pt x="1840" y="74"/>
                </a:lnTo>
                <a:lnTo>
                  <a:pt x="1840" y="75"/>
                </a:lnTo>
                <a:lnTo>
                  <a:pt x="1841" y="75"/>
                </a:lnTo>
                <a:lnTo>
                  <a:pt x="1840" y="76"/>
                </a:lnTo>
                <a:lnTo>
                  <a:pt x="1840" y="77"/>
                </a:lnTo>
                <a:lnTo>
                  <a:pt x="1840" y="78"/>
                </a:lnTo>
                <a:lnTo>
                  <a:pt x="1840" y="79"/>
                </a:lnTo>
                <a:lnTo>
                  <a:pt x="1840" y="80"/>
                </a:lnTo>
                <a:lnTo>
                  <a:pt x="1840" y="81"/>
                </a:lnTo>
                <a:lnTo>
                  <a:pt x="1840" y="82"/>
                </a:lnTo>
                <a:lnTo>
                  <a:pt x="1841" y="82"/>
                </a:lnTo>
                <a:lnTo>
                  <a:pt x="1842" y="83"/>
                </a:lnTo>
                <a:lnTo>
                  <a:pt x="1843" y="83"/>
                </a:lnTo>
                <a:lnTo>
                  <a:pt x="1843" y="84"/>
                </a:lnTo>
                <a:lnTo>
                  <a:pt x="1844" y="84"/>
                </a:lnTo>
                <a:lnTo>
                  <a:pt x="1845" y="84"/>
                </a:lnTo>
                <a:lnTo>
                  <a:pt x="1846" y="84"/>
                </a:lnTo>
                <a:lnTo>
                  <a:pt x="1846" y="85"/>
                </a:lnTo>
                <a:lnTo>
                  <a:pt x="1846" y="86"/>
                </a:lnTo>
                <a:lnTo>
                  <a:pt x="1847" y="87"/>
                </a:lnTo>
                <a:lnTo>
                  <a:pt x="1848" y="88"/>
                </a:lnTo>
                <a:lnTo>
                  <a:pt x="1849" y="88"/>
                </a:lnTo>
                <a:lnTo>
                  <a:pt x="1852" y="90"/>
                </a:lnTo>
                <a:lnTo>
                  <a:pt x="1854" y="91"/>
                </a:lnTo>
                <a:lnTo>
                  <a:pt x="1855" y="91"/>
                </a:lnTo>
                <a:lnTo>
                  <a:pt x="1855" y="92"/>
                </a:lnTo>
                <a:lnTo>
                  <a:pt x="1854" y="92"/>
                </a:lnTo>
                <a:lnTo>
                  <a:pt x="1854" y="93"/>
                </a:lnTo>
                <a:lnTo>
                  <a:pt x="1854" y="94"/>
                </a:lnTo>
                <a:lnTo>
                  <a:pt x="1854" y="95"/>
                </a:lnTo>
                <a:lnTo>
                  <a:pt x="1855" y="96"/>
                </a:lnTo>
                <a:lnTo>
                  <a:pt x="1856" y="97"/>
                </a:lnTo>
                <a:lnTo>
                  <a:pt x="1855" y="97"/>
                </a:lnTo>
                <a:lnTo>
                  <a:pt x="1855" y="98"/>
                </a:lnTo>
                <a:lnTo>
                  <a:pt x="1855" y="99"/>
                </a:lnTo>
                <a:lnTo>
                  <a:pt x="1855" y="100"/>
                </a:lnTo>
                <a:lnTo>
                  <a:pt x="1856" y="100"/>
                </a:lnTo>
                <a:lnTo>
                  <a:pt x="1857" y="101"/>
                </a:lnTo>
                <a:lnTo>
                  <a:pt x="1858" y="101"/>
                </a:lnTo>
                <a:lnTo>
                  <a:pt x="1858" y="102"/>
                </a:lnTo>
                <a:lnTo>
                  <a:pt x="1858" y="103"/>
                </a:lnTo>
                <a:lnTo>
                  <a:pt x="1859" y="104"/>
                </a:lnTo>
                <a:lnTo>
                  <a:pt x="1859" y="105"/>
                </a:lnTo>
                <a:lnTo>
                  <a:pt x="1860" y="105"/>
                </a:lnTo>
                <a:lnTo>
                  <a:pt x="1860" y="106"/>
                </a:lnTo>
                <a:lnTo>
                  <a:pt x="1861" y="106"/>
                </a:lnTo>
                <a:lnTo>
                  <a:pt x="1862" y="106"/>
                </a:lnTo>
                <a:lnTo>
                  <a:pt x="1863" y="106"/>
                </a:lnTo>
                <a:lnTo>
                  <a:pt x="1864" y="106"/>
                </a:lnTo>
                <a:lnTo>
                  <a:pt x="1864" y="105"/>
                </a:lnTo>
                <a:lnTo>
                  <a:pt x="1865" y="104"/>
                </a:lnTo>
                <a:lnTo>
                  <a:pt x="1865" y="103"/>
                </a:lnTo>
                <a:lnTo>
                  <a:pt x="1865" y="102"/>
                </a:lnTo>
                <a:lnTo>
                  <a:pt x="1865" y="101"/>
                </a:lnTo>
                <a:lnTo>
                  <a:pt x="1865" y="100"/>
                </a:lnTo>
                <a:lnTo>
                  <a:pt x="1866" y="100"/>
                </a:lnTo>
                <a:lnTo>
                  <a:pt x="1866" y="99"/>
                </a:lnTo>
                <a:lnTo>
                  <a:pt x="1867" y="99"/>
                </a:lnTo>
                <a:lnTo>
                  <a:pt x="1867" y="98"/>
                </a:lnTo>
                <a:lnTo>
                  <a:pt x="1867" y="97"/>
                </a:lnTo>
                <a:lnTo>
                  <a:pt x="1868" y="97"/>
                </a:lnTo>
                <a:lnTo>
                  <a:pt x="1869" y="97"/>
                </a:lnTo>
                <a:lnTo>
                  <a:pt x="1870" y="97"/>
                </a:lnTo>
                <a:lnTo>
                  <a:pt x="1871" y="96"/>
                </a:lnTo>
                <a:lnTo>
                  <a:pt x="1873" y="95"/>
                </a:lnTo>
                <a:lnTo>
                  <a:pt x="1874" y="95"/>
                </a:lnTo>
                <a:lnTo>
                  <a:pt x="1874" y="94"/>
                </a:lnTo>
                <a:lnTo>
                  <a:pt x="1875" y="94"/>
                </a:lnTo>
                <a:lnTo>
                  <a:pt x="1876" y="94"/>
                </a:lnTo>
                <a:lnTo>
                  <a:pt x="1877" y="95"/>
                </a:lnTo>
                <a:lnTo>
                  <a:pt x="1877" y="96"/>
                </a:lnTo>
                <a:lnTo>
                  <a:pt x="1878" y="96"/>
                </a:lnTo>
                <a:lnTo>
                  <a:pt x="1879" y="97"/>
                </a:lnTo>
                <a:lnTo>
                  <a:pt x="1880" y="97"/>
                </a:lnTo>
                <a:lnTo>
                  <a:pt x="1880" y="96"/>
                </a:lnTo>
                <a:lnTo>
                  <a:pt x="1881" y="96"/>
                </a:lnTo>
                <a:lnTo>
                  <a:pt x="1882" y="96"/>
                </a:lnTo>
                <a:lnTo>
                  <a:pt x="1883" y="96"/>
                </a:lnTo>
                <a:lnTo>
                  <a:pt x="1883" y="95"/>
                </a:lnTo>
                <a:lnTo>
                  <a:pt x="1884" y="95"/>
                </a:lnTo>
                <a:lnTo>
                  <a:pt x="1885" y="95"/>
                </a:lnTo>
                <a:lnTo>
                  <a:pt x="1886" y="95"/>
                </a:lnTo>
                <a:lnTo>
                  <a:pt x="1887" y="95"/>
                </a:lnTo>
                <a:lnTo>
                  <a:pt x="1888" y="95"/>
                </a:lnTo>
                <a:lnTo>
                  <a:pt x="1888" y="96"/>
                </a:lnTo>
                <a:lnTo>
                  <a:pt x="1889" y="96"/>
                </a:lnTo>
                <a:lnTo>
                  <a:pt x="1889" y="97"/>
                </a:lnTo>
                <a:lnTo>
                  <a:pt x="1889" y="98"/>
                </a:lnTo>
                <a:lnTo>
                  <a:pt x="1889" y="99"/>
                </a:lnTo>
                <a:lnTo>
                  <a:pt x="1889" y="100"/>
                </a:lnTo>
                <a:lnTo>
                  <a:pt x="1890" y="100"/>
                </a:lnTo>
                <a:lnTo>
                  <a:pt x="1890" y="101"/>
                </a:lnTo>
                <a:lnTo>
                  <a:pt x="1890" y="102"/>
                </a:lnTo>
                <a:lnTo>
                  <a:pt x="1891" y="102"/>
                </a:lnTo>
                <a:lnTo>
                  <a:pt x="1891" y="103"/>
                </a:lnTo>
                <a:lnTo>
                  <a:pt x="1892" y="104"/>
                </a:lnTo>
                <a:lnTo>
                  <a:pt x="1892" y="105"/>
                </a:lnTo>
                <a:lnTo>
                  <a:pt x="1893" y="105"/>
                </a:lnTo>
                <a:lnTo>
                  <a:pt x="1893" y="106"/>
                </a:lnTo>
                <a:lnTo>
                  <a:pt x="1894" y="106"/>
                </a:lnTo>
                <a:lnTo>
                  <a:pt x="1895" y="106"/>
                </a:lnTo>
                <a:lnTo>
                  <a:pt x="1896" y="106"/>
                </a:lnTo>
                <a:lnTo>
                  <a:pt x="1896" y="107"/>
                </a:lnTo>
                <a:lnTo>
                  <a:pt x="1897" y="107"/>
                </a:lnTo>
                <a:lnTo>
                  <a:pt x="1898" y="107"/>
                </a:lnTo>
                <a:lnTo>
                  <a:pt x="1899" y="107"/>
                </a:lnTo>
                <a:lnTo>
                  <a:pt x="1900" y="107"/>
                </a:lnTo>
                <a:lnTo>
                  <a:pt x="1901" y="107"/>
                </a:lnTo>
                <a:lnTo>
                  <a:pt x="1901" y="108"/>
                </a:lnTo>
                <a:lnTo>
                  <a:pt x="1902" y="108"/>
                </a:lnTo>
                <a:lnTo>
                  <a:pt x="1902" y="109"/>
                </a:lnTo>
                <a:lnTo>
                  <a:pt x="1903" y="109"/>
                </a:lnTo>
                <a:lnTo>
                  <a:pt x="1904" y="109"/>
                </a:lnTo>
                <a:lnTo>
                  <a:pt x="1904" y="110"/>
                </a:lnTo>
                <a:lnTo>
                  <a:pt x="1905" y="110"/>
                </a:lnTo>
                <a:lnTo>
                  <a:pt x="1905" y="111"/>
                </a:lnTo>
                <a:lnTo>
                  <a:pt x="1906" y="111"/>
                </a:lnTo>
                <a:lnTo>
                  <a:pt x="1906" y="112"/>
                </a:lnTo>
                <a:lnTo>
                  <a:pt x="1906" y="113"/>
                </a:lnTo>
                <a:lnTo>
                  <a:pt x="1907" y="113"/>
                </a:lnTo>
                <a:lnTo>
                  <a:pt x="1908" y="113"/>
                </a:lnTo>
                <a:lnTo>
                  <a:pt x="1908" y="114"/>
                </a:lnTo>
                <a:lnTo>
                  <a:pt x="1909" y="114"/>
                </a:lnTo>
                <a:lnTo>
                  <a:pt x="1909" y="115"/>
                </a:lnTo>
                <a:lnTo>
                  <a:pt x="1910" y="115"/>
                </a:lnTo>
                <a:lnTo>
                  <a:pt x="1911" y="115"/>
                </a:lnTo>
                <a:lnTo>
                  <a:pt x="1911" y="116"/>
                </a:lnTo>
                <a:lnTo>
                  <a:pt x="1912" y="116"/>
                </a:lnTo>
                <a:lnTo>
                  <a:pt x="1913" y="116"/>
                </a:lnTo>
                <a:lnTo>
                  <a:pt x="1913" y="117"/>
                </a:lnTo>
                <a:lnTo>
                  <a:pt x="1913" y="118"/>
                </a:lnTo>
                <a:lnTo>
                  <a:pt x="1914" y="118"/>
                </a:lnTo>
                <a:lnTo>
                  <a:pt x="1914" y="119"/>
                </a:lnTo>
                <a:lnTo>
                  <a:pt x="1914" y="120"/>
                </a:lnTo>
                <a:lnTo>
                  <a:pt x="1914" y="121"/>
                </a:lnTo>
                <a:lnTo>
                  <a:pt x="1915" y="121"/>
                </a:lnTo>
                <a:lnTo>
                  <a:pt x="1917" y="123"/>
                </a:lnTo>
                <a:lnTo>
                  <a:pt x="1919" y="123"/>
                </a:lnTo>
                <a:lnTo>
                  <a:pt x="1920" y="123"/>
                </a:lnTo>
                <a:lnTo>
                  <a:pt x="1921" y="123"/>
                </a:lnTo>
                <a:lnTo>
                  <a:pt x="1922" y="123"/>
                </a:lnTo>
                <a:lnTo>
                  <a:pt x="1922" y="122"/>
                </a:lnTo>
                <a:lnTo>
                  <a:pt x="1923" y="122"/>
                </a:lnTo>
                <a:lnTo>
                  <a:pt x="1924" y="122"/>
                </a:lnTo>
                <a:lnTo>
                  <a:pt x="1925" y="122"/>
                </a:lnTo>
                <a:lnTo>
                  <a:pt x="1925" y="123"/>
                </a:lnTo>
                <a:lnTo>
                  <a:pt x="1926" y="123"/>
                </a:lnTo>
                <a:lnTo>
                  <a:pt x="1927" y="123"/>
                </a:lnTo>
                <a:lnTo>
                  <a:pt x="1929" y="123"/>
                </a:lnTo>
                <a:lnTo>
                  <a:pt x="1930" y="123"/>
                </a:lnTo>
                <a:lnTo>
                  <a:pt x="1930" y="122"/>
                </a:lnTo>
                <a:lnTo>
                  <a:pt x="1930" y="121"/>
                </a:lnTo>
                <a:lnTo>
                  <a:pt x="1931" y="121"/>
                </a:lnTo>
                <a:lnTo>
                  <a:pt x="1932" y="121"/>
                </a:lnTo>
                <a:lnTo>
                  <a:pt x="1932" y="120"/>
                </a:lnTo>
                <a:lnTo>
                  <a:pt x="1933" y="120"/>
                </a:lnTo>
                <a:lnTo>
                  <a:pt x="1933" y="119"/>
                </a:lnTo>
                <a:lnTo>
                  <a:pt x="1933" y="118"/>
                </a:lnTo>
                <a:lnTo>
                  <a:pt x="1934" y="118"/>
                </a:lnTo>
                <a:lnTo>
                  <a:pt x="1935" y="118"/>
                </a:lnTo>
                <a:lnTo>
                  <a:pt x="1936" y="118"/>
                </a:lnTo>
                <a:lnTo>
                  <a:pt x="1937" y="118"/>
                </a:lnTo>
                <a:lnTo>
                  <a:pt x="1937" y="119"/>
                </a:lnTo>
                <a:lnTo>
                  <a:pt x="1938" y="119"/>
                </a:lnTo>
                <a:lnTo>
                  <a:pt x="1938" y="120"/>
                </a:lnTo>
                <a:lnTo>
                  <a:pt x="1937" y="120"/>
                </a:lnTo>
                <a:lnTo>
                  <a:pt x="1937" y="121"/>
                </a:lnTo>
                <a:lnTo>
                  <a:pt x="1938" y="121"/>
                </a:lnTo>
                <a:lnTo>
                  <a:pt x="1938" y="122"/>
                </a:lnTo>
                <a:lnTo>
                  <a:pt x="1938" y="123"/>
                </a:lnTo>
                <a:lnTo>
                  <a:pt x="1937" y="123"/>
                </a:lnTo>
                <a:lnTo>
                  <a:pt x="1938" y="123"/>
                </a:lnTo>
                <a:lnTo>
                  <a:pt x="1938" y="124"/>
                </a:lnTo>
                <a:lnTo>
                  <a:pt x="1939" y="124"/>
                </a:lnTo>
                <a:lnTo>
                  <a:pt x="1940" y="125"/>
                </a:lnTo>
                <a:lnTo>
                  <a:pt x="1941" y="125"/>
                </a:lnTo>
                <a:lnTo>
                  <a:pt x="1940" y="126"/>
                </a:lnTo>
                <a:lnTo>
                  <a:pt x="1940" y="127"/>
                </a:lnTo>
                <a:lnTo>
                  <a:pt x="1941" y="127"/>
                </a:lnTo>
                <a:lnTo>
                  <a:pt x="1941" y="128"/>
                </a:lnTo>
                <a:lnTo>
                  <a:pt x="1941" y="129"/>
                </a:lnTo>
                <a:lnTo>
                  <a:pt x="1941" y="130"/>
                </a:lnTo>
                <a:lnTo>
                  <a:pt x="1942" y="130"/>
                </a:lnTo>
                <a:lnTo>
                  <a:pt x="1942" y="131"/>
                </a:lnTo>
                <a:lnTo>
                  <a:pt x="1943" y="132"/>
                </a:lnTo>
                <a:lnTo>
                  <a:pt x="1944" y="132"/>
                </a:lnTo>
                <a:lnTo>
                  <a:pt x="1945" y="132"/>
                </a:lnTo>
                <a:lnTo>
                  <a:pt x="1946" y="132"/>
                </a:lnTo>
                <a:lnTo>
                  <a:pt x="1947" y="132"/>
                </a:lnTo>
                <a:lnTo>
                  <a:pt x="1947" y="131"/>
                </a:lnTo>
                <a:lnTo>
                  <a:pt x="1948" y="131"/>
                </a:lnTo>
                <a:lnTo>
                  <a:pt x="1949" y="132"/>
                </a:lnTo>
                <a:lnTo>
                  <a:pt x="1949" y="131"/>
                </a:lnTo>
                <a:lnTo>
                  <a:pt x="1950" y="131"/>
                </a:lnTo>
                <a:lnTo>
                  <a:pt x="1950" y="132"/>
                </a:lnTo>
                <a:lnTo>
                  <a:pt x="1951" y="132"/>
                </a:lnTo>
                <a:lnTo>
                  <a:pt x="1951" y="133"/>
                </a:lnTo>
                <a:lnTo>
                  <a:pt x="1952" y="133"/>
                </a:lnTo>
                <a:lnTo>
                  <a:pt x="1953" y="134"/>
                </a:lnTo>
                <a:lnTo>
                  <a:pt x="1953" y="133"/>
                </a:lnTo>
                <a:lnTo>
                  <a:pt x="1954" y="133"/>
                </a:lnTo>
                <a:lnTo>
                  <a:pt x="1954" y="134"/>
                </a:lnTo>
                <a:lnTo>
                  <a:pt x="1954" y="135"/>
                </a:lnTo>
                <a:lnTo>
                  <a:pt x="1955" y="135"/>
                </a:lnTo>
                <a:lnTo>
                  <a:pt x="1955" y="136"/>
                </a:lnTo>
                <a:lnTo>
                  <a:pt x="1956" y="136"/>
                </a:lnTo>
                <a:lnTo>
                  <a:pt x="1956" y="137"/>
                </a:lnTo>
                <a:lnTo>
                  <a:pt x="1956" y="138"/>
                </a:lnTo>
                <a:lnTo>
                  <a:pt x="1957" y="138"/>
                </a:lnTo>
                <a:lnTo>
                  <a:pt x="1958" y="138"/>
                </a:lnTo>
                <a:lnTo>
                  <a:pt x="1959" y="138"/>
                </a:lnTo>
                <a:lnTo>
                  <a:pt x="1959" y="139"/>
                </a:lnTo>
                <a:lnTo>
                  <a:pt x="1960" y="139"/>
                </a:lnTo>
                <a:lnTo>
                  <a:pt x="1960" y="140"/>
                </a:lnTo>
                <a:lnTo>
                  <a:pt x="1960" y="139"/>
                </a:lnTo>
                <a:lnTo>
                  <a:pt x="1961" y="139"/>
                </a:lnTo>
                <a:lnTo>
                  <a:pt x="1962" y="140"/>
                </a:lnTo>
                <a:lnTo>
                  <a:pt x="1963" y="141"/>
                </a:lnTo>
                <a:lnTo>
                  <a:pt x="1963" y="142"/>
                </a:lnTo>
                <a:lnTo>
                  <a:pt x="1963" y="143"/>
                </a:lnTo>
                <a:lnTo>
                  <a:pt x="1963" y="144"/>
                </a:lnTo>
                <a:lnTo>
                  <a:pt x="1964" y="144"/>
                </a:lnTo>
                <a:lnTo>
                  <a:pt x="1964" y="145"/>
                </a:lnTo>
                <a:lnTo>
                  <a:pt x="1965" y="145"/>
                </a:lnTo>
                <a:lnTo>
                  <a:pt x="1965" y="146"/>
                </a:lnTo>
                <a:lnTo>
                  <a:pt x="1965" y="147"/>
                </a:lnTo>
                <a:lnTo>
                  <a:pt x="1966" y="147"/>
                </a:lnTo>
                <a:lnTo>
                  <a:pt x="1967" y="147"/>
                </a:lnTo>
                <a:lnTo>
                  <a:pt x="1967" y="148"/>
                </a:lnTo>
                <a:lnTo>
                  <a:pt x="1968" y="148"/>
                </a:lnTo>
                <a:lnTo>
                  <a:pt x="1968" y="149"/>
                </a:lnTo>
                <a:lnTo>
                  <a:pt x="1969" y="149"/>
                </a:lnTo>
                <a:lnTo>
                  <a:pt x="1969" y="150"/>
                </a:lnTo>
                <a:lnTo>
                  <a:pt x="1970" y="150"/>
                </a:lnTo>
                <a:lnTo>
                  <a:pt x="1970" y="151"/>
                </a:lnTo>
                <a:lnTo>
                  <a:pt x="1970" y="152"/>
                </a:lnTo>
                <a:lnTo>
                  <a:pt x="1971" y="152"/>
                </a:lnTo>
                <a:lnTo>
                  <a:pt x="1971" y="153"/>
                </a:lnTo>
                <a:lnTo>
                  <a:pt x="1972" y="152"/>
                </a:lnTo>
                <a:lnTo>
                  <a:pt x="1973" y="152"/>
                </a:lnTo>
                <a:lnTo>
                  <a:pt x="1973" y="153"/>
                </a:lnTo>
                <a:lnTo>
                  <a:pt x="1974" y="153"/>
                </a:lnTo>
                <a:lnTo>
                  <a:pt x="1974" y="154"/>
                </a:lnTo>
                <a:lnTo>
                  <a:pt x="1974" y="155"/>
                </a:lnTo>
                <a:lnTo>
                  <a:pt x="1975" y="155"/>
                </a:lnTo>
                <a:lnTo>
                  <a:pt x="1975" y="156"/>
                </a:lnTo>
                <a:lnTo>
                  <a:pt x="1976" y="156"/>
                </a:lnTo>
                <a:lnTo>
                  <a:pt x="1977" y="157"/>
                </a:lnTo>
                <a:lnTo>
                  <a:pt x="1978" y="157"/>
                </a:lnTo>
                <a:lnTo>
                  <a:pt x="1979" y="158"/>
                </a:lnTo>
                <a:lnTo>
                  <a:pt x="1980" y="158"/>
                </a:lnTo>
                <a:lnTo>
                  <a:pt x="1981" y="158"/>
                </a:lnTo>
                <a:lnTo>
                  <a:pt x="1981" y="157"/>
                </a:lnTo>
                <a:lnTo>
                  <a:pt x="1982" y="157"/>
                </a:lnTo>
                <a:lnTo>
                  <a:pt x="1983" y="157"/>
                </a:lnTo>
                <a:lnTo>
                  <a:pt x="1984" y="158"/>
                </a:lnTo>
                <a:lnTo>
                  <a:pt x="1984" y="159"/>
                </a:lnTo>
                <a:lnTo>
                  <a:pt x="1985" y="159"/>
                </a:lnTo>
                <a:lnTo>
                  <a:pt x="1986" y="159"/>
                </a:lnTo>
                <a:lnTo>
                  <a:pt x="1986" y="160"/>
                </a:lnTo>
                <a:lnTo>
                  <a:pt x="1987" y="160"/>
                </a:lnTo>
                <a:lnTo>
                  <a:pt x="1987" y="161"/>
                </a:lnTo>
                <a:lnTo>
                  <a:pt x="1988" y="161"/>
                </a:lnTo>
                <a:lnTo>
                  <a:pt x="1988" y="162"/>
                </a:lnTo>
                <a:lnTo>
                  <a:pt x="1988" y="163"/>
                </a:lnTo>
                <a:lnTo>
                  <a:pt x="1989" y="163"/>
                </a:lnTo>
                <a:lnTo>
                  <a:pt x="1989" y="164"/>
                </a:lnTo>
                <a:lnTo>
                  <a:pt x="1990" y="164"/>
                </a:lnTo>
                <a:lnTo>
                  <a:pt x="1990" y="165"/>
                </a:lnTo>
                <a:lnTo>
                  <a:pt x="1991" y="165"/>
                </a:lnTo>
                <a:lnTo>
                  <a:pt x="1992" y="165"/>
                </a:lnTo>
                <a:lnTo>
                  <a:pt x="1993" y="165"/>
                </a:lnTo>
                <a:lnTo>
                  <a:pt x="1993" y="166"/>
                </a:lnTo>
                <a:lnTo>
                  <a:pt x="1993" y="165"/>
                </a:lnTo>
                <a:lnTo>
                  <a:pt x="1994" y="165"/>
                </a:lnTo>
                <a:lnTo>
                  <a:pt x="1994" y="166"/>
                </a:lnTo>
                <a:lnTo>
                  <a:pt x="1995" y="166"/>
                </a:lnTo>
                <a:lnTo>
                  <a:pt x="1995" y="167"/>
                </a:lnTo>
                <a:lnTo>
                  <a:pt x="1995" y="168"/>
                </a:lnTo>
                <a:lnTo>
                  <a:pt x="1996" y="168"/>
                </a:lnTo>
                <a:lnTo>
                  <a:pt x="1997" y="168"/>
                </a:lnTo>
                <a:lnTo>
                  <a:pt x="1998" y="168"/>
                </a:lnTo>
                <a:lnTo>
                  <a:pt x="1998" y="167"/>
                </a:lnTo>
                <a:lnTo>
                  <a:pt x="1998" y="168"/>
                </a:lnTo>
                <a:lnTo>
                  <a:pt x="1998" y="169"/>
                </a:lnTo>
                <a:lnTo>
                  <a:pt x="1999" y="169"/>
                </a:lnTo>
                <a:lnTo>
                  <a:pt x="2000" y="169"/>
                </a:lnTo>
                <a:lnTo>
                  <a:pt x="2000" y="170"/>
                </a:lnTo>
                <a:lnTo>
                  <a:pt x="2001" y="170"/>
                </a:lnTo>
                <a:lnTo>
                  <a:pt x="2002" y="169"/>
                </a:lnTo>
                <a:lnTo>
                  <a:pt x="2003" y="169"/>
                </a:lnTo>
                <a:lnTo>
                  <a:pt x="2004" y="169"/>
                </a:lnTo>
                <a:lnTo>
                  <a:pt x="2004" y="170"/>
                </a:lnTo>
                <a:lnTo>
                  <a:pt x="2005" y="170"/>
                </a:lnTo>
                <a:lnTo>
                  <a:pt x="2005" y="171"/>
                </a:lnTo>
                <a:lnTo>
                  <a:pt x="2004" y="171"/>
                </a:lnTo>
                <a:lnTo>
                  <a:pt x="2003" y="171"/>
                </a:lnTo>
                <a:lnTo>
                  <a:pt x="2002" y="171"/>
                </a:lnTo>
                <a:lnTo>
                  <a:pt x="2002" y="170"/>
                </a:lnTo>
                <a:lnTo>
                  <a:pt x="2001" y="170"/>
                </a:lnTo>
                <a:lnTo>
                  <a:pt x="2001" y="171"/>
                </a:lnTo>
                <a:lnTo>
                  <a:pt x="2000" y="172"/>
                </a:lnTo>
                <a:lnTo>
                  <a:pt x="1999" y="172"/>
                </a:lnTo>
                <a:lnTo>
                  <a:pt x="1999" y="173"/>
                </a:lnTo>
                <a:lnTo>
                  <a:pt x="1998" y="173"/>
                </a:lnTo>
                <a:lnTo>
                  <a:pt x="1997" y="173"/>
                </a:lnTo>
                <a:lnTo>
                  <a:pt x="1996" y="174"/>
                </a:lnTo>
                <a:lnTo>
                  <a:pt x="1995" y="174"/>
                </a:lnTo>
                <a:lnTo>
                  <a:pt x="1994" y="174"/>
                </a:lnTo>
                <a:lnTo>
                  <a:pt x="1993" y="174"/>
                </a:lnTo>
                <a:lnTo>
                  <a:pt x="1993" y="175"/>
                </a:lnTo>
                <a:lnTo>
                  <a:pt x="1993" y="176"/>
                </a:lnTo>
                <a:lnTo>
                  <a:pt x="1993" y="177"/>
                </a:lnTo>
                <a:lnTo>
                  <a:pt x="1992" y="177"/>
                </a:lnTo>
                <a:lnTo>
                  <a:pt x="1992" y="178"/>
                </a:lnTo>
                <a:lnTo>
                  <a:pt x="1991" y="178"/>
                </a:lnTo>
                <a:lnTo>
                  <a:pt x="1989" y="178"/>
                </a:lnTo>
                <a:lnTo>
                  <a:pt x="1989" y="177"/>
                </a:lnTo>
                <a:lnTo>
                  <a:pt x="1989" y="178"/>
                </a:lnTo>
                <a:lnTo>
                  <a:pt x="1988" y="178"/>
                </a:lnTo>
                <a:lnTo>
                  <a:pt x="1988" y="179"/>
                </a:lnTo>
                <a:lnTo>
                  <a:pt x="1987" y="179"/>
                </a:lnTo>
                <a:lnTo>
                  <a:pt x="1986" y="179"/>
                </a:lnTo>
                <a:lnTo>
                  <a:pt x="1985" y="179"/>
                </a:lnTo>
                <a:lnTo>
                  <a:pt x="1983" y="179"/>
                </a:lnTo>
                <a:lnTo>
                  <a:pt x="1982" y="179"/>
                </a:lnTo>
                <a:lnTo>
                  <a:pt x="1980" y="178"/>
                </a:lnTo>
                <a:lnTo>
                  <a:pt x="1980" y="179"/>
                </a:lnTo>
                <a:lnTo>
                  <a:pt x="1979" y="179"/>
                </a:lnTo>
                <a:lnTo>
                  <a:pt x="1978" y="179"/>
                </a:lnTo>
                <a:lnTo>
                  <a:pt x="1978" y="180"/>
                </a:lnTo>
                <a:lnTo>
                  <a:pt x="1977" y="180"/>
                </a:lnTo>
                <a:lnTo>
                  <a:pt x="1977" y="179"/>
                </a:lnTo>
                <a:lnTo>
                  <a:pt x="1976" y="179"/>
                </a:lnTo>
                <a:lnTo>
                  <a:pt x="1975" y="179"/>
                </a:lnTo>
                <a:lnTo>
                  <a:pt x="1974" y="179"/>
                </a:lnTo>
                <a:lnTo>
                  <a:pt x="1973" y="179"/>
                </a:lnTo>
                <a:lnTo>
                  <a:pt x="1972" y="179"/>
                </a:lnTo>
                <a:lnTo>
                  <a:pt x="1971" y="179"/>
                </a:lnTo>
                <a:lnTo>
                  <a:pt x="1970" y="179"/>
                </a:lnTo>
                <a:lnTo>
                  <a:pt x="1970" y="178"/>
                </a:lnTo>
                <a:lnTo>
                  <a:pt x="1969" y="178"/>
                </a:lnTo>
                <a:lnTo>
                  <a:pt x="1969" y="179"/>
                </a:lnTo>
                <a:lnTo>
                  <a:pt x="1968" y="179"/>
                </a:lnTo>
                <a:lnTo>
                  <a:pt x="1967" y="179"/>
                </a:lnTo>
                <a:lnTo>
                  <a:pt x="1966" y="179"/>
                </a:lnTo>
                <a:lnTo>
                  <a:pt x="1965" y="179"/>
                </a:lnTo>
                <a:lnTo>
                  <a:pt x="1964" y="179"/>
                </a:lnTo>
                <a:lnTo>
                  <a:pt x="1964" y="178"/>
                </a:lnTo>
                <a:lnTo>
                  <a:pt x="1964" y="177"/>
                </a:lnTo>
                <a:lnTo>
                  <a:pt x="1963" y="177"/>
                </a:lnTo>
                <a:lnTo>
                  <a:pt x="1961" y="177"/>
                </a:lnTo>
                <a:lnTo>
                  <a:pt x="1960" y="177"/>
                </a:lnTo>
                <a:lnTo>
                  <a:pt x="1960" y="176"/>
                </a:lnTo>
                <a:lnTo>
                  <a:pt x="1959" y="176"/>
                </a:lnTo>
                <a:lnTo>
                  <a:pt x="1959" y="175"/>
                </a:lnTo>
                <a:lnTo>
                  <a:pt x="1959" y="174"/>
                </a:lnTo>
                <a:lnTo>
                  <a:pt x="1958" y="174"/>
                </a:lnTo>
                <a:lnTo>
                  <a:pt x="1958" y="173"/>
                </a:lnTo>
                <a:lnTo>
                  <a:pt x="1957" y="173"/>
                </a:lnTo>
                <a:lnTo>
                  <a:pt x="1956" y="173"/>
                </a:lnTo>
                <a:lnTo>
                  <a:pt x="1956" y="174"/>
                </a:lnTo>
                <a:lnTo>
                  <a:pt x="1955" y="175"/>
                </a:lnTo>
                <a:lnTo>
                  <a:pt x="1955" y="176"/>
                </a:lnTo>
                <a:lnTo>
                  <a:pt x="1954" y="176"/>
                </a:lnTo>
                <a:lnTo>
                  <a:pt x="1954" y="177"/>
                </a:lnTo>
                <a:lnTo>
                  <a:pt x="1953" y="178"/>
                </a:lnTo>
                <a:lnTo>
                  <a:pt x="1953" y="179"/>
                </a:lnTo>
                <a:lnTo>
                  <a:pt x="1954" y="179"/>
                </a:lnTo>
                <a:lnTo>
                  <a:pt x="1954" y="180"/>
                </a:lnTo>
                <a:lnTo>
                  <a:pt x="1955" y="180"/>
                </a:lnTo>
                <a:lnTo>
                  <a:pt x="1955" y="181"/>
                </a:lnTo>
                <a:lnTo>
                  <a:pt x="1956" y="181"/>
                </a:lnTo>
                <a:lnTo>
                  <a:pt x="1956" y="182"/>
                </a:lnTo>
                <a:lnTo>
                  <a:pt x="1956" y="183"/>
                </a:lnTo>
                <a:lnTo>
                  <a:pt x="1957" y="183"/>
                </a:lnTo>
                <a:lnTo>
                  <a:pt x="1957" y="184"/>
                </a:lnTo>
                <a:lnTo>
                  <a:pt x="1958" y="184"/>
                </a:lnTo>
                <a:lnTo>
                  <a:pt x="1957" y="184"/>
                </a:lnTo>
                <a:lnTo>
                  <a:pt x="1957" y="185"/>
                </a:lnTo>
                <a:lnTo>
                  <a:pt x="1956" y="185"/>
                </a:lnTo>
                <a:lnTo>
                  <a:pt x="1956" y="186"/>
                </a:lnTo>
                <a:lnTo>
                  <a:pt x="1956" y="187"/>
                </a:lnTo>
                <a:lnTo>
                  <a:pt x="1956" y="188"/>
                </a:lnTo>
                <a:lnTo>
                  <a:pt x="1955" y="189"/>
                </a:lnTo>
                <a:lnTo>
                  <a:pt x="1955" y="190"/>
                </a:lnTo>
                <a:lnTo>
                  <a:pt x="1956" y="190"/>
                </a:lnTo>
                <a:lnTo>
                  <a:pt x="1956" y="191"/>
                </a:lnTo>
                <a:lnTo>
                  <a:pt x="1956" y="193"/>
                </a:lnTo>
                <a:lnTo>
                  <a:pt x="1956" y="194"/>
                </a:lnTo>
                <a:lnTo>
                  <a:pt x="1955" y="194"/>
                </a:lnTo>
                <a:lnTo>
                  <a:pt x="1955" y="195"/>
                </a:lnTo>
                <a:lnTo>
                  <a:pt x="1954" y="195"/>
                </a:lnTo>
                <a:lnTo>
                  <a:pt x="1953" y="196"/>
                </a:lnTo>
                <a:lnTo>
                  <a:pt x="1953" y="197"/>
                </a:lnTo>
                <a:lnTo>
                  <a:pt x="1953" y="199"/>
                </a:lnTo>
                <a:lnTo>
                  <a:pt x="1954" y="200"/>
                </a:lnTo>
                <a:lnTo>
                  <a:pt x="1955" y="200"/>
                </a:lnTo>
                <a:lnTo>
                  <a:pt x="1956" y="200"/>
                </a:lnTo>
                <a:lnTo>
                  <a:pt x="1956" y="201"/>
                </a:lnTo>
                <a:lnTo>
                  <a:pt x="1958" y="202"/>
                </a:lnTo>
                <a:lnTo>
                  <a:pt x="1958" y="203"/>
                </a:lnTo>
                <a:lnTo>
                  <a:pt x="1959" y="203"/>
                </a:lnTo>
                <a:lnTo>
                  <a:pt x="1959" y="204"/>
                </a:lnTo>
                <a:lnTo>
                  <a:pt x="1960" y="204"/>
                </a:lnTo>
                <a:lnTo>
                  <a:pt x="1962" y="204"/>
                </a:lnTo>
                <a:lnTo>
                  <a:pt x="1963" y="204"/>
                </a:lnTo>
                <a:lnTo>
                  <a:pt x="1964" y="204"/>
                </a:lnTo>
                <a:lnTo>
                  <a:pt x="1964" y="205"/>
                </a:lnTo>
                <a:lnTo>
                  <a:pt x="1965" y="205"/>
                </a:lnTo>
                <a:lnTo>
                  <a:pt x="1966" y="206"/>
                </a:lnTo>
                <a:lnTo>
                  <a:pt x="1967" y="207"/>
                </a:lnTo>
                <a:lnTo>
                  <a:pt x="1968" y="207"/>
                </a:lnTo>
                <a:lnTo>
                  <a:pt x="1969" y="208"/>
                </a:lnTo>
                <a:lnTo>
                  <a:pt x="1970" y="209"/>
                </a:lnTo>
                <a:lnTo>
                  <a:pt x="1971" y="209"/>
                </a:lnTo>
                <a:lnTo>
                  <a:pt x="1971" y="210"/>
                </a:lnTo>
                <a:lnTo>
                  <a:pt x="1972" y="210"/>
                </a:lnTo>
                <a:lnTo>
                  <a:pt x="1973" y="210"/>
                </a:lnTo>
                <a:lnTo>
                  <a:pt x="1973" y="211"/>
                </a:lnTo>
                <a:lnTo>
                  <a:pt x="1973" y="212"/>
                </a:lnTo>
                <a:lnTo>
                  <a:pt x="1972" y="212"/>
                </a:lnTo>
                <a:lnTo>
                  <a:pt x="1971" y="211"/>
                </a:lnTo>
                <a:lnTo>
                  <a:pt x="1970" y="211"/>
                </a:lnTo>
                <a:lnTo>
                  <a:pt x="1969" y="211"/>
                </a:lnTo>
                <a:lnTo>
                  <a:pt x="1969" y="212"/>
                </a:lnTo>
                <a:lnTo>
                  <a:pt x="1970" y="212"/>
                </a:lnTo>
                <a:lnTo>
                  <a:pt x="1971" y="213"/>
                </a:lnTo>
                <a:lnTo>
                  <a:pt x="1971" y="214"/>
                </a:lnTo>
                <a:lnTo>
                  <a:pt x="1972" y="215"/>
                </a:lnTo>
                <a:lnTo>
                  <a:pt x="1972" y="214"/>
                </a:lnTo>
                <a:lnTo>
                  <a:pt x="1973" y="214"/>
                </a:lnTo>
                <a:lnTo>
                  <a:pt x="1975" y="215"/>
                </a:lnTo>
                <a:lnTo>
                  <a:pt x="1976" y="215"/>
                </a:lnTo>
                <a:lnTo>
                  <a:pt x="1977" y="215"/>
                </a:lnTo>
                <a:lnTo>
                  <a:pt x="1977" y="216"/>
                </a:lnTo>
                <a:lnTo>
                  <a:pt x="1978" y="216"/>
                </a:lnTo>
                <a:lnTo>
                  <a:pt x="1979" y="216"/>
                </a:lnTo>
                <a:lnTo>
                  <a:pt x="1979" y="217"/>
                </a:lnTo>
                <a:lnTo>
                  <a:pt x="1980" y="217"/>
                </a:lnTo>
                <a:lnTo>
                  <a:pt x="1980" y="216"/>
                </a:lnTo>
                <a:lnTo>
                  <a:pt x="1981" y="216"/>
                </a:lnTo>
                <a:lnTo>
                  <a:pt x="1982" y="216"/>
                </a:lnTo>
                <a:lnTo>
                  <a:pt x="1983" y="216"/>
                </a:lnTo>
                <a:lnTo>
                  <a:pt x="1984" y="216"/>
                </a:lnTo>
                <a:lnTo>
                  <a:pt x="1984" y="217"/>
                </a:lnTo>
                <a:lnTo>
                  <a:pt x="1985" y="217"/>
                </a:lnTo>
                <a:lnTo>
                  <a:pt x="1985" y="218"/>
                </a:lnTo>
                <a:lnTo>
                  <a:pt x="1986" y="218"/>
                </a:lnTo>
                <a:lnTo>
                  <a:pt x="1987" y="218"/>
                </a:lnTo>
                <a:lnTo>
                  <a:pt x="1987" y="219"/>
                </a:lnTo>
                <a:lnTo>
                  <a:pt x="1988" y="219"/>
                </a:lnTo>
                <a:lnTo>
                  <a:pt x="1989" y="220"/>
                </a:lnTo>
                <a:lnTo>
                  <a:pt x="1989" y="219"/>
                </a:lnTo>
                <a:lnTo>
                  <a:pt x="1990" y="219"/>
                </a:lnTo>
                <a:lnTo>
                  <a:pt x="1992" y="219"/>
                </a:lnTo>
                <a:lnTo>
                  <a:pt x="1993" y="219"/>
                </a:lnTo>
                <a:lnTo>
                  <a:pt x="1993" y="220"/>
                </a:lnTo>
                <a:lnTo>
                  <a:pt x="1994" y="220"/>
                </a:lnTo>
                <a:lnTo>
                  <a:pt x="1995" y="220"/>
                </a:lnTo>
                <a:lnTo>
                  <a:pt x="1996" y="220"/>
                </a:lnTo>
                <a:lnTo>
                  <a:pt x="1996" y="221"/>
                </a:lnTo>
                <a:lnTo>
                  <a:pt x="1997" y="221"/>
                </a:lnTo>
                <a:lnTo>
                  <a:pt x="2000" y="220"/>
                </a:lnTo>
                <a:lnTo>
                  <a:pt x="2001" y="219"/>
                </a:lnTo>
                <a:lnTo>
                  <a:pt x="2002" y="219"/>
                </a:lnTo>
                <a:lnTo>
                  <a:pt x="2003" y="219"/>
                </a:lnTo>
                <a:lnTo>
                  <a:pt x="2003" y="220"/>
                </a:lnTo>
                <a:lnTo>
                  <a:pt x="2004" y="220"/>
                </a:lnTo>
                <a:lnTo>
                  <a:pt x="2005" y="220"/>
                </a:lnTo>
                <a:lnTo>
                  <a:pt x="2006" y="220"/>
                </a:lnTo>
                <a:lnTo>
                  <a:pt x="2007" y="220"/>
                </a:lnTo>
                <a:lnTo>
                  <a:pt x="2008" y="220"/>
                </a:lnTo>
                <a:lnTo>
                  <a:pt x="2009" y="220"/>
                </a:lnTo>
                <a:lnTo>
                  <a:pt x="2010" y="221"/>
                </a:lnTo>
                <a:lnTo>
                  <a:pt x="2011" y="221"/>
                </a:lnTo>
                <a:lnTo>
                  <a:pt x="2012" y="223"/>
                </a:lnTo>
                <a:lnTo>
                  <a:pt x="2011" y="224"/>
                </a:lnTo>
                <a:lnTo>
                  <a:pt x="2011" y="225"/>
                </a:lnTo>
                <a:lnTo>
                  <a:pt x="2008" y="226"/>
                </a:lnTo>
                <a:lnTo>
                  <a:pt x="2008" y="228"/>
                </a:lnTo>
                <a:lnTo>
                  <a:pt x="2008" y="229"/>
                </a:lnTo>
                <a:lnTo>
                  <a:pt x="2007" y="231"/>
                </a:lnTo>
                <a:lnTo>
                  <a:pt x="2006" y="232"/>
                </a:lnTo>
                <a:lnTo>
                  <a:pt x="2005" y="232"/>
                </a:lnTo>
                <a:lnTo>
                  <a:pt x="2005" y="233"/>
                </a:lnTo>
                <a:lnTo>
                  <a:pt x="2005" y="235"/>
                </a:lnTo>
                <a:lnTo>
                  <a:pt x="2006" y="236"/>
                </a:lnTo>
                <a:lnTo>
                  <a:pt x="2006" y="237"/>
                </a:lnTo>
                <a:lnTo>
                  <a:pt x="2007" y="238"/>
                </a:lnTo>
                <a:lnTo>
                  <a:pt x="2006" y="238"/>
                </a:lnTo>
                <a:lnTo>
                  <a:pt x="2006" y="240"/>
                </a:lnTo>
                <a:lnTo>
                  <a:pt x="2005" y="240"/>
                </a:lnTo>
                <a:lnTo>
                  <a:pt x="2004" y="240"/>
                </a:lnTo>
                <a:lnTo>
                  <a:pt x="2003" y="240"/>
                </a:lnTo>
                <a:lnTo>
                  <a:pt x="2003" y="239"/>
                </a:lnTo>
                <a:lnTo>
                  <a:pt x="2003" y="240"/>
                </a:lnTo>
                <a:lnTo>
                  <a:pt x="2002" y="240"/>
                </a:lnTo>
                <a:lnTo>
                  <a:pt x="2001" y="240"/>
                </a:lnTo>
                <a:lnTo>
                  <a:pt x="2000" y="240"/>
                </a:lnTo>
                <a:lnTo>
                  <a:pt x="2000" y="243"/>
                </a:lnTo>
                <a:lnTo>
                  <a:pt x="2000" y="244"/>
                </a:lnTo>
                <a:lnTo>
                  <a:pt x="2001" y="244"/>
                </a:lnTo>
                <a:lnTo>
                  <a:pt x="2001" y="245"/>
                </a:lnTo>
                <a:lnTo>
                  <a:pt x="2000" y="246"/>
                </a:lnTo>
                <a:lnTo>
                  <a:pt x="2000" y="247"/>
                </a:lnTo>
                <a:lnTo>
                  <a:pt x="1999" y="247"/>
                </a:lnTo>
                <a:lnTo>
                  <a:pt x="1999" y="248"/>
                </a:lnTo>
                <a:lnTo>
                  <a:pt x="1998" y="248"/>
                </a:lnTo>
                <a:lnTo>
                  <a:pt x="1998" y="249"/>
                </a:lnTo>
                <a:lnTo>
                  <a:pt x="1998" y="250"/>
                </a:lnTo>
                <a:lnTo>
                  <a:pt x="1999" y="250"/>
                </a:lnTo>
                <a:lnTo>
                  <a:pt x="2000" y="250"/>
                </a:lnTo>
                <a:lnTo>
                  <a:pt x="1999" y="251"/>
                </a:lnTo>
                <a:lnTo>
                  <a:pt x="1999" y="252"/>
                </a:lnTo>
                <a:lnTo>
                  <a:pt x="1998" y="252"/>
                </a:lnTo>
                <a:lnTo>
                  <a:pt x="1998" y="253"/>
                </a:lnTo>
                <a:lnTo>
                  <a:pt x="1999" y="254"/>
                </a:lnTo>
                <a:lnTo>
                  <a:pt x="1998" y="254"/>
                </a:lnTo>
                <a:lnTo>
                  <a:pt x="1998" y="255"/>
                </a:lnTo>
                <a:lnTo>
                  <a:pt x="1998" y="256"/>
                </a:lnTo>
                <a:lnTo>
                  <a:pt x="1998" y="257"/>
                </a:lnTo>
                <a:lnTo>
                  <a:pt x="1998" y="258"/>
                </a:lnTo>
                <a:lnTo>
                  <a:pt x="1998" y="259"/>
                </a:lnTo>
                <a:lnTo>
                  <a:pt x="1997" y="260"/>
                </a:lnTo>
                <a:lnTo>
                  <a:pt x="1997" y="261"/>
                </a:lnTo>
                <a:lnTo>
                  <a:pt x="1996" y="261"/>
                </a:lnTo>
                <a:lnTo>
                  <a:pt x="1995" y="261"/>
                </a:lnTo>
                <a:lnTo>
                  <a:pt x="1994" y="261"/>
                </a:lnTo>
                <a:lnTo>
                  <a:pt x="1993" y="262"/>
                </a:lnTo>
                <a:lnTo>
                  <a:pt x="1994" y="263"/>
                </a:lnTo>
                <a:lnTo>
                  <a:pt x="1994" y="264"/>
                </a:lnTo>
                <a:lnTo>
                  <a:pt x="1995" y="264"/>
                </a:lnTo>
                <a:lnTo>
                  <a:pt x="1995" y="265"/>
                </a:lnTo>
                <a:lnTo>
                  <a:pt x="1995" y="267"/>
                </a:lnTo>
                <a:lnTo>
                  <a:pt x="1995" y="268"/>
                </a:lnTo>
                <a:lnTo>
                  <a:pt x="1995" y="269"/>
                </a:lnTo>
                <a:lnTo>
                  <a:pt x="1996" y="270"/>
                </a:lnTo>
                <a:lnTo>
                  <a:pt x="1997" y="270"/>
                </a:lnTo>
                <a:lnTo>
                  <a:pt x="1997" y="271"/>
                </a:lnTo>
                <a:lnTo>
                  <a:pt x="1997" y="272"/>
                </a:lnTo>
                <a:lnTo>
                  <a:pt x="1998" y="272"/>
                </a:lnTo>
                <a:lnTo>
                  <a:pt x="1998" y="273"/>
                </a:lnTo>
                <a:lnTo>
                  <a:pt x="1998" y="275"/>
                </a:lnTo>
                <a:lnTo>
                  <a:pt x="1997" y="276"/>
                </a:lnTo>
                <a:lnTo>
                  <a:pt x="1996" y="277"/>
                </a:lnTo>
                <a:lnTo>
                  <a:pt x="1995" y="277"/>
                </a:lnTo>
                <a:lnTo>
                  <a:pt x="1994" y="277"/>
                </a:lnTo>
                <a:lnTo>
                  <a:pt x="1993" y="277"/>
                </a:lnTo>
                <a:lnTo>
                  <a:pt x="1992" y="276"/>
                </a:lnTo>
                <a:lnTo>
                  <a:pt x="1991" y="275"/>
                </a:lnTo>
                <a:lnTo>
                  <a:pt x="1989" y="275"/>
                </a:lnTo>
                <a:lnTo>
                  <a:pt x="1989" y="276"/>
                </a:lnTo>
                <a:lnTo>
                  <a:pt x="1988" y="276"/>
                </a:lnTo>
                <a:lnTo>
                  <a:pt x="1988" y="277"/>
                </a:lnTo>
                <a:lnTo>
                  <a:pt x="1988" y="278"/>
                </a:lnTo>
                <a:lnTo>
                  <a:pt x="1988" y="279"/>
                </a:lnTo>
                <a:lnTo>
                  <a:pt x="1987" y="281"/>
                </a:lnTo>
                <a:lnTo>
                  <a:pt x="1987" y="282"/>
                </a:lnTo>
                <a:lnTo>
                  <a:pt x="1986" y="282"/>
                </a:lnTo>
                <a:lnTo>
                  <a:pt x="1986" y="283"/>
                </a:lnTo>
                <a:lnTo>
                  <a:pt x="1985" y="284"/>
                </a:lnTo>
                <a:lnTo>
                  <a:pt x="1986" y="284"/>
                </a:lnTo>
                <a:lnTo>
                  <a:pt x="1987" y="285"/>
                </a:lnTo>
                <a:lnTo>
                  <a:pt x="1986" y="285"/>
                </a:lnTo>
                <a:lnTo>
                  <a:pt x="1986" y="286"/>
                </a:lnTo>
                <a:lnTo>
                  <a:pt x="1986" y="288"/>
                </a:lnTo>
                <a:lnTo>
                  <a:pt x="1987" y="288"/>
                </a:lnTo>
                <a:lnTo>
                  <a:pt x="1987" y="289"/>
                </a:lnTo>
                <a:lnTo>
                  <a:pt x="1986" y="289"/>
                </a:lnTo>
                <a:lnTo>
                  <a:pt x="1986" y="290"/>
                </a:lnTo>
                <a:lnTo>
                  <a:pt x="1986" y="291"/>
                </a:lnTo>
                <a:lnTo>
                  <a:pt x="1987" y="291"/>
                </a:lnTo>
                <a:lnTo>
                  <a:pt x="1988" y="291"/>
                </a:lnTo>
                <a:lnTo>
                  <a:pt x="1988" y="292"/>
                </a:lnTo>
                <a:lnTo>
                  <a:pt x="1989" y="291"/>
                </a:lnTo>
                <a:lnTo>
                  <a:pt x="1989" y="292"/>
                </a:lnTo>
                <a:lnTo>
                  <a:pt x="1990" y="292"/>
                </a:lnTo>
                <a:lnTo>
                  <a:pt x="1991" y="292"/>
                </a:lnTo>
                <a:lnTo>
                  <a:pt x="1992" y="292"/>
                </a:lnTo>
                <a:lnTo>
                  <a:pt x="1992" y="293"/>
                </a:lnTo>
                <a:lnTo>
                  <a:pt x="1993" y="294"/>
                </a:lnTo>
                <a:lnTo>
                  <a:pt x="1993" y="295"/>
                </a:lnTo>
                <a:lnTo>
                  <a:pt x="1994" y="296"/>
                </a:lnTo>
                <a:lnTo>
                  <a:pt x="1994" y="297"/>
                </a:lnTo>
                <a:lnTo>
                  <a:pt x="1995" y="297"/>
                </a:lnTo>
                <a:lnTo>
                  <a:pt x="1994" y="297"/>
                </a:lnTo>
                <a:lnTo>
                  <a:pt x="1993" y="297"/>
                </a:lnTo>
                <a:lnTo>
                  <a:pt x="1991" y="297"/>
                </a:lnTo>
                <a:lnTo>
                  <a:pt x="1991" y="298"/>
                </a:lnTo>
                <a:lnTo>
                  <a:pt x="1990" y="298"/>
                </a:lnTo>
                <a:lnTo>
                  <a:pt x="1990" y="299"/>
                </a:lnTo>
                <a:lnTo>
                  <a:pt x="1989" y="299"/>
                </a:lnTo>
                <a:lnTo>
                  <a:pt x="1988" y="299"/>
                </a:lnTo>
                <a:lnTo>
                  <a:pt x="1988" y="300"/>
                </a:lnTo>
                <a:lnTo>
                  <a:pt x="1988" y="301"/>
                </a:lnTo>
                <a:lnTo>
                  <a:pt x="1987" y="302"/>
                </a:lnTo>
                <a:lnTo>
                  <a:pt x="1986" y="303"/>
                </a:lnTo>
                <a:lnTo>
                  <a:pt x="1985" y="303"/>
                </a:lnTo>
                <a:lnTo>
                  <a:pt x="1985" y="304"/>
                </a:lnTo>
                <a:lnTo>
                  <a:pt x="1984" y="305"/>
                </a:lnTo>
                <a:lnTo>
                  <a:pt x="1983" y="305"/>
                </a:lnTo>
                <a:lnTo>
                  <a:pt x="1982" y="305"/>
                </a:lnTo>
                <a:lnTo>
                  <a:pt x="1982" y="306"/>
                </a:lnTo>
                <a:lnTo>
                  <a:pt x="1982" y="307"/>
                </a:lnTo>
                <a:lnTo>
                  <a:pt x="1981" y="307"/>
                </a:lnTo>
                <a:lnTo>
                  <a:pt x="1980" y="308"/>
                </a:lnTo>
                <a:lnTo>
                  <a:pt x="1980" y="309"/>
                </a:lnTo>
                <a:lnTo>
                  <a:pt x="1979" y="309"/>
                </a:lnTo>
                <a:lnTo>
                  <a:pt x="1979" y="308"/>
                </a:lnTo>
                <a:lnTo>
                  <a:pt x="1978" y="308"/>
                </a:lnTo>
                <a:lnTo>
                  <a:pt x="1977" y="307"/>
                </a:lnTo>
                <a:lnTo>
                  <a:pt x="1976" y="306"/>
                </a:lnTo>
                <a:lnTo>
                  <a:pt x="1975" y="306"/>
                </a:lnTo>
                <a:lnTo>
                  <a:pt x="1973" y="307"/>
                </a:lnTo>
                <a:lnTo>
                  <a:pt x="1971" y="307"/>
                </a:lnTo>
                <a:lnTo>
                  <a:pt x="1970" y="307"/>
                </a:lnTo>
                <a:lnTo>
                  <a:pt x="1969" y="308"/>
                </a:lnTo>
                <a:lnTo>
                  <a:pt x="1967" y="309"/>
                </a:lnTo>
                <a:lnTo>
                  <a:pt x="1966" y="310"/>
                </a:lnTo>
                <a:lnTo>
                  <a:pt x="1965" y="310"/>
                </a:lnTo>
                <a:lnTo>
                  <a:pt x="1965" y="311"/>
                </a:lnTo>
                <a:lnTo>
                  <a:pt x="1965" y="312"/>
                </a:lnTo>
                <a:lnTo>
                  <a:pt x="1963" y="313"/>
                </a:lnTo>
                <a:lnTo>
                  <a:pt x="1962" y="313"/>
                </a:lnTo>
                <a:lnTo>
                  <a:pt x="1961" y="313"/>
                </a:lnTo>
                <a:lnTo>
                  <a:pt x="1960" y="313"/>
                </a:lnTo>
                <a:lnTo>
                  <a:pt x="1959" y="313"/>
                </a:lnTo>
                <a:lnTo>
                  <a:pt x="1958" y="313"/>
                </a:lnTo>
                <a:lnTo>
                  <a:pt x="1957" y="313"/>
                </a:lnTo>
                <a:lnTo>
                  <a:pt x="1955" y="314"/>
                </a:lnTo>
                <a:lnTo>
                  <a:pt x="1954" y="314"/>
                </a:lnTo>
                <a:lnTo>
                  <a:pt x="1954" y="315"/>
                </a:lnTo>
                <a:lnTo>
                  <a:pt x="1953" y="315"/>
                </a:lnTo>
                <a:lnTo>
                  <a:pt x="1953" y="314"/>
                </a:lnTo>
                <a:lnTo>
                  <a:pt x="1952" y="314"/>
                </a:lnTo>
                <a:lnTo>
                  <a:pt x="1951" y="314"/>
                </a:lnTo>
                <a:lnTo>
                  <a:pt x="1950" y="313"/>
                </a:lnTo>
                <a:lnTo>
                  <a:pt x="1949" y="313"/>
                </a:lnTo>
                <a:lnTo>
                  <a:pt x="1948" y="315"/>
                </a:lnTo>
                <a:lnTo>
                  <a:pt x="1947" y="315"/>
                </a:lnTo>
                <a:lnTo>
                  <a:pt x="1947" y="317"/>
                </a:lnTo>
                <a:lnTo>
                  <a:pt x="1948" y="318"/>
                </a:lnTo>
                <a:lnTo>
                  <a:pt x="1949" y="318"/>
                </a:lnTo>
                <a:lnTo>
                  <a:pt x="1949" y="319"/>
                </a:lnTo>
                <a:lnTo>
                  <a:pt x="1949" y="320"/>
                </a:lnTo>
                <a:lnTo>
                  <a:pt x="1949" y="322"/>
                </a:lnTo>
                <a:lnTo>
                  <a:pt x="1949" y="323"/>
                </a:lnTo>
                <a:lnTo>
                  <a:pt x="1948" y="323"/>
                </a:lnTo>
                <a:lnTo>
                  <a:pt x="1947" y="324"/>
                </a:lnTo>
                <a:lnTo>
                  <a:pt x="1946" y="325"/>
                </a:lnTo>
                <a:lnTo>
                  <a:pt x="1946" y="326"/>
                </a:lnTo>
                <a:lnTo>
                  <a:pt x="1946" y="327"/>
                </a:lnTo>
                <a:lnTo>
                  <a:pt x="1945" y="327"/>
                </a:lnTo>
                <a:lnTo>
                  <a:pt x="1945" y="328"/>
                </a:lnTo>
                <a:lnTo>
                  <a:pt x="1945" y="329"/>
                </a:lnTo>
                <a:lnTo>
                  <a:pt x="1945" y="330"/>
                </a:lnTo>
                <a:lnTo>
                  <a:pt x="1945" y="331"/>
                </a:lnTo>
                <a:lnTo>
                  <a:pt x="1946" y="331"/>
                </a:lnTo>
                <a:lnTo>
                  <a:pt x="1947" y="331"/>
                </a:lnTo>
                <a:lnTo>
                  <a:pt x="1947" y="332"/>
                </a:lnTo>
                <a:lnTo>
                  <a:pt x="1947" y="331"/>
                </a:lnTo>
                <a:lnTo>
                  <a:pt x="1948" y="331"/>
                </a:lnTo>
                <a:lnTo>
                  <a:pt x="1949" y="331"/>
                </a:lnTo>
                <a:lnTo>
                  <a:pt x="1950" y="331"/>
                </a:lnTo>
                <a:lnTo>
                  <a:pt x="1950" y="332"/>
                </a:lnTo>
                <a:lnTo>
                  <a:pt x="1950" y="333"/>
                </a:lnTo>
                <a:lnTo>
                  <a:pt x="1950" y="334"/>
                </a:lnTo>
                <a:lnTo>
                  <a:pt x="1949" y="334"/>
                </a:lnTo>
                <a:lnTo>
                  <a:pt x="1948" y="334"/>
                </a:lnTo>
                <a:lnTo>
                  <a:pt x="1948" y="335"/>
                </a:lnTo>
                <a:lnTo>
                  <a:pt x="1947" y="335"/>
                </a:lnTo>
                <a:lnTo>
                  <a:pt x="1946" y="335"/>
                </a:lnTo>
                <a:lnTo>
                  <a:pt x="1945" y="336"/>
                </a:lnTo>
                <a:lnTo>
                  <a:pt x="1944" y="336"/>
                </a:lnTo>
                <a:lnTo>
                  <a:pt x="1943" y="336"/>
                </a:lnTo>
                <a:lnTo>
                  <a:pt x="1942" y="336"/>
                </a:lnTo>
                <a:lnTo>
                  <a:pt x="1942" y="337"/>
                </a:lnTo>
                <a:lnTo>
                  <a:pt x="1941" y="337"/>
                </a:lnTo>
                <a:lnTo>
                  <a:pt x="1940" y="338"/>
                </a:lnTo>
                <a:lnTo>
                  <a:pt x="1939" y="339"/>
                </a:lnTo>
                <a:lnTo>
                  <a:pt x="1938" y="339"/>
                </a:lnTo>
                <a:lnTo>
                  <a:pt x="1937" y="339"/>
                </a:lnTo>
                <a:lnTo>
                  <a:pt x="1937" y="340"/>
                </a:lnTo>
                <a:lnTo>
                  <a:pt x="1935" y="342"/>
                </a:lnTo>
                <a:lnTo>
                  <a:pt x="1935" y="343"/>
                </a:lnTo>
                <a:lnTo>
                  <a:pt x="1936" y="343"/>
                </a:lnTo>
                <a:lnTo>
                  <a:pt x="1937" y="344"/>
                </a:lnTo>
                <a:lnTo>
                  <a:pt x="1938" y="344"/>
                </a:lnTo>
                <a:lnTo>
                  <a:pt x="1938" y="345"/>
                </a:lnTo>
                <a:lnTo>
                  <a:pt x="1938" y="346"/>
                </a:lnTo>
                <a:lnTo>
                  <a:pt x="1939" y="346"/>
                </a:lnTo>
                <a:lnTo>
                  <a:pt x="1939" y="348"/>
                </a:lnTo>
                <a:lnTo>
                  <a:pt x="1939" y="350"/>
                </a:lnTo>
                <a:lnTo>
                  <a:pt x="1939" y="351"/>
                </a:lnTo>
                <a:lnTo>
                  <a:pt x="1940" y="351"/>
                </a:lnTo>
                <a:lnTo>
                  <a:pt x="1940" y="353"/>
                </a:lnTo>
                <a:lnTo>
                  <a:pt x="1941" y="353"/>
                </a:lnTo>
                <a:lnTo>
                  <a:pt x="1941" y="354"/>
                </a:lnTo>
                <a:lnTo>
                  <a:pt x="1941" y="355"/>
                </a:lnTo>
                <a:lnTo>
                  <a:pt x="1942" y="356"/>
                </a:lnTo>
                <a:lnTo>
                  <a:pt x="1942" y="357"/>
                </a:lnTo>
                <a:lnTo>
                  <a:pt x="1942" y="358"/>
                </a:lnTo>
                <a:lnTo>
                  <a:pt x="1943" y="359"/>
                </a:lnTo>
                <a:lnTo>
                  <a:pt x="1943" y="360"/>
                </a:lnTo>
                <a:lnTo>
                  <a:pt x="1943" y="361"/>
                </a:lnTo>
                <a:lnTo>
                  <a:pt x="1942" y="361"/>
                </a:lnTo>
                <a:lnTo>
                  <a:pt x="1943" y="362"/>
                </a:lnTo>
                <a:lnTo>
                  <a:pt x="1944" y="363"/>
                </a:lnTo>
                <a:lnTo>
                  <a:pt x="1945" y="363"/>
                </a:lnTo>
                <a:lnTo>
                  <a:pt x="1945" y="364"/>
                </a:lnTo>
                <a:lnTo>
                  <a:pt x="1946" y="364"/>
                </a:lnTo>
                <a:lnTo>
                  <a:pt x="1946" y="365"/>
                </a:lnTo>
                <a:lnTo>
                  <a:pt x="1949" y="366"/>
                </a:lnTo>
                <a:lnTo>
                  <a:pt x="1950" y="366"/>
                </a:lnTo>
                <a:lnTo>
                  <a:pt x="1951" y="366"/>
                </a:lnTo>
                <a:lnTo>
                  <a:pt x="1953" y="367"/>
                </a:lnTo>
                <a:lnTo>
                  <a:pt x="1953" y="368"/>
                </a:lnTo>
                <a:lnTo>
                  <a:pt x="1953" y="369"/>
                </a:lnTo>
                <a:lnTo>
                  <a:pt x="1954" y="369"/>
                </a:lnTo>
                <a:lnTo>
                  <a:pt x="1954" y="370"/>
                </a:lnTo>
                <a:lnTo>
                  <a:pt x="1954" y="371"/>
                </a:lnTo>
                <a:lnTo>
                  <a:pt x="1953" y="371"/>
                </a:lnTo>
                <a:lnTo>
                  <a:pt x="1953" y="372"/>
                </a:lnTo>
                <a:lnTo>
                  <a:pt x="1953" y="373"/>
                </a:lnTo>
                <a:lnTo>
                  <a:pt x="1954" y="373"/>
                </a:lnTo>
                <a:lnTo>
                  <a:pt x="1954" y="374"/>
                </a:lnTo>
                <a:lnTo>
                  <a:pt x="1954" y="376"/>
                </a:lnTo>
                <a:lnTo>
                  <a:pt x="1953" y="378"/>
                </a:lnTo>
                <a:lnTo>
                  <a:pt x="1953" y="379"/>
                </a:lnTo>
                <a:lnTo>
                  <a:pt x="1953" y="380"/>
                </a:lnTo>
                <a:lnTo>
                  <a:pt x="1952" y="380"/>
                </a:lnTo>
                <a:lnTo>
                  <a:pt x="1951" y="380"/>
                </a:lnTo>
                <a:lnTo>
                  <a:pt x="1950" y="381"/>
                </a:lnTo>
                <a:lnTo>
                  <a:pt x="1951" y="381"/>
                </a:lnTo>
                <a:lnTo>
                  <a:pt x="1952" y="382"/>
                </a:lnTo>
                <a:lnTo>
                  <a:pt x="1952" y="383"/>
                </a:lnTo>
                <a:lnTo>
                  <a:pt x="1951" y="385"/>
                </a:lnTo>
                <a:lnTo>
                  <a:pt x="1951" y="386"/>
                </a:lnTo>
                <a:lnTo>
                  <a:pt x="1950" y="387"/>
                </a:lnTo>
                <a:lnTo>
                  <a:pt x="1950" y="388"/>
                </a:lnTo>
                <a:lnTo>
                  <a:pt x="1949" y="388"/>
                </a:lnTo>
                <a:lnTo>
                  <a:pt x="1948" y="388"/>
                </a:lnTo>
                <a:lnTo>
                  <a:pt x="1947" y="388"/>
                </a:lnTo>
                <a:lnTo>
                  <a:pt x="1947" y="389"/>
                </a:lnTo>
                <a:lnTo>
                  <a:pt x="1947" y="390"/>
                </a:lnTo>
                <a:lnTo>
                  <a:pt x="1948" y="391"/>
                </a:lnTo>
                <a:lnTo>
                  <a:pt x="1949" y="391"/>
                </a:lnTo>
                <a:lnTo>
                  <a:pt x="1948" y="392"/>
                </a:lnTo>
                <a:lnTo>
                  <a:pt x="1948" y="394"/>
                </a:lnTo>
                <a:lnTo>
                  <a:pt x="1947" y="396"/>
                </a:lnTo>
                <a:lnTo>
                  <a:pt x="1946" y="398"/>
                </a:lnTo>
                <a:lnTo>
                  <a:pt x="1946" y="399"/>
                </a:lnTo>
                <a:lnTo>
                  <a:pt x="1946" y="400"/>
                </a:lnTo>
                <a:lnTo>
                  <a:pt x="1946" y="402"/>
                </a:lnTo>
                <a:lnTo>
                  <a:pt x="1945" y="402"/>
                </a:lnTo>
                <a:lnTo>
                  <a:pt x="1944" y="403"/>
                </a:lnTo>
                <a:lnTo>
                  <a:pt x="1944" y="404"/>
                </a:lnTo>
                <a:lnTo>
                  <a:pt x="1944" y="405"/>
                </a:lnTo>
                <a:lnTo>
                  <a:pt x="1944" y="407"/>
                </a:lnTo>
                <a:lnTo>
                  <a:pt x="1944" y="408"/>
                </a:lnTo>
                <a:lnTo>
                  <a:pt x="1945" y="408"/>
                </a:lnTo>
                <a:lnTo>
                  <a:pt x="1945" y="409"/>
                </a:lnTo>
                <a:lnTo>
                  <a:pt x="1946" y="409"/>
                </a:lnTo>
                <a:lnTo>
                  <a:pt x="1946" y="410"/>
                </a:lnTo>
                <a:lnTo>
                  <a:pt x="1947" y="410"/>
                </a:lnTo>
                <a:lnTo>
                  <a:pt x="1946" y="412"/>
                </a:lnTo>
                <a:lnTo>
                  <a:pt x="1946" y="413"/>
                </a:lnTo>
                <a:lnTo>
                  <a:pt x="1947" y="414"/>
                </a:lnTo>
                <a:lnTo>
                  <a:pt x="1947" y="413"/>
                </a:lnTo>
                <a:lnTo>
                  <a:pt x="1948" y="413"/>
                </a:lnTo>
                <a:lnTo>
                  <a:pt x="1950" y="414"/>
                </a:lnTo>
                <a:lnTo>
                  <a:pt x="1953" y="415"/>
                </a:lnTo>
                <a:lnTo>
                  <a:pt x="1953" y="416"/>
                </a:lnTo>
                <a:lnTo>
                  <a:pt x="1952" y="416"/>
                </a:lnTo>
                <a:lnTo>
                  <a:pt x="1952" y="417"/>
                </a:lnTo>
                <a:lnTo>
                  <a:pt x="1954" y="417"/>
                </a:lnTo>
                <a:lnTo>
                  <a:pt x="1956" y="417"/>
                </a:lnTo>
                <a:lnTo>
                  <a:pt x="1956" y="416"/>
                </a:lnTo>
                <a:lnTo>
                  <a:pt x="1957" y="417"/>
                </a:lnTo>
                <a:lnTo>
                  <a:pt x="1958" y="417"/>
                </a:lnTo>
                <a:lnTo>
                  <a:pt x="1959" y="416"/>
                </a:lnTo>
                <a:lnTo>
                  <a:pt x="1960" y="417"/>
                </a:lnTo>
                <a:lnTo>
                  <a:pt x="1960" y="416"/>
                </a:lnTo>
                <a:lnTo>
                  <a:pt x="1961" y="415"/>
                </a:lnTo>
                <a:lnTo>
                  <a:pt x="1963" y="415"/>
                </a:lnTo>
                <a:lnTo>
                  <a:pt x="1963" y="414"/>
                </a:lnTo>
                <a:lnTo>
                  <a:pt x="1964" y="414"/>
                </a:lnTo>
                <a:lnTo>
                  <a:pt x="1964" y="415"/>
                </a:lnTo>
                <a:lnTo>
                  <a:pt x="1965" y="414"/>
                </a:lnTo>
                <a:lnTo>
                  <a:pt x="1966" y="413"/>
                </a:lnTo>
                <a:lnTo>
                  <a:pt x="1966" y="412"/>
                </a:lnTo>
                <a:lnTo>
                  <a:pt x="1967" y="412"/>
                </a:lnTo>
                <a:lnTo>
                  <a:pt x="1967" y="411"/>
                </a:lnTo>
                <a:lnTo>
                  <a:pt x="1968" y="411"/>
                </a:lnTo>
                <a:lnTo>
                  <a:pt x="1968" y="412"/>
                </a:lnTo>
                <a:lnTo>
                  <a:pt x="1969" y="412"/>
                </a:lnTo>
                <a:lnTo>
                  <a:pt x="1970" y="413"/>
                </a:lnTo>
                <a:lnTo>
                  <a:pt x="1971" y="414"/>
                </a:lnTo>
                <a:lnTo>
                  <a:pt x="1971" y="415"/>
                </a:lnTo>
                <a:lnTo>
                  <a:pt x="1972" y="414"/>
                </a:lnTo>
                <a:lnTo>
                  <a:pt x="1973" y="414"/>
                </a:lnTo>
                <a:lnTo>
                  <a:pt x="1973" y="415"/>
                </a:lnTo>
                <a:lnTo>
                  <a:pt x="1973" y="416"/>
                </a:lnTo>
                <a:lnTo>
                  <a:pt x="1975" y="415"/>
                </a:lnTo>
                <a:lnTo>
                  <a:pt x="1975" y="414"/>
                </a:lnTo>
                <a:lnTo>
                  <a:pt x="1976" y="414"/>
                </a:lnTo>
                <a:lnTo>
                  <a:pt x="1976" y="413"/>
                </a:lnTo>
                <a:lnTo>
                  <a:pt x="1977" y="413"/>
                </a:lnTo>
                <a:lnTo>
                  <a:pt x="1977" y="414"/>
                </a:lnTo>
                <a:lnTo>
                  <a:pt x="1978" y="414"/>
                </a:lnTo>
                <a:lnTo>
                  <a:pt x="1978" y="413"/>
                </a:lnTo>
                <a:lnTo>
                  <a:pt x="1979" y="413"/>
                </a:lnTo>
                <a:lnTo>
                  <a:pt x="1980" y="413"/>
                </a:lnTo>
                <a:lnTo>
                  <a:pt x="1981" y="413"/>
                </a:lnTo>
                <a:lnTo>
                  <a:pt x="1983" y="414"/>
                </a:lnTo>
                <a:lnTo>
                  <a:pt x="1983" y="415"/>
                </a:lnTo>
                <a:lnTo>
                  <a:pt x="1984" y="415"/>
                </a:lnTo>
                <a:lnTo>
                  <a:pt x="1984" y="416"/>
                </a:lnTo>
                <a:lnTo>
                  <a:pt x="1984" y="417"/>
                </a:lnTo>
                <a:lnTo>
                  <a:pt x="1985" y="417"/>
                </a:lnTo>
                <a:lnTo>
                  <a:pt x="1985" y="418"/>
                </a:lnTo>
                <a:lnTo>
                  <a:pt x="1984" y="418"/>
                </a:lnTo>
                <a:lnTo>
                  <a:pt x="1984" y="419"/>
                </a:lnTo>
                <a:lnTo>
                  <a:pt x="1984" y="420"/>
                </a:lnTo>
                <a:lnTo>
                  <a:pt x="1985" y="421"/>
                </a:lnTo>
                <a:lnTo>
                  <a:pt x="1985" y="422"/>
                </a:lnTo>
                <a:lnTo>
                  <a:pt x="1984" y="422"/>
                </a:lnTo>
                <a:lnTo>
                  <a:pt x="1983" y="423"/>
                </a:lnTo>
                <a:lnTo>
                  <a:pt x="1983" y="424"/>
                </a:lnTo>
                <a:lnTo>
                  <a:pt x="1984" y="424"/>
                </a:lnTo>
                <a:lnTo>
                  <a:pt x="1985" y="424"/>
                </a:lnTo>
                <a:lnTo>
                  <a:pt x="1987" y="426"/>
                </a:lnTo>
                <a:lnTo>
                  <a:pt x="1988" y="427"/>
                </a:lnTo>
                <a:lnTo>
                  <a:pt x="1988" y="428"/>
                </a:lnTo>
                <a:lnTo>
                  <a:pt x="1987" y="429"/>
                </a:lnTo>
                <a:lnTo>
                  <a:pt x="1988" y="429"/>
                </a:lnTo>
                <a:lnTo>
                  <a:pt x="1988" y="430"/>
                </a:lnTo>
                <a:lnTo>
                  <a:pt x="1988" y="431"/>
                </a:lnTo>
                <a:lnTo>
                  <a:pt x="1988" y="433"/>
                </a:lnTo>
                <a:lnTo>
                  <a:pt x="1988" y="434"/>
                </a:lnTo>
                <a:lnTo>
                  <a:pt x="1988" y="435"/>
                </a:lnTo>
                <a:lnTo>
                  <a:pt x="1989" y="435"/>
                </a:lnTo>
                <a:lnTo>
                  <a:pt x="1990" y="436"/>
                </a:lnTo>
                <a:lnTo>
                  <a:pt x="1990" y="437"/>
                </a:lnTo>
                <a:lnTo>
                  <a:pt x="1990" y="438"/>
                </a:lnTo>
                <a:lnTo>
                  <a:pt x="1989" y="438"/>
                </a:lnTo>
                <a:lnTo>
                  <a:pt x="1988" y="438"/>
                </a:lnTo>
                <a:lnTo>
                  <a:pt x="1987" y="438"/>
                </a:lnTo>
                <a:lnTo>
                  <a:pt x="1986" y="438"/>
                </a:lnTo>
                <a:lnTo>
                  <a:pt x="1985" y="438"/>
                </a:lnTo>
                <a:lnTo>
                  <a:pt x="1983" y="439"/>
                </a:lnTo>
                <a:lnTo>
                  <a:pt x="1983" y="441"/>
                </a:lnTo>
                <a:lnTo>
                  <a:pt x="1982" y="442"/>
                </a:lnTo>
                <a:lnTo>
                  <a:pt x="1982" y="443"/>
                </a:lnTo>
                <a:lnTo>
                  <a:pt x="1981" y="443"/>
                </a:lnTo>
                <a:lnTo>
                  <a:pt x="1981" y="444"/>
                </a:lnTo>
                <a:lnTo>
                  <a:pt x="1979" y="444"/>
                </a:lnTo>
                <a:lnTo>
                  <a:pt x="1979" y="445"/>
                </a:lnTo>
                <a:lnTo>
                  <a:pt x="1978" y="445"/>
                </a:lnTo>
                <a:lnTo>
                  <a:pt x="1979" y="445"/>
                </a:lnTo>
                <a:lnTo>
                  <a:pt x="1978" y="448"/>
                </a:lnTo>
                <a:lnTo>
                  <a:pt x="1977" y="450"/>
                </a:lnTo>
                <a:lnTo>
                  <a:pt x="1976" y="450"/>
                </a:lnTo>
                <a:lnTo>
                  <a:pt x="1976" y="449"/>
                </a:lnTo>
                <a:lnTo>
                  <a:pt x="1974" y="449"/>
                </a:lnTo>
                <a:lnTo>
                  <a:pt x="1972" y="448"/>
                </a:lnTo>
                <a:lnTo>
                  <a:pt x="1971" y="448"/>
                </a:lnTo>
                <a:lnTo>
                  <a:pt x="1971" y="449"/>
                </a:lnTo>
                <a:lnTo>
                  <a:pt x="1971" y="450"/>
                </a:lnTo>
                <a:lnTo>
                  <a:pt x="1969" y="449"/>
                </a:lnTo>
                <a:lnTo>
                  <a:pt x="1968" y="449"/>
                </a:lnTo>
                <a:lnTo>
                  <a:pt x="1968" y="450"/>
                </a:lnTo>
                <a:lnTo>
                  <a:pt x="1967" y="450"/>
                </a:lnTo>
                <a:lnTo>
                  <a:pt x="1965" y="450"/>
                </a:lnTo>
                <a:lnTo>
                  <a:pt x="1965" y="451"/>
                </a:lnTo>
                <a:lnTo>
                  <a:pt x="1965" y="452"/>
                </a:lnTo>
                <a:lnTo>
                  <a:pt x="1964" y="452"/>
                </a:lnTo>
                <a:lnTo>
                  <a:pt x="1964" y="453"/>
                </a:lnTo>
                <a:lnTo>
                  <a:pt x="1965" y="454"/>
                </a:lnTo>
                <a:lnTo>
                  <a:pt x="1964" y="454"/>
                </a:lnTo>
                <a:lnTo>
                  <a:pt x="1964" y="455"/>
                </a:lnTo>
                <a:lnTo>
                  <a:pt x="1963" y="455"/>
                </a:lnTo>
                <a:lnTo>
                  <a:pt x="1963" y="456"/>
                </a:lnTo>
                <a:lnTo>
                  <a:pt x="1963" y="457"/>
                </a:lnTo>
                <a:lnTo>
                  <a:pt x="1964" y="457"/>
                </a:lnTo>
                <a:lnTo>
                  <a:pt x="1964" y="458"/>
                </a:lnTo>
                <a:lnTo>
                  <a:pt x="1965" y="459"/>
                </a:lnTo>
                <a:lnTo>
                  <a:pt x="1964" y="461"/>
                </a:lnTo>
                <a:lnTo>
                  <a:pt x="1964" y="463"/>
                </a:lnTo>
                <a:lnTo>
                  <a:pt x="1963" y="463"/>
                </a:lnTo>
                <a:lnTo>
                  <a:pt x="1963" y="464"/>
                </a:lnTo>
                <a:lnTo>
                  <a:pt x="1962" y="464"/>
                </a:lnTo>
                <a:lnTo>
                  <a:pt x="1962" y="465"/>
                </a:lnTo>
                <a:lnTo>
                  <a:pt x="1963" y="465"/>
                </a:lnTo>
                <a:lnTo>
                  <a:pt x="1964" y="465"/>
                </a:lnTo>
                <a:lnTo>
                  <a:pt x="1964" y="466"/>
                </a:lnTo>
                <a:lnTo>
                  <a:pt x="1964" y="467"/>
                </a:lnTo>
                <a:lnTo>
                  <a:pt x="1964" y="469"/>
                </a:lnTo>
                <a:lnTo>
                  <a:pt x="1965" y="469"/>
                </a:lnTo>
                <a:lnTo>
                  <a:pt x="1966" y="469"/>
                </a:lnTo>
                <a:lnTo>
                  <a:pt x="1966" y="470"/>
                </a:lnTo>
                <a:lnTo>
                  <a:pt x="1967" y="470"/>
                </a:lnTo>
                <a:lnTo>
                  <a:pt x="1968" y="470"/>
                </a:lnTo>
                <a:lnTo>
                  <a:pt x="1969" y="471"/>
                </a:lnTo>
                <a:lnTo>
                  <a:pt x="1969" y="470"/>
                </a:lnTo>
                <a:lnTo>
                  <a:pt x="1970" y="470"/>
                </a:lnTo>
                <a:lnTo>
                  <a:pt x="1971" y="470"/>
                </a:lnTo>
                <a:lnTo>
                  <a:pt x="1971" y="472"/>
                </a:lnTo>
                <a:lnTo>
                  <a:pt x="1972" y="473"/>
                </a:lnTo>
                <a:lnTo>
                  <a:pt x="1973" y="473"/>
                </a:lnTo>
                <a:lnTo>
                  <a:pt x="1972" y="474"/>
                </a:lnTo>
                <a:lnTo>
                  <a:pt x="1972" y="476"/>
                </a:lnTo>
                <a:lnTo>
                  <a:pt x="1971" y="476"/>
                </a:lnTo>
                <a:lnTo>
                  <a:pt x="1971" y="477"/>
                </a:lnTo>
                <a:lnTo>
                  <a:pt x="1971" y="478"/>
                </a:lnTo>
                <a:lnTo>
                  <a:pt x="1970" y="478"/>
                </a:lnTo>
                <a:lnTo>
                  <a:pt x="1970" y="479"/>
                </a:lnTo>
                <a:lnTo>
                  <a:pt x="1969" y="479"/>
                </a:lnTo>
                <a:lnTo>
                  <a:pt x="1968" y="479"/>
                </a:lnTo>
                <a:lnTo>
                  <a:pt x="1968" y="480"/>
                </a:lnTo>
                <a:lnTo>
                  <a:pt x="1968" y="481"/>
                </a:lnTo>
                <a:lnTo>
                  <a:pt x="1969" y="482"/>
                </a:lnTo>
                <a:lnTo>
                  <a:pt x="1968" y="482"/>
                </a:lnTo>
                <a:lnTo>
                  <a:pt x="1968" y="483"/>
                </a:lnTo>
                <a:lnTo>
                  <a:pt x="1968" y="484"/>
                </a:lnTo>
                <a:lnTo>
                  <a:pt x="1969" y="485"/>
                </a:lnTo>
                <a:lnTo>
                  <a:pt x="1970" y="485"/>
                </a:lnTo>
                <a:lnTo>
                  <a:pt x="1970" y="486"/>
                </a:lnTo>
                <a:lnTo>
                  <a:pt x="1970" y="487"/>
                </a:lnTo>
                <a:lnTo>
                  <a:pt x="1971" y="488"/>
                </a:lnTo>
                <a:lnTo>
                  <a:pt x="1972" y="489"/>
                </a:lnTo>
                <a:lnTo>
                  <a:pt x="1973" y="489"/>
                </a:lnTo>
                <a:lnTo>
                  <a:pt x="1973" y="490"/>
                </a:lnTo>
                <a:lnTo>
                  <a:pt x="1972" y="491"/>
                </a:lnTo>
                <a:lnTo>
                  <a:pt x="1972" y="492"/>
                </a:lnTo>
                <a:lnTo>
                  <a:pt x="1973" y="493"/>
                </a:lnTo>
                <a:lnTo>
                  <a:pt x="1972" y="494"/>
                </a:lnTo>
                <a:lnTo>
                  <a:pt x="1972" y="495"/>
                </a:lnTo>
                <a:lnTo>
                  <a:pt x="1973" y="495"/>
                </a:lnTo>
                <a:lnTo>
                  <a:pt x="1973" y="496"/>
                </a:lnTo>
                <a:lnTo>
                  <a:pt x="1973" y="497"/>
                </a:lnTo>
                <a:lnTo>
                  <a:pt x="1972" y="497"/>
                </a:lnTo>
                <a:lnTo>
                  <a:pt x="1972" y="498"/>
                </a:lnTo>
                <a:lnTo>
                  <a:pt x="1971" y="499"/>
                </a:lnTo>
                <a:lnTo>
                  <a:pt x="1971" y="501"/>
                </a:lnTo>
                <a:lnTo>
                  <a:pt x="1971" y="502"/>
                </a:lnTo>
                <a:lnTo>
                  <a:pt x="1972" y="502"/>
                </a:lnTo>
                <a:lnTo>
                  <a:pt x="1972" y="504"/>
                </a:lnTo>
                <a:lnTo>
                  <a:pt x="1971" y="504"/>
                </a:lnTo>
                <a:lnTo>
                  <a:pt x="1970" y="504"/>
                </a:lnTo>
                <a:lnTo>
                  <a:pt x="1970" y="505"/>
                </a:lnTo>
                <a:lnTo>
                  <a:pt x="1970" y="506"/>
                </a:lnTo>
                <a:lnTo>
                  <a:pt x="1971" y="506"/>
                </a:lnTo>
                <a:lnTo>
                  <a:pt x="1971" y="507"/>
                </a:lnTo>
                <a:lnTo>
                  <a:pt x="1971" y="508"/>
                </a:lnTo>
                <a:lnTo>
                  <a:pt x="1970" y="508"/>
                </a:lnTo>
                <a:lnTo>
                  <a:pt x="1971" y="508"/>
                </a:lnTo>
                <a:lnTo>
                  <a:pt x="1971" y="509"/>
                </a:lnTo>
                <a:lnTo>
                  <a:pt x="1971" y="510"/>
                </a:lnTo>
                <a:lnTo>
                  <a:pt x="1971" y="511"/>
                </a:lnTo>
                <a:lnTo>
                  <a:pt x="1971" y="512"/>
                </a:lnTo>
                <a:lnTo>
                  <a:pt x="1970" y="513"/>
                </a:lnTo>
                <a:lnTo>
                  <a:pt x="1970" y="515"/>
                </a:lnTo>
                <a:lnTo>
                  <a:pt x="1970" y="516"/>
                </a:lnTo>
                <a:lnTo>
                  <a:pt x="1969" y="517"/>
                </a:lnTo>
                <a:lnTo>
                  <a:pt x="1968" y="517"/>
                </a:lnTo>
                <a:lnTo>
                  <a:pt x="1968" y="518"/>
                </a:lnTo>
                <a:lnTo>
                  <a:pt x="1967" y="519"/>
                </a:lnTo>
                <a:lnTo>
                  <a:pt x="1966" y="520"/>
                </a:lnTo>
                <a:lnTo>
                  <a:pt x="1966" y="521"/>
                </a:lnTo>
                <a:lnTo>
                  <a:pt x="1966" y="522"/>
                </a:lnTo>
                <a:lnTo>
                  <a:pt x="1968" y="523"/>
                </a:lnTo>
                <a:lnTo>
                  <a:pt x="1969" y="523"/>
                </a:lnTo>
                <a:lnTo>
                  <a:pt x="1969" y="524"/>
                </a:lnTo>
                <a:lnTo>
                  <a:pt x="1969" y="526"/>
                </a:lnTo>
                <a:lnTo>
                  <a:pt x="1968" y="527"/>
                </a:lnTo>
                <a:lnTo>
                  <a:pt x="1969" y="528"/>
                </a:lnTo>
                <a:lnTo>
                  <a:pt x="1970" y="529"/>
                </a:lnTo>
                <a:lnTo>
                  <a:pt x="1971" y="530"/>
                </a:lnTo>
                <a:lnTo>
                  <a:pt x="1972" y="530"/>
                </a:lnTo>
                <a:lnTo>
                  <a:pt x="1975" y="530"/>
                </a:lnTo>
                <a:lnTo>
                  <a:pt x="1975" y="532"/>
                </a:lnTo>
                <a:lnTo>
                  <a:pt x="1974" y="532"/>
                </a:lnTo>
                <a:lnTo>
                  <a:pt x="1974" y="533"/>
                </a:lnTo>
                <a:lnTo>
                  <a:pt x="1975" y="533"/>
                </a:lnTo>
                <a:lnTo>
                  <a:pt x="1976" y="533"/>
                </a:lnTo>
                <a:lnTo>
                  <a:pt x="1976" y="535"/>
                </a:lnTo>
                <a:lnTo>
                  <a:pt x="1975" y="536"/>
                </a:lnTo>
                <a:lnTo>
                  <a:pt x="1975" y="537"/>
                </a:lnTo>
                <a:lnTo>
                  <a:pt x="1974" y="537"/>
                </a:lnTo>
                <a:lnTo>
                  <a:pt x="1974" y="538"/>
                </a:lnTo>
                <a:lnTo>
                  <a:pt x="1973" y="538"/>
                </a:lnTo>
                <a:lnTo>
                  <a:pt x="1971" y="540"/>
                </a:lnTo>
                <a:lnTo>
                  <a:pt x="1970" y="540"/>
                </a:lnTo>
                <a:lnTo>
                  <a:pt x="1969" y="541"/>
                </a:lnTo>
                <a:lnTo>
                  <a:pt x="1967" y="542"/>
                </a:lnTo>
                <a:lnTo>
                  <a:pt x="1967" y="543"/>
                </a:lnTo>
                <a:lnTo>
                  <a:pt x="1967" y="544"/>
                </a:lnTo>
                <a:lnTo>
                  <a:pt x="1967" y="545"/>
                </a:lnTo>
                <a:lnTo>
                  <a:pt x="1966" y="545"/>
                </a:lnTo>
                <a:lnTo>
                  <a:pt x="1967" y="545"/>
                </a:lnTo>
                <a:lnTo>
                  <a:pt x="1967" y="546"/>
                </a:lnTo>
                <a:lnTo>
                  <a:pt x="1967" y="547"/>
                </a:lnTo>
                <a:lnTo>
                  <a:pt x="1968" y="548"/>
                </a:lnTo>
                <a:lnTo>
                  <a:pt x="1968" y="549"/>
                </a:lnTo>
                <a:lnTo>
                  <a:pt x="1968" y="550"/>
                </a:lnTo>
                <a:lnTo>
                  <a:pt x="1967" y="550"/>
                </a:lnTo>
                <a:lnTo>
                  <a:pt x="1967" y="551"/>
                </a:lnTo>
                <a:lnTo>
                  <a:pt x="1966" y="553"/>
                </a:lnTo>
                <a:lnTo>
                  <a:pt x="1966" y="554"/>
                </a:lnTo>
                <a:lnTo>
                  <a:pt x="1965" y="555"/>
                </a:lnTo>
                <a:lnTo>
                  <a:pt x="1965" y="556"/>
                </a:lnTo>
                <a:lnTo>
                  <a:pt x="1964" y="556"/>
                </a:lnTo>
                <a:lnTo>
                  <a:pt x="1964" y="557"/>
                </a:lnTo>
                <a:lnTo>
                  <a:pt x="1964" y="558"/>
                </a:lnTo>
                <a:lnTo>
                  <a:pt x="1964" y="559"/>
                </a:lnTo>
                <a:lnTo>
                  <a:pt x="1964" y="561"/>
                </a:lnTo>
                <a:lnTo>
                  <a:pt x="1963" y="561"/>
                </a:lnTo>
                <a:lnTo>
                  <a:pt x="1962" y="562"/>
                </a:lnTo>
                <a:lnTo>
                  <a:pt x="1961" y="563"/>
                </a:lnTo>
                <a:lnTo>
                  <a:pt x="1960" y="563"/>
                </a:lnTo>
                <a:lnTo>
                  <a:pt x="1960" y="564"/>
                </a:lnTo>
                <a:lnTo>
                  <a:pt x="1961" y="565"/>
                </a:lnTo>
                <a:lnTo>
                  <a:pt x="1962" y="566"/>
                </a:lnTo>
                <a:lnTo>
                  <a:pt x="1962" y="567"/>
                </a:lnTo>
                <a:lnTo>
                  <a:pt x="1961" y="568"/>
                </a:lnTo>
                <a:lnTo>
                  <a:pt x="1959" y="569"/>
                </a:lnTo>
                <a:lnTo>
                  <a:pt x="1958" y="569"/>
                </a:lnTo>
                <a:lnTo>
                  <a:pt x="1957" y="570"/>
                </a:lnTo>
                <a:lnTo>
                  <a:pt x="1957" y="571"/>
                </a:lnTo>
                <a:lnTo>
                  <a:pt x="1956" y="571"/>
                </a:lnTo>
                <a:lnTo>
                  <a:pt x="1955" y="571"/>
                </a:lnTo>
                <a:lnTo>
                  <a:pt x="1953" y="570"/>
                </a:lnTo>
                <a:lnTo>
                  <a:pt x="1951" y="570"/>
                </a:lnTo>
                <a:lnTo>
                  <a:pt x="1951" y="571"/>
                </a:lnTo>
                <a:lnTo>
                  <a:pt x="1950" y="572"/>
                </a:lnTo>
                <a:lnTo>
                  <a:pt x="1950" y="573"/>
                </a:lnTo>
                <a:lnTo>
                  <a:pt x="1950" y="574"/>
                </a:lnTo>
                <a:lnTo>
                  <a:pt x="1950" y="576"/>
                </a:lnTo>
                <a:lnTo>
                  <a:pt x="1949" y="576"/>
                </a:lnTo>
                <a:lnTo>
                  <a:pt x="1948" y="575"/>
                </a:lnTo>
                <a:lnTo>
                  <a:pt x="1948" y="574"/>
                </a:lnTo>
                <a:lnTo>
                  <a:pt x="1947" y="574"/>
                </a:lnTo>
                <a:lnTo>
                  <a:pt x="1946" y="574"/>
                </a:lnTo>
                <a:lnTo>
                  <a:pt x="1945" y="574"/>
                </a:lnTo>
                <a:lnTo>
                  <a:pt x="1944" y="574"/>
                </a:lnTo>
                <a:lnTo>
                  <a:pt x="1943" y="573"/>
                </a:lnTo>
                <a:lnTo>
                  <a:pt x="1942" y="573"/>
                </a:lnTo>
                <a:lnTo>
                  <a:pt x="1941" y="573"/>
                </a:lnTo>
                <a:lnTo>
                  <a:pt x="1940" y="573"/>
                </a:lnTo>
                <a:lnTo>
                  <a:pt x="1939" y="574"/>
                </a:lnTo>
                <a:lnTo>
                  <a:pt x="1938" y="575"/>
                </a:lnTo>
                <a:lnTo>
                  <a:pt x="1938" y="577"/>
                </a:lnTo>
                <a:lnTo>
                  <a:pt x="1937" y="577"/>
                </a:lnTo>
                <a:lnTo>
                  <a:pt x="1937" y="578"/>
                </a:lnTo>
                <a:lnTo>
                  <a:pt x="1936" y="578"/>
                </a:lnTo>
                <a:lnTo>
                  <a:pt x="1935" y="578"/>
                </a:lnTo>
                <a:lnTo>
                  <a:pt x="1934" y="578"/>
                </a:lnTo>
                <a:lnTo>
                  <a:pt x="1934" y="579"/>
                </a:lnTo>
                <a:lnTo>
                  <a:pt x="1933" y="579"/>
                </a:lnTo>
                <a:lnTo>
                  <a:pt x="1933" y="578"/>
                </a:lnTo>
                <a:lnTo>
                  <a:pt x="1933" y="579"/>
                </a:lnTo>
                <a:lnTo>
                  <a:pt x="1932" y="579"/>
                </a:lnTo>
                <a:lnTo>
                  <a:pt x="1932" y="580"/>
                </a:lnTo>
                <a:lnTo>
                  <a:pt x="1932" y="581"/>
                </a:lnTo>
                <a:lnTo>
                  <a:pt x="1931" y="582"/>
                </a:lnTo>
                <a:lnTo>
                  <a:pt x="1931" y="584"/>
                </a:lnTo>
                <a:lnTo>
                  <a:pt x="1931" y="585"/>
                </a:lnTo>
                <a:lnTo>
                  <a:pt x="1931" y="586"/>
                </a:lnTo>
                <a:lnTo>
                  <a:pt x="1931" y="587"/>
                </a:lnTo>
                <a:lnTo>
                  <a:pt x="1930" y="587"/>
                </a:lnTo>
                <a:lnTo>
                  <a:pt x="1929" y="587"/>
                </a:lnTo>
                <a:lnTo>
                  <a:pt x="1928" y="587"/>
                </a:lnTo>
                <a:lnTo>
                  <a:pt x="1928" y="588"/>
                </a:lnTo>
                <a:lnTo>
                  <a:pt x="1927" y="588"/>
                </a:lnTo>
                <a:lnTo>
                  <a:pt x="1927" y="589"/>
                </a:lnTo>
                <a:lnTo>
                  <a:pt x="1928" y="589"/>
                </a:lnTo>
                <a:lnTo>
                  <a:pt x="1928" y="590"/>
                </a:lnTo>
                <a:lnTo>
                  <a:pt x="1929" y="590"/>
                </a:lnTo>
                <a:lnTo>
                  <a:pt x="1930" y="590"/>
                </a:lnTo>
                <a:lnTo>
                  <a:pt x="1930" y="591"/>
                </a:lnTo>
                <a:lnTo>
                  <a:pt x="1930" y="592"/>
                </a:lnTo>
                <a:lnTo>
                  <a:pt x="1930" y="593"/>
                </a:lnTo>
                <a:lnTo>
                  <a:pt x="1930" y="594"/>
                </a:lnTo>
                <a:lnTo>
                  <a:pt x="1931" y="594"/>
                </a:lnTo>
                <a:lnTo>
                  <a:pt x="1931" y="595"/>
                </a:lnTo>
                <a:lnTo>
                  <a:pt x="1932" y="595"/>
                </a:lnTo>
                <a:lnTo>
                  <a:pt x="1932" y="596"/>
                </a:lnTo>
                <a:lnTo>
                  <a:pt x="1932" y="597"/>
                </a:lnTo>
                <a:lnTo>
                  <a:pt x="1933" y="598"/>
                </a:lnTo>
                <a:lnTo>
                  <a:pt x="1933" y="599"/>
                </a:lnTo>
                <a:lnTo>
                  <a:pt x="1934" y="600"/>
                </a:lnTo>
                <a:lnTo>
                  <a:pt x="1934" y="601"/>
                </a:lnTo>
                <a:lnTo>
                  <a:pt x="1934" y="602"/>
                </a:lnTo>
                <a:lnTo>
                  <a:pt x="1933" y="602"/>
                </a:lnTo>
                <a:lnTo>
                  <a:pt x="1933" y="603"/>
                </a:lnTo>
                <a:lnTo>
                  <a:pt x="1934" y="604"/>
                </a:lnTo>
                <a:lnTo>
                  <a:pt x="1934" y="605"/>
                </a:lnTo>
                <a:lnTo>
                  <a:pt x="1934" y="606"/>
                </a:lnTo>
                <a:lnTo>
                  <a:pt x="1933" y="607"/>
                </a:lnTo>
                <a:lnTo>
                  <a:pt x="1933" y="608"/>
                </a:lnTo>
                <a:lnTo>
                  <a:pt x="1934" y="608"/>
                </a:lnTo>
                <a:lnTo>
                  <a:pt x="1935" y="608"/>
                </a:lnTo>
                <a:lnTo>
                  <a:pt x="1937" y="609"/>
                </a:lnTo>
                <a:lnTo>
                  <a:pt x="1938" y="611"/>
                </a:lnTo>
                <a:lnTo>
                  <a:pt x="1938" y="612"/>
                </a:lnTo>
                <a:lnTo>
                  <a:pt x="1938" y="613"/>
                </a:lnTo>
                <a:lnTo>
                  <a:pt x="1938" y="614"/>
                </a:lnTo>
                <a:lnTo>
                  <a:pt x="1939" y="615"/>
                </a:lnTo>
                <a:lnTo>
                  <a:pt x="1940" y="615"/>
                </a:lnTo>
                <a:lnTo>
                  <a:pt x="1940" y="617"/>
                </a:lnTo>
                <a:lnTo>
                  <a:pt x="1941" y="617"/>
                </a:lnTo>
                <a:lnTo>
                  <a:pt x="1941" y="618"/>
                </a:lnTo>
                <a:lnTo>
                  <a:pt x="1942" y="619"/>
                </a:lnTo>
                <a:lnTo>
                  <a:pt x="1943" y="619"/>
                </a:lnTo>
                <a:lnTo>
                  <a:pt x="1944" y="619"/>
                </a:lnTo>
                <a:lnTo>
                  <a:pt x="1945" y="619"/>
                </a:lnTo>
                <a:lnTo>
                  <a:pt x="1945" y="620"/>
                </a:lnTo>
                <a:lnTo>
                  <a:pt x="1944" y="620"/>
                </a:lnTo>
                <a:lnTo>
                  <a:pt x="1944" y="621"/>
                </a:lnTo>
                <a:lnTo>
                  <a:pt x="1944" y="622"/>
                </a:lnTo>
                <a:lnTo>
                  <a:pt x="1944" y="623"/>
                </a:lnTo>
                <a:lnTo>
                  <a:pt x="1946" y="625"/>
                </a:lnTo>
                <a:lnTo>
                  <a:pt x="1947" y="626"/>
                </a:lnTo>
                <a:lnTo>
                  <a:pt x="1946" y="626"/>
                </a:lnTo>
                <a:lnTo>
                  <a:pt x="1946" y="627"/>
                </a:lnTo>
                <a:lnTo>
                  <a:pt x="1947" y="627"/>
                </a:lnTo>
                <a:lnTo>
                  <a:pt x="1947" y="628"/>
                </a:lnTo>
                <a:lnTo>
                  <a:pt x="1948" y="629"/>
                </a:lnTo>
                <a:lnTo>
                  <a:pt x="1948" y="630"/>
                </a:lnTo>
                <a:lnTo>
                  <a:pt x="1949" y="630"/>
                </a:lnTo>
                <a:lnTo>
                  <a:pt x="1950" y="630"/>
                </a:lnTo>
                <a:lnTo>
                  <a:pt x="1951" y="630"/>
                </a:lnTo>
                <a:lnTo>
                  <a:pt x="1951" y="631"/>
                </a:lnTo>
                <a:lnTo>
                  <a:pt x="1953" y="630"/>
                </a:lnTo>
                <a:lnTo>
                  <a:pt x="1954" y="630"/>
                </a:lnTo>
                <a:lnTo>
                  <a:pt x="1955" y="630"/>
                </a:lnTo>
                <a:lnTo>
                  <a:pt x="1957" y="631"/>
                </a:lnTo>
                <a:lnTo>
                  <a:pt x="1957" y="632"/>
                </a:lnTo>
                <a:lnTo>
                  <a:pt x="1958" y="632"/>
                </a:lnTo>
                <a:lnTo>
                  <a:pt x="1958" y="633"/>
                </a:lnTo>
                <a:lnTo>
                  <a:pt x="1959" y="634"/>
                </a:lnTo>
                <a:lnTo>
                  <a:pt x="1958" y="635"/>
                </a:lnTo>
                <a:lnTo>
                  <a:pt x="1958" y="636"/>
                </a:lnTo>
                <a:lnTo>
                  <a:pt x="1959" y="636"/>
                </a:lnTo>
                <a:lnTo>
                  <a:pt x="1959" y="637"/>
                </a:lnTo>
                <a:lnTo>
                  <a:pt x="1960" y="637"/>
                </a:lnTo>
                <a:lnTo>
                  <a:pt x="1960" y="638"/>
                </a:lnTo>
                <a:lnTo>
                  <a:pt x="1960" y="639"/>
                </a:lnTo>
                <a:lnTo>
                  <a:pt x="1961" y="640"/>
                </a:lnTo>
                <a:lnTo>
                  <a:pt x="1962" y="641"/>
                </a:lnTo>
                <a:lnTo>
                  <a:pt x="1963" y="641"/>
                </a:lnTo>
                <a:lnTo>
                  <a:pt x="1964" y="642"/>
                </a:lnTo>
                <a:lnTo>
                  <a:pt x="1964" y="644"/>
                </a:lnTo>
                <a:lnTo>
                  <a:pt x="1966" y="644"/>
                </a:lnTo>
                <a:lnTo>
                  <a:pt x="1967" y="644"/>
                </a:lnTo>
                <a:lnTo>
                  <a:pt x="1968" y="644"/>
                </a:lnTo>
                <a:lnTo>
                  <a:pt x="1969" y="645"/>
                </a:lnTo>
                <a:lnTo>
                  <a:pt x="1970" y="646"/>
                </a:lnTo>
                <a:lnTo>
                  <a:pt x="1970" y="647"/>
                </a:lnTo>
                <a:lnTo>
                  <a:pt x="1969" y="647"/>
                </a:lnTo>
                <a:lnTo>
                  <a:pt x="1967" y="650"/>
                </a:lnTo>
                <a:lnTo>
                  <a:pt x="1966" y="651"/>
                </a:lnTo>
                <a:lnTo>
                  <a:pt x="1965" y="653"/>
                </a:lnTo>
                <a:lnTo>
                  <a:pt x="1964" y="653"/>
                </a:lnTo>
                <a:lnTo>
                  <a:pt x="1963" y="654"/>
                </a:lnTo>
                <a:lnTo>
                  <a:pt x="1962" y="654"/>
                </a:lnTo>
                <a:lnTo>
                  <a:pt x="1963" y="655"/>
                </a:lnTo>
                <a:lnTo>
                  <a:pt x="1963" y="656"/>
                </a:lnTo>
                <a:lnTo>
                  <a:pt x="1963" y="657"/>
                </a:lnTo>
                <a:lnTo>
                  <a:pt x="1963" y="658"/>
                </a:lnTo>
                <a:lnTo>
                  <a:pt x="1964" y="658"/>
                </a:lnTo>
                <a:lnTo>
                  <a:pt x="1965" y="658"/>
                </a:lnTo>
                <a:lnTo>
                  <a:pt x="1966" y="658"/>
                </a:lnTo>
                <a:lnTo>
                  <a:pt x="1967" y="658"/>
                </a:lnTo>
                <a:lnTo>
                  <a:pt x="1968" y="658"/>
                </a:lnTo>
                <a:lnTo>
                  <a:pt x="1968" y="659"/>
                </a:lnTo>
                <a:lnTo>
                  <a:pt x="1969" y="659"/>
                </a:lnTo>
                <a:lnTo>
                  <a:pt x="1970" y="660"/>
                </a:lnTo>
                <a:lnTo>
                  <a:pt x="1971" y="661"/>
                </a:lnTo>
                <a:lnTo>
                  <a:pt x="1973" y="662"/>
                </a:lnTo>
                <a:lnTo>
                  <a:pt x="1974" y="662"/>
                </a:lnTo>
                <a:lnTo>
                  <a:pt x="1974" y="663"/>
                </a:lnTo>
                <a:lnTo>
                  <a:pt x="1975" y="663"/>
                </a:lnTo>
                <a:lnTo>
                  <a:pt x="1975" y="664"/>
                </a:lnTo>
                <a:lnTo>
                  <a:pt x="1974" y="665"/>
                </a:lnTo>
                <a:lnTo>
                  <a:pt x="1974" y="666"/>
                </a:lnTo>
                <a:lnTo>
                  <a:pt x="1975" y="666"/>
                </a:lnTo>
                <a:lnTo>
                  <a:pt x="1975" y="667"/>
                </a:lnTo>
                <a:lnTo>
                  <a:pt x="1975" y="668"/>
                </a:lnTo>
                <a:lnTo>
                  <a:pt x="1977" y="670"/>
                </a:lnTo>
                <a:lnTo>
                  <a:pt x="1978" y="671"/>
                </a:lnTo>
                <a:lnTo>
                  <a:pt x="1978" y="672"/>
                </a:lnTo>
                <a:lnTo>
                  <a:pt x="1977" y="672"/>
                </a:lnTo>
                <a:lnTo>
                  <a:pt x="1977" y="673"/>
                </a:lnTo>
                <a:lnTo>
                  <a:pt x="1976" y="673"/>
                </a:lnTo>
                <a:lnTo>
                  <a:pt x="1975" y="674"/>
                </a:lnTo>
                <a:lnTo>
                  <a:pt x="1975" y="675"/>
                </a:lnTo>
                <a:lnTo>
                  <a:pt x="1975" y="676"/>
                </a:lnTo>
                <a:lnTo>
                  <a:pt x="1975" y="677"/>
                </a:lnTo>
                <a:lnTo>
                  <a:pt x="1976" y="677"/>
                </a:lnTo>
                <a:lnTo>
                  <a:pt x="1976" y="678"/>
                </a:lnTo>
                <a:lnTo>
                  <a:pt x="1975" y="679"/>
                </a:lnTo>
                <a:lnTo>
                  <a:pt x="1975" y="680"/>
                </a:lnTo>
                <a:lnTo>
                  <a:pt x="1974" y="680"/>
                </a:lnTo>
                <a:lnTo>
                  <a:pt x="1973" y="680"/>
                </a:lnTo>
                <a:lnTo>
                  <a:pt x="1973" y="681"/>
                </a:lnTo>
                <a:lnTo>
                  <a:pt x="1972" y="683"/>
                </a:lnTo>
                <a:lnTo>
                  <a:pt x="1972" y="684"/>
                </a:lnTo>
                <a:lnTo>
                  <a:pt x="1972" y="685"/>
                </a:lnTo>
                <a:lnTo>
                  <a:pt x="1971" y="686"/>
                </a:lnTo>
                <a:lnTo>
                  <a:pt x="1971" y="687"/>
                </a:lnTo>
                <a:lnTo>
                  <a:pt x="1972" y="687"/>
                </a:lnTo>
                <a:lnTo>
                  <a:pt x="1972" y="688"/>
                </a:lnTo>
                <a:lnTo>
                  <a:pt x="1972" y="689"/>
                </a:lnTo>
                <a:lnTo>
                  <a:pt x="1972" y="690"/>
                </a:lnTo>
                <a:lnTo>
                  <a:pt x="1972" y="691"/>
                </a:lnTo>
                <a:lnTo>
                  <a:pt x="1971" y="692"/>
                </a:lnTo>
                <a:lnTo>
                  <a:pt x="1972" y="693"/>
                </a:lnTo>
                <a:lnTo>
                  <a:pt x="1972" y="694"/>
                </a:lnTo>
                <a:lnTo>
                  <a:pt x="1973" y="694"/>
                </a:lnTo>
                <a:lnTo>
                  <a:pt x="1973" y="695"/>
                </a:lnTo>
                <a:lnTo>
                  <a:pt x="1973" y="696"/>
                </a:lnTo>
                <a:lnTo>
                  <a:pt x="1973" y="697"/>
                </a:lnTo>
                <a:lnTo>
                  <a:pt x="1974" y="697"/>
                </a:lnTo>
                <a:lnTo>
                  <a:pt x="1974" y="698"/>
                </a:lnTo>
                <a:lnTo>
                  <a:pt x="1974" y="699"/>
                </a:lnTo>
                <a:lnTo>
                  <a:pt x="1975" y="699"/>
                </a:lnTo>
                <a:lnTo>
                  <a:pt x="1975" y="700"/>
                </a:lnTo>
                <a:lnTo>
                  <a:pt x="1976" y="700"/>
                </a:lnTo>
                <a:lnTo>
                  <a:pt x="1977" y="701"/>
                </a:lnTo>
                <a:lnTo>
                  <a:pt x="1978" y="701"/>
                </a:lnTo>
                <a:lnTo>
                  <a:pt x="1979" y="701"/>
                </a:lnTo>
                <a:lnTo>
                  <a:pt x="1979" y="702"/>
                </a:lnTo>
                <a:lnTo>
                  <a:pt x="1980" y="702"/>
                </a:lnTo>
                <a:lnTo>
                  <a:pt x="1980" y="703"/>
                </a:lnTo>
                <a:lnTo>
                  <a:pt x="1981" y="703"/>
                </a:lnTo>
                <a:lnTo>
                  <a:pt x="1981" y="704"/>
                </a:lnTo>
                <a:lnTo>
                  <a:pt x="1982" y="704"/>
                </a:lnTo>
                <a:lnTo>
                  <a:pt x="1983" y="704"/>
                </a:lnTo>
                <a:lnTo>
                  <a:pt x="1984" y="704"/>
                </a:lnTo>
                <a:lnTo>
                  <a:pt x="1984" y="705"/>
                </a:lnTo>
                <a:lnTo>
                  <a:pt x="1985" y="705"/>
                </a:lnTo>
                <a:lnTo>
                  <a:pt x="1985" y="706"/>
                </a:lnTo>
                <a:lnTo>
                  <a:pt x="1985" y="707"/>
                </a:lnTo>
                <a:lnTo>
                  <a:pt x="1985" y="708"/>
                </a:lnTo>
                <a:lnTo>
                  <a:pt x="1985" y="711"/>
                </a:lnTo>
                <a:lnTo>
                  <a:pt x="1985" y="712"/>
                </a:lnTo>
                <a:lnTo>
                  <a:pt x="1985" y="714"/>
                </a:lnTo>
                <a:lnTo>
                  <a:pt x="1985" y="715"/>
                </a:lnTo>
                <a:lnTo>
                  <a:pt x="1985" y="716"/>
                </a:lnTo>
                <a:lnTo>
                  <a:pt x="1984" y="716"/>
                </a:lnTo>
                <a:lnTo>
                  <a:pt x="1984" y="717"/>
                </a:lnTo>
                <a:lnTo>
                  <a:pt x="1985" y="717"/>
                </a:lnTo>
                <a:lnTo>
                  <a:pt x="1985" y="718"/>
                </a:lnTo>
                <a:lnTo>
                  <a:pt x="1985" y="719"/>
                </a:lnTo>
                <a:lnTo>
                  <a:pt x="1986" y="719"/>
                </a:lnTo>
                <a:lnTo>
                  <a:pt x="1986" y="720"/>
                </a:lnTo>
                <a:lnTo>
                  <a:pt x="1987" y="720"/>
                </a:lnTo>
                <a:lnTo>
                  <a:pt x="1988" y="720"/>
                </a:lnTo>
                <a:lnTo>
                  <a:pt x="1988" y="721"/>
                </a:lnTo>
                <a:lnTo>
                  <a:pt x="1989" y="721"/>
                </a:lnTo>
                <a:lnTo>
                  <a:pt x="1990" y="721"/>
                </a:lnTo>
                <a:lnTo>
                  <a:pt x="1991" y="722"/>
                </a:lnTo>
                <a:lnTo>
                  <a:pt x="1992" y="722"/>
                </a:lnTo>
                <a:lnTo>
                  <a:pt x="1993" y="722"/>
                </a:lnTo>
                <a:lnTo>
                  <a:pt x="1993" y="723"/>
                </a:lnTo>
                <a:lnTo>
                  <a:pt x="1994" y="723"/>
                </a:lnTo>
                <a:lnTo>
                  <a:pt x="1994" y="724"/>
                </a:lnTo>
                <a:lnTo>
                  <a:pt x="1995" y="724"/>
                </a:lnTo>
                <a:lnTo>
                  <a:pt x="1996" y="724"/>
                </a:lnTo>
                <a:lnTo>
                  <a:pt x="1996" y="725"/>
                </a:lnTo>
                <a:lnTo>
                  <a:pt x="1997" y="725"/>
                </a:lnTo>
                <a:lnTo>
                  <a:pt x="1998" y="725"/>
                </a:lnTo>
                <a:lnTo>
                  <a:pt x="1998" y="726"/>
                </a:lnTo>
                <a:lnTo>
                  <a:pt x="1999" y="726"/>
                </a:lnTo>
                <a:lnTo>
                  <a:pt x="2000" y="726"/>
                </a:lnTo>
                <a:lnTo>
                  <a:pt x="2000" y="727"/>
                </a:lnTo>
                <a:lnTo>
                  <a:pt x="2001" y="727"/>
                </a:lnTo>
                <a:lnTo>
                  <a:pt x="2001" y="728"/>
                </a:lnTo>
                <a:lnTo>
                  <a:pt x="2002" y="728"/>
                </a:lnTo>
                <a:lnTo>
                  <a:pt x="2003" y="728"/>
                </a:lnTo>
                <a:lnTo>
                  <a:pt x="2004" y="728"/>
                </a:lnTo>
                <a:lnTo>
                  <a:pt x="2005" y="728"/>
                </a:lnTo>
                <a:lnTo>
                  <a:pt x="2006" y="728"/>
                </a:lnTo>
                <a:lnTo>
                  <a:pt x="2006" y="729"/>
                </a:lnTo>
                <a:lnTo>
                  <a:pt x="2007" y="729"/>
                </a:lnTo>
                <a:lnTo>
                  <a:pt x="2007" y="730"/>
                </a:lnTo>
                <a:lnTo>
                  <a:pt x="2008" y="730"/>
                </a:lnTo>
                <a:lnTo>
                  <a:pt x="2008" y="731"/>
                </a:lnTo>
                <a:lnTo>
                  <a:pt x="2009" y="731"/>
                </a:lnTo>
                <a:lnTo>
                  <a:pt x="2009" y="732"/>
                </a:lnTo>
                <a:lnTo>
                  <a:pt x="2010" y="733"/>
                </a:lnTo>
                <a:lnTo>
                  <a:pt x="2010" y="734"/>
                </a:lnTo>
                <a:lnTo>
                  <a:pt x="2011" y="735"/>
                </a:lnTo>
                <a:lnTo>
                  <a:pt x="2011" y="736"/>
                </a:lnTo>
                <a:lnTo>
                  <a:pt x="2012" y="737"/>
                </a:lnTo>
                <a:lnTo>
                  <a:pt x="2012" y="739"/>
                </a:lnTo>
                <a:lnTo>
                  <a:pt x="2013" y="740"/>
                </a:lnTo>
                <a:lnTo>
                  <a:pt x="2013" y="741"/>
                </a:lnTo>
                <a:lnTo>
                  <a:pt x="2014" y="742"/>
                </a:lnTo>
                <a:lnTo>
                  <a:pt x="2014" y="743"/>
                </a:lnTo>
                <a:lnTo>
                  <a:pt x="2015" y="744"/>
                </a:lnTo>
                <a:lnTo>
                  <a:pt x="2015" y="745"/>
                </a:lnTo>
                <a:lnTo>
                  <a:pt x="2016" y="746"/>
                </a:lnTo>
                <a:lnTo>
                  <a:pt x="2016" y="747"/>
                </a:lnTo>
                <a:lnTo>
                  <a:pt x="2016" y="748"/>
                </a:lnTo>
                <a:lnTo>
                  <a:pt x="2017" y="749"/>
                </a:lnTo>
                <a:lnTo>
                  <a:pt x="2017" y="750"/>
                </a:lnTo>
                <a:lnTo>
                  <a:pt x="2017" y="751"/>
                </a:lnTo>
                <a:lnTo>
                  <a:pt x="2018" y="751"/>
                </a:lnTo>
                <a:lnTo>
                  <a:pt x="2018" y="752"/>
                </a:lnTo>
                <a:lnTo>
                  <a:pt x="2018" y="753"/>
                </a:lnTo>
                <a:lnTo>
                  <a:pt x="2019" y="753"/>
                </a:lnTo>
                <a:lnTo>
                  <a:pt x="2019" y="754"/>
                </a:lnTo>
                <a:lnTo>
                  <a:pt x="2019" y="755"/>
                </a:lnTo>
                <a:lnTo>
                  <a:pt x="2019" y="756"/>
                </a:lnTo>
                <a:lnTo>
                  <a:pt x="2019" y="757"/>
                </a:lnTo>
                <a:lnTo>
                  <a:pt x="2020" y="759"/>
                </a:lnTo>
                <a:lnTo>
                  <a:pt x="2020" y="760"/>
                </a:lnTo>
                <a:lnTo>
                  <a:pt x="2021" y="760"/>
                </a:lnTo>
                <a:lnTo>
                  <a:pt x="2021" y="761"/>
                </a:lnTo>
                <a:lnTo>
                  <a:pt x="2022" y="761"/>
                </a:lnTo>
                <a:lnTo>
                  <a:pt x="2022" y="762"/>
                </a:lnTo>
                <a:lnTo>
                  <a:pt x="2023" y="762"/>
                </a:lnTo>
                <a:lnTo>
                  <a:pt x="2024" y="762"/>
                </a:lnTo>
                <a:lnTo>
                  <a:pt x="2024" y="763"/>
                </a:lnTo>
                <a:lnTo>
                  <a:pt x="2024" y="764"/>
                </a:lnTo>
                <a:lnTo>
                  <a:pt x="2024" y="765"/>
                </a:lnTo>
                <a:lnTo>
                  <a:pt x="2025" y="765"/>
                </a:lnTo>
                <a:lnTo>
                  <a:pt x="2026" y="766"/>
                </a:lnTo>
                <a:lnTo>
                  <a:pt x="2026" y="767"/>
                </a:lnTo>
                <a:lnTo>
                  <a:pt x="2027" y="767"/>
                </a:lnTo>
                <a:lnTo>
                  <a:pt x="2027" y="768"/>
                </a:lnTo>
                <a:lnTo>
                  <a:pt x="2028" y="768"/>
                </a:lnTo>
                <a:lnTo>
                  <a:pt x="2029" y="768"/>
                </a:lnTo>
                <a:lnTo>
                  <a:pt x="2029" y="769"/>
                </a:lnTo>
                <a:lnTo>
                  <a:pt x="2031" y="769"/>
                </a:lnTo>
                <a:lnTo>
                  <a:pt x="2032" y="769"/>
                </a:lnTo>
                <a:lnTo>
                  <a:pt x="2034" y="769"/>
                </a:lnTo>
                <a:lnTo>
                  <a:pt x="2037" y="769"/>
                </a:lnTo>
                <a:lnTo>
                  <a:pt x="2038" y="769"/>
                </a:lnTo>
                <a:lnTo>
                  <a:pt x="2040" y="769"/>
                </a:lnTo>
                <a:lnTo>
                  <a:pt x="2041" y="769"/>
                </a:lnTo>
                <a:lnTo>
                  <a:pt x="2042" y="769"/>
                </a:lnTo>
                <a:lnTo>
                  <a:pt x="2043" y="770"/>
                </a:lnTo>
                <a:lnTo>
                  <a:pt x="2044" y="770"/>
                </a:lnTo>
                <a:lnTo>
                  <a:pt x="2044" y="769"/>
                </a:lnTo>
                <a:lnTo>
                  <a:pt x="2045" y="770"/>
                </a:lnTo>
                <a:lnTo>
                  <a:pt x="2045" y="771"/>
                </a:lnTo>
                <a:lnTo>
                  <a:pt x="2046" y="771"/>
                </a:lnTo>
                <a:lnTo>
                  <a:pt x="2046" y="772"/>
                </a:lnTo>
                <a:lnTo>
                  <a:pt x="2046" y="773"/>
                </a:lnTo>
                <a:lnTo>
                  <a:pt x="2047" y="773"/>
                </a:lnTo>
                <a:lnTo>
                  <a:pt x="2047" y="774"/>
                </a:lnTo>
                <a:lnTo>
                  <a:pt x="2048" y="774"/>
                </a:lnTo>
                <a:lnTo>
                  <a:pt x="2049" y="775"/>
                </a:lnTo>
                <a:lnTo>
                  <a:pt x="2050" y="776"/>
                </a:lnTo>
                <a:lnTo>
                  <a:pt x="2051" y="776"/>
                </a:lnTo>
                <a:lnTo>
                  <a:pt x="2052" y="776"/>
                </a:lnTo>
                <a:lnTo>
                  <a:pt x="2053" y="777"/>
                </a:lnTo>
                <a:lnTo>
                  <a:pt x="2054" y="777"/>
                </a:lnTo>
                <a:lnTo>
                  <a:pt x="2055" y="778"/>
                </a:lnTo>
                <a:lnTo>
                  <a:pt x="2055" y="779"/>
                </a:lnTo>
                <a:lnTo>
                  <a:pt x="2056" y="779"/>
                </a:lnTo>
                <a:lnTo>
                  <a:pt x="2056" y="780"/>
                </a:lnTo>
                <a:lnTo>
                  <a:pt x="2057" y="781"/>
                </a:lnTo>
                <a:lnTo>
                  <a:pt x="2058" y="782"/>
                </a:lnTo>
                <a:lnTo>
                  <a:pt x="2059" y="783"/>
                </a:lnTo>
                <a:lnTo>
                  <a:pt x="2060" y="784"/>
                </a:lnTo>
                <a:lnTo>
                  <a:pt x="2061" y="785"/>
                </a:lnTo>
                <a:lnTo>
                  <a:pt x="2062" y="786"/>
                </a:lnTo>
                <a:lnTo>
                  <a:pt x="2063" y="787"/>
                </a:lnTo>
                <a:lnTo>
                  <a:pt x="2063" y="788"/>
                </a:lnTo>
                <a:lnTo>
                  <a:pt x="2064" y="790"/>
                </a:lnTo>
                <a:lnTo>
                  <a:pt x="2065" y="790"/>
                </a:lnTo>
                <a:lnTo>
                  <a:pt x="2065" y="791"/>
                </a:lnTo>
                <a:lnTo>
                  <a:pt x="2066" y="791"/>
                </a:lnTo>
                <a:lnTo>
                  <a:pt x="2067" y="792"/>
                </a:lnTo>
                <a:lnTo>
                  <a:pt x="2069" y="794"/>
                </a:lnTo>
                <a:lnTo>
                  <a:pt x="2069" y="795"/>
                </a:lnTo>
                <a:lnTo>
                  <a:pt x="2070" y="796"/>
                </a:lnTo>
                <a:lnTo>
                  <a:pt x="2073" y="798"/>
                </a:lnTo>
                <a:lnTo>
                  <a:pt x="2074" y="799"/>
                </a:lnTo>
                <a:lnTo>
                  <a:pt x="2076" y="800"/>
                </a:lnTo>
                <a:lnTo>
                  <a:pt x="2076" y="801"/>
                </a:lnTo>
                <a:lnTo>
                  <a:pt x="2077" y="802"/>
                </a:lnTo>
                <a:lnTo>
                  <a:pt x="2078" y="801"/>
                </a:lnTo>
                <a:lnTo>
                  <a:pt x="2079" y="801"/>
                </a:lnTo>
                <a:lnTo>
                  <a:pt x="2081" y="802"/>
                </a:lnTo>
                <a:lnTo>
                  <a:pt x="2082" y="802"/>
                </a:lnTo>
                <a:lnTo>
                  <a:pt x="2083" y="801"/>
                </a:lnTo>
                <a:lnTo>
                  <a:pt x="2084" y="801"/>
                </a:lnTo>
                <a:lnTo>
                  <a:pt x="2086" y="803"/>
                </a:lnTo>
                <a:lnTo>
                  <a:pt x="2087" y="803"/>
                </a:lnTo>
                <a:lnTo>
                  <a:pt x="2087" y="804"/>
                </a:lnTo>
                <a:lnTo>
                  <a:pt x="2088" y="804"/>
                </a:lnTo>
                <a:lnTo>
                  <a:pt x="2088" y="805"/>
                </a:lnTo>
                <a:lnTo>
                  <a:pt x="2090" y="806"/>
                </a:lnTo>
                <a:lnTo>
                  <a:pt x="2090" y="807"/>
                </a:lnTo>
                <a:lnTo>
                  <a:pt x="2091" y="807"/>
                </a:lnTo>
                <a:lnTo>
                  <a:pt x="2091" y="808"/>
                </a:lnTo>
                <a:lnTo>
                  <a:pt x="2092" y="808"/>
                </a:lnTo>
                <a:lnTo>
                  <a:pt x="2093" y="809"/>
                </a:lnTo>
                <a:lnTo>
                  <a:pt x="2094" y="809"/>
                </a:lnTo>
                <a:lnTo>
                  <a:pt x="2094" y="808"/>
                </a:lnTo>
                <a:lnTo>
                  <a:pt x="2096" y="808"/>
                </a:lnTo>
                <a:lnTo>
                  <a:pt x="2097" y="809"/>
                </a:lnTo>
                <a:lnTo>
                  <a:pt x="2098" y="809"/>
                </a:lnTo>
                <a:lnTo>
                  <a:pt x="2099" y="809"/>
                </a:lnTo>
                <a:lnTo>
                  <a:pt x="2099" y="810"/>
                </a:lnTo>
                <a:lnTo>
                  <a:pt x="2100" y="810"/>
                </a:lnTo>
                <a:lnTo>
                  <a:pt x="2101" y="810"/>
                </a:lnTo>
                <a:lnTo>
                  <a:pt x="2102" y="809"/>
                </a:lnTo>
                <a:lnTo>
                  <a:pt x="2103" y="809"/>
                </a:lnTo>
                <a:lnTo>
                  <a:pt x="2104" y="809"/>
                </a:lnTo>
                <a:lnTo>
                  <a:pt x="2105" y="809"/>
                </a:lnTo>
                <a:lnTo>
                  <a:pt x="2106" y="809"/>
                </a:lnTo>
                <a:lnTo>
                  <a:pt x="2106" y="811"/>
                </a:lnTo>
                <a:lnTo>
                  <a:pt x="2106" y="812"/>
                </a:lnTo>
                <a:lnTo>
                  <a:pt x="2107" y="813"/>
                </a:lnTo>
                <a:lnTo>
                  <a:pt x="2107" y="814"/>
                </a:lnTo>
                <a:lnTo>
                  <a:pt x="2108" y="815"/>
                </a:lnTo>
                <a:lnTo>
                  <a:pt x="2108" y="816"/>
                </a:lnTo>
                <a:lnTo>
                  <a:pt x="2108" y="817"/>
                </a:lnTo>
                <a:lnTo>
                  <a:pt x="2109" y="816"/>
                </a:lnTo>
                <a:lnTo>
                  <a:pt x="2110" y="815"/>
                </a:lnTo>
                <a:lnTo>
                  <a:pt x="2110" y="814"/>
                </a:lnTo>
                <a:lnTo>
                  <a:pt x="2110" y="813"/>
                </a:lnTo>
                <a:lnTo>
                  <a:pt x="2111" y="813"/>
                </a:lnTo>
                <a:lnTo>
                  <a:pt x="2111" y="812"/>
                </a:lnTo>
                <a:lnTo>
                  <a:pt x="2110" y="812"/>
                </a:lnTo>
                <a:lnTo>
                  <a:pt x="2111" y="812"/>
                </a:lnTo>
                <a:lnTo>
                  <a:pt x="2111" y="811"/>
                </a:lnTo>
                <a:lnTo>
                  <a:pt x="2112" y="811"/>
                </a:lnTo>
                <a:lnTo>
                  <a:pt x="2113" y="811"/>
                </a:lnTo>
                <a:lnTo>
                  <a:pt x="2113" y="810"/>
                </a:lnTo>
                <a:lnTo>
                  <a:pt x="2114" y="810"/>
                </a:lnTo>
                <a:lnTo>
                  <a:pt x="2115" y="810"/>
                </a:lnTo>
                <a:lnTo>
                  <a:pt x="2115" y="811"/>
                </a:lnTo>
                <a:lnTo>
                  <a:pt x="2116" y="811"/>
                </a:lnTo>
                <a:lnTo>
                  <a:pt x="2116" y="812"/>
                </a:lnTo>
                <a:lnTo>
                  <a:pt x="2117" y="812"/>
                </a:lnTo>
                <a:lnTo>
                  <a:pt x="2118" y="812"/>
                </a:lnTo>
                <a:lnTo>
                  <a:pt x="2118" y="811"/>
                </a:lnTo>
                <a:lnTo>
                  <a:pt x="2119" y="811"/>
                </a:lnTo>
                <a:lnTo>
                  <a:pt x="2120" y="811"/>
                </a:lnTo>
                <a:lnTo>
                  <a:pt x="2121" y="811"/>
                </a:lnTo>
                <a:lnTo>
                  <a:pt x="2121" y="812"/>
                </a:lnTo>
                <a:lnTo>
                  <a:pt x="2122" y="812"/>
                </a:lnTo>
                <a:lnTo>
                  <a:pt x="2123" y="812"/>
                </a:lnTo>
                <a:lnTo>
                  <a:pt x="2124" y="812"/>
                </a:lnTo>
                <a:lnTo>
                  <a:pt x="2125" y="812"/>
                </a:lnTo>
                <a:lnTo>
                  <a:pt x="2125" y="813"/>
                </a:lnTo>
                <a:lnTo>
                  <a:pt x="2126" y="813"/>
                </a:lnTo>
                <a:lnTo>
                  <a:pt x="2126" y="812"/>
                </a:lnTo>
                <a:lnTo>
                  <a:pt x="2127" y="812"/>
                </a:lnTo>
                <a:lnTo>
                  <a:pt x="2128" y="812"/>
                </a:lnTo>
                <a:lnTo>
                  <a:pt x="2128" y="813"/>
                </a:lnTo>
                <a:lnTo>
                  <a:pt x="2129" y="814"/>
                </a:lnTo>
                <a:lnTo>
                  <a:pt x="2130" y="814"/>
                </a:lnTo>
                <a:lnTo>
                  <a:pt x="2131" y="815"/>
                </a:lnTo>
                <a:lnTo>
                  <a:pt x="2131" y="816"/>
                </a:lnTo>
                <a:lnTo>
                  <a:pt x="2131" y="817"/>
                </a:lnTo>
                <a:lnTo>
                  <a:pt x="2132" y="817"/>
                </a:lnTo>
                <a:lnTo>
                  <a:pt x="2133" y="817"/>
                </a:lnTo>
                <a:lnTo>
                  <a:pt x="2133" y="816"/>
                </a:lnTo>
                <a:lnTo>
                  <a:pt x="2134" y="816"/>
                </a:lnTo>
                <a:lnTo>
                  <a:pt x="2135" y="816"/>
                </a:lnTo>
                <a:lnTo>
                  <a:pt x="2135" y="815"/>
                </a:lnTo>
                <a:lnTo>
                  <a:pt x="2136" y="815"/>
                </a:lnTo>
                <a:lnTo>
                  <a:pt x="2136" y="816"/>
                </a:lnTo>
                <a:lnTo>
                  <a:pt x="2136" y="815"/>
                </a:lnTo>
                <a:lnTo>
                  <a:pt x="2137" y="815"/>
                </a:lnTo>
                <a:lnTo>
                  <a:pt x="2138" y="815"/>
                </a:lnTo>
                <a:lnTo>
                  <a:pt x="2138" y="816"/>
                </a:lnTo>
                <a:lnTo>
                  <a:pt x="2139" y="817"/>
                </a:lnTo>
                <a:lnTo>
                  <a:pt x="2140" y="818"/>
                </a:lnTo>
                <a:lnTo>
                  <a:pt x="2141" y="819"/>
                </a:lnTo>
                <a:lnTo>
                  <a:pt x="2141" y="820"/>
                </a:lnTo>
                <a:lnTo>
                  <a:pt x="2142" y="820"/>
                </a:lnTo>
                <a:lnTo>
                  <a:pt x="2143" y="821"/>
                </a:lnTo>
                <a:lnTo>
                  <a:pt x="2144" y="822"/>
                </a:lnTo>
                <a:lnTo>
                  <a:pt x="2145" y="822"/>
                </a:lnTo>
                <a:lnTo>
                  <a:pt x="2145" y="823"/>
                </a:lnTo>
                <a:lnTo>
                  <a:pt x="2146" y="823"/>
                </a:lnTo>
                <a:lnTo>
                  <a:pt x="2146" y="824"/>
                </a:lnTo>
                <a:lnTo>
                  <a:pt x="2147" y="824"/>
                </a:lnTo>
                <a:lnTo>
                  <a:pt x="2147" y="825"/>
                </a:lnTo>
                <a:lnTo>
                  <a:pt x="2148" y="825"/>
                </a:lnTo>
                <a:lnTo>
                  <a:pt x="2149" y="825"/>
                </a:lnTo>
                <a:lnTo>
                  <a:pt x="2149" y="824"/>
                </a:lnTo>
                <a:lnTo>
                  <a:pt x="2149" y="823"/>
                </a:lnTo>
                <a:lnTo>
                  <a:pt x="2150" y="822"/>
                </a:lnTo>
                <a:lnTo>
                  <a:pt x="2150" y="821"/>
                </a:lnTo>
                <a:lnTo>
                  <a:pt x="2151" y="821"/>
                </a:lnTo>
                <a:lnTo>
                  <a:pt x="2152" y="821"/>
                </a:lnTo>
                <a:lnTo>
                  <a:pt x="2152" y="820"/>
                </a:lnTo>
                <a:lnTo>
                  <a:pt x="2152" y="819"/>
                </a:lnTo>
                <a:lnTo>
                  <a:pt x="2152" y="818"/>
                </a:lnTo>
                <a:lnTo>
                  <a:pt x="2153" y="818"/>
                </a:lnTo>
                <a:lnTo>
                  <a:pt x="2154" y="818"/>
                </a:lnTo>
                <a:lnTo>
                  <a:pt x="2154" y="817"/>
                </a:lnTo>
                <a:lnTo>
                  <a:pt x="2155" y="817"/>
                </a:lnTo>
                <a:lnTo>
                  <a:pt x="2155" y="818"/>
                </a:lnTo>
                <a:lnTo>
                  <a:pt x="2155" y="819"/>
                </a:lnTo>
                <a:lnTo>
                  <a:pt x="2156" y="819"/>
                </a:lnTo>
                <a:lnTo>
                  <a:pt x="2157" y="819"/>
                </a:lnTo>
                <a:lnTo>
                  <a:pt x="2158" y="818"/>
                </a:lnTo>
                <a:lnTo>
                  <a:pt x="2159" y="817"/>
                </a:lnTo>
                <a:lnTo>
                  <a:pt x="2159" y="816"/>
                </a:lnTo>
                <a:lnTo>
                  <a:pt x="2158" y="816"/>
                </a:lnTo>
                <a:lnTo>
                  <a:pt x="2159" y="816"/>
                </a:lnTo>
                <a:lnTo>
                  <a:pt x="2159" y="815"/>
                </a:lnTo>
                <a:lnTo>
                  <a:pt x="2159" y="816"/>
                </a:lnTo>
                <a:lnTo>
                  <a:pt x="2160" y="815"/>
                </a:lnTo>
                <a:lnTo>
                  <a:pt x="2161" y="815"/>
                </a:lnTo>
                <a:lnTo>
                  <a:pt x="2161" y="816"/>
                </a:lnTo>
                <a:lnTo>
                  <a:pt x="2162" y="816"/>
                </a:lnTo>
                <a:lnTo>
                  <a:pt x="2162" y="815"/>
                </a:lnTo>
                <a:lnTo>
                  <a:pt x="2163" y="815"/>
                </a:lnTo>
                <a:lnTo>
                  <a:pt x="2164" y="815"/>
                </a:lnTo>
                <a:lnTo>
                  <a:pt x="2164" y="814"/>
                </a:lnTo>
                <a:lnTo>
                  <a:pt x="2163" y="814"/>
                </a:lnTo>
                <a:lnTo>
                  <a:pt x="2163" y="813"/>
                </a:lnTo>
                <a:lnTo>
                  <a:pt x="2164" y="813"/>
                </a:lnTo>
                <a:lnTo>
                  <a:pt x="2165" y="813"/>
                </a:lnTo>
                <a:lnTo>
                  <a:pt x="2167" y="813"/>
                </a:lnTo>
                <a:lnTo>
                  <a:pt x="2168" y="813"/>
                </a:lnTo>
                <a:lnTo>
                  <a:pt x="2169" y="813"/>
                </a:lnTo>
                <a:lnTo>
                  <a:pt x="2169" y="814"/>
                </a:lnTo>
                <a:lnTo>
                  <a:pt x="2170" y="814"/>
                </a:lnTo>
                <a:lnTo>
                  <a:pt x="2171" y="814"/>
                </a:lnTo>
                <a:lnTo>
                  <a:pt x="2171" y="815"/>
                </a:lnTo>
                <a:lnTo>
                  <a:pt x="2171" y="816"/>
                </a:lnTo>
                <a:lnTo>
                  <a:pt x="2172" y="816"/>
                </a:lnTo>
                <a:lnTo>
                  <a:pt x="2172" y="817"/>
                </a:lnTo>
                <a:lnTo>
                  <a:pt x="2173" y="816"/>
                </a:lnTo>
                <a:lnTo>
                  <a:pt x="2173" y="817"/>
                </a:lnTo>
                <a:lnTo>
                  <a:pt x="2174" y="817"/>
                </a:lnTo>
                <a:lnTo>
                  <a:pt x="2175" y="818"/>
                </a:lnTo>
                <a:lnTo>
                  <a:pt x="2175" y="819"/>
                </a:lnTo>
                <a:lnTo>
                  <a:pt x="2175" y="820"/>
                </a:lnTo>
                <a:lnTo>
                  <a:pt x="2176" y="820"/>
                </a:lnTo>
                <a:lnTo>
                  <a:pt x="2176" y="821"/>
                </a:lnTo>
                <a:lnTo>
                  <a:pt x="2177" y="821"/>
                </a:lnTo>
                <a:lnTo>
                  <a:pt x="2178" y="822"/>
                </a:lnTo>
                <a:lnTo>
                  <a:pt x="2180" y="822"/>
                </a:lnTo>
                <a:lnTo>
                  <a:pt x="2181" y="822"/>
                </a:lnTo>
                <a:lnTo>
                  <a:pt x="2181" y="823"/>
                </a:lnTo>
                <a:lnTo>
                  <a:pt x="2182" y="823"/>
                </a:lnTo>
                <a:lnTo>
                  <a:pt x="2183" y="823"/>
                </a:lnTo>
                <a:lnTo>
                  <a:pt x="2183" y="824"/>
                </a:lnTo>
                <a:lnTo>
                  <a:pt x="2184" y="824"/>
                </a:lnTo>
                <a:lnTo>
                  <a:pt x="2185" y="824"/>
                </a:lnTo>
                <a:lnTo>
                  <a:pt x="2186" y="824"/>
                </a:lnTo>
                <a:lnTo>
                  <a:pt x="2187" y="825"/>
                </a:lnTo>
                <a:lnTo>
                  <a:pt x="2188" y="825"/>
                </a:lnTo>
                <a:lnTo>
                  <a:pt x="2189" y="826"/>
                </a:lnTo>
                <a:lnTo>
                  <a:pt x="2190" y="828"/>
                </a:lnTo>
                <a:lnTo>
                  <a:pt x="2191" y="828"/>
                </a:lnTo>
                <a:lnTo>
                  <a:pt x="2191" y="829"/>
                </a:lnTo>
                <a:lnTo>
                  <a:pt x="2192" y="829"/>
                </a:lnTo>
                <a:lnTo>
                  <a:pt x="2193" y="829"/>
                </a:lnTo>
                <a:lnTo>
                  <a:pt x="2194" y="829"/>
                </a:lnTo>
                <a:lnTo>
                  <a:pt x="2195" y="830"/>
                </a:lnTo>
                <a:lnTo>
                  <a:pt x="2196" y="830"/>
                </a:lnTo>
                <a:lnTo>
                  <a:pt x="2196" y="831"/>
                </a:lnTo>
                <a:lnTo>
                  <a:pt x="2196" y="832"/>
                </a:lnTo>
                <a:lnTo>
                  <a:pt x="2196" y="833"/>
                </a:lnTo>
                <a:lnTo>
                  <a:pt x="2197" y="833"/>
                </a:lnTo>
                <a:lnTo>
                  <a:pt x="2198" y="833"/>
                </a:lnTo>
                <a:lnTo>
                  <a:pt x="2199" y="833"/>
                </a:lnTo>
                <a:lnTo>
                  <a:pt x="2199" y="832"/>
                </a:lnTo>
                <a:lnTo>
                  <a:pt x="2201" y="832"/>
                </a:lnTo>
                <a:lnTo>
                  <a:pt x="2201" y="831"/>
                </a:lnTo>
                <a:lnTo>
                  <a:pt x="2202" y="830"/>
                </a:lnTo>
                <a:lnTo>
                  <a:pt x="2202" y="829"/>
                </a:lnTo>
                <a:lnTo>
                  <a:pt x="2203" y="829"/>
                </a:lnTo>
                <a:lnTo>
                  <a:pt x="2203" y="828"/>
                </a:lnTo>
                <a:lnTo>
                  <a:pt x="2204" y="828"/>
                </a:lnTo>
                <a:lnTo>
                  <a:pt x="2205" y="828"/>
                </a:lnTo>
                <a:lnTo>
                  <a:pt x="2205" y="827"/>
                </a:lnTo>
                <a:lnTo>
                  <a:pt x="2206" y="827"/>
                </a:lnTo>
                <a:lnTo>
                  <a:pt x="2206" y="826"/>
                </a:lnTo>
                <a:lnTo>
                  <a:pt x="2207" y="826"/>
                </a:lnTo>
                <a:lnTo>
                  <a:pt x="2208" y="826"/>
                </a:lnTo>
                <a:lnTo>
                  <a:pt x="2209" y="826"/>
                </a:lnTo>
                <a:lnTo>
                  <a:pt x="2209" y="827"/>
                </a:lnTo>
                <a:lnTo>
                  <a:pt x="2210" y="827"/>
                </a:lnTo>
                <a:lnTo>
                  <a:pt x="2210" y="828"/>
                </a:lnTo>
                <a:lnTo>
                  <a:pt x="2211" y="828"/>
                </a:lnTo>
                <a:lnTo>
                  <a:pt x="2212" y="828"/>
                </a:lnTo>
                <a:lnTo>
                  <a:pt x="2213" y="828"/>
                </a:lnTo>
                <a:lnTo>
                  <a:pt x="2213" y="829"/>
                </a:lnTo>
                <a:lnTo>
                  <a:pt x="2214" y="829"/>
                </a:lnTo>
                <a:lnTo>
                  <a:pt x="2214" y="828"/>
                </a:lnTo>
                <a:lnTo>
                  <a:pt x="2215" y="828"/>
                </a:lnTo>
                <a:lnTo>
                  <a:pt x="2215" y="829"/>
                </a:lnTo>
                <a:lnTo>
                  <a:pt x="2216" y="830"/>
                </a:lnTo>
                <a:lnTo>
                  <a:pt x="2216" y="831"/>
                </a:lnTo>
                <a:lnTo>
                  <a:pt x="2216" y="832"/>
                </a:lnTo>
                <a:lnTo>
                  <a:pt x="2217" y="832"/>
                </a:lnTo>
                <a:lnTo>
                  <a:pt x="2218" y="832"/>
                </a:lnTo>
                <a:lnTo>
                  <a:pt x="2218" y="833"/>
                </a:lnTo>
                <a:lnTo>
                  <a:pt x="2218" y="834"/>
                </a:lnTo>
                <a:lnTo>
                  <a:pt x="2218" y="835"/>
                </a:lnTo>
                <a:lnTo>
                  <a:pt x="2217" y="835"/>
                </a:lnTo>
                <a:lnTo>
                  <a:pt x="2217" y="837"/>
                </a:lnTo>
                <a:lnTo>
                  <a:pt x="2218" y="837"/>
                </a:lnTo>
                <a:lnTo>
                  <a:pt x="2218" y="838"/>
                </a:lnTo>
                <a:lnTo>
                  <a:pt x="2218" y="839"/>
                </a:lnTo>
                <a:lnTo>
                  <a:pt x="2218" y="840"/>
                </a:lnTo>
                <a:lnTo>
                  <a:pt x="2219" y="840"/>
                </a:lnTo>
                <a:lnTo>
                  <a:pt x="2220" y="840"/>
                </a:lnTo>
                <a:lnTo>
                  <a:pt x="2221" y="841"/>
                </a:lnTo>
                <a:lnTo>
                  <a:pt x="2221" y="842"/>
                </a:lnTo>
                <a:lnTo>
                  <a:pt x="2222" y="843"/>
                </a:lnTo>
                <a:lnTo>
                  <a:pt x="2223" y="843"/>
                </a:lnTo>
                <a:lnTo>
                  <a:pt x="2226" y="844"/>
                </a:lnTo>
                <a:lnTo>
                  <a:pt x="2226" y="845"/>
                </a:lnTo>
                <a:lnTo>
                  <a:pt x="2227" y="845"/>
                </a:lnTo>
                <a:lnTo>
                  <a:pt x="2228" y="846"/>
                </a:lnTo>
                <a:lnTo>
                  <a:pt x="2229" y="847"/>
                </a:lnTo>
                <a:lnTo>
                  <a:pt x="2230" y="847"/>
                </a:lnTo>
                <a:lnTo>
                  <a:pt x="2230" y="848"/>
                </a:lnTo>
                <a:lnTo>
                  <a:pt x="2231" y="849"/>
                </a:lnTo>
                <a:lnTo>
                  <a:pt x="2232" y="849"/>
                </a:lnTo>
                <a:lnTo>
                  <a:pt x="2233" y="849"/>
                </a:lnTo>
                <a:lnTo>
                  <a:pt x="2233" y="850"/>
                </a:lnTo>
                <a:lnTo>
                  <a:pt x="2234" y="850"/>
                </a:lnTo>
                <a:lnTo>
                  <a:pt x="2234" y="851"/>
                </a:lnTo>
                <a:lnTo>
                  <a:pt x="2234" y="852"/>
                </a:lnTo>
                <a:lnTo>
                  <a:pt x="2235" y="853"/>
                </a:lnTo>
                <a:lnTo>
                  <a:pt x="2236" y="854"/>
                </a:lnTo>
                <a:lnTo>
                  <a:pt x="2237" y="855"/>
                </a:lnTo>
                <a:lnTo>
                  <a:pt x="2240" y="856"/>
                </a:lnTo>
                <a:lnTo>
                  <a:pt x="2241" y="857"/>
                </a:lnTo>
                <a:lnTo>
                  <a:pt x="2242" y="857"/>
                </a:lnTo>
                <a:lnTo>
                  <a:pt x="2243" y="857"/>
                </a:lnTo>
                <a:lnTo>
                  <a:pt x="2243" y="858"/>
                </a:lnTo>
                <a:lnTo>
                  <a:pt x="2244" y="858"/>
                </a:lnTo>
                <a:lnTo>
                  <a:pt x="2244" y="859"/>
                </a:lnTo>
                <a:lnTo>
                  <a:pt x="2244" y="860"/>
                </a:lnTo>
                <a:lnTo>
                  <a:pt x="2246" y="861"/>
                </a:lnTo>
                <a:lnTo>
                  <a:pt x="2247" y="861"/>
                </a:lnTo>
                <a:lnTo>
                  <a:pt x="2247" y="860"/>
                </a:lnTo>
                <a:lnTo>
                  <a:pt x="2247" y="861"/>
                </a:lnTo>
                <a:lnTo>
                  <a:pt x="2248" y="861"/>
                </a:lnTo>
                <a:lnTo>
                  <a:pt x="2248" y="862"/>
                </a:lnTo>
                <a:lnTo>
                  <a:pt x="2249" y="863"/>
                </a:lnTo>
                <a:lnTo>
                  <a:pt x="2250" y="864"/>
                </a:lnTo>
                <a:lnTo>
                  <a:pt x="2251" y="865"/>
                </a:lnTo>
                <a:lnTo>
                  <a:pt x="2252" y="866"/>
                </a:lnTo>
                <a:lnTo>
                  <a:pt x="2254" y="867"/>
                </a:lnTo>
                <a:lnTo>
                  <a:pt x="2255" y="867"/>
                </a:lnTo>
                <a:lnTo>
                  <a:pt x="2255" y="866"/>
                </a:lnTo>
                <a:lnTo>
                  <a:pt x="2257" y="865"/>
                </a:lnTo>
                <a:lnTo>
                  <a:pt x="2258" y="865"/>
                </a:lnTo>
                <a:lnTo>
                  <a:pt x="2259" y="866"/>
                </a:lnTo>
                <a:lnTo>
                  <a:pt x="2259" y="867"/>
                </a:lnTo>
                <a:lnTo>
                  <a:pt x="2260" y="867"/>
                </a:lnTo>
                <a:lnTo>
                  <a:pt x="2260" y="866"/>
                </a:lnTo>
                <a:lnTo>
                  <a:pt x="2261" y="866"/>
                </a:lnTo>
                <a:lnTo>
                  <a:pt x="2261" y="867"/>
                </a:lnTo>
                <a:lnTo>
                  <a:pt x="2261" y="868"/>
                </a:lnTo>
                <a:lnTo>
                  <a:pt x="2262" y="869"/>
                </a:lnTo>
                <a:lnTo>
                  <a:pt x="2262" y="870"/>
                </a:lnTo>
                <a:lnTo>
                  <a:pt x="2262" y="871"/>
                </a:lnTo>
                <a:lnTo>
                  <a:pt x="2262" y="872"/>
                </a:lnTo>
                <a:lnTo>
                  <a:pt x="2263" y="873"/>
                </a:lnTo>
                <a:lnTo>
                  <a:pt x="2264" y="873"/>
                </a:lnTo>
                <a:lnTo>
                  <a:pt x="2264" y="875"/>
                </a:lnTo>
                <a:lnTo>
                  <a:pt x="2264" y="876"/>
                </a:lnTo>
                <a:lnTo>
                  <a:pt x="2263" y="876"/>
                </a:lnTo>
                <a:lnTo>
                  <a:pt x="2264" y="876"/>
                </a:lnTo>
                <a:lnTo>
                  <a:pt x="2264" y="877"/>
                </a:lnTo>
                <a:lnTo>
                  <a:pt x="2266" y="876"/>
                </a:lnTo>
                <a:lnTo>
                  <a:pt x="2267" y="876"/>
                </a:lnTo>
                <a:lnTo>
                  <a:pt x="2268" y="876"/>
                </a:lnTo>
                <a:lnTo>
                  <a:pt x="2268" y="877"/>
                </a:lnTo>
                <a:lnTo>
                  <a:pt x="2269" y="877"/>
                </a:lnTo>
                <a:lnTo>
                  <a:pt x="2269" y="876"/>
                </a:lnTo>
                <a:lnTo>
                  <a:pt x="2270" y="876"/>
                </a:lnTo>
                <a:lnTo>
                  <a:pt x="2270" y="877"/>
                </a:lnTo>
                <a:lnTo>
                  <a:pt x="2270" y="879"/>
                </a:lnTo>
                <a:lnTo>
                  <a:pt x="2270" y="880"/>
                </a:lnTo>
                <a:lnTo>
                  <a:pt x="2269" y="880"/>
                </a:lnTo>
                <a:lnTo>
                  <a:pt x="2269" y="881"/>
                </a:lnTo>
                <a:lnTo>
                  <a:pt x="2270" y="882"/>
                </a:lnTo>
                <a:lnTo>
                  <a:pt x="2270" y="883"/>
                </a:lnTo>
                <a:lnTo>
                  <a:pt x="2270" y="884"/>
                </a:lnTo>
                <a:lnTo>
                  <a:pt x="2271" y="884"/>
                </a:lnTo>
                <a:lnTo>
                  <a:pt x="2272" y="884"/>
                </a:lnTo>
                <a:lnTo>
                  <a:pt x="2273" y="884"/>
                </a:lnTo>
                <a:lnTo>
                  <a:pt x="2273" y="885"/>
                </a:lnTo>
                <a:lnTo>
                  <a:pt x="2274" y="886"/>
                </a:lnTo>
                <a:lnTo>
                  <a:pt x="2274" y="887"/>
                </a:lnTo>
                <a:lnTo>
                  <a:pt x="2274" y="888"/>
                </a:lnTo>
                <a:lnTo>
                  <a:pt x="2275" y="888"/>
                </a:lnTo>
                <a:lnTo>
                  <a:pt x="2275" y="889"/>
                </a:lnTo>
                <a:lnTo>
                  <a:pt x="2275" y="890"/>
                </a:lnTo>
                <a:lnTo>
                  <a:pt x="2275" y="892"/>
                </a:lnTo>
                <a:lnTo>
                  <a:pt x="2276" y="892"/>
                </a:lnTo>
                <a:lnTo>
                  <a:pt x="2277" y="893"/>
                </a:lnTo>
                <a:lnTo>
                  <a:pt x="2277" y="894"/>
                </a:lnTo>
                <a:lnTo>
                  <a:pt x="2277" y="895"/>
                </a:lnTo>
                <a:lnTo>
                  <a:pt x="2278" y="896"/>
                </a:lnTo>
                <a:lnTo>
                  <a:pt x="2279" y="896"/>
                </a:lnTo>
                <a:lnTo>
                  <a:pt x="2280" y="896"/>
                </a:lnTo>
                <a:lnTo>
                  <a:pt x="2281" y="896"/>
                </a:lnTo>
                <a:lnTo>
                  <a:pt x="2282" y="895"/>
                </a:lnTo>
                <a:lnTo>
                  <a:pt x="2283" y="895"/>
                </a:lnTo>
                <a:lnTo>
                  <a:pt x="2284" y="895"/>
                </a:lnTo>
                <a:lnTo>
                  <a:pt x="2284" y="894"/>
                </a:lnTo>
                <a:lnTo>
                  <a:pt x="2285" y="893"/>
                </a:lnTo>
                <a:lnTo>
                  <a:pt x="2286" y="894"/>
                </a:lnTo>
                <a:lnTo>
                  <a:pt x="2287" y="894"/>
                </a:lnTo>
                <a:lnTo>
                  <a:pt x="2287" y="895"/>
                </a:lnTo>
                <a:lnTo>
                  <a:pt x="2288" y="895"/>
                </a:lnTo>
                <a:lnTo>
                  <a:pt x="2289" y="895"/>
                </a:lnTo>
                <a:lnTo>
                  <a:pt x="2290" y="895"/>
                </a:lnTo>
                <a:lnTo>
                  <a:pt x="2290" y="893"/>
                </a:lnTo>
                <a:lnTo>
                  <a:pt x="2290" y="892"/>
                </a:lnTo>
                <a:lnTo>
                  <a:pt x="2290" y="891"/>
                </a:lnTo>
                <a:lnTo>
                  <a:pt x="2291" y="890"/>
                </a:lnTo>
                <a:lnTo>
                  <a:pt x="2292" y="890"/>
                </a:lnTo>
                <a:lnTo>
                  <a:pt x="2292" y="889"/>
                </a:lnTo>
                <a:lnTo>
                  <a:pt x="2293" y="889"/>
                </a:lnTo>
                <a:lnTo>
                  <a:pt x="2293" y="890"/>
                </a:lnTo>
                <a:lnTo>
                  <a:pt x="2294" y="890"/>
                </a:lnTo>
                <a:lnTo>
                  <a:pt x="2295" y="890"/>
                </a:lnTo>
                <a:lnTo>
                  <a:pt x="2296" y="890"/>
                </a:lnTo>
                <a:lnTo>
                  <a:pt x="2297" y="890"/>
                </a:lnTo>
                <a:lnTo>
                  <a:pt x="2298" y="890"/>
                </a:lnTo>
                <a:lnTo>
                  <a:pt x="2299" y="890"/>
                </a:lnTo>
                <a:lnTo>
                  <a:pt x="2301" y="891"/>
                </a:lnTo>
                <a:lnTo>
                  <a:pt x="2302" y="891"/>
                </a:lnTo>
                <a:lnTo>
                  <a:pt x="2303" y="891"/>
                </a:lnTo>
                <a:lnTo>
                  <a:pt x="2305" y="890"/>
                </a:lnTo>
                <a:lnTo>
                  <a:pt x="2306" y="889"/>
                </a:lnTo>
                <a:lnTo>
                  <a:pt x="2306" y="888"/>
                </a:lnTo>
                <a:lnTo>
                  <a:pt x="2306" y="887"/>
                </a:lnTo>
                <a:lnTo>
                  <a:pt x="2307" y="887"/>
                </a:lnTo>
                <a:lnTo>
                  <a:pt x="2308" y="887"/>
                </a:lnTo>
                <a:lnTo>
                  <a:pt x="2310" y="886"/>
                </a:lnTo>
                <a:lnTo>
                  <a:pt x="2311" y="886"/>
                </a:lnTo>
                <a:lnTo>
                  <a:pt x="2312" y="887"/>
                </a:lnTo>
                <a:lnTo>
                  <a:pt x="2312" y="888"/>
                </a:lnTo>
                <a:lnTo>
                  <a:pt x="2312" y="889"/>
                </a:lnTo>
                <a:lnTo>
                  <a:pt x="2313" y="889"/>
                </a:lnTo>
                <a:lnTo>
                  <a:pt x="2314" y="890"/>
                </a:lnTo>
                <a:lnTo>
                  <a:pt x="2315" y="890"/>
                </a:lnTo>
                <a:lnTo>
                  <a:pt x="2316" y="890"/>
                </a:lnTo>
                <a:lnTo>
                  <a:pt x="2318" y="891"/>
                </a:lnTo>
                <a:lnTo>
                  <a:pt x="2319" y="891"/>
                </a:lnTo>
                <a:lnTo>
                  <a:pt x="2320" y="892"/>
                </a:lnTo>
                <a:lnTo>
                  <a:pt x="2320" y="893"/>
                </a:lnTo>
                <a:lnTo>
                  <a:pt x="2320" y="894"/>
                </a:lnTo>
                <a:lnTo>
                  <a:pt x="2321" y="894"/>
                </a:lnTo>
                <a:lnTo>
                  <a:pt x="2322" y="896"/>
                </a:lnTo>
                <a:lnTo>
                  <a:pt x="2323" y="897"/>
                </a:lnTo>
                <a:lnTo>
                  <a:pt x="2324" y="897"/>
                </a:lnTo>
                <a:lnTo>
                  <a:pt x="2324" y="898"/>
                </a:lnTo>
                <a:lnTo>
                  <a:pt x="2324" y="899"/>
                </a:lnTo>
                <a:lnTo>
                  <a:pt x="2323" y="900"/>
                </a:lnTo>
                <a:lnTo>
                  <a:pt x="2323" y="901"/>
                </a:lnTo>
                <a:lnTo>
                  <a:pt x="2322" y="901"/>
                </a:lnTo>
                <a:lnTo>
                  <a:pt x="2321" y="901"/>
                </a:lnTo>
                <a:lnTo>
                  <a:pt x="2321" y="902"/>
                </a:lnTo>
                <a:lnTo>
                  <a:pt x="2319" y="904"/>
                </a:lnTo>
                <a:lnTo>
                  <a:pt x="2318" y="904"/>
                </a:lnTo>
                <a:lnTo>
                  <a:pt x="2317" y="904"/>
                </a:lnTo>
                <a:lnTo>
                  <a:pt x="2318" y="905"/>
                </a:lnTo>
                <a:lnTo>
                  <a:pt x="2318" y="906"/>
                </a:lnTo>
                <a:lnTo>
                  <a:pt x="2319" y="906"/>
                </a:lnTo>
                <a:lnTo>
                  <a:pt x="2319" y="908"/>
                </a:lnTo>
                <a:lnTo>
                  <a:pt x="2320" y="908"/>
                </a:lnTo>
                <a:lnTo>
                  <a:pt x="2319" y="909"/>
                </a:lnTo>
                <a:lnTo>
                  <a:pt x="2319" y="910"/>
                </a:lnTo>
                <a:lnTo>
                  <a:pt x="2318" y="910"/>
                </a:lnTo>
                <a:lnTo>
                  <a:pt x="2318" y="911"/>
                </a:lnTo>
                <a:lnTo>
                  <a:pt x="2318" y="912"/>
                </a:lnTo>
                <a:lnTo>
                  <a:pt x="2318" y="913"/>
                </a:lnTo>
                <a:lnTo>
                  <a:pt x="2317" y="914"/>
                </a:lnTo>
                <a:lnTo>
                  <a:pt x="2317" y="915"/>
                </a:lnTo>
                <a:lnTo>
                  <a:pt x="2318" y="916"/>
                </a:lnTo>
                <a:lnTo>
                  <a:pt x="2319" y="917"/>
                </a:lnTo>
                <a:lnTo>
                  <a:pt x="2319" y="918"/>
                </a:lnTo>
                <a:lnTo>
                  <a:pt x="2319" y="919"/>
                </a:lnTo>
                <a:lnTo>
                  <a:pt x="2320" y="919"/>
                </a:lnTo>
                <a:lnTo>
                  <a:pt x="2322" y="919"/>
                </a:lnTo>
                <a:lnTo>
                  <a:pt x="2323" y="920"/>
                </a:lnTo>
                <a:lnTo>
                  <a:pt x="2324" y="921"/>
                </a:lnTo>
                <a:lnTo>
                  <a:pt x="2325" y="922"/>
                </a:lnTo>
                <a:lnTo>
                  <a:pt x="2326" y="922"/>
                </a:lnTo>
                <a:lnTo>
                  <a:pt x="2327" y="923"/>
                </a:lnTo>
                <a:lnTo>
                  <a:pt x="2328" y="922"/>
                </a:lnTo>
                <a:lnTo>
                  <a:pt x="2328" y="921"/>
                </a:lnTo>
                <a:lnTo>
                  <a:pt x="2329" y="921"/>
                </a:lnTo>
                <a:lnTo>
                  <a:pt x="2330" y="921"/>
                </a:lnTo>
                <a:lnTo>
                  <a:pt x="2331" y="921"/>
                </a:lnTo>
                <a:lnTo>
                  <a:pt x="2332" y="921"/>
                </a:lnTo>
                <a:lnTo>
                  <a:pt x="2332" y="919"/>
                </a:lnTo>
                <a:lnTo>
                  <a:pt x="2333" y="919"/>
                </a:lnTo>
                <a:lnTo>
                  <a:pt x="2333" y="918"/>
                </a:lnTo>
                <a:lnTo>
                  <a:pt x="2334" y="917"/>
                </a:lnTo>
                <a:lnTo>
                  <a:pt x="2335" y="917"/>
                </a:lnTo>
                <a:lnTo>
                  <a:pt x="2337" y="918"/>
                </a:lnTo>
                <a:lnTo>
                  <a:pt x="2338" y="918"/>
                </a:lnTo>
                <a:lnTo>
                  <a:pt x="2339" y="919"/>
                </a:lnTo>
                <a:lnTo>
                  <a:pt x="2339" y="920"/>
                </a:lnTo>
                <a:lnTo>
                  <a:pt x="2339" y="921"/>
                </a:lnTo>
                <a:lnTo>
                  <a:pt x="2340" y="921"/>
                </a:lnTo>
                <a:lnTo>
                  <a:pt x="2342" y="920"/>
                </a:lnTo>
                <a:lnTo>
                  <a:pt x="2343" y="920"/>
                </a:lnTo>
                <a:lnTo>
                  <a:pt x="2343" y="919"/>
                </a:lnTo>
                <a:lnTo>
                  <a:pt x="2343" y="918"/>
                </a:lnTo>
                <a:lnTo>
                  <a:pt x="2343" y="917"/>
                </a:lnTo>
                <a:lnTo>
                  <a:pt x="2343" y="916"/>
                </a:lnTo>
                <a:lnTo>
                  <a:pt x="2346" y="917"/>
                </a:lnTo>
                <a:lnTo>
                  <a:pt x="2347" y="918"/>
                </a:lnTo>
                <a:lnTo>
                  <a:pt x="2348" y="919"/>
                </a:lnTo>
                <a:lnTo>
                  <a:pt x="2350" y="920"/>
                </a:lnTo>
                <a:lnTo>
                  <a:pt x="2351" y="920"/>
                </a:lnTo>
                <a:lnTo>
                  <a:pt x="2352" y="921"/>
                </a:lnTo>
                <a:lnTo>
                  <a:pt x="2353" y="921"/>
                </a:lnTo>
                <a:lnTo>
                  <a:pt x="2353" y="920"/>
                </a:lnTo>
                <a:lnTo>
                  <a:pt x="2354" y="919"/>
                </a:lnTo>
                <a:lnTo>
                  <a:pt x="2356" y="918"/>
                </a:lnTo>
                <a:lnTo>
                  <a:pt x="2357" y="918"/>
                </a:lnTo>
                <a:lnTo>
                  <a:pt x="2358" y="918"/>
                </a:lnTo>
                <a:lnTo>
                  <a:pt x="2359" y="918"/>
                </a:lnTo>
                <a:lnTo>
                  <a:pt x="2360" y="918"/>
                </a:lnTo>
                <a:lnTo>
                  <a:pt x="2361" y="918"/>
                </a:lnTo>
                <a:lnTo>
                  <a:pt x="2361" y="919"/>
                </a:lnTo>
                <a:lnTo>
                  <a:pt x="2361" y="920"/>
                </a:lnTo>
                <a:lnTo>
                  <a:pt x="2362" y="920"/>
                </a:lnTo>
                <a:lnTo>
                  <a:pt x="2362" y="921"/>
                </a:lnTo>
                <a:lnTo>
                  <a:pt x="2363" y="921"/>
                </a:lnTo>
                <a:lnTo>
                  <a:pt x="2364" y="922"/>
                </a:lnTo>
                <a:lnTo>
                  <a:pt x="2364" y="923"/>
                </a:lnTo>
                <a:lnTo>
                  <a:pt x="2365" y="923"/>
                </a:lnTo>
                <a:lnTo>
                  <a:pt x="2366" y="923"/>
                </a:lnTo>
                <a:lnTo>
                  <a:pt x="2367" y="923"/>
                </a:lnTo>
                <a:lnTo>
                  <a:pt x="2367" y="924"/>
                </a:lnTo>
                <a:lnTo>
                  <a:pt x="2368" y="924"/>
                </a:lnTo>
                <a:lnTo>
                  <a:pt x="2368" y="923"/>
                </a:lnTo>
                <a:lnTo>
                  <a:pt x="2370" y="924"/>
                </a:lnTo>
                <a:lnTo>
                  <a:pt x="2371" y="925"/>
                </a:lnTo>
                <a:lnTo>
                  <a:pt x="2371" y="926"/>
                </a:lnTo>
                <a:lnTo>
                  <a:pt x="2372" y="926"/>
                </a:lnTo>
                <a:lnTo>
                  <a:pt x="2372" y="925"/>
                </a:lnTo>
                <a:lnTo>
                  <a:pt x="2373" y="925"/>
                </a:lnTo>
                <a:lnTo>
                  <a:pt x="2374" y="925"/>
                </a:lnTo>
                <a:lnTo>
                  <a:pt x="2375" y="925"/>
                </a:lnTo>
                <a:lnTo>
                  <a:pt x="2375" y="926"/>
                </a:lnTo>
                <a:lnTo>
                  <a:pt x="2376" y="926"/>
                </a:lnTo>
                <a:lnTo>
                  <a:pt x="2376" y="927"/>
                </a:lnTo>
                <a:lnTo>
                  <a:pt x="2377" y="927"/>
                </a:lnTo>
                <a:lnTo>
                  <a:pt x="2378" y="927"/>
                </a:lnTo>
                <a:lnTo>
                  <a:pt x="2379" y="927"/>
                </a:lnTo>
                <a:lnTo>
                  <a:pt x="2379" y="926"/>
                </a:lnTo>
                <a:lnTo>
                  <a:pt x="2379" y="925"/>
                </a:lnTo>
                <a:lnTo>
                  <a:pt x="2380" y="925"/>
                </a:lnTo>
                <a:lnTo>
                  <a:pt x="2381" y="925"/>
                </a:lnTo>
                <a:lnTo>
                  <a:pt x="2381" y="926"/>
                </a:lnTo>
                <a:lnTo>
                  <a:pt x="2382" y="927"/>
                </a:lnTo>
                <a:lnTo>
                  <a:pt x="2383" y="927"/>
                </a:lnTo>
                <a:lnTo>
                  <a:pt x="2383" y="926"/>
                </a:lnTo>
                <a:lnTo>
                  <a:pt x="2383" y="925"/>
                </a:lnTo>
                <a:lnTo>
                  <a:pt x="2384" y="925"/>
                </a:lnTo>
                <a:lnTo>
                  <a:pt x="2384" y="926"/>
                </a:lnTo>
                <a:lnTo>
                  <a:pt x="2384" y="927"/>
                </a:lnTo>
                <a:lnTo>
                  <a:pt x="2384" y="928"/>
                </a:lnTo>
                <a:lnTo>
                  <a:pt x="2385" y="929"/>
                </a:lnTo>
                <a:lnTo>
                  <a:pt x="2386" y="929"/>
                </a:lnTo>
                <a:lnTo>
                  <a:pt x="2387" y="928"/>
                </a:lnTo>
                <a:lnTo>
                  <a:pt x="2388" y="928"/>
                </a:lnTo>
                <a:lnTo>
                  <a:pt x="2389" y="929"/>
                </a:lnTo>
                <a:lnTo>
                  <a:pt x="2388" y="930"/>
                </a:lnTo>
                <a:lnTo>
                  <a:pt x="2389" y="931"/>
                </a:lnTo>
                <a:lnTo>
                  <a:pt x="2390" y="931"/>
                </a:lnTo>
                <a:lnTo>
                  <a:pt x="2391" y="931"/>
                </a:lnTo>
                <a:lnTo>
                  <a:pt x="2392" y="931"/>
                </a:lnTo>
                <a:lnTo>
                  <a:pt x="2393" y="930"/>
                </a:lnTo>
                <a:lnTo>
                  <a:pt x="2394" y="929"/>
                </a:lnTo>
                <a:lnTo>
                  <a:pt x="2395" y="929"/>
                </a:lnTo>
                <a:lnTo>
                  <a:pt x="2397" y="927"/>
                </a:lnTo>
                <a:lnTo>
                  <a:pt x="2397" y="926"/>
                </a:lnTo>
                <a:lnTo>
                  <a:pt x="2397" y="925"/>
                </a:lnTo>
                <a:lnTo>
                  <a:pt x="2398" y="924"/>
                </a:lnTo>
                <a:lnTo>
                  <a:pt x="2399" y="923"/>
                </a:lnTo>
                <a:lnTo>
                  <a:pt x="2400" y="923"/>
                </a:lnTo>
                <a:lnTo>
                  <a:pt x="2402" y="925"/>
                </a:lnTo>
                <a:lnTo>
                  <a:pt x="2403" y="925"/>
                </a:lnTo>
                <a:lnTo>
                  <a:pt x="2403" y="926"/>
                </a:lnTo>
                <a:lnTo>
                  <a:pt x="2404" y="926"/>
                </a:lnTo>
                <a:lnTo>
                  <a:pt x="2404" y="927"/>
                </a:lnTo>
                <a:lnTo>
                  <a:pt x="2405" y="927"/>
                </a:lnTo>
                <a:lnTo>
                  <a:pt x="2407" y="927"/>
                </a:lnTo>
                <a:lnTo>
                  <a:pt x="2407" y="928"/>
                </a:lnTo>
                <a:lnTo>
                  <a:pt x="2408" y="929"/>
                </a:lnTo>
                <a:lnTo>
                  <a:pt x="2409" y="928"/>
                </a:lnTo>
                <a:lnTo>
                  <a:pt x="2410" y="928"/>
                </a:lnTo>
                <a:lnTo>
                  <a:pt x="2410" y="929"/>
                </a:lnTo>
                <a:lnTo>
                  <a:pt x="2411" y="931"/>
                </a:lnTo>
                <a:lnTo>
                  <a:pt x="2412" y="932"/>
                </a:lnTo>
                <a:lnTo>
                  <a:pt x="2413" y="933"/>
                </a:lnTo>
                <a:lnTo>
                  <a:pt x="2414" y="933"/>
                </a:lnTo>
                <a:lnTo>
                  <a:pt x="2414" y="934"/>
                </a:lnTo>
                <a:lnTo>
                  <a:pt x="2415" y="934"/>
                </a:lnTo>
                <a:lnTo>
                  <a:pt x="2416" y="933"/>
                </a:lnTo>
                <a:lnTo>
                  <a:pt x="2417" y="933"/>
                </a:lnTo>
                <a:lnTo>
                  <a:pt x="2419" y="933"/>
                </a:lnTo>
                <a:lnTo>
                  <a:pt x="2421" y="933"/>
                </a:lnTo>
                <a:lnTo>
                  <a:pt x="2422" y="933"/>
                </a:lnTo>
                <a:lnTo>
                  <a:pt x="2422" y="934"/>
                </a:lnTo>
                <a:lnTo>
                  <a:pt x="2422" y="935"/>
                </a:lnTo>
                <a:lnTo>
                  <a:pt x="2424" y="937"/>
                </a:lnTo>
                <a:lnTo>
                  <a:pt x="2425" y="937"/>
                </a:lnTo>
                <a:lnTo>
                  <a:pt x="2426" y="938"/>
                </a:lnTo>
                <a:lnTo>
                  <a:pt x="2427" y="939"/>
                </a:lnTo>
                <a:lnTo>
                  <a:pt x="2427" y="940"/>
                </a:lnTo>
                <a:lnTo>
                  <a:pt x="2429" y="941"/>
                </a:lnTo>
                <a:lnTo>
                  <a:pt x="2429" y="939"/>
                </a:lnTo>
                <a:lnTo>
                  <a:pt x="2430" y="938"/>
                </a:lnTo>
                <a:lnTo>
                  <a:pt x="2430" y="939"/>
                </a:lnTo>
                <a:lnTo>
                  <a:pt x="2431" y="939"/>
                </a:lnTo>
                <a:lnTo>
                  <a:pt x="2432" y="939"/>
                </a:lnTo>
                <a:lnTo>
                  <a:pt x="2432" y="938"/>
                </a:lnTo>
                <a:lnTo>
                  <a:pt x="2433" y="938"/>
                </a:lnTo>
                <a:lnTo>
                  <a:pt x="2434" y="938"/>
                </a:lnTo>
                <a:lnTo>
                  <a:pt x="2434" y="939"/>
                </a:lnTo>
                <a:lnTo>
                  <a:pt x="2435" y="939"/>
                </a:lnTo>
                <a:lnTo>
                  <a:pt x="2436" y="940"/>
                </a:lnTo>
                <a:lnTo>
                  <a:pt x="2436" y="939"/>
                </a:lnTo>
                <a:lnTo>
                  <a:pt x="2437" y="939"/>
                </a:lnTo>
                <a:lnTo>
                  <a:pt x="2438" y="939"/>
                </a:lnTo>
                <a:lnTo>
                  <a:pt x="2439" y="938"/>
                </a:lnTo>
                <a:lnTo>
                  <a:pt x="2439" y="937"/>
                </a:lnTo>
                <a:lnTo>
                  <a:pt x="2440" y="937"/>
                </a:lnTo>
                <a:lnTo>
                  <a:pt x="2441" y="938"/>
                </a:lnTo>
                <a:lnTo>
                  <a:pt x="2442" y="939"/>
                </a:lnTo>
                <a:lnTo>
                  <a:pt x="2443" y="938"/>
                </a:lnTo>
                <a:lnTo>
                  <a:pt x="2444" y="938"/>
                </a:lnTo>
                <a:lnTo>
                  <a:pt x="2444" y="939"/>
                </a:lnTo>
                <a:lnTo>
                  <a:pt x="2445" y="939"/>
                </a:lnTo>
                <a:lnTo>
                  <a:pt x="2445" y="938"/>
                </a:lnTo>
                <a:lnTo>
                  <a:pt x="2446" y="938"/>
                </a:lnTo>
                <a:lnTo>
                  <a:pt x="2447" y="938"/>
                </a:lnTo>
                <a:lnTo>
                  <a:pt x="2448" y="938"/>
                </a:lnTo>
                <a:lnTo>
                  <a:pt x="2448" y="937"/>
                </a:lnTo>
                <a:lnTo>
                  <a:pt x="2449" y="936"/>
                </a:lnTo>
                <a:lnTo>
                  <a:pt x="2449" y="935"/>
                </a:lnTo>
                <a:lnTo>
                  <a:pt x="2450" y="935"/>
                </a:lnTo>
                <a:lnTo>
                  <a:pt x="2451" y="934"/>
                </a:lnTo>
                <a:lnTo>
                  <a:pt x="2452" y="934"/>
                </a:lnTo>
                <a:lnTo>
                  <a:pt x="2453" y="935"/>
                </a:lnTo>
                <a:lnTo>
                  <a:pt x="2454" y="935"/>
                </a:lnTo>
                <a:lnTo>
                  <a:pt x="2454" y="936"/>
                </a:lnTo>
                <a:lnTo>
                  <a:pt x="2454" y="937"/>
                </a:lnTo>
                <a:lnTo>
                  <a:pt x="2454" y="940"/>
                </a:lnTo>
                <a:lnTo>
                  <a:pt x="2454" y="941"/>
                </a:lnTo>
                <a:lnTo>
                  <a:pt x="2454" y="942"/>
                </a:lnTo>
                <a:lnTo>
                  <a:pt x="2454" y="943"/>
                </a:lnTo>
                <a:lnTo>
                  <a:pt x="2456" y="944"/>
                </a:lnTo>
                <a:lnTo>
                  <a:pt x="2457" y="944"/>
                </a:lnTo>
                <a:lnTo>
                  <a:pt x="2458" y="944"/>
                </a:lnTo>
                <a:lnTo>
                  <a:pt x="2458" y="945"/>
                </a:lnTo>
                <a:lnTo>
                  <a:pt x="2457" y="947"/>
                </a:lnTo>
                <a:lnTo>
                  <a:pt x="2456" y="948"/>
                </a:lnTo>
                <a:lnTo>
                  <a:pt x="2456" y="949"/>
                </a:lnTo>
                <a:lnTo>
                  <a:pt x="2457" y="949"/>
                </a:lnTo>
                <a:lnTo>
                  <a:pt x="2457" y="950"/>
                </a:lnTo>
                <a:lnTo>
                  <a:pt x="2457" y="951"/>
                </a:lnTo>
                <a:lnTo>
                  <a:pt x="2457" y="953"/>
                </a:lnTo>
                <a:lnTo>
                  <a:pt x="2458" y="954"/>
                </a:lnTo>
                <a:lnTo>
                  <a:pt x="2458" y="955"/>
                </a:lnTo>
                <a:lnTo>
                  <a:pt x="2458" y="956"/>
                </a:lnTo>
                <a:lnTo>
                  <a:pt x="2458" y="957"/>
                </a:lnTo>
                <a:lnTo>
                  <a:pt x="2458" y="958"/>
                </a:lnTo>
                <a:lnTo>
                  <a:pt x="2459" y="958"/>
                </a:lnTo>
                <a:lnTo>
                  <a:pt x="2459" y="959"/>
                </a:lnTo>
                <a:lnTo>
                  <a:pt x="2460" y="959"/>
                </a:lnTo>
                <a:lnTo>
                  <a:pt x="2461" y="959"/>
                </a:lnTo>
                <a:lnTo>
                  <a:pt x="2462" y="959"/>
                </a:lnTo>
                <a:lnTo>
                  <a:pt x="2462" y="958"/>
                </a:lnTo>
                <a:lnTo>
                  <a:pt x="2463" y="958"/>
                </a:lnTo>
                <a:lnTo>
                  <a:pt x="2463" y="957"/>
                </a:lnTo>
                <a:lnTo>
                  <a:pt x="2464" y="957"/>
                </a:lnTo>
                <a:lnTo>
                  <a:pt x="2465" y="958"/>
                </a:lnTo>
                <a:lnTo>
                  <a:pt x="2467" y="958"/>
                </a:lnTo>
                <a:lnTo>
                  <a:pt x="2467" y="957"/>
                </a:lnTo>
                <a:lnTo>
                  <a:pt x="2468" y="957"/>
                </a:lnTo>
                <a:lnTo>
                  <a:pt x="2468" y="956"/>
                </a:lnTo>
                <a:lnTo>
                  <a:pt x="2469" y="956"/>
                </a:lnTo>
                <a:lnTo>
                  <a:pt x="2470" y="957"/>
                </a:lnTo>
                <a:lnTo>
                  <a:pt x="2471" y="957"/>
                </a:lnTo>
                <a:lnTo>
                  <a:pt x="2472" y="957"/>
                </a:lnTo>
                <a:lnTo>
                  <a:pt x="2473" y="957"/>
                </a:lnTo>
                <a:lnTo>
                  <a:pt x="2474" y="957"/>
                </a:lnTo>
                <a:lnTo>
                  <a:pt x="2475" y="957"/>
                </a:lnTo>
                <a:lnTo>
                  <a:pt x="2476" y="955"/>
                </a:lnTo>
                <a:lnTo>
                  <a:pt x="2477" y="953"/>
                </a:lnTo>
                <a:lnTo>
                  <a:pt x="2478" y="952"/>
                </a:lnTo>
                <a:lnTo>
                  <a:pt x="2479" y="952"/>
                </a:lnTo>
                <a:lnTo>
                  <a:pt x="2479" y="953"/>
                </a:lnTo>
                <a:lnTo>
                  <a:pt x="2480" y="953"/>
                </a:lnTo>
                <a:lnTo>
                  <a:pt x="2481" y="953"/>
                </a:lnTo>
                <a:lnTo>
                  <a:pt x="2482" y="953"/>
                </a:lnTo>
                <a:lnTo>
                  <a:pt x="2482" y="954"/>
                </a:lnTo>
                <a:lnTo>
                  <a:pt x="2483" y="955"/>
                </a:lnTo>
                <a:lnTo>
                  <a:pt x="2484" y="956"/>
                </a:lnTo>
                <a:lnTo>
                  <a:pt x="2485" y="956"/>
                </a:lnTo>
                <a:lnTo>
                  <a:pt x="2485" y="955"/>
                </a:lnTo>
                <a:lnTo>
                  <a:pt x="2486" y="955"/>
                </a:lnTo>
                <a:lnTo>
                  <a:pt x="2486" y="956"/>
                </a:lnTo>
                <a:lnTo>
                  <a:pt x="2487" y="956"/>
                </a:lnTo>
                <a:lnTo>
                  <a:pt x="2488" y="956"/>
                </a:lnTo>
                <a:lnTo>
                  <a:pt x="2489" y="955"/>
                </a:lnTo>
                <a:lnTo>
                  <a:pt x="2490" y="955"/>
                </a:lnTo>
                <a:lnTo>
                  <a:pt x="2491" y="956"/>
                </a:lnTo>
                <a:lnTo>
                  <a:pt x="2491" y="957"/>
                </a:lnTo>
                <a:lnTo>
                  <a:pt x="2491" y="958"/>
                </a:lnTo>
                <a:lnTo>
                  <a:pt x="2491" y="959"/>
                </a:lnTo>
                <a:lnTo>
                  <a:pt x="2491" y="961"/>
                </a:lnTo>
                <a:lnTo>
                  <a:pt x="2492" y="962"/>
                </a:lnTo>
                <a:lnTo>
                  <a:pt x="2493" y="963"/>
                </a:lnTo>
                <a:lnTo>
                  <a:pt x="2493" y="964"/>
                </a:lnTo>
                <a:lnTo>
                  <a:pt x="2494" y="964"/>
                </a:lnTo>
                <a:lnTo>
                  <a:pt x="2495" y="964"/>
                </a:lnTo>
                <a:lnTo>
                  <a:pt x="2496" y="964"/>
                </a:lnTo>
                <a:lnTo>
                  <a:pt x="2496" y="965"/>
                </a:lnTo>
                <a:lnTo>
                  <a:pt x="2497" y="965"/>
                </a:lnTo>
                <a:lnTo>
                  <a:pt x="2498" y="965"/>
                </a:lnTo>
                <a:lnTo>
                  <a:pt x="2499" y="966"/>
                </a:lnTo>
                <a:lnTo>
                  <a:pt x="2499" y="967"/>
                </a:lnTo>
                <a:lnTo>
                  <a:pt x="2498" y="967"/>
                </a:lnTo>
                <a:lnTo>
                  <a:pt x="2498" y="968"/>
                </a:lnTo>
                <a:lnTo>
                  <a:pt x="2499" y="968"/>
                </a:lnTo>
                <a:lnTo>
                  <a:pt x="2500" y="968"/>
                </a:lnTo>
                <a:lnTo>
                  <a:pt x="2500" y="969"/>
                </a:lnTo>
                <a:lnTo>
                  <a:pt x="2501" y="969"/>
                </a:lnTo>
                <a:lnTo>
                  <a:pt x="2501" y="970"/>
                </a:lnTo>
                <a:lnTo>
                  <a:pt x="2500" y="970"/>
                </a:lnTo>
                <a:lnTo>
                  <a:pt x="2500" y="971"/>
                </a:lnTo>
                <a:lnTo>
                  <a:pt x="2500" y="972"/>
                </a:lnTo>
                <a:lnTo>
                  <a:pt x="2499" y="974"/>
                </a:lnTo>
                <a:lnTo>
                  <a:pt x="2499" y="975"/>
                </a:lnTo>
                <a:lnTo>
                  <a:pt x="2500" y="975"/>
                </a:lnTo>
                <a:lnTo>
                  <a:pt x="2501" y="974"/>
                </a:lnTo>
                <a:lnTo>
                  <a:pt x="2501" y="975"/>
                </a:lnTo>
                <a:lnTo>
                  <a:pt x="2503" y="976"/>
                </a:lnTo>
                <a:lnTo>
                  <a:pt x="2504" y="976"/>
                </a:lnTo>
                <a:lnTo>
                  <a:pt x="2505" y="978"/>
                </a:lnTo>
                <a:lnTo>
                  <a:pt x="2506" y="978"/>
                </a:lnTo>
                <a:lnTo>
                  <a:pt x="2506" y="979"/>
                </a:lnTo>
                <a:lnTo>
                  <a:pt x="2507" y="980"/>
                </a:lnTo>
                <a:lnTo>
                  <a:pt x="2508" y="981"/>
                </a:lnTo>
                <a:lnTo>
                  <a:pt x="2508" y="982"/>
                </a:lnTo>
                <a:lnTo>
                  <a:pt x="2509" y="982"/>
                </a:lnTo>
                <a:lnTo>
                  <a:pt x="2509" y="983"/>
                </a:lnTo>
                <a:lnTo>
                  <a:pt x="2509" y="985"/>
                </a:lnTo>
                <a:lnTo>
                  <a:pt x="2510" y="986"/>
                </a:lnTo>
                <a:lnTo>
                  <a:pt x="2511" y="986"/>
                </a:lnTo>
                <a:lnTo>
                  <a:pt x="2511" y="985"/>
                </a:lnTo>
                <a:lnTo>
                  <a:pt x="2512" y="984"/>
                </a:lnTo>
                <a:lnTo>
                  <a:pt x="2512" y="983"/>
                </a:lnTo>
                <a:lnTo>
                  <a:pt x="2514" y="983"/>
                </a:lnTo>
                <a:lnTo>
                  <a:pt x="2515" y="983"/>
                </a:lnTo>
                <a:lnTo>
                  <a:pt x="2515" y="981"/>
                </a:lnTo>
                <a:lnTo>
                  <a:pt x="2516" y="980"/>
                </a:lnTo>
                <a:lnTo>
                  <a:pt x="2517" y="980"/>
                </a:lnTo>
                <a:lnTo>
                  <a:pt x="2517" y="981"/>
                </a:lnTo>
                <a:lnTo>
                  <a:pt x="2518" y="981"/>
                </a:lnTo>
                <a:lnTo>
                  <a:pt x="2519" y="981"/>
                </a:lnTo>
                <a:lnTo>
                  <a:pt x="2520" y="981"/>
                </a:lnTo>
                <a:lnTo>
                  <a:pt x="2521" y="980"/>
                </a:lnTo>
                <a:lnTo>
                  <a:pt x="2522" y="980"/>
                </a:lnTo>
                <a:lnTo>
                  <a:pt x="2523" y="981"/>
                </a:lnTo>
                <a:lnTo>
                  <a:pt x="2524" y="982"/>
                </a:lnTo>
                <a:lnTo>
                  <a:pt x="2525" y="982"/>
                </a:lnTo>
                <a:lnTo>
                  <a:pt x="2524" y="982"/>
                </a:lnTo>
                <a:lnTo>
                  <a:pt x="2524" y="983"/>
                </a:lnTo>
                <a:lnTo>
                  <a:pt x="2524" y="984"/>
                </a:lnTo>
                <a:lnTo>
                  <a:pt x="2524" y="985"/>
                </a:lnTo>
                <a:lnTo>
                  <a:pt x="2525" y="985"/>
                </a:lnTo>
                <a:lnTo>
                  <a:pt x="2525" y="986"/>
                </a:lnTo>
                <a:lnTo>
                  <a:pt x="2526" y="987"/>
                </a:lnTo>
                <a:lnTo>
                  <a:pt x="2526" y="989"/>
                </a:lnTo>
                <a:lnTo>
                  <a:pt x="2525" y="990"/>
                </a:lnTo>
                <a:lnTo>
                  <a:pt x="2525" y="993"/>
                </a:lnTo>
                <a:lnTo>
                  <a:pt x="2526" y="993"/>
                </a:lnTo>
                <a:lnTo>
                  <a:pt x="2527" y="994"/>
                </a:lnTo>
                <a:lnTo>
                  <a:pt x="2527" y="993"/>
                </a:lnTo>
                <a:lnTo>
                  <a:pt x="2529" y="993"/>
                </a:lnTo>
                <a:lnTo>
                  <a:pt x="2530" y="993"/>
                </a:lnTo>
                <a:lnTo>
                  <a:pt x="2530" y="994"/>
                </a:lnTo>
                <a:lnTo>
                  <a:pt x="2530" y="995"/>
                </a:lnTo>
                <a:lnTo>
                  <a:pt x="2531" y="996"/>
                </a:lnTo>
                <a:lnTo>
                  <a:pt x="2531" y="998"/>
                </a:lnTo>
                <a:lnTo>
                  <a:pt x="2531" y="999"/>
                </a:lnTo>
                <a:lnTo>
                  <a:pt x="2532" y="999"/>
                </a:lnTo>
                <a:lnTo>
                  <a:pt x="2534" y="999"/>
                </a:lnTo>
                <a:lnTo>
                  <a:pt x="2535" y="998"/>
                </a:lnTo>
                <a:lnTo>
                  <a:pt x="2535" y="997"/>
                </a:lnTo>
                <a:lnTo>
                  <a:pt x="2537" y="997"/>
                </a:lnTo>
                <a:lnTo>
                  <a:pt x="2538" y="997"/>
                </a:lnTo>
                <a:lnTo>
                  <a:pt x="2538" y="998"/>
                </a:lnTo>
                <a:lnTo>
                  <a:pt x="2539" y="998"/>
                </a:lnTo>
                <a:lnTo>
                  <a:pt x="2539" y="997"/>
                </a:lnTo>
                <a:lnTo>
                  <a:pt x="2540" y="997"/>
                </a:lnTo>
                <a:lnTo>
                  <a:pt x="2540" y="996"/>
                </a:lnTo>
                <a:lnTo>
                  <a:pt x="2540" y="995"/>
                </a:lnTo>
                <a:lnTo>
                  <a:pt x="2541" y="995"/>
                </a:lnTo>
                <a:lnTo>
                  <a:pt x="2542" y="994"/>
                </a:lnTo>
                <a:lnTo>
                  <a:pt x="2543" y="994"/>
                </a:lnTo>
                <a:lnTo>
                  <a:pt x="2544" y="994"/>
                </a:lnTo>
                <a:lnTo>
                  <a:pt x="2545" y="993"/>
                </a:lnTo>
                <a:lnTo>
                  <a:pt x="2546" y="993"/>
                </a:lnTo>
                <a:lnTo>
                  <a:pt x="2547" y="993"/>
                </a:lnTo>
                <a:lnTo>
                  <a:pt x="2548" y="992"/>
                </a:lnTo>
                <a:lnTo>
                  <a:pt x="2548" y="991"/>
                </a:lnTo>
                <a:lnTo>
                  <a:pt x="2549" y="991"/>
                </a:lnTo>
                <a:lnTo>
                  <a:pt x="2550" y="991"/>
                </a:lnTo>
                <a:lnTo>
                  <a:pt x="2551" y="990"/>
                </a:lnTo>
                <a:lnTo>
                  <a:pt x="2550" y="990"/>
                </a:lnTo>
                <a:lnTo>
                  <a:pt x="2551" y="990"/>
                </a:lnTo>
                <a:lnTo>
                  <a:pt x="2551" y="989"/>
                </a:lnTo>
                <a:lnTo>
                  <a:pt x="2552" y="988"/>
                </a:lnTo>
                <a:lnTo>
                  <a:pt x="2552" y="987"/>
                </a:lnTo>
                <a:lnTo>
                  <a:pt x="2552" y="986"/>
                </a:lnTo>
                <a:lnTo>
                  <a:pt x="2552" y="985"/>
                </a:lnTo>
                <a:lnTo>
                  <a:pt x="2553" y="985"/>
                </a:lnTo>
                <a:lnTo>
                  <a:pt x="2553" y="986"/>
                </a:lnTo>
                <a:lnTo>
                  <a:pt x="2554" y="986"/>
                </a:lnTo>
                <a:lnTo>
                  <a:pt x="2555" y="985"/>
                </a:lnTo>
                <a:lnTo>
                  <a:pt x="2556" y="982"/>
                </a:lnTo>
                <a:lnTo>
                  <a:pt x="2557" y="981"/>
                </a:lnTo>
                <a:lnTo>
                  <a:pt x="2559" y="981"/>
                </a:lnTo>
                <a:lnTo>
                  <a:pt x="2559" y="982"/>
                </a:lnTo>
                <a:lnTo>
                  <a:pt x="2560" y="982"/>
                </a:lnTo>
                <a:lnTo>
                  <a:pt x="2560" y="983"/>
                </a:lnTo>
                <a:lnTo>
                  <a:pt x="2561" y="983"/>
                </a:lnTo>
                <a:lnTo>
                  <a:pt x="2562" y="983"/>
                </a:lnTo>
                <a:lnTo>
                  <a:pt x="2563" y="983"/>
                </a:lnTo>
                <a:lnTo>
                  <a:pt x="2564" y="982"/>
                </a:lnTo>
                <a:lnTo>
                  <a:pt x="2565" y="982"/>
                </a:lnTo>
                <a:lnTo>
                  <a:pt x="2566" y="982"/>
                </a:lnTo>
                <a:lnTo>
                  <a:pt x="2568" y="982"/>
                </a:lnTo>
                <a:lnTo>
                  <a:pt x="2569" y="982"/>
                </a:lnTo>
                <a:lnTo>
                  <a:pt x="2569" y="983"/>
                </a:lnTo>
                <a:lnTo>
                  <a:pt x="2570" y="983"/>
                </a:lnTo>
                <a:lnTo>
                  <a:pt x="2571" y="983"/>
                </a:lnTo>
                <a:lnTo>
                  <a:pt x="2572" y="983"/>
                </a:lnTo>
                <a:lnTo>
                  <a:pt x="2572" y="984"/>
                </a:lnTo>
                <a:lnTo>
                  <a:pt x="2573" y="984"/>
                </a:lnTo>
                <a:lnTo>
                  <a:pt x="2573" y="985"/>
                </a:lnTo>
                <a:lnTo>
                  <a:pt x="2573" y="986"/>
                </a:lnTo>
                <a:lnTo>
                  <a:pt x="2574" y="985"/>
                </a:lnTo>
                <a:lnTo>
                  <a:pt x="2575" y="985"/>
                </a:lnTo>
                <a:lnTo>
                  <a:pt x="2576" y="986"/>
                </a:lnTo>
                <a:lnTo>
                  <a:pt x="2577" y="986"/>
                </a:lnTo>
                <a:lnTo>
                  <a:pt x="2578" y="987"/>
                </a:lnTo>
                <a:lnTo>
                  <a:pt x="2579" y="988"/>
                </a:lnTo>
                <a:lnTo>
                  <a:pt x="2581" y="988"/>
                </a:lnTo>
                <a:lnTo>
                  <a:pt x="2582" y="988"/>
                </a:lnTo>
                <a:lnTo>
                  <a:pt x="2584" y="990"/>
                </a:lnTo>
                <a:lnTo>
                  <a:pt x="2585" y="990"/>
                </a:lnTo>
                <a:lnTo>
                  <a:pt x="2585" y="991"/>
                </a:lnTo>
                <a:lnTo>
                  <a:pt x="2585" y="992"/>
                </a:lnTo>
                <a:lnTo>
                  <a:pt x="2586" y="993"/>
                </a:lnTo>
                <a:lnTo>
                  <a:pt x="2586" y="994"/>
                </a:lnTo>
                <a:lnTo>
                  <a:pt x="2585" y="996"/>
                </a:lnTo>
                <a:lnTo>
                  <a:pt x="2587" y="998"/>
                </a:lnTo>
                <a:lnTo>
                  <a:pt x="2588" y="998"/>
                </a:lnTo>
                <a:lnTo>
                  <a:pt x="2589" y="998"/>
                </a:lnTo>
                <a:lnTo>
                  <a:pt x="2589" y="1000"/>
                </a:lnTo>
                <a:lnTo>
                  <a:pt x="2589" y="1001"/>
                </a:lnTo>
                <a:lnTo>
                  <a:pt x="2588" y="1002"/>
                </a:lnTo>
                <a:lnTo>
                  <a:pt x="2589" y="1002"/>
                </a:lnTo>
                <a:lnTo>
                  <a:pt x="2590" y="1002"/>
                </a:lnTo>
                <a:lnTo>
                  <a:pt x="2590" y="1003"/>
                </a:lnTo>
                <a:lnTo>
                  <a:pt x="2590" y="1004"/>
                </a:lnTo>
                <a:lnTo>
                  <a:pt x="2589" y="1004"/>
                </a:lnTo>
                <a:lnTo>
                  <a:pt x="2589" y="1005"/>
                </a:lnTo>
                <a:lnTo>
                  <a:pt x="2589" y="1006"/>
                </a:lnTo>
                <a:lnTo>
                  <a:pt x="2589" y="1007"/>
                </a:lnTo>
                <a:lnTo>
                  <a:pt x="2589" y="1008"/>
                </a:lnTo>
                <a:lnTo>
                  <a:pt x="2590" y="1008"/>
                </a:lnTo>
                <a:lnTo>
                  <a:pt x="2590" y="1007"/>
                </a:lnTo>
                <a:lnTo>
                  <a:pt x="2591" y="1006"/>
                </a:lnTo>
                <a:lnTo>
                  <a:pt x="2592" y="1006"/>
                </a:lnTo>
                <a:lnTo>
                  <a:pt x="2593" y="1006"/>
                </a:lnTo>
                <a:lnTo>
                  <a:pt x="2593" y="1007"/>
                </a:lnTo>
                <a:lnTo>
                  <a:pt x="2594" y="1007"/>
                </a:lnTo>
                <a:lnTo>
                  <a:pt x="2595" y="1007"/>
                </a:lnTo>
                <a:lnTo>
                  <a:pt x="2596" y="1007"/>
                </a:lnTo>
                <a:lnTo>
                  <a:pt x="2597" y="1008"/>
                </a:lnTo>
                <a:lnTo>
                  <a:pt x="2597" y="1009"/>
                </a:lnTo>
                <a:lnTo>
                  <a:pt x="2598" y="1009"/>
                </a:lnTo>
                <a:lnTo>
                  <a:pt x="2598" y="1010"/>
                </a:lnTo>
                <a:lnTo>
                  <a:pt x="2598" y="1008"/>
                </a:lnTo>
                <a:lnTo>
                  <a:pt x="2599" y="1008"/>
                </a:lnTo>
                <a:lnTo>
                  <a:pt x="2601" y="1007"/>
                </a:lnTo>
                <a:lnTo>
                  <a:pt x="2602" y="1007"/>
                </a:lnTo>
                <a:lnTo>
                  <a:pt x="2603" y="1007"/>
                </a:lnTo>
                <a:lnTo>
                  <a:pt x="2604" y="1007"/>
                </a:lnTo>
                <a:lnTo>
                  <a:pt x="2604" y="1006"/>
                </a:lnTo>
                <a:lnTo>
                  <a:pt x="2605" y="1006"/>
                </a:lnTo>
                <a:lnTo>
                  <a:pt x="2606" y="1006"/>
                </a:lnTo>
                <a:lnTo>
                  <a:pt x="2607" y="1006"/>
                </a:lnTo>
                <a:lnTo>
                  <a:pt x="2608" y="1007"/>
                </a:lnTo>
                <a:lnTo>
                  <a:pt x="2608" y="1008"/>
                </a:lnTo>
                <a:lnTo>
                  <a:pt x="2609" y="1011"/>
                </a:lnTo>
                <a:lnTo>
                  <a:pt x="2610" y="1011"/>
                </a:lnTo>
                <a:lnTo>
                  <a:pt x="2611" y="1011"/>
                </a:lnTo>
                <a:lnTo>
                  <a:pt x="2612" y="1011"/>
                </a:lnTo>
                <a:lnTo>
                  <a:pt x="2613" y="1011"/>
                </a:lnTo>
                <a:lnTo>
                  <a:pt x="2613" y="1012"/>
                </a:lnTo>
                <a:lnTo>
                  <a:pt x="2613" y="1013"/>
                </a:lnTo>
                <a:lnTo>
                  <a:pt x="2614" y="1014"/>
                </a:lnTo>
                <a:lnTo>
                  <a:pt x="2615" y="1015"/>
                </a:lnTo>
                <a:lnTo>
                  <a:pt x="2616" y="1015"/>
                </a:lnTo>
                <a:lnTo>
                  <a:pt x="2618" y="1015"/>
                </a:lnTo>
                <a:lnTo>
                  <a:pt x="2618" y="1014"/>
                </a:lnTo>
                <a:lnTo>
                  <a:pt x="2618" y="1013"/>
                </a:lnTo>
                <a:lnTo>
                  <a:pt x="2618" y="1012"/>
                </a:lnTo>
                <a:lnTo>
                  <a:pt x="2619" y="1012"/>
                </a:lnTo>
                <a:lnTo>
                  <a:pt x="2619" y="1013"/>
                </a:lnTo>
                <a:lnTo>
                  <a:pt x="2620" y="1012"/>
                </a:lnTo>
                <a:lnTo>
                  <a:pt x="2621" y="1012"/>
                </a:lnTo>
                <a:lnTo>
                  <a:pt x="2621" y="1011"/>
                </a:lnTo>
                <a:lnTo>
                  <a:pt x="2622" y="1011"/>
                </a:lnTo>
                <a:lnTo>
                  <a:pt x="2622" y="1010"/>
                </a:lnTo>
                <a:lnTo>
                  <a:pt x="2623" y="1011"/>
                </a:lnTo>
                <a:lnTo>
                  <a:pt x="2625" y="1011"/>
                </a:lnTo>
                <a:lnTo>
                  <a:pt x="2626" y="1012"/>
                </a:lnTo>
                <a:lnTo>
                  <a:pt x="2627" y="1012"/>
                </a:lnTo>
                <a:lnTo>
                  <a:pt x="2628" y="1012"/>
                </a:lnTo>
                <a:lnTo>
                  <a:pt x="2629" y="1013"/>
                </a:lnTo>
                <a:lnTo>
                  <a:pt x="2630" y="1015"/>
                </a:lnTo>
                <a:lnTo>
                  <a:pt x="2630" y="1016"/>
                </a:lnTo>
                <a:lnTo>
                  <a:pt x="2631" y="1017"/>
                </a:lnTo>
                <a:lnTo>
                  <a:pt x="2632" y="1017"/>
                </a:lnTo>
                <a:lnTo>
                  <a:pt x="2633" y="1017"/>
                </a:lnTo>
                <a:lnTo>
                  <a:pt x="2634" y="1019"/>
                </a:lnTo>
                <a:lnTo>
                  <a:pt x="2635" y="1019"/>
                </a:lnTo>
                <a:lnTo>
                  <a:pt x="2635" y="1020"/>
                </a:lnTo>
                <a:lnTo>
                  <a:pt x="2636" y="1020"/>
                </a:lnTo>
                <a:lnTo>
                  <a:pt x="2637" y="1019"/>
                </a:lnTo>
                <a:lnTo>
                  <a:pt x="2638" y="1018"/>
                </a:lnTo>
                <a:lnTo>
                  <a:pt x="2638" y="1017"/>
                </a:lnTo>
                <a:lnTo>
                  <a:pt x="2639" y="1016"/>
                </a:lnTo>
                <a:lnTo>
                  <a:pt x="2640" y="1016"/>
                </a:lnTo>
                <a:lnTo>
                  <a:pt x="2641" y="1016"/>
                </a:lnTo>
                <a:lnTo>
                  <a:pt x="2642" y="1016"/>
                </a:lnTo>
                <a:lnTo>
                  <a:pt x="2643" y="1016"/>
                </a:lnTo>
                <a:lnTo>
                  <a:pt x="2644" y="1015"/>
                </a:lnTo>
                <a:lnTo>
                  <a:pt x="2643" y="1015"/>
                </a:lnTo>
                <a:lnTo>
                  <a:pt x="2643" y="1014"/>
                </a:lnTo>
                <a:lnTo>
                  <a:pt x="2644" y="1014"/>
                </a:lnTo>
                <a:lnTo>
                  <a:pt x="2644" y="1013"/>
                </a:lnTo>
                <a:lnTo>
                  <a:pt x="2644" y="1012"/>
                </a:lnTo>
                <a:lnTo>
                  <a:pt x="2644" y="1011"/>
                </a:lnTo>
                <a:lnTo>
                  <a:pt x="2644" y="1010"/>
                </a:lnTo>
                <a:lnTo>
                  <a:pt x="2644" y="1008"/>
                </a:lnTo>
                <a:lnTo>
                  <a:pt x="2645" y="1007"/>
                </a:lnTo>
                <a:lnTo>
                  <a:pt x="2646" y="1006"/>
                </a:lnTo>
                <a:lnTo>
                  <a:pt x="2647" y="1006"/>
                </a:lnTo>
                <a:lnTo>
                  <a:pt x="2647" y="1005"/>
                </a:lnTo>
                <a:lnTo>
                  <a:pt x="2647" y="1004"/>
                </a:lnTo>
                <a:lnTo>
                  <a:pt x="2648" y="1004"/>
                </a:lnTo>
                <a:lnTo>
                  <a:pt x="2651" y="1005"/>
                </a:lnTo>
                <a:lnTo>
                  <a:pt x="2653" y="1006"/>
                </a:lnTo>
                <a:lnTo>
                  <a:pt x="2654" y="1006"/>
                </a:lnTo>
                <a:lnTo>
                  <a:pt x="2654" y="1005"/>
                </a:lnTo>
                <a:lnTo>
                  <a:pt x="2655" y="1004"/>
                </a:lnTo>
                <a:lnTo>
                  <a:pt x="2656" y="1004"/>
                </a:lnTo>
                <a:lnTo>
                  <a:pt x="2657" y="1005"/>
                </a:lnTo>
                <a:lnTo>
                  <a:pt x="2658" y="1006"/>
                </a:lnTo>
                <a:lnTo>
                  <a:pt x="2659" y="1006"/>
                </a:lnTo>
                <a:lnTo>
                  <a:pt x="2660" y="1007"/>
                </a:lnTo>
                <a:lnTo>
                  <a:pt x="2661" y="1007"/>
                </a:lnTo>
                <a:lnTo>
                  <a:pt x="2662" y="1008"/>
                </a:lnTo>
                <a:lnTo>
                  <a:pt x="2663" y="1008"/>
                </a:lnTo>
                <a:lnTo>
                  <a:pt x="2663" y="1007"/>
                </a:lnTo>
                <a:lnTo>
                  <a:pt x="2664" y="1006"/>
                </a:lnTo>
                <a:lnTo>
                  <a:pt x="2664" y="1005"/>
                </a:lnTo>
                <a:lnTo>
                  <a:pt x="2666" y="1004"/>
                </a:lnTo>
                <a:lnTo>
                  <a:pt x="2667" y="1004"/>
                </a:lnTo>
                <a:lnTo>
                  <a:pt x="2667" y="1003"/>
                </a:lnTo>
                <a:lnTo>
                  <a:pt x="2668" y="1003"/>
                </a:lnTo>
                <a:lnTo>
                  <a:pt x="2670" y="1003"/>
                </a:lnTo>
                <a:lnTo>
                  <a:pt x="2671" y="1003"/>
                </a:lnTo>
                <a:lnTo>
                  <a:pt x="2672" y="1003"/>
                </a:lnTo>
                <a:lnTo>
                  <a:pt x="2674" y="1003"/>
                </a:lnTo>
                <a:lnTo>
                  <a:pt x="2674" y="1004"/>
                </a:lnTo>
                <a:lnTo>
                  <a:pt x="2674" y="1006"/>
                </a:lnTo>
                <a:lnTo>
                  <a:pt x="2675" y="1006"/>
                </a:lnTo>
                <a:lnTo>
                  <a:pt x="2678" y="1006"/>
                </a:lnTo>
                <a:lnTo>
                  <a:pt x="2678" y="1004"/>
                </a:lnTo>
                <a:lnTo>
                  <a:pt x="2678" y="1003"/>
                </a:lnTo>
                <a:lnTo>
                  <a:pt x="2679" y="1003"/>
                </a:lnTo>
                <a:lnTo>
                  <a:pt x="2680" y="1002"/>
                </a:lnTo>
                <a:lnTo>
                  <a:pt x="2681" y="1001"/>
                </a:lnTo>
                <a:lnTo>
                  <a:pt x="2681" y="1000"/>
                </a:lnTo>
                <a:lnTo>
                  <a:pt x="2681" y="999"/>
                </a:lnTo>
                <a:lnTo>
                  <a:pt x="2680" y="999"/>
                </a:lnTo>
                <a:lnTo>
                  <a:pt x="2680" y="998"/>
                </a:lnTo>
                <a:lnTo>
                  <a:pt x="2680" y="997"/>
                </a:lnTo>
                <a:lnTo>
                  <a:pt x="2682" y="995"/>
                </a:lnTo>
                <a:lnTo>
                  <a:pt x="2682" y="994"/>
                </a:lnTo>
                <a:lnTo>
                  <a:pt x="2682" y="993"/>
                </a:lnTo>
                <a:lnTo>
                  <a:pt x="2683" y="993"/>
                </a:lnTo>
                <a:lnTo>
                  <a:pt x="2683" y="992"/>
                </a:lnTo>
                <a:lnTo>
                  <a:pt x="2684" y="991"/>
                </a:lnTo>
                <a:lnTo>
                  <a:pt x="2684" y="989"/>
                </a:lnTo>
                <a:lnTo>
                  <a:pt x="2686" y="990"/>
                </a:lnTo>
                <a:lnTo>
                  <a:pt x="2686" y="991"/>
                </a:lnTo>
                <a:lnTo>
                  <a:pt x="2686" y="992"/>
                </a:lnTo>
                <a:lnTo>
                  <a:pt x="2686" y="993"/>
                </a:lnTo>
                <a:lnTo>
                  <a:pt x="2686" y="994"/>
                </a:lnTo>
                <a:lnTo>
                  <a:pt x="2687" y="994"/>
                </a:lnTo>
                <a:lnTo>
                  <a:pt x="2687" y="995"/>
                </a:lnTo>
                <a:lnTo>
                  <a:pt x="2688" y="995"/>
                </a:lnTo>
                <a:lnTo>
                  <a:pt x="2689" y="997"/>
                </a:lnTo>
                <a:lnTo>
                  <a:pt x="2689" y="998"/>
                </a:lnTo>
                <a:lnTo>
                  <a:pt x="2689" y="999"/>
                </a:lnTo>
                <a:lnTo>
                  <a:pt x="2690" y="999"/>
                </a:lnTo>
                <a:lnTo>
                  <a:pt x="2691" y="999"/>
                </a:lnTo>
                <a:lnTo>
                  <a:pt x="2691" y="998"/>
                </a:lnTo>
                <a:lnTo>
                  <a:pt x="2692" y="997"/>
                </a:lnTo>
                <a:lnTo>
                  <a:pt x="2693" y="997"/>
                </a:lnTo>
                <a:lnTo>
                  <a:pt x="2694" y="997"/>
                </a:lnTo>
                <a:lnTo>
                  <a:pt x="2695" y="997"/>
                </a:lnTo>
                <a:lnTo>
                  <a:pt x="2695" y="996"/>
                </a:lnTo>
                <a:lnTo>
                  <a:pt x="2695" y="994"/>
                </a:lnTo>
                <a:lnTo>
                  <a:pt x="2695" y="993"/>
                </a:lnTo>
                <a:lnTo>
                  <a:pt x="2695" y="992"/>
                </a:lnTo>
                <a:lnTo>
                  <a:pt x="2694" y="992"/>
                </a:lnTo>
                <a:lnTo>
                  <a:pt x="2695" y="991"/>
                </a:lnTo>
                <a:lnTo>
                  <a:pt x="2695" y="990"/>
                </a:lnTo>
                <a:lnTo>
                  <a:pt x="2696" y="990"/>
                </a:lnTo>
                <a:lnTo>
                  <a:pt x="2697" y="989"/>
                </a:lnTo>
                <a:lnTo>
                  <a:pt x="2698" y="990"/>
                </a:lnTo>
                <a:lnTo>
                  <a:pt x="2698" y="991"/>
                </a:lnTo>
                <a:lnTo>
                  <a:pt x="2699" y="991"/>
                </a:lnTo>
                <a:lnTo>
                  <a:pt x="2699" y="992"/>
                </a:lnTo>
                <a:lnTo>
                  <a:pt x="2701" y="992"/>
                </a:lnTo>
                <a:lnTo>
                  <a:pt x="2701" y="991"/>
                </a:lnTo>
                <a:lnTo>
                  <a:pt x="2702" y="991"/>
                </a:lnTo>
                <a:lnTo>
                  <a:pt x="2703" y="991"/>
                </a:lnTo>
                <a:lnTo>
                  <a:pt x="2703" y="992"/>
                </a:lnTo>
                <a:lnTo>
                  <a:pt x="2704" y="992"/>
                </a:lnTo>
                <a:lnTo>
                  <a:pt x="2706" y="993"/>
                </a:lnTo>
                <a:lnTo>
                  <a:pt x="2707" y="993"/>
                </a:lnTo>
                <a:lnTo>
                  <a:pt x="2708" y="992"/>
                </a:lnTo>
                <a:lnTo>
                  <a:pt x="2709" y="992"/>
                </a:lnTo>
                <a:lnTo>
                  <a:pt x="2710" y="991"/>
                </a:lnTo>
                <a:lnTo>
                  <a:pt x="2711" y="991"/>
                </a:lnTo>
                <a:lnTo>
                  <a:pt x="2711" y="990"/>
                </a:lnTo>
                <a:lnTo>
                  <a:pt x="2712" y="989"/>
                </a:lnTo>
                <a:lnTo>
                  <a:pt x="2713" y="988"/>
                </a:lnTo>
                <a:lnTo>
                  <a:pt x="2714" y="987"/>
                </a:lnTo>
                <a:lnTo>
                  <a:pt x="2715" y="987"/>
                </a:lnTo>
                <a:lnTo>
                  <a:pt x="2717" y="987"/>
                </a:lnTo>
                <a:lnTo>
                  <a:pt x="2718" y="988"/>
                </a:lnTo>
                <a:lnTo>
                  <a:pt x="2719" y="988"/>
                </a:lnTo>
                <a:lnTo>
                  <a:pt x="2719" y="987"/>
                </a:lnTo>
                <a:lnTo>
                  <a:pt x="2718" y="986"/>
                </a:lnTo>
                <a:lnTo>
                  <a:pt x="2718" y="985"/>
                </a:lnTo>
                <a:lnTo>
                  <a:pt x="2719" y="984"/>
                </a:lnTo>
                <a:lnTo>
                  <a:pt x="2720" y="984"/>
                </a:lnTo>
                <a:lnTo>
                  <a:pt x="2720" y="983"/>
                </a:lnTo>
                <a:lnTo>
                  <a:pt x="2720" y="982"/>
                </a:lnTo>
                <a:lnTo>
                  <a:pt x="2720" y="981"/>
                </a:lnTo>
                <a:lnTo>
                  <a:pt x="2720" y="980"/>
                </a:lnTo>
                <a:lnTo>
                  <a:pt x="2721" y="979"/>
                </a:lnTo>
                <a:lnTo>
                  <a:pt x="2722" y="979"/>
                </a:lnTo>
                <a:lnTo>
                  <a:pt x="2723" y="979"/>
                </a:lnTo>
                <a:lnTo>
                  <a:pt x="2724" y="981"/>
                </a:lnTo>
                <a:lnTo>
                  <a:pt x="2725" y="982"/>
                </a:lnTo>
                <a:lnTo>
                  <a:pt x="2726" y="983"/>
                </a:lnTo>
                <a:lnTo>
                  <a:pt x="2726" y="984"/>
                </a:lnTo>
                <a:lnTo>
                  <a:pt x="2726" y="985"/>
                </a:lnTo>
                <a:lnTo>
                  <a:pt x="2726" y="986"/>
                </a:lnTo>
                <a:lnTo>
                  <a:pt x="2727" y="986"/>
                </a:lnTo>
                <a:lnTo>
                  <a:pt x="2728" y="987"/>
                </a:lnTo>
                <a:lnTo>
                  <a:pt x="2728" y="988"/>
                </a:lnTo>
                <a:lnTo>
                  <a:pt x="2729" y="989"/>
                </a:lnTo>
                <a:lnTo>
                  <a:pt x="2730" y="989"/>
                </a:lnTo>
                <a:lnTo>
                  <a:pt x="2732" y="991"/>
                </a:lnTo>
                <a:lnTo>
                  <a:pt x="2733" y="992"/>
                </a:lnTo>
                <a:lnTo>
                  <a:pt x="2734" y="992"/>
                </a:lnTo>
                <a:lnTo>
                  <a:pt x="2734" y="993"/>
                </a:lnTo>
                <a:lnTo>
                  <a:pt x="2733" y="994"/>
                </a:lnTo>
                <a:lnTo>
                  <a:pt x="2734" y="994"/>
                </a:lnTo>
                <a:lnTo>
                  <a:pt x="2734" y="995"/>
                </a:lnTo>
                <a:lnTo>
                  <a:pt x="2735" y="995"/>
                </a:lnTo>
                <a:lnTo>
                  <a:pt x="2736" y="996"/>
                </a:lnTo>
                <a:lnTo>
                  <a:pt x="2737" y="996"/>
                </a:lnTo>
                <a:lnTo>
                  <a:pt x="2738" y="995"/>
                </a:lnTo>
                <a:lnTo>
                  <a:pt x="2739" y="995"/>
                </a:lnTo>
                <a:lnTo>
                  <a:pt x="2739" y="996"/>
                </a:lnTo>
                <a:lnTo>
                  <a:pt x="2739" y="997"/>
                </a:lnTo>
                <a:lnTo>
                  <a:pt x="2740" y="997"/>
                </a:lnTo>
                <a:lnTo>
                  <a:pt x="2740" y="998"/>
                </a:lnTo>
                <a:lnTo>
                  <a:pt x="2741" y="998"/>
                </a:lnTo>
                <a:lnTo>
                  <a:pt x="2741" y="999"/>
                </a:lnTo>
                <a:lnTo>
                  <a:pt x="2741" y="1000"/>
                </a:lnTo>
                <a:lnTo>
                  <a:pt x="2742" y="1002"/>
                </a:lnTo>
                <a:lnTo>
                  <a:pt x="2742" y="1003"/>
                </a:lnTo>
                <a:lnTo>
                  <a:pt x="2742" y="1004"/>
                </a:lnTo>
                <a:lnTo>
                  <a:pt x="2743" y="1005"/>
                </a:lnTo>
                <a:lnTo>
                  <a:pt x="2744" y="1006"/>
                </a:lnTo>
                <a:lnTo>
                  <a:pt x="2745" y="1006"/>
                </a:lnTo>
                <a:lnTo>
                  <a:pt x="2746" y="1006"/>
                </a:lnTo>
                <a:lnTo>
                  <a:pt x="2747" y="1006"/>
                </a:lnTo>
                <a:lnTo>
                  <a:pt x="2748" y="1007"/>
                </a:lnTo>
                <a:lnTo>
                  <a:pt x="2749" y="1008"/>
                </a:lnTo>
                <a:lnTo>
                  <a:pt x="2749" y="1009"/>
                </a:lnTo>
                <a:lnTo>
                  <a:pt x="2749" y="1010"/>
                </a:lnTo>
                <a:lnTo>
                  <a:pt x="2747" y="1010"/>
                </a:lnTo>
                <a:lnTo>
                  <a:pt x="2745" y="1010"/>
                </a:lnTo>
                <a:lnTo>
                  <a:pt x="2744" y="1010"/>
                </a:lnTo>
                <a:lnTo>
                  <a:pt x="2744" y="1011"/>
                </a:lnTo>
                <a:lnTo>
                  <a:pt x="2744" y="1012"/>
                </a:lnTo>
                <a:lnTo>
                  <a:pt x="2745" y="1012"/>
                </a:lnTo>
                <a:lnTo>
                  <a:pt x="2746" y="1012"/>
                </a:lnTo>
                <a:lnTo>
                  <a:pt x="2747" y="1012"/>
                </a:lnTo>
                <a:lnTo>
                  <a:pt x="2748" y="1013"/>
                </a:lnTo>
                <a:lnTo>
                  <a:pt x="2749" y="1013"/>
                </a:lnTo>
                <a:lnTo>
                  <a:pt x="2748" y="1013"/>
                </a:lnTo>
                <a:lnTo>
                  <a:pt x="2748" y="1014"/>
                </a:lnTo>
                <a:lnTo>
                  <a:pt x="2749" y="1014"/>
                </a:lnTo>
                <a:lnTo>
                  <a:pt x="2749" y="1015"/>
                </a:lnTo>
                <a:lnTo>
                  <a:pt x="2749" y="1016"/>
                </a:lnTo>
                <a:lnTo>
                  <a:pt x="2749" y="1018"/>
                </a:lnTo>
                <a:lnTo>
                  <a:pt x="2750" y="1019"/>
                </a:lnTo>
                <a:lnTo>
                  <a:pt x="2751" y="1020"/>
                </a:lnTo>
                <a:lnTo>
                  <a:pt x="2752" y="1021"/>
                </a:lnTo>
                <a:lnTo>
                  <a:pt x="2753" y="1021"/>
                </a:lnTo>
                <a:lnTo>
                  <a:pt x="2754" y="1022"/>
                </a:lnTo>
                <a:lnTo>
                  <a:pt x="2755" y="1022"/>
                </a:lnTo>
                <a:lnTo>
                  <a:pt x="2756" y="1023"/>
                </a:lnTo>
                <a:lnTo>
                  <a:pt x="2757" y="1023"/>
                </a:lnTo>
                <a:lnTo>
                  <a:pt x="2757" y="1024"/>
                </a:lnTo>
                <a:lnTo>
                  <a:pt x="2758" y="1026"/>
                </a:lnTo>
                <a:lnTo>
                  <a:pt x="2759" y="1026"/>
                </a:lnTo>
                <a:lnTo>
                  <a:pt x="2761" y="1025"/>
                </a:lnTo>
                <a:lnTo>
                  <a:pt x="2762" y="1025"/>
                </a:lnTo>
                <a:lnTo>
                  <a:pt x="2763" y="1026"/>
                </a:lnTo>
                <a:lnTo>
                  <a:pt x="2764" y="1026"/>
                </a:lnTo>
                <a:lnTo>
                  <a:pt x="2765" y="1025"/>
                </a:lnTo>
                <a:lnTo>
                  <a:pt x="2765" y="1026"/>
                </a:lnTo>
                <a:lnTo>
                  <a:pt x="2766" y="1027"/>
                </a:lnTo>
                <a:lnTo>
                  <a:pt x="2766" y="1028"/>
                </a:lnTo>
                <a:lnTo>
                  <a:pt x="2766" y="1029"/>
                </a:lnTo>
                <a:lnTo>
                  <a:pt x="2767" y="1029"/>
                </a:lnTo>
                <a:lnTo>
                  <a:pt x="2767" y="1030"/>
                </a:lnTo>
                <a:lnTo>
                  <a:pt x="2767" y="1031"/>
                </a:lnTo>
                <a:lnTo>
                  <a:pt x="2766" y="1031"/>
                </a:lnTo>
                <a:lnTo>
                  <a:pt x="2767" y="1032"/>
                </a:lnTo>
                <a:lnTo>
                  <a:pt x="2767" y="1033"/>
                </a:lnTo>
                <a:lnTo>
                  <a:pt x="2767" y="1035"/>
                </a:lnTo>
                <a:lnTo>
                  <a:pt x="2767" y="1037"/>
                </a:lnTo>
                <a:lnTo>
                  <a:pt x="2768" y="1037"/>
                </a:lnTo>
                <a:lnTo>
                  <a:pt x="2768" y="1038"/>
                </a:lnTo>
                <a:lnTo>
                  <a:pt x="2769" y="1038"/>
                </a:lnTo>
                <a:lnTo>
                  <a:pt x="2769" y="1039"/>
                </a:lnTo>
                <a:lnTo>
                  <a:pt x="2771" y="1039"/>
                </a:lnTo>
                <a:lnTo>
                  <a:pt x="2772" y="1039"/>
                </a:lnTo>
                <a:lnTo>
                  <a:pt x="2772" y="1040"/>
                </a:lnTo>
                <a:lnTo>
                  <a:pt x="2773" y="1040"/>
                </a:lnTo>
                <a:lnTo>
                  <a:pt x="2773" y="1039"/>
                </a:lnTo>
                <a:lnTo>
                  <a:pt x="2774" y="1038"/>
                </a:lnTo>
                <a:lnTo>
                  <a:pt x="2775" y="1038"/>
                </a:lnTo>
                <a:lnTo>
                  <a:pt x="2775" y="1039"/>
                </a:lnTo>
                <a:lnTo>
                  <a:pt x="2776" y="1039"/>
                </a:lnTo>
                <a:lnTo>
                  <a:pt x="2776" y="1040"/>
                </a:lnTo>
                <a:lnTo>
                  <a:pt x="2777" y="1040"/>
                </a:lnTo>
                <a:lnTo>
                  <a:pt x="2779" y="1040"/>
                </a:lnTo>
                <a:lnTo>
                  <a:pt x="2780" y="1038"/>
                </a:lnTo>
                <a:lnTo>
                  <a:pt x="2780" y="1037"/>
                </a:lnTo>
                <a:lnTo>
                  <a:pt x="2781" y="1037"/>
                </a:lnTo>
                <a:lnTo>
                  <a:pt x="2781" y="1038"/>
                </a:lnTo>
                <a:lnTo>
                  <a:pt x="2782" y="1038"/>
                </a:lnTo>
                <a:lnTo>
                  <a:pt x="2783" y="1039"/>
                </a:lnTo>
                <a:lnTo>
                  <a:pt x="2784" y="1039"/>
                </a:lnTo>
                <a:lnTo>
                  <a:pt x="2784" y="1040"/>
                </a:lnTo>
                <a:lnTo>
                  <a:pt x="2785" y="1040"/>
                </a:lnTo>
                <a:lnTo>
                  <a:pt x="2786" y="1040"/>
                </a:lnTo>
                <a:lnTo>
                  <a:pt x="2787" y="1040"/>
                </a:lnTo>
                <a:lnTo>
                  <a:pt x="2787" y="1041"/>
                </a:lnTo>
                <a:lnTo>
                  <a:pt x="2788" y="1042"/>
                </a:lnTo>
                <a:lnTo>
                  <a:pt x="2790" y="1043"/>
                </a:lnTo>
                <a:lnTo>
                  <a:pt x="2791" y="1043"/>
                </a:lnTo>
                <a:lnTo>
                  <a:pt x="2791" y="1044"/>
                </a:lnTo>
                <a:lnTo>
                  <a:pt x="2791" y="1045"/>
                </a:lnTo>
                <a:lnTo>
                  <a:pt x="2792" y="1045"/>
                </a:lnTo>
                <a:lnTo>
                  <a:pt x="2792" y="1046"/>
                </a:lnTo>
                <a:lnTo>
                  <a:pt x="2793" y="1047"/>
                </a:lnTo>
                <a:lnTo>
                  <a:pt x="2794" y="1048"/>
                </a:lnTo>
                <a:lnTo>
                  <a:pt x="2795" y="1047"/>
                </a:lnTo>
                <a:lnTo>
                  <a:pt x="2795" y="1046"/>
                </a:lnTo>
                <a:lnTo>
                  <a:pt x="2796" y="1046"/>
                </a:lnTo>
                <a:lnTo>
                  <a:pt x="2797" y="1046"/>
                </a:lnTo>
                <a:lnTo>
                  <a:pt x="2798" y="1046"/>
                </a:lnTo>
                <a:lnTo>
                  <a:pt x="2799" y="1046"/>
                </a:lnTo>
                <a:lnTo>
                  <a:pt x="2799" y="1047"/>
                </a:lnTo>
                <a:lnTo>
                  <a:pt x="2800" y="1047"/>
                </a:lnTo>
                <a:lnTo>
                  <a:pt x="2800" y="1046"/>
                </a:lnTo>
                <a:lnTo>
                  <a:pt x="2802" y="1046"/>
                </a:lnTo>
                <a:lnTo>
                  <a:pt x="2802" y="1047"/>
                </a:lnTo>
                <a:lnTo>
                  <a:pt x="2803" y="1047"/>
                </a:lnTo>
                <a:lnTo>
                  <a:pt x="2804" y="1047"/>
                </a:lnTo>
                <a:lnTo>
                  <a:pt x="2804" y="1046"/>
                </a:lnTo>
                <a:lnTo>
                  <a:pt x="2804" y="1045"/>
                </a:lnTo>
                <a:lnTo>
                  <a:pt x="2804" y="1044"/>
                </a:lnTo>
                <a:lnTo>
                  <a:pt x="2805" y="1045"/>
                </a:lnTo>
                <a:lnTo>
                  <a:pt x="2806" y="1045"/>
                </a:lnTo>
                <a:lnTo>
                  <a:pt x="2807" y="1045"/>
                </a:lnTo>
                <a:lnTo>
                  <a:pt x="2807" y="1044"/>
                </a:lnTo>
                <a:lnTo>
                  <a:pt x="2808" y="1044"/>
                </a:lnTo>
                <a:lnTo>
                  <a:pt x="2808" y="1045"/>
                </a:lnTo>
                <a:lnTo>
                  <a:pt x="2807" y="1045"/>
                </a:lnTo>
                <a:lnTo>
                  <a:pt x="2807" y="1046"/>
                </a:lnTo>
                <a:lnTo>
                  <a:pt x="2808" y="1047"/>
                </a:lnTo>
                <a:lnTo>
                  <a:pt x="2808" y="1048"/>
                </a:lnTo>
                <a:lnTo>
                  <a:pt x="2809" y="1048"/>
                </a:lnTo>
                <a:lnTo>
                  <a:pt x="2810" y="1048"/>
                </a:lnTo>
                <a:lnTo>
                  <a:pt x="2810" y="1047"/>
                </a:lnTo>
                <a:lnTo>
                  <a:pt x="2811" y="1047"/>
                </a:lnTo>
                <a:lnTo>
                  <a:pt x="2811" y="1046"/>
                </a:lnTo>
                <a:lnTo>
                  <a:pt x="2813" y="1046"/>
                </a:lnTo>
                <a:lnTo>
                  <a:pt x="2813" y="1047"/>
                </a:lnTo>
                <a:lnTo>
                  <a:pt x="2814" y="1048"/>
                </a:lnTo>
                <a:lnTo>
                  <a:pt x="2815" y="1048"/>
                </a:lnTo>
                <a:lnTo>
                  <a:pt x="2816" y="1048"/>
                </a:lnTo>
                <a:lnTo>
                  <a:pt x="2817" y="1048"/>
                </a:lnTo>
                <a:lnTo>
                  <a:pt x="2817" y="1047"/>
                </a:lnTo>
                <a:lnTo>
                  <a:pt x="2818" y="1047"/>
                </a:lnTo>
                <a:lnTo>
                  <a:pt x="2818" y="1046"/>
                </a:lnTo>
                <a:lnTo>
                  <a:pt x="2819" y="1046"/>
                </a:lnTo>
                <a:lnTo>
                  <a:pt x="2819" y="1047"/>
                </a:lnTo>
                <a:lnTo>
                  <a:pt x="2819" y="1048"/>
                </a:lnTo>
                <a:lnTo>
                  <a:pt x="2819" y="1049"/>
                </a:lnTo>
                <a:lnTo>
                  <a:pt x="2819" y="1050"/>
                </a:lnTo>
                <a:lnTo>
                  <a:pt x="2820" y="1050"/>
                </a:lnTo>
                <a:lnTo>
                  <a:pt x="2820" y="1051"/>
                </a:lnTo>
                <a:lnTo>
                  <a:pt x="2820" y="1052"/>
                </a:lnTo>
                <a:lnTo>
                  <a:pt x="2820" y="1053"/>
                </a:lnTo>
                <a:lnTo>
                  <a:pt x="2821" y="1053"/>
                </a:lnTo>
                <a:lnTo>
                  <a:pt x="2822" y="1053"/>
                </a:lnTo>
                <a:lnTo>
                  <a:pt x="2823" y="1054"/>
                </a:lnTo>
                <a:lnTo>
                  <a:pt x="2825" y="1056"/>
                </a:lnTo>
                <a:lnTo>
                  <a:pt x="2825" y="1057"/>
                </a:lnTo>
                <a:lnTo>
                  <a:pt x="2823" y="1057"/>
                </a:lnTo>
                <a:lnTo>
                  <a:pt x="2822" y="1057"/>
                </a:lnTo>
                <a:lnTo>
                  <a:pt x="2819" y="1057"/>
                </a:lnTo>
                <a:lnTo>
                  <a:pt x="2818" y="1057"/>
                </a:lnTo>
                <a:lnTo>
                  <a:pt x="2817" y="1058"/>
                </a:lnTo>
                <a:lnTo>
                  <a:pt x="2816" y="1058"/>
                </a:lnTo>
                <a:lnTo>
                  <a:pt x="2815" y="1058"/>
                </a:lnTo>
                <a:lnTo>
                  <a:pt x="2815" y="1059"/>
                </a:lnTo>
                <a:lnTo>
                  <a:pt x="2814" y="1059"/>
                </a:lnTo>
                <a:lnTo>
                  <a:pt x="2813" y="1059"/>
                </a:lnTo>
                <a:lnTo>
                  <a:pt x="2812" y="1059"/>
                </a:lnTo>
                <a:lnTo>
                  <a:pt x="2810" y="1058"/>
                </a:lnTo>
                <a:lnTo>
                  <a:pt x="2808" y="1059"/>
                </a:lnTo>
                <a:lnTo>
                  <a:pt x="2806" y="1058"/>
                </a:lnTo>
                <a:lnTo>
                  <a:pt x="2805" y="1059"/>
                </a:lnTo>
                <a:lnTo>
                  <a:pt x="2804" y="1059"/>
                </a:lnTo>
                <a:lnTo>
                  <a:pt x="2802" y="1060"/>
                </a:lnTo>
                <a:lnTo>
                  <a:pt x="2801" y="1060"/>
                </a:lnTo>
                <a:lnTo>
                  <a:pt x="2800" y="1060"/>
                </a:lnTo>
                <a:lnTo>
                  <a:pt x="2798" y="1059"/>
                </a:lnTo>
                <a:lnTo>
                  <a:pt x="2797" y="1059"/>
                </a:lnTo>
                <a:lnTo>
                  <a:pt x="2797" y="1060"/>
                </a:lnTo>
                <a:lnTo>
                  <a:pt x="2796" y="1061"/>
                </a:lnTo>
                <a:lnTo>
                  <a:pt x="2795" y="1062"/>
                </a:lnTo>
                <a:lnTo>
                  <a:pt x="2795" y="1063"/>
                </a:lnTo>
                <a:lnTo>
                  <a:pt x="2794" y="1064"/>
                </a:lnTo>
                <a:lnTo>
                  <a:pt x="2793" y="1064"/>
                </a:lnTo>
                <a:lnTo>
                  <a:pt x="2793" y="1065"/>
                </a:lnTo>
                <a:lnTo>
                  <a:pt x="2793" y="1066"/>
                </a:lnTo>
                <a:lnTo>
                  <a:pt x="2793" y="1067"/>
                </a:lnTo>
                <a:lnTo>
                  <a:pt x="2793" y="1068"/>
                </a:lnTo>
                <a:lnTo>
                  <a:pt x="2794" y="1069"/>
                </a:lnTo>
                <a:lnTo>
                  <a:pt x="2794" y="1070"/>
                </a:lnTo>
                <a:lnTo>
                  <a:pt x="2796" y="1071"/>
                </a:lnTo>
                <a:lnTo>
                  <a:pt x="2796" y="1072"/>
                </a:lnTo>
                <a:lnTo>
                  <a:pt x="2797" y="1072"/>
                </a:lnTo>
                <a:lnTo>
                  <a:pt x="2797" y="1073"/>
                </a:lnTo>
                <a:lnTo>
                  <a:pt x="2798" y="1073"/>
                </a:lnTo>
                <a:lnTo>
                  <a:pt x="2798" y="1072"/>
                </a:lnTo>
                <a:lnTo>
                  <a:pt x="2799" y="1072"/>
                </a:lnTo>
                <a:lnTo>
                  <a:pt x="2800" y="1072"/>
                </a:lnTo>
                <a:lnTo>
                  <a:pt x="2801" y="1072"/>
                </a:lnTo>
                <a:lnTo>
                  <a:pt x="2802" y="1071"/>
                </a:lnTo>
                <a:lnTo>
                  <a:pt x="2803" y="1070"/>
                </a:lnTo>
                <a:lnTo>
                  <a:pt x="2804" y="1070"/>
                </a:lnTo>
                <a:lnTo>
                  <a:pt x="2806" y="1070"/>
                </a:lnTo>
                <a:lnTo>
                  <a:pt x="2807" y="1069"/>
                </a:lnTo>
                <a:lnTo>
                  <a:pt x="2808" y="1069"/>
                </a:lnTo>
                <a:lnTo>
                  <a:pt x="2809" y="1069"/>
                </a:lnTo>
                <a:lnTo>
                  <a:pt x="2810" y="1069"/>
                </a:lnTo>
                <a:lnTo>
                  <a:pt x="2812" y="1067"/>
                </a:lnTo>
                <a:lnTo>
                  <a:pt x="2813" y="1067"/>
                </a:lnTo>
                <a:lnTo>
                  <a:pt x="2814" y="1067"/>
                </a:lnTo>
                <a:lnTo>
                  <a:pt x="2815" y="1067"/>
                </a:lnTo>
                <a:lnTo>
                  <a:pt x="2815" y="1066"/>
                </a:lnTo>
                <a:lnTo>
                  <a:pt x="2815" y="1065"/>
                </a:lnTo>
                <a:lnTo>
                  <a:pt x="2815" y="1064"/>
                </a:lnTo>
                <a:lnTo>
                  <a:pt x="2816" y="1064"/>
                </a:lnTo>
                <a:lnTo>
                  <a:pt x="2816" y="1063"/>
                </a:lnTo>
                <a:lnTo>
                  <a:pt x="2817" y="1063"/>
                </a:lnTo>
                <a:lnTo>
                  <a:pt x="2817" y="1062"/>
                </a:lnTo>
                <a:lnTo>
                  <a:pt x="2817" y="1061"/>
                </a:lnTo>
                <a:lnTo>
                  <a:pt x="2818" y="1061"/>
                </a:lnTo>
                <a:lnTo>
                  <a:pt x="2818" y="1062"/>
                </a:lnTo>
                <a:lnTo>
                  <a:pt x="2819" y="1062"/>
                </a:lnTo>
                <a:lnTo>
                  <a:pt x="2820" y="1062"/>
                </a:lnTo>
                <a:lnTo>
                  <a:pt x="2821" y="1062"/>
                </a:lnTo>
                <a:lnTo>
                  <a:pt x="2821" y="1063"/>
                </a:lnTo>
                <a:lnTo>
                  <a:pt x="2821" y="1066"/>
                </a:lnTo>
                <a:lnTo>
                  <a:pt x="2821" y="1067"/>
                </a:lnTo>
                <a:lnTo>
                  <a:pt x="2821" y="1068"/>
                </a:lnTo>
                <a:lnTo>
                  <a:pt x="2821" y="1069"/>
                </a:lnTo>
                <a:lnTo>
                  <a:pt x="2820" y="1069"/>
                </a:lnTo>
                <a:lnTo>
                  <a:pt x="2820" y="1070"/>
                </a:lnTo>
                <a:lnTo>
                  <a:pt x="2820" y="1071"/>
                </a:lnTo>
                <a:lnTo>
                  <a:pt x="2821" y="1071"/>
                </a:lnTo>
                <a:lnTo>
                  <a:pt x="2822" y="1073"/>
                </a:lnTo>
                <a:lnTo>
                  <a:pt x="2822" y="1075"/>
                </a:lnTo>
                <a:lnTo>
                  <a:pt x="2822" y="1076"/>
                </a:lnTo>
                <a:lnTo>
                  <a:pt x="2822" y="1077"/>
                </a:lnTo>
                <a:lnTo>
                  <a:pt x="2822" y="1078"/>
                </a:lnTo>
                <a:lnTo>
                  <a:pt x="2822" y="1079"/>
                </a:lnTo>
                <a:lnTo>
                  <a:pt x="2822" y="1080"/>
                </a:lnTo>
                <a:lnTo>
                  <a:pt x="2822" y="1081"/>
                </a:lnTo>
                <a:lnTo>
                  <a:pt x="2823" y="1082"/>
                </a:lnTo>
                <a:lnTo>
                  <a:pt x="2823" y="1084"/>
                </a:lnTo>
                <a:lnTo>
                  <a:pt x="2823" y="1085"/>
                </a:lnTo>
                <a:lnTo>
                  <a:pt x="2824" y="1086"/>
                </a:lnTo>
                <a:lnTo>
                  <a:pt x="2825" y="1086"/>
                </a:lnTo>
                <a:lnTo>
                  <a:pt x="2825" y="1087"/>
                </a:lnTo>
                <a:lnTo>
                  <a:pt x="2825" y="1088"/>
                </a:lnTo>
                <a:lnTo>
                  <a:pt x="2824" y="1088"/>
                </a:lnTo>
                <a:lnTo>
                  <a:pt x="2823" y="1089"/>
                </a:lnTo>
                <a:lnTo>
                  <a:pt x="2824" y="1090"/>
                </a:lnTo>
                <a:lnTo>
                  <a:pt x="2825" y="1091"/>
                </a:lnTo>
                <a:lnTo>
                  <a:pt x="2825" y="1092"/>
                </a:lnTo>
                <a:lnTo>
                  <a:pt x="2825" y="1093"/>
                </a:lnTo>
                <a:lnTo>
                  <a:pt x="2826" y="1094"/>
                </a:lnTo>
                <a:lnTo>
                  <a:pt x="2827" y="1094"/>
                </a:lnTo>
                <a:lnTo>
                  <a:pt x="2828" y="1095"/>
                </a:lnTo>
                <a:lnTo>
                  <a:pt x="2828" y="1096"/>
                </a:lnTo>
                <a:lnTo>
                  <a:pt x="2829" y="1096"/>
                </a:lnTo>
                <a:lnTo>
                  <a:pt x="2829" y="1097"/>
                </a:lnTo>
                <a:lnTo>
                  <a:pt x="2830" y="1097"/>
                </a:lnTo>
                <a:lnTo>
                  <a:pt x="2830" y="1099"/>
                </a:lnTo>
                <a:lnTo>
                  <a:pt x="2831" y="1099"/>
                </a:lnTo>
                <a:lnTo>
                  <a:pt x="2831" y="1098"/>
                </a:lnTo>
                <a:lnTo>
                  <a:pt x="2832" y="1098"/>
                </a:lnTo>
                <a:lnTo>
                  <a:pt x="2833" y="1099"/>
                </a:lnTo>
                <a:lnTo>
                  <a:pt x="2834" y="1099"/>
                </a:lnTo>
                <a:lnTo>
                  <a:pt x="2834" y="1098"/>
                </a:lnTo>
                <a:lnTo>
                  <a:pt x="2835" y="1098"/>
                </a:lnTo>
                <a:lnTo>
                  <a:pt x="2836" y="1099"/>
                </a:lnTo>
                <a:lnTo>
                  <a:pt x="2836" y="1100"/>
                </a:lnTo>
                <a:lnTo>
                  <a:pt x="2837" y="1100"/>
                </a:lnTo>
                <a:lnTo>
                  <a:pt x="2838" y="1100"/>
                </a:lnTo>
                <a:lnTo>
                  <a:pt x="2839" y="1100"/>
                </a:lnTo>
                <a:lnTo>
                  <a:pt x="2839" y="1099"/>
                </a:lnTo>
                <a:lnTo>
                  <a:pt x="2838" y="1097"/>
                </a:lnTo>
                <a:lnTo>
                  <a:pt x="2838" y="1096"/>
                </a:lnTo>
                <a:lnTo>
                  <a:pt x="2839" y="1094"/>
                </a:lnTo>
                <a:lnTo>
                  <a:pt x="2840" y="1093"/>
                </a:lnTo>
                <a:lnTo>
                  <a:pt x="2841" y="1093"/>
                </a:lnTo>
                <a:lnTo>
                  <a:pt x="2842" y="1093"/>
                </a:lnTo>
                <a:lnTo>
                  <a:pt x="2843" y="1093"/>
                </a:lnTo>
                <a:lnTo>
                  <a:pt x="2844" y="1093"/>
                </a:lnTo>
                <a:lnTo>
                  <a:pt x="2845" y="1094"/>
                </a:lnTo>
                <a:lnTo>
                  <a:pt x="2845" y="1093"/>
                </a:lnTo>
                <a:lnTo>
                  <a:pt x="2846" y="1093"/>
                </a:lnTo>
                <a:lnTo>
                  <a:pt x="2848" y="1096"/>
                </a:lnTo>
                <a:lnTo>
                  <a:pt x="2849" y="1097"/>
                </a:lnTo>
                <a:lnTo>
                  <a:pt x="2849" y="1099"/>
                </a:lnTo>
                <a:lnTo>
                  <a:pt x="2850" y="1099"/>
                </a:lnTo>
                <a:lnTo>
                  <a:pt x="2851" y="1099"/>
                </a:lnTo>
                <a:lnTo>
                  <a:pt x="2851" y="1098"/>
                </a:lnTo>
                <a:lnTo>
                  <a:pt x="2851" y="1099"/>
                </a:lnTo>
                <a:lnTo>
                  <a:pt x="2852" y="1099"/>
                </a:lnTo>
                <a:lnTo>
                  <a:pt x="2852" y="1100"/>
                </a:lnTo>
                <a:lnTo>
                  <a:pt x="2851" y="1100"/>
                </a:lnTo>
                <a:lnTo>
                  <a:pt x="2851" y="1101"/>
                </a:lnTo>
                <a:lnTo>
                  <a:pt x="2851" y="1102"/>
                </a:lnTo>
                <a:lnTo>
                  <a:pt x="2851" y="1103"/>
                </a:lnTo>
                <a:lnTo>
                  <a:pt x="2850" y="1105"/>
                </a:lnTo>
                <a:lnTo>
                  <a:pt x="2850" y="1106"/>
                </a:lnTo>
                <a:lnTo>
                  <a:pt x="2850" y="1107"/>
                </a:lnTo>
                <a:lnTo>
                  <a:pt x="2851" y="1107"/>
                </a:lnTo>
                <a:lnTo>
                  <a:pt x="2851" y="1108"/>
                </a:lnTo>
                <a:lnTo>
                  <a:pt x="2852" y="1109"/>
                </a:lnTo>
                <a:lnTo>
                  <a:pt x="2852" y="1110"/>
                </a:lnTo>
                <a:lnTo>
                  <a:pt x="2852" y="1111"/>
                </a:lnTo>
                <a:lnTo>
                  <a:pt x="2852" y="1114"/>
                </a:lnTo>
                <a:lnTo>
                  <a:pt x="2852" y="1116"/>
                </a:lnTo>
                <a:lnTo>
                  <a:pt x="2852" y="1118"/>
                </a:lnTo>
                <a:lnTo>
                  <a:pt x="2852" y="1119"/>
                </a:lnTo>
                <a:lnTo>
                  <a:pt x="2851" y="1119"/>
                </a:lnTo>
                <a:lnTo>
                  <a:pt x="2850" y="1120"/>
                </a:lnTo>
                <a:lnTo>
                  <a:pt x="2850" y="1119"/>
                </a:lnTo>
                <a:lnTo>
                  <a:pt x="2849" y="1119"/>
                </a:lnTo>
                <a:lnTo>
                  <a:pt x="2848" y="1120"/>
                </a:lnTo>
                <a:lnTo>
                  <a:pt x="2848" y="1121"/>
                </a:lnTo>
                <a:lnTo>
                  <a:pt x="2847" y="1121"/>
                </a:lnTo>
                <a:lnTo>
                  <a:pt x="2846" y="1122"/>
                </a:lnTo>
                <a:lnTo>
                  <a:pt x="2846" y="1124"/>
                </a:lnTo>
                <a:lnTo>
                  <a:pt x="2846" y="1125"/>
                </a:lnTo>
                <a:lnTo>
                  <a:pt x="2847" y="1126"/>
                </a:lnTo>
                <a:lnTo>
                  <a:pt x="2847" y="1127"/>
                </a:lnTo>
                <a:lnTo>
                  <a:pt x="2848" y="1128"/>
                </a:lnTo>
                <a:lnTo>
                  <a:pt x="2849" y="1128"/>
                </a:lnTo>
                <a:lnTo>
                  <a:pt x="2850" y="1129"/>
                </a:lnTo>
                <a:lnTo>
                  <a:pt x="2851" y="1129"/>
                </a:lnTo>
                <a:lnTo>
                  <a:pt x="2851" y="1130"/>
                </a:lnTo>
                <a:lnTo>
                  <a:pt x="2851" y="1131"/>
                </a:lnTo>
                <a:lnTo>
                  <a:pt x="2850" y="1131"/>
                </a:lnTo>
                <a:lnTo>
                  <a:pt x="2849" y="1131"/>
                </a:lnTo>
                <a:lnTo>
                  <a:pt x="2848" y="1131"/>
                </a:lnTo>
                <a:lnTo>
                  <a:pt x="2848" y="1132"/>
                </a:lnTo>
                <a:lnTo>
                  <a:pt x="2847" y="1132"/>
                </a:lnTo>
                <a:lnTo>
                  <a:pt x="2847" y="1131"/>
                </a:lnTo>
                <a:lnTo>
                  <a:pt x="2846" y="1130"/>
                </a:lnTo>
                <a:lnTo>
                  <a:pt x="2845" y="1130"/>
                </a:lnTo>
                <a:lnTo>
                  <a:pt x="2845" y="1131"/>
                </a:lnTo>
                <a:lnTo>
                  <a:pt x="2844" y="1131"/>
                </a:lnTo>
                <a:lnTo>
                  <a:pt x="2843" y="1131"/>
                </a:lnTo>
                <a:lnTo>
                  <a:pt x="2842" y="1130"/>
                </a:lnTo>
                <a:lnTo>
                  <a:pt x="2841" y="1131"/>
                </a:lnTo>
                <a:lnTo>
                  <a:pt x="2840" y="1132"/>
                </a:lnTo>
                <a:lnTo>
                  <a:pt x="2839" y="1133"/>
                </a:lnTo>
                <a:lnTo>
                  <a:pt x="2838" y="1134"/>
                </a:lnTo>
                <a:lnTo>
                  <a:pt x="2837" y="1135"/>
                </a:lnTo>
                <a:lnTo>
                  <a:pt x="2836" y="1138"/>
                </a:lnTo>
                <a:lnTo>
                  <a:pt x="2836" y="1139"/>
                </a:lnTo>
                <a:lnTo>
                  <a:pt x="2836" y="1141"/>
                </a:lnTo>
                <a:lnTo>
                  <a:pt x="2835" y="1142"/>
                </a:lnTo>
                <a:lnTo>
                  <a:pt x="2834" y="1142"/>
                </a:lnTo>
                <a:lnTo>
                  <a:pt x="2834" y="1143"/>
                </a:lnTo>
                <a:lnTo>
                  <a:pt x="2835" y="1145"/>
                </a:lnTo>
                <a:lnTo>
                  <a:pt x="2835" y="1146"/>
                </a:lnTo>
                <a:lnTo>
                  <a:pt x="2837" y="1146"/>
                </a:lnTo>
                <a:lnTo>
                  <a:pt x="2839" y="1147"/>
                </a:lnTo>
                <a:lnTo>
                  <a:pt x="2839" y="1148"/>
                </a:lnTo>
                <a:lnTo>
                  <a:pt x="2840" y="1148"/>
                </a:lnTo>
                <a:lnTo>
                  <a:pt x="2841" y="1148"/>
                </a:lnTo>
                <a:lnTo>
                  <a:pt x="2842" y="1149"/>
                </a:lnTo>
                <a:lnTo>
                  <a:pt x="2841" y="1150"/>
                </a:lnTo>
                <a:lnTo>
                  <a:pt x="2841" y="1151"/>
                </a:lnTo>
                <a:lnTo>
                  <a:pt x="2841" y="1152"/>
                </a:lnTo>
                <a:lnTo>
                  <a:pt x="2841" y="1153"/>
                </a:lnTo>
                <a:lnTo>
                  <a:pt x="2843" y="1155"/>
                </a:lnTo>
                <a:lnTo>
                  <a:pt x="2843" y="1156"/>
                </a:lnTo>
                <a:lnTo>
                  <a:pt x="2843" y="1157"/>
                </a:lnTo>
                <a:lnTo>
                  <a:pt x="2842" y="1157"/>
                </a:lnTo>
                <a:lnTo>
                  <a:pt x="2842" y="1158"/>
                </a:lnTo>
                <a:lnTo>
                  <a:pt x="2843" y="1160"/>
                </a:lnTo>
                <a:lnTo>
                  <a:pt x="2843" y="1161"/>
                </a:lnTo>
                <a:lnTo>
                  <a:pt x="2844" y="1164"/>
                </a:lnTo>
                <a:lnTo>
                  <a:pt x="2845" y="1166"/>
                </a:lnTo>
                <a:lnTo>
                  <a:pt x="2845" y="1167"/>
                </a:lnTo>
                <a:lnTo>
                  <a:pt x="2846" y="1167"/>
                </a:lnTo>
                <a:lnTo>
                  <a:pt x="2847" y="1167"/>
                </a:lnTo>
                <a:lnTo>
                  <a:pt x="2849" y="1170"/>
                </a:lnTo>
                <a:lnTo>
                  <a:pt x="2849" y="1171"/>
                </a:lnTo>
                <a:lnTo>
                  <a:pt x="2848" y="1171"/>
                </a:lnTo>
                <a:lnTo>
                  <a:pt x="2847" y="1172"/>
                </a:lnTo>
                <a:lnTo>
                  <a:pt x="2847" y="1173"/>
                </a:lnTo>
                <a:lnTo>
                  <a:pt x="2849" y="1174"/>
                </a:lnTo>
                <a:lnTo>
                  <a:pt x="2850" y="1175"/>
                </a:lnTo>
                <a:lnTo>
                  <a:pt x="2852" y="1175"/>
                </a:lnTo>
                <a:lnTo>
                  <a:pt x="2852" y="1176"/>
                </a:lnTo>
                <a:lnTo>
                  <a:pt x="2852" y="1177"/>
                </a:lnTo>
                <a:lnTo>
                  <a:pt x="2853" y="1178"/>
                </a:lnTo>
                <a:lnTo>
                  <a:pt x="2855" y="1181"/>
                </a:lnTo>
                <a:lnTo>
                  <a:pt x="2856" y="1182"/>
                </a:lnTo>
                <a:lnTo>
                  <a:pt x="2856" y="1183"/>
                </a:lnTo>
                <a:lnTo>
                  <a:pt x="2856" y="1184"/>
                </a:lnTo>
                <a:lnTo>
                  <a:pt x="2856" y="1185"/>
                </a:lnTo>
                <a:lnTo>
                  <a:pt x="2860" y="1187"/>
                </a:lnTo>
                <a:lnTo>
                  <a:pt x="2863" y="1187"/>
                </a:lnTo>
                <a:lnTo>
                  <a:pt x="2865" y="1187"/>
                </a:lnTo>
                <a:lnTo>
                  <a:pt x="2866" y="1187"/>
                </a:lnTo>
                <a:lnTo>
                  <a:pt x="2867" y="1186"/>
                </a:lnTo>
                <a:lnTo>
                  <a:pt x="2868" y="1185"/>
                </a:lnTo>
                <a:lnTo>
                  <a:pt x="2868" y="1182"/>
                </a:lnTo>
                <a:lnTo>
                  <a:pt x="2869" y="1182"/>
                </a:lnTo>
                <a:lnTo>
                  <a:pt x="2870" y="1182"/>
                </a:lnTo>
                <a:lnTo>
                  <a:pt x="2871" y="1182"/>
                </a:lnTo>
                <a:lnTo>
                  <a:pt x="2873" y="1182"/>
                </a:lnTo>
                <a:lnTo>
                  <a:pt x="2873" y="1181"/>
                </a:lnTo>
                <a:lnTo>
                  <a:pt x="2874" y="1179"/>
                </a:lnTo>
                <a:lnTo>
                  <a:pt x="2875" y="1179"/>
                </a:lnTo>
                <a:lnTo>
                  <a:pt x="2892" y="1185"/>
                </a:lnTo>
                <a:lnTo>
                  <a:pt x="2895" y="1186"/>
                </a:lnTo>
                <a:lnTo>
                  <a:pt x="2900" y="1188"/>
                </a:lnTo>
                <a:lnTo>
                  <a:pt x="2901" y="1189"/>
                </a:lnTo>
                <a:lnTo>
                  <a:pt x="2902" y="1189"/>
                </a:lnTo>
                <a:lnTo>
                  <a:pt x="2903" y="1192"/>
                </a:lnTo>
                <a:lnTo>
                  <a:pt x="2903" y="1193"/>
                </a:lnTo>
                <a:lnTo>
                  <a:pt x="2903" y="1194"/>
                </a:lnTo>
                <a:lnTo>
                  <a:pt x="2903" y="1195"/>
                </a:lnTo>
                <a:lnTo>
                  <a:pt x="2904" y="1195"/>
                </a:lnTo>
                <a:lnTo>
                  <a:pt x="2904" y="1198"/>
                </a:lnTo>
                <a:lnTo>
                  <a:pt x="2905" y="1199"/>
                </a:lnTo>
                <a:lnTo>
                  <a:pt x="2905" y="1201"/>
                </a:lnTo>
                <a:lnTo>
                  <a:pt x="2906" y="1203"/>
                </a:lnTo>
                <a:lnTo>
                  <a:pt x="2908" y="1204"/>
                </a:lnTo>
                <a:lnTo>
                  <a:pt x="2908" y="1205"/>
                </a:lnTo>
                <a:lnTo>
                  <a:pt x="2910" y="1204"/>
                </a:lnTo>
                <a:lnTo>
                  <a:pt x="2910" y="1203"/>
                </a:lnTo>
                <a:lnTo>
                  <a:pt x="2913" y="1199"/>
                </a:lnTo>
                <a:lnTo>
                  <a:pt x="2913" y="1198"/>
                </a:lnTo>
                <a:lnTo>
                  <a:pt x="2913" y="1197"/>
                </a:lnTo>
                <a:lnTo>
                  <a:pt x="2914" y="1197"/>
                </a:lnTo>
                <a:lnTo>
                  <a:pt x="2914" y="1196"/>
                </a:lnTo>
                <a:lnTo>
                  <a:pt x="2913" y="1194"/>
                </a:lnTo>
                <a:lnTo>
                  <a:pt x="2914" y="1192"/>
                </a:lnTo>
                <a:lnTo>
                  <a:pt x="2916" y="1187"/>
                </a:lnTo>
                <a:lnTo>
                  <a:pt x="2917" y="1185"/>
                </a:lnTo>
                <a:lnTo>
                  <a:pt x="2919" y="1183"/>
                </a:lnTo>
                <a:lnTo>
                  <a:pt x="2923" y="1177"/>
                </a:lnTo>
                <a:lnTo>
                  <a:pt x="2924" y="1177"/>
                </a:lnTo>
                <a:lnTo>
                  <a:pt x="2927" y="1176"/>
                </a:lnTo>
                <a:lnTo>
                  <a:pt x="2928" y="1176"/>
                </a:lnTo>
                <a:lnTo>
                  <a:pt x="2932" y="1177"/>
                </a:lnTo>
                <a:lnTo>
                  <a:pt x="2936" y="1178"/>
                </a:lnTo>
                <a:lnTo>
                  <a:pt x="2937" y="1178"/>
                </a:lnTo>
                <a:lnTo>
                  <a:pt x="2938" y="1178"/>
                </a:lnTo>
                <a:lnTo>
                  <a:pt x="2939" y="1180"/>
                </a:lnTo>
                <a:lnTo>
                  <a:pt x="2939" y="1181"/>
                </a:lnTo>
                <a:lnTo>
                  <a:pt x="2939" y="1182"/>
                </a:lnTo>
                <a:lnTo>
                  <a:pt x="2938" y="1184"/>
                </a:lnTo>
                <a:lnTo>
                  <a:pt x="2938" y="1185"/>
                </a:lnTo>
                <a:lnTo>
                  <a:pt x="2939" y="1187"/>
                </a:lnTo>
                <a:lnTo>
                  <a:pt x="2940" y="1187"/>
                </a:lnTo>
                <a:lnTo>
                  <a:pt x="2940" y="1188"/>
                </a:lnTo>
                <a:lnTo>
                  <a:pt x="2944" y="1194"/>
                </a:lnTo>
                <a:lnTo>
                  <a:pt x="2946" y="1196"/>
                </a:lnTo>
                <a:lnTo>
                  <a:pt x="2947" y="1197"/>
                </a:lnTo>
                <a:lnTo>
                  <a:pt x="2948" y="1197"/>
                </a:lnTo>
                <a:lnTo>
                  <a:pt x="2951" y="1199"/>
                </a:lnTo>
                <a:lnTo>
                  <a:pt x="2955" y="1202"/>
                </a:lnTo>
                <a:lnTo>
                  <a:pt x="2957" y="1204"/>
                </a:lnTo>
                <a:lnTo>
                  <a:pt x="2957" y="1205"/>
                </a:lnTo>
                <a:lnTo>
                  <a:pt x="2958" y="1206"/>
                </a:lnTo>
                <a:lnTo>
                  <a:pt x="2959" y="1206"/>
                </a:lnTo>
                <a:lnTo>
                  <a:pt x="2961" y="1206"/>
                </a:lnTo>
                <a:lnTo>
                  <a:pt x="2962" y="1206"/>
                </a:lnTo>
                <a:lnTo>
                  <a:pt x="2963" y="1207"/>
                </a:lnTo>
                <a:lnTo>
                  <a:pt x="2963" y="1208"/>
                </a:lnTo>
                <a:lnTo>
                  <a:pt x="2963" y="1210"/>
                </a:lnTo>
                <a:lnTo>
                  <a:pt x="2963" y="1211"/>
                </a:lnTo>
                <a:lnTo>
                  <a:pt x="2963" y="1212"/>
                </a:lnTo>
                <a:lnTo>
                  <a:pt x="2963" y="1214"/>
                </a:lnTo>
                <a:lnTo>
                  <a:pt x="2964" y="1215"/>
                </a:lnTo>
                <a:lnTo>
                  <a:pt x="2963" y="1219"/>
                </a:lnTo>
                <a:lnTo>
                  <a:pt x="2963" y="1223"/>
                </a:lnTo>
                <a:lnTo>
                  <a:pt x="2963" y="1225"/>
                </a:lnTo>
                <a:lnTo>
                  <a:pt x="2963" y="1226"/>
                </a:lnTo>
                <a:lnTo>
                  <a:pt x="2964" y="1226"/>
                </a:lnTo>
                <a:lnTo>
                  <a:pt x="2964" y="1227"/>
                </a:lnTo>
                <a:lnTo>
                  <a:pt x="2966" y="1226"/>
                </a:lnTo>
                <a:lnTo>
                  <a:pt x="2967" y="1226"/>
                </a:lnTo>
                <a:lnTo>
                  <a:pt x="2969" y="1226"/>
                </a:lnTo>
                <a:lnTo>
                  <a:pt x="2970" y="1226"/>
                </a:lnTo>
                <a:lnTo>
                  <a:pt x="2970" y="1227"/>
                </a:lnTo>
                <a:lnTo>
                  <a:pt x="2972" y="1227"/>
                </a:lnTo>
                <a:lnTo>
                  <a:pt x="2973" y="1227"/>
                </a:lnTo>
                <a:lnTo>
                  <a:pt x="2974" y="1226"/>
                </a:lnTo>
                <a:lnTo>
                  <a:pt x="2974" y="1225"/>
                </a:lnTo>
                <a:lnTo>
                  <a:pt x="2974" y="1224"/>
                </a:lnTo>
                <a:lnTo>
                  <a:pt x="2974" y="1223"/>
                </a:lnTo>
                <a:lnTo>
                  <a:pt x="2975" y="1223"/>
                </a:lnTo>
                <a:lnTo>
                  <a:pt x="2976" y="1222"/>
                </a:lnTo>
                <a:lnTo>
                  <a:pt x="2976" y="1220"/>
                </a:lnTo>
                <a:lnTo>
                  <a:pt x="2976" y="1219"/>
                </a:lnTo>
                <a:lnTo>
                  <a:pt x="2975" y="1217"/>
                </a:lnTo>
                <a:lnTo>
                  <a:pt x="2976" y="1216"/>
                </a:lnTo>
                <a:lnTo>
                  <a:pt x="2977" y="1216"/>
                </a:lnTo>
                <a:lnTo>
                  <a:pt x="2978" y="1216"/>
                </a:lnTo>
                <a:lnTo>
                  <a:pt x="2980" y="1216"/>
                </a:lnTo>
                <a:lnTo>
                  <a:pt x="2981" y="1214"/>
                </a:lnTo>
                <a:lnTo>
                  <a:pt x="2980" y="1213"/>
                </a:lnTo>
                <a:lnTo>
                  <a:pt x="2980" y="1212"/>
                </a:lnTo>
                <a:lnTo>
                  <a:pt x="2980" y="1211"/>
                </a:lnTo>
                <a:lnTo>
                  <a:pt x="2981" y="1211"/>
                </a:lnTo>
                <a:lnTo>
                  <a:pt x="2981" y="1210"/>
                </a:lnTo>
                <a:lnTo>
                  <a:pt x="2982" y="1208"/>
                </a:lnTo>
                <a:lnTo>
                  <a:pt x="2981" y="1208"/>
                </a:lnTo>
                <a:lnTo>
                  <a:pt x="2980" y="1206"/>
                </a:lnTo>
                <a:lnTo>
                  <a:pt x="2979" y="1204"/>
                </a:lnTo>
                <a:lnTo>
                  <a:pt x="2979" y="1202"/>
                </a:lnTo>
                <a:lnTo>
                  <a:pt x="2977" y="1201"/>
                </a:lnTo>
                <a:lnTo>
                  <a:pt x="2977" y="1199"/>
                </a:lnTo>
                <a:lnTo>
                  <a:pt x="2977" y="1197"/>
                </a:lnTo>
                <a:lnTo>
                  <a:pt x="2979" y="1196"/>
                </a:lnTo>
                <a:lnTo>
                  <a:pt x="2975" y="1193"/>
                </a:lnTo>
                <a:lnTo>
                  <a:pt x="2975" y="1192"/>
                </a:lnTo>
                <a:lnTo>
                  <a:pt x="2972" y="1191"/>
                </a:lnTo>
                <a:lnTo>
                  <a:pt x="2971" y="1190"/>
                </a:lnTo>
                <a:lnTo>
                  <a:pt x="2970" y="1190"/>
                </a:lnTo>
                <a:lnTo>
                  <a:pt x="2970" y="1189"/>
                </a:lnTo>
                <a:lnTo>
                  <a:pt x="2970" y="1188"/>
                </a:lnTo>
                <a:lnTo>
                  <a:pt x="2971" y="1187"/>
                </a:lnTo>
                <a:lnTo>
                  <a:pt x="2971" y="1186"/>
                </a:lnTo>
                <a:lnTo>
                  <a:pt x="2971" y="1183"/>
                </a:lnTo>
                <a:lnTo>
                  <a:pt x="2971" y="1182"/>
                </a:lnTo>
                <a:lnTo>
                  <a:pt x="2971" y="1180"/>
                </a:lnTo>
                <a:lnTo>
                  <a:pt x="2972" y="1177"/>
                </a:lnTo>
                <a:lnTo>
                  <a:pt x="2974" y="1177"/>
                </a:lnTo>
                <a:lnTo>
                  <a:pt x="2975" y="1177"/>
                </a:lnTo>
                <a:lnTo>
                  <a:pt x="2976" y="1176"/>
                </a:lnTo>
                <a:lnTo>
                  <a:pt x="2976" y="1175"/>
                </a:lnTo>
                <a:lnTo>
                  <a:pt x="2977" y="1174"/>
                </a:lnTo>
                <a:lnTo>
                  <a:pt x="2978" y="1170"/>
                </a:lnTo>
                <a:lnTo>
                  <a:pt x="2978" y="1169"/>
                </a:lnTo>
                <a:lnTo>
                  <a:pt x="2977" y="1169"/>
                </a:lnTo>
                <a:lnTo>
                  <a:pt x="2976" y="1168"/>
                </a:lnTo>
                <a:lnTo>
                  <a:pt x="2976" y="1167"/>
                </a:lnTo>
                <a:lnTo>
                  <a:pt x="2974" y="1163"/>
                </a:lnTo>
                <a:lnTo>
                  <a:pt x="2975" y="1163"/>
                </a:lnTo>
                <a:lnTo>
                  <a:pt x="2977" y="1163"/>
                </a:lnTo>
                <a:lnTo>
                  <a:pt x="2978" y="1164"/>
                </a:lnTo>
                <a:lnTo>
                  <a:pt x="2979" y="1163"/>
                </a:lnTo>
                <a:lnTo>
                  <a:pt x="2983" y="1162"/>
                </a:lnTo>
                <a:lnTo>
                  <a:pt x="2983" y="1161"/>
                </a:lnTo>
                <a:lnTo>
                  <a:pt x="2984" y="1159"/>
                </a:lnTo>
                <a:lnTo>
                  <a:pt x="2986" y="1159"/>
                </a:lnTo>
                <a:lnTo>
                  <a:pt x="2988" y="1161"/>
                </a:lnTo>
                <a:lnTo>
                  <a:pt x="2990" y="1161"/>
                </a:lnTo>
                <a:lnTo>
                  <a:pt x="2992" y="1162"/>
                </a:lnTo>
                <a:lnTo>
                  <a:pt x="3003" y="1163"/>
                </a:lnTo>
                <a:lnTo>
                  <a:pt x="3005" y="1162"/>
                </a:lnTo>
                <a:lnTo>
                  <a:pt x="3008" y="1162"/>
                </a:lnTo>
                <a:lnTo>
                  <a:pt x="3009" y="1163"/>
                </a:lnTo>
                <a:lnTo>
                  <a:pt x="3010" y="1169"/>
                </a:lnTo>
                <a:lnTo>
                  <a:pt x="3010" y="1170"/>
                </a:lnTo>
                <a:lnTo>
                  <a:pt x="3010" y="1171"/>
                </a:lnTo>
                <a:lnTo>
                  <a:pt x="3010" y="1172"/>
                </a:lnTo>
                <a:lnTo>
                  <a:pt x="3010" y="1173"/>
                </a:lnTo>
                <a:lnTo>
                  <a:pt x="3010" y="1174"/>
                </a:lnTo>
                <a:lnTo>
                  <a:pt x="3011" y="1177"/>
                </a:lnTo>
                <a:lnTo>
                  <a:pt x="3011" y="1179"/>
                </a:lnTo>
                <a:lnTo>
                  <a:pt x="3011" y="1181"/>
                </a:lnTo>
                <a:lnTo>
                  <a:pt x="3013" y="1182"/>
                </a:lnTo>
                <a:lnTo>
                  <a:pt x="3014" y="1182"/>
                </a:lnTo>
                <a:lnTo>
                  <a:pt x="3014" y="1183"/>
                </a:lnTo>
                <a:lnTo>
                  <a:pt x="3014" y="1184"/>
                </a:lnTo>
                <a:lnTo>
                  <a:pt x="3014" y="1185"/>
                </a:lnTo>
                <a:lnTo>
                  <a:pt x="3014" y="1186"/>
                </a:lnTo>
                <a:lnTo>
                  <a:pt x="3014" y="1188"/>
                </a:lnTo>
                <a:lnTo>
                  <a:pt x="3014" y="1189"/>
                </a:lnTo>
                <a:lnTo>
                  <a:pt x="3015" y="1190"/>
                </a:lnTo>
                <a:lnTo>
                  <a:pt x="3019" y="1193"/>
                </a:lnTo>
                <a:lnTo>
                  <a:pt x="3019" y="1194"/>
                </a:lnTo>
                <a:lnTo>
                  <a:pt x="3020" y="1194"/>
                </a:lnTo>
                <a:lnTo>
                  <a:pt x="3021" y="1195"/>
                </a:lnTo>
                <a:lnTo>
                  <a:pt x="3021" y="1196"/>
                </a:lnTo>
                <a:lnTo>
                  <a:pt x="3023" y="1196"/>
                </a:lnTo>
                <a:lnTo>
                  <a:pt x="3024" y="1197"/>
                </a:lnTo>
                <a:lnTo>
                  <a:pt x="3024" y="1198"/>
                </a:lnTo>
                <a:lnTo>
                  <a:pt x="3026" y="1199"/>
                </a:lnTo>
                <a:lnTo>
                  <a:pt x="3027" y="1201"/>
                </a:lnTo>
                <a:lnTo>
                  <a:pt x="3029" y="1202"/>
                </a:lnTo>
                <a:lnTo>
                  <a:pt x="3030" y="1204"/>
                </a:lnTo>
                <a:lnTo>
                  <a:pt x="3032" y="1206"/>
                </a:lnTo>
                <a:lnTo>
                  <a:pt x="3033" y="1207"/>
                </a:lnTo>
                <a:lnTo>
                  <a:pt x="3034" y="1208"/>
                </a:lnTo>
                <a:lnTo>
                  <a:pt x="3036" y="1209"/>
                </a:lnTo>
                <a:lnTo>
                  <a:pt x="3036" y="1210"/>
                </a:lnTo>
                <a:lnTo>
                  <a:pt x="3037" y="1209"/>
                </a:lnTo>
                <a:lnTo>
                  <a:pt x="3041" y="1207"/>
                </a:lnTo>
                <a:lnTo>
                  <a:pt x="3043" y="1206"/>
                </a:lnTo>
                <a:lnTo>
                  <a:pt x="3044" y="1205"/>
                </a:lnTo>
                <a:lnTo>
                  <a:pt x="3045" y="1206"/>
                </a:lnTo>
                <a:lnTo>
                  <a:pt x="3046" y="1207"/>
                </a:lnTo>
                <a:lnTo>
                  <a:pt x="3046" y="1208"/>
                </a:lnTo>
                <a:lnTo>
                  <a:pt x="3047" y="1210"/>
                </a:lnTo>
                <a:lnTo>
                  <a:pt x="3049" y="1211"/>
                </a:lnTo>
                <a:lnTo>
                  <a:pt x="3051" y="1212"/>
                </a:lnTo>
                <a:lnTo>
                  <a:pt x="3053" y="1211"/>
                </a:lnTo>
                <a:lnTo>
                  <a:pt x="3053" y="1209"/>
                </a:lnTo>
                <a:lnTo>
                  <a:pt x="3053" y="1208"/>
                </a:lnTo>
                <a:lnTo>
                  <a:pt x="3054" y="1208"/>
                </a:lnTo>
                <a:lnTo>
                  <a:pt x="3056" y="1208"/>
                </a:lnTo>
                <a:lnTo>
                  <a:pt x="3057" y="1209"/>
                </a:lnTo>
                <a:lnTo>
                  <a:pt x="3058" y="1210"/>
                </a:lnTo>
                <a:lnTo>
                  <a:pt x="3058" y="1211"/>
                </a:lnTo>
                <a:lnTo>
                  <a:pt x="3059" y="1213"/>
                </a:lnTo>
                <a:lnTo>
                  <a:pt x="3060" y="1214"/>
                </a:lnTo>
                <a:lnTo>
                  <a:pt x="3061" y="1217"/>
                </a:lnTo>
                <a:lnTo>
                  <a:pt x="3063" y="1218"/>
                </a:lnTo>
                <a:lnTo>
                  <a:pt x="3064" y="1219"/>
                </a:lnTo>
                <a:lnTo>
                  <a:pt x="3066" y="1220"/>
                </a:lnTo>
                <a:lnTo>
                  <a:pt x="3067" y="1220"/>
                </a:lnTo>
                <a:lnTo>
                  <a:pt x="3070" y="1220"/>
                </a:lnTo>
                <a:lnTo>
                  <a:pt x="3072" y="1218"/>
                </a:lnTo>
                <a:lnTo>
                  <a:pt x="3072" y="1217"/>
                </a:lnTo>
                <a:lnTo>
                  <a:pt x="3073" y="1215"/>
                </a:lnTo>
                <a:lnTo>
                  <a:pt x="3075" y="1215"/>
                </a:lnTo>
                <a:lnTo>
                  <a:pt x="3076" y="1215"/>
                </a:lnTo>
                <a:lnTo>
                  <a:pt x="3077" y="1215"/>
                </a:lnTo>
                <a:lnTo>
                  <a:pt x="3079" y="1215"/>
                </a:lnTo>
                <a:lnTo>
                  <a:pt x="3081" y="1214"/>
                </a:lnTo>
                <a:lnTo>
                  <a:pt x="3082" y="1212"/>
                </a:lnTo>
                <a:lnTo>
                  <a:pt x="3083" y="1211"/>
                </a:lnTo>
                <a:lnTo>
                  <a:pt x="3083" y="1210"/>
                </a:lnTo>
                <a:lnTo>
                  <a:pt x="3081" y="1207"/>
                </a:lnTo>
                <a:lnTo>
                  <a:pt x="3080" y="1207"/>
                </a:lnTo>
                <a:lnTo>
                  <a:pt x="3079" y="1207"/>
                </a:lnTo>
                <a:lnTo>
                  <a:pt x="3078" y="1202"/>
                </a:lnTo>
                <a:lnTo>
                  <a:pt x="3076" y="1201"/>
                </a:lnTo>
                <a:lnTo>
                  <a:pt x="3076" y="1197"/>
                </a:lnTo>
                <a:lnTo>
                  <a:pt x="3077" y="1196"/>
                </a:lnTo>
                <a:lnTo>
                  <a:pt x="3077" y="1195"/>
                </a:lnTo>
                <a:lnTo>
                  <a:pt x="3076" y="1194"/>
                </a:lnTo>
                <a:lnTo>
                  <a:pt x="3072" y="1190"/>
                </a:lnTo>
                <a:lnTo>
                  <a:pt x="3071" y="1189"/>
                </a:lnTo>
                <a:lnTo>
                  <a:pt x="3071" y="1186"/>
                </a:lnTo>
                <a:lnTo>
                  <a:pt x="3071" y="1182"/>
                </a:lnTo>
                <a:lnTo>
                  <a:pt x="3071" y="1180"/>
                </a:lnTo>
                <a:lnTo>
                  <a:pt x="3072" y="1179"/>
                </a:lnTo>
                <a:lnTo>
                  <a:pt x="3073" y="1179"/>
                </a:lnTo>
                <a:lnTo>
                  <a:pt x="3075" y="1179"/>
                </a:lnTo>
                <a:lnTo>
                  <a:pt x="3077" y="1179"/>
                </a:lnTo>
                <a:lnTo>
                  <a:pt x="3078" y="1178"/>
                </a:lnTo>
                <a:lnTo>
                  <a:pt x="3078" y="1177"/>
                </a:lnTo>
                <a:lnTo>
                  <a:pt x="3080" y="1175"/>
                </a:lnTo>
                <a:lnTo>
                  <a:pt x="3080" y="1174"/>
                </a:lnTo>
                <a:lnTo>
                  <a:pt x="3080" y="1173"/>
                </a:lnTo>
                <a:lnTo>
                  <a:pt x="3079" y="1172"/>
                </a:lnTo>
                <a:lnTo>
                  <a:pt x="3077" y="1171"/>
                </a:lnTo>
                <a:lnTo>
                  <a:pt x="3076" y="1170"/>
                </a:lnTo>
                <a:lnTo>
                  <a:pt x="3075" y="1168"/>
                </a:lnTo>
                <a:lnTo>
                  <a:pt x="3076" y="1166"/>
                </a:lnTo>
                <a:lnTo>
                  <a:pt x="3075" y="1166"/>
                </a:lnTo>
                <a:lnTo>
                  <a:pt x="3075" y="1165"/>
                </a:lnTo>
                <a:lnTo>
                  <a:pt x="3074" y="1164"/>
                </a:lnTo>
                <a:lnTo>
                  <a:pt x="3072" y="1163"/>
                </a:lnTo>
                <a:lnTo>
                  <a:pt x="3071" y="1160"/>
                </a:lnTo>
                <a:lnTo>
                  <a:pt x="3071" y="1158"/>
                </a:lnTo>
                <a:lnTo>
                  <a:pt x="3070" y="1156"/>
                </a:lnTo>
                <a:lnTo>
                  <a:pt x="3070" y="1154"/>
                </a:lnTo>
                <a:lnTo>
                  <a:pt x="3070" y="1153"/>
                </a:lnTo>
                <a:lnTo>
                  <a:pt x="3071" y="1152"/>
                </a:lnTo>
                <a:lnTo>
                  <a:pt x="3071" y="1151"/>
                </a:lnTo>
                <a:lnTo>
                  <a:pt x="3070" y="1151"/>
                </a:lnTo>
                <a:lnTo>
                  <a:pt x="3069" y="1150"/>
                </a:lnTo>
                <a:lnTo>
                  <a:pt x="3068" y="1149"/>
                </a:lnTo>
                <a:lnTo>
                  <a:pt x="3067" y="1148"/>
                </a:lnTo>
                <a:lnTo>
                  <a:pt x="3067" y="1147"/>
                </a:lnTo>
                <a:lnTo>
                  <a:pt x="3068" y="1146"/>
                </a:lnTo>
                <a:lnTo>
                  <a:pt x="3069" y="1146"/>
                </a:lnTo>
                <a:lnTo>
                  <a:pt x="3070" y="1147"/>
                </a:lnTo>
                <a:lnTo>
                  <a:pt x="3071" y="1148"/>
                </a:lnTo>
                <a:lnTo>
                  <a:pt x="3071" y="1149"/>
                </a:lnTo>
                <a:lnTo>
                  <a:pt x="3072" y="1149"/>
                </a:lnTo>
                <a:lnTo>
                  <a:pt x="3073" y="1149"/>
                </a:lnTo>
                <a:lnTo>
                  <a:pt x="3074" y="1149"/>
                </a:lnTo>
                <a:lnTo>
                  <a:pt x="3075" y="1149"/>
                </a:lnTo>
                <a:lnTo>
                  <a:pt x="3075" y="1150"/>
                </a:lnTo>
                <a:lnTo>
                  <a:pt x="3076" y="1150"/>
                </a:lnTo>
                <a:lnTo>
                  <a:pt x="3078" y="1149"/>
                </a:lnTo>
                <a:lnTo>
                  <a:pt x="3079" y="1148"/>
                </a:lnTo>
                <a:lnTo>
                  <a:pt x="3080" y="1148"/>
                </a:lnTo>
                <a:lnTo>
                  <a:pt x="3081" y="1149"/>
                </a:lnTo>
                <a:lnTo>
                  <a:pt x="3081" y="1150"/>
                </a:lnTo>
                <a:lnTo>
                  <a:pt x="3082" y="1150"/>
                </a:lnTo>
                <a:lnTo>
                  <a:pt x="3083" y="1150"/>
                </a:lnTo>
                <a:lnTo>
                  <a:pt x="3084" y="1151"/>
                </a:lnTo>
                <a:lnTo>
                  <a:pt x="3085" y="1151"/>
                </a:lnTo>
                <a:lnTo>
                  <a:pt x="3085" y="1152"/>
                </a:lnTo>
                <a:lnTo>
                  <a:pt x="3085" y="1153"/>
                </a:lnTo>
                <a:lnTo>
                  <a:pt x="3086" y="1153"/>
                </a:lnTo>
                <a:lnTo>
                  <a:pt x="3087" y="1153"/>
                </a:lnTo>
                <a:lnTo>
                  <a:pt x="3087" y="1154"/>
                </a:lnTo>
                <a:lnTo>
                  <a:pt x="3088" y="1154"/>
                </a:lnTo>
                <a:lnTo>
                  <a:pt x="3088" y="1155"/>
                </a:lnTo>
                <a:lnTo>
                  <a:pt x="3088" y="1157"/>
                </a:lnTo>
                <a:lnTo>
                  <a:pt x="3088" y="1158"/>
                </a:lnTo>
                <a:lnTo>
                  <a:pt x="3089" y="1159"/>
                </a:lnTo>
                <a:lnTo>
                  <a:pt x="3091" y="1160"/>
                </a:lnTo>
                <a:lnTo>
                  <a:pt x="3092" y="1159"/>
                </a:lnTo>
                <a:lnTo>
                  <a:pt x="3091" y="1158"/>
                </a:lnTo>
                <a:lnTo>
                  <a:pt x="3091" y="1156"/>
                </a:lnTo>
                <a:lnTo>
                  <a:pt x="3091" y="1154"/>
                </a:lnTo>
                <a:lnTo>
                  <a:pt x="3092" y="1154"/>
                </a:lnTo>
                <a:lnTo>
                  <a:pt x="3093" y="1154"/>
                </a:lnTo>
                <a:lnTo>
                  <a:pt x="3094" y="1154"/>
                </a:lnTo>
                <a:lnTo>
                  <a:pt x="3095" y="1153"/>
                </a:lnTo>
                <a:lnTo>
                  <a:pt x="3096" y="1153"/>
                </a:lnTo>
                <a:lnTo>
                  <a:pt x="3096" y="1152"/>
                </a:lnTo>
                <a:lnTo>
                  <a:pt x="3096" y="1151"/>
                </a:lnTo>
                <a:lnTo>
                  <a:pt x="3097" y="1151"/>
                </a:lnTo>
                <a:lnTo>
                  <a:pt x="3098" y="1152"/>
                </a:lnTo>
                <a:lnTo>
                  <a:pt x="3099" y="1153"/>
                </a:lnTo>
                <a:lnTo>
                  <a:pt x="3100" y="1154"/>
                </a:lnTo>
                <a:lnTo>
                  <a:pt x="3101" y="1154"/>
                </a:lnTo>
                <a:lnTo>
                  <a:pt x="3102" y="1155"/>
                </a:lnTo>
                <a:lnTo>
                  <a:pt x="3105" y="1157"/>
                </a:lnTo>
                <a:lnTo>
                  <a:pt x="3107" y="1156"/>
                </a:lnTo>
                <a:lnTo>
                  <a:pt x="3107" y="1155"/>
                </a:lnTo>
                <a:lnTo>
                  <a:pt x="3107" y="1154"/>
                </a:lnTo>
                <a:lnTo>
                  <a:pt x="3109" y="1153"/>
                </a:lnTo>
                <a:lnTo>
                  <a:pt x="3109" y="1152"/>
                </a:lnTo>
                <a:lnTo>
                  <a:pt x="3109" y="1151"/>
                </a:lnTo>
                <a:lnTo>
                  <a:pt x="3108" y="1151"/>
                </a:lnTo>
                <a:lnTo>
                  <a:pt x="3108" y="1150"/>
                </a:lnTo>
                <a:lnTo>
                  <a:pt x="3107" y="1150"/>
                </a:lnTo>
                <a:lnTo>
                  <a:pt x="3106" y="1149"/>
                </a:lnTo>
                <a:lnTo>
                  <a:pt x="3105" y="1149"/>
                </a:lnTo>
                <a:lnTo>
                  <a:pt x="3105" y="1148"/>
                </a:lnTo>
                <a:lnTo>
                  <a:pt x="3105" y="1147"/>
                </a:lnTo>
                <a:lnTo>
                  <a:pt x="3104" y="1146"/>
                </a:lnTo>
                <a:lnTo>
                  <a:pt x="3104" y="1144"/>
                </a:lnTo>
                <a:lnTo>
                  <a:pt x="3105" y="1144"/>
                </a:lnTo>
                <a:lnTo>
                  <a:pt x="3106" y="1143"/>
                </a:lnTo>
                <a:lnTo>
                  <a:pt x="3107" y="1142"/>
                </a:lnTo>
                <a:lnTo>
                  <a:pt x="3108" y="1142"/>
                </a:lnTo>
                <a:lnTo>
                  <a:pt x="3110" y="1141"/>
                </a:lnTo>
                <a:lnTo>
                  <a:pt x="3111" y="1141"/>
                </a:lnTo>
                <a:lnTo>
                  <a:pt x="3112" y="1141"/>
                </a:lnTo>
                <a:lnTo>
                  <a:pt x="3113" y="1142"/>
                </a:lnTo>
                <a:lnTo>
                  <a:pt x="3114" y="1142"/>
                </a:lnTo>
                <a:lnTo>
                  <a:pt x="3115" y="1142"/>
                </a:lnTo>
                <a:lnTo>
                  <a:pt x="3116" y="1142"/>
                </a:lnTo>
                <a:lnTo>
                  <a:pt x="3116" y="1141"/>
                </a:lnTo>
                <a:lnTo>
                  <a:pt x="3117" y="1141"/>
                </a:lnTo>
                <a:lnTo>
                  <a:pt x="3117" y="1142"/>
                </a:lnTo>
                <a:lnTo>
                  <a:pt x="3118" y="1142"/>
                </a:lnTo>
                <a:lnTo>
                  <a:pt x="3118" y="1143"/>
                </a:lnTo>
                <a:lnTo>
                  <a:pt x="3118" y="1144"/>
                </a:lnTo>
                <a:lnTo>
                  <a:pt x="3119" y="1144"/>
                </a:lnTo>
                <a:lnTo>
                  <a:pt x="3120" y="1145"/>
                </a:lnTo>
                <a:lnTo>
                  <a:pt x="3120" y="1146"/>
                </a:lnTo>
                <a:lnTo>
                  <a:pt x="3122" y="1146"/>
                </a:lnTo>
                <a:lnTo>
                  <a:pt x="3123" y="1146"/>
                </a:lnTo>
                <a:lnTo>
                  <a:pt x="3124" y="1146"/>
                </a:lnTo>
                <a:lnTo>
                  <a:pt x="3125" y="1147"/>
                </a:lnTo>
                <a:lnTo>
                  <a:pt x="3127" y="1147"/>
                </a:lnTo>
                <a:lnTo>
                  <a:pt x="3128" y="1146"/>
                </a:lnTo>
                <a:lnTo>
                  <a:pt x="3129" y="1146"/>
                </a:lnTo>
                <a:lnTo>
                  <a:pt x="3129" y="1147"/>
                </a:lnTo>
                <a:lnTo>
                  <a:pt x="3132" y="1149"/>
                </a:lnTo>
                <a:lnTo>
                  <a:pt x="3133" y="1149"/>
                </a:lnTo>
                <a:lnTo>
                  <a:pt x="3134" y="1148"/>
                </a:lnTo>
                <a:lnTo>
                  <a:pt x="3136" y="1148"/>
                </a:lnTo>
                <a:lnTo>
                  <a:pt x="3138" y="1148"/>
                </a:lnTo>
                <a:lnTo>
                  <a:pt x="3138" y="1149"/>
                </a:lnTo>
                <a:lnTo>
                  <a:pt x="3139" y="1149"/>
                </a:lnTo>
                <a:lnTo>
                  <a:pt x="3140" y="1149"/>
                </a:lnTo>
                <a:lnTo>
                  <a:pt x="3141" y="1150"/>
                </a:lnTo>
                <a:lnTo>
                  <a:pt x="3142" y="1150"/>
                </a:lnTo>
                <a:lnTo>
                  <a:pt x="3141" y="1151"/>
                </a:lnTo>
                <a:lnTo>
                  <a:pt x="3142" y="1151"/>
                </a:lnTo>
                <a:lnTo>
                  <a:pt x="3143" y="1152"/>
                </a:lnTo>
                <a:lnTo>
                  <a:pt x="3144" y="1152"/>
                </a:lnTo>
                <a:lnTo>
                  <a:pt x="3144" y="1150"/>
                </a:lnTo>
                <a:lnTo>
                  <a:pt x="3145" y="1150"/>
                </a:lnTo>
                <a:lnTo>
                  <a:pt x="3146" y="1149"/>
                </a:lnTo>
                <a:lnTo>
                  <a:pt x="3147" y="1147"/>
                </a:lnTo>
                <a:lnTo>
                  <a:pt x="3147" y="1146"/>
                </a:lnTo>
                <a:lnTo>
                  <a:pt x="3148" y="1146"/>
                </a:lnTo>
                <a:lnTo>
                  <a:pt x="3149" y="1146"/>
                </a:lnTo>
                <a:lnTo>
                  <a:pt x="3149" y="1147"/>
                </a:lnTo>
                <a:lnTo>
                  <a:pt x="3150" y="1147"/>
                </a:lnTo>
                <a:lnTo>
                  <a:pt x="3151" y="1148"/>
                </a:lnTo>
                <a:lnTo>
                  <a:pt x="3151" y="1149"/>
                </a:lnTo>
                <a:lnTo>
                  <a:pt x="3152" y="1149"/>
                </a:lnTo>
                <a:lnTo>
                  <a:pt x="3154" y="1149"/>
                </a:lnTo>
                <a:lnTo>
                  <a:pt x="3155" y="1149"/>
                </a:lnTo>
                <a:lnTo>
                  <a:pt x="3156" y="1148"/>
                </a:lnTo>
                <a:lnTo>
                  <a:pt x="3156" y="1146"/>
                </a:lnTo>
                <a:lnTo>
                  <a:pt x="3155" y="1145"/>
                </a:lnTo>
                <a:lnTo>
                  <a:pt x="3154" y="1144"/>
                </a:lnTo>
                <a:lnTo>
                  <a:pt x="3154" y="1143"/>
                </a:lnTo>
                <a:lnTo>
                  <a:pt x="3153" y="1143"/>
                </a:lnTo>
                <a:lnTo>
                  <a:pt x="3152" y="1142"/>
                </a:lnTo>
                <a:lnTo>
                  <a:pt x="3152" y="1141"/>
                </a:lnTo>
                <a:lnTo>
                  <a:pt x="3151" y="1140"/>
                </a:lnTo>
                <a:lnTo>
                  <a:pt x="3150" y="1139"/>
                </a:lnTo>
                <a:lnTo>
                  <a:pt x="3151" y="1138"/>
                </a:lnTo>
                <a:lnTo>
                  <a:pt x="3152" y="1138"/>
                </a:lnTo>
                <a:lnTo>
                  <a:pt x="3153" y="1136"/>
                </a:lnTo>
                <a:lnTo>
                  <a:pt x="3154" y="1136"/>
                </a:lnTo>
                <a:lnTo>
                  <a:pt x="3155" y="1136"/>
                </a:lnTo>
                <a:lnTo>
                  <a:pt x="3155" y="1138"/>
                </a:lnTo>
                <a:lnTo>
                  <a:pt x="3156" y="1139"/>
                </a:lnTo>
                <a:lnTo>
                  <a:pt x="3156" y="1140"/>
                </a:lnTo>
                <a:lnTo>
                  <a:pt x="3157" y="1141"/>
                </a:lnTo>
                <a:lnTo>
                  <a:pt x="3158" y="1141"/>
                </a:lnTo>
                <a:lnTo>
                  <a:pt x="3158" y="1142"/>
                </a:lnTo>
                <a:lnTo>
                  <a:pt x="3158" y="1143"/>
                </a:lnTo>
                <a:lnTo>
                  <a:pt x="3159" y="1143"/>
                </a:lnTo>
                <a:lnTo>
                  <a:pt x="3159" y="1144"/>
                </a:lnTo>
                <a:lnTo>
                  <a:pt x="3160" y="1144"/>
                </a:lnTo>
                <a:lnTo>
                  <a:pt x="3162" y="1144"/>
                </a:lnTo>
                <a:lnTo>
                  <a:pt x="3163" y="1144"/>
                </a:lnTo>
                <a:lnTo>
                  <a:pt x="3165" y="1144"/>
                </a:lnTo>
                <a:lnTo>
                  <a:pt x="3166" y="1144"/>
                </a:lnTo>
                <a:lnTo>
                  <a:pt x="3167" y="1144"/>
                </a:lnTo>
                <a:lnTo>
                  <a:pt x="3168" y="1144"/>
                </a:lnTo>
                <a:lnTo>
                  <a:pt x="3168" y="1143"/>
                </a:lnTo>
                <a:lnTo>
                  <a:pt x="3167" y="1141"/>
                </a:lnTo>
                <a:lnTo>
                  <a:pt x="3167" y="1140"/>
                </a:lnTo>
                <a:lnTo>
                  <a:pt x="3166" y="1140"/>
                </a:lnTo>
                <a:lnTo>
                  <a:pt x="3166" y="1139"/>
                </a:lnTo>
                <a:lnTo>
                  <a:pt x="3167" y="1137"/>
                </a:lnTo>
                <a:lnTo>
                  <a:pt x="3168" y="1136"/>
                </a:lnTo>
                <a:lnTo>
                  <a:pt x="3168" y="1134"/>
                </a:lnTo>
                <a:lnTo>
                  <a:pt x="3169" y="1134"/>
                </a:lnTo>
                <a:lnTo>
                  <a:pt x="3169" y="1133"/>
                </a:lnTo>
                <a:lnTo>
                  <a:pt x="3170" y="1133"/>
                </a:lnTo>
                <a:lnTo>
                  <a:pt x="3170" y="1132"/>
                </a:lnTo>
                <a:lnTo>
                  <a:pt x="3169" y="1132"/>
                </a:lnTo>
                <a:lnTo>
                  <a:pt x="3168" y="1132"/>
                </a:lnTo>
                <a:lnTo>
                  <a:pt x="3167" y="1132"/>
                </a:lnTo>
                <a:lnTo>
                  <a:pt x="3166" y="1132"/>
                </a:lnTo>
                <a:lnTo>
                  <a:pt x="3165" y="1132"/>
                </a:lnTo>
                <a:lnTo>
                  <a:pt x="3165" y="1131"/>
                </a:lnTo>
                <a:lnTo>
                  <a:pt x="3164" y="1131"/>
                </a:lnTo>
                <a:lnTo>
                  <a:pt x="3164" y="1130"/>
                </a:lnTo>
                <a:lnTo>
                  <a:pt x="3163" y="1130"/>
                </a:lnTo>
                <a:lnTo>
                  <a:pt x="3163" y="1128"/>
                </a:lnTo>
                <a:lnTo>
                  <a:pt x="3164" y="1128"/>
                </a:lnTo>
                <a:lnTo>
                  <a:pt x="3164" y="1127"/>
                </a:lnTo>
                <a:lnTo>
                  <a:pt x="3163" y="1126"/>
                </a:lnTo>
                <a:lnTo>
                  <a:pt x="3163" y="1124"/>
                </a:lnTo>
                <a:lnTo>
                  <a:pt x="3162" y="1122"/>
                </a:lnTo>
                <a:lnTo>
                  <a:pt x="3162" y="1121"/>
                </a:lnTo>
                <a:lnTo>
                  <a:pt x="3163" y="1119"/>
                </a:lnTo>
                <a:lnTo>
                  <a:pt x="3164" y="1118"/>
                </a:lnTo>
                <a:lnTo>
                  <a:pt x="3164" y="1117"/>
                </a:lnTo>
                <a:lnTo>
                  <a:pt x="3165" y="1116"/>
                </a:lnTo>
                <a:lnTo>
                  <a:pt x="3165" y="1115"/>
                </a:lnTo>
                <a:lnTo>
                  <a:pt x="3165" y="1114"/>
                </a:lnTo>
                <a:lnTo>
                  <a:pt x="3165" y="1112"/>
                </a:lnTo>
                <a:lnTo>
                  <a:pt x="3166" y="1111"/>
                </a:lnTo>
                <a:lnTo>
                  <a:pt x="3166" y="1109"/>
                </a:lnTo>
                <a:lnTo>
                  <a:pt x="3166" y="1108"/>
                </a:lnTo>
                <a:lnTo>
                  <a:pt x="3167" y="1107"/>
                </a:lnTo>
                <a:lnTo>
                  <a:pt x="3168" y="1106"/>
                </a:lnTo>
                <a:lnTo>
                  <a:pt x="3168" y="1104"/>
                </a:lnTo>
                <a:lnTo>
                  <a:pt x="3168" y="1103"/>
                </a:lnTo>
                <a:lnTo>
                  <a:pt x="3168" y="1102"/>
                </a:lnTo>
                <a:lnTo>
                  <a:pt x="3169" y="1101"/>
                </a:lnTo>
                <a:lnTo>
                  <a:pt x="3169" y="1100"/>
                </a:lnTo>
                <a:lnTo>
                  <a:pt x="3169" y="1099"/>
                </a:lnTo>
                <a:lnTo>
                  <a:pt x="3170" y="1099"/>
                </a:lnTo>
                <a:lnTo>
                  <a:pt x="3170" y="1098"/>
                </a:lnTo>
                <a:lnTo>
                  <a:pt x="3171" y="1098"/>
                </a:lnTo>
                <a:lnTo>
                  <a:pt x="3173" y="1098"/>
                </a:lnTo>
                <a:lnTo>
                  <a:pt x="3173" y="1097"/>
                </a:lnTo>
                <a:lnTo>
                  <a:pt x="3174" y="1097"/>
                </a:lnTo>
                <a:lnTo>
                  <a:pt x="3175" y="1097"/>
                </a:lnTo>
                <a:lnTo>
                  <a:pt x="3176" y="1097"/>
                </a:lnTo>
                <a:lnTo>
                  <a:pt x="3176" y="1098"/>
                </a:lnTo>
                <a:lnTo>
                  <a:pt x="3177" y="1098"/>
                </a:lnTo>
                <a:lnTo>
                  <a:pt x="3178" y="1098"/>
                </a:lnTo>
                <a:lnTo>
                  <a:pt x="3178" y="1099"/>
                </a:lnTo>
                <a:lnTo>
                  <a:pt x="3178" y="1100"/>
                </a:lnTo>
                <a:lnTo>
                  <a:pt x="3177" y="1100"/>
                </a:lnTo>
                <a:lnTo>
                  <a:pt x="3177" y="1101"/>
                </a:lnTo>
                <a:lnTo>
                  <a:pt x="3177" y="1102"/>
                </a:lnTo>
                <a:lnTo>
                  <a:pt x="3178" y="1102"/>
                </a:lnTo>
                <a:lnTo>
                  <a:pt x="3179" y="1101"/>
                </a:lnTo>
                <a:lnTo>
                  <a:pt x="3179" y="1102"/>
                </a:lnTo>
                <a:lnTo>
                  <a:pt x="3180" y="1103"/>
                </a:lnTo>
                <a:lnTo>
                  <a:pt x="3181" y="1104"/>
                </a:lnTo>
                <a:lnTo>
                  <a:pt x="3182" y="1104"/>
                </a:lnTo>
                <a:lnTo>
                  <a:pt x="3183" y="1103"/>
                </a:lnTo>
                <a:lnTo>
                  <a:pt x="3184" y="1103"/>
                </a:lnTo>
                <a:lnTo>
                  <a:pt x="3185" y="1102"/>
                </a:lnTo>
                <a:lnTo>
                  <a:pt x="3186" y="1102"/>
                </a:lnTo>
                <a:lnTo>
                  <a:pt x="3186" y="1101"/>
                </a:lnTo>
                <a:lnTo>
                  <a:pt x="3186" y="1100"/>
                </a:lnTo>
                <a:lnTo>
                  <a:pt x="3187" y="1100"/>
                </a:lnTo>
                <a:lnTo>
                  <a:pt x="3188" y="1100"/>
                </a:lnTo>
                <a:lnTo>
                  <a:pt x="3189" y="1100"/>
                </a:lnTo>
                <a:lnTo>
                  <a:pt x="3190" y="1100"/>
                </a:lnTo>
                <a:lnTo>
                  <a:pt x="3190" y="1099"/>
                </a:lnTo>
                <a:lnTo>
                  <a:pt x="3191" y="1098"/>
                </a:lnTo>
                <a:lnTo>
                  <a:pt x="3190" y="1097"/>
                </a:lnTo>
                <a:lnTo>
                  <a:pt x="3190" y="1096"/>
                </a:lnTo>
                <a:lnTo>
                  <a:pt x="3190" y="1095"/>
                </a:lnTo>
                <a:lnTo>
                  <a:pt x="3191" y="1095"/>
                </a:lnTo>
                <a:lnTo>
                  <a:pt x="3192" y="1094"/>
                </a:lnTo>
                <a:lnTo>
                  <a:pt x="3191" y="1094"/>
                </a:lnTo>
                <a:lnTo>
                  <a:pt x="3190" y="1093"/>
                </a:lnTo>
                <a:lnTo>
                  <a:pt x="3189" y="1093"/>
                </a:lnTo>
                <a:lnTo>
                  <a:pt x="3189" y="1092"/>
                </a:lnTo>
                <a:lnTo>
                  <a:pt x="3190" y="1091"/>
                </a:lnTo>
                <a:lnTo>
                  <a:pt x="3190" y="1090"/>
                </a:lnTo>
                <a:lnTo>
                  <a:pt x="3190" y="1088"/>
                </a:lnTo>
                <a:lnTo>
                  <a:pt x="3191" y="1088"/>
                </a:lnTo>
                <a:lnTo>
                  <a:pt x="3191" y="1086"/>
                </a:lnTo>
                <a:lnTo>
                  <a:pt x="3191" y="1085"/>
                </a:lnTo>
                <a:lnTo>
                  <a:pt x="3190" y="1085"/>
                </a:lnTo>
                <a:lnTo>
                  <a:pt x="3190" y="1084"/>
                </a:lnTo>
                <a:lnTo>
                  <a:pt x="3191" y="1084"/>
                </a:lnTo>
                <a:lnTo>
                  <a:pt x="3191" y="1083"/>
                </a:lnTo>
                <a:lnTo>
                  <a:pt x="3190" y="1083"/>
                </a:lnTo>
                <a:lnTo>
                  <a:pt x="3190" y="1082"/>
                </a:lnTo>
                <a:lnTo>
                  <a:pt x="3189" y="1080"/>
                </a:lnTo>
                <a:lnTo>
                  <a:pt x="3189" y="1078"/>
                </a:lnTo>
                <a:lnTo>
                  <a:pt x="3189" y="1077"/>
                </a:lnTo>
                <a:lnTo>
                  <a:pt x="3188" y="1076"/>
                </a:lnTo>
                <a:lnTo>
                  <a:pt x="3187" y="1075"/>
                </a:lnTo>
                <a:lnTo>
                  <a:pt x="3187" y="1074"/>
                </a:lnTo>
                <a:lnTo>
                  <a:pt x="3188" y="1074"/>
                </a:lnTo>
                <a:lnTo>
                  <a:pt x="3188" y="1073"/>
                </a:lnTo>
                <a:lnTo>
                  <a:pt x="3187" y="1072"/>
                </a:lnTo>
                <a:lnTo>
                  <a:pt x="3186" y="1072"/>
                </a:lnTo>
                <a:lnTo>
                  <a:pt x="3185" y="1072"/>
                </a:lnTo>
                <a:lnTo>
                  <a:pt x="3185" y="1071"/>
                </a:lnTo>
                <a:lnTo>
                  <a:pt x="3184" y="1071"/>
                </a:lnTo>
                <a:lnTo>
                  <a:pt x="3184" y="1070"/>
                </a:lnTo>
                <a:lnTo>
                  <a:pt x="3183" y="1070"/>
                </a:lnTo>
                <a:lnTo>
                  <a:pt x="3182" y="1071"/>
                </a:lnTo>
                <a:lnTo>
                  <a:pt x="3181" y="1071"/>
                </a:lnTo>
                <a:lnTo>
                  <a:pt x="3180" y="1070"/>
                </a:lnTo>
                <a:lnTo>
                  <a:pt x="3180" y="1069"/>
                </a:lnTo>
                <a:lnTo>
                  <a:pt x="3180" y="1068"/>
                </a:lnTo>
                <a:lnTo>
                  <a:pt x="3181" y="1066"/>
                </a:lnTo>
                <a:lnTo>
                  <a:pt x="3181" y="1064"/>
                </a:lnTo>
                <a:lnTo>
                  <a:pt x="3182" y="1064"/>
                </a:lnTo>
                <a:lnTo>
                  <a:pt x="3183" y="1063"/>
                </a:lnTo>
                <a:lnTo>
                  <a:pt x="3185" y="1062"/>
                </a:lnTo>
                <a:lnTo>
                  <a:pt x="3186" y="1061"/>
                </a:lnTo>
                <a:lnTo>
                  <a:pt x="3186" y="1060"/>
                </a:lnTo>
                <a:lnTo>
                  <a:pt x="3187" y="1060"/>
                </a:lnTo>
                <a:lnTo>
                  <a:pt x="3187" y="1059"/>
                </a:lnTo>
                <a:lnTo>
                  <a:pt x="3187" y="1058"/>
                </a:lnTo>
                <a:lnTo>
                  <a:pt x="3188" y="1057"/>
                </a:lnTo>
                <a:lnTo>
                  <a:pt x="3189" y="1057"/>
                </a:lnTo>
                <a:lnTo>
                  <a:pt x="3188" y="1057"/>
                </a:lnTo>
                <a:lnTo>
                  <a:pt x="3187" y="1056"/>
                </a:lnTo>
                <a:lnTo>
                  <a:pt x="3186" y="1056"/>
                </a:lnTo>
                <a:lnTo>
                  <a:pt x="3186" y="1055"/>
                </a:lnTo>
                <a:lnTo>
                  <a:pt x="3184" y="1054"/>
                </a:lnTo>
                <a:lnTo>
                  <a:pt x="3182" y="1053"/>
                </a:lnTo>
                <a:lnTo>
                  <a:pt x="3182" y="1054"/>
                </a:lnTo>
                <a:lnTo>
                  <a:pt x="3180" y="1054"/>
                </a:lnTo>
                <a:lnTo>
                  <a:pt x="3179" y="1053"/>
                </a:lnTo>
                <a:lnTo>
                  <a:pt x="3179" y="1052"/>
                </a:lnTo>
                <a:lnTo>
                  <a:pt x="3180" y="1052"/>
                </a:lnTo>
                <a:lnTo>
                  <a:pt x="3180" y="1051"/>
                </a:lnTo>
                <a:lnTo>
                  <a:pt x="3180" y="1050"/>
                </a:lnTo>
                <a:lnTo>
                  <a:pt x="3179" y="1049"/>
                </a:lnTo>
                <a:lnTo>
                  <a:pt x="3180" y="1048"/>
                </a:lnTo>
                <a:lnTo>
                  <a:pt x="3180" y="1047"/>
                </a:lnTo>
                <a:lnTo>
                  <a:pt x="3182" y="1045"/>
                </a:lnTo>
                <a:lnTo>
                  <a:pt x="3182" y="1044"/>
                </a:lnTo>
                <a:lnTo>
                  <a:pt x="3183" y="1044"/>
                </a:lnTo>
                <a:lnTo>
                  <a:pt x="3184" y="1044"/>
                </a:lnTo>
                <a:lnTo>
                  <a:pt x="3185" y="1044"/>
                </a:lnTo>
                <a:lnTo>
                  <a:pt x="3185" y="1045"/>
                </a:lnTo>
                <a:lnTo>
                  <a:pt x="3185" y="1046"/>
                </a:lnTo>
                <a:lnTo>
                  <a:pt x="3186" y="1046"/>
                </a:lnTo>
                <a:lnTo>
                  <a:pt x="3186" y="1047"/>
                </a:lnTo>
                <a:lnTo>
                  <a:pt x="3187" y="1047"/>
                </a:lnTo>
                <a:lnTo>
                  <a:pt x="3189" y="1047"/>
                </a:lnTo>
                <a:lnTo>
                  <a:pt x="3190" y="1047"/>
                </a:lnTo>
                <a:lnTo>
                  <a:pt x="3190" y="1046"/>
                </a:lnTo>
                <a:lnTo>
                  <a:pt x="3191" y="1045"/>
                </a:lnTo>
                <a:lnTo>
                  <a:pt x="3192" y="1045"/>
                </a:lnTo>
                <a:lnTo>
                  <a:pt x="3193" y="1044"/>
                </a:lnTo>
                <a:lnTo>
                  <a:pt x="3193" y="1043"/>
                </a:lnTo>
                <a:lnTo>
                  <a:pt x="3194" y="1042"/>
                </a:lnTo>
                <a:lnTo>
                  <a:pt x="3195" y="1042"/>
                </a:lnTo>
                <a:lnTo>
                  <a:pt x="3195" y="1041"/>
                </a:lnTo>
                <a:lnTo>
                  <a:pt x="3196" y="1041"/>
                </a:lnTo>
                <a:lnTo>
                  <a:pt x="3197" y="1041"/>
                </a:lnTo>
                <a:lnTo>
                  <a:pt x="3198" y="1040"/>
                </a:lnTo>
                <a:lnTo>
                  <a:pt x="3199" y="1040"/>
                </a:lnTo>
                <a:lnTo>
                  <a:pt x="3200" y="1040"/>
                </a:lnTo>
                <a:lnTo>
                  <a:pt x="3201" y="1042"/>
                </a:lnTo>
                <a:lnTo>
                  <a:pt x="3202" y="1044"/>
                </a:lnTo>
                <a:lnTo>
                  <a:pt x="3202" y="1046"/>
                </a:lnTo>
                <a:lnTo>
                  <a:pt x="3202" y="1047"/>
                </a:lnTo>
                <a:lnTo>
                  <a:pt x="3203" y="1047"/>
                </a:lnTo>
                <a:lnTo>
                  <a:pt x="3203" y="1048"/>
                </a:lnTo>
                <a:lnTo>
                  <a:pt x="3204" y="1048"/>
                </a:lnTo>
                <a:lnTo>
                  <a:pt x="3204" y="1049"/>
                </a:lnTo>
                <a:lnTo>
                  <a:pt x="3203" y="1049"/>
                </a:lnTo>
                <a:lnTo>
                  <a:pt x="3204" y="1049"/>
                </a:lnTo>
                <a:lnTo>
                  <a:pt x="3205" y="1049"/>
                </a:lnTo>
                <a:lnTo>
                  <a:pt x="3206" y="1050"/>
                </a:lnTo>
                <a:lnTo>
                  <a:pt x="3206" y="1051"/>
                </a:lnTo>
                <a:lnTo>
                  <a:pt x="3208" y="1052"/>
                </a:lnTo>
                <a:lnTo>
                  <a:pt x="3209" y="1052"/>
                </a:lnTo>
                <a:lnTo>
                  <a:pt x="3210" y="1052"/>
                </a:lnTo>
                <a:lnTo>
                  <a:pt x="3210" y="1053"/>
                </a:lnTo>
                <a:lnTo>
                  <a:pt x="3211" y="1054"/>
                </a:lnTo>
                <a:lnTo>
                  <a:pt x="3213" y="1054"/>
                </a:lnTo>
                <a:lnTo>
                  <a:pt x="3214" y="1053"/>
                </a:lnTo>
                <a:lnTo>
                  <a:pt x="3215" y="1051"/>
                </a:lnTo>
                <a:lnTo>
                  <a:pt x="3216" y="1052"/>
                </a:lnTo>
                <a:lnTo>
                  <a:pt x="3217" y="1052"/>
                </a:lnTo>
                <a:lnTo>
                  <a:pt x="3217" y="1053"/>
                </a:lnTo>
                <a:lnTo>
                  <a:pt x="3218" y="1053"/>
                </a:lnTo>
                <a:lnTo>
                  <a:pt x="3220" y="1054"/>
                </a:lnTo>
                <a:lnTo>
                  <a:pt x="3222" y="1055"/>
                </a:lnTo>
                <a:lnTo>
                  <a:pt x="3223" y="1055"/>
                </a:lnTo>
                <a:lnTo>
                  <a:pt x="3223" y="1054"/>
                </a:lnTo>
                <a:lnTo>
                  <a:pt x="3224" y="1053"/>
                </a:lnTo>
                <a:lnTo>
                  <a:pt x="3224" y="1054"/>
                </a:lnTo>
                <a:lnTo>
                  <a:pt x="3225" y="1055"/>
                </a:lnTo>
                <a:lnTo>
                  <a:pt x="3226" y="1055"/>
                </a:lnTo>
                <a:lnTo>
                  <a:pt x="3227" y="1055"/>
                </a:lnTo>
                <a:lnTo>
                  <a:pt x="3228" y="1055"/>
                </a:lnTo>
                <a:lnTo>
                  <a:pt x="3228" y="1056"/>
                </a:lnTo>
                <a:lnTo>
                  <a:pt x="3229" y="1056"/>
                </a:lnTo>
                <a:lnTo>
                  <a:pt x="3230" y="1055"/>
                </a:lnTo>
                <a:lnTo>
                  <a:pt x="3231" y="1055"/>
                </a:lnTo>
                <a:lnTo>
                  <a:pt x="3232" y="1056"/>
                </a:lnTo>
                <a:lnTo>
                  <a:pt x="3233" y="1056"/>
                </a:lnTo>
                <a:lnTo>
                  <a:pt x="3234" y="1056"/>
                </a:lnTo>
                <a:lnTo>
                  <a:pt x="3236" y="1057"/>
                </a:lnTo>
                <a:lnTo>
                  <a:pt x="3237" y="1057"/>
                </a:lnTo>
                <a:lnTo>
                  <a:pt x="3239" y="1055"/>
                </a:lnTo>
                <a:lnTo>
                  <a:pt x="3240" y="1055"/>
                </a:lnTo>
                <a:lnTo>
                  <a:pt x="3240" y="1056"/>
                </a:lnTo>
                <a:lnTo>
                  <a:pt x="3241" y="1056"/>
                </a:lnTo>
                <a:lnTo>
                  <a:pt x="3242" y="1056"/>
                </a:lnTo>
                <a:lnTo>
                  <a:pt x="3245" y="1057"/>
                </a:lnTo>
                <a:lnTo>
                  <a:pt x="3246" y="1056"/>
                </a:lnTo>
                <a:lnTo>
                  <a:pt x="3247" y="1056"/>
                </a:lnTo>
                <a:lnTo>
                  <a:pt x="3248" y="1056"/>
                </a:lnTo>
                <a:lnTo>
                  <a:pt x="3250" y="1056"/>
                </a:lnTo>
                <a:lnTo>
                  <a:pt x="3252" y="1056"/>
                </a:lnTo>
                <a:lnTo>
                  <a:pt x="3253" y="1056"/>
                </a:lnTo>
                <a:lnTo>
                  <a:pt x="3253" y="1058"/>
                </a:lnTo>
                <a:lnTo>
                  <a:pt x="3254" y="1058"/>
                </a:lnTo>
                <a:lnTo>
                  <a:pt x="3254" y="1059"/>
                </a:lnTo>
                <a:lnTo>
                  <a:pt x="3255" y="1058"/>
                </a:lnTo>
                <a:lnTo>
                  <a:pt x="3256" y="1058"/>
                </a:lnTo>
                <a:lnTo>
                  <a:pt x="3257" y="1058"/>
                </a:lnTo>
                <a:lnTo>
                  <a:pt x="3258" y="1058"/>
                </a:lnTo>
                <a:lnTo>
                  <a:pt x="3259" y="1059"/>
                </a:lnTo>
                <a:lnTo>
                  <a:pt x="3259" y="1060"/>
                </a:lnTo>
                <a:lnTo>
                  <a:pt x="3259" y="1061"/>
                </a:lnTo>
                <a:lnTo>
                  <a:pt x="3259" y="1062"/>
                </a:lnTo>
                <a:lnTo>
                  <a:pt x="3260" y="1063"/>
                </a:lnTo>
                <a:lnTo>
                  <a:pt x="3261" y="1062"/>
                </a:lnTo>
                <a:lnTo>
                  <a:pt x="3262" y="1063"/>
                </a:lnTo>
                <a:lnTo>
                  <a:pt x="3263" y="1063"/>
                </a:lnTo>
                <a:lnTo>
                  <a:pt x="3264" y="1063"/>
                </a:lnTo>
                <a:lnTo>
                  <a:pt x="3264" y="1062"/>
                </a:lnTo>
                <a:lnTo>
                  <a:pt x="3265" y="1062"/>
                </a:lnTo>
                <a:lnTo>
                  <a:pt x="3267" y="1063"/>
                </a:lnTo>
                <a:lnTo>
                  <a:pt x="3267" y="1064"/>
                </a:lnTo>
                <a:lnTo>
                  <a:pt x="3268" y="1065"/>
                </a:lnTo>
                <a:lnTo>
                  <a:pt x="3269" y="1065"/>
                </a:lnTo>
                <a:lnTo>
                  <a:pt x="3270" y="1065"/>
                </a:lnTo>
                <a:lnTo>
                  <a:pt x="3271" y="1066"/>
                </a:lnTo>
                <a:lnTo>
                  <a:pt x="3272" y="1066"/>
                </a:lnTo>
                <a:lnTo>
                  <a:pt x="3273" y="1066"/>
                </a:lnTo>
                <a:lnTo>
                  <a:pt x="3274" y="1066"/>
                </a:lnTo>
                <a:lnTo>
                  <a:pt x="3275" y="1066"/>
                </a:lnTo>
                <a:lnTo>
                  <a:pt x="3276" y="1066"/>
                </a:lnTo>
                <a:lnTo>
                  <a:pt x="3277" y="1066"/>
                </a:lnTo>
                <a:lnTo>
                  <a:pt x="3278" y="1067"/>
                </a:lnTo>
                <a:lnTo>
                  <a:pt x="3279" y="1067"/>
                </a:lnTo>
                <a:lnTo>
                  <a:pt x="3280" y="1067"/>
                </a:lnTo>
                <a:lnTo>
                  <a:pt x="3281" y="1068"/>
                </a:lnTo>
                <a:lnTo>
                  <a:pt x="3282" y="1068"/>
                </a:lnTo>
                <a:lnTo>
                  <a:pt x="3282" y="1069"/>
                </a:lnTo>
                <a:lnTo>
                  <a:pt x="3284" y="1070"/>
                </a:lnTo>
                <a:lnTo>
                  <a:pt x="3284" y="1071"/>
                </a:lnTo>
                <a:lnTo>
                  <a:pt x="3285" y="1071"/>
                </a:lnTo>
                <a:lnTo>
                  <a:pt x="3286" y="1070"/>
                </a:lnTo>
                <a:lnTo>
                  <a:pt x="3287" y="1070"/>
                </a:lnTo>
                <a:lnTo>
                  <a:pt x="3287" y="1071"/>
                </a:lnTo>
                <a:lnTo>
                  <a:pt x="3288" y="1071"/>
                </a:lnTo>
                <a:lnTo>
                  <a:pt x="3289" y="1072"/>
                </a:lnTo>
                <a:lnTo>
                  <a:pt x="3290" y="1072"/>
                </a:lnTo>
                <a:lnTo>
                  <a:pt x="3291" y="1072"/>
                </a:lnTo>
                <a:lnTo>
                  <a:pt x="3291" y="1073"/>
                </a:lnTo>
                <a:lnTo>
                  <a:pt x="3292" y="1074"/>
                </a:lnTo>
                <a:lnTo>
                  <a:pt x="3293" y="1075"/>
                </a:lnTo>
                <a:lnTo>
                  <a:pt x="3294" y="1075"/>
                </a:lnTo>
                <a:lnTo>
                  <a:pt x="3295" y="1075"/>
                </a:lnTo>
                <a:lnTo>
                  <a:pt x="3296" y="1075"/>
                </a:lnTo>
                <a:lnTo>
                  <a:pt x="3296" y="1076"/>
                </a:lnTo>
                <a:lnTo>
                  <a:pt x="3296" y="1077"/>
                </a:lnTo>
                <a:lnTo>
                  <a:pt x="3297" y="1078"/>
                </a:lnTo>
                <a:lnTo>
                  <a:pt x="3297" y="1080"/>
                </a:lnTo>
                <a:lnTo>
                  <a:pt x="3298" y="1080"/>
                </a:lnTo>
                <a:lnTo>
                  <a:pt x="3299" y="1080"/>
                </a:lnTo>
                <a:lnTo>
                  <a:pt x="3300" y="1080"/>
                </a:lnTo>
                <a:lnTo>
                  <a:pt x="3301" y="1082"/>
                </a:lnTo>
                <a:lnTo>
                  <a:pt x="3301" y="1083"/>
                </a:lnTo>
                <a:lnTo>
                  <a:pt x="3303" y="1083"/>
                </a:lnTo>
                <a:lnTo>
                  <a:pt x="3304" y="1083"/>
                </a:lnTo>
                <a:lnTo>
                  <a:pt x="3304" y="1084"/>
                </a:lnTo>
                <a:lnTo>
                  <a:pt x="3304" y="1085"/>
                </a:lnTo>
                <a:lnTo>
                  <a:pt x="3304" y="1086"/>
                </a:lnTo>
                <a:lnTo>
                  <a:pt x="3306" y="1087"/>
                </a:lnTo>
                <a:lnTo>
                  <a:pt x="3307" y="1087"/>
                </a:lnTo>
                <a:lnTo>
                  <a:pt x="3307" y="1086"/>
                </a:lnTo>
                <a:lnTo>
                  <a:pt x="3308" y="1086"/>
                </a:lnTo>
                <a:lnTo>
                  <a:pt x="3308" y="1088"/>
                </a:lnTo>
                <a:lnTo>
                  <a:pt x="3309" y="1089"/>
                </a:lnTo>
                <a:lnTo>
                  <a:pt x="3310" y="1089"/>
                </a:lnTo>
                <a:lnTo>
                  <a:pt x="3311" y="1088"/>
                </a:lnTo>
                <a:lnTo>
                  <a:pt x="3311" y="1087"/>
                </a:lnTo>
                <a:lnTo>
                  <a:pt x="3312" y="1087"/>
                </a:lnTo>
                <a:lnTo>
                  <a:pt x="3313" y="1087"/>
                </a:lnTo>
                <a:lnTo>
                  <a:pt x="3313" y="1088"/>
                </a:lnTo>
                <a:lnTo>
                  <a:pt x="3312" y="1089"/>
                </a:lnTo>
                <a:lnTo>
                  <a:pt x="3313" y="1089"/>
                </a:lnTo>
                <a:lnTo>
                  <a:pt x="3314" y="1090"/>
                </a:lnTo>
                <a:lnTo>
                  <a:pt x="3314" y="1092"/>
                </a:lnTo>
                <a:lnTo>
                  <a:pt x="3315" y="1092"/>
                </a:lnTo>
                <a:lnTo>
                  <a:pt x="3316" y="1093"/>
                </a:lnTo>
                <a:lnTo>
                  <a:pt x="3317" y="1093"/>
                </a:lnTo>
                <a:lnTo>
                  <a:pt x="3318" y="1092"/>
                </a:lnTo>
                <a:lnTo>
                  <a:pt x="3320" y="1093"/>
                </a:lnTo>
                <a:lnTo>
                  <a:pt x="3321" y="1094"/>
                </a:lnTo>
                <a:lnTo>
                  <a:pt x="3321" y="1095"/>
                </a:lnTo>
                <a:lnTo>
                  <a:pt x="3322" y="1096"/>
                </a:lnTo>
                <a:lnTo>
                  <a:pt x="3323" y="1096"/>
                </a:lnTo>
                <a:lnTo>
                  <a:pt x="3324" y="1096"/>
                </a:lnTo>
                <a:lnTo>
                  <a:pt x="3324" y="1097"/>
                </a:lnTo>
                <a:lnTo>
                  <a:pt x="3324" y="1098"/>
                </a:lnTo>
                <a:lnTo>
                  <a:pt x="3325" y="1099"/>
                </a:lnTo>
                <a:lnTo>
                  <a:pt x="3326" y="1099"/>
                </a:lnTo>
                <a:lnTo>
                  <a:pt x="3327" y="1100"/>
                </a:lnTo>
                <a:lnTo>
                  <a:pt x="3327" y="1101"/>
                </a:lnTo>
                <a:lnTo>
                  <a:pt x="3326" y="1103"/>
                </a:lnTo>
                <a:lnTo>
                  <a:pt x="3325" y="1103"/>
                </a:lnTo>
                <a:lnTo>
                  <a:pt x="3325" y="1104"/>
                </a:lnTo>
                <a:lnTo>
                  <a:pt x="3325" y="1105"/>
                </a:lnTo>
                <a:lnTo>
                  <a:pt x="3326" y="1112"/>
                </a:lnTo>
                <a:lnTo>
                  <a:pt x="3327" y="1114"/>
                </a:lnTo>
                <a:lnTo>
                  <a:pt x="3328" y="1116"/>
                </a:lnTo>
                <a:lnTo>
                  <a:pt x="3328" y="1117"/>
                </a:lnTo>
                <a:lnTo>
                  <a:pt x="3327" y="1117"/>
                </a:lnTo>
                <a:lnTo>
                  <a:pt x="3326" y="1117"/>
                </a:lnTo>
                <a:lnTo>
                  <a:pt x="3326" y="1118"/>
                </a:lnTo>
                <a:lnTo>
                  <a:pt x="3326" y="1119"/>
                </a:lnTo>
                <a:lnTo>
                  <a:pt x="3327" y="1120"/>
                </a:lnTo>
                <a:lnTo>
                  <a:pt x="3326" y="1121"/>
                </a:lnTo>
                <a:lnTo>
                  <a:pt x="3326" y="1122"/>
                </a:lnTo>
                <a:lnTo>
                  <a:pt x="3326" y="1123"/>
                </a:lnTo>
                <a:lnTo>
                  <a:pt x="3327" y="1123"/>
                </a:lnTo>
                <a:lnTo>
                  <a:pt x="3328" y="1124"/>
                </a:lnTo>
                <a:lnTo>
                  <a:pt x="3329" y="1124"/>
                </a:lnTo>
                <a:lnTo>
                  <a:pt x="3330" y="1125"/>
                </a:lnTo>
                <a:lnTo>
                  <a:pt x="3331" y="1126"/>
                </a:lnTo>
                <a:lnTo>
                  <a:pt x="3332" y="1128"/>
                </a:lnTo>
                <a:lnTo>
                  <a:pt x="3334" y="1131"/>
                </a:lnTo>
                <a:lnTo>
                  <a:pt x="3334" y="1132"/>
                </a:lnTo>
                <a:lnTo>
                  <a:pt x="3334" y="1133"/>
                </a:lnTo>
                <a:lnTo>
                  <a:pt x="3334" y="1134"/>
                </a:lnTo>
                <a:lnTo>
                  <a:pt x="3335" y="1134"/>
                </a:lnTo>
                <a:lnTo>
                  <a:pt x="3335" y="1136"/>
                </a:lnTo>
                <a:lnTo>
                  <a:pt x="3336" y="1137"/>
                </a:lnTo>
                <a:lnTo>
                  <a:pt x="3336" y="1138"/>
                </a:lnTo>
                <a:lnTo>
                  <a:pt x="3336" y="1139"/>
                </a:lnTo>
                <a:lnTo>
                  <a:pt x="3337" y="1139"/>
                </a:lnTo>
                <a:lnTo>
                  <a:pt x="3337" y="1140"/>
                </a:lnTo>
                <a:lnTo>
                  <a:pt x="3338" y="1141"/>
                </a:lnTo>
                <a:lnTo>
                  <a:pt x="3337" y="1141"/>
                </a:lnTo>
                <a:lnTo>
                  <a:pt x="3337" y="1142"/>
                </a:lnTo>
                <a:lnTo>
                  <a:pt x="3338" y="1142"/>
                </a:lnTo>
                <a:lnTo>
                  <a:pt x="3338" y="1144"/>
                </a:lnTo>
                <a:lnTo>
                  <a:pt x="3338" y="1146"/>
                </a:lnTo>
                <a:lnTo>
                  <a:pt x="3338" y="1147"/>
                </a:lnTo>
                <a:lnTo>
                  <a:pt x="3340" y="1146"/>
                </a:lnTo>
                <a:lnTo>
                  <a:pt x="3340" y="1147"/>
                </a:lnTo>
                <a:lnTo>
                  <a:pt x="3340" y="1149"/>
                </a:lnTo>
                <a:lnTo>
                  <a:pt x="3341" y="1149"/>
                </a:lnTo>
                <a:lnTo>
                  <a:pt x="3342" y="1149"/>
                </a:lnTo>
                <a:lnTo>
                  <a:pt x="3343" y="1150"/>
                </a:lnTo>
                <a:lnTo>
                  <a:pt x="3345" y="1152"/>
                </a:lnTo>
                <a:lnTo>
                  <a:pt x="3345" y="1153"/>
                </a:lnTo>
                <a:lnTo>
                  <a:pt x="3345" y="1154"/>
                </a:lnTo>
                <a:lnTo>
                  <a:pt x="3347" y="1154"/>
                </a:lnTo>
                <a:lnTo>
                  <a:pt x="3348" y="1155"/>
                </a:lnTo>
                <a:lnTo>
                  <a:pt x="3348" y="1156"/>
                </a:lnTo>
                <a:lnTo>
                  <a:pt x="3349" y="1157"/>
                </a:lnTo>
                <a:lnTo>
                  <a:pt x="3350" y="1158"/>
                </a:lnTo>
                <a:lnTo>
                  <a:pt x="3351" y="1159"/>
                </a:lnTo>
                <a:lnTo>
                  <a:pt x="3352" y="1161"/>
                </a:lnTo>
                <a:lnTo>
                  <a:pt x="3353" y="1161"/>
                </a:lnTo>
                <a:lnTo>
                  <a:pt x="3353" y="1162"/>
                </a:lnTo>
                <a:lnTo>
                  <a:pt x="3354" y="1163"/>
                </a:lnTo>
                <a:lnTo>
                  <a:pt x="3355" y="1164"/>
                </a:lnTo>
                <a:lnTo>
                  <a:pt x="3354" y="1165"/>
                </a:lnTo>
                <a:lnTo>
                  <a:pt x="3354" y="1166"/>
                </a:lnTo>
                <a:lnTo>
                  <a:pt x="3354" y="1167"/>
                </a:lnTo>
                <a:lnTo>
                  <a:pt x="3354" y="1168"/>
                </a:lnTo>
                <a:lnTo>
                  <a:pt x="3355" y="1168"/>
                </a:lnTo>
                <a:lnTo>
                  <a:pt x="3356" y="1169"/>
                </a:lnTo>
                <a:lnTo>
                  <a:pt x="3357" y="1169"/>
                </a:lnTo>
                <a:lnTo>
                  <a:pt x="3357" y="1170"/>
                </a:lnTo>
                <a:lnTo>
                  <a:pt x="3359" y="1171"/>
                </a:lnTo>
                <a:lnTo>
                  <a:pt x="3359" y="1172"/>
                </a:lnTo>
                <a:lnTo>
                  <a:pt x="3360" y="1173"/>
                </a:lnTo>
                <a:lnTo>
                  <a:pt x="3359" y="1173"/>
                </a:lnTo>
                <a:lnTo>
                  <a:pt x="3358" y="1174"/>
                </a:lnTo>
                <a:lnTo>
                  <a:pt x="3358" y="1175"/>
                </a:lnTo>
                <a:lnTo>
                  <a:pt x="3359" y="1176"/>
                </a:lnTo>
                <a:lnTo>
                  <a:pt x="3358" y="1176"/>
                </a:lnTo>
                <a:lnTo>
                  <a:pt x="3358" y="1177"/>
                </a:lnTo>
                <a:lnTo>
                  <a:pt x="3358" y="1178"/>
                </a:lnTo>
                <a:lnTo>
                  <a:pt x="3359" y="1182"/>
                </a:lnTo>
                <a:lnTo>
                  <a:pt x="3358" y="1182"/>
                </a:lnTo>
                <a:lnTo>
                  <a:pt x="3357" y="1183"/>
                </a:lnTo>
                <a:lnTo>
                  <a:pt x="3356" y="1185"/>
                </a:lnTo>
                <a:lnTo>
                  <a:pt x="3356" y="1186"/>
                </a:lnTo>
                <a:lnTo>
                  <a:pt x="3357" y="1186"/>
                </a:lnTo>
                <a:lnTo>
                  <a:pt x="3358" y="1186"/>
                </a:lnTo>
                <a:lnTo>
                  <a:pt x="3358" y="1187"/>
                </a:lnTo>
                <a:lnTo>
                  <a:pt x="3358" y="1189"/>
                </a:lnTo>
                <a:lnTo>
                  <a:pt x="3356" y="1190"/>
                </a:lnTo>
                <a:lnTo>
                  <a:pt x="3354" y="1191"/>
                </a:lnTo>
                <a:lnTo>
                  <a:pt x="3353" y="1191"/>
                </a:lnTo>
                <a:lnTo>
                  <a:pt x="3352" y="1194"/>
                </a:lnTo>
                <a:lnTo>
                  <a:pt x="3353" y="1196"/>
                </a:lnTo>
                <a:lnTo>
                  <a:pt x="3354" y="1197"/>
                </a:lnTo>
                <a:lnTo>
                  <a:pt x="3354" y="1201"/>
                </a:lnTo>
                <a:lnTo>
                  <a:pt x="3354" y="1202"/>
                </a:lnTo>
                <a:lnTo>
                  <a:pt x="3354" y="1203"/>
                </a:lnTo>
                <a:lnTo>
                  <a:pt x="3355" y="1203"/>
                </a:lnTo>
                <a:lnTo>
                  <a:pt x="3356" y="1204"/>
                </a:lnTo>
                <a:lnTo>
                  <a:pt x="3355" y="1205"/>
                </a:lnTo>
                <a:lnTo>
                  <a:pt x="3354" y="1205"/>
                </a:lnTo>
                <a:lnTo>
                  <a:pt x="3354" y="1206"/>
                </a:lnTo>
                <a:lnTo>
                  <a:pt x="3353" y="1208"/>
                </a:lnTo>
                <a:lnTo>
                  <a:pt x="3354" y="1209"/>
                </a:lnTo>
                <a:lnTo>
                  <a:pt x="3355" y="1209"/>
                </a:lnTo>
                <a:lnTo>
                  <a:pt x="3356" y="1209"/>
                </a:lnTo>
                <a:lnTo>
                  <a:pt x="3358" y="1210"/>
                </a:lnTo>
                <a:lnTo>
                  <a:pt x="3358" y="1211"/>
                </a:lnTo>
                <a:lnTo>
                  <a:pt x="3357" y="1212"/>
                </a:lnTo>
                <a:lnTo>
                  <a:pt x="3358" y="1213"/>
                </a:lnTo>
                <a:lnTo>
                  <a:pt x="3358" y="1214"/>
                </a:lnTo>
                <a:lnTo>
                  <a:pt x="3359" y="1214"/>
                </a:lnTo>
                <a:lnTo>
                  <a:pt x="3359" y="1215"/>
                </a:lnTo>
                <a:lnTo>
                  <a:pt x="3360" y="1215"/>
                </a:lnTo>
                <a:lnTo>
                  <a:pt x="3361" y="1216"/>
                </a:lnTo>
                <a:lnTo>
                  <a:pt x="3361" y="1217"/>
                </a:lnTo>
                <a:lnTo>
                  <a:pt x="3360" y="1218"/>
                </a:lnTo>
                <a:lnTo>
                  <a:pt x="3361" y="1220"/>
                </a:lnTo>
                <a:lnTo>
                  <a:pt x="3362" y="1220"/>
                </a:lnTo>
                <a:lnTo>
                  <a:pt x="3364" y="1220"/>
                </a:lnTo>
                <a:lnTo>
                  <a:pt x="3366" y="1222"/>
                </a:lnTo>
                <a:lnTo>
                  <a:pt x="3368" y="1225"/>
                </a:lnTo>
                <a:lnTo>
                  <a:pt x="3369" y="1229"/>
                </a:lnTo>
                <a:lnTo>
                  <a:pt x="3370" y="1233"/>
                </a:lnTo>
                <a:lnTo>
                  <a:pt x="3370" y="1234"/>
                </a:lnTo>
                <a:lnTo>
                  <a:pt x="3373" y="1234"/>
                </a:lnTo>
                <a:lnTo>
                  <a:pt x="3374" y="1234"/>
                </a:lnTo>
                <a:lnTo>
                  <a:pt x="3375" y="1234"/>
                </a:lnTo>
                <a:lnTo>
                  <a:pt x="3375" y="1235"/>
                </a:lnTo>
                <a:lnTo>
                  <a:pt x="3374" y="1236"/>
                </a:lnTo>
                <a:lnTo>
                  <a:pt x="3374" y="1238"/>
                </a:lnTo>
                <a:lnTo>
                  <a:pt x="3375" y="1239"/>
                </a:lnTo>
                <a:lnTo>
                  <a:pt x="3376" y="1240"/>
                </a:lnTo>
                <a:lnTo>
                  <a:pt x="3375" y="1241"/>
                </a:lnTo>
                <a:lnTo>
                  <a:pt x="3374" y="1241"/>
                </a:lnTo>
                <a:lnTo>
                  <a:pt x="3376" y="1242"/>
                </a:lnTo>
                <a:lnTo>
                  <a:pt x="3376" y="1243"/>
                </a:lnTo>
                <a:lnTo>
                  <a:pt x="3376" y="1244"/>
                </a:lnTo>
                <a:lnTo>
                  <a:pt x="3375" y="1246"/>
                </a:lnTo>
                <a:lnTo>
                  <a:pt x="3375" y="1247"/>
                </a:lnTo>
                <a:lnTo>
                  <a:pt x="3377" y="1249"/>
                </a:lnTo>
                <a:lnTo>
                  <a:pt x="3379" y="1250"/>
                </a:lnTo>
                <a:lnTo>
                  <a:pt x="3379" y="1251"/>
                </a:lnTo>
                <a:lnTo>
                  <a:pt x="3380" y="1251"/>
                </a:lnTo>
                <a:lnTo>
                  <a:pt x="3380" y="1252"/>
                </a:lnTo>
                <a:lnTo>
                  <a:pt x="3380" y="1253"/>
                </a:lnTo>
                <a:lnTo>
                  <a:pt x="3381" y="1254"/>
                </a:lnTo>
                <a:lnTo>
                  <a:pt x="3382" y="1255"/>
                </a:lnTo>
                <a:lnTo>
                  <a:pt x="3382" y="1256"/>
                </a:lnTo>
                <a:lnTo>
                  <a:pt x="3383" y="1257"/>
                </a:lnTo>
                <a:lnTo>
                  <a:pt x="3385" y="1259"/>
                </a:lnTo>
                <a:lnTo>
                  <a:pt x="3385" y="1260"/>
                </a:lnTo>
                <a:lnTo>
                  <a:pt x="3385" y="1261"/>
                </a:lnTo>
                <a:lnTo>
                  <a:pt x="3386" y="1261"/>
                </a:lnTo>
                <a:lnTo>
                  <a:pt x="3387" y="1261"/>
                </a:lnTo>
                <a:lnTo>
                  <a:pt x="3388" y="1261"/>
                </a:lnTo>
                <a:lnTo>
                  <a:pt x="3389" y="1262"/>
                </a:lnTo>
                <a:lnTo>
                  <a:pt x="3389" y="1263"/>
                </a:lnTo>
                <a:lnTo>
                  <a:pt x="3390" y="1264"/>
                </a:lnTo>
                <a:lnTo>
                  <a:pt x="3391" y="1266"/>
                </a:lnTo>
                <a:lnTo>
                  <a:pt x="3392" y="1266"/>
                </a:lnTo>
                <a:lnTo>
                  <a:pt x="3396" y="1270"/>
                </a:lnTo>
                <a:lnTo>
                  <a:pt x="3398" y="1272"/>
                </a:lnTo>
                <a:lnTo>
                  <a:pt x="3398" y="1273"/>
                </a:lnTo>
                <a:lnTo>
                  <a:pt x="3398" y="1274"/>
                </a:lnTo>
                <a:lnTo>
                  <a:pt x="3398" y="1275"/>
                </a:lnTo>
                <a:lnTo>
                  <a:pt x="3399" y="1275"/>
                </a:lnTo>
                <a:lnTo>
                  <a:pt x="3400" y="1277"/>
                </a:lnTo>
                <a:lnTo>
                  <a:pt x="3406" y="1283"/>
                </a:lnTo>
                <a:lnTo>
                  <a:pt x="3408" y="1284"/>
                </a:lnTo>
                <a:lnTo>
                  <a:pt x="3413" y="1287"/>
                </a:lnTo>
                <a:lnTo>
                  <a:pt x="3413" y="1288"/>
                </a:lnTo>
                <a:lnTo>
                  <a:pt x="3414" y="1288"/>
                </a:lnTo>
                <a:lnTo>
                  <a:pt x="3414" y="1289"/>
                </a:lnTo>
                <a:lnTo>
                  <a:pt x="3414" y="1290"/>
                </a:lnTo>
                <a:lnTo>
                  <a:pt x="3417" y="1293"/>
                </a:lnTo>
                <a:lnTo>
                  <a:pt x="3419" y="1294"/>
                </a:lnTo>
                <a:lnTo>
                  <a:pt x="3420" y="1295"/>
                </a:lnTo>
                <a:lnTo>
                  <a:pt x="3421" y="1295"/>
                </a:lnTo>
                <a:lnTo>
                  <a:pt x="3422" y="1296"/>
                </a:lnTo>
                <a:lnTo>
                  <a:pt x="3422" y="1297"/>
                </a:lnTo>
                <a:lnTo>
                  <a:pt x="3422" y="1298"/>
                </a:lnTo>
                <a:lnTo>
                  <a:pt x="3422" y="1299"/>
                </a:lnTo>
                <a:lnTo>
                  <a:pt x="3422" y="1300"/>
                </a:lnTo>
                <a:lnTo>
                  <a:pt x="3423" y="1301"/>
                </a:lnTo>
                <a:lnTo>
                  <a:pt x="3424" y="1301"/>
                </a:lnTo>
                <a:lnTo>
                  <a:pt x="3424" y="1302"/>
                </a:lnTo>
                <a:lnTo>
                  <a:pt x="3425" y="1302"/>
                </a:lnTo>
                <a:lnTo>
                  <a:pt x="3425" y="1303"/>
                </a:lnTo>
                <a:lnTo>
                  <a:pt x="3426" y="1304"/>
                </a:lnTo>
                <a:lnTo>
                  <a:pt x="3427" y="1305"/>
                </a:lnTo>
                <a:lnTo>
                  <a:pt x="3427" y="1307"/>
                </a:lnTo>
                <a:lnTo>
                  <a:pt x="3428" y="1308"/>
                </a:lnTo>
                <a:lnTo>
                  <a:pt x="3428" y="1309"/>
                </a:lnTo>
                <a:lnTo>
                  <a:pt x="3428" y="1310"/>
                </a:lnTo>
                <a:lnTo>
                  <a:pt x="3425" y="1311"/>
                </a:lnTo>
                <a:lnTo>
                  <a:pt x="3425" y="1312"/>
                </a:lnTo>
                <a:lnTo>
                  <a:pt x="3424" y="1313"/>
                </a:lnTo>
                <a:lnTo>
                  <a:pt x="3424" y="1314"/>
                </a:lnTo>
                <a:lnTo>
                  <a:pt x="3423" y="1315"/>
                </a:lnTo>
                <a:lnTo>
                  <a:pt x="3422" y="1315"/>
                </a:lnTo>
                <a:lnTo>
                  <a:pt x="3421" y="1315"/>
                </a:lnTo>
                <a:lnTo>
                  <a:pt x="3419" y="1316"/>
                </a:lnTo>
                <a:lnTo>
                  <a:pt x="3419" y="1318"/>
                </a:lnTo>
                <a:lnTo>
                  <a:pt x="3417" y="1319"/>
                </a:lnTo>
                <a:lnTo>
                  <a:pt x="3416" y="1319"/>
                </a:lnTo>
                <a:lnTo>
                  <a:pt x="3415" y="1320"/>
                </a:lnTo>
                <a:lnTo>
                  <a:pt x="3415" y="1321"/>
                </a:lnTo>
                <a:lnTo>
                  <a:pt x="3414" y="1322"/>
                </a:lnTo>
                <a:lnTo>
                  <a:pt x="3414" y="1325"/>
                </a:lnTo>
                <a:lnTo>
                  <a:pt x="3414" y="1326"/>
                </a:lnTo>
                <a:lnTo>
                  <a:pt x="3413" y="1327"/>
                </a:lnTo>
                <a:lnTo>
                  <a:pt x="3412" y="1328"/>
                </a:lnTo>
                <a:lnTo>
                  <a:pt x="3411" y="1330"/>
                </a:lnTo>
                <a:lnTo>
                  <a:pt x="3409" y="1331"/>
                </a:lnTo>
                <a:lnTo>
                  <a:pt x="3409" y="1332"/>
                </a:lnTo>
                <a:lnTo>
                  <a:pt x="3408" y="1333"/>
                </a:lnTo>
                <a:lnTo>
                  <a:pt x="3407" y="1333"/>
                </a:lnTo>
                <a:lnTo>
                  <a:pt x="3405" y="1331"/>
                </a:lnTo>
                <a:lnTo>
                  <a:pt x="3403" y="1330"/>
                </a:lnTo>
                <a:lnTo>
                  <a:pt x="3403" y="1329"/>
                </a:lnTo>
                <a:lnTo>
                  <a:pt x="3402" y="1329"/>
                </a:lnTo>
                <a:lnTo>
                  <a:pt x="3402" y="1327"/>
                </a:lnTo>
                <a:lnTo>
                  <a:pt x="3401" y="1326"/>
                </a:lnTo>
                <a:lnTo>
                  <a:pt x="3401" y="1325"/>
                </a:lnTo>
                <a:lnTo>
                  <a:pt x="3401" y="1324"/>
                </a:lnTo>
                <a:lnTo>
                  <a:pt x="3400" y="1323"/>
                </a:lnTo>
                <a:lnTo>
                  <a:pt x="3398" y="1321"/>
                </a:lnTo>
                <a:lnTo>
                  <a:pt x="3397" y="1319"/>
                </a:lnTo>
                <a:lnTo>
                  <a:pt x="3396" y="1317"/>
                </a:lnTo>
                <a:lnTo>
                  <a:pt x="3395" y="1315"/>
                </a:lnTo>
                <a:lnTo>
                  <a:pt x="3394" y="1315"/>
                </a:lnTo>
                <a:lnTo>
                  <a:pt x="3392" y="1314"/>
                </a:lnTo>
                <a:lnTo>
                  <a:pt x="3390" y="1313"/>
                </a:lnTo>
                <a:lnTo>
                  <a:pt x="3387" y="1313"/>
                </a:lnTo>
                <a:lnTo>
                  <a:pt x="3386" y="1313"/>
                </a:lnTo>
                <a:lnTo>
                  <a:pt x="3385" y="1313"/>
                </a:lnTo>
                <a:lnTo>
                  <a:pt x="3385" y="1314"/>
                </a:lnTo>
                <a:lnTo>
                  <a:pt x="3384" y="1314"/>
                </a:lnTo>
                <a:lnTo>
                  <a:pt x="3383" y="1316"/>
                </a:lnTo>
                <a:lnTo>
                  <a:pt x="3383" y="1317"/>
                </a:lnTo>
                <a:lnTo>
                  <a:pt x="3382" y="1319"/>
                </a:lnTo>
                <a:lnTo>
                  <a:pt x="3381" y="1319"/>
                </a:lnTo>
                <a:lnTo>
                  <a:pt x="3381" y="1323"/>
                </a:lnTo>
                <a:lnTo>
                  <a:pt x="3379" y="1326"/>
                </a:lnTo>
                <a:lnTo>
                  <a:pt x="3379" y="1327"/>
                </a:lnTo>
                <a:lnTo>
                  <a:pt x="3378" y="1330"/>
                </a:lnTo>
                <a:lnTo>
                  <a:pt x="3378" y="1334"/>
                </a:lnTo>
                <a:lnTo>
                  <a:pt x="3378" y="1335"/>
                </a:lnTo>
                <a:lnTo>
                  <a:pt x="3379" y="1335"/>
                </a:lnTo>
                <a:lnTo>
                  <a:pt x="3380" y="1335"/>
                </a:lnTo>
                <a:lnTo>
                  <a:pt x="3380" y="1336"/>
                </a:lnTo>
                <a:lnTo>
                  <a:pt x="3381" y="1336"/>
                </a:lnTo>
                <a:lnTo>
                  <a:pt x="3381" y="1337"/>
                </a:lnTo>
                <a:lnTo>
                  <a:pt x="3381" y="1339"/>
                </a:lnTo>
                <a:lnTo>
                  <a:pt x="3380" y="1341"/>
                </a:lnTo>
                <a:lnTo>
                  <a:pt x="3379" y="1342"/>
                </a:lnTo>
                <a:lnTo>
                  <a:pt x="3378" y="1343"/>
                </a:lnTo>
                <a:lnTo>
                  <a:pt x="3377" y="1343"/>
                </a:lnTo>
                <a:lnTo>
                  <a:pt x="3377" y="1344"/>
                </a:lnTo>
                <a:lnTo>
                  <a:pt x="3379" y="1345"/>
                </a:lnTo>
                <a:lnTo>
                  <a:pt x="3380" y="1346"/>
                </a:lnTo>
                <a:lnTo>
                  <a:pt x="3381" y="1346"/>
                </a:lnTo>
                <a:lnTo>
                  <a:pt x="3383" y="1346"/>
                </a:lnTo>
                <a:lnTo>
                  <a:pt x="3384" y="1346"/>
                </a:lnTo>
                <a:lnTo>
                  <a:pt x="3384" y="1347"/>
                </a:lnTo>
                <a:lnTo>
                  <a:pt x="3384" y="1348"/>
                </a:lnTo>
                <a:lnTo>
                  <a:pt x="3385" y="1348"/>
                </a:lnTo>
                <a:lnTo>
                  <a:pt x="3387" y="1350"/>
                </a:lnTo>
                <a:lnTo>
                  <a:pt x="3388" y="1351"/>
                </a:lnTo>
                <a:lnTo>
                  <a:pt x="3389" y="1353"/>
                </a:lnTo>
                <a:lnTo>
                  <a:pt x="3390" y="1354"/>
                </a:lnTo>
                <a:lnTo>
                  <a:pt x="3391" y="1356"/>
                </a:lnTo>
                <a:lnTo>
                  <a:pt x="3392" y="1356"/>
                </a:lnTo>
                <a:lnTo>
                  <a:pt x="3393" y="1358"/>
                </a:lnTo>
                <a:lnTo>
                  <a:pt x="3395" y="1359"/>
                </a:lnTo>
                <a:lnTo>
                  <a:pt x="3395" y="1367"/>
                </a:lnTo>
                <a:lnTo>
                  <a:pt x="3397" y="1369"/>
                </a:lnTo>
                <a:lnTo>
                  <a:pt x="3398" y="1370"/>
                </a:lnTo>
                <a:lnTo>
                  <a:pt x="3398" y="1371"/>
                </a:lnTo>
                <a:lnTo>
                  <a:pt x="3398" y="1372"/>
                </a:lnTo>
                <a:lnTo>
                  <a:pt x="3398" y="1373"/>
                </a:lnTo>
                <a:lnTo>
                  <a:pt x="3398" y="1374"/>
                </a:lnTo>
                <a:lnTo>
                  <a:pt x="3402" y="1377"/>
                </a:lnTo>
                <a:lnTo>
                  <a:pt x="3403" y="1377"/>
                </a:lnTo>
                <a:lnTo>
                  <a:pt x="3404" y="1378"/>
                </a:lnTo>
                <a:lnTo>
                  <a:pt x="3405" y="1378"/>
                </a:lnTo>
                <a:lnTo>
                  <a:pt x="3406" y="1381"/>
                </a:lnTo>
                <a:lnTo>
                  <a:pt x="3408" y="1382"/>
                </a:lnTo>
                <a:lnTo>
                  <a:pt x="3410" y="1386"/>
                </a:lnTo>
                <a:lnTo>
                  <a:pt x="3410" y="1387"/>
                </a:lnTo>
                <a:lnTo>
                  <a:pt x="3410" y="1389"/>
                </a:lnTo>
                <a:lnTo>
                  <a:pt x="3409" y="1390"/>
                </a:lnTo>
                <a:lnTo>
                  <a:pt x="3408" y="1391"/>
                </a:lnTo>
                <a:lnTo>
                  <a:pt x="3408" y="1393"/>
                </a:lnTo>
                <a:lnTo>
                  <a:pt x="3408" y="1394"/>
                </a:lnTo>
                <a:lnTo>
                  <a:pt x="3407" y="1396"/>
                </a:lnTo>
                <a:lnTo>
                  <a:pt x="3406" y="1397"/>
                </a:lnTo>
                <a:lnTo>
                  <a:pt x="3406" y="1398"/>
                </a:lnTo>
                <a:lnTo>
                  <a:pt x="3405" y="1398"/>
                </a:lnTo>
                <a:lnTo>
                  <a:pt x="3405" y="1399"/>
                </a:lnTo>
                <a:lnTo>
                  <a:pt x="3404" y="1400"/>
                </a:lnTo>
                <a:lnTo>
                  <a:pt x="3403" y="1403"/>
                </a:lnTo>
                <a:lnTo>
                  <a:pt x="3403" y="1404"/>
                </a:lnTo>
                <a:lnTo>
                  <a:pt x="3404" y="1404"/>
                </a:lnTo>
                <a:lnTo>
                  <a:pt x="3404" y="1405"/>
                </a:lnTo>
                <a:lnTo>
                  <a:pt x="3404" y="1406"/>
                </a:lnTo>
                <a:lnTo>
                  <a:pt x="3406" y="1408"/>
                </a:lnTo>
                <a:lnTo>
                  <a:pt x="3407" y="1409"/>
                </a:lnTo>
                <a:lnTo>
                  <a:pt x="3407" y="1410"/>
                </a:lnTo>
                <a:lnTo>
                  <a:pt x="3408" y="1410"/>
                </a:lnTo>
                <a:lnTo>
                  <a:pt x="3409" y="1411"/>
                </a:lnTo>
                <a:lnTo>
                  <a:pt x="3413" y="1414"/>
                </a:lnTo>
                <a:lnTo>
                  <a:pt x="3415" y="1416"/>
                </a:lnTo>
                <a:lnTo>
                  <a:pt x="3416" y="1417"/>
                </a:lnTo>
                <a:lnTo>
                  <a:pt x="3416" y="1418"/>
                </a:lnTo>
                <a:lnTo>
                  <a:pt x="3416" y="1420"/>
                </a:lnTo>
                <a:lnTo>
                  <a:pt x="3417" y="1421"/>
                </a:lnTo>
                <a:lnTo>
                  <a:pt x="3419" y="1421"/>
                </a:lnTo>
                <a:lnTo>
                  <a:pt x="3420" y="1422"/>
                </a:lnTo>
                <a:lnTo>
                  <a:pt x="3420" y="1423"/>
                </a:lnTo>
                <a:lnTo>
                  <a:pt x="3420" y="1424"/>
                </a:lnTo>
                <a:lnTo>
                  <a:pt x="3420" y="1426"/>
                </a:lnTo>
                <a:lnTo>
                  <a:pt x="3421" y="1427"/>
                </a:lnTo>
                <a:lnTo>
                  <a:pt x="3422" y="1427"/>
                </a:lnTo>
                <a:lnTo>
                  <a:pt x="3423" y="1428"/>
                </a:lnTo>
                <a:lnTo>
                  <a:pt x="3423" y="1430"/>
                </a:lnTo>
                <a:lnTo>
                  <a:pt x="3424" y="1430"/>
                </a:lnTo>
                <a:lnTo>
                  <a:pt x="3425" y="1431"/>
                </a:lnTo>
                <a:lnTo>
                  <a:pt x="3426" y="1431"/>
                </a:lnTo>
                <a:lnTo>
                  <a:pt x="3428" y="1432"/>
                </a:lnTo>
                <a:lnTo>
                  <a:pt x="3432" y="1434"/>
                </a:lnTo>
                <a:lnTo>
                  <a:pt x="3433" y="1435"/>
                </a:lnTo>
                <a:lnTo>
                  <a:pt x="3433" y="1436"/>
                </a:lnTo>
                <a:lnTo>
                  <a:pt x="3433" y="1439"/>
                </a:lnTo>
                <a:lnTo>
                  <a:pt x="3434" y="1440"/>
                </a:lnTo>
                <a:lnTo>
                  <a:pt x="3434" y="1441"/>
                </a:lnTo>
                <a:lnTo>
                  <a:pt x="3434" y="1442"/>
                </a:lnTo>
                <a:lnTo>
                  <a:pt x="3433" y="1443"/>
                </a:lnTo>
                <a:lnTo>
                  <a:pt x="3432" y="1444"/>
                </a:lnTo>
                <a:lnTo>
                  <a:pt x="3431" y="1444"/>
                </a:lnTo>
                <a:lnTo>
                  <a:pt x="3430" y="1444"/>
                </a:lnTo>
                <a:lnTo>
                  <a:pt x="3429" y="1444"/>
                </a:lnTo>
                <a:lnTo>
                  <a:pt x="3429" y="1445"/>
                </a:lnTo>
                <a:lnTo>
                  <a:pt x="3429" y="1446"/>
                </a:lnTo>
                <a:lnTo>
                  <a:pt x="3428" y="1446"/>
                </a:lnTo>
                <a:lnTo>
                  <a:pt x="3428" y="1447"/>
                </a:lnTo>
                <a:lnTo>
                  <a:pt x="3427" y="1447"/>
                </a:lnTo>
                <a:lnTo>
                  <a:pt x="3426" y="1447"/>
                </a:lnTo>
                <a:lnTo>
                  <a:pt x="3423" y="1448"/>
                </a:lnTo>
                <a:lnTo>
                  <a:pt x="3423" y="1449"/>
                </a:lnTo>
                <a:lnTo>
                  <a:pt x="3423" y="1450"/>
                </a:lnTo>
                <a:lnTo>
                  <a:pt x="3423" y="1451"/>
                </a:lnTo>
                <a:lnTo>
                  <a:pt x="3424" y="1455"/>
                </a:lnTo>
                <a:lnTo>
                  <a:pt x="3424" y="1456"/>
                </a:lnTo>
                <a:lnTo>
                  <a:pt x="3424" y="1457"/>
                </a:lnTo>
                <a:lnTo>
                  <a:pt x="3424" y="1458"/>
                </a:lnTo>
                <a:lnTo>
                  <a:pt x="3425" y="1460"/>
                </a:lnTo>
                <a:lnTo>
                  <a:pt x="3426" y="1460"/>
                </a:lnTo>
                <a:lnTo>
                  <a:pt x="3426" y="1463"/>
                </a:lnTo>
                <a:lnTo>
                  <a:pt x="3425" y="1464"/>
                </a:lnTo>
                <a:lnTo>
                  <a:pt x="3425" y="1465"/>
                </a:lnTo>
                <a:lnTo>
                  <a:pt x="3425" y="1466"/>
                </a:lnTo>
                <a:lnTo>
                  <a:pt x="3425" y="1467"/>
                </a:lnTo>
                <a:lnTo>
                  <a:pt x="3426" y="1468"/>
                </a:lnTo>
                <a:lnTo>
                  <a:pt x="3427" y="1468"/>
                </a:lnTo>
                <a:lnTo>
                  <a:pt x="3428" y="1469"/>
                </a:lnTo>
                <a:lnTo>
                  <a:pt x="3428" y="1470"/>
                </a:lnTo>
                <a:lnTo>
                  <a:pt x="3428" y="1471"/>
                </a:lnTo>
                <a:lnTo>
                  <a:pt x="3427" y="1472"/>
                </a:lnTo>
                <a:lnTo>
                  <a:pt x="3427" y="1473"/>
                </a:lnTo>
                <a:lnTo>
                  <a:pt x="3425" y="1474"/>
                </a:lnTo>
                <a:lnTo>
                  <a:pt x="3425" y="1475"/>
                </a:lnTo>
                <a:lnTo>
                  <a:pt x="3425" y="1476"/>
                </a:lnTo>
                <a:lnTo>
                  <a:pt x="3425" y="1478"/>
                </a:lnTo>
                <a:lnTo>
                  <a:pt x="3427" y="1479"/>
                </a:lnTo>
                <a:lnTo>
                  <a:pt x="3427" y="1481"/>
                </a:lnTo>
                <a:lnTo>
                  <a:pt x="3426" y="1481"/>
                </a:lnTo>
                <a:lnTo>
                  <a:pt x="3426" y="1482"/>
                </a:lnTo>
                <a:lnTo>
                  <a:pt x="3426" y="1483"/>
                </a:lnTo>
                <a:lnTo>
                  <a:pt x="3425" y="1483"/>
                </a:lnTo>
                <a:lnTo>
                  <a:pt x="3426" y="1485"/>
                </a:lnTo>
                <a:lnTo>
                  <a:pt x="3426" y="1487"/>
                </a:lnTo>
                <a:lnTo>
                  <a:pt x="3427" y="1488"/>
                </a:lnTo>
                <a:lnTo>
                  <a:pt x="3428" y="1489"/>
                </a:lnTo>
                <a:lnTo>
                  <a:pt x="3427" y="1490"/>
                </a:lnTo>
                <a:lnTo>
                  <a:pt x="3427" y="1491"/>
                </a:lnTo>
                <a:lnTo>
                  <a:pt x="3427" y="1493"/>
                </a:lnTo>
                <a:lnTo>
                  <a:pt x="3427" y="1494"/>
                </a:lnTo>
                <a:lnTo>
                  <a:pt x="3430" y="1499"/>
                </a:lnTo>
                <a:lnTo>
                  <a:pt x="3430" y="1502"/>
                </a:lnTo>
                <a:lnTo>
                  <a:pt x="3430" y="1503"/>
                </a:lnTo>
                <a:lnTo>
                  <a:pt x="3430" y="1504"/>
                </a:lnTo>
                <a:lnTo>
                  <a:pt x="3430" y="1505"/>
                </a:lnTo>
                <a:lnTo>
                  <a:pt x="3430" y="1508"/>
                </a:lnTo>
                <a:lnTo>
                  <a:pt x="3431" y="1510"/>
                </a:lnTo>
                <a:lnTo>
                  <a:pt x="3431" y="1512"/>
                </a:lnTo>
                <a:lnTo>
                  <a:pt x="3431" y="1514"/>
                </a:lnTo>
                <a:lnTo>
                  <a:pt x="3430" y="1515"/>
                </a:lnTo>
                <a:lnTo>
                  <a:pt x="3430" y="1516"/>
                </a:lnTo>
                <a:lnTo>
                  <a:pt x="3430" y="1517"/>
                </a:lnTo>
                <a:lnTo>
                  <a:pt x="3430" y="1518"/>
                </a:lnTo>
                <a:lnTo>
                  <a:pt x="3430" y="1519"/>
                </a:lnTo>
                <a:lnTo>
                  <a:pt x="3431" y="1519"/>
                </a:lnTo>
                <a:lnTo>
                  <a:pt x="3431" y="1520"/>
                </a:lnTo>
                <a:lnTo>
                  <a:pt x="3430" y="1521"/>
                </a:lnTo>
                <a:lnTo>
                  <a:pt x="3430" y="1522"/>
                </a:lnTo>
                <a:lnTo>
                  <a:pt x="3429" y="1523"/>
                </a:lnTo>
                <a:lnTo>
                  <a:pt x="3430" y="1524"/>
                </a:lnTo>
                <a:lnTo>
                  <a:pt x="3431" y="1526"/>
                </a:lnTo>
                <a:lnTo>
                  <a:pt x="3432" y="1527"/>
                </a:lnTo>
                <a:lnTo>
                  <a:pt x="3431" y="1529"/>
                </a:lnTo>
                <a:lnTo>
                  <a:pt x="3431" y="1530"/>
                </a:lnTo>
                <a:lnTo>
                  <a:pt x="3431" y="1531"/>
                </a:lnTo>
                <a:lnTo>
                  <a:pt x="3431" y="1532"/>
                </a:lnTo>
                <a:lnTo>
                  <a:pt x="3431" y="1533"/>
                </a:lnTo>
                <a:lnTo>
                  <a:pt x="3431" y="1534"/>
                </a:lnTo>
                <a:lnTo>
                  <a:pt x="3432" y="1535"/>
                </a:lnTo>
                <a:lnTo>
                  <a:pt x="3432" y="1536"/>
                </a:lnTo>
                <a:lnTo>
                  <a:pt x="3431" y="1536"/>
                </a:lnTo>
                <a:lnTo>
                  <a:pt x="3431" y="1537"/>
                </a:lnTo>
                <a:lnTo>
                  <a:pt x="3430" y="1538"/>
                </a:lnTo>
                <a:lnTo>
                  <a:pt x="3429" y="1539"/>
                </a:lnTo>
                <a:lnTo>
                  <a:pt x="3429" y="1540"/>
                </a:lnTo>
                <a:lnTo>
                  <a:pt x="3429" y="1544"/>
                </a:lnTo>
                <a:lnTo>
                  <a:pt x="3429" y="1545"/>
                </a:lnTo>
                <a:lnTo>
                  <a:pt x="3430" y="1546"/>
                </a:lnTo>
                <a:lnTo>
                  <a:pt x="3432" y="1548"/>
                </a:lnTo>
                <a:lnTo>
                  <a:pt x="3432" y="1549"/>
                </a:lnTo>
                <a:lnTo>
                  <a:pt x="3432" y="1550"/>
                </a:lnTo>
                <a:lnTo>
                  <a:pt x="3431" y="1551"/>
                </a:lnTo>
                <a:lnTo>
                  <a:pt x="3431" y="1552"/>
                </a:lnTo>
                <a:lnTo>
                  <a:pt x="3430" y="1553"/>
                </a:lnTo>
                <a:lnTo>
                  <a:pt x="3430" y="1555"/>
                </a:lnTo>
                <a:lnTo>
                  <a:pt x="3430" y="1556"/>
                </a:lnTo>
                <a:lnTo>
                  <a:pt x="3430" y="1557"/>
                </a:lnTo>
                <a:lnTo>
                  <a:pt x="3431" y="1557"/>
                </a:lnTo>
                <a:lnTo>
                  <a:pt x="3431" y="1558"/>
                </a:lnTo>
                <a:lnTo>
                  <a:pt x="3430" y="1560"/>
                </a:lnTo>
                <a:lnTo>
                  <a:pt x="3431" y="1561"/>
                </a:lnTo>
                <a:lnTo>
                  <a:pt x="3432" y="1562"/>
                </a:lnTo>
                <a:lnTo>
                  <a:pt x="3433" y="1562"/>
                </a:lnTo>
                <a:lnTo>
                  <a:pt x="3434" y="1562"/>
                </a:lnTo>
                <a:lnTo>
                  <a:pt x="3434" y="1563"/>
                </a:lnTo>
                <a:lnTo>
                  <a:pt x="3435" y="1565"/>
                </a:lnTo>
                <a:lnTo>
                  <a:pt x="3434" y="1567"/>
                </a:lnTo>
                <a:lnTo>
                  <a:pt x="3434" y="1568"/>
                </a:lnTo>
                <a:lnTo>
                  <a:pt x="3434" y="1569"/>
                </a:lnTo>
                <a:lnTo>
                  <a:pt x="3435" y="1569"/>
                </a:lnTo>
                <a:lnTo>
                  <a:pt x="3436" y="1571"/>
                </a:lnTo>
                <a:lnTo>
                  <a:pt x="3437" y="1572"/>
                </a:lnTo>
                <a:lnTo>
                  <a:pt x="3437" y="1573"/>
                </a:lnTo>
                <a:lnTo>
                  <a:pt x="3438" y="1574"/>
                </a:lnTo>
                <a:lnTo>
                  <a:pt x="3438" y="1575"/>
                </a:lnTo>
                <a:lnTo>
                  <a:pt x="3439" y="1576"/>
                </a:lnTo>
                <a:lnTo>
                  <a:pt x="3440" y="1577"/>
                </a:lnTo>
                <a:lnTo>
                  <a:pt x="3439" y="1580"/>
                </a:lnTo>
                <a:lnTo>
                  <a:pt x="3438" y="1581"/>
                </a:lnTo>
                <a:lnTo>
                  <a:pt x="3438" y="1582"/>
                </a:lnTo>
                <a:lnTo>
                  <a:pt x="3438" y="1583"/>
                </a:lnTo>
                <a:lnTo>
                  <a:pt x="3438" y="1584"/>
                </a:lnTo>
                <a:lnTo>
                  <a:pt x="3439" y="1585"/>
                </a:lnTo>
                <a:lnTo>
                  <a:pt x="3438" y="1593"/>
                </a:lnTo>
                <a:lnTo>
                  <a:pt x="3438" y="1594"/>
                </a:lnTo>
                <a:lnTo>
                  <a:pt x="3440" y="1602"/>
                </a:lnTo>
                <a:lnTo>
                  <a:pt x="3439" y="1603"/>
                </a:lnTo>
                <a:lnTo>
                  <a:pt x="3439" y="1604"/>
                </a:lnTo>
                <a:lnTo>
                  <a:pt x="3439" y="1605"/>
                </a:lnTo>
                <a:lnTo>
                  <a:pt x="3439" y="1606"/>
                </a:lnTo>
                <a:lnTo>
                  <a:pt x="3440" y="1607"/>
                </a:lnTo>
                <a:lnTo>
                  <a:pt x="3441" y="1607"/>
                </a:lnTo>
                <a:lnTo>
                  <a:pt x="3442" y="1607"/>
                </a:lnTo>
                <a:lnTo>
                  <a:pt x="3442" y="1608"/>
                </a:lnTo>
                <a:lnTo>
                  <a:pt x="3442" y="1609"/>
                </a:lnTo>
                <a:lnTo>
                  <a:pt x="3441" y="1609"/>
                </a:lnTo>
                <a:lnTo>
                  <a:pt x="3440" y="1609"/>
                </a:lnTo>
                <a:lnTo>
                  <a:pt x="3440" y="1610"/>
                </a:lnTo>
                <a:lnTo>
                  <a:pt x="3440" y="1612"/>
                </a:lnTo>
                <a:lnTo>
                  <a:pt x="3439" y="1613"/>
                </a:lnTo>
                <a:lnTo>
                  <a:pt x="3439" y="1614"/>
                </a:lnTo>
                <a:lnTo>
                  <a:pt x="3439" y="1615"/>
                </a:lnTo>
                <a:lnTo>
                  <a:pt x="3438" y="1616"/>
                </a:lnTo>
                <a:lnTo>
                  <a:pt x="3437" y="1617"/>
                </a:lnTo>
                <a:lnTo>
                  <a:pt x="3436" y="1618"/>
                </a:lnTo>
                <a:lnTo>
                  <a:pt x="3436" y="1619"/>
                </a:lnTo>
                <a:lnTo>
                  <a:pt x="3436" y="1620"/>
                </a:lnTo>
                <a:lnTo>
                  <a:pt x="3435" y="1621"/>
                </a:lnTo>
                <a:lnTo>
                  <a:pt x="3435" y="1622"/>
                </a:lnTo>
                <a:lnTo>
                  <a:pt x="3435" y="1623"/>
                </a:lnTo>
                <a:lnTo>
                  <a:pt x="3434" y="1623"/>
                </a:lnTo>
                <a:lnTo>
                  <a:pt x="3433" y="1624"/>
                </a:lnTo>
                <a:lnTo>
                  <a:pt x="3433" y="1627"/>
                </a:lnTo>
                <a:lnTo>
                  <a:pt x="3433" y="1628"/>
                </a:lnTo>
                <a:lnTo>
                  <a:pt x="3432" y="1629"/>
                </a:lnTo>
                <a:lnTo>
                  <a:pt x="3431" y="1630"/>
                </a:lnTo>
                <a:lnTo>
                  <a:pt x="3431" y="1631"/>
                </a:lnTo>
                <a:lnTo>
                  <a:pt x="3431" y="1634"/>
                </a:lnTo>
                <a:lnTo>
                  <a:pt x="3431" y="1636"/>
                </a:lnTo>
                <a:lnTo>
                  <a:pt x="3431" y="1637"/>
                </a:lnTo>
                <a:lnTo>
                  <a:pt x="3431" y="1638"/>
                </a:lnTo>
                <a:lnTo>
                  <a:pt x="3430" y="1638"/>
                </a:lnTo>
                <a:lnTo>
                  <a:pt x="3430" y="1639"/>
                </a:lnTo>
                <a:lnTo>
                  <a:pt x="3429" y="1643"/>
                </a:lnTo>
                <a:lnTo>
                  <a:pt x="3429" y="1644"/>
                </a:lnTo>
                <a:lnTo>
                  <a:pt x="3429" y="1645"/>
                </a:lnTo>
                <a:lnTo>
                  <a:pt x="3429" y="1646"/>
                </a:lnTo>
                <a:lnTo>
                  <a:pt x="3428" y="1647"/>
                </a:lnTo>
                <a:lnTo>
                  <a:pt x="3427" y="1647"/>
                </a:lnTo>
                <a:lnTo>
                  <a:pt x="3427" y="1649"/>
                </a:lnTo>
                <a:lnTo>
                  <a:pt x="3427" y="1654"/>
                </a:lnTo>
                <a:lnTo>
                  <a:pt x="3427" y="1655"/>
                </a:lnTo>
                <a:lnTo>
                  <a:pt x="3427" y="1657"/>
                </a:lnTo>
                <a:lnTo>
                  <a:pt x="3426" y="1658"/>
                </a:lnTo>
                <a:lnTo>
                  <a:pt x="3425" y="1660"/>
                </a:lnTo>
                <a:lnTo>
                  <a:pt x="3425" y="1662"/>
                </a:lnTo>
                <a:lnTo>
                  <a:pt x="3425" y="1663"/>
                </a:lnTo>
                <a:lnTo>
                  <a:pt x="3426" y="1664"/>
                </a:lnTo>
                <a:lnTo>
                  <a:pt x="3427" y="1664"/>
                </a:lnTo>
                <a:lnTo>
                  <a:pt x="3426" y="1664"/>
                </a:lnTo>
                <a:lnTo>
                  <a:pt x="3426" y="1665"/>
                </a:lnTo>
                <a:lnTo>
                  <a:pt x="3426" y="1666"/>
                </a:lnTo>
                <a:lnTo>
                  <a:pt x="3427" y="1667"/>
                </a:lnTo>
                <a:lnTo>
                  <a:pt x="3428" y="1669"/>
                </a:lnTo>
                <a:lnTo>
                  <a:pt x="3428" y="1671"/>
                </a:lnTo>
                <a:lnTo>
                  <a:pt x="3428" y="1672"/>
                </a:lnTo>
                <a:lnTo>
                  <a:pt x="3428" y="1674"/>
                </a:lnTo>
                <a:lnTo>
                  <a:pt x="3430" y="1675"/>
                </a:lnTo>
                <a:lnTo>
                  <a:pt x="3431" y="1676"/>
                </a:lnTo>
                <a:lnTo>
                  <a:pt x="3431" y="1677"/>
                </a:lnTo>
                <a:lnTo>
                  <a:pt x="3432" y="1678"/>
                </a:lnTo>
                <a:lnTo>
                  <a:pt x="3432" y="1679"/>
                </a:lnTo>
                <a:lnTo>
                  <a:pt x="3433" y="1681"/>
                </a:lnTo>
                <a:lnTo>
                  <a:pt x="3433" y="1682"/>
                </a:lnTo>
                <a:lnTo>
                  <a:pt x="3434" y="1682"/>
                </a:lnTo>
                <a:lnTo>
                  <a:pt x="3434" y="1683"/>
                </a:lnTo>
                <a:lnTo>
                  <a:pt x="3434" y="1686"/>
                </a:lnTo>
                <a:lnTo>
                  <a:pt x="3434" y="1687"/>
                </a:lnTo>
                <a:lnTo>
                  <a:pt x="3433" y="1690"/>
                </a:lnTo>
                <a:lnTo>
                  <a:pt x="3433" y="1691"/>
                </a:lnTo>
                <a:lnTo>
                  <a:pt x="3434" y="1695"/>
                </a:lnTo>
                <a:lnTo>
                  <a:pt x="3434" y="1699"/>
                </a:lnTo>
                <a:lnTo>
                  <a:pt x="3435" y="1700"/>
                </a:lnTo>
                <a:lnTo>
                  <a:pt x="3435" y="1701"/>
                </a:lnTo>
                <a:lnTo>
                  <a:pt x="3435" y="1702"/>
                </a:lnTo>
                <a:lnTo>
                  <a:pt x="3434" y="1703"/>
                </a:lnTo>
                <a:lnTo>
                  <a:pt x="3434" y="1705"/>
                </a:lnTo>
                <a:lnTo>
                  <a:pt x="3434" y="1706"/>
                </a:lnTo>
                <a:lnTo>
                  <a:pt x="3435" y="1707"/>
                </a:lnTo>
                <a:lnTo>
                  <a:pt x="3435" y="1708"/>
                </a:lnTo>
                <a:lnTo>
                  <a:pt x="3435" y="1709"/>
                </a:lnTo>
                <a:lnTo>
                  <a:pt x="3434" y="1709"/>
                </a:lnTo>
                <a:lnTo>
                  <a:pt x="3435" y="1711"/>
                </a:lnTo>
                <a:lnTo>
                  <a:pt x="3435" y="1712"/>
                </a:lnTo>
                <a:lnTo>
                  <a:pt x="3435" y="1713"/>
                </a:lnTo>
                <a:lnTo>
                  <a:pt x="3434" y="1713"/>
                </a:lnTo>
                <a:lnTo>
                  <a:pt x="3434" y="1714"/>
                </a:lnTo>
                <a:lnTo>
                  <a:pt x="3434" y="1718"/>
                </a:lnTo>
                <a:lnTo>
                  <a:pt x="3435" y="1720"/>
                </a:lnTo>
                <a:lnTo>
                  <a:pt x="3434" y="1721"/>
                </a:lnTo>
                <a:lnTo>
                  <a:pt x="3434" y="1722"/>
                </a:lnTo>
                <a:lnTo>
                  <a:pt x="3434" y="1731"/>
                </a:lnTo>
                <a:lnTo>
                  <a:pt x="3435" y="1732"/>
                </a:lnTo>
                <a:lnTo>
                  <a:pt x="3435" y="1733"/>
                </a:lnTo>
                <a:lnTo>
                  <a:pt x="3436" y="1734"/>
                </a:lnTo>
                <a:lnTo>
                  <a:pt x="3434" y="1737"/>
                </a:lnTo>
                <a:lnTo>
                  <a:pt x="3434" y="1738"/>
                </a:lnTo>
                <a:lnTo>
                  <a:pt x="3435" y="1738"/>
                </a:lnTo>
                <a:lnTo>
                  <a:pt x="3435" y="1739"/>
                </a:lnTo>
                <a:lnTo>
                  <a:pt x="3436" y="1739"/>
                </a:lnTo>
                <a:lnTo>
                  <a:pt x="3437" y="1740"/>
                </a:lnTo>
                <a:lnTo>
                  <a:pt x="3439" y="1743"/>
                </a:lnTo>
                <a:lnTo>
                  <a:pt x="3438" y="1744"/>
                </a:lnTo>
                <a:lnTo>
                  <a:pt x="3438" y="1745"/>
                </a:lnTo>
                <a:lnTo>
                  <a:pt x="3440" y="1748"/>
                </a:lnTo>
                <a:lnTo>
                  <a:pt x="3441" y="1748"/>
                </a:lnTo>
                <a:lnTo>
                  <a:pt x="3442" y="1750"/>
                </a:lnTo>
                <a:lnTo>
                  <a:pt x="3442" y="1751"/>
                </a:lnTo>
                <a:lnTo>
                  <a:pt x="3442" y="1753"/>
                </a:lnTo>
                <a:lnTo>
                  <a:pt x="3441" y="1754"/>
                </a:lnTo>
                <a:lnTo>
                  <a:pt x="3437" y="1754"/>
                </a:lnTo>
                <a:lnTo>
                  <a:pt x="3435" y="1755"/>
                </a:lnTo>
                <a:lnTo>
                  <a:pt x="3434" y="1756"/>
                </a:lnTo>
                <a:lnTo>
                  <a:pt x="3429" y="1756"/>
                </a:lnTo>
                <a:lnTo>
                  <a:pt x="3428" y="1756"/>
                </a:lnTo>
                <a:lnTo>
                  <a:pt x="3427" y="1756"/>
                </a:lnTo>
                <a:lnTo>
                  <a:pt x="3425" y="1757"/>
                </a:lnTo>
                <a:lnTo>
                  <a:pt x="3425" y="1758"/>
                </a:lnTo>
                <a:lnTo>
                  <a:pt x="3423" y="1758"/>
                </a:lnTo>
                <a:lnTo>
                  <a:pt x="3420" y="1757"/>
                </a:lnTo>
                <a:lnTo>
                  <a:pt x="3418" y="1756"/>
                </a:lnTo>
                <a:lnTo>
                  <a:pt x="3416" y="1756"/>
                </a:lnTo>
                <a:lnTo>
                  <a:pt x="3416" y="1761"/>
                </a:lnTo>
                <a:lnTo>
                  <a:pt x="3415" y="1761"/>
                </a:lnTo>
                <a:lnTo>
                  <a:pt x="3414" y="1762"/>
                </a:lnTo>
                <a:lnTo>
                  <a:pt x="3414" y="1764"/>
                </a:lnTo>
                <a:lnTo>
                  <a:pt x="3413" y="1768"/>
                </a:lnTo>
                <a:lnTo>
                  <a:pt x="3414" y="1771"/>
                </a:lnTo>
                <a:lnTo>
                  <a:pt x="3416" y="1774"/>
                </a:lnTo>
                <a:lnTo>
                  <a:pt x="3418" y="1776"/>
                </a:lnTo>
                <a:lnTo>
                  <a:pt x="3418" y="1777"/>
                </a:lnTo>
                <a:lnTo>
                  <a:pt x="3419" y="1778"/>
                </a:lnTo>
                <a:lnTo>
                  <a:pt x="3420" y="1782"/>
                </a:lnTo>
                <a:lnTo>
                  <a:pt x="3421" y="1786"/>
                </a:lnTo>
                <a:lnTo>
                  <a:pt x="3422" y="1788"/>
                </a:lnTo>
                <a:lnTo>
                  <a:pt x="3422" y="1790"/>
                </a:lnTo>
                <a:lnTo>
                  <a:pt x="3420" y="1792"/>
                </a:lnTo>
                <a:lnTo>
                  <a:pt x="3419" y="1792"/>
                </a:lnTo>
                <a:lnTo>
                  <a:pt x="3419" y="1793"/>
                </a:lnTo>
                <a:lnTo>
                  <a:pt x="3418" y="1793"/>
                </a:lnTo>
                <a:lnTo>
                  <a:pt x="3412" y="1796"/>
                </a:lnTo>
                <a:lnTo>
                  <a:pt x="3411" y="1799"/>
                </a:lnTo>
                <a:lnTo>
                  <a:pt x="3408" y="1801"/>
                </a:lnTo>
                <a:lnTo>
                  <a:pt x="3407" y="1801"/>
                </a:lnTo>
                <a:lnTo>
                  <a:pt x="3405" y="1801"/>
                </a:lnTo>
                <a:lnTo>
                  <a:pt x="3405" y="1803"/>
                </a:lnTo>
                <a:lnTo>
                  <a:pt x="3404" y="1808"/>
                </a:lnTo>
                <a:lnTo>
                  <a:pt x="3404" y="1811"/>
                </a:lnTo>
                <a:lnTo>
                  <a:pt x="3403" y="1814"/>
                </a:lnTo>
                <a:lnTo>
                  <a:pt x="3403" y="1815"/>
                </a:lnTo>
                <a:lnTo>
                  <a:pt x="3402" y="1816"/>
                </a:lnTo>
                <a:lnTo>
                  <a:pt x="3402" y="1821"/>
                </a:lnTo>
                <a:lnTo>
                  <a:pt x="3408" y="1824"/>
                </a:lnTo>
                <a:lnTo>
                  <a:pt x="3409" y="1824"/>
                </a:lnTo>
                <a:lnTo>
                  <a:pt x="3411" y="1824"/>
                </a:lnTo>
                <a:lnTo>
                  <a:pt x="3412" y="1825"/>
                </a:lnTo>
                <a:lnTo>
                  <a:pt x="3412" y="1827"/>
                </a:lnTo>
                <a:lnTo>
                  <a:pt x="3411" y="1828"/>
                </a:lnTo>
                <a:lnTo>
                  <a:pt x="3410" y="1828"/>
                </a:lnTo>
                <a:lnTo>
                  <a:pt x="3411" y="1831"/>
                </a:lnTo>
                <a:lnTo>
                  <a:pt x="3411" y="1832"/>
                </a:lnTo>
                <a:lnTo>
                  <a:pt x="3411" y="1833"/>
                </a:lnTo>
                <a:lnTo>
                  <a:pt x="3410" y="1833"/>
                </a:lnTo>
                <a:lnTo>
                  <a:pt x="3407" y="1834"/>
                </a:lnTo>
                <a:lnTo>
                  <a:pt x="3406" y="1833"/>
                </a:lnTo>
                <a:lnTo>
                  <a:pt x="3406" y="1834"/>
                </a:lnTo>
                <a:lnTo>
                  <a:pt x="3405" y="1834"/>
                </a:lnTo>
                <a:lnTo>
                  <a:pt x="3405" y="1833"/>
                </a:lnTo>
                <a:lnTo>
                  <a:pt x="3404" y="1834"/>
                </a:lnTo>
                <a:lnTo>
                  <a:pt x="3403" y="1834"/>
                </a:lnTo>
                <a:lnTo>
                  <a:pt x="3402" y="1836"/>
                </a:lnTo>
                <a:lnTo>
                  <a:pt x="3402" y="1837"/>
                </a:lnTo>
                <a:lnTo>
                  <a:pt x="3400" y="1838"/>
                </a:lnTo>
                <a:lnTo>
                  <a:pt x="3398" y="1838"/>
                </a:lnTo>
                <a:lnTo>
                  <a:pt x="3396" y="1837"/>
                </a:lnTo>
                <a:lnTo>
                  <a:pt x="3395" y="1836"/>
                </a:lnTo>
                <a:lnTo>
                  <a:pt x="3393" y="1836"/>
                </a:lnTo>
                <a:lnTo>
                  <a:pt x="3392" y="1837"/>
                </a:lnTo>
                <a:lnTo>
                  <a:pt x="3391" y="1837"/>
                </a:lnTo>
                <a:lnTo>
                  <a:pt x="3391" y="1838"/>
                </a:lnTo>
                <a:lnTo>
                  <a:pt x="3390" y="1838"/>
                </a:lnTo>
                <a:lnTo>
                  <a:pt x="3387" y="1837"/>
                </a:lnTo>
                <a:lnTo>
                  <a:pt x="3385" y="1833"/>
                </a:lnTo>
                <a:lnTo>
                  <a:pt x="3386" y="1830"/>
                </a:lnTo>
                <a:lnTo>
                  <a:pt x="3386" y="1828"/>
                </a:lnTo>
                <a:lnTo>
                  <a:pt x="3385" y="1824"/>
                </a:lnTo>
                <a:lnTo>
                  <a:pt x="3385" y="1821"/>
                </a:lnTo>
                <a:lnTo>
                  <a:pt x="3385" y="1819"/>
                </a:lnTo>
                <a:lnTo>
                  <a:pt x="3385" y="1815"/>
                </a:lnTo>
                <a:lnTo>
                  <a:pt x="3384" y="1811"/>
                </a:lnTo>
                <a:lnTo>
                  <a:pt x="3384" y="1810"/>
                </a:lnTo>
                <a:lnTo>
                  <a:pt x="3385" y="1807"/>
                </a:lnTo>
                <a:lnTo>
                  <a:pt x="3383" y="1802"/>
                </a:lnTo>
                <a:lnTo>
                  <a:pt x="3381" y="1798"/>
                </a:lnTo>
                <a:lnTo>
                  <a:pt x="3380" y="1796"/>
                </a:lnTo>
                <a:lnTo>
                  <a:pt x="3377" y="1794"/>
                </a:lnTo>
                <a:lnTo>
                  <a:pt x="3375" y="1795"/>
                </a:lnTo>
                <a:lnTo>
                  <a:pt x="3375" y="1796"/>
                </a:lnTo>
                <a:lnTo>
                  <a:pt x="3373" y="1797"/>
                </a:lnTo>
                <a:lnTo>
                  <a:pt x="3372" y="1798"/>
                </a:lnTo>
                <a:lnTo>
                  <a:pt x="3370" y="1799"/>
                </a:lnTo>
                <a:lnTo>
                  <a:pt x="3368" y="1800"/>
                </a:lnTo>
                <a:lnTo>
                  <a:pt x="3368" y="1801"/>
                </a:lnTo>
                <a:lnTo>
                  <a:pt x="3367" y="1802"/>
                </a:lnTo>
                <a:lnTo>
                  <a:pt x="3366" y="1803"/>
                </a:lnTo>
                <a:lnTo>
                  <a:pt x="3363" y="1802"/>
                </a:lnTo>
                <a:lnTo>
                  <a:pt x="3362" y="1801"/>
                </a:lnTo>
                <a:lnTo>
                  <a:pt x="3358" y="1799"/>
                </a:lnTo>
                <a:lnTo>
                  <a:pt x="3357" y="1799"/>
                </a:lnTo>
                <a:lnTo>
                  <a:pt x="3355" y="1799"/>
                </a:lnTo>
                <a:lnTo>
                  <a:pt x="3354" y="1800"/>
                </a:lnTo>
                <a:lnTo>
                  <a:pt x="3354" y="1799"/>
                </a:lnTo>
                <a:lnTo>
                  <a:pt x="3353" y="1800"/>
                </a:lnTo>
                <a:lnTo>
                  <a:pt x="3352" y="1801"/>
                </a:lnTo>
                <a:lnTo>
                  <a:pt x="3352" y="1803"/>
                </a:lnTo>
                <a:lnTo>
                  <a:pt x="3354" y="1807"/>
                </a:lnTo>
                <a:lnTo>
                  <a:pt x="3354" y="1808"/>
                </a:lnTo>
                <a:lnTo>
                  <a:pt x="3355" y="1809"/>
                </a:lnTo>
                <a:lnTo>
                  <a:pt x="3356" y="1809"/>
                </a:lnTo>
                <a:lnTo>
                  <a:pt x="3357" y="1809"/>
                </a:lnTo>
                <a:lnTo>
                  <a:pt x="3356" y="1810"/>
                </a:lnTo>
                <a:lnTo>
                  <a:pt x="3355" y="1811"/>
                </a:lnTo>
                <a:lnTo>
                  <a:pt x="3355" y="1812"/>
                </a:lnTo>
                <a:lnTo>
                  <a:pt x="3354" y="1816"/>
                </a:lnTo>
                <a:lnTo>
                  <a:pt x="3354" y="1818"/>
                </a:lnTo>
                <a:lnTo>
                  <a:pt x="3355" y="1823"/>
                </a:lnTo>
                <a:lnTo>
                  <a:pt x="3355" y="1824"/>
                </a:lnTo>
                <a:lnTo>
                  <a:pt x="3356" y="1825"/>
                </a:lnTo>
                <a:lnTo>
                  <a:pt x="3357" y="1827"/>
                </a:lnTo>
                <a:lnTo>
                  <a:pt x="3356" y="1828"/>
                </a:lnTo>
                <a:lnTo>
                  <a:pt x="3356" y="1829"/>
                </a:lnTo>
                <a:lnTo>
                  <a:pt x="3356" y="1830"/>
                </a:lnTo>
                <a:lnTo>
                  <a:pt x="3355" y="1831"/>
                </a:lnTo>
                <a:lnTo>
                  <a:pt x="3354" y="1832"/>
                </a:lnTo>
                <a:lnTo>
                  <a:pt x="3354" y="1833"/>
                </a:lnTo>
                <a:lnTo>
                  <a:pt x="3355" y="1834"/>
                </a:lnTo>
                <a:lnTo>
                  <a:pt x="3356" y="1836"/>
                </a:lnTo>
                <a:lnTo>
                  <a:pt x="3356" y="1839"/>
                </a:lnTo>
                <a:lnTo>
                  <a:pt x="3357" y="1839"/>
                </a:lnTo>
                <a:lnTo>
                  <a:pt x="3358" y="1841"/>
                </a:lnTo>
                <a:lnTo>
                  <a:pt x="3359" y="1842"/>
                </a:lnTo>
                <a:lnTo>
                  <a:pt x="3358" y="1843"/>
                </a:lnTo>
                <a:lnTo>
                  <a:pt x="3358" y="1844"/>
                </a:lnTo>
                <a:lnTo>
                  <a:pt x="3358" y="1845"/>
                </a:lnTo>
                <a:lnTo>
                  <a:pt x="3359" y="1845"/>
                </a:lnTo>
                <a:lnTo>
                  <a:pt x="3359" y="1846"/>
                </a:lnTo>
                <a:lnTo>
                  <a:pt x="3359" y="1848"/>
                </a:lnTo>
                <a:lnTo>
                  <a:pt x="3358" y="1848"/>
                </a:lnTo>
                <a:lnTo>
                  <a:pt x="3358" y="1849"/>
                </a:lnTo>
                <a:lnTo>
                  <a:pt x="3358" y="1850"/>
                </a:lnTo>
                <a:lnTo>
                  <a:pt x="3358" y="1852"/>
                </a:lnTo>
                <a:lnTo>
                  <a:pt x="3355" y="1854"/>
                </a:lnTo>
                <a:lnTo>
                  <a:pt x="3353" y="1855"/>
                </a:lnTo>
                <a:lnTo>
                  <a:pt x="3352" y="1855"/>
                </a:lnTo>
                <a:lnTo>
                  <a:pt x="3350" y="1856"/>
                </a:lnTo>
                <a:lnTo>
                  <a:pt x="3350" y="1857"/>
                </a:lnTo>
                <a:lnTo>
                  <a:pt x="3349" y="1858"/>
                </a:lnTo>
                <a:lnTo>
                  <a:pt x="3349" y="1859"/>
                </a:lnTo>
                <a:lnTo>
                  <a:pt x="3346" y="1860"/>
                </a:lnTo>
                <a:lnTo>
                  <a:pt x="3344" y="1859"/>
                </a:lnTo>
                <a:lnTo>
                  <a:pt x="3343" y="1859"/>
                </a:lnTo>
                <a:lnTo>
                  <a:pt x="3342" y="1859"/>
                </a:lnTo>
                <a:lnTo>
                  <a:pt x="3343" y="1862"/>
                </a:lnTo>
                <a:lnTo>
                  <a:pt x="3343" y="1864"/>
                </a:lnTo>
                <a:lnTo>
                  <a:pt x="3345" y="1869"/>
                </a:lnTo>
                <a:lnTo>
                  <a:pt x="3345" y="1870"/>
                </a:lnTo>
                <a:lnTo>
                  <a:pt x="3346" y="1871"/>
                </a:lnTo>
                <a:lnTo>
                  <a:pt x="3346" y="1872"/>
                </a:lnTo>
                <a:lnTo>
                  <a:pt x="3345" y="1873"/>
                </a:lnTo>
                <a:lnTo>
                  <a:pt x="3345" y="1879"/>
                </a:lnTo>
                <a:lnTo>
                  <a:pt x="3346" y="1881"/>
                </a:lnTo>
                <a:lnTo>
                  <a:pt x="3347" y="1887"/>
                </a:lnTo>
                <a:lnTo>
                  <a:pt x="3348" y="1890"/>
                </a:lnTo>
                <a:lnTo>
                  <a:pt x="3346" y="1893"/>
                </a:lnTo>
                <a:lnTo>
                  <a:pt x="3345" y="1894"/>
                </a:lnTo>
                <a:lnTo>
                  <a:pt x="3344" y="1897"/>
                </a:lnTo>
                <a:lnTo>
                  <a:pt x="3345" y="1899"/>
                </a:lnTo>
                <a:lnTo>
                  <a:pt x="3346" y="1899"/>
                </a:lnTo>
                <a:lnTo>
                  <a:pt x="3347" y="1900"/>
                </a:lnTo>
                <a:lnTo>
                  <a:pt x="3349" y="1900"/>
                </a:lnTo>
                <a:lnTo>
                  <a:pt x="3354" y="1903"/>
                </a:lnTo>
                <a:lnTo>
                  <a:pt x="3354" y="1905"/>
                </a:lnTo>
                <a:lnTo>
                  <a:pt x="3355" y="1906"/>
                </a:lnTo>
                <a:lnTo>
                  <a:pt x="3356" y="1908"/>
                </a:lnTo>
                <a:lnTo>
                  <a:pt x="3355" y="1911"/>
                </a:lnTo>
                <a:lnTo>
                  <a:pt x="3357" y="1912"/>
                </a:lnTo>
                <a:lnTo>
                  <a:pt x="3359" y="1915"/>
                </a:lnTo>
                <a:lnTo>
                  <a:pt x="3359" y="1916"/>
                </a:lnTo>
                <a:lnTo>
                  <a:pt x="3359" y="1917"/>
                </a:lnTo>
                <a:lnTo>
                  <a:pt x="3359" y="1918"/>
                </a:lnTo>
                <a:lnTo>
                  <a:pt x="3361" y="1921"/>
                </a:lnTo>
                <a:lnTo>
                  <a:pt x="3362" y="1923"/>
                </a:lnTo>
                <a:lnTo>
                  <a:pt x="3363" y="1924"/>
                </a:lnTo>
                <a:lnTo>
                  <a:pt x="3363" y="1926"/>
                </a:lnTo>
                <a:lnTo>
                  <a:pt x="3363" y="1928"/>
                </a:lnTo>
                <a:lnTo>
                  <a:pt x="3364" y="1930"/>
                </a:lnTo>
                <a:lnTo>
                  <a:pt x="3365" y="1930"/>
                </a:lnTo>
                <a:lnTo>
                  <a:pt x="3366" y="1931"/>
                </a:lnTo>
                <a:lnTo>
                  <a:pt x="3366" y="1933"/>
                </a:lnTo>
                <a:lnTo>
                  <a:pt x="3365" y="1935"/>
                </a:lnTo>
                <a:lnTo>
                  <a:pt x="3362" y="1936"/>
                </a:lnTo>
                <a:lnTo>
                  <a:pt x="3360" y="1936"/>
                </a:lnTo>
                <a:lnTo>
                  <a:pt x="3359" y="1937"/>
                </a:lnTo>
                <a:lnTo>
                  <a:pt x="3359" y="1938"/>
                </a:lnTo>
                <a:lnTo>
                  <a:pt x="3358" y="1942"/>
                </a:lnTo>
                <a:lnTo>
                  <a:pt x="3359" y="1943"/>
                </a:lnTo>
                <a:lnTo>
                  <a:pt x="3359" y="1944"/>
                </a:lnTo>
                <a:lnTo>
                  <a:pt x="3357" y="1947"/>
                </a:lnTo>
                <a:lnTo>
                  <a:pt x="3357" y="1950"/>
                </a:lnTo>
                <a:lnTo>
                  <a:pt x="3357" y="1953"/>
                </a:lnTo>
                <a:lnTo>
                  <a:pt x="3354" y="1956"/>
                </a:lnTo>
                <a:lnTo>
                  <a:pt x="3352" y="1957"/>
                </a:lnTo>
                <a:lnTo>
                  <a:pt x="3351" y="1957"/>
                </a:lnTo>
                <a:lnTo>
                  <a:pt x="3350" y="1957"/>
                </a:lnTo>
                <a:lnTo>
                  <a:pt x="3349" y="1957"/>
                </a:lnTo>
                <a:lnTo>
                  <a:pt x="3346" y="1959"/>
                </a:lnTo>
                <a:lnTo>
                  <a:pt x="3344" y="1960"/>
                </a:lnTo>
                <a:lnTo>
                  <a:pt x="3343" y="1962"/>
                </a:lnTo>
                <a:lnTo>
                  <a:pt x="3342" y="1963"/>
                </a:lnTo>
                <a:lnTo>
                  <a:pt x="3342" y="1965"/>
                </a:lnTo>
                <a:lnTo>
                  <a:pt x="3341" y="1965"/>
                </a:lnTo>
                <a:lnTo>
                  <a:pt x="3338" y="1964"/>
                </a:lnTo>
                <a:lnTo>
                  <a:pt x="3336" y="1963"/>
                </a:lnTo>
                <a:lnTo>
                  <a:pt x="3333" y="1962"/>
                </a:lnTo>
                <a:lnTo>
                  <a:pt x="3329" y="1961"/>
                </a:lnTo>
                <a:lnTo>
                  <a:pt x="3325" y="1962"/>
                </a:lnTo>
                <a:lnTo>
                  <a:pt x="3323" y="1963"/>
                </a:lnTo>
                <a:lnTo>
                  <a:pt x="3323" y="1964"/>
                </a:lnTo>
                <a:lnTo>
                  <a:pt x="3322" y="1965"/>
                </a:lnTo>
                <a:lnTo>
                  <a:pt x="3320" y="1968"/>
                </a:lnTo>
                <a:lnTo>
                  <a:pt x="3319" y="1968"/>
                </a:lnTo>
                <a:lnTo>
                  <a:pt x="3319" y="1969"/>
                </a:lnTo>
                <a:lnTo>
                  <a:pt x="3318" y="1969"/>
                </a:lnTo>
                <a:lnTo>
                  <a:pt x="3317" y="1969"/>
                </a:lnTo>
                <a:lnTo>
                  <a:pt x="3316" y="1967"/>
                </a:lnTo>
                <a:lnTo>
                  <a:pt x="3315" y="1967"/>
                </a:lnTo>
                <a:lnTo>
                  <a:pt x="3314" y="1966"/>
                </a:lnTo>
                <a:lnTo>
                  <a:pt x="3313" y="1967"/>
                </a:lnTo>
                <a:lnTo>
                  <a:pt x="3312" y="1966"/>
                </a:lnTo>
                <a:lnTo>
                  <a:pt x="3311" y="1968"/>
                </a:lnTo>
                <a:lnTo>
                  <a:pt x="3310" y="1969"/>
                </a:lnTo>
                <a:lnTo>
                  <a:pt x="3311" y="1970"/>
                </a:lnTo>
                <a:lnTo>
                  <a:pt x="3309" y="1971"/>
                </a:lnTo>
                <a:lnTo>
                  <a:pt x="3306" y="1974"/>
                </a:lnTo>
                <a:lnTo>
                  <a:pt x="3305" y="1976"/>
                </a:lnTo>
                <a:lnTo>
                  <a:pt x="3301" y="1975"/>
                </a:lnTo>
                <a:lnTo>
                  <a:pt x="3299" y="1975"/>
                </a:lnTo>
                <a:lnTo>
                  <a:pt x="3298" y="1973"/>
                </a:lnTo>
                <a:lnTo>
                  <a:pt x="3298" y="1972"/>
                </a:lnTo>
                <a:lnTo>
                  <a:pt x="3299" y="1966"/>
                </a:lnTo>
                <a:lnTo>
                  <a:pt x="3299" y="1962"/>
                </a:lnTo>
                <a:lnTo>
                  <a:pt x="3298" y="1960"/>
                </a:lnTo>
                <a:lnTo>
                  <a:pt x="3297" y="1960"/>
                </a:lnTo>
                <a:lnTo>
                  <a:pt x="3296" y="1959"/>
                </a:lnTo>
                <a:lnTo>
                  <a:pt x="3296" y="1956"/>
                </a:lnTo>
                <a:lnTo>
                  <a:pt x="3297" y="1954"/>
                </a:lnTo>
                <a:lnTo>
                  <a:pt x="3298" y="1954"/>
                </a:lnTo>
                <a:lnTo>
                  <a:pt x="3298" y="1953"/>
                </a:lnTo>
                <a:lnTo>
                  <a:pt x="3298" y="1949"/>
                </a:lnTo>
                <a:lnTo>
                  <a:pt x="3298" y="1946"/>
                </a:lnTo>
                <a:lnTo>
                  <a:pt x="3297" y="1942"/>
                </a:lnTo>
                <a:lnTo>
                  <a:pt x="3294" y="1938"/>
                </a:lnTo>
                <a:lnTo>
                  <a:pt x="3289" y="1931"/>
                </a:lnTo>
                <a:lnTo>
                  <a:pt x="3289" y="1929"/>
                </a:lnTo>
                <a:lnTo>
                  <a:pt x="3290" y="1927"/>
                </a:lnTo>
                <a:lnTo>
                  <a:pt x="3290" y="1925"/>
                </a:lnTo>
                <a:lnTo>
                  <a:pt x="3289" y="1924"/>
                </a:lnTo>
                <a:lnTo>
                  <a:pt x="3288" y="1923"/>
                </a:lnTo>
                <a:lnTo>
                  <a:pt x="3287" y="1922"/>
                </a:lnTo>
                <a:lnTo>
                  <a:pt x="3286" y="1922"/>
                </a:lnTo>
                <a:lnTo>
                  <a:pt x="3286" y="1920"/>
                </a:lnTo>
                <a:lnTo>
                  <a:pt x="3286" y="1919"/>
                </a:lnTo>
                <a:lnTo>
                  <a:pt x="3286" y="1918"/>
                </a:lnTo>
                <a:lnTo>
                  <a:pt x="3287" y="1918"/>
                </a:lnTo>
                <a:lnTo>
                  <a:pt x="3286" y="1916"/>
                </a:lnTo>
                <a:lnTo>
                  <a:pt x="3285" y="1915"/>
                </a:lnTo>
                <a:lnTo>
                  <a:pt x="3284" y="1915"/>
                </a:lnTo>
                <a:lnTo>
                  <a:pt x="3282" y="1914"/>
                </a:lnTo>
                <a:lnTo>
                  <a:pt x="3282" y="1915"/>
                </a:lnTo>
                <a:lnTo>
                  <a:pt x="3282" y="1916"/>
                </a:lnTo>
                <a:lnTo>
                  <a:pt x="3281" y="1917"/>
                </a:lnTo>
                <a:lnTo>
                  <a:pt x="3280" y="1918"/>
                </a:lnTo>
                <a:lnTo>
                  <a:pt x="3278" y="1918"/>
                </a:lnTo>
                <a:lnTo>
                  <a:pt x="3277" y="1918"/>
                </a:lnTo>
                <a:lnTo>
                  <a:pt x="3275" y="1919"/>
                </a:lnTo>
                <a:lnTo>
                  <a:pt x="3274" y="1920"/>
                </a:lnTo>
                <a:lnTo>
                  <a:pt x="3273" y="1922"/>
                </a:lnTo>
                <a:lnTo>
                  <a:pt x="3271" y="1922"/>
                </a:lnTo>
                <a:lnTo>
                  <a:pt x="3271" y="1921"/>
                </a:lnTo>
                <a:lnTo>
                  <a:pt x="3270" y="1921"/>
                </a:lnTo>
                <a:lnTo>
                  <a:pt x="3269" y="1921"/>
                </a:lnTo>
                <a:lnTo>
                  <a:pt x="3269" y="1922"/>
                </a:lnTo>
                <a:lnTo>
                  <a:pt x="3268" y="1923"/>
                </a:lnTo>
                <a:lnTo>
                  <a:pt x="3268" y="1925"/>
                </a:lnTo>
                <a:lnTo>
                  <a:pt x="3268" y="1926"/>
                </a:lnTo>
                <a:lnTo>
                  <a:pt x="3269" y="1927"/>
                </a:lnTo>
                <a:lnTo>
                  <a:pt x="3271" y="1929"/>
                </a:lnTo>
                <a:lnTo>
                  <a:pt x="3272" y="1930"/>
                </a:lnTo>
                <a:lnTo>
                  <a:pt x="3274" y="1933"/>
                </a:lnTo>
                <a:lnTo>
                  <a:pt x="3274" y="1935"/>
                </a:lnTo>
                <a:lnTo>
                  <a:pt x="3275" y="1938"/>
                </a:lnTo>
                <a:lnTo>
                  <a:pt x="3276" y="1940"/>
                </a:lnTo>
                <a:lnTo>
                  <a:pt x="3278" y="1944"/>
                </a:lnTo>
                <a:lnTo>
                  <a:pt x="3278" y="1945"/>
                </a:lnTo>
                <a:lnTo>
                  <a:pt x="3278" y="1946"/>
                </a:lnTo>
                <a:lnTo>
                  <a:pt x="3276" y="1946"/>
                </a:lnTo>
                <a:lnTo>
                  <a:pt x="3273" y="1947"/>
                </a:lnTo>
                <a:lnTo>
                  <a:pt x="3271" y="1948"/>
                </a:lnTo>
                <a:lnTo>
                  <a:pt x="3267" y="1950"/>
                </a:lnTo>
                <a:lnTo>
                  <a:pt x="3267" y="1949"/>
                </a:lnTo>
                <a:lnTo>
                  <a:pt x="3266" y="1949"/>
                </a:lnTo>
                <a:lnTo>
                  <a:pt x="3263" y="1949"/>
                </a:lnTo>
                <a:lnTo>
                  <a:pt x="3262" y="1950"/>
                </a:lnTo>
                <a:lnTo>
                  <a:pt x="3260" y="1951"/>
                </a:lnTo>
                <a:lnTo>
                  <a:pt x="3259" y="1957"/>
                </a:lnTo>
                <a:lnTo>
                  <a:pt x="3260" y="1958"/>
                </a:lnTo>
                <a:lnTo>
                  <a:pt x="3259" y="1961"/>
                </a:lnTo>
                <a:lnTo>
                  <a:pt x="3258" y="1961"/>
                </a:lnTo>
                <a:lnTo>
                  <a:pt x="3255" y="1963"/>
                </a:lnTo>
                <a:lnTo>
                  <a:pt x="3253" y="1965"/>
                </a:lnTo>
                <a:lnTo>
                  <a:pt x="3253" y="1963"/>
                </a:lnTo>
                <a:lnTo>
                  <a:pt x="3252" y="1962"/>
                </a:lnTo>
                <a:lnTo>
                  <a:pt x="3250" y="1960"/>
                </a:lnTo>
                <a:lnTo>
                  <a:pt x="3249" y="1960"/>
                </a:lnTo>
                <a:lnTo>
                  <a:pt x="3248" y="1959"/>
                </a:lnTo>
                <a:lnTo>
                  <a:pt x="3247" y="1959"/>
                </a:lnTo>
                <a:lnTo>
                  <a:pt x="3246" y="1958"/>
                </a:lnTo>
                <a:lnTo>
                  <a:pt x="3246" y="1956"/>
                </a:lnTo>
                <a:lnTo>
                  <a:pt x="3246" y="1954"/>
                </a:lnTo>
                <a:lnTo>
                  <a:pt x="3246" y="1953"/>
                </a:lnTo>
                <a:lnTo>
                  <a:pt x="3245" y="1952"/>
                </a:lnTo>
                <a:lnTo>
                  <a:pt x="3243" y="1951"/>
                </a:lnTo>
                <a:lnTo>
                  <a:pt x="3240" y="1951"/>
                </a:lnTo>
                <a:lnTo>
                  <a:pt x="3239" y="1952"/>
                </a:lnTo>
                <a:lnTo>
                  <a:pt x="3239" y="1953"/>
                </a:lnTo>
                <a:lnTo>
                  <a:pt x="3238" y="1954"/>
                </a:lnTo>
                <a:lnTo>
                  <a:pt x="3237" y="1954"/>
                </a:lnTo>
                <a:lnTo>
                  <a:pt x="3236" y="1954"/>
                </a:lnTo>
                <a:lnTo>
                  <a:pt x="3235" y="1954"/>
                </a:lnTo>
                <a:lnTo>
                  <a:pt x="3233" y="1953"/>
                </a:lnTo>
                <a:lnTo>
                  <a:pt x="3232" y="1951"/>
                </a:lnTo>
                <a:lnTo>
                  <a:pt x="3232" y="1949"/>
                </a:lnTo>
                <a:lnTo>
                  <a:pt x="3232" y="1948"/>
                </a:lnTo>
                <a:lnTo>
                  <a:pt x="3232" y="1946"/>
                </a:lnTo>
                <a:lnTo>
                  <a:pt x="3233" y="1944"/>
                </a:lnTo>
                <a:lnTo>
                  <a:pt x="3234" y="1942"/>
                </a:lnTo>
                <a:lnTo>
                  <a:pt x="3234" y="1941"/>
                </a:lnTo>
                <a:lnTo>
                  <a:pt x="3234" y="1939"/>
                </a:lnTo>
                <a:lnTo>
                  <a:pt x="3233" y="1938"/>
                </a:lnTo>
                <a:lnTo>
                  <a:pt x="3231" y="1935"/>
                </a:lnTo>
                <a:lnTo>
                  <a:pt x="3230" y="1933"/>
                </a:lnTo>
                <a:lnTo>
                  <a:pt x="3228" y="1932"/>
                </a:lnTo>
                <a:lnTo>
                  <a:pt x="3227" y="1932"/>
                </a:lnTo>
                <a:lnTo>
                  <a:pt x="3225" y="1931"/>
                </a:lnTo>
                <a:lnTo>
                  <a:pt x="3223" y="1931"/>
                </a:lnTo>
                <a:lnTo>
                  <a:pt x="3223" y="1930"/>
                </a:lnTo>
                <a:lnTo>
                  <a:pt x="3223" y="1929"/>
                </a:lnTo>
                <a:lnTo>
                  <a:pt x="3224" y="1929"/>
                </a:lnTo>
                <a:lnTo>
                  <a:pt x="3224" y="1928"/>
                </a:lnTo>
                <a:lnTo>
                  <a:pt x="3225" y="1927"/>
                </a:lnTo>
                <a:lnTo>
                  <a:pt x="3224" y="1925"/>
                </a:lnTo>
                <a:lnTo>
                  <a:pt x="3223" y="1925"/>
                </a:lnTo>
                <a:lnTo>
                  <a:pt x="3222" y="1925"/>
                </a:lnTo>
                <a:lnTo>
                  <a:pt x="3221" y="1924"/>
                </a:lnTo>
                <a:lnTo>
                  <a:pt x="3221" y="1922"/>
                </a:lnTo>
                <a:lnTo>
                  <a:pt x="3219" y="1921"/>
                </a:lnTo>
                <a:lnTo>
                  <a:pt x="3218" y="1919"/>
                </a:lnTo>
                <a:lnTo>
                  <a:pt x="3217" y="1918"/>
                </a:lnTo>
                <a:lnTo>
                  <a:pt x="3217" y="1917"/>
                </a:lnTo>
                <a:lnTo>
                  <a:pt x="3216" y="1916"/>
                </a:lnTo>
                <a:lnTo>
                  <a:pt x="3214" y="1916"/>
                </a:lnTo>
                <a:lnTo>
                  <a:pt x="3212" y="1916"/>
                </a:lnTo>
                <a:lnTo>
                  <a:pt x="3211" y="1916"/>
                </a:lnTo>
                <a:lnTo>
                  <a:pt x="3210" y="1916"/>
                </a:lnTo>
                <a:lnTo>
                  <a:pt x="3208" y="1917"/>
                </a:lnTo>
                <a:lnTo>
                  <a:pt x="3206" y="1918"/>
                </a:lnTo>
                <a:lnTo>
                  <a:pt x="3205" y="1919"/>
                </a:lnTo>
                <a:lnTo>
                  <a:pt x="3205" y="1921"/>
                </a:lnTo>
                <a:lnTo>
                  <a:pt x="3204" y="1922"/>
                </a:lnTo>
                <a:lnTo>
                  <a:pt x="3204" y="1923"/>
                </a:lnTo>
                <a:lnTo>
                  <a:pt x="3203" y="1923"/>
                </a:lnTo>
                <a:lnTo>
                  <a:pt x="3202" y="1923"/>
                </a:lnTo>
                <a:lnTo>
                  <a:pt x="3200" y="1922"/>
                </a:lnTo>
                <a:lnTo>
                  <a:pt x="3199" y="1922"/>
                </a:lnTo>
                <a:lnTo>
                  <a:pt x="3197" y="1922"/>
                </a:lnTo>
                <a:lnTo>
                  <a:pt x="3196" y="1922"/>
                </a:lnTo>
                <a:lnTo>
                  <a:pt x="3195" y="1922"/>
                </a:lnTo>
                <a:lnTo>
                  <a:pt x="3194" y="1919"/>
                </a:lnTo>
                <a:lnTo>
                  <a:pt x="3194" y="1916"/>
                </a:lnTo>
                <a:lnTo>
                  <a:pt x="3193" y="1915"/>
                </a:lnTo>
                <a:lnTo>
                  <a:pt x="3192" y="1913"/>
                </a:lnTo>
                <a:lnTo>
                  <a:pt x="3191" y="1912"/>
                </a:lnTo>
                <a:lnTo>
                  <a:pt x="3190" y="1912"/>
                </a:lnTo>
                <a:lnTo>
                  <a:pt x="3189" y="1912"/>
                </a:lnTo>
                <a:lnTo>
                  <a:pt x="3188" y="1911"/>
                </a:lnTo>
                <a:lnTo>
                  <a:pt x="3187" y="1911"/>
                </a:lnTo>
                <a:lnTo>
                  <a:pt x="3187" y="1909"/>
                </a:lnTo>
                <a:lnTo>
                  <a:pt x="3187" y="1908"/>
                </a:lnTo>
                <a:lnTo>
                  <a:pt x="3186" y="1907"/>
                </a:lnTo>
                <a:lnTo>
                  <a:pt x="3187" y="1906"/>
                </a:lnTo>
                <a:lnTo>
                  <a:pt x="3187" y="1905"/>
                </a:lnTo>
                <a:lnTo>
                  <a:pt x="3187" y="1904"/>
                </a:lnTo>
                <a:lnTo>
                  <a:pt x="3186" y="1903"/>
                </a:lnTo>
                <a:lnTo>
                  <a:pt x="3186" y="1902"/>
                </a:lnTo>
                <a:lnTo>
                  <a:pt x="3186" y="1900"/>
                </a:lnTo>
                <a:lnTo>
                  <a:pt x="3187" y="1899"/>
                </a:lnTo>
                <a:lnTo>
                  <a:pt x="3187" y="1898"/>
                </a:lnTo>
                <a:lnTo>
                  <a:pt x="3187" y="1897"/>
                </a:lnTo>
                <a:lnTo>
                  <a:pt x="3187" y="1895"/>
                </a:lnTo>
                <a:lnTo>
                  <a:pt x="3187" y="1894"/>
                </a:lnTo>
                <a:lnTo>
                  <a:pt x="3187" y="1893"/>
                </a:lnTo>
                <a:lnTo>
                  <a:pt x="3186" y="1891"/>
                </a:lnTo>
                <a:lnTo>
                  <a:pt x="3185" y="1889"/>
                </a:lnTo>
                <a:lnTo>
                  <a:pt x="3184" y="1887"/>
                </a:lnTo>
                <a:lnTo>
                  <a:pt x="3183" y="1886"/>
                </a:lnTo>
                <a:lnTo>
                  <a:pt x="3180" y="1885"/>
                </a:lnTo>
                <a:lnTo>
                  <a:pt x="3179" y="1885"/>
                </a:lnTo>
                <a:lnTo>
                  <a:pt x="3179" y="1884"/>
                </a:lnTo>
                <a:lnTo>
                  <a:pt x="3179" y="1883"/>
                </a:lnTo>
                <a:lnTo>
                  <a:pt x="3179" y="1882"/>
                </a:lnTo>
                <a:lnTo>
                  <a:pt x="3177" y="1881"/>
                </a:lnTo>
                <a:lnTo>
                  <a:pt x="3176" y="1881"/>
                </a:lnTo>
                <a:lnTo>
                  <a:pt x="3176" y="1880"/>
                </a:lnTo>
                <a:lnTo>
                  <a:pt x="3175" y="1880"/>
                </a:lnTo>
                <a:lnTo>
                  <a:pt x="3175" y="1879"/>
                </a:lnTo>
                <a:lnTo>
                  <a:pt x="3174" y="1878"/>
                </a:lnTo>
                <a:lnTo>
                  <a:pt x="3171" y="1878"/>
                </a:lnTo>
                <a:lnTo>
                  <a:pt x="3170" y="1878"/>
                </a:lnTo>
                <a:lnTo>
                  <a:pt x="3169" y="1879"/>
                </a:lnTo>
                <a:lnTo>
                  <a:pt x="3168" y="1880"/>
                </a:lnTo>
                <a:lnTo>
                  <a:pt x="3168" y="1881"/>
                </a:lnTo>
                <a:lnTo>
                  <a:pt x="3167" y="1881"/>
                </a:lnTo>
                <a:lnTo>
                  <a:pt x="3165" y="1881"/>
                </a:lnTo>
                <a:lnTo>
                  <a:pt x="3164" y="1881"/>
                </a:lnTo>
                <a:lnTo>
                  <a:pt x="3163" y="1881"/>
                </a:lnTo>
                <a:lnTo>
                  <a:pt x="3163" y="1880"/>
                </a:lnTo>
                <a:lnTo>
                  <a:pt x="3163" y="1879"/>
                </a:lnTo>
                <a:lnTo>
                  <a:pt x="3163" y="1878"/>
                </a:lnTo>
                <a:lnTo>
                  <a:pt x="3163" y="1877"/>
                </a:lnTo>
                <a:lnTo>
                  <a:pt x="3161" y="1876"/>
                </a:lnTo>
                <a:lnTo>
                  <a:pt x="3160" y="1875"/>
                </a:lnTo>
                <a:lnTo>
                  <a:pt x="3158" y="1875"/>
                </a:lnTo>
                <a:lnTo>
                  <a:pt x="3157" y="1877"/>
                </a:lnTo>
                <a:lnTo>
                  <a:pt x="3156" y="1878"/>
                </a:lnTo>
                <a:lnTo>
                  <a:pt x="3155" y="1879"/>
                </a:lnTo>
                <a:lnTo>
                  <a:pt x="3154" y="1879"/>
                </a:lnTo>
                <a:lnTo>
                  <a:pt x="3153" y="1881"/>
                </a:lnTo>
                <a:lnTo>
                  <a:pt x="3152" y="1882"/>
                </a:lnTo>
                <a:lnTo>
                  <a:pt x="3150" y="1883"/>
                </a:lnTo>
                <a:lnTo>
                  <a:pt x="3149" y="1884"/>
                </a:lnTo>
                <a:lnTo>
                  <a:pt x="3148" y="1884"/>
                </a:lnTo>
                <a:lnTo>
                  <a:pt x="3147" y="1884"/>
                </a:lnTo>
                <a:lnTo>
                  <a:pt x="3146" y="1885"/>
                </a:lnTo>
                <a:lnTo>
                  <a:pt x="3146" y="1886"/>
                </a:lnTo>
                <a:lnTo>
                  <a:pt x="3146" y="1888"/>
                </a:lnTo>
                <a:lnTo>
                  <a:pt x="3146" y="1890"/>
                </a:lnTo>
                <a:lnTo>
                  <a:pt x="3146" y="1891"/>
                </a:lnTo>
                <a:lnTo>
                  <a:pt x="3147" y="1892"/>
                </a:lnTo>
                <a:lnTo>
                  <a:pt x="3148" y="1893"/>
                </a:lnTo>
                <a:lnTo>
                  <a:pt x="3148" y="1894"/>
                </a:lnTo>
                <a:lnTo>
                  <a:pt x="3148" y="1895"/>
                </a:lnTo>
                <a:lnTo>
                  <a:pt x="3147" y="1896"/>
                </a:lnTo>
                <a:lnTo>
                  <a:pt x="3146" y="1897"/>
                </a:lnTo>
                <a:lnTo>
                  <a:pt x="3145" y="1897"/>
                </a:lnTo>
                <a:lnTo>
                  <a:pt x="3144" y="1898"/>
                </a:lnTo>
                <a:lnTo>
                  <a:pt x="3144" y="1899"/>
                </a:lnTo>
                <a:lnTo>
                  <a:pt x="3145" y="1900"/>
                </a:lnTo>
                <a:lnTo>
                  <a:pt x="3145" y="1901"/>
                </a:lnTo>
                <a:lnTo>
                  <a:pt x="3145" y="1902"/>
                </a:lnTo>
                <a:lnTo>
                  <a:pt x="3144" y="1904"/>
                </a:lnTo>
                <a:lnTo>
                  <a:pt x="3143" y="1904"/>
                </a:lnTo>
                <a:lnTo>
                  <a:pt x="3141" y="1906"/>
                </a:lnTo>
                <a:lnTo>
                  <a:pt x="3140" y="1907"/>
                </a:lnTo>
                <a:lnTo>
                  <a:pt x="3141" y="1909"/>
                </a:lnTo>
                <a:lnTo>
                  <a:pt x="3141" y="1910"/>
                </a:lnTo>
                <a:lnTo>
                  <a:pt x="3141" y="1911"/>
                </a:lnTo>
                <a:lnTo>
                  <a:pt x="3142" y="1912"/>
                </a:lnTo>
                <a:lnTo>
                  <a:pt x="3141" y="1913"/>
                </a:lnTo>
                <a:lnTo>
                  <a:pt x="3142" y="1914"/>
                </a:lnTo>
                <a:lnTo>
                  <a:pt x="3142" y="1915"/>
                </a:lnTo>
                <a:lnTo>
                  <a:pt x="3143" y="1916"/>
                </a:lnTo>
                <a:lnTo>
                  <a:pt x="3144" y="1917"/>
                </a:lnTo>
                <a:lnTo>
                  <a:pt x="3145" y="1917"/>
                </a:lnTo>
                <a:lnTo>
                  <a:pt x="3146" y="1918"/>
                </a:lnTo>
                <a:lnTo>
                  <a:pt x="3146" y="1919"/>
                </a:lnTo>
                <a:lnTo>
                  <a:pt x="3145" y="1920"/>
                </a:lnTo>
                <a:lnTo>
                  <a:pt x="3144" y="1921"/>
                </a:lnTo>
                <a:lnTo>
                  <a:pt x="3142" y="1921"/>
                </a:lnTo>
                <a:lnTo>
                  <a:pt x="3140" y="1921"/>
                </a:lnTo>
                <a:lnTo>
                  <a:pt x="3139" y="1921"/>
                </a:lnTo>
                <a:lnTo>
                  <a:pt x="3138" y="1922"/>
                </a:lnTo>
                <a:lnTo>
                  <a:pt x="3137" y="1922"/>
                </a:lnTo>
                <a:lnTo>
                  <a:pt x="3137" y="1923"/>
                </a:lnTo>
                <a:lnTo>
                  <a:pt x="3137" y="1924"/>
                </a:lnTo>
                <a:lnTo>
                  <a:pt x="3137" y="1925"/>
                </a:lnTo>
                <a:lnTo>
                  <a:pt x="3138" y="1927"/>
                </a:lnTo>
                <a:lnTo>
                  <a:pt x="3138" y="1928"/>
                </a:lnTo>
                <a:lnTo>
                  <a:pt x="3137" y="1928"/>
                </a:lnTo>
                <a:lnTo>
                  <a:pt x="3137" y="1929"/>
                </a:lnTo>
                <a:lnTo>
                  <a:pt x="3135" y="1930"/>
                </a:lnTo>
                <a:lnTo>
                  <a:pt x="3133" y="1929"/>
                </a:lnTo>
                <a:lnTo>
                  <a:pt x="3132" y="1928"/>
                </a:lnTo>
                <a:lnTo>
                  <a:pt x="3131" y="1926"/>
                </a:lnTo>
                <a:lnTo>
                  <a:pt x="3130" y="1925"/>
                </a:lnTo>
                <a:lnTo>
                  <a:pt x="3128" y="1924"/>
                </a:lnTo>
                <a:lnTo>
                  <a:pt x="3127" y="1925"/>
                </a:lnTo>
                <a:lnTo>
                  <a:pt x="3126" y="1925"/>
                </a:lnTo>
                <a:lnTo>
                  <a:pt x="3125" y="1927"/>
                </a:lnTo>
                <a:lnTo>
                  <a:pt x="3124" y="1927"/>
                </a:lnTo>
                <a:lnTo>
                  <a:pt x="3124" y="1928"/>
                </a:lnTo>
                <a:lnTo>
                  <a:pt x="3124" y="1929"/>
                </a:lnTo>
                <a:lnTo>
                  <a:pt x="3125" y="1930"/>
                </a:lnTo>
                <a:lnTo>
                  <a:pt x="3126" y="1932"/>
                </a:lnTo>
                <a:lnTo>
                  <a:pt x="3126" y="1933"/>
                </a:lnTo>
                <a:lnTo>
                  <a:pt x="3126" y="1934"/>
                </a:lnTo>
                <a:lnTo>
                  <a:pt x="3125" y="1934"/>
                </a:lnTo>
                <a:lnTo>
                  <a:pt x="3122" y="1935"/>
                </a:lnTo>
                <a:lnTo>
                  <a:pt x="3120" y="1936"/>
                </a:lnTo>
                <a:lnTo>
                  <a:pt x="3119" y="1935"/>
                </a:lnTo>
                <a:lnTo>
                  <a:pt x="3118" y="1935"/>
                </a:lnTo>
                <a:lnTo>
                  <a:pt x="3117" y="1935"/>
                </a:lnTo>
                <a:lnTo>
                  <a:pt x="3116" y="1935"/>
                </a:lnTo>
                <a:lnTo>
                  <a:pt x="3115" y="1935"/>
                </a:lnTo>
                <a:lnTo>
                  <a:pt x="3114" y="1936"/>
                </a:lnTo>
                <a:lnTo>
                  <a:pt x="3114" y="1937"/>
                </a:lnTo>
                <a:lnTo>
                  <a:pt x="3114" y="1939"/>
                </a:lnTo>
                <a:lnTo>
                  <a:pt x="3114" y="1941"/>
                </a:lnTo>
                <a:lnTo>
                  <a:pt x="3115" y="1941"/>
                </a:lnTo>
                <a:lnTo>
                  <a:pt x="3116" y="1942"/>
                </a:lnTo>
                <a:lnTo>
                  <a:pt x="3116" y="1943"/>
                </a:lnTo>
                <a:lnTo>
                  <a:pt x="3116" y="1944"/>
                </a:lnTo>
                <a:lnTo>
                  <a:pt x="3115" y="1947"/>
                </a:lnTo>
                <a:lnTo>
                  <a:pt x="3115" y="1948"/>
                </a:lnTo>
                <a:lnTo>
                  <a:pt x="3115" y="1949"/>
                </a:lnTo>
                <a:lnTo>
                  <a:pt x="3115" y="1950"/>
                </a:lnTo>
                <a:lnTo>
                  <a:pt x="3115" y="1951"/>
                </a:lnTo>
                <a:lnTo>
                  <a:pt x="3114" y="1951"/>
                </a:lnTo>
                <a:lnTo>
                  <a:pt x="3113" y="1953"/>
                </a:lnTo>
                <a:lnTo>
                  <a:pt x="3110" y="1954"/>
                </a:lnTo>
                <a:lnTo>
                  <a:pt x="3109" y="1954"/>
                </a:lnTo>
                <a:lnTo>
                  <a:pt x="3109" y="1955"/>
                </a:lnTo>
                <a:lnTo>
                  <a:pt x="3109" y="1956"/>
                </a:lnTo>
                <a:lnTo>
                  <a:pt x="3111" y="1958"/>
                </a:lnTo>
                <a:lnTo>
                  <a:pt x="3111" y="1959"/>
                </a:lnTo>
                <a:lnTo>
                  <a:pt x="3111" y="1960"/>
                </a:lnTo>
                <a:lnTo>
                  <a:pt x="3111" y="1961"/>
                </a:lnTo>
                <a:lnTo>
                  <a:pt x="3110" y="1961"/>
                </a:lnTo>
                <a:lnTo>
                  <a:pt x="3109" y="1962"/>
                </a:lnTo>
                <a:lnTo>
                  <a:pt x="3106" y="1963"/>
                </a:lnTo>
                <a:lnTo>
                  <a:pt x="3105" y="1964"/>
                </a:lnTo>
                <a:lnTo>
                  <a:pt x="3104" y="1965"/>
                </a:lnTo>
                <a:lnTo>
                  <a:pt x="3104" y="1966"/>
                </a:lnTo>
                <a:lnTo>
                  <a:pt x="3104" y="1969"/>
                </a:lnTo>
                <a:lnTo>
                  <a:pt x="3104" y="1970"/>
                </a:lnTo>
                <a:lnTo>
                  <a:pt x="3105" y="1971"/>
                </a:lnTo>
                <a:lnTo>
                  <a:pt x="3106" y="1971"/>
                </a:lnTo>
                <a:lnTo>
                  <a:pt x="3108" y="1971"/>
                </a:lnTo>
                <a:lnTo>
                  <a:pt x="3110" y="1971"/>
                </a:lnTo>
                <a:lnTo>
                  <a:pt x="3111" y="1971"/>
                </a:lnTo>
                <a:lnTo>
                  <a:pt x="3113" y="1971"/>
                </a:lnTo>
                <a:lnTo>
                  <a:pt x="3115" y="1970"/>
                </a:lnTo>
                <a:lnTo>
                  <a:pt x="3116" y="1970"/>
                </a:lnTo>
                <a:lnTo>
                  <a:pt x="3117" y="1971"/>
                </a:lnTo>
                <a:lnTo>
                  <a:pt x="3116" y="1972"/>
                </a:lnTo>
                <a:lnTo>
                  <a:pt x="3116" y="1973"/>
                </a:lnTo>
                <a:lnTo>
                  <a:pt x="3115" y="1974"/>
                </a:lnTo>
                <a:lnTo>
                  <a:pt x="3115" y="1975"/>
                </a:lnTo>
                <a:lnTo>
                  <a:pt x="3116" y="1976"/>
                </a:lnTo>
                <a:lnTo>
                  <a:pt x="3116" y="1977"/>
                </a:lnTo>
                <a:lnTo>
                  <a:pt x="3117" y="1978"/>
                </a:lnTo>
                <a:lnTo>
                  <a:pt x="3118" y="1978"/>
                </a:lnTo>
                <a:lnTo>
                  <a:pt x="3119" y="1978"/>
                </a:lnTo>
                <a:lnTo>
                  <a:pt x="3120" y="1978"/>
                </a:lnTo>
                <a:lnTo>
                  <a:pt x="3121" y="1980"/>
                </a:lnTo>
                <a:lnTo>
                  <a:pt x="3122" y="1981"/>
                </a:lnTo>
                <a:lnTo>
                  <a:pt x="3122" y="1982"/>
                </a:lnTo>
                <a:lnTo>
                  <a:pt x="3121" y="1983"/>
                </a:lnTo>
                <a:lnTo>
                  <a:pt x="3120" y="1984"/>
                </a:lnTo>
                <a:lnTo>
                  <a:pt x="3119" y="1985"/>
                </a:lnTo>
                <a:lnTo>
                  <a:pt x="3118" y="1985"/>
                </a:lnTo>
                <a:lnTo>
                  <a:pt x="3117" y="1986"/>
                </a:lnTo>
                <a:lnTo>
                  <a:pt x="3117" y="1987"/>
                </a:lnTo>
                <a:lnTo>
                  <a:pt x="3117" y="1988"/>
                </a:lnTo>
                <a:lnTo>
                  <a:pt x="3116" y="1989"/>
                </a:lnTo>
                <a:lnTo>
                  <a:pt x="3115" y="1990"/>
                </a:lnTo>
                <a:lnTo>
                  <a:pt x="3115" y="1991"/>
                </a:lnTo>
                <a:lnTo>
                  <a:pt x="3115" y="1993"/>
                </a:lnTo>
                <a:lnTo>
                  <a:pt x="3115" y="1994"/>
                </a:lnTo>
                <a:lnTo>
                  <a:pt x="3115" y="1995"/>
                </a:lnTo>
                <a:lnTo>
                  <a:pt x="3114" y="1996"/>
                </a:lnTo>
                <a:lnTo>
                  <a:pt x="3114" y="1997"/>
                </a:lnTo>
                <a:lnTo>
                  <a:pt x="3114" y="1998"/>
                </a:lnTo>
                <a:lnTo>
                  <a:pt x="3115" y="1999"/>
                </a:lnTo>
                <a:lnTo>
                  <a:pt x="3115" y="2000"/>
                </a:lnTo>
                <a:lnTo>
                  <a:pt x="3116" y="2000"/>
                </a:lnTo>
                <a:lnTo>
                  <a:pt x="3117" y="2000"/>
                </a:lnTo>
                <a:lnTo>
                  <a:pt x="3117" y="2001"/>
                </a:lnTo>
                <a:lnTo>
                  <a:pt x="3116" y="2001"/>
                </a:lnTo>
                <a:lnTo>
                  <a:pt x="3115" y="2002"/>
                </a:lnTo>
                <a:lnTo>
                  <a:pt x="3114" y="2002"/>
                </a:lnTo>
                <a:lnTo>
                  <a:pt x="3113" y="2002"/>
                </a:lnTo>
                <a:lnTo>
                  <a:pt x="3113" y="2003"/>
                </a:lnTo>
                <a:lnTo>
                  <a:pt x="3114" y="2004"/>
                </a:lnTo>
                <a:lnTo>
                  <a:pt x="3114" y="2005"/>
                </a:lnTo>
                <a:lnTo>
                  <a:pt x="3115" y="2006"/>
                </a:lnTo>
                <a:lnTo>
                  <a:pt x="3115" y="2007"/>
                </a:lnTo>
                <a:lnTo>
                  <a:pt x="3115" y="2008"/>
                </a:lnTo>
                <a:lnTo>
                  <a:pt x="3114" y="2009"/>
                </a:lnTo>
                <a:lnTo>
                  <a:pt x="3113" y="2009"/>
                </a:lnTo>
                <a:lnTo>
                  <a:pt x="3112" y="2009"/>
                </a:lnTo>
                <a:lnTo>
                  <a:pt x="3112" y="2010"/>
                </a:lnTo>
                <a:lnTo>
                  <a:pt x="3111" y="2010"/>
                </a:lnTo>
                <a:lnTo>
                  <a:pt x="3111" y="2009"/>
                </a:lnTo>
                <a:lnTo>
                  <a:pt x="3110" y="2009"/>
                </a:lnTo>
                <a:lnTo>
                  <a:pt x="3109" y="2009"/>
                </a:lnTo>
                <a:lnTo>
                  <a:pt x="3108" y="2008"/>
                </a:lnTo>
                <a:lnTo>
                  <a:pt x="3107" y="2008"/>
                </a:lnTo>
                <a:lnTo>
                  <a:pt x="3105" y="2008"/>
                </a:lnTo>
                <a:lnTo>
                  <a:pt x="3104" y="2007"/>
                </a:lnTo>
                <a:lnTo>
                  <a:pt x="3104" y="2006"/>
                </a:lnTo>
                <a:lnTo>
                  <a:pt x="3104" y="2005"/>
                </a:lnTo>
                <a:lnTo>
                  <a:pt x="3104" y="2004"/>
                </a:lnTo>
                <a:lnTo>
                  <a:pt x="3104" y="2003"/>
                </a:lnTo>
                <a:lnTo>
                  <a:pt x="3103" y="2002"/>
                </a:lnTo>
                <a:lnTo>
                  <a:pt x="3103" y="2001"/>
                </a:lnTo>
                <a:lnTo>
                  <a:pt x="3102" y="2001"/>
                </a:lnTo>
                <a:lnTo>
                  <a:pt x="3102" y="2000"/>
                </a:lnTo>
                <a:lnTo>
                  <a:pt x="3101" y="2000"/>
                </a:lnTo>
                <a:lnTo>
                  <a:pt x="3100" y="2001"/>
                </a:lnTo>
                <a:lnTo>
                  <a:pt x="3099" y="2001"/>
                </a:lnTo>
                <a:lnTo>
                  <a:pt x="3098" y="2001"/>
                </a:lnTo>
                <a:lnTo>
                  <a:pt x="3097" y="2002"/>
                </a:lnTo>
                <a:lnTo>
                  <a:pt x="3096" y="2002"/>
                </a:lnTo>
                <a:lnTo>
                  <a:pt x="3095" y="2003"/>
                </a:lnTo>
                <a:lnTo>
                  <a:pt x="3094" y="2003"/>
                </a:lnTo>
                <a:lnTo>
                  <a:pt x="3093" y="2004"/>
                </a:lnTo>
                <a:lnTo>
                  <a:pt x="3092" y="2004"/>
                </a:lnTo>
                <a:lnTo>
                  <a:pt x="3091" y="2004"/>
                </a:lnTo>
                <a:lnTo>
                  <a:pt x="3090" y="2005"/>
                </a:lnTo>
                <a:lnTo>
                  <a:pt x="3089" y="2006"/>
                </a:lnTo>
                <a:lnTo>
                  <a:pt x="3088" y="2007"/>
                </a:lnTo>
                <a:lnTo>
                  <a:pt x="3087" y="2008"/>
                </a:lnTo>
                <a:lnTo>
                  <a:pt x="3087" y="2009"/>
                </a:lnTo>
                <a:lnTo>
                  <a:pt x="3086" y="2009"/>
                </a:lnTo>
                <a:lnTo>
                  <a:pt x="3085" y="2009"/>
                </a:lnTo>
                <a:lnTo>
                  <a:pt x="3085" y="2010"/>
                </a:lnTo>
                <a:lnTo>
                  <a:pt x="3084" y="2010"/>
                </a:lnTo>
                <a:lnTo>
                  <a:pt x="3084" y="2011"/>
                </a:lnTo>
                <a:lnTo>
                  <a:pt x="3083" y="2011"/>
                </a:lnTo>
                <a:lnTo>
                  <a:pt x="3082" y="2012"/>
                </a:lnTo>
                <a:lnTo>
                  <a:pt x="3081" y="2013"/>
                </a:lnTo>
                <a:lnTo>
                  <a:pt x="3080" y="2014"/>
                </a:lnTo>
                <a:lnTo>
                  <a:pt x="3079" y="2015"/>
                </a:lnTo>
                <a:lnTo>
                  <a:pt x="3079" y="2016"/>
                </a:lnTo>
                <a:lnTo>
                  <a:pt x="3078" y="2016"/>
                </a:lnTo>
                <a:lnTo>
                  <a:pt x="3077" y="2016"/>
                </a:lnTo>
                <a:lnTo>
                  <a:pt x="3077" y="2017"/>
                </a:lnTo>
                <a:lnTo>
                  <a:pt x="3076" y="2017"/>
                </a:lnTo>
                <a:lnTo>
                  <a:pt x="3076" y="2018"/>
                </a:lnTo>
                <a:lnTo>
                  <a:pt x="3075" y="2019"/>
                </a:lnTo>
                <a:lnTo>
                  <a:pt x="3075" y="2020"/>
                </a:lnTo>
                <a:lnTo>
                  <a:pt x="3074" y="2020"/>
                </a:lnTo>
                <a:lnTo>
                  <a:pt x="3073" y="2020"/>
                </a:lnTo>
                <a:lnTo>
                  <a:pt x="3072" y="2020"/>
                </a:lnTo>
                <a:lnTo>
                  <a:pt x="3071" y="2021"/>
                </a:lnTo>
                <a:lnTo>
                  <a:pt x="3070" y="2021"/>
                </a:lnTo>
                <a:lnTo>
                  <a:pt x="3069" y="2021"/>
                </a:lnTo>
                <a:lnTo>
                  <a:pt x="3069" y="2022"/>
                </a:lnTo>
                <a:lnTo>
                  <a:pt x="3069" y="2023"/>
                </a:lnTo>
                <a:lnTo>
                  <a:pt x="3068" y="2023"/>
                </a:lnTo>
                <a:lnTo>
                  <a:pt x="3068" y="2024"/>
                </a:lnTo>
                <a:lnTo>
                  <a:pt x="3067" y="2024"/>
                </a:lnTo>
                <a:lnTo>
                  <a:pt x="3066" y="2024"/>
                </a:lnTo>
                <a:lnTo>
                  <a:pt x="3065" y="2024"/>
                </a:lnTo>
                <a:lnTo>
                  <a:pt x="3064" y="2025"/>
                </a:lnTo>
                <a:lnTo>
                  <a:pt x="3063" y="2025"/>
                </a:lnTo>
                <a:lnTo>
                  <a:pt x="3062" y="2025"/>
                </a:lnTo>
                <a:lnTo>
                  <a:pt x="3062" y="2029"/>
                </a:lnTo>
                <a:lnTo>
                  <a:pt x="3062" y="2030"/>
                </a:lnTo>
                <a:lnTo>
                  <a:pt x="3062" y="2032"/>
                </a:lnTo>
                <a:lnTo>
                  <a:pt x="3061" y="2032"/>
                </a:lnTo>
                <a:lnTo>
                  <a:pt x="3061" y="2033"/>
                </a:lnTo>
                <a:lnTo>
                  <a:pt x="3060" y="2033"/>
                </a:lnTo>
                <a:lnTo>
                  <a:pt x="3061" y="2033"/>
                </a:lnTo>
                <a:lnTo>
                  <a:pt x="3061" y="2032"/>
                </a:lnTo>
                <a:lnTo>
                  <a:pt x="3060" y="2031"/>
                </a:lnTo>
                <a:lnTo>
                  <a:pt x="3060" y="2029"/>
                </a:lnTo>
                <a:lnTo>
                  <a:pt x="3059" y="2028"/>
                </a:lnTo>
                <a:lnTo>
                  <a:pt x="3059" y="2027"/>
                </a:lnTo>
                <a:lnTo>
                  <a:pt x="3059" y="2026"/>
                </a:lnTo>
                <a:lnTo>
                  <a:pt x="3059" y="2025"/>
                </a:lnTo>
                <a:lnTo>
                  <a:pt x="3058" y="2025"/>
                </a:lnTo>
                <a:lnTo>
                  <a:pt x="3058" y="2024"/>
                </a:lnTo>
                <a:lnTo>
                  <a:pt x="3058" y="2023"/>
                </a:lnTo>
                <a:lnTo>
                  <a:pt x="3057" y="2022"/>
                </a:lnTo>
                <a:lnTo>
                  <a:pt x="3056" y="2021"/>
                </a:lnTo>
                <a:lnTo>
                  <a:pt x="3055" y="2020"/>
                </a:lnTo>
                <a:lnTo>
                  <a:pt x="3055" y="2019"/>
                </a:lnTo>
                <a:lnTo>
                  <a:pt x="3054" y="2019"/>
                </a:lnTo>
                <a:lnTo>
                  <a:pt x="3054" y="2018"/>
                </a:lnTo>
                <a:lnTo>
                  <a:pt x="3054" y="2017"/>
                </a:lnTo>
                <a:lnTo>
                  <a:pt x="3054" y="2016"/>
                </a:lnTo>
                <a:lnTo>
                  <a:pt x="3053" y="2016"/>
                </a:lnTo>
                <a:lnTo>
                  <a:pt x="3052" y="2016"/>
                </a:lnTo>
                <a:lnTo>
                  <a:pt x="3051" y="2016"/>
                </a:lnTo>
                <a:lnTo>
                  <a:pt x="3051" y="2017"/>
                </a:lnTo>
                <a:lnTo>
                  <a:pt x="3050" y="2018"/>
                </a:lnTo>
                <a:lnTo>
                  <a:pt x="3049" y="2018"/>
                </a:lnTo>
                <a:lnTo>
                  <a:pt x="3049" y="2017"/>
                </a:lnTo>
                <a:lnTo>
                  <a:pt x="3048" y="2017"/>
                </a:lnTo>
                <a:lnTo>
                  <a:pt x="3047" y="2017"/>
                </a:lnTo>
                <a:lnTo>
                  <a:pt x="3046" y="2018"/>
                </a:lnTo>
                <a:lnTo>
                  <a:pt x="3045" y="2018"/>
                </a:lnTo>
                <a:lnTo>
                  <a:pt x="3044" y="2018"/>
                </a:lnTo>
                <a:lnTo>
                  <a:pt x="3044" y="2017"/>
                </a:lnTo>
                <a:lnTo>
                  <a:pt x="3044" y="2016"/>
                </a:lnTo>
                <a:lnTo>
                  <a:pt x="3043" y="2015"/>
                </a:lnTo>
                <a:lnTo>
                  <a:pt x="3043" y="2014"/>
                </a:lnTo>
                <a:lnTo>
                  <a:pt x="3042" y="2013"/>
                </a:lnTo>
                <a:lnTo>
                  <a:pt x="3042" y="2012"/>
                </a:lnTo>
                <a:lnTo>
                  <a:pt x="3042" y="2011"/>
                </a:lnTo>
                <a:lnTo>
                  <a:pt x="3041" y="2011"/>
                </a:lnTo>
                <a:lnTo>
                  <a:pt x="3041" y="2010"/>
                </a:lnTo>
                <a:lnTo>
                  <a:pt x="3041" y="2009"/>
                </a:lnTo>
                <a:lnTo>
                  <a:pt x="3040" y="2008"/>
                </a:lnTo>
                <a:lnTo>
                  <a:pt x="3040" y="2007"/>
                </a:lnTo>
                <a:lnTo>
                  <a:pt x="3039" y="2007"/>
                </a:lnTo>
                <a:lnTo>
                  <a:pt x="3039" y="2006"/>
                </a:lnTo>
                <a:lnTo>
                  <a:pt x="3038" y="2006"/>
                </a:lnTo>
                <a:lnTo>
                  <a:pt x="3037" y="2006"/>
                </a:lnTo>
                <a:lnTo>
                  <a:pt x="3036" y="2005"/>
                </a:lnTo>
                <a:lnTo>
                  <a:pt x="3035" y="2005"/>
                </a:lnTo>
                <a:lnTo>
                  <a:pt x="3035" y="2004"/>
                </a:lnTo>
                <a:lnTo>
                  <a:pt x="3034" y="2004"/>
                </a:lnTo>
                <a:lnTo>
                  <a:pt x="3034" y="2003"/>
                </a:lnTo>
                <a:lnTo>
                  <a:pt x="3033" y="2003"/>
                </a:lnTo>
                <a:lnTo>
                  <a:pt x="3032" y="2002"/>
                </a:lnTo>
                <a:lnTo>
                  <a:pt x="3031" y="2002"/>
                </a:lnTo>
                <a:lnTo>
                  <a:pt x="3030" y="2002"/>
                </a:lnTo>
                <a:lnTo>
                  <a:pt x="3029" y="2002"/>
                </a:lnTo>
                <a:lnTo>
                  <a:pt x="3028" y="2002"/>
                </a:lnTo>
                <a:lnTo>
                  <a:pt x="3027" y="2002"/>
                </a:lnTo>
                <a:lnTo>
                  <a:pt x="3026" y="2002"/>
                </a:lnTo>
                <a:lnTo>
                  <a:pt x="3026" y="2003"/>
                </a:lnTo>
                <a:lnTo>
                  <a:pt x="3025" y="2003"/>
                </a:lnTo>
                <a:lnTo>
                  <a:pt x="3024" y="2003"/>
                </a:lnTo>
                <a:lnTo>
                  <a:pt x="3024" y="2002"/>
                </a:lnTo>
                <a:lnTo>
                  <a:pt x="3023" y="2002"/>
                </a:lnTo>
                <a:lnTo>
                  <a:pt x="3022" y="2002"/>
                </a:lnTo>
                <a:lnTo>
                  <a:pt x="3021" y="2002"/>
                </a:lnTo>
                <a:lnTo>
                  <a:pt x="3020" y="2002"/>
                </a:lnTo>
                <a:lnTo>
                  <a:pt x="3019" y="2002"/>
                </a:lnTo>
                <a:lnTo>
                  <a:pt x="3019" y="2001"/>
                </a:lnTo>
                <a:lnTo>
                  <a:pt x="3018" y="2000"/>
                </a:lnTo>
                <a:lnTo>
                  <a:pt x="3017" y="1999"/>
                </a:lnTo>
                <a:lnTo>
                  <a:pt x="3016" y="1999"/>
                </a:lnTo>
                <a:lnTo>
                  <a:pt x="3016" y="1998"/>
                </a:lnTo>
                <a:lnTo>
                  <a:pt x="3015" y="1998"/>
                </a:lnTo>
                <a:lnTo>
                  <a:pt x="3014" y="1998"/>
                </a:lnTo>
                <a:lnTo>
                  <a:pt x="3014" y="1997"/>
                </a:lnTo>
                <a:lnTo>
                  <a:pt x="3013" y="1996"/>
                </a:lnTo>
                <a:lnTo>
                  <a:pt x="3013" y="1995"/>
                </a:lnTo>
                <a:lnTo>
                  <a:pt x="3012" y="1995"/>
                </a:lnTo>
                <a:lnTo>
                  <a:pt x="3011" y="1994"/>
                </a:lnTo>
                <a:lnTo>
                  <a:pt x="3011" y="1993"/>
                </a:lnTo>
                <a:lnTo>
                  <a:pt x="3011" y="1992"/>
                </a:lnTo>
                <a:lnTo>
                  <a:pt x="3011" y="1991"/>
                </a:lnTo>
                <a:lnTo>
                  <a:pt x="3010" y="1991"/>
                </a:lnTo>
                <a:lnTo>
                  <a:pt x="3010" y="1990"/>
                </a:lnTo>
                <a:lnTo>
                  <a:pt x="3009" y="1990"/>
                </a:lnTo>
                <a:lnTo>
                  <a:pt x="3008" y="1990"/>
                </a:lnTo>
                <a:lnTo>
                  <a:pt x="3007" y="1990"/>
                </a:lnTo>
                <a:lnTo>
                  <a:pt x="3006" y="1989"/>
                </a:lnTo>
                <a:lnTo>
                  <a:pt x="3005" y="1989"/>
                </a:lnTo>
                <a:lnTo>
                  <a:pt x="3004" y="1988"/>
                </a:lnTo>
                <a:lnTo>
                  <a:pt x="3003" y="1987"/>
                </a:lnTo>
                <a:lnTo>
                  <a:pt x="3003" y="1986"/>
                </a:lnTo>
                <a:lnTo>
                  <a:pt x="3002" y="1986"/>
                </a:lnTo>
                <a:lnTo>
                  <a:pt x="3001" y="1986"/>
                </a:lnTo>
                <a:lnTo>
                  <a:pt x="3000" y="1985"/>
                </a:lnTo>
                <a:lnTo>
                  <a:pt x="2999" y="1985"/>
                </a:lnTo>
                <a:lnTo>
                  <a:pt x="2998" y="1985"/>
                </a:lnTo>
                <a:lnTo>
                  <a:pt x="2998" y="1984"/>
                </a:lnTo>
                <a:lnTo>
                  <a:pt x="2997" y="1984"/>
                </a:lnTo>
                <a:lnTo>
                  <a:pt x="2997" y="1983"/>
                </a:lnTo>
                <a:lnTo>
                  <a:pt x="2996" y="1983"/>
                </a:lnTo>
                <a:lnTo>
                  <a:pt x="2996" y="1982"/>
                </a:lnTo>
                <a:lnTo>
                  <a:pt x="2995" y="1982"/>
                </a:lnTo>
                <a:lnTo>
                  <a:pt x="2995" y="1983"/>
                </a:lnTo>
                <a:lnTo>
                  <a:pt x="2994" y="1983"/>
                </a:lnTo>
                <a:lnTo>
                  <a:pt x="2994" y="1984"/>
                </a:lnTo>
                <a:lnTo>
                  <a:pt x="2993" y="1984"/>
                </a:lnTo>
                <a:lnTo>
                  <a:pt x="2991" y="1984"/>
                </a:lnTo>
                <a:lnTo>
                  <a:pt x="2990" y="1983"/>
                </a:lnTo>
                <a:lnTo>
                  <a:pt x="2989" y="1982"/>
                </a:lnTo>
                <a:lnTo>
                  <a:pt x="2988" y="1981"/>
                </a:lnTo>
                <a:lnTo>
                  <a:pt x="2987" y="1981"/>
                </a:lnTo>
                <a:lnTo>
                  <a:pt x="2987" y="1980"/>
                </a:lnTo>
                <a:lnTo>
                  <a:pt x="2986" y="1979"/>
                </a:lnTo>
                <a:lnTo>
                  <a:pt x="2986" y="1978"/>
                </a:lnTo>
                <a:lnTo>
                  <a:pt x="2985" y="1978"/>
                </a:lnTo>
                <a:lnTo>
                  <a:pt x="2985" y="1976"/>
                </a:lnTo>
                <a:lnTo>
                  <a:pt x="2984" y="1976"/>
                </a:lnTo>
                <a:lnTo>
                  <a:pt x="2984" y="1975"/>
                </a:lnTo>
                <a:lnTo>
                  <a:pt x="2983" y="1975"/>
                </a:lnTo>
                <a:lnTo>
                  <a:pt x="2983" y="1974"/>
                </a:lnTo>
                <a:lnTo>
                  <a:pt x="2983" y="1973"/>
                </a:lnTo>
                <a:lnTo>
                  <a:pt x="2983" y="1972"/>
                </a:lnTo>
                <a:lnTo>
                  <a:pt x="2983" y="1971"/>
                </a:lnTo>
                <a:lnTo>
                  <a:pt x="2983" y="1969"/>
                </a:lnTo>
                <a:lnTo>
                  <a:pt x="2982" y="1967"/>
                </a:lnTo>
                <a:lnTo>
                  <a:pt x="2980" y="1966"/>
                </a:lnTo>
                <a:lnTo>
                  <a:pt x="2979" y="1964"/>
                </a:lnTo>
                <a:lnTo>
                  <a:pt x="2978" y="1964"/>
                </a:lnTo>
                <a:lnTo>
                  <a:pt x="2976" y="1963"/>
                </a:lnTo>
                <a:lnTo>
                  <a:pt x="2975" y="1963"/>
                </a:lnTo>
                <a:lnTo>
                  <a:pt x="2975" y="1962"/>
                </a:lnTo>
                <a:lnTo>
                  <a:pt x="2974" y="1960"/>
                </a:lnTo>
                <a:lnTo>
                  <a:pt x="2973" y="1959"/>
                </a:lnTo>
                <a:lnTo>
                  <a:pt x="2971" y="1959"/>
                </a:lnTo>
                <a:lnTo>
                  <a:pt x="2969" y="1959"/>
                </a:lnTo>
                <a:lnTo>
                  <a:pt x="2968" y="1958"/>
                </a:lnTo>
                <a:lnTo>
                  <a:pt x="2968" y="1957"/>
                </a:lnTo>
                <a:lnTo>
                  <a:pt x="2967" y="1956"/>
                </a:lnTo>
                <a:lnTo>
                  <a:pt x="2966" y="1956"/>
                </a:lnTo>
                <a:lnTo>
                  <a:pt x="2965" y="1956"/>
                </a:lnTo>
                <a:lnTo>
                  <a:pt x="2964" y="1956"/>
                </a:lnTo>
                <a:lnTo>
                  <a:pt x="2963" y="1955"/>
                </a:lnTo>
                <a:lnTo>
                  <a:pt x="2962" y="1956"/>
                </a:lnTo>
                <a:lnTo>
                  <a:pt x="2960" y="1958"/>
                </a:lnTo>
                <a:lnTo>
                  <a:pt x="2960" y="1957"/>
                </a:lnTo>
                <a:lnTo>
                  <a:pt x="2960" y="1956"/>
                </a:lnTo>
                <a:lnTo>
                  <a:pt x="2959" y="1955"/>
                </a:lnTo>
                <a:lnTo>
                  <a:pt x="2958" y="1951"/>
                </a:lnTo>
                <a:lnTo>
                  <a:pt x="2958" y="1949"/>
                </a:lnTo>
                <a:lnTo>
                  <a:pt x="2958" y="1947"/>
                </a:lnTo>
                <a:lnTo>
                  <a:pt x="2957" y="1946"/>
                </a:lnTo>
                <a:lnTo>
                  <a:pt x="2956" y="1943"/>
                </a:lnTo>
                <a:lnTo>
                  <a:pt x="2954" y="1939"/>
                </a:lnTo>
                <a:lnTo>
                  <a:pt x="2953" y="1939"/>
                </a:lnTo>
                <a:lnTo>
                  <a:pt x="2952" y="1938"/>
                </a:lnTo>
                <a:lnTo>
                  <a:pt x="2950" y="1937"/>
                </a:lnTo>
                <a:lnTo>
                  <a:pt x="2949" y="1937"/>
                </a:lnTo>
                <a:lnTo>
                  <a:pt x="2947" y="1937"/>
                </a:lnTo>
                <a:lnTo>
                  <a:pt x="2944" y="1938"/>
                </a:lnTo>
                <a:lnTo>
                  <a:pt x="2943" y="1938"/>
                </a:lnTo>
                <a:lnTo>
                  <a:pt x="2943" y="1939"/>
                </a:lnTo>
                <a:lnTo>
                  <a:pt x="2943" y="1940"/>
                </a:lnTo>
                <a:lnTo>
                  <a:pt x="2943" y="1942"/>
                </a:lnTo>
                <a:lnTo>
                  <a:pt x="2943" y="1943"/>
                </a:lnTo>
                <a:lnTo>
                  <a:pt x="2943" y="1944"/>
                </a:lnTo>
                <a:lnTo>
                  <a:pt x="2942" y="1944"/>
                </a:lnTo>
                <a:lnTo>
                  <a:pt x="2940" y="1944"/>
                </a:lnTo>
                <a:lnTo>
                  <a:pt x="2937" y="1944"/>
                </a:lnTo>
                <a:lnTo>
                  <a:pt x="2936" y="1944"/>
                </a:lnTo>
                <a:lnTo>
                  <a:pt x="2935" y="1943"/>
                </a:lnTo>
                <a:lnTo>
                  <a:pt x="2934" y="1943"/>
                </a:lnTo>
                <a:lnTo>
                  <a:pt x="2934" y="1942"/>
                </a:lnTo>
                <a:lnTo>
                  <a:pt x="2932" y="1942"/>
                </a:lnTo>
                <a:lnTo>
                  <a:pt x="2931" y="1942"/>
                </a:lnTo>
                <a:lnTo>
                  <a:pt x="2930" y="1942"/>
                </a:lnTo>
                <a:lnTo>
                  <a:pt x="2929" y="1941"/>
                </a:lnTo>
                <a:lnTo>
                  <a:pt x="2928" y="1940"/>
                </a:lnTo>
                <a:lnTo>
                  <a:pt x="2927" y="1940"/>
                </a:lnTo>
                <a:lnTo>
                  <a:pt x="2926" y="1939"/>
                </a:lnTo>
                <a:lnTo>
                  <a:pt x="2925" y="1939"/>
                </a:lnTo>
                <a:lnTo>
                  <a:pt x="2925" y="1938"/>
                </a:lnTo>
                <a:lnTo>
                  <a:pt x="2924" y="1937"/>
                </a:lnTo>
                <a:lnTo>
                  <a:pt x="2924" y="1934"/>
                </a:lnTo>
                <a:lnTo>
                  <a:pt x="2924" y="1933"/>
                </a:lnTo>
                <a:lnTo>
                  <a:pt x="2923" y="1930"/>
                </a:lnTo>
                <a:lnTo>
                  <a:pt x="2923" y="1927"/>
                </a:lnTo>
                <a:lnTo>
                  <a:pt x="2924" y="1924"/>
                </a:lnTo>
                <a:lnTo>
                  <a:pt x="2923" y="1922"/>
                </a:lnTo>
                <a:lnTo>
                  <a:pt x="2922" y="1920"/>
                </a:lnTo>
                <a:lnTo>
                  <a:pt x="2921" y="1920"/>
                </a:lnTo>
                <a:lnTo>
                  <a:pt x="2917" y="1920"/>
                </a:lnTo>
                <a:lnTo>
                  <a:pt x="2914" y="1920"/>
                </a:lnTo>
                <a:lnTo>
                  <a:pt x="2912" y="1920"/>
                </a:lnTo>
                <a:lnTo>
                  <a:pt x="2912" y="1921"/>
                </a:lnTo>
                <a:lnTo>
                  <a:pt x="2910" y="1921"/>
                </a:lnTo>
                <a:lnTo>
                  <a:pt x="2908" y="1922"/>
                </a:lnTo>
                <a:lnTo>
                  <a:pt x="2904" y="1922"/>
                </a:lnTo>
                <a:lnTo>
                  <a:pt x="2901" y="1922"/>
                </a:lnTo>
                <a:lnTo>
                  <a:pt x="2898" y="1922"/>
                </a:lnTo>
                <a:lnTo>
                  <a:pt x="2895" y="1922"/>
                </a:lnTo>
                <a:lnTo>
                  <a:pt x="2894" y="1921"/>
                </a:lnTo>
                <a:lnTo>
                  <a:pt x="2893" y="1921"/>
                </a:lnTo>
                <a:lnTo>
                  <a:pt x="2891" y="1921"/>
                </a:lnTo>
                <a:lnTo>
                  <a:pt x="2890" y="1921"/>
                </a:lnTo>
                <a:lnTo>
                  <a:pt x="2888" y="1922"/>
                </a:lnTo>
                <a:lnTo>
                  <a:pt x="2887" y="1923"/>
                </a:lnTo>
                <a:lnTo>
                  <a:pt x="2885" y="1924"/>
                </a:lnTo>
                <a:lnTo>
                  <a:pt x="2884" y="1924"/>
                </a:lnTo>
                <a:lnTo>
                  <a:pt x="2881" y="1924"/>
                </a:lnTo>
                <a:lnTo>
                  <a:pt x="2877" y="1924"/>
                </a:lnTo>
                <a:lnTo>
                  <a:pt x="2873" y="1923"/>
                </a:lnTo>
                <a:lnTo>
                  <a:pt x="2872" y="1923"/>
                </a:lnTo>
                <a:lnTo>
                  <a:pt x="2871" y="1923"/>
                </a:lnTo>
                <a:lnTo>
                  <a:pt x="2870" y="1923"/>
                </a:lnTo>
                <a:lnTo>
                  <a:pt x="2870" y="1922"/>
                </a:lnTo>
                <a:lnTo>
                  <a:pt x="2869" y="1922"/>
                </a:lnTo>
                <a:lnTo>
                  <a:pt x="2868" y="1920"/>
                </a:lnTo>
                <a:lnTo>
                  <a:pt x="2867" y="1920"/>
                </a:lnTo>
                <a:lnTo>
                  <a:pt x="2867" y="1919"/>
                </a:lnTo>
                <a:lnTo>
                  <a:pt x="2867" y="1918"/>
                </a:lnTo>
                <a:lnTo>
                  <a:pt x="2866" y="1917"/>
                </a:lnTo>
                <a:lnTo>
                  <a:pt x="2866" y="1916"/>
                </a:lnTo>
                <a:lnTo>
                  <a:pt x="2865" y="1915"/>
                </a:lnTo>
                <a:lnTo>
                  <a:pt x="2864" y="1915"/>
                </a:lnTo>
                <a:lnTo>
                  <a:pt x="2864" y="1914"/>
                </a:lnTo>
                <a:lnTo>
                  <a:pt x="2863" y="1914"/>
                </a:lnTo>
                <a:lnTo>
                  <a:pt x="2862" y="1913"/>
                </a:lnTo>
                <a:lnTo>
                  <a:pt x="2861" y="1913"/>
                </a:lnTo>
                <a:lnTo>
                  <a:pt x="2860" y="1913"/>
                </a:lnTo>
                <a:lnTo>
                  <a:pt x="2858" y="1913"/>
                </a:lnTo>
                <a:lnTo>
                  <a:pt x="2858" y="1912"/>
                </a:lnTo>
                <a:lnTo>
                  <a:pt x="2857" y="1912"/>
                </a:lnTo>
                <a:lnTo>
                  <a:pt x="2857" y="1910"/>
                </a:lnTo>
                <a:lnTo>
                  <a:pt x="2857" y="1907"/>
                </a:lnTo>
                <a:lnTo>
                  <a:pt x="2856" y="1907"/>
                </a:lnTo>
                <a:lnTo>
                  <a:pt x="2857" y="1906"/>
                </a:lnTo>
                <a:lnTo>
                  <a:pt x="2857" y="1905"/>
                </a:lnTo>
                <a:lnTo>
                  <a:pt x="2856" y="1904"/>
                </a:lnTo>
                <a:lnTo>
                  <a:pt x="2855" y="1903"/>
                </a:lnTo>
                <a:lnTo>
                  <a:pt x="2854" y="1903"/>
                </a:lnTo>
                <a:lnTo>
                  <a:pt x="2854" y="1902"/>
                </a:lnTo>
                <a:lnTo>
                  <a:pt x="2853" y="1902"/>
                </a:lnTo>
                <a:lnTo>
                  <a:pt x="2853" y="1901"/>
                </a:lnTo>
                <a:lnTo>
                  <a:pt x="2853" y="1900"/>
                </a:lnTo>
                <a:lnTo>
                  <a:pt x="2852" y="1900"/>
                </a:lnTo>
                <a:lnTo>
                  <a:pt x="2851" y="1900"/>
                </a:lnTo>
                <a:lnTo>
                  <a:pt x="2850" y="1901"/>
                </a:lnTo>
                <a:lnTo>
                  <a:pt x="2849" y="1901"/>
                </a:lnTo>
                <a:lnTo>
                  <a:pt x="2849" y="1902"/>
                </a:lnTo>
                <a:lnTo>
                  <a:pt x="2848" y="1902"/>
                </a:lnTo>
                <a:lnTo>
                  <a:pt x="2846" y="1901"/>
                </a:lnTo>
                <a:lnTo>
                  <a:pt x="2845" y="1901"/>
                </a:lnTo>
                <a:lnTo>
                  <a:pt x="2844" y="1900"/>
                </a:lnTo>
                <a:lnTo>
                  <a:pt x="2843" y="1900"/>
                </a:lnTo>
                <a:lnTo>
                  <a:pt x="2842" y="1900"/>
                </a:lnTo>
                <a:lnTo>
                  <a:pt x="2842" y="1901"/>
                </a:lnTo>
                <a:lnTo>
                  <a:pt x="2841" y="1901"/>
                </a:lnTo>
                <a:lnTo>
                  <a:pt x="2841" y="1902"/>
                </a:lnTo>
                <a:lnTo>
                  <a:pt x="2840" y="1902"/>
                </a:lnTo>
                <a:lnTo>
                  <a:pt x="2839" y="1903"/>
                </a:lnTo>
                <a:lnTo>
                  <a:pt x="2838" y="1904"/>
                </a:lnTo>
                <a:lnTo>
                  <a:pt x="2837" y="1904"/>
                </a:lnTo>
                <a:lnTo>
                  <a:pt x="2837" y="1905"/>
                </a:lnTo>
                <a:lnTo>
                  <a:pt x="2836" y="1905"/>
                </a:lnTo>
                <a:lnTo>
                  <a:pt x="2835" y="1905"/>
                </a:lnTo>
                <a:lnTo>
                  <a:pt x="2834" y="1904"/>
                </a:lnTo>
                <a:lnTo>
                  <a:pt x="2833" y="1903"/>
                </a:lnTo>
                <a:lnTo>
                  <a:pt x="2832" y="1903"/>
                </a:lnTo>
                <a:lnTo>
                  <a:pt x="2832" y="1902"/>
                </a:lnTo>
                <a:lnTo>
                  <a:pt x="2831" y="1903"/>
                </a:lnTo>
                <a:lnTo>
                  <a:pt x="2830" y="1903"/>
                </a:lnTo>
                <a:lnTo>
                  <a:pt x="2828" y="1903"/>
                </a:lnTo>
                <a:lnTo>
                  <a:pt x="2828" y="1902"/>
                </a:lnTo>
                <a:lnTo>
                  <a:pt x="2827" y="1902"/>
                </a:lnTo>
                <a:lnTo>
                  <a:pt x="2826" y="1903"/>
                </a:lnTo>
                <a:lnTo>
                  <a:pt x="2824" y="1904"/>
                </a:lnTo>
                <a:lnTo>
                  <a:pt x="2823" y="1904"/>
                </a:lnTo>
                <a:lnTo>
                  <a:pt x="2822" y="1904"/>
                </a:lnTo>
                <a:lnTo>
                  <a:pt x="2822" y="1905"/>
                </a:lnTo>
                <a:lnTo>
                  <a:pt x="2821" y="1905"/>
                </a:lnTo>
                <a:lnTo>
                  <a:pt x="2820" y="1905"/>
                </a:lnTo>
                <a:lnTo>
                  <a:pt x="2817" y="1905"/>
                </a:lnTo>
                <a:lnTo>
                  <a:pt x="2816" y="1905"/>
                </a:lnTo>
                <a:lnTo>
                  <a:pt x="2816" y="1906"/>
                </a:lnTo>
                <a:lnTo>
                  <a:pt x="2815" y="1906"/>
                </a:lnTo>
                <a:lnTo>
                  <a:pt x="2814" y="1906"/>
                </a:lnTo>
                <a:lnTo>
                  <a:pt x="2813" y="1907"/>
                </a:lnTo>
                <a:lnTo>
                  <a:pt x="2812" y="1907"/>
                </a:lnTo>
                <a:lnTo>
                  <a:pt x="2812" y="1908"/>
                </a:lnTo>
                <a:lnTo>
                  <a:pt x="2811" y="1908"/>
                </a:lnTo>
                <a:lnTo>
                  <a:pt x="2810" y="1909"/>
                </a:lnTo>
                <a:lnTo>
                  <a:pt x="2809" y="1909"/>
                </a:lnTo>
                <a:lnTo>
                  <a:pt x="2808" y="1910"/>
                </a:lnTo>
                <a:lnTo>
                  <a:pt x="2807" y="1910"/>
                </a:lnTo>
                <a:lnTo>
                  <a:pt x="2806" y="1911"/>
                </a:lnTo>
                <a:lnTo>
                  <a:pt x="2805" y="1911"/>
                </a:lnTo>
                <a:lnTo>
                  <a:pt x="2804" y="1912"/>
                </a:lnTo>
                <a:lnTo>
                  <a:pt x="2803" y="1912"/>
                </a:lnTo>
                <a:lnTo>
                  <a:pt x="2802" y="1913"/>
                </a:lnTo>
                <a:lnTo>
                  <a:pt x="2801" y="1913"/>
                </a:lnTo>
                <a:lnTo>
                  <a:pt x="2800" y="1913"/>
                </a:lnTo>
                <a:lnTo>
                  <a:pt x="2799" y="1914"/>
                </a:lnTo>
                <a:lnTo>
                  <a:pt x="2798" y="1914"/>
                </a:lnTo>
                <a:lnTo>
                  <a:pt x="2797" y="1915"/>
                </a:lnTo>
                <a:lnTo>
                  <a:pt x="2796" y="1915"/>
                </a:lnTo>
                <a:lnTo>
                  <a:pt x="2795" y="1915"/>
                </a:lnTo>
                <a:lnTo>
                  <a:pt x="2793" y="1916"/>
                </a:lnTo>
                <a:lnTo>
                  <a:pt x="2792" y="1917"/>
                </a:lnTo>
                <a:lnTo>
                  <a:pt x="2790" y="1917"/>
                </a:lnTo>
                <a:lnTo>
                  <a:pt x="2790" y="1918"/>
                </a:lnTo>
                <a:lnTo>
                  <a:pt x="2788" y="1918"/>
                </a:lnTo>
                <a:lnTo>
                  <a:pt x="2787" y="1918"/>
                </a:lnTo>
                <a:lnTo>
                  <a:pt x="2786" y="1918"/>
                </a:lnTo>
                <a:lnTo>
                  <a:pt x="2784" y="1918"/>
                </a:lnTo>
                <a:lnTo>
                  <a:pt x="2784" y="1919"/>
                </a:lnTo>
                <a:lnTo>
                  <a:pt x="2783" y="1919"/>
                </a:lnTo>
                <a:lnTo>
                  <a:pt x="2782" y="1919"/>
                </a:lnTo>
                <a:lnTo>
                  <a:pt x="2781" y="1919"/>
                </a:lnTo>
                <a:lnTo>
                  <a:pt x="2780" y="1919"/>
                </a:lnTo>
                <a:lnTo>
                  <a:pt x="2779" y="1920"/>
                </a:lnTo>
                <a:lnTo>
                  <a:pt x="2777" y="1920"/>
                </a:lnTo>
                <a:lnTo>
                  <a:pt x="2776" y="1920"/>
                </a:lnTo>
                <a:lnTo>
                  <a:pt x="2774" y="1920"/>
                </a:lnTo>
                <a:lnTo>
                  <a:pt x="2773" y="1920"/>
                </a:lnTo>
                <a:lnTo>
                  <a:pt x="2772" y="1920"/>
                </a:lnTo>
                <a:lnTo>
                  <a:pt x="2771" y="1921"/>
                </a:lnTo>
                <a:lnTo>
                  <a:pt x="2770" y="1921"/>
                </a:lnTo>
                <a:lnTo>
                  <a:pt x="2769" y="1922"/>
                </a:lnTo>
                <a:lnTo>
                  <a:pt x="2768" y="1922"/>
                </a:lnTo>
                <a:lnTo>
                  <a:pt x="2767" y="1923"/>
                </a:lnTo>
                <a:lnTo>
                  <a:pt x="2766" y="1923"/>
                </a:lnTo>
                <a:lnTo>
                  <a:pt x="2765" y="1923"/>
                </a:lnTo>
                <a:lnTo>
                  <a:pt x="2764" y="1924"/>
                </a:lnTo>
                <a:lnTo>
                  <a:pt x="2763" y="1924"/>
                </a:lnTo>
                <a:lnTo>
                  <a:pt x="2763" y="1925"/>
                </a:lnTo>
                <a:lnTo>
                  <a:pt x="2762" y="1925"/>
                </a:lnTo>
                <a:lnTo>
                  <a:pt x="2761" y="1926"/>
                </a:lnTo>
                <a:lnTo>
                  <a:pt x="2761" y="1927"/>
                </a:lnTo>
                <a:lnTo>
                  <a:pt x="2760" y="1927"/>
                </a:lnTo>
                <a:lnTo>
                  <a:pt x="2760" y="1928"/>
                </a:lnTo>
                <a:lnTo>
                  <a:pt x="2759" y="1931"/>
                </a:lnTo>
                <a:lnTo>
                  <a:pt x="2758" y="1931"/>
                </a:lnTo>
                <a:lnTo>
                  <a:pt x="2758" y="1932"/>
                </a:lnTo>
                <a:lnTo>
                  <a:pt x="2758" y="1933"/>
                </a:lnTo>
                <a:lnTo>
                  <a:pt x="2758" y="1934"/>
                </a:lnTo>
                <a:lnTo>
                  <a:pt x="2757" y="1935"/>
                </a:lnTo>
                <a:lnTo>
                  <a:pt x="2757" y="1936"/>
                </a:lnTo>
                <a:lnTo>
                  <a:pt x="2756" y="1937"/>
                </a:lnTo>
                <a:lnTo>
                  <a:pt x="2756" y="1938"/>
                </a:lnTo>
                <a:lnTo>
                  <a:pt x="2755" y="1938"/>
                </a:lnTo>
                <a:lnTo>
                  <a:pt x="2755" y="1939"/>
                </a:lnTo>
                <a:lnTo>
                  <a:pt x="2755" y="1940"/>
                </a:lnTo>
                <a:lnTo>
                  <a:pt x="2755" y="1941"/>
                </a:lnTo>
                <a:lnTo>
                  <a:pt x="2755" y="1942"/>
                </a:lnTo>
                <a:lnTo>
                  <a:pt x="2754" y="1943"/>
                </a:lnTo>
                <a:lnTo>
                  <a:pt x="2754" y="1944"/>
                </a:lnTo>
                <a:lnTo>
                  <a:pt x="2753" y="1945"/>
                </a:lnTo>
                <a:lnTo>
                  <a:pt x="2752" y="1946"/>
                </a:lnTo>
                <a:lnTo>
                  <a:pt x="2751" y="1947"/>
                </a:lnTo>
                <a:lnTo>
                  <a:pt x="2750" y="1947"/>
                </a:lnTo>
                <a:lnTo>
                  <a:pt x="2749" y="1948"/>
                </a:lnTo>
                <a:lnTo>
                  <a:pt x="2748" y="1948"/>
                </a:lnTo>
                <a:lnTo>
                  <a:pt x="2747" y="1948"/>
                </a:lnTo>
                <a:lnTo>
                  <a:pt x="2747" y="1949"/>
                </a:lnTo>
                <a:lnTo>
                  <a:pt x="2746" y="1949"/>
                </a:lnTo>
                <a:lnTo>
                  <a:pt x="2746" y="1950"/>
                </a:lnTo>
                <a:lnTo>
                  <a:pt x="2745" y="1951"/>
                </a:lnTo>
                <a:lnTo>
                  <a:pt x="2744" y="1953"/>
                </a:lnTo>
                <a:lnTo>
                  <a:pt x="2743" y="1953"/>
                </a:lnTo>
                <a:lnTo>
                  <a:pt x="2742" y="1955"/>
                </a:lnTo>
                <a:lnTo>
                  <a:pt x="2741" y="1956"/>
                </a:lnTo>
                <a:lnTo>
                  <a:pt x="2740" y="1957"/>
                </a:lnTo>
                <a:lnTo>
                  <a:pt x="2739" y="1958"/>
                </a:lnTo>
                <a:lnTo>
                  <a:pt x="2739" y="1959"/>
                </a:lnTo>
                <a:lnTo>
                  <a:pt x="2738" y="1960"/>
                </a:lnTo>
                <a:lnTo>
                  <a:pt x="2738" y="1961"/>
                </a:lnTo>
                <a:lnTo>
                  <a:pt x="2737" y="1961"/>
                </a:lnTo>
                <a:lnTo>
                  <a:pt x="2737" y="1962"/>
                </a:lnTo>
                <a:lnTo>
                  <a:pt x="2736" y="1962"/>
                </a:lnTo>
                <a:lnTo>
                  <a:pt x="2736" y="1963"/>
                </a:lnTo>
                <a:lnTo>
                  <a:pt x="2735" y="1963"/>
                </a:lnTo>
                <a:lnTo>
                  <a:pt x="2735" y="1964"/>
                </a:lnTo>
                <a:lnTo>
                  <a:pt x="2734" y="1964"/>
                </a:lnTo>
                <a:lnTo>
                  <a:pt x="2734" y="1965"/>
                </a:lnTo>
                <a:lnTo>
                  <a:pt x="2732" y="1967"/>
                </a:lnTo>
                <a:lnTo>
                  <a:pt x="2731" y="1967"/>
                </a:lnTo>
                <a:lnTo>
                  <a:pt x="2730" y="1968"/>
                </a:lnTo>
                <a:lnTo>
                  <a:pt x="2729" y="1968"/>
                </a:lnTo>
                <a:lnTo>
                  <a:pt x="2728" y="1969"/>
                </a:lnTo>
                <a:lnTo>
                  <a:pt x="2727" y="1969"/>
                </a:lnTo>
                <a:lnTo>
                  <a:pt x="2726" y="1969"/>
                </a:lnTo>
                <a:lnTo>
                  <a:pt x="2725" y="1970"/>
                </a:lnTo>
                <a:lnTo>
                  <a:pt x="2724" y="1970"/>
                </a:lnTo>
                <a:lnTo>
                  <a:pt x="2722" y="1970"/>
                </a:lnTo>
                <a:lnTo>
                  <a:pt x="2721" y="1970"/>
                </a:lnTo>
                <a:lnTo>
                  <a:pt x="2720" y="1971"/>
                </a:lnTo>
                <a:lnTo>
                  <a:pt x="2719" y="1971"/>
                </a:lnTo>
                <a:lnTo>
                  <a:pt x="2718" y="1972"/>
                </a:lnTo>
                <a:lnTo>
                  <a:pt x="2717" y="1972"/>
                </a:lnTo>
                <a:lnTo>
                  <a:pt x="2716" y="1973"/>
                </a:lnTo>
                <a:lnTo>
                  <a:pt x="2715" y="1973"/>
                </a:lnTo>
                <a:lnTo>
                  <a:pt x="2714" y="1973"/>
                </a:lnTo>
                <a:lnTo>
                  <a:pt x="2714" y="1974"/>
                </a:lnTo>
                <a:lnTo>
                  <a:pt x="2713" y="1974"/>
                </a:lnTo>
                <a:lnTo>
                  <a:pt x="2711" y="1975"/>
                </a:lnTo>
                <a:lnTo>
                  <a:pt x="2710" y="1975"/>
                </a:lnTo>
                <a:lnTo>
                  <a:pt x="2709" y="1976"/>
                </a:lnTo>
                <a:lnTo>
                  <a:pt x="2707" y="1977"/>
                </a:lnTo>
                <a:lnTo>
                  <a:pt x="2706" y="1977"/>
                </a:lnTo>
                <a:lnTo>
                  <a:pt x="2705" y="1977"/>
                </a:lnTo>
                <a:lnTo>
                  <a:pt x="2704" y="1978"/>
                </a:lnTo>
                <a:lnTo>
                  <a:pt x="2702" y="1979"/>
                </a:lnTo>
                <a:lnTo>
                  <a:pt x="2700" y="1979"/>
                </a:lnTo>
                <a:lnTo>
                  <a:pt x="2700" y="1980"/>
                </a:lnTo>
                <a:lnTo>
                  <a:pt x="2699" y="1980"/>
                </a:lnTo>
                <a:lnTo>
                  <a:pt x="2698" y="1980"/>
                </a:lnTo>
                <a:lnTo>
                  <a:pt x="2697" y="1980"/>
                </a:lnTo>
                <a:lnTo>
                  <a:pt x="2696" y="1980"/>
                </a:lnTo>
                <a:lnTo>
                  <a:pt x="2695" y="1981"/>
                </a:lnTo>
                <a:lnTo>
                  <a:pt x="2694" y="1981"/>
                </a:lnTo>
                <a:lnTo>
                  <a:pt x="2693" y="1981"/>
                </a:lnTo>
                <a:lnTo>
                  <a:pt x="2692" y="1981"/>
                </a:lnTo>
                <a:lnTo>
                  <a:pt x="2690" y="1981"/>
                </a:lnTo>
                <a:lnTo>
                  <a:pt x="2689" y="1982"/>
                </a:lnTo>
                <a:lnTo>
                  <a:pt x="2688" y="1982"/>
                </a:lnTo>
                <a:lnTo>
                  <a:pt x="2687" y="1982"/>
                </a:lnTo>
                <a:lnTo>
                  <a:pt x="2686" y="1982"/>
                </a:lnTo>
                <a:lnTo>
                  <a:pt x="2686" y="1983"/>
                </a:lnTo>
                <a:lnTo>
                  <a:pt x="2685" y="1983"/>
                </a:lnTo>
                <a:lnTo>
                  <a:pt x="2685" y="1984"/>
                </a:lnTo>
                <a:lnTo>
                  <a:pt x="2684" y="1984"/>
                </a:lnTo>
                <a:lnTo>
                  <a:pt x="2683" y="1985"/>
                </a:lnTo>
                <a:lnTo>
                  <a:pt x="2682" y="1985"/>
                </a:lnTo>
                <a:lnTo>
                  <a:pt x="2681" y="1985"/>
                </a:lnTo>
                <a:lnTo>
                  <a:pt x="2680" y="1985"/>
                </a:lnTo>
                <a:lnTo>
                  <a:pt x="2679" y="1985"/>
                </a:lnTo>
                <a:lnTo>
                  <a:pt x="2676" y="1985"/>
                </a:lnTo>
                <a:lnTo>
                  <a:pt x="2675" y="1985"/>
                </a:lnTo>
                <a:lnTo>
                  <a:pt x="2674" y="1985"/>
                </a:lnTo>
                <a:lnTo>
                  <a:pt x="2674" y="1986"/>
                </a:lnTo>
                <a:lnTo>
                  <a:pt x="2673" y="1986"/>
                </a:lnTo>
                <a:lnTo>
                  <a:pt x="2673" y="1985"/>
                </a:lnTo>
                <a:lnTo>
                  <a:pt x="2672" y="1985"/>
                </a:lnTo>
                <a:lnTo>
                  <a:pt x="2671" y="1986"/>
                </a:lnTo>
                <a:lnTo>
                  <a:pt x="2671" y="1987"/>
                </a:lnTo>
                <a:lnTo>
                  <a:pt x="2671" y="1988"/>
                </a:lnTo>
                <a:lnTo>
                  <a:pt x="2670" y="1988"/>
                </a:lnTo>
                <a:lnTo>
                  <a:pt x="2669" y="1988"/>
                </a:lnTo>
                <a:lnTo>
                  <a:pt x="2669" y="1989"/>
                </a:lnTo>
                <a:lnTo>
                  <a:pt x="2668" y="1989"/>
                </a:lnTo>
                <a:lnTo>
                  <a:pt x="2667" y="1989"/>
                </a:lnTo>
                <a:lnTo>
                  <a:pt x="2666" y="1989"/>
                </a:lnTo>
                <a:lnTo>
                  <a:pt x="2665" y="1989"/>
                </a:lnTo>
                <a:lnTo>
                  <a:pt x="2664" y="1988"/>
                </a:lnTo>
                <a:lnTo>
                  <a:pt x="2663" y="1988"/>
                </a:lnTo>
                <a:lnTo>
                  <a:pt x="2662" y="1988"/>
                </a:lnTo>
                <a:lnTo>
                  <a:pt x="2660" y="1987"/>
                </a:lnTo>
                <a:lnTo>
                  <a:pt x="2659" y="1987"/>
                </a:lnTo>
                <a:lnTo>
                  <a:pt x="2658" y="1987"/>
                </a:lnTo>
                <a:lnTo>
                  <a:pt x="2657" y="1987"/>
                </a:lnTo>
                <a:lnTo>
                  <a:pt x="2656" y="1986"/>
                </a:lnTo>
                <a:lnTo>
                  <a:pt x="2655" y="1986"/>
                </a:lnTo>
                <a:lnTo>
                  <a:pt x="2654" y="1986"/>
                </a:lnTo>
                <a:lnTo>
                  <a:pt x="2653" y="1986"/>
                </a:lnTo>
                <a:lnTo>
                  <a:pt x="2653" y="1987"/>
                </a:lnTo>
                <a:lnTo>
                  <a:pt x="2652" y="1987"/>
                </a:lnTo>
                <a:lnTo>
                  <a:pt x="2652" y="1988"/>
                </a:lnTo>
                <a:lnTo>
                  <a:pt x="2651" y="1988"/>
                </a:lnTo>
                <a:lnTo>
                  <a:pt x="2651" y="1987"/>
                </a:lnTo>
                <a:lnTo>
                  <a:pt x="2650" y="1987"/>
                </a:lnTo>
                <a:lnTo>
                  <a:pt x="2649" y="1987"/>
                </a:lnTo>
                <a:lnTo>
                  <a:pt x="2648" y="1987"/>
                </a:lnTo>
                <a:lnTo>
                  <a:pt x="2648" y="1988"/>
                </a:lnTo>
                <a:lnTo>
                  <a:pt x="2647" y="1988"/>
                </a:lnTo>
                <a:lnTo>
                  <a:pt x="2646" y="1988"/>
                </a:lnTo>
                <a:lnTo>
                  <a:pt x="2645" y="1989"/>
                </a:lnTo>
                <a:lnTo>
                  <a:pt x="2644" y="1988"/>
                </a:lnTo>
                <a:lnTo>
                  <a:pt x="2643" y="1988"/>
                </a:lnTo>
                <a:lnTo>
                  <a:pt x="2643" y="1987"/>
                </a:lnTo>
                <a:lnTo>
                  <a:pt x="2642" y="1987"/>
                </a:lnTo>
                <a:lnTo>
                  <a:pt x="2641" y="1987"/>
                </a:lnTo>
                <a:lnTo>
                  <a:pt x="2641" y="1986"/>
                </a:lnTo>
                <a:lnTo>
                  <a:pt x="2640" y="1986"/>
                </a:lnTo>
                <a:lnTo>
                  <a:pt x="2640" y="1985"/>
                </a:lnTo>
                <a:lnTo>
                  <a:pt x="2641" y="1985"/>
                </a:lnTo>
                <a:lnTo>
                  <a:pt x="2641" y="1984"/>
                </a:lnTo>
                <a:lnTo>
                  <a:pt x="2641" y="1983"/>
                </a:lnTo>
                <a:lnTo>
                  <a:pt x="2640" y="1983"/>
                </a:lnTo>
                <a:lnTo>
                  <a:pt x="2639" y="1982"/>
                </a:lnTo>
                <a:lnTo>
                  <a:pt x="2638" y="1982"/>
                </a:lnTo>
                <a:lnTo>
                  <a:pt x="2637" y="1982"/>
                </a:lnTo>
                <a:lnTo>
                  <a:pt x="2636" y="1982"/>
                </a:lnTo>
                <a:lnTo>
                  <a:pt x="2635" y="1982"/>
                </a:lnTo>
                <a:lnTo>
                  <a:pt x="2634" y="1982"/>
                </a:lnTo>
                <a:lnTo>
                  <a:pt x="2633" y="1982"/>
                </a:lnTo>
                <a:lnTo>
                  <a:pt x="2632" y="1982"/>
                </a:lnTo>
                <a:lnTo>
                  <a:pt x="2631" y="1982"/>
                </a:lnTo>
                <a:lnTo>
                  <a:pt x="2631" y="1983"/>
                </a:lnTo>
                <a:lnTo>
                  <a:pt x="2630" y="1983"/>
                </a:lnTo>
                <a:lnTo>
                  <a:pt x="2630" y="1984"/>
                </a:lnTo>
                <a:lnTo>
                  <a:pt x="2629" y="1984"/>
                </a:lnTo>
                <a:lnTo>
                  <a:pt x="2630" y="1985"/>
                </a:lnTo>
                <a:lnTo>
                  <a:pt x="2629" y="1985"/>
                </a:lnTo>
                <a:lnTo>
                  <a:pt x="2629" y="1986"/>
                </a:lnTo>
                <a:lnTo>
                  <a:pt x="2628" y="1987"/>
                </a:lnTo>
                <a:lnTo>
                  <a:pt x="2627" y="1987"/>
                </a:lnTo>
                <a:lnTo>
                  <a:pt x="2626" y="1987"/>
                </a:lnTo>
                <a:lnTo>
                  <a:pt x="2625" y="1987"/>
                </a:lnTo>
                <a:lnTo>
                  <a:pt x="2625" y="1988"/>
                </a:lnTo>
                <a:lnTo>
                  <a:pt x="2624" y="1988"/>
                </a:lnTo>
                <a:lnTo>
                  <a:pt x="2623" y="1988"/>
                </a:lnTo>
                <a:lnTo>
                  <a:pt x="2623" y="1987"/>
                </a:lnTo>
                <a:lnTo>
                  <a:pt x="2622" y="1987"/>
                </a:lnTo>
                <a:lnTo>
                  <a:pt x="2621" y="1987"/>
                </a:lnTo>
                <a:lnTo>
                  <a:pt x="2621" y="1988"/>
                </a:lnTo>
                <a:lnTo>
                  <a:pt x="2620" y="1988"/>
                </a:lnTo>
                <a:lnTo>
                  <a:pt x="2619" y="1988"/>
                </a:lnTo>
                <a:lnTo>
                  <a:pt x="2618" y="1988"/>
                </a:lnTo>
                <a:lnTo>
                  <a:pt x="2617" y="1988"/>
                </a:lnTo>
                <a:lnTo>
                  <a:pt x="2616" y="1989"/>
                </a:lnTo>
                <a:lnTo>
                  <a:pt x="2615" y="1990"/>
                </a:lnTo>
                <a:lnTo>
                  <a:pt x="2614" y="1990"/>
                </a:lnTo>
                <a:lnTo>
                  <a:pt x="2613" y="1990"/>
                </a:lnTo>
                <a:lnTo>
                  <a:pt x="2612" y="1990"/>
                </a:lnTo>
                <a:lnTo>
                  <a:pt x="2611" y="1990"/>
                </a:lnTo>
                <a:lnTo>
                  <a:pt x="2610" y="1990"/>
                </a:lnTo>
                <a:lnTo>
                  <a:pt x="2609" y="1990"/>
                </a:lnTo>
                <a:lnTo>
                  <a:pt x="2609" y="1991"/>
                </a:lnTo>
                <a:lnTo>
                  <a:pt x="2608" y="1992"/>
                </a:lnTo>
                <a:lnTo>
                  <a:pt x="2608" y="1993"/>
                </a:lnTo>
                <a:lnTo>
                  <a:pt x="2607" y="1993"/>
                </a:lnTo>
                <a:lnTo>
                  <a:pt x="2606" y="1994"/>
                </a:lnTo>
                <a:lnTo>
                  <a:pt x="2605" y="1994"/>
                </a:lnTo>
                <a:lnTo>
                  <a:pt x="2604" y="1994"/>
                </a:lnTo>
                <a:lnTo>
                  <a:pt x="2603" y="1994"/>
                </a:lnTo>
                <a:lnTo>
                  <a:pt x="2603" y="1995"/>
                </a:lnTo>
                <a:lnTo>
                  <a:pt x="2602" y="1995"/>
                </a:lnTo>
                <a:lnTo>
                  <a:pt x="2601" y="1995"/>
                </a:lnTo>
                <a:lnTo>
                  <a:pt x="2600" y="1996"/>
                </a:lnTo>
                <a:lnTo>
                  <a:pt x="2599" y="1996"/>
                </a:lnTo>
                <a:lnTo>
                  <a:pt x="2597" y="1996"/>
                </a:lnTo>
                <a:lnTo>
                  <a:pt x="2596" y="1996"/>
                </a:lnTo>
                <a:lnTo>
                  <a:pt x="2595" y="1996"/>
                </a:lnTo>
                <a:lnTo>
                  <a:pt x="2594" y="1996"/>
                </a:lnTo>
                <a:lnTo>
                  <a:pt x="2593" y="1996"/>
                </a:lnTo>
                <a:lnTo>
                  <a:pt x="2592" y="1996"/>
                </a:lnTo>
                <a:lnTo>
                  <a:pt x="2591" y="1996"/>
                </a:lnTo>
                <a:lnTo>
                  <a:pt x="2590" y="1996"/>
                </a:lnTo>
                <a:lnTo>
                  <a:pt x="2590" y="1997"/>
                </a:lnTo>
                <a:lnTo>
                  <a:pt x="2590" y="1998"/>
                </a:lnTo>
                <a:lnTo>
                  <a:pt x="2590" y="1999"/>
                </a:lnTo>
                <a:lnTo>
                  <a:pt x="2590" y="2000"/>
                </a:lnTo>
                <a:lnTo>
                  <a:pt x="2590" y="2001"/>
                </a:lnTo>
                <a:lnTo>
                  <a:pt x="2589" y="2002"/>
                </a:lnTo>
                <a:lnTo>
                  <a:pt x="2588" y="2002"/>
                </a:lnTo>
                <a:lnTo>
                  <a:pt x="2587" y="2003"/>
                </a:lnTo>
                <a:lnTo>
                  <a:pt x="2586" y="2003"/>
                </a:lnTo>
                <a:lnTo>
                  <a:pt x="2585" y="2003"/>
                </a:lnTo>
                <a:lnTo>
                  <a:pt x="2584" y="2003"/>
                </a:lnTo>
                <a:lnTo>
                  <a:pt x="2584" y="2004"/>
                </a:lnTo>
                <a:lnTo>
                  <a:pt x="2583" y="2004"/>
                </a:lnTo>
                <a:lnTo>
                  <a:pt x="2583" y="2005"/>
                </a:lnTo>
                <a:lnTo>
                  <a:pt x="2582" y="2005"/>
                </a:lnTo>
                <a:lnTo>
                  <a:pt x="2582" y="2006"/>
                </a:lnTo>
                <a:lnTo>
                  <a:pt x="2581" y="2006"/>
                </a:lnTo>
                <a:lnTo>
                  <a:pt x="2581" y="2007"/>
                </a:lnTo>
                <a:lnTo>
                  <a:pt x="2580" y="2008"/>
                </a:lnTo>
                <a:lnTo>
                  <a:pt x="2579" y="2009"/>
                </a:lnTo>
                <a:lnTo>
                  <a:pt x="2578" y="2010"/>
                </a:lnTo>
                <a:lnTo>
                  <a:pt x="2577" y="2010"/>
                </a:lnTo>
                <a:lnTo>
                  <a:pt x="2577" y="2011"/>
                </a:lnTo>
                <a:lnTo>
                  <a:pt x="2576" y="2011"/>
                </a:lnTo>
                <a:lnTo>
                  <a:pt x="2575" y="2013"/>
                </a:lnTo>
                <a:lnTo>
                  <a:pt x="2573" y="2013"/>
                </a:lnTo>
                <a:lnTo>
                  <a:pt x="2573" y="2014"/>
                </a:lnTo>
                <a:lnTo>
                  <a:pt x="2572" y="2014"/>
                </a:lnTo>
                <a:lnTo>
                  <a:pt x="2571" y="2014"/>
                </a:lnTo>
                <a:lnTo>
                  <a:pt x="2570" y="2014"/>
                </a:lnTo>
                <a:lnTo>
                  <a:pt x="2569" y="2015"/>
                </a:lnTo>
                <a:lnTo>
                  <a:pt x="2568" y="2015"/>
                </a:lnTo>
                <a:lnTo>
                  <a:pt x="2567" y="2015"/>
                </a:lnTo>
                <a:lnTo>
                  <a:pt x="2566" y="2015"/>
                </a:lnTo>
                <a:lnTo>
                  <a:pt x="2564" y="2016"/>
                </a:lnTo>
                <a:lnTo>
                  <a:pt x="2563" y="2016"/>
                </a:lnTo>
                <a:lnTo>
                  <a:pt x="2561" y="2016"/>
                </a:lnTo>
                <a:lnTo>
                  <a:pt x="2560" y="2017"/>
                </a:lnTo>
                <a:lnTo>
                  <a:pt x="2559" y="2017"/>
                </a:lnTo>
                <a:lnTo>
                  <a:pt x="2558" y="2017"/>
                </a:lnTo>
                <a:lnTo>
                  <a:pt x="2557" y="2017"/>
                </a:lnTo>
                <a:lnTo>
                  <a:pt x="2555" y="2018"/>
                </a:lnTo>
                <a:lnTo>
                  <a:pt x="2553" y="2019"/>
                </a:lnTo>
                <a:lnTo>
                  <a:pt x="2552" y="2019"/>
                </a:lnTo>
                <a:lnTo>
                  <a:pt x="2552" y="2020"/>
                </a:lnTo>
                <a:lnTo>
                  <a:pt x="2551" y="2020"/>
                </a:lnTo>
                <a:lnTo>
                  <a:pt x="2550" y="2022"/>
                </a:lnTo>
                <a:lnTo>
                  <a:pt x="2549" y="2022"/>
                </a:lnTo>
                <a:lnTo>
                  <a:pt x="2548" y="2023"/>
                </a:lnTo>
                <a:lnTo>
                  <a:pt x="2547" y="2024"/>
                </a:lnTo>
                <a:lnTo>
                  <a:pt x="2546" y="2024"/>
                </a:lnTo>
                <a:lnTo>
                  <a:pt x="2545" y="2025"/>
                </a:lnTo>
                <a:lnTo>
                  <a:pt x="2544" y="2026"/>
                </a:lnTo>
                <a:lnTo>
                  <a:pt x="2543" y="2026"/>
                </a:lnTo>
                <a:lnTo>
                  <a:pt x="2543" y="2027"/>
                </a:lnTo>
                <a:lnTo>
                  <a:pt x="2542" y="2027"/>
                </a:lnTo>
                <a:lnTo>
                  <a:pt x="2541" y="2027"/>
                </a:lnTo>
                <a:lnTo>
                  <a:pt x="2540" y="2027"/>
                </a:lnTo>
                <a:lnTo>
                  <a:pt x="2539" y="2028"/>
                </a:lnTo>
                <a:lnTo>
                  <a:pt x="2538" y="2028"/>
                </a:lnTo>
                <a:lnTo>
                  <a:pt x="2538" y="2029"/>
                </a:lnTo>
                <a:lnTo>
                  <a:pt x="2537" y="2029"/>
                </a:lnTo>
                <a:lnTo>
                  <a:pt x="2536" y="2030"/>
                </a:lnTo>
                <a:lnTo>
                  <a:pt x="2535" y="2031"/>
                </a:lnTo>
                <a:lnTo>
                  <a:pt x="2534" y="2032"/>
                </a:lnTo>
                <a:lnTo>
                  <a:pt x="2533" y="2033"/>
                </a:lnTo>
                <a:lnTo>
                  <a:pt x="2532" y="2034"/>
                </a:lnTo>
                <a:lnTo>
                  <a:pt x="2531" y="2034"/>
                </a:lnTo>
                <a:lnTo>
                  <a:pt x="2530" y="2035"/>
                </a:lnTo>
                <a:lnTo>
                  <a:pt x="2529" y="2036"/>
                </a:lnTo>
                <a:lnTo>
                  <a:pt x="2527" y="2038"/>
                </a:lnTo>
                <a:lnTo>
                  <a:pt x="2526" y="2039"/>
                </a:lnTo>
                <a:lnTo>
                  <a:pt x="2525" y="2040"/>
                </a:lnTo>
                <a:lnTo>
                  <a:pt x="2524" y="2040"/>
                </a:lnTo>
                <a:lnTo>
                  <a:pt x="2523" y="2041"/>
                </a:lnTo>
                <a:lnTo>
                  <a:pt x="2522" y="2041"/>
                </a:lnTo>
                <a:lnTo>
                  <a:pt x="2521" y="2042"/>
                </a:lnTo>
                <a:lnTo>
                  <a:pt x="2519" y="2043"/>
                </a:lnTo>
                <a:lnTo>
                  <a:pt x="2518" y="2043"/>
                </a:lnTo>
                <a:lnTo>
                  <a:pt x="2518" y="2044"/>
                </a:lnTo>
                <a:lnTo>
                  <a:pt x="2516" y="2045"/>
                </a:lnTo>
                <a:lnTo>
                  <a:pt x="2515" y="2046"/>
                </a:lnTo>
                <a:lnTo>
                  <a:pt x="2514" y="2047"/>
                </a:lnTo>
                <a:lnTo>
                  <a:pt x="2514" y="2048"/>
                </a:lnTo>
                <a:lnTo>
                  <a:pt x="2513" y="2048"/>
                </a:lnTo>
                <a:lnTo>
                  <a:pt x="2511" y="2049"/>
                </a:lnTo>
                <a:lnTo>
                  <a:pt x="2511" y="2050"/>
                </a:lnTo>
                <a:lnTo>
                  <a:pt x="2509" y="2051"/>
                </a:lnTo>
                <a:lnTo>
                  <a:pt x="2509" y="2052"/>
                </a:lnTo>
                <a:lnTo>
                  <a:pt x="2508" y="2052"/>
                </a:lnTo>
                <a:lnTo>
                  <a:pt x="2507" y="2054"/>
                </a:lnTo>
                <a:lnTo>
                  <a:pt x="2505" y="2055"/>
                </a:lnTo>
                <a:lnTo>
                  <a:pt x="2505" y="2056"/>
                </a:lnTo>
                <a:lnTo>
                  <a:pt x="2503" y="2057"/>
                </a:lnTo>
                <a:lnTo>
                  <a:pt x="2502" y="2058"/>
                </a:lnTo>
                <a:lnTo>
                  <a:pt x="2501" y="2059"/>
                </a:lnTo>
                <a:lnTo>
                  <a:pt x="2500" y="2060"/>
                </a:lnTo>
                <a:lnTo>
                  <a:pt x="2498" y="2061"/>
                </a:lnTo>
                <a:lnTo>
                  <a:pt x="2498" y="2062"/>
                </a:lnTo>
                <a:lnTo>
                  <a:pt x="2497" y="2063"/>
                </a:lnTo>
                <a:lnTo>
                  <a:pt x="2496" y="2063"/>
                </a:lnTo>
                <a:lnTo>
                  <a:pt x="2496" y="2064"/>
                </a:lnTo>
                <a:lnTo>
                  <a:pt x="2495" y="2065"/>
                </a:lnTo>
                <a:lnTo>
                  <a:pt x="2494" y="2065"/>
                </a:lnTo>
                <a:lnTo>
                  <a:pt x="2493" y="2066"/>
                </a:lnTo>
                <a:lnTo>
                  <a:pt x="2493" y="2067"/>
                </a:lnTo>
                <a:lnTo>
                  <a:pt x="2492" y="2068"/>
                </a:lnTo>
                <a:lnTo>
                  <a:pt x="2491" y="2068"/>
                </a:lnTo>
                <a:lnTo>
                  <a:pt x="2491" y="2069"/>
                </a:lnTo>
                <a:lnTo>
                  <a:pt x="2490" y="2070"/>
                </a:lnTo>
                <a:lnTo>
                  <a:pt x="2489" y="2071"/>
                </a:lnTo>
                <a:lnTo>
                  <a:pt x="2488" y="2072"/>
                </a:lnTo>
                <a:lnTo>
                  <a:pt x="2487" y="2072"/>
                </a:lnTo>
                <a:lnTo>
                  <a:pt x="2486" y="2074"/>
                </a:lnTo>
                <a:lnTo>
                  <a:pt x="2485" y="2074"/>
                </a:lnTo>
                <a:lnTo>
                  <a:pt x="2484" y="2075"/>
                </a:lnTo>
                <a:lnTo>
                  <a:pt x="2483" y="2076"/>
                </a:lnTo>
                <a:lnTo>
                  <a:pt x="2482" y="2076"/>
                </a:lnTo>
                <a:lnTo>
                  <a:pt x="2481" y="2077"/>
                </a:lnTo>
                <a:lnTo>
                  <a:pt x="2480" y="2078"/>
                </a:lnTo>
                <a:lnTo>
                  <a:pt x="2477" y="2082"/>
                </a:lnTo>
                <a:lnTo>
                  <a:pt x="2476" y="2082"/>
                </a:lnTo>
                <a:lnTo>
                  <a:pt x="2475" y="2084"/>
                </a:lnTo>
                <a:lnTo>
                  <a:pt x="2474" y="2084"/>
                </a:lnTo>
                <a:lnTo>
                  <a:pt x="2474" y="2085"/>
                </a:lnTo>
                <a:lnTo>
                  <a:pt x="2470" y="2089"/>
                </a:lnTo>
                <a:lnTo>
                  <a:pt x="2469" y="2090"/>
                </a:lnTo>
                <a:lnTo>
                  <a:pt x="2469" y="2091"/>
                </a:lnTo>
                <a:lnTo>
                  <a:pt x="2467" y="2092"/>
                </a:lnTo>
                <a:lnTo>
                  <a:pt x="2466" y="2093"/>
                </a:lnTo>
                <a:lnTo>
                  <a:pt x="2466" y="2094"/>
                </a:lnTo>
                <a:lnTo>
                  <a:pt x="2465" y="2094"/>
                </a:lnTo>
                <a:lnTo>
                  <a:pt x="2464" y="2097"/>
                </a:lnTo>
                <a:lnTo>
                  <a:pt x="2463" y="2099"/>
                </a:lnTo>
                <a:lnTo>
                  <a:pt x="2463" y="2100"/>
                </a:lnTo>
                <a:lnTo>
                  <a:pt x="2463" y="2102"/>
                </a:lnTo>
                <a:lnTo>
                  <a:pt x="2464" y="2103"/>
                </a:lnTo>
                <a:lnTo>
                  <a:pt x="2464" y="2104"/>
                </a:lnTo>
                <a:lnTo>
                  <a:pt x="2464" y="2105"/>
                </a:lnTo>
                <a:lnTo>
                  <a:pt x="2463" y="2106"/>
                </a:lnTo>
                <a:lnTo>
                  <a:pt x="2463" y="2108"/>
                </a:lnTo>
                <a:lnTo>
                  <a:pt x="2463" y="2109"/>
                </a:lnTo>
                <a:lnTo>
                  <a:pt x="2463" y="2111"/>
                </a:lnTo>
                <a:lnTo>
                  <a:pt x="2463" y="2112"/>
                </a:lnTo>
                <a:lnTo>
                  <a:pt x="2461" y="2115"/>
                </a:lnTo>
                <a:lnTo>
                  <a:pt x="2460" y="2119"/>
                </a:lnTo>
                <a:lnTo>
                  <a:pt x="2459" y="2120"/>
                </a:lnTo>
                <a:lnTo>
                  <a:pt x="2459" y="2121"/>
                </a:lnTo>
                <a:lnTo>
                  <a:pt x="2458" y="2122"/>
                </a:lnTo>
                <a:lnTo>
                  <a:pt x="2457" y="2123"/>
                </a:lnTo>
                <a:lnTo>
                  <a:pt x="2456" y="2123"/>
                </a:lnTo>
                <a:lnTo>
                  <a:pt x="2454" y="2123"/>
                </a:lnTo>
                <a:lnTo>
                  <a:pt x="2452" y="2123"/>
                </a:lnTo>
                <a:lnTo>
                  <a:pt x="2451" y="2123"/>
                </a:lnTo>
                <a:lnTo>
                  <a:pt x="2450" y="2123"/>
                </a:lnTo>
                <a:lnTo>
                  <a:pt x="2448" y="2123"/>
                </a:lnTo>
                <a:lnTo>
                  <a:pt x="2446" y="2124"/>
                </a:lnTo>
                <a:lnTo>
                  <a:pt x="2445" y="2124"/>
                </a:lnTo>
                <a:lnTo>
                  <a:pt x="2444" y="2124"/>
                </a:lnTo>
                <a:lnTo>
                  <a:pt x="2442" y="2124"/>
                </a:lnTo>
                <a:lnTo>
                  <a:pt x="2440" y="2124"/>
                </a:lnTo>
                <a:lnTo>
                  <a:pt x="2439" y="2124"/>
                </a:lnTo>
                <a:lnTo>
                  <a:pt x="2438" y="2125"/>
                </a:lnTo>
                <a:lnTo>
                  <a:pt x="2437" y="2125"/>
                </a:lnTo>
                <a:lnTo>
                  <a:pt x="2435" y="2126"/>
                </a:lnTo>
                <a:lnTo>
                  <a:pt x="2434" y="2127"/>
                </a:lnTo>
                <a:lnTo>
                  <a:pt x="2433" y="2127"/>
                </a:lnTo>
                <a:lnTo>
                  <a:pt x="2432" y="2128"/>
                </a:lnTo>
                <a:lnTo>
                  <a:pt x="2430" y="2129"/>
                </a:lnTo>
                <a:lnTo>
                  <a:pt x="2429" y="2129"/>
                </a:lnTo>
                <a:lnTo>
                  <a:pt x="2428" y="2130"/>
                </a:lnTo>
                <a:lnTo>
                  <a:pt x="2427" y="2130"/>
                </a:lnTo>
                <a:lnTo>
                  <a:pt x="2426" y="2130"/>
                </a:lnTo>
                <a:lnTo>
                  <a:pt x="2425" y="2131"/>
                </a:lnTo>
                <a:lnTo>
                  <a:pt x="2424" y="2131"/>
                </a:lnTo>
                <a:lnTo>
                  <a:pt x="2423" y="2131"/>
                </a:lnTo>
                <a:lnTo>
                  <a:pt x="2422" y="2132"/>
                </a:lnTo>
                <a:lnTo>
                  <a:pt x="2421" y="2132"/>
                </a:lnTo>
                <a:lnTo>
                  <a:pt x="2420" y="2132"/>
                </a:lnTo>
                <a:lnTo>
                  <a:pt x="2419" y="2133"/>
                </a:lnTo>
                <a:lnTo>
                  <a:pt x="2417" y="2133"/>
                </a:lnTo>
                <a:lnTo>
                  <a:pt x="2416" y="2133"/>
                </a:lnTo>
                <a:lnTo>
                  <a:pt x="2415" y="2134"/>
                </a:lnTo>
                <a:lnTo>
                  <a:pt x="2414" y="2134"/>
                </a:lnTo>
                <a:lnTo>
                  <a:pt x="2413" y="2134"/>
                </a:lnTo>
                <a:lnTo>
                  <a:pt x="2411" y="2134"/>
                </a:lnTo>
                <a:lnTo>
                  <a:pt x="2410" y="2134"/>
                </a:lnTo>
                <a:lnTo>
                  <a:pt x="2408" y="2134"/>
                </a:lnTo>
                <a:lnTo>
                  <a:pt x="2407" y="2134"/>
                </a:lnTo>
                <a:lnTo>
                  <a:pt x="2405" y="2134"/>
                </a:lnTo>
                <a:lnTo>
                  <a:pt x="2404" y="2134"/>
                </a:lnTo>
                <a:lnTo>
                  <a:pt x="2404" y="2135"/>
                </a:lnTo>
                <a:lnTo>
                  <a:pt x="2401" y="2135"/>
                </a:lnTo>
                <a:lnTo>
                  <a:pt x="2400" y="2134"/>
                </a:lnTo>
                <a:lnTo>
                  <a:pt x="2399" y="2134"/>
                </a:lnTo>
                <a:lnTo>
                  <a:pt x="2398" y="2135"/>
                </a:lnTo>
                <a:lnTo>
                  <a:pt x="2397" y="2135"/>
                </a:lnTo>
                <a:lnTo>
                  <a:pt x="2397" y="2134"/>
                </a:lnTo>
                <a:lnTo>
                  <a:pt x="2397" y="2135"/>
                </a:lnTo>
                <a:lnTo>
                  <a:pt x="2396" y="2135"/>
                </a:lnTo>
                <a:lnTo>
                  <a:pt x="2395" y="2135"/>
                </a:lnTo>
                <a:lnTo>
                  <a:pt x="2394" y="2135"/>
                </a:lnTo>
                <a:lnTo>
                  <a:pt x="2393" y="2135"/>
                </a:lnTo>
                <a:lnTo>
                  <a:pt x="2389" y="2135"/>
                </a:lnTo>
                <a:lnTo>
                  <a:pt x="2388" y="2135"/>
                </a:lnTo>
                <a:lnTo>
                  <a:pt x="2387" y="2135"/>
                </a:lnTo>
                <a:lnTo>
                  <a:pt x="2386" y="2134"/>
                </a:lnTo>
                <a:lnTo>
                  <a:pt x="2384" y="2134"/>
                </a:lnTo>
                <a:lnTo>
                  <a:pt x="2383" y="2134"/>
                </a:lnTo>
                <a:lnTo>
                  <a:pt x="2382" y="2134"/>
                </a:lnTo>
                <a:lnTo>
                  <a:pt x="2381" y="2134"/>
                </a:lnTo>
                <a:lnTo>
                  <a:pt x="2380" y="2134"/>
                </a:lnTo>
                <a:lnTo>
                  <a:pt x="2378" y="2134"/>
                </a:lnTo>
                <a:lnTo>
                  <a:pt x="2376" y="2133"/>
                </a:lnTo>
                <a:lnTo>
                  <a:pt x="2375" y="2133"/>
                </a:lnTo>
                <a:lnTo>
                  <a:pt x="2374" y="2133"/>
                </a:lnTo>
                <a:lnTo>
                  <a:pt x="2373" y="2133"/>
                </a:lnTo>
                <a:lnTo>
                  <a:pt x="2372" y="2133"/>
                </a:lnTo>
                <a:lnTo>
                  <a:pt x="2366" y="2133"/>
                </a:lnTo>
                <a:lnTo>
                  <a:pt x="2365" y="2133"/>
                </a:lnTo>
                <a:lnTo>
                  <a:pt x="2362" y="2133"/>
                </a:lnTo>
                <a:lnTo>
                  <a:pt x="2355" y="2133"/>
                </a:lnTo>
                <a:lnTo>
                  <a:pt x="2354" y="2133"/>
                </a:lnTo>
                <a:lnTo>
                  <a:pt x="2351" y="2133"/>
                </a:lnTo>
                <a:lnTo>
                  <a:pt x="2350" y="2133"/>
                </a:lnTo>
                <a:lnTo>
                  <a:pt x="2348" y="2133"/>
                </a:lnTo>
                <a:lnTo>
                  <a:pt x="2347" y="2133"/>
                </a:lnTo>
                <a:lnTo>
                  <a:pt x="2345" y="2133"/>
                </a:lnTo>
                <a:lnTo>
                  <a:pt x="2344" y="2133"/>
                </a:lnTo>
                <a:lnTo>
                  <a:pt x="2342" y="2134"/>
                </a:lnTo>
                <a:lnTo>
                  <a:pt x="2339" y="2134"/>
                </a:lnTo>
                <a:lnTo>
                  <a:pt x="2335" y="2134"/>
                </a:lnTo>
                <a:lnTo>
                  <a:pt x="2334" y="2134"/>
                </a:lnTo>
                <a:lnTo>
                  <a:pt x="2333" y="2134"/>
                </a:lnTo>
                <a:lnTo>
                  <a:pt x="2332" y="2134"/>
                </a:lnTo>
                <a:lnTo>
                  <a:pt x="2331" y="2134"/>
                </a:lnTo>
                <a:lnTo>
                  <a:pt x="2330" y="2134"/>
                </a:lnTo>
                <a:lnTo>
                  <a:pt x="2327" y="2134"/>
                </a:lnTo>
                <a:lnTo>
                  <a:pt x="2326" y="2134"/>
                </a:lnTo>
                <a:lnTo>
                  <a:pt x="2325" y="2134"/>
                </a:lnTo>
                <a:lnTo>
                  <a:pt x="2324" y="2134"/>
                </a:lnTo>
                <a:lnTo>
                  <a:pt x="2322" y="2134"/>
                </a:lnTo>
                <a:lnTo>
                  <a:pt x="2321" y="2134"/>
                </a:lnTo>
                <a:lnTo>
                  <a:pt x="2320" y="2134"/>
                </a:lnTo>
                <a:lnTo>
                  <a:pt x="2319" y="2134"/>
                </a:lnTo>
                <a:lnTo>
                  <a:pt x="2318" y="2134"/>
                </a:lnTo>
                <a:lnTo>
                  <a:pt x="2317" y="2134"/>
                </a:lnTo>
                <a:lnTo>
                  <a:pt x="2316" y="2134"/>
                </a:lnTo>
                <a:lnTo>
                  <a:pt x="2315" y="2134"/>
                </a:lnTo>
                <a:lnTo>
                  <a:pt x="2314" y="2133"/>
                </a:lnTo>
                <a:lnTo>
                  <a:pt x="2313" y="2133"/>
                </a:lnTo>
                <a:lnTo>
                  <a:pt x="2311" y="2132"/>
                </a:lnTo>
                <a:lnTo>
                  <a:pt x="2311" y="2131"/>
                </a:lnTo>
                <a:lnTo>
                  <a:pt x="2309" y="2130"/>
                </a:lnTo>
                <a:lnTo>
                  <a:pt x="2308" y="2130"/>
                </a:lnTo>
                <a:lnTo>
                  <a:pt x="2307" y="2129"/>
                </a:lnTo>
                <a:lnTo>
                  <a:pt x="2306" y="2129"/>
                </a:lnTo>
                <a:lnTo>
                  <a:pt x="2305" y="2128"/>
                </a:lnTo>
                <a:lnTo>
                  <a:pt x="2304" y="2128"/>
                </a:lnTo>
                <a:lnTo>
                  <a:pt x="2304" y="2127"/>
                </a:lnTo>
                <a:lnTo>
                  <a:pt x="2303" y="2127"/>
                </a:lnTo>
                <a:lnTo>
                  <a:pt x="2302" y="2127"/>
                </a:lnTo>
                <a:lnTo>
                  <a:pt x="2301" y="2126"/>
                </a:lnTo>
                <a:lnTo>
                  <a:pt x="2300" y="2126"/>
                </a:lnTo>
                <a:lnTo>
                  <a:pt x="2299" y="2126"/>
                </a:lnTo>
                <a:lnTo>
                  <a:pt x="2298" y="2126"/>
                </a:lnTo>
                <a:lnTo>
                  <a:pt x="2297" y="2126"/>
                </a:lnTo>
                <a:lnTo>
                  <a:pt x="2296" y="2125"/>
                </a:lnTo>
                <a:lnTo>
                  <a:pt x="2295" y="2125"/>
                </a:lnTo>
                <a:lnTo>
                  <a:pt x="2294" y="2125"/>
                </a:lnTo>
                <a:lnTo>
                  <a:pt x="2293" y="2124"/>
                </a:lnTo>
                <a:lnTo>
                  <a:pt x="2292" y="2124"/>
                </a:lnTo>
                <a:lnTo>
                  <a:pt x="2291" y="2124"/>
                </a:lnTo>
                <a:lnTo>
                  <a:pt x="2290" y="2124"/>
                </a:lnTo>
                <a:lnTo>
                  <a:pt x="2290" y="2123"/>
                </a:lnTo>
                <a:lnTo>
                  <a:pt x="2289" y="2123"/>
                </a:lnTo>
                <a:lnTo>
                  <a:pt x="2288" y="2123"/>
                </a:lnTo>
                <a:lnTo>
                  <a:pt x="2287" y="2123"/>
                </a:lnTo>
                <a:lnTo>
                  <a:pt x="2286" y="2123"/>
                </a:lnTo>
                <a:lnTo>
                  <a:pt x="2284" y="2123"/>
                </a:lnTo>
                <a:lnTo>
                  <a:pt x="2283" y="2123"/>
                </a:lnTo>
                <a:lnTo>
                  <a:pt x="2282" y="2123"/>
                </a:lnTo>
                <a:lnTo>
                  <a:pt x="2281" y="2123"/>
                </a:lnTo>
                <a:lnTo>
                  <a:pt x="2281" y="2124"/>
                </a:lnTo>
                <a:lnTo>
                  <a:pt x="2280" y="2124"/>
                </a:lnTo>
                <a:lnTo>
                  <a:pt x="2279" y="2124"/>
                </a:lnTo>
                <a:lnTo>
                  <a:pt x="2278" y="2124"/>
                </a:lnTo>
                <a:lnTo>
                  <a:pt x="2277" y="2124"/>
                </a:lnTo>
                <a:lnTo>
                  <a:pt x="2276" y="2125"/>
                </a:lnTo>
                <a:lnTo>
                  <a:pt x="2275" y="2125"/>
                </a:lnTo>
                <a:lnTo>
                  <a:pt x="2274" y="2125"/>
                </a:lnTo>
                <a:lnTo>
                  <a:pt x="2273" y="2126"/>
                </a:lnTo>
                <a:lnTo>
                  <a:pt x="2272" y="2126"/>
                </a:lnTo>
                <a:lnTo>
                  <a:pt x="2271" y="2126"/>
                </a:lnTo>
                <a:lnTo>
                  <a:pt x="2270" y="2126"/>
                </a:lnTo>
                <a:lnTo>
                  <a:pt x="2269" y="2126"/>
                </a:lnTo>
                <a:lnTo>
                  <a:pt x="2268" y="2126"/>
                </a:lnTo>
                <a:lnTo>
                  <a:pt x="2267" y="2126"/>
                </a:lnTo>
                <a:lnTo>
                  <a:pt x="2267" y="2125"/>
                </a:lnTo>
                <a:lnTo>
                  <a:pt x="2266" y="2125"/>
                </a:lnTo>
                <a:lnTo>
                  <a:pt x="2265" y="2124"/>
                </a:lnTo>
                <a:lnTo>
                  <a:pt x="2264" y="2124"/>
                </a:lnTo>
                <a:lnTo>
                  <a:pt x="2264" y="2123"/>
                </a:lnTo>
                <a:lnTo>
                  <a:pt x="2263" y="2123"/>
                </a:lnTo>
                <a:lnTo>
                  <a:pt x="2262" y="2122"/>
                </a:lnTo>
                <a:lnTo>
                  <a:pt x="2261" y="2122"/>
                </a:lnTo>
                <a:lnTo>
                  <a:pt x="2260" y="2121"/>
                </a:lnTo>
                <a:lnTo>
                  <a:pt x="2259" y="2120"/>
                </a:lnTo>
                <a:lnTo>
                  <a:pt x="2258" y="2119"/>
                </a:lnTo>
                <a:lnTo>
                  <a:pt x="2257" y="2119"/>
                </a:lnTo>
                <a:lnTo>
                  <a:pt x="2256" y="2119"/>
                </a:lnTo>
                <a:lnTo>
                  <a:pt x="2256" y="2118"/>
                </a:lnTo>
                <a:lnTo>
                  <a:pt x="2253" y="2116"/>
                </a:lnTo>
                <a:lnTo>
                  <a:pt x="2252" y="2116"/>
                </a:lnTo>
                <a:lnTo>
                  <a:pt x="2252" y="2115"/>
                </a:lnTo>
                <a:lnTo>
                  <a:pt x="2250" y="2114"/>
                </a:lnTo>
                <a:lnTo>
                  <a:pt x="2249" y="2113"/>
                </a:lnTo>
                <a:lnTo>
                  <a:pt x="2248" y="2112"/>
                </a:lnTo>
                <a:lnTo>
                  <a:pt x="2247" y="2112"/>
                </a:lnTo>
                <a:lnTo>
                  <a:pt x="2246" y="2112"/>
                </a:lnTo>
                <a:lnTo>
                  <a:pt x="2245" y="2111"/>
                </a:lnTo>
                <a:lnTo>
                  <a:pt x="2244" y="2111"/>
                </a:lnTo>
                <a:lnTo>
                  <a:pt x="2243" y="2111"/>
                </a:lnTo>
                <a:lnTo>
                  <a:pt x="2242" y="2111"/>
                </a:lnTo>
                <a:lnTo>
                  <a:pt x="2241" y="2111"/>
                </a:lnTo>
                <a:lnTo>
                  <a:pt x="2240" y="2111"/>
                </a:lnTo>
                <a:lnTo>
                  <a:pt x="2232" y="2111"/>
                </a:lnTo>
                <a:lnTo>
                  <a:pt x="2231" y="2111"/>
                </a:lnTo>
                <a:lnTo>
                  <a:pt x="2230" y="2111"/>
                </a:lnTo>
                <a:lnTo>
                  <a:pt x="2229" y="2111"/>
                </a:lnTo>
                <a:lnTo>
                  <a:pt x="2227" y="2111"/>
                </a:lnTo>
                <a:lnTo>
                  <a:pt x="2226" y="2111"/>
                </a:lnTo>
                <a:lnTo>
                  <a:pt x="2225" y="2112"/>
                </a:lnTo>
                <a:lnTo>
                  <a:pt x="2224" y="2112"/>
                </a:lnTo>
                <a:lnTo>
                  <a:pt x="2223" y="2112"/>
                </a:lnTo>
                <a:lnTo>
                  <a:pt x="2222" y="2112"/>
                </a:lnTo>
                <a:lnTo>
                  <a:pt x="2221" y="2112"/>
                </a:lnTo>
                <a:lnTo>
                  <a:pt x="2221" y="2113"/>
                </a:lnTo>
                <a:lnTo>
                  <a:pt x="2220" y="2113"/>
                </a:lnTo>
                <a:lnTo>
                  <a:pt x="2219" y="2113"/>
                </a:lnTo>
                <a:lnTo>
                  <a:pt x="2218" y="2113"/>
                </a:lnTo>
                <a:lnTo>
                  <a:pt x="2218" y="2114"/>
                </a:lnTo>
                <a:lnTo>
                  <a:pt x="2217" y="2114"/>
                </a:lnTo>
                <a:lnTo>
                  <a:pt x="2216" y="2114"/>
                </a:lnTo>
                <a:lnTo>
                  <a:pt x="2215" y="2114"/>
                </a:lnTo>
                <a:lnTo>
                  <a:pt x="2214" y="2114"/>
                </a:lnTo>
                <a:lnTo>
                  <a:pt x="2213" y="2114"/>
                </a:lnTo>
                <a:lnTo>
                  <a:pt x="2212" y="2115"/>
                </a:lnTo>
                <a:lnTo>
                  <a:pt x="2211" y="2115"/>
                </a:lnTo>
                <a:lnTo>
                  <a:pt x="2210" y="2115"/>
                </a:lnTo>
                <a:lnTo>
                  <a:pt x="2209" y="2115"/>
                </a:lnTo>
                <a:lnTo>
                  <a:pt x="2208" y="2115"/>
                </a:lnTo>
                <a:lnTo>
                  <a:pt x="2207" y="2115"/>
                </a:lnTo>
                <a:lnTo>
                  <a:pt x="2207" y="2116"/>
                </a:lnTo>
                <a:lnTo>
                  <a:pt x="2206" y="2116"/>
                </a:lnTo>
                <a:lnTo>
                  <a:pt x="2205" y="2116"/>
                </a:lnTo>
                <a:lnTo>
                  <a:pt x="2204" y="2116"/>
                </a:lnTo>
                <a:lnTo>
                  <a:pt x="2203" y="2116"/>
                </a:lnTo>
                <a:lnTo>
                  <a:pt x="2201" y="2116"/>
                </a:lnTo>
                <a:lnTo>
                  <a:pt x="2200" y="2116"/>
                </a:lnTo>
                <a:lnTo>
                  <a:pt x="2198" y="2116"/>
                </a:lnTo>
                <a:lnTo>
                  <a:pt x="2197" y="2116"/>
                </a:lnTo>
                <a:lnTo>
                  <a:pt x="2195" y="2116"/>
                </a:lnTo>
                <a:lnTo>
                  <a:pt x="2194" y="2116"/>
                </a:lnTo>
                <a:lnTo>
                  <a:pt x="2192" y="2116"/>
                </a:lnTo>
                <a:lnTo>
                  <a:pt x="2192" y="2117"/>
                </a:lnTo>
                <a:lnTo>
                  <a:pt x="2191" y="2117"/>
                </a:lnTo>
                <a:lnTo>
                  <a:pt x="2190" y="2117"/>
                </a:lnTo>
                <a:lnTo>
                  <a:pt x="2187" y="2117"/>
                </a:lnTo>
                <a:lnTo>
                  <a:pt x="2186" y="2117"/>
                </a:lnTo>
                <a:lnTo>
                  <a:pt x="2185" y="2117"/>
                </a:lnTo>
                <a:lnTo>
                  <a:pt x="2184" y="2117"/>
                </a:lnTo>
                <a:lnTo>
                  <a:pt x="2183" y="2117"/>
                </a:lnTo>
                <a:lnTo>
                  <a:pt x="2179" y="2117"/>
                </a:lnTo>
                <a:lnTo>
                  <a:pt x="2179" y="2118"/>
                </a:lnTo>
                <a:lnTo>
                  <a:pt x="2178" y="2118"/>
                </a:lnTo>
                <a:lnTo>
                  <a:pt x="2177" y="2118"/>
                </a:lnTo>
                <a:lnTo>
                  <a:pt x="2176" y="2118"/>
                </a:lnTo>
                <a:lnTo>
                  <a:pt x="2175" y="2118"/>
                </a:lnTo>
                <a:lnTo>
                  <a:pt x="2174" y="2118"/>
                </a:lnTo>
                <a:lnTo>
                  <a:pt x="2173" y="2118"/>
                </a:lnTo>
                <a:lnTo>
                  <a:pt x="2172" y="2118"/>
                </a:lnTo>
                <a:lnTo>
                  <a:pt x="2171" y="2118"/>
                </a:lnTo>
                <a:lnTo>
                  <a:pt x="2170" y="2118"/>
                </a:lnTo>
                <a:lnTo>
                  <a:pt x="2169" y="2119"/>
                </a:lnTo>
                <a:lnTo>
                  <a:pt x="2168" y="2119"/>
                </a:lnTo>
                <a:lnTo>
                  <a:pt x="2167" y="2119"/>
                </a:lnTo>
                <a:lnTo>
                  <a:pt x="2166" y="2120"/>
                </a:lnTo>
                <a:lnTo>
                  <a:pt x="2165" y="2120"/>
                </a:lnTo>
                <a:lnTo>
                  <a:pt x="2164" y="2120"/>
                </a:lnTo>
                <a:lnTo>
                  <a:pt x="2162" y="2120"/>
                </a:lnTo>
                <a:lnTo>
                  <a:pt x="2161" y="2120"/>
                </a:lnTo>
                <a:lnTo>
                  <a:pt x="2160" y="2120"/>
                </a:lnTo>
                <a:lnTo>
                  <a:pt x="2158" y="2120"/>
                </a:lnTo>
                <a:lnTo>
                  <a:pt x="2157" y="2121"/>
                </a:lnTo>
                <a:lnTo>
                  <a:pt x="2156" y="2121"/>
                </a:lnTo>
                <a:lnTo>
                  <a:pt x="2155" y="2121"/>
                </a:lnTo>
                <a:lnTo>
                  <a:pt x="2154" y="2121"/>
                </a:lnTo>
                <a:lnTo>
                  <a:pt x="2153" y="2121"/>
                </a:lnTo>
                <a:lnTo>
                  <a:pt x="2152" y="2121"/>
                </a:lnTo>
                <a:lnTo>
                  <a:pt x="2150" y="2120"/>
                </a:lnTo>
                <a:lnTo>
                  <a:pt x="2148" y="2120"/>
                </a:lnTo>
                <a:lnTo>
                  <a:pt x="2147" y="2120"/>
                </a:lnTo>
                <a:lnTo>
                  <a:pt x="2146" y="2120"/>
                </a:lnTo>
                <a:lnTo>
                  <a:pt x="2145" y="2120"/>
                </a:lnTo>
                <a:lnTo>
                  <a:pt x="2144" y="2120"/>
                </a:lnTo>
                <a:lnTo>
                  <a:pt x="2143" y="2119"/>
                </a:lnTo>
                <a:lnTo>
                  <a:pt x="2142" y="2119"/>
                </a:lnTo>
                <a:lnTo>
                  <a:pt x="2141" y="2119"/>
                </a:lnTo>
                <a:lnTo>
                  <a:pt x="2140" y="2119"/>
                </a:lnTo>
                <a:lnTo>
                  <a:pt x="2140" y="2118"/>
                </a:lnTo>
                <a:lnTo>
                  <a:pt x="2141" y="2118"/>
                </a:lnTo>
                <a:lnTo>
                  <a:pt x="2142" y="2117"/>
                </a:lnTo>
                <a:lnTo>
                  <a:pt x="2143" y="2117"/>
                </a:lnTo>
                <a:lnTo>
                  <a:pt x="2144" y="2116"/>
                </a:lnTo>
                <a:lnTo>
                  <a:pt x="2144" y="2115"/>
                </a:lnTo>
                <a:lnTo>
                  <a:pt x="2144" y="2114"/>
                </a:lnTo>
                <a:lnTo>
                  <a:pt x="2145" y="2113"/>
                </a:lnTo>
                <a:lnTo>
                  <a:pt x="2145" y="2112"/>
                </a:lnTo>
                <a:lnTo>
                  <a:pt x="2145" y="2111"/>
                </a:lnTo>
                <a:lnTo>
                  <a:pt x="2146" y="2111"/>
                </a:lnTo>
                <a:lnTo>
                  <a:pt x="2146" y="2110"/>
                </a:lnTo>
                <a:lnTo>
                  <a:pt x="2146" y="2109"/>
                </a:lnTo>
                <a:lnTo>
                  <a:pt x="2147" y="2108"/>
                </a:lnTo>
                <a:lnTo>
                  <a:pt x="2147" y="2107"/>
                </a:lnTo>
                <a:lnTo>
                  <a:pt x="2147" y="2106"/>
                </a:lnTo>
                <a:lnTo>
                  <a:pt x="2147" y="2105"/>
                </a:lnTo>
                <a:lnTo>
                  <a:pt x="2147" y="2104"/>
                </a:lnTo>
                <a:lnTo>
                  <a:pt x="2148" y="2103"/>
                </a:lnTo>
                <a:lnTo>
                  <a:pt x="2148" y="2102"/>
                </a:lnTo>
                <a:lnTo>
                  <a:pt x="2148" y="2100"/>
                </a:lnTo>
                <a:lnTo>
                  <a:pt x="2149" y="2100"/>
                </a:lnTo>
                <a:lnTo>
                  <a:pt x="2149" y="2099"/>
                </a:lnTo>
                <a:lnTo>
                  <a:pt x="2149" y="2098"/>
                </a:lnTo>
                <a:lnTo>
                  <a:pt x="2150" y="2098"/>
                </a:lnTo>
                <a:lnTo>
                  <a:pt x="2150" y="2097"/>
                </a:lnTo>
                <a:lnTo>
                  <a:pt x="2149" y="2096"/>
                </a:lnTo>
                <a:lnTo>
                  <a:pt x="2149" y="2095"/>
                </a:lnTo>
                <a:lnTo>
                  <a:pt x="2147" y="2094"/>
                </a:lnTo>
                <a:lnTo>
                  <a:pt x="2147" y="2093"/>
                </a:lnTo>
                <a:lnTo>
                  <a:pt x="2147" y="2092"/>
                </a:lnTo>
                <a:lnTo>
                  <a:pt x="2147" y="2091"/>
                </a:lnTo>
                <a:lnTo>
                  <a:pt x="2147" y="2090"/>
                </a:lnTo>
                <a:lnTo>
                  <a:pt x="2147" y="2089"/>
                </a:lnTo>
                <a:lnTo>
                  <a:pt x="2147" y="2088"/>
                </a:lnTo>
                <a:lnTo>
                  <a:pt x="2146" y="2088"/>
                </a:lnTo>
                <a:lnTo>
                  <a:pt x="2146" y="2087"/>
                </a:lnTo>
                <a:lnTo>
                  <a:pt x="2145" y="2087"/>
                </a:lnTo>
                <a:lnTo>
                  <a:pt x="2145" y="2086"/>
                </a:lnTo>
                <a:lnTo>
                  <a:pt x="2144" y="2086"/>
                </a:lnTo>
                <a:lnTo>
                  <a:pt x="2143" y="2086"/>
                </a:lnTo>
                <a:lnTo>
                  <a:pt x="2143" y="2085"/>
                </a:lnTo>
                <a:lnTo>
                  <a:pt x="2143" y="2084"/>
                </a:lnTo>
                <a:lnTo>
                  <a:pt x="2143" y="2083"/>
                </a:lnTo>
                <a:lnTo>
                  <a:pt x="2144" y="2083"/>
                </a:lnTo>
                <a:lnTo>
                  <a:pt x="2144" y="2082"/>
                </a:lnTo>
                <a:lnTo>
                  <a:pt x="2144" y="2081"/>
                </a:lnTo>
                <a:lnTo>
                  <a:pt x="2143" y="2080"/>
                </a:lnTo>
                <a:lnTo>
                  <a:pt x="2142" y="2080"/>
                </a:lnTo>
                <a:lnTo>
                  <a:pt x="2142" y="2079"/>
                </a:lnTo>
                <a:lnTo>
                  <a:pt x="2141" y="2079"/>
                </a:lnTo>
                <a:lnTo>
                  <a:pt x="2140" y="2078"/>
                </a:lnTo>
                <a:lnTo>
                  <a:pt x="2139" y="2078"/>
                </a:lnTo>
                <a:lnTo>
                  <a:pt x="2138" y="2078"/>
                </a:lnTo>
                <a:lnTo>
                  <a:pt x="2138" y="2077"/>
                </a:lnTo>
                <a:lnTo>
                  <a:pt x="2138" y="2076"/>
                </a:lnTo>
                <a:lnTo>
                  <a:pt x="2137" y="2076"/>
                </a:lnTo>
                <a:lnTo>
                  <a:pt x="2137" y="2075"/>
                </a:lnTo>
                <a:lnTo>
                  <a:pt x="2137" y="2074"/>
                </a:lnTo>
                <a:lnTo>
                  <a:pt x="2137" y="2073"/>
                </a:lnTo>
                <a:lnTo>
                  <a:pt x="2136" y="2072"/>
                </a:lnTo>
                <a:lnTo>
                  <a:pt x="2136" y="2071"/>
                </a:lnTo>
                <a:lnTo>
                  <a:pt x="2137" y="2070"/>
                </a:lnTo>
                <a:lnTo>
                  <a:pt x="2137" y="2069"/>
                </a:lnTo>
                <a:lnTo>
                  <a:pt x="2136" y="2069"/>
                </a:lnTo>
                <a:lnTo>
                  <a:pt x="2136" y="2068"/>
                </a:lnTo>
                <a:lnTo>
                  <a:pt x="2137" y="2068"/>
                </a:lnTo>
                <a:lnTo>
                  <a:pt x="2136" y="2067"/>
                </a:lnTo>
                <a:lnTo>
                  <a:pt x="2136" y="2066"/>
                </a:lnTo>
                <a:lnTo>
                  <a:pt x="2136" y="2065"/>
                </a:lnTo>
                <a:lnTo>
                  <a:pt x="2136" y="2064"/>
                </a:lnTo>
                <a:lnTo>
                  <a:pt x="2137" y="2064"/>
                </a:lnTo>
                <a:lnTo>
                  <a:pt x="2137" y="2063"/>
                </a:lnTo>
                <a:lnTo>
                  <a:pt x="2138" y="2063"/>
                </a:lnTo>
                <a:lnTo>
                  <a:pt x="2138" y="2062"/>
                </a:lnTo>
                <a:lnTo>
                  <a:pt x="2139" y="2061"/>
                </a:lnTo>
                <a:lnTo>
                  <a:pt x="2139" y="2060"/>
                </a:lnTo>
                <a:lnTo>
                  <a:pt x="2139" y="2059"/>
                </a:lnTo>
                <a:lnTo>
                  <a:pt x="2138" y="2058"/>
                </a:lnTo>
                <a:lnTo>
                  <a:pt x="2139" y="2058"/>
                </a:lnTo>
                <a:lnTo>
                  <a:pt x="2139" y="2057"/>
                </a:lnTo>
                <a:lnTo>
                  <a:pt x="2139" y="2056"/>
                </a:lnTo>
                <a:lnTo>
                  <a:pt x="2138" y="2056"/>
                </a:lnTo>
                <a:lnTo>
                  <a:pt x="2138" y="2055"/>
                </a:lnTo>
                <a:lnTo>
                  <a:pt x="2138" y="2054"/>
                </a:lnTo>
                <a:lnTo>
                  <a:pt x="2138" y="2053"/>
                </a:lnTo>
                <a:lnTo>
                  <a:pt x="2139" y="2053"/>
                </a:lnTo>
                <a:lnTo>
                  <a:pt x="2140" y="2052"/>
                </a:lnTo>
                <a:lnTo>
                  <a:pt x="2140" y="2051"/>
                </a:lnTo>
                <a:lnTo>
                  <a:pt x="2141" y="2051"/>
                </a:lnTo>
                <a:lnTo>
                  <a:pt x="2142" y="2051"/>
                </a:lnTo>
                <a:lnTo>
                  <a:pt x="2143" y="2051"/>
                </a:lnTo>
                <a:lnTo>
                  <a:pt x="2144" y="2050"/>
                </a:lnTo>
                <a:lnTo>
                  <a:pt x="2145" y="2050"/>
                </a:lnTo>
                <a:lnTo>
                  <a:pt x="2145" y="2049"/>
                </a:lnTo>
                <a:lnTo>
                  <a:pt x="2145" y="2048"/>
                </a:lnTo>
                <a:lnTo>
                  <a:pt x="2145" y="2047"/>
                </a:lnTo>
                <a:lnTo>
                  <a:pt x="2146" y="2046"/>
                </a:lnTo>
                <a:lnTo>
                  <a:pt x="2146" y="2045"/>
                </a:lnTo>
                <a:lnTo>
                  <a:pt x="2147" y="2045"/>
                </a:lnTo>
                <a:lnTo>
                  <a:pt x="2147" y="2044"/>
                </a:lnTo>
                <a:lnTo>
                  <a:pt x="2148" y="2042"/>
                </a:lnTo>
                <a:lnTo>
                  <a:pt x="2148" y="2041"/>
                </a:lnTo>
                <a:lnTo>
                  <a:pt x="2147" y="2040"/>
                </a:lnTo>
                <a:lnTo>
                  <a:pt x="2147" y="2039"/>
                </a:lnTo>
                <a:lnTo>
                  <a:pt x="2146" y="2039"/>
                </a:lnTo>
                <a:lnTo>
                  <a:pt x="2146" y="2038"/>
                </a:lnTo>
                <a:lnTo>
                  <a:pt x="2145" y="2037"/>
                </a:lnTo>
                <a:lnTo>
                  <a:pt x="2145" y="2038"/>
                </a:lnTo>
                <a:lnTo>
                  <a:pt x="2144" y="2037"/>
                </a:lnTo>
                <a:lnTo>
                  <a:pt x="2142" y="2037"/>
                </a:lnTo>
                <a:lnTo>
                  <a:pt x="2142" y="2036"/>
                </a:lnTo>
                <a:lnTo>
                  <a:pt x="2143" y="2036"/>
                </a:lnTo>
                <a:lnTo>
                  <a:pt x="2143" y="2035"/>
                </a:lnTo>
                <a:lnTo>
                  <a:pt x="2144" y="2035"/>
                </a:lnTo>
                <a:lnTo>
                  <a:pt x="2144" y="2034"/>
                </a:lnTo>
                <a:lnTo>
                  <a:pt x="2146" y="2034"/>
                </a:lnTo>
                <a:lnTo>
                  <a:pt x="2147" y="2034"/>
                </a:lnTo>
                <a:lnTo>
                  <a:pt x="2147" y="2033"/>
                </a:lnTo>
                <a:lnTo>
                  <a:pt x="2148" y="2033"/>
                </a:lnTo>
                <a:lnTo>
                  <a:pt x="2149" y="2033"/>
                </a:lnTo>
                <a:lnTo>
                  <a:pt x="2150" y="2033"/>
                </a:lnTo>
                <a:lnTo>
                  <a:pt x="2150" y="2034"/>
                </a:lnTo>
                <a:lnTo>
                  <a:pt x="2151" y="2034"/>
                </a:lnTo>
                <a:lnTo>
                  <a:pt x="2151" y="2035"/>
                </a:lnTo>
                <a:lnTo>
                  <a:pt x="2152" y="2035"/>
                </a:lnTo>
                <a:lnTo>
                  <a:pt x="2153" y="2035"/>
                </a:lnTo>
                <a:lnTo>
                  <a:pt x="2154" y="2035"/>
                </a:lnTo>
                <a:lnTo>
                  <a:pt x="2155" y="2035"/>
                </a:lnTo>
                <a:lnTo>
                  <a:pt x="2156" y="2035"/>
                </a:lnTo>
                <a:lnTo>
                  <a:pt x="2157" y="2035"/>
                </a:lnTo>
                <a:lnTo>
                  <a:pt x="2158" y="2034"/>
                </a:lnTo>
                <a:lnTo>
                  <a:pt x="2158" y="2033"/>
                </a:lnTo>
                <a:lnTo>
                  <a:pt x="2158" y="2032"/>
                </a:lnTo>
                <a:lnTo>
                  <a:pt x="2158" y="2031"/>
                </a:lnTo>
                <a:lnTo>
                  <a:pt x="2157" y="2031"/>
                </a:lnTo>
                <a:lnTo>
                  <a:pt x="2157" y="2030"/>
                </a:lnTo>
                <a:lnTo>
                  <a:pt x="2157" y="2029"/>
                </a:lnTo>
                <a:lnTo>
                  <a:pt x="2157" y="2028"/>
                </a:lnTo>
                <a:lnTo>
                  <a:pt x="2156" y="2026"/>
                </a:lnTo>
                <a:lnTo>
                  <a:pt x="2156" y="2025"/>
                </a:lnTo>
                <a:lnTo>
                  <a:pt x="2155" y="2024"/>
                </a:lnTo>
                <a:lnTo>
                  <a:pt x="2155" y="2023"/>
                </a:lnTo>
                <a:lnTo>
                  <a:pt x="2155" y="2022"/>
                </a:lnTo>
                <a:lnTo>
                  <a:pt x="2154" y="2022"/>
                </a:lnTo>
                <a:lnTo>
                  <a:pt x="2154" y="2021"/>
                </a:lnTo>
                <a:lnTo>
                  <a:pt x="2154" y="2020"/>
                </a:lnTo>
                <a:lnTo>
                  <a:pt x="2154" y="2019"/>
                </a:lnTo>
                <a:lnTo>
                  <a:pt x="2153" y="2018"/>
                </a:lnTo>
                <a:lnTo>
                  <a:pt x="2153" y="2017"/>
                </a:lnTo>
                <a:lnTo>
                  <a:pt x="2152" y="2016"/>
                </a:lnTo>
                <a:lnTo>
                  <a:pt x="2152" y="2015"/>
                </a:lnTo>
                <a:lnTo>
                  <a:pt x="2152" y="2014"/>
                </a:lnTo>
                <a:lnTo>
                  <a:pt x="2152" y="2013"/>
                </a:lnTo>
                <a:lnTo>
                  <a:pt x="2151" y="2013"/>
                </a:lnTo>
                <a:lnTo>
                  <a:pt x="2151" y="2012"/>
                </a:lnTo>
                <a:lnTo>
                  <a:pt x="2151" y="2011"/>
                </a:lnTo>
                <a:lnTo>
                  <a:pt x="2150" y="2009"/>
                </a:lnTo>
                <a:lnTo>
                  <a:pt x="2150" y="2008"/>
                </a:lnTo>
                <a:lnTo>
                  <a:pt x="2150" y="2007"/>
                </a:lnTo>
                <a:lnTo>
                  <a:pt x="2149" y="2007"/>
                </a:lnTo>
                <a:lnTo>
                  <a:pt x="2149" y="2006"/>
                </a:lnTo>
                <a:lnTo>
                  <a:pt x="2149" y="2005"/>
                </a:lnTo>
                <a:lnTo>
                  <a:pt x="2148" y="2001"/>
                </a:lnTo>
                <a:lnTo>
                  <a:pt x="2147" y="2001"/>
                </a:lnTo>
                <a:lnTo>
                  <a:pt x="2147" y="2000"/>
                </a:lnTo>
                <a:lnTo>
                  <a:pt x="2147" y="1999"/>
                </a:lnTo>
                <a:lnTo>
                  <a:pt x="2146" y="1999"/>
                </a:lnTo>
                <a:lnTo>
                  <a:pt x="2145" y="1999"/>
                </a:lnTo>
                <a:lnTo>
                  <a:pt x="2144" y="1998"/>
                </a:lnTo>
                <a:lnTo>
                  <a:pt x="2144" y="1997"/>
                </a:lnTo>
                <a:lnTo>
                  <a:pt x="2144" y="1996"/>
                </a:lnTo>
                <a:lnTo>
                  <a:pt x="2144" y="1995"/>
                </a:lnTo>
                <a:lnTo>
                  <a:pt x="2144" y="1994"/>
                </a:lnTo>
                <a:lnTo>
                  <a:pt x="2144" y="1993"/>
                </a:lnTo>
                <a:lnTo>
                  <a:pt x="2144" y="1992"/>
                </a:lnTo>
                <a:lnTo>
                  <a:pt x="2144" y="1991"/>
                </a:lnTo>
                <a:lnTo>
                  <a:pt x="2144" y="1990"/>
                </a:lnTo>
                <a:lnTo>
                  <a:pt x="2143" y="1990"/>
                </a:lnTo>
                <a:lnTo>
                  <a:pt x="2142" y="1991"/>
                </a:lnTo>
                <a:lnTo>
                  <a:pt x="2141" y="1991"/>
                </a:lnTo>
                <a:lnTo>
                  <a:pt x="2141" y="1992"/>
                </a:lnTo>
                <a:lnTo>
                  <a:pt x="2140" y="1993"/>
                </a:lnTo>
                <a:lnTo>
                  <a:pt x="2139" y="1993"/>
                </a:lnTo>
                <a:lnTo>
                  <a:pt x="2138" y="1994"/>
                </a:lnTo>
                <a:lnTo>
                  <a:pt x="2137" y="1994"/>
                </a:lnTo>
                <a:lnTo>
                  <a:pt x="2134" y="1996"/>
                </a:lnTo>
                <a:lnTo>
                  <a:pt x="2132" y="1996"/>
                </a:lnTo>
                <a:lnTo>
                  <a:pt x="2130" y="1996"/>
                </a:lnTo>
                <a:lnTo>
                  <a:pt x="2128" y="1996"/>
                </a:lnTo>
                <a:lnTo>
                  <a:pt x="2127" y="1996"/>
                </a:lnTo>
                <a:lnTo>
                  <a:pt x="2124" y="1994"/>
                </a:lnTo>
                <a:lnTo>
                  <a:pt x="2123" y="1994"/>
                </a:lnTo>
                <a:lnTo>
                  <a:pt x="2122" y="1994"/>
                </a:lnTo>
                <a:lnTo>
                  <a:pt x="2120" y="1995"/>
                </a:lnTo>
                <a:lnTo>
                  <a:pt x="2119" y="1996"/>
                </a:lnTo>
                <a:lnTo>
                  <a:pt x="2116" y="1996"/>
                </a:lnTo>
                <a:lnTo>
                  <a:pt x="2113" y="1996"/>
                </a:lnTo>
                <a:lnTo>
                  <a:pt x="2112" y="1996"/>
                </a:lnTo>
                <a:lnTo>
                  <a:pt x="2110" y="1996"/>
                </a:lnTo>
                <a:lnTo>
                  <a:pt x="2108" y="1997"/>
                </a:lnTo>
                <a:lnTo>
                  <a:pt x="2107" y="1997"/>
                </a:lnTo>
                <a:lnTo>
                  <a:pt x="2107" y="1998"/>
                </a:lnTo>
                <a:lnTo>
                  <a:pt x="2106" y="1998"/>
                </a:lnTo>
                <a:lnTo>
                  <a:pt x="2105" y="1999"/>
                </a:lnTo>
                <a:lnTo>
                  <a:pt x="2104" y="1999"/>
                </a:lnTo>
                <a:lnTo>
                  <a:pt x="2103" y="1999"/>
                </a:lnTo>
                <a:lnTo>
                  <a:pt x="2102" y="1998"/>
                </a:lnTo>
                <a:lnTo>
                  <a:pt x="2101" y="1997"/>
                </a:lnTo>
                <a:lnTo>
                  <a:pt x="2099" y="1997"/>
                </a:lnTo>
                <a:lnTo>
                  <a:pt x="2098" y="1997"/>
                </a:lnTo>
                <a:lnTo>
                  <a:pt x="2099" y="1997"/>
                </a:lnTo>
                <a:lnTo>
                  <a:pt x="2099" y="1996"/>
                </a:lnTo>
                <a:lnTo>
                  <a:pt x="2100" y="1996"/>
                </a:lnTo>
                <a:lnTo>
                  <a:pt x="2102" y="1994"/>
                </a:lnTo>
                <a:lnTo>
                  <a:pt x="2103" y="1993"/>
                </a:lnTo>
                <a:lnTo>
                  <a:pt x="2101" y="1992"/>
                </a:lnTo>
                <a:lnTo>
                  <a:pt x="2099" y="1990"/>
                </a:lnTo>
                <a:lnTo>
                  <a:pt x="2097" y="1990"/>
                </a:lnTo>
                <a:lnTo>
                  <a:pt x="2096" y="1988"/>
                </a:lnTo>
                <a:lnTo>
                  <a:pt x="2095" y="1987"/>
                </a:lnTo>
                <a:lnTo>
                  <a:pt x="2093" y="1985"/>
                </a:lnTo>
                <a:lnTo>
                  <a:pt x="2092" y="1984"/>
                </a:lnTo>
                <a:lnTo>
                  <a:pt x="2091" y="1984"/>
                </a:lnTo>
                <a:lnTo>
                  <a:pt x="2090" y="1984"/>
                </a:lnTo>
                <a:lnTo>
                  <a:pt x="2089" y="1984"/>
                </a:lnTo>
                <a:lnTo>
                  <a:pt x="2087" y="1984"/>
                </a:lnTo>
                <a:lnTo>
                  <a:pt x="2086" y="1984"/>
                </a:lnTo>
                <a:lnTo>
                  <a:pt x="2085" y="1983"/>
                </a:lnTo>
                <a:lnTo>
                  <a:pt x="2084" y="1982"/>
                </a:lnTo>
                <a:lnTo>
                  <a:pt x="2083" y="1981"/>
                </a:lnTo>
                <a:lnTo>
                  <a:pt x="2082" y="1981"/>
                </a:lnTo>
                <a:lnTo>
                  <a:pt x="2081" y="1979"/>
                </a:lnTo>
                <a:lnTo>
                  <a:pt x="2081" y="1978"/>
                </a:lnTo>
                <a:lnTo>
                  <a:pt x="2080" y="1976"/>
                </a:lnTo>
                <a:lnTo>
                  <a:pt x="2079" y="1975"/>
                </a:lnTo>
                <a:lnTo>
                  <a:pt x="2077" y="1975"/>
                </a:lnTo>
                <a:lnTo>
                  <a:pt x="2076" y="1974"/>
                </a:lnTo>
                <a:lnTo>
                  <a:pt x="2075" y="1974"/>
                </a:lnTo>
                <a:lnTo>
                  <a:pt x="2074" y="1972"/>
                </a:lnTo>
                <a:lnTo>
                  <a:pt x="2074" y="1971"/>
                </a:lnTo>
                <a:lnTo>
                  <a:pt x="2074" y="1970"/>
                </a:lnTo>
                <a:lnTo>
                  <a:pt x="2074" y="1969"/>
                </a:lnTo>
                <a:lnTo>
                  <a:pt x="2073" y="1968"/>
                </a:lnTo>
                <a:lnTo>
                  <a:pt x="2071" y="1969"/>
                </a:lnTo>
                <a:lnTo>
                  <a:pt x="2070" y="1968"/>
                </a:lnTo>
                <a:lnTo>
                  <a:pt x="2070" y="1967"/>
                </a:lnTo>
                <a:lnTo>
                  <a:pt x="2070" y="1966"/>
                </a:lnTo>
                <a:lnTo>
                  <a:pt x="2069" y="1966"/>
                </a:lnTo>
                <a:lnTo>
                  <a:pt x="2069" y="1965"/>
                </a:lnTo>
                <a:lnTo>
                  <a:pt x="2069" y="1964"/>
                </a:lnTo>
                <a:lnTo>
                  <a:pt x="2069" y="1963"/>
                </a:lnTo>
                <a:lnTo>
                  <a:pt x="2068" y="1962"/>
                </a:lnTo>
                <a:lnTo>
                  <a:pt x="2067" y="1961"/>
                </a:lnTo>
                <a:lnTo>
                  <a:pt x="2067" y="1960"/>
                </a:lnTo>
                <a:lnTo>
                  <a:pt x="2066" y="1959"/>
                </a:lnTo>
                <a:lnTo>
                  <a:pt x="2067" y="1958"/>
                </a:lnTo>
                <a:lnTo>
                  <a:pt x="2068" y="1956"/>
                </a:lnTo>
                <a:lnTo>
                  <a:pt x="2069" y="1956"/>
                </a:lnTo>
                <a:lnTo>
                  <a:pt x="2070" y="1956"/>
                </a:lnTo>
                <a:lnTo>
                  <a:pt x="2070" y="1955"/>
                </a:lnTo>
                <a:lnTo>
                  <a:pt x="2070" y="1954"/>
                </a:lnTo>
                <a:lnTo>
                  <a:pt x="2069" y="1953"/>
                </a:lnTo>
                <a:lnTo>
                  <a:pt x="2069" y="1952"/>
                </a:lnTo>
                <a:lnTo>
                  <a:pt x="2068" y="1951"/>
                </a:lnTo>
                <a:lnTo>
                  <a:pt x="2067" y="1951"/>
                </a:lnTo>
                <a:lnTo>
                  <a:pt x="2067" y="1950"/>
                </a:lnTo>
                <a:lnTo>
                  <a:pt x="2067" y="1949"/>
                </a:lnTo>
                <a:lnTo>
                  <a:pt x="2068" y="1948"/>
                </a:lnTo>
                <a:lnTo>
                  <a:pt x="2068" y="1947"/>
                </a:lnTo>
                <a:lnTo>
                  <a:pt x="2069" y="1946"/>
                </a:lnTo>
                <a:lnTo>
                  <a:pt x="2069" y="1945"/>
                </a:lnTo>
                <a:lnTo>
                  <a:pt x="2070" y="1944"/>
                </a:lnTo>
                <a:lnTo>
                  <a:pt x="2071" y="1943"/>
                </a:lnTo>
                <a:lnTo>
                  <a:pt x="2072" y="1943"/>
                </a:lnTo>
                <a:lnTo>
                  <a:pt x="2072" y="1942"/>
                </a:lnTo>
                <a:lnTo>
                  <a:pt x="2073" y="1942"/>
                </a:lnTo>
                <a:lnTo>
                  <a:pt x="2074" y="1942"/>
                </a:lnTo>
                <a:lnTo>
                  <a:pt x="2074" y="1941"/>
                </a:lnTo>
                <a:lnTo>
                  <a:pt x="2074" y="1940"/>
                </a:lnTo>
                <a:lnTo>
                  <a:pt x="2075" y="1940"/>
                </a:lnTo>
                <a:lnTo>
                  <a:pt x="2075" y="1939"/>
                </a:lnTo>
                <a:lnTo>
                  <a:pt x="2076" y="1939"/>
                </a:lnTo>
                <a:lnTo>
                  <a:pt x="2077" y="1938"/>
                </a:lnTo>
                <a:lnTo>
                  <a:pt x="2078" y="1938"/>
                </a:lnTo>
                <a:lnTo>
                  <a:pt x="2079" y="1938"/>
                </a:lnTo>
                <a:lnTo>
                  <a:pt x="2079" y="1937"/>
                </a:lnTo>
                <a:lnTo>
                  <a:pt x="2080" y="1937"/>
                </a:lnTo>
                <a:lnTo>
                  <a:pt x="2081" y="1936"/>
                </a:lnTo>
                <a:lnTo>
                  <a:pt x="2081" y="1935"/>
                </a:lnTo>
                <a:lnTo>
                  <a:pt x="2081" y="1934"/>
                </a:lnTo>
                <a:lnTo>
                  <a:pt x="2081" y="1933"/>
                </a:lnTo>
                <a:lnTo>
                  <a:pt x="2082" y="1933"/>
                </a:lnTo>
                <a:lnTo>
                  <a:pt x="2082" y="1932"/>
                </a:lnTo>
                <a:lnTo>
                  <a:pt x="2083" y="1931"/>
                </a:lnTo>
                <a:lnTo>
                  <a:pt x="2083" y="1930"/>
                </a:lnTo>
                <a:lnTo>
                  <a:pt x="2084" y="1929"/>
                </a:lnTo>
                <a:lnTo>
                  <a:pt x="2083" y="1928"/>
                </a:lnTo>
                <a:lnTo>
                  <a:pt x="2083" y="1927"/>
                </a:lnTo>
                <a:lnTo>
                  <a:pt x="2084" y="1927"/>
                </a:lnTo>
                <a:lnTo>
                  <a:pt x="2084" y="1926"/>
                </a:lnTo>
                <a:lnTo>
                  <a:pt x="2085" y="1926"/>
                </a:lnTo>
                <a:lnTo>
                  <a:pt x="2085" y="1925"/>
                </a:lnTo>
                <a:lnTo>
                  <a:pt x="2085" y="1924"/>
                </a:lnTo>
                <a:lnTo>
                  <a:pt x="2085" y="1923"/>
                </a:lnTo>
                <a:lnTo>
                  <a:pt x="2086" y="1923"/>
                </a:lnTo>
                <a:lnTo>
                  <a:pt x="2085" y="1922"/>
                </a:lnTo>
                <a:lnTo>
                  <a:pt x="2085" y="1921"/>
                </a:lnTo>
                <a:lnTo>
                  <a:pt x="2085" y="1920"/>
                </a:lnTo>
                <a:lnTo>
                  <a:pt x="2085" y="1919"/>
                </a:lnTo>
                <a:lnTo>
                  <a:pt x="2085" y="1918"/>
                </a:lnTo>
                <a:lnTo>
                  <a:pt x="2085" y="1917"/>
                </a:lnTo>
                <a:lnTo>
                  <a:pt x="2085" y="1916"/>
                </a:lnTo>
                <a:lnTo>
                  <a:pt x="2085" y="1915"/>
                </a:lnTo>
                <a:lnTo>
                  <a:pt x="2084" y="1915"/>
                </a:lnTo>
                <a:lnTo>
                  <a:pt x="2084" y="1914"/>
                </a:lnTo>
                <a:lnTo>
                  <a:pt x="2083" y="1914"/>
                </a:lnTo>
                <a:lnTo>
                  <a:pt x="2083" y="1913"/>
                </a:lnTo>
                <a:lnTo>
                  <a:pt x="2082" y="1913"/>
                </a:lnTo>
                <a:lnTo>
                  <a:pt x="2082" y="1912"/>
                </a:lnTo>
                <a:lnTo>
                  <a:pt x="2082" y="1911"/>
                </a:lnTo>
                <a:lnTo>
                  <a:pt x="2081" y="1911"/>
                </a:lnTo>
                <a:lnTo>
                  <a:pt x="2080" y="1911"/>
                </a:lnTo>
                <a:lnTo>
                  <a:pt x="2079" y="1911"/>
                </a:lnTo>
                <a:lnTo>
                  <a:pt x="2079" y="1912"/>
                </a:lnTo>
                <a:lnTo>
                  <a:pt x="2078" y="1912"/>
                </a:lnTo>
                <a:lnTo>
                  <a:pt x="2078" y="1911"/>
                </a:lnTo>
                <a:lnTo>
                  <a:pt x="2077" y="1911"/>
                </a:lnTo>
                <a:lnTo>
                  <a:pt x="2077" y="1912"/>
                </a:lnTo>
                <a:lnTo>
                  <a:pt x="2076" y="1912"/>
                </a:lnTo>
                <a:lnTo>
                  <a:pt x="2075" y="1913"/>
                </a:lnTo>
                <a:lnTo>
                  <a:pt x="2075" y="1912"/>
                </a:lnTo>
                <a:lnTo>
                  <a:pt x="2074" y="1912"/>
                </a:lnTo>
                <a:lnTo>
                  <a:pt x="2074" y="1911"/>
                </a:lnTo>
                <a:lnTo>
                  <a:pt x="2073" y="1911"/>
                </a:lnTo>
                <a:lnTo>
                  <a:pt x="2071" y="1911"/>
                </a:lnTo>
                <a:lnTo>
                  <a:pt x="2071" y="1910"/>
                </a:lnTo>
                <a:lnTo>
                  <a:pt x="2070" y="1910"/>
                </a:lnTo>
                <a:lnTo>
                  <a:pt x="2070" y="1909"/>
                </a:lnTo>
                <a:lnTo>
                  <a:pt x="2069" y="1909"/>
                </a:lnTo>
                <a:lnTo>
                  <a:pt x="2069" y="1908"/>
                </a:lnTo>
                <a:lnTo>
                  <a:pt x="2070" y="1907"/>
                </a:lnTo>
                <a:lnTo>
                  <a:pt x="2070" y="1906"/>
                </a:lnTo>
                <a:lnTo>
                  <a:pt x="2071" y="1906"/>
                </a:lnTo>
                <a:lnTo>
                  <a:pt x="2071" y="1905"/>
                </a:lnTo>
                <a:lnTo>
                  <a:pt x="2072" y="1905"/>
                </a:lnTo>
                <a:lnTo>
                  <a:pt x="2072" y="1904"/>
                </a:lnTo>
                <a:lnTo>
                  <a:pt x="2072" y="1903"/>
                </a:lnTo>
                <a:lnTo>
                  <a:pt x="2073" y="1903"/>
                </a:lnTo>
                <a:lnTo>
                  <a:pt x="2074" y="1903"/>
                </a:lnTo>
                <a:lnTo>
                  <a:pt x="2074" y="1902"/>
                </a:lnTo>
                <a:lnTo>
                  <a:pt x="2075" y="1902"/>
                </a:lnTo>
                <a:lnTo>
                  <a:pt x="2076" y="1902"/>
                </a:lnTo>
                <a:lnTo>
                  <a:pt x="2077" y="1902"/>
                </a:lnTo>
                <a:lnTo>
                  <a:pt x="2078" y="1902"/>
                </a:lnTo>
                <a:lnTo>
                  <a:pt x="2078" y="1903"/>
                </a:lnTo>
                <a:lnTo>
                  <a:pt x="2078" y="1904"/>
                </a:lnTo>
                <a:lnTo>
                  <a:pt x="2079" y="1904"/>
                </a:lnTo>
                <a:lnTo>
                  <a:pt x="2080" y="1903"/>
                </a:lnTo>
                <a:lnTo>
                  <a:pt x="2081" y="1902"/>
                </a:lnTo>
                <a:lnTo>
                  <a:pt x="2081" y="1903"/>
                </a:lnTo>
                <a:lnTo>
                  <a:pt x="2082" y="1903"/>
                </a:lnTo>
                <a:lnTo>
                  <a:pt x="2082" y="1904"/>
                </a:lnTo>
                <a:lnTo>
                  <a:pt x="2083" y="1903"/>
                </a:lnTo>
                <a:lnTo>
                  <a:pt x="2084" y="1902"/>
                </a:lnTo>
                <a:lnTo>
                  <a:pt x="2084" y="1901"/>
                </a:lnTo>
                <a:lnTo>
                  <a:pt x="2084" y="1900"/>
                </a:lnTo>
                <a:lnTo>
                  <a:pt x="2085" y="1899"/>
                </a:lnTo>
                <a:lnTo>
                  <a:pt x="2084" y="1899"/>
                </a:lnTo>
                <a:lnTo>
                  <a:pt x="2084" y="1898"/>
                </a:lnTo>
                <a:lnTo>
                  <a:pt x="2084" y="1897"/>
                </a:lnTo>
                <a:lnTo>
                  <a:pt x="2083" y="1897"/>
                </a:lnTo>
                <a:lnTo>
                  <a:pt x="2083" y="1896"/>
                </a:lnTo>
                <a:lnTo>
                  <a:pt x="2082" y="1896"/>
                </a:lnTo>
                <a:lnTo>
                  <a:pt x="2082" y="1895"/>
                </a:lnTo>
                <a:lnTo>
                  <a:pt x="2081" y="1895"/>
                </a:lnTo>
                <a:lnTo>
                  <a:pt x="2081" y="1894"/>
                </a:lnTo>
                <a:lnTo>
                  <a:pt x="2080" y="1894"/>
                </a:lnTo>
                <a:lnTo>
                  <a:pt x="2080" y="1893"/>
                </a:lnTo>
                <a:lnTo>
                  <a:pt x="2079" y="1893"/>
                </a:lnTo>
                <a:lnTo>
                  <a:pt x="2078" y="1893"/>
                </a:lnTo>
                <a:lnTo>
                  <a:pt x="2078" y="1894"/>
                </a:lnTo>
                <a:lnTo>
                  <a:pt x="2078" y="1893"/>
                </a:lnTo>
                <a:lnTo>
                  <a:pt x="2077" y="1893"/>
                </a:lnTo>
                <a:lnTo>
                  <a:pt x="2077" y="1894"/>
                </a:lnTo>
                <a:lnTo>
                  <a:pt x="2076" y="1894"/>
                </a:lnTo>
                <a:lnTo>
                  <a:pt x="2076" y="1895"/>
                </a:lnTo>
                <a:lnTo>
                  <a:pt x="2075" y="1895"/>
                </a:lnTo>
                <a:lnTo>
                  <a:pt x="2074" y="1894"/>
                </a:lnTo>
                <a:lnTo>
                  <a:pt x="2073" y="1894"/>
                </a:lnTo>
                <a:lnTo>
                  <a:pt x="2073" y="1892"/>
                </a:lnTo>
                <a:lnTo>
                  <a:pt x="2073" y="1891"/>
                </a:lnTo>
                <a:lnTo>
                  <a:pt x="2073" y="1890"/>
                </a:lnTo>
                <a:lnTo>
                  <a:pt x="2072" y="1890"/>
                </a:lnTo>
                <a:lnTo>
                  <a:pt x="2071" y="1890"/>
                </a:lnTo>
                <a:lnTo>
                  <a:pt x="2071" y="1889"/>
                </a:lnTo>
                <a:lnTo>
                  <a:pt x="2070" y="1889"/>
                </a:lnTo>
                <a:lnTo>
                  <a:pt x="2069" y="1889"/>
                </a:lnTo>
                <a:lnTo>
                  <a:pt x="2069" y="1888"/>
                </a:lnTo>
                <a:lnTo>
                  <a:pt x="2068" y="1887"/>
                </a:lnTo>
                <a:lnTo>
                  <a:pt x="2067" y="1887"/>
                </a:lnTo>
                <a:lnTo>
                  <a:pt x="2067" y="1886"/>
                </a:lnTo>
                <a:lnTo>
                  <a:pt x="2066" y="1886"/>
                </a:lnTo>
                <a:lnTo>
                  <a:pt x="2066" y="1885"/>
                </a:lnTo>
                <a:lnTo>
                  <a:pt x="2064" y="1885"/>
                </a:lnTo>
                <a:lnTo>
                  <a:pt x="2063" y="1884"/>
                </a:lnTo>
                <a:lnTo>
                  <a:pt x="2062" y="1884"/>
                </a:lnTo>
                <a:lnTo>
                  <a:pt x="2062" y="1883"/>
                </a:lnTo>
                <a:lnTo>
                  <a:pt x="2062" y="1882"/>
                </a:lnTo>
                <a:lnTo>
                  <a:pt x="2063" y="1882"/>
                </a:lnTo>
                <a:lnTo>
                  <a:pt x="2063" y="1881"/>
                </a:lnTo>
                <a:lnTo>
                  <a:pt x="2063" y="1880"/>
                </a:lnTo>
                <a:lnTo>
                  <a:pt x="2064" y="1879"/>
                </a:lnTo>
                <a:lnTo>
                  <a:pt x="2063" y="1878"/>
                </a:lnTo>
                <a:lnTo>
                  <a:pt x="2063" y="1877"/>
                </a:lnTo>
                <a:lnTo>
                  <a:pt x="2063" y="1876"/>
                </a:lnTo>
                <a:lnTo>
                  <a:pt x="2062" y="1876"/>
                </a:lnTo>
                <a:lnTo>
                  <a:pt x="2061" y="1876"/>
                </a:lnTo>
                <a:lnTo>
                  <a:pt x="2061" y="1875"/>
                </a:lnTo>
                <a:lnTo>
                  <a:pt x="2061" y="1874"/>
                </a:lnTo>
                <a:lnTo>
                  <a:pt x="2061" y="1873"/>
                </a:lnTo>
                <a:lnTo>
                  <a:pt x="2061" y="1872"/>
                </a:lnTo>
                <a:lnTo>
                  <a:pt x="2060" y="1872"/>
                </a:lnTo>
                <a:lnTo>
                  <a:pt x="2060" y="1871"/>
                </a:lnTo>
                <a:lnTo>
                  <a:pt x="2060" y="1870"/>
                </a:lnTo>
                <a:lnTo>
                  <a:pt x="2059" y="1870"/>
                </a:lnTo>
                <a:lnTo>
                  <a:pt x="2059" y="1869"/>
                </a:lnTo>
                <a:lnTo>
                  <a:pt x="2058" y="1869"/>
                </a:lnTo>
                <a:lnTo>
                  <a:pt x="2057" y="1869"/>
                </a:lnTo>
                <a:lnTo>
                  <a:pt x="2056" y="1869"/>
                </a:lnTo>
                <a:lnTo>
                  <a:pt x="2056" y="1870"/>
                </a:lnTo>
                <a:lnTo>
                  <a:pt x="2055" y="1870"/>
                </a:lnTo>
                <a:lnTo>
                  <a:pt x="2054" y="1869"/>
                </a:lnTo>
                <a:lnTo>
                  <a:pt x="2055" y="1868"/>
                </a:lnTo>
                <a:lnTo>
                  <a:pt x="2054" y="1868"/>
                </a:lnTo>
                <a:lnTo>
                  <a:pt x="2054" y="1867"/>
                </a:lnTo>
                <a:lnTo>
                  <a:pt x="2053" y="1867"/>
                </a:lnTo>
                <a:lnTo>
                  <a:pt x="2053" y="1866"/>
                </a:lnTo>
                <a:lnTo>
                  <a:pt x="2052" y="1866"/>
                </a:lnTo>
                <a:lnTo>
                  <a:pt x="2052" y="1867"/>
                </a:lnTo>
                <a:lnTo>
                  <a:pt x="2052" y="1866"/>
                </a:lnTo>
                <a:lnTo>
                  <a:pt x="2051" y="1866"/>
                </a:lnTo>
                <a:lnTo>
                  <a:pt x="2050" y="1866"/>
                </a:lnTo>
                <a:lnTo>
                  <a:pt x="2050" y="1865"/>
                </a:lnTo>
                <a:lnTo>
                  <a:pt x="2050" y="1864"/>
                </a:lnTo>
                <a:lnTo>
                  <a:pt x="2049" y="1864"/>
                </a:lnTo>
                <a:lnTo>
                  <a:pt x="2048" y="1863"/>
                </a:lnTo>
                <a:lnTo>
                  <a:pt x="2047" y="1863"/>
                </a:lnTo>
                <a:lnTo>
                  <a:pt x="2046" y="1863"/>
                </a:lnTo>
                <a:lnTo>
                  <a:pt x="2046" y="1862"/>
                </a:lnTo>
                <a:lnTo>
                  <a:pt x="2045" y="1862"/>
                </a:lnTo>
                <a:lnTo>
                  <a:pt x="2045" y="1861"/>
                </a:lnTo>
                <a:lnTo>
                  <a:pt x="2044" y="1861"/>
                </a:lnTo>
                <a:lnTo>
                  <a:pt x="2044" y="1860"/>
                </a:lnTo>
                <a:lnTo>
                  <a:pt x="2043" y="1859"/>
                </a:lnTo>
                <a:lnTo>
                  <a:pt x="2042" y="1859"/>
                </a:lnTo>
                <a:lnTo>
                  <a:pt x="2041" y="1859"/>
                </a:lnTo>
                <a:lnTo>
                  <a:pt x="2040" y="1859"/>
                </a:lnTo>
                <a:lnTo>
                  <a:pt x="2040" y="1858"/>
                </a:lnTo>
                <a:lnTo>
                  <a:pt x="2040" y="1857"/>
                </a:lnTo>
                <a:lnTo>
                  <a:pt x="2040" y="1856"/>
                </a:lnTo>
                <a:lnTo>
                  <a:pt x="2039" y="1855"/>
                </a:lnTo>
                <a:lnTo>
                  <a:pt x="2038" y="1855"/>
                </a:lnTo>
                <a:lnTo>
                  <a:pt x="2038" y="1856"/>
                </a:lnTo>
                <a:lnTo>
                  <a:pt x="2037" y="1856"/>
                </a:lnTo>
                <a:lnTo>
                  <a:pt x="2037" y="1855"/>
                </a:lnTo>
                <a:lnTo>
                  <a:pt x="2036" y="1855"/>
                </a:lnTo>
                <a:lnTo>
                  <a:pt x="2034" y="1855"/>
                </a:lnTo>
                <a:lnTo>
                  <a:pt x="2034" y="1856"/>
                </a:lnTo>
                <a:lnTo>
                  <a:pt x="2034" y="1857"/>
                </a:lnTo>
                <a:lnTo>
                  <a:pt x="2033" y="1857"/>
                </a:lnTo>
                <a:lnTo>
                  <a:pt x="2034" y="1858"/>
                </a:lnTo>
                <a:lnTo>
                  <a:pt x="2034" y="1859"/>
                </a:lnTo>
                <a:lnTo>
                  <a:pt x="2034" y="1860"/>
                </a:lnTo>
                <a:lnTo>
                  <a:pt x="2033" y="1860"/>
                </a:lnTo>
                <a:lnTo>
                  <a:pt x="2033" y="1861"/>
                </a:lnTo>
                <a:lnTo>
                  <a:pt x="2032" y="1861"/>
                </a:lnTo>
                <a:lnTo>
                  <a:pt x="2032" y="1862"/>
                </a:lnTo>
                <a:lnTo>
                  <a:pt x="2031" y="1862"/>
                </a:lnTo>
                <a:lnTo>
                  <a:pt x="2031" y="1861"/>
                </a:lnTo>
                <a:lnTo>
                  <a:pt x="2030" y="1861"/>
                </a:lnTo>
                <a:lnTo>
                  <a:pt x="2030" y="1862"/>
                </a:lnTo>
                <a:lnTo>
                  <a:pt x="2029" y="1862"/>
                </a:lnTo>
                <a:lnTo>
                  <a:pt x="2028" y="1863"/>
                </a:lnTo>
                <a:lnTo>
                  <a:pt x="2028" y="1864"/>
                </a:lnTo>
                <a:lnTo>
                  <a:pt x="2027" y="1864"/>
                </a:lnTo>
                <a:lnTo>
                  <a:pt x="2026" y="1865"/>
                </a:lnTo>
                <a:lnTo>
                  <a:pt x="2027" y="1865"/>
                </a:lnTo>
                <a:lnTo>
                  <a:pt x="2027" y="1866"/>
                </a:lnTo>
                <a:lnTo>
                  <a:pt x="2026" y="1866"/>
                </a:lnTo>
                <a:lnTo>
                  <a:pt x="2026" y="1867"/>
                </a:lnTo>
                <a:lnTo>
                  <a:pt x="2026" y="1868"/>
                </a:lnTo>
                <a:lnTo>
                  <a:pt x="2025" y="1868"/>
                </a:lnTo>
                <a:lnTo>
                  <a:pt x="2025" y="1869"/>
                </a:lnTo>
                <a:lnTo>
                  <a:pt x="2024" y="1869"/>
                </a:lnTo>
                <a:lnTo>
                  <a:pt x="2023" y="1869"/>
                </a:lnTo>
                <a:lnTo>
                  <a:pt x="2023" y="1870"/>
                </a:lnTo>
                <a:lnTo>
                  <a:pt x="2023" y="1871"/>
                </a:lnTo>
                <a:lnTo>
                  <a:pt x="2022" y="1871"/>
                </a:lnTo>
                <a:lnTo>
                  <a:pt x="2022" y="1872"/>
                </a:lnTo>
                <a:lnTo>
                  <a:pt x="2021" y="1872"/>
                </a:lnTo>
                <a:lnTo>
                  <a:pt x="2021" y="1871"/>
                </a:lnTo>
                <a:lnTo>
                  <a:pt x="2020" y="1871"/>
                </a:lnTo>
                <a:lnTo>
                  <a:pt x="2019" y="1871"/>
                </a:lnTo>
                <a:lnTo>
                  <a:pt x="2019" y="1870"/>
                </a:lnTo>
                <a:lnTo>
                  <a:pt x="2018" y="1869"/>
                </a:lnTo>
                <a:lnTo>
                  <a:pt x="2017" y="1869"/>
                </a:lnTo>
                <a:lnTo>
                  <a:pt x="2017" y="1868"/>
                </a:lnTo>
                <a:lnTo>
                  <a:pt x="2017" y="1867"/>
                </a:lnTo>
                <a:lnTo>
                  <a:pt x="2016" y="1868"/>
                </a:lnTo>
                <a:lnTo>
                  <a:pt x="2016" y="1867"/>
                </a:lnTo>
                <a:lnTo>
                  <a:pt x="2015" y="1867"/>
                </a:lnTo>
                <a:lnTo>
                  <a:pt x="2014" y="1867"/>
                </a:lnTo>
                <a:lnTo>
                  <a:pt x="2014" y="1868"/>
                </a:lnTo>
                <a:lnTo>
                  <a:pt x="2013" y="1868"/>
                </a:lnTo>
                <a:lnTo>
                  <a:pt x="2012" y="1868"/>
                </a:lnTo>
                <a:lnTo>
                  <a:pt x="2011" y="1867"/>
                </a:lnTo>
                <a:lnTo>
                  <a:pt x="2011" y="1868"/>
                </a:lnTo>
                <a:lnTo>
                  <a:pt x="2010" y="1868"/>
                </a:lnTo>
                <a:lnTo>
                  <a:pt x="2010" y="1869"/>
                </a:lnTo>
                <a:lnTo>
                  <a:pt x="2009" y="1869"/>
                </a:lnTo>
                <a:lnTo>
                  <a:pt x="2008" y="1869"/>
                </a:lnTo>
                <a:lnTo>
                  <a:pt x="2008" y="1870"/>
                </a:lnTo>
                <a:lnTo>
                  <a:pt x="2008" y="1869"/>
                </a:lnTo>
                <a:lnTo>
                  <a:pt x="2005" y="1869"/>
                </a:lnTo>
                <a:lnTo>
                  <a:pt x="2005" y="1870"/>
                </a:lnTo>
                <a:lnTo>
                  <a:pt x="2005" y="1871"/>
                </a:lnTo>
                <a:lnTo>
                  <a:pt x="2005" y="1872"/>
                </a:lnTo>
                <a:lnTo>
                  <a:pt x="2006" y="1872"/>
                </a:lnTo>
                <a:lnTo>
                  <a:pt x="2006" y="1873"/>
                </a:lnTo>
                <a:lnTo>
                  <a:pt x="2006" y="1874"/>
                </a:lnTo>
                <a:lnTo>
                  <a:pt x="2005" y="1875"/>
                </a:lnTo>
                <a:lnTo>
                  <a:pt x="2005" y="1876"/>
                </a:lnTo>
                <a:lnTo>
                  <a:pt x="2004" y="1876"/>
                </a:lnTo>
                <a:lnTo>
                  <a:pt x="2003" y="1877"/>
                </a:lnTo>
                <a:lnTo>
                  <a:pt x="2002" y="1877"/>
                </a:lnTo>
                <a:lnTo>
                  <a:pt x="2001" y="1878"/>
                </a:lnTo>
                <a:lnTo>
                  <a:pt x="2000" y="1878"/>
                </a:lnTo>
                <a:lnTo>
                  <a:pt x="1999" y="1878"/>
                </a:lnTo>
                <a:lnTo>
                  <a:pt x="1998" y="1879"/>
                </a:lnTo>
                <a:lnTo>
                  <a:pt x="1998" y="1880"/>
                </a:lnTo>
                <a:lnTo>
                  <a:pt x="1997" y="1881"/>
                </a:lnTo>
                <a:lnTo>
                  <a:pt x="1996" y="1882"/>
                </a:lnTo>
                <a:lnTo>
                  <a:pt x="1995" y="1882"/>
                </a:lnTo>
                <a:lnTo>
                  <a:pt x="1994" y="1882"/>
                </a:lnTo>
                <a:lnTo>
                  <a:pt x="1993" y="1882"/>
                </a:lnTo>
                <a:lnTo>
                  <a:pt x="1992" y="1883"/>
                </a:lnTo>
                <a:lnTo>
                  <a:pt x="1991" y="1883"/>
                </a:lnTo>
                <a:lnTo>
                  <a:pt x="1990" y="1884"/>
                </a:lnTo>
                <a:lnTo>
                  <a:pt x="1989" y="1884"/>
                </a:lnTo>
                <a:lnTo>
                  <a:pt x="1988" y="1885"/>
                </a:lnTo>
                <a:lnTo>
                  <a:pt x="1988" y="1886"/>
                </a:lnTo>
                <a:lnTo>
                  <a:pt x="1987" y="1887"/>
                </a:lnTo>
                <a:lnTo>
                  <a:pt x="1987" y="1888"/>
                </a:lnTo>
                <a:lnTo>
                  <a:pt x="1986" y="1889"/>
                </a:lnTo>
                <a:lnTo>
                  <a:pt x="1986" y="1890"/>
                </a:lnTo>
                <a:lnTo>
                  <a:pt x="1985" y="1890"/>
                </a:lnTo>
                <a:lnTo>
                  <a:pt x="1985" y="1891"/>
                </a:lnTo>
                <a:lnTo>
                  <a:pt x="1984" y="1891"/>
                </a:lnTo>
                <a:lnTo>
                  <a:pt x="1983" y="1891"/>
                </a:lnTo>
                <a:lnTo>
                  <a:pt x="1983" y="1890"/>
                </a:lnTo>
                <a:lnTo>
                  <a:pt x="1982" y="1890"/>
                </a:lnTo>
                <a:lnTo>
                  <a:pt x="1980" y="1889"/>
                </a:lnTo>
                <a:lnTo>
                  <a:pt x="1979" y="1889"/>
                </a:lnTo>
                <a:lnTo>
                  <a:pt x="1978" y="1889"/>
                </a:lnTo>
                <a:lnTo>
                  <a:pt x="1978" y="1890"/>
                </a:lnTo>
                <a:lnTo>
                  <a:pt x="1977" y="1890"/>
                </a:lnTo>
                <a:lnTo>
                  <a:pt x="1977" y="1891"/>
                </a:lnTo>
                <a:lnTo>
                  <a:pt x="1976" y="1891"/>
                </a:lnTo>
                <a:lnTo>
                  <a:pt x="1975" y="1892"/>
                </a:lnTo>
                <a:lnTo>
                  <a:pt x="1974" y="1892"/>
                </a:lnTo>
                <a:lnTo>
                  <a:pt x="1973" y="1893"/>
                </a:lnTo>
                <a:lnTo>
                  <a:pt x="1972" y="1893"/>
                </a:lnTo>
                <a:lnTo>
                  <a:pt x="1972" y="1894"/>
                </a:lnTo>
                <a:lnTo>
                  <a:pt x="1971" y="1894"/>
                </a:lnTo>
                <a:lnTo>
                  <a:pt x="1970" y="1894"/>
                </a:lnTo>
                <a:lnTo>
                  <a:pt x="1969" y="1894"/>
                </a:lnTo>
                <a:lnTo>
                  <a:pt x="1969" y="1893"/>
                </a:lnTo>
                <a:lnTo>
                  <a:pt x="1968" y="1893"/>
                </a:lnTo>
                <a:lnTo>
                  <a:pt x="1967" y="1893"/>
                </a:lnTo>
                <a:lnTo>
                  <a:pt x="1965" y="1893"/>
                </a:lnTo>
                <a:lnTo>
                  <a:pt x="1964" y="1893"/>
                </a:lnTo>
                <a:lnTo>
                  <a:pt x="1964" y="1892"/>
                </a:lnTo>
                <a:lnTo>
                  <a:pt x="1963" y="1892"/>
                </a:lnTo>
                <a:lnTo>
                  <a:pt x="1962" y="1892"/>
                </a:lnTo>
                <a:lnTo>
                  <a:pt x="1962" y="1891"/>
                </a:lnTo>
                <a:lnTo>
                  <a:pt x="1961" y="1891"/>
                </a:lnTo>
                <a:lnTo>
                  <a:pt x="1960" y="1891"/>
                </a:lnTo>
                <a:lnTo>
                  <a:pt x="1960" y="1890"/>
                </a:lnTo>
                <a:lnTo>
                  <a:pt x="1959" y="1890"/>
                </a:lnTo>
                <a:lnTo>
                  <a:pt x="1958" y="1890"/>
                </a:lnTo>
                <a:lnTo>
                  <a:pt x="1957" y="1890"/>
                </a:lnTo>
                <a:lnTo>
                  <a:pt x="1957" y="1889"/>
                </a:lnTo>
                <a:lnTo>
                  <a:pt x="1956" y="1889"/>
                </a:lnTo>
                <a:lnTo>
                  <a:pt x="1956" y="1888"/>
                </a:lnTo>
                <a:lnTo>
                  <a:pt x="1955" y="1888"/>
                </a:lnTo>
                <a:lnTo>
                  <a:pt x="1955" y="1887"/>
                </a:lnTo>
                <a:lnTo>
                  <a:pt x="1954" y="1887"/>
                </a:lnTo>
                <a:lnTo>
                  <a:pt x="1953" y="1887"/>
                </a:lnTo>
                <a:lnTo>
                  <a:pt x="1952" y="1887"/>
                </a:lnTo>
                <a:lnTo>
                  <a:pt x="1951" y="1887"/>
                </a:lnTo>
                <a:lnTo>
                  <a:pt x="1950" y="1887"/>
                </a:lnTo>
                <a:lnTo>
                  <a:pt x="1950" y="1886"/>
                </a:lnTo>
                <a:lnTo>
                  <a:pt x="1950" y="1885"/>
                </a:lnTo>
                <a:lnTo>
                  <a:pt x="1949" y="1885"/>
                </a:lnTo>
                <a:lnTo>
                  <a:pt x="1949" y="1884"/>
                </a:lnTo>
                <a:lnTo>
                  <a:pt x="1949" y="1883"/>
                </a:lnTo>
                <a:lnTo>
                  <a:pt x="1948" y="1883"/>
                </a:lnTo>
                <a:lnTo>
                  <a:pt x="1948" y="1882"/>
                </a:lnTo>
                <a:lnTo>
                  <a:pt x="1948" y="1881"/>
                </a:lnTo>
                <a:lnTo>
                  <a:pt x="1948" y="1880"/>
                </a:lnTo>
                <a:lnTo>
                  <a:pt x="1947" y="1880"/>
                </a:lnTo>
                <a:lnTo>
                  <a:pt x="1947" y="1879"/>
                </a:lnTo>
                <a:lnTo>
                  <a:pt x="1947" y="1878"/>
                </a:lnTo>
                <a:lnTo>
                  <a:pt x="1946" y="1878"/>
                </a:lnTo>
                <a:lnTo>
                  <a:pt x="1945" y="1878"/>
                </a:lnTo>
                <a:lnTo>
                  <a:pt x="1945" y="1879"/>
                </a:lnTo>
                <a:lnTo>
                  <a:pt x="1944" y="1879"/>
                </a:lnTo>
                <a:lnTo>
                  <a:pt x="1943" y="1879"/>
                </a:lnTo>
                <a:lnTo>
                  <a:pt x="1943" y="1877"/>
                </a:lnTo>
                <a:lnTo>
                  <a:pt x="1943" y="1876"/>
                </a:lnTo>
                <a:lnTo>
                  <a:pt x="1942" y="1876"/>
                </a:lnTo>
                <a:lnTo>
                  <a:pt x="1942" y="1875"/>
                </a:lnTo>
                <a:lnTo>
                  <a:pt x="1943" y="1875"/>
                </a:lnTo>
                <a:lnTo>
                  <a:pt x="1942" y="1875"/>
                </a:lnTo>
                <a:lnTo>
                  <a:pt x="1942" y="1874"/>
                </a:lnTo>
                <a:lnTo>
                  <a:pt x="1942" y="1873"/>
                </a:lnTo>
                <a:lnTo>
                  <a:pt x="1942" y="1872"/>
                </a:lnTo>
                <a:lnTo>
                  <a:pt x="1941" y="1872"/>
                </a:lnTo>
                <a:lnTo>
                  <a:pt x="1941" y="1871"/>
                </a:lnTo>
                <a:lnTo>
                  <a:pt x="1941" y="1870"/>
                </a:lnTo>
                <a:lnTo>
                  <a:pt x="1941" y="1869"/>
                </a:lnTo>
                <a:lnTo>
                  <a:pt x="1940" y="1869"/>
                </a:lnTo>
                <a:lnTo>
                  <a:pt x="1940" y="1868"/>
                </a:lnTo>
                <a:lnTo>
                  <a:pt x="1940" y="1867"/>
                </a:lnTo>
                <a:lnTo>
                  <a:pt x="1940" y="1866"/>
                </a:lnTo>
                <a:lnTo>
                  <a:pt x="1940" y="1865"/>
                </a:lnTo>
                <a:lnTo>
                  <a:pt x="1940" y="1864"/>
                </a:lnTo>
                <a:lnTo>
                  <a:pt x="1940" y="1863"/>
                </a:lnTo>
                <a:lnTo>
                  <a:pt x="1940" y="1861"/>
                </a:lnTo>
                <a:lnTo>
                  <a:pt x="1940" y="1860"/>
                </a:lnTo>
                <a:lnTo>
                  <a:pt x="1941" y="1859"/>
                </a:lnTo>
                <a:lnTo>
                  <a:pt x="1941" y="1858"/>
                </a:lnTo>
                <a:lnTo>
                  <a:pt x="1941" y="1857"/>
                </a:lnTo>
                <a:lnTo>
                  <a:pt x="1942" y="1857"/>
                </a:lnTo>
                <a:lnTo>
                  <a:pt x="1942" y="1856"/>
                </a:lnTo>
                <a:lnTo>
                  <a:pt x="1943" y="1855"/>
                </a:lnTo>
                <a:lnTo>
                  <a:pt x="1943" y="1854"/>
                </a:lnTo>
                <a:lnTo>
                  <a:pt x="1944" y="1853"/>
                </a:lnTo>
                <a:lnTo>
                  <a:pt x="1944" y="1852"/>
                </a:lnTo>
                <a:lnTo>
                  <a:pt x="1943" y="1852"/>
                </a:lnTo>
                <a:lnTo>
                  <a:pt x="1942" y="1852"/>
                </a:lnTo>
                <a:lnTo>
                  <a:pt x="1942" y="1851"/>
                </a:lnTo>
                <a:lnTo>
                  <a:pt x="1942" y="1850"/>
                </a:lnTo>
                <a:lnTo>
                  <a:pt x="1943" y="1849"/>
                </a:lnTo>
                <a:lnTo>
                  <a:pt x="1943" y="1848"/>
                </a:lnTo>
                <a:lnTo>
                  <a:pt x="1943" y="1847"/>
                </a:lnTo>
                <a:lnTo>
                  <a:pt x="1944" y="1847"/>
                </a:lnTo>
                <a:lnTo>
                  <a:pt x="1943" y="1846"/>
                </a:lnTo>
                <a:lnTo>
                  <a:pt x="1942" y="1845"/>
                </a:lnTo>
                <a:lnTo>
                  <a:pt x="1942" y="1846"/>
                </a:lnTo>
                <a:lnTo>
                  <a:pt x="1941" y="1846"/>
                </a:lnTo>
                <a:lnTo>
                  <a:pt x="1940" y="1846"/>
                </a:lnTo>
                <a:lnTo>
                  <a:pt x="1939" y="1845"/>
                </a:lnTo>
                <a:lnTo>
                  <a:pt x="1938" y="1844"/>
                </a:lnTo>
                <a:lnTo>
                  <a:pt x="1938" y="1845"/>
                </a:lnTo>
                <a:lnTo>
                  <a:pt x="1937" y="1845"/>
                </a:lnTo>
                <a:lnTo>
                  <a:pt x="1937" y="1844"/>
                </a:lnTo>
                <a:lnTo>
                  <a:pt x="1936" y="1844"/>
                </a:lnTo>
                <a:lnTo>
                  <a:pt x="1935" y="1843"/>
                </a:lnTo>
                <a:lnTo>
                  <a:pt x="1934" y="1843"/>
                </a:lnTo>
                <a:lnTo>
                  <a:pt x="1933" y="1843"/>
                </a:lnTo>
                <a:lnTo>
                  <a:pt x="1933" y="1842"/>
                </a:lnTo>
                <a:lnTo>
                  <a:pt x="1933" y="1841"/>
                </a:lnTo>
                <a:lnTo>
                  <a:pt x="1932" y="1841"/>
                </a:lnTo>
                <a:lnTo>
                  <a:pt x="1931" y="1841"/>
                </a:lnTo>
                <a:lnTo>
                  <a:pt x="1931" y="1840"/>
                </a:lnTo>
                <a:lnTo>
                  <a:pt x="1930" y="1840"/>
                </a:lnTo>
                <a:lnTo>
                  <a:pt x="1931" y="1840"/>
                </a:lnTo>
                <a:lnTo>
                  <a:pt x="1931" y="1839"/>
                </a:lnTo>
                <a:lnTo>
                  <a:pt x="1930" y="1839"/>
                </a:lnTo>
                <a:lnTo>
                  <a:pt x="1929" y="1838"/>
                </a:lnTo>
                <a:lnTo>
                  <a:pt x="1928" y="1838"/>
                </a:lnTo>
                <a:lnTo>
                  <a:pt x="1927" y="1838"/>
                </a:lnTo>
                <a:lnTo>
                  <a:pt x="1927" y="1837"/>
                </a:lnTo>
                <a:lnTo>
                  <a:pt x="1926" y="1837"/>
                </a:lnTo>
                <a:lnTo>
                  <a:pt x="1926" y="1836"/>
                </a:lnTo>
                <a:lnTo>
                  <a:pt x="1925" y="1836"/>
                </a:lnTo>
                <a:lnTo>
                  <a:pt x="1924" y="1836"/>
                </a:lnTo>
                <a:lnTo>
                  <a:pt x="1923" y="1836"/>
                </a:lnTo>
                <a:lnTo>
                  <a:pt x="1924" y="1837"/>
                </a:lnTo>
                <a:lnTo>
                  <a:pt x="1923" y="1837"/>
                </a:lnTo>
                <a:lnTo>
                  <a:pt x="1923" y="1838"/>
                </a:lnTo>
                <a:lnTo>
                  <a:pt x="1922" y="1838"/>
                </a:lnTo>
                <a:lnTo>
                  <a:pt x="1921" y="1838"/>
                </a:lnTo>
                <a:lnTo>
                  <a:pt x="1921" y="1839"/>
                </a:lnTo>
                <a:lnTo>
                  <a:pt x="1920" y="1839"/>
                </a:lnTo>
                <a:lnTo>
                  <a:pt x="1919" y="1839"/>
                </a:lnTo>
                <a:lnTo>
                  <a:pt x="1919" y="1840"/>
                </a:lnTo>
                <a:lnTo>
                  <a:pt x="1918" y="1840"/>
                </a:lnTo>
                <a:lnTo>
                  <a:pt x="1917" y="1840"/>
                </a:lnTo>
                <a:lnTo>
                  <a:pt x="1916" y="1840"/>
                </a:lnTo>
                <a:lnTo>
                  <a:pt x="1916" y="1841"/>
                </a:lnTo>
                <a:lnTo>
                  <a:pt x="1915" y="1841"/>
                </a:lnTo>
                <a:lnTo>
                  <a:pt x="1914" y="1841"/>
                </a:lnTo>
                <a:lnTo>
                  <a:pt x="1913" y="1841"/>
                </a:lnTo>
                <a:lnTo>
                  <a:pt x="1912" y="1841"/>
                </a:lnTo>
                <a:lnTo>
                  <a:pt x="1911" y="1841"/>
                </a:lnTo>
                <a:lnTo>
                  <a:pt x="1911" y="1840"/>
                </a:lnTo>
                <a:lnTo>
                  <a:pt x="1911" y="1841"/>
                </a:lnTo>
                <a:lnTo>
                  <a:pt x="1910" y="1841"/>
                </a:lnTo>
                <a:lnTo>
                  <a:pt x="1909" y="1842"/>
                </a:lnTo>
                <a:lnTo>
                  <a:pt x="1908" y="1842"/>
                </a:lnTo>
                <a:lnTo>
                  <a:pt x="1908" y="1843"/>
                </a:lnTo>
                <a:lnTo>
                  <a:pt x="1907" y="1843"/>
                </a:lnTo>
                <a:lnTo>
                  <a:pt x="1906" y="1844"/>
                </a:lnTo>
                <a:lnTo>
                  <a:pt x="1905" y="1844"/>
                </a:lnTo>
                <a:lnTo>
                  <a:pt x="1905" y="1845"/>
                </a:lnTo>
                <a:lnTo>
                  <a:pt x="1904" y="1845"/>
                </a:lnTo>
                <a:lnTo>
                  <a:pt x="1904" y="1844"/>
                </a:lnTo>
                <a:lnTo>
                  <a:pt x="1904" y="1843"/>
                </a:lnTo>
                <a:lnTo>
                  <a:pt x="1903" y="1843"/>
                </a:lnTo>
                <a:lnTo>
                  <a:pt x="1903" y="1842"/>
                </a:lnTo>
                <a:lnTo>
                  <a:pt x="1903" y="1841"/>
                </a:lnTo>
                <a:lnTo>
                  <a:pt x="1902" y="1841"/>
                </a:lnTo>
                <a:lnTo>
                  <a:pt x="1902" y="1840"/>
                </a:lnTo>
                <a:lnTo>
                  <a:pt x="1901" y="1839"/>
                </a:lnTo>
                <a:lnTo>
                  <a:pt x="1900" y="1838"/>
                </a:lnTo>
                <a:lnTo>
                  <a:pt x="1899" y="1838"/>
                </a:lnTo>
                <a:lnTo>
                  <a:pt x="1898" y="1837"/>
                </a:lnTo>
                <a:lnTo>
                  <a:pt x="1897" y="1837"/>
                </a:lnTo>
                <a:lnTo>
                  <a:pt x="1896" y="1837"/>
                </a:lnTo>
                <a:lnTo>
                  <a:pt x="1895" y="1836"/>
                </a:lnTo>
                <a:lnTo>
                  <a:pt x="1895" y="1835"/>
                </a:lnTo>
                <a:lnTo>
                  <a:pt x="1894" y="1835"/>
                </a:lnTo>
                <a:lnTo>
                  <a:pt x="1893" y="1835"/>
                </a:lnTo>
                <a:lnTo>
                  <a:pt x="1893" y="1834"/>
                </a:lnTo>
                <a:lnTo>
                  <a:pt x="1892" y="1834"/>
                </a:lnTo>
                <a:lnTo>
                  <a:pt x="1891" y="1834"/>
                </a:lnTo>
                <a:lnTo>
                  <a:pt x="1890" y="1834"/>
                </a:lnTo>
                <a:lnTo>
                  <a:pt x="1890" y="1835"/>
                </a:lnTo>
                <a:lnTo>
                  <a:pt x="1889" y="1835"/>
                </a:lnTo>
                <a:lnTo>
                  <a:pt x="1888" y="1835"/>
                </a:lnTo>
                <a:lnTo>
                  <a:pt x="1888" y="1836"/>
                </a:lnTo>
                <a:lnTo>
                  <a:pt x="1887" y="1836"/>
                </a:lnTo>
                <a:lnTo>
                  <a:pt x="1886" y="1836"/>
                </a:lnTo>
                <a:lnTo>
                  <a:pt x="1885" y="1836"/>
                </a:lnTo>
                <a:lnTo>
                  <a:pt x="1884" y="1836"/>
                </a:lnTo>
                <a:lnTo>
                  <a:pt x="1883" y="1836"/>
                </a:lnTo>
                <a:lnTo>
                  <a:pt x="1882" y="1836"/>
                </a:lnTo>
                <a:lnTo>
                  <a:pt x="1881" y="1835"/>
                </a:lnTo>
                <a:lnTo>
                  <a:pt x="1881" y="1834"/>
                </a:lnTo>
                <a:lnTo>
                  <a:pt x="1880" y="1833"/>
                </a:lnTo>
                <a:lnTo>
                  <a:pt x="1879" y="1832"/>
                </a:lnTo>
                <a:lnTo>
                  <a:pt x="1878" y="1832"/>
                </a:lnTo>
                <a:lnTo>
                  <a:pt x="1878" y="1831"/>
                </a:lnTo>
                <a:lnTo>
                  <a:pt x="1877" y="1831"/>
                </a:lnTo>
                <a:lnTo>
                  <a:pt x="1876" y="1831"/>
                </a:lnTo>
                <a:lnTo>
                  <a:pt x="1875" y="1831"/>
                </a:lnTo>
                <a:lnTo>
                  <a:pt x="1875" y="1830"/>
                </a:lnTo>
                <a:lnTo>
                  <a:pt x="1874" y="1830"/>
                </a:lnTo>
                <a:lnTo>
                  <a:pt x="1873" y="1830"/>
                </a:lnTo>
                <a:lnTo>
                  <a:pt x="1873" y="1831"/>
                </a:lnTo>
                <a:lnTo>
                  <a:pt x="1872" y="1831"/>
                </a:lnTo>
                <a:lnTo>
                  <a:pt x="1871" y="1831"/>
                </a:lnTo>
                <a:lnTo>
                  <a:pt x="1869" y="1831"/>
                </a:lnTo>
                <a:lnTo>
                  <a:pt x="1868" y="1831"/>
                </a:lnTo>
                <a:lnTo>
                  <a:pt x="1868" y="1830"/>
                </a:lnTo>
                <a:lnTo>
                  <a:pt x="1868" y="1829"/>
                </a:lnTo>
                <a:lnTo>
                  <a:pt x="1868" y="1828"/>
                </a:lnTo>
                <a:lnTo>
                  <a:pt x="1868" y="1827"/>
                </a:lnTo>
                <a:lnTo>
                  <a:pt x="1868" y="1826"/>
                </a:lnTo>
                <a:lnTo>
                  <a:pt x="1867" y="1826"/>
                </a:lnTo>
                <a:lnTo>
                  <a:pt x="1867" y="1825"/>
                </a:lnTo>
                <a:lnTo>
                  <a:pt x="1867" y="1824"/>
                </a:lnTo>
                <a:lnTo>
                  <a:pt x="1867" y="1823"/>
                </a:lnTo>
                <a:lnTo>
                  <a:pt x="1866" y="1823"/>
                </a:lnTo>
                <a:lnTo>
                  <a:pt x="1866" y="1822"/>
                </a:lnTo>
                <a:lnTo>
                  <a:pt x="1865" y="1822"/>
                </a:lnTo>
                <a:lnTo>
                  <a:pt x="1865" y="1821"/>
                </a:lnTo>
                <a:lnTo>
                  <a:pt x="1864" y="1821"/>
                </a:lnTo>
                <a:lnTo>
                  <a:pt x="1864" y="1820"/>
                </a:lnTo>
                <a:lnTo>
                  <a:pt x="1864" y="1819"/>
                </a:lnTo>
                <a:lnTo>
                  <a:pt x="1863" y="1819"/>
                </a:lnTo>
                <a:lnTo>
                  <a:pt x="1863" y="1818"/>
                </a:lnTo>
                <a:lnTo>
                  <a:pt x="1863" y="1817"/>
                </a:lnTo>
                <a:lnTo>
                  <a:pt x="1863" y="1816"/>
                </a:lnTo>
                <a:lnTo>
                  <a:pt x="1862" y="1816"/>
                </a:lnTo>
                <a:lnTo>
                  <a:pt x="1862" y="1815"/>
                </a:lnTo>
                <a:lnTo>
                  <a:pt x="1861" y="1815"/>
                </a:lnTo>
                <a:lnTo>
                  <a:pt x="1860" y="1815"/>
                </a:lnTo>
                <a:lnTo>
                  <a:pt x="1858" y="1815"/>
                </a:lnTo>
                <a:lnTo>
                  <a:pt x="1858" y="1814"/>
                </a:lnTo>
                <a:lnTo>
                  <a:pt x="1857" y="1813"/>
                </a:lnTo>
                <a:lnTo>
                  <a:pt x="1857" y="1812"/>
                </a:lnTo>
                <a:lnTo>
                  <a:pt x="1857" y="1811"/>
                </a:lnTo>
                <a:lnTo>
                  <a:pt x="1857" y="1810"/>
                </a:lnTo>
                <a:lnTo>
                  <a:pt x="1856" y="1810"/>
                </a:lnTo>
                <a:lnTo>
                  <a:pt x="1855" y="1810"/>
                </a:lnTo>
                <a:lnTo>
                  <a:pt x="1854" y="1810"/>
                </a:lnTo>
                <a:lnTo>
                  <a:pt x="1853" y="1810"/>
                </a:lnTo>
                <a:lnTo>
                  <a:pt x="1852" y="1810"/>
                </a:lnTo>
                <a:lnTo>
                  <a:pt x="1850" y="1810"/>
                </a:lnTo>
                <a:lnTo>
                  <a:pt x="1850" y="1811"/>
                </a:lnTo>
                <a:lnTo>
                  <a:pt x="1849" y="1811"/>
                </a:lnTo>
                <a:lnTo>
                  <a:pt x="1849" y="1810"/>
                </a:lnTo>
                <a:lnTo>
                  <a:pt x="1848" y="1810"/>
                </a:lnTo>
                <a:lnTo>
                  <a:pt x="1847" y="1810"/>
                </a:lnTo>
                <a:lnTo>
                  <a:pt x="1846" y="1810"/>
                </a:lnTo>
                <a:lnTo>
                  <a:pt x="1845" y="1810"/>
                </a:lnTo>
                <a:lnTo>
                  <a:pt x="1844" y="1810"/>
                </a:lnTo>
                <a:lnTo>
                  <a:pt x="1844" y="1811"/>
                </a:lnTo>
                <a:lnTo>
                  <a:pt x="1844" y="1810"/>
                </a:lnTo>
                <a:lnTo>
                  <a:pt x="1843" y="1810"/>
                </a:lnTo>
                <a:lnTo>
                  <a:pt x="1842" y="1809"/>
                </a:lnTo>
                <a:lnTo>
                  <a:pt x="1841" y="1809"/>
                </a:lnTo>
                <a:lnTo>
                  <a:pt x="1841" y="1808"/>
                </a:lnTo>
                <a:lnTo>
                  <a:pt x="1840" y="1807"/>
                </a:lnTo>
                <a:lnTo>
                  <a:pt x="1839" y="1806"/>
                </a:lnTo>
                <a:lnTo>
                  <a:pt x="1838" y="1806"/>
                </a:lnTo>
                <a:lnTo>
                  <a:pt x="1837" y="1805"/>
                </a:lnTo>
                <a:lnTo>
                  <a:pt x="1838" y="1805"/>
                </a:lnTo>
                <a:lnTo>
                  <a:pt x="1838" y="1804"/>
                </a:lnTo>
                <a:lnTo>
                  <a:pt x="1838" y="1803"/>
                </a:lnTo>
                <a:lnTo>
                  <a:pt x="1838" y="1802"/>
                </a:lnTo>
                <a:lnTo>
                  <a:pt x="1837" y="1802"/>
                </a:lnTo>
                <a:lnTo>
                  <a:pt x="1837" y="1801"/>
                </a:lnTo>
                <a:lnTo>
                  <a:pt x="1836" y="1801"/>
                </a:lnTo>
                <a:lnTo>
                  <a:pt x="1835" y="1800"/>
                </a:lnTo>
                <a:lnTo>
                  <a:pt x="1835" y="1799"/>
                </a:lnTo>
                <a:lnTo>
                  <a:pt x="1834" y="1799"/>
                </a:lnTo>
                <a:lnTo>
                  <a:pt x="1833" y="1799"/>
                </a:lnTo>
                <a:lnTo>
                  <a:pt x="1832" y="1799"/>
                </a:lnTo>
                <a:lnTo>
                  <a:pt x="1831" y="1798"/>
                </a:lnTo>
                <a:lnTo>
                  <a:pt x="1830" y="1798"/>
                </a:lnTo>
                <a:lnTo>
                  <a:pt x="1829" y="1798"/>
                </a:lnTo>
                <a:lnTo>
                  <a:pt x="1828" y="1798"/>
                </a:lnTo>
                <a:lnTo>
                  <a:pt x="1827" y="1798"/>
                </a:lnTo>
                <a:lnTo>
                  <a:pt x="1827" y="1799"/>
                </a:lnTo>
                <a:lnTo>
                  <a:pt x="1827" y="1801"/>
                </a:lnTo>
                <a:lnTo>
                  <a:pt x="1827" y="1802"/>
                </a:lnTo>
                <a:lnTo>
                  <a:pt x="1827" y="1803"/>
                </a:lnTo>
                <a:lnTo>
                  <a:pt x="1826" y="1803"/>
                </a:lnTo>
                <a:lnTo>
                  <a:pt x="1826" y="1804"/>
                </a:lnTo>
                <a:lnTo>
                  <a:pt x="1825" y="1804"/>
                </a:lnTo>
                <a:lnTo>
                  <a:pt x="1825" y="1805"/>
                </a:lnTo>
                <a:lnTo>
                  <a:pt x="1824" y="1805"/>
                </a:lnTo>
                <a:lnTo>
                  <a:pt x="1824" y="1806"/>
                </a:lnTo>
                <a:lnTo>
                  <a:pt x="1823" y="1806"/>
                </a:lnTo>
                <a:lnTo>
                  <a:pt x="1823" y="1807"/>
                </a:lnTo>
                <a:lnTo>
                  <a:pt x="1822" y="1808"/>
                </a:lnTo>
                <a:lnTo>
                  <a:pt x="1822" y="1807"/>
                </a:lnTo>
                <a:lnTo>
                  <a:pt x="1822" y="1806"/>
                </a:lnTo>
                <a:lnTo>
                  <a:pt x="1821" y="1806"/>
                </a:lnTo>
                <a:lnTo>
                  <a:pt x="1820" y="1805"/>
                </a:lnTo>
                <a:lnTo>
                  <a:pt x="1819" y="1804"/>
                </a:lnTo>
                <a:lnTo>
                  <a:pt x="1818" y="1804"/>
                </a:lnTo>
                <a:lnTo>
                  <a:pt x="1817" y="1804"/>
                </a:lnTo>
                <a:lnTo>
                  <a:pt x="1816" y="1804"/>
                </a:lnTo>
                <a:lnTo>
                  <a:pt x="1815" y="1804"/>
                </a:lnTo>
                <a:lnTo>
                  <a:pt x="1815" y="1805"/>
                </a:lnTo>
                <a:lnTo>
                  <a:pt x="1814" y="1804"/>
                </a:lnTo>
                <a:lnTo>
                  <a:pt x="1814" y="1805"/>
                </a:lnTo>
                <a:lnTo>
                  <a:pt x="1813" y="1805"/>
                </a:lnTo>
                <a:lnTo>
                  <a:pt x="1813" y="1806"/>
                </a:lnTo>
                <a:lnTo>
                  <a:pt x="1812" y="1806"/>
                </a:lnTo>
                <a:lnTo>
                  <a:pt x="1812" y="1807"/>
                </a:lnTo>
                <a:lnTo>
                  <a:pt x="1811" y="1807"/>
                </a:lnTo>
                <a:lnTo>
                  <a:pt x="1810" y="1807"/>
                </a:lnTo>
                <a:lnTo>
                  <a:pt x="1810" y="1806"/>
                </a:lnTo>
                <a:lnTo>
                  <a:pt x="1809" y="1806"/>
                </a:lnTo>
                <a:lnTo>
                  <a:pt x="1809" y="1805"/>
                </a:lnTo>
                <a:lnTo>
                  <a:pt x="1809" y="1804"/>
                </a:lnTo>
                <a:lnTo>
                  <a:pt x="1809" y="1803"/>
                </a:lnTo>
                <a:lnTo>
                  <a:pt x="1809" y="1802"/>
                </a:lnTo>
                <a:lnTo>
                  <a:pt x="1808" y="1802"/>
                </a:lnTo>
                <a:lnTo>
                  <a:pt x="1808" y="1801"/>
                </a:lnTo>
                <a:lnTo>
                  <a:pt x="1808" y="1800"/>
                </a:lnTo>
                <a:lnTo>
                  <a:pt x="1807" y="1800"/>
                </a:lnTo>
                <a:lnTo>
                  <a:pt x="1806" y="1800"/>
                </a:lnTo>
                <a:lnTo>
                  <a:pt x="1806" y="1799"/>
                </a:lnTo>
                <a:lnTo>
                  <a:pt x="1805" y="1799"/>
                </a:lnTo>
                <a:lnTo>
                  <a:pt x="1805" y="1798"/>
                </a:lnTo>
                <a:lnTo>
                  <a:pt x="1805" y="1797"/>
                </a:lnTo>
                <a:lnTo>
                  <a:pt x="1804" y="1797"/>
                </a:lnTo>
                <a:lnTo>
                  <a:pt x="1804" y="1796"/>
                </a:lnTo>
                <a:lnTo>
                  <a:pt x="1803" y="1795"/>
                </a:lnTo>
                <a:lnTo>
                  <a:pt x="1802" y="1795"/>
                </a:lnTo>
                <a:lnTo>
                  <a:pt x="1802" y="1794"/>
                </a:lnTo>
                <a:lnTo>
                  <a:pt x="1801" y="1794"/>
                </a:lnTo>
                <a:lnTo>
                  <a:pt x="1800" y="1794"/>
                </a:lnTo>
                <a:lnTo>
                  <a:pt x="1799" y="1794"/>
                </a:lnTo>
                <a:lnTo>
                  <a:pt x="1798" y="1794"/>
                </a:lnTo>
                <a:lnTo>
                  <a:pt x="1798" y="1795"/>
                </a:lnTo>
                <a:lnTo>
                  <a:pt x="1798" y="1794"/>
                </a:lnTo>
                <a:lnTo>
                  <a:pt x="1797" y="1794"/>
                </a:lnTo>
                <a:lnTo>
                  <a:pt x="1797" y="1793"/>
                </a:lnTo>
                <a:lnTo>
                  <a:pt x="1796" y="1794"/>
                </a:lnTo>
                <a:lnTo>
                  <a:pt x="1795" y="1794"/>
                </a:lnTo>
                <a:lnTo>
                  <a:pt x="1794" y="1794"/>
                </a:lnTo>
                <a:lnTo>
                  <a:pt x="1793" y="1794"/>
                </a:lnTo>
                <a:lnTo>
                  <a:pt x="1792" y="1794"/>
                </a:lnTo>
                <a:lnTo>
                  <a:pt x="1792" y="1793"/>
                </a:lnTo>
                <a:lnTo>
                  <a:pt x="1791" y="1793"/>
                </a:lnTo>
                <a:lnTo>
                  <a:pt x="1791" y="1794"/>
                </a:lnTo>
                <a:lnTo>
                  <a:pt x="1790" y="1794"/>
                </a:lnTo>
                <a:lnTo>
                  <a:pt x="1789" y="1794"/>
                </a:lnTo>
                <a:lnTo>
                  <a:pt x="1788" y="1794"/>
                </a:lnTo>
                <a:lnTo>
                  <a:pt x="1787" y="1794"/>
                </a:lnTo>
                <a:lnTo>
                  <a:pt x="1787" y="1793"/>
                </a:lnTo>
                <a:lnTo>
                  <a:pt x="1787" y="1792"/>
                </a:lnTo>
                <a:lnTo>
                  <a:pt x="1786" y="1791"/>
                </a:lnTo>
                <a:lnTo>
                  <a:pt x="1786" y="1790"/>
                </a:lnTo>
                <a:lnTo>
                  <a:pt x="1786" y="1789"/>
                </a:lnTo>
                <a:lnTo>
                  <a:pt x="1785" y="1789"/>
                </a:lnTo>
                <a:lnTo>
                  <a:pt x="1785" y="1788"/>
                </a:lnTo>
                <a:lnTo>
                  <a:pt x="1784" y="1788"/>
                </a:lnTo>
                <a:lnTo>
                  <a:pt x="1784" y="1787"/>
                </a:lnTo>
                <a:lnTo>
                  <a:pt x="1784" y="1786"/>
                </a:lnTo>
                <a:lnTo>
                  <a:pt x="1784" y="1785"/>
                </a:lnTo>
                <a:lnTo>
                  <a:pt x="1783" y="1785"/>
                </a:lnTo>
                <a:lnTo>
                  <a:pt x="1783" y="1784"/>
                </a:lnTo>
                <a:lnTo>
                  <a:pt x="1782" y="1784"/>
                </a:lnTo>
                <a:lnTo>
                  <a:pt x="1782" y="1783"/>
                </a:lnTo>
                <a:lnTo>
                  <a:pt x="1781" y="1783"/>
                </a:lnTo>
                <a:lnTo>
                  <a:pt x="1781" y="1784"/>
                </a:lnTo>
                <a:lnTo>
                  <a:pt x="1778" y="1784"/>
                </a:lnTo>
                <a:lnTo>
                  <a:pt x="1778" y="1783"/>
                </a:lnTo>
                <a:lnTo>
                  <a:pt x="1778" y="1782"/>
                </a:lnTo>
                <a:lnTo>
                  <a:pt x="1777" y="1782"/>
                </a:lnTo>
                <a:lnTo>
                  <a:pt x="1777" y="1781"/>
                </a:lnTo>
                <a:lnTo>
                  <a:pt x="1777" y="1780"/>
                </a:lnTo>
                <a:lnTo>
                  <a:pt x="1776" y="1780"/>
                </a:lnTo>
                <a:lnTo>
                  <a:pt x="1775" y="1780"/>
                </a:lnTo>
                <a:lnTo>
                  <a:pt x="1774" y="1780"/>
                </a:lnTo>
                <a:lnTo>
                  <a:pt x="1773" y="1780"/>
                </a:lnTo>
                <a:lnTo>
                  <a:pt x="1772" y="1779"/>
                </a:lnTo>
                <a:lnTo>
                  <a:pt x="1772" y="1778"/>
                </a:lnTo>
                <a:lnTo>
                  <a:pt x="1771" y="1778"/>
                </a:lnTo>
                <a:lnTo>
                  <a:pt x="1771" y="1779"/>
                </a:lnTo>
                <a:lnTo>
                  <a:pt x="1771" y="1780"/>
                </a:lnTo>
                <a:lnTo>
                  <a:pt x="1770" y="1780"/>
                </a:lnTo>
                <a:lnTo>
                  <a:pt x="1770" y="1781"/>
                </a:lnTo>
                <a:lnTo>
                  <a:pt x="1769" y="1781"/>
                </a:lnTo>
                <a:lnTo>
                  <a:pt x="1768" y="1781"/>
                </a:lnTo>
                <a:lnTo>
                  <a:pt x="1768" y="1782"/>
                </a:lnTo>
                <a:lnTo>
                  <a:pt x="1767" y="1782"/>
                </a:lnTo>
                <a:lnTo>
                  <a:pt x="1766" y="1782"/>
                </a:lnTo>
                <a:lnTo>
                  <a:pt x="1766" y="1783"/>
                </a:lnTo>
                <a:lnTo>
                  <a:pt x="1766" y="1784"/>
                </a:lnTo>
                <a:lnTo>
                  <a:pt x="1767" y="1784"/>
                </a:lnTo>
                <a:lnTo>
                  <a:pt x="1767" y="1785"/>
                </a:lnTo>
                <a:lnTo>
                  <a:pt x="1768" y="1785"/>
                </a:lnTo>
                <a:lnTo>
                  <a:pt x="1768" y="1786"/>
                </a:lnTo>
                <a:lnTo>
                  <a:pt x="1767" y="1786"/>
                </a:lnTo>
                <a:lnTo>
                  <a:pt x="1767" y="1787"/>
                </a:lnTo>
                <a:lnTo>
                  <a:pt x="1766" y="1787"/>
                </a:lnTo>
                <a:lnTo>
                  <a:pt x="1766" y="1788"/>
                </a:lnTo>
                <a:lnTo>
                  <a:pt x="1765" y="1788"/>
                </a:lnTo>
                <a:lnTo>
                  <a:pt x="1765" y="1789"/>
                </a:lnTo>
                <a:lnTo>
                  <a:pt x="1764" y="1788"/>
                </a:lnTo>
                <a:lnTo>
                  <a:pt x="1764" y="1789"/>
                </a:lnTo>
                <a:lnTo>
                  <a:pt x="1763" y="1789"/>
                </a:lnTo>
                <a:lnTo>
                  <a:pt x="1762" y="1789"/>
                </a:lnTo>
                <a:lnTo>
                  <a:pt x="1762" y="1788"/>
                </a:lnTo>
                <a:lnTo>
                  <a:pt x="1761" y="1788"/>
                </a:lnTo>
                <a:lnTo>
                  <a:pt x="1761" y="1789"/>
                </a:lnTo>
                <a:lnTo>
                  <a:pt x="1760" y="1789"/>
                </a:lnTo>
                <a:lnTo>
                  <a:pt x="1759" y="1789"/>
                </a:lnTo>
                <a:lnTo>
                  <a:pt x="1759" y="1790"/>
                </a:lnTo>
                <a:lnTo>
                  <a:pt x="1758" y="1790"/>
                </a:lnTo>
                <a:lnTo>
                  <a:pt x="1757" y="1791"/>
                </a:lnTo>
                <a:lnTo>
                  <a:pt x="1756" y="1791"/>
                </a:lnTo>
                <a:lnTo>
                  <a:pt x="1755" y="1791"/>
                </a:lnTo>
                <a:lnTo>
                  <a:pt x="1755" y="1790"/>
                </a:lnTo>
                <a:lnTo>
                  <a:pt x="1754" y="1790"/>
                </a:lnTo>
                <a:lnTo>
                  <a:pt x="1753" y="1790"/>
                </a:lnTo>
                <a:lnTo>
                  <a:pt x="1753" y="1789"/>
                </a:lnTo>
                <a:lnTo>
                  <a:pt x="1752" y="1789"/>
                </a:lnTo>
                <a:lnTo>
                  <a:pt x="1751" y="1789"/>
                </a:lnTo>
                <a:lnTo>
                  <a:pt x="1751" y="1788"/>
                </a:lnTo>
                <a:lnTo>
                  <a:pt x="1750" y="1788"/>
                </a:lnTo>
                <a:lnTo>
                  <a:pt x="1749" y="1788"/>
                </a:lnTo>
                <a:lnTo>
                  <a:pt x="1748" y="1788"/>
                </a:lnTo>
                <a:lnTo>
                  <a:pt x="1748" y="1789"/>
                </a:lnTo>
                <a:lnTo>
                  <a:pt x="1747" y="1789"/>
                </a:lnTo>
                <a:lnTo>
                  <a:pt x="1747" y="1790"/>
                </a:lnTo>
                <a:lnTo>
                  <a:pt x="1746" y="1790"/>
                </a:lnTo>
                <a:lnTo>
                  <a:pt x="1745" y="1790"/>
                </a:lnTo>
                <a:lnTo>
                  <a:pt x="1745" y="1789"/>
                </a:lnTo>
                <a:lnTo>
                  <a:pt x="1745" y="1790"/>
                </a:lnTo>
                <a:lnTo>
                  <a:pt x="1744" y="1790"/>
                </a:lnTo>
                <a:lnTo>
                  <a:pt x="1743" y="1790"/>
                </a:lnTo>
                <a:lnTo>
                  <a:pt x="1742" y="1789"/>
                </a:lnTo>
                <a:lnTo>
                  <a:pt x="1741" y="1789"/>
                </a:lnTo>
                <a:lnTo>
                  <a:pt x="1740" y="1789"/>
                </a:lnTo>
                <a:lnTo>
                  <a:pt x="1740" y="1790"/>
                </a:lnTo>
                <a:lnTo>
                  <a:pt x="1739" y="1790"/>
                </a:lnTo>
                <a:lnTo>
                  <a:pt x="1738" y="1790"/>
                </a:lnTo>
                <a:lnTo>
                  <a:pt x="1737" y="1790"/>
                </a:lnTo>
                <a:lnTo>
                  <a:pt x="1737" y="1789"/>
                </a:lnTo>
                <a:lnTo>
                  <a:pt x="1736" y="1789"/>
                </a:lnTo>
                <a:lnTo>
                  <a:pt x="1735" y="1789"/>
                </a:lnTo>
                <a:lnTo>
                  <a:pt x="1734" y="1789"/>
                </a:lnTo>
                <a:lnTo>
                  <a:pt x="1734" y="1790"/>
                </a:lnTo>
                <a:lnTo>
                  <a:pt x="1735" y="1790"/>
                </a:lnTo>
                <a:lnTo>
                  <a:pt x="1734" y="1790"/>
                </a:lnTo>
                <a:lnTo>
                  <a:pt x="1733" y="1791"/>
                </a:lnTo>
                <a:lnTo>
                  <a:pt x="1734" y="1791"/>
                </a:lnTo>
                <a:lnTo>
                  <a:pt x="1734" y="1792"/>
                </a:lnTo>
                <a:lnTo>
                  <a:pt x="1733" y="1792"/>
                </a:lnTo>
                <a:lnTo>
                  <a:pt x="1732" y="1792"/>
                </a:lnTo>
                <a:lnTo>
                  <a:pt x="1732" y="1793"/>
                </a:lnTo>
                <a:lnTo>
                  <a:pt x="1731" y="1793"/>
                </a:lnTo>
                <a:lnTo>
                  <a:pt x="1731" y="1794"/>
                </a:lnTo>
                <a:lnTo>
                  <a:pt x="1730" y="1794"/>
                </a:lnTo>
                <a:lnTo>
                  <a:pt x="1730" y="1795"/>
                </a:lnTo>
                <a:lnTo>
                  <a:pt x="1729" y="1795"/>
                </a:lnTo>
                <a:lnTo>
                  <a:pt x="1729" y="1796"/>
                </a:lnTo>
                <a:lnTo>
                  <a:pt x="1728" y="1796"/>
                </a:lnTo>
                <a:lnTo>
                  <a:pt x="1728" y="1797"/>
                </a:lnTo>
                <a:lnTo>
                  <a:pt x="1728" y="1798"/>
                </a:lnTo>
                <a:lnTo>
                  <a:pt x="1727" y="1798"/>
                </a:lnTo>
                <a:lnTo>
                  <a:pt x="1726" y="1797"/>
                </a:lnTo>
                <a:lnTo>
                  <a:pt x="1725" y="1797"/>
                </a:lnTo>
                <a:lnTo>
                  <a:pt x="1725" y="1798"/>
                </a:lnTo>
                <a:lnTo>
                  <a:pt x="1724" y="1798"/>
                </a:lnTo>
                <a:lnTo>
                  <a:pt x="1724" y="1799"/>
                </a:lnTo>
                <a:lnTo>
                  <a:pt x="1724" y="1800"/>
                </a:lnTo>
                <a:lnTo>
                  <a:pt x="1723" y="1800"/>
                </a:lnTo>
                <a:lnTo>
                  <a:pt x="1723" y="1801"/>
                </a:lnTo>
                <a:lnTo>
                  <a:pt x="1722" y="1802"/>
                </a:lnTo>
                <a:lnTo>
                  <a:pt x="1721" y="1802"/>
                </a:lnTo>
                <a:lnTo>
                  <a:pt x="1721" y="1803"/>
                </a:lnTo>
                <a:lnTo>
                  <a:pt x="1720" y="1803"/>
                </a:lnTo>
                <a:lnTo>
                  <a:pt x="1720" y="1804"/>
                </a:lnTo>
                <a:lnTo>
                  <a:pt x="1720" y="1803"/>
                </a:lnTo>
                <a:lnTo>
                  <a:pt x="1719" y="1803"/>
                </a:lnTo>
                <a:lnTo>
                  <a:pt x="1719" y="1802"/>
                </a:lnTo>
                <a:lnTo>
                  <a:pt x="1718" y="1802"/>
                </a:lnTo>
                <a:lnTo>
                  <a:pt x="1717" y="1802"/>
                </a:lnTo>
                <a:lnTo>
                  <a:pt x="1717" y="1801"/>
                </a:lnTo>
                <a:lnTo>
                  <a:pt x="1716" y="1801"/>
                </a:lnTo>
                <a:lnTo>
                  <a:pt x="1716" y="1802"/>
                </a:lnTo>
                <a:lnTo>
                  <a:pt x="1715" y="1802"/>
                </a:lnTo>
                <a:lnTo>
                  <a:pt x="1715" y="1803"/>
                </a:lnTo>
                <a:lnTo>
                  <a:pt x="1715" y="1804"/>
                </a:lnTo>
                <a:lnTo>
                  <a:pt x="1714" y="1804"/>
                </a:lnTo>
                <a:lnTo>
                  <a:pt x="1714" y="1805"/>
                </a:lnTo>
                <a:lnTo>
                  <a:pt x="1713" y="1805"/>
                </a:lnTo>
                <a:lnTo>
                  <a:pt x="1713" y="1806"/>
                </a:lnTo>
                <a:lnTo>
                  <a:pt x="1712" y="1806"/>
                </a:lnTo>
                <a:lnTo>
                  <a:pt x="1711" y="1807"/>
                </a:lnTo>
                <a:lnTo>
                  <a:pt x="1710" y="1807"/>
                </a:lnTo>
                <a:lnTo>
                  <a:pt x="1710" y="1808"/>
                </a:lnTo>
                <a:lnTo>
                  <a:pt x="1709" y="1809"/>
                </a:lnTo>
                <a:lnTo>
                  <a:pt x="1708" y="1809"/>
                </a:lnTo>
                <a:lnTo>
                  <a:pt x="1708" y="1810"/>
                </a:lnTo>
                <a:lnTo>
                  <a:pt x="1708" y="1811"/>
                </a:lnTo>
                <a:lnTo>
                  <a:pt x="1708" y="1810"/>
                </a:lnTo>
                <a:lnTo>
                  <a:pt x="1708" y="1811"/>
                </a:lnTo>
                <a:lnTo>
                  <a:pt x="1707" y="1811"/>
                </a:lnTo>
                <a:lnTo>
                  <a:pt x="1706" y="1811"/>
                </a:lnTo>
                <a:lnTo>
                  <a:pt x="1706" y="1812"/>
                </a:lnTo>
                <a:lnTo>
                  <a:pt x="1705" y="1812"/>
                </a:lnTo>
                <a:lnTo>
                  <a:pt x="1706" y="1812"/>
                </a:lnTo>
                <a:lnTo>
                  <a:pt x="1706" y="1813"/>
                </a:lnTo>
                <a:lnTo>
                  <a:pt x="1706" y="1814"/>
                </a:lnTo>
                <a:lnTo>
                  <a:pt x="1707" y="1814"/>
                </a:lnTo>
                <a:lnTo>
                  <a:pt x="1707" y="1815"/>
                </a:lnTo>
                <a:lnTo>
                  <a:pt x="1707" y="1816"/>
                </a:lnTo>
                <a:lnTo>
                  <a:pt x="1706" y="1816"/>
                </a:lnTo>
                <a:lnTo>
                  <a:pt x="1705" y="1816"/>
                </a:lnTo>
                <a:lnTo>
                  <a:pt x="1705" y="1817"/>
                </a:lnTo>
                <a:lnTo>
                  <a:pt x="1704" y="1817"/>
                </a:lnTo>
                <a:lnTo>
                  <a:pt x="1703" y="1817"/>
                </a:lnTo>
                <a:lnTo>
                  <a:pt x="1703" y="1818"/>
                </a:lnTo>
                <a:lnTo>
                  <a:pt x="1703" y="1819"/>
                </a:lnTo>
                <a:lnTo>
                  <a:pt x="1703" y="1820"/>
                </a:lnTo>
                <a:lnTo>
                  <a:pt x="1703" y="1821"/>
                </a:lnTo>
                <a:lnTo>
                  <a:pt x="1702" y="1821"/>
                </a:lnTo>
                <a:lnTo>
                  <a:pt x="1702" y="1822"/>
                </a:lnTo>
                <a:lnTo>
                  <a:pt x="1702" y="1823"/>
                </a:lnTo>
                <a:lnTo>
                  <a:pt x="1702" y="1824"/>
                </a:lnTo>
                <a:lnTo>
                  <a:pt x="1701" y="1824"/>
                </a:lnTo>
                <a:lnTo>
                  <a:pt x="1701" y="1825"/>
                </a:lnTo>
                <a:lnTo>
                  <a:pt x="1700" y="1825"/>
                </a:lnTo>
                <a:lnTo>
                  <a:pt x="1700" y="1826"/>
                </a:lnTo>
                <a:lnTo>
                  <a:pt x="1699" y="1826"/>
                </a:lnTo>
                <a:lnTo>
                  <a:pt x="1699" y="1827"/>
                </a:lnTo>
                <a:lnTo>
                  <a:pt x="1699" y="1828"/>
                </a:lnTo>
                <a:lnTo>
                  <a:pt x="1698" y="1828"/>
                </a:lnTo>
                <a:lnTo>
                  <a:pt x="1698" y="1829"/>
                </a:lnTo>
                <a:lnTo>
                  <a:pt x="1696" y="1829"/>
                </a:lnTo>
                <a:lnTo>
                  <a:pt x="1695" y="1830"/>
                </a:lnTo>
                <a:lnTo>
                  <a:pt x="1694" y="1831"/>
                </a:lnTo>
                <a:lnTo>
                  <a:pt x="1694" y="1832"/>
                </a:lnTo>
                <a:lnTo>
                  <a:pt x="1694" y="1833"/>
                </a:lnTo>
                <a:lnTo>
                  <a:pt x="1693" y="1833"/>
                </a:lnTo>
                <a:lnTo>
                  <a:pt x="1692" y="1833"/>
                </a:lnTo>
                <a:lnTo>
                  <a:pt x="1691" y="1833"/>
                </a:lnTo>
                <a:lnTo>
                  <a:pt x="1691" y="1834"/>
                </a:lnTo>
                <a:lnTo>
                  <a:pt x="1690" y="1835"/>
                </a:lnTo>
                <a:lnTo>
                  <a:pt x="1691" y="1835"/>
                </a:lnTo>
                <a:lnTo>
                  <a:pt x="1690" y="1836"/>
                </a:lnTo>
                <a:lnTo>
                  <a:pt x="1689" y="1836"/>
                </a:lnTo>
                <a:lnTo>
                  <a:pt x="1689" y="1837"/>
                </a:lnTo>
                <a:lnTo>
                  <a:pt x="1689" y="1838"/>
                </a:lnTo>
                <a:lnTo>
                  <a:pt x="1689" y="1839"/>
                </a:lnTo>
                <a:lnTo>
                  <a:pt x="1688" y="1839"/>
                </a:lnTo>
                <a:lnTo>
                  <a:pt x="1687" y="1839"/>
                </a:lnTo>
                <a:lnTo>
                  <a:pt x="1687" y="1840"/>
                </a:lnTo>
                <a:lnTo>
                  <a:pt x="1686" y="1840"/>
                </a:lnTo>
                <a:lnTo>
                  <a:pt x="1685" y="1840"/>
                </a:lnTo>
                <a:lnTo>
                  <a:pt x="1685" y="1841"/>
                </a:lnTo>
                <a:lnTo>
                  <a:pt x="1685" y="1842"/>
                </a:lnTo>
                <a:lnTo>
                  <a:pt x="1684" y="1842"/>
                </a:lnTo>
                <a:lnTo>
                  <a:pt x="1683" y="1842"/>
                </a:lnTo>
                <a:lnTo>
                  <a:pt x="1682" y="1842"/>
                </a:lnTo>
                <a:lnTo>
                  <a:pt x="1681" y="1843"/>
                </a:lnTo>
                <a:lnTo>
                  <a:pt x="1680" y="1843"/>
                </a:lnTo>
                <a:lnTo>
                  <a:pt x="1679" y="1843"/>
                </a:lnTo>
                <a:lnTo>
                  <a:pt x="1678" y="1843"/>
                </a:lnTo>
                <a:lnTo>
                  <a:pt x="1678" y="1844"/>
                </a:lnTo>
                <a:lnTo>
                  <a:pt x="1677" y="1844"/>
                </a:lnTo>
                <a:lnTo>
                  <a:pt x="1677" y="1845"/>
                </a:lnTo>
                <a:lnTo>
                  <a:pt x="1676" y="1845"/>
                </a:lnTo>
                <a:lnTo>
                  <a:pt x="1675" y="1845"/>
                </a:lnTo>
                <a:lnTo>
                  <a:pt x="1674" y="1845"/>
                </a:lnTo>
                <a:lnTo>
                  <a:pt x="1674" y="1844"/>
                </a:lnTo>
                <a:lnTo>
                  <a:pt x="1673" y="1844"/>
                </a:lnTo>
                <a:lnTo>
                  <a:pt x="1672" y="1844"/>
                </a:lnTo>
                <a:lnTo>
                  <a:pt x="1671" y="1844"/>
                </a:lnTo>
                <a:lnTo>
                  <a:pt x="1670" y="1845"/>
                </a:lnTo>
                <a:lnTo>
                  <a:pt x="1670" y="1846"/>
                </a:lnTo>
                <a:lnTo>
                  <a:pt x="1669" y="1846"/>
                </a:lnTo>
                <a:lnTo>
                  <a:pt x="1669" y="1847"/>
                </a:lnTo>
                <a:lnTo>
                  <a:pt x="1668" y="1847"/>
                </a:lnTo>
                <a:lnTo>
                  <a:pt x="1667" y="1847"/>
                </a:lnTo>
                <a:lnTo>
                  <a:pt x="1667" y="1848"/>
                </a:lnTo>
                <a:lnTo>
                  <a:pt x="1667" y="1849"/>
                </a:lnTo>
                <a:lnTo>
                  <a:pt x="1666" y="1849"/>
                </a:lnTo>
                <a:lnTo>
                  <a:pt x="1666" y="1850"/>
                </a:lnTo>
                <a:lnTo>
                  <a:pt x="1665" y="1851"/>
                </a:lnTo>
                <a:lnTo>
                  <a:pt x="1664" y="1851"/>
                </a:lnTo>
                <a:lnTo>
                  <a:pt x="1664" y="1852"/>
                </a:lnTo>
                <a:lnTo>
                  <a:pt x="1663" y="1852"/>
                </a:lnTo>
                <a:lnTo>
                  <a:pt x="1663" y="1853"/>
                </a:lnTo>
                <a:lnTo>
                  <a:pt x="1662" y="1853"/>
                </a:lnTo>
                <a:lnTo>
                  <a:pt x="1661" y="1853"/>
                </a:lnTo>
                <a:lnTo>
                  <a:pt x="1660" y="1853"/>
                </a:lnTo>
                <a:lnTo>
                  <a:pt x="1659" y="1853"/>
                </a:lnTo>
                <a:lnTo>
                  <a:pt x="1658" y="1853"/>
                </a:lnTo>
                <a:lnTo>
                  <a:pt x="1658" y="1855"/>
                </a:lnTo>
                <a:lnTo>
                  <a:pt x="1657" y="1855"/>
                </a:lnTo>
                <a:lnTo>
                  <a:pt x="1657" y="1856"/>
                </a:lnTo>
                <a:lnTo>
                  <a:pt x="1657" y="1857"/>
                </a:lnTo>
                <a:lnTo>
                  <a:pt x="1656" y="1857"/>
                </a:lnTo>
                <a:lnTo>
                  <a:pt x="1655" y="1857"/>
                </a:lnTo>
                <a:lnTo>
                  <a:pt x="1655" y="1858"/>
                </a:lnTo>
                <a:lnTo>
                  <a:pt x="1655" y="1859"/>
                </a:lnTo>
                <a:lnTo>
                  <a:pt x="1654" y="1859"/>
                </a:lnTo>
                <a:lnTo>
                  <a:pt x="1655" y="1859"/>
                </a:lnTo>
                <a:lnTo>
                  <a:pt x="1654" y="1859"/>
                </a:lnTo>
                <a:lnTo>
                  <a:pt x="1654" y="1860"/>
                </a:lnTo>
                <a:lnTo>
                  <a:pt x="1654" y="1861"/>
                </a:lnTo>
                <a:lnTo>
                  <a:pt x="1654" y="1862"/>
                </a:lnTo>
                <a:lnTo>
                  <a:pt x="1654" y="1863"/>
                </a:lnTo>
                <a:lnTo>
                  <a:pt x="1655" y="1864"/>
                </a:lnTo>
                <a:lnTo>
                  <a:pt x="1654" y="1864"/>
                </a:lnTo>
                <a:lnTo>
                  <a:pt x="1654" y="1865"/>
                </a:lnTo>
                <a:lnTo>
                  <a:pt x="1653" y="1865"/>
                </a:lnTo>
                <a:lnTo>
                  <a:pt x="1654" y="1866"/>
                </a:lnTo>
                <a:lnTo>
                  <a:pt x="1655" y="1866"/>
                </a:lnTo>
                <a:lnTo>
                  <a:pt x="1655" y="1867"/>
                </a:lnTo>
                <a:lnTo>
                  <a:pt x="1654" y="1867"/>
                </a:lnTo>
                <a:lnTo>
                  <a:pt x="1654" y="1868"/>
                </a:lnTo>
                <a:lnTo>
                  <a:pt x="1653" y="1868"/>
                </a:lnTo>
                <a:lnTo>
                  <a:pt x="1651" y="1868"/>
                </a:lnTo>
                <a:lnTo>
                  <a:pt x="1650" y="1868"/>
                </a:lnTo>
                <a:lnTo>
                  <a:pt x="1649" y="1868"/>
                </a:lnTo>
                <a:lnTo>
                  <a:pt x="1648" y="1868"/>
                </a:lnTo>
                <a:lnTo>
                  <a:pt x="1648" y="1869"/>
                </a:lnTo>
                <a:lnTo>
                  <a:pt x="1648" y="1870"/>
                </a:lnTo>
                <a:lnTo>
                  <a:pt x="1648" y="1871"/>
                </a:lnTo>
                <a:lnTo>
                  <a:pt x="1647" y="1871"/>
                </a:lnTo>
                <a:lnTo>
                  <a:pt x="1647" y="1872"/>
                </a:lnTo>
                <a:lnTo>
                  <a:pt x="1646" y="1872"/>
                </a:lnTo>
                <a:lnTo>
                  <a:pt x="1646" y="1873"/>
                </a:lnTo>
                <a:lnTo>
                  <a:pt x="1645" y="1873"/>
                </a:lnTo>
                <a:lnTo>
                  <a:pt x="1645" y="1874"/>
                </a:lnTo>
                <a:lnTo>
                  <a:pt x="1645" y="1875"/>
                </a:lnTo>
                <a:lnTo>
                  <a:pt x="1644" y="1875"/>
                </a:lnTo>
                <a:lnTo>
                  <a:pt x="1644" y="1876"/>
                </a:lnTo>
                <a:lnTo>
                  <a:pt x="1644" y="1877"/>
                </a:lnTo>
                <a:lnTo>
                  <a:pt x="1643" y="1877"/>
                </a:lnTo>
                <a:lnTo>
                  <a:pt x="1642" y="1878"/>
                </a:lnTo>
                <a:lnTo>
                  <a:pt x="1641" y="1878"/>
                </a:lnTo>
                <a:lnTo>
                  <a:pt x="1641" y="1879"/>
                </a:lnTo>
                <a:lnTo>
                  <a:pt x="1640" y="1879"/>
                </a:lnTo>
                <a:lnTo>
                  <a:pt x="1640" y="1880"/>
                </a:lnTo>
                <a:lnTo>
                  <a:pt x="1639" y="1880"/>
                </a:lnTo>
                <a:lnTo>
                  <a:pt x="1638" y="1880"/>
                </a:lnTo>
                <a:lnTo>
                  <a:pt x="1637" y="1881"/>
                </a:lnTo>
                <a:lnTo>
                  <a:pt x="1637" y="1882"/>
                </a:lnTo>
                <a:lnTo>
                  <a:pt x="1636" y="1882"/>
                </a:lnTo>
                <a:lnTo>
                  <a:pt x="1636" y="1883"/>
                </a:lnTo>
                <a:lnTo>
                  <a:pt x="1636" y="1884"/>
                </a:lnTo>
                <a:lnTo>
                  <a:pt x="1635" y="1884"/>
                </a:lnTo>
                <a:lnTo>
                  <a:pt x="1634" y="1884"/>
                </a:lnTo>
                <a:lnTo>
                  <a:pt x="1634" y="1885"/>
                </a:lnTo>
                <a:lnTo>
                  <a:pt x="1634" y="1886"/>
                </a:lnTo>
                <a:lnTo>
                  <a:pt x="1634" y="1887"/>
                </a:lnTo>
                <a:lnTo>
                  <a:pt x="1633" y="1887"/>
                </a:lnTo>
                <a:lnTo>
                  <a:pt x="1633" y="1888"/>
                </a:lnTo>
                <a:lnTo>
                  <a:pt x="1634" y="1889"/>
                </a:lnTo>
                <a:lnTo>
                  <a:pt x="1635" y="1889"/>
                </a:lnTo>
                <a:lnTo>
                  <a:pt x="1635" y="1890"/>
                </a:lnTo>
                <a:lnTo>
                  <a:pt x="1636" y="1890"/>
                </a:lnTo>
                <a:lnTo>
                  <a:pt x="1636" y="1891"/>
                </a:lnTo>
                <a:lnTo>
                  <a:pt x="1635" y="1891"/>
                </a:lnTo>
                <a:lnTo>
                  <a:pt x="1636" y="1891"/>
                </a:lnTo>
                <a:lnTo>
                  <a:pt x="1636" y="1892"/>
                </a:lnTo>
                <a:lnTo>
                  <a:pt x="1636" y="1893"/>
                </a:lnTo>
                <a:lnTo>
                  <a:pt x="1637" y="1893"/>
                </a:lnTo>
                <a:lnTo>
                  <a:pt x="1636" y="1894"/>
                </a:lnTo>
                <a:lnTo>
                  <a:pt x="1637" y="1895"/>
                </a:lnTo>
                <a:lnTo>
                  <a:pt x="1638" y="1895"/>
                </a:lnTo>
                <a:lnTo>
                  <a:pt x="1638" y="1896"/>
                </a:lnTo>
                <a:lnTo>
                  <a:pt x="1638" y="1897"/>
                </a:lnTo>
                <a:lnTo>
                  <a:pt x="1637" y="1897"/>
                </a:lnTo>
                <a:lnTo>
                  <a:pt x="1637" y="1898"/>
                </a:lnTo>
                <a:lnTo>
                  <a:pt x="1636" y="1898"/>
                </a:lnTo>
                <a:lnTo>
                  <a:pt x="1636" y="1899"/>
                </a:lnTo>
                <a:lnTo>
                  <a:pt x="1635" y="1900"/>
                </a:lnTo>
                <a:lnTo>
                  <a:pt x="1634" y="1900"/>
                </a:lnTo>
                <a:lnTo>
                  <a:pt x="1633" y="1900"/>
                </a:lnTo>
                <a:lnTo>
                  <a:pt x="1632" y="1900"/>
                </a:lnTo>
                <a:lnTo>
                  <a:pt x="1632" y="1901"/>
                </a:lnTo>
                <a:lnTo>
                  <a:pt x="1631" y="1902"/>
                </a:lnTo>
                <a:lnTo>
                  <a:pt x="1629" y="1902"/>
                </a:lnTo>
                <a:lnTo>
                  <a:pt x="1628" y="1902"/>
                </a:lnTo>
                <a:lnTo>
                  <a:pt x="1627" y="1902"/>
                </a:lnTo>
                <a:lnTo>
                  <a:pt x="1627" y="1903"/>
                </a:lnTo>
                <a:lnTo>
                  <a:pt x="1626" y="1903"/>
                </a:lnTo>
                <a:lnTo>
                  <a:pt x="1626" y="1904"/>
                </a:lnTo>
                <a:lnTo>
                  <a:pt x="1626" y="1905"/>
                </a:lnTo>
                <a:lnTo>
                  <a:pt x="1625" y="1905"/>
                </a:lnTo>
                <a:lnTo>
                  <a:pt x="1626" y="1906"/>
                </a:lnTo>
                <a:lnTo>
                  <a:pt x="1626" y="1907"/>
                </a:lnTo>
                <a:lnTo>
                  <a:pt x="1626" y="1908"/>
                </a:lnTo>
                <a:lnTo>
                  <a:pt x="1625" y="1909"/>
                </a:lnTo>
                <a:lnTo>
                  <a:pt x="1624" y="1909"/>
                </a:lnTo>
                <a:lnTo>
                  <a:pt x="1623" y="1909"/>
                </a:lnTo>
                <a:lnTo>
                  <a:pt x="1623" y="1910"/>
                </a:lnTo>
                <a:lnTo>
                  <a:pt x="1624" y="1910"/>
                </a:lnTo>
                <a:lnTo>
                  <a:pt x="1625" y="1910"/>
                </a:lnTo>
                <a:lnTo>
                  <a:pt x="1626" y="1911"/>
                </a:lnTo>
                <a:lnTo>
                  <a:pt x="1626" y="1912"/>
                </a:lnTo>
                <a:lnTo>
                  <a:pt x="1626" y="1914"/>
                </a:lnTo>
                <a:lnTo>
                  <a:pt x="1626" y="1915"/>
                </a:lnTo>
                <a:lnTo>
                  <a:pt x="1627" y="1916"/>
                </a:lnTo>
                <a:lnTo>
                  <a:pt x="1627" y="1917"/>
                </a:lnTo>
                <a:lnTo>
                  <a:pt x="1627" y="1918"/>
                </a:lnTo>
                <a:lnTo>
                  <a:pt x="1627" y="1919"/>
                </a:lnTo>
                <a:lnTo>
                  <a:pt x="1626" y="1919"/>
                </a:lnTo>
                <a:lnTo>
                  <a:pt x="1626" y="1920"/>
                </a:lnTo>
                <a:lnTo>
                  <a:pt x="1626" y="1922"/>
                </a:lnTo>
                <a:lnTo>
                  <a:pt x="1626" y="1923"/>
                </a:lnTo>
                <a:lnTo>
                  <a:pt x="1626" y="1924"/>
                </a:lnTo>
                <a:lnTo>
                  <a:pt x="1628" y="1926"/>
                </a:lnTo>
                <a:lnTo>
                  <a:pt x="1629" y="1927"/>
                </a:lnTo>
                <a:lnTo>
                  <a:pt x="1629" y="1928"/>
                </a:lnTo>
                <a:lnTo>
                  <a:pt x="1629" y="1929"/>
                </a:lnTo>
                <a:lnTo>
                  <a:pt x="1629" y="1930"/>
                </a:lnTo>
                <a:lnTo>
                  <a:pt x="1628" y="1931"/>
                </a:lnTo>
                <a:lnTo>
                  <a:pt x="1628" y="1932"/>
                </a:lnTo>
                <a:lnTo>
                  <a:pt x="1627" y="1933"/>
                </a:lnTo>
                <a:lnTo>
                  <a:pt x="1627" y="1934"/>
                </a:lnTo>
                <a:lnTo>
                  <a:pt x="1627" y="1935"/>
                </a:lnTo>
                <a:lnTo>
                  <a:pt x="1626" y="1935"/>
                </a:lnTo>
                <a:lnTo>
                  <a:pt x="1625" y="1936"/>
                </a:lnTo>
                <a:lnTo>
                  <a:pt x="1625" y="1937"/>
                </a:lnTo>
                <a:lnTo>
                  <a:pt x="1623" y="1939"/>
                </a:lnTo>
                <a:lnTo>
                  <a:pt x="1623" y="1940"/>
                </a:lnTo>
                <a:lnTo>
                  <a:pt x="1622" y="1940"/>
                </a:lnTo>
                <a:lnTo>
                  <a:pt x="1622" y="1941"/>
                </a:lnTo>
                <a:lnTo>
                  <a:pt x="1622" y="1942"/>
                </a:lnTo>
                <a:lnTo>
                  <a:pt x="1621" y="1942"/>
                </a:lnTo>
                <a:lnTo>
                  <a:pt x="1621" y="1943"/>
                </a:lnTo>
                <a:lnTo>
                  <a:pt x="1620" y="1944"/>
                </a:lnTo>
                <a:lnTo>
                  <a:pt x="1620" y="1945"/>
                </a:lnTo>
                <a:lnTo>
                  <a:pt x="1619" y="1946"/>
                </a:lnTo>
                <a:lnTo>
                  <a:pt x="1619" y="1947"/>
                </a:lnTo>
                <a:lnTo>
                  <a:pt x="1618" y="1947"/>
                </a:lnTo>
                <a:lnTo>
                  <a:pt x="1618" y="1948"/>
                </a:lnTo>
                <a:lnTo>
                  <a:pt x="1617" y="1948"/>
                </a:lnTo>
                <a:lnTo>
                  <a:pt x="1617" y="1949"/>
                </a:lnTo>
                <a:lnTo>
                  <a:pt x="1616" y="1949"/>
                </a:lnTo>
                <a:lnTo>
                  <a:pt x="1615" y="1950"/>
                </a:lnTo>
                <a:lnTo>
                  <a:pt x="1614" y="1951"/>
                </a:lnTo>
                <a:lnTo>
                  <a:pt x="1613" y="1952"/>
                </a:lnTo>
                <a:lnTo>
                  <a:pt x="1612" y="1953"/>
                </a:lnTo>
                <a:lnTo>
                  <a:pt x="1611" y="1953"/>
                </a:lnTo>
                <a:lnTo>
                  <a:pt x="1610" y="1954"/>
                </a:lnTo>
                <a:lnTo>
                  <a:pt x="1609" y="1954"/>
                </a:lnTo>
                <a:lnTo>
                  <a:pt x="1608" y="1954"/>
                </a:lnTo>
                <a:lnTo>
                  <a:pt x="1607" y="1954"/>
                </a:lnTo>
                <a:lnTo>
                  <a:pt x="1607" y="1955"/>
                </a:lnTo>
                <a:lnTo>
                  <a:pt x="1606" y="1955"/>
                </a:lnTo>
                <a:lnTo>
                  <a:pt x="1605" y="1956"/>
                </a:lnTo>
                <a:lnTo>
                  <a:pt x="1604" y="1956"/>
                </a:lnTo>
                <a:lnTo>
                  <a:pt x="1603" y="1957"/>
                </a:lnTo>
                <a:lnTo>
                  <a:pt x="1602" y="1957"/>
                </a:lnTo>
                <a:lnTo>
                  <a:pt x="1602" y="1958"/>
                </a:lnTo>
                <a:lnTo>
                  <a:pt x="1602" y="1959"/>
                </a:lnTo>
                <a:lnTo>
                  <a:pt x="1602" y="1960"/>
                </a:lnTo>
                <a:lnTo>
                  <a:pt x="1601" y="1960"/>
                </a:lnTo>
                <a:lnTo>
                  <a:pt x="1601" y="1961"/>
                </a:lnTo>
                <a:lnTo>
                  <a:pt x="1601" y="1962"/>
                </a:lnTo>
                <a:lnTo>
                  <a:pt x="1601" y="1963"/>
                </a:lnTo>
                <a:lnTo>
                  <a:pt x="1601" y="1964"/>
                </a:lnTo>
                <a:lnTo>
                  <a:pt x="1600" y="1965"/>
                </a:lnTo>
                <a:lnTo>
                  <a:pt x="1600" y="1966"/>
                </a:lnTo>
                <a:lnTo>
                  <a:pt x="1599" y="1966"/>
                </a:lnTo>
                <a:lnTo>
                  <a:pt x="1598" y="1966"/>
                </a:lnTo>
                <a:lnTo>
                  <a:pt x="1596" y="1966"/>
                </a:lnTo>
                <a:lnTo>
                  <a:pt x="1596" y="1965"/>
                </a:lnTo>
                <a:lnTo>
                  <a:pt x="1595" y="1965"/>
                </a:lnTo>
                <a:lnTo>
                  <a:pt x="1595" y="1964"/>
                </a:lnTo>
                <a:lnTo>
                  <a:pt x="1595" y="1963"/>
                </a:lnTo>
                <a:lnTo>
                  <a:pt x="1594" y="1963"/>
                </a:lnTo>
                <a:lnTo>
                  <a:pt x="1594" y="1962"/>
                </a:lnTo>
                <a:lnTo>
                  <a:pt x="1593" y="1961"/>
                </a:lnTo>
                <a:lnTo>
                  <a:pt x="1593" y="1960"/>
                </a:lnTo>
                <a:lnTo>
                  <a:pt x="1592" y="1959"/>
                </a:lnTo>
                <a:lnTo>
                  <a:pt x="1592" y="1958"/>
                </a:lnTo>
                <a:lnTo>
                  <a:pt x="1591" y="1958"/>
                </a:lnTo>
                <a:lnTo>
                  <a:pt x="1591" y="1957"/>
                </a:lnTo>
                <a:lnTo>
                  <a:pt x="1591" y="1956"/>
                </a:lnTo>
                <a:lnTo>
                  <a:pt x="1590" y="1956"/>
                </a:lnTo>
                <a:lnTo>
                  <a:pt x="1590" y="1955"/>
                </a:lnTo>
                <a:lnTo>
                  <a:pt x="1589" y="1955"/>
                </a:lnTo>
                <a:lnTo>
                  <a:pt x="1589" y="1954"/>
                </a:lnTo>
                <a:lnTo>
                  <a:pt x="1588" y="1954"/>
                </a:lnTo>
                <a:lnTo>
                  <a:pt x="1588" y="1953"/>
                </a:lnTo>
                <a:lnTo>
                  <a:pt x="1587" y="1953"/>
                </a:lnTo>
                <a:lnTo>
                  <a:pt x="1587" y="1952"/>
                </a:lnTo>
                <a:lnTo>
                  <a:pt x="1585" y="1951"/>
                </a:lnTo>
                <a:lnTo>
                  <a:pt x="1584" y="1951"/>
                </a:lnTo>
                <a:lnTo>
                  <a:pt x="1583" y="1951"/>
                </a:lnTo>
                <a:lnTo>
                  <a:pt x="1583" y="1950"/>
                </a:lnTo>
                <a:lnTo>
                  <a:pt x="1584" y="1949"/>
                </a:lnTo>
                <a:lnTo>
                  <a:pt x="1584" y="1948"/>
                </a:lnTo>
                <a:lnTo>
                  <a:pt x="1585" y="1948"/>
                </a:lnTo>
                <a:lnTo>
                  <a:pt x="1585" y="1947"/>
                </a:lnTo>
                <a:lnTo>
                  <a:pt x="1586" y="1947"/>
                </a:lnTo>
                <a:lnTo>
                  <a:pt x="1586" y="1946"/>
                </a:lnTo>
                <a:lnTo>
                  <a:pt x="1586" y="1945"/>
                </a:lnTo>
                <a:lnTo>
                  <a:pt x="1587" y="1944"/>
                </a:lnTo>
                <a:lnTo>
                  <a:pt x="1587" y="1943"/>
                </a:lnTo>
                <a:lnTo>
                  <a:pt x="1586" y="1943"/>
                </a:lnTo>
                <a:lnTo>
                  <a:pt x="1586" y="1942"/>
                </a:lnTo>
                <a:lnTo>
                  <a:pt x="1586" y="1941"/>
                </a:lnTo>
                <a:lnTo>
                  <a:pt x="1586" y="1940"/>
                </a:lnTo>
                <a:lnTo>
                  <a:pt x="1585" y="1940"/>
                </a:lnTo>
                <a:lnTo>
                  <a:pt x="1584" y="1939"/>
                </a:lnTo>
                <a:lnTo>
                  <a:pt x="1584" y="1938"/>
                </a:lnTo>
                <a:lnTo>
                  <a:pt x="1583" y="1938"/>
                </a:lnTo>
                <a:lnTo>
                  <a:pt x="1582" y="1938"/>
                </a:lnTo>
                <a:lnTo>
                  <a:pt x="1582" y="1937"/>
                </a:lnTo>
                <a:lnTo>
                  <a:pt x="1582" y="1936"/>
                </a:lnTo>
                <a:lnTo>
                  <a:pt x="1581" y="1936"/>
                </a:lnTo>
                <a:lnTo>
                  <a:pt x="1580" y="1935"/>
                </a:lnTo>
                <a:lnTo>
                  <a:pt x="1581" y="1934"/>
                </a:lnTo>
                <a:lnTo>
                  <a:pt x="1580" y="1934"/>
                </a:lnTo>
                <a:lnTo>
                  <a:pt x="1580" y="1933"/>
                </a:lnTo>
                <a:lnTo>
                  <a:pt x="1581" y="1933"/>
                </a:lnTo>
                <a:lnTo>
                  <a:pt x="1581" y="1932"/>
                </a:lnTo>
                <a:lnTo>
                  <a:pt x="1580" y="1932"/>
                </a:lnTo>
                <a:lnTo>
                  <a:pt x="1580" y="1931"/>
                </a:lnTo>
                <a:lnTo>
                  <a:pt x="1579" y="1931"/>
                </a:lnTo>
                <a:lnTo>
                  <a:pt x="1578" y="1931"/>
                </a:lnTo>
                <a:lnTo>
                  <a:pt x="1578" y="1930"/>
                </a:lnTo>
                <a:lnTo>
                  <a:pt x="1578" y="1929"/>
                </a:lnTo>
                <a:lnTo>
                  <a:pt x="1578" y="1928"/>
                </a:lnTo>
                <a:lnTo>
                  <a:pt x="1578" y="1927"/>
                </a:lnTo>
                <a:lnTo>
                  <a:pt x="1578" y="1926"/>
                </a:lnTo>
                <a:lnTo>
                  <a:pt x="1577" y="1926"/>
                </a:lnTo>
                <a:lnTo>
                  <a:pt x="1576" y="1926"/>
                </a:lnTo>
                <a:lnTo>
                  <a:pt x="1575" y="1926"/>
                </a:lnTo>
                <a:lnTo>
                  <a:pt x="1574" y="1926"/>
                </a:lnTo>
                <a:lnTo>
                  <a:pt x="1574" y="1927"/>
                </a:lnTo>
                <a:lnTo>
                  <a:pt x="1573" y="1927"/>
                </a:lnTo>
                <a:lnTo>
                  <a:pt x="1573" y="1926"/>
                </a:lnTo>
                <a:lnTo>
                  <a:pt x="1573" y="1925"/>
                </a:lnTo>
                <a:lnTo>
                  <a:pt x="1572" y="1925"/>
                </a:lnTo>
                <a:lnTo>
                  <a:pt x="1572" y="1924"/>
                </a:lnTo>
                <a:lnTo>
                  <a:pt x="1571" y="1924"/>
                </a:lnTo>
                <a:lnTo>
                  <a:pt x="1571" y="1922"/>
                </a:lnTo>
                <a:lnTo>
                  <a:pt x="1571" y="1921"/>
                </a:lnTo>
                <a:lnTo>
                  <a:pt x="1570" y="1921"/>
                </a:lnTo>
                <a:lnTo>
                  <a:pt x="1569" y="1921"/>
                </a:lnTo>
                <a:lnTo>
                  <a:pt x="1569" y="1920"/>
                </a:lnTo>
                <a:lnTo>
                  <a:pt x="1569" y="1919"/>
                </a:lnTo>
                <a:lnTo>
                  <a:pt x="1569" y="1918"/>
                </a:lnTo>
                <a:lnTo>
                  <a:pt x="1569" y="1917"/>
                </a:lnTo>
                <a:lnTo>
                  <a:pt x="1570" y="1917"/>
                </a:lnTo>
                <a:lnTo>
                  <a:pt x="1569" y="1917"/>
                </a:lnTo>
                <a:lnTo>
                  <a:pt x="1568" y="1917"/>
                </a:lnTo>
                <a:lnTo>
                  <a:pt x="1568" y="1916"/>
                </a:lnTo>
                <a:lnTo>
                  <a:pt x="1567" y="1916"/>
                </a:lnTo>
                <a:lnTo>
                  <a:pt x="1567" y="1915"/>
                </a:lnTo>
                <a:lnTo>
                  <a:pt x="1567" y="1914"/>
                </a:lnTo>
                <a:lnTo>
                  <a:pt x="1567" y="1913"/>
                </a:lnTo>
                <a:lnTo>
                  <a:pt x="1568" y="1913"/>
                </a:lnTo>
                <a:lnTo>
                  <a:pt x="1567" y="1913"/>
                </a:lnTo>
                <a:lnTo>
                  <a:pt x="1568" y="1913"/>
                </a:lnTo>
                <a:lnTo>
                  <a:pt x="1568" y="1912"/>
                </a:lnTo>
                <a:lnTo>
                  <a:pt x="1567" y="1912"/>
                </a:lnTo>
                <a:lnTo>
                  <a:pt x="1567" y="1911"/>
                </a:lnTo>
                <a:lnTo>
                  <a:pt x="1566" y="1911"/>
                </a:lnTo>
                <a:lnTo>
                  <a:pt x="1566" y="1910"/>
                </a:lnTo>
                <a:lnTo>
                  <a:pt x="1566" y="1909"/>
                </a:lnTo>
                <a:lnTo>
                  <a:pt x="1566" y="1908"/>
                </a:lnTo>
                <a:lnTo>
                  <a:pt x="1566" y="1907"/>
                </a:lnTo>
                <a:lnTo>
                  <a:pt x="1565" y="1907"/>
                </a:lnTo>
                <a:lnTo>
                  <a:pt x="1566" y="1907"/>
                </a:lnTo>
                <a:lnTo>
                  <a:pt x="1566" y="1906"/>
                </a:lnTo>
                <a:lnTo>
                  <a:pt x="1567" y="1906"/>
                </a:lnTo>
                <a:lnTo>
                  <a:pt x="1567" y="1905"/>
                </a:lnTo>
                <a:lnTo>
                  <a:pt x="1567" y="1904"/>
                </a:lnTo>
                <a:lnTo>
                  <a:pt x="1568" y="1903"/>
                </a:lnTo>
                <a:lnTo>
                  <a:pt x="1568" y="1902"/>
                </a:lnTo>
                <a:lnTo>
                  <a:pt x="1567" y="1902"/>
                </a:lnTo>
                <a:lnTo>
                  <a:pt x="1568" y="1901"/>
                </a:lnTo>
                <a:lnTo>
                  <a:pt x="1568" y="1900"/>
                </a:lnTo>
                <a:lnTo>
                  <a:pt x="1568" y="1899"/>
                </a:lnTo>
                <a:lnTo>
                  <a:pt x="1569" y="1899"/>
                </a:lnTo>
                <a:lnTo>
                  <a:pt x="1569" y="1898"/>
                </a:lnTo>
                <a:lnTo>
                  <a:pt x="1570" y="1898"/>
                </a:lnTo>
                <a:lnTo>
                  <a:pt x="1569" y="1898"/>
                </a:lnTo>
                <a:lnTo>
                  <a:pt x="1569" y="1896"/>
                </a:lnTo>
                <a:lnTo>
                  <a:pt x="1570" y="1896"/>
                </a:lnTo>
                <a:lnTo>
                  <a:pt x="1570" y="1895"/>
                </a:lnTo>
                <a:lnTo>
                  <a:pt x="1569" y="1895"/>
                </a:lnTo>
                <a:lnTo>
                  <a:pt x="1568" y="1895"/>
                </a:lnTo>
                <a:lnTo>
                  <a:pt x="1568" y="1894"/>
                </a:lnTo>
                <a:lnTo>
                  <a:pt x="1568" y="1893"/>
                </a:lnTo>
                <a:lnTo>
                  <a:pt x="1567" y="1893"/>
                </a:lnTo>
                <a:lnTo>
                  <a:pt x="1567" y="1892"/>
                </a:lnTo>
                <a:lnTo>
                  <a:pt x="1568" y="1892"/>
                </a:lnTo>
                <a:lnTo>
                  <a:pt x="1568" y="1891"/>
                </a:lnTo>
                <a:lnTo>
                  <a:pt x="1567" y="1891"/>
                </a:lnTo>
                <a:lnTo>
                  <a:pt x="1568" y="1890"/>
                </a:lnTo>
                <a:lnTo>
                  <a:pt x="1568" y="1889"/>
                </a:lnTo>
                <a:lnTo>
                  <a:pt x="1567" y="1889"/>
                </a:lnTo>
                <a:lnTo>
                  <a:pt x="1567" y="1888"/>
                </a:lnTo>
                <a:lnTo>
                  <a:pt x="1567" y="1887"/>
                </a:lnTo>
                <a:lnTo>
                  <a:pt x="1566" y="1887"/>
                </a:lnTo>
                <a:lnTo>
                  <a:pt x="1567" y="1887"/>
                </a:lnTo>
                <a:lnTo>
                  <a:pt x="1567" y="1886"/>
                </a:lnTo>
                <a:lnTo>
                  <a:pt x="1568" y="1886"/>
                </a:lnTo>
                <a:lnTo>
                  <a:pt x="1569" y="1886"/>
                </a:lnTo>
                <a:lnTo>
                  <a:pt x="1569" y="1887"/>
                </a:lnTo>
                <a:lnTo>
                  <a:pt x="1570" y="1887"/>
                </a:lnTo>
                <a:lnTo>
                  <a:pt x="1570" y="1886"/>
                </a:lnTo>
                <a:lnTo>
                  <a:pt x="1571" y="1886"/>
                </a:lnTo>
                <a:lnTo>
                  <a:pt x="1572" y="1886"/>
                </a:lnTo>
                <a:lnTo>
                  <a:pt x="1572" y="1884"/>
                </a:lnTo>
                <a:lnTo>
                  <a:pt x="1571" y="1884"/>
                </a:lnTo>
                <a:lnTo>
                  <a:pt x="1572" y="1884"/>
                </a:lnTo>
                <a:lnTo>
                  <a:pt x="1572" y="1883"/>
                </a:lnTo>
                <a:lnTo>
                  <a:pt x="1573" y="1883"/>
                </a:lnTo>
                <a:lnTo>
                  <a:pt x="1574" y="1883"/>
                </a:lnTo>
                <a:lnTo>
                  <a:pt x="1574" y="1882"/>
                </a:lnTo>
                <a:lnTo>
                  <a:pt x="1575" y="1882"/>
                </a:lnTo>
                <a:lnTo>
                  <a:pt x="1575" y="1881"/>
                </a:lnTo>
                <a:lnTo>
                  <a:pt x="1576" y="1881"/>
                </a:lnTo>
                <a:lnTo>
                  <a:pt x="1575" y="1881"/>
                </a:lnTo>
                <a:lnTo>
                  <a:pt x="1575" y="1880"/>
                </a:lnTo>
                <a:lnTo>
                  <a:pt x="1575" y="1879"/>
                </a:lnTo>
                <a:lnTo>
                  <a:pt x="1576" y="1879"/>
                </a:lnTo>
                <a:lnTo>
                  <a:pt x="1576" y="1878"/>
                </a:lnTo>
                <a:lnTo>
                  <a:pt x="1577" y="1878"/>
                </a:lnTo>
                <a:lnTo>
                  <a:pt x="1577" y="1877"/>
                </a:lnTo>
                <a:lnTo>
                  <a:pt x="1576" y="1877"/>
                </a:lnTo>
                <a:lnTo>
                  <a:pt x="1576" y="1876"/>
                </a:lnTo>
                <a:lnTo>
                  <a:pt x="1576" y="1875"/>
                </a:lnTo>
                <a:lnTo>
                  <a:pt x="1576" y="1874"/>
                </a:lnTo>
                <a:lnTo>
                  <a:pt x="1577" y="1874"/>
                </a:lnTo>
                <a:lnTo>
                  <a:pt x="1577" y="1873"/>
                </a:lnTo>
                <a:lnTo>
                  <a:pt x="1578" y="1873"/>
                </a:lnTo>
                <a:lnTo>
                  <a:pt x="1578" y="1872"/>
                </a:lnTo>
                <a:lnTo>
                  <a:pt x="1579" y="1872"/>
                </a:lnTo>
                <a:lnTo>
                  <a:pt x="1579" y="1873"/>
                </a:lnTo>
                <a:lnTo>
                  <a:pt x="1580" y="1873"/>
                </a:lnTo>
                <a:lnTo>
                  <a:pt x="1580" y="1872"/>
                </a:lnTo>
                <a:lnTo>
                  <a:pt x="1581" y="1872"/>
                </a:lnTo>
                <a:lnTo>
                  <a:pt x="1582" y="1872"/>
                </a:lnTo>
                <a:lnTo>
                  <a:pt x="1582" y="1871"/>
                </a:lnTo>
                <a:lnTo>
                  <a:pt x="1583" y="1871"/>
                </a:lnTo>
                <a:lnTo>
                  <a:pt x="1583" y="1870"/>
                </a:lnTo>
                <a:lnTo>
                  <a:pt x="1584" y="1870"/>
                </a:lnTo>
                <a:lnTo>
                  <a:pt x="1584" y="1869"/>
                </a:lnTo>
                <a:lnTo>
                  <a:pt x="1585" y="1869"/>
                </a:lnTo>
                <a:lnTo>
                  <a:pt x="1585" y="1868"/>
                </a:lnTo>
                <a:lnTo>
                  <a:pt x="1585" y="1867"/>
                </a:lnTo>
                <a:lnTo>
                  <a:pt x="1585" y="1866"/>
                </a:lnTo>
                <a:lnTo>
                  <a:pt x="1584" y="1866"/>
                </a:lnTo>
                <a:lnTo>
                  <a:pt x="1584" y="1865"/>
                </a:lnTo>
                <a:lnTo>
                  <a:pt x="1585" y="1865"/>
                </a:lnTo>
                <a:lnTo>
                  <a:pt x="1585" y="1864"/>
                </a:lnTo>
                <a:lnTo>
                  <a:pt x="1586" y="1864"/>
                </a:lnTo>
                <a:lnTo>
                  <a:pt x="1586" y="1863"/>
                </a:lnTo>
                <a:lnTo>
                  <a:pt x="1586" y="1862"/>
                </a:lnTo>
                <a:lnTo>
                  <a:pt x="1585" y="1862"/>
                </a:lnTo>
                <a:lnTo>
                  <a:pt x="1585" y="1861"/>
                </a:lnTo>
                <a:lnTo>
                  <a:pt x="1584" y="1861"/>
                </a:lnTo>
                <a:lnTo>
                  <a:pt x="1584" y="1860"/>
                </a:lnTo>
                <a:lnTo>
                  <a:pt x="1585" y="1860"/>
                </a:lnTo>
                <a:lnTo>
                  <a:pt x="1585" y="1859"/>
                </a:lnTo>
                <a:lnTo>
                  <a:pt x="1586" y="1859"/>
                </a:lnTo>
                <a:lnTo>
                  <a:pt x="1587" y="1859"/>
                </a:lnTo>
                <a:lnTo>
                  <a:pt x="1588" y="1859"/>
                </a:lnTo>
                <a:lnTo>
                  <a:pt x="1588" y="1858"/>
                </a:lnTo>
                <a:lnTo>
                  <a:pt x="1588" y="1857"/>
                </a:lnTo>
                <a:lnTo>
                  <a:pt x="1589" y="1857"/>
                </a:lnTo>
                <a:lnTo>
                  <a:pt x="1589" y="1856"/>
                </a:lnTo>
                <a:lnTo>
                  <a:pt x="1589" y="1855"/>
                </a:lnTo>
                <a:lnTo>
                  <a:pt x="1590" y="1854"/>
                </a:lnTo>
                <a:lnTo>
                  <a:pt x="1591" y="1854"/>
                </a:lnTo>
                <a:lnTo>
                  <a:pt x="1590" y="1854"/>
                </a:lnTo>
                <a:lnTo>
                  <a:pt x="1590" y="1853"/>
                </a:lnTo>
                <a:lnTo>
                  <a:pt x="1590" y="1852"/>
                </a:lnTo>
                <a:lnTo>
                  <a:pt x="1589" y="1852"/>
                </a:lnTo>
                <a:lnTo>
                  <a:pt x="1589" y="1851"/>
                </a:lnTo>
                <a:lnTo>
                  <a:pt x="1589" y="1850"/>
                </a:lnTo>
                <a:lnTo>
                  <a:pt x="1589" y="1849"/>
                </a:lnTo>
                <a:lnTo>
                  <a:pt x="1589" y="1848"/>
                </a:lnTo>
                <a:lnTo>
                  <a:pt x="1590" y="1848"/>
                </a:lnTo>
                <a:lnTo>
                  <a:pt x="1590" y="1847"/>
                </a:lnTo>
                <a:lnTo>
                  <a:pt x="1590" y="1846"/>
                </a:lnTo>
                <a:lnTo>
                  <a:pt x="1590" y="1845"/>
                </a:lnTo>
                <a:lnTo>
                  <a:pt x="1591" y="1845"/>
                </a:lnTo>
                <a:lnTo>
                  <a:pt x="1591" y="1844"/>
                </a:lnTo>
                <a:lnTo>
                  <a:pt x="1591" y="1843"/>
                </a:lnTo>
                <a:lnTo>
                  <a:pt x="1591" y="1842"/>
                </a:lnTo>
                <a:lnTo>
                  <a:pt x="1592" y="1842"/>
                </a:lnTo>
                <a:lnTo>
                  <a:pt x="1591" y="1842"/>
                </a:lnTo>
                <a:lnTo>
                  <a:pt x="1592" y="1842"/>
                </a:lnTo>
                <a:lnTo>
                  <a:pt x="1592" y="1841"/>
                </a:lnTo>
                <a:lnTo>
                  <a:pt x="1591" y="1841"/>
                </a:lnTo>
                <a:lnTo>
                  <a:pt x="1592" y="1841"/>
                </a:lnTo>
                <a:lnTo>
                  <a:pt x="1592" y="1840"/>
                </a:lnTo>
                <a:lnTo>
                  <a:pt x="1591" y="1840"/>
                </a:lnTo>
                <a:lnTo>
                  <a:pt x="1591" y="1839"/>
                </a:lnTo>
                <a:lnTo>
                  <a:pt x="1592" y="1839"/>
                </a:lnTo>
                <a:lnTo>
                  <a:pt x="1592" y="1838"/>
                </a:lnTo>
                <a:lnTo>
                  <a:pt x="1593" y="1838"/>
                </a:lnTo>
                <a:lnTo>
                  <a:pt x="1594" y="1838"/>
                </a:lnTo>
                <a:lnTo>
                  <a:pt x="1594" y="1837"/>
                </a:lnTo>
                <a:lnTo>
                  <a:pt x="1595" y="1837"/>
                </a:lnTo>
                <a:lnTo>
                  <a:pt x="1596" y="1837"/>
                </a:lnTo>
                <a:lnTo>
                  <a:pt x="1596" y="1836"/>
                </a:lnTo>
                <a:lnTo>
                  <a:pt x="1597" y="1836"/>
                </a:lnTo>
                <a:lnTo>
                  <a:pt x="1597" y="1835"/>
                </a:lnTo>
                <a:lnTo>
                  <a:pt x="1596" y="1835"/>
                </a:lnTo>
                <a:lnTo>
                  <a:pt x="1596" y="1834"/>
                </a:lnTo>
                <a:lnTo>
                  <a:pt x="1597" y="1834"/>
                </a:lnTo>
                <a:lnTo>
                  <a:pt x="1597" y="1833"/>
                </a:lnTo>
                <a:lnTo>
                  <a:pt x="1598" y="1832"/>
                </a:lnTo>
                <a:lnTo>
                  <a:pt x="1598" y="1831"/>
                </a:lnTo>
                <a:lnTo>
                  <a:pt x="1598" y="1830"/>
                </a:lnTo>
                <a:lnTo>
                  <a:pt x="1597" y="1830"/>
                </a:lnTo>
                <a:lnTo>
                  <a:pt x="1597" y="1827"/>
                </a:lnTo>
                <a:lnTo>
                  <a:pt x="1597" y="1826"/>
                </a:lnTo>
                <a:lnTo>
                  <a:pt x="1598" y="1826"/>
                </a:lnTo>
                <a:lnTo>
                  <a:pt x="1598" y="1825"/>
                </a:lnTo>
                <a:lnTo>
                  <a:pt x="1598" y="1824"/>
                </a:lnTo>
                <a:lnTo>
                  <a:pt x="1597" y="1823"/>
                </a:lnTo>
                <a:lnTo>
                  <a:pt x="1597" y="1822"/>
                </a:lnTo>
                <a:lnTo>
                  <a:pt x="1597" y="1821"/>
                </a:lnTo>
                <a:lnTo>
                  <a:pt x="1597" y="1820"/>
                </a:lnTo>
                <a:lnTo>
                  <a:pt x="1597" y="1819"/>
                </a:lnTo>
                <a:lnTo>
                  <a:pt x="1596" y="1819"/>
                </a:lnTo>
                <a:lnTo>
                  <a:pt x="1596" y="1818"/>
                </a:lnTo>
                <a:lnTo>
                  <a:pt x="1596" y="1817"/>
                </a:lnTo>
                <a:lnTo>
                  <a:pt x="1594" y="1817"/>
                </a:lnTo>
                <a:lnTo>
                  <a:pt x="1594" y="1816"/>
                </a:lnTo>
                <a:lnTo>
                  <a:pt x="1593" y="1816"/>
                </a:lnTo>
                <a:lnTo>
                  <a:pt x="1592" y="1816"/>
                </a:lnTo>
                <a:lnTo>
                  <a:pt x="1591" y="1816"/>
                </a:lnTo>
                <a:lnTo>
                  <a:pt x="1592" y="1815"/>
                </a:lnTo>
                <a:lnTo>
                  <a:pt x="1592" y="1814"/>
                </a:lnTo>
                <a:lnTo>
                  <a:pt x="1592" y="1813"/>
                </a:lnTo>
                <a:lnTo>
                  <a:pt x="1593" y="1813"/>
                </a:lnTo>
                <a:lnTo>
                  <a:pt x="1593" y="1812"/>
                </a:lnTo>
                <a:lnTo>
                  <a:pt x="1593" y="1811"/>
                </a:lnTo>
                <a:lnTo>
                  <a:pt x="1593" y="1809"/>
                </a:lnTo>
                <a:lnTo>
                  <a:pt x="1594" y="1809"/>
                </a:lnTo>
                <a:lnTo>
                  <a:pt x="1594" y="1808"/>
                </a:lnTo>
                <a:lnTo>
                  <a:pt x="1594" y="1807"/>
                </a:lnTo>
                <a:lnTo>
                  <a:pt x="1594" y="1805"/>
                </a:lnTo>
                <a:lnTo>
                  <a:pt x="1594" y="1804"/>
                </a:lnTo>
                <a:lnTo>
                  <a:pt x="1595" y="1804"/>
                </a:lnTo>
                <a:lnTo>
                  <a:pt x="1594" y="1804"/>
                </a:lnTo>
                <a:lnTo>
                  <a:pt x="1594" y="1803"/>
                </a:lnTo>
                <a:lnTo>
                  <a:pt x="1594" y="1802"/>
                </a:lnTo>
                <a:lnTo>
                  <a:pt x="1594" y="1801"/>
                </a:lnTo>
                <a:lnTo>
                  <a:pt x="1593" y="1801"/>
                </a:lnTo>
                <a:lnTo>
                  <a:pt x="1594" y="1800"/>
                </a:lnTo>
                <a:lnTo>
                  <a:pt x="1594" y="1799"/>
                </a:lnTo>
                <a:lnTo>
                  <a:pt x="1594" y="1798"/>
                </a:lnTo>
                <a:lnTo>
                  <a:pt x="1593" y="1798"/>
                </a:lnTo>
                <a:lnTo>
                  <a:pt x="1593" y="1797"/>
                </a:lnTo>
                <a:lnTo>
                  <a:pt x="1592" y="1797"/>
                </a:lnTo>
                <a:lnTo>
                  <a:pt x="1592" y="1796"/>
                </a:lnTo>
                <a:lnTo>
                  <a:pt x="1591" y="1796"/>
                </a:lnTo>
                <a:lnTo>
                  <a:pt x="1590" y="1795"/>
                </a:lnTo>
                <a:lnTo>
                  <a:pt x="1589" y="1794"/>
                </a:lnTo>
                <a:lnTo>
                  <a:pt x="1589" y="1793"/>
                </a:lnTo>
                <a:lnTo>
                  <a:pt x="1588" y="1792"/>
                </a:lnTo>
                <a:lnTo>
                  <a:pt x="1588" y="1791"/>
                </a:lnTo>
                <a:lnTo>
                  <a:pt x="1588" y="1790"/>
                </a:lnTo>
                <a:lnTo>
                  <a:pt x="1587" y="1790"/>
                </a:lnTo>
                <a:lnTo>
                  <a:pt x="1586" y="1790"/>
                </a:lnTo>
                <a:lnTo>
                  <a:pt x="1586" y="1789"/>
                </a:lnTo>
                <a:lnTo>
                  <a:pt x="1585" y="1789"/>
                </a:lnTo>
                <a:lnTo>
                  <a:pt x="1585" y="1788"/>
                </a:lnTo>
                <a:lnTo>
                  <a:pt x="1584" y="1788"/>
                </a:lnTo>
                <a:lnTo>
                  <a:pt x="1584" y="1787"/>
                </a:lnTo>
                <a:lnTo>
                  <a:pt x="1584" y="1786"/>
                </a:lnTo>
                <a:lnTo>
                  <a:pt x="1583" y="1785"/>
                </a:lnTo>
                <a:lnTo>
                  <a:pt x="1583" y="1784"/>
                </a:lnTo>
                <a:lnTo>
                  <a:pt x="1582" y="1784"/>
                </a:lnTo>
                <a:lnTo>
                  <a:pt x="1582" y="1783"/>
                </a:lnTo>
                <a:lnTo>
                  <a:pt x="1581" y="1783"/>
                </a:lnTo>
                <a:lnTo>
                  <a:pt x="1580" y="1783"/>
                </a:lnTo>
                <a:lnTo>
                  <a:pt x="1579" y="1783"/>
                </a:lnTo>
                <a:lnTo>
                  <a:pt x="1578" y="1783"/>
                </a:lnTo>
                <a:lnTo>
                  <a:pt x="1577" y="1783"/>
                </a:lnTo>
                <a:lnTo>
                  <a:pt x="1575" y="1782"/>
                </a:lnTo>
                <a:lnTo>
                  <a:pt x="1574" y="1782"/>
                </a:lnTo>
                <a:lnTo>
                  <a:pt x="1573" y="1782"/>
                </a:lnTo>
                <a:lnTo>
                  <a:pt x="1572" y="1782"/>
                </a:lnTo>
                <a:lnTo>
                  <a:pt x="1571" y="1781"/>
                </a:lnTo>
                <a:lnTo>
                  <a:pt x="1569" y="1781"/>
                </a:lnTo>
                <a:lnTo>
                  <a:pt x="1568" y="1782"/>
                </a:lnTo>
                <a:lnTo>
                  <a:pt x="1567" y="1782"/>
                </a:lnTo>
                <a:lnTo>
                  <a:pt x="1567" y="1781"/>
                </a:lnTo>
                <a:lnTo>
                  <a:pt x="1566" y="1781"/>
                </a:lnTo>
                <a:lnTo>
                  <a:pt x="1566" y="1780"/>
                </a:lnTo>
                <a:lnTo>
                  <a:pt x="1567" y="1780"/>
                </a:lnTo>
                <a:lnTo>
                  <a:pt x="1567" y="1779"/>
                </a:lnTo>
                <a:lnTo>
                  <a:pt x="1566" y="1779"/>
                </a:lnTo>
                <a:lnTo>
                  <a:pt x="1566" y="1778"/>
                </a:lnTo>
                <a:lnTo>
                  <a:pt x="1565" y="1778"/>
                </a:lnTo>
                <a:lnTo>
                  <a:pt x="1565" y="1777"/>
                </a:lnTo>
                <a:lnTo>
                  <a:pt x="1564" y="1776"/>
                </a:lnTo>
                <a:lnTo>
                  <a:pt x="1564" y="1775"/>
                </a:lnTo>
                <a:lnTo>
                  <a:pt x="1563" y="1774"/>
                </a:lnTo>
                <a:lnTo>
                  <a:pt x="1563" y="1773"/>
                </a:lnTo>
                <a:lnTo>
                  <a:pt x="1563" y="1772"/>
                </a:lnTo>
                <a:lnTo>
                  <a:pt x="1563" y="1771"/>
                </a:lnTo>
                <a:lnTo>
                  <a:pt x="1562" y="1771"/>
                </a:lnTo>
                <a:lnTo>
                  <a:pt x="1562" y="1772"/>
                </a:lnTo>
                <a:lnTo>
                  <a:pt x="1561" y="1772"/>
                </a:lnTo>
                <a:lnTo>
                  <a:pt x="1560" y="1772"/>
                </a:lnTo>
                <a:lnTo>
                  <a:pt x="1559" y="1773"/>
                </a:lnTo>
                <a:lnTo>
                  <a:pt x="1559" y="1774"/>
                </a:lnTo>
                <a:lnTo>
                  <a:pt x="1559" y="1775"/>
                </a:lnTo>
                <a:lnTo>
                  <a:pt x="1558" y="1775"/>
                </a:lnTo>
                <a:lnTo>
                  <a:pt x="1557" y="1775"/>
                </a:lnTo>
                <a:lnTo>
                  <a:pt x="1556" y="1775"/>
                </a:lnTo>
                <a:lnTo>
                  <a:pt x="1555" y="1776"/>
                </a:lnTo>
                <a:lnTo>
                  <a:pt x="1556" y="1776"/>
                </a:lnTo>
                <a:lnTo>
                  <a:pt x="1555" y="1776"/>
                </a:lnTo>
                <a:lnTo>
                  <a:pt x="1554" y="1776"/>
                </a:lnTo>
                <a:lnTo>
                  <a:pt x="1553" y="1776"/>
                </a:lnTo>
                <a:lnTo>
                  <a:pt x="1552" y="1777"/>
                </a:lnTo>
                <a:lnTo>
                  <a:pt x="1551" y="1776"/>
                </a:lnTo>
                <a:lnTo>
                  <a:pt x="1550" y="1775"/>
                </a:lnTo>
                <a:lnTo>
                  <a:pt x="1549" y="1775"/>
                </a:lnTo>
                <a:lnTo>
                  <a:pt x="1548" y="1775"/>
                </a:lnTo>
                <a:lnTo>
                  <a:pt x="1548" y="1776"/>
                </a:lnTo>
                <a:lnTo>
                  <a:pt x="1547" y="1776"/>
                </a:lnTo>
                <a:lnTo>
                  <a:pt x="1547" y="1777"/>
                </a:lnTo>
                <a:lnTo>
                  <a:pt x="1547" y="1778"/>
                </a:lnTo>
                <a:lnTo>
                  <a:pt x="1546" y="1779"/>
                </a:lnTo>
                <a:lnTo>
                  <a:pt x="1546" y="1780"/>
                </a:lnTo>
                <a:lnTo>
                  <a:pt x="1547" y="1780"/>
                </a:lnTo>
                <a:lnTo>
                  <a:pt x="1546" y="1781"/>
                </a:lnTo>
                <a:lnTo>
                  <a:pt x="1546" y="1782"/>
                </a:lnTo>
                <a:lnTo>
                  <a:pt x="1545" y="1782"/>
                </a:lnTo>
                <a:lnTo>
                  <a:pt x="1545" y="1783"/>
                </a:lnTo>
                <a:lnTo>
                  <a:pt x="1545" y="1785"/>
                </a:lnTo>
                <a:lnTo>
                  <a:pt x="1544" y="1785"/>
                </a:lnTo>
                <a:lnTo>
                  <a:pt x="1544" y="1786"/>
                </a:lnTo>
                <a:lnTo>
                  <a:pt x="1543" y="1786"/>
                </a:lnTo>
                <a:lnTo>
                  <a:pt x="1542" y="1786"/>
                </a:lnTo>
                <a:lnTo>
                  <a:pt x="1542" y="1785"/>
                </a:lnTo>
                <a:lnTo>
                  <a:pt x="1541" y="1785"/>
                </a:lnTo>
                <a:lnTo>
                  <a:pt x="1541" y="1784"/>
                </a:lnTo>
                <a:lnTo>
                  <a:pt x="1540" y="1784"/>
                </a:lnTo>
                <a:lnTo>
                  <a:pt x="1540" y="1785"/>
                </a:lnTo>
                <a:lnTo>
                  <a:pt x="1540" y="1784"/>
                </a:lnTo>
                <a:lnTo>
                  <a:pt x="1539" y="1783"/>
                </a:lnTo>
                <a:lnTo>
                  <a:pt x="1538" y="1783"/>
                </a:lnTo>
                <a:lnTo>
                  <a:pt x="1537" y="1783"/>
                </a:lnTo>
                <a:lnTo>
                  <a:pt x="1537" y="1782"/>
                </a:lnTo>
                <a:lnTo>
                  <a:pt x="1537" y="1781"/>
                </a:lnTo>
                <a:lnTo>
                  <a:pt x="1536" y="1782"/>
                </a:lnTo>
                <a:lnTo>
                  <a:pt x="1536" y="1781"/>
                </a:lnTo>
                <a:lnTo>
                  <a:pt x="1534" y="1781"/>
                </a:lnTo>
                <a:lnTo>
                  <a:pt x="1534" y="1782"/>
                </a:lnTo>
                <a:lnTo>
                  <a:pt x="1533" y="1782"/>
                </a:lnTo>
                <a:lnTo>
                  <a:pt x="1532" y="1782"/>
                </a:lnTo>
                <a:lnTo>
                  <a:pt x="1532" y="1783"/>
                </a:lnTo>
                <a:lnTo>
                  <a:pt x="1531" y="1783"/>
                </a:lnTo>
                <a:lnTo>
                  <a:pt x="1530" y="1783"/>
                </a:lnTo>
                <a:lnTo>
                  <a:pt x="1531" y="1784"/>
                </a:lnTo>
                <a:lnTo>
                  <a:pt x="1531" y="1785"/>
                </a:lnTo>
                <a:lnTo>
                  <a:pt x="1530" y="1785"/>
                </a:lnTo>
                <a:lnTo>
                  <a:pt x="1530" y="1786"/>
                </a:lnTo>
                <a:lnTo>
                  <a:pt x="1529" y="1787"/>
                </a:lnTo>
                <a:lnTo>
                  <a:pt x="1528" y="1787"/>
                </a:lnTo>
                <a:lnTo>
                  <a:pt x="1527" y="1787"/>
                </a:lnTo>
                <a:lnTo>
                  <a:pt x="1526" y="1787"/>
                </a:lnTo>
                <a:lnTo>
                  <a:pt x="1525" y="1787"/>
                </a:lnTo>
                <a:lnTo>
                  <a:pt x="1525" y="1788"/>
                </a:lnTo>
                <a:lnTo>
                  <a:pt x="1524" y="1788"/>
                </a:lnTo>
                <a:lnTo>
                  <a:pt x="1523" y="1788"/>
                </a:lnTo>
                <a:lnTo>
                  <a:pt x="1523" y="1787"/>
                </a:lnTo>
                <a:lnTo>
                  <a:pt x="1522" y="1787"/>
                </a:lnTo>
                <a:lnTo>
                  <a:pt x="1522" y="1788"/>
                </a:lnTo>
                <a:lnTo>
                  <a:pt x="1521" y="1788"/>
                </a:lnTo>
                <a:lnTo>
                  <a:pt x="1521" y="1789"/>
                </a:lnTo>
                <a:lnTo>
                  <a:pt x="1520" y="1789"/>
                </a:lnTo>
                <a:lnTo>
                  <a:pt x="1519" y="1789"/>
                </a:lnTo>
                <a:lnTo>
                  <a:pt x="1519" y="1790"/>
                </a:lnTo>
                <a:lnTo>
                  <a:pt x="1519" y="1791"/>
                </a:lnTo>
                <a:lnTo>
                  <a:pt x="1518" y="1791"/>
                </a:lnTo>
                <a:lnTo>
                  <a:pt x="1518" y="1792"/>
                </a:lnTo>
                <a:lnTo>
                  <a:pt x="1519" y="1792"/>
                </a:lnTo>
                <a:lnTo>
                  <a:pt x="1518" y="1792"/>
                </a:lnTo>
                <a:lnTo>
                  <a:pt x="1517" y="1792"/>
                </a:lnTo>
                <a:lnTo>
                  <a:pt x="1516" y="1792"/>
                </a:lnTo>
                <a:lnTo>
                  <a:pt x="1516" y="1793"/>
                </a:lnTo>
                <a:lnTo>
                  <a:pt x="1515" y="1793"/>
                </a:lnTo>
                <a:lnTo>
                  <a:pt x="1514" y="1793"/>
                </a:lnTo>
                <a:lnTo>
                  <a:pt x="1514" y="1792"/>
                </a:lnTo>
                <a:lnTo>
                  <a:pt x="1513" y="1792"/>
                </a:lnTo>
                <a:lnTo>
                  <a:pt x="1513" y="1791"/>
                </a:lnTo>
                <a:lnTo>
                  <a:pt x="1512" y="1791"/>
                </a:lnTo>
                <a:lnTo>
                  <a:pt x="1512" y="1790"/>
                </a:lnTo>
                <a:lnTo>
                  <a:pt x="1511" y="1789"/>
                </a:lnTo>
                <a:lnTo>
                  <a:pt x="1511" y="1790"/>
                </a:lnTo>
                <a:lnTo>
                  <a:pt x="1510" y="1789"/>
                </a:lnTo>
                <a:lnTo>
                  <a:pt x="1510" y="1790"/>
                </a:lnTo>
                <a:lnTo>
                  <a:pt x="1509" y="1790"/>
                </a:lnTo>
                <a:lnTo>
                  <a:pt x="1509" y="1789"/>
                </a:lnTo>
                <a:lnTo>
                  <a:pt x="1509" y="1790"/>
                </a:lnTo>
                <a:lnTo>
                  <a:pt x="1507" y="1790"/>
                </a:lnTo>
                <a:lnTo>
                  <a:pt x="1507" y="1789"/>
                </a:lnTo>
                <a:lnTo>
                  <a:pt x="1506" y="1789"/>
                </a:lnTo>
                <a:lnTo>
                  <a:pt x="1505" y="1789"/>
                </a:lnTo>
                <a:lnTo>
                  <a:pt x="1505" y="1790"/>
                </a:lnTo>
                <a:lnTo>
                  <a:pt x="1504" y="1790"/>
                </a:lnTo>
                <a:lnTo>
                  <a:pt x="1504" y="1791"/>
                </a:lnTo>
                <a:lnTo>
                  <a:pt x="1503" y="1791"/>
                </a:lnTo>
                <a:lnTo>
                  <a:pt x="1502" y="1790"/>
                </a:lnTo>
                <a:lnTo>
                  <a:pt x="1501" y="1790"/>
                </a:lnTo>
                <a:lnTo>
                  <a:pt x="1501" y="1791"/>
                </a:lnTo>
                <a:lnTo>
                  <a:pt x="1500" y="1791"/>
                </a:lnTo>
                <a:lnTo>
                  <a:pt x="1500" y="1792"/>
                </a:lnTo>
                <a:lnTo>
                  <a:pt x="1499" y="1792"/>
                </a:lnTo>
                <a:lnTo>
                  <a:pt x="1498" y="1792"/>
                </a:lnTo>
                <a:lnTo>
                  <a:pt x="1497" y="1792"/>
                </a:lnTo>
                <a:lnTo>
                  <a:pt x="1496" y="1792"/>
                </a:lnTo>
                <a:lnTo>
                  <a:pt x="1495" y="1792"/>
                </a:lnTo>
                <a:lnTo>
                  <a:pt x="1494" y="1793"/>
                </a:lnTo>
                <a:lnTo>
                  <a:pt x="1494" y="1794"/>
                </a:lnTo>
                <a:lnTo>
                  <a:pt x="1493" y="1794"/>
                </a:lnTo>
                <a:lnTo>
                  <a:pt x="1492" y="1794"/>
                </a:lnTo>
                <a:lnTo>
                  <a:pt x="1491" y="1793"/>
                </a:lnTo>
                <a:lnTo>
                  <a:pt x="1491" y="1794"/>
                </a:lnTo>
                <a:lnTo>
                  <a:pt x="1490" y="1794"/>
                </a:lnTo>
                <a:lnTo>
                  <a:pt x="1490" y="1795"/>
                </a:lnTo>
                <a:lnTo>
                  <a:pt x="1489" y="1795"/>
                </a:lnTo>
                <a:lnTo>
                  <a:pt x="1488" y="1795"/>
                </a:lnTo>
                <a:lnTo>
                  <a:pt x="1488" y="1793"/>
                </a:lnTo>
                <a:lnTo>
                  <a:pt x="1488" y="1792"/>
                </a:lnTo>
                <a:lnTo>
                  <a:pt x="1487" y="1792"/>
                </a:lnTo>
                <a:lnTo>
                  <a:pt x="1487" y="1791"/>
                </a:lnTo>
                <a:lnTo>
                  <a:pt x="1487" y="1790"/>
                </a:lnTo>
                <a:lnTo>
                  <a:pt x="1487" y="1789"/>
                </a:lnTo>
                <a:lnTo>
                  <a:pt x="1486" y="1790"/>
                </a:lnTo>
                <a:lnTo>
                  <a:pt x="1485" y="1790"/>
                </a:lnTo>
                <a:lnTo>
                  <a:pt x="1485" y="1791"/>
                </a:lnTo>
                <a:lnTo>
                  <a:pt x="1484" y="1791"/>
                </a:lnTo>
                <a:lnTo>
                  <a:pt x="1483" y="1791"/>
                </a:lnTo>
                <a:lnTo>
                  <a:pt x="1483" y="1790"/>
                </a:lnTo>
                <a:lnTo>
                  <a:pt x="1482" y="1790"/>
                </a:lnTo>
                <a:lnTo>
                  <a:pt x="1482" y="1791"/>
                </a:lnTo>
                <a:lnTo>
                  <a:pt x="1481" y="1791"/>
                </a:lnTo>
                <a:lnTo>
                  <a:pt x="1481" y="1792"/>
                </a:lnTo>
                <a:lnTo>
                  <a:pt x="1481" y="1793"/>
                </a:lnTo>
                <a:lnTo>
                  <a:pt x="1480" y="1793"/>
                </a:lnTo>
                <a:lnTo>
                  <a:pt x="1480" y="1794"/>
                </a:lnTo>
                <a:lnTo>
                  <a:pt x="1479" y="1794"/>
                </a:lnTo>
                <a:lnTo>
                  <a:pt x="1479" y="1793"/>
                </a:lnTo>
                <a:lnTo>
                  <a:pt x="1478" y="1793"/>
                </a:lnTo>
                <a:lnTo>
                  <a:pt x="1477" y="1793"/>
                </a:lnTo>
                <a:lnTo>
                  <a:pt x="1476" y="1793"/>
                </a:lnTo>
                <a:lnTo>
                  <a:pt x="1476" y="1792"/>
                </a:lnTo>
                <a:lnTo>
                  <a:pt x="1475" y="1792"/>
                </a:lnTo>
                <a:lnTo>
                  <a:pt x="1475" y="1791"/>
                </a:lnTo>
                <a:lnTo>
                  <a:pt x="1474" y="1791"/>
                </a:lnTo>
                <a:lnTo>
                  <a:pt x="1474" y="1790"/>
                </a:lnTo>
                <a:lnTo>
                  <a:pt x="1473" y="1790"/>
                </a:lnTo>
                <a:lnTo>
                  <a:pt x="1472" y="1789"/>
                </a:lnTo>
                <a:lnTo>
                  <a:pt x="1471" y="1789"/>
                </a:lnTo>
                <a:lnTo>
                  <a:pt x="1471" y="1788"/>
                </a:lnTo>
                <a:lnTo>
                  <a:pt x="1470" y="1788"/>
                </a:lnTo>
                <a:lnTo>
                  <a:pt x="1469" y="1789"/>
                </a:lnTo>
                <a:lnTo>
                  <a:pt x="1468" y="1789"/>
                </a:lnTo>
                <a:lnTo>
                  <a:pt x="1468" y="1790"/>
                </a:lnTo>
                <a:lnTo>
                  <a:pt x="1467" y="1790"/>
                </a:lnTo>
                <a:lnTo>
                  <a:pt x="1468" y="1791"/>
                </a:lnTo>
                <a:lnTo>
                  <a:pt x="1468" y="1792"/>
                </a:lnTo>
                <a:lnTo>
                  <a:pt x="1468" y="1793"/>
                </a:lnTo>
                <a:lnTo>
                  <a:pt x="1467" y="1793"/>
                </a:lnTo>
                <a:lnTo>
                  <a:pt x="1467" y="1794"/>
                </a:lnTo>
                <a:lnTo>
                  <a:pt x="1466" y="1794"/>
                </a:lnTo>
                <a:lnTo>
                  <a:pt x="1466" y="1795"/>
                </a:lnTo>
                <a:lnTo>
                  <a:pt x="1465" y="1795"/>
                </a:lnTo>
                <a:lnTo>
                  <a:pt x="1464" y="1796"/>
                </a:lnTo>
                <a:lnTo>
                  <a:pt x="1464" y="1797"/>
                </a:lnTo>
                <a:lnTo>
                  <a:pt x="1464" y="1799"/>
                </a:lnTo>
                <a:lnTo>
                  <a:pt x="1465" y="1799"/>
                </a:lnTo>
                <a:lnTo>
                  <a:pt x="1465" y="1800"/>
                </a:lnTo>
                <a:lnTo>
                  <a:pt x="1465" y="1801"/>
                </a:lnTo>
                <a:lnTo>
                  <a:pt x="1466" y="1801"/>
                </a:lnTo>
                <a:lnTo>
                  <a:pt x="1466" y="1802"/>
                </a:lnTo>
                <a:lnTo>
                  <a:pt x="1466" y="1803"/>
                </a:lnTo>
                <a:lnTo>
                  <a:pt x="1467" y="1803"/>
                </a:lnTo>
                <a:lnTo>
                  <a:pt x="1466" y="1803"/>
                </a:lnTo>
                <a:lnTo>
                  <a:pt x="1466" y="1804"/>
                </a:lnTo>
                <a:lnTo>
                  <a:pt x="1465" y="1804"/>
                </a:lnTo>
                <a:lnTo>
                  <a:pt x="1464" y="1804"/>
                </a:lnTo>
                <a:lnTo>
                  <a:pt x="1464" y="1805"/>
                </a:lnTo>
                <a:lnTo>
                  <a:pt x="1463" y="1805"/>
                </a:lnTo>
                <a:lnTo>
                  <a:pt x="1462" y="1805"/>
                </a:lnTo>
                <a:lnTo>
                  <a:pt x="1462" y="1806"/>
                </a:lnTo>
                <a:lnTo>
                  <a:pt x="1461" y="1806"/>
                </a:lnTo>
                <a:lnTo>
                  <a:pt x="1460" y="1806"/>
                </a:lnTo>
                <a:lnTo>
                  <a:pt x="1459" y="1806"/>
                </a:lnTo>
                <a:lnTo>
                  <a:pt x="1458" y="1806"/>
                </a:lnTo>
                <a:lnTo>
                  <a:pt x="1458" y="1805"/>
                </a:lnTo>
                <a:lnTo>
                  <a:pt x="1457" y="1805"/>
                </a:lnTo>
                <a:lnTo>
                  <a:pt x="1457" y="1804"/>
                </a:lnTo>
                <a:lnTo>
                  <a:pt x="1458" y="1804"/>
                </a:lnTo>
                <a:lnTo>
                  <a:pt x="1458" y="1803"/>
                </a:lnTo>
                <a:lnTo>
                  <a:pt x="1458" y="1801"/>
                </a:lnTo>
                <a:lnTo>
                  <a:pt x="1457" y="1801"/>
                </a:lnTo>
                <a:lnTo>
                  <a:pt x="1457" y="1800"/>
                </a:lnTo>
                <a:lnTo>
                  <a:pt x="1456" y="1800"/>
                </a:lnTo>
                <a:lnTo>
                  <a:pt x="1455" y="1800"/>
                </a:lnTo>
                <a:lnTo>
                  <a:pt x="1454" y="1800"/>
                </a:lnTo>
                <a:lnTo>
                  <a:pt x="1454" y="1801"/>
                </a:lnTo>
                <a:lnTo>
                  <a:pt x="1453" y="1801"/>
                </a:lnTo>
                <a:lnTo>
                  <a:pt x="1452" y="1801"/>
                </a:lnTo>
                <a:lnTo>
                  <a:pt x="1452" y="1800"/>
                </a:lnTo>
                <a:lnTo>
                  <a:pt x="1452" y="1799"/>
                </a:lnTo>
                <a:lnTo>
                  <a:pt x="1451" y="1799"/>
                </a:lnTo>
                <a:lnTo>
                  <a:pt x="1451" y="1798"/>
                </a:lnTo>
                <a:lnTo>
                  <a:pt x="1450" y="1798"/>
                </a:lnTo>
                <a:lnTo>
                  <a:pt x="1449" y="1797"/>
                </a:lnTo>
                <a:lnTo>
                  <a:pt x="1449" y="1796"/>
                </a:lnTo>
                <a:lnTo>
                  <a:pt x="1448" y="1796"/>
                </a:lnTo>
                <a:lnTo>
                  <a:pt x="1447" y="1796"/>
                </a:lnTo>
                <a:lnTo>
                  <a:pt x="1447" y="1797"/>
                </a:lnTo>
                <a:lnTo>
                  <a:pt x="1446" y="1797"/>
                </a:lnTo>
                <a:lnTo>
                  <a:pt x="1446" y="1798"/>
                </a:lnTo>
                <a:lnTo>
                  <a:pt x="1446" y="1797"/>
                </a:lnTo>
                <a:lnTo>
                  <a:pt x="1445" y="1797"/>
                </a:lnTo>
                <a:lnTo>
                  <a:pt x="1444" y="1797"/>
                </a:lnTo>
                <a:lnTo>
                  <a:pt x="1443" y="1797"/>
                </a:lnTo>
                <a:lnTo>
                  <a:pt x="1442" y="1797"/>
                </a:lnTo>
                <a:lnTo>
                  <a:pt x="1442" y="1798"/>
                </a:lnTo>
                <a:lnTo>
                  <a:pt x="1441" y="1798"/>
                </a:lnTo>
                <a:lnTo>
                  <a:pt x="1440" y="1798"/>
                </a:lnTo>
                <a:lnTo>
                  <a:pt x="1440" y="1799"/>
                </a:lnTo>
                <a:lnTo>
                  <a:pt x="1439" y="1799"/>
                </a:lnTo>
                <a:lnTo>
                  <a:pt x="1439" y="1798"/>
                </a:lnTo>
                <a:lnTo>
                  <a:pt x="1438" y="1798"/>
                </a:lnTo>
                <a:lnTo>
                  <a:pt x="1437" y="1797"/>
                </a:lnTo>
                <a:lnTo>
                  <a:pt x="1436" y="1797"/>
                </a:lnTo>
                <a:lnTo>
                  <a:pt x="1436" y="1796"/>
                </a:lnTo>
                <a:lnTo>
                  <a:pt x="1436" y="1795"/>
                </a:lnTo>
                <a:lnTo>
                  <a:pt x="1435" y="1795"/>
                </a:lnTo>
                <a:lnTo>
                  <a:pt x="1435" y="1794"/>
                </a:lnTo>
                <a:lnTo>
                  <a:pt x="1435" y="1793"/>
                </a:lnTo>
                <a:lnTo>
                  <a:pt x="1434" y="1793"/>
                </a:lnTo>
                <a:lnTo>
                  <a:pt x="1433" y="1793"/>
                </a:lnTo>
                <a:lnTo>
                  <a:pt x="1432" y="1793"/>
                </a:lnTo>
                <a:lnTo>
                  <a:pt x="1432" y="1792"/>
                </a:lnTo>
                <a:lnTo>
                  <a:pt x="1431" y="1792"/>
                </a:lnTo>
                <a:lnTo>
                  <a:pt x="1431" y="1791"/>
                </a:lnTo>
                <a:lnTo>
                  <a:pt x="1429" y="1791"/>
                </a:lnTo>
                <a:lnTo>
                  <a:pt x="1428" y="1791"/>
                </a:lnTo>
                <a:lnTo>
                  <a:pt x="1428" y="1790"/>
                </a:lnTo>
                <a:lnTo>
                  <a:pt x="1427" y="1790"/>
                </a:lnTo>
                <a:lnTo>
                  <a:pt x="1426" y="1790"/>
                </a:lnTo>
                <a:lnTo>
                  <a:pt x="1426" y="1791"/>
                </a:lnTo>
                <a:lnTo>
                  <a:pt x="1425" y="1791"/>
                </a:lnTo>
                <a:lnTo>
                  <a:pt x="1424" y="1791"/>
                </a:lnTo>
                <a:lnTo>
                  <a:pt x="1423" y="1791"/>
                </a:lnTo>
                <a:lnTo>
                  <a:pt x="1422" y="1791"/>
                </a:lnTo>
                <a:lnTo>
                  <a:pt x="1422" y="1790"/>
                </a:lnTo>
                <a:lnTo>
                  <a:pt x="1421" y="1790"/>
                </a:lnTo>
                <a:lnTo>
                  <a:pt x="1420" y="1790"/>
                </a:lnTo>
                <a:lnTo>
                  <a:pt x="1419" y="1790"/>
                </a:lnTo>
                <a:lnTo>
                  <a:pt x="1419" y="1789"/>
                </a:lnTo>
                <a:lnTo>
                  <a:pt x="1419" y="1788"/>
                </a:lnTo>
                <a:lnTo>
                  <a:pt x="1418" y="1788"/>
                </a:lnTo>
                <a:lnTo>
                  <a:pt x="1418" y="1787"/>
                </a:lnTo>
                <a:lnTo>
                  <a:pt x="1419" y="1787"/>
                </a:lnTo>
                <a:lnTo>
                  <a:pt x="1418" y="1787"/>
                </a:lnTo>
                <a:lnTo>
                  <a:pt x="1418" y="1786"/>
                </a:lnTo>
                <a:lnTo>
                  <a:pt x="1418" y="1785"/>
                </a:lnTo>
                <a:lnTo>
                  <a:pt x="1419" y="1785"/>
                </a:lnTo>
                <a:lnTo>
                  <a:pt x="1419" y="1784"/>
                </a:lnTo>
                <a:lnTo>
                  <a:pt x="1419" y="1783"/>
                </a:lnTo>
                <a:lnTo>
                  <a:pt x="1419" y="1782"/>
                </a:lnTo>
                <a:lnTo>
                  <a:pt x="1418" y="1782"/>
                </a:lnTo>
                <a:lnTo>
                  <a:pt x="1417" y="1782"/>
                </a:lnTo>
                <a:lnTo>
                  <a:pt x="1416" y="1782"/>
                </a:lnTo>
                <a:lnTo>
                  <a:pt x="1416" y="1781"/>
                </a:lnTo>
                <a:lnTo>
                  <a:pt x="1415" y="1781"/>
                </a:lnTo>
                <a:lnTo>
                  <a:pt x="1414" y="1781"/>
                </a:lnTo>
                <a:lnTo>
                  <a:pt x="1414" y="1782"/>
                </a:lnTo>
                <a:lnTo>
                  <a:pt x="1413" y="1783"/>
                </a:lnTo>
                <a:lnTo>
                  <a:pt x="1413" y="1784"/>
                </a:lnTo>
                <a:lnTo>
                  <a:pt x="1412" y="1784"/>
                </a:lnTo>
                <a:lnTo>
                  <a:pt x="1413" y="1784"/>
                </a:lnTo>
                <a:lnTo>
                  <a:pt x="1413" y="1785"/>
                </a:lnTo>
                <a:lnTo>
                  <a:pt x="1413" y="1786"/>
                </a:lnTo>
                <a:lnTo>
                  <a:pt x="1412" y="1786"/>
                </a:lnTo>
                <a:lnTo>
                  <a:pt x="1412" y="1787"/>
                </a:lnTo>
                <a:lnTo>
                  <a:pt x="1411" y="1787"/>
                </a:lnTo>
                <a:lnTo>
                  <a:pt x="1410" y="1786"/>
                </a:lnTo>
                <a:lnTo>
                  <a:pt x="1410" y="1787"/>
                </a:lnTo>
                <a:lnTo>
                  <a:pt x="1409" y="1787"/>
                </a:lnTo>
                <a:lnTo>
                  <a:pt x="1408" y="1787"/>
                </a:lnTo>
                <a:lnTo>
                  <a:pt x="1408" y="1788"/>
                </a:lnTo>
                <a:lnTo>
                  <a:pt x="1408" y="1789"/>
                </a:lnTo>
                <a:lnTo>
                  <a:pt x="1407" y="1789"/>
                </a:lnTo>
                <a:lnTo>
                  <a:pt x="1406" y="1789"/>
                </a:lnTo>
                <a:lnTo>
                  <a:pt x="1406" y="1790"/>
                </a:lnTo>
                <a:lnTo>
                  <a:pt x="1405" y="1790"/>
                </a:lnTo>
                <a:lnTo>
                  <a:pt x="1404" y="1790"/>
                </a:lnTo>
                <a:lnTo>
                  <a:pt x="1404" y="1791"/>
                </a:lnTo>
                <a:lnTo>
                  <a:pt x="1403" y="1791"/>
                </a:lnTo>
                <a:lnTo>
                  <a:pt x="1403" y="1792"/>
                </a:lnTo>
                <a:lnTo>
                  <a:pt x="1403" y="1793"/>
                </a:lnTo>
                <a:lnTo>
                  <a:pt x="1402" y="1793"/>
                </a:lnTo>
                <a:lnTo>
                  <a:pt x="1402" y="1794"/>
                </a:lnTo>
                <a:lnTo>
                  <a:pt x="1402" y="1795"/>
                </a:lnTo>
                <a:lnTo>
                  <a:pt x="1402" y="1796"/>
                </a:lnTo>
                <a:lnTo>
                  <a:pt x="1402" y="1797"/>
                </a:lnTo>
                <a:lnTo>
                  <a:pt x="1401" y="1797"/>
                </a:lnTo>
                <a:lnTo>
                  <a:pt x="1400" y="1797"/>
                </a:lnTo>
                <a:lnTo>
                  <a:pt x="1399" y="1798"/>
                </a:lnTo>
                <a:lnTo>
                  <a:pt x="1399" y="1799"/>
                </a:lnTo>
                <a:lnTo>
                  <a:pt x="1398" y="1799"/>
                </a:lnTo>
                <a:lnTo>
                  <a:pt x="1398" y="1800"/>
                </a:lnTo>
                <a:lnTo>
                  <a:pt x="1397" y="1800"/>
                </a:lnTo>
                <a:lnTo>
                  <a:pt x="1397" y="1801"/>
                </a:lnTo>
                <a:lnTo>
                  <a:pt x="1397" y="1802"/>
                </a:lnTo>
                <a:lnTo>
                  <a:pt x="1396" y="1802"/>
                </a:lnTo>
                <a:lnTo>
                  <a:pt x="1395" y="1802"/>
                </a:lnTo>
                <a:lnTo>
                  <a:pt x="1394" y="1802"/>
                </a:lnTo>
                <a:lnTo>
                  <a:pt x="1394" y="1803"/>
                </a:lnTo>
                <a:lnTo>
                  <a:pt x="1393" y="1803"/>
                </a:lnTo>
                <a:lnTo>
                  <a:pt x="1393" y="1804"/>
                </a:lnTo>
                <a:lnTo>
                  <a:pt x="1392" y="1805"/>
                </a:lnTo>
                <a:lnTo>
                  <a:pt x="1392" y="1806"/>
                </a:lnTo>
                <a:lnTo>
                  <a:pt x="1392" y="1807"/>
                </a:lnTo>
                <a:lnTo>
                  <a:pt x="1391" y="1807"/>
                </a:lnTo>
                <a:lnTo>
                  <a:pt x="1390" y="1807"/>
                </a:lnTo>
                <a:lnTo>
                  <a:pt x="1389" y="1806"/>
                </a:lnTo>
                <a:lnTo>
                  <a:pt x="1388" y="1806"/>
                </a:lnTo>
                <a:lnTo>
                  <a:pt x="1388" y="1805"/>
                </a:lnTo>
                <a:lnTo>
                  <a:pt x="1387" y="1805"/>
                </a:lnTo>
                <a:lnTo>
                  <a:pt x="1387" y="1806"/>
                </a:lnTo>
                <a:lnTo>
                  <a:pt x="1386" y="1805"/>
                </a:lnTo>
                <a:lnTo>
                  <a:pt x="1385" y="1805"/>
                </a:lnTo>
                <a:lnTo>
                  <a:pt x="1384" y="1805"/>
                </a:lnTo>
                <a:lnTo>
                  <a:pt x="1383" y="1805"/>
                </a:lnTo>
                <a:lnTo>
                  <a:pt x="1382" y="1805"/>
                </a:lnTo>
                <a:lnTo>
                  <a:pt x="1381" y="1805"/>
                </a:lnTo>
                <a:lnTo>
                  <a:pt x="1380" y="1805"/>
                </a:lnTo>
                <a:lnTo>
                  <a:pt x="1380" y="1804"/>
                </a:lnTo>
                <a:lnTo>
                  <a:pt x="1380" y="1803"/>
                </a:lnTo>
                <a:lnTo>
                  <a:pt x="1380" y="1802"/>
                </a:lnTo>
                <a:lnTo>
                  <a:pt x="1381" y="1801"/>
                </a:lnTo>
                <a:lnTo>
                  <a:pt x="1381" y="1800"/>
                </a:lnTo>
                <a:lnTo>
                  <a:pt x="1381" y="1799"/>
                </a:lnTo>
                <a:lnTo>
                  <a:pt x="1382" y="1799"/>
                </a:lnTo>
                <a:lnTo>
                  <a:pt x="1381" y="1799"/>
                </a:lnTo>
                <a:lnTo>
                  <a:pt x="1380" y="1799"/>
                </a:lnTo>
                <a:lnTo>
                  <a:pt x="1378" y="1799"/>
                </a:lnTo>
                <a:lnTo>
                  <a:pt x="1377" y="1799"/>
                </a:lnTo>
                <a:lnTo>
                  <a:pt x="1375" y="1799"/>
                </a:lnTo>
                <a:lnTo>
                  <a:pt x="1375" y="1800"/>
                </a:lnTo>
                <a:lnTo>
                  <a:pt x="1374" y="1800"/>
                </a:lnTo>
                <a:lnTo>
                  <a:pt x="1374" y="1801"/>
                </a:lnTo>
                <a:lnTo>
                  <a:pt x="1373" y="1801"/>
                </a:lnTo>
                <a:lnTo>
                  <a:pt x="1372" y="1801"/>
                </a:lnTo>
                <a:lnTo>
                  <a:pt x="1371" y="1801"/>
                </a:lnTo>
                <a:lnTo>
                  <a:pt x="1371" y="1802"/>
                </a:lnTo>
                <a:lnTo>
                  <a:pt x="1370" y="1803"/>
                </a:lnTo>
                <a:lnTo>
                  <a:pt x="1370" y="1802"/>
                </a:lnTo>
                <a:lnTo>
                  <a:pt x="1370" y="1801"/>
                </a:lnTo>
                <a:lnTo>
                  <a:pt x="1369" y="1801"/>
                </a:lnTo>
                <a:lnTo>
                  <a:pt x="1369" y="1800"/>
                </a:lnTo>
                <a:lnTo>
                  <a:pt x="1368" y="1800"/>
                </a:lnTo>
                <a:lnTo>
                  <a:pt x="1367" y="1800"/>
                </a:lnTo>
                <a:lnTo>
                  <a:pt x="1367" y="1799"/>
                </a:lnTo>
                <a:lnTo>
                  <a:pt x="1367" y="1798"/>
                </a:lnTo>
                <a:lnTo>
                  <a:pt x="1368" y="1797"/>
                </a:lnTo>
                <a:lnTo>
                  <a:pt x="1368" y="1796"/>
                </a:lnTo>
                <a:lnTo>
                  <a:pt x="1367" y="1796"/>
                </a:lnTo>
                <a:lnTo>
                  <a:pt x="1367" y="1794"/>
                </a:lnTo>
                <a:lnTo>
                  <a:pt x="1367" y="1793"/>
                </a:lnTo>
                <a:lnTo>
                  <a:pt x="1367" y="1792"/>
                </a:lnTo>
                <a:lnTo>
                  <a:pt x="1367" y="1791"/>
                </a:lnTo>
                <a:lnTo>
                  <a:pt x="1366" y="1791"/>
                </a:lnTo>
                <a:lnTo>
                  <a:pt x="1365" y="1791"/>
                </a:lnTo>
                <a:lnTo>
                  <a:pt x="1364" y="1790"/>
                </a:lnTo>
                <a:lnTo>
                  <a:pt x="1363" y="1790"/>
                </a:lnTo>
                <a:lnTo>
                  <a:pt x="1363" y="1789"/>
                </a:lnTo>
                <a:lnTo>
                  <a:pt x="1363" y="1790"/>
                </a:lnTo>
                <a:lnTo>
                  <a:pt x="1362" y="1790"/>
                </a:lnTo>
                <a:lnTo>
                  <a:pt x="1361" y="1790"/>
                </a:lnTo>
                <a:lnTo>
                  <a:pt x="1361" y="1791"/>
                </a:lnTo>
                <a:lnTo>
                  <a:pt x="1361" y="1792"/>
                </a:lnTo>
                <a:lnTo>
                  <a:pt x="1360" y="1792"/>
                </a:lnTo>
                <a:lnTo>
                  <a:pt x="1360" y="1793"/>
                </a:lnTo>
                <a:lnTo>
                  <a:pt x="1359" y="1793"/>
                </a:lnTo>
                <a:lnTo>
                  <a:pt x="1359" y="1794"/>
                </a:lnTo>
                <a:lnTo>
                  <a:pt x="1358" y="1794"/>
                </a:lnTo>
                <a:lnTo>
                  <a:pt x="1358" y="1793"/>
                </a:lnTo>
                <a:lnTo>
                  <a:pt x="1357" y="1793"/>
                </a:lnTo>
                <a:lnTo>
                  <a:pt x="1356" y="1793"/>
                </a:lnTo>
                <a:lnTo>
                  <a:pt x="1355" y="1793"/>
                </a:lnTo>
                <a:lnTo>
                  <a:pt x="1354" y="1792"/>
                </a:lnTo>
                <a:lnTo>
                  <a:pt x="1353" y="1792"/>
                </a:lnTo>
                <a:lnTo>
                  <a:pt x="1352" y="1792"/>
                </a:lnTo>
                <a:lnTo>
                  <a:pt x="1351" y="1792"/>
                </a:lnTo>
                <a:lnTo>
                  <a:pt x="1350" y="1792"/>
                </a:lnTo>
                <a:lnTo>
                  <a:pt x="1350" y="1791"/>
                </a:lnTo>
                <a:lnTo>
                  <a:pt x="1350" y="1792"/>
                </a:lnTo>
                <a:lnTo>
                  <a:pt x="1349" y="1792"/>
                </a:lnTo>
                <a:lnTo>
                  <a:pt x="1348" y="1792"/>
                </a:lnTo>
                <a:lnTo>
                  <a:pt x="1347" y="1792"/>
                </a:lnTo>
                <a:lnTo>
                  <a:pt x="1347" y="1793"/>
                </a:lnTo>
                <a:lnTo>
                  <a:pt x="1346" y="1793"/>
                </a:lnTo>
                <a:lnTo>
                  <a:pt x="1346" y="1794"/>
                </a:lnTo>
                <a:lnTo>
                  <a:pt x="1345" y="1794"/>
                </a:lnTo>
                <a:lnTo>
                  <a:pt x="1344" y="1794"/>
                </a:lnTo>
                <a:lnTo>
                  <a:pt x="1344" y="1795"/>
                </a:lnTo>
                <a:lnTo>
                  <a:pt x="1343" y="1795"/>
                </a:lnTo>
                <a:lnTo>
                  <a:pt x="1342" y="1795"/>
                </a:lnTo>
                <a:lnTo>
                  <a:pt x="1341" y="1795"/>
                </a:lnTo>
                <a:lnTo>
                  <a:pt x="1341" y="1794"/>
                </a:lnTo>
                <a:lnTo>
                  <a:pt x="1340" y="1794"/>
                </a:lnTo>
                <a:lnTo>
                  <a:pt x="1340" y="1793"/>
                </a:lnTo>
                <a:lnTo>
                  <a:pt x="1339" y="1793"/>
                </a:lnTo>
                <a:lnTo>
                  <a:pt x="1338" y="1793"/>
                </a:lnTo>
                <a:lnTo>
                  <a:pt x="1338" y="1792"/>
                </a:lnTo>
                <a:lnTo>
                  <a:pt x="1337" y="1792"/>
                </a:lnTo>
                <a:lnTo>
                  <a:pt x="1336" y="1792"/>
                </a:lnTo>
                <a:lnTo>
                  <a:pt x="1336" y="1791"/>
                </a:lnTo>
                <a:lnTo>
                  <a:pt x="1335" y="1791"/>
                </a:lnTo>
                <a:lnTo>
                  <a:pt x="1334" y="1791"/>
                </a:lnTo>
                <a:lnTo>
                  <a:pt x="1335" y="1791"/>
                </a:lnTo>
                <a:lnTo>
                  <a:pt x="1335" y="1790"/>
                </a:lnTo>
                <a:lnTo>
                  <a:pt x="1337" y="1790"/>
                </a:lnTo>
                <a:lnTo>
                  <a:pt x="1338" y="1790"/>
                </a:lnTo>
                <a:lnTo>
                  <a:pt x="1338" y="1791"/>
                </a:lnTo>
                <a:lnTo>
                  <a:pt x="1339" y="1791"/>
                </a:lnTo>
                <a:lnTo>
                  <a:pt x="1340" y="1791"/>
                </a:lnTo>
                <a:lnTo>
                  <a:pt x="1340" y="1790"/>
                </a:lnTo>
                <a:lnTo>
                  <a:pt x="1340" y="1789"/>
                </a:lnTo>
                <a:lnTo>
                  <a:pt x="1340" y="1788"/>
                </a:lnTo>
                <a:lnTo>
                  <a:pt x="1339" y="1788"/>
                </a:lnTo>
                <a:lnTo>
                  <a:pt x="1339" y="1787"/>
                </a:lnTo>
                <a:lnTo>
                  <a:pt x="1338" y="1787"/>
                </a:lnTo>
                <a:lnTo>
                  <a:pt x="1338" y="1786"/>
                </a:lnTo>
                <a:lnTo>
                  <a:pt x="1337" y="1786"/>
                </a:lnTo>
                <a:lnTo>
                  <a:pt x="1337" y="1787"/>
                </a:lnTo>
                <a:lnTo>
                  <a:pt x="1336" y="1787"/>
                </a:lnTo>
                <a:lnTo>
                  <a:pt x="1335" y="1787"/>
                </a:lnTo>
                <a:lnTo>
                  <a:pt x="1335" y="1788"/>
                </a:lnTo>
                <a:lnTo>
                  <a:pt x="1335" y="1787"/>
                </a:lnTo>
                <a:lnTo>
                  <a:pt x="1334" y="1787"/>
                </a:lnTo>
                <a:lnTo>
                  <a:pt x="1334" y="1788"/>
                </a:lnTo>
                <a:lnTo>
                  <a:pt x="1333" y="1788"/>
                </a:lnTo>
                <a:lnTo>
                  <a:pt x="1332" y="1788"/>
                </a:lnTo>
                <a:lnTo>
                  <a:pt x="1331" y="1788"/>
                </a:lnTo>
                <a:lnTo>
                  <a:pt x="1330" y="1788"/>
                </a:lnTo>
                <a:lnTo>
                  <a:pt x="1329" y="1788"/>
                </a:lnTo>
                <a:lnTo>
                  <a:pt x="1329" y="1789"/>
                </a:lnTo>
                <a:lnTo>
                  <a:pt x="1328" y="1789"/>
                </a:lnTo>
                <a:lnTo>
                  <a:pt x="1328" y="1790"/>
                </a:lnTo>
                <a:lnTo>
                  <a:pt x="1327" y="1790"/>
                </a:lnTo>
                <a:lnTo>
                  <a:pt x="1327" y="1791"/>
                </a:lnTo>
                <a:lnTo>
                  <a:pt x="1325" y="1791"/>
                </a:lnTo>
                <a:lnTo>
                  <a:pt x="1325" y="1790"/>
                </a:lnTo>
                <a:lnTo>
                  <a:pt x="1324" y="1790"/>
                </a:lnTo>
                <a:lnTo>
                  <a:pt x="1324" y="1791"/>
                </a:lnTo>
                <a:lnTo>
                  <a:pt x="1323" y="1790"/>
                </a:lnTo>
                <a:lnTo>
                  <a:pt x="1322" y="1790"/>
                </a:lnTo>
                <a:lnTo>
                  <a:pt x="1321" y="1790"/>
                </a:lnTo>
                <a:lnTo>
                  <a:pt x="1320" y="1790"/>
                </a:lnTo>
                <a:lnTo>
                  <a:pt x="1319" y="1790"/>
                </a:lnTo>
                <a:lnTo>
                  <a:pt x="1319" y="1789"/>
                </a:lnTo>
                <a:lnTo>
                  <a:pt x="1318" y="1789"/>
                </a:lnTo>
                <a:lnTo>
                  <a:pt x="1318" y="1788"/>
                </a:lnTo>
                <a:lnTo>
                  <a:pt x="1317" y="1788"/>
                </a:lnTo>
                <a:lnTo>
                  <a:pt x="1317" y="1787"/>
                </a:lnTo>
                <a:lnTo>
                  <a:pt x="1317" y="1786"/>
                </a:lnTo>
                <a:lnTo>
                  <a:pt x="1316" y="1786"/>
                </a:lnTo>
                <a:lnTo>
                  <a:pt x="1315" y="1786"/>
                </a:lnTo>
                <a:lnTo>
                  <a:pt x="1315" y="1785"/>
                </a:lnTo>
                <a:lnTo>
                  <a:pt x="1314" y="1785"/>
                </a:lnTo>
                <a:lnTo>
                  <a:pt x="1313" y="1785"/>
                </a:lnTo>
                <a:lnTo>
                  <a:pt x="1312" y="1785"/>
                </a:lnTo>
                <a:lnTo>
                  <a:pt x="1312" y="1784"/>
                </a:lnTo>
                <a:lnTo>
                  <a:pt x="1311" y="1784"/>
                </a:lnTo>
                <a:lnTo>
                  <a:pt x="1311" y="1783"/>
                </a:lnTo>
                <a:lnTo>
                  <a:pt x="1310" y="1783"/>
                </a:lnTo>
                <a:lnTo>
                  <a:pt x="1310" y="1784"/>
                </a:lnTo>
                <a:lnTo>
                  <a:pt x="1310" y="1783"/>
                </a:lnTo>
                <a:lnTo>
                  <a:pt x="1309" y="1783"/>
                </a:lnTo>
                <a:lnTo>
                  <a:pt x="1309" y="1784"/>
                </a:lnTo>
                <a:lnTo>
                  <a:pt x="1308" y="1784"/>
                </a:lnTo>
                <a:lnTo>
                  <a:pt x="1307" y="1784"/>
                </a:lnTo>
                <a:lnTo>
                  <a:pt x="1306" y="1784"/>
                </a:lnTo>
                <a:lnTo>
                  <a:pt x="1306" y="1785"/>
                </a:lnTo>
                <a:lnTo>
                  <a:pt x="1305" y="1785"/>
                </a:lnTo>
                <a:lnTo>
                  <a:pt x="1305" y="1786"/>
                </a:lnTo>
                <a:lnTo>
                  <a:pt x="1304" y="1786"/>
                </a:lnTo>
                <a:lnTo>
                  <a:pt x="1304" y="1787"/>
                </a:lnTo>
                <a:lnTo>
                  <a:pt x="1303" y="1787"/>
                </a:lnTo>
                <a:lnTo>
                  <a:pt x="1303" y="1788"/>
                </a:lnTo>
                <a:lnTo>
                  <a:pt x="1302" y="1788"/>
                </a:lnTo>
                <a:lnTo>
                  <a:pt x="1301" y="1788"/>
                </a:lnTo>
                <a:lnTo>
                  <a:pt x="1301" y="1787"/>
                </a:lnTo>
                <a:lnTo>
                  <a:pt x="1300" y="1787"/>
                </a:lnTo>
                <a:lnTo>
                  <a:pt x="1299" y="1787"/>
                </a:lnTo>
                <a:lnTo>
                  <a:pt x="1298" y="1787"/>
                </a:lnTo>
                <a:lnTo>
                  <a:pt x="1297" y="1787"/>
                </a:lnTo>
                <a:lnTo>
                  <a:pt x="1296" y="1787"/>
                </a:lnTo>
                <a:lnTo>
                  <a:pt x="1295" y="1787"/>
                </a:lnTo>
                <a:lnTo>
                  <a:pt x="1295" y="1786"/>
                </a:lnTo>
                <a:lnTo>
                  <a:pt x="1295" y="1787"/>
                </a:lnTo>
                <a:lnTo>
                  <a:pt x="1294" y="1787"/>
                </a:lnTo>
                <a:lnTo>
                  <a:pt x="1293" y="1787"/>
                </a:lnTo>
                <a:lnTo>
                  <a:pt x="1293" y="1786"/>
                </a:lnTo>
                <a:lnTo>
                  <a:pt x="1292" y="1786"/>
                </a:lnTo>
                <a:lnTo>
                  <a:pt x="1291" y="1786"/>
                </a:lnTo>
                <a:lnTo>
                  <a:pt x="1291" y="1785"/>
                </a:lnTo>
                <a:lnTo>
                  <a:pt x="1290" y="1785"/>
                </a:lnTo>
                <a:lnTo>
                  <a:pt x="1290" y="1784"/>
                </a:lnTo>
                <a:lnTo>
                  <a:pt x="1289" y="1784"/>
                </a:lnTo>
                <a:lnTo>
                  <a:pt x="1289" y="1783"/>
                </a:lnTo>
                <a:lnTo>
                  <a:pt x="1288" y="1783"/>
                </a:lnTo>
                <a:lnTo>
                  <a:pt x="1288" y="1782"/>
                </a:lnTo>
                <a:lnTo>
                  <a:pt x="1287" y="1782"/>
                </a:lnTo>
                <a:lnTo>
                  <a:pt x="1286" y="1782"/>
                </a:lnTo>
                <a:lnTo>
                  <a:pt x="1285" y="1782"/>
                </a:lnTo>
                <a:lnTo>
                  <a:pt x="1285" y="1781"/>
                </a:lnTo>
                <a:lnTo>
                  <a:pt x="1284" y="1781"/>
                </a:lnTo>
                <a:lnTo>
                  <a:pt x="1284" y="1780"/>
                </a:lnTo>
                <a:lnTo>
                  <a:pt x="1283" y="1780"/>
                </a:lnTo>
                <a:lnTo>
                  <a:pt x="1283" y="1779"/>
                </a:lnTo>
                <a:lnTo>
                  <a:pt x="1283" y="1778"/>
                </a:lnTo>
                <a:lnTo>
                  <a:pt x="1283" y="1777"/>
                </a:lnTo>
                <a:lnTo>
                  <a:pt x="1283" y="1776"/>
                </a:lnTo>
                <a:lnTo>
                  <a:pt x="1283" y="1775"/>
                </a:lnTo>
                <a:lnTo>
                  <a:pt x="1283" y="1774"/>
                </a:lnTo>
                <a:lnTo>
                  <a:pt x="1283" y="1773"/>
                </a:lnTo>
                <a:lnTo>
                  <a:pt x="1283" y="1772"/>
                </a:lnTo>
                <a:lnTo>
                  <a:pt x="1282" y="1772"/>
                </a:lnTo>
                <a:lnTo>
                  <a:pt x="1281" y="1772"/>
                </a:lnTo>
                <a:lnTo>
                  <a:pt x="1281" y="1771"/>
                </a:lnTo>
                <a:lnTo>
                  <a:pt x="1280" y="1771"/>
                </a:lnTo>
                <a:lnTo>
                  <a:pt x="1281" y="1770"/>
                </a:lnTo>
                <a:lnTo>
                  <a:pt x="1280" y="1770"/>
                </a:lnTo>
                <a:lnTo>
                  <a:pt x="1280" y="1769"/>
                </a:lnTo>
                <a:lnTo>
                  <a:pt x="1280" y="1768"/>
                </a:lnTo>
                <a:lnTo>
                  <a:pt x="1280" y="1767"/>
                </a:lnTo>
                <a:lnTo>
                  <a:pt x="1279" y="1767"/>
                </a:lnTo>
                <a:lnTo>
                  <a:pt x="1279" y="1766"/>
                </a:lnTo>
                <a:lnTo>
                  <a:pt x="1280" y="1766"/>
                </a:lnTo>
                <a:lnTo>
                  <a:pt x="1279" y="1766"/>
                </a:lnTo>
                <a:lnTo>
                  <a:pt x="1280" y="1766"/>
                </a:lnTo>
                <a:lnTo>
                  <a:pt x="1280" y="1765"/>
                </a:lnTo>
                <a:lnTo>
                  <a:pt x="1280" y="1764"/>
                </a:lnTo>
                <a:lnTo>
                  <a:pt x="1279" y="1764"/>
                </a:lnTo>
                <a:lnTo>
                  <a:pt x="1279" y="1763"/>
                </a:lnTo>
                <a:lnTo>
                  <a:pt x="1278" y="1763"/>
                </a:lnTo>
                <a:lnTo>
                  <a:pt x="1278" y="1762"/>
                </a:lnTo>
                <a:lnTo>
                  <a:pt x="1277" y="1762"/>
                </a:lnTo>
                <a:lnTo>
                  <a:pt x="1277" y="1761"/>
                </a:lnTo>
                <a:lnTo>
                  <a:pt x="1276" y="1761"/>
                </a:lnTo>
                <a:lnTo>
                  <a:pt x="1276" y="1759"/>
                </a:lnTo>
                <a:lnTo>
                  <a:pt x="1275" y="1759"/>
                </a:lnTo>
                <a:lnTo>
                  <a:pt x="1275" y="1758"/>
                </a:lnTo>
                <a:lnTo>
                  <a:pt x="1275" y="1757"/>
                </a:lnTo>
                <a:lnTo>
                  <a:pt x="1274" y="1757"/>
                </a:lnTo>
                <a:lnTo>
                  <a:pt x="1274" y="1756"/>
                </a:lnTo>
                <a:lnTo>
                  <a:pt x="1273" y="1756"/>
                </a:lnTo>
                <a:lnTo>
                  <a:pt x="1272" y="1756"/>
                </a:lnTo>
                <a:lnTo>
                  <a:pt x="1271" y="1756"/>
                </a:lnTo>
                <a:lnTo>
                  <a:pt x="1271" y="1755"/>
                </a:lnTo>
                <a:lnTo>
                  <a:pt x="1271" y="1754"/>
                </a:lnTo>
                <a:lnTo>
                  <a:pt x="1270" y="1754"/>
                </a:lnTo>
                <a:lnTo>
                  <a:pt x="1269" y="1754"/>
                </a:lnTo>
                <a:lnTo>
                  <a:pt x="1268" y="1754"/>
                </a:lnTo>
                <a:lnTo>
                  <a:pt x="1267" y="1754"/>
                </a:lnTo>
                <a:lnTo>
                  <a:pt x="1266" y="1754"/>
                </a:lnTo>
                <a:lnTo>
                  <a:pt x="1265" y="1754"/>
                </a:lnTo>
                <a:lnTo>
                  <a:pt x="1264" y="1754"/>
                </a:lnTo>
                <a:lnTo>
                  <a:pt x="1263" y="1754"/>
                </a:lnTo>
                <a:lnTo>
                  <a:pt x="1263" y="1753"/>
                </a:lnTo>
                <a:lnTo>
                  <a:pt x="1262" y="1753"/>
                </a:lnTo>
                <a:lnTo>
                  <a:pt x="1261" y="1753"/>
                </a:lnTo>
                <a:lnTo>
                  <a:pt x="1261" y="1752"/>
                </a:lnTo>
                <a:lnTo>
                  <a:pt x="1260" y="1752"/>
                </a:lnTo>
                <a:lnTo>
                  <a:pt x="1259" y="1752"/>
                </a:lnTo>
                <a:lnTo>
                  <a:pt x="1258" y="1752"/>
                </a:lnTo>
                <a:lnTo>
                  <a:pt x="1258" y="1751"/>
                </a:lnTo>
                <a:lnTo>
                  <a:pt x="1257" y="1751"/>
                </a:lnTo>
                <a:lnTo>
                  <a:pt x="1257" y="1750"/>
                </a:lnTo>
                <a:lnTo>
                  <a:pt x="1256" y="1750"/>
                </a:lnTo>
                <a:lnTo>
                  <a:pt x="1256" y="1749"/>
                </a:lnTo>
                <a:lnTo>
                  <a:pt x="1256" y="1748"/>
                </a:lnTo>
                <a:lnTo>
                  <a:pt x="1257" y="1748"/>
                </a:lnTo>
                <a:lnTo>
                  <a:pt x="1257" y="1747"/>
                </a:lnTo>
                <a:lnTo>
                  <a:pt x="1256" y="1747"/>
                </a:lnTo>
                <a:lnTo>
                  <a:pt x="1256" y="1746"/>
                </a:lnTo>
                <a:lnTo>
                  <a:pt x="1256" y="1745"/>
                </a:lnTo>
                <a:lnTo>
                  <a:pt x="1255" y="1745"/>
                </a:lnTo>
                <a:lnTo>
                  <a:pt x="1255" y="1744"/>
                </a:lnTo>
                <a:lnTo>
                  <a:pt x="1254" y="1744"/>
                </a:lnTo>
                <a:lnTo>
                  <a:pt x="1253" y="1744"/>
                </a:lnTo>
                <a:lnTo>
                  <a:pt x="1253" y="1743"/>
                </a:lnTo>
                <a:lnTo>
                  <a:pt x="1252" y="1743"/>
                </a:lnTo>
                <a:lnTo>
                  <a:pt x="1251" y="1743"/>
                </a:lnTo>
                <a:lnTo>
                  <a:pt x="1251" y="1742"/>
                </a:lnTo>
                <a:lnTo>
                  <a:pt x="1250" y="1742"/>
                </a:lnTo>
                <a:lnTo>
                  <a:pt x="1249" y="1742"/>
                </a:lnTo>
                <a:lnTo>
                  <a:pt x="1249" y="1741"/>
                </a:lnTo>
                <a:lnTo>
                  <a:pt x="1250" y="1741"/>
                </a:lnTo>
                <a:lnTo>
                  <a:pt x="1249" y="1741"/>
                </a:lnTo>
                <a:lnTo>
                  <a:pt x="1249" y="1740"/>
                </a:lnTo>
                <a:lnTo>
                  <a:pt x="1248" y="1740"/>
                </a:lnTo>
                <a:lnTo>
                  <a:pt x="1248" y="1739"/>
                </a:lnTo>
                <a:lnTo>
                  <a:pt x="1247" y="1739"/>
                </a:lnTo>
                <a:lnTo>
                  <a:pt x="1247" y="1738"/>
                </a:lnTo>
                <a:lnTo>
                  <a:pt x="1247" y="1737"/>
                </a:lnTo>
                <a:lnTo>
                  <a:pt x="1248" y="1737"/>
                </a:lnTo>
                <a:lnTo>
                  <a:pt x="1248" y="1736"/>
                </a:lnTo>
                <a:lnTo>
                  <a:pt x="1247" y="1736"/>
                </a:lnTo>
                <a:lnTo>
                  <a:pt x="1247" y="1735"/>
                </a:lnTo>
                <a:lnTo>
                  <a:pt x="1246" y="1735"/>
                </a:lnTo>
                <a:lnTo>
                  <a:pt x="1245" y="1735"/>
                </a:lnTo>
                <a:lnTo>
                  <a:pt x="1245" y="1734"/>
                </a:lnTo>
                <a:lnTo>
                  <a:pt x="1244" y="1734"/>
                </a:lnTo>
                <a:lnTo>
                  <a:pt x="1244" y="1735"/>
                </a:lnTo>
                <a:lnTo>
                  <a:pt x="1243" y="1735"/>
                </a:lnTo>
                <a:lnTo>
                  <a:pt x="1243" y="1736"/>
                </a:lnTo>
                <a:lnTo>
                  <a:pt x="1242" y="1736"/>
                </a:lnTo>
                <a:lnTo>
                  <a:pt x="1241" y="1736"/>
                </a:lnTo>
                <a:lnTo>
                  <a:pt x="1240" y="1736"/>
                </a:lnTo>
                <a:lnTo>
                  <a:pt x="1239" y="1736"/>
                </a:lnTo>
                <a:lnTo>
                  <a:pt x="1239" y="1735"/>
                </a:lnTo>
                <a:lnTo>
                  <a:pt x="1238" y="1735"/>
                </a:lnTo>
                <a:lnTo>
                  <a:pt x="1236" y="1735"/>
                </a:lnTo>
                <a:lnTo>
                  <a:pt x="1236" y="1734"/>
                </a:lnTo>
                <a:lnTo>
                  <a:pt x="1234" y="1734"/>
                </a:lnTo>
                <a:lnTo>
                  <a:pt x="1233" y="1734"/>
                </a:lnTo>
                <a:lnTo>
                  <a:pt x="1233" y="1733"/>
                </a:lnTo>
                <a:lnTo>
                  <a:pt x="1232" y="1733"/>
                </a:lnTo>
                <a:lnTo>
                  <a:pt x="1231" y="1732"/>
                </a:lnTo>
                <a:lnTo>
                  <a:pt x="1232" y="1732"/>
                </a:lnTo>
                <a:lnTo>
                  <a:pt x="1232" y="1731"/>
                </a:lnTo>
                <a:lnTo>
                  <a:pt x="1231" y="1731"/>
                </a:lnTo>
                <a:lnTo>
                  <a:pt x="1231" y="1730"/>
                </a:lnTo>
                <a:lnTo>
                  <a:pt x="1230" y="1730"/>
                </a:lnTo>
                <a:lnTo>
                  <a:pt x="1229" y="1730"/>
                </a:lnTo>
                <a:lnTo>
                  <a:pt x="1228" y="1730"/>
                </a:lnTo>
                <a:lnTo>
                  <a:pt x="1228" y="1729"/>
                </a:lnTo>
                <a:lnTo>
                  <a:pt x="1227" y="1729"/>
                </a:lnTo>
                <a:lnTo>
                  <a:pt x="1227" y="1728"/>
                </a:lnTo>
                <a:lnTo>
                  <a:pt x="1227" y="1727"/>
                </a:lnTo>
                <a:lnTo>
                  <a:pt x="1227" y="1726"/>
                </a:lnTo>
                <a:lnTo>
                  <a:pt x="1228" y="1726"/>
                </a:lnTo>
                <a:lnTo>
                  <a:pt x="1228" y="1725"/>
                </a:lnTo>
                <a:lnTo>
                  <a:pt x="1228" y="1724"/>
                </a:lnTo>
                <a:lnTo>
                  <a:pt x="1228" y="1723"/>
                </a:lnTo>
                <a:lnTo>
                  <a:pt x="1229" y="1723"/>
                </a:lnTo>
                <a:lnTo>
                  <a:pt x="1230" y="1723"/>
                </a:lnTo>
                <a:lnTo>
                  <a:pt x="1230" y="1722"/>
                </a:lnTo>
                <a:lnTo>
                  <a:pt x="1230" y="1721"/>
                </a:lnTo>
                <a:lnTo>
                  <a:pt x="1229" y="1721"/>
                </a:lnTo>
                <a:lnTo>
                  <a:pt x="1228" y="1721"/>
                </a:lnTo>
                <a:lnTo>
                  <a:pt x="1228" y="1720"/>
                </a:lnTo>
                <a:lnTo>
                  <a:pt x="1228" y="1719"/>
                </a:lnTo>
                <a:lnTo>
                  <a:pt x="1228" y="1718"/>
                </a:lnTo>
                <a:lnTo>
                  <a:pt x="1228" y="1717"/>
                </a:lnTo>
                <a:lnTo>
                  <a:pt x="1227" y="1717"/>
                </a:lnTo>
                <a:lnTo>
                  <a:pt x="1227" y="1716"/>
                </a:lnTo>
                <a:lnTo>
                  <a:pt x="1227" y="1715"/>
                </a:lnTo>
                <a:lnTo>
                  <a:pt x="1226" y="1715"/>
                </a:lnTo>
                <a:lnTo>
                  <a:pt x="1225" y="1715"/>
                </a:lnTo>
                <a:lnTo>
                  <a:pt x="1224" y="1714"/>
                </a:lnTo>
                <a:lnTo>
                  <a:pt x="1223" y="1714"/>
                </a:lnTo>
                <a:lnTo>
                  <a:pt x="1221" y="1714"/>
                </a:lnTo>
                <a:lnTo>
                  <a:pt x="1221" y="1713"/>
                </a:lnTo>
                <a:lnTo>
                  <a:pt x="1220" y="1713"/>
                </a:lnTo>
                <a:lnTo>
                  <a:pt x="1219" y="1713"/>
                </a:lnTo>
                <a:lnTo>
                  <a:pt x="1218" y="1713"/>
                </a:lnTo>
                <a:lnTo>
                  <a:pt x="1217" y="1713"/>
                </a:lnTo>
                <a:lnTo>
                  <a:pt x="1215" y="1713"/>
                </a:lnTo>
                <a:lnTo>
                  <a:pt x="1215" y="1714"/>
                </a:lnTo>
                <a:lnTo>
                  <a:pt x="1214" y="1714"/>
                </a:lnTo>
                <a:lnTo>
                  <a:pt x="1213" y="1714"/>
                </a:lnTo>
                <a:lnTo>
                  <a:pt x="1213" y="1715"/>
                </a:lnTo>
                <a:lnTo>
                  <a:pt x="1213" y="1716"/>
                </a:lnTo>
                <a:lnTo>
                  <a:pt x="1212" y="1716"/>
                </a:lnTo>
                <a:lnTo>
                  <a:pt x="1212" y="1717"/>
                </a:lnTo>
                <a:lnTo>
                  <a:pt x="1211" y="1718"/>
                </a:lnTo>
                <a:lnTo>
                  <a:pt x="1210" y="1718"/>
                </a:lnTo>
                <a:lnTo>
                  <a:pt x="1208" y="1718"/>
                </a:lnTo>
                <a:lnTo>
                  <a:pt x="1208" y="1719"/>
                </a:lnTo>
                <a:lnTo>
                  <a:pt x="1207" y="1719"/>
                </a:lnTo>
                <a:lnTo>
                  <a:pt x="1207" y="1718"/>
                </a:lnTo>
                <a:lnTo>
                  <a:pt x="1206" y="1718"/>
                </a:lnTo>
                <a:lnTo>
                  <a:pt x="1206" y="1717"/>
                </a:lnTo>
                <a:lnTo>
                  <a:pt x="1204" y="1717"/>
                </a:lnTo>
                <a:lnTo>
                  <a:pt x="1203" y="1717"/>
                </a:lnTo>
                <a:lnTo>
                  <a:pt x="1203" y="1716"/>
                </a:lnTo>
                <a:lnTo>
                  <a:pt x="1202" y="1715"/>
                </a:lnTo>
                <a:lnTo>
                  <a:pt x="1202" y="1714"/>
                </a:lnTo>
                <a:lnTo>
                  <a:pt x="1203" y="1714"/>
                </a:lnTo>
                <a:lnTo>
                  <a:pt x="1204" y="1713"/>
                </a:lnTo>
                <a:lnTo>
                  <a:pt x="1203" y="1713"/>
                </a:lnTo>
                <a:lnTo>
                  <a:pt x="1203" y="1712"/>
                </a:lnTo>
                <a:lnTo>
                  <a:pt x="1203" y="1711"/>
                </a:lnTo>
                <a:lnTo>
                  <a:pt x="1202" y="1711"/>
                </a:lnTo>
                <a:lnTo>
                  <a:pt x="1201" y="1710"/>
                </a:lnTo>
                <a:lnTo>
                  <a:pt x="1201" y="1709"/>
                </a:lnTo>
                <a:lnTo>
                  <a:pt x="1200" y="1709"/>
                </a:lnTo>
                <a:lnTo>
                  <a:pt x="1199" y="1709"/>
                </a:lnTo>
                <a:lnTo>
                  <a:pt x="1199" y="1708"/>
                </a:lnTo>
                <a:lnTo>
                  <a:pt x="1198" y="1708"/>
                </a:lnTo>
                <a:lnTo>
                  <a:pt x="1197" y="1708"/>
                </a:lnTo>
                <a:lnTo>
                  <a:pt x="1197" y="1709"/>
                </a:lnTo>
                <a:lnTo>
                  <a:pt x="1196" y="1709"/>
                </a:lnTo>
                <a:lnTo>
                  <a:pt x="1196" y="1710"/>
                </a:lnTo>
                <a:lnTo>
                  <a:pt x="1196" y="1711"/>
                </a:lnTo>
                <a:lnTo>
                  <a:pt x="1196" y="1712"/>
                </a:lnTo>
                <a:lnTo>
                  <a:pt x="1196" y="1713"/>
                </a:lnTo>
                <a:lnTo>
                  <a:pt x="1195" y="1713"/>
                </a:lnTo>
                <a:lnTo>
                  <a:pt x="1195" y="1714"/>
                </a:lnTo>
                <a:lnTo>
                  <a:pt x="1194" y="1714"/>
                </a:lnTo>
                <a:lnTo>
                  <a:pt x="1194" y="1715"/>
                </a:lnTo>
                <a:lnTo>
                  <a:pt x="1195" y="1715"/>
                </a:lnTo>
                <a:lnTo>
                  <a:pt x="1195" y="1716"/>
                </a:lnTo>
                <a:lnTo>
                  <a:pt x="1195" y="1717"/>
                </a:lnTo>
                <a:lnTo>
                  <a:pt x="1194" y="1717"/>
                </a:lnTo>
                <a:lnTo>
                  <a:pt x="1193" y="1717"/>
                </a:lnTo>
                <a:lnTo>
                  <a:pt x="1193" y="1718"/>
                </a:lnTo>
                <a:lnTo>
                  <a:pt x="1193" y="1719"/>
                </a:lnTo>
                <a:lnTo>
                  <a:pt x="1192" y="1719"/>
                </a:lnTo>
                <a:lnTo>
                  <a:pt x="1192" y="1720"/>
                </a:lnTo>
                <a:lnTo>
                  <a:pt x="1191" y="1720"/>
                </a:lnTo>
                <a:lnTo>
                  <a:pt x="1191" y="1719"/>
                </a:lnTo>
                <a:lnTo>
                  <a:pt x="1190" y="1719"/>
                </a:lnTo>
                <a:lnTo>
                  <a:pt x="1189" y="1719"/>
                </a:lnTo>
                <a:lnTo>
                  <a:pt x="1189" y="1720"/>
                </a:lnTo>
                <a:lnTo>
                  <a:pt x="1189" y="1721"/>
                </a:lnTo>
                <a:lnTo>
                  <a:pt x="1188" y="1721"/>
                </a:lnTo>
                <a:lnTo>
                  <a:pt x="1188" y="1722"/>
                </a:lnTo>
                <a:lnTo>
                  <a:pt x="1188" y="1723"/>
                </a:lnTo>
                <a:lnTo>
                  <a:pt x="1187" y="1723"/>
                </a:lnTo>
                <a:lnTo>
                  <a:pt x="1188" y="1723"/>
                </a:lnTo>
                <a:lnTo>
                  <a:pt x="1188" y="1724"/>
                </a:lnTo>
                <a:lnTo>
                  <a:pt x="1187" y="1724"/>
                </a:lnTo>
                <a:lnTo>
                  <a:pt x="1187" y="1725"/>
                </a:lnTo>
                <a:lnTo>
                  <a:pt x="1186" y="1725"/>
                </a:lnTo>
                <a:lnTo>
                  <a:pt x="1185" y="1725"/>
                </a:lnTo>
                <a:lnTo>
                  <a:pt x="1186" y="1725"/>
                </a:lnTo>
                <a:lnTo>
                  <a:pt x="1186" y="1726"/>
                </a:lnTo>
                <a:lnTo>
                  <a:pt x="1185" y="1726"/>
                </a:lnTo>
                <a:lnTo>
                  <a:pt x="1185" y="1727"/>
                </a:lnTo>
                <a:lnTo>
                  <a:pt x="1185" y="1728"/>
                </a:lnTo>
                <a:lnTo>
                  <a:pt x="1184" y="1728"/>
                </a:lnTo>
                <a:lnTo>
                  <a:pt x="1184" y="1729"/>
                </a:lnTo>
                <a:lnTo>
                  <a:pt x="1184" y="1730"/>
                </a:lnTo>
                <a:lnTo>
                  <a:pt x="1183" y="1730"/>
                </a:lnTo>
                <a:lnTo>
                  <a:pt x="1183" y="1731"/>
                </a:lnTo>
                <a:lnTo>
                  <a:pt x="1183" y="1732"/>
                </a:lnTo>
                <a:lnTo>
                  <a:pt x="1183" y="1733"/>
                </a:lnTo>
                <a:lnTo>
                  <a:pt x="1183" y="1734"/>
                </a:lnTo>
                <a:lnTo>
                  <a:pt x="1184" y="1734"/>
                </a:lnTo>
                <a:lnTo>
                  <a:pt x="1183" y="1734"/>
                </a:lnTo>
                <a:lnTo>
                  <a:pt x="1183" y="1735"/>
                </a:lnTo>
                <a:lnTo>
                  <a:pt x="1182" y="1735"/>
                </a:lnTo>
                <a:lnTo>
                  <a:pt x="1182" y="1736"/>
                </a:lnTo>
                <a:lnTo>
                  <a:pt x="1182" y="1737"/>
                </a:lnTo>
                <a:lnTo>
                  <a:pt x="1182" y="1738"/>
                </a:lnTo>
                <a:lnTo>
                  <a:pt x="1182" y="1737"/>
                </a:lnTo>
                <a:lnTo>
                  <a:pt x="1181" y="1737"/>
                </a:lnTo>
                <a:lnTo>
                  <a:pt x="1180" y="1737"/>
                </a:lnTo>
                <a:lnTo>
                  <a:pt x="1179" y="1737"/>
                </a:lnTo>
                <a:lnTo>
                  <a:pt x="1178" y="1737"/>
                </a:lnTo>
                <a:lnTo>
                  <a:pt x="1178" y="1738"/>
                </a:lnTo>
                <a:lnTo>
                  <a:pt x="1177" y="1738"/>
                </a:lnTo>
                <a:lnTo>
                  <a:pt x="1176" y="1738"/>
                </a:lnTo>
                <a:lnTo>
                  <a:pt x="1175" y="1738"/>
                </a:lnTo>
                <a:lnTo>
                  <a:pt x="1174" y="1738"/>
                </a:lnTo>
                <a:lnTo>
                  <a:pt x="1173" y="1738"/>
                </a:lnTo>
                <a:lnTo>
                  <a:pt x="1173" y="1739"/>
                </a:lnTo>
                <a:lnTo>
                  <a:pt x="1173" y="1740"/>
                </a:lnTo>
                <a:lnTo>
                  <a:pt x="1173" y="1741"/>
                </a:lnTo>
                <a:lnTo>
                  <a:pt x="1172" y="1742"/>
                </a:lnTo>
                <a:lnTo>
                  <a:pt x="1171" y="1742"/>
                </a:lnTo>
                <a:lnTo>
                  <a:pt x="1171" y="1743"/>
                </a:lnTo>
                <a:lnTo>
                  <a:pt x="1170" y="1743"/>
                </a:lnTo>
                <a:lnTo>
                  <a:pt x="1170" y="1744"/>
                </a:lnTo>
                <a:lnTo>
                  <a:pt x="1169" y="1744"/>
                </a:lnTo>
                <a:lnTo>
                  <a:pt x="1168" y="1744"/>
                </a:lnTo>
                <a:lnTo>
                  <a:pt x="1168" y="1745"/>
                </a:lnTo>
                <a:lnTo>
                  <a:pt x="1167" y="1745"/>
                </a:lnTo>
                <a:lnTo>
                  <a:pt x="1166" y="1745"/>
                </a:lnTo>
                <a:lnTo>
                  <a:pt x="1166" y="1744"/>
                </a:lnTo>
                <a:lnTo>
                  <a:pt x="1165" y="1744"/>
                </a:lnTo>
                <a:lnTo>
                  <a:pt x="1164" y="1744"/>
                </a:lnTo>
                <a:lnTo>
                  <a:pt x="1162" y="1744"/>
                </a:lnTo>
                <a:lnTo>
                  <a:pt x="1162" y="1743"/>
                </a:lnTo>
                <a:lnTo>
                  <a:pt x="1161" y="1743"/>
                </a:lnTo>
                <a:lnTo>
                  <a:pt x="1161" y="1742"/>
                </a:lnTo>
                <a:lnTo>
                  <a:pt x="1161" y="1741"/>
                </a:lnTo>
                <a:lnTo>
                  <a:pt x="1160" y="1741"/>
                </a:lnTo>
                <a:lnTo>
                  <a:pt x="1160" y="1740"/>
                </a:lnTo>
                <a:lnTo>
                  <a:pt x="1159" y="1740"/>
                </a:lnTo>
                <a:lnTo>
                  <a:pt x="1159" y="1739"/>
                </a:lnTo>
                <a:lnTo>
                  <a:pt x="1158" y="1739"/>
                </a:lnTo>
                <a:lnTo>
                  <a:pt x="1158" y="1738"/>
                </a:lnTo>
                <a:lnTo>
                  <a:pt x="1158" y="1737"/>
                </a:lnTo>
                <a:lnTo>
                  <a:pt x="1157" y="1737"/>
                </a:lnTo>
                <a:lnTo>
                  <a:pt x="1157" y="1736"/>
                </a:lnTo>
                <a:lnTo>
                  <a:pt x="1156" y="1736"/>
                </a:lnTo>
                <a:lnTo>
                  <a:pt x="1155" y="1736"/>
                </a:lnTo>
                <a:lnTo>
                  <a:pt x="1154" y="1736"/>
                </a:lnTo>
                <a:lnTo>
                  <a:pt x="1154" y="1735"/>
                </a:lnTo>
                <a:lnTo>
                  <a:pt x="1153" y="1735"/>
                </a:lnTo>
                <a:lnTo>
                  <a:pt x="1153" y="1736"/>
                </a:lnTo>
                <a:lnTo>
                  <a:pt x="1152" y="1736"/>
                </a:lnTo>
                <a:lnTo>
                  <a:pt x="1151" y="1736"/>
                </a:lnTo>
                <a:lnTo>
                  <a:pt x="1151" y="1735"/>
                </a:lnTo>
                <a:lnTo>
                  <a:pt x="1151" y="1734"/>
                </a:lnTo>
                <a:lnTo>
                  <a:pt x="1151" y="1733"/>
                </a:lnTo>
                <a:lnTo>
                  <a:pt x="1150" y="1733"/>
                </a:lnTo>
                <a:lnTo>
                  <a:pt x="1151" y="1733"/>
                </a:lnTo>
                <a:lnTo>
                  <a:pt x="1151" y="1732"/>
                </a:lnTo>
                <a:lnTo>
                  <a:pt x="1151" y="1731"/>
                </a:lnTo>
                <a:lnTo>
                  <a:pt x="1150" y="1731"/>
                </a:lnTo>
                <a:lnTo>
                  <a:pt x="1150" y="1730"/>
                </a:lnTo>
                <a:lnTo>
                  <a:pt x="1151" y="1730"/>
                </a:lnTo>
                <a:lnTo>
                  <a:pt x="1150" y="1730"/>
                </a:lnTo>
                <a:lnTo>
                  <a:pt x="1150" y="1731"/>
                </a:lnTo>
                <a:lnTo>
                  <a:pt x="1149" y="1731"/>
                </a:lnTo>
                <a:lnTo>
                  <a:pt x="1149" y="1732"/>
                </a:lnTo>
                <a:lnTo>
                  <a:pt x="1148" y="1732"/>
                </a:lnTo>
                <a:lnTo>
                  <a:pt x="1147" y="1733"/>
                </a:lnTo>
                <a:lnTo>
                  <a:pt x="1146" y="1733"/>
                </a:lnTo>
                <a:lnTo>
                  <a:pt x="1146" y="1732"/>
                </a:lnTo>
                <a:lnTo>
                  <a:pt x="1146" y="1731"/>
                </a:lnTo>
                <a:lnTo>
                  <a:pt x="1145" y="1731"/>
                </a:lnTo>
                <a:lnTo>
                  <a:pt x="1145" y="1730"/>
                </a:lnTo>
                <a:lnTo>
                  <a:pt x="1144" y="1730"/>
                </a:lnTo>
                <a:lnTo>
                  <a:pt x="1144" y="1729"/>
                </a:lnTo>
                <a:lnTo>
                  <a:pt x="1144" y="1728"/>
                </a:lnTo>
                <a:lnTo>
                  <a:pt x="1144" y="1727"/>
                </a:lnTo>
                <a:lnTo>
                  <a:pt x="1144" y="1726"/>
                </a:lnTo>
                <a:lnTo>
                  <a:pt x="1143" y="1726"/>
                </a:lnTo>
                <a:lnTo>
                  <a:pt x="1141" y="1726"/>
                </a:lnTo>
                <a:lnTo>
                  <a:pt x="1141" y="1725"/>
                </a:lnTo>
                <a:lnTo>
                  <a:pt x="1140" y="1725"/>
                </a:lnTo>
                <a:lnTo>
                  <a:pt x="1139" y="1725"/>
                </a:lnTo>
                <a:lnTo>
                  <a:pt x="1137" y="1725"/>
                </a:lnTo>
                <a:lnTo>
                  <a:pt x="1136" y="1725"/>
                </a:lnTo>
                <a:lnTo>
                  <a:pt x="1135" y="1725"/>
                </a:lnTo>
                <a:lnTo>
                  <a:pt x="1134" y="1725"/>
                </a:lnTo>
                <a:lnTo>
                  <a:pt x="1133" y="1725"/>
                </a:lnTo>
                <a:lnTo>
                  <a:pt x="1133" y="1724"/>
                </a:lnTo>
                <a:lnTo>
                  <a:pt x="1132" y="1724"/>
                </a:lnTo>
                <a:lnTo>
                  <a:pt x="1132" y="1723"/>
                </a:lnTo>
                <a:lnTo>
                  <a:pt x="1132" y="1722"/>
                </a:lnTo>
                <a:lnTo>
                  <a:pt x="1132" y="1721"/>
                </a:lnTo>
                <a:lnTo>
                  <a:pt x="1132" y="1719"/>
                </a:lnTo>
                <a:lnTo>
                  <a:pt x="1132" y="1717"/>
                </a:lnTo>
                <a:lnTo>
                  <a:pt x="1132" y="1716"/>
                </a:lnTo>
                <a:lnTo>
                  <a:pt x="1132" y="1715"/>
                </a:lnTo>
                <a:lnTo>
                  <a:pt x="1133" y="1715"/>
                </a:lnTo>
                <a:lnTo>
                  <a:pt x="1133" y="1714"/>
                </a:lnTo>
                <a:lnTo>
                  <a:pt x="1133" y="1713"/>
                </a:lnTo>
                <a:lnTo>
                  <a:pt x="1134" y="1713"/>
                </a:lnTo>
                <a:lnTo>
                  <a:pt x="1134" y="1712"/>
                </a:lnTo>
                <a:lnTo>
                  <a:pt x="1133" y="1712"/>
                </a:lnTo>
                <a:lnTo>
                  <a:pt x="1133" y="1711"/>
                </a:lnTo>
                <a:lnTo>
                  <a:pt x="1133" y="1710"/>
                </a:lnTo>
                <a:lnTo>
                  <a:pt x="1133" y="1709"/>
                </a:lnTo>
                <a:lnTo>
                  <a:pt x="1133" y="1708"/>
                </a:lnTo>
                <a:lnTo>
                  <a:pt x="1133" y="1707"/>
                </a:lnTo>
                <a:lnTo>
                  <a:pt x="1132" y="1707"/>
                </a:lnTo>
                <a:lnTo>
                  <a:pt x="1132" y="1706"/>
                </a:lnTo>
                <a:lnTo>
                  <a:pt x="1132" y="1705"/>
                </a:lnTo>
                <a:lnTo>
                  <a:pt x="1133" y="1705"/>
                </a:lnTo>
                <a:lnTo>
                  <a:pt x="1132" y="1705"/>
                </a:lnTo>
                <a:lnTo>
                  <a:pt x="1132" y="1704"/>
                </a:lnTo>
                <a:lnTo>
                  <a:pt x="1133" y="1704"/>
                </a:lnTo>
                <a:lnTo>
                  <a:pt x="1132" y="1704"/>
                </a:lnTo>
                <a:lnTo>
                  <a:pt x="1132" y="1703"/>
                </a:lnTo>
                <a:lnTo>
                  <a:pt x="1132" y="1702"/>
                </a:lnTo>
                <a:lnTo>
                  <a:pt x="1132" y="1701"/>
                </a:lnTo>
                <a:lnTo>
                  <a:pt x="1133" y="1701"/>
                </a:lnTo>
                <a:lnTo>
                  <a:pt x="1133" y="1700"/>
                </a:lnTo>
                <a:lnTo>
                  <a:pt x="1133" y="1699"/>
                </a:lnTo>
                <a:lnTo>
                  <a:pt x="1134" y="1699"/>
                </a:lnTo>
                <a:lnTo>
                  <a:pt x="1134" y="1700"/>
                </a:lnTo>
                <a:lnTo>
                  <a:pt x="1135" y="1700"/>
                </a:lnTo>
                <a:lnTo>
                  <a:pt x="1136" y="1700"/>
                </a:lnTo>
                <a:lnTo>
                  <a:pt x="1136" y="1699"/>
                </a:lnTo>
                <a:lnTo>
                  <a:pt x="1136" y="1698"/>
                </a:lnTo>
                <a:lnTo>
                  <a:pt x="1136" y="1697"/>
                </a:lnTo>
                <a:lnTo>
                  <a:pt x="1136" y="1696"/>
                </a:lnTo>
                <a:lnTo>
                  <a:pt x="1136" y="1695"/>
                </a:lnTo>
                <a:lnTo>
                  <a:pt x="1135" y="1695"/>
                </a:lnTo>
                <a:lnTo>
                  <a:pt x="1135" y="1694"/>
                </a:lnTo>
                <a:lnTo>
                  <a:pt x="1135" y="1693"/>
                </a:lnTo>
                <a:lnTo>
                  <a:pt x="1134" y="1693"/>
                </a:lnTo>
                <a:lnTo>
                  <a:pt x="1134" y="1692"/>
                </a:lnTo>
                <a:lnTo>
                  <a:pt x="1134" y="1691"/>
                </a:lnTo>
                <a:lnTo>
                  <a:pt x="1133" y="1691"/>
                </a:lnTo>
                <a:lnTo>
                  <a:pt x="1133" y="1690"/>
                </a:lnTo>
                <a:lnTo>
                  <a:pt x="1133" y="1689"/>
                </a:lnTo>
                <a:lnTo>
                  <a:pt x="1133" y="1688"/>
                </a:lnTo>
                <a:lnTo>
                  <a:pt x="1133" y="1687"/>
                </a:lnTo>
                <a:lnTo>
                  <a:pt x="1134" y="1687"/>
                </a:lnTo>
                <a:lnTo>
                  <a:pt x="1134" y="1686"/>
                </a:lnTo>
                <a:lnTo>
                  <a:pt x="1133" y="1686"/>
                </a:lnTo>
                <a:lnTo>
                  <a:pt x="1133" y="1685"/>
                </a:lnTo>
                <a:lnTo>
                  <a:pt x="1133" y="1684"/>
                </a:lnTo>
                <a:lnTo>
                  <a:pt x="1133" y="1683"/>
                </a:lnTo>
                <a:lnTo>
                  <a:pt x="1132" y="1683"/>
                </a:lnTo>
                <a:lnTo>
                  <a:pt x="1131" y="1683"/>
                </a:lnTo>
                <a:lnTo>
                  <a:pt x="1130" y="1683"/>
                </a:lnTo>
                <a:lnTo>
                  <a:pt x="1130" y="1685"/>
                </a:lnTo>
                <a:lnTo>
                  <a:pt x="1130" y="1686"/>
                </a:lnTo>
                <a:lnTo>
                  <a:pt x="1130" y="1687"/>
                </a:lnTo>
                <a:lnTo>
                  <a:pt x="1130" y="1688"/>
                </a:lnTo>
                <a:lnTo>
                  <a:pt x="1130" y="1689"/>
                </a:lnTo>
                <a:lnTo>
                  <a:pt x="1129" y="1689"/>
                </a:lnTo>
                <a:lnTo>
                  <a:pt x="1128" y="1689"/>
                </a:lnTo>
                <a:lnTo>
                  <a:pt x="1127" y="1689"/>
                </a:lnTo>
                <a:lnTo>
                  <a:pt x="1126" y="1689"/>
                </a:lnTo>
                <a:lnTo>
                  <a:pt x="1126" y="1690"/>
                </a:lnTo>
                <a:lnTo>
                  <a:pt x="1125" y="1690"/>
                </a:lnTo>
                <a:lnTo>
                  <a:pt x="1124" y="1690"/>
                </a:lnTo>
                <a:lnTo>
                  <a:pt x="1123" y="1690"/>
                </a:lnTo>
                <a:lnTo>
                  <a:pt x="1123" y="1691"/>
                </a:lnTo>
                <a:lnTo>
                  <a:pt x="1123" y="1692"/>
                </a:lnTo>
                <a:lnTo>
                  <a:pt x="1122" y="1692"/>
                </a:lnTo>
                <a:lnTo>
                  <a:pt x="1122" y="1693"/>
                </a:lnTo>
                <a:lnTo>
                  <a:pt x="1122" y="1692"/>
                </a:lnTo>
                <a:lnTo>
                  <a:pt x="1121" y="1692"/>
                </a:lnTo>
                <a:lnTo>
                  <a:pt x="1121" y="1693"/>
                </a:lnTo>
                <a:lnTo>
                  <a:pt x="1121" y="1694"/>
                </a:lnTo>
                <a:lnTo>
                  <a:pt x="1120" y="1694"/>
                </a:lnTo>
                <a:lnTo>
                  <a:pt x="1120" y="1695"/>
                </a:lnTo>
                <a:lnTo>
                  <a:pt x="1120" y="1696"/>
                </a:lnTo>
                <a:lnTo>
                  <a:pt x="1119" y="1696"/>
                </a:lnTo>
                <a:lnTo>
                  <a:pt x="1119" y="1697"/>
                </a:lnTo>
                <a:lnTo>
                  <a:pt x="1118" y="1697"/>
                </a:lnTo>
                <a:lnTo>
                  <a:pt x="1117" y="1697"/>
                </a:lnTo>
                <a:lnTo>
                  <a:pt x="1116" y="1697"/>
                </a:lnTo>
                <a:lnTo>
                  <a:pt x="1116" y="1696"/>
                </a:lnTo>
                <a:lnTo>
                  <a:pt x="1115" y="1696"/>
                </a:lnTo>
                <a:lnTo>
                  <a:pt x="1114" y="1695"/>
                </a:lnTo>
                <a:lnTo>
                  <a:pt x="1113" y="1695"/>
                </a:lnTo>
                <a:lnTo>
                  <a:pt x="1112" y="1695"/>
                </a:lnTo>
                <a:lnTo>
                  <a:pt x="1112" y="1696"/>
                </a:lnTo>
                <a:lnTo>
                  <a:pt x="1111" y="1696"/>
                </a:lnTo>
                <a:lnTo>
                  <a:pt x="1111" y="1697"/>
                </a:lnTo>
                <a:lnTo>
                  <a:pt x="1111" y="1698"/>
                </a:lnTo>
                <a:lnTo>
                  <a:pt x="1111" y="1699"/>
                </a:lnTo>
                <a:lnTo>
                  <a:pt x="1111" y="1700"/>
                </a:lnTo>
                <a:lnTo>
                  <a:pt x="1112" y="1700"/>
                </a:lnTo>
                <a:lnTo>
                  <a:pt x="1112" y="1701"/>
                </a:lnTo>
                <a:lnTo>
                  <a:pt x="1112" y="1702"/>
                </a:lnTo>
                <a:lnTo>
                  <a:pt x="1112" y="1703"/>
                </a:lnTo>
                <a:lnTo>
                  <a:pt x="1111" y="1703"/>
                </a:lnTo>
                <a:lnTo>
                  <a:pt x="1111" y="1704"/>
                </a:lnTo>
                <a:lnTo>
                  <a:pt x="1110" y="1704"/>
                </a:lnTo>
                <a:lnTo>
                  <a:pt x="1110" y="1705"/>
                </a:lnTo>
                <a:lnTo>
                  <a:pt x="1110" y="1706"/>
                </a:lnTo>
                <a:lnTo>
                  <a:pt x="1110" y="1707"/>
                </a:lnTo>
                <a:lnTo>
                  <a:pt x="1110" y="1708"/>
                </a:lnTo>
                <a:lnTo>
                  <a:pt x="1110" y="1709"/>
                </a:lnTo>
                <a:lnTo>
                  <a:pt x="1109" y="1709"/>
                </a:lnTo>
                <a:lnTo>
                  <a:pt x="1108" y="1709"/>
                </a:lnTo>
                <a:lnTo>
                  <a:pt x="1108" y="1710"/>
                </a:lnTo>
                <a:lnTo>
                  <a:pt x="1108" y="1711"/>
                </a:lnTo>
                <a:lnTo>
                  <a:pt x="1108" y="1712"/>
                </a:lnTo>
                <a:lnTo>
                  <a:pt x="1108" y="1713"/>
                </a:lnTo>
                <a:lnTo>
                  <a:pt x="1109" y="1713"/>
                </a:lnTo>
                <a:lnTo>
                  <a:pt x="1109" y="1714"/>
                </a:lnTo>
                <a:lnTo>
                  <a:pt x="1109" y="1715"/>
                </a:lnTo>
                <a:lnTo>
                  <a:pt x="1110" y="1715"/>
                </a:lnTo>
                <a:lnTo>
                  <a:pt x="1110" y="1716"/>
                </a:lnTo>
                <a:lnTo>
                  <a:pt x="1110" y="1717"/>
                </a:lnTo>
                <a:lnTo>
                  <a:pt x="1110" y="1718"/>
                </a:lnTo>
                <a:lnTo>
                  <a:pt x="1111" y="1718"/>
                </a:lnTo>
                <a:lnTo>
                  <a:pt x="1111" y="1719"/>
                </a:lnTo>
                <a:lnTo>
                  <a:pt x="1110" y="1719"/>
                </a:lnTo>
                <a:lnTo>
                  <a:pt x="1111" y="1719"/>
                </a:lnTo>
                <a:lnTo>
                  <a:pt x="1111" y="1721"/>
                </a:lnTo>
                <a:lnTo>
                  <a:pt x="1110" y="1721"/>
                </a:lnTo>
                <a:lnTo>
                  <a:pt x="1111" y="1721"/>
                </a:lnTo>
                <a:lnTo>
                  <a:pt x="1111" y="1722"/>
                </a:lnTo>
                <a:lnTo>
                  <a:pt x="1111" y="1723"/>
                </a:lnTo>
                <a:lnTo>
                  <a:pt x="1110" y="1723"/>
                </a:lnTo>
                <a:lnTo>
                  <a:pt x="1110" y="1724"/>
                </a:lnTo>
                <a:lnTo>
                  <a:pt x="1110" y="1725"/>
                </a:lnTo>
                <a:lnTo>
                  <a:pt x="1111" y="1725"/>
                </a:lnTo>
                <a:lnTo>
                  <a:pt x="1111" y="1726"/>
                </a:lnTo>
                <a:lnTo>
                  <a:pt x="1111" y="1727"/>
                </a:lnTo>
                <a:lnTo>
                  <a:pt x="1112" y="1727"/>
                </a:lnTo>
                <a:lnTo>
                  <a:pt x="1112" y="1728"/>
                </a:lnTo>
                <a:lnTo>
                  <a:pt x="1113" y="1728"/>
                </a:lnTo>
                <a:lnTo>
                  <a:pt x="1113" y="1729"/>
                </a:lnTo>
                <a:lnTo>
                  <a:pt x="1112" y="1729"/>
                </a:lnTo>
                <a:lnTo>
                  <a:pt x="1113" y="1729"/>
                </a:lnTo>
                <a:lnTo>
                  <a:pt x="1112" y="1729"/>
                </a:lnTo>
                <a:lnTo>
                  <a:pt x="1112" y="1730"/>
                </a:lnTo>
                <a:lnTo>
                  <a:pt x="1111" y="1730"/>
                </a:lnTo>
                <a:lnTo>
                  <a:pt x="1110" y="1730"/>
                </a:lnTo>
                <a:lnTo>
                  <a:pt x="1109" y="1730"/>
                </a:lnTo>
                <a:lnTo>
                  <a:pt x="1108" y="1730"/>
                </a:lnTo>
                <a:lnTo>
                  <a:pt x="1108" y="1731"/>
                </a:lnTo>
                <a:lnTo>
                  <a:pt x="1108" y="1730"/>
                </a:lnTo>
                <a:lnTo>
                  <a:pt x="1107" y="1730"/>
                </a:lnTo>
                <a:lnTo>
                  <a:pt x="1107" y="1731"/>
                </a:lnTo>
                <a:lnTo>
                  <a:pt x="1106" y="1731"/>
                </a:lnTo>
                <a:lnTo>
                  <a:pt x="1105" y="1731"/>
                </a:lnTo>
                <a:lnTo>
                  <a:pt x="1104" y="1731"/>
                </a:lnTo>
                <a:lnTo>
                  <a:pt x="1104" y="1732"/>
                </a:lnTo>
                <a:lnTo>
                  <a:pt x="1103" y="1732"/>
                </a:lnTo>
                <a:lnTo>
                  <a:pt x="1102" y="1732"/>
                </a:lnTo>
                <a:lnTo>
                  <a:pt x="1101" y="1732"/>
                </a:lnTo>
                <a:lnTo>
                  <a:pt x="1101" y="1733"/>
                </a:lnTo>
                <a:lnTo>
                  <a:pt x="1101" y="1734"/>
                </a:lnTo>
                <a:lnTo>
                  <a:pt x="1100" y="1734"/>
                </a:lnTo>
                <a:lnTo>
                  <a:pt x="1100" y="1733"/>
                </a:lnTo>
                <a:lnTo>
                  <a:pt x="1099" y="1733"/>
                </a:lnTo>
                <a:lnTo>
                  <a:pt x="1098" y="1733"/>
                </a:lnTo>
                <a:lnTo>
                  <a:pt x="1098" y="1732"/>
                </a:lnTo>
                <a:lnTo>
                  <a:pt x="1097" y="1732"/>
                </a:lnTo>
                <a:lnTo>
                  <a:pt x="1096" y="1732"/>
                </a:lnTo>
                <a:lnTo>
                  <a:pt x="1095" y="1732"/>
                </a:lnTo>
                <a:lnTo>
                  <a:pt x="1095" y="1731"/>
                </a:lnTo>
                <a:lnTo>
                  <a:pt x="1094" y="1731"/>
                </a:lnTo>
                <a:lnTo>
                  <a:pt x="1093" y="1731"/>
                </a:lnTo>
                <a:lnTo>
                  <a:pt x="1093" y="1730"/>
                </a:lnTo>
                <a:lnTo>
                  <a:pt x="1092" y="1730"/>
                </a:lnTo>
                <a:lnTo>
                  <a:pt x="1092" y="1729"/>
                </a:lnTo>
                <a:lnTo>
                  <a:pt x="1091" y="1729"/>
                </a:lnTo>
                <a:lnTo>
                  <a:pt x="1090" y="1729"/>
                </a:lnTo>
                <a:lnTo>
                  <a:pt x="1089" y="1729"/>
                </a:lnTo>
                <a:lnTo>
                  <a:pt x="1089" y="1728"/>
                </a:lnTo>
                <a:lnTo>
                  <a:pt x="1088" y="1728"/>
                </a:lnTo>
                <a:lnTo>
                  <a:pt x="1088" y="1727"/>
                </a:lnTo>
                <a:lnTo>
                  <a:pt x="1087" y="1727"/>
                </a:lnTo>
                <a:lnTo>
                  <a:pt x="1086" y="1727"/>
                </a:lnTo>
                <a:lnTo>
                  <a:pt x="1086" y="1726"/>
                </a:lnTo>
                <a:lnTo>
                  <a:pt x="1085" y="1726"/>
                </a:lnTo>
                <a:lnTo>
                  <a:pt x="1085" y="1725"/>
                </a:lnTo>
                <a:lnTo>
                  <a:pt x="1085" y="1724"/>
                </a:lnTo>
                <a:lnTo>
                  <a:pt x="1084" y="1724"/>
                </a:lnTo>
                <a:lnTo>
                  <a:pt x="1083" y="1723"/>
                </a:lnTo>
                <a:lnTo>
                  <a:pt x="1083" y="1722"/>
                </a:lnTo>
                <a:lnTo>
                  <a:pt x="1082" y="1722"/>
                </a:lnTo>
                <a:lnTo>
                  <a:pt x="1081" y="1722"/>
                </a:lnTo>
                <a:lnTo>
                  <a:pt x="1081" y="1721"/>
                </a:lnTo>
                <a:lnTo>
                  <a:pt x="1082" y="1721"/>
                </a:lnTo>
                <a:lnTo>
                  <a:pt x="1082" y="1720"/>
                </a:lnTo>
                <a:lnTo>
                  <a:pt x="1083" y="1720"/>
                </a:lnTo>
                <a:lnTo>
                  <a:pt x="1083" y="1719"/>
                </a:lnTo>
                <a:lnTo>
                  <a:pt x="1084" y="1719"/>
                </a:lnTo>
                <a:lnTo>
                  <a:pt x="1084" y="1718"/>
                </a:lnTo>
                <a:lnTo>
                  <a:pt x="1084" y="1717"/>
                </a:lnTo>
                <a:lnTo>
                  <a:pt x="1085" y="1717"/>
                </a:lnTo>
                <a:lnTo>
                  <a:pt x="1085" y="1716"/>
                </a:lnTo>
                <a:lnTo>
                  <a:pt x="1086" y="1716"/>
                </a:lnTo>
                <a:lnTo>
                  <a:pt x="1086" y="1715"/>
                </a:lnTo>
                <a:lnTo>
                  <a:pt x="1087" y="1715"/>
                </a:lnTo>
                <a:lnTo>
                  <a:pt x="1087" y="1714"/>
                </a:lnTo>
                <a:lnTo>
                  <a:pt x="1088" y="1714"/>
                </a:lnTo>
                <a:lnTo>
                  <a:pt x="1088" y="1713"/>
                </a:lnTo>
                <a:lnTo>
                  <a:pt x="1089" y="1713"/>
                </a:lnTo>
                <a:lnTo>
                  <a:pt x="1089" y="1712"/>
                </a:lnTo>
                <a:lnTo>
                  <a:pt x="1089" y="1711"/>
                </a:lnTo>
                <a:lnTo>
                  <a:pt x="1088" y="1711"/>
                </a:lnTo>
                <a:lnTo>
                  <a:pt x="1088" y="1710"/>
                </a:lnTo>
                <a:lnTo>
                  <a:pt x="1087" y="1710"/>
                </a:lnTo>
                <a:lnTo>
                  <a:pt x="1087" y="1711"/>
                </a:lnTo>
                <a:lnTo>
                  <a:pt x="1087" y="1710"/>
                </a:lnTo>
                <a:lnTo>
                  <a:pt x="1086" y="1710"/>
                </a:lnTo>
                <a:lnTo>
                  <a:pt x="1086" y="1709"/>
                </a:lnTo>
                <a:lnTo>
                  <a:pt x="1086" y="1708"/>
                </a:lnTo>
                <a:lnTo>
                  <a:pt x="1085" y="1708"/>
                </a:lnTo>
                <a:lnTo>
                  <a:pt x="1085" y="1707"/>
                </a:lnTo>
                <a:lnTo>
                  <a:pt x="1085" y="1706"/>
                </a:lnTo>
                <a:lnTo>
                  <a:pt x="1084" y="1706"/>
                </a:lnTo>
                <a:lnTo>
                  <a:pt x="1084" y="1705"/>
                </a:lnTo>
                <a:lnTo>
                  <a:pt x="1083" y="1705"/>
                </a:lnTo>
                <a:lnTo>
                  <a:pt x="1083" y="1704"/>
                </a:lnTo>
                <a:lnTo>
                  <a:pt x="1083" y="1705"/>
                </a:lnTo>
                <a:lnTo>
                  <a:pt x="1082" y="1705"/>
                </a:lnTo>
                <a:lnTo>
                  <a:pt x="1082" y="1704"/>
                </a:lnTo>
                <a:lnTo>
                  <a:pt x="1082" y="1703"/>
                </a:lnTo>
                <a:lnTo>
                  <a:pt x="1081" y="1703"/>
                </a:lnTo>
                <a:lnTo>
                  <a:pt x="1081" y="1702"/>
                </a:lnTo>
                <a:lnTo>
                  <a:pt x="1081" y="1701"/>
                </a:lnTo>
                <a:lnTo>
                  <a:pt x="1081" y="1700"/>
                </a:lnTo>
                <a:lnTo>
                  <a:pt x="1080" y="1700"/>
                </a:lnTo>
                <a:lnTo>
                  <a:pt x="1080" y="1699"/>
                </a:lnTo>
                <a:lnTo>
                  <a:pt x="1080" y="1698"/>
                </a:lnTo>
                <a:lnTo>
                  <a:pt x="1079" y="1698"/>
                </a:lnTo>
                <a:lnTo>
                  <a:pt x="1078" y="1698"/>
                </a:lnTo>
                <a:lnTo>
                  <a:pt x="1078" y="1697"/>
                </a:lnTo>
                <a:lnTo>
                  <a:pt x="1077" y="1697"/>
                </a:lnTo>
                <a:lnTo>
                  <a:pt x="1077" y="1696"/>
                </a:lnTo>
                <a:lnTo>
                  <a:pt x="1078" y="1696"/>
                </a:lnTo>
                <a:lnTo>
                  <a:pt x="1078" y="1695"/>
                </a:lnTo>
                <a:lnTo>
                  <a:pt x="1077" y="1695"/>
                </a:lnTo>
                <a:lnTo>
                  <a:pt x="1077" y="1694"/>
                </a:lnTo>
                <a:lnTo>
                  <a:pt x="1077" y="1693"/>
                </a:lnTo>
                <a:lnTo>
                  <a:pt x="1078" y="1693"/>
                </a:lnTo>
                <a:lnTo>
                  <a:pt x="1078" y="1692"/>
                </a:lnTo>
                <a:lnTo>
                  <a:pt x="1079" y="1692"/>
                </a:lnTo>
                <a:lnTo>
                  <a:pt x="1079" y="1691"/>
                </a:lnTo>
                <a:lnTo>
                  <a:pt x="1079" y="1690"/>
                </a:lnTo>
                <a:lnTo>
                  <a:pt x="1079" y="1689"/>
                </a:lnTo>
                <a:lnTo>
                  <a:pt x="1079" y="1688"/>
                </a:lnTo>
                <a:lnTo>
                  <a:pt x="1079" y="1687"/>
                </a:lnTo>
                <a:lnTo>
                  <a:pt x="1079" y="1686"/>
                </a:lnTo>
                <a:lnTo>
                  <a:pt x="1079" y="1685"/>
                </a:lnTo>
                <a:lnTo>
                  <a:pt x="1078" y="1685"/>
                </a:lnTo>
                <a:lnTo>
                  <a:pt x="1078" y="1684"/>
                </a:lnTo>
                <a:lnTo>
                  <a:pt x="1077" y="1684"/>
                </a:lnTo>
                <a:lnTo>
                  <a:pt x="1076" y="1684"/>
                </a:lnTo>
                <a:lnTo>
                  <a:pt x="1076" y="1683"/>
                </a:lnTo>
                <a:lnTo>
                  <a:pt x="1075" y="1683"/>
                </a:lnTo>
                <a:lnTo>
                  <a:pt x="1075" y="1682"/>
                </a:lnTo>
                <a:lnTo>
                  <a:pt x="1075" y="1681"/>
                </a:lnTo>
                <a:lnTo>
                  <a:pt x="1075" y="1680"/>
                </a:lnTo>
                <a:lnTo>
                  <a:pt x="1075" y="1679"/>
                </a:lnTo>
                <a:lnTo>
                  <a:pt x="1076" y="1679"/>
                </a:lnTo>
                <a:lnTo>
                  <a:pt x="1076" y="1678"/>
                </a:lnTo>
                <a:lnTo>
                  <a:pt x="1076" y="1677"/>
                </a:lnTo>
                <a:lnTo>
                  <a:pt x="1075" y="1677"/>
                </a:lnTo>
                <a:lnTo>
                  <a:pt x="1074" y="1677"/>
                </a:lnTo>
                <a:lnTo>
                  <a:pt x="1074" y="1676"/>
                </a:lnTo>
                <a:lnTo>
                  <a:pt x="1074" y="1675"/>
                </a:lnTo>
                <a:lnTo>
                  <a:pt x="1074" y="1674"/>
                </a:lnTo>
                <a:lnTo>
                  <a:pt x="1073" y="1674"/>
                </a:lnTo>
                <a:lnTo>
                  <a:pt x="1073" y="1673"/>
                </a:lnTo>
                <a:lnTo>
                  <a:pt x="1073" y="1671"/>
                </a:lnTo>
                <a:lnTo>
                  <a:pt x="1073" y="1670"/>
                </a:lnTo>
                <a:lnTo>
                  <a:pt x="1073" y="1669"/>
                </a:lnTo>
                <a:lnTo>
                  <a:pt x="1072" y="1669"/>
                </a:lnTo>
                <a:lnTo>
                  <a:pt x="1071" y="1669"/>
                </a:lnTo>
                <a:lnTo>
                  <a:pt x="1070" y="1669"/>
                </a:lnTo>
                <a:lnTo>
                  <a:pt x="1070" y="1668"/>
                </a:lnTo>
                <a:lnTo>
                  <a:pt x="1069" y="1668"/>
                </a:lnTo>
                <a:lnTo>
                  <a:pt x="1069" y="1667"/>
                </a:lnTo>
                <a:lnTo>
                  <a:pt x="1068" y="1666"/>
                </a:lnTo>
                <a:lnTo>
                  <a:pt x="1068" y="1665"/>
                </a:lnTo>
                <a:lnTo>
                  <a:pt x="1068" y="1664"/>
                </a:lnTo>
                <a:lnTo>
                  <a:pt x="1067" y="1664"/>
                </a:lnTo>
                <a:lnTo>
                  <a:pt x="1067" y="1665"/>
                </a:lnTo>
                <a:lnTo>
                  <a:pt x="1066" y="1665"/>
                </a:lnTo>
                <a:lnTo>
                  <a:pt x="1065" y="1665"/>
                </a:lnTo>
                <a:lnTo>
                  <a:pt x="1065" y="1664"/>
                </a:lnTo>
                <a:lnTo>
                  <a:pt x="1064" y="1664"/>
                </a:lnTo>
                <a:lnTo>
                  <a:pt x="1064" y="1663"/>
                </a:lnTo>
                <a:lnTo>
                  <a:pt x="1063" y="1663"/>
                </a:lnTo>
                <a:lnTo>
                  <a:pt x="1063" y="1662"/>
                </a:lnTo>
                <a:lnTo>
                  <a:pt x="1062" y="1662"/>
                </a:lnTo>
                <a:lnTo>
                  <a:pt x="1061" y="1661"/>
                </a:lnTo>
                <a:lnTo>
                  <a:pt x="1062" y="1661"/>
                </a:lnTo>
                <a:lnTo>
                  <a:pt x="1062" y="1660"/>
                </a:lnTo>
                <a:lnTo>
                  <a:pt x="1061" y="1660"/>
                </a:lnTo>
                <a:lnTo>
                  <a:pt x="1061" y="1659"/>
                </a:lnTo>
                <a:lnTo>
                  <a:pt x="1061" y="1658"/>
                </a:lnTo>
                <a:lnTo>
                  <a:pt x="1060" y="1658"/>
                </a:lnTo>
                <a:lnTo>
                  <a:pt x="1060" y="1657"/>
                </a:lnTo>
                <a:lnTo>
                  <a:pt x="1059" y="1657"/>
                </a:lnTo>
                <a:lnTo>
                  <a:pt x="1059" y="1656"/>
                </a:lnTo>
                <a:lnTo>
                  <a:pt x="1058" y="1656"/>
                </a:lnTo>
                <a:lnTo>
                  <a:pt x="1058" y="1655"/>
                </a:lnTo>
                <a:lnTo>
                  <a:pt x="1058" y="1653"/>
                </a:lnTo>
                <a:lnTo>
                  <a:pt x="1058" y="1652"/>
                </a:lnTo>
                <a:lnTo>
                  <a:pt x="1058" y="1651"/>
                </a:lnTo>
                <a:lnTo>
                  <a:pt x="1058" y="1650"/>
                </a:lnTo>
                <a:lnTo>
                  <a:pt x="1058" y="1649"/>
                </a:lnTo>
                <a:lnTo>
                  <a:pt x="1058" y="1648"/>
                </a:lnTo>
                <a:lnTo>
                  <a:pt x="1058" y="1647"/>
                </a:lnTo>
                <a:lnTo>
                  <a:pt x="1058" y="1646"/>
                </a:lnTo>
                <a:lnTo>
                  <a:pt x="1058" y="1645"/>
                </a:lnTo>
                <a:lnTo>
                  <a:pt x="1058" y="1644"/>
                </a:lnTo>
                <a:lnTo>
                  <a:pt x="1057" y="1644"/>
                </a:lnTo>
                <a:lnTo>
                  <a:pt x="1057" y="1643"/>
                </a:lnTo>
                <a:lnTo>
                  <a:pt x="1058" y="1643"/>
                </a:lnTo>
                <a:lnTo>
                  <a:pt x="1058" y="1642"/>
                </a:lnTo>
                <a:lnTo>
                  <a:pt x="1058" y="1641"/>
                </a:lnTo>
                <a:lnTo>
                  <a:pt x="1058" y="1640"/>
                </a:lnTo>
                <a:lnTo>
                  <a:pt x="1059" y="1640"/>
                </a:lnTo>
                <a:lnTo>
                  <a:pt x="1059" y="1639"/>
                </a:lnTo>
                <a:lnTo>
                  <a:pt x="1059" y="1638"/>
                </a:lnTo>
                <a:lnTo>
                  <a:pt x="1059" y="1637"/>
                </a:lnTo>
                <a:lnTo>
                  <a:pt x="1058" y="1637"/>
                </a:lnTo>
                <a:lnTo>
                  <a:pt x="1058" y="1636"/>
                </a:lnTo>
                <a:lnTo>
                  <a:pt x="1058" y="1635"/>
                </a:lnTo>
                <a:lnTo>
                  <a:pt x="1059" y="1635"/>
                </a:lnTo>
                <a:lnTo>
                  <a:pt x="1059" y="1634"/>
                </a:lnTo>
                <a:lnTo>
                  <a:pt x="1059" y="1633"/>
                </a:lnTo>
                <a:lnTo>
                  <a:pt x="1058" y="1633"/>
                </a:lnTo>
                <a:lnTo>
                  <a:pt x="1059" y="1633"/>
                </a:lnTo>
                <a:lnTo>
                  <a:pt x="1059" y="1632"/>
                </a:lnTo>
                <a:lnTo>
                  <a:pt x="1058" y="1632"/>
                </a:lnTo>
                <a:lnTo>
                  <a:pt x="1058" y="1631"/>
                </a:lnTo>
                <a:lnTo>
                  <a:pt x="1058" y="1630"/>
                </a:lnTo>
                <a:lnTo>
                  <a:pt x="1058" y="1629"/>
                </a:lnTo>
                <a:lnTo>
                  <a:pt x="1058" y="1628"/>
                </a:lnTo>
                <a:lnTo>
                  <a:pt x="1058" y="1627"/>
                </a:lnTo>
                <a:lnTo>
                  <a:pt x="1059" y="1627"/>
                </a:lnTo>
                <a:lnTo>
                  <a:pt x="1058" y="1627"/>
                </a:lnTo>
                <a:lnTo>
                  <a:pt x="1058" y="1626"/>
                </a:lnTo>
                <a:lnTo>
                  <a:pt x="1058" y="1625"/>
                </a:lnTo>
                <a:lnTo>
                  <a:pt x="1057" y="1625"/>
                </a:lnTo>
                <a:lnTo>
                  <a:pt x="1057" y="1624"/>
                </a:lnTo>
                <a:lnTo>
                  <a:pt x="1056" y="1624"/>
                </a:lnTo>
                <a:lnTo>
                  <a:pt x="1055" y="1624"/>
                </a:lnTo>
                <a:lnTo>
                  <a:pt x="1055" y="1623"/>
                </a:lnTo>
                <a:lnTo>
                  <a:pt x="1054" y="1623"/>
                </a:lnTo>
                <a:lnTo>
                  <a:pt x="1054" y="1624"/>
                </a:lnTo>
                <a:lnTo>
                  <a:pt x="1053" y="1624"/>
                </a:lnTo>
                <a:lnTo>
                  <a:pt x="1052" y="1624"/>
                </a:lnTo>
                <a:lnTo>
                  <a:pt x="1051" y="1631"/>
                </a:lnTo>
                <a:lnTo>
                  <a:pt x="1051" y="1630"/>
                </a:lnTo>
                <a:lnTo>
                  <a:pt x="1050" y="1630"/>
                </a:lnTo>
                <a:lnTo>
                  <a:pt x="1048" y="1630"/>
                </a:lnTo>
                <a:lnTo>
                  <a:pt x="1048" y="1631"/>
                </a:lnTo>
                <a:lnTo>
                  <a:pt x="1048" y="1632"/>
                </a:lnTo>
                <a:lnTo>
                  <a:pt x="1047" y="1632"/>
                </a:lnTo>
                <a:lnTo>
                  <a:pt x="1047" y="1633"/>
                </a:lnTo>
                <a:lnTo>
                  <a:pt x="1047" y="1634"/>
                </a:lnTo>
                <a:lnTo>
                  <a:pt x="1046" y="1634"/>
                </a:lnTo>
                <a:lnTo>
                  <a:pt x="1045" y="1635"/>
                </a:lnTo>
                <a:lnTo>
                  <a:pt x="1044" y="1636"/>
                </a:lnTo>
                <a:lnTo>
                  <a:pt x="1045" y="1636"/>
                </a:lnTo>
                <a:lnTo>
                  <a:pt x="1045" y="1637"/>
                </a:lnTo>
                <a:lnTo>
                  <a:pt x="1045" y="1638"/>
                </a:lnTo>
                <a:lnTo>
                  <a:pt x="1046" y="1638"/>
                </a:lnTo>
                <a:lnTo>
                  <a:pt x="1046" y="1639"/>
                </a:lnTo>
                <a:lnTo>
                  <a:pt x="1045" y="1639"/>
                </a:lnTo>
                <a:lnTo>
                  <a:pt x="1044" y="1639"/>
                </a:lnTo>
                <a:lnTo>
                  <a:pt x="1044" y="1640"/>
                </a:lnTo>
                <a:lnTo>
                  <a:pt x="1043" y="1640"/>
                </a:lnTo>
                <a:lnTo>
                  <a:pt x="1043" y="1641"/>
                </a:lnTo>
                <a:lnTo>
                  <a:pt x="1042" y="1641"/>
                </a:lnTo>
                <a:lnTo>
                  <a:pt x="1042" y="1642"/>
                </a:lnTo>
                <a:lnTo>
                  <a:pt x="1041" y="1642"/>
                </a:lnTo>
                <a:lnTo>
                  <a:pt x="1041" y="1643"/>
                </a:lnTo>
                <a:lnTo>
                  <a:pt x="1040" y="1643"/>
                </a:lnTo>
                <a:lnTo>
                  <a:pt x="1040" y="1644"/>
                </a:lnTo>
                <a:lnTo>
                  <a:pt x="1039" y="1644"/>
                </a:lnTo>
                <a:lnTo>
                  <a:pt x="1038" y="1644"/>
                </a:lnTo>
                <a:lnTo>
                  <a:pt x="1038" y="1645"/>
                </a:lnTo>
                <a:lnTo>
                  <a:pt x="1037" y="1645"/>
                </a:lnTo>
                <a:lnTo>
                  <a:pt x="1037" y="1646"/>
                </a:lnTo>
                <a:lnTo>
                  <a:pt x="1036" y="1646"/>
                </a:lnTo>
                <a:lnTo>
                  <a:pt x="1035" y="1646"/>
                </a:lnTo>
                <a:lnTo>
                  <a:pt x="1034" y="1646"/>
                </a:lnTo>
                <a:lnTo>
                  <a:pt x="1034" y="1645"/>
                </a:lnTo>
                <a:lnTo>
                  <a:pt x="1034" y="1644"/>
                </a:lnTo>
                <a:lnTo>
                  <a:pt x="1033" y="1644"/>
                </a:lnTo>
                <a:lnTo>
                  <a:pt x="1033" y="1643"/>
                </a:lnTo>
                <a:lnTo>
                  <a:pt x="1034" y="1643"/>
                </a:lnTo>
                <a:lnTo>
                  <a:pt x="1034" y="1642"/>
                </a:lnTo>
                <a:lnTo>
                  <a:pt x="1033" y="1642"/>
                </a:lnTo>
                <a:lnTo>
                  <a:pt x="1033" y="1641"/>
                </a:lnTo>
                <a:lnTo>
                  <a:pt x="1034" y="1641"/>
                </a:lnTo>
                <a:lnTo>
                  <a:pt x="1034" y="1640"/>
                </a:lnTo>
                <a:lnTo>
                  <a:pt x="1034" y="1639"/>
                </a:lnTo>
                <a:lnTo>
                  <a:pt x="1034" y="1638"/>
                </a:lnTo>
                <a:lnTo>
                  <a:pt x="1034" y="1637"/>
                </a:lnTo>
                <a:lnTo>
                  <a:pt x="1035" y="1637"/>
                </a:lnTo>
                <a:lnTo>
                  <a:pt x="1035" y="1636"/>
                </a:lnTo>
                <a:lnTo>
                  <a:pt x="1034" y="1636"/>
                </a:lnTo>
                <a:lnTo>
                  <a:pt x="1033" y="1636"/>
                </a:lnTo>
                <a:lnTo>
                  <a:pt x="1033" y="1635"/>
                </a:lnTo>
                <a:lnTo>
                  <a:pt x="1032" y="1635"/>
                </a:lnTo>
                <a:lnTo>
                  <a:pt x="1032" y="1636"/>
                </a:lnTo>
                <a:lnTo>
                  <a:pt x="1031" y="1636"/>
                </a:lnTo>
                <a:lnTo>
                  <a:pt x="1031" y="1635"/>
                </a:lnTo>
                <a:lnTo>
                  <a:pt x="1030" y="1635"/>
                </a:lnTo>
                <a:lnTo>
                  <a:pt x="1029" y="1635"/>
                </a:lnTo>
                <a:lnTo>
                  <a:pt x="1029" y="1634"/>
                </a:lnTo>
                <a:lnTo>
                  <a:pt x="1028" y="1634"/>
                </a:lnTo>
                <a:lnTo>
                  <a:pt x="1027" y="1633"/>
                </a:lnTo>
                <a:lnTo>
                  <a:pt x="1026" y="1633"/>
                </a:lnTo>
                <a:lnTo>
                  <a:pt x="1026" y="1632"/>
                </a:lnTo>
                <a:lnTo>
                  <a:pt x="1025" y="1632"/>
                </a:lnTo>
                <a:lnTo>
                  <a:pt x="1025" y="1631"/>
                </a:lnTo>
                <a:lnTo>
                  <a:pt x="1024" y="1631"/>
                </a:lnTo>
                <a:lnTo>
                  <a:pt x="1023" y="1630"/>
                </a:lnTo>
                <a:lnTo>
                  <a:pt x="1022" y="1629"/>
                </a:lnTo>
                <a:lnTo>
                  <a:pt x="1022" y="1628"/>
                </a:lnTo>
                <a:lnTo>
                  <a:pt x="1021" y="1628"/>
                </a:lnTo>
                <a:lnTo>
                  <a:pt x="1020" y="1628"/>
                </a:lnTo>
                <a:lnTo>
                  <a:pt x="1020" y="1627"/>
                </a:lnTo>
                <a:lnTo>
                  <a:pt x="1019" y="1627"/>
                </a:lnTo>
                <a:lnTo>
                  <a:pt x="1018" y="1627"/>
                </a:lnTo>
                <a:lnTo>
                  <a:pt x="1017" y="1627"/>
                </a:lnTo>
                <a:lnTo>
                  <a:pt x="1016" y="1627"/>
                </a:lnTo>
                <a:lnTo>
                  <a:pt x="1015" y="1627"/>
                </a:lnTo>
                <a:lnTo>
                  <a:pt x="1015" y="1626"/>
                </a:lnTo>
                <a:lnTo>
                  <a:pt x="1014" y="1626"/>
                </a:lnTo>
                <a:lnTo>
                  <a:pt x="1013" y="1626"/>
                </a:lnTo>
                <a:lnTo>
                  <a:pt x="1012" y="1626"/>
                </a:lnTo>
                <a:lnTo>
                  <a:pt x="1012" y="1625"/>
                </a:lnTo>
                <a:lnTo>
                  <a:pt x="1011" y="1625"/>
                </a:lnTo>
                <a:lnTo>
                  <a:pt x="1010" y="1625"/>
                </a:lnTo>
                <a:lnTo>
                  <a:pt x="1009" y="1625"/>
                </a:lnTo>
                <a:lnTo>
                  <a:pt x="1008" y="1625"/>
                </a:lnTo>
                <a:lnTo>
                  <a:pt x="1007" y="1625"/>
                </a:lnTo>
                <a:lnTo>
                  <a:pt x="1006" y="1625"/>
                </a:lnTo>
                <a:lnTo>
                  <a:pt x="1005" y="1625"/>
                </a:lnTo>
                <a:lnTo>
                  <a:pt x="1004" y="1625"/>
                </a:lnTo>
                <a:lnTo>
                  <a:pt x="1003" y="1625"/>
                </a:lnTo>
                <a:lnTo>
                  <a:pt x="1003" y="1626"/>
                </a:lnTo>
                <a:lnTo>
                  <a:pt x="1003" y="1628"/>
                </a:lnTo>
                <a:lnTo>
                  <a:pt x="1002" y="1628"/>
                </a:lnTo>
                <a:lnTo>
                  <a:pt x="1002" y="1629"/>
                </a:lnTo>
                <a:lnTo>
                  <a:pt x="1001" y="1629"/>
                </a:lnTo>
                <a:lnTo>
                  <a:pt x="1001" y="1630"/>
                </a:lnTo>
                <a:lnTo>
                  <a:pt x="1000" y="1630"/>
                </a:lnTo>
                <a:lnTo>
                  <a:pt x="999" y="1630"/>
                </a:lnTo>
                <a:lnTo>
                  <a:pt x="999" y="1631"/>
                </a:lnTo>
                <a:lnTo>
                  <a:pt x="998" y="1631"/>
                </a:lnTo>
                <a:lnTo>
                  <a:pt x="998" y="1632"/>
                </a:lnTo>
                <a:lnTo>
                  <a:pt x="997" y="1632"/>
                </a:lnTo>
                <a:lnTo>
                  <a:pt x="997" y="1633"/>
                </a:lnTo>
                <a:lnTo>
                  <a:pt x="996" y="1633"/>
                </a:lnTo>
                <a:lnTo>
                  <a:pt x="995" y="1633"/>
                </a:lnTo>
                <a:lnTo>
                  <a:pt x="995" y="1634"/>
                </a:lnTo>
                <a:lnTo>
                  <a:pt x="995" y="1633"/>
                </a:lnTo>
                <a:lnTo>
                  <a:pt x="994" y="1633"/>
                </a:lnTo>
                <a:lnTo>
                  <a:pt x="994" y="1632"/>
                </a:lnTo>
                <a:lnTo>
                  <a:pt x="993" y="1632"/>
                </a:lnTo>
                <a:lnTo>
                  <a:pt x="992" y="1632"/>
                </a:lnTo>
                <a:lnTo>
                  <a:pt x="991" y="1632"/>
                </a:lnTo>
                <a:lnTo>
                  <a:pt x="991" y="1631"/>
                </a:lnTo>
                <a:lnTo>
                  <a:pt x="990" y="1631"/>
                </a:lnTo>
                <a:lnTo>
                  <a:pt x="990" y="1630"/>
                </a:lnTo>
                <a:lnTo>
                  <a:pt x="990" y="1629"/>
                </a:lnTo>
                <a:lnTo>
                  <a:pt x="990" y="1628"/>
                </a:lnTo>
                <a:lnTo>
                  <a:pt x="989" y="1628"/>
                </a:lnTo>
                <a:lnTo>
                  <a:pt x="989" y="1627"/>
                </a:lnTo>
                <a:lnTo>
                  <a:pt x="988" y="1627"/>
                </a:lnTo>
                <a:lnTo>
                  <a:pt x="988" y="1628"/>
                </a:lnTo>
                <a:lnTo>
                  <a:pt x="987" y="1628"/>
                </a:lnTo>
                <a:lnTo>
                  <a:pt x="986" y="1628"/>
                </a:lnTo>
                <a:lnTo>
                  <a:pt x="985" y="1628"/>
                </a:lnTo>
                <a:lnTo>
                  <a:pt x="985" y="1629"/>
                </a:lnTo>
                <a:lnTo>
                  <a:pt x="985" y="1628"/>
                </a:lnTo>
                <a:lnTo>
                  <a:pt x="985" y="1629"/>
                </a:lnTo>
                <a:lnTo>
                  <a:pt x="984" y="1629"/>
                </a:lnTo>
                <a:lnTo>
                  <a:pt x="983" y="1629"/>
                </a:lnTo>
                <a:lnTo>
                  <a:pt x="982" y="1629"/>
                </a:lnTo>
                <a:lnTo>
                  <a:pt x="981" y="1629"/>
                </a:lnTo>
                <a:lnTo>
                  <a:pt x="980" y="1629"/>
                </a:lnTo>
                <a:lnTo>
                  <a:pt x="979" y="1629"/>
                </a:lnTo>
                <a:lnTo>
                  <a:pt x="978" y="1629"/>
                </a:lnTo>
                <a:lnTo>
                  <a:pt x="977" y="1628"/>
                </a:lnTo>
                <a:lnTo>
                  <a:pt x="977" y="1627"/>
                </a:lnTo>
                <a:lnTo>
                  <a:pt x="977" y="1626"/>
                </a:lnTo>
                <a:lnTo>
                  <a:pt x="976" y="1626"/>
                </a:lnTo>
                <a:lnTo>
                  <a:pt x="975" y="1626"/>
                </a:lnTo>
                <a:lnTo>
                  <a:pt x="975" y="1627"/>
                </a:lnTo>
                <a:lnTo>
                  <a:pt x="974" y="1627"/>
                </a:lnTo>
                <a:lnTo>
                  <a:pt x="974" y="1626"/>
                </a:lnTo>
                <a:lnTo>
                  <a:pt x="974" y="1625"/>
                </a:lnTo>
                <a:lnTo>
                  <a:pt x="973" y="1625"/>
                </a:lnTo>
                <a:lnTo>
                  <a:pt x="973" y="1624"/>
                </a:lnTo>
                <a:lnTo>
                  <a:pt x="973" y="1623"/>
                </a:lnTo>
                <a:lnTo>
                  <a:pt x="973" y="1622"/>
                </a:lnTo>
                <a:lnTo>
                  <a:pt x="972" y="1622"/>
                </a:lnTo>
                <a:lnTo>
                  <a:pt x="972" y="1621"/>
                </a:lnTo>
                <a:lnTo>
                  <a:pt x="971" y="1620"/>
                </a:lnTo>
                <a:lnTo>
                  <a:pt x="970" y="1619"/>
                </a:lnTo>
                <a:lnTo>
                  <a:pt x="969" y="1618"/>
                </a:lnTo>
                <a:lnTo>
                  <a:pt x="968" y="1617"/>
                </a:lnTo>
                <a:lnTo>
                  <a:pt x="968" y="1616"/>
                </a:lnTo>
                <a:lnTo>
                  <a:pt x="967" y="1616"/>
                </a:lnTo>
                <a:lnTo>
                  <a:pt x="967" y="1615"/>
                </a:lnTo>
                <a:lnTo>
                  <a:pt x="966" y="1615"/>
                </a:lnTo>
                <a:lnTo>
                  <a:pt x="965" y="1615"/>
                </a:lnTo>
                <a:lnTo>
                  <a:pt x="965" y="1616"/>
                </a:lnTo>
                <a:lnTo>
                  <a:pt x="964" y="1616"/>
                </a:lnTo>
                <a:lnTo>
                  <a:pt x="964" y="1617"/>
                </a:lnTo>
                <a:lnTo>
                  <a:pt x="963" y="1617"/>
                </a:lnTo>
                <a:lnTo>
                  <a:pt x="963" y="1618"/>
                </a:lnTo>
                <a:lnTo>
                  <a:pt x="962" y="1618"/>
                </a:lnTo>
                <a:lnTo>
                  <a:pt x="962" y="1617"/>
                </a:lnTo>
                <a:lnTo>
                  <a:pt x="961" y="1617"/>
                </a:lnTo>
                <a:lnTo>
                  <a:pt x="960" y="1617"/>
                </a:lnTo>
                <a:lnTo>
                  <a:pt x="960" y="1616"/>
                </a:lnTo>
                <a:lnTo>
                  <a:pt x="959" y="1616"/>
                </a:lnTo>
                <a:lnTo>
                  <a:pt x="959" y="1615"/>
                </a:lnTo>
                <a:lnTo>
                  <a:pt x="958" y="1615"/>
                </a:lnTo>
                <a:lnTo>
                  <a:pt x="957" y="1615"/>
                </a:lnTo>
                <a:lnTo>
                  <a:pt x="955" y="1615"/>
                </a:lnTo>
                <a:lnTo>
                  <a:pt x="954" y="1615"/>
                </a:lnTo>
                <a:lnTo>
                  <a:pt x="954" y="1614"/>
                </a:lnTo>
                <a:lnTo>
                  <a:pt x="954" y="1613"/>
                </a:lnTo>
                <a:lnTo>
                  <a:pt x="953" y="1613"/>
                </a:lnTo>
                <a:lnTo>
                  <a:pt x="952" y="1613"/>
                </a:lnTo>
                <a:lnTo>
                  <a:pt x="951" y="1613"/>
                </a:lnTo>
                <a:lnTo>
                  <a:pt x="951" y="1612"/>
                </a:lnTo>
                <a:lnTo>
                  <a:pt x="951" y="1611"/>
                </a:lnTo>
                <a:lnTo>
                  <a:pt x="950" y="1611"/>
                </a:lnTo>
                <a:lnTo>
                  <a:pt x="950" y="1610"/>
                </a:lnTo>
                <a:lnTo>
                  <a:pt x="951" y="1610"/>
                </a:lnTo>
                <a:lnTo>
                  <a:pt x="951" y="1609"/>
                </a:lnTo>
                <a:lnTo>
                  <a:pt x="951" y="1608"/>
                </a:lnTo>
                <a:lnTo>
                  <a:pt x="952" y="1608"/>
                </a:lnTo>
                <a:lnTo>
                  <a:pt x="952" y="1607"/>
                </a:lnTo>
                <a:lnTo>
                  <a:pt x="952" y="1606"/>
                </a:lnTo>
                <a:lnTo>
                  <a:pt x="953" y="1606"/>
                </a:lnTo>
                <a:lnTo>
                  <a:pt x="954" y="1606"/>
                </a:lnTo>
                <a:lnTo>
                  <a:pt x="954" y="1605"/>
                </a:lnTo>
                <a:lnTo>
                  <a:pt x="954" y="1604"/>
                </a:lnTo>
                <a:lnTo>
                  <a:pt x="954" y="1603"/>
                </a:lnTo>
                <a:lnTo>
                  <a:pt x="955" y="1603"/>
                </a:lnTo>
                <a:lnTo>
                  <a:pt x="955" y="1602"/>
                </a:lnTo>
                <a:lnTo>
                  <a:pt x="955" y="1601"/>
                </a:lnTo>
                <a:lnTo>
                  <a:pt x="955" y="1600"/>
                </a:lnTo>
                <a:lnTo>
                  <a:pt x="954" y="1600"/>
                </a:lnTo>
                <a:lnTo>
                  <a:pt x="954" y="1599"/>
                </a:lnTo>
                <a:lnTo>
                  <a:pt x="954" y="1598"/>
                </a:lnTo>
                <a:lnTo>
                  <a:pt x="955" y="1597"/>
                </a:lnTo>
                <a:lnTo>
                  <a:pt x="955" y="1595"/>
                </a:lnTo>
                <a:lnTo>
                  <a:pt x="954" y="1595"/>
                </a:lnTo>
                <a:lnTo>
                  <a:pt x="954" y="1594"/>
                </a:lnTo>
                <a:lnTo>
                  <a:pt x="955" y="1594"/>
                </a:lnTo>
                <a:lnTo>
                  <a:pt x="954" y="1594"/>
                </a:lnTo>
                <a:lnTo>
                  <a:pt x="954" y="1593"/>
                </a:lnTo>
                <a:lnTo>
                  <a:pt x="955" y="1593"/>
                </a:lnTo>
                <a:lnTo>
                  <a:pt x="955" y="1592"/>
                </a:lnTo>
                <a:lnTo>
                  <a:pt x="955" y="1591"/>
                </a:lnTo>
                <a:lnTo>
                  <a:pt x="954" y="1591"/>
                </a:lnTo>
                <a:lnTo>
                  <a:pt x="954" y="1590"/>
                </a:lnTo>
                <a:lnTo>
                  <a:pt x="953" y="1590"/>
                </a:lnTo>
                <a:lnTo>
                  <a:pt x="953" y="1589"/>
                </a:lnTo>
                <a:lnTo>
                  <a:pt x="953" y="1588"/>
                </a:lnTo>
                <a:lnTo>
                  <a:pt x="954" y="1588"/>
                </a:lnTo>
                <a:lnTo>
                  <a:pt x="954" y="1587"/>
                </a:lnTo>
                <a:lnTo>
                  <a:pt x="955" y="1587"/>
                </a:lnTo>
                <a:lnTo>
                  <a:pt x="955" y="1586"/>
                </a:lnTo>
                <a:lnTo>
                  <a:pt x="956" y="1586"/>
                </a:lnTo>
                <a:lnTo>
                  <a:pt x="956" y="1585"/>
                </a:lnTo>
                <a:lnTo>
                  <a:pt x="956" y="1584"/>
                </a:lnTo>
                <a:lnTo>
                  <a:pt x="957" y="1584"/>
                </a:lnTo>
                <a:lnTo>
                  <a:pt x="957" y="1583"/>
                </a:lnTo>
                <a:lnTo>
                  <a:pt x="958" y="1583"/>
                </a:lnTo>
                <a:lnTo>
                  <a:pt x="959" y="1583"/>
                </a:lnTo>
                <a:lnTo>
                  <a:pt x="960" y="1583"/>
                </a:lnTo>
                <a:lnTo>
                  <a:pt x="960" y="1584"/>
                </a:lnTo>
                <a:lnTo>
                  <a:pt x="961" y="1584"/>
                </a:lnTo>
                <a:lnTo>
                  <a:pt x="962" y="1584"/>
                </a:lnTo>
                <a:lnTo>
                  <a:pt x="963" y="1584"/>
                </a:lnTo>
                <a:lnTo>
                  <a:pt x="963" y="1583"/>
                </a:lnTo>
                <a:lnTo>
                  <a:pt x="964" y="1583"/>
                </a:lnTo>
                <a:lnTo>
                  <a:pt x="964" y="1582"/>
                </a:lnTo>
                <a:lnTo>
                  <a:pt x="965" y="1582"/>
                </a:lnTo>
                <a:lnTo>
                  <a:pt x="965" y="1581"/>
                </a:lnTo>
                <a:lnTo>
                  <a:pt x="965" y="1580"/>
                </a:lnTo>
                <a:lnTo>
                  <a:pt x="966" y="1579"/>
                </a:lnTo>
                <a:lnTo>
                  <a:pt x="967" y="1579"/>
                </a:lnTo>
                <a:lnTo>
                  <a:pt x="967" y="1578"/>
                </a:lnTo>
                <a:lnTo>
                  <a:pt x="967" y="1576"/>
                </a:lnTo>
                <a:lnTo>
                  <a:pt x="968" y="1576"/>
                </a:lnTo>
                <a:lnTo>
                  <a:pt x="968" y="1575"/>
                </a:lnTo>
                <a:lnTo>
                  <a:pt x="969" y="1575"/>
                </a:lnTo>
                <a:lnTo>
                  <a:pt x="970" y="1575"/>
                </a:lnTo>
                <a:lnTo>
                  <a:pt x="970" y="1576"/>
                </a:lnTo>
                <a:lnTo>
                  <a:pt x="971" y="1576"/>
                </a:lnTo>
                <a:lnTo>
                  <a:pt x="972" y="1575"/>
                </a:lnTo>
                <a:lnTo>
                  <a:pt x="972" y="1574"/>
                </a:lnTo>
                <a:lnTo>
                  <a:pt x="972" y="1573"/>
                </a:lnTo>
                <a:lnTo>
                  <a:pt x="972" y="1572"/>
                </a:lnTo>
                <a:lnTo>
                  <a:pt x="973" y="1572"/>
                </a:lnTo>
                <a:lnTo>
                  <a:pt x="972" y="1572"/>
                </a:lnTo>
                <a:lnTo>
                  <a:pt x="972" y="1571"/>
                </a:lnTo>
                <a:lnTo>
                  <a:pt x="972" y="1570"/>
                </a:lnTo>
                <a:lnTo>
                  <a:pt x="973" y="1570"/>
                </a:lnTo>
                <a:lnTo>
                  <a:pt x="973" y="1569"/>
                </a:lnTo>
                <a:lnTo>
                  <a:pt x="974" y="1569"/>
                </a:lnTo>
                <a:lnTo>
                  <a:pt x="973" y="1568"/>
                </a:lnTo>
                <a:lnTo>
                  <a:pt x="973" y="1567"/>
                </a:lnTo>
                <a:lnTo>
                  <a:pt x="972" y="1567"/>
                </a:lnTo>
                <a:lnTo>
                  <a:pt x="972" y="1566"/>
                </a:lnTo>
                <a:lnTo>
                  <a:pt x="973" y="1566"/>
                </a:lnTo>
                <a:lnTo>
                  <a:pt x="973" y="1565"/>
                </a:lnTo>
                <a:lnTo>
                  <a:pt x="973" y="1564"/>
                </a:lnTo>
                <a:lnTo>
                  <a:pt x="972" y="1564"/>
                </a:lnTo>
                <a:lnTo>
                  <a:pt x="972" y="1563"/>
                </a:lnTo>
                <a:lnTo>
                  <a:pt x="972" y="1562"/>
                </a:lnTo>
                <a:lnTo>
                  <a:pt x="973" y="1562"/>
                </a:lnTo>
                <a:lnTo>
                  <a:pt x="974" y="1562"/>
                </a:lnTo>
                <a:lnTo>
                  <a:pt x="974" y="1561"/>
                </a:lnTo>
                <a:lnTo>
                  <a:pt x="975" y="1561"/>
                </a:lnTo>
                <a:lnTo>
                  <a:pt x="975" y="1560"/>
                </a:lnTo>
                <a:lnTo>
                  <a:pt x="976" y="1560"/>
                </a:lnTo>
                <a:lnTo>
                  <a:pt x="976" y="1559"/>
                </a:lnTo>
                <a:lnTo>
                  <a:pt x="977" y="1559"/>
                </a:lnTo>
                <a:lnTo>
                  <a:pt x="977" y="1558"/>
                </a:lnTo>
                <a:lnTo>
                  <a:pt x="977" y="1557"/>
                </a:lnTo>
                <a:lnTo>
                  <a:pt x="976" y="1557"/>
                </a:lnTo>
                <a:lnTo>
                  <a:pt x="976" y="1556"/>
                </a:lnTo>
                <a:lnTo>
                  <a:pt x="975" y="1556"/>
                </a:lnTo>
                <a:lnTo>
                  <a:pt x="976" y="1555"/>
                </a:lnTo>
                <a:lnTo>
                  <a:pt x="976" y="1554"/>
                </a:lnTo>
                <a:lnTo>
                  <a:pt x="975" y="1554"/>
                </a:lnTo>
                <a:lnTo>
                  <a:pt x="975" y="1553"/>
                </a:lnTo>
                <a:lnTo>
                  <a:pt x="974" y="1553"/>
                </a:lnTo>
                <a:lnTo>
                  <a:pt x="973" y="1553"/>
                </a:lnTo>
                <a:lnTo>
                  <a:pt x="972" y="1553"/>
                </a:lnTo>
                <a:lnTo>
                  <a:pt x="971" y="1553"/>
                </a:lnTo>
                <a:lnTo>
                  <a:pt x="971" y="1552"/>
                </a:lnTo>
                <a:lnTo>
                  <a:pt x="971" y="1551"/>
                </a:lnTo>
                <a:lnTo>
                  <a:pt x="970" y="1551"/>
                </a:lnTo>
                <a:lnTo>
                  <a:pt x="970" y="1550"/>
                </a:lnTo>
                <a:lnTo>
                  <a:pt x="969" y="1550"/>
                </a:lnTo>
                <a:lnTo>
                  <a:pt x="969" y="1549"/>
                </a:lnTo>
                <a:lnTo>
                  <a:pt x="969" y="1548"/>
                </a:lnTo>
                <a:lnTo>
                  <a:pt x="968" y="1547"/>
                </a:lnTo>
                <a:lnTo>
                  <a:pt x="968" y="1546"/>
                </a:lnTo>
                <a:lnTo>
                  <a:pt x="968" y="1545"/>
                </a:lnTo>
                <a:lnTo>
                  <a:pt x="967" y="1545"/>
                </a:lnTo>
                <a:lnTo>
                  <a:pt x="967" y="1544"/>
                </a:lnTo>
                <a:lnTo>
                  <a:pt x="966" y="1544"/>
                </a:lnTo>
                <a:lnTo>
                  <a:pt x="966" y="1543"/>
                </a:lnTo>
                <a:lnTo>
                  <a:pt x="965" y="1543"/>
                </a:lnTo>
                <a:lnTo>
                  <a:pt x="965" y="1542"/>
                </a:lnTo>
                <a:lnTo>
                  <a:pt x="964" y="1543"/>
                </a:lnTo>
                <a:lnTo>
                  <a:pt x="963" y="1543"/>
                </a:lnTo>
                <a:lnTo>
                  <a:pt x="962" y="1543"/>
                </a:lnTo>
                <a:lnTo>
                  <a:pt x="961" y="1543"/>
                </a:lnTo>
                <a:lnTo>
                  <a:pt x="961" y="1544"/>
                </a:lnTo>
                <a:lnTo>
                  <a:pt x="960" y="1544"/>
                </a:lnTo>
                <a:lnTo>
                  <a:pt x="959" y="1544"/>
                </a:lnTo>
                <a:lnTo>
                  <a:pt x="958" y="1544"/>
                </a:lnTo>
                <a:lnTo>
                  <a:pt x="958" y="1543"/>
                </a:lnTo>
                <a:lnTo>
                  <a:pt x="957" y="1543"/>
                </a:lnTo>
                <a:lnTo>
                  <a:pt x="957" y="1542"/>
                </a:lnTo>
                <a:lnTo>
                  <a:pt x="956" y="1542"/>
                </a:lnTo>
                <a:lnTo>
                  <a:pt x="956" y="1541"/>
                </a:lnTo>
                <a:lnTo>
                  <a:pt x="955" y="1541"/>
                </a:lnTo>
                <a:lnTo>
                  <a:pt x="954" y="1541"/>
                </a:lnTo>
                <a:lnTo>
                  <a:pt x="954" y="1542"/>
                </a:lnTo>
                <a:lnTo>
                  <a:pt x="954" y="1543"/>
                </a:lnTo>
                <a:lnTo>
                  <a:pt x="952" y="1543"/>
                </a:lnTo>
                <a:lnTo>
                  <a:pt x="952" y="1544"/>
                </a:lnTo>
                <a:lnTo>
                  <a:pt x="951" y="1544"/>
                </a:lnTo>
                <a:lnTo>
                  <a:pt x="951" y="1545"/>
                </a:lnTo>
                <a:lnTo>
                  <a:pt x="949" y="1545"/>
                </a:lnTo>
                <a:lnTo>
                  <a:pt x="949" y="1546"/>
                </a:lnTo>
                <a:lnTo>
                  <a:pt x="948" y="1546"/>
                </a:lnTo>
                <a:lnTo>
                  <a:pt x="948" y="1547"/>
                </a:lnTo>
                <a:lnTo>
                  <a:pt x="947" y="1547"/>
                </a:lnTo>
                <a:lnTo>
                  <a:pt x="947" y="1548"/>
                </a:lnTo>
                <a:lnTo>
                  <a:pt x="946" y="1548"/>
                </a:lnTo>
                <a:lnTo>
                  <a:pt x="945" y="1548"/>
                </a:lnTo>
                <a:lnTo>
                  <a:pt x="945" y="1549"/>
                </a:lnTo>
                <a:lnTo>
                  <a:pt x="944" y="1549"/>
                </a:lnTo>
                <a:lnTo>
                  <a:pt x="944" y="1550"/>
                </a:lnTo>
                <a:lnTo>
                  <a:pt x="943" y="1550"/>
                </a:lnTo>
                <a:lnTo>
                  <a:pt x="943" y="1551"/>
                </a:lnTo>
                <a:lnTo>
                  <a:pt x="942" y="1551"/>
                </a:lnTo>
                <a:lnTo>
                  <a:pt x="942" y="1552"/>
                </a:lnTo>
                <a:lnTo>
                  <a:pt x="941" y="1552"/>
                </a:lnTo>
                <a:lnTo>
                  <a:pt x="940" y="1552"/>
                </a:lnTo>
                <a:lnTo>
                  <a:pt x="940" y="1553"/>
                </a:lnTo>
                <a:lnTo>
                  <a:pt x="940" y="1554"/>
                </a:lnTo>
                <a:lnTo>
                  <a:pt x="939" y="1554"/>
                </a:lnTo>
                <a:lnTo>
                  <a:pt x="940" y="1554"/>
                </a:lnTo>
                <a:lnTo>
                  <a:pt x="940" y="1555"/>
                </a:lnTo>
                <a:lnTo>
                  <a:pt x="940" y="1556"/>
                </a:lnTo>
                <a:lnTo>
                  <a:pt x="939" y="1556"/>
                </a:lnTo>
                <a:lnTo>
                  <a:pt x="939" y="1557"/>
                </a:lnTo>
                <a:lnTo>
                  <a:pt x="938" y="1557"/>
                </a:lnTo>
                <a:lnTo>
                  <a:pt x="937" y="1557"/>
                </a:lnTo>
                <a:lnTo>
                  <a:pt x="936" y="1557"/>
                </a:lnTo>
                <a:lnTo>
                  <a:pt x="935" y="1557"/>
                </a:lnTo>
                <a:lnTo>
                  <a:pt x="934" y="1557"/>
                </a:lnTo>
                <a:lnTo>
                  <a:pt x="933" y="1557"/>
                </a:lnTo>
                <a:lnTo>
                  <a:pt x="933" y="1558"/>
                </a:lnTo>
                <a:lnTo>
                  <a:pt x="932" y="1558"/>
                </a:lnTo>
                <a:lnTo>
                  <a:pt x="932" y="1557"/>
                </a:lnTo>
                <a:lnTo>
                  <a:pt x="932" y="1556"/>
                </a:lnTo>
                <a:lnTo>
                  <a:pt x="932" y="1555"/>
                </a:lnTo>
                <a:lnTo>
                  <a:pt x="931" y="1555"/>
                </a:lnTo>
                <a:lnTo>
                  <a:pt x="931" y="1554"/>
                </a:lnTo>
                <a:lnTo>
                  <a:pt x="930" y="1554"/>
                </a:lnTo>
                <a:lnTo>
                  <a:pt x="930" y="1555"/>
                </a:lnTo>
                <a:lnTo>
                  <a:pt x="929" y="1554"/>
                </a:lnTo>
                <a:lnTo>
                  <a:pt x="928" y="1554"/>
                </a:lnTo>
                <a:lnTo>
                  <a:pt x="927" y="1554"/>
                </a:lnTo>
                <a:lnTo>
                  <a:pt x="926" y="1554"/>
                </a:lnTo>
                <a:lnTo>
                  <a:pt x="926" y="1555"/>
                </a:lnTo>
                <a:lnTo>
                  <a:pt x="925" y="1555"/>
                </a:lnTo>
                <a:lnTo>
                  <a:pt x="925" y="1554"/>
                </a:lnTo>
                <a:lnTo>
                  <a:pt x="924" y="1554"/>
                </a:lnTo>
                <a:lnTo>
                  <a:pt x="924" y="1553"/>
                </a:lnTo>
                <a:lnTo>
                  <a:pt x="924" y="1554"/>
                </a:lnTo>
                <a:lnTo>
                  <a:pt x="923" y="1554"/>
                </a:lnTo>
                <a:lnTo>
                  <a:pt x="922" y="1554"/>
                </a:lnTo>
                <a:lnTo>
                  <a:pt x="921" y="1555"/>
                </a:lnTo>
                <a:lnTo>
                  <a:pt x="919" y="1555"/>
                </a:lnTo>
                <a:lnTo>
                  <a:pt x="918" y="1555"/>
                </a:lnTo>
                <a:lnTo>
                  <a:pt x="917" y="1555"/>
                </a:lnTo>
                <a:lnTo>
                  <a:pt x="917" y="1556"/>
                </a:lnTo>
                <a:lnTo>
                  <a:pt x="916" y="1556"/>
                </a:lnTo>
                <a:lnTo>
                  <a:pt x="915" y="1556"/>
                </a:lnTo>
                <a:lnTo>
                  <a:pt x="914" y="1555"/>
                </a:lnTo>
                <a:lnTo>
                  <a:pt x="913" y="1554"/>
                </a:lnTo>
                <a:lnTo>
                  <a:pt x="912" y="1553"/>
                </a:lnTo>
                <a:lnTo>
                  <a:pt x="911" y="1552"/>
                </a:lnTo>
                <a:lnTo>
                  <a:pt x="910" y="1552"/>
                </a:lnTo>
                <a:lnTo>
                  <a:pt x="910" y="1551"/>
                </a:lnTo>
                <a:lnTo>
                  <a:pt x="909" y="1551"/>
                </a:lnTo>
                <a:lnTo>
                  <a:pt x="909" y="1550"/>
                </a:lnTo>
                <a:lnTo>
                  <a:pt x="908" y="1550"/>
                </a:lnTo>
                <a:lnTo>
                  <a:pt x="908" y="1549"/>
                </a:lnTo>
                <a:lnTo>
                  <a:pt x="907" y="1549"/>
                </a:lnTo>
                <a:lnTo>
                  <a:pt x="906" y="1548"/>
                </a:lnTo>
                <a:lnTo>
                  <a:pt x="905" y="1547"/>
                </a:lnTo>
                <a:lnTo>
                  <a:pt x="904" y="1546"/>
                </a:lnTo>
                <a:lnTo>
                  <a:pt x="903" y="1546"/>
                </a:lnTo>
                <a:lnTo>
                  <a:pt x="902" y="1546"/>
                </a:lnTo>
                <a:lnTo>
                  <a:pt x="902" y="1545"/>
                </a:lnTo>
                <a:lnTo>
                  <a:pt x="901" y="1545"/>
                </a:lnTo>
                <a:lnTo>
                  <a:pt x="900" y="1545"/>
                </a:lnTo>
                <a:lnTo>
                  <a:pt x="900" y="1544"/>
                </a:lnTo>
                <a:lnTo>
                  <a:pt x="899" y="1544"/>
                </a:lnTo>
                <a:lnTo>
                  <a:pt x="899" y="1543"/>
                </a:lnTo>
                <a:lnTo>
                  <a:pt x="898" y="1543"/>
                </a:lnTo>
                <a:lnTo>
                  <a:pt x="897" y="1543"/>
                </a:lnTo>
                <a:lnTo>
                  <a:pt x="896" y="1543"/>
                </a:lnTo>
                <a:lnTo>
                  <a:pt x="896" y="1542"/>
                </a:lnTo>
                <a:lnTo>
                  <a:pt x="895" y="1542"/>
                </a:lnTo>
                <a:lnTo>
                  <a:pt x="894" y="1542"/>
                </a:lnTo>
                <a:lnTo>
                  <a:pt x="894" y="1541"/>
                </a:lnTo>
                <a:lnTo>
                  <a:pt x="894" y="1540"/>
                </a:lnTo>
                <a:lnTo>
                  <a:pt x="894" y="1539"/>
                </a:lnTo>
                <a:lnTo>
                  <a:pt x="893" y="1539"/>
                </a:lnTo>
                <a:lnTo>
                  <a:pt x="892" y="1538"/>
                </a:lnTo>
                <a:lnTo>
                  <a:pt x="891" y="1538"/>
                </a:lnTo>
                <a:lnTo>
                  <a:pt x="890" y="1538"/>
                </a:lnTo>
                <a:lnTo>
                  <a:pt x="890" y="1537"/>
                </a:lnTo>
                <a:lnTo>
                  <a:pt x="891" y="1537"/>
                </a:lnTo>
                <a:lnTo>
                  <a:pt x="891" y="1536"/>
                </a:lnTo>
                <a:lnTo>
                  <a:pt x="892" y="1535"/>
                </a:lnTo>
                <a:lnTo>
                  <a:pt x="891" y="1535"/>
                </a:lnTo>
                <a:lnTo>
                  <a:pt x="891" y="1534"/>
                </a:lnTo>
                <a:lnTo>
                  <a:pt x="891" y="1533"/>
                </a:lnTo>
                <a:lnTo>
                  <a:pt x="892" y="1533"/>
                </a:lnTo>
                <a:lnTo>
                  <a:pt x="892" y="1532"/>
                </a:lnTo>
                <a:lnTo>
                  <a:pt x="893" y="1532"/>
                </a:lnTo>
                <a:lnTo>
                  <a:pt x="893" y="1531"/>
                </a:lnTo>
                <a:lnTo>
                  <a:pt x="893" y="1530"/>
                </a:lnTo>
                <a:lnTo>
                  <a:pt x="892" y="1530"/>
                </a:lnTo>
                <a:lnTo>
                  <a:pt x="891" y="1530"/>
                </a:lnTo>
                <a:lnTo>
                  <a:pt x="891" y="1529"/>
                </a:lnTo>
                <a:lnTo>
                  <a:pt x="890" y="1529"/>
                </a:lnTo>
                <a:lnTo>
                  <a:pt x="890" y="1528"/>
                </a:lnTo>
                <a:lnTo>
                  <a:pt x="890" y="1529"/>
                </a:lnTo>
                <a:lnTo>
                  <a:pt x="890" y="1528"/>
                </a:lnTo>
                <a:lnTo>
                  <a:pt x="889" y="1528"/>
                </a:lnTo>
                <a:lnTo>
                  <a:pt x="888" y="1528"/>
                </a:lnTo>
                <a:lnTo>
                  <a:pt x="888" y="1527"/>
                </a:lnTo>
                <a:lnTo>
                  <a:pt x="887" y="1527"/>
                </a:lnTo>
                <a:lnTo>
                  <a:pt x="887" y="1526"/>
                </a:lnTo>
                <a:lnTo>
                  <a:pt x="888" y="1526"/>
                </a:lnTo>
                <a:lnTo>
                  <a:pt x="887" y="1525"/>
                </a:lnTo>
                <a:lnTo>
                  <a:pt x="887" y="1524"/>
                </a:lnTo>
                <a:lnTo>
                  <a:pt x="886" y="1524"/>
                </a:lnTo>
                <a:lnTo>
                  <a:pt x="886" y="1523"/>
                </a:lnTo>
                <a:lnTo>
                  <a:pt x="885" y="1523"/>
                </a:lnTo>
                <a:lnTo>
                  <a:pt x="885" y="1522"/>
                </a:lnTo>
                <a:lnTo>
                  <a:pt x="885" y="1521"/>
                </a:lnTo>
                <a:lnTo>
                  <a:pt x="885" y="1520"/>
                </a:lnTo>
                <a:lnTo>
                  <a:pt x="886" y="1520"/>
                </a:lnTo>
                <a:lnTo>
                  <a:pt x="885" y="1520"/>
                </a:lnTo>
                <a:lnTo>
                  <a:pt x="885" y="1519"/>
                </a:lnTo>
                <a:lnTo>
                  <a:pt x="885" y="1518"/>
                </a:lnTo>
                <a:lnTo>
                  <a:pt x="884" y="1518"/>
                </a:lnTo>
                <a:lnTo>
                  <a:pt x="884" y="1517"/>
                </a:lnTo>
                <a:lnTo>
                  <a:pt x="883" y="1516"/>
                </a:lnTo>
                <a:lnTo>
                  <a:pt x="882" y="1516"/>
                </a:lnTo>
                <a:lnTo>
                  <a:pt x="882" y="1515"/>
                </a:lnTo>
                <a:lnTo>
                  <a:pt x="881" y="1515"/>
                </a:lnTo>
                <a:lnTo>
                  <a:pt x="881" y="1514"/>
                </a:lnTo>
                <a:lnTo>
                  <a:pt x="880" y="1514"/>
                </a:lnTo>
                <a:lnTo>
                  <a:pt x="879" y="1514"/>
                </a:lnTo>
                <a:lnTo>
                  <a:pt x="879" y="1515"/>
                </a:lnTo>
                <a:lnTo>
                  <a:pt x="878" y="1515"/>
                </a:lnTo>
                <a:lnTo>
                  <a:pt x="878" y="1514"/>
                </a:lnTo>
                <a:lnTo>
                  <a:pt x="877" y="1514"/>
                </a:lnTo>
                <a:lnTo>
                  <a:pt x="876" y="1514"/>
                </a:lnTo>
                <a:lnTo>
                  <a:pt x="875" y="1514"/>
                </a:lnTo>
                <a:lnTo>
                  <a:pt x="874" y="1514"/>
                </a:lnTo>
                <a:lnTo>
                  <a:pt x="874" y="1513"/>
                </a:lnTo>
                <a:lnTo>
                  <a:pt x="873" y="1513"/>
                </a:lnTo>
                <a:lnTo>
                  <a:pt x="872" y="1513"/>
                </a:lnTo>
                <a:lnTo>
                  <a:pt x="872" y="1512"/>
                </a:lnTo>
                <a:lnTo>
                  <a:pt x="872" y="1511"/>
                </a:lnTo>
                <a:lnTo>
                  <a:pt x="871" y="1511"/>
                </a:lnTo>
                <a:lnTo>
                  <a:pt x="871" y="1510"/>
                </a:lnTo>
                <a:lnTo>
                  <a:pt x="870" y="1510"/>
                </a:lnTo>
                <a:lnTo>
                  <a:pt x="871" y="1509"/>
                </a:lnTo>
                <a:lnTo>
                  <a:pt x="870" y="1509"/>
                </a:lnTo>
                <a:lnTo>
                  <a:pt x="869" y="1509"/>
                </a:lnTo>
                <a:lnTo>
                  <a:pt x="869" y="1510"/>
                </a:lnTo>
                <a:lnTo>
                  <a:pt x="868" y="1510"/>
                </a:lnTo>
                <a:lnTo>
                  <a:pt x="867" y="1510"/>
                </a:lnTo>
                <a:lnTo>
                  <a:pt x="866" y="1510"/>
                </a:lnTo>
                <a:lnTo>
                  <a:pt x="865" y="1510"/>
                </a:lnTo>
                <a:lnTo>
                  <a:pt x="864" y="1510"/>
                </a:lnTo>
                <a:lnTo>
                  <a:pt x="864" y="1509"/>
                </a:lnTo>
                <a:lnTo>
                  <a:pt x="863" y="1509"/>
                </a:lnTo>
                <a:lnTo>
                  <a:pt x="863" y="1508"/>
                </a:lnTo>
                <a:lnTo>
                  <a:pt x="863" y="1509"/>
                </a:lnTo>
                <a:lnTo>
                  <a:pt x="862" y="1509"/>
                </a:lnTo>
                <a:lnTo>
                  <a:pt x="861" y="1509"/>
                </a:lnTo>
                <a:lnTo>
                  <a:pt x="860" y="1509"/>
                </a:lnTo>
                <a:lnTo>
                  <a:pt x="860" y="1510"/>
                </a:lnTo>
                <a:lnTo>
                  <a:pt x="859" y="1510"/>
                </a:lnTo>
                <a:lnTo>
                  <a:pt x="858" y="1510"/>
                </a:lnTo>
                <a:lnTo>
                  <a:pt x="858" y="1509"/>
                </a:lnTo>
                <a:lnTo>
                  <a:pt x="857" y="1508"/>
                </a:lnTo>
                <a:lnTo>
                  <a:pt x="857" y="1507"/>
                </a:lnTo>
                <a:lnTo>
                  <a:pt x="856" y="1507"/>
                </a:lnTo>
                <a:lnTo>
                  <a:pt x="855" y="1506"/>
                </a:lnTo>
                <a:lnTo>
                  <a:pt x="854" y="1506"/>
                </a:lnTo>
                <a:lnTo>
                  <a:pt x="854" y="1505"/>
                </a:lnTo>
                <a:lnTo>
                  <a:pt x="854" y="1504"/>
                </a:lnTo>
                <a:lnTo>
                  <a:pt x="853" y="1504"/>
                </a:lnTo>
                <a:lnTo>
                  <a:pt x="853" y="1503"/>
                </a:lnTo>
                <a:lnTo>
                  <a:pt x="852" y="1503"/>
                </a:lnTo>
                <a:lnTo>
                  <a:pt x="852" y="1502"/>
                </a:lnTo>
                <a:lnTo>
                  <a:pt x="851" y="1502"/>
                </a:lnTo>
                <a:lnTo>
                  <a:pt x="851" y="1501"/>
                </a:lnTo>
                <a:lnTo>
                  <a:pt x="850" y="1501"/>
                </a:lnTo>
                <a:lnTo>
                  <a:pt x="851" y="1500"/>
                </a:lnTo>
                <a:lnTo>
                  <a:pt x="852" y="1500"/>
                </a:lnTo>
                <a:lnTo>
                  <a:pt x="852" y="1499"/>
                </a:lnTo>
                <a:lnTo>
                  <a:pt x="853" y="1499"/>
                </a:lnTo>
                <a:lnTo>
                  <a:pt x="853" y="1498"/>
                </a:lnTo>
                <a:lnTo>
                  <a:pt x="852" y="1498"/>
                </a:lnTo>
                <a:lnTo>
                  <a:pt x="853" y="1498"/>
                </a:lnTo>
                <a:lnTo>
                  <a:pt x="853" y="1497"/>
                </a:lnTo>
                <a:lnTo>
                  <a:pt x="853" y="1496"/>
                </a:lnTo>
                <a:lnTo>
                  <a:pt x="852" y="1496"/>
                </a:lnTo>
                <a:lnTo>
                  <a:pt x="852" y="1495"/>
                </a:lnTo>
                <a:lnTo>
                  <a:pt x="851" y="1495"/>
                </a:lnTo>
                <a:lnTo>
                  <a:pt x="851" y="1494"/>
                </a:lnTo>
                <a:lnTo>
                  <a:pt x="851" y="1493"/>
                </a:lnTo>
                <a:lnTo>
                  <a:pt x="851" y="1492"/>
                </a:lnTo>
                <a:lnTo>
                  <a:pt x="852" y="1492"/>
                </a:lnTo>
                <a:lnTo>
                  <a:pt x="852" y="1491"/>
                </a:lnTo>
                <a:lnTo>
                  <a:pt x="853" y="1491"/>
                </a:lnTo>
                <a:lnTo>
                  <a:pt x="852" y="1491"/>
                </a:lnTo>
                <a:lnTo>
                  <a:pt x="852" y="1490"/>
                </a:lnTo>
                <a:lnTo>
                  <a:pt x="851" y="1490"/>
                </a:lnTo>
                <a:lnTo>
                  <a:pt x="851" y="1489"/>
                </a:lnTo>
                <a:lnTo>
                  <a:pt x="850" y="1489"/>
                </a:lnTo>
                <a:lnTo>
                  <a:pt x="850" y="1488"/>
                </a:lnTo>
                <a:lnTo>
                  <a:pt x="849" y="1488"/>
                </a:lnTo>
                <a:lnTo>
                  <a:pt x="848" y="1488"/>
                </a:lnTo>
                <a:lnTo>
                  <a:pt x="847" y="1488"/>
                </a:lnTo>
                <a:lnTo>
                  <a:pt x="847" y="1487"/>
                </a:lnTo>
                <a:lnTo>
                  <a:pt x="847" y="1486"/>
                </a:lnTo>
                <a:lnTo>
                  <a:pt x="848" y="1486"/>
                </a:lnTo>
                <a:lnTo>
                  <a:pt x="848" y="1485"/>
                </a:lnTo>
                <a:lnTo>
                  <a:pt x="849" y="1485"/>
                </a:lnTo>
                <a:lnTo>
                  <a:pt x="849" y="1484"/>
                </a:lnTo>
                <a:lnTo>
                  <a:pt x="849" y="1483"/>
                </a:lnTo>
                <a:lnTo>
                  <a:pt x="848" y="1483"/>
                </a:lnTo>
                <a:lnTo>
                  <a:pt x="848" y="1482"/>
                </a:lnTo>
                <a:lnTo>
                  <a:pt x="847" y="1482"/>
                </a:lnTo>
                <a:lnTo>
                  <a:pt x="847" y="1481"/>
                </a:lnTo>
                <a:lnTo>
                  <a:pt x="846" y="1481"/>
                </a:lnTo>
                <a:lnTo>
                  <a:pt x="845" y="1481"/>
                </a:lnTo>
                <a:lnTo>
                  <a:pt x="845" y="1480"/>
                </a:lnTo>
                <a:lnTo>
                  <a:pt x="844" y="1480"/>
                </a:lnTo>
                <a:lnTo>
                  <a:pt x="843" y="1480"/>
                </a:lnTo>
                <a:lnTo>
                  <a:pt x="842" y="1480"/>
                </a:lnTo>
                <a:lnTo>
                  <a:pt x="840" y="1480"/>
                </a:lnTo>
                <a:lnTo>
                  <a:pt x="840" y="1479"/>
                </a:lnTo>
                <a:lnTo>
                  <a:pt x="839" y="1479"/>
                </a:lnTo>
                <a:lnTo>
                  <a:pt x="839" y="1478"/>
                </a:lnTo>
                <a:lnTo>
                  <a:pt x="839" y="1477"/>
                </a:lnTo>
                <a:lnTo>
                  <a:pt x="838" y="1477"/>
                </a:lnTo>
                <a:lnTo>
                  <a:pt x="837" y="1477"/>
                </a:lnTo>
                <a:lnTo>
                  <a:pt x="837" y="1478"/>
                </a:lnTo>
                <a:lnTo>
                  <a:pt x="836" y="1478"/>
                </a:lnTo>
                <a:lnTo>
                  <a:pt x="835" y="1478"/>
                </a:lnTo>
                <a:lnTo>
                  <a:pt x="835" y="1479"/>
                </a:lnTo>
                <a:lnTo>
                  <a:pt x="835" y="1478"/>
                </a:lnTo>
                <a:lnTo>
                  <a:pt x="835" y="1477"/>
                </a:lnTo>
                <a:lnTo>
                  <a:pt x="834" y="1477"/>
                </a:lnTo>
                <a:lnTo>
                  <a:pt x="833" y="1477"/>
                </a:lnTo>
                <a:lnTo>
                  <a:pt x="833" y="1476"/>
                </a:lnTo>
                <a:lnTo>
                  <a:pt x="832" y="1476"/>
                </a:lnTo>
                <a:lnTo>
                  <a:pt x="831" y="1476"/>
                </a:lnTo>
                <a:lnTo>
                  <a:pt x="831" y="1475"/>
                </a:lnTo>
                <a:lnTo>
                  <a:pt x="830" y="1475"/>
                </a:lnTo>
                <a:lnTo>
                  <a:pt x="830" y="1474"/>
                </a:lnTo>
                <a:lnTo>
                  <a:pt x="829" y="1474"/>
                </a:lnTo>
                <a:lnTo>
                  <a:pt x="829" y="1473"/>
                </a:lnTo>
                <a:lnTo>
                  <a:pt x="828" y="1473"/>
                </a:lnTo>
                <a:lnTo>
                  <a:pt x="828" y="1472"/>
                </a:lnTo>
                <a:lnTo>
                  <a:pt x="827" y="1472"/>
                </a:lnTo>
                <a:lnTo>
                  <a:pt x="827" y="1471"/>
                </a:lnTo>
                <a:lnTo>
                  <a:pt x="827" y="1470"/>
                </a:lnTo>
                <a:lnTo>
                  <a:pt x="827" y="1469"/>
                </a:lnTo>
                <a:lnTo>
                  <a:pt x="826" y="1469"/>
                </a:lnTo>
                <a:lnTo>
                  <a:pt x="825" y="1469"/>
                </a:lnTo>
                <a:lnTo>
                  <a:pt x="825" y="1470"/>
                </a:lnTo>
                <a:lnTo>
                  <a:pt x="824" y="1470"/>
                </a:lnTo>
                <a:lnTo>
                  <a:pt x="823" y="1470"/>
                </a:lnTo>
                <a:lnTo>
                  <a:pt x="822" y="1470"/>
                </a:lnTo>
                <a:lnTo>
                  <a:pt x="822" y="1469"/>
                </a:lnTo>
                <a:lnTo>
                  <a:pt x="821" y="1469"/>
                </a:lnTo>
                <a:lnTo>
                  <a:pt x="820" y="1469"/>
                </a:lnTo>
                <a:lnTo>
                  <a:pt x="819" y="1469"/>
                </a:lnTo>
                <a:lnTo>
                  <a:pt x="819" y="1468"/>
                </a:lnTo>
                <a:lnTo>
                  <a:pt x="820" y="1467"/>
                </a:lnTo>
                <a:lnTo>
                  <a:pt x="820" y="1466"/>
                </a:lnTo>
                <a:lnTo>
                  <a:pt x="819" y="1466"/>
                </a:lnTo>
                <a:lnTo>
                  <a:pt x="819" y="1465"/>
                </a:lnTo>
                <a:lnTo>
                  <a:pt x="819" y="1464"/>
                </a:lnTo>
                <a:lnTo>
                  <a:pt x="820" y="1464"/>
                </a:lnTo>
                <a:lnTo>
                  <a:pt x="820" y="1463"/>
                </a:lnTo>
                <a:lnTo>
                  <a:pt x="820" y="1462"/>
                </a:lnTo>
                <a:lnTo>
                  <a:pt x="820" y="1461"/>
                </a:lnTo>
                <a:lnTo>
                  <a:pt x="821" y="1461"/>
                </a:lnTo>
                <a:lnTo>
                  <a:pt x="821" y="1460"/>
                </a:lnTo>
                <a:lnTo>
                  <a:pt x="821" y="1459"/>
                </a:lnTo>
                <a:lnTo>
                  <a:pt x="822" y="1459"/>
                </a:lnTo>
                <a:lnTo>
                  <a:pt x="822" y="1458"/>
                </a:lnTo>
                <a:lnTo>
                  <a:pt x="822" y="1457"/>
                </a:lnTo>
                <a:lnTo>
                  <a:pt x="823" y="1457"/>
                </a:lnTo>
                <a:lnTo>
                  <a:pt x="823" y="1456"/>
                </a:lnTo>
                <a:lnTo>
                  <a:pt x="823" y="1455"/>
                </a:lnTo>
                <a:lnTo>
                  <a:pt x="824" y="1455"/>
                </a:lnTo>
                <a:lnTo>
                  <a:pt x="824" y="1454"/>
                </a:lnTo>
                <a:lnTo>
                  <a:pt x="825" y="1454"/>
                </a:lnTo>
                <a:lnTo>
                  <a:pt x="825" y="1453"/>
                </a:lnTo>
                <a:lnTo>
                  <a:pt x="825" y="1452"/>
                </a:lnTo>
                <a:lnTo>
                  <a:pt x="825" y="1451"/>
                </a:lnTo>
                <a:lnTo>
                  <a:pt x="825" y="1450"/>
                </a:lnTo>
                <a:lnTo>
                  <a:pt x="826" y="1449"/>
                </a:lnTo>
                <a:lnTo>
                  <a:pt x="826" y="1448"/>
                </a:lnTo>
                <a:lnTo>
                  <a:pt x="826" y="1447"/>
                </a:lnTo>
                <a:lnTo>
                  <a:pt x="827" y="1447"/>
                </a:lnTo>
                <a:lnTo>
                  <a:pt x="827" y="1446"/>
                </a:lnTo>
                <a:lnTo>
                  <a:pt x="828" y="1446"/>
                </a:lnTo>
                <a:lnTo>
                  <a:pt x="828" y="1445"/>
                </a:lnTo>
                <a:lnTo>
                  <a:pt x="829" y="1445"/>
                </a:lnTo>
                <a:lnTo>
                  <a:pt x="829" y="1444"/>
                </a:lnTo>
                <a:lnTo>
                  <a:pt x="829" y="1443"/>
                </a:lnTo>
                <a:lnTo>
                  <a:pt x="829" y="1442"/>
                </a:lnTo>
                <a:lnTo>
                  <a:pt x="828" y="1442"/>
                </a:lnTo>
                <a:lnTo>
                  <a:pt x="829" y="1442"/>
                </a:lnTo>
                <a:lnTo>
                  <a:pt x="829" y="1441"/>
                </a:lnTo>
                <a:lnTo>
                  <a:pt x="829" y="1440"/>
                </a:lnTo>
                <a:lnTo>
                  <a:pt x="829" y="1439"/>
                </a:lnTo>
                <a:lnTo>
                  <a:pt x="828" y="1439"/>
                </a:lnTo>
                <a:lnTo>
                  <a:pt x="827" y="1439"/>
                </a:lnTo>
                <a:lnTo>
                  <a:pt x="827" y="1438"/>
                </a:lnTo>
                <a:lnTo>
                  <a:pt x="827" y="1437"/>
                </a:lnTo>
                <a:lnTo>
                  <a:pt x="826" y="1437"/>
                </a:lnTo>
                <a:lnTo>
                  <a:pt x="826" y="1436"/>
                </a:lnTo>
                <a:lnTo>
                  <a:pt x="825" y="1436"/>
                </a:lnTo>
                <a:lnTo>
                  <a:pt x="824" y="1436"/>
                </a:lnTo>
                <a:lnTo>
                  <a:pt x="823" y="1436"/>
                </a:lnTo>
                <a:lnTo>
                  <a:pt x="822" y="1436"/>
                </a:lnTo>
                <a:lnTo>
                  <a:pt x="821" y="1436"/>
                </a:lnTo>
                <a:lnTo>
                  <a:pt x="820" y="1437"/>
                </a:lnTo>
                <a:lnTo>
                  <a:pt x="820" y="1436"/>
                </a:lnTo>
                <a:lnTo>
                  <a:pt x="819" y="1436"/>
                </a:lnTo>
                <a:lnTo>
                  <a:pt x="820" y="1436"/>
                </a:lnTo>
                <a:lnTo>
                  <a:pt x="820" y="1435"/>
                </a:lnTo>
                <a:lnTo>
                  <a:pt x="820" y="1434"/>
                </a:lnTo>
                <a:lnTo>
                  <a:pt x="820" y="1433"/>
                </a:lnTo>
                <a:lnTo>
                  <a:pt x="820" y="1432"/>
                </a:lnTo>
                <a:lnTo>
                  <a:pt x="820" y="1431"/>
                </a:lnTo>
                <a:lnTo>
                  <a:pt x="820" y="1430"/>
                </a:lnTo>
                <a:lnTo>
                  <a:pt x="820" y="1429"/>
                </a:lnTo>
                <a:lnTo>
                  <a:pt x="821" y="1429"/>
                </a:lnTo>
                <a:lnTo>
                  <a:pt x="821" y="1428"/>
                </a:lnTo>
                <a:lnTo>
                  <a:pt x="822" y="1428"/>
                </a:lnTo>
                <a:lnTo>
                  <a:pt x="822" y="1427"/>
                </a:lnTo>
                <a:lnTo>
                  <a:pt x="823" y="1427"/>
                </a:lnTo>
                <a:lnTo>
                  <a:pt x="822" y="1427"/>
                </a:lnTo>
                <a:lnTo>
                  <a:pt x="822" y="1426"/>
                </a:lnTo>
                <a:lnTo>
                  <a:pt x="823" y="1426"/>
                </a:lnTo>
                <a:lnTo>
                  <a:pt x="824" y="1425"/>
                </a:lnTo>
                <a:lnTo>
                  <a:pt x="824" y="1423"/>
                </a:lnTo>
                <a:lnTo>
                  <a:pt x="824" y="1422"/>
                </a:lnTo>
                <a:lnTo>
                  <a:pt x="824" y="1421"/>
                </a:lnTo>
                <a:lnTo>
                  <a:pt x="825" y="1421"/>
                </a:lnTo>
                <a:lnTo>
                  <a:pt x="824" y="1421"/>
                </a:lnTo>
                <a:lnTo>
                  <a:pt x="823" y="1421"/>
                </a:lnTo>
                <a:lnTo>
                  <a:pt x="823" y="1420"/>
                </a:lnTo>
                <a:lnTo>
                  <a:pt x="822" y="1420"/>
                </a:lnTo>
                <a:lnTo>
                  <a:pt x="821" y="1420"/>
                </a:lnTo>
                <a:lnTo>
                  <a:pt x="821" y="1419"/>
                </a:lnTo>
                <a:lnTo>
                  <a:pt x="820" y="1419"/>
                </a:lnTo>
                <a:lnTo>
                  <a:pt x="820" y="1418"/>
                </a:lnTo>
                <a:lnTo>
                  <a:pt x="820" y="1417"/>
                </a:lnTo>
                <a:lnTo>
                  <a:pt x="821" y="1416"/>
                </a:lnTo>
                <a:lnTo>
                  <a:pt x="821" y="1415"/>
                </a:lnTo>
                <a:lnTo>
                  <a:pt x="821" y="1414"/>
                </a:lnTo>
                <a:lnTo>
                  <a:pt x="820" y="1413"/>
                </a:lnTo>
                <a:lnTo>
                  <a:pt x="820" y="1412"/>
                </a:lnTo>
                <a:lnTo>
                  <a:pt x="820" y="1411"/>
                </a:lnTo>
                <a:lnTo>
                  <a:pt x="821" y="1411"/>
                </a:lnTo>
                <a:lnTo>
                  <a:pt x="821" y="1410"/>
                </a:lnTo>
                <a:lnTo>
                  <a:pt x="821" y="1409"/>
                </a:lnTo>
                <a:lnTo>
                  <a:pt x="821" y="1408"/>
                </a:lnTo>
                <a:lnTo>
                  <a:pt x="821" y="1407"/>
                </a:lnTo>
                <a:lnTo>
                  <a:pt x="821" y="1406"/>
                </a:lnTo>
                <a:lnTo>
                  <a:pt x="821" y="1405"/>
                </a:lnTo>
                <a:lnTo>
                  <a:pt x="822" y="1405"/>
                </a:lnTo>
                <a:lnTo>
                  <a:pt x="823" y="1405"/>
                </a:lnTo>
                <a:lnTo>
                  <a:pt x="823" y="1404"/>
                </a:lnTo>
                <a:lnTo>
                  <a:pt x="824" y="1404"/>
                </a:lnTo>
                <a:lnTo>
                  <a:pt x="825" y="1404"/>
                </a:lnTo>
                <a:lnTo>
                  <a:pt x="826" y="1404"/>
                </a:lnTo>
                <a:lnTo>
                  <a:pt x="827" y="1404"/>
                </a:lnTo>
                <a:lnTo>
                  <a:pt x="827" y="1403"/>
                </a:lnTo>
                <a:lnTo>
                  <a:pt x="828" y="1403"/>
                </a:lnTo>
                <a:lnTo>
                  <a:pt x="828" y="1402"/>
                </a:lnTo>
                <a:lnTo>
                  <a:pt x="828" y="1401"/>
                </a:lnTo>
                <a:lnTo>
                  <a:pt x="828" y="1400"/>
                </a:lnTo>
                <a:lnTo>
                  <a:pt x="829" y="1400"/>
                </a:lnTo>
                <a:lnTo>
                  <a:pt x="829" y="1399"/>
                </a:lnTo>
                <a:lnTo>
                  <a:pt x="830" y="1399"/>
                </a:lnTo>
                <a:lnTo>
                  <a:pt x="830" y="1398"/>
                </a:lnTo>
                <a:lnTo>
                  <a:pt x="829" y="1397"/>
                </a:lnTo>
                <a:lnTo>
                  <a:pt x="828" y="1397"/>
                </a:lnTo>
                <a:lnTo>
                  <a:pt x="827" y="1397"/>
                </a:lnTo>
                <a:lnTo>
                  <a:pt x="826" y="1397"/>
                </a:lnTo>
                <a:lnTo>
                  <a:pt x="825" y="1397"/>
                </a:lnTo>
                <a:lnTo>
                  <a:pt x="824" y="1397"/>
                </a:lnTo>
                <a:lnTo>
                  <a:pt x="824" y="1396"/>
                </a:lnTo>
                <a:lnTo>
                  <a:pt x="823" y="1396"/>
                </a:lnTo>
                <a:lnTo>
                  <a:pt x="822" y="1396"/>
                </a:lnTo>
                <a:lnTo>
                  <a:pt x="821" y="1396"/>
                </a:lnTo>
                <a:lnTo>
                  <a:pt x="820" y="1396"/>
                </a:lnTo>
                <a:lnTo>
                  <a:pt x="819" y="1396"/>
                </a:lnTo>
                <a:lnTo>
                  <a:pt x="818" y="1395"/>
                </a:lnTo>
                <a:lnTo>
                  <a:pt x="817" y="1395"/>
                </a:lnTo>
                <a:lnTo>
                  <a:pt x="817" y="1394"/>
                </a:lnTo>
                <a:lnTo>
                  <a:pt x="816" y="1394"/>
                </a:lnTo>
                <a:lnTo>
                  <a:pt x="815" y="1394"/>
                </a:lnTo>
                <a:lnTo>
                  <a:pt x="815" y="1393"/>
                </a:lnTo>
                <a:lnTo>
                  <a:pt x="815" y="1392"/>
                </a:lnTo>
                <a:lnTo>
                  <a:pt x="815" y="1391"/>
                </a:lnTo>
                <a:lnTo>
                  <a:pt x="816" y="1391"/>
                </a:lnTo>
                <a:lnTo>
                  <a:pt x="815" y="1391"/>
                </a:lnTo>
                <a:lnTo>
                  <a:pt x="815" y="1390"/>
                </a:lnTo>
                <a:lnTo>
                  <a:pt x="816" y="1390"/>
                </a:lnTo>
                <a:lnTo>
                  <a:pt x="817" y="1390"/>
                </a:lnTo>
                <a:lnTo>
                  <a:pt x="817" y="1389"/>
                </a:lnTo>
                <a:lnTo>
                  <a:pt x="817" y="1388"/>
                </a:lnTo>
                <a:lnTo>
                  <a:pt x="817" y="1387"/>
                </a:lnTo>
                <a:lnTo>
                  <a:pt x="816" y="1387"/>
                </a:lnTo>
                <a:lnTo>
                  <a:pt x="816" y="1386"/>
                </a:lnTo>
                <a:lnTo>
                  <a:pt x="816" y="1385"/>
                </a:lnTo>
                <a:lnTo>
                  <a:pt x="815" y="1385"/>
                </a:lnTo>
                <a:lnTo>
                  <a:pt x="815" y="1384"/>
                </a:lnTo>
                <a:lnTo>
                  <a:pt x="814" y="1384"/>
                </a:lnTo>
                <a:lnTo>
                  <a:pt x="814" y="1383"/>
                </a:lnTo>
                <a:lnTo>
                  <a:pt x="813" y="1383"/>
                </a:lnTo>
                <a:lnTo>
                  <a:pt x="812" y="1383"/>
                </a:lnTo>
                <a:lnTo>
                  <a:pt x="811" y="1383"/>
                </a:lnTo>
                <a:lnTo>
                  <a:pt x="811" y="1384"/>
                </a:lnTo>
                <a:lnTo>
                  <a:pt x="810" y="1384"/>
                </a:lnTo>
                <a:lnTo>
                  <a:pt x="809" y="1384"/>
                </a:lnTo>
                <a:lnTo>
                  <a:pt x="808" y="1384"/>
                </a:lnTo>
                <a:lnTo>
                  <a:pt x="808" y="1383"/>
                </a:lnTo>
                <a:lnTo>
                  <a:pt x="807" y="1383"/>
                </a:lnTo>
                <a:lnTo>
                  <a:pt x="807" y="1382"/>
                </a:lnTo>
                <a:lnTo>
                  <a:pt x="807" y="1381"/>
                </a:lnTo>
                <a:lnTo>
                  <a:pt x="806" y="1381"/>
                </a:lnTo>
                <a:lnTo>
                  <a:pt x="807" y="1381"/>
                </a:lnTo>
                <a:lnTo>
                  <a:pt x="806" y="1381"/>
                </a:lnTo>
                <a:lnTo>
                  <a:pt x="806" y="1380"/>
                </a:lnTo>
                <a:lnTo>
                  <a:pt x="805" y="1380"/>
                </a:lnTo>
                <a:lnTo>
                  <a:pt x="804" y="1380"/>
                </a:lnTo>
                <a:lnTo>
                  <a:pt x="803" y="1380"/>
                </a:lnTo>
                <a:lnTo>
                  <a:pt x="803" y="1381"/>
                </a:lnTo>
                <a:lnTo>
                  <a:pt x="802" y="1381"/>
                </a:lnTo>
                <a:lnTo>
                  <a:pt x="802" y="1382"/>
                </a:lnTo>
                <a:lnTo>
                  <a:pt x="801" y="1382"/>
                </a:lnTo>
                <a:lnTo>
                  <a:pt x="801" y="1381"/>
                </a:lnTo>
                <a:lnTo>
                  <a:pt x="800" y="1381"/>
                </a:lnTo>
                <a:lnTo>
                  <a:pt x="799" y="1380"/>
                </a:lnTo>
                <a:lnTo>
                  <a:pt x="798" y="1380"/>
                </a:lnTo>
                <a:lnTo>
                  <a:pt x="798" y="1379"/>
                </a:lnTo>
                <a:lnTo>
                  <a:pt x="797" y="1379"/>
                </a:lnTo>
                <a:lnTo>
                  <a:pt x="796" y="1379"/>
                </a:lnTo>
                <a:lnTo>
                  <a:pt x="796" y="1378"/>
                </a:lnTo>
                <a:lnTo>
                  <a:pt x="795" y="1378"/>
                </a:lnTo>
                <a:lnTo>
                  <a:pt x="796" y="1378"/>
                </a:lnTo>
                <a:lnTo>
                  <a:pt x="796" y="1377"/>
                </a:lnTo>
                <a:lnTo>
                  <a:pt x="797" y="1377"/>
                </a:lnTo>
                <a:lnTo>
                  <a:pt x="798" y="1377"/>
                </a:lnTo>
                <a:lnTo>
                  <a:pt x="798" y="1376"/>
                </a:lnTo>
                <a:lnTo>
                  <a:pt x="798" y="1375"/>
                </a:lnTo>
                <a:lnTo>
                  <a:pt x="797" y="1375"/>
                </a:lnTo>
                <a:lnTo>
                  <a:pt x="797" y="1374"/>
                </a:lnTo>
                <a:lnTo>
                  <a:pt x="796" y="1374"/>
                </a:lnTo>
                <a:lnTo>
                  <a:pt x="796" y="1373"/>
                </a:lnTo>
                <a:lnTo>
                  <a:pt x="795" y="1372"/>
                </a:lnTo>
                <a:lnTo>
                  <a:pt x="793" y="1371"/>
                </a:lnTo>
                <a:lnTo>
                  <a:pt x="792" y="1371"/>
                </a:lnTo>
                <a:lnTo>
                  <a:pt x="791" y="1371"/>
                </a:lnTo>
                <a:lnTo>
                  <a:pt x="790" y="1373"/>
                </a:lnTo>
                <a:lnTo>
                  <a:pt x="789" y="1373"/>
                </a:lnTo>
                <a:lnTo>
                  <a:pt x="788" y="1373"/>
                </a:lnTo>
                <a:lnTo>
                  <a:pt x="787" y="1372"/>
                </a:lnTo>
                <a:lnTo>
                  <a:pt x="786" y="1372"/>
                </a:lnTo>
                <a:lnTo>
                  <a:pt x="785" y="1371"/>
                </a:lnTo>
                <a:lnTo>
                  <a:pt x="784" y="1371"/>
                </a:lnTo>
                <a:lnTo>
                  <a:pt x="784" y="1370"/>
                </a:lnTo>
                <a:lnTo>
                  <a:pt x="783" y="1370"/>
                </a:lnTo>
                <a:lnTo>
                  <a:pt x="782" y="1370"/>
                </a:lnTo>
                <a:lnTo>
                  <a:pt x="781" y="1370"/>
                </a:lnTo>
                <a:lnTo>
                  <a:pt x="781" y="1371"/>
                </a:lnTo>
                <a:lnTo>
                  <a:pt x="780" y="1371"/>
                </a:lnTo>
                <a:lnTo>
                  <a:pt x="780" y="1370"/>
                </a:lnTo>
                <a:lnTo>
                  <a:pt x="779" y="1370"/>
                </a:lnTo>
                <a:lnTo>
                  <a:pt x="778" y="1370"/>
                </a:lnTo>
                <a:lnTo>
                  <a:pt x="777" y="1371"/>
                </a:lnTo>
                <a:lnTo>
                  <a:pt x="776" y="1371"/>
                </a:lnTo>
                <a:lnTo>
                  <a:pt x="775" y="1371"/>
                </a:lnTo>
                <a:lnTo>
                  <a:pt x="774" y="1371"/>
                </a:lnTo>
                <a:lnTo>
                  <a:pt x="773" y="1371"/>
                </a:lnTo>
                <a:lnTo>
                  <a:pt x="773" y="1372"/>
                </a:lnTo>
                <a:lnTo>
                  <a:pt x="772" y="1372"/>
                </a:lnTo>
                <a:lnTo>
                  <a:pt x="772" y="1373"/>
                </a:lnTo>
                <a:lnTo>
                  <a:pt x="771" y="1373"/>
                </a:lnTo>
                <a:lnTo>
                  <a:pt x="770" y="1373"/>
                </a:lnTo>
                <a:lnTo>
                  <a:pt x="769" y="1373"/>
                </a:lnTo>
                <a:lnTo>
                  <a:pt x="769" y="1372"/>
                </a:lnTo>
                <a:lnTo>
                  <a:pt x="768" y="1372"/>
                </a:lnTo>
                <a:lnTo>
                  <a:pt x="767" y="1372"/>
                </a:lnTo>
                <a:lnTo>
                  <a:pt x="767" y="1371"/>
                </a:lnTo>
                <a:lnTo>
                  <a:pt x="766" y="1371"/>
                </a:lnTo>
                <a:lnTo>
                  <a:pt x="765" y="1371"/>
                </a:lnTo>
                <a:lnTo>
                  <a:pt x="765" y="1372"/>
                </a:lnTo>
                <a:lnTo>
                  <a:pt x="764" y="1372"/>
                </a:lnTo>
                <a:lnTo>
                  <a:pt x="764" y="1373"/>
                </a:lnTo>
                <a:lnTo>
                  <a:pt x="764" y="1374"/>
                </a:lnTo>
                <a:lnTo>
                  <a:pt x="763" y="1374"/>
                </a:lnTo>
                <a:lnTo>
                  <a:pt x="763" y="1375"/>
                </a:lnTo>
                <a:lnTo>
                  <a:pt x="762" y="1375"/>
                </a:lnTo>
                <a:lnTo>
                  <a:pt x="762" y="1374"/>
                </a:lnTo>
                <a:lnTo>
                  <a:pt x="762" y="1375"/>
                </a:lnTo>
                <a:lnTo>
                  <a:pt x="761" y="1375"/>
                </a:lnTo>
                <a:lnTo>
                  <a:pt x="761" y="1376"/>
                </a:lnTo>
                <a:lnTo>
                  <a:pt x="761" y="1377"/>
                </a:lnTo>
                <a:lnTo>
                  <a:pt x="761" y="1378"/>
                </a:lnTo>
                <a:lnTo>
                  <a:pt x="761" y="1379"/>
                </a:lnTo>
                <a:lnTo>
                  <a:pt x="761" y="1380"/>
                </a:lnTo>
                <a:lnTo>
                  <a:pt x="760" y="1380"/>
                </a:lnTo>
                <a:lnTo>
                  <a:pt x="760" y="1381"/>
                </a:lnTo>
                <a:lnTo>
                  <a:pt x="759" y="1381"/>
                </a:lnTo>
                <a:lnTo>
                  <a:pt x="758" y="1381"/>
                </a:lnTo>
                <a:lnTo>
                  <a:pt x="757" y="1381"/>
                </a:lnTo>
                <a:lnTo>
                  <a:pt x="756" y="1381"/>
                </a:lnTo>
                <a:lnTo>
                  <a:pt x="756" y="1380"/>
                </a:lnTo>
                <a:lnTo>
                  <a:pt x="756" y="1381"/>
                </a:lnTo>
                <a:lnTo>
                  <a:pt x="755" y="1381"/>
                </a:lnTo>
                <a:lnTo>
                  <a:pt x="755" y="1382"/>
                </a:lnTo>
                <a:lnTo>
                  <a:pt x="754" y="1382"/>
                </a:lnTo>
                <a:lnTo>
                  <a:pt x="754" y="1381"/>
                </a:lnTo>
                <a:lnTo>
                  <a:pt x="753" y="1381"/>
                </a:lnTo>
                <a:lnTo>
                  <a:pt x="752" y="1381"/>
                </a:lnTo>
                <a:lnTo>
                  <a:pt x="752" y="1380"/>
                </a:lnTo>
                <a:lnTo>
                  <a:pt x="751" y="1380"/>
                </a:lnTo>
                <a:lnTo>
                  <a:pt x="750" y="1380"/>
                </a:lnTo>
                <a:lnTo>
                  <a:pt x="749" y="1380"/>
                </a:lnTo>
                <a:lnTo>
                  <a:pt x="749" y="1379"/>
                </a:lnTo>
                <a:lnTo>
                  <a:pt x="748" y="1379"/>
                </a:lnTo>
                <a:lnTo>
                  <a:pt x="748" y="1380"/>
                </a:lnTo>
                <a:lnTo>
                  <a:pt x="747" y="1380"/>
                </a:lnTo>
                <a:lnTo>
                  <a:pt x="747" y="1379"/>
                </a:lnTo>
                <a:lnTo>
                  <a:pt x="746" y="1379"/>
                </a:lnTo>
                <a:lnTo>
                  <a:pt x="745" y="1379"/>
                </a:lnTo>
                <a:lnTo>
                  <a:pt x="745" y="1380"/>
                </a:lnTo>
                <a:lnTo>
                  <a:pt x="744" y="1380"/>
                </a:lnTo>
                <a:lnTo>
                  <a:pt x="743" y="1380"/>
                </a:lnTo>
                <a:lnTo>
                  <a:pt x="743" y="1381"/>
                </a:lnTo>
                <a:lnTo>
                  <a:pt x="742" y="1381"/>
                </a:lnTo>
                <a:lnTo>
                  <a:pt x="742" y="1382"/>
                </a:lnTo>
                <a:lnTo>
                  <a:pt x="741" y="1382"/>
                </a:lnTo>
                <a:lnTo>
                  <a:pt x="741" y="1383"/>
                </a:lnTo>
                <a:lnTo>
                  <a:pt x="740" y="1383"/>
                </a:lnTo>
                <a:lnTo>
                  <a:pt x="740" y="1384"/>
                </a:lnTo>
                <a:lnTo>
                  <a:pt x="739" y="1384"/>
                </a:lnTo>
                <a:lnTo>
                  <a:pt x="738" y="1385"/>
                </a:lnTo>
                <a:lnTo>
                  <a:pt x="737" y="1385"/>
                </a:lnTo>
                <a:lnTo>
                  <a:pt x="736" y="1385"/>
                </a:lnTo>
                <a:lnTo>
                  <a:pt x="735" y="1385"/>
                </a:lnTo>
                <a:lnTo>
                  <a:pt x="734" y="1385"/>
                </a:lnTo>
                <a:lnTo>
                  <a:pt x="734" y="1386"/>
                </a:lnTo>
                <a:lnTo>
                  <a:pt x="734" y="1387"/>
                </a:lnTo>
                <a:lnTo>
                  <a:pt x="734" y="1388"/>
                </a:lnTo>
                <a:lnTo>
                  <a:pt x="734" y="1389"/>
                </a:lnTo>
                <a:lnTo>
                  <a:pt x="734" y="1390"/>
                </a:lnTo>
                <a:lnTo>
                  <a:pt x="733" y="1390"/>
                </a:lnTo>
                <a:lnTo>
                  <a:pt x="732" y="1391"/>
                </a:lnTo>
                <a:lnTo>
                  <a:pt x="731" y="1392"/>
                </a:lnTo>
                <a:lnTo>
                  <a:pt x="731" y="1391"/>
                </a:lnTo>
                <a:lnTo>
                  <a:pt x="730" y="1391"/>
                </a:lnTo>
                <a:lnTo>
                  <a:pt x="730" y="1392"/>
                </a:lnTo>
                <a:lnTo>
                  <a:pt x="730" y="1393"/>
                </a:lnTo>
                <a:lnTo>
                  <a:pt x="729" y="1393"/>
                </a:lnTo>
                <a:lnTo>
                  <a:pt x="728" y="1393"/>
                </a:lnTo>
                <a:lnTo>
                  <a:pt x="727" y="1393"/>
                </a:lnTo>
                <a:lnTo>
                  <a:pt x="727" y="1392"/>
                </a:lnTo>
                <a:lnTo>
                  <a:pt x="727" y="1391"/>
                </a:lnTo>
                <a:lnTo>
                  <a:pt x="726" y="1391"/>
                </a:lnTo>
                <a:lnTo>
                  <a:pt x="726" y="1390"/>
                </a:lnTo>
                <a:lnTo>
                  <a:pt x="725" y="1390"/>
                </a:lnTo>
                <a:lnTo>
                  <a:pt x="725" y="1389"/>
                </a:lnTo>
                <a:lnTo>
                  <a:pt x="725" y="1388"/>
                </a:lnTo>
                <a:lnTo>
                  <a:pt x="724" y="1388"/>
                </a:lnTo>
                <a:lnTo>
                  <a:pt x="724" y="1387"/>
                </a:lnTo>
                <a:lnTo>
                  <a:pt x="724" y="1388"/>
                </a:lnTo>
                <a:lnTo>
                  <a:pt x="723" y="1388"/>
                </a:lnTo>
                <a:lnTo>
                  <a:pt x="721" y="1388"/>
                </a:lnTo>
                <a:lnTo>
                  <a:pt x="720" y="1388"/>
                </a:lnTo>
                <a:lnTo>
                  <a:pt x="720" y="1387"/>
                </a:lnTo>
                <a:lnTo>
                  <a:pt x="719" y="1387"/>
                </a:lnTo>
                <a:lnTo>
                  <a:pt x="719" y="1386"/>
                </a:lnTo>
                <a:lnTo>
                  <a:pt x="719" y="1385"/>
                </a:lnTo>
                <a:lnTo>
                  <a:pt x="718" y="1384"/>
                </a:lnTo>
                <a:lnTo>
                  <a:pt x="718" y="1383"/>
                </a:lnTo>
                <a:lnTo>
                  <a:pt x="719" y="1383"/>
                </a:lnTo>
                <a:lnTo>
                  <a:pt x="719" y="1382"/>
                </a:lnTo>
                <a:lnTo>
                  <a:pt x="719" y="1381"/>
                </a:lnTo>
                <a:lnTo>
                  <a:pt x="718" y="1381"/>
                </a:lnTo>
                <a:lnTo>
                  <a:pt x="716" y="1381"/>
                </a:lnTo>
                <a:lnTo>
                  <a:pt x="716" y="1382"/>
                </a:lnTo>
                <a:lnTo>
                  <a:pt x="715" y="1382"/>
                </a:lnTo>
                <a:lnTo>
                  <a:pt x="715" y="1381"/>
                </a:lnTo>
                <a:lnTo>
                  <a:pt x="714" y="1381"/>
                </a:lnTo>
                <a:lnTo>
                  <a:pt x="713" y="1380"/>
                </a:lnTo>
                <a:lnTo>
                  <a:pt x="713" y="1379"/>
                </a:lnTo>
                <a:lnTo>
                  <a:pt x="712" y="1379"/>
                </a:lnTo>
                <a:lnTo>
                  <a:pt x="712" y="1378"/>
                </a:lnTo>
                <a:lnTo>
                  <a:pt x="713" y="1378"/>
                </a:lnTo>
                <a:lnTo>
                  <a:pt x="712" y="1378"/>
                </a:lnTo>
                <a:lnTo>
                  <a:pt x="712" y="1377"/>
                </a:lnTo>
                <a:lnTo>
                  <a:pt x="711" y="1377"/>
                </a:lnTo>
                <a:lnTo>
                  <a:pt x="711" y="1376"/>
                </a:lnTo>
                <a:lnTo>
                  <a:pt x="711" y="1375"/>
                </a:lnTo>
                <a:lnTo>
                  <a:pt x="711" y="1374"/>
                </a:lnTo>
                <a:lnTo>
                  <a:pt x="712" y="1374"/>
                </a:lnTo>
                <a:lnTo>
                  <a:pt x="712" y="1373"/>
                </a:lnTo>
                <a:lnTo>
                  <a:pt x="712" y="1372"/>
                </a:lnTo>
                <a:lnTo>
                  <a:pt x="711" y="1372"/>
                </a:lnTo>
                <a:lnTo>
                  <a:pt x="712" y="1372"/>
                </a:lnTo>
                <a:lnTo>
                  <a:pt x="712" y="1371"/>
                </a:lnTo>
                <a:lnTo>
                  <a:pt x="712" y="1370"/>
                </a:lnTo>
                <a:lnTo>
                  <a:pt x="711" y="1370"/>
                </a:lnTo>
                <a:lnTo>
                  <a:pt x="711" y="1369"/>
                </a:lnTo>
                <a:lnTo>
                  <a:pt x="712" y="1369"/>
                </a:lnTo>
                <a:lnTo>
                  <a:pt x="711" y="1369"/>
                </a:lnTo>
                <a:lnTo>
                  <a:pt x="711" y="1368"/>
                </a:lnTo>
                <a:lnTo>
                  <a:pt x="711" y="1369"/>
                </a:lnTo>
                <a:lnTo>
                  <a:pt x="710" y="1369"/>
                </a:lnTo>
                <a:lnTo>
                  <a:pt x="710" y="1368"/>
                </a:lnTo>
                <a:lnTo>
                  <a:pt x="709" y="1367"/>
                </a:lnTo>
                <a:lnTo>
                  <a:pt x="708" y="1367"/>
                </a:lnTo>
                <a:lnTo>
                  <a:pt x="708" y="1366"/>
                </a:lnTo>
                <a:lnTo>
                  <a:pt x="709" y="1365"/>
                </a:lnTo>
                <a:lnTo>
                  <a:pt x="709" y="1364"/>
                </a:lnTo>
                <a:lnTo>
                  <a:pt x="708" y="1364"/>
                </a:lnTo>
                <a:lnTo>
                  <a:pt x="708" y="1363"/>
                </a:lnTo>
                <a:lnTo>
                  <a:pt x="707" y="1363"/>
                </a:lnTo>
                <a:lnTo>
                  <a:pt x="707" y="1362"/>
                </a:lnTo>
                <a:lnTo>
                  <a:pt x="707" y="1363"/>
                </a:lnTo>
                <a:lnTo>
                  <a:pt x="706" y="1363"/>
                </a:lnTo>
                <a:lnTo>
                  <a:pt x="705" y="1363"/>
                </a:lnTo>
                <a:lnTo>
                  <a:pt x="705" y="1364"/>
                </a:lnTo>
                <a:lnTo>
                  <a:pt x="704" y="1364"/>
                </a:lnTo>
                <a:lnTo>
                  <a:pt x="704" y="1363"/>
                </a:lnTo>
                <a:lnTo>
                  <a:pt x="704" y="1362"/>
                </a:lnTo>
                <a:lnTo>
                  <a:pt x="704" y="1361"/>
                </a:lnTo>
                <a:lnTo>
                  <a:pt x="703" y="1361"/>
                </a:lnTo>
                <a:lnTo>
                  <a:pt x="703" y="1360"/>
                </a:lnTo>
                <a:lnTo>
                  <a:pt x="703" y="1359"/>
                </a:lnTo>
                <a:lnTo>
                  <a:pt x="702" y="1359"/>
                </a:lnTo>
                <a:lnTo>
                  <a:pt x="702" y="1358"/>
                </a:lnTo>
                <a:lnTo>
                  <a:pt x="703" y="1358"/>
                </a:lnTo>
                <a:lnTo>
                  <a:pt x="702" y="1358"/>
                </a:lnTo>
                <a:lnTo>
                  <a:pt x="701" y="1358"/>
                </a:lnTo>
                <a:lnTo>
                  <a:pt x="701" y="1357"/>
                </a:lnTo>
                <a:lnTo>
                  <a:pt x="702" y="1357"/>
                </a:lnTo>
                <a:lnTo>
                  <a:pt x="702" y="1356"/>
                </a:lnTo>
                <a:lnTo>
                  <a:pt x="701" y="1356"/>
                </a:lnTo>
                <a:lnTo>
                  <a:pt x="701" y="1355"/>
                </a:lnTo>
                <a:lnTo>
                  <a:pt x="701" y="1354"/>
                </a:lnTo>
                <a:lnTo>
                  <a:pt x="702" y="1354"/>
                </a:lnTo>
                <a:lnTo>
                  <a:pt x="702" y="1353"/>
                </a:lnTo>
                <a:lnTo>
                  <a:pt x="702" y="1352"/>
                </a:lnTo>
                <a:lnTo>
                  <a:pt x="703" y="1352"/>
                </a:lnTo>
                <a:lnTo>
                  <a:pt x="703" y="1351"/>
                </a:lnTo>
                <a:lnTo>
                  <a:pt x="703" y="1350"/>
                </a:lnTo>
                <a:lnTo>
                  <a:pt x="703" y="1349"/>
                </a:lnTo>
                <a:lnTo>
                  <a:pt x="703" y="1348"/>
                </a:lnTo>
                <a:lnTo>
                  <a:pt x="703" y="1347"/>
                </a:lnTo>
                <a:lnTo>
                  <a:pt x="702" y="1347"/>
                </a:lnTo>
                <a:lnTo>
                  <a:pt x="701" y="1347"/>
                </a:lnTo>
                <a:lnTo>
                  <a:pt x="701" y="1346"/>
                </a:lnTo>
                <a:lnTo>
                  <a:pt x="700" y="1345"/>
                </a:lnTo>
                <a:lnTo>
                  <a:pt x="699" y="1345"/>
                </a:lnTo>
                <a:lnTo>
                  <a:pt x="699" y="1344"/>
                </a:lnTo>
                <a:lnTo>
                  <a:pt x="700" y="1344"/>
                </a:lnTo>
                <a:lnTo>
                  <a:pt x="700" y="1343"/>
                </a:lnTo>
                <a:lnTo>
                  <a:pt x="699" y="1343"/>
                </a:lnTo>
                <a:lnTo>
                  <a:pt x="699" y="1342"/>
                </a:lnTo>
                <a:lnTo>
                  <a:pt x="700" y="1342"/>
                </a:lnTo>
                <a:lnTo>
                  <a:pt x="700" y="1341"/>
                </a:lnTo>
                <a:lnTo>
                  <a:pt x="700" y="1340"/>
                </a:lnTo>
                <a:lnTo>
                  <a:pt x="699" y="1340"/>
                </a:lnTo>
                <a:lnTo>
                  <a:pt x="700" y="1340"/>
                </a:lnTo>
                <a:lnTo>
                  <a:pt x="701" y="1340"/>
                </a:lnTo>
                <a:lnTo>
                  <a:pt x="702" y="1340"/>
                </a:lnTo>
                <a:lnTo>
                  <a:pt x="702" y="1339"/>
                </a:lnTo>
                <a:lnTo>
                  <a:pt x="702" y="1337"/>
                </a:lnTo>
                <a:lnTo>
                  <a:pt x="702" y="1336"/>
                </a:lnTo>
                <a:lnTo>
                  <a:pt x="703" y="1336"/>
                </a:lnTo>
                <a:lnTo>
                  <a:pt x="702" y="1336"/>
                </a:lnTo>
                <a:lnTo>
                  <a:pt x="702" y="1335"/>
                </a:lnTo>
                <a:lnTo>
                  <a:pt x="702" y="1334"/>
                </a:lnTo>
                <a:lnTo>
                  <a:pt x="702" y="1332"/>
                </a:lnTo>
                <a:lnTo>
                  <a:pt x="701" y="1332"/>
                </a:lnTo>
                <a:lnTo>
                  <a:pt x="701" y="1331"/>
                </a:lnTo>
                <a:lnTo>
                  <a:pt x="700" y="1331"/>
                </a:lnTo>
                <a:lnTo>
                  <a:pt x="699" y="1331"/>
                </a:lnTo>
                <a:lnTo>
                  <a:pt x="698" y="1331"/>
                </a:lnTo>
                <a:lnTo>
                  <a:pt x="697" y="1331"/>
                </a:lnTo>
                <a:lnTo>
                  <a:pt x="697" y="1330"/>
                </a:lnTo>
                <a:lnTo>
                  <a:pt x="696" y="1330"/>
                </a:lnTo>
                <a:lnTo>
                  <a:pt x="696" y="1329"/>
                </a:lnTo>
                <a:lnTo>
                  <a:pt x="695" y="1329"/>
                </a:lnTo>
                <a:lnTo>
                  <a:pt x="695" y="1328"/>
                </a:lnTo>
                <a:lnTo>
                  <a:pt x="695" y="1327"/>
                </a:lnTo>
                <a:lnTo>
                  <a:pt x="694" y="1327"/>
                </a:lnTo>
                <a:lnTo>
                  <a:pt x="694" y="1326"/>
                </a:lnTo>
                <a:lnTo>
                  <a:pt x="694" y="1325"/>
                </a:lnTo>
                <a:lnTo>
                  <a:pt x="695" y="1325"/>
                </a:lnTo>
                <a:lnTo>
                  <a:pt x="695" y="1324"/>
                </a:lnTo>
                <a:lnTo>
                  <a:pt x="694" y="1324"/>
                </a:lnTo>
                <a:lnTo>
                  <a:pt x="693" y="1324"/>
                </a:lnTo>
                <a:lnTo>
                  <a:pt x="693" y="1323"/>
                </a:lnTo>
                <a:lnTo>
                  <a:pt x="693" y="1322"/>
                </a:lnTo>
                <a:lnTo>
                  <a:pt x="692" y="1322"/>
                </a:lnTo>
                <a:lnTo>
                  <a:pt x="692" y="1321"/>
                </a:lnTo>
                <a:lnTo>
                  <a:pt x="692" y="1320"/>
                </a:lnTo>
                <a:lnTo>
                  <a:pt x="691" y="1320"/>
                </a:lnTo>
                <a:lnTo>
                  <a:pt x="692" y="1320"/>
                </a:lnTo>
                <a:lnTo>
                  <a:pt x="692" y="1319"/>
                </a:lnTo>
                <a:lnTo>
                  <a:pt x="692" y="1318"/>
                </a:lnTo>
                <a:lnTo>
                  <a:pt x="693" y="1318"/>
                </a:lnTo>
                <a:lnTo>
                  <a:pt x="693" y="1317"/>
                </a:lnTo>
                <a:lnTo>
                  <a:pt x="693" y="1316"/>
                </a:lnTo>
                <a:lnTo>
                  <a:pt x="693" y="1315"/>
                </a:lnTo>
                <a:lnTo>
                  <a:pt x="693" y="1314"/>
                </a:lnTo>
                <a:lnTo>
                  <a:pt x="692" y="1314"/>
                </a:lnTo>
                <a:lnTo>
                  <a:pt x="692" y="1313"/>
                </a:lnTo>
                <a:lnTo>
                  <a:pt x="691" y="1313"/>
                </a:lnTo>
                <a:lnTo>
                  <a:pt x="691" y="1312"/>
                </a:lnTo>
                <a:lnTo>
                  <a:pt x="690" y="1312"/>
                </a:lnTo>
                <a:lnTo>
                  <a:pt x="689" y="1312"/>
                </a:lnTo>
                <a:lnTo>
                  <a:pt x="689" y="1311"/>
                </a:lnTo>
                <a:lnTo>
                  <a:pt x="688" y="1311"/>
                </a:lnTo>
                <a:lnTo>
                  <a:pt x="687" y="1311"/>
                </a:lnTo>
                <a:lnTo>
                  <a:pt x="687" y="1312"/>
                </a:lnTo>
                <a:lnTo>
                  <a:pt x="686" y="1312"/>
                </a:lnTo>
                <a:lnTo>
                  <a:pt x="685" y="1311"/>
                </a:lnTo>
                <a:lnTo>
                  <a:pt x="684" y="1311"/>
                </a:lnTo>
                <a:lnTo>
                  <a:pt x="683" y="1311"/>
                </a:lnTo>
                <a:lnTo>
                  <a:pt x="682" y="1311"/>
                </a:lnTo>
                <a:lnTo>
                  <a:pt x="682" y="1310"/>
                </a:lnTo>
                <a:lnTo>
                  <a:pt x="681" y="1310"/>
                </a:lnTo>
                <a:lnTo>
                  <a:pt x="681" y="1309"/>
                </a:lnTo>
                <a:lnTo>
                  <a:pt x="680" y="1309"/>
                </a:lnTo>
                <a:lnTo>
                  <a:pt x="681" y="1309"/>
                </a:lnTo>
                <a:lnTo>
                  <a:pt x="681" y="1308"/>
                </a:lnTo>
                <a:lnTo>
                  <a:pt x="680" y="1308"/>
                </a:lnTo>
                <a:lnTo>
                  <a:pt x="681" y="1308"/>
                </a:lnTo>
                <a:lnTo>
                  <a:pt x="681" y="1307"/>
                </a:lnTo>
                <a:lnTo>
                  <a:pt x="681" y="1306"/>
                </a:lnTo>
                <a:lnTo>
                  <a:pt x="681" y="1305"/>
                </a:lnTo>
                <a:lnTo>
                  <a:pt x="681" y="1304"/>
                </a:lnTo>
                <a:lnTo>
                  <a:pt x="681" y="1303"/>
                </a:lnTo>
                <a:lnTo>
                  <a:pt x="680" y="1303"/>
                </a:lnTo>
                <a:lnTo>
                  <a:pt x="680" y="1302"/>
                </a:lnTo>
                <a:lnTo>
                  <a:pt x="680" y="1301"/>
                </a:lnTo>
                <a:lnTo>
                  <a:pt x="680" y="1300"/>
                </a:lnTo>
                <a:lnTo>
                  <a:pt x="681" y="1300"/>
                </a:lnTo>
                <a:lnTo>
                  <a:pt x="681" y="1299"/>
                </a:lnTo>
                <a:lnTo>
                  <a:pt x="680" y="1299"/>
                </a:lnTo>
                <a:lnTo>
                  <a:pt x="681" y="1299"/>
                </a:lnTo>
                <a:lnTo>
                  <a:pt x="682" y="1299"/>
                </a:lnTo>
                <a:lnTo>
                  <a:pt x="683" y="1299"/>
                </a:lnTo>
                <a:lnTo>
                  <a:pt x="683" y="1300"/>
                </a:lnTo>
                <a:lnTo>
                  <a:pt x="684" y="1300"/>
                </a:lnTo>
                <a:lnTo>
                  <a:pt x="684" y="1299"/>
                </a:lnTo>
                <a:lnTo>
                  <a:pt x="685" y="1299"/>
                </a:lnTo>
                <a:lnTo>
                  <a:pt x="685" y="1300"/>
                </a:lnTo>
                <a:lnTo>
                  <a:pt x="685" y="1299"/>
                </a:lnTo>
                <a:lnTo>
                  <a:pt x="686" y="1299"/>
                </a:lnTo>
                <a:lnTo>
                  <a:pt x="686" y="1298"/>
                </a:lnTo>
                <a:lnTo>
                  <a:pt x="685" y="1298"/>
                </a:lnTo>
                <a:lnTo>
                  <a:pt x="685" y="1297"/>
                </a:lnTo>
                <a:lnTo>
                  <a:pt x="684" y="1297"/>
                </a:lnTo>
                <a:lnTo>
                  <a:pt x="683" y="1297"/>
                </a:lnTo>
                <a:lnTo>
                  <a:pt x="683" y="1296"/>
                </a:lnTo>
                <a:lnTo>
                  <a:pt x="682" y="1296"/>
                </a:lnTo>
                <a:lnTo>
                  <a:pt x="682" y="1295"/>
                </a:lnTo>
                <a:lnTo>
                  <a:pt x="681" y="1295"/>
                </a:lnTo>
                <a:lnTo>
                  <a:pt x="681" y="1294"/>
                </a:lnTo>
                <a:lnTo>
                  <a:pt x="680" y="1294"/>
                </a:lnTo>
                <a:lnTo>
                  <a:pt x="679" y="1294"/>
                </a:lnTo>
                <a:lnTo>
                  <a:pt x="678" y="1294"/>
                </a:lnTo>
                <a:lnTo>
                  <a:pt x="677" y="1293"/>
                </a:lnTo>
                <a:lnTo>
                  <a:pt x="677" y="1292"/>
                </a:lnTo>
                <a:lnTo>
                  <a:pt x="676" y="1292"/>
                </a:lnTo>
                <a:lnTo>
                  <a:pt x="676" y="1291"/>
                </a:lnTo>
                <a:lnTo>
                  <a:pt x="675" y="1291"/>
                </a:lnTo>
                <a:lnTo>
                  <a:pt x="675" y="1290"/>
                </a:lnTo>
                <a:lnTo>
                  <a:pt x="676" y="1290"/>
                </a:lnTo>
                <a:lnTo>
                  <a:pt x="676" y="1289"/>
                </a:lnTo>
                <a:lnTo>
                  <a:pt x="676" y="1288"/>
                </a:lnTo>
                <a:lnTo>
                  <a:pt x="676" y="1287"/>
                </a:lnTo>
                <a:lnTo>
                  <a:pt x="675" y="1287"/>
                </a:lnTo>
                <a:lnTo>
                  <a:pt x="674" y="1287"/>
                </a:lnTo>
                <a:lnTo>
                  <a:pt x="674" y="1286"/>
                </a:lnTo>
                <a:lnTo>
                  <a:pt x="673" y="1286"/>
                </a:lnTo>
                <a:lnTo>
                  <a:pt x="673" y="1287"/>
                </a:lnTo>
                <a:lnTo>
                  <a:pt x="673" y="1285"/>
                </a:lnTo>
                <a:lnTo>
                  <a:pt x="672" y="1285"/>
                </a:lnTo>
                <a:lnTo>
                  <a:pt x="672" y="1286"/>
                </a:lnTo>
                <a:lnTo>
                  <a:pt x="671" y="1286"/>
                </a:lnTo>
                <a:lnTo>
                  <a:pt x="671" y="1287"/>
                </a:lnTo>
                <a:lnTo>
                  <a:pt x="671" y="1288"/>
                </a:lnTo>
                <a:lnTo>
                  <a:pt x="670" y="1288"/>
                </a:lnTo>
                <a:lnTo>
                  <a:pt x="669" y="1288"/>
                </a:lnTo>
                <a:lnTo>
                  <a:pt x="669" y="1289"/>
                </a:lnTo>
                <a:lnTo>
                  <a:pt x="668" y="1289"/>
                </a:lnTo>
                <a:lnTo>
                  <a:pt x="668" y="1288"/>
                </a:lnTo>
                <a:lnTo>
                  <a:pt x="667" y="1288"/>
                </a:lnTo>
                <a:lnTo>
                  <a:pt x="667" y="1287"/>
                </a:lnTo>
                <a:lnTo>
                  <a:pt x="666" y="1288"/>
                </a:lnTo>
                <a:lnTo>
                  <a:pt x="666" y="1287"/>
                </a:lnTo>
                <a:lnTo>
                  <a:pt x="666" y="1286"/>
                </a:lnTo>
                <a:lnTo>
                  <a:pt x="666" y="1285"/>
                </a:lnTo>
                <a:lnTo>
                  <a:pt x="667" y="1285"/>
                </a:lnTo>
                <a:lnTo>
                  <a:pt x="667" y="1284"/>
                </a:lnTo>
                <a:lnTo>
                  <a:pt x="667" y="1283"/>
                </a:lnTo>
                <a:lnTo>
                  <a:pt x="668" y="1283"/>
                </a:lnTo>
                <a:lnTo>
                  <a:pt x="667" y="1283"/>
                </a:lnTo>
                <a:lnTo>
                  <a:pt x="667" y="1282"/>
                </a:lnTo>
                <a:lnTo>
                  <a:pt x="666" y="1282"/>
                </a:lnTo>
                <a:lnTo>
                  <a:pt x="666" y="1281"/>
                </a:lnTo>
                <a:lnTo>
                  <a:pt x="665" y="1281"/>
                </a:lnTo>
                <a:lnTo>
                  <a:pt x="664" y="1281"/>
                </a:lnTo>
                <a:lnTo>
                  <a:pt x="664" y="1280"/>
                </a:lnTo>
                <a:lnTo>
                  <a:pt x="664" y="1281"/>
                </a:lnTo>
                <a:lnTo>
                  <a:pt x="663" y="1281"/>
                </a:lnTo>
                <a:lnTo>
                  <a:pt x="662" y="1281"/>
                </a:lnTo>
                <a:lnTo>
                  <a:pt x="661" y="1281"/>
                </a:lnTo>
                <a:lnTo>
                  <a:pt x="661" y="1280"/>
                </a:lnTo>
                <a:lnTo>
                  <a:pt x="661" y="1279"/>
                </a:lnTo>
                <a:lnTo>
                  <a:pt x="660" y="1279"/>
                </a:lnTo>
                <a:lnTo>
                  <a:pt x="660" y="1280"/>
                </a:lnTo>
                <a:lnTo>
                  <a:pt x="660" y="1281"/>
                </a:lnTo>
                <a:lnTo>
                  <a:pt x="659" y="1281"/>
                </a:lnTo>
                <a:lnTo>
                  <a:pt x="658" y="1281"/>
                </a:lnTo>
                <a:lnTo>
                  <a:pt x="657" y="1280"/>
                </a:lnTo>
                <a:lnTo>
                  <a:pt x="657" y="1281"/>
                </a:lnTo>
                <a:lnTo>
                  <a:pt x="656" y="1281"/>
                </a:lnTo>
                <a:lnTo>
                  <a:pt x="654" y="1281"/>
                </a:lnTo>
                <a:lnTo>
                  <a:pt x="654" y="1282"/>
                </a:lnTo>
                <a:lnTo>
                  <a:pt x="655" y="1283"/>
                </a:lnTo>
                <a:lnTo>
                  <a:pt x="654" y="1283"/>
                </a:lnTo>
                <a:lnTo>
                  <a:pt x="653" y="1283"/>
                </a:lnTo>
                <a:lnTo>
                  <a:pt x="653" y="1282"/>
                </a:lnTo>
                <a:lnTo>
                  <a:pt x="652" y="1282"/>
                </a:lnTo>
                <a:lnTo>
                  <a:pt x="652" y="1281"/>
                </a:lnTo>
                <a:lnTo>
                  <a:pt x="651" y="1281"/>
                </a:lnTo>
                <a:lnTo>
                  <a:pt x="651" y="1280"/>
                </a:lnTo>
                <a:lnTo>
                  <a:pt x="651" y="1279"/>
                </a:lnTo>
                <a:lnTo>
                  <a:pt x="650" y="1279"/>
                </a:lnTo>
                <a:lnTo>
                  <a:pt x="651" y="1279"/>
                </a:lnTo>
                <a:lnTo>
                  <a:pt x="651" y="1278"/>
                </a:lnTo>
                <a:lnTo>
                  <a:pt x="651" y="1277"/>
                </a:lnTo>
                <a:lnTo>
                  <a:pt x="650" y="1277"/>
                </a:lnTo>
                <a:lnTo>
                  <a:pt x="649" y="1277"/>
                </a:lnTo>
                <a:lnTo>
                  <a:pt x="649" y="1276"/>
                </a:lnTo>
                <a:lnTo>
                  <a:pt x="648" y="1276"/>
                </a:lnTo>
                <a:lnTo>
                  <a:pt x="647" y="1276"/>
                </a:lnTo>
                <a:lnTo>
                  <a:pt x="647" y="1274"/>
                </a:lnTo>
                <a:lnTo>
                  <a:pt x="647" y="1273"/>
                </a:lnTo>
                <a:lnTo>
                  <a:pt x="647" y="1272"/>
                </a:lnTo>
                <a:lnTo>
                  <a:pt x="647" y="1271"/>
                </a:lnTo>
                <a:lnTo>
                  <a:pt x="647" y="1270"/>
                </a:lnTo>
                <a:lnTo>
                  <a:pt x="646" y="1270"/>
                </a:lnTo>
                <a:lnTo>
                  <a:pt x="646" y="1271"/>
                </a:lnTo>
                <a:lnTo>
                  <a:pt x="645" y="1271"/>
                </a:lnTo>
                <a:lnTo>
                  <a:pt x="644" y="1271"/>
                </a:lnTo>
                <a:lnTo>
                  <a:pt x="644" y="1270"/>
                </a:lnTo>
                <a:lnTo>
                  <a:pt x="645" y="1270"/>
                </a:lnTo>
                <a:lnTo>
                  <a:pt x="645" y="1269"/>
                </a:lnTo>
                <a:lnTo>
                  <a:pt x="644" y="1269"/>
                </a:lnTo>
                <a:lnTo>
                  <a:pt x="644" y="1268"/>
                </a:lnTo>
                <a:lnTo>
                  <a:pt x="644" y="1267"/>
                </a:lnTo>
                <a:lnTo>
                  <a:pt x="643" y="1267"/>
                </a:lnTo>
                <a:lnTo>
                  <a:pt x="643" y="1266"/>
                </a:lnTo>
                <a:lnTo>
                  <a:pt x="642" y="1266"/>
                </a:lnTo>
                <a:lnTo>
                  <a:pt x="642" y="1267"/>
                </a:lnTo>
                <a:lnTo>
                  <a:pt x="641" y="1267"/>
                </a:lnTo>
                <a:lnTo>
                  <a:pt x="640" y="1267"/>
                </a:lnTo>
                <a:lnTo>
                  <a:pt x="640" y="1266"/>
                </a:lnTo>
                <a:lnTo>
                  <a:pt x="639" y="1266"/>
                </a:lnTo>
                <a:lnTo>
                  <a:pt x="638" y="1266"/>
                </a:lnTo>
                <a:lnTo>
                  <a:pt x="636" y="1266"/>
                </a:lnTo>
                <a:lnTo>
                  <a:pt x="635" y="1266"/>
                </a:lnTo>
                <a:lnTo>
                  <a:pt x="634" y="1266"/>
                </a:lnTo>
                <a:lnTo>
                  <a:pt x="634" y="1265"/>
                </a:lnTo>
                <a:lnTo>
                  <a:pt x="633" y="1265"/>
                </a:lnTo>
                <a:lnTo>
                  <a:pt x="633" y="1264"/>
                </a:lnTo>
                <a:lnTo>
                  <a:pt x="633" y="1263"/>
                </a:lnTo>
                <a:lnTo>
                  <a:pt x="632" y="1263"/>
                </a:lnTo>
                <a:lnTo>
                  <a:pt x="632" y="1262"/>
                </a:lnTo>
                <a:lnTo>
                  <a:pt x="633" y="1262"/>
                </a:lnTo>
                <a:lnTo>
                  <a:pt x="633" y="1261"/>
                </a:lnTo>
                <a:lnTo>
                  <a:pt x="633" y="1260"/>
                </a:lnTo>
                <a:lnTo>
                  <a:pt x="634" y="1260"/>
                </a:lnTo>
                <a:lnTo>
                  <a:pt x="634" y="1259"/>
                </a:lnTo>
                <a:lnTo>
                  <a:pt x="633" y="1259"/>
                </a:lnTo>
                <a:lnTo>
                  <a:pt x="633" y="1258"/>
                </a:lnTo>
                <a:lnTo>
                  <a:pt x="632" y="1257"/>
                </a:lnTo>
                <a:lnTo>
                  <a:pt x="632" y="1256"/>
                </a:lnTo>
                <a:lnTo>
                  <a:pt x="632" y="1257"/>
                </a:lnTo>
                <a:lnTo>
                  <a:pt x="631" y="1257"/>
                </a:lnTo>
                <a:lnTo>
                  <a:pt x="630" y="1257"/>
                </a:lnTo>
                <a:lnTo>
                  <a:pt x="630" y="1256"/>
                </a:lnTo>
                <a:lnTo>
                  <a:pt x="629" y="1256"/>
                </a:lnTo>
                <a:lnTo>
                  <a:pt x="629" y="1255"/>
                </a:lnTo>
                <a:lnTo>
                  <a:pt x="629" y="1256"/>
                </a:lnTo>
                <a:lnTo>
                  <a:pt x="628" y="1256"/>
                </a:lnTo>
                <a:lnTo>
                  <a:pt x="627" y="1256"/>
                </a:lnTo>
                <a:lnTo>
                  <a:pt x="626" y="1256"/>
                </a:lnTo>
                <a:lnTo>
                  <a:pt x="626" y="1255"/>
                </a:lnTo>
                <a:lnTo>
                  <a:pt x="624" y="1255"/>
                </a:lnTo>
                <a:lnTo>
                  <a:pt x="624" y="1256"/>
                </a:lnTo>
                <a:lnTo>
                  <a:pt x="624" y="1257"/>
                </a:lnTo>
                <a:lnTo>
                  <a:pt x="623" y="1257"/>
                </a:lnTo>
                <a:lnTo>
                  <a:pt x="622" y="1257"/>
                </a:lnTo>
                <a:lnTo>
                  <a:pt x="621" y="1257"/>
                </a:lnTo>
                <a:lnTo>
                  <a:pt x="620" y="1257"/>
                </a:lnTo>
                <a:lnTo>
                  <a:pt x="620" y="1258"/>
                </a:lnTo>
                <a:lnTo>
                  <a:pt x="618" y="1258"/>
                </a:lnTo>
                <a:lnTo>
                  <a:pt x="618" y="1257"/>
                </a:lnTo>
                <a:lnTo>
                  <a:pt x="617" y="1257"/>
                </a:lnTo>
                <a:lnTo>
                  <a:pt x="617" y="1256"/>
                </a:lnTo>
                <a:lnTo>
                  <a:pt x="616" y="1256"/>
                </a:lnTo>
                <a:lnTo>
                  <a:pt x="615" y="1256"/>
                </a:lnTo>
                <a:lnTo>
                  <a:pt x="615" y="1255"/>
                </a:lnTo>
                <a:lnTo>
                  <a:pt x="615" y="1256"/>
                </a:lnTo>
                <a:lnTo>
                  <a:pt x="614" y="1256"/>
                </a:lnTo>
                <a:lnTo>
                  <a:pt x="613" y="1256"/>
                </a:lnTo>
                <a:lnTo>
                  <a:pt x="613" y="1255"/>
                </a:lnTo>
                <a:lnTo>
                  <a:pt x="612" y="1255"/>
                </a:lnTo>
                <a:lnTo>
                  <a:pt x="612" y="1254"/>
                </a:lnTo>
                <a:lnTo>
                  <a:pt x="612" y="1253"/>
                </a:lnTo>
                <a:lnTo>
                  <a:pt x="611" y="1253"/>
                </a:lnTo>
                <a:lnTo>
                  <a:pt x="612" y="1252"/>
                </a:lnTo>
                <a:lnTo>
                  <a:pt x="612" y="1251"/>
                </a:lnTo>
                <a:lnTo>
                  <a:pt x="613" y="1251"/>
                </a:lnTo>
                <a:lnTo>
                  <a:pt x="613" y="1250"/>
                </a:lnTo>
                <a:lnTo>
                  <a:pt x="613" y="1249"/>
                </a:lnTo>
                <a:lnTo>
                  <a:pt x="612" y="1249"/>
                </a:lnTo>
                <a:lnTo>
                  <a:pt x="612" y="1248"/>
                </a:lnTo>
                <a:lnTo>
                  <a:pt x="611" y="1248"/>
                </a:lnTo>
                <a:lnTo>
                  <a:pt x="610" y="1248"/>
                </a:lnTo>
                <a:lnTo>
                  <a:pt x="609" y="1248"/>
                </a:lnTo>
                <a:lnTo>
                  <a:pt x="608" y="1248"/>
                </a:lnTo>
                <a:lnTo>
                  <a:pt x="608" y="1247"/>
                </a:lnTo>
                <a:lnTo>
                  <a:pt x="607" y="1247"/>
                </a:lnTo>
                <a:lnTo>
                  <a:pt x="607" y="1246"/>
                </a:lnTo>
                <a:lnTo>
                  <a:pt x="606" y="1246"/>
                </a:lnTo>
                <a:lnTo>
                  <a:pt x="605" y="1246"/>
                </a:lnTo>
                <a:lnTo>
                  <a:pt x="605" y="1245"/>
                </a:lnTo>
                <a:lnTo>
                  <a:pt x="604" y="1245"/>
                </a:lnTo>
                <a:lnTo>
                  <a:pt x="604" y="1244"/>
                </a:lnTo>
                <a:lnTo>
                  <a:pt x="605" y="1244"/>
                </a:lnTo>
                <a:lnTo>
                  <a:pt x="605" y="1243"/>
                </a:lnTo>
                <a:lnTo>
                  <a:pt x="605" y="1242"/>
                </a:lnTo>
                <a:lnTo>
                  <a:pt x="604" y="1242"/>
                </a:lnTo>
                <a:lnTo>
                  <a:pt x="604" y="1241"/>
                </a:lnTo>
                <a:lnTo>
                  <a:pt x="604" y="1240"/>
                </a:lnTo>
                <a:lnTo>
                  <a:pt x="604" y="1239"/>
                </a:lnTo>
                <a:lnTo>
                  <a:pt x="604" y="1238"/>
                </a:lnTo>
                <a:lnTo>
                  <a:pt x="604" y="1237"/>
                </a:lnTo>
                <a:lnTo>
                  <a:pt x="603" y="1237"/>
                </a:lnTo>
                <a:lnTo>
                  <a:pt x="603" y="1236"/>
                </a:lnTo>
                <a:lnTo>
                  <a:pt x="602" y="1236"/>
                </a:lnTo>
                <a:lnTo>
                  <a:pt x="601" y="1236"/>
                </a:lnTo>
                <a:lnTo>
                  <a:pt x="601" y="1235"/>
                </a:lnTo>
                <a:lnTo>
                  <a:pt x="599" y="1235"/>
                </a:lnTo>
                <a:lnTo>
                  <a:pt x="598" y="1235"/>
                </a:lnTo>
                <a:lnTo>
                  <a:pt x="598" y="1236"/>
                </a:lnTo>
                <a:lnTo>
                  <a:pt x="598" y="1235"/>
                </a:lnTo>
                <a:lnTo>
                  <a:pt x="597" y="1235"/>
                </a:lnTo>
                <a:lnTo>
                  <a:pt x="596" y="1235"/>
                </a:lnTo>
                <a:lnTo>
                  <a:pt x="596" y="1236"/>
                </a:lnTo>
                <a:lnTo>
                  <a:pt x="595" y="1236"/>
                </a:lnTo>
                <a:lnTo>
                  <a:pt x="594" y="1236"/>
                </a:lnTo>
                <a:lnTo>
                  <a:pt x="593" y="1236"/>
                </a:lnTo>
                <a:lnTo>
                  <a:pt x="593" y="1235"/>
                </a:lnTo>
                <a:lnTo>
                  <a:pt x="593" y="1234"/>
                </a:lnTo>
                <a:lnTo>
                  <a:pt x="593" y="1233"/>
                </a:lnTo>
                <a:lnTo>
                  <a:pt x="594" y="1233"/>
                </a:lnTo>
                <a:lnTo>
                  <a:pt x="594" y="1232"/>
                </a:lnTo>
                <a:lnTo>
                  <a:pt x="595" y="1232"/>
                </a:lnTo>
                <a:lnTo>
                  <a:pt x="595" y="1231"/>
                </a:lnTo>
                <a:lnTo>
                  <a:pt x="595" y="1230"/>
                </a:lnTo>
                <a:lnTo>
                  <a:pt x="596" y="1229"/>
                </a:lnTo>
                <a:lnTo>
                  <a:pt x="597" y="1230"/>
                </a:lnTo>
                <a:lnTo>
                  <a:pt x="598" y="1230"/>
                </a:lnTo>
                <a:lnTo>
                  <a:pt x="599" y="1229"/>
                </a:lnTo>
                <a:lnTo>
                  <a:pt x="600" y="1229"/>
                </a:lnTo>
                <a:lnTo>
                  <a:pt x="601" y="1229"/>
                </a:lnTo>
                <a:lnTo>
                  <a:pt x="601" y="1228"/>
                </a:lnTo>
                <a:lnTo>
                  <a:pt x="601" y="1227"/>
                </a:lnTo>
                <a:lnTo>
                  <a:pt x="601" y="1228"/>
                </a:lnTo>
                <a:lnTo>
                  <a:pt x="602" y="1228"/>
                </a:lnTo>
                <a:lnTo>
                  <a:pt x="602" y="1227"/>
                </a:lnTo>
                <a:lnTo>
                  <a:pt x="603" y="1227"/>
                </a:lnTo>
                <a:lnTo>
                  <a:pt x="603" y="1226"/>
                </a:lnTo>
                <a:lnTo>
                  <a:pt x="602" y="1226"/>
                </a:lnTo>
                <a:lnTo>
                  <a:pt x="602" y="1225"/>
                </a:lnTo>
                <a:lnTo>
                  <a:pt x="602" y="1224"/>
                </a:lnTo>
                <a:lnTo>
                  <a:pt x="602" y="1223"/>
                </a:lnTo>
                <a:lnTo>
                  <a:pt x="602" y="1222"/>
                </a:lnTo>
                <a:lnTo>
                  <a:pt x="602" y="1221"/>
                </a:lnTo>
                <a:lnTo>
                  <a:pt x="601" y="1221"/>
                </a:lnTo>
                <a:lnTo>
                  <a:pt x="600" y="1221"/>
                </a:lnTo>
                <a:lnTo>
                  <a:pt x="600" y="1220"/>
                </a:lnTo>
                <a:lnTo>
                  <a:pt x="599" y="1220"/>
                </a:lnTo>
                <a:lnTo>
                  <a:pt x="599" y="1219"/>
                </a:lnTo>
                <a:lnTo>
                  <a:pt x="599" y="1218"/>
                </a:lnTo>
                <a:lnTo>
                  <a:pt x="599" y="1217"/>
                </a:lnTo>
                <a:lnTo>
                  <a:pt x="598" y="1217"/>
                </a:lnTo>
                <a:lnTo>
                  <a:pt x="597" y="1217"/>
                </a:lnTo>
                <a:lnTo>
                  <a:pt x="596" y="1217"/>
                </a:lnTo>
                <a:lnTo>
                  <a:pt x="596" y="1218"/>
                </a:lnTo>
                <a:lnTo>
                  <a:pt x="595" y="1218"/>
                </a:lnTo>
                <a:lnTo>
                  <a:pt x="594" y="1218"/>
                </a:lnTo>
                <a:lnTo>
                  <a:pt x="593" y="1218"/>
                </a:lnTo>
                <a:lnTo>
                  <a:pt x="592" y="1218"/>
                </a:lnTo>
                <a:lnTo>
                  <a:pt x="592" y="1219"/>
                </a:lnTo>
                <a:lnTo>
                  <a:pt x="592" y="1218"/>
                </a:lnTo>
                <a:lnTo>
                  <a:pt x="591" y="1218"/>
                </a:lnTo>
                <a:lnTo>
                  <a:pt x="591" y="1219"/>
                </a:lnTo>
                <a:lnTo>
                  <a:pt x="590" y="1219"/>
                </a:lnTo>
                <a:lnTo>
                  <a:pt x="589" y="1218"/>
                </a:lnTo>
                <a:lnTo>
                  <a:pt x="589" y="1219"/>
                </a:lnTo>
                <a:lnTo>
                  <a:pt x="588" y="1219"/>
                </a:lnTo>
                <a:lnTo>
                  <a:pt x="587" y="1219"/>
                </a:lnTo>
                <a:lnTo>
                  <a:pt x="586" y="1218"/>
                </a:lnTo>
                <a:lnTo>
                  <a:pt x="585" y="1218"/>
                </a:lnTo>
                <a:lnTo>
                  <a:pt x="584" y="1218"/>
                </a:lnTo>
                <a:lnTo>
                  <a:pt x="584" y="1217"/>
                </a:lnTo>
                <a:lnTo>
                  <a:pt x="584" y="1216"/>
                </a:lnTo>
                <a:lnTo>
                  <a:pt x="585" y="1216"/>
                </a:lnTo>
                <a:lnTo>
                  <a:pt x="586" y="1216"/>
                </a:lnTo>
                <a:lnTo>
                  <a:pt x="587" y="1216"/>
                </a:lnTo>
                <a:lnTo>
                  <a:pt x="587" y="1215"/>
                </a:lnTo>
                <a:lnTo>
                  <a:pt x="587" y="1214"/>
                </a:lnTo>
                <a:lnTo>
                  <a:pt x="588" y="1214"/>
                </a:lnTo>
                <a:lnTo>
                  <a:pt x="588" y="1213"/>
                </a:lnTo>
                <a:lnTo>
                  <a:pt x="589" y="1213"/>
                </a:lnTo>
                <a:lnTo>
                  <a:pt x="589" y="1212"/>
                </a:lnTo>
                <a:lnTo>
                  <a:pt x="590" y="1212"/>
                </a:lnTo>
                <a:lnTo>
                  <a:pt x="589" y="1212"/>
                </a:lnTo>
                <a:lnTo>
                  <a:pt x="589" y="1211"/>
                </a:lnTo>
                <a:lnTo>
                  <a:pt x="589" y="1210"/>
                </a:lnTo>
                <a:lnTo>
                  <a:pt x="588" y="1210"/>
                </a:lnTo>
                <a:lnTo>
                  <a:pt x="587" y="1210"/>
                </a:lnTo>
                <a:lnTo>
                  <a:pt x="587" y="1209"/>
                </a:lnTo>
                <a:lnTo>
                  <a:pt x="586" y="1209"/>
                </a:lnTo>
                <a:lnTo>
                  <a:pt x="585" y="1209"/>
                </a:lnTo>
                <a:lnTo>
                  <a:pt x="585" y="1208"/>
                </a:lnTo>
                <a:lnTo>
                  <a:pt x="584" y="1208"/>
                </a:lnTo>
                <a:lnTo>
                  <a:pt x="584" y="1207"/>
                </a:lnTo>
                <a:lnTo>
                  <a:pt x="583" y="1206"/>
                </a:lnTo>
                <a:lnTo>
                  <a:pt x="584" y="1206"/>
                </a:lnTo>
                <a:lnTo>
                  <a:pt x="584" y="1205"/>
                </a:lnTo>
                <a:lnTo>
                  <a:pt x="583" y="1205"/>
                </a:lnTo>
                <a:lnTo>
                  <a:pt x="583" y="1204"/>
                </a:lnTo>
                <a:lnTo>
                  <a:pt x="583" y="1203"/>
                </a:lnTo>
                <a:lnTo>
                  <a:pt x="583" y="1202"/>
                </a:lnTo>
                <a:lnTo>
                  <a:pt x="582" y="1202"/>
                </a:lnTo>
                <a:lnTo>
                  <a:pt x="582" y="1201"/>
                </a:lnTo>
                <a:lnTo>
                  <a:pt x="582" y="1199"/>
                </a:lnTo>
                <a:lnTo>
                  <a:pt x="582" y="1198"/>
                </a:lnTo>
                <a:lnTo>
                  <a:pt x="581" y="1198"/>
                </a:lnTo>
                <a:lnTo>
                  <a:pt x="581" y="1197"/>
                </a:lnTo>
                <a:lnTo>
                  <a:pt x="580" y="1197"/>
                </a:lnTo>
                <a:lnTo>
                  <a:pt x="580" y="1196"/>
                </a:lnTo>
                <a:lnTo>
                  <a:pt x="580" y="1195"/>
                </a:lnTo>
                <a:lnTo>
                  <a:pt x="579" y="1195"/>
                </a:lnTo>
                <a:lnTo>
                  <a:pt x="580" y="1195"/>
                </a:lnTo>
                <a:lnTo>
                  <a:pt x="580" y="1194"/>
                </a:lnTo>
                <a:lnTo>
                  <a:pt x="579" y="1194"/>
                </a:lnTo>
                <a:lnTo>
                  <a:pt x="579" y="1193"/>
                </a:lnTo>
                <a:lnTo>
                  <a:pt x="580" y="1193"/>
                </a:lnTo>
                <a:lnTo>
                  <a:pt x="580" y="1192"/>
                </a:lnTo>
                <a:lnTo>
                  <a:pt x="580" y="1191"/>
                </a:lnTo>
                <a:lnTo>
                  <a:pt x="580" y="1190"/>
                </a:lnTo>
                <a:lnTo>
                  <a:pt x="579" y="1190"/>
                </a:lnTo>
                <a:lnTo>
                  <a:pt x="578" y="1190"/>
                </a:lnTo>
                <a:lnTo>
                  <a:pt x="578" y="1189"/>
                </a:lnTo>
                <a:lnTo>
                  <a:pt x="578" y="1188"/>
                </a:lnTo>
                <a:lnTo>
                  <a:pt x="577" y="1188"/>
                </a:lnTo>
                <a:lnTo>
                  <a:pt x="576" y="1187"/>
                </a:lnTo>
                <a:lnTo>
                  <a:pt x="576" y="1186"/>
                </a:lnTo>
                <a:lnTo>
                  <a:pt x="575" y="1186"/>
                </a:lnTo>
                <a:lnTo>
                  <a:pt x="574" y="1186"/>
                </a:lnTo>
                <a:lnTo>
                  <a:pt x="574" y="1187"/>
                </a:lnTo>
                <a:lnTo>
                  <a:pt x="573" y="1188"/>
                </a:lnTo>
                <a:lnTo>
                  <a:pt x="573" y="1189"/>
                </a:lnTo>
                <a:lnTo>
                  <a:pt x="572" y="1189"/>
                </a:lnTo>
                <a:lnTo>
                  <a:pt x="571" y="1189"/>
                </a:lnTo>
                <a:lnTo>
                  <a:pt x="571" y="1190"/>
                </a:lnTo>
                <a:lnTo>
                  <a:pt x="569" y="1190"/>
                </a:lnTo>
                <a:lnTo>
                  <a:pt x="568" y="1190"/>
                </a:lnTo>
                <a:lnTo>
                  <a:pt x="568" y="1189"/>
                </a:lnTo>
                <a:lnTo>
                  <a:pt x="567" y="1188"/>
                </a:lnTo>
                <a:lnTo>
                  <a:pt x="567" y="1187"/>
                </a:lnTo>
                <a:lnTo>
                  <a:pt x="566" y="1187"/>
                </a:lnTo>
                <a:lnTo>
                  <a:pt x="566" y="1186"/>
                </a:lnTo>
                <a:lnTo>
                  <a:pt x="565" y="1186"/>
                </a:lnTo>
                <a:lnTo>
                  <a:pt x="565" y="1185"/>
                </a:lnTo>
                <a:lnTo>
                  <a:pt x="566" y="1185"/>
                </a:lnTo>
                <a:lnTo>
                  <a:pt x="566" y="1184"/>
                </a:lnTo>
                <a:lnTo>
                  <a:pt x="566" y="1183"/>
                </a:lnTo>
                <a:lnTo>
                  <a:pt x="565" y="1183"/>
                </a:lnTo>
                <a:lnTo>
                  <a:pt x="565" y="1182"/>
                </a:lnTo>
                <a:lnTo>
                  <a:pt x="564" y="1182"/>
                </a:lnTo>
                <a:lnTo>
                  <a:pt x="564" y="1181"/>
                </a:lnTo>
                <a:lnTo>
                  <a:pt x="564" y="1182"/>
                </a:lnTo>
                <a:lnTo>
                  <a:pt x="563" y="1182"/>
                </a:lnTo>
                <a:lnTo>
                  <a:pt x="562" y="1182"/>
                </a:lnTo>
                <a:lnTo>
                  <a:pt x="562" y="1181"/>
                </a:lnTo>
                <a:lnTo>
                  <a:pt x="561" y="1181"/>
                </a:lnTo>
                <a:lnTo>
                  <a:pt x="561" y="1180"/>
                </a:lnTo>
                <a:lnTo>
                  <a:pt x="561" y="1179"/>
                </a:lnTo>
                <a:lnTo>
                  <a:pt x="560" y="1179"/>
                </a:lnTo>
                <a:lnTo>
                  <a:pt x="559" y="1179"/>
                </a:lnTo>
                <a:lnTo>
                  <a:pt x="559" y="1178"/>
                </a:lnTo>
                <a:lnTo>
                  <a:pt x="558" y="1178"/>
                </a:lnTo>
                <a:lnTo>
                  <a:pt x="558" y="1177"/>
                </a:lnTo>
                <a:lnTo>
                  <a:pt x="558" y="1176"/>
                </a:lnTo>
                <a:lnTo>
                  <a:pt x="558" y="1175"/>
                </a:lnTo>
                <a:lnTo>
                  <a:pt x="557" y="1175"/>
                </a:lnTo>
                <a:lnTo>
                  <a:pt x="557" y="1174"/>
                </a:lnTo>
                <a:lnTo>
                  <a:pt x="556" y="1174"/>
                </a:lnTo>
                <a:lnTo>
                  <a:pt x="556" y="1173"/>
                </a:lnTo>
                <a:lnTo>
                  <a:pt x="556" y="1172"/>
                </a:lnTo>
                <a:lnTo>
                  <a:pt x="555" y="1172"/>
                </a:lnTo>
                <a:lnTo>
                  <a:pt x="555" y="1171"/>
                </a:lnTo>
                <a:lnTo>
                  <a:pt x="555" y="1170"/>
                </a:lnTo>
                <a:lnTo>
                  <a:pt x="554" y="1170"/>
                </a:lnTo>
                <a:lnTo>
                  <a:pt x="553" y="1170"/>
                </a:lnTo>
                <a:lnTo>
                  <a:pt x="553" y="1171"/>
                </a:lnTo>
                <a:lnTo>
                  <a:pt x="553" y="1170"/>
                </a:lnTo>
                <a:lnTo>
                  <a:pt x="552" y="1170"/>
                </a:lnTo>
                <a:lnTo>
                  <a:pt x="552" y="1169"/>
                </a:lnTo>
                <a:lnTo>
                  <a:pt x="551" y="1169"/>
                </a:lnTo>
                <a:lnTo>
                  <a:pt x="551" y="1170"/>
                </a:lnTo>
                <a:lnTo>
                  <a:pt x="551" y="1171"/>
                </a:lnTo>
                <a:lnTo>
                  <a:pt x="551" y="1172"/>
                </a:lnTo>
                <a:lnTo>
                  <a:pt x="550" y="1172"/>
                </a:lnTo>
                <a:lnTo>
                  <a:pt x="550" y="1171"/>
                </a:lnTo>
                <a:lnTo>
                  <a:pt x="549" y="1171"/>
                </a:lnTo>
                <a:lnTo>
                  <a:pt x="549" y="1172"/>
                </a:lnTo>
                <a:lnTo>
                  <a:pt x="548" y="1172"/>
                </a:lnTo>
                <a:lnTo>
                  <a:pt x="548" y="1171"/>
                </a:lnTo>
                <a:lnTo>
                  <a:pt x="548" y="1170"/>
                </a:lnTo>
                <a:lnTo>
                  <a:pt x="548" y="1169"/>
                </a:lnTo>
                <a:lnTo>
                  <a:pt x="548" y="1168"/>
                </a:lnTo>
                <a:lnTo>
                  <a:pt x="547" y="1168"/>
                </a:lnTo>
                <a:lnTo>
                  <a:pt x="546" y="1168"/>
                </a:lnTo>
                <a:lnTo>
                  <a:pt x="546" y="1167"/>
                </a:lnTo>
                <a:lnTo>
                  <a:pt x="546" y="1166"/>
                </a:lnTo>
                <a:lnTo>
                  <a:pt x="546" y="1165"/>
                </a:lnTo>
                <a:lnTo>
                  <a:pt x="545" y="1165"/>
                </a:lnTo>
                <a:lnTo>
                  <a:pt x="545" y="1164"/>
                </a:lnTo>
                <a:lnTo>
                  <a:pt x="545" y="1163"/>
                </a:lnTo>
                <a:lnTo>
                  <a:pt x="544" y="1163"/>
                </a:lnTo>
                <a:lnTo>
                  <a:pt x="543" y="1163"/>
                </a:lnTo>
                <a:lnTo>
                  <a:pt x="543" y="1162"/>
                </a:lnTo>
                <a:lnTo>
                  <a:pt x="542" y="1163"/>
                </a:lnTo>
                <a:lnTo>
                  <a:pt x="542" y="1164"/>
                </a:lnTo>
                <a:lnTo>
                  <a:pt x="541" y="1164"/>
                </a:lnTo>
                <a:lnTo>
                  <a:pt x="540" y="1164"/>
                </a:lnTo>
                <a:lnTo>
                  <a:pt x="539" y="1164"/>
                </a:lnTo>
                <a:lnTo>
                  <a:pt x="539" y="1163"/>
                </a:lnTo>
                <a:lnTo>
                  <a:pt x="538" y="1163"/>
                </a:lnTo>
                <a:lnTo>
                  <a:pt x="538" y="1162"/>
                </a:lnTo>
                <a:lnTo>
                  <a:pt x="537" y="1162"/>
                </a:lnTo>
                <a:lnTo>
                  <a:pt x="537" y="1161"/>
                </a:lnTo>
                <a:lnTo>
                  <a:pt x="537" y="1160"/>
                </a:lnTo>
                <a:lnTo>
                  <a:pt x="537" y="1159"/>
                </a:lnTo>
                <a:lnTo>
                  <a:pt x="537" y="1158"/>
                </a:lnTo>
                <a:lnTo>
                  <a:pt x="536" y="1158"/>
                </a:lnTo>
                <a:lnTo>
                  <a:pt x="535" y="1158"/>
                </a:lnTo>
                <a:lnTo>
                  <a:pt x="534" y="1158"/>
                </a:lnTo>
                <a:lnTo>
                  <a:pt x="534" y="1157"/>
                </a:lnTo>
                <a:lnTo>
                  <a:pt x="533" y="1157"/>
                </a:lnTo>
                <a:lnTo>
                  <a:pt x="533" y="1156"/>
                </a:lnTo>
                <a:lnTo>
                  <a:pt x="532" y="1156"/>
                </a:lnTo>
                <a:lnTo>
                  <a:pt x="532" y="1155"/>
                </a:lnTo>
                <a:lnTo>
                  <a:pt x="532" y="1154"/>
                </a:lnTo>
                <a:lnTo>
                  <a:pt x="531" y="1154"/>
                </a:lnTo>
                <a:lnTo>
                  <a:pt x="530" y="1154"/>
                </a:lnTo>
                <a:lnTo>
                  <a:pt x="530" y="1155"/>
                </a:lnTo>
                <a:lnTo>
                  <a:pt x="529" y="1155"/>
                </a:lnTo>
                <a:lnTo>
                  <a:pt x="528" y="1155"/>
                </a:lnTo>
                <a:lnTo>
                  <a:pt x="527" y="1155"/>
                </a:lnTo>
                <a:lnTo>
                  <a:pt x="527" y="1154"/>
                </a:lnTo>
                <a:lnTo>
                  <a:pt x="526" y="1154"/>
                </a:lnTo>
                <a:lnTo>
                  <a:pt x="525" y="1154"/>
                </a:lnTo>
                <a:lnTo>
                  <a:pt x="525" y="1155"/>
                </a:lnTo>
                <a:lnTo>
                  <a:pt x="525" y="1154"/>
                </a:lnTo>
                <a:lnTo>
                  <a:pt x="524" y="1154"/>
                </a:lnTo>
                <a:lnTo>
                  <a:pt x="523" y="1154"/>
                </a:lnTo>
                <a:lnTo>
                  <a:pt x="523" y="1153"/>
                </a:lnTo>
                <a:lnTo>
                  <a:pt x="522" y="1153"/>
                </a:lnTo>
                <a:lnTo>
                  <a:pt x="521" y="1153"/>
                </a:lnTo>
                <a:lnTo>
                  <a:pt x="520" y="1153"/>
                </a:lnTo>
                <a:lnTo>
                  <a:pt x="518" y="1153"/>
                </a:lnTo>
                <a:lnTo>
                  <a:pt x="518" y="1152"/>
                </a:lnTo>
                <a:lnTo>
                  <a:pt x="518" y="1151"/>
                </a:lnTo>
                <a:lnTo>
                  <a:pt x="518" y="1150"/>
                </a:lnTo>
                <a:lnTo>
                  <a:pt x="518" y="1149"/>
                </a:lnTo>
                <a:lnTo>
                  <a:pt x="519" y="1149"/>
                </a:lnTo>
                <a:lnTo>
                  <a:pt x="520" y="1149"/>
                </a:lnTo>
                <a:lnTo>
                  <a:pt x="521" y="1148"/>
                </a:lnTo>
                <a:lnTo>
                  <a:pt x="521" y="1147"/>
                </a:lnTo>
                <a:lnTo>
                  <a:pt x="521" y="1146"/>
                </a:lnTo>
                <a:lnTo>
                  <a:pt x="522" y="1146"/>
                </a:lnTo>
                <a:lnTo>
                  <a:pt x="522" y="1145"/>
                </a:lnTo>
                <a:lnTo>
                  <a:pt x="523" y="1145"/>
                </a:lnTo>
                <a:lnTo>
                  <a:pt x="523" y="1144"/>
                </a:lnTo>
                <a:lnTo>
                  <a:pt x="522" y="1144"/>
                </a:lnTo>
                <a:lnTo>
                  <a:pt x="522" y="1143"/>
                </a:lnTo>
                <a:lnTo>
                  <a:pt x="521" y="1143"/>
                </a:lnTo>
                <a:lnTo>
                  <a:pt x="521" y="1142"/>
                </a:lnTo>
                <a:lnTo>
                  <a:pt x="522" y="1142"/>
                </a:lnTo>
                <a:lnTo>
                  <a:pt x="522" y="1141"/>
                </a:lnTo>
                <a:lnTo>
                  <a:pt x="522" y="1140"/>
                </a:lnTo>
                <a:lnTo>
                  <a:pt x="523" y="1140"/>
                </a:lnTo>
                <a:lnTo>
                  <a:pt x="524" y="1140"/>
                </a:lnTo>
                <a:lnTo>
                  <a:pt x="525" y="1140"/>
                </a:lnTo>
                <a:lnTo>
                  <a:pt x="526" y="1140"/>
                </a:lnTo>
                <a:lnTo>
                  <a:pt x="526" y="1139"/>
                </a:lnTo>
                <a:lnTo>
                  <a:pt x="526" y="1138"/>
                </a:lnTo>
                <a:lnTo>
                  <a:pt x="527" y="1138"/>
                </a:lnTo>
                <a:lnTo>
                  <a:pt x="527" y="1137"/>
                </a:lnTo>
                <a:lnTo>
                  <a:pt x="528" y="1137"/>
                </a:lnTo>
                <a:lnTo>
                  <a:pt x="528" y="1136"/>
                </a:lnTo>
                <a:lnTo>
                  <a:pt x="527" y="1136"/>
                </a:lnTo>
                <a:lnTo>
                  <a:pt x="527" y="1135"/>
                </a:lnTo>
                <a:lnTo>
                  <a:pt x="526" y="1135"/>
                </a:lnTo>
                <a:lnTo>
                  <a:pt x="525" y="1135"/>
                </a:lnTo>
                <a:lnTo>
                  <a:pt x="525" y="1134"/>
                </a:lnTo>
                <a:lnTo>
                  <a:pt x="524" y="1134"/>
                </a:lnTo>
                <a:lnTo>
                  <a:pt x="524" y="1133"/>
                </a:lnTo>
                <a:lnTo>
                  <a:pt x="525" y="1133"/>
                </a:lnTo>
                <a:lnTo>
                  <a:pt x="525" y="1132"/>
                </a:lnTo>
                <a:lnTo>
                  <a:pt x="526" y="1132"/>
                </a:lnTo>
                <a:lnTo>
                  <a:pt x="526" y="1131"/>
                </a:lnTo>
                <a:lnTo>
                  <a:pt x="526" y="1130"/>
                </a:lnTo>
                <a:lnTo>
                  <a:pt x="526" y="1128"/>
                </a:lnTo>
                <a:lnTo>
                  <a:pt x="525" y="1128"/>
                </a:lnTo>
                <a:lnTo>
                  <a:pt x="524" y="1128"/>
                </a:lnTo>
                <a:lnTo>
                  <a:pt x="522" y="1128"/>
                </a:lnTo>
                <a:lnTo>
                  <a:pt x="522" y="1127"/>
                </a:lnTo>
                <a:lnTo>
                  <a:pt x="521" y="1127"/>
                </a:lnTo>
                <a:lnTo>
                  <a:pt x="521" y="1126"/>
                </a:lnTo>
                <a:lnTo>
                  <a:pt x="520" y="1126"/>
                </a:lnTo>
                <a:lnTo>
                  <a:pt x="520" y="1125"/>
                </a:lnTo>
                <a:lnTo>
                  <a:pt x="519" y="1125"/>
                </a:lnTo>
                <a:lnTo>
                  <a:pt x="519" y="1124"/>
                </a:lnTo>
                <a:lnTo>
                  <a:pt x="519" y="1123"/>
                </a:lnTo>
                <a:lnTo>
                  <a:pt x="518" y="1123"/>
                </a:lnTo>
                <a:lnTo>
                  <a:pt x="518" y="1122"/>
                </a:lnTo>
                <a:lnTo>
                  <a:pt x="518" y="1121"/>
                </a:lnTo>
                <a:lnTo>
                  <a:pt x="519" y="1121"/>
                </a:lnTo>
                <a:lnTo>
                  <a:pt x="519" y="1120"/>
                </a:lnTo>
                <a:lnTo>
                  <a:pt x="518" y="1120"/>
                </a:lnTo>
                <a:lnTo>
                  <a:pt x="518" y="1119"/>
                </a:lnTo>
                <a:lnTo>
                  <a:pt x="517" y="1119"/>
                </a:lnTo>
                <a:lnTo>
                  <a:pt x="516" y="1119"/>
                </a:lnTo>
                <a:lnTo>
                  <a:pt x="515" y="1118"/>
                </a:lnTo>
                <a:lnTo>
                  <a:pt x="515" y="1117"/>
                </a:lnTo>
                <a:lnTo>
                  <a:pt x="514" y="1116"/>
                </a:lnTo>
                <a:lnTo>
                  <a:pt x="514" y="1115"/>
                </a:lnTo>
                <a:lnTo>
                  <a:pt x="515" y="1115"/>
                </a:lnTo>
                <a:lnTo>
                  <a:pt x="515" y="1114"/>
                </a:lnTo>
                <a:lnTo>
                  <a:pt x="515" y="1113"/>
                </a:lnTo>
                <a:lnTo>
                  <a:pt x="516" y="1113"/>
                </a:lnTo>
                <a:lnTo>
                  <a:pt x="516" y="1112"/>
                </a:lnTo>
                <a:lnTo>
                  <a:pt x="518" y="1112"/>
                </a:lnTo>
                <a:lnTo>
                  <a:pt x="518" y="1111"/>
                </a:lnTo>
                <a:lnTo>
                  <a:pt x="518" y="1110"/>
                </a:lnTo>
                <a:lnTo>
                  <a:pt x="519" y="1110"/>
                </a:lnTo>
                <a:lnTo>
                  <a:pt x="519" y="1109"/>
                </a:lnTo>
                <a:lnTo>
                  <a:pt x="518" y="1109"/>
                </a:lnTo>
                <a:lnTo>
                  <a:pt x="518" y="1108"/>
                </a:lnTo>
                <a:lnTo>
                  <a:pt x="518" y="1107"/>
                </a:lnTo>
                <a:lnTo>
                  <a:pt x="519" y="1107"/>
                </a:lnTo>
                <a:lnTo>
                  <a:pt x="519" y="1106"/>
                </a:lnTo>
                <a:lnTo>
                  <a:pt x="520" y="1106"/>
                </a:lnTo>
                <a:lnTo>
                  <a:pt x="520" y="1105"/>
                </a:lnTo>
                <a:lnTo>
                  <a:pt x="520" y="1104"/>
                </a:lnTo>
                <a:lnTo>
                  <a:pt x="521" y="1104"/>
                </a:lnTo>
                <a:lnTo>
                  <a:pt x="522" y="1104"/>
                </a:lnTo>
                <a:lnTo>
                  <a:pt x="522" y="1103"/>
                </a:lnTo>
                <a:lnTo>
                  <a:pt x="522" y="1102"/>
                </a:lnTo>
                <a:lnTo>
                  <a:pt x="521" y="1102"/>
                </a:lnTo>
                <a:lnTo>
                  <a:pt x="521" y="1101"/>
                </a:lnTo>
                <a:lnTo>
                  <a:pt x="521" y="1100"/>
                </a:lnTo>
                <a:lnTo>
                  <a:pt x="522" y="1099"/>
                </a:lnTo>
                <a:lnTo>
                  <a:pt x="521" y="1099"/>
                </a:lnTo>
                <a:lnTo>
                  <a:pt x="521" y="1098"/>
                </a:lnTo>
                <a:lnTo>
                  <a:pt x="521" y="1097"/>
                </a:lnTo>
                <a:lnTo>
                  <a:pt x="520" y="1097"/>
                </a:lnTo>
                <a:lnTo>
                  <a:pt x="520" y="1096"/>
                </a:lnTo>
                <a:lnTo>
                  <a:pt x="521" y="1096"/>
                </a:lnTo>
                <a:lnTo>
                  <a:pt x="521" y="1095"/>
                </a:lnTo>
                <a:lnTo>
                  <a:pt x="521" y="1094"/>
                </a:lnTo>
                <a:lnTo>
                  <a:pt x="520" y="1094"/>
                </a:lnTo>
                <a:lnTo>
                  <a:pt x="520" y="1093"/>
                </a:lnTo>
                <a:lnTo>
                  <a:pt x="519" y="1093"/>
                </a:lnTo>
                <a:lnTo>
                  <a:pt x="518" y="1093"/>
                </a:lnTo>
                <a:lnTo>
                  <a:pt x="518" y="1092"/>
                </a:lnTo>
                <a:lnTo>
                  <a:pt x="518" y="1091"/>
                </a:lnTo>
                <a:lnTo>
                  <a:pt x="517" y="1091"/>
                </a:lnTo>
                <a:lnTo>
                  <a:pt x="517" y="1090"/>
                </a:lnTo>
                <a:lnTo>
                  <a:pt x="516" y="1090"/>
                </a:lnTo>
                <a:lnTo>
                  <a:pt x="515" y="1090"/>
                </a:lnTo>
                <a:lnTo>
                  <a:pt x="515" y="1091"/>
                </a:lnTo>
                <a:lnTo>
                  <a:pt x="515" y="1090"/>
                </a:lnTo>
                <a:lnTo>
                  <a:pt x="514" y="1090"/>
                </a:lnTo>
                <a:lnTo>
                  <a:pt x="514" y="1091"/>
                </a:lnTo>
                <a:lnTo>
                  <a:pt x="513" y="1091"/>
                </a:lnTo>
                <a:lnTo>
                  <a:pt x="513" y="1092"/>
                </a:lnTo>
                <a:lnTo>
                  <a:pt x="512" y="1092"/>
                </a:lnTo>
                <a:lnTo>
                  <a:pt x="512" y="1093"/>
                </a:lnTo>
                <a:lnTo>
                  <a:pt x="511" y="1093"/>
                </a:lnTo>
                <a:lnTo>
                  <a:pt x="511" y="1094"/>
                </a:lnTo>
                <a:lnTo>
                  <a:pt x="510" y="1094"/>
                </a:lnTo>
                <a:lnTo>
                  <a:pt x="510" y="1093"/>
                </a:lnTo>
                <a:lnTo>
                  <a:pt x="509" y="1093"/>
                </a:lnTo>
                <a:lnTo>
                  <a:pt x="509" y="1092"/>
                </a:lnTo>
                <a:lnTo>
                  <a:pt x="508" y="1092"/>
                </a:lnTo>
                <a:lnTo>
                  <a:pt x="508" y="1093"/>
                </a:lnTo>
                <a:lnTo>
                  <a:pt x="507" y="1093"/>
                </a:lnTo>
                <a:lnTo>
                  <a:pt x="507" y="1092"/>
                </a:lnTo>
                <a:lnTo>
                  <a:pt x="506" y="1092"/>
                </a:lnTo>
                <a:lnTo>
                  <a:pt x="506" y="1091"/>
                </a:lnTo>
                <a:lnTo>
                  <a:pt x="505" y="1091"/>
                </a:lnTo>
                <a:lnTo>
                  <a:pt x="504" y="1091"/>
                </a:lnTo>
                <a:lnTo>
                  <a:pt x="504" y="1092"/>
                </a:lnTo>
                <a:lnTo>
                  <a:pt x="504" y="1093"/>
                </a:lnTo>
                <a:lnTo>
                  <a:pt x="504" y="1094"/>
                </a:lnTo>
                <a:lnTo>
                  <a:pt x="503" y="1094"/>
                </a:lnTo>
                <a:lnTo>
                  <a:pt x="503" y="1093"/>
                </a:lnTo>
                <a:lnTo>
                  <a:pt x="502" y="1093"/>
                </a:lnTo>
                <a:lnTo>
                  <a:pt x="502" y="1094"/>
                </a:lnTo>
                <a:lnTo>
                  <a:pt x="501" y="1094"/>
                </a:lnTo>
                <a:lnTo>
                  <a:pt x="501" y="1095"/>
                </a:lnTo>
                <a:lnTo>
                  <a:pt x="500" y="1095"/>
                </a:lnTo>
                <a:lnTo>
                  <a:pt x="500" y="1094"/>
                </a:lnTo>
                <a:lnTo>
                  <a:pt x="499" y="1094"/>
                </a:lnTo>
                <a:lnTo>
                  <a:pt x="499" y="1093"/>
                </a:lnTo>
                <a:lnTo>
                  <a:pt x="498" y="1093"/>
                </a:lnTo>
                <a:lnTo>
                  <a:pt x="498" y="1092"/>
                </a:lnTo>
                <a:lnTo>
                  <a:pt x="497" y="1092"/>
                </a:lnTo>
                <a:lnTo>
                  <a:pt x="497" y="1091"/>
                </a:lnTo>
                <a:lnTo>
                  <a:pt x="497" y="1090"/>
                </a:lnTo>
                <a:lnTo>
                  <a:pt x="496" y="1090"/>
                </a:lnTo>
                <a:lnTo>
                  <a:pt x="495" y="1090"/>
                </a:lnTo>
                <a:lnTo>
                  <a:pt x="495" y="1089"/>
                </a:lnTo>
                <a:lnTo>
                  <a:pt x="496" y="1089"/>
                </a:lnTo>
                <a:lnTo>
                  <a:pt x="496" y="1088"/>
                </a:lnTo>
                <a:lnTo>
                  <a:pt x="496" y="1087"/>
                </a:lnTo>
                <a:lnTo>
                  <a:pt x="495" y="1087"/>
                </a:lnTo>
                <a:lnTo>
                  <a:pt x="495" y="1086"/>
                </a:lnTo>
                <a:lnTo>
                  <a:pt x="494" y="1086"/>
                </a:lnTo>
                <a:lnTo>
                  <a:pt x="494" y="1085"/>
                </a:lnTo>
                <a:lnTo>
                  <a:pt x="493" y="1085"/>
                </a:lnTo>
                <a:lnTo>
                  <a:pt x="493" y="1086"/>
                </a:lnTo>
                <a:lnTo>
                  <a:pt x="493" y="1087"/>
                </a:lnTo>
                <a:lnTo>
                  <a:pt x="492" y="1087"/>
                </a:lnTo>
                <a:lnTo>
                  <a:pt x="491" y="1087"/>
                </a:lnTo>
                <a:lnTo>
                  <a:pt x="490" y="1086"/>
                </a:lnTo>
                <a:lnTo>
                  <a:pt x="489" y="1086"/>
                </a:lnTo>
                <a:lnTo>
                  <a:pt x="489" y="1085"/>
                </a:lnTo>
                <a:lnTo>
                  <a:pt x="489" y="1086"/>
                </a:lnTo>
                <a:lnTo>
                  <a:pt x="488" y="1086"/>
                </a:lnTo>
                <a:lnTo>
                  <a:pt x="488" y="1085"/>
                </a:lnTo>
                <a:lnTo>
                  <a:pt x="487" y="1085"/>
                </a:lnTo>
                <a:lnTo>
                  <a:pt x="486" y="1085"/>
                </a:lnTo>
                <a:lnTo>
                  <a:pt x="486" y="1084"/>
                </a:lnTo>
                <a:lnTo>
                  <a:pt x="485" y="1084"/>
                </a:lnTo>
                <a:lnTo>
                  <a:pt x="485" y="1083"/>
                </a:lnTo>
                <a:lnTo>
                  <a:pt x="484" y="1083"/>
                </a:lnTo>
                <a:lnTo>
                  <a:pt x="484" y="1082"/>
                </a:lnTo>
                <a:lnTo>
                  <a:pt x="483" y="1082"/>
                </a:lnTo>
                <a:lnTo>
                  <a:pt x="483" y="1081"/>
                </a:lnTo>
                <a:lnTo>
                  <a:pt x="483" y="1080"/>
                </a:lnTo>
                <a:lnTo>
                  <a:pt x="482" y="1080"/>
                </a:lnTo>
                <a:lnTo>
                  <a:pt x="482" y="1079"/>
                </a:lnTo>
                <a:lnTo>
                  <a:pt x="482" y="1078"/>
                </a:lnTo>
                <a:lnTo>
                  <a:pt x="481" y="1078"/>
                </a:lnTo>
                <a:lnTo>
                  <a:pt x="480" y="1078"/>
                </a:lnTo>
                <a:lnTo>
                  <a:pt x="480" y="1077"/>
                </a:lnTo>
                <a:lnTo>
                  <a:pt x="479" y="1077"/>
                </a:lnTo>
                <a:lnTo>
                  <a:pt x="478" y="1077"/>
                </a:lnTo>
                <a:lnTo>
                  <a:pt x="478" y="1078"/>
                </a:lnTo>
                <a:lnTo>
                  <a:pt x="477" y="1078"/>
                </a:lnTo>
                <a:lnTo>
                  <a:pt x="477" y="1077"/>
                </a:lnTo>
                <a:lnTo>
                  <a:pt x="476" y="1077"/>
                </a:lnTo>
                <a:lnTo>
                  <a:pt x="475" y="1077"/>
                </a:lnTo>
                <a:lnTo>
                  <a:pt x="474" y="1077"/>
                </a:lnTo>
                <a:lnTo>
                  <a:pt x="473" y="1077"/>
                </a:lnTo>
                <a:lnTo>
                  <a:pt x="473" y="1076"/>
                </a:lnTo>
                <a:lnTo>
                  <a:pt x="473" y="1075"/>
                </a:lnTo>
                <a:lnTo>
                  <a:pt x="472" y="1075"/>
                </a:lnTo>
                <a:lnTo>
                  <a:pt x="472" y="1074"/>
                </a:lnTo>
                <a:lnTo>
                  <a:pt x="471" y="1074"/>
                </a:lnTo>
                <a:lnTo>
                  <a:pt x="470" y="1074"/>
                </a:lnTo>
                <a:lnTo>
                  <a:pt x="470" y="1073"/>
                </a:lnTo>
                <a:lnTo>
                  <a:pt x="469" y="1073"/>
                </a:lnTo>
                <a:lnTo>
                  <a:pt x="468" y="1073"/>
                </a:lnTo>
                <a:lnTo>
                  <a:pt x="467" y="1073"/>
                </a:lnTo>
                <a:lnTo>
                  <a:pt x="466" y="1073"/>
                </a:lnTo>
                <a:lnTo>
                  <a:pt x="465" y="1073"/>
                </a:lnTo>
                <a:lnTo>
                  <a:pt x="465" y="1072"/>
                </a:lnTo>
                <a:lnTo>
                  <a:pt x="464" y="1072"/>
                </a:lnTo>
                <a:lnTo>
                  <a:pt x="463" y="1072"/>
                </a:lnTo>
                <a:lnTo>
                  <a:pt x="463" y="1071"/>
                </a:lnTo>
                <a:lnTo>
                  <a:pt x="462" y="1071"/>
                </a:lnTo>
                <a:lnTo>
                  <a:pt x="461" y="1071"/>
                </a:lnTo>
                <a:lnTo>
                  <a:pt x="461" y="1070"/>
                </a:lnTo>
                <a:lnTo>
                  <a:pt x="460" y="1070"/>
                </a:lnTo>
                <a:lnTo>
                  <a:pt x="460" y="1069"/>
                </a:lnTo>
                <a:lnTo>
                  <a:pt x="459" y="1069"/>
                </a:lnTo>
                <a:lnTo>
                  <a:pt x="459" y="1068"/>
                </a:lnTo>
                <a:lnTo>
                  <a:pt x="459" y="1067"/>
                </a:lnTo>
                <a:lnTo>
                  <a:pt x="459" y="1066"/>
                </a:lnTo>
                <a:lnTo>
                  <a:pt x="458" y="1066"/>
                </a:lnTo>
                <a:lnTo>
                  <a:pt x="458" y="1065"/>
                </a:lnTo>
                <a:lnTo>
                  <a:pt x="457" y="1065"/>
                </a:lnTo>
                <a:lnTo>
                  <a:pt x="456" y="1065"/>
                </a:lnTo>
                <a:lnTo>
                  <a:pt x="456" y="1064"/>
                </a:lnTo>
                <a:lnTo>
                  <a:pt x="455" y="1064"/>
                </a:lnTo>
                <a:lnTo>
                  <a:pt x="455" y="1063"/>
                </a:lnTo>
                <a:lnTo>
                  <a:pt x="454" y="1063"/>
                </a:lnTo>
                <a:lnTo>
                  <a:pt x="454" y="1062"/>
                </a:lnTo>
                <a:lnTo>
                  <a:pt x="454" y="1061"/>
                </a:lnTo>
                <a:lnTo>
                  <a:pt x="453" y="1061"/>
                </a:lnTo>
                <a:lnTo>
                  <a:pt x="452" y="1061"/>
                </a:lnTo>
                <a:lnTo>
                  <a:pt x="451" y="1061"/>
                </a:lnTo>
                <a:lnTo>
                  <a:pt x="451" y="1060"/>
                </a:lnTo>
                <a:lnTo>
                  <a:pt x="450" y="1060"/>
                </a:lnTo>
                <a:lnTo>
                  <a:pt x="450" y="1059"/>
                </a:lnTo>
                <a:lnTo>
                  <a:pt x="449" y="1059"/>
                </a:lnTo>
                <a:lnTo>
                  <a:pt x="448" y="1058"/>
                </a:lnTo>
                <a:lnTo>
                  <a:pt x="447" y="1058"/>
                </a:lnTo>
                <a:lnTo>
                  <a:pt x="447" y="1057"/>
                </a:lnTo>
                <a:lnTo>
                  <a:pt x="446" y="1057"/>
                </a:lnTo>
                <a:lnTo>
                  <a:pt x="446" y="1056"/>
                </a:lnTo>
                <a:lnTo>
                  <a:pt x="445" y="1056"/>
                </a:lnTo>
                <a:lnTo>
                  <a:pt x="445" y="1055"/>
                </a:lnTo>
                <a:lnTo>
                  <a:pt x="444" y="1055"/>
                </a:lnTo>
                <a:lnTo>
                  <a:pt x="443" y="1055"/>
                </a:lnTo>
                <a:lnTo>
                  <a:pt x="443" y="1054"/>
                </a:lnTo>
                <a:lnTo>
                  <a:pt x="442" y="1054"/>
                </a:lnTo>
                <a:lnTo>
                  <a:pt x="442" y="1055"/>
                </a:lnTo>
                <a:lnTo>
                  <a:pt x="442" y="1056"/>
                </a:lnTo>
                <a:lnTo>
                  <a:pt x="442" y="1058"/>
                </a:lnTo>
                <a:lnTo>
                  <a:pt x="442" y="1059"/>
                </a:lnTo>
                <a:lnTo>
                  <a:pt x="441" y="1059"/>
                </a:lnTo>
                <a:lnTo>
                  <a:pt x="441" y="1060"/>
                </a:lnTo>
                <a:lnTo>
                  <a:pt x="440" y="1060"/>
                </a:lnTo>
                <a:lnTo>
                  <a:pt x="439" y="1060"/>
                </a:lnTo>
                <a:lnTo>
                  <a:pt x="439" y="1061"/>
                </a:lnTo>
                <a:lnTo>
                  <a:pt x="438" y="1061"/>
                </a:lnTo>
                <a:lnTo>
                  <a:pt x="438" y="1060"/>
                </a:lnTo>
                <a:lnTo>
                  <a:pt x="437" y="1060"/>
                </a:lnTo>
                <a:lnTo>
                  <a:pt x="437" y="1059"/>
                </a:lnTo>
                <a:lnTo>
                  <a:pt x="436" y="1059"/>
                </a:lnTo>
                <a:lnTo>
                  <a:pt x="436" y="1058"/>
                </a:lnTo>
                <a:lnTo>
                  <a:pt x="435" y="1058"/>
                </a:lnTo>
                <a:lnTo>
                  <a:pt x="435" y="1057"/>
                </a:lnTo>
                <a:lnTo>
                  <a:pt x="434" y="1057"/>
                </a:lnTo>
                <a:lnTo>
                  <a:pt x="434" y="1056"/>
                </a:lnTo>
                <a:lnTo>
                  <a:pt x="433" y="1056"/>
                </a:lnTo>
                <a:lnTo>
                  <a:pt x="432" y="1055"/>
                </a:lnTo>
                <a:lnTo>
                  <a:pt x="432" y="1056"/>
                </a:lnTo>
                <a:lnTo>
                  <a:pt x="431" y="1056"/>
                </a:lnTo>
                <a:lnTo>
                  <a:pt x="431" y="1057"/>
                </a:lnTo>
                <a:lnTo>
                  <a:pt x="431" y="1058"/>
                </a:lnTo>
                <a:lnTo>
                  <a:pt x="430" y="1058"/>
                </a:lnTo>
                <a:lnTo>
                  <a:pt x="430" y="1060"/>
                </a:lnTo>
                <a:lnTo>
                  <a:pt x="429" y="1060"/>
                </a:lnTo>
                <a:lnTo>
                  <a:pt x="429" y="1061"/>
                </a:lnTo>
                <a:lnTo>
                  <a:pt x="428" y="1061"/>
                </a:lnTo>
                <a:lnTo>
                  <a:pt x="428" y="1062"/>
                </a:lnTo>
                <a:lnTo>
                  <a:pt x="428" y="1063"/>
                </a:lnTo>
                <a:lnTo>
                  <a:pt x="428" y="1064"/>
                </a:lnTo>
                <a:lnTo>
                  <a:pt x="427" y="1064"/>
                </a:lnTo>
                <a:lnTo>
                  <a:pt x="427" y="1065"/>
                </a:lnTo>
                <a:lnTo>
                  <a:pt x="428" y="1065"/>
                </a:lnTo>
                <a:lnTo>
                  <a:pt x="428" y="1066"/>
                </a:lnTo>
                <a:lnTo>
                  <a:pt x="428" y="1067"/>
                </a:lnTo>
                <a:lnTo>
                  <a:pt x="427" y="1067"/>
                </a:lnTo>
                <a:lnTo>
                  <a:pt x="427" y="1066"/>
                </a:lnTo>
                <a:lnTo>
                  <a:pt x="426" y="1066"/>
                </a:lnTo>
                <a:lnTo>
                  <a:pt x="425" y="1066"/>
                </a:lnTo>
                <a:lnTo>
                  <a:pt x="424" y="1066"/>
                </a:lnTo>
                <a:lnTo>
                  <a:pt x="424" y="1065"/>
                </a:lnTo>
                <a:lnTo>
                  <a:pt x="423" y="1065"/>
                </a:lnTo>
                <a:lnTo>
                  <a:pt x="423" y="1064"/>
                </a:lnTo>
                <a:lnTo>
                  <a:pt x="422" y="1064"/>
                </a:lnTo>
                <a:lnTo>
                  <a:pt x="421" y="1064"/>
                </a:lnTo>
                <a:lnTo>
                  <a:pt x="421" y="1063"/>
                </a:lnTo>
                <a:lnTo>
                  <a:pt x="420" y="1063"/>
                </a:lnTo>
                <a:lnTo>
                  <a:pt x="419" y="1063"/>
                </a:lnTo>
                <a:lnTo>
                  <a:pt x="419" y="1062"/>
                </a:lnTo>
                <a:lnTo>
                  <a:pt x="418" y="1062"/>
                </a:lnTo>
                <a:lnTo>
                  <a:pt x="417" y="1062"/>
                </a:lnTo>
                <a:lnTo>
                  <a:pt x="417" y="1061"/>
                </a:lnTo>
                <a:lnTo>
                  <a:pt x="416" y="1061"/>
                </a:lnTo>
                <a:lnTo>
                  <a:pt x="415" y="1060"/>
                </a:lnTo>
                <a:lnTo>
                  <a:pt x="415" y="1059"/>
                </a:lnTo>
                <a:lnTo>
                  <a:pt x="415" y="1058"/>
                </a:lnTo>
                <a:lnTo>
                  <a:pt x="415" y="1057"/>
                </a:lnTo>
                <a:lnTo>
                  <a:pt x="414" y="1057"/>
                </a:lnTo>
                <a:lnTo>
                  <a:pt x="414" y="1056"/>
                </a:lnTo>
                <a:lnTo>
                  <a:pt x="413" y="1056"/>
                </a:lnTo>
                <a:lnTo>
                  <a:pt x="413" y="1055"/>
                </a:lnTo>
                <a:lnTo>
                  <a:pt x="412" y="1055"/>
                </a:lnTo>
                <a:lnTo>
                  <a:pt x="412" y="1054"/>
                </a:lnTo>
                <a:lnTo>
                  <a:pt x="411" y="1054"/>
                </a:lnTo>
                <a:lnTo>
                  <a:pt x="411" y="1053"/>
                </a:lnTo>
                <a:lnTo>
                  <a:pt x="411" y="1052"/>
                </a:lnTo>
                <a:lnTo>
                  <a:pt x="410" y="1052"/>
                </a:lnTo>
                <a:lnTo>
                  <a:pt x="410" y="1053"/>
                </a:lnTo>
                <a:lnTo>
                  <a:pt x="410" y="1054"/>
                </a:lnTo>
                <a:lnTo>
                  <a:pt x="409" y="1054"/>
                </a:lnTo>
                <a:lnTo>
                  <a:pt x="409" y="1053"/>
                </a:lnTo>
                <a:lnTo>
                  <a:pt x="409" y="1052"/>
                </a:lnTo>
                <a:lnTo>
                  <a:pt x="409" y="1051"/>
                </a:lnTo>
                <a:lnTo>
                  <a:pt x="408" y="1051"/>
                </a:lnTo>
                <a:lnTo>
                  <a:pt x="407" y="1051"/>
                </a:lnTo>
                <a:lnTo>
                  <a:pt x="406" y="1051"/>
                </a:lnTo>
                <a:lnTo>
                  <a:pt x="405" y="1051"/>
                </a:lnTo>
                <a:lnTo>
                  <a:pt x="405" y="1052"/>
                </a:lnTo>
                <a:lnTo>
                  <a:pt x="404" y="1052"/>
                </a:lnTo>
                <a:lnTo>
                  <a:pt x="404" y="1053"/>
                </a:lnTo>
                <a:lnTo>
                  <a:pt x="404" y="1054"/>
                </a:lnTo>
                <a:lnTo>
                  <a:pt x="403" y="1055"/>
                </a:lnTo>
                <a:lnTo>
                  <a:pt x="403" y="1056"/>
                </a:lnTo>
                <a:lnTo>
                  <a:pt x="404" y="1056"/>
                </a:lnTo>
                <a:lnTo>
                  <a:pt x="405" y="1056"/>
                </a:lnTo>
                <a:lnTo>
                  <a:pt x="405" y="1057"/>
                </a:lnTo>
                <a:lnTo>
                  <a:pt x="406" y="1057"/>
                </a:lnTo>
                <a:lnTo>
                  <a:pt x="406" y="1058"/>
                </a:lnTo>
                <a:lnTo>
                  <a:pt x="406" y="1059"/>
                </a:lnTo>
                <a:lnTo>
                  <a:pt x="407" y="1059"/>
                </a:lnTo>
                <a:lnTo>
                  <a:pt x="407" y="1060"/>
                </a:lnTo>
                <a:lnTo>
                  <a:pt x="406" y="1060"/>
                </a:lnTo>
                <a:lnTo>
                  <a:pt x="406" y="1061"/>
                </a:lnTo>
                <a:lnTo>
                  <a:pt x="405" y="1061"/>
                </a:lnTo>
                <a:lnTo>
                  <a:pt x="404" y="1061"/>
                </a:lnTo>
                <a:lnTo>
                  <a:pt x="403" y="1061"/>
                </a:lnTo>
                <a:lnTo>
                  <a:pt x="402" y="1061"/>
                </a:lnTo>
                <a:lnTo>
                  <a:pt x="402" y="1060"/>
                </a:lnTo>
                <a:lnTo>
                  <a:pt x="401" y="1060"/>
                </a:lnTo>
                <a:lnTo>
                  <a:pt x="400" y="1061"/>
                </a:lnTo>
                <a:lnTo>
                  <a:pt x="401" y="1061"/>
                </a:lnTo>
                <a:lnTo>
                  <a:pt x="401" y="1062"/>
                </a:lnTo>
                <a:lnTo>
                  <a:pt x="401" y="1063"/>
                </a:lnTo>
                <a:lnTo>
                  <a:pt x="401" y="1064"/>
                </a:lnTo>
                <a:lnTo>
                  <a:pt x="402" y="1064"/>
                </a:lnTo>
                <a:lnTo>
                  <a:pt x="401" y="1065"/>
                </a:lnTo>
                <a:lnTo>
                  <a:pt x="401" y="1066"/>
                </a:lnTo>
                <a:lnTo>
                  <a:pt x="401" y="1067"/>
                </a:lnTo>
                <a:lnTo>
                  <a:pt x="401" y="1068"/>
                </a:lnTo>
                <a:lnTo>
                  <a:pt x="400" y="1068"/>
                </a:lnTo>
                <a:lnTo>
                  <a:pt x="400" y="1069"/>
                </a:lnTo>
                <a:lnTo>
                  <a:pt x="399" y="1069"/>
                </a:lnTo>
                <a:lnTo>
                  <a:pt x="399" y="1070"/>
                </a:lnTo>
                <a:lnTo>
                  <a:pt x="399" y="1071"/>
                </a:lnTo>
                <a:lnTo>
                  <a:pt x="400" y="1071"/>
                </a:lnTo>
                <a:lnTo>
                  <a:pt x="400" y="1072"/>
                </a:lnTo>
                <a:lnTo>
                  <a:pt x="401" y="1072"/>
                </a:lnTo>
                <a:lnTo>
                  <a:pt x="402" y="1073"/>
                </a:lnTo>
                <a:lnTo>
                  <a:pt x="402" y="1074"/>
                </a:lnTo>
                <a:lnTo>
                  <a:pt x="402" y="1075"/>
                </a:lnTo>
                <a:lnTo>
                  <a:pt x="401" y="1075"/>
                </a:lnTo>
                <a:lnTo>
                  <a:pt x="400" y="1075"/>
                </a:lnTo>
                <a:lnTo>
                  <a:pt x="400" y="1076"/>
                </a:lnTo>
                <a:lnTo>
                  <a:pt x="399" y="1076"/>
                </a:lnTo>
                <a:lnTo>
                  <a:pt x="398" y="1076"/>
                </a:lnTo>
                <a:lnTo>
                  <a:pt x="398" y="1077"/>
                </a:lnTo>
                <a:lnTo>
                  <a:pt x="398" y="1078"/>
                </a:lnTo>
                <a:lnTo>
                  <a:pt x="397" y="1078"/>
                </a:lnTo>
                <a:lnTo>
                  <a:pt x="398" y="1078"/>
                </a:lnTo>
                <a:lnTo>
                  <a:pt x="400" y="1078"/>
                </a:lnTo>
                <a:lnTo>
                  <a:pt x="400" y="1079"/>
                </a:lnTo>
                <a:lnTo>
                  <a:pt x="400" y="1080"/>
                </a:lnTo>
                <a:lnTo>
                  <a:pt x="399" y="1080"/>
                </a:lnTo>
                <a:lnTo>
                  <a:pt x="399" y="1081"/>
                </a:lnTo>
                <a:lnTo>
                  <a:pt x="398" y="1081"/>
                </a:lnTo>
                <a:lnTo>
                  <a:pt x="398" y="1082"/>
                </a:lnTo>
                <a:lnTo>
                  <a:pt x="398" y="1083"/>
                </a:lnTo>
                <a:lnTo>
                  <a:pt x="397" y="1083"/>
                </a:lnTo>
                <a:lnTo>
                  <a:pt x="396" y="1083"/>
                </a:lnTo>
                <a:lnTo>
                  <a:pt x="396" y="1084"/>
                </a:lnTo>
                <a:lnTo>
                  <a:pt x="395" y="1084"/>
                </a:lnTo>
                <a:lnTo>
                  <a:pt x="394" y="1084"/>
                </a:lnTo>
                <a:lnTo>
                  <a:pt x="395" y="1085"/>
                </a:lnTo>
                <a:lnTo>
                  <a:pt x="395" y="1086"/>
                </a:lnTo>
                <a:lnTo>
                  <a:pt x="394" y="1087"/>
                </a:lnTo>
                <a:lnTo>
                  <a:pt x="393" y="1087"/>
                </a:lnTo>
                <a:lnTo>
                  <a:pt x="393" y="1088"/>
                </a:lnTo>
                <a:lnTo>
                  <a:pt x="393" y="1089"/>
                </a:lnTo>
                <a:lnTo>
                  <a:pt x="394" y="1089"/>
                </a:lnTo>
                <a:lnTo>
                  <a:pt x="394" y="1091"/>
                </a:lnTo>
                <a:lnTo>
                  <a:pt x="393" y="1091"/>
                </a:lnTo>
                <a:lnTo>
                  <a:pt x="393" y="1092"/>
                </a:lnTo>
                <a:lnTo>
                  <a:pt x="393" y="1093"/>
                </a:lnTo>
                <a:lnTo>
                  <a:pt x="392" y="1093"/>
                </a:lnTo>
                <a:lnTo>
                  <a:pt x="391" y="1093"/>
                </a:lnTo>
                <a:lnTo>
                  <a:pt x="391" y="1094"/>
                </a:lnTo>
                <a:lnTo>
                  <a:pt x="390" y="1094"/>
                </a:lnTo>
                <a:lnTo>
                  <a:pt x="389" y="1094"/>
                </a:lnTo>
                <a:lnTo>
                  <a:pt x="388" y="1095"/>
                </a:lnTo>
                <a:lnTo>
                  <a:pt x="388" y="1096"/>
                </a:lnTo>
                <a:lnTo>
                  <a:pt x="387" y="1096"/>
                </a:lnTo>
                <a:lnTo>
                  <a:pt x="387" y="1097"/>
                </a:lnTo>
                <a:lnTo>
                  <a:pt x="385" y="1097"/>
                </a:lnTo>
                <a:lnTo>
                  <a:pt x="384" y="1097"/>
                </a:lnTo>
                <a:lnTo>
                  <a:pt x="383" y="1098"/>
                </a:lnTo>
                <a:lnTo>
                  <a:pt x="382" y="1098"/>
                </a:lnTo>
                <a:lnTo>
                  <a:pt x="382" y="1099"/>
                </a:lnTo>
                <a:lnTo>
                  <a:pt x="381" y="1099"/>
                </a:lnTo>
                <a:lnTo>
                  <a:pt x="381" y="1100"/>
                </a:lnTo>
                <a:lnTo>
                  <a:pt x="380" y="1100"/>
                </a:lnTo>
                <a:lnTo>
                  <a:pt x="380" y="1101"/>
                </a:lnTo>
                <a:lnTo>
                  <a:pt x="379" y="1101"/>
                </a:lnTo>
                <a:lnTo>
                  <a:pt x="378" y="1101"/>
                </a:lnTo>
                <a:lnTo>
                  <a:pt x="377" y="1101"/>
                </a:lnTo>
                <a:lnTo>
                  <a:pt x="376" y="1101"/>
                </a:lnTo>
                <a:lnTo>
                  <a:pt x="376" y="1100"/>
                </a:lnTo>
                <a:lnTo>
                  <a:pt x="376" y="1099"/>
                </a:lnTo>
                <a:lnTo>
                  <a:pt x="376" y="1098"/>
                </a:lnTo>
                <a:lnTo>
                  <a:pt x="375" y="1098"/>
                </a:lnTo>
                <a:lnTo>
                  <a:pt x="375" y="1099"/>
                </a:lnTo>
                <a:lnTo>
                  <a:pt x="374" y="1099"/>
                </a:lnTo>
                <a:lnTo>
                  <a:pt x="373" y="1099"/>
                </a:lnTo>
                <a:lnTo>
                  <a:pt x="372" y="1099"/>
                </a:lnTo>
                <a:lnTo>
                  <a:pt x="371" y="1099"/>
                </a:lnTo>
                <a:lnTo>
                  <a:pt x="370" y="1099"/>
                </a:lnTo>
                <a:lnTo>
                  <a:pt x="369" y="1098"/>
                </a:lnTo>
                <a:lnTo>
                  <a:pt x="369" y="1099"/>
                </a:lnTo>
                <a:lnTo>
                  <a:pt x="368" y="1099"/>
                </a:lnTo>
                <a:lnTo>
                  <a:pt x="367" y="1099"/>
                </a:lnTo>
                <a:lnTo>
                  <a:pt x="366" y="1099"/>
                </a:lnTo>
                <a:lnTo>
                  <a:pt x="366" y="1100"/>
                </a:lnTo>
                <a:lnTo>
                  <a:pt x="367" y="1100"/>
                </a:lnTo>
                <a:lnTo>
                  <a:pt x="367" y="1101"/>
                </a:lnTo>
                <a:lnTo>
                  <a:pt x="367" y="1102"/>
                </a:lnTo>
                <a:lnTo>
                  <a:pt x="368" y="1102"/>
                </a:lnTo>
                <a:lnTo>
                  <a:pt x="368" y="1103"/>
                </a:lnTo>
                <a:lnTo>
                  <a:pt x="368" y="1104"/>
                </a:lnTo>
                <a:lnTo>
                  <a:pt x="369" y="1104"/>
                </a:lnTo>
                <a:lnTo>
                  <a:pt x="369" y="1105"/>
                </a:lnTo>
                <a:lnTo>
                  <a:pt x="370" y="1105"/>
                </a:lnTo>
                <a:lnTo>
                  <a:pt x="370" y="1107"/>
                </a:lnTo>
                <a:lnTo>
                  <a:pt x="370" y="1108"/>
                </a:lnTo>
                <a:lnTo>
                  <a:pt x="370" y="1109"/>
                </a:lnTo>
                <a:lnTo>
                  <a:pt x="369" y="1109"/>
                </a:lnTo>
                <a:lnTo>
                  <a:pt x="369" y="1110"/>
                </a:lnTo>
                <a:lnTo>
                  <a:pt x="369" y="1111"/>
                </a:lnTo>
                <a:lnTo>
                  <a:pt x="369" y="1112"/>
                </a:lnTo>
                <a:lnTo>
                  <a:pt x="369" y="1114"/>
                </a:lnTo>
                <a:lnTo>
                  <a:pt x="368" y="1114"/>
                </a:lnTo>
                <a:lnTo>
                  <a:pt x="368" y="1115"/>
                </a:lnTo>
                <a:lnTo>
                  <a:pt x="368" y="1116"/>
                </a:lnTo>
                <a:lnTo>
                  <a:pt x="367" y="1116"/>
                </a:lnTo>
                <a:lnTo>
                  <a:pt x="367" y="1117"/>
                </a:lnTo>
                <a:lnTo>
                  <a:pt x="366" y="1117"/>
                </a:lnTo>
                <a:lnTo>
                  <a:pt x="365" y="1118"/>
                </a:lnTo>
                <a:lnTo>
                  <a:pt x="365" y="1119"/>
                </a:lnTo>
                <a:lnTo>
                  <a:pt x="364" y="1119"/>
                </a:lnTo>
                <a:lnTo>
                  <a:pt x="364" y="1120"/>
                </a:lnTo>
                <a:lnTo>
                  <a:pt x="364" y="1121"/>
                </a:lnTo>
                <a:lnTo>
                  <a:pt x="363" y="1121"/>
                </a:lnTo>
                <a:lnTo>
                  <a:pt x="362" y="1121"/>
                </a:lnTo>
                <a:lnTo>
                  <a:pt x="361" y="1121"/>
                </a:lnTo>
                <a:lnTo>
                  <a:pt x="360" y="1121"/>
                </a:lnTo>
                <a:lnTo>
                  <a:pt x="359" y="1121"/>
                </a:lnTo>
                <a:lnTo>
                  <a:pt x="359" y="1122"/>
                </a:lnTo>
                <a:lnTo>
                  <a:pt x="358" y="1122"/>
                </a:lnTo>
                <a:lnTo>
                  <a:pt x="357" y="1122"/>
                </a:lnTo>
                <a:lnTo>
                  <a:pt x="358" y="1122"/>
                </a:lnTo>
                <a:lnTo>
                  <a:pt x="358" y="1123"/>
                </a:lnTo>
                <a:lnTo>
                  <a:pt x="359" y="1123"/>
                </a:lnTo>
                <a:lnTo>
                  <a:pt x="359" y="1124"/>
                </a:lnTo>
                <a:lnTo>
                  <a:pt x="360" y="1124"/>
                </a:lnTo>
                <a:lnTo>
                  <a:pt x="360" y="1125"/>
                </a:lnTo>
                <a:lnTo>
                  <a:pt x="359" y="1125"/>
                </a:lnTo>
                <a:lnTo>
                  <a:pt x="359" y="1126"/>
                </a:lnTo>
                <a:lnTo>
                  <a:pt x="358" y="1126"/>
                </a:lnTo>
                <a:lnTo>
                  <a:pt x="357" y="1126"/>
                </a:lnTo>
                <a:lnTo>
                  <a:pt x="356" y="1126"/>
                </a:lnTo>
                <a:lnTo>
                  <a:pt x="355" y="1126"/>
                </a:lnTo>
                <a:lnTo>
                  <a:pt x="354" y="1126"/>
                </a:lnTo>
                <a:lnTo>
                  <a:pt x="353" y="1126"/>
                </a:lnTo>
                <a:lnTo>
                  <a:pt x="353" y="1125"/>
                </a:lnTo>
                <a:lnTo>
                  <a:pt x="353" y="1124"/>
                </a:lnTo>
                <a:lnTo>
                  <a:pt x="352" y="1124"/>
                </a:lnTo>
                <a:lnTo>
                  <a:pt x="352" y="1123"/>
                </a:lnTo>
                <a:lnTo>
                  <a:pt x="351" y="1123"/>
                </a:lnTo>
                <a:lnTo>
                  <a:pt x="351" y="1122"/>
                </a:lnTo>
                <a:lnTo>
                  <a:pt x="350" y="1122"/>
                </a:lnTo>
                <a:lnTo>
                  <a:pt x="349" y="1122"/>
                </a:lnTo>
                <a:lnTo>
                  <a:pt x="349" y="1123"/>
                </a:lnTo>
                <a:lnTo>
                  <a:pt x="348" y="1123"/>
                </a:lnTo>
                <a:lnTo>
                  <a:pt x="348" y="1124"/>
                </a:lnTo>
                <a:lnTo>
                  <a:pt x="347" y="1124"/>
                </a:lnTo>
                <a:lnTo>
                  <a:pt x="347" y="1123"/>
                </a:lnTo>
                <a:lnTo>
                  <a:pt x="346" y="1123"/>
                </a:lnTo>
                <a:lnTo>
                  <a:pt x="345" y="1123"/>
                </a:lnTo>
                <a:lnTo>
                  <a:pt x="344" y="1123"/>
                </a:lnTo>
                <a:lnTo>
                  <a:pt x="343" y="1123"/>
                </a:lnTo>
                <a:lnTo>
                  <a:pt x="343" y="1122"/>
                </a:lnTo>
                <a:lnTo>
                  <a:pt x="342" y="1122"/>
                </a:lnTo>
                <a:lnTo>
                  <a:pt x="341" y="1122"/>
                </a:lnTo>
                <a:lnTo>
                  <a:pt x="341" y="1121"/>
                </a:lnTo>
                <a:lnTo>
                  <a:pt x="340" y="1121"/>
                </a:lnTo>
                <a:lnTo>
                  <a:pt x="339" y="1121"/>
                </a:lnTo>
                <a:lnTo>
                  <a:pt x="338" y="1120"/>
                </a:lnTo>
                <a:lnTo>
                  <a:pt x="337" y="1120"/>
                </a:lnTo>
                <a:lnTo>
                  <a:pt x="337" y="1119"/>
                </a:lnTo>
                <a:lnTo>
                  <a:pt x="338" y="1118"/>
                </a:lnTo>
                <a:lnTo>
                  <a:pt x="337" y="1118"/>
                </a:lnTo>
                <a:lnTo>
                  <a:pt x="338" y="1118"/>
                </a:lnTo>
                <a:lnTo>
                  <a:pt x="337" y="1118"/>
                </a:lnTo>
                <a:lnTo>
                  <a:pt x="337" y="1117"/>
                </a:lnTo>
                <a:lnTo>
                  <a:pt x="337" y="1116"/>
                </a:lnTo>
                <a:lnTo>
                  <a:pt x="336" y="1116"/>
                </a:lnTo>
                <a:lnTo>
                  <a:pt x="336" y="1115"/>
                </a:lnTo>
                <a:lnTo>
                  <a:pt x="336" y="1114"/>
                </a:lnTo>
                <a:lnTo>
                  <a:pt x="335" y="1113"/>
                </a:lnTo>
                <a:lnTo>
                  <a:pt x="334" y="1113"/>
                </a:lnTo>
                <a:lnTo>
                  <a:pt x="334" y="1112"/>
                </a:lnTo>
                <a:lnTo>
                  <a:pt x="334" y="1111"/>
                </a:lnTo>
                <a:lnTo>
                  <a:pt x="335" y="1110"/>
                </a:lnTo>
                <a:lnTo>
                  <a:pt x="335" y="1109"/>
                </a:lnTo>
                <a:lnTo>
                  <a:pt x="336" y="1109"/>
                </a:lnTo>
                <a:lnTo>
                  <a:pt x="336" y="1108"/>
                </a:lnTo>
                <a:lnTo>
                  <a:pt x="336" y="1107"/>
                </a:lnTo>
                <a:lnTo>
                  <a:pt x="337" y="1107"/>
                </a:lnTo>
                <a:lnTo>
                  <a:pt x="338" y="1106"/>
                </a:lnTo>
                <a:lnTo>
                  <a:pt x="338" y="1105"/>
                </a:lnTo>
                <a:lnTo>
                  <a:pt x="338" y="1104"/>
                </a:lnTo>
                <a:lnTo>
                  <a:pt x="337" y="1104"/>
                </a:lnTo>
                <a:lnTo>
                  <a:pt x="337" y="1103"/>
                </a:lnTo>
                <a:lnTo>
                  <a:pt x="338" y="1103"/>
                </a:lnTo>
                <a:lnTo>
                  <a:pt x="337" y="1103"/>
                </a:lnTo>
                <a:lnTo>
                  <a:pt x="337" y="1102"/>
                </a:lnTo>
                <a:lnTo>
                  <a:pt x="336" y="1102"/>
                </a:lnTo>
                <a:lnTo>
                  <a:pt x="335" y="1102"/>
                </a:lnTo>
                <a:lnTo>
                  <a:pt x="334" y="1102"/>
                </a:lnTo>
                <a:lnTo>
                  <a:pt x="334" y="1101"/>
                </a:lnTo>
                <a:lnTo>
                  <a:pt x="335" y="1101"/>
                </a:lnTo>
                <a:lnTo>
                  <a:pt x="335" y="1100"/>
                </a:lnTo>
                <a:lnTo>
                  <a:pt x="335" y="1099"/>
                </a:lnTo>
                <a:lnTo>
                  <a:pt x="336" y="1099"/>
                </a:lnTo>
                <a:lnTo>
                  <a:pt x="336" y="1097"/>
                </a:lnTo>
                <a:lnTo>
                  <a:pt x="335" y="1097"/>
                </a:lnTo>
                <a:lnTo>
                  <a:pt x="335" y="1096"/>
                </a:lnTo>
                <a:lnTo>
                  <a:pt x="336" y="1096"/>
                </a:lnTo>
                <a:lnTo>
                  <a:pt x="336" y="1095"/>
                </a:lnTo>
                <a:lnTo>
                  <a:pt x="336" y="1094"/>
                </a:lnTo>
                <a:lnTo>
                  <a:pt x="336" y="1093"/>
                </a:lnTo>
                <a:lnTo>
                  <a:pt x="337" y="1093"/>
                </a:lnTo>
                <a:lnTo>
                  <a:pt x="336" y="1093"/>
                </a:lnTo>
                <a:lnTo>
                  <a:pt x="336" y="1092"/>
                </a:lnTo>
                <a:lnTo>
                  <a:pt x="337" y="1092"/>
                </a:lnTo>
                <a:lnTo>
                  <a:pt x="337" y="1091"/>
                </a:lnTo>
                <a:lnTo>
                  <a:pt x="336" y="1091"/>
                </a:lnTo>
                <a:lnTo>
                  <a:pt x="336" y="1090"/>
                </a:lnTo>
                <a:lnTo>
                  <a:pt x="335" y="1090"/>
                </a:lnTo>
                <a:lnTo>
                  <a:pt x="335" y="1089"/>
                </a:lnTo>
                <a:lnTo>
                  <a:pt x="334" y="1089"/>
                </a:lnTo>
                <a:lnTo>
                  <a:pt x="334" y="1088"/>
                </a:lnTo>
                <a:lnTo>
                  <a:pt x="334" y="1087"/>
                </a:lnTo>
                <a:lnTo>
                  <a:pt x="333" y="1087"/>
                </a:lnTo>
                <a:lnTo>
                  <a:pt x="333" y="1086"/>
                </a:lnTo>
                <a:lnTo>
                  <a:pt x="334" y="1086"/>
                </a:lnTo>
                <a:lnTo>
                  <a:pt x="333" y="1086"/>
                </a:lnTo>
                <a:lnTo>
                  <a:pt x="333" y="1085"/>
                </a:lnTo>
                <a:lnTo>
                  <a:pt x="333" y="1084"/>
                </a:lnTo>
                <a:lnTo>
                  <a:pt x="332" y="1084"/>
                </a:lnTo>
                <a:lnTo>
                  <a:pt x="332" y="1083"/>
                </a:lnTo>
                <a:lnTo>
                  <a:pt x="332" y="1081"/>
                </a:lnTo>
                <a:lnTo>
                  <a:pt x="331" y="1080"/>
                </a:lnTo>
                <a:lnTo>
                  <a:pt x="331" y="1079"/>
                </a:lnTo>
                <a:lnTo>
                  <a:pt x="332" y="1079"/>
                </a:lnTo>
                <a:lnTo>
                  <a:pt x="333" y="1079"/>
                </a:lnTo>
                <a:lnTo>
                  <a:pt x="333" y="1078"/>
                </a:lnTo>
                <a:lnTo>
                  <a:pt x="334" y="1078"/>
                </a:lnTo>
                <a:lnTo>
                  <a:pt x="333" y="1078"/>
                </a:lnTo>
                <a:lnTo>
                  <a:pt x="333" y="1077"/>
                </a:lnTo>
                <a:lnTo>
                  <a:pt x="333" y="1076"/>
                </a:lnTo>
                <a:lnTo>
                  <a:pt x="332" y="1076"/>
                </a:lnTo>
                <a:lnTo>
                  <a:pt x="331" y="1076"/>
                </a:lnTo>
                <a:lnTo>
                  <a:pt x="331" y="1075"/>
                </a:lnTo>
                <a:lnTo>
                  <a:pt x="332" y="1075"/>
                </a:lnTo>
                <a:lnTo>
                  <a:pt x="332" y="1074"/>
                </a:lnTo>
                <a:lnTo>
                  <a:pt x="331" y="1074"/>
                </a:lnTo>
                <a:lnTo>
                  <a:pt x="331" y="1073"/>
                </a:lnTo>
                <a:lnTo>
                  <a:pt x="332" y="1073"/>
                </a:lnTo>
                <a:lnTo>
                  <a:pt x="332" y="1072"/>
                </a:lnTo>
                <a:lnTo>
                  <a:pt x="332" y="1071"/>
                </a:lnTo>
                <a:lnTo>
                  <a:pt x="333" y="1071"/>
                </a:lnTo>
                <a:lnTo>
                  <a:pt x="333" y="1070"/>
                </a:lnTo>
                <a:lnTo>
                  <a:pt x="332" y="1069"/>
                </a:lnTo>
                <a:lnTo>
                  <a:pt x="331" y="1069"/>
                </a:lnTo>
                <a:lnTo>
                  <a:pt x="331" y="1068"/>
                </a:lnTo>
                <a:lnTo>
                  <a:pt x="330" y="1068"/>
                </a:lnTo>
                <a:lnTo>
                  <a:pt x="330" y="1067"/>
                </a:lnTo>
                <a:lnTo>
                  <a:pt x="330" y="1066"/>
                </a:lnTo>
                <a:lnTo>
                  <a:pt x="329" y="1066"/>
                </a:lnTo>
                <a:lnTo>
                  <a:pt x="329" y="1065"/>
                </a:lnTo>
                <a:lnTo>
                  <a:pt x="328" y="1065"/>
                </a:lnTo>
                <a:lnTo>
                  <a:pt x="328" y="1064"/>
                </a:lnTo>
                <a:lnTo>
                  <a:pt x="327" y="1064"/>
                </a:lnTo>
                <a:lnTo>
                  <a:pt x="326" y="1064"/>
                </a:lnTo>
                <a:lnTo>
                  <a:pt x="326" y="1063"/>
                </a:lnTo>
                <a:lnTo>
                  <a:pt x="325" y="1063"/>
                </a:lnTo>
                <a:lnTo>
                  <a:pt x="324" y="1063"/>
                </a:lnTo>
                <a:lnTo>
                  <a:pt x="323" y="1063"/>
                </a:lnTo>
                <a:lnTo>
                  <a:pt x="322" y="1063"/>
                </a:lnTo>
                <a:lnTo>
                  <a:pt x="322" y="1062"/>
                </a:lnTo>
                <a:lnTo>
                  <a:pt x="321" y="1062"/>
                </a:lnTo>
                <a:lnTo>
                  <a:pt x="319" y="1062"/>
                </a:lnTo>
                <a:lnTo>
                  <a:pt x="318" y="1062"/>
                </a:lnTo>
                <a:lnTo>
                  <a:pt x="318" y="1063"/>
                </a:lnTo>
                <a:lnTo>
                  <a:pt x="317" y="1062"/>
                </a:lnTo>
                <a:lnTo>
                  <a:pt x="316" y="1061"/>
                </a:lnTo>
                <a:lnTo>
                  <a:pt x="317" y="1060"/>
                </a:lnTo>
                <a:lnTo>
                  <a:pt x="317" y="1059"/>
                </a:lnTo>
                <a:lnTo>
                  <a:pt x="317" y="1058"/>
                </a:lnTo>
                <a:lnTo>
                  <a:pt x="316" y="1058"/>
                </a:lnTo>
                <a:lnTo>
                  <a:pt x="316" y="1057"/>
                </a:lnTo>
                <a:lnTo>
                  <a:pt x="315" y="1057"/>
                </a:lnTo>
                <a:lnTo>
                  <a:pt x="315" y="1056"/>
                </a:lnTo>
                <a:lnTo>
                  <a:pt x="315" y="1055"/>
                </a:lnTo>
                <a:lnTo>
                  <a:pt x="314" y="1055"/>
                </a:lnTo>
                <a:lnTo>
                  <a:pt x="315" y="1054"/>
                </a:lnTo>
                <a:lnTo>
                  <a:pt x="315" y="1053"/>
                </a:lnTo>
                <a:lnTo>
                  <a:pt x="313" y="1053"/>
                </a:lnTo>
                <a:lnTo>
                  <a:pt x="311" y="1053"/>
                </a:lnTo>
                <a:lnTo>
                  <a:pt x="310" y="1053"/>
                </a:lnTo>
                <a:lnTo>
                  <a:pt x="309" y="1053"/>
                </a:lnTo>
                <a:lnTo>
                  <a:pt x="309" y="1052"/>
                </a:lnTo>
                <a:lnTo>
                  <a:pt x="309" y="1051"/>
                </a:lnTo>
                <a:lnTo>
                  <a:pt x="308" y="1051"/>
                </a:lnTo>
                <a:lnTo>
                  <a:pt x="308" y="1050"/>
                </a:lnTo>
                <a:lnTo>
                  <a:pt x="308" y="1049"/>
                </a:lnTo>
                <a:lnTo>
                  <a:pt x="307" y="1049"/>
                </a:lnTo>
                <a:lnTo>
                  <a:pt x="306" y="1049"/>
                </a:lnTo>
                <a:lnTo>
                  <a:pt x="305" y="1048"/>
                </a:lnTo>
                <a:lnTo>
                  <a:pt x="304" y="1048"/>
                </a:lnTo>
                <a:lnTo>
                  <a:pt x="303" y="1048"/>
                </a:lnTo>
                <a:lnTo>
                  <a:pt x="302" y="1048"/>
                </a:lnTo>
                <a:lnTo>
                  <a:pt x="301" y="1048"/>
                </a:lnTo>
                <a:lnTo>
                  <a:pt x="301" y="1047"/>
                </a:lnTo>
                <a:lnTo>
                  <a:pt x="301" y="1046"/>
                </a:lnTo>
                <a:lnTo>
                  <a:pt x="300" y="1046"/>
                </a:lnTo>
                <a:lnTo>
                  <a:pt x="299" y="1046"/>
                </a:lnTo>
                <a:lnTo>
                  <a:pt x="299" y="1045"/>
                </a:lnTo>
                <a:lnTo>
                  <a:pt x="298" y="1045"/>
                </a:lnTo>
                <a:lnTo>
                  <a:pt x="298" y="1044"/>
                </a:lnTo>
                <a:lnTo>
                  <a:pt x="298" y="1043"/>
                </a:lnTo>
                <a:lnTo>
                  <a:pt x="297" y="1042"/>
                </a:lnTo>
                <a:lnTo>
                  <a:pt x="297" y="1041"/>
                </a:lnTo>
                <a:lnTo>
                  <a:pt x="296" y="1041"/>
                </a:lnTo>
                <a:lnTo>
                  <a:pt x="296" y="1040"/>
                </a:lnTo>
                <a:lnTo>
                  <a:pt x="296" y="1039"/>
                </a:lnTo>
                <a:lnTo>
                  <a:pt x="297" y="1039"/>
                </a:lnTo>
                <a:lnTo>
                  <a:pt x="297" y="1038"/>
                </a:lnTo>
                <a:lnTo>
                  <a:pt x="296" y="1038"/>
                </a:lnTo>
                <a:lnTo>
                  <a:pt x="295" y="1037"/>
                </a:lnTo>
                <a:lnTo>
                  <a:pt x="295" y="1036"/>
                </a:lnTo>
                <a:lnTo>
                  <a:pt x="295" y="1035"/>
                </a:lnTo>
                <a:lnTo>
                  <a:pt x="294" y="1035"/>
                </a:lnTo>
                <a:lnTo>
                  <a:pt x="294" y="1034"/>
                </a:lnTo>
                <a:lnTo>
                  <a:pt x="293" y="1034"/>
                </a:lnTo>
                <a:lnTo>
                  <a:pt x="293" y="1033"/>
                </a:lnTo>
                <a:lnTo>
                  <a:pt x="293" y="1032"/>
                </a:lnTo>
                <a:lnTo>
                  <a:pt x="292" y="1032"/>
                </a:lnTo>
                <a:lnTo>
                  <a:pt x="292" y="1031"/>
                </a:lnTo>
                <a:lnTo>
                  <a:pt x="292" y="1030"/>
                </a:lnTo>
                <a:lnTo>
                  <a:pt x="291" y="1029"/>
                </a:lnTo>
                <a:lnTo>
                  <a:pt x="291" y="1028"/>
                </a:lnTo>
                <a:lnTo>
                  <a:pt x="290" y="1027"/>
                </a:lnTo>
                <a:lnTo>
                  <a:pt x="290" y="1026"/>
                </a:lnTo>
                <a:lnTo>
                  <a:pt x="289" y="1026"/>
                </a:lnTo>
                <a:lnTo>
                  <a:pt x="289" y="1025"/>
                </a:lnTo>
                <a:lnTo>
                  <a:pt x="288" y="1024"/>
                </a:lnTo>
                <a:lnTo>
                  <a:pt x="288" y="1023"/>
                </a:lnTo>
                <a:lnTo>
                  <a:pt x="287" y="1023"/>
                </a:lnTo>
                <a:lnTo>
                  <a:pt x="287" y="1022"/>
                </a:lnTo>
                <a:lnTo>
                  <a:pt x="286" y="1022"/>
                </a:lnTo>
                <a:lnTo>
                  <a:pt x="285" y="1022"/>
                </a:lnTo>
                <a:lnTo>
                  <a:pt x="285" y="1023"/>
                </a:lnTo>
                <a:lnTo>
                  <a:pt x="284" y="1022"/>
                </a:lnTo>
                <a:lnTo>
                  <a:pt x="283" y="1022"/>
                </a:lnTo>
                <a:lnTo>
                  <a:pt x="283" y="1021"/>
                </a:lnTo>
                <a:lnTo>
                  <a:pt x="283" y="1020"/>
                </a:lnTo>
                <a:lnTo>
                  <a:pt x="282" y="1020"/>
                </a:lnTo>
                <a:lnTo>
                  <a:pt x="282" y="1019"/>
                </a:lnTo>
                <a:lnTo>
                  <a:pt x="282" y="1018"/>
                </a:lnTo>
                <a:lnTo>
                  <a:pt x="281" y="1018"/>
                </a:lnTo>
                <a:lnTo>
                  <a:pt x="281" y="1017"/>
                </a:lnTo>
                <a:lnTo>
                  <a:pt x="280" y="1016"/>
                </a:lnTo>
                <a:lnTo>
                  <a:pt x="280" y="1015"/>
                </a:lnTo>
                <a:lnTo>
                  <a:pt x="279" y="1015"/>
                </a:lnTo>
                <a:lnTo>
                  <a:pt x="279" y="1014"/>
                </a:lnTo>
                <a:lnTo>
                  <a:pt x="278" y="1014"/>
                </a:lnTo>
                <a:lnTo>
                  <a:pt x="278" y="1013"/>
                </a:lnTo>
                <a:lnTo>
                  <a:pt x="277" y="1013"/>
                </a:lnTo>
                <a:lnTo>
                  <a:pt x="276" y="1013"/>
                </a:lnTo>
                <a:lnTo>
                  <a:pt x="276" y="1012"/>
                </a:lnTo>
                <a:lnTo>
                  <a:pt x="276" y="1011"/>
                </a:lnTo>
                <a:lnTo>
                  <a:pt x="275" y="1011"/>
                </a:lnTo>
                <a:lnTo>
                  <a:pt x="276" y="1011"/>
                </a:lnTo>
                <a:lnTo>
                  <a:pt x="275" y="1011"/>
                </a:lnTo>
                <a:lnTo>
                  <a:pt x="275" y="1010"/>
                </a:lnTo>
                <a:lnTo>
                  <a:pt x="274" y="1010"/>
                </a:lnTo>
                <a:lnTo>
                  <a:pt x="273" y="1010"/>
                </a:lnTo>
                <a:lnTo>
                  <a:pt x="273" y="1009"/>
                </a:lnTo>
                <a:lnTo>
                  <a:pt x="272" y="1009"/>
                </a:lnTo>
                <a:lnTo>
                  <a:pt x="272" y="1007"/>
                </a:lnTo>
                <a:lnTo>
                  <a:pt x="271" y="1007"/>
                </a:lnTo>
                <a:lnTo>
                  <a:pt x="270" y="1007"/>
                </a:lnTo>
                <a:lnTo>
                  <a:pt x="269" y="1007"/>
                </a:lnTo>
                <a:lnTo>
                  <a:pt x="268" y="1007"/>
                </a:lnTo>
                <a:lnTo>
                  <a:pt x="267" y="1007"/>
                </a:lnTo>
                <a:lnTo>
                  <a:pt x="266" y="1007"/>
                </a:lnTo>
                <a:lnTo>
                  <a:pt x="265" y="1007"/>
                </a:lnTo>
                <a:lnTo>
                  <a:pt x="265" y="1008"/>
                </a:lnTo>
                <a:lnTo>
                  <a:pt x="264" y="1008"/>
                </a:lnTo>
                <a:lnTo>
                  <a:pt x="263" y="1008"/>
                </a:lnTo>
                <a:lnTo>
                  <a:pt x="264" y="1009"/>
                </a:lnTo>
                <a:lnTo>
                  <a:pt x="263" y="1009"/>
                </a:lnTo>
                <a:lnTo>
                  <a:pt x="262" y="1009"/>
                </a:lnTo>
                <a:lnTo>
                  <a:pt x="261" y="1009"/>
                </a:lnTo>
                <a:lnTo>
                  <a:pt x="260" y="1009"/>
                </a:lnTo>
                <a:lnTo>
                  <a:pt x="260" y="1008"/>
                </a:lnTo>
                <a:lnTo>
                  <a:pt x="259" y="1008"/>
                </a:lnTo>
                <a:lnTo>
                  <a:pt x="259" y="1007"/>
                </a:lnTo>
                <a:lnTo>
                  <a:pt x="258" y="1006"/>
                </a:lnTo>
                <a:lnTo>
                  <a:pt x="258" y="1005"/>
                </a:lnTo>
                <a:lnTo>
                  <a:pt x="258" y="1004"/>
                </a:lnTo>
                <a:lnTo>
                  <a:pt x="258" y="1003"/>
                </a:lnTo>
                <a:lnTo>
                  <a:pt x="257" y="1003"/>
                </a:lnTo>
                <a:lnTo>
                  <a:pt x="256" y="1003"/>
                </a:lnTo>
                <a:lnTo>
                  <a:pt x="256" y="1002"/>
                </a:lnTo>
                <a:lnTo>
                  <a:pt x="255" y="1002"/>
                </a:lnTo>
                <a:lnTo>
                  <a:pt x="255" y="1001"/>
                </a:lnTo>
                <a:lnTo>
                  <a:pt x="255" y="1000"/>
                </a:lnTo>
                <a:lnTo>
                  <a:pt x="255" y="999"/>
                </a:lnTo>
                <a:lnTo>
                  <a:pt x="254" y="999"/>
                </a:lnTo>
                <a:lnTo>
                  <a:pt x="253" y="999"/>
                </a:lnTo>
                <a:lnTo>
                  <a:pt x="253" y="998"/>
                </a:lnTo>
                <a:lnTo>
                  <a:pt x="252" y="998"/>
                </a:lnTo>
                <a:lnTo>
                  <a:pt x="251" y="998"/>
                </a:lnTo>
                <a:lnTo>
                  <a:pt x="250" y="998"/>
                </a:lnTo>
                <a:lnTo>
                  <a:pt x="250" y="997"/>
                </a:lnTo>
                <a:lnTo>
                  <a:pt x="249" y="997"/>
                </a:lnTo>
                <a:lnTo>
                  <a:pt x="248" y="996"/>
                </a:lnTo>
                <a:lnTo>
                  <a:pt x="247" y="995"/>
                </a:lnTo>
                <a:lnTo>
                  <a:pt x="246" y="995"/>
                </a:lnTo>
                <a:lnTo>
                  <a:pt x="246" y="994"/>
                </a:lnTo>
                <a:lnTo>
                  <a:pt x="246" y="993"/>
                </a:lnTo>
                <a:lnTo>
                  <a:pt x="245" y="993"/>
                </a:lnTo>
                <a:lnTo>
                  <a:pt x="245" y="992"/>
                </a:lnTo>
                <a:lnTo>
                  <a:pt x="244" y="992"/>
                </a:lnTo>
                <a:lnTo>
                  <a:pt x="244" y="991"/>
                </a:lnTo>
                <a:lnTo>
                  <a:pt x="243" y="991"/>
                </a:lnTo>
                <a:lnTo>
                  <a:pt x="243" y="990"/>
                </a:lnTo>
                <a:lnTo>
                  <a:pt x="242" y="990"/>
                </a:lnTo>
                <a:lnTo>
                  <a:pt x="242" y="989"/>
                </a:lnTo>
                <a:lnTo>
                  <a:pt x="243" y="989"/>
                </a:lnTo>
                <a:lnTo>
                  <a:pt x="243" y="988"/>
                </a:lnTo>
                <a:lnTo>
                  <a:pt x="242" y="988"/>
                </a:lnTo>
                <a:lnTo>
                  <a:pt x="241" y="988"/>
                </a:lnTo>
                <a:lnTo>
                  <a:pt x="241" y="989"/>
                </a:lnTo>
                <a:lnTo>
                  <a:pt x="240" y="989"/>
                </a:lnTo>
                <a:lnTo>
                  <a:pt x="239" y="989"/>
                </a:lnTo>
                <a:lnTo>
                  <a:pt x="238" y="989"/>
                </a:lnTo>
                <a:lnTo>
                  <a:pt x="238" y="988"/>
                </a:lnTo>
                <a:lnTo>
                  <a:pt x="237" y="988"/>
                </a:lnTo>
                <a:lnTo>
                  <a:pt x="236" y="988"/>
                </a:lnTo>
                <a:lnTo>
                  <a:pt x="236" y="987"/>
                </a:lnTo>
                <a:lnTo>
                  <a:pt x="235" y="986"/>
                </a:lnTo>
                <a:lnTo>
                  <a:pt x="234" y="986"/>
                </a:lnTo>
                <a:lnTo>
                  <a:pt x="233" y="986"/>
                </a:lnTo>
                <a:lnTo>
                  <a:pt x="231" y="986"/>
                </a:lnTo>
                <a:lnTo>
                  <a:pt x="230" y="986"/>
                </a:lnTo>
                <a:lnTo>
                  <a:pt x="230" y="985"/>
                </a:lnTo>
                <a:lnTo>
                  <a:pt x="230" y="984"/>
                </a:lnTo>
                <a:lnTo>
                  <a:pt x="229" y="984"/>
                </a:lnTo>
                <a:lnTo>
                  <a:pt x="229" y="983"/>
                </a:lnTo>
                <a:lnTo>
                  <a:pt x="230" y="983"/>
                </a:lnTo>
                <a:lnTo>
                  <a:pt x="229" y="983"/>
                </a:lnTo>
                <a:lnTo>
                  <a:pt x="229" y="982"/>
                </a:lnTo>
                <a:lnTo>
                  <a:pt x="228" y="981"/>
                </a:lnTo>
                <a:lnTo>
                  <a:pt x="228" y="980"/>
                </a:lnTo>
                <a:lnTo>
                  <a:pt x="227" y="980"/>
                </a:lnTo>
                <a:lnTo>
                  <a:pt x="228" y="980"/>
                </a:lnTo>
                <a:lnTo>
                  <a:pt x="228" y="979"/>
                </a:lnTo>
                <a:lnTo>
                  <a:pt x="228" y="978"/>
                </a:lnTo>
                <a:lnTo>
                  <a:pt x="228" y="976"/>
                </a:lnTo>
                <a:lnTo>
                  <a:pt x="227" y="976"/>
                </a:lnTo>
                <a:lnTo>
                  <a:pt x="226" y="976"/>
                </a:lnTo>
                <a:lnTo>
                  <a:pt x="226" y="975"/>
                </a:lnTo>
                <a:lnTo>
                  <a:pt x="225" y="975"/>
                </a:lnTo>
                <a:lnTo>
                  <a:pt x="224" y="974"/>
                </a:lnTo>
                <a:lnTo>
                  <a:pt x="223" y="974"/>
                </a:lnTo>
                <a:lnTo>
                  <a:pt x="222" y="974"/>
                </a:lnTo>
                <a:lnTo>
                  <a:pt x="222" y="973"/>
                </a:lnTo>
                <a:lnTo>
                  <a:pt x="220" y="973"/>
                </a:lnTo>
                <a:lnTo>
                  <a:pt x="220" y="974"/>
                </a:lnTo>
                <a:lnTo>
                  <a:pt x="220" y="973"/>
                </a:lnTo>
                <a:lnTo>
                  <a:pt x="219" y="973"/>
                </a:lnTo>
                <a:lnTo>
                  <a:pt x="218" y="973"/>
                </a:lnTo>
                <a:lnTo>
                  <a:pt x="217" y="973"/>
                </a:lnTo>
                <a:lnTo>
                  <a:pt x="217" y="972"/>
                </a:lnTo>
                <a:lnTo>
                  <a:pt x="216" y="971"/>
                </a:lnTo>
                <a:lnTo>
                  <a:pt x="216" y="970"/>
                </a:lnTo>
                <a:lnTo>
                  <a:pt x="215" y="970"/>
                </a:lnTo>
                <a:lnTo>
                  <a:pt x="214" y="970"/>
                </a:lnTo>
                <a:lnTo>
                  <a:pt x="214" y="969"/>
                </a:lnTo>
                <a:lnTo>
                  <a:pt x="213" y="969"/>
                </a:lnTo>
                <a:lnTo>
                  <a:pt x="212" y="969"/>
                </a:lnTo>
                <a:lnTo>
                  <a:pt x="212" y="968"/>
                </a:lnTo>
                <a:lnTo>
                  <a:pt x="211" y="968"/>
                </a:lnTo>
                <a:lnTo>
                  <a:pt x="211" y="967"/>
                </a:lnTo>
                <a:lnTo>
                  <a:pt x="210" y="967"/>
                </a:lnTo>
                <a:lnTo>
                  <a:pt x="210" y="966"/>
                </a:lnTo>
                <a:lnTo>
                  <a:pt x="209" y="966"/>
                </a:lnTo>
                <a:lnTo>
                  <a:pt x="208" y="966"/>
                </a:lnTo>
                <a:lnTo>
                  <a:pt x="208" y="967"/>
                </a:lnTo>
                <a:lnTo>
                  <a:pt x="207" y="967"/>
                </a:lnTo>
                <a:lnTo>
                  <a:pt x="206" y="967"/>
                </a:lnTo>
                <a:lnTo>
                  <a:pt x="206" y="968"/>
                </a:lnTo>
                <a:lnTo>
                  <a:pt x="205" y="967"/>
                </a:lnTo>
                <a:lnTo>
                  <a:pt x="204" y="968"/>
                </a:lnTo>
                <a:lnTo>
                  <a:pt x="203" y="968"/>
                </a:lnTo>
                <a:lnTo>
                  <a:pt x="202" y="967"/>
                </a:lnTo>
                <a:lnTo>
                  <a:pt x="201" y="967"/>
                </a:lnTo>
                <a:lnTo>
                  <a:pt x="201" y="968"/>
                </a:lnTo>
                <a:lnTo>
                  <a:pt x="200" y="968"/>
                </a:lnTo>
                <a:lnTo>
                  <a:pt x="199" y="969"/>
                </a:lnTo>
                <a:lnTo>
                  <a:pt x="198" y="969"/>
                </a:lnTo>
                <a:lnTo>
                  <a:pt x="197" y="969"/>
                </a:lnTo>
                <a:lnTo>
                  <a:pt x="197" y="970"/>
                </a:lnTo>
                <a:lnTo>
                  <a:pt x="197" y="969"/>
                </a:lnTo>
                <a:lnTo>
                  <a:pt x="196" y="969"/>
                </a:lnTo>
                <a:lnTo>
                  <a:pt x="195" y="969"/>
                </a:lnTo>
                <a:lnTo>
                  <a:pt x="195" y="968"/>
                </a:lnTo>
                <a:lnTo>
                  <a:pt x="194" y="968"/>
                </a:lnTo>
                <a:lnTo>
                  <a:pt x="193" y="967"/>
                </a:lnTo>
                <a:lnTo>
                  <a:pt x="193" y="966"/>
                </a:lnTo>
                <a:lnTo>
                  <a:pt x="192" y="965"/>
                </a:lnTo>
                <a:lnTo>
                  <a:pt x="191" y="965"/>
                </a:lnTo>
                <a:lnTo>
                  <a:pt x="190" y="964"/>
                </a:lnTo>
                <a:lnTo>
                  <a:pt x="190" y="963"/>
                </a:lnTo>
                <a:lnTo>
                  <a:pt x="190" y="960"/>
                </a:lnTo>
                <a:lnTo>
                  <a:pt x="189" y="960"/>
                </a:lnTo>
                <a:lnTo>
                  <a:pt x="188" y="959"/>
                </a:lnTo>
                <a:lnTo>
                  <a:pt x="187" y="959"/>
                </a:lnTo>
                <a:lnTo>
                  <a:pt x="186" y="959"/>
                </a:lnTo>
                <a:lnTo>
                  <a:pt x="185" y="958"/>
                </a:lnTo>
                <a:lnTo>
                  <a:pt x="184" y="958"/>
                </a:lnTo>
                <a:lnTo>
                  <a:pt x="184" y="957"/>
                </a:lnTo>
                <a:lnTo>
                  <a:pt x="184" y="956"/>
                </a:lnTo>
                <a:lnTo>
                  <a:pt x="184" y="955"/>
                </a:lnTo>
                <a:lnTo>
                  <a:pt x="184" y="953"/>
                </a:lnTo>
                <a:lnTo>
                  <a:pt x="184" y="952"/>
                </a:lnTo>
                <a:lnTo>
                  <a:pt x="184" y="951"/>
                </a:lnTo>
                <a:lnTo>
                  <a:pt x="184" y="950"/>
                </a:lnTo>
                <a:lnTo>
                  <a:pt x="184" y="949"/>
                </a:lnTo>
                <a:lnTo>
                  <a:pt x="184" y="948"/>
                </a:lnTo>
                <a:lnTo>
                  <a:pt x="183" y="948"/>
                </a:lnTo>
                <a:lnTo>
                  <a:pt x="183" y="947"/>
                </a:lnTo>
                <a:lnTo>
                  <a:pt x="182" y="946"/>
                </a:lnTo>
                <a:lnTo>
                  <a:pt x="182" y="945"/>
                </a:lnTo>
                <a:lnTo>
                  <a:pt x="183" y="945"/>
                </a:lnTo>
                <a:lnTo>
                  <a:pt x="183" y="943"/>
                </a:lnTo>
                <a:lnTo>
                  <a:pt x="182" y="943"/>
                </a:lnTo>
                <a:lnTo>
                  <a:pt x="181" y="943"/>
                </a:lnTo>
                <a:lnTo>
                  <a:pt x="181" y="942"/>
                </a:lnTo>
                <a:lnTo>
                  <a:pt x="181" y="941"/>
                </a:lnTo>
                <a:lnTo>
                  <a:pt x="180" y="941"/>
                </a:lnTo>
                <a:lnTo>
                  <a:pt x="180" y="940"/>
                </a:lnTo>
                <a:lnTo>
                  <a:pt x="179" y="940"/>
                </a:lnTo>
                <a:lnTo>
                  <a:pt x="179" y="939"/>
                </a:lnTo>
                <a:lnTo>
                  <a:pt x="178" y="938"/>
                </a:lnTo>
                <a:lnTo>
                  <a:pt x="177" y="938"/>
                </a:lnTo>
                <a:lnTo>
                  <a:pt x="176" y="938"/>
                </a:lnTo>
                <a:lnTo>
                  <a:pt x="176" y="937"/>
                </a:lnTo>
                <a:lnTo>
                  <a:pt x="175" y="937"/>
                </a:lnTo>
                <a:lnTo>
                  <a:pt x="175" y="936"/>
                </a:lnTo>
                <a:lnTo>
                  <a:pt x="175" y="935"/>
                </a:lnTo>
                <a:lnTo>
                  <a:pt x="175" y="934"/>
                </a:lnTo>
                <a:lnTo>
                  <a:pt x="175" y="933"/>
                </a:lnTo>
                <a:lnTo>
                  <a:pt x="176" y="933"/>
                </a:lnTo>
                <a:lnTo>
                  <a:pt x="177" y="933"/>
                </a:lnTo>
                <a:lnTo>
                  <a:pt x="177" y="932"/>
                </a:lnTo>
                <a:lnTo>
                  <a:pt x="178" y="932"/>
                </a:lnTo>
                <a:lnTo>
                  <a:pt x="178" y="931"/>
                </a:lnTo>
                <a:lnTo>
                  <a:pt x="178" y="930"/>
                </a:lnTo>
                <a:lnTo>
                  <a:pt x="177" y="930"/>
                </a:lnTo>
                <a:lnTo>
                  <a:pt x="177" y="929"/>
                </a:lnTo>
                <a:lnTo>
                  <a:pt x="177" y="928"/>
                </a:lnTo>
                <a:lnTo>
                  <a:pt x="177" y="927"/>
                </a:lnTo>
                <a:lnTo>
                  <a:pt x="177" y="926"/>
                </a:lnTo>
                <a:lnTo>
                  <a:pt x="176" y="926"/>
                </a:lnTo>
                <a:lnTo>
                  <a:pt x="176" y="925"/>
                </a:lnTo>
                <a:lnTo>
                  <a:pt x="176" y="924"/>
                </a:lnTo>
                <a:lnTo>
                  <a:pt x="175" y="924"/>
                </a:lnTo>
                <a:lnTo>
                  <a:pt x="176" y="924"/>
                </a:lnTo>
                <a:lnTo>
                  <a:pt x="176" y="923"/>
                </a:lnTo>
                <a:lnTo>
                  <a:pt x="177" y="923"/>
                </a:lnTo>
                <a:lnTo>
                  <a:pt x="177" y="922"/>
                </a:lnTo>
                <a:lnTo>
                  <a:pt x="178" y="922"/>
                </a:lnTo>
                <a:lnTo>
                  <a:pt x="178" y="921"/>
                </a:lnTo>
                <a:lnTo>
                  <a:pt x="177" y="921"/>
                </a:lnTo>
                <a:lnTo>
                  <a:pt x="177" y="920"/>
                </a:lnTo>
                <a:lnTo>
                  <a:pt x="177" y="919"/>
                </a:lnTo>
                <a:lnTo>
                  <a:pt x="178" y="919"/>
                </a:lnTo>
                <a:lnTo>
                  <a:pt x="178" y="918"/>
                </a:lnTo>
                <a:lnTo>
                  <a:pt x="179" y="918"/>
                </a:lnTo>
                <a:lnTo>
                  <a:pt x="178" y="918"/>
                </a:lnTo>
                <a:lnTo>
                  <a:pt x="178" y="917"/>
                </a:lnTo>
                <a:lnTo>
                  <a:pt x="177" y="917"/>
                </a:lnTo>
                <a:lnTo>
                  <a:pt x="176" y="917"/>
                </a:lnTo>
                <a:lnTo>
                  <a:pt x="176" y="916"/>
                </a:lnTo>
                <a:lnTo>
                  <a:pt x="177" y="916"/>
                </a:lnTo>
                <a:lnTo>
                  <a:pt x="176" y="916"/>
                </a:lnTo>
                <a:lnTo>
                  <a:pt x="176" y="915"/>
                </a:lnTo>
                <a:lnTo>
                  <a:pt x="176" y="914"/>
                </a:lnTo>
                <a:lnTo>
                  <a:pt x="175" y="914"/>
                </a:lnTo>
                <a:lnTo>
                  <a:pt x="174" y="914"/>
                </a:lnTo>
                <a:lnTo>
                  <a:pt x="174" y="913"/>
                </a:lnTo>
                <a:lnTo>
                  <a:pt x="173" y="913"/>
                </a:lnTo>
                <a:lnTo>
                  <a:pt x="173" y="912"/>
                </a:lnTo>
                <a:lnTo>
                  <a:pt x="172" y="912"/>
                </a:lnTo>
                <a:lnTo>
                  <a:pt x="172" y="911"/>
                </a:lnTo>
                <a:lnTo>
                  <a:pt x="171" y="911"/>
                </a:lnTo>
                <a:lnTo>
                  <a:pt x="170" y="911"/>
                </a:lnTo>
                <a:lnTo>
                  <a:pt x="169" y="910"/>
                </a:lnTo>
                <a:lnTo>
                  <a:pt x="169" y="909"/>
                </a:lnTo>
                <a:lnTo>
                  <a:pt x="169" y="908"/>
                </a:lnTo>
                <a:lnTo>
                  <a:pt x="169" y="907"/>
                </a:lnTo>
                <a:lnTo>
                  <a:pt x="170" y="907"/>
                </a:lnTo>
                <a:lnTo>
                  <a:pt x="171" y="908"/>
                </a:lnTo>
                <a:lnTo>
                  <a:pt x="172" y="908"/>
                </a:lnTo>
                <a:lnTo>
                  <a:pt x="172" y="907"/>
                </a:lnTo>
                <a:lnTo>
                  <a:pt x="173" y="907"/>
                </a:lnTo>
                <a:lnTo>
                  <a:pt x="173" y="906"/>
                </a:lnTo>
                <a:lnTo>
                  <a:pt x="173" y="905"/>
                </a:lnTo>
                <a:lnTo>
                  <a:pt x="173" y="904"/>
                </a:lnTo>
                <a:lnTo>
                  <a:pt x="173" y="903"/>
                </a:lnTo>
                <a:lnTo>
                  <a:pt x="172" y="903"/>
                </a:lnTo>
                <a:lnTo>
                  <a:pt x="172" y="902"/>
                </a:lnTo>
                <a:lnTo>
                  <a:pt x="171" y="902"/>
                </a:lnTo>
                <a:lnTo>
                  <a:pt x="171" y="901"/>
                </a:lnTo>
                <a:lnTo>
                  <a:pt x="171" y="900"/>
                </a:lnTo>
                <a:lnTo>
                  <a:pt x="171" y="899"/>
                </a:lnTo>
                <a:lnTo>
                  <a:pt x="171" y="898"/>
                </a:lnTo>
                <a:lnTo>
                  <a:pt x="170" y="898"/>
                </a:lnTo>
                <a:lnTo>
                  <a:pt x="169" y="898"/>
                </a:lnTo>
                <a:lnTo>
                  <a:pt x="169" y="897"/>
                </a:lnTo>
                <a:lnTo>
                  <a:pt x="168" y="898"/>
                </a:lnTo>
                <a:lnTo>
                  <a:pt x="167" y="898"/>
                </a:lnTo>
                <a:lnTo>
                  <a:pt x="167" y="897"/>
                </a:lnTo>
                <a:lnTo>
                  <a:pt x="166" y="897"/>
                </a:lnTo>
                <a:lnTo>
                  <a:pt x="166" y="898"/>
                </a:lnTo>
                <a:lnTo>
                  <a:pt x="165" y="898"/>
                </a:lnTo>
                <a:lnTo>
                  <a:pt x="164" y="898"/>
                </a:lnTo>
                <a:lnTo>
                  <a:pt x="163" y="898"/>
                </a:lnTo>
                <a:lnTo>
                  <a:pt x="162" y="898"/>
                </a:lnTo>
                <a:lnTo>
                  <a:pt x="161" y="898"/>
                </a:lnTo>
                <a:lnTo>
                  <a:pt x="160" y="898"/>
                </a:lnTo>
                <a:lnTo>
                  <a:pt x="160" y="897"/>
                </a:lnTo>
                <a:lnTo>
                  <a:pt x="159" y="897"/>
                </a:lnTo>
                <a:lnTo>
                  <a:pt x="160" y="897"/>
                </a:lnTo>
                <a:lnTo>
                  <a:pt x="160" y="895"/>
                </a:lnTo>
                <a:lnTo>
                  <a:pt x="160" y="894"/>
                </a:lnTo>
                <a:lnTo>
                  <a:pt x="160" y="893"/>
                </a:lnTo>
                <a:lnTo>
                  <a:pt x="159" y="893"/>
                </a:lnTo>
                <a:lnTo>
                  <a:pt x="158" y="892"/>
                </a:lnTo>
                <a:lnTo>
                  <a:pt x="158" y="891"/>
                </a:lnTo>
                <a:lnTo>
                  <a:pt x="158" y="890"/>
                </a:lnTo>
                <a:lnTo>
                  <a:pt x="158" y="889"/>
                </a:lnTo>
                <a:lnTo>
                  <a:pt x="158" y="888"/>
                </a:lnTo>
                <a:lnTo>
                  <a:pt x="158" y="887"/>
                </a:lnTo>
                <a:lnTo>
                  <a:pt x="157" y="887"/>
                </a:lnTo>
                <a:lnTo>
                  <a:pt x="157" y="886"/>
                </a:lnTo>
                <a:lnTo>
                  <a:pt x="157" y="885"/>
                </a:lnTo>
                <a:lnTo>
                  <a:pt x="156" y="885"/>
                </a:lnTo>
                <a:lnTo>
                  <a:pt x="156" y="884"/>
                </a:lnTo>
                <a:lnTo>
                  <a:pt x="156" y="883"/>
                </a:lnTo>
                <a:lnTo>
                  <a:pt x="156" y="882"/>
                </a:lnTo>
                <a:lnTo>
                  <a:pt x="155" y="882"/>
                </a:lnTo>
                <a:lnTo>
                  <a:pt x="155" y="881"/>
                </a:lnTo>
                <a:lnTo>
                  <a:pt x="155" y="880"/>
                </a:lnTo>
                <a:lnTo>
                  <a:pt x="155" y="879"/>
                </a:lnTo>
                <a:lnTo>
                  <a:pt x="155" y="878"/>
                </a:lnTo>
                <a:lnTo>
                  <a:pt x="154" y="878"/>
                </a:lnTo>
                <a:lnTo>
                  <a:pt x="154" y="877"/>
                </a:lnTo>
                <a:lnTo>
                  <a:pt x="154" y="876"/>
                </a:lnTo>
                <a:lnTo>
                  <a:pt x="153" y="876"/>
                </a:lnTo>
                <a:lnTo>
                  <a:pt x="153" y="875"/>
                </a:lnTo>
                <a:lnTo>
                  <a:pt x="152" y="875"/>
                </a:lnTo>
                <a:lnTo>
                  <a:pt x="151" y="875"/>
                </a:lnTo>
                <a:lnTo>
                  <a:pt x="151" y="876"/>
                </a:lnTo>
                <a:lnTo>
                  <a:pt x="150" y="876"/>
                </a:lnTo>
                <a:lnTo>
                  <a:pt x="150" y="875"/>
                </a:lnTo>
                <a:lnTo>
                  <a:pt x="149" y="875"/>
                </a:lnTo>
                <a:lnTo>
                  <a:pt x="148" y="875"/>
                </a:lnTo>
                <a:lnTo>
                  <a:pt x="148" y="874"/>
                </a:lnTo>
                <a:lnTo>
                  <a:pt x="149" y="874"/>
                </a:lnTo>
                <a:lnTo>
                  <a:pt x="148" y="874"/>
                </a:lnTo>
                <a:lnTo>
                  <a:pt x="148" y="873"/>
                </a:lnTo>
                <a:lnTo>
                  <a:pt x="147" y="873"/>
                </a:lnTo>
                <a:lnTo>
                  <a:pt x="146" y="872"/>
                </a:lnTo>
                <a:lnTo>
                  <a:pt x="146" y="871"/>
                </a:lnTo>
                <a:lnTo>
                  <a:pt x="145" y="871"/>
                </a:lnTo>
                <a:lnTo>
                  <a:pt x="145" y="870"/>
                </a:lnTo>
                <a:lnTo>
                  <a:pt x="145" y="869"/>
                </a:lnTo>
                <a:lnTo>
                  <a:pt x="145" y="868"/>
                </a:lnTo>
                <a:lnTo>
                  <a:pt x="144" y="867"/>
                </a:lnTo>
                <a:lnTo>
                  <a:pt x="143" y="867"/>
                </a:lnTo>
                <a:lnTo>
                  <a:pt x="143" y="866"/>
                </a:lnTo>
                <a:lnTo>
                  <a:pt x="142" y="866"/>
                </a:lnTo>
                <a:lnTo>
                  <a:pt x="142" y="865"/>
                </a:lnTo>
                <a:lnTo>
                  <a:pt x="141" y="865"/>
                </a:lnTo>
                <a:lnTo>
                  <a:pt x="140" y="864"/>
                </a:lnTo>
                <a:lnTo>
                  <a:pt x="140" y="865"/>
                </a:lnTo>
                <a:lnTo>
                  <a:pt x="139" y="865"/>
                </a:lnTo>
                <a:lnTo>
                  <a:pt x="139" y="866"/>
                </a:lnTo>
                <a:lnTo>
                  <a:pt x="139" y="867"/>
                </a:lnTo>
                <a:lnTo>
                  <a:pt x="139" y="868"/>
                </a:lnTo>
                <a:lnTo>
                  <a:pt x="138" y="868"/>
                </a:lnTo>
                <a:lnTo>
                  <a:pt x="138" y="869"/>
                </a:lnTo>
                <a:lnTo>
                  <a:pt x="138" y="868"/>
                </a:lnTo>
                <a:lnTo>
                  <a:pt x="137" y="868"/>
                </a:lnTo>
                <a:lnTo>
                  <a:pt x="136" y="868"/>
                </a:lnTo>
                <a:lnTo>
                  <a:pt x="135" y="868"/>
                </a:lnTo>
                <a:lnTo>
                  <a:pt x="134" y="869"/>
                </a:lnTo>
                <a:lnTo>
                  <a:pt x="133" y="869"/>
                </a:lnTo>
                <a:lnTo>
                  <a:pt x="132" y="869"/>
                </a:lnTo>
                <a:lnTo>
                  <a:pt x="131" y="869"/>
                </a:lnTo>
                <a:lnTo>
                  <a:pt x="130" y="869"/>
                </a:lnTo>
                <a:lnTo>
                  <a:pt x="130" y="870"/>
                </a:lnTo>
                <a:lnTo>
                  <a:pt x="129" y="870"/>
                </a:lnTo>
                <a:lnTo>
                  <a:pt x="128" y="870"/>
                </a:lnTo>
                <a:lnTo>
                  <a:pt x="127" y="870"/>
                </a:lnTo>
                <a:lnTo>
                  <a:pt x="127" y="871"/>
                </a:lnTo>
                <a:lnTo>
                  <a:pt x="127" y="872"/>
                </a:lnTo>
                <a:lnTo>
                  <a:pt x="126" y="872"/>
                </a:lnTo>
                <a:lnTo>
                  <a:pt x="126" y="871"/>
                </a:lnTo>
                <a:lnTo>
                  <a:pt x="126" y="870"/>
                </a:lnTo>
                <a:lnTo>
                  <a:pt x="126" y="869"/>
                </a:lnTo>
                <a:lnTo>
                  <a:pt x="125" y="869"/>
                </a:lnTo>
                <a:lnTo>
                  <a:pt x="125" y="868"/>
                </a:lnTo>
                <a:lnTo>
                  <a:pt x="124" y="868"/>
                </a:lnTo>
                <a:lnTo>
                  <a:pt x="124" y="867"/>
                </a:lnTo>
                <a:lnTo>
                  <a:pt x="123" y="867"/>
                </a:lnTo>
                <a:lnTo>
                  <a:pt x="122" y="867"/>
                </a:lnTo>
                <a:lnTo>
                  <a:pt x="122" y="866"/>
                </a:lnTo>
                <a:lnTo>
                  <a:pt x="121" y="865"/>
                </a:lnTo>
                <a:lnTo>
                  <a:pt x="120" y="865"/>
                </a:lnTo>
                <a:lnTo>
                  <a:pt x="120" y="864"/>
                </a:lnTo>
                <a:lnTo>
                  <a:pt x="120" y="863"/>
                </a:lnTo>
                <a:lnTo>
                  <a:pt x="119" y="862"/>
                </a:lnTo>
                <a:lnTo>
                  <a:pt x="119" y="861"/>
                </a:lnTo>
                <a:lnTo>
                  <a:pt x="118" y="861"/>
                </a:lnTo>
                <a:lnTo>
                  <a:pt x="119" y="860"/>
                </a:lnTo>
                <a:lnTo>
                  <a:pt x="118" y="860"/>
                </a:lnTo>
                <a:lnTo>
                  <a:pt x="119" y="860"/>
                </a:lnTo>
                <a:lnTo>
                  <a:pt x="119" y="859"/>
                </a:lnTo>
                <a:lnTo>
                  <a:pt x="118" y="859"/>
                </a:lnTo>
                <a:lnTo>
                  <a:pt x="118" y="858"/>
                </a:lnTo>
                <a:lnTo>
                  <a:pt x="117" y="858"/>
                </a:lnTo>
                <a:lnTo>
                  <a:pt x="117" y="857"/>
                </a:lnTo>
                <a:lnTo>
                  <a:pt x="117" y="856"/>
                </a:lnTo>
                <a:lnTo>
                  <a:pt x="116" y="856"/>
                </a:lnTo>
                <a:lnTo>
                  <a:pt x="116" y="855"/>
                </a:lnTo>
                <a:lnTo>
                  <a:pt x="116" y="854"/>
                </a:lnTo>
                <a:lnTo>
                  <a:pt x="117" y="854"/>
                </a:lnTo>
                <a:lnTo>
                  <a:pt x="117" y="853"/>
                </a:lnTo>
                <a:lnTo>
                  <a:pt x="116" y="853"/>
                </a:lnTo>
                <a:lnTo>
                  <a:pt x="116" y="852"/>
                </a:lnTo>
                <a:lnTo>
                  <a:pt x="116" y="851"/>
                </a:lnTo>
                <a:lnTo>
                  <a:pt x="115" y="851"/>
                </a:lnTo>
                <a:lnTo>
                  <a:pt x="116" y="851"/>
                </a:lnTo>
                <a:lnTo>
                  <a:pt x="115" y="850"/>
                </a:lnTo>
                <a:lnTo>
                  <a:pt x="116" y="850"/>
                </a:lnTo>
                <a:lnTo>
                  <a:pt x="116" y="849"/>
                </a:lnTo>
                <a:lnTo>
                  <a:pt x="116" y="848"/>
                </a:lnTo>
                <a:lnTo>
                  <a:pt x="115" y="848"/>
                </a:lnTo>
                <a:lnTo>
                  <a:pt x="115" y="847"/>
                </a:lnTo>
                <a:lnTo>
                  <a:pt x="114" y="847"/>
                </a:lnTo>
                <a:lnTo>
                  <a:pt x="113" y="847"/>
                </a:lnTo>
                <a:lnTo>
                  <a:pt x="113" y="846"/>
                </a:lnTo>
                <a:lnTo>
                  <a:pt x="112" y="846"/>
                </a:lnTo>
                <a:lnTo>
                  <a:pt x="111" y="846"/>
                </a:lnTo>
                <a:lnTo>
                  <a:pt x="110" y="846"/>
                </a:lnTo>
                <a:lnTo>
                  <a:pt x="110" y="845"/>
                </a:lnTo>
                <a:lnTo>
                  <a:pt x="110" y="846"/>
                </a:lnTo>
                <a:lnTo>
                  <a:pt x="109" y="846"/>
                </a:lnTo>
                <a:lnTo>
                  <a:pt x="108" y="846"/>
                </a:lnTo>
                <a:lnTo>
                  <a:pt x="107" y="846"/>
                </a:lnTo>
                <a:lnTo>
                  <a:pt x="107" y="845"/>
                </a:lnTo>
                <a:lnTo>
                  <a:pt x="107" y="846"/>
                </a:lnTo>
                <a:lnTo>
                  <a:pt x="106" y="846"/>
                </a:lnTo>
                <a:lnTo>
                  <a:pt x="105" y="846"/>
                </a:lnTo>
                <a:lnTo>
                  <a:pt x="104" y="846"/>
                </a:lnTo>
                <a:lnTo>
                  <a:pt x="103" y="846"/>
                </a:lnTo>
                <a:lnTo>
                  <a:pt x="102" y="846"/>
                </a:lnTo>
                <a:lnTo>
                  <a:pt x="102" y="845"/>
                </a:lnTo>
                <a:lnTo>
                  <a:pt x="102" y="844"/>
                </a:lnTo>
                <a:lnTo>
                  <a:pt x="102" y="843"/>
                </a:lnTo>
                <a:lnTo>
                  <a:pt x="102" y="842"/>
                </a:lnTo>
                <a:lnTo>
                  <a:pt x="102" y="841"/>
                </a:lnTo>
                <a:lnTo>
                  <a:pt x="102" y="840"/>
                </a:lnTo>
                <a:lnTo>
                  <a:pt x="102" y="839"/>
                </a:lnTo>
                <a:lnTo>
                  <a:pt x="103" y="839"/>
                </a:lnTo>
                <a:lnTo>
                  <a:pt x="103" y="836"/>
                </a:lnTo>
                <a:lnTo>
                  <a:pt x="103" y="835"/>
                </a:lnTo>
                <a:lnTo>
                  <a:pt x="102" y="835"/>
                </a:lnTo>
                <a:lnTo>
                  <a:pt x="101" y="835"/>
                </a:lnTo>
                <a:lnTo>
                  <a:pt x="100" y="835"/>
                </a:lnTo>
                <a:lnTo>
                  <a:pt x="99" y="835"/>
                </a:lnTo>
                <a:lnTo>
                  <a:pt x="98" y="835"/>
                </a:lnTo>
                <a:lnTo>
                  <a:pt x="98" y="836"/>
                </a:lnTo>
                <a:lnTo>
                  <a:pt x="97" y="836"/>
                </a:lnTo>
                <a:lnTo>
                  <a:pt x="97" y="837"/>
                </a:lnTo>
                <a:lnTo>
                  <a:pt x="95" y="837"/>
                </a:lnTo>
                <a:lnTo>
                  <a:pt x="95" y="838"/>
                </a:lnTo>
                <a:lnTo>
                  <a:pt x="94" y="838"/>
                </a:lnTo>
                <a:lnTo>
                  <a:pt x="94" y="839"/>
                </a:lnTo>
                <a:lnTo>
                  <a:pt x="93" y="839"/>
                </a:lnTo>
                <a:lnTo>
                  <a:pt x="93" y="840"/>
                </a:lnTo>
                <a:lnTo>
                  <a:pt x="92" y="840"/>
                </a:lnTo>
                <a:lnTo>
                  <a:pt x="91" y="840"/>
                </a:lnTo>
                <a:lnTo>
                  <a:pt x="91" y="841"/>
                </a:lnTo>
                <a:lnTo>
                  <a:pt x="90" y="841"/>
                </a:lnTo>
                <a:lnTo>
                  <a:pt x="89" y="841"/>
                </a:lnTo>
                <a:lnTo>
                  <a:pt x="89" y="840"/>
                </a:lnTo>
                <a:lnTo>
                  <a:pt x="88" y="840"/>
                </a:lnTo>
                <a:lnTo>
                  <a:pt x="88" y="841"/>
                </a:lnTo>
                <a:lnTo>
                  <a:pt x="87" y="841"/>
                </a:lnTo>
                <a:lnTo>
                  <a:pt x="86" y="841"/>
                </a:lnTo>
                <a:lnTo>
                  <a:pt x="85" y="841"/>
                </a:lnTo>
                <a:lnTo>
                  <a:pt x="85" y="840"/>
                </a:lnTo>
                <a:lnTo>
                  <a:pt x="85" y="841"/>
                </a:lnTo>
                <a:lnTo>
                  <a:pt x="84" y="841"/>
                </a:lnTo>
                <a:lnTo>
                  <a:pt x="83" y="842"/>
                </a:lnTo>
                <a:lnTo>
                  <a:pt x="82" y="842"/>
                </a:lnTo>
                <a:lnTo>
                  <a:pt x="82" y="843"/>
                </a:lnTo>
                <a:lnTo>
                  <a:pt x="82" y="844"/>
                </a:lnTo>
                <a:lnTo>
                  <a:pt x="81" y="844"/>
                </a:lnTo>
                <a:lnTo>
                  <a:pt x="82" y="844"/>
                </a:lnTo>
                <a:lnTo>
                  <a:pt x="82" y="845"/>
                </a:lnTo>
                <a:lnTo>
                  <a:pt x="83" y="846"/>
                </a:lnTo>
                <a:lnTo>
                  <a:pt x="84" y="846"/>
                </a:lnTo>
                <a:lnTo>
                  <a:pt x="84" y="847"/>
                </a:lnTo>
                <a:lnTo>
                  <a:pt x="85" y="847"/>
                </a:lnTo>
                <a:lnTo>
                  <a:pt x="84" y="847"/>
                </a:lnTo>
                <a:lnTo>
                  <a:pt x="84" y="848"/>
                </a:lnTo>
                <a:lnTo>
                  <a:pt x="83" y="848"/>
                </a:lnTo>
                <a:lnTo>
                  <a:pt x="83" y="849"/>
                </a:lnTo>
                <a:lnTo>
                  <a:pt x="83" y="850"/>
                </a:lnTo>
                <a:lnTo>
                  <a:pt x="83" y="851"/>
                </a:lnTo>
                <a:lnTo>
                  <a:pt x="83" y="852"/>
                </a:lnTo>
                <a:lnTo>
                  <a:pt x="82" y="853"/>
                </a:lnTo>
                <a:lnTo>
                  <a:pt x="81" y="853"/>
                </a:lnTo>
                <a:lnTo>
                  <a:pt x="81" y="854"/>
                </a:lnTo>
                <a:lnTo>
                  <a:pt x="80" y="854"/>
                </a:lnTo>
                <a:lnTo>
                  <a:pt x="80" y="853"/>
                </a:lnTo>
                <a:lnTo>
                  <a:pt x="79" y="853"/>
                </a:lnTo>
                <a:lnTo>
                  <a:pt x="79" y="852"/>
                </a:lnTo>
                <a:lnTo>
                  <a:pt x="78" y="852"/>
                </a:lnTo>
                <a:lnTo>
                  <a:pt x="78" y="851"/>
                </a:lnTo>
                <a:lnTo>
                  <a:pt x="77" y="851"/>
                </a:lnTo>
                <a:lnTo>
                  <a:pt x="76" y="851"/>
                </a:lnTo>
                <a:lnTo>
                  <a:pt x="75" y="851"/>
                </a:lnTo>
                <a:lnTo>
                  <a:pt x="72" y="851"/>
                </a:lnTo>
                <a:lnTo>
                  <a:pt x="72" y="852"/>
                </a:lnTo>
                <a:lnTo>
                  <a:pt x="71" y="852"/>
                </a:lnTo>
                <a:lnTo>
                  <a:pt x="70" y="852"/>
                </a:lnTo>
                <a:lnTo>
                  <a:pt x="69" y="852"/>
                </a:lnTo>
                <a:lnTo>
                  <a:pt x="68" y="852"/>
                </a:lnTo>
                <a:lnTo>
                  <a:pt x="67" y="852"/>
                </a:lnTo>
                <a:lnTo>
                  <a:pt x="66" y="851"/>
                </a:lnTo>
                <a:lnTo>
                  <a:pt x="65" y="851"/>
                </a:lnTo>
                <a:lnTo>
                  <a:pt x="64" y="851"/>
                </a:lnTo>
                <a:lnTo>
                  <a:pt x="64" y="850"/>
                </a:lnTo>
                <a:lnTo>
                  <a:pt x="64" y="849"/>
                </a:lnTo>
                <a:lnTo>
                  <a:pt x="64" y="848"/>
                </a:lnTo>
                <a:lnTo>
                  <a:pt x="63" y="848"/>
                </a:lnTo>
                <a:lnTo>
                  <a:pt x="63" y="847"/>
                </a:lnTo>
                <a:lnTo>
                  <a:pt x="63" y="846"/>
                </a:lnTo>
                <a:lnTo>
                  <a:pt x="64" y="845"/>
                </a:lnTo>
                <a:lnTo>
                  <a:pt x="64" y="844"/>
                </a:lnTo>
                <a:lnTo>
                  <a:pt x="64" y="843"/>
                </a:lnTo>
                <a:lnTo>
                  <a:pt x="63" y="843"/>
                </a:lnTo>
                <a:lnTo>
                  <a:pt x="63" y="841"/>
                </a:lnTo>
                <a:lnTo>
                  <a:pt x="64" y="841"/>
                </a:lnTo>
                <a:lnTo>
                  <a:pt x="64" y="840"/>
                </a:lnTo>
                <a:lnTo>
                  <a:pt x="64" y="839"/>
                </a:lnTo>
                <a:lnTo>
                  <a:pt x="63" y="839"/>
                </a:lnTo>
                <a:lnTo>
                  <a:pt x="63" y="838"/>
                </a:lnTo>
                <a:lnTo>
                  <a:pt x="62" y="838"/>
                </a:lnTo>
                <a:lnTo>
                  <a:pt x="62" y="837"/>
                </a:lnTo>
                <a:lnTo>
                  <a:pt x="61" y="836"/>
                </a:lnTo>
                <a:lnTo>
                  <a:pt x="60" y="836"/>
                </a:lnTo>
                <a:lnTo>
                  <a:pt x="60" y="835"/>
                </a:lnTo>
                <a:lnTo>
                  <a:pt x="59" y="835"/>
                </a:lnTo>
                <a:lnTo>
                  <a:pt x="58" y="836"/>
                </a:lnTo>
                <a:lnTo>
                  <a:pt x="57" y="836"/>
                </a:lnTo>
                <a:lnTo>
                  <a:pt x="57" y="837"/>
                </a:lnTo>
                <a:lnTo>
                  <a:pt x="56" y="837"/>
                </a:lnTo>
                <a:lnTo>
                  <a:pt x="56" y="838"/>
                </a:lnTo>
                <a:lnTo>
                  <a:pt x="55" y="838"/>
                </a:lnTo>
                <a:lnTo>
                  <a:pt x="55" y="837"/>
                </a:lnTo>
                <a:lnTo>
                  <a:pt x="54" y="837"/>
                </a:lnTo>
                <a:lnTo>
                  <a:pt x="53" y="837"/>
                </a:lnTo>
                <a:lnTo>
                  <a:pt x="53" y="836"/>
                </a:lnTo>
                <a:lnTo>
                  <a:pt x="52" y="836"/>
                </a:lnTo>
                <a:lnTo>
                  <a:pt x="51" y="836"/>
                </a:lnTo>
                <a:lnTo>
                  <a:pt x="50" y="837"/>
                </a:lnTo>
                <a:lnTo>
                  <a:pt x="49" y="837"/>
                </a:lnTo>
                <a:lnTo>
                  <a:pt x="48" y="837"/>
                </a:lnTo>
                <a:lnTo>
                  <a:pt x="47" y="837"/>
                </a:lnTo>
                <a:lnTo>
                  <a:pt x="46" y="837"/>
                </a:lnTo>
                <a:lnTo>
                  <a:pt x="45" y="837"/>
                </a:lnTo>
                <a:lnTo>
                  <a:pt x="45" y="836"/>
                </a:lnTo>
                <a:lnTo>
                  <a:pt x="45" y="835"/>
                </a:lnTo>
                <a:lnTo>
                  <a:pt x="45" y="834"/>
                </a:lnTo>
                <a:lnTo>
                  <a:pt x="44" y="834"/>
                </a:lnTo>
                <a:lnTo>
                  <a:pt x="44" y="833"/>
                </a:lnTo>
                <a:lnTo>
                  <a:pt x="43" y="833"/>
                </a:lnTo>
                <a:lnTo>
                  <a:pt x="43" y="832"/>
                </a:lnTo>
                <a:lnTo>
                  <a:pt x="42" y="832"/>
                </a:lnTo>
                <a:lnTo>
                  <a:pt x="42" y="831"/>
                </a:lnTo>
                <a:lnTo>
                  <a:pt x="42" y="830"/>
                </a:lnTo>
                <a:lnTo>
                  <a:pt x="42" y="829"/>
                </a:lnTo>
                <a:lnTo>
                  <a:pt x="41" y="828"/>
                </a:lnTo>
                <a:lnTo>
                  <a:pt x="40" y="828"/>
                </a:lnTo>
                <a:lnTo>
                  <a:pt x="40" y="827"/>
                </a:lnTo>
                <a:lnTo>
                  <a:pt x="39" y="826"/>
                </a:lnTo>
                <a:lnTo>
                  <a:pt x="38" y="826"/>
                </a:lnTo>
                <a:lnTo>
                  <a:pt x="38" y="825"/>
                </a:lnTo>
                <a:lnTo>
                  <a:pt x="37" y="825"/>
                </a:lnTo>
                <a:lnTo>
                  <a:pt x="36" y="825"/>
                </a:lnTo>
                <a:lnTo>
                  <a:pt x="36" y="824"/>
                </a:lnTo>
                <a:lnTo>
                  <a:pt x="35" y="824"/>
                </a:lnTo>
                <a:lnTo>
                  <a:pt x="35" y="823"/>
                </a:lnTo>
                <a:lnTo>
                  <a:pt x="34" y="823"/>
                </a:lnTo>
                <a:lnTo>
                  <a:pt x="33" y="823"/>
                </a:lnTo>
                <a:lnTo>
                  <a:pt x="33" y="822"/>
                </a:lnTo>
                <a:lnTo>
                  <a:pt x="33" y="821"/>
                </a:lnTo>
                <a:lnTo>
                  <a:pt x="33" y="820"/>
                </a:lnTo>
                <a:lnTo>
                  <a:pt x="32" y="820"/>
                </a:lnTo>
                <a:lnTo>
                  <a:pt x="31" y="819"/>
                </a:lnTo>
                <a:lnTo>
                  <a:pt x="32" y="819"/>
                </a:lnTo>
                <a:lnTo>
                  <a:pt x="32" y="818"/>
                </a:lnTo>
                <a:lnTo>
                  <a:pt x="32" y="817"/>
                </a:lnTo>
                <a:lnTo>
                  <a:pt x="32" y="816"/>
                </a:lnTo>
                <a:lnTo>
                  <a:pt x="32" y="815"/>
                </a:lnTo>
                <a:lnTo>
                  <a:pt x="33" y="815"/>
                </a:lnTo>
                <a:lnTo>
                  <a:pt x="33" y="814"/>
                </a:lnTo>
                <a:lnTo>
                  <a:pt x="33" y="813"/>
                </a:lnTo>
                <a:lnTo>
                  <a:pt x="33" y="812"/>
                </a:lnTo>
                <a:lnTo>
                  <a:pt x="32" y="811"/>
                </a:lnTo>
                <a:lnTo>
                  <a:pt x="32" y="810"/>
                </a:lnTo>
                <a:lnTo>
                  <a:pt x="31" y="810"/>
                </a:lnTo>
                <a:lnTo>
                  <a:pt x="31" y="809"/>
                </a:lnTo>
                <a:lnTo>
                  <a:pt x="30" y="809"/>
                </a:lnTo>
                <a:lnTo>
                  <a:pt x="30" y="808"/>
                </a:lnTo>
                <a:lnTo>
                  <a:pt x="31" y="807"/>
                </a:lnTo>
                <a:lnTo>
                  <a:pt x="31" y="806"/>
                </a:lnTo>
                <a:lnTo>
                  <a:pt x="32" y="806"/>
                </a:lnTo>
                <a:lnTo>
                  <a:pt x="32" y="805"/>
                </a:lnTo>
                <a:lnTo>
                  <a:pt x="33" y="805"/>
                </a:lnTo>
                <a:lnTo>
                  <a:pt x="33" y="804"/>
                </a:lnTo>
                <a:lnTo>
                  <a:pt x="33" y="803"/>
                </a:lnTo>
                <a:lnTo>
                  <a:pt x="34" y="803"/>
                </a:lnTo>
                <a:lnTo>
                  <a:pt x="34" y="802"/>
                </a:lnTo>
                <a:lnTo>
                  <a:pt x="35" y="802"/>
                </a:lnTo>
                <a:lnTo>
                  <a:pt x="36" y="802"/>
                </a:lnTo>
                <a:lnTo>
                  <a:pt x="36" y="801"/>
                </a:lnTo>
                <a:lnTo>
                  <a:pt x="36" y="800"/>
                </a:lnTo>
                <a:lnTo>
                  <a:pt x="37" y="799"/>
                </a:lnTo>
                <a:lnTo>
                  <a:pt x="37" y="798"/>
                </a:lnTo>
                <a:lnTo>
                  <a:pt x="37" y="797"/>
                </a:lnTo>
                <a:lnTo>
                  <a:pt x="37" y="796"/>
                </a:lnTo>
                <a:lnTo>
                  <a:pt x="37" y="795"/>
                </a:lnTo>
                <a:lnTo>
                  <a:pt x="36" y="795"/>
                </a:lnTo>
                <a:lnTo>
                  <a:pt x="35" y="795"/>
                </a:lnTo>
                <a:lnTo>
                  <a:pt x="35" y="794"/>
                </a:lnTo>
                <a:lnTo>
                  <a:pt x="34" y="794"/>
                </a:lnTo>
                <a:lnTo>
                  <a:pt x="34" y="793"/>
                </a:lnTo>
                <a:lnTo>
                  <a:pt x="33" y="793"/>
                </a:lnTo>
                <a:lnTo>
                  <a:pt x="33" y="792"/>
                </a:lnTo>
                <a:lnTo>
                  <a:pt x="33" y="791"/>
                </a:lnTo>
                <a:lnTo>
                  <a:pt x="32" y="790"/>
                </a:lnTo>
                <a:lnTo>
                  <a:pt x="32" y="789"/>
                </a:lnTo>
                <a:lnTo>
                  <a:pt x="32" y="788"/>
                </a:lnTo>
                <a:lnTo>
                  <a:pt x="32" y="787"/>
                </a:lnTo>
                <a:lnTo>
                  <a:pt x="33" y="787"/>
                </a:lnTo>
                <a:lnTo>
                  <a:pt x="33" y="786"/>
                </a:lnTo>
                <a:lnTo>
                  <a:pt x="32" y="786"/>
                </a:lnTo>
                <a:lnTo>
                  <a:pt x="31" y="785"/>
                </a:lnTo>
                <a:lnTo>
                  <a:pt x="30" y="785"/>
                </a:lnTo>
                <a:lnTo>
                  <a:pt x="29" y="784"/>
                </a:lnTo>
                <a:lnTo>
                  <a:pt x="29" y="783"/>
                </a:lnTo>
                <a:lnTo>
                  <a:pt x="29" y="782"/>
                </a:lnTo>
                <a:lnTo>
                  <a:pt x="29" y="781"/>
                </a:lnTo>
                <a:lnTo>
                  <a:pt x="29" y="780"/>
                </a:lnTo>
                <a:lnTo>
                  <a:pt x="29" y="779"/>
                </a:lnTo>
                <a:lnTo>
                  <a:pt x="29" y="778"/>
                </a:lnTo>
                <a:lnTo>
                  <a:pt x="29" y="777"/>
                </a:lnTo>
                <a:lnTo>
                  <a:pt x="28" y="777"/>
                </a:lnTo>
                <a:lnTo>
                  <a:pt x="28" y="776"/>
                </a:lnTo>
                <a:lnTo>
                  <a:pt x="27" y="776"/>
                </a:lnTo>
                <a:lnTo>
                  <a:pt x="27" y="775"/>
                </a:lnTo>
                <a:lnTo>
                  <a:pt x="26" y="775"/>
                </a:lnTo>
                <a:lnTo>
                  <a:pt x="26" y="774"/>
                </a:lnTo>
                <a:lnTo>
                  <a:pt x="25" y="773"/>
                </a:lnTo>
                <a:lnTo>
                  <a:pt x="25" y="772"/>
                </a:lnTo>
                <a:lnTo>
                  <a:pt x="26" y="771"/>
                </a:lnTo>
                <a:lnTo>
                  <a:pt x="25" y="771"/>
                </a:lnTo>
                <a:lnTo>
                  <a:pt x="25" y="770"/>
                </a:lnTo>
                <a:lnTo>
                  <a:pt x="25" y="769"/>
                </a:lnTo>
                <a:lnTo>
                  <a:pt x="25" y="768"/>
                </a:lnTo>
                <a:lnTo>
                  <a:pt x="25" y="767"/>
                </a:lnTo>
                <a:lnTo>
                  <a:pt x="25" y="766"/>
                </a:lnTo>
                <a:lnTo>
                  <a:pt x="25" y="765"/>
                </a:lnTo>
                <a:lnTo>
                  <a:pt x="24" y="765"/>
                </a:lnTo>
                <a:lnTo>
                  <a:pt x="24" y="764"/>
                </a:lnTo>
                <a:lnTo>
                  <a:pt x="24" y="763"/>
                </a:lnTo>
                <a:lnTo>
                  <a:pt x="24" y="762"/>
                </a:lnTo>
                <a:lnTo>
                  <a:pt x="23" y="762"/>
                </a:lnTo>
                <a:lnTo>
                  <a:pt x="22" y="762"/>
                </a:lnTo>
                <a:lnTo>
                  <a:pt x="22" y="763"/>
                </a:lnTo>
                <a:lnTo>
                  <a:pt x="21" y="763"/>
                </a:lnTo>
                <a:lnTo>
                  <a:pt x="21" y="764"/>
                </a:lnTo>
                <a:lnTo>
                  <a:pt x="21" y="765"/>
                </a:lnTo>
                <a:lnTo>
                  <a:pt x="22" y="765"/>
                </a:lnTo>
                <a:lnTo>
                  <a:pt x="22" y="766"/>
                </a:lnTo>
                <a:lnTo>
                  <a:pt x="21" y="766"/>
                </a:lnTo>
                <a:lnTo>
                  <a:pt x="20" y="766"/>
                </a:lnTo>
                <a:lnTo>
                  <a:pt x="19" y="765"/>
                </a:lnTo>
                <a:lnTo>
                  <a:pt x="18" y="766"/>
                </a:lnTo>
                <a:lnTo>
                  <a:pt x="17" y="765"/>
                </a:lnTo>
                <a:lnTo>
                  <a:pt x="16" y="765"/>
                </a:lnTo>
                <a:lnTo>
                  <a:pt x="16" y="764"/>
                </a:lnTo>
                <a:lnTo>
                  <a:pt x="15" y="764"/>
                </a:lnTo>
                <a:lnTo>
                  <a:pt x="15" y="763"/>
                </a:lnTo>
                <a:lnTo>
                  <a:pt x="15" y="762"/>
                </a:lnTo>
                <a:lnTo>
                  <a:pt x="13" y="762"/>
                </a:lnTo>
                <a:lnTo>
                  <a:pt x="13" y="761"/>
                </a:lnTo>
                <a:lnTo>
                  <a:pt x="12" y="761"/>
                </a:lnTo>
                <a:lnTo>
                  <a:pt x="11" y="761"/>
                </a:lnTo>
                <a:lnTo>
                  <a:pt x="10" y="760"/>
                </a:lnTo>
                <a:lnTo>
                  <a:pt x="9" y="759"/>
                </a:lnTo>
                <a:lnTo>
                  <a:pt x="10" y="759"/>
                </a:lnTo>
                <a:lnTo>
                  <a:pt x="10" y="758"/>
                </a:lnTo>
                <a:lnTo>
                  <a:pt x="10" y="757"/>
                </a:lnTo>
                <a:lnTo>
                  <a:pt x="9" y="757"/>
                </a:lnTo>
                <a:lnTo>
                  <a:pt x="9" y="756"/>
                </a:lnTo>
                <a:lnTo>
                  <a:pt x="8" y="756"/>
                </a:lnTo>
                <a:lnTo>
                  <a:pt x="9" y="755"/>
                </a:lnTo>
                <a:lnTo>
                  <a:pt x="10" y="755"/>
                </a:lnTo>
                <a:lnTo>
                  <a:pt x="10" y="754"/>
                </a:lnTo>
                <a:lnTo>
                  <a:pt x="9" y="754"/>
                </a:lnTo>
                <a:lnTo>
                  <a:pt x="9" y="753"/>
                </a:lnTo>
                <a:lnTo>
                  <a:pt x="8" y="753"/>
                </a:lnTo>
                <a:lnTo>
                  <a:pt x="9" y="753"/>
                </a:lnTo>
                <a:lnTo>
                  <a:pt x="9" y="752"/>
                </a:lnTo>
                <a:lnTo>
                  <a:pt x="10" y="752"/>
                </a:lnTo>
                <a:lnTo>
                  <a:pt x="10" y="751"/>
                </a:lnTo>
                <a:lnTo>
                  <a:pt x="9" y="750"/>
                </a:lnTo>
                <a:lnTo>
                  <a:pt x="9" y="749"/>
                </a:lnTo>
                <a:lnTo>
                  <a:pt x="8" y="749"/>
                </a:lnTo>
                <a:lnTo>
                  <a:pt x="8" y="748"/>
                </a:lnTo>
                <a:lnTo>
                  <a:pt x="7" y="748"/>
                </a:lnTo>
                <a:lnTo>
                  <a:pt x="7" y="747"/>
                </a:lnTo>
                <a:lnTo>
                  <a:pt x="8" y="747"/>
                </a:lnTo>
                <a:lnTo>
                  <a:pt x="8" y="746"/>
                </a:lnTo>
                <a:lnTo>
                  <a:pt x="9" y="746"/>
                </a:lnTo>
                <a:lnTo>
                  <a:pt x="9" y="745"/>
                </a:lnTo>
                <a:lnTo>
                  <a:pt x="9" y="744"/>
                </a:lnTo>
                <a:lnTo>
                  <a:pt x="9" y="743"/>
                </a:lnTo>
                <a:lnTo>
                  <a:pt x="10" y="743"/>
                </a:lnTo>
                <a:lnTo>
                  <a:pt x="10" y="742"/>
                </a:lnTo>
                <a:lnTo>
                  <a:pt x="11" y="742"/>
                </a:lnTo>
                <a:lnTo>
                  <a:pt x="11" y="741"/>
                </a:lnTo>
                <a:lnTo>
                  <a:pt x="12" y="741"/>
                </a:lnTo>
                <a:lnTo>
                  <a:pt x="12" y="740"/>
                </a:lnTo>
                <a:lnTo>
                  <a:pt x="13" y="740"/>
                </a:lnTo>
                <a:lnTo>
                  <a:pt x="13" y="739"/>
                </a:lnTo>
                <a:lnTo>
                  <a:pt x="14" y="739"/>
                </a:lnTo>
                <a:lnTo>
                  <a:pt x="14" y="738"/>
                </a:lnTo>
                <a:lnTo>
                  <a:pt x="15" y="738"/>
                </a:lnTo>
                <a:lnTo>
                  <a:pt x="15" y="737"/>
                </a:lnTo>
                <a:lnTo>
                  <a:pt x="16" y="737"/>
                </a:lnTo>
                <a:lnTo>
                  <a:pt x="16" y="736"/>
                </a:lnTo>
                <a:lnTo>
                  <a:pt x="17" y="736"/>
                </a:lnTo>
                <a:lnTo>
                  <a:pt x="17" y="735"/>
                </a:lnTo>
                <a:lnTo>
                  <a:pt x="18" y="735"/>
                </a:lnTo>
                <a:lnTo>
                  <a:pt x="19" y="735"/>
                </a:lnTo>
                <a:lnTo>
                  <a:pt x="19" y="734"/>
                </a:lnTo>
                <a:lnTo>
                  <a:pt x="19" y="733"/>
                </a:lnTo>
                <a:lnTo>
                  <a:pt x="18" y="733"/>
                </a:lnTo>
                <a:lnTo>
                  <a:pt x="18" y="732"/>
                </a:lnTo>
                <a:lnTo>
                  <a:pt x="17" y="732"/>
                </a:lnTo>
                <a:lnTo>
                  <a:pt x="17" y="731"/>
                </a:lnTo>
                <a:lnTo>
                  <a:pt x="16" y="731"/>
                </a:lnTo>
                <a:lnTo>
                  <a:pt x="16" y="730"/>
                </a:lnTo>
                <a:lnTo>
                  <a:pt x="17" y="730"/>
                </a:lnTo>
                <a:lnTo>
                  <a:pt x="17" y="729"/>
                </a:lnTo>
                <a:lnTo>
                  <a:pt x="16" y="729"/>
                </a:lnTo>
                <a:lnTo>
                  <a:pt x="16" y="728"/>
                </a:lnTo>
                <a:lnTo>
                  <a:pt x="16" y="727"/>
                </a:lnTo>
                <a:lnTo>
                  <a:pt x="16" y="726"/>
                </a:lnTo>
                <a:lnTo>
                  <a:pt x="16" y="725"/>
                </a:lnTo>
                <a:lnTo>
                  <a:pt x="15" y="725"/>
                </a:lnTo>
                <a:lnTo>
                  <a:pt x="15" y="724"/>
                </a:lnTo>
                <a:lnTo>
                  <a:pt x="14" y="724"/>
                </a:lnTo>
                <a:lnTo>
                  <a:pt x="14" y="723"/>
                </a:lnTo>
                <a:lnTo>
                  <a:pt x="13" y="723"/>
                </a:lnTo>
                <a:lnTo>
                  <a:pt x="12" y="724"/>
                </a:lnTo>
                <a:lnTo>
                  <a:pt x="12" y="723"/>
                </a:lnTo>
                <a:lnTo>
                  <a:pt x="11" y="723"/>
                </a:lnTo>
                <a:lnTo>
                  <a:pt x="10" y="723"/>
                </a:lnTo>
                <a:lnTo>
                  <a:pt x="10" y="722"/>
                </a:lnTo>
                <a:lnTo>
                  <a:pt x="10" y="721"/>
                </a:lnTo>
                <a:lnTo>
                  <a:pt x="10" y="720"/>
                </a:lnTo>
                <a:lnTo>
                  <a:pt x="10" y="719"/>
                </a:lnTo>
                <a:lnTo>
                  <a:pt x="10" y="718"/>
                </a:lnTo>
                <a:lnTo>
                  <a:pt x="10" y="717"/>
                </a:lnTo>
                <a:lnTo>
                  <a:pt x="11" y="717"/>
                </a:lnTo>
                <a:lnTo>
                  <a:pt x="11" y="716"/>
                </a:lnTo>
                <a:lnTo>
                  <a:pt x="12" y="716"/>
                </a:lnTo>
                <a:lnTo>
                  <a:pt x="12" y="715"/>
                </a:lnTo>
                <a:lnTo>
                  <a:pt x="13" y="714"/>
                </a:lnTo>
                <a:lnTo>
                  <a:pt x="13" y="713"/>
                </a:lnTo>
                <a:lnTo>
                  <a:pt x="14" y="713"/>
                </a:lnTo>
                <a:lnTo>
                  <a:pt x="14" y="712"/>
                </a:lnTo>
                <a:lnTo>
                  <a:pt x="15" y="712"/>
                </a:lnTo>
                <a:lnTo>
                  <a:pt x="16" y="712"/>
                </a:lnTo>
                <a:lnTo>
                  <a:pt x="17" y="712"/>
                </a:lnTo>
                <a:lnTo>
                  <a:pt x="18" y="712"/>
                </a:lnTo>
                <a:lnTo>
                  <a:pt x="19" y="712"/>
                </a:lnTo>
                <a:lnTo>
                  <a:pt x="19" y="711"/>
                </a:lnTo>
                <a:lnTo>
                  <a:pt x="20" y="711"/>
                </a:lnTo>
                <a:lnTo>
                  <a:pt x="20" y="712"/>
                </a:lnTo>
                <a:lnTo>
                  <a:pt x="21" y="713"/>
                </a:lnTo>
                <a:lnTo>
                  <a:pt x="22" y="712"/>
                </a:lnTo>
                <a:lnTo>
                  <a:pt x="22" y="711"/>
                </a:lnTo>
                <a:lnTo>
                  <a:pt x="23" y="711"/>
                </a:lnTo>
                <a:lnTo>
                  <a:pt x="24" y="711"/>
                </a:lnTo>
                <a:lnTo>
                  <a:pt x="24" y="710"/>
                </a:lnTo>
                <a:lnTo>
                  <a:pt x="25" y="710"/>
                </a:lnTo>
                <a:lnTo>
                  <a:pt x="26" y="710"/>
                </a:lnTo>
                <a:lnTo>
                  <a:pt x="27" y="710"/>
                </a:lnTo>
                <a:lnTo>
                  <a:pt x="27" y="709"/>
                </a:lnTo>
                <a:lnTo>
                  <a:pt x="28" y="709"/>
                </a:lnTo>
                <a:lnTo>
                  <a:pt x="28" y="708"/>
                </a:lnTo>
                <a:lnTo>
                  <a:pt x="28" y="707"/>
                </a:lnTo>
                <a:lnTo>
                  <a:pt x="29" y="708"/>
                </a:lnTo>
                <a:lnTo>
                  <a:pt x="30" y="708"/>
                </a:lnTo>
                <a:lnTo>
                  <a:pt x="31" y="708"/>
                </a:lnTo>
                <a:lnTo>
                  <a:pt x="31" y="707"/>
                </a:lnTo>
                <a:lnTo>
                  <a:pt x="32" y="707"/>
                </a:lnTo>
                <a:lnTo>
                  <a:pt x="32" y="706"/>
                </a:lnTo>
                <a:lnTo>
                  <a:pt x="33" y="706"/>
                </a:lnTo>
                <a:lnTo>
                  <a:pt x="33" y="705"/>
                </a:lnTo>
                <a:lnTo>
                  <a:pt x="34" y="705"/>
                </a:lnTo>
                <a:lnTo>
                  <a:pt x="35" y="705"/>
                </a:lnTo>
                <a:lnTo>
                  <a:pt x="35" y="704"/>
                </a:lnTo>
                <a:lnTo>
                  <a:pt x="36" y="704"/>
                </a:lnTo>
                <a:lnTo>
                  <a:pt x="36" y="703"/>
                </a:lnTo>
                <a:lnTo>
                  <a:pt x="37" y="703"/>
                </a:lnTo>
                <a:lnTo>
                  <a:pt x="36" y="703"/>
                </a:lnTo>
                <a:lnTo>
                  <a:pt x="36" y="701"/>
                </a:lnTo>
                <a:lnTo>
                  <a:pt x="37" y="701"/>
                </a:lnTo>
                <a:lnTo>
                  <a:pt x="36" y="701"/>
                </a:lnTo>
                <a:lnTo>
                  <a:pt x="36" y="700"/>
                </a:lnTo>
                <a:lnTo>
                  <a:pt x="35" y="699"/>
                </a:lnTo>
                <a:lnTo>
                  <a:pt x="35" y="698"/>
                </a:lnTo>
                <a:lnTo>
                  <a:pt x="34" y="698"/>
                </a:lnTo>
                <a:lnTo>
                  <a:pt x="34" y="697"/>
                </a:lnTo>
                <a:lnTo>
                  <a:pt x="34" y="696"/>
                </a:lnTo>
                <a:lnTo>
                  <a:pt x="33" y="696"/>
                </a:lnTo>
                <a:lnTo>
                  <a:pt x="33" y="695"/>
                </a:lnTo>
                <a:lnTo>
                  <a:pt x="32" y="695"/>
                </a:lnTo>
                <a:lnTo>
                  <a:pt x="32" y="694"/>
                </a:lnTo>
                <a:lnTo>
                  <a:pt x="31" y="693"/>
                </a:lnTo>
                <a:lnTo>
                  <a:pt x="31" y="692"/>
                </a:lnTo>
                <a:lnTo>
                  <a:pt x="31" y="691"/>
                </a:lnTo>
                <a:lnTo>
                  <a:pt x="32" y="690"/>
                </a:lnTo>
                <a:lnTo>
                  <a:pt x="32" y="689"/>
                </a:lnTo>
                <a:lnTo>
                  <a:pt x="32" y="688"/>
                </a:lnTo>
                <a:lnTo>
                  <a:pt x="33" y="688"/>
                </a:lnTo>
                <a:lnTo>
                  <a:pt x="33" y="687"/>
                </a:lnTo>
                <a:lnTo>
                  <a:pt x="33" y="686"/>
                </a:lnTo>
                <a:lnTo>
                  <a:pt x="32" y="686"/>
                </a:lnTo>
                <a:lnTo>
                  <a:pt x="31" y="686"/>
                </a:lnTo>
                <a:lnTo>
                  <a:pt x="31" y="687"/>
                </a:lnTo>
                <a:lnTo>
                  <a:pt x="30" y="687"/>
                </a:lnTo>
                <a:lnTo>
                  <a:pt x="30" y="686"/>
                </a:lnTo>
                <a:lnTo>
                  <a:pt x="28" y="686"/>
                </a:lnTo>
                <a:lnTo>
                  <a:pt x="27" y="686"/>
                </a:lnTo>
                <a:lnTo>
                  <a:pt x="26" y="686"/>
                </a:lnTo>
                <a:lnTo>
                  <a:pt x="25" y="685"/>
                </a:lnTo>
                <a:lnTo>
                  <a:pt x="25" y="684"/>
                </a:lnTo>
                <a:lnTo>
                  <a:pt x="25" y="683"/>
                </a:lnTo>
                <a:lnTo>
                  <a:pt x="26" y="683"/>
                </a:lnTo>
                <a:lnTo>
                  <a:pt x="25" y="682"/>
                </a:lnTo>
                <a:lnTo>
                  <a:pt x="26" y="682"/>
                </a:lnTo>
                <a:lnTo>
                  <a:pt x="26" y="681"/>
                </a:lnTo>
                <a:lnTo>
                  <a:pt x="25" y="680"/>
                </a:lnTo>
                <a:lnTo>
                  <a:pt x="25" y="679"/>
                </a:lnTo>
                <a:lnTo>
                  <a:pt x="25" y="678"/>
                </a:lnTo>
                <a:lnTo>
                  <a:pt x="25" y="677"/>
                </a:lnTo>
                <a:lnTo>
                  <a:pt x="25" y="676"/>
                </a:lnTo>
                <a:lnTo>
                  <a:pt x="25" y="675"/>
                </a:lnTo>
                <a:lnTo>
                  <a:pt x="24" y="675"/>
                </a:lnTo>
                <a:lnTo>
                  <a:pt x="24" y="674"/>
                </a:lnTo>
                <a:lnTo>
                  <a:pt x="24" y="673"/>
                </a:lnTo>
                <a:lnTo>
                  <a:pt x="24" y="672"/>
                </a:lnTo>
                <a:lnTo>
                  <a:pt x="24" y="671"/>
                </a:lnTo>
                <a:lnTo>
                  <a:pt x="25" y="671"/>
                </a:lnTo>
                <a:lnTo>
                  <a:pt x="25" y="670"/>
                </a:lnTo>
                <a:lnTo>
                  <a:pt x="24" y="670"/>
                </a:lnTo>
                <a:lnTo>
                  <a:pt x="24" y="669"/>
                </a:lnTo>
                <a:lnTo>
                  <a:pt x="24" y="668"/>
                </a:lnTo>
                <a:lnTo>
                  <a:pt x="25" y="668"/>
                </a:lnTo>
                <a:lnTo>
                  <a:pt x="25" y="667"/>
                </a:lnTo>
                <a:lnTo>
                  <a:pt x="24" y="667"/>
                </a:lnTo>
                <a:lnTo>
                  <a:pt x="24" y="666"/>
                </a:lnTo>
                <a:lnTo>
                  <a:pt x="24" y="665"/>
                </a:lnTo>
                <a:lnTo>
                  <a:pt x="23" y="665"/>
                </a:lnTo>
                <a:lnTo>
                  <a:pt x="23" y="664"/>
                </a:lnTo>
                <a:lnTo>
                  <a:pt x="22" y="664"/>
                </a:lnTo>
                <a:lnTo>
                  <a:pt x="22" y="663"/>
                </a:lnTo>
                <a:lnTo>
                  <a:pt x="22" y="662"/>
                </a:lnTo>
                <a:lnTo>
                  <a:pt x="22" y="661"/>
                </a:lnTo>
                <a:lnTo>
                  <a:pt x="21" y="661"/>
                </a:lnTo>
                <a:lnTo>
                  <a:pt x="20" y="661"/>
                </a:lnTo>
                <a:lnTo>
                  <a:pt x="20" y="660"/>
                </a:lnTo>
                <a:lnTo>
                  <a:pt x="19" y="660"/>
                </a:lnTo>
                <a:lnTo>
                  <a:pt x="19" y="659"/>
                </a:lnTo>
                <a:lnTo>
                  <a:pt x="18" y="659"/>
                </a:lnTo>
                <a:lnTo>
                  <a:pt x="18" y="658"/>
                </a:lnTo>
                <a:lnTo>
                  <a:pt x="18" y="657"/>
                </a:lnTo>
                <a:lnTo>
                  <a:pt x="17" y="657"/>
                </a:lnTo>
                <a:lnTo>
                  <a:pt x="17" y="656"/>
                </a:lnTo>
                <a:lnTo>
                  <a:pt x="17" y="655"/>
                </a:lnTo>
                <a:lnTo>
                  <a:pt x="16" y="655"/>
                </a:lnTo>
                <a:lnTo>
                  <a:pt x="16" y="654"/>
                </a:lnTo>
                <a:lnTo>
                  <a:pt x="16" y="653"/>
                </a:lnTo>
                <a:lnTo>
                  <a:pt x="16" y="652"/>
                </a:lnTo>
                <a:lnTo>
                  <a:pt x="16" y="651"/>
                </a:lnTo>
                <a:lnTo>
                  <a:pt x="16" y="650"/>
                </a:lnTo>
                <a:lnTo>
                  <a:pt x="16" y="649"/>
                </a:lnTo>
                <a:lnTo>
                  <a:pt x="17" y="649"/>
                </a:lnTo>
                <a:lnTo>
                  <a:pt x="17" y="648"/>
                </a:lnTo>
                <a:lnTo>
                  <a:pt x="18" y="648"/>
                </a:lnTo>
                <a:lnTo>
                  <a:pt x="18" y="647"/>
                </a:lnTo>
                <a:lnTo>
                  <a:pt x="19" y="647"/>
                </a:lnTo>
                <a:lnTo>
                  <a:pt x="19" y="646"/>
                </a:lnTo>
                <a:lnTo>
                  <a:pt x="20" y="646"/>
                </a:lnTo>
                <a:lnTo>
                  <a:pt x="20" y="645"/>
                </a:lnTo>
                <a:lnTo>
                  <a:pt x="21" y="645"/>
                </a:lnTo>
                <a:lnTo>
                  <a:pt x="21" y="644"/>
                </a:lnTo>
                <a:lnTo>
                  <a:pt x="22" y="644"/>
                </a:lnTo>
                <a:lnTo>
                  <a:pt x="23" y="644"/>
                </a:lnTo>
                <a:lnTo>
                  <a:pt x="24" y="644"/>
                </a:lnTo>
                <a:lnTo>
                  <a:pt x="25" y="644"/>
                </a:lnTo>
                <a:lnTo>
                  <a:pt x="25" y="643"/>
                </a:lnTo>
                <a:lnTo>
                  <a:pt x="26" y="643"/>
                </a:lnTo>
                <a:lnTo>
                  <a:pt x="27" y="643"/>
                </a:lnTo>
                <a:lnTo>
                  <a:pt x="27" y="642"/>
                </a:lnTo>
                <a:lnTo>
                  <a:pt x="28" y="642"/>
                </a:lnTo>
                <a:lnTo>
                  <a:pt x="28" y="643"/>
                </a:lnTo>
                <a:lnTo>
                  <a:pt x="29" y="643"/>
                </a:lnTo>
                <a:lnTo>
                  <a:pt x="30" y="643"/>
                </a:lnTo>
                <a:lnTo>
                  <a:pt x="31" y="643"/>
                </a:lnTo>
                <a:lnTo>
                  <a:pt x="31" y="642"/>
                </a:lnTo>
                <a:lnTo>
                  <a:pt x="32" y="642"/>
                </a:lnTo>
                <a:lnTo>
                  <a:pt x="32" y="643"/>
                </a:lnTo>
                <a:lnTo>
                  <a:pt x="33" y="643"/>
                </a:lnTo>
                <a:lnTo>
                  <a:pt x="34" y="643"/>
                </a:lnTo>
                <a:lnTo>
                  <a:pt x="35" y="642"/>
                </a:lnTo>
                <a:lnTo>
                  <a:pt x="36" y="642"/>
                </a:lnTo>
                <a:lnTo>
                  <a:pt x="35" y="642"/>
                </a:lnTo>
                <a:lnTo>
                  <a:pt x="35" y="641"/>
                </a:lnTo>
                <a:lnTo>
                  <a:pt x="36" y="641"/>
                </a:lnTo>
                <a:lnTo>
                  <a:pt x="35" y="641"/>
                </a:lnTo>
                <a:lnTo>
                  <a:pt x="35" y="640"/>
                </a:lnTo>
                <a:lnTo>
                  <a:pt x="36" y="640"/>
                </a:lnTo>
                <a:lnTo>
                  <a:pt x="36" y="639"/>
                </a:lnTo>
                <a:lnTo>
                  <a:pt x="37" y="639"/>
                </a:lnTo>
                <a:lnTo>
                  <a:pt x="37" y="638"/>
                </a:lnTo>
                <a:lnTo>
                  <a:pt x="38" y="638"/>
                </a:lnTo>
                <a:lnTo>
                  <a:pt x="38" y="637"/>
                </a:lnTo>
                <a:lnTo>
                  <a:pt x="39" y="637"/>
                </a:lnTo>
                <a:lnTo>
                  <a:pt x="40" y="637"/>
                </a:lnTo>
                <a:lnTo>
                  <a:pt x="40" y="636"/>
                </a:lnTo>
                <a:lnTo>
                  <a:pt x="41" y="636"/>
                </a:lnTo>
                <a:lnTo>
                  <a:pt x="41" y="634"/>
                </a:lnTo>
                <a:lnTo>
                  <a:pt x="42" y="633"/>
                </a:lnTo>
                <a:lnTo>
                  <a:pt x="42" y="632"/>
                </a:lnTo>
                <a:lnTo>
                  <a:pt x="41" y="632"/>
                </a:lnTo>
                <a:lnTo>
                  <a:pt x="41" y="631"/>
                </a:lnTo>
                <a:lnTo>
                  <a:pt x="40" y="631"/>
                </a:lnTo>
                <a:lnTo>
                  <a:pt x="39" y="630"/>
                </a:lnTo>
                <a:lnTo>
                  <a:pt x="38" y="630"/>
                </a:lnTo>
                <a:lnTo>
                  <a:pt x="38" y="629"/>
                </a:lnTo>
                <a:lnTo>
                  <a:pt x="37" y="629"/>
                </a:lnTo>
                <a:lnTo>
                  <a:pt x="37" y="628"/>
                </a:lnTo>
                <a:lnTo>
                  <a:pt x="37" y="627"/>
                </a:lnTo>
                <a:lnTo>
                  <a:pt x="38" y="627"/>
                </a:lnTo>
                <a:lnTo>
                  <a:pt x="38" y="626"/>
                </a:lnTo>
                <a:lnTo>
                  <a:pt x="37" y="626"/>
                </a:lnTo>
                <a:lnTo>
                  <a:pt x="37" y="625"/>
                </a:lnTo>
                <a:lnTo>
                  <a:pt x="36" y="625"/>
                </a:lnTo>
                <a:lnTo>
                  <a:pt x="36" y="624"/>
                </a:lnTo>
                <a:lnTo>
                  <a:pt x="35" y="624"/>
                </a:lnTo>
                <a:lnTo>
                  <a:pt x="35" y="623"/>
                </a:lnTo>
                <a:lnTo>
                  <a:pt x="35" y="622"/>
                </a:lnTo>
                <a:lnTo>
                  <a:pt x="34" y="622"/>
                </a:lnTo>
                <a:lnTo>
                  <a:pt x="34" y="621"/>
                </a:lnTo>
                <a:lnTo>
                  <a:pt x="34" y="620"/>
                </a:lnTo>
                <a:lnTo>
                  <a:pt x="33" y="620"/>
                </a:lnTo>
                <a:lnTo>
                  <a:pt x="33" y="619"/>
                </a:lnTo>
                <a:lnTo>
                  <a:pt x="32" y="619"/>
                </a:lnTo>
                <a:lnTo>
                  <a:pt x="31" y="619"/>
                </a:lnTo>
                <a:lnTo>
                  <a:pt x="31" y="618"/>
                </a:lnTo>
                <a:lnTo>
                  <a:pt x="30" y="618"/>
                </a:lnTo>
                <a:lnTo>
                  <a:pt x="29" y="617"/>
                </a:lnTo>
                <a:lnTo>
                  <a:pt x="28" y="617"/>
                </a:lnTo>
                <a:lnTo>
                  <a:pt x="28" y="616"/>
                </a:lnTo>
                <a:lnTo>
                  <a:pt x="27" y="616"/>
                </a:lnTo>
                <a:lnTo>
                  <a:pt x="26" y="615"/>
                </a:lnTo>
                <a:lnTo>
                  <a:pt x="26" y="614"/>
                </a:lnTo>
                <a:lnTo>
                  <a:pt x="25" y="614"/>
                </a:lnTo>
                <a:lnTo>
                  <a:pt x="25" y="613"/>
                </a:lnTo>
                <a:lnTo>
                  <a:pt x="24" y="613"/>
                </a:lnTo>
                <a:lnTo>
                  <a:pt x="24" y="612"/>
                </a:lnTo>
                <a:lnTo>
                  <a:pt x="23" y="612"/>
                </a:lnTo>
                <a:lnTo>
                  <a:pt x="23" y="611"/>
                </a:lnTo>
                <a:lnTo>
                  <a:pt x="22" y="611"/>
                </a:lnTo>
                <a:lnTo>
                  <a:pt x="21" y="611"/>
                </a:lnTo>
                <a:lnTo>
                  <a:pt x="21" y="610"/>
                </a:lnTo>
                <a:lnTo>
                  <a:pt x="20" y="610"/>
                </a:lnTo>
                <a:lnTo>
                  <a:pt x="19" y="609"/>
                </a:lnTo>
                <a:lnTo>
                  <a:pt x="19" y="608"/>
                </a:lnTo>
                <a:lnTo>
                  <a:pt x="18" y="608"/>
                </a:lnTo>
                <a:lnTo>
                  <a:pt x="17" y="608"/>
                </a:lnTo>
                <a:lnTo>
                  <a:pt x="18" y="608"/>
                </a:lnTo>
                <a:lnTo>
                  <a:pt x="18" y="607"/>
                </a:lnTo>
                <a:lnTo>
                  <a:pt x="18" y="606"/>
                </a:lnTo>
                <a:lnTo>
                  <a:pt x="18" y="605"/>
                </a:lnTo>
                <a:lnTo>
                  <a:pt x="19" y="605"/>
                </a:lnTo>
                <a:lnTo>
                  <a:pt x="19" y="604"/>
                </a:lnTo>
                <a:lnTo>
                  <a:pt x="20" y="604"/>
                </a:lnTo>
                <a:lnTo>
                  <a:pt x="21" y="604"/>
                </a:lnTo>
                <a:lnTo>
                  <a:pt x="21" y="603"/>
                </a:lnTo>
                <a:lnTo>
                  <a:pt x="21" y="602"/>
                </a:lnTo>
                <a:lnTo>
                  <a:pt x="21" y="601"/>
                </a:lnTo>
                <a:lnTo>
                  <a:pt x="20" y="601"/>
                </a:lnTo>
                <a:lnTo>
                  <a:pt x="20" y="600"/>
                </a:lnTo>
                <a:lnTo>
                  <a:pt x="19" y="600"/>
                </a:lnTo>
                <a:lnTo>
                  <a:pt x="18" y="600"/>
                </a:lnTo>
                <a:lnTo>
                  <a:pt x="18" y="601"/>
                </a:lnTo>
                <a:lnTo>
                  <a:pt x="17" y="600"/>
                </a:lnTo>
                <a:lnTo>
                  <a:pt x="16" y="600"/>
                </a:lnTo>
                <a:lnTo>
                  <a:pt x="14" y="600"/>
                </a:lnTo>
                <a:lnTo>
                  <a:pt x="13" y="600"/>
                </a:lnTo>
                <a:lnTo>
                  <a:pt x="12" y="600"/>
                </a:lnTo>
                <a:lnTo>
                  <a:pt x="12" y="599"/>
                </a:lnTo>
                <a:lnTo>
                  <a:pt x="11" y="599"/>
                </a:lnTo>
                <a:lnTo>
                  <a:pt x="10" y="599"/>
                </a:lnTo>
                <a:lnTo>
                  <a:pt x="10" y="598"/>
                </a:lnTo>
                <a:lnTo>
                  <a:pt x="11" y="598"/>
                </a:lnTo>
                <a:lnTo>
                  <a:pt x="11" y="597"/>
                </a:lnTo>
                <a:lnTo>
                  <a:pt x="11" y="596"/>
                </a:lnTo>
                <a:lnTo>
                  <a:pt x="11" y="595"/>
                </a:lnTo>
                <a:lnTo>
                  <a:pt x="12" y="595"/>
                </a:lnTo>
                <a:lnTo>
                  <a:pt x="12" y="594"/>
                </a:lnTo>
                <a:lnTo>
                  <a:pt x="12" y="593"/>
                </a:lnTo>
                <a:lnTo>
                  <a:pt x="12" y="592"/>
                </a:lnTo>
                <a:lnTo>
                  <a:pt x="13" y="592"/>
                </a:lnTo>
                <a:lnTo>
                  <a:pt x="13" y="591"/>
                </a:lnTo>
                <a:lnTo>
                  <a:pt x="14" y="590"/>
                </a:lnTo>
                <a:lnTo>
                  <a:pt x="13" y="590"/>
                </a:lnTo>
                <a:lnTo>
                  <a:pt x="13" y="589"/>
                </a:lnTo>
                <a:lnTo>
                  <a:pt x="12" y="589"/>
                </a:lnTo>
                <a:lnTo>
                  <a:pt x="12" y="588"/>
                </a:lnTo>
                <a:lnTo>
                  <a:pt x="11" y="588"/>
                </a:lnTo>
                <a:lnTo>
                  <a:pt x="11" y="587"/>
                </a:lnTo>
                <a:lnTo>
                  <a:pt x="11" y="586"/>
                </a:lnTo>
                <a:lnTo>
                  <a:pt x="11" y="585"/>
                </a:lnTo>
                <a:lnTo>
                  <a:pt x="10" y="585"/>
                </a:lnTo>
                <a:lnTo>
                  <a:pt x="10" y="584"/>
                </a:lnTo>
                <a:lnTo>
                  <a:pt x="10" y="583"/>
                </a:lnTo>
                <a:lnTo>
                  <a:pt x="10" y="582"/>
                </a:lnTo>
                <a:lnTo>
                  <a:pt x="11" y="582"/>
                </a:lnTo>
                <a:lnTo>
                  <a:pt x="10" y="582"/>
                </a:lnTo>
                <a:lnTo>
                  <a:pt x="10" y="581"/>
                </a:lnTo>
                <a:lnTo>
                  <a:pt x="10" y="580"/>
                </a:lnTo>
                <a:lnTo>
                  <a:pt x="9" y="580"/>
                </a:lnTo>
                <a:lnTo>
                  <a:pt x="8" y="580"/>
                </a:lnTo>
                <a:lnTo>
                  <a:pt x="7" y="580"/>
                </a:lnTo>
                <a:lnTo>
                  <a:pt x="7" y="581"/>
                </a:lnTo>
                <a:lnTo>
                  <a:pt x="6" y="581"/>
                </a:lnTo>
                <a:lnTo>
                  <a:pt x="5" y="581"/>
                </a:lnTo>
                <a:lnTo>
                  <a:pt x="4" y="581"/>
                </a:lnTo>
                <a:lnTo>
                  <a:pt x="3" y="581"/>
                </a:lnTo>
                <a:lnTo>
                  <a:pt x="2" y="582"/>
                </a:lnTo>
                <a:lnTo>
                  <a:pt x="2" y="581"/>
                </a:lnTo>
                <a:lnTo>
                  <a:pt x="1" y="581"/>
                </a:lnTo>
                <a:lnTo>
                  <a:pt x="1" y="580"/>
                </a:lnTo>
                <a:lnTo>
                  <a:pt x="1" y="579"/>
                </a:lnTo>
                <a:lnTo>
                  <a:pt x="1" y="578"/>
                </a:lnTo>
                <a:lnTo>
                  <a:pt x="0" y="577"/>
                </a:lnTo>
                <a:lnTo>
                  <a:pt x="0" y="576"/>
                </a:lnTo>
                <a:lnTo>
                  <a:pt x="0" y="575"/>
                </a:lnTo>
                <a:lnTo>
                  <a:pt x="1" y="575"/>
                </a:lnTo>
                <a:lnTo>
                  <a:pt x="1" y="574"/>
                </a:lnTo>
                <a:lnTo>
                  <a:pt x="1" y="573"/>
                </a:lnTo>
                <a:lnTo>
                  <a:pt x="1" y="572"/>
                </a:lnTo>
                <a:lnTo>
                  <a:pt x="1" y="571"/>
                </a:lnTo>
                <a:lnTo>
                  <a:pt x="0" y="571"/>
                </a:lnTo>
                <a:lnTo>
                  <a:pt x="1" y="571"/>
                </a:lnTo>
                <a:lnTo>
                  <a:pt x="1" y="570"/>
                </a:lnTo>
                <a:lnTo>
                  <a:pt x="1" y="569"/>
                </a:lnTo>
                <a:lnTo>
                  <a:pt x="1" y="568"/>
                </a:lnTo>
                <a:lnTo>
                  <a:pt x="2" y="568"/>
                </a:lnTo>
                <a:lnTo>
                  <a:pt x="1" y="568"/>
                </a:lnTo>
                <a:lnTo>
                  <a:pt x="1" y="567"/>
                </a:lnTo>
                <a:lnTo>
                  <a:pt x="0" y="567"/>
                </a:lnTo>
                <a:lnTo>
                  <a:pt x="0" y="566"/>
                </a:lnTo>
                <a:lnTo>
                  <a:pt x="0" y="564"/>
                </a:lnTo>
                <a:lnTo>
                  <a:pt x="1" y="564"/>
                </a:lnTo>
                <a:lnTo>
                  <a:pt x="2" y="563"/>
                </a:lnTo>
                <a:lnTo>
                  <a:pt x="3" y="563"/>
                </a:lnTo>
                <a:lnTo>
                  <a:pt x="4" y="563"/>
                </a:lnTo>
                <a:lnTo>
                  <a:pt x="4" y="562"/>
                </a:lnTo>
                <a:lnTo>
                  <a:pt x="5" y="562"/>
                </a:lnTo>
                <a:lnTo>
                  <a:pt x="5" y="561"/>
                </a:lnTo>
                <a:lnTo>
                  <a:pt x="6" y="562"/>
                </a:lnTo>
                <a:lnTo>
                  <a:pt x="6" y="561"/>
                </a:lnTo>
                <a:lnTo>
                  <a:pt x="7" y="561"/>
                </a:lnTo>
                <a:lnTo>
                  <a:pt x="9" y="561"/>
                </a:lnTo>
                <a:lnTo>
                  <a:pt x="9" y="560"/>
                </a:lnTo>
                <a:lnTo>
                  <a:pt x="9" y="559"/>
                </a:lnTo>
                <a:lnTo>
                  <a:pt x="10" y="559"/>
                </a:lnTo>
                <a:lnTo>
                  <a:pt x="11" y="559"/>
                </a:lnTo>
                <a:lnTo>
                  <a:pt x="12" y="559"/>
                </a:lnTo>
                <a:lnTo>
                  <a:pt x="12" y="558"/>
                </a:lnTo>
                <a:lnTo>
                  <a:pt x="12" y="557"/>
                </a:lnTo>
                <a:lnTo>
                  <a:pt x="13" y="557"/>
                </a:lnTo>
                <a:lnTo>
                  <a:pt x="13" y="556"/>
                </a:lnTo>
                <a:lnTo>
                  <a:pt x="13" y="555"/>
                </a:lnTo>
                <a:lnTo>
                  <a:pt x="14" y="555"/>
                </a:lnTo>
                <a:lnTo>
                  <a:pt x="14" y="554"/>
                </a:lnTo>
                <a:lnTo>
                  <a:pt x="14" y="553"/>
                </a:lnTo>
                <a:lnTo>
                  <a:pt x="15" y="553"/>
                </a:lnTo>
                <a:lnTo>
                  <a:pt x="15" y="552"/>
                </a:lnTo>
                <a:lnTo>
                  <a:pt x="16" y="552"/>
                </a:lnTo>
                <a:lnTo>
                  <a:pt x="16" y="551"/>
                </a:lnTo>
                <a:lnTo>
                  <a:pt x="16" y="550"/>
                </a:lnTo>
                <a:lnTo>
                  <a:pt x="17" y="550"/>
                </a:lnTo>
                <a:lnTo>
                  <a:pt x="18" y="550"/>
                </a:lnTo>
                <a:lnTo>
                  <a:pt x="19" y="550"/>
                </a:lnTo>
                <a:lnTo>
                  <a:pt x="19" y="549"/>
                </a:lnTo>
                <a:lnTo>
                  <a:pt x="18" y="549"/>
                </a:lnTo>
                <a:lnTo>
                  <a:pt x="18" y="548"/>
                </a:lnTo>
                <a:lnTo>
                  <a:pt x="18" y="547"/>
                </a:lnTo>
                <a:lnTo>
                  <a:pt x="18" y="546"/>
                </a:lnTo>
                <a:lnTo>
                  <a:pt x="18" y="545"/>
                </a:lnTo>
                <a:lnTo>
                  <a:pt x="18" y="544"/>
                </a:lnTo>
                <a:lnTo>
                  <a:pt x="17" y="544"/>
                </a:lnTo>
                <a:lnTo>
                  <a:pt x="16" y="544"/>
                </a:lnTo>
                <a:lnTo>
                  <a:pt x="16" y="543"/>
                </a:lnTo>
                <a:lnTo>
                  <a:pt x="15" y="543"/>
                </a:lnTo>
                <a:lnTo>
                  <a:pt x="15" y="542"/>
                </a:lnTo>
                <a:lnTo>
                  <a:pt x="15" y="541"/>
                </a:lnTo>
                <a:lnTo>
                  <a:pt x="16" y="541"/>
                </a:lnTo>
                <a:lnTo>
                  <a:pt x="16" y="540"/>
                </a:lnTo>
                <a:lnTo>
                  <a:pt x="17" y="540"/>
                </a:lnTo>
                <a:lnTo>
                  <a:pt x="17" y="539"/>
                </a:lnTo>
                <a:lnTo>
                  <a:pt x="17" y="538"/>
                </a:lnTo>
                <a:lnTo>
                  <a:pt x="18" y="537"/>
                </a:lnTo>
                <a:lnTo>
                  <a:pt x="18" y="536"/>
                </a:lnTo>
                <a:lnTo>
                  <a:pt x="17" y="536"/>
                </a:lnTo>
                <a:lnTo>
                  <a:pt x="17" y="535"/>
                </a:lnTo>
                <a:lnTo>
                  <a:pt x="16" y="535"/>
                </a:lnTo>
                <a:lnTo>
                  <a:pt x="15" y="535"/>
                </a:lnTo>
                <a:lnTo>
                  <a:pt x="15" y="533"/>
                </a:lnTo>
                <a:lnTo>
                  <a:pt x="15" y="532"/>
                </a:lnTo>
                <a:lnTo>
                  <a:pt x="14" y="532"/>
                </a:lnTo>
                <a:lnTo>
                  <a:pt x="14" y="531"/>
                </a:lnTo>
                <a:lnTo>
                  <a:pt x="14" y="530"/>
                </a:lnTo>
                <a:lnTo>
                  <a:pt x="14" y="529"/>
                </a:lnTo>
                <a:lnTo>
                  <a:pt x="15" y="529"/>
                </a:lnTo>
                <a:lnTo>
                  <a:pt x="17" y="529"/>
                </a:lnTo>
                <a:lnTo>
                  <a:pt x="17" y="528"/>
                </a:lnTo>
                <a:lnTo>
                  <a:pt x="18" y="528"/>
                </a:lnTo>
                <a:lnTo>
                  <a:pt x="18" y="527"/>
                </a:lnTo>
                <a:lnTo>
                  <a:pt x="18" y="526"/>
                </a:lnTo>
                <a:lnTo>
                  <a:pt x="18" y="524"/>
                </a:lnTo>
                <a:lnTo>
                  <a:pt x="19" y="524"/>
                </a:lnTo>
                <a:lnTo>
                  <a:pt x="19" y="523"/>
                </a:lnTo>
                <a:lnTo>
                  <a:pt x="19" y="522"/>
                </a:lnTo>
                <a:lnTo>
                  <a:pt x="20" y="522"/>
                </a:lnTo>
                <a:lnTo>
                  <a:pt x="20" y="521"/>
                </a:lnTo>
                <a:lnTo>
                  <a:pt x="20" y="520"/>
                </a:lnTo>
                <a:lnTo>
                  <a:pt x="20" y="519"/>
                </a:lnTo>
                <a:lnTo>
                  <a:pt x="19" y="519"/>
                </a:lnTo>
                <a:lnTo>
                  <a:pt x="19" y="518"/>
                </a:lnTo>
                <a:lnTo>
                  <a:pt x="19" y="517"/>
                </a:lnTo>
                <a:lnTo>
                  <a:pt x="18" y="516"/>
                </a:lnTo>
                <a:lnTo>
                  <a:pt x="18" y="515"/>
                </a:lnTo>
                <a:lnTo>
                  <a:pt x="17" y="515"/>
                </a:lnTo>
                <a:lnTo>
                  <a:pt x="18" y="514"/>
                </a:lnTo>
                <a:lnTo>
                  <a:pt x="19" y="514"/>
                </a:lnTo>
                <a:lnTo>
                  <a:pt x="19" y="513"/>
                </a:lnTo>
                <a:lnTo>
                  <a:pt x="18" y="513"/>
                </a:lnTo>
                <a:lnTo>
                  <a:pt x="18" y="512"/>
                </a:lnTo>
                <a:lnTo>
                  <a:pt x="17" y="512"/>
                </a:lnTo>
                <a:lnTo>
                  <a:pt x="17" y="511"/>
                </a:lnTo>
                <a:lnTo>
                  <a:pt x="17" y="510"/>
                </a:lnTo>
                <a:lnTo>
                  <a:pt x="17" y="509"/>
                </a:lnTo>
                <a:lnTo>
                  <a:pt x="16" y="509"/>
                </a:lnTo>
                <a:lnTo>
                  <a:pt x="16" y="508"/>
                </a:lnTo>
                <a:lnTo>
                  <a:pt x="16" y="507"/>
                </a:lnTo>
                <a:lnTo>
                  <a:pt x="16" y="506"/>
                </a:lnTo>
                <a:lnTo>
                  <a:pt x="16" y="505"/>
                </a:lnTo>
                <a:lnTo>
                  <a:pt x="16" y="504"/>
                </a:lnTo>
                <a:lnTo>
                  <a:pt x="16" y="503"/>
                </a:lnTo>
                <a:lnTo>
                  <a:pt x="15" y="503"/>
                </a:lnTo>
                <a:lnTo>
                  <a:pt x="15" y="502"/>
                </a:lnTo>
                <a:lnTo>
                  <a:pt x="14" y="502"/>
                </a:lnTo>
                <a:lnTo>
                  <a:pt x="14" y="501"/>
                </a:lnTo>
                <a:lnTo>
                  <a:pt x="13" y="501"/>
                </a:lnTo>
                <a:lnTo>
                  <a:pt x="13" y="500"/>
                </a:lnTo>
                <a:lnTo>
                  <a:pt x="13" y="499"/>
                </a:lnTo>
                <a:lnTo>
                  <a:pt x="12" y="499"/>
                </a:lnTo>
                <a:lnTo>
                  <a:pt x="12" y="498"/>
                </a:lnTo>
                <a:lnTo>
                  <a:pt x="12" y="497"/>
                </a:lnTo>
                <a:lnTo>
                  <a:pt x="13" y="497"/>
                </a:lnTo>
                <a:lnTo>
                  <a:pt x="14" y="497"/>
                </a:lnTo>
                <a:lnTo>
                  <a:pt x="14" y="496"/>
                </a:lnTo>
                <a:lnTo>
                  <a:pt x="15" y="496"/>
                </a:lnTo>
                <a:lnTo>
                  <a:pt x="15" y="495"/>
                </a:lnTo>
                <a:lnTo>
                  <a:pt x="16" y="495"/>
                </a:lnTo>
                <a:lnTo>
                  <a:pt x="16" y="494"/>
                </a:lnTo>
                <a:lnTo>
                  <a:pt x="17" y="494"/>
                </a:lnTo>
                <a:lnTo>
                  <a:pt x="17" y="493"/>
                </a:lnTo>
                <a:lnTo>
                  <a:pt x="18" y="492"/>
                </a:lnTo>
                <a:lnTo>
                  <a:pt x="19" y="492"/>
                </a:lnTo>
                <a:lnTo>
                  <a:pt x="20" y="493"/>
                </a:lnTo>
                <a:lnTo>
                  <a:pt x="21" y="493"/>
                </a:lnTo>
                <a:lnTo>
                  <a:pt x="21" y="492"/>
                </a:lnTo>
                <a:lnTo>
                  <a:pt x="22" y="492"/>
                </a:lnTo>
                <a:lnTo>
                  <a:pt x="22" y="493"/>
                </a:lnTo>
                <a:lnTo>
                  <a:pt x="23" y="493"/>
                </a:lnTo>
                <a:lnTo>
                  <a:pt x="24" y="492"/>
                </a:lnTo>
                <a:lnTo>
                  <a:pt x="25" y="492"/>
                </a:lnTo>
                <a:lnTo>
                  <a:pt x="25" y="491"/>
                </a:lnTo>
                <a:lnTo>
                  <a:pt x="25" y="492"/>
                </a:lnTo>
                <a:lnTo>
                  <a:pt x="26" y="492"/>
                </a:lnTo>
                <a:lnTo>
                  <a:pt x="27" y="492"/>
                </a:lnTo>
                <a:lnTo>
                  <a:pt x="27" y="493"/>
                </a:lnTo>
                <a:lnTo>
                  <a:pt x="28" y="493"/>
                </a:lnTo>
                <a:lnTo>
                  <a:pt x="29" y="493"/>
                </a:lnTo>
                <a:lnTo>
                  <a:pt x="30" y="493"/>
                </a:lnTo>
                <a:lnTo>
                  <a:pt x="31" y="493"/>
                </a:lnTo>
                <a:lnTo>
                  <a:pt x="31" y="492"/>
                </a:lnTo>
                <a:lnTo>
                  <a:pt x="31" y="493"/>
                </a:lnTo>
                <a:lnTo>
                  <a:pt x="32" y="493"/>
                </a:lnTo>
                <a:lnTo>
                  <a:pt x="33" y="493"/>
                </a:lnTo>
                <a:lnTo>
                  <a:pt x="33" y="492"/>
                </a:lnTo>
                <a:lnTo>
                  <a:pt x="34" y="492"/>
                </a:lnTo>
                <a:lnTo>
                  <a:pt x="34" y="491"/>
                </a:lnTo>
                <a:lnTo>
                  <a:pt x="35" y="491"/>
                </a:lnTo>
                <a:lnTo>
                  <a:pt x="35" y="490"/>
                </a:lnTo>
                <a:lnTo>
                  <a:pt x="36" y="490"/>
                </a:lnTo>
                <a:lnTo>
                  <a:pt x="36" y="489"/>
                </a:lnTo>
                <a:lnTo>
                  <a:pt x="36" y="488"/>
                </a:lnTo>
                <a:lnTo>
                  <a:pt x="36" y="487"/>
                </a:lnTo>
                <a:lnTo>
                  <a:pt x="37" y="487"/>
                </a:lnTo>
                <a:lnTo>
                  <a:pt x="37" y="488"/>
                </a:lnTo>
                <a:lnTo>
                  <a:pt x="38" y="488"/>
                </a:lnTo>
                <a:lnTo>
                  <a:pt x="38" y="487"/>
                </a:lnTo>
                <a:lnTo>
                  <a:pt x="38" y="486"/>
                </a:lnTo>
                <a:lnTo>
                  <a:pt x="39" y="486"/>
                </a:lnTo>
                <a:lnTo>
                  <a:pt x="39" y="487"/>
                </a:lnTo>
                <a:lnTo>
                  <a:pt x="38" y="487"/>
                </a:lnTo>
                <a:lnTo>
                  <a:pt x="38" y="488"/>
                </a:lnTo>
                <a:lnTo>
                  <a:pt x="39" y="488"/>
                </a:lnTo>
                <a:lnTo>
                  <a:pt x="40" y="488"/>
                </a:lnTo>
                <a:lnTo>
                  <a:pt x="40" y="489"/>
                </a:lnTo>
                <a:lnTo>
                  <a:pt x="41" y="489"/>
                </a:lnTo>
                <a:lnTo>
                  <a:pt x="42" y="489"/>
                </a:lnTo>
                <a:lnTo>
                  <a:pt x="42" y="488"/>
                </a:lnTo>
                <a:lnTo>
                  <a:pt x="43" y="488"/>
                </a:lnTo>
                <a:lnTo>
                  <a:pt x="43" y="489"/>
                </a:lnTo>
                <a:lnTo>
                  <a:pt x="43" y="488"/>
                </a:lnTo>
                <a:lnTo>
                  <a:pt x="44" y="488"/>
                </a:lnTo>
                <a:lnTo>
                  <a:pt x="44" y="487"/>
                </a:lnTo>
                <a:lnTo>
                  <a:pt x="44" y="488"/>
                </a:lnTo>
                <a:lnTo>
                  <a:pt x="44" y="489"/>
                </a:lnTo>
                <a:lnTo>
                  <a:pt x="45" y="489"/>
                </a:lnTo>
                <a:lnTo>
                  <a:pt x="46" y="488"/>
                </a:lnTo>
                <a:lnTo>
                  <a:pt x="47" y="488"/>
                </a:lnTo>
                <a:lnTo>
                  <a:pt x="47" y="489"/>
                </a:lnTo>
                <a:lnTo>
                  <a:pt x="48" y="489"/>
                </a:lnTo>
                <a:lnTo>
                  <a:pt x="48" y="488"/>
                </a:lnTo>
                <a:lnTo>
                  <a:pt x="48" y="487"/>
                </a:lnTo>
                <a:lnTo>
                  <a:pt x="48" y="486"/>
                </a:lnTo>
                <a:lnTo>
                  <a:pt x="48" y="485"/>
                </a:lnTo>
                <a:lnTo>
                  <a:pt x="49" y="485"/>
                </a:lnTo>
                <a:lnTo>
                  <a:pt x="50" y="485"/>
                </a:lnTo>
                <a:lnTo>
                  <a:pt x="51" y="486"/>
                </a:lnTo>
                <a:lnTo>
                  <a:pt x="52" y="486"/>
                </a:lnTo>
                <a:lnTo>
                  <a:pt x="52" y="487"/>
                </a:lnTo>
                <a:lnTo>
                  <a:pt x="53" y="487"/>
                </a:lnTo>
                <a:lnTo>
                  <a:pt x="53" y="488"/>
                </a:lnTo>
                <a:lnTo>
                  <a:pt x="54" y="488"/>
                </a:lnTo>
                <a:lnTo>
                  <a:pt x="55" y="488"/>
                </a:lnTo>
                <a:lnTo>
                  <a:pt x="55" y="489"/>
                </a:lnTo>
                <a:lnTo>
                  <a:pt x="56" y="489"/>
                </a:lnTo>
                <a:lnTo>
                  <a:pt x="56" y="488"/>
                </a:lnTo>
                <a:lnTo>
                  <a:pt x="57" y="488"/>
                </a:lnTo>
                <a:lnTo>
                  <a:pt x="57" y="487"/>
                </a:lnTo>
                <a:lnTo>
                  <a:pt x="58" y="487"/>
                </a:lnTo>
                <a:lnTo>
                  <a:pt x="58" y="486"/>
                </a:lnTo>
                <a:lnTo>
                  <a:pt x="59" y="486"/>
                </a:lnTo>
                <a:lnTo>
                  <a:pt x="60" y="486"/>
                </a:lnTo>
                <a:lnTo>
                  <a:pt x="60" y="485"/>
                </a:lnTo>
                <a:lnTo>
                  <a:pt x="61" y="485"/>
                </a:lnTo>
                <a:lnTo>
                  <a:pt x="62" y="485"/>
                </a:lnTo>
                <a:lnTo>
                  <a:pt x="64" y="485"/>
                </a:lnTo>
                <a:lnTo>
                  <a:pt x="64" y="484"/>
                </a:lnTo>
                <a:lnTo>
                  <a:pt x="65" y="484"/>
                </a:lnTo>
                <a:lnTo>
                  <a:pt x="66" y="484"/>
                </a:lnTo>
                <a:lnTo>
                  <a:pt x="67" y="483"/>
                </a:lnTo>
                <a:lnTo>
                  <a:pt x="67" y="482"/>
                </a:lnTo>
                <a:lnTo>
                  <a:pt x="67" y="481"/>
                </a:lnTo>
                <a:lnTo>
                  <a:pt x="68" y="481"/>
                </a:lnTo>
                <a:lnTo>
                  <a:pt x="69" y="481"/>
                </a:lnTo>
                <a:lnTo>
                  <a:pt x="70" y="481"/>
                </a:lnTo>
                <a:lnTo>
                  <a:pt x="71" y="481"/>
                </a:lnTo>
                <a:lnTo>
                  <a:pt x="72" y="481"/>
                </a:lnTo>
                <a:lnTo>
                  <a:pt x="73" y="481"/>
                </a:lnTo>
                <a:lnTo>
                  <a:pt x="73" y="480"/>
                </a:lnTo>
                <a:lnTo>
                  <a:pt x="74" y="480"/>
                </a:lnTo>
                <a:lnTo>
                  <a:pt x="74" y="479"/>
                </a:lnTo>
                <a:lnTo>
                  <a:pt x="74" y="478"/>
                </a:lnTo>
                <a:lnTo>
                  <a:pt x="75" y="478"/>
                </a:lnTo>
                <a:lnTo>
                  <a:pt x="75" y="479"/>
                </a:lnTo>
                <a:lnTo>
                  <a:pt x="76" y="479"/>
                </a:lnTo>
                <a:lnTo>
                  <a:pt x="76" y="478"/>
                </a:lnTo>
                <a:lnTo>
                  <a:pt x="77" y="478"/>
                </a:lnTo>
                <a:lnTo>
                  <a:pt x="78" y="478"/>
                </a:lnTo>
                <a:lnTo>
                  <a:pt x="78" y="479"/>
                </a:lnTo>
                <a:lnTo>
                  <a:pt x="79" y="478"/>
                </a:lnTo>
                <a:lnTo>
                  <a:pt x="79" y="479"/>
                </a:lnTo>
                <a:lnTo>
                  <a:pt x="79" y="480"/>
                </a:lnTo>
                <a:lnTo>
                  <a:pt x="78" y="481"/>
                </a:lnTo>
                <a:lnTo>
                  <a:pt x="78" y="482"/>
                </a:lnTo>
                <a:lnTo>
                  <a:pt x="79" y="482"/>
                </a:lnTo>
                <a:lnTo>
                  <a:pt x="79" y="483"/>
                </a:lnTo>
                <a:lnTo>
                  <a:pt x="79" y="484"/>
                </a:lnTo>
                <a:lnTo>
                  <a:pt x="78" y="484"/>
                </a:lnTo>
                <a:lnTo>
                  <a:pt x="78" y="485"/>
                </a:lnTo>
                <a:lnTo>
                  <a:pt x="77" y="485"/>
                </a:lnTo>
                <a:lnTo>
                  <a:pt x="77" y="486"/>
                </a:lnTo>
                <a:lnTo>
                  <a:pt x="77" y="487"/>
                </a:lnTo>
                <a:lnTo>
                  <a:pt x="76" y="487"/>
                </a:lnTo>
                <a:lnTo>
                  <a:pt x="76" y="488"/>
                </a:lnTo>
                <a:lnTo>
                  <a:pt x="76" y="489"/>
                </a:lnTo>
                <a:lnTo>
                  <a:pt x="76" y="490"/>
                </a:lnTo>
                <a:lnTo>
                  <a:pt x="76" y="491"/>
                </a:lnTo>
                <a:lnTo>
                  <a:pt x="77" y="491"/>
                </a:lnTo>
                <a:lnTo>
                  <a:pt x="77" y="492"/>
                </a:lnTo>
                <a:lnTo>
                  <a:pt x="77" y="493"/>
                </a:lnTo>
                <a:lnTo>
                  <a:pt x="78" y="494"/>
                </a:lnTo>
                <a:lnTo>
                  <a:pt x="79" y="495"/>
                </a:lnTo>
                <a:lnTo>
                  <a:pt x="79" y="497"/>
                </a:lnTo>
                <a:lnTo>
                  <a:pt x="79" y="498"/>
                </a:lnTo>
                <a:lnTo>
                  <a:pt x="80" y="498"/>
                </a:lnTo>
                <a:lnTo>
                  <a:pt x="80" y="499"/>
                </a:lnTo>
                <a:lnTo>
                  <a:pt x="80" y="500"/>
                </a:lnTo>
                <a:lnTo>
                  <a:pt x="79" y="500"/>
                </a:lnTo>
                <a:lnTo>
                  <a:pt x="79" y="501"/>
                </a:lnTo>
                <a:lnTo>
                  <a:pt x="79" y="502"/>
                </a:lnTo>
                <a:lnTo>
                  <a:pt x="78" y="503"/>
                </a:lnTo>
                <a:lnTo>
                  <a:pt x="78" y="504"/>
                </a:lnTo>
                <a:lnTo>
                  <a:pt x="77" y="505"/>
                </a:lnTo>
                <a:lnTo>
                  <a:pt x="76" y="505"/>
                </a:lnTo>
                <a:lnTo>
                  <a:pt x="75" y="505"/>
                </a:lnTo>
                <a:lnTo>
                  <a:pt x="75" y="506"/>
                </a:lnTo>
                <a:lnTo>
                  <a:pt x="74" y="507"/>
                </a:lnTo>
                <a:lnTo>
                  <a:pt x="73" y="507"/>
                </a:lnTo>
                <a:lnTo>
                  <a:pt x="73" y="508"/>
                </a:lnTo>
                <a:lnTo>
                  <a:pt x="74" y="508"/>
                </a:lnTo>
                <a:lnTo>
                  <a:pt x="73" y="508"/>
                </a:lnTo>
                <a:lnTo>
                  <a:pt x="74" y="508"/>
                </a:lnTo>
                <a:lnTo>
                  <a:pt x="74" y="509"/>
                </a:lnTo>
                <a:lnTo>
                  <a:pt x="74" y="510"/>
                </a:lnTo>
                <a:lnTo>
                  <a:pt x="73" y="509"/>
                </a:lnTo>
                <a:lnTo>
                  <a:pt x="73" y="510"/>
                </a:lnTo>
                <a:lnTo>
                  <a:pt x="74" y="510"/>
                </a:lnTo>
                <a:lnTo>
                  <a:pt x="74" y="512"/>
                </a:lnTo>
                <a:lnTo>
                  <a:pt x="74" y="513"/>
                </a:lnTo>
                <a:lnTo>
                  <a:pt x="74" y="514"/>
                </a:lnTo>
                <a:lnTo>
                  <a:pt x="73" y="514"/>
                </a:lnTo>
                <a:lnTo>
                  <a:pt x="74" y="514"/>
                </a:lnTo>
                <a:lnTo>
                  <a:pt x="74" y="515"/>
                </a:lnTo>
                <a:lnTo>
                  <a:pt x="73" y="515"/>
                </a:lnTo>
                <a:lnTo>
                  <a:pt x="73" y="516"/>
                </a:lnTo>
                <a:lnTo>
                  <a:pt x="74" y="516"/>
                </a:lnTo>
                <a:lnTo>
                  <a:pt x="73" y="516"/>
                </a:lnTo>
                <a:lnTo>
                  <a:pt x="73" y="517"/>
                </a:lnTo>
                <a:lnTo>
                  <a:pt x="74" y="517"/>
                </a:lnTo>
                <a:lnTo>
                  <a:pt x="74" y="518"/>
                </a:lnTo>
                <a:lnTo>
                  <a:pt x="74" y="519"/>
                </a:lnTo>
                <a:lnTo>
                  <a:pt x="75" y="519"/>
                </a:lnTo>
                <a:lnTo>
                  <a:pt x="74" y="519"/>
                </a:lnTo>
                <a:lnTo>
                  <a:pt x="74" y="520"/>
                </a:lnTo>
                <a:lnTo>
                  <a:pt x="74" y="521"/>
                </a:lnTo>
                <a:lnTo>
                  <a:pt x="74" y="522"/>
                </a:lnTo>
                <a:lnTo>
                  <a:pt x="73" y="522"/>
                </a:lnTo>
                <a:lnTo>
                  <a:pt x="73" y="523"/>
                </a:lnTo>
                <a:lnTo>
                  <a:pt x="73" y="524"/>
                </a:lnTo>
                <a:lnTo>
                  <a:pt x="73" y="525"/>
                </a:lnTo>
                <a:lnTo>
                  <a:pt x="73" y="526"/>
                </a:lnTo>
                <a:lnTo>
                  <a:pt x="72" y="526"/>
                </a:lnTo>
                <a:lnTo>
                  <a:pt x="73" y="526"/>
                </a:lnTo>
                <a:lnTo>
                  <a:pt x="73" y="527"/>
                </a:lnTo>
                <a:lnTo>
                  <a:pt x="74" y="527"/>
                </a:lnTo>
                <a:lnTo>
                  <a:pt x="75" y="527"/>
                </a:lnTo>
                <a:lnTo>
                  <a:pt x="75" y="528"/>
                </a:lnTo>
                <a:lnTo>
                  <a:pt x="75" y="529"/>
                </a:lnTo>
                <a:lnTo>
                  <a:pt x="75" y="530"/>
                </a:lnTo>
                <a:lnTo>
                  <a:pt x="75" y="531"/>
                </a:lnTo>
                <a:lnTo>
                  <a:pt x="75" y="532"/>
                </a:lnTo>
                <a:lnTo>
                  <a:pt x="75" y="533"/>
                </a:lnTo>
                <a:lnTo>
                  <a:pt x="75" y="534"/>
                </a:lnTo>
                <a:lnTo>
                  <a:pt x="75" y="535"/>
                </a:lnTo>
                <a:lnTo>
                  <a:pt x="75" y="536"/>
                </a:lnTo>
                <a:lnTo>
                  <a:pt x="76" y="536"/>
                </a:lnTo>
                <a:lnTo>
                  <a:pt x="76" y="537"/>
                </a:lnTo>
                <a:lnTo>
                  <a:pt x="77" y="537"/>
                </a:lnTo>
                <a:lnTo>
                  <a:pt x="77" y="538"/>
                </a:lnTo>
                <a:lnTo>
                  <a:pt x="78" y="538"/>
                </a:lnTo>
                <a:lnTo>
                  <a:pt x="78" y="539"/>
                </a:lnTo>
                <a:lnTo>
                  <a:pt x="78" y="540"/>
                </a:lnTo>
                <a:lnTo>
                  <a:pt x="78" y="541"/>
                </a:lnTo>
                <a:lnTo>
                  <a:pt x="78" y="542"/>
                </a:lnTo>
                <a:lnTo>
                  <a:pt x="79" y="542"/>
                </a:lnTo>
                <a:lnTo>
                  <a:pt x="79" y="543"/>
                </a:lnTo>
                <a:lnTo>
                  <a:pt x="80" y="543"/>
                </a:lnTo>
                <a:lnTo>
                  <a:pt x="80" y="542"/>
                </a:lnTo>
                <a:lnTo>
                  <a:pt x="81" y="542"/>
                </a:lnTo>
                <a:lnTo>
                  <a:pt x="81" y="543"/>
                </a:lnTo>
                <a:lnTo>
                  <a:pt x="81" y="542"/>
                </a:lnTo>
                <a:lnTo>
                  <a:pt x="82" y="542"/>
                </a:lnTo>
                <a:lnTo>
                  <a:pt x="82" y="543"/>
                </a:lnTo>
                <a:lnTo>
                  <a:pt x="83" y="543"/>
                </a:lnTo>
                <a:lnTo>
                  <a:pt x="84" y="543"/>
                </a:lnTo>
                <a:lnTo>
                  <a:pt x="84" y="544"/>
                </a:lnTo>
                <a:lnTo>
                  <a:pt x="84" y="545"/>
                </a:lnTo>
                <a:lnTo>
                  <a:pt x="84" y="546"/>
                </a:lnTo>
                <a:lnTo>
                  <a:pt x="85" y="546"/>
                </a:lnTo>
                <a:lnTo>
                  <a:pt x="85" y="547"/>
                </a:lnTo>
                <a:lnTo>
                  <a:pt x="87" y="547"/>
                </a:lnTo>
                <a:lnTo>
                  <a:pt x="87" y="548"/>
                </a:lnTo>
                <a:lnTo>
                  <a:pt x="88" y="548"/>
                </a:lnTo>
                <a:lnTo>
                  <a:pt x="88" y="549"/>
                </a:lnTo>
                <a:lnTo>
                  <a:pt x="88" y="550"/>
                </a:lnTo>
                <a:lnTo>
                  <a:pt x="88" y="551"/>
                </a:lnTo>
                <a:lnTo>
                  <a:pt x="87" y="551"/>
                </a:lnTo>
                <a:lnTo>
                  <a:pt x="88" y="551"/>
                </a:lnTo>
                <a:lnTo>
                  <a:pt x="88" y="552"/>
                </a:lnTo>
                <a:lnTo>
                  <a:pt x="88" y="553"/>
                </a:lnTo>
                <a:lnTo>
                  <a:pt x="88" y="554"/>
                </a:lnTo>
                <a:lnTo>
                  <a:pt x="89" y="554"/>
                </a:lnTo>
                <a:lnTo>
                  <a:pt x="89" y="555"/>
                </a:lnTo>
                <a:lnTo>
                  <a:pt x="90" y="555"/>
                </a:lnTo>
                <a:lnTo>
                  <a:pt x="90" y="556"/>
                </a:lnTo>
                <a:lnTo>
                  <a:pt x="91" y="556"/>
                </a:lnTo>
                <a:lnTo>
                  <a:pt x="91" y="557"/>
                </a:lnTo>
                <a:lnTo>
                  <a:pt x="92" y="557"/>
                </a:lnTo>
                <a:lnTo>
                  <a:pt x="92" y="558"/>
                </a:lnTo>
                <a:lnTo>
                  <a:pt x="93" y="558"/>
                </a:lnTo>
                <a:lnTo>
                  <a:pt x="93" y="559"/>
                </a:lnTo>
                <a:lnTo>
                  <a:pt x="94" y="560"/>
                </a:lnTo>
                <a:lnTo>
                  <a:pt x="94" y="561"/>
                </a:lnTo>
                <a:lnTo>
                  <a:pt x="95" y="561"/>
                </a:lnTo>
                <a:lnTo>
                  <a:pt x="95" y="562"/>
                </a:lnTo>
                <a:lnTo>
                  <a:pt x="95" y="563"/>
                </a:lnTo>
                <a:lnTo>
                  <a:pt x="96" y="563"/>
                </a:lnTo>
                <a:lnTo>
                  <a:pt x="97" y="563"/>
                </a:lnTo>
                <a:lnTo>
                  <a:pt x="97" y="562"/>
                </a:lnTo>
                <a:lnTo>
                  <a:pt x="98" y="562"/>
                </a:lnTo>
                <a:lnTo>
                  <a:pt x="98" y="561"/>
                </a:lnTo>
                <a:lnTo>
                  <a:pt x="99" y="560"/>
                </a:lnTo>
                <a:lnTo>
                  <a:pt x="99" y="559"/>
                </a:lnTo>
                <a:lnTo>
                  <a:pt x="100" y="559"/>
                </a:lnTo>
                <a:lnTo>
                  <a:pt x="100" y="558"/>
                </a:lnTo>
                <a:lnTo>
                  <a:pt x="101" y="557"/>
                </a:lnTo>
                <a:lnTo>
                  <a:pt x="102" y="557"/>
                </a:lnTo>
                <a:lnTo>
                  <a:pt x="103" y="557"/>
                </a:lnTo>
                <a:lnTo>
                  <a:pt x="103" y="556"/>
                </a:lnTo>
                <a:lnTo>
                  <a:pt x="104" y="556"/>
                </a:lnTo>
                <a:lnTo>
                  <a:pt x="105" y="556"/>
                </a:lnTo>
                <a:lnTo>
                  <a:pt x="106" y="556"/>
                </a:lnTo>
                <a:lnTo>
                  <a:pt x="107" y="556"/>
                </a:lnTo>
                <a:lnTo>
                  <a:pt x="108" y="556"/>
                </a:lnTo>
                <a:lnTo>
                  <a:pt x="108" y="557"/>
                </a:lnTo>
                <a:lnTo>
                  <a:pt x="109" y="557"/>
                </a:lnTo>
                <a:lnTo>
                  <a:pt x="110" y="557"/>
                </a:lnTo>
                <a:lnTo>
                  <a:pt x="112" y="557"/>
                </a:lnTo>
                <a:lnTo>
                  <a:pt x="113" y="557"/>
                </a:lnTo>
                <a:lnTo>
                  <a:pt x="114" y="557"/>
                </a:lnTo>
                <a:lnTo>
                  <a:pt x="115" y="558"/>
                </a:lnTo>
                <a:lnTo>
                  <a:pt x="116" y="558"/>
                </a:lnTo>
                <a:lnTo>
                  <a:pt x="116" y="559"/>
                </a:lnTo>
                <a:lnTo>
                  <a:pt x="117" y="559"/>
                </a:lnTo>
                <a:lnTo>
                  <a:pt x="117" y="560"/>
                </a:lnTo>
                <a:lnTo>
                  <a:pt x="117" y="561"/>
                </a:lnTo>
                <a:lnTo>
                  <a:pt x="118" y="561"/>
                </a:lnTo>
                <a:lnTo>
                  <a:pt x="118" y="562"/>
                </a:lnTo>
                <a:lnTo>
                  <a:pt x="119" y="562"/>
                </a:lnTo>
                <a:lnTo>
                  <a:pt x="120" y="562"/>
                </a:lnTo>
                <a:lnTo>
                  <a:pt x="120" y="561"/>
                </a:lnTo>
                <a:lnTo>
                  <a:pt x="120" y="560"/>
                </a:lnTo>
                <a:lnTo>
                  <a:pt x="120" y="559"/>
                </a:lnTo>
                <a:lnTo>
                  <a:pt x="121" y="559"/>
                </a:lnTo>
                <a:lnTo>
                  <a:pt x="121" y="558"/>
                </a:lnTo>
                <a:lnTo>
                  <a:pt x="121" y="557"/>
                </a:lnTo>
                <a:lnTo>
                  <a:pt x="121" y="556"/>
                </a:lnTo>
                <a:lnTo>
                  <a:pt x="122" y="556"/>
                </a:lnTo>
                <a:lnTo>
                  <a:pt x="122" y="555"/>
                </a:lnTo>
                <a:lnTo>
                  <a:pt x="123" y="555"/>
                </a:lnTo>
                <a:lnTo>
                  <a:pt x="124" y="554"/>
                </a:lnTo>
                <a:lnTo>
                  <a:pt x="124" y="553"/>
                </a:lnTo>
                <a:lnTo>
                  <a:pt x="125" y="553"/>
                </a:lnTo>
                <a:lnTo>
                  <a:pt x="126" y="553"/>
                </a:lnTo>
                <a:lnTo>
                  <a:pt x="126" y="552"/>
                </a:lnTo>
                <a:lnTo>
                  <a:pt x="126" y="551"/>
                </a:lnTo>
                <a:lnTo>
                  <a:pt x="126" y="550"/>
                </a:lnTo>
                <a:lnTo>
                  <a:pt x="126" y="549"/>
                </a:lnTo>
                <a:lnTo>
                  <a:pt x="126" y="548"/>
                </a:lnTo>
                <a:lnTo>
                  <a:pt x="127" y="548"/>
                </a:lnTo>
                <a:lnTo>
                  <a:pt x="127" y="547"/>
                </a:lnTo>
                <a:lnTo>
                  <a:pt x="127" y="546"/>
                </a:lnTo>
                <a:lnTo>
                  <a:pt x="127" y="545"/>
                </a:lnTo>
                <a:lnTo>
                  <a:pt x="128" y="545"/>
                </a:lnTo>
                <a:lnTo>
                  <a:pt x="129" y="545"/>
                </a:lnTo>
                <a:lnTo>
                  <a:pt x="129" y="544"/>
                </a:lnTo>
                <a:lnTo>
                  <a:pt x="130" y="544"/>
                </a:lnTo>
                <a:lnTo>
                  <a:pt x="130" y="543"/>
                </a:lnTo>
                <a:lnTo>
                  <a:pt x="130" y="542"/>
                </a:lnTo>
                <a:lnTo>
                  <a:pt x="130" y="541"/>
                </a:lnTo>
                <a:lnTo>
                  <a:pt x="131" y="541"/>
                </a:lnTo>
                <a:lnTo>
                  <a:pt x="131" y="542"/>
                </a:lnTo>
                <a:lnTo>
                  <a:pt x="132" y="542"/>
                </a:lnTo>
                <a:lnTo>
                  <a:pt x="133" y="543"/>
                </a:lnTo>
                <a:lnTo>
                  <a:pt x="134" y="542"/>
                </a:lnTo>
                <a:lnTo>
                  <a:pt x="134" y="541"/>
                </a:lnTo>
                <a:lnTo>
                  <a:pt x="134" y="540"/>
                </a:lnTo>
                <a:lnTo>
                  <a:pt x="135" y="540"/>
                </a:lnTo>
                <a:lnTo>
                  <a:pt x="136" y="539"/>
                </a:lnTo>
                <a:lnTo>
                  <a:pt x="136" y="540"/>
                </a:lnTo>
                <a:lnTo>
                  <a:pt x="137" y="540"/>
                </a:lnTo>
                <a:lnTo>
                  <a:pt x="138" y="540"/>
                </a:lnTo>
                <a:lnTo>
                  <a:pt x="140" y="540"/>
                </a:lnTo>
                <a:lnTo>
                  <a:pt x="140" y="539"/>
                </a:lnTo>
                <a:lnTo>
                  <a:pt x="140" y="538"/>
                </a:lnTo>
                <a:lnTo>
                  <a:pt x="140" y="537"/>
                </a:lnTo>
                <a:lnTo>
                  <a:pt x="141" y="537"/>
                </a:lnTo>
                <a:lnTo>
                  <a:pt x="142" y="537"/>
                </a:lnTo>
                <a:lnTo>
                  <a:pt x="143" y="537"/>
                </a:lnTo>
                <a:lnTo>
                  <a:pt x="143" y="538"/>
                </a:lnTo>
                <a:lnTo>
                  <a:pt x="144" y="538"/>
                </a:lnTo>
                <a:lnTo>
                  <a:pt x="144" y="539"/>
                </a:lnTo>
                <a:lnTo>
                  <a:pt x="145" y="539"/>
                </a:lnTo>
                <a:lnTo>
                  <a:pt x="146" y="539"/>
                </a:lnTo>
                <a:lnTo>
                  <a:pt x="147" y="539"/>
                </a:lnTo>
                <a:lnTo>
                  <a:pt x="147" y="540"/>
                </a:lnTo>
                <a:lnTo>
                  <a:pt x="147" y="539"/>
                </a:lnTo>
                <a:lnTo>
                  <a:pt x="147" y="538"/>
                </a:lnTo>
                <a:lnTo>
                  <a:pt x="147" y="537"/>
                </a:lnTo>
                <a:lnTo>
                  <a:pt x="148" y="537"/>
                </a:lnTo>
                <a:lnTo>
                  <a:pt x="148" y="536"/>
                </a:lnTo>
                <a:lnTo>
                  <a:pt x="148" y="537"/>
                </a:lnTo>
                <a:lnTo>
                  <a:pt x="149" y="537"/>
                </a:lnTo>
                <a:lnTo>
                  <a:pt x="149" y="538"/>
                </a:lnTo>
                <a:lnTo>
                  <a:pt x="150" y="538"/>
                </a:lnTo>
                <a:lnTo>
                  <a:pt x="150" y="539"/>
                </a:lnTo>
                <a:lnTo>
                  <a:pt x="151" y="539"/>
                </a:lnTo>
                <a:lnTo>
                  <a:pt x="152" y="539"/>
                </a:lnTo>
                <a:lnTo>
                  <a:pt x="153" y="539"/>
                </a:lnTo>
                <a:lnTo>
                  <a:pt x="152" y="539"/>
                </a:lnTo>
                <a:lnTo>
                  <a:pt x="152" y="538"/>
                </a:lnTo>
                <a:lnTo>
                  <a:pt x="153" y="537"/>
                </a:lnTo>
                <a:lnTo>
                  <a:pt x="153" y="536"/>
                </a:lnTo>
                <a:lnTo>
                  <a:pt x="154" y="536"/>
                </a:lnTo>
                <a:lnTo>
                  <a:pt x="154" y="535"/>
                </a:lnTo>
                <a:lnTo>
                  <a:pt x="154" y="536"/>
                </a:lnTo>
                <a:lnTo>
                  <a:pt x="155" y="536"/>
                </a:lnTo>
                <a:lnTo>
                  <a:pt x="156" y="536"/>
                </a:lnTo>
                <a:lnTo>
                  <a:pt x="156" y="535"/>
                </a:lnTo>
                <a:lnTo>
                  <a:pt x="157" y="535"/>
                </a:lnTo>
                <a:lnTo>
                  <a:pt x="157" y="534"/>
                </a:lnTo>
                <a:lnTo>
                  <a:pt x="158" y="534"/>
                </a:lnTo>
                <a:lnTo>
                  <a:pt x="158" y="533"/>
                </a:lnTo>
                <a:lnTo>
                  <a:pt x="158" y="532"/>
                </a:lnTo>
                <a:lnTo>
                  <a:pt x="157" y="532"/>
                </a:lnTo>
                <a:lnTo>
                  <a:pt x="157" y="531"/>
                </a:lnTo>
                <a:lnTo>
                  <a:pt x="158" y="531"/>
                </a:lnTo>
                <a:lnTo>
                  <a:pt x="158" y="530"/>
                </a:lnTo>
                <a:lnTo>
                  <a:pt x="159" y="530"/>
                </a:lnTo>
                <a:lnTo>
                  <a:pt x="159" y="529"/>
                </a:lnTo>
                <a:lnTo>
                  <a:pt x="160" y="529"/>
                </a:lnTo>
                <a:lnTo>
                  <a:pt x="160" y="528"/>
                </a:lnTo>
                <a:lnTo>
                  <a:pt x="161" y="528"/>
                </a:lnTo>
                <a:lnTo>
                  <a:pt x="161" y="527"/>
                </a:lnTo>
                <a:lnTo>
                  <a:pt x="162" y="527"/>
                </a:lnTo>
                <a:lnTo>
                  <a:pt x="162" y="526"/>
                </a:lnTo>
                <a:lnTo>
                  <a:pt x="162" y="525"/>
                </a:lnTo>
                <a:lnTo>
                  <a:pt x="163" y="525"/>
                </a:lnTo>
                <a:lnTo>
                  <a:pt x="163" y="524"/>
                </a:lnTo>
                <a:lnTo>
                  <a:pt x="163" y="525"/>
                </a:lnTo>
                <a:lnTo>
                  <a:pt x="164" y="525"/>
                </a:lnTo>
                <a:lnTo>
                  <a:pt x="165" y="525"/>
                </a:lnTo>
                <a:lnTo>
                  <a:pt x="165" y="524"/>
                </a:lnTo>
                <a:lnTo>
                  <a:pt x="166" y="524"/>
                </a:lnTo>
                <a:lnTo>
                  <a:pt x="165" y="524"/>
                </a:lnTo>
                <a:lnTo>
                  <a:pt x="165" y="523"/>
                </a:lnTo>
                <a:lnTo>
                  <a:pt x="165" y="522"/>
                </a:lnTo>
                <a:lnTo>
                  <a:pt x="165" y="520"/>
                </a:lnTo>
                <a:lnTo>
                  <a:pt x="165" y="519"/>
                </a:lnTo>
                <a:lnTo>
                  <a:pt x="164" y="519"/>
                </a:lnTo>
                <a:lnTo>
                  <a:pt x="165" y="518"/>
                </a:lnTo>
                <a:lnTo>
                  <a:pt x="166" y="517"/>
                </a:lnTo>
                <a:lnTo>
                  <a:pt x="166" y="516"/>
                </a:lnTo>
                <a:lnTo>
                  <a:pt x="165" y="516"/>
                </a:lnTo>
                <a:lnTo>
                  <a:pt x="165" y="515"/>
                </a:lnTo>
                <a:lnTo>
                  <a:pt x="165" y="514"/>
                </a:lnTo>
                <a:lnTo>
                  <a:pt x="165" y="513"/>
                </a:lnTo>
                <a:lnTo>
                  <a:pt x="164" y="513"/>
                </a:lnTo>
                <a:lnTo>
                  <a:pt x="164" y="512"/>
                </a:lnTo>
                <a:lnTo>
                  <a:pt x="164" y="511"/>
                </a:lnTo>
                <a:lnTo>
                  <a:pt x="164" y="510"/>
                </a:lnTo>
                <a:lnTo>
                  <a:pt x="164" y="509"/>
                </a:lnTo>
                <a:lnTo>
                  <a:pt x="163" y="509"/>
                </a:lnTo>
                <a:lnTo>
                  <a:pt x="163" y="508"/>
                </a:lnTo>
                <a:lnTo>
                  <a:pt x="164" y="507"/>
                </a:lnTo>
                <a:lnTo>
                  <a:pt x="164" y="506"/>
                </a:lnTo>
                <a:lnTo>
                  <a:pt x="165" y="506"/>
                </a:lnTo>
                <a:lnTo>
                  <a:pt x="166" y="506"/>
                </a:lnTo>
                <a:lnTo>
                  <a:pt x="166" y="505"/>
                </a:lnTo>
                <a:lnTo>
                  <a:pt x="167" y="505"/>
                </a:lnTo>
                <a:lnTo>
                  <a:pt x="167" y="504"/>
                </a:lnTo>
                <a:lnTo>
                  <a:pt x="167" y="503"/>
                </a:lnTo>
                <a:lnTo>
                  <a:pt x="167" y="502"/>
                </a:lnTo>
                <a:lnTo>
                  <a:pt x="167" y="501"/>
                </a:lnTo>
                <a:lnTo>
                  <a:pt x="168" y="501"/>
                </a:lnTo>
                <a:lnTo>
                  <a:pt x="169" y="501"/>
                </a:lnTo>
                <a:lnTo>
                  <a:pt x="169" y="500"/>
                </a:lnTo>
                <a:lnTo>
                  <a:pt x="170" y="500"/>
                </a:lnTo>
                <a:lnTo>
                  <a:pt x="170" y="499"/>
                </a:lnTo>
                <a:lnTo>
                  <a:pt x="171" y="499"/>
                </a:lnTo>
                <a:lnTo>
                  <a:pt x="171" y="498"/>
                </a:lnTo>
                <a:lnTo>
                  <a:pt x="170" y="498"/>
                </a:lnTo>
                <a:lnTo>
                  <a:pt x="170" y="497"/>
                </a:lnTo>
                <a:lnTo>
                  <a:pt x="170" y="496"/>
                </a:lnTo>
                <a:lnTo>
                  <a:pt x="170" y="495"/>
                </a:lnTo>
                <a:lnTo>
                  <a:pt x="170" y="494"/>
                </a:lnTo>
                <a:lnTo>
                  <a:pt x="169" y="494"/>
                </a:lnTo>
                <a:lnTo>
                  <a:pt x="170" y="493"/>
                </a:lnTo>
                <a:lnTo>
                  <a:pt x="170" y="492"/>
                </a:lnTo>
                <a:lnTo>
                  <a:pt x="170" y="491"/>
                </a:lnTo>
                <a:lnTo>
                  <a:pt x="169" y="491"/>
                </a:lnTo>
                <a:lnTo>
                  <a:pt x="169" y="490"/>
                </a:lnTo>
                <a:lnTo>
                  <a:pt x="170" y="489"/>
                </a:lnTo>
                <a:lnTo>
                  <a:pt x="170" y="488"/>
                </a:lnTo>
                <a:lnTo>
                  <a:pt x="170" y="487"/>
                </a:lnTo>
                <a:lnTo>
                  <a:pt x="169" y="487"/>
                </a:lnTo>
                <a:lnTo>
                  <a:pt x="169" y="486"/>
                </a:lnTo>
                <a:lnTo>
                  <a:pt x="168" y="486"/>
                </a:lnTo>
                <a:lnTo>
                  <a:pt x="168" y="485"/>
                </a:lnTo>
                <a:lnTo>
                  <a:pt x="167" y="485"/>
                </a:lnTo>
                <a:lnTo>
                  <a:pt x="166" y="485"/>
                </a:lnTo>
                <a:lnTo>
                  <a:pt x="166" y="484"/>
                </a:lnTo>
                <a:lnTo>
                  <a:pt x="165" y="484"/>
                </a:lnTo>
                <a:lnTo>
                  <a:pt x="164" y="485"/>
                </a:lnTo>
                <a:lnTo>
                  <a:pt x="163" y="485"/>
                </a:lnTo>
                <a:lnTo>
                  <a:pt x="163" y="484"/>
                </a:lnTo>
                <a:lnTo>
                  <a:pt x="162" y="484"/>
                </a:lnTo>
                <a:lnTo>
                  <a:pt x="162" y="483"/>
                </a:lnTo>
                <a:lnTo>
                  <a:pt x="162" y="482"/>
                </a:lnTo>
                <a:lnTo>
                  <a:pt x="163" y="481"/>
                </a:lnTo>
                <a:lnTo>
                  <a:pt x="163" y="480"/>
                </a:lnTo>
                <a:lnTo>
                  <a:pt x="163" y="479"/>
                </a:lnTo>
                <a:lnTo>
                  <a:pt x="164" y="479"/>
                </a:lnTo>
                <a:lnTo>
                  <a:pt x="164" y="478"/>
                </a:lnTo>
                <a:lnTo>
                  <a:pt x="164" y="477"/>
                </a:lnTo>
                <a:lnTo>
                  <a:pt x="165" y="477"/>
                </a:lnTo>
                <a:lnTo>
                  <a:pt x="165" y="476"/>
                </a:lnTo>
                <a:lnTo>
                  <a:pt x="164" y="476"/>
                </a:lnTo>
                <a:lnTo>
                  <a:pt x="164" y="475"/>
                </a:lnTo>
                <a:lnTo>
                  <a:pt x="165" y="475"/>
                </a:lnTo>
                <a:lnTo>
                  <a:pt x="165" y="474"/>
                </a:lnTo>
                <a:lnTo>
                  <a:pt x="166" y="473"/>
                </a:lnTo>
                <a:lnTo>
                  <a:pt x="167" y="473"/>
                </a:lnTo>
                <a:lnTo>
                  <a:pt x="167" y="472"/>
                </a:lnTo>
                <a:lnTo>
                  <a:pt x="167" y="471"/>
                </a:lnTo>
                <a:lnTo>
                  <a:pt x="166" y="471"/>
                </a:lnTo>
                <a:lnTo>
                  <a:pt x="166" y="470"/>
                </a:lnTo>
                <a:lnTo>
                  <a:pt x="166" y="469"/>
                </a:lnTo>
                <a:lnTo>
                  <a:pt x="167" y="469"/>
                </a:lnTo>
                <a:lnTo>
                  <a:pt x="167" y="468"/>
                </a:lnTo>
                <a:lnTo>
                  <a:pt x="168" y="468"/>
                </a:lnTo>
                <a:lnTo>
                  <a:pt x="168" y="467"/>
                </a:lnTo>
                <a:lnTo>
                  <a:pt x="168" y="466"/>
                </a:lnTo>
                <a:lnTo>
                  <a:pt x="169" y="466"/>
                </a:lnTo>
                <a:lnTo>
                  <a:pt x="169" y="465"/>
                </a:lnTo>
                <a:lnTo>
                  <a:pt x="168" y="465"/>
                </a:lnTo>
                <a:lnTo>
                  <a:pt x="168" y="464"/>
                </a:lnTo>
                <a:lnTo>
                  <a:pt x="168" y="463"/>
                </a:lnTo>
                <a:lnTo>
                  <a:pt x="168" y="462"/>
                </a:lnTo>
                <a:lnTo>
                  <a:pt x="169" y="462"/>
                </a:lnTo>
                <a:lnTo>
                  <a:pt x="169" y="461"/>
                </a:lnTo>
                <a:lnTo>
                  <a:pt x="170" y="461"/>
                </a:lnTo>
                <a:lnTo>
                  <a:pt x="170" y="460"/>
                </a:lnTo>
                <a:lnTo>
                  <a:pt x="170" y="459"/>
                </a:lnTo>
                <a:lnTo>
                  <a:pt x="171" y="458"/>
                </a:lnTo>
                <a:lnTo>
                  <a:pt x="172" y="457"/>
                </a:lnTo>
                <a:lnTo>
                  <a:pt x="173" y="456"/>
                </a:lnTo>
                <a:lnTo>
                  <a:pt x="174" y="455"/>
                </a:lnTo>
                <a:lnTo>
                  <a:pt x="174" y="454"/>
                </a:lnTo>
                <a:lnTo>
                  <a:pt x="175" y="454"/>
                </a:lnTo>
                <a:lnTo>
                  <a:pt x="175" y="453"/>
                </a:lnTo>
                <a:lnTo>
                  <a:pt x="174" y="452"/>
                </a:lnTo>
                <a:lnTo>
                  <a:pt x="174" y="451"/>
                </a:lnTo>
                <a:lnTo>
                  <a:pt x="173" y="451"/>
                </a:lnTo>
                <a:lnTo>
                  <a:pt x="173" y="450"/>
                </a:lnTo>
                <a:lnTo>
                  <a:pt x="172" y="450"/>
                </a:lnTo>
                <a:lnTo>
                  <a:pt x="172" y="449"/>
                </a:lnTo>
                <a:lnTo>
                  <a:pt x="172" y="448"/>
                </a:lnTo>
                <a:lnTo>
                  <a:pt x="171" y="448"/>
                </a:lnTo>
                <a:lnTo>
                  <a:pt x="171" y="449"/>
                </a:lnTo>
                <a:lnTo>
                  <a:pt x="170" y="449"/>
                </a:lnTo>
                <a:lnTo>
                  <a:pt x="169" y="449"/>
                </a:lnTo>
                <a:lnTo>
                  <a:pt x="169" y="448"/>
                </a:lnTo>
                <a:lnTo>
                  <a:pt x="168" y="447"/>
                </a:lnTo>
                <a:lnTo>
                  <a:pt x="168" y="446"/>
                </a:lnTo>
                <a:lnTo>
                  <a:pt x="168" y="445"/>
                </a:lnTo>
                <a:lnTo>
                  <a:pt x="168" y="444"/>
                </a:lnTo>
                <a:lnTo>
                  <a:pt x="167" y="444"/>
                </a:lnTo>
                <a:lnTo>
                  <a:pt x="167" y="443"/>
                </a:lnTo>
                <a:lnTo>
                  <a:pt x="166" y="443"/>
                </a:lnTo>
                <a:lnTo>
                  <a:pt x="165" y="443"/>
                </a:lnTo>
                <a:lnTo>
                  <a:pt x="164" y="442"/>
                </a:lnTo>
                <a:lnTo>
                  <a:pt x="165" y="441"/>
                </a:lnTo>
                <a:lnTo>
                  <a:pt x="165" y="440"/>
                </a:lnTo>
                <a:lnTo>
                  <a:pt x="164" y="440"/>
                </a:lnTo>
                <a:lnTo>
                  <a:pt x="164" y="439"/>
                </a:lnTo>
                <a:lnTo>
                  <a:pt x="164" y="438"/>
                </a:lnTo>
                <a:lnTo>
                  <a:pt x="164" y="437"/>
                </a:lnTo>
                <a:lnTo>
                  <a:pt x="164" y="436"/>
                </a:lnTo>
                <a:lnTo>
                  <a:pt x="164" y="435"/>
                </a:lnTo>
                <a:lnTo>
                  <a:pt x="164" y="434"/>
                </a:lnTo>
                <a:lnTo>
                  <a:pt x="164" y="433"/>
                </a:lnTo>
                <a:lnTo>
                  <a:pt x="164" y="432"/>
                </a:lnTo>
                <a:lnTo>
                  <a:pt x="164" y="431"/>
                </a:lnTo>
                <a:lnTo>
                  <a:pt x="164" y="429"/>
                </a:lnTo>
                <a:lnTo>
                  <a:pt x="164" y="428"/>
                </a:lnTo>
                <a:lnTo>
                  <a:pt x="164" y="427"/>
                </a:lnTo>
                <a:lnTo>
                  <a:pt x="164" y="426"/>
                </a:lnTo>
                <a:lnTo>
                  <a:pt x="165" y="425"/>
                </a:lnTo>
                <a:lnTo>
                  <a:pt x="165" y="424"/>
                </a:lnTo>
                <a:lnTo>
                  <a:pt x="165" y="423"/>
                </a:lnTo>
                <a:lnTo>
                  <a:pt x="165" y="422"/>
                </a:lnTo>
                <a:lnTo>
                  <a:pt x="165" y="421"/>
                </a:lnTo>
                <a:lnTo>
                  <a:pt x="165" y="420"/>
                </a:lnTo>
                <a:lnTo>
                  <a:pt x="165" y="419"/>
                </a:lnTo>
                <a:lnTo>
                  <a:pt x="165" y="418"/>
                </a:lnTo>
                <a:lnTo>
                  <a:pt x="165" y="417"/>
                </a:lnTo>
                <a:lnTo>
                  <a:pt x="165" y="416"/>
                </a:lnTo>
                <a:lnTo>
                  <a:pt x="166" y="416"/>
                </a:lnTo>
                <a:lnTo>
                  <a:pt x="166" y="415"/>
                </a:lnTo>
                <a:lnTo>
                  <a:pt x="166" y="414"/>
                </a:lnTo>
                <a:lnTo>
                  <a:pt x="166" y="413"/>
                </a:lnTo>
                <a:lnTo>
                  <a:pt x="167" y="413"/>
                </a:lnTo>
                <a:lnTo>
                  <a:pt x="167" y="412"/>
                </a:lnTo>
                <a:lnTo>
                  <a:pt x="168" y="411"/>
                </a:lnTo>
                <a:lnTo>
                  <a:pt x="168" y="410"/>
                </a:lnTo>
                <a:lnTo>
                  <a:pt x="168" y="409"/>
                </a:lnTo>
                <a:lnTo>
                  <a:pt x="169" y="409"/>
                </a:lnTo>
                <a:lnTo>
                  <a:pt x="169" y="408"/>
                </a:lnTo>
                <a:lnTo>
                  <a:pt x="170" y="407"/>
                </a:lnTo>
                <a:lnTo>
                  <a:pt x="170" y="406"/>
                </a:lnTo>
                <a:lnTo>
                  <a:pt x="171" y="406"/>
                </a:lnTo>
                <a:lnTo>
                  <a:pt x="171" y="405"/>
                </a:lnTo>
                <a:lnTo>
                  <a:pt x="172" y="405"/>
                </a:lnTo>
                <a:lnTo>
                  <a:pt x="173" y="405"/>
                </a:lnTo>
                <a:lnTo>
                  <a:pt x="173" y="404"/>
                </a:lnTo>
                <a:lnTo>
                  <a:pt x="172" y="404"/>
                </a:lnTo>
                <a:lnTo>
                  <a:pt x="172" y="403"/>
                </a:lnTo>
                <a:lnTo>
                  <a:pt x="171" y="403"/>
                </a:lnTo>
                <a:lnTo>
                  <a:pt x="171" y="402"/>
                </a:lnTo>
                <a:lnTo>
                  <a:pt x="171" y="401"/>
                </a:lnTo>
                <a:lnTo>
                  <a:pt x="170" y="401"/>
                </a:lnTo>
                <a:lnTo>
                  <a:pt x="170" y="400"/>
                </a:lnTo>
                <a:lnTo>
                  <a:pt x="170" y="399"/>
                </a:lnTo>
                <a:lnTo>
                  <a:pt x="169" y="399"/>
                </a:lnTo>
                <a:lnTo>
                  <a:pt x="169" y="398"/>
                </a:lnTo>
                <a:lnTo>
                  <a:pt x="169" y="397"/>
                </a:lnTo>
                <a:lnTo>
                  <a:pt x="168" y="397"/>
                </a:lnTo>
                <a:lnTo>
                  <a:pt x="168" y="396"/>
                </a:lnTo>
                <a:lnTo>
                  <a:pt x="167" y="396"/>
                </a:lnTo>
                <a:lnTo>
                  <a:pt x="167" y="397"/>
                </a:lnTo>
                <a:lnTo>
                  <a:pt x="166" y="397"/>
                </a:lnTo>
                <a:lnTo>
                  <a:pt x="166" y="396"/>
                </a:lnTo>
                <a:lnTo>
                  <a:pt x="165" y="396"/>
                </a:lnTo>
                <a:lnTo>
                  <a:pt x="165" y="395"/>
                </a:lnTo>
                <a:lnTo>
                  <a:pt x="164" y="395"/>
                </a:lnTo>
                <a:lnTo>
                  <a:pt x="164" y="394"/>
                </a:lnTo>
                <a:lnTo>
                  <a:pt x="163" y="394"/>
                </a:lnTo>
                <a:lnTo>
                  <a:pt x="163" y="393"/>
                </a:lnTo>
                <a:lnTo>
                  <a:pt x="162" y="392"/>
                </a:lnTo>
                <a:lnTo>
                  <a:pt x="162" y="391"/>
                </a:lnTo>
                <a:lnTo>
                  <a:pt x="161" y="391"/>
                </a:lnTo>
                <a:lnTo>
                  <a:pt x="161" y="390"/>
                </a:lnTo>
                <a:lnTo>
                  <a:pt x="160" y="390"/>
                </a:lnTo>
                <a:lnTo>
                  <a:pt x="160" y="389"/>
                </a:lnTo>
                <a:lnTo>
                  <a:pt x="160" y="388"/>
                </a:lnTo>
                <a:lnTo>
                  <a:pt x="160" y="387"/>
                </a:lnTo>
                <a:lnTo>
                  <a:pt x="161" y="387"/>
                </a:lnTo>
                <a:lnTo>
                  <a:pt x="162" y="387"/>
                </a:lnTo>
                <a:lnTo>
                  <a:pt x="162" y="386"/>
                </a:lnTo>
                <a:lnTo>
                  <a:pt x="163" y="386"/>
                </a:lnTo>
                <a:lnTo>
                  <a:pt x="162" y="385"/>
                </a:lnTo>
                <a:lnTo>
                  <a:pt x="162" y="384"/>
                </a:lnTo>
                <a:lnTo>
                  <a:pt x="161" y="384"/>
                </a:lnTo>
                <a:lnTo>
                  <a:pt x="161" y="383"/>
                </a:lnTo>
                <a:lnTo>
                  <a:pt x="160" y="383"/>
                </a:lnTo>
                <a:lnTo>
                  <a:pt x="160" y="382"/>
                </a:lnTo>
                <a:lnTo>
                  <a:pt x="159" y="382"/>
                </a:lnTo>
                <a:lnTo>
                  <a:pt x="159" y="381"/>
                </a:lnTo>
                <a:lnTo>
                  <a:pt x="158" y="381"/>
                </a:lnTo>
                <a:lnTo>
                  <a:pt x="158" y="380"/>
                </a:lnTo>
                <a:lnTo>
                  <a:pt x="157" y="380"/>
                </a:lnTo>
                <a:lnTo>
                  <a:pt x="157" y="379"/>
                </a:lnTo>
                <a:lnTo>
                  <a:pt x="157" y="378"/>
                </a:lnTo>
                <a:lnTo>
                  <a:pt x="157" y="377"/>
                </a:lnTo>
                <a:lnTo>
                  <a:pt x="158" y="377"/>
                </a:lnTo>
                <a:lnTo>
                  <a:pt x="158" y="376"/>
                </a:lnTo>
                <a:lnTo>
                  <a:pt x="158" y="375"/>
                </a:lnTo>
                <a:lnTo>
                  <a:pt x="159" y="375"/>
                </a:lnTo>
                <a:lnTo>
                  <a:pt x="158" y="375"/>
                </a:lnTo>
                <a:lnTo>
                  <a:pt x="158" y="374"/>
                </a:lnTo>
                <a:lnTo>
                  <a:pt x="158" y="373"/>
                </a:lnTo>
                <a:lnTo>
                  <a:pt x="159" y="372"/>
                </a:lnTo>
                <a:lnTo>
                  <a:pt x="159" y="371"/>
                </a:lnTo>
                <a:lnTo>
                  <a:pt x="158" y="371"/>
                </a:lnTo>
                <a:lnTo>
                  <a:pt x="158" y="370"/>
                </a:lnTo>
                <a:lnTo>
                  <a:pt x="157" y="370"/>
                </a:lnTo>
                <a:lnTo>
                  <a:pt x="158" y="369"/>
                </a:lnTo>
                <a:lnTo>
                  <a:pt x="158" y="368"/>
                </a:lnTo>
                <a:lnTo>
                  <a:pt x="157" y="368"/>
                </a:lnTo>
                <a:lnTo>
                  <a:pt x="157" y="367"/>
                </a:lnTo>
                <a:lnTo>
                  <a:pt x="157" y="368"/>
                </a:lnTo>
                <a:lnTo>
                  <a:pt x="156" y="368"/>
                </a:lnTo>
                <a:lnTo>
                  <a:pt x="156" y="367"/>
                </a:lnTo>
                <a:lnTo>
                  <a:pt x="155" y="367"/>
                </a:lnTo>
                <a:lnTo>
                  <a:pt x="155" y="366"/>
                </a:lnTo>
                <a:lnTo>
                  <a:pt x="154" y="366"/>
                </a:lnTo>
                <a:lnTo>
                  <a:pt x="153" y="366"/>
                </a:lnTo>
                <a:lnTo>
                  <a:pt x="152" y="366"/>
                </a:lnTo>
                <a:lnTo>
                  <a:pt x="151" y="366"/>
                </a:lnTo>
                <a:lnTo>
                  <a:pt x="151" y="365"/>
                </a:lnTo>
                <a:lnTo>
                  <a:pt x="151" y="364"/>
                </a:lnTo>
                <a:lnTo>
                  <a:pt x="150" y="363"/>
                </a:lnTo>
                <a:lnTo>
                  <a:pt x="149" y="363"/>
                </a:lnTo>
                <a:lnTo>
                  <a:pt x="149" y="362"/>
                </a:lnTo>
                <a:lnTo>
                  <a:pt x="149" y="361"/>
                </a:lnTo>
                <a:lnTo>
                  <a:pt x="149" y="360"/>
                </a:lnTo>
                <a:lnTo>
                  <a:pt x="148" y="360"/>
                </a:lnTo>
                <a:lnTo>
                  <a:pt x="149" y="360"/>
                </a:lnTo>
                <a:lnTo>
                  <a:pt x="148" y="360"/>
                </a:lnTo>
                <a:lnTo>
                  <a:pt x="148" y="359"/>
                </a:lnTo>
                <a:lnTo>
                  <a:pt x="148" y="358"/>
                </a:lnTo>
                <a:lnTo>
                  <a:pt x="149" y="358"/>
                </a:lnTo>
                <a:lnTo>
                  <a:pt x="149" y="357"/>
                </a:lnTo>
                <a:lnTo>
                  <a:pt x="148" y="357"/>
                </a:lnTo>
                <a:lnTo>
                  <a:pt x="148" y="356"/>
                </a:lnTo>
                <a:lnTo>
                  <a:pt x="149" y="356"/>
                </a:lnTo>
                <a:lnTo>
                  <a:pt x="149" y="355"/>
                </a:lnTo>
                <a:lnTo>
                  <a:pt x="149" y="354"/>
                </a:lnTo>
                <a:lnTo>
                  <a:pt x="148" y="353"/>
                </a:lnTo>
                <a:lnTo>
                  <a:pt x="147" y="353"/>
                </a:lnTo>
                <a:lnTo>
                  <a:pt x="147" y="352"/>
                </a:lnTo>
                <a:lnTo>
                  <a:pt x="147" y="351"/>
                </a:lnTo>
                <a:lnTo>
                  <a:pt x="146" y="351"/>
                </a:lnTo>
                <a:lnTo>
                  <a:pt x="146" y="350"/>
                </a:lnTo>
                <a:lnTo>
                  <a:pt x="145" y="350"/>
                </a:lnTo>
                <a:lnTo>
                  <a:pt x="145" y="349"/>
                </a:lnTo>
                <a:lnTo>
                  <a:pt x="144" y="348"/>
                </a:lnTo>
                <a:lnTo>
                  <a:pt x="143" y="348"/>
                </a:lnTo>
                <a:lnTo>
                  <a:pt x="143" y="346"/>
                </a:lnTo>
                <a:lnTo>
                  <a:pt x="143" y="345"/>
                </a:lnTo>
                <a:lnTo>
                  <a:pt x="142" y="345"/>
                </a:lnTo>
                <a:lnTo>
                  <a:pt x="142" y="344"/>
                </a:lnTo>
                <a:lnTo>
                  <a:pt x="141" y="344"/>
                </a:lnTo>
                <a:lnTo>
                  <a:pt x="140" y="344"/>
                </a:lnTo>
                <a:lnTo>
                  <a:pt x="140" y="343"/>
                </a:lnTo>
                <a:lnTo>
                  <a:pt x="139" y="343"/>
                </a:lnTo>
                <a:lnTo>
                  <a:pt x="138" y="343"/>
                </a:lnTo>
                <a:lnTo>
                  <a:pt x="138" y="342"/>
                </a:lnTo>
                <a:lnTo>
                  <a:pt x="137" y="342"/>
                </a:lnTo>
                <a:lnTo>
                  <a:pt x="136" y="342"/>
                </a:lnTo>
                <a:lnTo>
                  <a:pt x="135" y="342"/>
                </a:lnTo>
                <a:lnTo>
                  <a:pt x="135" y="341"/>
                </a:lnTo>
                <a:lnTo>
                  <a:pt x="134" y="341"/>
                </a:lnTo>
                <a:lnTo>
                  <a:pt x="134" y="340"/>
                </a:lnTo>
                <a:lnTo>
                  <a:pt x="134" y="339"/>
                </a:lnTo>
                <a:lnTo>
                  <a:pt x="133" y="339"/>
                </a:lnTo>
                <a:lnTo>
                  <a:pt x="133" y="338"/>
                </a:lnTo>
                <a:lnTo>
                  <a:pt x="133" y="337"/>
                </a:lnTo>
                <a:lnTo>
                  <a:pt x="134" y="337"/>
                </a:lnTo>
                <a:lnTo>
                  <a:pt x="134" y="336"/>
                </a:lnTo>
                <a:lnTo>
                  <a:pt x="133" y="336"/>
                </a:lnTo>
                <a:lnTo>
                  <a:pt x="133" y="335"/>
                </a:lnTo>
                <a:lnTo>
                  <a:pt x="133" y="334"/>
                </a:lnTo>
                <a:lnTo>
                  <a:pt x="132" y="333"/>
                </a:lnTo>
                <a:lnTo>
                  <a:pt x="132" y="332"/>
                </a:lnTo>
                <a:lnTo>
                  <a:pt x="131" y="332"/>
                </a:lnTo>
                <a:lnTo>
                  <a:pt x="131" y="331"/>
                </a:lnTo>
                <a:lnTo>
                  <a:pt x="132" y="331"/>
                </a:lnTo>
                <a:lnTo>
                  <a:pt x="131" y="330"/>
                </a:lnTo>
                <a:lnTo>
                  <a:pt x="131" y="329"/>
                </a:lnTo>
                <a:lnTo>
                  <a:pt x="131" y="328"/>
                </a:lnTo>
                <a:lnTo>
                  <a:pt x="132" y="328"/>
                </a:lnTo>
                <a:lnTo>
                  <a:pt x="132" y="327"/>
                </a:lnTo>
                <a:lnTo>
                  <a:pt x="133" y="327"/>
                </a:lnTo>
                <a:lnTo>
                  <a:pt x="132" y="327"/>
                </a:lnTo>
                <a:lnTo>
                  <a:pt x="132" y="326"/>
                </a:lnTo>
                <a:lnTo>
                  <a:pt x="131" y="326"/>
                </a:lnTo>
                <a:lnTo>
                  <a:pt x="131" y="325"/>
                </a:lnTo>
                <a:lnTo>
                  <a:pt x="131" y="324"/>
                </a:lnTo>
                <a:lnTo>
                  <a:pt x="131" y="323"/>
                </a:lnTo>
                <a:lnTo>
                  <a:pt x="130" y="323"/>
                </a:lnTo>
                <a:lnTo>
                  <a:pt x="130" y="322"/>
                </a:lnTo>
                <a:lnTo>
                  <a:pt x="129" y="322"/>
                </a:lnTo>
                <a:lnTo>
                  <a:pt x="129" y="321"/>
                </a:lnTo>
                <a:lnTo>
                  <a:pt x="129" y="320"/>
                </a:lnTo>
                <a:lnTo>
                  <a:pt x="128" y="320"/>
                </a:lnTo>
                <a:lnTo>
                  <a:pt x="128" y="319"/>
                </a:lnTo>
                <a:lnTo>
                  <a:pt x="128" y="318"/>
                </a:lnTo>
                <a:lnTo>
                  <a:pt x="128" y="317"/>
                </a:lnTo>
                <a:lnTo>
                  <a:pt x="128" y="316"/>
                </a:lnTo>
                <a:lnTo>
                  <a:pt x="127" y="316"/>
                </a:lnTo>
                <a:lnTo>
                  <a:pt x="127" y="315"/>
                </a:lnTo>
                <a:lnTo>
                  <a:pt x="126" y="315"/>
                </a:lnTo>
                <a:lnTo>
                  <a:pt x="126" y="314"/>
                </a:lnTo>
                <a:lnTo>
                  <a:pt x="126" y="313"/>
                </a:lnTo>
                <a:lnTo>
                  <a:pt x="126" y="312"/>
                </a:lnTo>
                <a:lnTo>
                  <a:pt x="125" y="311"/>
                </a:lnTo>
                <a:lnTo>
                  <a:pt x="125" y="310"/>
                </a:lnTo>
                <a:lnTo>
                  <a:pt x="124" y="310"/>
                </a:lnTo>
                <a:lnTo>
                  <a:pt x="124" y="309"/>
                </a:lnTo>
                <a:lnTo>
                  <a:pt x="124" y="307"/>
                </a:lnTo>
                <a:lnTo>
                  <a:pt x="124" y="306"/>
                </a:lnTo>
                <a:lnTo>
                  <a:pt x="125" y="306"/>
                </a:lnTo>
                <a:lnTo>
                  <a:pt x="125" y="305"/>
                </a:lnTo>
                <a:lnTo>
                  <a:pt x="126" y="305"/>
                </a:lnTo>
                <a:lnTo>
                  <a:pt x="126" y="304"/>
                </a:lnTo>
                <a:lnTo>
                  <a:pt x="126" y="303"/>
                </a:lnTo>
                <a:lnTo>
                  <a:pt x="126" y="302"/>
                </a:lnTo>
                <a:lnTo>
                  <a:pt x="126" y="301"/>
                </a:lnTo>
                <a:lnTo>
                  <a:pt x="127" y="301"/>
                </a:lnTo>
                <a:lnTo>
                  <a:pt x="127" y="300"/>
                </a:lnTo>
                <a:lnTo>
                  <a:pt x="128" y="300"/>
                </a:lnTo>
                <a:lnTo>
                  <a:pt x="128" y="299"/>
                </a:lnTo>
                <a:lnTo>
                  <a:pt x="129" y="299"/>
                </a:lnTo>
                <a:lnTo>
                  <a:pt x="130" y="298"/>
                </a:lnTo>
                <a:lnTo>
                  <a:pt x="130" y="297"/>
                </a:lnTo>
                <a:lnTo>
                  <a:pt x="131" y="297"/>
                </a:lnTo>
                <a:lnTo>
                  <a:pt x="131" y="296"/>
                </a:lnTo>
                <a:lnTo>
                  <a:pt x="130" y="295"/>
                </a:lnTo>
                <a:lnTo>
                  <a:pt x="128" y="295"/>
                </a:lnTo>
                <a:lnTo>
                  <a:pt x="127" y="295"/>
                </a:lnTo>
                <a:lnTo>
                  <a:pt x="126" y="295"/>
                </a:lnTo>
                <a:lnTo>
                  <a:pt x="125" y="295"/>
                </a:lnTo>
                <a:lnTo>
                  <a:pt x="124" y="295"/>
                </a:lnTo>
                <a:lnTo>
                  <a:pt x="124" y="294"/>
                </a:lnTo>
                <a:lnTo>
                  <a:pt x="124" y="293"/>
                </a:lnTo>
                <a:lnTo>
                  <a:pt x="123" y="293"/>
                </a:lnTo>
                <a:lnTo>
                  <a:pt x="122" y="292"/>
                </a:lnTo>
                <a:lnTo>
                  <a:pt x="122" y="291"/>
                </a:lnTo>
                <a:lnTo>
                  <a:pt x="122" y="290"/>
                </a:lnTo>
                <a:lnTo>
                  <a:pt x="122" y="289"/>
                </a:lnTo>
                <a:lnTo>
                  <a:pt x="122" y="288"/>
                </a:lnTo>
                <a:lnTo>
                  <a:pt x="121" y="287"/>
                </a:lnTo>
                <a:lnTo>
                  <a:pt x="120" y="287"/>
                </a:lnTo>
                <a:lnTo>
                  <a:pt x="120" y="286"/>
                </a:lnTo>
                <a:lnTo>
                  <a:pt x="121" y="286"/>
                </a:lnTo>
                <a:lnTo>
                  <a:pt x="121" y="285"/>
                </a:lnTo>
                <a:lnTo>
                  <a:pt x="120" y="285"/>
                </a:lnTo>
                <a:lnTo>
                  <a:pt x="120" y="284"/>
                </a:lnTo>
                <a:lnTo>
                  <a:pt x="121" y="284"/>
                </a:lnTo>
                <a:lnTo>
                  <a:pt x="122" y="283"/>
                </a:lnTo>
                <a:lnTo>
                  <a:pt x="122" y="284"/>
                </a:lnTo>
                <a:lnTo>
                  <a:pt x="123" y="284"/>
                </a:lnTo>
                <a:lnTo>
                  <a:pt x="124" y="284"/>
                </a:lnTo>
                <a:lnTo>
                  <a:pt x="125" y="284"/>
                </a:lnTo>
                <a:lnTo>
                  <a:pt x="126" y="284"/>
                </a:lnTo>
                <a:lnTo>
                  <a:pt x="127" y="284"/>
                </a:lnTo>
                <a:lnTo>
                  <a:pt x="127" y="283"/>
                </a:lnTo>
                <a:lnTo>
                  <a:pt x="128" y="283"/>
                </a:lnTo>
                <a:lnTo>
                  <a:pt x="129" y="283"/>
                </a:lnTo>
                <a:lnTo>
                  <a:pt x="130" y="283"/>
                </a:lnTo>
                <a:lnTo>
                  <a:pt x="131" y="283"/>
                </a:lnTo>
                <a:lnTo>
                  <a:pt x="132" y="283"/>
                </a:lnTo>
                <a:lnTo>
                  <a:pt x="132" y="282"/>
                </a:lnTo>
                <a:lnTo>
                  <a:pt x="133" y="282"/>
                </a:lnTo>
                <a:lnTo>
                  <a:pt x="134" y="282"/>
                </a:lnTo>
                <a:lnTo>
                  <a:pt x="134" y="281"/>
                </a:lnTo>
                <a:lnTo>
                  <a:pt x="135" y="281"/>
                </a:lnTo>
                <a:lnTo>
                  <a:pt x="136" y="281"/>
                </a:lnTo>
                <a:lnTo>
                  <a:pt x="136" y="280"/>
                </a:lnTo>
                <a:lnTo>
                  <a:pt x="137" y="280"/>
                </a:lnTo>
                <a:lnTo>
                  <a:pt x="138" y="280"/>
                </a:lnTo>
                <a:lnTo>
                  <a:pt x="138" y="279"/>
                </a:lnTo>
                <a:lnTo>
                  <a:pt x="139" y="279"/>
                </a:lnTo>
                <a:lnTo>
                  <a:pt x="140" y="279"/>
                </a:lnTo>
                <a:lnTo>
                  <a:pt x="141" y="278"/>
                </a:lnTo>
                <a:lnTo>
                  <a:pt x="142" y="278"/>
                </a:lnTo>
                <a:lnTo>
                  <a:pt x="142" y="277"/>
                </a:lnTo>
                <a:lnTo>
                  <a:pt x="141" y="277"/>
                </a:lnTo>
                <a:lnTo>
                  <a:pt x="141" y="276"/>
                </a:lnTo>
                <a:lnTo>
                  <a:pt x="141" y="275"/>
                </a:lnTo>
                <a:lnTo>
                  <a:pt x="140" y="275"/>
                </a:lnTo>
                <a:lnTo>
                  <a:pt x="140" y="274"/>
                </a:lnTo>
                <a:lnTo>
                  <a:pt x="140" y="273"/>
                </a:lnTo>
                <a:lnTo>
                  <a:pt x="141" y="273"/>
                </a:lnTo>
                <a:lnTo>
                  <a:pt x="140" y="272"/>
                </a:lnTo>
                <a:lnTo>
                  <a:pt x="140" y="271"/>
                </a:lnTo>
                <a:lnTo>
                  <a:pt x="139" y="271"/>
                </a:lnTo>
                <a:lnTo>
                  <a:pt x="139" y="270"/>
                </a:lnTo>
                <a:lnTo>
                  <a:pt x="139" y="269"/>
                </a:lnTo>
                <a:lnTo>
                  <a:pt x="139" y="268"/>
                </a:lnTo>
                <a:lnTo>
                  <a:pt x="139" y="267"/>
                </a:lnTo>
                <a:lnTo>
                  <a:pt x="140" y="267"/>
                </a:lnTo>
                <a:lnTo>
                  <a:pt x="140" y="266"/>
                </a:lnTo>
                <a:lnTo>
                  <a:pt x="140" y="265"/>
                </a:lnTo>
                <a:lnTo>
                  <a:pt x="139" y="265"/>
                </a:lnTo>
                <a:lnTo>
                  <a:pt x="139" y="264"/>
                </a:lnTo>
                <a:lnTo>
                  <a:pt x="139" y="263"/>
                </a:lnTo>
                <a:lnTo>
                  <a:pt x="140" y="263"/>
                </a:lnTo>
                <a:lnTo>
                  <a:pt x="140" y="262"/>
                </a:lnTo>
                <a:lnTo>
                  <a:pt x="140" y="261"/>
                </a:lnTo>
                <a:lnTo>
                  <a:pt x="141" y="261"/>
                </a:lnTo>
                <a:lnTo>
                  <a:pt x="141" y="260"/>
                </a:lnTo>
                <a:lnTo>
                  <a:pt x="141" y="259"/>
                </a:lnTo>
                <a:lnTo>
                  <a:pt x="142" y="259"/>
                </a:lnTo>
                <a:lnTo>
                  <a:pt x="142" y="258"/>
                </a:lnTo>
                <a:lnTo>
                  <a:pt x="142" y="257"/>
                </a:lnTo>
                <a:lnTo>
                  <a:pt x="142" y="256"/>
                </a:lnTo>
                <a:lnTo>
                  <a:pt x="143" y="256"/>
                </a:lnTo>
                <a:lnTo>
                  <a:pt x="143" y="255"/>
                </a:lnTo>
                <a:lnTo>
                  <a:pt x="143" y="254"/>
                </a:lnTo>
                <a:lnTo>
                  <a:pt x="144" y="254"/>
                </a:lnTo>
                <a:lnTo>
                  <a:pt x="144" y="253"/>
                </a:lnTo>
                <a:lnTo>
                  <a:pt x="144" y="252"/>
                </a:lnTo>
                <a:lnTo>
                  <a:pt x="143" y="252"/>
                </a:lnTo>
                <a:lnTo>
                  <a:pt x="143" y="251"/>
                </a:lnTo>
                <a:lnTo>
                  <a:pt x="144" y="251"/>
                </a:lnTo>
                <a:lnTo>
                  <a:pt x="144" y="250"/>
                </a:lnTo>
                <a:lnTo>
                  <a:pt x="144" y="249"/>
                </a:lnTo>
                <a:lnTo>
                  <a:pt x="144" y="248"/>
                </a:lnTo>
                <a:lnTo>
                  <a:pt x="144" y="246"/>
                </a:lnTo>
                <a:lnTo>
                  <a:pt x="144" y="245"/>
                </a:lnTo>
                <a:lnTo>
                  <a:pt x="144" y="244"/>
                </a:lnTo>
                <a:lnTo>
                  <a:pt x="144" y="243"/>
                </a:lnTo>
                <a:lnTo>
                  <a:pt x="145" y="243"/>
                </a:lnTo>
                <a:lnTo>
                  <a:pt x="146" y="243"/>
                </a:lnTo>
                <a:lnTo>
                  <a:pt x="146" y="242"/>
                </a:lnTo>
                <a:lnTo>
                  <a:pt x="146" y="241"/>
                </a:lnTo>
                <a:lnTo>
                  <a:pt x="146" y="240"/>
                </a:lnTo>
                <a:lnTo>
                  <a:pt x="147" y="240"/>
                </a:lnTo>
                <a:lnTo>
                  <a:pt x="147" y="238"/>
                </a:lnTo>
                <a:lnTo>
                  <a:pt x="146" y="238"/>
                </a:lnTo>
                <a:lnTo>
                  <a:pt x="145" y="238"/>
                </a:lnTo>
                <a:lnTo>
                  <a:pt x="145" y="237"/>
                </a:lnTo>
                <a:lnTo>
                  <a:pt x="145" y="236"/>
                </a:lnTo>
                <a:lnTo>
                  <a:pt x="144" y="236"/>
                </a:lnTo>
                <a:lnTo>
                  <a:pt x="143" y="236"/>
                </a:lnTo>
                <a:lnTo>
                  <a:pt x="143" y="235"/>
                </a:lnTo>
                <a:lnTo>
                  <a:pt x="142" y="235"/>
                </a:lnTo>
                <a:lnTo>
                  <a:pt x="143" y="234"/>
                </a:lnTo>
                <a:lnTo>
                  <a:pt x="144" y="233"/>
                </a:lnTo>
                <a:lnTo>
                  <a:pt x="144" y="232"/>
                </a:lnTo>
                <a:lnTo>
                  <a:pt x="145" y="231"/>
                </a:lnTo>
                <a:lnTo>
                  <a:pt x="145" y="230"/>
                </a:lnTo>
                <a:lnTo>
                  <a:pt x="145" y="229"/>
                </a:lnTo>
                <a:lnTo>
                  <a:pt x="145" y="228"/>
                </a:lnTo>
                <a:lnTo>
                  <a:pt x="146" y="228"/>
                </a:lnTo>
                <a:lnTo>
                  <a:pt x="146" y="227"/>
                </a:lnTo>
                <a:lnTo>
                  <a:pt x="146" y="226"/>
                </a:lnTo>
                <a:lnTo>
                  <a:pt x="147" y="226"/>
                </a:lnTo>
                <a:lnTo>
                  <a:pt x="147" y="225"/>
                </a:lnTo>
                <a:lnTo>
                  <a:pt x="148" y="225"/>
                </a:lnTo>
                <a:lnTo>
                  <a:pt x="147" y="224"/>
                </a:lnTo>
                <a:lnTo>
                  <a:pt x="148" y="224"/>
                </a:lnTo>
                <a:lnTo>
                  <a:pt x="148" y="223"/>
                </a:lnTo>
                <a:lnTo>
                  <a:pt x="148" y="222"/>
                </a:lnTo>
                <a:lnTo>
                  <a:pt x="148" y="221"/>
                </a:lnTo>
                <a:lnTo>
                  <a:pt x="148" y="220"/>
                </a:lnTo>
                <a:lnTo>
                  <a:pt x="149" y="220"/>
                </a:lnTo>
                <a:lnTo>
                  <a:pt x="148" y="219"/>
                </a:lnTo>
                <a:lnTo>
                  <a:pt x="147" y="218"/>
                </a:lnTo>
                <a:lnTo>
                  <a:pt x="147" y="217"/>
                </a:lnTo>
                <a:lnTo>
                  <a:pt x="147" y="216"/>
                </a:lnTo>
                <a:lnTo>
                  <a:pt x="146" y="216"/>
                </a:lnTo>
                <a:lnTo>
                  <a:pt x="145" y="216"/>
                </a:lnTo>
                <a:lnTo>
                  <a:pt x="145" y="215"/>
                </a:lnTo>
                <a:lnTo>
                  <a:pt x="144" y="215"/>
                </a:lnTo>
                <a:lnTo>
                  <a:pt x="144" y="214"/>
                </a:lnTo>
                <a:lnTo>
                  <a:pt x="144" y="213"/>
                </a:lnTo>
                <a:lnTo>
                  <a:pt x="143" y="213"/>
                </a:lnTo>
                <a:lnTo>
                  <a:pt x="141" y="213"/>
                </a:lnTo>
                <a:lnTo>
                  <a:pt x="140" y="213"/>
                </a:lnTo>
                <a:lnTo>
                  <a:pt x="140" y="212"/>
                </a:lnTo>
                <a:lnTo>
                  <a:pt x="139" y="212"/>
                </a:lnTo>
                <a:lnTo>
                  <a:pt x="139" y="211"/>
                </a:lnTo>
                <a:lnTo>
                  <a:pt x="139" y="210"/>
                </a:lnTo>
                <a:lnTo>
                  <a:pt x="138" y="210"/>
                </a:lnTo>
                <a:lnTo>
                  <a:pt x="137" y="210"/>
                </a:lnTo>
                <a:lnTo>
                  <a:pt x="137" y="208"/>
                </a:lnTo>
                <a:lnTo>
                  <a:pt x="137" y="207"/>
                </a:lnTo>
                <a:lnTo>
                  <a:pt x="137" y="206"/>
                </a:lnTo>
                <a:lnTo>
                  <a:pt x="138" y="206"/>
                </a:lnTo>
                <a:lnTo>
                  <a:pt x="138" y="205"/>
                </a:lnTo>
                <a:lnTo>
                  <a:pt x="137" y="205"/>
                </a:lnTo>
                <a:lnTo>
                  <a:pt x="138" y="205"/>
                </a:lnTo>
                <a:lnTo>
                  <a:pt x="139" y="205"/>
                </a:lnTo>
                <a:lnTo>
                  <a:pt x="140" y="205"/>
                </a:lnTo>
                <a:lnTo>
                  <a:pt x="141" y="204"/>
                </a:lnTo>
                <a:lnTo>
                  <a:pt x="140" y="204"/>
                </a:lnTo>
                <a:lnTo>
                  <a:pt x="140" y="203"/>
                </a:lnTo>
                <a:lnTo>
                  <a:pt x="140" y="202"/>
                </a:lnTo>
                <a:lnTo>
                  <a:pt x="139" y="201"/>
                </a:lnTo>
                <a:lnTo>
                  <a:pt x="140" y="200"/>
                </a:lnTo>
                <a:lnTo>
                  <a:pt x="141" y="199"/>
                </a:lnTo>
                <a:lnTo>
                  <a:pt x="142" y="199"/>
                </a:lnTo>
                <a:lnTo>
                  <a:pt x="142" y="198"/>
                </a:lnTo>
                <a:lnTo>
                  <a:pt x="143" y="199"/>
                </a:lnTo>
                <a:lnTo>
                  <a:pt x="143" y="200"/>
                </a:lnTo>
                <a:lnTo>
                  <a:pt x="143" y="201"/>
                </a:lnTo>
                <a:lnTo>
                  <a:pt x="144" y="202"/>
                </a:lnTo>
                <a:lnTo>
                  <a:pt x="144" y="201"/>
                </a:lnTo>
                <a:lnTo>
                  <a:pt x="145" y="201"/>
                </a:lnTo>
                <a:lnTo>
                  <a:pt x="145" y="202"/>
                </a:lnTo>
                <a:lnTo>
                  <a:pt x="145" y="201"/>
                </a:lnTo>
                <a:lnTo>
                  <a:pt x="146" y="201"/>
                </a:lnTo>
                <a:lnTo>
                  <a:pt x="145" y="200"/>
                </a:lnTo>
                <a:lnTo>
                  <a:pt x="146" y="200"/>
                </a:lnTo>
                <a:lnTo>
                  <a:pt x="148" y="200"/>
                </a:lnTo>
                <a:lnTo>
                  <a:pt x="149" y="200"/>
                </a:lnTo>
                <a:lnTo>
                  <a:pt x="149" y="201"/>
                </a:lnTo>
                <a:lnTo>
                  <a:pt x="150" y="201"/>
                </a:lnTo>
                <a:lnTo>
                  <a:pt x="151" y="201"/>
                </a:lnTo>
                <a:lnTo>
                  <a:pt x="151" y="202"/>
                </a:lnTo>
                <a:lnTo>
                  <a:pt x="152" y="201"/>
                </a:lnTo>
                <a:lnTo>
                  <a:pt x="152" y="202"/>
                </a:lnTo>
                <a:lnTo>
                  <a:pt x="153" y="202"/>
                </a:lnTo>
                <a:lnTo>
                  <a:pt x="154" y="201"/>
                </a:lnTo>
                <a:lnTo>
                  <a:pt x="154" y="202"/>
                </a:lnTo>
                <a:lnTo>
                  <a:pt x="155" y="202"/>
                </a:lnTo>
                <a:lnTo>
                  <a:pt x="155" y="201"/>
                </a:lnTo>
                <a:lnTo>
                  <a:pt x="156" y="201"/>
                </a:lnTo>
                <a:lnTo>
                  <a:pt x="157" y="201"/>
                </a:lnTo>
                <a:lnTo>
                  <a:pt x="157" y="200"/>
                </a:lnTo>
                <a:lnTo>
                  <a:pt x="157" y="199"/>
                </a:lnTo>
                <a:lnTo>
                  <a:pt x="158" y="199"/>
                </a:lnTo>
                <a:lnTo>
                  <a:pt x="158" y="200"/>
                </a:lnTo>
                <a:lnTo>
                  <a:pt x="159" y="200"/>
                </a:lnTo>
                <a:lnTo>
                  <a:pt x="159" y="199"/>
                </a:lnTo>
                <a:lnTo>
                  <a:pt x="160" y="199"/>
                </a:lnTo>
                <a:lnTo>
                  <a:pt x="161" y="198"/>
                </a:lnTo>
                <a:lnTo>
                  <a:pt x="162" y="198"/>
                </a:lnTo>
                <a:lnTo>
                  <a:pt x="162" y="197"/>
                </a:lnTo>
                <a:lnTo>
                  <a:pt x="163" y="197"/>
                </a:lnTo>
                <a:lnTo>
                  <a:pt x="163" y="196"/>
                </a:lnTo>
                <a:lnTo>
                  <a:pt x="164" y="196"/>
                </a:lnTo>
                <a:lnTo>
                  <a:pt x="164" y="195"/>
                </a:lnTo>
                <a:lnTo>
                  <a:pt x="165" y="195"/>
                </a:lnTo>
                <a:lnTo>
                  <a:pt x="166" y="195"/>
                </a:lnTo>
                <a:lnTo>
                  <a:pt x="166" y="196"/>
                </a:lnTo>
                <a:lnTo>
                  <a:pt x="167" y="197"/>
                </a:lnTo>
                <a:lnTo>
                  <a:pt x="168" y="197"/>
                </a:lnTo>
                <a:lnTo>
                  <a:pt x="168" y="198"/>
                </a:lnTo>
                <a:lnTo>
                  <a:pt x="169" y="198"/>
                </a:lnTo>
                <a:lnTo>
                  <a:pt x="169" y="199"/>
                </a:lnTo>
                <a:lnTo>
                  <a:pt x="170" y="199"/>
                </a:lnTo>
                <a:lnTo>
                  <a:pt x="171" y="198"/>
                </a:lnTo>
                <a:lnTo>
                  <a:pt x="171" y="197"/>
                </a:lnTo>
                <a:lnTo>
                  <a:pt x="172" y="197"/>
                </a:lnTo>
                <a:lnTo>
                  <a:pt x="172" y="196"/>
                </a:lnTo>
                <a:lnTo>
                  <a:pt x="173" y="196"/>
                </a:lnTo>
                <a:lnTo>
                  <a:pt x="174" y="196"/>
                </a:lnTo>
                <a:lnTo>
                  <a:pt x="174" y="197"/>
                </a:lnTo>
                <a:lnTo>
                  <a:pt x="175" y="197"/>
                </a:lnTo>
                <a:lnTo>
                  <a:pt x="175" y="196"/>
                </a:lnTo>
                <a:lnTo>
                  <a:pt x="175" y="195"/>
                </a:lnTo>
                <a:lnTo>
                  <a:pt x="176" y="195"/>
                </a:lnTo>
                <a:lnTo>
                  <a:pt x="176" y="194"/>
                </a:lnTo>
                <a:lnTo>
                  <a:pt x="176" y="193"/>
                </a:lnTo>
                <a:lnTo>
                  <a:pt x="177" y="193"/>
                </a:lnTo>
                <a:lnTo>
                  <a:pt x="177" y="192"/>
                </a:lnTo>
                <a:lnTo>
                  <a:pt x="178" y="192"/>
                </a:lnTo>
                <a:lnTo>
                  <a:pt x="178" y="193"/>
                </a:lnTo>
                <a:lnTo>
                  <a:pt x="179" y="193"/>
                </a:lnTo>
                <a:lnTo>
                  <a:pt x="179" y="194"/>
                </a:lnTo>
                <a:lnTo>
                  <a:pt x="180" y="195"/>
                </a:lnTo>
                <a:lnTo>
                  <a:pt x="180" y="196"/>
                </a:lnTo>
                <a:lnTo>
                  <a:pt x="180" y="197"/>
                </a:lnTo>
                <a:lnTo>
                  <a:pt x="181" y="197"/>
                </a:lnTo>
                <a:lnTo>
                  <a:pt x="182" y="197"/>
                </a:lnTo>
                <a:lnTo>
                  <a:pt x="182" y="198"/>
                </a:lnTo>
                <a:lnTo>
                  <a:pt x="182" y="199"/>
                </a:lnTo>
                <a:lnTo>
                  <a:pt x="183" y="199"/>
                </a:lnTo>
                <a:lnTo>
                  <a:pt x="184" y="198"/>
                </a:lnTo>
                <a:lnTo>
                  <a:pt x="183" y="198"/>
                </a:lnTo>
                <a:lnTo>
                  <a:pt x="184" y="198"/>
                </a:lnTo>
                <a:lnTo>
                  <a:pt x="184" y="197"/>
                </a:lnTo>
                <a:lnTo>
                  <a:pt x="185" y="197"/>
                </a:lnTo>
                <a:lnTo>
                  <a:pt x="186" y="197"/>
                </a:lnTo>
                <a:lnTo>
                  <a:pt x="187" y="197"/>
                </a:lnTo>
                <a:lnTo>
                  <a:pt x="187" y="196"/>
                </a:lnTo>
                <a:lnTo>
                  <a:pt x="187" y="195"/>
                </a:lnTo>
                <a:lnTo>
                  <a:pt x="188" y="195"/>
                </a:lnTo>
                <a:lnTo>
                  <a:pt x="187" y="194"/>
                </a:lnTo>
                <a:lnTo>
                  <a:pt x="187" y="193"/>
                </a:lnTo>
                <a:lnTo>
                  <a:pt x="188" y="193"/>
                </a:lnTo>
                <a:lnTo>
                  <a:pt x="188" y="192"/>
                </a:lnTo>
                <a:lnTo>
                  <a:pt x="189" y="191"/>
                </a:lnTo>
                <a:lnTo>
                  <a:pt x="190" y="191"/>
                </a:lnTo>
                <a:lnTo>
                  <a:pt x="190" y="190"/>
                </a:lnTo>
                <a:lnTo>
                  <a:pt x="190" y="189"/>
                </a:lnTo>
                <a:lnTo>
                  <a:pt x="191" y="189"/>
                </a:lnTo>
                <a:lnTo>
                  <a:pt x="191" y="188"/>
                </a:lnTo>
                <a:lnTo>
                  <a:pt x="191" y="187"/>
                </a:lnTo>
                <a:lnTo>
                  <a:pt x="192" y="187"/>
                </a:lnTo>
                <a:lnTo>
                  <a:pt x="192" y="186"/>
                </a:lnTo>
                <a:lnTo>
                  <a:pt x="192" y="185"/>
                </a:lnTo>
                <a:lnTo>
                  <a:pt x="193" y="185"/>
                </a:lnTo>
                <a:lnTo>
                  <a:pt x="193" y="184"/>
                </a:lnTo>
                <a:lnTo>
                  <a:pt x="194" y="184"/>
                </a:lnTo>
                <a:lnTo>
                  <a:pt x="195" y="184"/>
                </a:lnTo>
                <a:lnTo>
                  <a:pt x="195" y="183"/>
                </a:lnTo>
                <a:lnTo>
                  <a:pt x="196" y="183"/>
                </a:lnTo>
                <a:lnTo>
                  <a:pt x="196" y="182"/>
                </a:lnTo>
                <a:lnTo>
                  <a:pt x="197" y="182"/>
                </a:lnTo>
                <a:lnTo>
                  <a:pt x="197" y="181"/>
                </a:lnTo>
                <a:lnTo>
                  <a:pt x="197" y="180"/>
                </a:lnTo>
                <a:lnTo>
                  <a:pt x="198" y="180"/>
                </a:lnTo>
                <a:lnTo>
                  <a:pt x="198" y="179"/>
                </a:lnTo>
                <a:lnTo>
                  <a:pt x="199" y="178"/>
                </a:lnTo>
                <a:lnTo>
                  <a:pt x="198" y="178"/>
                </a:lnTo>
                <a:lnTo>
                  <a:pt x="199" y="178"/>
                </a:lnTo>
                <a:lnTo>
                  <a:pt x="199" y="177"/>
                </a:lnTo>
                <a:lnTo>
                  <a:pt x="199" y="176"/>
                </a:lnTo>
                <a:lnTo>
                  <a:pt x="200" y="176"/>
                </a:lnTo>
                <a:lnTo>
                  <a:pt x="200" y="175"/>
                </a:lnTo>
                <a:lnTo>
                  <a:pt x="200" y="174"/>
                </a:lnTo>
                <a:lnTo>
                  <a:pt x="201" y="174"/>
                </a:lnTo>
                <a:lnTo>
                  <a:pt x="201" y="173"/>
                </a:lnTo>
                <a:lnTo>
                  <a:pt x="202" y="173"/>
                </a:lnTo>
                <a:lnTo>
                  <a:pt x="202" y="172"/>
                </a:lnTo>
                <a:lnTo>
                  <a:pt x="203" y="172"/>
                </a:lnTo>
                <a:lnTo>
                  <a:pt x="203" y="171"/>
                </a:lnTo>
                <a:lnTo>
                  <a:pt x="204" y="171"/>
                </a:lnTo>
                <a:lnTo>
                  <a:pt x="204" y="170"/>
                </a:lnTo>
                <a:lnTo>
                  <a:pt x="203" y="170"/>
                </a:lnTo>
                <a:lnTo>
                  <a:pt x="203" y="169"/>
                </a:lnTo>
                <a:lnTo>
                  <a:pt x="203" y="168"/>
                </a:lnTo>
                <a:lnTo>
                  <a:pt x="203" y="167"/>
                </a:lnTo>
                <a:lnTo>
                  <a:pt x="204" y="167"/>
                </a:lnTo>
                <a:lnTo>
                  <a:pt x="205" y="168"/>
                </a:lnTo>
                <a:lnTo>
                  <a:pt x="207" y="168"/>
                </a:lnTo>
                <a:lnTo>
                  <a:pt x="208" y="168"/>
                </a:lnTo>
                <a:lnTo>
                  <a:pt x="208" y="169"/>
                </a:lnTo>
                <a:lnTo>
                  <a:pt x="209" y="169"/>
                </a:lnTo>
                <a:lnTo>
                  <a:pt x="210" y="169"/>
                </a:lnTo>
                <a:lnTo>
                  <a:pt x="211" y="169"/>
                </a:lnTo>
                <a:lnTo>
                  <a:pt x="212" y="169"/>
                </a:lnTo>
                <a:lnTo>
                  <a:pt x="213" y="169"/>
                </a:lnTo>
                <a:lnTo>
                  <a:pt x="214" y="169"/>
                </a:lnTo>
                <a:lnTo>
                  <a:pt x="214" y="168"/>
                </a:lnTo>
                <a:lnTo>
                  <a:pt x="215" y="168"/>
                </a:lnTo>
                <a:lnTo>
                  <a:pt x="215" y="167"/>
                </a:lnTo>
                <a:lnTo>
                  <a:pt x="215" y="166"/>
                </a:lnTo>
                <a:lnTo>
                  <a:pt x="214" y="166"/>
                </a:lnTo>
                <a:lnTo>
                  <a:pt x="215" y="166"/>
                </a:lnTo>
                <a:lnTo>
                  <a:pt x="214" y="166"/>
                </a:lnTo>
                <a:lnTo>
                  <a:pt x="215" y="166"/>
                </a:lnTo>
                <a:lnTo>
                  <a:pt x="215" y="165"/>
                </a:lnTo>
                <a:lnTo>
                  <a:pt x="216" y="163"/>
                </a:lnTo>
                <a:lnTo>
                  <a:pt x="217" y="163"/>
                </a:lnTo>
                <a:lnTo>
                  <a:pt x="218" y="163"/>
                </a:lnTo>
                <a:lnTo>
                  <a:pt x="219" y="161"/>
                </a:lnTo>
                <a:lnTo>
                  <a:pt x="220" y="157"/>
                </a:lnTo>
                <a:lnTo>
                  <a:pt x="221" y="154"/>
                </a:lnTo>
                <a:lnTo>
                  <a:pt x="223" y="151"/>
                </a:lnTo>
                <a:lnTo>
                  <a:pt x="226" y="151"/>
                </a:lnTo>
                <a:lnTo>
                  <a:pt x="229" y="150"/>
                </a:lnTo>
                <a:lnTo>
                  <a:pt x="230" y="150"/>
                </a:lnTo>
                <a:lnTo>
                  <a:pt x="232" y="150"/>
                </a:lnTo>
                <a:lnTo>
                  <a:pt x="236" y="150"/>
                </a:lnTo>
                <a:lnTo>
                  <a:pt x="237" y="150"/>
                </a:lnTo>
                <a:lnTo>
                  <a:pt x="237" y="149"/>
                </a:lnTo>
                <a:lnTo>
                  <a:pt x="238" y="149"/>
                </a:lnTo>
                <a:lnTo>
                  <a:pt x="238" y="148"/>
                </a:lnTo>
                <a:lnTo>
                  <a:pt x="239" y="148"/>
                </a:lnTo>
                <a:lnTo>
                  <a:pt x="240" y="148"/>
                </a:lnTo>
                <a:lnTo>
                  <a:pt x="240" y="149"/>
                </a:lnTo>
                <a:lnTo>
                  <a:pt x="240" y="150"/>
                </a:lnTo>
                <a:lnTo>
                  <a:pt x="240" y="151"/>
                </a:lnTo>
                <a:lnTo>
                  <a:pt x="240" y="152"/>
                </a:lnTo>
                <a:lnTo>
                  <a:pt x="241" y="152"/>
                </a:lnTo>
                <a:lnTo>
                  <a:pt x="242" y="152"/>
                </a:lnTo>
                <a:lnTo>
                  <a:pt x="243" y="153"/>
                </a:lnTo>
                <a:lnTo>
                  <a:pt x="243" y="154"/>
                </a:lnTo>
                <a:lnTo>
                  <a:pt x="243" y="155"/>
                </a:lnTo>
                <a:lnTo>
                  <a:pt x="244" y="156"/>
                </a:lnTo>
                <a:lnTo>
                  <a:pt x="246" y="157"/>
                </a:lnTo>
                <a:lnTo>
                  <a:pt x="247" y="157"/>
                </a:lnTo>
                <a:lnTo>
                  <a:pt x="248" y="157"/>
                </a:lnTo>
                <a:lnTo>
                  <a:pt x="248" y="156"/>
                </a:lnTo>
                <a:lnTo>
                  <a:pt x="249" y="156"/>
                </a:lnTo>
                <a:lnTo>
                  <a:pt x="250" y="156"/>
                </a:lnTo>
                <a:lnTo>
                  <a:pt x="250" y="157"/>
                </a:lnTo>
                <a:lnTo>
                  <a:pt x="253" y="158"/>
                </a:lnTo>
                <a:lnTo>
                  <a:pt x="256" y="157"/>
                </a:lnTo>
                <a:lnTo>
                  <a:pt x="256" y="155"/>
                </a:lnTo>
                <a:lnTo>
                  <a:pt x="257" y="155"/>
                </a:lnTo>
                <a:lnTo>
                  <a:pt x="259" y="155"/>
                </a:lnTo>
                <a:lnTo>
                  <a:pt x="263" y="155"/>
                </a:lnTo>
                <a:lnTo>
                  <a:pt x="263" y="156"/>
                </a:lnTo>
                <a:lnTo>
                  <a:pt x="264" y="156"/>
                </a:lnTo>
                <a:lnTo>
                  <a:pt x="265" y="157"/>
                </a:lnTo>
                <a:lnTo>
                  <a:pt x="267" y="157"/>
                </a:lnTo>
                <a:lnTo>
                  <a:pt x="268" y="157"/>
                </a:lnTo>
                <a:lnTo>
                  <a:pt x="269" y="157"/>
                </a:lnTo>
                <a:lnTo>
                  <a:pt x="269" y="158"/>
                </a:lnTo>
                <a:lnTo>
                  <a:pt x="270" y="158"/>
                </a:lnTo>
                <a:lnTo>
                  <a:pt x="270" y="159"/>
                </a:lnTo>
                <a:lnTo>
                  <a:pt x="270" y="160"/>
                </a:lnTo>
                <a:lnTo>
                  <a:pt x="271" y="160"/>
                </a:lnTo>
                <a:lnTo>
                  <a:pt x="272" y="160"/>
                </a:lnTo>
                <a:lnTo>
                  <a:pt x="273" y="160"/>
                </a:lnTo>
                <a:lnTo>
                  <a:pt x="275" y="160"/>
                </a:lnTo>
                <a:lnTo>
                  <a:pt x="277" y="161"/>
                </a:lnTo>
                <a:lnTo>
                  <a:pt x="279" y="159"/>
                </a:lnTo>
                <a:lnTo>
                  <a:pt x="281" y="159"/>
                </a:lnTo>
                <a:lnTo>
                  <a:pt x="282" y="159"/>
                </a:lnTo>
                <a:lnTo>
                  <a:pt x="284" y="160"/>
                </a:lnTo>
                <a:lnTo>
                  <a:pt x="285" y="161"/>
                </a:lnTo>
                <a:lnTo>
                  <a:pt x="286" y="161"/>
                </a:lnTo>
                <a:lnTo>
                  <a:pt x="287" y="161"/>
                </a:lnTo>
                <a:lnTo>
                  <a:pt x="288" y="160"/>
                </a:lnTo>
                <a:lnTo>
                  <a:pt x="289" y="160"/>
                </a:lnTo>
                <a:lnTo>
                  <a:pt x="291" y="161"/>
                </a:lnTo>
                <a:lnTo>
                  <a:pt x="291" y="162"/>
                </a:lnTo>
                <a:lnTo>
                  <a:pt x="292" y="162"/>
                </a:lnTo>
                <a:lnTo>
                  <a:pt x="299" y="162"/>
                </a:lnTo>
                <a:lnTo>
                  <a:pt x="299" y="161"/>
                </a:lnTo>
                <a:lnTo>
                  <a:pt x="301" y="160"/>
                </a:lnTo>
                <a:lnTo>
                  <a:pt x="301" y="159"/>
                </a:lnTo>
                <a:lnTo>
                  <a:pt x="302" y="159"/>
                </a:lnTo>
                <a:lnTo>
                  <a:pt x="302" y="158"/>
                </a:lnTo>
                <a:lnTo>
                  <a:pt x="303" y="159"/>
                </a:lnTo>
                <a:lnTo>
                  <a:pt x="304" y="159"/>
                </a:lnTo>
                <a:lnTo>
                  <a:pt x="304" y="160"/>
                </a:lnTo>
                <a:lnTo>
                  <a:pt x="304" y="161"/>
                </a:lnTo>
                <a:lnTo>
                  <a:pt x="305" y="163"/>
                </a:lnTo>
                <a:lnTo>
                  <a:pt x="305" y="164"/>
                </a:lnTo>
                <a:lnTo>
                  <a:pt x="306" y="164"/>
                </a:lnTo>
                <a:lnTo>
                  <a:pt x="307" y="164"/>
                </a:lnTo>
                <a:lnTo>
                  <a:pt x="309" y="164"/>
                </a:lnTo>
                <a:lnTo>
                  <a:pt x="310" y="164"/>
                </a:lnTo>
                <a:lnTo>
                  <a:pt x="310" y="163"/>
                </a:lnTo>
                <a:lnTo>
                  <a:pt x="311" y="163"/>
                </a:lnTo>
                <a:lnTo>
                  <a:pt x="312" y="163"/>
                </a:lnTo>
                <a:lnTo>
                  <a:pt x="312" y="164"/>
                </a:lnTo>
                <a:lnTo>
                  <a:pt x="313" y="164"/>
                </a:lnTo>
                <a:lnTo>
                  <a:pt x="313" y="165"/>
                </a:lnTo>
                <a:lnTo>
                  <a:pt x="313" y="166"/>
                </a:lnTo>
                <a:lnTo>
                  <a:pt x="314" y="167"/>
                </a:lnTo>
                <a:lnTo>
                  <a:pt x="315" y="168"/>
                </a:lnTo>
                <a:lnTo>
                  <a:pt x="316" y="168"/>
                </a:lnTo>
                <a:lnTo>
                  <a:pt x="316" y="167"/>
                </a:lnTo>
                <a:lnTo>
                  <a:pt x="318" y="167"/>
                </a:lnTo>
                <a:lnTo>
                  <a:pt x="319" y="168"/>
                </a:lnTo>
                <a:lnTo>
                  <a:pt x="320" y="169"/>
                </a:lnTo>
                <a:lnTo>
                  <a:pt x="323" y="169"/>
                </a:lnTo>
                <a:lnTo>
                  <a:pt x="324" y="168"/>
                </a:lnTo>
                <a:lnTo>
                  <a:pt x="325" y="168"/>
                </a:lnTo>
                <a:lnTo>
                  <a:pt x="326" y="166"/>
                </a:lnTo>
                <a:lnTo>
                  <a:pt x="326" y="165"/>
                </a:lnTo>
                <a:lnTo>
                  <a:pt x="329" y="164"/>
                </a:lnTo>
                <a:lnTo>
                  <a:pt x="330" y="164"/>
                </a:lnTo>
                <a:lnTo>
                  <a:pt x="330" y="165"/>
                </a:lnTo>
                <a:lnTo>
                  <a:pt x="331" y="166"/>
                </a:lnTo>
                <a:lnTo>
                  <a:pt x="331" y="167"/>
                </a:lnTo>
                <a:lnTo>
                  <a:pt x="332" y="167"/>
                </a:lnTo>
                <a:lnTo>
                  <a:pt x="332" y="168"/>
                </a:lnTo>
                <a:lnTo>
                  <a:pt x="333" y="168"/>
                </a:lnTo>
                <a:lnTo>
                  <a:pt x="334" y="167"/>
                </a:lnTo>
                <a:lnTo>
                  <a:pt x="336" y="167"/>
                </a:lnTo>
                <a:lnTo>
                  <a:pt x="341" y="168"/>
                </a:lnTo>
                <a:lnTo>
                  <a:pt x="342" y="168"/>
                </a:lnTo>
                <a:lnTo>
                  <a:pt x="343" y="169"/>
                </a:lnTo>
                <a:lnTo>
                  <a:pt x="344" y="168"/>
                </a:lnTo>
                <a:lnTo>
                  <a:pt x="345" y="168"/>
                </a:lnTo>
                <a:lnTo>
                  <a:pt x="345" y="167"/>
                </a:lnTo>
                <a:lnTo>
                  <a:pt x="346" y="167"/>
                </a:lnTo>
                <a:lnTo>
                  <a:pt x="347" y="167"/>
                </a:lnTo>
                <a:lnTo>
                  <a:pt x="348" y="167"/>
                </a:lnTo>
                <a:lnTo>
                  <a:pt x="350" y="165"/>
                </a:lnTo>
                <a:lnTo>
                  <a:pt x="350" y="163"/>
                </a:lnTo>
                <a:lnTo>
                  <a:pt x="352" y="163"/>
                </a:lnTo>
                <a:lnTo>
                  <a:pt x="353" y="163"/>
                </a:lnTo>
                <a:lnTo>
                  <a:pt x="354" y="162"/>
                </a:lnTo>
                <a:lnTo>
                  <a:pt x="355" y="161"/>
                </a:lnTo>
                <a:lnTo>
                  <a:pt x="355" y="160"/>
                </a:lnTo>
                <a:lnTo>
                  <a:pt x="354" y="160"/>
                </a:lnTo>
                <a:lnTo>
                  <a:pt x="354" y="159"/>
                </a:lnTo>
                <a:lnTo>
                  <a:pt x="355" y="159"/>
                </a:lnTo>
                <a:lnTo>
                  <a:pt x="356" y="160"/>
                </a:lnTo>
                <a:lnTo>
                  <a:pt x="357" y="160"/>
                </a:lnTo>
                <a:lnTo>
                  <a:pt x="357" y="159"/>
                </a:lnTo>
                <a:lnTo>
                  <a:pt x="355" y="157"/>
                </a:lnTo>
                <a:lnTo>
                  <a:pt x="354" y="156"/>
                </a:lnTo>
                <a:lnTo>
                  <a:pt x="355" y="155"/>
                </a:lnTo>
                <a:lnTo>
                  <a:pt x="356" y="153"/>
                </a:lnTo>
                <a:lnTo>
                  <a:pt x="356" y="152"/>
                </a:lnTo>
                <a:lnTo>
                  <a:pt x="357" y="152"/>
                </a:lnTo>
                <a:lnTo>
                  <a:pt x="359" y="151"/>
                </a:lnTo>
                <a:lnTo>
                  <a:pt x="360" y="151"/>
                </a:lnTo>
                <a:lnTo>
                  <a:pt x="360" y="150"/>
                </a:lnTo>
                <a:lnTo>
                  <a:pt x="359" y="150"/>
                </a:lnTo>
                <a:lnTo>
                  <a:pt x="359" y="149"/>
                </a:lnTo>
                <a:lnTo>
                  <a:pt x="358" y="149"/>
                </a:lnTo>
                <a:lnTo>
                  <a:pt x="359" y="148"/>
                </a:lnTo>
                <a:lnTo>
                  <a:pt x="360" y="148"/>
                </a:lnTo>
                <a:lnTo>
                  <a:pt x="360" y="147"/>
                </a:lnTo>
                <a:lnTo>
                  <a:pt x="362" y="145"/>
                </a:lnTo>
                <a:lnTo>
                  <a:pt x="362" y="144"/>
                </a:lnTo>
                <a:lnTo>
                  <a:pt x="362" y="143"/>
                </a:lnTo>
                <a:lnTo>
                  <a:pt x="364" y="143"/>
                </a:lnTo>
                <a:lnTo>
                  <a:pt x="365" y="144"/>
                </a:lnTo>
                <a:lnTo>
                  <a:pt x="366" y="144"/>
                </a:lnTo>
                <a:lnTo>
                  <a:pt x="366" y="143"/>
                </a:lnTo>
                <a:lnTo>
                  <a:pt x="366" y="142"/>
                </a:lnTo>
                <a:lnTo>
                  <a:pt x="367" y="142"/>
                </a:lnTo>
                <a:lnTo>
                  <a:pt x="367" y="140"/>
                </a:lnTo>
                <a:lnTo>
                  <a:pt x="368" y="139"/>
                </a:lnTo>
                <a:lnTo>
                  <a:pt x="368" y="138"/>
                </a:lnTo>
                <a:lnTo>
                  <a:pt x="367" y="138"/>
                </a:lnTo>
                <a:lnTo>
                  <a:pt x="366" y="137"/>
                </a:lnTo>
                <a:lnTo>
                  <a:pt x="365" y="136"/>
                </a:lnTo>
                <a:lnTo>
                  <a:pt x="364" y="136"/>
                </a:lnTo>
                <a:lnTo>
                  <a:pt x="364" y="135"/>
                </a:lnTo>
                <a:lnTo>
                  <a:pt x="365" y="133"/>
                </a:lnTo>
                <a:lnTo>
                  <a:pt x="368" y="132"/>
                </a:lnTo>
                <a:lnTo>
                  <a:pt x="369" y="132"/>
                </a:lnTo>
                <a:lnTo>
                  <a:pt x="370" y="132"/>
                </a:lnTo>
                <a:lnTo>
                  <a:pt x="372" y="132"/>
                </a:lnTo>
                <a:lnTo>
                  <a:pt x="372" y="130"/>
                </a:lnTo>
                <a:lnTo>
                  <a:pt x="372" y="127"/>
                </a:lnTo>
                <a:lnTo>
                  <a:pt x="373" y="127"/>
                </a:lnTo>
                <a:lnTo>
                  <a:pt x="373" y="126"/>
                </a:lnTo>
                <a:lnTo>
                  <a:pt x="373" y="124"/>
                </a:lnTo>
                <a:lnTo>
                  <a:pt x="373" y="123"/>
                </a:lnTo>
                <a:lnTo>
                  <a:pt x="373" y="122"/>
                </a:lnTo>
                <a:lnTo>
                  <a:pt x="376" y="119"/>
                </a:lnTo>
                <a:lnTo>
                  <a:pt x="378" y="117"/>
                </a:lnTo>
                <a:lnTo>
                  <a:pt x="380" y="115"/>
                </a:lnTo>
                <a:lnTo>
                  <a:pt x="380" y="114"/>
                </a:lnTo>
                <a:lnTo>
                  <a:pt x="381" y="113"/>
                </a:lnTo>
                <a:lnTo>
                  <a:pt x="381" y="112"/>
                </a:lnTo>
                <a:lnTo>
                  <a:pt x="383" y="110"/>
                </a:lnTo>
                <a:lnTo>
                  <a:pt x="384" y="109"/>
                </a:lnTo>
                <a:lnTo>
                  <a:pt x="385" y="107"/>
                </a:lnTo>
                <a:lnTo>
                  <a:pt x="385" y="105"/>
                </a:lnTo>
                <a:lnTo>
                  <a:pt x="384" y="105"/>
                </a:lnTo>
                <a:lnTo>
                  <a:pt x="384" y="104"/>
                </a:lnTo>
                <a:lnTo>
                  <a:pt x="384" y="99"/>
                </a:lnTo>
                <a:lnTo>
                  <a:pt x="386" y="98"/>
                </a:lnTo>
                <a:lnTo>
                  <a:pt x="389" y="98"/>
                </a:lnTo>
                <a:lnTo>
                  <a:pt x="390" y="98"/>
                </a:lnTo>
                <a:lnTo>
                  <a:pt x="391" y="99"/>
                </a:lnTo>
                <a:lnTo>
                  <a:pt x="393" y="100"/>
                </a:lnTo>
                <a:lnTo>
                  <a:pt x="394" y="101"/>
                </a:lnTo>
                <a:lnTo>
                  <a:pt x="396" y="100"/>
                </a:lnTo>
                <a:lnTo>
                  <a:pt x="396" y="99"/>
                </a:lnTo>
                <a:lnTo>
                  <a:pt x="396" y="98"/>
                </a:lnTo>
                <a:lnTo>
                  <a:pt x="396" y="97"/>
                </a:lnTo>
                <a:lnTo>
                  <a:pt x="397" y="97"/>
                </a:lnTo>
                <a:lnTo>
                  <a:pt x="397" y="96"/>
                </a:lnTo>
                <a:lnTo>
                  <a:pt x="397" y="95"/>
                </a:lnTo>
                <a:lnTo>
                  <a:pt x="398" y="95"/>
                </a:lnTo>
                <a:lnTo>
                  <a:pt x="399" y="94"/>
                </a:lnTo>
                <a:lnTo>
                  <a:pt x="399" y="93"/>
                </a:lnTo>
                <a:lnTo>
                  <a:pt x="400" y="93"/>
                </a:lnTo>
                <a:lnTo>
                  <a:pt x="401" y="93"/>
                </a:lnTo>
                <a:lnTo>
                  <a:pt x="402" y="93"/>
                </a:lnTo>
                <a:lnTo>
                  <a:pt x="404" y="93"/>
                </a:lnTo>
                <a:lnTo>
                  <a:pt x="405" y="91"/>
                </a:lnTo>
                <a:lnTo>
                  <a:pt x="405" y="90"/>
                </a:lnTo>
                <a:lnTo>
                  <a:pt x="405" y="89"/>
                </a:lnTo>
                <a:lnTo>
                  <a:pt x="406" y="88"/>
                </a:lnTo>
                <a:lnTo>
                  <a:pt x="407" y="87"/>
                </a:lnTo>
                <a:lnTo>
                  <a:pt x="407" y="86"/>
                </a:lnTo>
                <a:lnTo>
                  <a:pt x="407" y="85"/>
                </a:lnTo>
                <a:lnTo>
                  <a:pt x="406" y="85"/>
                </a:lnTo>
                <a:lnTo>
                  <a:pt x="406" y="84"/>
                </a:lnTo>
                <a:lnTo>
                  <a:pt x="405" y="84"/>
                </a:lnTo>
                <a:lnTo>
                  <a:pt x="405" y="83"/>
                </a:lnTo>
                <a:lnTo>
                  <a:pt x="405" y="80"/>
                </a:lnTo>
                <a:lnTo>
                  <a:pt x="406" y="80"/>
                </a:lnTo>
                <a:lnTo>
                  <a:pt x="406" y="79"/>
                </a:lnTo>
                <a:lnTo>
                  <a:pt x="407" y="78"/>
                </a:lnTo>
                <a:lnTo>
                  <a:pt x="408" y="78"/>
                </a:lnTo>
                <a:lnTo>
                  <a:pt x="409" y="78"/>
                </a:lnTo>
                <a:lnTo>
                  <a:pt x="409" y="77"/>
                </a:lnTo>
                <a:lnTo>
                  <a:pt x="409" y="76"/>
                </a:lnTo>
                <a:lnTo>
                  <a:pt x="408" y="76"/>
                </a:lnTo>
                <a:lnTo>
                  <a:pt x="408" y="75"/>
                </a:lnTo>
                <a:lnTo>
                  <a:pt x="408" y="74"/>
                </a:lnTo>
                <a:lnTo>
                  <a:pt x="408" y="73"/>
                </a:lnTo>
                <a:lnTo>
                  <a:pt x="409" y="73"/>
                </a:lnTo>
                <a:lnTo>
                  <a:pt x="410" y="73"/>
                </a:lnTo>
                <a:lnTo>
                  <a:pt x="410" y="72"/>
                </a:lnTo>
                <a:lnTo>
                  <a:pt x="411" y="70"/>
                </a:lnTo>
                <a:lnTo>
                  <a:pt x="411" y="69"/>
                </a:lnTo>
                <a:lnTo>
                  <a:pt x="411" y="68"/>
                </a:lnTo>
                <a:lnTo>
                  <a:pt x="410" y="67"/>
                </a:lnTo>
                <a:lnTo>
                  <a:pt x="410" y="66"/>
                </a:lnTo>
                <a:lnTo>
                  <a:pt x="414" y="63"/>
                </a:lnTo>
                <a:lnTo>
                  <a:pt x="415" y="63"/>
                </a:lnTo>
                <a:lnTo>
                  <a:pt x="415" y="62"/>
                </a:lnTo>
                <a:lnTo>
                  <a:pt x="419" y="60"/>
                </a:lnTo>
                <a:lnTo>
                  <a:pt x="420" y="61"/>
                </a:lnTo>
                <a:lnTo>
                  <a:pt x="421" y="62"/>
                </a:lnTo>
                <a:lnTo>
                  <a:pt x="422" y="62"/>
                </a:lnTo>
                <a:lnTo>
                  <a:pt x="423" y="63"/>
                </a:lnTo>
                <a:lnTo>
                  <a:pt x="425" y="64"/>
                </a:lnTo>
                <a:lnTo>
                  <a:pt x="426" y="64"/>
                </a:lnTo>
                <a:lnTo>
                  <a:pt x="431" y="61"/>
                </a:lnTo>
                <a:lnTo>
                  <a:pt x="432" y="61"/>
                </a:lnTo>
                <a:lnTo>
                  <a:pt x="439" y="57"/>
                </a:lnTo>
                <a:lnTo>
                  <a:pt x="443" y="56"/>
                </a:lnTo>
                <a:lnTo>
                  <a:pt x="444" y="56"/>
                </a:lnTo>
                <a:lnTo>
                  <a:pt x="444" y="55"/>
                </a:lnTo>
                <a:lnTo>
                  <a:pt x="444" y="54"/>
                </a:lnTo>
                <a:lnTo>
                  <a:pt x="445" y="54"/>
                </a:lnTo>
                <a:lnTo>
                  <a:pt x="445" y="53"/>
                </a:lnTo>
                <a:lnTo>
                  <a:pt x="446" y="53"/>
                </a:lnTo>
                <a:lnTo>
                  <a:pt x="448" y="52"/>
                </a:lnTo>
                <a:lnTo>
                  <a:pt x="449" y="52"/>
                </a:lnTo>
                <a:lnTo>
                  <a:pt x="449" y="51"/>
                </a:lnTo>
                <a:lnTo>
                  <a:pt x="449" y="50"/>
                </a:lnTo>
                <a:lnTo>
                  <a:pt x="448" y="50"/>
                </a:lnTo>
                <a:lnTo>
                  <a:pt x="448" y="49"/>
                </a:lnTo>
                <a:lnTo>
                  <a:pt x="447" y="49"/>
                </a:lnTo>
                <a:lnTo>
                  <a:pt x="448" y="46"/>
                </a:lnTo>
                <a:lnTo>
                  <a:pt x="450" y="45"/>
                </a:lnTo>
                <a:lnTo>
                  <a:pt x="452" y="45"/>
                </a:lnTo>
                <a:lnTo>
                  <a:pt x="453" y="45"/>
                </a:lnTo>
                <a:lnTo>
                  <a:pt x="454" y="44"/>
                </a:lnTo>
                <a:lnTo>
                  <a:pt x="454" y="43"/>
                </a:lnTo>
                <a:lnTo>
                  <a:pt x="454" y="42"/>
                </a:lnTo>
                <a:lnTo>
                  <a:pt x="455" y="42"/>
                </a:lnTo>
                <a:lnTo>
                  <a:pt x="456" y="42"/>
                </a:lnTo>
                <a:lnTo>
                  <a:pt x="457" y="43"/>
                </a:lnTo>
                <a:lnTo>
                  <a:pt x="459" y="43"/>
                </a:lnTo>
                <a:lnTo>
                  <a:pt x="459" y="42"/>
                </a:lnTo>
                <a:lnTo>
                  <a:pt x="460" y="42"/>
                </a:lnTo>
                <a:lnTo>
                  <a:pt x="461" y="42"/>
                </a:lnTo>
                <a:lnTo>
                  <a:pt x="462" y="43"/>
                </a:lnTo>
                <a:lnTo>
                  <a:pt x="463" y="44"/>
                </a:lnTo>
                <a:lnTo>
                  <a:pt x="464" y="44"/>
                </a:lnTo>
                <a:lnTo>
                  <a:pt x="465" y="45"/>
                </a:lnTo>
                <a:lnTo>
                  <a:pt x="466" y="45"/>
                </a:lnTo>
                <a:lnTo>
                  <a:pt x="467" y="45"/>
                </a:lnTo>
                <a:lnTo>
                  <a:pt x="469" y="45"/>
                </a:lnTo>
                <a:lnTo>
                  <a:pt x="470" y="46"/>
                </a:lnTo>
                <a:lnTo>
                  <a:pt x="471" y="46"/>
                </a:lnTo>
                <a:lnTo>
                  <a:pt x="471" y="47"/>
                </a:lnTo>
                <a:lnTo>
                  <a:pt x="471" y="46"/>
                </a:lnTo>
                <a:lnTo>
                  <a:pt x="472" y="45"/>
                </a:lnTo>
                <a:lnTo>
                  <a:pt x="471" y="44"/>
                </a:lnTo>
                <a:lnTo>
                  <a:pt x="469" y="43"/>
                </a:lnTo>
                <a:lnTo>
                  <a:pt x="468" y="41"/>
                </a:lnTo>
                <a:lnTo>
                  <a:pt x="468" y="40"/>
                </a:lnTo>
                <a:lnTo>
                  <a:pt x="468" y="39"/>
                </a:lnTo>
                <a:lnTo>
                  <a:pt x="468" y="38"/>
                </a:lnTo>
                <a:lnTo>
                  <a:pt x="467" y="33"/>
                </a:lnTo>
                <a:lnTo>
                  <a:pt x="466" y="32"/>
                </a:lnTo>
                <a:lnTo>
                  <a:pt x="465" y="32"/>
                </a:lnTo>
                <a:lnTo>
                  <a:pt x="464" y="31"/>
                </a:lnTo>
                <a:lnTo>
                  <a:pt x="463" y="28"/>
                </a:lnTo>
                <a:lnTo>
                  <a:pt x="462" y="25"/>
                </a:lnTo>
                <a:lnTo>
                  <a:pt x="463" y="21"/>
                </a:lnTo>
                <a:lnTo>
                  <a:pt x="464" y="18"/>
                </a:lnTo>
                <a:lnTo>
                  <a:pt x="465" y="17"/>
                </a:lnTo>
                <a:lnTo>
                  <a:pt x="466" y="16"/>
                </a:lnTo>
                <a:lnTo>
                  <a:pt x="466" y="15"/>
                </a:lnTo>
                <a:lnTo>
                  <a:pt x="466" y="14"/>
                </a:lnTo>
                <a:lnTo>
                  <a:pt x="467" y="14"/>
                </a:lnTo>
                <a:lnTo>
                  <a:pt x="467" y="13"/>
                </a:lnTo>
                <a:lnTo>
                  <a:pt x="468" y="13"/>
                </a:lnTo>
                <a:lnTo>
                  <a:pt x="468" y="12"/>
                </a:lnTo>
                <a:lnTo>
                  <a:pt x="469" y="12"/>
                </a:lnTo>
                <a:lnTo>
                  <a:pt x="469" y="11"/>
                </a:lnTo>
                <a:lnTo>
                  <a:pt x="471" y="10"/>
                </a:lnTo>
                <a:lnTo>
                  <a:pt x="471" y="9"/>
                </a:lnTo>
                <a:lnTo>
                  <a:pt x="471" y="8"/>
                </a:lnTo>
                <a:lnTo>
                  <a:pt x="472" y="8"/>
                </a:lnTo>
                <a:lnTo>
                  <a:pt x="473" y="8"/>
                </a:lnTo>
                <a:lnTo>
                  <a:pt x="474" y="8"/>
                </a:lnTo>
                <a:lnTo>
                  <a:pt x="475" y="8"/>
                </a:lnTo>
                <a:lnTo>
                  <a:pt x="476" y="8"/>
                </a:lnTo>
                <a:lnTo>
                  <a:pt x="477" y="9"/>
                </a:lnTo>
                <a:lnTo>
                  <a:pt x="479" y="9"/>
                </a:lnTo>
                <a:lnTo>
                  <a:pt x="482" y="10"/>
                </a:lnTo>
                <a:lnTo>
                  <a:pt x="483" y="10"/>
                </a:lnTo>
                <a:lnTo>
                  <a:pt x="484" y="9"/>
                </a:lnTo>
                <a:lnTo>
                  <a:pt x="485" y="8"/>
                </a:lnTo>
                <a:lnTo>
                  <a:pt x="485" y="7"/>
                </a:lnTo>
                <a:lnTo>
                  <a:pt x="487" y="6"/>
                </a:lnTo>
                <a:lnTo>
                  <a:pt x="489" y="4"/>
                </a:lnTo>
                <a:lnTo>
                  <a:pt x="490" y="4"/>
                </a:lnTo>
                <a:lnTo>
                  <a:pt x="492" y="2"/>
                </a:lnTo>
                <a:lnTo>
                  <a:pt x="493" y="1"/>
                </a:lnTo>
                <a:lnTo>
                  <a:pt x="494" y="0"/>
                </a:lnTo>
                <a:lnTo>
                  <a:pt x="495" y="0"/>
                </a:lnTo>
                <a:lnTo>
                  <a:pt x="496" y="0"/>
                </a:lnTo>
                <a:lnTo>
                  <a:pt x="496" y="1"/>
                </a:lnTo>
                <a:lnTo>
                  <a:pt x="496" y="3"/>
                </a:lnTo>
                <a:lnTo>
                  <a:pt x="495" y="4"/>
                </a:lnTo>
                <a:lnTo>
                  <a:pt x="495" y="5"/>
                </a:lnTo>
                <a:lnTo>
                  <a:pt x="495" y="6"/>
                </a:lnTo>
                <a:lnTo>
                  <a:pt x="497" y="7"/>
                </a:lnTo>
                <a:lnTo>
                  <a:pt x="498" y="7"/>
                </a:lnTo>
                <a:lnTo>
                  <a:pt x="498" y="8"/>
                </a:lnTo>
                <a:lnTo>
                  <a:pt x="503" y="11"/>
                </a:lnTo>
                <a:lnTo>
                  <a:pt x="504" y="12"/>
                </a:lnTo>
                <a:lnTo>
                  <a:pt x="504" y="13"/>
                </a:lnTo>
                <a:lnTo>
                  <a:pt x="505" y="14"/>
                </a:lnTo>
                <a:lnTo>
                  <a:pt x="506" y="14"/>
                </a:lnTo>
                <a:lnTo>
                  <a:pt x="508" y="14"/>
                </a:lnTo>
                <a:lnTo>
                  <a:pt x="508" y="13"/>
                </a:lnTo>
                <a:lnTo>
                  <a:pt x="509" y="13"/>
                </a:lnTo>
                <a:lnTo>
                  <a:pt x="510" y="13"/>
                </a:lnTo>
                <a:lnTo>
                  <a:pt x="511" y="13"/>
                </a:lnTo>
                <a:lnTo>
                  <a:pt x="512" y="15"/>
                </a:lnTo>
                <a:lnTo>
                  <a:pt x="512" y="16"/>
                </a:lnTo>
                <a:lnTo>
                  <a:pt x="513" y="16"/>
                </a:lnTo>
                <a:lnTo>
                  <a:pt x="514" y="17"/>
                </a:lnTo>
                <a:lnTo>
                  <a:pt x="518" y="15"/>
                </a:lnTo>
                <a:lnTo>
                  <a:pt x="519" y="15"/>
                </a:lnTo>
                <a:lnTo>
                  <a:pt x="520" y="15"/>
                </a:lnTo>
                <a:lnTo>
                  <a:pt x="522" y="16"/>
                </a:lnTo>
                <a:lnTo>
                  <a:pt x="522" y="18"/>
                </a:lnTo>
                <a:lnTo>
                  <a:pt x="523" y="18"/>
                </a:lnTo>
                <a:lnTo>
                  <a:pt x="524" y="19"/>
                </a:lnTo>
                <a:lnTo>
                  <a:pt x="527" y="19"/>
                </a:lnTo>
                <a:lnTo>
                  <a:pt x="528" y="19"/>
                </a:lnTo>
                <a:lnTo>
                  <a:pt x="529" y="20"/>
                </a:lnTo>
                <a:lnTo>
                  <a:pt x="529" y="21"/>
                </a:lnTo>
                <a:lnTo>
                  <a:pt x="528" y="22"/>
                </a:lnTo>
                <a:lnTo>
                  <a:pt x="527" y="22"/>
                </a:lnTo>
                <a:lnTo>
                  <a:pt x="527" y="23"/>
                </a:lnTo>
                <a:lnTo>
                  <a:pt x="527" y="24"/>
                </a:lnTo>
                <a:lnTo>
                  <a:pt x="528" y="25"/>
                </a:lnTo>
                <a:lnTo>
                  <a:pt x="529" y="25"/>
                </a:lnTo>
                <a:lnTo>
                  <a:pt x="530" y="26"/>
                </a:lnTo>
                <a:lnTo>
                  <a:pt x="531" y="26"/>
                </a:lnTo>
                <a:lnTo>
                  <a:pt x="531" y="28"/>
                </a:lnTo>
                <a:lnTo>
                  <a:pt x="531" y="29"/>
                </a:lnTo>
                <a:lnTo>
                  <a:pt x="530" y="31"/>
                </a:lnTo>
                <a:lnTo>
                  <a:pt x="529" y="31"/>
                </a:lnTo>
                <a:lnTo>
                  <a:pt x="530" y="32"/>
                </a:lnTo>
                <a:lnTo>
                  <a:pt x="531" y="32"/>
                </a:lnTo>
                <a:lnTo>
                  <a:pt x="532" y="33"/>
                </a:lnTo>
                <a:lnTo>
                  <a:pt x="535" y="34"/>
                </a:lnTo>
                <a:lnTo>
                  <a:pt x="536" y="34"/>
                </a:lnTo>
                <a:lnTo>
                  <a:pt x="540" y="35"/>
                </a:lnTo>
                <a:lnTo>
                  <a:pt x="540" y="36"/>
                </a:lnTo>
                <a:lnTo>
                  <a:pt x="541" y="36"/>
                </a:lnTo>
                <a:lnTo>
                  <a:pt x="542" y="35"/>
                </a:lnTo>
                <a:lnTo>
                  <a:pt x="546" y="36"/>
                </a:lnTo>
                <a:lnTo>
                  <a:pt x="552" y="37"/>
                </a:lnTo>
                <a:lnTo>
                  <a:pt x="553" y="37"/>
                </a:lnTo>
                <a:lnTo>
                  <a:pt x="554" y="37"/>
                </a:lnTo>
                <a:lnTo>
                  <a:pt x="555" y="38"/>
                </a:lnTo>
                <a:lnTo>
                  <a:pt x="557" y="38"/>
                </a:lnTo>
                <a:lnTo>
                  <a:pt x="558" y="38"/>
                </a:lnTo>
                <a:lnTo>
                  <a:pt x="558" y="39"/>
                </a:lnTo>
                <a:lnTo>
                  <a:pt x="560" y="41"/>
                </a:lnTo>
                <a:lnTo>
                  <a:pt x="561" y="41"/>
                </a:lnTo>
                <a:lnTo>
                  <a:pt x="561" y="42"/>
                </a:lnTo>
                <a:lnTo>
                  <a:pt x="561" y="43"/>
                </a:lnTo>
                <a:lnTo>
                  <a:pt x="562" y="44"/>
                </a:lnTo>
                <a:lnTo>
                  <a:pt x="565" y="44"/>
                </a:lnTo>
                <a:lnTo>
                  <a:pt x="566" y="44"/>
                </a:lnTo>
                <a:lnTo>
                  <a:pt x="566" y="43"/>
                </a:lnTo>
                <a:lnTo>
                  <a:pt x="567" y="43"/>
                </a:lnTo>
                <a:lnTo>
                  <a:pt x="568" y="43"/>
                </a:lnTo>
                <a:lnTo>
                  <a:pt x="569" y="44"/>
                </a:lnTo>
                <a:lnTo>
                  <a:pt x="569" y="45"/>
                </a:lnTo>
                <a:lnTo>
                  <a:pt x="569" y="46"/>
                </a:lnTo>
                <a:lnTo>
                  <a:pt x="570" y="47"/>
                </a:lnTo>
                <a:lnTo>
                  <a:pt x="573" y="49"/>
                </a:lnTo>
                <a:lnTo>
                  <a:pt x="574" y="49"/>
                </a:lnTo>
                <a:lnTo>
                  <a:pt x="577" y="50"/>
                </a:lnTo>
                <a:lnTo>
                  <a:pt x="578" y="49"/>
                </a:lnTo>
                <a:lnTo>
                  <a:pt x="579" y="50"/>
                </a:lnTo>
                <a:lnTo>
                  <a:pt x="580" y="51"/>
                </a:lnTo>
                <a:lnTo>
                  <a:pt x="582" y="51"/>
                </a:lnTo>
                <a:lnTo>
                  <a:pt x="583" y="51"/>
                </a:lnTo>
                <a:lnTo>
                  <a:pt x="582" y="51"/>
                </a:lnTo>
                <a:lnTo>
                  <a:pt x="582" y="50"/>
                </a:lnTo>
                <a:lnTo>
                  <a:pt x="580" y="47"/>
                </a:lnTo>
                <a:lnTo>
                  <a:pt x="580" y="46"/>
                </a:lnTo>
                <a:lnTo>
                  <a:pt x="580" y="45"/>
                </a:lnTo>
                <a:lnTo>
                  <a:pt x="581" y="45"/>
                </a:lnTo>
                <a:lnTo>
                  <a:pt x="582" y="45"/>
                </a:lnTo>
                <a:lnTo>
                  <a:pt x="582" y="46"/>
                </a:lnTo>
                <a:lnTo>
                  <a:pt x="583" y="46"/>
                </a:lnTo>
                <a:lnTo>
                  <a:pt x="585" y="46"/>
                </a:lnTo>
                <a:lnTo>
                  <a:pt x="585" y="45"/>
                </a:lnTo>
                <a:lnTo>
                  <a:pt x="586" y="43"/>
                </a:lnTo>
                <a:lnTo>
                  <a:pt x="587" y="41"/>
                </a:lnTo>
                <a:lnTo>
                  <a:pt x="587" y="40"/>
                </a:lnTo>
                <a:lnTo>
                  <a:pt x="586" y="39"/>
                </a:lnTo>
                <a:lnTo>
                  <a:pt x="587" y="38"/>
                </a:lnTo>
                <a:lnTo>
                  <a:pt x="587" y="37"/>
                </a:lnTo>
                <a:lnTo>
                  <a:pt x="590" y="34"/>
                </a:lnTo>
                <a:lnTo>
                  <a:pt x="591" y="34"/>
                </a:lnTo>
                <a:lnTo>
                  <a:pt x="591" y="33"/>
                </a:lnTo>
                <a:lnTo>
                  <a:pt x="592" y="33"/>
                </a:lnTo>
                <a:lnTo>
                  <a:pt x="592" y="34"/>
                </a:lnTo>
                <a:lnTo>
                  <a:pt x="593" y="34"/>
                </a:lnTo>
                <a:lnTo>
                  <a:pt x="594" y="35"/>
                </a:lnTo>
                <a:lnTo>
                  <a:pt x="595" y="35"/>
                </a:lnTo>
                <a:lnTo>
                  <a:pt x="598" y="34"/>
                </a:lnTo>
                <a:lnTo>
                  <a:pt x="599" y="35"/>
                </a:lnTo>
                <a:lnTo>
                  <a:pt x="599" y="36"/>
                </a:lnTo>
                <a:lnTo>
                  <a:pt x="598" y="37"/>
                </a:lnTo>
                <a:lnTo>
                  <a:pt x="598" y="38"/>
                </a:lnTo>
                <a:lnTo>
                  <a:pt x="598" y="39"/>
                </a:lnTo>
                <a:lnTo>
                  <a:pt x="599" y="39"/>
                </a:lnTo>
                <a:lnTo>
                  <a:pt x="600" y="39"/>
                </a:lnTo>
                <a:lnTo>
                  <a:pt x="601" y="39"/>
                </a:lnTo>
                <a:lnTo>
                  <a:pt x="602" y="40"/>
                </a:lnTo>
                <a:lnTo>
                  <a:pt x="602" y="41"/>
                </a:lnTo>
                <a:lnTo>
                  <a:pt x="602" y="43"/>
                </a:lnTo>
                <a:lnTo>
                  <a:pt x="605" y="46"/>
                </a:lnTo>
                <a:lnTo>
                  <a:pt x="606" y="46"/>
                </a:lnTo>
                <a:lnTo>
                  <a:pt x="610" y="45"/>
                </a:lnTo>
                <a:lnTo>
                  <a:pt x="612" y="46"/>
                </a:lnTo>
                <a:lnTo>
                  <a:pt x="612" y="47"/>
                </a:lnTo>
                <a:lnTo>
                  <a:pt x="612" y="49"/>
                </a:lnTo>
                <a:lnTo>
                  <a:pt x="613" y="51"/>
                </a:lnTo>
                <a:lnTo>
                  <a:pt x="613" y="56"/>
                </a:lnTo>
                <a:lnTo>
                  <a:pt x="614" y="56"/>
                </a:lnTo>
                <a:lnTo>
                  <a:pt x="615" y="56"/>
                </a:lnTo>
                <a:lnTo>
                  <a:pt x="616" y="56"/>
                </a:lnTo>
                <a:lnTo>
                  <a:pt x="617" y="55"/>
                </a:lnTo>
                <a:lnTo>
                  <a:pt x="618" y="55"/>
                </a:lnTo>
                <a:lnTo>
                  <a:pt x="619" y="55"/>
                </a:lnTo>
                <a:lnTo>
                  <a:pt x="619" y="56"/>
                </a:lnTo>
                <a:lnTo>
                  <a:pt x="620" y="57"/>
                </a:lnTo>
                <a:lnTo>
                  <a:pt x="621" y="57"/>
                </a:lnTo>
                <a:lnTo>
                  <a:pt x="621" y="56"/>
                </a:lnTo>
                <a:lnTo>
                  <a:pt x="622" y="55"/>
                </a:lnTo>
                <a:lnTo>
                  <a:pt x="623" y="54"/>
                </a:lnTo>
                <a:lnTo>
                  <a:pt x="624" y="53"/>
                </a:lnTo>
                <a:lnTo>
                  <a:pt x="628" y="55"/>
                </a:lnTo>
                <a:lnTo>
                  <a:pt x="629" y="56"/>
                </a:lnTo>
                <a:lnTo>
                  <a:pt x="630" y="57"/>
                </a:lnTo>
                <a:lnTo>
                  <a:pt x="632" y="57"/>
                </a:lnTo>
                <a:lnTo>
                  <a:pt x="633" y="57"/>
                </a:lnTo>
                <a:lnTo>
                  <a:pt x="633" y="56"/>
                </a:lnTo>
                <a:lnTo>
                  <a:pt x="632" y="56"/>
                </a:lnTo>
                <a:lnTo>
                  <a:pt x="633" y="56"/>
                </a:lnTo>
                <a:lnTo>
                  <a:pt x="633" y="55"/>
                </a:lnTo>
                <a:lnTo>
                  <a:pt x="634" y="55"/>
                </a:lnTo>
                <a:lnTo>
                  <a:pt x="635" y="56"/>
                </a:lnTo>
                <a:lnTo>
                  <a:pt x="635" y="57"/>
                </a:lnTo>
                <a:lnTo>
                  <a:pt x="636" y="57"/>
                </a:lnTo>
                <a:lnTo>
                  <a:pt x="637" y="57"/>
                </a:lnTo>
                <a:lnTo>
                  <a:pt x="637" y="56"/>
                </a:lnTo>
                <a:lnTo>
                  <a:pt x="639" y="56"/>
                </a:lnTo>
                <a:lnTo>
                  <a:pt x="639" y="57"/>
                </a:lnTo>
                <a:lnTo>
                  <a:pt x="639" y="58"/>
                </a:lnTo>
                <a:lnTo>
                  <a:pt x="640" y="58"/>
                </a:lnTo>
                <a:lnTo>
                  <a:pt x="641" y="59"/>
                </a:lnTo>
                <a:lnTo>
                  <a:pt x="643" y="60"/>
                </a:lnTo>
                <a:lnTo>
                  <a:pt x="644" y="60"/>
                </a:lnTo>
                <a:lnTo>
                  <a:pt x="645" y="60"/>
                </a:lnTo>
                <a:lnTo>
                  <a:pt x="645" y="61"/>
                </a:lnTo>
                <a:lnTo>
                  <a:pt x="646" y="61"/>
                </a:lnTo>
                <a:lnTo>
                  <a:pt x="648" y="62"/>
                </a:lnTo>
                <a:lnTo>
                  <a:pt x="650" y="63"/>
                </a:lnTo>
                <a:lnTo>
                  <a:pt x="650" y="64"/>
                </a:lnTo>
                <a:lnTo>
                  <a:pt x="650" y="65"/>
                </a:lnTo>
                <a:lnTo>
                  <a:pt x="650" y="66"/>
                </a:lnTo>
                <a:lnTo>
                  <a:pt x="651" y="67"/>
                </a:lnTo>
                <a:lnTo>
                  <a:pt x="654" y="72"/>
                </a:lnTo>
                <a:lnTo>
                  <a:pt x="655" y="72"/>
                </a:lnTo>
                <a:lnTo>
                  <a:pt x="655" y="73"/>
                </a:lnTo>
                <a:lnTo>
                  <a:pt x="656" y="73"/>
                </a:lnTo>
                <a:lnTo>
                  <a:pt x="657" y="74"/>
                </a:lnTo>
                <a:lnTo>
                  <a:pt x="657" y="75"/>
                </a:lnTo>
                <a:lnTo>
                  <a:pt x="657" y="76"/>
                </a:lnTo>
                <a:lnTo>
                  <a:pt x="657" y="78"/>
                </a:lnTo>
                <a:lnTo>
                  <a:pt x="656" y="79"/>
                </a:lnTo>
                <a:lnTo>
                  <a:pt x="656" y="80"/>
                </a:lnTo>
                <a:lnTo>
                  <a:pt x="655" y="80"/>
                </a:lnTo>
                <a:lnTo>
                  <a:pt x="655" y="81"/>
                </a:lnTo>
                <a:lnTo>
                  <a:pt x="655" y="82"/>
                </a:lnTo>
                <a:lnTo>
                  <a:pt x="656" y="83"/>
                </a:lnTo>
                <a:lnTo>
                  <a:pt x="656" y="84"/>
                </a:lnTo>
                <a:lnTo>
                  <a:pt x="656" y="85"/>
                </a:lnTo>
                <a:lnTo>
                  <a:pt x="657" y="85"/>
                </a:lnTo>
                <a:lnTo>
                  <a:pt x="657" y="86"/>
                </a:lnTo>
                <a:lnTo>
                  <a:pt x="658" y="85"/>
                </a:lnTo>
                <a:lnTo>
                  <a:pt x="661" y="85"/>
                </a:lnTo>
                <a:lnTo>
                  <a:pt x="663" y="86"/>
                </a:lnTo>
                <a:lnTo>
                  <a:pt x="664" y="87"/>
                </a:lnTo>
                <a:lnTo>
                  <a:pt x="666" y="87"/>
                </a:lnTo>
                <a:lnTo>
                  <a:pt x="667" y="88"/>
                </a:lnTo>
                <a:lnTo>
                  <a:pt x="669" y="88"/>
                </a:lnTo>
                <a:lnTo>
                  <a:pt x="671" y="89"/>
                </a:lnTo>
                <a:lnTo>
                  <a:pt x="673" y="89"/>
                </a:lnTo>
                <a:lnTo>
                  <a:pt x="674" y="89"/>
                </a:lnTo>
                <a:lnTo>
                  <a:pt x="674" y="90"/>
                </a:lnTo>
                <a:lnTo>
                  <a:pt x="675" y="90"/>
                </a:lnTo>
                <a:lnTo>
                  <a:pt x="678" y="91"/>
                </a:lnTo>
                <a:lnTo>
                  <a:pt x="679" y="91"/>
                </a:lnTo>
                <a:lnTo>
                  <a:pt x="684" y="92"/>
                </a:lnTo>
                <a:lnTo>
                  <a:pt x="686" y="91"/>
                </a:lnTo>
                <a:lnTo>
                  <a:pt x="687" y="91"/>
                </a:lnTo>
                <a:lnTo>
                  <a:pt x="688" y="90"/>
                </a:lnTo>
                <a:lnTo>
                  <a:pt x="689" y="89"/>
                </a:lnTo>
                <a:lnTo>
                  <a:pt x="691" y="89"/>
                </a:lnTo>
                <a:lnTo>
                  <a:pt x="691" y="88"/>
                </a:lnTo>
                <a:lnTo>
                  <a:pt x="692" y="88"/>
                </a:lnTo>
                <a:lnTo>
                  <a:pt x="693" y="88"/>
                </a:lnTo>
                <a:lnTo>
                  <a:pt x="694" y="89"/>
                </a:lnTo>
                <a:lnTo>
                  <a:pt x="695" y="89"/>
                </a:lnTo>
                <a:lnTo>
                  <a:pt x="695" y="88"/>
                </a:lnTo>
                <a:lnTo>
                  <a:pt x="696" y="88"/>
                </a:lnTo>
                <a:lnTo>
                  <a:pt x="697" y="88"/>
                </a:lnTo>
                <a:lnTo>
                  <a:pt x="698" y="88"/>
                </a:lnTo>
                <a:lnTo>
                  <a:pt x="698" y="89"/>
                </a:lnTo>
                <a:lnTo>
                  <a:pt x="699" y="89"/>
                </a:lnTo>
                <a:lnTo>
                  <a:pt x="702" y="88"/>
                </a:lnTo>
                <a:lnTo>
                  <a:pt x="704" y="88"/>
                </a:lnTo>
                <a:lnTo>
                  <a:pt x="705" y="88"/>
                </a:lnTo>
                <a:lnTo>
                  <a:pt x="705" y="89"/>
                </a:lnTo>
                <a:lnTo>
                  <a:pt x="706" y="90"/>
                </a:lnTo>
                <a:lnTo>
                  <a:pt x="707" y="91"/>
                </a:lnTo>
                <a:lnTo>
                  <a:pt x="709" y="91"/>
                </a:lnTo>
                <a:lnTo>
                  <a:pt x="713" y="93"/>
                </a:lnTo>
                <a:lnTo>
                  <a:pt x="714" y="93"/>
                </a:lnTo>
                <a:lnTo>
                  <a:pt x="715" y="93"/>
                </a:lnTo>
                <a:lnTo>
                  <a:pt x="720" y="92"/>
                </a:lnTo>
                <a:lnTo>
                  <a:pt x="721" y="92"/>
                </a:lnTo>
                <a:lnTo>
                  <a:pt x="722" y="93"/>
                </a:lnTo>
                <a:lnTo>
                  <a:pt x="723" y="93"/>
                </a:lnTo>
                <a:lnTo>
                  <a:pt x="724" y="93"/>
                </a:lnTo>
                <a:lnTo>
                  <a:pt x="724" y="94"/>
                </a:lnTo>
                <a:lnTo>
                  <a:pt x="725" y="94"/>
                </a:lnTo>
                <a:lnTo>
                  <a:pt x="726" y="93"/>
                </a:lnTo>
                <a:lnTo>
                  <a:pt x="727" y="92"/>
                </a:lnTo>
                <a:lnTo>
                  <a:pt x="727" y="91"/>
                </a:lnTo>
                <a:lnTo>
                  <a:pt x="728" y="90"/>
                </a:lnTo>
                <a:lnTo>
                  <a:pt x="728" y="89"/>
                </a:lnTo>
                <a:lnTo>
                  <a:pt x="731" y="87"/>
                </a:lnTo>
                <a:lnTo>
                  <a:pt x="733" y="87"/>
                </a:lnTo>
                <a:lnTo>
                  <a:pt x="734" y="87"/>
                </a:lnTo>
                <a:lnTo>
                  <a:pt x="735" y="89"/>
                </a:lnTo>
                <a:lnTo>
                  <a:pt x="736" y="89"/>
                </a:lnTo>
                <a:lnTo>
                  <a:pt x="739" y="89"/>
                </a:lnTo>
                <a:lnTo>
                  <a:pt x="740" y="89"/>
                </a:lnTo>
                <a:lnTo>
                  <a:pt x="741" y="88"/>
                </a:lnTo>
                <a:lnTo>
                  <a:pt x="741" y="87"/>
                </a:lnTo>
                <a:lnTo>
                  <a:pt x="745" y="87"/>
                </a:lnTo>
                <a:lnTo>
                  <a:pt x="746" y="86"/>
                </a:lnTo>
                <a:lnTo>
                  <a:pt x="746" y="85"/>
                </a:lnTo>
                <a:lnTo>
                  <a:pt x="748" y="83"/>
                </a:lnTo>
                <a:lnTo>
                  <a:pt x="749" y="80"/>
                </a:lnTo>
                <a:lnTo>
                  <a:pt x="749" y="75"/>
                </a:lnTo>
                <a:lnTo>
                  <a:pt x="748" y="71"/>
                </a:lnTo>
                <a:lnTo>
                  <a:pt x="748" y="70"/>
                </a:lnTo>
                <a:lnTo>
                  <a:pt x="748" y="68"/>
                </a:lnTo>
                <a:lnTo>
                  <a:pt x="748" y="66"/>
                </a:lnTo>
                <a:lnTo>
                  <a:pt x="748" y="65"/>
                </a:lnTo>
                <a:lnTo>
                  <a:pt x="749" y="62"/>
                </a:lnTo>
                <a:lnTo>
                  <a:pt x="750" y="61"/>
                </a:lnTo>
                <a:lnTo>
                  <a:pt x="751" y="61"/>
                </a:lnTo>
                <a:lnTo>
                  <a:pt x="752" y="61"/>
                </a:lnTo>
                <a:lnTo>
                  <a:pt x="752" y="62"/>
                </a:lnTo>
                <a:lnTo>
                  <a:pt x="753" y="62"/>
                </a:lnTo>
                <a:lnTo>
                  <a:pt x="756" y="63"/>
                </a:lnTo>
                <a:lnTo>
                  <a:pt x="757" y="63"/>
                </a:lnTo>
                <a:lnTo>
                  <a:pt x="758" y="63"/>
                </a:lnTo>
                <a:lnTo>
                  <a:pt x="759" y="61"/>
                </a:lnTo>
                <a:lnTo>
                  <a:pt x="760" y="61"/>
                </a:lnTo>
                <a:lnTo>
                  <a:pt x="761" y="60"/>
                </a:lnTo>
                <a:lnTo>
                  <a:pt x="763" y="60"/>
                </a:lnTo>
                <a:lnTo>
                  <a:pt x="767" y="59"/>
                </a:lnTo>
                <a:lnTo>
                  <a:pt x="769" y="59"/>
                </a:lnTo>
                <a:lnTo>
                  <a:pt x="770" y="58"/>
                </a:lnTo>
                <a:lnTo>
                  <a:pt x="771" y="58"/>
                </a:lnTo>
                <a:lnTo>
                  <a:pt x="771" y="57"/>
                </a:lnTo>
                <a:lnTo>
                  <a:pt x="773" y="57"/>
                </a:lnTo>
                <a:lnTo>
                  <a:pt x="773" y="58"/>
                </a:lnTo>
                <a:lnTo>
                  <a:pt x="773" y="59"/>
                </a:lnTo>
                <a:lnTo>
                  <a:pt x="774" y="60"/>
                </a:lnTo>
                <a:lnTo>
                  <a:pt x="775" y="60"/>
                </a:lnTo>
                <a:lnTo>
                  <a:pt x="776" y="59"/>
                </a:lnTo>
                <a:lnTo>
                  <a:pt x="777" y="55"/>
                </a:lnTo>
                <a:lnTo>
                  <a:pt x="778" y="55"/>
                </a:lnTo>
                <a:lnTo>
                  <a:pt x="778" y="54"/>
                </a:lnTo>
                <a:lnTo>
                  <a:pt x="779" y="54"/>
                </a:lnTo>
                <a:lnTo>
                  <a:pt x="781" y="54"/>
                </a:lnTo>
                <a:lnTo>
                  <a:pt x="782" y="54"/>
                </a:lnTo>
                <a:lnTo>
                  <a:pt x="783" y="55"/>
                </a:lnTo>
                <a:lnTo>
                  <a:pt x="786" y="55"/>
                </a:lnTo>
                <a:lnTo>
                  <a:pt x="787" y="55"/>
                </a:lnTo>
                <a:lnTo>
                  <a:pt x="789" y="54"/>
                </a:lnTo>
                <a:lnTo>
                  <a:pt x="790" y="52"/>
                </a:lnTo>
                <a:lnTo>
                  <a:pt x="791" y="51"/>
                </a:lnTo>
                <a:lnTo>
                  <a:pt x="793" y="50"/>
                </a:lnTo>
                <a:lnTo>
                  <a:pt x="793" y="51"/>
                </a:lnTo>
                <a:lnTo>
                  <a:pt x="794" y="52"/>
                </a:lnTo>
                <a:lnTo>
                  <a:pt x="794" y="53"/>
                </a:lnTo>
                <a:lnTo>
                  <a:pt x="795" y="53"/>
                </a:lnTo>
                <a:lnTo>
                  <a:pt x="798" y="53"/>
                </a:lnTo>
                <a:lnTo>
                  <a:pt x="799" y="53"/>
                </a:lnTo>
                <a:lnTo>
                  <a:pt x="800" y="53"/>
                </a:lnTo>
                <a:lnTo>
                  <a:pt x="801" y="51"/>
                </a:lnTo>
                <a:lnTo>
                  <a:pt x="802" y="50"/>
                </a:lnTo>
                <a:lnTo>
                  <a:pt x="804" y="48"/>
                </a:lnTo>
                <a:lnTo>
                  <a:pt x="803" y="47"/>
                </a:lnTo>
                <a:lnTo>
                  <a:pt x="804" y="46"/>
                </a:lnTo>
                <a:lnTo>
                  <a:pt x="804" y="44"/>
                </a:lnTo>
                <a:lnTo>
                  <a:pt x="805" y="44"/>
                </a:lnTo>
                <a:lnTo>
                  <a:pt x="806" y="43"/>
                </a:lnTo>
                <a:lnTo>
                  <a:pt x="808" y="41"/>
                </a:lnTo>
                <a:lnTo>
                  <a:pt x="809" y="41"/>
                </a:lnTo>
                <a:lnTo>
                  <a:pt x="808" y="37"/>
                </a:lnTo>
                <a:lnTo>
                  <a:pt x="808" y="36"/>
                </a:lnTo>
                <a:lnTo>
                  <a:pt x="808" y="35"/>
                </a:lnTo>
                <a:lnTo>
                  <a:pt x="807" y="35"/>
                </a:lnTo>
                <a:lnTo>
                  <a:pt x="807" y="34"/>
                </a:lnTo>
                <a:lnTo>
                  <a:pt x="808" y="32"/>
                </a:lnTo>
                <a:lnTo>
                  <a:pt x="810" y="32"/>
                </a:lnTo>
                <a:lnTo>
                  <a:pt x="812" y="33"/>
                </a:lnTo>
                <a:lnTo>
                  <a:pt x="813" y="34"/>
                </a:lnTo>
                <a:lnTo>
                  <a:pt x="817" y="34"/>
                </a:lnTo>
                <a:lnTo>
                  <a:pt x="818" y="33"/>
                </a:lnTo>
                <a:lnTo>
                  <a:pt x="819" y="33"/>
                </a:lnTo>
                <a:lnTo>
                  <a:pt x="819" y="32"/>
                </a:lnTo>
                <a:lnTo>
                  <a:pt x="820" y="30"/>
                </a:lnTo>
                <a:lnTo>
                  <a:pt x="820" y="29"/>
                </a:lnTo>
                <a:lnTo>
                  <a:pt x="820" y="28"/>
                </a:lnTo>
                <a:lnTo>
                  <a:pt x="821" y="26"/>
                </a:lnTo>
                <a:lnTo>
                  <a:pt x="822" y="24"/>
                </a:lnTo>
                <a:lnTo>
                  <a:pt x="823" y="23"/>
                </a:lnTo>
                <a:lnTo>
                  <a:pt x="825" y="24"/>
                </a:lnTo>
                <a:lnTo>
                  <a:pt x="829" y="24"/>
                </a:lnTo>
                <a:lnTo>
                  <a:pt x="831" y="24"/>
                </a:lnTo>
                <a:lnTo>
                  <a:pt x="834" y="25"/>
                </a:lnTo>
                <a:lnTo>
                  <a:pt x="836" y="27"/>
                </a:lnTo>
                <a:lnTo>
                  <a:pt x="837" y="28"/>
                </a:lnTo>
                <a:lnTo>
                  <a:pt x="837" y="29"/>
                </a:lnTo>
                <a:lnTo>
                  <a:pt x="838" y="29"/>
                </a:lnTo>
                <a:lnTo>
                  <a:pt x="839" y="30"/>
                </a:lnTo>
                <a:lnTo>
                  <a:pt x="841" y="30"/>
                </a:lnTo>
                <a:lnTo>
                  <a:pt x="842" y="29"/>
                </a:lnTo>
                <a:lnTo>
                  <a:pt x="843" y="29"/>
                </a:lnTo>
                <a:lnTo>
                  <a:pt x="844" y="29"/>
                </a:lnTo>
                <a:lnTo>
                  <a:pt x="846" y="30"/>
                </a:lnTo>
                <a:lnTo>
                  <a:pt x="847" y="31"/>
                </a:lnTo>
                <a:lnTo>
                  <a:pt x="848" y="32"/>
                </a:lnTo>
                <a:lnTo>
                  <a:pt x="850" y="33"/>
                </a:lnTo>
                <a:lnTo>
                  <a:pt x="851" y="33"/>
                </a:lnTo>
                <a:lnTo>
                  <a:pt x="852" y="33"/>
                </a:lnTo>
                <a:lnTo>
                  <a:pt x="853" y="33"/>
                </a:lnTo>
                <a:lnTo>
                  <a:pt x="854" y="33"/>
                </a:lnTo>
                <a:lnTo>
                  <a:pt x="856" y="35"/>
                </a:lnTo>
                <a:lnTo>
                  <a:pt x="856" y="36"/>
                </a:lnTo>
                <a:lnTo>
                  <a:pt x="857" y="36"/>
                </a:lnTo>
                <a:lnTo>
                  <a:pt x="857" y="37"/>
                </a:lnTo>
                <a:lnTo>
                  <a:pt x="858" y="37"/>
                </a:lnTo>
                <a:lnTo>
                  <a:pt x="858" y="36"/>
                </a:lnTo>
                <a:lnTo>
                  <a:pt x="859" y="36"/>
                </a:lnTo>
                <a:lnTo>
                  <a:pt x="859" y="37"/>
                </a:lnTo>
                <a:lnTo>
                  <a:pt x="860" y="37"/>
                </a:lnTo>
                <a:lnTo>
                  <a:pt x="860" y="41"/>
                </a:lnTo>
                <a:lnTo>
                  <a:pt x="862" y="41"/>
                </a:lnTo>
                <a:lnTo>
                  <a:pt x="863" y="41"/>
                </a:lnTo>
                <a:lnTo>
                  <a:pt x="864" y="41"/>
                </a:lnTo>
                <a:lnTo>
                  <a:pt x="864" y="42"/>
                </a:lnTo>
                <a:lnTo>
                  <a:pt x="865" y="43"/>
                </a:lnTo>
                <a:lnTo>
                  <a:pt x="866" y="43"/>
                </a:lnTo>
                <a:lnTo>
                  <a:pt x="866" y="44"/>
                </a:lnTo>
                <a:lnTo>
                  <a:pt x="867" y="46"/>
                </a:lnTo>
                <a:lnTo>
                  <a:pt x="869" y="49"/>
                </a:lnTo>
                <a:lnTo>
                  <a:pt x="870" y="50"/>
                </a:lnTo>
                <a:lnTo>
                  <a:pt x="871" y="50"/>
                </a:lnTo>
                <a:lnTo>
                  <a:pt x="871" y="49"/>
                </a:lnTo>
                <a:lnTo>
                  <a:pt x="872" y="48"/>
                </a:lnTo>
                <a:lnTo>
                  <a:pt x="874" y="48"/>
                </a:lnTo>
                <a:lnTo>
                  <a:pt x="874" y="47"/>
                </a:lnTo>
                <a:lnTo>
                  <a:pt x="875" y="47"/>
                </a:lnTo>
                <a:lnTo>
                  <a:pt x="876" y="47"/>
                </a:lnTo>
                <a:lnTo>
                  <a:pt x="878" y="47"/>
                </a:lnTo>
                <a:lnTo>
                  <a:pt x="879" y="46"/>
                </a:lnTo>
                <a:lnTo>
                  <a:pt x="879" y="45"/>
                </a:lnTo>
                <a:lnTo>
                  <a:pt x="881" y="42"/>
                </a:lnTo>
                <a:lnTo>
                  <a:pt x="882" y="42"/>
                </a:lnTo>
                <a:lnTo>
                  <a:pt x="882" y="41"/>
                </a:lnTo>
                <a:lnTo>
                  <a:pt x="883" y="41"/>
                </a:lnTo>
                <a:lnTo>
                  <a:pt x="884" y="43"/>
                </a:lnTo>
                <a:lnTo>
                  <a:pt x="888" y="45"/>
                </a:lnTo>
                <a:lnTo>
                  <a:pt x="889" y="45"/>
                </a:lnTo>
                <a:lnTo>
                  <a:pt x="890" y="45"/>
                </a:lnTo>
                <a:lnTo>
                  <a:pt x="891" y="44"/>
                </a:lnTo>
                <a:lnTo>
                  <a:pt x="892" y="44"/>
                </a:lnTo>
                <a:lnTo>
                  <a:pt x="893" y="44"/>
                </a:lnTo>
                <a:lnTo>
                  <a:pt x="895" y="44"/>
                </a:lnTo>
                <a:lnTo>
                  <a:pt x="896" y="44"/>
                </a:lnTo>
                <a:lnTo>
                  <a:pt x="896" y="45"/>
                </a:lnTo>
                <a:lnTo>
                  <a:pt x="895" y="46"/>
                </a:lnTo>
                <a:lnTo>
                  <a:pt x="896" y="48"/>
                </a:lnTo>
                <a:lnTo>
                  <a:pt x="899" y="47"/>
                </a:lnTo>
                <a:lnTo>
                  <a:pt x="905" y="49"/>
                </a:lnTo>
                <a:lnTo>
                  <a:pt x="907" y="49"/>
                </a:lnTo>
                <a:lnTo>
                  <a:pt x="909" y="51"/>
                </a:lnTo>
                <a:lnTo>
                  <a:pt x="909" y="53"/>
                </a:lnTo>
                <a:lnTo>
                  <a:pt x="908" y="54"/>
                </a:lnTo>
                <a:lnTo>
                  <a:pt x="907" y="55"/>
                </a:lnTo>
                <a:lnTo>
                  <a:pt x="907" y="56"/>
                </a:lnTo>
                <a:lnTo>
                  <a:pt x="906" y="57"/>
                </a:lnTo>
                <a:lnTo>
                  <a:pt x="906" y="58"/>
                </a:lnTo>
                <a:lnTo>
                  <a:pt x="906" y="59"/>
                </a:lnTo>
                <a:lnTo>
                  <a:pt x="906" y="60"/>
                </a:lnTo>
                <a:lnTo>
                  <a:pt x="906" y="61"/>
                </a:lnTo>
                <a:lnTo>
                  <a:pt x="907" y="61"/>
                </a:lnTo>
                <a:lnTo>
                  <a:pt x="908" y="62"/>
                </a:lnTo>
                <a:lnTo>
                  <a:pt x="909" y="64"/>
                </a:lnTo>
                <a:lnTo>
                  <a:pt x="909" y="65"/>
                </a:lnTo>
                <a:lnTo>
                  <a:pt x="908" y="67"/>
                </a:lnTo>
                <a:lnTo>
                  <a:pt x="908" y="68"/>
                </a:lnTo>
                <a:lnTo>
                  <a:pt x="907" y="68"/>
                </a:lnTo>
                <a:lnTo>
                  <a:pt x="908" y="68"/>
                </a:lnTo>
                <a:lnTo>
                  <a:pt x="908" y="69"/>
                </a:lnTo>
                <a:lnTo>
                  <a:pt x="908" y="70"/>
                </a:lnTo>
                <a:lnTo>
                  <a:pt x="908" y="71"/>
                </a:lnTo>
                <a:lnTo>
                  <a:pt x="907" y="71"/>
                </a:lnTo>
                <a:lnTo>
                  <a:pt x="907" y="72"/>
                </a:lnTo>
                <a:lnTo>
                  <a:pt x="907" y="75"/>
                </a:lnTo>
                <a:lnTo>
                  <a:pt x="907" y="76"/>
                </a:lnTo>
                <a:lnTo>
                  <a:pt x="906" y="76"/>
                </a:lnTo>
                <a:lnTo>
                  <a:pt x="906" y="77"/>
                </a:lnTo>
                <a:lnTo>
                  <a:pt x="905" y="77"/>
                </a:lnTo>
                <a:lnTo>
                  <a:pt x="904" y="78"/>
                </a:lnTo>
                <a:lnTo>
                  <a:pt x="904" y="79"/>
                </a:lnTo>
                <a:lnTo>
                  <a:pt x="905" y="81"/>
                </a:lnTo>
                <a:lnTo>
                  <a:pt x="905" y="82"/>
                </a:lnTo>
                <a:lnTo>
                  <a:pt x="905" y="84"/>
                </a:lnTo>
                <a:lnTo>
                  <a:pt x="904" y="86"/>
                </a:lnTo>
                <a:lnTo>
                  <a:pt x="906" y="87"/>
                </a:lnTo>
                <a:lnTo>
                  <a:pt x="906" y="89"/>
                </a:lnTo>
                <a:lnTo>
                  <a:pt x="906" y="91"/>
                </a:lnTo>
                <a:lnTo>
                  <a:pt x="907" y="92"/>
                </a:lnTo>
                <a:lnTo>
                  <a:pt x="908" y="92"/>
                </a:lnTo>
                <a:lnTo>
                  <a:pt x="909" y="92"/>
                </a:lnTo>
                <a:lnTo>
                  <a:pt x="911" y="92"/>
                </a:lnTo>
                <a:lnTo>
                  <a:pt x="913" y="93"/>
                </a:lnTo>
                <a:lnTo>
                  <a:pt x="914" y="94"/>
                </a:lnTo>
                <a:lnTo>
                  <a:pt x="916" y="98"/>
                </a:lnTo>
                <a:lnTo>
                  <a:pt x="917" y="100"/>
                </a:lnTo>
                <a:lnTo>
                  <a:pt x="917" y="102"/>
                </a:lnTo>
                <a:lnTo>
                  <a:pt x="917" y="103"/>
                </a:lnTo>
                <a:lnTo>
                  <a:pt x="916" y="103"/>
                </a:lnTo>
                <a:lnTo>
                  <a:pt x="916" y="104"/>
                </a:lnTo>
                <a:lnTo>
                  <a:pt x="917" y="105"/>
                </a:lnTo>
                <a:lnTo>
                  <a:pt x="918" y="106"/>
                </a:lnTo>
                <a:lnTo>
                  <a:pt x="919" y="107"/>
                </a:lnTo>
                <a:lnTo>
                  <a:pt x="919" y="108"/>
                </a:lnTo>
                <a:lnTo>
                  <a:pt x="919" y="109"/>
                </a:lnTo>
                <a:lnTo>
                  <a:pt x="919" y="110"/>
                </a:lnTo>
                <a:lnTo>
                  <a:pt x="921" y="112"/>
                </a:lnTo>
                <a:lnTo>
                  <a:pt x="923" y="112"/>
                </a:lnTo>
                <a:lnTo>
                  <a:pt x="925" y="113"/>
                </a:lnTo>
                <a:lnTo>
                  <a:pt x="926" y="113"/>
                </a:lnTo>
                <a:lnTo>
                  <a:pt x="927" y="114"/>
                </a:lnTo>
                <a:lnTo>
                  <a:pt x="929" y="115"/>
                </a:lnTo>
                <a:lnTo>
                  <a:pt x="930" y="116"/>
                </a:lnTo>
                <a:lnTo>
                  <a:pt x="934" y="115"/>
                </a:lnTo>
                <a:lnTo>
                  <a:pt x="935" y="115"/>
                </a:lnTo>
                <a:lnTo>
                  <a:pt x="936" y="115"/>
                </a:lnTo>
                <a:lnTo>
                  <a:pt x="939" y="114"/>
                </a:lnTo>
                <a:lnTo>
                  <a:pt x="940" y="113"/>
                </a:lnTo>
                <a:lnTo>
                  <a:pt x="940" y="112"/>
                </a:lnTo>
                <a:lnTo>
                  <a:pt x="941" y="111"/>
                </a:lnTo>
                <a:lnTo>
                  <a:pt x="942" y="111"/>
                </a:lnTo>
                <a:lnTo>
                  <a:pt x="943" y="112"/>
                </a:lnTo>
                <a:lnTo>
                  <a:pt x="944" y="114"/>
                </a:lnTo>
                <a:lnTo>
                  <a:pt x="944" y="115"/>
                </a:lnTo>
                <a:lnTo>
                  <a:pt x="945" y="115"/>
                </a:lnTo>
                <a:lnTo>
                  <a:pt x="946" y="115"/>
                </a:lnTo>
                <a:lnTo>
                  <a:pt x="946" y="116"/>
                </a:lnTo>
                <a:lnTo>
                  <a:pt x="947" y="116"/>
                </a:lnTo>
                <a:lnTo>
                  <a:pt x="948" y="117"/>
                </a:lnTo>
                <a:lnTo>
                  <a:pt x="948" y="118"/>
                </a:lnTo>
                <a:lnTo>
                  <a:pt x="949" y="118"/>
                </a:lnTo>
                <a:lnTo>
                  <a:pt x="950" y="119"/>
                </a:lnTo>
                <a:lnTo>
                  <a:pt x="952" y="120"/>
                </a:lnTo>
                <a:lnTo>
                  <a:pt x="953" y="120"/>
                </a:lnTo>
                <a:lnTo>
                  <a:pt x="954" y="120"/>
                </a:lnTo>
                <a:lnTo>
                  <a:pt x="955" y="120"/>
                </a:lnTo>
                <a:lnTo>
                  <a:pt x="957" y="120"/>
                </a:lnTo>
                <a:lnTo>
                  <a:pt x="958" y="120"/>
                </a:lnTo>
                <a:lnTo>
                  <a:pt x="960" y="121"/>
                </a:lnTo>
                <a:lnTo>
                  <a:pt x="960" y="122"/>
                </a:lnTo>
                <a:lnTo>
                  <a:pt x="959" y="123"/>
                </a:lnTo>
                <a:lnTo>
                  <a:pt x="959" y="124"/>
                </a:lnTo>
                <a:lnTo>
                  <a:pt x="959" y="125"/>
                </a:lnTo>
                <a:lnTo>
                  <a:pt x="961" y="126"/>
                </a:lnTo>
                <a:lnTo>
                  <a:pt x="964" y="126"/>
                </a:lnTo>
                <a:lnTo>
                  <a:pt x="968" y="126"/>
                </a:lnTo>
                <a:lnTo>
                  <a:pt x="969" y="126"/>
                </a:lnTo>
                <a:lnTo>
                  <a:pt x="969" y="127"/>
                </a:lnTo>
                <a:lnTo>
                  <a:pt x="971" y="127"/>
                </a:lnTo>
                <a:lnTo>
                  <a:pt x="971" y="126"/>
                </a:lnTo>
                <a:lnTo>
                  <a:pt x="971" y="127"/>
                </a:lnTo>
                <a:lnTo>
                  <a:pt x="973" y="127"/>
                </a:lnTo>
                <a:lnTo>
                  <a:pt x="974" y="128"/>
                </a:lnTo>
                <a:lnTo>
                  <a:pt x="974" y="129"/>
                </a:lnTo>
                <a:lnTo>
                  <a:pt x="975" y="130"/>
                </a:lnTo>
                <a:lnTo>
                  <a:pt x="976" y="130"/>
                </a:lnTo>
                <a:lnTo>
                  <a:pt x="977" y="130"/>
                </a:lnTo>
                <a:lnTo>
                  <a:pt x="978" y="130"/>
                </a:lnTo>
                <a:lnTo>
                  <a:pt x="978" y="131"/>
                </a:lnTo>
                <a:lnTo>
                  <a:pt x="978" y="132"/>
                </a:lnTo>
                <a:lnTo>
                  <a:pt x="978" y="133"/>
                </a:lnTo>
                <a:lnTo>
                  <a:pt x="979" y="133"/>
                </a:lnTo>
                <a:lnTo>
                  <a:pt x="980" y="133"/>
                </a:lnTo>
                <a:lnTo>
                  <a:pt x="981" y="133"/>
                </a:lnTo>
                <a:lnTo>
                  <a:pt x="983" y="133"/>
                </a:lnTo>
                <a:lnTo>
                  <a:pt x="984" y="133"/>
                </a:lnTo>
                <a:lnTo>
                  <a:pt x="985" y="133"/>
                </a:lnTo>
                <a:lnTo>
                  <a:pt x="987" y="134"/>
                </a:lnTo>
                <a:lnTo>
                  <a:pt x="987" y="135"/>
                </a:lnTo>
                <a:lnTo>
                  <a:pt x="986" y="136"/>
                </a:lnTo>
                <a:lnTo>
                  <a:pt x="985" y="136"/>
                </a:lnTo>
                <a:lnTo>
                  <a:pt x="985" y="137"/>
                </a:lnTo>
                <a:lnTo>
                  <a:pt x="985" y="138"/>
                </a:lnTo>
                <a:lnTo>
                  <a:pt x="986" y="138"/>
                </a:lnTo>
                <a:lnTo>
                  <a:pt x="987" y="138"/>
                </a:lnTo>
                <a:lnTo>
                  <a:pt x="988" y="138"/>
                </a:lnTo>
                <a:lnTo>
                  <a:pt x="992" y="138"/>
                </a:lnTo>
                <a:lnTo>
                  <a:pt x="997" y="140"/>
                </a:lnTo>
                <a:lnTo>
                  <a:pt x="997" y="141"/>
                </a:lnTo>
                <a:lnTo>
                  <a:pt x="997" y="142"/>
                </a:lnTo>
                <a:lnTo>
                  <a:pt x="998" y="142"/>
                </a:lnTo>
                <a:lnTo>
                  <a:pt x="1001" y="142"/>
                </a:lnTo>
                <a:lnTo>
                  <a:pt x="1002" y="142"/>
                </a:lnTo>
                <a:lnTo>
                  <a:pt x="1003" y="142"/>
                </a:lnTo>
                <a:lnTo>
                  <a:pt x="1007" y="140"/>
                </a:lnTo>
                <a:lnTo>
                  <a:pt x="1010" y="139"/>
                </a:lnTo>
                <a:lnTo>
                  <a:pt x="1011" y="139"/>
                </a:lnTo>
                <a:lnTo>
                  <a:pt x="1012" y="139"/>
                </a:lnTo>
                <a:lnTo>
                  <a:pt x="1017" y="140"/>
                </a:lnTo>
                <a:lnTo>
                  <a:pt x="1018" y="140"/>
                </a:lnTo>
                <a:lnTo>
                  <a:pt x="1019" y="140"/>
                </a:lnTo>
                <a:lnTo>
                  <a:pt x="1019" y="141"/>
                </a:lnTo>
                <a:lnTo>
                  <a:pt x="1021" y="141"/>
                </a:lnTo>
                <a:lnTo>
                  <a:pt x="1023" y="142"/>
                </a:lnTo>
                <a:lnTo>
                  <a:pt x="1024" y="142"/>
                </a:lnTo>
                <a:lnTo>
                  <a:pt x="1025" y="142"/>
                </a:lnTo>
                <a:lnTo>
                  <a:pt x="1026" y="142"/>
                </a:lnTo>
                <a:lnTo>
                  <a:pt x="1027" y="142"/>
                </a:lnTo>
                <a:lnTo>
                  <a:pt x="1027" y="144"/>
                </a:lnTo>
                <a:lnTo>
                  <a:pt x="1027" y="145"/>
                </a:lnTo>
                <a:lnTo>
                  <a:pt x="1028" y="145"/>
                </a:lnTo>
                <a:lnTo>
                  <a:pt x="1029" y="145"/>
                </a:lnTo>
                <a:lnTo>
                  <a:pt x="1031" y="145"/>
                </a:lnTo>
                <a:lnTo>
                  <a:pt x="1032" y="145"/>
                </a:lnTo>
                <a:lnTo>
                  <a:pt x="1033" y="145"/>
                </a:lnTo>
                <a:lnTo>
                  <a:pt x="1034" y="145"/>
                </a:lnTo>
                <a:lnTo>
                  <a:pt x="1035" y="145"/>
                </a:lnTo>
                <a:lnTo>
                  <a:pt x="1036" y="145"/>
                </a:lnTo>
                <a:lnTo>
                  <a:pt x="1037" y="146"/>
                </a:lnTo>
                <a:lnTo>
                  <a:pt x="1041" y="146"/>
                </a:lnTo>
                <a:lnTo>
                  <a:pt x="1042" y="145"/>
                </a:lnTo>
                <a:lnTo>
                  <a:pt x="1044" y="143"/>
                </a:lnTo>
                <a:lnTo>
                  <a:pt x="1044" y="142"/>
                </a:lnTo>
                <a:lnTo>
                  <a:pt x="1044" y="141"/>
                </a:lnTo>
                <a:lnTo>
                  <a:pt x="1045" y="141"/>
                </a:lnTo>
                <a:lnTo>
                  <a:pt x="1047" y="139"/>
                </a:lnTo>
                <a:lnTo>
                  <a:pt x="1049" y="138"/>
                </a:lnTo>
                <a:lnTo>
                  <a:pt x="1050" y="138"/>
                </a:lnTo>
                <a:lnTo>
                  <a:pt x="1051" y="138"/>
                </a:lnTo>
                <a:lnTo>
                  <a:pt x="1051" y="139"/>
                </a:lnTo>
                <a:lnTo>
                  <a:pt x="1052" y="139"/>
                </a:lnTo>
                <a:lnTo>
                  <a:pt x="1053" y="139"/>
                </a:lnTo>
                <a:lnTo>
                  <a:pt x="1054" y="139"/>
                </a:lnTo>
                <a:lnTo>
                  <a:pt x="1058" y="139"/>
                </a:lnTo>
                <a:lnTo>
                  <a:pt x="1063" y="139"/>
                </a:lnTo>
                <a:lnTo>
                  <a:pt x="1064" y="138"/>
                </a:lnTo>
                <a:lnTo>
                  <a:pt x="1065" y="139"/>
                </a:lnTo>
                <a:lnTo>
                  <a:pt x="1065" y="140"/>
                </a:lnTo>
                <a:lnTo>
                  <a:pt x="1066" y="140"/>
                </a:lnTo>
                <a:lnTo>
                  <a:pt x="1067" y="141"/>
                </a:lnTo>
                <a:lnTo>
                  <a:pt x="1068" y="141"/>
                </a:lnTo>
                <a:lnTo>
                  <a:pt x="1068" y="142"/>
                </a:lnTo>
                <a:lnTo>
                  <a:pt x="1069" y="142"/>
                </a:lnTo>
                <a:lnTo>
                  <a:pt x="1070" y="142"/>
                </a:lnTo>
                <a:lnTo>
                  <a:pt x="1070" y="141"/>
                </a:lnTo>
                <a:lnTo>
                  <a:pt x="1071" y="141"/>
                </a:lnTo>
                <a:lnTo>
                  <a:pt x="1072" y="142"/>
                </a:lnTo>
                <a:lnTo>
                  <a:pt x="1073" y="142"/>
                </a:lnTo>
                <a:lnTo>
                  <a:pt x="1073" y="143"/>
                </a:lnTo>
                <a:lnTo>
                  <a:pt x="1074" y="144"/>
                </a:lnTo>
                <a:lnTo>
                  <a:pt x="1074" y="145"/>
                </a:lnTo>
                <a:lnTo>
                  <a:pt x="1075" y="146"/>
                </a:lnTo>
                <a:lnTo>
                  <a:pt x="1075" y="147"/>
                </a:lnTo>
                <a:lnTo>
                  <a:pt x="1075" y="148"/>
                </a:lnTo>
                <a:lnTo>
                  <a:pt x="1075" y="149"/>
                </a:lnTo>
                <a:lnTo>
                  <a:pt x="1076" y="149"/>
                </a:lnTo>
                <a:lnTo>
                  <a:pt x="1076" y="150"/>
                </a:lnTo>
                <a:lnTo>
                  <a:pt x="1076" y="152"/>
                </a:lnTo>
                <a:lnTo>
                  <a:pt x="1076" y="153"/>
                </a:lnTo>
                <a:lnTo>
                  <a:pt x="1076" y="154"/>
                </a:lnTo>
                <a:lnTo>
                  <a:pt x="1077" y="154"/>
                </a:lnTo>
                <a:lnTo>
                  <a:pt x="1078" y="153"/>
                </a:lnTo>
                <a:lnTo>
                  <a:pt x="1079" y="152"/>
                </a:lnTo>
                <a:lnTo>
                  <a:pt x="1081" y="152"/>
                </a:lnTo>
                <a:lnTo>
                  <a:pt x="1082" y="152"/>
                </a:lnTo>
                <a:lnTo>
                  <a:pt x="1083" y="152"/>
                </a:lnTo>
                <a:lnTo>
                  <a:pt x="1084" y="152"/>
                </a:lnTo>
                <a:lnTo>
                  <a:pt x="1084" y="153"/>
                </a:lnTo>
                <a:lnTo>
                  <a:pt x="1086" y="156"/>
                </a:lnTo>
                <a:lnTo>
                  <a:pt x="1088" y="157"/>
                </a:lnTo>
                <a:lnTo>
                  <a:pt x="1089" y="157"/>
                </a:lnTo>
                <a:lnTo>
                  <a:pt x="1090" y="157"/>
                </a:lnTo>
                <a:lnTo>
                  <a:pt x="1090" y="156"/>
                </a:lnTo>
                <a:lnTo>
                  <a:pt x="1091" y="155"/>
                </a:lnTo>
                <a:lnTo>
                  <a:pt x="1092" y="154"/>
                </a:lnTo>
                <a:lnTo>
                  <a:pt x="1093" y="154"/>
                </a:lnTo>
                <a:lnTo>
                  <a:pt x="1094" y="153"/>
                </a:lnTo>
                <a:lnTo>
                  <a:pt x="1096" y="153"/>
                </a:lnTo>
                <a:lnTo>
                  <a:pt x="1097" y="153"/>
                </a:lnTo>
                <a:lnTo>
                  <a:pt x="1098" y="153"/>
                </a:lnTo>
                <a:lnTo>
                  <a:pt x="1099" y="152"/>
                </a:lnTo>
                <a:lnTo>
                  <a:pt x="1100" y="151"/>
                </a:lnTo>
                <a:lnTo>
                  <a:pt x="1100" y="152"/>
                </a:lnTo>
                <a:lnTo>
                  <a:pt x="1101" y="152"/>
                </a:lnTo>
                <a:lnTo>
                  <a:pt x="1102" y="151"/>
                </a:lnTo>
                <a:lnTo>
                  <a:pt x="1103" y="151"/>
                </a:lnTo>
                <a:lnTo>
                  <a:pt x="1106" y="151"/>
                </a:lnTo>
                <a:lnTo>
                  <a:pt x="1107" y="151"/>
                </a:lnTo>
                <a:lnTo>
                  <a:pt x="1109" y="151"/>
                </a:lnTo>
                <a:lnTo>
                  <a:pt x="1111" y="151"/>
                </a:lnTo>
                <a:lnTo>
                  <a:pt x="1112" y="151"/>
                </a:lnTo>
                <a:lnTo>
                  <a:pt x="1113" y="151"/>
                </a:lnTo>
                <a:lnTo>
                  <a:pt x="1114" y="151"/>
                </a:lnTo>
                <a:lnTo>
                  <a:pt x="1116" y="151"/>
                </a:lnTo>
                <a:lnTo>
                  <a:pt x="1117" y="151"/>
                </a:lnTo>
                <a:lnTo>
                  <a:pt x="1118" y="151"/>
                </a:lnTo>
                <a:lnTo>
                  <a:pt x="1118" y="150"/>
                </a:lnTo>
                <a:lnTo>
                  <a:pt x="1119" y="149"/>
                </a:lnTo>
                <a:lnTo>
                  <a:pt x="1121" y="148"/>
                </a:lnTo>
                <a:lnTo>
                  <a:pt x="1122" y="148"/>
                </a:lnTo>
                <a:lnTo>
                  <a:pt x="1123" y="148"/>
                </a:lnTo>
                <a:lnTo>
                  <a:pt x="1124" y="147"/>
                </a:lnTo>
                <a:lnTo>
                  <a:pt x="1125" y="147"/>
                </a:lnTo>
                <a:lnTo>
                  <a:pt x="1126" y="147"/>
                </a:lnTo>
                <a:lnTo>
                  <a:pt x="1127" y="147"/>
                </a:lnTo>
                <a:lnTo>
                  <a:pt x="1127" y="146"/>
                </a:lnTo>
                <a:lnTo>
                  <a:pt x="1128" y="146"/>
                </a:lnTo>
                <a:lnTo>
                  <a:pt x="1129" y="145"/>
                </a:lnTo>
                <a:lnTo>
                  <a:pt x="1130" y="145"/>
                </a:lnTo>
                <a:lnTo>
                  <a:pt x="1132" y="144"/>
                </a:lnTo>
                <a:lnTo>
                  <a:pt x="1133" y="144"/>
                </a:lnTo>
                <a:lnTo>
                  <a:pt x="1133" y="143"/>
                </a:lnTo>
                <a:lnTo>
                  <a:pt x="1134" y="143"/>
                </a:lnTo>
                <a:lnTo>
                  <a:pt x="1135" y="143"/>
                </a:lnTo>
                <a:lnTo>
                  <a:pt x="1138" y="143"/>
                </a:lnTo>
                <a:lnTo>
                  <a:pt x="1138" y="142"/>
                </a:lnTo>
                <a:lnTo>
                  <a:pt x="1138" y="141"/>
                </a:lnTo>
                <a:lnTo>
                  <a:pt x="1139" y="141"/>
                </a:lnTo>
                <a:lnTo>
                  <a:pt x="1140" y="139"/>
                </a:lnTo>
                <a:lnTo>
                  <a:pt x="1141" y="139"/>
                </a:lnTo>
                <a:lnTo>
                  <a:pt x="1141" y="138"/>
                </a:lnTo>
                <a:lnTo>
                  <a:pt x="1141" y="137"/>
                </a:lnTo>
                <a:lnTo>
                  <a:pt x="1142" y="136"/>
                </a:lnTo>
                <a:lnTo>
                  <a:pt x="1143" y="136"/>
                </a:lnTo>
                <a:lnTo>
                  <a:pt x="1143" y="135"/>
                </a:lnTo>
                <a:lnTo>
                  <a:pt x="1144" y="135"/>
                </a:lnTo>
                <a:lnTo>
                  <a:pt x="1144" y="133"/>
                </a:lnTo>
                <a:lnTo>
                  <a:pt x="1143" y="133"/>
                </a:lnTo>
                <a:lnTo>
                  <a:pt x="1142" y="133"/>
                </a:lnTo>
                <a:lnTo>
                  <a:pt x="1141" y="133"/>
                </a:lnTo>
                <a:lnTo>
                  <a:pt x="1141" y="132"/>
                </a:lnTo>
                <a:lnTo>
                  <a:pt x="1140" y="132"/>
                </a:lnTo>
                <a:lnTo>
                  <a:pt x="1140" y="131"/>
                </a:lnTo>
                <a:lnTo>
                  <a:pt x="1140" y="130"/>
                </a:lnTo>
                <a:lnTo>
                  <a:pt x="1140" y="128"/>
                </a:lnTo>
                <a:lnTo>
                  <a:pt x="1140" y="127"/>
                </a:lnTo>
                <a:lnTo>
                  <a:pt x="1141" y="127"/>
                </a:lnTo>
                <a:lnTo>
                  <a:pt x="1142" y="127"/>
                </a:lnTo>
                <a:lnTo>
                  <a:pt x="1143" y="127"/>
                </a:lnTo>
                <a:lnTo>
                  <a:pt x="1144" y="127"/>
                </a:lnTo>
                <a:lnTo>
                  <a:pt x="1146" y="127"/>
                </a:lnTo>
                <a:lnTo>
                  <a:pt x="1147" y="127"/>
                </a:lnTo>
                <a:lnTo>
                  <a:pt x="1147" y="126"/>
                </a:lnTo>
                <a:lnTo>
                  <a:pt x="1149" y="126"/>
                </a:lnTo>
                <a:lnTo>
                  <a:pt x="1150" y="126"/>
                </a:lnTo>
                <a:lnTo>
                  <a:pt x="1151" y="126"/>
                </a:lnTo>
                <a:lnTo>
                  <a:pt x="1152" y="127"/>
                </a:lnTo>
                <a:lnTo>
                  <a:pt x="1153" y="127"/>
                </a:lnTo>
                <a:lnTo>
                  <a:pt x="1154" y="126"/>
                </a:lnTo>
                <a:lnTo>
                  <a:pt x="1155" y="126"/>
                </a:lnTo>
                <a:lnTo>
                  <a:pt x="1157" y="125"/>
                </a:lnTo>
                <a:lnTo>
                  <a:pt x="1158" y="125"/>
                </a:lnTo>
                <a:lnTo>
                  <a:pt x="1159" y="125"/>
                </a:lnTo>
                <a:lnTo>
                  <a:pt x="1160" y="124"/>
                </a:lnTo>
                <a:lnTo>
                  <a:pt x="1161" y="124"/>
                </a:lnTo>
                <a:lnTo>
                  <a:pt x="1162" y="124"/>
                </a:lnTo>
                <a:lnTo>
                  <a:pt x="1163" y="124"/>
                </a:lnTo>
                <a:lnTo>
                  <a:pt x="1164" y="124"/>
                </a:lnTo>
                <a:lnTo>
                  <a:pt x="1165" y="124"/>
                </a:lnTo>
                <a:lnTo>
                  <a:pt x="1167" y="125"/>
                </a:lnTo>
                <a:lnTo>
                  <a:pt x="1168" y="125"/>
                </a:lnTo>
                <a:lnTo>
                  <a:pt x="1168" y="124"/>
                </a:lnTo>
                <a:lnTo>
                  <a:pt x="1169" y="124"/>
                </a:lnTo>
                <a:lnTo>
                  <a:pt x="1170" y="124"/>
                </a:lnTo>
                <a:lnTo>
                  <a:pt x="1172" y="124"/>
                </a:lnTo>
                <a:lnTo>
                  <a:pt x="1173" y="124"/>
                </a:lnTo>
                <a:lnTo>
                  <a:pt x="1174" y="124"/>
                </a:lnTo>
                <a:lnTo>
                  <a:pt x="1176" y="123"/>
                </a:lnTo>
                <a:lnTo>
                  <a:pt x="1177" y="123"/>
                </a:lnTo>
                <a:lnTo>
                  <a:pt x="1178" y="123"/>
                </a:lnTo>
                <a:lnTo>
                  <a:pt x="1180" y="123"/>
                </a:lnTo>
                <a:lnTo>
                  <a:pt x="1182" y="122"/>
                </a:lnTo>
                <a:lnTo>
                  <a:pt x="1183" y="122"/>
                </a:lnTo>
                <a:lnTo>
                  <a:pt x="1184" y="122"/>
                </a:lnTo>
                <a:lnTo>
                  <a:pt x="1185" y="122"/>
                </a:lnTo>
                <a:lnTo>
                  <a:pt x="1185" y="123"/>
                </a:lnTo>
                <a:lnTo>
                  <a:pt x="1186" y="123"/>
                </a:lnTo>
                <a:lnTo>
                  <a:pt x="1187" y="124"/>
                </a:lnTo>
                <a:lnTo>
                  <a:pt x="1188" y="124"/>
                </a:lnTo>
                <a:lnTo>
                  <a:pt x="1189" y="124"/>
                </a:lnTo>
                <a:lnTo>
                  <a:pt x="1190" y="124"/>
                </a:lnTo>
                <a:lnTo>
                  <a:pt x="1190" y="123"/>
                </a:lnTo>
                <a:lnTo>
                  <a:pt x="1192" y="123"/>
                </a:lnTo>
                <a:lnTo>
                  <a:pt x="1194" y="123"/>
                </a:lnTo>
                <a:lnTo>
                  <a:pt x="1195" y="122"/>
                </a:lnTo>
                <a:lnTo>
                  <a:pt x="1196" y="121"/>
                </a:lnTo>
                <a:lnTo>
                  <a:pt x="1197" y="121"/>
                </a:lnTo>
                <a:lnTo>
                  <a:pt x="1198" y="121"/>
                </a:lnTo>
                <a:lnTo>
                  <a:pt x="1198" y="120"/>
                </a:lnTo>
                <a:lnTo>
                  <a:pt x="1199" y="120"/>
                </a:lnTo>
                <a:lnTo>
                  <a:pt x="1201" y="119"/>
                </a:lnTo>
                <a:lnTo>
                  <a:pt x="1203" y="120"/>
                </a:lnTo>
                <a:lnTo>
                  <a:pt x="1204" y="120"/>
                </a:lnTo>
                <a:lnTo>
                  <a:pt x="1204" y="119"/>
                </a:lnTo>
                <a:lnTo>
                  <a:pt x="1207" y="119"/>
                </a:lnTo>
                <a:lnTo>
                  <a:pt x="1207" y="118"/>
                </a:lnTo>
                <a:lnTo>
                  <a:pt x="1208" y="118"/>
                </a:lnTo>
                <a:lnTo>
                  <a:pt x="1208" y="117"/>
                </a:lnTo>
                <a:lnTo>
                  <a:pt x="1209" y="117"/>
                </a:lnTo>
                <a:lnTo>
                  <a:pt x="1210" y="117"/>
                </a:lnTo>
                <a:lnTo>
                  <a:pt x="1211" y="117"/>
                </a:lnTo>
                <a:lnTo>
                  <a:pt x="1212" y="117"/>
                </a:lnTo>
                <a:lnTo>
                  <a:pt x="1212" y="116"/>
                </a:lnTo>
                <a:lnTo>
                  <a:pt x="1215" y="115"/>
                </a:lnTo>
                <a:lnTo>
                  <a:pt x="1218" y="115"/>
                </a:lnTo>
                <a:lnTo>
                  <a:pt x="1221" y="115"/>
                </a:lnTo>
                <a:lnTo>
                  <a:pt x="1222" y="114"/>
                </a:lnTo>
                <a:lnTo>
                  <a:pt x="1225" y="114"/>
                </a:lnTo>
                <a:lnTo>
                  <a:pt x="1227" y="113"/>
                </a:lnTo>
                <a:lnTo>
                  <a:pt x="1228" y="113"/>
                </a:lnTo>
                <a:lnTo>
                  <a:pt x="1229" y="113"/>
                </a:lnTo>
                <a:lnTo>
                  <a:pt x="1230" y="113"/>
                </a:lnTo>
                <a:lnTo>
                  <a:pt x="1231" y="113"/>
                </a:lnTo>
                <a:lnTo>
                  <a:pt x="1231" y="112"/>
                </a:lnTo>
                <a:lnTo>
                  <a:pt x="1233" y="111"/>
                </a:lnTo>
                <a:lnTo>
                  <a:pt x="1234" y="110"/>
                </a:lnTo>
                <a:lnTo>
                  <a:pt x="1236" y="107"/>
                </a:lnTo>
                <a:lnTo>
                  <a:pt x="1239" y="107"/>
                </a:lnTo>
                <a:lnTo>
                  <a:pt x="1240" y="107"/>
                </a:lnTo>
                <a:lnTo>
                  <a:pt x="1242" y="107"/>
                </a:lnTo>
                <a:lnTo>
                  <a:pt x="1243" y="106"/>
                </a:lnTo>
                <a:lnTo>
                  <a:pt x="1244" y="106"/>
                </a:lnTo>
                <a:lnTo>
                  <a:pt x="1246" y="106"/>
                </a:lnTo>
                <a:lnTo>
                  <a:pt x="1247" y="107"/>
                </a:lnTo>
                <a:lnTo>
                  <a:pt x="1248" y="107"/>
                </a:lnTo>
                <a:lnTo>
                  <a:pt x="1248" y="108"/>
                </a:lnTo>
                <a:lnTo>
                  <a:pt x="1248" y="107"/>
                </a:lnTo>
                <a:lnTo>
                  <a:pt x="1249" y="107"/>
                </a:lnTo>
                <a:lnTo>
                  <a:pt x="1249" y="108"/>
                </a:lnTo>
                <a:lnTo>
                  <a:pt x="1250" y="108"/>
                </a:lnTo>
                <a:lnTo>
                  <a:pt x="1251" y="109"/>
                </a:lnTo>
                <a:lnTo>
                  <a:pt x="1252" y="109"/>
                </a:lnTo>
                <a:lnTo>
                  <a:pt x="1253" y="109"/>
                </a:lnTo>
                <a:lnTo>
                  <a:pt x="1255" y="110"/>
                </a:lnTo>
                <a:lnTo>
                  <a:pt x="1256" y="110"/>
                </a:lnTo>
                <a:lnTo>
                  <a:pt x="1258" y="110"/>
                </a:lnTo>
                <a:lnTo>
                  <a:pt x="1259" y="111"/>
                </a:lnTo>
                <a:lnTo>
                  <a:pt x="1261" y="111"/>
                </a:lnTo>
                <a:lnTo>
                  <a:pt x="1263" y="111"/>
                </a:lnTo>
                <a:lnTo>
                  <a:pt x="1263" y="110"/>
                </a:lnTo>
                <a:lnTo>
                  <a:pt x="1264" y="110"/>
                </a:lnTo>
                <a:lnTo>
                  <a:pt x="1265" y="110"/>
                </a:lnTo>
                <a:lnTo>
                  <a:pt x="1269" y="110"/>
                </a:lnTo>
                <a:lnTo>
                  <a:pt x="1270" y="110"/>
                </a:lnTo>
                <a:lnTo>
                  <a:pt x="1270" y="109"/>
                </a:lnTo>
                <a:lnTo>
                  <a:pt x="1271" y="109"/>
                </a:lnTo>
                <a:lnTo>
                  <a:pt x="1272" y="109"/>
                </a:lnTo>
                <a:lnTo>
                  <a:pt x="1273" y="109"/>
                </a:lnTo>
                <a:lnTo>
                  <a:pt x="1274" y="108"/>
                </a:lnTo>
                <a:lnTo>
                  <a:pt x="1274" y="107"/>
                </a:lnTo>
                <a:lnTo>
                  <a:pt x="1274" y="106"/>
                </a:lnTo>
                <a:lnTo>
                  <a:pt x="1275" y="107"/>
                </a:lnTo>
                <a:lnTo>
                  <a:pt x="1276" y="107"/>
                </a:lnTo>
                <a:lnTo>
                  <a:pt x="1277" y="107"/>
                </a:lnTo>
                <a:lnTo>
                  <a:pt x="1279" y="107"/>
                </a:lnTo>
                <a:lnTo>
                  <a:pt x="1280" y="107"/>
                </a:lnTo>
                <a:lnTo>
                  <a:pt x="1281" y="106"/>
                </a:lnTo>
                <a:lnTo>
                  <a:pt x="1282" y="106"/>
                </a:lnTo>
                <a:lnTo>
                  <a:pt x="1284" y="107"/>
                </a:lnTo>
                <a:lnTo>
                  <a:pt x="1284" y="108"/>
                </a:lnTo>
                <a:lnTo>
                  <a:pt x="1283" y="108"/>
                </a:lnTo>
                <a:lnTo>
                  <a:pt x="1283" y="109"/>
                </a:lnTo>
                <a:lnTo>
                  <a:pt x="1285" y="110"/>
                </a:lnTo>
                <a:lnTo>
                  <a:pt x="1286" y="111"/>
                </a:lnTo>
                <a:lnTo>
                  <a:pt x="1287" y="111"/>
                </a:lnTo>
                <a:lnTo>
                  <a:pt x="1287" y="112"/>
                </a:lnTo>
                <a:lnTo>
                  <a:pt x="1288" y="112"/>
                </a:lnTo>
                <a:lnTo>
                  <a:pt x="1289" y="112"/>
                </a:lnTo>
                <a:lnTo>
                  <a:pt x="1291" y="114"/>
                </a:lnTo>
                <a:lnTo>
                  <a:pt x="1292" y="115"/>
                </a:lnTo>
                <a:lnTo>
                  <a:pt x="1292" y="116"/>
                </a:lnTo>
                <a:lnTo>
                  <a:pt x="1293" y="116"/>
                </a:lnTo>
                <a:lnTo>
                  <a:pt x="1294" y="118"/>
                </a:lnTo>
                <a:lnTo>
                  <a:pt x="1294" y="119"/>
                </a:lnTo>
                <a:lnTo>
                  <a:pt x="1295" y="121"/>
                </a:lnTo>
                <a:lnTo>
                  <a:pt x="1295" y="122"/>
                </a:lnTo>
                <a:lnTo>
                  <a:pt x="1295" y="126"/>
                </a:lnTo>
                <a:lnTo>
                  <a:pt x="1295" y="127"/>
                </a:lnTo>
                <a:lnTo>
                  <a:pt x="1296" y="127"/>
                </a:lnTo>
                <a:lnTo>
                  <a:pt x="1297" y="127"/>
                </a:lnTo>
                <a:lnTo>
                  <a:pt x="1298" y="128"/>
                </a:lnTo>
                <a:lnTo>
                  <a:pt x="1299" y="128"/>
                </a:lnTo>
                <a:lnTo>
                  <a:pt x="1299" y="129"/>
                </a:lnTo>
                <a:lnTo>
                  <a:pt x="1301" y="130"/>
                </a:lnTo>
                <a:lnTo>
                  <a:pt x="1303" y="131"/>
                </a:lnTo>
                <a:lnTo>
                  <a:pt x="1304" y="131"/>
                </a:lnTo>
                <a:lnTo>
                  <a:pt x="1305" y="132"/>
                </a:lnTo>
                <a:lnTo>
                  <a:pt x="1308" y="132"/>
                </a:lnTo>
                <a:lnTo>
                  <a:pt x="1309" y="133"/>
                </a:lnTo>
                <a:lnTo>
                  <a:pt x="1310" y="134"/>
                </a:lnTo>
                <a:lnTo>
                  <a:pt x="1312" y="134"/>
                </a:lnTo>
                <a:lnTo>
                  <a:pt x="1314" y="134"/>
                </a:lnTo>
                <a:lnTo>
                  <a:pt x="1315" y="135"/>
                </a:lnTo>
                <a:lnTo>
                  <a:pt x="1316" y="135"/>
                </a:lnTo>
                <a:lnTo>
                  <a:pt x="1318" y="136"/>
                </a:lnTo>
                <a:lnTo>
                  <a:pt x="1318" y="137"/>
                </a:lnTo>
                <a:lnTo>
                  <a:pt x="1318" y="139"/>
                </a:lnTo>
                <a:lnTo>
                  <a:pt x="1318" y="140"/>
                </a:lnTo>
                <a:lnTo>
                  <a:pt x="1319" y="140"/>
                </a:lnTo>
                <a:lnTo>
                  <a:pt x="1319" y="141"/>
                </a:lnTo>
                <a:lnTo>
                  <a:pt x="1320" y="141"/>
                </a:lnTo>
                <a:lnTo>
                  <a:pt x="1321" y="142"/>
                </a:lnTo>
                <a:lnTo>
                  <a:pt x="1321" y="143"/>
                </a:lnTo>
                <a:lnTo>
                  <a:pt x="1322" y="143"/>
                </a:lnTo>
                <a:lnTo>
                  <a:pt x="1322" y="144"/>
                </a:lnTo>
                <a:lnTo>
                  <a:pt x="1323" y="144"/>
                </a:lnTo>
                <a:lnTo>
                  <a:pt x="1323" y="145"/>
                </a:lnTo>
                <a:lnTo>
                  <a:pt x="1324" y="145"/>
                </a:lnTo>
                <a:lnTo>
                  <a:pt x="1324" y="146"/>
                </a:lnTo>
                <a:lnTo>
                  <a:pt x="1325" y="146"/>
                </a:lnTo>
                <a:lnTo>
                  <a:pt x="1325" y="145"/>
                </a:lnTo>
                <a:lnTo>
                  <a:pt x="1326" y="145"/>
                </a:lnTo>
                <a:lnTo>
                  <a:pt x="1327" y="145"/>
                </a:lnTo>
                <a:lnTo>
                  <a:pt x="1327" y="146"/>
                </a:lnTo>
                <a:lnTo>
                  <a:pt x="1329" y="146"/>
                </a:lnTo>
                <a:lnTo>
                  <a:pt x="1329" y="145"/>
                </a:lnTo>
                <a:lnTo>
                  <a:pt x="1330" y="145"/>
                </a:lnTo>
                <a:lnTo>
                  <a:pt x="1330" y="144"/>
                </a:lnTo>
                <a:lnTo>
                  <a:pt x="1331" y="145"/>
                </a:lnTo>
                <a:lnTo>
                  <a:pt x="1332" y="145"/>
                </a:lnTo>
                <a:lnTo>
                  <a:pt x="1332" y="144"/>
                </a:lnTo>
                <a:lnTo>
                  <a:pt x="1332" y="143"/>
                </a:lnTo>
                <a:lnTo>
                  <a:pt x="1333" y="143"/>
                </a:lnTo>
                <a:lnTo>
                  <a:pt x="1333" y="142"/>
                </a:lnTo>
                <a:lnTo>
                  <a:pt x="1334" y="142"/>
                </a:lnTo>
                <a:lnTo>
                  <a:pt x="1334" y="141"/>
                </a:lnTo>
                <a:lnTo>
                  <a:pt x="1335" y="140"/>
                </a:lnTo>
                <a:lnTo>
                  <a:pt x="1335" y="139"/>
                </a:lnTo>
                <a:lnTo>
                  <a:pt x="1335" y="138"/>
                </a:lnTo>
                <a:lnTo>
                  <a:pt x="1336" y="136"/>
                </a:lnTo>
                <a:lnTo>
                  <a:pt x="1337" y="135"/>
                </a:lnTo>
                <a:lnTo>
                  <a:pt x="1338" y="135"/>
                </a:lnTo>
                <a:lnTo>
                  <a:pt x="1338" y="134"/>
                </a:lnTo>
                <a:lnTo>
                  <a:pt x="1339" y="133"/>
                </a:lnTo>
                <a:lnTo>
                  <a:pt x="1339" y="132"/>
                </a:lnTo>
                <a:lnTo>
                  <a:pt x="1340" y="132"/>
                </a:lnTo>
                <a:lnTo>
                  <a:pt x="1340" y="131"/>
                </a:lnTo>
                <a:lnTo>
                  <a:pt x="1341" y="131"/>
                </a:lnTo>
                <a:lnTo>
                  <a:pt x="1340" y="131"/>
                </a:lnTo>
                <a:lnTo>
                  <a:pt x="1341" y="131"/>
                </a:lnTo>
                <a:lnTo>
                  <a:pt x="1341" y="130"/>
                </a:lnTo>
                <a:lnTo>
                  <a:pt x="1343" y="130"/>
                </a:lnTo>
                <a:lnTo>
                  <a:pt x="1344" y="130"/>
                </a:lnTo>
                <a:lnTo>
                  <a:pt x="1345" y="129"/>
                </a:lnTo>
                <a:lnTo>
                  <a:pt x="1346" y="128"/>
                </a:lnTo>
                <a:lnTo>
                  <a:pt x="1347" y="127"/>
                </a:lnTo>
                <a:lnTo>
                  <a:pt x="1348" y="127"/>
                </a:lnTo>
                <a:lnTo>
                  <a:pt x="1349" y="127"/>
                </a:lnTo>
                <a:lnTo>
                  <a:pt x="1351" y="127"/>
                </a:lnTo>
                <a:lnTo>
                  <a:pt x="1354" y="127"/>
                </a:lnTo>
                <a:lnTo>
                  <a:pt x="1355" y="127"/>
                </a:lnTo>
                <a:lnTo>
                  <a:pt x="1356" y="126"/>
                </a:lnTo>
                <a:lnTo>
                  <a:pt x="1357" y="126"/>
                </a:lnTo>
                <a:lnTo>
                  <a:pt x="1358" y="126"/>
                </a:lnTo>
                <a:lnTo>
                  <a:pt x="1359" y="126"/>
                </a:lnTo>
                <a:lnTo>
                  <a:pt x="1359" y="125"/>
                </a:lnTo>
                <a:lnTo>
                  <a:pt x="1360" y="125"/>
                </a:lnTo>
                <a:lnTo>
                  <a:pt x="1361" y="125"/>
                </a:lnTo>
                <a:lnTo>
                  <a:pt x="1362" y="126"/>
                </a:lnTo>
                <a:lnTo>
                  <a:pt x="1363" y="126"/>
                </a:lnTo>
                <a:lnTo>
                  <a:pt x="1364" y="126"/>
                </a:lnTo>
                <a:lnTo>
                  <a:pt x="1365" y="126"/>
                </a:lnTo>
                <a:lnTo>
                  <a:pt x="1366" y="126"/>
                </a:lnTo>
                <a:lnTo>
                  <a:pt x="1366" y="125"/>
                </a:lnTo>
                <a:lnTo>
                  <a:pt x="1367" y="125"/>
                </a:lnTo>
                <a:lnTo>
                  <a:pt x="1368" y="125"/>
                </a:lnTo>
                <a:lnTo>
                  <a:pt x="1369" y="126"/>
                </a:lnTo>
                <a:lnTo>
                  <a:pt x="1370" y="126"/>
                </a:lnTo>
                <a:lnTo>
                  <a:pt x="1370" y="127"/>
                </a:lnTo>
                <a:lnTo>
                  <a:pt x="1370" y="126"/>
                </a:lnTo>
                <a:lnTo>
                  <a:pt x="1372" y="127"/>
                </a:lnTo>
                <a:lnTo>
                  <a:pt x="1375" y="127"/>
                </a:lnTo>
                <a:lnTo>
                  <a:pt x="1375" y="126"/>
                </a:lnTo>
                <a:lnTo>
                  <a:pt x="1376" y="126"/>
                </a:lnTo>
                <a:lnTo>
                  <a:pt x="1379" y="127"/>
                </a:lnTo>
                <a:lnTo>
                  <a:pt x="1380" y="127"/>
                </a:lnTo>
                <a:lnTo>
                  <a:pt x="1382" y="127"/>
                </a:lnTo>
                <a:lnTo>
                  <a:pt x="1384" y="127"/>
                </a:lnTo>
                <a:lnTo>
                  <a:pt x="1385" y="128"/>
                </a:lnTo>
                <a:lnTo>
                  <a:pt x="1387" y="128"/>
                </a:lnTo>
                <a:lnTo>
                  <a:pt x="1388" y="129"/>
                </a:lnTo>
                <a:lnTo>
                  <a:pt x="1389" y="129"/>
                </a:lnTo>
                <a:lnTo>
                  <a:pt x="1390" y="129"/>
                </a:lnTo>
                <a:lnTo>
                  <a:pt x="1390" y="130"/>
                </a:lnTo>
                <a:lnTo>
                  <a:pt x="1391" y="129"/>
                </a:lnTo>
                <a:lnTo>
                  <a:pt x="1392" y="128"/>
                </a:lnTo>
                <a:lnTo>
                  <a:pt x="1393" y="128"/>
                </a:lnTo>
                <a:lnTo>
                  <a:pt x="1394" y="128"/>
                </a:lnTo>
                <a:lnTo>
                  <a:pt x="1394" y="127"/>
                </a:lnTo>
                <a:lnTo>
                  <a:pt x="1395" y="127"/>
                </a:lnTo>
                <a:lnTo>
                  <a:pt x="1395" y="126"/>
                </a:lnTo>
                <a:lnTo>
                  <a:pt x="1396" y="126"/>
                </a:lnTo>
                <a:lnTo>
                  <a:pt x="1397" y="125"/>
                </a:lnTo>
                <a:lnTo>
                  <a:pt x="1398" y="124"/>
                </a:lnTo>
                <a:lnTo>
                  <a:pt x="1398" y="123"/>
                </a:lnTo>
                <a:lnTo>
                  <a:pt x="1399" y="123"/>
                </a:lnTo>
                <a:lnTo>
                  <a:pt x="1400" y="123"/>
                </a:lnTo>
                <a:lnTo>
                  <a:pt x="1401" y="123"/>
                </a:lnTo>
                <a:lnTo>
                  <a:pt x="1401" y="122"/>
                </a:lnTo>
                <a:lnTo>
                  <a:pt x="1402" y="121"/>
                </a:lnTo>
                <a:lnTo>
                  <a:pt x="1403" y="120"/>
                </a:lnTo>
                <a:lnTo>
                  <a:pt x="1404" y="120"/>
                </a:lnTo>
                <a:lnTo>
                  <a:pt x="1405" y="120"/>
                </a:lnTo>
                <a:lnTo>
                  <a:pt x="1406" y="120"/>
                </a:lnTo>
                <a:lnTo>
                  <a:pt x="1406" y="119"/>
                </a:lnTo>
                <a:lnTo>
                  <a:pt x="1407" y="118"/>
                </a:lnTo>
                <a:lnTo>
                  <a:pt x="1408" y="118"/>
                </a:lnTo>
                <a:lnTo>
                  <a:pt x="1409" y="119"/>
                </a:lnTo>
                <a:lnTo>
                  <a:pt x="1409" y="120"/>
                </a:lnTo>
                <a:lnTo>
                  <a:pt x="1410" y="120"/>
                </a:lnTo>
                <a:lnTo>
                  <a:pt x="1411" y="119"/>
                </a:lnTo>
                <a:lnTo>
                  <a:pt x="1411" y="118"/>
                </a:lnTo>
                <a:lnTo>
                  <a:pt x="1412" y="117"/>
                </a:lnTo>
                <a:lnTo>
                  <a:pt x="1413" y="117"/>
                </a:lnTo>
                <a:lnTo>
                  <a:pt x="1414" y="117"/>
                </a:lnTo>
                <a:lnTo>
                  <a:pt x="1415" y="117"/>
                </a:lnTo>
                <a:lnTo>
                  <a:pt x="1415" y="116"/>
                </a:lnTo>
                <a:lnTo>
                  <a:pt x="1415" y="115"/>
                </a:lnTo>
                <a:lnTo>
                  <a:pt x="1416" y="114"/>
                </a:lnTo>
                <a:lnTo>
                  <a:pt x="1418" y="112"/>
                </a:lnTo>
                <a:lnTo>
                  <a:pt x="1418" y="111"/>
                </a:lnTo>
                <a:lnTo>
                  <a:pt x="1418" y="110"/>
                </a:lnTo>
                <a:lnTo>
                  <a:pt x="1419" y="109"/>
                </a:lnTo>
                <a:lnTo>
                  <a:pt x="1419" y="107"/>
                </a:lnTo>
                <a:lnTo>
                  <a:pt x="1420" y="105"/>
                </a:lnTo>
                <a:lnTo>
                  <a:pt x="1421" y="104"/>
                </a:lnTo>
                <a:lnTo>
                  <a:pt x="1422" y="104"/>
                </a:lnTo>
                <a:lnTo>
                  <a:pt x="1423" y="104"/>
                </a:lnTo>
                <a:lnTo>
                  <a:pt x="1424" y="104"/>
                </a:lnTo>
                <a:lnTo>
                  <a:pt x="1424" y="103"/>
                </a:lnTo>
                <a:lnTo>
                  <a:pt x="1425" y="102"/>
                </a:lnTo>
                <a:lnTo>
                  <a:pt x="1426" y="99"/>
                </a:lnTo>
                <a:lnTo>
                  <a:pt x="1427" y="98"/>
                </a:lnTo>
                <a:lnTo>
                  <a:pt x="1427" y="97"/>
                </a:lnTo>
                <a:lnTo>
                  <a:pt x="1427" y="96"/>
                </a:lnTo>
                <a:lnTo>
                  <a:pt x="1427" y="95"/>
                </a:lnTo>
                <a:lnTo>
                  <a:pt x="1427" y="94"/>
                </a:lnTo>
                <a:lnTo>
                  <a:pt x="1429" y="93"/>
                </a:lnTo>
                <a:lnTo>
                  <a:pt x="1429" y="92"/>
                </a:lnTo>
                <a:lnTo>
                  <a:pt x="1430" y="92"/>
                </a:lnTo>
                <a:lnTo>
                  <a:pt x="1430" y="91"/>
                </a:lnTo>
                <a:lnTo>
                  <a:pt x="1431" y="91"/>
                </a:lnTo>
                <a:lnTo>
                  <a:pt x="1431" y="90"/>
                </a:lnTo>
                <a:lnTo>
                  <a:pt x="1432" y="90"/>
                </a:lnTo>
                <a:lnTo>
                  <a:pt x="1433" y="90"/>
                </a:lnTo>
                <a:lnTo>
                  <a:pt x="1433" y="89"/>
                </a:lnTo>
                <a:lnTo>
                  <a:pt x="1434" y="89"/>
                </a:lnTo>
                <a:lnTo>
                  <a:pt x="1434" y="90"/>
                </a:lnTo>
                <a:lnTo>
                  <a:pt x="1435" y="90"/>
                </a:lnTo>
                <a:lnTo>
                  <a:pt x="1435" y="89"/>
                </a:lnTo>
                <a:lnTo>
                  <a:pt x="1435" y="90"/>
                </a:lnTo>
                <a:lnTo>
                  <a:pt x="1435" y="89"/>
                </a:lnTo>
                <a:lnTo>
                  <a:pt x="1436" y="89"/>
                </a:lnTo>
                <a:lnTo>
                  <a:pt x="1435" y="89"/>
                </a:lnTo>
                <a:lnTo>
                  <a:pt x="1435" y="87"/>
                </a:lnTo>
                <a:lnTo>
                  <a:pt x="1436" y="87"/>
                </a:lnTo>
                <a:lnTo>
                  <a:pt x="1437" y="86"/>
                </a:lnTo>
                <a:lnTo>
                  <a:pt x="1437" y="85"/>
                </a:lnTo>
                <a:lnTo>
                  <a:pt x="1438" y="85"/>
                </a:lnTo>
                <a:lnTo>
                  <a:pt x="1439" y="86"/>
                </a:lnTo>
                <a:lnTo>
                  <a:pt x="1440" y="86"/>
                </a:lnTo>
                <a:lnTo>
                  <a:pt x="1440" y="85"/>
                </a:lnTo>
                <a:lnTo>
                  <a:pt x="1441" y="85"/>
                </a:lnTo>
                <a:lnTo>
                  <a:pt x="1441" y="84"/>
                </a:lnTo>
                <a:lnTo>
                  <a:pt x="1441" y="83"/>
                </a:lnTo>
                <a:lnTo>
                  <a:pt x="1441" y="82"/>
                </a:lnTo>
                <a:lnTo>
                  <a:pt x="1441" y="81"/>
                </a:lnTo>
                <a:lnTo>
                  <a:pt x="1440" y="81"/>
                </a:lnTo>
                <a:lnTo>
                  <a:pt x="1439" y="80"/>
                </a:lnTo>
                <a:lnTo>
                  <a:pt x="1440" y="80"/>
                </a:lnTo>
                <a:lnTo>
                  <a:pt x="1440" y="79"/>
                </a:lnTo>
                <a:lnTo>
                  <a:pt x="1439" y="79"/>
                </a:lnTo>
                <a:lnTo>
                  <a:pt x="1439" y="78"/>
                </a:lnTo>
                <a:lnTo>
                  <a:pt x="1439" y="77"/>
                </a:lnTo>
                <a:lnTo>
                  <a:pt x="1439" y="76"/>
                </a:lnTo>
                <a:lnTo>
                  <a:pt x="1440" y="75"/>
                </a:lnTo>
                <a:lnTo>
                  <a:pt x="1440" y="74"/>
                </a:lnTo>
                <a:lnTo>
                  <a:pt x="1440" y="73"/>
                </a:lnTo>
                <a:lnTo>
                  <a:pt x="1440" y="72"/>
                </a:lnTo>
                <a:lnTo>
                  <a:pt x="1441" y="71"/>
                </a:lnTo>
                <a:lnTo>
                  <a:pt x="1441" y="70"/>
                </a:lnTo>
                <a:lnTo>
                  <a:pt x="1442" y="68"/>
                </a:lnTo>
                <a:lnTo>
                  <a:pt x="1442" y="67"/>
                </a:lnTo>
                <a:lnTo>
                  <a:pt x="1442" y="66"/>
                </a:lnTo>
                <a:lnTo>
                  <a:pt x="1442" y="65"/>
                </a:lnTo>
                <a:lnTo>
                  <a:pt x="1443" y="65"/>
                </a:lnTo>
                <a:lnTo>
                  <a:pt x="1444" y="65"/>
                </a:lnTo>
                <a:lnTo>
                  <a:pt x="1445" y="65"/>
                </a:lnTo>
                <a:lnTo>
                  <a:pt x="1447" y="65"/>
                </a:lnTo>
                <a:lnTo>
                  <a:pt x="1448" y="65"/>
                </a:lnTo>
                <a:lnTo>
                  <a:pt x="1448" y="64"/>
                </a:lnTo>
                <a:lnTo>
                  <a:pt x="1449" y="64"/>
                </a:lnTo>
                <a:lnTo>
                  <a:pt x="1450" y="64"/>
                </a:lnTo>
                <a:lnTo>
                  <a:pt x="1450" y="65"/>
                </a:lnTo>
                <a:lnTo>
                  <a:pt x="1451" y="65"/>
                </a:lnTo>
                <a:lnTo>
                  <a:pt x="1451" y="64"/>
                </a:lnTo>
                <a:lnTo>
                  <a:pt x="1452" y="64"/>
                </a:lnTo>
                <a:lnTo>
                  <a:pt x="1453" y="63"/>
                </a:lnTo>
                <a:lnTo>
                  <a:pt x="1454" y="63"/>
                </a:lnTo>
                <a:lnTo>
                  <a:pt x="1455" y="63"/>
                </a:lnTo>
                <a:lnTo>
                  <a:pt x="1456" y="63"/>
                </a:lnTo>
                <a:lnTo>
                  <a:pt x="1456" y="62"/>
                </a:lnTo>
                <a:lnTo>
                  <a:pt x="1457" y="62"/>
                </a:lnTo>
                <a:lnTo>
                  <a:pt x="1458" y="62"/>
                </a:lnTo>
                <a:lnTo>
                  <a:pt x="1458" y="61"/>
                </a:lnTo>
                <a:lnTo>
                  <a:pt x="1458" y="60"/>
                </a:lnTo>
                <a:lnTo>
                  <a:pt x="1459" y="60"/>
                </a:lnTo>
                <a:lnTo>
                  <a:pt x="1459" y="59"/>
                </a:lnTo>
                <a:lnTo>
                  <a:pt x="1459" y="60"/>
                </a:lnTo>
                <a:lnTo>
                  <a:pt x="1460" y="60"/>
                </a:lnTo>
                <a:lnTo>
                  <a:pt x="1461" y="60"/>
                </a:lnTo>
                <a:lnTo>
                  <a:pt x="1461" y="61"/>
                </a:lnTo>
                <a:lnTo>
                  <a:pt x="1462" y="61"/>
                </a:lnTo>
                <a:lnTo>
                  <a:pt x="1463" y="61"/>
                </a:lnTo>
                <a:lnTo>
                  <a:pt x="1463" y="62"/>
                </a:lnTo>
                <a:lnTo>
                  <a:pt x="1464" y="62"/>
                </a:lnTo>
                <a:lnTo>
                  <a:pt x="1465" y="62"/>
                </a:lnTo>
                <a:lnTo>
                  <a:pt x="1464" y="63"/>
                </a:lnTo>
                <a:lnTo>
                  <a:pt x="1465" y="63"/>
                </a:lnTo>
                <a:lnTo>
                  <a:pt x="1466" y="63"/>
                </a:lnTo>
                <a:lnTo>
                  <a:pt x="1467" y="63"/>
                </a:lnTo>
                <a:lnTo>
                  <a:pt x="1467" y="64"/>
                </a:lnTo>
                <a:lnTo>
                  <a:pt x="1468" y="64"/>
                </a:lnTo>
                <a:lnTo>
                  <a:pt x="1469" y="64"/>
                </a:lnTo>
                <a:lnTo>
                  <a:pt x="1470" y="64"/>
                </a:lnTo>
                <a:lnTo>
                  <a:pt x="1472" y="64"/>
                </a:lnTo>
                <a:lnTo>
                  <a:pt x="1472" y="63"/>
                </a:lnTo>
                <a:lnTo>
                  <a:pt x="1472" y="62"/>
                </a:lnTo>
                <a:lnTo>
                  <a:pt x="1473" y="62"/>
                </a:lnTo>
                <a:lnTo>
                  <a:pt x="1473" y="61"/>
                </a:lnTo>
                <a:lnTo>
                  <a:pt x="1474" y="61"/>
                </a:lnTo>
                <a:lnTo>
                  <a:pt x="1474" y="60"/>
                </a:lnTo>
                <a:lnTo>
                  <a:pt x="1474" y="59"/>
                </a:lnTo>
                <a:lnTo>
                  <a:pt x="1476" y="59"/>
                </a:lnTo>
                <a:lnTo>
                  <a:pt x="1477" y="58"/>
                </a:lnTo>
                <a:lnTo>
                  <a:pt x="1477" y="57"/>
                </a:lnTo>
                <a:lnTo>
                  <a:pt x="1478" y="57"/>
                </a:lnTo>
                <a:lnTo>
                  <a:pt x="1478" y="56"/>
                </a:lnTo>
                <a:lnTo>
                  <a:pt x="1479" y="56"/>
                </a:lnTo>
                <a:lnTo>
                  <a:pt x="1480" y="56"/>
                </a:lnTo>
                <a:lnTo>
                  <a:pt x="1481" y="56"/>
                </a:lnTo>
                <a:lnTo>
                  <a:pt x="1482" y="56"/>
                </a:lnTo>
                <a:lnTo>
                  <a:pt x="1482" y="57"/>
                </a:lnTo>
                <a:lnTo>
                  <a:pt x="1485" y="57"/>
                </a:lnTo>
                <a:lnTo>
                  <a:pt x="1485" y="56"/>
                </a:lnTo>
                <a:lnTo>
                  <a:pt x="1485" y="55"/>
                </a:lnTo>
                <a:lnTo>
                  <a:pt x="1486" y="55"/>
                </a:lnTo>
                <a:lnTo>
                  <a:pt x="1486" y="54"/>
                </a:lnTo>
                <a:lnTo>
                  <a:pt x="1486" y="53"/>
                </a:lnTo>
                <a:lnTo>
                  <a:pt x="1487" y="53"/>
                </a:lnTo>
                <a:lnTo>
                  <a:pt x="1487" y="54"/>
                </a:lnTo>
                <a:lnTo>
                  <a:pt x="1488" y="54"/>
                </a:lnTo>
                <a:lnTo>
                  <a:pt x="1488" y="55"/>
                </a:lnTo>
                <a:lnTo>
                  <a:pt x="1489" y="55"/>
                </a:lnTo>
                <a:lnTo>
                  <a:pt x="1488" y="55"/>
                </a:lnTo>
                <a:lnTo>
                  <a:pt x="1488" y="56"/>
                </a:lnTo>
                <a:lnTo>
                  <a:pt x="1489" y="56"/>
                </a:lnTo>
                <a:lnTo>
                  <a:pt x="1490" y="56"/>
                </a:lnTo>
                <a:lnTo>
                  <a:pt x="1491" y="57"/>
                </a:lnTo>
                <a:lnTo>
                  <a:pt x="1492" y="58"/>
                </a:lnTo>
                <a:lnTo>
                  <a:pt x="1492" y="59"/>
                </a:lnTo>
                <a:lnTo>
                  <a:pt x="1493" y="59"/>
                </a:lnTo>
                <a:lnTo>
                  <a:pt x="1493" y="60"/>
                </a:lnTo>
                <a:lnTo>
                  <a:pt x="1494" y="60"/>
                </a:lnTo>
                <a:lnTo>
                  <a:pt x="1495" y="61"/>
                </a:lnTo>
                <a:lnTo>
                  <a:pt x="1496" y="61"/>
                </a:lnTo>
                <a:lnTo>
                  <a:pt x="1496" y="60"/>
                </a:lnTo>
                <a:lnTo>
                  <a:pt x="1497" y="61"/>
                </a:lnTo>
                <a:lnTo>
                  <a:pt x="1498" y="61"/>
                </a:lnTo>
                <a:lnTo>
                  <a:pt x="1499" y="61"/>
                </a:lnTo>
                <a:lnTo>
                  <a:pt x="1499" y="60"/>
                </a:lnTo>
                <a:lnTo>
                  <a:pt x="1498" y="60"/>
                </a:lnTo>
                <a:lnTo>
                  <a:pt x="1498" y="59"/>
                </a:lnTo>
                <a:lnTo>
                  <a:pt x="1499" y="59"/>
                </a:lnTo>
                <a:lnTo>
                  <a:pt x="1499" y="57"/>
                </a:lnTo>
                <a:lnTo>
                  <a:pt x="1500" y="57"/>
                </a:lnTo>
                <a:lnTo>
                  <a:pt x="1500" y="56"/>
                </a:lnTo>
                <a:lnTo>
                  <a:pt x="1500" y="55"/>
                </a:lnTo>
                <a:lnTo>
                  <a:pt x="1501" y="55"/>
                </a:lnTo>
                <a:lnTo>
                  <a:pt x="1501" y="56"/>
                </a:lnTo>
                <a:lnTo>
                  <a:pt x="1502" y="56"/>
                </a:lnTo>
                <a:lnTo>
                  <a:pt x="1503" y="56"/>
                </a:lnTo>
                <a:lnTo>
                  <a:pt x="1503" y="57"/>
                </a:lnTo>
                <a:lnTo>
                  <a:pt x="1504" y="57"/>
                </a:lnTo>
                <a:lnTo>
                  <a:pt x="1505" y="58"/>
                </a:lnTo>
                <a:lnTo>
                  <a:pt x="1506" y="58"/>
                </a:lnTo>
                <a:lnTo>
                  <a:pt x="1507" y="58"/>
                </a:lnTo>
                <a:lnTo>
                  <a:pt x="1508" y="59"/>
                </a:lnTo>
                <a:lnTo>
                  <a:pt x="1509" y="59"/>
                </a:lnTo>
                <a:lnTo>
                  <a:pt x="1510" y="59"/>
                </a:lnTo>
                <a:lnTo>
                  <a:pt x="1511" y="59"/>
                </a:lnTo>
                <a:lnTo>
                  <a:pt x="1512" y="58"/>
                </a:lnTo>
                <a:lnTo>
                  <a:pt x="1513" y="58"/>
                </a:lnTo>
                <a:lnTo>
                  <a:pt x="1513" y="59"/>
                </a:lnTo>
                <a:lnTo>
                  <a:pt x="1514" y="59"/>
                </a:lnTo>
                <a:lnTo>
                  <a:pt x="1514" y="60"/>
                </a:lnTo>
                <a:lnTo>
                  <a:pt x="1515" y="60"/>
                </a:lnTo>
                <a:lnTo>
                  <a:pt x="1515" y="59"/>
                </a:lnTo>
                <a:lnTo>
                  <a:pt x="1517" y="59"/>
                </a:lnTo>
                <a:lnTo>
                  <a:pt x="1518" y="59"/>
                </a:lnTo>
                <a:lnTo>
                  <a:pt x="1518" y="58"/>
                </a:lnTo>
                <a:lnTo>
                  <a:pt x="1519" y="58"/>
                </a:lnTo>
                <a:lnTo>
                  <a:pt x="1519" y="59"/>
                </a:lnTo>
                <a:lnTo>
                  <a:pt x="1520" y="59"/>
                </a:lnTo>
                <a:lnTo>
                  <a:pt x="1521" y="58"/>
                </a:lnTo>
                <a:lnTo>
                  <a:pt x="1521" y="57"/>
                </a:lnTo>
                <a:lnTo>
                  <a:pt x="1521" y="56"/>
                </a:lnTo>
                <a:lnTo>
                  <a:pt x="1522" y="56"/>
                </a:lnTo>
                <a:lnTo>
                  <a:pt x="1523" y="56"/>
                </a:lnTo>
                <a:lnTo>
                  <a:pt x="1524" y="57"/>
                </a:lnTo>
                <a:lnTo>
                  <a:pt x="1525" y="57"/>
                </a:lnTo>
                <a:lnTo>
                  <a:pt x="1526" y="57"/>
                </a:lnTo>
                <a:lnTo>
                  <a:pt x="1526" y="56"/>
                </a:lnTo>
                <a:lnTo>
                  <a:pt x="1527" y="56"/>
                </a:lnTo>
                <a:lnTo>
                  <a:pt x="1527" y="57"/>
                </a:lnTo>
                <a:lnTo>
                  <a:pt x="1528" y="57"/>
                </a:lnTo>
                <a:lnTo>
                  <a:pt x="1529" y="57"/>
                </a:lnTo>
                <a:lnTo>
                  <a:pt x="1529" y="56"/>
                </a:lnTo>
                <a:lnTo>
                  <a:pt x="1529" y="55"/>
                </a:lnTo>
                <a:lnTo>
                  <a:pt x="1530" y="55"/>
                </a:lnTo>
                <a:lnTo>
                  <a:pt x="1530" y="54"/>
                </a:lnTo>
                <a:lnTo>
                  <a:pt x="1530" y="53"/>
                </a:lnTo>
                <a:lnTo>
                  <a:pt x="1532" y="54"/>
                </a:lnTo>
                <a:lnTo>
                  <a:pt x="1533" y="54"/>
                </a:lnTo>
                <a:lnTo>
                  <a:pt x="1534" y="54"/>
                </a:lnTo>
                <a:lnTo>
                  <a:pt x="1535" y="54"/>
                </a:lnTo>
                <a:lnTo>
                  <a:pt x="1535" y="53"/>
                </a:lnTo>
                <a:lnTo>
                  <a:pt x="1535" y="52"/>
                </a:lnTo>
                <a:lnTo>
                  <a:pt x="1536" y="52"/>
                </a:lnTo>
                <a:lnTo>
                  <a:pt x="1536" y="51"/>
                </a:lnTo>
                <a:lnTo>
                  <a:pt x="1535" y="51"/>
                </a:lnTo>
                <a:lnTo>
                  <a:pt x="1535" y="50"/>
                </a:lnTo>
                <a:lnTo>
                  <a:pt x="1536" y="50"/>
                </a:lnTo>
                <a:lnTo>
                  <a:pt x="1537" y="50"/>
                </a:lnTo>
                <a:lnTo>
                  <a:pt x="1537" y="49"/>
                </a:lnTo>
                <a:lnTo>
                  <a:pt x="1538" y="49"/>
                </a:lnTo>
                <a:lnTo>
                  <a:pt x="1538" y="50"/>
                </a:lnTo>
                <a:lnTo>
                  <a:pt x="1539" y="50"/>
                </a:lnTo>
                <a:lnTo>
                  <a:pt x="1540" y="49"/>
                </a:lnTo>
                <a:lnTo>
                  <a:pt x="1541" y="49"/>
                </a:lnTo>
                <a:lnTo>
                  <a:pt x="1541" y="48"/>
                </a:lnTo>
                <a:lnTo>
                  <a:pt x="1542" y="48"/>
                </a:lnTo>
                <a:lnTo>
                  <a:pt x="1542" y="49"/>
                </a:lnTo>
                <a:lnTo>
                  <a:pt x="1543" y="49"/>
                </a:lnTo>
                <a:lnTo>
                  <a:pt x="1544" y="49"/>
                </a:lnTo>
                <a:lnTo>
                  <a:pt x="1545" y="49"/>
                </a:lnTo>
                <a:lnTo>
                  <a:pt x="1545" y="50"/>
                </a:lnTo>
                <a:lnTo>
                  <a:pt x="1546" y="50"/>
                </a:lnTo>
                <a:lnTo>
                  <a:pt x="1547" y="50"/>
                </a:lnTo>
                <a:lnTo>
                  <a:pt x="1548" y="50"/>
                </a:lnTo>
                <a:lnTo>
                  <a:pt x="1548" y="51"/>
                </a:lnTo>
                <a:lnTo>
                  <a:pt x="1549" y="51"/>
                </a:lnTo>
                <a:lnTo>
                  <a:pt x="1550" y="52"/>
                </a:lnTo>
                <a:lnTo>
                  <a:pt x="1552" y="52"/>
                </a:lnTo>
                <a:lnTo>
                  <a:pt x="1552" y="51"/>
                </a:lnTo>
                <a:lnTo>
                  <a:pt x="1553" y="51"/>
                </a:lnTo>
                <a:lnTo>
                  <a:pt x="1554" y="51"/>
                </a:lnTo>
                <a:lnTo>
                  <a:pt x="1555" y="51"/>
                </a:lnTo>
                <a:lnTo>
                  <a:pt x="1555" y="50"/>
                </a:lnTo>
                <a:lnTo>
                  <a:pt x="1555" y="51"/>
                </a:lnTo>
                <a:lnTo>
                  <a:pt x="1556" y="51"/>
                </a:lnTo>
                <a:lnTo>
                  <a:pt x="1557" y="51"/>
                </a:lnTo>
                <a:lnTo>
                  <a:pt x="1556" y="52"/>
                </a:lnTo>
                <a:lnTo>
                  <a:pt x="1557" y="53"/>
                </a:lnTo>
                <a:lnTo>
                  <a:pt x="1557" y="54"/>
                </a:lnTo>
                <a:lnTo>
                  <a:pt x="1558" y="54"/>
                </a:lnTo>
                <a:lnTo>
                  <a:pt x="1558" y="55"/>
                </a:lnTo>
                <a:lnTo>
                  <a:pt x="1557" y="55"/>
                </a:lnTo>
                <a:lnTo>
                  <a:pt x="1558" y="56"/>
                </a:lnTo>
                <a:lnTo>
                  <a:pt x="1559" y="57"/>
                </a:lnTo>
                <a:lnTo>
                  <a:pt x="1559" y="58"/>
                </a:lnTo>
                <a:lnTo>
                  <a:pt x="1560" y="59"/>
                </a:lnTo>
                <a:lnTo>
                  <a:pt x="1561" y="59"/>
                </a:lnTo>
                <a:lnTo>
                  <a:pt x="1562" y="59"/>
                </a:lnTo>
                <a:lnTo>
                  <a:pt x="1564" y="59"/>
                </a:lnTo>
                <a:lnTo>
                  <a:pt x="1565" y="59"/>
                </a:lnTo>
                <a:lnTo>
                  <a:pt x="1565" y="60"/>
                </a:lnTo>
                <a:lnTo>
                  <a:pt x="1566" y="60"/>
                </a:lnTo>
                <a:lnTo>
                  <a:pt x="1567" y="59"/>
                </a:lnTo>
                <a:lnTo>
                  <a:pt x="1567" y="58"/>
                </a:lnTo>
                <a:lnTo>
                  <a:pt x="1568" y="58"/>
                </a:lnTo>
                <a:lnTo>
                  <a:pt x="1568" y="57"/>
                </a:lnTo>
                <a:lnTo>
                  <a:pt x="1569" y="56"/>
                </a:lnTo>
                <a:lnTo>
                  <a:pt x="1570" y="56"/>
                </a:lnTo>
                <a:lnTo>
                  <a:pt x="1570" y="55"/>
                </a:lnTo>
                <a:lnTo>
                  <a:pt x="1571" y="56"/>
                </a:lnTo>
                <a:lnTo>
                  <a:pt x="1572" y="56"/>
                </a:lnTo>
                <a:lnTo>
                  <a:pt x="1573" y="56"/>
                </a:lnTo>
                <a:lnTo>
                  <a:pt x="1574" y="56"/>
                </a:lnTo>
                <a:lnTo>
                  <a:pt x="1575" y="55"/>
                </a:lnTo>
                <a:lnTo>
                  <a:pt x="1576" y="56"/>
                </a:lnTo>
                <a:lnTo>
                  <a:pt x="1578" y="56"/>
                </a:lnTo>
                <a:lnTo>
                  <a:pt x="1578" y="55"/>
                </a:lnTo>
                <a:lnTo>
                  <a:pt x="1579" y="55"/>
                </a:lnTo>
                <a:lnTo>
                  <a:pt x="1580" y="55"/>
                </a:lnTo>
                <a:lnTo>
                  <a:pt x="1581" y="55"/>
                </a:lnTo>
                <a:lnTo>
                  <a:pt x="1581" y="56"/>
                </a:lnTo>
                <a:lnTo>
                  <a:pt x="1582" y="56"/>
                </a:lnTo>
                <a:lnTo>
                  <a:pt x="1583" y="57"/>
                </a:lnTo>
                <a:lnTo>
                  <a:pt x="1583" y="56"/>
                </a:lnTo>
                <a:lnTo>
                  <a:pt x="1584" y="56"/>
                </a:lnTo>
                <a:lnTo>
                  <a:pt x="1584" y="57"/>
                </a:lnTo>
                <a:lnTo>
                  <a:pt x="1585" y="57"/>
                </a:lnTo>
                <a:lnTo>
                  <a:pt x="1585" y="58"/>
                </a:lnTo>
                <a:lnTo>
                  <a:pt x="1586" y="58"/>
                </a:lnTo>
                <a:lnTo>
                  <a:pt x="1587" y="58"/>
                </a:lnTo>
                <a:lnTo>
                  <a:pt x="1587" y="57"/>
                </a:lnTo>
                <a:lnTo>
                  <a:pt x="1587" y="56"/>
                </a:lnTo>
                <a:lnTo>
                  <a:pt x="1588" y="56"/>
                </a:lnTo>
                <a:lnTo>
                  <a:pt x="1590" y="56"/>
                </a:lnTo>
                <a:lnTo>
                  <a:pt x="1591" y="56"/>
                </a:lnTo>
                <a:lnTo>
                  <a:pt x="1591" y="55"/>
                </a:lnTo>
                <a:lnTo>
                  <a:pt x="1592" y="56"/>
                </a:lnTo>
                <a:lnTo>
                  <a:pt x="1593" y="57"/>
                </a:lnTo>
                <a:lnTo>
                  <a:pt x="1594" y="57"/>
                </a:lnTo>
                <a:lnTo>
                  <a:pt x="1595" y="57"/>
                </a:lnTo>
                <a:lnTo>
                  <a:pt x="1595" y="58"/>
                </a:lnTo>
                <a:lnTo>
                  <a:pt x="1595" y="59"/>
                </a:lnTo>
                <a:lnTo>
                  <a:pt x="1598" y="59"/>
                </a:lnTo>
                <a:lnTo>
                  <a:pt x="1598" y="60"/>
                </a:lnTo>
                <a:lnTo>
                  <a:pt x="1599" y="60"/>
                </a:lnTo>
                <a:lnTo>
                  <a:pt x="1600" y="60"/>
                </a:lnTo>
                <a:lnTo>
                  <a:pt x="1601" y="60"/>
                </a:lnTo>
                <a:lnTo>
                  <a:pt x="1602" y="60"/>
                </a:lnTo>
                <a:lnTo>
                  <a:pt x="1602" y="59"/>
                </a:lnTo>
                <a:lnTo>
                  <a:pt x="1602" y="60"/>
                </a:lnTo>
                <a:lnTo>
                  <a:pt x="1603" y="60"/>
                </a:lnTo>
                <a:lnTo>
                  <a:pt x="1604" y="59"/>
                </a:lnTo>
                <a:lnTo>
                  <a:pt x="1605" y="58"/>
                </a:lnTo>
                <a:lnTo>
                  <a:pt x="1604" y="57"/>
                </a:lnTo>
                <a:lnTo>
                  <a:pt x="1603" y="57"/>
                </a:lnTo>
                <a:lnTo>
                  <a:pt x="1603" y="56"/>
                </a:lnTo>
                <a:lnTo>
                  <a:pt x="1604" y="56"/>
                </a:lnTo>
                <a:lnTo>
                  <a:pt x="1604" y="55"/>
                </a:lnTo>
                <a:lnTo>
                  <a:pt x="1605" y="55"/>
                </a:lnTo>
                <a:lnTo>
                  <a:pt x="1606" y="55"/>
                </a:lnTo>
                <a:lnTo>
                  <a:pt x="1607" y="54"/>
                </a:lnTo>
                <a:lnTo>
                  <a:pt x="1608" y="53"/>
                </a:lnTo>
                <a:lnTo>
                  <a:pt x="1609" y="52"/>
                </a:lnTo>
                <a:lnTo>
                  <a:pt x="1610" y="52"/>
                </a:lnTo>
                <a:lnTo>
                  <a:pt x="1610" y="51"/>
                </a:lnTo>
                <a:lnTo>
                  <a:pt x="1611" y="51"/>
                </a:lnTo>
                <a:lnTo>
                  <a:pt x="1611" y="50"/>
                </a:lnTo>
                <a:lnTo>
                  <a:pt x="1612" y="50"/>
                </a:lnTo>
                <a:lnTo>
                  <a:pt x="1614" y="50"/>
                </a:lnTo>
                <a:lnTo>
                  <a:pt x="1615" y="50"/>
                </a:lnTo>
                <a:lnTo>
                  <a:pt x="1616" y="50"/>
                </a:lnTo>
                <a:lnTo>
                  <a:pt x="1616" y="51"/>
                </a:lnTo>
                <a:lnTo>
                  <a:pt x="1616" y="50"/>
                </a:lnTo>
                <a:lnTo>
                  <a:pt x="1617" y="50"/>
                </a:lnTo>
                <a:lnTo>
                  <a:pt x="1617" y="49"/>
                </a:lnTo>
                <a:lnTo>
                  <a:pt x="1618" y="49"/>
                </a:lnTo>
                <a:lnTo>
                  <a:pt x="1619" y="49"/>
                </a:lnTo>
                <a:lnTo>
                  <a:pt x="1620" y="49"/>
                </a:lnTo>
                <a:lnTo>
                  <a:pt x="1621" y="49"/>
                </a:lnTo>
                <a:lnTo>
                  <a:pt x="1621" y="50"/>
                </a:lnTo>
                <a:lnTo>
                  <a:pt x="1623" y="51"/>
                </a:lnTo>
                <a:lnTo>
                  <a:pt x="1624" y="51"/>
                </a:lnTo>
                <a:lnTo>
                  <a:pt x="1625" y="50"/>
                </a:lnTo>
                <a:lnTo>
                  <a:pt x="1626" y="50"/>
                </a:lnTo>
                <a:lnTo>
                  <a:pt x="1627" y="50"/>
                </a:lnTo>
                <a:lnTo>
                  <a:pt x="1627" y="51"/>
                </a:lnTo>
                <a:lnTo>
                  <a:pt x="1628" y="52"/>
                </a:lnTo>
                <a:lnTo>
                  <a:pt x="1629" y="52"/>
                </a:lnTo>
                <a:lnTo>
                  <a:pt x="1630" y="51"/>
                </a:lnTo>
                <a:lnTo>
                  <a:pt x="1630" y="50"/>
                </a:lnTo>
                <a:lnTo>
                  <a:pt x="1634" y="47"/>
                </a:lnTo>
                <a:lnTo>
                  <a:pt x="1635" y="47"/>
                </a:lnTo>
                <a:lnTo>
                  <a:pt x="1636" y="47"/>
                </a:lnTo>
                <a:lnTo>
                  <a:pt x="1636" y="46"/>
                </a:lnTo>
                <a:lnTo>
                  <a:pt x="1637" y="46"/>
                </a:lnTo>
                <a:lnTo>
                  <a:pt x="1637" y="45"/>
                </a:lnTo>
                <a:lnTo>
                  <a:pt x="1637" y="44"/>
                </a:lnTo>
                <a:lnTo>
                  <a:pt x="1638" y="44"/>
                </a:lnTo>
                <a:lnTo>
                  <a:pt x="1639" y="44"/>
                </a:lnTo>
                <a:lnTo>
                  <a:pt x="1640" y="43"/>
                </a:lnTo>
                <a:lnTo>
                  <a:pt x="1640" y="42"/>
                </a:lnTo>
                <a:lnTo>
                  <a:pt x="1640" y="41"/>
                </a:lnTo>
                <a:lnTo>
                  <a:pt x="1641" y="41"/>
                </a:lnTo>
                <a:lnTo>
                  <a:pt x="1642" y="41"/>
                </a:lnTo>
                <a:lnTo>
                  <a:pt x="1642" y="42"/>
                </a:lnTo>
                <a:lnTo>
                  <a:pt x="1643" y="42"/>
                </a:lnTo>
                <a:lnTo>
                  <a:pt x="1644" y="42"/>
                </a:lnTo>
                <a:lnTo>
                  <a:pt x="1646" y="43"/>
                </a:lnTo>
                <a:lnTo>
                  <a:pt x="1647" y="43"/>
                </a:lnTo>
                <a:lnTo>
                  <a:pt x="1648" y="42"/>
                </a:lnTo>
                <a:lnTo>
                  <a:pt x="1649" y="42"/>
                </a:lnTo>
                <a:lnTo>
                  <a:pt x="1650" y="42"/>
                </a:lnTo>
                <a:lnTo>
                  <a:pt x="1650" y="41"/>
                </a:lnTo>
                <a:lnTo>
                  <a:pt x="1651" y="41"/>
                </a:lnTo>
                <a:lnTo>
                  <a:pt x="1651" y="42"/>
                </a:lnTo>
                <a:lnTo>
                  <a:pt x="1652" y="43"/>
                </a:lnTo>
                <a:lnTo>
                  <a:pt x="1651" y="43"/>
                </a:lnTo>
                <a:lnTo>
                  <a:pt x="1652" y="43"/>
                </a:lnTo>
                <a:lnTo>
                  <a:pt x="1652" y="44"/>
                </a:lnTo>
                <a:lnTo>
                  <a:pt x="1653" y="44"/>
                </a:lnTo>
                <a:lnTo>
                  <a:pt x="1654" y="44"/>
                </a:lnTo>
                <a:lnTo>
                  <a:pt x="1655" y="45"/>
                </a:lnTo>
                <a:lnTo>
                  <a:pt x="1656" y="45"/>
                </a:lnTo>
                <a:lnTo>
                  <a:pt x="1656" y="46"/>
                </a:lnTo>
                <a:lnTo>
                  <a:pt x="1655" y="47"/>
                </a:lnTo>
                <a:lnTo>
                  <a:pt x="1654" y="50"/>
                </a:lnTo>
                <a:lnTo>
                  <a:pt x="1655" y="52"/>
                </a:lnTo>
                <a:lnTo>
                  <a:pt x="1655" y="54"/>
                </a:lnTo>
                <a:lnTo>
                  <a:pt x="1655" y="55"/>
                </a:lnTo>
                <a:lnTo>
                  <a:pt x="1655" y="56"/>
                </a:lnTo>
                <a:lnTo>
                  <a:pt x="1655" y="57"/>
                </a:lnTo>
                <a:lnTo>
                  <a:pt x="1656" y="57"/>
                </a:lnTo>
                <a:lnTo>
                  <a:pt x="1656" y="58"/>
                </a:lnTo>
                <a:lnTo>
                  <a:pt x="1657" y="58"/>
                </a:lnTo>
                <a:lnTo>
                  <a:pt x="1658" y="58"/>
                </a:lnTo>
                <a:lnTo>
                  <a:pt x="1659" y="58"/>
                </a:lnTo>
                <a:lnTo>
                  <a:pt x="1660" y="58"/>
                </a:lnTo>
                <a:lnTo>
                  <a:pt x="1662" y="58"/>
                </a:lnTo>
                <a:lnTo>
                  <a:pt x="1662" y="59"/>
                </a:lnTo>
                <a:lnTo>
                  <a:pt x="1662" y="60"/>
                </a:lnTo>
                <a:lnTo>
                  <a:pt x="1663" y="60"/>
                </a:lnTo>
                <a:lnTo>
                  <a:pt x="1664" y="60"/>
                </a:lnTo>
                <a:lnTo>
                  <a:pt x="1665" y="60"/>
                </a:lnTo>
                <a:lnTo>
                  <a:pt x="1666" y="60"/>
                </a:lnTo>
                <a:lnTo>
                  <a:pt x="1668" y="62"/>
                </a:lnTo>
                <a:lnTo>
                  <a:pt x="1669" y="62"/>
                </a:lnTo>
                <a:lnTo>
                  <a:pt x="1669" y="63"/>
                </a:lnTo>
                <a:lnTo>
                  <a:pt x="1670" y="63"/>
                </a:lnTo>
                <a:lnTo>
                  <a:pt x="1671" y="63"/>
                </a:lnTo>
                <a:lnTo>
                  <a:pt x="1671" y="62"/>
                </a:lnTo>
                <a:lnTo>
                  <a:pt x="1672" y="62"/>
                </a:lnTo>
                <a:lnTo>
                  <a:pt x="1673" y="62"/>
                </a:lnTo>
                <a:lnTo>
                  <a:pt x="1674" y="62"/>
                </a:lnTo>
                <a:lnTo>
                  <a:pt x="1675" y="61"/>
                </a:lnTo>
                <a:lnTo>
                  <a:pt x="1676" y="61"/>
                </a:lnTo>
                <a:lnTo>
                  <a:pt x="1676" y="60"/>
                </a:lnTo>
                <a:lnTo>
                  <a:pt x="1677" y="60"/>
                </a:lnTo>
                <a:lnTo>
                  <a:pt x="1677" y="61"/>
                </a:lnTo>
                <a:lnTo>
                  <a:pt x="1679" y="61"/>
                </a:lnTo>
                <a:lnTo>
                  <a:pt x="1679" y="60"/>
                </a:lnTo>
                <a:lnTo>
                  <a:pt x="1680" y="60"/>
                </a:lnTo>
                <a:lnTo>
                  <a:pt x="1680" y="61"/>
                </a:lnTo>
                <a:lnTo>
                  <a:pt x="1681" y="61"/>
                </a:lnTo>
                <a:lnTo>
                  <a:pt x="1682" y="61"/>
                </a:lnTo>
                <a:lnTo>
                  <a:pt x="1683" y="61"/>
                </a:lnTo>
                <a:lnTo>
                  <a:pt x="1683" y="60"/>
                </a:lnTo>
                <a:lnTo>
                  <a:pt x="1684" y="60"/>
                </a:lnTo>
                <a:lnTo>
                  <a:pt x="1684" y="59"/>
                </a:lnTo>
                <a:lnTo>
                  <a:pt x="1685" y="59"/>
                </a:lnTo>
                <a:lnTo>
                  <a:pt x="1686" y="59"/>
                </a:lnTo>
                <a:lnTo>
                  <a:pt x="1686" y="60"/>
                </a:lnTo>
                <a:lnTo>
                  <a:pt x="1687" y="60"/>
                </a:lnTo>
                <a:lnTo>
                  <a:pt x="1688" y="60"/>
                </a:lnTo>
                <a:lnTo>
                  <a:pt x="1689" y="60"/>
                </a:lnTo>
                <a:lnTo>
                  <a:pt x="1690" y="60"/>
                </a:lnTo>
                <a:lnTo>
                  <a:pt x="1692" y="60"/>
                </a:lnTo>
                <a:lnTo>
                  <a:pt x="1693" y="59"/>
                </a:lnTo>
                <a:lnTo>
                  <a:pt x="1694" y="59"/>
                </a:lnTo>
                <a:lnTo>
                  <a:pt x="1694" y="58"/>
                </a:lnTo>
                <a:lnTo>
                  <a:pt x="1695" y="58"/>
                </a:lnTo>
                <a:lnTo>
                  <a:pt x="1696" y="58"/>
                </a:lnTo>
                <a:lnTo>
                  <a:pt x="1697" y="58"/>
                </a:lnTo>
                <a:lnTo>
                  <a:pt x="1698" y="58"/>
                </a:lnTo>
                <a:lnTo>
                  <a:pt x="1699" y="59"/>
                </a:lnTo>
                <a:lnTo>
                  <a:pt x="1700" y="59"/>
                </a:lnTo>
                <a:lnTo>
                  <a:pt x="1701" y="60"/>
                </a:lnTo>
                <a:lnTo>
                  <a:pt x="1702" y="60"/>
                </a:lnTo>
                <a:lnTo>
                  <a:pt x="1703" y="60"/>
                </a:lnTo>
                <a:lnTo>
                  <a:pt x="1703" y="61"/>
                </a:lnTo>
                <a:lnTo>
                  <a:pt x="1704" y="61"/>
                </a:lnTo>
                <a:lnTo>
                  <a:pt x="1705" y="61"/>
                </a:lnTo>
                <a:lnTo>
                  <a:pt x="1705" y="62"/>
                </a:lnTo>
                <a:lnTo>
                  <a:pt x="1707" y="62"/>
                </a:lnTo>
                <a:lnTo>
                  <a:pt x="1707" y="61"/>
                </a:lnTo>
                <a:lnTo>
                  <a:pt x="1709" y="61"/>
                </a:lnTo>
                <a:lnTo>
                  <a:pt x="1710" y="60"/>
                </a:lnTo>
                <a:lnTo>
                  <a:pt x="1710" y="59"/>
                </a:lnTo>
                <a:lnTo>
                  <a:pt x="1711" y="60"/>
                </a:lnTo>
                <a:lnTo>
                  <a:pt x="1712" y="61"/>
                </a:lnTo>
                <a:lnTo>
                  <a:pt x="1713" y="61"/>
                </a:lnTo>
                <a:lnTo>
                  <a:pt x="1713" y="60"/>
                </a:lnTo>
                <a:lnTo>
                  <a:pt x="1714" y="60"/>
                </a:lnTo>
                <a:lnTo>
                  <a:pt x="1714" y="61"/>
                </a:lnTo>
                <a:lnTo>
                  <a:pt x="1715" y="61"/>
                </a:lnTo>
                <a:lnTo>
                  <a:pt x="1716" y="61"/>
                </a:lnTo>
                <a:lnTo>
                  <a:pt x="1717" y="61"/>
                </a:lnTo>
                <a:lnTo>
                  <a:pt x="1718" y="61"/>
                </a:lnTo>
                <a:lnTo>
                  <a:pt x="1720" y="61"/>
                </a:lnTo>
                <a:lnTo>
                  <a:pt x="1720" y="60"/>
                </a:lnTo>
                <a:lnTo>
                  <a:pt x="1721" y="60"/>
                </a:lnTo>
                <a:lnTo>
                  <a:pt x="1721" y="61"/>
                </a:lnTo>
                <a:lnTo>
                  <a:pt x="1722" y="61"/>
                </a:lnTo>
                <a:lnTo>
                  <a:pt x="1722" y="62"/>
                </a:lnTo>
                <a:lnTo>
                  <a:pt x="1723" y="62"/>
                </a:lnTo>
                <a:lnTo>
                  <a:pt x="1728" y="62"/>
                </a:lnTo>
                <a:lnTo>
                  <a:pt x="1729" y="61"/>
                </a:lnTo>
                <a:lnTo>
                  <a:pt x="1730" y="61"/>
                </a:lnTo>
                <a:lnTo>
                  <a:pt x="1731" y="60"/>
                </a:lnTo>
                <a:lnTo>
                  <a:pt x="1731" y="61"/>
                </a:lnTo>
                <a:lnTo>
                  <a:pt x="1732" y="61"/>
                </a:lnTo>
                <a:lnTo>
                  <a:pt x="1734" y="61"/>
                </a:lnTo>
                <a:lnTo>
                  <a:pt x="1735" y="61"/>
                </a:lnTo>
                <a:lnTo>
                  <a:pt x="1736" y="61"/>
                </a:lnTo>
                <a:lnTo>
                  <a:pt x="1737" y="61"/>
                </a:lnTo>
                <a:lnTo>
                  <a:pt x="1737" y="60"/>
                </a:lnTo>
                <a:lnTo>
                  <a:pt x="1737" y="59"/>
                </a:lnTo>
                <a:lnTo>
                  <a:pt x="1737" y="58"/>
                </a:lnTo>
                <a:lnTo>
                  <a:pt x="1738" y="58"/>
                </a:lnTo>
                <a:lnTo>
                  <a:pt x="1738" y="57"/>
                </a:lnTo>
                <a:lnTo>
                  <a:pt x="1737" y="57"/>
                </a:lnTo>
                <a:lnTo>
                  <a:pt x="1737" y="56"/>
                </a:lnTo>
                <a:lnTo>
                  <a:pt x="1738" y="56"/>
                </a:lnTo>
                <a:lnTo>
                  <a:pt x="1738" y="55"/>
                </a:lnTo>
                <a:lnTo>
                  <a:pt x="1738" y="56"/>
                </a:lnTo>
                <a:lnTo>
                  <a:pt x="1739" y="56"/>
                </a:lnTo>
                <a:lnTo>
                  <a:pt x="1740" y="56"/>
                </a:lnTo>
                <a:lnTo>
                  <a:pt x="1741" y="56"/>
                </a:lnTo>
                <a:lnTo>
                  <a:pt x="1741" y="57"/>
                </a:lnTo>
                <a:lnTo>
                  <a:pt x="1742" y="57"/>
                </a:lnTo>
                <a:lnTo>
                  <a:pt x="1742" y="56"/>
                </a:lnTo>
                <a:lnTo>
                  <a:pt x="1742" y="57"/>
                </a:lnTo>
                <a:lnTo>
                  <a:pt x="1743" y="57"/>
                </a:lnTo>
                <a:lnTo>
                  <a:pt x="1744" y="57"/>
                </a:lnTo>
                <a:lnTo>
                  <a:pt x="1745" y="57"/>
                </a:lnTo>
                <a:lnTo>
                  <a:pt x="1746" y="57"/>
                </a:lnTo>
                <a:lnTo>
                  <a:pt x="1748" y="58"/>
                </a:lnTo>
                <a:lnTo>
                  <a:pt x="1749" y="58"/>
                </a:lnTo>
                <a:lnTo>
                  <a:pt x="1751" y="58"/>
                </a:lnTo>
                <a:lnTo>
                  <a:pt x="1752" y="58"/>
                </a:lnTo>
                <a:lnTo>
                  <a:pt x="1753" y="58"/>
                </a:lnTo>
                <a:lnTo>
                  <a:pt x="1754" y="58"/>
                </a:lnTo>
                <a:lnTo>
                  <a:pt x="1755" y="58"/>
                </a:lnTo>
                <a:lnTo>
                  <a:pt x="1756" y="59"/>
                </a:lnTo>
                <a:lnTo>
                  <a:pt x="1757" y="59"/>
                </a:lnTo>
                <a:lnTo>
                  <a:pt x="1759" y="60"/>
                </a:lnTo>
                <a:lnTo>
                  <a:pt x="1760" y="60"/>
                </a:lnTo>
                <a:lnTo>
                  <a:pt x="1761" y="60"/>
                </a:lnTo>
                <a:lnTo>
                  <a:pt x="1762" y="60"/>
                </a:lnTo>
                <a:lnTo>
                  <a:pt x="1764" y="60"/>
                </a:lnTo>
                <a:lnTo>
                  <a:pt x="1764" y="61"/>
                </a:lnTo>
                <a:lnTo>
                  <a:pt x="1765" y="61"/>
                </a:lnTo>
                <a:lnTo>
                  <a:pt x="1768" y="60"/>
                </a:lnTo>
                <a:lnTo>
                  <a:pt x="1768" y="59"/>
                </a:lnTo>
                <a:lnTo>
                  <a:pt x="1769" y="59"/>
                </a:lnTo>
                <a:lnTo>
                  <a:pt x="1769" y="60"/>
                </a:lnTo>
                <a:lnTo>
                  <a:pt x="1770" y="60"/>
                </a:lnTo>
                <a:lnTo>
                  <a:pt x="1771" y="59"/>
                </a:lnTo>
                <a:lnTo>
                  <a:pt x="1771" y="58"/>
                </a:lnTo>
                <a:lnTo>
                  <a:pt x="1771" y="57"/>
                </a:lnTo>
                <a:lnTo>
                  <a:pt x="1772" y="57"/>
                </a:lnTo>
                <a:lnTo>
                  <a:pt x="1773" y="57"/>
                </a:lnTo>
                <a:lnTo>
                  <a:pt x="1773" y="56"/>
                </a:lnTo>
                <a:lnTo>
                  <a:pt x="1773" y="57"/>
                </a:lnTo>
                <a:lnTo>
                  <a:pt x="1774" y="57"/>
                </a:lnTo>
                <a:lnTo>
                  <a:pt x="1774" y="58"/>
                </a:lnTo>
                <a:lnTo>
                  <a:pt x="1775" y="58"/>
                </a:lnTo>
                <a:lnTo>
                  <a:pt x="1775" y="57"/>
                </a:lnTo>
                <a:lnTo>
                  <a:pt x="1776" y="57"/>
                </a:lnTo>
                <a:lnTo>
                  <a:pt x="1776" y="58"/>
                </a:lnTo>
                <a:lnTo>
                  <a:pt x="1776" y="59"/>
                </a:lnTo>
                <a:lnTo>
                  <a:pt x="1777" y="59"/>
                </a:lnTo>
                <a:lnTo>
                  <a:pt x="1778" y="59"/>
                </a:lnTo>
                <a:lnTo>
                  <a:pt x="1779" y="59"/>
                </a:lnTo>
                <a:lnTo>
                  <a:pt x="1779" y="58"/>
                </a:lnTo>
                <a:lnTo>
                  <a:pt x="1780" y="58"/>
                </a:lnTo>
                <a:lnTo>
                  <a:pt x="1780" y="57"/>
                </a:lnTo>
                <a:lnTo>
                  <a:pt x="1781" y="57"/>
                </a:lnTo>
                <a:lnTo>
                  <a:pt x="1782" y="56"/>
                </a:lnTo>
                <a:lnTo>
                  <a:pt x="1783" y="55"/>
                </a:lnTo>
                <a:lnTo>
                  <a:pt x="1784" y="55"/>
                </a:lnTo>
                <a:lnTo>
                  <a:pt x="1785" y="55"/>
                </a:lnTo>
                <a:lnTo>
                  <a:pt x="1786" y="55"/>
                </a:lnTo>
                <a:lnTo>
                  <a:pt x="1787" y="56"/>
                </a:lnTo>
                <a:lnTo>
                  <a:pt x="1788" y="56"/>
                </a:lnTo>
                <a:lnTo>
                  <a:pt x="1788" y="57"/>
                </a:lnTo>
                <a:lnTo>
                  <a:pt x="1789" y="57"/>
                </a:lnTo>
                <a:lnTo>
                  <a:pt x="1790" y="57"/>
                </a:lnTo>
                <a:lnTo>
                  <a:pt x="1791" y="57"/>
                </a:lnTo>
                <a:lnTo>
                  <a:pt x="1791" y="58"/>
                </a:lnTo>
                <a:lnTo>
                  <a:pt x="1792" y="58"/>
                </a:lnTo>
                <a:lnTo>
                  <a:pt x="1794" y="58"/>
                </a:lnTo>
                <a:lnTo>
                  <a:pt x="1795" y="58"/>
                </a:lnTo>
                <a:lnTo>
                  <a:pt x="1795" y="59"/>
                </a:lnTo>
                <a:lnTo>
                  <a:pt x="1796" y="59"/>
                </a:lnTo>
                <a:lnTo>
                  <a:pt x="1797" y="59"/>
                </a:lnTo>
                <a:lnTo>
                  <a:pt x="1798" y="59"/>
                </a:lnTo>
                <a:lnTo>
                  <a:pt x="1798" y="60"/>
                </a:lnTo>
                <a:lnTo>
                  <a:pt x="1799" y="60"/>
                </a:lnTo>
                <a:lnTo>
                  <a:pt x="1800" y="60"/>
                </a:lnTo>
                <a:lnTo>
                  <a:pt x="1800" y="61"/>
                </a:lnTo>
                <a:lnTo>
                  <a:pt x="1801" y="61"/>
                </a:lnTo>
                <a:lnTo>
                  <a:pt x="1802" y="61"/>
                </a:lnTo>
                <a:lnTo>
                  <a:pt x="1802" y="60"/>
                </a:lnTo>
                <a:lnTo>
                  <a:pt x="1802" y="59"/>
                </a:lnTo>
                <a:lnTo>
                  <a:pt x="1802" y="58"/>
                </a:lnTo>
                <a:lnTo>
                  <a:pt x="1802" y="57"/>
                </a:lnTo>
                <a:lnTo>
                  <a:pt x="1801" y="57"/>
                </a:lnTo>
                <a:lnTo>
                  <a:pt x="1801" y="56"/>
                </a:lnTo>
                <a:lnTo>
                  <a:pt x="1802" y="56"/>
                </a:lnTo>
                <a:lnTo>
                  <a:pt x="1803" y="56"/>
                </a:lnTo>
                <a:lnTo>
                  <a:pt x="1803" y="57"/>
                </a:lnTo>
                <a:lnTo>
                  <a:pt x="1804" y="57"/>
                </a:lnTo>
                <a:lnTo>
                  <a:pt x="1804" y="56"/>
                </a:lnTo>
                <a:lnTo>
                  <a:pt x="1805" y="56"/>
                </a:lnTo>
                <a:lnTo>
                  <a:pt x="1806" y="56"/>
                </a:lnTo>
                <a:lnTo>
                  <a:pt x="1806" y="57"/>
                </a:lnTo>
                <a:lnTo>
                  <a:pt x="1807" y="5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0" name=""/>
          <p:cNvSpPr/>
          <p:nvPr/>
        </p:nvSpPr>
        <p:spPr>
          <a:xfrm>
            <a:off x="7490160" y="1347120"/>
            <a:ext cx="335880" cy="593640"/>
          </a:xfrm>
          <a:custGeom>
            <a:avLst/>
            <a:gdLst/>
            <a:ahLst/>
            <a:rect l="0" t="0" r="r" b="b"/>
            <a:pathLst>
              <a:path w="933" h="1649">
                <a:moveTo>
                  <a:pt x="873" y="4"/>
                </a:moveTo>
                <a:lnTo>
                  <a:pt x="872" y="11"/>
                </a:lnTo>
                <a:lnTo>
                  <a:pt x="872" y="13"/>
                </a:lnTo>
                <a:lnTo>
                  <a:pt x="871" y="13"/>
                </a:lnTo>
                <a:lnTo>
                  <a:pt x="869" y="15"/>
                </a:lnTo>
                <a:lnTo>
                  <a:pt x="866" y="18"/>
                </a:lnTo>
                <a:lnTo>
                  <a:pt x="865" y="21"/>
                </a:lnTo>
                <a:lnTo>
                  <a:pt x="865" y="24"/>
                </a:lnTo>
                <a:lnTo>
                  <a:pt x="864" y="26"/>
                </a:lnTo>
                <a:lnTo>
                  <a:pt x="862" y="28"/>
                </a:lnTo>
                <a:lnTo>
                  <a:pt x="861" y="28"/>
                </a:lnTo>
                <a:lnTo>
                  <a:pt x="860" y="29"/>
                </a:lnTo>
                <a:lnTo>
                  <a:pt x="859" y="29"/>
                </a:lnTo>
                <a:lnTo>
                  <a:pt x="859" y="30"/>
                </a:lnTo>
                <a:lnTo>
                  <a:pt x="859" y="33"/>
                </a:lnTo>
                <a:lnTo>
                  <a:pt x="860" y="38"/>
                </a:lnTo>
                <a:lnTo>
                  <a:pt x="861" y="39"/>
                </a:lnTo>
                <a:lnTo>
                  <a:pt x="862" y="39"/>
                </a:lnTo>
                <a:lnTo>
                  <a:pt x="862" y="38"/>
                </a:lnTo>
                <a:lnTo>
                  <a:pt x="863" y="38"/>
                </a:lnTo>
                <a:lnTo>
                  <a:pt x="863" y="37"/>
                </a:lnTo>
                <a:lnTo>
                  <a:pt x="864" y="36"/>
                </a:lnTo>
                <a:lnTo>
                  <a:pt x="865" y="36"/>
                </a:lnTo>
                <a:lnTo>
                  <a:pt x="866" y="38"/>
                </a:lnTo>
                <a:lnTo>
                  <a:pt x="865" y="42"/>
                </a:lnTo>
                <a:lnTo>
                  <a:pt x="864" y="43"/>
                </a:lnTo>
                <a:lnTo>
                  <a:pt x="865" y="44"/>
                </a:lnTo>
                <a:lnTo>
                  <a:pt x="867" y="47"/>
                </a:lnTo>
                <a:lnTo>
                  <a:pt x="868" y="48"/>
                </a:lnTo>
                <a:lnTo>
                  <a:pt x="869" y="48"/>
                </a:lnTo>
                <a:lnTo>
                  <a:pt x="870" y="47"/>
                </a:lnTo>
                <a:lnTo>
                  <a:pt x="871" y="46"/>
                </a:lnTo>
                <a:lnTo>
                  <a:pt x="871" y="45"/>
                </a:lnTo>
                <a:lnTo>
                  <a:pt x="872" y="45"/>
                </a:lnTo>
                <a:lnTo>
                  <a:pt x="873" y="45"/>
                </a:lnTo>
                <a:lnTo>
                  <a:pt x="874" y="45"/>
                </a:lnTo>
                <a:lnTo>
                  <a:pt x="875" y="45"/>
                </a:lnTo>
                <a:lnTo>
                  <a:pt x="876" y="45"/>
                </a:lnTo>
                <a:lnTo>
                  <a:pt x="876" y="46"/>
                </a:lnTo>
                <a:lnTo>
                  <a:pt x="876" y="47"/>
                </a:lnTo>
                <a:lnTo>
                  <a:pt x="876" y="48"/>
                </a:lnTo>
                <a:lnTo>
                  <a:pt x="876" y="49"/>
                </a:lnTo>
                <a:lnTo>
                  <a:pt x="875" y="50"/>
                </a:lnTo>
                <a:lnTo>
                  <a:pt x="875" y="51"/>
                </a:lnTo>
                <a:lnTo>
                  <a:pt x="876" y="52"/>
                </a:lnTo>
                <a:lnTo>
                  <a:pt x="877" y="52"/>
                </a:lnTo>
                <a:lnTo>
                  <a:pt x="877" y="51"/>
                </a:lnTo>
                <a:lnTo>
                  <a:pt x="878" y="51"/>
                </a:lnTo>
                <a:lnTo>
                  <a:pt x="878" y="50"/>
                </a:lnTo>
                <a:lnTo>
                  <a:pt x="878" y="49"/>
                </a:lnTo>
                <a:lnTo>
                  <a:pt x="879" y="49"/>
                </a:lnTo>
                <a:lnTo>
                  <a:pt x="879" y="48"/>
                </a:lnTo>
                <a:lnTo>
                  <a:pt x="880" y="48"/>
                </a:lnTo>
                <a:lnTo>
                  <a:pt x="881" y="48"/>
                </a:lnTo>
                <a:lnTo>
                  <a:pt x="882" y="48"/>
                </a:lnTo>
                <a:lnTo>
                  <a:pt x="882" y="49"/>
                </a:lnTo>
                <a:lnTo>
                  <a:pt x="882" y="50"/>
                </a:lnTo>
                <a:lnTo>
                  <a:pt x="882" y="51"/>
                </a:lnTo>
                <a:lnTo>
                  <a:pt x="881" y="51"/>
                </a:lnTo>
                <a:lnTo>
                  <a:pt x="880" y="51"/>
                </a:lnTo>
                <a:lnTo>
                  <a:pt x="880" y="52"/>
                </a:lnTo>
                <a:lnTo>
                  <a:pt x="880" y="53"/>
                </a:lnTo>
                <a:lnTo>
                  <a:pt x="882" y="56"/>
                </a:lnTo>
                <a:lnTo>
                  <a:pt x="883" y="57"/>
                </a:lnTo>
                <a:lnTo>
                  <a:pt x="884" y="58"/>
                </a:lnTo>
                <a:lnTo>
                  <a:pt x="885" y="58"/>
                </a:lnTo>
                <a:lnTo>
                  <a:pt x="886" y="58"/>
                </a:lnTo>
                <a:lnTo>
                  <a:pt x="888" y="58"/>
                </a:lnTo>
                <a:lnTo>
                  <a:pt x="889" y="57"/>
                </a:lnTo>
                <a:lnTo>
                  <a:pt x="890" y="57"/>
                </a:lnTo>
                <a:lnTo>
                  <a:pt x="891" y="58"/>
                </a:lnTo>
                <a:lnTo>
                  <a:pt x="889" y="60"/>
                </a:lnTo>
                <a:lnTo>
                  <a:pt x="889" y="61"/>
                </a:lnTo>
                <a:lnTo>
                  <a:pt x="888" y="61"/>
                </a:lnTo>
                <a:lnTo>
                  <a:pt x="888" y="62"/>
                </a:lnTo>
                <a:lnTo>
                  <a:pt x="886" y="65"/>
                </a:lnTo>
                <a:lnTo>
                  <a:pt x="886" y="66"/>
                </a:lnTo>
                <a:lnTo>
                  <a:pt x="886" y="68"/>
                </a:lnTo>
                <a:lnTo>
                  <a:pt x="886" y="69"/>
                </a:lnTo>
                <a:lnTo>
                  <a:pt x="887" y="69"/>
                </a:lnTo>
                <a:lnTo>
                  <a:pt x="887" y="70"/>
                </a:lnTo>
                <a:lnTo>
                  <a:pt x="887" y="71"/>
                </a:lnTo>
                <a:lnTo>
                  <a:pt x="887" y="72"/>
                </a:lnTo>
                <a:lnTo>
                  <a:pt x="886" y="72"/>
                </a:lnTo>
                <a:lnTo>
                  <a:pt x="886" y="73"/>
                </a:lnTo>
                <a:lnTo>
                  <a:pt x="885" y="74"/>
                </a:lnTo>
                <a:lnTo>
                  <a:pt x="885" y="75"/>
                </a:lnTo>
                <a:lnTo>
                  <a:pt x="884" y="76"/>
                </a:lnTo>
                <a:lnTo>
                  <a:pt x="884" y="77"/>
                </a:lnTo>
                <a:lnTo>
                  <a:pt x="884" y="79"/>
                </a:lnTo>
                <a:lnTo>
                  <a:pt x="883" y="81"/>
                </a:lnTo>
                <a:lnTo>
                  <a:pt x="883" y="83"/>
                </a:lnTo>
                <a:lnTo>
                  <a:pt x="882" y="84"/>
                </a:lnTo>
                <a:lnTo>
                  <a:pt x="882" y="85"/>
                </a:lnTo>
                <a:lnTo>
                  <a:pt x="881" y="86"/>
                </a:lnTo>
                <a:lnTo>
                  <a:pt x="880" y="87"/>
                </a:lnTo>
                <a:lnTo>
                  <a:pt x="880" y="88"/>
                </a:lnTo>
                <a:lnTo>
                  <a:pt x="879" y="89"/>
                </a:lnTo>
                <a:lnTo>
                  <a:pt x="879" y="90"/>
                </a:lnTo>
                <a:lnTo>
                  <a:pt x="880" y="90"/>
                </a:lnTo>
                <a:lnTo>
                  <a:pt x="880" y="91"/>
                </a:lnTo>
                <a:lnTo>
                  <a:pt x="881" y="91"/>
                </a:lnTo>
                <a:lnTo>
                  <a:pt x="881" y="92"/>
                </a:lnTo>
                <a:lnTo>
                  <a:pt x="881" y="93"/>
                </a:lnTo>
                <a:lnTo>
                  <a:pt x="881" y="95"/>
                </a:lnTo>
                <a:lnTo>
                  <a:pt x="881" y="96"/>
                </a:lnTo>
                <a:lnTo>
                  <a:pt x="880" y="97"/>
                </a:lnTo>
                <a:lnTo>
                  <a:pt x="880" y="98"/>
                </a:lnTo>
                <a:lnTo>
                  <a:pt x="880" y="99"/>
                </a:lnTo>
                <a:lnTo>
                  <a:pt x="879" y="99"/>
                </a:lnTo>
                <a:lnTo>
                  <a:pt x="879" y="100"/>
                </a:lnTo>
                <a:lnTo>
                  <a:pt x="878" y="100"/>
                </a:lnTo>
                <a:lnTo>
                  <a:pt x="877" y="101"/>
                </a:lnTo>
                <a:lnTo>
                  <a:pt x="877" y="102"/>
                </a:lnTo>
                <a:lnTo>
                  <a:pt x="878" y="102"/>
                </a:lnTo>
                <a:lnTo>
                  <a:pt x="878" y="105"/>
                </a:lnTo>
                <a:lnTo>
                  <a:pt x="878" y="106"/>
                </a:lnTo>
                <a:lnTo>
                  <a:pt x="877" y="106"/>
                </a:lnTo>
                <a:lnTo>
                  <a:pt x="877" y="107"/>
                </a:lnTo>
                <a:lnTo>
                  <a:pt x="877" y="108"/>
                </a:lnTo>
                <a:lnTo>
                  <a:pt x="876" y="108"/>
                </a:lnTo>
                <a:lnTo>
                  <a:pt x="874" y="112"/>
                </a:lnTo>
                <a:lnTo>
                  <a:pt x="872" y="113"/>
                </a:lnTo>
                <a:lnTo>
                  <a:pt x="872" y="114"/>
                </a:lnTo>
                <a:lnTo>
                  <a:pt x="871" y="114"/>
                </a:lnTo>
                <a:lnTo>
                  <a:pt x="871" y="115"/>
                </a:lnTo>
                <a:lnTo>
                  <a:pt x="870" y="115"/>
                </a:lnTo>
                <a:lnTo>
                  <a:pt x="870" y="116"/>
                </a:lnTo>
                <a:lnTo>
                  <a:pt x="869" y="116"/>
                </a:lnTo>
                <a:lnTo>
                  <a:pt x="868" y="117"/>
                </a:lnTo>
                <a:lnTo>
                  <a:pt x="867" y="117"/>
                </a:lnTo>
                <a:lnTo>
                  <a:pt x="866" y="117"/>
                </a:lnTo>
                <a:lnTo>
                  <a:pt x="865" y="118"/>
                </a:lnTo>
                <a:lnTo>
                  <a:pt x="864" y="118"/>
                </a:lnTo>
                <a:lnTo>
                  <a:pt x="862" y="118"/>
                </a:lnTo>
                <a:lnTo>
                  <a:pt x="861" y="118"/>
                </a:lnTo>
                <a:lnTo>
                  <a:pt x="860" y="119"/>
                </a:lnTo>
                <a:lnTo>
                  <a:pt x="856" y="123"/>
                </a:lnTo>
                <a:lnTo>
                  <a:pt x="855" y="123"/>
                </a:lnTo>
                <a:lnTo>
                  <a:pt x="855" y="124"/>
                </a:lnTo>
                <a:lnTo>
                  <a:pt x="854" y="126"/>
                </a:lnTo>
                <a:lnTo>
                  <a:pt x="853" y="128"/>
                </a:lnTo>
                <a:lnTo>
                  <a:pt x="853" y="129"/>
                </a:lnTo>
                <a:lnTo>
                  <a:pt x="854" y="130"/>
                </a:lnTo>
                <a:lnTo>
                  <a:pt x="855" y="131"/>
                </a:lnTo>
                <a:lnTo>
                  <a:pt x="856" y="131"/>
                </a:lnTo>
                <a:lnTo>
                  <a:pt x="856" y="132"/>
                </a:lnTo>
                <a:lnTo>
                  <a:pt x="859" y="137"/>
                </a:lnTo>
                <a:lnTo>
                  <a:pt x="859" y="139"/>
                </a:lnTo>
                <a:lnTo>
                  <a:pt x="859" y="140"/>
                </a:lnTo>
                <a:lnTo>
                  <a:pt x="860" y="144"/>
                </a:lnTo>
                <a:lnTo>
                  <a:pt x="860" y="145"/>
                </a:lnTo>
                <a:lnTo>
                  <a:pt x="860" y="146"/>
                </a:lnTo>
                <a:lnTo>
                  <a:pt x="859" y="148"/>
                </a:lnTo>
                <a:lnTo>
                  <a:pt x="858" y="149"/>
                </a:lnTo>
                <a:lnTo>
                  <a:pt x="857" y="149"/>
                </a:lnTo>
                <a:lnTo>
                  <a:pt x="857" y="150"/>
                </a:lnTo>
                <a:lnTo>
                  <a:pt x="857" y="151"/>
                </a:lnTo>
                <a:lnTo>
                  <a:pt x="858" y="152"/>
                </a:lnTo>
                <a:lnTo>
                  <a:pt x="858" y="153"/>
                </a:lnTo>
                <a:lnTo>
                  <a:pt x="859" y="153"/>
                </a:lnTo>
                <a:lnTo>
                  <a:pt x="859" y="154"/>
                </a:lnTo>
                <a:lnTo>
                  <a:pt x="859" y="155"/>
                </a:lnTo>
                <a:lnTo>
                  <a:pt x="859" y="156"/>
                </a:lnTo>
                <a:lnTo>
                  <a:pt x="859" y="157"/>
                </a:lnTo>
                <a:lnTo>
                  <a:pt x="858" y="158"/>
                </a:lnTo>
                <a:lnTo>
                  <a:pt x="857" y="160"/>
                </a:lnTo>
                <a:lnTo>
                  <a:pt x="857" y="162"/>
                </a:lnTo>
                <a:lnTo>
                  <a:pt x="857" y="163"/>
                </a:lnTo>
                <a:lnTo>
                  <a:pt x="856" y="164"/>
                </a:lnTo>
                <a:lnTo>
                  <a:pt x="856" y="165"/>
                </a:lnTo>
                <a:lnTo>
                  <a:pt x="856" y="166"/>
                </a:lnTo>
                <a:lnTo>
                  <a:pt x="855" y="166"/>
                </a:lnTo>
                <a:lnTo>
                  <a:pt x="855" y="167"/>
                </a:lnTo>
                <a:lnTo>
                  <a:pt x="854" y="167"/>
                </a:lnTo>
                <a:lnTo>
                  <a:pt x="854" y="168"/>
                </a:lnTo>
                <a:lnTo>
                  <a:pt x="853" y="168"/>
                </a:lnTo>
                <a:lnTo>
                  <a:pt x="852" y="169"/>
                </a:lnTo>
                <a:lnTo>
                  <a:pt x="852" y="170"/>
                </a:lnTo>
                <a:lnTo>
                  <a:pt x="852" y="171"/>
                </a:lnTo>
                <a:lnTo>
                  <a:pt x="853" y="172"/>
                </a:lnTo>
                <a:lnTo>
                  <a:pt x="853" y="173"/>
                </a:lnTo>
                <a:lnTo>
                  <a:pt x="854" y="173"/>
                </a:lnTo>
                <a:lnTo>
                  <a:pt x="854" y="174"/>
                </a:lnTo>
                <a:lnTo>
                  <a:pt x="853" y="176"/>
                </a:lnTo>
                <a:lnTo>
                  <a:pt x="853" y="177"/>
                </a:lnTo>
                <a:lnTo>
                  <a:pt x="852" y="177"/>
                </a:lnTo>
                <a:lnTo>
                  <a:pt x="852" y="178"/>
                </a:lnTo>
                <a:lnTo>
                  <a:pt x="851" y="178"/>
                </a:lnTo>
                <a:lnTo>
                  <a:pt x="851" y="179"/>
                </a:lnTo>
                <a:lnTo>
                  <a:pt x="851" y="180"/>
                </a:lnTo>
                <a:lnTo>
                  <a:pt x="850" y="180"/>
                </a:lnTo>
                <a:lnTo>
                  <a:pt x="850" y="181"/>
                </a:lnTo>
                <a:lnTo>
                  <a:pt x="850" y="182"/>
                </a:lnTo>
                <a:lnTo>
                  <a:pt x="849" y="182"/>
                </a:lnTo>
                <a:lnTo>
                  <a:pt x="848" y="183"/>
                </a:lnTo>
                <a:lnTo>
                  <a:pt x="847" y="183"/>
                </a:lnTo>
                <a:lnTo>
                  <a:pt x="847" y="184"/>
                </a:lnTo>
                <a:lnTo>
                  <a:pt x="846" y="186"/>
                </a:lnTo>
                <a:lnTo>
                  <a:pt x="846" y="188"/>
                </a:lnTo>
                <a:lnTo>
                  <a:pt x="846" y="189"/>
                </a:lnTo>
                <a:lnTo>
                  <a:pt x="847" y="189"/>
                </a:lnTo>
                <a:lnTo>
                  <a:pt x="847" y="190"/>
                </a:lnTo>
                <a:lnTo>
                  <a:pt x="847" y="192"/>
                </a:lnTo>
                <a:lnTo>
                  <a:pt x="846" y="192"/>
                </a:lnTo>
                <a:lnTo>
                  <a:pt x="845" y="193"/>
                </a:lnTo>
                <a:lnTo>
                  <a:pt x="845" y="194"/>
                </a:lnTo>
                <a:lnTo>
                  <a:pt x="844" y="194"/>
                </a:lnTo>
                <a:lnTo>
                  <a:pt x="844" y="195"/>
                </a:lnTo>
                <a:lnTo>
                  <a:pt x="843" y="195"/>
                </a:lnTo>
                <a:lnTo>
                  <a:pt x="843" y="196"/>
                </a:lnTo>
                <a:lnTo>
                  <a:pt x="843" y="198"/>
                </a:lnTo>
                <a:lnTo>
                  <a:pt x="843" y="200"/>
                </a:lnTo>
                <a:lnTo>
                  <a:pt x="842" y="200"/>
                </a:lnTo>
                <a:lnTo>
                  <a:pt x="842" y="201"/>
                </a:lnTo>
                <a:lnTo>
                  <a:pt x="842" y="202"/>
                </a:lnTo>
                <a:lnTo>
                  <a:pt x="842" y="203"/>
                </a:lnTo>
                <a:lnTo>
                  <a:pt x="842" y="204"/>
                </a:lnTo>
                <a:lnTo>
                  <a:pt x="844" y="207"/>
                </a:lnTo>
                <a:lnTo>
                  <a:pt x="844" y="208"/>
                </a:lnTo>
                <a:lnTo>
                  <a:pt x="845" y="208"/>
                </a:lnTo>
                <a:lnTo>
                  <a:pt x="845" y="209"/>
                </a:lnTo>
                <a:lnTo>
                  <a:pt x="846" y="209"/>
                </a:lnTo>
                <a:lnTo>
                  <a:pt x="846" y="210"/>
                </a:lnTo>
                <a:lnTo>
                  <a:pt x="847" y="210"/>
                </a:lnTo>
                <a:lnTo>
                  <a:pt x="848" y="210"/>
                </a:lnTo>
                <a:lnTo>
                  <a:pt x="849" y="210"/>
                </a:lnTo>
                <a:lnTo>
                  <a:pt x="849" y="211"/>
                </a:lnTo>
                <a:lnTo>
                  <a:pt x="849" y="212"/>
                </a:lnTo>
                <a:lnTo>
                  <a:pt x="848" y="212"/>
                </a:lnTo>
                <a:lnTo>
                  <a:pt x="848" y="213"/>
                </a:lnTo>
                <a:lnTo>
                  <a:pt x="847" y="213"/>
                </a:lnTo>
                <a:lnTo>
                  <a:pt x="847" y="214"/>
                </a:lnTo>
                <a:lnTo>
                  <a:pt x="847" y="215"/>
                </a:lnTo>
                <a:lnTo>
                  <a:pt x="847" y="216"/>
                </a:lnTo>
                <a:lnTo>
                  <a:pt x="847" y="217"/>
                </a:lnTo>
                <a:lnTo>
                  <a:pt x="848" y="217"/>
                </a:lnTo>
                <a:lnTo>
                  <a:pt x="848" y="219"/>
                </a:lnTo>
                <a:lnTo>
                  <a:pt x="848" y="221"/>
                </a:lnTo>
                <a:lnTo>
                  <a:pt x="848" y="222"/>
                </a:lnTo>
                <a:lnTo>
                  <a:pt x="847" y="222"/>
                </a:lnTo>
                <a:lnTo>
                  <a:pt x="847" y="223"/>
                </a:lnTo>
                <a:lnTo>
                  <a:pt x="847" y="224"/>
                </a:lnTo>
                <a:lnTo>
                  <a:pt x="846" y="224"/>
                </a:lnTo>
                <a:lnTo>
                  <a:pt x="844" y="224"/>
                </a:lnTo>
                <a:lnTo>
                  <a:pt x="843" y="224"/>
                </a:lnTo>
                <a:lnTo>
                  <a:pt x="842" y="225"/>
                </a:lnTo>
                <a:lnTo>
                  <a:pt x="842" y="226"/>
                </a:lnTo>
                <a:lnTo>
                  <a:pt x="842" y="227"/>
                </a:lnTo>
                <a:lnTo>
                  <a:pt x="843" y="228"/>
                </a:lnTo>
                <a:lnTo>
                  <a:pt x="843" y="231"/>
                </a:lnTo>
                <a:lnTo>
                  <a:pt x="842" y="232"/>
                </a:lnTo>
                <a:lnTo>
                  <a:pt x="843" y="234"/>
                </a:lnTo>
                <a:lnTo>
                  <a:pt x="843" y="235"/>
                </a:lnTo>
                <a:lnTo>
                  <a:pt x="844" y="235"/>
                </a:lnTo>
                <a:lnTo>
                  <a:pt x="844" y="236"/>
                </a:lnTo>
                <a:lnTo>
                  <a:pt x="843" y="236"/>
                </a:lnTo>
                <a:lnTo>
                  <a:pt x="843" y="237"/>
                </a:lnTo>
                <a:lnTo>
                  <a:pt x="842" y="238"/>
                </a:lnTo>
                <a:lnTo>
                  <a:pt x="839" y="240"/>
                </a:lnTo>
                <a:lnTo>
                  <a:pt x="838" y="240"/>
                </a:lnTo>
                <a:lnTo>
                  <a:pt x="837" y="240"/>
                </a:lnTo>
                <a:lnTo>
                  <a:pt x="837" y="239"/>
                </a:lnTo>
                <a:lnTo>
                  <a:pt x="836" y="239"/>
                </a:lnTo>
                <a:lnTo>
                  <a:pt x="835" y="238"/>
                </a:lnTo>
                <a:lnTo>
                  <a:pt x="834" y="238"/>
                </a:lnTo>
                <a:lnTo>
                  <a:pt x="833" y="238"/>
                </a:lnTo>
                <a:lnTo>
                  <a:pt x="831" y="238"/>
                </a:lnTo>
                <a:lnTo>
                  <a:pt x="830" y="238"/>
                </a:lnTo>
                <a:lnTo>
                  <a:pt x="829" y="238"/>
                </a:lnTo>
                <a:lnTo>
                  <a:pt x="829" y="239"/>
                </a:lnTo>
                <a:lnTo>
                  <a:pt x="828" y="239"/>
                </a:lnTo>
                <a:lnTo>
                  <a:pt x="828" y="240"/>
                </a:lnTo>
                <a:lnTo>
                  <a:pt x="827" y="245"/>
                </a:lnTo>
                <a:lnTo>
                  <a:pt x="825" y="250"/>
                </a:lnTo>
                <a:lnTo>
                  <a:pt x="825" y="252"/>
                </a:lnTo>
                <a:lnTo>
                  <a:pt x="825" y="253"/>
                </a:lnTo>
                <a:lnTo>
                  <a:pt x="825" y="255"/>
                </a:lnTo>
                <a:lnTo>
                  <a:pt x="824" y="256"/>
                </a:lnTo>
                <a:lnTo>
                  <a:pt x="824" y="257"/>
                </a:lnTo>
                <a:lnTo>
                  <a:pt x="823" y="257"/>
                </a:lnTo>
                <a:lnTo>
                  <a:pt x="822" y="258"/>
                </a:lnTo>
                <a:lnTo>
                  <a:pt x="821" y="258"/>
                </a:lnTo>
                <a:lnTo>
                  <a:pt x="820" y="258"/>
                </a:lnTo>
                <a:lnTo>
                  <a:pt x="817" y="261"/>
                </a:lnTo>
                <a:lnTo>
                  <a:pt x="816" y="261"/>
                </a:lnTo>
                <a:lnTo>
                  <a:pt x="816" y="262"/>
                </a:lnTo>
                <a:lnTo>
                  <a:pt x="815" y="264"/>
                </a:lnTo>
                <a:lnTo>
                  <a:pt x="814" y="265"/>
                </a:lnTo>
                <a:lnTo>
                  <a:pt x="814" y="266"/>
                </a:lnTo>
                <a:lnTo>
                  <a:pt x="813" y="266"/>
                </a:lnTo>
                <a:lnTo>
                  <a:pt x="813" y="267"/>
                </a:lnTo>
                <a:lnTo>
                  <a:pt x="812" y="268"/>
                </a:lnTo>
                <a:lnTo>
                  <a:pt x="811" y="269"/>
                </a:lnTo>
                <a:lnTo>
                  <a:pt x="810" y="270"/>
                </a:lnTo>
                <a:lnTo>
                  <a:pt x="809" y="270"/>
                </a:lnTo>
                <a:lnTo>
                  <a:pt x="808" y="270"/>
                </a:lnTo>
                <a:lnTo>
                  <a:pt x="807" y="270"/>
                </a:lnTo>
                <a:lnTo>
                  <a:pt x="806" y="270"/>
                </a:lnTo>
                <a:lnTo>
                  <a:pt x="805" y="270"/>
                </a:lnTo>
                <a:lnTo>
                  <a:pt x="804" y="270"/>
                </a:lnTo>
                <a:lnTo>
                  <a:pt x="803" y="270"/>
                </a:lnTo>
                <a:lnTo>
                  <a:pt x="801" y="270"/>
                </a:lnTo>
                <a:lnTo>
                  <a:pt x="800" y="270"/>
                </a:lnTo>
                <a:lnTo>
                  <a:pt x="799" y="271"/>
                </a:lnTo>
                <a:lnTo>
                  <a:pt x="799" y="272"/>
                </a:lnTo>
                <a:lnTo>
                  <a:pt x="798" y="272"/>
                </a:lnTo>
                <a:lnTo>
                  <a:pt x="798" y="273"/>
                </a:lnTo>
                <a:lnTo>
                  <a:pt x="798" y="274"/>
                </a:lnTo>
                <a:lnTo>
                  <a:pt x="797" y="274"/>
                </a:lnTo>
                <a:lnTo>
                  <a:pt x="797" y="275"/>
                </a:lnTo>
                <a:lnTo>
                  <a:pt x="798" y="277"/>
                </a:lnTo>
                <a:lnTo>
                  <a:pt x="798" y="279"/>
                </a:lnTo>
                <a:lnTo>
                  <a:pt x="798" y="280"/>
                </a:lnTo>
                <a:lnTo>
                  <a:pt x="798" y="281"/>
                </a:lnTo>
                <a:lnTo>
                  <a:pt x="797" y="282"/>
                </a:lnTo>
                <a:lnTo>
                  <a:pt x="797" y="284"/>
                </a:lnTo>
                <a:lnTo>
                  <a:pt x="798" y="285"/>
                </a:lnTo>
                <a:lnTo>
                  <a:pt x="798" y="286"/>
                </a:lnTo>
                <a:lnTo>
                  <a:pt x="798" y="287"/>
                </a:lnTo>
                <a:lnTo>
                  <a:pt x="798" y="288"/>
                </a:lnTo>
                <a:lnTo>
                  <a:pt x="797" y="288"/>
                </a:lnTo>
                <a:lnTo>
                  <a:pt x="797" y="289"/>
                </a:lnTo>
                <a:lnTo>
                  <a:pt x="797" y="290"/>
                </a:lnTo>
                <a:lnTo>
                  <a:pt x="796" y="290"/>
                </a:lnTo>
                <a:lnTo>
                  <a:pt x="795" y="290"/>
                </a:lnTo>
                <a:lnTo>
                  <a:pt x="794" y="290"/>
                </a:lnTo>
                <a:lnTo>
                  <a:pt x="793" y="290"/>
                </a:lnTo>
                <a:lnTo>
                  <a:pt x="792" y="290"/>
                </a:lnTo>
                <a:lnTo>
                  <a:pt x="791" y="290"/>
                </a:lnTo>
                <a:lnTo>
                  <a:pt x="791" y="291"/>
                </a:lnTo>
                <a:lnTo>
                  <a:pt x="790" y="291"/>
                </a:lnTo>
                <a:lnTo>
                  <a:pt x="790" y="292"/>
                </a:lnTo>
                <a:lnTo>
                  <a:pt x="789" y="293"/>
                </a:lnTo>
                <a:lnTo>
                  <a:pt x="789" y="294"/>
                </a:lnTo>
                <a:lnTo>
                  <a:pt x="788" y="295"/>
                </a:lnTo>
                <a:lnTo>
                  <a:pt x="788" y="296"/>
                </a:lnTo>
                <a:lnTo>
                  <a:pt x="788" y="301"/>
                </a:lnTo>
                <a:lnTo>
                  <a:pt x="790" y="304"/>
                </a:lnTo>
                <a:lnTo>
                  <a:pt x="790" y="305"/>
                </a:lnTo>
                <a:lnTo>
                  <a:pt x="790" y="306"/>
                </a:lnTo>
                <a:lnTo>
                  <a:pt x="791" y="306"/>
                </a:lnTo>
                <a:lnTo>
                  <a:pt x="791" y="307"/>
                </a:lnTo>
                <a:lnTo>
                  <a:pt x="791" y="308"/>
                </a:lnTo>
                <a:lnTo>
                  <a:pt x="791" y="309"/>
                </a:lnTo>
                <a:lnTo>
                  <a:pt x="791" y="310"/>
                </a:lnTo>
                <a:lnTo>
                  <a:pt x="791" y="311"/>
                </a:lnTo>
                <a:lnTo>
                  <a:pt x="790" y="312"/>
                </a:lnTo>
                <a:lnTo>
                  <a:pt x="789" y="313"/>
                </a:lnTo>
                <a:lnTo>
                  <a:pt x="789" y="314"/>
                </a:lnTo>
                <a:lnTo>
                  <a:pt x="788" y="314"/>
                </a:lnTo>
                <a:lnTo>
                  <a:pt x="788" y="316"/>
                </a:lnTo>
                <a:lnTo>
                  <a:pt x="788" y="317"/>
                </a:lnTo>
                <a:lnTo>
                  <a:pt x="789" y="317"/>
                </a:lnTo>
                <a:lnTo>
                  <a:pt x="789" y="318"/>
                </a:lnTo>
                <a:lnTo>
                  <a:pt x="789" y="319"/>
                </a:lnTo>
                <a:lnTo>
                  <a:pt x="790" y="319"/>
                </a:lnTo>
                <a:lnTo>
                  <a:pt x="790" y="320"/>
                </a:lnTo>
                <a:lnTo>
                  <a:pt x="790" y="321"/>
                </a:lnTo>
                <a:lnTo>
                  <a:pt x="790" y="322"/>
                </a:lnTo>
                <a:lnTo>
                  <a:pt x="790" y="324"/>
                </a:lnTo>
                <a:lnTo>
                  <a:pt x="790" y="325"/>
                </a:lnTo>
                <a:lnTo>
                  <a:pt x="789" y="325"/>
                </a:lnTo>
                <a:lnTo>
                  <a:pt x="789" y="326"/>
                </a:lnTo>
                <a:lnTo>
                  <a:pt x="789" y="328"/>
                </a:lnTo>
                <a:lnTo>
                  <a:pt x="790" y="330"/>
                </a:lnTo>
                <a:lnTo>
                  <a:pt x="790" y="331"/>
                </a:lnTo>
                <a:lnTo>
                  <a:pt x="791" y="332"/>
                </a:lnTo>
                <a:lnTo>
                  <a:pt x="792" y="332"/>
                </a:lnTo>
                <a:lnTo>
                  <a:pt x="792" y="333"/>
                </a:lnTo>
                <a:lnTo>
                  <a:pt x="793" y="333"/>
                </a:lnTo>
                <a:lnTo>
                  <a:pt x="793" y="334"/>
                </a:lnTo>
                <a:lnTo>
                  <a:pt x="794" y="335"/>
                </a:lnTo>
                <a:lnTo>
                  <a:pt x="794" y="336"/>
                </a:lnTo>
                <a:lnTo>
                  <a:pt x="794" y="337"/>
                </a:lnTo>
                <a:lnTo>
                  <a:pt x="793" y="338"/>
                </a:lnTo>
                <a:lnTo>
                  <a:pt x="793" y="339"/>
                </a:lnTo>
                <a:lnTo>
                  <a:pt x="792" y="340"/>
                </a:lnTo>
                <a:lnTo>
                  <a:pt x="793" y="342"/>
                </a:lnTo>
                <a:lnTo>
                  <a:pt x="793" y="343"/>
                </a:lnTo>
                <a:lnTo>
                  <a:pt x="794" y="344"/>
                </a:lnTo>
                <a:lnTo>
                  <a:pt x="795" y="345"/>
                </a:lnTo>
                <a:lnTo>
                  <a:pt x="796" y="345"/>
                </a:lnTo>
                <a:lnTo>
                  <a:pt x="797" y="345"/>
                </a:lnTo>
                <a:lnTo>
                  <a:pt x="798" y="345"/>
                </a:lnTo>
                <a:lnTo>
                  <a:pt x="799" y="346"/>
                </a:lnTo>
                <a:lnTo>
                  <a:pt x="800" y="346"/>
                </a:lnTo>
                <a:lnTo>
                  <a:pt x="803" y="348"/>
                </a:lnTo>
                <a:lnTo>
                  <a:pt x="804" y="349"/>
                </a:lnTo>
                <a:lnTo>
                  <a:pt x="805" y="350"/>
                </a:lnTo>
                <a:lnTo>
                  <a:pt x="806" y="351"/>
                </a:lnTo>
                <a:lnTo>
                  <a:pt x="809" y="356"/>
                </a:lnTo>
                <a:lnTo>
                  <a:pt x="809" y="357"/>
                </a:lnTo>
                <a:lnTo>
                  <a:pt x="810" y="357"/>
                </a:lnTo>
                <a:lnTo>
                  <a:pt x="810" y="359"/>
                </a:lnTo>
                <a:lnTo>
                  <a:pt x="811" y="359"/>
                </a:lnTo>
                <a:lnTo>
                  <a:pt x="811" y="360"/>
                </a:lnTo>
                <a:lnTo>
                  <a:pt x="814" y="365"/>
                </a:lnTo>
                <a:lnTo>
                  <a:pt x="816" y="368"/>
                </a:lnTo>
                <a:lnTo>
                  <a:pt x="818" y="373"/>
                </a:lnTo>
                <a:lnTo>
                  <a:pt x="818" y="374"/>
                </a:lnTo>
                <a:lnTo>
                  <a:pt x="819" y="374"/>
                </a:lnTo>
                <a:lnTo>
                  <a:pt x="819" y="375"/>
                </a:lnTo>
                <a:lnTo>
                  <a:pt x="820" y="377"/>
                </a:lnTo>
                <a:lnTo>
                  <a:pt x="820" y="378"/>
                </a:lnTo>
                <a:lnTo>
                  <a:pt x="821" y="378"/>
                </a:lnTo>
                <a:lnTo>
                  <a:pt x="822" y="378"/>
                </a:lnTo>
                <a:lnTo>
                  <a:pt x="823" y="378"/>
                </a:lnTo>
                <a:lnTo>
                  <a:pt x="824" y="378"/>
                </a:lnTo>
                <a:lnTo>
                  <a:pt x="827" y="380"/>
                </a:lnTo>
                <a:lnTo>
                  <a:pt x="830" y="381"/>
                </a:lnTo>
                <a:lnTo>
                  <a:pt x="830" y="382"/>
                </a:lnTo>
                <a:lnTo>
                  <a:pt x="832" y="383"/>
                </a:lnTo>
                <a:lnTo>
                  <a:pt x="833" y="384"/>
                </a:lnTo>
                <a:lnTo>
                  <a:pt x="833" y="385"/>
                </a:lnTo>
                <a:lnTo>
                  <a:pt x="833" y="386"/>
                </a:lnTo>
                <a:lnTo>
                  <a:pt x="833" y="387"/>
                </a:lnTo>
                <a:lnTo>
                  <a:pt x="833" y="388"/>
                </a:lnTo>
                <a:lnTo>
                  <a:pt x="832" y="388"/>
                </a:lnTo>
                <a:lnTo>
                  <a:pt x="830" y="389"/>
                </a:lnTo>
                <a:lnTo>
                  <a:pt x="828" y="389"/>
                </a:lnTo>
                <a:lnTo>
                  <a:pt x="828" y="390"/>
                </a:lnTo>
                <a:lnTo>
                  <a:pt x="827" y="390"/>
                </a:lnTo>
                <a:lnTo>
                  <a:pt x="825" y="391"/>
                </a:lnTo>
                <a:lnTo>
                  <a:pt x="825" y="392"/>
                </a:lnTo>
                <a:lnTo>
                  <a:pt x="825" y="393"/>
                </a:lnTo>
                <a:lnTo>
                  <a:pt x="825" y="394"/>
                </a:lnTo>
                <a:lnTo>
                  <a:pt x="826" y="395"/>
                </a:lnTo>
                <a:lnTo>
                  <a:pt x="826" y="396"/>
                </a:lnTo>
                <a:lnTo>
                  <a:pt x="827" y="396"/>
                </a:lnTo>
                <a:lnTo>
                  <a:pt x="828" y="396"/>
                </a:lnTo>
                <a:lnTo>
                  <a:pt x="828" y="397"/>
                </a:lnTo>
                <a:lnTo>
                  <a:pt x="830" y="397"/>
                </a:lnTo>
                <a:lnTo>
                  <a:pt x="831" y="398"/>
                </a:lnTo>
                <a:lnTo>
                  <a:pt x="834" y="398"/>
                </a:lnTo>
                <a:lnTo>
                  <a:pt x="835" y="398"/>
                </a:lnTo>
                <a:lnTo>
                  <a:pt x="836" y="399"/>
                </a:lnTo>
                <a:lnTo>
                  <a:pt x="837" y="399"/>
                </a:lnTo>
                <a:lnTo>
                  <a:pt x="838" y="400"/>
                </a:lnTo>
                <a:lnTo>
                  <a:pt x="839" y="401"/>
                </a:lnTo>
                <a:lnTo>
                  <a:pt x="840" y="402"/>
                </a:lnTo>
                <a:lnTo>
                  <a:pt x="840" y="403"/>
                </a:lnTo>
                <a:lnTo>
                  <a:pt x="841" y="403"/>
                </a:lnTo>
                <a:lnTo>
                  <a:pt x="841" y="404"/>
                </a:lnTo>
                <a:lnTo>
                  <a:pt x="840" y="404"/>
                </a:lnTo>
                <a:lnTo>
                  <a:pt x="840" y="405"/>
                </a:lnTo>
                <a:lnTo>
                  <a:pt x="840" y="406"/>
                </a:lnTo>
                <a:lnTo>
                  <a:pt x="839" y="406"/>
                </a:lnTo>
                <a:lnTo>
                  <a:pt x="837" y="406"/>
                </a:lnTo>
                <a:lnTo>
                  <a:pt x="836" y="407"/>
                </a:lnTo>
                <a:lnTo>
                  <a:pt x="836" y="408"/>
                </a:lnTo>
                <a:lnTo>
                  <a:pt x="835" y="408"/>
                </a:lnTo>
                <a:lnTo>
                  <a:pt x="835" y="409"/>
                </a:lnTo>
                <a:lnTo>
                  <a:pt x="836" y="409"/>
                </a:lnTo>
                <a:lnTo>
                  <a:pt x="836" y="410"/>
                </a:lnTo>
                <a:lnTo>
                  <a:pt x="836" y="411"/>
                </a:lnTo>
                <a:lnTo>
                  <a:pt x="837" y="411"/>
                </a:lnTo>
                <a:lnTo>
                  <a:pt x="837" y="413"/>
                </a:lnTo>
                <a:lnTo>
                  <a:pt x="837" y="414"/>
                </a:lnTo>
                <a:lnTo>
                  <a:pt x="837" y="415"/>
                </a:lnTo>
                <a:lnTo>
                  <a:pt x="837" y="416"/>
                </a:lnTo>
                <a:lnTo>
                  <a:pt x="838" y="417"/>
                </a:lnTo>
                <a:lnTo>
                  <a:pt x="838" y="418"/>
                </a:lnTo>
                <a:lnTo>
                  <a:pt x="838" y="419"/>
                </a:lnTo>
                <a:lnTo>
                  <a:pt x="839" y="420"/>
                </a:lnTo>
                <a:lnTo>
                  <a:pt x="840" y="421"/>
                </a:lnTo>
                <a:lnTo>
                  <a:pt x="841" y="422"/>
                </a:lnTo>
                <a:lnTo>
                  <a:pt x="841" y="423"/>
                </a:lnTo>
                <a:lnTo>
                  <a:pt x="842" y="424"/>
                </a:lnTo>
                <a:lnTo>
                  <a:pt x="842" y="425"/>
                </a:lnTo>
                <a:lnTo>
                  <a:pt x="841" y="425"/>
                </a:lnTo>
                <a:lnTo>
                  <a:pt x="840" y="426"/>
                </a:lnTo>
                <a:lnTo>
                  <a:pt x="840" y="427"/>
                </a:lnTo>
                <a:lnTo>
                  <a:pt x="839" y="428"/>
                </a:lnTo>
                <a:lnTo>
                  <a:pt x="838" y="428"/>
                </a:lnTo>
                <a:lnTo>
                  <a:pt x="838" y="429"/>
                </a:lnTo>
                <a:lnTo>
                  <a:pt x="838" y="430"/>
                </a:lnTo>
                <a:lnTo>
                  <a:pt x="838" y="431"/>
                </a:lnTo>
                <a:lnTo>
                  <a:pt x="838" y="433"/>
                </a:lnTo>
                <a:lnTo>
                  <a:pt x="837" y="434"/>
                </a:lnTo>
                <a:lnTo>
                  <a:pt x="837" y="435"/>
                </a:lnTo>
                <a:lnTo>
                  <a:pt x="837" y="436"/>
                </a:lnTo>
                <a:lnTo>
                  <a:pt x="836" y="436"/>
                </a:lnTo>
                <a:lnTo>
                  <a:pt x="836" y="437"/>
                </a:lnTo>
                <a:lnTo>
                  <a:pt x="836" y="438"/>
                </a:lnTo>
                <a:lnTo>
                  <a:pt x="836" y="439"/>
                </a:lnTo>
                <a:lnTo>
                  <a:pt x="836" y="440"/>
                </a:lnTo>
                <a:lnTo>
                  <a:pt x="836" y="441"/>
                </a:lnTo>
                <a:lnTo>
                  <a:pt x="837" y="441"/>
                </a:lnTo>
                <a:lnTo>
                  <a:pt x="837" y="442"/>
                </a:lnTo>
                <a:lnTo>
                  <a:pt x="837" y="443"/>
                </a:lnTo>
                <a:lnTo>
                  <a:pt x="836" y="446"/>
                </a:lnTo>
                <a:lnTo>
                  <a:pt x="835" y="446"/>
                </a:lnTo>
                <a:lnTo>
                  <a:pt x="835" y="447"/>
                </a:lnTo>
                <a:lnTo>
                  <a:pt x="834" y="447"/>
                </a:lnTo>
                <a:lnTo>
                  <a:pt x="833" y="448"/>
                </a:lnTo>
                <a:lnTo>
                  <a:pt x="831" y="448"/>
                </a:lnTo>
                <a:lnTo>
                  <a:pt x="827" y="449"/>
                </a:lnTo>
                <a:lnTo>
                  <a:pt x="826" y="449"/>
                </a:lnTo>
                <a:lnTo>
                  <a:pt x="825" y="450"/>
                </a:lnTo>
                <a:lnTo>
                  <a:pt x="824" y="450"/>
                </a:lnTo>
                <a:lnTo>
                  <a:pt x="822" y="450"/>
                </a:lnTo>
                <a:lnTo>
                  <a:pt x="821" y="450"/>
                </a:lnTo>
                <a:lnTo>
                  <a:pt x="820" y="450"/>
                </a:lnTo>
                <a:lnTo>
                  <a:pt x="819" y="450"/>
                </a:lnTo>
                <a:lnTo>
                  <a:pt x="819" y="451"/>
                </a:lnTo>
                <a:lnTo>
                  <a:pt x="819" y="452"/>
                </a:lnTo>
                <a:lnTo>
                  <a:pt x="818" y="453"/>
                </a:lnTo>
                <a:lnTo>
                  <a:pt x="818" y="458"/>
                </a:lnTo>
                <a:lnTo>
                  <a:pt x="817" y="460"/>
                </a:lnTo>
                <a:lnTo>
                  <a:pt x="817" y="463"/>
                </a:lnTo>
                <a:lnTo>
                  <a:pt x="817" y="464"/>
                </a:lnTo>
                <a:lnTo>
                  <a:pt x="818" y="465"/>
                </a:lnTo>
                <a:lnTo>
                  <a:pt x="818" y="466"/>
                </a:lnTo>
                <a:lnTo>
                  <a:pt x="819" y="466"/>
                </a:lnTo>
                <a:lnTo>
                  <a:pt x="819" y="467"/>
                </a:lnTo>
                <a:lnTo>
                  <a:pt x="820" y="467"/>
                </a:lnTo>
                <a:lnTo>
                  <a:pt x="821" y="468"/>
                </a:lnTo>
                <a:lnTo>
                  <a:pt x="822" y="468"/>
                </a:lnTo>
                <a:lnTo>
                  <a:pt x="823" y="468"/>
                </a:lnTo>
                <a:lnTo>
                  <a:pt x="824" y="468"/>
                </a:lnTo>
                <a:lnTo>
                  <a:pt x="826" y="468"/>
                </a:lnTo>
                <a:lnTo>
                  <a:pt x="826" y="467"/>
                </a:lnTo>
                <a:lnTo>
                  <a:pt x="827" y="467"/>
                </a:lnTo>
                <a:lnTo>
                  <a:pt x="827" y="468"/>
                </a:lnTo>
                <a:lnTo>
                  <a:pt x="828" y="468"/>
                </a:lnTo>
                <a:lnTo>
                  <a:pt x="829" y="469"/>
                </a:lnTo>
                <a:lnTo>
                  <a:pt x="829" y="470"/>
                </a:lnTo>
                <a:lnTo>
                  <a:pt x="829" y="472"/>
                </a:lnTo>
                <a:lnTo>
                  <a:pt x="829" y="473"/>
                </a:lnTo>
                <a:lnTo>
                  <a:pt x="828" y="473"/>
                </a:lnTo>
                <a:lnTo>
                  <a:pt x="828" y="474"/>
                </a:lnTo>
                <a:lnTo>
                  <a:pt x="827" y="475"/>
                </a:lnTo>
                <a:lnTo>
                  <a:pt x="826" y="475"/>
                </a:lnTo>
                <a:lnTo>
                  <a:pt x="826" y="476"/>
                </a:lnTo>
                <a:lnTo>
                  <a:pt x="826" y="477"/>
                </a:lnTo>
                <a:lnTo>
                  <a:pt x="826" y="478"/>
                </a:lnTo>
                <a:lnTo>
                  <a:pt x="827" y="479"/>
                </a:lnTo>
                <a:lnTo>
                  <a:pt x="828" y="480"/>
                </a:lnTo>
                <a:lnTo>
                  <a:pt x="828" y="481"/>
                </a:lnTo>
                <a:lnTo>
                  <a:pt x="828" y="482"/>
                </a:lnTo>
                <a:lnTo>
                  <a:pt x="828" y="483"/>
                </a:lnTo>
                <a:lnTo>
                  <a:pt x="827" y="483"/>
                </a:lnTo>
                <a:lnTo>
                  <a:pt x="826" y="483"/>
                </a:lnTo>
                <a:lnTo>
                  <a:pt x="825" y="483"/>
                </a:lnTo>
                <a:lnTo>
                  <a:pt x="824" y="483"/>
                </a:lnTo>
                <a:lnTo>
                  <a:pt x="823" y="484"/>
                </a:lnTo>
                <a:lnTo>
                  <a:pt x="823" y="485"/>
                </a:lnTo>
                <a:lnTo>
                  <a:pt x="822" y="485"/>
                </a:lnTo>
                <a:lnTo>
                  <a:pt x="822" y="486"/>
                </a:lnTo>
                <a:lnTo>
                  <a:pt x="823" y="486"/>
                </a:lnTo>
                <a:lnTo>
                  <a:pt x="823" y="487"/>
                </a:lnTo>
                <a:lnTo>
                  <a:pt x="822" y="488"/>
                </a:lnTo>
                <a:lnTo>
                  <a:pt x="822" y="489"/>
                </a:lnTo>
                <a:lnTo>
                  <a:pt x="821" y="490"/>
                </a:lnTo>
                <a:lnTo>
                  <a:pt x="820" y="490"/>
                </a:lnTo>
                <a:lnTo>
                  <a:pt x="820" y="491"/>
                </a:lnTo>
                <a:lnTo>
                  <a:pt x="820" y="492"/>
                </a:lnTo>
                <a:lnTo>
                  <a:pt x="820" y="493"/>
                </a:lnTo>
                <a:lnTo>
                  <a:pt x="819" y="494"/>
                </a:lnTo>
                <a:lnTo>
                  <a:pt x="817" y="496"/>
                </a:lnTo>
                <a:lnTo>
                  <a:pt x="817" y="497"/>
                </a:lnTo>
                <a:lnTo>
                  <a:pt x="816" y="497"/>
                </a:lnTo>
                <a:lnTo>
                  <a:pt x="816" y="498"/>
                </a:lnTo>
                <a:lnTo>
                  <a:pt x="816" y="499"/>
                </a:lnTo>
                <a:lnTo>
                  <a:pt x="815" y="499"/>
                </a:lnTo>
                <a:lnTo>
                  <a:pt x="815" y="500"/>
                </a:lnTo>
                <a:lnTo>
                  <a:pt x="815" y="501"/>
                </a:lnTo>
                <a:lnTo>
                  <a:pt x="813" y="503"/>
                </a:lnTo>
                <a:lnTo>
                  <a:pt x="813" y="504"/>
                </a:lnTo>
                <a:lnTo>
                  <a:pt x="812" y="505"/>
                </a:lnTo>
                <a:lnTo>
                  <a:pt x="812" y="506"/>
                </a:lnTo>
                <a:lnTo>
                  <a:pt x="811" y="506"/>
                </a:lnTo>
                <a:lnTo>
                  <a:pt x="811" y="507"/>
                </a:lnTo>
                <a:lnTo>
                  <a:pt x="809" y="508"/>
                </a:lnTo>
                <a:lnTo>
                  <a:pt x="809" y="509"/>
                </a:lnTo>
                <a:lnTo>
                  <a:pt x="807" y="511"/>
                </a:lnTo>
                <a:lnTo>
                  <a:pt x="806" y="512"/>
                </a:lnTo>
                <a:lnTo>
                  <a:pt x="805" y="513"/>
                </a:lnTo>
                <a:lnTo>
                  <a:pt x="805" y="514"/>
                </a:lnTo>
                <a:lnTo>
                  <a:pt x="805" y="515"/>
                </a:lnTo>
                <a:lnTo>
                  <a:pt x="805" y="516"/>
                </a:lnTo>
                <a:lnTo>
                  <a:pt x="805" y="517"/>
                </a:lnTo>
                <a:lnTo>
                  <a:pt x="805" y="518"/>
                </a:lnTo>
                <a:lnTo>
                  <a:pt x="805" y="519"/>
                </a:lnTo>
                <a:lnTo>
                  <a:pt x="805" y="520"/>
                </a:lnTo>
                <a:lnTo>
                  <a:pt x="804" y="521"/>
                </a:lnTo>
                <a:lnTo>
                  <a:pt x="802" y="522"/>
                </a:lnTo>
                <a:lnTo>
                  <a:pt x="801" y="523"/>
                </a:lnTo>
                <a:lnTo>
                  <a:pt x="800" y="524"/>
                </a:lnTo>
                <a:lnTo>
                  <a:pt x="799" y="525"/>
                </a:lnTo>
                <a:lnTo>
                  <a:pt x="799" y="526"/>
                </a:lnTo>
                <a:lnTo>
                  <a:pt x="798" y="527"/>
                </a:lnTo>
                <a:lnTo>
                  <a:pt x="798" y="528"/>
                </a:lnTo>
                <a:lnTo>
                  <a:pt x="797" y="528"/>
                </a:lnTo>
                <a:lnTo>
                  <a:pt x="797" y="529"/>
                </a:lnTo>
                <a:lnTo>
                  <a:pt x="796" y="530"/>
                </a:lnTo>
                <a:lnTo>
                  <a:pt x="796" y="531"/>
                </a:lnTo>
                <a:lnTo>
                  <a:pt x="795" y="532"/>
                </a:lnTo>
                <a:lnTo>
                  <a:pt x="795" y="533"/>
                </a:lnTo>
                <a:lnTo>
                  <a:pt x="794" y="534"/>
                </a:lnTo>
                <a:lnTo>
                  <a:pt x="793" y="534"/>
                </a:lnTo>
                <a:lnTo>
                  <a:pt x="793" y="535"/>
                </a:lnTo>
                <a:lnTo>
                  <a:pt x="791" y="535"/>
                </a:lnTo>
                <a:lnTo>
                  <a:pt x="790" y="535"/>
                </a:lnTo>
                <a:lnTo>
                  <a:pt x="789" y="535"/>
                </a:lnTo>
                <a:lnTo>
                  <a:pt x="788" y="535"/>
                </a:lnTo>
                <a:lnTo>
                  <a:pt x="788" y="536"/>
                </a:lnTo>
                <a:lnTo>
                  <a:pt x="787" y="536"/>
                </a:lnTo>
                <a:lnTo>
                  <a:pt x="787" y="537"/>
                </a:lnTo>
                <a:lnTo>
                  <a:pt x="787" y="538"/>
                </a:lnTo>
                <a:lnTo>
                  <a:pt x="788" y="538"/>
                </a:lnTo>
                <a:lnTo>
                  <a:pt x="788" y="539"/>
                </a:lnTo>
                <a:lnTo>
                  <a:pt x="789" y="539"/>
                </a:lnTo>
                <a:lnTo>
                  <a:pt x="790" y="539"/>
                </a:lnTo>
                <a:lnTo>
                  <a:pt x="791" y="539"/>
                </a:lnTo>
                <a:lnTo>
                  <a:pt x="792" y="539"/>
                </a:lnTo>
                <a:lnTo>
                  <a:pt x="793" y="540"/>
                </a:lnTo>
                <a:lnTo>
                  <a:pt x="793" y="541"/>
                </a:lnTo>
                <a:lnTo>
                  <a:pt x="792" y="542"/>
                </a:lnTo>
                <a:lnTo>
                  <a:pt x="791" y="542"/>
                </a:lnTo>
                <a:lnTo>
                  <a:pt x="790" y="542"/>
                </a:lnTo>
                <a:lnTo>
                  <a:pt x="789" y="542"/>
                </a:lnTo>
                <a:lnTo>
                  <a:pt x="788" y="541"/>
                </a:lnTo>
                <a:lnTo>
                  <a:pt x="787" y="540"/>
                </a:lnTo>
                <a:lnTo>
                  <a:pt x="786" y="540"/>
                </a:lnTo>
                <a:lnTo>
                  <a:pt x="786" y="539"/>
                </a:lnTo>
                <a:lnTo>
                  <a:pt x="784" y="539"/>
                </a:lnTo>
                <a:lnTo>
                  <a:pt x="783" y="539"/>
                </a:lnTo>
                <a:lnTo>
                  <a:pt x="782" y="539"/>
                </a:lnTo>
                <a:lnTo>
                  <a:pt x="782" y="540"/>
                </a:lnTo>
                <a:lnTo>
                  <a:pt x="781" y="540"/>
                </a:lnTo>
                <a:lnTo>
                  <a:pt x="781" y="541"/>
                </a:lnTo>
                <a:lnTo>
                  <a:pt x="781" y="542"/>
                </a:lnTo>
                <a:lnTo>
                  <a:pt x="781" y="543"/>
                </a:lnTo>
                <a:lnTo>
                  <a:pt x="782" y="543"/>
                </a:lnTo>
                <a:lnTo>
                  <a:pt x="783" y="544"/>
                </a:lnTo>
                <a:lnTo>
                  <a:pt x="784" y="545"/>
                </a:lnTo>
                <a:lnTo>
                  <a:pt x="785" y="545"/>
                </a:lnTo>
                <a:lnTo>
                  <a:pt x="786" y="545"/>
                </a:lnTo>
                <a:lnTo>
                  <a:pt x="786" y="546"/>
                </a:lnTo>
                <a:lnTo>
                  <a:pt x="787" y="547"/>
                </a:lnTo>
                <a:lnTo>
                  <a:pt x="787" y="548"/>
                </a:lnTo>
                <a:lnTo>
                  <a:pt x="788" y="548"/>
                </a:lnTo>
                <a:lnTo>
                  <a:pt x="788" y="549"/>
                </a:lnTo>
                <a:lnTo>
                  <a:pt x="789" y="551"/>
                </a:lnTo>
                <a:lnTo>
                  <a:pt x="789" y="552"/>
                </a:lnTo>
                <a:lnTo>
                  <a:pt x="789" y="554"/>
                </a:lnTo>
                <a:lnTo>
                  <a:pt x="789" y="555"/>
                </a:lnTo>
                <a:lnTo>
                  <a:pt x="788" y="557"/>
                </a:lnTo>
                <a:lnTo>
                  <a:pt x="788" y="558"/>
                </a:lnTo>
                <a:lnTo>
                  <a:pt x="788" y="560"/>
                </a:lnTo>
                <a:lnTo>
                  <a:pt x="788" y="564"/>
                </a:lnTo>
                <a:lnTo>
                  <a:pt x="788" y="565"/>
                </a:lnTo>
                <a:lnTo>
                  <a:pt x="788" y="566"/>
                </a:lnTo>
                <a:lnTo>
                  <a:pt x="787" y="566"/>
                </a:lnTo>
                <a:lnTo>
                  <a:pt x="787" y="567"/>
                </a:lnTo>
                <a:lnTo>
                  <a:pt x="786" y="567"/>
                </a:lnTo>
                <a:lnTo>
                  <a:pt x="786" y="568"/>
                </a:lnTo>
                <a:lnTo>
                  <a:pt x="785" y="568"/>
                </a:lnTo>
                <a:lnTo>
                  <a:pt x="783" y="568"/>
                </a:lnTo>
                <a:lnTo>
                  <a:pt x="782" y="568"/>
                </a:lnTo>
                <a:lnTo>
                  <a:pt x="782" y="569"/>
                </a:lnTo>
                <a:lnTo>
                  <a:pt x="782" y="570"/>
                </a:lnTo>
                <a:lnTo>
                  <a:pt x="783" y="571"/>
                </a:lnTo>
                <a:lnTo>
                  <a:pt x="784" y="571"/>
                </a:lnTo>
                <a:lnTo>
                  <a:pt x="787" y="571"/>
                </a:lnTo>
                <a:lnTo>
                  <a:pt x="788" y="571"/>
                </a:lnTo>
                <a:lnTo>
                  <a:pt x="789" y="572"/>
                </a:lnTo>
                <a:lnTo>
                  <a:pt x="790" y="572"/>
                </a:lnTo>
                <a:lnTo>
                  <a:pt x="790" y="573"/>
                </a:lnTo>
                <a:lnTo>
                  <a:pt x="790" y="575"/>
                </a:lnTo>
                <a:lnTo>
                  <a:pt x="790" y="576"/>
                </a:lnTo>
                <a:lnTo>
                  <a:pt x="790" y="577"/>
                </a:lnTo>
                <a:lnTo>
                  <a:pt x="790" y="578"/>
                </a:lnTo>
                <a:lnTo>
                  <a:pt x="789" y="578"/>
                </a:lnTo>
                <a:lnTo>
                  <a:pt x="788" y="579"/>
                </a:lnTo>
                <a:lnTo>
                  <a:pt x="788" y="580"/>
                </a:lnTo>
                <a:lnTo>
                  <a:pt x="789" y="581"/>
                </a:lnTo>
                <a:lnTo>
                  <a:pt x="790" y="581"/>
                </a:lnTo>
                <a:lnTo>
                  <a:pt x="791" y="581"/>
                </a:lnTo>
                <a:lnTo>
                  <a:pt x="791" y="582"/>
                </a:lnTo>
                <a:lnTo>
                  <a:pt x="791" y="584"/>
                </a:lnTo>
                <a:lnTo>
                  <a:pt x="790" y="585"/>
                </a:lnTo>
                <a:lnTo>
                  <a:pt x="790" y="586"/>
                </a:lnTo>
                <a:lnTo>
                  <a:pt x="789" y="590"/>
                </a:lnTo>
                <a:lnTo>
                  <a:pt x="788" y="591"/>
                </a:lnTo>
                <a:lnTo>
                  <a:pt x="787" y="591"/>
                </a:lnTo>
                <a:lnTo>
                  <a:pt x="786" y="591"/>
                </a:lnTo>
                <a:lnTo>
                  <a:pt x="785" y="591"/>
                </a:lnTo>
                <a:lnTo>
                  <a:pt x="785" y="592"/>
                </a:lnTo>
                <a:lnTo>
                  <a:pt x="785" y="593"/>
                </a:lnTo>
                <a:lnTo>
                  <a:pt x="786" y="593"/>
                </a:lnTo>
                <a:lnTo>
                  <a:pt x="788" y="593"/>
                </a:lnTo>
                <a:lnTo>
                  <a:pt x="790" y="593"/>
                </a:lnTo>
                <a:lnTo>
                  <a:pt x="791" y="593"/>
                </a:lnTo>
                <a:lnTo>
                  <a:pt x="791" y="594"/>
                </a:lnTo>
                <a:lnTo>
                  <a:pt x="792" y="594"/>
                </a:lnTo>
                <a:lnTo>
                  <a:pt x="793" y="596"/>
                </a:lnTo>
                <a:lnTo>
                  <a:pt x="793" y="597"/>
                </a:lnTo>
                <a:lnTo>
                  <a:pt x="792" y="598"/>
                </a:lnTo>
                <a:lnTo>
                  <a:pt x="791" y="598"/>
                </a:lnTo>
                <a:lnTo>
                  <a:pt x="791" y="599"/>
                </a:lnTo>
                <a:lnTo>
                  <a:pt x="790" y="599"/>
                </a:lnTo>
                <a:lnTo>
                  <a:pt x="790" y="600"/>
                </a:lnTo>
                <a:lnTo>
                  <a:pt x="790" y="601"/>
                </a:lnTo>
                <a:lnTo>
                  <a:pt x="791" y="601"/>
                </a:lnTo>
                <a:lnTo>
                  <a:pt x="792" y="601"/>
                </a:lnTo>
                <a:lnTo>
                  <a:pt x="793" y="601"/>
                </a:lnTo>
                <a:lnTo>
                  <a:pt x="793" y="600"/>
                </a:lnTo>
                <a:lnTo>
                  <a:pt x="793" y="599"/>
                </a:lnTo>
                <a:lnTo>
                  <a:pt x="794" y="598"/>
                </a:lnTo>
                <a:lnTo>
                  <a:pt x="795" y="598"/>
                </a:lnTo>
                <a:lnTo>
                  <a:pt x="796" y="598"/>
                </a:lnTo>
                <a:lnTo>
                  <a:pt x="796" y="599"/>
                </a:lnTo>
                <a:lnTo>
                  <a:pt x="796" y="600"/>
                </a:lnTo>
                <a:lnTo>
                  <a:pt x="796" y="601"/>
                </a:lnTo>
                <a:lnTo>
                  <a:pt x="795" y="602"/>
                </a:lnTo>
                <a:lnTo>
                  <a:pt x="794" y="603"/>
                </a:lnTo>
                <a:lnTo>
                  <a:pt x="794" y="604"/>
                </a:lnTo>
                <a:lnTo>
                  <a:pt x="794" y="605"/>
                </a:lnTo>
                <a:lnTo>
                  <a:pt x="794" y="606"/>
                </a:lnTo>
                <a:lnTo>
                  <a:pt x="794" y="607"/>
                </a:lnTo>
                <a:lnTo>
                  <a:pt x="794" y="608"/>
                </a:lnTo>
                <a:lnTo>
                  <a:pt x="795" y="608"/>
                </a:lnTo>
                <a:lnTo>
                  <a:pt x="795" y="609"/>
                </a:lnTo>
                <a:lnTo>
                  <a:pt x="794" y="609"/>
                </a:lnTo>
                <a:lnTo>
                  <a:pt x="794" y="610"/>
                </a:lnTo>
                <a:lnTo>
                  <a:pt x="793" y="610"/>
                </a:lnTo>
                <a:lnTo>
                  <a:pt x="792" y="610"/>
                </a:lnTo>
                <a:lnTo>
                  <a:pt x="792" y="609"/>
                </a:lnTo>
                <a:lnTo>
                  <a:pt x="791" y="609"/>
                </a:lnTo>
                <a:lnTo>
                  <a:pt x="791" y="608"/>
                </a:lnTo>
                <a:lnTo>
                  <a:pt x="791" y="607"/>
                </a:lnTo>
                <a:lnTo>
                  <a:pt x="790" y="607"/>
                </a:lnTo>
                <a:lnTo>
                  <a:pt x="789" y="607"/>
                </a:lnTo>
                <a:lnTo>
                  <a:pt x="788" y="607"/>
                </a:lnTo>
                <a:lnTo>
                  <a:pt x="787" y="608"/>
                </a:lnTo>
                <a:lnTo>
                  <a:pt x="787" y="609"/>
                </a:lnTo>
                <a:lnTo>
                  <a:pt x="787" y="610"/>
                </a:lnTo>
                <a:lnTo>
                  <a:pt x="788" y="611"/>
                </a:lnTo>
                <a:lnTo>
                  <a:pt x="788" y="612"/>
                </a:lnTo>
                <a:lnTo>
                  <a:pt x="790" y="613"/>
                </a:lnTo>
                <a:lnTo>
                  <a:pt x="791" y="613"/>
                </a:lnTo>
                <a:lnTo>
                  <a:pt x="792" y="614"/>
                </a:lnTo>
                <a:lnTo>
                  <a:pt x="793" y="614"/>
                </a:lnTo>
                <a:lnTo>
                  <a:pt x="793" y="615"/>
                </a:lnTo>
                <a:lnTo>
                  <a:pt x="794" y="616"/>
                </a:lnTo>
                <a:lnTo>
                  <a:pt x="794" y="617"/>
                </a:lnTo>
                <a:lnTo>
                  <a:pt x="795" y="617"/>
                </a:lnTo>
                <a:lnTo>
                  <a:pt x="795" y="618"/>
                </a:lnTo>
                <a:lnTo>
                  <a:pt x="796" y="619"/>
                </a:lnTo>
                <a:lnTo>
                  <a:pt x="797" y="622"/>
                </a:lnTo>
                <a:lnTo>
                  <a:pt x="797" y="623"/>
                </a:lnTo>
                <a:lnTo>
                  <a:pt x="800" y="626"/>
                </a:lnTo>
                <a:lnTo>
                  <a:pt x="801" y="627"/>
                </a:lnTo>
                <a:lnTo>
                  <a:pt x="802" y="627"/>
                </a:lnTo>
                <a:lnTo>
                  <a:pt x="802" y="628"/>
                </a:lnTo>
                <a:lnTo>
                  <a:pt x="803" y="628"/>
                </a:lnTo>
                <a:lnTo>
                  <a:pt x="804" y="629"/>
                </a:lnTo>
                <a:lnTo>
                  <a:pt x="805" y="629"/>
                </a:lnTo>
                <a:lnTo>
                  <a:pt x="805" y="630"/>
                </a:lnTo>
                <a:lnTo>
                  <a:pt x="805" y="631"/>
                </a:lnTo>
                <a:lnTo>
                  <a:pt x="805" y="632"/>
                </a:lnTo>
                <a:lnTo>
                  <a:pt x="805" y="633"/>
                </a:lnTo>
                <a:lnTo>
                  <a:pt x="804" y="633"/>
                </a:lnTo>
                <a:lnTo>
                  <a:pt x="804" y="634"/>
                </a:lnTo>
                <a:lnTo>
                  <a:pt x="804" y="635"/>
                </a:lnTo>
                <a:lnTo>
                  <a:pt x="804" y="636"/>
                </a:lnTo>
                <a:lnTo>
                  <a:pt x="805" y="637"/>
                </a:lnTo>
                <a:lnTo>
                  <a:pt x="806" y="638"/>
                </a:lnTo>
                <a:lnTo>
                  <a:pt x="806" y="639"/>
                </a:lnTo>
                <a:lnTo>
                  <a:pt x="807" y="640"/>
                </a:lnTo>
                <a:lnTo>
                  <a:pt x="807" y="643"/>
                </a:lnTo>
                <a:lnTo>
                  <a:pt x="807" y="644"/>
                </a:lnTo>
                <a:lnTo>
                  <a:pt x="807" y="645"/>
                </a:lnTo>
                <a:lnTo>
                  <a:pt x="807" y="646"/>
                </a:lnTo>
                <a:lnTo>
                  <a:pt x="807" y="647"/>
                </a:lnTo>
                <a:lnTo>
                  <a:pt x="807" y="648"/>
                </a:lnTo>
                <a:lnTo>
                  <a:pt x="807" y="649"/>
                </a:lnTo>
                <a:lnTo>
                  <a:pt x="807" y="650"/>
                </a:lnTo>
                <a:lnTo>
                  <a:pt x="807" y="651"/>
                </a:lnTo>
                <a:lnTo>
                  <a:pt x="807" y="652"/>
                </a:lnTo>
                <a:lnTo>
                  <a:pt x="806" y="652"/>
                </a:lnTo>
                <a:lnTo>
                  <a:pt x="806" y="653"/>
                </a:lnTo>
                <a:lnTo>
                  <a:pt x="805" y="653"/>
                </a:lnTo>
                <a:lnTo>
                  <a:pt x="805" y="654"/>
                </a:lnTo>
                <a:lnTo>
                  <a:pt x="804" y="654"/>
                </a:lnTo>
                <a:lnTo>
                  <a:pt x="804" y="655"/>
                </a:lnTo>
                <a:lnTo>
                  <a:pt x="803" y="656"/>
                </a:lnTo>
                <a:lnTo>
                  <a:pt x="803" y="657"/>
                </a:lnTo>
                <a:lnTo>
                  <a:pt x="803" y="658"/>
                </a:lnTo>
                <a:lnTo>
                  <a:pt x="803" y="659"/>
                </a:lnTo>
                <a:lnTo>
                  <a:pt x="804" y="659"/>
                </a:lnTo>
                <a:lnTo>
                  <a:pt x="805" y="661"/>
                </a:lnTo>
                <a:lnTo>
                  <a:pt x="806" y="662"/>
                </a:lnTo>
                <a:lnTo>
                  <a:pt x="806" y="663"/>
                </a:lnTo>
                <a:lnTo>
                  <a:pt x="806" y="664"/>
                </a:lnTo>
                <a:lnTo>
                  <a:pt x="806" y="665"/>
                </a:lnTo>
                <a:lnTo>
                  <a:pt x="806" y="666"/>
                </a:lnTo>
                <a:lnTo>
                  <a:pt x="806" y="667"/>
                </a:lnTo>
                <a:lnTo>
                  <a:pt x="806" y="668"/>
                </a:lnTo>
                <a:lnTo>
                  <a:pt x="805" y="670"/>
                </a:lnTo>
                <a:lnTo>
                  <a:pt x="805" y="671"/>
                </a:lnTo>
                <a:lnTo>
                  <a:pt x="805" y="672"/>
                </a:lnTo>
                <a:lnTo>
                  <a:pt x="804" y="672"/>
                </a:lnTo>
                <a:lnTo>
                  <a:pt x="804" y="673"/>
                </a:lnTo>
                <a:lnTo>
                  <a:pt x="803" y="674"/>
                </a:lnTo>
                <a:lnTo>
                  <a:pt x="803" y="675"/>
                </a:lnTo>
                <a:lnTo>
                  <a:pt x="803" y="676"/>
                </a:lnTo>
                <a:lnTo>
                  <a:pt x="803" y="678"/>
                </a:lnTo>
                <a:lnTo>
                  <a:pt x="803" y="680"/>
                </a:lnTo>
                <a:lnTo>
                  <a:pt x="802" y="680"/>
                </a:lnTo>
                <a:lnTo>
                  <a:pt x="802" y="681"/>
                </a:lnTo>
                <a:lnTo>
                  <a:pt x="802" y="682"/>
                </a:lnTo>
                <a:lnTo>
                  <a:pt x="802" y="683"/>
                </a:lnTo>
                <a:lnTo>
                  <a:pt x="803" y="683"/>
                </a:lnTo>
                <a:lnTo>
                  <a:pt x="803" y="684"/>
                </a:lnTo>
                <a:lnTo>
                  <a:pt x="804" y="685"/>
                </a:lnTo>
                <a:lnTo>
                  <a:pt x="804" y="686"/>
                </a:lnTo>
                <a:lnTo>
                  <a:pt x="805" y="686"/>
                </a:lnTo>
                <a:lnTo>
                  <a:pt x="805" y="687"/>
                </a:lnTo>
                <a:lnTo>
                  <a:pt x="804" y="687"/>
                </a:lnTo>
                <a:lnTo>
                  <a:pt x="804" y="688"/>
                </a:lnTo>
                <a:lnTo>
                  <a:pt x="804" y="689"/>
                </a:lnTo>
                <a:lnTo>
                  <a:pt x="804" y="690"/>
                </a:lnTo>
                <a:lnTo>
                  <a:pt x="805" y="692"/>
                </a:lnTo>
                <a:lnTo>
                  <a:pt x="805" y="695"/>
                </a:lnTo>
                <a:lnTo>
                  <a:pt x="805" y="696"/>
                </a:lnTo>
                <a:lnTo>
                  <a:pt x="806" y="696"/>
                </a:lnTo>
                <a:lnTo>
                  <a:pt x="806" y="697"/>
                </a:lnTo>
                <a:lnTo>
                  <a:pt x="806" y="698"/>
                </a:lnTo>
                <a:lnTo>
                  <a:pt x="805" y="699"/>
                </a:lnTo>
                <a:lnTo>
                  <a:pt x="805" y="700"/>
                </a:lnTo>
                <a:lnTo>
                  <a:pt x="804" y="701"/>
                </a:lnTo>
                <a:lnTo>
                  <a:pt x="804" y="702"/>
                </a:lnTo>
                <a:lnTo>
                  <a:pt x="803" y="703"/>
                </a:lnTo>
                <a:lnTo>
                  <a:pt x="803" y="704"/>
                </a:lnTo>
                <a:lnTo>
                  <a:pt x="802" y="705"/>
                </a:lnTo>
                <a:lnTo>
                  <a:pt x="802" y="706"/>
                </a:lnTo>
                <a:lnTo>
                  <a:pt x="802" y="707"/>
                </a:lnTo>
                <a:lnTo>
                  <a:pt x="803" y="707"/>
                </a:lnTo>
                <a:lnTo>
                  <a:pt x="803" y="708"/>
                </a:lnTo>
                <a:lnTo>
                  <a:pt x="804" y="709"/>
                </a:lnTo>
                <a:lnTo>
                  <a:pt x="804" y="710"/>
                </a:lnTo>
                <a:lnTo>
                  <a:pt x="804" y="711"/>
                </a:lnTo>
                <a:lnTo>
                  <a:pt x="803" y="711"/>
                </a:lnTo>
                <a:lnTo>
                  <a:pt x="803" y="712"/>
                </a:lnTo>
                <a:lnTo>
                  <a:pt x="803" y="713"/>
                </a:lnTo>
                <a:lnTo>
                  <a:pt x="802" y="714"/>
                </a:lnTo>
                <a:lnTo>
                  <a:pt x="802" y="715"/>
                </a:lnTo>
                <a:lnTo>
                  <a:pt x="802" y="716"/>
                </a:lnTo>
                <a:lnTo>
                  <a:pt x="802" y="717"/>
                </a:lnTo>
                <a:lnTo>
                  <a:pt x="802" y="718"/>
                </a:lnTo>
                <a:lnTo>
                  <a:pt x="802" y="719"/>
                </a:lnTo>
                <a:lnTo>
                  <a:pt x="802" y="720"/>
                </a:lnTo>
                <a:lnTo>
                  <a:pt x="803" y="720"/>
                </a:lnTo>
                <a:lnTo>
                  <a:pt x="803" y="721"/>
                </a:lnTo>
                <a:lnTo>
                  <a:pt x="803" y="723"/>
                </a:lnTo>
                <a:lnTo>
                  <a:pt x="803" y="725"/>
                </a:lnTo>
                <a:lnTo>
                  <a:pt x="804" y="726"/>
                </a:lnTo>
                <a:lnTo>
                  <a:pt x="804" y="728"/>
                </a:lnTo>
                <a:lnTo>
                  <a:pt x="805" y="729"/>
                </a:lnTo>
                <a:lnTo>
                  <a:pt x="806" y="730"/>
                </a:lnTo>
                <a:lnTo>
                  <a:pt x="806" y="731"/>
                </a:lnTo>
                <a:lnTo>
                  <a:pt x="807" y="731"/>
                </a:lnTo>
                <a:lnTo>
                  <a:pt x="807" y="733"/>
                </a:lnTo>
                <a:lnTo>
                  <a:pt x="807" y="734"/>
                </a:lnTo>
                <a:lnTo>
                  <a:pt x="806" y="734"/>
                </a:lnTo>
                <a:lnTo>
                  <a:pt x="806" y="735"/>
                </a:lnTo>
                <a:lnTo>
                  <a:pt x="807" y="736"/>
                </a:lnTo>
                <a:lnTo>
                  <a:pt x="808" y="737"/>
                </a:lnTo>
                <a:lnTo>
                  <a:pt x="808" y="738"/>
                </a:lnTo>
                <a:lnTo>
                  <a:pt x="809" y="738"/>
                </a:lnTo>
                <a:lnTo>
                  <a:pt x="809" y="739"/>
                </a:lnTo>
                <a:lnTo>
                  <a:pt x="809" y="740"/>
                </a:lnTo>
                <a:lnTo>
                  <a:pt x="810" y="741"/>
                </a:lnTo>
                <a:lnTo>
                  <a:pt x="810" y="742"/>
                </a:lnTo>
                <a:lnTo>
                  <a:pt x="811" y="743"/>
                </a:lnTo>
                <a:lnTo>
                  <a:pt x="811" y="744"/>
                </a:lnTo>
                <a:lnTo>
                  <a:pt x="811" y="745"/>
                </a:lnTo>
                <a:lnTo>
                  <a:pt x="811" y="746"/>
                </a:lnTo>
                <a:lnTo>
                  <a:pt x="811" y="747"/>
                </a:lnTo>
                <a:lnTo>
                  <a:pt x="812" y="747"/>
                </a:lnTo>
                <a:lnTo>
                  <a:pt x="812" y="748"/>
                </a:lnTo>
                <a:lnTo>
                  <a:pt x="812" y="749"/>
                </a:lnTo>
                <a:lnTo>
                  <a:pt x="812" y="750"/>
                </a:lnTo>
                <a:lnTo>
                  <a:pt x="811" y="751"/>
                </a:lnTo>
                <a:lnTo>
                  <a:pt x="811" y="752"/>
                </a:lnTo>
                <a:lnTo>
                  <a:pt x="812" y="753"/>
                </a:lnTo>
                <a:lnTo>
                  <a:pt x="812" y="754"/>
                </a:lnTo>
                <a:lnTo>
                  <a:pt x="813" y="754"/>
                </a:lnTo>
                <a:lnTo>
                  <a:pt x="814" y="754"/>
                </a:lnTo>
                <a:lnTo>
                  <a:pt x="814" y="755"/>
                </a:lnTo>
                <a:lnTo>
                  <a:pt x="815" y="755"/>
                </a:lnTo>
                <a:lnTo>
                  <a:pt x="815" y="756"/>
                </a:lnTo>
                <a:lnTo>
                  <a:pt x="816" y="756"/>
                </a:lnTo>
                <a:lnTo>
                  <a:pt x="816" y="758"/>
                </a:lnTo>
                <a:lnTo>
                  <a:pt x="815" y="758"/>
                </a:lnTo>
                <a:lnTo>
                  <a:pt x="815" y="759"/>
                </a:lnTo>
                <a:lnTo>
                  <a:pt x="815" y="760"/>
                </a:lnTo>
                <a:lnTo>
                  <a:pt x="814" y="760"/>
                </a:lnTo>
                <a:lnTo>
                  <a:pt x="813" y="761"/>
                </a:lnTo>
                <a:lnTo>
                  <a:pt x="814" y="762"/>
                </a:lnTo>
                <a:lnTo>
                  <a:pt x="814" y="763"/>
                </a:lnTo>
                <a:lnTo>
                  <a:pt x="814" y="764"/>
                </a:lnTo>
                <a:lnTo>
                  <a:pt x="815" y="764"/>
                </a:lnTo>
                <a:lnTo>
                  <a:pt x="815" y="765"/>
                </a:lnTo>
                <a:lnTo>
                  <a:pt x="816" y="765"/>
                </a:lnTo>
                <a:lnTo>
                  <a:pt x="816" y="766"/>
                </a:lnTo>
                <a:lnTo>
                  <a:pt x="816" y="767"/>
                </a:lnTo>
                <a:lnTo>
                  <a:pt x="816" y="768"/>
                </a:lnTo>
                <a:lnTo>
                  <a:pt x="816" y="769"/>
                </a:lnTo>
                <a:lnTo>
                  <a:pt x="816" y="770"/>
                </a:lnTo>
                <a:lnTo>
                  <a:pt x="816" y="771"/>
                </a:lnTo>
                <a:lnTo>
                  <a:pt x="816" y="772"/>
                </a:lnTo>
                <a:lnTo>
                  <a:pt x="816" y="774"/>
                </a:lnTo>
                <a:lnTo>
                  <a:pt x="816" y="775"/>
                </a:lnTo>
                <a:lnTo>
                  <a:pt x="816" y="776"/>
                </a:lnTo>
                <a:lnTo>
                  <a:pt x="817" y="776"/>
                </a:lnTo>
                <a:lnTo>
                  <a:pt x="819" y="776"/>
                </a:lnTo>
                <a:lnTo>
                  <a:pt x="819" y="775"/>
                </a:lnTo>
                <a:lnTo>
                  <a:pt x="820" y="775"/>
                </a:lnTo>
                <a:lnTo>
                  <a:pt x="821" y="775"/>
                </a:lnTo>
                <a:lnTo>
                  <a:pt x="822" y="775"/>
                </a:lnTo>
                <a:lnTo>
                  <a:pt x="822" y="776"/>
                </a:lnTo>
                <a:lnTo>
                  <a:pt x="822" y="779"/>
                </a:lnTo>
                <a:lnTo>
                  <a:pt x="822" y="781"/>
                </a:lnTo>
                <a:lnTo>
                  <a:pt x="822" y="782"/>
                </a:lnTo>
                <a:lnTo>
                  <a:pt x="822" y="783"/>
                </a:lnTo>
                <a:lnTo>
                  <a:pt x="823" y="783"/>
                </a:lnTo>
                <a:lnTo>
                  <a:pt x="823" y="784"/>
                </a:lnTo>
                <a:lnTo>
                  <a:pt x="823" y="785"/>
                </a:lnTo>
                <a:lnTo>
                  <a:pt x="824" y="785"/>
                </a:lnTo>
                <a:lnTo>
                  <a:pt x="825" y="787"/>
                </a:lnTo>
                <a:lnTo>
                  <a:pt x="826" y="790"/>
                </a:lnTo>
                <a:lnTo>
                  <a:pt x="826" y="791"/>
                </a:lnTo>
                <a:lnTo>
                  <a:pt x="826" y="792"/>
                </a:lnTo>
                <a:lnTo>
                  <a:pt x="826" y="793"/>
                </a:lnTo>
                <a:lnTo>
                  <a:pt x="825" y="793"/>
                </a:lnTo>
                <a:lnTo>
                  <a:pt x="825" y="794"/>
                </a:lnTo>
                <a:lnTo>
                  <a:pt x="825" y="795"/>
                </a:lnTo>
                <a:lnTo>
                  <a:pt x="826" y="795"/>
                </a:lnTo>
                <a:lnTo>
                  <a:pt x="826" y="796"/>
                </a:lnTo>
                <a:lnTo>
                  <a:pt x="827" y="796"/>
                </a:lnTo>
                <a:lnTo>
                  <a:pt x="827" y="797"/>
                </a:lnTo>
                <a:lnTo>
                  <a:pt x="827" y="798"/>
                </a:lnTo>
                <a:lnTo>
                  <a:pt x="828" y="798"/>
                </a:lnTo>
                <a:lnTo>
                  <a:pt x="828" y="800"/>
                </a:lnTo>
                <a:lnTo>
                  <a:pt x="827" y="800"/>
                </a:lnTo>
                <a:lnTo>
                  <a:pt x="827" y="801"/>
                </a:lnTo>
                <a:lnTo>
                  <a:pt x="828" y="801"/>
                </a:lnTo>
                <a:lnTo>
                  <a:pt x="828" y="802"/>
                </a:lnTo>
                <a:lnTo>
                  <a:pt x="828" y="803"/>
                </a:lnTo>
                <a:lnTo>
                  <a:pt x="828" y="804"/>
                </a:lnTo>
                <a:lnTo>
                  <a:pt x="828" y="805"/>
                </a:lnTo>
                <a:lnTo>
                  <a:pt x="828" y="806"/>
                </a:lnTo>
                <a:lnTo>
                  <a:pt x="828" y="807"/>
                </a:lnTo>
                <a:lnTo>
                  <a:pt x="829" y="807"/>
                </a:lnTo>
                <a:lnTo>
                  <a:pt x="829" y="809"/>
                </a:lnTo>
                <a:lnTo>
                  <a:pt x="828" y="810"/>
                </a:lnTo>
                <a:lnTo>
                  <a:pt x="828" y="811"/>
                </a:lnTo>
                <a:lnTo>
                  <a:pt x="829" y="811"/>
                </a:lnTo>
                <a:lnTo>
                  <a:pt x="829" y="812"/>
                </a:lnTo>
                <a:lnTo>
                  <a:pt x="829" y="813"/>
                </a:lnTo>
                <a:lnTo>
                  <a:pt x="830" y="814"/>
                </a:lnTo>
                <a:lnTo>
                  <a:pt x="831" y="814"/>
                </a:lnTo>
                <a:lnTo>
                  <a:pt x="831" y="815"/>
                </a:lnTo>
                <a:lnTo>
                  <a:pt x="831" y="819"/>
                </a:lnTo>
                <a:lnTo>
                  <a:pt x="832" y="819"/>
                </a:lnTo>
                <a:lnTo>
                  <a:pt x="832" y="820"/>
                </a:lnTo>
                <a:lnTo>
                  <a:pt x="833" y="820"/>
                </a:lnTo>
                <a:lnTo>
                  <a:pt x="834" y="821"/>
                </a:lnTo>
                <a:lnTo>
                  <a:pt x="835" y="821"/>
                </a:lnTo>
                <a:lnTo>
                  <a:pt x="835" y="822"/>
                </a:lnTo>
                <a:lnTo>
                  <a:pt x="835" y="823"/>
                </a:lnTo>
                <a:lnTo>
                  <a:pt x="835" y="824"/>
                </a:lnTo>
                <a:lnTo>
                  <a:pt x="835" y="825"/>
                </a:lnTo>
                <a:lnTo>
                  <a:pt x="835" y="827"/>
                </a:lnTo>
                <a:lnTo>
                  <a:pt x="835" y="829"/>
                </a:lnTo>
                <a:lnTo>
                  <a:pt x="835" y="830"/>
                </a:lnTo>
                <a:lnTo>
                  <a:pt x="835" y="831"/>
                </a:lnTo>
                <a:lnTo>
                  <a:pt x="835" y="832"/>
                </a:lnTo>
                <a:lnTo>
                  <a:pt x="835" y="833"/>
                </a:lnTo>
                <a:lnTo>
                  <a:pt x="836" y="835"/>
                </a:lnTo>
                <a:lnTo>
                  <a:pt x="835" y="838"/>
                </a:lnTo>
                <a:lnTo>
                  <a:pt x="834" y="839"/>
                </a:lnTo>
                <a:lnTo>
                  <a:pt x="832" y="840"/>
                </a:lnTo>
                <a:lnTo>
                  <a:pt x="831" y="841"/>
                </a:lnTo>
                <a:lnTo>
                  <a:pt x="830" y="842"/>
                </a:lnTo>
                <a:lnTo>
                  <a:pt x="830" y="843"/>
                </a:lnTo>
                <a:lnTo>
                  <a:pt x="829" y="845"/>
                </a:lnTo>
                <a:lnTo>
                  <a:pt x="829" y="847"/>
                </a:lnTo>
                <a:lnTo>
                  <a:pt x="828" y="848"/>
                </a:lnTo>
                <a:lnTo>
                  <a:pt x="828" y="849"/>
                </a:lnTo>
                <a:lnTo>
                  <a:pt x="828" y="850"/>
                </a:lnTo>
                <a:lnTo>
                  <a:pt x="827" y="852"/>
                </a:lnTo>
                <a:lnTo>
                  <a:pt x="826" y="854"/>
                </a:lnTo>
                <a:lnTo>
                  <a:pt x="826" y="855"/>
                </a:lnTo>
                <a:lnTo>
                  <a:pt x="826" y="856"/>
                </a:lnTo>
                <a:lnTo>
                  <a:pt x="826" y="857"/>
                </a:lnTo>
                <a:lnTo>
                  <a:pt x="825" y="859"/>
                </a:lnTo>
                <a:lnTo>
                  <a:pt x="825" y="860"/>
                </a:lnTo>
                <a:lnTo>
                  <a:pt x="824" y="861"/>
                </a:lnTo>
                <a:lnTo>
                  <a:pt x="824" y="862"/>
                </a:lnTo>
                <a:lnTo>
                  <a:pt x="823" y="863"/>
                </a:lnTo>
                <a:lnTo>
                  <a:pt x="820" y="867"/>
                </a:lnTo>
                <a:lnTo>
                  <a:pt x="819" y="867"/>
                </a:lnTo>
                <a:lnTo>
                  <a:pt x="819" y="868"/>
                </a:lnTo>
                <a:lnTo>
                  <a:pt x="818" y="868"/>
                </a:lnTo>
                <a:lnTo>
                  <a:pt x="817" y="868"/>
                </a:lnTo>
                <a:lnTo>
                  <a:pt x="816" y="868"/>
                </a:lnTo>
                <a:lnTo>
                  <a:pt x="815" y="871"/>
                </a:lnTo>
                <a:lnTo>
                  <a:pt x="815" y="872"/>
                </a:lnTo>
                <a:lnTo>
                  <a:pt x="815" y="874"/>
                </a:lnTo>
                <a:lnTo>
                  <a:pt x="814" y="874"/>
                </a:lnTo>
                <a:lnTo>
                  <a:pt x="813" y="875"/>
                </a:lnTo>
                <a:lnTo>
                  <a:pt x="812" y="876"/>
                </a:lnTo>
                <a:lnTo>
                  <a:pt x="811" y="876"/>
                </a:lnTo>
                <a:lnTo>
                  <a:pt x="810" y="878"/>
                </a:lnTo>
                <a:lnTo>
                  <a:pt x="810" y="880"/>
                </a:lnTo>
                <a:lnTo>
                  <a:pt x="810" y="881"/>
                </a:lnTo>
                <a:lnTo>
                  <a:pt x="810" y="882"/>
                </a:lnTo>
                <a:lnTo>
                  <a:pt x="809" y="883"/>
                </a:lnTo>
                <a:lnTo>
                  <a:pt x="808" y="884"/>
                </a:lnTo>
                <a:lnTo>
                  <a:pt x="808" y="885"/>
                </a:lnTo>
                <a:lnTo>
                  <a:pt x="807" y="886"/>
                </a:lnTo>
                <a:lnTo>
                  <a:pt x="807" y="887"/>
                </a:lnTo>
                <a:lnTo>
                  <a:pt x="807" y="888"/>
                </a:lnTo>
                <a:lnTo>
                  <a:pt x="807" y="889"/>
                </a:lnTo>
                <a:lnTo>
                  <a:pt x="807" y="890"/>
                </a:lnTo>
                <a:lnTo>
                  <a:pt x="807" y="891"/>
                </a:lnTo>
                <a:lnTo>
                  <a:pt x="806" y="892"/>
                </a:lnTo>
                <a:lnTo>
                  <a:pt x="806" y="893"/>
                </a:lnTo>
                <a:lnTo>
                  <a:pt x="806" y="894"/>
                </a:lnTo>
                <a:lnTo>
                  <a:pt x="806" y="895"/>
                </a:lnTo>
                <a:lnTo>
                  <a:pt x="806" y="896"/>
                </a:lnTo>
                <a:lnTo>
                  <a:pt x="805" y="896"/>
                </a:lnTo>
                <a:lnTo>
                  <a:pt x="806" y="896"/>
                </a:lnTo>
                <a:lnTo>
                  <a:pt x="806" y="898"/>
                </a:lnTo>
                <a:lnTo>
                  <a:pt x="805" y="898"/>
                </a:lnTo>
                <a:lnTo>
                  <a:pt x="805" y="899"/>
                </a:lnTo>
                <a:lnTo>
                  <a:pt x="804" y="900"/>
                </a:lnTo>
                <a:lnTo>
                  <a:pt x="803" y="900"/>
                </a:lnTo>
                <a:lnTo>
                  <a:pt x="802" y="900"/>
                </a:lnTo>
                <a:lnTo>
                  <a:pt x="802" y="901"/>
                </a:lnTo>
                <a:lnTo>
                  <a:pt x="802" y="902"/>
                </a:lnTo>
                <a:lnTo>
                  <a:pt x="801" y="902"/>
                </a:lnTo>
                <a:lnTo>
                  <a:pt x="801" y="903"/>
                </a:lnTo>
                <a:lnTo>
                  <a:pt x="801" y="904"/>
                </a:lnTo>
                <a:lnTo>
                  <a:pt x="800" y="905"/>
                </a:lnTo>
                <a:lnTo>
                  <a:pt x="800" y="906"/>
                </a:lnTo>
                <a:lnTo>
                  <a:pt x="800" y="908"/>
                </a:lnTo>
                <a:lnTo>
                  <a:pt x="800" y="909"/>
                </a:lnTo>
                <a:lnTo>
                  <a:pt x="800" y="910"/>
                </a:lnTo>
                <a:lnTo>
                  <a:pt x="800" y="913"/>
                </a:lnTo>
                <a:lnTo>
                  <a:pt x="800" y="914"/>
                </a:lnTo>
                <a:lnTo>
                  <a:pt x="800" y="915"/>
                </a:lnTo>
                <a:lnTo>
                  <a:pt x="799" y="917"/>
                </a:lnTo>
                <a:lnTo>
                  <a:pt x="799" y="918"/>
                </a:lnTo>
                <a:lnTo>
                  <a:pt x="799" y="919"/>
                </a:lnTo>
                <a:lnTo>
                  <a:pt x="799" y="921"/>
                </a:lnTo>
                <a:lnTo>
                  <a:pt x="799" y="922"/>
                </a:lnTo>
                <a:lnTo>
                  <a:pt x="799" y="923"/>
                </a:lnTo>
                <a:lnTo>
                  <a:pt x="800" y="925"/>
                </a:lnTo>
                <a:lnTo>
                  <a:pt x="800" y="927"/>
                </a:lnTo>
                <a:lnTo>
                  <a:pt x="800" y="928"/>
                </a:lnTo>
                <a:lnTo>
                  <a:pt x="801" y="928"/>
                </a:lnTo>
                <a:lnTo>
                  <a:pt x="801" y="929"/>
                </a:lnTo>
                <a:lnTo>
                  <a:pt x="802" y="929"/>
                </a:lnTo>
                <a:lnTo>
                  <a:pt x="802" y="930"/>
                </a:lnTo>
                <a:lnTo>
                  <a:pt x="802" y="931"/>
                </a:lnTo>
                <a:lnTo>
                  <a:pt x="801" y="933"/>
                </a:lnTo>
                <a:lnTo>
                  <a:pt x="801" y="934"/>
                </a:lnTo>
                <a:lnTo>
                  <a:pt x="800" y="935"/>
                </a:lnTo>
                <a:lnTo>
                  <a:pt x="800" y="936"/>
                </a:lnTo>
                <a:lnTo>
                  <a:pt x="799" y="938"/>
                </a:lnTo>
                <a:lnTo>
                  <a:pt x="799" y="939"/>
                </a:lnTo>
                <a:lnTo>
                  <a:pt x="799" y="940"/>
                </a:lnTo>
                <a:lnTo>
                  <a:pt x="798" y="940"/>
                </a:lnTo>
                <a:lnTo>
                  <a:pt x="797" y="940"/>
                </a:lnTo>
                <a:lnTo>
                  <a:pt x="796" y="941"/>
                </a:lnTo>
                <a:lnTo>
                  <a:pt x="795" y="941"/>
                </a:lnTo>
                <a:lnTo>
                  <a:pt x="795" y="942"/>
                </a:lnTo>
                <a:lnTo>
                  <a:pt x="795" y="943"/>
                </a:lnTo>
                <a:lnTo>
                  <a:pt x="795" y="944"/>
                </a:lnTo>
                <a:lnTo>
                  <a:pt x="796" y="945"/>
                </a:lnTo>
                <a:lnTo>
                  <a:pt x="797" y="945"/>
                </a:lnTo>
                <a:lnTo>
                  <a:pt x="797" y="946"/>
                </a:lnTo>
                <a:lnTo>
                  <a:pt x="797" y="948"/>
                </a:lnTo>
                <a:lnTo>
                  <a:pt x="797" y="949"/>
                </a:lnTo>
                <a:lnTo>
                  <a:pt x="796" y="950"/>
                </a:lnTo>
                <a:lnTo>
                  <a:pt x="796" y="951"/>
                </a:lnTo>
                <a:lnTo>
                  <a:pt x="795" y="953"/>
                </a:lnTo>
                <a:lnTo>
                  <a:pt x="794" y="953"/>
                </a:lnTo>
                <a:lnTo>
                  <a:pt x="794" y="954"/>
                </a:lnTo>
                <a:lnTo>
                  <a:pt x="793" y="954"/>
                </a:lnTo>
                <a:lnTo>
                  <a:pt x="792" y="954"/>
                </a:lnTo>
                <a:lnTo>
                  <a:pt x="792" y="955"/>
                </a:lnTo>
                <a:lnTo>
                  <a:pt x="791" y="955"/>
                </a:lnTo>
                <a:lnTo>
                  <a:pt x="792" y="956"/>
                </a:lnTo>
                <a:lnTo>
                  <a:pt x="792" y="957"/>
                </a:lnTo>
                <a:lnTo>
                  <a:pt x="792" y="959"/>
                </a:lnTo>
                <a:lnTo>
                  <a:pt x="792" y="960"/>
                </a:lnTo>
                <a:lnTo>
                  <a:pt x="792" y="961"/>
                </a:lnTo>
                <a:lnTo>
                  <a:pt x="791" y="961"/>
                </a:lnTo>
                <a:lnTo>
                  <a:pt x="791" y="962"/>
                </a:lnTo>
                <a:lnTo>
                  <a:pt x="789" y="962"/>
                </a:lnTo>
                <a:lnTo>
                  <a:pt x="788" y="963"/>
                </a:lnTo>
                <a:lnTo>
                  <a:pt x="787" y="964"/>
                </a:lnTo>
                <a:lnTo>
                  <a:pt x="787" y="965"/>
                </a:lnTo>
                <a:lnTo>
                  <a:pt x="787" y="966"/>
                </a:lnTo>
                <a:lnTo>
                  <a:pt x="787" y="968"/>
                </a:lnTo>
                <a:lnTo>
                  <a:pt x="786" y="969"/>
                </a:lnTo>
                <a:lnTo>
                  <a:pt x="785" y="969"/>
                </a:lnTo>
                <a:lnTo>
                  <a:pt x="784" y="970"/>
                </a:lnTo>
                <a:lnTo>
                  <a:pt x="784" y="971"/>
                </a:lnTo>
                <a:lnTo>
                  <a:pt x="783" y="971"/>
                </a:lnTo>
                <a:lnTo>
                  <a:pt x="783" y="972"/>
                </a:lnTo>
                <a:lnTo>
                  <a:pt x="782" y="972"/>
                </a:lnTo>
                <a:lnTo>
                  <a:pt x="782" y="973"/>
                </a:lnTo>
                <a:lnTo>
                  <a:pt x="782" y="974"/>
                </a:lnTo>
                <a:lnTo>
                  <a:pt x="781" y="975"/>
                </a:lnTo>
                <a:lnTo>
                  <a:pt x="781" y="978"/>
                </a:lnTo>
                <a:lnTo>
                  <a:pt x="781" y="981"/>
                </a:lnTo>
                <a:lnTo>
                  <a:pt x="782" y="981"/>
                </a:lnTo>
                <a:lnTo>
                  <a:pt x="782" y="982"/>
                </a:lnTo>
                <a:lnTo>
                  <a:pt x="782" y="983"/>
                </a:lnTo>
                <a:lnTo>
                  <a:pt x="782" y="984"/>
                </a:lnTo>
                <a:lnTo>
                  <a:pt x="782" y="985"/>
                </a:lnTo>
                <a:lnTo>
                  <a:pt x="783" y="985"/>
                </a:lnTo>
                <a:lnTo>
                  <a:pt x="783" y="986"/>
                </a:lnTo>
                <a:lnTo>
                  <a:pt x="783" y="987"/>
                </a:lnTo>
                <a:lnTo>
                  <a:pt x="783" y="988"/>
                </a:lnTo>
                <a:lnTo>
                  <a:pt x="783" y="989"/>
                </a:lnTo>
                <a:lnTo>
                  <a:pt x="783" y="990"/>
                </a:lnTo>
                <a:lnTo>
                  <a:pt x="783" y="991"/>
                </a:lnTo>
                <a:lnTo>
                  <a:pt x="784" y="991"/>
                </a:lnTo>
                <a:lnTo>
                  <a:pt x="784" y="992"/>
                </a:lnTo>
                <a:lnTo>
                  <a:pt x="784" y="993"/>
                </a:lnTo>
                <a:lnTo>
                  <a:pt x="784" y="994"/>
                </a:lnTo>
                <a:lnTo>
                  <a:pt x="784" y="995"/>
                </a:lnTo>
                <a:lnTo>
                  <a:pt x="784" y="996"/>
                </a:lnTo>
                <a:lnTo>
                  <a:pt x="785" y="996"/>
                </a:lnTo>
                <a:lnTo>
                  <a:pt x="785" y="997"/>
                </a:lnTo>
                <a:lnTo>
                  <a:pt x="785" y="998"/>
                </a:lnTo>
                <a:lnTo>
                  <a:pt x="785" y="999"/>
                </a:lnTo>
                <a:lnTo>
                  <a:pt x="785" y="1000"/>
                </a:lnTo>
                <a:lnTo>
                  <a:pt x="785" y="1001"/>
                </a:lnTo>
                <a:lnTo>
                  <a:pt x="785" y="1002"/>
                </a:lnTo>
                <a:lnTo>
                  <a:pt x="786" y="1002"/>
                </a:lnTo>
                <a:lnTo>
                  <a:pt x="786" y="1003"/>
                </a:lnTo>
                <a:lnTo>
                  <a:pt x="786" y="1004"/>
                </a:lnTo>
                <a:lnTo>
                  <a:pt x="786" y="1005"/>
                </a:lnTo>
                <a:lnTo>
                  <a:pt x="786" y="1006"/>
                </a:lnTo>
                <a:lnTo>
                  <a:pt x="787" y="1006"/>
                </a:lnTo>
                <a:lnTo>
                  <a:pt x="787" y="1007"/>
                </a:lnTo>
                <a:lnTo>
                  <a:pt x="787" y="1008"/>
                </a:lnTo>
                <a:lnTo>
                  <a:pt x="787" y="1009"/>
                </a:lnTo>
                <a:lnTo>
                  <a:pt x="787" y="1011"/>
                </a:lnTo>
                <a:lnTo>
                  <a:pt x="787" y="1014"/>
                </a:lnTo>
                <a:lnTo>
                  <a:pt x="787" y="1015"/>
                </a:lnTo>
                <a:lnTo>
                  <a:pt x="787" y="1016"/>
                </a:lnTo>
                <a:lnTo>
                  <a:pt x="787" y="1017"/>
                </a:lnTo>
                <a:lnTo>
                  <a:pt x="786" y="1017"/>
                </a:lnTo>
                <a:lnTo>
                  <a:pt x="786" y="1018"/>
                </a:lnTo>
                <a:lnTo>
                  <a:pt x="786" y="1019"/>
                </a:lnTo>
                <a:lnTo>
                  <a:pt x="786" y="1020"/>
                </a:lnTo>
                <a:lnTo>
                  <a:pt x="786" y="1021"/>
                </a:lnTo>
                <a:lnTo>
                  <a:pt x="786" y="1022"/>
                </a:lnTo>
                <a:lnTo>
                  <a:pt x="786" y="1023"/>
                </a:lnTo>
                <a:lnTo>
                  <a:pt x="785" y="1024"/>
                </a:lnTo>
                <a:lnTo>
                  <a:pt x="785" y="1025"/>
                </a:lnTo>
                <a:lnTo>
                  <a:pt x="785" y="1026"/>
                </a:lnTo>
                <a:lnTo>
                  <a:pt x="785" y="1027"/>
                </a:lnTo>
                <a:lnTo>
                  <a:pt x="785" y="1029"/>
                </a:lnTo>
                <a:lnTo>
                  <a:pt x="785" y="1030"/>
                </a:lnTo>
                <a:lnTo>
                  <a:pt x="785" y="1031"/>
                </a:lnTo>
                <a:lnTo>
                  <a:pt x="785" y="1032"/>
                </a:lnTo>
                <a:lnTo>
                  <a:pt x="785" y="1033"/>
                </a:lnTo>
                <a:lnTo>
                  <a:pt x="786" y="1034"/>
                </a:lnTo>
                <a:lnTo>
                  <a:pt x="787" y="1035"/>
                </a:lnTo>
                <a:lnTo>
                  <a:pt x="788" y="1036"/>
                </a:lnTo>
                <a:lnTo>
                  <a:pt x="788" y="1037"/>
                </a:lnTo>
                <a:lnTo>
                  <a:pt x="789" y="1037"/>
                </a:lnTo>
                <a:lnTo>
                  <a:pt x="790" y="1037"/>
                </a:lnTo>
                <a:lnTo>
                  <a:pt x="790" y="1038"/>
                </a:lnTo>
                <a:lnTo>
                  <a:pt x="791" y="1038"/>
                </a:lnTo>
                <a:lnTo>
                  <a:pt x="792" y="1039"/>
                </a:lnTo>
                <a:lnTo>
                  <a:pt x="793" y="1039"/>
                </a:lnTo>
                <a:lnTo>
                  <a:pt x="794" y="1040"/>
                </a:lnTo>
                <a:lnTo>
                  <a:pt x="795" y="1040"/>
                </a:lnTo>
                <a:lnTo>
                  <a:pt x="796" y="1040"/>
                </a:lnTo>
                <a:lnTo>
                  <a:pt x="796" y="1041"/>
                </a:lnTo>
                <a:lnTo>
                  <a:pt x="797" y="1041"/>
                </a:lnTo>
                <a:lnTo>
                  <a:pt x="797" y="1040"/>
                </a:lnTo>
                <a:lnTo>
                  <a:pt x="802" y="1040"/>
                </a:lnTo>
                <a:lnTo>
                  <a:pt x="804" y="1040"/>
                </a:lnTo>
                <a:lnTo>
                  <a:pt x="805" y="1040"/>
                </a:lnTo>
                <a:lnTo>
                  <a:pt x="806" y="1041"/>
                </a:lnTo>
                <a:lnTo>
                  <a:pt x="807" y="1041"/>
                </a:lnTo>
                <a:lnTo>
                  <a:pt x="808" y="1042"/>
                </a:lnTo>
                <a:lnTo>
                  <a:pt x="808" y="1043"/>
                </a:lnTo>
                <a:lnTo>
                  <a:pt x="807" y="1044"/>
                </a:lnTo>
                <a:lnTo>
                  <a:pt x="808" y="1046"/>
                </a:lnTo>
                <a:lnTo>
                  <a:pt x="807" y="1047"/>
                </a:lnTo>
                <a:lnTo>
                  <a:pt x="807" y="1048"/>
                </a:lnTo>
                <a:lnTo>
                  <a:pt x="806" y="1048"/>
                </a:lnTo>
                <a:lnTo>
                  <a:pt x="807" y="1048"/>
                </a:lnTo>
                <a:lnTo>
                  <a:pt x="807" y="1049"/>
                </a:lnTo>
                <a:lnTo>
                  <a:pt x="809" y="1049"/>
                </a:lnTo>
                <a:lnTo>
                  <a:pt x="811" y="1049"/>
                </a:lnTo>
                <a:lnTo>
                  <a:pt x="812" y="1049"/>
                </a:lnTo>
                <a:lnTo>
                  <a:pt x="813" y="1049"/>
                </a:lnTo>
                <a:lnTo>
                  <a:pt x="813" y="1050"/>
                </a:lnTo>
                <a:lnTo>
                  <a:pt x="813" y="1051"/>
                </a:lnTo>
                <a:lnTo>
                  <a:pt x="811" y="1051"/>
                </a:lnTo>
                <a:lnTo>
                  <a:pt x="810" y="1051"/>
                </a:lnTo>
                <a:lnTo>
                  <a:pt x="809" y="1051"/>
                </a:lnTo>
                <a:lnTo>
                  <a:pt x="809" y="1052"/>
                </a:lnTo>
                <a:lnTo>
                  <a:pt x="808" y="1053"/>
                </a:lnTo>
                <a:lnTo>
                  <a:pt x="807" y="1054"/>
                </a:lnTo>
                <a:lnTo>
                  <a:pt x="806" y="1055"/>
                </a:lnTo>
                <a:lnTo>
                  <a:pt x="806" y="1056"/>
                </a:lnTo>
                <a:lnTo>
                  <a:pt x="807" y="1058"/>
                </a:lnTo>
                <a:lnTo>
                  <a:pt x="807" y="1059"/>
                </a:lnTo>
                <a:lnTo>
                  <a:pt x="807" y="1060"/>
                </a:lnTo>
                <a:lnTo>
                  <a:pt x="808" y="1063"/>
                </a:lnTo>
                <a:lnTo>
                  <a:pt x="808" y="1064"/>
                </a:lnTo>
                <a:lnTo>
                  <a:pt x="809" y="1064"/>
                </a:lnTo>
                <a:lnTo>
                  <a:pt x="809" y="1063"/>
                </a:lnTo>
                <a:lnTo>
                  <a:pt x="810" y="1065"/>
                </a:lnTo>
                <a:lnTo>
                  <a:pt x="810" y="1066"/>
                </a:lnTo>
                <a:lnTo>
                  <a:pt x="810" y="1067"/>
                </a:lnTo>
                <a:lnTo>
                  <a:pt x="811" y="1068"/>
                </a:lnTo>
                <a:lnTo>
                  <a:pt x="812" y="1069"/>
                </a:lnTo>
                <a:lnTo>
                  <a:pt x="812" y="1070"/>
                </a:lnTo>
                <a:lnTo>
                  <a:pt x="813" y="1071"/>
                </a:lnTo>
                <a:lnTo>
                  <a:pt x="813" y="1072"/>
                </a:lnTo>
                <a:lnTo>
                  <a:pt x="814" y="1073"/>
                </a:lnTo>
                <a:lnTo>
                  <a:pt x="814" y="1074"/>
                </a:lnTo>
                <a:lnTo>
                  <a:pt x="814" y="1075"/>
                </a:lnTo>
                <a:lnTo>
                  <a:pt x="814" y="1076"/>
                </a:lnTo>
                <a:lnTo>
                  <a:pt x="816" y="1077"/>
                </a:lnTo>
                <a:lnTo>
                  <a:pt x="815" y="1077"/>
                </a:lnTo>
                <a:lnTo>
                  <a:pt x="815" y="1078"/>
                </a:lnTo>
                <a:lnTo>
                  <a:pt x="816" y="1078"/>
                </a:lnTo>
                <a:lnTo>
                  <a:pt x="817" y="1079"/>
                </a:lnTo>
                <a:lnTo>
                  <a:pt x="818" y="1079"/>
                </a:lnTo>
                <a:lnTo>
                  <a:pt x="818" y="1080"/>
                </a:lnTo>
                <a:lnTo>
                  <a:pt x="819" y="1081"/>
                </a:lnTo>
                <a:lnTo>
                  <a:pt x="821" y="1081"/>
                </a:lnTo>
                <a:lnTo>
                  <a:pt x="822" y="1082"/>
                </a:lnTo>
                <a:lnTo>
                  <a:pt x="823" y="1082"/>
                </a:lnTo>
                <a:lnTo>
                  <a:pt x="824" y="1082"/>
                </a:lnTo>
                <a:lnTo>
                  <a:pt x="824" y="1081"/>
                </a:lnTo>
                <a:lnTo>
                  <a:pt x="825" y="1081"/>
                </a:lnTo>
                <a:lnTo>
                  <a:pt x="825" y="1080"/>
                </a:lnTo>
                <a:lnTo>
                  <a:pt x="826" y="1080"/>
                </a:lnTo>
                <a:lnTo>
                  <a:pt x="827" y="1080"/>
                </a:lnTo>
                <a:lnTo>
                  <a:pt x="827" y="1081"/>
                </a:lnTo>
                <a:lnTo>
                  <a:pt x="827" y="1082"/>
                </a:lnTo>
                <a:lnTo>
                  <a:pt x="827" y="1083"/>
                </a:lnTo>
                <a:lnTo>
                  <a:pt x="827" y="1084"/>
                </a:lnTo>
                <a:lnTo>
                  <a:pt x="827" y="1085"/>
                </a:lnTo>
                <a:lnTo>
                  <a:pt x="827" y="1086"/>
                </a:lnTo>
                <a:lnTo>
                  <a:pt x="828" y="1087"/>
                </a:lnTo>
                <a:lnTo>
                  <a:pt x="829" y="1088"/>
                </a:lnTo>
                <a:lnTo>
                  <a:pt x="829" y="1089"/>
                </a:lnTo>
                <a:lnTo>
                  <a:pt x="829" y="1090"/>
                </a:lnTo>
                <a:lnTo>
                  <a:pt x="829" y="1091"/>
                </a:lnTo>
                <a:lnTo>
                  <a:pt x="830" y="1091"/>
                </a:lnTo>
                <a:lnTo>
                  <a:pt x="830" y="1092"/>
                </a:lnTo>
                <a:lnTo>
                  <a:pt x="831" y="1092"/>
                </a:lnTo>
                <a:lnTo>
                  <a:pt x="832" y="1093"/>
                </a:lnTo>
                <a:lnTo>
                  <a:pt x="832" y="1094"/>
                </a:lnTo>
                <a:lnTo>
                  <a:pt x="833" y="1094"/>
                </a:lnTo>
                <a:lnTo>
                  <a:pt x="832" y="1096"/>
                </a:lnTo>
                <a:lnTo>
                  <a:pt x="832" y="1098"/>
                </a:lnTo>
                <a:lnTo>
                  <a:pt x="831" y="1098"/>
                </a:lnTo>
                <a:lnTo>
                  <a:pt x="830" y="1099"/>
                </a:lnTo>
                <a:lnTo>
                  <a:pt x="828" y="1099"/>
                </a:lnTo>
                <a:lnTo>
                  <a:pt x="828" y="1098"/>
                </a:lnTo>
                <a:lnTo>
                  <a:pt x="827" y="1099"/>
                </a:lnTo>
                <a:lnTo>
                  <a:pt x="827" y="1100"/>
                </a:lnTo>
                <a:lnTo>
                  <a:pt x="826" y="1102"/>
                </a:lnTo>
                <a:lnTo>
                  <a:pt x="825" y="1103"/>
                </a:lnTo>
                <a:lnTo>
                  <a:pt x="825" y="1104"/>
                </a:lnTo>
                <a:lnTo>
                  <a:pt x="824" y="1105"/>
                </a:lnTo>
                <a:lnTo>
                  <a:pt x="823" y="1105"/>
                </a:lnTo>
                <a:lnTo>
                  <a:pt x="822" y="1105"/>
                </a:lnTo>
                <a:lnTo>
                  <a:pt x="821" y="1105"/>
                </a:lnTo>
                <a:lnTo>
                  <a:pt x="820" y="1105"/>
                </a:lnTo>
                <a:lnTo>
                  <a:pt x="820" y="1106"/>
                </a:lnTo>
                <a:lnTo>
                  <a:pt x="820" y="1108"/>
                </a:lnTo>
                <a:lnTo>
                  <a:pt x="821" y="1109"/>
                </a:lnTo>
                <a:lnTo>
                  <a:pt x="823" y="1112"/>
                </a:lnTo>
                <a:lnTo>
                  <a:pt x="823" y="1113"/>
                </a:lnTo>
                <a:lnTo>
                  <a:pt x="822" y="1113"/>
                </a:lnTo>
                <a:lnTo>
                  <a:pt x="822" y="1115"/>
                </a:lnTo>
                <a:lnTo>
                  <a:pt x="823" y="1115"/>
                </a:lnTo>
                <a:lnTo>
                  <a:pt x="825" y="1115"/>
                </a:lnTo>
                <a:lnTo>
                  <a:pt x="827" y="1116"/>
                </a:lnTo>
                <a:lnTo>
                  <a:pt x="828" y="1116"/>
                </a:lnTo>
                <a:lnTo>
                  <a:pt x="830" y="1116"/>
                </a:lnTo>
                <a:lnTo>
                  <a:pt x="830" y="1117"/>
                </a:lnTo>
                <a:lnTo>
                  <a:pt x="831" y="1117"/>
                </a:lnTo>
                <a:lnTo>
                  <a:pt x="833" y="1118"/>
                </a:lnTo>
                <a:lnTo>
                  <a:pt x="834" y="1119"/>
                </a:lnTo>
                <a:lnTo>
                  <a:pt x="834" y="1120"/>
                </a:lnTo>
                <a:lnTo>
                  <a:pt x="835" y="1120"/>
                </a:lnTo>
                <a:lnTo>
                  <a:pt x="836" y="1119"/>
                </a:lnTo>
                <a:lnTo>
                  <a:pt x="837" y="1119"/>
                </a:lnTo>
                <a:lnTo>
                  <a:pt x="839" y="1119"/>
                </a:lnTo>
                <a:lnTo>
                  <a:pt x="840" y="1119"/>
                </a:lnTo>
                <a:lnTo>
                  <a:pt x="841" y="1120"/>
                </a:lnTo>
                <a:lnTo>
                  <a:pt x="842" y="1121"/>
                </a:lnTo>
                <a:lnTo>
                  <a:pt x="842" y="1122"/>
                </a:lnTo>
                <a:lnTo>
                  <a:pt x="842" y="1123"/>
                </a:lnTo>
                <a:lnTo>
                  <a:pt x="843" y="1124"/>
                </a:lnTo>
                <a:lnTo>
                  <a:pt x="845" y="1125"/>
                </a:lnTo>
                <a:lnTo>
                  <a:pt x="845" y="1124"/>
                </a:lnTo>
                <a:lnTo>
                  <a:pt x="846" y="1124"/>
                </a:lnTo>
                <a:lnTo>
                  <a:pt x="848" y="1125"/>
                </a:lnTo>
                <a:lnTo>
                  <a:pt x="848" y="1126"/>
                </a:lnTo>
                <a:lnTo>
                  <a:pt x="848" y="1127"/>
                </a:lnTo>
                <a:lnTo>
                  <a:pt x="849" y="1127"/>
                </a:lnTo>
                <a:lnTo>
                  <a:pt x="851" y="1127"/>
                </a:lnTo>
                <a:lnTo>
                  <a:pt x="852" y="1127"/>
                </a:lnTo>
                <a:lnTo>
                  <a:pt x="853" y="1127"/>
                </a:lnTo>
                <a:lnTo>
                  <a:pt x="854" y="1127"/>
                </a:lnTo>
                <a:lnTo>
                  <a:pt x="855" y="1128"/>
                </a:lnTo>
                <a:lnTo>
                  <a:pt x="856" y="1129"/>
                </a:lnTo>
                <a:lnTo>
                  <a:pt x="857" y="1130"/>
                </a:lnTo>
                <a:lnTo>
                  <a:pt x="857" y="1131"/>
                </a:lnTo>
                <a:lnTo>
                  <a:pt x="857" y="1132"/>
                </a:lnTo>
                <a:lnTo>
                  <a:pt x="856" y="1134"/>
                </a:lnTo>
                <a:lnTo>
                  <a:pt x="855" y="1134"/>
                </a:lnTo>
                <a:lnTo>
                  <a:pt x="855" y="1136"/>
                </a:lnTo>
                <a:lnTo>
                  <a:pt x="854" y="1137"/>
                </a:lnTo>
                <a:lnTo>
                  <a:pt x="854" y="1138"/>
                </a:lnTo>
                <a:lnTo>
                  <a:pt x="853" y="1140"/>
                </a:lnTo>
                <a:lnTo>
                  <a:pt x="852" y="1141"/>
                </a:lnTo>
                <a:lnTo>
                  <a:pt x="851" y="1142"/>
                </a:lnTo>
                <a:lnTo>
                  <a:pt x="850" y="1142"/>
                </a:lnTo>
                <a:lnTo>
                  <a:pt x="849" y="1143"/>
                </a:lnTo>
                <a:lnTo>
                  <a:pt x="849" y="1144"/>
                </a:lnTo>
                <a:lnTo>
                  <a:pt x="850" y="1144"/>
                </a:lnTo>
                <a:lnTo>
                  <a:pt x="850" y="1145"/>
                </a:lnTo>
                <a:lnTo>
                  <a:pt x="850" y="1146"/>
                </a:lnTo>
                <a:lnTo>
                  <a:pt x="850" y="1147"/>
                </a:lnTo>
                <a:lnTo>
                  <a:pt x="850" y="1149"/>
                </a:lnTo>
                <a:lnTo>
                  <a:pt x="850" y="1150"/>
                </a:lnTo>
                <a:lnTo>
                  <a:pt x="850" y="1151"/>
                </a:lnTo>
                <a:lnTo>
                  <a:pt x="850" y="1152"/>
                </a:lnTo>
                <a:lnTo>
                  <a:pt x="850" y="1153"/>
                </a:lnTo>
                <a:lnTo>
                  <a:pt x="850" y="1154"/>
                </a:lnTo>
                <a:lnTo>
                  <a:pt x="850" y="1156"/>
                </a:lnTo>
                <a:lnTo>
                  <a:pt x="850" y="1157"/>
                </a:lnTo>
                <a:lnTo>
                  <a:pt x="849" y="1158"/>
                </a:lnTo>
                <a:lnTo>
                  <a:pt x="849" y="1159"/>
                </a:lnTo>
                <a:lnTo>
                  <a:pt x="850" y="1159"/>
                </a:lnTo>
                <a:lnTo>
                  <a:pt x="852" y="1159"/>
                </a:lnTo>
                <a:lnTo>
                  <a:pt x="853" y="1159"/>
                </a:lnTo>
                <a:lnTo>
                  <a:pt x="854" y="1159"/>
                </a:lnTo>
                <a:lnTo>
                  <a:pt x="854" y="1158"/>
                </a:lnTo>
                <a:lnTo>
                  <a:pt x="854" y="1157"/>
                </a:lnTo>
                <a:lnTo>
                  <a:pt x="854" y="1156"/>
                </a:lnTo>
                <a:lnTo>
                  <a:pt x="855" y="1156"/>
                </a:lnTo>
                <a:lnTo>
                  <a:pt x="856" y="1156"/>
                </a:lnTo>
                <a:lnTo>
                  <a:pt x="856" y="1157"/>
                </a:lnTo>
                <a:lnTo>
                  <a:pt x="857" y="1158"/>
                </a:lnTo>
                <a:lnTo>
                  <a:pt x="857" y="1159"/>
                </a:lnTo>
                <a:lnTo>
                  <a:pt x="856" y="1159"/>
                </a:lnTo>
                <a:lnTo>
                  <a:pt x="856" y="1160"/>
                </a:lnTo>
                <a:lnTo>
                  <a:pt x="857" y="1160"/>
                </a:lnTo>
                <a:lnTo>
                  <a:pt x="858" y="1160"/>
                </a:lnTo>
                <a:lnTo>
                  <a:pt x="858" y="1161"/>
                </a:lnTo>
                <a:lnTo>
                  <a:pt x="858" y="1162"/>
                </a:lnTo>
                <a:lnTo>
                  <a:pt x="859" y="1163"/>
                </a:lnTo>
                <a:lnTo>
                  <a:pt x="860" y="1163"/>
                </a:lnTo>
                <a:lnTo>
                  <a:pt x="860" y="1164"/>
                </a:lnTo>
                <a:lnTo>
                  <a:pt x="860" y="1165"/>
                </a:lnTo>
                <a:lnTo>
                  <a:pt x="861" y="1166"/>
                </a:lnTo>
                <a:lnTo>
                  <a:pt x="861" y="1167"/>
                </a:lnTo>
                <a:lnTo>
                  <a:pt x="861" y="1168"/>
                </a:lnTo>
                <a:lnTo>
                  <a:pt x="862" y="1169"/>
                </a:lnTo>
                <a:lnTo>
                  <a:pt x="862" y="1170"/>
                </a:lnTo>
                <a:lnTo>
                  <a:pt x="863" y="1170"/>
                </a:lnTo>
                <a:lnTo>
                  <a:pt x="864" y="1170"/>
                </a:lnTo>
                <a:lnTo>
                  <a:pt x="865" y="1171"/>
                </a:lnTo>
                <a:lnTo>
                  <a:pt x="864" y="1171"/>
                </a:lnTo>
                <a:lnTo>
                  <a:pt x="865" y="1171"/>
                </a:lnTo>
                <a:lnTo>
                  <a:pt x="865" y="1172"/>
                </a:lnTo>
                <a:lnTo>
                  <a:pt x="865" y="1173"/>
                </a:lnTo>
                <a:lnTo>
                  <a:pt x="866" y="1173"/>
                </a:lnTo>
                <a:lnTo>
                  <a:pt x="866" y="1174"/>
                </a:lnTo>
                <a:lnTo>
                  <a:pt x="865" y="1175"/>
                </a:lnTo>
                <a:lnTo>
                  <a:pt x="864" y="1175"/>
                </a:lnTo>
                <a:lnTo>
                  <a:pt x="864" y="1176"/>
                </a:lnTo>
                <a:lnTo>
                  <a:pt x="863" y="1176"/>
                </a:lnTo>
                <a:lnTo>
                  <a:pt x="863" y="1175"/>
                </a:lnTo>
                <a:lnTo>
                  <a:pt x="862" y="1175"/>
                </a:lnTo>
                <a:lnTo>
                  <a:pt x="861" y="1175"/>
                </a:lnTo>
                <a:lnTo>
                  <a:pt x="860" y="1177"/>
                </a:lnTo>
                <a:lnTo>
                  <a:pt x="859" y="1179"/>
                </a:lnTo>
                <a:lnTo>
                  <a:pt x="858" y="1179"/>
                </a:lnTo>
                <a:lnTo>
                  <a:pt x="857" y="1179"/>
                </a:lnTo>
                <a:lnTo>
                  <a:pt x="857" y="1180"/>
                </a:lnTo>
                <a:lnTo>
                  <a:pt x="857" y="1181"/>
                </a:lnTo>
                <a:lnTo>
                  <a:pt x="858" y="1182"/>
                </a:lnTo>
                <a:lnTo>
                  <a:pt x="858" y="1183"/>
                </a:lnTo>
                <a:lnTo>
                  <a:pt x="856" y="1183"/>
                </a:lnTo>
                <a:lnTo>
                  <a:pt x="855" y="1183"/>
                </a:lnTo>
                <a:lnTo>
                  <a:pt x="854" y="1183"/>
                </a:lnTo>
                <a:lnTo>
                  <a:pt x="854" y="1184"/>
                </a:lnTo>
                <a:lnTo>
                  <a:pt x="853" y="1184"/>
                </a:lnTo>
                <a:lnTo>
                  <a:pt x="852" y="1185"/>
                </a:lnTo>
                <a:lnTo>
                  <a:pt x="851" y="1187"/>
                </a:lnTo>
                <a:lnTo>
                  <a:pt x="852" y="1188"/>
                </a:lnTo>
                <a:lnTo>
                  <a:pt x="852" y="1189"/>
                </a:lnTo>
                <a:lnTo>
                  <a:pt x="853" y="1189"/>
                </a:lnTo>
                <a:lnTo>
                  <a:pt x="854" y="1190"/>
                </a:lnTo>
                <a:lnTo>
                  <a:pt x="854" y="1191"/>
                </a:lnTo>
                <a:lnTo>
                  <a:pt x="855" y="1191"/>
                </a:lnTo>
                <a:lnTo>
                  <a:pt x="856" y="1191"/>
                </a:lnTo>
                <a:lnTo>
                  <a:pt x="856" y="1193"/>
                </a:lnTo>
                <a:lnTo>
                  <a:pt x="856" y="1194"/>
                </a:lnTo>
                <a:lnTo>
                  <a:pt x="856" y="1195"/>
                </a:lnTo>
                <a:lnTo>
                  <a:pt x="857" y="1195"/>
                </a:lnTo>
                <a:lnTo>
                  <a:pt x="858" y="1195"/>
                </a:lnTo>
                <a:lnTo>
                  <a:pt x="859" y="1195"/>
                </a:lnTo>
                <a:lnTo>
                  <a:pt x="861" y="1195"/>
                </a:lnTo>
                <a:lnTo>
                  <a:pt x="863" y="1194"/>
                </a:lnTo>
                <a:lnTo>
                  <a:pt x="864" y="1194"/>
                </a:lnTo>
                <a:lnTo>
                  <a:pt x="865" y="1194"/>
                </a:lnTo>
                <a:lnTo>
                  <a:pt x="866" y="1194"/>
                </a:lnTo>
                <a:lnTo>
                  <a:pt x="866" y="1195"/>
                </a:lnTo>
                <a:lnTo>
                  <a:pt x="867" y="1196"/>
                </a:lnTo>
                <a:lnTo>
                  <a:pt x="868" y="1196"/>
                </a:lnTo>
                <a:lnTo>
                  <a:pt x="869" y="1196"/>
                </a:lnTo>
                <a:lnTo>
                  <a:pt x="870" y="1197"/>
                </a:lnTo>
                <a:lnTo>
                  <a:pt x="871" y="1197"/>
                </a:lnTo>
                <a:lnTo>
                  <a:pt x="872" y="1197"/>
                </a:lnTo>
                <a:lnTo>
                  <a:pt x="873" y="1197"/>
                </a:lnTo>
                <a:lnTo>
                  <a:pt x="874" y="1199"/>
                </a:lnTo>
                <a:lnTo>
                  <a:pt x="875" y="1200"/>
                </a:lnTo>
                <a:lnTo>
                  <a:pt x="875" y="1201"/>
                </a:lnTo>
                <a:lnTo>
                  <a:pt x="875" y="1202"/>
                </a:lnTo>
                <a:lnTo>
                  <a:pt x="876" y="1203"/>
                </a:lnTo>
                <a:lnTo>
                  <a:pt x="877" y="1203"/>
                </a:lnTo>
                <a:lnTo>
                  <a:pt x="877" y="1204"/>
                </a:lnTo>
                <a:lnTo>
                  <a:pt x="878" y="1204"/>
                </a:lnTo>
                <a:lnTo>
                  <a:pt x="879" y="1205"/>
                </a:lnTo>
                <a:lnTo>
                  <a:pt x="882" y="1205"/>
                </a:lnTo>
                <a:lnTo>
                  <a:pt x="883" y="1205"/>
                </a:lnTo>
                <a:lnTo>
                  <a:pt x="883" y="1204"/>
                </a:lnTo>
                <a:lnTo>
                  <a:pt x="884" y="1204"/>
                </a:lnTo>
                <a:lnTo>
                  <a:pt x="885" y="1204"/>
                </a:lnTo>
                <a:lnTo>
                  <a:pt x="885" y="1205"/>
                </a:lnTo>
                <a:lnTo>
                  <a:pt x="885" y="1207"/>
                </a:lnTo>
                <a:lnTo>
                  <a:pt x="886" y="1207"/>
                </a:lnTo>
                <a:lnTo>
                  <a:pt x="886" y="1208"/>
                </a:lnTo>
                <a:lnTo>
                  <a:pt x="887" y="1208"/>
                </a:lnTo>
                <a:lnTo>
                  <a:pt x="888" y="1209"/>
                </a:lnTo>
                <a:lnTo>
                  <a:pt x="889" y="1210"/>
                </a:lnTo>
                <a:lnTo>
                  <a:pt x="890" y="1212"/>
                </a:lnTo>
                <a:lnTo>
                  <a:pt x="890" y="1213"/>
                </a:lnTo>
                <a:lnTo>
                  <a:pt x="891" y="1213"/>
                </a:lnTo>
                <a:lnTo>
                  <a:pt x="891" y="1214"/>
                </a:lnTo>
                <a:lnTo>
                  <a:pt x="891" y="1216"/>
                </a:lnTo>
                <a:lnTo>
                  <a:pt x="892" y="1216"/>
                </a:lnTo>
                <a:lnTo>
                  <a:pt x="892" y="1217"/>
                </a:lnTo>
                <a:lnTo>
                  <a:pt x="892" y="1218"/>
                </a:lnTo>
                <a:lnTo>
                  <a:pt x="893" y="1219"/>
                </a:lnTo>
                <a:lnTo>
                  <a:pt x="894" y="1220"/>
                </a:lnTo>
                <a:lnTo>
                  <a:pt x="894" y="1221"/>
                </a:lnTo>
                <a:lnTo>
                  <a:pt x="893" y="1225"/>
                </a:lnTo>
                <a:lnTo>
                  <a:pt x="893" y="1226"/>
                </a:lnTo>
                <a:lnTo>
                  <a:pt x="893" y="1227"/>
                </a:lnTo>
                <a:lnTo>
                  <a:pt x="894" y="1228"/>
                </a:lnTo>
                <a:lnTo>
                  <a:pt x="895" y="1229"/>
                </a:lnTo>
                <a:lnTo>
                  <a:pt x="896" y="1231"/>
                </a:lnTo>
                <a:lnTo>
                  <a:pt x="897" y="1231"/>
                </a:lnTo>
                <a:lnTo>
                  <a:pt x="898" y="1232"/>
                </a:lnTo>
                <a:lnTo>
                  <a:pt x="899" y="1232"/>
                </a:lnTo>
                <a:lnTo>
                  <a:pt x="900" y="1233"/>
                </a:lnTo>
                <a:lnTo>
                  <a:pt x="901" y="1235"/>
                </a:lnTo>
                <a:lnTo>
                  <a:pt x="903" y="1237"/>
                </a:lnTo>
                <a:lnTo>
                  <a:pt x="904" y="1237"/>
                </a:lnTo>
                <a:lnTo>
                  <a:pt x="905" y="1237"/>
                </a:lnTo>
                <a:lnTo>
                  <a:pt x="906" y="1237"/>
                </a:lnTo>
                <a:lnTo>
                  <a:pt x="907" y="1238"/>
                </a:lnTo>
                <a:lnTo>
                  <a:pt x="908" y="1238"/>
                </a:lnTo>
                <a:lnTo>
                  <a:pt x="909" y="1238"/>
                </a:lnTo>
                <a:lnTo>
                  <a:pt x="911" y="1238"/>
                </a:lnTo>
                <a:lnTo>
                  <a:pt x="913" y="1239"/>
                </a:lnTo>
                <a:lnTo>
                  <a:pt x="914" y="1240"/>
                </a:lnTo>
                <a:lnTo>
                  <a:pt x="914" y="1241"/>
                </a:lnTo>
                <a:lnTo>
                  <a:pt x="915" y="1241"/>
                </a:lnTo>
                <a:lnTo>
                  <a:pt x="915" y="1242"/>
                </a:lnTo>
                <a:lnTo>
                  <a:pt x="916" y="1241"/>
                </a:lnTo>
                <a:lnTo>
                  <a:pt x="917" y="1241"/>
                </a:lnTo>
                <a:lnTo>
                  <a:pt x="918" y="1241"/>
                </a:lnTo>
                <a:lnTo>
                  <a:pt x="919" y="1242"/>
                </a:lnTo>
                <a:lnTo>
                  <a:pt x="919" y="1243"/>
                </a:lnTo>
                <a:lnTo>
                  <a:pt x="920" y="1243"/>
                </a:lnTo>
                <a:lnTo>
                  <a:pt x="920" y="1244"/>
                </a:lnTo>
                <a:lnTo>
                  <a:pt x="922" y="1245"/>
                </a:lnTo>
                <a:lnTo>
                  <a:pt x="923" y="1246"/>
                </a:lnTo>
                <a:lnTo>
                  <a:pt x="924" y="1247"/>
                </a:lnTo>
                <a:lnTo>
                  <a:pt x="925" y="1248"/>
                </a:lnTo>
                <a:lnTo>
                  <a:pt x="925" y="1249"/>
                </a:lnTo>
                <a:lnTo>
                  <a:pt x="925" y="1250"/>
                </a:lnTo>
                <a:lnTo>
                  <a:pt x="926" y="1250"/>
                </a:lnTo>
                <a:lnTo>
                  <a:pt x="926" y="1251"/>
                </a:lnTo>
                <a:lnTo>
                  <a:pt x="926" y="1252"/>
                </a:lnTo>
                <a:lnTo>
                  <a:pt x="925" y="1253"/>
                </a:lnTo>
                <a:lnTo>
                  <a:pt x="925" y="1254"/>
                </a:lnTo>
                <a:lnTo>
                  <a:pt x="925" y="1257"/>
                </a:lnTo>
                <a:lnTo>
                  <a:pt x="926" y="1257"/>
                </a:lnTo>
                <a:lnTo>
                  <a:pt x="926" y="1258"/>
                </a:lnTo>
                <a:lnTo>
                  <a:pt x="927" y="1258"/>
                </a:lnTo>
                <a:lnTo>
                  <a:pt x="928" y="1259"/>
                </a:lnTo>
                <a:lnTo>
                  <a:pt x="928" y="1260"/>
                </a:lnTo>
                <a:lnTo>
                  <a:pt x="929" y="1261"/>
                </a:lnTo>
                <a:lnTo>
                  <a:pt x="929" y="1262"/>
                </a:lnTo>
                <a:lnTo>
                  <a:pt x="930" y="1263"/>
                </a:lnTo>
                <a:lnTo>
                  <a:pt x="930" y="1266"/>
                </a:lnTo>
                <a:lnTo>
                  <a:pt x="931" y="1266"/>
                </a:lnTo>
                <a:lnTo>
                  <a:pt x="930" y="1268"/>
                </a:lnTo>
                <a:lnTo>
                  <a:pt x="929" y="1268"/>
                </a:lnTo>
                <a:lnTo>
                  <a:pt x="929" y="1269"/>
                </a:lnTo>
                <a:lnTo>
                  <a:pt x="929" y="1270"/>
                </a:lnTo>
                <a:lnTo>
                  <a:pt x="930" y="1270"/>
                </a:lnTo>
                <a:lnTo>
                  <a:pt x="930" y="1271"/>
                </a:lnTo>
                <a:lnTo>
                  <a:pt x="929" y="1272"/>
                </a:lnTo>
                <a:lnTo>
                  <a:pt x="929" y="1273"/>
                </a:lnTo>
                <a:lnTo>
                  <a:pt x="929" y="1274"/>
                </a:lnTo>
                <a:lnTo>
                  <a:pt x="929" y="1275"/>
                </a:lnTo>
                <a:lnTo>
                  <a:pt x="928" y="1276"/>
                </a:lnTo>
                <a:lnTo>
                  <a:pt x="927" y="1276"/>
                </a:lnTo>
                <a:lnTo>
                  <a:pt x="926" y="1276"/>
                </a:lnTo>
                <a:lnTo>
                  <a:pt x="925" y="1276"/>
                </a:lnTo>
                <a:lnTo>
                  <a:pt x="925" y="1277"/>
                </a:lnTo>
                <a:lnTo>
                  <a:pt x="926" y="1277"/>
                </a:lnTo>
                <a:lnTo>
                  <a:pt x="926" y="1278"/>
                </a:lnTo>
                <a:lnTo>
                  <a:pt x="927" y="1279"/>
                </a:lnTo>
                <a:lnTo>
                  <a:pt x="928" y="1280"/>
                </a:lnTo>
                <a:lnTo>
                  <a:pt x="928" y="1281"/>
                </a:lnTo>
                <a:lnTo>
                  <a:pt x="928" y="1282"/>
                </a:lnTo>
                <a:lnTo>
                  <a:pt x="928" y="1283"/>
                </a:lnTo>
                <a:lnTo>
                  <a:pt x="929" y="1284"/>
                </a:lnTo>
                <a:lnTo>
                  <a:pt x="929" y="1285"/>
                </a:lnTo>
                <a:lnTo>
                  <a:pt x="929" y="1286"/>
                </a:lnTo>
                <a:lnTo>
                  <a:pt x="930" y="1286"/>
                </a:lnTo>
                <a:lnTo>
                  <a:pt x="931" y="1287"/>
                </a:lnTo>
                <a:lnTo>
                  <a:pt x="931" y="1288"/>
                </a:lnTo>
                <a:lnTo>
                  <a:pt x="931" y="1289"/>
                </a:lnTo>
                <a:lnTo>
                  <a:pt x="932" y="1289"/>
                </a:lnTo>
                <a:lnTo>
                  <a:pt x="932" y="1290"/>
                </a:lnTo>
                <a:lnTo>
                  <a:pt x="933" y="1290"/>
                </a:lnTo>
                <a:lnTo>
                  <a:pt x="933" y="1291"/>
                </a:lnTo>
                <a:lnTo>
                  <a:pt x="932" y="1292"/>
                </a:lnTo>
                <a:lnTo>
                  <a:pt x="931" y="1293"/>
                </a:lnTo>
                <a:lnTo>
                  <a:pt x="931" y="1294"/>
                </a:lnTo>
                <a:lnTo>
                  <a:pt x="932" y="1295"/>
                </a:lnTo>
                <a:lnTo>
                  <a:pt x="932" y="1297"/>
                </a:lnTo>
                <a:lnTo>
                  <a:pt x="933" y="1297"/>
                </a:lnTo>
                <a:lnTo>
                  <a:pt x="933" y="1298"/>
                </a:lnTo>
                <a:lnTo>
                  <a:pt x="932" y="1298"/>
                </a:lnTo>
                <a:lnTo>
                  <a:pt x="931" y="1299"/>
                </a:lnTo>
                <a:lnTo>
                  <a:pt x="929" y="1299"/>
                </a:lnTo>
                <a:lnTo>
                  <a:pt x="929" y="1300"/>
                </a:lnTo>
                <a:lnTo>
                  <a:pt x="928" y="1302"/>
                </a:lnTo>
                <a:lnTo>
                  <a:pt x="928" y="1303"/>
                </a:lnTo>
                <a:lnTo>
                  <a:pt x="929" y="1303"/>
                </a:lnTo>
                <a:lnTo>
                  <a:pt x="929" y="1304"/>
                </a:lnTo>
                <a:lnTo>
                  <a:pt x="928" y="1304"/>
                </a:lnTo>
                <a:lnTo>
                  <a:pt x="927" y="1304"/>
                </a:lnTo>
                <a:lnTo>
                  <a:pt x="927" y="1305"/>
                </a:lnTo>
                <a:lnTo>
                  <a:pt x="927" y="1306"/>
                </a:lnTo>
                <a:lnTo>
                  <a:pt x="927" y="1307"/>
                </a:lnTo>
                <a:lnTo>
                  <a:pt x="926" y="1310"/>
                </a:lnTo>
                <a:lnTo>
                  <a:pt x="925" y="1311"/>
                </a:lnTo>
                <a:lnTo>
                  <a:pt x="925" y="1312"/>
                </a:lnTo>
                <a:lnTo>
                  <a:pt x="926" y="1313"/>
                </a:lnTo>
                <a:lnTo>
                  <a:pt x="927" y="1314"/>
                </a:lnTo>
                <a:lnTo>
                  <a:pt x="927" y="1315"/>
                </a:lnTo>
                <a:lnTo>
                  <a:pt x="926" y="1314"/>
                </a:lnTo>
                <a:lnTo>
                  <a:pt x="925" y="1314"/>
                </a:lnTo>
                <a:lnTo>
                  <a:pt x="924" y="1314"/>
                </a:lnTo>
                <a:lnTo>
                  <a:pt x="923" y="1313"/>
                </a:lnTo>
                <a:lnTo>
                  <a:pt x="923" y="1314"/>
                </a:lnTo>
                <a:lnTo>
                  <a:pt x="921" y="1315"/>
                </a:lnTo>
                <a:lnTo>
                  <a:pt x="921" y="1316"/>
                </a:lnTo>
                <a:lnTo>
                  <a:pt x="921" y="1317"/>
                </a:lnTo>
                <a:lnTo>
                  <a:pt x="920" y="1318"/>
                </a:lnTo>
                <a:lnTo>
                  <a:pt x="919" y="1318"/>
                </a:lnTo>
                <a:lnTo>
                  <a:pt x="919" y="1319"/>
                </a:lnTo>
                <a:lnTo>
                  <a:pt x="919" y="1320"/>
                </a:lnTo>
                <a:lnTo>
                  <a:pt x="918" y="1321"/>
                </a:lnTo>
                <a:lnTo>
                  <a:pt x="918" y="1322"/>
                </a:lnTo>
                <a:lnTo>
                  <a:pt x="917" y="1323"/>
                </a:lnTo>
                <a:lnTo>
                  <a:pt x="916" y="1324"/>
                </a:lnTo>
                <a:lnTo>
                  <a:pt x="916" y="1325"/>
                </a:lnTo>
                <a:lnTo>
                  <a:pt x="915" y="1325"/>
                </a:lnTo>
                <a:lnTo>
                  <a:pt x="915" y="1326"/>
                </a:lnTo>
                <a:lnTo>
                  <a:pt x="914" y="1326"/>
                </a:lnTo>
                <a:lnTo>
                  <a:pt x="914" y="1325"/>
                </a:lnTo>
                <a:lnTo>
                  <a:pt x="914" y="1324"/>
                </a:lnTo>
                <a:lnTo>
                  <a:pt x="913" y="1324"/>
                </a:lnTo>
                <a:lnTo>
                  <a:pt x="913" y="1325"/>
                </a:lnTo>
                <a:lnTo>
                  <a:pt x="913" y="1326"/>
                </a:lnTo>
                <a:lnTo>
                  <a:pt x="912" y="1326"/>
                </a:lnTo>
                <a:lnTo>
                  <a:pt x="912" y="1325"/>
                </a:lnTo>
                <a:lnTo>
                  <a:pt x="912" y="1324"/>
                </a:lnTo>
                <a:lnTo>
                  <a:pt x="911" y="1324"/>
                </a:lnTo>
                <a:lnTo>
                  <a:pt x="910" y="1324"/>
                </a:lnTo>
                <a:lnTo>
                  <a:pt x="910" y="1325"/>
                </a:lnTo>
                <a:lnTo>
                  <a:pt x="909" y="1325"/>
                </a:lnTo>
                <a:lnTo>
                  <a:pt x="908" y="1324"/>
                </a:lnTo>
                <a:lnTo>
                  <a:pt x="906" y="1324"/>
                </a:lnTo>
                <a:lnTo>
                  <a:pt x="905" y="1324"/>
                </a:lnTo>
                <a:lnTo>
                  <a:pt x="905" y="1325"/>
                </a:lnTo>
                <a:lnTo>
                  <a:pt x="904" y="1326"/>
                </a:lnTo>
                <a:lnTo>
                  <a:pt x="903" y="1326"/>
                </a:lnTo>
                <a:lnTo>
                  <a:pt x="901" y="1326"/>
                </a:lnTo>
                <a:lnTo>
                  <a:pt x="900" y="1327"/>
                </a:lnTo>
                <a:lnTo>
                  <a:pt x="899" y="1329"/>
                </a:lnTo>
                <a:lnTo>
                  <a:pt x="898" y="1330"/>
                </a:lnTo>
                <a:lnTo>
                  <a:pt x="898" y="1332"/>
                </a:lnTo>
                <a:lnTo>
                  <a:pt x="898" y="1333"/>
                </a:lnTo>
                <a:lnTo>
                  <a:pt x="898" y="1334"/>
                </a:lnTo>
                <a:lnTo>
                  <a:pt x="899" y="1334"/>
                </a:lnTo>
                <a:lnTo>
                  <a:pt x="899" y="1335"/>
                </a:lnTo>
                <a:lnTo>
                  <a:pt x="900" y="1335"/>
                </a:lnTo>
                <a:lnTo>
                  <a:pt x="900" y="1336"/>
                </a:lnTo>
                <a:lnTo>
                  <a:pt x="899" y="1337"/>
                </a:lnTo>
                <a:lnTo>
                  <a:pt x="898" y="1337"/>
                </a:lnTo>
                <a:lnTo>
                  <a:pt x="897" y="1337"/>
                </a:lnTo>
                <a:lnTo>
                  <a:pt x="897" y="1336"/>
                </a:lnTo>
                <a:lnTo>
                  <a:pt x="897" y="1335"/>
                </a:lnTo>
                <a:lnTo>
                  <a:pt x="896" y="1337"/>
                </a:lnTo>
                <a:lnTo>
                  <a:pt x="895" y="1337"/>
                </a:lnTo>
                <a:lnTo>
                  <a:pt x="895" y="1338"/>
                </a:lnTo>
                <a:lnTo>
                  <a:pt x="893" y="1339"/>
                </a:lnTo>
                <a:lnTo>
                  <a:pt x="892" y="1339"/>
                </a:lnTo>
                <a:lnTo>
                  <a:pt x="892" y="1338"/>
                </a:lnTo>
                <a:lnTo>
                  <a:pt x="891" y="1338"/>
                </a:lnTo>
                <a:lnTo>
                  <a:pt x="889" y="1338"/>
                </a:lnTo>
                <a:lnTo>
                  <a:pt x="889" y="1339"/>
                </a:lnTo>
                <a:lnTo>
                  <a:pt x="887" y="1340"/>
                </a:lnTo>
                <a:lnTo>
                  <a:pt x="886" y="1340"/>
                </a:lnTo>
                <a:lnTo>
                  <a:pt x="886" y="1342"/>
                </a:lnTo>
                <a:lnTo>
                  <a:pt x="885" y="1342"/>
                </a:lnTo>
                <a:lnTo>
                  <a:pt x="884" y="1342"/>
                </a:lnTo>
                <a:lnTo>
                  <a:pt x="883" y="1342"/>
                </a:lnTo>
                <a:lnTo>
                  <a:pt x="883" y="1344"/>
                </a:lnTo>
                <a:lnTo>
                  <a:pt x="882" y="1344"/>
                </a:lnTo>
                <a:lnTo>
                  <a:pt x="882" y="1345"/>
                </a:lnTo>
                <a:lnTo>
                  <a:pt x="883" y="1345"/>
                </a:lnTo>
                <a:lnTo>
                  <a:pt x="883" y="1347"/>
                </a:lnTo>
                <a:lnTo>
                  <a:pt x="883" y="1348"/>
                </a:lnTo>
                <a:lnTo>
                  <a:pt x="883" y="1349"/>
                </a:lnTo>
                <a:lnTo>
                  <a:pt x="881" y="1350"/>
                </a:lnTo>
                <a:lnTo>
                  <a:pt x="880" y="1349"/>
                </a:lnTo>
                <a:lnTo>
                  <a:pt x="878" y="1347"/>
                </a:lnTo>
                <a:lnTo>
                  <a:pt x="876" y="1345"/>
                </a:lnTo>
                <a:lnTo>
                  <a:pt x="875" y="1345"/>
                </a:lnTo>
                <a:lnTo>
                  <a:pt x="875" y="1344"/>
                </a:lnTo>
                <a:lnTo>
                  <a:pt x="876" y="1344"/>
                </a:lnTo>
                <a:lnTo>
                  <a:pt x="875" y="1343"/>
                </a:lnTo>
                <a:lnTo>
                  <a:pt x="874" y="1342"/>
                </a:lnTo>
                <a:lnTo>
                  <a:pt x="873" y="1341"/>
                </a:lnTo>
                <a:lnTo>
                  <a:pt x="871" y="1339"/>
                </a:lnTo>
                <a:lnTo>
                  <a:pt x="871" y="1337"/>
                </a:lnTo>
                <a:lnTo>
                  <a:pt x="870" y="1337"/>
                </a:lnTo>
                <a:lnTo>
                  <a:pt x="869" y="1337"/>
                </a:lnTo>
                <a:lnTo>
                  <a:pt x="869" y="1338"/>
                </a:lnTo>
                <a:lnTo>
                  <a:pt x="870" y="1339"/>
                </a:lnTo>
                <a:lnTo>
                  <a:pt x="869" y="1340"/>
                </a:lnTo>
                <a:lnTo>
                  <a:pt x="867" y="1341"/>
                </a:lnTo>
                <a:lnTo>
                  <a:pt x="866" y="1341"/>
                </a:lnTo>
                <a:lnTo>
                  <a:pt x="865" y="1340"/>
                </a:lnTo>
                <a:lnTo>
                  <a:pt x="864" y="1340"/>
                </a:lnTo>
                <a:lnTo>
                  <a:pt x="862" y="1340"/>
                </a:lnTo>
                <a:lnTo>
                  <a:pt x="861" y="1339"/>
                </a:lnTo>
                <a:lnTo>
                  <a:pt x="861" y="1338"/>
                </a:lnTo>
                <a:lnTo>
                  <a:pt x="862" y="1338"/>
                </a:lnTo>
                <a:lnTo>
                  <a:pt x="862" y="1336"/>
                </a:lnTo>
                <a:lnTo>
                  <a:pt x="862" y="1335"/>
                </a:lnTo>
                <a:lnTo>
                  <a:pt x="862" y="1334"/>
                </a:lnTo>
                <a:lnTo>
                  <a:pt x="861" y="1334"/>
                </a:lnTo>
                <a:lnTo>
                  <a:pt x="861" y="1333"/>
                </a:lnTo>
                <a:lnTo>
                  <a:pt x="861" y="1330"/>
                </a:lnTo>
                <a:lnTo>
                  <a:pt x="861" y="1328"/>
                </a:lnTo>
                <a:lnTo>
                  <a:pt x="861" y="1327"/>
                </a:lnTo>
                <a:lnTo>
                  <a:pt x="860" y="1327"/>
                </a:lnTo>
                <a:lnTo>
                  <a:pt x="860" y="1326"/>
                </a:lnTo>
                <a:lnTo>
                  <a:pt x="859" y="1326"/>
                </a:lnTo>
                <a:lnTo>
                  <a:pt x="858" y="1325"/>
                </a:lnTo>
                <a:lnTo>
                  <a:pt x="858" y="1324"/>
                </a:lnTo>
                <a:lnTo>
                  <a:pt x="859" y="1323"/>
                </a:lnTo>
                <a:lnTo>
                  <a:pt x="859" y="1322"/>
                </a:lnTo>
                <a:lnTo>
                  <a:pt x="858" y="1321"/>
                </a:lnTo>
                <a:lnTo>
                  <a:pt x="857" y="1320"/>
                </a:lnTo>
                <a:lnTo>
                  <a:pt x="856" y="1320"/>
                </a:lnTo>
                <a:lnTo>
                  <a:pt x="856" y="1321"/>
                </a:lnTo>
                <a:lnTo>
                  <a:pt x="855" y="1319"/>
                </a:lnTo>
                <a:lnTo>
                  <a:pt x="852" y="1319"/>
                </a:lnTo>
                <a:lnTo>
                  <a:pt x="850" y="1318"/>
                </a:lnTo>
                <a:lnTo>
                  <a:pt x="849" y="1319"/>
                </a:lnTo>
                <a:lnTo>
                  <a:pt x="850" y="1320"/>
                </a:lnTo>
                <a:lnTo>
                  <a:pt x="850" y="1321"/>
                </a:lnTo>
                <a:lnTo>
                  <a:pt x="851" y="1321"/>
                </a:lnTo>
                <a:lnTo>
                  <a:pt x="851" y="1322"/>
                </a:lnTo>
                <a:lnTo>
                  <a:pt x="850" y="1322"/>
                </a:lnTo>
                <a:lnTo>
                  <a:pt x="850" y="1324"/>
                </a:lnTo>
                <a:lnTo>
                  <a:pt x="848" y="1325"/>
                </a:lnTo>
                <a:lnTo>
                  <a:pt x="847" y="1325"/>
                </a:lnTo>
                <a:lnTo>
                  <a:pt x="847" y="1324"/>
                </a:lnTo>
                <a:lnTo>
                  <a:pt x="847" y="1323"/>
                </a:lnTo>
                <a:lnTo>
                  <a:pt x="846" y="1324"/>
                </a:lnTo>
                <a:lnTo>
                  <a:pt x="846" y="1325"/>
                </a:lnTo>
                <a:lnTo>
                  <a:pt x="845" y="1327"/>
                </a:lnTo>
                <a:lnTo>
                  <a:pt x="844" y="1328"/>
                </a:lnTo>
                <a:lnTo>
                  <a:pt x="843" y="1329"/>
                </a:lnTo>
                <a:lnTo>
                  <a:pt x="844" y="1329"/>
                </a:lnTo>
                <a:lnTo>
                  <a:pt x="844" y="1330"/>
                </a:lnTo>
                <a:lnTo>
                  <a:pt x="843" y="1330"/>
                </a:lnTo>
                <a:lnTo>
                  <a:pt x="843" y="1331"/>
                </a:lnTo>
                <a:lnTo>
                  <a:pt x="842" y="1332"/>
                </a:lnTo>
                <a:lnTo>
                  <a:pt x="841" y="1332"/>
                </a:lnTo>
                <a:lnTo>
                  <a:pt x="840" y="1334"/>
                </a:lnTo>
                <a:lnTo>
                  <a:pt x="840" y="1335"/>
                </a:lnTo>
                <a:lnTo>
                  <a:pt x="840" y="1336"/>
                </a:lnTo>
                <a:lnTo>
                  <a:pt x="838" y="1336"/>
                </a:lnTo>
                <a:lnTo>
                  <a:pt x="837" y="1335"/>
                </a:lnTo>
                <a:lnTo>
                  <a:pt x="836" y="1335"/>
                </a:lnTo>
                <a:lnTo>
                  <a:pt x="835" y="1335"/>
                </a:lnTo>
                <a:lnTo>
                  <a:pt x="834" y="1336"/>
                </a:lnTo>
                <a:lnTo>
                  <a:pt x="834" y="1337"/>
                </a:lnTo>
                <a:lnTo>
                  <a:pt x="833" y="1337"/>
                </a:lnTo>
                <a:lnTo>
                  <a:pt x="832" y="1337"/>
                </a:lnTo>
                <a:lnTo>
                  <a:pt x="830" y="1337"/>
                </a:lnTo>
                <a:lnTo>
                  <a:pt x="829" y="1336"/>
                </a:lnTo>
                <a:lnTo>
                  <a:pt x="828" y="1336"/>
                </a:lnTo>
                <a:lnTo>
                  <a:pt x="827" y="1336"/>
                </a:lnTo>
                <a:lnTo>
                  <a:pt x="826" y="1336"/>
                </a:lnTo>
                <a:lnTo>
                  <a:pt x="825" y="1336"/>
                </a:lnTo>
                <a:lnTo>
                  <a:pt x="824" y="1336"/>
                </a:lnTo>
                <a:lnTo>
                  <a:pt x="823" y="1336"/>
                </a:lnTo>
                <a:lnTo>
                  <a:pt x="823" y="1335"/>
                </a:lnTo>
                <a:lnTo>
                  <a:pt x="823" y="1336"/>
                </a:lnTo>
                <a:lnTo>
                  <a:pt x="824" y="1336"/>
                </a:lnTo>
                <a:lnTo>
                  <a:pt x="824" y="1335"/>
                </a:lnTo>
                <a:lnTo>
                  <a:pt x="823" y="1335"/>
                </a:lnTo>
                <a:lnTo>
                  <a:pt x="822" y="1335"/>
                </a:lnTo>
                <a:lnTo>
                  <a:pt x="822" y="1336"/>
                </a:lnTo>
                <a:lnTo>
                  <a:pt x="821" y="1337"/>
                </a:lnTo>
                <a:lnTo>
                  <a:pt x="819" y="1337"/>
                </a:lnTo>
                <a:lnTo>
                  <a:pt x="818" y="1337"/>
                </a:lnTo>
                <a:lnTo>
                  <a:pt x="818" y="1338"/>
                </a:lnTo>
                <a:lnTo>
                  <a:pt x="818" y="1339"/>
                </a:lnTo>
                <a:lnTo>
                  <a:pt x="818" y="1340"/>
                </a:lnTo>
                <a:lnTo>
                  <a:pt x="817" y="1340"/>
                </a:lnTo>
                <a:lnTo>
                  <a:pt x="816" y="1340"/>
                </a:lnTo>
                <a:lnTo>
                  <a:pt x="816" y="1339"/>
                </a:lnTo>
                <a:lnTo>
                  <a:pt x="814" y="1339"/>
                </a:lnTo>
                <a:lnTo>
                  <a:pt x="813" y="1339"/>
                </a:lnTo>
                <a:lnTo>
                  <a:pt x="812" y="1338"/>
                </a:lnTo>
                <a:lnTo>
                  <a:pt x="810" y="1338"/>
                </a:lnTo>
                <a:lnTo>
                  <a:pt x="809" y="1338"/>
                </a:lnTo>
                <a:lnTo>
                  <a:pt x="806" y="1339"/>
                </a:lnTo>
                <a:lnTo>
                  <a:pt x="805" y="1340"/>
                </a:lnTo>
                <a:lnTo>
                  <a:pt x="804" y="1340"/>
                </a:lnTo>
                <a:lnTo>
                  <a:pt x="804" y="1341"/>
                </a:lnTo>
                <a:lnTo>
                  <a:pt x="803" y="1340"/>
                </a:lnTo>
                <a:lnTo>
                  <a:pt x="802" y="1340"/>
                </a:lnTo>
                <a:lnTo>
                  <a:pt x="801" y="1340"/>
                </a:lnTo>
                <a:lnTo>
                  <a:pt x="800" y="1341"/>
                </a:lnTo>
                <a:lnTo>
                  <a:pt x="799" y="1341"/>
                </a:lnTo>
                <a:lnTo>
                  <a:pt x="797" y="1341"/>
                </a:lnTo>
                <a:lnTo>
                  <a:pt x="796" y="1341"/>
                </a:lnTo>
                <a:lnTo>
                  <a:pt x="796" y="1340"/>
                </a:lnTo>
                <a:lnTo>
                  <a:pt x="796" y="1339"/>
                </a:lnTo>
                <a:lnTo>
                  <a:pt x="795" y="1338"/>
                </a:lnTo>
                <a:lnTo>
                  <a:pt x="795" y="1337"/>
                </a:lnTo>
                <a:lnTo>
                  <a:pt x="794" y="1337"/>
                </a:lnTo>
                <a:lnTo>
                  <a:pt x="793" y="1336"/>
                </a:lnTo>
                <a:lnTo>
                  <a:pt x="791" y="1335"/>
                </a:lnTo>
                <a:lnTo>
                  <a:pt x="790" y="1335"/>
                </a:lnTo>
                <a:lnTo>
                  <a:pt x="789" y="1333"/>
                </a:lnTo>
                <a:lnTo>
                  <a:pt x="790" y="1333"/>
                </a:lnTo>
                <a:lnTo>
                  <a:pt x="789" y="1332"/>
                </a:lnTo>
                <a:lnTo>
                  <a:pt x="788" y="1331"/>
                </a:lnTo>
                <a:lnTo>
                  <a:pt x="787" y="1331"/>
                </a:lnTo>
                <a:lnTo>
                  <a:pt x="785" y="1332"/>
                </a:lnTo>
                <a:lnTo>
                  <a:pt x="784" y="1332"/>
                </a:lnTo>
                <a:lnTo>
                  <a:pt x="783" y="1333"/>
                </a:lnTo>
                <a:lnTo>
                  <a:pt x="782" y="1333"/>
                </a:lnTo>
                <a:lnTo>
                  <a:pt x="780" y="1333"/>
                </a:lnTo>
                <a:lnTo>
                  <a:pt x="779" y="1333"/>
                </a:lnTo>
                <a:lnTo>
                  <a:pt x="778" y="1333"/>
                </a:lnTo>
                <a:lnTo>
                  <a:pt x="777" y="1332"/>
                </a:lnTo>
                <a:lnTo>
                  <a:pt x="777" y="1333"/>
                </a:lnTo>
                <a:lnTo>
                  <a:pt x="776" y="1333"/>
                </a:lnTo>
                <a:lnTo>
                  <a:pt x="775" y="1334"/>
                </a:lnTo>
                <a:lnTo>
                  <a:pt x="774" y="1334"/>
                </a:lnTo>
                <a:lnTo>
                  <a:pt x="773" y="1333"/>
                </a:lnTo>
                <a:lnTo>
                  <a:pt x="772" y="1333"/>
                </a:lnTo>
                <a:lnTo>
                  <a:pt x="772" y="1334"/>
                </a:lnTo>
                <a:lnTo>
                  <a:pt x="772" y="1335"/>
                </a:lnTo>
                <a:lnTo>
                  <a:pt x="771" y="1335"/>
                </a:lnTo>
                <a:lnTo>
                  <a:pt x="770" y="1336"/>
                </a:lnTo>
                <a:lnTo>
                  <a:pt x="769" y="1336"/>
                </a:lnTo>
                <a:lnTo>
                  <a:pt x="769" y="1335"/>
                </a:lnTo>
                <a:lnTo>
                  <a:pt x="768" y="1335"/>
                </a:lnTo>
                <a:lnTo>
                  <a:pt x="767" y="1335"/>
                </a:lnTo>
                <a:lnTo>
                  <a:pt x="767" y="1336"/>
                </a:lnTo>
                <a:lnTo>
                  <a:pt x="766" y="1336"/>
                </a:lnTo>
                <a:lnTo>
                  <a:pt x="766" y="1335"/>
                </a:lnTo>
                <a:lnTo>
                  <a:pt x="765" y="1335"/>
                </a:lnTo>
                <a:lnTo>
                  <a:pt x="765" y="1334"/>
                </a:lnTo>
                <a:lnTo>
                  <a:pt x="764" y="1334"/>
                </a:lnTo>
                <a:lnTo>
                  <a:pt x="763" y="1333"/>
                </a:lnTo>
                <a:lnTo>
                  <a:pt x="762" y="1333"/>
                </a:lnTo>
                <a:lnTo>
                  <a:pt x="760" y="1334"/>
                </a:lnTo>
                <a:lnTo>
                  <a:pt x="759" y="1334"/>
                </a:lnTo>
                <a:lnTo>
                  <a:pt x="759" y="1335"/>
                </a:lnTo>
                <a:lnTo>
                  <a:pt x="758" y="1335"/>
                </a:lnTo>
                <a:lnTo>
                  <a:pt x="757" y="1335"/>
                </a:lnTo>
                <a:lnTo>
                  <a:pt x="756" y="1335"/>
                </a:lnTo>
                <a:lnTo>
                  <a:pt x="756" y="1334"/>
                </a:lnTo>
                <a:lnTo>
                  <a:pt x="754" y="1333"/>
                </a:lnTo>
                <a:lnTo>
                  <a:pt x="752" y="1332"/>
                </a:lnTo>
                <a:lnTo>
                  <a:pt x="750" y="1331"/>
                </a:lnTo>
                <a:lnTo>
                  <a:pt x="749" y="1330"/>
                </a:lnTo>
                <a:lnTo>
                  <a:pt x="748" y="1330"/>
                </a:lnTo>
                <a:lnTo>
                  <a:pt x="747" y="1330"/>
                </a:lnTo>
                <a:lnTo>
                  <a:pt x="746" y="1330"/>
                </a:lnTo>
                <a:lnTo>
                  <a:pt x="746" y="1329"/>
                </a:lnTo>
                <a:lnTo>
                  <a:pt x="745" y="1329"/>
                </a:lnTo>
                <a:lnTo>
                  <a:pt x="744" y="1329"/>
                </a:lnTo>
                <a:lnTo>
                  <a:pt x="744" y="1328"/>
                </a:lnTo>
                <a:lnTo>
                  <a:pt x="743" y="1328"/>
                </a:lnTo>
                <a:lnTo>
                  <a:pt x="742" y="1328"/>
                </a:lnTo>
                <a:lnTo>
                  <a:pt x="741" y="1328"/>
                </a:lnTo>
                <a:lnTo>
                  <a:pt x="739" y="1327"/>
                </a:lnTo>
                <a:lnTo>
                  <a:pt x="738" y="1326"/>
                </a:lnTo>
                <a:lnTo>
                  <a:pt x="736" y="1326"/>
                </a:lnTo>
                <a:lnTo>
                  <a:pt x="734" y="1327"/>
                </a:lnTo>
                <a:lnTo>
                  <a:pt x="733" y="1327"/>
                </a:lnTo>
                <a:lnTo>
                  <a:pt x="732" y="1327"/>
                </a:lnTo>
                <a:lnTo>
                  <a:pt x="731" y="1328"/>
                </a:lnTo>
                <a:lnTo>
                  <a:pt x="730" y="1328"/>
                </a:lnTo>
                <a:lnTo>
                  <a:pt x="729" y="1328"/>
                </a:lnTo>
                <a:lnTo>
                  <a:pt x="729" y="1329"/>
                </a:lnTo>
                <a:lnTo>
                  <a:pt x="728" y="1329"/>
                </a:lnTo>
                <a:lnTo>
                  <a:pt x="727" y="1329"/>
                </a:lnTo>
                <a:lnTo>
                  <a:pt x="726" y="1329"/>
                </a:lnTo>
                <a:lnTo>
                  <a:pt x="726" y="1330"/>
                </a:lnTo>
                <a:lnTo>
                  <a:pt x="725" y="1330"/>
                </a:lnTo>
                <a:lnTo>
                  <a:pt x="724" y="1329"/>
                </a:lnTo>
                <a:lnTo>
                  <a:pt x="723" y="1329"/>
                </a:lnTo>
                <a:lnTo>
                  <a:pt x="722" y="1329"/>
                </a:lnTo>
                <a:lnTo>
                  <a:pt x="721" y="1329"/>
                </a:lnTo>
                <a:lnTo>
                  <a:pt x="720" y="1329"/>
                </a:lnTo>
                <a:lnTo>
                  <a:pt x="720" y="1330"/>
                </a:lnTo>
                <a:lnTo>
                  <a:pt x="716" y="1330"/>
                </a:lnTo>
                <a:lnTo>
                  <a:pt x="715" y="1330"/>
                </a:lnTo>
                <a:lnTo>
                  <a:pt x="714" y="1329"/>
                </a:lnTo>
                <a:lnTo>
                  <a:pt x="714" y="1330"/>
                </a:lnTo>
                <a:lnTo>
                  <a:pt x="713" y="1330"/>
                </a:lnTo>
                <a:lnTo>
                  <a:pt x="712" y="1330"/>
                </a:lnTo>
                <a:lnTo>
                  <a:pt x="711" y="1330"/>
                </a:lnTo>
                <a:lnTo>
                  <a:pt x="710" y="1329"/>
                </a:lnTo>
                <a:lnTo>
                  <a:pt x="710" y="1328"/>
                </a:lnTo>
                <a:lnTo>
                  <a:pt x="710" y="1327"/>
                </a:lnTo>
                <a:lnTo>
                  <a:pt x="709" y="1326"/>
                </a:lnTo>
                <a:lnTo>
                  <a:pt x="709" y="1325"/>
                </a:lnTo>
                <a:lnTo>
                  <a:pt x="708" y="1325"/>
                </a:lnTo>
                <a:lnTo>
                  <a:pt x="708" y="1326"/>
                </a:lnTo>
                <a:lnTo>
                  <a:pt x="707" y="1326"/>
                </a:lnTo>
                <a:lnTo>
                  <a:pt x="704" y="1326"/>
                </a:lnTo>
                <a:lnTo>
                  <a:pt x="703" y="1326"/>
                </a:lnTo>
                <a:lnTo>
                  <a:pt x="703" y="1327"/>
                </a:lnTo>
                <a:lnTo>
                  <a:pt x="703" y="1328"/>
                </a:lnTo>
                <a:lnTo>
                  <a:pt x="702" y="1328"/>
                </a:lnTo>
                <a:lnTo>
                  <a:pt x="702" y="1327"/>
                </a:lnTo>
                <a:lnTo>
                  <a:pt x="701" y="1327"/>
                </a:lnTo>
                <a:lnTo>
                  <a:pt x="701" y="1326"/>
                </a:lnTo>
                <a:lnTo>
                  <a:pt x="700" y="1325"/>
                </a:lnTo>
                <a:lnTo>
                  <a:pt x="700" y="1324"/>
                </a:lnTo>
                <a:lnTo>
                  <a:pt x="700" y="1323"/>
                </a:lnTo>
                <a:lnTo>
                  <a:pt x="699" y="1323"/>
                </a:lnTo>
                <a:lnTo>
                  <a:pt x="698" y="1323"/>
                </a:lnTo>
                <a:lnTo>
                  <a:pt x="697" y="1323"/>
                </a:lnTo>
                <a:lnTo>
                  <a:pt x="696" y="1323"/>
                </a:lnTo>
                <a:lnTo>
                  <a:pt x="696" y="1324"/>
                </a:lnTo>
                <a:lnTo>
                  <a:pt x="695" y="1326"/>
                </a:lnTo>
                <a:lnTo>
                  <a:pt x="694" y="1327"/>
                </a:lnTo>
                <a:lnTo>
                  <a:pt x="694" y="1328"/>
                </a:lnTo>
                <a:lnTo>
                  <a:pt x="694" y="1329"/>
                </a:lnTo>
                <a:lnTo>
                  <a:pt x="695" y="1330"/>
                </a:lnTo>
                <a:lnTo>
                  <a:pt x="695" y="1331"/>
                </a:lnTo>
                <a:lnTo>
                  <a:pt x="694" y="1331"/>
                </a:lnTo>
                <a:lnTo>
                  <a:pt x="693" y="1331"/>
                </a:lnTo>
                <a:lnTo>
                  <a:pt x="692" y="1331"/>
                </a:lnTo>
                <a:lnTo>
                  <a:pt x="691" y="1331"/>
                </a:lnTo>
                <a:lnTo>
                  <a:pt x="691" y="1332"/>
                </a:lnTo>
                <a:lnTo>
                  <a:pt x="690" y="1332"/>
                </a:lnTo>
                <a:lnTo>
                  <a:pt x="688" y="1331"/>
                </a:lnTo>
                <a:lnTo>
                  <a:pt x="687" y="1331"/>
                </a:lnTo>
                <a:lnTo>
                  <a:pt x="686" y="1331"/>
                </a:lnTo>
                <a:lnTo>
                  <a:pt x="685" y="1331"/>
                </a:lnTo>
                <a:lnTo>
                  <a:pt x="684" y="1330"/>
                </a:lnTo>
                <a:lnTo>
                  <a:pt x="683" y="1330"/>
                </a:lnTo>
                <a:lnTo>
                  <a:pt x="683" y="1331"/>
                </a:lnTo>
                <a:lnTo>
                  <a:pt x="682" y="1331"/>
                </a:lnTo>
                <a:lnTo>
                  <a:pt x="681" y="1331"/>
                </a:lnTo>
                <a:lnTo>
                  <a:pt x="681" y="1330"/>
                </a:lnTo>
                <a:lnTo>
                  <a:pt x="680" y="1330"/>
                </a:lnTo>
                <a:lnTo>
                  <a:pt x="679" y="1330"/>
                </a:lnTo>
                <a:lnTo>
                  <a:pt x="679" y="1331"/>
                </a:lnTo>
                <a:lnTo>
                  <a:pt x="679" y="1332"/>
                </a:lnTo>
                <a:lnTo>
                  <a:pt x="677" y="1333"/>
                </a:lnTo>
                <a:lnTo>
                  <a:pt x="677" y="1334"/>
                </a:lnTo>
                <a:lnTo>
                  <a:pt x="677" y="1335"/>
                </a:lnTo>
                <a:lnTo>
                  <a:pt x="678" y="1335"/>
                </a:lnTo>
                <a:lnTo>
                  <a:pt x="678" y="1336"/>
                </a:lnTo>
                <a:lnTo>
                  <a:pt x="677" y="1337"/>
                </a:lnTo>
                <a:lnTo>
                  <a:pt x="676" y="1337"/>
                </a:lnTo>
                <a:lnTo>
                  <a:pt x="674" y="1338"/>
                </a:lnTo>
                <a:lnTo>
                  <a:pt x="674" y="1339"/>
                </a:lnTo>
                <a:lnTo>
                  <a:pt x="673" y="1339"/>
                </a:lnTo>
                <a:lnTo>
                  <a:pt x="673" y="1340"/>
                </a:lnTo>
                <a:lnTo>
                  <a:pt x="673" y="1341"/>
                </a:lnTo>
                <a:lnTo>
                  <a:pt x="674" y="1341"/>
                </a:lnTo>
                <a:lnTo>
                  <a:pt x="673" y="1342"/>
                </a:lnTo>
                <a:lnTo>
                  <a:pt x="672" y="1343"/>
                </a:lnTo>
                <a:lnTo>
                  <a:pt x="671" y="1344"/>
                </a:lnTo>
                <a:lnTo>
                  <a:pt x="670" y="1344"/>
                </a:lnTo>
                <a:lnTo>
                  <a:pt x="669" y="1345"/>
                </a:lnTo>
                <a:lnTo>
                  <a:pt x="669" y="1347"/>
                </a:lnTo>
                <a:lnTo>
                  <a:pt x="669" y="1348"/>
                </a:lnTo>
                <a:lnTo>
                  <a:pt x="668" y="1349"/>
                </a:lnTo>
                <a:lnTo>
                  <a:pt x="667" y="1349"/>
                </a:lnTo>
                <a:lnTo>
                  <a:pt x="667" y="1350"/>
                </a:lnTo>
                <a:lnTo>
                  <a:pt x="668" y="1351"/>
                </a:lnTo>
                <a:lnTo>
                  <a:pt x="670" y="1351"/>
                </a:lnTo>
                <a:lnTo>
                  <a:pt x="671" y="1351"/>
                </a:lnTo>
                <a:lnTo>
                  <a:pt x="671" y="1352"/>
                </a:lnTo>
                <a:lnTo>
                  <a:pt x="672" y="1352"/>
                </a:lnTo>
                <a:lnTo>
                  <a:pt x="674" y="1352"/>
                </a:lnTo>
                <a:lnTo>
                  <a:pt x="675" y="1352"/>
                </a:lnTo>
                <a:lnTo>
                  <a:pt x="675" y="1351"/>
                </a:lnTo>
                <a:lnTo>
                  <a:pt x="676" y="1351"/>
                </a:lnTo>
                <a:lnTo>
                  <a:pt x="678" y="1352"/>
                </a:lnTo>
                <a:lnTo>
                  <a:pt x="679" y="1352"/>
                </a:lnTo>
                <a:lnTo>
                  <a:pt x="680" y="1352"/>
                </a:lnTo>
                <a:lnTo>
                  <a:pt x="681" y="1352"/>
                </a:lnTo>
                <a:lnTo>
                  <a:pt x="682" y="1352"/>
                </a:lnTo>
                <a:lnTo>
                  <a:pt x="684" y="1353"/>
                </a:lnTo>
                <a:lnTo>
                  <a:pt x="685" y="1352"/>
                </a:lnTo>
                <a:lnTo>
                  <a:pt x="685" y="1353"/>
                </a:lnTo>
                <a:lnTo>
                  <a:pt x="686" y="1353"/>
                </a:lnTo>
                <a:lnTo>
                  <a:pt x="686" y="1354"/>
                </a:lnTo>
                <a:lnTo>
                  <a:pt x="685" y="1354"/>
                </a:lnTo>
                <a:lnTo>
                  <a:pt x="686" y="1354"/>
                </a:lnTo>
                <a:lnTo>
                  <a:pt x="687" y="1354"/>
                </a:lnTo>
                <a:lnTo>
                  <a:pt x="688" y="1354"/>
                </a:lnTo>
                <a:lnTo>
                  <a:pt x="689" y="1354"/>
                </a:lnTo>
                <a:lnTo>
                  <a:pt x="689" y="1355"/>
                </a:lnTo>
                <a:lnTo>
                  <a:pt x="689" y="1356"/>
                </a:lnTo>
                <a:lnTo>
                  <a:pt x="691" y="1355"/>
                </a:lnTo>
                <a:lnTo>
                  <a:pt x="692" y="1354"/>
                </a:lnTo>
                <a:lnTo>
                  <a:pt x="693" y="1355"/>
                </a:lnTo>
                <a:lnTo>
                  <a:pt x="694" y="1357"/>
                </a:lnTo>
                <a:lnTo>
                  <a:pt x="695" y="1357"/>
                </a:lnTo>
                <a:lnTo>
                  <a:pt x="695" y="1358"/>
                </a:lnTo>
                <a:lnTo>
                  <a:pt x="696" y="1358"/>
                </a:lnTo>
                <a:lnTo>
                  <a:pt x="697" y="1357"/>
                </a:lnTo>
                <a:lnTo>
                  <a:pt x="698" y="1356"/>
                </a:lnTo>
                <a:lnTo>
                  <a:pt x="699" y="1356"/>
                </a:lnTo>
                <a:lnTo>
                  <a:pt x="700" y="1356"/>
                </a:lnTo>
                <a:lnTo>
                  <a:pt x="701" y="1356"/>
                </a:lnTo>
                <a:lnTo>
                  <a:pt x="703" y="1356"/>
                </a:lnTo>
                <a:lnTo>
                  <a:pt x="704" y="1355"/>
                </a:lnTo>
                <a:lnTo>
                  <a:pt x="705" y="1355"/>
                </a:lnTo>
                <a:lnTo>
                  <a:pt x="706" y="1355"/>
                </a:lnTo>
                <a:lnTo>
                  <a:pt x="707" y="1355"/>
                </a:lnTo>
                <a:lnTo>
                  <a:pt x="708" y="1355"/>
                </a:lnTo>
                <a:lnTo>
                  <a:pt x="709" y="1355"/>
                </a:lnTo>
                <a:lnTo>
                  <a:pt x="710" y="1355"/>
                </a:lnTo>
                <a:lnTo>
                  <a:pt x="710" y="1356"/>
                </a:lnTo>
                <a:lnTo>
                  <a:pt x="711" y="1357"/>
                </a:lnTo>
                <a:lnTo>
                  <a:pt x="712" y="1357"/>
                </a:lnTo>
                <a:lnTo>
                  <a:pt x="712" y="1358"/>
                </a:lnTo>
                <a:lnTo>
                  <a:pt x="713" y="1359"/>
                </a:lnTo>
                <a:lnTo>
                  <a:pt x="713" y="1358"/>
                </a:lnTo>
                <a:lnTo>
                  <a:pt x="715" y="1358"/>
                </a:lnTo>
                <a:lnTo>
                  <a:pt x="716" y="1359"/>
                </a:lnTo>
                <a:lnTo>
                  <a:pt x="716" y="1360"/>
                </a:lnTo>
                <a:lnTo>
                  <a:pt x="717" y="1360"/>
                </a:lnTo>
                <a:lnTo>
                  <a:pt x="718" y="1360"/>
                </a:lnTo>
                <a:lnTo>
                  <a:pt x="720" y="1361"/>
                </a:lnTo>
                <a:lnTo>
                  <a:pt x="721" y="1362"/>
                </a:lnTo>
                <a:lnTo>
                  <a:pt x="722" y="1362"/>
                </a:lnTo>
                <a:lnTo>
                  <a:pt x="722" y="1363"/>
                </a:lnTo>
                <a:lnTo>
                  <a:pt x="723" y="1363"/>
                </a:lnTo>
                <a:lnTo>
                  <a:pt x="724" y="1363"/>
                </a:lnTo>
                <a:lnTo>
                  <a:pt x="724" y="1364"/>
                </a:lnTo>
                <a:lnTo>
                  <a:pt x="725" y="1364"/>
                </a:lnTo>
                <a:lnTo>
                  <a:pt x="726" y="1364"/>
                </a:lnTo>
                <a:lnTo>
                  <a:pt x="727" y="1364"/>
                </a:lnTo>
                <a:lnTo>
                  <a:pt x="728" y="1364"/>
                </a:lnTo>
                <a:lnTo>
                  <a:pt x="728" y="1365"/>
                </a:lnTo>
                <a:lnTo>
                  <a:pt x="728" y="1366"/>
                </a:lnTo>
                <a:lnTo>
                  <a:pt x="728" y="1367"/>
                </a:lnTo>
                <a:lnTo>
                  <a:pt x="727" y="1368"/>
                </a:lnTo>
                <a:lnTo>
                  <a:pt x="728" y="1369"/>
                </a:lnTo>
                <a:lnTo>
                  <a:pt x="727" y="1371"/>
                </a:lnTo>
                <a:lnTo>
                  <a:pt x="727" y="1372"/>
                </a:lnTo>
                <a:lnTo>
                  <a:pt x="727" y="1373"/>
                </a:lnTo>
                <a:lnTo>
                  <a:pt x="728" y="1373"/>
                </a:lnTo>
                <a:lnTo>
                  <a:pt x="728" y="1374"/>
                </a:lnTo>
                <a:lnTo>
                  <a:pt x="727" y="1374"/>
                </a:lnTo>
                <a:lnTo>
                  <a:pt x="727" y="1375"/>
                </a:lnTo>
                <a:lnTo>
                  <a:pt x="727" y="1377"/>
                </a:lnTo>
                <a:lnTo>
                  <a:pt x="727" y="1378"/>
                </a:lnTo>
                <a:lnTo>
                  <a:pt x="727" y="1379"/>
                </a:lnTo>
                <a:lnTo>
                  <a:pt x="727" y="1381"/>
                </a:lnTo>
                <a:lnTo>
                  <a:pt x="727" y="1382"/>
                </a:lnTo>
                <a:lnTo>
                  <a:pt x="726" y="1382"/>
                </a:lnTo>
                <a:lnTo>
                  <a:pt x="726" y="1383"/>
                </a:lnTo>
                <a:lnTo>
                  <a:pt x="726" y="1384"/>
                </a:lnTo>
                <a:lnTo>
                  <a:pt x="727" y="1385"/>
                </a:lnTo>
                <a:lnTo>
                  <a:pt x="726" y="1385"/>
                </a:lnTo>
                <a:lnTo>
                  <a:pt x="726" y="1386"/>
                </a:lnTo>
                <a:lnTo>
                  <a:pt x="725" y="1386"/>
                </a:lnTo>
                <a:lnTo>
                  <a:pt x="725" y="1387"/>
                </a:lnTo>
                <a:lnTo>
                  <a:pt x="725" y="1388"/>
                </a:lnTo>
                <a:lnTo>
                  <a:pt x="725" y="1389"/>
                </a:lnTo>
                <a:lnTo>
                  <a:pt x="726" y="1389"/>
                </a:lnTo>
                <a:lnTo>
                  <a:pt x="726" y="1390"/>
                </a:lnTo>
                <a:lnTo>
                  <a:pt x="726" y="1391"/>
                </a:lnTo>
                <a:lnTo>
                  <a:pt x="726" y="1392"/>
                </a:lnTo>
                <a:lnTo>
                  <a:pt x="725" y="1392"/>
                </a:lnTo>
                <a:lnTo>
                  <a:pt x="725" y="1393"/>
                </a:lnTo>
                <a:lnTo>
                  <a:pt x="724" y="1394"/>
                </a:lnTo>
                <a:lnTo>
                  <a:pt x="724" y="1397"/>
                </a:lnTo>
                <a:lnTo>
                  <a:pt x="725" y="1397"/>
                </a:lnTo>
                <a:lnTo>
                  <a:pt x="725" y="1398"/>
                </a:lnTo>
                <a:lnTo>
                  <a:pt x="726" y="1399"/>
                </a:lnTo>
                <a:lnTo>
                  <a:pt x="727" y="1401"/>
                </a:lnTo>
                <a:lnTo>
                  <a:pt x="728" y="1402"/>
                </a:lnTo>
                <a:lnTo>
                  <a:pt x="729" y="1403"/>
                </a:lnTo>
                <a:lnTo>
                  <a:pt x="730" y="1403"/>
                </a:lnTo>
                <a:lnTo>
                  <a:pt x="731" y="1403"/>
                </a:lnTo>
                <a:lnTo>
                  <a:pt x="732" y="1402"/>
                </a:lnTo>
                <a:lnTo>
                  <a:pt x="732" y="1401"/>
                </a:lnTo>
                <a:lnTo>
                  <a:pt x="733" y="1401"/>
                </a:lnTo>
                <a:lnTo>
                  <a:pt x="734" y="1401"/>
                </a:lnTo>
                <a:lnTo>
                  <a:pt x="734" y="1400"/>
                </a:lnTo>
                <a:lnTo>
                  <a:pt x="735" y="1400"/>
                </a:lnTo>
                <a:lnTo>
                  <a:pt x="736" y="1400"/>
                </a:lnTo>
                <a:lnTo>
                  <a:pt x="737" y="1400"/>
                </a:lnTo>
                <a:lnTo>
                  <a:pt x="738" y="1400"/>
                </a:lnTo>
                <a:lnTo>
                  <a:pt x="738" y="1399"/>
                </a:lnTo>
                <a:lnTo>
                  <a:pt x="739" y="1397"/>
                </a:lnTo>
                <a:lnTo>
                  <a:pt x="739" y="1396"/>
                </a:lnTo>
                <a:lnTo>
                  <a:pt x="740" y="1395"/>
                </a:lnTo>
                <a:lnTo>
                  <a:pt x="741" y="1395"/>
                </a:lnTo>
                <a:lnTo>
                  <a:pt x="742" y="1396"/>
                </a:lnTo>
                <a:lnTo>
                  <a:pt x="743" y="1396"/>
                </a:lnTo>
                <a:lnTo>
                  <a:pt x="744" y="1397"/>
                </a:lnTo>
                <a:lnTo>
                  <a:pt x="745" y="1397"/>
                </a:lnTo>
                <a:lnTo>
                  <a:pt x="746" y="1397"/>
                </a:lnTo>
                <a:lnTo>
                  <a:pt x="748" y="1397"/>
                </a:lnTo>
                <a:lnTo>
                  <a:pt x="749" y="1397"/>
                </a:lnTo>
                <a:lnTo>
                  <a:pt x="750" y="1397"/>
                </a:lnTo>
                <a:lnTo>
                  <a:pt x="751" y="1398"/>
                </a:lnTo>
                <a:lnTo>
                  <a:pt x="751" y="1399"/>
                </a:lnTo>
                <a:lnTo>
                  <a:pt x="751" y="1400"/>
                </a:lnTo>
                <a:lnTo>
                  <a:pt x="752" y="1400"/>
                </a:lnTo>
                <a:lnTo>
                  <a:pt x="754" y="1400"/>
                </a:lnTo>
                <a:lnTo>
                  <a:pt x="755" y="1400"/>
                </a:lnTo>
                <a:lnTo>
                  <a:pt x="758" y="1400"/>
                </a:lnTo>
                <a:lnTo>
                  <a:pt x="760" y="1400"/>
                </a:lnTo>
                <a:lnTo>
                  <a:pt x="761" y="1400"/>
                </a:lnTo>
                <a:lnTo>
                  <a:pt x="762" y="1400"/>
                </a:lnTo>
                <a:lnTo>
                  <a:pt x="763" y="1400"/>
                </a:lnTo>
                <a:lnTo>
                  <a:pt x="763" y="1401"/>
                </a:lnTo>
                <a:lnTo>
                  <a:pt x="764" y="1402"/>
                </a:lnTo>
                <a:lnTo>
                  <a:pt x="765" y="1402"/>
                </a:lnTo>
                <a:lnTo>
                  <a:pt x="765" y="1403"/>
                </a:lnTo>
                <a:lnTo>
                  <a:pt x="766" y="1403"/>
                </a:lnTo>
                <a:lnTo>
                  <a:pt x="767" y="1403"/>
                </a:lnTo>
                <a:lnTo>
                  <a:pt x="767" y="1402"/>
                </a:lnTo>
                <a:lnTo>
                  <a:pt x="768" y="1402"/>
                </a:lnTo>
                <a:lnTo>
                  <a:pt x="769" y="1402"/>
                </a:lnTo>
                <a:lnTo>
                  <a:pt x="769" y="1403"/>
                </a:lnTo>
                <a:lnTo>
                  <a:pt x="769" y="1404"/>
                </a:lnTo>
                <a:lnTo>
                  <a:pt x="770" y="1404"/>
                </a:lnTo>
                <a:lnTo>
                  <a:pt x="770" y="1405"/>
                </a:lnTo>
                <a:lnTo>
                  <a:pt x="773" y="1407"/>
                </a:lnTo>
                <a:lnTo>
                  <a:pt x="775" y="1407"/>
                </a:lnTo>
                <a:lnTo>
                  <a:pt x="777" y="1407"/>
                </a:lnTo>
                <a:lnTo>
                  <a:pt x="778" y="1408"/>
                </a:lnTo>
                <a:lnTo>
                  <a:pt x="780" y="1408"/>
                </a:lnTo>
                <a:lnTo>
                  <a:pt x="781" y="1409"/>
                </a:lnTo>
                <a:lnTo>
                  <a:pt x="782" y="1410"/>
                </a:lnTo>
                <a:lnTo>
                  <a:pt x="783" y="1411"/>
                </a:lnTo>
                <a:lnTo>
                  <a:pt x="784" y="1411"/>
                </a:lnTo>
                <a:lnTo>
                  <a:pt x="784" y="1412"/>
                </a:lnTo>
                <a:lnTo>
                  <a:pt x="784" y="1413"/>
                </a:lnTo>
                <a:lnTo>
                  <a:pt x="785" y="1414"/>
                </a:lnTo>
                <a:lnTo>
                  <a:pt x="785" y="1415"/>
                </a:lnTo>
                <a:lnTo>
                  <a:pt x="786" y="1415"/>
                </a:lnTo>
                <a:lnTo>
                  <a:pt x="788" y="1415"/>
                </a:lnTo>
                <a:lnTo>
                  <a:pt x="788" y="1414"/>
                </a:lnTo>
                <a:lnTo>
                  <a:pt x="788" y="1415"/>
                </a:lnTo>
                <a:lnTo>
                  <a:pt x="789" y="1415"/>
                </a:lnTo>
                <a:lnTo>
                  <a:pt x="789" y="1417"/>
                </a:lnTo>
                <a:lnTo>
                  <a:pt x="788" y="1418"/>
                </a:lnTo>
                <a:lnTo>
                  <a:pt x="788" y="1419"/>
                </a:lnTo>
                <a:lnTo>
                  <a:pt x="787" y="1419"/>
                </a:lnTo>
                <a:lnTo>
                  <a:pt x="786" y="1420"/>
                </a:lnTo>
                <a:lnTo>
                  <a:pt x="787" y="1421"/>
                </a:lnTo>
                <a:lnTo>
                  <a:pt x="787" y="1422"/>
                </a:lnTo>
                <a:lnTo>
                  <a:pt x="788" y="1424"/>
                </a:lnTo>
                <a:lnTo>
                  <a:pt x="789" y="1424"/>
                </a:lnTo>
                <a:lnTo>
                  <a:pt x="790" y="1423"/>
                </a:lnTo>
                <a:lnTo>
                  <a:pt x="791" y="1423"/>
                </a:lnTo>
                <a:lnTo>
                  <a:pt x="792" y="1423"/>
                </a:lnTo>
                <a:lnTo>
                  <a:pt x="793" y="1424"/>
                </a:lnTo>
                <a:lnTo>
                  <a:pt x="793" y="1426"/>
                </a:lnTo>
                <a:lnTo>
                  <a:pt x="793" y="1427"/>
                </a:lnTo>
                <a:lnTo>
                  <a:pt x="793" y="1429"/>
                </a:lnTo>
                <a:lnTo>
                  <a:pt x="793" y="1430"/>
                </a:lnTo>
                <a:lnTo>
                  <a:pt x="794" y="1431"/>
                </a:lnTo>
                <a:lnTo>
                  <a:pt x="794" y="1432"/>
                </a:lnTo>
                <a:lnTo>
                  <a:pt x="794" y="1433"/>
                </a:lnTo>
                <a:lnTo>
                  <a:pt x="794" y="1434"/>
                </a:lnTo>
                <a:lnTo>
                  <a:pt x="794" y="1435"/>
                </a:lnTo>
                <a:lnTo>
                  <a:pt x="793" y="1435"/>
                </a:lnTo>
                <a:lnTo>
                  <a:pt x="793" y="1436"/>
                </a:lnTo>
                <a:lnTo>
                  <a:pt x="793" y="1437"/>
                </a:lnTo>
                <a:lnTo>
                  <a:pt x="793" y="1438"/>
                </a:lnTo>
                <a:lnTo>
                  <a:pt x="792" y="1439"/>
                </a:lnTo>
                <a:lnTo>
                  <a:pt x="792" y="1440"/>
                </a:lnTo>
                <a:lnTo>
                  <a:pt x="792" y="1441"/>
                </a:lnTo>
                <a:lnTo>
                  <a:pt x="795" y="1444"/>
                </a:lnTo>
                <a:lnTo>
                  <a:pt x="796" y="1444"/>
                </a:lnTo>
                <a:lnTo>
                  <a:pt x="796" y="1445"/>
                </a:lnTo>
                <a:lnTo>
                  <a:pt x="797" y="1446"/>
                </a:lnTo>
                <a:lnTo>
                  <a:pt x="798" y="1447"/>
                </a:lnTo>
                <a:lnTo>
                  <a:pt x="799" y="1448"/>
                </a:lnTo>
                <a:lnTo>
                  <a:pt x="799" y="1449"/>
                </a:lnTo>
                <a:lnTo>
                  <a:pt x="800" y="1449"/>
                </a:lnTo>
                <a:lnTo>
                  <a:pt x="801" y="1449"/>
                </a:lnTo>
                <a:lnTo>
                  <a:pt x="801" y="1450"/>
                </a:lnTo>
                <a:lnTo>
                  <a:pt x="801" y="1451"/>
                </a:lnTo>
                <a:lnTo>
                  <a:pt x="800" y="1452"/>
                </a:lnTo>
                <a:lnTo>
                  <a:pt x="799" y="1452"/>
                </a:lnTo>
                <a:lnTo>
                  <a:pt x="798" y="1453"/>
                </a:lnTo>
                <a:lnTo>
                  <a:pt x="798" y="1454"/>
                </a:lnTo>
                <a:lnTo>
                  <a:pt x="797" y="1455"/>
                </a:lnTo>
                <a:lnTo>
                  <a:pt x="796" y="1456"/>
                </a:lnTo>
                <a:lnTo>
                  <a:pt x="796" y="1457"/>
                </a:lnTo>
                <a:lnTo>
                  <a:pt x="795" y="1458"/>
                </a:lnTo>
                <a:lnTo>
                  <a:pt x="794" y="1459"/>
                </a:lnTo>
                <a:lnTo>
                  <a:pt x="793" y="1460"/>
                </a:lnTo>
                <a:lnTo>
                  <a:pt x="791" y="1460"/>
                </a:lnTo>
                <a:lnTo>
                  <a:pt x="791" y="1459"/>
                </a:lnTo>
                <a:lnTo>
                  <a:pt x="791" y="1457"/>
                </a:lnTo>
                <a:lnTo>
                  <a:pt x="790" y="1456"/>
                </a:lnTo>
                <a:lnTo>
                  <a:pt x="790" y="1457"/>
                </a:lnTo>
                <a:lnTo>
                  <a:pt x="789" y="1457"/>
                </a:lnTo>
                <a:lnTo>
                  <a:pt x="789" y="1456"/>
                </a:lnTo>
                <a:lnTo>
                  <a:pt x="789" y="1455"/>
                </a:lnTo>
                <a:lnTo>
                  <a:pt x="788" y="1454"/>
                </a:lnTo>
                <a:lnTo>
                  <a:pt x="786" y="1454"/>
                </a:lnTo>
                <a:lnTo>
                  <a:pt x="784" y="1454"/>
                </a:lnTo>
                <a:lnTo>
                  <a:pt x="782" y="1454"/>
                </a:lnTo>
                <a:lnTo>
                  <a:pt x="781" y="1455"/>
                </a:lnTo>
                <a:lnTo>
                  <a:pt x="781" y="1457"/>
                </a:lnTo>
                <a:lnTo>
                  <a:pt x="782" y="1458"/>
                </a:lnTo>
                <a:lnTo>
                  <a:pt x="782" y="1459"/>
                </a:lnTo>
                <a:lnTo>
                  <a:pt x="782" y="1460"/>
                </a:lnTo>
                <a:lnTo>
                  <a:pt x="783" y="1460"/>
                </a:lnTo>
                <a:lnTo>
                  <a:pt x="783" y="1461"/>
                </a:lnTo>
                <a:lnTo>
                  <a:pt x="782" y="1462"/>
                </a:lnTo>
                <a:lnTo>
                  <a:pt x="781" y="1462"/>
                </a:lnTo>
                <a:lnTo>
                  <a:pt x="781" y="1461"/>
                </a:lnTo>
                <a:lnTo>
                  <a:pt x="780" y="1462"/>
                </a:lnTo>
                <a:lnTo>
                  <a:pt x="779" y="1462"/>
                </a:lnTo>
                <a:lnTo>
                  <a:pt x="779" y="1463"/>
                </a:lnTo>
                <a:lnTo>
                  <a:pt x="778" y="1463"/>
                </a:lnTo>
                <a:lnTo>
                  <a:pt x="778" y="1464"/>
                </a:lnTo>
                <a:lnTo>
                  <a:pt x="778" y="1466"/>
                </a:lnTo>
                <a:lnTo>
                  <a:pt x="778" y="1467"/>
                </a:lnTo>
                <a:lnTo>
                  <a:pt x="777" y="1467"/>
                </a:lnTo>
                <a:lnTo>
                  <a:pt x="776" y="1467"/>
                </a:lnTo>
                <a:lnTo>
                  <a:pt x="775" y="1468"/>
                </a:lnTo>
                <a:lnTo>
                  <a:pt x="774" y="1468"/>
                </a:lnTo>
                <a:lnTo>
                  <a:pt x="774" y="1469"/>
                </a:lnTo>
                <a:lnTo>
                  <a:pt x="773" y="1470"/>
                </a:lnTo>
                <a:lnTo>
                  <a:pt x="772" y="1471"/>
                </a:lnTo>
                <a:lnTo>
                  <a:pt x="770" y="1470"/>
                </a:lnTo>
                <a:lnTo>
                  <a:pt x="769" y="1470"/>
                </a:lnTo>
                <a:lnTo>
                  <a:pt x="768" y="1470"/>
                </a:lnTo>
                <a:lnTo>
                  <a:pt x="768" y="1469"/>
                </a:lnTo>
                <a:lnTo>
                  <a:pt x="767" y="1469"/>
                </a:lnTo>
                <a:lnTo>
                  <a:pt x="766" y="1469"/>
                </a:lnTo>
                <a:lnTo>
                  <a:pt x="765" y="1469"/>
                </a:lnTo>
                <a:lnTo>
                  <a:pt x="764" y="1469"/>
                </a:lnTo>
                <a:lnTo>
                  <a:pt x="763" y="1467"/>
                </a:lnTo>
                <a:lnTo>
                  <a:pt x="763" y="1466"/>
                </a:lnTo>
                <a:lnTo>
                  <a:pt x="763" y="1465"/>
                </a:lnTo>
                <a:lnTo>
                  <a:pt x="762" y="1464"/>
                </a:lnTo>
                <a:lnTo>
                  <a:pt x="761" y="1464"/>
                </a:lnTo>
                <a:lnTo>
                  <a:pt x="760" y="1465"/>
                </a:lnTo>
                <a:lnTo>
                  <a:pt x="759" y="1466"/>
                </a:lnTo>
                <a:lnTo>
                  <a:pt x="758" y="1465"/>
                </a:lnTo>
                <a:lnTo>
                  <a:pt x="757" y="1465"/>
                </a:lnTo>
                <a:lnTo>
                  <a:pt x="757" y="1464"/>
                </a:lnTo>
                <a:lnTo>
                  <a:pt x="756" y="1463"/>
                </a:lnTo>
                <a:lnTo>
                  <a:pt x="754" y="1461"/>
                </a:lnTo>
                <a:lnTo>
                  <a:pt x="753" y="1462"/>
                </a:lnTo>
                <a:lnTo>
                  <a:pt x="752" y="1462"/>
                </a:lnTo>
                <a:lnTo>
                  <a:pt x="751" y="1462"/>
                </a:lnTo>
                <a:lnTo>
                  <a:pt x="750" y="1461"/>
                </a:lnTo>
                <a:lnTo>
                  <a:pt x="749" y="1461"/>
                </a:lnTo>
                <a:lnTo>
                  <a:pt x="748" y="1461"/>
                </a:lnTo>
                <a:lnTo>
                  <a:pt x="748" y="1462"/>
                </a:lnTo>
                <a:lnTo>
                  <a:pt x="747" y="1462"/>
                </a:lnTo>
                <a:lnTo>
                  <a:pt x="746" y="1462"/>
                </a:lnTo>
                <a:lnTo>
                  <a:pt x="744" y="1463"/>
                </a:lnTo>
                <a:lnTo>
                  <a:pt x="744" y="1464"/>
                </a:lnTo>
                <a:lnTo>
                  <a:pt x="743" y="1464"/>
                </a:lnTo>
                <a:lnTo>
                  <a:pt x="742" y="1464"/>
                </a:lnTo>
                <a:lnTo>
                  <a:pt x="741" y="1464"/>
                </a:lnTo>
                <a:lnTo>
                  <a:pt x="740" y="1464"/>
                </a:lnTo>
                <a:lnTo>
                  <a:pt x="739" y="1464"/>
                </a:lnTo>
                <a:lnTo>
                  <a:pt x="739" y="1465"/>
                </a:lnTo>
                <a:lnTo>
                  <a:pt x="738" y="1466"/>
                </a:lnTo>
                <a:lnTo>
                  <a:pt x="737" y="1466"/>
                </a:lnTo>
                <a:lnTo>
                  <a:pt x="737" y="1465"/>
                </a:lnTo>
                <a:lnTo>
                  <a:pt x="736" y="1465"/>
                </a:lnTo>
                <a:lnTo>
                  <a:pt x="734" y="1465"/>
                </a:lnTo>
                <a:lnTo>
                  <a:pt x="733" y="1465"/>
                </a:lnTo>
                <a:lnTo>
                  <a:pt x="732" y="1465"/>
                </a:lnTo>
                <a:lnTo>
                  <a:pt x="731" y="1465"/>
                </a:lnTo>
                <a:lnTo>
                  <a:pt x="730" y="1464"/>
                </a:lnTo>
                <a:lnTo>
                  <a:pt x="729" y="1464"/>
                </a:lnTo>
                <a:lnTo>
                  <a:pt x="728" y="1464"/>
                </a:lnTo>
                <a:lnTo>
                  <a:pt x="727" y="1464"/>
                </a:lnTo>
                <a:lnTo>
                  <a:pt x="726" y="1464"/>
                </a:lnTo>
                <a:lnTo>
                  <a:pt x="725" y="1464"/>
                </a:lnTo>
                <a:lnTo>
                  <a:pt x="724" y="1463"/>
                </a:lnTo>
                <a:lnTo>
                  <a:pt x="722" y="1461"/>
                </a:lnTo>
                <a:lnTo>
                  <a:pt x="721" y="1460"/>
                </a:lnTo>
                <a:lnTo>
                  <a:pt x="720" y="1460"/>
                </a:lnTo>
                <a:lnTo>
                  <a:pt x="720" y="1461"/>
                </a:lnTo>
                <a:lnTo>
                  <a:pt x="718" y="1461"/>
                </a:lnTo>
                <a:lnTo>
                  <a:pt x="718" y="1460"/>
                </a:lnTo>
                <a:lnTo>
                  <a:pt x="717" y="1460"/>
                </a:lnTo>
                <a:lnTo>
                  <a:pt x="716" y="1461"/>
                </a:lnTo>
                <a:lnTo>
                  <a:pt x="716" y="1462"/>
                </a:lnTo>
                <a:lnTo>
                  <a:pt x="715" y="1462"/>
                </a:lnTo>
                <a:lnTo>
                  <a:pt x="715" y="1463"/>
                </a:lnTo>
                <a:lnTo>
                  <a:pt x="715" y="1462"/>
                </a:lnTo>
                <a:lnTo>
                  <a:pt x="714" y="1462"/>
                </a:lnTo>
                <a:lnTo>
                  <a:pt x="713" y="1462"/>
                </a:lnTo>
                <a:lnTo>
                  <a:pt x="712" y="1462"/>
                </a:lnTo>
                <a:lnTo>
                  <a:pt x="712" y="1461"/>
                </a:lnTo>
                <a:lnTo>
                  <a:pt x="711" y="1462"/>
                </a:lnTo>
                <a:lnTo>
                  <a:pt x="710" y="1462"/>
                </a:lnTo>
                <a:lnTo>
                  <a:pt x="707" y="1462"/>
                </a:lnTo>
                <a:lnTo>
                  <a:pt x="706" y="1462"/>
                </a:lnTo>
                <a:lnTo>
                  <a:pt x="705" y="1463"/>
                </a:lnTo>
                <a:lnTo>
                  <a:pt x="704" y="1462"/>
                </a:lnTo>
                <a:lnTo>
                  <a:pt x="703" y="1462"/>
                </a:lnTo>
                <a:lnTo>
                  <a:pt x="703" y="1463"/>
                </a:lnTo>
                <a:lnTo>
                  <a:pt x="703" y="1464"/>
                </a:lnTo>
                <a:lnTo>
                  <a:pt x="702" y="1465"/>
                </a:lnTo>
                <a:lnTo>
                  <a:pt x="703" y="1465"/>
                </a:lnTo>
                <a:lnTo>
                  <a:pt x="703" y="1466"/>
                </a:lnTo>
                <a:lnTo>
                  <a:pt x="704" y="1466"/>
                </a:lnTo>
                <a:lnTo>
                  <a:pt x="704" y="1467"/>
                </a:lnTo>
                <a:lnTo>
                  <a:pt x="703" y="1467"/>
                </a:lnTo>
                <a:lnTo>
                  <a:pt x="703" y="1468"/>
                </a:lnTo>
                <a:lnTo>
                  <a:pt x="703" y="1469"/>
                </a:lnTo>
                <a:lnTo>
                  <a:pt x="702" y="1469"/>
                </a:lnTo>
                <a:lnTo>
                  <a:pt x="702" y="1470"/>
                </a:lnTo>
                <a:lnTo>
                  <a:pt x="702" y="1471"/>
                </a:lnTo>
                <a:lnTo>
                  <a:pt x="703" y="1471"/>
                </a:lnTo>
                <a:lnTo>
                  <a:pt x="704" y="1471"/>
                </a:lnTo>
                <a:lnTo>
                  <a:pt x="705" y="1471"/>
                </a:lnTo>
                <a:lnTo>
                  <a:pt x="706" y="1471"/>
                </a:lnTo>
                <a:lnTo>
                  <a:pt x="706" y="1472"/>
                </a:lnTo>
                <a:lnTo>
                  <a:pt x="706" y="1473"/>
                </a:lnTo>
                <a:lnTo>
                  <a:pt x="706" y="1474"/>
                </a:lnTo>
                <a:lnTo>
                  <a:pt x="706" y="1475"/>
                </a:lnTo>
                <a:lnTo>
                  <a:pt x="706" y="1476"/>
                </a:lnTo>
                <a:lnTo>
                  <a:pt x="705" y="1476"/>
                </a:lnTo>
                <a:lnTo>
                  <a:pt x="704" y="1476"/>
                </a:lnTo>
                <a:lnTo>
                  <a:pt x="703" y="1478"/>
                </a:lnTo>
                <a:lnTo>
                  <a:pt x="703" y="1479"/>
                </a:lnTo>
                <a:lnTo>
                  <a:pt x="702" y="1479"/>
                </a:lnTo>
                <a:lnTo>
                  <a:pt x="701" y="1478"/>
                </a:lnTo>
                <a:lnTo>
                  <a:pt x="700" y="1478"/>
                </a:lnTo>
                <a:lnTo>
                  <a:pt x="698" y="1480"/>
                </a:lnTo>
                <a:lnTo>
                  <a:pt x="697" y="1480"/>
                </a:lnTo>
                <a:lnTo>
                  <a:pt x="697" y="1481"/>
                </a:lnTo>
                <a:lnTo>
                  <a:pt x="696" y="1482"/>
                </a:lnTo>
                <a:lnTo>
                  <a:pt x="696" y="1484"/>
                </a:lnTo>
                <a:lnTo>
                  <a:pt x="695" y="1484"/>
                </a:lnTo>
                <a:lnTo>
                  <a:pt x="695" y="1485"/>
                </a:lnTo>
                <a:lnTo>
                  <a:pt x="695" y="1486"/>
                </a:lnTo>
                <a:lnTo>
                  <a:pt x="695" y="1487"/>
                </a:lnTo>
                <a:lnTo>
                  <a:pt x="694" y="1487"/>
                </a:lnTo>
                <a:lnTo>
                  <a:pt x="692" y="1487"/>
                </a:lnTo>
                <a:lnTo>
                  <a:pt x="692" y="1488"/>
                </a:lnTo>
                <a:lnTo>
                  <a:pt x="692" y="1489"/>
                </a:lnTo>
                <a:lnTo>
                  <a:pt x="692" y="1490"/>
                </a:lnTo>
                <a:lnTo>
                  <a:pt x="691" y="1491"/>
                </a:lnTo>
                <a:lnTo>
                  <a:pt x="691" y="1493"/>
                </a:lnTo>
                <a:lnTo>
                  <a:pt x="691" y="1494"/>
                </a:lnTo>
                <a:lnTo>
                  <a:pt x="690" y="1495"/>
                </a:lnTo>
                <a:lnTo>
                  <a:pt x="689" y="1496"/>
                </a:lnTo>
                <a:lnTo>
                  <a:pt x="688" y="1497"/>
                </a:lnTo>
                <a:lnTo>
                  <a:pt x="688" y="1498"/>
                </a:lnTo>
                <a:lnTo>
                  <a:pt x="688" y="1499"/>
                </a:lnTo>
                <a:lnTo>
                  <a:pt x="688" y="1500"/>
                </a:lnTo>
                <a:lnTo>
                  <a:pt x="688" y="1501"/>
                </a:lnTo>
                <a:lnTo>
                  <a:pt x="689" y="1502"/>
                </a:lnTo>
                <a:lnTo>
                  <a:pt x="689" y="1503"/>
                </a:lnTo>
                <a:lnTo>
                  <a:pt x="689" y="1504"/>
                </a:lnTo>
                <a:lnTo>
                  <a:pt x="689" y="1505"/>
                </a:lnTo>
                <a:lnTo>
                  <a:pt x="688" y="1505"/>
                </a:lnTo>
                <a:lnTo>
                  <a:pt x="687" y="1505"/>
                </a:lnTo>
                <a:lnTo>
                  <a:pt x="686" y="1505"/>
                </a:lnTo>
                <a:lnTo>
                  <a:pt x="685" y="1506"/>
                </a:lnTo>
                <a:lnTo>
                  <a:pt x="684" y="1506"/>
                </a:lnTo>
                <a:lnTo>
                  <a:pt x="684" y="1507"/>
                </a:lnTo>
                <a:lnTo>
                  <a:pt x="685" y="1510"/>
                </a:lnTo>
                <a:lnTo>
                  <a:pt x="685" y="1511"/>
                </a:lnTo>
                <a:lnTo>
                  <a:pt x="686" y="1512"/>
                </a:lnTo>
                <a:lnTo>
                  <a:pt x="686" y="1513"/>
                </a:lnTo>
                <a:lnTo>
                  <a:pt x="686" y="1514"/>
                </a:lnTo>
                <a:lnTo>
                  <a:pt x="687" y="1516"/>
                </a:lnTo>
                <a:lnTo>
                  <a:pt x="687" y="1517"/>
                </a:lnTo>
                <a:lnTo>
                  <a:pt x="687" y="1518"/>
                </a:lnTo>
                <a:lnTo>
                  <a:pt x="687" y="1519"/>
                </a:lnTo>
                <a:lnTo>
                  <a:pt x="686" y="1521"/>
                </a:lnTo>
                <a:lnTo>
                  <a:pt x="685" y="1522"/>
                </a:lnTo>
                <a:lnTo>
                  <a:pt x="685" y="1523"/>
                </a:lnTo>
                <a:lnTo>
                  <a:pt x="685" y="1524"/>
                </a:lnTo>
                <a:lnTo>
                  <a:pt x="684" y="1525"/>
                </a:lnTo>
                <a:lnTo>
                  <a:pt x="684" y="1526"/>
                </a:lnTo>
                <a:lnTo>
                  <a:pt x="683" y="1526"/>
                </a:lnTo>
                <a:lnTo>
                  <a:pt x="683" y="1527"/>
                </a:lnTo>
                <a:lnTo>
                  <a:pt x="683" y="1528"/>
                </a:lnTo>
                <a:lnTo>
                  <a:pt x="685" y="1529"/>
                </a:lnTo>
                <a:lnTo>
                  <a:pt x="686" y="1528"/>
                </a:lnTo>
                <a:lnTo>
                  <a:pt x="687" y="1528"/>
                </a:lnTo>
                <a:lnTo>
                  <a:pt x="688" y="1528"/>
                </a:lnTo>
                <a:lnTo>
                  <a:pt x="688" y="1529"/>
                </a:lnTo>
                <a:lnTo>
                  <a:pt x="688" y="1530"/>
                </a:lnTo>
                <a:lnTo>
                  <a:pt x="688" y="1531"/>
                </a:lnTo>
                <a:lnTo>
                  <a:pt x="689" y="1532"/>
                </a:lnTo>
                <a:lnTo>
                  <a:pt x="690" y="1532"/>
                </a:lnTo>
                <a:lnTo>
                  <a:pt x="691" y="1534"/>
                </a:lnTo>
                <a:lnTo>
                  <a:pt x="692" y="1535"/>
                </a:lnTo>
                <a:lnTo>
                  <a:pt x="692" y="1536"/>
                </a:lnTo>
                <a:lnTo>
                  <a:pt x="692" y="1537"/>
                </a:lnTo>
                <a:lnTo>
                  <a:pt x="693" y="1538"/>
                </a:lnTo>
                <a:lnTo>
                  <a:pt x="694" y="1538"/>
                </a:lnTo>
                <a:lnTo>
                  <a:pt x="695" y="1539"/>
                </a:lnTo>
                <a:lnTo>
                  <a:pt x="695" y="1540"/>
                </a:lnTo>
                <a:lnTo>
                  <a:pt x="695" y="1541"/>
                </a:lnTo>
                <a:lnTo>
                  <a:pt x="696" y="1541"/>
                </a:lnTo>
                <a:lnTo>
                  <a:pt x="697" y="1541"/>
                </a:lnTo>
                <a:lnTo>
                  <a:pt x="697" y="1540"/>
                </a:lnTo>
                <a:lnTo>
                  <a:pt x="697" y="1541"/>
                </a:lnTo>
                <a:lnTo>
                  <a:pt x="698" y="1541"/>
                </a:lnTo>
                <a:lnTo>
                  <a:pt x="701" y="1542"/>
                </a:lnTo>
                <a:lnTo>
                  <a:pt x="702" y="1542"/>
                </a:lnTo>
                <a:lnTo>
                  <a:pt x="704" y="1544"/>
                </a:lnTo>
                <a:lnTo>
                  <a:pt x="704" y="1545"/>
                </a:lnTo>
                <a:lnTo>
                  <a:pt x="703" y="1545"/>
                </a:lnTo>
                <a:lnTo>
                  <a:pt x="703" y="1546"/>
                </a:lnTo>
                <a:lnTo>
                  <a:pt x="703" y="1547"/>
                </a:lnTo>
                <a:lnTo>
                  <a:pt x="703" y="1548"/>
                </a:lnTo>
                <a:lnTo>
                  <a:pt x="703" y="1549"/>
                </a:lnTo>
                <a:lnTo>
                  <a:pt x="702" y="1550"/>
                </a:lnTo>
                <a:lnTo>
                  <a:pt x="702" y="1551"/>
                </a:lnTo>
                <a:lnTo>
                  <a:pt x="701" y="1551"/>
                </a:lnTo>
                <a:lnTo>
                  <a:pt x="701" y="1554"/>
                </a:lnTo>
                <a:lnTo>
                  <a:pt x="702" y="1557"/>
                </a:lnTo>
                <a:lnTo>
                  <a:pt x="702" y="1559"/>
                </a:lnTo>
                <a:lnTo>
                  <a:pt x="704" y="1560"/>
                </a:lnTo>
                <a:lnTo>
                  <a:pt x="705" y="1561"/>
                </a:lnTo>
                <a:lnTo>
                  <a:pt x="706" y="1562"/>
                </a:lnTo>
                <a:lnTo>
                  <a:pt x="706" y="1563"/>
                </a:lnTo>
                <a:lnTo>
                  <a:pt x="707" y="1563"/>
                </a:lnTo>
                <a:lnTo>
                  <a:pt x="707" y="1564"/>
                </a:lnTo>
                <a:lnTo>
                  <a:pt x="707" y="1565"/>
                </a:lnTo>
                <a:lnTo>
                  <a:pt x="708" y="1566"/>
                </a:lnTo>
                <a:lnTo>
                  <a:pt x="707" y="1566"/>
                </a:lnTo>
                <a:lnTo>
                  <a:pt x="706" y="1566"/>
                </a:lnTo>
                <a:lnTo>
                  <a:pt x="706" y="1567"/>
                </a:lnTo>
                <a:lnTo>
                  <a:pt x="706" y="1568"/>
                </a:lnTo>
                <a:lnTo>
                  <a:pt x="706" y="1569"/>
                </a:lnTo>
                <a:lnTo>
                  <a:pt x="707" y="1570"/>
                </a:lnTo>
                <a:lnTo>
                  <a:pt x="706" y="1571"/>
                </a:lnTo>
                <a:lnTo>
                  <a:pt x="705" y="1572"/>
                </a:lnTo>
                <a:lnTo>
                  <a:pt x="704" y="1572"/>
                </a:lnTo>
                <a:lnTo>
                  <a:pt x="704" y="1573"/>
                </a:lnTo>
                <a:lnTo>
                  <a:pt x="704" y="1574"/>
                </a:lnTo>
                <a:lnTo>
                  <a:pt x="703" y="1576"/>
                </a:lnTo>
                <a:lnTo>
                  <a:pt x="702" y="1577"/>
                </a:lnTo>
                <a:lnTo>
                  <a:pt x="703" y="1577"/>
                </a:lnTo>
                <a:lnTo>
                  <a:pt x="703" y="1578"/>
                </a:lnTo>
                <a:lnTo>
                  <a:pt x="703" y="1579"/>
                </a:lnTo>
                <a:lnTo>
                  <a:pt x="702" y="1580"/>
                </a:lnTo>
                <a:lnTo>
                  <a:pt x="702" y="1581"/>
                </a:lnTo>
                <a:lnTo>
                  <a:pt x="703" y="1582"/>
                </a:lnTo>
                <a:lnTo>
                  <a:pt x="703" y="1584"/>
                </a:lnTo>
                <a:lnTo>
                  <a:pt x="703" y="1585"/>
                </a:lnTo>
                <a:lnTo>
                  <a:pt x="703" y="1586"/>
                </a:lnTo>
                <a:lnTo>
                  <a:pt x="703" y="1587"/>
                </a:lnTo>
                <a:lnTo>
                  <a:pt x="704" y="1587"/>
                </a:lnTo>
                <a:lnTo>
                  <a:pt x="704" y="1588"/>
                </a:lnTo>
                <a:lnTo>
                  <a:pt x="705" y="1588"/>
                </a:lnTo>
                <a:lnTo>
                  <a:pt x="706" y="1589"/>
                </a:lnTo>
                <a:lnTo>
                  <a:pt x="707" y="1589"/>
                </a:lnTo>
                <a:lnTo>
                  <a:pt x="708" y="1590"/>
                </a:lnTo>
                <a:lnTo>
                  <a:pt x="709" y="1592"/>
                </a:lnTo>
                <a:lnTo>
                  <a:pt x="709" y="1593"/>
                </a:lnTo>
                <a:lnTo>
                  <a:pt x="710" y="1594"/>
                </a:lnTo>
                <a:lnTo>
                  <a:pt x="710" y="1595"/>
                </a:lnTo>
                <a:lnTo>
                  <a:pt x="710" y="1597"/>
                </a:lnTo>
                <a:lnTo>
                  <a:pt x="710" y="1598"/>
                </a:lnTo>
                <a:lnTo>
                  <a:pt x="711" y="1598"/>
                </a:lnTo>
                <a:lnTo>
                  <a:pt x="710" y="1599"/>
                </a:lnTo>
                <a:lnTo>
                  <a:pt x="710" y="1600"/>
                </a:lnTo>
                <a:lnTo>
                  <a:pt x="710" y="1602"/>
                </a:lnTo>
                <a:lnTo>
                  <a:pt x="709" y="1602"/>
                </a:lnTo>
                <a:lnTo>
                  <a:pt x="708" y="1602"/>
                </a:lnTo>
                <a:lnTo>
                  <a:pt x="707" y="1602"/>
                </a:lnTo>
                <a:lnTo>
                  <a:pt x="706" y="1602"/>
                </a:lnTo>
                <a:lnTo>
                  <a:pt x="705" y="1602"/>
                </a:lnTo>
                <a:lnTo>
                  <a:pt x="705" y="1603"/>
                </a:lnTo>
                <a:lnTo>
                  <a:pt x="705" y="1604"/>
                </a:lnTo>
                <a:lnTo>
                  <a:pt x="704" y="1604"/>
                </a:lnTo>
                <a:lnTo>
                  <a:pt x="704" y="1605"/>
                </a:lnTo>
                <a:lnTo>
                  <a:pt x="704" y="1606"/>
                </a:lnTo>
                <a:lnTo>
                  <a:pt x="704" y="1607"/>
                </a:lnTo>
                <a:lnTo>
                  <a:pt x="703" y="1607"/>
                </a:lnTo>
                <a:lnTo>
                  <a:pt x="703" y="1608"/>
                </a:lnTo>
                <a:lnTo>
                  <a:pt x="705" y="1610"/>
                </a:lnTo>
                <a:lnTo>
                  <a:pt x="706" y="1611"/>
                </a:lnTo>
                <a:lnTo>
                  <a:pt x="707" y="1611"/>
                </a:lnTo>
                <a:lnTo>
                  <a:pt x="707" y="1610"/>
                </a:lnTo>
                <a:lnTo>
                  <a:pt x="708" y="1611"/>
                </a:lnTo>
                <a:lnTo>
                  <a:pt x="709" y="1614"/>
                </a:lnTo>
                <a:lnTo>
                  <a:pt x="709" y="1615"/>
                </a:lnTo>
                <a:lnTo>
                  <a:pt x="709" y="1616"/>
                </a:lnTo>
                <a:lnTo>
                  <a:pt x="709" y="1617"/>
                </a:lnTo>
                <a:lnTo>
                  <a:pt x="710" y="1618"/>
                </a:lnTo>
                <a:lnTo>
                  <a:pt x="710" y="1619"/>
                </a:lnTo>
                <a:lnTo>
                  <a:pt x="711" y="1619"/>
                </a:lnTo>
                <a:lnTo>
                  <a:pt x="711" y="1620"/>
                </a:lnTo>
                <a:lnTo>
                  <a:pt x="711" y="1621"/>
                </a:lnTo>
                <a:lnTo>
                  <a:pt x="712" y="1622"/>
                </a:lnTo>
                <a:lnTo>
                  <a:pt x="712" y="1623"/>
                </a:lnTo>
                <a:lnTo>
                  <a:pt x="713" y="1623"/>
                </a:lnTo>
                <a:lnTo>
                  <a:pt x="713" y="1624"/>
                </a:lnTo>
                <a:lnTo>
                  <a:pt x="713" y="1625"/>
                </a:lnTo>
                <a:lnTo>
                  <a:pt x="713" y="1626"/>
                </a:lnTo>
                <a:lnTo>
                  <a:pt x="712" y="1627"/>
                </a:lnTo>
                <a:lnTo>
                  <a:pt x="711" y="1627"/>
                </a:lnTo>
                <a:lnTo>
                  <a:pt x="710" y="1627"/>
                </a:lnTo>
                <a:lnTo>
                  <a:pt x="710" y="1626"/>
                </a:lnTo>
                <a:lnTo>
                  <a:pt x="709" y="1626"/>
                </a:lnTo>
                <a:lnTo>
                  <a:pt x="708" y="1627"/>
                </a:lnTo>
                <a:lnTo>
                  <a:pt x="707" y="1628"/>
                </a:lnTo>
                <a:lnTo>
                  <a:pt x="707" y="1629"/>
                </a:lnTo>
                <a:lnTo>
                  <a:pt x="707" y="1630"/>
                </a:lnTo>
                <a:lnTo>
                  <a:pt x="707" y="1631"/>
                </a:lnTo>
                <a:lnTo>
                  <a:pt x="706" y="1631"/>
                </a:lnTo>
                <a:lnTo>
                  <a:pt x="705" y="1632"/>
                </a:lnTo>
                <a:lnTo>
                  <a:pt x="705" y="1633"/>
                </a:lnTo>
                <a:lnTo>
                  <a:pt x="706" y="1633"/>
                </a:lnTo>
                <a:lnTo>
                  <a:pt x="706" y="1634"/>
                </a:lnTo>
                <a:lnTo>
                  <a:pt x="706" y="1635"/>
                </a:lnTo>
                <a:lnTo>
                  <a:pt x="706" y="1636"/>
                </a:lnTo>
                <a:lnTo>
                  <a:pt x="706" y="1637"/>
                </a:lnTo>
                <a:lnTo>
                  <a:pt x="706" y="1638"/>
                </a:lnTo>
                <a:lnTo>
                  <a:pt x="707" y="1638"/>
                </a:lnTo>
                <a:lnTo>
                  <a:pt x="707" y="1639"/>
                </a:lnTo>
                <a:lnTo>
                  <a:pt x="708" y="1639"/>
                </a:lnTo>
                <a:lnTo>
                  <a:pt x="707" y="1639"/>
                </a:lnTo>
                <a:lnTo>
                  <a:pt x="707" y="1640"/>
                </a:lnTo>
                <a:lnTo>
                  <a:pt x="707" y="1641"/>
                </a:lnTo>
                <a:lnTo>
                  <a:pt x="706" y="1641"/>
                </a:lnTo>
                <a:lnTo>
                  <a:pt x="705" y="1642"/>
                </a:lnTo>
                <a:lnTo>
                  <a:pt x="704" y="1642"/>
                </a:lnTo>
                <a:lnTo>
                  <a:pt x="704" y="1643"/>
                </a:lnTo>
                <a:lnTo>
                  <a:pt x="705" y="1643"/>
                </a:lnTo>
                <a:lnTo>
                  <a:pt x="704" y="1643"/>
                </a:lnTo>
                <a:lnTo>
                  <a:pt x="704" y="1642"/>
                </a:lnTo>
                <a:lnTo>
                  <a:pt x="703" y="1643"/>
                </a:lnTo>
                <a:lnTo>
                  <a:pt x="701" y="1643"/>
                </a:lnTo>
                <a:lnTo>
                  <a:pt x="699" y="1643"/>
                </a:lnTo>
                <a:lnTo>
                  <a:pt x="699" y="1642"/>
                </a:lnTo>
                <a:lnTo>
                  <a:pt x="698" y="1642"/>
                </a:lnTo>
                <a:lnTo>
                  <a:pt x="696" y="1644"/>
                </a:lnTo>
                <a:lnTo>
                  <a:pt x="695" y="1644"/>
                </a:lnTo>
                <a:lnTo>
                  <a:pt x="693" y="1645"/>
                </a:lnTo>
                <a:lnTo>
                  <a:pt x="692" y="1645"/>
                </a:lnTo>
                <a:lnTo>
                  <a:pt x="691" y="1645"/>
                </a:lnTo>
                <a:lnTo>
                  <a:pt x="690" y="1645"/>
                </a:lnTo>
                <a:lnTo>
                  <a:pt x="689" y="1645"/>
                </a:lnTo>
                <a:lnTo>
                  <a:pt x="688" y="1645"/>
                </a:lnTo>
                <a:lnTo>
                  <a:pt x="686" y="1645"/>
                </a:lnTo>
                <a:lnTo>
                  <a:pt x="686" y="1646"/>
                </a:lnTo>
                <a:lnTo>
                  <a:pt x="685" y="1646"/>
                </a:lnTo>
                <a:lnTo>
                  <a:pt x="684" y="1646"/>
                </a:lnTo>
                <a:lnTo>
                  <a:pt x="683" y="1646"/>
                </a:lnTo>
                <a:lnTo>
                  <a:pt x="683" y="1645"/>
                </a:lnTo>
                <a:lnTo>
                  <a:pt x="682" y="1645"/>
                </a:lnTo>
                <a:lnTo>
                  <a:pt x="682" y="1644"/>
                </a:lnTo>
                <a:lnTo>
                  <a:pt x="681" y="1645"/>
                </a:lnTo>
                <a:lnTo>
                  <a:pt x="680" y="1645"/>
                </a:lnTo>
                <a:lnTo>
                  <a:pt x="679" y="1645"/>
                </a:lnTo>
                <a:lnTo>
                  <a:pt x="677" y="1645"/>
                </a:lnTo>
                <a:lnTo>
                  <a:pt x="676" y="1645"/>
                </a:lnTo>
                <a:lnTo>
                  <a:pt x="676" y="1646"/>
                </a:lnTo>
                <a:lnTo>
                  <a:pt x="675" y="1646"/>
                </a:lnTo>
                <a:lnTo>
                  <a:pt x="676" y="1647"/>
                </a:lnTo>
                <a:lnTo>
                  <a:pt x="676" y="1648"/>
                </a:lnTo>
                <a:lnTo>
                  <a:pt x="675" y="1648"/>
                </a:lnTo>
                <a:lnTo>
                  <a:pt x="674" y="1648"/>
                </a:lnTo>
                <a:lnTo>
                  <a:pt x="673" y="1648"/>
                </a:lnTo>
                <a:lnTo>
                  <a:pt x="672" y="1648"/>
                </a:lnTo>
                <a:lnTo>
                  <a:pt x="671" y="1649"/>
                </a:lnTo>
                <a:lnTo>
                  <a:pt x="670" y="1649"/>
                </a:lnTo>
                <a:lnTo>
                  <a:pt x="669" y="1649"/>
                </a:lnTo>
                <a:lnTo>
                  <a:pt x="668" y="1649"/>
                </a:lnTo>
                <a:lnTo>
                  <a:pt x="668" y="1648"/>
                </a:lnTo>
                <a:lnTo>
                  <a:pt x="667" y="1648"/>
                </a:lnTo>
                <a:lnTo>
                  <a:pt x="665" y="1648"/>
                </a:lnTo>
                <a:lnTo>
                  <a:pt x="662" y="1649"/>
                </a:lnTo>
                <a:lnTo>
                  <a:pt x="660" y="1649"/>
                </a:lnTo>
                <a:lnTo>
                  <a:pt x="660" y="1648"/>
                </a:lnTo>
                <a:lnTo>
                  <a:pt x="659" y="1648"/>
                </a:lnTo>
                <a:lnTo>
                  <a:pt x="658" y="1648"/>
                </a:lnTo>
                <a:lnTo>
                  <a:pt x="657" y="1648"/>
                </a:lnTo>
                <a:lnTo>
                  <a:pt x="655" y="1648"/>
                </a:lnTo>
                <a:lnTo>
                  <a:pt x="654" y="1648"/>
                </a:lnTo>
                <a:lnTo>
                  <a:pt x="654" y="1647"/>
                </a:lnTo>
                <a:lnTo>
                  <a:pt x="653" y="1647"/>
                </a:lnTo>
                <a:lnTo>
                  <a:pt x="652" y="1647"/>
                </a:lnTo>
                <a:lnTo>
                  <a:pt x="652" y="1646"/>
                </a:lnTo>
                <a:lnTo>
                  <a:pt x="652" y="1645"/>
                </a:lnTo>
                <a:lnTo>
                  <a:pt x="653" y="1643"/>
                </a:lnTo>
                <a:lnTo>
                  <a:pt x="653" y="1642"/>
                </a:lnTo>
                <a:lnTo>
                  <a:pt x="652" y="1641"/>
                </a:lnTo>
                <a:lnTo>
                  <a:pt x="651" y="1641"/>
                </a:lnTo>
                <a:lnTo>
                  <a:pt x="650" y="1640"/>
                </a:lnTo>
                <a:lnTo>
                  <a:pt x="651" y="1640"/>
                </a:lnTo>
                <a:lnTo>
                  <a:pt x="651" y="1639"/>
                </a:lnTo>
                <a:lnTo>
                  <a:pt x="650" y="1639"/>
                </a:lnTo>
                <a:lnTo>
                  <a:pt x="649" y="1639"/>
                </a:lnTo>
                <a:lnTo>
                  <a:pt x="648" y="1639"/>
                </a:lnTo>
                <a:lnTo>
                  <a:pt x="648" y="1637"/>
                </a:lnTo>
                <a:lnTo>
                  <a:pt x="649" y="1637"/>
                </a:lnTo>
                <a:lnTo>
                  <a:pt x="649" y="1636"/>
                </a:lnTo>
                <a:lnTo>
                  <a:pt x="650" y="1635"/>
                </a:lnTo>
                <a:lnTo>
                  <a:pt x="651" y="1635"/>
                </a:lnTo>
                <a:lnTo>
                  <a:pt x="652" y="1635"/>
                </a:lnTo>
                <a:lnTo>
                  <a:pt x="652" y="1634"/>
                </a:lnTo>
                <a:lnTo>
                  <a:pt x="651" y="1633"/>
                </a:lnTo>
                <a:lnTo>
                  <a:pt x="651" y="1632"/>
                </a:lnTo>
                <a:lnTo>
                  <a:pt x="651" y="1631"/>
                </a:lnTo>
                <a:lnTo>
                  <a:pt x="651" y="1630"/>
                </a:lnTo>
                <a:lnTo>
                  <a:pt x="650" y="1630"/>
                </a:lnTo>
                <a:lnTo>
                  <a:pt x="649" y="1630"/>
                </a:lnTo>
                <a:lnTo>
                  <a:pt x="648" y="1629"/>
                </a:lnTo>
                <a:lnTo>
                  <a:pt x="647" y="1629"/>
                </a:lnTo>
                <a:lnTo>
                  <a:pt x="646" y="1628"/>
                </a:lnTo>
                <a:lnTo>
                  <a:pt x="645" y="1628"/>
                </a:lnTo>
                <a:lnTo>
                  <a:pt x="644" y="1628"/>
                </a:lnTo>
                <a:lnTo>
                  <a:pt x="643" y="1628"/>
                </a:lnTo>
                <a:lnTo>
                  <a:pt x="641" y="1627"/>
                </a:lnTo>
                <a:lnTo>
                  <a:pt x="640" y="1627"/>
                </a:lnTo>
                <a:lnTo>
                  <a:pt x="639" y="1627"/>
                </a:lnTo>
                <a:lnTo>
                  <a:pt x="637" y="1627"/>
                </a:lnTo>
                <a:lnTo>
                  <a:pt x="636" y="1625"/>
                </a:lnTo>
                <a:lnTo>
                  <a:pt x="637" y="1625"/>
                </a:lnTo>
                <a:lnTo>
                  <a:pt x="637" y="1624"/>
                </a:lnTo>
                <a:lnTo>
                  <a:pt x="637" y="1623"/>
                </a:lnTo>
                <a:lnTo>
                  <a:pt x="637" y="1622"/>
                </a:lnTo>
                <a:lnTo>
                  <a:pt x="638" y="1621"/>
                </a:lnTo>
                <a:lnTo>
                  <a:pt x="637" y="1621"/>
                </a:lnTo>
                <a:lnTo>
                  <a:pt x="636" y="1621"/>
                </a:lnTo>
                <a:lnTo>
                  <a:pt x="636" y="1620"/>
                </a:lnTo>
                <a:lnTo>
                  <a:pt x="636" y="1619"/>
                </a:lnTo>
                <a:lnTo>
                  <a:pt x="635" y="1618"/>
                </a:lnTo>
                <a:lnTo>
                  <a:pt x="634" y="1618"/>
                </a:lnTo>
                <a:lnTo>
                  <a:pt x="632" y="1616"/>
                </a:lnTo>
                <a:lnTo>
                  <a:pt x="632" y="1615"/>
                </a:lnTo>
                <a:lnTo>
                  <a:pt x="631" y="1615"/>
                </a:lnTo>
                <a:lnTo>
                  <a:pt x="630" y="1614"/>
                </a:lnTo>
                <a:lnTo>
                  <a:pt x="629" y="1614"/>
                </a:lnTo>
                <a:lnTo>
                  <a:pt x="626" y="1613"/>
                </a:lnTo>
                <a:lnTo>
                  <a:pt x="626" y="1612"/>
                </a:lnTo>
                <a:lnTo>
                  <a:pt x="624" y="1612"/>
                </a:lnTo>
                <a:lnTo>
                  <a:pt x="623" y="1611"/>
                </a:lnTo>
                <a:lnTo>
                  <a:pt x="623" y="1610"/>
                </a:lnTo>
                <a:lnTo>
                  <a:pt x="622" y="1609"/>
                </a:lnTo>
                <a:lnTo>
                  <a:pt x="621" y="1608"/>
                </a:lnTo>
                <a:lnTo>
                  <a:pt x="620" y="1608"/>
                </a:lnTo>
                <a:lnTo>
                  <a:pt x="619" y="1607"/>
                </a:lnTo>
                <a:lnTo>
                  <a:pt x="618" y="1605"/>
                </a:lnTo>
                <a:lnTo>
                  <a:pt x="617" y="1604"/>
                </a:lnTo>
                <a:lnTo>
                  <a:pt x="616" y="1604"/>
                </a:lnTo>
                <a:lnTo>
                  <a:pt x="616" y="1603"/>
                </a:lnTo>
                <a:lnTo>
                  <a:pt x="615" y="1603"/>
                </a:lnTo>
                <a:lnTo>
                  <a:pt x="614" y="1603"/>
                </a:lnTo>
                <a:lnTo>
                  <a:pt x="613" y="1603"/>
                </a:lnTo>
                <a:lnTo>
                  <a:pt x="613" y="1602"/>
                </a:lnTo>
                <a:lnTo>
                  <a:pt x="612" y="1602"/>
                </a:lnTo>
                <a:lnTo>
                  <a:pt x="611" y="1601"/>
                </a:lnTo>
                <a:lnTo>
                  <a:pt x="611" y="1600"/>
                </a:lnTo>
                <a:lnTo>
                  <a:pt x="610" y="1600"/>
                </a:lnTo>
                <a:lnTo>
                  <a:pt x="610" y="1599"/>
                </a:lnTo>
                <a:lnTo>
                  <a:pt x="609" y="1598"/>
                </a:lnTo>
                <a:lnTo>
                  <a:pt x="608" y="1599"/>
                </a:lnTo>
                <a:lnTo>
                  <a:pt x="606" y="1598"/>
                </a:lnTo>
                <a:lnTo>
                  <a:pt x="605" y="1597"/>
                </a:lnTo>
                <a:lnTo>
                  <a:pt x="604" y="1596"/>
                </a:lnTo>
                <a:lnTo>
                  <a:pt x="603" y="1596"/>
                </a:lnTo>
                <a:lnTo>
                  <a:pt x="602" y="1596"/>
                </a:lnTo>
                <a:lnTo>
                  <a:pt x="601" y="1595"/>
                </a:lnTo>
                <a:lnTo>
                  <a:pt x="599" y="1595"/>
                </a:lnTo>
                <a:lnTo>
                  <a:pt x="596" y="1594"/>
                </a:lnTo>
                <a:lnTo>
                  <a:pt x="596" y="1595"/>
                </a:lnTo>
                <a:lnTo>
                  <a:pt x="595" y="1595"/>
                </a:lnTo>
                <a:lnTo>
                  <a:pt x="594" y="1595"/>
                </a:lnTo>
                <a:lnTo>
                  <a:pt x="593" y="1594"/>
                </a:lnTo>
                <a:lnTo>
                  <a:pt x="591" y="1593"/>
                </a:lnTo>
                <a:lnTo>
                  <a:pt x="590" y="1594"/>
                </a:lnTo>
                <a:lnTo>
                  <a:pt x="589" y="1594"/>
                </a:lnTo>
                <a:lnTo>
                  <a:pt x="588" y="1594"/>
                </a:lnTo>
                <a:lnTo>
                  <a:pt x="587" y="1594"/>
                </a:lnTo>
                <a:lnTo>
                  <a:pt x="586" y="1594"/>
                </a:lnTo>
                <a:lnTo>
                  <a:pt x="585" y="1594"/>
                </a:lnTo>
                <a:lnTo>
                  <a:pt x="584" y="1594"/>
                </a:lnTo>
                <a:lnTo>
                  <a:pt x="583" y="1593"/>
                </a:lnTo>
                <a:lnTo>
                  <a:pt x="582" y="1592"/>
                </a:lnTo>
                <a:lnTo>
                  <a:pt x="581" y="1592"/>
                </a:lnTo>
                <a:lnTo>
                  <a:pt x="580" y="1591"/>
                </a:lnTo>
                <a:lnTo>
                  <a:pt x="578" y="1589"/>
                </a:lnTo>
                <a:lnTo>
                  <a:pt x="577" y="1588"/>
                </a:lnTo>
                <a:lnTo>
                  <a:pt x="577" y="1587"/>
                </a:lnTo>
                <a:lnTo>
                  <a:pt x="576" y="1586"/>
                </a:lnTo>
                <a:lnTo>
                  <a:pt x="576" y="1585"/>
                </a:lnTo>
                <a:lnTo>
                  <a:pt x="575" y="1585"/>
                </a:lnTo>
                <a:lnTo>
                  <a:pt x="575" y="1584"/>
                </a:lnTo>
                <a:lnTo>
                  <a:pt x="574" y="1584"/>
                </a:lnTo>
                <a:lnTo>
                  <a:pt x="573" y="1584"/>
                </a:lnTo>
                <a:lnTo>
                  <a:pt x="572" y="1583"/>
                </a:lnTo>
                <a:lnTo>
                  <a:pt x="570" y="1582"/>
                </a:lnTo>
                <a:lnTo>
                  <a:pt x="569" y="1583"/>
                </a:lnTo>
                <a:lnTo>
                  <a:pt x="568" y="1583"/>
                </a:lnTo>
                <a:lnTo>
                  <a:pt x="567" y="1583"/>
                </a:lnTo>
                <a:lnTo>
                  <a:pt x="566" y="1582"/>
                </a:lnTo>
                <a:lnTo>
                  <a:pt x="564" y="1581"/>
                </a:lnTo>
                <a:lnTo>
                  <a:pt x="563" y="1581"/>
                </a:lnTo>
                <a:lnTo>
                  <a:pt x="562" y="1580"/>
                </a:lnTo>
                <a:lnTo>
                  <a:pt x="562" y="1579"/>
                </a:lnTo>
                <a:lnTo>
                  <a:pt x="561" y="1578"/>
                </a:lnTo>
                <a:lnTo>
                  <a:pt x="560" y="1578"/>
                </a:lnTo>
                <a:lnTo>
                  <a:pt x="559" y="1577"/>
                </a:lnTo>
                <a:lnTo>
                  <a:pt x="559" y="1576"/>
                </a:lnTo>
                <a:lnTo>
                  <a:pt x="559" y="1575"/>
                </a:lnTo>
                <a:lnTo>
                  <a:pt x="559" y="1574"/>
                </a:lnTo>
                <a:lnTo>
                  <a:pt x="559" y="1573"/>
                </a:lnTo>
                <a:lnTo>
                  <a:pt x="559" y="1572"/>
                </a:lnTo>
                <a:lnTo>
                  <a:pt x="558" y="1572"/>
                </a:lnTo>
                <a:lnTo>
                  <a:pt x="558" y="1571"/>
                </a:lnTo>
                <a:lnTo>
                  <a:pt x="557" y="1571"/>
                </a:lnTo>
                <a:lnTo>
                  <a:pt x="556" y="1570"/>
                </a:lnTo>
                <a:lnTo>
                  <a:pt x="555" y="1570"/>
                </a:lnTo>
                <a:lnTo>
                  <a:pt x="554" y="1571"/>
                </a:lnTo>
                <a:lnTo>
                  <a:pt x="553" y="1571"/>
                </a:lnTo>
                <a:lnTo>
                  <a:pt x="552" y="1571"/>
                </a:lnTo>
                <a:lnTo>
                  <a:pt x="550" y="1571"/>
                </a:lnTo>
                <a:lnTo>
                  <a:pt x="549" y="1571"/>
                </a:lnTo>
                <a:lnTo>
                  <a:pt x="548" y="1571"/>
                </a:lnTo>
                <a:lnTo>
                  <a:pt x="546" y="1572"/>
                </a:lnTo>
                <a:lnTo>
                  <a:pt x="545" y="1571"/>
                </a:lnTo>
                <a:lnTo>
                  <a:pt x="545" y="1570"/>
                </a:lnTo>
                <a:lnTo>
                  <a:pt x="544" y="1569"/>
                </a:lnTo>
                <a:lnTo>
                  <a:pt x="543" y="1569"/>
                </a:lnTo>
                <a:lnTo>
                  <a:pt x="542" y="1569"/>
                </a:lnTo>
                <a:lnTo>
                  <a:pt x="542" y="1568"/>
                </a:lnTo>
                <a:lnTo>
                  <a:pt x="542" y="1567"/>
                </a:lnTo>
                <a:lnTo>
                  <a:pt x="541" y="1566"/>
                </a:lnTo>
                <a:lnTo>
                  <a:pt x="540" y="1566"/>
                </a:lnTo>
                <a:lnTo>
                  <a:pt x="539" y="1565"/>
                </a:lnTo>
                <a:lnTo>
                  <a:pt x="538" y="1565"/>
                </a:lnTo>
                <a:lnTo>
                  <a:pt x="537" y="1564"/>
                </a:lnTo>
                <a:lnTo>
                  <a:pt x="537" y="1563"/>
                </a:lnTo>
                <a:lnTo>
                  <a:pt x="535" y="1562"/>
                </a:lnTo>
                <a:lnTo>
                  <a:pt x="534" y="1561"/>
                </a:lnTo>
                <a:lnTo>
                  <a:pt x="533" y="1561"/>
                </a:lnTo>
                <a:lnTo>
                  <a:pt x="532" y="1561"/>
                </a:lnTo>
                <a:lnTo>
                  <a:pt x="531" y="1560"/>
                </a:lnTo>
                <a:lnTo>
                  <a:pt x="531" y="1559"/>
                </a:lnTo>
                <a:lnTo>
                  <a:pt x="531" y="1558"/>
                </a:lnTo>
                <a:lnTo>
                  <a:pt x="530" y="1558"/>
                </a:lnTo>
                <a:lnTo>
                  <a:pt x="529" y="1558"/>
                </a:lnTo>
                <a:lnTo>
                  <a:pt x="529" y="1557"/>
                </a:lnTo>
                <a:lnTo>
                  <a:pt x="527" y="1557"/>
                </a:lnTo>
                <a:lnTo>
                  <a:pt x="526" y="1557"/>
                </a:lnTo>
                <a:lnTo>
                  <a:pt x="525" y="1557"/>
                </a:lnTo>
                <a:lnTo>
                  <a:pt x="524" y="1557"/>
                </a:lnTo>
                <a:lnTo>
                  <a:pt x="523" y="1557"/>
                </a:lnTo>
                <a:lnTo>
                  <a:pt x="522" y="1556"/>
                </a:lnTo>
                <a:lnTo>
                  <a:pt x="521" y="1555"/>
                </a:lnTo>
                <a:lnTo>
                  <a:pt x="520" y="1554"/>
                </a:lnTo>
                <a:lnTo>
                  <a:pt x="519" y="1554"/>
                </a:lnTo>
                <a:lnTo>
                  <a:pt x="517" y="1553"/>
                </a:lnTo>
                <a:lnTo>
                  <a:pt x="517" y="1552"/>
                </a:lnTo>
                <a:lnTo>
                  <a:pt x="516" y="1552"/>
                </a:lnTo>
                <a:lnTo>
                  <a:pt x="516" y="1551"/>
                </a:lnTo>
                <a:lnTo>
                  <a:pt x="516" y="1550"/>
                </a:lnTo>
                <a:lnTo>
                  <a:pt x="517" y="1550"/>
                </a:lnTo>
                <a:lnTo>
                  <a:pt x="517" y="1549"/>
                </a:lnTo>
                <a:lnTo>
                  <a:pt x="517" y="1546"/>
                </a:lnTo>
                <a:lnTo>
                  <a:pt x="516" y="1545"/>
                </a:lnTo>
                <a:lnTo>
                  <a:pt x="516" y="1544"/>
                </a:lnTo>
                <a:lnTo>
                  <a:pt x="516" y="1543"/>
                </a:lnTo>
                <a:lnTo>
                  <a:pt x="515" y="1543"/>
                </a:lnTo>
                <a:lnTo>
                  <a:pt x="514" y="1543"/>
                </a:lnTo>
                <a:lnTo>
                  <a:pt x="512" y="1542"/>
                </a:lnTo>
                <a:lnTo>
                  <a:pt x="512" y="1541"/>
                </a:lnTo>
                <a:lnTo>
                  <a:pt x="512" y="1540"/>
                </a:lnTo>
                <a:lnTo>
                  <a:pt x="512" y="1539"/>
                </a:lnTo>
                <a:lnTo>
                  <a:pt x="511" y="1539"/>
                </a:lnTo>
                <a:lnTo>
                  <a:pt x="511" y="1538"/>
                </a:lnTo>
                <a:lnTo>
                  <a:pt x="510" y="1538"/>
                </a:lnTo>
                <a:lnTo>
                  <a:pt x="509" y="1538"/>
                </a:lnTo>
                <a:lnTo>
                  <a:pt x="509" y="1539"/>
                </a:lnTo>
                <a:lnTo>
                  <a:pt x="509" y="1540"/>
                </a:lnTo>
                <a:lnTo>
                  <a:pt x="507" y="1540"/>
                </a:lnTo>
                <a:lnTo>
                  <a:pt x="506" y="1540"/>
                </a:lnTo>
                <a:lnTo>
                  <a:pt x="505" y="1540"/>
                </a:lnTo>
                <a:lnTo>
                  <a:pt x="504" y="1540"/>
                </a:lnTo>
                <a:lnTo>
                  <a:pt x="503" y="1540"/>
                </a:lnTo>
                <a:lnTo>
                  <a:pt x="502" y="1540"/>
                </a:lnTo>
                <a:lnTo>
                  <a:pt x="501" y="1540"/>
                </a:lnTo>
                <a:lnTo>
                  <a:pt x="501" y="1541"/>
                </a:lnTo>
                <a:lnTo>
                  <a:pt x="499" y="1541"/>
                </a:lnTo>
                <a:lnTo>
                  <a:pt x="498" y="1541"/>
                </a:lnTo>
                <a:lnTo>
                  <a:pt x="497" y="1540"/>
                </a:lnTo>
                <a:lnTo>
                  <a:pt x="496" y="1540"/>
                </a:lnTo>
                <a:lnTo>
                  <a:pt x="496" y="1541"/>
                </a:lnTo>
                <a:lnTo>
                  <a:pt x="495" y="1541"/>
                </a:lnTo>
                <a:lnTo>
                  <a:pt x="494" y="1542"/>
                </a:lnTo>
                <a:lnTo>
                  <a:pt x="493" y="1542"/>
                </a:lnTo>
                <a:lnTo>
                  <a:pt x="492" y="1542"/>
                </a:lnTo>
                <a:lnTo>
                  <a:pt x="491" y="1542"/>
                </a:lnTo>
                <a:lnTo>
                  <a:pt x="490" y="1542"/>
                </a:lnTo>
                <a:lnTo>
                  <a:pt x="489" y="1542"/>
                </a:lnTo>
                <a:lnTo>
                  <a:pt x="488" y="1545"/>
                </a:lnTo>
                <a:lnTo>
                  <a:pt x="487" y="1545"/>
                </a:lnTo>
                <a:lnTo>
                  <a:pt x="487" y="1546"/>
                </a:lnTo>
                <a:lnTo>
                  <a:pt x="486" y="1546"/>
                </a:lnTo>
                <a:lnTo>
                  <a:pt x="486" y="1547"/>
                </a:lnTo>
                <a:lnTo>
                  <a:pt x="483" y="1547"/>
                </a:lnTo>
                <a:lnTo>
                  <a:pt x="481" y="1546"/>
                </a:lnTo>
                <a:lnTo>
                  <a:pt x="481" y="1545"/>
                </a:lnTo>
                <a:lnTo>
                  <a:pt x="479" y="1544"/>
                </a:lnTo>
                <a:lnTo>
                  <a:pt x="478" y="1543"/>
                </a:lnTo>
                <a:lnTo>
                  <a:pt x="476" y="1543"/>
                </a:lnTo>
                <a:lnTo>
                  <a:pt x="475" y="1542"/>
                </a:lnTo>
                <a:lnTo>
                  <a:pt x="474" y="1541"/>
                </a:lnTo>
                <a:lnTo>
                  <a:pt x="473" y="1540"/>
                </a:lnTo>
                <a:lnTo>
                  <a:pt x="472" y="1539"/>
                </a:lnTo>
                <a:lnTo>
                  <a:pt x="471" y="1539"/>
                </a:lnTo>
                <a:lnTo>
                  <a:pt x="470" y="1539"/>
                </a:lnTo>
                <a:lnTo>
                  <a:pt x="469" y="1540"/>
                </a:lnTo>
                <a:lnTo>
                  <a:pt x="469" y="1541"/>
                </a:lnTo>
                <a:lnTo>
                  <a:pt x="468" y="1541"/>
                </a:lnTo>
                <a:lnTo>
                  <a:pt x="467" y="1542"/>
                </a:lnTo>
                <a:lnTo>
                  <a:pt x="466" y="1542"/>
                </a:lnTo>
                <a:lnTo>
                  <a:pt x="466" y="1543"/>
                </a:lnTo>
                <a:lnTo>
                  <a:pt x="466" y="1544"/>
                </a:lnTo>
                <a:lnTo>
                  <a:pt x="466" y="1545"/>
                </a:lnTo>
                <a:lnTo>
                  <a:pt x="465" y="1546"/>
                </a:lnTo>
                <a:lnTo>
                  <a:pt x="464" y="1546"/>
                </a:lnTo>
                <a:lnTo>
                  <a:pt x="463" y="1547"/>
                </a:lnTo>
                <a:lnTo>
                  <a:pt x="463" y="1548"/>
                </a:lnTo>
                <a:lnTo>
                  <a:pt x="463" y="1549"/>
                </a:lnTo>
                <a:lnTo>
                  <a:pt x="462" y="1550"/>
                </a:lnTo>
                <a:lnTo>
                  <a:pt x="461" y="1550"/>
                </a:lnTo>
                <a:lnTo>
                  <a:pt x="460" y="1550"/>
                </a:lnTo>
                <a:lnTo>
                  <a:pt x="460" y="1549"/>
                </a:lnTo>
                <a:lnTo>
                  <a:pt x="458" y="1548"/>
                </a:lnTo>
                <a:lnTo>
                  <a:pt x="458" y="1547"/>
                </a:lnTo>
                <a:lnTo>
                  <a:pt x="457" y="1547"/>
                </a:lnTo>
                <a:lnTo>
                  <a:pt x="456" y="1546"/>
                </a:lnTo>
                <a:lnTo>
                  <a:pt x="455" y="1548"/>
                </a:lnTo>
                <a:lnTo>
                  <a:pt x="455" y="1549"/>
                </a:lnTo>
                <a:lnTo>
                  <a:pt x="455" y="1550"/>
                </a:lnTo>
                <a:lnTo>
                  <a:pt x="454" y="1551"/>
                </a:lnTo>
                <a:lnTo>
                  <a:pt x="452" y="1551"/>
                </a:lnTo>
                <a:lnTo>
                  <a:pt x="451" y="1551"/>
                </a:lnTo>
                <a:lnTo>
                  <a:pt x="450" y="1551"/>
                </a:lnTo>
                <a:lnTo>
                  <a:pt x="450" y="1550"/>
                </a:lnTo>
                <a:lnTo>
                  <a:pt x="449" y="1550"/>
                </a:lnTo>
                <a:lnTo>
                  <a:pt x="448" y="1550"/>
                </a:lnTo>
                <a:lnTo>
                  <a:pt x="447" y="1550"/>
                </a:lnTo>
                <a:lnTo>
                  <a:pt x="447" y="1549"/>
                </a:lnTo>
                <a:lnTo>
                  <a:pt x="446" y="1549"/>
                </a:lnTo>
                <a:lnTo>
                  <a:pt x="446" y="1548"/>
                </a:lnTo>
                <a:lnTo>
                  <a:pt x="445" y="1548"/>
                </a:lnTo>
                <a:lnTo>
                  <a:pt x="444" y="1548"/>
                </a:lnTo>
                <a:lnTo>
                  <a:pt x="444" y="1549"/>
                </a:lnTo>
                <a:lnTo>
                  <a:pt x="443" y="1549"/>
                </a:lnTo>
                <a:lnTo>
                  <a:pt x="442" y="1548"/>
                </a:lnTo>
                <a:lnTo>
                  <a:pt x="441" y="1549"/>
                </a:lnTo>
                <a:lnTo>
                  <a:pt x="441" y="1550"/>
                </a:lnTo>
                <a:lnTo>
                  <a:pt x="441" y="1551"/>
                </a:lnTo>
                <a:lnTo>
                  <a:pt x="440" y="1551"/>
                </a:lnTo>
                <a:lnTo>
                  <a:pt x="438" y="1552"/>
                </a:lnTo>
                <a:lnTo>
                  <a:pt x="437" y="1552"/>
                </a:lnTo>
                <a:lnTo>
                  <a:pt x="436" y="1552"/>
                </a:lnTo>
                <a:lnTo>
                  <a:pt x="436" y="1551"/>
                </a:lnTo>
                <a:lnTo>
                  <a:pt x="435" y="1551"/>
                </a:lnTo>
                <a:lnTo>
                  <a:pt x="434" y="1552"/>
                </a:lnTo>
                <a:lnTo>
                  <a:pt x="434" y="1555"/>
                </a:lnTo>
                <a:lnTo>
                  <a:pt x="434" y="1556"/>
                </a:lnTo>
                <a:lnTo>
                  <a:pt x="433" y="1556"/>
                </a:lnTo>
                <a:lnTo>
                  <a:pt x="433" y="1557"/>
                </a:lnTo>
                <a:lnTo>
                  <a:pt x="433" y="1558"/>
                </a:lnTo>
                <a:lnTo>
                  <a:pt x="433" y="1559"/>
                </a:lnTo>
                <a:lnTo>
                  <a:pt x="434" y="1559"/>
                </a:lnTo>
                <a:lnTo>
                  <a:pt x="434" y="1560"/>
                </a:lnTo>
                <a:lnTo>
                  <a:pt x="434" y="1561"/>
                </a:lnTo>
                <a:lnTo>
                  <a:pt x="433" y="1561"/>
                </a:lnTo>
                <a:lnTo>
                  <a:pt x="431" y="1562"/>
                </a:lnTo>
                <a:lnTo>
                  <a:pt x="431" y="1563"/>
                </a:lnTo>
                <a:lnTo>
                  <a:pt x="431" y="1564"/>
                </a:lnTo>
                <a:lnTo>
                  <a:pt x="430" y="1564"/>
                </a:lnTo>
                <a:lnTo>
                  <a:pt x="431" y="1564"/>
                </a:lnTo>
                <a:lnTo>
                  <a:pt x="431" y="1565"/>
                </a:lnTo>
                <a:lnTo>
                  <a:pt x="430" y="1565"/>
                </a:lnTo>
                <a:lnTo>
                  <a:pt x="429" y="1566"/>
                </a:lnTo>
                <a:lnTo>
                  <a:pt x="427" y="1567"/>
                </a:lnTo>
                <a:lnTo>
                  <a:pt x="426" y="1567"/>
                </a:lnTo>
                <a:lnTo>
                  <a:pt x="426" y="1566"/>
                </a:lnTo>
                <a:lnTo>
                  <a:pt x="425" y="1565"/>
                </a:lnTo>
                <a:lnTo>
                  <a:pt x="424" y="1564"/>
                </a:lnTo>
                <a:lnTo>
                  <a:pt x="423" y="1563"/>
                </a:lnTo>
                <a:lnTo>
                  <a:pt x="422" y="1562"/>
                </a:lnTo>
                <a:lnTo>
                  <a:pt x="419" y="1559"/>
                </a:lnTo>
                <a:lnTo>
                  <a:pt x="418" y="1558"/>
                </a:lnTo>
                <a:lnTo>
                  <a:pt x="418" y="1557"/>
                </a:lnTo>
                <a:lnTo>
                  <a:pt x="417" y="1557"/>
                </a:lnTo>
                <a:lnTo>
                  <a:pt x="417" y="1556"/>
                </a:lnTo>
                <a:lnTo>
                  <a:pt x="416" y="1556"/>
                </a:lnTo>
                <a:lnTo>
                  <a:pt x="415" y="1556"/>
                </a:lnTo>
                <a:lnTo>
                  <a:pt x="414" y="1555"/>
                </a:lnTo>
                <a:lnTo>
                  <a:pt x="414" y="1554"/>
                </a:lnTo>
                <a:lnTo>
                  <a:pt x="411" y="1553"/>
                </a:lnTo>
                <a:lnTo>
                  <a:pt x="410" y="1554"/>
                </a:lnTo>
                <a:lnTo>
                  <a:pt x="410" y="1555"/>
                </a:lnTo>
                <a:lnTo>
                  <a:pt x="409" y="1556"/>
                </a:lnTo>
                <a:lnTo>
                  <a:pt x="407" y="1556"/>
                </a:lnTo>
                <a:lnTo>
                  <a:pt x="405" y="1553"/>
                </a:lnTo>
                <a:lnTo>
                  <a:pt x="403" y="1552"/>
                </a:lnTo>
                <a:lnTo>
                  <a:pt x="403" y="1551"/>
                </a:lnTo>
                <a:lnTo>
                  <a:pt x="402" y="1551"/>
                </a:lnTo>
                <a:lnTo>
                  <a:pt x="401" y="1550"/>
                </a:lnTo>
                <a:lnTo>
                  <a:pt x="400" y="1550"/>
                </a:lnTo>
                <a:lnTo>
                  <a:pt x="400" y="1549"/>
                </a:lnTo>
                <a:lnTo>
                  <a:pt x="399" y="1549"/>
                </a:lnTo>
                <a:lnTo>
                  <a:pt x="399" y="1548"/>
                </a:lnTo>
                <a:lnTo>
                  <a:pt x="397" y="1546"/>
                </a:lnTo>
                <a:lnTo>
                  <a:pt x="397" y="1545"/>
                </a:lnTo>
                <a:lnTo>
                  <a:pt x="397" y="1544"/>
                </a:lnTo>
                <a:lnTo>
                  <a:pt x="396" y="1543"/>
                </a:lnTo>
                <a:lnTo>
                  <a:pt x="396" y="1542"/>
                </a:lnTo>
                <a:lnTo>
                  <a:pt x="395" y="1542"/>
                </a:lnTo>
                <a:lnTo>
                  <a:pt x="394" y="1540"/>
                </a:lnTo>
                <a:lnTo>
                  <a:pt x="393" y="1539"/>
                </a:lnTo>
                <a:lnTo>
                  <a:pt x="392" y="1538"/>
                </a:lnTo>
                <a:lnTo>
                  <a:pt x="392" y="1537"/>
                </a:lnTo>
                <a:lnTo>
                  <a:pt x="392" y="1536"/>
                </a:lnTo>
                <a:lnTo>
                  <a:pt x="391" y="1536"/>
                </a:lnTo>
                <a:lnTo>
                  <a:pt x="391" y="1534"/>
                </a:lnTo>
                <a:lnTo>
                  <a:pt x="390" y="1534"/>
                </a:lnTo>
                <a:lnTo>
                  <a:pt x="390" y="1533"/>
                </a:lnTo>
                <a:lnTo>
                  <a:pt x="389" y="1533"/>
                </a:lnTo>
                <a:lnTo>
                  <a:pt x="389" y="1532"/>
                </a:lnTo>
                <a:lnTo>
                  <a:pt x="388" y="1531"/>
                </a:lnTo>
                <a:lnTo>
                  <a:pt x="388" y="1530"/>
                </a:lnTo>
                <a:lnTo>
                  <a:pt x="387" y="1528"/>
                </a:lnTo>
                <a:lnTo>
                  <a:pt x="385" y="1529"/>
                </a:lnTo>
                <a:lnTo>
                  <a:pt x="384" y="1529"/>
                </a:lnTo>
                <a:lnTo>
                  <a:pt x="383" y="1530"/>
                </a:lnTo>
                <a:lnTo>
                  <a:pt x="382" y="1530"/>
                </a:lnTo>
                <a:lnTo>
                  <a:pt x="381" y="1530"/>
                </a:lnTo>
                <a:lnTo>
                  <a:pt x="380" y="1530"/>
                </a:lnTo>
                <a:lnTo>
                  <a:pt x="379" y="1529"/>
                </a:lnTo>
                <a:lnTo>
                  <a:pt x="378" y="1527"/>
                </a:lnTo>
                <a:lnTo>
                  <a:pt x="377" y="1524"/>
                </a:lnTo>
                <a:lnTo>
                  <a:pt x="377" y="1523"/>
                </a:lnTo>
                <a:lnTo>
                  <a:pt x="377" y="1522"/>
                </a:lnTo>
                <a:lnTo>
                  <a:pt x="377" y="1521"/>
                </a:lnTo>
                <a:lnTo>
                  <a:pt x="376" y="1520"/>
                </a:lnTo>
                <a:lnTo>
                  <a:pt x="375" y="1517"/>
                </a:lnTo>
                <a:lnTo>
                  <a:pt x="374" y="1517"/>
                </a:lnTo>
                <a:lnTo>
                  <a:pt x="374" y="1516"/>
                </a:lnTo>
                <a:lnTo>
                  <a:pt x="373" y="1516"/>
                </a:lnTo>
                <a:lnTo>
                  <a:pt x="371" y="1515"/>
                </a:lnTo>
                <a:lnTo>
                  <a:pt x="370" y="1515"/>
                </a:lnTo>
                <a:lnTo>
                  <a:pt x="370" y="1514"/>
                </a:lnTo>
                <a:lnTo>
                  <a:pt x="370" y="1513"/>
                </a:lnTo>
                <a:lnTo>
                  <a:pt x="369" y="1513"/>
                </a:lnTo>
                <a:lnTo>
                  <a:pt x="368" y="1513"/>
                </a:lnTo>
                <a:lnTo>
                  <a:pt x="367" y="1514"/>
                </a:lnTo>
                <a:lnTo>
                  <a:pt x="367" y="1515"/>
                </a:lnTo>
                <a:lnTo>
                  <a:pt x="366" y="1515"/>
                </a:lnTo>
                <a:lnTo>
                  <a:pt x="365" y="1514"/>
                </a:lnTo>
                <a:lnTo>
                  <a:pt x="364" y="1514"/>
                </a:lnTo>
                <a:lnTo>
                  <a:pt x="363" y="1514"/>
                </a:lnTo>
                <a:lnTo>
                  <a:pt x="363" y="1515"/>
                </a:lnTo>
                <a:lnTo>
                  <a:pt x="362" y="1514"/>
                </a:lnTo>
                <a:lnTo>
                  <a:pt x="362" y="1513"/>
                </a:lnTo>
                <a:lnTo>
                  <a:pt x="361" y="1513"/>
                </a:lnTo>
                <a:lnTo>
                  <a:pt x="360" y="1513"/>
                </a:lnTo>
                <a:lnTo>
                  <a:pt x="359" y="1514"/>
                </a:lnTo>
                <a:lnTo>
                  <a:pt x="358" y="1515"/>
                </a:lnTo>
                <a:lnTo>
                  <a:pt x="357" y="1515"/>
                </a:lnTo>
                <a:lnTo>
                  <a:pt x="355" y="1516"/>
                </a:lnTo>
                <a:lnTo>
                  <a:pt x="355" y="1517"/>
                </a:lnTo>
                <a:lnTo>
                  <a:pt x="353" y="1517"/>
                </a:lnTo>
                <a:lnTo>
                  <a:pt x="352" y="1517"/>
                </a:lnTo>
                <a:lnTo>
                  <a:pt x="351" y="1517"/>
                </a:lnTo>
                <a:lnTo>
                  <a:pt x="351" y="1518"/>
                </a:lnTo>
                <a:lnTo>
                  <a:pt x="350" y="1519"/>
                </a:lnTo>
                <a:lnTo>
                  <a:pt x="349" y="1519"/>
                </a:lnTo>
                <a:lnTo>
                  <a:pt x="348" y="1519"/>
                </a:lnTo>
                <a:lnTo>
                  <a:pt x="347" y="1518"/>
                </a:lnTo>
                <a:lnTo>
                  <a:pt x="345" y="1517"/>
                </a:lnTo>
                <a:lnTo>
                  <a:pt x="343" y="1517"/>
                </a:lnTo>
                <a:lnTo>
                  <a:pt x="343" y="1516"/>
                </a:lnTo>
                <a:lnTo>
                  <a:pt x="343" y="1515"/>
                </a:lnTo>
                <a:lnTo>
                  <a:pt x="342" y="1514"/>
                </a:lnTo>
                <a:lnTo>
                  <a:pt x="342" y="1513"/>
                </a:lnTo>
                <a:lnTo>
                  <a:pt x="341" y="1512"/>
                </a:lnTo>
                <a:lnTo>
                  <a:pt x="341" y="1511"/>
                </a:lnTo>
                <a:lnTo>
                  <a:pt x="340" y="1511"/>
                </a:lnTo>
                <a:lnTo>
                  <a:pt x="339" y="1511"/>
                </a:lnTo>
                <a:lnTo>
                  <a:pt x="339" y="1512"/>
                </a:lnTo>
                <a:lnTo>
                  <a:pt x="338" y="1513"/>
                </a:lnTo>
                <a:lnTo>
                  <a:pt x="337" y="1513"/>
                </a:lnTo>
                <a:lnTo>
                  <a:pt x="336" y="1513"/>
                </a:lnTo>
                <a:lnTo>
                  <a:pt x="336" y="1512"/>
                </a:lnTo>
                <a:lnTo>
                  <a:pt x="335" y="1511"/>
                </a:lnTo>
                <a:lnTo>
                  <a:pt x="335" y="1510"/>
                </a:lnTo>
                <a:lnTo>
                  <a:pt x="335" y="1509"/>
                </a:lnTo>
                <a:lnTo>
                  <a:pt x="336" y="1509"/>
                </a:lnTo>
                <a:lnTo>
                  <a:pt x="337" y="1508"/>
                </a:lnTo>
                <a:lnTo>
                  <a:pt x="337" y="1507"/>
                </a:lnTo>
                <a:lnTo>
                  <a:pt x="337" y="1506"/>
                </a:lnTo>
                <a:lnTo>
                  <a:pt x="337" y="1505"/>
                </a:lnTo>
                <a:lnTo>
                  <a:pt x="336" y="1504"/>
                </a:lnTo>
                <a:lnTo>
                  <a:pt x="335" y="1503"/>
                </a:lnTo>
                <a:lnTo>
                  <a:pt x="333" y="1503"/>
                </a:lnTo>
                <a:lnTo>
                  <a:pt x="332" y="1500"/>
                </a:lnTo>
                <a:lnTo>
                  <a:pt x="332" y="1498"/>
                </a:lnTo>
                <a:lnTo>
                  <a:pt x="331" y="1496"/>
                </a:lnTo>
                <a:lnTo>
                  <a:pt x="331" y="1495"/>
                </a:lnTo>
                <a:lnTo>
                  <a:pt x="331" y="1494"/>
                </a:lnTo>
                <a:lnTo>
                  <a:pt x="332" y="1494"/>
                </a:lnTo>
                <a:lnTo>
                  <a:pt x="332" y="1492"/>
                </a:lnTo>
                <a:lnTo>
                  <a:pt x="332" y="1490"/>
                </a:lnTo>
                <a:lnTo>
                  <a:pt x="332" y="1489"/>
                </a:lnTo>
                <a:lnTo>
                  <a:pt x="332" y="1488"/>
                </a:lnTo>
                <a:lnTo>
                  <a:pt x="331" y="1488"/>
                </a:lnTo>
                <a:lnTo>
                  <a:pt x="330" y="1488"/>
                </a:lnTo>
                <a:lnTo>
                  <a:pt x="329" y="1488"/>
                </a:lnTo>
                <a:lnTo>
                  <a:pt x="327" y="1488"/>
                </a:lnTo>
                <a:lnTo>
                  <a:pt x="326" y="1488"/>
                </a:lnTo>
                <a:lnTo>
                  <a:pt x="325" y="1488"/>
                </a:lnTo>
                <a:lnTo>
                  <a:pt x="325" y="1487"/>
                </a:lnTo>
                <a:lnTo>
                  <a:pt x="324" y="1487"/>
                </a:lnTo>
                <a:lnTo>
                  <a:pt x="323" y="1487"/>
                </a:lnTo>
                <a:lnTo>
                  <a:pt x="322" y="1486"/>
                </a:lnTo>
                <a:lnTo>
                  <a:pt x="321" y="1488"/>
                </a:lnTo>
                <a:lnTo>
                  <a:pt x="321" y="1489"/>
                </a:lnTo>
                <a:lnTo>
                  <a:pt x="321" y="1490"/>
                </a:lnTo>
                <a:lnTo>
                  <a:pt x="320" y="1490"/>
                </a:lnTo>
                <a:lnTo>
                  <a:pt x="319" y="1492"/>
                </a:lnTo>
                <a:lnTo>
                  <a:pt x="317" y="1493"/>
                </a:lnTo>
                <a:lnTo>
                  <a:pt x="317" y="1494"/>
                </a:lnTo>
                <a:lnTo>
                  <a:pt x="316" y="1494"/>
                </a:lnTo>
                <a:lnTo>
                  <a:pt x="315" y="1495"/>
                </a:lnTo>
                <a:lnTo>
                  <a:pt x="313" y="1496"/>
                </a:lnTo>
                <a:lnTo>
                  <a:pt x="311" y="1497"/>
                </a:lnTo>
                <a:lnTo>
                  <a:pt x="310" y="1498"/>
                </a:lnTo>
                <a:lnTo>
                  <a:pt x="309" y="1499"/>
                </a:lnTo>
                <a:lnTo>
                  <a:pt x="309" y="1500"/>
                </a:lnTo>
                <a:lnTo>
                  <a:pt x="308" y="1502"/>
                </a:lnTo>
                <a:lnTo>
                  <a:pt x="308" y="1503"/>
                </a:lnTo>
                <a:lnTo>
                  <a:pt x="307" y="1503"/>
                </a:lnTo>
                <a:lnTo>
                  <a:pt x="306" y="1504"/>
                </a:lnTo>
                <a:lnTo>
                  <a:pt x="306" y="1505"/>
                </a:lnTo>
                <a:lnTo>
                  <a:pt x="307" y="1506"/>
                </a:lnTo>
                <a:lnTo>
                  <a:pt x="307" y="1507"/>
                </a:lnTo>
                <a:lnTo>
                  <a:pt x="306" y="1507"/>
                </a:lnTo>
                <a:lnTo>
                  <a:pt x="306" y="1509"/>
                </a:lnTo>
                <a:lnTo>
                  <a:pt x="307" y="1510"/>
                </a:lnTo>
                <a:lnTo>
                  <a:pt x="306" y="1512"/>
                </a:lnTo>
                <a:lnTo>
                  <a:pt x="306" y="1513"/>
                </a:lnTo>
                <a:lnTo>
                  <a:pt x="305" y="1513"/>
                </a:lnTo>
                <a:lnTo>
                  <a:pt x="304" y="1512"/>
                </a:lnTo>
                <a:lnTo>
                  <a:pt x="304" y="1513"/>
                </a:lnTo>
                <a:lnTo>
                  <a:pt x="303" y="1513"/>
                </a:lnTo>
                <a:lnTo>
                  <a:pt x="304" y="1513"/>
                </a:lnTo>
                <a:lnTo>
                  <a:pt x="304" y="1514"/>
                </a:lnTo>
                <a:lnTo>
                  <a:pt x="305" y="1515"/>
                </a:lnTo>
                <a:lnTo>
                  <a:pt x="305" y="1516"/>
                </a:lnTo>
                <a:lnTo>
                  <a:pt x="304" y="1516"/>
                </a:lnTo>
                <a:lnTo>
                  <a:pt x="304" y="1517"/>
                </a:lnTo>
                <a:lnTo>
                  <a:pt x="303" y="1516"/>
                </a:lnTo>
                <a:lnTo>
                  <a:pt x="302" y="1516"/>
                </a:lnTo>
                <a:lnTo>
                  <a:pt x="301" y="1514"/>
                </a:lnTo>
                <a:lnTo>
                  <a:pt x="300" y="1515"/>
                </a:lnTo>
                <a:lnTo>
                  <a:pt x="299" y="1515"/>
                </a:lnTo>
                <a:lnTo>
                  <a:pt x="299" y="1514"/>
                </a:lnTo>
                <a:lnTo>
                  <a:pt x="299" y="1513"/>
                </a:lnTo>
                <a:lnTo>
                  <a:pt x="299" y="1512"/>
                </a:lnTo>
                <a:lnTo>
                  <a:pt x="298" y="1512"/>
                </a:lnTo>
                <a:lnTo>
                  <a:pt x="297" y="1511"/>
                </a:lnTo>
                <a:lnTo>
                  <a:pt x="296" y="1511"/>
                </a:lnTo>
                <a:lnTo>
                  <a:pt x="295" y="1511"/>
                </a:lnTo>
                <a:lnTo>
                  <a:pt x="295" y="1510"/>
                </a:lnTo>
                <a:lnTo>
                  <a:pt x="294" y="1510"/>
                </a:lnTo>
                <a:lnTo>
                  <a:pt x="293" y="1510"/>
                </a:lnTo>
                <a:lnTo>
                  <a:pt x="293" y="1509"/>
                </a:lnTo>
                <a:lnTo>
                  <a:pt x="292" y="1507"/>
                </a:lnTo>
                <a:lnTo>
                  <a:pt x="292" y="1506"/>
                </a:lnTo>
                <a:lnTo>
                  <a:pt x="293" y="1505"/>
                </a:lnTo>
                <a:lnTo>
                  <a:pt x="292" y="1505"/>
                </a:lnTo>
                <a:lnTo>
                  <a:pt x="292" y="1504"/>
                </a:lnTo>
                <a:lnTo>
                  <a:pt x="291" y="1504"/>
                </a:lnTo>
                <a:lnTo>
                  <a:pt x="290" y="1503"/>
                </a:lnTo>
                <a:lnTo>
                  <a:pt x="289" y="1503"/>
                </a:lnTo>
                <a:lnTo>
                  <a:pt x="288" y="1502"/>
                </a:lnTo>
                <a:lnTo>
                  <a:pt x="288" y="1501"/>
                </a:lnTo>
                <a:lnTo>
                  <a:pt x="286" y="1501"/>
                </a:lnTo>
                <a:lnTo>
                  <a:pt x="286" y="1502"/>
                </a:lnTo>
                <a:lnTo>
                  <a:pt x="285" y="1502"/>
                </a:lnTo>
                <a:lnTo>
                  <a:pt x="284" y="1501"/>
                </a:lnTo>
                <a:lnTo>
                  <a:pt x="282" y="1501"/>
                </a:lnTo>
                <a:lnTo>
                  <a:pt x="281" y="1501"/>
                </a:lnTo>
                <a:lnTo>
                  <a:pt x="280" y="1501"/>
                </a:lnTo>
                <a:lnTo>
                  <a:pt x="280" y="1502"/>
                </a:lnTo>
                <a:lnTo>
                  <a:pt x="280" y="1501"/>
                </a:lnTo>
                <a:lnTo>
                  <a:pt x="279" y="1501"/>
                </a:lnTo>
                <a:lnTo>
                  <a:pt x="279" y="1500"/>
                </a:lnTo>
                <a:lnTo>
                  <a:pt x="278" y="1500"/>
                </a:lnTo>
                <a:lnTo>
                  <a:pt x="279" y="1499"/>
                </a:lnTo>
                <a:lnTo>
                  <a:pt x="279" y="1498"/>
                </a:lnTo>
                <a:lnTo>
                  <a:pt x="278" y="1498"/>
                </a:lnTo>
                <a:lnTo>
                  <a:pt x="277" y="1497"/>
                </a:lnTo>
                <a:lnTo>
                  <a:pt x="277" y="1496"/>
                </a:lnTo>
                <a:lnTo>
                  <a:pt x="278" y="1496"/>
                </a:lnTo>
                <a:lnTo>
                  <a:pt x="278" y="1495"/>
                </a:lnTo>
                <a:lnTo>
                  <a:pt x="277" y="1494"/>
                </a:lnTo>
                <a:lnTo>
                  <a:pt x="276" y="1494"/>
                </a:lnTo>
                <a:lnTo>
                  <a:pt x="275" y="1494"/>
                </a:lnTo>
                <a:lnTo>
                  <a:pt x="273" y="1492"/>
                </a:lnTo>
                <a:lnTo>
                  <a:pt x="272" y="1492"/>
                </a:lnTo>
                <a:lnTo>
                  <a:pt x="272" y="1491"/>
                </a:lnTo>
                <a:lnTo>
                  <a:pt x="271" y="1491"/>
                </a:lnTo>
                <a:lnTo>
                  <a:pt x="270" y="1491"/>
                </a:lnTo>
                <a:lnTo>
                  <a:pt x="270" y="1490"/>
                </a:lnTo>
                <a:lnTo>
                  <a:pt x="271" y="1489"/>
                </a:lnTo>
                <a:lnTo>
                  <a:pt x="272" y="1488"/>
                </a:lnTo>
                <a:lnTo>
                  <a:pt x="273" y="1487"/>
                </a:lnTo>
                <a:lnTo>
                  <a:pt x="273" y="1486"/>
                </a:lnTo>
                <a:lnTo>
                  <a:pt x="273" y="1485"/>
                </a:lnTo>
                <a:lnTo>
                  <a:pt x="273" y="1484"/>
                </a:lnTo>
                <a:lnTo>
                  <a:pt x="273" y="1483"/>
                </a:lnTo>
                <a:lnTo>
                  <a:pt x="274" y="1482"/>
                </a:lnTo>
                <a:lnTo>
                  <a:pt x="274" y="1481"/>
                </a:lnTo>
                <a:lnTo>
                  <a:pt x="274" y="1480"/>
                </a:lnTo>
                <a:lnTo>
                  <a:pt x="275" y="1479"/>
                </a:lnTo>
                <a:lnTo>
                  <a:pt x="276" y="1478"/>
                </a:lnTo>
                <a:lnTo>
                  <a:pt x="275" y="1478"/>
                </a:lnTo>
                <a:lnTo>
                  <a:pt x="275" y="1477"/>
                </a:lnTo>
                <a:lnTo>
                  <a:pt x="275" y="1476"/>
                </a:lnTo>
                <a:lnTo>
                  <a:pt x="274" y="1476"/>
                </a:lnTo>
                <a:lnTo>
                  <a:pt x="274" y="1475"/>
                </a:lnTo>
                <a:lnTo>
                  <a:pt x="275" y="1475"/>
                </a:lnTo>
                <a:lnTo>
                  <a:pt x="274" y="1474"/>
                </a:lnTo>
                <a:lnTo>
                  <a:pt x="274" y="1473"/>
                </a:lnTo>
                <a:lnTo>
                  <a:pt x="274" y="1472"/>
                </a:lnTo>
                <a:lnTo>
                  <a:pt x="273" y="1472"/>
                </a:lnTo>
                <a:lnTo>
                  <a:pt x="273" y="1470"/>
                </a:lnTo>
                <a:lnTo>
                  <a:pt x="273" y="1469"/>
                </a:lnTo>
                <a:lnTo>
                  <a:pt x="273" y="1468"/>
                </a:lnTo>
                <a:lnTo>
                  <a:pt x="274" y="1467"/>
                </a:lnTo>
                <a:lnTo>
                  <a:pt x="274" y="1466"/>
                </a:lnTo>
                <a:lnTo>
                  <a:pt x="274" y="1465"/>
                </a:lnTo>
                <a:lnTo>
                  <a:pt x="273" y="1463"/>
                </a:lnTo>
                <a:lnTo>
                  <a:pt x="273" y="1462"/>
                </a:lnTo>
                <a:lnTo>
                  <a:pt x="272" y="1462"/>
                </a:lnTo>
                <a:lnTo>
                  <a:pt x="271" y="1463"/>
                </a:lnTo>
                <a:lnTo>
                  <a:pt x="271" y="1462"/>
                </a:lnTo>
                <a:lnTo>
                  <a:pt x="270" y="1462"/>
                </a:lnTo>
                <a:lnTo>
                  <a:pt x="269" y="1462"/>
                </a:lnTo>
                <a:lnTo>
                  <a:pt x="268" y="1461"/>
                </a:lnTo>
                <a:lnTo>
                  <a:pt x="268" y="1460"/>
                </a:lnTo>
                <a:lnTo>
                  <a:pt x="267" y="1460"/>
                </a:lnTo>
                <a:lnTo>
                  <a:pt x="267" y="1459"/>
                </a:lnTo>
                <a:lnTo>
                  <a:pt x="267" y="1457"/>
                </a:lnTo>
                <a:lnTo>
                  <a:pt x="268" y="1457"/>
                </a:lnTo>
                <a:lnTo>
                  <a:pt x="269" y="1456"/>
                </a:lnTo>
                <a:lnTo>
                  <a:pt x="269" y="1455"/>
                </a:lnTo>
                <a:lnTo>
                  <a:pt x="269" y="1454"/>
                </a:lnTo>
                <a:lnTo>
                  <a:pt x="268" y="1454"/>
                </a:lnTo>
                <a:lnTo>
                  <a:pt x="266" y="1453"/>
                </a:lnTo>
                <a:lnTo>
                  <a:pt x="265" y="1453"/>
                </a:lnTo>
                <a:lnTo>
                  <a:pt x="264" y="1453"/>
                </a:lnTo>
                <a:lnTo>
                  <a:pt x="263" y="1454"/>
                </a:lnTo>
                <a:lnTo>
                  <a:pt x="262" y="1454"/>
                </a:lnTo>
                <a:lnTo>
                  <a:pt x="262" y="1453"/>
                </a:lnTo>
                <a:lnTo>
                  <a:pt x="262" y="1452"/>
                </a:lnTo>
                <a:lnTo>
                  <a:pt x="261" y="1452"/>
                </a:lnTo>
                <a:lnTo>
                  <a:pt x="260" y="1452"/>
                </a:lnTo>
                <a:lnTo>
                  <a:pt x="259" y="1451"/>
                </a:lnTo>
                <a:lnTo>
                  <a:pt x="259" y="1450"/>
                </a:lnTo>
                <a:lnTo>
                  <a:pt x="258" y="1450"/>
                </a:lnTo>
                <a:lnTo>
                  <a:pt x="257" y="1452"/>
                </a:lnTo>
                <a:lnTo>
                  <a:pt x="255" y="1453"/>
                </a:lnTo>
                <a:lnTo>
                  <a:pt x="255" y="1454"/>
                </a:lnTo>
                <a:lnTo>
                  <a:pt x="254" y="1454"/>
                </a:lnTo>
                <a:lnTo>
                  <a:pt x="253" y="1453"/>
                </a:lnTo>
                <a:lnTo>
                  <a:pt x="252" y="1453"/>
                </a:lnTo>
                <a:lnTo>
                  <a:pt x="251" y="1453"/>
                </a:lnTo>
                <a:lnTo>
                  <a:pt x="249" y="1453"/>
                </a:lnTo>
                <a:lnTo>
                  <a:pt x="248" y="1453"/>
                </a:lnTo>
                <a:lnTo>
                  <a:pt x="248" y="1454"/>
                </a:lnTo>
                <a:lnTo>
                  <a:pt x="247" y="1455"/>
                </a:lnTo>
                <a:lnTo>
                  <a:pt x="243" y="1456"/>
                </a:lnTo>
                <a:lnTo>
                  <a:pt x="243" y="1455"/>
                </a:lnTo>
                <a:lnTo>
                  <a:pt x="241" y="1454"/>
                </a:lnTo>
                <a:lnTo>
                  <a:pt x="241" y="1453"/>
                </a:lnTo>
                <a:lnTo>
                  <a:pt x="241" y="1452"/>
                </a:lnTo>
                <a:lnTo>
                  <a:pt x="240" y="1451"/>
                </a:lnTo>
                <a:lnTo>
                  <a:pt x="239" y="1451"/>
                </a:lnTo>
                <a:lnTo>
                  <a:pt x="239" y="1452"/>
                </a:lnTo>
                <a:lnTo>
                  <a:pt x="238" y="1452"/>
                </a:lnTo>
                <a:lnTo>
                  <a:pt x="238" y="1453"/>
                </a:lnTo>
                <a:lnTo>
                  <a:pt x="237" y="1452"/>
                </a:lnTo>
                <a:lnTo>
                  <a:pt x="235" y="1451"/>
                </a:lnTo>
                <a:lnTo>
                  <a:pt x="234" y="1451"/>
                </a:lnTo>
                <a:lnTo>
                  <a:pt x="233" y="1451"/>
                </a:lnTo>
                <a:lnTo>
                  <a:pt x="233" y="1452"/>
                </a:lnTo>
                <a:lnTo>
                  <a:pt x="232" y="1452"/>
                </a:lnTo>
                <a:lnTo>
                  <a:pt x="231" y="1452"/>
                </a:lnTo>
                <a:lnTo>
                  <a:pt x="231" y="1453"/>
                </a:lnTo>
                <a:lnTo>
                  <a:pt x="230" y="1454"/>
                </a:lnTo>
                <a:lnTo>
                  <a:pt x="228" y="1455"/>
                </a:lnTo>
                <a:lnTo>
                  <a:pt x="227" y="1456"/>
                </a:lnTo>
                <a:lnTo>
                  <a:pt x="227" y="1455"/>
                </a:lnTo>
                <a:lnTo>
                  <a:pt x="226" y="1455"/>
                </a:lnTo>
                <a:lnTo>
                  <a:pt x="226" y="1454"/>
                </a:lnTo>
                <a:lnTo>
                  <a:pt x="224" y="1454"/>
                </a:lnTo>
                <a:lnTo>
                  <a:pt x="222" y="1454"/>
                </a:lnTo>
                <a:lnTo>
                  <a:pt x="222" y="1455"/>
                </a:lnTo>
                <a:lnTo>
                  <a:pt x="222" y="1457"/>
                </a:lnTo>
                <a:lnTo>
                  <a:pt x="221" y="1457"/>
                </a:lnTo>
                <a:lnTo>
                  <a:pt x="220" y="1457"/>
                </a:lnTo>
                <a:lnTo>
                  <a:pt x="220" y="1455"/>
                </a:lnTo>
                <a:lnTo>
                  <a:pt x="220" y="1454"/>
                </a:lnTo>
                <a:lnTo>
                  <a:pt x="220" y="1452"/>
                </a:lnTo>
                <a:lnTo>
                  <a:pt x="220" y="1450"/>
                </a:lnTo>
                <a:lnTo>
                  <a:pt x="220" y="1449"/>
                </a:lnTo>
                <a:lnTo>
                  <a:pt x="219" y="1449"/>
                </a:lnTo>
                <a:lnTo>
                  <a:pt x="218" y="1449"/>
                </a:lnTo>
                <a:lnTo>
                  <a:pt x="217" y="1449"/>
                </a:lnTo>
                <a:lnTo>
                  <a:pt x="216" y="1449"/>
                </a:lnTo>
                <a:lnTo>
                  <a:pt x="215" y="1450"/>
                </a:lnTo>
                <a:lnTo>
                  <a:pt x="214" y="1450"/>
                </a:lnTo>
                <a:lnTo>
                  <a:pt x="214" y="1449"/>
                </a:lnTo>
                <a:lnTo>
                  <a:pt x="212" y="1449"/>
                </a:lnTo>
                <a:lnTo>
                  <a:pt x="211" y="1450"/>
                </a:lnTo>
                <a:lnTo>
                  <a:pt x="210" y="1451"/>
                </a:lnTo>
                <a:lnTo>
                  <a:pt x="209" y="1451"/>
                </a:lnTo>
                <a:lnTo>
                  <a:pt x="208" y="1452"/>
                </a:lnTo>
                <a:lnTo>
                  <a:pt x="208" y="1453"/>
                </a:lnTo>
                <a:lnTo>
                  <a:pt x="205" y="1455"/>
                </a:lnTo>
                <a:lnTo>
                  <a:pt x="204" y="1455"/>
                </a:lnTo>
                <a:lnTo>
                  <a:pt x="203" y="1456"/>
                </a:lnTo>
                <a:lnTo>
                  <a:pt x="202" y="1456"/>
                </a:lnTo>
                <a:lnTo>
                  <a:pt x="202" y="1457"/>
                </a:lnTo>
                <a:lnTo>
                  <a:pt x="202" y="1458"/>
                </a:lnTo>
                <a:lnTo>
                  <a:pt x="200" y="1459"/>
                </a:lnTo>
                <a:lnTo>
                  <a:pt x="198" y="1460"/>
                </a:lnTo>
                <a:lnTo>
                  <a:pt x="197" y="1460"/>
                </a:lnTo>
                <a:lnTo>
                  <a:pt x="196" y="1460"/>
                </a:lnTo>
                <a:lnTo>
                  <a:pt x="195" y="1461"/>
                </a:lnTo>
                <a:lnTo>
                  <a:pt x="194" y="1461"/>
                </a:lnTo>
                <a:lnTo>
                  <a:pt x="192" y="1461"/>
                </a:lnTo>
                <a:lnTo>
                  <a:pt x="190" y="1460"/>
                </a:lnTo>
                <a:lnTo>
                  <a:pt x="188" y="1460"/>
                </a:lnTo>
                <a:lnTo>
                  <a:pt x="187" y="1460"/>
                </a:lnTo>
                <a:lnTo>
                  <a:pt x="186" y="1460"/>
                </a:lnTo>
                <a:lnTo>
                  <a:pt x="186" y="1461"/>
                </a:lnTo>
                <a:lnTo>
                  <a:pt x="185" y="1462"/>
                </a:lnTo>
                <a:lnTo>
                  <a:pt x="183" y="1463"/>
                </a:lnTo>
                <a:lnTo>
                  <a:pt x="183" y="1464"/>
                </a:lnTo>
                <a:lnTo>
                  <a:pt x="182" y="1464"/>
                </a:lnTo>
                <a:lnTo>
                  <a:pt x="182" y="1463"/>
                </a:lnTo>
                <a:lnTo>
                  <a:pt x="182" y="1462"/>
                </a:lnTo>
                <a:lnTo>
                  <a:pt x="181" y="1462"/>
                </a:lnTo>
                <a:lnTo>
                  <a:pt x="180" y="1462"/>
                </a:lnTo>
                <a:lnTo>
                  <a:pt x="180" y="1463"/>
                </a:lnTo>
                <a:lnTo>
                  <a:pt x="179" y="1463"/>
                </a:lnTo>
                <a:lnTo>
                  <a:pt x="178" y="1463"/>
                </a:lnTo>
                <a:lnTo>
                  <a:pt x="178" y="1464"/>
                </a:lnTo>
                <a:lnTo>
                  <a:pt x="177" y="1464"/>
                </a:lnTo>
                <a:lnTo>
                  <a:pt x="176" y="1464"/>
                </a:lnTo>
                <a:lnTo>
                  <a:pt x="175" y="1464"/>
                </a:lnTo>
                <a:lnTo>
                  <a:pt x="173" y="1465"/>
                </a:lnTo>
                <a:lnTo>
                  <a:pt x="173" y="1466"/>
                </a:lnTo>
                <a:lnTo>
                  <a:pt x="173" y="1467"/>
                </a:lnTo>
                <a:lnTo>
                  <a:pt x="173" y="1468"/>
                </a:lnTo>
                <a:lnTo>
                  <a:pt x="172" y="1468"/>
                </a:lnTo>
                <a:lnTo>
                  <a:pt x="171" y="1468"/>
                </a:lnTo>
                <a:lnTo>
                  <a:pt x="169" y="1468"/>
                </a:lnTo>
                <a:lnTo>
                  <a:pt x="167" y="1468"/>
                </a:lnTo>
                <a:lnTo>
                  <a:pt x="167" y="1467"/>
                </a:lnTo>
                <a:lnTo>
                  <a:pt x="166" y="1467"/>
                </a:lnTo>
                <a:lnTo>
                  <a:pt x="165" y="1467"/>
                </a:lnTo>
                <a:lnTo>
                  <a:pt x="165" y="1468"/>
                </a:lnTo>
                <a:lnTo>
                  <a:pt x="165" y="1469"/>
                </a:lnTo>
                <a:lnTo>
                  <a:pt x="165" y="1470"/>
                </a:lnTo>
                <a:lnTo>
                  <a:pt x="164" y="1470"/>
                </a:lnTo>
                <a:lnTo>
                  <a:pt x="164" y="1471"/>
                </a:lnTo>
                <a:lnTo>
                  <a:pt x="163" y="1471"/>
                </a:lnTo>
                <a:lnTo>
                  <a:pt x="161" y="1473"/>
                </a:lnTo>
                <a:lnTo>
                  <a:pt x="160" y="1474"/>
                </a:lnTo>
                <a:lnTo>
                  <a:pt x="160" y="1475"/>
                </a:lnTo>
                <a:lnTo>
                  <a:pt x="159" y="1475"/>
                </a:lnTo>
                <a:lnTo>
                  <a:pt x="158" y="1474"/>
                </a:lnTo>
                <a:lnTo>
                  <a:pt x="157" y="1474"/>
                </a:lnTo>
                <a:lnTo>
                  <a:pt x="157" y="1475"/>
                </a:lnTo>
                <a:lnTo>
                  <a:pt x="156" y="1475"/>
                </a:lnTo>
                <a:lnTo>
                  <a:pt x="155" y="1474"/>
                </a:lnTo>
                <a:lnTo>
                  <a:pt x="154" y="1474"/>
                </a:lnTo>
                <a:lnTo>
                  <a:pt x="154" y="1473"/>
                </a:lnTo>
                <a:lnTo>
                  <a:pt x="153" y="1471"/>
                </a:lnTo>
                <a:lnTo>
                  <a:pt x="153" y="1470"/>
                </a:lnTo>
                <a:lnTo>
                  <a:pt x="153" y="1469"/>
                </a:lnTo>
                <a:lnTo>
                  <a:pt x="152" y="1469"/>
                </a:lnTo>
                <a:lnTo>
                  <a:pt x="151" y="1467"/>
                </a:lnTo>
                <a:lnTo>
                  <a:pt x="150" y="1466"/>
                </a:lnTo>
                <a:lnTo>
                  <a:pt x="148" y="1464"/>
                </a:lnTo>
                <a:lnTo>
                  <a:pt x="147" y="1464"/>
                </a:lnTo>
                <a:lnTo>
                  <a:pt x="145" y="1463"/>
                </a:lnTo>
                <a:lnTo>
                  <a:pt x="144" y="1463"/>
                </a:lnTo>
                <a:lnTo>
                  <a:pt x="141" y="1464"/>
                </a:lnTo>
                <a:lnTo>
                  <a:pt x="140" y="1464"/>
                </a:lnTo>
                <a:lnTo>
                  <a:pt x="139" y="1463"/>
                </a:lnTo>
                <a:lnTo>
                  <a:pt x="138" y="1463"/>
                </a:lnTo>
                <a:lnTo>
                  <a:pt x="137" y="1462"/>
                </a:lnTo>
                <a:lnTo>
                  <a:pt x="137" y="1463"/>
                </a:lnTo>
                <a:lnTo>
                  <a:pt x="136" y="1463"/>
                </a:lnTo>
                <a:lnTo>
                  <a:pt x="136" y="1464"/>
                </a:lnTo>
                <a:lnTo>
                  <a:pt x="133" y="1464"/>
                </a:lnTo>
                <a:lnTo>
                  <a:pt x="132" y="1464"/>
                </a:lnTo>
                <a:lnTo>
                  <a:pt x="132" y="1463"/>
                </a:lnTo>
                <a:lnTo>
                  <a:pt x="132" y="1462"/>
                </a:lnTo>
                <a:lnTo>
                  <a:pt x="132" y="1461"/>
                </a:lnTo>
                <a:lnTo>
                  <a:pt x="131" y="1460"/>
                </a:lnTo>
                <a:lnTo>
                  <a:pt x="131" y="1459"/>
                </a:lnTo>
                <a:lnTo>
                  <a:pt x="130" y="1459"/>
                </a:lnTo>
                <a:lnTo>
                  <a:pt x="129" y="1459"/>
                </a:lnTo>
                <a:lnTo>
                  <a:pt x="128" y="1460"/>
                </a:lnTo>
                <a:lnTo>
                  <a:pt x="126" y="1460"/>
                </a:lnTo>
                <a:lnTo>
                  <a:pt x="125" y="1460"/>
                </a:lnTo>
                <a:lnTo>
                  <a:pt x="124" y="1460"/>
                </a:lnTo>
                <a:lnTo>
                  <a:pt x="124" y="1459"/>
                </a:lnTo>
                <a:lnTo>
                  <a:pt x="123" y="1459"/>
                </a:lnTo>
                <a:lnTo>
                  <a:pt x="122" y="1459"/>
                </a:lnTo>
                <a:lnTo>
                  <a:pt x="120" y="1459"/>
                </a:lnTo>
                <a:lnTo>
                  <a:pt x="118" y="1460"/>
                </a:lnTo>
                <a:lnTo>
                  <a:pt x="117" y="1460"/>
                </a:lnTo>
                <a:lnTo>
                  <a:pt x="117" y="1459"/>
                </a:lnTo>
                <a:lnTo>
                  <a:pt x="116" y="1459"/>
                </a:lnTo>
                <a:lnTo>
                  <a:pt x="117" y="1458"/>
                </a:lnTo>
                <a:lnTo>
                  <a:pt x="116" y="1457"/>
                </a:lnTo>
                <a:lnTo>
                  <a:pt x="115" y="1457"/>
                </a:lnTo>
                <a:lnTo>
                  <a:pt x="115" y="1456"/>
                </a:lnTo>
                <a:lnTo>
                  <a:pt x="113" y="1457"/>
                </a:lnTo>
                <a:lnTo>
                  <a:pt x="112" y="1457"/>
                </a:lnTo>
                <a:lnTo>
                  <a:pt x="112" y="1456"/>
                </a:lnTo>
                <a:lnTo>
                  <a:pt x="112" y="1455"/>
                </a:lnTo>
                <a:lnTo>
                  <a:pt x="111" y="1455"/>
                </a:lnTo>
                <a:lnTo>
                  <a:pt x="110" y="1454"/>
                </a:lnTo>
                <a:lnTo>
                  <a:pt x="109" y="1454"/>
                </a:lnTo>
                <a:lnTo>
                  <a:pt x="108" y="1454"/>
                </a:lnTo>
                <a:lnTo>
                  <a:pt x="107" y="1454"/>
                </a:lnTo>
                <a:lnTo>
                  <a:pt x="106" y="1454"/>
                </a:lnTo>
                <a:lnTo>
                  <a:pt x="105" y="1453"/>
                </a:lnTo>
                <a:lnTo>
                  <a:pt x="105" y="1452"/>
                </a:lnTo>
                <a:lnTo>
                  <a:pt x="105" y="1451"/>
                </a:lnTo>
                <a:lnTo>
                  <a:pt x="104" y="1451"/>
                </a:lnTo>
                <a:lnTo>
                  <a:pt x="103" y="1451"/>
                </a:lnTo>
                <a:lnTo>
                  <a:pt x="102" y="1450"/>
                </a:lnTo>
                <a:lnTo>
                  <a:pt x="101" y="1448"/>
                </a:lnTo>
                <a:lnTo>
                  <a:pt x="100" y="1448"/>
                </a:lnTo>
                <a:lnTo>
                  <a:pt x="99" y="1448"/>
                </a:lnTo>
                <a:lnTo>
                  <a:pt x="99" y="1446"/>
                </a:lnTo>
                <a:lnTo>
                  <a:pt x="99" y="1444"/>
                </a:lnTo>
                <a:lnTo>
                  <a:pt x="98" y="1444"/>
                </a:lnTo>
                <a:lnTo>
                  <a:pt x="97" y="1444"/>
                </a:lnTo>
                <a:lnTo>
                  <a:pt x="97" y="1443"/>
                </a:lnTo>
                <a:lnTo>
                  <a:pt x="98" y="1442"/>
                </a:lnTo>
                <a:lnTo>
                  <a:pt x="98" y="1441"/>
                </a:lnTo>
                <a:lnTo>
                  <a:pt x="101" y="1440"/>
                </a:lnTo>
                <a:lnTo>
                  <a:pt x="103" y="1440"/>
                </a:lnTo>
                <a:lnTo>
                  <a:pt x="104" y="1439"/>
                </a:lnTo>
                <a:lnTo>
                  <a:pt x="103" y="1439"/>
                </a:lnTo>
                <a:lnTo>
                  <a:pt x="103" y="1438"/>
                </a:lnTo>
                <a:lnTo>
                  <a:pt x="103" y="1437"/>
                </a:lnTo>
                <a:lnTo>
                  <a:pt x="102" y="1436"/>
                </a:lnTo>
                <a:lnTo>
                  <a:pt x="102" y="1435"/>
                </a:lnTo>
                <a:lnTo>
                  <a:pt x="102" y="1434"/>
                </a:lnTo>
                <a:lnTo>
                  <a:pt x="102" y="1433"/>
                </a:lnTo>
                <a:lnTo>
                  <a:pt x="101" y="1432"/>
                </a:lnTo>
                <a:lnTo>
                  <a:pt x="100" y="1433"/>
                </a:lnTo>
                <a:lnTo>
                  <a:pt x="98" y="1433"/>
                </a:lnTo>
                <a:lnTo>
                  <a:pt x="98" y="1432"/>
                </a:lnTo>
                <a:lnTo>
                  <a:pt x="98" y="1431"/>
                </a:lnTo>
                <a:lnTo>
                  <a:pt x="97" y="1430"/>
                </a:lnTo>
                <a:lnTo>
                  <a:pt x="96" y="1430"/>
                </a:lnTo>
                <a:lnTo>
                  <a:pt x="96" y="1429"/>
                </a:lnTo>
                <a:lnTo>
                  <a:pt x="95" y="1428"/>
                </a:lnTo>
                <a:lnTo>
                  <a:pt x="94" y="1426"/>
                </a:lnTo>
                <a:lnTo>
                  <a:pt x="95" y="1426"/>
                </a:lnTo>
                <a:lnTo>
                  <a:pt x="94" y="1425"/>
                </a:lnTo>
                <a:lnTo>
                  <a:pt x="94" y="1424"/>
                </a:lnTo>
                <a:lnTo>
                  <a:pt x="93" y="1425"/>
                </a:lnTo>
                <a:lnTo>
                  <a:pt x="94" y="1425"/>
                </a:lnTo>
                <a:lnTo>
                  <a:pt x="93" y="1427"/>
                </a:lnTo>
                <a:lnTo>
                  <a:pt x="92" y="1427"/>
                </a:lnTo>
                <a:lnTo>
                  <a:pt x="92" y="1426"/>
                </a:lnTo>
                <a:lnTo>
                  <a:pt x="91" y="1426"/>
                </a:lnTo>
                <a:lnTo>
                  <a:pt x="90" y="1426"/>
                </a:lnTo>
                <a:lnTo>
                  <a:pt x="90" y="1428"/>
                </a:lnTo>
                <a:lnTo>
                  <a:pt x="89" y="1429"/>
                </a:lnTo>
                <a:lnTo>
                  <a:pt x="89" y="1430"/>
                </a:lnTo>
                <a:lnTo>
                  <a:pt x="89" y="1431"/>
                </a:lnTo>
                <a:lnTo>
                  <a:pt x="88" y="1432"/>
                </a:lnTo>
                <a:lnTo>
                  <a:pt x="87" y="1432"/>
                </a:lnTo>
                <a:lnTo>
                  <a:pt x="86" y="1432"/>
                </a:lnTo>
                <a:lnTo>
                  <a:pt x="85" y="1432"/>
                </a:lnTo>
                <a:lnTo>
                  <a:pt x="84" y="1431"/>
                </a:lnTo>
                <a:lnTo>
                  <a:pt x="84" y="1430"/>
                </a:lnTo>
                <a:lnTo>
                  <a:pt x="84" y="1429"/>
                </a:lnTo>
                <a:lnTo>
                  <a:pt x="83" y="1429"/>
                </a:lnTo>
                <a:lnTo>
                  <a:pt x="82" y="1428"/>
                </a:lnTo>
                <a:lnTo>
                  <a:pt x="81" y="1428"/>
                </a:lnTo>
                <a:lnTo>
                  <a:pt x="80" y="1428"/>
                </a:lnTo>
                <a:lnTo>
                  <a:pt x="80" y="1429"/>
                </a:lnTo>
                <a:lnTo>
                  <a:pt x="79" y="1430"/>
                </a:lnTo>
                <a:lnTo>
                  <a:pt x="78" y="1431"/>
                </a:lnTo>
                <a:lnTo>
                  <a:pt x="77" y="1432"/>
                </a:lnTo>
                <a:lnTo>
                  <a:pt x="75" y="1432"/>
                </a:lnTo>
                <a:lnTo>
                  <a:pt x="74" y="1432"/>
                </a:lnTo>
                <a:lnTo>
                  <a:pt x="73" y="1432"/>
                </a:lnTo>
                <a:lnTo>
                  <a:pt x="71" y="1431"/>
                </a:lnTo>
                <a:lnTo>
                  <a:pt x="68" y="1431"/>
                </a:lnTo>
                <a:lnTo>
                  <a:pt x="67" y="1431"/>
                </a:lnTo>
                <a:lnTo>
                  <a:pt x="66" y="1432"/>
                </a:lnTo>
                <a:lnTo>
                  <a:pt x="65" y="1432"/>
                </a:lnTo>
                <a:lnTo>
                  <a:pt x="64" y="1432"/>
                </a:lnTo>
                <a:lnTo>
                  <a:pt x="63" y="1432"/>
                </a:lnTo>
                <a:lnTo>
                  <a:pt x="62" y="1433"/>
                </a:lnTo>
                <a:lnTo>
                  <a:pt x="62" y="1434"/>
                </a:lnTo>
                <a:lnTo>
                  <a:pt x="61" y="1434"/>
                </a:lnTo>
                <a:lnTo>
                  <a:pt x="60" y="1434"/>
                </a:lnTo>
                <a:lnTo>
                  <a:pt x="59" y="1434"/>
                </a:lnTo>
                <a:lnTo>
                  <a:pt x="59" y="1433"/>
                </a:lnTo>
                <a:lnTo>
                  <a:pt x="58" y="1433"/>
                </a:lnTo>
                <a:lnTo>
                  <a:pt x="57" y="1433"/>
                </a:lnTo>
                <a:lnTo>
                  <a:pt x="56" y="1435"/>
                </a:lnTo>
                <a:lnTo>
                  <a:pt x="56" y="1436"/>
                </a:lnTo>
                <a:lnTo>
                  <a:pt x="57" y="1436"/>
                </a:lnTo>
                <a:lnTo>
                  <a:pt x="57" y="1438"/>
                </a:lnTo>
                <a:lnTo>
                  <a:pt x="56" y="1439"/>
                </a:lnTo>
                <a:lnTo>
                  <a:pt x="56" y="1440"/>
                </a:lnTo>
                <a:lnTo>
                  <a:pt x="56" y="1441"/>
                </a:lnTo>
                <a:lnTo>
                  <a:pt x="56" y="1442"/>
                </a:lnTo>
                <a:lnTo>
                  <a:pt x="57" y="1444"/>
                </a:lnTo>
                <a:lnTo>
                  <a:pt x="56" y="1444"/>
                </a:lnTo>
                <a:lnTo>
                  <a:pt x="55" y="1444"/>
                </a:lnTo>
                <a:lnTo>
                  <a:pt x="54" y="1444"/>
                </a:lnTo>
                <a:lnTo>
                  <a:pt x="54" y="1445"/>
                </a:lnTo>
                <a:lnTo>
                  <a:pt x="54" y="1446"/>
                </a:lnTo>
                <a:lnTo>
                  <a:pt x="53" y="1447"/>
                </a:lnTo>
                <a:lnTo>
                  <a:pt x="52" y="1448"/>
                </a:lnTo>
                <a:lnTo>
                  <a:pt x="51" y="1448"/>
                </a:lnTo>
                <a:lnTo>
                  <a:pt x="50" y="1449"/>
                </a:lnTo>
                <a:lnTo>
                  <a:pt x="49" y="1449"/>
                </a:lnTo>
                <a:lnTo>
                  <a:pt x="49" y="1448"/>
                </a:lnTo>
                <a:lnTo>
                  <a:pt x="49" y="1447"/>
                </a:lnTo>
                <a:lnTo>
                  <a:pt x="48" y="1446"/>
                </a:lnTo>
                <a:lnTo>
                  <a:pt x="48" y="1445"/>
                </a:lnTo>
                <a:lnTo>
                  <a:pt x="47" y="1445"/>
                </a:lnTo>
                <a:lnTo>
                  <a:pt x="46" y="1445"/>
                </a:lnTo>
                <a:lnTo>
                  <a:pt x="46" y="1446"/>
                </a:lnTo>
                <a:lnTo>
                  <a:pt x="45" y="1445"/>
                </a:lnTo>
                <a:lnTo>
                  <a:pt x="44" y="1445"/>
                </a:lnTo>
                <a:lnTo>
                  <a:pt x="43" y="1446"/>
                </a:lnTo>
                <a:lnTo>
                  <a:pt x="43" y="1447"/>
                </a:lnTo>
                <a:lnTo>
                  <a:pt x="42" y="1447"/>
                </a:lnTo>
                <a:lnTo>
                  <a:pt x="42" y="1448"/>
                </a:lnTo>
                <a:lnTo>
                  <a:pt x="41" y="1448"/>
                </a:lnTo>
                <a:lnTo>
                  <a:pt x="40" y="1447"/>
                </a:lnTo>
                <a:lnTo>
                  <a:pt x="39" y="1447"/>
                </a:lnTo>
                <a:lnTo>
                  <a:pt x="37" y="1448"/>
                </a:lnTo>
                <a:lnTo>
                  <a:pt x="37" y="1449"/>
                </a:lnTo>
                <a:lnTo>
                  <a:pt x="36" y="1449"/>
                </a:lnTo>
                <a:lnTo>
                  <a:pt x="36" y="1450"/>
                </a:lnTo>
                <a:lnTo>
                  <a:pt x="35" y="1450"/>
                </a:lnTo>
                <a:lnTo>
                  <a:pt x="34" y="1450"/>
                </a:lnTo>
                <a:lnTo>
                  <a:pt x="33" y="1452"/>
                </a:lnTo>
                <a:lnTo>
                  <a:pt x="32" y="1452"/>
                </a:lnTo>
                <a:lnTo>
                  <a:pt x="32" y="1453"/>
                </a:lnTo>
                <a:lnTo>
                  <a:pt x="30" y="1453"/>
                </a:lnTo>
                <a:lnTo>
                  <a:pt x="30" y="1454"/>
                </a:lnTo>
                <a:lnTo>
                  <a:pt x="29" y="1455"/>
                </a:lnTo>
                <a:lnTo>
                  <a:pt x="28" y="1455"/>
                </a:lnTo>
                <a:lnTo>
                  <a:pt x="27" y="1455"/>
                </a:lnTo>
                <a:lnTo>
                  <a:pt x="27" y="1456"/>
                </a:lnTo>
                <a:lnTo>
                  <a:pt x="26" y="1457"/>
                </a:lnTo>
                <a:lnTo>
                  <a:pt x="25" y="1457"/>
                </a:lnTo>
                <a:lnTo>
                  <a:pt x="24" y="1457"/>
                </a:lnTo>
                <a:lnTo>
                  <a:pt x="24" y="1458"/>
                </a:lnTo>
                <a:lnTo>
                  <a:pt x="23" y="1458"/>
                </a:lnTo>
                <a:lnTo>
                  <a:pt x="22" y="1459"/>
                </a:lnTo>
                <a:lnTo>
                  <a:pt x="21" y="1459"/>
                </a:lnTo>
                <a:lnTo>
                  <a:pt x="18" y="1459"/>
                </a:lnTo>
                <a:lnTo>
                  <a:pt x="17" y="1458"/>
                </a:lnTo>
                <a:lnTo>
                  <a:pt x="17" y="1457"/>
                </a:lnTo>
                <a:lnTo>
                  <a:pt x="17" y="1456"/>
                </a:lnTo>
                <a:lnTo>
                  <a:pt x="17" y="1455"/>
                </a:lnTo>
                <a:lnTo>
                  <a:pt x="17" y="1454"/>
                </a:lnTo>
                <a:lnTo>
                  <a:pt x="17" y="1453"/>
                </a:lnTo>
                <a:lnTo>
                  <a:pt x="16" y="1453"/>
                </a:lnTo>
                <a:lnTo>
                  <a:pt x="15" y="1453"/>
                </a:lnTo>
                <a:lnTo>
                  <a:pt x="15" y="1454"/>
                </a:lnTo>
                <a:lnTo>
                  <a:pt x="14" y="1454"/>
                </a:lnTo>
                <a:lnTo>
                  <a:pt x="13" y="1454"/>
                </a:lnTo>
                <a:lnTo>
                  <a:pt x="12" y="1453"/>
                </a:lnTo>
                <a:lnTo>
                  <a:pt x="12" y="1452"/>
                </a:lnTo>
                <a:lnTo>
                  <a:pt x="12" y="1451"/>
                </a:lnTo>
                <a:lnTo>
                  <a:pt x="11" y="1449"/>
                </a:lnTo>
                <a:lnTo>
                  <a:pt x="12" y="1449"/>
                </a:lnTo>
                <a:lnTo>
                  <a:pt x="12" y="1448"/>
                </a:lnTo>
                <a:lnTo>
                  <a:pt x="13" y="1448"/>
                </a:lnTo>
                <a:lnTo>
                  <a:pt x="13" y="1447"/>
                </a:lnTo>
                <a:lnTo>
                  <a:pt x="14" y="1446"/>
                </a:lnTo>
                <a:lnTo>
                  <a:pt x="13" y="1445"/>
                </a:lnTo>
                <a:lnTo>
                  <a:pt x="12" y="1445"/>
                </a:lnTo>
                <a:lnTo>
                  <a:pt x="12" y="1444"/>
                </a:lnTo>
                <a:lnTo>
                  <a:pt x="11" y="1443"/>
                </a:lnTo>
                <a:lnTo>
                  <a:pt x="11" y="1442"/>
                </a:lnTo>
                <a:lnTo>
                  <a:pt x="12" y="1441"/>
                </a:lnTo>
                <a:lnTo>
                  <a:pt x="12" y="1440"/>
                </a:lnTo>
                <a:lnTo>
                  <a:pt x="11" y="1440"/>
                </a:lnTo>
                <a:lnTo>
                  <a:pt x="11" y="1439"/>
                </a:lnTo>
                <a:lnTo>
                  <a:pt x="10" y="1440"/>
                </a:lnTo>
                <a:lnTo>
                  <a:pt x="9" y="1440"/>
                </a:lnTo>
                <a:lnTo>
                  <a:pt x="8" y="1440"/>
                </a:lnTo>
                <a:lnTo>
                  <a:pt x="7" y="1439"/>
                </a:lnTo>
                <a:lnTo>
                  <a:pt x="7" y="1438"/>
                </a:lnTo>
                <a:lnTo>
                  <a:pt x="7" y="1437"/>
                </a:lnTo>
                <a:lnTo>
                  <a:pt x="7" y="1436"/>
                </a:lnTo>
                <a:lnTo>
                  <a:pt x="8" y="1436"/>
                </a:lnTo>
                <a:lnTo>
                  <a:pt x="8" y="1435"/>
                </a:lnTo>
                <a:lnTo>
                  <a:pt x="7" y="1434"/>
                </a:lnTo>
                <a:lnTo>
                  <a:pt x="7" y="1433"/>
                </a:lnTo>
                <a:lnTo>
                  <a:pt x="6" y="1432"/>
                </a:lnTo>
                <a:lnTo>
                  <a:pt x="6" y="1431"/>
                </a:lnTo>
                <a:lnTo>
                  <a:pt x="6" y="1430"/>
                </a:lnTo>
                <a:lnTo>
                  <a:pt x="6" y="1429"/>
                </a:lnTo>
                <a:lnTo>
                  <a:pt x="6" y="1428"/>
                </a:lnTo>
                <a:lnTo>
                  <a:pt x="4" y="1426"/>
                </a:lnTo>
                <a:lnTo>
                  <a:pt x="3" y="1426"/>
                </a:lnTo>
                <a:lnTo>
                  <a:pt x="3" y="1425"/>
                </a:lnTo>
                <a:lnTo>
                  <a:pt x="2" y="1425"/>
                </a:lnTo>
                <a:lnTo>
                  <a:pt x="2" y="1424"/>
                </a:lnTo>
                <a:lnTo>
                  <a:pt x="1" y="1422"/>
                </a:lnTo>
                <a:lnTo>
                  <a:pt x="0" y="1421"/>
                </a:lnTo>
                <a:lnTo>
                  <a:pt x="0" y="1420"/>
                </a:lnTo>
                <a:lnTo>
                  <a:pt x="1" y="1420"/>
                </a:lnTo>
                <a:lnTo>
                  <a:pt x="1" y="1419"/>
                </a:lnTo>
                <a:lnTo>
                  <a:pt x="1" y="1418"/>
                </a:lnTo>
                <a:lnTo>
                  <a:pt x="1" y="1417"/>
                </a:lnTo>
                <a:lnTo>
                  <a:pt x="1" y="1416"/>
                </a:lnTo>
                <a:lnTo>
                  <a:pt x="2" y="1416"/>
                </a:lnTo>
                <a:lnTo>
                  <a:pt x="2" y="1415"/>
                </a:lnTo>
                <a:lnTo>
                  <a:pt x="3" y="1414"/>
                </a:lnTo>
                <a:lnTo>
                  <a:pt x="6" y="1413"/>
                </a:lnTo>
                <a:lnTo>
                  <a:pt x="6" y="1414"/>
                </a:lnTo>
                <a:lnTo>
                  <a:pt x="7" y="1414"/>
                </a:lnTo>
                <a:lnTo>
                  <a:pt x="7" y="1415"/>
                </a:lnTo>
                <a:lnTo>
                  <a:pt x="7" y="1416"/>
                </a:lnTo>
                <a:lnTo>
                  <a:pt x="8" y="1416"/>
                </a:lnTo>
                <a:lnTo>
                  <a:pt x="9" y="1416"/>
                </a:lnTo>
                <a:lnTo>
                  <a:pt x="10" y="1416"/>
                </a:lnTo>
                <a:lnTo>
                  <a:pt x="12" y="1416"/>
                </a:lnTo>
                <a:lnTo>
                  <a:pt x="13" y="1416"/>
                </a:lnTo>
                <a:lnTo>
                  <a:pt x="14" y="1418"/>
                </a:lnTo>
                <a:lnTo>
                  <a:pt x="15" y="1419"/>
                </a:lnTo>
                <a:lnTo>
                  <a:pt x="15" y="1420"/>
                </a:lnTo>
                <a:lnTo>
                  <a:pt x="15" y="1421"/>
                </a:lnTo>
                <a:lnTo>
                  <a:pt x="16" y="1421"/>
                </a:lnTo>
                <a:lnTo>
                  <a:pt x="17" y="1422"/>
                </a:lnTo>
                <a:lnTo>
                  <a:pt x="18" y="1422"/>
                </a:lnTo>
                <a:lnTo>
                  <a:pt x="19" y="1421"/>
                </a:lnTo>
                <a:lnTo>
                  <a:pt x="20" y="1421"/>
                </a:lnTo>
                <a:lnTo>
                  <a:pt x="22" y="1421"/>
                </a:lnTo>
                <a:lnTo>
                  <a:pt x="23" y="1421"/>
                </a:lnTo>
                <a:lnTo>
                  <a:pt x="24" y="1421"/>
                </a:lnTo>
                <a:lnTo>
                  <a:pt x="25" y="1421"/>
                </a:lnTo>
                <a:lnTo>
                  <a:pt x="27" y="1420"/>
                </a:lnTo>
                <a:lnTo>
                  <a:pt x="27" y="1419"/>
                </a:lnTo>
                <a:lnTo>
                  <a:pt x="28" y="1419"/>
                </a:lnTo>
                <a:lnTo>
                  <a:pt x="28" y="1418"/>
                </a:lnTo>
                <a:lnTo>
                  <a:pt x="29" y="1417"/>
                </a:lnTo>
                <a:lnTo>
                  <a:pt x="30" y="1417"/>
                </a:lnTo>
                <a:lnTo>
                  <a:pt x="31" y="1417"/>
                </a:lnTo>
                <a:lnTo>
                  <a:pt x="33" y="1417"/>
                </a:lnTo>
                <a:lnTo>
                  <a:pt x="35" y="1417"/>
                </a:lnTo>
                <a:lnTo>
                  <a:pt x="35" y="1416"/>
                </a:lnTo>
                <a:lnTo>
                  <a:pt x="36" y="1416"/>
                </a:lnTo>
                <a:lnTo>
                  <a:pt x="36" y="1415"/>
                </a:lnTo>
                <a:lnTo>
                  <a:pt x="37" y="1415"/>
                </a:lnTo>
                <a:lnTo>
                  <a:pt x="39" y="1415"/>
                </a:lnTo>
                <a:lnTo>
                  <a:pt x="39" y="1416"/>
                </a:lnTo>
                <a:lnTo>
                  <a:pt x="40" y="1416"/>
                </a:lnTo>
                <a:lnTo>
                  <a:pt x="40" y="1417"/>
                </a:lnTo>
                <a:lnTo>
                  <a:pt x="41" y="1417"/>
                </a:lnTo>
                <a:lnTo>
                  <a:pt x="42" y="1416"/>
                </a:lnTo>
                <a:lnTo>
                  <a:pt x="43" y="1414"/>
                </a:lnTo>
                <a:lnTo>
                  <a:pt x="45" y="1413"/>
                </a:lnTo>
                <a:lnTo>
                  <a:pt x="45" y="1412"/>
                </a:lnTo>
                <a:lnTo>
                  <a:pt x="47" y="1412"/>
                </a:lnTo>
                <a:lnTo>
                  <a:pt x="48" y="1412"/>
                </a:lnTo>
                <a:lnTo>
                  <a:pt x="48" y="1411"/>
                </a:lnTo>
                <a:lnTo>
                  <a:pt x="49" y="1411"/>
                </a:lnTo>
                <a:lnTo>
                  <a:pt x="50" y="1410"/>
                </a:lnTo>
                <a:lnTo>
                  <a:pt x="51" y="1410"/>
                </a:lnTo>
                <a:lnTo>
                  <a:pt x="53" y="1409"/>
                </a:lnTo>
                <a:lnTo>
                  <a:pt x="54" y="1409"/>
                </a:lnTo>
                <a:lnTo>
                  <a:pt x="54" y="1408"/>
                </a:lnTo>
                <a:lnTo>
                  <a:pt x="55" y="1408"/>
                </a:lnTo>
                <a:lnTo>
                  <a:pt x="55" y="1407"/>
                </a:lnTo>
                <a:lnTo>
                  <a:pt x="56" y="1406"/>
                </a:lnTo>
                <a:lnTo>
                  <a:pt x="57" y="1405"/>
                </a:lnTo>
                <a:lnTo>
                  <a:pt x="58" y="1406"/>
                </a:lnTo>
                <a:lnTo>
                  <a:pt x="59" y="1407"/>
                </a:lnTo>
                <a:lnTo>
                  <a:pt x="60" y="1407"/>
                </a:lnTo>
                <a:lnTo>
                  <a:pt x="61" y="1407"/>
                </a:lnTo>
                <a:lnTo>
                  <a:pt x="61" y="1408"/>
                </a:lnTo>
                <a:lnTo>
                  <a:pt x="62" y="1408"/>
                </a:lnTo>
                <a:lnTo>
                  <a:pt x="62" y="1409"/>
                </a:lnTo>
                <a:lnTo>
                  <a:pt x="63" y="1409"/>
                </a:lnTo>
                <a:lnTo>
                  <a:pt x="64" y="1408"/>
                </a:lnTo>
                <a:lnTo>
                  <a:pt x="64" y="1407"/>
                </a:lnTo>
                <a:lnTo>
                  <a:pt x="64" y="1406"/>
                </a:lnTo>
                <a:lnTo>
                  <a:pt x="65" y="1404"/>
                </a:lnTo>
                <a:lnTo>
                  <a:pt x="66" y="1404"/>
                </a:lnTo>
                <a:lnTo>
                  <a:pt x="67" y="1404"/>
                </a:lnTo>
                <a:lnTo>
                  <a:pt x="67" y="1403"/>
                </a:lnTo>
                <a:lnTo>
                  <a:pt x="68" y="1403"/>
                </a:lnTo>
                <a:lnTo>
                  <a:pt x="68" y="1402"/>
                </a:lnTo>
                <a:lnTo>
                  <a:pt x="68" y="1401"/>
                </a:lnTo>
                <a:lnTo>
                  <a:pt x="68" y="1400"/>
                </a:lnTo>
                <a:lnTo>
                  <a:pt x="69" y="1399"/>
                </a:lnTo>
                <a:lnTo>
                  <a:pt x="70" y="1399"/>
                </a:lnTo>
                <a:lnTo>
                  <a:pt x="71" y="1398"/>
                </a:lnTo>
                <a:lnTo>
                  <a:pt x="72" y="1398"/>
                </a:lnTo>
                <a:lnTo>
                  <a:pt x="73" y="1398"/>
                </a:lnTo>
                <a:lnTo>
                  <a:pt x="73" y="1397"/>
                </a:lnTo>
                <a:lnTo>
                  <a:pt x="73" y="1395"/>
                </a:lnTo>
                <a:lnTo>
                  <a:pt x="73" y="1394"/>
                </a:lnTo>
                <a:lnTo>
                  <a:pt x="72" y="1394"/>
                </a:lnTo>
                <a:lnTo>
                  <a:pt x="72" y="1393"/>
                </a:lnTo>
                <a:lnTo>
                  <a:pt x="73" y="1393"/>
                </a:lnTo>
                <a:lnTo>
                  <a:pt x="74" y="1391"/>
                </a:lnTo>
                <a:lnTo>
                  <a:pt x="74" y="1389"/>
                </a:lnTo>
                <a:lnTo>
                  <a:pt x="73" y="1388"/>
                </a:lnTo>
                <a:lnTo>
                  <a:pt x="73" y="1387"/>
                </a:lnTo>
                <a:lnTo>
                  <a:pt x="72" y="1386"/>
                </a:lnTo>
                <a:lnTo>
                  <a:pt x="71" y="1386"/>
                </a:lnTo>
                <a:lnTo>
                  <a:pt x="71" y="1385"/>
                </a:lnTo>
                <a:lnTo>
                  <a:pt x="71" y="1383"/>
                </a:lnTo>
                <a:lnTo>
                  <a:pt x="72" y="1383"/>
                </a:lnTo>
                <a:lnTo>
                  <a:pt x="72" y="1382"/>
                </a:lnTo>
                <a:lnTo>
                  <a:pt x="73" y="1382"/>
                </a:lnTo>
                <a:lnTo>
                  <a:pt x="74" y="1382"/>
                </a:lnTo>
                <a:lnTo>
                  <a:pt x="74" y="1381"/>
                </a:lnTo>
                <a:lnTo>
                  <a:pt x="74" y="1380"/>
                </a:lnTo>
                <a:lnTo>
                  <a:pt x="73" y="1380"/>
                </a:lnTo>
                <a:lnTo>
                  <a:pt x="72" y="1377"/>
                </a:lnTo>
                <a:lnTo>
                  <a:pt x="72" y="1375"/>
                </a:lnTo>
                <a:lnTo>
                  <a:pt x="73" y="1374"/>
                </a:lnTo>
                <a:lnTo>
                  <a:pt x="74" y="1373"/>
                </a:lnTo>
                <a:lnTo>
                  <a:pt x="75" y="1373"/>
                </a:lnTo>
                <a:lnTo>
                  <a:pt x="75" y="1372"/>
                </a:lnTo>
                <a:lnTo>
                  <a:pt x="75" y="1371"/>
                </a:lnTo>
                <a:lnTo>
                  <a:pt x="74" y="1371"/>
                </a:lnTo>
                <a:lnTo>
                  <a:pt x="73" y="1372"/>
                </a:lnTo>
                <a:lnTo>
                  <a:pt x="73" y="1371"/>
                </a:lnTo>
                <a:lnTo>
                  <a:pt x="72" y="1370"/>
                </a:lnTo>
                <a:lnTo>
                  <a:pt x="71" y="1370"/>
                </a:lnTo>
                <a:lnTo>
                  <a:pt x="71" y="1369"/>
                </a:lnTo>
                <a:lnTo>
                  <a:pt x="72" y="1369"/>
                </a:lnTo>
                <a:lnTo>
                  <a:pt x="73" y="1369"/>
                </a:lnTo>
                <a:lnTo>
                  <a:pt x="73" y="1368"/>
                </a:lnTo>
                <a:lnTo>
                  <a:pt x="73" y="1367"/>
                </a:lnTo>
                <a:lnTo>
                  <a:pt x="74" y="1366"/>
                </a:lnTo>
                <a:lnTo>
                  <a:pt x="73" y="1366"/>
                </a:lnTo>
                <a:lnTo>
                  <a:pt x="72" y="1366"/>
                </a:lnTo>
                <a:lnTo>
                  <a:pt x="72" y="1367"/>
                </a:lnTo>
                <a:lnTo>
                  <a:pt x="70" y="1368"/>
                </a:lnTo>
                <a:lnTo>
                  <a:pt x="68" y="1366"/>
                </a:lnTo>
                <a:lnTo>
                  <a:pt x="69" y="1364"/>
                </a:lnTo>
                <a:lnTo>
                  <a:pt x="70" y="1364"/>
                </a:lnTo>
                <a:lnTo>
                  <a:pt x="71" y="1364"/>
                </a:lnTo>
                <a:lnTo>
                  <a:pt x="71" y="1363"/>
                </a:lnTo>
                <a:lnTo>
                  <a:pt x="72" y="1362"/>
                </a:lnTo>
                <a:lnTo>
                  <a:pt x="73" y="1362"/>
                </a:lnTo>
                <a:lnTo>
                  <a:pt x="73" y="1361"/>
                </a:lnTo>
                <a:lnTo>
                  <a:pt x="72" y="1361"/>
                </a:lnTo>
                <a:lnTo>
                  <a:pt x="72" y="1360"/>
                </a:lnTo>
                <a:lnTo>
                  <a:pt x="72" y="1359"/>
                </a:lnTo>
                <a:lnTo>
                  <a:pt x="73" y="1359"/>
                </a:lnTo>
                <a:lnTo>
                  <a:pt x="73" y="1358"/>
                </a:lnTo>
                <a:lnTo>
                  <a:pt x="73" y="1357"/>
                </a:lnTo>
                <a:lnTo>
                  <a:pt x="73" y="1356"/>
                </a:lnTo>
                <a:lnTo>
                  <a:pt x="74" y="1355"/>
                </a:lnTo>
                <a:lnTo>
                  <a:pt x="75" y="1355"/>
                </a:lnTo>
                <a:lnTo>
                  <a:pt x="75" y="1356"/>
                </a:lnTo>
                <a:lnTo>
                  <a:pt x="76" y="1357"/>
                </a:lnTo>
                <a:lnTo>
                  <a:pt x="75" y="1358"/>
                </a:lnTo>
                <a:lnTo>
                  <a:pt x="74" y="1359"/>
                </a:lnTo>
                <a:lnTo>
                  <a:pt x="74" y="1360"/>
                </a:lnTo>
                <a:lnTo>
                  <a:pt x="75" y="1360"/>
                </a:lnTo>
                <a:lnTo>
                  <a:pt x="76" y="1360"/>
                </a:lnTo>
                <a:lnTo>
                  <a:pt x="77" y="1360"/>
                </a:lnTo>
                <a:lnTo>
                  <a:pt x="77" y="1361"/>
                </a:lnTo>
                <a:lnTo>
                  <a:pt x="76" y="1361"/>
                </a:lnTo>
                <a:lnTo>
                  <a:pt x="76" y="1362"/>
                </a:lnTo>
                <a:lnTo>
                  <a:pt x="76" y="1364"/>
                </a:lnTo>
                <a:lnTo>
                  <a:pt x="77" y="1365"/>
                </a:lnTo>
                <a:lnTo>
                  <a:pt x="78" y="1365"/>
                </a:lnTo>
                <a:lnTo>
                  <a:pt x="79" y="1366"/>
                </a:lnTo>
                <a:lnTo>
                  <a:pt x="81" y="1366"/>
                </a:lnTo>
                <a:lnTo>
                  <a:pt x="82" y="1363"/>
                </a:lnTo>
                <a:lnTo>
                  <a:pt x="81" y="1363"/>
                </a:lnTo>
                <a:lnTo>
                  <a:pt x="81" y="1362"/>
                </a:lnTo>
                <a:lnTo>
                  <a:pt x="81" y="1361"/>
                </a:lnTo>
                <a:lnTo>
                  <a:pt x="80" y="1361"/>
                </a:lnTo>
                <a:lnTo>
                  <a:pt x="81" y="1360"/>
                </a:lnTo>
                <a:lnTo>
                  <a:pt x="80" y="1359"/>
                </a:lnTo>
                <a:lnTo>
                  <a:pt x="80" y="1358"/>
                </a:lnTo>
                <a:lnTo>
                  <a:pt x="79" y="1356"/>
                </a:lnTo>
                <a:lnTo>
                  <a:pt x="79" y="1355"/>
                </a:lnTo>
                <a:lnTo>
                  <a:pt x="79" y="1353"/>
                </a:lnTo>
                <a:lnTo>
                  <a:pt x="79" y="1352"/>
                </a:lnTo>
                <a:lnTo>
                  <a:pt x="78" y="1353"/>
                </a:lnTo>
                <a:lnTo>
                  <a:pt x="77" y="1353"/>
                </a:lnTo>
                <a:lnTo>
                  <a:pt x="76" y="1353"/>
                </a:lnTo>
                <a:lnTo>
                  <a:pt x="75" y="1352"/>
                </a:lnTo>
                <a:lnTo>
                  <a:pt x="75" y="1351"/>
                </a:lnTo>
                <a:lnTo>
                  <a:pt x="76" y="1352"/>
                </a:lnTo>
                <a:lnTo>
                  <a:pt x="77" y="1351"/>
                </a:lnTo>
                <a:lnTo>
                  <a:pt x="76" y="1350"/>
                </a:lnTo>
                <a:lnTo>
                  <a:pt x="74" y="1350"/>
                </a:lnTo>
                <a:lnTo>
                  <a:pt x="75" y="1350"/>
                </a:lnTo>
                <a:lnTo>
                  <a:pt x="75" y="1349"/>
                </a:lnTo>
                <a:lnTo>
                  <a:pt x="73" y="1347"/>
                </a:lnTo>
                <a:lnTo>
                  <a:pt x="72" y="1347"/>
                </a:lnTo>
                <a:lnTo>
                  <a:pt x="70" y="1346"/>
                </a:lnTo>
                <a:lnTo>
                  <a:pt x="69" y="1346"/>
                </a:lnTo>
                <a:lnTo>
                  <a:pt x="68" y="1347"/>
                </a:lnTo>
                <a:lnTo>
                  <a:pt x="67" y="1347"/>
                </a:lnTo>
                <a:lnTo>
                  <a:pt x="66" y="1347"/>
                </a:lnTo>
                <a:lnTo>
                  <a:pt x="65" y="1347"/>
                </a:lnTo>
                <a:lnTo>
                  <a:pt x="65" y="1348"/>
                </a:lnTo>
                <a:lnTo>
                  <a:pt x="64" y="1348"/>
                </a:lnTo>
                <a:lnTo>
                  <a:pt x="62" y="1348"/>
                </a:lnTo>
                <a:lnTo>
                  <a:pt x="61" y="1348"/>
                </a:lnTo>
                <a:lnTo>
                  <a:pt x="60" y="1347"/>
                </a:lnTo>
                <a:lnTo>
                  <a:pt x="60" y="1346"/>
                </a:lnTo>
                <a:lnTo>
                  <a:pt x="59" y="1346"/>
                </a:lnTo>
                <a:lnTo>
                  <a:pt x="59" y="1345"/>
                </a:lnTo>
                <a:lnTo>
                  <a:pt x="58" y="1345"/>
                </a:lnTo>
                <a:lnTo>
                  <a:pt x="58" y="1344"/>
                </a:lnTo>
                <a:lnTo>
                  <a:pt x="57" y="1344"/>
                </a:lnTo>
                <a:lnTo>
                  <a:pt x="56" y="1344"/>
                </a:lnTo>
                <a:lnTo>
                  <a:pt x="55" y="1344"/>
                </a:lnTo>
                <a:lnTo>
                  <a:pt x="55" y="1343"/>
                </a:lnTo>
                <a:lnTo>
                  <a:pt x="54" y="1343"/>
                </a:lnTo>
                <a:lnTo>
                  <a:pt x="54" y="1342"/>
                </a:lnTo>
                <a:lnTo>
                  <a:pt x="53" y="1342"/>
                </a:lnTo>
                <a:lnTo>
                  <a:pt x="53" y="1343"/>
                </a:lnTo>
                <a:lnTo>
                  <a:pt x="52" y="1343"/>
                </a:lnTo>
                <a:lnTo>
                  <a:pt x="51" y="1342"/>
                </a:lnTo>
                <a:lnTo>
                  <a:pt x="50" y="1340"/>
                </a:lnTo>
                <a:lnTo>
                  <a:pt x="50" y="1339"/>
                </a:lnTo>
                <a:lnTo>
                  <a:pt x="50" y="1338"/>
                </a:lnTo>
                <a:lnTo>
                  <a:pt x="49" y="1338"/>
                </a:lnTo>
                <a:lnTo>
                  <a:pt x="48" y="1338"/>
                </a:lnTo>
                <a:lnTo>
                  <a:pt x="47" y="1338"/>
                </a:lnTo>
                <a:lnTo>
                  <a:pt x="46" y="1338"/>
                </a:lnTo>
                <a:lnTo>
                  <a:pt x="46" y="1337"/>
                </a:lnTo>
                <a:lnTo>
                  <a:pt x="44" y="1337"/>
                </a:lnTo>
                <a:lnTo>
                  <a:pt x="44" y="1338"/>
                </a:lnTo>
                <a:lnTo>
                  <a:pt x="43" y="1338"/>
                </a:lnTo>
                <a:lnTo>
                  <a:pt x="43" y="1337"/>
                </a:lnTo>
                <a:lnTo>
                  <a:pt x="43" y="1336"/>
                </a:lnTo>
                <a:lnTo>
                  <a:pt x="42" y="1333"/>
                </a:lnTo>
                <a:lnTo>
                  <a:pt x="41" y="1332"/>
                </a:lnTo>
                <a:lnTo>
                  <a:pt x="42" y="1332"/>
                </a:lnTo>
                <a:lnTo>
                  <a:pt x="43" y="1332"/>
                </a:lnTo>
                <a:lnTo>
                  <a:pt x="44" y="1332"/>
                </a:lnTo>
                <a:lnTo>
                  <a:pt x="45" y="1331"/>
                </a:lnTo>
                <a:lnTo>
                  <a:pt x="45" y="1330"/>
                </a:lnTo>
                <a:lnTo>
                  <a:pt x="43" y="1327"/>
                </a:lnTo>
                <a:lnTo>
                  <a:pt x="43" y="1326"/>
                </a:lnTo>
                <a:lnTo>
                  <a:pt x="42" y="1326"/>
                </a:lnTo>
                <a:lnTo>
                  <a:pt x="41" y="1325"/>
                </a:lnTo>
                <a:lnTo>
                  <a:pt x="40" y="1325"/>
                </a:lnTo>
                <a:lnTo>
                  <a:pt x="40" y="1324"/>
                </a:lnTo>
                <a:lnTo>
                  <a:pt x="39" y="1324"/>
                </a:lnTo>
                <a:lnTo>
                  <a:pt x="39" y="1323"/>
                </a:lnTo>
                <a:lnTo>
                  <a:pt x="40" y="1322"/>
                </a:lnTo>
                <a:lnTo>
                  <a:pt x="39" y="1321"/>
                </a:lnTo>
                <a:lnTo>
                  <a:pt x="38" y="1321"/>
                </a:lnTo>
                <a:lnTo>
                  <a:pt x="38" y="1320"/>
                </a:lnTo>
                <a:lnTo>
                  <a:pt x="37" y="1319"/>
                </a:lnTo>
                <a:lnTo>
                  <a:pt x="36" y="1319"/>
                </a:lnTo>
                <a:lnTo>
                  <a:pt x="36" y="1318"/>
                </a:lnTo>
                <a:lnTo>
                  <a:pt x="35" y="1316"/>
                </a:lnTo>
                <a:lnTo>
                  <a:pt x="36" y="1316"/>
                </a:lnTo>
                <a:lnTo>
                  <a:pt x="37" y="1315"/>
                </a:lnTo>
                <a:lnTo>
                  <a:pt x="39" y="1315"/>
                </a:lnTo>
                <a:lnTo>
                  <a:pt x="40" y="1315"/>
                </a:lnTo>
                <a:lnTo>
                  <a:pt x="40" y="1316"/>
                </a:lnTo>
                <a:lnTo>
                  <a:pt x="41" y="1316"/>
                </a:lnTo>
                <a:lnTo>
                  <a:pt x="41" y="1317"/>
                </a:lnTo>
                <a:lnTo>
                  <a:pt x="42" y="1318"/>
                </a:lnTo>
                <a:lnTo>
                  <a:pt x="43" y="1318"/>
                </a:lnTo>
                <a:lnTo>
                  <a:pt x="44" y="1318"/>
                </a:lnTo>
                <a:lnTo>
                  <a:pt x="45" y="1319"/>
                </a:lnTo>
                <a:lnTo>
                  <a:pt x="46" y="1319"/>
                </a:lnTo>
                <a:lnTo>
                  <a:pt x="47" y="1319"/>
                </a:lnTo>
                <a:lnTo>
                  <a:pt x="47" y="1318"/>
                </a:lnTo>
                <a:lnTo>
                  <a:pt x="47" y="1317"/>
                </a:lnTo>
                <a:lnTo>
                  <a:pt x="47" y="1316"/>
                </a:lnTo>
                <a:lnTo>
                  <a:pt x="48" y="1316"/>
                </a:lnTo>
                <a:lnTo>
                  <a:pt x="49" y="1316"/>
                </a:lnTo>
                <a:lnTo>
                  <a:pt x="49" y="1317"/>
                </a:lnTo>
                <a:lnTo>
                  <a:pt x="51" y="1317"/>
                </a:lnTo>
                <a:lnTo>
                  <a:pt x="53" y="1317"/>
                </a:lnTo>
                <a:lnTo>
                  <a:pt x="54" y="1317"/>
                </a:lnTo>
                <a:lnTo>
                  <a:pt x="55" y="1318"/>
                </a:lnTo>
                <a:lnTo>
                  <a:pt x="56" y="1318"/>
                </a:lnTo>
                <a:lnTo>
                  <a:pt x="56" y="1317"/>
                </a:lnTo>
                <a:lnTo>
                  <a:pt x="56" y="1316"/>
                </a:lnTo>
                <a:lnTo>
                  <a:pt x="57" y="1316"/>
                </a:lnTo>
                <a:lnTo>
                  <a:pt x="57" y="1315"/>
                </a:lnTo>
                <a:lnTo>
                  <a:pt x="57" y="1314"/>
                </a:lnTo>
                <a:lnTo>
                  <a:pt x="57" y="1312"/>
                </a:lnTo>
                <a:lnTo>
                  <a:pt x="57" y="1311"/>
                </a:lnTo>
                <a:lnTo>
                  <a:pt x="58" y="1307"/>
                </a:lnTo>
                <a:lnTo>
                  <a:pt x="58" y="1306"/>
                </a:lnTo>
                <a:lnTo>
                  <a:pt x="58" y="1305"/>
                </a:lnTo>
                <a:lnTo>
                  <a:pt x="57" y="1304"/>
                </a:lnTo>
                <a:lnTo>
                  <a:pt x="57" y="1303"/>
                </a:lnTo>
                <a:lnTo>
                  <a:pt x="57" y="1302"/>
                </a:lnTo>
                <a:lnTo>
                  <a:pt x="56" y="1302"/>
                </a:lnTo>
                <a:lnTo>
                  <a:pt x="56" y="1301"/>
                </a:lnTo>
                <a:lnTo>
                  <a:pt x="56" y="1300"/>
                </a:lnTo>
                <a:lnTo>
                  <a:pt x="58" y="1300"/>
                </a:lnTo>
                <a:lnTo>
                  <a:pt x="59" y="1300"/>
                </a:lnTo>
                <a:lnTo>
                  <a:pt x="59" y="1299"/>
                </a:lnTo>
                <a:lnTo>
                  <a:pt x="58" y="1299"/>
                </a:lnTo>
                <a:lnTo>
                  <a:pt x="58" y="1298"/>
                </a:lnTo>
                <a:lnTo>
                  <a:pt x="58" y="1297"/>
                </a:lnTo>
                <a:lnTo>
                  <a:pt x="58" y="1296"/>
                </a:lnTo>
                <a:lnTo>
                  <a:pt x="59" y="1296"/>
                </a:lnTo>
                <a:lnTo>
                  <a:pt x="59" y="1295"/>
                </a:lnTo>
                <a:lnTo>
                  <a:pt x="58" y="1295"/>
                </a:lnTo>
                <a:lnTo>
                  <a:pt x="58" y="1294"/>
                </a:lnTo>
                <a:lnTo>
                  <a:pt x="59" y="1293"/>
                </a:lnTo>
                <a:lnTo>
                  <a:pt x="60" y="1292"/>
                </a:lnTo>
                <a:lnTo>
                  <a:pt x="61" y="1292"/>
                </a:lnTo>
                <a:lnTo>
                  <a:pt x="62" y="1291"/>
                </a:lnTo>
                <a:lnTo>
                  <a:pt x="63" y="1290"/>
                </a:lnTo>
                <a:lnTo>
                  <a:pt x="63" y="1289"/>
                </a:lnTo>
                <a:lnTo>
                  <a:pt x="64" y="1289"/>
                </a:lnTo>
                <a:lnTo>
                  <a:pt x="64" y="1288"/>
                </a:lnTo>
                <a:lnTo>
                  <a:pt x="65" y="1286"/>
                </a:lnTo>
                <a:lnTo>
                  <a:pt x="65" y="1285"/>
                </a:lnTo>
                <a:lnTo>
                  <a:pt x="66" y="1285"/>
                </a:lnTo>
                <a:lnTo>
                  <a:pt x="67" y="1285"/>
                </a:lnTo>
                <a:lnTo>
                  <a:pt x="67" y="1284"/>
                </a:lnTo>
                <a:lnTo>
                  <a:pt x="68" y="1283"/>
                </a:lnTo>
                <a:lnTo>
                  <a:pt x="68" y="1282"/>
                </a:lnTo>
                <a:lnTo>
                  <a:pt x="68" y="1281"/>
                </a:lnTo>
                <a:lnTo>
                  <a:pt x="68" y="1280"/>
                </a:lnTo>
                <a:lnTo>
                  <a:pt x="69" y="1280"/>
                </a:lnTo>
                <a:lnTo>
                  <a:pt x="70" y="1281"/>
                </a:lnTo>
                <a:lnTo>
                  <a:pt x="71" y="1282"/>
                </a:lnTo>
                <a:lnTo>
                  <a:pt x="72" y="1281"/>
                </a:lnTo>
                <a:lnTo>
                  <a:pt x="73" y="1279"/>
                </a:lnTo>
                <a:lnTo>
                  <a:pt x="74" y="1279"/>
                </a:lnTo>
                <a:lnTo>
                  <a:pt x="74" y="1278"/>
                </a:lnTo>
                <a:lnTo>
                  <a:pt x="74" y="1277"/>
                </a:lnTo>
                <a:lnTo>
                  <a:pt x="74" y="1276"/>
                </a:lnTo>
                <a:lnTo>
                  <a:pt x="75" y="1276"/>
                </a:lnTo>
                <a:lnTo>
                  <a:pt x="76" y="1275"/>
                </a:lnTo>
                <a:lnTo>
                  <a:pt x="77" y="1275"/>
                </a:lnTo>
                <a:lnTo>
                  <a:pt x="77" y="1274"/>
                </a:lnTo>
                <a:lnTo>
                  <a:pt x="78" y="1273"/>
                </a:lnTo>
                <a:lnTo>
                  <a:pt x="78" y="1272"/>
                </a:lnTo>
                <a:lnTo>
                  <a:pt x="79" y="1271"/>
                </a:lnTo>
                <a:lnTo>
                  <a:pt x="78" y="1270"/>
                </a:lnTo>
                <a:lnTo>
                  <a:pt x="78" y="1269"/>
                </a:lnTo>
                <a:lnTo>
                  <a:pt x="77" y="1269"/>
                </a:lnTo>
                <a:lnTo>
                  <a:pt x="78" y="1269"/>
                </a:lnTo>
                <a:lnTo>
                  <a:pt x="80" y="1269"/>
                </a:lnTo>
                <a:lnTo>
                  <a:pt x="80" y="1270"/>
                </a:lnTo>
                <a:lnTo>
                  <a:pt x="82" y="1270"/>
                </a:lnTo>
                <a:lnTo>
                  <a:pt x="83" y="1270"/>
                </a:lnTo>
                <a:lnTo>
                  <a:pt x="83" y="1271"/>
                </a:lnTo>
                <a:lnTo>
                  <a:pt x="84" y="1271"/>
                </a:lnTo>
                <a:lnTo>
                  <a:pt x="85" y="1271"/>
                </a:lnTo>
                <a:lnTo>
                  <a:pt x="86" y="1271"/>
                </a:lnTo>
                <a:lnTo>
                  <a:pt x="87" y="1270"/>
                </a:lnTo>
                <a:lnTo>
                  <a:pt x="88" y="1270"/>
                </a:lnTo>
                <a:lnTo>
                  <a:pt x="88" y="1272"/>
                </a:lnTo>
                <a:lnTo>
                  <a:pt x="88" y="1273"/>
                </a:lnTo>
                <a:lnTo>
                  <a:pt x="89" y="1273"/>
                </a:lnTo>
                <a:lnTo>
                  <a:pt x="90" y="1273"/>
                </a:lnTo>
                <a:lnTo>
                  <a:pt x="91" y="1272"/>
                </a:lnTo>
                <a:lnTo>
                  <a:pt x="91" y="1271"/>
                </a:lnTo>
                <a:lnTo>
                  <a:pt x="92" y="1271"/>
                </a:lnTo>
                <a:lnTo>
                  <a:pt x="92" y="1270"/>
                </a:lnTo>
                <a:lnTo>
                  <a:pt x="93" y="1270"/>
                </a:lnTo>
                <a:lnTo>
                  <a:pt x="94" y="1270"/>
                </a:lnTo>
                <a:lnTo>
                  <a:pt x="94" y="1271"/>
                </a:lnTo>
                <a:lnTo>
                  <a:pt x="95" y="1271"/>
                </a:lnTo>
                <a:lnTo>
                  <a:pt x="96" y="1271"/>
                </a:lnTo>
                <a:lnTo>
                  <a:pt x="97" y="1271"/>
                </a:lnTo>
                <a:lnTo>
                  <a:pt x="97" y="1270"/>
                </a:lnTo>
                <a:lnTo>
                  <a:pt x="98" y="1269"/>
                </a:lnTo>
                <a:lnTo>
                  <a:pt x="99" y="1269"/>
                </a:lnTo>
                <a:lnTo>
                  <a:pt x="99" y="1268"/>
                </a:lnTo>
                <a:lnTo>
                  <a:pt x="100" y="1269"/>
                </a:lnTo>
                <a:lnTo>
                  <a:pt x="102" y="1270"/>
                </a:lnTo>
                <a:lnTo>
                  <a:pt x="103" y="1270"/>
                </a:lnTo>
                <a:lnTo>
                  <a:pt x="104" y="1270"/>
                </a:lnTo>
                <a:lnTo>
                  <a:pt x="104" y="1271"/>
                </a:lnTo>
                <a:lnTo>
                  <a:pt x="105" y="1272"/>
                </a:lnTo>
                <a:lnTo>
                  <a:pt x="106" y="1271"/>
                </a:lnTo>
                <a:lnTo>
                  <a:pt x="107" y="1272"/>
                </a:lnTo>
                <a:lnTo>
                  <a:pt x="107" y="1273"/>
                </a:lnTo>
                <a:lnTo>
                  <a:pt x="106" y="1274"/>
                </a:lnTo>
                <a:lnTo>
                  <a:pt x="105" y="1274"/>
                </a:lnTo>
                <a:lnTo>
                  <a:pt x="104" y="1274"/>
                </a:lnTo>
                <a:lnTo>
                  <a:pt x="103" y="1274"/>
                </a:lnTo>
                <a:lnTo>
                  <a:pt x="103" y="1275"/>
                </a:lnTo>
                <a:lnTo>
                  <a:pt x="103" y="1276"/>
                </a:lnTo>
                <a:lnTo>
                  <a:pt x="102" y="1277"/>
                </a:lnTo>
                <a:lnTo>
                  <a:pt x="102" y="1278"/>
                </a:lnTo>
                <a:lnTo>
                  <a:pt x="103" y="1278"/>
                </a:lnTo>
                <a:lnTo>
                  <a:pt x="104" y="1278"/>
                </a:lnTo>
                <a:lnTo>
                  <a:pt x="105" y="1278"/>
                </a:lnTo>
                <a:lnTo>
                  <a:pt x="106" y="1278"/>
                </a:lnTo>
                <a:lnTo>
                  <a:pt x="107" y="1278"/>
                </a:lnTo>
                <a:lnTo>
                  <a:pt x="107" y="1277"/>
                </a:lnTo>
                <a:lnTo>
                  <a:pt x="107" y="1276"/>
                </a:lnTo>
                <a:lnTo>
                  <a:pt x="108" y="1276"/>
                </a:lnTo>
                <a:lnTo>
                  <a:pt x="110" y="1276"/>
                </a:lnTo>
                <a:lnTo>
                  <a:pt x="109" y="1276"/>
                </a:lnTo>
                <a:lnTo>
                  <a:pt x="109" y="1277"/>
                </a:lnTo>
                <a:lnTo>
                  <a:pt x="109" y="1279"/>
                </a:lnTo>
                <a:lnTo>
                  <a:pt x="109" y="1280"/>
                </a:lnTo>
                <a:lnTo>
                  <a:pt x="110" y="1280"/>
                </a:lnTo>
                <a:lnTo>
                  <a:pt x="110" y="1281"/>
                </a:lnTo>
                <a:lnTo>
                  <a:pt x="111" y="1281"/>
                </a:lnTo>
                <a:lnTo>
                  <a:pt x="111" y="1280"/>
                </a:lnTo>
                <a:lnTo>
                  <a:pt x="111" y="1281"/>
                </a:lnTo>
                <a:lnTo>
                  <a:pt x="112" y="1281"/>
                </a:lnTo>
                <a:lnTo>
                  <a:pt x="113" y="1281"/>
                </a:lnTo>
                <a:lnTo>
                  <a:pt x="114" y="1283"/>
                </a:lnTo>
                <a:lnTo>
                  <a:pt x="115" y="1283"/>
                </a:lnTo>
                <a:lnTo>
                  <a:pt x="116" y="1283"/>
                </a:lnTo>
                <a:lnTo>
                  <a:pt x="117" y="1283"/>
                </a:lnTo>
                <a:lnTo>
                  <a:pt x="119" y="1281"/>
                </a:lnTo>
                <a:lnTo>
                  <a:pt x="119" y="1280"/>
                </a:lnTo>
                <a:lnTo>
                  <a:pt x="119" y="1279"/>
                </a:lnTo>
                <a:lnTo>
                  <a:pt x="120" y="1279"/>
                </a:lnTo>
                <a:lnTo>
                  <a:pt x="121" y="1279"/>
                </a:lnTo>
                <a:lnTo>
                  <a:pt x="122" y="1279"/>
                </a:lnTo>
                <a:lnTo>
                  <a:pt x="123" y="1279"/>
                </a:lnTo>
                <a:lnTo>
                  <a:pt x="124" y="1279"/>
                </a:lnTo>
                <a:lnTo>
                  <a:pt x="125" y="1278"/>
                </a:lnTo>
                <a:lnTo>
                  <a:pt x="126" y="1277"/>
                </a:lnTo>
                <a:lnTo>
                  <a:pt x="126" y="1276"/>
                </a:lnTo>
                <a:lnTo>
                  <a:pt x="127" y="1275"/>
                </a:lnTo>
                <a:lnTo>
                  <a:pt x="128" y="1274"/>
                </a:lnTo>
                <a:lnTo>
                  <a:pt x="130" y="1272"/>
                </a:lnTo>
                <a:lnTo>
                  <a:pt x="131" y="1272"/>
                </a:lnTo>
                <a:lnTo>
                  <a:pt x="131" y="1271"/>
                </a:lnTo>
                <a:lnTo>
                  <a:pt x="133" y="1270"/>
                </a:lnTo>
                <a:lnTo>
                  <a:pt x="134" y="1270"/>
                </a:lnTo>
                <a:lnTo>
                  <a:pt x="135" y="1270"/>
                </a:lnTo>
                <a:lnTo>
                  <a:pt x="136" y="1270"/>
                </a:lnTo>
                <a:lnTo>
                  <a:pt x="137" y="1270"/>
                </a:lnTo>
                <a:lnTo>
                  <a:pt x="138" y="1270"/>
                </a:lnTo>
                <a:lnTo>
                  <a:pt x="138" y="1271"/>
                </a:lnTo>
                <a:lnTo>
                  <a:pt x="137" y="1272"/>
                </a:lnTo>
                <a:lnTo>
                  <a:pt x="138" y="1272"/>
                </a:lnTo>
                <a:lnTo>
                  <a:pt x="138" y="1273"/>
                </a:lnTo>
                <a:lnTo>
                  <a:pt x="140" y="1273"/>
                </a:lnTo>
                <a:lnTo>
                  <a:pt x="141" y="1273"/>
                </a:lnTo>
                <a:lnTo>
                  <a:pt x="141" y="1274"/>
                </a:lnTo>
                <a:lnTo>
                  <a:pt x="143" y="1274"/>
                </a:lnTo>
                <a:lnTo>
                  <a:pt x="144" y="1274"/>
                </a:lnTo>
                <a:lnTo>
                  <a:pt x="145" y="1272"/>
                </a:lnTo>
                <a:lnTo>
                  <a:pt x="146" y="1271"/>
                </a:lnTo>
                <a:lnTo>
                  <a:pt x="147" y="1271"/>
                </a:lnTo>
                <a:lnTo>
                  <a:pt x="148" y="1271"/>
                </a:lnTo>
                <a:lnTo>
                  <a:pt x="149" y="1271"/>
                </a:lnTo>
                <a:lnTo>
                  <a:pt x="149" y="1270"/>
                </a:lnTo>
                <a:lnTo>
                  <a:pt x="149" y="1269"/>
                </a:lnTo>
                <a:lnTo>
                  <a:pt x="148" y="1268"/>
                </a:lnTo>
                <a:lnTo>
                  <a:pt x="150" y="1268"/>
                </a:lnTo>
                <a:lnTo>
                  <a:pt x="151" y="1268"/>
                </a:lnTo>
                <a:lnTo>
                  <a:pt x="153" y="1268"/>
                </a:lnTo>
                <a:lnTo>
                  <a:pt x="154" y="1268"/>
                </a:lnTo>
                <a:lnTo>
                  <a:pt x="155" y="1267"/>
                </a:lnTo>
                <a:lnTo>
                  <a:pt x="156" y="1267"/>
                </a:lnTo>
                <a:lnTo>
                  <a:pt x="159" y="1267"/>
                </a:lnTo>
                <a:lnTo>
                  <a:pt x="160" y="1267"/>
                </a:lnTo>
                <a:lnTo>
                  <a:pt x="161" y="1268"/>
                </a:lnTo>
                <a:lnTo>
                  <a:pt x="161" y="1269"/>
                </a:lnTo>
                <a:lnTo>
                  <a:pt x="161" y="1270"/>
                </a:lnTo>
                <a:lnTo>
                  <a:pt x="161" y="1271"/>
                </a:lnTo>
                <a:lnTo>
                  <a:pt x="161" y="1273"/>
                </a:lnTo>
                <a:lnTo>
                  <a:pt x="162" y="1274"/>
                </a:lnTo>
                <a:lnTo>
                  <a:pt x="162" y="1275"/>
                </a:lnTo>
                <a:lnTo>
                  <a:pt x="162" y="1276"/>
                </a:lnTo>
                <a:lnTo>
                  <a:pt x="162" y="1278"/>
                </a:lnTo>
                <a:lnTo>
                  <a:pt x="162" y="1279"/>
                </a:lnTo>
                <a:lnTo>
                  <a:pt x="162" y="1280"/>
                </a:lnTo>
                <a:lnTo>
                  <a:pt x="162" y="1281"/>
                </a:lnTo>
                <a:lnTo>
                  <a:pt x="162" y="1282"/>
                </a:lnTo>
                <a:lnTo>
                  <a:pt x="162" y="1283"/>
                </a:lnTo>
                <a:lnTo>
                  <a:pt x="163" y="1284"/>
                </a:lnTo>
                <a:lnTo>
                  <a:pt x="164" y="1284"/>
                </a:lnTo>
                <a:lnTo>
                  <a:pt x="165" y="1285"/>
                </a:lnTo>
                <a:lnTo>
                  <a:pt x="165" y="1287"/>
                </a:lnTo>
                <a:lnTo>
                  <a:pt x="166" y="1286"/>
                </a:lnTo>
                <a:lnTo>
                  <a:pt x="167" y="1285"/>
                </a:lnTo>
                <a:lnTo>
                  <a:pt x="168" y="1285"/>
                </a:lnTo>
                <a:lnTo>
                  <a:pt x="168" y="1284"/>
                </a:lnTo>
                <a:lnTo>
                  <a:pt x="169" y="1284"/>
                </a:lnTo>
                <a:lnTo>
                  <a:pt x="171" y="1285"/>
                </a:lnTo>
                <a:lnTo>
                  <a:pt x="171" y="1287"/>
                </a:lnTo>
                <a:lnTo>
                  <a:pt x="171" y="1288"/>
                </a:lnTo>
                <a:lnTo>
                  <a:pt x="172" y="1288"/>
                </a:lnTo>
                <a:lnTo>
                  <a:pt x="172" y="1289"/>
                </a:lnTo>
                <a:lnTo>
                  <a:pt x="173" y="1289"/>
                </a:lnTo>
                <a:lnTo>
                  <a:pt x="175" y="1288"/>
                </a:lnTo>
                <a:lnTo>
                  <a:pt x="176" y="1288"/>
                </a:lnTo>
                <a:lnTo>
                  <a:pt x="177" y="1288"/>
                </a:lnTo>
                <a:lnTo>
                  <a:pt x="178" y="1287"/>
                </a:lnTo>
                <a:lnTo>
                  <a:pt x="178" y="1286"/>
                </a:lnTo>
                <a:lnTo>
                  <a:pt x="179" y="1286"/>
                </a:lnTo>
                <a:lnTo>
                  <a:pt x="180" y="1285"/>
                </a:lnTo>
                <a:lnTo>
                  <a:pt x="180" y="1284"/>
                </a:lnTo>
                <a:lnTo>
                  <a:pt x="180" y="1282"/>
                </a:lnTo>
                <a:lnTo>
                  <a:pt x="180" y="1281"/>
                </a:lnTo>
                <a:lnTo>
                  <a:pt x="180" y="1280"/>
                </a:lnTo>
                <a:lnTo>
                  <a:pt x="179" y="1279"/>
                </a:lnTo>
                <a:lnTo>
                  <a:pt x="179" y="1276"/>
                </a:lnTo>
                <a:lnTo>
                  <a:pt x="178" y="1276"/>
                </a:lnTo>
                <a:lnTo>
                  <a:pt x="179" y="1276"/>
                </a:lnTo>
                <a:lnTo>
                  <a:pt x="179" y="1275"/>
                </a:lnTo>
                <a:lnTo>
                  <a:pt x="180" y="1275"/>
                </a:lnTo>
                <a:lnTo>
                  <a:pt x="182" y="1276"/>
                </a:lnTo>
                <a:lnTo>
                  <a:pt x="183" y="1276"/>
                </a:lnTo>
                <a:lnTo>
                  <a:pt x="183" y="1275"/>
                </a:lnTo>
                <a:lnTo>
                  <a:pt x="182" y="1274"/>
                </a:lnTo>
                <a:lnTo>
                  <a:pt x="183" y="1273"/>
                </a:lnTo>
                <a:lnTo>
                  <a:pt x="183" y="1271"/>
                </a:lnTo>
                <a:lnTo>
                  <a:pt x="183" y="1270"/>
                </a:lnTo>
                <a:lnTo>
                  <a:pt x="184" y="1269"/>
                </a:lnTo>
                <a:lnTo>
                  <a:pt x="184" y="1268"/>
                </a:lnTo>
                <a:lnTo>
                  <a:pt x="183" y="1268"/>
                </a:lnTo>
                <a:lnTo>
                  <a:pt x="183" y="1267"/>
                </a:lnTo>
                <a:lnTo>
                  <a:pt x="183" y="1266"/>
                </a:lnTo>
                <a:lnTo>
                  <a:pt x="183" y="1265"/>
                </a:lnTo>
                <a:lnTo>
                  <a:pt x="183" y="1264"/>
                </a:lnTo>
                <a:lnTo>
                  <a:pt x="182" y="1264"/>
                </a:lnTo>
                <a:lnTo>
                  <a:pt x="182" y="1263"/>
                </a:lnTo>
                <a:lnTo>
                  <a:pt x="181" y="1263"/>
                </a:lnTo>
                <a:lnTo>
                  <a:pt x="181" y="1262"/>
                </a:lnTo>
                <a:lnTo>
                  <a:pt x="180" y="1262"/>
                </a:lnTo>
                <a:lnTo>
                  <a:pt x="181" y="1261"/>
                </a:lnTo>
                <a:lnTo>
                  <a:pt x="180" y="1260"/>
                </a:lnTo>
                <a:lnTo>
                  <a:pt x="179" y="1260"/>
                </a:lnTo>
                <a:lnTo>
                  <a:pt x="178" y="1259"/>
                </a:lnTo>
                <a:lnTo>
                  <a:pt x="178" y="1258"/>
                </a:lnTo>
                <a:lnTo>
                  <a:pt x="178" y="1257"/>
                </a:lnTo>
                <a:lnTo>
                  <a:pt x="179" y="1256"/>
                </a:lnTo>
                <a:lnTo>
                  <a:pt x="178" y="1255"/>
                </a:lnTo>
                <a:lnTo>
                  <a:pt x="177" y="1255"/>
                </a:lnTo>
                <a:lnTo>
                  <a:pt x="176" y="1255"/>
                </a:lnTo>
                <a:lnTo>
                  <a:pt x="176" y="1254"/>
                </a:lnTo>
                <a:lnTo>
                  <a:pt x="174" y="1252"/>
                </a:lnTo>
                <a:lnTo>
                  <a:pt x="173" y="1250"/>
                </a:lnTo>
                <a:lnTo>
                  <a:pt x="172" y="1249"/>
                </a:lnTo>
                <a:lnTo>
                  <a:pt x="171" y="1250"/>
                </a:lnTo>
                <a:lnTo>
                  <a:pt x="170" y="1250"/>
                </a:lnTo>
                <a:lnTo>
                  <a:pt x="169" y="1249"/>
                </a:lnTo>
                <a:lnTo>
                  <a:pt x="168" y="1249"/>
                </a:lnTo>
                <a:lnTo>
                  <a:pt x="167" y="1248"/>
                </a:lnTo>
                <a:lnTo>
                  <a:pt x="166" y="1247"/>
                </a:lnTo>
                <a:lnTo>
                  <a:pt x="166" y="1245"/>
                </a:lnTo>
                <a:lnTo>
                  <a:pt x="166" y="1244"/>
                </a:lnTo>
                <a:lnTo>
                  <a:pt x="167" y="1244"/>
                </a:lnTo>
                <a:lnTo>
                  <a:pt x="167" y="1243"/>
                </a:lnTo>
                <a:lnTo>
                  <a:pt x="167" y="1241"/>
                </a:lnTo>
                <a:lnTo>
                  <a:pt x="166" y="1241"/>
                </a:lnTo>
                <a:lnTo>
                  <a:pt x="166" y="1240"/>
                </a:lnTo>
                <a:lnTo>
                  <a:pt x="167" y="1239"/>
                </a:lnTo>
                <a:lnTo>
                  <a:pt x="167" y="1236"/>
                </a:lnTo>
                <a:lnTo>
                  <a:pt x="166" y="1235"/>
                </a:lnTo>
                <a:lnTo>
                  <a:pt x="166" y="1233"/>
                </a:lnTo>
                <a:lnTo>
                  <a:pt x="166" y="1232"/>
                </a:lnTo>
                <a:lnTo>
                  <a:pt x="165" y="1232"/>
                </a:lnTo>
                <a:lnTo>
                  <a:pt x="165" y="1233"/>
                </a:lnTo>
                <a:lnTo>
                  <a:pt x="164" y="1233"/>
                </a:lnTo>
                <a:lnTo>
                  <a:pt x="163" y="1233"/>
                </a:lnTo>
                <a:lnTo>
                  <a:pt x="163" y="1232"/>
                </a:lnTo>
                <a:lnTo>
                  <a:pt x="162" y="1232"/>
                </a:lnTo>
                <a:lnTo>
                  <a:pt x="162" y="1231"/>
                </a:lnTo>
                <a:lnTo>
                  <a:pt x="162" y="1229"/>
                </a:lnTo>
                <a:lnTo>
                  <a:pt x="162" y="1228"/>
                </a:lnTo>
                <a:lnTo>
                  <a:pt x="163" y="1228"/>
                </a:lnTo>
                <a:lnTo>
                  <a:pt x="163" y="1227"/>
                </a:lnTo>
                <a:lnTo>
                  <a:pt x="162" y="1226"/>
                </a:lnTo>
                <a:lnTo>
                  <a:pt x="163" y="1224"/>
                </a:lnTo>
                <a:lnTo>
                  <a:pt x="163" y="1223"/>
                </a:lnTo>
                <a:lnTo>
                  <a:pt x="164" y="1223"/>
                </a:lnTo>
                <a:lnTo>
                  <a:pt x="165" y="1223"/>
                </a:lnTo>
                <a:lnTo>
                  <a:pt x="166" y="1223"/>
                </a:lnTo>
                <a:lnTo>
                  <a:pt x="167" y="1222"/>
                </a:lnTo>
                <a:lnTo>
                  <a:pt x="168" y="1220"/>
                </a:lnTo>
                <a:lnTo>
                  <a:pt x="169" y="1220"/>
                </a:lnTo>
                <a:lnTo>
                  <a:pt x="168" y="1219"/>
                </a:lnTo>
                <a:lnTo>
                  <a:pt x="168" y="1218"/>
                </a:lnTo>
                <a:lnTo>
                  <a:pt x="167" y="1217"/>
                </a:lnTo>
                <a:lnTo>
                  <a:pt x="166" y="1217"/>
                </a:lnTo>
                <a:lnTo>
                  <a:pt x="165" y="1216"/>
                </a:lnTo>
                <a:lnTo>
                  <a:pt x="165" y="1215"/>
                </a:lnTo>
                <a:lnTo>
                  <a:pt x="165" y="1214"/>
                </a:lnTo>
                <a:lnTo>
                  <a:pt x="163" y="1212"/>
                </a:lnTo>
                <a:lnTo>
                  <a:pt x="162" y="1212"/>
                </a:lnTo>
                <a:lnTo>
                  <a:pt x="162" y="1213"/>
                </a:lnTo>
                <a:lnTo>
                  <a:pt x="161" y="1213"/>
                </a:lnTo>
                <a:lnTo>
                  <a:pt x="162" y="1213"/>
                </a:lnTo>
                <a:lnTo>
                  <a:pt x="162" y="1214"/>
                </a:lnTo>
                <a:lnTo>
                  <a:pt x="161" y="1215"/>
                </a:lnTo>
                <a:lnTo>
                  <a:pt x="160" y="1216"/>
                </a:lnTo>
                <a:lnTo>
                  <a:pt x="160" y="1215"/>
                </a:lnTo>
                <a:lnTo>
                  <a:pt x="159" y="1215"/>
                </a:lnTo>
                <a:lnTo>
                  <a:pt x="157" y="1216"/>
                </a:lnTo>
                <a:lnTo>
                  <a:pt x="155" y="1214"/>
                </a:lnTo>
                <a:lnTo>
                  <a:pt x="155" y="1213"/>
                </a:lnTo>
                <a:lnTo>
                  <a:pt x="155" y="1212"/>
                </a:lnTo>
                <a:lnTo>
                  <a:pt x="156" y="1211"/>
                </a:lnTo>
                <a:lnTo>
                  <a:pt x="156" y="1210"/>
                </a:lnTo>
                <a:lnTo>
                  <a:pt x="155" y="1209"/>
                </a:lnTo>
                <a:lnTo>
                  <a:pt x="155" y="1208"/>
                </a:lnTo>
                <a:lnTo>
                  <a:pt x="154" y="1208"/>
                </a:lnTo>
                <a:lnTo>
                  <a:pt x="153" y="1208"/>
                </a:lnTo>
                <a:lnTo>
                  <a:pt x="153" y="1207"/>
                </a:lnTo>
                <a:lnTo>
                  <a:pt x="154" y="1207"/>
                </a:lnTo>
                <a:lnTo>
                  <a:pt x="155" y="1206"/>
                </a:lnTo>
                <a:lnTo>
                  <a:pt x="156" y="1206"/>
                </a:lnTo>
                <a:lnTo>
                  <a:pt x="157" y="1204"/>
                </a:lnTo>
                <a:lnTo>
                  <a:pt x="158" y="1203"/>
                </a:lnTo>
                <a:lnTo>
                  <a:pt x="159" y="1203"/>
                </a:lnTo>
                <a:lnTo>
                  <a:pt x="160" y="1202"/>
                </a:lnTo>
                <a:lnTo>
                  <a:pt x="160" y="1201"/>
                </a:lnTo>
                <a:lnTo>
                  <a:pt x="160" y="1199"/>
                </a:lnTo>
                <a:lnTo>
                  <a:pt x="160" y="1198"/>
                </a:lnTo>
                <a:lnTo>
                  <a:pt x="161" y="1197"/>
                </a:lnTo>
                <a:lnTo>
                  <a:pt x="162" y="1197"/>
                </a:lnTo>
                <a:lnTo>
                  <a:pt x="163" y="1197"/>
                </a:lnTo>
                <a:lnTo>
                  <a:pt x="163" y="1196"/>
                </a:lnTo>
                <a:lnTo>
                  <a:pt x="163" y="1195"/>
                </a:lnTo>
                <a:lnTo>
                  <a:pt x="164" y="1195"/>
                </a:lnTo>
                <a:lnTo>
                  <a:pt x="164" y="1193"/>
                </a:lnTo>
                <a:lnTo>
                  <a:pt x="164" y="1191"/>
                </a:lnTo>
                <a:lnTo>
                  <a:pt x="165" y="1191"/>
                </a:lnTo>
                <a:lnTo>
                  <a:pt x="165" y="1190"/>
                </a:lnTo>
                <a:lnTo>
                  <a:pt x="165" y="1189"/>
                </a:lnTo>
                <a:lnTo>
                  <a:pt x="165" y="1187"/>
                </a:lnTo>
                <a:lnTo>
                  <a:pt x="164" y="1186"/>
                </a:lnTo>
                <a:lnTo>
                  <a:pt x="164" y="1185"/>
                </a:lnTo>
                <a:lnTo>
                  <a:pt x="163" y="1185"/>
                </a:lnTo>
                <a:lnTo>
                  <a:pt x="163" y="1183"/>
                </a:lnTo>
                <a:lnTo>
                  <a:pt x="163" y="1182"/>
                </a:lnTo>
                <a:lnTo>
                  <a:pt x="165" y="1181"/>
                </a:lnTo>
                <a:lnTo>
                  <a:pt x="166" y="1181"/>
                </a:lnTo>
                <a:lnTo>
                  <a:pt x="166" y="1180"/>
                </a:lnTo>
                <a:lnTo>
                  <a:pt x="166" y="1179"/>
                </a:lnTo>
                <a:lnTo>
                  <a:pt x="167" y="1177"/>
                </a:lnTo>
                <a:lnTo>
                  <a:pt x="167" y="1176"/>
                </a:lnTo>
                <a:lnTo>
                  <a:pt x="168" y="1176"/>
                </a:lnTo>
                <a:lnTo>
                  <a:pt x="168" y="1175"/>
                </a:lnTo>
                <a:lnTo>
                  <a:pt x="169" y="1175"/>
                </a:lnTo>
                <a:lnTo>
                  <a:pt x="169" y="1174"/>
                </a:lnTo>
                <a:lnTo>
                  <a:pt x="170" y="1173"/>
                </a:lnTo>
                <a:lnTo>
                  <a:pt x="169" y="1171"/>
                </a:lnTo>
                <a:lnTo>
                  <a:pt x="168" y="1169"/>
                </a:lnTo>
                <a:lnTo>
                  <a:pt x="168" y="1167"/>
                </a:lnTo>
                <a:lnTo>
                  <a:pt x="168" y="1165"/>
                </a:lnTo>
                <a:lnTo>
                  <a:pt x="169" y="1165"/>
                </a:lnTo>
                <a:lnTo>
                  <a:pt x="171" y="1165"/>
                </a:lnTo>
                <a:lnTo>
                  <a:pt x="172" y="1165"/>
                </a:lnTo>
                <a:lnTo>
                  <a:pt x="173" y="1165"/>
                </a:lnTo>
                <a:lnTo>
                  <a:pt x="174" y="1165"/>
                </a:lnTo>
                <a:lnTo>
                  <a:pt x="175" y="1165"/>
                </a:lnTo>
                <a:lnTo>
                  <a:pt x="175" y="1164"/>
                </a:lnTo>
                <a:lnTo>
                  <a:pt x="176" y="1165"/>
                </a:lnTo>
                <a:lnTo>
                  <a:pt x="177" y="1165"/>
                </a:lnTo>
                <a:lnTo>
                  <a:pt x="178" y="1165"/>
                </a:lnTo>
                <a:lnTo>
                  <a:pt x="179" y="1162"/>
                </a:lnTo>
                <a:lnTo>
                  <a:pt x="180" y="1162"/>
                </a:lnTo>
                <a:lnTo>
                  <a:pt x="180" y="1161"/>
                </a:lnTo>
                <a:lnTo>
                  <a:pt x="180" y="1160"/>
                </a:lnTo>
                <a:lnTo>
                  <a:pt x="181" y="1160"/>
                </a:lnTo>
                <a:lnTo>
                  <a:pt x="182" y="1159"/>
                </a:lnTo>
                <a:lnTo>
                  <a:pt x="182" y="1158"/>
                </a:lnTo>
                <a:lnTo>
                  <a:pt x="182" y="1157"/>
                </a:lnTo>
                <a:lnTo>
                  <a:pt x="182" y="1156"/>
                </a:lnTo>
                <a:lnTo>
                  <a:pt x="181" y="1155"/>
                </a:lnTo>
                <a:lnTo>
                  <a:pt x="180" y="1155"/>
                </a:lnTo>
                <a:lnTo>
                  <a:pt x="180" y="1154"/>
                </a:lnTo>
                <a:lnTo>
                  <a:pt x="180" y="1153"/>
                </a:lnTo>
                <a:lnTo>
                  <a:pt x="180" y="1152"/>
                </a:lnTo>
                <a:lnTo>
                  <a:pt x="179" y="1151"/>
                </a:lnTo>
                <a:lnTo>
                  <a:pt x="178" y="1151"/>
                </a:lnTo>
                <a:lnTo>
                  <a:pt x="178" y="1149"/>
                </a:lnTo>
                <a:lnTo>
                  <a:pt x="178" y="1148"/>
                </a:lnTo>
                <a:lnTo>
                  <a:pt x="179" y="1147"/>
                </a:lnTo>
                <a:lnTo>
                  <a:pt x="178" y="1147"/>
                </a:lnTo>
                <a:lnTo>
                  <a:pt x="178" y="1146"/>
                </a:lnTo>
                <a:lnTo>
                  <a:pt x="177" y="1146"/>
                </a:lnTo>
                <a:lnTo>
                  <a:pt x="177" y="1141"/>
                </a:lnTo>
                <a:lnTo>
                  <a:pt x="176" y="1140"/>
                </a:lnTo>
                <a:lnTo>
                  <a:pt x="175" y="1138"/>
                </a:lnTo>
                <a:lnTo>
                  <a:pt x="175" y="1137"/>
                </a:lnTo>
                <a:lnTo>
                  <a:pt x="174" y="1137"/>
                </a:lnTo>
                <a:lnTo>
                  <a:pt x="172" y="1135"/>
                </a:lnTo>
                <a:lnTo>
                  <a:pt x="171" y="1136"/>
                </a:lnTo>
                <a:lnTo>
                  <a:pt x="171" y="1138"/>
                </a:lnTo>
                <a:lnTo>
                  <a:pt x="169" y="1138"/>
                </a:lnTo>
                <a:lnTo>
                  <a:pt x="168" y="1138"/>
                </a:lnTo>
                <a:lnTo>
                  <a:pt x="167" y="1138"/>
                </a:lnTo>
                <a:lnTo>
                  <a:pt x="166" y="1137"/>
                </a:lnTo>
                <a:lnTo>
                  <a:pt x="166" y="1136"/>
                </a:lnTo>
                <a:lnTo>
                  <a:pt x="167" y="1135"/>
                </a:lnTo>
                <a:lnTo>
                  <a:pt x="167" y="1134"/>
                </a:lnTo>
                <a:lnTo>
                  <a:pt x="168" y="1134"/>
                </a:lnTo>
                <a:lnTo>
                  <a:pt x="168" y="1133"/>
                </a:lnTo>
                <a:lnTo>
                  <a:pt x="169" y="1131"/>
                </a:lnTo>
                <a:lnTo>
                  <a:pt x="169" y="1130"/>
                </a:lnTo>
                <a:lnTo>
                  <a:pt x="169" y="1129"/>
                </a:lnTo>
                <a:lnTo>
                  <a:pt x="170" y="1129"/>
                </a:lnTo>
                <a:lnTo>
                  <a:pt x="171" y="1129"/>
                </a:lnTo>
                <a:lnTo>
                  <a:pt x="171" y="1128"/>
                </a:lnTo>
                <a:lnTo>
                  <a:pt x="172" y="1128"/>
                </a:lnTo>
                <a:lnTo>
                  <a:pt x="172" y="1127"/>
                </a:lnTo>
                <a:lnTo>
                  <a:pt x="173" y="1127"/>
                </a:lnTo>
                <a:lnTo>
                  <a:pt x="173" y="1128"/>
                </a:lnTo>
                <a:lnTo>
                  <a:pt x="174" y="1129"/>
                </a:lnTo>
                <a:lnTo>
                  <a:pt x="177" y="1130"/>
                </a:lnTo>
                <a:lnTo>
                  <a:pt x="178" y="1130"/>
                </a:lnTo>
                <a:lnTo>
                  <a:pt x="178" y="1129"/>
                </a:lnTo>
                <a:lnTo>
                  <a:pt x="179" y="1129"/>
                </a:lnTo>
                <a:lnTo>
                  <a:pt x="180" y="1129"/>
                </a:lnTo>
                <a:lnTo>
                  <a:pt x="180" y="1130"/>
                </a:lnTo>
                <a:lnTo>
                  <a:pt x="181" y="1131"/>
                </a:lnTo>
                <a:lnTo>
                  <a:pt x="181" y="1133"/>
                </a:lnTo>
                <a:lnTo>
                  <a:pt x="181" y="1134"/>
                </a:lnTo>
                <a:lnTo>
                  <a:pt x="181" y="1135"/>
                </a:lnTo>
                <a:lnTo>
                  <a:pt x="182" y="1136"/>
                </a:lnTo>
                <a:lnTo>
                  <a:pt x="183" y="1136"/>
                </a:lnTo>
                <a:lnTo>
                  <a:pt x="184" y="1135"/>
                </a:lnTo>
                <a:lnTo>
                  <a:pt x="185" y="1134"/>
                </a:lnTo>
                <a:lnTo>
                  <a:pt x="187" y="1133"/>
                </a:lnTo>
                <a:lnTo>
                  <a:pt x="188" y="1133"/>
                </a:lnTo>
                <a:lnTo>
                  <a:pt x="189" y="1134"/>
                </a:lnTo>
                <a:lnTo>
                  <a:pt x="189" y="1135"/>
                </a:lnTo>
                <a:lnTo>
                  <a:pt x="191" y="1136"/>
                </a:lnTo>
                <a:lnTo>
                  <a:pt x="192" y="1137"/>
                </a:lnTo>
                <a:lnTo>
                  <a:pt x="195" y="1136"/>
                </a:lnTo>
                <a:lnTo>
                  <a:pt x="196" y="1136"/>
                </a:lnTo>
                <a:lnTo>
                  <a:pt x="197" y="1135"/>
                </a:lnTo>
                <a:lnTo>
                  <a:pt x="198" y="1135"/>
                </a:lnTo>
                <a:lnTo>
                  <a:pt x="198" y="1133"/>
                </a:lnTo>
                <a:lnTo>
                  <a:pt x="198" y="1132"/>
                </a:lnTo>
                <a:lnTo>
                  <a:pt x="198" y="1131"/>
                </a:lnTo>
                <a:lnTo>
                  <a:pt x="199" y="1131"/>
                </a:lnTo>
                <a:lnTo>
                  <a:pt x="200" y="1131"/>
                </a:lnTo>
                <a:lnTo>
                  <a:pt x="201" y="1130"/>
                </a:lnTo>
                <a:lnTo>
                  <a:pt x="201" y="1129"/>
                </a:lnTo>
                <a:lnTo>
                  <a:pt x="202" y="1129"/>
                </a:lnTo>
                <a:lnTo>
                  <a:pt x="201" y="1129"/>
                </a:lnTo>
                <a:lnTo>
                  <a:pt x="201" y="1128"/>
                </a:lnTo>
                <a:lnTo>
                  <a:pt x="200" y="1128"/>
                </a:lnTo>
                <a:lnTo>
                  <a:pt x="200" y="1127"/>
                </a:lnTo>
                <a:lnTo>
                  <a:pt x="201" y="1127"/>
                </a:lnTo>
                <a:lnTo>
                  <a:pt x="201" y="1126"/>
                </a:lnTo>
                <a:lnTo>
                  <a:pt x="201" y="1125"/>
                </a:lnTo>
                <a:lnTo>
                  <a:pt x="201" y="1124"/>
                </a:lnTo>
                <a:lnTo>
                  <a:pt x="201" y="1123"/>
                </a:lnTo>
                <a:lnTo>
                  <a:pt x="201" y="1121"/>
                </a:lnTo>
                <a:lnTo>
                  <a:pt x="201" y="1120"/>
                </a:lnTo>
                <a:lnTo>
                  <a:pt x="200" y="1120"/>
                </a:lnTo>
                <a:lnTo>
                  <a:pt x="198" y="1119"/>
                </a:lnTo>
                <a:lnTo>
                  <a:pt x="198" y="1118"/>
                </a:lnTo>
                <a:lnTo>
                  <a:pt x="199" y="1117"/>
                </a:lnTo>
                <a:lnTo>
                  <a:pt x="200" y="1116"/>
                </a:lnTo>
                <a:lnTo>
                  <a:pt x="202" y="1115"/>
                </a:lnTo>
                <a:lnTo>
                  <a:pt x="203" y="1115"/>
                </a:lnTo>
                <a:lnTo>
                  <a:pt x="204" y="1114"/>
                </a:lnTo>
                <a:lnTo>
                  <a:pt x="204" y="1113"/>
                </a:lnTo>
                <a:lnTo>
                  <a:pt x="204" y="1111"/>
                </a:lnTo>
                <a:lnTo>
                  <a:pt x="202" y="1110"/>
                </a:lnTo>
                <a:lnTo>
                  <a:pt x="202" y="1109"/>
                </a:lnTo>
                <a:lnTo>
                  <a:pt x="201" y="1110"/>
                </a:lnTo>
                <a:lnTo>
                  <a:pt x="201" y="1111"/>
                </a:lnTo>
                <a:lnTo>
                  <a:pt x="200" y="1111"/>
                </a:lnTo>
                <a:lnTo>
                  <a:pt x="200" y="1110"/>
                </a:lnTo>
                <a:lnTo>
                  <a:pt x="200" y="1109"/>
                </a:lnTo>
                <a:lnTo>
                  <a:pt x="199" y="1109"/>
                </a:lnTo>
                <a:lnTo>
                  <a:pt x="199" y="1110"/>
                </a:lnTo>
                <a:lnTo>
                  <a:pt x="198" y="1110"/>
                </a:lnTo>
                <a:lnTo>
                  <a:pt x="197" y="1110"/>
                </a:lnTo>
                <a:lnTo>
                  <a:pt x="197" y="1109"/>
                </a:lnTo>
                <a:lnTo>
                  <a:pt x="198" y="1109"/>
                </a:lnTo>
                <a:lnTo>
                  <a:pt x="198" y="1108"/>
                </a:lnTo>
                <a:lnTo>
                  <a:pt x="197" y="1108"/>
                </a:lnTo>
                <a:lnTo>
                  <a:pt x="196" y="1108"/>
                </a:lnTo>
                <a:lnTo>
                  <a:pt x="195" y="1108"/>
                </a:lnTo>
                <a:lnTo>
                  <a:pt x="195" y="1109"/>
                </a:lnTo>
                <a:lnTo>
                  <a:pt x="194" y="1109"/>
                </a:lnTo>
                <a:lnTo>
                  <a:pt x="194" y="1108"/>
                </a:lnTo>
                <a:lnTo>
                  <a:pt x="193" y="1107"/>
                </a:lnTo>
                <a:lnTo>
                  <a:pt x="192" y="1106"/>
                </a:lnTo>
                <a:lnTo>
                  <a:pt x="192" y="1107"/>
                </a:lnTo>
                <a:lnTo>
                  <a:pt x="191" y="1107"/>
                </a:lnTo>
                <a:lnTo>
                  <a:pt x="190" y="1107"/>
                </a:lnTo>
                <a:lnTo>
                  <a:pt x="190" y="1106"/>
                </a:lnTo>
                <a:lnTo>
                  <a:pt x="190" y="1105"/>
                </a:lnTo>
                <a:lnTo>
                  <a:pt x="189" y="1104"/>
                </a:lnTo>
                <a:lnTo>
                  <a:pt x="189" y="1103"/>
                </a:lnTo>
                <a:lnTo>
                  <a:pt x="188" y="1103"/>
                </a:lnTo>
                <a:lnTo>
                  <a:pt x="188" y="1102"/>
                </a:lnTo>
                <a:lnTo>
                  <a:pt x="188" y="1101"/>
                </a:lnTo>
                <a:lnTo>
                  <a:pt x="188" y="1099"/>
                </a:lnTo>
                <a:lnTo>
                  <a:pt x="187" y="1099"/>
                </a:lnTo>
                <a:lnTo>
                  <a:pt x="187" y="1098"/>
                </a:lnTo>
                <a:lnTo>
                  <a:pt x="186" y="1096"/>
                </a:lnTo>
                <a:lnTo>
                  <a:pt x="187" y="1096"/>
                </a:lnTo>
                <a:lnTo>
                  <a:pt x="187" y="1095"/>
                </a:lnTo>
                <a:lnTo>
                  <a:pt x="186" y="1094"/>
                </a:lnTo>
                <a:lnTo>
                  <a:pt x="185" y="1094"/>
                </a:lnTo>
                <a:lnTo>
                  <a:pt x="184" y="1094"/>
                </a:lnTo>
                <a:lnTo>
                  <a:pt x="184" y="1095"/>
                </a:lnTo>
                <a:lnTo>
                  <a:pt x="182" y="1094"/>
                </a:lnTo>
                <a:lnTo>
                  <a:pt x="182" y="1093"/>
                </a:lnTo>
                <a:lnTo>
                  <a:pt x="183" y="1092"/>
                </a:lnTo>
                <a:lnTo>
                  <a:pt x="184" y="1092"/>
                </a:lnTo>
                <a:lnTo>
                  <a:pt x="184" y="1091"/>
                </a:lnTo>
                <a:lnTo>
                  <a:pt x="183" y="1091"/>
                </a:lnTo>
                <a:lnTo>
                  <a:pt x="182" y="1092"/>
                </a:lnTo>
                <a:lnTo>
                  <a:pt x="181" y="1092"/>
                </a:lnTo>
                <a:lnTo>
                  <a:pt x="181" y="1091"/>
                </a:lnTo>
                <a:lnTo>
                  <a:pt x="181" y="1090"/>
                </a:lnTo>
                <a:lnTo>
                  <a:pt x="180" y="1090"/>
                </a:lnTo>
                <a:lnTo>
                  <a:pt x="180" y="1089"/>
                </a:lnTo>
                <a:lnTo>
                  <a:pt x="180" y="1090"/>
                </a:lnTo>
                <a:lnTo>
                  <a:pt x="179" y="1090"/>
                </a:lnTo>
                <a:lnTo>
                  <a:pt x="178" y="1089"/>
                </a:lnTo>
                <a:lnTo>
                  <a:pt x="179" y="1088"/>
                </a:lnTo>
                <a:lnTo>
                  <a:pt x="179" y="1087"/>
                </a:lnTo>
                <a:lnTo>
                  <a:pt x="178" y="1087"/>
                </a:lnTo>
                <a:lnTo>
                  <a:pt x="177" y="1087"/>
                </a:lnTo>
                <a:lnTo>
                  <a:pt x="176" y="1086"/>
                </a:lnTo>
                <a:lnTo>
                  <a:pt x="175" y="1087"/>
                </a:lnTo>
                <a:lnTo>
                  <a:pt x="174" y="1088"/>
                </a:lnTo>
                <a:lnTo>
                  <a:pt x="174" y="1087"/>
                </a:lnTo>
                <a:lnTo>
                  <a:pt x="173" y="1086"/>
                </a:lnTo>
                <a:lnTo>
                  <a:pt x="172" y="1086"/>
                </a:lnTo>
                <a:lnTo>
                  <a:pt x="171" y="1085"/>
                </a:lnTo>
                <a:lnTo>
                  <a:pt x="170" y="1085"/>
                </a:lnTo>
                <a:lnTo>
                  <a:pt x="169" y="1085"/>
                </a:lnTo>
                <a:lnTo>
                  <a:pt x="169" y="1084"/>
                </a:lnTo>
                <a:lnTo>
                  <a:pt x="169" y="1082"/>
                </a:lnTo>
                <a:lnTo>
                  <a:pt x="168" y="1082"/>
                </a:lnTo>
                <a:lnTo>
                  <a:pt x="167" y="1082"/>
                </a:lnTo>
                <a:lnTo>
                  <a:pt x="166" y="1082"/>
                </a:lnTo>
                <a:lnTo>
                  <a:pt x="165" y="1081"/>
                </a:lnTo>
                <a:lnTo>
                  <a:pt x="165" y="1080"/>
                </a:lnTo>
                <a:lnTo>
                  <a:pt x="164" y="1079"/>
                </a:lnTo>
                <a:lnTo>
                  <a:pt x="164" y="1080"/>
                </a:lnTo>
                <a:lnTo>
                  <a:pt x="163" y="1080"/>
                </a:lnTo>
                <a:lnTo>
                  <a:pt x="162" y="1080"/>
                </a:lnTo>
                <a:lnTo>
                  <a:pt x="162" y="1078"/>
                </a:lnTo>
                <a:lnTo>
                  <a:pt x="161" y="1078"/>
                </a:lnTo>
                <a:lnTo>
                  <a:pt x="160" y="1078"/>
                </a:lnTo>
                <a:lnTo>
                  <a:pt x="159" y="1078"/>
                </a:lnTo>
                <a:lnTo>
                  <a:pt x="159" y="1079"/>
                </a:lnTo>
                <a:lnTo>
                  <a:pt x="158" y="1080"/>
                </a:lnTo>
                <a:lnTo>
                  <a:pt x="157" y="1080"/>
                </a:lnTo>
                <a:lnTo>
                  <a:pt x="157" y="1079"/>
                </a:lnTo>
                <a:lnTo>
                  <a:pt x="156" y="1079"/>
                </a:lnTo>
                <a:lnTo>
                  <a:pt x="155" y="1079"/>
                </a:lnTo>
                <a:lnTo>
                  <a:pt x="155" y="1080"/>
                </a:lnTo>
                <a:lnTo>
                  <a:pt x="154" y="1080"/>
                </a:lnTo>
                <a:lnTo>
                  <a:pt x="153" y="1080"/>
                </a:lnTo>
                <a:lnTo>
                  <a:pt x="151" y="1080"/>
                </a:lnTo>
                <a:lnTo>
                  <a:pt x="151" y="1081"/>
                </a:lnTo>
                <a:lnTo>
                  <a:pt x="150" y="1081"/>
                </a:lnTo>
                <a:lnTo>
                  <a:pt x="150" y="1082"/>
                </a:lnTo>
                <a:lnTo>
                  <a:pt x="150" y="1083"/>
                </a:lnTo>
                <a:lnTo>
                  <a:pt x="149" y="1083"/>
                </a:lnTo>
                <a:lnTo>
                  <a:pt x="148" y="1083"/>
                </a:lnTo>
                <a:lnTo>
                  <a:pt x="148" y="1082"/>
                </a:lnTo>
                <a:lnTo>
                  <a:pt x="148" y="1081"/>
                </a:lnTo>
                <a:lnTo>
                  <a:pt x="147" y="1080"/>
                </a:lnTo>
                <a:lnTo>
                  <a:pt x="147" y="1081"/>
                </a:lnTo>
                <a:lnTo>
                  <a:pt x="146" y="1081"/>
                </a:lnTo>
                <a:lnTo>
                  <a:pt x="145" y="1082"/>
                </a:lnTo>
                <a:lnTo>
                  <a:pt x="144" y="1082"/>
                </a:lnTo>
                <a:lnTo>
                  <a:pt x="143" y="1082"/>
                </a:lnTo>
                <a:lnTo>
                  <a:pt x="141" y="1081"/>
                </a:lnTo>
                <a:lnTo>
                  <a:pt x="140" y="1081"/>
                </a:lnTo>
                <a:lnTo>
                  <a:pt x="139" y="1081"/>
                </a:lnTo>
                <a:lnTo>
                  <a:pt x="138" y="1081"/>
                </a:lnTo>
                <a:lnTo>
                  <a:pt x="138" y="1080"/>
                </a:lnTo>
                <a:lnTo>
                  <a:pt x="139" y="1078"/>
                </a:lnTo>
                <a:lnTo>
                  <a:pt x="140" y="1078"/>
                </a:lnTo>
                <a:lnTo>
                  <a:pt x="140" y="1076"/>
                </a:lnTo>
                <a:lnTo>
                  <a:pt x="139" y="1075"/>
                </a:lnTo>
                <a:lnTo>
                  <a:pt x="139" y="1074"/>
                </a:lnTo>
                <a:lnTo>
                  <a:pt x="139" y="1073"/>
                </a:lnTo>
                <a:lnTo>
                  <a:pt x="140" y="1073"/>
                </a:lnTo>
                <a:lnTo>
                  <a:pt x="140" y="1072"/>
                </a:lnTo>
                <a:lnTo>
                  <a:pt x="140" y="1071"/>
                </a:lnTo>
                <a:lnTo>
                  <a:pt x="139" y="1071"/>
                </a:lnTo>
                <a:lnTo>
                  <a:pt x="139" y="1070"/>
                </a:lnTo>
                <a:lnTo>
                  <a:pt x="138" y="1070"/>
                </a:lnTo>
                <a:lnTo>
                  <a:pt x="138" y="1069"/>
                </a:lnTo>
                <a:lnTo>
                  <a:pt x="137" y="1069"/>
                </a:lnTo>
                <a:lnTo>
                  <a:pt x="136" y="1069"/>
                </a:lnTo>
                <a:lnTo>
                  <a:pt x="135" y="1069"/>
                </a:lnTo>
                <a:lnTo>
                  <a:pt x="135" y="1068"/>
                </a:lnTo>
                <a:lnTo>
                  <a:pt x="134" y="1068"/>
                </a:lnTo>
                <a:lnTo>
                  <a:pt x="134" y="1067"/>
                </a:lnTo>
                <a:lnTo>
                  <a:pt x="135" y="1067"/>
                </a:lnTo>
                <a:lnTo>
                  <a:pt x="135" y="1066"/>
                </a:lnTo>
                <a:lnTo>
                  <a:pt x="136" y="1066"/>
                </a:lnTo>
                <a:lnTo>
                  <a:pt x="137" y="1066"/>
                </a:lnTo>
                <a:lnTo>
                  <a:pt x="138" y="1066"/>
                </a:lnTo>
                <a:lnTo>
                  <a:pt x="138" y="1065"/>
                </a:lnTo>
                <a:lnTo>
                  <a:pt x="139" y="1065"/>
                </a:lnTo>
                <a:lnTo>
                  <a:pt x="140" y="1064"/>
                </a:lnTo>
                <a:lnTo>
                  <a:pt x="140" y="1063"/>
                </a:lnTo>
                <a:lnTo>
                  <a:pt x="141" y="1062"/>
                </a:lnTo>
                <a:lnTo>
                  <a:pt x="141" y="1061"/>
                </a:lnTo>
                <a:lnTo>
                  <a:pt x="143" y="1061"/>
                </a:lnTo>
                <a:lnTo>
                  <a:pt x="144" y="1061"/>
                </a:lnTo>
                <a:lnTo>
                  <a:pt x="144" y="1062"/>
                </a:lnTo>
                <a:lnTo>
                  <a:pt x="145" y="1062"/>
                </a:lnTo>
                <a:lnTo>
                  <a:pt x="145" y="1061"/>
                </a:lnTo>
                <a:lnTo>
                  <a:pt x="146" y="1060"/>
                </a:lnTo>
                <a:lnTo>
                  <a:pt x="146" y="1059"/>
                </a:lnTo>
                <a:lnTo>
                  <a:pt x="147" y="1058"/>
                </a:lnTo>
                <a:lnTo>
                  <a:pt x="147" y="1059"/>
                </a:lnTo>
                <a:lnTo>
                  <a:pt x="148" y="1059"/>
                </a:lnTo>
                <a:lnTo>
                  <a:pt x="148" y="1060"/>
                </a:lnTo>
                <a:lnTo>
                  <a:pt x="149" y="1059"/>
                </a:lnTo>
                <a:lnTo>
                  <a:pt x="150" y="1056"/>
                </a:lnTo>
                <a:lnTo>
                  <a:pt x="151" y="1056"/>
                </a:lnTo>
                <a:lnTo>
                  <a:pt x="152" y="1056"/>
                </a:lnTo>
                <a:lnTo>
                  <a:pt x="153" y="1055"/>
                </a:lnTo>
                <a:lnTo>
                  <a:pt x="153" y="1054"/>
                </a:lnTo>
                <a:lnTo>
                  <a:pt x="153" y="1053"/>
                </a:lnTo>
                <a:lnTo>
                  <a:pt x="153" y="1052"/>
                </a:lnTo>
                <a:lnTo>
                  <a:pt x="154" y="1052"/>
                </a:lnTo>
                <a:lnTo>
                  <a:pt x="154" y="1053"/>
                </a:lnTo>
                <a:lnTo>
                  <a:pt x="157" y="1056"/>
                </a:lnTo>
                <a:lnTo>
                  <a:pt x="158" y="1056"/>
                </a:lnTo>
                <a:lnTo>
                  <a:pt x="160" y="1056"/>
                </a:lnTo>
                <a:lnTo>
                  <a:pt x="161" y="1055"/>
                </a:lnTo>
                <a:lnTo>
                  <a:pt x="162" y="1053"/>
                </a:lnTo>
                <a:lnTo>
                  <a:pt x="161" y="1053"/>
                </a:lnTo>
                <a:lnTo>
                  <a:pt x="161" y="1052"/>
                </a:lnTo>
                <a:lnTo>
                  <a:pt x="160" y="1052"/>
                </a:lnTo>
                <a:lnTo>
                  <a:pt x="160" y="1051"/>
                </a:lnTo>
                <a:lnTo>
                  <a:pt x="158" y="1050"/>
                </a:lnTo>
                <a:lnTo>
                  <a:pt x="158" y="1049"/>
                </a:lnTo>
                <a:lnTo>
                  <a:pt x="158" y="1048"/>
                </a:lnTo>
                <a:lnTo>
                  <a:pt x="159" y="1047"/>
                </a:lnTo>
                <a:lnTo>
                  <a:pt x="159" y="1046"/>
                </a:lnTo>
                <a:lnTo>
                  <a:pt x="158" y="1046"/>
                </a:lnTo>
                <a:lnTo>
                  <a:pt x="158" y="1045"/>
                </a:lnTo>
                <a:lnTo>
                  <a:pt x="158" y="1044"/>
                </a:lnTo>
                <a:lnTo>
                  <a:pt x="159" y="1042"/>
                </a:lnTo>
                <a:lnTo>
                  <a:pt x="159" y="1041"/>
                </a:lnTo>
                <a:lnTo>
                  <a:pt x="160" y="1040"/>
                </a:lnTo>
                <a:lnTo>
                  <a:pt x="161" y="1040"/>
                </a:lnTo>
                <a:lnTo>
                  <a:pt x="161" y="1041"/>
                </a:lnTo>
                <a:lnTo>
                  <a:pt x="162" y="1041"/>
                </a:lnTo>
                <a:lnTo>
                  <a:pt x="163" y="1040"/>
                </a:lnTo>
                <a:lnTo>
                  <a:pt x="164" y="1039"/>
                </a:lnTo>
                <a:lnTo>
                  <a:pt x="164" y="1038"/>
                </a:lnTo>
                <a:lnTo>
                  <a:pt x="165" y="1038"/>
                </a:lnTo>
                <a:lnTo>
                  <a:pt x="165" y="1037"/>
                </a:lnTo>
                <a:lnTo>
                  <a:pt x="166" y="1037"/>
                </a:lnTo>
                <a:lnTo>
                  <a:pt x="166" y="1036"/>
                </a:lnTo>
                <a:lnTo>
                  <a:pt x="166" y="1035"/>
                </a:lnTo>
                <a:lnTo>
                  <a:pt x="165" y="1035"/>
                </a:lnTo>
                <a:lnTo>
                  <a:pt x="165" y="1034"/>
                </a:lnTo>
                <a:lnTo>
                  <a:pt x="166" y="1033"/>
                </a:lnTo>
                <a:lnTo>
                  <a:pt x="167" y="1034"/>
                </a:lnTo>
                <a:lnTo>
                  <a:pt x="168" y="1034"/>
                </a:lnTo>
                <a:lnTo>
                  <a:pt x="169" y="1034"/>
                </a:lnTo>
                <a:lnTo>
                  <a:pt x="170" y="1033"/>
                </a:lnTo>
                <a:lnTo>
                  <a:pt x="171" y="1033"/>
                </a:lnTo>
                <a:lnTo>
                  <a:pt x="172" y="1033"/>
                </a:lnTo>
                <a:lnTo>
                  <a:pt x="173" y="1033"/>
                </a:lnTo>
                <a:lnTo>
                  <a:pt x="174" y="1033"/>
                </a:lnTo>
                <a:lnTo>
                  <a:pt x="174" y="1032"/>
                </a:lnTo>
                <a:lnTo>
                  <a:pt x="174" y="1031"/>
                </a:lnTo>
                <a:lnTo>
                  <a:pt x="174" y="1030"/>
                </a:lnTo>
                <a:lnTo>
                  <a:pt x="175" y="1029"/>
                </a:lnTo>
                <a:lnTo>
                  <a:pt x="176" y="1029"/>
                </a:lnTo>
                <a:lnTo>
                  <a:pt x="177" y="1029"/>
                </a:lnTo>
                <a:lnTo>
                  <a:pt x="178" y="1029"/>
                </a:lnTo>
                <a:lnTo>
                  <a:pt x="178" y="1028"/>
                </a:lnTo>
                <a:lnTo>
                  <a:pt x="179" y="1027"/>
                </a:lnTo>
                <a:lnTo>
                  <a:pt x="179" y="1026"/>
                </a:lnTo>
                <a:lnTo>
                  <a:pt x="179" y="1024"/>
                </a:lnTo>
                <a:lnTo>
                  <a:pt x="178" y="1023"/>
                </a:lnTo>
                <a:lnTo>
                  <a:pt x="177" y="1023"/>
                </a:lnTo>
                <a:lnTo>
                  <a:pt x="177" y="1022"/>
                </a:lnTo>
                <a:lnTo>
                  <a:pt x="177" y="1021"/>
                </a:lnTo>
                <a:lnTo>
                  <a:pt x="177" y="1020"/>
                </a:lnTo>
                <a:lnTo>
                  <a:pt x="176" y="1020"/>
                </a:lnTo>
                <a:lnTo>
                  <a:pt x="175" y="1019"/>
                </a:lnTo>
                <a:lnTo>
                  <a:pt x="174" y="1017"/>
                </a:lnTo>
                <a:lnTo>
                  <a:pt x="174" y="1016"/>
                </a:lnTo>
                <a:lnTo>
                  <a:pt x="175" y="1016"/>
                </a:lnTo>
                <a:lnTo>
                  <a:pt x="176" y="1015"/>
                </a:lnTo>
                <a:lnTo>
                  <a:pt x="176" y="1014"/>
                </a:lnTo>
                <a:lnTo>
                  <a:pt x="175" y="1013"/>
                </a:lnTo>
                <a:lnTo>
                  <a:pt x="176" y="1012"/>
                </a:lnTo>
                <a:lnTo>
                  <a:pt x="175" y="1010"/>
                </a:lnTo>
                <a:lnTo>
                  <a:pt x="175" y="1009"/>
                </a:lnTo>
                <a:lnTo>
                  <a:pt x="174" y="1009"/>
                </a:lnTo>
                <a:lnTo>
                  <a:pt x="174" y="1008"/>
                </a:lnTo>
                <a:lnTo>
                  <a:pt x="173" y="1007"/>
                </a:lnTo>
                <a:lnTo>
                  <a:pt x="172" y="1006"/>
                </a:lnTo>
                <a:lnTo>
                  <a:pt x="171" y="1006"/>
                </a:lnTo>
                <a:lnTo>
                  <a:pt x="170" y="1006"/>
                </a:lnTo>
                <a:lnTo>
                  <a:pt x="170" y="1005"/>
                </a:lnTo>
                <a:lnTo>
                  <a:pt x="168" y="1004"/>
                </a:lnTo>
                <a:lnTo>
                  <a:pt x="168" y="1003"/>
                </a:lnTo>
                <a:lnTo>
                  <a:pt x="167" y="1003"/>
                </a:lnTo>
                <a:lnTo>
                  <a:pt x="167" y="1002"/>
                </a:lnTo>
                <a:lnTo>
                  <a:pt x="168" y="1001"/>
                </a:lnTo>
                <a:lnTo>
                  <a:pt x="168" y="999"/>
                </a:lnTo>
                <a:lnTo>
                  <a:pt x="169" y="997"/>
                </a:lnTo>
                <a:lnTo>
                  <a:pt x="167" y="997"/>
                </a:lnTo>
                <a:lnTo>
                  <a:pt x="166" y="996"/>
                </a:lnTo>
                <a:lnTo>
                  <a:pt x="166" y="995"/>
                </a:lnTo>
                <a:lnTo>
                  <a:pt x="166" y="994"/>
                </a:lnTo>
                <a:lnTo>
                  <a:pt x="165" y="994"/>
                </a:lnTo>
                <a:lnTo>
                  <a:pt x="164" y="993"/>
                </a:lnTo>
                <a:lnTo>
                  <a:pt x="164" y="992"/>
                </a:lnTo>
                <a:lnTo>
                  <a:pt x="164" y="991"/>
                </a:lnTo>
                <a:lnTo>
                  <a:pt x="164" y="990"/>
                </a:lnTo>
                <a:lnTo>
                  <a:pt x="164" y="989"/>
                </a:lnTo>
                <a:lnTo>
                  <a:pt x="164" y="987"/>
                </a:lnTo>
                <a:lnTo>
                  <a:pt x="163" y="987"/>
                </a:lnTo>
                <a:lnTo>
                  <a:pt x="163" y="986"/>
                </a:lnTo>
                <a:lnTo>
                  <a:pt x="163" y="985"/>
                </a:lnTo>
                <a:lnTo>
                  <a:pt x="162" y="985"/>
                </a:lnTo>
                <a:lnTo>
                  <a:pt x="163" y="984"/>
                </a:lnTo>
                <a:lnTo>
                  <a:pt x="163" y="983"/>
                </a:lnTo>
                <a:lnTo>
                  <a:pt x="164" y="983"/>
                </a:lnTo>
                <a:lnTo>
                  <a:pt x="165" y="983"/>
                </a:lnTo>
                <a:lnTo>
                  <a:pt x="165" y="982"/>
                </a:lnTo>
                <a:lnTo>
                  <a:pt x="165" y="981"/>
                </a:lnTo>
                <a:lnTo>
                  <a:pt x="164" y="981"/>
                </a:lnTo>
                <a:lnTo>
                  <a:pt x="164" y="980"/>
                </a:lnTo>
                <a:lnTo>
                  <a:pt x="164" y="979"/>
                </a:lnTo>
                <a:lnTo>
                  <a:pt x="165" y="979"/>
                </a:lnTo>
                <a:lnTo>
                  <a:pt x="165" y="977"/>
                </a:lnTo>
                <a:lnTo>
                  <a:pt x="164" y="977"/>
                </a:lnTo>
                <a:lnTo>
                  <a:pt x="163" y="976"/>
                </a:lnTo>
                <a:lnTo>
                  <a:pt x="165" y="974"/>
                </a:lnTo>
                <a:lnTo>
                  <a:pt x="166" y="974"/>
                </a:lnTo>
                <a:lnTo>
                  <a:pt x="168" y="974"/>
                </a:lnTo>
                <a:lnTo>
                  <a:pt x="169" y="975"/>
                </a:lnTo>
                <a:lnTo>
                  <a:pt x="170" y="974"/>
                </a:lnTo>
                <a:lnTo>
                  <a:pt x="169" y="973"/>
                </a:lnTo>
                <a:lnTo>
                  <a:pt x="170" y="972"/>
                </a:lnTo>
                <a:lnTo>
                  <a:pt x="170" y="971"/>
                </a:lnTo>
                <a:lnTo>
                  <a:pt x="171" y="970"/>
                </a:lnTo>
                <a:lnTo>
                  <a:pt x="172" y="968"/>
                </a:lnTo>
                <a:lnTo>
                  <a:pt x="172" y="967"/>
                </a:lnTo>
                <a:lnTo>
                  <a:pt x="173" y="967"/>
                </a:lnTo>
                <a:lnTo>
                  <a:pt x="173" y="966"/>
                </a:lnTo>
                <a:lnTo>
                  <a:pt x="172" y="964"/>
                </a:lnTo>
                <a:lnTo>
                  <a:pt x="172" y="963"/>
                </a:lnTo>
                <a:lnTo>
                  <a:pt x="174" y="962"/>
                </a:lnTo>
                <a:lnTo>
                  <a:pt x="175" y="962"/>
                </a:lnTo>
                <a:lnTo>
                  <a:pt x="176" y="963"/>
                </a:lnTo>
                <a:lnTo>
                  <a:pt x="177" y="964"/>
                </a:lnTo>
                <a:lnTo>
                  <a:pt x="177" y="963"/>
                </a:lnTo>
                <a:lnTo>
                  <a:pt x="177" y="962"/>
                </a:lnTo>
                <a:lnTo>
                  <a:pt x="178" y="962"/>
                </a:lnTo>
                <a:lnTo>
                  <a:pt x="179" y="962"/>
                </a:lnTo>
                <a:lnTo>
                  <a:pt x="180" y="962"/>
                </a:lnTo>
                <a:lnTo>
                  <a:pt x="182" y="963"/>
                </a:lnTo>
                <a:lnTo>
                  <a:pt x="183" y="964"/>
                </a:lnTo>
                <a:lnTo>
                  <a:pt x="184" y="965"/>
                </a:lnTo>
                <a:lnTo>
                  <a:pt x="185" y="965"/>
                </a:lnTo>
                <a:lnTo>
                  <a:pt x="185" y="966"/>
                </a:lnTo>
                <a:lnTo>
                  <a:pt x="188" y="966"/>
                </a:lnTo>
                <a:lnTo>
                  <a:pt x="188" y="965"/>
                </a:lnTo>
                <a:lnTo>
                  <a:pt x="189" y="965"/>
                </a:lnTo>
                <a:lnTo>
                  <a:pt x="189" y="964"/>
                </a:lnTo>
                <a:lnTo>
                  <a:pt x="190" y="964"/>
                </a:lnTo>
                <a:lnTo>
                  <a:pt x="191" y="964"/>
                </a:lnTo>
                <a:lnTo>
                  <a:pt x="192" y="966"/>
                </a:lnTo>
                <a:lnTo>
                  <a:pt x="192" y="965"/>
                </a:lnTo>
                <a:lnTo>
                  <a:pt x="193" y="964"/>
                </a:lnTo>
                <a:lnTo>
                  <a:pt x="194" y="964"/>
                </a:lnTo>
                <a:lnTo>
                  <a:pt x="195" y="964"/>
                </a:lnTo>
                <a:lnTo>
                  <a:pt x="197" y="964"/>
                </a:lnTo>
                <a:lnTo>
                  <a:pt x="198" y="964"/>
                </a:lnTo>
                <a:lnTo>
                  <a:pt x="199" y="963"/>
                </a:lnTo>
                <a:lnTo>
                  <a:pt x="199" y="962"/>
                </a:lnTo>
                <a:lnTo>
                  <a:pt x="200" y="961"/>
                </a:lnTo>
                <a:lnTo>
                  <a:pt x="200" y="960"/>
                </a:lnTo>
                <a:lnTo>
                  <a:pt x="201" y="959"/>
                </a:lnTo>
                <a:lnTo>
                  <a:pt x="204" y="959"/>
                </a:lnTo>
                <a:lnTo>
                  <a:pt x="205" y="959"/>
                </a:lnTo>
                <a:lnTo>
                  <a:pt x="206" y="960"/>
                </a:lnTo>
                <a:lnTo>
                  <a:pt x="208" y="960"/>
                </a:lnTo>
                <a:lnTo>
                  <a:pt x="209" y="960"/>
                </a:lnTo>
                <a:lnTo>
                  <a:pt x="209" y="961"/>
                </a:lnTo>
                <a:lnTo>
                  <a:pt x="210" y="961"/>
                </a:lnTo>
                <a:lnTo>
                  <a:pt x="211" y="961"/>
                </a:lnTo>
                <a:lnTo>
                  <a:pt x="212" y="961"/>
                </a:lnTo>
                <a:lnTo>
                  <a:pt x="214" y="961"/>
                </a:lnTo>
                <a:lnTo>
                  <a:pt x="217" y="962"/>
                </a:lnTo>
                <a:lnTo>
                  <a:pt x="218" y="963"/>
                </a:lnTo>
                <a:lnTo>
                  <a:pt x="219" y="963"/>
                </a:lnTo>
                <a:lnTo>
                  <a:pt x="222" y="963"/>
                </a:lnTo>
                <a:lnTo>
                  <a:pt x="223" y="962"/>
                </a:lnTo>
                <a:lnTo>
                  <a:pt x="223" y="961"/>
                </a:lnTo>
                <a:lnTo>
                  <a:pt x="224" y="960"/>
                </a:lnTo>
                <a:lnTo>
                  <a:pt x="225" y="960"/>
                </a:lnTo>
                <a:lnTo>
                  <a:pt x="226" y="960"/>
                </a:lnTo>
                <a:lnTo>
                  <a:pt x="227" y="960"/>
                </a:lnTo>
                <a:lnTo>
                  <a:pt x="228" y="960"/>
                </a:lnTo>
                <a:lnTo>
                  <a:pt x="229" y="960"/>
                </a:lnTo>
                <a:lnTo>
                  <a:pt x="231" y="960"/>
                </a:lnTo>
                <a:lnTo>
                  <a:pt x="232" y="961"/>
                </a:lnTo>
                <a:lnTo>
                  <a:pt x="233" y="961"/>
                </a:lnTo>
                <a:lnTo>
                  <a:pt x="233" y="962"/>
                </a:lnTo>
                <a:lnTo>
                  <a:pt x="233" y="963"/>
                </a:lnTo>
                <a:lnTo>
                  <a:pt x="235" y="964"/>
                </a:lnTo>
                <a:lnTo>
                  <a:pt x="236" y="963"/>
                </a:lnTo>
                <a:lnTo>
                  <a:pt x="236" y="962"/>
                </a:lnTo>
                <a:lnTo>
                  <a:pt x="237" y="962"/>
                </a:lnTo>
                <a:lnTo>
                  <a:pt x="238" y="962"/>
                </a:lnTo>
                <a:lnTo>
                  <a:pt x="238" y="963"/>
                </a:lnTo>
                <a:lnTo>
                  <a:pt x="240" y="965"/>
                </a:lnTo>
                <a:lnTo>
                  <a:pt x="241" y="965"/>
                </a:lnTo>
                <a:lnTo>
                  <a:pt x="241" y="966"/>
                </a:lnTo>
                <a:lnTo>
                  <a:pt x="242" y="966"/>
                </a:lnTo>
                <a:lnTo>
                  <a:pt x="243" y="966"/>
                </a:lnTo>
                <a:lnTo>
                  <a:pt x="243" y="965"/>
                </a:lnTo>
                <a:lnTo>
                  <a:pt x="244" y="965"/>
                </a:lnTo>
                <a:lnTo>
                  <a:pt x="245" y="965"/>
                </a:lnTo>
                <a:lnTo>
                  <a:pt x="246" y="965"/>
                </a:lnTo>
                <a:lnTo>
                  <a:pt x="245" y="965"/>
                </a:lnTo>
                <a:lnTo>
                  <a:pt x="245" y="966"/>
                </a:lnTo>
                <a:lnTo>
                  <a:pt x="245" y="967"/>
                </a:lnTo>
                <a:lnTo>
                  <a:pt x="246" y="967"/>
                </a:lnTo>
                <a:lnTo>
                  <a:pt x="247" y="967"/>
                </a:lnTo>
                <a:lnTo>
                  <a:pt x="248" y="969"/>
                </a:lnTo>
                <a:lnTo>
                  <a:pt x="249" y="971"/>
                </a:lnTo>
                <a:lnTo>
                  <a:pt x="249" y="972"/>
                </a:lnTo>
                <a:lnTo>
                  <a:pt x="249" y="973"/>
                </a:lnTo>
                <a:lnTo>
                  <a:pt x="250" y="973"/>
                </a:lnTo>
                <a:lnTo>
                  <a:pt x="251" y="973"/>
                </a:lnTo>
                <a:lnTo>
                  <a:pt x="252" y="973"/>
                </a:lnTo>
                <a:lnTo>
                  <a:pt x="253" y="973"/>
                </a:lnTo>
                <a:lnTo>
                  <a:pt x="253" y="972"/>
                </a:lnTo>
                <a:lnTo>
                  <a:pt x="253" y="971"/>
                </a:lnTo>
                <a:lnTo>
                  <a:pt x="254" y="970"/>
                </a:lnTo>
                <a:lnTo>
                  <a:pt x="256" y="971"/>
                </a:lnTo>
                <a:lnTo>
                  <a:pt x="255" y="972"/>
                </a:lnTo>
                <a:lnTo>
                  <a:pt x="255" y="973"/>
                </a:lnTo>
                <a:lnTo>
                  <a:pt x="255" y="974"/>
                </a:lnTo>
                <a:lnTo>
                  <a:pt x="256" y="974"/>
                </a:lnTo>
                <a:lnTo>
                  <a:pt x="257" y="974"/>
                </a:lnTo>
                <a:lnTo>
                  <a:pt x="257" y="975"/>
                </a:lnTo>
                <a:lnTo>
                  <a:pt x="258" y="975"/>
                </a:lnTo>
                <a:lnTo>
                  <a:pt x="259" y="975"/>
                </a:lnTo>
                <a:lnTo>
                  <a:pt x="260" y="975"/>
                </a:lnTo>
                <a:lnTo>
                  <a:pt x="261" y="975"/>
                </a:lnTo>
                <a:lnTo>
                  <a:pt x="262" y="975"/>
                </a:lnTo>
                <a:lnTo>
                  <a:pt x="262" y="976"/>
                </a:lnTo>
                <a:lnTo>
                  <a:pt x="263" y="976"/>
                </a:lnTo>
                <a:lnTo>
                  <a:pt x="263" y="977"/>
                </a:lnTo>
                <a:lnTo>
                  <a:pt x="263" y="978"/>
                </a:lnTo>
                <a:lnTo>
                  <a:pt x="263" y="980"/>
                </a:lnTo>
                <a:lnTo>
                  <a:pt x="263" y="981"/>
                </a:lnTo>
                <a:lnTo>
                  <a:pt x="263" y="982"/>
                </a:lnTo>
                <a:lnTo>
                  <a:pt x="262" y="983"/>
                </a:lnTo>
                <a:lnTo>
                  <a:pt x="262" y="984"/>
                </a:lnTo>
                <a:lnTo>
                  <a:pt x="263" y="985"/>
                </a:lnTo>
                <a:lnTo>
                  <a:pt x="264" y="985"/>
                </a:lnTo>
                <a:lnTo>
                  <a:pt x="264" y="986"/>
                </a:lnTo>
                <a:lnTo>
                  <a:pt x="264" y="987"/>
                </a:lnTo>
                <a:lnTo>
                  <a:pt x="265" y="987"/>
                </a:lnTo>
                <a:lnTo>
                  <a:pt x="265" y="988"/>
                </a:lnTo>
                <a:lnTo>
                  <a:pt x="266" y="988"/>
                </a:lnTo>
                <a:lnTo>
                  <a:pt x="267" y="988"/>
                </a:lnTo>
                <a:lnTo>
                  <a:pt x="267" y="989"/>
                </a:lnTo>
                <a:lnTo>
                  <a:pt x="268" y="989"/>
                </a:lnTo>
                <a:lnTo>
                  <a:pt x="268" y="990"/>
                </a:lnTo>
                <a:lnTo>
                  <a:pt x="270" y="990"/>
                </a:lnTo>
                <a:lnTo>
                  <a:pt x="271" y="990"/>
                </a:lnTo>
                <a:lnTo>
                  <a:pt x="272" y="990"/>
                </a:lnTo>
                <a:lnTo>
                  <a:pt x="273" y="991"/>
                </a:lnTo>
                <a:lnTo>
                  <a:pt x="273" y="992"/>
                </a:lnTo>
                <a:lnTo>
                  <a:pt x="274" y="992"/>
                </a:lnTo>
                <a:lnTo>
                  <a:pt x="274" y="991"/>
                </a:lnTo>
                <a:lnTo>
                  <a:pt x="275" y="991"/>
                </a:lnTo>
                <a:lnTo>
                  <a:pt x="276" y="992"/>
                </a:lnTo>
                <a:lnTo>
                  <a:pt x="277" y="992"/>
                </a:lnTo>
                <a:lnTo>
                  <a:pt x="278" y="994"/>
                </a:lnTo>
                <a:lnTo>
                  <a:pt x="278" y="995"/>
                </a:lnTo>
                <a:lnTo>
                  <a:pt x="279" y="997"/>
                </a:lnTo>
                <a:lnTo>
                  <a:pt x="279" y="998"/>
                </a:lnTo>
                <a:lnTo>
                  <a:pt x="279" y="999"/>
                </a:lnTo>
                <a:lnTo>
                  <a:pt x="278" y="1000"/>
                </a:lnTo>
                <a:lnTo>
                  <a:pt x="279" y="1002"/>
                </a:lnTo>
                <a:lnTo>
                  <a:pt x="280" y="1003"/>
                </a:lnTo>
                <a:lnTo>
                  <a:pt x="281" y="1002"/>
                </a:lnTo>
                <a:lnTo>
                  <a:pt x="282" y="1002"/>
                </a:lnTo>
                <a:lnTo>
                  <a:pt x="283" y="1003"/>
                </a:lnTo>
                <a:lnTo>
                  <a:pt x="284" y="1004"/>
                </a:lnTo>
                <a:lnTo>
                  <a:pt x="285" y="1004"/>
                </a:lnTo>
                <a:lnTo>
                  <a:pt x="285" y="1003"/>
                </a:lnTo>
                <a:lnTo>
                  <a:pt x="286" y="1002"/>
                </a:lnTo>
                <a:lnTo>
                  <a:pt x="286" y="1001"/>
                </a:lnTo>
                <a:lnTo>
                  <a:pt x="288" y="1001"/>
                </a:lnTo>
                <a:lnTo>
                  <a:pt x="288" y="1002"/>
                </a:lnTo>
                <a:lnTo>
                  <a:pt x="289" y="1003"/>
                </a:lnTo>
                <a:lnTo>
                  <a:pt x="290" y="1003"/>
                </a:lnTo>
                <a:lnTo>
                  <a:pt x="290" y="1002"/>
                </a:lnTo>
                <a:lnTo>
                  <a:pt x="291" y="1000"/>
                </a:lnTo>
                <a:lnTo>
                  <a:pt x="291" y="999"/>
                </a:lnTo>
                <a:lnTo>
                  <a:pt x="291" y="998"/>
                </a:lnTo>
                <a:lnTo>
                  <a:pt x="291" y="997"/>
                </a:lnTo>
                <a:lnTo>
                  <a:pt x="292" y="997"/>
                </a:lnTo>
                <a:lnTo>
                  <a:pt x="293" y="997"/>
                </a:lnTo>
                <a:lnTo>
                  <a:pt x="294" y="998"/>
                </a:lnTo>
                <a:lnTo>
                  <a:pt x="294" y="997"/>
                </a:lnTo>
                <a:lnTo>
                  <a:pt x="295" y="997"/>
                </a:lnTo>
                <a:lnTo>
                  <a:pt x="294" y="997"/>
                </a:lnTo>
                <a:lnTo>
                  <a:pt x="294" y="996"/>
                </a:lnTo>
                <a:lnTo>
                  <a:pt x="294" y="995"/>
                </a:lnTo>
                <a:lnTo>
                  <a:pt x="295" y="994"/>
                </a:lnTo>
                <a:lnTo>
                  <a:pt x="296" y="993"/>
                </a:lnTo>
                <a:lnTo>
                  <a:pt x="296" y="991"/>
                </a:lnTo>
                <a:lnTo>
                  <a:pt x="296" y="990"/>
                </a:lnTo>
                <a:lnTo>
                  <a:pt x="297" y="990"/>
                </a:lnTo>
                <a:lnTo>
                  <a:pt x="297" y="991"/>
                </a:lnTo>
                <a:lnTo>
                  <a:pt x="298" y="991"/>
                </a:lnTo>
                <a:lnTo>
                  <a:pt x="299" y="991"/>
                </a:lnTo>
                <a:lnTo>
                  <a:pt x="300" y="991"/>
                </a:lnTo>
                <a:lnTo>
                  <a:pt x="301" y="991"/>
                </a:lnTo>
                <a:lnTo>
                  <a:pt x="302" y="991"/>
                </a:lnTo>
                <a:lnTo>
                  <a:pt x="304" y="990"/>
                </a:lnTo>
                <a:lnTo>
                  <a:pt x="305" y="991"/>
                </a:lnTo>
                <a:lnTo>
                  <a:pt x="305" y="992"/>
                </a:lnTo>
                <a:lnTo>
                  <a:pt x="306" y="993"/>
                </a:lnTo>
                <a:lnTo>
                  <a:pt x="307" y="993"/>
                </a:lnTo>
                <a:lnTo>
                  <a:pt x="307" y="994"/>
                </a:lnTo>
                <a:lnTo>
                  <a:pt x="308" y="994"/>
                </a:lnTo>
                <a:lnTo>
                  <a:pt x="308" y="996"/>
                </a:lnTo>
                <a:lnTo>
                  <a:pt x="309" y="996"/>
                </a:lnTo>
                <a:lnTo>
                  <a:pt x="309" y="995"/>
                </a:lnTo>
                <a:lnTo>
                  <a:pt x="310" y="993"/>
                </a:lnTo>
                <a:lnTo>
                  <a:pt x="310" y="992"/>
                </a:lnTo>
                <a:lnTo>
                  <a:pt x="311" y="992"/>
                </a:lnTo>
                <a:lnTo>
                  <a:pt x="312" y="991"/>
                </a:lnTo>
                <a:lnTo>
                  <a:pt x="313" y="991"/>
                </a:lnTo>
                <a:lnTo>
                  <a:pt x="313" y="992"/>
                </a:lnTo>
                <a:lnTo>
                  <a:pt x="314" y="992"/>
                </a:lnTo>
                <a:lnTo>
                  <a:pt x="315" y="992"/>
                </a:lnTo>
                <a:lnTo>
                  <a:pt x="316" y="991"/>
                </a:lnTo>
                <a:lnTo>
                  <a:pt x="317" y="991"/>
                </a:lnTo>
                <a:lnTo>
                  <a:pt x="317" y="992"/>
                </a:lnTo>
                <a:lnTo>
                  <a:pt x="318" y="993"/>
                </a:lnTo>
                <a:lnTo>
                  <a:pt x="319" y="993"/>
                </a:lnTo>
                <a:lnTo>
                  <a:pt x="320" y="994"/>
                </a:lnTo>
                <a:lnTo>
                  <a:pt x="321" y="995"/>
                </a:lnTo>
                <a:lnTo>
                  <a:pt x="323" y="995"/>
                </a:lnTo>
                <a:lnTo>
                  <a:pt x="324" y="995"/>
                </a:lnTo>
                <a:lnTo>
                  <a:pt x="325" y="995"/>
                </a:lnTo>
                <a:lnTo>
                  <a:pt x="326" y="995"/>
                </a:lnTo>
                <a:lnTo>
                  <a:pt x="327" y="994"/>
                </a:lnTo>
                <a:lnTo>
                  <a:pt x="327" y="993"/>
                </a:lnTo>
                <a:lnTo>
                  <a:pt x="328" y="994"/>
                </a:lnTo>
                <a:lnTo>
                  <a:pt x="329" y="995"/>
                </a:lnTo>
                <a:lnTo>
                  <a:pt x="329" y="996"/>
                </a:lnTo>
                <a:lnTo>
                  <a:pt x="330" y="997"/>
                </a:lnTo>
                <a:lnTo>
                  <a:pt x="331" y="996"/>
                </a:lnTo>
                <a:lnTo>
                  <a:pt x="331" y="995"/>
                </a:lnTo>
                <a:lnTo>
                  <a:pt x="332" y="995"/>
                </a:lnTo>
                <a:lnTo>
                  <a:pt x="333" y="995"/>
                </a:lnTo>
                <a:lnTo>
                  <a:pt x="335" y="995"/>
                </a:lnTo>
                <a:lnTo>
                  <a:pt x="335" y="994"/>
                </a:lnTo>
                <a:lnTo>
                  <a:pt x="334" y="994"/>
                </a:lnTo>
                <a:lnTo>
                  <a:pt x="335" y="993"/>
                </a:lnTo>
                <a:lnTo>
                  <a:pt x="335" y="992"/>
                </a:lnTo>
                <a:lnTo>
                  <a:pt x="336" y="992"/>
                </a:lnTo>
                <a:lnTo>
                  <a:pt x="337" y="991"/>
                </a:lnTo>
                <a:lnTo>
                  <a:pt x="338" y="990"/>
                </a:lnTo>
                <a:lnTo>
                  <a:pt x="339" y="989"/>
                </a:lnTo>
                <a:lnTo>
                  <a:pt x="339" y="988"/>
                </a:lnTo>
                <a:lnTo>
                  <a:pt x="339" y="987"/>
                </a:lnTo>
                <a:lnTo>
                  <a:pt x="340" y="987"/>
                </a:lnTo>
                <a:lnTo>
                  <a:pt x="341" y="985"/>
                </a:lnTo>
                <a:lnTo>
                  <a:pt x="342" y="984"/>
                </a:lnTo>
                <a:lnTo>
                  <a:pt x="343" y="984"/>
                </a:lnTo>
                <a:lnTo>
                  <a:pt x="345" y="985"/>
                </a:lnTo>
                <a:lnTo>
                  <a:pt x="345" y="986"/>
                </a:lnTo>
                <a:lnTo>
                  <a:pt x="346" y="987"/>
                </a:lnTo>
                <a:lnTo>
                  <a:pt x="347" y="987"/>
                </a:lnTo>
                <a:lnTo>
                  <a:pt x="347" y="986"/>
                </a:lnTo>
                <a:lnTo>
                  <a:pt x="347" y="985"/>
                </a:lnTo>
                <a:lnTo>
                  <a:pt x="347" y="984"/>
                </a:lnTo>
                <a:lnTo>
                  <a:pt x="348" y="984"/>
                </a:lnTo>
                <a:lnTo>
                  <a:pt x="349" y="984"/>
                </a:lnTo>
                <a:lnTo>
                  <a:pt x="351" y="984"/>
                </a:lnTo>
                <a:lnTo>
                  <a:pt x="352" y="985"/>
                </a:lnTo>
                <a:lnTo>
                  <a:pt x="352" y="986"/>
                </a:lnTo>
                <a:lnTo>
                  <a:pt x="352" y="987"/>
                </a:lnTo>
                <a:lnTo>
                  <a:pt x="352" y="988"/>
                </a:lnTo>
                <a:lnTo>
                  <a:pt x="352" y="990"/>
                </a:lnTo>
                <a:lnTo>
                  <a:pt x="352" y="991"/>
                </a:lnTo>
                <a:lnTo>
                  <a:pt x="352" y="992"/>
                </a:lnTo>
                <a:lnTo>
                  <a:pt x="351" y="993"/>
                </a:lnTo>
                <a:lnTo>
                  <a:pt x="352" y="993"/>
                </a:lnTo>
                <a:lnTo>
                  <a:pt x="353" y="994"/>
                </a:lnTo>
                <a:lnTo>
                  <a:pt x="353" y="993"/>
                </a:lnTo>
                <a:lnTo>
                  <a:pt x="353" y="992"/>
                </a:lnTo>
                <a:lnTo>
                  <a:pt x="353" y="991"/>
                </a:lnTo>
                <a:lnTo>
                  <a:pt x="353" y="990"/>
                </a:lnTo>
                <a:lnTo>
                  <a:pt x="354" y="990"/>
                </a:lnTo>
                <a:lnTo>
                  <a:pt x="355" y="990"/>
                </a:lnTo>
                <a:lnTo>
                  <a:pt x="355" y="991"/>
                </a:lnTo>
                <a:lnTo>
                  <a:pt x="356" y="991"/>
                </a:lnTo>
                <a:lnTo>
                  <a:pt x="356" y="990"/>
                </a:lnTo>
                <a:lnTo>
                  <a:pt x="356" y="989"/>
                </a:lnTo>
                <a:lnTo>
                  <a:pt x="356" y="988"/>
                </a:lnTo>
                <a:lnTo>
                  <a:pt x="357" y="988"/>
                </a:lnTo>
                <a:lnTo>
                  <a:pt x="358" y="988"/>
                </a:lnTo>
                <a:lnTo>
                  <a:pt x="359" y="987"/>
                </a:lnTo>
                <a:lnTo>
                  <a:pt x="360" y="987"/>
                </a:lnTo>
                <a:lnTo>
                  <a:pt x="361" y="987"/>
                </a:lnTo>
                <a:lnTo>
                  <a:pt x="363" y="987"/>
                </a:lnTo>
                <a:lnTo>
                  <a:pt x="364" y="987"/>
                </a:lnTo>
                <a:lnTo>
                  <a:pt x="364" y="986"/>
                </a:lnTo>
                <a:lnTo>
                  <a:pt x="365" y="984"/>
                </a:lnTo>
                <a:lnTo>
                  <a:pt x="366" y="985"/>
                </a:lnTo>
                <a:lnTo>
                  <a:pt x="366" y="987"/>
                </a:lnTo>
                <a:lnTo>
                  <a:pt x="367" y="987"/>
                </a:lnTo>
                <a:lnTo>
                  <a:pt x="367" y="986"/>
                </a:lnTo>
                <a:lnTo>
                  <a:pt x="368" y="986"/>
                </a:lnTo>
                <a:lnTo>
                  <a:pt x="369" y="986"/>
                </a:lnTo>
                <a:lnTo>
                  <a:pt x="370" y="986"/>
                </a:lnTo>
                <a:lnTo>
                  <a:pt x="371" y="986"/>
                </a:lnTo>
                <a:lnTo>
                  <a:pt x="371" y="985"/>
                </a:lnTo>
                <a:lnTo>
                  <a:pt x="371" y="984"/>
                </a:lnTo>
                <a:lnTo>
                  <a:pt x="372" y="984"/>
                </a:lnTo>
                <a:lnTo>
                  <a:pt x="373" y="984"/>
                </a:lnTo>
                <a:lnTo>
                  <a:pt x="375" y="984"/>
                </a:lnTo>
                <a:lnTo>
                  <a:pt x="376" y="984"/>
                </a:lnTo>
                <a:lnTo>
                  <a:pt x="377" y="985"/>
                </a:lnTo>
                <a:lnTo>
                  <a:pt x="378" y="985"/>
                </a:lnTo>
                <a:lnTo>
                  <a:pt x="379" y="984"/>
                </a:lnTo>
                <a:lnTo>
                  <a:pt x="380" y="984"/>
                </a:lnTo>
                <a:lnTo>
                  <a:pt x="380" y="985"/>
                </a:lnTo>
                <a:lnTo>
                  <a:pt x="380" y="984"/>
                </a:lnTo>
                <a:lnTo>
                  <a:pt x="380" y="983"/>
                </a:lnTo>
                <a:lnTo>
                  <a:pt x="381" y="982"/>
                </a:lnTo>
                <a:lnTo>
                  <a:pt x="381" y="981"/>
                </a:lnTo>
                <a:lnTo>
                  <a:pt x="382" y="981"/>
                </a:lnTo>
                <a:lnTo>
                  <a:pt x="383" y="981"/>
                </a:lnTo>
                <a:lnTo>
                  <a:pt x="383" y="982"/>
                </a:lnTo>
                <a:lnTo>
                  <a:pt x="383" y="981"/>
                </a:lnTo>
                <a:lnTo>
                  <a:pt x="384" y="980"/>
                </a:lnTo>
                <a:lnTo>
                  <a:pt x="385" y="980"/>
                </a:lnTo>
                <a:lnTo>
                  <a:pt x="386" y="980"/>
                </a:lnTo>
                <a:lnTo>
                  <a:pt x="387" y="980"/>
                </a:lnTo>
                <a:lnTo>
                  <a:pt x="388" y="980"/>
                </a:lnTo>
                <a:lnTo>
                  <a:pt x="389" y="979"/>
                </a:lnTo>
                <a:lnTo>
                  <a:pt x="389" y="978"/>
                </a:lnTo>
                <a:lnTo>
                  <a:pt x="390" y="977"/>
                </a:lnTo>
                <a:lnTo>
                  <a:pt x="390" y="976"/>
                </a:lnTo>
                <a:lnTo>
                  <a:pt x="389" y="976"/>
                </a:lnTo>
                <a:lnTo>
                  <a:pt x="388" y="976"/>
                </a:lnTo>
                <a:lnTo>
                  <a:pt x="387" y="976"/>
                </a:lnTo>
                <a:lnTo>
                  <a:pt x="387" y="975"/>
                </a:lnTo>
                <a:lnTo>
                  <a:pt x="386" y="973"/>
                </a:lnTo>
                <a:lnTo>
                  <a:pt x="386" y="972"/>
                </a:lnTo>
                <a:lnTo>
                  <a:pt x="387" y="971"/>
                </a:lnTo>
                <a:lnTo>
                  <a:pt x="386" y="971"/>
                </a:lnTo>
                <a:lnTo>
                  <a:pt x="385" y="971"/>
                </a:lnTo>
                <a:lnTo>
                  <a:pt x="383" y="971"/>
                </a:lnTo>
                <a:lnTo>
                  <a:pt x="381" y="971"/>
                </a:lnTo>
                <a:lnTo>
                  <a:pt x="379" y="969"/>
                </a:lnTo>
                <a:lnTo>
                  <a:pt x="377" y="967"/>
                </a:lnTo>
                <a:lnTo>
                  <a:pt x="377" y="966"/>
                </a:lnTo>
                <a:lnTo>
                  <a:pt x="377" y="965"/>
                </a:lnTo>
                <a:lnTo>
                  <a:pt x="376" y="965"/>
                </a:lnTo>
                <a:lnTo>
                  <a:pt x="375" y="964"/>
                </a:lnTo>
                <a:lnTo>
                  <a:pt x="375" y="963"/>
                </a:lnTo>
                <a:lnTo>
                  <a:pt x="374" y="962"/>
                </a:lnTo>
                <a:lnTo>
                  <a:pt x="373" y="962"/>
                </a:lnTo>
                <a:lnTo>
                  <a:pt x="372" y="962"/>
                </a:lnTo>
                <a:lnTo>
                  <a:pt x="372" y="961"/>
                </a:lnTo>
                <a:lnTo>
                  <a:pt x="372" y="960"/>
                </a:lnTo>
                <a:lnTo>
                  <a:pt x="373" y="960"/>
                </a:lnTo>
                <a:lnTo>
                  <a:pt x="373" y="958"/>
                </a:lnTo>
                <a:lnTo>
                  <a:pt x="371" y="957"/>
                </a:lnTo>
                <a:lnTo>
                  <a:pt x="371" y="956"/>
                </a:lnTo>
                <a:lnTo>
                  <a:pt x="370" y="956"/>
                </a:lnTo>
                <a:lnTo>
                  <a:pt x="369" y="955"/>
                </a:lnTo>
                <a:lnTo>
                  <a:pt x="368" y="954"/>
                </a:lnTo>
                <a:lnTo>
                  <a:pt x="367" y="954"/>
                </a:lnTo>
                <a:lnTo>
                  <a:pt x="367" y="953"/>
                </a:lnTo>
                <a:lnTo>
                  <a:pt x="366" y="953"/>
                </a:lnTo>
                <a:lnTo>
                  <a:pt x="366" y="952"/>
                </a:lnTo>
                <a:lnTo>
                  <a:pt x="367" y="952"/>
                </a:lnTo>
                <a:lnTo>
                  <a:pt x="367" y="951"/>
                </a:lnTo>
                <a:lnTo>
                  <a:pt x="367" y="950"/>
                </a:lnTo>
                <a:lnTo>
                  <a:pt x="366" y="947"/>
                </a:lnTo>
                <a:lnTo>
                  <a:pt x="366" y="945"/>
                </a:lnTo>
                <a:lnTo>
                  <a:pt x="365" y="945"/>
                </a:lnTo>
                <a:lnTo>
                  <a:pt x="364" y="944"/>
                </a:lnTo>
                <a:lnTo>
                  <a:pt x="364" y="941"/>
                </a:lnTo>
                <a:lnTo>
                  <a:pt x="364" y="940"/>
                </a:lnTo>
                <a:lnTo>
                  <a:pt x="365" y="940"/>
                </a:lnTo>
                <a:lnTo>
                  <a:pt x="364" y="938"/>
                </a:lnTo>
                <a:lnTo>
                  <a:pt x="363" y="937"/>
                </a:lnTo>
                <a:lnTo>
                  <a:pt x="362" y="937"/>
                </a:lnTo>
                <a:lnTo>
                  <a:pt x="361" y="936"/>
                </a:lnTo>
                <a:lnTo>
                  <a:pt x="360" y="936"/>
                </a:lnTo>
                <a:lnTo>
                  <a:pt x="360" y="935"/>
                </a:lnTo>
                <a:lnTo>
                  <a:pt x="361" y="934"/>
                </a:lnTo>
                <a:lnTo>
                  <a:pt x="360" y="933"/>
                </a:lnTo>
                <a:lnTo>
                  <a:pt x="360" y="932"/>
                </a:lnTo>
                <a:lnTo>
                  <a:pt x="359" y="931"/>
                </a:lnTo>
                <a:lnTo>
                  <a:pt x="358" y="931"/>
                </a:lnTo>
                <a:lnTo>
                  <a:pt x="357" y="932"/>
                </a:lnTo>
                <a:lnTo>
                  <a:pt x="356" y="931"/>
                </a:lnTo>
                <a:lnTo>
                  <a:pt x="356" y="930"/>
                </a:lnTo>
                <a:lnTo>
                  <a:pt x="356" y="929"/>
                </a:lnTo>
                <a:lnTo>
                  <a:pt x="355" y="929"/>
                </a:lnTo>
                <a:lnTo>
                  <a:pt x="355" y="928"/>
                </a:lnTo>
                <a:lnTo>
                  <a:pt x="356" y="928"/>
                </a:lnTo>
                <a:lnTo>
                  <a:pt x="356" y="927"/>
                </a:lnTo>
                <a:lnTo>
                  <a:pt x="355" y="927"/>
                </a:lnTo>
                <a:lnTo>
                  <a:pt x="354" y="927"/>
                </a:lnTo>
                <a:lnTo>
                  <a:pt x="354" y="926"/>
                </a:lnTo>
                <a:lnTo>
                  <a:pt x="355" y="925"/>
                </a:lnTo>
                <a:lnTo>
                  <a:pt x="355" y="924"/>
                </a:lnTo>
                <a:lnTo>
                  <a:pt x="356" y="923"/>
                </a:lnTo>
                <a:lnTo>
                  <a:pt x="357" y="924"/>
                </a:lnTo>
                <a:lnTo>
                  <a:pt x="358" y="924"/>
                </a:lnTo>
                <a:lnTo>
                  <a:pt x="359" y="924"/>
                </a:lnTo>
                <a:lnTo>
                  <a:pt x="361" y="925"/>
                </a:lnTo>
                <a:lnTo>
                  <a:pt x="361" y="924"/>
                </a:lnTo>
                <a:lnTo>
                  <a:pt x="361" y="923"/>
                </a:lnTo>
                <a:lnTo>
                  <a:pt x="362" y="923"/>
                </a:lnTo>
                <a:lnTo>
                  <a:pt x="362" y="924"/>
                </a:lnTo>
                <a:lnTo>
                  <a:pt x="362" y="925"/>
                </a:lnTo>
                <a:lnTo>
                  <a:pt x="363" y="926"/>
                </a:lnTo>
                <a:lnTo>
                  <a:pt x="364" y="926"/>
                </a:lnTo>
                <a:lnTo>
                  <a:pt x="365" y="926"/>
                </a:lnTo>
                <a:lnTo>
                  <a:pt x="365" y="925"/>
                </a:lnTo>
                <a:lnTo>
                  <a:pt x="364" y="925"/>
                </a:lnTo>
                <a:lnTo>
                  <a:pt x="364" y="924"/>
                </a:lnTo>
                <a:lnTo>
                  <a:pt x="363" y="923"/>
                </a:lnTo>
                <a:lnTo>
                  <a:pt x="364" y="922"/>
                </a:lnTo>
                <a:lnTo>
                  <a:pt x="365" y="923"/>
                </a:lnTo>
                <a:lnTo>
                  <a:pt x="366" y="922"/>
                </a:lnTo>
                <a:lnTo>
                  <a:pt x="366" y="921"/>
                </a:lnTo>
                <a:lnTo>
                  <a:pt x="366" y="922"/>
                </a:lnTo>
                <a:lnTo>
                  <a:pt x="365" y="922"/>
                </a:lnTo>
                <a:lnTo>
                  <a:pt x="364" y="922"/>
                </a:lnTo>
                <a:lnTo>
                  <a:pt x="364" y="921"/>
                </a:lnTo>
                <a:lnTo>
                  <a:pt x="365" y="920"/>
                </a:lnTo>
                <a:lnTo>
                  <a:pt x="366" y="920"/>
                </a:lnTo>
                <a:lnTo>
                  <a:pt x="367" y="921"/>
                </a:lnTo>
                <a:lnTo>
                  <a:pt x="368" y="920"/>
                </a:lnTo>
                <a:lnTo>
                  <a:pt x="368" y="919"/>
                </a:lnTo>
                <a:lnTo>
                  <a:pt x="368" y="918"/>
                </a:lnTo>
                <a:lnTo>
                  <a:pt x="368" y="919"/>
                </a:lnTo>
                <a:lnTo>
                  <a:pt x="367" y="919"/>
                </a:lnTo>
                <a:lnTo>
                  <a:pt x="368" y="917"/>
                </a:lnTo>
                <a:lnTo>
                  <a:pt x="368" y="916"/>
                </a:lnTo>
                <a:lnTo>
                  <a:pt x="368" y="915"/>
                </a:lnTo>
                <a:lnTo>
                  <a:pt x="366" y="914"/>
                </a:lnTo>
                <a:lnTo>
                  <a:pt x="365" y="914"/>
                </a:lnTo>
                <a:lnTo>
                  <a:pt x="364" y="915"/>
                </a:lnTo>
                <a:lnTo>
                  <a:pt x="363" y="916"/>
                </a:lnTo>
                <a:lnTo>
                  <a:pt x="363" y="915"/>
                </a:lnTo>
                <a:lnTo>
                  <a:pt x="363" y="914"/>
                </a:lnTo>
                <a:lnTo>
                  <a:pt x="364" y="913"/>
                </a:lnTo>
                <a:lnTo>
                  <a:pt x="365" y="913"/>
                </a:lnTo>
                <a:lnTo>
                  <a:pt x="367" y="912"/>
                </a:lnTo>
                <a:lnTo>
                  <a:pt x="368" y="912"/>
                </a:lnTo>
                <a:lnTo>
                  <a:pt x="369" y="912"/>
                </a:lnTo>
                <a:lnTo>
                  <a:pt x="369" y="913"/>
                </a:lnTo>
                <a:lnTo>
                  <a:pt x="370" y="913"/>
                </a:lnTo>
                <a:lnTo>
                  <a:pt x="371" y="913"/>
                </a:lnTo>
                <a:lnTo>
                  <a:pt x="371" y="914"/>
                </a:lnTo>
                <a:lnTo>
                  <a:pt x="374" y="914"/>
                </a:lnTo>
                <a:lnTo>
                  <a:pt x="374" y="915"/>
                </a:lnTo>
                <a:lnTo>
                  <a:pt x="375" y="915"/>
                </a:lnTo>
                <a:lnTo>
                  <a:pt x="376" y="915"/>
                </a:lnTo>
                <a:lnTo>
                  <a:pt x="377" y="915"/>
                </a:lnTo>
                <a:lnTo>
                  <a:pt x="377" y="916"/>
                </a:lnTo>
                <a:lnTo>
                  <a:pt x="377" y="917"/>
                </a:lnTo>
                <a:lnTo>
                  <a:pt x="378" y="917"/>
                </a:lnTo>
                <a:lnTo>
                  <a:pt x="379" y="917"/>
                </a:lnTo>
                <a:lnTo>
                  <a:pt x="380" y="917"/>
                </a:lnTo>
                <a:lnTo>
                  <a:pt x="380" y="918"/>
                </a:lnTo>
                <a:lnTo>
                  <a:pt x="381" y="919"/>
                </a:lnTo>
                <a:lnTo>
                  <a:pt x="383" y="920"/>
                </a:lnTo>
                <a:lnTo>
                  <a:pt x="384" y="919"/>
                </a:lnTo>
                <a:lnTo>
                  <a:pt x="385" y="919"/>
                </a:lnTo>
                <a:lnTo>
                  <a:pt x="386" y="920"/>
                </a:lnTo>
                <a:lnTo>
                  <a:pt x="387" y="921"/>
                </a:lnTo>
                <a:lnTo>
                  <a:pt x="388" y="921"/>
                </a:lnTo>
                <a:lnTo>
                  <a:pt x="388" y="922"/>
                </a:lnTo>
                <a:lnTo>
                  <a:pt x="389" y="922"/>
                </a:lnTo>
                <a:lnTo>
                  <a:pt x="390" y="922"/>
                </a:lnTo>
                <a:lnTo>
                  <a:pt x="391" y="922"/>
                </a:lnTo>
                <a:lnTo>
                  <a:pt x="391" y="921"/>
                </a:lnTo>
                <a:lnTo>
                  <a:pt x="394" y="922"/>
                </a:lnTo>
                <a:lnTo>
                  <a:pt x="396" y="922"/>
                </a:lnTo>
                <a:lnTo>
                  <a:pt x="396" y="923"/>
                </a:lnTo>
                <a:lnTo>
                  <a:pt x="398" y="923"/>
                </a:lnTo>
                <a:lnTo>
                  <a:pt x="398" y="922"/>
                </a:lnTo>
                <a:lnTo>
                  <a:pt x="399" y="922"/>
                </a:lnTo>
                <a:lnTo>
                  <a:pt x="399" y="923"/>
                </a:lnTo>
                <a:lnTo>
                  <a:pt x="399" y="924"/>
                </a:lnTo>
                <a:lnTo>
                  <a:pt x="400" y="923"/>
                </a:lnTo>
                <a:lnTo>
                  <a:pt x="400" y="922"/>
                </a:lnTo>
                <a:lnTo>
                  <a:pt x="400" y="920"/>
                </a:lnTo>
                <a:lnTo>
                  <a:pt x="402" y="920"/>
                </a:lnTo>
                <a:lnTo>
                  <a:pt x="403" y="920"/>
                </a:lnTo>
                <a:lnTo>
                  <a:pt x="404" y="920"/>
                </a:lnTo>
                <a:lnTo>
                  <a:pt x="404" y="921"/>
                </a:lnTo>
                <a:lnTo>
                  <a:pt x="404" y="922"/>
                </a:lnTo>
                <a:lnTo>
                  <a:pt x="403" y="923"/>
                </a:lnTo>
                <a:lnTo>
                  <a:pt x="403" y="924"/>
                </a:lnTo>
                <a:lnTo>
                  <a:pt x="404" y="924"/>
                </a:lnTo>
                <a:lnTo>
                  <a:pt x="404" y="925"/>
                </a:lnTo>
                <a:lnTo>
                  <a:pt x="405" y="925"/>
                </a:lnTo>
                <a:lnTo>
                  <a:pt x="406" y="925"/>
                </a:lnTo>
                <a:lnTo>
                  <a:pt x="407" y="925"/>
                </a:lnTo>
                <a:lnTo>
                  <a:pt x="408" y="925"/>
                </a:lnTo>
                <a:lnTo>
                  <a:pt x="410" y="924"/>
                </a:lnTo>
                <a:lnTo>
                  <a:pt x="411" y="924"/>
                </a:lnTo>
                <a:lnTo>
                  <a:pt x="412" y="924"/>
                </a:lnTo>
                <a:lnTo>
                  <a:pt x="413" y="923"/>
                </a:lnTo>
                <a:lnTo>
                  <a:pt x="414" y="923"/>
                </a:lnTo>
                <a:lnTo>
                  <a:pt x="415" y="923"/>
                </a:lnTo>
                <a:lnTo>
                  <a:pt x="416" y="923"/>
                </a:lnTo>
                <a:lnTo>
                  <a:pt x="418" y="922"/>
                </a:lnTo>
                <a:lnTo>
                  <a:pt x="419" y="922"/>
                </a:lnTo>
                <a:lnTo>
                  <a:pt x="420" y="922"/>
                </a:lnTo>
                <a:lnTo>
                  <a:pt x="421" y="921"/>
                </a:lnTo>
                <a:lnTo>
                  <a:pt x="422" y="921"/>
                </a:lnTo>
                <a:lnTo>
                  <a:pt x="422" y="920"/>
                </a:lnTo>
                <a:lnTo>
                  <a:pt x="423" y="919"/>
                </a:lnTo>
                <a:lnTo>
                  <a:pt x="424" y="919"/>
                </a:lnTo>
                <a:lnTo>
                  <a:pt x="424" y="918"/>
                </a:lnTo>
                <a:lnTo>
                  <a:pt x="425" y="918"/>
                </a:lnTo>
                <a:lnTo>
                  <a:pt x="426" y="918"/>
                </a:lnTo>
                <a:lnTo>
                  <a:pt x="426" y="917"/>
                </a:lnTo>
                <a:lnTo>
                  <a:pt x="427" y="917"/>
                </a:lnTo>
                <a:lnTo>
                  <a:pt x="428" y="917"/>
                </a:lnTo>
                <a:lnTo>
                  <a:pt x="430" y="916"/>
                </a:lnTo>
                <a:lnTo>
                  <a:pt x="431" y="916"/>
                </a:lnTo>
                <a:lnTo>
                  <a:pt x="432" y="915"/>
                </a:lnTo>
                <a:lnTo>
                  <a:pt x="432" y="914"/>
                </a:lnTo>
                <a:lnTo>
                  <a:pt x="433" y="914"/>
                </a:lnTo>
                <a:lnTo>
                  <a:pt x="434" y="914"/>
                </a:lnTo>
                <a:lnTo>
                  <a:pt x="435" y="915"/>
                </a:lnTo>
                <a:lnTo>
                  <a:pt x="435" y="914"/>
                </a:lnTo>
                <a:lnTo>
                  <a:pt x="436" y="914"/>
                </a:lnTo>
                <a:lnTo>
                  <a:pt x="436" y="913"/>
                </a:lnTo>
                <a:lnTo>
                  <a:pt x="437" y="913"/>
                </a:lnTo>
                <a:lnTo>
                  <a:pt x="438" y="911"/>
                </a:lnTo>
                <a:lnTo>
                  <a:pt x="440" y="912"/>
                </a:lnTo>
                <a:lnTo>
                  <a:pt x="441" y="912"/>
                </a:lnTo>
                <a:lnTo>
                  <a:pt x="442" y="912"/>
                </a:lnTo>
                <a:lnTo>
                  <a:pt x="443" y="912"/>
                </a:lnTo>
                <a:lnTo>
                  <a:pt x="444" y="912"/>
                </a:lnTo>
                <a:lnTo>
                  <a:pt x="445" y="912"/>
                </a:lnTo>
                <a:lnTo>
                  <a:pt x="446" y="912"/>
                </a:lnTo>
                <a:lnTo>
                  <a:pt x="447" y="912"/>
                </a:lnTo>
                <a:lnTo>
                  <a:pt x="447" y="913"/>
                </a:lnTo>
                <a:lnTo>
                  <a:pt x="447" y="914"/>
                </a:lnTo>
                <a:lnTo>
                  <a:pt x="448" y="914"/>
                </a:lnTo>
                <a:lnTo>
                  <a:pt x="449" y="914"/>
                </a:lnTo>
                <a:lnTo>
                  <a:pt x="449" y="915"/>
                </a:lnTo>
                <a:lnTo>
                  <a:pt x="448" y="916"/>
                </a:lnTo>
                <a:lnTo>
                  <a:pt x="448" y="917"/>
                </a:lnTo>
                <a:lnTo>
                  <a:pt x="449" y="918"/>
                </a:lnTo>
                <a:lnTo>
                  <a:pt x="450" y="920"/>
                </a:lnTo>
                <a:lnTo>
                  <a:pt x="451" y="920"/>
                </a:lnTo>
                <a:lnTo>
                  <a:pt x="452" y="921"/>
                </a:lnTo>
                <a:lnTo>
                  <a:pt x="453" y="922"/>
                </a:lnTo>
                <a:lnTo>
                  <a:pt x="453" y="921"/>
                </a:lnTo>
                <a:lnTo>
                  <a:pt x="453" y="920"/>
                </a:lnTo>
                <a:lnTo>
                  <a:pt x="453" y="919"/>
                </a:lnTo>
                <a:lnTo>
                  <a:pt x="452" y="919"/>
                </a:lnTo>
                <a:lnTo>
                  <a:pt x="453" y="918"/>
                </a:lnTo>
                <a:lnTo>
                  <a:pt x="454" y="918"/>
                </a:lnTo>
                <a:lnTo>
                  <a:pt x="455" y="918"/>
                </a:lnTo>
                <a:lnTo>
                  <a:pt x="455" y="919"/>
                </a:lnTo>
                <a:lnTo>
                  <a:pt x="455" y="918"/>
                </a:lnTo>
                <a:lnTo>
                  <a:pt x="454" y="918"/>
                </a:lnTo>
                <a:lnTo>
                  <a:pt x="454" y="919"/>
                </a:lnTo>
                <a:lnTo>
                  <a:pt x="455" y="919"/>
                </a:lnTo>
                <a:lnTo>
                  <a:pt x="457" y="919"/>
                </a:lnTo>
                <a:lnTo>
                  <a:pt x="459" y="918"/>
                </a:lnTo>
                <a:lnTo>
                  <a:pt x="460" y="918"/>
                </a:lnTo>
                <a:lnTo>
                  <a:pt x="461" y="917"/>
                </a:lnTo>
                <a:lnTo>
                  <a:pt x="461" y="916"/>
                </a:lnTo>
                <a:lnTo>
                  <a:pt x="461" y="915"/>
                </a:lnTo>
                <a:lnTo>
                  <a:pt x="461" y="914"/>
                </a:lnTo>
                <a:lnTo>
                  <a:pt x="461" y="913"/>
                </a:lnTo>
                <a:lnTo>
                  <a:pt x="461" y="912"/>
                </a:lnTo>
                <a:lnTo>
                  <a:pt x="461" y="913"/>
                </a:lnTo>
                <a:lnTo>
                  <a:pt x="462" y="913"/>
                </a:lnTo>
                <a:lnTo>
                  <a:pt x="462" y="914"/>
                </a:lnTo>
                <a:lnTo>
                  <a:pt x="464" y="914"/>
                </a:lnTo>
                <a:lnTo>
                  <a:pt x="465" y="914"/>
                </a:lnTo>
                <a:lnTo>
                  <a:pt x="465" y="913"/>
                </a:lnTo>
                <a:lnTo>
                  <a:pt x="465" y="912"/>
                </a:lnTo>
                <a:lnTo>
                  <a:pt x="466" y="911"/>
                </a:lnTo>
                <a:lnTo>
                  <a:pt x="467" y="911"/>
                </a:lnTo>
                <a:lnTo>
                  <a:pt x="468" y="911"/>
                </a:lnTo>
                <a:lnTo>
                  <a:pt x="469" y="913"/>
                </a:lnTo>
                <a:lnTo>
                  <a:pt x="469" y="914"/>
                </a:lnTo>
                <a:lnTo>
                  <a:pt x="468" y="914"/>
                </a:lnTo>
                <a:lnTo>
                  <a:pt x="469" y="914"/>
                </a:lnTo>
                <a:lnTo>
                  <a:pt x="469" y="915"/>
                </a:lnTo>
                <a:lnTo>
                  <a:pt x="470" y="915"/>
                </a:lnTo>
                <a:lnTo>
                  <a:pt x="470" y="916"/>
                </a:lnTo>
                <a:lnTo>
                  <a:pt x="471" y="916"/>
                </a:lnTo>
                <a:lnTo>
                  <a:pt x="471" y="915"/>
                </a:lnTo>
                <a:lnTo>
                  <a:pt x="471" y="914"/>
                </a:lnTo>
                <a:lnTo>
                  <a:pt x="472" y="913"/>
                </a:lnTo>
                <a:lnTo>
                  <a:pt x="473" y="913"/>
                </a:lnTo>
                <a:lnTo>
                  <a:pt x="474" y="914"/>
                </a:lnTo>
                <a:lnTo>
                  <a:pt x="475" y="914"/>
                </a:lnTo>
                <a:lnTo>
                  <a:pt x="476" y="914"/>
                </a:lnTo>
                <a:lnTo>
                  <a:pt x="476" y="915"/>
                </a:lnTo>
                <a:lnTo>
                  <a:pt x="475" y="915"/>
                </a:lnTo>
                <a:lnTo>
                  <a:pt x="476" y="915"/>
                </a:lnTo>
                <a:lnTo>
                  <a:pt x="478" y="916"/>
                </a:lnTo>
                <a:lnTo>
                  <a:pt x="479" y="916"/>
                </a:lnTo>
                <a:lnTo>
                  <a:pt x="480" y="916"/>
                </a:lnTo>
                <a:lnTo>
                  <a:pt x="480" y="915"/>
                </a:lnTo>
                <a:lnTo>
                  <a:pt x="481" y="915"/>
                </a:lnTo>
                <a:lnTo>
                  <a:pt x="481" y="916"/>
                </a:lnTo>
                <a:lnTo>
                  <a:pt x="482" y="916"/>
                </a:lnTo>
                <a:lnTo>
                  <a:pt x="483" y="916"/>
                </a:lnTo>
                <a:lnTo>
                  <a:pt x="484" y="916"/>
                </a:lnTo>
                <a:lnTo>
                  <a:pt x="485" y="916"/>
                </a:lnTo>
                <a:lnTo>
                  <a:pt x="486" y="916"/>
                </a:lnTo>
                <a:lnTo>
                  <a:pt x="487" y="915"/>
                </a:lnTo>
                <a:lnTo>
                  <a:pt x="488" y="915"/>
                </a:lnTo>
                <a:lnTo>
                  <a:pt x="489" y="915"/>
                </a:lnTo>
                <a:lnTo>
                  <a:pt x="490" y="915"/>
                </a:lnTo>
                <a:lnTo>
                  <a:pt x="491" y="914"/>
                </a:lnTo>
                <a:lnTo>
                  <a:pt x="492" y="914"/>
                </a:lnTo>
                <a:lnTo>
                  <a:pt x="496" y="913"/>
                </a:lnTo>
                <a:lnTo>
                  <a:pt x="497" y="912"/>
                </a:lnTo>
                <a:lnTo>
                  <a:pt x="497" y="911"/>
                </a:lnTo>
                <a:lnTo>
                  <a:pt x="498" y="911"/>
                </a:lnTo>
                <a:lnTo>
                  <a:pt x="499" y="909"/>
                </a:lnTo>
                <a:lnTo>
                  <a:pt x="500" y="909"/>
                </a:lnTo>
                <a:lnTo>
                  <a:pt x="500" y="910"/>
                </a:lnTo>
                <a:lnTo>
                  <a:pt x="502" y="911"/>
                </a:lnTo>
                <a:lnTo>
                  <a:pt x="503" y="912"/>
                </a:lnTo>
                <a:lnTo>
                  <a:pt x="506" y="912"/>
                </a:lnTo>
                <a:lnTo>
                  <a:pt x="506" y="911"/>
                </a:lnTo>
                <a:lnTo>
                  <a:pt x="507" y="909"/>
                </a:lnTo>
                <a:lnTo>
                  <a:pt x="507" y="908"/>
                </a:lnTo>
                <a:lnTo>
                  <a:pt x="508" y="908"/>
                </a:lnTo>
                <a:lnTo>
                  <a:pt x="509" y="908"/>
                </a:lnTo>
                <a:lnTo>
                  <a:pt x="510" y="907"/>
                </a:lnTo>
                <a:lnTo>
                  <a:pt x="510" y="906"/>
                </a:lnTo>
                <a:lnTo>
                  <a:pt x="510" y="905"/>
                </a:lnTo>
                <a:lnTo>
                  <a:pt x="511" y="905"/>
                </a:lnTo>
                <a:lnTo>
                  <a:pt x="511" y="904"/>
                </a:lnTo>
                <a:lnTo>
                  <a:pt x="511" y="905"/>
                </a:lnTo>
                <a:lnTo>
                  <a:pt x="511" y="904"/>
                </a:lnTo>
                <a:lnTo>
                  <a:pt x="512" y="903"/>
                </a:lnTo>
                <a:lnTo>
                  <a:pt x="511" y="903"/>
                </a:lnTo>
                <a:lnTo>
                  <a:pt x="510" y="902"/>
                </a:lnTo>
                <a:lnTo>
                  <a:pt x="510" y="901"/>
                </a:lnTo>
                <a:lnTo>
                  <a:pt x="511" y="901"/>
                </a:lnTo>
                <a:lnTo>
                  <a:pt x="511" y="898"/>
                </a:lnTo>
                <a:lnTo>
                  <a:pt x="510" y="898"/>
                </a:lnTo>
                <a:lnTo>
                  <a:pt x="510" y="897"/>
                </a:lnTo>
                <a:lnTo>
                  <a:pt x="510" y="896"/>
                </a:lnTo>
                <a:lnTo>
                  <a:pt x="511" y="896"/>
                </a:lnTo>
                <a:lnTo>
                  <a:pt x="511" y="895"/>
                </a:lnTo>
                <a:lnTo>
                  <a:pt x="511" y="894"/>
                </a:lnTo>
                <a:lnTo>
                  <a:pt x="511" y="893"/>
                </a:lnTo>
                <a:lnTo>
                  <a:pt x="512" y="892"/>
                </a:lnTo>
                <a:lnTo>
                  <a:pt x="512" y="891"/>
                </a:lnTo>
                <a:lnTo>
                  <a:pt x="513" y="891"/>
                </a:lnTo>
                <a:lnTo>
                  <a:pt x="513" y="890"/>
                </a:lnTo>
                <a:lnTo>
                  <a:pt x="514" y="889"/>
                </a:lnTo>
                <a:lnTo>
                  <a:pt x="515" y="889"/>
                </a:lnTo>
                <a:lnTo>
                  <a:pt x="515" y="888"/>
                </a:lnTo>
                <a:lnTo>
                  <a:pt x="514" y="887"/>
                </a:lnTo>
                <a:lnTo>
                  <a:pt x="514" y="886"/>
                </a:lnTo>
                <a:lnTo>
                  <a:pt x="513" y="885"/>
                </a:lnTo>
                <a:lnTo>
                  <a:pt x="512" y="884"/>
                </a:lnTo>
                <a:lnTo>
                  <a:pt x="512" y="883"/>
                </a:lnTo>
                <a:lnTo>
                  <a:pt x="512" y="882"/>
                </a:lnTo>
                <a:lnTo>
                  <a:pt x="513" y="882"/>
                </a:lnTo>
                <a:lnTo>
                  <a:pt x="513" y="880"/>
                </a:lnTo>
                <a:lnTo>
                  <a:pt x="512" y="879"/>
                </a:lnTo>
                <a:lnTo>
                  <a:pt x="512" y="878"/>
                </a:lnTo>
                <a:lnTo>
                  <a:pt x="510" y="875"/>
                </a:lnTo>
                <a:lnTo>
                  <a:pt x="511" y="875"/>
                </a:lnTo>
                <a:lnTo>
                  <a:pt x="511" y="872"/>
                </a:lnTo>
                <a:lnTo>
                  <a:pt x="511" y="871"/>
                </a:lnTo>
                <a:lnTo>
                  <a:pt x="510" y="871"/>
                </a:lnTo>
                <a:lnTo>
                  <a:pt x="509" y="871"/>
                </a:lnTo>
                <a:lnTo>
                  <a:pt x="509" y="870"/>
                </a:lnTo>
                <a:lnTo>
                  <a:pt x="508" y="869"/>
                </a:lnTo>
                <a:lnTo>
                  <a:pt x="508" y="868"/>
                </a:lnTo>
                <a:lnTo>
                  <a:pt x="508" y="867"/>
                </a:lnTo>
                <a:lnTo>
                  <a:pt x="509" y="865"/>
                </a:lnTo>
                <a:lnTo>
                  <a:pt x="509" y="864"/>
                </a:lnTo>
                <a:lnTo>
                  <a:pt x="510" y="864"/>
                </a:lnTo>
                <a:lnTo>
                  <a:pt x="510" y="863"/>
                </a:lnTo>
                <a:lnTo>
                  <a:pt x="511" y="861"/>
                </a:lnTo>
                <a:lnTo>
                  <a:pt x="511" y="860"/>
                </a:lnTo>
                <a:lnTo>
                  <a:pt x="510" y="859"/>
                </a:lnTo>
                <a:lnTo>
                  <a:pt x="510" y="858"/>
                </a:lnTo>
                <a:lnTo>
                  <a:pt x="510" y="857"/>
                </a:lnTo>
                <a:lnTo>
                  <a:pt x="510" y="856"/>
                </a:lnTo>
                <a:lnTo>
                  <a:pt x="509" y="855"/>
                </a:lnTo>
                <a:lnTo>
                  <a:pt x="508" y="855"/>
                </a:lnTo>
                <a:lnTo>
                  <a:pt x="507" y="854"/>
                </a:lnTo>
                <a:lnTo>
                  <a:pt x="506" y="853"/>
                </a:lnTo>
                <a:lnTo>
                  <a:pt x="505" y="853"/>
                </a:lnTo>
                <a:lnTo>
                  <a:pt x="505" y="852"/>
                </a:lnTo>
                <a:lnTo>
                  <a:pt x="504" y="851"/>
                </a:lnTo>
                <a:lnTo>
                  <a:pt x="503" y="851"/>
                </a:lnTo>
                <a:lnTo>
                  <a:pt x="502" y="851"/>
                </a:lnTo>
                <a:lnTo>
                  <a:pt x="501" y="850"/>
                </a:lnTo>
                <a:lnTo>
                  <a:pt x="501" y="849"/>
                </a:lnTo>
                <a:lnTo>
                  <a:pt x="500" y="848"/>
                </a:lnTo>
                <a:lnTo>
                  <a:pt x="499" y="848"/>
                </a:lnTo>
                <a:lnTo>
                  <a:pt x="498" y="848"/>
                </a:lnTo>
                <a:lnTo>
                  <a:pt x="498" y="847"/>
                </a:lnTo>
                <a:lnTo>
                  <a:pt x="497" y="847"/>
                </a:lnTo>
                <a:lnTo>
                  <a:pt x="497" y="845"/>
                </a:lnTo>
                <a:lnTo>
                  <a:pt x="496" y="845"/>
                </a:lnTo>
                <a:lnTo>
                  <a:pt x="496" y="843"/>
                </a:lnTo>
                <a:lnTo>
                  <a:pt x="495" y="841"/>
                </a:lnTo>
                <a:lnTo>
                  <a:pt x="495" y="840"/>
                </a:lnTo>
                <a:lnTo>
                  <a:pt x="495" y="839"/>
                </a:lnTo>
                <a:lnTo>
                  <a:pt x="494" y="839"/>
                </a:lnTo>
                <a:lnTo>
                  <a:pt x="494" y="838"/>
                </a:lnTo>
                <a:lnTo>
                  <a:pt x="493" y="838"/>
                </a:lnTo>
                <a:lnTo>
                  <a:pt x="493" y="837"/>
                </a:lnTo>
                <a:lnTo>
                  <a:pt x="493" y="835"/>
                </a:lnTo>
                <a:lnTo>
                  <a:pt x="494" y="833"/>
                </a:lnTo>
                <a:lnTo>
                  <a:pt x="495" y="831"/>
                </a:lnTo>
                <a:lnTo>
                  <a:pt x="494" y="830"/>
                </a:lnTo>
                <a:lnTo>
                  <a:pt x="493" y="829"/>
                </a:lnTo>
                <a:lnTo>
                  <a:pt x="493" y="828"/>
                </a:lnTo>
                <a:lnTo>
                  <a:pt x="493" y="827"/>
                </a:lnTo>
                <a:lnTo>
                  <a:pt x="493" y="826"/>
                </a:lnTo>
                <a:lnTo>
                  <a:pt x="494" y="825"/>
                </a:lnTo>
                <a:lnTo>
                  <a:pt x="493" y="824"/>
                </a:lnTo>
                <a:lnTo>
                  <a:pt x="492" y="823"/>
                </a:lnTo>
                <a:lnTo>
                  <a:pt x="492" y="822"/>
                </a:lnTo>
                <a:lnTo>
                  <a:pt x="493" y="822"/>
                </a:lnTo>
                <a:lnTo>
                  <a:pt x="494" y="822"/>
                </a:lnTo>
                <a:lnTo>
                  <a:pt x="494" y="821"/>
                </a:lnTo>
                <a:lnTo>
                  <a:pt x="494" y="820"/>
                </a:lnTo>
                <a:lnTo>
                  <a:pt x="495" y="820"/>
                </a:lnTo>
                <a:lnTo>
                  <a:pt x="495" y="818"/>
                </a:lnTo>
                <a:lnTo>
                  <a:pt x="494" y="817"/>
                </a:lnTo>
                <a:lnTo>
                  <a:pt x="494" y="816"/>
                </a:lnTo>
                <a:lnTo>
                  <a:pt x="493" y="815"/>
                </a:lnTo>
                <a:lnTo>
                  <a:pt x="493" y="814"/>
                </a:lnTo>
                <a:lnTo>
                  <a:pt x="493" y="813"/>
                </a:lnTo>
                <a:lnTo>
                  <a:pt x="493" y="812"/>
                </a:lnTo>
                <a:lnTo>
                  <a:pt x="494" y="812"/>
                </a:lnTo>
                <a:lnTo>
                  <a:pt x="494" y="810"/>
                </a:lnTo>
                <a:lnTo>
                  <a:pt x="494" y="809"/>
                </a:lnTo>
                <a:lnTo>
                  <a:pt x="494" y="808"/>
                </a:lnTo>
                <a:lnTo>
                  <a:pt x="493" y="808"/>
                </a:lnTo>
                <a:lnTo>
                  <a:pt x="493" y="807"/>
                </a:lnTo>
                <a:lnTo>
                  <a:pt x="493" y="806"/>
                </a:lnTo>
                <a:lnTo>
                  <a:pt x="493" y="802"/>
                </a:lnTo>
                <a:lnTo>
                  <a:pt x="493" y="801"/>
                </a:lnTo>
                <a:lnTo>
                  <a:pt x="493" y="799"/>
                </a:lnTo>
                <a:lnTo>
                  <a:pt x="492" y="797"/>
                </a:lnTo>
                <a:lnTo>
                  <a:pt x="491" y="796"/>
                </a:lnTo>
                <a:lnTo>
                  <a:pt x="490" y="796"/>
                </a:lnTo>
                <a:lnTo>
                  <a:pt x="489" y="796"/>
                </a:lnTo>
                <a:lnTo>
                  <a:pt x="489" y="794"/>
                </a:lnTo>
                <a:lnTo>
                  <a:pt x="490" y="793"/>
                </a:lnTo>
                <a:lnTo>
                  <a:pt x="489" y="793"/>
                </a:lnTo>
                <a:lnTo>
                  <a:pt x="488" y="792"/>
                </a:lnTo>
                <a:lnTo>
                  <a:pt x="488" y="791"/>
                </a:lnTo>
                <a:lnTo>
                  <a:pt x="488" y="789"/>
                </a:lnTo>
                <a:lnTo>
                  <a:pt x="489" y="789"/>
                </a:lnTo>
                <a:lnTo>
                  <a:pt x="490" y="788"/>
                </a:lnTo>
                <a:lnTo>
                  <a:pt x="490" y="787"/>
                </a:lnTo>
                <a:lnTo>
                  <a:pt x="491" y="786"/>
                </a:lnTo>
                <a:lnTo>
                  <a:pt x="492" y="784"/>
                </a:lnTo>
                <a:lnTo>
                  <a:pt x="493" y="784"/>
                </a:lnTo>
                <a:lnTo>
                  <a:pt x="494" y="784"/>
                </a:lnTo>
                <a:lnTo>
                  <a:pt x="495" y="784"/>
                </a:lnTo>
                <a:lnTo>
                  <a:pt x="495" y="783"/>
                </a:lnTo>
                <a:lnTo>
                  <a:pt x="498" y="782"/>
                </a:lnTo>
                <a:lnTo>
                  <a:pt x="498" y="781"/>
                </a:lnTo>
                <a:lnTo>
                  <a:pt x="498" y="780"/>
                </a:lnTo>
                <a:lnTo>
                  <a:pt x="498" y="779"/>
                </a:lnTo>
                <a:lnTo>
                  <a:pt x="499" y="777"/>
                </a:lnTo>
                <a:lnTo>
                  <a:pt x="500" y="777"/>
                </a:lnTo>
                <a:lnTo>
                  <a:pt x="501" y="777"/>
                </a:lnTo>
                <a:lnTo>
                  <a:pt x="501" y="776"/>
                </a:lnTo>
                <a:lnTo>
                  <a:pt x="501" y="775"/>
                </a:lnTo>
                <a:lnTo>
                  <a:pt x="502" y="775"/>
                </a:lnTo>
                <a:lnTo>
                  <a:pt x="503" y="776"/>
                </a:lnTo>
                <a:lnTo>
                  <a:pt x="504" y="776"/>
                </a:lnTo>
                <a:lnTo>
                  <a:pt x="505" y="777"/>
                </a:lnTo>
                <a:lnTo>
                  <a:pt x="506" y="776"/>
                </a:lnTo>
                <a:lnTo>
                  <a:pt x="507" y="776"/>
                </a:lnTo>
                <a:lnTo>
                  <a:pt x="508" y="776"/>
                </a:lnTo>
                <a:lnTo>
                  <a:pt x="509" y="777"/>
                </a:lnTo>
                <a:lnTo>
                  <a:pt x="509" y="778"/>
                </a:lnTo>
                <a:lnTo>
                  <a:pt x="510" y="777"/>
                </a:lnTo>
                <a:lnTo>
                  <a:pt x="510" y="776"/>
                </a:lnTo>
                <a:lnTo>
                  <a:pt x="510" y="775"/>
                </a:lnTo>
                <a:lnTo>
                  <a:pt x="511" y="775"/>
                </a:lnTo>
                <a:lnTo>
                  <a:pt x="511" y="776"/>
                </a:lnTo>
                <a:lnTo>
                  <a:pt x="512" y="776"/>
                </a:lnTo>
                <a:lnTo>
                  <a:pt x="513" y="775"/>
                </a:lnTo>
                <a:lnTo>
                  <a:pt x="514" y="773"/>
                </a:lnTo>
                <a:lnTo>
                  <a:pt x="514" y="770"/>
                </a:lnTo>
                <a:lnTo>
                  <a:pt x="513" y="769"/>
                </a:lnTo>
                <a:lnTo>
                  <a:pt x="513" y="768"/>
                </a:lnTo>
                <a:lnTo>
                  <a:pt x="513" y="767"/>
                </a:lnTo>
                <a:lnTo>
                  <a:pt x="514" y="766"/>
                </a:lnTo>
                <a:lnTo>
                  <a:pt x="515" y="765"/>
                </a:lnTo>
                <a:lnTo>
                  <a:pt x="515" y="764"/>
                </a:lnTo>
                <a:lnTo>
                  <a:pt x="516" y="764"/>
                </a:lnTo>
                <a:lnTo>
                  <a:pt x="515" y="764"/>
                </a:lnTo>
                <a:lnTo>
                  <a:pt x="516" y="762"/>
                </a:lnTo>
                <a:lnTo>
                  <a:pt x="517" y="761"/>
                </a:lnTo>
                <a:lnTo>
                  <a:pt x="518" y="760"/>
                </a:lnTo>
                <a:lnTo>
                  <a:pt x="518" y="759"/>
                </a:lnTo>
                <a:lnTo>
                  <a:pt x="517" y="758"/>
                </a:lnTo>
                <a:lnTo>
                  <a:pt x="517" y="757"/>
                </a:lnTo>
                <a:lnTo>
                  <a:pt x="516" y="754"/>
                </a:lnTo>
                <a:lnTo>
                  <a:pt x="516" y="753"/>
                </a:lnTo>
                <a:lnTo>
                  <a:pt x="516" y="747"/>
                </a:lnTo>
                <a:lnTo>
                  <a:pt x="517" y="747"/>
                </a:lnTo>
                <a:lnTo>
                  <a:pt x="517" y="746"/>
                </a:lnTo>
                <a:lnTo>
                  <a:pt x="518" y="746"/>
                </a:lnTo>
                <a:lnTo>
                  <a:pt x="518" y="745"/>
                </a:lnTo>
                <a:lnTo>
                  <a:pt x="520" y="741"/>
                </a:lnTo>
                <a:lnTo>
                  <a:pt x="520" y="740"/>
                </a:lnTo>
                <a:lnTo>
                  <a:pt x="519" y="740"/>
                </a:lnTo>
                <a:lnTo>
                  <a:pt x="519" y="739"/>
                </a:lnTo>
                <a:lnTo>
                  <a:pt x="519" y="737"/>
                </a:lnTo>
                <a:lnTo>
                  <a:pt x="520" y="736"/>
                </a:lnTo>
                <a:lnTo>
                  <a:pt x="520" y="735"/>
                </a:lnTo>
                <a:lnTo>
                  <a:pt x="521" y="735"/>
                </a:lnTo>
                <a:lnTo>
                  <a:pt x="521" y="734"/>
                </a:lnTo>
                <a:lnTo>
                  <a:pt x="520" y="732"/>
                </a:lnTo>
                <a:lnTo>
                  <a:pt x="519" y="730"/>
                </a:lnTo>
                <a:lnTo>
                  <a:pt x="516" y="725"/>
                </a:lnTo>
                <a:lnTo>
                  <a:pt x="513" y="721"/>
                </a:lnTo>
                <a:lnTo>
                  <a:pt x="512" y="720"/>
                </a:lnTo>
                <a:lnTo>
                  <a:pt x="511" y="718"/>
                </a:lnTo>
                <a:lnTo>
                  <a:pt x="510" y="714"/>
                </a:lnTo>
                <a:lnTo>
                  <a:pt x="510" y="710"/>
                </a:lnTo>
                <a:lnTo>
                  <a:pt x="511" y="707"/>
                </a:lnTo>
                <a:lnTo>
                  <a:pt x="509" y="703"/>
                </a:lnTo>
                <a:lnTo>
                  <a:pt x="508" y="700"/>
                </a:lnTo>
                <a:lnTo>
                  <a:pt x="508" y="699"/>
                </a:lnTo>
                <a:lnTo>
                  <a:pt x="508" y="690"/>
                </a:lnTo>
                <a:lnTo>
                  <a:pt x="509" y="685"/>
                </a:lnTo>
                <a:lnTo>
                  <a:pt x="509" y="684"/>
                </a:lnTo>
                <a:lnTo>
                  <a:pt x="507" y="681"/>
                </a:lnTo>
                <a:lnTo>
                  <a:pt x="506" y="678"/>
                </a:lnTo>
                <a:lnTo>
                  <a:pt x="505" y="677"/>
                </a:lnTo>
                <a:lnTo>
                  <a:pt x="505" y="676"/>
                </a:lnTo>
                <a:lnTo>
                  <a:pt x="504" y="674"/>
                </a:lnTo>
                <a:lnTo>
                  <a:pt x="503" y="674"/>
                </a:lnTo>
                <a:lnTo>
                  <a:pt x="503" y="673"/>
                </a:lnTo>
                <a:lnTo>
                  <a:pt x="501" y="674"/>
                </a:lnTo>
                <a:lnTo>
                  <a:pt x="501" y="675"/>
                </a:lnTo>
                <a:lnTo>
                  <a:pt x="500" y="676"/>
                </a:lnTo>
                <a:lnTo>
                  <a:pt x="498" y="675"/>
                </a:lnTo>
                <a:lnTo>
                  <a:pt x="496" y="674"/>
                </a:lnTo>
                <a:lnTo>
                  <a:pt x="495" y="675"/>
                </a:lnTo>
                <a:lnTo>
                  <a:pt x="494" y="674"/>
                </a:lnTo>
                <a:lnTo>
                  <a:pt x="492" y="671"/>
                </a:lnTo>
                <a:lnTo>
                  <a:pt x="491" y="671"/>
                </a:lnTo>
                <a:lnTo>
                  <a:pt x="488" y="669"/>
                </a:lnTo>
                <a:lnTo>
                  <a:pt x="487" y="668"/>
                </a:lnTo>
                <a:lnTo>
                  <a:pt x="486" y="666"/>
                </a:lnTo>
                <a:lnTo>
                  <a:pt x="485" y="667"/>
                </a:lnTo>
                <a:lnTo>
                  <a:pt x="485" y="668"/>
                </a:lnTo>
                <a:lnTo>
                  <a:pt x="485" y="669"/>
                </a:lnTo>
                <a:lnTo>
                  <a:pt x="485" y="670"/>
                </a:lnTo>
                <a:lnTo>
                  <a:pt x="486" y="671"/>
                </a:lnTo>
                <a:lnTo>
                  <a:pt x="486" y="672"/>
                </a:lnTo>
                <a:lnTo>
                  <a:pt x="487" y="672"/>
                </a:lnTo>
                <a:lnTo>
                  <a:pt x="485" y="674"/>
                </a:lnTo>
                <a:lnTo>
                  <a:pt x="484" y="677"/>
                </a:lnTo>
                <a:lnTo>
                  <a:pt x="484" y="678"/>
                </a:lnTo>
                <a:lnTo>
                  <a:pt x="480" y="677"/>
                </a:lnTo>
                <a:lnTo>
                  <a:pt x="474" y="675"/>
                </a:lnTo>
                <a:lnTo>
                  <a:pt x="472" y="674"/>
                </a:lnTo>
                <a:lnTo>
                  <a:pt x="469" y="673"/>
                </a:lnTo>
                <a:lnTo>
                  <a:pt x="468" y="673"/>
                </a:lnTo>
                <a:lnTo>
                  <a:pt x="468" y="672"/>
                </a:lnTo>
                <a:lnTo>
                  <a:pt x="469" y="669"/>
                </a:lnTo>
                <a:lnTo>
                  <a:pt x="469" y="667"/>
                </a:lnTo>
                <a:lnTo>
                  <a:pt x="466" y="662"/>
                </a:lnTo>
                <a:lnTo>
                  <a:pt x="464" y="659"/>
                </a:lnTo>
                <a:lnTo>
                  <a:pt x="461" y="657"/>
                </a:lnTo>
                <a:lnTo>
                  <a:pt x="460" y="652"/>
                </a:lnTo>
                <a:lnTo>
                  <a:pt x="459" y="650"/>
                </a:lnTo>
                <a:lnTo>
                  <a:pt x="455" y="650"/>
                </a:lnTo>
                <a:lnTo>
                  <a:pt x="450" y="648"/>
                </a:lnTo>
                <a:lnTo>
                  <a:pt x="450" y="649"/>
                </a:lnTo>
                <a:lnTo>
                  <a:pt x="450" y="651"/>
                </a:lnTo>
                <a:lnTo>
                  <a:pt x="449" y="651"/>
                </a:lnTo>
                <a:lnTo>
                  <a:pt x="448" y="650"/>
                </a:lnTo>
                <a:lnTo>
                  <a:pt x="446" y="649"/>
                </a:lnTo>
                <a:lnTo>
                  <a:pt x="446" y="648"/>
                </a:lnTo>
                <a:lnTo>
                  <a:pt x="445" y="649"/>
                </a:lnTo>
                <a:lnTo>
                  <a:pt x="445" y="650"/>
                </a:lnTo>
                <a:lnTo>
                  <a:pt x="445" y="651"/>
                </a:lnTo>
                <a:lnTo>
                  <a:pt x="445" y="653"/>
                </a:lnTo>
                <a:lnTo>
                  <a:pt x="444" y="653"/>
                </a:lnTo>
                <a:lnTo>
                  <a:pt x="442" y="648"/>
                </a:lnTo>
                <a:lnTo>
                  <a:pt x="441" y="648"/>
                </a:lnTo>
                <a:lnTo>
                  <a:pt x="438" y="648"/>
                </a:lnTo>
                <a:lnTo>
                  <a:pt x="437" y="648"/>
                </a:lnTo>
                <a:lnTo>
                  <a:pt x="436" y="648"/>
                </a:lnTo>
                <a:lnTo>
                  <a:pt x="436" y="647"/>
                </a:lnTo>
                <a:lnTo>
                  <a:pt x="436" y="643"/>
                </a:lnTo>
                <a:lnTo>
                  <a:pt x="436" y="641"/>
                </a:lnTo>
                <a:lnTo>
                  <a:pt x="437" y="637"/>
                </a:lnTo>
                <a:lnTo>
                  <a:pt x="438" y="636"/>
                </a:lnTo>
                <a:lnTo>
                  <a:pt x="438" y="635"/>
                </a:lnTo>
                <a:lnTo>
                  <a:pt x="435" y="635"/>
                </a:lnTo>
                <a:lnTo>
                  <a:pt x="434" y="637"/>
                </a:lnTo>
                <a:lnTo>
                  <a:pt x="433" y="640"/>
                </a:lnTo>
                <a:lnTo>
                  <a:pt x="432" y="641"/>
                </a:lnTo>
                <a:lnTo>
                  <a:pt x="431" y="642"/>
                </a:lnTo>
                <a:lnTo>
                  <a:pt x="432" y="643"/>
                </a:lnTo>
                <a:lnTo>
                  <a:pt x="432" y="644"/>
                </a:lnTo>
                <a:lnTo>
                  <a:pt x="431" y="647"/>
                </a:lnTo>
                <a:lnTo>
                  <a:pt x="430" y="648"/>
                </a:lnTo>
                <a:lnTo>
                  <a:pt x="428" y="651"/>
                </a:lnTo>
                <a:lnTo>
                  <a:pt x="427" y="651"/>
                </a:lnTo>
                <a:lnTo>
                  <a:pt x="426" y="650"/>
                </a:lnTo>
                <a:lnTo>
                  <a:pt x="425" y="650"/>
                </a:lnTo>
                <a:lnTo>
                  <a:pt x="425" y="649"/>
                </a:lnTo>
                <a:lnTo>
                  <a:pt x="425" y="648"/>
                </a:lnTo>
                <a:lnTo>
                  <a:pt x="425" y="647"/>
                </a:lnTo>
                <a:lnTo>
                  <a:pt x="425" y="646"/>
                </a:lnTo>
                <a:lnTo>
                  <a:pt x="424" y="646"/>
                </a:lnTo>
                <a:lnTo>
                  <a:pt x="421" y="644"/>
                </a:lnTo>
                <a:lnTo>
                  <a:pt x="419" y="645"/>
                </a:lnTo>
                <a:lnTo>
                  <a:pt x="418" y="646"/>
                </a:lnTo>
                <a:lnTo>
                  <a:pt x="417" y="646"/>
                </a:lnTo>
                <a:lnTo>
                  <a:pt x="417" y="645"/>
                </a:lnTo>
                <a:lnTo>
                  <a:pt x="417" y="644"/>
                </a:lnTo>
                <a:lnTo>
                  <a:pt x="417" y="643"/>
                </a:lnTo>
                <a:lnTo>
                  <a:pt x="417" y="642"/>
                </a:lnTo>
                <a:lnTo>
                  <a:pt x="418" y="642"/>
                </a:lnTo>
                <a:lnTo>
                  <a:pt x="418" y="641"/>
                </a:lnTo>
                <a:lnTo>
                  <a:pt x="417" y="641"/>
                </a:lnTo>
                <a:lnTo>
                  <a:pt x="416" y="640"/>
                </a:lnTo>
                <a:lnTo>
                  <a:pt x="415" y="640"/>
                </a:lnTo>
                <a:lnTo>
                  <a:pt x="414" y="642"/>
                </a:lnTo>
                <a:lnTo>
                  <a:pt x="412" y="644"/>
                </a:lnTo>
                <a:lnTo>
                  <a:pt x="409" y="642"/>
                </a:lnTo>
                <a:lnTo>
                  <a:pt x="407" y="639"/>
                </a:lnTo>
                <a:lnTo>
                  <a:pt x="404" y="637"/>
                </a:lnTo>
                <a:lnTo>
                  <a:pt x="404" y="636"/>
                </a:lnTo>
                <a:lnTo>
                  <a:pt x="403" y="636"/>
                </a:lnTo>
                <a:lnTo>
                  <a:pt x="402" y="635"/>
                </a:lnTo>
                <a:lnTo>
                  <a:pt x="402" y="634"/>
                </a:lnTo>
                <a:lnTo>
                  <a:pt x="403" y="633"/>
                </a:lnTo>
                <a:lnTo>
                  <a:pt x="403" y="634"/>
                </a:lnTo>
                <a:lnTo>
                  <a:pt x="405" y="634"/>
                </a:lnTo>
                <a:lnTo>
                  <a:pt x="406" y="633"/>
                </a:lnTo>
                <a:lnTo>
                  <a:pt x="406" y="630"/>
                </a:lnTo>
                <a:lnTo>
                  <a:pt x="406" y="629"/>
                </a:lnTo>
                <a:lnTo>
                  <a:pt x="406" y="628"/>
                </a:lnTo>
                <a:lnTo>
                  <a:pt x="404" y="626"/>
                </a:lnTo>
                <a:lnTo>
                  <a:pt x="403" y="626"/>
                </a:lnTo>
                <a:lnTo>
                  <a:pt x="402" y="626"/>
                </a:lnTo>
                <a:lnTo>
                  <a:pt x="400" y="627"/>
                </a:lnTo>
                <a:lnTo>
                  <a:pt x="400" y="628"/>
                </a:lnTo>
                <a:lnTo>
                  <a:pt x="399" y="629"/>
                </a:lnTo>
                <a:lnTo>
                  <a:pt x="400" y="630"/>
                </a:lnTo>
                <a:lnTo>
                  <a:pt x="400" y="632"/>
                </a:lnTo>
                <a:lnTo>
                  <a:pt x="399" y="632"/>
                </a:lnTo>
                <a:lnTo>
                  <a:pt x="398" y="631"/>
                </a:lnTo>
                <a:lnTo>
                  <a:pt x="398" y="630"/>
                </a:lnTo>
                <a:lnTo>
                  <a:pt x="398" y="629"/>
                </a:lnTo>
                <a:lnTo>
                  <a:pt x="396" y="631"/>
                </a:lnTo>
                <a:lnTo>
                  <a:pt x="394" y="631"/>
                </a:lnTo>
                <a:lnTo>
                  <a:pt x="393" y="632"/>
                </a:lnTo>
                <a:lnTo>
                  <a:pt x="392" y="632"/>
                </a:lnTo>
                <a:lnTo>
                  <a:pt x="392" y="631"/>
                </a:lnTo>
                <a:lnTo>
                  <a:pt x="392" y="628"/>
                </a:lnTo>
                <a:lnTo>
                  <a:pt x="392" y="627"/>
                </a:lnTo>
                <a:lnTo>
                  <a:pt x="392" y="626"/>
                </a:lnTo>
                <a:lnTo>
                  <a:pt x="392" y="622"/>
                </a:lnTo>
                <a:lnTo>
                  <a:pt x="391" y="621"/>
                </a:lnTo>
                <a:lnTo>
                  <a:pt x="391" y="620"/>
                </a:lnTo>
                <a:lnTo>
                  <a:pt x="391" y="621"/>
                </a:lnTo>
                <a:lnTo>
                  <a:pt x="390" y="621"/>
                </a:lnTo>
                <a:lnTo>
                  <a:pt x="390" y="620"/>
                </a:lnTo>
                <a:lnTo>
                  <a:pt x="389" y="619"/>
                </a:lnTo>
                <a:lnTo>
                  <a:pt x="389" y="618"/>
                </a:lnTo>
                <a:lnTo>
                  <a:pt x="388" y="617"/>
                </a:lnTo>
                <a:lnTo>
                  <a:pt x="388" y="616"/>
                </a:lnTo>
                <a:lnTo>
                  <a:pt x="388" y="617"/>
                </a:lnTo>
                <a:lnTo>
                  <a:pt x="388" y="616"/>
                </a:lnTo>
                <a:lnTo>
                  <a:pt x="387" y="615"/>
                </a:lnTo>
                <a:lnTo>
                  <a:pt x="386" y="613"/>
                </a:lnTo>
                <a:lnTo>
                  <a:pt x="385" y="613"/>
                </a:lnTo>
                <a:lnTo>
                  <a:pt x="383" y="613"/>
                </a:lnTo>
                <a:lnTo>
                  <a:pt x="382" y="613"/>
                </a:lnTo>
                <a:lnTo>
                  <a:pt x="380" y="610"/>
                </a:lnTo>
                <a:lnTo>
                  <a:pt x="380" y="609"/>
                </a:lnTo>
                <a:lnTo>
                  <a:pt x="379" y="609"/>
                </a:lnTo>
                <a:lnTo>
                  <a:pt x="378" y="608"/>
                </a:lnTo>
                <a:lnTo>
                  <a:pt x="377" y="608"/>
                </a:lnTo>
                <a:lnTo>
                  <a:pt x="376" y="608"/>
                </a:lnTo>
                <a:lnTo>
                  <a:pt x="376" y="607"/>
                </a:lnTo>
                <a:lnTo>
                  <a:pt x="376" y="606"/>
                </a:lnTo>
                <a:lnTo>
                  <a:pt x="374" y="606"/>
                </a:lnTo>
                <a:lnTo>
                  <a:pt x="374" y="605"/>
                </a:lnTo>
                <a:lnTo>
                  <a:pt x="373" y="605"/>
                </a:lnTo>
                <a:lnTo>
                  <a:pt x="373" y="606"/>
                </a:lnTo>
                <a:lnTo>
                  <a:pt x="373" y="607"/>
                </a:lnTo>
                <a:lnTo>
                  <a:pt x="372" y="607"/>
                </a:lnTo>
                <a:lnTo>
                  <a:pt x="370" y="607"/>
                </a:lnTo>
                <a:lnTo>
                  <a:pt x="365" y="605"/>
                </a:lnTo>
                <a:lnTo>
                  <a:pt x="365" y="603"/>
                </a:lnTo>
                <a:lnTo>
                  <a:pt x="364" y="603"/>
                </a:lnTo>
                <a:lnTo>
                  <a:pt x="364" y="604"/>
                </a:lnTo>
                <a:lnTo>
                  <a:pt x="360" y="600"/>
                </a:lnTo>
                <a:lnTo>
                  <a:pt x="358" y="600"/>
                </a:lnTo>
                <a:lnTo>
                  <a:pt x="357" y="600"/>
                </a:lnTo>
                <a:lnTo>
                  <a:pt x="358" y="601"/>
                </a:lnTo>
                <a:lnTo>
                  <a:pt x="358" y="602"/>
                </a:lnTo>
                <a:lnTo>
                  <a:pt x="357" y="602"/>
                </a:lnTo>
                <a:lnTo>
                  <a:pt x="356" y="602"/>
                </a:lnTo>
                <a:lnTo>
                  <a:pt x="354" y="602"/>
                </a:lnTo>
                <a:lnTo>
                  <a:pt x="353" y="602"/>
                </a:lnTo>
                <a:lnTo>
                  <a:pt x="352" y="601"/>
                </a:lnTo>
                <a:lnTo>
                  <a:pt x="351" y="600"/>
                </a:lnTo>
                <a:lnTo>
                  <a:pt x="351" y="598"/>
                </a:lnTo>
                <a:lnTo>
                  <a:pt x="349" y="597"/>
                </a:lnTo>
                <a:lnTo>
                  <a:pt x="347" y="597"/>
                </a:lnTo>
                <a:lnTo>
                  <a:pt x="346" y="598"/>
                </a:lnTo>
                <a:lnTo>
                  <a:pt x="345" y="598"/>
                </a:lnTo>
                <a:lnTo>
                  <a:pt x="343" y="599"/>
                </a:lnTo>
                <a:lnTo>
                  <a:pt x="342" y="599"/>
                </a:lnTo>
                <a:lnTo>
                  <a:pt x="337" y="598"/>
                </a:lnTo>
                <a:lnTo>
                  <a:pt x="337" y="597"/>
                </a:lnTo>
                <a:lnTo>
                  <a:pt x="336" y="596"/>
                </a:lnTo>
                <a:lnTo>
                  <a:pt x="333" y="596"/>
                </a:lnTo>
                <a:lnTo>
                  <a:pt x="332" y="596"/>
                </a:lnTo>
                <a:lnTo>
                  <a:pt x="331" y="597"/>
                </a:lnTo>
                <a:lnTo>
                  <a:pt x="330" y="597"/>
                </a:lnTo>
                <a:lnTo>
                  <a:pt x="329" y="597"/>
                </a:lnTo>
                <a:lnTo>
                  <a:pt x="329" y="596"/>
                </a:lnTo>
                <a:lnTo>
                  <a:pt x="328" y="596"/>
                </a:lnTo>
                <a:lnTo>
                  <a:pt x="328" y="597"/>
                </a:lnTo>
                <a:lnTo>
                  <a:pt x="328" y="598"/>
                </a:lnTo>
                <a:lnTo>
                  <a:pt x="328" y="599"/>
                </a:lnTo>
                <a:lnTo>
                  <a:pt x="327" y="598"/>
                </a:lnTo>
                <a:lnTo>
                  <a:pt x="326" y="598"/>
                </a:lnTo>
                <a:lnTo>
                  <a:pt x="325" y="595"/>
                </a:lnTo>
                <a:lnTo>
                  <a:pt x="325" y="594"/>
                </a:lnTo>
                <a:lnTo>
                  <a:pt x="326" y="595"/>
                </a:lnTo>
                <a:lnTo>
                  <a:pt x="326" y="594"/>
                </a:lnTo>
                <a:lnTo>
                  <a:pt x="325" y="593"/>
                </a:lnTo>
                <a:lnTo>
                  <a:pt x="324" y="593"/>
                </a:lnTo>
                <a:lnTo>
                  <a:pt x="325" y="592"/>
                </a:lnTo>
                <a:lnTo>
                  <a:pt x="325" y="591"/>
                </a:lnTo>
                <a:lnTo>
                  <a:pt x="325" y="590"/>
                </a:lnTo>
                <a:lnTo>
                  <a:pt x="325" y="589"/>
                </a:lnTo>
                <a:lnTo>
                  <a:pt x="323" y="587"/>
                </a:lnTo>
                <a:lnTo>
                  <a:pt x="322" y="587"/>
                </a:lnTo>
                <a:lnTo>
                  <a:pt x="321" y="586"/>
                </a:lnTo>
                <a:lnTo>
                  <a:pt x="319" y="584"/>
                </a:lnTo>
                <a:lnTo>
                  <a:pt x="318" y="584"/>
                </a:lnTo>
                <a:lnTo>
                  <a:pt x="318" y="583"/>
                </a:lnTo>
                <a:lnTo>
                  <a:pt x="318" y="581"/>
                </a:lnTo>
                <a:lnTo>
                  <a:pt x="319" y="581"/>
                </a:lnTo>
                <a:lnTo>
                  <a:pt x="318" y="580"/>
                </a:lnTo>
                <a:lnTo>
                  <a:pt x="317" y="580"/>
                </a:lnTo>
                <a:lnTo>
                  <a:pt x="315" y="582"/>
                </a:lnTo>
                <a:lnTo>
                  <a:pt x="313" y="582"/>
                </a:lnTo>
                <a:lnTo>
                  <a:pt x="313" y="583"/>
                </a:lnTo>
                <a:lnTo>
                  <a:pt x="312" y="584"/>
                </a:lnTo>
                <a:lnTo>
                  <a:pt x="311" y="585"/>
                </a:lnTo>
                <a:lnTo>
                  <a:pt x="311" y="586"/>
                </a:lnTo>
                <a:lnTo>
                  <a:pt x="311" y="585"/>
                </a:lnTo>
                <a:lnTo>
                  <a:pt x="310" y="584"/>
                </a:lnTo>
                <a:lnTo>
                  <a:pt x="310" y="583"/>
                </a:lnTo>
                <a:lnTo>
                  <a:pt x="310" y="582"/>
                </a:lnTo>
                <a:lnTo>
                  <a:pt x="309" y="582"/>
                </a:lnTo>
                <a:lnTo>
                  <a:pt x="309" y="581"/>
                </a:lnTo>
                <a:lnTo>
                  <a:pt x="308" y="582"/>
                </a:lnTo>
                <a:lnTo>
                  <a:pt x="307" y="583"/>
                </a:lnTo>
                <a:lnTo>
                  <a:pt x="307" y="584"/>
                </a:lnTo>
                <a:lnTo>
                  <a:pt x="307" y="583"/>
                </a:lnTo>
                <a:lnTo>
                  <a:pt x="306" y="583"/>
                </a:lnTo>
                <a:lnTo>
                  <a:pt x="303" y="583"/>
                </a:lnTo>
                <a:lnTo>
                  <a:pt x="303" y="582"/>
                </a:lnTo>
                <a:lnTo>
                  <a:pt x="302" y="582"/>
                </a:lnTo>
                <a:lnTo>
                  <a:pt x="301" y="582"/>
                </a:lnTo>
                <a:lnTo>
                  <a:pt x="300" y="582"/>
                </a:lnTo>
                <a:lnTo>
                  <a:pt x="299" y="582"/>
                </a:lnTo>
                <a:lnTo>
                  <a:pt x="298" y="582"/>
                </a:lnTo>
                <a:lnTo>
                  <a:pt x="298" y="583"/>
                </a:lnTo>
                <a:lnTo>
                  <a:pt x="297" y="583"/>
                </a:lnTo>
                <a:lnTo>
                  <a:pt x="297" y="581"/>
                </a:lnTo>
                <a:lnTo>
                  <a:pt x="295" y="580"/>
                </a:lnTo>
                <a:lnTo>
                  <a:pt x="294" y="580"/>
                </a:lnTo>
                <a:lnTo>
                  <a:pt x="294" y="578"/>
                </a:lnTo>
                <a:lnTo>
                  <a:pt x="293" y="578"/>
                </a:lnTo>
                <a:lnTo>
                  <a:pt x="292" y="578"/>
                </a:lnTo>
                <a:lnTo>
                  <a:pt x="292" y="579"/>
                </a:lnTo>
                <a:lnTo>
                  <a:pt x="293" y="579"/>
                </a:lnTo>
                <a:lnTo>
                  <a:pt x="291" y="581"/>
                </a:lnTo>
                <a:lnTo>
                  <a:pt x="290" y="581"/>
                </a:lnTo>
                <a:lnTo>
                  <a:pt x="289" y="581"/>
                </a:lnTo>
                <a:lnTo>
                  <a:pt x="289" y="580"/>
                </a:lnTo>
                <a:lnTo>
                  <a:pt x="288" y="577"/>
                </a:lnTo>
                <a:lnTo>
                  <a:pt x="288" y="576"/>
                </a:lnTo>
                <a:lnTo>
                  <a:pt x="288" y="575"/>
                </a:lnTo>
                <a:lnTo>
                  <a:pt x="288" y="573"/>
                </a:lnTo>
                <a:lnTo>
                  <a:pt x="287" y="570"/>
                </a:lnTo>
                <a:lnTo>
                  <a:pt x="287" y="568"/>
                </a:lnTo>
                <a:lnTo>
                  <a:pt x="286" y="568"/>
                </a:lnTo>
                <a:lnTo>
                  <a:pt x="285" y="565"/>
                </a:lnTo>
                <a:lnTo>
                  <a:pt x="285" y="561"/>
                </a:lnTo>
                <a:lnTo>
                  <a:pt x="285" y="560"/>
                </a:lnTo>
                <a:lnTo>
                  <a:pt x="285" y="559"/>
                </a:lnTo>
                <a:lnTo>
                  <a:pt x="284" y="558"/>
                </a:lnTo>
                <a:lnTo>
                  <a:pt x="284" y="557"/>
                </a:lnTo>
                <a:lnTo>
                  <a:pt x="285" y="556"/>
                </a:lnTo>
                <a:lnTo>
                  <a:pt x="284" y="555"/>
                </a:lnTo>
                <a:lnTo>
                  <a:pt x="283" y="555"/>
                </a:lnTo>
                <a:lnTo>
                  <a:pt x="283" y="554"/>
                </a:lnTo>
                <a:lnTo>
                  <a:pt x="284" y="555"/>
                </a:lnTo>
                <a:lnTo>
                  <a:pt x="284" y="553"/>
                </a:lnTo>
                <a:lnTo>
                  <a:pt x="285" y="551"/>
                </a:lnTo>
                <a:lnTo>
                  <a:pt x="284" y="551"/>
                </a:lnTo>
                <a:lnTo>
                  <a:pt x="284" y="550"/>
                </a:lnTo>
                <a:lnTo>
                  <a:pt x="285" y="549"/>
                </a:lnTo>
                <a:lnTo>
                  <a:pt x="284" y="549"/>
                </a:lnTo>
                <a:lnTo>
                  <a:pt x="284" y="547"/>
                </a:lnTo>
                <a:lnTo>
                  <a:pt x="283" y="544"/>
                </a:lnTo>
                <a:lnTo>
                  <a:pt x="282" y="543"/>
                </a:lnTo>
                <a:lnTo>
                  <a:pt x="283" y="543"/>
                </a:lnTo>
                <a:lnTo>
                  <a:pt x="284" y="543"/>
                </a:lnTo>
                <a:lnTo>
                  <a:pt x="283" y="542"/>
                </a:lnTo>
                <a:lnTo>
                  <a:pt x="283" y="540"/>
                </a:lnTo>
                <a:lnTo>
                  <a:pt x="283" y="539"/>
                </a:lnTo>
                <a:lnTo>
                  <a:pt x="282" y="537"/>
                </a:lnTo>
                <a:lnTo>
                  <a:pt x="283" y="537"/>
                </a:lnTo>
                <a:lnTo>
                  <a:pt x="283" y="536"/>
                </a:lnTo>
                <a:lnTo>
                  <a:pt x="287" y="541"/>
                </a:lnTo>
                <a:lnTo>
                  <a:pt x="288" y="542"/>
                </a:lnTo>
                <a:lnTo>
                  <a:pt x="290" y="538"/>
                </a:lnTo>
                <a:lnTo>
                  <a:pt x="291" y="537"/>
                </a:lnTo>
                <a:lnTo>
                  <a:pt x="291" y="536"/>
                </a:lnTo>
                <a:lnTo>
                  <a:pt x="292" y="536"/>
                </a:lnTo>
                <a:lnTo>
                  <a:pt x="292" y="535"/>
                </a:lnTo>
                <a:lnTo>
                  <a:pt x="292" y="534"/>
                </a:lnTo>
                <a:lnTo>
                  <a:pt x="292" y="533"/>
                </a:lnTo>
                <a:lnTo>
                  <a:pt x="292" y="531"/>
                </a:lnTo>
                <a:lnTo>
                  <a:pt x="293" y="530"/>
                </a:lnTo>
                <a:lnTo>
                  <a:pt x="292" y="528"/>
                </a:lnTo>
                <a:lnTo>
                  <a:pt x="292" y="527"/>
                </a:lnTo>
                <a:lnTo>
                  <a:pt x="291" y="525"/>
                </a:lnTo>
                <a:lnTo>
                  <a:pt x="290" y="523"/>
                </a:lnTo>
                <a:lnTo>
                  <a:pt x="289" y="522"/>
                </a:lnTo>
                <a:lnTo>
                  <a:pt x="287" y="520"/>
                </a:lnTo>
                <a:lnTo>
                  <a:pt x="284" y="518"/>
                </a:lnTo>
                <a:lnTo>
                  <a:pt x="283" y="517"/>
                </a:lnTo>
                <a:lnTo>
                  <a:pt x="282" y="517"/>
                </a:lnTo>
                <a:lnTo>
                  <a:pt x="281" y="516"/>
                </a:lnTo>
                <a:lnTo>
                  <a:pt x="280" y="516"/>
                </a:lnTo>
                <a:lnTo>
                  <a:pt x="280" y="515"/>
                </a:lnTo>
                <a:lnTo>
                  <a:pt x="281" y="514"/>
                </a:lnTo>
                <a:lnTo>
                  <a:pt x="283" y="513"/>
                </a:lnTo>
                <a:lnTo>
                  <a:pt x="285" y="514"/>
                </a:lnTo>
                <a:lnTo>
                  <a:pt x="287" y="514"/>
                </a:lnTo>
                <a:lnTo>
                  <a:pt x="288" y="514"/>
                </a:lnTo>
                <a:lnTo>
                  <a:pt x="288" y="512"/>
                </a:lnTo>
                <a:lnTo>
                  <a:pt x="288" y="511"/>
                </a:lnTo>
                <a:lnTo>
                  <a:pt x="287" y="509"/>
                </a:lnTo>
                <a:lnTo>
                  <a:pt x="286" y="508"/>
                </a:lnTo>
                <a:lnTo>
                  <a:pt x="286" y="507"/>
                </a:lnTo>
                <a:lnTo>
                  <a:pt x="285" y="505"/>
                </a:lnTo>
                <a:lnTo>
                  <a:pt x="282" y="502"/>
                </a:lnTo>
                <a:lnTo>
                  <a:pt x="281" y="501"/>
                </a:lnTo>
                <a:lnTo>
                  <a:pt x="280" y="498"/>
                </a:lnTo>
                <a:lnTo>
                  <a:pt x="279" y="497"/>
                </a:lnTo>
                <a:lnTo>
                  <a:pt x="279" y="494"/>
                </a:lnTo>
                <a:lnTo>
                  <a:pt x="279" y="492"/>
                </a:lnTo>
                <a:lnTo>
                  <a:pt x="280" y="492"/>
                </a:lnTo>
                <a:lnTo>
                  <a:pt x="280" y="491"/>
                </a:lnTo>
                <a:lnTo>
                  <a:pt x="280" y="486"/>
                </a:lnTo>
                <a:lnTo>
                  <a:pt x="280" y="484"/>
                </a:lnTo>
                <a:lnTo>
                  <a:pt x="280" y="482"/>
                </a:lnTo>
                <a:lnTo>
                  <a:pt x="280" y="481"/>
                </a:lnTo>
                <a:lnTo>
                  <a:pt x="281" y="481"/>
                </a:lnTo>
                <a:lnTo>
                  <a:pt x="282" y="480"/>
                </a:lnTo>
                <a:lnTo>
                  <a:pt x="282" y="479"/>
                </a:lnTo>
                <a:lnTo>
                  <a:pt x="283" y="477"/>
                </a:lnTo>
                <a:lnTo>
                  <a:pt x="282" y="476"/>
                </a:lnTo>
                <a:lnTo>
                  <a:pt x="282" y="474"/>
                </a:lnTo>
                <a:lnTo>
                  <a:pt x="282" y="473"/>
                </a:lnTo>
                <a:lnTo>
                  <a:pt x="283" y="470"/>
                </a:lnTo>
                <a:lnTo>
                  <a:pt x="283" y="469"/>
                </a:lnTo>
                <a:lnTo>
                  <a:pt x="283" y="467"/>
                </a:lnTo>
                <a:lnTo>
                  <a:pt x="283" y="466"/>
                </a:lnTo>
                <a:lnTo>
                  <a:pt x="283" y="464"/>
                </a:lnTo>
                <a:lnTo>
                  <a:pt x="283" y="463"/>
                </a:lnTo>
                <a:lnTo>
                  <a:pt x="284" y="462"/>
                </a:lnTo>
                <a:lnTo>
                  <a:pt x="284" y="461"/>
                </a:lnTo>
                <a:lnTo>
                  <a:pt x="287" y="459"/>
                </a:lnTo>
                <a:lnTo>
                  <a:pt x="288" y="458"/>
                </a:lnTo>
                <a:lnTo>
                  <a:pt x="288" y="459"/>
                </a:lnTo>
                <a:lnTo>
                  <a:pt x="289" y="461"/>
                </a:lnTo>
                <a:lnTo>
                  <a:pt x="290" y="460"/>
                </a:lnTo>
                <a:lnTo>
                  <a:pt x="290" y="459"/>
                </a:lnTo>
                <a:lnTo>
                  <a:pt x="290" y="457"/>
                </a:lnTo>
                <a:lnTo>
                  <a:pt x="292" y="455"/>
                </a:lnTo>
                <a:lnTo>
                  <a:pt x="293" y="455"/>
                </a:lnTo>
                <a:lnTo>
                  <a:pt x="294" y="453"/>
                </a:lnTo>
                <a:lnTo>
                  <a:pt x="293" y="452"/>
                </a:lnTo>
                <a:lnTo>
                  <a:pt x="293" y="451"/>
                </a:lnTo>
                <a:lnTo>
                  <a:pt x="295" y="446"/>
                </a:lnTo>
                <a:lnTo>
                  <a:pt x="295" y="445"/>
                </a:lnTo>
                <a:lnTo>
                  <a:pt x="296" y="443"/>
                </a:lnTo>
                <a:lnTo>
                  <a:pt x="296" y="442"/>
                </a:lnTo>
                <a:lnTo>
                  <a:pt x="295" y="441"/>
                </a:lnTo>
                <a:lnTo>
                  <a:pt x="291" y="442"/>
                </a:lnTo>
                <a:lnTo>
                  <a:pt x="290" y="442"/>
                </a:lnTo>
                <a:lnTo>
                  <a:pt x="287" y="437"/>
                </a:lnTo>
                <a:lnTo>
                  <a:pt x="286" y="437"/>
                </a:lnTo>
                <a:lnTo>
                  <a:pt x="287" y="437"/>
                </a:lnTo>
                <a:lnTo>
                  <a:pt x="288" y="437"/>
                </a:lnTo>
                <a:lnTo>
                  <a:pt x="289" y="437"/>
                </a:lnTo>
                <a:lnTo>
                  <a:pt x="289" y="436"/>
                </a:lnTo>
                <a:lnTo>
                  <a:pt x="292" y="437"/>
                </a:lnTo>
                <a:lnTo>
                  <a:pt x="294" y="436"/>
                </a:lnTo>
                <a:lnTo>
                  <a:pt x="295" y="435"/>
                </a:lnTo>
                <a:lnTo>
                  <a:pt x="295" y="433"/>
                </a:lnTo>
                <a:lnTo>
                  <a:pt x="297" y="431"/>
                </a:lnTo>
                <a:lnTo>
                  <a:pt x="300" y="427"/>
                </a:lnTo>
                <a:lnTo>
                  <a:pt x="303" y="428"/>
                </a:lnTo>
                <a:lnTo>
                  <a:pt x="304" y="427"/>
                </a:lnTo>
                <a:lnTo>
                  <a:pt x="304" y="424"/>
                </a:lnTo>
                <a:lnTo>
                  <a:pt x="298" y="423"/>
                </a:lnTo>
                <a:lnTo>
                  <a:pt x="298" y="422"/>
                </a:lnTo>
                <a:lnTo>
                  <a:pt x="298" y="420"/>
                </a:lnTo>
                <a:lnTo>
                  <a:pt x="298" y="419"/>
                </a:lnTo>
                <a:lnTo>
                  <a:pt x="301" y="419"/>
                </a:lnTo>
                <a:lnTo>
                  <a:pt x="303" y="420"/>
                </a:lnTo>
                <a:lnTo>
                  <a:pt x="303" y="421"/>
                </a:lnTo>
                <a:lnTo>
                  <a:pt x="303" y="422"/>
                </a:lnTo>
                <a:lnTo>
                  <a:pt x="305" y="421"/>
                </a:lnTo>
                <a:lnTo>
                  <a:pt x="307" y="419"/>
                </a:lnTo>
                <a:lnTo>
                  <a:pt x="311" y="420"/>
                </a:lnTo>
                <a:lnTo>
                  <a:pt x="311" y="419"/>
                </a:lnTo>
                <a:lnTo>
                  <a:pt x="311" y="418"/>
                </a:lnTo>
                <a:lnTo>
                  <a:pt x="311" y="416"/>
                </a:lnTo>
                <a:lnTo>
                  <a:pt x="312" y="416"/>
                </a:lnTo>
                <a:lnTo>
                  <a:pt x="313" y="414"/>
                </a:lnTo>
                <a:lnTo>
                  <a:pt x="315" y="412"/>
                </a:lnTo>
                <a:lnTo>
                  <a:pt x="316" y="410"/>
                </a:lnTo>
                <a:lnTo>
                  <a:pt x="315" y="409"/>
                </a:lnTo>
                <a:lnTo>
                  <a:pt x="315" y="408"/>
                </a:lnTo>
                <a:lnTo>
                  <a:pt x="315" y="407"/>
                </a:lnTo>
                <a:lnTo>
                  <a:pt x="315" y="404"/>
                </a:lnTo>
                <a:lnTo>
                  <a:pt x="315" y="403"/>
                </a:lnTo>
                <a:lnTo>
                  <a:pt x="322" y="400"/>
                </a:lnTo>
                <a:lnTo>
                  <a:pt x="323" y="402"/>
                </a:lnTo>
                <a:lnTo>
                  <a:pt x="326" y="402"/>
                </a:lnTo>
                <a:lnTo>
                  <a:pt x="326" y="401"/>
                </a:lnTo>
                <a:lnTo>
                  <a:pt x="328" y="400"/>
                </a:lnTo>
                <a:lnTo>
                  <a:pt x="330" y="400"/>
                </a:lnTo>
                <a:lnTo>
                  <a:pt x="330" y="399"/>
                </a:lnTo>
                <a:lnTo>
                  <a:pt x="329" y="398"/>
                </a:lnTo>
                <a:lnTo>
                  <a:pt x="329" y="399"/>
                </a:lnTo>
                <a:lnTo>
                  <a:pt x="327" y="398"/>
                </a:lnTo>
                <a:lnTo>
                  <a:pt x="328" y="397"/>
                </a:lnTo>
                <a:lnTo>
                  <a:pt x="329" y="396"/>
                </a:lnTo>
                <a:lnTo>
                  <a:pt x="329" y="398"/>
                </a:lnTo>
                <a:lnTo>
                  <a:pt x="330" y="398"/>
                </a:lnTo>
                <a:lnTo>
                  <a:pt x="331" y="398"/>
                </a:lnTo>
                <a:lnTo>
                  <a:pt x="333" y="401"/>
                </a:lnTo>
                <a:lnTo>
                  <a:pt x="334" y="402"/>
                </a:lnTo>
                <a:lnTo>
                  <a:pt x="335" y="402"/>
                </a:lnTo>
                <a:lnTo>
                  <a:pt x="336" y="401"/>
                </a:lnTo>
                <a:lnTo>
                  <a:pt x="336" y="398"/>
                </a:lnTo>
                <a:lnTo>
                  <a:pt x="338" y="394"/>
                </a:lnTo>
                <a:lnTo>
                  <a:pt x="340" y="395"/>
                </a:lnTo>
                <a:lnTo>
                  <a:pt x="340" y="394"/>
                </a:lnTo>
                <a:lnTo>
                  <a:pt x="339" y="394"/>
                </a:lnTo>
                <a:lnTo>
                  <a:pt x="340" y="390"/>
                </a:lnTo>
                <a:lnTo>
                  <a:pt x="339" y="389"/>
                </a:lnTo>
                <a:lnTo>
                  <a:pt x="340" y="389"/>
                </a:lnTo>
                <a:lnTo>
                  <a:pt x="341" y="388"/>
                </a:lnTo>
                <a:lnTo>
                  <a:pt x="342" y="388"/>
                </a:lnTo>
                <a:lnTo>
                  <a:pt x="341" y="384"/>
                </a:lnTo>
                <a:lnTo>
                  <a:pt x="339" y="382"/>
                </a:lnTo>
                <a:lnTo>
                  <a:pt x="343" y="380"/>
                </a:lnTo>
                <a:lnTo>
                  <a:pt x="344" y="377"/>
                </a:lnTo>
                <a:lnTo>
                  <a:pt x="345" y="377"/>
                </a:lnTo>
                <a:lnTo>
                  <a:pt x="346" y="378"/>
                </a:lnTo>
                <a:lnTo>
                  <a:pt x="345" y="379"/>
                </a:lnTo>
                <a:lnTo>
                  <a:pt x="345" y="380"/>
                </a:lnTo>
                <a:lnTo>
                  <a:pt x="348" y="381"/>
                </a:lnTo>
                <a:lnTo>
                  <a:pt x="352" y="385"/>
                </a:lnTo>
                <a:lnTo>
                  <a:pt x="354" y="386"/>
                </a:lnTo>
                <a:lnTo>
                  <a:pt x="356" y="386"/>
                </a:lnTo>
                <a:lnTo>
                  <a:pt x="359" y="387"/>
                </a:lnTo>
                <a:lnTo>
                  <a:pt x="361" y="388"/>
                </a:lnTo>
                <a:lnTo>
                  <a:pt x="363" y="388"/>
                </a:lnTo>
                <a:lnTo>
                  <a:pt x="365" y="389"/>
                </a:lnTo>
                <a:lnTo>
                  <a:pt x="366" y="388"/>
                </a:lnTo>
                <a:lnTo>
                  <a:pt x="367" y="388"/>
                </a:lnTo>
                <a:lnTo>
                  <a:pt x="368" y="388"/>
                </a:lnTo>
                <a:lnTo>
                  <a:pt x="369" y="388"/>
                </a:lnTo>
                <a:lnTo>
                  <a:pt x="370" y="389"/>
                </a:lnTo>
                <a:lnTo>
                  <a:pt x="371" y="390"/>
                </a:lnTo>
                <a:lnTo>
                  <a:pt x="376" y="393"/>
                </a:lnTo>
                <a:lnTo>
                  <a:pt x="377" y="392"/>
                </a:lnTo>
                <a:lnTo>
                  <a:pt x="378" y="392"/>
                </a:lnTo>
                <a:lnTo>
                  <a:pt x="379" y="392"/>
                </a:lnTo>
                <a:lnTo>
                  <a:pt x="382" y="393"/>
                </a:lnTo>
                <a:lnTo>
                  <a:pt x="383" y="393"/>
                </a:lnTo>
                <a:lnTo>
                  <a:pt x="385" y="395"/>
                </a:lnTo>
                <a:lnTo>
                  <a:pt x="392" y="397"/>
                </a:lnTo>
                <a:lnTo>
                  <a:pt x="392" y="401"/>
                </a:lnTo>
                <a:lnTo>
                  <a:pt x="394" y="405"/>
                </a:lnTo>
                <a:lnTo>
                  <a:pt x="394" y="407"/>
                </a:lnTo>
                <a:lnTo>
                  <a:pt x="396" y="407"/>
                </a:lnTo>
                <a:lnTo>
                  <a:pt x="396" y="408"/>
                </a:lnTo>
                <a:lnTo>
                  <a:pt x="397" y="409"/>
                </a:lnTo>
                <a:lnTo>
                  <a:pt x="398" y="410"/>
                </a:lnTo>
                <a:lnTo>
                  <a:pt x="399" y="415"/>
                </a:lnTo>
                <a:lnTo>
                  <a:pt x="399" y="416"/>
                </a:lnTo>
                <a:lnTo>
                  <a:pt x="399" y="418"/>
                </a:lnTo>
                <a:lnTo>
                  <a:pt x="399" y="419"/>
                </a:lnTo>
                <a:lnTo>
                  <a:pt x="398" y="420"/>
                </a:lnTo>
                <a:lnTo>
                  <a:pt x="398" y="423"/>
                </a:lnTo>
                <a:lnTo>
                  <a:pt x="399" y="425"/>
                </a:lnTo>
                <a:lnTo>
                  <a:pt x="400" y="425"/>
                </a:lnTo>
                <a:lnTo>
                  <a:pt x="405" y="424"/>
                </a:lnTo>
                <a:lnTo>
                  <a:pt x="408" y="426"/>
                </a:lnTo>
                <a:lnTo>
                  <a:pt x="410" y="426"/>
                </a:lnTo>
                <a:lnTo>
                  <a:pt x="413" y="427"/>
                </a:lnTo>
                <a:lnTo>
                  <a:pt x="415" y="428"/>
                </a:lnTo>
                <a:lnTo>
                  <a:pt x="415" y="429"/>
                </a:lnTo>
                <a:lnTo>
                  <a:pt x="417" y="430"/>
                </a:lnTo>
                <a:lnTo>
                  <a:pt x="419" y="430"/>
                </a:lnTo>
                <a:lnTo>
                  <a:pt x="421" y="430"/>
                </a:lnTo>
                <a:lnTo>
                  <a:pt x="425" y="428"/>
                </a:lnTo>
                <a:lnTo>
                  <a:pt x="428" y="425"/>
                </a:lnTo>
                <a:lnTo>
                  <a:pt x="428" y="423"/>
                </a:lnTo>
                <a:lnTo>
                  <a:pt x="429" y="422"/>
                </a:lnTo>
                <a:lnTo>
                  <a:pt x="434" y="421"/>
                </a:lnTo>
                <a:lnTo>
                  <a:pt x="438" y="421"/>
                </a:lnTo>
                <a:lnTo>
                  <a:pt x="441" y="421"/>
                </a:lnTo>
                <a:lnTo>
                  <a:pt x="442" y="422"/>
                </a:lnTo>
                <a:lnTo>
                  <a:pt x="443" y="424"/>
                </a:lnTo>
                <a:lnTo>
                  <a:pt x="443" y="425"/>
                </a:lnTo>
                <a:lnTo>
                  <a:pt x="444" y="426"/>
                </a:lnTo>
                <a:lnTo>
                  <a:pt x="446" y="426"/>
                </a:lnTo>
                <a:lnTo>
                  <a:pt x="448" y="427"/>
                </a:lnTo>
                <a:lnTo>
                  <a:pt x="450" y="427"/>
                </a:lnTo>
                <a:lnTo>
                  <a:pt x="454" y="425"/>
                </a:lnTo>
                <a:lnTo>
                  <a:pt x="460" y="424"/>
                </a:lnTo>
                <a:lnTo>
                  <a:pt x="461" y="424"/>
                </a:lnTo>
                <a:lnTo>
                  <a:pt x="462" y="423"/>
                </a:lnTo>
                <a:lnTo>
                  <a:pt x="464" y="423"/>
                </a:lnTo>
                <a:lnTo>
                  <a:pt x="465" y="423"/>
                </a:lnTo>
                <a:lnTo>
                  <a:pt x="466" y="422"/>
                </a:lnTo>
                <a:lnTo>
                  <a:pt x="466" y="421"/>
                </a:lnTo>
                <a:lnTo>
                  <a:pt x="467" y="421"/>
                </a:lnTo>
                <a:lnTo>
                  <a:pt x="469" y="419"/>
                </a:lnTo>
                <a:lnTo>
                  <a:pt x="471" y="418"/>
                </a:lnTo>
                <a:lnTo>
                  <a:pt x="473" y="417"/>
                </a:lnTo>
                <a:lnTo>
                  <a:pt x="480" y="414"/>
                </a:lnTo>
                <a:lnTo>
                  <a:pt x="481" y="414"/>
                </a:lnTo>
                <a:lnTo>
                  <a:pt x="482" y="414"/>
                </a:lnTo>
                <a:lnTo>
                  <a:pt x="484" y="415"/>
                </a:lnTo>
                <a:lnTo>
                  <a:pt x="485" y="416"/>
                </a:lnTo>
                <a:lnTo>
                  <a:pt x="487" y="417"/>
                </a:lnTo>
                <a:lnTo>
                  <a:pt x="489" y="418"/>
                </a:lnTo>
                <a:lnTo>
                  <a:pt x="491" y="419"/>
                </a:lnTo>
                <a:lnTo>
                  <a:pt x="491" y="420"/>
                </a:lnTo>
                <a:lnTo>
                  <a:pt x="492" y="420"/>
                </a:lnTo>
                <a:lnTo>
                  <a:pt x="497" y="421"/>
                </a:lnTo>
                <a:lnTo>
                  <a:pt x="501" y="419"/>
                </a:lnTo>
                <a:lnTo>
                  <a:pt x="504" y="418"/>
                </a:lnTo>
                <a:lnTo>
                  <a:pt x="507" y="417"/>
                </a:lnTo>
                <a:lnTo>
                  <a:pt x="508" y="416"/>
                </a:lnTo>
                <a:lnTo>
                  <a:pt x="510" y="414"/>
                </a:lnTo>
                <a:lnTo>
                  <a:pt x="511" y="414"/>
                </a:lnTo>
                <a:lnTo>
                  <a:pt x="512" y="414"/>
                </a:lnTo>
                <a:lnTo>
                  <a:pt x="515" y="413"/>
                </a:lnTo>
                <a:lnTo>
                  <a:pt x="516" y="414"/>
                </a:lnTo>
                <a:lnTo>
                  <a:pt x="517" y="415"/>
                </a:lnTo>
                <a:lnTo>
                  <a:pt x="518" y="415"/>
                </a:lnTo>
                <a:lnTo>
                  <a:pt x="520" y="413"/>
                </a:lnTo>
                <a:lnTo>
                  <a:pt x="522" y="410"/>
                </a:lnTo>
                <a:lnTo>
                  <a:pt x="522" y="408"/>
                </a:lnTo>
                <a:lnTo>
                  <a:pt x="521" y="407"/>
                </a:lnTo>
                <a:lnTo>
                  <a:pt x="521" y="405"/>
                </a:lnTo>
                <a:lnTo>
                  <a:pt x="520" y="404"/>
                </a:lnTo>
                <a:lnTo>
                  <a:pt x="520" y="403"/>
                </a:lnTo>
                <a:lnTo>
                  <a:pt x="519" y="399"/>
                </a:lnTo>
                <a:lnTo>
                  <a:pt x="520" y="398"/>
                </a:lnTo>
                <a:lnTo>
                  <a:pt x="520" y="397"/>
                </a:lnTo>
                <a:lnTo>
                  <a:pt x="521" y="394"/>
                </a:lnTo>
                <a:lnTo>
                  <a:pt x="522" y="394"/>
                </a:lnTo>
                <a:lnTo>
                  <a:pt x="522" y="393"/>
                </a:lnTo>
                <a:lnTo>
                  <a:pt x="522" y="390"/>
                </a:lnTo>
                <a:lnTo>
                  <a:pt x="522" y="388"/>
                </a:lnTo>
                <a:lnTo>
                  <a:pt x="521" y="383"/>
                </a:lnTo>
                <a:lnTo>
                  <a:pt x="520" y="375"/>
                </a:lnTo>
                <a:lnTo>
                  <a:pt x="520" y="371"/>
                </a:lnTo>
                <a:lnTo>
                  <a:pt x="520" y="364"/>
                </a:lnTo>
                <a:lnTo>
                  <a:pt x="520" y="362"/>
                </a:lnTo>
                <a:lnTo>
                  <a:pt x="521" y="359"/>
                </a:lnTo>
                <a:lnTo>
                  <a:pt x="524" y="351"/>
                </a:lnTo>
                <a:lnTo>
                  <a:pt x="525" y="350"/>
                </a:lnTo>
                <a:lnTo>
                  <a:pt x="524" y="344"/>
                </a:lnTo>
                <a:lnTo>
                  <a:pt x="523" y="343"/>
                </a:lnTo>
                <a:lnTo>
                  <a:pt x="522" y="341"/>
                </a:lnTo>
                <a:lnTo>
                  <a:pt x="519" y="337"/>
                </a:lnTo>
                <a:lnTo>
                  <a:pt x="519" y="336"/>
                </a:lnTo>
                <a:lnTo>
                  <a:pt x="525" y="336"/>
                </a:lnTo>
                <a:lnTo>
                  <a:pt x="527" y="337"/>
                </a:lnTo>
                <a:lnTo>
                  <a:pt x="532" y="340"/>
                </a:lnTo>
                <a:lnTo>
                  <a:pt x="535" y="347"/>
                </a:lnTo>
                <a:lnTo>
                  <a:pt x="535" y="349"/>
                </a:lnTo>
                <a:lnTo>
                  <a:pt x="535" y="351"/>
                </a:lnTo>
                <a:lnTo>
                  <a:pt x="536" y="352"/>
                </a:lnTo>
                <a:lnTo>
                  <a:pt x="536" y="353"/>
                </a:lnTo>
                <a:lnTo>
                  <a:pt x="540" y="358"/>
                </a:lnTo>
                <a:lnTo>
                  <a:pt x="541" y="361"/>
                </a:lnTo>
                <a:lnTo>
                  <a:pt x="542" y="362"/>
                </a:lnTo>
                <a:lnTo>
                  <a:pt x="543" y="363"/>
                </a:lnTo>
                <a:lnTo>
                  <a:pt x="544" y="363"/>
                </a:lnTo>
                <a:lnTo>
                  <a:pt x="544" y="362"/>
                </a:lnTo>
                <a:lnTo>
                  <a:pt x="548" y="361"/>
                </a:lnTo>
                <a:lnTo>
                  <a:pt x="548" y="360"/>
                </a:lnTo>
                <a:lnTo>
                  <a:pt x="549" y="358"/>
                </a:lnTo>
                <a:lnTo>
                  <a:pt x="550" y="357"/>
                </a:lnTo>
                <a:lnTo>
                  <a:pt x="549" y="356"/>
                </a:lnTo>
                <a:lnTo>
                  <a:pt x="549" y="355"/>
                </a:lnTo>
                <a:lnTo>
                  <a:pt x="550" y="354"/>
                </a:lnTo>
                <a:lnTo>
                  <a:pt x="552" y="353"/>
                </a:lnTo>
                <a:lnTo>
                  <a:pt x="555" y="350"/>
                </a:lnTo>
                <a:lnTo>
                  <a:pt x="556" y="348"/>
                </a:lnTo>
                <a:lnTo>
                  <a:pt x="559" y="344"/>
                </a:lnTo>
                <a:lnTo>
                  <a:pt x="562" y="341"/>
                </a:lnTo>
                <a:lnTo>
                  <a:pt x="563" y="340"/>
                </a:lnTo>
                <a:lnTo>
                  <a:pt x="561" y="337"/>
                </a:lnTo>
                <a:lnTo>
                  <a:pt x="560" y="336"/>
                </a:lnTo>
                <a:lnTo>
                  <a:pt x="559" y="334"/>
                </a:lnTo>
                <a:lnTo>
                  <a:pt x="560" y="332"/>
                </a:lnTo>
                <a:lnTo>
                  <a:pt x="560" y="331"/>
                </a:lnTo>
                <a:lnTo>
                  <a:pt x="560" y="330"/>
                </a:lnTo>
                <a:lnTo>
                  <a:pt x="561" y="327"/>
                </a:lnTo>
                <a:lnTo>
                  <a:pt x="562" y="326"/>
                </a:lnTo>
                <a:lnTo>
                  <a:pt x="561" y="325"/>
                </a:lnTo>
                <a:lnTo>
                  <a:pt x="559" y="323"/>
                </a:lnTo>
                <a:lnTo>
                  <a:pt x="554" y="320"/>
                </a:lnTo>
                <a:lnTo>
                  <a:pt x="552" y="318"/>
                </a:lnTo>
                <a:lnTo>
                  <a:pt x="547" y="315"/>
                </a:lnTo>
                <a:lnTo>
                  <a:pt x="544" y="312"/>
                </a:lnTo>
                <a:lnTo>
                  <a:pt x="543" y="312"/>
                </a:lnTo>
                <a:lnTo>
                  <a:pt x="543" y="311"/>
                </a:lnTo>
                <a:lnTo>
                  <a:pt x="542" y="309"/>
                </a:lnTo>
                <a:lnTo>
                  <a:pt x="542" y="302"/>
                </a:lnTo>
                <a:lnTo>
                  <a:pt x="542" y="301"/>
                </a:lnTo>
                <a:lnTo>
                  <a:pt x="543" y="300"/>
                </a:lnTo>
                <a:lnTo>
                  <a:pt x="543" y="299"/>
                </a:lnTo>
                <a:lnTo>
                  <a:pt x="544" y="298"/>
                </a:lnTo>
                <a:lnTo>
                  <a:pt x="544" y="297"/>
                </a:lnTo>
                <a:lnTo>
                  <a:pt x="546" y="294"/>
                </a:lnTo>
                <a:lnTo>
                  <a:pt x="546" y="292"/>
                </a:lnTo>
                <a:lnTo>
                  <a:pt x="545" y="292"/>
                </a:lnTo>
                <a:lnTo>
                  <a:pt x="545" y="291"/>
                </a:lnTo>
                <a:lnTo>
                  <a:pt x="545" y="289"/>
                </a:lnTo>
                <a:lnTo>
                  <a:pt x="545" y="288"/>
                </a:lnTo>
                <a:lnTo>
                  <a:pt x="545" y="286"/>
                </a:lnTo>
                <a:lnTo>
                  <a:pt x="546" y="285"/>
                </a:lnTo>
                <a:lnTo>
                  <a:pt x="546" y="284"/>
                </a:lnTo>
                <a:lnTo>
                  <a:pt x="547" y="284"/>
                </a:lnTo>
                <a:lnTo>
                  <a:pt x="547" y="283"/>
                </a:lnTo>
                <a:lnTo>
                  <a:pt x="547" y="282"/>
                </a:lnTo>
                <a:lnTo>
                  <a:pt x="551" y="271"/>
                </a:lnTo>
                <a:lnTo>
                  <a:pt x="553" y="270"/>
                </a:lnTo>
                <a:lnTo>
                  <a:pt x="554" y="269"/>
                </a:lnTo>
                <a:lnTo>
                  <a:pt x="554" y="268"/>
                </a:lnTo>
                <a:lnTo>
                  <a:pt x="559" y="263"/>
                </a:lnTo>
                <a:lnTo>
                  <a:pt x="559" y="262"/>
                </a:lnTo>
                <a:lnTo>
                  <a:pt x="558" y="259"/>
                </a:lnTo>
                <a:lnTo>
                  <a:pt x="558" y="258"/>
                </a:lnTo>
                <a:lnTo>
                  <a:pt x="557" y="257"/>
                </a:lnTo>
                <a:lnTo>
                  <a:pt x="556" y="256"/>
                </a:lnTo>
                <a:lnTo>
                  <a:pt x="557" y="256"/>
                </a:lnTo>
                <a:lnTo>
                  <a:pt x="563" y="250"/>
                </a:lnTo>
                <a:lnTo>
                  <a:pt x="567" y="248"/>
                </a:lnTo>
                <a:lnTo>
                  <a:pt x="567" y="247"/>
                </a:lnTo>
                <a:lnTo>
                  <a:pt x="568" y="246"/>
                </a:lnTo>
                <a:lnTo>
                  <a:pt x="568" y="245"/>
                </a:lnTo>
                <a:lnTo>
                  <a:pt x="571" y="240"/>
                </a:lnTo>
                <a:lnTo>
                  <a:pt x="571" y="239"/>
                </a:lnTo>
                <a:lnTo>
                  <a:pt x="577" y="235"/>
                </a:lnTo>
                <a:lnTo>
                  <a:pt x="581" y="228"/>
                </a:lnTo>
                <a:lnTo>
                  <a:pt x="585" y="221"/>
                </a:lnTo>
                <a:lnTo>
                  <a:pt x="586" y="219"/>
                </a:lnTo>
                <a:lnTo>
                  <a:pt x="587" y="218"/>
                </a:lnTo>
                <a:lnTo>
                  <a:pt x="589" y="216"/>
                </a:lnTo>
                <a:lnTo>
                  <a:pt x="591" y="215"/>
                </a:lnTo>
                <a:lnTo>
                  <a:pt x="592" y="215"/>
                </a:lnTo>
                <a:lnTo>
                  <a:pt x="593" y="215"/>
                </a:lnTo>
                <a:lnTo>
                  <a:pt x="595" y="216"/>
                </a:lnTo>
                <a:lnTo>
                  <a:pt x="597" y="217"/>
                </a:lnTo>
                <a:lnTo>
                  <a:pt x="598" y="216"/>
                </a:lnTo>
                <a:lnTo>
                  <a:pt x="600" y="215"/>
                </a:lnTo>
                <a:lnTo>
                  <a:pt x="601" y="215"/>
                </a:lnTo>
                <a:lnTo>
                  <a:pt x="601" y="212"/>
                </a:lnTo>
                <a:lnTo>
                  <a:pt x="599" y="208"/>
                </a:lnTo>
                <a:lnTo>
                  <a:pt x="598" y="206"/>
                </a:lnTo>
                <a:lnTo>
                  <a:pt x="598" y="205"/>
                </a:lnTo>
                <a:lnTo>
                  <a:pt x="597" y="205"/>
                </a:lnTo>
                <a:lnTo>
                  <a:pt x="599" y="201"/>
                </a:lnTo>
                <a:lnTo>
                  <a:pt x="599" y="200"/>
                </a:lnTo>
                <a:lnTo>
                  <a:pt x="599" y="199"/>
                </a:lnTo>
                <a:lnTo>
                  <a:pt x="600" y="199"/>
                </a:lnTo>
                <a:lnTo>
                  <a:pt x="600" y="198"/>
                </a:lnTo>
                <a:lnTo>
                  <a:pt x="601" y="198"/>
                </a:lnTo>
                <a:lnTo>
                  <a:pt x="602" y="197"/>
                </a:lnTo>
                <a:lnTo>
                  <a:pt x="603" y="197"/>
                </a:lnTo>
                <a:lnTo>
                  <a:pt x="604" y="196"/>
                </a:lnTo>
                <a:lnTo>
                  <a:pt x="606" y="195"/>
                </a:lnTo>
                <a:lnTo>
                  <a:pt x="609" y="191"/>
                </a:lnTo>
                <a:lnTo>
                  <a:pt x="611" y="188"/>
                </a:lnTo>
                <a:lnTo>
                  <a:pt x="616" y="181"/>
                </a:lnTo>
                <a:lnTo>
                  <a:pt x="616" y="180"/>
                </a:lnTo>
                <a:lnTo>
                  <a:pt x="620" y="175"/>
                </a:lnTo>
                <a:lnTo>
                  <a:pt x="625" y="170"/>
                </a:lnTo>
                <a:lnTo>
                  <a:pt x="626" y="170"/>
                </a:lnTo>
                <a:lnTo>
                  <a:pt x="629" y="173"/>
                </a:lnTo>
                <a:lnTo>
                  <a:pt x="631" y="175"/>
                </a:lnTo>
                <a:lnTo>
                  <a:pt x="632" y="175"/>
                </a:lnTo>
                <a:lnTo>
                  <a:pt x="633" y="175"/>
                </a:lnTo>
                <a:lnTo>
                  <a:pt x="638" y="168"/>
                </a:lnTo>
                <a:lnTo>
                  <a:pt x="641" y="165"/>
                </a:lnTo>
                <a:lnTo>
                  <a:pt x="643" y="164"/>
                </a:lnTo>
                <a:lnTo>
                  <a:pt x="646" y="158"/>
                </a:lnTo>
                <a:lnTo>
                  <a:pt x="648" y="153"/>
                </a:lnTo>
                <a:lnTo>
                  <a:pt x="650" y="150"/>
                </a:lnTo>
                <a:lnTo>
                  <a:pt x="651" y="147"/>
                </a:lnTo>
                <a:lnTo>
                  <a:pt x="651" y="145"/>
                </a:lnTo>
                <a:lnTo>
                  <a:pt x="651" y="141"/>
                </a:lnTo>
                <a:lnTo>
                  <a:pt x="652" y="133"/>
                </a:lnTo>
                <a:lnTo>
                  <a:pt x="653" y="130"/>
                </a:lnTo>
                <a:lnTo>
                  <a:pt x="657" y="129"/>
                </a:lnTo>
                <a:lnTo>
                  <a:pt x="660" y="124"/>
                </a:lnTo>
                <a:lnTo>
                  <a:pt x="661" y="122"/>
                </a:lnTo>
                <a:lnTo>
                  <a:pt x="663" y="120"/>
                </a:lnTo>
                <a:lnTo>
                  <a:pt x="664" y="120"/>
                </a:lnTo>
                <a:lnTo>
                  <a:pt x="664" y="119"/>
                </a:lnTo>
                <a:lnTo>
                  <a:pt x="672" y="117"/>
                </a:lnTo>
                <a:lnTo>
                  <a:pt x="673" y="115"/>
                </a:lnTo>
                <a:lnTo>
                  <a:pt x="674" y="115"/>
                </a:lnTo>
                <a:lnTo>
                  <a:pt x="675" y="114"/>
                </a:lnTo>
                <a:lnTo>
                  <a:pt x="676" y="114"/>
                </a:lnTo>
                <a:lnTo>
                  <a:pt x="676" y="113"/>
                </a:lnTo>
                <a:lnTo>
                  <a:pt x="677" y="113"/>
                </a:lnTo>
                <a:lnTo>
                  <a:pt x="679" y="113"/>
                </a:lnTo>
                <a:lnTo>
                  <a:pt x="680" y="113"/>
                </a:lnTo>
                <a:lnTo>
                  <a:pt x="681" y="113"/>
                </a:lnTo>
                <a:lnTo>
                  <a:pt x="682" y="112"/>
                </a:lnTo>
                <a:lnTo>
                  <a:pt x="683" y="112"/>
                </a:lnTo>
                <a:lnTo>
                  <a:pt x="683" y="111"/>
                </a:lnTo>
                <a:lnTo>
                  <a:pt x="684" y="110"/>
                </a:lnTo>
                <a:lnTo>
                  <a:pt x="684" y="109"/>
                </a:lnTo>
                <a:lnTo>
                  <a:pt x="684" y="108"/>
                </a:lnTo>
                <a:lnTo>
                  <a:pt x="684" y="106"/>
                </a:lnTo>
                <a:lnTo>
                  <a:pt x="683" y="104"/>
                </a:lnTo>
                <a:lnTo>
                  <a:pt x="684" y="104"/>
                </a:lnTo>
                <a:lnTo>
                  <a:pt x="683" y="103"/>
                </a:lnTo>
                <a:lnTo>
                  <a:pt x="683" y="102"/>
                </a:lnTo>
                <a:lnTo>
                  <a:pt x="688" y="97"/>
                </a:lnTo>
                <a:lnTo>
                  <a:pt x="688" y="96"/>
                </a:lnTo>
                <a:lnTo>
                  <a:pt x="689" y="95"/>
                </a:lnTo>
                <a:lnTo>
                  <a:pt x="690" y="95"/>
                </a:lnTo>
                <a:lnTo>
                  <a:pt x="691" y="94"/>
                </a:lnTo>
                <a:lnTo>
                  <a:pt x="691" y="93"/>
                </a:lnTo>
                <a:lnTo>
                  <a:pt x="692" y="93"/>
                </a:lnTo>
                <a:lnTo>
                  <a:pt x="692" y="92"/>
                </a:lnTo>
                <a:lnTo>
                  <a:pt x="691" y="91"/>
                </a:lnTo>
                <a:lnTo>
                  <a:pt x="685" y="87"/>
                </a:lnTo>
                <a:lnTo>
                  <a:pt x="682" y="85"/>
                </a:lnTo>
                <a:lnTo>
                  <a:pt x="679" y="84"/>
                </a:lnTo>
                <a:lnTo>
                  <a:pt x="679" y="83"/>
                </a:lnTo>
                <a:lnTo>
                  <a:pt x="678" y="82"/>
                </a:lnTo>
                <a:lnTo>
                  <a:pt x="677" y="82"/>
                </a:lnTo>
                <a:lnTo>
                  <a:pt x="677" y="80"/>
                </a:lnTo>
                <a:lnTo>
                  <a:pt x="679" y="77"/>
                </a:lnTo>
                <a:lnTo>
                  <a:pt x="681" y="76"/>
                </a:lnTo>
                <a:lnTo>
                  <a:pt x="682" y="76"/>
                </a:lnTo>
                <a:lnTo>
                  <a:pt x="686" y="79"/>
                </a:lnTo>
                <a:lnTo>
                  <a:pt x="687" y="81"/>
                </a:lnTo>
                <a:lnTo>
                  <a:pt x="688" y="82"/>
                </a:lnTo>
                <a:lnTo>
                  <a:pt x="689" y="84"/>
                </a:lnTo>
                <a:lnTo>
                  <a:pt x="690" y="85"/>
                </a:lnTo>
                <a:lnTo>
                  <a:pt x="692" y="87"/>
                </a:lnTo>
                <a:lnTo>
                  <a:pt x="692" y="88"/>
                </a:lnTo>
                <a:lnTo>
                  <a:pt x="695" y="87"/>
                </a:lnTo>
                <a:lnTo>
                  <a:pt x="697" y="87"/>
                </a:lnTo>
                <a:lnTo>
                  <a:pt x="697" y="88"/>
                </a:lnTo>
                <a:lnTo>
                  <a:pt x="700" y="87"/>
                </a:lnTo>
                <a:lnTo>
                  <a:pt x="703" y="86"/>
                </a:lnTo>
                <a:lnTo>
                  <a:pt x="704" y="86"/>
                </a:lnTo>
                <a:lnTo>
                  <a:pt x="706" y="85"/>
                </a:lnTo>
                <a:lnTo>
                  <a:pt x="708" y="84"/>
                </a:lnTo>
                <a:lnTo>
                  <a:pt x="710" y="83"/>
                </a:lnTo>
                <a:lnTo>
                  <a:pt x="711" y="83"/>
                </a:lnTo>
                <a:lnTo>
                  <a:pt x="711" y="82"/>
                </a:lnTo>
                <a:lnTo>
                  <a:pt x="712" y="81"/>
                </a:lnTo>
                <a:lnTo>
                  <a:pt x="713" y="80"/>
                </a:lnTo>
                <a:lnTo>
                  <a:pt x="714" y="79"/>
                </a:lnTo>
                <a:lnTo>
                  <a:pt x="715" y="79"/>
                </a:lnTo>
                <a:lnTo>
                  <a:pt x="719" y="76"/>
                </a:lnTo>
                <a:lnTo>
                  <a:pt x="727" y="71"/>
                </a:lnTo>
                <a:lnTo>
                  <a:pt x="730" y="71"/>
                </a:lnTo>
                <a:lnTo>
                  <a:pt x="730" y="70"/>
                </a:lnTo>
                <a:lnTo>
                  <a:pt x="729" y="70"/>
                </a:lnTo>
                <a:lnTo>
                  <a:pt x="729" y="69"/>
                </a:lnTo>
                <a:lnTo>
                  <a:pt x="729" y="68"/>
                </a:lnTo>
                <a:lnTo>
                  <a:pt x="729" y="67"/>
                </a:lnTo>
                <a:lnTo>
                  <a:pt x="729" y="66"/>
                </a:lnTo>
                <a:lnTo>
                  <a:pt x="728" y="63"/>
                </a:lnTo>
                <a:lnTo>
                  <a:pt x="727" y="62"/>
                </a:lnTo>
                <a:lnTo>
                  <a:pt x="727" y="61"/>
                </a:lnTo>
                <a:lnTo>
                  <a:pt x="726" y="60"/>
                </a:lnTo>
                <a:lnTo>
                  <a:pt x="725" y="56"/>
                </a:lnTo>
                <a:lnTo>
                  <a:pt x="724" y="55"/>
                </a:lnTo>
                <a:lnTo>
                  <a:pt x="723" y="53"/>
                </a:lnTo>
                <a:lnTo>
                  <a:pt x="722" y="53"/>
                </a:lnTo>
                <a:lnTo>
                  <a:pt x="722" y="52"/>
                </a:lnTo>
                <a:lnTo>
                  <a:pt x="722" y="51"/>
                </a:lnTo>
                <a:lnTo>
                  <a:pt x="722" y="50"/>
                </a:lnTo>
                <a:lnTo>
                  <a:pt x="721" y="50"/>
                </a:lnTo>
                <a:lnTo>
                  <a:pt x="721" y="49"/>
                </a:lnTo>
                <a:lnTo>
                  <a:pt x="720" y="49"/>
                </a:lnTo>
                <a:lnTo>
                  <a:pt x="719" y="49"/>
                </a:lnTo>
                <a:lnTo>
                  <a:pt x="719" y="50"/>
                </a:lnTo>
                <a:lnTo>
                  <a:pt x="718" y="50"/>
                </a:lnTo>
                <a:lnTo>
                  <a:pt x="718" y="49"/>
                </a:lnTo>
                <a:lnTo>
                  <a:pt x="717" y="49"/>
                </a:lnTo>
                <a:lnTo>
                  <a:pt x="715" y="45"/>
                </a:lnTo>
                <a:lnTo>
                  <a:pt x="715" y="44"/>
                </a:lnTo>
                <a:lnTo>
                  <a:pt x="715" y="43"/>
                </a:lnTo>
                <a:lnTo>
                  <a:pt x="715" y="42"/>
                </a:lnTo>
                <a:lnTo>
                  <a:pt x="715" y="37"/>
                </a:lnTo>
                <a:lnTo>
                  <a:pt x="716" y="36"/>
                </a:lnTo>
                <a:lnTo>
                  <a:pt x="718" y="36"/>
                </a:lnTo>
                <a:lnTo>
                  <a:pt x="726" y="39"/>
                </a:lnTo>
                <a:lnTo>
                  <a:pt x="729" y="37"/>
                </a:lnTo>
                <a:lnTo>
                  <a:pt x="731" y="39"/>
                </a:lnTo>
                <a:lnTo>
                  <a:pt x="732" y="40"/>
                </a:lnTo>
                <a:lnTo>
                  <a:pt x="732" y="41"/>
                </a:lnTo>
                <a:lnTo>
                  <a:pt x="735" y="41"/>
                </a:lnTo>
                <a:lnTo>
                  <a:pt x="738" y="41"/>
                </a:lnTo>
                <a:lnTo>
                  <a:pt x="738" y="42"/>
                </a:lnTo>
                <a:lnTo>
                  <a:pt x="738" y="45"/>
                </a:lnTo>
                <a:lnTo>
                  <a:pt x="737" y="46"/>
                </a:lnTo>
                <a:lnTo>
                  <a:pt x="738" y="46"/>
                </a:lnTo>
                <a:lnTo>
                  <a:pt x="739" y="47"/>
                </a:lnTo>
                <a:lnTo>
                  <a:pt x="741" y="49"/>
                </a:lnTo>
                <a:lnTo>
                  <a:pt x="742" y="50"/>
                </a:lnTo>
                <a:lnTo>
                  <a:pt x="742" y="51"/>
                </a:lnTo>
                <a:lnTo>
                  <a:pt x="744" y="53"/>
                </a:lnTo>
                <a:lnTo>
                  <a:pt x="746" y="54"/>
                </a:lnTo>
                <a:lnTo>
                  <a:pt x="747" y="55"/>
                </a:lnTo>
                <a:lnTo>
                  <a:pt x="748" y="57"/>
                </a:lnTo>
                <a:lnTo>
                  <a:pt x="749" y="57"/>
                </a:lnTo>
                <a:lnTo>
                  <a:pt x="752" y="59"/>
                </a:lnTo>
                <a:lnTo>
                  <a:pt x="754" y="60"/>
                </a:lnTo>
                <a:lnTo>
                  <a:pt x="755" y="62"/>
                </a:lnTo>
                <a:lnTo>
                  <a:pt x="756" y="62"/>
                </a:lnTo>
                <a:lnTo>
                  <a:pt x="756" y="63"/>
                </a:lnTo>
                <a:lnTo>
                  <a:pt x="757" y="64"/>
                </a:lnTo>
                <a:lnTo>
                  <a:pt x="758" y="63"/>
                </a:lnTo>
                <a:lnTo>
                  <a:pt x="760" y="62"/>
                </a:lnTo>
                <a:lnTo>
                  <a:pt x="763" y="58"/>
                </a:lnTo>
                <a:lnTo>
                  <a:pt x="763" y="57"/>
                </a:lnTo>
                <a:lnTo>
                  <a:pt x="763" y="56"/>
                </a:lnTo>
                <a:lnTo>
                  <a:pt x="762" y="56"/>
                </a:lnTo>
                <a:lnTo>
                  <a:pt x="761" y="56"/>
                </a:lnTo>
                <a:lnTo>
                  <a:pt x="761" y="55"/>
                </a:lnTo>
                <a:lnTo>
                  <a:pt x="761" y="53"/>
                </a:lnTo>
                <a:lnTo>
                  <a:pt x="763" y="49"/>
                </a:lnTo>
                <a:lnTo>
                  <a:pt x="764" y="49"/>
                </a:lnTo>
                <a:lnTo>
                  <a:pt x="765" y="48"/>
                </a:lnTo>
                <a:lnTo>
                  <a:pt x="766" y="48"/>
                </a:lnTo>
                <a:lnTo>
                  <a:pt x="768" y="49"/>
                </a:lnTo>
                <a:lnTo>
                  <a:pt x="769" y="50"/>
                </a:lnTo>
                <a:lnTo>
                  <a:pt x="770" y="52"/>
                </a:lnTo>
                <a:lnTo>
                  <a:pt x="771" y="52"/>
                </a:lnTo>
                <a:lnTo>
                  <a:pt x="772" y="52"/>
                </a:lnTo>
                <a:lnTo>
                  <a:pt x="773" y="53"/>
                </a:lnTo>
                <a:lnTo>
                  <a:pt x="774" y="53"/>
                </a:lnTo>
                <a:lnTo>
                  <a:pt x="775" y="52"/>
                </a:lnTo>
                <a:lnTo>
                  <a:pt x="775" y="51"/>
                </a:lnTo>
                <a:lnTo>
                  <a:pt x="776" y="50"/>
                </a:lnTo>
                <a:lnTo>
                  <a:pt x="775" y="50"/>
                </a:lnTo>
                <a:lnTo>
                  <a:pt x="775" y="49"/>
                </a:lnTo>
                <a:lnTo>
                  <a:pt x="775" y="48"/>
                </a:lnTo>
                <a:lnTo>
                  <a:pt x="776" y="48"/>
                </a:lnTo>
                <a:lnTo>
                  <a:pt x="777" y="48"/>
                </a:lnTo>
                <a:lnTo>
                  <a:pt x="779" y="49"/>
                </a:lnTo>
                <a:lnTo>
                  <a:pt x="780" y="49"/>
                </a:lnTo>
                <a:lnTo>
                  <a:pt x="780" y="50"/>
                </a:lnTo>
                <a:lnTo>
                  <a:pt x="783" y="53"/>
                </a:lnTo>
                <a:lnTo>
                  <a:pt x="783" y="54"/>
                </a:lnTo>
                <a:lnTo>
                  <a:pt x="785" y="58"/>
                </a:lnTo>
                <a:lnTo>
                  <a:pt x="785" y="60"/>
                </a:lnTo>
                <a:lnTo>
                  <a:pt x="785" y="62"/>
                </a:lnTo>
                <a:lnTo>
                  <a:pt x="787" y="65"/>
                </a:lnTo>
                <a:lnTo>
                  <a:pt x="790" y="68"/>
                </a:lnTo>
                <a:lnTo>
                  <a:pt x="794" y="70"/>
                </a:lnTo>
                <a:lnTo>
                  <a:pt x="795" y="71"/>
                </a:lnTo>
                <a:lnTo>
                  <a:pt x="804" y="70"/>
                </a:lnTo>
                <a:lnTo>
                  <a:pt x="806" y="69"/>
                </a:lnTo>
                <a:lnTo>
                  <a:pt x="807" y="68"/>
                </a:lnTo>
                <a:lnTo>
                  <a:pt x="810" y="63"/>
                </a:lnTo>
                <a:lnTo>
                  <a:pt x="811" y="52"/>
                </a:lnTo>
                <a:lnTo>
                  <a:pt x="812" y="51"/>
                </a:lnTo>
                <a:lnTo>
                  <a:pt x="815" y="46"/>
                </a:lnTo>
                <a:lnTo>
                  <a:pt x="817" y="44"/>
                </a:lnTo>
                <a:lnTo>
                  <a:pt x="818" y="44"/>
                </a:lnTo>
                <a:lnTo>
                  <a:pt x="818" y="43"/>
                </a:lnTo>
                <a:lnTo>
                  <a:pt x="818" y="42"/>
                </a:lnTo>
                <a:lnTo>
                  <a:pt x="818" y="41"/>
                </a:lnTo>
                <a:lnTo>
                  <a:pt x="819" y="40"/>
                </a:lnTo>
                <a:lnTo>
                  <a:pt x="819" y="39"/>
                </a:lnTo>
                <a:lnTo>
                  <a:pt x="821" y="37"/>
                </a:lnTo>
                <a:lnTo>
                  <a:pt x="823" y="34"/>
                </a:lnTo>
                <a:lnTo>
                  <a:pt x="824" y="33"/>
                </a:lnTo>
                <a:lnTo>
                  <a:pt x="826" y="29"/>
                </a:lnTo>
                <a:lnTo>
                  <a:pt x="829" y="24"/>
                </a:lnTo>
                <a:lnTo>
                  <a:pt x="829" y="23"/>
                </a:lnTo>
                <a:lnTo>
                  <a:pt x="829" y="22"/>
                </a:lnTo>
                <a:lnTo>
                  <a:pt x="832" y="18"/>
                </a:lnTo>
                <a:lnTo>
                  <a:pt x="834" y="17"/>
                </a:lnTo>
                <a:lnTo>
                  <a:pt x="835" y="17"/>
                </a:lnTo>
                <a:lnTo>
                  <a:pt x="835" y="18"/>
                </a:lnTo>
                <a:lnTo>
                  <a:pt x="836" y="18"/>
                </a:lnTo>
                <a:lnTo>
                  <a:pt x="837" y="17"/>
                </a:lnTo>
                <a:lnTo>
                  <a:pt x="843" y="15"/>
                </a:lnTo>
                <a:lnTo>
                  <a:pt x="847" y="12"/>
                </a:lnTo>
                <a:lnTo>
                  <a:pt x="848" y="11"/>
                </a:lnTo>
                <a:lnTo>
                  <a:pt x="849" y="9"/>
                </a:lnTo>
                <a:lnTo>
                  <a:pt x="851" y="8"/>
                </a:lnTo>
                <a:lnTo>
                  <a:pt x="854" y="6"/>
                </a:lnTo>
                <a:lnTo>
                  <a:pt x="857" y="7"/>
                </a:lnTo>
                <a:lnTo>
                  <a:pt x="862" y="6"/>
                </a:lnTo>
                <a:lnTo>
                  <a:pt x="865" y="6"/>
                </a:lnTo>
                <a:lnTo>
                  <a:pt x="866" y="5"/>
                </a:lnTo>
                <a:lnTo>
                  <a:pt x="867" y="4"/>
                </a:lnTo>
                <a:lnTo>
                  <a:pt x="867" y="3"/>
                </a:lnTo>
                <a:lnTo>
                  <a:pt x="867" y="1"/>
                </a:lnTo>
                <a:lnTo>
                  <a:pt x="868" y="1"/>
                </a:lnTo>
                <a:lnTo>
                  <a:pt x="870" y="0"/>
                </a:lnTo>
                <a:lnTo>
                  <a:pt x="872" y="3"/>
                </a:lnTo>
                <a:lnTo>
                  <a:pt x="873" y="3"/>
                </a:lnTo>
                <a:lnTo>
                  <a:pt x="873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1" name=""/>
          <p:cNvSpPr/>
          <p:nvPr/>
        </p:nvSpPr>
        <p:spPr>
          <a:xfrm>
            <a:off x="6750720" y="1101600"/>
            <a:ext cx="927000" cy="778680"/>
          </a:xfrm>
          <a:custGeom>
            <a:avLst/>
            <a:gdLst/>
            <a:ahLst/>
            <a:rect l="0" t="0" r="r" b="b"/>
            <a:pathLst>
              <a:path w="2575" h="2163">
                <a:moveTo>
                  <a:pt x="819" y="26"/>
                </a:moveTo>
                <a:lnTo>
                  <a:pt x="819" y="27"/>
                </a:lnTo>
                <a:lnTo>
                  <a:pt x="820" y="31"/>
                </a:lnTo>
                <a:lnTo>
                  <a:pt x="832" y="63"/>
                </a:lnTo>
                <a:lnTo>
                  <a:pt x="844" y="97"/>
                </a:lnTo>
                <a:lnTo>
                  <a:pt x="844" y="98"/>
                </a:lnTo>
                <a:lnTo>
                  <a:pt x="845" y="102"/>
                </a:lnTo>
                <a:lnTo>
                  <a:pt x="846" y="102"/>
                </a:lnTo>
                <a:lnTo>
                  <a:pt x="847" y="105"/>
                </a:lnTo>
                <a:lnTo>
                  <a:pt x="847" y="107"/>
                </a:lnTo>
                <a:lnTo>
                  <a:pt x="849" y="113"/>
                </a:lnTo>
                <a:lnTo>
                  <a:pt x="850" y="114"/>
                </a:lnTo>
                <a:lnTo>
                  <a:pt x="851" y="117"/>
                </a:lnTo>
                <a:lnTo>
                  <a:pt x="852" y="121"/>
                </a:lnTo>
                <a:lnTo>
                  <a:pt x="856" y="130"/>
                </a:lnTo>
                <a:lnTo>
                  <a:pt x="856" y="132"/>
                </a:lnTo>
                <a:lnTo>
                  <a:pt x="856" y="133"/>
                </a:lnTo>
                <a:lnTo>
                  <a:pt x="857" y="134"/>
                </a:lnTo>
                <a:lnTo>
                  <a:pt x="858" y="137"/>
                </a:lnTo>
                <a:lnTo>
                  <a:pt x="859" y="141"/>
                </a:lnTo>
                <a:lnTo>
                  <a:pt x="860" y="142"/>
                </a:lnTo>
                <a:lnTo>
                  <a:pt x="860" y="144"/>
                </a:lnTo>
                <a:lnTo>
                  <a:pt x="861" y="145"/>
                </a:lnTo>
                <a:lnTo>
                  <a:pt x="861" y="146"/>
                </a:lnTo>
                <a:lnTo>
                  <a:pt x="862" y="148"/>
                </a:lnTo>
                <a:lnTo>
                  <a:pt x="863" y="153"/>
                </a:lnTo>
                <a:lnTo>
                  <a:pt x="864" y="155"/>
                </a:lnTo>
                <a:lnTo>
                  <a:pt x="865" y="157"/>
                </a:lnTo>
                <a:lnTo>
                  <a:pt x="865" y="159"/>
                </a:lnTo>
                <a:lnTo>
                  <a:pt x="866" y="160"/>
                </a:lnTo>
                <a:lnTo>
                  <a:pt x="866" y="161"/>
                </a:lnTo>
                <a:lnTo>
                  <a:pt x="867" y="163"/>
                </a:lnTo>
                <a:lnTo>
                  <a:pt x="867" y="165"/>
                </a:lnTo>
                <a:lnTo>
                  <a:pt x="868" y="166"/>
                </a:lnTo>
                <a:lnTo>
                  <a:pt x="868" y="167"/>
                </a:lnTo>
                <a:lnTo>
                  <a:pt x="869" y="169"/>
                </a:lnTo>
                <a:lnTo>
                  <a:pt x="870" y="171"/>
                </a:lnTo>
                <a:lnTo>
                  <a:pt x="870" y="173"/>
                </a:lnTo>
                <a:lnTo>
                  <a:pt x="871" y="176"/>
                </a:lnTo>
                <a:lnTo>
                  <a:pt x="872" y="178"/>
                </a:lnTo>
                <a:lnTo>
                  <a:pt x="873" y="180"/>
                </a:lnTo>
                <a:lnTo>
                  <a:pt x="873" y="182"/>
                </a:lnTo>
                <a:lnTo>
                  <a:pt x="874" y="185"/>
                </a:lnTo>
                <a:lnTo>
                  <a:pt x="875" y="187"/>
                </a:lnTo>
                <a:lnTo>
                  <a:pt x="875" y="189"/>
                </a:lnTo>
                <a:lnTo>
                  <a:pt x="876" y="190"/>
                </a:lnTo>
                <a:lnTo>
                  <a:pt x="876" y="192"/>
                </a:lnTo>
                <a:lnTo>
                  <a:pt x="877" y="194"/>
                </a:lnTo>
                <a:lnTo>
                  <a:pt x="878" y="198"/>
                </a:lnTo>
                <a:lnTo>
                  <a:pt x="879" y="200"/>
                </a:lnTo>
                <a:lnTo>
                  <a:pt x="880" y="202"/>
                </a:lnTo>
                <a:lnTo>
                  <a:pt x="880" y="204"/>
                </a:lnTo>
                <a:lnTo>
                  <a:pt x="881" y="206"/>
                </a:lnTo>
                <a:lnTo>
                  <a:pt x="882" y="207"/>
                </a:lnTo>
                <a:lnTo>
                  <a:pt x="882" y="209"/>
                </a:lnTo>
                <a:lnTo>
                  <a:pt x="883" y="211"/>
                </a:lnTo>
                <a:lnTo>
                  <a:pt x="883" y="213"/>
                </a:lnTo>
                <a:lnTo>
                  <a:pt x="885" y="217"/>
                </a:lnTo>
                <a:lnTo>
                  <a:pt x="886" y="219"/>
                </a:lnTo>
                <a:lnTo>
                  <a:pt x="886" y="221"/>
                </a:lnTo>
                <a:lnTo>
                  <a:pt x="887" y="222"/>
                </a:lnTo>
                <a:lnTo>
                  <a:pt x="887" y="223"/>
                </a:lnTo>
                <a:lnTo>
                  <a:pt x="887" y="224"/>
                </a:lnTo>
                <a:lnTo>
                  <a:pt x="888" y="226"/>
                </a:lnTo>
                <a:lnTo>
                  <a:pt x="889" y="228"/>
                </a:lnTo>
                <a:lnTo>
                  <a:pt x="889" y="230"/>
                </a:lnTo>
                <a:lnTo>
                  <a:pt x="890" y="232"/>
                </a:lnTo>
                <a:lnTo>
                  <a:pt x="891" y="234"/>
                </a:lnTo>
                <a:lnTo>
                  <a:pt x="891" y="236"/>
                </a:lnTo>
                <a:lnTo>
                  <a:pt x="892" y="237"/>
                </a:lnTo>
                <a:lnTo>
                  <a:pt x="893" y="239"/>
                </a:lnTo>
                <a:lnTo>
                  <a:pt x="893" y="241"/>
                </a:lnTo>
                <a:lnTo>
                  <a:pt x="893" y="242"/>
                </a:lnTo>
                <a:lnTo>
                  <a:pt x="894" y="243"/>
                </a:lnTo>
                <a:lnTo>
                  <a:pt x="894" y="244"/>
                </a:lnTo>
                <a:lnTo>
                  <a:pt x="890" y="247"/>
                </a:lnTo>
                <a:lnTo>
                  <a:pt x="889" y="248"/>
                </a:lnTo>
                <a:lnTo>
                  <a:pt x="888" y="250"/>
                </a:lnTo>
                <a:lnTo>
                  <a:pt x="886" y="251"/>
                </a:lnTo>
                <a:lnTo>
                  <a:pt x="884" y="253"/>
                </a:lnTo>
                <a:lnTo>
                  <a:pt x="882" y="255"/>
                </a:lnTo>
                <a:lnTo>
                  <a:pt x="879" y="258"/>
                </a:lnTo>
                <a:lnTo>
                  <a:pt x="878" y="258"/>
                </a:lnTo>
                <a:lnTo>
                  <a:pt x="877" y="259"/>
                </a:lnTo>
                <a:lnTo>
                  <a:pt x="877" y="260"/>
                </a:lnTo>
                <a:lnTo>
                  <a:pt x="876" y="260"/>
                </a:lnTo>
                <a:lnTo>
                  <a:pt x="875" y="261"/>
                </a:lnTo>
                <a:lnTo>
                  <a:pt x="872" y="264"/>
                </a:lnTo>
                <a:lnTo>
                  <a:pt x="871" y="265"/>
                </a:lnTo>
                <a:lnTo>
                  <a:pt x="870" y="266"/>
                </a:lnTo>
                <a:lnTo>
                  <a:pt x="869" y="267"/>
                </a:lnTo>
                <a:lnTo>
                  <a:pt x="867" y="268"/>
                </a:lnTo>
                <a:lnTo>
                  <a:pt x="867" y="269"/>
                </a:lnTo>
                <a:lnTo>
                  <a:pt x="866" y="269"/>
                </a:lnTo>
                <a:lnTo>
                  <a:pt x="865" y="270"/>
                </a:lnTo>
                <a:lnTo>
                  <a:pt x="865" y="271"/>
                </a:lnTo>
                <a:lnTo>
                  <a:pt x="864" y="271"/>
                </a:lnTo>
                <a:lnTo>
                  <a:pt x="863" y="272"/>
                </a:lnTo>
                <a:lnTo>
                  <a:pt x="862" y="273"/>
                </a:lnTo>
                <a:lnTo>
                  <a:pt x="861" y="274"/>
                </a:lnTo>
                <a:lnTo>
                  <a:pt x="860" y="275"/>
                </a:lnTo>
                <a:lnTo>
                  <a:pt x="859" y="276"/>
                </a:lnTo>
                <a:lnTo>
                  <a:pt x="858" y="277"/>
                </a:lnTo>
                <a:lnTo>
                  <a:pt x="856" y="278"/>
                </a:lnTo>
                <a:lnTo>
                  <a:pt x="856" y="281"/>
                </a:lnTo>
                <a:lnTo>
                  <a:pt x="857" y="281"/>
                </a:lnTo>
                <a:lnTo>
                  <a:pt x="858" y="282"/>
                </a:lnTo>
                <a:lnTo>
                  <a:pt x="859" y="283"/>
                </a:lnTo>
                <a:lnTo>
                  <a:pt x="859" y="284"/>
                </a:lnTo>
                <a:lnTo>
                  <a:pt x="858" y="285"/>
                </a:lnTo>
                <a:lnTo>
                  <a:pt x="858" y="286"/>
                </a:lnTo>
                <a:lnTo>
                  <a:pt x="872" y="309"/>
                </a:lnTo>
                <a:lnTo>
                  <a:pt x="875" y="313"/>
                </a:lnTo>
                <a:lnTo>
                  <a:pt x="895" y="345"/>
                </a:lnTo>
                <a:lnTo>
                  <a:pt x="896" y="347"/>
                </a:lnTo>
                <a:lnTo>
                  <a:pt x="905" y="361"/>
                </a:lnTo>
                <a:lnTo>
                  <a:pt x="909" y="364"/>
                </a:lnTo>
                <a:lnTo>
                  <a:pt x="915" y="370"/>
                </a:lnTo>
                <a:lnTo>
                  <a:pt x="918" y="372"/>
                </a:lnTo>
                <a:lnTo>
                  <a:pt x="923" y="376"/>
                </a:lnTo>
                <a:lnTo>
                  <a:pt x="924" y="378"/>
                </a:lnTo>
                <a:lnTo>
                  <a:pt x="925" y="379"/>
                </a:lnTo>
                <a:lnTo>
                  <a:pt x="927" y="380"/>
                </a:lnTo>
                <a:lnTo>
                  <a:pt x="929" y="382"/>
                </a:lnTo>
                <a:lnTo>
                  <a:pt x="931" y="383"/>
                </a:lnTo>
                <a:lnTo>
                  <a:pt x="933" y="384"/>
                </a:lnTo>
                <a:lnTo>
                  <a:pt x="935" y="386"/>
                </a:lnTo>
                <a:lnTo>
                  <a:pt x="937" y="387"/>
                </a:lnTo>
                <a:lnTo>
                  <a:pt x="937" y="388"/>
                </a:lnTo>
                <a:lnTo>
                  <a:pt x="938" y="389"/>
                </a:lnTo>
                <a:lnTo>
                  <a:pt x="939" y="389"/>
                </a:lnTo>
                <a:lnTo>
                  <a:pt x="940" y="391"/>
                </a:lnTo>
                <a:lnTo>
                  <a:pt x="942" y="393"/>
                </a:lnTo>
                <a:lnTo>
                  <a:pt x="943" y="394"/>
                </a:lnTo>
                <a:lnTo>
                  <a:pt x="943" y="395"/>
                </a:lnTo>
                <a:lnTo>
                  <a:pt x="944" y="395"/>
                </a:lnTo>
                <a:lnTo>
                  <a:pt x="945" y="396"/>
                </a:lnTo>
                <a:lnTo>
                  <a:pt x="946" y="397"/>
                </a:lnTo>
                <a:lnTo>
                  <a:pt x="948" y="397"/>
                </a:lnTo>
                <a:lnTo>
                  <a:pt x="950" y="398"/>
                </a:lnTo>
                <a:lnTo>
                  <a:pt x="951" y="398"/>
                </a:lnTo>
                <a:lnTo>
                  <a:pt x="952" y="399"/>
                </a:lnTo>
                <a:lnTo>
                  <a:pt x="954" y="400"/>
                </a:lnTo>
                <a:lnTo>
                  <a:pt x="957" y="401"/>
                </a:lnTo>
                <a:lnTo>
                  <a:pt x="957" y="403"/>
                </a:lnTo>
                <a:lnTo>
                  <a:pt x="957" y="405"/>
                </a:lnTo>
                <a:lnTo>
                  <a:pt x="957" y="408"/>
                </a:lnTo>
                <a:lnTo>
                  <a:pt x="957" y="410"/>
                </a:lnTo>
                <a:lnTo>
                  <a:pt x="957" y="412"/>
                </a:lnTo>
                <a:lnTo>
                  <a:pt x="957" y="413"/>
                </a:lnTo>
                <a:lnTo>
                  <a:pt x="956" y="415"/>
                </a:lnTo>
                <a:lnTo>
                  <a:pt x="956" y="417"/>
                </a:lnTo>
                <a:lnTo>
                  <a:pt x="956" y="419"/>
                </a:lnTo>
                <a:lnTo>
                  <a:pt x="956" y="421"/>
                </a:lnTo>
                <a:lnTo>
                  <a:pt x="956" y="422"/>
                </a:lnTo>
                <a:lnTo>
                  <a:pt x="956" y="424"/>
                </a:lnTo>
                <a:lnTo>
                  <a:pt x="956" y="426"/>
                </a:lnTo>
                <a:lnTo>
                  <a:pt x="956" y="428"/>
                </a:lnTo>
                <a:lnTo>
                  <a:pt x="956" y="429"/>
                </a:lnTo>
                <a:lnTo>
                  <a:pt x="956" y="431"/>
                </a:lnTo>
                <a:lnTo>
                  <a:pt x="956" y="433"/>
                </a:lnTo>
                <a:lnTo>
                  <a:pt x="956" y="435"/>
                </a:lnTo>
                <a:lnTo>
                  <a:pt x="955" y="436"/>
                </a:lnTo>
                <a:lnTo>
                  <a:pt x="955" y="438"/>
                </a:lnTo>
                <a:lnTo>
                  <a:pt x="955" y="440"/>
                </a:lnTo>
                <a:lnTo>
                  <a:pt x="955" y="442"/>
                </a:lnTo>
                <a:lnTo>
                  <a:pt x="955" y="449"/>
                </a:lnTo>
                <a:lnTo>
                  <a:pt x="955" y="450"/>
                </a:lnTo>
                <a:lnTo>
                  <a:pt x="955" y="453"/>
                </a:lnTo>
                <a:lnTo>
                  <a:pt x="955" y="455"/>
                </a:lnTo>
                <a:lnTo>
                  <a:pt x="955" y="458"/>
                </a:lnTo>
                <a:lnTo>
                  <a:pt x="955" y="460"/>
                </a:lnTo>
                <a:lnTo>
                  <a:pt x="954" y="460"/>
                </a:lnTo>
                <a:lnTo>
                  <a:pt x="954" y="461"/>
                </a:lnTo>
                <a:lnTo>
                  <a:pt x="954" y="468"/>
                </a:lnTo>
                <a:lnTo>
                  <a:pt x="954" y="474"/>
                </a:lnTo>
                <a:lnTo>
                  <a:pt x="966" y="469"/>
                </a:lnTo>
                <a:lnTo>
                  <a:pt x="979" y="463"/>
                </a:lnTo>
                <a:lnTo>
                  <a:pt x="982" y="462"/>
                </a:lnTo>
                <a:lnTo>
                  <a:pt x="983" y="461"/>
                </a:lnTo>
                <a:lnTo>
                  <a:pt x="984" y="461"/>
                </a:lnTo>
                <a:lnTo>
                  <a:pt x="988" y="459"/>
                </a:lnTo>
                <a:lnTo>
                  <a:pt x="991" y="458"/>
                </a:lnTo>
                <a:lnTo>
                  <a:pt x="993" y="457"/>
                </a:lnTo>
                <a:lnTo>
                  <a:pt x="994" y="456"/>
                </a:lnTo>
                <a:lnTo>
                  <a:pt x="995" y="456"/>
                </a:lnTo>
                <a:lnTo>
                  <a:pt x="997" y="455"/>
                </a:lnTo>
                <a:lnTo>
                  <a:pt x="998" y="454"/>
                </a:lnTo>
                <a:lnTo>
                  <a:pt x="999" y="454"/>
                </a:lnTo>
                <a:lnTo>
                  <a:pt x="998" y="454"/>
                </a:lnTo>
                <a:lnTo>
                  <a:pt x="997" y="450"/>
                </a:lnTo>
                <a:lnTo>
                  <a:pt x="996" y="450"/>
                </a:lnTo>
                <a:lnTo>
                  <a:pt x="995" y="448"/>
                </a:lnTo>
                <a:lnTo>
                  <a:pt x="994" y="446"/>
                </a:lnTo>
                <a:lnTo>
                  <a:pt x="993" y="444"/>
                </a:lnTo>
                <a:lnTo>
                  <a:pt x="993" y="443"/>
                </a:lnTo>
                <a:lnTo>
                  <a:pt x="992" y="441"/>
                </a:lnTo>
                <a:lnTo>
                  <a:pt x="991" y="439"/>
                </a:lnTo>
                <a:lnTo>
                  <a:pt x="995" y="438"/>
                </a:lnTo>
                <a:lnTo>
                  <a:pt x="999" y="437"/>
                </a:lnTo>
                <a:lnTo>
                  <a:pt x="1001" y="436"/>
                </a:lnTo>
                <a:lnTo>
                  <a:pt x="1003" y="436"/>
                </a:lnTo>
                <a:lnTo>
                  <a:pt x="1004" y="435"/>
                </a:lnTo>
                <a:lnTo>
                  <a:pt x="1006" y="435"/>
                </a:lnTo>
                <a:lnTo>
                  <a:pt x="1007" y="438"/>
                </a:lnTo>
                <a:lnTo>
                  <a:pt x="1007" y="444"/>
                </a:lnTo>
                <a:lnTo>
                  <a:pt x="1008" y="447"/>
                </a:lnTo>
                <a:lnTo>
                  <a:pt x="1008" y="449"/>
                </a:lnTo>
                <a:lnTo>
                  <a:pt x="1008" y="451"/>
                </a:lnTo>
                <a:lnTo>
                  <a:pt x="1008" y="452"/>
                </a:lnTo>
                <a:lnTo>
                  <a:pt x="1009" y="453"/>
                </a:lnTo>
                <a:lnTo>
                  <a:pt x="1009" y="454"/>
                </a:lnTo>
                <a:lnTo>
                  <a:pt x="1010" y="456"/>
                </a:lnTo>
                <a:lnTo>
                  <a:pt x="1012" y="458"/>
                </a:lnTo>
                <a:lnTo>
                  <a:pt x="1013" y="459"/>
                </a:lnTo>
                <a:lnTo>
                  <a:pt x="1014" y="460"/>
                </a:lnTo>
                <a:lnTo>
                  <a:pt x="1017" y="462"/>
                </a:lnTo>
                <a:lnTo>
                  <a:pt x="1019" y="464"/>
                </a:lnTo>
                <a:lnTo>
                  <a:pt x="1020" y="465"/>
                </a:lnTo>
                <a:lnTo>
                  <a:pt x="1021" y="466"/>
                </a:lnTo>
                <a:lnTo>
                  <a:pt x="1023" y="469"/>
                </a:lnTo>
                <a:lnTo>
                  <a:pt x="1024" y="470"/>
                </a:lnTo>
                <a:lnTo>
                  <a:pt x="1024" y="471"/>
                </a:lnTo>
                <a:lnTo>
                  <a:pt x="1024" y="470"/>
                </a:lnTo>
                <a:lnTo>
                  <a:pt x="1025" y="470"/>
                </a:lnTo>
                <a:lnTo>
                  <a:pt x="1024" y="470"/>
                </a:lnTo>
                <a:lnTo>
                  <a:pt x="1024" y="469"/>
                </a:lnTo>
                <a:lnTo>
                  <a:pt x="1025" y="469"/>
                </a:lnTo>
                <a:lnTo>
                  <a:pt x="1024" y="469"/>
                </a:lnTo>
                <a:lnTo>
                  <a:pt x="1024" y="468"/>
                </a:lnTo>
                <a:lnTo>
                  <a:pt x="1024" y="467"/>
                </a:lnTo>
                <a:lnTo>
                  <a:pt x="1024" y="466"/>
                </a:lnTo>
                <a:lnTo>
                  <a:pt x="1024" y="465"/>
                </a:lnTo>
                <a:lnTo>
                  <a:pt x="1024" y="464"/>
                </a:lnTo>
                <a:lnTo>
                  <a:pt x="1025" y="463"/>
                </a:lnTo>
                <a:lnTo>
                  <a:pt x="1025" y="462"/>
                </a:lnTo>
                <a:lnTo>
                  <a:pt x="1025" y="461"/>
                </a:lnTo>
                <a:lnTo>
                  <a:pt x="1025" y="460"/>
                </a:lnTo>
                <a:lnTo>
                  <a:pt x="1026" y="460"/>
                </a:lnTo>
                <a:lnTo>
                  <a:pt x="1025" y="459"/>
                </a:lnTo>
                <a:lnTo>
                  <a:pt x="1025" y="458"/>
                </a:lnTo>
                <a:lnTo>
                  <a:pt x="1024" y="458"/>
                </a:lnTo>
                <a:lnTo>
                  <a:pt x="1024" y="457"/>
                </a:lnTo>
                <a:lnTo>
                  <a:pt x="1024" y="456"/>
                </a:lnTo>
                <a:lnTo>
                  <a:pt x="1023" y="456"/>
                </a:lnTo>
                <a:lnTo>
                  <a:pt x="1023" y="455"/>
                </a:lnTo>
                <a:lnTo>
                  <a:pt x="1023" y="454"/>
                </a:lnTo>
                <a:lnTo>
                  <a:pt x="1023" y="453"/>
                </a:lnTo>
                <a:lnTo>
                  <a:pt x="1024" y="453"/>
                </a:lnTo>
                <a:lnTo>
                  <a:pt x="1024" y="452"/>
                </a:lnTo>
                <a:lnTo>
                  <a:pt x="1024" y="450"/>
                </a:lnTo>
                <a:lnTo>
                  <a:pt x="1025" y="450"/>
                </a:lnTo>
                <a:lnTo>
                  <a:pt x="1027" y="449"/>
                </a:lnTo>
                <a:lnTo>
                  <a:pt x="1030" y="447"/>
                </a:lnTo>
                <a:lnTo>
                  <a:pt x="1033" y="446"/>
                </a:lnTo>
                <a:lnTo>
                  <a:pt x="1036" y="444"/>
                </a:lnTo>
                <a:lnTo>
                  <a:pt x="1039" y="443"/>
                </a:lnTo>
                <a:lnTo>
                  <a:pt x="1041" y="442"/>
                </a:lnTo>
                <a:lnTo>
                  <a:pt x="1044" y="441"/>
                </a:lnTo>
                <a:lnTo>
                  <a:pt x="1045" y="440"/>
                </a:lnTo>
                <a:lnTo>
                  <a:pt x="1048" y="439"/>
                </a:lnTo>
                <a:lnTo>
                  <a:pt x="1054" y="436"/>
                </a:lnTo>
                <a:lnTo>
                  <a:pt x="1055" y="436"/>
                </a:lnTo>
                <a:lnTo>
                  <a:pt x="1055" y="439"/>
                </a:lnTo>
                <a:lnTo>
                  <a:pt x="1057" y="441"/>
                </a:lnTo>
                <a:lnTo>
                  <a:pt x="1057" y="442"/>
                </a:lnTo>
                <a:lnTo>
                  <a:pt x="1058" y="445"/>
                </a:lnTo>
                <a:lnTo>
                  <a:pt x="1058" y="446"/>
                </a:lnTo>
                <a:lnTo>
                  <a:pt x="1059" y="447"/>
                </a:lnTo>
                <a:lnTo>
                  <a:pt x="1059" y="448"/>
                </a:lnTo>
                <a:lnTo>
                  <a:pt x="1060" y="450"/>
                </a:lnTo>
                <a:lnTo>
                  <a:pt x="1060" y="451"/>
                </a:lnTo>
                <a:lnTo>
                  <a:pt x="1061" y="452"/>
                </a:lnTo>
                <a:lnTo>
                  <a:pt x="1061" y="453"/>
                </a:lnTo>
                <a:lnTo>
                  <a:pt x="1062" y="454"/>
                </a:lnTo>
                <a:lnTo>
                  <a:pt x="1062" y="455"/>
                </a:lnTo>
                <a:lnTo>
                  <a:pt x="1064" y="456"/>
                </a:lnTo>
                <a:lnTo>
                  <a:pt x="1065" y="456"/>
                </a:lnTo>
                <a:lnTo>
                  <a:pt x="1065" y="457"/>
                </a:lnTo>
                <a:lnTo>
                  <a:pt x="1066" y="457"/>
                </a:lnTo>
                <a:lnTo>
                  <a:pt x="1067" y="457"/>
                </a:lnTo>
                <a:lnTo>
                  <a:pt x="1067" y="458"/>
                </a:lnTo>
                <a:lnTo>
                  <a:pt x="1068" y="458"/>
                </a:lnTo>
                <a:lnTo>
                  <a:pt x="1069" y="458"/>
                </a:lnTo>
                <a:lnTo>
                  <a:pt x="1070" y="459"/>
                </a:lnTo>
                <a:lnTo>
                  <a:pt x="1071" y="459"/>
                </a:lnTo>
                <a:lnTo>
                  <a:pt x="1072" y="457"/>
                </a:lnTo>
                <a:lnTo>
                  <a:pt x="1073" y="455"/>
                </a:lnTo>
                <a:lnTo>
                  <a:pt x="1074" y="453"/>
                </a:lnTo>
                <a:lnTo>
                  <a:pt x="1075" y="451"/>
                </a:lnTo>
                <a:lnTo>
                  <a:pt x="1082" y="445"/>
                </a:lnTo>
                <a:lnTo>
                  <a:pt x="1083" y="445"/>
                </a:lnTo>
                <a:lnTo>
                  <a:pt x="1084" y="427"/>
                </a:lnTo>
                <a:lnTo>
                  <a:pt x="1084" y="422"/>
                </a:lnTo>
                <a:lnTo>
                  <a:pt x="1096" y="423"/>
                </a:lnTo>
                <a:lnTo>
                  <a:pt x="1101" y="424"/>
                </a:lnTo>
                <a:lnTo>
                  <a:pt x="1113" y="425"/>
                </a:lnTo>
                <a:lnTo>
                  <a:pt x="1124" y="426"/>
                </a:lnTo>
                <a:lnTo>
                  <a:pt x="1134" y="427"/>
                </a:lnTo>
                <a:lnTo>
                  <a:pt x="1144" y="428"/>
                </a:lnTo>
                <a:lnTo>
                  <a:pt x="1161" y="411"/>
                </a:lnTo>
                <a:lnTo>
                  <a:pt x="1173" y="413"/>
                </a:lnTo>
                <a:lnTo>
                  <a:pt x="1185" y="414"/>
                </a:lnTo>
                <a:lnTo>
                  <a:pt x="1208" y="418"/>
                </a:lnTo>
                <a:lnTo>
                  <a:pt x="1211" y="418"/>
                </a:lnTo>
                <a:lnTo>
                  <a:pt x="1219" y="419"/>
                </a:lnTo>
                <a:lnTo>
                  <a:pt x="1227" y="426"/>
                </a:lnTo>
                <a:lnTo>
                  <a:pt x="1231" y="435"/>
                </a:lnTo>
                <a:lnTo>
                  <a:pt x="1233" y="439"/>
                </a:lnTo>
                <a:lnTo>
                  <a:pt x="1243" y="458"/>
                </a:lnTo>
                <a:lnTo>
                  <a:pt x="1245" y="460"/>
                </a:lnTo>
                <a:lnTo>
                  <a:pt x="1245" y="470"/>
                </a:lnTo>
                <a:lnTo>
                  <a:pt x="1245" y="480"/>
                </a:lnTo>
                <a:lnTo>
                  <a:pt x="1233" y="496"/>
                </a:lnTo>
                <a:lnTo>
                  <a:pt x="1232" y="504"/>
                </a:lnTo>
                <a:lnTo>
                  <a:pt x="1231" y="521"/>
                </a:lnTo>
                <a:lnTo>
                  <a:pt x="1230" y="539"/>
                </a:lnTo>
                <a:lnTo>
                  <a:pt x="1230" y="551"/>
                </a:lnTo>
                <a:lnTo>
                  <a:pt x="1228" y="551"/>
                </a:lnTo>
                <a:lnTo>
                  <a:pt x="1226" y="553"/>
                </a:lnTo>
                <a:lnTo>
                  <a:pt x="1224" y="554"/>
                </a:lnTo>
                <a:lnTo>
                  <a:pt x="1221" y="555"/>
                </a:lnTo>
                <a:lnTo>
                  <a:pt x="1221" y="556"/>
                </a:lnTo>
                <a:lnTo>
                  <a:pt x="1219" y="557"/>
                </a:lnTo>
                <a:lnTo>
                  <a:pt x="1217" y="558"/>
                </a:lnTo>
                <a:lnTo>
                  <a:pt x="1214" y="560"/>
                </a:lnTo>
                <a:lnTo>
                  <a:pt x="1212" y="561"/>
                </a:lnTo>
                <a:lnTo>
                  <a:pt x="1209" y="562"/>
                </a:lnTo>
                <a:lnTo>
                  <a:pt x="1209" y="563"/>
                </a:lnTo>
                <a:lnTo>
                  <a:pt x="1207" y="564"/>
                </a:lnTo>
                <a:lnTo>
                  <a:pt x="1206" y="564"/>
                </a:lnTo>
                <a:lnTo>
                  <a:pt x="1204" y="565"/>
                </a:lnTo>
                <a:lnTo>
                  <a:pt x="1203" y="566"/>
                </a:lnTo>
                <a:lnTo>
                  <a:pt x="1202" y="567"/>
                </a:lnTo>
                <a:lnTo>
                  <a:pt x="1201" y="568"/>
                </a:lnTo>
                <a:lnTo>
                  <a:pt x="1201" y="569"/>
                </a:lnTo>
                <a:lnTo>
                  <a:pt x="1200" y="569"/>
                </a:lnTo>
                <a:lnTo>
                  <a:pt x="1200" y="570"/>
                </a:lnTo>
                <a:lnTo>
                  <a:pt x="1199" y="570"/>
                </a:lnTo>
                <a:lnTo>
                  <a:pt x="1199" y="571"/>
                </a:lnTo>
                <a:lnTo>
                  <a:pt x="1198" y="571"/>
                </a:lnTo>
                <a:lnTo>
                  <a:pt x="1198" y="572"/>
                </a:lnTo>
                <a:lnTo>
                  <a:pt x="1197" y="572"/>
                </a:lnTo>
                <a:lnTo>
                  <a:pt x="1197" y="573"/>
                </a:lnTo>
                <a:lnTo>
                  <a:pt x="1196" y="575"/>
                </a:lnTo>
                <a:lnTo>
                  <a:pt x="1196" y="576"/>
                </a:lnTo>
                <a:lnTo>
                  <a:pt x="1195" y="576"/>
                </a:lnTo>
                <a:lnTo>
                  <a:pt x="1195" y="577"/>
                </a:lnTo>
                <a:lnTo>
                  <a:pt x="1195" y="578"/>
                </a:lnTo>
                <a:lnTo>
                  <a:pt x="1195" y="579"/>
                </a:lnTo>
                <a:lnTo>
                  <a:pt x="1194" y="580"/>
                </a:lnTo>
                <a:lnTo>
                  <a:pt x="1194" y="583"/>
                </a:lnTo>
                <a:lnTo>
                  <a:pt x="1193" y="585"/>
                </a:lnTo>
                <a:lnTo>
                  <a:pt x="1192" y="587"/>
                </a:lnTo>
                <a:lnTo>
                  <a:pt x="1192" y="589"/>
                </a:lnTo>
                <a:lnTo>
                  <a:pt x="1191" y="590"/>
                </a:lnTo>
                <a:lnTo>
                  <a:pt x="1191" y="592"/>
                </a:lnTo>
                <a:lnTo>
                  <a:pt x="1191" y="593"/>
                </a:lnTo>
                <a:lnTo>
                  <a:pt x="1190" y="594"/>
                </a:lnTo>
                <a:lnTo>
                  <a:pt x="1189" y="594"/>
                </a:lnTo>
                <a:lnTo>
                  <a:pt x="1187" y="596"/>
                </a:lnTo>
                <a:lnTo>
                  <a:pt x="1186" y="597"/>
                </a:lnTo>
                <a:lnTo>
                  <a:pt x="1185" y="598"/>
                </a:lnTo>
                <a:lnTo>
                  <a:pt x="1184" y="599"/>
                </a:lnTo>
                <a:lnTo>
                  <a:pt x="1183" y="599"/>
                </a:lnTo>
                <a:lnTo>
                  <a:pt x="1183" y="600"/>
                </a:lnTo>
                <a:lnTo>
                  <a:pt x="1182" y="600"/>
                </a:lnTo>
                <a:lnTo>
                  <a:pt x="1181" y="601"/>
                </a:lnTo>
                <a:lnTo>
                  <a:pt x="1180" y="601"/>
                </a:lnTo>
                <a:lnTo>
                  <a:pt x="1180" y="602"/>
                </a:lnTo>
                <a:lnTo>
                  <a:pt x="1179" y="602"/>
                </a:lnTo>
                <a:lnTo>
                  <a:pt x="1178" y="602"/>
                </a:lnTo>
                <a:lnTo>
                  <a:pt x="1177" y="603"/>
                </a:lnTo>
                <a:lnTo>
                  <a:pt x="1176" y="603"/>
                </a:lnTo>
                <a:lnTo>
                  <a:pt x="1175" y="603"/>
                </a:lnTo>
                <a:lnTo>
                  <a:pt x="1174" y="603"/>
                </a:lnTo>
                <a:lnTo>
                  <a:pt x="1171" y="603"/>
                </a:lnTo>
                <a:lnTo>
                  <a:pt x="1170" y="603"/>
                </a:lnTo>
                <a:lnTo>
                  <a:pt x="1166" y="603"/>
                </a:lnTo>
                <a:lnTo>
                  <a:pt x="1165" y="603"/>
                </a:lnTo>
                <a:lnTo>
                  <a:pt x="1164" y="603"/>
                </a:lnTo>
                <a:lnTo>
                  <a:pt x="1163" y="603"/>
                </a:lnTo>
                <a:lnTo>
                  <a:pt x="1163" y="604"/>
                </a:lnTo>
                <a:lnTo>
                  <a:pt x="1162" y="604"/>
                </a:lnTo>
                <a:lnTo>
                  <a:pt x="1162" y="605"/>
                </a:lnTo>
                <a:lnTo>
                  <a:pt x="1160" y="606"/>
                </a:lnTo>
                <a:lnTo>
                  <a:pt x="1160" y="607"/>
                </a:lnTo>
                <a:lnTo>
                  <a:pt x="1159" y="608"/>
                </a:lnTo>
                <a:lnTo>
                  <a:pt x="1159" y="609"/>
                </a:lnTo>
                <a:lnTo>
                  <a:pt x="1158" y="609"/>
                </a:lnTo>
                <a:lnTo>
                  <a:pt x="1157" y="609"/>
                </a:lnTo>
                <a:lnTo>
                  <a:pt x="1157" y="610"/>
                </a:lnTo>
                <a:lnTo>
                  <a:pt x="1155" y="611"/>
                </a:lnTo>
                <a:lnTo>
                  <a:pt x="1154" y="612"/>
                </a:lnTo>
                <a:lnTo>
                  <a:pt x="1152" y="614"/>
                </a:lnTo>
                <a:lnTo>
                  <a:pt x="1151" y="614"/>
                </a:lnTo>
                <a:lnTo>
                  <a:pt x="1150" y="614"/>
                </a:lnTo>
                <a:lnTo>
                  <a:pt x="1149" y="615"/>
                </a:lnTo>
                <a:lnTo>
                  <a:pt x="1144" y="617"/>
                </a:lnTo>
                <a:lnTo>
                  <a:pt x="1144" y="618"/>
                </a:lnTo>
                <a:lnTo>
                  <a:pt x="1143" y="618"/>
                </a:lnTo>
                <a:lnTo>
                  <a:pt x="1142" y="619"/>
                </a:lnTo>
                <a:lnTo>
                  <a:pt x="1140" y="619"/>
                </a:lnTo>
                <a:lnTo>
                  <a:pt x="1139" y="620"/>
                </a:lnTo>
                <a:lnTo>
                  <a:pt x="1136" y="621"/>
                </a:lnTo>
                <a:lnTo>
                  <a:pt x="1133" y="623"/>
                </a:lnTo>
                <a:lnTo>
                  <a:pt x="1132" y="623"/>
                </a:lnTo>
                <a:lnTo>
                  <a:pt x="1131" y="623"/>
                </a:lnTo>
                <a:lnTo>
                  <a:pt x="1130" y="624"/>
                </a:lnTo>
                <a:lnTo>
                  <a:pt x="1129" y="625"/>
                </a:lnTo>
                <a:lnTo>
                  <a:pt x="1128" y="625"/>
                </a:lnTo>
                <a:lnTo>
                  <a:pt x="1127" y="626"/>
                </a:lnTo>
                <a:lnTo>
                  <a:pt x="1126" y="626"/>
                </a:lnTo>
                <a:lnTo>
                  <a:pt x="1125" y="626"/>
                </a:lnTo>
                <a:lnTo>
                  <a:pt x="1124" y="627"/>
                </a:lnTo>
                <a:lnTo>
                  <a:pt x="1121" y="627"/>
                </a:lnTo>
                <a:lnTo>
                  <a:pt x="1121" y="626"/>
                </a:lnTo>
                <a:lnTo>
                  <a:pt x="1119" y="626"/>
                </a:lnTo>
                <a:lnTo>
                  <a:pt x="1119" y="625"/>
                </a:lnTo>
                <a:lnTo>
                  <a:pt x="1118" y="624"/>
                </a:lnTo>
                <a:lnTo>
                  <a:pt x="1117" y="624"/>
                </a:lnTo>
                <a:lnTo>
                  <a:pt x="1116" y="624"/>
                </a:lnTo>
                <a:lnTo>
                  <a:pt x="1115" y="624"/>
                </a:lnTo>
                <a:lnTo>
                  <a:pt x="1114" y="624"/>
                </a:lnTo>
                <a:lnTo>
                  <a:pt x="1114" y="625"/>
                </a:lnTo>
                <a:lnTo>
                  <a:pt x="1114" y="626"/>
                </a:lnTo>
                <a:lnTo>
                  <a:pt x="1115" y="627"/>
                </a:lnTo>
                <a:lnTo>
                  <a:pt x="1115" y="628"/>
                </a:lnTo>
                <a:lnTo>
                  <a:pt x="1146" y="627"/>
                </a:lnTo>
                <a:lnTo>
                  <a:pt x="1147" y="627"/>
                </a:lnTo>
                <a:lnTo>
                  <a:pt x="1149" y="627"/>
                </a:lnTo>
                <a:lnTo>
                  <a:pt x="1150" y="627"/>
                </a:lnTo>
                <a:lnTo>
                  <a:pt x="1152" y="628"/>
                </a:lnTo>
                <a:lnTo>
                  <a:pt x="1153" y="628"/>
                </a:lnTo>
                <a:lnTo>
                  <a:pt x="1155" y="629"/>
                </a:lnTo>
                <a:lnTo>
                  <a:pt x="1157" y="630"/>
                </a:lnTo>
                <a:lnTo>
                  <a:pt x="1160" y="630"/>
                </a:lnTo>
                <a:lnTo>
                  <a:pt x="1162" y="631"/>
                </a:lnTo>
                <a:lnTo>
                  <a:pt x="1163" y="632"/>
                </a:lnTo>
                <a:lnTo>
                  <a:pt x="1164" y="632"/>
                </a:lnTo>
                <a:lnTo>
                  <a:pt x="1169" y="633"/>
                </a:lnTo>
                <a:lnTo>
                  <a:pt x="1171" y="633"/>
                </a:lnTo>
                <a:lnTo>
                  <a:pt x="1172" y="634"/>
                </a:lnTo>
                <a:lnTo>
                  <a:pt x="1182" y="647"/>
                </a:lnTo>
                <a:lnTo>
                  <a:pt x="1184" y="650"/>
                </a:lnTo>
                <a:lnTo>
                  <a:pt x="1193" y="655"/>
                </a:lnTo>
                <a:lnTo>
                  <a:pt x="1204" y="658"/>
                </a:lnTo>
                <a:lnTo>
                  <a:pt x="1216" y="669"/>
                </a:lnTo>
                <a:lnTo>
                  <a:pt x="1236" y="674"/>
                </a:lnTo>
                <a:lnTo>
                  <a:pt x="1237" y="677"/>
                </a:lnTo>
                <a:lnTo>
                  <a:pt x="1238" y="678"/>
                </a:lnTo>
                <a:lnTo>
                  <a:pt x="1245" y="690"/>
                </a:lnTo>
                <a:lnTo>
                  <a:pt x="1243" y="698"/>
                </a:lnTo>
                <a:lnTo>
                  <a:pt x="1246" y="711"/>
                </a:lnTo>
                <a:lnTo>
                  <a:pt x="1264" y="717"/>
                </a:lnTo>
                <a:lnTo>
                  <a:pt x="1273" y="718"/>
                </a:lnTo>
                <a:lnTo>
                  <a:pt x="1272" y="735"/>
                </a:lnTo>
                <a:lnTo>
                  <a:pt x="1274" y="735"/>
                </a:lnTo>
                <a:lnTo>
                  <a:pt x="1275" y="735"/>
                </a:lnTo>
                <a:lnTo>
                  <a:pt x="1276" y="735"/>
                </a:lnTo>
                <a:lnTo>
                  <a:pt x="1277" y="735"/>
                </a:lnTo>
                <a:lnTo>
                  <a:pt x="1278" y="735"/>
                </a:lnTo>
                <a:lnTo>
                  <a:pt x="1279" y="735"/>
                </a:lnTo>
                <a:lnTo>
                  <a:pt x="1279" y="736"/>
                </a:lnTo>
                <a:lnTo>
                  <a:pt x="1281" y="736"/>
                </a:lnTo>
                <a:lnTo>
                  <a:pt x="1282" y="736"/>
                </a:lnTo>
                <a:lnTo>
                  <a:pt x="1283" y="737"/>
                </a:lnTo>
                <a:lnTo>
                  <a:pt x="1284" y="736"/>
                </a:lnTo>
                <a:lnTo>
                  <a:pt x="1285" y="737"/>
                </a:lnTo>
                <a:lnTo>
                  <a:pt x="1286" y="737"/>
                </a:lnTo>
                <a:lnTo>
                  <a:pt x="1287" y="737"/>
                </a:lnTo>
                <a:lnTo>
                  <a:pt x="1287" y="738"/>
                </a:lnTo>
                <a:lnTo>
                  <a:pt x="1289" y="738"/>
                </a:lnTo>
                <a:lnTo>
                  <a:pt x="1292" y="738"/>
                </a:lnTo>
                <a:lnTo>
                  <a:pt x="1293" y="738"/>
                </a:lnTo>
                <a:lnTo>
                  <a:pt x="1294" y="738"/>
                </a:lnTo>
                <a:lnTo>
                  <a:pt x="1295" y="738"/>
                </a:lnTo>
                <a:lnTo>
                  <a:pt x="1296" y="738"/>
                </a:lnTo>
                <a:lnTo>
                  <a:pt x="1298" y="737"/>
                </a:lnTo>
                <a:lnTo>
                  <a:pt x="1300" y="737"/>
                </a:lnTo>
                <a:lnTo>
                  <a:pt x="1302" y="736"/>
                </a:lnTo>
                <a:lnTo>
                  <a:pt x="1303" y="736"/>
                </a:lnTo>
                <a:lnTo>
                  <a:pt x="1304" y="736"/>
                </a:lnTo>
                <a:lnTo>
                  <a:pt x="1304" y="735"/>
                </a:lnTo>
                <a:lnTo>
                  <a:pt x="1305" y="735"/>
                </a:lnTo>
                <a:lnTo>
                  <a:pt x="1306" y="735"/>
                </a:lnTo>
                <a:lnTo>
                  <a:pt x="1308" y="736"/>
                </a:lnTo>
                <a:lnTo>
                  <a:pt x="1310" y="736"/>
                </a:lnTo>
                <a:lnTo>
                  <a:pt x="1312" y="736"/>
                </a:lnTo>
                <a:lnTo>
                  <a:pt x="1324" y="736"/>
                </a:lnTo>
                <a:lnTo>
                  <a:pt x="1324" y="747"/>
                </a:lnTo>
                <a:lnTo>
                  <a:pt x="1324" y="760"/>
                </a:lnTo>
                <a:lnTo>
                  <a:pt x="1324" y="768"/>
                </a:lnTo>
                <a:lnTo>
                  <a:pt x="1324" y="769"/>
                </a:lnTo>
                <a:lnTo>
                  <a:pt x="1324" y="777"/>
                </a:lnTo>
                <a:lnTo>
                  <a:pt x="1324" y="778"/>
                </a:lnTo>
                <a:lnTo>
                  <a:pt x="1324" y="779"/>
                </a:lnTo>
                <a:lnTo>
                  <a:pt x="1325" y="780"/>
                </a:lnTo>
                <a:lnTo>
                  <a:pt x="1325" y="781"/>
                </a:lnTo>
                <a:lnTo>
                  <a:pt x="1325" y="782"/>
                </a:lnTo>
                <a:lnTo>
                  <a:pt x="1324" y="782"/>
                </a:lnTo>
                <a:lnTo>
                  <a:pt x="1324" y="783"/>
                </a:lnTo>
                <a:lnTo>
                  <a:pt x="1325" y="784"/>
                </a:lnTo>
                <a:lnTo>
                  <a:pt x="1325" y="785"/>
                </a:lnTo>
                <a:lnTo>
                  <a:pt x="1325" y="786"/>
                </a:lnTo>
                <a:lnTo>
                  <a:pt x="1325" y="787"/>
                </a:lnTo>
                <a:lnTo>
                  <a:pt x="1325" y="788"/>
                </a:lnTo>
                <a:lnTo>
                  <a:pt x="1325" y="789"/>
                </a:lnTo>
                <a:lnTo>
                  <a:pt x="1326" y="789"/>
                </a:lnTo>
                <a:lnTo>
                  <a:pt x="1326" y="790"/>
                </a:lnTo>
                <a:lnTo>
                  <a:pt x="1326" y="791"/>
                </a:lnTo>
                <a:lnTo>
                  <a:pt x="1326" y="792"/>
                </a:lnTo>
                <a:lnTo>
                  <a:pt x="1326" y="793"/>
                </a:lnTo>
                <a:lnTo>
                  <a:pt x="1327" y="794"/>
                </a:lnTo>
                <a:lnTo>
                  <a:pt x="1327" y="795"/>
                </a:lnTo>
                <a:lnTo>
                  <a:pt x="1327" y="796"/>
                </a:lnTo>
                <a:lnTo>
                  <a:pt x="1327" y="797"/>
                </a:lnTo>
                <a:lnTo>
                  <a:pt x="1326" y="798"/>
                </a:lnTo>
                <a:lnTo>
                  <a:pt x="1321" y="804"/>
                </a:lnTo>
                <a:lnTo>
                  <a:pt x="1321" y="805"/>
                </a:lnTo>
                <a:lnTo>
                  <a:pt x="1321" y="807"/>
                </a:lnTo>
                <a:lnTo>
                  <a:pt x="1321" y="812"/>
                </a:lnTo>
                <a:lnTo>
                  <a:pt x="1321" y="814"/>
                </a:lnTo>
                <a:lnTo>
                  <a:pt x="1321" y="815"/>
                </a:lnTo>
                <a:lnTo>
                  <a:pt x="1322" y="815"/>
                </a:lnTo>
                <a:lnTo>
                  <a:pt x="1323" y="816"/>
                </a:lnTo>
                <a:lnTo>
                  <a:pt x="1323" y="817"/>
                </a:lnTo>
                <a:lnTo>
                  <a:pt x="1325" y="818"/>
                </a:lnTo>
                <a:lnTo>
                  <a:pt x="1327" y="820"/>
                </a:lnTo>
                <a:lnTo>
                  <a:pt x="1328" y="821"/>
                </a:lnTo>
                <a:lnTo>
                  <a:pt x="1329" y="820"/>
                </a:lnTo>
                <a:lnTo>
                  <a:pt x="1332" y="814"/>
                </a:lnTo>
                <a:lnTo>
                  <a:pt x="1336" y="817"/>
                </a:lnTo>
                <a:lnTo>
                  <a:pt x="1341" y="820"/>
                </a:lnTo>
                <a:lnTo>
                  <a:pt x="1342" y="821"/>
                </a:lnTo>
                <a:lnTo>
                  <a:pt x="1342" y="824"/>
                </a:lnTo>
                <a:lnTo>
                  <a:pt x="1342" y="826"/>
                </a:lnTo>
                <a:lnTo>
                  <a:pt x="1342" y="828"/>
                </a:lnTo>
                <a:lnTo>
                  <a:pt x="1341" y="830"/>
                </a:lnTo>
                <a:lnTo>
                  <a:pt x="1341" y="831"/>
                </a:lnTo>
                <a:lnTo>
                  <a:pt x="1341" y="832"/>
                </a:lnTo>
                <a:lnTo>
                  <a:pt x="1343" y="832"/>
                </a:lnTo>
                <a:lnTo>
                  <a:pt x="1352" y="830"/>
                </a:lnTo>
                <a:lnTo>
                  <a:pt x="1366" y="827"/>
                </a:lnTo>
                <a:lnTo>
                  <a:pt x="1367" y="826"/>
                </a:lnTo>
                <a:lnTo>
                  <a:pt x="1373" y="823"/>
                </a:lnTo>
                <a:lnTo>
                  <a:pt x="1375" y="822"/>
                </a:lnTo>
                <a:lnTo>
                  <a:pt x="1383" y="818"/>
                </a:lnTo>
                <a:lnTo>
                  <a:pt x="1381" y="822"/>
                </a:lnTo>
                <a:lnTo>
                  <a:pt x="1380" y="825"/>
                </a:lnTo>
                <a:lnTo>
                  <a:pt x="1379" y="828"/>
                </a:lnTo>
                <a:lnTo>
                  <a:pt x="1378" y="831"/>
                </a:lnTo>
                <a:lnTo>
                  <a:pt x="1377" y="833"/>
                </a:lnTo>
                <a:lnTo>
                  <a:pt x="1381" y="839"/>
                </a:lnTo>
                <a:lnTo>
                  <a:pt x="1383" y="842"/>
                </a:lnTo>
                <a:lnTo>
                  <a:pt x="1383" y="843"/>
                </a:lnTo>
                <a:lnTo>
                  <a:pt x="1383" y="844"/>
                </a:lnTo>
                <a:lnTo>
                  <a:pt x="1383" y="845"/>
                </a:lnTo>
                <a:lnTo>
                  <a:pt x="1383" y="846"/>
                </a:lnTo>
                <a:lnTo>
                  <a:pt x="1383" y="852"/>
                </a:lnTo>
                <a:lnTo>
                  <a:pt x="1386" y="852"/>
                </a:lnTo>
                <a:lnTo>
                  <a:pt x="1389" y="854"/>
                </a:lnTo>
                <a:lnTo>
                  <a:pt x="1393" y="854"/>
                </a:lnTo>
                <a:lnTo>
                  <a:pt x="1398" y="855"/>
                </a:lnTo>
                <a:lnTo>
                  <a:pt x="1398" y="856"/>
                </a:lnTo>
                <a:lnTo>
                  <a:pt x="1398" y="857"/>
                </a:lnTo>
                <a:lnTo>
                  <a:pt x="1399" y="858"/>
                </a:lnTo>
                <a:lnTo>
                  <a:pt x="1399" y="859"/>
                </a:lnTo>
                <a:lnTo>
                  <a:pt x="1399" y="860"/>
                </a:lnTo>
                <a:lnTo>
                  <a:pt x="1398" y="860"/>
                </a:lnTo>
                <a:lnTo>
                  <a:pt x="1398" y="861"/>
                </a:lnTo>
                <a:lnTo>
                  <a:pt x="1398" y="862"/>
                </a:lnTo>
                <a:lnTo>
                  <a:pt x="1397" y="862"/>
                </a:lnTo>
                <a:lnTo>
                  <a:pt x="1398" y="862"/>
                </a:lnTo>
                <a:lnTo>
                  <a:pt x="1398" y="863"/>
                </a:lnTo>
                <a:lnTo>
                  <a:pt x="1397" y="863"/>
                </a:lnTo>
                <a:lnTo>
                  <a:pt x="1396" y="863"/>
                </a:lnTo>
                <a:lnTo>
                  <a:pt x="1396" y="864"/>
                </a:lnTo>
                <a:lnTo>
                  <a:pt x="1395" y="864"/>
                </a:lnTo>
                <a:lnTo>
                  <a:pt x="1394" y="864"/>
                </a:lnTo>
                <a:lnTo>
                  <a:pt x="1393" y="864"/>
                </a:lnTo>
                <a:lnTo>
                  <a:pt x="1393" y="865"/>
                </a:lnTo>
                <a:lnTo>
                  <a:pt x="1393" y="866"/>
                </a:lnTo>
                <a:lnTo>
                  <a:pt x="1393" y="867"/>
                </a:lnTo>
                <a:lnTo>
                  <a:pt x="1394" y="867"/>
                </a:lnTo>
                <a:lnTo>
                  <a:pt x="1394" y="868"/>
                </a:lnTo>
                <a:lnTo>
                  <a:pt x="1395" y="868"/>
                </a:lnTo>
                <a:lnTo>
                  <a:pt x="1396" y="869"/>
                </a:lnTo>
                <a:lnTo>
                  <a:pt x="1397" y="869"/>
                </a:lnTo>
                <a:lnTo>
                  <a:pt x="1398" y="869"/>
                </a:lnTo>
                <a:lnTo>
                  <a:pt x="1399" y="869"/>
                </a:lnTo>
                <a:lnTo>
                  <a:pt x="1399" y="870"/>
                </a:lnTo>
                <a:lnTo>
                  <a:pt x="1400" y="870"/>
                </a:lnTo>
                <a:lnTo>
                  <a:pt x="1401" y="870"/>
                </a:lnTo>
                <a:lnTo>
                  <a:pt x="1401" y="871"/>
                </a:lnTo>
                <a:lnTo>
                  <a:pt x="1402" y="871"/>
                </a:lnTo>
                <a:lnTo>
                  <a:pt x="1402" y="870"/>
                </a:lnTo>
                <a:lnTo>
                  <a:pt x="1402" y="871"/>
                </a:lnTo>
                <a:lnTo>
                  <a:pt x="1403" y="870"/>
                </a:lnTo>
                <a:lnTo>
                  <a:pt x="1403" y="871"/>
                </a:lnTo>
                <a:lnTo>
                  <a:pt x="1404" y="871"/>
                </a:lnTo>
                <a:lnTo>
                  <a:pt x="1405" y="871"/>
                </a:lnTo>
                <a:lnTo>
                  <a:pt x="1406" y="871"/>
                </a:lnTo>
                <a:lnTo>
                  <a:pt x="1407" y="871"/>
                </a:lnTo>
                <a:lnTo>
                  <a:pt x="1408" y="871"/>
                </a:lnTo>
                <a:lnTo>
                  <a:pt x="1408" y="872"/>
                </a:lnTo>
                <a:lnTo>
                  <a:pt x="1409" y="872"/>
                </a:lnTo>
                <a:lnTo>
                  <a:pt x="1409" y="873"/>
                </a:lnTo>
                <a:lnTo>
                  <a:pt x="1410" y="873"/>
                </a:lnTo>
                <a:lnTo>
                  <a:pt x="1411" y="873"/>
                </a:lnTo>
                <a:lnTo>
                  <a:pt x="1411" y="874"/>
                </a:lnTo>
                <a:lnTo>
                  <a:pt x="1412" y="874"/>
                </a:lnTo>
                <a:lnTo>
                  <a:pt x="1413" y="874"/>
                </a:lnTo>
                <a:lnTo>
                  <a:pt x="1414" y="874"/>
                </a:lnTo>
                <a:lnTo>
                  <a:pt x="1414" y="875"/>
                </a:lnTo>
                <a:lnTo>
                  <a:pt x="1415" y="875"/>
                </a:lnTo>
                <a:lnTo>
                  <a:pt x="1416" y="875"/>
                </a:lnTo>
                <a:lnTo>
                  <a:pt x="1416" y="876"/>
                </a:lnTo>
                <a:lnTo>
                  <a:pt x="1417" y="876"/>
                </a:lnTo>
                <a:lnTo>
                  <a:pt x="1417" y="877"/>
                </a:lnTo>
                <a:lnTo>
                  <a:pt x="1418" y="877"/>
                </a:lnTo>
                <a:lnTo>
                  <a:pt x="1418" y="878"/>
                </a:lnTo>
                <a:lnTo>
                  <a:pt x="1419" y="879"/>
                </a:lnTo>
                <a:lnTo>
                  <a:pt x="1420" y="879"/>
                </a:lnTo>
                <a:lnTo>
                  <a:pt x="1421" y="879"/>
                </a:lnTo>
                <a:lnTo>
                  <a:pt x="1422" y="879"/>
                </a:lnTo>
                <a:lnTo>
                  <a:pt x="1422" y="880"/>
                </a:lnTo>
                <a:lnTo>
                  <a:pt x="1423" y="880"/>
                </a:lnTo>
                <a:lnTo>
                  <a:pt x="1432" y="884"/>
                </a:lnTo>
                <a:lnTo>
                  <a:pt x="1434" y="887"/>
                </a:lnTo>
                <a:lnTo>
                  <a:pt x="1434" y="888"/>
                </a:lnTo>
                <a:lnTo>
                  <a:pt x="1436" y="893"/>
                </a:lnTo>
                <a:lnTo>
                  <a:pt x="1437" y="894"/>
                </a:lnTo>
                <a:lnTo>
                  <a:pt x="1439" y="898"/>
                </a:lnTo>
                <a:lnTo>
                  <a:pt x="1440" y="897"/>
                </a:lnTo>
                <a:lnTo>
                  <a:pt x="1440" y="896"/>
                </a:lnTo>
                <a:lnTo>
                  <a:pt x="1441" y="896"/>
                </a:lnTo>
                <a:lnTo>
                  <a:pt x="1441" y="895"/>
                </a:lnTo>
                <a:lnTo>
                  <a:pt x="1442" y="895"/>
                </a:lnTo>
                <a:lnTo>
                  <a:pt x="1443" y="894"/>
                </a:lnTo>
                <a:lnTo>
                  <a:pt x="1444" y="893"/>
                </a:lnTo>
                <a:lnTo>
                  <a:pt x="1444" y="892"/>
                </a:lnTo>
                <a:lnTo>
                  <a:pt x="1445" y="892"/>
                </a:lnTo>
                <a:lnTo>
                  <a:pt x="1445" y="891"/>
                </a:lnTo>
                <a:lnTo>
                  <a:pt x="1446" y="891"/>
                </a:lnTo>
                <a:lnTo>
                  <a:pt x="1446" y="890"/>
                </a:lnTo>
                <a:lnTo>
                  <a:pt x="1447" y="890"/>
                </a:lnTo>
                <a:lnTo>
                  <a:pt x="1448" y="890"/>
                </a:lnTo>
                <a:lnTo>
                  <a:pt x="1449" y="889"/>
                </a:lnTo>
                <a:lnTo>
                  <a:pt x="1450" y="889"/>
                </a:lnTo>
                <a:lnTo>
                  <a:pt x="1450" y="890"/>
                </a:lnTo>
                <a:lnTo>
                  <a:pt x="1451" y="890"/>
                </a:lnTo>
                <a:lnTo>
                  <a:pt x="1451" y="889"/>
                </a:lnTo>
                <a:lnTo>
                  <a:pt x="1452" y="890"/>
                </a:lnTo>
                <a:lnTo>
                  <a:pt x="1453" y="890"/>
                </a:lnTo>
                <a:lnTo>
                  <a:pt x="1453" y="891"/>
                </a:lnTo>
                <a:lnTo>
                  <a:pt x="1454" y="891"/>
                </a:lnTo>
                <a:lnTo>
                  <a:pt x="1455" y="891"/>
                </a:lnTo>
                <a:lnTo>
                  <a:pt x="1456" y="891"/>
                </a:lnTo>
                <a:lnTo>
                  <a:pt x="1456" y="892"/>
                </a:lnTo>
                <a:lnTo>
                  <a:pt x="1457" y="892"/>
                </a:lnTo>
                <a:lnTo>
                  <a:pt x="1460" y="892"/>
                </a:lnTo>
                <a:lnTo>
                  <a:pt x="1461" y="892"/>
                </a:lnTo>
                <a:lnTo>
                  <a:pt x="1462" y="893"/>
                </a:lnTo>
                <a:lnTo>
                  <a:pt x="1463" y="894"/>
                </a:lnTo>
                <a:lnTo>
                  <a:pt x="1464" y="894"/>
                </a:lnTo>
                <a:lnTo>
                  <a:pt x="1466" y="896"/>
                </a:lnTo>
                <a:lnTo>
                  <a:pt x="1467" y="895"/>
                </a:lnTo>
                <a:lnTo>
                  <a:pt x="1468" y="894"/>
                </a:lnTo>
                <a:lnTo>
                  <a:pt x="1479" y="884"/>
                </a:lnTo>
                <a:lnTo>
                  <a:pt x="1492" y="865"/>
                </a:lnTo>
                <a:lnTo>
                  <a:pt x="1502" y="858"/>
                </a:lnTo>
                <a:lnTo>
                  <a:pt x="1514" y="850"/>
                </a:lnTo>
                <a:lnTo>
                  <a:pt x="1503" y="837"/>
                </a:lnTo>
                <a:lnTo>
                  <a:pt x="1499" y="833"/>
                </a:lnTo>
                <a:lnTo>
                  <a:pt x="1495" y="827"/>
                </a:lnTo>
                <a:lnTo>
                  <a:pt x="1493" y="825"/>
                </a:lnTo>
                <a:lnTo>
                  <a:pt x="1477" y="807"/>
                </a:lnTo>
                <a:lnTo>
                  <a:pt x="1477" y="806"/>
                </a:lnTo>
                <a:lnTo>
                  <a:pt x="1480" y="806"/>
                </a:lnTo>
                <a:lnTo>
                  <a:pt x="1504" y="799"/>
                </a:lnTo>
                <a:lnTo>
                  <a:pt x="1527" y="794"/>
                </a:lnTo>
                <a:lnTo>
                  <a:pt x="1549" y="788"/>
                </a:lnTo>
                <a:lnTo>
                  <a:pt x="1560" y="780"/>
                </a:lnTo>
                <a:lnTo>
                  <a:pt x="1576" y="776"/>
                </a:lnTo>
                <a:lnTo>
                  <a:pt x="1579" y="778"/>
                </a:lnTo>
                <a:lnTo>
                  <a:pt x="1584" y="782"/>
                </a:lnTo>
                <a:lnTo>
                  <a:pt x="1599" y="793"/>
                </a:lnTo>
                <a:lnTo>
                  <a:pt x="1629" y="801"/>
                </a:lnTo>
                <a:lnTo>
                  <a:pt x="1643" y="805"/>
                </a:lnTo>
                <a:lnTo>
                  <a:pt x="1660" y="810"/>
                </a:lnTo>
                <a:lnTo>
                  <a:pt x="1662" y="810"/>
                </a:lnTo>
                <a:lnTo>
                  <a:pt x="1682" y="790"/>
                </a:lnTo>
                <a:lnTo>
                  <a:pt x="1687" y="788"/>
                </a:lnTo>
                <a:lnTo>
                  <a:pt x="1695" y="782"/>
                </a:lnTo>
                <a:lnTo>
                  <a:pt x="1701" y="776"/>
                </a:lnTo>
                <a:lnTo>
                  <a:pt x="1706" y="772"/>
                </a:lnTo>
                <a:lnTo>
                  <a:pt x="1715" y="763"/>
                </a:lnTo>
                <a:lnTo>
                  <a:pt x="1717" y="762"/>
                </a:lnTo>
                <a:lnTo>
                  <a:pt x="1737" y="756"/>
                </a:lnTo>
                <a:lnTo>
                  <a:pt x="1794" y="737"/>
                </a:lnTo>
                <a:lnTo>
                  <a:pt x="1808" y="738"/>
                </a:lnTo>
                <a:lnTo>
                  <a:pt x="1817" y="741"/>
                </a:lnTo>
                <a:lnTo>
                  <a:pt x="1831" y="746"/>
                </a:lnTo>
                <a:lnTo>
                  <a:pt x="1826" y="764"/>
                </a:lnTo>
                <a:lnTo>
                  <a:pt x="1824" y="771"/>
                </a:lnTo>
                <a:lnTo>
                  <a:pt x="1831" y="783"/>
                </a:lnTo>
                <a:lnTo>
                  <a:pt x="1844" y="801"/>
                </a:lnTo>
                <a:lnTo>
                  <a:pt x="1847" y="815"/>
                </a:lnTo>
                <a:lnTo>
                  <a:pt x="1848" y="815"/>
                </a:lnTo>
                <a:lnTo>
                  <a:pt x="1848" y="816"/>
                </a:lnTo>
                <a:lnTo>
                  <a:pt x="1847" y="819"/>
                </a:lnTo>
                <a:lnTo>
                  <a:pt x="1847" y="821"/>
                </a:lnTo>
                <a:lnTo>
                  <a:pt x="1846" y="822"/>
                </a:lnTo>
                <a:lnTo>
                  <a:pt x="1846" y="824"/>
                </a:lnTo>
                <a:lnTo>
                  <a:pt x="1846" y="832"/>
                </a:lnTo>
                <a:lnTo>
                  <a:pt x="1846" y="834"/>
                </a:lnTo>
                <a:lnTo>
                  <a:pt x="1847" y="836"/>
                </a:lnTo>
                <a:lnTo>
                  <a:pt x="1843" y="846"/>
                </a:lnTo>
                <a:lnTo>
                  <a:pt x="1821" y="855"/>
                </a:lnTo>
                <a:lnTo>
                  <a:pt x="1816" y="865"/>
                </a:lnTo>
                <a:lnTo>
                  <a:pt x="1805" y="885"/>
                </a:lnTo>
                <a:lnTo>
                  <a:pt x="1803" y="889"/>
                </a:lnTo>
                <a:lnTo>
                  <a:pt x="1802" y="890"/>
                </a:lnTo>
                <a:lnTo>
                  <a:pt x="1802" y="891"/>
                </a:lnTo>
                <a:lnTo>
                  <a:pt x="1800" y="895"/>
                </a:lnTo>
                <a:lnTo>
                  <a:pt x="1793" y="906"/>
                </a:lnTo>
                <a:lnTo>
                  <a:pt x="1749" y="937"/>
                </a:lnTo>
                <a:lnTo>
                  <a:pt x="1737" y="945"/>
                </a:lnTo>
                <a:lnTo>
                  <a:pt x="1736" y="946"/>
                </a:lnTo>
                <a:lnTo>
                  <a:pt x="1722" y="955"/>
                </a:lnTo>
                <a:lnTo>
                  <a:pt x="1724" y="957"/>
                </a:lnTo>
                <a:lnTo>
                  <a:pt x="1727" y="961"/>
                </a:lnTo>
                <a:lnTo>
                  <a:pt x="1730" y="967"/>
                </a:lnTo>
                <a:lnTo>
                  <a:pt x="1731" y="970"/>
                </a:lnTo>
                <a:lnTo>
                  <a:pt x="1743" y="1007"/>
                </a:lnTo>
                <a:lnTo>
                  <a:pt x="1734" y="1011"/>
                </a:lnTo>
                <a:lnTo>
                  <a:pt x="1714" y="1021"/>
                </a:lnTo>
                <a:lnTo>
                  <a:pt x="1712" y="1024"/>
                </a:lnTo>
                <a:lnTo>
                  <a:pt x="1712" y="1028"/>
                </a:lnTo>
                <a:lnTo>
                  <a:pt x="1713" y="1029"/>
                </a:lnTo>
                <a:lnTo>
                  <a:pt x="1713" y="1031"/>
                </a:lnTo>
                <a:lnTo>
                  <a:pt x="1712" y="1031"/>
                </a:lnTo>
                <a:lnTo>
                  <a:pt x="1712" y="1032"/>
                </a:lnTo>
                <a:lnTo>
                  <a:pt x="1712" y="1034"/>
                </a:lnTo>
                <a:lnTo>
                  <a:pt x="1712" y="1035"/>
                </a:lnTo>
                <a:lnTo>
                  <a:pt x="1713" y="1039"/>
                </a:lnTo>
                <a:lnTo>
                  <a:pt x="1714" y="1042"/>
                </a:lnTo>
                <a:lnTo>
                  <a:pt x="1714" y="1044"/>
                </a:lnTo>
                <a:lnTo>
                  <a:pt x="1714" y="1045"/>
                </a:lnTo>
                <a:lnTo>
                  <a:pt x="1715" y="1045"/>
                </a:lnTo>
                <a:lnTo>
                  <a:pt x="1715" y="1046"/>
                </a:lnTo>
                <a:lnTo>
                  <a:pt x="1716" y="1048"/>
                </a:lnTo>
                <a:lnTo>
                  <a:pt x="1716" y="1050"/>
                </a:lnTo>
                <a:lnTo>
                  <a:pt x="1716" y="1052"/>
                </a:lnTo>
                <a:lnTo>
                  <a:pt x="1716" y="1053"/>
                </a:lnTo>
                <a:lnTo>
                  <a:pt x="1717" y="1056"/>
                </a:lnTo>
                <a:lnTo>
                  <a:pt x="1717" y="1058"/>
                </a:lnTo>
                <a:lnTo>
                  <a:pt x="1717" y="1059"/>
                </a:lnTo>
                <a:lnTo>
                  <a:pt x="1718" y="1061"/>
                </a:lnTo>
                <a:lnTo>
                  <a:pt x="1718" y="1063"/>
                </a:lnTo>
                <a:lnTo>
                  <a:pt x="1718" y="1068"/>
                </a:lnTo>
                <a:lnTo>
                  <a:pt x="1720" y="1069"/>
                </a:lnTo>
                <a:lnTo>
                  <a:pt x="1734" y="1074"/>
                </a:lnTo>
                <a:lnTo>
                  <a:pt x="1736" y="1075"/>
                </a:lnTo>
                <a:lnTo>
                  <a:pt x="1762" y="1085"/>
                </a:lnTo>
                <a:lnTo>
                  <a:pt x="1784" y="1110"/>
                </a:lnTo>
                <a:lnTo>
                  <a:pt x="1788" y="1114"/>
                </a:lnTo>
                <a:lnTo>
                  <a:pt x="1792" y="1122"/>
                </a:lnTo>
                <a:lnTo>
                  <a:pt x="1803" y="1130"/>
                </a:lnTo>
                <a:lnTo>
                  <a:pt x="1813" y="1139"/>
                </a:lnTo>
                <a:lnTo>
                  <a:pt x="1825" y="1151"/>
                </a:lnTo>
                <a:lnTo>
                  <a:pt x="1842" y="1164"/>
                </a:lnTo>
                <a:lnTo>
                  <a:pt x="1850" y="1163"/>
                </a:lnTo>
                <a:lnTo>
                  <a:pt x="1858" y="1160"/>
                </a:lnTo>
                <a:lnTo>
                  <a:pt x="1858" y="1161"/>
                </a:lnTo>
                <a:lnTo>
                  <a:pt x="1860" y="1163"/>
                </a:lnTo>
                <a:lnTo>
                  <a:pt x="1862" y="1163"/>
                </a:lnTo>
                <a:lnTo>
                  <a:pt x="1863" y="1163"/>
                </a:lnTo>
                <a:lnTo>
                  <a:pt x="1868" y="1162"/>
                </a:lnTo>
                <a:lnTo>
                  <a:pt x="1869" y="1162"/>
                </a:lnTo>
                <a:lnTo>
                  <a:pt x="1871" y="1162"/>
                </a:lnTo>
                <a:lnTo>
                  <a:pt x="1872" y="1162"/>
                </a:lnTo>
                <a:lnTo>
                  <a:pt x="1872" y="1161"/>
                </a:lnTo>
                <a:lnTo>
                  <a:pt x="1877" y="1158"/>
                </a:lnTo>
                <a:lnTo>
                  <a:pt x="1881" y="1157"/>
                </a:lnTo>
                <a:lnTo>
                  <a:pt x="1882" y="1156"/>
                </a:lnTo>
                <a:lnTo>
                  <a:pt x="1884" y="1159"/>
                </a:lnTo>
                <a:lnTo>
                  <a:pt x="1884" y="1161"/>
                </a:lnTo>
                <a:lnTo>
                  <a:pt x="1886" y="1162"/>
                </a:lnTo>
                <a:lnTo>
                  <a:pt x="1887" y="1162"/>
                </a:lnTo>
                <a:lnTo>
                  <a:pt x="1891" y="1162"/>
                </a:lnTo>
                <a:lnTo>
                  <a:pt x="1893" y="1162"/>
                </a:lnTo>
                <a:lnTo>
                  <a:pt x="1893" y="1161"/>
                </a:lnTo>
                <a:lnTo>
                  <a:pt x="1895" y="1160"/>
                </a:lnTo>
                <a:lnTo>
                  <a:pt x="1896" y="1160"/>
                </a:lnTo>
                <a:lnTo>
                  <a:pt x="1897" y="1159"/>
                </a:lnTo>
                <a:lnTo>
                  <a:pt x="1898" y="1160"/>
                </a:lnTo>
                <a:lnTo>
                  <a:pt x="1899" y="1160"/>
                </a:lnTo>
                <a:lnTo>
                  <a:pt x="1899" y="1161"/>
                </a:lnTo>
                <a:lnTo>
                  <a:pt x="1900" y="1161"/>
                </a:lnTo>
                <a:lnTo>
                  <a:pt x="1902" y="1161"/>
                </a:lnTo>
                <a:lnTo>
                  <a:pt x="1905" y="1161"/>
                </a:lnTo>
                <a:lnTo>
                  <a:pt x="1906" y="1161"/>
                </a:lnTo>
                <a:lnTo>
                  <a:pt x="1908" y="1162"/>
                </a:lnTo>
                <a:lnTo>
                  <a:pt x="1910" y="1162"/>
                </a:lnTo>
                <a:lnTo>
                  <a:pt x="1912" y="1163"/>
                </a:lnTo>
                <a:lnTo>
                  <a:pt x="1913" y="1163"/>
                </a:lnTo>
                <a:lnTo>
                  <a:pt x="1914" y="1163"/>
                </a:lnTo>
                <a:lnTo>
                  <a:pt x="1914" y="1162"/>
                </a:lnTo>
                <a:lnTo>
                  <a:pt x="1916" y="1162"/>
                </a:lnTo>
                <a:lnTo>
                  <a:pt x="1920" y="1164"/>
                </a:lnTo>
                <a:lnTo>
                  <a:pt x="1921" y="1164"/>
                </a:lnTo>
                <a:lnTo>
                  <a:pt x="1921" y="1165"/>
                </a:lnTo>
                <a:lnTo>
                  <a:pt x="1921" y="1166"/>
                </a:lnTo>
                <a:lnTo>
                  <a:pt x="1920" y="1166"/>
                </a:lnTo>
                <a:lnTo>
                  <a:pt x="1920" y="1167"/>
                </a:lnTo>
                <a:lnTo>
                  <a:pt x="1919" y="1168"/>
                </a:lnTo>
                <a:lnTo>
                  <a:pt x="1919" y="1170"/>
                </a:lnTo>
                <a:lnTo>
                  <a:pt x="1919" y="1171"/>
                </a:lnTo>
                <a:lnTo>
                  <a:pt x="1918" y="1171"/>
                </a:lnTo>
                <a:lnTo>
                  <a:pt x="1918" y="1172"/>
                </a:lnTo>
                <a:lnTo>
                  <a:pt x="1918" y="1173"/>
                </a:lnTo>
                <a:lnTo>
                  <a:pt x="1919" y="1175"/>
                </a:lnTo>
                <a:lnTo>
                  <a:pt x="1924" y="1177"/>
                </a:lnTo>
                <a:lnTo>
                  <a:pt x="1927" y="1177"/>
                </a:lnTo>
                <a:lnTo>
                  <a:pt x="1927" y="1178"/>
                </a:lnTo>
                <a:lnTo>
                  <a:pt x="1927" y="1179"/>
                </a:lnTo>
                <a:lnTo>
                  <a:pt x="1927" y="1180"/>
                </a:lnTo>
                <a:lnTo>
                  <a:pt x="1926" y="1180"/>
                </a:lnTo>
                <a:lnTo>
                  <a:pt x="1926" y="1181"/>
                </a:lnTo>
                <a:lnTo>
                  <a:pt x="1925" y="1181"/>
                </a:lnTo>
                <a:lnTo>
                  <a:pt x="1924" y="1181"/>
                </a:lnTo>
                <a:lnTo>
                  <a:pt x="1923" y="1182"/>
                </a:lnTo>
                <a:lnTo>
                  <a:pt x="1923" y="1183"/>
                </a:lnTo>
                <a:lnTo>
                  <a:pt x="1921" y="1183"/>
                </a:lnTo>
                <a:lnTo>
                  <a:pt x="1920" y="1183"/>
                </a:lnTo>
                <a:lnTo>
                  <a:pt x="1919" y="1184"/>
                </a:lnTo>
                <a:lnTo>
                  <a:pt x="1919" y="1185"/>
                </a:lnTo>
                <a:lnTo>
                  <a:pt x="1919" y="1186"/>
                </a:lnTo>
                <a:lnTo>
                  <a:pt x="1919" y="1187"/>
                </a:lnTo>
                <a:lnTo>
                  <a:pt x="1918" y="1187"/>
                </a:lnTo>
                <a:lnTo>
                  <a:pt x="1918" y="1188"/>
                </a:lnTo>
                <a:lnTo>
                  <a:pt x="1917" y="1188"/>
                </a:lnTo>
                <a:lnTo>
                  <a:pt x="1917" y="1189"/>
                </a:lnTo>
                <a:lnTo>
                  <a:pt x="1916" y="1189"/>
                </a:lnTo>
                <a:lnTo>
                  <a:pt x="1915" y="1189"/>
                </a:lnTo>
                <a:lnTo>
                  <a:pt x="1915" y="1188"/>
                </a:lnTo>
                <a:lnTo>
                  <a:pt x="1914" y="1188"/>
                </a:lnTo>
                <a:lnTo>
                  <a:pt x="1914" y="1187"/>
                </a:lnTo>
                <a:lnTo>
                  <a:pt x="1912" y="1187"/>
                </a:lnTo>
                <a:lnTo>
                  <a:pt x="1912" y="1188"/>
                </a:lnTo>
                <a:lnTo>
                  <a:pt x="1911" y="1188"/>
                </a:lnTo>
                <a:lnTo>
                  <a:pt x="1911" y="1189"/>
                </a:lnTo>
                <a:lnTo>
                  <a:pt x="1912" y="1189"/>
                </a:lnTo>
                <a:lnTo>
                  <a:pt x="1912" y="1190"/>
                </a:lnTo>
                <a:lnTo>
                  <a:pt x="1912" y="1191"/>
                </a:lnTo>
                <a:lnTo>
                  <a:pt x="1911" y="1191"/>
                </a:lnTo>
                <a:lnTo>
                  <a:pt x="1910" y="1191"/>
                </a:lnTo>
                <a:lnTo>
                  <a:pt x="1910" y="1192"/>
                </a:lnTo>
                <a:lnTo>
                  <a:pt x="1909" y="1192"/>
                </a:lnTo>
                <a:lnTo>
                  <a:pt x="1909" y="1193"/>
                </a:lnTo>
                <a:lnTo>
                  <a:pt x="1909" y="1195"/>
                </a:lnTo>
                <a:lnTo>
                  <a:pt x="1908" y="1195"/>
                </a:lnTo>
                <a:lnTo>
                  <a:pt x="1908" y="1198"/>
                </a:lnTo>
                <a:lnTo>
                  <a:pt x="1908" y="1199"/>
                </a:lnTo>
                <a:lnTo>
                  <a:pt x="1909" y="1199"/>
                </a:lnTo>
                <a:lnTo>
                  <a:pt x="1909" y="1201"/>
                </a:lnTo>
                <a:lnTo>
                  <a:pt x="1911" y="1203"/>
                </a:lnTo>
                <a:lnTo>
                  <a:pt x="1911" y="1204"/>
                </a:lnTo>
                <a:lnTo>
                  <a:pt x="1912" y="1205"/>
                </a:lnTo>
                <a:lnTo>
                  <a:pt x="1912" y="1206"/>
                </a:lnTo>
                <a:lnTo>
                  <a:pt x="1912" y="1207"/>
                </a:lnTo>
                <a:lnTo>
                  <a:pt x="1913" y="1207"/>
                </a:lnTo>
                <a:lnTo>
                  <a:pt x="1914" y="1207"/>
                </a:lnTo>
                <a:lnTo>
                  <a:pt x="1917" y="1207"/>
                </a:lnTo>
                <a:lnTo>
                  <a:pt x="1919" y="1207"/>
                </a:lnTo>
                <a:lnTo>
                  <a:pt x="1921" y="1207"/>
                </a:lnTo>
                <a:lnTo>
                  <a:pt x="1923" y="1207"/>
                </a:lnTo>
                <a:lnTo>
                  <a:pt x="1927" y="1206"/>
                </a:lnTo>
                <a:lnTo>
                  <a:pt x="1928" y="1205"/>
                </a:lnTo>
                <a:lnTo>
                  <a:pt x="1929" y="1205"/>
                </a:lnTo>
                <a:lnTo>
                  <a:pt x="1930" y="1203"/>
                </a:lnTo>
                <a:lnTo>
                  <a:pt x="1932" y="1201"/>
                </a:lnTo>
                <a:lnTo>
                  <a:pt x="1933" y="1200"/>
                </a:lnTo>
                <a:lnTo>
                  <a:pt x="1935" y="1199"/>
                </a:lnTo>
                <a:lnTo>
                  <a:pt x="1936" y="1198"/>
                </a:lnTo>
                <a:lnTo>
                  <a:pt x="1937" y="1198"/>
                </a:lnTo>
                <a:lnTo>
                  <a:pt x="1938" y="1199"/>
                </a:lnTo>
                <a:lnTo>
                  <a:pt x="1938" y="1200"/>
                </a:lnTo>
                <a:lnTo>
                  <a:pt x="1939" y="1201"/>
                </a:lnTo>
                <a:lnTo>
                  <a:pt x="1940" y="1201"/>
                </a:lnTo>
                <a:lnTo>
                  <a:pt x="1941" y="1201"/>
                </a:lnTo>
                <a:lnTo>
                  <a:pt x="1941" y="1202"/>
                </a:lnTo>
                <a:lnTo>
                  <a:pt x="1942" y="1202"/>
                </a:lnTo>
                <a:lnTo>
                  <a:pt x="1943" y="1202"/>
                </a:lnTo>
                <a:lnTo>
                  <a:pt x="1944" y="1202"/>
                </a:lnTo>
                <a:lnTo>
                  <a:pt x="1945" y="1202"/>
                </a:lnTo>
                <a:lnTo>
                  <a:pt x="1946" y="1203"/>
                </a:lnTo>
                <a:lnTo>
                  <a:pt x="1946" y="1204"/>
                </a:lnTo>
                <a:lnTo>
                  <a:pt x="1947" y="1204"/>
                </a:lnTo>
                <a:lnTo>
                  <a:pt x="1948" y="1204"/>
                </a:lnTo>
                <a:lnTo>
                  <a:pt x="1948" y="1205"/>
                </a:lnTo>
                <a:lnTo>
                  <a:pt x="1949" y="1205"/>
                </a:lnTo>
                <a:lnTo>
                  <a:pt x="1949" y="1206"/>
                </a:lnTo>
                <a:lnTo>
                  <a:pt x="1950" y="1208"/>
                </a:lnTo>
                <a:lnTo>
                  <a:pt x="1949" y="1210"/>
                </a:lnTo>
                <a:lnTo>
                  <a:pt x="1950" y="1211"/>
                </a:lnTo>
                <a:lnTo>
                  <a:pt x="1950" y="1212"/>
                </a:lnTo>
                <a:lnTo>
                  <a:pt x="1950" y="1213"/>
                </a:lnTo>
                <a:lnTo>
                  <a:pt x="1951" y="1214"/>
                </a:lnTo>
                <a:lnTo>
                  <a:pt x="1952" y="1215"/>
                </a:lnTo>
                <a:lnTo>
                  <a:pt x="1953" y="1215"/>
                </a:lnTo>
                <a:lnTo>
                  <a:pt x="1954" y="1217"/>
                </a:lnTo>
                <a:lnTo>
                  <a:pt x="1956" y="1220"/>
                </a:lnTo>
                <a:lnTo>
                  <a:pt x="1956" y="1221"/>
                </a:lnTo>
                <a:lnTo>
                  <a:pt x="1956" y="1223"/>
                </a:lnTo>
                <a:lnTo>
                  <a:pt x="1957" y="1223"/>
                </a:lnTo>
                <a:lnTo>
                  <a:pt x="1958" y="1224"/>
                </a:lnTo>
                <a:lnTo>
                  <a:pt x="1959" y="1225"/>
                </a:lnTo>
                <a:lnTo>
                  <a:pt x="1959" y="1226"/>
                </a:lnTo>
                <a:lnTo>
                  <a:pt x="1960" y="1227"/>
                </a:lnTo>
                <a:lnTo>
                  <a:pt x="1959" y="1227"/>
                </a:lnTo>
                <a:lnTo>
                  <a:pt x="1959" y="1228"/>
                </a:lnTo>
                <a:lnTo>
                  <a:pt x="1959" y="1229"/>
                </a:lnTo>
                <a:lnTo>
                  <a:pt x="1959" y="1230"/>
                </a:lnTo>
                <a:lnTo>
                  <a:pt x="1961" y="1231"/>
                </a:lnTo>
                <a:lnTo>
                  <a:pt x="1964" y="1232"/>
                </a:lnTo>
                <a:lnTo>
                  <a:pt x="1965" y="1233"/>
                </a:lnTo>
                <a:lnTo>
                  <a:pt x="1965" y="1234"/>
                </a:lnTo>
                <a:lnTo>
                  <a:pt x="1965" y="1241"/>
                </a:lnTo>
                <a:lnTo>
                  <a:pt x="1967" y="1243"/>
                </a:lnTo>
                <a:lnTo>
                  <a:pt x="1970" y="1242"/>
                </a:lnTo>
                <a:lnTo>
                  <a:pt x="1971" y="1242"/>
                </a:lnTo>
                <a:lnTo>
                  <a:pt x="1973" y="1242"/>
                </a:lnTo>
                <a:lnTo>
                  <a:pt x="1974" y="1243"/>
                </a:lnTo>
                <a:lnTo>
                  <a:pt x="1974" y="1246"/>
                </a:lnTo>
                <a:lnTo>
                  <a:pt x="1976" y="1247"/>
                </a:lnTo>
                <a:lnTo>
                  <a:pt x="1977" y="1247"/>
                </a:lnTo>
                <a:lnTo>
                  <a:pt x="1977" y="1248"/>
                </a:lnTo>
                <a:lnTo>
                  <a:pt x="1978" y="1248"/>
                </a:lnTo>
                <a:lnTo>
                  <a:pt x="1979" y="1248"/>
                </a:lnTo>
                <a:lnTo>
                  <a:pt x="1979" y="1247"/>
                </a:lnTo>
                <a:lnTo>
                  <a:pt x="1979" y="1246"/>
                </a:lnTo>
                <a:lnTo>
                  <a:pt x="1980" y="1245"/>
                </a:lnTo>
                <a:lnTo>
                  <a:pt x="1981" y="1245"/>
                </a:lnTo>
                <a:lnTo>
                  <a:pt x="1982" y="1245"/>
                </a:lnTo>
                <a:lnTo>
                  <a:pt x="1984" y="1247"/>
                </a:lnTo>
                <a:lnTo>
                  <a:pt x="1989" y="1249"/>
                </a:lnTo>
                <a:lnTo>
                  <a:pt x="1990" y="1249"/>
                </a:lnTo>
                <a:lnTo>
                  <a:pt x="1993" y="1250"/>
                </a:lnTo>
                <a:lnTo>
                  <a:pt x="1995" y="1250"/>
                </a:lnTo>
                <a:lnTo>
                  <a:pt x="1997" y="1250"/>
                </a:lnTo>
                <a:lnTo>
                  <a:pt x="1998" y="1250"/>
                </a:lnTo>
                <a:lnTo>
                  <a:pt x="1999" y="1250"/>
                </a:lnTo>
                <a:lnTo>
                  <a:pt x="1999" y="1252"/>
                </a:lnTo>
                <a:lnTo>
                  <a:pt x="1999" y="1253"/>
                </a:lnTo>
                <a:lnTo>
                  <a:pt x="1999" y="1254"/>
                </a:lnTo>
                <a:lnTo>
                  <a:pt x="1999" y="1256"/>
                </a:lnTo>
                <a:lnTo>
                  <a:pt x="2000" y="1257"/>
                </a:lnTo>
                <a:lnTo>
                  <a:pt x="2001" y="1258"/>
                </a:lnTo>
                <a:lnTo>
                  <a:pt x="2001" y="1260"/>
                </a:lnTo>
                <a:lnTo>
                  <a:pt x="2001" y="1261"/>
                </a:lnTo>
                <a:lnTo>
                  <a:pt x="2002" y="1261"/>
                </a:lnTo>
                <a:lnTo>
                  <a:pt x="2002" y="1263"/>
                </a:lnTo>
                <a:lnTo>
                  <a:pt x="2002" y="1264"/>
                </a:lnTo>
                <a:lnTo>
                  <a:pt x="2001" y="1264"/>
                </a:lnTo>
                <a:lnTo>
                  <a:pt x="2001" y="1267"/>
                </a:lnTo>
                <a:lnTo>
                  <a:pt x="2002" y="1268"/>
                </a:lnTo>
                <a:lnTo>
                  <a:pt x="2002" y="1269"/>
                </a:lnTo>
                <a:lnTo>
                  <a:pt x="2002" y="1270"/>
                </a:lnTo>
                <a:lnTo>
                  <a:pt x="2001" y="1272"/>
                </a:lnTo>
                <a:lnTo>
                  <a:pt x="2002" y="1272"/>
                </a:lnTo>
                <a:lnTo>
                  <a:pt x="2003" y="1273"/>
                </a:lnTo>
                <a:lnTo>
                  <a:pt x="2003" y="1272"/>
                </a:lnTo>
                <a:lnTo>
                  <a:pt x="2003" y="1271"/>
                </a:lnTo>
                <a:lnTo>
                  <a:pt x="2004" y="1271"/>
                </a:lnTo>
                <a:lnTo>
                  <a:pt x="2005" y="1270"/>
                </a:lnTo>
                <a:lnTo>
                  <a:pt x="2007" y="1271"/>
                </a:lnTo>
                <a:lnTo>
                  <a:pt x="2008" y="1272"/>
                </a:lnTo>
                <a:lnTo>
                  <a:pt x="2009" y="1273"/>
                </a:lnTo>
                <a:lnTo>
                  <a:pt x="2010" y="1271"/>
                </a:lnTo>
                <a:lnTo>
                  <a:pt x="2011" y="1271"/>
                </a:lnTo>
                <a:lnTo>
                  <a:pt x="2012" y="1271"/>
                </a:lnTo>
                <a:lnTo>
                  <a:pt x="2012" y="1272"/>
                </a:lnTo>
                <a:lnTo>
                  <a:pt x="2013" y="1273"/>
                </a:lnTo>
                <a:lnTo>
                  <a:pt x="2014" y="1274"/>
                </a:lnTo>
                <a:lnTo>
                  <a:pt x="2016" y="1276"/>
                </a:lnTo>
                <a:lnTo>
                  <a:pt x="2017" y="1276"/>
                </a:lnTo>
                <a:lnTo>
                  <a:pt x="2017" y="1277"/>
                </a:lnTo>
                <a:lnTo>
                  <a:pt x="2017" y="1279"/>
                </a:lnTo>
                <a:lnTo>
                  <a:pt x="2017" y="1280"/>
                </a:lnTo>
                <a:lnTo>
                  <a:pt x="2020" y="1282"/>
                </a:lnTo>
                <a:lnTo>
                  <a:pt x="2020" y="1283"/>
                </a:lnTo>
                <a:lnTo>
                  <a:pt x="2019" y="1283"/>
                </a:lnTo>
                <a:lnTo>
                  <a:pt x="2019" y="1284"/>
                </a:lnTo>
                <a:lnTo>
                  <a:pt x="2020" y="1285"/>
                </a:lnTo>
                <a:lnTo>
                  <a:pt x="2021" y="1286"/>
                </a:lnTo>
                <a:lnTo>
                  <a:pt x="2021" y="1287"/>
                </a:lnTo>
                <a:lnTo>
                  <a:pt x="2023" y="1289"/>
                </a:lnTo>
                <a:lnTo>
                  <a:pt x="2025" y="1290"/>
                </a:lnTo>
                <a:lnTo>
                  <a:pt x="2025" y="1289"/>
                </a:lnTo>
                <a:lnTo>
                  <a:pt x="2026" y="1289"/>
                </a:lnTo>
                <a:lnTo>
                  <a:pt x="2026" y="1290"/>
                </a:lnTo>
                <a:lnTo>
                  <a:pt x="2026" y="1291"/>
                </a:lnTo>
                <a:lnTo>
                  <a:pt x="2026" y="1293"/>
                </a:lnTo>
                <a:lnTo>
                  <a:pt x="2026" y="1294"/>
                </a:lnTo>
                <a:lnTo>
                  <a:pt x="2026" y="1296"/>
                </a:lnTo>
                <a:lnTo>
                  <a:pt x="2027" y="1297"/>
                </a:lnTo>
                <a:lnTo>
                  <a:pt x="2027" y="1298"/>
                </a:lnTo>
                <a:lnTo>
                  <a:pt x="2026" y="1299"/>
                </a:lnTo>
                <a:lnTo>
                  <a:pt x="2025" y="1300"/>
                </a:lnTo>
                <a:lnTo>
                  <a:pt x="2025" y="1301"/>
                </a:lnTo>
                <a:lnTo>
                  <a:pt x="2025" y="1302"/>
                </a:lnTo>
                <a:lnTo>
                  <a:pt x="2024" y="1302"/>
                </a:lnTo>
                <a:lnTo>
                  <a:pt x="2024" y="1303"/>
                </a:lnTo>
                <a:lnTo>
                  <a:pt x="2023" y="1303"/>
                </a:lnTo>
                <a:lnTo>
                  <a:pt x="2022" y="1303"/>
                </a:lnTo>
                <a:lnTo>
                  <a:pt x="2021" y="1303"/>
                </a:lnTo>
                <a:lnTo>
                  <a:pt x="2021" y="1302"/>
                </a:lnTo>
                <a:lnTo>
                  <a:pt x="2019" y="1301"/>
                </a:lnTo>
                <a:lnTo>
                  <a:pt x="2017" y="1301"/>
                </a:lnTo>
                <a:lnTo>
                  <a:pt x="2016" y="1301"/>
                </a:lnTo>
                <a:lnTo>
                  <a:pt x="2016" y="1302"/>
                </a:lnTo>
                <a:lnTo>
                  <a:pt x="2016" y="1303"/>
                </a:lnTo>
                <a:lnTo>
                  <a:pt x="2015" y="1303"/>
                </a:lnTo>
                <a:lnTo>
                  <a:pt x="2014" y="1303"/>
                </a:lnTo>
                <a:lnTo>
                  <a:pt x="2011" y="1303"/>
                </a:lnTo>
                <a:lnTo>
                  <a:pt x="2011" y="1304"/>
                </a:lnTo>
                <a:lnTo>
                  <a:pt x="2011" y="1305"/>
                </a:lnTo>
                <a:lnTo>
                  <a:pt x="2010" y="1305"/>
                </a:lnTo>
                <a:lnTo>
                  <a:pt x="2009" y="1305"/>
                </a:lnTo>
                <a:lnTo>
                  <a:pt x="2007" y="1305"/>
                </a:lnTo>
                <a:lnTo>
                  <a:pt x="2007" y="1306"/>
                </a:lnTo>
                <a:lnTo>
                  <a:pt x="2006" y="1309"/>
                </a:lnTo>
                <a:lnTo>
                  <a:pt x="2005" y="1310"/>
                </a:lnTo>
                <a:lnTo>
                  <a:pt x="2005" y="1311"/>
                </a:lnTo>
                <a:lnTo>
                  <a:pt x="2005" y="1313"/>
                </a:lnTo>
                <a:lnTo>
                  <a:pt x="2005" y="1316"/>
                </a:lnTo>
                <a:lnTo>
                  <a:pt x="2006" y="1316"/>
                </a:lnTo>
                <a:lnTo>
                  <a:pt x="2007" y="1317"/>
                </a:lnTo>
                <a:lnTo>
                  <a:pt x="2008" y="1318"/>
                </a:lnTo>
                <a:lnTo>
                  <a:pt x="2009" y="1319"/>
                </a:lnTo>
                <a:lnTo>
                  <a:pt x="2009" y="1320"/>
                </a:lnTo>
                <a:lnTo>
                  <a:pt x="2008" y="1321"/>
                </a:lnTo>
                <a:lnTo>
                  <a:pt x="2008" y="1322"/>
                </a:lnTo>
                <a:lnTo>
                  <a:pt x="2008" y="1325"/>
                </a:lnTo>
                <a:lnTo>
                  <a:pt x="2008" y="1326"/>
                </a:lnTo>
                <a:lnTo>
                  <a:pt x="2009" y="1326"/>
                </a:lnTo>
                <a:lnTo>
                  <a:pt x="2011" y="1327"/>
                </a:lnTo>
                <a:lnTo>
                  <a:pt x="2011" y="1328"/>
                </a:lnTo>
                <a:lnTo>
                  <a:pt x="2011" y="1329"/>
                </a:lnTo>
                <a:lnTo>
                  <a:pt x="2011" y="1330"/>
                </a:lnTo>
                <a:lnTo>
                  <a:pt x="2013" y="1332"/>
                </a:lnTo>
                <a:lnTo>
                  <a:pt x="2014" y="1332"/>
                </a:lnTo>
                <a:lnTo>
                  <a:pt x="2016" y="1333"/>
                </a:lnTo>
                <a:lnTo>
                  <a:pt x="2016" y="1334"/>
                </a:lnTo>
                <a:lnTo>
                  <a:pt x="2015" y="1334"/>
                </a:lnTo>
                <a:lnTo>
                  <a:pt x="2015" y="1335"/>
                </a:lnTo>
                <a:lnTo>
                  <a:pt x="2016" y="1336"/>
                </a:lnTo>
                <a:lnTo>
                  <a:pt x="2016" y="1337"/>
                </a:lnTo>
                <a:lnTo>
                  <a:pt x="2017" y="1340"/>
                </a:lnTo>
                <a:lnTo>
                  <a:pt x="2016" y="1340"/>
                </a:lnTo>
                <a:lnTo>
                  <a:pt x="2015" y="1341"/>
                </a:lnTo>
                <a:lnTo>
                  <a:pt x="2013" y="1342"/>
                </a:lnTo>
                <a:lnTo>
                  <a:pt x="2012" y="1343"/>
                </a:lnTo>
                <a:lnTo>
                  <a:pt x="2015" y="1346"/>
                </a:lnTo>
                <a:lnTo>
                  <a:pt x="2015" y="1347"/>
                </a:lnTo>
                <a:lnTo>
                  <a:pt x="2018" y="1348"/>
                </a:lnTo>
                <a:lnTo>
                  <a:pt x="2020" y="1348"/>
                </a:lnTo>
                <a:lnTo>
                  <a:pt x="2022" y="1347"/>
                </a:lnTo>
                <a:lnTo>
                  <a:pt x="2023" y="1346"/>
                </a:lnTo>
                <a:lnTo>
                  <a:pt x="2024" y="1346"/>
                </a:lnTo>
                <a:lnTo>
                  <a:pt x="2025" y="1348"/>
                </a:lnTo>
                <a:lnTo>
                  <a:pt x="2027" y="1349"/>
                </a:lnTo>
                <a:lnTo>
                  <a:pt x="2028" y="1350"/>
                </a:lnTo>
                <a:lnTo>
                  <a:pt x="2030" y="1353"/>
                </a:lnTo>
                <a:lnTo>
                  <a:pt x="2031" y="1354"/>
                </a:lnTo>
                <a:lnTo>
                  <a:pt x="2031" y="1355"/>
                </a:lnTo>
                <a:lnTo>
                  <a:pt x="2032" y="1356"/>
                </a:lnTo>
                <a:lnTo>
                  <a:pt x="2032" y="1357"/>
                </a:lnTo>
                <a:lnTo>
                  <a:pt x="2032" y="1361"/>
                </a:lnTo>
                <a:lnTo>
                  <a:pt x="2032" y="1362"/>
                </a:lnTo>
                <a:lnTo>
                  <a:pt x="2031" y="1364"/>
                </a:lnTo>
                <a:lnTo>
                  <a:pt x="2031" y="1365"/>
                </a:lnTo>
                <a:lnTo>
                  <a:pt x="2031" y="1366"/>
                </a:lnTo>
                <a:lnTo>
                  <a:pt x="2031" y="1367"/>
                </a:lnTo>
                <a:lnTo>
                  <a:pt x="2032" y="1367"/>
                </a:lnTo>
                <a:lnTo>
                  <a:pt x="2032" y="1366"/>
                </a:lnTo>
                <a:lnTo>
                  <a:pt x="2033" y="1366"/>
                </a:lnTo>
                <a:lnTo>
                  <a:pt x="2034" y="1365"/>
                </a:lnTo>
                <a:lnTo>
                  <a:pt x="2035" y="1366"/>
                </a:lnTo>
                <a:lnTo>
                  <a:pt x="2037" y="1367"/>
                </a:lnTo>
                <a:lnTo>
                  <a:pt x="2037" y="1368"/>
                </a:lnTo>
                <a:lnTo>
                  <a:pt x="2037" y="1369"/>
                </a:lnTo>
                <a:lnTo>
                  <a:pt x="2036" y="1369"/>
                </a:lnTo>
                <a:lnTo>
                  <a:pt x="2036" y="1370"/>
                </a:lnTo>
                <a:lnTo>
                  <a:pt x="2036" y="1372"/>
                </a:lnTo>
                <a:lnTo>
                  <a:pt x="2037" y="1376"/>
                </a:lnTo>
                <a:lnTo>
                  <a:pt x="2037" y="1377"/>
                </a:lnTo>
                <a:lnTo>
                  <a:pt x="2038" y="1377"/>
                </a:lnTo>
                <a:lnTo>
                  <a:pt x="2039" y="1377"/>
                </a:lnTo>
                <a:lnTo>
                  <a:pt x="2040" y="1378"/>
                </a:lnTo>
                <a:lnTo>
                  <a:pt x="2040" y="1380"/>
                </a:lnTo>
                <a:lnTo>
                  <a:pt x="2039" y="1380"/>
                </a:lnTo>
                <a:lnTo>
                  <a:pt x="2038" y="1380"/>
                </a:lnTo>
                <a:lnTo>
                  <a:pt x="2037" y="1380"/>
                </a:lnTo>
                <a:lnTo>
                  <a:pt x="2037" y="1381"/>
                </a:lnTo>
                <a:lnTo>
                  <a:pt x="2038" y="1382"/>
                </a:lnTo>
                <a:lnTo>
                  <a:pt x="2038" y="1383"/>
                </a:lnTo>
                <a:lnTo>
                  <a:pt x="2039" y="1383"/>
                </a:lnTo>
                <a:lnTo>
                  <a:pt x="2039" y="1384"/>
                </a:lnTo>
                <a:lnTo>
                  <a:pt x="2039" y="1385"/>
                </a:lnTo>
                <a:lnTo>
                  <a:pt x="2040" y="1385"/>
                </a:lnTo>
                <a:lnTo>
                  <a:pt x="2040" y="1386"/>
                </a:lnTo>
                <a:lnTo>
                  <a:pt x="2041" y="1386"/>
                </a:lnTo>
                <a:lnTo>
                  <a:pt x="2041" y="1388"/>
                </a:lnTo>
                <a:lnTo>
                  <a:pt x="2043" y="1389"/>
                </a:lnTo>
                <a:lnTo>
                  <a:pt x="2044" y="1389"/>
                </a:lnTo>
                <a:lnTo>
                  <a:pt x="2046" y="1390"/>
                </a:lnTo>
                <a:lnTo>
                  <a:pt x="2046" y="1391"/>
                </a:lnTo>
                <a:lnTo>
                  <a:pt x="2047" y="1393"/>
                </a:lnTo>
                <a:lnTo>
                  <a:pt x="2048" y="1393"/>
                </a:lnTo>
                <a:lnTo>
                  <a:pt x="2048" y="1394"/>
                </a:lnTo>
                <a:lnTo>
                  <a:pt x="2049" y="1395"/>
                </a:lnTo>
                <a:lnTo>
                  <a:pt x="2050" y="1396"/>
                </a:lnTo>
                <a:lnTo>
                  <a:pt x="2049" y="1397"/>
                </a:lnTo>
                <a:lnTo>
                  <a:pt x="2049" y="1399"/>
                </a:lnTo>
                <a:lnTo>
                  <a:pt x="2049" y="1400"/>
                </a:lnTo>
                <a:lnTo>
                  <a:pt x="2048" y="1400"/>
                </a:lnTo>
                <a:lnTo>
                  <a:pt x="2047" y="1401"/>
                </a:lnTo>
                <a:lnTo>
                  <a:pt x="2047" y="1402"/>
                </a:lnTo>
                <a:lnTo>
                  <a:pt x="2047" y="1403"/>
                </a:lnTo>
                <a:lnTo>
                  <a:pt x="2048" y="1404"/>
                </a:lnTo>
                <a:lnTo>
                  <a:pt x="2048" y="1405"/>
                </a:lnTo>
                <a:lnTo>
                  <a:pt x="2047" y="1406"/>
                </a:lnTo>
                <a:lnTo>
                  <a:pt x="2046" y="1407"/>
                </a:lnTo>
                <a:lnTo>
                  <a:pt x="2046" y="1408"/>
                </a:lnTo>
                <a:lnTo>
                  <a:pt x="2047" y="1411"/>
                </a:lnTo>
                <a:lnTo>
                  <a:pt x="2048" y="1411"/>
                </a:lnTo>
                <a:lnTo>
                  <a:pt x="2049" y="1412"/>
                </a:lnTo>
                <a:lnTo>
                  <a:pt x="2050" y="1413"/>
                </a:lnTo>
                <a:lnTo>
                  <a:pt x="2050" y="1414"/>
                </a:lnTo>
                <a:lnTo>
                  <a:pt x="2051" y="1417"/>
                </a:lnTo>
                <a:lnTo>
                  <a:pt x="2051" y="1419"/>
                </a:lnTo>
                <a:lnTo>
                  <a:pt x="2052" y="1420"/>
                </a:lnTo>
                <a:lnTo>
                  <a:pt x="2053" y="1423"/>
                </a:lnTo>
                <a:lnTo>
                  <a:pt x="2053" y="1424"/>
                </a:lnTo>
                <a:lnTo>
                  <a:pt x="2054" y="1424"/>
                </a:lnTo>
                <a:lnTo>
                  <a:pt x="2055" y="1425"/>
                </a:lnTo>
                <a:lnTo>
                  <a:pt x="2056" y="1426"/>
                </a:lnTo>
                <a:lnTo>
                  <a:pt x="2055" y="1427"/>
                </a:lnTo>
                <a:lnTo>
                  <a:pt x="2055" y="1428"/>
                </a:lnTo>
                <a:lnTo>
                  <a:pt x="2053" y="1432"/>
                </a:lnTo>
                <a:lnTo>
                  <a:pt x="2053" y="1434"/>
                </a:lnTo>
                <a:lnTo>
                  <a:pt x="2052" y="1436"/>
                </a:lnTo>
                <a:lnTo>
                  <a:pt x="2051" y="1436"/>
                </a:lnTo>
                <a:lnTo>
                  <a:pt x="2050" y="1436"/>
                </a:lnTo>
                <a:lnTo>
                  <a:pt x="2049" y="1436"/>
                </a:lnTo>
                <a:lnTo>
                  <a:pt x="2048" y="1436"/>
                </a:lnTo>
                <a:lnTo>
                  <a:pt x="2048" y="1435"/>
                </a:lnTo>
                <a:lnTo>
                  <a:pt x="2047" y="1435"/>
                </a:lnTo>
                <a:lnTo>
                  <a:pt x="2045" y="1435"/>
                </a:lnTo>
                <a:lnTo>
                  <a:pt x="2042" y="1435"/>
                </a:lnTo>
                <a:lnTo>
                  <a:pt x="2042" y="1436"/>
                </a:lnTo>
                <a:lnTo>
                  <a:pt x="2038" y="1441"/>
                </a:lnTo>
                <a:lnTo>
                  <a:pt x="2037" y="1441"/>
                </a:lnTo>
                <a:lnTo>
                  <a:pt x="2037" y="1440"/>
                </a:lnTo>
                <a:lnTo>
                  <a:pt x="2036" y="1441"/>
                </a:lnTo>
                <a:lnTo>
                  <a:pt x="2036" y="1442"/>
                </a:lnTo>
                <a:lnTo>
                  <a:pt x="2036" y="1443"/>
                </a:lnTo>
                <a:lnTo>
                  <a:pt x="2036" y="1444"/>
                </a:lnTo>
                <a:lnTo>
                  <a:pt x="2034" y="1444"/>
                </a:lnTo>
                <a:lnTo>
                  <a:pt x="2033" y="1444"/>
                </a:lnTo>
                <a:lnTo>
                  <a:pt x="2031" y="1447"/>
                </a:lnTo>
                <a:lnTo>
                  <a:pt x="2031" y="1448"/>
                </a:lnTo>
                <a:lnTo>
                  <a:pt x="2031" y="1449"/>
                </a:lnTo>
                <a:lnTo>
                  <a:pt x="2032" y="1450"/>
                </a:lnTo>
                <a:lnTo>
                  <a:pt x="2029" y="1450"/>
                </a:lnTo>
                <a:lnTo>
                  <a:pt x="2028" y="1450"/>
                </a:lnTo>
                <a:lnTo>
                  <a:pt x="2028" y="1451"/>
                </a:lnTo>
                <a:lnTo>
                  <a:pt x="2027" y="1453"/>
                </a:lnTo>
                <a:lnTo>
                  <a:pt x="2027" y="1456"/>
                </a:lnTo>
                <a:lnTo>
                  <a:pt x="2027" y="1457"/>
                </a:lnTo>
                <a:lnTo>
                  <a:pt x="2026" y="1457"/>
                </a:lnTo>
                <a:lnTo>
                  <a:pt x="2026" y="1458"/>
                </a:lnTo>
                <a:lnTo>
                  <a:pt x="2027" y="1458"/>
                </a:lnTo>
                <a:lnTo>
                  <a:pt x="2027" y="1459"/>
                </a:lnTo>
                <a:lnTo>
                  <a:pt x="2027" y="1460"/>
                </a:lnTo>
                <a:lnTo>
                  <a:pt x="2027" y="1461"/>
                </a:lnTo>
                <a:lnTo>
                  <a:pt x="2026" y="1463"/>
                </a:lnTo>
                <a:lnTo>
                  <a:pt x="2026" y="1464"/>
                </a:lnTo>
                <a:lnTo>
                  <a:pt x="2026" y="1465"/>
                </a:lnTo>
                <a:lnTo>
                  <a:pt x="2026" y="1466"/>
                </a:lnTo>
                <a:lnTo>
                  <a:pt x="2026" y="1467"/>
                </a:lnTo>
                <a:lnTo>
                  <a:pt x="2025" y="1469"/>
                </a:lnTo>
                <a:lnTo>
                  <a:pt x="2026" y="1471"/>
                </a:lnTo>
                <a:lnTo>
                  <a:pt x="2026" y="1472"/>
                </a:lnTo>
                <a:lnTo>
                  <a:pt x="2027" y="1472"/>
                </a:lnTo>
                <a:lnTo>
                  <a:pt x="2027" y="1474"/>
                </a:lnTo>
                <a:lnTo>
                  <a:pt x="2027" y="1475"/>
                </a:lnTo>
                <a:lnTo>
                  <a:pt x="2025" y="1476"/>
                </a:lnTo>
                <a:lnTo>
                  <a:pt x="2025" y="1477"/>
                </a:lnTo>
                <a:lnTo>
                  <a:pt x="2026" y="1479"/>
                </a:lnTo>
                <a:lnTo>
                  <a:pt x="2026" y="1480"/>
                </a:lnTo>
                <a:lnTo>
                  <a:pt x="2027" y="1481"/>
                </a:lnTo>
                <a:lnTo>
                  <a:pt x="2028" y="1482"/>
                </a:lnTo>
                <a:lnTo>
                  <a:pt x="2029" y="1483"/>
                </a:lnTo>
                <a:lnTo>
                  <a:pt x="2030" y="1483"/>
                </a:lnTo>
                <a:lnTo>
                  <a:pt x="2030" y="1482"/>
                </a:lnTo>
                <a:lnTo>
                  <a:pt x="2031" y="1483"/>
                </a:lnTo>
                <a:lnTo>
                  <a:pt x="2032" y="1483"/>
                </a:lnTo>
                <a:lnTo>
                  <a:pt x="2032" y="1484"/>
                </a:lnTo>
                <a:lnTo>
                  <a:pt x="2033" y="1484"/>
                </a:lnTo>
                <a:lnTo>
                  <a:pt x="2033" y="1483"/>
                </a:lnTo>
                <a:lnTo>
                  <a:pt x="2034" y="1483"/>
                </a:lnTo>
                <a:lnTo>
                  <a:pt x="2034" y="1484"/>
                </a:lnTo>
                <a:lnTo>
                  <a:pt x="2035" y="1484"/>
                </a:lnTo>
                <a:lnTo>
                  <a:pt x="2036" y="1485"/>
                </a:lnTo>
                <a:lnTo>
                  <a:pt x="2037" y="1486"/>
                </a:lnTo>
                <a:lnTo>
                  <a:pt x="2037" y="1487"/>
                </a:lnTo>
                <a:lnTo>
                  <a:pt x="2037" y="1488"/>
                </a:lnTo>
                <a:lnTo>
                  <a:pt x="2037" y="1489"/>
                </a:lnTo>
                <a:lnTo>
                  <a:pt x="2036" y="1489"/>
                </a:lnTo>
                <a:lnTo>
                  <a:pt x="2036" y="1488"/>
                </a:lnTo>
                <a:lnTo>
                  <a:pt x="2035" y="1488"/>
                </a:lnTo>
                <a:lnTo>
                  <a:pt x="2035" y="1487"/>
                </a:lnTo>
                <a:lnTo>
                  <a:pt x="2034" y="1488"/>
                </a:lnTo>
                <a:lnTo>
                  <a:pt x="2033" y="1489"/>
                </a:lnTo>
                <a:lnTo>
                  <a:pt x="2033" y="1490"/>
                </a:lnTo>
                <a:lnTo>
                  <a:pt x="2034" y="1491"/>
                </a:lnTo>
                <a:lnTo>
                  <a:pt x="2034" y="1493"/>
                </a:lnTo>
                <a:lnTo>
                  <a:pt x="2034" y="1496"/>
                </a:lnTo>
                <a:lnTo>
                  <a:pt x="2033" y="1497"/>
                </a:lnTo>
                <a:lnTo>
                  <a:pt x="2034" y="1499"/>
                </a:lnTo>
                <a:lnTo>
                  <a:pt x="2035" y="1500"/>
                </a:lnTo>
                <a:lnTo>
                  <a:pt x="2036" y="1499"/>
                </a:lnTo>
                <a:lnTo>
                  <a:pt x="2036" y="1498"/>
                </a:lnTo>
                <a:lnTo>
                  <a:pt x="2036" y="1497"/>
                </a:lnTo>
                <a:lnTo>
                  <a:pt x="2036" y="1496"/>
                </a:lnTo>
                <a:lnTo>
                  <a:pt x="2037" y="1496"/>
                </a:lnTo>
                <a:lnTo>
                  <a:pt x="2038" y="1495"/>
                </a:lnTo>
                <a:lnTo>
                  <a:pt x="2039" y="1494"/>
                </a:lnTo>
                <a:lnTo>
                  <a:pt x="2040" y="1493"/>
                </a:lnTo>
                <a:lnTo>
                  <a:pt x="2040" y="1494"/>
                </a:lnTo>
                <a:lnTo>
                  <a:pt x="2040" y="1495"/>
                </a:lnTo>
                <a:lnTo>
                  <a:pt x="2040" y="1496"/>
                </a:lnTo>
                <a:lnTo>
                  <a:pt x="2041" y="1495"/>
                </a:lnTo>
                <a:lnTo>
                  <a:pt x="2042" y="1494"/>
                </a:lnTo>
                <a:lnTo>
                  <a:pt x="2042" y="1495"/>
                </a:lnTo>
                <a:lnTo>
                  <a:pt x="2042" y="1496"/>
                </a:lnTo>
                <a:lnTo>
                  <a:pt x="2042" y="1500"/>
                </a:lnTo>
                <a:lnTo>
                  <a:pt x="2043" y="1501"/>
                </a:lnTo>
                <a:lnTo>
                  <a:pt x="2044" y="1502"/>
                </a:lnTo>
                <a:lnTo>
                  <a:pt x="2044" y="1503"/>
                </a:lnTo>
                <a:lnTo>
                  <a:pt x="2045" y="1502"/>
                </a:lnTo>
                <a:lnTo>
                  <a:pt x="2045" y="1503"/>
                </a:lnTo>
                <a:lnTo>
                  <a:pt x="2046" y="1504"/>
                </a:lnTo>
                <a:lnTo>
                  <a:pt x="2047" y="1505"/>
                </a:lnTo>
                <a:lnTo>
                  <a:pt x="2046" y="1507"/>
                </a:lnTo>
                <a:lnTo>
                  <a:pt x="2046" y="1508"/>
                </a:lnTo>
                <a:lnTo>
                  <a:pt x="2046" y="1509"/>
                </a:lnTo>
                <a:lnTo>
                  <a:pt x="2047" y="1509"/>
                </a:lnTo>
                <a:lnTo>
                  <a:pt x="2048" y="1509"/>
                </a:lnTo>
                <a:lnTo>
                  <a:pt x="2049" y="1509"/>
                </a:lnTo>
                <a:lnTo>
                  <a:pt x="2050" y="1510"/>
                </a:lnTo>
                <a:lnTo>
                  <a:pt x="2050" y="1511"/>
                </a:lnTo>
                <a:lnTo>
                  <a:pt x="2050" y="1512"/>
                </a:lnTo>
                <a:lnTo>
                  <a:pt x="2051" y="1513"/>
                </a:lnTo>
                <a:lnTo>
                  <a:pt x="2051" y="1514"/>
                </a:lnTo>
                <a:lnTo>
                  <a:pt x="2052" y="1514"/>
                </a:lnTo>
                <a:lnTo>
                  <a:pt x="2053" y="1514"/>
                </a:lnTo>
                <a:lnTo>
                  <a:pt x="2053" y="1515"/>
                </a:lnTo>
                <a:lnTo>
                  <a:pt x="2055" y="1515"/>
                </a:lnTo>
                <a:lnTo>
                  <a:pt x="2056" y="1515"/>
                </a:lnTo>
                <a:lnTo>
                  <a:pt x="2057" y="1514"/>
                </a:lnTo>
                <a:lnTo>
                  <a:pt x="2059" y="1513"/>
                </a:lnTo>
                <a:lnTo>
                  <a:pt x="2059" y="1514"/>
                </a:lnTo>
                <a:lnTo>
                  <a:pt x="2060" y="1514"/>
                </a:lnTo>
                <a:lnTo>
                  <a:pt x="2061" y="1514"/>
                </a:lnTo>
                <a:lnTo>
                  <a:pt x="2061" y="1513"/>
                </a:lnTo>
                <a:lnTo>
                  <a:pt x="2062" y="1513"/>
                </a:lnTo>
                <a:lnTo>
                  <a:pt x="2063" y="1514"/>
                </a:lnTo>
                <a:lnTo>
                  <a:pt x="2064" y="1514"/>
                </a:lnTo>
                <a:lnTo>
                  <a:pt x="2065" y="1515"/>
                </a:lnTo>
                <a:lnTo>
                  <a:pt x="2065" y="1516"/>
                </a:lnTo>
                <a:lnTo>
                  <a:pt x="2065" y="1517"/>
                </a:lnTo>
                <a:lnTo>
                  <a:pt x="2063" y="1519"/>
                </a:lnTo>
                <a:lnTo>
                  <a:pt x="2064" y="1520"/>
                </a:lnTo>
                <a:lnTo>
                  <a:pt x="2064" y="1521"/>
                </a:lnTo>
                <a:lnTo>
                  <a:pt x="2065" y="1521"/>
                </a:lnTo>
                <a:lnTo>
                  <a:pt x="2066" y="1520"/>
                </a:lnTo>
                <a:lnTo>
                  <a:pt x="2067" y="1519"/>
                </a:lnTo>
                <a:lnTo>
                  <a:pt x="2066" y="1518"/>
                </a:lnTo>
                <a:lnTo>
                  <a:pt x="2066" y="1517"/>
                </a:lnTo>
                <a:lnTo>
                  <a:pt x="2067" y="1516"/>
                </a:lnTo>
                <a:lnTo>
                  <a:pt x="2068" y="1515"/>
                </a:lnTo>
                <a:lnTo>
                  <a:pt x="2069" y="1515"/>
                </a:lnTo>
                <a:lnTo>
                  <a:pt x="2069" y="1514"/>
                </a:lnTo>
                <a:lnTo>
                  <a:pt x="2071" y="1514"/>
                </a:lnTo>
                <a:lnTo>
                  <a:pt x="2072" y="1513"/>
                </a:lnTo>
                <a:lnTo>
                  <a:pt x="2073" y="1513"/>
                </a:lnTo>
                <a:lnTo>
                  <a:pt x="2074" y="1513"/>
                </a:lnTo>
                <a:lnTo>
                  <a:pt x="2075" y="1512"/>
                </a:lnTo>
                <a:lnTo>
                  <a:pt x="2076" y="1512"/>
                </a:lnTo>
                <a:lnTo>
                  <a:pt x="2076" y="1511"/>
                </a:lnTo>
                <a:lnTo>
                  <a:pt x="2077" y="1511"/>
                </a:lnTo>
                <a:lnTo>
                  <a:pt x="2078" y="1510"/>
                </a:lnTo>
                <a:lnTo>
                  <a:pt x="2081" y="1508"/>
                </a:lnTo>
                <a:lnTo>
                  <a:pt x="2082" y="1509"/>
                </a:lnTo>
                <a:lnTo>
                  <a:pt x="2082" y="1510"/>
                </a:lnTo>
                <a:lnTo>
                  <a:pt x="2082" y="1511"/>
                </a:lnTo>
                <a:lnTo>
                  <a:pt x="2083" y="1511"/>
                </a:lnTo>
                <a:lnTo>
                  <a:pt x="2084" y="1511"/>
                </a:lnTo>
                <a:lnTo>
                  <a:pt x="2084" y="1510"/>
                </a:lnTo>
                <a:lnTo>
                  <a:pt x="2083" y="1510"/>
                </a:lnTo>
                <a:lnTo>
                  <a:pt x="2083" y="1509"/>
                </a:lnTo>
                <a:lnTo>
                  <a:pt x="2084" y="1509"/>
                </a:lnTo>
                <a:lnTo>
                  <a:pt x="2085" y="1509"/>
                </a:lnTo>
                <a:lnTo>
                  <a:pt x="2085" y="1510"/>
                </a:lnTo>
                <a:lnTo>
                  <a:pt x="2085" y="1511"/>
                </a:lnTo>
                <a:lnTo>
                  <a:pt x="2086" y="1511"/>
                </a:lnTo>
                <a:lnTo>
                  <a:pt x="2086" y="1512"/>
                </a:lnTo>
                <a:lnTo>
                  <a:pt x="2087" y="1512"/>
                </a:lnTo>
                <a:lnTo>
                  <a:pt x="2088" y="1511"/>
                </a:lnTo>
                <a:lnTo>
                  <a:pt x="2088" y="1510"/>
                </a:lnTo>
                <a:lnTo>
                  <a:pt x="2089" y="1510"/>
                </a:lnTo>
                <a:lnTo>
                  <a:pt x="2091" y="1512"/>
                </a:lnTo>
                <a:lnTo>
                  <a:pt x="2091" y="1513"/>
                </a:lnTo>
                <a:lnTo>
                  <a:pt x="2092" y="1513"/>
                </a:lnTo>
                <a:lnTo>
                  <a:pt x="2093" y="1514"/>
                </a:lnTo>
                <a:lnTo>
                  <a:pt x="2093" y="1513"/>
                </a:lnTo>
                <a:lnTo>
                  <a:pt x="2094" y="1512"/>
                </a:lnTo>
                <a:lnTo>
                  <a:pt x="2095" y="1512"/>
                </a:lnTo>
                <a:lnTo>
                  <a:pt x="2096" y="1512"/>
                </a:lnTo>
                <a:lnTo>
                  <a:pt x="2096" y="1513"/>
                </a:lnTo>
                <a:lnTo>
                  <a:pt x="2096" y="1514"/>
                </a:lnTo>
                <a:lnTo>
                  <a:pt x="2096" y="1515"/>
                </a:lnTo>
                <a:lnTo>
                  <a:pt x="2095" y="1516"/>
                </a:lnTo>
                <a:lnTo>
                  <a:pt x="2094" y="1517"/>
                </a:lnTo>
                <a:lnTo>
                  <a:pt x="2094" y="1518"/>
                </a:lnTo>
                <a:lnTo>
                  <a:pt x="2093" y="1519"/>
                </a:lnTo>
                <a:lnTo>
                  <a:pt x="2092" y="1519"/>
                </a:lnTo>
                <a:lnTo>
                  <a:pt x="2091" y="1519"/>
                </a:lnTo>
                <a:lnTo>
                  <a:pt x="2091" y="1518"/>
                </a:lnTo>
                <a:lnTo>
                  <a:pt x="2091" y="1516"/>
                </a:lnTo>
                <a:lnTo>
                  <a:pt x="2091" y="1514"/>
                </a:lnTo>
                <a:lnTo>
                  <a:pt x="2090" y="1513"/>
                </a:lnTo>
                <a:lnTo>
                  <a:pt x="2089" y="1514"/>
                </a:lnTo>
                <a:lnTo>
                  <a:pt x="2089" y="1516"/>
                </a:lnTo>
                <a:lnTo>
                  <a:pt x="2088" y="1516"/>
                </a:lnTo>
                <a:lnTo>
                  <a:pt x="2088" y="1517"/>
                </a:lnTo>
                <a:lnTo>
                  <a:pt x="2087" y="1518"/>
                </a:lnTo>
                <a:lnTo>
                  <a:pt x="2086" y="1518"/>
                </a:lnTo>
                <a:lnTo>
                  <a:pt x="2085" y="1518"/>
                </a:lnTo>
                <a:lnTo>
                  <a:pt x="2085" y="1519"/>
                </a:lnTo>
                <a:lnTo>
                  <a:pt x="2085" y="1522"/>
                </a:lnTo>
                <a:lnTo>
                  <a:pt x="2087" y="1522"/>
                </a:lnTo>
                <a:lnTo>
                  <a:pt x="2088" y="1522"/>
                </a:lnTo>
                <a:lnTo>
                  <a:pt x="2088" y="1523"/>
                </a:lnTo>
                <a:lnTo>
                  <a:pt x="2088" y="1524"/>
                </a:lnTo>
                <a:lnTo>
                  <a:pt x="2089" y="1524"/>
                </a:lnTo>
                <a:lnTo>
                  <a:pt x="2089" y="1523"/>
                </a:lnTo>
                <a:lnTo>
                  <a:pt x="2090" y="1523"/>
                </a:lnTo>
                <a:lnTo>
                  <a:pt x="2090" y="1524"/>
                </a:lnTo>
                <a:lnTo>
                  <a:pt x="2090" y="1525"/>
                </a:lnTo>
                <a:lnTo>
                  <a:pt x="2090" y="1526"/>
                </a:lnTo>
                <a:lnTo>
                  <a:pt x="2090" y="1527"/>
                </a:lnTo>
                <a:lnTo>
                  <a:pt x="2089" y="1528"/>
                </a:lnTo>
                <a:lnTo>
                  <a:pt x="2089" y="1529"/>
                </a:lnTo>
                <a:lnTo>
                  <a:pt x="2089" y="1530"/>
                </a:lnTo>
                <a:lnTo>
                  <a:pt x="2090" y="1530"/>
                </a:lnTo>
                <a:lnTo>
                  <a:pt x="2091" y="1531"/>
                </a:lnTo>
                <a:lnTo>
                  <a:pt x="2091" y="1532"/>
                </a:lnTo>
                <a:lnTo>
                  <a:pt x="2091" y="1531"/>
                </a:lnTo>
                <a:lnTo>
                  <a:pt x="2092" y="1531"/>
                </a:lnTo>
                <a:lnTo>
                  <a:pt x="2092" y="1532"/>
                </a:lnTo>
                <a:lnTo>
                  <a:pt x="2093" y="1532"/>
                </a:lnTo>
                <a:lnTo>
                  <a:pt x="2093" y="1533"/>
                </a:lnTo>
                <a:lnTo>
                  <a:pt x="2094" y="1533"/>
                </a:lnTo>
                <a:lnTo>
                  <a:pt x="2094" y="1534"/>
                </a:lnTo>
                <a:lnTo>
                  <a:pt x="2094" y="1535"/>
                </a:lnTo>
                <a:lnTo>
                  <a:pt x="2095" y="1535"/>
                </a:lnTo>
                <a:lnTo>
                  <a:pt x="2095" y="1534"/>
                </a:lnTo>
                <a:lnTo>
                  <a:pt x="2096" y="1533"/>
                </a:lnTo>
                <a:lnTo>
                  <a:pt x="2097" y="1533"/>
                </a:lnTo>
                <a:lnTo>
                  <a:pt x="2096" y="1536"/>
                </a:lnTo>
                <a:lnTo>
                  <a:pt x="2095" y="1536"/>
                </a:lnTo>
                <a:lnTo>
                  <a:pt x="2094" y="1536"/>
                </a:lnTo>
                <a:lnTo>
                  <a:pt x="2094" y="1537"/>
                </a:lnTo>
                <a:lnTo>
                  <a:pt x="2095" y="1538"/>
                </a:lnTo>
                <a:lnTo>
                  <a:pt x="2096" y="1537"/>
                </a:lnTo>
                <a:lnTo>
                  <a:pt x="2096" y="1538"/>
                </a:lnTo>
                <a:lnTo>
                  <a:pt x="2096" y="1539"/>
                </a:lnTo>
                <a:lnTo>
                  <a:pt x="2097" y="1539"/>
                </a:lnTo>
                <a:lnTo>
                  <a:pt x="2098" y="1539"/>
                </a:lnTo>
                <a:lnTo>
                  <a:pt x="2099" y="1539"/>
                </a:lnTo>
                <a:lnTo>
                  <a:pt x="2100" y="1540"/>
                </a:lnTo>
                <a:lnTo>
                  <a:pt x="2101" y="1541"/>
                </a:lnTo>
                <a:lnTo>
                  <a:pt x="2101" y="1542"/>
                </a:lnTo>
                <a:lnTo>
                  <a:pt x="2100" y="1542"/>
                </a:lnTo>
                <a:lnTo>
                  <a:pt x="2099" y="1542"/>
                </a:lnTo>
                <a:lnTo>
                  <a:pt x="2100" y="1543"/>
                </a:lnTo>
                <a:lnTo>
                  <a:pt x="2101" y="1544"/>
                </a:lnTo>
                <a:lnTo>
                  <a:pt x="2101" y="1545"/>
                </a:lnTo>
                <a:lnTo>
                  <a:pt x="2102" y="1545"/>
                </a:lnTo>
                <a:lnTo>
                  <a:pt x="2103" y="1547"/>
                </a:lnTo>
                <a:lnTo>
                  <a:pt x="2104" y="1546"/>
                </a:lnTo>
                <a:lnTo>
                  <a:pt x="2105" y="1546"/>
                </a:lnTo>
                <a:lnTo>
                  <a:pt x="2105" y="1545"/>
                </a:lnTo>
                <a:lnTo>
                  <a:pt x="2106" y="1544"/>
                </a:lnTo>
                <a:lnTo>
                  <a:pt x="2106" y="1545"/>
                </a:lnTo>
                <a:lnTo>
                  <a:pt x="2106" y="1546"/>
                </a:lnTo>
                <a:lnTo>
                  <a:pt x="2107" y="1547"/>
                </a:lnTo>
                <a:lnTo>
                  <a:pt x="2107" y="1548"/>
                </a:lnTo>
                <a:lnTo>
                  <a:pt x="2107" y="1549"/>
                </a:lnTo>
                <a:lnTo>
                  <a:pt x="2107" y="1551"/>
                </a:lnTo>
                <a:lnTo>
                  <a:pt x="2108" y="1552"/>
                </a:lnTo>
                <a:lnTo>
                  <a:pt x="2109" y="1552"/>
                </a:lnTo>
                <a:lnTo>
                  <a:pt x="2109" y="1554"/>
                </a:lnTo>
                <a:lnTo>
                  <a:pt x="2109" y="1555"/>
                </a:lnTo>
                <a:lnTo>
                  <a:pt x="2109" y="1556"/>
                </a:lnTo>
                <a:lnTo>
                  <a:pt x="2108" y="1556"/>
                </a:lnTo>
                <a:lnTo>
                  <a:pt x="2108" y="1557"/>
                </a:lnTo>
                <a:lnTo>
                  <a:pt x="2109" y="1558"/>
                </a:lnTo>
                <a:lnTo>
                  <a:pt x="2109" y="1561"/>
                </a:lnTo>
                <a:lnTo>
                  <a:pt x="2109" y="1562"/>
                </a:lnTo>
                <a:lnTo>
                  <a:pt x="2110" y="1562"/>
                </a:lnTo>
                <a:lnTo>
                  <a:pt x="2111" y="1562"/>
                </a:lnTo>
                <a:lnTo>
                  <a:pt x="2112" y="1560"/>
                </a:lnTo>
                <a:lnTo>
                  <a:pt x="2112" y="1559"/>
                </a:lnTo>
                <a:lnTo>
                  <a:pt x="2112" y="1558"/>
                </a:lnTo>
                <a:lnTo>
                  <a:pt x="2113" y="1557"/>
                </a:lnTo>
                <a:lnTo>
                  <a:pt x="2114" y="1556"/>
                </a:lnTo>
                <a:lnTo>
                  <a:pt x="2114" y="1555"/>
                </a:lnTo>
                <a:lnTo>
                  <a:pt x="2114" y="1554"/>
                </a:lnTo>
                <a:lnTo>
                  <a:pt x="2114" y="1553"/>
                </a:lnTo>
                <a:lnTo>
                  <a:pt x="2114" y="1551"/>
                </a:lnTo>
                <a:lnTo>
                  <a:pt x="2115" y="1552"/>
                </a:lnTo>
                <a:lnTo>
                  <a:pt x="2116" y="1552"/>
                </a:lnTo>
                <a:lnTo>
                  <a:pt x="2117" y="1552"/>
                </a:lnTo>
                <a:lnTo>
                  <a:pt x="2117" y="1551"/>
                </a:lnTo>
                <a:lnTo>
                  <a:pt x="2117" y="1550"/>
                </a:lnTo>
                <a:lnTo>
                  <a:pt x="2118" y="1550"/>
                </a:lnTo>
                <a:lnTo>
                  <a:pt x="2120" y="1550"/>
                </a:lnTo>
                <a:lnTo>
                  <a:pt x="2120" y="1551"/>
                </a:lnTo>
                <a:lnTo>
                  <a:pt x="2121" y="1551"/>
                </a:lnTo>
                <a:lnTo>
                  <a:pt x="2122" y="1552"/>
                </a:lnTo>
                <a:lnTo>
                  <a:pt x="2124" y="1553"/>
                </a:lnTo>
                <a:lnTo>
                  <a:pt x="2125" y="1553"/>
                </a:lnTo>
                <a:lnTo>
                  <a:pt x="2125" y="1552"/>
                </a:lnTo>
                <a:lnTo>
                  <a:pt x="2127" y="1552"/>
                </a:lnTo>
                <a:lnTo>
                  <a:pt x="2129" y="1552"/>
                </a:lnTo>
                <a:lnTo>
                  <a:pt x="2130" y="1553"/>
                </a:lnTo>
                <a:lnTo>
                  <a:pt x="2131" y="1553"/>
                </a:lnTo>
                <a:lnTo>
                  <a:pt x="2132" y="1553"/>
                </a:lnTo>
                <a:lnTo>
                  <a:pt x="2133" y="1554"/>
                </a:lnTo>
                <a:lnTo>
                  <a:pt x="2134" y="1554"/>
                </a:lnTo>
                <a:lnTo>
                  <a:pt x="2135" y="1554"/>
                </a:lnTo>
                <a:lnTo>
                  <a:pt x="2136" y="1555"/>
                </a:lnTo>
                <a:lnTo>
                  <a:pt x="2137" y="1555"/>
                </a:lnTo>
                <a:lnTo>
                  <a:pt x="2138" y="1555"/>
                </a:lnTo>
                <a:lnTo>
                  <a:pt x="2139" y="1558"/>
                </a:lnTo>
                <a:lnTo>
                  <a:pt x="2138" y="1558"/>
                </a:lnTo>
                <a:lnTo>
                  <a:pt x="2137" y="1558"/>
                </a:lnTo>
                <a:lnTo>
                  <a:pt x="2137" y="1560"/>
                </a:lnTo>
                <a:lnTo>
                  <a:pt x="2138" y="1560"/>
                </a:lnTo>
                <a:lnTo>
                  <a:pt x="2139" y="1561"/>
                </a:lnTo>
                <a:lnTo>
                  <a:pt x="2140" y="1561"/>
                </a:lnTo>
                <a:lnTo>
                  <a:pt x="2142" y="1561"/>
                </a:lnTo>
                <a:lnTo>
                  <a:pt x="2144" y="1560"/>
                </a:lnTo>
                <a:lnTo>
                  <a:pt x="2145" y="1560"/>
                </a:lnTo>
                <a:lnTo>
                  <a:pt x="2146" y="1560"/>
                </a:lnTo>
                <a:lnTo>
                  <a:pt x="2147" y="1559"/>
                </a:lnTo>
                <a:lnTo>
                  <a:pt x="2147" y="1560"/>
                </a:lnTo>
                <a:lnTo>
                  <a:pt x="2147" y="1561"/>
                </a:lnTo>
                <a:lnTo>
                  <a:pt x="2147" y="1562"/>
                </a:lnTo>
                <a:lnTo>
                  <a:pt x="2148" y="1562"/>
                </a:lnTo>
                <a:lnTo>
                  <a:pt x="2148" y="1561"/>
                </a:lnTo>
                <a:lnTo>
                  <a:pt x="2149" y="1560"/>
                </a:lnTo>
                <a:lnTo>
                  <a:pt x="2149" y="1559"/>
                </a:lnTo>
                <a:lnTo>
                  <a:pt x="2148" y="1559"/>
                </a:lnTo>
                <a:lnTo>
                  <a:pt x="2148" y="1558"/>
                </a:lnTo>
                <a:lnTo>
                  <a:pt x="2149" y="1557"/>
                </a:lnTo>
                <a:lnTo>
                  <a:pt x="2150" y="1557"/>
                </a:lnTo>
                <a:lnTo>
                  <a:pt x="2151" y="1558"/>
                </a:lnTo>
                <a:lnTo>
                  <a:pt x="2152" y="1558"/>
                </a:lnTo>
                <a:lnTo>
                  <a:pt x="2152" y="1560"/>
                </a:lnTo>
                <a:lnTo>
                  <a:pt x="2151" y="1560"/>
                </a:lnTo>
                <a:lnTo>
                  <a:pt x="2151" y="1561"/>
                </a:lnTo>
                <a:lnTo>
                  <a:pt x="2150" y="1561"/>
                </a:lnTo>
                <a:lnTo>
                  <a:pt x="2150" y="1562"/>
                </a:lnTo>
                <a:lnTo>
                  <a:pt x="2147" y="1562"/>
                </a:lnTo>
                <a:lnTo>
                  <a:pt x="2147" y="1563"/>
                </a:lnTo>
                <a:lnTo>
                  <a:pt x="2147" y="1564"/>
                </a:lnTo>
                <a:lnTo>
                  <a:pt x="2148" y="1565"/>
                </a:lnTo>
                <a:lnTo>
                  <a:pt x="2148" y="1566"/>
                </a:lnTo>
                <a:lnTo>
                  <a:pt x="2148" y="1568"/>
                </a:lnTo>
                <a:lnTo>
                  <a:pt x="2147" y="1568"/>
                </a:lnTo>
                <a:lnTo>
                  <a:pt x="2147" y="1569"/>
                </a:lnTo>
                <a:lnTo>
                  <a:pt x="2147" y="1570"/>
                </a:lnTo>
                <a:lnTo>
                  <a:pt x="2148" y="1571"/>
                </a:lnTo>
                <a:lnTo>
                  <a:pt x="2149" y="1571"/>
                </a:lnTo>
                <a:lnTo>
                  <a:pt x="2149" y="1572"/>
                </a:lnTo>
                <a:lnTo>
                  <a:pt x="2149" y="1573"/>
                </a:lnTo>
                <a:lnTo>
                  <a:pt x="2149" y="1575"/>
                </a:lnTo>
                <a:lnTo>
                  <a:pt x="2149" y="1576"/>
                </a:lnTo>
                <a:lnTo>
                  <a:pt x="2150" y="1576"/>
                </a:lnTo>
                <a:lnTo>
                  <a:pt x="2150" y="1578"/>
                </a:lnTo>
                <a:lnTo>
                  <a:pt x="2150" y="1580"/>
                </a:lnTo>
                <a:lnTo>
                  <a:pt x="2151" y="1580"/>
                </a:lnTo>
                <a:lnTo>
                  <a:pt x="2153" y="1580"/>
                </a:lnTo>
                <a:lnTo>
                  <a:pt x="2153" y="1581"/>
                </a:lnTo>
                <a:lnTo>
                  <a:pt x="2152" y="1582"/>
                </a:lnTo>
                <a:lnTo>
                  <a:pt x="2152" y="1583"/>
                </a:lnTo>
                <a:lnTo>
                  <a:pt x="2153" y="1583"/>
                </a:lnTo>
                <a:lnTo>
                  <a:pt x="2153" y="1584"/>
                </a:lnTo>
                <a:lnTo>
                  <a:pt x="2153" y="1585"/>
                </a:lnTo>
                <a:lnTo>
                  <a:pt x="2154" y="1588"/>
                </a:lnTo>
                <a:lnTo>
                  <a:pt x="2155" y="1588"/>
                </a:lnTo>
                <a:lnTo>
                  <a:pt x="2155" y="1587"/>
                </a:lnTo>
                <a:lnTo>
                  <a:pt x="2155" y="1586"/>
                </a:lnTo>
                <a:lnTo>
                  <a:pt x="2156" y="1586"/>
                </a:lnTo>
                <a:lnTo>
                  <a:pt x="2157" y="1584"/>
                </a:lnTo>
                <a:lnTo>
                  <a:pt x="2157" y="1583"/>
                </a:lnTo>
                <a:lnTo>
                  <a:pt x="2157" y="1581"/>
                </a:lnTo>
                <a:lnTo>
                  <a:pt x="2158" y="1581"/>
                </a:lnTo>
                <a:lnTo>
                  <a:pt x="2159" y="1580"/>
                </a:lnTo>
                <a:lnTo>
                  <a:pt x="2160" y="1579"/>
                </a:lnTo>
                <a:lnTo>
                  <a:pt x="2161" y="1578"/>
                </a:lnTo>
                <a:lnTo>
                  <a:pt x="2161" y="1577"/>
                </a:lnTo>
                <a:lnTo>
                  <a:pt x="2162" y="1577"/>
                </a:lnTo>
                <a:lnTo>
                  <a:pt x="2162" y="1576"/>
                </a:lnTo>
                <a:lnTo>
                  <a:pt x="2163" y="1576"/>
                </a:lnTo>
                <a:lnTo>
                  <a:pt x="2164" y="1575"/>
                </a:lnTo>
                <a:lnTo>
                  <a:pt x="2164" y="1574"/>
                </a:lnTo>
                <a:lnTo>
                  <a:pt x="2164" y="1573"/>
                </a:lnTo>
                <a:lnTo>
                  <a:pt x="2165" y="1573"/>
                </a:lnTo>
                <a:lnTo>
                  <a:pt x="2165" y="1576"/>
                </a:lnTo>
                <a:lnTo>
                  <a:pt x="2166" y="1576"/>
                </a:lnTo>
                <a:lnTo>
                  <a:pt x="2166" y="1575"/>
                </a:lnTo>
                <a:lnTo>
                  <a:pt x="2167" y="1576"/>
                </a:lnTo>
                <a:lnTo>
                  <a:pt x="2167" y="1577"/>
                </a:lnTo>
                <a:lnTo>
                  <a:pt x="2167" y="1578"/>
                </a:lnTo>
                <a:lnTo>
                  <a:pt x="2168" y="1578"/>
                </a:lnTo>
                <a:lnTo>
                  <a:pt x="2169" y="1579"/>
                </a:lnTo>
                <a:lnTo>
                  <a:pt x="2171" y="1578"/>
                </a:lnTo>
                <a:lnTo>
                  <a:pt x="2172" y="1577"/>
                </a:lnTo>
                <a:lnTo>
                  <a:pt x="2172" y="1578"/>
                </a:lnTo>
                <a:lnTo>
                  <a:pt x="2173" y="1578"/>
                </a:lnTo>
                <a:lnTo>
                  <a:pt x="2175" y="1578"/>
                </a:lnTo>
                <a:lnTo>
                  <a:pt x="2175" y="1579"/>
                </a:lnTo>
                <a:lnTo>
                  <a:pt x="2175" y="1580"/>
                </a:lnTo>
                <a:lnTo>
                  <a:pt x="2175" y="1581"/>
                </a:lnTo>
                <a:lnTo>
                  <a:pt x="2175" y="1582"/>
                </a:lnTo>
                <a:lnTo>
                  <a:pt x="2176" y="1582"/>
                </a:lnTo>
                <a:lnTo>
                  <a:pt x="2176" y="1584"/>
                </a:lnTo>
                <a:lnTo>
                  <a:pt x="2176" y="1585"/>
                </a:lnTo>
                <a:lnTo>
                  <a:pt x="2177" y="1585"/>
                </a:lnTo>
                <a:lnTo>
                  <a:pt x="2177" y="1586"/>
                </a:lnTo>
                <a:lnTo>
                  <a:pt x="2177" y="1587"/>
                </a:lnTo>
                <a:lnTo>
                  <a:pt x="2176" y="1588"/>
                </a:lnTo>
                <a:lnTo>
                  <a:pt x="2176" y="1589"/>
                </a:lnTo>
                <a:lnTo>
                  <a:pt x="2176" y="1590"/>
                </a:lnTo>
                <a:lnTo>
                  <a:pt x="2177" y="1590"/>
                </a:lnTo>
                <a:lnTo>
                  <a:pt x="2177" y="1591"/>
                </a:lnTo>
                <a:lnTo>
                  <a:pt x="2178" y="1592"/>
                </a:lnTo>
                <a:lnTo>
                  <a:pt x="2177" y="1593"/>
                </a:lnTo>
                <a:lnTo>
                  <a:pt x="2178" y="1593"/>
                </a:lnTo>
                <a:lnTo>
                  <a:pt x="2178" y="1594"/>
                </a:lnTo>
                <a:lnTo>
                  <a:pt x="2179" y="1595"/>
                </a:lnTo>
                <a:lnTo>
                  <a:pt x="2181" y="1595"/>
                </a:lnTo>
                <a:lnTo>
                  <a:pt x="2183" y="1599"/>
                </a:lnTo>
                <a:lnTo>
                  <a:pt x="2183" y="1600"/>
                </a:lnTo>
                <a:lnTo>
                  <a:pt x="2183" y="1601"/>
                </a:lnTo>
                <a:lnTo>
                  <a:pt x="2184" y="1601"/>
                </a:lnTo>
                <a:lnTo>
                  <a:pt x="2185" y="1603"/>
                </a:lnTo>
                <a:lnTo>
                  <a:pt x="2186" y="1604"/>
                </a:lnTo>
                <a:lnTo>
                  <a:pt x="2186" y="1603"/>
                </a:lnTo>
                <a:lnTo>
                  <a:pt x="2187" y="1603"/>
                </a:lnTo>
                <a:lnTo>
                  <a:pt x="2187" y="1604"/>
                </a:lnTo>
                <a:lnTo>
                  <a:pt x="2189" y="1606"/>
                </a:lnTo>
                <a:lnTo>
                  <a:pt x="2189" y="1607"/>
                </a:lnTo>
                <a:lnTo>
                  <a:pt x="2189" y="1608"/>
                </a:lnTo>
                <a:lnTo>
                  <a:pt x="2190" y="1609"/>
                </a:lnTo>
                <a:lnTo>
                  <a:pt x="2191" y="1611"/>
                </a:lnTo>
                <a:lnTo>
                  <a:pt x="2193" y="1611"/>
                </a:lnTo>
                <a:lnTo>
                  <a:pt x="2194" y="1612"/>
                </a:lnTo>
                <a:lnTo>
                  <a:pt x="2194" y="1613"/>
                </a:lnTo>
                <a:lnTo>
                  <a:pt x="2195" y="1613"/>
                </a:lnTo>
                <a:lnTo>
                  <a:pt x="2195" y="1614"/>
                </a:lnTo>
                <a:lnTo>
                  <a:pt x="2196" y="1614"/>
                </a:lnTo>
                <a:lnTo>
                  <a:pt x="2197" y="1612"/>
                </a:lnTo>
                <a:lnTo>
                  <a:pt x="2198" y="1611"/>
                </a:lnTo>
                <a:lnTo>
                  <a:pt x="2198" y="1610"/>
                </a:lnTo>
                <a:lnTo>
                  <a:pt x="2197" y="1609"/>
                </a:lnTo>
                <a:lnTo>
                  <a:pt x="2197" y="1608"/>
                </a:lnTo>
                <a:lnTo>
                  <a:pt x="2197" y="1607"/>
                </a:lnTo>
                <a:lnTo>
                  <a:pt x="2198" y="1606"/>
                </a:lnTo>
                <a:lnTo>
                  <a:pt x="2199" y="1607"/>
                </a:lnTo>
                <a:lnTo>
                  <a:pt x="2200" y="1607"/>
                </a:lnTo>
                <a:lnTo>
                  <a:pt x="2201" y="1606"/>
                </a:lnTo>
                <a:lnTo>
                  <a:pt x="2202" y="1606"/>
                </a:lnTo>
                <a:lnTo>
                  <a:pt x="2205" y="1605"/>
                </a:lnTo>
                <a:lnTo>
                  <a:pt x="2205" y="1604"/>
                </a:lnTo>
                <a:lnTo>
                  <a:pt x="2206" y="1604"/>
                </a:lnTo>
                <a:lnTo>
                  <a:pt x="2206" y="1603"/>
                </a:lnTo>
                <a:lnTo>
                  <a:pt x="2207" y="1602"/>
                </a:lnTo>
                <a:lnTo>
                  <a:pt x="2208" y="1601"/>
                </a:lnTo>
                <a:lnTo>
                  <a:pt x="2210" y="1601"/>
                </a:lnTo>
                <a:lnTo>
                  <a:pt x="2210" y="1600"/>
                </a:lnTo>
                <a:lnTo>
                  <a:pt x="2211" y="1599"/>
                </a:lnTo>
                <a:lnTo>
                  <a:pt x="2212" y="1599"/>
                </a:lnTo>
                <a:lnTo>
                  <a:pt x="2213" y="1598"/>
                </a:lnTo>
                <a:lnTo>
                  <a:pt x="2214" y="1598"/>
                </a:lnTo>
                <a:lnTo>
                  <a:pt x="2216" y="1595"/>
                </a:lnTo>
                <a:lnTo>
                  <a:pt x="2217" y="1594"/>
                </a:lnTo>
                <a:lnTo>
                  <a:pt x="2216" y="1593"/>
                </a:lnTo>
                <a:lnTo>
                  <a:pt x="2216" y="1592"/>
                </a:lnTo>
                <a:lnTo>
                  <a:pt x="2217" y="1591"/>
                </a:lnTo>
                <a:lnTo>
                  <a:pt x="2217" y="1590"/>
                </a:lnTo>
                <a:lnTo>
                  <a:pt x="2218" y="1590"/>
                </a:lnTo>
                <a:lnTo>
                  <a:pt x="2219" y="1589"/>
                </a:lnTo>
                <a:lnTo>
                  <a:pt x="2219" y="1588"/>
                </a:lnTo>
                <a:lnTo>
                  <a:pt x="2218" y="1587"/>
                </a:lnTo>
                <a:lnTo>
                  <a:pt x="2218" y="1585"/>
                </a:lnTo>
                <a:lnTo>
                  <a:pt x="2218" y="1583"/>
                </a:lnTo>
                <a:lnTo>
                  <a:pt x="2218" y="1582"/>
                </a:lnTo>
                <a:lnTo>
                  <a:pt x="2217" y="1582"/>
                </a:lnTo>
                <a:lnTo>
                  <a:pt x="2217" y="1581"/>
                </a:lnTo>
                <a:lnTo>
                  <a:pt x="2217" y="1579"/>
                </a:lnTo>
                <a:lnTo>
                  <a:pt x="2218" y="1579"/>
                </a:lnTo>
                <a:lnTo>
                  <a:pt x="2218" y="1578"/>
                </a:lnTo>
                <a:lnTo>
                  <a:pt x="2219" y="1576"/>
                </a:lnTo>
                <a:lnTo>
                  <a:pt x="2218" y="1576"/>
                </a:lnTo>
                <a:lnTo>
                  <a:pt x="2218" y="1575"/>
                </a:lnTo>
                <a:lnTo>
                  <a:pt x="2218" y="1574"/>
                </a:lnTo>
                <a:lnTo>
                  <a:pt x="2217" y="1573"/>
                </a:lnTo>
                <a:lnTo>
                  <a:pt x="2217" y="1572"/>
                </a:lnTo>
                <a:lnTo>
                  <a:pt x="2216" y="1571"/>
                </a:lnTo>
                <a:lnTo>
                  <a:pt x="2215" y="1570"/>
                </a:lnTo>
                <a:lnTo>
                  <a:pt x="2215" y="1567"/>
                </a:lnTo>
                <a:lnTo>
                  <a:pt x="2216" y="1565"/>
                </a:lnTo>
                <a:lnTo>
                  <a:pt x="2216" y="1564"/>
                </a:lnTo>
                <a:lnTo>
                  <a:pt x="2216" y="1563"/>
                </a:lnTo>
                <a:lnTo>
                  <a:pt x="2216" y="1562"/>
                </a:lnTo>
                <a:lnTo>
                  <a:pt x="2215" y="1563"/>
                </a:lnTo>
                <a:lnTo>
                  <a:pt x="2214" y="1563"/>
                </a:lnTo>
                <a:lnTo>
                  <a:pt x="2213" y="1564"/>
                </a:lnTo>
                <a:lnTo>
                  <a:pt x="2213" y="1563"/>
                </a:lnTo>
                <a:lnTo>
                  <a:pt x="2212" y="1563"/>
                </a:lnTo>
                <a:lnTo>
                  <a:pt x="2212" y="1562"/>
                </a:lnTo>
                <a:lnTo>
                  <a:pt x="2212" y="1561"/>
                </a:lnTo>
                <a:lnTo>
                  <a:pt x="2212" y="1560"/>
                </a:lnTo>
                <a:lnTo>
                  <a:pt x="2212" y="1559"/>
                </a:lnTo>
                <a:lnTo>
                  <a:pt x="2211" y="1558"/>
                </a:lnTo>
                <a:lnTo>
                  <a:pt x="2210" y="1558"/>
                </a:lnTo>
                <a:lnTo>
                  <a:pt x="2210" y="1557"/>
                </a:lnTo>
                <a:lnTo>
                  <a:pt x="2209" y="1557"/>
                </a:lnTo>
                <a:lnTo>
                  <a:pt x="2210" y="1556"/>
                </a:lnTo>
                <a:lnTo>
                  <a:pt x="2210" y="1555"/>
                </a:lnTo>
                <a:lnTo>
                  <a:pt x="2209" y="1555"/>
                </a:lnTo>
                <a:lnTo>
                  <a:pt x="2208" y="1555"/>
                </a:lnTo>
                <a:lnTo>
                  <a:pt x="2208" y="1554"/>
                </a:lnTo>
                <a:lnTo>
                  <a:pt x="2208" y="1553"/>
                </a:lnTo>
                <a:lnTo>
                  <a:pt x="2209" y="1552"/>
                </a:lnTo>
                <a:lnTo>
                  <a:pt x="2210" y="1552"/>
                </a:lnTo>
                <a:lnTo>
                  <a:pt x="2210" y="1551"/>
                </a:lnTo>
                <a:lnTo>
                  <a:pt x="2210" y="1550"/>
                </a:lnTo>
                <a:lnTo>
                  <a:pt x="2210" y="1548"/>
                </a:lnTo>
                <a:lnTo>
                  <a:pt x="2210" y="1547"/>
                </a:lnTo>
                <a:lnTo>
                  <a:pt x="2210" y="1545"/>
                </a:lnTo>
                <a:lnTo>
                  <a:pt x="2210" y="1544"/>
                </a:lnTo>
                <a:lnTo>
                  <a:pt x="2211" y="1543"/>
                </a:lnTo>
                <a:lnTo>
                  <a:pt x="2211" y="1542"/>
                </a:lnTo>
                <a:lnTo>
                  <a:pt x="2212" y="1542"/>
                </a:lnTo>
                <a:lnTo>
                  <a:pt x="2212" y="1543"/>
                </a:lnTo>
                <a:lnTo>
                  <a:pt x="2214" y="1543"/>
                </a:lnTo>
                <a:lnTo>
                  <a:pt x="2214" y="1544"/>
                </a:lnTo>
                <a:lnTo>
                  <a:pt x="2214" y="1543"/>
                </a:lnTo>
                <a:lnTo>
                  <a:pt x="2214" y="1542"/>
                </a:lnTo>
                <a:lnTo>
                  <a:pt x="2213" y="1541"/>
                </a:lnTo>
                <a:lnTo>
                  <a:pt x="2213" y="1539"/>
                </a:lnTo>
                <a:lnTo>
                  <a:pt x="2213" y="1538"/>
                </a:lnTo>
                <a:lnTo>
                  <a:pt x="2212" y="1538"/>
                </a:lnTo>
                <a:lnTo>
                  <a:pt x="2212" y="1537"/>
                </a:lnTo>
                <a:lnTo>
                  <a:pt x="2212" y="1535"/>
                </a:lnTo>
                <a:lnTo>
                  <a:pt x="2212" y="1534"/>
                </a:lnTo>
                <a:lnTo>
                  <a:pt x="2211" y="1533"/>
                </a:lnTo>
                <a:lnTo>
                  <a:pt x="2210" y="1532"/>
                </a:lnTo>
                <a:lnTo>
                  <a:pt x="2210" y="1531"/>
                </a:lnTo>
                <a:lnTo>
                  <a:pt x="2210" y="1530"/>
                </a:lnTo>
                <a:lnTo>
                  <a:pt x="2211" y="1530"/>
                </a:lnTo>
                <a:lnTo>
                  <a:pt x="2211" y="1529"/>
                </a:lnTo>
                <a:lnTo>
                  <a:pt x="2210" y="1529"/>
                </a:lnTo>
                <a:lnTo>
                  <a:pt x="2209" y="1529"/>
                </a:lnTo>
                <a:lnTo>
                  <a:pt x="2209" y="1528"/>
                </a:lnTo>
                <a:lnTo>
                  <a:pt x="2207" y="1526"/>
                </a:lnTo>
                <a:lnTo>
                  <a:pt x="2207" y="1525"/>
                </a:lnTo>
                <a:lnTo>
                  <a:pt x="2207" y="1523"/>
                </a:lnTo>
                <a:lnTo>
                  <a:pt x="2206" y="1523"/>
                </a:lnTo>
                <a:lnTo>
                  <a:pt x="2206" y="1520"/>
                </a:lnTo>
                <a:lnTo>
                  <a:pt x="2207" y="1520"/>
                </a:lnTo>
                <a:lnTo>
                  <a:pt x="2208" y="1519"/>
                </a:lnTo>
                <a:lnTo>
                  <a:pt x="2209" y="1518"/>
                </a:lnTo>
                <a:lnTo>
                  <a:pt x="2210" y="1516"/>
                </a:lnTo>
                <a:lnTo>
                  <a:pt x="2211" y="1515"/>
                </a:lnTo>
                <a:lnTo>
                  <a:pt x="2211" y="1514"/>
                </a:lnTo>
                <a:lnTo>
                  <a:pt x="2212" y="1514"/>
                </a:lnTo>
                <a:lnTo>
                  <a:pt x="2214" y="1513"/>
                </a:lnTo>
                <a:lnTo>
                  <a:pt x="2215" y="1513"/>
                </a:lnTo>
                <a:lnTo>
                  <a:pt x="2215" y="1512"/>
                </a:lnTo>
                <a:lnTo>
                  <a:pt x="2215" y="1511"/>
                </a:lnTo>
                <a:lnTo>
                  <a:pt x="2215" y="1510"/>
                </a:lnTo>
                <a:lnTo>
                  <a:pt x="2216" y="1510"/>
                </a:lnTo>
                <a:lnTo>
                  <a:pt x="2217" y="1510"/>
                </a:lnTo>
                <a:lnTo>
                  <a:pt x="2218" y="1510"/>
                </a:lnTo>
                <a:lnTo>
                  <a:pt x="2219" y="1510"/>
                </a:lnTo>
                <a:lnTo>
                  <a:pt x="2220" y="1510"/>
                </a:lnTo>
                <a:lnTo>
                  <a:pt x="2220" y="1511"/>
                </a:lnTo>
                <a:lnTo>
                  <a:pt x="2220" y="1512"/>
                </a:lnTo>
                <a:lnTo>
                  <a:pt x="2221" y="1512"/>
                </a:lnTo>
                <a:lnTo>
                  <a:pt x="2221" y="1511"/>
                </a:lnTo>
                <a:lnTo>
                  <a:pt x="2221" y="1510"/>
                </a:lnTo>
                <a:lnTo>
                  <a:pt x="2221" y="1509"/>
                </a:lnTo>
                <a:lnTo>
                  <a:pt x="2222" y="1509"/>
                </a:lnTo>
                <a:lnTo>
                  <a:pt x="2224" y="1509"/>
                </a:lnTo>
                <a:lnTo>
                  <a:pt x="2227" y="1509"/>
                </a:lnTo>
                <a:lnTo>
                  <a:pt x="2228" y="1509"/>
                </a:lnTo>
                <a:lnTo>
                  <a:pt x="2229" y="1510"/>
                </a:lnTo>
                <a:lnTo>
                  <a:pt x="2231" y="1511"/>
                </a:lnTo>
                <a:lnTo>
                  <a:pt x="2233" y="1511"/>
                </a:lnTo>
                <a:lnTo>
                  <a:pt x="2234" y="1511"/>
                </a:lnTo>
                <a:lnTo>
                  <a:pt x="2233" y="1510"/>
                </a:lnTo>
                <a:lnTo>
                  <a:pt x="2233" y="1509"/>
                </a:lnTo>
                <a:lnTo>
                  <a:pt x="2233" y="1508"/>
                </a:lnTo>
                <a:lnTo>
                  <a:pt x="2234" y="1507"/>
                </a:lnTo>
                <a:lnTo>
                  <a:pt x="2234" y="1509"/>
                </a:lnTo>
                <a:lnTo>
                  <a:pt x="2235" y="1509"/>
                </a:lnTo>
                <a:lnTo>
                  <a:pt x="2236" y="1508"/>
                </a:lnTo>
                <a:lnTo>
                  <a:pt x="2237" y="1509"/>
                </a:lnTo>
                <a:lnTo>
                  <a:pt x="2236" y="1510"/>
                </a:lnTo>
                <a:lnTo>
                  <a:pt x="2237" y="1511"/>
                </a:lnTo>
                <a:lnTo>
                  <a:pt x="2237" y="1512"/>
                </a:lnTo>
                <a:lnTo>
                  <a:pt x="2238" y="1514"/>
                </a:lnTo>
                <a:lnTo>
                  <a:pt x="2240" y="1515"/>
                </a:lnTo>
                <a:lnTo>
                  <a:pt x="2241" y="1515"/>
                </a:lnTo>
                <a:lnTo>
                  <a:pt x="2242" y="1515"/>
                </a:lnTo>
                <a:lnTo>
                  <a:pt x="2243" y="1515"/>
                </a:lnTo>
                <a:lnTo>
                  <a:pt x="2243" y="1516"/>
                </a:lnTo>
                <a:lnTo>
                  <a:pt x="2245" y="1517"/>
                </a:lnTo>
                <a:lnTo>
                  <a:pt x="2245" y="1516"/>
                </a:lnTo>
                <a:lnTo>
                  <a:pt x="2245" y="1515"/>
                </a:lnTo>
                <a:lnTo>
                  <a:pt x="2245" y="1513"/>
                </a:lnTo>
                <a:lnTo>
                  <a:pt x="2245" y="1512"/>
                </a:lnTo>
                <a:lnTo>
                  <a:pt x="2246" y="1511"/>
                </a:lnTo>
                <a:lnTo>
                  <a:pt x="2247" y="1510"/>
                </a:lnTo>
                <a:lnTo>
                  <a:pt x="2247" y="1511"/>
                </a:lnTo>
                <a:lnTo>
                  <a:pt x="2249" y="1512"/>
                </a:lnTo>
                <a:lnTo>
                  <a:pt x="2249" y="1513"/>
                </a:lnTo>
                <a:lnTo>
                  <a:pt x="2249" y="1514"/>
                </a:lnTo>
                <a:lnTo>
                  <a:pt x="2250" y="1515"/>
                </a:lnTo>
                <a:lnTo>
                  <a:pt x="2251" y="1515"/>
                </a:lnTo>
                <a:lnTo>
                  <a:pt x="2252" y="1516"/>
                </a:lnTo>
                <a:lnTo>
                  <a:pt x="2252" y="1517"/>
                </a:lnTo>
                <a:lnTo>
                  <a:pt x="2253" y="1517"/>
                </a:lnTo>
                <a:lnTo>
                  <a:pt x="2253" y="1518"/>
                </a:lnTo>
                <a:lnTo>
                  <a:pt x="2254" y="1518"/>
                </a:lnTo>
                <a:lnTo>
                  <a:pt x="2254" y="1519"/>
                </a:lnTo>
                <a:lnTo>
                  <a:pt x="2255" y="1519"/>
                </a:lnTo>
                <a:lnTo>
                  <a:pt x="2257" y="1518"/>
                </a:lnTo>
                <a:lnTo>
                  <a:pt x="2258" y="1519"/>
                </a:lnTo>
                <a:lnTo>
                  <a:pt x="2258" y="1518"/>
                </a:lnTo>
                <a:lnTo>
                  <a:pt x="2258" y="1517"/>
                </a:lnTo>
                <a:lnTo>
                  <a:pt x="2258" y="1518"/>
                </a:lnTo>
                <a:lnTo>
                  <a:pt x="2257" y="1518"/>
                </a:lnTo>
                <a:lnTo>
                  <a:pt x="2258" y="1518"/>
                </a:lnTo>
                <a:lnTo>
                  <a:pt x="2257" y="1518"/>
                </a:lnTo>
                <a:lnTo>
                  <a:pt x="2257" y="1517"/>
                </a:lnTo>
                <a:lnTo>
                  <a:pt x="2256" y="1516"/>
                </a:lnTo>
                <a:lnTo>
                  <a:pt x="2257" y="1515"/>
                </a:lnTo>
                <a:lnTo>
                  <a:pt x="2259" y="1512"/>
                </a:lnTo>
                <a:lnTo>
                  <a:pt x="2260" y="1511"/>
                </a:lnTo>
                <a:lnTo>
                  <a:pt x="2261" y="1510"/>
                </a:lnTo>
                <a:lnTo>
                  <a:pt x="2261" y="1511"/>
                </a:lnTo>
                <a:lnTo>
                  <a:pt x="2261" y="1512"/>
                </a:lnTo>
                <a:lnTo>
                  <a:pt x="2264" y="1512"/>
                </a:lnTo>
                <a:lnTo>
                  <a:pt x="2265" y="1512"/>
                </a:lnTo>
                <a:lnTo>
                  <a:pt x="2265" y="1513"/>
                </a:lnTo>
                <a:lnTo>
                  <a:pt x="2266" y="1514"/>
                </a:lnTo>
                <a:lnTo>
                  <a:pt x="2266" y="1515"/>
                </a:lnTo>
                <a:lnTo>
                  <a:pt x="2267" y="1515"/>
                </a:lnTo>
                <a:lnTo>
                  <a:pt x="2268" y="1514"/>
                </a:lnTo>
                <a:lnTo>
                  <a:pt x="2269" y="1513"/>
                </a:lnTo>
                <a:lnTo>
                  <a:pt x="2270" y="1513"/>
                </a:lnTo>
                <a:lnTo>
                  <a:pt x="2269" y="1511"/>
                </a:lnTo>
                <a:lnTo>
                  <a:pt x="2269" y="1510"/>
                </a:lnTo>
                <a:lnTo>
                  <a:pt x="2269" y="1509"/>
                </a:lnTo>
                <a:lnTo>
                  <a:pt x="2269" y="1508"/>
                </a:lnTo>
                <a:lnTo>
                  <a:pt x="2269" y="1507"/>
                </a:lnTo>
                <a:lnTo>
                  <a:pt x="2270" y="1507"/>
                </a:lnTo>
                <a:lnTo>
                  <a:pt x="2274" y="1507"/>
                </a:lnTo>
                <a:lnTo>
                  <a:pt x="2275" y="1507"/>
                </a:lnTo>
                <a:lnTo>
                  <a:pt x="2275" y="1508"/>
                </a:lnTo>
                <a:lnTo>
                  <a:pt x="2276" y="1509"/>
                </a:lnTo>
                <a:lnTo>
                  <a:pt x="2277" y="1509"/>
                </a:lnTo>
                <a:lnTo>
                  <a:pt x="2277" y="1508"/>
                </a:lnTo>
                <a:lnTo>
                  <a:pt x="2277" y="1507"/>
                </a:lnTo>
                <a:lnTo>
                  <a:pt x="2277" y="1506"/>
                </a:lnTo>
                <a:lnTo>
                  <a:pt x="2277" y="1505"/>
                </a:lnTo>
                <a:lnTo>
                  <a:pt x="2277" y="1502"/>
                </a:lnTo>
                <a:lnTo>
                  <a:pt x="2278" y="1501"/>
                </a:lnTo>
                <a:lnTo>
                  <a:pt x="2278" y="1500"/>
                </a:lnTo>
                <a:lnTo>
                  <a:pt x="2280" y="1501"/>
                </a:lnTo>
                <a:lnTo>
                  <a:pt x="2280" y="1502"/>
                </a:lnTo>
                <a:lnTo>
                  <a:pt x="2280" y="1503"/>
                </a:lnTo>
                <a:lnTo>
                  <a:pt x="2282" y="1503"/>
                </a:lnTo>
                <a:lnTo>
                  <a:pt x="2281" y="1502"/>
                </a:lnTo>
                <a:lnTo>
                  <a:pt x="2282" y="1502"/>
                </a:lnTo>
                <a:lnTo>
                  <a:pt x="2282" y="1501"/>
                </a:lnTo>
                <a:lnTo>
                  <a:pt x="2283" y="1501"/>
                </a:lnTo>
                <a:lnTo>
                  <a:pt x="2283" y="1502"/>
                </a:lnTo>
                <a:lnTo>
                  <a:pt x="2284" y="1502"/>
                </a:lnTo>
                <a:lnTo>
                  <a:pt x="2284" y="1501"/>
                </a:lnTo>
                <a:lnTo>
                  <a:pt x="2285" y="1498"/>
                </a:lnTo>
                <a:lnTo>
                  <a:pt x="2285" y="1497"/>
                </a:lnTo>
                <a:lnTo>
                  <a:pt x="2284" y="1497"/>
                </a:lnTo>
                <a:lnTo>
                  <a:pt x="2284" y="1496"/>
                </a:lnTo>
                <a:lnTo>
                  <a:pt x="2283" y="1496"/>
                </a:lnTo>
                <a:lnTo>
                  <a:pt x="2282" y="1495"/>
                </a:lnTo>
                <a:lnTo>
                  <a:pt x="2281" y="1494"/>
                </a:lnTo>
                <a:lnTo>
                  <a:pt x="2281" y="1493"/>
                </a:lnTo>
                <a:lnTo>
                  <a:pt x="2285" y="1494"/>
                </a:lnTo>
                <a:lnTo>
                  <a:pt x="2285" y="1495"/>
                </a:lnTo>
                <a:lnTo>
                  <a:pt x="2286" y="1495"/>
                </a:lnTo>
                <a:lnTo>
                  <a:pt x="2287" y="1494"/>
                </a:lnTo>
                <a:lnTo>
                  <a:pt x="2286" y="1493"/>
                </a:lnTo>
                <a:lnTo>
                  <a:pt x="2285" y="1492"/>
                </a:lnTo>
                <a:lnTo>
                  <a:pt x="2284" y="1490"/>
                </a:lnTo>
                <a:lnTo>
                  <a:pt x="2284" y="1489"/>
                </a:lnTo>
                <a:lnTo>
                  <a:pt x="2283" y="1489"/>
                </a:lnTo>
                <a:lnTo>
                  <a:pt x="2282" y="1490"/>
                </a:lnTo>
                <a:lnTo>
                  <a:pt x="2281" y="1489"/>
                </a:lnTo>
                <a:lnTo>
                  <a:pt x="2281" y="1488"/>
                </a:lnTo>
                <a:lnTo>
                  <a:pt x="2280" y="1487"/>
                </a:lnTo>
                <a:lnTo>
                  <a:pt x="2279" y="1486"/>
                </a:lnTo>
                <a:lnTo>
                  <a:pt x="2278" y="1485"/>
                </a:lnTo>
                <a:lnTo>
                  <a:pt x="2278" y="1484"/>
                </a:lnTo>
                <a:lnTo>
                  <a:pt x="2277" y="1482"/>
                </a:lnTo>
                <a:lnTo>
                  <a:pt x="2276" y="1482"/>
                </a:lnTo>
                <a:lnTo>
                  <a:pt x="2276" y="1481"/>
                </a:lnTo>
                <a:lnTo>
                  <a:pt x="2277" y="1481"/>
                </a:lnTo>
                <a:lnTo>
                  <a:pt x="2277" y="1480"/>
                </a:lnTo>
                <a:lnTo>
                  <a:pt x="2278" y="1480"/>
                </a:lnTo>
                <a:lnTo>
                  <a:pt x="2278" y="1481"/>
                </a:lnTo>
                <a:lnTo>
                  <a:pt x="2279" y="1482"/>
                </a:lnTo>
                <a:lnTo>
                  <a:pt x="2279" y="1480"/>
                </a:lnTo>
                <a:lnTo>
                  <a:pt x="2278" y="1479"/>
                </a:lnTo>
                <a:lnTo>
                  <a:pt x="2278" y="1478"/>
                </a:lnTo>
                <a:lnTo>
                  <a:pt x="2278" y="1479"/>
                </a:lnTo>
                <a:lnTo>
                  <a:pt x="2277" y="1479"/>
                </a:lnTo>
                <a:lnTo>
                  <a:pt x="2276" y="1479"/>
                </a:lnTo>
                <a:lnTo>
                  <a:pt x="2275" y="1479"/>
                </a:lnTo>
                <a:lnTo>
                  <a:pt x="2274" y="1479"/>
                </a:lnTo>
                <a:lnTo>
                  <a:pt x="2274" y="1478"/>
                </a:lnTo>
                <a:lnTo>
                  <a:pt x="2274" y="1477"/>
                </a:lnTo>
                <a:lnTo>
                  <a:pt x="2275" y="1476"/>
                </a:lnTo>
                <a:lnTo>
                  <a:pt x="2276" y="1474"/>
                </a:lnTo>
                <a:lnTo>
                  <a:pt x="2277" y="1474"/>
                </a:lnTo>
                <a:lnTo>
                  <a:pt x="2278" y="1473"/>
                </a:lnTo>
                <a:lnTo>
                  <a:pt x="2278" y="1472"/>
                </a:lnTo>
                <a:lnTo>
                  <a:pt x="2279" y="1472"/>
                </a:lnTo>
                <a:lnTo>
                  <a:pt x="2280" y="1472"/>
                </a:lnTo>
                <a:lnTo>
                  <a:pt x="2280" y="1471"/>
                </a:lnTo>
                <a:lnTo>
                  <a:pt x="2281" y="1472"/>
                </a:lnTo>
                <a:lnTo>
                  <a:pt x="2283" y="1473"/>
                </a:lnTo>
                <a:lnTo>
                  <a:pt x="2283" y="1472"/>
                </a:lnTo>
                <a:lnTo>
                  <a:pt x="2283" y="1471"/>
                </a:lnTo>
                <a:lnTo>
                  <a:pt x="2283" y="1472"/>
                </a:lnTo>
                <a:lnTo>
                  <a:pt x="2282" y="1472"/>
                </a:lnTo>
                <a:lnTo>
                  <a:pt x="2282" y="1470"/>
                </a:lnTo>
                <a:lnTo>
                  <a:pt x="2283" y="1469"/>
                </a:lnTo>
                <a:lnTo>
                  <a:pt x="2283" y="1468"/>
                </a:lnTo>
                <a:lnTo>
                  <a:pt x="2284" y="1468"/>
                </a:lnTo>
                <a:lnTo>
                  <a:pt x="2285" y="1469"/>
                </a:lnTo>
                <a:lnTo>
                  <a:pt x="2286" y="1470"/>
                </a:lnTo>
                <a:lnTo>
                  <a:pt x="2286" y="1469"/>
                </a:lnTo>
                <a:lnTo>
                  <a:pt x="2288" y="1469"/>
                </a:lnTo>
                <a:lnTo>
                  <a:pt x="2288" y="1468"/>
                </a:lnTo>
                <a:lnTo>
                  <a:pt x="2289" y="1466"/>
                </a:lnTo>
                <a:lnTo>
                  <a:pt x="2288" y="1466"/>
                </a:lnTo>
                <a:lnTo>
                  <a:pt x="2288" y="1465"/>
                </a:lnTo>
                <a:lnTo>
                  <a:pt x="2288" y="1464"/>
                </a:lnTo>
                <a:lnTo>
                  <a:pt x="2287" y="1464"/>
                </a:lnTo>
                <a:lnTo>
                  <a:pt x="2286" y="1464"/>
                </a:lnTo>
                <a:lnTo>
                  <a:pt x="2285" y="1464"/>
                </a:lnTo>
                <a:lnTo>
                  <a:pt x="2285" y="1465"/>
                </a:lnTo>
                <a:lnTo>
                  <a:pt x="2285" y="1466"/>
                </a:lnTo>
                <a:lnTo>
                  <a:pt x="2285" y="1467"/>
                </a:lnTo>
                <a:lnTo>
                  <a:pt x="2284" y="1467"/>
                </a:lnTo>
                <a:lnTo>
                  <a:pt x="2283" y="1467"/>
                </a:lnTo>
                <a:lnTo>
                  <a:pt x="2282" y="1466"/>
                </a:lnTo>
                <a:lnTo>
                  <a:pt x="2280" y="1463"/>
                </a:lnTo>
                <a:lnTo>
                  <a:pt x="2280" y="1461"/>
                </a:lnTo>
                <a:lnTo>
                  <a:pt x="2280" y="1460"/>
                </a:lnTo>
                <a:lnTo>
                  <a:pt x="2281" y="1460"/>
                </a:lnTo>
                <a:lnTo>
                  <a:pt x="2281" y="1461"/>
                </a:lnTo>
                <a:lnTo>
                  <a:pt x="2280" y="1461"/>
                </a:lnTo>
                <a:lnTo>
                  <a:pt x="2281" y="1462"/>
                </a:lnTo>
                <a:lnTo>
                  <a:pt x="2282" y="1462"/>
                </a:lnTo>
                <a:lnTo>
                  <a:pt x="2283" y="1461"/>
                </a:lnTo>
                <a:lnTo>
                  <a:pt x="2284" y="1462"/>
                </a:lnTo>
                <a:lnTo>
                  <a:pt x="2283" y="1463"/>
                </a:lnTo>
                <a:lnTo>
                  <a:pt x="2282" y="1463"/>
                </a:lnTo>
                <a:lnTo>
                  <a:pt x="2282" y="1464"/>
                </a:lnTo>
                <a:lnTo>
                  <a:pt x="2282" y="1465"/>
                </a:lnTo>
                <a:lnTo>
                  <a:pt x="2283" y="1466"/>
                </a:lnTo>
                <a:lnTo>
                  <a:pt x="2284" y="1466"/>
                </a:lnTo>
                <a:lnTo>
                  <a:pt x="2284" y="1465"/>
                </a:lnTo>
                <a:lnTo>
                  <a:pt x="2283" y="1464"/>
                </a:lnTo>
                <a:lnTo>
                  <a:pt x="2284" y="1462"/>
                </a:lnTo>
                <a:lnTo>
                  <a:pt x="2284" y="1461"/>
                </a:lnTo>
                <a:lnTo>
                  <a:pt x="2285" y="1461"/>
                </a:lnTo>
                <a:lnTo>
                  <a:pt x="2286" y="1460"/>
                </a:lnTo>
                <a:lnTo>
                  <a:pt x="2286" y="1459"/>
                </a:lnTo>
                <a:lnTo>
                  <a:pt x="2286" y="1458"/>
                </a:lnTo>
                <a:lnTo>
                  <a:pt x="2288" y="1458"/>
                </a:lnTo>
                <a:lnTo>
                  <a:pt x="2289" y="1457"/>
                </a:lnTo>
                <a:lnTo>
                  <a:pt x="2289" y="1456"/>
                </a:lnTo>
                <a:lnTo>
                  <a:pt x="2289" y="1454"/>
                </a:lnTo>
                <a:lnTo>
                  <a:pt x="2289" y="1453"/>
                </a:lnTo>
                <a:lnTo>
                  <a:pt x="2288" y="1453"/>
                </a:lnTo>
                <a:lnTo>
                  <a:pt x="2287" y="1453"/>
                </a:lnTo>
                <a:lnTo>
                  <a:pt x="2287" y="1452"/>
                </a:lnTo>
                <a:lnTo>
                  <a:pt x="2286" y="1452"/>
                </a:lnTo>
                <a:lnTo>
                  <a:pt x="2286" y="1451"/>
                </a:lnTo>
                <a:lnTo>
                  <a:pt x="2286" y="1449"/>
                </a:lnTo>
                <a:lnTo>
                  <a:pt x="2286" y="1448"/>
                </a:lnTo>
                <a:lnTo>
                  <a:pt x="2287" y="1448"/>
                </a:lnTo>
                <a:lnTo>
                  <a:pt x="2288" y="1447"/>
                </a:lnTo>
                <a:lnTo>
                  <a:pt x="2288" y="1445"/>
                </a:lnTo>
                <a:lnTo>
                  <a:pt x="2287" y="1443"/>
                </a:lnTo>
                <a:lnTo>
                  <a:pt x="2287" y="1442"/>
                </a:lnTo>
                <a:lnTo>
                  <a:pt x="2287" y="1441"/>
                </a:lnTo>
                <a:lnTo>
                  <a:pt x="2288" y="1440"/>
                </a:lnTo>
                <a:lnTo>
                  <a:pt x="2289" y="1440"/>
                </a:lnTo>
                <a:lnTo>
                  <a:pt x="2290" y="1438"/>
                </a:lnTo>
                <a:lnTo>
                  <a:pt x="2290" y="1435"/>
                </a:lnTo>
                <a:lnTo>
                  <a:pt x="2290" y="1434"/>
                </a:lnTo>
                <a:lnTo>
                  <a:pt x="2289" y="1433"/>
                </a:lnTo>
                <a:lnTo>
                  <a:pt x="2288" y="1433"/>
                </a:lnTo>
                <a:lnTo>
                  <a:pt x="2286" y="1432"/>
                </a:lnTo>
                <a:lnTo>
                  <a:pt x="2287" y="1432"/>
                </a:lnTo>
                <a:lnTo>
                  <a:pt x="2287" y="1431"/>
                </a:lnTo>
                <a:lnTo>
                  <a:pt x="2288" y="1429"/>
                </a:lnTo>
                <a:lnTo>
                  <a:pt x="2288" y="1428"/>
                </a:lnTo>
                <a:lnTo>
                  <a:pt x="2287" y="1428"/>
                </a:lnTo>
                <a:lnTo>
                  <a:pt x="2287" y="1429"/>
                </a:lnTo>
                <a:lnTo>
                  <a:pt x="2286" y="1429"/>
                </a:lnTo>
                <a:lnTo>
                  <a:pt x="2286" y="1430"/>
                </a:lnTo>
                <a:lnTo>
                  <a:pt x="2285" y="1430"/>
                </a:lnTo>
                <a:lnTo>
                  <a:pt x="2285" y="1429"/>
                </a:lnTo>
                <a:lnTo>
                  <a:pt x="2285" y="1428"/>
                </a:lnTo>
                <a:lnTo>
                  <a:pt x="2285" y="1427"/>
                </a:lnTo>
                <a:lnTo>
                  <a:pt x="2286" y="1426"/>
                </a:lnTo>
                <a:lnTo>
                  <a:pt x="2286" y="1425"/>
                </a:lnTo>
                <a:lnTo>
                  <a:pt x="2285" y="1425"/>
                </a:lnTo>
                <a:lnTo>
                  <a:pt x="2285" y="1426"/>
                </a:lnTo>
                <a:lnTo>
                  <a:pt x="2284" y="1427"/>
                </a:lnTo>
                <a:lnTo>
                  <a:pt x="2282" y="1427"/>
                </a:lnTo>
                <a:lnTo>
                  <a:pt x="2282" y="1426"/>
                </a:lnTo>
                <a:lnTo>
                  <a:pt x="2282" y="1425"/>
                </a:lnTo>
                <a:lnTo>
                  <a:pt x="2282" y="1424"/>
                </a:lnTo>
                <a:lnTo>
                  <a:pt x="2282" y="1422"/>
                </a:lnTo>
                <a:lnTo>
                  <a:pt x="2280" y="1419"/>
                </a:lnTo>
                <a:lnTo>
                  <a:pt x="2279" y="1419"/>
                </a:lnTo>
                <a:lnTo>
                  <a:pt x="2279" y="1420"/>
                </a:lnTo>
                <a:lnTo>
                  <a:pt x="2278" y="1419"/>
                </a:lnTo>
                <a:lnTo>
                  <a:pt x="2278" y="1418"/>
                </a:lnTo>
                <a:lnTo>
                  <a:pt x="2278" y="1417"/>
                </a:lnTo>
                <a:lnTo>
                  <a:pt x="2277" y="1417"/>
                </a:lnTo>
                <a:lnTo>
                  <a:pt x="2276" y="1417"/>
                </a:lnTo>
                <a:lnTo>
                  <a:pt x="2275" y="1416"/>
                </a:lnTo>
                <a:lnTo>
                  <a:pt x="2275" y="1415"/>
                </a:lnTo>
                <a:lnTo>
                  <a:pt x="2275" y="1414"/>
                </a:lnTo>
                <a:lnTo>
                  <a:pt x="2273" y="1411"/>
                </a:lnTo>
                <a:lnTo>
                  <a:pt x="2272" y="1411"/>
                </a:lnTo>
                <a:lnTo>
                  <a:pt x="2272" y="1412"/>
                </a:lnTo>
                <a:lnTo>
                  <a:pt x="2271" y="1412"/>
                </a:lnTo>
                <a:lnTo>
                  <a:pt x="2271" y="1411"/>
                </a:lnTo>
                <a:lnTo>
                  <a:pt x="2271" y="1410"/>
                </a:lnTo>
                <a:lnTo>
                  <a:pt x="2270" y="1408"/>
                </a:lnTo>
                <a:lnTo>
                  <a:pt x="2270" y="1407"/>
                </a:lnTo>
                <a:lnTo>
                  <a:pt x="2269" y="1407"/>
                </a:lnTo>
                <a:lnTo>
                  <a:pt x="2269" y="1410"/>
                </a:lnTo>
                <a:lnTo>
                  <a:pt x="2268" y="1409"/>
                </a:lnTo>
                <a:lnTo>
                  <a:pt x="2268" y="1408"/>
                </a:lnTo>
                <a:lnTo>
                  <a:pt x="2267" y="1408"/>
                </a:lnTo>
                <a:lnTo>
                  <a:pt x="2266" y="1409"/>
                </a:lnTo>
                <a:lnTo>
                  <a:pt x="2266" y="1410"/>
                </a:lnTo>
                <a:lnTo>
                  <a:pt x="2265" y="1411"/>
                </a:lnTo>
                <a:lnTo>
                  <a:pt x="2265" y="1410"/>
                </a:lnTo>
                <a:lnTo>
                  <a:pt x="2264" y="1410"/>
                </a:lnTo>
                <a:lnTo>
                  <a:pt x="2264" y="1409"/>
                </a:lnTo>
                <a:lnTo>
                  <a:pt x="2263" y="1408"/>
                </a:lnTo>
                <a:lnTo>
                  <a:pt x="2262" y="1407"/>
                </a:lnTo>
                <a:lnTo>
                  <a:pt x="2260" y="1408"/>
                </a:lnTo>
                <a:lnTo>
                  <a:pt x="2260" y="1409"/>
                </a:lnTo>
                <a:lnTo>
                  <a:pt x="2260" y="1410"/>
                </a:lnTo>
                <a:lnTo>
                  <a:pt x="2258" y="1410"/>
                </a:lnTo>
                <a:lnTo>
                  <a:pt x="2258" y="1409"/>
                </a:lnTo>
                <a:lnTo>
                  <a:pt x="2256" y="1408"/>
                </a:lnTo>
                <a:lnTo>
                  <a:pt x="2255" y="1407"/>
                </a:lnTo>
                <a:lnTo>
                  <a:pt x="2254" y="1405"/>
                </a:lnTo>
                <a:lnTo>
                  <a:pt x="2253" y="1406"/>
                </a:lnTo>
                <a:lnTo>
                  <a:pt x="2250" y="1406"/>
                </a:lnTo>
                <a:lnTo>
                  <a:pt x="2248" y="1405"/>
                </a:lnTo>
                <a:lnTo>
                  <a:pt x="2248" y="1404"/>
                </a:lnTo>
                <a:lnTo>
                  <a:pt x="2247" y="1402"/>
                </a:lnTo>
                <a:lnTo>
                  <a:pt x="2246" y="1399"/>
                </a:lnTo>
                <a:lnTo>
                  <a:pt x="2245" y="1398"/>
                </a:lnTo>
                <a:lnTo>
                  <a:pt x="2243" y="1399"/>
                </a:lnTo>
                <a:lnTo>
                  <a:pt x="2241" y="1399"/>
                </a:lnTo>
                <a:lnTo>
                  <a:pt x="2241" y="1400"/>
                </a:lnTo>
                <a:lnTo>
                  <a:pt x="2241" y="1401"/>
                </a:lnTo>
                <a:lnTo>
                  <a:pt x="2240" y="1401"/>
                </a:lnTo>
                <a:lnTo>
                  <a:pt x="2239" y="1401"/>
                </a:lnTo>
                <a:lnTo>
                  <a:pt x="2239" y="1400"/>
                </a:lnTo>
                <a:lnTo>
                  <a:pt x="2239" y="1398"/>
                </a:lnTo>
                <a:lnTo>
                  <a:pt x="2239" y="1397"/>
                </a:lnTo>
                <a:lnTo>
                  <a:pt x="2239" y="1396"/>
                </a:lnTo>
                <a:lnTo>
                  <a:pt x="2238" y="1396"/>
                </a:lnTo>
                <a:lnTo>
                  <a:pt x="2238" y="1397"/>
                </a:lnTo>
                <a:lnTo>
                  <a:pt x="2238" y="1398"/>
                </a:lnTo>
                <a:lnTo>
                  <a:pt x="2238" y="1400"/>
                </a:lnTo>
                <a:lnTo>
                  <a:pt x="2237" y="1400"/>
                </a:lnTo>
                <a:lnTo>
                  <a:pt x="2233" y="1398"/>
                </a:lnTo>
                <a:lnTo>
                  <a:pt x="2233" y="1397"/>
                </a:lnTo>
                <a:lnTo>
                  <a:pt x="2233" y="1395"/>
                </a:lnTo>
                <a:lnTo>
                  <a:pt x="2232" y="1394"/>
                </a:lnTo>
                <a:lnTo>
                  <a:pt x="2231" y="1394"/>
                </a:lnTo>
                <a:lnTo>
                  <a:pt x="2231" y="1395"/>
                </a:lnTo>
                <a:lnTo>
                  <a:pt x="2231" y="1396"/>
                </a:lnTo>
                <a:lnTo>
                  <a:pt x="2231" y="1397"/>
                </a:lnTo>
                <a:lnTo>
                  <a:pt x="2231" y="1398"/>
                </a:lnTo>
                <a:lnTo>
                  <a:pt x="2231" y="1399"/>
                </a:lnTo>
                <a:lnTo>
                  <a:pt x="2229" y="1397"/>
                </a:lnTo>
                <a:lnTo>
                  <a:pt x="2229" y="1396"/>
                </a:lnTo>
                <a:lnTo>
                  <a:pt x="2227" y="1395"/>
                </a:lnTo>
                <a:lnTo>
                  <a:pt x="2226" y="1395"/>
                </a:lnTo>
                <a:lnTo>
                  <a:pt x="2225" y="1394"/>
                </a:lnTo>
                <a:lnTo>
                  <a:pt x="2225" y="1395"/>
                </a:lnTo>
                <a:lnTo>
                  <a:pt x="2225" y="1397"/>
                </a:lnTo>
                <a:lnTo>
                  <a:pt x="2225" y="1398"/>
                </a:lnTo>
                <a:lnTo>
                  <a:pt x="2225" y="1399"/>
                </a:lnTo>
                <a:lnTo>
                  <a:pt x="2225" y="1400"/>
                </a:lnTo>
                <a:lnTo>
                  <a:pt x="2224" y="1401"/>
                </a:lnTo>
                <a:lnTo>
                  <a:pt x="2224" y="1402"/>
                </a:lnTo>
                <a:lnTo>
                  <a:pt x="2222" y="1402"/>
                </a:lnTo>
                <a:lnTo>
                  <a:pt x="2221" y="1401"/>
                </a:lnTo>
                <a:lnTo>
                  <a:pt x="2218" y="1399"/>
                </a:lnTo>
                <a:lnTo>
                  <a:pt x="2217" y="1399"/>
                </a:lnTo>
                <a:lnTo>
                  <a:pt x="2216" y="1399"/>
                </a:lnTo>
                <a:lnTo>
                  <a:pt x="2213" y="1397"/>
                </a:lnTo>
                <a:lnTo>
                  <a:pt x="2213" y="1396"/>
                </a:lnTo>
                <a:lnTo>
                  <a:pt x="2212" y="1394"/>
                </a:lnTo>
                <a:lnTo>
                  <a:pt x="2212" y="1393"/>
                </a:lnTo>
                <a:lnTo>
                  <a:pt x="2211" y="1392"/>
                </a:lnTo>
                <a:lnTo>
                  <a:pt x="2210" y="1392"/>
                </a:lnTo>
                <a:lnTo>
                  <a:pt x="2210" y="1391"/>
                </a:lnTo>
                <a:lnTo>
                  <a:pt x="2210" y="1390"/>
                </a:lnTo>
                <a:lnTo>
                  <a:pt x="2211" y="1390"/>
                </a:lnTo>
                <a:lnTo>
                  <a:pt x="2212" y="1390"/>
                </a:lnTo>
                <a:lnTo>
                  <a:pt x="2213" y="1390"/>
                </a:lnTo>
                <a:lnTo>
                  <a:pt x="2214" y="1391"/>
                </a:lnTo>
                <a:lnTo>
                  <a:pt x="2215" y="1390"/>
                </a:lnTo>
                <a:lnTo>
                  <a:pt x="2215" y="1389"/>
                </a:lnTo>
                <a:lnTo>
                  <a:pt x="2215" y="1388"/>
                </a:lnTo>
                <a:lnTo>
                  <a:pt x="2216" y="1387"/>
                </a:lnTo>
                <a:lnTo>
                  <a:pt x="2216" y="1384"/>
                </a:lnTo>
                <a:lnTo>
                  <a:pt x="2216" y="1383"/>
                </a:lnTo>
                <a:lnTo>
                  <a:pt x="2216" y="1382"/>
                </a:lnTo>
                <a:lnTo>
                  <a:pt x="2216" y="1380"/>
                </a:lnTo>
                <a:lnTo>
                  <a:pt x="2216" y="1378"/>
                </a:lnTo>
                <a:lnTo>
                  <a:pt x="2218" y="1379"/>
                </a:lnTo>
                <a:lnTo>
                  <a:pt x="2220" y="1378"/>
                </a:lnTo>
                <a:lnTo>
                  <a:pt x="2220" y="1377"/>
                </a:lnTo>
                <a:lnTo>
                  <a:pt x="2219" y="1374"/>
                </a:lnTo>
                <a:lnTo>
                  <a:pt x="2218" y="1373"/>
                </a:lnTo>
                <a:lnTo>
                  <a:pt x="2216" y="1372"/>
                </a:lnTo>
                <a:lnTo>
                  <a:pt x="2215" y="1372"/>
                </a:lnTo>
                <a:lnTo>
                  <a:pt x="2214" y="1372"/>
                </a:lnTo>
                <a:lnTo>
                  <a:pt x="2213" y="1372"/>
                </a:lnTo>
                <a:lnTo>
                  <a:pt x="2213" y="1371"/>
                </a:lnTo>
                <a:lnTo>
                  <a:pt x="2214" y="1370"/>
                </a:lnTo>
                <a:lnTo>
                  <a:pt x="2214" y="1369"/>
                </a:lnTo>
                <a:lnTo>
                  <a:pt x="2213" y="1368"/>
                </a:lnTo>
                <a:lnTo>
                  <a:pt x="2214" y="1367"/>
                </a:lnTo>
                <a:lnTo>
                  <a:pt x="2215" y="1367"/>
                </a:lnTo>
                <a:lnTo>
                  <a:pt x="2215" y="1368"/>
                </a:lnTo>
                <a:lnTo>
                  <a:pt x="2215" y="1369"/>
                </a:lnTo>
                <a:lnTo>
                  <a:pt x="2216" y="1369"/>
                </a:lnTo>
                <a:lnTo>
                  <a:pt x="2217" y="1368"/>
                </a:lnTo>
                <a:lnTo>
                  <a:pt x="2217" y="1367"/>
                </a:lnTo>
                <a:lnTo>
                  <a:pt x="2217" y="1366"/>
                </a:lnTo>
                <a:lnTo>
                  <a:pt x="2215" y="1366"/>
                </a:lnTo>
                <a:lnTo>
                  <a:pt x="2215" y="1365"/>
                </a:lnTo>
                <a:lnTo>
                  <a:pt x="2215" y="1364"/>
                </a:lnTo>
                <a:lnTo>
                  <a:pt x="2215" y="1363"/>
                </a:lnTo>
                <a:lnTo>
                  <a:pt x="2216" y="1362"/>
                </a:lnTo>
                <a:lnTo>
                  <a:pt x="2217" y="1362"/>
                </a:lnTo>
                <a:lnTo>
                  <a:pt x="2218" y="1360"/>
                </a:lnTo>
                <a:lnTo>
                  <a:pt x="2219" y="1358"/>
                </a:lnTo>
                <a:lnTo>
                  <a:pt x="2218" y="1356"/>
                </a:lnTo>
                <a:lnTo>
                  <a:pt x="2216" y="1355"/>
                </a:lnTo>
                <a:lnTo>
                  <a:pt x="2215" y="1355"/>
                </a:lnTo>
                <a:lnTo>
                  <a:pt x="2215" y="1354"/>
                </a:lnTo>
                <a:lnTo>
                  <a:pt x="2214" y="1353"/>
                </a:lnTo>
                <a:lnTo>
                  <a:pt x="2214" y="1352"/>
                </a:lnTo>
                <a:lnTo>
                  <a:pt x="2213" y="1353"/>
                </a:lnTo>
                <a:lnTo>
                  <a:pt x="2213" y="1354"/>
                </a:lnTo>
                <a:lnTo>
                  <a:pt x="2213" y="1355"/>
                </a:lnTo>
                <a:lnTo>
                  <a:pt x="2212" y="1355"/>
                </a:lnTo>
                <a:lnTo>
                  <a:pt x="2211" y="1354"/>
                </a:lnTo>
                <a:lnTo>
                  <a:pt x="2211" y="1353"/>
                </a:lnTo>
                <a:lnTo>
                  <a:pt x="2211" y="1352"/>
                </a:lnTo>
                <a:lnTo>
                  <a:pt x="2208" y="1352"/>
                </a:lnTo>
                <a:lnTo>
                  <a:pt x="2207" y="1352"/>
                </a:lnTo>
                <a:lnTo>
                  <a:pt x="2206" y="1351"/>
                </a:lnTo>
                <a:lnTo>
                  <a:pt x="2205" y="1350"/>
                </a:lnTo>
                <a:lnTo>
                  <a:pt x="2204" y="1349"/>
                </a:lnTo>
                <a:lnTo>
                  <a:pt x="2204" y="1348"/>
                </a:lnTo>
                <a:lnTo>
                  <a:pt x="2203" y="1348"/>
                </a:lnTo>
                <a:lnTo>
                  <a:pt x="2202" y="1349"/>
                </a:lnTo>
                <a:lnTo>
                  <a:pt x="2202" y="1348"/>
                </a:lnTo>
                <a:lnTo>
                  <a:pt x="2200" y="1348"/>
                </a:lnTo>
                <a:lnTo>
                  <a:pt x="2200" y="1347"/>
                </a:lnTo>
                <a:lnTo>
                  <a:pt x="2201" y="1347"/>
                </a:lnTo>
                <a:lnTo>
                  <a:pt x="2201" y="1346"/>
                </a:lnTo>
                <a:lnTo>
                  <a:pt x="2201" y="1345"/>
                </a:lnTo>
                <a:lnTo>
                  <a:pt x="2199" y="1342"/>
                </a:lnTo>
                <a:lnTo>
                  <a:pt x="2198" y="1342"/>
                </a:lnTo>
                <a:lnTo>
                  <a:pt x="2197" y="1342"/>
                </a:lnTo>
                <a:lnTo>
                  <a:pt x="2196" y="1342"/>
                </a:lnTo>
                <a:lnTo>
                  <a:pt x="2195" y="1342"/>
                </a:lnTo>
                <a:lnTo>
                  <a:pt x="2194" y="1342"/>
                </a:lnTo>
                <a:lnTo>
                  <a:pt x="2194" y="1340"/>
                </a:lnTo>
                <a:lnTo>
                  <a:pt x="2193" y="1338"/>
                </a:lnTo>
                <a:lnTo>
                  <a:pt x="2192" y="1338"/>
                </a:lnTo>
                <a:lnTo>
                  <a:pt x="2192" y="1337"/>
                </a:lnTo>
                <a:lnTo>
                  <a:pt x="2192" y="1336"/>
                </a:lnTo>
                <a:lnTo>
                  <a:pt x="2192" y="1335"/>
                </a:lnTo>
                <a:lnTo>
                  <a:pt x="2193" y="1335"/>
                </a:lnTo>
                <a:lnTo>
                  <a:pt x="2193" y="1336"/>
                </a:lnTo>
                <a:lnTo>
                  <a:pt x="2195" y="1337"/>
                </a:lnTo>
                <a:lnTo>
                  <a:pt x="2195" y="1339"/>
                </a:lnTo>
                <a:lnTo>
                  <a:pt x="2197" y="1340"/>
                </a:lnTo>
                <a:lnTo>
                  <a:pt x="2197" y="1339"/>
                </a:lnTo>
                <a:lnTo>
                  <a:pt x="2198" y="1336"/>
                </a:lnTo>
                <a:lnTo>
                  <a:pt x="2197" y="1336"/>
                </a:lnTo>
                <a:lnTo>
                  <a:pt x="2197" y="1335"/>
                </a:lnTo>
                <a:lnTo>
                  <a:pt x="2199" y="1336"/>
                </a:lnTo>
                <a:lnTo>
                  <a:pt x="2201" y="1338"/>
                </a:lnTo>
                <a:lnTo>
                  <a:pt x="2202" y="1339"/>
                </a:lnTo>
                <a:lnTo>
                  <a:pt x="2203" y="1339"/>
                </a:lnTo>
                <a:lnTo>
                  <a:pt x="2206" y="1339"/>
                </a:lnTo>
                <a:lnTo>
                  <a:pt x="2207" y="1339"/>
                </a:lnTo>
                <a:lnTo>
                  <a:pt x="2208" y="1338"/>
                </a:lnTo>
                <a:lnTo>
                  <a:pt x="2208" y="1337"/>
                </a:lnTo>
                <a:lnTo>
                  <a:pt x="2207" y="1337"/>
                </a:lnTo>
                <a:lnTo>
                  <a:pt x="2207" y="1336"/>
                </a:lnTo>
                <a:lnTo>
                  <a:pt x="2209" y="1334"/>
                </a:lnTo>
                <a:lnTo>
                  <a:pt x="2208" y="1333"/>
                </a:lnTo>
                <a:lnTo>
                  <a:pt x="2207" y="1332"/>
                </a:lnTo>
                <a:lnTo>
                  <a:pt x="2207" y="1331"/>
                </a:lnTo>
                <a:lnTo>
                  <a:pt x="2206" y="1332"/>
                </a:lnTo>
                <a:lnTo>
                  <a:pt x="2206" y="1331"/>
                </a:lnTo>
                <a:lnTo>
                  <a:pt x="2205" y="1331"/>
                </a:lnTo>
                <a:lnTo>
                  <a:pt x="2205" y="1329"/>
                </a:lnTo>
                <a:lnTo>
                  <a:pt x="2206" y="1328"/>
                </a:lnTo>
                <a:lnTo>
                  <a:pt x="2205" y="1326"/>
                </a:lnTo>
                <a:lnTo>
                  <a:pt x="2206" y="1326"/>
                </a:lnTo>
                <a:lnTo>
                  <a:pt x="2207" y="1326"/>
                </a:lnTo>
                <a:lnTo>
                  <a:pt x="2209" y="1327"/>
                </a:lnTo>
                <a:lnTo>
                  <a:pt x="2209" y="1326"/>
                </a:lnTo>
                <a:lnTo>
                  <a:pt x="2210" y="1326"/>
                </a:lnTo>
                <a:lnTo>
                  <a:pt x="2211" y="1325"/>
                </a:lnTo>
                <a:lnTo>
                  <a:pt x="2212" y="1325"/>
                </a:lnTo>
                <a:lnTo>
                  <a:pt x="2213" y="1325"/>
                </a:lnTo>
                <a:lnTo>
                  <a:pt x="2213" y="1324"/>
                </a:lnTo>
                <a:lnTo>
                  <a:pt x="2213" y="1321"/>
                </a:lnTo>
                <a:lnTo>
                  <a:pt x="2213" y="1317"/>
                </a:lnTo>
                <a:lnTo>
                  <a:pt x="2213" y="1316"/>
                </a:lnTo>
                <a:lnTo>
                  <a:pt x="2213" y="1315"/>
                </a:lnTo>
                <a:lnTo>
                  <a:pt x="2212" y="1314"/>
                </a:lnTo>
                <a:lnTo>
                  <a:pt x="2212" y="1313"/>
                </a:lnTo>
                <a:lnTo>
                  <a:pt x="2213" y="1313"/>
                </a:lnTo>
                <a:lnTo>
                  <a:pt x="2215" y="1311"/>
                </a:lnTo>
                <a:lnTo>
                  <a:pt x="2216" y="1311"/>
                </a:lnTo>
                <a:lnTo>
                  <a:pt x="2217" y="1312"/>
                </a:lnTo>
                <a:lnTo>
                  <a:pt x="2219" y="1312"/>
                </a:lnTo>
                <a:lnTo>
                  <a:pt x="2219" y="1311"/>
                </a:lnTo>
                <a:lnTo>
                  <a:pt x="2218" y="1310"/>
                </a:lnTo>
                <a:lnTo>
                  <a:pt x="2218" y="1309"/>
                </a:lnTo>
                <a:lnTo>
                  <a:pt x="2218" y="1308"/>
                </a:lnTo>
                <a:lnTo>
                  <a:pt x="2217" y="1308"/>
                </a:lnTo>
                <a:lnTo>
                  <a:pt x="2216" y="1306"/>
                </a:lnTo>
                <a:lnTo>
                  <a:pt x="2217" y="1306"/>
                </a:lnTo>
                <a:lnTo>
                  <a:pt x="2219" y="1304"/>
                </a:lnTo>
                <a:lnTo>
                  <a:pt x="2220" y="1304"/>
                </a:lnTo>
                <a:lnTo>
                  <a:pt x="2221" y="1303"/>
                </a:lnTo>
                <a:lnTo>
                  <a:pt x="2223" y="1302"/>
                </a:lnTo>
                <a:lnTo>
                  <a:pt x="2224" y="1302"/>
                </a:lnTo>
                <a:lnTo>
                  <a:pt x="2224" y="1303"/>
                </a:lnTo>
                <a:lnTo>
                  <a:pt x="2225" y="1303"/>
                </a:lnTo>
                <a:lnTo>
                  <a:pt x="2226" y="1303"/>
                </a:lnTo>
                <a:lnTo>
                  <a:pt x="2226" y="1302"/>
                </a:lnTo>
                <a:lnTo>
                  <a:pt x="2226" y="1300"/>
                </a:lnTo>
                <a:lnTo>
                  <a:pt x="2229" y="1300"/>
                </a:lnTo>
                <a:lnTo>
                  <a:pt x="2230" y="1301"/>
                </a:lnTo>
                <a:lnTo>
                  <a:pt x="2232" y="1303"/>
                </a:lnTo>
                <a:lnTo>
                  <a:pt x="2232" y="1302"/>
                </a:lnTo>
                <a:lnTo>
                  <a:pt x="2234" y="1303"/>
                </a:lnTo>
                <a:lnTo>
                  <a:pt x="2235" y="1305"/>
                </a:lnTo>
                <a:lnTo>
                  <a:pt x="2237" y="1305"/>
                </a:lnTo>
                <a:lnTo>
                  <a:pt x="2237" y="1304"/>
                </a:lnTo>
                <a:lnTo>
                  <a:pt x="2236" y="1304"/>
                </a:lnTo>
                <a:lnTo>
                  <a:pt x="2235" y="1302"/>
                </a:lnTo>
                <a:lnTo>
                  <a:pt x="2235" y="1301"/>
                </a:lnTo>
                <a:lnTo>
                  <a:pt x="2234" y="1299"/>
                </a:lnTo>
                <a:lnTo>
                  <a:pt x="2235" y="1298"/>
                </a:lnTo>
                <a:lnTo>
                  <a:pt x="2236" y="1297"/>
                </a:lnTo>
                <a:lnTo>
                  <a:pt x="2236" y="1295"/>
                </a:lnTo>
                <a:lnTo>
                  <a:pt x="2236" y="1294"/>
                </a:lnTo>
                <a:lnTo>
                  <a:pt x="2236" y="1291"/>
                </a:lnTo>
                <a:lnTo>
                  <a:pt x="2237" y="1290"/>
                </a:lnTo>
                <a:lnTo>
                  <a:pt x="2237" y="1289"/>
                </a:lnTo>
                <a:lnTo>
                  <a:pt x="2236" y="1288"/>
                </a:lnTo>
                <a:lnTo>
                  <a:pt x="2237" y="1287"/>
                </a:lnTo>
                <a:lnTo>
                  <a:pt x="2238" y="1287"/>
                </a:lnTo>
                <a:lnTo>
                  <a:pt x="2239" y="1287"/>
                </a:lnTo>
                <a:lnTo>
                  <a:pt x="2239" y="1286"/>
                </a:lnTo>
                <a:lnTo>
                  <a:pt x="2239" y="1285"/>
                </a:lnTo>
                <a:lnTo>
                  <a:pt x="2237" y="1283"/>
                </a:lnTo>
                <a:lnTo>
                  <a:pt x="2236" y="1282"/>
                </a:lnTo>
                <a:lnTo>
                  <a:pt x="2236" y="1280"/>
                </a:lnTo>
                <a:lnTo>
                  <a:pt x="2236" y="1278"/>
                </a:lnTo>
                <a:lnTo>
                  <a:pt x="2236" y="1277"/>
                </a:lnTo>
                <a:lnTo>
                  <a:pt x="2234" y="1276"/>
                </a:lnTo>
                <a:lnTo>
                  <a:pt x="2235" y="1275"/>
                </a:lnTo>
                <a:lnTo>
                  <a:pt x="2236" y="1275"/>
                </a:lnTo>
                <a:lnTo>
                  <a:pt x="2236" y="1274"/>
                </a:lnTo>
                <a:lnTo>
                  <a:pt x="2236" y="1272"/>
                </a:lnTo>
                <a:lnTo>
                  <a:pt x="2235" y="1270"/>
                </a:lnTo>
                <a:lnTo>
                  <a:pt x="2234" y="1269"/>
                </a:lnTo>
                <a:lnTo>
                  <a:pt x="2233" y="1270"/>
                </a:lnTo>
                <a:lnTo>
                  <a:pt x="2232" y="1270"/>
                </a:lnTo>
                <a:lnTo>
                  <a:pt x="2232" y="1271"/>
                </a:lnTo>
                <a:lnTo>
                  <a:pt x="2231" y="1272"/>
                </a:lnTo>
                <a:lnTo>
                  <a:pt x="2230" y="1270"/>
                </a:lnTo>
                <a:lnTo>
                  <a:pt x="2229" y="1269"/>
                </a:lnTo>
                <a:lnTo>
                  <a:pt x="2230" y="1269"/>
                </a:lnTo>
                <a:lnTo>
                  <a:pt x="2231" y="1267"/>
                </a:lnTo>
                <a:lnTo>
                  <a:pt x="2231" y="1266"/>
                </a:lnTo>
                <a:lnTo>
                  <a:pt x="2230" y="1264"/>
                </a:lnTo>
                <a:lnTo>
                  <a:pt x="2226" y="1262"/>
                </a:lnTo>
                <a:lnTo>
                  <a:pt x="2225" y="1261"/>
                </a:lnTo>
                <a:lnTo>
                  <a:pt x="2225" y="1262"/>
                </a:lnTo>
                <a:lnTo>
                  <a:pt x="2224" y="1262"/>
                </a:lnTo>
                <a:lnTo>
                  <a:pt x="2223" y="1262"/>
                </a:lnTo>
                <a:lnTo>
                  <a:pt x="2223" y="1261"/>
                </a:lnTo>
                <a:lnTo>
                  <a:pt x="2221" y="1260"/>
                </a:lnTo>
                <a:lnTo>
                  <a:pt x="2221" y="1259"/>
                </a:lnTo>
                <a:lnTo>
                  <a:pt x="2221" y="1258"/>
                </a:lnTo>
                <a:lnTo>
                  <a:pt x="2222" y="1258"/>
                </a:lnTo>
                <a:lnTo>
                  <a:pt x="2222" y="1257"/>
                </a:lnTo>
                <a:lnTo>
                  <a:pt x="2221" y="1255"/>
                </a:lnTo>
                <a:lnTo>
                  <a:pt x="2220" y="1254"/>
                </a:lnTo>
                <a:lnTo>
                  <a:pt x="2220" y="1253"/>
                </a:lnTo>
                <a:lnTo>
                  <a:pt x="2219" y="1252"/>
                </a:lnTo>
                <a:lnTo>
                  <a:pt x="2219" y="1251"/>
                </a:lnTo>
                <a:lnTo>
                  <a:pt x="2220" y="1250"/>
                </a:lnTo>
                <a:lnTo>
                  <a:pt x="2221" y="1251"/>
                </a:lnTo>
                <a:lnTo>
                  <a:pt x="2221" y="1252"/>
                </a:lnTo>
                <a:lnTo>
                  <a:pt x="2221" y="1253"/>
                </a:lnTo>
                <a:lnTo>
                  <a:pt x="2223" y="1254"/>
                </a:lnTo>
                <a:lnTo>
                  <a:pt x="2223" y="1255"/>
                </a:lnTo>
                <a:lnTo>
                  <a:pt x="2224" y="1256"/>
                </a:lnTo>
                <a:lnTo>
                  <a:pt x="2225" y="1257"/>
                </a:lnTo>
                <a:lnTo>
                  <a:pt x="2225" y="1258"/>
                </a:lnTo>
                <a:lnTo>
                  <a:pt x="2224" y="1258"/>
                </a:lnTo>
                <a:lnTo>
                  <a:pt x="2224" y="1259"/>
                </a:lnTo>
                <a:lnTo>
                  <a:pt x="2225" y="1260"/>
                </a:lnTo>
                <a:lnTo>
                  <a:pt x="2226" y="1261"/>
                </a:lnTo>
                <a:lnTo>
                  <a:pt x="2227" y="1261"/>
                </a:lnTo>
                <a:lnTo>
                  <a:pt x="2228" y="1260"/>
                </a:lnTo>
                <a:lnTo>
                  <a:pt x="2228" y="1259"/>
                </a:lnTo>
                <a:lnTo>
                  <a:pt x="2228" y="1257"/>
                </a:lnTo>
                <a:lnTo>
                  <a:pt x="2228" y="1256"/>
                </a:lnTo>
                <a:lnTo>
                  <a:pt x="2228" y="1255"/>
                </a:lnTo>
                <a:lnTo>
                  <a:pt x="2228" y="1254"/>
                </a:lnTo>
                <a:lnTo>
                  <a:pt x="2229" y="1254"/>
                </a:lnTo>
                <a:lnTo>
                  <a:pt x="2230" y="1255"/>
                </a:lnTo>
                <a:lnTo>
                  <a:pt x="2231" y="1255"/>
                </a:lnTo>
                <a:lnTo>
                  <a:pt x="2233" y="1256"/>
                </a:lnTo>
                <a:lnTo>
                  <a:pt x="2236" y="1255"/>
                </a:lnTo>
                <a:lnTo>
                  <a:pt x="2236" y="1252"/>
                </a:lnTo>
                <a:lnTo>
                  <a:pt x="2236" y="1250"/>
                </a:lnTo>
                <a:lnTo>
                  <a:pt x="2236" y="1249"/>
                </a:lnTo>
                <a:lnTo>
                  <a:pt x="2236" y="1248"/>
                </a:lnTo>
                <a:lnTo>
                  <a:pt x="2236" y="1246"/>
                </a:lnTo>
                <a:lnTo>
                  <a:pt x="2236" y="1245"/>
                </a:lnTo>
                <a:lnTo>
                  <a:pt x="2237" y="1245"/>
                </a:lnTo>
                <a:lnTo>
                  <a:pt x="2238" y="1245"/>
                </a:lnTo>
                <a:lnTo>
                  <a:pt x="2239" y="1245"/>
                </a:lnTo>
                <a:lnTo>
                  <a:pt x="2239" y="1244"/>
                </a:lnTo>
                <a:lnTo>
                  <a:pt x="2240" y="1243"/>
                </a:lnTo>
                <a:lnTo>
                  <a:pt x="2239" y="1243"/>
                </a:lnTo>
                <a:lnTo>
                  <a:pt x="2238" y="1242"/>
                </a:lnTo>
                <a:lnTo>
                  <a:pt x="2237" y="1239"/>
                </a:lnTo>
                <a:lnTo>
                  <a:pt x="2236" y="1236"/>
                </a:lnTo>
                <a:lnTo>
                  <a:pt x="2236" y="1234"/>
                </a:lnTo>
                <a:lnTo>
                  <a:pt x="2235" y="1232"/>
                </a:lnTo>
                <a:lnTo>
                  <a:pt x="2234" y="1230"/>
                </a:lnTo>
                <a:lnTo>
                  <a:pt x="2233" y="1229"/>
                </a:lnTo>
                <a:lnTo>
                  <a:pt x="2233" y="1228"/>
                </a:lnTo>
                <a:lnTo>
                  <a:pt x="2232" y="1227"/>
                </a:lnTo>
                <a:lnTo>
                  <a:pt x="2232" y="1226"/>
                </a:lnTo>
                <a:lnTo>
                  <a:pt x="2231" y="1225"/>
                </a:lnTo>
                <a:lnTo>
                  <a:pt x="2230" y="1222"/>
                </a:lnTo>
                <a:lnTo>
                  <a:pt x="2230" y="1221"/>
                </a:lnTo>
                <a:lnTo>
                  <a:pt x="2230" y="1220"/>
                </a:lnTo>
                <a:lnTo>
                  <a:pt x="2231" y="1219"/>
                </a:lnTo>
                <a:lnTo>
                  <a:pt x="2232" y="1219"/>
                </a:lnTo>
                <a:lnTo>
                  <a:pt x="2233" y="1220"/>
                </a:lnTo>
                <a:lnTo>
                  <a:pt x="2234" y="1220"/>
                </a:lnTo>
                <a:lnTo>
                  <a:pt x="2235" y="1222"/>
                </a:lnTo>
                <a:lnTo>
                  <a:pt x="2236" y="1222"/>
                </a:lnTo>
                <a:lnTo>
                  <a:pt x="2237" y="1221"/>
                </a:lnTo>
                <a:lnTo>
                  <a:pt x="2238" y="1221"/>
                </a:lnTo>
                <a:lnTo>
                  <a:pt x="2239" y="1221"/>
                </a:lnTo>
                <a:lnTo>
                  <a:pt x="2239" y="1222"/>
                </a:lnTo>
                <a:lnTo>
                  <a:pt x="2239" y="1223"/>
                </a:lnTo>
                <a:lnTo>
                  <a:pt x="2240" y="1224"/>
                </a:lnTo>
                <a:lnTo>
                  <a:pt x="2241" y="1223"/>
                </a:lnTo>
                <a:lnTo>
                  <a:pt x="2242" y="1222"/>
                </a:lnTo>
                <a:lnTo>
                  <a:pt x="2242" y="1221"/>
                </a:lnTo>
                <a:lnTo>
                  <a:pt x="2242" y="1220"/>
                </a:lnTo>
                <a:lnTo>
                  <a:pt x="2243" y="1220"/>
                </a:lnTo>
                <a:lnTo>
                  <a:pt x="2243" y="1221"/>
                </a:lnTo>
                <a:lnTo>
                  <a:pt x="2244" y="1222"/>
                </a:lnTo>
                <a:lnTo>
                  <a:pt x="2245" y="1222"/>
                </a:lnTo>
                <a:lnTo>
                  <a:pt x="2247" y="1222"/>
                </a:lnTo>
                <a:lnTo>
                  <a:pt x="2249" y="1222"/>
                </a:lnTo>
                <a:lnTo>
                  <a:pt x="2249" y="1223"/>
                </a:lnTo>
                <a:lnTo>
                  <a:pt x="2249" y="1224"/>
                </a:lnTo>
                <a:lnTo>
                  <a:pt x="2249" y="1225"/>
                </a:lnTo>
                <a:lnTo>
                  <a:pt x="2251" y="1226"/>
                </a:lnTo>
                <a:lnTo>
                  <a:pt x="2252" y="1226"/>
                </a:lnTo>
                <a:lnTo>
                  <a:pt x="2253" y="1226"/>
                </a:lnTo>
                <a:lnTo>
                  <a:pt x="2253" y="1227"/>
                </a:lnTo>
                <a:lnTo>
                  <a:pt x="2253" y="1228"/>
                </a:lnTo>
                <a:lnTo>
                  <a:pt x="2253" y="1229"/>
                </a:lnTo>
                <a:lnTo>
                  <a:pt x="2254" y="1230"/>
                </a:lnTo>
                <a:lnTo>
                  <a:pt x="2255" y="1230"/>
                </a:lnTo>
                <a:lnTo>
                  <a:pt x="2255" y="1228"/>
                </a:lnTo>
                <a:lnTo>
                  <a:pt x="2254" y="1226"/>
                </a:lnTo>
                <a:lnTo>
                  <a:pt x="2254" y="1225"/>
                </a:lnTo>
                <a:lnTo>
                  <a:pt x="2255" y="1224"/>
                </a:lnTo>
                <a:lnTo>
                  <a:pt x="2256" y="1222"/>
                </a:lnTo>
                <a:lnTo>
                  <a:pt x="2256" y="1221"/>
                </a:lnTo>
                <a:lnTo>
                  <a:pt x="2255" y="1219"/>
                </a:lnTo>
                <a:lnTo>
                  <a:pt x="2256" y="1216"/>
                </a:lnTo>
                <a:lnTo>
                  <a:pt x="2257" y="1214"/>
                </a:lnTo>
                <a:lnTo>
                  <a:pt x="2258" y="1214"/>
                </a:lnTo>
                <a:lnTo>
                  <a:pt x="2259" y="1214"/>
                </a:lnTo>
                <a:lnTo>
                  <a:pt x="2259" y="1215"/>
                </a:lnTo>
                <a:lnTo>
                  <a:pt x="2261" y="1217"/>
                </a:lnTo>
                <a:lnTo>
                  <a:pt x="2262" y="1217"/>
                </a:lnTo>
                <a:lnTo>
                  <a:pt x="2263" y="1217"/>
                </a:lnTo>
                <a:lnTo>
                  <a:pt x="2264" y="1217"/>
                </a:lnTo>
                <a:lnTo>
                  <a:pt x="2264" y="1218"/>
                </a:lnTo>
                <a:lnTo>
                  <a:pt x="2265" y="1219"/>
                </a:lnTo>
                <a:lnTo>
                  <a:pt x="2266" y="1220"/>
                </a:lnTo>
                <a:lnTo>
                  <a:pt x="2267" y="1220"/>
                </a:lnTo>
                <a:lnTo>
                  <a:pt x="2269" y="1222"/>
                </a:lnTo>
                <a:lnTo>
                  <a:pt x="2270" y="1223"/>
                </a:lnTo>
                <a:lnTo>
                  <a:pt x="2272" y="1222"/>
                </a:lnTo>
                <a:lnTo>
                  <a:pt x="2274" y="1224"/>
                </a:lnTo>
                <a:lnTo>
                  <a:pt x="2274" y="1225"/>
                </a:lnTo>
                <a:lnTo>
                  <a:pt x="2276" y="1226"/>
                </a:lnTo>
                <a:lnTo>
                  <a:pt x="2278" y="1222"/>
                </a:lnTo>
                <a:lnTo>
                  <a:pt x="2279" y="1221"/>
                </a:lnTo>
                <a:lnTo>
                  <a:pt x="2279" y="1219"/>
                </a:lnTo>
                <a:lnTo>
                  <a:pt x="2278" y="1219"/>
                </a:lnTo>
                <a:lnTo>
                  <a:pt x="2277" y="1219"/>
                </a:lnTo>
                <a:lnTo>
                  <a:pt x="2276" y="1218"/>
                </a:lnTo>
                <a:lnTo>
                  <a:pt x="2275" y="1217"/>
                </a:lnTo>
                <a:lnTo>
                  <a:pt x="2276" y="1215"/>
                </a:lnTo>
                <a:lnTo>
                  <a:pt x="2277" y="1215"/>
                </a:lnTo>
                <a:lnTo>
                  <a:pt x="2278" y="1215"/>
                </a:lnTo>
                <a:lnTo>
                  <a:pt x="2279" y="1216"/>
                </a:lnTo>
                <a:lnTo>
                  <a:pt x="2281" y="1217"/>
                </a:lnTo>
                <a:lnTo>
                  <a:pt x="2283" y="1218"/>
                </a:lnTo>
                <a:lnTo>
                  <a:pt x="2284" y="1219"/>
                </a:lnTo>
                <a:lnTo>
                  <a:pt x="2286" y="1220"/>
                </a:lnTo>
                <a:lnTo>
                  <a:pt x="2286" y="1221"/>
                </a:lnTo>
                <a:lnTo>
                  <a:pt x="2286" y="1222"/>
                </a:lnTo>
                <a:lnTo>
                  <a:pt x="2287" y="1222"/>
                </a:lnTo>
                <a:lnTo>
                  <a:pt x="2287" y="1223"/>
                </a:lnTo>
                <a:lnTo>
                  <a:pt x="2288" y="1223"/>
                </a:lnTo>
                <a:lnTo>
                  <a:pt x="2290" y="1224"/>
                </a:lnTo>
                <a:lnTo>
                  <a:pt x="2292" y="1224"/>
                </a:lnTo>
                <a:lnTo>
                  <a:pt x="2293" y="1224"/>
                </a:lnTo>
                <a:lnTo>
                  <a:pt x="2293" y="1223"/>
                </a:lnTo>
                <a:lnTo>
                  <a:pt x="2292" y="1223"/>
                </a:lnTo>
                <a:lnTo>
                  <a:pt x="2291" y="1222"/>
                </a:lnTo>
                <a:lnTo>
                  <a:pt x="2292" y="1221"/>
                </a:lnTo>
                <a:lnTo>
                  <a:pt x="2296" y="1223"/>
                </a:lnTo>
                <a:lnTo>
                  <a:pt x="2297" y="1224"/>
                </a:lnTo>
                <a:lnTo>
                  <a:pt x="2298" y="1223"/>
                </a:lnTo>
                <a:lnTo>
                  <a:pt x="2298" y="1222"/>
                </a:lnTo>
                <a:lnTo>
                  <a:pt x="2297" y="1220"/>
                </a:lnTo>
                <a:lnTo>
                  <a:pt x="2297" y="1219"/>
                </a:lnTo>
                <a:lnTo>
                  <a:pt x="2297" y="1218"/>
                </a:lnTo>
                <a:lnTo>
                  <a:pt x="2297" y="1217"/>
                </a:lnTo>
                <a:lnTo>
                  <a:pt x="2298" y="1217"/>
                </a:lnTo>
                <a:lnTo>
                  <a:pt x="2300" y="1218"/>
                </a:lnTo>
                <a:lnTo>
                  <a:pt x="2300" y="1219"/>
                </a:lnTo>
                <a:lnTo>
                  <a:pt x="2303" y="1220"/>
                </a:lnTo>
                <a:lnTo>
                  <a:pt x="2303" y="1219"/>
                </a:lnTo>
                <a:lnTo>
                  <a:pt x="2304" y="1219"/>
                </a:lnTo>
                <a:lnTo>
                  <a:pt x="2305" y="1219"/>
                </a:lnTo>
                <a:lnTo>
                  <a:pt x="2306" y="1220"/>
                </a:lnTo>
                <a:lnTo>
                  <a:pt x="2307" y="1220"/>
                </a:lnTo>
                <a:lnTo>
                  <a:pt x="2307" y="1221"/>
                </a:lnTo>
                <a:lnTo>
                  <a:pt x="2308" y="1221"/>
                </a:lnTo>
                <a:lnTo>
                  <a:pt x="2308" y="1222"/>
                </a:lnTo>
                <a:lnTo>
                  <a:pt x="2309" y="1221"/>
                </a:lnTo>
                <a:lnTo>
                  <a:pt x="2310" y="1220"/>
                </a:lnTo>
                <a:lnTo>
                  <a:pt x="2311" y="1219"/>
                </a:lnTo>
                <a:lnTo>
                  <a:pt x="2314" y="1218"/>
                </a:lnTo>
                <a:lnTo>
                  <a:pt x="2315" y="1218"/>
                </a:lnTo>
                <a:lnTo>
                  <a:pt x="2318" y="1217"/>
                </a:lnTo>
                <a:lnTo>
                  <a:pt x="2319" y="1216"/>
                </a:lnTo>
                <a:lnTo>
                  <a:pt x="2322" y="1216"/>
                </a:lnTo>
                <a:lnTo>
                  <a:pt x="2326" y="1220"/>
                </a:lnTo>
                <a:lnTo>
                  <a:pt x="2328" y="1222"/>
                </a:lnTo>
                <a:lnTo>
                  <a:pt x="2330" y="1225"/>
                </a:lnTo>
                <a:lnTo>
                  <a:pt x="2331" y="1225"/>
                </a:lnTo>
                <a:lnTo>
                  <a:pt x="2332" y="1225"/>
                </a:lnTo>
                <a:lnTo>
                  <a:pt x="2334" y="1224"/>
                </a:lnTo>
                <a:lnTo>
                  <a:pt x="2336" y="1225"/>
                </a:lnTo>
                <a:lnTo>
                  <a:pt x="2337" y="1226"/>
                </a:lnTo>
                <a:lnTo>
                  <a:pt x="2338" y="1229"/>
                </a:lnTo>
                <a:lnTo>
                  <a:pt x="2338" y="1231"/>
                </a:lnTo>
                <a:lnTo>
                  <a:pt x="2339" y="1231"/>
                </a:lnTo>
                <a:lnTo>
                  <a:pt x="2338" y="1232"/>
                </a:lnTo>
                <a:lnTo>
                  <a:pt x="2338" y="1233"/>
                </a:lnTo>
                <a:lnTo>
                  <a:pt x="2339" y="1233"/>
                </a:lnTo>
                <a:lnTo>
                  <a:pt x="2338" y="1235"/>
                </a:lnTo>
                <a:lnTo>
                  <a:pt x="2338" y="1237"/>
                </a:lnTo>
                <a:lnTo>
                  <a:pt x="2337" y="1236"/>
                </a:lnTo>
                <a:lnTo>
                  <a:pt x="2337" y="1237"/>
                </a:lnTo>
                <a:lnTo>
                  <a:pt x="2338" y="1237"/>
                </a:lnTo>
                <a:lnTo>
                  <a:pt x="2339" y="1238"/>
                </a:lnTo>
                <a:lnTo>
                  <a:pt x="2338" y="1239"/>
                </a:lnTo>
                <a:lnTo>
                  <a:pt x="2338" y="1240"/>
                </a:lnTo>
                <a:lnTo>
                  <a:pt x="2339" y="1241"/>
                </a:lnTo>
                <a:lnTo>
                  <a:pt x="2339" y="1242"/>
                </a:lnTo>
                <a:lnTo>
                  <a:pt x="2339" y="1243"/>
                </a:lnTo>
                <a:lnTo>
                  <a:pt x="2339" y="1247"/>
                </a:lnTo>
                <a:lnTo>
                  <a:pt x="2340" y="1250"/>
                </a:lnTo>
                <a:lnTo>
                  <a:pt x="2341" y="1250"/>
                </a:lnTo>
                <a:lnTo>
                  <a:pt x="2341" y="1252"/>
                </a:lnTo>
                <a:lnTo>
                  <a:pt x="2342" y="1255"/>
                </a:lnTo>
                <a:lnTo>
                  <a:pt x="2342" y="1257"/>
                </a:lnTo>
                <a:lnTo>
                  <a:pt x="2342" y="1258"/>
                </a:lnTo>
                <a:lnTo>
                  <a:pt x="2342" y="1259"/>
                </a:lnTo>
                <a:lnTo>
                  <a:pt x="2343" y="1262"/>
                </a:lnTo>
                <a:lnTo>
                  <a:pt x="2343" y="1263"/>
                </a:lnTo>
                <a:lnTo>
                  <a:pt x="2344" y="1263"/>
                </a:lnTo>
                <a:lnTo>
                  <a:pt x="2345" y="1263"/>
                </a:lnTo>
                <a:lnTo>
                  <a:pt x="2347" y="1261"/>
                </a:lnTo>
                <a:lnTo>
                  <a:pt x="2346" y="1261"/>
                </a:lnTo>
                <a:lnTo>
                  <a:pt x="2346" y="1260"/>
                </a:lnTo>
                <a:lnTo>
                  <a:pt x="2347" y="1260"/>
                </a:lnTo>
                <a:lnTo>
                  <a:pt x="2348" y="1260"/>
                </a:lnTo>
                <a:lnTo>
                  <a:pt x="2348" y="1262"/>
                </a:lnTo>
                <a:lnTo>
                  <a:pt x="2349" y="1262"/>
                </a:lnTo>
                <a:lnTo>
                  <a:pt x="2351" y="1263"/>
                </a:lnTo>
                <a:lnTo>
                  <a:pt x="2351" y="1265"/>
                </a:lnTo>
                <a:lnTo>
                  <a:pt x="2352" y="1265"/>
                </a:lnTo>
                <a:lnTo>
                  <a:pt x="2352" y="1264"/>
                </a:lnTo>
                <a:lnTo>
                  <a:pt x="2353" y="1264"/>
                </a:lnTo>
                <a:lnTo>
                  <a:pt x="2354" y="1264"/>
                </a:lnTo>
                <a:lnTo>
                  <a:pt x="2355" y="1264"/>
                </a:lnTo>
                <a:lnTo>
                  <a:pt x="2356" y="1264"/>
                </a:lnTo>
                <a:lnTo>
                  <a:pt x="2357" y="1264"/>
                </a:lnTo>
                <a:lnTo>
                  <a:pt x="2357" y="1265"/>
                </a:lnTo>
                <a:lnTo>
                  <a:pt x="2360" y="1265"/>
                </a:lnTo>
                <a:lnTo>
                  <a:pt x="2361" y="1265"/>
                </a:lnTo>
                <a:lnTo>
                  <a:pt x="2361" y="1266"/>
                </a:lnTo>
                <a:lnTo>
                  <a:pt x="2361" y="1265"/>
                </a:lnTo>
                <a:lnTo>
                  <a:pt x="2362" y="1264"/>
                </a:lnTo>
                <a:lnTo>
                  <a:pt x="2363" y="1263"/>
                </a:lnTo>
                <a:lnTo>
                  <a:pt x="2363" y="1264"/>
                </a:lnTo>
                <a:lnTo>
                  <a:pt x="2364" y="1264"/>
                </a:lnTo>
                <a:lnTo>
                  <a:pt x="2364" y="1265"/>
                </a:lnTo>
                <a:lnTo>
                  <a:pt x="2364" y="1266"/>
                </a:lnTo>
                <a:lnTo>
                  <a:pt x="2365" y="1267"/>
                </a:lnTo>
                <a:lnTo>
                  <a:pt x="2365" y="1268"/>
                </a:lnTo>
                <a:lnTo>
                  <a:pt x="2365" y="1267"/>
                </a:lnTo>
                <a:lnTo>
                  <a:pt x="2366" y="1266"/>
                </a:lnTo>
                <a:lnTo>
                  <a:pt x="2367" y="1265"/>
                </a:lnTo>
                <a:lnTo>
                  <a:pt x="2367" y="1264"/>
                </a:lnTo>
                <a:lnTo>
                  <a:pt x="2369" y="1264"/>
                </a:lnTo>
                <a:lnTo>
                  <a:pt x="2371" y="1262"/>
                </a:lnTo>
                <a:lnTo>
                  <a:pt x="2372" y="1262"/>
                </a:lnTo>
                <a:lnTo>
                  <a:pt x="2373" y="1263"/>
                </a:lnTo>
                <a:lnTo>
                  <a:pt x="2372" y="1263"/>
                </a:lnTo>
                <a:lnTo>
                  <a:pt x="2372" y="1265"/>
                </a:lnTo>
                <a:lnTo>
                  <a:pt x="2372" y="1266"/>
                </a:lnTo>
                <a:lnTo>
                  <a:pt x="2373" y="1266"/>
                </a:lnTo>
                <a:lnTo>
                  <a:pt x="2375" y="1268"/>
                </a:lnTo>
                <a:lnTo>
                  <a:pt x="2376" y="1269"/>
                </a:lnTo>
                <a:lnTo>
                  <a:pt x="2377" y="1269"/>
                </a:lnTo>
                <a:lnTo>
                  <a:pt x="2379" y="1271"/>
                </a:lnTo>
                <a:lnTo>
                  <a:pt x="2379" y="1272"/>
                </a:lnTo>
                <a:lnTo>
                  <a:pt x="2379" y="1273"/>
                </a:lnTo>
                <a:lnTo>
                  <a:pt x="2379" y="1274"/>
                </a:lnTo>
                <a:lnTo>
                  <a:pt x="2378" y="1275"/>
                </a:lnTo>
                <a:lnTo>
                  <a:pt x="2379" y="1275"/>
                </a:lnTo>
                <a:lnTo>
                  <a:pt x="2380" y="1276"/>
                </a:lnTo>
                <a:lnTo>
                  <a:pt x="2380" y="1277"/>
                </a:lnTo>
                <a:lnTo>
                  <a:pt x="2379" y="1276"/>
                </a:lnTo>
                <a:lnTo>
                  <a:pt x="2379" y="1277"/>
                </a:lnTo>
                <a:lnTo>
                  <a:pt x="2380" y="1280"/>
                </a:lnTo>
                <a:lnTo>
                  <a:pt x="2381" y="1280"/>
                </a:lnTo>
                <a:lnTo>
                  <a:pt x="2382" y="1281"/>
                </a:lnTo>
                <a:lnTo>
                  <a:pt x="2382" y="1280"/>
                </a:lnTo>
                <a:lnTo>
                  <a:pt x="2382" y="1279"/>
                </a:lnTo>
                <a:lnTo>
                  <a:pt x="2382" y="1278"/>
                </a:lnTo>
                <a:lnTo>
                  <a:pt x="2383" y="1278"/>
                </a:lnTo>
                <a:lnTo>
                  <a:pt x="2383" y="1279"/>
                </a:lnTo>
                <a:lnTo>
                  <a:pt x="2384" y="1279"/>
                </a:lnTo>
                <a:lnTo>
                  <a:pt x="2385" y="1279"/>
                </a:lnTo>
                <a:lnTo>
                  <a:pt x="2386" y="1278"/>
                </a:lnTo>
                <a:lnTo>
                  <a:pt x="2387" y="1278"/>
                </a:lnTo>
                <a:lnTo>
                  <a:pt x="2390" y="1278"/>
                </a:lnTo>
                <a:lnTo>
                  <a:pt x="2391" y="1279"/>
                </a:lnTo>
                <a:lnTo>
                  <a:pt x="2391" y="1280"/>
                </a:lnTo>
                <a:lnTo>
                  <a:pt x="2396" y="1281"/>
                </a:lnTo>
                <a:lnTo>
                  <a:pt x="2397" y="1281"/>
                </a:lnTo>
                <a:lnTo>
                  <a:pt x="2399" y="1280"/>
                </a:lnTo>
                <a:lnTo>
                  <a:pt x="2400" y="1280"/>
                </a:lnTo>
                <a:lnTo>
                  <a:pt x="2401" y="1279"/>
                </a:lnTo>
                <a:lnTo>
                  <a:pt x="2403" y="1279"/>
                </a:lnTo>
                <a:lnTo>
                  <a:pt x="2405" y="1280"/>
                </a:lnTo>
                <a:lnTo>
                  <a:pt x="2405" y="1282"/>
                </a:lnTo>
                <a:lnTo>
                  <a:pt x="2406" y="1283"/>
                </a:lnTo>
                <a:lnTo>
                  <a:pt x="2407" y="1284"/>
                </a:lnTo>
                <a:lnTo>
                  <a:pt x="2408" y="1284"/>
                </a:lnTo>
                <a:lnTo>
                  <a:pt x="2410" y="1284"/>
                </a:lnTo>
                <a:lnTo>
                  <a:pt x="2411" y="1284"/>
                </a:lnTo>
                <a:lnTo>
                  <a:pt x="2412" y="1284"/>
                </a:lnTo>
                <a:lnTo>
                  <a:pt x="2412" y="1283"/>
                </a:lnTo>
                <a:lnTo>
                  <a:pt x="2411" y="1282"/>
                </a:lnTo>
                <a:lnTo>
                  <a:pt x="2412" y="1282"/>
                </a:lnTo>
                <a:lnTo>
                  <a:pt x="2414" y="1282"/>
                </a:lnTo>
                <a:lnTo>
                  <a:pt x="2418" y="1286"/>
                </a:lnTo>
                <a:lnTo>
                  <a:pt x="2418" y="1285"/>
                </a:lnTo>
                <a:lnTo>
                  <a:pt x="2419" y="1285"/>
                </a:lnTo>
                <a:lnTo>
                  <a:pt x="2419" y="1287"/>
                </a:lnTo>
                <a:lnTo>
                  <a:pt x="2424" y="1289"/>
                </a:lnTo>
                <a:lnTo>
                  <a:pt x="2426" y="1289"/>
                </a:lnTo>
                <a:lnTo>
                  <a:pt x="2427" y="1289"/>
                </a:lnTo>
                <a:lnTo>
                  <a:pt x="2427" y="1288"/>
                </a:lnTo>
                <a:lnTo>
                  <a:pt x="2427" y="1287"/>
                </a:lnTo>
                <a:lnTo>
                  <a:pt x="2428" y="1287"/>
                </a:lnTo>
                <a:lnTo>
                  <a:pt x="2428" y="1288"/>
                </a:lnTo>
                <a:lnTo>
                  <a:pt x="2430" y="1288"/>
                </a:lnTo>
                <a:lnTo>
                  <a:pt x="2430" y="1289"/>
                </a:lnTo>
                <a:lnTo>
                  <a:pt x="2430" y="1290"/>
                </a:lnTo>
                <a:lnTo>
                  <a:pt x="2431" y="1290"/>
                </a:lnTo>
                <a:lnTo>
                  <a:pt x="2432" y="1290"/>
                </a:lnTo>
                <a:lnTo>
                  <a:pt x="2433" y="1291"/>
                </a:lnTo>
                <a:lnTo>
                  <a:pt x="2434" y="1291"/>
                </a:lnTo>
                <a:lnTo>
                  <a:pt x="2434" y="1292"/>
                </a:lnTo>
                <a:lnTo>
                  <a:pt x="2436" y="1295"/>
                </a:lnTo>
                <a:lnTo>
                  <a:pt x="2437" y="1295"/>
                </a:lnTo>
                <a:lnTo>
                  <a:pt x="2439" y="1295"/>
                </a:lnTo>
                <a:lnTo>
                  <a:pt x="2440" y="1295"/>
                </a:lnTo>
                <a:lnTo>
                  <a:pt x="2441" y="1297"/>
                </a:lnTo>
                <a:lnTo>
                  <a:pt x="2442" y="1298"/>
                </a:lnTo>
                <a:lnTo>
                  <a:pt x="2442" y="1299"/>
                </a:lnTo>
                <a:lnTo>
                  <a:pt x="2442" y="1298"/>
                </a:lnTo>
                <a:lnTo>
                  <a:pt x="2442" y="1299"/>
                </a:lnTo>
                <a:lnTo>
                  <a:pt x="2443" y="1300"/>
                </a:lnTo>
                <a:lnTo>
                  <a:pt x="2443" y="1301"/>
                </a:lnTo>
                <a:lnTo>
                  <a:pt x="2444" y="1302"/>
                </a:lnTo>
                <a:lnTo>
                  <a:pt x="2444" y="1303"/>
                </a:lnTo>
                <a:lnTo>
                  <a:pt x="2445" y="1303"/>
                </a:lnTo>
                <a:lnTo>
                  <a:pt x="2445" y="1302"/>
                </a:lnTo>
                <a:lnTo>
                  <a:pt x="2445" y="1303"/>
                </a:lnTo>
                <a:lnTo>
                  <a:pt x="2446" y="1304"/>
                </a:lnTo>
                <a:lnTo>
                  <a:pt x="2446" y="1308"/>
                </a:lnTo>
                <a:lnTo>
                  <a:pt x="2446" y="1309"/>
                </a:lnTo>
                <a:lnTo>
                  <a:pt x="2446" y="1310"/>
                </a:lnTo>
                <a:lnTo>
                  <a:pt x="2446" y="1313"/>
                </a:lnTo>
                <a:lnTo>
                  <a:pt x="2446" y="1314"/>
                </a:lnTo>
                <a:lnTo>
                  <a:pt x="2447" y="1314"/>
                </a:lnTo>
                <a:lnTo>
                  <a:pt x="2448" y="1313"/>
                </a:lnTo>
                <a:lnTo>
                  <a:pt x="2450" y="1313"/>
                </a:lnTo>
                <a:lnTo>
                  <a:pt x="2452" y="1311"/>
                </a:lnTo>
                <a:lnTo>
                  <a:pt x="2452" y="1312"/>
                </a:lnTo>
                <a:lnTo>
                  <a:pt x="2452" y="1313"/>
                </a:lnTo>
                <a:lnTo>
                  <a:pt x="2453" y="1314"/>
                </a:lnTo>
                <a:lnTo>
                  <a:pt x="2454" y="1314"/>
                </a:lnTo>
                <a:lnTo>
                  <a:pt x="2454" y="1312"/>
                </a:lnTo>
                <a:lnTo>
                  <a:pt x="2453" y="1311"/>
                </a:lnTo>
                <a:lnTo>
                  <a:pt x="2454" y="1310"/>
                </a:lnTo>
                <a:lnTo>
                  <a:pt x="2454" y="1309"/>
                </a:lnTo>
                <a:lnTo>
                  <a:pt x="2456" y="1308"/>
                </a:lnTo>
                <a:lnTo>
                  <a:pt x="2457" y="1308"/>
                </a:lnTo>
                <a:lnTo>
                  <a:pt x="2458" y="1308"/>
                </a:lnTo>
                <a:lnTo>
                  <a:pt x="2460" y="1310"/>
                </a:lnTo>
                <a:lnTo>
                  <a:pt x="2460" y="1311"/>
                </a:lnTo>
                <a:lnTo>
                  <a:pt x="2460" y="1312"/>
                </a:lnTo>
                <a:lnTo>
                  <a:pt x="2460" y="1315"/>
                </a:lnTo>
                <a:lnTo>
                  <a:pt x="2459" y="1316"/>
                </a:lnTo>
                <a:lnTo>
                  <a:pt x="2457" y="1316"/>
                </a:lnTo>
                <a:lnTo>
                  <a:pt x="2457" y="1315"/>
                </a:lnTo>
                <a:lnTo>
                  <a:pt x="2456" y="1316"/>
                </a:lnTo>
                <a:lnTo>
                  <a:pt x="2456" y="1317"/>
                </a:lnTo>
                <a:lnTo>
                  <a:pt x="2457" y="1318"/>
                </a:lnTo>
                <a:lnTo>
                  <a:pt x="2458" y="1318"/>
                </a:lnTo>
                <a:lnTo>
                  <a:pt x="2458" y="1319"/>
                </a:lnTo>
                <a:lnTo>
                  <a:pt x="2461" y="1321"/>
                </a:lnTo>
                <a:lnTo>
                  <a:pt x="2463" y="1324"/>
                </a:lnTo>
                <a:lnTo>
                  <a:pt x="2466" y="1326"/>
                </a:lnTo>
                <a:lnTo>
                  <a:pt x="2468" y="1324"/>
                </a:lnTo>
                <a:lnTo>
                  <a:pt x="2469" y="1322"/>
                </a:lnTo>
                <a:lnTo>
                  <a:pt x="2470" y="1322"/>
                </a:lnTo>
                <a:lnTo>
                  <a:pt x="2471" y="1323"/>
                </a:lnTo>
                <a:lnTo>
                  <a:pt x="2472" y="1323"/>
                </a:lnTo>
                <a:lnTo>
                  <a:pt x="2472" y="1324"/>
                </a:lnTo>
                <a:lnTo>
                  <a:pt x="2471" y="1324"/>
                </a:lnTo>
                <a:lnTo>
                  <a:pt x="2471" y="1325"/>
                </a:lnTo>
                <a:lnTo>
                  <a:pt x="2471" y="1326"/>
                </a:lnTo>
                <a:lnTo>
                  <a:pt x="2471" y="1327"/>
                </a:lnTo>
                <a:lnTo>
                  <a:pt x="2471" y="1328"/>
                </a:lnTo>
                <a:lnTo>
                  <a:pt x="2472" y="1328"/>
                </a:lnTo>
                <a:lnTo>
                  <a:pt x="2473" y="1327"/>
                </a:lnTo>
                <a:lnTo>
                  <a:pt x="2475" y="1326"/>
                </a:lnTo>
                <a:lnTo>
                  <a:pt x="2478" y="1328"/>
                </a:lnTo>
                <a:lnTo>
                  <a:pt x="2479" y="1328"/>
                </a:lnTo>
                <a:lnTo>
                  <a:pt x="2479" y="1329"/>
                </a:lnTo>
                <a:lnTo>
                  <a:pt x="2479" y="1330"/>
                </a:lnTo>
                <a:lnTo>
                  <a:pt x="2479" y="1331"/>
                </a:lnTo>
                <a:lnTo>
                  <a:pt x="2479" y="1332"/>
                </a:lnTo>
                <a:lnTo>
                  <a:pt x="2480" y="1332"/>
                </a:lnTo>
                <a:lnTo>
                  <a:pt x="2481" y="1333"/>
                </a:lnTo>
                <a:lnTo>
                  <a:pt x="2482" y="1333"/>
                </a:lnTo>
                <a:lnTo>
                  <a:pt x="2484" y="1330"/>
                </a:lnTo>
                <a:lnTo>
                  <a:pt x="2485" y="1329"/>
                </a:lnTo>
                <a:lnTo>
                  <a:pt x="2486" y="1326"/>
                </a:lnTo>
                <a:lnTo>
                  <a:pt x="2486" y="1325"/>
                </a:lnTo>
                <a:lnTo>
                  <a:pt x="2485" y="1324"/>
                </a:lnTo>
                <a:lnTo>
                  <a:pt x="2486" y="1323"/>
                </a:lnTo>
                <a:lnTo>
                  <a:pt x="2487" y="1322"/>
                </a:lnTo>
                <a:lnTo>
                  <a:pt x="2488" y="1319"/>
                </a:lnTo>
                <a:lnTo>
                  <a:pt x="2489" y="1317"/>
                </a:lnTo>
                <a:lnTo>
                  <a:pt x="2492" y="1317"/>
                </a:lnTo>
                <a:lnTo>
                  <a:pt x="2492" y="1318"/>
                </a:lnTo>
                <a:lnTo>
                  <a:pt x="2491" y="1319"/>
                </a:lnTo>
                <a:lnTo>
                  <a:pt x="2490" y="1323"/>
                </a:lnTo>
                <a:lnTo>
                  <a:pt x="2490" y="1325"/>
                </a:lnTo>
                <a:lnTo>
                  <a:pt x="2490" y="1329"/>
                </a:lnTo>
                <a:lnTo>
                  <a:pt x="2490" y="1330"/>
                </a:lnTo>
                <a:lnTo>
                  <a:pt x="2491" y="1330"/>
                </a:lnTo>
                <a:lnTo>
                  <a:pt x="2492" y="1330"/>
                </a:lnTo>
                <a:lnTo>
                  <a:pt x="2495" y="1330"/>
                </a:lnTo>
                <a:lnTo>
                  <a:pt x="2496" y="1330"/>
                </a:lnTo>
                <a:lnTo>
                  <a:pt x="2498" y="1335"/>
                </a:lnTo>
                <a:lnTo>
                  <a:pt x="2499" y="1335"/>
                </a:lnTo>
                <a:lnTo>
                  <a:pt x="2499" y="1333"/>
                </a:lnTo>
                <a:lnTo>
                  <a:pt x="2499" y="1332"/>
                </a:lnTo>
                <a:lnTo>
                  <a:pt x="2499" y="1331"/>
                </a:lnTo>
                <a:lnTo>
                  <a:pt x="2500" y="1330"/>
                </a:lnTo>
                <a:lnTo>
                  <a:pt x="2500" y="1331"/>
                </a:lnTo>
                <a:lnTo>
                  <a:pt x="2502" y="1332"/>
                </a:lnTo>
                <a:lnTo>
                  <a:pt x="2503" y="1333"/>
                </a:lnTo>
                <a:lnTo>
                  <a:pt x="2504" y="1333"/>
                </a:lnTo>
                <a:lnTo>
                  <a:pt x="2504" y="1331"/>
                </a:lnTo>
                <a:lnTo>
                  <a:pt x="2504" y="1330"/>
                </a:lnTo>
                <a:lnTo>
                  <a:pt x="2509" y="1332"/>
                </a:lnTo>
                <a:lnTo>
                  <a:pt x="2513" y="1332"/>
                </a:lnTo>
                <a:lnTo>
                  <a:pt x="2514" y="1334"/>
                </a:lnTo>
                <a:lnTo>
                  <a:pt x="2515" y="1339"/>
                </a:lnTo>
                <a:lnTo>
                  <a:pt x="2518" y="1341"/>
                </a:lnTo>
                <a:lnTo>
                  <a:pt x="2520" y="1344"/>
                </a:lnTo>
                <a:lnTo>
                  <a:pt x="2523" y="1349"/>
                </a:lnTo>
                <a:lnTo>
                  <a:pt x="2523" y="1351"/>
                </a:lnTo>
                <a:lnTo>
                  <a:pt x="2522" y="1354"/>
                </a:lnTo>
                <a:lnTo>
                  <a:pt x="2522" y="1355"/>
                </a:lnTo>
                <a:lnTo>
                  <a:pt x="2523" y="1355"/>
                </a:lnTo>
                <a:lnTo>
                  <a:pt x="2526" y="1356"/>
                </a:lnTo>
                <a:lnTo>
                  <a:pt x="2528" y="1357"/>
                </a:lnTo>
                <a:lnTo>
                  <a:pt x="2534" y="1359"/>
                </a:lnTo>
                <a:lnTo>
                  <a:pt x="2538" y="1360"/>
                </a:lnTo>
                <a:lnTo>
                  <a:pt x="2538" y="1359"/>
                </a:lnTo>
                <a:lnTo>
                  <a:pt x="2539" y="1356"/>
                </a:lnTo>
                <a:lnTo>
                  <a:pt x="2541" y="1354"/>
                </a:lnTo>
                <a:lnTo>
                  <a:pt x="2540" y="1354"/>
                </a:lnTo>
                <a:lnTo>
                  <a:pt x="2540" y="1353"/>
                </a:lnTo>
                <a:lnTo>
                  <a:pt x="2539" y="1352"/>
                </a:lnTo>
                <a:lnTo>
                  <a:pt x="2539" y="1351"/>
                </a:lnTo>
                <a:lnTo>
                  <a:pt x="2539" y="1350"/>
                </a:lnTo>
                <a:lnTo>
                  <a:pt x="2539" y="1349"/>
                </a:lnTo>
                <a:lnTo>
                  <a:pt x="2540" y="1348"/>
                </a:lnTo>
                <a:lnTo>
                  <a:pt x="2541" y="1350"/>
                </a:lnTo>
                <a:lnTo>
                  <a:pt x="2542" y="1351"/>
                </a:lnTo>
                <a:lnTo>
                  <a:pt x="2545" y="1353"/>
                </a:lnTo>
                <a:lnTo>
                  <a:pt x="2546" y="1353"/>
                </a:lnTo>
                <a:lnTo>
                  <a:pt x="2548" y="1356"/>
                </a:lnTo>
                <a:lnTo>
                  <a:pt x="2549" y="1357"/>
                </a:lnTo>
                <a:lnTo>
                  <a:pt x="2550" y="1356"/>
                </a:lnTo>
                <a:lnTo>
                  <a:pt x="2552" y="1357"/>
                </a:lnTo>
                <a:lnTo>
                  <a:pt x="2554" y="1358"/>
                </a:lnTo>
                <a:lnTo>
                  <a:pt x="2555" y="1357"/>
                </a:lnTo>
                <a:lnTo>
                  <a:pt x="2555" y="1356"/>
                </a:lnTo>
                <a:lnTo>
                  <a:pt x="2557" y="1355"/>
                </a:lnTo>
                <a:lnTo>
                  <a:pt x="2557" y="1356"/>
                </a:lnTo>
                <a:lnTo>
                  <a:pt x="2558" y="1356"/>
                </a:lnTo>
                <a:lnTo>
                  <a:pt x="2559" y="1358"/>
                </a:lnTo>
                <a:lnTo>
                  <a:pt x="2559" y="1359"/>
                </a:lnTo>
                <a:lnTo>
                  <a:pt x="2560" y="1360"/>
                </a:lnTo>
                <a:lnTo>
                  <a:pt x="2561" y="1363"/>
                </a:lnTo>
                <a:lnTo>
                  <a:pt x="2563" y="1366"/>
                </a:lnTo>
                <a:lnTo>
                  <a:pt x="2563" y="1367"/>
                </a:lnTo>
                <a:lnTo>
                  <a:pt x="2562" y="1372"/>
                </a:lnTo>
                <a:lnTo>
                  <a:pt x="2562" y="1381"/>
                </a:lnTo>
                <a:lnTo>
                  <a:pt x="2562" y="1382"/>
                </a:lnTo>
                <a:lnTo>
                  <a:pt x="2563" y="1385"/>
                </a:lnTo>
                <a:lnTo>
                  <a:pt x="2565" y="1389"/>
                </a:lnTo>
                <a:lnTo>
                  <a:pt x="2564" y="1392"/>
                </a:lnTo>
                <a:lnTo>
                  <a:pt x="2564" y="1396"/>
                </a:lnTo>
                <a:lnTo>
                  <a:pt x="2565" y="1400"/>
                </a:lnTo>
                <a:lnTo>
                  <a:pt x="2566" y="1402"/>
                </a:lnTo>
                <a:lnTo>
                  <a:pt x="2567" y="1403"/>
                </a:lnTo>
                <a:lnTo>
                  <a:pt x="2570" y="1407"/>
                </a:lnTo>
                <a:lnTo>
                  <a:pt x="2573" y="1412"/>
                </a:lnTo>
                <a:lnTo>
                  <a:pt x="2574" y="1414"/>
                </a:lnTo>
                <a:lnTo>
                  <a:pt x="2575" y="1416"/>
                </a:lnTo>
                <a:lnTo>
                  <a:pt x="2575" y="1417"/>
                </a:lnTo>
                <a:lnTo>
                  <a:pt x="2574" y="1417"/>
                </a:lnTo>
                <a:lnTo>
                  <a:pt x="2574" y="1418"/>
                </a:lnTo>
                <a:lnTo>
                  <a:pt x="2573" y="1419"/>
                </a:lnTo>
                <a:lnTo>
                  <a:pt x="2573" y="1421"/>
                </a:lnTo>
                <a:lnTo>
                  <a:pt x="2573" y="1422"/>
                </a:lnTo>
                <a:lnTo>
                  <a:pt x="2574" y="1422"/>
                </a:lnTo>
                <a:lnTo>
                  <a:pt x="2574" y="1423"/>
                </a:lnTo>
                <a:lnTo>
                  <a:pt x="2572" y="1427"/>
                </a:lnTo>
                <a:lnTo>
                  <a:pt x="2572" y="1428"/>
                </a:lnTo>
                <a:lnTo>
                  <a:pt x="2571" y="1428"/>
                </a:lnTo>
                <a:lnTo>
                  <a:pt x="2571" y="1429"/>
                </a:lnTo>
                <a:lnTo>
                  <a:pt x="2570" y="1429"/>
                </a:lnTo>
                <a:lnTo>
                  <a:pt x="2570" y="1435"/>
                </a:lnTo>
                <a:lnTo>
                  <a:pt x="2570" y="1436"/>
                </a:lnTo>
                <a:lnTo>
                  <a:pt x="2571" y="1439"/>
                </a:lnTo>
                <a:lnTo>
                  <a:pt x="2571" y="1440"/>
                </a:lnTo>
                <a:lnTo>
                  <a:pt x="2572" y="1441"/>
                </a:lnTo>
                <a:lnTo>
                  <a:pt x="2572" y="1442"/>
                </a:lnTo>
                <a:lnTo>
                  <a:pt x="2571" y="1443"/>
                </a:lnTo>
                <a:lnTo>
                  <a:pt x="2570" y="1444"/>
                </a:lnTo>
                <a:lnTo>
                  <a:pt x="2569" y="1446"/>
                </a:lnTo>
                <a:lnTo>
                  <a:pt x="2570" y="1446"/>
                </a:lnTo>
                <a:lnTo>
                  <a:pt x="2569" y="1446"/>
                </a:lnTo>
                <a:lnTo>
                  <a:pt x="2569" y="1447"/>
                </a:lnTo>
                <a:lnTo>
                  <a:pt x="2568" y="1448"/>
                </a:lnTo>
                <a:lnTo>
                  <a:pt x="2567" y="1449"/>
                </a:lnTo>
                <a:lnTo>
                  <a:pt x="2567" y="1450"/>
                </a:lnTo>
                <a:lnTo>
                  <a:pt x="2567" y="1451"/>
                </a:lnTo>
                <a:lnTo>
                  <a:pt x="2568" y="1452"/>
                </a:lnTo>
                <a:lnTo>
                  <a:pt x="2568" y="1455"/>
                </a:lnTo>
                <a:lnTo>
                  <a:pt x="2567" y="1457"/>
                </a:lnTo>
                <a:lnTo>
                  <a:pt x="2566" y="1458"/>
                </a:lnTo>
                <a:lnTo>
                  <a:pt x="2565" y="1458"/>
                </a:lnTo>
                <a:lnTo>
                  <a:pt x="2565" y="1457"/>
                </a:lnTo>
                <a:lnTo>
                  <a:pt x="2564" y="1457"/>
                </a:lnTo>
                <a:lnTo>
                  <a:pt x="2564" y="1458"/>
                </a:lnTo>
                <a:lnTo>
                  <a:pt x="2564" y="1459"/>
                </a:lnTo>
                <a:lnTo>
                  <a:pt x="2563" y="1460"/>
                </a:lnTo>
                <a:lnTo>
                  <a:pt x="2563" y="1459"/>
                </a:lnTo>
                <a:lnTo>
                  <a:pt x="2562" y="1458"/>
                </a:lnTo>
                <a:lnTo>
                  <a:pt x="2561" y="1458"/>
                </a:lnTo>
                <a:lnTo>
                  <a:pt x="2560" y="1458"/>
                </a:lnTo>
                <a:lnTo>
                  <a:pt x="2559" y="1459"/>
                </a:lnTo>
                <a:lnTo>
                  <a:pt x="2558" y="1458"/>
                </a:lnTo>
                <a:lnTo>
                  <a:pt x="2557" y="1458"/>
                </a:lnTo>
                <a:lnTo>
                  <a:pt x="2556" y="1457"/>
                </a:lnTo>
                <a:lnTo>
                  <a:pt x="2555" y="1457"/>
                </a:lnTo>
                <a:lnTo>
                  <a:pt x="2555" y="1458"/>
                </a:lnTo>
                <a:lnTo>
                  <a:pt x="2555" y="1459"/>
                </a:lnTo>
                <a:lnTo>
                  <a:pt x="2554" y="1459"/>
                </a:lnTo>
                <a:lnTo>
                  <a:pt x="2553" y="1459"/>
                </a:lnTo>
                <a:lnTo>
                  <a:pt x="2552" y="1461"/>
                </a:lnTo>
                <a:lnTo>
                  <a:pt x="2552" y="1462"/>
                </a:lnTo>
                <a:lnTo>
                  <a:pt x="2552" y="1463"/>
                </a:lnTo>
                <a:lnTo>
                  <a:pt x="2552" y="1464"/>
                </a:lnTo>
                <a:lnTo>
                  <a:pt x="2549" y="1465"/>
                </a:lnTo>
                <a:lnTo>
                  <a:pt x="2549" y="1466"/>
                </a:lnTo>
                <a:lnTo>
                  <a:pt x="2548" y="1466"/>
                </a:lnTo>
                <a:lnTo>
                  <a:pt x="2547" y="1466"/>
                </a:lnTo>
                <a:lnTo>
                  <a:pt x="2546" y="1466"/>
                </a:lnTo>
                <a:lnTo>
                  <a:pt x="2545" y="1468"/>
                </a:lnTo>
                <a:lnTo>
                  <a:pt x="2544" y="1469"/>
                </a:lnTo>
                <a:lnTo>
                  <a:pt x="2544" y="1470"/>
                </a:lnTo>
                <a:lnTo>
                  <a:pt x="2543" y="1471"/>
                </a:lnTo>
                <a:lnTo>
                  <a:pt x="2542" y="1471"/>
                </a:lnTo>
                <a:lnTo>
                  <a:pt x="2542" y="1473"/>
                </a:lnTo>
                <a:lnTo>
                  <a:pt x="2542" y="1474"/>
                </a:lnTo>
                <a:lnTo>
                  <a:pt x="2543" y="1475"/>
                </a:lnTo>
                <a:lnTo>
                  <a:pt x="2544" y="1475"/>
                </a:lnTo>
                <a:lnTo>
                  <a:pt x="2543" y="1476"/>
                </a:lnTo>
                <a:lnTo>
                  <a:pt x="2543" y="1478"/>
                </a:lnTo>
                <a:lnTo>
                  <a:pt x="2544" y="1478"/>
                </a:lnTo>
                <a:lnTo>
                  <a:pt x="2545" y="1478"/>
                </a:lnTo>
                <a:lnTo>
                  <a:pt x="2546" y="1479"/>
                </a:lnTo>
                <a:lnTo>
                  <a:pt x="2547" y="1481"/>
                </a:lnTo>
                <a:lnTo>
                  <a:pt x="2547" y="1483"/>
                </a:lnTo>
                <a:lnTo>
                  <a:pt x="2547" y="1484"/>
                </a:lnTo>
                <a:lnTo>
                  <a:pt x="2547" y="1488"/>
                </a:lnTo>
                <a:lnTo>
                  <a:pt x="2547" y="1489"/>
                </a:lnTo>
                <a:lnTo>
                  <a:pt x="2547" y="1490"/>
                </a:lnTo>
                <a:lnTo>
                  <a:pt x="2548" y="1490"/>
                </a:lnTo>
                <a:lnTo>
                  <a:pt x="2548" y="1491"/>
                </a:lnTo>
                <a:lnTo>
                  <a:pt x="2548" y="1492"/>
                </a:lnTo>
                <a:lnTo>
                  <a:pt x="2548" y="1494"/>
                </a:lnTo>
                <a:lnTo>
                  <a:pt x="2547" y="1494"/>
                </a:lnTo>
                <a:lnTo>
                  <a:pt x="2547" y="1495"/>
                </a:lnTo>
                <a:lnTo>
                  <a:pt x="2547" y="1496"/>
                </a:lnTo>
                <a:lnTo>
                  <a:pt x="2547" y="1497"/>
                </a:lnTo>
                <a:lnTo>
                  <a:pt x="2548" y="1498"/>
                </a:lnTo>
                <a:lnTo>
                  <a:pt x="2548" y="1499"/>
                </a:lnTo>
                <a:lnTo>
                  <a:pt x="2549" y="1500"/>
                </a:lnTo>
                <a:lnTo>
                  <a:pt x="2549" y="1502"/>
                </a:lnTo>
                <a:lnTo>
                  <a:pt x="2548" y="1502"/>
                </a:lnTo>
                <a:lnTo>
                  <a:pt x="2548" y="1503"/>
                </a:lnTo>
                <a:lnTo>
                  <a:pt x="2548" y="1504"/>
                </a:lnTo>
                <a:lnTo>
                  <a:pt x="2547" y="1504"/>
                </a:lnTo>
                <a:lnTo>
                  <a:pt x="2546" y="1504"/>
                </a:lnTo>
                <a:lnTo>
                  <a:pt x="2546" y="1505"/>
                </a:lnTo>
                <a:lnTo>
                  <a:pt x="2547" y="1506"/>
                </a:lnTo>
                <a:lnTo>
                  <a:pt x="2548" y="1507"/>
                </a:lnTo>
                <a:lnTo>
                  <a:pt x="2547" y="1508"/>
                </a:lnTo>
                <a:lnTo>
                  <a:pt x="2547" y="1509"/>
                </a:lnTo>
                <a:lnTo>
                  <a:pt x="2547" y="1510"/>
                </a:lnTo>
                <a:lnTo>
                  <a:pt x="2547" y="1511"/>
                </a:lnTo>
                <a:lnTo>
                  <a:pt x="2548" y="1512"/>
                </a:lnTo>
                <a:lnTo>
                  <a:pt x="2549" y="1513"/>
                </a:lnTo>
                <a:lnTo>
                  <a:pt x="2548" y="1515"/>
                </a:lnTo>
                <a:lnTo>
                  <a:pt x="2547" y="1517"/>
                </a:lnTo>
                <a:lnTo>
                  <a:pt x="2547" y="1519"/>
                </a:lnTo>
                <a:lnTo>
                  <a:pt x="2547" y="1520"/>
                </a:lnTo>
                <a:lnTo>
                  <a:pt x="2548" y="1520"/>
                </a:lnTo>
                <a:lnTo>
                  <a:pt x="2548" y="1521"/>
                </a:lnTo>
                <a:lnTo>
                  <a:pt x="2549" y="1521"/>
                </a:lnTo>
                <a:lnTo>
                  <a:pt x="2549" y="1522"/>
                </a:lnTo>
                <a:lnTo>
                  <a:pt x="2549" y="1523"/>
                </a:lnTo>
                <a:lnTo>
                  <a:pt x="2550" y="1525"/>
                </a:lnTo>
                <a:lnTo>
                  <a:pt x="2550" y="1527"/>
                </a:lnTo>
                <a:lnTo>
                  <a:pt x="2551" y="1527"/>
                </a:lnTo>
                <a:lnTo>
                  <a:pt x="2551" y="1529"/>
                </a:lnTo>
                <a:lnTo>
                  <a:pt x="2552" y="1529"/>
                </a:lnTo>
                <a:lnTo>
                  <a:pt x="2552" y="1530"/>
                </a:lnTo>
                <a:lnTo>
                  <a:pt x="2553" y="1530"/>
                </a:lnTo>
                <a:lnTo>
                  <a:pt x="2554" y="1530"/>
                </a:lnTo>
                <a:lnTo>
                  <a:pt x="2555" y="1531"/>
                </a:lnTo>
                <a:lnTo>
                  <a:pt x="2555" y="1532"/>
                </a:lnTo>
                <a:lnTo>
                  <a:pt x="2556" y="1533"/>
                </a:lnTo>
                <a:lnTo>
                  <a:pt x="2557" y="1533"/>
                </a:lnTo>
                <a:lnTo>
                  <a:pt x="2558" y="1533"/>
                </a:lnTo>
                <a:lnTo>
                  <a:pt x="2559" y="1534"/>
                </a:lnTo>
                <a:lnTo>
                  <a:pt x="2559" y="1535"/>
                </a:lnTo>
                <a:lnTo>
                  <a:pt x="2560" y="1535"/>
                </a:lnTo>
                <a:lnTo>
                  <a:pt x="2561" y="1536"/>
                </a:lnTo>
                <a:lnTo>
                  <a:pt x="2562" y="1537"/>
                </a:lnTo>
                <a:lnTo>
                  <a:pt x="2563" y="1537"/>
                </a:lnTo>
                <a:lnTo>
                  <a:pt x="2564" y="1538"/>
                </a:lnTo>
                <a:lnTo>
                  <a:pt x="2564" y="1539"/>
                </a:lnTo>
                <a:lnTo>
                  <a:pt x="2564" y="1540"/>
                </a:lnTo>
                <a:lnTo>
                  <a:pt x="2564" y="1541"/>
                </a:lnTo>
                <a:lnTo>
                  <a:pt x="2565" y="1542"/>
                </a:lnTo>
                <a:lnTo>
                  <a:pt x="2565" y="1543"/>
                </a:lnTo>
                <a:lnTo>
                  <a:pt x="2564" y="1545"/>
                </a:lnTo>
                <a:lnTo>
                  <a:pt x="2564" y="1546"/>
                </a:lnTo>
                <a:lnTo>
                  <a:pt x="2563" y="1546"/>
                </a:lnTo>
                <a:lnTo>
                  <a:pt x="2563" y="1547"/>
                </a:lnTo>
                <a:lnTo>
                  <a:pt x="2562" y="1549"/>
                </a:lnTo>
                <a:lnTo>
                  <a:pt x="2562" y="1550"/>
                </a:lnTo>
                <a:lnTo>
                  <a:pt x="2562" y="1551"/>
                </a:lnTo>
                <a:lnTo>
                  <a:pt x="2563" y="1552"/>
                </a:lnTo>
                <a:lnTo>
                  <a:pt x="2563" y="1553"/>
                </a:lnTo>
                <a:lnTo>
                  <a:pt x="2564" y="1553"/>
                </a:lnTo>
                <a:lnTo>
                  <a:pt x="2565" y="1553"/>
                </a:lnTo>
                <a:lnTo>
                  <a:pt x="2565" y="1554"/>
                </a:lnTo>
                <a:lnTo>
                  <a:pt x="2565" y="1557"/>
                </a:lnTo>
                <a:lnTo>
                  <a:pt x="2564" y="1557"/>
                </a:lnTo>
                <a:lnTo>
                  <a:pt x="2566" y="1560"/>
                </a:lnTo>
                <a:lnTo>
                  <a:pt x="2566" y="1561"/>
                </a:lnTo>
                <a:lnTo>
                  <a:pt x="2567" y="1562"/>
                </a:lnTo>
                <a:lnTo>
                  <a:pt x="2567" y="1564"/>
                </a:lnTo>
                <a:lnTo>
                  <a:pt x="2566" y="1564"/>
                </a:lnTo>
                <a:lnTo>
                  <a:pt x="2566" y="1565"/>
                </a:lnTo>
                <a:lnTo>
                  <a:pt x="2566" y="1566"/>
                </a:lnTo>
                <a:lnTo>
                  <a:pt x="2567" y="1567"/>
                </a:lnTo>
                <a:lnTo>
                  <a:pt x="2568" y="1568"/>
                </a:lnTo>
                <a:lnTo>
                  <a:pt x="2568" y="1569"/>
                </a:lnTo>
                <a:lnTo>
                  <a:pt x="2569" y="1570"/>
                </a:lnTo>
                <a:lnTo>
                  <a:pt x="2569" y="1571"/>
                </a:lnTo>
                <a:lnTo>
                  <a:pt x="2568" y="1571"/>
                </a:lnTo>
                <a:lnTo>
                  <a:pt x="2567" y="1572"/>
                </a:lnTo>
                <a:lnTo>
                  <a:pt x="2567" y="1573"/>
                </a:lnTo>
                <a:lnTo>
                  <a:pt x="2566" y="1573"/>
                </a:lnTo>
                <a:lnTo>
                  <a:pt x="2566" y="1574"/>
                </a:lnTo>
                <a:lnTo>
                  <a:pt x="2565" y="1575"/>
                </a:lnTo>
                <a:lnTo>
                  <a:pt x="2565" y="1576"/>
                </a:lnTo>
                <a:lnTo>
                  <a:pt x="2565" y="1577"/>
                </a:lnTo>
                <a:lnTo>
                  <a:pt x="2565" y="1578"/>
                </a:lnTo>
                <a:lnTo>
                  <a:pt x="2564" y="1578"/>
                </a:lnTo>
                <a:lnTo>
                  <a:pt x="2564" y="1579"/>
                </a:lnTo>
                <a:lnTo>
                  <a:pt x="2564" y="1580"/>
                </a:lnTo>
                <a:lnTo>
                  <a:pt x="2565" y="1580"/>
                </a:lnTo>
                <a:lnTo>
                  <a:pt x="2565" y="1583"/>
                </a:lnTo>
                <a:lnTo>
                  <a:pt x="2564" y="1583"/>
                </a:lnTo>
                <a:lnTo>
                  <a:pt x="2564" y="1584"/>
                </a:lnTo>
                <a:lnTo>
                  <a:pt x="2565" y="1585"/>
                </a:lnTo>
                <a:lnTo>
                  <a:pt x="2566" y="1585"/>
                </a:lnTo>
                <a:lnTo>
                  <a:pt x="2565" y="1586"/>
                </a:lnTo>
                <a:lnTo>
                  <a:pt x="2565" y="1587"/>
                </a:lnTo>
                <a:lnTo>
                  <a:pt x="2565" y="1586"/>
                </a:lnTo>
                <a:lnTo>
                  <a:pt x="2565" y="1587"/>
                </a:lnTo>
                <a:lnTo>
                  <a:pt x="2564" y="1587"/>
                </a:lnTo>
                <a:lnTo>
                  <a:pt x="2564" y="1588"/>
                </a:lnTo>
                <a:lnTo>
                  <a:pt x="2564" y="1589"/>
                </a:lnTo>
                <a:lnTo>
                  <a:pt x="2563" y="1590"/>
                </a:lnTo>
                <a:lnTo>
                  <a:pt x="2562" y="1590"/>
                </a:lnTo>
                <a:lnTo>
                  <a:pt x="2561" y="1590"/>
                </a:lnTo>
                <a:lnTo>
                  <a:pt x="2561" y="1591"/>
                </a:lnTo>
                <a:lnTo>
                  <a:pt x="2560" y="1593"/>
                </a:lnTo>
                <a:lnTo>
                  <a:pt x="2560" y="1594"/>
                </a:lnTo>
                <a:lnTo>
                  <a:pt x="2557" y="1594"/>
                </a:lnTo>
                <a:lnTo>
                  <a:pt x="2556" y="1593"/>
                </a:lnTo>
                <a:lnTo>
                  <a:pt x="2554" y="1592"/>
                </a:lnTo>
                <a:lnTo>
                  <a:pt x="2554" y="1591"/>
                </a:lnTo>
                <a:lnTo>
                  <a:pt x="2553" y="1591"/>
                </a:lnTo>
                <a:lnTo>
                  <a:pt x="2552" y="1593"/>
                </a:lnTo>
                <a:lnTo>
                  <a:pt x="2551" y="1593"/>
                </a:lnTo>
                <a:lnTo>
                  <a:pt x="2551" y="1594"/>
                </a:lnTo>
                <a:lnTo>
                  <a:pt x="2550" y="1595"/>
                </a:lnTo>
                <a:lnTo>
                  <a:pt x="2546" y="1596"/>
                </a:lnTo>
                <a:lnTo>
                  <a:pt x="2545" y="1596"/>
                </a:lnTo>
                <a:lnTo>
                  <a:pt x="2544" y="1597"/>
                </a:lnTo>
                <a:lnTo>
                  <a:pt x="2543" y="1597"/>
                </a:lnTo>
                <a:lnTo>
                  <a:pt x="2542" y="1597"/>
                </a:lnTo>
                <a:lnTo>
                  <a:pt x="2541" y="1597"/>
                </a:lnTo>
                <a:lnTo>
                  <a:pt x="2540" y="1598"/>
                </a:lnTo>
                <a:lnTo>
                  <a:pt x="2539" y="1598"/>
                </a:lnTo>
                <a:lnTo>
                  <a:pt x="2538" y="1598"/>
                </a:lnTo>
                <a:lnTo>
                  <a:pt x="2537" y="1598"/>
                </a:lnTo>
                <a:lnTo>
                  <a:pt x="2536" y="1598"/>
                </a:lnTo>
                <a:lnTo>
                  <a:pt x="2535" y="1598"/>
                </a:lnTo>
                <a:lnTo>
                  <a:pt x="2535" y="1597"/>
                </a:lnTo>
                <a:lnTo>
                  <a:pt x="2534" y="1597"/>
                </a:lnTo>
                <a:lnTo>
                  <a:pt x="2534" y="1598"/>
                </a:lnTo>
                <a:lnTo>
                  <a:pt x="2533" y="1598"/>
                </a:lnTo>
                <a:lnTo>
                  <a:pt x="2532" y="1598"/>
                </a:lnTo>
                <a:lnTo>
                  <a:pt x="2530" y="1597"/>
                </a:lnTo>
                <a:lnTo>
                  <a:pt x="2529" y="1597"/>
                </a:lnTo>
                <a:lnTo>
                  <a:pt x="2530" y="1597"/>
                </a:lnTo>
                <a:lnTo>
                  <a:pt x="2530" y="1596"/>
                </a:lnTo>
                <a:lnTo>
                  <a:pt x="2529" y="1596"/>
                </a:lnTo>
                <a:lnTo>
                  <a:pt x="2528" y="1596"/>
                </a:lnTo>
                <a:lnTo>
                  <a:pt x="2527" y="1595"/>
                </a:lnTo>
                <a:lnTo>
                  <a:pt x="2526" y="1595"/>
                </a:lnTo>
                <a:lnTo>
                  <a:pt x="2525" y="1596"/>
                </a:lnTo>
                <a:lnTo>
                  <a:pt x="2525" y="1597"/>
                </a:lnTo>
                <a:lnTo>
                  <a:pt x="2525" y="1598"/>
                </a:lnTo>
                <a:lnTo>
                  <a:pt x="2524" y="1598"/>
                </a:lnTo>
                <a:lnTo>
                  <a:pt x="2524" y="1597"/>
                </a:lnTo>
                <a:lnTo>
                  <a:pt x="2523" y="1597"/>
                </a:lnTo>
                <a:lnTo>
                  <a:pt x="2523" y="1596"/>
                </a:lnTo>
                <a:lnTo>
                  <a:pt x="2522" y="1596"/>
                </a:lnTo>
                <a:lnTo>
                  <a:pt x="2523" y="1596"/>
                </a:lnTo>
                <a:lnTo>
                  <a:pt x="2523" y="1595"/>
                </a:lnTo>
                <a:lnTo>
                  <a:pt x="2522" y="1593"/>
                </a:lnTo>
                <a:lnTo>
                  <a:pt x="2521" y="1593"/>
                </a:lnTo>
                <a:lnTo>
                  <a:pt x="2520" y="1593"/>
                </a:lnTo>
                <a:lnTo>
                  <a:pt x="2519" y="1594"/>
                </a:lnTo>
                <a:lnTo>
                  <a:pt x="2519" y="1595"/>
                </a:lnTo>
                <a:lnTo>
                  <a:pt x="2519" y="1596"/>
                </a:lnTo>
                <a:lnTo>
                  <a:pt x="2518" y="1596"/>
                </a:lnTo>
                <a:lnTo>
                  <a:pt x="2516" y="1596"/>
                </a:lnTo>
                <a:lnTo>
                  <a:pt x="2516" y="1595"/>
                </a:lnTo>
                <a:lnTo>
                  <a:pt x="2515" y="1595"/>
                </a:lnTo>
                <a:lnTo>
                  <a:pt x="2515" y="1594"/>
                </a:lnTo>
                <a:lnTo>
                  <a:pt x="2515" y="1595"/>
                </a:lnTo>
                <a:lnTo>
                  <a:pt x="2515" y="1596"/>
                </a:lnTo>
                <a:lnTo>
                  <a:pt x="2515" y="1597"/>
                </a:lnTo>
                <a:lnTo>
                  <a:pt x="2515" y="1598"/>
                </a:lnTo>
                <a:lnTo>
                  <a:pt x="2515" y="1599"/>
                </a:lnTo>
                <a:lnTo>
                  <a:pt x="2514" y="1600"/>
                </a:lnTo>
                <a:lnTo>
                  <a:pt x="2513" y="1600"/>
                </a:lnTo>
                <a:lnTo>
                  <a:pt x="2511" y="1601"/>
                </a:lnTo>
                <a:lnTo>
                  <a:pt x="2509" y="1601"/>
                </a:lnTo>
                <a:lnTo>
                  <a:pt x="2508" y="1601"/>
                </a:lnTo>
                <a:lnTo>
                  <a:pt x="2508" y="1600"/>
                </a:lnTo>
                <a:lnTo>
                  <a:pt x="2509" y="1600"/>
                </a:lnTo>
                <a:lnTo>
                  <a:pt x="2509" y="1601"/>
                </a:lnTo>
                <a:lnTo>
                  <a:pt x="2509" y="1600"/>
                </a:lnTo>
                <a:lnTo>
                  <a:pt x="2508" y="1600"/>
                </a:lnTo>
                <a:lnTo>
                  <a:pt x="2507" y="1600"/>
                </a:lnTo>
                <a:lnTo>
                  <a:pt x="2506" y="1601"/>
                </a:lnTo>
                <a:lnTo>
                  <a:pt x="2507" y="1601"/>
                </a:lnTo>
                <a:lnTo>
                  <a:pt x="2507" y="1602"/>
                </a:lnTo>
                <a:lnTo>
                  <a:pt x="2507" y="1603"/>
                </a:lnTo>
                <a:lnTo>
                  <a:pt x="2507" y="1604"/>
                </a:lnTo>
                <a:lnTo>
                  <a:pt x="2506" y="1603"/>
                </a:lnTo>
                <a:lnTo>
                  <a:pt x="2505" y="1602"/>
                </a:lnTo>
                <a:lnTo>
                  <a:pt x="2504" y="1602"/>
                </a:lnTo>
                <a:lnTo>
                  <a:pt x="2503" y="1600"/>
                </a:lnTo>
                <a:lnTo>
                  <a:pt x="2502" y="1599"/>
                </a:lnTo>
                <a:lnTo>
                  <a:pt x="2502" y="1598"/>
                </a:lnTo>
                <a:lnTo>
                  <a:pt x="2503" y="1597"/>
                </a:lnTo>
                <a:lnTo>
                  <a:pt x="2503" y="1596"/>
                </a:lnTo>
                <a:lnTo>
                  <a:pt x="2502" y="1596"/>
                </a:lnTo>
                <a:lnTo>
                  <a:pt x="2501" y="1596"/>
                </a:lnTo>
                <a:lnTo>
                  <a:pt x="2501" y="1595"/>
                </a:lnTo>
                <a:lnTo>
                  <a:pt x="2501" y="1594"/>
                </a:lnTo>
                <a:lnTo>
                  <a:pt x="2500" y="1594"/>
                </a:lnTo>
                <a:lnTo>
                  <a:pt x="2499" y="1594"/>
                </a:lnTo>
                <a:lnTo>
                  <a:pt x="2498" y="1594"/>
                </a:lnTo>
                <a:lnTo>
                  <a:pt x="2497" y="1594"/>
                </a:lnTo>
                <a:lnTo>
                  <a:pt x="2496" y="1594"/>
                </a:lnTo>
                <a:lnTo>
                  <a:pt x="2495" y="1594"/>
                </a:lnTo>
                <a:lnTo>
                  <a:pt x="2494" y="1594"/>
                </a:lnTo>
                <a:lnTo>
                  <a:pt x="2492" y="1593"/>
                </a:lnTo>
                <a:lnTo>
                  <a:pt x="2491" y="1595"/>
                </a:lnTo>
                <a:lnTo>
                  <a:pt x="2490" y="1595"/>
                </a:lnTo>
                <a:lnTo>
                  <a:pt x="2490" y="1596"/>
                </a:lnTo>
                <a:lnTo>
                  <a:pt x="2489" y="1596"/>
                </a:lnTo>
                <a:lnTo>
                  <a:pt x="2489" y="1597"/>
                </a:lnTo>
                <a:lnTo>
                  <a:pt x="2488" y="1596"/>
                </a:lnTo>
                <a:lnTo>
                  <a:pt x="2487" y="1596"/>
                </a:lnTo>
                <a:lnTo>
                  <a:pt x="2486" y="1596"/>
                </a:lnTo>
                <a:lnTo>
                  <a:pt x="2486" y="1597"/>
                </a:lnTo>
                <a:lnTo>
                  <a:pt x="2485" y="1598"/>
                </a:lnTo>
                <a:lnTo>
                  <a:pt x="2484" y="1598"/>
                </a:lnTo>
                <a:lnTo>
                  <a:pt x="2482" y="1599"/>
                </a:lnTo>
                <a:lnTo>
                  <a:pt x="2481" y="1599"/>
                </a:lnTo>
                <a:lnTo>
                  <a:pt x="2480" y="1599"/>
                </a:lnTo>
                <a:lnTo>
                  <a:pt x="2480" y="1600"/>
                </a:lnTo>
                <a:lnTo>
                  <a:pt x="2479" y="1600"/>
                </a:lnTo>
                <a:lnTo>
                  <a:pt x="2478" y="1600"/>
                </a:lnTo>
                <a:lnTo>
                  <a:pt x="2478" y="1601"/>
                </a:lnTo>
                <a:lnTo>
                  <a:pt x="2477" y="1601"/>
                </a:lnTo>
                <a:lnTo>
                  <a:pt x="2476" y="1602"/>
                </a:lnTo>
                <a:lnTo>
                  <a:pt x="2476" y="1603"/>
                </a:lnTo>
                <a:lnTo>
                  <a:pt x="2475" y="1603"/>
                </a:lnTo>
                <a:lnTo>
                  <a:pt x="2474" y="1604"/>
                </a:lnTo>
                <a:lnTo>
                  <a:pt x="2473" y="1604"/>
                </a:lnTo>
                <a:lnTo>
                  <a:pt x="2472" y="1604"/>
                </a:lnTo>
                <a:lnTo>
                  <a:pt x="2470" y="1605"/>
                </a:lnTo>
                <a:lnTo>
                  <a:pt x="2469" y="1605"/>
                </a:lnTo>
                <a:lnTo>
                  <a:pt x="2468" y="1605"/>
                </a:lnTo>
                <a:lnTo>
                  <a:pt x="2467" y="1605"/>
                </a:lnTo>
                <a:lnTo>
                  <a:pt x="2466" y="1606"/>
                </a:lnTo>
                <a:lnTo>
                  <a:pt x="2465" y="1606"/>
                </a:lnTo>
                <a:lnTo>
                  <a:pt x="2464" y="1606"/>
                </a:lnTo>
                <a:lnTo>
                  <a:pt x="2462" y="1607"/>
                </a:lnTo>
                <a:lnTo>
                  <a:pt x="2461" y="1607"/>
                </a:lnTo>
                <a:lnTo>
                  <a:pt x="2460" y="1607"/>
                </a:lnTo>
                <a:lnTo>
                  <a:pt x="2459" y="1607"/>
                </a:lnTo>
                <a:lnTo>
                  <a:pt x="2458" y="1607"/>
                </a:lnTo>
                <a:lnTo>
                  <a:pt x="2458" y="1606"/>
                </a:lnTo>
                <a:lnTo>
                  <a:pt x="2457" y="1606"/>
                </a:lnTo>
                <a:lnTo>
                  <a:pt x="2457" y="1605"/>
                </a:lnTo>
                <a:lnTo>
                  <a:pt x="2458" y="1604"/>
                </a:lnTo>
                <a:lnTo>
                  <a:pt x="2458" y="1603"/>
                </a:lnTo>
                <a:lnTo>
                  <a:pt x="2458" y="1602"/>
                </a:lnTo>
                <a:lnTo>
                  <a:pt x="2457" y="1602"/>
                </a:lnTo>
                <a:lnTo>
                  <a:pt x="2456" y="1602"/>
                </a:lnTo>
                <a:lnTo>
                  <a:pt x="2454" y="1602"/>
                </a:lnTo>
                <a:lnTo>
                  <a:pt x="2454" y="1604"/>
                </a:lnTo>
                <a:lnTo>
                  <a:pt x="2454" y="1605"/>
                </a:lnTo>
                <a:lnTo>
                  <a:pt x="2453" y="1606"/>
                </a:lnTo>
                <a:lnTo>
                  <a:pt x="2453" y="1605"/>
                </a:lnTo>
                <a:lnTo>
                  <a:pt x="2453" y="1604"/>
                </a:lnTo>
                <a:lnTo>
                  <a:pt x="2452" y="1604"/>
                </a:lnTo>
                <a:lnTo>
                  <a:pt x="2452" y="1605"/>
                </a:lnTo>
                <a:lnTo>
                  <a:pt x="2450" y="1605"/>
                </a:lnTo>
                <a:lnTo>
                  <a:pt x="2450" y="1604"/>
                </a:lnTo>
                <a:lnTo>
                  <a:pt x="2448" y="1604"/>
                </a:lnTo>
                <a:lnTo>
                  <a:pt x="2445" y="1603"/>
                </a:lnTo>
                <a:lnTo>
                  <a:pt x="2445" y="1604"/>
                </a:lnTo>
                <a:lnTo>
                  <a:pt x="2444" y="1604"/>
                </a:lnTo>
                <a:lnTo>
                  <a:pt x="2443" y="1604"/>
                </a:lnTo>
                <a:lnTo>
                  <a:pt x="2442" y="1604"/>
                </a:lnTo>
                <a:lnTo>
                  <a:pt x="2442" y="1603"/>
                </a:lnTo>
                <a:lnTo>
                  <a:pt x="2441" y="1603"/>
                </a:lnTo>
                <a:lnTo>
                  <a:pt x="2440" y="1602"/>
                </a:lnTo>
                <a:lnTo>
                  <a:pt x="2439" y="1601"/>
                </a:lnTo>
                <a:lnTo>
                  <a:pt x="2438" y="1601"/>
                </a:lnTo>
                <a:lnTo>
                  <a:pt x="2437" y="1602"/>
                </a:lnTo>
                <a:lnTo>
                  <a:pt x="2435" y="1601"/>
                </a:lnTo>
                <a:lnTo>
                  <a:pt x="2434" y="1600"/>
                </a:lnTo>
                <a:lnTo>
                  <a:pt x="2434" y="1599"/>
                </a:lnTo>
                <a:lnTo>
                  <a:pt x="2433" y="1599"/>
                </a:lnTo>
                <a:lnTo>
                  <a:pt x="2432" y="1599"/>
                </a:lnTo>
                <a:lnTo>
                  <a:pt x="2431" y="1599"/>
                </a:lnTo>
                <a:lnTo>
                  <a:pt x="2431" y="1598"/>
                </a:lnTo>
                <a:lnTo>
                  <a:pt x="2431" y="1597"/>
                </a:lnTo>
                <a:lnTo>
                  <a:pt x="2430" y="1597"/>
                </a:lnTo>
                <a:lnTo>
                  <a:pt x="2429" y="1597"/>
                </a:lnTo>
                <a:lnTo>
                  <a:pt x="2428" y="1597"/>
                </a:lnTo>
                <a:lnTo>
                  <a:pt x="2428" y="1596"/>
                </a:lnTo>
                <a:lnTo>
                  <a:pt x="2425" y="1596"/>
                </a:lnTo>
                <a:lnTo>
                  <a:pt x="2425" y="1595"/>
                </a:lnTo>
                <a:lnTo>
                  <a:pt x="2424" y="1595"/>
                </a:lnTo>
                <a:lnTo>
                  <a:pt x="2423" y="1595"/>
                </a:lnTo>
                <a:lnTo>
                  <a:pt x="2423" y="1594"/>
                </a:lnTo>
                <a:lnTo>
                  <a:pt x="2422" y="1594"/>
                </a:lnTo>
                <a:lnTo>
                  <a:pt x="2421" y="1594"/>
                </a:lnTo>
                <a:lnTo>
                  <a:pt x="2419" y="1595"/>
                </a:lnTo>
                <a:lnTo>
                  <a:pt x="2418" y="1595"/>
                </a:lnTo>
                <a:lnTo>
                  <a:pt x="2417" y="1596"/>
                </a:lnTo>
                <a:lnTo>
                  <a:pt x="2417" y="1597"/>
                </a:lnTo>
                <a:lnTo>
                  <a:pt x="2417" y="1598"/>
                </a:lnTo>
                <a:lnTo>
                  <a:pt x="2418" y="1597"/>
                </a:lnTo>
                <a:lnTo>
                  <a:pt x="2419" y="1596"/>
                </a:lnTo>
                <a:lnTo>
                  <a:pt x="2420" y="1596"/>
                </a:lnTo>
                <a:lnTo>
                  <a:pt x="2422" y="1597"/>
                </a:lnTo>
                <a:lnTo>
                  <a:pt x="2422" y="1598"/>
                </a:lnTo>
                <a:lnTo>
                  <a:pt x="2422" y="1599"/>
                </a:lnTo>
                <a:lnTo>
                  <a:pt x="2421" y="1601"/>
                </a:lnTo>
                <a:lnTo>
                  <a:pt x="2422" y="1601"/>
                </a:lnTo>
                <a:lnTo>
                  <a:pt x="2422" y="1600"/>
                </a:lnTo>
                <a:lnTo>
                  <a:pt x="2422" y="1601"/>
                </a:lnTo>
                <a:lnTo>
                  <a:pt x="2422" y="1602"/>
                </a:lnTo>
                <a:lnTo>
                  <a:pt x="2421" y="1603"/>
                </a:lnTo>
                <a:lnTo>
                  <a:pt x="2420" y="1602"/>
                </a:lnTo>
                <a:lnTo>
                  <a:pt x="2419" y="1602"/>
                </a:lnTo>
                <a:lnTo>
                  <a:pt x="2418" y="1603"/>
                </a:lnTo>
                <a:lnTo>
                  <a:pt x="2418" y="1604"/>
                </a:lnTo>
                <a:lnTo>
                  <a:pt x="2419" y="1604"/>
                </a:lnTo>
                <a:lnTo>
                  <a:pt x="2420" y="1604"/>
                </a:lnTo>
                <a:lnTo>
                  <a:pt x="2420" y="1603"/>
                </a:lnTo>
                <a:lnTo>
                  <a:pt x="2420" y="1604"/>
                </a:lnTo>
                <a:lnTo>
                  <a:pt x="2419" y="1605"/>
                </a:lnTo>
                <a:lnTo>
                  <a:pt x="2418" y="1604"/>
                </a:lnTo>
                <a:lnTo>
                  <a:pt x="2417" y="1605"/>
                </a:lnTo>
                <a:lnTo>
                  <a:pt x="2418" y="1606"/>
                </a:lnTo>
                <a:lnTo>
                  <a:pt x="2418" y="1607"/>
                </a:lnTo>
                <a:lnTo>
                  <a:pt x="2419" y="1607"/>
                </a:lnTo>
                <a:lnTo>
                  <a:pt x="2419" y="1608"/>
                </a:lnTo>
                <a:lnTo>
                  <a:pt x="2418" y="1608"/>
                </a:lnTo>
                <a:lnTo>
                  <a:pt x="2417" y="1608"/>
                </a:lnTo>
                <a:lnTo>
                  <a:pt x="2416" y="1607"/>
                </a:lnTo>
                <a:lnTo>
                  <a:pt x="2416" y="1606"/>
                </a:lnTo>
                <a:lnTo>
                  <a:pt x="2416" y="1605"/>
                </a:lnTo>
                <a:lnTo>
                  <a:pt x="2415" y="1605"/>
                </a:lnTo>
                <a:lnTo>
                  <a:pt x="2415" y="1606"/>
                </a:lnTo>
                <a:lnTo>
                  <a:pt x="2415" y="1607"/>
                </a:lnTo>
                <a:lnTo>
                  <a:pt x="2413" y="1606"/>
                </a:lnTo>
                <a:lnTo>
                  <a:pt x="2412" y="1606"/>
                </a:lnTo>
                <a:lnTo>
                  <a:pt x="2411" y="1606"/>
                </a:lnTo>
                <a:lnTo>
                  <a:pt x="2410" y="1605"/>
                </a:lnTo>
                <a:lnTo>
                  <a:pt x="2409" y="1606"/>
                </a:lnTo>
                <a:lnTo>
                  <a:pt x="2409" y="1607"/>
                </a:lnTo>
                <a:lnTo>
                  <a:pt x="2408" y="1608"/>
                </a:lnTo>
                <a:lnTo>
                  <a:pt x="2408" y="1609"/>
                </a:lnTo>
                <a:lnTo>
                  <a:pt x="2409" y="1609"/>
                </a:lnTo>
                <a:lnTo>
                  <a:pt x="2410" y="1609"/>
                </a:lnTo>
                <a:lnTo>
                  <a:pt x="2410" y="1610"/>
                </a:lnTo>
                <a:lnTo>
                  <a:pt x="2409" y="1610"/>
                </a:lnTo>
                <a:lnTo>
                  <a:pt x="2409" y="1611"/>
                </a:lnTo>
                <a:lnTo>
                  <a:pt x="2410" y="1611"/>
                </a:lnTo>
                <a:lnTo>
                  <a:pt x="2410" y="1612"/>
                </a:lnTo>
                <a:lnTo>
                  <a:pt x="2410" y="1613"/>
                </a:lnTo>
                <a:lnTo>
                  <a:pt x="2411" y="1614"/>
                </a:lnTo>
                <a:lnTo>
                  <a:pt x="2412" y="1613"/>
                </a:lnTo>
                <a:lnTo>
                  <a:pt x="2413" y="1613"/>
                </a:lnTo>
                <a:lnTo>
                  <a:pt x="2414" y="1614"/>
                </a:lnTo>
                <a:lnTo>
                  <a:pt x="2414" y="1615"/>
                </a:lnTo>
                <a:lnTo>
                  <a:pt x="2415" y="1616"/>
                </a:lnTo>
                <a:lnTo>
                  <a:pt x="2414" y="1617"/>
                </a:lnTo>
                <a:lnTo>
                  <a:pt x="2414" y="1618"/>
                </a:lnTo>
                <a:lnTo>
                  <a:pt x="2415" y="1618"/>
                </a:lnTo>
                <a:lnTo>
                  <a:pt x="2416" y="1619"/>
                </a:lnTo>
                <a:lnTo>
                  <a:pt x="2417" y="1619"/>
                </a:lnTo>
                <a:lnTo>
                  <a:pt x="2418" y="1620"/>
                </a:lnTo>
                <a:lnTo>
                  <a:pt x="2419" y="1622"/>
                </a:lnTo>
                <a:lnTo>
                  <a:pt x="2418" y="1622"/>
                </a:lnTo>
                <a:lnTo>
                  <a:pt x="2418" y="1623"/>
                </a:lnTo>
                <a:lnTo>
                  <a:pt x="2418" y="1626"/>
                </a:lnTo>
                <a:lnTo>
                  <a:pt x="2419" y="1627"/>
                </a:lnTo>
                <a:lnTo>
                  <a:pt x="2420" y="1627"/>
                </a:lnTo>
                <a:lnTo>
                  <a:pt x="2420" y="1629"/>
                </a:lnTo>
                <a:lnTo>
                  <a:pt x="2421" y="1632"/>
                </a:lnTo>
                <a:lnTo>
                  <a:pt x="2421" y="1633"/>
                </a:lnTo>
                <a:lnTo>
                  <a:pt x="2421" y="1634"/>
                </a:lnTo>
                <a:lnTo>
                  <a:pt x="2420" y="1634"/>
                </a:lnTo>
                <a:lnTo>
                  <a:pt x="2420" y="1635"/>
                </a:lnTo>
                <a:lnTo>
                  <a:pt x="2421" y="1635"/>
                </a:lnTo>
                <a:lnTo>
                  <a:pt x="2421" y="1636"/>
                </a:lnTo>
                <a:lnTo>
                  <a:pt x="2422" y="1636"/>
                </a:lnTo>
                <a:lnTo>
                  <a:pt x="2423" y="1637"/>
                </a:lnTo>
                <a:lnTo>
                  <a:pt x="2424" y="1638"/>
                </a:lnTo>
                <a:lnTo>
                  <a:pt x="2425" y="1638"/>
                </a:lnTo>
                <a:lnTo>
                  <a:pt x="2425" y="1639"/>
                </a:lnTo>
                <a:lnTo>
                  <a:pt x="2427" y="1640"/>
                </a:lnTo>
                <a:lnTo>
                  <a:pt x="2427" y="1642"/>
                </a:lnTo>
                <a:lnTo>
                  <a:pt x="2426" y="1642"/>
                </a:lnTo>
                <a:lnTo>
                  <a:pt x="2426" y="1643"/>
                </a:lnTo>
                <a:lnTo>
                  <a:pt x="2426" y="1644"/>
                </a:lnTo>
                <a:lnTo>
                  <a:pt x="2427" y="1644"/>
                </a:lnTo>
                <a:lnTo>
                  <a:pt x="2428" y="1644"/>
                </a:lnTo>
                <a:lnTo>
                  <a:pt x="2429" y="1645"/>
                </a:lnTo>
                <a:lnTo>
                  <a:pt x="2429" y="1646"/>
                </a:lnTo>
                <a:lnTo>
                  <a:pt x="2430" y="1647"/>
                </a:lnTo>
                <a:lnTo>
                  <a:pt x="2431" y="1647"/>
                </a:lnTo>
                <a:lnTo>
                  <a:pt x="2431" y="1648"/>
                </a:lnTo>
                <a:lnTo>
                  <a:pt x="2431" y="1649"/>
                </a:lnTo>
                <a:lnTo>
                  <a:pt x="2433" y="1651"/>
                </a:lnTo>
                <a:lnTo>
                  <a:pt x="2435" y="1653"/>
                </a:lnTo>
                <a:lnTo>
                  <a:pt x="2437" y="1653"/>
                </a:lnTo>
                <a:lnTo>
                  <a:pt x="2439" y="1653"/>
                </a:lnTo>
                <a:lnTo>
                  <a:pt x="2440" y="1653"/>
                </a:lnTo>
                <a:lnTo>
                  <a:pt x="2441" y="1653"/>
                </a:lnTo>
                <a:lnTo>
                  <a:pt x="2440" y="1654"/>
                </a:lnTo>
                <a:lnTo>
                  <a:pt x="2440" y="1655"/>
                </a:lnTo>
                <a:lnTo>
                  <a:pt x="2441" y="1657"/>
                </a:lnTo>
                <a:lnTo>
                  <a:pt x="2441" y="1658"/>
                </a:lnTo>
                <a:lnTo>
                  <a:pt x="2442" y="1658"/>
                </a:lnTo>
                <a:lnTo>
                  <a:pt x="2443" y="1658"/>
                </a:lnTo>
                <a:lnTo>
                  <a:pt x="2444" y="1658"/>
                </a:lnTo>
                <a:lnTo>
                  <a:pt x="2444" y="1659"/>
                </a:lnTo>
                <a:lnTo>
                  <a:pt x="2443" y="1660"/>
                </a:lnTo>
                <a:lnTo>
                  <a:pt x="2443" y="1661"/>
                </a:lnTo>
                <a:lnTo>
                  <a:pt x="2442" y="1662"/>
                </a:lnTo>
                <a:lnTo>
                  <a:pt x="2441" y="1662"/>
                </a:lnTo>
                <a:lnTo>
                  <a:pt x="2440" y="1662"/>
                </a:lnTo>
                <a:lnTo>
                  <a:pt x="2439" y="1662"/>
                </a:lnTo>
                <a:lnTo>
                  <a:pt x="2438" y="1662"/>
                </a:lnTo>
                <a:lnTo>
                  <a:pt x="2437" y="1663"/>
                </a:lnTo>
                <a:lnTo>
                  <a:pt x="2437" y="1664"/>
                </a:lnTo>
                <a:lnTo>
                  <a:pt x="2437" y="1663"/>
                </a:lnTo>
                <a:lnTo>
                  <a:pt x="2436" y="1663"/>
                </a:lnTo>
                <a:lnTo>
                  <a:pt x="2435" y="1663"/>
                </a:lnTo>
                <a:lnTo>
                  <a:pt x="2435" y="1664"/>
                </a:lnTo>
                <a:lnTo>
                  <a:pt x="2434" y="1665"/>
                </a:lnTo>
                <a:lnTo>
                  <a:pt x="2434" y="1666"/>
                </a:lnTo>
                <a:lnTo>
                  <a:pt x="2434" y="1667"/>
                </a:lnTo>
                <a:lnTo>
                  <a:pt x="2434" y="1666"/>
                </a:lnTo>
                <a:lnTo>
                  <a:pt x="2433" y="1666"/>
                </a:lnTo>
                <a:lnTo>
                  <a:pt x="2432" y="1667"/>
                </a:lnTo>
                <a:lnTo>
                  <a:pt x="2431" y="1667"/>
                </a:lnTo>
                <a:lnTo>
                  <a:pt x="2430" y="1666"/>
                </a:lnTo>
                <a:lnTo>
                  <a:pt x="2429" y="1666"/>
                </a:lnTo>
                <a:lnTo>
                  <a:pt x="2427" y="1666"/>
                </a:lnTo>
                <a:lnTo>
                  <a:pt x="2426" y="1666"/>
                </a:lnTo>
                <a:lnTo>
                  <a:pt x="2425" y="1666"/>
                </a:lnTo>
                <a:lnTo>
                  <a:pt x="2425" y="1667"/>
                </a:lnTo>
                <a:lnTo>
                  <a:pt x="2425" y="1668"/>
                </a:lnTo>
                <a:lnTo>
                  <a:pt x="2424" y="1668"/>
                </a:lnTo>
                <a:lnTo>
                  <a:pt x="2423" y="1668"/>
                </a:lnTo>
                <a:lnTo>
                  <a:pt x="2422" y="1668"/>
                </a:lnTo>
                <a:lnTo>
                  <a:pt x="2421" y="1668"/>
                </a:lnTo>
                <a:lnTo>
                  <a:pt x="2421" y="1669"/>
                </a:lnTo>
                <a:lnTo>
                  <a:pt x="2420" y="1669"/>
                </a:lnTo>
                <a:lnTo>
                  <a:pt x="2420" y="1667"/>
                </a:lnTo>
                <a:lnTo>
                  <a:pt x="2419" y="1666"/>
                </a:lnTo>
                <a:lnTo>
                  <a:pt x="2418" y="1668"/>
                </a:lnTo>
                <a:lnTo>
                  <a:pt x="2418" y="1669"/>
                </a:lnTo>
                <a:lnTo>
                  <a:pt x="2417" y="1669"/>
                </a:lnTo>
                <a:lnTo>
                  <a:pt x="2415" y="1669"/>
                </a:lnTo>
                <a:lnTo>
                  <a:pt x="2414" y="1669"/>
                </a:lnTo>
                <a:lnTo>
                  <a:pt x="2413" y="1669"/>
                </a:lnTo>
                <a:lnTo>
                  <a:pt x="2412" y="1670"/>
                </a:lnTo>
                <a:lnTo>
                  <a:pt x="2411" y="1670"/>
                </a:lnTo>
                <a:lnTo>
                  <a:pt x="2410" y="1670"/>
                </a:lnTo>
                <a:lnTo>
                  <a:pt x="2410" y="1671"/>
                </a:lnTo>
                <a:lnTo>
                  <a:pt x="2410" y="1672"/>
                </a:lnTo>
                <a:lnTo>
                  <a:pt x="2410" y="1673"/>
                </a:lnTo>
                <a:lnTo>
                  <a:pt x="2409" y="1673"/>
                </a:lnTo>
                <a:lnTo>
                  <a:pt x="2409" y="1672"/>
                </a:lnTo>
                <a:lnTo>
                  <a:pt x="2408" y="1672"/>
                </a:lnTo>
                <a:lnTo>
                  <a:pt x="2407" y="1672"/>
                </a:lnTo>
                <a:lnTo>
                  <a:pt x="2407" y="1673"/>
                </a:lnTo>
                <a:lnTo>
                  <a:pt x="2407" y="1674"/>
                </a:lnTo>
                <a:lnTo>
                  <a:pt x="2407" y="1675"/>
                </a:lnTo>
                <a:lnTo>
                  <a:pt x="2407" y="1676"/>
                </a:lnTo>
                <a:lnTo>
                  <a:pt x="2406" y="1675"/>
                </a:lnTo>
                <a:lnTo>
                  <a:pt x="2405" y="1675"/>
                </a:lnTo>
                <a:lnTo>
                  <a:pt x="2406" y="1674"/>
                </a:lnTo>
                <a:lnTo>
                  <a:pt x="2406" y="1673"/>
                </a:lnTo>
                <a:lnTo>
                  <a:pt x="2406" y="1672"/>
                </a:lnTo>
                <a:lnTo>
                  <a:pt x="2406" y="1670"/>
                </a:lnTo>
                <a:lnTo>
                  <a:pt x="2406" y="1669"/>
                </a:lnTo>
                <a:lnTo>
                  <a:pt x="2406" y="1668"/>
                </a:lnTo>
                <a:lnTo>
                  <a:pt x="2406" y="1667"/>
                </a:lnTo>
                <a:lnTo>
                  <a:pt x="2405" y="1666"/>
                </a:lnTo>
                <a:lnTo>
                  <a:pt x="2403" y="1666"/>
                </a:lnTo>
                <a:lnTo>
                  <a:pt x="2402" y="1666"/>
                </a:lnTo>
                <a:lnTo>
                  <a:pt x="2401" y="1666"/>
                </a:lnTo>
                <a:lnTo>
                  <a:pt x="2401" y="1667"/>
                </a:lnTo>
                <a:lnTo>
                  <a:pt x="2401" y="1668"/>
                </a:lnTo>
                <a:lnTo>
                  <a:pt x="2401" y="1669"/>
                </a:lnTo>
                <a:lnTo>
                  <a:pt x="2400" y="1669"/>
                </a:lnTo>
                <a:lnTo>
                  <a:pt x="2399" y="1668"/>
                </a:lnTo>
                <a:lnTo>
                  <a:pt x="2399" y="1667"/>
                </a:lnTo>
                <a:lnTo>
                  <a:pt x="2397" y="1666"/>
                </a:lnTo>
                <a:lnTo>
                  <a:pt x="2396" y="1666"/>
                </a:lnTo>
                <a:lnTo>
                  <a:pt x="2395" y="1667"/>
                </a:lnTo>
                <a:lnTo>
                  <a:pt x="2394" y="1669"/>
                </a:lnTo>
                <a:lnTo>
                  <a:pt x="2393" y="1669"/>
                </a:lnTo>
                <a:lnTo>
                  <a:pt x="2393" y="1670"/>
                </a:lnTo>
                <a:lnTo>
                  <a:pt x="2393" y="1671"/>
                </a:lnTo>
                <a:lnTo>
                  <a:pt x="2392" y="1672"/>
                </a:lnTo>
                <a:lnTo>
                  <a:pt x="2391" y="1673"/>
                </a:lnTo>
                <a:lnTo>
                  <a:pt x="2390" y="1674"/>
                </a:lnTo>
                <a:lnTo>
                  <a:pt x="2389" y="1674"/>
                </a:lnTo>
                <a:lnTo>
                  <a:pt x="2389" y="1675"/>
                </a:lnTo>
                <a:lnTo>
                  <a:pt x="2388" y="1676"/>
                </a:lnTo>
                <a:lnTo>
                  <a:pt x="2389" y="1676"/>
                </a:lnTo>
                <a:lnTo>
                  <a:pt x="2389" y="1677"/>
                </a:lnTo>
                <a:lnTo>
                  <a:pt x="2387" y="1677"/>
                </a:lnTo>
                <a:lnTo>
                  <a:pt x="2386" y="1677"/>
                </a:lnTo>
                <a:lnTo>
                  <a:pt x="2385" y="1677"/>
                </a:lnTo>
                <a:lnTo>
                  <a:pt x="2385" y="1678"/>
                </a:lnTo>
                <a:lnTo>
                  <a:pt x="2384" y="1679"/>
                </a:lnTo>
                <a:lnTo>
                  <a:pt x="2383" y="1678"/>
                </a:lnTo>
                <a:lnTo>
                  <a:pt x="2383" y="1677"/>
                </a:lnTo>
                <a:lnTo>
                  <a:pt x="2382" y="1676"/>
                </a:lnTo>
                <a:lnTo>
                  <a:pt x="2381" y="1675"/>
                </a:lnTo>
                <a:lnTo>
                  <a:pt x="2381" y="1676"/>
                </a:lnTo>
                <a:lnTo>
                  <a:pt x="2380" y="1677"/>
                </a:lnTo>
                <a:lnTo>
                  <a:pt x="2379" y="1677"/>
                </a:lnTo>
                <a:lnTo>
                  <a:pt x="2378" y="1677"/>
                </a:lnTo>
                <a:lnTo>
                  <a:pt x="2377" y="1677"/>
                </a:lnTo>
                <a:lnTo>
                  <a:pt x="2375" y="1677"/>
                </a:lnTo>
                <a:lnTo>
                  <a:pt x="2374" y="1676"/>
                </a:lnTo>
                <a:lnTo>
                  <a:pt x="2373" y="1675"/>
                </a:lnTo>
                <a:lnTo>
                  <a:pt x="2372" y="1675"/>
                </a:lnTo>
                <a:lnTo>
                  <a:pt x="2371" y="1674"/>
                </a:lnTo>
                <a:lnTo>
                  <a:pt x="2371" y="1673"/>
                </a:lnTo>
                <a:lnTo>
                  <a:pt x="2370" y="1673"/>
                </a:lnTo>
                <a:lnTo>
                  <a:pt x="2369" y="1674"/>
                </a:lnTo>
                <a:lnTo>
                  <a:pt x="2368" y="1674"/>
                </a:lnTo>
                <a:lnTo>
                  <a:pt x="2367" y="1674"/>
                </a:lnTo>
                <a:lnTo>
                  <a:pt x="2367" y="1673"/>
                </a:lnTo>
                <a:lnTo>
                  <a:pt x="2366" y="1673"/>
                </a:lnTo>
                <a:lnTo>
                  <a:pt x="2365" y="1674"/>
                </a:lnTo>
                <a:lnTo>
                  <a:pt x="2364" y="1674"/>
                </a:lnTo>
                <a:lnTo>
                  <a:pt x="2364" y="1675"/>
                </a:lnTo>
                <a:lnTo>
                  <a:pt x="2363" y="1677"/>
                </a:lnTo>
                <a:lnTo>
                  <a:pt x="2363" y="1678"/>
                </a:lnTo>
                <a:lnTo>
                  <a:pt x="2362" y="1678"/>
                </a:lnTo>
                <a:lnTo>
                  <a:pt x="2362" y="1676"/>
                </a:lnTo>
                <a:lnTo>
                  <a:pt x="2361" y="1676"/>
                </a:lnTo>
                <a:lnTo>
                  <a:pt x="2361" y="1675"/>
                </a:lnTo>
                <a:lnTo>
                  <a:pt x="2360" y="1675"/>
                </a:lnTo>
                <a:lnTo>
                  <a:pt x="2359" y="1674"/>
                </a:lnTo>
                <a:lnTo>
                  <a:pt x="2359" y="1673"/>
                </a:lnTo>
                <a:lnTo>
                  <a:pt x="2358" y="1672"/>
                </a:lnTo>
                <a:lnTo>
                  <a:pt x="2356" y="1673"/>
                </a:lnTo>
                <a:lnTo>
                  <a:pt x="2355" y="1673"/>
                </a:lnTo>
                <a:lnTo>
                  <a:pt x="2354" y="1673"/>
                </a:lnTo>
                <a:lnTo>
                  <a:pt x="2353" y="1673"/>
                </a:lnTo>
                <a:lnTo>
                  <a:pt x="2352" y="1673"/>
                </a:lnTo>
                <a:lnTo>
                  <a:pt x="2351" y="1673"/>
                </a:lnTo>
                <a:lnTo>
                  <a:pt x="2351" y="1672"/>
                </a:lnTo>
                <a:lnTo>
                  <a:pt x="2350" y="1672"/>
                </a:lnTo>
                <a:lnTo>
                  <a:pt x="2350" y="1673"/>
                </a:lnTo>
                <a:lnTo>
                  <a:pt x="2350" y="1675"/>
                </a:lnTo>
                <a:lnTo>
                  <a:pt x="2349" y="1676"/>
                </a:lnTo>
                <a:lnTo>
                  <a:pt x="2348" y="1677"/>
                </a:lnTo>
                <a:lnTo>
                  <a:pt x="2348" y="1678"/>
                </a:lnTo>
                <a:lnTo>
                  <a:pt x="2348" y="1679"/>
                </a:lnTo>
                <a:lnTo>
                  <a:pt x="2349" y="1679"/>
                </a:lnTo>
                <a:lnTo>
                  <a:pt x="2348" y="1679"/>
                </a:lnTo>
                <a:lnTo>
                  <a:pt x="2348" y="1680"/>
                </a:lnTo>
                <a:lnTo>
                  <a:pt x="2347" y="1679"/>
                </a:lnTo>
                <a:lnTo>
                  <a:pt x="2346" y="1679"/>
                </a:lnTo>
                <a:lnTo>
                  <a:pt x="2345" y="1679"/>
                </a:lnTo>
                <a:lnTo>
                  <a:pt x="2345" y="1680"/>
                </a:lnTo>
                <a:lnTo>
                  <a:pt x="2345" y="1681"/>
                </a:lnTo>
                <a:lnTo>
                  <a:pt x="2345" y="1682"/>
                </a:lnTo>
                <a:lnTo>
                  <a:pt x="2344" y="1684"/>
                </a:lnTo>
                <a:lnTo>
                  <a:pt x="2344" y="1685"/>
                </a:lnTo>
                <a:lnTo>
                  <a:pt x="2343" y="1685"/>
                </a:lnTo>
                <a:lnTo>
                  <a:pt x="2342" y="1684"/>
                </a:lnTo>
                <a:lnTo>
                  <a:pt x="2342" y="1683"/>
                </a:lnTo>
                <a:lnTo>
                  <a:pt x="2340" y="1683"/>
                </a:lnTo>
                <a:lnTo>
                  <a:pt x="2340" y="1684"/>
                </a:lnTo>
                <a:lnTo>
                  <a:pt x="2339" y="1685"/>
                </a:lnTo>
                <a:lnTo>
                  <a:pt x="2339" y="1686"/>
                </a:lnTo>
                <a:lnTo>
                  <a:pt x="2338" y="1686"/>
                </a:lnTo>
                <a:lnTo>
                  <a:pt x="2337" y="1685"/>
                </a:lnTo>
                <a:lnTo>
                  <a:pt x="2336" y="1684"/>
                </a:lnTo>
                <a:lnTo>
                  <a:pt x="2335" y="1684"/>
                </a:lnTo>
                <a:lnTo>
                  <a:pt x="2334" y="1685"/>
                </a:lnTo>
                <a:lnTo>
                  <a:pt x="2333" y="1684"/>
                </a:lnTo>
                <a:lnTo>
                  <a:pt x="2332" y="1682"/>
                </a:lnTo>
                <a:lnTo>
                  <a:pt x="2333" y="1681"/>
                </a:lnTo>
                <a:lnTo>
                  <a:pt x="2333" y="1680"/>
                </a:lnTo>
                <a:lnTo>
                  <a:pt x="2333" y="1679"/>
                </a:lnTo>
                <a:lnTo>
                  <a:pt x="2332" y="1677"/>
                </a:lnTo>
                <a:lnTo>
                  <a:pt x="2332" y="1676"/>
                </a:lnTo>
                <a:lnTo>
                  <a:pt x="2331" y="1674"/>
                </a:lnTo>
                <a:lnTo>
                  <a:pt x="2330" y="1674"/>
                </a:lnTo>
                <a:lnTo>
                  <a:pt x="2329" y="1673"/>
                </a:lnTo>
                <a:lnTo>
                  <a:pt x="2328" y="1673"/>
                </a:lnTo>
                <a:lnTo>
                  <a:pt x="2328" y="1674"/>
                </a:lnTo>
                <a:lnTo>
                  <a:pt x="2327" y="1674"/>
                </a:lnTo>
                <a:lnTo>
                  <a:pt x="2327" y="1673"/>
                </a:lnTo>
                <a:lnTo>
                  <a:pt x="2326" y="1672"/>
                </a:lnTo>
                <a:lnTo>
                  <a:pt x="2325" y="1672"/>
                </a:lnTo>
                <a:lnTo>
                  <a:pt x="2324" y="1672"/>
                </a:lnTo>
                <a:lnTo>
                  <a:pt x="2322" y="1672"/>
                </a:lnTo>
                <a:lnTo>
                  <a:pt x="2322" y="1671"/>
                </a:lnTo>
                <a:lnTo>
                  <a:pt x="2321" y="1671"/>
                </a:lnTo>
                <a:lnTo>
                  <a:pt x="2321" y="1670"/>
                </a:lnTo>
                <a:lnTo>
                  <a:pt x="2320" y="1670"/>
                </a:lnTo>
                <a:lnTo>
                  <a:pt x="2319" y="1670"/>
                </a:lnTo>
                <a:lnTo>
                  <a:pt x="2319" y="1669"/>
                </a:lnTo>
                <a:lnTo>
                  <a:pt x="2318" y="1669"/>
                </a:lnTo>
                <a:lnTo>
                  <a:pt x="2318" y="1668"/>
                </a:lnTo>
                <a:lnTo>
                  <a:pt x="2318" y="1667"/>
                </a:lnTo>
                <a:lnTo>
                  <a:pt x="2317" y="1667"/>
                </a:lnTo>
                <a:lnTo>
                  <a:pt x="2316" y="1666"/>
                </a:lnTo>
                <a:lnTo>
                  <a:pt x="2316" y="1665"/>
                </a:lnTo>
                <a:lnTo>
                  <a:pt x="2317" y="1664"/>
                </a:lnTo>
                <a:lnTo>
                  <a:pt x="2317" y="1663"/>
                </a:lnTo>
                <a:lnTo>
                  <a:pt x="2317" y="1662"/>
                </a:lnTo>
                <a:lnTo>
                  <a:pt x="2317" y="1660"/>
                </a:lnTo>
                <a:lnTo>
                  <a:pt x="2317" y="1659"/>
                </a:lnTo>
                <a:lnTo>
                  <a:pt x="2317" y="1658"/>
                </a:lnTo>
                <a:lnTo>
                  <a:pt x="2316" y="1658"/>
                </a:lnTo>
                <a:lnTo>
                  <a:pt x="2316" y="1657"/>
                </a:lnTo>
                <a:lnTo>
                  <a:pt x="2315" y="1657"/>
                </a:lnTo>
                <a:lnTo>
                  <a:pt x="2314" y="1657"/>
                </a:lnTo>
                <a:lnTo>
                  <a:pt x="2313" y="1657"/>
                </a:lnTo>
                <a:lnTo>
                  <a:pt x="2312" y="1657"/>
                </a:lnTo>
                <a:lnTo>
                  <a:pt x="2311" y="1657"/>
                </a:lnTo>
                <a:lnTo>
                  <a:pt x="2311" y="1656"/>
                </a:lnTo>
                <a:lnTo>
                  <a:pt x="2310" y="1656"/>
                </a:lnTo>
                <a:lnTo>
                  <a:pt x="2309" y="1656"/>
                </a:lnTo>
                <a:lnTo>
                  <a:pt x="2309" y="1655"/>
                </a:lnTo>
                <a:lnTo>
                  <a:pt x="2309" y="1654"/>
                </a:lnTo>
                <a:lnTo>
                  <a:pt x="2310" y="1653"/>
                </a:lnTo>
                <a:lnTo>
                  <a:pt x="2308" y="1652"/>
                </a:lnTo>
                <a:lnTo>
                  <a:pt x="2307" y="1653"/>
                </a:lnTo>
                <a:lnTo>
                  <a:pt x="2307" y="1654"/>
                </a:lnTo>
                <a:lnTo>
                  <a:pt x="2307" y="1655"/>
                </a:lnTo>
                <a:lnTo>
                  <a:pt x="2306" y="1655"/>
                </a:lnTo>
                <a:lnTo>
                  <a:pt x="2305" y="1655"/>
                </a:lnTo>
                <a:lnTo>
                  <a:pt x="2304" y="1655"/>
                </a:lnTo>
                <a:lnTo>
                  <a:pt x="2303" y="1655"/>
                </a:lnTo>
                <a:lnTo>
                  <a:pt x="2303" y="1654"/>
                </a:lnTo>
                <a:lnTo>
                  <a:pt x="2303" y="1653"/>
                </a:lnTo>
                <a:lnTo>
                  <a:pt x="2302" y="1651"/>
                </a:lnTo>
                <a:lnTo>
                  <a:pt x="2301" y="1649"/>
                </a:lnTo>
                <a:lnTo>
                  <a:pt x="2300" y="1649"/>
                </a:lnTo>
                <a:lnTo>
                  <a:pt x="2299" y="1649"/>
                </a:lnTo>
                <a:lnTo>
                  <a:pt x="2299" y="1648"/>
                </a:lnTo>
                <a:lnTo>
                  <a:pt x="2299" y="1647"/>
                </a:lnTo>
                <a:lnTo>
                  <a:pt x="2300" y="1647"/>
                </a:lnTo>
                <a:lnTo>
                  <a:pt x="2299" y="1647"/>
                </a:lnTo>
                <a:lnTo>
                  <a:pt x="2298" y="1647"/>
                </a:lnTo>
                <a:lnTo>
                  <a:pt x="2297" y="1647"/>
                </a:lnTo>
                <a:lnTo>
                  <a:pt x="2297" y="1648"/>
                </a:lnTo>
                <a:lnTo>
                  <a:pt x="2296" y="1648"/>
                </a:lnTo>
                <a:lnTo>
                  <a:pt x="2295" y="1648"/>
                </a:lnTo>
                <a:lnTo>
                  <a:pt x="2295" y="1647"/>
                </a:lnTo>
                <a:lnTo>
                  <a:pt x="2294" y="1647"/>
                </a:lnTo>
                <a:lnTo>
                  <a:pt x="2292" y="1645"/>
                </a:lnTo>
                <a:lnTo>
                  <a:pt x="2292" y="1644"/>
                </a:lnTo>
                <a:lnTo>
                  <a:pt x="2291" y="1644"/>
                </a:lnTo>
                <a:lnTo>
                  <a:pt x="2290" y="1644"/>
                </a:lnTo>
                <a:lnTo>
                  <a:pt x="2290" y="1645"/>
                </a:lnTo>
                <a:lnTo>
                  <a:pt x="2289" y="1646"/>
                </a:lnTo>
                <a:lnTo>
                  <a:pt x="2287" y="1645"/>
                </a:lnTo>
                <a:lnTo>
                  <a:pt x="2287" y="1644"/>
                </a:lnTo>
                <a:lnTo>
                  <a:pt x="2287" y="1643"/>
                </a:lnTo>
                <a:lnTo>
                  <a:pt x="2286" y="1643"/>
                </a:lnTo>
                <a:lnTo>
                  <a:pt x="2285" y="1642"/>
                </a:lnTo>
                <a:lnTo>
                  <a:pt x="2283" y="1642"/>
                </a:lnTo>
                <a:lnTo>
                  <a:pt x="2282" y="1642"/>
                </a:lnTo>
                <a:lnTo>
                  <a:pt x="2281" y="1642"/>
                </a:lnTo>
                <a:lnTo>
                  <a:pt x="2280" y="1642"/>
                </a:lnTo>
                <a:lnTo>
                  <a:pt x="2279" y="1642"/>
                </a:lnTo>
                <a:lnTo>
                  <a:pt x="2278" y="1642"/>
                </a:lnTo>
                <a:lnTo>
                  <a:pt x="2277" y="1643"/>
                </a:lnTo>
                <a:lnTo>
                  <a:pt x="2277" y="1644"/>
                </a:lnTo>
                <a:lnTo>
                  <a:pt x="2276" y="1645"/>
                </a:lnTo>
                <a:lnTo>
                  <a:pt x="2273" y="1645"/>
                </a:lnTo>
                <a:lnTo>
                  <a:pt x="2272" y="1645"/>
                </a:lnTo>
                <a:lnTo>
                  <a:pt x="2271" y="1644"/>
                </a:lnTo>
                <a:lnTo>
                  <a:pt x="2268" y="1643"/>
                </a:lnTo>
                <a:lnTo>
                  <a:pt x="2266" y="1643"/>
                </a:lnTo>
                <a:lnTo>
                  <a:pt x="2265" y="1643"/>
                </a:lnTo>
                <a:lnTo>
                  <a:pt x="2264" y="1643"/>
                </a:lnTo>
                <a:lnTo>
                  <a:pt x="2263" y="1643"/>
                </a:lnTo>
                <a:lnTo>
                  <a:pt x="2263" y="1642"/>
                </a:lnTo>
                <a:lnTo>
                  <a:pt x="2262" y="1642"/>
                </a:lnTo>
                <a:lnTo>
                  <a:pt x="2260" y="1642"/>
                </a:lnTo>
                <a:lnTo>
                  <a:pt x="2259" y="1641"/>
                </a:lnTo>
                <a:lnTo>
                  <a:pt x="2258" y="1641"/>
                </a:lnTo>
                <a:lnTo>
                  <a:pt x="2255" y="1641"/>
                </a:lnTo>
                <a:lnTo>
                  <a:pt x="2254" y="1642"/>
                </a:lnTo>
                <a:lnTo>
                  <a:pt x="2254" y="1643"/>
                </a:lnTo>
                <a:lnTo>
                  <a:pt x="2253" y="1644"/>
                </a:lnTo>
                <a:lnTo>
                  <a:pt x="2253" y="1645"/>
                </a:lnTo>
                <a:lnTo>
                  <a:pt x="2252" y="1646"/>
                </a:lnTo>
                <a:lnTo>
                  <a:pt x="2251" y="1646"/>
                </a:lnTo>
                <a:lnTo>
                  <a:pt x="2249" y="1646"/>
                </a:lnTo>
                <a:lnTo>
                  <a:pt x="2248" y="1646"/>
                </a:lnTo>
                <a:lnTo>
                  <a:pt x="2247" y="1646"/>
                </a:lnTo>
                <a:lnTo>
                  <a:pt x="2246" y="1647"/>
                </a:lnTo>
                <a:lnTo>
                  <a:pt x="2246" y="1648"/>
                </a:lnTo>
                <a:lnTo>
                  <a:pt x="2245" y="1646"/>
                </a:lnTo>
                <a:lnTo>
                  <a:pt x="2244" y="1646"/>
                </a:lnTo>
                <a:lnTo>
                  <a:pt x="2243" y="1646"/>
                </a:lnTo>
                <a:lnTo>
                  <a:pt x="2243" y="1647"/>
                </a:lnTo>
                <a:lnTo>
                  <a:pt x="2242" y="1647"/>
                </a:lnTo>
                <a:lnTo>
                  <a:pt x="2242" y="1648"/>
                </a:lnTo>
                <a:lnTo>
                  <a:pt x="2239" y="1648"/>
                </a:lnTo>
                <a:lnTo>
                  <a:pt x="2239" y="1647"/>
                </a:lnTo>
                <a:lnTo>
                  <a:pt x="2238" y="1647"/>
                </a:lnTo>
                <a:lnTo>
                  <a:pt x="2237" y="1646"/>
                </a:lnTo>
                <a:lnTo>
                  <a:pt x="2236" y="1645"/>
                </a:lnTo>
                <a:lnTo>
                  <a:pt x="2234" y="1644"/>
                </a:lnTo>
                <a:lnTo>
                  <a:pt x="2233" y="1644"/>
                </a:lnTo>
                <a:lnTo>
                  <a:pt x="2232" y="1644"/>
                </a:lnTo>
                <a:lnTo>
                  <a:pt x="2231" y="1644"/>
                </a:lnTo>
                <a:lnTo>
                  <a:pt x="2231" y="1645"/>
                </a:lnTo>
                <a:lnTo>
                  <a:pt x="2231" y="1646"/>
                </a:lnTo>
                <a:lnTo>
                  <a:pt x="2230" y="1645"/>
                </a:lnTo>
                <a:lnTo>
                  <a:pt x="2229" y="1644"/>
                </a:lnTo>
                <a:lnTo>
                  <a:pt x="2228" y="1644"/>
                </a:lnTo>
                <a:lnTo>
                  <a:pt x="2226" y="1645"/>
                </a:lnTo>
                <a:lnTo>
                  <a:pt x="2226" y="1646"/>
                </a:lnTo>
                <a:lnTo>
                  <a:pt x="2227" y="1648"/>
                </a:lnTo>
                <a:lnTo>
                  <a:pt x="2227" y="1649"/>
                </a:lnTo>
                <a:lnTo>
                  <a:pt x="2226" y="1649"/>
                </a:lnTo>
                <a:lnTo>
                  <a:pt x="2226" y="1650"/>
                </a:lnTo>
                <a:lnTo>
                  <a:pt x="2225" y="1652"/>
                </a:lnTo>
                <a:lnTo>
                  <a:pt x="2224" y="1653"/>
                </a:lnTo>
                <a:lnTo>
                  <a:pt x="2224" y="1654"/>
                </a:lnTo>
                <a:lnTo>
                  <a:pt x="2223" y="1655"/>
                </a:lnTo>
                <a:lnTo>
                  <a:pt x="2224" y="1656"/>
                </a:lnTo>
                <a:lnTo>
                  <a:pt x="2223" y="1657"/>
                </a:lnTo>
                <a:lnTo>
                  <a:pt x="2222" y="1656"/>
                </a:lnTo>
                <a:lnTo>
                  <a:pt x="2220" y="1656"/>
                </a:lnTo>
                <a:lnTo>
                  <a:pt x="2219" y="1656"/>
                </a:lnTo>
                <a:lnTo>
                  <a:pt x="2217" y="1658"/>
                </a:lnTo>
                <a:lnTo>
                  <a:pt x="2218" y="1659"/>
                </a:lnTo>
                <a:lnTo>
                  <a:pt x="2219" y="1659"/>
                </a:lnTo>
                <a:lnTo>
                  <a:pt x="2219" y="1661"/>
                </a:lnTo>
                <a:lnTo>
                  <a:pt x="2218" y="1661"/>
                </a:lnTo>
                <a:lnTo>
                  <a:pt x="2218" y="1662"/>
                </a:lnTo>
                <a:lnTo>
                  <a:pt x="2218" y="1663"/>
                </a:lnTo>
                <a:lnTo>
                  <a:pt x="2219" y="1663"/>
                </a:lnTo>
                <a:lnTo>
                  <a:pt x="2219" y="1664"/>
                </a:lnTo>
                <a:lnTo>
                  <a:pt x="2219" y="1665"/>
                </a:lnTo>
                <a:lnTo>
                  <a:pt x="2218" y="1665"/>
                </a:lnTo>
                <a:lnTo>
                  <a:pt x="2217" y="1665"/>
                </a:lnTo>
                <a:lnTo>
                  <a:pt x="2217" y="1666"/>
                </a:lnTo>
                <a:lnTo>
                  <a:pt x="2216" y="1667"/>
                </a:lnTo>
                <a:lnTo>
                  <a:pt x="2217" y="1667"/>
                </a:lnTo>
                <a:lnTo>
                  <a:pt x="2217" y="1668"/>
                </a:lnTo>
                <a:lnTo>
                  <a:pt x="2217" y="1669"/>
                </a:lnTo>
                <a:lnTo>
                  <a:pt x="2218" y="1669"/>
                </a:lnTo>
                <a:lnTo>
                  <a:pt x="2218" y="1671"/>
                </a:lnTo>
                <a:lnTo>
                  <a:pt x="2218" y="1672"/>
                </a:lnTo>
                <a:lnTo>
                  <a:pt x="2218" y="1673"/>
                </a:lnTo>
                <a:lnTo>
                  <a:pt x="2218" y="1674"/>
                </a:lnTo>
                <a:lnTo>
                  <a:pt x="2218" y="1675"/>
                </a:lnTo>
                <a:lnTo>
                  <a:pt x="2219" y="1676"/>
                </a:lnTo>
                <a:lnTo>
                  <a:pt x="2220" y="1676"/>
                </a:lnTo>
                <a:lnTo>
                  <a:pt x="2220" y="1677"/>
                </a:lnTo>
                <a:lnTo>
                  <a:pt x="2220" y="1678"/>
                </a:lnTo>
                <a:lnTo>
                  <a:pt x="2221" y="1679"/>
                </a:lnTo>
                <a:lnTo>
                  <a:pt x="2223" y="1679"/>
                </a:lnTo>
                <a:lnTo>
                  <a:pt x="2222" y="1681"/>
                </a:lnTo>
                <a:lnTo>
                  <a:pt x="2222" y="1683"/>
                </a:lnTo>
                <a:lnTo>
                  <a:pt x="2221" y="1684"/>
                </a:lnTo>
                <a:lnTo>
                  <a:pt x="2221" y="1685"/>
                </a:lnTo>
                <a:lnTo>
                  <a:pt x="2222" y="1685"/>
                </a:lnTo>
                <a:lnTo>
                  <a:pt x="2222" y="1686"/>
                </a:lnTo>
                <a:lnTo>
                  <a:pt x="2224" y="1687"/>
                </a:lnTo>
                <a:lnTo>
                  <a:pt x="2224" y="1688"/>
                </a:lnTo>
                <a:lnTo>
                  <a:pt x="2225" y="1688"/>
                </a:lnTo>
                <a:lnTo>
                  <a:pt x="2226" y="1688"/>
                </a:lnTo>
                <a:lnTo>
                  <a:pt x="2227" y="1689"/>
                </a:lnTo>
                <a:lnTo>
                  <a:pt x="2228" y="1690"/>
                </a:lnTo>
                <a:lnTo>
                  <a:pt x="2228" y="1691"/>
                </a:lnTo>
                <a:lnTo>
                  <a:pt x="2229" y="1691"/>
                </a:lnTo>
                <a:lnTo>
                  <a:pt x="2229" y="1692"/>
                </a:lnTo>
                <a:lnTo>
                  <a:pt x="2230" y="1694"/>
                </a:lnTo>
                <a:lnTo>
                  <a:pt x="2229" y="1695"/>
                </a:lnTo>
                <a:lnTo>
                  <a:pt x="2230" y="1696"/>
                </a:lnTo>
                <a:lnTo>
                  <a:pt x="2230" y="1697"/>
                </a:lnTo>
                <a:lnTo>
                  <a:pt x="2229" y="1698"/>
                </a:lnTo>
                <a:lnTo>
                  <a:pt x="2228" y="1698"/>
                </a:lnTo>
                <a:lnTo>
                  <a:pt x="2228" y="1699"/>
                </a:lnTo>
                <a:lnTo>
                  <a:pt x="2229" y="1701"/>
                </a:lnTo>
                <a:lnTo>
                  <a:pt x="2230" y="1702"/>
                </a:lnTo>
                <a:lnTo>
                  <a:pt x="2231" y="1702"/>
                </a:lnTo>
                <a:lnTo>
                  <a:pt x="2231" y="1703"/>
                </a:lnTo>
                <a:lnTo>
                  <a:pt x="2231" y="1704"/>
                </a:lnTo>
                <a:lnTo>
                  <a:pt x="2231" y="1705"/>
                </a:lnTo>
                <a:lnTo>
                  <a:pt x="2232" y="1705"/>
                </a:lnTo>
                <a:lnTo>
                  <a:pt x="2233" y="1706"/>
                </a:lnTo>
                <a:lnTo>
                  <a:pt x="2233" y="1708"/>
                </a:lnTo>
                <a:lnTo>
                  <a:pt x="2233" y="1709"/>
                </a:lnTo>
                <a:lnTo>
                  <a:pt x="2232" y="1710"/>
                </a:lnTo>
                <a:lnTo>
                  <a:pt x="2232" y="1711"/>
                </a:lnTo>
                <a:lnTo>
                  <a:pt x="2231" y="1711"/>
                </a:lnTo>
                <a:lnTo>
                  <a:pt x="2230" y="1711"/>
                </a:lnTo>
                <a:lnTo>
                  <a:pt x="2229" y="1711"/>
                </a:lnTo>
                <a:lnTo>
                  <a:pt x="2228" y="1712"/>
                </a:lnTo>
                <a:lnTo>
                  <a:pt x="2228" y="1713"/>
                </a:lnTo>
                <a:lnTo>
                  <a:pt x="2228" y="1714"/>
                </a:lnTo>
                <a:lnTo>
                  <a:pt x="2228" y="1715"/>
                </a:lnTo>
                <a:lnTo>
                  <a:pt x="2227" y="1715"/>
                </a:lnTo>
                <a:lnTo>
                  <a:pt x="2226" y="1715"/>
                </a:lnTo>
                <a:lnTo>
                  <a:pt x="2225" y="1715"/>
                </a:lnTo>
                <a:lnTo>
                  <a:pt x="2224" y="1715"/>
                </a:lnTo>
                <a:lnTo>
                  <a:pt x="2223" y="1716"/>
                </a:lnTo>
                <a:lnTo>
                  <a:pt x="2222" y="1716"/>
                </a:lnTo>
                <a:lnTo>
                  <a:pt x="2221" y="1716"/>
                </a:lnTo>
                <a:lnTo>
                  <a:pt x="2220" y="1715"/>
                </a:lnTo>
                <a:lnTo>
                  <a:pt x="2219" y="1716"/>
                </a:lnTo>
                <a:lnTo>
                  <a:pt x="2219" y="1717"/>
                </a:lnTo>
                <a:lnTo>
                  <a:pt x="2220" y="1717"/>
                </a:lnTo>
                <a:lnTo>
                  <a:pt x="2220" y="1718"/>
                </a:lnTo>
                <a:lnTo>
                  <a:pt x="2220" y="1719"/>
                </a:lnTo>
                <a:lnTo>
                  <a:pt x="2219" y="1719"/>
                </a:lnTo>
                <a:lnTo>
                  <a:pt x="2219" y="1720"/>
                </a:lnTo>
                <a:lnTo>
                  <a:pt x="2218" y="1720"/>
                </a:lnTo>
                <a:lnTo>
                  <a:pt x="2218" y="1721"/>
                </a:lnTo>
                <a:lnTo>
                  <a:pt x="2217" y="1722"/>
                </a:lnTo>
                <a:lnTo>
                  <a:pt x="2216" y="1723"/>
                </a:lnTo>
                <a:lnTo>
                  <a:pt x="2215" y="1723"/>
                </a:lnTo>
                <a:lnTo>
                  <a:pt x="2215" y="1722"/>
                </a:lnTo>
                <a:lnTo>
                  <a:pt x="2214" y="1722"/>
                </a:lnTo>
                <a:lnTo>
                  <a:pt x="2213" y="1723"/>
                </a:lnTo>
                <a:lnTo>
                  <a:pt x="2213" y="1724"/>
                </a:lnTo>
                <a:lnTo>
                  <a:pt x="2212" y="1726"/>
                </a:lnTo>
                <a:lnTo>
                  <a:pt x="2212" y="1727"/>
                </a:lnTo>
                <a:lnTo>
                  <a:pt x="2212" y="1728"/>
                </a:lnTo>
                <a:lnTo>
                  <a:pt x="2213" y="1728"/>
                </a:lnTo>
                <a:lnTo>
                  <a:pt x="2213" y="1729"/>
                </a:lnTo>
                <a:lnTo>
                  <a:pt x="2212" y="1730"/>
                </a:lnTo>
                <a:lnTo>
                  <a:pt x="2212" y="1731"/>
                </a:lnTo>
                <a:lnTo>
                  <a:pt x="2212" y="1732"/>
                </a:lnTo>
                <a:lnTo>
                  <a:pt x="2214" y="1733"/>
                </a:lnTo>
                <a:lnTo>
                  <a:pt x="2214" y="1734"/>
                </a:lnTo>
                <a:lnTo>
                  <a:pt x="2215" y="1734"/>
                </a:lnTo>
                <a:lnTo>
                  <a:pt x="2215" y="1735"/>
                </a:lnTo>
                <a:lnTo>
                  <a:pt x="2216" y="1735"/>
                </a:lnTo>
                <a:lnTo>
                  <a:pt x="2215" y="1737"/>
                </a:lnTo>
                <a:lnTo>
                  <a:pt x="2214" y="1738"/>
                </a:lnTo>
                <a:lnTo>
                  <a:pt x="2212" y="1738"/>
                </a:lnTo>
                <a:lnTo>
                  <a:pt x="2211" y="1738"/>
                </a:lnTo>
                <a:lnTo>
                  <a:pt x="2208" y="1735"/>
                </a:lnTo>
                <a:lnTo>
                  <a:pt x="2208" y="1734"/>
                </a:lnTo>
                <a:lnTo>
                  <a:pt x="2207" y="1734"/>
                </a:lnTo>
                <a:lnTo>
                  <a:pt x="2207" y="1735"/>
                </a:lnTo>
                <a:lnTo>
                  <a:pt x="2207" y="1736"/>
                </a:lnTo>
                <a:lnTo>
                  <a:pt x="2207" y="1737"/>
                </a:lnTo>
                <a:lnTo>
                  <a:pt x="2206" y="1738"/>
                </a:lnTo>
                <a:lnTo>
                  <a:pt x="2205" y="1738"/>
                </a:lnTo>
                <a:lnTo>
                  <a:pt x="2204" y="1738"/>
                </a:lnTo>
                <a:lnTo>
                  <a:pt x="2203" y="1741"/>
                </a:lnTo>
                <a:lnTo>
                  <a:pt x="2202" y="1742"/>
                </a:lnTo>
                <a:lnTo>
                  <a:pt x="2202" y="1741"/>
                </a:lnTo>
                <a:lnTo>
                  <a:pt x="2201" y="1741"/>
                </a:lnTo>
                <a:lnTo>
                  <a:pt x="2201" y="1740"/>
                </a:lnTo>
                <a:lnTo>
                  <a:pt x="2200" y="1741"/>
                </a:lnTo>
                <a:lnTo>
                  <a:pt x="2200" y="1742"/>
                </a:lnTo>
                <a:lnTo>
                  <a:pt x="2199" y="1743"/>
                </a:lnTo>
                <a:lnTo>
                  <a:pt x="2199" y="1744"/>
                </a:lnTo>
                <a:lnTo>
                  <a:pt x="2198" y="1744"/>
                </a:lnTo>
                <a:lnTo>
                  <a:pt x="2198" y="1743"/>
                </a:lnTo>
                <a:lnTo>
                  <a:pt x="2197" y="1743"/>
                </a:lnTo>
                <a:lnTo>
                  <a:pt x="2196" y="1743"/>
                </a:lnTo>
                <a:lnTo>
                  <a:pt x="2196" y="1744"/>
                </a:lnTo>
                <a:lnTo>
                  <a:pt x="2195" y="1745"/>
                </a:lnTo>
                <a:lnTo>
                  <a:pt x="2195" y="1746"/>
                </a:lnTo>
                <a:lnTo>
                  <a:pt x="2194" y="1747"/>
                </a:lnTo>
                <a:lnTo>
                  <a:pt x="2193" y="1747"/>
                </a:lnTo>
                <a:lnTo>
                  <a:pt x="2193" y="1748"/>
                </a:lnTo>
                <a:lnTo>
                  <a:pt x="2192" y="1748"/>
                </a:lnTo>
                <a:lnTo>
                  <a:pt x="2191" y="1748"/>
                </a:lnTo>
                <a:lnTo>
                  <a:pt x="2190" y="1748"/>
                </a:lnTo>
                <a:lnTo>
                  <a:pt x="2190" y="1749"/>
                </a:lnTo>
                <a:lnTo>
                  <a:pt x="2189" y="1749"/>
                </a:lnTo>
                <a:lnTo>
                  <a:pt x="2189" y="1750"/>
                </a:lnTo>
                <a:lnTo>
                  <a:pt x="2190" y="1750"/>
                </a:lnTo>
                <a:lnTo>
                  <a:pt x="2190" y="1751"/>
                </a:lnTo>
                <a:lnTo>
                  <a:pt x="2191" y="1751"/>
                </a:lnTo>
                <a:lnTo>
                  <a:pt x="2192" y="1751"/>
                </a:lnTo>
                <a:lnTo>
                  <a:pt x="2193" y="1751"/>
                </a:lnTo>
                <a:lnTo>
                  <a:pt x="2193" y="1752"/>
                </a:lnTo>
                <a:lnTo>
                  <a:pt x="2194" y="1752"/>
                </a:lnTo>
                <a:lnTo>
                  <a:pt x="2194" y="1753"/>
                </a:lnTo>
                <a:lnTo>
                  <a:pt x="2195" y="1753"/>
                </a:lnTo>
                <a:lnTo>
                  <a:pt x="2195" y="1754"/>
                </a:lnTo>
                <a:lnTo>
                  <a:pt x="2195" y="1755"/>
                </a:lnTo>
                <a:lnTo>
                  <a:pt x="2194" y="1755"/>
                </a:lnTo>
                <a:lnTo>
                  <a:pt x="2194" y="1756"/>
                </a:lnTo>
                <a:lnTo>
                  <a:pt x="2194" y="1757"/>
                </a:lnTo>
                <a:lnTo>
                  <a:pt x="2195" y="1758"/>
                </a:lnTo>
                <a:lnTo>
                  <a:pt x="2195" y="1760"/>
                </a:lnTo>
                <a:lnTo>
                  <a:pt x="2194" y="1760"/>
                </a:lnTo>
                <a:lnTo>
                  <a:pt x="2193" y="1762"/>
                </a:lnTo>
                <a:lnTo>
                  <a:pt x="2193" y="1763"/>
                </a:lnTo>
                <a:lnTo>
                  <a:pt x="2194" y="1763"/>
                </a:lnTo>
                <a:lnTo>
                  <a:pt x="2195" y="1763"/>
                </a:lnTo>
                <a:lnTo>
                  <a:pt x="2196" y="1763"/>
                </a:lnTo>
                <a:lnTo>
                  <a:pt x="2197" y="1764"/>
                </a:lnTo>
                <a:lnTo>
                  <a:pt x="2198" y="1764"/>
                </a:lnTo>
                <a:lnTo>
                  <a:pt x="2199" y="1764"/>
                </a:lnTo>
                <a:lnTo>
                  <a:pt x="2200" y="1763"/>
                </a:lnTo>
                <a:lnTo>
                  <a:pt x="2201" y="1763"/>
                </a:lnTo>
                <a:lnTo>
                  <a:pt x="2201" y="1762"/>
                </a:lnTo>
                <a:lnTo>
                  <a:pt x="2202" y="1763"/>
                </a:lnTo>
                <a:lnTo>
                  <a:pt x="2202" y="1764"/>
                </a:lnTo>
                <a:lnTo>
                  <a:pt x="2202" y="1765"/>
                </a:lnTo>
                <a:lnTo>
                  <a:pt x="2203" y="1765"/>
                </a:lnTo>
                <a:lnTo>
                  <a:pt x="2204" y="1765"/>
                </a:lnTo>
                <a:lnTo>
                  <a:pt x="2204" y="1764"/>
                </a:lnTo>
                <a:lnTo>
                  <a:pt x="2204" y="1763"/>
                </a:lnTo>
                <a:lnTo>
                  <a:pt x="2205" y="1763"/>
                </a:lnTo>
                <a:lnTo>
                  <a:pt x="2205" y="1762"/>
                </a:lnTo>
                <a:lnTo>
                  <a:pt x="2207" y="1762"/>
                </a:lnTo>
                <a:lnTo>
                  <a:pt x="2208" y="1762"/>
                </a:lnTo>
                <a:lnTo>
                  <a:pt x="2209" y="1762"/>
                </a:lnTo>
                <a:lnTo>
                  <a:pt x="2209" y="1761"/>
                </a:lnTo>
                <a:lnTo>
                  <a:pt x="2210" y="1761"/>
                </a:lnTo>
                <a:lnTo>
                  <a:pt x="2211" y="1761"/>
                </a:lnTo>
                <a:lnTo>
                  <a:pt x="2211" y="1762"/>
                </a:lnTo>
                <a:lnTo>
                  <a:pt x="2212" y="1762"/>
                </a:lnTo>
                <a:lnTo>
                  <a:pt x="2213" y="1761"/>
                </a:lnTo>
                <a:lnTo>
                  <a:pt x="2213" y="1760"/>
                </a:lnTo>
                <a:lnTo>
                  <a:pt x="2214" y="1760"/>
                </a:lnTo>
                <a:lnTo>
                  <a:pt x="2215" y="1760"/>
                </a:lnTo>
                <a:lnTo>
                  <a:pt x="2216" y="1760"/>
                </a:lnTo>
                <a:lnTo>
                  <a:pt x="2216" y="1762"/>
                </a:lnTo>
                <a:lnTo>
                  <a:pt x="2217" y="1762"/>
                </a:lnTo>
                <a:lnTo>
                  <a:pt x="2218" y="1762"/>
                </a:lnTo>
                <a:lnTo>
                  <a:pt x="2218" y="1761"/>
                </a:lnTo>
                <a:lnTo>
                  <a:pt x="2219" y="1762"/>
                </a:lnTo>
                <a:lnTo>
                  <a:pt x="2219" y="1763"/>
                </a:lnTo>
                <a:lnTo>
                  <a:pt x="2220" y="1764"/>
                </a:lnTo>
                <a:lnTo>
                  <a:pt x="2221" y="1764"/>
                </a:lnTo>
                <a:lnTo>
                  <a:pt x="2222" y="1764"/>
                </a:lnTo>
                <a:lnTo>
                  <a:pt x="2223" y="1764"/>
                </a:lnTo>
                <a:lnTo>
                  <a:pt x="2223" y="1766"/>
                </a:lnTo>
                <a:lnTo>
                  <a:pt x="2223" y="1767"/>
                </a:lnTo>
                <a:lnTo>
                  <a:pt x="2224" y="1767"/>
                </a:lnTo>
                <a:lnTo>
                  <a:pt x="2225" y="1767"/>
                </a:lnTo>
                <a:lnTo>
                  <a:pt x="2226" y="1768"/>
                </a:lnTo>
                <a:lnTo>
                  <a:pt x="2227" y="1768"/>
                </a:lnTo>
                <a:lnTo>
                  <a:pt x="2228" y="1769"/>
                </a:lnTo>
                <a:lnTo>
                  <a:pt x="2228" y="1770"/>
                </a:lnTo>
                <a:lnTo>
                  <a:pt x="2229" y="1769"/>
                </a:lnTo>
                <a:lnTo>
                  <a:pt x="2230" y="1768"/>
                </a:lnTo>
                <a:lnTo>
                  <a:pt x="2231" y="1769"/>
                </a:lnTo>
                <a:lnTo>
                  <a:pt x="2232" y="1769"/>
                </a:lnTo>
                <a:lnTo>
                  <a:pt x="2233" y="1769"/>
                </a:lnTo>
                <a:lnTo>
                  <a:pt x="2233" y="1770"/>
                </a:lnTo>
                <a:lnTo>
                  <a:pt x="2232" y="1771"/>
                </a:lnTo>
                <a:lnTo>
                  <a:pt x="2233" y="1772"/>
                </a:lnTo>
                <a:lnTo>
                  <a:pt x="2234" y="1772"/>
                </a:lnTo>
                <a:lnTo>
                  <a:pt x="2234" y="1771"/>
                </a:lnTo>
                <a:lnTo>
                  <a:pt x="2234" y="1772"/>
                </a:lnTo>
                <a:lnTo>
                  <a:pt x="2235" y="1772"/>
                </a:lnTo>
                <a:lnTo>
                  <a:pt x="2235" y="1773"/>
                </a:lnTo>
                <a:lnTo>
                  <a:pt x="2235" y="1774"/>
                </a:lnTo>
                <a:lnTo>
                  <a:pt x="2236" y="1774"/>
                </a:lnTo>
                <a:lnTo>
                  <a:pt x="2237" y="1773"/>
                </a:lnTo>
                <a:lnTo>
                  <a:pt x="2238" y="1773"/>
                </a:lnTo>
                <a:lnTo>
                  <a:pt x="2238" y="1774"/>
                </a:lnTo>
                <a:lnTo>
                  <a:pt x="2237" y="1774"/>
                </a:lnTo>
                <a:lnTo>
                  <a:pt x="2236" y="1775"/>
                </a:lnTo>
                <a:lnTo>
                  <a:pt x="2236" y="1776"/>
                </a:lnTo>
                <a:lnTo>
                  <a:pt x="2238" y="1777"/>
                </a:lnTo>
                <a:lnTo>
                  <a:pt x="2238" y="1776"/>
                </a:lnTo>
                <a:lnTo>
                  <a:pt x="2239" y="1776"/>
                </a:lnTo>
                <a:lnTo>
                  <a:pt x="2240" y="1776"/>
                </a:lnTo>
                <a:lnTo>
                  <a:pt x="2241" y="1777"/>
                </a:lnTo>
                <a:lnTo>
                  <a:pt x="2241" y="1778"/>
                </a:lnTo>
                <a:lnTo>
                  <a:pt x="2240" y="1778"/>
                </a:lnTo>
                <a:lnTo>
                  <a:pt x="2241" y="1780"/>
                </a:lnTo>
                <a:lnTo>
                  <a:pt x="2241" y="1781"/>
                </a:lnTo>
                <a:lnTo>
                  <a:pt x="2242" y="1781"/>
                </a:lnTo>
                <a:lnTo>
                  <a:pt x="2242" y="1783"/>
                </a:lnTo>
                <a:lnTo>
                  <a:pt x="2242" y="1784"/>
                </a:lnTo>
                <a:lnTo>
                  <a:pt x="2242" y="1785"/>
                </a:lnTo>
                <a:lnTo>
                  <a:pt x="2243" y="1785"/>
                </a:lnTo>
                <a:lnTo>
                  <a:pt x="2243" y="1786"/>
                </a:lnTo>
                <a:lnTo>
                  <a:pt x="2244" y="1787"/>
                </a:lnTo>
                <a:lnTo>
                  <a:pt x="2244" y="1788"/>
                </a:lnTo>
                <a:lnTo>
                  <a:pt x="2244" y="1789"/>
                </a:lnTo>
                <a:lnTo>
                  <a:pt x="2245" y="1789"/>
                </a:lnTo>
                <a:lnTo>
                  <a:pt x="2246" y="1789"/>
                </a:lnTo>
                <a:lnTo>
                  <a:pt x="2246" y="1788"/>
                </a:lnTo>
                <a:lnTo>
                  <a:pt x="2247" y="1789"/>
                </a:lnTo>
                <a:lnTo>
                  <a:pt x="2248" y="1790"/>
                </a:lnTo>
                <a:lnTo>
                  <a:pt x="2248" y="1791"/>
                </a:lnTo>
                <a:lnTo>
                  <a:pt x="2249" y="1791"/>
                </a:lnTo>
                <a:lnTo>
                  <a:pt x="2249" y="1790"/>
                </a:lnTo>
                <a:lnTo>
                  <a:pt x="2250" y="1790"/>
                </a:lnTo>
                <a:lnTo>
                  <a:pt x="2251" y="1790"/>
                </a:lnTo>
                <a:lnTo>
                  <a:pt x="2252" y="1790"/>
                </a:lnTo>
                <a:lnTo>
                  <a:pt x="2252" y="1791"/>
                </a:lnTo>
                <a:lnTo>
                  <a:pt x="2251" y="1791"/>
                </a:lnTo>
                <a:lnTo>
                  <a:pt x="2251" y="1792"/>
                </a:lnTo>
                <a:lnTo>
                  <a:pt x="2252" y="1792"/>
                </a:lnTo>
                <a:lnTo>
                  <a:pt x="2253" y="1792"/>
                </a:lnTo>
                <a:lnTo>
                  <a:pt x="2253" y="1791"/>
                </a:lnTo>
                <a:lnTo>
                  <a:pt x="2254" y="1791"/>
                </a:lnTo>
                <a:lnTo>
                  <a:pt x="2254" y="1792"/>
                </a:lnTo>
                <a:lnTo>
                  <a:pt x="2254" y="1793"/>
                </a:lnTo>
                <a:lnTo>
                  <a:pt x="2255" y="1793"/>
                </a:lnTo>
                <a:lnTo>
                  <a:pt x="2255" y="1792"/>
                </a:lnTo>
                <a:lnTo>
                  <a:pt x="2256" y="1791"/>
                </a:lnTo>
                <a:lnTo>
                  <a:pt x="2256" y="1792"/>
                </a:lnTo>
                <a:lnTo>
                  <a:pt x="2258" y="1793"/>
                </a:lnTo>
                <a:lnTo>
                  <a:pt x="2258" y="1795"/>
                </a:lnTo>
                <a:lnTo>
                  <a:pt x="2258" y="1796"/>
                </a:lnTo>
                <a:lnTo>
                  <a:pt x="2257" y="1797"/>
                </a:lnTo>
                <a:lnTo>
                  <a:pt x="2256" y="1797"/>
                </a:lnTo>
                <a:lnTo>
                  <a:pt x="2254" y="1798"/>
                </a:lnTo>
                <a:lnTo>
                  <a:pt x="2253" y="1799"/>
                </a:lnTo>
                <a:lnTo>
                  <a:pt x="2252" y="1800"/>
                </a:lnTo>
                <a:lnTo>
                  <a:pt x="2252" y="1801"/>
                </a:lnTo>
                <a:lnTo>
                  <a:pt x="2254" y="1802"/>
                </a:lnTo>
                <a:lnTo>
                  <a:pt x="2255" y="1802"/>
                </a:lnTo>
                <a:lnTo>
                  <a:pt x="2255" y="1803"/>
                </a:lnTo>
                <a:lnTo>
                  <a:pt x="2255" y="1805"/>
                </a:lnTo>
                <a:lnTo>
                  <a:pt x="2255" y="1806"/>
                </a:lnTo>
                <a:lnTo>
                  <a:pt x="2255" y="1807"/>
                </a:lnTo>
                <a:lnTo>
                  <a:pt x="2255" y="1808"/>
                </a:lnTo>
                <a:lnTo>
                  <a:pt x="2255" y="1809"/>
                </a:lnTo>
                <a:lnTo>
                  <a:pt x="2254" y="1809"/>
                </a:lnTo>
                <a:lnTo>
                  <a:pt x="2254" y="1810"/>
                </a:lnTo>
                <a:lnTo>
                  <a:pt x="2255" y="1810"/>
                </a:lnTo>
                <a:lnTo>
                  <a:pt x="2255" y="1811"/>
                </a:lnTo>
                <a:lnTo>
                  <a:pt x="2256" y="1811"/>
                </a:lnTo>
                <a:lnTo>
                  <a:pt x="2255" y="1811"/>
                </a:lnTo>
                <a:lnTo>
                  <a:pt x="2255" y="1812"/>
                </a:lnTo>
                <a:lnTo>
                  <a:pt x="2254" y="1813"/>
                </a:lnTo>
                <a:lnTo>
                  <a:pt x="2253" y="1813"/>
                </a:lnTo>
                <a:lnTo>
                  <a:pt x="2252" y="1813"/>
                </a:lnTo>
                <a:lnTo>
                  <a:pt x="2252" y="1814"/>
                </a:lnTo>
                <a:lnTo>
                  <a:pt x="2252" y="1815"/>
                </a:lnTo>
                <a:lnTo>
                  <a:pt x="2252" y="1817"/>
                </a:lnTo>
                <a:lnTo>
                  <a:pt x="2251" y="1817"/>
                </a:lnTo>
                <a:lnTo>
                  <a:pt x="2250" y="1818"/>
                </a:lnTo>
                <a:lnTo>
                  <a:pt x="2249" y="1818"/>
                </a:lnTo>
                <a:lnTo>
                  <a:pt x="2246" y="1819"/>
                </a:lnTo>
                <a:lnTo>
                  <a:pt x="2245" y="1818"/>
                </a:lnTo>
                <a:lnTo>
                  <a:pt x="2243" y="1817"/>
                </a:lnTo>
                <a:lnTo>
                  <a:pt x="2243" y="1816"/>
                </a:lnTo>
                <a:lnTo>
                  <a:pt x="2242" y="1815"/>
                </a:lnTo>
                <a:lnTo>
                  <a:pt x="2241" y="1815"/>
                </a:lnTo>
                <a:lnTo>
                  <a:pt x="2239" y="1816"/>
                </a:lnTo>
                <a:lnTo>
                  <a:pt x="2238" y="1817"/>
                </a:lnTo>
                <a:lnTo>
                  <a:pt x="2237" y="1818"/>
                </a:lnTo>
                <a:lnTo>
                  <a:pt x="2236" y="1818"/>
                </a:lnTo>
                <a:lnTo>
                  <a:pt x="2235" y="1817"/>
                </a:lnTo>
                <a:lnTo>
                  <a:pt x="2235" y="1816"/>
                </a:lnTo>
                <a:lnTo>
                  <a:pt x="2235" y="1815"/>
                </a:lnTo>
                <a:lnTo>
                  <a:pt x="2235" y="1813"/>
                </a:lnTo>
                <a:lnTo>
                  <a:pt x="2234" y="1812"/>
                </a:lnTo>
                <a:lnTo>
                  <a:pt x="2234" y="1811"/>
                </a:lnTo>
                <a:lnTo>
                  <a:pt x="2233" y="1811"/>
                </a:lnTo>
                <a:lnTo>
                  <a:pt x="2232" y="1811"/>
                </a:lnTo>
                <a:lnTo>
                  <a:pt x="2232" y="1812"/>
                </a:lnTo>
                <a:lnTo>
                  <a:pt x="2231" y="1812"/>
                </a:lnTo>
                <a:lnTo>
                  <a:pt x="2228" y="1811"/>
                </a:lnTo>
                <a:lnTo>
                  <a:pt x="2227" y="1810"/>
                </a:lnTo>
                <a:lnTo>
                  <a:pt x="2227" y="1809"/>
                </a:lnTo>
                <a:lnTo>
                  <a:pt x="2226" y="1809"/>
                </a:lnTo>
                <a:lnTo>
                  <a:pt x="2226" y="1810"/>
                </a:lnTo>
                <a:lnTo>
                  <a:pt x="2225" y="1810"/>
                </a:lnTo>
                <a:lnTo>
                  <a:pt x="2225" y="1811"/>
                </a:lnTo>
                <a:lnTo>
                  <a:pt x="2224" y="1811"/>
                </a:lnTo>
                <a:lnTo>
                  <a:pt x="2223" y="1811"/>
                </a:lnTo>
                <a:lnTo>
                  <a:pt x="2223" y="1812"/>
                </a:lnTo>
                <a:lnTo>
                  <a:pt x="2223" y="1813"/>
                </a:lnTo>
                <a:lnTo>
                  <a:pt x="2222" y="1815"/>
                </a:lnTo>
                <a:lnTo>
                  <a:pt x="2222" y="1816"/>
                </a:lnTo>
                <a:lnTo>
                  <a:pt x="2221" y="1816"/>
                </a:lnTo>
                <a:lnTo>
                  <a:pt x="2221" y="1817"/>
                </a:lnTo>
                <a:lnTo>
                  <a:pt x="2220" y="1818"/>
                </a:lnTo>
                <a:lnTo>
                  <a:pt x="2220" y="1819"/>
                </a:lnTo>
                <a:lnTo>
                  <a:pt x="2221" y="1820"/>
                </a:lnTo>
                <a:lnTo>
                  <a:pt x="2222" y="1820"/>
                </a:lnTo>
                <a:lnTo>
                  <a:pt x="2223" y="1820"/>
                </a:lnTo>
                <a:lnTo>
                  <a:pt x="2225" y="1820"/>
                </a:lnTo>
                <a:lnTo>
                  <a:pt x="2225" y="1818"/>
                </a:lnTo>
                <a:lnTo>
                  <a:pt x="2226" y="1817"/>
                </a:lnTo>
                <a:lnTo>
                  <a:pt x="2228" y="1819"/>
                </a:lnTo>
                <a:lnTo>
                  <a:pt x="2229" y="1819"/>
                </a:lnTo>
                <a:lnTo>
                  <a:pt x="2229" y="1820"/>
                </a:lnTo>
                <a:lnTo>
                  <a:pt x="2230" y="1822"/>
                </a:lnTo>
                <a:lnTo>
                  <a:pt x="2231" y="1823"/>
                </a:lnTo>
                <a:lnTo>
                  <a:pt x="2231" y="1828"/>
                </a:lnTo>
                <a:lnTo>
                  <a:pt x="2232" y="1828"/>
                </a:lnTo>
                <a:lnTo>
                  <a:pt x="2232" y="1829"/>
                </a:lnTo>
                <a:lnTo>
                  <a:pt x="2233" y="1829"/>
                </a:lnTo>
                <a:lnTo>
                  <a:pt x="2232" y="1830"/>
                </a:lnTo>
                <a:lnTo>
                  <a:pt x="2232" y="1831"/>
                </a:lnTo>
                <a:lnTo>
                  <a:pt x="2232" y="1833"/>
                </a:lnTo>
                <a:lnTo>
                  <a:pt x="2233" y="1833"/>
                </a:lnTo>
                <a:lnTo>
                  <a:pt x="2234" y="1834"/>
                </a:lnTo>
                <a:lnTo>
                  <a:pt x="2234" y="1835"/>
                </a:lnTo>
                <a:lnTo>
                  <a:pt x="2234" y="1836"/>
                </a:lnTo>
                <a:lnTo>
                  <a:pt x="2234" y="1837"/>
                </a:lnTo>
                <a:lnTo>
                  <a:pt x="2235" y="1837"/>
                </a:lnTo>
                <a:lnTo>
                  <a:pt x="2236" y="1838"/>
                </a:lnTo>
                <a:lnTo>
                  <a:pt x="2236" y="1839"/>
                </a:lnTo>
                <a:lnTo>
                  <a:pt x="2236" y="1840"/>
                </a:lnTo>
                <a:lnTo>
                  <a:pt x="2236" y="1841"/>
                </a:lnTo>
                <a:lnTo>
                  <a:pt x="2235" y="1842"/>
                </a:lnTo>
                <a:lnTo>
                  <a:pt x="2234" y="1842"/>
                </a:lnTo>
                <a:lnTo>
                  <a:pt x="2234" y="1843"/>
                </a:lnTo>
                <a:lnTo>
                  <a:pt x="2234" y="1844"/>
                </a:lnTo>
                <a:lnTo>
                  <a:pt x="2233" y="1844"/>
                </a:lnTo>
                <a:lnTo>
                  <a:pt x="2232" y="1847"/>
                </a:lnTo>
                <a:lnTo>
                  <a:pt x="2231" y="1847"/>
                </a:lnTo>
                <a:lnTo>
                  <a:pt x="2230" y="1847"/>
                </a:lnTo>
                <a:lnTo>
                  <a:pt x="2229" y="1846"/>
                </a:lnTo>
                <a:lnTo>
                  <a:pt x="2229" y="1847"/>
                </a:lnTo>
                <a:lnTo>
                  <a:pt x="2228" y="1847"/>
                </a:lnTo>
                <a:lnTo>
                  <a:pt x="2227" y="1847"/>
                </a:lnTo>
                <a:lnTo>
                  <a:pt x="2226" y="1847"/>
                </a:lnTo>
                <a:lnTo>
                  <a:pt x="2225" y="1847"/>
                </a:lnTo>
                <a:lnTo>
                  <a:pt x="2223" y="1847"/>
                </a:lnTo>
                <a:lnTo>
                  <a:pt x="2222" y="1847"/>
                </a:lnTo>
                <a:lnTo>
                  <a:pt x="2222" y="1849"/>
                </a:lnTo>
                <a:lnTo>
                  <a:pt x="2222" y="1851"/>
                </a:lnTo>
                <a:lnTo>
                  <a:pt x="2223" y="1853"/>
                </a:lnTo>
                <a:lnTo>
                  <a:pt x="2224" y="1855"/>
                </a:lnTo>
                <a:lnTo>
                  <a:pt x="2223" y="1856"/>
                </a:lnTo>
                <a:lnTo>
                  <a:pt x="2223" y="1857"/>
                </a:lnTo>
                <a:lnTo>
                  <a:pt x="2222" y="1857"/>
                </a:lnTo>
                <a:lnTo>
                  <a:pt x="2222" y="1858"/>
                </a:lnTo>
                <a:lnTo>
                  <a:pt x="2221" y="1858"/>
                </a:lnTo>
                <a:lnTo>
                  <a:pt x="2221" y="1859"/>
                </a:lnTo>
                <a:lnTo>
                  <a:pt x="2220" y="1861"/>
                </a:lnTo>
                <a:lnTo>
                  <a:pt x="2220" y="1862"/>
                </a:lnTo>
                <a:lnTo>
                  <a:pt x="2220" y="1863"/>
                </a:lnTo>
                <a:lnTo>
                  <a:pt x="2219" y="1863"/>
                </a:lnTo>
                <a:lnTo>
                  <a:pt x="2217" y="1864"/>
                </a:lnTo>
                <a:lnTo>
                  <a:pt x="2217" y="1865"/>
                </a:lnTo>
                <a:lnTo>
                  <a:pt x="2217" y="1867"/>
                </a:lnTo>
                <a:lnTo>
                  <a:pt x="2218" y="1867"/>
                </a:lnTo>
                <a:lnTo>
                  <a:pt x="2218" y="1868"/>
                </a:lnTo>
                <a:lnTo>
                  <a:pt x="2219" y="1869"/>
                </a:lnTo>
                <a:lnTo>
                  <a:pt x="2219" y="1871"/>
                </a:lnTo>
                <a:lnTo>
                  <a:pt x="2219" y="1872"/>
                </a:lnTo>
                <a:lnTo>
                  <a:pt x="2219" y="1873"/>
                </a:lnTo>
                <a:lnTo>
                  <a:pt x="2218" y="1873"/>
                </a:lnTo>
                <a:lnTo>
                  <a:pt x="2218" y="1875"/>
                </a:lnTo>
                <a:lnTo>
                  <a:pt x="2218" y="1877"/>
                </a:lnTo>
                <a:lnTo>
                  <a:pt x="2217" y="1877"/>
                </a:lnTo>
                <a:lnTo>
                  <a:pt x="2217" y="1878"/>
                </a:lnTo>
                <a:lnTo>
                  <a:pt x="2217" y="1879"/>
                </a:lnTo>
                <a:lnTo>
                  <a:pt x="2216" y="1879"/>
                </a:lnTo>
                <a:lnTo>
                  <a:pt x="2215" y="1879"/>
                </a:lnTo>
                <a:lnTo>
                  <a:pt x="2214" y="1880"/>
                </a:lnTo>
                <a:lnTo>
                  <a:pt x="2214" y="1881"/>
                </a:lnTo>
                <a:lnTo>
                  <a:pt x="2214" y="1883"/>
                </a:lnTo>
                <a:lnTo>
                  <a:pt x="2214" y="1884"/>
                </a:lnTo>
                <a:lnTo>
                  <a:pt x="2213" y="1885"/>
                </a:lnTo>
                <a:lnTo>
                  <a:pt x="2212" y="1885"/>
                </a:lnTo>
                <a:lnTo>
                  <a:pt x="2211" y="1886"/>
                </a:lnTo>
                <a:lnTo>
                  <a:pt x="2210" y="1888"/>
                </a:lnTo>
                <a:lnTo>
                  <a:pt x="2209" y="1888"/>
                </a:lnTo>
                <a:lnTo>
                  <a:pt x="2208" y="1889"/>
                </a:lnTo>
                <a:lnTo>
                  <a:pt x="2207" y="1889"/>
                </a:lnTo>
                <a:lnTo>
                  <a:pt x="2207" y="1890"/>
                </a:lnTo>
                <a:lnTo>
                  <a:pt x="2208" y="1890"/>
                </a:lnTo>
                <a:lnTo>
                  <a:pt x="2209" y="1890"/>
                </a:lnTo>
                <a:lnTo>
                  <a:pt x="2209" y="1891"/>
                </a:lnTo>
                <a:lnTo>
                  <a:pt x="2210" y="1892"/>
                </a:lnTo>
                <a:lnTo>
                  <a:pt x="2210" y="1893"/>
                </a:lnTo>
                <a:lnTo>
                  <a:pt x="2209" y="1894"/>
                </a:lnTo>
                <a:lnTo>
                  <a:pt x="2209" y="1895"/>
                </a:lnTo>
                <a:lnTo>
                  <a:pt x="2209" y="1896"/>
                </a:lnTo>
                <a:lnTo>
                  <a:pt x="2211" y="1898"/>
                </a:lnTo>
                <a:lnTo>
                  <a:pt x="2213" y="1897"/>
                </a:lnTo>
                <a:lnTo>
                  <a:pt x="2214" y="1897"/>
                </a:lnTo>
                <a:lnTo>
                  <a:pt x="2214" y="1898"/>
                </a:lnTo>
                <a:lnTo>
                  <a:pt x="2215" y="1897"/>
                </a:lnTo>
                <a:lnTo>
                  <a:pt x="2216" y="1896"/>
                </a:lnTo>
                <a:lnTo>
                  <a:pt x="2216" y="1895"/>
                </a:lnTo>
                <a:lnTo>
                  <a:pt x="2215" y="1895"/>
                </a:lnTo>
                <a:lnTo>
                  <a:pt x="2216" y="1895"/>
                </a:lnTo>
                <a:lnTo>
                  <a:pt x="2216" y="1894"/>
                </a:lnTo>
                <a:lnTo>
                  <a:pt x="2217" y="1894"/>
                </a:lnTo>
                <a:lnTo>
                  <a:pt x="2219" y="1896"/>
                </a:lnTo>
                <a:lnTo>
                  <a:pt x="2219" y="1897"/>
                </a:lnTo>
                <a:lnTo>
                  <a:pt x="2219" y="1898"/>
                </a:lnTo>
                <a:lnTo>
                  <a:pt x="2220" y="1899"/>
                </a:lnTo>
                <a:lnTo>
                  <a:pt x="2221" y="1899"/>
                </a:lnTo>
                <a:lnTo>
                  <a:pt x="2222" y="1900"/>
                </a:lnTo>
                <a:lnTo>
                  <a:pt x="2222" y="1901"/>
                </a:lnTo>
                <a:lnTo>
                  <a:pt x="2223" y="1902"/>
                </a:lnTo>
                <a:lnTo>
                  <a:pt x="2222" y="1902"/>
                </a:lnTo>
                <a:lnTo>
                  <a:pt x="2221" y="1904"/>
                </a:lnTo>
                <a:lnTo>
                  <a:pt x="2220" y="1905"/>
                </a:lnTo>
                <a:lnTo>
                  <a:pt x="2219" y="1905"/>
                </a:lnTo>
                <a:lnTo>
                  <a:pt x="2218" y="1905"/>
                </a:lnTo>
                <a:lnTo>
                  <a:pt x="2217" y="1905"/>
                </a:lnTo>
                <a:lnTo>
                  <a:pt x="2217" y="1906"/>
                </a:lnTo>
                <a:lnTo>
                  <a:pt x="2216" y="1908"/>
                </a:lnTo>
                <a:lnTo>
                  <a:pt x="2217" y="1909"/>
                </a:lnTo>
                <a:lnTo>
                  <a:pt x="2217" y="1910"/>
                </a:lnTo>
                <a:lnTo>
                  <a:pt x="2216" y="1910"/>
                </a:lnTo>
                <a:lnTo>
                  <a:pt x="2216" y="1911"/>
                </a:lnTo>
                <a:lnTo>
                  <a:pt x="2216" y="1913"/>
                </a:lnTo>
                <a:lnTo>
                  <a:pt x="2216" y="1914"/>
                </a:lnTo>
                <a:lnTo>
                  <a:pt x="2217" y="1914"/>
                </a:lnTo>
                <a:lnTo>
                  <a:pt x="2217" y="1915"/>
                </a:lnTo>
                <a:lnTo>
                  <a:pt x="2218" y="1915"/>
                </a:lnTo>
                <a:lnTo>
                  <a:pt x="2219" y="1915"/>
                </a:lnTo>
                <a:lnTo>
                  <a:pt x="2219" y="1914"/>
                </a:lnTo>
                <a:lnTo>
                  <a:pt x="2220" y="1914"/>
                </a:lnTo>
                <a:lnTo>
                  <a:pt x="2220" y="1915"/>
                </a:lnTo>
                <a:lnTo>
                  <a:pt x="2220" y="1917"/>
                </a:lnTo>
                <a:lnTo>
                  <a:pt x="2221" y="1918"/>
                </a:lnTo>
                <a:lnTo>
                  <a:pt x="2221" y="1921"/>
                </a:lnTo>
                <a:lnTo>
                  <a:pt x="2220" y="1922"/>
                </a:lnTo>
                <a:lnTo>
                  <a:pt x="2220" y="1923"/>
                </a:lnTo>
                <a:lnTo>
                  <a:pt x="2221" y="1923"/>
                </a:lnTo>
                <a:lnTo>
                  <a:pt x="2221" y="1925"/>
                </a:lnTo>
                <a:lnTo>
                  <a:pt x="2221" y="1926"/>
                </a:lnTo>
                <a:lnTo>
                  <a:pt x="2220" y="1926"/>
                </a:lnTo>
                <a:lnTo>
                  <a:pt x="2220" y="1927"/>
                </a:lnTo>
                <a:lnTo>
                  <a:pt x="2220" y="1929"/>
                </a:lnTo>
                <a:lnTo>
                  <a:pt x="2221" y="1930"/>
                </a:lnTo>
                <a:lnTo>
                  <a:pt x="2222" y="1931"/>
                </a:lnTo>
                <a:lnTo>
                  <a:pt x="2223" y="1931"/>
                </a:lnTo>
                <a:lnTo>
                  <a:pt x="2224" y="1932"/>
                </a:lnTo>
                <a:lnTo>
                  <a:pt x="2225" y="1932"/>
                </a:lnTo>
                <a:lnTo>
                  <a:pt x="2226" y="1931"/>
                </a:lnTo>
                <a:lnTo>
                  <a:pt x="2227" y="1932"/>
                </a:lnTo>
                <a:lnTo>
                  <a:pt x="2228" y="1934"/>
                </a:lnTo>
                <a:lnTo>
                  <a:pt x="2230" y="1936"/>
                </a:lnTo>
                <a:lnTo>
                  <a:pt x="2230" y="1937"/>
                </a:lnTo>
                <a:lnTo>
                  <a:pt x="2231" y="1937"/>
                </a:lnTo>
                <a:lnTo>
                  <a:pt x="2232" y="1937"/>
                </a:lnTo>
                <a:lnTo>
                  <a:pt x="2233" y="1938"/>
                </a:lnTo>
                <a:lnTo>
                  <a:pt x="2232" y="1939"/>
                </a:lnTo>
                <a:lnTo>
                  <a:pt x="2232" y="1940"/>
                </a:lnTo>
                <a:lnTo>
                  <a:pt x="2232" y="1941"/>
                </a:lnTo>
                <a:lnTo>
                  <a:pt x="2233" y="1942"/>
                </a:lnTo>
                <a:lnTo>
                  <a:pt x="2234" y="1942"/>
                </a:lnTo>
                <a:lnTo>
                  <a:pt x="2235" y="1943"/>
                </a:lnTo>
                <a:lnTo>
                  <a:pt x="2234" y="1944"/>
                </a:lnTo>
                <a:lnTo>
                  <a:pt x="2235" y="1944"/>
                </a:lnTo>
                <a:lnTo>
                  <a:pt x="2235" y="1945"/>
                </a:lnTo>
                <a:lnTo>
                  <a:pt x="2236" y="1945"/>
                </a:lnTo>
                <a:lnTo>
                  <a:pt x="2236" y="1946"/>
                </a:lnTo>
                <a:lnTo>
                  <a:pt x="2237" y="1946"/>
                </a:lnTo>
                <a:lnTo>
                  <a:pt x="2237" y="1947"/>
                </a:lnTo>
                <a:lnTo>
                  <a:pt x="2237" y="1948"/>
                </a:lnTo>
                <a:lnTo>
                  <a:pt x="2237" y="1949"/>
                </a:lnTo>
                <a:lnTo>
                  <a:pt x="2237" y="1950"/>
                </a:lnTo>
                <a:lnTo>
                  <a:pt x="2238" y="1950"/>
                </a:lnTo>
                <a:lnTo>
                  <a:pt x="2238" y="1951"/>
                </a:lnTo>
                <a:lnTo>
                  <a:pt x="2237" y="1952"/>
                </a:lnTo>
                <a:lnTo>
                  <a:pt x="2237" y="1953"/>
                </a:lnTo>
                <a:lnTo>
                  <a:pt x="2237" y="1955"/>
                </a:lnTo>
                <a:lnTo>
                  <a:pt x="2236" y="1956"/>
                </a:lnTo>
                <a:lnTo>
                  <a:pt x="2237" y="1957"/>
                </a:lnTo>
                <a:lnTo>
                  <a:pt x="2237" y="1958"/>
                </a:lnTo>
                <a:lnTo>
                  <a:pt x="2236" y="1958"/>
                </a:lnTo>
                <a:lnTo>
                  <a:pt x="2234" y="1957"/>
                </a:lnTo>
                <a:lnTo>
                  <a:pt x="2233" y="1957"/>
                </a:lnTo>
                <a:lnTo>
                  <a:pt x="2233" y="1958"/>
                </a:lnTo>
                <a:lnTo>
                  <a:pt x="2232" y="1958"/>
                </a:lnTo>
                <a:lnTo>
                  <a:pt x="2233" y="1958"/>
                </a:lnTo>
                <a:lnTo>
                  <a:pt x="2233" y="1961"/>
                </a:lnTo>
                <a:lnTo>
                  <a:pt x="2234" y="1962"/>
                </a:lnTo>
                <a:lnTo>
                  <a:pt x="2234" y="1963"/>
                </a:lnTo>
                <a:lnTo>
                  <a:pt x="2234" y="1964"/>
                </a:lnTo>
                <a:lnTo>
                  <a:pt x="2234" y="1966"/>
                </a:lnTo>
                <a:lnTo>
                  <a:pt x="2234" y="1967"/>
                </a:lnTo>
                <a:lnTo>
                  <a:pt x="2233" y="1968"/>
                </a:lnTo>
                <a:lnTo>
                  <a:pt x="2232" y="1968"/>
                </a:lnTo>
                <a:lnTo>
                  <a:pt x="2232" y="1969"/>
                </a:lnTo>
                <a:lnTo>
                  <a:pt x="2231" y="1970"/>
                </a:lnTo>
                <a:lnTo>
                  <a:pt x="2230" y="1970"/>
                </a:lnTo>
                <a:lnTo>
                  <a:pt x="2229" y="1970"/>
                </a:lnTo>
                <a:lnTo>
                  <a:pt x="2227" y="1971"/>
                </a:lnTo>
                <a:lnTo>
                  <a:pt x="2226" y="1971"/>
                </a:lnTo>
                <a:lnTo>
                  <a:pt x="2226" y="1970"/>
                </a:lnTo>
                <a:lnTo>
                  <a:pt x="2225" y="1970"/>
                </a:lnTo>
                <a:lnTo>
                  <a:pt x="2225" y="1969"/>
                </a:lnTo>
                <a:lnTo>
                  <a:pt x="2225" y="1967"/>
                </a:lnTo>
                <a:lnTo>
                  <a:pt x="2223" y="1966"/>
                </a:lnTo>
                <a:lnTo>
                  <a:pt x="2222" y="1966"/>
                </a:lnTo>
                <a:lnTo>
                  <a:pt x="2222" y="1967"/>
                </a:lnTo>
                <a:lnTo>
                  <a:pt x="2221" y="1967"/>
                </a:lnTo>
                <a:lnTo>
                  <a:pt x="2220" y="1968"/>
                </a:lnTo>
                <a:lnTo>
                  <a:pt x="2219" y="1969"/>
                </a:lnTo>
                <a:lnTo>
                  <a:pt x="2219" y="1967"/>
                </a:lnTo>
                <a:lnTo>
                  <a:pt x="2218" y="1966"/>
                </a:lnTo>
                <a:lnTo>
                  <a:pt x="2217" y="1966"/>
                </a:lnTo>
                <a:lnTo>
                  <a:pt x="2216" y="1965"/>
                </a:lnTo>
                <a:lnTo>
                  <a:pt x="2216" y="1964"/>
                </a:lnTo>
                <a:lnTo>
                  <a:pt x="2216" y="1963"/>
                </a:lnTo>
                <a:lnTo>
                  <a:pt x="2216" y="1962"/>
                </a:lnTo>
                <a:lnTo>
                  <a:pt x="2216" y="1961"/>
                </a:lnTo>
                <a:lnTo>
                  <a:pt x="2216" y="1960"/>
                </a:lnTo>
                <a:lnTo>
                  <a:pt x="2216" y="1958"/>
                </a:lnTo>
                <a:lnTo>
                  <a:pt x="2216" y="1957"/>
                </a:lnTo>
                <a:lnTo>
                  <a:pt x="2216" y="1956"/>
                </a:lnTo>
                <a:lnTo>
                  <a:pt x="2215" y="1955"/>
                </a:lnTo>
                <a:lnTo>
                  <a:pt x="2215" y="1953"/>
                </a:lnTo>
                <a:lnTo>
                  <a:pt x="2215" y="1952"/>
                </a:lnTo>
                <a:lnTo>
                  <a:pt x="2215" y="1951"/>
                </a:lnTo>
                <a:lnTo>
                  <a:pt x="2215" y="1950"/>
                </a:lnTo>
                <a:lnTo>
                  <a:pt x="2214" y="1949"/>
                </a:lnTo>
                <a:lnTo>
                  <a:pt x="2213" y="1949"/>
                </a:lnTo>
                <a:lnTo>
                  <a:pt x="2210" y="1949"/>
                </a:lnTo>
                <a:lnTo>
                  <a:pt x="2209" y="1949"/>
                </a:lnTo>
                <a:lnTo>
                  <a:pt x="2208" y="1950"/>
                </a:lnTo>
                <a:lnTo>
                  <a:pt x="2207" y="1950"/>
                </a:lnTo>
                <a:lnTo>
                  <a:pt x="2205" y="1950"/>
                </a:lnTo>
                <a:lnTo>
                  <a:pt x="2204" y="1950"/>
                </a:lnTo>
                <a:lnTo>
                  <a:pt x="2202" y="1950"/>
                </a:lnTo>
                <a:lnTo>
                  <a:pt x="2203" y="1951"/>
                </a:lnTo>
                <a:lnTo>
                  <a:pt x="2203" y="1952"/>
                </a:lnTo>
                <a:lnTo>
                  <a:pt x="2203" y="1953"/>
                </a:lnTo>
                <a:lnTo>
                  <a:pt x="2202" y="1953"/>
                </a:lnTo>
                <a:lnTo>
                  <a:pt x="2201" y="1953"/>
                </a:lnTo>
                <a:lnTo>
                  <a:pt x="2200" y="1953"/>
                </a:lnTo>
                <a:lnTo>
                  <a:pt x="2199" y="1954"/>
                </a:lnTo>
                <a:lnTo>
                  <a:pt x="2198" y="1956"/>
                </a:lnTo>
                <a:lnTo>
                  <a:pt x="2197" y="1956"/>
                </a:lnTo>
                <a:lnTo>
                  <a:pt x="2196" y="1956"/>
                </a:lnTo>
                <a:lnTo>
                  <a:pt x="2196" y="1955"/>
                </a:lnTo>
                <a:lnTo>
                  <a:pt x="2195" y="1955"/>
                </a:lnTo>
                <a:lnTo>
                  <a:pt x="2193" y="1955"/>
                </a:lnTo>
                <a:lnTo>
                  <a:pt x="2193" y="1954"/>
                </a:lnTo>
                <a:lnTo>
                  <a:pt x="2192" y="1954"/>
                </a:lnTo>
                <a:lnTo>
                  <a:pt x="2193" y="1953"/>
                </a:lnTo>
                <a:lnTo>
                  <a:pt x="2193" y="1952"/>
                </a:lnTo>
                <a:lnTo>
                  <a:pt x="2192" y="1952"/>
                </a:lnTo>
                <a:lnTo>
                  <a:pt x="2191" y="1952"/>
                </a:lnTo>
                <a:lnTo>
                  <a:pt x="2190" y="1952"/>
                </a:lnTo>
                <a:lnTo>
                  <a:pt x="2189" y="1952"/>
                </a:lnTo>
                <a:lnTo>
                  <a:pt x="2188" y="1952"/>
                </a:lnTo>
                <a:lnTo>
                  <a:pt x="2186" y="1953"/>
                </a:lnTo>
                <a:lnTo>
                  <a:pt x="2186" y="1954"/>
                </a:lnTo>
                <a:lnTo>
                  <a:pt x="2185" y="1954"/>
                </a:lnTo>
                <a:lnTo>
                  <a:pt x="2183" y="1956"/>
                </a:lnTo>
                <a:lnTo>
                  <a:pt x="2182" y="1957"/>
                </a:lnTo>
                <a:lnTo>
                  <a:pt x="2181" y="1958"/>
                </a:lnTo>
                <a:lnTo>
                  <a:pt x="2181" y="1959"/>
                </a:lnTo>
                <a:lnTo>
                  <a:pt x="2180" y="1960"/>
                </a:lnTo>
                <a:lnTo>
                  <a:pt x="2179" y="1961"/>
                </a:lnTo>
                <a:lnTo>
                  <a:pt x="2178" y="1961"/>
                </a:lnTo>
                <a:lnTo>
                  <a:pt x="2177" y="1961"/>
                </a:lnTo>
                <a:lnTo>
                  <a:pt x="2176" y="1961"/>
                </a:lnTo>
                <a:lnTo>
                  <a:pt x="2175" y="1961"/>
                </a:lnTo>
                <a:lnTo>
                  <a:pt x="2174" y="1961"/>
                </a:lnTo>
                <a:lnTo>
                  <a:pt x="2174" y="1962"/>
                </a:lnTo>
                <a:lnTo>
                  <a:pt x="2174" y="1963"/>
                </a:lnTo>
                <a:lnTo>
                  <a:pt x="2172" y="1965"/>
                </a:lnTo>
                <a:lnTo>
                  <a:pt x="2171" y="1965"/>
                </a:lnTo>
                <a:lnTo>
                  <a:pt x="2170" y="1965"/>
                </a:lnTo>
                <a:lnTo>
                  <a:pt x="2169" y="1965"/>
                </a:lnTo>
                <a:lnTo>
                  <a:pt x="2168" y="1963"/>
                </a:lnTo>
                <a:lnTo>
                  <a:pt x="2167" y="1963"/>
                </a:lnTo>
                <a:lnTo>
                  <a:pt x="2166" y="1963"/>
                </a:lnTo>
                <a:lnTo>
                  <a:pt x="2166" y="1962"/>
                </a:lnTo>
                <a:lnTo>
                  <a:pt x="2166" y="1963"/>
                </a:lnTo>
                <a:lnTo>
                  <a:pt x="2165" y="1963"/>
                </a:lnTo>
                <a:lnTo>
                  <a:pt x="2165" y="1962"/>
                </a:lnTo>
                <a:lnTo>
                  <a:pt x="2164" y="1962"/>
                </a:lnTo>
                <a:lnTo>
                  <a:pt x="2164" y="1961"/>
                </a:lnTo>
                <a:lnTo>
                  <a:pt x="2164" y="1959"/>
                </a:lnTo>
                <a:lnTo>
                  <a:pt x="2164" y="1958"/>
                </a:lnTo>
                <a:lnTo>
                  <a:pt x="2165" y="1958"/>
                </a:lnTo>
                <a:lnTo>
                  <a:pt x="2163" y="1958"/>
                </a:lnTo>
                <a:lnTo>
                  <a:pt x="2162" y="1958"/>
                </a:lnTo>
                <a:lnTo>
                  <a:pt x="2162" y="1959"/>
                </a:lnTo>
                <a:lnTo>
                  <a:pt x="2162" y="1960"/>
                </a:lnTo>
                <a:lnTo>
                  <a:pt x="2161" y="1960"/>
                </a:lnTo>
                <a:lnTo>
                  <a:pt x="2160" y="1960"/>
                </a:lnTo>
                <a:lnTo>
                  <a:pt x="2159" y="1960"/>
                </a:lnTo>
                <a:lnTo>
                  <a:pt x="2158" y="1960"/>
                </a:lnTo>
                <a:lnTo>
                  <a:pt x="2157" y="1960"/>
                </a:lnTo>
                <a:lnTo>
                  <a:pt x="2157" y="1959"/>
                </a:lnTo>
                <a:lnTo>
                  <a:pt x="2158" y="1958"/>
                </a:lnTo>
                <a:lnTo>
                  <a:pt x="2158" y="1957"/>
                </a:lnTo>
                <a:lnTo>
                  <a:pt x="2158" y="1956"/>
                </a:lnTo>
                <a:lnTo>
                  <a:pt x="2159" y="1956"/>
                </a:lnTo>
                <a:lnTo>
                  <a:pt x="2160" y="1956"/>
                </a:lnTo>
                <a:lnTo>
                  <a:pt x="2161" y="1956"/>
                </a:lnTo>
                <a:lnTo>
                  <a:pt x="2162" y="1955"/>
                </a:lnTo>
                <a:lnTo>
                  <a:pt x="2162" y="1954"/>
                </a:lnTo>
                <a:lnTo>
                  <a:pt x="2161" y="1953"/>
                </a:lnTo>
                <a:lnTo>
                  <a:pt x="2160" y="1954"/>
                </a:lnTo>
                <a:lnTo>
                  <a:pt x="2159" y="1953"/>
                </a:lnTo>
                <a:lnTo>
                  <a:pt x="2159" y="1952"/>
                </a:lnTo>
                <a:lnTo>
                  <a:pt x="2158" y="1952"/>
                </a:lnTo>
                <a:lnTo>
                  <a:pt x="2157" y="1952"/>
                </a:lnTo>
                <a:lnTo>
                  <a:pt x="2155" y="1951"/>
                </a:lnTo>
                <a:lnTo>
                  <a:pt x="2154" y="1950"/>
                </a:lnTo>
                <a:lnTo>
                  <a:pt x="2154" y="1951"/>
                </a:lnTo>
                <a:lnTo>
                  <a:pt x="2153" y="1951"/>
                </a:lnTo>
                <a:lnTo>
                  <a:pt x="2152" y="1952"/>
                </a:lnTo>
                <a:lnTo>
                  <a:pt x="2152" y="1953"/>
                </a:lnTo>
                <a:lnTo>
                  <a:pt x="2151" y="1953"/>
                </a:lnTo>
                <a:lnTo>
                  <a:pt x="2150" y="1953"/>
                </a:lnTo>
                <a:lnTo>
                  <a:pt x="2149" y="1953"/>
                </a:lnTo>
                <a:lnTo>
                  <a:pt x="2149" y="1952"/>
                </a:lnTo>
                <a:lnTo>
                  <a:pt x="2148" y="1952"/>
                </a:lnTo>
                <a:lnTo>
                  <a:pt x="2147" y="1952"/>
                </a:lnTo>
                <a:lnTo>
                  <a:pt x="2147" y="1953"/>
                </a:lnTo>
                <a:lnTo>
                  <a:pt x="2146" y="1953"/>
                </a:lnTo>
                <a:lnTo>
                  <a:pt x="2146" y="1954"/>
                </a:lnTo>
                <a:lnTo>
                  <a:pt x="2145" y="1955"/>
                </a:lnTo>
                <a:lnTo>
                  <a:pt x="2144" y="1955"/>
                </a:lnTo>
                <a:lnTo>
                  <a:pt x="2143" y="1955"/>
                </a:lnTo>
                <a:lnTo>
                  <a:pt x="2143" y="1954"/>
                </a:lnTo>
                <a:lnTo>
                  <a:pt x="2143" y="1952"/>
                </a:lnTo>
                <a:lnTo>
                  <a:pt x="2142" y="1952"/>
                </a:lnTo>
                <a:lnTo>
                  <a:pt x="2141" y="1953"/>
                </a:lnTo>
                <a:lnTo>
                  <a:pt x="2140" y="1953"/>
                </a:lnTo>
                <a:lnTo>
                  <a:pt x="2139" y="1953"/>
                </a:lnTo>
                <a:lnTo>
                  <a:pt x="2138" y="1953"/>
                </a:lnTo>
                <a:lnTo>
                  <a:pt x="2138" y="1952"/>
                </a:lnTo>
                <a:lnTo>
                  <a:pt x="2137" y="1952"/>
                </a:lnTo>
                <a:lnTo>
                  <a:pt x="2135" y="1952"/>
                </a:lnTo>
                <a:lnTo>
                  <a:pt x="2135" y="1951"/>
                </a:lnTo>
                <a:lnTo>
                  <a:pt x="2133" y="1951"/>
                </a:lnTo>
                <a:lnTo>
                  <a:pt x="2132" y="1951"/>
                </a:lnTo>
                <a:lnTo>
                  <a:pt x="2133" y="1951"/>
                </a:lnTo>
                <a:lnTo>
                  <a:pt x="2133" y="1952"/>
                </a:lnTo>
                <a:lnTo>
                  <a:pt x="2134" y="1953"/>
                </a:lnTo>
                <a:lnTo>
                  <a:pt x="2133" y="1954"/>
                </a:lnTo>
                <a:lnTo>
                  <a:pt x="2133" y="1955"/>
                </a:lnTo>
                <a:lnTo>
                  <a:pt x="2132" y="1956"/>
                </a:lnTo>
                <a:lnTo>
                  <a:pt x="2132" y="1957"/>
                </a:lnTo>
                <a:lnTo>
                  <a:pt x="2131" y="1957"/>
                </a:lnTo>
                <a:lnTo>
                  <a:pt x="2130" y="1958"/>
                </a:lnTo>
                <a:lnTo>
                  <a:pt x="2129" y="1958"/>
                </a:lnTo>
                <a:lnTo>
                  <a:pt x="2129" y="1959"/>
                </a:lnTo>
                <a:lnTo>
                  <a:pt x="2129" y="1960"/>
                </a:lnTo>
                <a:lnTo>
                  <a:pt x="2129" y="1961"/>
                </a:lnTo>
                <a:lnTo>
                  <a:pt x="2128" y="1961"/>
                </a:lnTo>
                <a:lnTo>
                  <a:pt x="2127" y="1963"/>
                </a:lnTo>
                <a:lnTo>
                  <a:pt x="2126" y="1964"/>
                </a:lnTo>
                <a:lnTo>
                  <a:pt x="2125" y="1963"/>
                </a:lnTo>
                <a:lnTo>
                  <a:pt x="2124" y="1962"/>
                </a:lnTo>
                <a:lnTo>
                  <a:pt x="2123" y="1962"/>
                </a:lnTo>
                <a:lnTo>
                  <a:pt x="2123" y="1963"/>
                </a:lnTo>
                <a:lnTo>
                  <a:pt x="2123" y="1964"/>
                </a:lnTo>
                <a:lnTo>
                  <a:pt x="2123" y="1965"/>
                </a:lnTo>
                <a:lnTo>
                  <a:pt x="2122" y="1966"/>
                </a:lnTo>
                <a:lnTo>
                  <a:pt x="2122" y="1967"/>
                </a:lnTo>
                <a:lnTo>
                  <a:pt x="2121" y="1967"/>
                </a:lnTo>
                <a:lnTo>
                  <a:pt x="2120" y="1967"/>
                </a:lnTo>
                <a:lnTo>
                  <a:pt x="2120" y="1968"/>
                </a:lnTo>
                <a:lnTo>
                  <a:pt x="2119" y="1970"/>
                </a:lnTo>
                <a:lnTo>
                  <a:pt x="2119" y="1971"/>
                </a:lnTo>
                <a:lnTo>
                  <a:pt x="2118" y="1971"/>
                </a:lnTo>
                <a:lnTo>
                  <a:pt x="2118" y="1972"/>
                </a:lnTo>
                <a:lnTo>
                  <a:pt x="2117" y="1973"/>
                </a:lnTo>
                <a:lnTo>
                  <a:pt x="2116" y="1974"/>
                </a:lnTo>
                <a:lnTo>
                  <a:pt x="2115" y="1974"/>
                </a:lnTo>
                <a:lnTo>
                  <a:pt x="2114" y="1975"/>
                </a:lnTo>
                <a:lnTo>
                  <a:pt x="2113" y="1976"/>
                </a:lnTo>
                <a:lnTo>
                  <a:pt x="2113" y="1977"/>
                </a:lnTo>
                <a:lnTo>
                  <a:pt x="2114" y="1977"/>
                </a:lnTo>
                <a:lnTo>
                  <a:pt x="2114" y="1978"/>
                </a:lnTo>
                <a:lnTo>
                  <a:pt x="2113" y="1978"/>
                </a:lnTo>
                <a:lnTo>
                  <a:pt x="2113" y="1979"/>
                </a:lnTo>
                <a:lnTo>
                  <a:pt x="2113" y="1980"/>
                </a:lnTo>
                <a:lnTo>
                  <a:pt x="2113" y="1981"/>
                </a:lnTo>
                <a:lnTo>
                  <a:pt x="2114" y="1981"/>
                </a:lnTo>
                <a:lnTo>
                  <a:pt x="2114" y="1982"/>
                </a:lnTo>
                <a:lnTo>
                  <a:pt x="2113" y="1982"/>
                </a:lnTo>
                <a:lnTo>
                  <a:pt x="2111" y="1982"/>
                </a:lnTo>
                <a:lnTo>
                  <a:pt x="2111" y="1983"/>
                </a:lnTo>
                <a:lnTo>
                  <a:pt x="2111" y="1984"/>
                </a:lnTo>
                <a:lnTo>
                  <a:pt x="2112" y="1984"/>
                </a:lnTo>
                <a:lnTo>
                  <a:pt x="2112" y="1985"/>
                </a:lnTo>
                <a:lnTo>
                  <a:pt x="2112" y="1986"/>
                </a:lnTo>
                <a:lnTo>
                  <a:pt x="2113" y="1987"/>
                </a:lnTo>
                <a:lnTo>
                  <a:pt x="2113" y="1988"/>
                </a:lnTo>
                <a:lnTo>
                  <a:pt x="2113" y="1989"/>
                </a:lnTo>
                <a:lnTo>
                  <a:pt x="2112" y="1993"/>
                </a:lnTo>
                <a:lnTo>
                  <a:pt x="2112" y="1994"/>
                </a:lnTo>
                <a:lnTo>
                  <a:pt x="2112" y="1996"/>
                </a:lnTo>
                <a:lnTo>
                  <a:pt x="2112" y="1997"/>
                </a:lnTo>
                <a:lnTo>
                  <a:pt x="2112" y="1998"/>
                </a:lnTo>
                <a:lnTo>
                  <a:pt x="2111" y="1998"/>
                </a:lnTo>
                <a:lnTo>
                  <a:pt x="2111" y="1999"/>
                </a:lnTo>
                <a:lnTo>
                  <a:pt x="2111" y="2000"/>
                </a:lnTo>
                <a:lnTo>
                  <a:pt x="2110" y="2000"/>
                </a:lnTo>
                <a:lnTo>
                  <a:pt x="2109" y="1999"/>
                </a:lnTo>
                <a:lnTo>
                  <a:pt x="2108" y="1999"/>
                </a:lnTo>
                <a:lnTo>
                  <a:pt x="2106" y="1999"/>
                </a:lnTo>
                <a:lnTo>
                  <a:pt x="2104" y="1999"/>
                </a:lnTo>
                <a:lnTo>
                  <a:pt x="2104" y="1998"/>
                </a:lnTo>
                <a:lnTo>
                  <a:pt x="2103" y="1998"/>
                </a:lnTo>
                <a:lnTo>
                  <a:pt x="2102" y="1998"/>
                </a:lnTo>
                <a:lnTo>
                  <a:pt x="2102" y="1999"/>
                </a:lnTo>
                <a:lnTo>
                  <a:pt x="2102" y="2000"/>
                </a:lnTo>
                <a:lnTo>
                  <a:pt x="2102" y="2001"/>
                </a:lnTo>
                <a:lnTo>
                  <a:pt x="2101" y="2001"/>
                </a:lnTo>
                <a:lnTo>
                  <a:pt x="2100" y="2001"/>
                </a:lnTo>
                <a:lnTo>
                  <a:pt x="2099" y="2000"/>
                </a:lnTo>
                <a:lnTo>
                  <a:pt x="2098" y="2000"/>
                </a:lnTo>
                <a:lnTo>
                  <a:pt x="2097" y="2000"/>
                </a:lnTo>
                <a:lnTo>
                  <a:pt x="2096" y="1999"/>
                </a:lnTo>
                <a:lnTo>
                  <a:pt x="2096" y="1998"/>
                </a:lnTo>
                <a:lnTo>
                  <a:pt x="2095" y="1998"/>
                </a:lnTo>
                <a:lnTo>
                  <a:pt x="2095" y="1997"/>
                </a:lnTo>
                <a:lnTo>
                  <a:pt x="2094" y="1997"/>
                </a:lnTo>
                <a:lnTo>
                  <a:pt x="2092" y="1997"/>
                </a:lnTo>
                <a:lnTo>
                  <a:pt x="2091" y="1998"/>
                </a:lnTo>
                <a:lnTo>
                  <a:pt x="2090" y="1998"/>
                </a:lnTo>
                <a:lnTo>
                  <a:pt x="2091" y="2000"/>
                </a:lnTo>
                <a:lnTo>
                  <a:pt x="2091" y="2001"/>
                </a:lnTo>
                <a:lnTo>
                  <a:pt x="2092" y="2001"/>
                </a:lnTo>
                <a:lnTo>
                  <a:pt x="2093" y="2002"/>
                </a:lnTo>
                <a:lnTo>
                  <a:pt x="2093" y="2003"/>
                </a:lnTo>
                <a:lnTo>
                  <a:pt x="2094" y="2003"/>
                </a:lnTo>
                <a:lnTo>
                  <a:pt x="2095" y="2004"/>
                </a:lnTo>
                <a:lnTo>
                  <a:pt x="2094" y="2005"/>
                </a:lnTo>
                <a:lnTo>
                  <a:pt x="2094" y="2006"/>
                </a:lnTo>
                <a:lnTo>
                  <a:pt x="2095" y="2006"/>
                </a:lnTo>
                <a:lnTo>
                  <a:pt x="2095" y="2007"/>
                </a:lnTo>
                <a:lnTo>
                  <a:pt x="2096" y="2007"/>
                </a:lnTo>
                <a:lnTo>
                  <a:pt x="2097" y="2008"/>
                </a:lnTo>
                <a:lnTo>
                  <a:pt x="2098" y="2008"/>
                </a:lnTo>
                <a:lnTo>
                  <a:pt x="2098" y="2009"/>
                </a:lnTo>
                <a:lnTo>
                  <a:pt x="2100" y="2012"/>
                </a:lnTo>
                <a:lnTo>
                  <a:pt x="2100" y="2013"/>
                </a:lnTo>
                <a:lnTo>
                  <a:pt x="2099" y="2014"/>
                </a:lnTo>
                <a:lnTo>
                  <a:pt x="2098" y="2014"/>
                </a:lnTo>
                <a:lnTo>
                  <a:pt x="2097" y="2014"/>
                </a:lnTo>
                <a:lnTo>
                  <a:pt x="2096" y="2014"/>
                </a:lnTo>
                <a:lnTo>
                  <a:pt x="2097" y="2015"/>
                </a:lnTo>
                <a:lnTo>
                  <a:pt x="2098" y="2018"/>
                </a:lnTo>
                <a:lnTo>
                  <a:pt x="2098" y="2019"/>
                </a:lnTo>
                <a:lnTo>
                  <a:pt x="2098" y="2020"/>
                </a:lnTo>
                <a:lnTo>
                  <a:pt x="2099" y="2020"/>
                </a:lnTo>
                <a:lnTo>
                  <a:pt x="2099" y="2019"/>
                </a:lnTo>
                <a:lnTo>
                  <a:pt x="2101" y="2019"/>
                </a:lnTo>
                <a:lnTo>
                  <a:pt x="2101" y="2020"/>
                </a:lnTo>
                <a:lnTo>
                  <a:pt x="2102" y="2020"/>
                </a:lnTo>
                <a:lnTo>
                  <a:pt x="2103" y="2020"/>
                </a:lnTo>
                <a:lnTo>
                  <a:pt x="2104" y="2020"/>
                </a:lnTo>
                <a:lnTo>
                  <a:pt x="2105" y="2020"/>
                </a:lnTo>
                <a:lnTo>
                  <a:pt x="2105" y="2021"/>
                </a:lnTo>
                <a:lnTo>
                  <a:pt x="2105" y="2022"/>
                </a:lnTo>
                <a:lnTo>
                  <a:pt x="2106" y="2024"/>
                </a:lnTo>
                <a:lnTo>
                  <a:pt x="2107" y="2025"/>
                </a:lnTo>
                <a:lnTo>
                  <a:pt x="2108" y="2025"/>
                </a:lnTo>
                <a:lnTo>
                  <a:pt x="2108" y="2024"/>
                </a:lnTo>
                <a:lnTo>
                  <a:pt x="2109" y="2024"/>
                </a:lnTo>
                <a:lnTo>
                  <a:pt x="2109" y="2025"/>
                </a:lnTo>
                <a:lnTo>
                  <a:pt x="2110" y="2025"/>
                </a:lnTo>
                <a:lnTo>
                  <a:pt x="2110" y="2026"/>
                </a:lnTo>
                <a:lnTo>
                  <a:pt x="2111" y="2026"/>
                </a:lnTo>
                <a:lnTo>
                  <a:pt x="2112" y="2026"/>
                </a:lnTo>
                <a:lnTo>
                  <a:pt x="2113" y="2026"/>
                </a:lnTo>
                <a:lnTo>
                  <a:pt x="2113" y="2027"/>
                </a:lnTo>
                <a:lnTo>
                  <a:pt x="2114" y="2027"/>
                </a:lnTo>
                <a:lnTo>
                  <a:pt x="2114" y="2028"/>
                </a:lnTo>
                <a:lnTo>
                  <a:pt x="2115" y="2028"/>
                </a:lnTo>
                <a:lnTo>
                  <a:pt x="2115" y="2029"/>
                </a:lnTo>
                <a:lnTo>
                  <a:pt x="2116" y="2030"/>
                </a:lnTo>
                <a:lnTo>
                  <a:pt x="2117" y="2030"/>
                </a:lnTo>
                <a:lnTo>
                  <a:pt x="2119" y="2030"/>
                </a:lnTo>
                <a:lnTo>
                  <a:pt x="2120" y="2030"/>
                </a:lnTo>
                <a:lnTo>
                  <a:pt x="2120" y="2029"/>
                </a:lnTo>
                <a:lnTo>
                  <a:pt x="2121" y="2029"/>
                </a:lnTo>
                <a:lnTo>
                  <a:pt x="2122" y="2029"/>
                </a:lnTo>
                <a:lnTo>
                  <a:pt x="2123" y="2029"/>
                </a:lnTo>
                <a:lnTo>
                  <a:pt x="2124" y="2028"/>
                </a:lnTo>
                <a:lnTo>
                  <a:pt x="2125" y="2028"/>
                </a:lnTo>
                <a:lnTo>
                  <a:pt x="2127" y="2029"/>
                </a:lnTo>
                <a:lnTo>
                  <a:pt x="2128" y="2029"/>
                </a:lnTo>
                <a:lnTo>
                  <a:pt x="2130" y="2031"/>
                </a:lnTo>
                <a:lnTo>
                  <a:pt x="2130" y="2032"/>
                </a:lnTo>
                <a:lnTo>
                  <a:pt x="2129" y="2032"/>
                </a:lnTo>
                <a:lnTo>
                  <a:pt x="2131" y="2032"/>
                </a:lnTo>
                <a:lnTo>
                  <a:pt x="2132" y="2033"/>
                </a:lnTo>
                <a:lnTo>
                  <a:pt x="2131" y="2034"/>
                </a:lnTo>
                <a:lnTo>
                  <a:pt x="2130" y="2033"/>
                </a:lnTo>
                <a:lnTo>
                  <a:pt x="2130" y="2034"/>
                </a:lnTo>
                <a:lnTo>
                  <a:pt x="2131" y="2035"/>
                </a:lnTo>
                <a:lnTo>
                  <a:pt x="2132" y="2035"/>
                </a:lnTo>
                <a:lnTo>
                  <a:pt x="2133" y="2035"/>
                </a:lnTo>
                <a:lnTo>
                  <a:pt x="2134" y="2034"/>
                </a:lnTo>
                <a:lnTo>
                  <a:pt x="2134" y="2035"/>
                </a:lnTo>
                <a:lnTo>
                  <a:pt x="2134" y="2037"/>
                </a:lnTo>
                <a:lnTo>
                  <a:pt x="2134" y="2038"/>
                </a:lnTo>
                <a:lnTo>
                  <a:pt x="2135" y="2040"/>
                </a:lnTo>
                <a:lnTo>
                  <a:pt x="2135" y="2041"/>
                </a:lnTo>
                <a:lnTo>
                  <a:pt x="2136" y="2042"/>
                </a:lnTo>
                <a:lnTo>
                  <a:pt x="2135" y="2043"/>
                </a:lnTo>
                <a:lnTo>
                  <a:pt x="2136" y="2043"/>
                </a:lnTo>
                <a:lnTo>
                  <a:pt x="2136" y="2044"/>
                </a:lnTo>
                <a:lnTo>
                  <a:pt x="2136" y="2045"/>
                </a:lnTo>
                <a:lnTo>
                  <a:pt x="2137" y="2045"/>
                </a:lnTo>
                <a:lnTo>
                  <a:pt x="2136" y="2048"/>
                </a:lnTo>
                <a:lnTo>
                  <a:pt x="2134" y="2048"/>
                </a:lnTo>
                <a:lnTo>
                  <a:pt x="2133" y="2047"/>
                </a:lnTo>
                <a:lnTo>
                  <a:pt x="2132" y="2047"/>
                </a:lnTo>
                <a:lnTo>
                  <a:pt x="2131" y="2046"/>
                </a:lnTo>
                <a:lnTo>
                  <a:pt x="2131" y="2044"/>
                </a:lnTo>
                <a:lnTo>
                  <a:pt x="2131" y="2043"/>
                </a:lnTo>
                <a:lnTo>
                  <a:pt x="2132" y="2043"/>
                </a:lnTo>
                <a:lnTo>
                  <a:pt x="2132" y="2042"/>
                </a:lnTo>
                <a:lnTo>
                  <a:pt x="2131" y="2042"/>
                </a:lnTo>
                <a:lnTo>
                  <a:pt x="2130" y="2042"/>
                </a:lnTo>
                <a:lnTo>
                  <a:pt x="2129" y="2042"/>
                </a:lnTo>
                <a:lnTo>
                  <a:pt x="2129" y="2041"/>
                </a:lnTo>
                <a:lnTo>
                  <a:pt x="2130" y="2040"/>
                </a:lnTo>
                <a:lnTo>
                  <a:pt x="2131" y="2039"/>
                </a:lnTo>
                <a:lnTo>
                  <a:pt x="2130" y="2038"/>
                </a:lnTo>
                <a:lnTo>
                  <a:pt x="2130" y="2037"/>
                </a:lnTo>
                <a:lnTo>
                  <a:pt x="2129" y="2037"/>
                </a:lnTo>
                <a:lnTo>
                  <a:pt x="2128" y="2038"/>
                </a:lnTo>
                <a:lnTo>
                  <a:pt x="2128" y="2039"/>
                </a:lnTo>
                <a:lnTo>
                  <a:pt x="2128" y="2040"/>
                </a:lnTo>
                <a:lnTo>
                  <a:pt x="2128" y="2041"/>
                </a:lnTo>
                <a:lnTo>
                  <a:pt x="2127" y="2041"/>
                </a:lnTo>
                <a:lnTo>
                  <a:pt x="2127" y="2042"/>
                </a:lnTo>
                <a:lnTo>
                  <a:pt x="2127" y="2043"/>
                </a:lnTo>
                <a:lnTo>
                  <a:pt x="2128" y="2043"/>
                </a:lnTo>
                <a:lnTo>
                  <a:pt x="2128" y="2044"/>
                </a:lnTo>
                <a:lnTo>
                  <a:pt x="2127" y="2044"/>
                </a:lnTo>
                <a:lnTo>
                  <a:pt x="2126" y="2045"/>
                </a:lnTo>
                <a:lnTo>
                  <a:pt x="2126" y="2046"/>
                </a:lnTo>
                <a:lnTo>
                  <a:pt x="2125" y="2046"/>
                </a:lnTo>
                <a:lnTo>
                  <a:pt x="2124" y="2046"/>
                </a:lnTo>
                <a:lnTo>
                  <a:pt x="2123" y="2048"/>
                </a:lnTo>
                <a:lnTo>
                  <a:pt x="2125" y="2050"/>
                </a:lnTo>
                <a:lnTo>
                  <a:pt x="2127" y="2049"/>
                </a:lnTo>
                <a:lnTo>
                  <a:pt x="2127" y="2048"/>
                </a:lnTo>
                <a:lnTo>
                  <a:pt x="2128" y="2048"/>
                </a:lnTo>
                <a:lnTo>
                  <a:pt x="2129" y="2048"/>
                </a:lnTo>
                <a:lnTo>
                  <a:pt x="2128" y="2049"/>
                </a:lnTo>
                <a:lnTo>
                  <a:pt x="2128" y="2050"/>
                </a:lnTo>
                <a:lnTo>
                  <a:pt x="2128" y="2051"/>
                </a:lnTo>
                <a:lnTo>
                  <a:pt x="2127" y="2051"/>
                </a:lnTo>
                <a:lnTo>
                  <a:pt x="2126" y="2051"/>
                </a:lnTo>
                <a:lnTo>
                  <a:pt x="2126" y="2052"/>
                </a:lnTo>
                <a:lnTo>
                  <a:pt x="2127" y="2052"/>
                </a:lnTo>
                <a:lnTo>
                  <a:pt x="2128" y="2053"/>
                </a:lnTo>
                <a:lnTo>
                  <a:pt x="2128" y="2054"/>
                </a:lnTo>
                <a:lnTo>
                  <a:pt x="2129" y="2053"/>
                </a:lnTo>
                <a:lnTo>
                  <a:pt x="2130" y="2053"/>
                </a:lnTo>
                <a:lnTo>
                  <a:pt x="2130" y="2054"/>
                </a:lnTo>
                <a:lnTo>
                  <a:pt x="2130" y="2055"/>
                </a:lnTo>
                <a:lnTo>
                  <a:pt x="2129" y="2055"/>
                </a:lnTo>
                <a:lnTo>
                  <a:pt x="2128" y="2056"/>
                </a:lnTo>
                <a:lnTo>
                  <a:pt x="2127" y="2057"/>
                </a:lnTo>
                <a:lnTo>
                  <a:pt x="2127" y="2059"/>
                </a:lnTo>
                <a:lnTo>
                  <a:pt x="2128" y="2062"/>
                </a:lnTo>
                <a:lnTo>
                  <a:pt x="2129" y="2062"/>
                </a:lnTo>
                <a:lnTo>
                  <a:pt x="2129" y="2063"/>
                </a:lnTo>
                <a:lnTo>
                  <a:pt x="2129" y="2064"/>
                </a:lnTo>
                <a:lnTo>
                  <a:pt x="2128" y="2064"/>
                </a:lnTo>
                <a:lnTo>
                  <a:pt x="2127" y="2064"/>
                </a:lnTo>
                <a:lnTo>
                  <a:pt x="2127" y="2065"/>
                </a:lnTo>
                <a:lnTo>
                  <a:pt x="2126" y="2065"/>
                </a:lnTo>
                <a:lnTo>
                  <a:pt x="2126" y="2067"/>
                </a:lnTo>
                <a:lnTo>
                  <a:pt x="2126" y="2068"/>
                </a:lnTo>
                <a:lnTo>
                  <a:pt x="2127" y="2068"/>
                </a:lnTo>
                <a:lnTo>
                  <a:pt x="2128" y="2069"/>
                </a:lnTo>
                <a:lnTo>
                  <a:pt x="2128" y="2070"/>
                </a:lnTo>
                <a:lnTo>
                  <a:pt x="2129" y="2071"/>
                </a:lnTo>
                <a:lnTo>
                  <a:pt x="2129" y="2073"/>
                </a:lnTo>
                <a:lnTo>
                  <a:pt x="2128" y="2075"/>
                </a:lnTo>
                <a:lnTo>
                  <a:pt x="2127" y="2075"/>
                </a:lnTo>
                <a:lnTo>
                  <a:pt x="2127" y="2076"/>
                </a:lnTo>
                <a:lnTo>
                  <a:pt x="2128" y="2076"/>
                </a:lnTo>
                <a:lnTo>
                  <a:pt x="2128" y="2077"/>
                </a:lnTo>
                <a:lnTo>
                  <a:pt x="2128" y="2079"/>
                </a:lnTo>
                <a:lnTo>
                  <a:pt x="2128" y="2080"/>
                </a:lnTo>
                <a:lnTo>
                  <a:pt x="2127" y="2080"/>
                </a:lnTo>
                <a:lnTo>
                  <a:pt x="2126" y="2080"/>
                </a:lnTo>
                <a:lnTo>
                  <a:pt x="2125" y="2081"/>
                </a:lnTo>
                <a:lnTo>
                  <a:pt x="2124" y="2081"/>
                </a:lnTo>
                <a:lnTo>
                  <a:pt x="2123" y="2082"/>
                </a:lnTo>
                <a:lnTo>
                  <a:pt x="2123" y="2083"/>
                </a:lnTo>
                <a:lnTo>
                  <a:pt x="2123" y="2084"/>
                </a:lnTo>
                <a:lnTo>
                  <a:pt x="2123" y="2085"/>
                </a:lnTo>
                <a:lnTo>
                  <a:pt x="2122" y="2085"/>
                </a:lnTo>
                <a:lnTo>
                  <a:pt x="2122" y="2086"/>
                </a:lnTo>
                <a:lnTo>
                  <a:pt x="2121" y="2086"/>
                </a:lnTo>
                <a:lnTo>
                  <a:pt x="2120" y="2086"/>
                </a:lnTo>
                <a:lnTo>
                  <a:pt x="2119" y="2088"/>
                </a:lnTo>
                <a:lnTo>
                  <a:pt x="2119" y="2089"/>
                </a:lnTo>
                <a:lnTo>
                  <a:pt x="2119" y="2090"/>
                </a:lnTo>
                <a:lnTo>
                  <a:pt x="2118" y="2091"/>
                </a:lnTo>
                <a:lnTo>
                  <a:pt x="2117" y="2091"/>
                </a:lnTo>
                <a:lnTo>
                  <a:pt x="2117" y="2090"/>
                </a:lnTo>
                <a:lnTo>
                  <a:pt x="2116" y="2090"/>
                </a:lnTo>
                <a:lnTo>
                  <a:pt x="2116" y="2089"/>
                </a:lnTo>
                <a:lnTo>
                  <a:pt x="2115" y="2089"/>
                </a:lnTo>
                <a:lnTo>
                  <a:pt x="2114" y="2089"/>
                </a:lnTo>
                <a:lnTo>
                  <a:pt x="2113" y="2088"/>
                </a:lnTo>
                <a:lnTo>
                  <a:pt x="2112" y="2087"/>
                </a:lnTo>
                <a:lnTo>
                  <a:pt x="2111" y="2088"/>
                </a:lnTo>
                <a:lnTo>
                  <a:pt x="2110" y="2089"/>
                </a:lnTo>
                <a:lnTo>
                  <a:pt x="2110" y="2090"/>
                </a:lnTo>
                <a:lnTo>
                  <a:pt x="2109" y="2090"/>
                </a:lnTo>
                <a:lnTo>
                  <a:pt x="2109" y="2091"/>
                </a:lnTo>
                <a:lnTo>
                  <a:pt x="2108" y="2091"/>
                </a:lnTo>
                <a:lnTo>
                  <a:pt x="2106" y="2092"/>
                </a:lnTo>
                <a:lnTo>
                  <a:pt x="2105" y="2092"/>
                </a:lnTo>
                <a:lnTo>
                  <a:pt x="2104" y="2093"/>
                </a:lnTo>
                <a:lnTo>
                  <a:pt x="2103" y="2093"/>
                </a:lnTo>
                <a:lnTo>
                  <a:pt x="2103" y="2094"/>
                </a:lnTo>
                <a:lnTo>
                  <a:pt x="2102" y="2094"/>
                </a:lnTo>
                <a:lnTo>
                  <a:pt x="2100" y="2094"/>
                </a:lnTo>
                <a:lnTo>
                  <a:pt x="2100" y="2095"/>
                </a:lnTo>
                <a:lnTo>
                  <a:pt x="2098" y="2096"/>
                </a:lnTo>
                <a:lnTo>
                  <a:pt x="2097" y="2098"/>
                </a:lnTo>
                <a:lnTo>
                  <a:pt x="2096" y="2099"/>
                </a:lnTo>
                <a:lnTo>
                  <a:pt x="2095" y="2099"/>
                </a:lnTo>
                <a:lnTo>
                  <a:pt x="2095" y="2098"/>
                </a:lnTo>
                <a:lnTo>
                  <a:pt x="2094" y="2098"/>
                </a:lnTo>
                <a:lnTo>
                  <a:pt x="2094" y="2097"/>
                </a:lnTo>
                <a:lnTo>
                  <a:pt x="2092" y="2097"/>
                </a:lnTo>
                <a:lnTo>
                  <a:pt x="2091" y="2097"/>
                </a:lnTo>
                <a:lnTo>
                  <a:pt x="2091" y="2098"/>
                </a:lnTo>
                <a:lnTo>
                  <a:pt x="2090" y="2098"/>
                </a:lnTo>
                <a:lnTo>
                  <a:pt x="2090" y="2099"/>
                </a:lnTo>
                <a:lnTo>
                  <a:pt x="2088" y="2099"/>
                </a:lnTo>
                <a:lnTo>
                  <a:pt x="2086" y="2099"/>
                </a:lnTo>
                <a:lnTo>
                  <a:pt x="2085" y="2099"/>
                </a:lnTo>
                <a:lnTo>
                  <a:pt x="2084" y="2099"/>
                </a:lnTo>
                <a:lnTo>
                  <a:pt x="2083" y="2100"/>
                </a:lnTo>
                <a:lnTo>
                  <a:pt x="2083" y="2101"/>
                </a:lnTo>
                <a:lnTo>
                  <a:pt x="2082" y="2101"/>
                </a:lnTo>
                <a:lnTo>
                  <a:pt x="2082" y="2102"/>
                </a:lnTo>
                <a:lnTo>
                  <a:pt x="2080" y="2103"/>
                </a:lnTo>
                <a:lnTo>
                  <a:pt x="2079" y="2103"/>
                </a:lnTo>
                <a:lnTo>
                  <a:pt x="2078" y="2103"/>
                </a:lnTo>
                <a:lnTo>
                  <a:pt x="2077" y="2103"/>
                </a:lnTo>
                <a:lnTo>
                  <a:pt x="2075" y="2103"/>
                </a:lnTo>
                <a:lnTo>
                  <a:pt x="2074" y="2103"/>
                </a:lnTo>
                <a:lnTo>
                  <a:pt x="2073" y="2104"/>
                </a:lnTo>
                <a:lnTo>
                  <a:pt x="2072" y="2104"/>
                </a:lnTo>
                <a:lnTo>
                  <a:pt x="2071" y="2103"/>
                </a:lnTo>
                <a:lnTo>
                  <a:pt x="2070" y="2103"/>
                </a:lnTo>
                <a:lnTo>
                  <a:pt x="2070" y="2102"/>
                </a:lnTo>
                <a:lnTo>
                  <a:pt x="2070" y="2101"/>
                </a:lnTo>
                <a:lnTo>
                  <a:pt x="2069" y="2100"/>
                </a:lnTo>
                <a:lnTo>
                  <a:pt x="2068" y="2098"/>
                </a:lnTo>
                <a:lnTo>
                  <a:pt x="2067" y="2098"/>
                </a:lnTo>
                <a:lnTo>
                  <a:pt x="2065" y="2098"/>
                </a:lnTo>
                <a:lnTo>
                  <a:pt x="2064" y="2098"/>
                </a:lnTo>
                <a:lnTo>
                  <a:pt x="2063" y="2098"/>
                </a:lnTo>
                <a:lnTo>
                  <a:pt x="2062" y="2098"/>
                </a:lnTo>
                <a:lnTo>
                  <a:pt x="2062" y="2097"/>
                </a:lnTo>
                <a:lnTo>
                  <a:pt x="2062" y="2096"/>
                </a:lnTo>
                <a:lnTo>
                  <a:pt x="2061" y="2096"/>
                </a:lnTo>
                <a:lnTo>
                  <a:pt x="2061" y="2095"/>
                </a:lnTo>
                <a:lnTo>
                  <a:pt x="2058" y="2096"/>
                </a:lnTo>
                <a:lnTo>
                  <a:pt x="2057" y="2097"/>
                </a:lnTo>
                <a:lnTo>
                  <a:pt x="2057" y="2098"/>
                </a:lnTo>
                <a:lnTo>
                  <a:pt x="2056" y="2097"/>
                </a:lnTo>
                <a:lnTo>
                  <a:pt x="2055" y="2095"/>
                </a:lnTo>
                <a:lnTo>
                  <a:pt x="2054" y="2095"/>
                </a:lnTo>
                <a:lnTo>
                  <a:pt x="2051" y="2093"/>
                </a:lnTo>
                <a:lnTo>
                  <a:pt x="2049" y="2093"/>
                </a:lnTo>
                <a:lnTo>
                  <a:pt x="2048" y="2093"/>
                </a:lnTo>
                <a:lnTo>
                  <a:pt x="2047" y="2093"/>
                </a:lnTo>
                <a:lnTo>
                  <a:pt x="2046" y="2093"/>
                </a:lnTo>
                <a:lnTo>
                  <a:pt x="2044" y="2093"/>
                </a:lnTo>
                <a:lnTo>
                  <a:pt x="2044" y="2094"/>
                </a:lnTo>
                <a:lnTo>
                  <a:pt x="2042" y="2096"/>
                </a:lnTo>
                <a:lnTo>
                  <a:pt x="2042" y="2098"/>
                </a:lnTo>
                <a:lnTo>
                  <a:pt x="2042" y="2099"/>
                </a:lnTo>
                <a:lnTo>
                  <a:pt x="2042" y="2101"/>
                </a:lnTo>
                <a:lnTo>
                  <a:pt x="2041" y="2103"/>
                </a:lnTo>
                <a:lnTo>
                  <a:pt x="2040" y="2103"/>
                </a:lnTo>
                <a:lnTo>
                  <a:pt x="2040" y="2104"/>
                </a:lnTo>
                <a:lnTo>
                  <a:pt x="2038" y="2104"/>
                </a:lnTo>
                <a:lnTo>
                  <a:pt x="2038" y="2106"/>
                </a:lnTo>
                <a:lnTo>
                  <a:pt x="2039" y="2107"/>
                </a:lnTo>
                <a:lnTo>
                  <a:pt x="2040" y="2109"/>
                </a:lnTo>
                <a:lnTo>
                  <a:pt x="2040" y="2110"/>
                </a:lnTo>
                <a:lnTo>
                  <a:pt x="2039" y="2110"/>
                </a:lnTo>
                <a:lnTo>
                  <a:pt x="2038" y="2110"/>
                </a:lnTo>
                <a:lnTo>
                  <a:pt x="2038" y="2111"/>
                </a:lnTo>
                <a:lnTo>
                  <a:pt x="2039" y="2111"/>
                </a:lnTo>
                <a:lnTo>
                  <a:pt x="2040" y="2111"/>
                </a:lnTo>
                <a:lnTo>
                  <a:pt x="2040" y="2112"/>
                </a:lnTo>
                <a:lnTo>
                  <a:pt x="2039" y="2112"/>
                </a:lnTo>
                <a:lnTo>
                  <a:pt x="2039" y="2113"/>
                </a:lnTo>
                <a:lnTo>
                  <a:pt x="2039" y="2114"/>
                </a:lnTo>
                <a:lnTo>
                  <a:pt x="2040" y="2115"/>
                </a:lnTo>
                <a:lnTo>
                  <a:pt x="2041" y="2115"/>
                </a:lnTo>
                <a:lnTo>
                  <a:pt x="2041" y="2117"/>
                </a:lnTo>
                <a:lnTo>
                  <a:pt x="2042" y="2118"/>
                </a:lnTo>
                <a:lnTo>
                  <a:pt x="2042" y="2119"/>
                </a:lnTo>
                <a:lnTo>
                  <a:pt x="2043" y="2120"/>
                </a:lnTo>
                <a:lnTo>
                  <a:pt x="2044" y="2122"/>
                </a:lnTo>
                <a:lnTo>
                  <a:pt x="2044" y="2123"/>
                </a:lnTo>
                <a:lnTo>
                  <a:pt x="2044" y="2124"/>
                </a:lnTo>
                <a:lnTo>
                  <a:pt x="2045" y="2124"/>
                </a:lnTo>
                <a:lnTo>
                  <a:pt x="2045" y="2126"/>
                </a:lnTo>
                <a:lnTo>
                  <a:pt x="2046" y="2126"/>
                </a:lnTo>
                <a:lnTo>
                  <a:pt x="2047" y="2126"/>
                </a:lnTo>
                <a:lnTo>
                  <a:pt x="2047" y="2127"/>
                </a:lnTo>
                <a:lnTo>
                  <a:pt x="2048" y="2128"/>
                </a:lnTo>
                <a:lnTo>
                  <a:pt x="2047" y="2128"/>
                </a:lnTo>
                <a:lnTo>
                  <a:pt x="2047" y="2129"/>
                </a:lnTo>
                <a:lnTo>
                  <a:pt x="2048" y="2129"/>
                </a:lnTo>
                <a:lnTo>
                  <a:pt x="2048" y="2128"/>
                </a:lnTo>
                <a:lnTo>
                  <a:pt x="2048" y="2127"/>
                </a:lnTo>
                <a:lnTo>
                  <a:pt x="2049" y="2127"/>
                </a:lnTo>
                <a:lnTo>
                  <a:pt x="2050" y="2129"/>
                </a:lnTo>
                <a:lnTo>
                  <a:pt x="2050" y="2130"/>
                </a:lnTo>
                <a:lnTo>
                  <a:pt x="2049" y="2131"/>
                </a:lnTo>
                <a:lnTo>
                  <a:pt x="2049" y="2132"/>
                </a:lnTo>
                <a:lnTo>
                  <a:pt x="2049" y="2133"/>
                </a:lnTo>
                <a:lnTo>
                  <a:pt x="2049" y="2134"/>
                </a:lnTo>
                <a:lnTo>
                  <a:pt x="2048" y="2134"/>
                </a:lnTo>
                <a:lnTo>
                  <a:pt x="2048" y="2135"/>
                </a:lnTo>
                <a:lnTo>
                  <a:pt x="2047" y="2135"/>
                </a:lnTo>
                <a:lnTo>
                  <a:pt x="2047" y="2134"/>
                </a:lnTo>
                <a:lnTo>
                  <a:pt x="2046" y="2134"/>
                </a:lnTo>
                <a:lnTo>
                  <a:pt x="2044" y="2134"/>
                </a:lnTo>
                <a:lnTo>
                  <a:pt x="2044" y="2135"/>
                </a:lnTo>
                <a:lnTo>
                  <a:pt x="2043" y="2136"/>
                </a:lnTo>
                <a:lnTo>
                  <a:pt x="2042" y="2137"/>
                </a:lnTo>
                <a:lnTo>
                  <a:pt x="2041" y="2137"/>
                </a:lnTo>
                <a:lnTo>
                  <a:pt x="2039" y="2138"/>
                </a:lnTo>
                <a:lnTo>
                  <a:pt x="2036" y="2140"/>
                </a:lnTo>
                <a:lnTo>
                  <a:pt x="2036" y="2139"/>
                </a:lnTo>
                <a:lnTo>
                  <a:pt x="2035" y="2139"/>
                </a:lnTo>
                <a:lnTo>
                  <a:pt x="2034" y="2139"/>
                </a:lnTo>
                <a:lnTo>
                  <a:pt x="2032" y="2141"/>
                </a:lnTo>
                <a:lnTo>
                  <a:pt x="2032" y="2142"/>
                </a:lnTo>
                <a:lnTo>
                  <a:pt x="2032" y="2143"/>
                </a:lnTo>
                <a:lnTo>
                  <a:pt x="2031" y="2144"/>
                </a:lnTo>
                <a:lnTo>
                  <a:pt x="2031" y="2145"/>
                </a:lnTo>
                <a:lnTo>
                  <a:pt x="2030" y="2145"/>
                </a:lnTo>
                <a:lnTo>
                  <a:pt x="2030" y="2146"/>
                </a:lnTo>
                <a:lnTo>
                  <a:pt x="2029" y="2145"/>
                </a:lnTo>
                <a:lnTo>
                  <a:pt x="2028" y="2146"/>
                </a:lnTo>
                <a:lnTo>
                  <a:pt x="2027" y="2146"/>
                </a:lnTo>
                <a:lnTo>
                  <a:pt x="2027" y="2147"/>
                </a:lnTo>
                <a:lnTo>
                  <a:pt x="2026" y="2147"/>
                </a:lnTo>
                <a:lnTo>
                  <a:pt x="2025" y="2147"/>
                </a:lnTo>
                <a:lnTo>
                  <a:pt x="2024" y="2149"/>
                </a:lnTo>
                <a:lnTo>
                  <a:pt x="2023" y="2149"/>
                </a:lnTo>
                <a:lnTo>
                  <a:pt x="2023" y="2150"/>
                </a:lnTo>
                <a:lnTo>
                  <a:pt x="2022" y="2150"/>
                </a:lnTo>
                <a:lnTo>
                  <a:pt x="2021" y="2151"/>
                </a:lnTo>
                <a:lnTo>
                  <a:pt x="2020" y="2150"/>
                </a:lnTo>
                <a:lnTo>
                  <a:pt x="2019" y="2150"/>
                </a:lnTo>
                <a:lnTo>
                  <a:pt x="2018" y="2151"/>
                </a:lnTo>
                <a:lnTo>
                  <a:pt x="2017" y="2151"/>
                </a:lnTo>
                <a:lnTo>
                  <a:pt x="2015" y="2150"/>
                </a:lnTo>
                <a:lnTo>
                  <a:pt x="2015" y="2149"/>
                </a:lnTo>
                <a:lnTo>
                  <a:pt x="2014" y="2148"/>
                </a:lnTo>
                <a:lnTo>
                  <a:pt x="2013" y="2148"/>
                </a:lnTo>
                <a:lnTo>
                  <a:pt x="2012" y="2148"/>
                </a:lnTo>
                <a:lnTo>
                  <a:pt x="2012" y="2149"/>
                </a:lnTo>
                <a:lnTo>
                  <a:pt x="2011" y="2149"/>
                </a:lnTo>
                <a:lnTo>
                  <a:pt x="2010" y="2148"/>
                </a:lnTo>
                <a:lnTo>
                  <a:pt x="2009" y="2149"/>
                </a:lnTo>
                <a:lnTo>
                  <a:pt x="2009" y="2150"/>
                </a:lnTo>
                <a:lnTo>
                  <a:pt x="2009" y="2151"/>
                </a:lnTo>
                <a:lnTo>
                  <a:pt x="2009" y="2152"/>
                </a:lnTo>
                <a:lnTo>
                  <a:pt x="2009" y="2154"/>
                </a:lnTo>
                <a:lnTo>
                  <a:pt x="2008" y="2155"/>
                </a:lnTo>
                <a:lnTo>
                  <a:pt x="2007" y="2156"/>
                </a:lnTo>
                <a:lnTo>
                  <a:pt x="2006" y="2156"/>
                </a:lnTo>
                <a:lnTo>
                  <a:pt x="2005" y="2156"/>
                </a:lnTo>
                <a:lnTo>
                  <a:pt x="2004" y="2157"/>
                </a:lnTo>
                <a:lnTo>
                  <a:pt x="2004" y="2158"/>
                </a:lnTo>
                <a:lnTo>
                  <a:pt x="2003" y="2159"/>
                </a:lnTo>
                <a:lnTo>
                  <a:pt x="2002" y="2159"/>
                </a:lnTo>
                <a:lnTo>
                  <a:pt x="2001" y="2160"/>
                </a:lnTo>
                <a:lnTo>
                  <a:pt x="1999" y="2160"/>
                </a:lnTo>
                <a:lnTo>
                  <a:pt x="1997" y="2161"/>
                </a:lnTo>
                <a:lnTo>
                  <a:pt x="1996" y="2162"/>
                </a:lnTo>
                <a:lnTo>
                  <a:pt x="1993" y="2163"/>
                </a:lnTo>
                <a:lnTo>
                  <a:pt x="1991" y="2163"/>
                </a:lnTo>
                <a:lnTo>
                  <a:pt x="1990" y="2163"/>
                </a:lnTo>
                <a:lnTo>
                  <a:pt x="1989" y="2161"/>
                </a:lnTo>
                <a:lnTo>
                  <a:pt x="1989" y="2160"/>
                </a:lnTo>
                <a:lnTo>
                  <a:pt x="1988" y="2159"/>
                </a:lnTo>
                <a:lnTo>
                  <a:pt x="1988" y="2158"/>
                </a:lnTo>
                <a:lnTo>
                  <a:pt x="1987" y="2158"/>
                </a:lnTo>
                <a:lnTo>
                  <a:pt x="1986" y="2156"/>
                </a:lnTo>
                <a:lnTo>
                  <a:pt x="1986" y="2155"/>
                </a:lnTo>
                <a:lnTo>
                  <a:pt x="1986" y="2154"/>
                </a:lnTo>
                <a:lnTo>
                  <a:pt x="1985" y="2154"/>
                </a:lnTo>
                <a:lnTo>
                  <a:pt x="1984" y="2154"/>
                </a:lnTo>
                <a:lnTo>
                  <a:pt x="1983" y="2154"/>
                </a:lnTo>
                <a:lnTo>
                  <a:pt x="1983" y="2153"/>
                </a:lnTo>
                <a:lnTo>
                  <a:pt x="1981" y="2153"/>
                </a:lnTo>
                <a:lnTo>
                  <a:pt x="1980" y="2153"/>
                </a:lnTo>
                <a:lnTo>
                  <a:pt x="1979" y="2152"/>
                </a:lnTo>
                <a:lnTo>
                  <a:pt x="1978" y="2152"/>
                </a:lnTo>
                <a:lnTo>
                  <a:pt x="1977" y="2152"/>
                </a:lnTo>
                <a:lnTo>
                  <a:pt x="1976" y="2152"/>
                </a:lnTo>
                <a:lnTo>
                  <a:pt x="1976" y="2153"/>
                </a:lnTo>
                <a:lnTo>
                  <a:pt x="1975" y="2154"/>
                </a:lnTo>
                <a:lnTo>
                  <a:pt x="1974" y="2154"/>
                </a:lnTo>
                <a:lnTo>
                  <a:pt x="1973" y="2154"/>
                </a:lnTo>
                <a:lnTo>
                  <a:pt x="1971" y="2154"/>
                </a:lnTo>
                <a:lnTo>
                  <a:pt x="1970" y="2155"/>
                </a:lnTo>
                <a:lnTo>
                  <a:pt x="1969" y="2155"/>
                </a:lnTo>
                <a:lnTo>
                  <a:pt x="1967" y="2155"/>
                </a:lnTo>
                <a:lnTo>
                  <a:pt x="1967" y="2156"/>
                </a:lnTo>
                <a:lnTo>
                  <a:pt x="1966" y="2156"/>
                </a:lnTo>
                <a:lnTo>
                  <a:pt x="1966" y="2157"/>
                </a:lnTo>
                <a:lnTo>
                  <a:pt x="1964" y="2158"/>
                </a:lnTo>
                <a:lnTo>
                  <a:pt x="1963" y="2158"/>
                </a:lnTo>
                <a:lnTo>
                  <a:pt x="1962" y="2158"/>
                </a:lnTo>
                <a:lnTo>
                  <a:pt x="1961" y="2159"/>
                </a:lnTo>
                <a:lnTo>
                  <a:pt x="1960" y="2160"/>
                </a:lnTo>
                <a:lnTo>
                  <a:pt x="1960" y="2161"/>
                </a:lnTo>
                <a:lnTo>
                  <a:pt x="1959" y="2161"/>
                </a:lnTo>
                <a:lnTo>
                  <a:pt x="1959" y="2160"/>
                </a:lnTo>
                <a:lnTo>
                  <a:pt x="1958" y="2161"/>
                </a:lnTo>
                <a:lnTo>
                  <a:pt x="1957" y="2161"/>
                </a:lnTo>
                <a:lnTo>
                  <a:pt x="1956" y="2162"/>
                </a:lnTo>
                <a:lnTo>
                  <a:pt x="1954" y="2162"/>
                </a:lnTo>
                <a:lnTo>
                  <a:pt x="1954" y="2161"/>
                </a:lnTo>
                <a:lnTo>
                  <a:pt x="1953" y="2161"/>
                </a:lnTo>
                <a:lnTo>
                  <a:pt x="1952" y="2162"/>
                </a:lnTo>
                <a:lnTo>
                  <a:pt x="1951" y="2161"/>
                </a:lnTo>
                <a:lnTo>
                  <a:pt x="1951" y="2160"/>
                </a:lnTo>
                <a:lnTo>
                  <a:pt x="1951" y="2159"/>
                </a:lnTo>
                <a:lnTo>
                  <a:pt x="1951" y="2158"/>
                </a:lnTo>
                <a:lnTo>
                  <a:pt x="1951" y="2157"/>
                </a:lnTo>
                <a:lnTo>
                  <a:pt x="1950" y="2156"/>
                </a:lnTo>
                <a:lnTo>
                  <a:pt x="1949" y="2155"/>
                </a:lnTo>
                <a:lnTo>
                  <a:pt x="1948" y="2154"/>
                </a:lnTo>
                <a:lnTo>
                  <a:pt x="1947" y="2154"/>
                </a:lnTo>
                <a:lnTo>
                  <a:pt x="1947" y="2153"/>
                </a:lnTo>
                <a:lnTo>
                  <a:pt x="1946" y="2151"/>
                </a:lnTo>
                <a:lnTo>
                  <a:pt x="1943" y="2149"/>
                </a:lnTo>
                <a:lnTo>
                  <a:pt x="1942" y="2149"/>
                </a:lnTo>
                <a:lnTo>
                  <a:pt x="1941" y="2149"/>
                </a:lnTo>
                <a:lnTo>
                  <a:pt x="1941" y="2150"/>
                </a:lnTo>
                <a:lnTo>
                  <a:pt x="1941" y="2151"/>
                </a:lnTo>
                <a:lnTo>
                  <a:pt x="1941" y="2152"/>
                </a:lnTo>
                <a:lnTo>
                  <a:pt x="1940" y="2152"/>
                </a:lnTo>
                <a:lnTo>
                  <a:pt x="1939" y="2152"/>
                </a:lnTo>
                <a:lnTo>
                  <a:pt x="1938" y="2152"/>
                </a:lnTo>
                <a:lnTo>
                  <a:pt x="1938" y="2153"/>
                </a:lnTo>
                <a:lnTo>
                  <a:pt x="1937" y="2153"/>
                </a:lnTo>
                <a:lnTo>
                  <a:pt x="1935" y="2153"/>
                </a:lnTo>
                <a:lnTo>
                  <a:pt x="1934" y="2153"/>
                </a:lnTo>
                <a:lnTo>
                  <a:pt x="1933" y="2153"/>
                </a:lnTo>
                <a:lnTo>
                  <a:pt x="1932" y="2153"/>
                </a:lnTo>
                <a:lnTo>
                  <a:pt x="1931" y="2153"/>
                </a:lnTo>
                <a:lnTo>
                  <a:pt x="1930" y="2154"/>
                </a:lnTo>
                <a:lnTo>
                  <a:pt x="1929" y="2154"/>
                </a:lnTo>
                <a:lnTo>
                  <a:pt x="1929" y="2155"/>
                </a:lnTo>
                <a:lnTo>
                  <a:pt x="1928" y="2155"/>
                </a:lnTo>
                <a:lnTo>
                  <a:pt x="1928" y="2154"/>
                </a:lnTo>
                <a:lnTo>
                  <a:pt x="1927" y="2154"/>
                </a:lnTo>
                <a:lnTo>
                  <a:pt x="1927" y="2153"/>
                </a:lnTo>
                <a:lnTo>
                  <a:pt x="1926" y="2153"/>
                </a:lnTo>
                <a:lnTo>
                  <a:pt x="1925" y="2153"/>
                </a:lnTo>
                <a:lnTo>
                  <a:pt x="1925" y="2152"/>
                </a:lnTo>
                <a:lnTo>
                  <a:pt x="1924" y="2151"/>
                </a:lnTo>
                <a:lnTo>
                  <a:pt x="1923" y="2149"/>
                </a:lnTo>
                <a:lnTo>
                  <a:pt x="1923" y="2148"/>
                </a:lnTo>
                <a:lnTo>
                  <a:pt x="1922" y="2147"/>
                </a:lnTo>
                <a:lnTo>
                  <a:pt x="1921" y="2146"/>
                </a:lnTo>
                <a:lnTo>
                  <a:pt x="1918" y="2148"/>
                </a:lnTo>
                <a:lnTo>
                  <a:pt x="1916" y="2149"/>
                </a:lnTo>
                <a:lnTo>
                  <a:pt x="1915" y="2149"/>
                </a:lnTo>
                <a:lnTo>
                  <a:pt x="1914" y="2149"/>
                </a:lnTo>
                <a:lnTo>
                  <a:pt x="1913" y="2149"/>
                </a:lnTo>
                <a:lnTo>
                  <a:pt x="1912" y="2150"/>
                </a:lnTo>
                <a:lnTo>
                  <a:pt x="1912" y="2149"/>
                </a:lnTo>
                <a:lnTo>
                  <a:pt x="1911" y="2149"/>
                </a:lnTo>
                <a:lnTo>
                  <a:pt x="1911" y="2148"/>
                </a:lnTo>
                <a:lnTo>
                  <a:pt x="1910" y="2147"/>
                </a:lnTo>
                <a:lnTo>
                  <a:pt x="1909" y="2146"/>
                </a:lnTo>
                <a:lnTo>
                  <a:pt x="1908" y="2146"/>
                </a:lnTo>
                <a:lnTo>
                  <a:pt x="1907" y="2145"/>
                </a:lnTo>
                <a:lnTo>
                  <a:pt x="1906" y="2144"/>
                </a:lnTo>
                <a:lnTo>
                  <a:pt x="1906" y="2143"/>
                </a:lnTo>
                <a:lnTo>
                  <a:pt x="1905" y="2143"/>
                </a:lnTo>
                <a:lnTo>
                  <a:pt x="1903" y="2143"/>
                </a:lnTo>
                <a:lnTo>
                  <a:pt x="1903" y="2142"/>
                </a:lnTo>
                <a:lnTo>
                  <a:pt x="1902" y="2140"/>
                </a:lnTo>
                <a:lnTo>
                  <a:pt x="1902" y="2139"/>
                </a:lnTo>
                <a:lnTo>
                  <a:pt x="1902" y="2138"/>
                </a:lnTo>
                <a:lnTo>
                  <a:pt x="1902" y="2137"/>
                </a:lnTo>
                <a:lnTo>
                  <a:pt x="1901" y="2137"/>
                </a:lnTo>
                <a:lnTo>
                  <a:pt x="1900" y="2135"/>
                </a:lnTo>
                <a:lnTo>
                  <a:pt x="1899" y="2135"/>
                </a:lnTo>
                <a:lnTo>
                  <a:pt x="1897" y="2134"/>
                </a:lnTo>
                <a:lnTo>
                  <a:pt x="1896" y="2134"/>
                </a:lnTo>
                <a:lnTo>
                  <a:pt x="1896" y="2135"/>
                </a:lnTo>
                <a:lnTo>
                  <a:pt x="1895" y="2135"/>
                </a:lnTo>
                <a:lnTo>
                  <a:pt x="1895" y="2136"/>
                </a:lnTo>
                <a:lnTo>
                  <a:pt x="1894" y="2136"/>
                </a:lnTo>
                <a:lnTo>
                  <a:pt x="1893" y="2136"/>
                </a:lnTo>
                <a:lnTo>
                  <a:pt x="1892" y="2135"/>
                </a:lnTo>
                <a:lnTo>
                  <a:pt x="1891" y="2134"/>
                </a:lnTo>
                <a:lnTo>
                  <a:pt x="1891" y="2133"/>
                </a:lnTo>
                <a:lnTo>
                  <a:pt x="1891" y="2132"/>
                </a:lnTo>
                <a:lnTo>
                  <a:pt x="1890" y="2132"/>
                </a:lnTo>
                <a:lnTo>
                  <a:pt x="1890" y="2130"/>
                </a:lnTo>
                <a:lnTo>
                  <a:pt x="1889" y="2130"/>
                </a:lnTo>
                <a:lnTo>
                  <a:pt x="1888" y="2130"/>
                </a:lnTo>
                <a:lnTo>
                  <a:pt x="1887" y="2130"/>
                </a:lnTo>
                <a:lnTo>
                  <a:pt x="1886" y="2129"/>
                </a:lnTo>
                <a:lnTo>
                  <a:pt x="1885" y="2130"/>
                </a:lnTo>
                <a:lnTo>
                  <a:pt x="1884" y="2131"/>
                </a:lnTo>
                <a:lnTo>
                  <a:pt x="1883" y="2131"/>
                </a:lnTo>
                <a:lnTo>
                  <a:pt x="1882" y="2131"/>
                </a:lnTo>
                <a:lnTo>
                  <a:pt x="1881" y="2131"/>
                </a:lnTo>
                <a:lnTo>
                  <a:pt x="1880" y="2131"/>
                </a:lnTo>
                <a:lnTo>
                  <a:pt x="1880" y="2130"/>
                </a:lnTo>
                <a:lnTo>
                  <a:pt x="1880" y="2129"/>
                </a:lnTo>
                <a:lnTo>
                  <a:pt x="1879" y="2128"/>
                </a:lnTo>
                <a:lnTo>
                  <a:pt x="1878" y="2128"/>
                </a:lnTo>
                <a:lnTo>
                  <a:pt x="1877" y="2128"/>
                </a:lnTo>
                <a:lnTo>
                  <a:pt x="1876" y="2128"/>
                </a:lnTo>
                <a:lnTo>
                  <a:pt x="1875" y="2127"/>
                </a:lnTo>
                <a:lnTo>
                  <a:pt x="1875" y="2126"/>
                </a:lnTo>
                <a:lnTo>
                  <a:pt x="1875" y="2125"/>
                </a:lnTo>
                <a:lnTo>
                  <a:pt x="1874" y="2124"/>
                </a:lnTo>
                <a:lnTo>
                  <a:pt x="1873" y="2124"/>
                </a:lnTo>
                <a:lnTo>
                  <a:pt x="1872" y="2124"/>
                </a:lnTo>
                <a:lnTo>
                  <a:pt x="1871" y="2123"/>
                </a:lnTo>
                <a:lnTo>
                  <a:pt x="1870" y="2123"/>
                </a:lnTo>
                <a:lnTo>
                  <a:pt x="1870" y="2122"/>
                </a:lnTo>
                <a:lnTo>
                  <a:pt x="1871" y="2122"/>
                </a:lnTo>
                <a:lnTo>
                  <a:pt x="1870" y="2122"/>
                </a:lnTo>
                <a:lnTo>
                  <a:pt x="1869" y="2121"/>
                </a:lnTo>
                <a:lnTo>
                  <a:pt x="1868" y="2120"/>
                </a:lnTo>
                <a:lnTo>
                  <a:pt x="1867" y="2120"/>
                </a:lnTo>
                <a:lnTo>
                  <a:pt x="1866" y="2119"/>
                </a:lnTo>
                <a:lnTo>
                  <a:pt x="1866" y="2118"/>
                </a:lnTo>
                <a:lnTo>
                  <a:pt x="1865" y="2116"/>
                </a:lnTo>
                <a:lnTo>
                  <a:pt x="1864" y="2116"/>
                </a:lnTo>
                <a:lnTo>
                  <a:pt x="1863" y="2115"/>
                </a:lnTo>
                <a:lnTo>
                  <a:pt x="1859" y="2115"/>
                </a:lnTo>
                <a:lnTo>
                  <a:pt x="1857" y="2114"/>
                </a:lnTo>
                <a:lnTo>
                  <a:pt x="1856" y="2114"/>
                </a:lnTo>
                <a:lnTo>
                  <a:pt x="1854" y="2114"/>
                </a:lnTo>
                <a:lnTo>
                  <a:pt x="1853" y="2113"/>
                </a:lnTo>
                <a:lnTo>
                  <a:pt x="1853" y="2109"/>
                </a:lnTo>
                <a:lnTo>
                  <a:pt x="1852" y="2107"/>
                </a:lnTo>
                <a:lnTo>
                  <a:pt x="1852" y="2106"/>
                </a:lnTo>
                <a:lnTo>
                  <a:pt x="1851" y="2104"/>
                </a:lnTo>
                <a:lnTo>
                  <a:pt x="1851" y="2103"/>
                </a:lnTo>
                <a:lnTo>
                  <a:pt x="1850" y="2103"/>
                </a:lnTo>
                <a:lnTo>
                  <a:pt x="1850" y="2102"/>
                </a:lnTo>
                <a:lnTo>
                  <a:pt x="1850" y="2101"/>
                </a:lnTo>
                <a:lnTo>
                  <a:pt x="1850" y="2100"/>
                </a:lnTo>
                <a:lnTo>
                  <a:pt x="1850" y="2099"/>
                </a:lnTo>
                <a:lnTo>
                  <a:pt x="1851" y="2098"/>
                </a:lnTo>
                <a:lnTo>
                  <a:pt x="1851" y="2097"/>
                </a:lnTo>
                <a:lnTo>
                  <a:pt x="1851" y="2096"/>
                </a:lnTo>
                <a:lnTo>
                  <a:pt x="1851" y="2094"/>
                </a:lnTo>
                <a:lnTo>
                  <a:pt x="1852" y="2094"/>
                </a:lnTo>
                <a:lnTo>
                  <a:pt x="1852" y="2093"/>
                </a:lnTo>
                <a:lnTo>
                  <a:pt x="1852" y="2092"/>
                </a:lnTo>
                <a:lnTo>
                  <a:pt x="1851" y="2092"/>
                </a:lnTo>
                <a:lnTo>
                  <a:pt x="1852" y="2091"/>
                </a:lnTo>
                <a:lnTo>
                  <a:pt x="1852" y="2090"/>
                </a:lnTo>
                <a:lnTo>
                  <a:pt x="1853" y="2090"/>
                </a:lnTo>
                <a:lnTo>
                  <a:pt x="1855" y="2089"/>
                </a:lnTo>
                <a:lnTo>
                  <a:pt x="1856" y="2089"/>
                </a:lnTo>
                <a:lnTo>
                  <a:pt x="1856" y="2090"/>
                </a:lnTo>
                <a:lnTo>
                  <a:pt x="1857" y="2090"/>
                </a:lnTo>
                <a:lnTo>
                  <a:pt x="1858" y="2090"/>
                </a:lnTo>
                <a:lnTo>
                  <a:pt x="1859" y="2090"/>
                </a:lnTo>
                <a:lnTo>
                  <a:pt x="1860" y="2090"/>
                </a:lnTo>
                <a:lnTo>
                  <a:pt x="1861" y="2090"/>
                </a:lnTo>
                <a:lnTo>
                  <a:pt x="1861" y="2091"/>
                </a:lnTo>
                <a:lnTo>
                  <a:pt x="1863" y="2091"/>
                </a:lnTo>
                <a:lnTo>
                  <a:pt x="1864" y="2091"/>
                </a:lnTo>
                <a:lnTo>
                  <a:pt x="1866" y="2090"/>
                </a:lnTo>
                <a:lnTo>
                  <a:pt x="1866" y="2089"/>
                </a:lnTo>
                <a:lnTo>
                  <a:pt x="1867" y="2088"/>
                </a:lnTo>
                <a:lnTo>
                  <a:pt x="1867" y="2086"/>
                </a:lnTo>
                <a:lnTo>
                  <a:pt x="1867" y="2085"/>
                </a:lnTo>
                <a:lnTo>
                  <a:pt x="1867" y="2083"/>
                </a:lnTo>
                <a:lnTo>
                  <a:pt x="1868" y="2081"/>
                </a:lnTo>
                <a:lnTo>
                  <a:pt x="1868" y="2080"/>
                </a:lnTo>
                <a:lnTo>
                  <a:pt x="1869" y="2079"/>
                </a:lnTo>
                <a:lnTo>
                  <a:pt x="1870" y="2079"/>
                </a:lnTo>
                <a:lnTo>
                  <a:pt x="1871" y="2078"/>
                </a:lnTo>
                <a:lnTo>
                  <a:pt x="1872" y="2078"/>
                </a:lnTo>
                <a:lnTo>
                  <a:pt x="1874" y="2077"/>
                </a:lnTo>
                <a:lnTo>
                  <a:pt x="1875" y="2076"/>
                </a:lnTo>
                <a:lnTo>
                  <a:pt x="1875" y="2074"/>
                </a:lnTo>
                <a:lnTo>
                  <a:pt x="1875" y="2073"/>
                </a:lnTo>
                <a:lnTo>
                  <a:pt x="1874" y="2072"/>
                </a:lnTo>
                <a:lnTo>
                  <a:pt x="1873" y="2072"/>
                </a:lnTo>
                <a:lnTo>
                  <a:pt x="1872" y="2072"/>
                </a:lnTo>
                <a:lnTo>
                  <a:pt x="1871" y="2072"/>
                </a:lnTo>
                <a:lnTo>
                  <a:pt x="1870" y="2072"/>
                </a:lnTo>
                <a:lnTo>
                  <a:pt x="1870" y="2071"/>
                </a:lnTo>
                <a:lnTo>
                  <a:pt x="1869" y="2071"/>
                </a:lnTo>
                <a:lnTo>
                  <a:pt x="1868" y="2071"/>
                </a:lnTo>
                <a:lnTo>
                  <a:pt x="1868" y="2072"/>
                </a:lnTo>
                <a:lnTo>
                  <a:pt x="1867" y="2073"/>
                </a:lnTo>
                <a:lnTo>
                  <a:pt x="1866" y="2073"/>
                </a:lnTo>
                <a:lnTo>
                  <a:pt x="1864" y="2072"/>
                </a:lnTo>
                <a:lnTo>
                  <a:pt x="1863" y="2072"/>
                </a:lnTo>
                <a:lnTo>
                  <a:pt x="1862" y="2071"/>
                </a:lnTo>
                <a:lnTo>
                  <a:pt x="1861" y="2071"/>
                </a:lnTo>
                <a:lnTo>
                  <a:pt x="1860" y="2071"/>
                </a:lnTo>
                <a:lnTo>
                  <a:pt x="1860" y="2070"/>
                </a:lnTo>
                <a:lnTo>
                  <a:pt x="1861" y="2068"/>
                </a:lnTo>
                <a:lnTo>
                  <a:pt x="1862" y="2067"/>
                </a:lnTo>
                <a:lnTo>
                  <a:pt x="1863" y="2067"/>
                </a:lnTo>
                <a:lnTo>
                  <a:pt x="1863" y="2066"/>
                </a:lnTo>
                <a:lnTo>
                  <a:pt x="1864" y="2064"/>
                </a:lnTo>
                <a:lnTo>
                  <a:pt x="1864" y="2063"/>
                </a:lnTo>
                <a:lnTo>
                  <a:pt x="1865" y="2062"/>
                </a:lnTo>
                <a:lnTo>
                  <a:pt x="1866" y="2062"/>
                </a:lnTo>
                <a:lnTo>
                  <a:pt x="1866" y="2061"/>
                </a:lnTo>
                <a:lnTo>
                  <a:pt x="1865" y="2061"/>
                </a:lnTo>
                <a:lnTo>
                  <a:pt x="1864" y="2061"/>
                </a:lnTo>
                <a:lnTo>
                  <a:pt x="1864" y="2062"/>
                </a:lnTo>
                <a:lnTo>
                  <a:pt x="1863" y="2061"/>
                </a:lnTo>
                <a:lnTo>
                  <a:pt x="1864" y="2061"/>
                </a:lnTo>
                <a:lnTo>
                  <a:pt x="1864" y="2060"/>
                </a:lnTo>
                <a:lnTo>
                  <a:pt x="1864" y="2059"/>
                </a:lnTo>
                <a:lnTo>
                  <a:pt x="1864" y="2058"/>
                </a:lnTo>
                <a:lnTo>
                  <a:pt x="1866" y="2058"/>
                </a:lnTo>
                <a:lnTo>
                  <a:pt x="1867" y="2057"/>
                </a:lnTo>
                <a:lnTo>
                  <a:pt x="1868" y="2057"/>
                </a:lnTo>
                <a:lnTo>
                  <a:pt x="1868" y="2056"/>
                </a:lnTo>
                <a:lnTo>
                  <a:pt x="1867" y="2055"/>
                </a:lnTo>
                <a:lnTo>
                  <a:pt x="1866" y="2055"/>
                </a:lnTo>
                <a:lnTo>
                  <a:pt x="1866" y="2054"/>
                </a:lnTo>
                <a:lnTo>
                  <a:pt x="1866" y="2053"/>
                </a:lnTo>
                <a:lnTo>
                  <a:pt x="1866" y="2052"/>
                </a:lnTo>
                <a:lnTo>
                  <a:pt x="1865" y="2051"/>
                </a:lnTo>
                <a:lnTo>
                  <a:pt x="1865" y="2050"/>
                </a:lnTo>
                <a:lnTo>
                  <a:pt x="1864" y="2049"/>
                </a:lnTo>
                <a:lnTo>
                  <a:pt x="1864" y="2048"/>
                </a:lnTo>
                <a:lnTo>
                  <a:pt x="1864" y="2047"/>
                </a:lnTo>
                <a:lnTo>
                  <a:pt x="1863" y="2046"/>
                </a:lnTo>
                <a:lnTo>
                  <a:pt x="1863" y="2044"/>
                </a:lnTo>
                <a:lnTo>
                  <a:pt x="1863" y="2043"/>
                </a:lnTo>
                <a:lnTo>
                  <a:pt x="1862" y="2040"/>
                </a:lnTo>
                <a:lnTo>
                  <a:pt x="1862" y="2039"/>
                </a:lnTo>
                <a:lnTo>
                  <a:pt x="1861" y="2038"/>
                </a:lnTo>
                <a:lnTo>
                  <a:pt x="1861" y="2037"/>
                </a:lnTo>
                <a:lnTo>
                  <a:pt x="1860" y="2036"/>
                </a:lnTo>
                <a:lnTo>
                  <a:pt x="1860" y="2035"/>
                </a:lnTo>
                <a:lnTo>
                  <a:pt x="1859" y="2035"/>
                </a:lnTo>
                <a:lnTo>
                  <a:pt x="1859" y="2034"/>
                </a:lnTo>
                <a:lnTo>
                  <a:pt x="1859" y="2033"/>
                </a:lnTo>
                <a:lnTo>
                  <a:pt x="1858" y="2032"/>
                </a:lnTo>
                <a:lnTo>
                  <a:pt x="1859" y="2030"/>
                </a:lnTo>
                <a:lnTo>
                  <a:pt x="1859" y="2029"/>
                </a:lnTo>
                <a:lnTo>
                  <a:pt x="1859" y="2028"/>
                </a:lnTo>
                <a:lnTo>
                  <a:pt x="1859" y="2026"/>
                </a:lnTo>
                <a:lnTo>
                  <a:pt x="1858" y="2025"/>
                </a:lnTo>
                <a:lnTo>
                  <a:pt x="1858" y="2024"/>
                </a:lnTo>
                <a:lnTo>
                  <a:pt x="1858" y="2023"/>
                </a:lnTo>
                <a:lnTo>
                  <a:pt x="1858" y="2022"/>
                </a:lnTo>
                <a:lnTo>
                  <a:pt x="1858" y="2021"/>
                </a:lnTo>
                <a:lnTo>
                  <a:pt x="1857" y="2020"/>
                </a:lnTo>
                <a:lnTo>
                  <a:pt x="1856" y="2018"/>
                </a:lnTo>
                <a:lnTo>
                  <a:pt x="1855" y="2016"/>
                </a:lnTo>
                <a:lnTo>
                  <a:pt x="1856" y="2016"/>
                </a:lnTo>
                <a:lnTo>
                  <a:pt x="1857" y="2015"/>
                </a:lnTo>
                <a:lnTo>
                  <a:pt x="1858" y="2015"/>
                </a:lnTo>
                <a:lnTo>
                  <a:pt x="1859" y="2014"/>
                </a:lnTo>
                <a:lnTo>
                  <a:pt x="1860" y="2014"/>
                </a:lnTo>
                <a:lnTo>
                  <a:pt x="1861" y="2014"/>
                </a:lnTo>
                <a:lnTo>
                  <a:pt x="1861" y="2015"/>
                </a:lnTo>
                <a:lnTo>
                  <a:pt x="1862" y="2015"/>
                </a:lnTo>
                <a:lnTo>
                  <a:pt x="1862" y="2016"/>
                </a:lnTo>
                <a:lnTo>
                  <a:pt x="1863" y="2017"/>
                </a:lnTo>
                <a:lnTo>
                  <a:pt x="1866" y="2017"/>
                </a:lnTo>
                <a:lnTo>
                  <a:pt x="1869" y="2017"/>
                </a:lnTo>
                <a:lnTo>
                  <a:pt x="1870" y="2017"/>
                </a:lnTo>
                <a:lnTo>
                  <a:pt x="1871" y="2018"/>
                </a:lnTo>
                <a:lnTo>
                  <a:pt x="1871" y="2017"/>
                </a:lnTo>
                <a:lnTo>
                  <a:pt x="1871" y="2016"/>
                </a:lnTo>
                <a:lnTo>
                  <a:pt x="1871" y="2015"/>
                </a:lnTo>
                <a:lnTo>
                  <a:pt x="1870" y="2015"/>
                </a:lnTo>
                <a:lnTo>
                  <a:pt x="1870" y="2014"/>
                </a:lnTo>
                <a:lnTo>
                  <a:pt x="1871" y="2014"/>
                </a:lnTo>
                <a:lnTo>
                  <a:pt x="1872" y="2014"/>
                </a:lnTo>
                <a:lnTo>
                  <a:pt x="1873" y="2013"/>
                </a:lnTo>
                <a:lnTo>
                  <a:pt x="1876" y="2012"/>
                </a:lnTo>
                <a:lnTo>
                  <a:pt x="1877" y="2012"/>
                </a:lnTo>
                <a:lnTo>
                  <a:pt x="1877" y="2011"/>
                </a:lnTo>
                <a:lnTo>
                  <a:pt x="1876" y="2011"/>
                </a:lnTo>
                <a:lnTo>
                  <a:pt x="1875" y="2011"/>
                </a:lnTo>
                <a:lnTo>
                  <a:pt x="1874" y="2011"/>
                </a:lnTo>
                <a:lnTo>
                  <a:pt x="1873" y="2011"/>
                </a:lnTo>
                <a:lnTo>
                  <a:pt x="1873" y="2010"/>
                </a:lnTo>
                <a:lnTo>
                  <a:pt x="1872" y="2009"/>
                </a:lnTo>
                <a:lnTo>
                  <a:pt x="1871" y="2009"/>
                </a:lnTo>
                <a:lnTo>
                  <a:pt x="1870" y="2009"/>
                </a:lnTo>
                <a:lnTo>
                  <a:pt x="1870" y="2008"/>
                </a:lnTo>
                <a:lnTo>
                  <a:pt x="1867" y="2007"/>
                </a:lnTo>
                <a:lnTo>
                  <a:pt x="1866" y="2007"/>
                </a:lnTo>
                <a:lnTo>
                  <a:pt x="1864" y="2007"/>
                </a:lnTo>
                <a:lnTo>
                  <a:pt x="1862" y="2009"/>
                </a:lnTo>
                <a:lnTo>
                  <a:pt x="1862" y="2010"/>
                </a:lnTo>
                <a:lnTo>
                  <a:pt x="1860" y="2011"/>
                </a:lnTo>
                <a:lnTo>
                  <a:pt x="1859" y="2011"/>
                </a:lnTo>
                <a:lnTo>
                  <a:pt x="1858" y="2010"/>
                </a:lnTo>
                <a:lnTo>
                  <a:pt x="1858" y="2009"/>
                </a:lnTo>
                <a:lnTo>
                  <a:pt x="1857" y="2009"/>
                </a:lnTo>
                <a:lnTo>
                  <a:pt x="1856" y="2010"/>
                </a:lnTo>
                <a:lnTo>
                  <a:pt x="1854" y="2010"/>
                </a:lnTo>
                <a:lnTo>
                  <a:pt x="1853" y="2009"/>
                </a:lnTo>
                <a:lnTo>
                  <a:pt x="1853" y="2008"/>
                </a:lnTo>
                <a:lnTo>
                  <a:pt x="1853" y="2007"/>
                </a:lnTo>
                <a:lnTo>
                  <a:pt x="1853" y="2006"/>
                </a:lnTo>
                <a:lnTo>
                  <a:pt x="1852" y="2005"/>
                </a:lnTo>
                <a:lnTo>
                  <a:pt x="1852" y="2004"/>
                </a:lnTo>
                <a:lnTo>
                  <a:pt x="1852" y="2003"/>
                </a:lnTo>
                <a:lnTo>
                  <a:pt x="1851" y="2001"/>
                </a:lnTo>
                <a:lnTo>
                  <a:pt x="1850" y="2001"/>
                </a:lnTo>
                <a:lnTo>
                  <a:pt x="1850" y="2000"/>
                </a:lnTo>
                <a:lnTo>
                  <a:pt x="1850" y="1998"/>
                </a:lnTo>
                <a:lnTo>
                  <a:pt x="1849" y="1997"/>
                </a:lnTo>
                <a:lnTo>
                  <a:pt x="1848" y="1997"/>
                </a:lnTo>
                <a:lnTo>
                  <a:pt x="1848" y="1996"/>
                </a:lnTo>
                <a:lnTo>
                  <a:pt x="1847" y="1995"/>
                </a:lnTo>
                <a:lnTo>
                  <a:pt x="1847" y="1994"/>
                </a:lnTo>
                <a:lnTo>
                  <a:pt x="1846" y="1994"/>
                </a:lnTo>
                <a:lnTo>
                  <a:pt x="1844" y="1995"/>
                </a:lnTo>
                <a:lnTo>
                  <a:pt x="1843" y="1995"/>
                </a:lnTo>
                <a:lnTo>
                  <a:pt x="1843" y="1996"/>
                </a:lnTo>
                <a:lnTo>
                  <a:pt x="1842" y="1995"/>
                </a:lnTo>
                <a:lnTo>
                  <a:pt x="1841" y="1995"/>
                </a:lnTo>
                <a:lnTo>
                  <a:pt x="1841" y="1992"/>
                </a:lnTo>
                <a:lnTo>
                  <a:pt x="1841" y="1991"/>
                </a:lnTo>
                <a:lnTo>
                  <a:pt x="1841" y="1990"/>
                </a:lnTo>
                <a:lnTo>
                  <a:pt x="1841" y="1989"/>
                </a:lnTo>
                <a:lnTo>
                  <a:pt x="1841" y="1987"/>
                </a:lnTo>
                <a:lnTo>
                  <a:pt x="1840" y="1986"/>
                </a:lnTo>
                <a:lnTo>
                  <a:pt x="1839" y="1986"/>
                </a:lnTo>
                <a:lnTo>
                  <a:pt x="1837" y="1984"/>
                </a:lnTo>
                <a:lnTo>
                  <a:pt x="1837" y="1983"/>
                </a:lnTo>
                <a:lnTo>
                  <a:pt x="1836" y="1983"/>
                </a:lnTo>
                <a:lnTo>
                  <a:pt x="1835" y="1982"/>
                </a:lnTo>
                <a:lnTo>
                  <a:pt x="1835" y="1980"/>
                </a:lnTo>
                <a:lnTo>
                  <a:pt x="1835" y="1979"/>
                </a:lnTo>
                <a:lnTo>
                  <a:pt x="1835" y="1978"/>
                </a:lnTo>
                <a:lnTo>
                  <a:pt x="1834" y="1977"/>
                </a:lnTo>
                <a:lnTo>
                  <a:pt x="1834" y="1976"/>
                </a:lnTo>
                <a:lnTo>
                  <a:pt x="1834" y="1975"/>
                </a:lnTo>
                <a:lnTo>
                  <a:pt x="1834" y="1974"/>
                </a:lnTo>
                <a:lnTo>
                  <a:pt x="1834" y="1973"/>
                </a:lnTo>
                <a:lnTo>
                  <a:pt x="1834" y="1972"/>
                </a:lnTo>
                <a:lnTo>
                  <a:pt x="1833" y="1972"/>
                </a:lnTo>
                <a:lnTo>
                  <a:pt x="1831" y="1970"/>
                </a:lnTo>
                <a:lnTo>
                  <a:pt x="1831" y="1969"/>
                </a:lnTo>
                <a:lnTo>
                  <a:pt x="1831" y="1968"/>
                </a:lnTo>
                <a:lnTo>
                  <a:pt x="1831" y="1967"/>
                </a:lnTo>
                <a:lnTo>
                  <a:pt x="1831" y="1966"/>
                </a:lnTo>
                <a:lnTo>
                  <a:pt x="1831" y="1965"/>
                </a:lnTo>
                <a:lnTo>
                  <a:pt x="1832" y="1964"/>
                </a:lnTo>
                <a:lnTo>
                  <a:pt x="1832" y="1963"/>
                </a:lnTo>
                <a:lnTo>
                  <a:pt x="1833" y="1962"/>
                </a:lnTo>
                <a:lnTo>
                  <a:pt x="1833" y="1961"/>
                </a:lnTo>
                <a:lnTo>
                  <a:pt x="1833" y="1960"/>
                </a:lnTo>
                <a:lnTo>
                  <a:pt x="1834" y="1960"/>
                </a:lnTo>
                <a:lnTo>
                  <a:pt x="1835" y="1959"/>
                </a:lnTo>
                <a:lnTo>
                  <a:pt x="1835" y="1958"/>
                </a:lnTo>
                <a:lnTo>
                  <a:pt x="1834" y="1958"/>
                </a:lnTo>
                <a:lnTo>
                  <a:pt x="1834" y="1957"/>
                </a:lnTo>
                <a:lnTo>
                  <a:pt x="1834" y="1956"/>
                </a:lnTo>
                <a:lnTo>
                  <a:pt x="1834" y="1955"/>
                </a:lnTo>
                <a:lnTo>
                  <a:pt x="1834" y="1954"/>
                </a:lnTo>
                <a:lnTo>
                  <a:pt x="1833" y="1952"/>
                </a:lnTo>
                <a:lnTo>
                  <a:pt x="1833" y="1951"/>
                </a:lnTo>
                <a:lnTo>
                  <a:pt x="1832" y="1951"/>
                </a:lnTo>
                <a:lnTo>
                  <a:pt x="1830" y="1950"/>
                </a:lnTo>
                <a:lnTo>
                  <a:pt x="1830" y="1949"/>
                </a:lnTo>
                <a:lnTo>
                  <a:pt x="1829" y="1948"/>
                </a:lnTo>
                <a:lnTo>
                  <a:pt x="1828" y="1948"/>
                </a:lnTo>
                <a:lnTo>
                  <a:pt x="1827" y="1947"/>
                </a:lnTo>
                <a:lnTo>
                  <a:pt x="1827" y="1946"/>
                </a:lnTo>
                <a:lnTo>
                  <a:pt x="1825" y="1944"/>
                </a:lnTo>
                <a:lnTo>
                  <a:pt x="1823" y="1941"/>
                </a:lnTo>
                <a:lnTo>
                  <a:pt x="1822" y="1941"/>
                </a:lnTo>
                <a:lnTo>
                  <a:pt x="1821" y="1941"/>
                </a:lnTo>
                <a:lnTo>
                  <a:pt x="1821" y="1940"/>
                </a:lnTo>
                <a:lnTo>
                  <a:pt x="1819" y="1939"/>
                </a:lnTo>
                <a:lnTo>
                  <a:pt x="1817" y="1939"/>
                </a:lnTo>
                <a:lnTo>
                  <a:pt x="1815" y="1938"/>
                </a:lnTo>
                <a:lnTo>
                  <a:pt x="1815" y="1937"/>
                </a:lnTo>
                <a:lnTo>
                  <a:pt x="1813" y="1937"/>
                </a:lnTo>
                <a:lnTo>
                  <a:pt x="1813" y="1936"/>
                </a:lnTo>
                <a:lnTo>
                  <a:pt x="1811" y="1936"/>
                </a:lnTo>
                <a:lnTo>
                  <a:pt x="1810" y="1936"/>
                </a:lnTo>
                <a:lnTo>
                  <a:pt x="1809" y="1937"/>
                </a:lnTo>
                <a:lnTo>
                  <a:pt x="1807" y="1937"/>
                </a:lnTo>
                <a:lnTo>
                  <a:pt x="1806" y="1937"/>
                </a:lnTo>
                <a:lnTo>
                  <a:pt x="1805" y="1937"/>
                </a:lnTo>
                <a:lnTo>
                  <a:pt x="1803" y="1938"/>
                </a:lnTo>
                <a:lnTo>
                  <a:pt x="1802" y="1938"/>
                </a:lnTo>
                <a:lnTo>
                  <a:pt x="1800" y="1939"/>
                </a:lnTo>
                <a:lnTo>
                  <a:pt x="1799" y="1939"/>
                </a:lnTo>
                <a:lnTo>
                  <a:pt x="1797" y="1939"/>
                </a:lnTo>
                <a:lnTo>
                  <a:pt x="1796" y="1938"/>
                </a:lnTo>
                <a:lnTo>
                  <a:pt x="1795" y="1938"/>
                </a:lnTo>
                <a:lnTo>
                  <a:pt x="1795" y="1937"/>
                </a:lnTo>
                <a:lnTo>
                  <a:pt x="1794" y="1937"/>
                </a:lnTo>
                <a:lnTo>
                  <a:pt x="1793" y="1937"/>
                </a:lnTo>
                <a:lnTo>
                  <a:pt x="1791" y="1937"/>
                </a:lnTo>
                <a:lnTo>
                  <a:pt x="1788" y="1937"/>
                </a:lnTo>
                <a:lnTo>
                  <a:pt x="1786" y="1937"/>
                </a:lnTo>
                <a:lnTo>
                  <a:pt x="1785" y="1937"/>
                </a:lnTo>
                <a:lnTo>
                  <a:pt x="1784" y="1937"/>
                </a:lnTo>
                <a:lnTo>
                  <a:pt x="1784" y="1936"/>
                </a:lnTo>
                <a:lnTo>
                  <a:pt x="1783" y="1936"/>
                </a:lnTo>
                <a:lnTo>
                  <a:pt x="1782" y="1936"/>
                </a:lnTo>
                <a:lnTo>
                  <a:pt x="1781" y="1936"/>
                </a:lnTo>
                <a:lnTo>
                  <a:pt x="1780" y="1937"/>
                </a:lnTo>
                <a:lnTo>
                  <a:pt x="1780" y="1938"/>
                </a:lnTo>
                <a:lnTo>
                  <a:pt x="1779" y="1938"/>
                </a:lnTo>
                <a:lnTo>
                  <a:pt x="1777" y="1937"/>
                </a:lnTo>
                <a:lnTo>
                  <a:pt x="1775" y="1937"/>
                </a:lnTo>
                <a:lnTo>
                  <a:pt x="1774" y="1938"/>
                </a:lnTo>
                <a:lnTo>
                  <a:pt x="1773" y="1938"/>
                </a:lnTo>
                <a:lnTo>
                  <a:pt x="1772" y="1939"/>
                </a:lnTo>
                <a:lnTo>
                  <a:pt x="1772" y="1940"/>
                </a:lnTo>
                <a:lnTo>
                  <a:pt x="1771" y="1941"/>
                </a:lnTo>
                <a:lnTo>
                  <a:pt x="1770" y="1940"/>
                </a:lnTo>
                <a:lnTo>
                  <a:pt x="1769" y="1940"/>
                </a:lnTo>
                <a:lnTo>
                  <a:pt x="1768" y="1940"/>
                </a:lnTo>
                <a:lnTo>
                  <a:pt x="1768" y="1941"/>
                </a:lnTo>
                <a:lnTo>
                  <a:pt x="1766" y="1941"/>
                </a:lnTo>
                <a:lnTo>
                  <a:pt x="1766" y="1942"/>
                </a:lnTo>
                <a:lnTo>
                  <a:pt x="1765" y="1942"/>
                </a:lnTo>
                <a:lnTo>
                  <a:pt x="1764" y="1941"/>
                </a:lnTo>
                <a:lnTo>
                  <a:pt x="1764" y="1940"/>
                </a:lnTo>
                <a:lnTo>
                  <a:pt x="1763" y="1939"/>
                </a:lnTo>
                <a:lnTo>
                  <a:pt x="1762" y="1939"/>
                </a:lnTo>
                <a:lnTo>
                  <a:pt x="1761" y="1939"/>
                </a:lnTo>
                <a:lnTo>
                  <a:pt x="1760" y="1938"/>
                </a:lnTo>
                <a:lnTo>
                  <a:pt x="1760" y="1937"/>
                </a:lnTo>
                <a:lnTo>
                  <a:pt x="1759" y="1937"/>
                </a:lnTo>
                <a:lnTo>
                  <a:pt x="1758" y="1937"/>
                </a:lnTo>
                <a:lnTo>
                  <a:pt x="1757" y="1937"/>
                </a:lnTo>
                <a:lnTo>
                  <a:pt x="1757" y="1936"/>
                </a:lnTo>
                <a:lnTo>
                  <a:pt x="1756" y="1936"/>
                </a:lnTo>
                <a:lnTo>
                  <a:pt x="1756" y="1935"/>
                </a:lnTo>
                <a:lnTo>
                  <a:pt x="1754" y="1935"/>
                </a:lnTo>
                <a:lnTo>
                  <a:pt x="1753" y="1934"/>
                </a:lnTo>
                <a:lnTo>
                  <a:pt x="1753" y="1935"/>
                </a:lnTo>
                <a:lnTo>
                  <a:pt x="1752" y="1936"/>
                </a:lnTo>
                <a:lnTo>
                  <a:pt x="1752" y="1935"/>
                </a:lnTo>
                <a:lnTo>
                  <a:pt x="1751" y="1935"/>
                </a:lnTo>
                <a:lnTo>
                  <a:pt x="1751" y="1934"/>
                </a:lnTo>
                <a:lnTo>
                  <a:pt x="1750" y="1934"/>
                </a:lnTo>
                <a:lnTo>
                  <a:pt x="1750" y="1935"/>
                </a:lnTo>
                <a:lnTo>
                  <a:pt x="1749" y="1936"/>
                </a:lnTo>
                <a:lnTo>
                  <a:pt x="1749" y="1935"/>
                </a:lnTo>
                <a:lnTo>
                  <a:pt x="1748" y="1934"/>
                </a:lnTo>
                <a:lnTo>
                  <a:pt x="1749" y="1934"/>
                </a:lnTo>
                <a:lnTo>
                  <a:pt x="1749" y="1933"/>
                </a:lnTo>
                <a:lnTo>
                  <a:pt x="1747" y="1933"/>
                </a:lnTo>
                <a:lnTo>
                  <a:pt x="1746" y="1934"/>
                </a:lnTo>
                <a:lnTo>
                  <a:pt x="1746" y="1933"/>
                </a:lnTo>
                <a:lnTo>
                  <a:pt x="1746" y="1932"/>
                </a:lnTo>
                <a:lnTo>
                  <a:pt x="1748" y="1931"/>
                </a:lnTo>
                <a:lnTo>
                  <a:pt x="1749" y="1931"/>
                </a:lnTo>
                <a:lnTo>
                  <a:pt x="1749" y="1930"/>
                </a:lnTo>
                <a:lnTo>
                  <a:pt x="1749" y="1929"/>
                </a:lnTo>
                <a:lnTo>
                  <a:pt x="1748" y="1929"/>
                </a:lnTo>
                <a:lnTo>
                  <a:pt x="1748" y="1930"/>
                </a:lnTo>
                <a:lnTo>
                  <a:pt x="1747" y="1930"/>
                </a:lnTo>
                <a:lnTo>
                  <a:pt x="1747" y="1929"/>
                </a:lnTo>
                <a:lnTo>
                  <a:pt x="1747" y="1928"/>
                </a:lnTo>
                <a:lnTo>
                  <a:pt x="1746" y="1929"/>
                </a:lnTo>
                <a:lnTo>
                  <a:pt x="1746" y="1930"/>
                </a:lnTo>
                <a:lnTo>
                  <a:pt x="1746" y="1931"/>
                </a:lnTo>
                <a:lnTo>
                  <a:pt x="1745" y="1931"/>
                </a:lnTo>
                <a:lnTo>
                  <a:pt x="1744" y="1931"/>
                </a:lnTo>
                <a:lnTo>
                  <a:pt x="1743" y="1930"/>
                </a:lnTo>
                <a:lnTo>
                  <a:pt x="1743" y="1929"/>
                </a:lnTo>
                <a:lnTo>
                  <a:pt x="1744" y="1928"/>
                </a:lnTo>
                <a:lnTo>
                  <a:pt x="1742" y="1927"/>
                </a:lnTo>
                <a:lnTo>
                  <a:pt x="1741" y="1927"/>
                </a:lnTo>
                <a:lnTo>
                  <a:pt x="1741" y="1928"/>
                </a:lnTo>
                <a:lnTo>
                  <a:pt x="1741" y="1929"/>
                </a:lnTo>
                <a:lnTo>
                  <a:pt x="1741" y="1930"/>
                </a:lnTo>
                <a:lnTo>
                  <a:pt x="1740" y="1930"/>
                </a:lnTo>
                <a:lnTo>
                  <a:pt x="1738" y="1929"/>
                </a:lnTo>
                <a:lnTo>
                  <a:pt x="1738" y="1928"/>
                </a:lnTo>
                <a:lnTo>
                  <a:pt x="1738" y="1927"/>
                </a:lnTo>
                <a:lnTo>
                  <a:pt x="1737" y="1926"/>
                </a:lnTo>
                <a:lnTo>
                  <a:pt x="1737" y="1927"/>
                </a:lnTo>
                <a:lnTo>
                  <a:pt x="1736" y="1927"/>
                </a:lnTo>
                <a:lnTo>
                  <a:pt x="1736" y="1928"/>
                </a:lnTo>
                <a:lnTo>
                  <a:pt x="1737" y="1928"/>
                </a:lnTo>
                <a:lnTo>
                  <a:pt x="1737" y="1929"/>
                </a:lnTo>
                <a:lnTo>
                  <a:pt x="1736" y="1929"/>
                </a:lnTo>
                <a:lnTo>
                  <a:pt x="1736" y="1930"/>
                </a:lnTo>
                <a:lnTo>
                  <a:pt x="1735" y="1930"/>
                </a:lnTo>
                <a:lnTo>
                  <a:pt x="1735" y="1931"/>
                </a:lnTo>
                <a:lnTo>
                  <a:pt x="1735" y="1932"/>
                </a:lnTo>
                <a:lnTo>
                  <a:pt x="1734" y="1932"/>
                </a:lnTo>
                <a:lnTo>
                  <a:pt x="1733" y="1932"/>
                </a:lnTo>
                <a:lnTo>
                  <a:pt x="1732" y="1932"/>
                </a:lnTo>
                <a:lnTo>
                  <a:pt x="1731" y="1933"/>
                </a:lnTo>
                <a:lnTo>
                  <a:pt x="1730" y="1936"/>
                </a:lnTo>
                <a:lnTo>
                  <a:pt x="1730" y="1937"/>
                </a:lnTo>
                <a:lnTo>
                  <a:pt x="1730" y="1938"/>
                </a:lnTo>
                <a:lnTo>
                  <a:pt x="1729" y="1938"/>
                </a:lnTo>
                <a:lnTo>
                  <a:pt x="1728" y="1938"/>
                </a:lnTo>
                <a:lnTo>
                  <a:pt x="1727" y="1937"/>
                </a:lnTo>
                <a:lnTo>
                  <a:pt x="1726" y="1936"/>
                </a:lnTo>
                <a:lnTo>
                  <a:pt x="1725" y="1936"/>
                </a:lnTo>
                <a:lnTo>
                  <a:pt x="1724" y="1937"/>
                </a:lnTo>
                <a:lnTo>
                  <a:pt x="1724" y="1936"/>
                </a:lnTo>
                <a:lnTo>
                  <a:pt x="1725" y="1936"/>
                </a:lnTo>
                <a:lnTo>
                  <a:pt x="1725" y="1935"/>
                </a:lnTo>
                <a:lnTo>
                  <a:pt x="1726" y="1935"/>
                </a:lnTo>
                <a:lnTo>
                  <a:pt x="1726" y="1934"/>
                </a:lnTo>
                <a:lnTo>
                  <a:pt x="1726" y="1933"/>
                </a:lnTo>
                <a:lnTo>
                  <a:pt x="1726" y="1932"/>
                </a:lnTo>
                <a:lnTo>
                  <a:pt x="1727" y="1932"/>
                </a:lnTo>
                <a:lnTo>
                  <a:pt x="1728" y="1930"/>
                </a:lnTo>
                <a:lnTo>
                  <a:pt x="1728" y="1929"/>
                </a:lnTo>
                <a:lnTo>
                  <a:pt x="1729" y="1928"/>
                </a:lnTo>
                <a:lnTo>
                  <a:pt x="1729" y="1926"/>
                </a:lnTo>
                <a:lnTo>
                  <a:pt x="1729" y="1925"/>
                </a:lnTo>
                <a:lnTo>
                  <a:pt x="1729" y="1924"/>
                </a:lnTo>
                <a:lnTo>
                  <a:pt x="1728" y="1923"/>
                </a:lnTo>
                <a:lnTo>
                  <a:pt x="1727" y="1923"/>
                </a:lnTo>
                <a:lnTo>
                  <a:pt x="1726" y="1922"/>
                </a:lnTo>
                <a:lnTo>
                  <a:pt x="1727" y="1922"/>
                </a:lnTo>
                <a:lnTo>
                  <a:pt x="1727" y="1921"/>
                </a:lnTo>
                <a:lnTo>
                  <a:pt x="1727" y="1920"/>
                </a:lnTo>
                <a:lnTo>
                  <a:pt x="1727" y="1919"/>
                </a:lnTo>
                <a:lnTo>
                  <a:pt x="1728" y="1919"/>
                </a:lnTo>
                <a:lnTo>
                  <a:pt x="1728" y="1918"/>
                </a:lnTo>
                <a:lnTo>
                  <a:pt x="1727" y="1917"/>
                </a:lnTo>
                <a:lnTo>
                  <a:pt x="1727" y="1916"/>
                </a:lnTo>
                <a:lnTo>
                  <a:pt x="1726" y="1915"/>
                </a:lnTo>
                <a:lnTo>
                  <a:pt x="1727" y="1914"/>
                </a:lnTo>
                <a:lnTo>
                  <a:pt x="1727" y="1913"/>
                </a:lnTo>
                <a:lnTo>
                  <a:pt x="1727" y="1912"/>
                </a:lnTo>
                <a:lnTo>
                  <a:pt x="1727" y="1911"/>
                </a:lnTo>
                <a:lnTo>
                  <a:pt x="1726" y="1910"/>
                </a:lnTo>
                <a:lnTo>
                  <a:pt x="1725" y="1910"/>
                </a:lnTo>
                <a:lnTo>
                  <a:pt x="1723" y="1909"/>
                </a:lnTo>
                <a:lnTo>
                  <a:pt x="1722" y="1909"/>
                </a:lnTo>
                <a:lnTo>
                  <a:pt x="1722" y="1910"/>
                </a:lnTo>
                <a:lnTo>
                  <a:pt x="1721" y="1910"/>
                </a:lnTo>
                <a:lnTo>
                  <a:pt x="1720" y="1910"/>
                </a:lnTo>
                <a:lnTo>
                  <a:pt x="1718" y="1909"/>
                </a:lnTo>
                <a:lnTo>
                  <a:pt x="1717" y="1909"/>
                </a:lnTo>
                <a:lnTo>
                  <a:pt x="1716" y="1911"/>
                </a:lnTo>
                <a:lnTo>
                  <a:pt x="1716" y="1913"/>
                </a:lnTo>
                <a:lnTo>
                  <a:pt x="1715" y="1914"/>
                </a:lnTo>
                <a:lnTo>
                  <a:pt x="1714" y="1915"/>
                </a:lnTo>
                <a:lnTo>
                  <a:pt x="1713" y="1915"/>
                </a:lnTo>
                <a:lnTo>
                  <a:pt x="1712" y="1915"/>
                </a:lnTo>
                <a:lnTo>
                  <a:pt x="1712" y="1916"/>
                </a:lnTo>
                <a:lnTo>
                  <a:pt x="1712" y="1917"/>
                </a:lnTo>
                <a:lnTo>
                  <a:pt x="1711" y="1918"/>
                </a:lnTo>
                <a:lnTo>
                  <a:pt x="1711" y="1919"/>
                </a:lnTo>
                <a:lnTo>
                  <a:pt x="1712" y="1920"/>
                </a:lnTo>
                <a:lnTo>
                  <a:pt x="1711" y="1922"/>
                </a:lnTo>
                <a:lnTo>
                  <a:pt x="1710" y="1923"/>
                </a:lnTo>
                <a:lnTo>
                  <a:pt x="1708" y="1922"/>
                </a:lnTo>
                <a:lnTo>
                  <a:pt x="1707" y="1922"/>
                </a:lnTo>
                <a:lnTo>
                  <a:pt x="1706" y="1922"/>
                </a:lnTo>
                <a:lnTo>
                  <a:pt x="1704" y="1922"/>
                </a:lnTo>
                <a:lnTo>
                  <a:pt x="1703" y="1922"/>
                </a:lnTo>
                <a:lnTo>
                  <a:pt x="1703" y="1921"/>
                </a:lnTo>
                <a:lnTo>
                  <a:pt x="1701" y="1921"/>
                </a:lnTo>
                <a:lnTo>
                  <a:pt x="1701" y="1922"/>
                </a:lnTo>
                <a:lnTo>
                  <a:pt x="1700" y="1922"/>
                </a:lnTo>
                <a:lnTo>
                  <a:pt x="1699" y="1922"/>
                </a:lnTo>
                <a:lnTo>
                  <a:pt x="1698" y="1923"/>
                </a:lnTo>
                <a:lnTo>
                  <a:pt x="1697" y="1923"/>
                </a:lnTo>
                <a:lnTo>
                  <a:pt x="1696" y="1923"/>
                </a:lnTo>
                <a:lnTo>
                  <a:pt x="1695" y="1923"/>
                </a:lnTo>
                <a:lnTo>
                  <a:pt x="1694" y="1923"/>
                </a:lnTo>
                <a:lnTo>
                  <a:pt x="1693" y="1923"/>
                </a:lnTo>
                <a:lnTo>
                  <a:pt x="1692" y="1923"/>
                </a:lnTo>
                <a:lnTo>
                  <a:pt x="1692" y="1922"/>
                </a:lnTo>
                <a:lnTo>
                  <a:pt x="1690" y="1921"/>
                </a:lnTo>
                <a:lnTo>
                  <a:pt x="1689" y="1920"/>
                </a:lnTo>
                <a:lnTo>
                  <a:pt x="1688" y="1919"/>
                </a:lnTo>
                <a:lnTo>
                  <a:pt x="1687" y="1919"/>
                </a:lnTo>
                <a:lnTo>
                  <a:pt x="1686" y="1917"/>
                </a:lnTo>
                <a:lnTo>
                  <a:pt x="1685" y="1917"/>
                </a:lnTo>
                <a:lnTo>
                  <a:pt x="1684" y="1917"/>
                </a:lnTo>
                <a:lnTo>
                  <a:pt x="1684" y="1916"/>
                </a:lnTo>
                <a:lnTo>
                  <a:pt x="1684" y="1915"/>
                </a:lnTo>
                <a:lnTo>
                  <a:pt x="1685" y="1914"/>
                </a:lnTo>
                <a:lnTo>
                  <a:pt x="1686" y="1914"/>
                </a:lnTo>
                <a:lnTo>
                  <a:pt x="1686" y="1911"/>
                </a:lnTo>
                <a:lnTo>
                  <a:pt x="1685" y="1911"/>
                </a:lnTo>
                <a:lnTo>
                  <a:pt x="1685" y="1910"/>
                </a:lnTo>
                <a:lnTo>
                  <a:pt x="1684" y="1910"/>
                </a:lnTo>
                <a:lnTo>
                  <a:pt x="1683" y="1909"/>
                </a:lnTo>
                <a:lnTo>
                  <a:pt x="1682" y="1909"/>
                </a:lnTo>
                <a:lnTo>
                  <a:pt x="1681" y="1908"/>
                </a:lnTo>
                <a:lnTo>
                  <a:pt x="1680" y="1908"/>
                </a:lnTo>
                <a:lnTo>
                  <a:pt x="1679" y="1908"/>
                </a:lnTo>
                <a:lnTo>
                  <a:pt x="1678" y="1909"/>
                </a:lnTo>
                <a:lnTo>
                  <a:pt x="1676" y="1911"/>
                </a:lnTo>
                <a:lnTo>
                  <a:pt x="1676" y="1912"/>
                </a:lnTo>
                <a:lnTo>
                  <a:pt x="1675" y="1912"/>
                </a:lnTo>
                <a:lnTo>
                  <a:pt x="1674" y="1912"/>
                </a:lnTo>
                <a:lnTo>
                  <a:pt x="1672" y="1912"/>
                </a:lnTo>
                <a:lnTo>
                  <a:pt x="1671" y="1911"/>
                </a:lnTo>
                <a:lnTo>
                  <a:pt x="1670" y="1911"/>
                </a:lnTo>
                <a:lnTo>
                  <a:pt x="1669" y="1910"/>
                </a:lnTo>
                <a:lnTo>
                  <a:pt x="1668" y="1910"/>
                </a:lnTo>
                <a:lnTo>
                  <a:pt x="1667" y="1910"/>
                </a:lnTo>
                <a:lnTo>
                  <a:pt x="1666" y="1910"/>
                </a:lnTo>
                <a:lnTo>
                  <a:pt x="1665" y="1909"/>
                </a:lnTo>
                <a:lnTo>
                  <a:pt x="1665" y="1910"/>
                </a:lnTo>
                <a:lnTo>
                  <a:pt x="1665" y="1909"/>
                </a:lnTo>
                <a:lnTo>
                  <a:pt x="1663" y="1908"/>
                </a:lnTo>
                <a:lnTo>
                  <a:pt x="1663" y="1907"/>
                </a:lnTo>
                <a:lnTo>
                  <a:pt x="1663" y="1906"/>
                </a:lnTo>
                <a:lnTo>
                  <a:pt x="1664" y="1905"/>
                </a:lnTo>
                <a:lnTo>
                  <a:pt x="1664" y="1904"/>
                </a:lnTo>
                <a:lnTo>
                  <a:pt x="1665" y="1902"/>
                </a:lnTo>
                <a:lnTo>
                  <a:pt x="1666" y="1900"/>
                </a:lnTo>
                <a:lnTo>
                  <a:pt x="1666" y="1899"/>
                </a:lnTo>
                <a:lnTo>
                  <a:pt x="1666" y="1898"/>
                </a:lnTo>
                <a:lnTo>
                  <a:pt x="1665" y="1898"/>
                </a:lnTo>
                <a:lnTo>
                  <a:pt x="1665" y="1897"/>
                </a:lnTo>
                <a:lnTo>
                  <a:pt x="1666" y="1897"/>
                </a:lnTo>
                <a:lnTo>
                  <a:pt x="1666" y="1896"/>
                </a:lnTo>
                <a:lnTo>
                  <a:pt x="1666" y="1895"/>
                </a:lnTo>
                <a:lnTo>
                  <a:pt x="1667" y="1894"/>
                </a:lnTo>
                <a:lnTo>
                  <a:pt x="1668" y="1892"/>
                </a:lnTo>
                <a:lnTo>
                  <a:pt x="1669" y="1891"/>
                </a:lnTo>
                <a:lnTo>
                  <a:pt x="1669" y="1890"/>
                </a:lnTo>
                <a:lnTo>
                  <a:pt x="1669" y="1889"/>
                </a:lnTo>
                <a:lnTo>
                  <a:pt x="1669" y="1888"/>
                </a:lnTo>
                <a:lnTo>
                  <a:pt x="1668" y="1887"/>
                </a:lnTo>
                <a:lnTo>
                  <a:pt x="1667" y="1885"/>
                </a:lnTo>
                <a:lnTo>
                  <a:pt x="1666" y="1884"/>
                </a:lnTo>
                <a:lnTo>
                  <a:pt x="1665" y="1883"/>
                </a:lnTo>
                <a:lnTo>
                  <a:pt x="1664" y="1883"/>
                </a:lnTo>
                <a:lnTo>
                  <a:pt x="1664" y="1884"/>
                </a:lnTo>
                <a:lnTo>
                  <a:pt x="1664" y="1885"/>
                </a:lnTo>
                <a:lnTo>
                  <a:pt x="1663" y="1885"/>
                </a:lnTo>
                <a:lnTo>
                  <a:pt x="1662" y="1885"/>
                </a:lnTo>
                <a:lnTo>
                  <a:pt x="1662" y="1884"/>
                </a:lnTo>
                <a:lnTo>
                  <a:pt x="1661" y="1884"/>
                </a:lnTo>
                <a:lnTo>
                  <a:pt x="1660" y="1884"/>
                </a:lnTo>
                <a:lnTo>
                  <a:pt x="1659" y="1883"/>
                </a:lnTo>
                <a:lnTo>
                  <a:pt x="1659" y="1882"/>
                </a:lnTo>
                <a:lnTo>
                  <a:pt x="1659" y="1880"/>
                </a:lnTo>
                <a:lnTo>
                  <a:pt x="1658" y="1879"/>
                </a:lnTo>
                <a:lnTo>
                  <a:pt x="1658" y="1878"/>
                </a:lnTo>
                <a:lnTo>
                  <a:pt x="1658" y="1877"/>
                </a:lnTo>
                <a:lnTo>
                  <a:pt x="1659" y="1876"/>
                </a:lnTo>
                <a:lnTo>
                  <a:pt x="1659" y="1875"/>
                </a:lnTo>
                <a:lnTo>
                  <a:pt x="1660" y="1875"/>
                </a:lnTo>
                <a:lnTo>
                  <a:pt x="1661" y="1875"/>
                </a:lnTo>
                <a:lnTo>
                  <a:pt x="1662" y="1874"/>
                </a:lnTo>
                <a:lnTo>
                  <a:pt x="1662" y="1873"/>
                </a:lnTo>
                <a:lnTo>
                  <a:pt x="1662" y="1872"/>
                </a:lnTo>
                <a:lnTo>
                  <a:pt x="1663" y="1871"/>
                </a:lnTo>
                <a:lnTo>
                  <a:pt x="1664" y="1871"/>
                </a:lnTo>
                <a:lnTo>
                  <a:pt x="1664" y="1870"/>
                </a:lnTo>
                <a:lnTo>
                  <a:pt x="1665" y="1868"/>
                </a:lnTo>
                <a:lnTo>
                  <a:pt x="1665" y="1867"/>
                </a:lnTo>
                <a:lnTo>
                  <a:pt x="1664" y="1866"/>
                </a:lnTo>
                <a:lnTo>
                  <a:pt x="1664" y="1865"/>
                </a:lnTo>
                <a:lnTo>
                  <a:pt x="1664" y="1864"/>
                </a:lnTo>
                <a:lnTo>
                  <a:pt x="1663" y="1862"/>
                </a:lnTo>
                <a:lnTo>
                  <a:pt x="1662" y="1861"/>
                </a:lnTo>
                <a:lnTo>
                  <a:pt x="1661" y="1861"/>
                </a:lnTo>
                <a:lnTo>
                  <a:pt x="1660" y="1862"/>
                </a:lnTo>
                <a:lnTo>
                  <a:pt x="1659" y="1862"/>
                </a:lnTo>
                <a:lnTo>
                  <a:pt x="1658" y="1862"/>
                </a:lnTo>
                <a:lnTo>
                  <a:pt x="1659" y="1861"/>
                </a:lnTo>
                <a:lnTo>
                  <a:pt x="1659" y="1860"/>
                </a:lnTo>
                <a:lnTo>
                  <a:pt x="1660" y="1858"/>
                </a:lnTo>
                <a:lnTo>
                  <a:pt x="1660" y="1857"/>
                </a:lnTo>
                <a:lnTo>
                  <a:pt x="1660" y="1856"/>
                </a:lnTo>
                <a:lnTo>
                  <a:pt x="1660" y="1855"/>
                </a:lnTo>
                <a:lnTo>
                  <a:pt x="1661" y="1855"/>
                </a:lnTo>
                <a:lnTo>
                  <a:pt x="1661" y="1856"/>
                </a:lnTo>
                <a:lnTo>
                  <a:pt x="1662" y="1856"/>
                </a:lnTo>
                <a:lnTo>
                  <a:pt x="1663" y="1857"/>
                </a:lnTo>
                <a:lnTo>
                  <a:pt x="1664" y="1856"/>
                </a:lnTo>
                <a:lnTo>
                  <a:pt x="1665" y="1855"/>
                </a:lnTo>
                <a:lnTo>
                  <a:pt x="1666" y="1855"/>
                </a:lnTo>
                <a:lnTo>
                  <a:pt x="1666" y="1856"/>
                </a:lnTo>
                <a:lnTo>
                  <a:pt x="1667" y="1856"/>
                </a:lnTo>
                <a:lnTo>
                  <a:pt x="1668" y="1855"/>
                </a:lnTo>
                <a:lnTo>
                  <a:pt x="1668" y="1854"/>
                </a:lnTo>
                <a:lnTo>
                  <a:pt x="1667" y="1854"/>
                </a:lnTo>
                <a:lnTo>
                  <a:pt x="1667" y="1853"/>
                </a:lnTo>
                <a:lnTo>
                  <a:pt x="1668" y="1853"/>
                </a:lnTo>
                <a:lnTo>
                  <a:pt x="1669" y="1853"/>
                </a:lnTo>
                <a:lnTo>
                  <a:pt x="1668" y="1852"/>
                </a:lnTo>
                <a:lnTo>
                  <a:pt x="1667" y="1851"/>
                </a:lnTo>
                <a:lnTo>
                  <a:pt x="1666" y="1851"/>
                </a:lnTo>
                <a:lnTo>
                  <a:pt x="1665" y="1849"/>
                </a:lnTo>
                <a:lnTo>
                  <a:pt x="1664" y="1848"/>
                </a:lnTo>
                <a:lnTo>
                  <a:pt x="1662" y="1848"/>
                </a:lnTo>
                <a:lnTo>
                  <a:pt x="1661" y="1848"/>
                </a:lnTo>
                <a:lnTo>
                  <a:pt x="1661" y="1847"/>
                </a:lnTo>
                <a:lnTo>
                  <a:pt x="1660" y="1847"/>
                </a:lnTo>
                <a:lnTo>
                  <a:pt x="1660" y="1846"/>
                </a:lnTo>
                <a:lnTo>
                  <a:pt x="1659" y="1846"/>
                </a:lnTo>
                <a:lnTo>
                  <a:pt x="1659" y="1845"/>
                </a:lnTo>
                <a:lnTo>
                  <a:pt x="1659" y="1844"/>
                </a:lnTo>
                <a:lnTo>
                  <a:pt x="1660" y="1843"/>
                </a:lnTo>
                <a:lnTo>
                  <a:pt x="1661" y="1842"/>
                </a:lnTo>
                <a:lnTo>
                  <a:pt x="1660" y="1841"/>
                </a:lnTo>
                <a:lnTo>
                  <a:pt x="1660" y="1840"/>
                </a:lnTo>
                <a:lnTo>
                  <a:pt x="1660" y="1838"/>
                </a:lnTo>
                <a:lnTo>
                  <a:pt x="1660" y="1837"/>
                </a:lnTo>
                <a:lnTo>
                  <a:pt x="1660" y="1836"/>
                </a:lnTo>
                <a:lnTo>
                  <a:pt x="1660" y="1835"/>
                </a:lnTo>
                <a:lnTo>
                  <a:pt x="1659" y="1834"/>
                </a:lnTo>
                <a:lnTo>
                  <a:pt x="1659" y="1833"/>
                </a:lnTo>
                <a:lnTo>
                  <a:pt x="1658" y="1833"/>
                </a:lnTo>
                <a:lnTo>
                  <a:pt x="1656" y="1832"/>
                </a:lnTo>
                <a:lnTo>
                  <a:pt x="1655" y="1832"/>
                </a:lnTo>
                <a:lnTo>
                  <a:pt x="1655" y="1831"/>
                </a:lnTo>
                <a:lnTo>
                  <a:pt x="1653" y="1831"/>
                </a:lnTo>
                <a:lnTo>
                  <a:pt x="1651" y="1830"/>
                </a:lnTo>
                <a:lnTo>
                  <a:pt x="1650" y="1829"/>
                </a:lnTo>
                <a:lnTo>
                  <a:pt x="1649" y="1829"/>
                </a:lnTo>
                <a:lnTo>
                  <a:pt x="1648" y="1829"/>
                </a:lnTo>
                <a:lnTo>
                  <a:pt x="1648" y="1828"/>
                </a:lnTo>
                <a:lnTo>
                  <a:pt x="1648" y="1829"/>
                </a:lnTo>
                <a:lnTo>
                  <a:pt x="1646" y="1830"/>
                </a:lnTo>
                <a:lnTo>
                  <a:pt x="1645" y="1830"/>
                </a:lnTo>
                <a:lnTo>
                  <a:pt x="1644" y="1830"/>
                </a:lnTo>
                <a:lnTo>
                  <a:pt x="1643" y="1830"/>
                </a:lnTo>
                <a:lnTo>
                  <a:pt x="1642" y="1830"/>
                </a:lnTo>
                <a:lnTo>
                  <a:pt x="1641" y="1830"/>
                </a:lnTo>
                <a:lnTo>
                  <a:pt x="1640" y="1830"/>
                </a:lnTo>
                <a:lnTo>
                  <a:pt x="1639" y="1830"/>
                </a:lnTo>
                <a:lnTo>
                  <a:pt x="1638" y="1829"/>
                </a:lnTo>
                <a:lnTo>
                  <a:pt x="1637" y="1829"/>
                </a:lnTo>
                <a:lnTo>
                  <a:pt x="1636" y="1828"/>
                </a:lnTo>
                <a:lnTo>
                  <a:pt x="1635" y="1828"/>
                </a:lnTo>
                <a:lnTo>
                  <a:pt x="1635" y="1827"/>
                </a:lnTo>
                <a:lnTo>
                  <a:pt x="1635" y="1826"/>
                </a:lnTo>
                <a:lnTo>
                  <a:pt x="1635" y="1824"/>
                </a:lnTo>
                <a:lnTo>
                  <a:pt x="1635" y="1822"/>
                </a:lnTo>
                <a:lnTo>
                  <a:pt x="1635" y="1820"/>
                </a:lnTo>
                <a:lnTo>
                  <a:pt x="1635" y="1819"/>
                </a:lnTo>
                <a:lnTo>
                  <a:pt x="1635" y="1818"/>
                </a:lnTo>
                <a:lnTo>
                  <a:pt x="1635" y="1817"/>
                </a:lnTo>
                <a:lnTo>
                  <a:pt x="1635" y="1816"/>
                </a:lnTo>
                <a:lnTo>
                  <a:pt x="1634" y="1816"/>
                </a:lnTo>
                <a:lnTo>
                  <a:pt x="1633" y="1815"/>
                </a:lnTo>
                <a:lnTo>
                  <a:pt x="1633" y="1814"/>
                </a:lnTo>
                <a:lnTo>
                  <a:pt x="1633" y="1813"/>
                </a:lnTo>
                <a:lnTo>
                  <a:pt x="1633" y="1811"/>
                </a:lnTo>
                <a:lnTo>
                  <a:pt x="1633" y="1810"/>
                </a:lnTo>
                <a:lnTo>
                  <a:pt x="1632" y="1810"/>
                </a:lnTo>
                <a:lnTo>
                  <a:pt x="1632" y="1809"/>
                </a:lnTo>
                <a:lnTo>
                  <a:pt x="1632" y="1808"/>
                </a:lnTo>
                <a:lnTo>
                  <a:pt x="1633" y="1808"/>
                </a:lnTo>
                <a:lnTo>
                  <a:pt x="1633" y="1807"/>
                </a:lnTo>
                <a:lnTo>
                  <a:pt x="1631" y="1807"/>
                </a:lnTo>
                <a:lnTo>
                  <a:pt x="1630" y="1806"/>
                </a:lnTo>
                <a:lnTo>
                  <a:pt x="1629" y="1806"/>
                </a:lnTo>
                <a:lnTo>
                  <a:pt x="1627" y="1805"/>
                </a:lnTo>
                <a:lnTo>
                  <a:pt x="1627" y="1804"/>
                </a:lnTo>
                <a:lnTo>
                  <a:pt x="1626" y="1804"/>
                </a:lnTo>
                <a:lnTo>
                  <a:pt x="1626" y="1803"/>
                </a:lnTo>
                <a:lnTo>
                  <a:pt x="1625" y="1803"/>
                </a:lnTo>
                <a:lnTo>
                  <a:pt x="1620" y="1803"/>
                </a:lnTo>
                <a:lnTo>
                  <a:pt x="1619" y="1804"/>
                </a:lnTo>
                <a:lnTo>
                  <a:pt x="1617" y="1805"/>
                </a:lnTo>
                <a:lnTo>
                  <a:pt x="1616" y="1806"/>
                </a:lnTo>
                <a:lnTo>
                  <a:pt x="1617" y="1806"/>
                </a:lnTo>
                <a:lnTo>
                  <a:pt x="1617" y="1807"/>
                </a:lnTo>
                <a:lnTo>
                  <a:pt x="1617" y="1809"/>
                </a:lnTo>
                <a:lnTo>
                  <a:pt x="1617" y="1810"/>
                </a:lnTo>
                <a:lnTo>
                  <a:pt x="1616" y="1810"/>
                </a:lnTo>
                <a:lnTo>
                  <a:pt x="1616" y="1811"/>
                </a:lnTo>
                <a:lnTo>
                  <a:pt x="1616" y="1812"/>
                </a:lnTo>
                <a:lnTo>
                  <a:pt x="1613" y="1812"/>
                </a:lnTo>
                <a:lnTo>
                  <a:pt x="1612" y="1811"/>
                </a:lnTo>
                <a:lnTo>
                  <a:pt x="1611" y="1811"/>
                </a:lnTo>
                <a:lnTo>
                  <a:pt x="1610" y="1811"/>
                </a:lnTo>
                <a:lnTo>
                  <a:pt x="1609" y="1811"/>
                </a:lnTo>
                <a:lnTo>
                  <a:pt x="1606" y="1811"/>
                </a:lnTo>
                <a:lnTo>
                  <a:pt x="1606" y="1812"/>
                </a:lnTo>
                <a:lnTo>
                  <a:pt x="1605" y="1812"/>
                </a:lnTo>
                <a:lnTo>
                  <a:pt x="1605" y="1814"/>
                </a:lnTo>
                <a:lnTo>
                  <a:pt x="1604" y="1814"/>
                </a:lnTo>
                <a:lnTo>
                  <a:pt x="1603" y="1815"/>
                </a:lnTo>
                <a:lnTo>
                  <a:pt x="1603" y="1816"/>
                </a:lnTo>
                <a:lnTo>
                  <a:pt x="1604" y="1816"/>
                </a:lnTo>
                <a:lnTo>
                  <a:pt x="1604" y="1817"/>
                </a:lnTo>
                <a:lnTo>
                  <a:pt x="1603" y="1818"/>
                </a:lnTo>
                <a:lnTo>
                  <a:pt x="1602" y="1819"/>
                </a:lnTo>
                <a:lnTo>
                  <a:pt x="1599" y="1818"/>
                </a:lnTo>
                <a:lnTo>
                  <a:pt x="1598" y="1818"/>
                </a:lnTo>
                <a:lnTo>
                  <a:pt x="1597" y="1819"/>
                </a:lnTo>
                <a:lnTo>
                  <a:pt x="1596" y="1819"/>
                </a:lnTo>
                <a:lnTo>
                  <a:pt x="1595" y="1819"/>
                </a:lnTo>
                <a:lnTo>
                  <a:pt x="1595" y="1818"/>
                </a:lnTo>
                <a:lnTo>
                  <a:pt x="1594" y="1819"/>
                </a:lnTo>
                <a:lnTo>
                  <a:pt x="1594" y="1820"/>
                </a:lnTo>
                <a:lnTo>
                  <a:pt x="1594" y="1821"/>
                </a:lnTo>
                <a:lnTo>
                  <a:pt x="1593" y="1821"/>
                </a:lnTo>
                <a:lnTo>
                  <a:pt x="1592" y="1821"/>
                </a:lnTo>
                <a:lnTo>
                  <a:pt x="1592" y="1822"/>
                </a:lnTo>
                <a:lnTo>
                  <a:pt x="1592" y="1823"/>
                </a:lnTo>
                <a:lnTo>
                  <a:pt x="1591" y="1823"/>
                </a:lnTo>
                <a:lnTo>
                  <a:pt x="1589" y="1824"/>
                </a:lnTo>
                <a:lnTo>
                  <a:pt x="1589" y="1825"/>
                </a:lnTo>
                <a:lnTo>
                  <a:pt x="1589" y="1826"/>
                </a:lnTo>
                <a:lnTo>
                  <a:pt x="1588" y="1826"/>
                </a:lnTo>
                <a:lnTo>
                  <a:pt x="1587" y="1827"/>
                </a:lnTo>
                <a:lnTo>
                  <a:pt x="1585" y="1828"/>
                </a:lnTo>
                <a:lnTo>
                  <a:pt x="1584" y="1827"/>
                </a:lnTo>
                <a:lnTo>
                  <a:pt x="1583" y="1828"/>
                </a:lnTo>
                <a:lnTo>
                  <a:pt x="1583" y="1829"/>
                </a:lnTo>
                <a:lnTo>
                  <a:pt x="1582" y="1829"/>
                </a:lnTo>
                <a:lnTo>
                  <a:pt x="1582" y="1830"/>
                </a:lnTo>
                <a:lnTo>
                  <a:pt x="1581" y="1830"/>
                </a:lnTo>
                <a:lnTo>
                  <a:pt x="1580" y="1830"/>
                </a:lnTo>
                <a:lnTo>
                  <a:pt x="1580" y="1831"/>
                </a:lnTo>
                <a:lnTo>
                  <a:pt x="1581" y="1831"/>
                </a:lnTo>
                <a:lnTo>
                  <a:pt x="1581" y="1832"/>
                </a:lnTo>
                <a:lnTo>
                  <a:pt x="1581" y="1833"/>
                </a:lnTo>
                <a:lnTo>
                  <a:pt x="1580" y="1833"/>
                </a:lnTo>
                <a:lnTo>
                  <a:pt x="1579" y="1832"/>
                </a:lnTo>
                <a:lnTo>
                  <a:pt x="1578" y="1832"/>
                </a:lnTo>
                <a:lnTo>
                  <a:pt x="1578" y="1833"/>
                </a:lnTo>
                <a:lnTo>
                  <a:pt x="1577" y="1834"/>
                </a:lnTo>
                <a:lnTo>
                  <a:pt x="1576" y="1834"/>
                </a:lnTo>
                <a:lnTo>
                  <a:pt x="1576" y="1833"/>
                </a:lnTo>
                <a:lnTo>
                  <a:pt x="1575" y="1833"/>
                </a:lnTo>
                <a:lnTo>
                  <a:pt x="1575" y="1835"/>
                </a:lnTo>
                <a:lnTo>
                  <a:pt x="1575" y="1836"/>
                </a:lnTo>
                <a:lnTo>
                  <a:pt x="1574" y="1836"/>
                </a:lnTo>
                <a:lnTo>
                  <a:pt x="1574" y="1835"/>
                </a:lnTo>
                <a:lnTo>
                  <a:pt x="1573" y="1835"/>
                </a:lnTo>
                <a:lnTo>
                  <a:pt x="1572" y="1836"/>
                </a:lnTo>
                <a:lnTo>
                  <a:pt x="1573" y="1837"/>
                </a:lnTo>
                <a:lnTo>
                  <a:pt x="1573" y="1838"/>
                </a:lnTo>
                <a:lnTo>
                  <a:pt x="1574" y="1839"/>
                </a:lnTo>
                <a:lnTo>
                  <a:pt x="1575" y="1839"/>
                </a:lnTo>
                <a:lnTo>
                  <a:pt x="1576" y="1839"/>
                </a:lnTo>
                <a:lnTo>
                  <a:pt x="1577" y="1840"/>
                </a:lnTo>
                <a:lnTo>
                  <a:pt x="1578" y="1841"/>
                </a:lnTo>
                <a:lnTo>
                  <a:pt x="1579" y="1842"/>
                </a:lnTo>
                <a:lnTo>
                  <a:pt x="1578" y="1843"/>
                </a:lnTo>
                <a:lnTo>
                  <a:pt x="1579" y="1843"/>
                </a:lnTo>
                <a:lnTo>
                  <a:pt x="1579" y="1844"/>
                </a:lnTo>
                <a:lnTo>
                  <a:pt x="1578" y="1844"/>
                </a:lnTo>
                <a:lnTo>
                  <a:pt x="1579" y="1844"/>
                </a:lnTo>
                <a:lnTo>
                  <a:pt x="1580" y="1844"/>
                </a:lnTo>
                <a:lnTo>
                  <a:pt x="1580" y="1843"/>
                </a:lnTo>
                <a:lnTo>
                  <a:pt x="1581" y="1843"/>
                </a:lnTo>
                <a:lnTo>
                  <a:pt x="1582" y="1843"/>
                </a:lnTo>
                <a:lnTo>
                  <a:pt x="1583" y="1844"/>
                </a:lnTo>
                <a:lnTo>
                  <a:pt x="1583" y="1845"/>
                </a:lnTo>
                <a:lnTo>
                  <a:pt x="1582" y="1845"/>
                </a:lnTo>
                <a:lnTo>
                  <a:pt x="1583" y="1846"/>
                </a:lnTo>
                <a:lnTo>
                  <a:pt x="1583" y="1847"/>
                </a:lnTo>
                <a:lnTo>
                  <a:pt x="1583" y="1848"/>
                </a:lnTo>
                <a:lnTo>
                  <a:pt x="1582" y="1848"/>
                </a:lnTo>
                <a:lnTo>
                  <a:pt x="1582" y="1849"/>
                </a:lnTo>
                <a:lnTo>
                  <a:pt x="1582" y="1850"/>
                </a:lnTo>
                <a:lnTo>
                  <a:pt x="1582" y="1851"/>
                </a:lnTo>
                <a:lnTo>
                  <a:pt x="1582" y="1852"/>
                </a:lnTo>
                <a:lnTo>
                  <a:pt x="1581" y="1852"/>
                </a:lnTo>
                <a:lnTo>
                  <a:pt x="1581" y="1851"/>
                </a:lnTo>
                <a:lnTo>
                  <a:pt x="1580" y="1851"/>
                </a:lnTo>
                <a:lnTo>
                  <a:pt x="1580" y="1850"/>
                </a:lnTo>
                <a:lnTo>
                  <a:pt x="1580" y="1849"/>
                </a:lnTo>
                <a:lnTo>
                  <a:pt x="1579" y="1849"/>
                </a:lnTo>
                <a:lnTo>
                  <a:pt x="1578" y="1849"/>
                </a:lnTo>
                <a:lnTo>
                  <a:pt x="1577" y="1849"/>
                </a:lnTo>
                <a:lnTo>
                  <a:pt x="1576" y="1848"/>
                </a:lnTo>
                <a:lnTo>
                  <a:pt x="1575" y="1847"/>
                </a:lnTo>
                <a:lnTo>
                  <a:pt x="1574" y="1846"/>
                </a:lnTo>
                <a:lnTo>
                  <a:pt x="1573" y="1846"/>
                </a:lnTo>
                <a:lnTo>
                  <a:pt x="1572" y="1846"/>
                </a:lnTo>
                <a:lnTo>
                  <a:pt x="1571" y="1846"/>
                </a:lnTo>
                <a:lnTo>
                  <a:pt x="1570" y="1846"/>
                </a:lnTo>
                <a:lnTo>
                  <a:pt x="1569" y="1846"/>
                </a:lnTo>
                <a:lnTo>
                  <a:pt x="1567" y="1846"/>
                </a:lnTo>
                <a:lnTo>
                  <a:pt x="1567" y="1847"/>
                </a:lnTo>
                <a:lnTo>
                  <a:pt x="1567" y="1848"/>
                </a:lnTo>
                <a:lnTo>
                  <a:pt x="1567" y="1849"/>
                </a:lnTo>
                <a:lnTo>
                  <a:pt x="1566" y="1849"/>
                </a:lnTo>
                <a:lnTo>
                  <a:pt x="1565" y="1849"/>
                </a:lnTo>
                <a:lnTo>
                  <a:pt x="1564" y="1849"/>
                </a:lnTo>
                <a:lnTo>
                  <a:pt x="1563" y="1849"/>
                </a:lnTo>
                <a:lnTo>
                  <a:pt x="1562" y="1849"/>
                </a:lnTo>
                <a:lnTo>
                  <a:pt x="1561" y="1849"/>
                </a:lnTo>
                <a:lnTo>
                  <a:pt x="1560" y="1849"/>
                </a:lnTo>
                <a:lnTo>
                  <a:pt x="1558" y="1849"/>
                </a:lnTo>
                <a:lnTo>
                  <a:pt x="1557" y="1850"/>
                </a:lnTo>
                <a:lnTo>
                  <a:pt x="1556" y="1851"/>
                </a:lnTo>
                <a:lnTo>
                  <a:pt x="1555" y="1851"/>
                </a:lnTo>
                <a:lnTo>
                  <a:pt x="1554" y="1851"/>
                </a:lnTo>
                <a:lnTo>
                  <a:pt x="1553" y="1851"/>
                </a:lnTo>
                <a:lnTo>
                  <a:pt x="1551" y="1851"/>
                </a:lnTo>
                <a:lnTo>
                  <a:pt x="1550" y="1851"/>
                </a:lnTo>
                <a:lnTo>
                  <a:pt x="1550" y="1852"/>
                </a:lnTo>
                <a:lnTo>
                  <a:pt x="1549" y="1851"/>
                </a:lnTo>
                <a:lnTo>
                  <a:pt x="1549" y="1850"/>
                </a:lnTo>
                <a:lnTo>
                  <a:pt x="1548" y="1849"/>
                </a:lnTo>
                <a:lnTo>
                  <a:pt x="1546" y="1849"/>
                </a:lnTo>
                <a:lnTo>
                  <a:pt x="1545" y="1849"/>
                </a:lnTo>
                <a:lnTo>
                  <a:pt x="1545" y="1850"/>
                </a:lnTo>
                <a:lnTo>
                  <a:pt x="1544" y="1851"/>
                </a:lnTo>
                <a:lnTo>
                  <a:pt x="1543" y="1851"/>
                </a:lnTo>
                <a:lnTo>
                  <a:pt x="1543" y="1853"/>
                </a:lnTo>
                <a:lnTo>
                  <a:pt x="1543" y="1854"/>
                </a:lnTo>
                <a:lnTo>
                  <a:pt x="1543" y="1855"/>
                </a:lnTo>
                <a:lnTo>
                  <a:pt x="1542" y="1857"/>
                </a:lnTo>
                <a:lnTo>
                  <a:pt x="1542" y="1858"/>
                </a:lnTo>
                <a:lnTo>
                  <a:pt x="1541" y="1858"/>
                </a:lnTo>
                <a:lnTo>
                  <a:pt x="1541" y="1859"/>
                </a:lnTo>
                <a:lnTo>
                  <a:pt x="1540" y="1860"/>
                </a:lnTo>
                <a:lnTo>
                  <a:pt x="1538" y="1863"/>
                </a:lnTo>
                <a:lnTo>
                  <a:pt x="1538" y="1865"/>
                </a:lnTo>
                <a:lnTo>
                  <a:pt x="1538" y="1866"/>
                </a:lnTo>
                <a:lnTo>
                  <a:pt x="1537" y="1871"/>
                </a:lnTo>
                <a:lnTo>
                  <a:pt x="1537" y="1872"/>
                </a:lnTo>
                <a:lnTo>
                  <a:pt x="1537" y="1873"/>
                </a:lnTo>
                <a:lnTo>
                  <a:pt x="1537" y="1872"/>
                </a:lnTo>
                <a:lnTo>
                  <a:pt x="1536" y="1872"/>
                </a:lnTo>
                <a:lnTo>
                  <a:pt x="1535" y="1872"/>
                </a:lnTo>
                <a:lnTo>
                  <a:pt x="1534" y="1872"/>
                </a:lnTo>
                <a:lnTo>
                  <a:pt x="1534" y="1873"/>
                </a:lnTo>
                <a:lnTo>
                  <a:pt x="1533" y="1873"/>
                </a:lnTo>
                <a:lnTo>
                  <a:pt x="1532" y="1873"/>
                </a:lnTo>
                <a:lnTo>
                  <a:pt x="1532" y="1872"/>
                </a:lnTo>
                <a:lnTo>
                  <a:pt x="1531" y="1871"/>
                </a:lnTo>
                <a:lnTo>
                  <a:pt x="1531" y="1870"/>
                </a:lnTo>
                <a:lnTo>
                  <a:pt x="1530" y="1871"/>
                </a:lnTo>
                <a:lnTo>
                  <a:pt x="1530" y="1872"/>
                </a:lnTo>
                <a:lnTo>
                  <a:pt x="1529" y="1873"/>
                </a:lnTo>
                <a:lnTo>
                  <a:pt x="1529" y="1872"/>
                </a:lnTo>
                <a:lnTo>
                  <a:pt x="1528" y="1871"/>
                </a:lnTo>
                <a:lnTo>
                  <a:pt x="1527" y="1870"/>
                </a:lnTo>
                <a:lnTo>
                  <a:pt x="1527" y="1869"/>
                </a:lnTo>
                <a:lnTo>
                  <a:pt x="1526" y="1869"/>
                </a:lnTo>
                <a:lnTo>
                  <a:pt x="1526" y="1870"/>
                </a:lnTo>
                <a:lnTo>
                  <a:pt x="1525" y="1871"/>
                </a:lnTo>
                <a:lnTo>
                  <a:pt x="1524" y="1873"/>
                </a:lnTo>
                <a:lnTo>
                  <a:pt x="1523" y="1872"/>
                </a:lnTo>
                <a:lnTo>
                  <a:pt x="1524" y="1869"/>
                </a:lnTo>
                <a:lnTo>
                  <a:pt x="1525" y="1869"/>
                </a:lnTo>
                <a:lnTo>
                  <a:pt x="1525" y="1868"/>
                </a:lnTo>
                <a:lnTo>
                  <a:pt x="1525" y="1867"/>
                </a:lnTo>
                <a:lnTo>
                  <a:pt x="1524" y="1867"/>
                </a:lnTo>
                <a:lnTo>
                  <a:pt x="1523" y="1867"/>
                </a:lnTo>
                <a:lnTo>
                  <a:pt x="1522" y="1868"/>
                </a:lnTo>
                <a:lnTo>
                  <a:pt x="1522" y="1869"/>
                </a:lnTo>
                <a:lnTo>
                  <a:pt x="1520" y="1870"/>
                </a:lnTo>
                <a:lnTo>
                  <a:pt x="1520" y="1871"/>
                </a:lnTo>
                <a:lnTo>
                  <a:pt x="1520" y="1870"/>
                </a:lnTo>
                <a:lnTo>
                  <a:pt x="1519" y="1870"/>
                </a:lnTo>
                <a:lnTo>
                  <a:pt x="1519" y="1869"/>
                </a:lnTo>
                <a:lnTo>
                  <a:pt x="1518" y="1868"/>
                </a:lnTo>
                <a:lnTo>
                  <a:pt x="1517" y="1868"/>
                </a:lnTo>
                <a:lnTo>
                  <a:pt x="1516" y="1868"/>
                </a:lnTo>
                <a:lnTo>
                  <a:pt x="1516" y="1869"/>
                </a:lnTo>
                <a:lnTo>
                  <a:pt x="1515" y="1870"/>
                </a:lnTo>
                <a:lnTo>
                  <a:pt x="1515" y="1871"/>
                </a:lnTo>
                <a:lnTo>
                  <a:pt x="1515" y="1872"/>
                </a:lnTo>
                <a:lnTo>
                  <a:pt x="1515" y="1873"/>
                </a:lnTo>
                <a:lnTo>
                  <a:pt x="1514" y="1873"/>
                </a:lnTo>
                <a:lnTo>
                  <a:pt x="1514" y="1872"/>
                </a:lnTo>
                <a:lnTo>
                  <a:pt x="1513" y="1872"/>
                </a:lnTo>
                <a:lnTo>
                  <a:pt x="1513" y="1871"/>
                </a:lnTo>
                <a:lnTo>
                  <a:pt x="1514" y="1871"/>
                </a:lnTo>
                <a:lnTo>
                  <a:pt x="1514" y="1870"/>
                </a:lnTo>
                <a:lnTo>
                  <a:pt x="1514" y="1869"/>
                </a:lnTo>
                <a:lnTo>
                  <a:pt x="1513" y="1868"/>
                </a:lnTo>
                <a:lnTo>
                  <a:pt x="1512" y="1869"/>
                </a:lnTo>
                <a:lnTo>
                  <a:pt x="1512" y="1870"/>
                </a:lnTo>
                <a:lnTo>
                  <a:pt x="1512" y="1871"/>
                </a:lnTo>
                <a:lnTo>
                  <a:pt x="1512" y="1872"/>
                </a:lnTo>
                <a:lnTo>
                  <a:pt x="1511" y="1872"/>
                </a:lnTo>
                <a:lnTo>
                  <a:pt x="1510" y="1872"/>
                </a:lnTo>
                <a:lnTo>
                  <a:pt x="1511" y="1873"/>
                </a:lnTo>
                <a:lnTo>
                  <a:pt x="1512" y="1873"/>
                </a:lnTo>
                <a:lnTo>
                  <a:pt x="1511" y="1873"/>
                </a:lnTo>
                <a:lnTo>
                  <a:pt x="1510" y="1873"/>
                </a:lnTo>
                <a:lnTo>
                  <a:pt x="1509" y="1873"/>
                </a:lnTo>
                <a:lnTo>
                  <a:pt x="1508" y="1873"/>
                </a:lnTo>
                <a:lnTo>
                  <a:pt x="1508" y="1874"/>
                </a:lnTo>
                <a:lnTo>
                  <a:pt x="1507" y="1874"/>
                </a:lnTo>
                <a:lnTo>
                  <a:pt x="1506" y="1873"/>
                </a:lnTo>
                <a:lnTo>
                  <a:pt x="1507" y="1873"/>
                </a:lnTo>
                <a:lnTo>
                  <a:pt x="1507" y="1872"/>
                </a:lnTo>
                <a:lnTo>
                  <a:pt x="1506" y="1872"/>
                </a:lnTo>
                <a:lnTo>
                  <a:pt x="1505" y="1872"/>
                </a:lnTo>
                <a:lnTo>
                  <a:pt x="1505" y="1871"/>
                </a:lnTo>
                <a:lnTo>
                  <a:pt x="1504" y="1871"/>
                </a:lnTo>
                <a:lnTo>
                  <a:pt x="1504" y="1870"/>
                </a:lnTo>
                <a:lnTo>
                  <a:pt x="1505" y="1870"/>
                </a:lnTo>
                <a:lnTo>
                  <a:pt x="1504" y="1870"/>
                </a:lnTo>
                <a:lnTo>
                  <a:pt x="1502" y="1870"/>
                </a:lnTo>
                <a:lnTo>
                  <a:pt x="1502" y="1871"/>
                </a:lnTo>
                <a:lnTo>
                  <a:pt x="1502" y="1872"/>
                </a:lnTo>
                <a:lnTo>
                  <a:pt x="1501" y="1872"/>
                </a:lnTo>
                <a:lnTo>
                  <a:pt x="1501" y="1871"/>
                </a:lnTo>
                <a:lnTo>
                  <a:pt x="1502" y="1871"/>
                </a:lnTo>
                <a:lnTo>
                  <a:pt x="1502" y="1870"/>
                </a:lnTo>
                <a:lnTo>
                  <a:pt x="1502" y="1869"/>
                </a:lnTo>
                <a:lnTo>
                  <a:pt x="1501" y="1869"/>
                </a:lnTo>
                <a:lnTo>
                  <a:pt x="1500" y="1869"/>
                </a:lnTo>
                <a:lnTo>
                  <a:pt x="1499" y="1869"/>
                </a:lnTo>
                <a:lnTo>
                  <a:pt x="1496" y="1870"/>
                </a:lnTo>
                <a:lnTo>
                  <a:pt x="1495" y="1871"/>
                </a:lnTo>
                <a:lnTo>
                  <a:pt x="1494" y="1872"/>
                </a:lnTo>
                <a:lnTo>
                  <a:pt x="1494" y="1873"/>
                </a:lnTo>
                <a:lnTo>
                  <a:pt x="1495" y="1873"/>
                </a:lnTo>
                <a:lnTo>
                  <a:pt x="1496" y="1873"/>
                </a:lnTo>
                <a:lnTo>
                  <a:pt x="1497" y="1874"/>
                </a:lnTo>
                <a:lnTo>
                  <a:pt x="1498" y="1875"/>
                </a:lnTo>
                <a:lnTo>
                  <a:pt x="1499" y="1876"/>
                </a:lnTo>
                <a:lnTo>
                  <a:pt x="1499" y="1877"/>
                </a:lnTo>
                <a:lnTo>
                  <a:pt x="1500" y="1878"/>
                </a:lnTo>
                <a:lnTo>
                  <a:pt x="1501" y="1879"/>
                </a:lnTo>
                <a:lnTo>
                  <a:pt x="1502" y="1879"/>
                </a:lnTo>
                <a:lnTo>
                  <a:pt x="1503" y="1880"/>
                </a:lnTo>
                <a:lnTo>
                  <a:pt x="1504" y="1881"/>
                </a:lnTo>
                <a:lnTo>
                  <a:pt x="1504" y="1882"/>
                </a:lnTo>
                <a:lnTo>
                  <a:pt x="1505" y="1884"/>
                </a:lnTo>
                <a:lnTo>
                  <a:pt x="1506" y="1886"/>
                </a:lnTo>
                <a:lnTo>
                  <a:pt x="1507" y="1888"/>
                </a:lnTo>
                <a:lnTo>
                  <a:pt x="1509" y="1890"/>
                </a:lnTo>
                <a:lnTo>
                  <a:pt x="1510" y="1891"/>
                </a:lnTo>
                <a:lnTo>
                  <a:pt x="1510" y="1892"/>
                </a:lnTo>
                <a:lnTo>
                  <a:pt x="1510" y="1893"/>
                </a:lnTo>
                <a:lnTo>
                  <a:pt x="1511" y="1894"/>
                </a:lnTo>
                <a:lnTo>
                  <a:pt x="1512" y="1894"/>
                </a:lnTo>
                <a:lnTo>
                  <a:pt x="1513" y="1894"/>
                </a:lnTo>
                <a:lnTo>
                  <a:pt x="1513" y="1895"/>
                </a:lnTo>
                <a:lnTo>
                  <a:pt x="1513" y="1896"/>
                </a:lnTo>
                <a:lnTo>
                  <a:pt x="1514" y="1896"/>
                </a:lnTo>
                <a:lnTo>
                  <a:pt x="1514" y="1897"/>
                </a:lnTo>
                <a:lnTo>
                  <a:pt x="1515" y="1898"/>
                </a:lnTo>
                <a:lnTo>
                  <a:pt x="1515" y="1899"/>
                </a:lnTo>
                <a:lnTo>
                  <a:pt x="1515" y="1900"/>
                </a:lnTo>
                <a:lnTo>
                  <a:pt x="1515" y="1901"/>
                </a:lnTo>
                <a:lnTo>
                  <a:pt x="1515" y="1902"/>
                </a:lnTo>
                <a:lnTo>
                  <a:pt x="1514" y="1903"/>
                </a:lnTo>
                <a:lnTo>
                  <a:pt x="1514" y="1904"/>
                </a:lnTo>
                <a:lnTo>
                  <a:pt x="1513" y="1905"/>
                </a:lnTo>
                <a:lnTo>
                  <a:pt x="1512" y="1905"/>
                </a:lnTo>
                <a:lnTo>
                  <a:pt x="1511" y="1906"/>
                </a:lnTo>
                <a:lnTo>
                  <a:pt x="1510" y="1907"/>
                </a:lnTo>
                <a:lnTo>
                  <a:pt x="1510" y="1908"/>
                </a:lnTo>
                <a:lnTo>
                  <a:pt x="1510" y="1909"/>
                </a:lnTo>
                <a:lnTo>
                  <a:pt x="1511" y="1909"/>
                </a:lnTo>
                <a:lnTo>
                  <a:pt x="1511" y="1910"/>
                </a:lnTo>
                <a:lnTo>
                  <a:pt x="1512" y="1910"/>
                </a:lnTo>
                <a:lnTo>
                  <a:pt x="1516" y="1910"/>
                </a:lnTo>
                <a:lnTo>
                  <a:pt x="1518" y="1910"/>
                </a:lnTo>
                <a:lnTo>
                  <a:pt x="1518" y="1911"/>
                </a:lnTo>
                <a:lnTo>
                  <a:pt x="1519" y="1911"/>
                </a:lnTo>
                <a:lnTo>
                  <a:pt x="1520" y="1911"/>
                </a:lnTo>
                <a:lnTo>
                  <a:pt x="1521" y="1912"/>
                </a:lnTo>
                <a:lnTo>
                  <a:pt x="1522" y="1913"/>
                </a:lnTo>
                <a:lnTo>
                  <a:pt x="1523" y="1915"/>
                </a:lnTo>
                <a:lnTo>
                  <a:pt x="1524" y="1916"/>
                </a:lnTo>
                <a:lnTo>
                  <a:pt x="1524" y="1917"/>
                </a:lnTo>
                <a:lnTo>
                  <a:pt x="1523" y="1919"/>
                </a:lnTo>
                <a:lnTo>
                  <a:pt x="1521" y="1919"/>
                </a:lnTo>
                <a:lnTo>
                  <a:pt x="1521" y="1920"/>
                </a:lnTo>
                <a:lnTo>
                  <a:pt x="1520" y="1920"/>
                </a:lnTo>
                <a:lnTo>
                  <a:pt x="1518" y="1921"/>
                </a:lnTo>
                <a:lnTo>
                  <a:pt x="1518" y="1922"/>
                </a:lnTo>
                <a:lnTo>
                  <a:pt x="1518" y="1923"/>
                </a:lnTo>
                <a:lnTo>
                  <a:pt x="1518" y="1924"/>
                </a:lnTo>
                <a:lnTo>
                  <a:pt x="1518" y="1925"/>
                </a:lnTo>
                <a:lnTo>
                  <a:pt x="1519" y="1925"/>
                </a:lnTo>
                <a:lnTo>
                  <a:pt x="1520" y="1926"/>
                </a:lnTo>
                <a:lnTo>
                  <a:pt x="1521" y="1926"/>
                </a:lnTo>
                <a:lnTo>
                  <a:pt x="1522" y="1926"/>
                </a:lnTo>
                <a:lnTo>
                  <a:pt x="1523" y="1924"/>
                </a:lnTo>
                <a:lnTo>
                  <a:pt x="1523" y="1923"/>
                </a:lnTo>
                <a:lnTo>
                  <a:pt x="1523" y="1922"/>
                </a:lnTo>
                <a:lnTo>
                  <a:pt x="1524" y="1922"/>
                </a:lnTo>
                <a:lnTo>
                  <a:pt x="1525" y="1921"/>
                </a:lnTo>
                <a:lnTo>
                  <a:pt x="1526" y="1921"/>
                </a:lnTo>
                <a:lnTo>
                  <a:pt x="1527" y="1921"/>
                </a:lnTo>
                <a:lnTo>
                  <a:pt x="1527" y="1922"/>
                </a:lnTo>
                <a:lnTo>
                  <a:pt x="1527" y="1924"/>
                </a:lnTo>
                <a:lnTo>
                  <a:pt x="1526" y="1925"/>
                </a:lnTo>
                <a:lnTo>
                  <a:pt x="1525" y="1928"/>
                </a:lnTo>
                <a:lnTo>
                  <a:pt x="1524" y="1931"/>
                </a:lnTo>
                <a:lnTo>
                  <a:pt x="1523" y="1933"/>
                </a:lnTo>
                <a:lnTo>
                  <a:pt x="1523" y="1934"/>
                </a:lnTo>
                <a:lnTo>
                  <a:pt x="1523" y="1935"/>
                </a:lnTo>
                <a:lnTo>
                  <a:pt x="1523" y="1936"/>
                </a:lnTo>
                <a:lnTo>
                  <a:pt x="1524" y="1938"/>
                </a:lnTo>
                <a:lnTo>
                  <a:pt x="1524" y="1939"/>
                </a:lnTo>
                <a:lnTo>
                  <a:pt x="1525" y="1939"/>
                </a:lnTo>
                <a:lnTo>
                  <a:pt x="1525" y="1940"/>
                </a:lnTo>
                <a:lnTo>
                  <a:pt x="1525" y="1941"/>
                </a:lnTo>
                <a:lnTo>
                  <a:pt x="1526" y="1941"/>
                </a:lnTo>
                <a:lnTo>
                  <a:pt x="1526" y="1942"/>
                </a:lnTo>
                <a:lnTo>
                  <a:pt x="1526" y="1943"/>
                </a:lnTo>
                <a:lnTo>
                  <a:pt x="1526" y="1944"/>
                </a:lnTo>
                <a:lnTo>
                  <a:pt x="1526" y="1945"/>
                </a:lnTo>
                <a:lnTo>
                  <a:pt x="1526" y="1946"/>
                </a:lnTo>
                <a:lnTo>
                  <a:pt x="1526" y="1947"/>
                </a:lnTo>
                <a:lnTo>
                  <a:pt x="1527" y="1947"/>
                </a:lnTo>
                <a:lnTo>
                  <a:pt x="1527" y="1948"/>
                </a:lnTo>
                <a:lnTo>
                  <a:pt x="1528" y="1948"/>
                </a:lnTo>
                <a:lnTo>
                  <a:pt x="1531" y="1949"/>
                </a:lnTo>
                <a:lnTo>
                  <a:pt x="1532" y="1949"/>
                </a:lnTo>
                <a:lnTo>
                  <a:pt x="1533" y="1950"/>
                </a:lnTo>
                <a:lnTo>
                  <a:pt x="1534" y="1951"/>
                </a:lnTo>
                <a:lnTo>
                  <a:pt x="1535" y="1951"/>
                </a:lnTo>
                <a:lnTo>
                  <a:pt x="1536" y="1951"/>
                </a:lnTo>
                <a:lnTo>
                  <a:pt x="1537" y="1953"/>
                </a:lnTo>
                <a:lnTo>
                  <a:pt x="1538" y="1954"/>
                </a:lnTo>
                <a:lnTo>
                  <a:pt x="1540" y="1954"/>
                </a:lnTo>
                <a:lnTo>
                  <a:pt x="1541" y="1954"/>
                </a:lnTo>
                <a:lnTo>
                  <a:pt x="1542" y="1954"/>
                </a:lnTo>
                <a:lnTo>
                  <a:pt x="1543" y="1955"/>
                </a:lnTo>
                <a:lnTo>
                  <a:pt x="1544" y="1955"/>
                </a:lnTo>
                <a:lnTo>
                  <a:pt x="1544" y="1956"/>
                </a:lnTo>
                <a:lnTo>
                  <a:pt x="1545" y="1957"/>
                </a:lnTo>
                <a:lnTo>
                  <a:pt x="1545" y="1958"/>
                </a:lnTo>
                <a:lnTo>
                  <a:pt x="1545" y="1959"/>
                </a:lnTo>
                <a:lnTo>
                  <a:pt x="1546" y="1959"/>
                </a:lnTo>
                <a:lnTo>
                  <a:pt x="1546" y="1960"/>
                </a:lnTo>
                <a:lnTo>
                  <a:pt x="1547" y="1960"/>
                </a:lnTo>
                <a:lnTo>
                  <a:pt x="1548" y="1960"/>
                </a:lnTo>
                <a:lnTo>
                  <a:pt x="1549" y="1961"/>
                </a:lnTo>
                <a:lnTo>
                  <a:pt x="1549" y="1963"/>
                </a:lnTo>
                <a:lnTo>
                  <a:pt x="1549" y="1964"/>
                </a:lnTo>
                <a:lnTo>
                  <a:pt x="1548" y="1964"/>
                </a:lnTo>
                <a:lnTo>
                  <a:pt x="1547" y="1964"/>
                </a:lnTo>
                <a:lnTo>
                  <a:pt x="1546" y="1964"/>
                </a:lnTo>
                <a:lnTo>
                  <a:pt x="1546" y="1963"/>
                </a:lnTo>
                <a:lnTo>
                  <a:pt x="1545" y="1963"/>
                </a:lnTo>
                <a:lnTo>
                  <a:pt x="1544" y="1963"/>
                </a:lnTo>
                <a:lnTo>
                  <a:pt x="1544" y="1964"/>
                </a:lnTo>
                <a:lnTo>
                  <a:pt x="1544" y="1966"/>
                </a:lnTo>
                <a:lnTo>
                  <a:pt x="1545" y="1967"/>
                </a:lnTo>
                <a:lnTo>
                  <a:pt x="1546" y="1968"/>
                </a:lnTo>
                <a:lnTo>
                  <a:pt x="1546" y="1969"/>
                </a:lnTo>
                <a:lnTo>
                  <a:pt x="1546" y="1970"/>
                </a:lnTo>
                <a:lnTo>
                  <a:pt x="1545" y="1972"/>
                </a:lnTo>
                <a:lnTo>
                  <a:pt x="1544" y="1973"/>
                </a:lnTo>
                <a:lnTo>
                  <a:pt x="1545" y="1974"/>
                </a:lnTo>
                <a:lnTo>
                  <a:pt x="1546" y="1975"/>
                </a:lnTo>
                <a:lnTo>
                  <a:pt x="1547" y="1975"/>
                </a:lnTo>
                <a:lnTo>
                  <a:pt x="1547" y="1976"/>
                </a:lnTo>
                <a:lnTo>
                  <a:pt x="1548" y="1977"/>
                </a:lnTo>
                <a:lnTo>
                  <a:pt x="1549" y="1977"/>
                </a:lnTo>
                <a:lnTo>
                  <a:pt x="1549" y="1978"/>
                </a:lnTo>
                <a:lnTo>
                  <a:pt x="1550" y="1978"/>
                </a:lnTo>
                <a:lnTo>
                  <a:pt x="1550" y="1979"/>
                </a:lnTo>
                <a:lnTo>
                  <a:pt x="1549" y="1980"/>
                </a:lnTo>
                <a:lnTo>
                  <a:pt x="1548" y="1980"/>
                </a:lnTo>
                <a:lnTo>
                  <a:pt x="1548" y="1979"/>
                </a:lnTo>
                <a:lnTo>
                  <a:pt x="1547" y="1978"/>
                </a:lnTo>
                <a:lnTo>
                  <a:pt x="1547" y="1977"/>
                </a:lnTo>
                <a:lnTo>
                  <a:pt x="1546" y="1976"/>
                </a:lnTo>
                <a:lnTo>
                  <a:pt x="1545" y="1976"/>
                </a:lnTo>
                <a:lnTo>
                  <a:pt x="1544" y="1976"/>
                </a:lnTo>
                <a:lnTo>
                  <a:pt x="1544" y="1977"/>
                </a:lnTo>
                <a:lnTo>
                  <a:pt x="1544" y="1978"/>
                </a:lnTo>
                <a:lnTo>
                  <a:pt x="1545" y="1978"/>
                </a:lnTo>
                <a:lnTo>
                  <a:pt x="1547" y="1979"/>
                </a:lnTo>
                <a:lnTo>
                  <a:pt x="1547" y="1980"/>
                </a:lnTo>
                <a:lnTo>
                  <a:pt x="1547" y="1981"/>
                </a:lnTo>
                <a:lnTo>
                  <a:pt x="1546" y="1981"/>
                </a:lnTo>
                <a:lnTo>
                  <a:pt x="1545" y="1980"/>
                </a:lnTo>
                <a:lnTo>
                  <a:pt x="1544" y="1980"/>
                </a:lnTo>
                <a:lnTo>
                  <a:pt x="1544" y="1979"/>
                </a:lnTo>
                <a:lnTo>
                  <a:pt x="1543" y="1980"/>
                </a:lnTo>
                <a:lnTo>
                  <a:pt x="1542" y="1981"/>
                </a:lnTo>
                <a:lnTo>
                  <a:pt x="1542" y="1982"/>
                </a:lnTo>
                <a:lnTo>
                  <a:pt x="1541" y="1982"/>
                </a:lnTo>
                <a:lnTo>
                  <a:pt x="1541" y="1983"/>
                </a:lnTo>
                <a:lnTo>
                  <a:pt x="1540" y="1983"/>
                </a:lnTo>
                <a:lnTo>
                  <a:pt x="1539" y="1983"/>
                </a:lnTo>
                <a:lnTo>
                  <a:pt x="1539" y="1984"/>
                </a:lnTo>
                <a:lnTo>
                  <a:pt x="1538" y="1985"/>
                </a:lnTo>
                <a:lnTo>
                  <a:pt x="1537" y="1985"/>
                </a:lnTo>
                <a:lnTo>
                  <a:pt x="1536" y="1985"/>
                </a:lnTo>
                <a:lnTo>
                  <a:pt x="1536" y="1986"/>
                </a:lnTo>
                <a:lnTo>
                  <a:pt x="1536" y="1987"/>
                </a:lnTo>
                <a:lnTo>
                  <a:pt x="1535" y="1987"/>
                </a:lnTo>
                <a:lnTo>
                  <a:pt x="1535" y="1988"/>
                </a:lnTo>
                <a:lnTo>
                  <a:pt x="1535" y="1989"/>
                </a:lnTo>
                <a:lnTo>
                  <a:pt x="1534" y="1989"/>
                </a:lnTo>
                <a:lnTo>
                  <a:pt x="1534" y="1990"/>
                </a:lnTo>
                <a:lnTo>
                  <a:pt x="1533" y="1990"/>
                </a:lnTo>
                <a:lnTo>
                  <a:pt x="1532" y="1989"/>
                </a:lnTo>
                <a:lnTo>
                  <a:pt x="1532" y="1988"/>
                </a:lnTo>
                <a:lnTo>
                  <a:pt x="1531" y="1988"/>
                </a:lnTo>
                <a:lnTo>
                  <a:pt x="1530" y="1988"/>
                </a:lnTo>
                <a:lnTo>
                  <a:pt x="1530" y="1989"/>
                </a:lnTo>
                <a:lnTo>
                  <a:pt x="1530" y="1991"/>
                </a:lnTo>
                <a:lnTo>
                  <a:pt x="1530" y="1992"/>
                </a:lnTo>
                <a:lnTo>
                  <a:pt x="1529" y="1992"/>
                </a:lnTo>
                <a:lnTo>
                  <a:pt x="1528" y="1992"/>
                </a:lnTo>
                <a:lnTo>
                  <a:pt x="1528" y="1991"/>
                </a:lnTo>
                <a:lnTo>
                  <a:pt x="1528" y="1990"/>
                </a:lnTo>
                <a:lnTo>
                  <a:pt x="1527" y="1989"/>
                </a:lnTo>
                <a:lnTo>
                  <a:pt x="1527" y="1988"/>
                </a:lnTo>
                <a:lnTo>
                  <a:pt x="1526" y="1988"/>
                </a:lnTo>
                <a:lnTo>
                  <a:pt x="1525" y="1989"/>
                </a:lnTo>
                <a:lnTo>
                  <a:pt x="1524" y="1990"/>
                </a:lnTo>
                <a:lnTo>
                  <a:pt x="1523" y="1990"/>
                </a:lnTo>
                <a:lnTo>
                  <a:pt x="1522" y="1991"/>
                </a:lnTo>
                <a:lnTo>
                  <a:pt x="1521" y="1991"/>
                </a:lnTo>
                <a:lnTo>
                  <a:pt x="1520" y="1991"/>
                </a:lnTo>
                <a:lnTo>
                  <a:pt x="1520" y="1990"/>
                </a:lnTo>
                <a:lnTo>
                  <a:pt x="1519" y="1989"/>
                </a:lnTo>
                <a:lnTo>
                  <a:pt x="1519" y="1988"/>
                </a:lnTo>
                <a:lnTo>
                  <a:pt x="1518" y="1988"/>
                </a:lnTo>
                <a:lnTo>
                  <a:pt x="1518" y="1987"/>
                </a:lnTo>
                <a:lnTo>
                  <a:pt x="1517" y="1987"/>
                </a:lnTo>
                <a:lnTo>
                  <a:pt x="1517" y="1988"/>
                </a:lnTo>
                <a:lnTo>
                  <a:pt x="1516" y="1989"/>
                </a:lnTo>
                <a:lnTo>
                  <a:pt x="1515" y="1989"/>
                </a:lnTo>
                <a:lnTo>
                  <a:pt x="1514" y="1988"/>
                </a:lnTo>
                <a:lnTo>
                  <a:pt x="1513" y="1987"/>
                </a:lnTo>
                <a:lnTo>
                  <a:pt x="1514" y="1986"/>
                </a:lnTo>
                <a:lnTo>
                  <a:pt x="1513" y="1985"/>
                </a:lnTo>
                <a:lnTo>
                  <a:pt x="1513" y="1986"/>
                </a:lnTo>
                <a:lnTo>
                  <a:pt x="1512" y="1987"/>
                </a:lnTo>
                <a:lnTo>
                  <a:pt x="1511" y="1988"/>
                </a:lnTo>
                <a:lnTo>
                  <a:pt x="1511" y="1989"/>
                </a:lnTo>
                <a:lnTo>
                  <a:pt x="1512" y="1990"/>
                </a:lnTo>
                <a:lnTo>
                  <a:pt x="1512" y="1991"/>
                </a:lnTo>
                <a:lnTo>
                  <a:pt x="1511" y="1991"/>
                </a:lnTo>
                <a:lnTo>
                  <a:pt x="1510" y="1992"/>
                </a:lnTo>
                <a:lnTo>
                  <a:pt x="1509" y="1992"/>
                </a:lnTo>
                <a:lnTo>
                  <a:pt x="1508" y="1992"/>
                </a:lnTo>
                <a:lnTo>
                  <a:pt x="1507" y="1992"/>
                </a:lnTo>
                <a:lnTo>
                  <a:pt x="1507" y="1993"/>
                </a:lnTo>
                <a:lnTo>
                  <a:pt x="1507" y="1994"/>
                </a:lnTo>
                <a:lnTo>
                  <a:pt x="1506" y="1994"/>
                </a:lnTo>
                <a:lnTo>
                  <a:pt x="1506" y="1995"/>
                </a:lnTo>
                <a:lnTo>
                  <a:pt x="1507" y="1995"/>
                </a:lnTo>
                <a:lnTo>
                  <a:pt x="1507" y="1996"/>
                </a:lnTo>
                <a:lnTo>
                  <a:pt x="1507" y="1997"/>
                </a:lnTo>
                <a:lnTo>
                  <a:pt x="1506" y="1997"/>
                </a:lnTo>
                <a:lnTo>
                  <a:pt x="1506" y="1998"/>
                </a:lnTo>
                <a:lnTo>
                  <a:pt x="1505" y="1998"/>
                </a:lnTo>
                <a:lnTo>
                  <a:pt x="1504" y="1998"/>
                </a:lnTo>
                <a:lnTo>
                  <a:pt x="1504" y="1999"/>
                </a:lnTo>
                <a:lnTo>
                  <a:pt x="1504" y="2000"/>
                </a:lnTo>
                <a:lnTo>
                  <a:pt x="1503" y="2000"/>
                </a:lnTo>
                <a:lnTo>
                  <a:pt x="1502" y="2001"/>
                </a:lnTo>
                <a:lnTo>
                  <a:pt x="1502" y="2002"/>
                </a:lnTo>
                <a:lnTo>
                  <a:pt x="1501" y="2002"/>
                </a:lnTo>
                <a:lnTo>
                  <a:pt x="1500" y="2002"/>
                </a:lnTo>
                <a:lnTo>
                  <a:pt x="1500" y="2003"/>
                </a:lnTo>
                <a:lnTo>
                  <a:pt x="1499" y="2004"/>
                </a:lnTo>
                <a:lnTo>
                  <a:pt x="1499" y="2005"/>
                </a:lnTo>
                <a:lnTo>
                  <a:pt x="1500" y="2006"/>
                </a:lnTo>
                <a:lnTo>
                  <a:pt x="1501" y="2006"/>
                </a:lnTo>
                <a:lnTo>
                  <a:pt x="1502" y="2006"/>
                </a:lnTo>
                <a:lnTo>
                  <a:pt x="1502" y="2007"/>
                </a:lnTo>
                <a:lnTo>
                  <a:pt x="1502" y="2008"/>
                </a:lnTo>
                <a:lnTo>
                  <a:pt x="1502" y="2009"/>
                </a:lnTo>
                <a:lnTo>
                  <a:pt x="1501" y="2010"/>
                </a:lnTo>
                <a:lnTo>
                  <a:pt x="1502" y="2010"/>
                </a:lnTo>
                <a:lnTo>
                  <a:pt x="1502" y="2011"/>
                </a:lnTo>
                <a:lnTo>
                  <a:pt x="1503" y="2012"/>
                </a:lnTo>
                <a:lnTo>
                  <a:pt x="1503" y="2013"/>
                </a:lnTo>
                <a:lnTo>
                  <a:pt x="1502" y="2014"/>
                </a:lnTo>
                <a:lnTo>
                  <a:pt x="1503" y="2015"/>
                </a:lnTo>
                <a:lnTo>
                  <a:pt x="1503" y="2016"/>
                </a:lnTo>
                <a:lnTo>
                  <a:pt x="1503" y="2017"/>
                </a:lnTo>
                <a:lnTo>
                  <a:pt x="1503" y="2018"/>
                </a:lnTo>
                <a:lnTo>
                  <a:pt x="1503" y="2019"/>
                </a:lnTo>
                <a:lnTo>
                  <a:pt x="1503" y="2020"/>
                </a:lnTo>
                <a:lnTo>
                  <a:pt x="1504" y="2021"/>
                </a:lnTo>
                <a:lnTo>
                  <a:pt x="1503" y="2022"/>
                </a:lnTo>
                <a:lnTo>
                  <a:pt x="1503" y="2023"/>
                </a:lnTo>
                <a:lnTo>
                  <a:pt x="1503" y="2024"/>
                </a:lnTo>
                <a:lnTo>
                  <a:pt x="1503" y="2025"/>
                </a:lnTo>
                <a:lnTo>
                  <a:pt x="1502" y="2026"/>
                </a:lnTo>
                <a:lnTo>
                  <a:pt x="1501" y="2026"/>
                </a:lnTo>
                <a:lnTo>
                  <a:pt x="1500" y="2026"/>
                </a:lnTo>
                <a:lnTo>
                  <a:pt x="1500" y="2025"/>
                </a:lnTo>
                <a:lnTo>
                  <a:pt x="1499" y="2025"/>
                </a:lnTo>
                <a:lnTo>
                  <a:pt x="1498" y="2025"/>
                </a:lnTo>
                <a:lnTo>
                  <a:pt x="1496" y="2024"/>
                </a:lnTo>
                <a:lnTo>
                  <a:pt x="1494" y="2023"/>
                </a:lnTo>
                <a:lnTo>
                  <a:pt x="1494" y="2022"/>
                </a:lnTo>
                <a:lnTo>
                  <a:pt x="1494" y="2021"/>
                </a:lnTo>
                <a:lnTo>
                  <a:pt x="1493" y="2020"/>
                </a:lnTo>
                <a:lnTo>
                  <a:pt x="1493" y="2019"/>
                </a:lnTo>
                <a:lnTo>
                  <a:pt x="1493" y="2018"/>
                </a:lnTo>
                <a:lnTo>
                  <a:pt x="1492" y="2018"/>
                </a:lnTo>
                <a:lnTo>
                  <a:pt x="1492" y="2017"/>
                </a:lnTo>
                <a:lnTo>
                  <a:pt x="1492" y="2016"/>
                </a:lnTo>
                <a:lnTo>
                  <a:pt x="1491" y="2016"/>
                </a:lnTo>
                <a:lnTo>
                  <a:pt x="1491" y="2015"/>
                </a:lnTo>
                <a:lnTo>
                  <a:pt x="1490" y="2015"/>
                </a:lnTo>
                <a:lnTo>
                  <a:pt x="1489" y="2015"/>
                </a:lnTo>
                <a:lnTo>
                  <a:pt x="1489" y="2014"/>
                </a:lnTo>
                <a:lnTo>
                  <a:pt x="1487" y="2014"/>
                </a:lnTo>
                <a:lnTo>
                  <a:pt x="1487" y="2013"/>
                </a:lnTo>
                <a:lnTo>
                  <a:pt x="1487" y="2012"/>
                </a:lnTo>
                <a:lnTo>
                  <a:pt x="1487" y="2011"/>
                </a:lnTo>
                <a:lnTo>
                  <a:pt x="1486" y="2011"/>
                </a:lnTo>
                <a:lnTo>
                  <a:pt x="1486" y="2012"/>
                </a:lnTo>
                <a:lnTo>
                  <a:pt x="1485" y="2014"/>
                </a:lnTo>
                <a:lnTo>
                  <a:pt x="1485" y="2015"/>
                </a:lnTo>
                <a:lnTo>
                  <a:pt x="1485" y="2016"/>
                </a:lnTo>
                <a:lnTo>
                  <a:pt x="1485" y="2017"/>
                </a:lnTo>
                <a:lnTo>
                  <a:pt x="1486" y="2017"/>
                </a:lnTo>
                <a:lnTo>
                  <a:pt x="1486" y="2018"/>
                </a:lnTo>
                <a:lnTo>
                  <a:pt x="1486" y="2019"/>
                </a:lnTo>
                <a:lnTo>
                  <a:pt x="1485" y="2019"/>
                </a:lnTo>
                <a:lnTo>
                  <a:pt x="1483" y="2021"/>
                </a:lnTo>
                <a:lnTo>
                  <a:pt x="1484" y="2022"/>
                </a:lnTo>
                <a:lnTo>
                  <a:pt x="1484" y="2023"/>
                </a:lnTo>
                <a:lnTo>
                  <a:pt x="1484" y="2024"/>
                </a:lnTo>
                <a:lnTo>
                  <a:pt x="1483" y="2024"/>
                </a:lnTo>
                <a:lnTo>
                  <a:pt x="1482" y="2025"/>
                </a:lnTo>
                <a:lnTo>
                  <a:pt x="1482" y="2026"/>
                </a:lnTo>
                <a:lnTo>
                  <a:pt x="1482" y="2027"/>
                </a:lnTo>
                <a:lnTo>
                  <a:pt x="1483" y="2027"/>
                </a:lnTo>
                <a:lnTo>
                  <a:pt x="1483" y="2028"/>
                </a:lnTo>
                <a:lnTo>
                  <a:pt x="1482" y="2029"/>
                </a:lnTo>
                <a:lnTo>
                  <a:pt x="1482" y="2030"/>
                </a:lnTo>
                <a:lnTo>
                  <a:pt x="1481" y="2029"/>
                </a:lnTo>
                <a:lnTo>
                  <a:pt x="1481" y="2030"/>
                </a:lnTo>
                <a:lnTo>
                  <a:pt x="1481" y="2031"/>
                </a:lnTo>
                <a:lnTo>
                  <a:pt x="1481" y="2032"/>
                </a:lnTo>
                <a:lnTo>
                  <a:pt x="1480" y="2032"/>
                </a:lnTo>
                <a:lnTo>
                  <a:pt x="1480" y="2031"/>
                </a:lnTo>
                <a:lnTo>
                  <a:pt x="1479" y="2031"/>
                </a:lnTo>
                <a:lnTo>
                  <a:pt x="1478" y="2031"/>
                </a:lnTo>
                <a:lnTo>
                  <a:pt x="1477" y="2032"/>
                </a:lnTo>
                <a:lnTo>
                  <a:pt x="1476" y="2032"/>
                </a:lnTo>
                <a:lnTo>
                  <a:pt x="1474" y="2031"/>
                </a:lnTo>
                <a:lnTo>
                  <a:pt x="1473" y="2031"/>
                </a:lnTo>
                <a:lnTo>
                  <a:pt x="1472" y="2031"/>
                </a:lnTo>
                <a:lnTo>
                  <a:pt x="1471" y="2031"/>
                </a:lnTo>
                <a:lnTo>
                  <a:pt x="1470" y="2031"/>
                </a:lnTo>
                <a:lnTo>
                  <a:pt x="1468" y="2031"/>
                </a:lnTo>
                <a:lnTo>
                  <a:pt x="1467" y="2030"/>
                </a:lnTo>
                <a:lnTo>
                  <a:pt x="1466" y="2030"/>
                </a:lnTo>
                <a:lnTo>
                  <a:pt x="1465" y="2030"/>
                </a:lnTo>
                <a:lnTo>
                  <a:pt x="1464" y="2030"/>
                </a:lnTo>
                <a:lnTo>
                  <a:pt x="1463" y="2030"/>
                </a:lnTo>
                <a:lnTo>
                  <a:pt x="1462" y="2032"/>
                </a:lnTo>
                <a:lnTo>
                  <a:pt x="1461" y="2032"/>
                </a:lnTo>
                <a:lnTo>
                  <a:pt x="1460" y="2033"/>
                </a:lnTo>
                <a:lnTo>
                  <a:pt x="1457" y="2033"/>
                </a:lnTo>
                <a:lnTo>
                  <a:pt x="1456" y="2032"/>
                </a:lnTo>
                <a:lnTo>
                  <a:pt x="1456" y="2033"/>
                </a:lnTo>
                <a:lnTo>
                  <a:pt x="1456" y="2034"/>
                </a:lnTo>
                <a:lnTo>
                  <a:pt x="1456" y="2035"/>
                </a:lnTo>
                <a:lnTo>
                  <a:pt x="1455" y="2035"/>
                </a:lnTo>
                <a:lnTo>
                  <a:pt x="1454" y="2037"/>
                </a:lnTo>
                <a:lnTo>
                  <a:pt x="1454" y="2038"/>
                </a:lnTo>
                <a:lnTo>
                  <a:pt x="1453" y="2040"/>
                </a:lnTo>
                <a:lnTo>
                  <a:pt x="1452" y="2041"/>
                </a:lnTo>
                <a:lnTo>
                  <a:pt x="1451" y="2041"/>
                </a:lnTo>
                <a:lnTo>
                  <a:pt x="1449" y="2041"/>
                </a:lnTo>
                <a:lnTo>
                  <a:pt x="1449" y="2042"/>
                </a:lnTo>
                <a:lnTo>
                  <a:pt x="1448" y="2043"/>
                </a:lnTo>
                <a:lnTo>
                  <a:pt x="1447" y="2043"/>
                </a:lnTo>
                <a:lnTo>
                  <a:pt x="1446" y="2045"/>
                </a:lnTo>
                <a:lnTo>
                  <a:pt x="1446" y="2047"/>
                </a:lnTo>
                <a:lnTo>
                  <a:pt x="1445" y="2048"/>
                </a:lnTo>
                <a:lnTo>
                  <a:pt x="1444" y="2049"/>
                </a:lnTo>
                <a:lnTo>
                  <a:pt x="1443" y="2049"/>
                </a:lnTo>
                <a:lnTo>
                  <a:pt x="1442" y="2048"/>
                </a:lnTo>
                <a:lnTo>
                  <a:pt x="1441" y="2048"/>
                </a:lnTo>
                <a:lnTo>
                  <a:pt x="1440" y="2048"/>
                </a:lnTo>
                <a:lnTo>
                  <a:pt x="1440" y="2047"/>
                </a:lnTo>
                <a:lnTo>
                  <a:pt x="1439" y="2047"/>
                </a:lnTo>
                <a:lnTo>
                  <a:pt x="1438" y="2046"/>
                </a:lnTo>
                <a:lnTo>
                  <a:pt x="1437" y="2046"/>
                </a:lnTo>
                <a:lnTo>
                  <a:pt x="1436" y="2044"/>
                </a:lnTo>
                <a:lnTo>
                  <a:pt x="1436" y="2043"/>
                </a:lnTo>
                <a:lnTo>
                  <a:pt x="1437" y="2043"/>
                </a:lnTo>
                <a:lnTo>
                  <a:pt x="1438" y="2043"/>
                </a:lnTo>
                <a:lnTo>
                  <a:pt x="1439" y="2042"/>
                </a:lnTo>
                <a:lnTo>
                  <a:pt x="1440" y="2040"/>
                </a:lnTo>
                <a:lnTo>
                  <a:pt x="1439" y="2040"/>
                </a:lnTo>
                <a:lnTo>
                  <a:pt x="1439" y="2038"/>
                </a:lnTo>
                <a:lnTo>
                  <a:pt x="1440" y="2034"/>
                </a:lnTo>
                <a:lnTo>
                  <a:pt x="1440" y="2033"/>
                </a:lnTo>
                <a:lnTo>
                  <a:pt x="1440" y="2032"/>
                </a:lnTo>
                <a:lnTo>
                  <a:pt x="1440" y="2031"/>
                </a:lnTo>
                <a:lnTo>
                  <a:pt x="1439" y="2031"/>
                </a:lnTo>
                <a:lnTo>
                  <a:pt x="1439" y="2030"/>
                </a:lnTo>
                <a:lnTo>
                  <a:pt x="1438" y="2028"/>
                </a:lnTo>
                <a:lnTo>
                  <a:pt x="1438" y="2027"/>
                </a:lnTo>
                <a:lnTo>
                  <a:pt x="1438" y="2026"/>
                </a:lnTo>
                <a:lnTo>
                  <a:pt x="1436" y="2025"/>
                </a:lnTo>
                <a:lnTo>
                  <a:pt x="1435" y="2025"/>
                </a:lnTo>
                <a:lnTo>
                  <a:pt x="1435" y="2024"/>
                </a:lnTo>
                <a:lnTo>
                  <a:pt x="1434" y="2024"/>
                </a:lnTo>
                <a:lnTo>
                  <a:pt x="1433" y="2022"/>
                </a:lnTo>
                <a:lnTo>
                  <a:pt x="1432" y="2023"/>
                </a:lnTo>
                <a:lnTo>
                  <a:pt x="1429" y="2020"/>
                </a:lnTo>
                <a:lnTo>
                  <a:pt x="1428" y="2019"/>
                </a:lnTo>
                <a:lnTo>
                  <a:pt x="1428" y="2018"/>
                </a:lnTo>
                <a:lnTo>
                  <a:pt x="1429" y="2018"/>
                </a:lnTo>
                <a:lnTo>
                  <a:pt x="1429" y="2017"/>
                </a:lnTo>
                <a:lnTo>
                  <a:pt x="1429" y="2016"/>
                </a:lnTo>
                <a:lnTo>
                  <a:pt x="1428" y="2016"/>
                </a:lnTo>
                <a:lnTo>
                  <a:pt x="1428" y="2015"/>
                </a:lnTo>
                <a:lnTo>
                  <a:pt x="1429" y="2015"/>
                </a:lnTo>
                <a:lnTo>
                  <a:pt x="1430" y="2014"/>
                </a:lnTo>
                <a:lnTo>
                  <a:pt x="1431" y="2014"/>
                </a:lnTo>
                <a:lnTo>
                  <a:pt x="1431" y="2013"/>
                </a:lnTo>
                <a:lnTo>
                  <a:pt x="1432" y="2013"/>
                </a:lnTo>
                <a:lnTo>
                  <a:pt x="1432" y="2012"/>
                </a:lnTo>
                <a:lnTo>
                  <a:pt x="1434" y="2012"/>
                </a:lnTo>
                <a:lnTo>
                  <a:pt x="1435" y="2012"/>
                </a:lnTo>
                <a:lnTo>
                  <a:pt x="1435" y="2011"/>
                </a:lnTo>
                <a:lnTo>
                  <a:pt x="1436" y="2012"/>
                </a:lnTo>
                <a:lnTo>
                  <a:pt x="1437" y="2013"/>
                </a:lnTo>
                <a:lnTo>
                  <a:pt x="1438" y="2015"/>
                </a:lnTo>
                <a:lnTo>
                  <a:pt x="1438" y="2014"/>
                </a:lnTo>
                <a:lnTo>
                  <a:pt x="1438" y="2013"/>
                </a:lnTo>
                <a:lnTo>
                  <a:pt x="1439" y="2012"/>
                </a:lnTo>
                <a:lnTo>
                  <a:pt x="1439" y="2011"/>
                </a:lnTo>
                <a:lnTo>
                  <a:pt x="1439" y="2010"/>
                </a:lnTo>
                <a:lnTo>
                  <a:pt x="1440" y="2010"/>
                </a:lnTo>
                <a:lnTo>
                  <a:pt x="1442" y="2009"/>
                </a:lnTo>
                <a:lnTo>
                  <a:pt x="1443" y="2008"/>
                </a:lnTo>
                <a:lnTo>
                  <a:pt x="1443" y="2007"/>
                </a:lnTo>
                <a:lnTo>
                  <a:pt x="1444" y="2006"/>
                </a:lnTo>
                <a:lnTo>
                  <a:pt x="1445" y="2006"/>
                </a:lnTo>
                <a:lnTo>
                  <a:pt x="1447" y="2006"/>
                </a:lnTo>
                <a:lnTo>
                  <a:pt x="1447" y="2005"/>
                </a:lnTo>
                <a:lnTo>
                  <a:pt x="1447" y="2004"/>
                </a:lnTo>
                <a:lnTo>
                  <a:pt x="1446" y="2004"/>
                </a:lnTo>
                <a:lnTo>
                  <a:pt x="1446" y="2003"/>
                </a:lnTo>
                <a:lnTo>
                  <a:pt x="1446" y="2002"/>
                </a:lnTo>
                <a:lnTo>
                  <a:pt x="1447" y="2001"/>
                </a:lnTo>
                <a:lnTo>
                  <a:pt x="1447" y="1999"/>
                </a:lnTo>
                <a:lnTo>
                  <a:pt x="1447" y="1998"/>
                </a:lnTo>
                <a:lnTo>
                  <a:pt x="1447" y="1997"/>
                </a:lnTo>
                <a:lnTo>
                  <a:pt x="1448" y="1997"/>
                </a:lnTo>
                <a:lnTo>
                  <a:pt x="1448" y="1996"/>
                </a:lnTo>
                <a:lnTo>
                  <a:pt x="1448" y="1995"/>
                </a:lnTo>
                <a:lnTo>
                  <a:pt x="1448" y="1994"/>
                </a:lnTo>
                <a:lnTo>
                  <a:pt x="1449" y="1992"/>
                </a:lnTo>
                <a:lnTo>
                  <a:pt x="1449" y="1991"/>
                </a:lnTo>
                <a:lnTo>
                  <a:pt x="1451" y="1989"/>
                </a:lnTo>
                <a:lnTo>
                  <a:pt x="1452" y="1989"/>
                </a:lnTo>
                <a:lnTo>
                  <a:pt x="1452" y="1988"/>
                </a:lnTo>
                <a:lnTo>
                  <a:pt x="1453" y="1987"/>
                </a:lnTo>
                <a:lnTo>
                  <a:pt x="1454" y="1987"/>
                </a:lnTo>
                <a:lnTo>
                  <a:pt x="1454" y="1986"/>
                </a:lnTo>
                <a:lnTo>
                  <a:pt x="1455" y="1984"/>
                </a:lnTo>
                <a:lnTo>
                  <a:pt x="1454" y="1984"/>
                </a:lnTo>
                <a:lnTo>
                  <a:pt x="1454" y="1983"/>
                </a:lnTo>
                <a:lnTo>
                  <a:pt x="1456" y="1981"/>
                </a:lnTo>
                <a:lnTo>
                  <a:pt x="1457" y="1981"/>
                </a:lnTo>
                <a:lnTo>
                  <a:pt x="1458" y="1981"/>
                </a:lnTo>
                <a:lnTo>
                  <a:pt x="1459" y="1980"/>
                </a:lnTo>
                <a:lnTo>
                  <a:pt x="1458" y="1979"/>
                </a:lnTo>
                <a:lnTo>
                  <a:pt x="1456" y="1979"/>
                </a:lnTo>
                <a:lnTo>
                  <a:pt x="1456" y="1978"/>
                </a:lnTo>
                <a:lnTo>
                  <a:pt x="1456" y="1977"/>
                </a:lnTo>
                <a:lnTo>
                  <a:pt x="1456" y="1975"/>
                </a:lnTo>
                <a:lnTo>
                  <a:pt x="1457" y="1974"/>
                </a:lnTo>
                <a:lnTo>
                  <a:pt x="1456" y="1973"/>
                </a:lnTo>
                <a:lnTo>
                  <a:pt x="1454" y="1972"/>
                </a:lnTo>
                <a:lnTo>
                  <a:pt x="1453" y="1971"/>
                </a:lnTo>
                <a:lnTo>
                  <a:pt x="1452" y="1971"/>
                </a:lnTo>
                <a:lnTo>
                  <a:pt x="1452" y="1970"/>
                </a:lnTo>
                <a:lnTo>
                  <a:pt x="1452" y="1969"/>
                </a:lnTo>
                <a:lnTo>
                  <a:pt x="1452" y="1968"/>
                </a:lnTo>
                <a:lnTo>
                  <a:pt x="1452" y="1967"/>
                </a:lnTo>
                <a:lnTo>
                  <a:pt x="1453" y="1966"/>
                </a:lnTo>
                <a:lnTo>
                  <a:pt x="1452" y="1964"/>
                </a:lnTo>
                <a:lnTo>
                  <a:pt x="1452" y="1963"/>
                </a:lnTo>
                <a:lnTo>
                  <a:pt x="1453" y="1961"/>
                </a:lnTo>
                <a:lnTo>
                  <a:pt x="1453" y="1960"/>
                </a:lnTo>
                <a:lnTo>
                  <a:pt x="1453" y="1959"/>
                </a:lnTo>
                <a:lnTo>
                  <a:pt x="1453" y="1958"/>
                </a:lnTo>
                <a:lnTo>
                  <a:pt x="1453" y="1956"/>
                </a:lnTo>
                <a:lnTo>
                  <a:pt x="1452" y="1955"/>
                </a:lnTo>
                <a:lnTo>
                  <a:pt x="1451" y="1955"/>
                </a:lnTo>
                <a:lnTo>
                  <a:pt x="1450" y="1954"/>
                </a:lnTo>
                <a:lnTo>
                  <a:pt x="1449" y="1954"/>
                </a:lnTo>
                <a:lnTo>
                  <a:pt x="1450" y="1953"/>
                </a:lnTo>
                <a:lnTo>
                  <a:pt x="1450" y="1951"/>
                </a:lnTo>
                <a:lnTo>
                  <a:pt x="1449" y="1951"/>
                </a:lnTo>
                <a:lnTo>
                  <a:pt x="1448" y="1951"/>
                </a:lnTo>
                <a:lnTo>
                  <a:pt x="1446" y="1950"/>
                </a:lnTo>
                <a:lnTo>
                  <a:pt x="1446" y="1949"/>
                </a:lnTo>
                <a:lnTo>
                  <a:pt x="1445" y="1949"/>
                </a:lnTo>
                <a:lnTo>
                  <a:pt x="1445" y="1948"/>
                </a:lnTo>
                <a:lnTo>
                  <a:pt x="1444" y="1947"/>
                </a:lnTo>
                <a:lnTo>
                  <a:pt x="1444" y="1946"/>
                </a:lnTo>
                <a:lnTo>
                  <a:pt x="1443" y="1946"/>
                </a:lnTo>
                <a:lnTo>
                  <a:pt x="1443" y="1947"/>
                </a:lnTo>
                <a:lnTo>
                  <a:pt x="1442" y="1948"/>
                </a:lnTo>
                <a:lnTo>
                  <a:pt x="1441" y="1948"/>
                </a:lnTo>
                <a:lnTo>
                  <a:pt x="1441" y="1950"/>
                </a:lnTo>
                <a:lnTo>
                  <a:pt x="1441" y="1951"/>
                </a:lnTo>
                <a:lnTo>
                  <a:pt x="1441" y="1952"/>
                </a:lnTo>
                <a:lnTo>
                  <a:pt x="1441" y="1953"/>
                </a:lnTo>
                <a:lnTo>
                  <a:pt x="1441" y="1954"/>
                </a:lnTo>
                <a:lnTo>
                  <a:pt x="1441" y="1956"/>
                </a:lnTo>
                <a:lnTo>
                  <a:pt x="1440" y="1956"/>
                </a:lnTo>
                <a:lnTo>
                  <a:pt x="1439" y="1956"/>
                </a:lnTo>
                <a:lnTo>
                  <a:pt x="1438" y="1957"/>
                </a:lnTo>
                <a:lnTo>
                  <a:pt x="1437" y="1957"/>
                </a:lnTo>
                <a:lnTo>
                  <a:pt x="1436" y="1957"/>
                </a:lnTo>
                <a:lnTo>
                  <a:pt x="1436" y="1956"/>
                </a:lnTo>
                <a:lnTo>
                  <a:pt x="1436" y="1955"/>
                </a:lnTo>
                <a:lnTo>
                  <a:pt x="1434" y="1955"/>
                </a:lnTo>
                <a:lnTo>
                  <a:pt x="1434" y="1956"/>
                </a:lnTo>
                <a:lnTo>
                  <a:pt x="1433" y="1956"/>
                </a:lnTo>
                <a:lnTo>
                  <a:pt x="1433" y="1955"/>
                </a:lnTo>
                <a:lnTo>
                  <a:pt x="1432" y="1956"/>
                </a:lnTo>
                <a:lnTo>
                  <a:pt x="1431" y="1957"/>
                </a:lnTo>
                <a:lnTo>
                  <a:pt x="1430" y="1957"/>
                </a:lnTo>
                <a:lnTo>
                  <a:pt x="1430" y="1958"/>
                </a:lnTo>
                <a:lnTo>
                  <a:pt x="1430" y="1959"/>
                </a:lnTo>
                <a:lnTo>
                  <a:pt x="1429" y="1959"/>
                </a:lnTo>
                <a:lnTo>
                  <a:pt x="1428" y="1959"/>
                </a:lnTo>
                <a:lnTo>
                  <a:pt x="1428" y="1960"/>
                </a:lnTo>
                <a:lnTo>
                  <a:pt x="1428" y="1961"/>
                </a:lnTo>
                <a:lnTo>
                  <a:pt x="1428" y="1962"/>
                </a:lnTo>
                <a:lnTo>
                  <a:pt x="1427" y="1963"/>
                </a:lnTo>
                <a:lnTo>
                  <a:pt x="1427" y="1964"/>
                </a:lnTo>
                <a:lnTo>
                  <a:pt x="1427" y="1965"/>
                </a:lnTo>
                <a:lnTo>
                  <a:pt x="1426" y="1966"/>
                </a:lnTo>
                <a:lnTo>
                  <a:pt x="1425" y="1966"/>
                </a:lnTo>
                <a:lnTo>
                  <a:pt x="1425" y="1967"/>
                </a:lnTo>
                <a:lnTo>
                  <a:pt x="1424" y="1967"/>
                </a:lnTo>
                <a:lnTo>
                  <a:pt x="1423" y="1967"/>
                </a:lnTo>
                <a:lnTo>
                  <a:pt x="1422" y="1967"/>
                </a:lnTo>
                <a:lnTo>
                  <a:pt x="1421" y="1967"/>
                </a:lnTo>
                <a:lnTo>
                  <a:pt x="1420" y="1967"/>
                </a:lnTo>
                <a:lnTo>
                  <a:pt x="1418" y="1966"/>
                </a:lnTo>
                <a:lnTo>
                  <a:pt x="1417" y="1966"/>
                </a:lnTo>
                <a:lnTo>
                  <a:pt x="1417" y="1967"/>
                </a:lnTo>
                <a:lnTo>
                  <a:pt x="1416" y="1967"/>
                </a:lnTo>
                <a:lnTo>
                  <a:pt x="1416" y="1966"/>
                </a:lnTo>
                <a:lnTo>
                  <a:pt x="1415" y="1966"/>
                </a:lnTo>
                <a:lnTo>
                  <a:pt x="1413" y="1966"/>
                </a:lnTo>
                <a:lnTo>
                  <a:pt x="1412" y="1966"/>
                </a:lnTo>
                <a:lnTo>
                  <a:pt x="1411" y="1966"/>
                </a:lnTo>
                <a:lnTo>
                  <a:pt x="1410" y="1966"/>
                </a:lnTo>
                <a:lnTo>
                  <a:pt x="1409" y="1966"/>
                </a:lnTo>
                <a:lnTo>
                  <a:pt x="1409" y="1967"/>
                </a:lnTo>
                <a:lnTo>
                  <a:pt x="1407" y="1968"/>
                </a:lnTo>
                <a:lnTo>
                  <a:pt x="1406" y="1966"/>
                </a:lnTo>
                <a:lnTo>
                  <a:pt x="1405" y="1962"/>
                </a:lnTo>
                <a:lnTo>
                  <a:pt x="1405" y="1961"/>
                </a:lnTo>
                <a:lnTo>
                  <a:pt x="1404" y="1960"/>
                </a:lnTo>
                <a:lnTo>
                  <a:pt x="1405" y="1960"/>
                </a:lnTo>
                <a:lnTo>
                  <a:pt x="1405" y="1959"/>
                </a:lnTo>
                <a:lnTo>
                  <a:pt x="1405" y="1958"/>
                </a:lnTo>
                <a:lnTo>
                  <a:pt x="1405" y="1956"/>
                </a:lnTo>
                <a:lnTo>
                  <a:pt x="1405" y="1955"/>
                </a:lnTo>
                <a:lnTo>
                  <a:pt x="1405" y="1954"/>
                </a:lnTo>
                <a:lnTo>
                  <a:pt x="1405" y="1953"/>
                </a:lnTo>
                <a:lnTo>
                  <a:pt x="1404" y="1953"/>
                </a:lnTo>
                <a:lnTo>
                  <a:pt x="1404" y="1952"/>
                </a:lnTo>
                <a:lnTo>
                  <a:pt x="1404" y="1950"/>
                </a:lnTo>
                <a:lnTo>
                  <a:pt x="1405" y="1949"/>
                </a:lnTo>
                <a:lnTo>
                  <a:pt x="1404" y="1948"/>
                </a:lnTo>
                <a:lnTo>
                  <a:pt x="1404" y="1947"/>
                </a:lnTo>
                <a:lnTo>
                  <a:pt x="1405" y="1946"/>
                </a:lnTo>
                <a:lnTo>
                  <a:pt x="1405" y="1945"/>
                </a:lnTo>
                <a:lnTo>
                  <a:pt x="1405" y="1944"/>
                </a:lnTo>
                <a:lnTo>
                  <a:pt x="1405" y="1943"/>
                </a:lnTo>
                <a:lnTo>
                  <a:pt x="1404" y="1942"/>
                </a:lnTo>
                <a:lnTo>
                  <a:pt x="1404" y="1941"/>
                </a:lnTo>
                <a:lnTo>
                  <a:pt x="1404" y="1940"/>
                </a:lnTo>
                <a:lnTo>
                  <a:pt x="1404" y="1939"/>
                </a:lnTo>
                <a:lnTo>
                  <a:pt x="1403" y="1938"/>
                </a:lnTo>
                <a:lnTo>
                  <a:pt x="1402" y="1938"/>
                </a:lnTo>
                <a:lnTo>
                  <a:pt x="1401" y="1938"/>
                </a:lnTo>
                <a:lnTo>
                  <a:pt x="1401" y="1937"/>
                </a:lnTo>
                <a:lnTo>
                  <a:pt x="1400" y="1937"/>
                </a:lnTo>
                <a:lnTo>
                  <a:pt x="1400" y="1936"/>
                </a:lnTo>
                <a:lnTo>
                  <a:pt x="1401" y="1935"/>
                </a:lnTo>
                <a:lnTo>
                  <a:pt x="1401" y="1932"/>
                </a:lnTo>
                <a:lnTo>
                  <a:pt x="1401" y="1931"/>
                </a:lnTo>
                <a:lnTo>
                  <a:pt x="1401" y="1930"/>
                </a:lnTo>
                <a:lnTo>
                  <a:pt x="1400" y="1930"/>
                </a:lnTo>
                <a:lnTo>
                  <a:pt x="1400" y="1929"/>
                </a:lnTo>
                <a:lnTo>
                  <a:pt x="1399" y="1929"/>
                </a:lnTo>
                <a:lnTo>
                  <a:pt x="1398" y="1930"/>
                </a:lnTo>
                <a:lnTo>
                  <a:pt x="1398" y="1931"/>
                </a:lnTo>
                <a:lnTo>
                  <a:pt x="1397" y="1931"/>
                </a:lnTo>
                <a:lnTo>
                  <a:pt x="1396" y="1931"/>
                </a:lnTo>
                <a:lnTo>
                  <a:pt x="1396" y="1930"/>
                </a:lnTo>
                <a:lnTo>
                  <a:pt x="1395" y="1930"/>
                </a:lnTo>
                <a:lnTo>
                  <a:pt x="1395" y="1928"/>
                </a:lnTo>
                <a:lnTo>
                  <a:pt x="1395" y="1927"/>
                </a:lnTo>
                <a:lnTo>
                  <a:pt x="1395" y="1926"/>
                </a:lnTo>
                <a:lnTo>
                  <a:pt x="1394" y="1926"/>
                </a:lnTo>
                <a:lnTo>
                  <a:pt x="1393" y="1925"/>
                </a:lnTo>
                <a:lnTo>
                  <a:pt x="1392" y="1925"/>
                </a:lnTo>
                <a:lnTo>
                  <a:pt x="1391" y="1926"/>
                </a:lnTo>
                <a:lnTo>
                  <a:pt x="1388" y="1925"/>
                </a:lnTo>
                <a:lnTo>
                  <a:pt x="1387" y="1924"/>
                </a:lnTo>
                <a:lnTo>
                  <a:pt x="1387" y="1923"/>
                </a:lnTo>
                <a:lnTo>
                  <a:pt x="1386" y="1923"/>
                </a:lnTo>
                <a:lnTo>
                  <a:pt x="1385" y="1924"/>
                </a:lnTo>
                <a:lnTo>
                  <a:pt x="1383" y="1925"/>
                </a:lnTo>
                <a:lnTo>
                  <a:pt x="1382" y="1925"/>
                </a:lnTo>
                <a:lnTo>
                  <a:pt x="1382" y="1926"/>
                </a:lnTo>
                <a:lnTo>
                  <a:pt x="1381" y="1927"/>
                </a:lnTo>
                <a:lnTo>
                  <a:pt x="1379" y="1927"/>
                </a:lnTo>
                <a:lnTo>
                  <a:pt x="1378" y="1927"/>
                </a:lnTo>
                <a:lnTo>
                  <a:pt x="1377" y="1927"/>
                </a:lnTo>
                <a:lnTo>
                  <a:pt x="1376" y="1927"/>
                </a:lnTo>
                <a:lnTo>
                  <a:pt x="1375" y="1927"/>
                </a:lnTo>
                <a:lnTo>
                  <a:pt x="1374" y="1927"/>
                </a:lnTo>
                <a:lnTo>
                  <a:pt x="1374" y="1928"/>
                </a:lnTo>
                <a:lnTo>
                  <a:pt x="1374" y="1929"/>
                </a:lnTo>
                <a:lnTo>
                  <a:pt x="1374" y="1930"/>
                </a:lnTo>
                <a:lnTo>
                  <a:pt x="1374" y="1931"/>
                </a:lnTo>
                <a:lnTo>
                  <a:pt x="1374" y="1932"/>
                </a:lnTo>
                <a:lnTo>
                  <a:pt x="1373" y="1933"/>
                </a:lnTo>
                <a:lnTo>
                  <a:pt x="1372" y="1934"/>
                </a:lnTo>
                <a:lnTo>
                  <a:pt x="1371" y="1934"/>
                </a:lnTo>
                <a:lnTo>
                  <a:pt x="1370" y="1934"/>
                </a:lnTo>
                <a:lnTo>
                  <a:pt x="1368" y="1934"/>
                </a:lnTo>
                <a:lnTo>
                  <a:pt x="1367" y="1935"/>
                </a:lnTo>
                <a:lnTo>
                  <a:pt x="1366" y="1934"/>
                </a:lnTo>
                <a:lnTo>
                  <a:pt x="1365" y="1934"/>
                </a:lnTo>
                <a:lnTo>
                  <a:pt x="1364" y="1933"/>
                </a:lnTo>
                <a:lnTo>
                  <a:pt x="1363" y="1933"/>
                </a:lnTo>
                <a:lnTo>
                  <a:pt x="1361" y="1932"/>
                </a:lnTo>
                <a:lnTo>
                  <a:pt x="1360" y="1932"/>
                </a:lnTo>
                <a:lnTo>
                  <a:pt x="1360" y="1933"/>
                </a:lnTo>
                <a:lnTo>
                  <a:pt x="1359" y="1932"/>
                </a:lnTo>
                <a:lnTo>
                  <a:pt x="1358" y="1931"/>
                </a:lnTo>
                <a:lnTo>
                  <a:pt x="1356" y="1932"/>
                </a:lnTo>
                <a:lnTo>
                  <a:pt x="1355" y="1931"/>
                </a:lnTo>
                <a:lnTo>
                  <a:pt x="1355" y="1930"/>
                </a:lnTo>
                <a:lnTo>
                  <a:pt x="1354" y="1930"/>
                </a:lnTo>
                <a:lnTo>
                  <a:pt x="1354" y="1931"/>
                </a:lnTo>
                <a:lnTo>
                  <a:pt x="1353" y="1931"/>
                </a:lnTo>
                <a:lnTo>
                  <a:pt x="1353" y="1930"/>
                </a:lnTo>
                <a:lnTo>
                  <a:pt x="1352" y="1930"/>
                </a:lnTo>
                <a:lnTo>
                  <a:pt x="1351" y="1931"/>
                </a:lnTo>
                <a:lnTo>
                  <a:pt x="1350" y="1930"/>
                </a:lnTo>
                <a:lnTo>
                  <a:pt x="1349" y="1930"/>
                </a:lnTo>
                <a:lnTo>
                  <a:pt x="1348" y="1929"/>
                </a:lnTo>
                <a:lnTo>
                  <a:pt x="1346" y="1929"/>
                </a:lnTo>
                <a:lnTo>
                  <a:pt x="1346" y="1928"/>
                </a:lnTo>
                <a:lnTo>
                  <a:pt x="1344" y="1927"/>
                </a:lnTo>
                <a:lnTo>
                  <a:pt x="1343" y="1926"/>
                </a:lnTo>
                <a:lnTo>
                  <a:pt x="1342" y="1925"/>
                </a:lnTo>
                <a:lnTo>
                  <a:pt x="1341" y="1925"/>
                </a:lnTo>
                <a:lnTo>
                  <a:pt x="1341" y="1926"/>
                </a:lnTo>
                <a:lnTo>
                  <a:pt x="1339" y="1928"/>
                </a:lnTo>
                <a:lnTo>
                  <a:pt x="1338" y="1928"/>
                </a:lnTo>
                <a:lnTo>
                  <a:pt x="1337" y="1928"/>
                </a:lnTo>
                <a:lnTo>
                  <a:pt x="1336" y="1928"/>
                </a:lnTo>
                <a:lnTo>
                  <a:pt x="1335" y="1928"/>
                </a:lnTo>
                <a:lnTo>
                  <a:pt x="1334" y="1929"/>
                </a:lnTo>
                <a:lnTo>
                  <a:pt x="1333" y="1929"/>
                </a:lnTo>
                <a:lnTo>
                  <a:pt x="1333" y="1930"/>
                </a:lnTo>
                <a:lnTo>
                  <a:pt x="1333" y="1931"/>
                </a:lnTo>
                <a:lnTo>
                  <a:pt x="1332" y="1931"/>
                </a:lnTo>
                <a:lnTo>
                  <a:pt x="1331" y="1931"/>
                </a:lnTo>
                <a:lnTo>
                  <a:pt x="1330" y="1930"/>
                </a:lnTo>
                <a:lnTo>
                  <a:pt x="1330" y="1928"/>
                </a:lnTo>
                <a:lnTo>
                  <a:pt x="1331" y="1928"/>
                </a:lnTo>
                <a:lnTo>
                  <a:pt x="1331" y="1927"/>
                </a:lnTo>
                <a:lnTo>
                  <a:pt x="1332" y="1927"/>
                </a:lnTo>
                <a:lnTo>
                  <a:pt x="1332" y="1925"/>
                </a:lnTo>
                <a:lnTo>
                  <a:pt x="1331" y="1925"/>
                </a:lnTo>
                <a:lnTo>
                  <a:pt x="1331" y="1924"/>
                </a:lnTo>
                <a:lnTo>
                  <a:pt x="1330" y="1923"/>
                </a:lnTo>
                <a:lnTo>
                  <a:pt x="1330" y="1922"/>
                </a:lnTo>
                <a:lnTo>
                  <a:pt x="1330" y="1920"/>
                </a:lnTo>
                <a:lnTo>
                  <a:pt x="1330" y="1918"/>
                </a:lnTo>
                <a:lnTo>
                  <a:pt x="1330" y="1917"/>
                </a:lnTo>
                <a:lnTo>
                  <a:pt x="1331" y="1916"/>
                </a:lnTo>
                <a:lnTo>
                  <a:pt x="1331" y="1915"/>
                </a:lnTo>
                <a:lnTo>
                  <a:pt x="1332" y="1915"/>
                </a:lnTo>
                <a:lnTo>
                  <a:pt x="1333" y="1915"/>
                </a:lnTo>
                <a:lnTo>
                  <a:pt x="1333" y="1913"/>
                </a:lnTo>
                <a:lnTo>
                  <a:pt x="1334" y="1913"/>
                </a:lnTo>
                <a:lnTo>
                  <a:pt x="1335" y="1913"/>
                </a:lnTo>
                <a:lnTo>
                  <a:pt x="1335" y="1912"/>
                </a:lnTo>
                <a:lnTo>
                  <a:pt x="1335" y="1911"/>
                </a:lnTo>
                <a:lnTo>
                  <a:pt x="1334" y="1911"/>
                </a:lnTo>
                <a:lnTo>
                  <a:pt x="1334" y="1910"/>
                </a:lnTo>
                <a:lnTo>
                  <a:pt x="1334" y="1908"/>
                </a:lnTo>
                <a:lnTo>
                  <a:pt x="1334" y="1907"/>
                </a:lnTo>
                <a:lnTo>
                  <a:pt x="1335" y="1906"/>
                </a:lnTo>
                <a:lnTo>
                  <a:pt x="1335" y="1905"/>
                </a:lnTo>
                <a:lnTo>
                  <a:pt x="1335" y="1904"/>
                </a:lnTo>
                <a:lnTo>
                  <a:pt x="1335" y="1903"/>
                </a:lnTo>
                <a:lnTo>
                  <a:pt x="1334" y="1902"/>
                </a:lnTo>
                <a:lnTo>
                  <a:pt x="1332" y="1901"/>
                </a:lnTo>
                <a:lnTo>
                  <a:pt x="1331" y="1899"/>
                </a:lnTo>
                <a:lnTo>
                  <a:pt x="1330" y="1898"/>
                </a:lnTo>
                <a:lnTo>
                  <a:pt x="1331" y="1898"/>
                </a:lnTo>
                <a:lnTo>
                  <a:pt x="1330" y="1897"/>
                </a:lnTo>
                <a:lnTo>
                  <a:pt x="1329" y="1896"/>
                </a:lnTo>
                <a:lnTo>
                  <a:pt x="1329" y="1895"/>
                </a:lnTo>
                <a:lnTo>
                  <a:pt x="1329" y="1894"/>
                </a:lnTo>
                <a:lnTo>
                  <a:pt x="1330" y="1893"/>
                </a:lnTo>
                <a:lnTo>
                  <a:pt x="1329" y="1892"/>
                </a:lnTo>
                <a:lnTo>
                  <a:pt x="1328" y="1892"/>
                </a:lnTo>
                <a:lnTo>
                  <a:pt x="1327" y="1892"/>
                </a:lnTo>
                <a:lnTo>
                  <a:pt x="1326" y="1891"/>
                </a:lnTo>
                <a:lnTo>
                  <a:pt x="1325" y="1890"/>
                </a:lnTo>
                <a:lnTo>
                  <a:pt x="1323" y="1890"/>
                </a:lnTo>
                <a:lnTo>
                  <a:pt x="1322" y="1890"/>
                </a:lnTo>
                <a:lnTo>
                  <a:pt x="1322" y="1889"/>
                </a:lnTo>
                <a:lnTo>
                  <a:pt x="1322" y="1888"/>
                </a:lnTo>
                <a:lnTo>
                  <a:pt x="1320" y="1889"/>
                </a:lnTo>
                <a:lnTo>
                  <a:pt x="1319" y="1889"/>
                </a:lnTo>
                <a:lnTo>
                  <a:pt x="1318" y="1889"/>
                </a:lnTo>
                <a:lnTo>
                  <a:pt x="1317" y="1888"/>
                </a:lnTo>
                <a:lnTo>
                  <a:pt x="1313" y="1887"/>
                </a:lnTo>
                <a:lnTo>
                  <a:pt x="1312" y="1887"/>
                </a:lnTo>
                <a:lnTo>
                  <a:pt x="1312" y="1886"/>
                </a:lnTo>
                <a:lnTo>
                  <a:pt x="1312" y="1885"/>
                </a:lnTo>
                <a:lnTo>
                  <a:pt x="1312" y="1884"/>
                </a:lnTo>
                <a:lnTo>
                  <a:pt x="1312" y="1883"/>
                </a:lnTo>
                <a:lnTo>
                  <a:pt x="1311" y="1882"/>
                </a:lnTo>
                <a:lnTo>
                  <a:pt x="1310" y="1883"/>
                </a:lnTo>
                <a:lnTo>
                  <a:pt x="1309" y="1883"/>
                </a:lnTo>
                <a:lnTo>
                  <a:pt x="1308" y="1882"/>
                </a:lnTo>
                <a:lnTo>
                  <a:pt x="1308" y="1881"/>
                </a:lnTo>
                <a:lnTo>
                  <a:pt x="1308" y="1880"/>
                </a:lnTo>
                <a:lnTo>
                  <a:pt x="1307" y="1880"/>
                </a:lnTo>
                <a:lnTo>
                  <a:pt x="1306" y="1880"/>
                </a:lnTo>
                <a:lnTo>
                  <a:pt x="1304" y="1881"/>
                </a:lnTo>
                <a:lnTo>
                  <a:pt x="1303" y="1881"/>
                </a:lnTo>
                <a:lnTo>
                  <a:pt x="1303" y="1880"/>
                </a:lnTo>
                <a:lnTo>
                  <a:pt x="1303" y="1879"/>
                </a:lnTo>
                <a:lnTo>
                  <a:pt x="1303" y="1878"/>
                </a:lnTo>
                <a:lnTo>
                  <a:pt x="1302" y="1878"/>
                </a:lnTo>
                <a:lnTo>
                  <a:pt x="1302" y="1877"/>
                </a:lnTo>
                <a:lnTo>
                  <a:pt x="1301" y="1877"/>
                </a:lnTo>
                <a:lnTo>
                  <a:pt x="1301" y="1876"/>
                </a:lnTo>
                <a:lnTo>
                  <a:pt x="1300" y="1874"/>
                </a:lnTo>
                <a:lnTo>
                  <a:pt x="1300" y="1873"/>
                </a:lnTo>
                <a:lnTo>
                  <a:pt x="1300" y="1872"/>
                </a:lnTo>
                <a:lnTo>
                  <a:pt x="1300" y="1871"/>
                </a:lnTo>
                <a:lnTo>
                  <a:pt x="1299" y="1871"/>
                </a:lnTo>
                <a:lnTo>
                  <a:pt x="1299" y="1870"/>
                </a:lnTo>
                <a:lnTo>
                  <a:pt x="1299" y="1869"/>
                </a:lnTo>
                <a:lnTo>
                  <a:pt x="1298" y="1869"/>
                </a:lnTo>
                <a:lnTo>
                  <a:pt x="1297" y="1868"/>
                </a:lnTo>
                <a:lnTo>
                  <a:pt x="1296" y="1868"/>
                </a:lnTo>
                <a:lnTo>
                  <a:pt x="1296" y="1867"/>
                </a:lnTo>
                <a:lnTo>
                  <a:pt x="1296" y="1866"/>
                </a:lnTo>
                <a:lnTo>
                  <a:pt x="1295" y="1865"/>
                </a:lnTo>
                <a:lnTo>
                  <a:pt x="1294" y="1865"/>
                </a:lnTo>
                <a:lnTo>
                  <a:pt x="1294" y="1864"/>
                </a:lnTo>
                <a:lnTo>
                  <a:pt x="1293" y="1864"/>
                </a:lnTo>
                <a:lnTo>
                  <a:pt x="1293" y="1863"/>
                </a:lnTo>
                <a:lnTo>
                  <a:pt x="1293" y="1862"/>
                </a:lnTo>
                <a:lnTo>
                  <a:pt x="1293" y="1861"/>
                </a:lnTo>
                <a:lnTo>
                  <a:pt x="1293" y="1860"/>
                </a:lnTo>
                <a:lnTo>
                  <a:pt x="1293" y="1859"/>
                </a:lnTo>
                <a:lnTo>
                  <a:pt x="1292" y="1858"/>
                </a:lnTo>
                <a:lnTo>
                  <a:pt x="1291" y="1857"/>
                </a:lnTo>
                <a:lnTo>
                  <a:pt x="1291" y="1856"/>
                </a:lnTo>
                <a:lnTo>
                  <a:pt x="1291" y="1857"/>
                </a:lnTo>
                <a:lnTo>
                  <a:pt x="1289" y="1854"/>
                </a:lnTo>
                <a:lnTo>
                  <a:pt x="1288" y="1852"/>
                </a:lnTo>
                <a:lnTo>
                  <a:pt x="1288" y="1851"/>
                </a:lnTo>
                <a:lnTo>
                  <a:pt x="1288" y="1850"/>
                </a:lnTo>
                <a:lnTo>
                  <a:pt x="1287" y="1850"/>
                </a:lnTo>
                <a:lnTo>
                  <a:pt x="1286" y="1851"/>
                </a:lnTo>
                <a:lnTo>
                  <a:pt x="1285" y="1850"/>
                </a:lnTo>
                <a:lnTo>
                  <a:pt x="1285" y="1848"/>
                </a:lnTo>
                <a:lnTo>
                  <a:pt x="1285" y="1847"/>
                </a:lnTo>
                <a:lnTo>
                  <a:pt x="1285" y="1845"/>
                </a:lnTo>
                <a:lnTo>
                  <a:pt x="1284" y="1844"/>
                </a:lnTo>
                <a:lnTo>
                  <a:pt x="1284" y="1843"/>
                </a:lnTo>
                <a:lnTo>
                  <a:pt x="1284" y="1842"/>
                </a:lnTo>
                <a:lnTo>
                  <a:pt x="1284" y="1841"/>
                </a:lnTo>
                <a:lnTo>
                  <a:pt x="1284" y="1840"/>
                </a:lnTo>
                <a:lnTo>
                  <a:pt x="1282" y="1839"/>
                </a:lnTo>
                <a:lnTo>
                  <a:pt x="1281" y="1839"/>
                </a:lnTo>
                <a:lnTo>
                  <a:pt x="1280" y="1839"/>
                </a:lnTo>
                <a:lnTo>
                  <a:pt x="1280" y="1838"/>
                </a:lnTo>
                <a:lnTo>
                  <a:pt x="1280" y="1837"/>
                </a:lnTo>
                <a:lnTo>
                  <a:pt x="1279" y="1836"/>
                </a:lnTo>
                <a:lnTo>
                  <a:pt x="1279" y="1835"/>
                </a:lnTo>
                <a:lnTo>
                  <a:pt x="1279" y="1834"/>
                </a:lnTo>
                <a:lnTo>
                  <a:pt x="1278" y="1832"/>
                </a:lnTo>
                <a:lnTo>
                  <a:pt x="1278" y="1831"/>
                </a:lnTo>
                <a:lnTo>
                  <a:pt x="1278" y="1830"/>
                </a:lnTo>
                <a:lnTo>
                  <a:pt x="1277" y="1830"/>
                </a:lnTo>
                <a:lnTo>
                  <a:pt x="1276" y="1829"/>
                </a:lnTo>
                <a:lnTo>
                  <a:pt x="1275" y="1828"/>
                </a:lnTo>
                <a:lnTo>
                  <a:pt x="1275" y="1827"/>
                </a:lnTo>
                <a:lnTo>
                  <a:pt x="1275" y="1826"/>
                </a:lnTo>
                <a:lnTo>
                  <a:pt x="1274" y="1825"/>
                </a:lnTo>
                <a:lnTo>
                  <a:pt x="1272" y="1824"/>
                </a:lnTo>
                <a:lnTo>
                  <a:pt x="1271" y="1824"/>
                </a:lnTo>
                <a:lnTo>
                  <a:pt x="1271" y="1823"/>
                </a:lnTo>
                <a:lnTo>
                  <a:pt x="1270" y="1822"/>
                </a:lnTo>
                <a:lnTo>
                  <a:pt x="1269" y="1822"/>
                </a:lnTo>
                <a:lnTo>
                  <a:pt x="1268" y="1821"/>
                </a:lnTo>
                <a:lnTo>
                  <a:pt x="1267" y="1820"/>
                </a:lnTo>
                <a:lnTo>
                  <a:pt x="1268" y="1818"/>
                </a:lnTo>
                <a:lnTo>
                  <a:pt x="1269" y="1817"/>
                </a:lnTo>
                <a:lnTo>
                  <a:pt x="1270" y="1817"/>
                </a:lnTo>
                <a:lnTo>
                  <a:pt x="1270" y="1815"/>
                </a:lnTo>
                <a:lnTo>
                  <a:pt x="1270" y="1814"/>
                </a:lnTo>
                <a:lnTo>
                  <a:pt x="1271" y="1814"/>
                </a:lnTo>
                <a:lnTo>
                  <a:pt x="1272" y="1814"/>
                </a:lnTo>
                <a:lnTo>
                  <a:pt x="1272" y="1813"/>
                </a:lnTo>
                <a:lnTo>
                  <a:pt x="1273" y="1811"/>
                </a:lnTo>
                <a:lnTo>
                  <a:pt x="1273" y="1810"/>
                </a:lnTo>
                <a:lnTo>
                  <a:pt x="1273" y="1809"/>
                </a:lnTo>
                <a:lnTo>
                  <a:pt x="1274" y="1808"/>
                </a:lnTo>
                <a:lnTo>
                  <a:pt x="1275" y="1806"/>
                </a:lnTo>
                <a:lnTo>
                  <a:pt x="1275" y="1805"/>
                </a:lnTo>
                <a:lnTo>
                  <a:pt x="1274" y="1804"/>
                </a:lnTo>
                <a:lnTo>
                  <a:pt x="1274" y="1803"/>
                </a:lnTo>
                <a:lnTo>
                  <a:pt x="1274" y="1802"/>
                </a:lnTo>
                <a:lnTo>
                  <a:pt x="1275" y="1802"/>
                </a:lnTo>
                <a:lnTo>
                  <a:pt x="1275" y="1801"/>
                </a:lnTo>
                <a:lnTo>
                  <a:pt x="1276" y="1801"/>
                </a:lnTo>
                <a:lnTo>
                  <a:pt x="1276" y="1800"/>
                </a:lnTo>
                <a:lnTo>
                  <a:pt x="1275" y="1799"/>
                </a:lnTo>
                <a:lnTo>
                  <a:pt x="1275" y="1798"/>
                </a:lnTo>
                <a:lnTo>
                  <a:pt x="1275" y="1797"/>
                </a:lnTo>
                <a:lnTo>
                  <a:pt x="1276" y="1797"/>
                </a:lnTo>
                <a:lnTo>
                  <a:pt x="1277" y="1797"/>
                </a:lnTo>
                <a:lnTo>
                  <a:pt x="1277" y="1796"/>
                </a:lnTo>
                <a:lnTo>
                  <a:pt x="1277" y="1795"/>
                </a:lnTo>
                <a:lnTo>
                  <a:pt x="1277" y="1794"/>
                </a:lnTo>
                <a:lnTo>
                  <a:pt x="1277" y="1793"/>
                </a:lnTo>
                <a:lnTo>
                  <a:pt x="1278" y="1793"/>
                </a:lnTo>
                <a:lnTo>
                  <a:pt x="1278" y="1792"/>
                </a:lnTo>
                <a:lnTo>
                  <a:pt x="1278" y="1791"/>
                </a:lnTo>
                <a:lnTo>
                  <a:pt x="1279" y="1791"/>
                </a:lnTo>
                <a:lnTo>
                  <a:pt x="1280" y="1791"/>
                </a:lnTo>
                <a:lnTo>
                  <a:pt x="1280" y="1790"/>
                </a:lnTo>
                <a:lnTo>
                  <a:pt x="1281" y="1790"/>
                </a:lnTo>
                <a:lnTo>
                  <a:pt x="1282" y="1790"/>
                </a:lnTo>
                <a:lnTo>
                  <a:pt x="1285" y="1789"/>
                </a:lnTo>
                <a:lnTo>
                  <a:pt x="1286" y="1789"/>
                </a:lnTo>
                <a:lnTo>
                  <a:pt x="1287" y="1788"/>
                </a:lnTo>
                <a:lnTo>
                  <a:pt x="1287" y="1787"/>
                </a:lnTo>
                <a:lnTo>
                  <a:pt x="1288" y="1785"/>
                </a:lnTo>
                <a:lnTo>
                  <a:pt x="1289" y="1785"/>
                </a:lnTo>
                <a:lnTo>
                  <a:pt x="1289" y="1784"/>
                </a:lnTo>
                <a:lnTo>
                  <a:pt x="1290" y="1784"/>
                </a:lnTo>
                <a:lnTo>
                  <a:pt x="1290" y="1783"/>
                </a:lnTo>
                <a:lnTo>
                  <a:pt x="1290" y="1782"/>
                </a:lnTo>
                <a:lnTo>
                  <a:pt x="1290" y="1781"/>
                </a:lnTo>
                <a:lnTo>
                  <a:pt x="1290" y="1780"/>
                </a:lnTo>
                <a:lnTo>
                  <a:pt x="1291" y="1780"/>
                </a:lnTo>
                <a:lnTo>
                  <a:pt x="1292" y="1780"/>
                </a:lnTo>
                <a:lnTo>
                  <a:pt x="1293" y="1780"/>
                </a:lnTo>
                <a:lnTo>
                  <a:pt x="1294" y="1780"/>
                </a:lnTo>
                <a:lnTo>
                  <a:pt x="1295" y="1780"/>
                </a:lnTo>
                <a:lnTo>
                  <a:pt x="1297" y="1780"/>
                </a:lnTo>
                <a:lnTo>
                  <a:pt x="1298" y="1780"/>
                </a:lnTo>
                <a:lnTo>
                  <a:pt x="1299" y="1779"/>
                </a:lnTo>
                <a:lnTo>
                  <a:pt x="1300" y="1779"/>
                </a:lnTo>
                <a:lnTo>
                  <a:pt x="1301" y="1780"/>
                </a:lnTo>
                <a:lnTo>
                  <a:pt x="1302" y="1781"/>
                </a:lnTo>
                <a:lnTo>
                  <a:pt x="1303" y="1781"/>
                </a:lnTo>
                <a:lnTo>
                  <a:pt x="1304" y="1782"/>
                </a:lnTo>
                <a:lnTo>
                  <a:pt x="1305" y="1781"/>
                </a:lnTo>
                <a:lnTo>
                  <a:pt x="1306" y="1781"/>
                </a:lnTo>
                <a:lnTo>
                  <a:pt x="1307" y="1782"/>
                </a:lnTo>
                <a:lnTo>
                  <a:pt x="1308" y="1783"/>
                </a:lnTo>
                <a:lnTo>
                  <a:pt x="1309" y="1783"/>
                </a:lnTo>
                <a:lnTo>
                  <a:pt x="1309" y="1784"/>
                </a:lnTo>
                <a:lnTo>
                  <a:pt x="1310" y="1785"/>
                </a:lnTo>
                <a:lnTo>
                  <a:pt x="1311" y="1785"/>
                </a:lnTo>
                <a:lnTo>
                  <a:pt x="1311" y="1786"/>
                </a:lnTo>
                <a:lnTo>
                  <a:pt x="1312" y="1786"/>
                </a:lnTo>
                <a:lnTo>
                  <a:pt x="1312" y="1787"/>
                </a:lnTo>
                <a:lnTo>
                  <a:pt x="1313" y="1789"/>
                </a:lnTo>
                <a:lnTo>
                  <a:pt x="1314" y="1789"/>
                </a:lnTo>
                <a:lnTo>
                  <a:pt x="1314" y="1788"/>
                </a:lnTo>
                <a:lnTo>
                  <a:pt x="1315" y="1788"/>
                </a:lnTo>
                <a:lnTo>
                  <a:pt x="1316" y="1788"/>
                </a:lnTo>
                <a:lnTo>
                  <a:pt x="1316" y="1789"/>
                </a:lnTo>
                <a:lnTo>
                  <a:pt x="1316" y="1790"/>
                </a:lnTo>
                <a:lnTo>
                  <a:pt x="1317" y="1790"/>
                </a:lnTo>
                <a:lnTo>
                  <a:pt x="1316" y="1791"/>
                </a:lnTo>
                <a:lnTo>
                  <a:pt x="1317" y="1791"/>
                </a:lnTo>
                <a:lnTo>
                  <a:pt x="1317" y="1792"/>
                </a:lnTo>
                <a:lnTo>
                  <a:pt x="1318" y="1791"/>
                </a:lnTo>
                <a:lnTo>
                  <a:pt x="1319" y="1791"/>
                </a:lnTo>
                <a:lnTo>
                  <a:pt x="1320" y="1791"/>
                </a:lnTo>
                <a:lnTo>
                  <a:pt x="1321" y="1792"/>
                </a:lnTo>
                <a:lnTo>
                  <a:pt x="1324" y="1791"/>
                </a:lnTo>
                <a:lnTo>
                  <a:pt x="1325" y="1791"/>
                </a:lnTo>
                <a:lnTo>
                  <a:pt x="1325" y="1792"/>
                </a:lnTo>
                <a:lnTo>
                  <a:pt x="1327" y="1792"/>
                </a:lnTo>
                <a:lnTo>
                  <a:pt x="1327" y="1791"/>
                </a:lnTo>
                <a:lnTo>
                  <a:pt x="1328" y="1791"/>
                </a:lnTo>
                <a:lnTo>
                  <a:pt x="1329" y="1792"/>
                </a:lnTo>
                <a:lnTo>
                  <a:pt x="1330" y="1792"/>
                </a:lnTo>
                <a:lnTo>
                  <a:pt x="1331" y="1791"/>
                </a:lnTo>
                <a:lnTo>
                  <a:pt x="1332" y="1791"/>
                </a:lnTo>
                <a:lnTo>
                  <a:pt x="1333" y="1791"/>
                </a:lnTo>
                <a:lnTo>
                  <a:pt x="1334" y="1792"/>
                </a:lnTo>
                <a:lnTo>
                  <a:pt x="1335" y="1793"/>
                </a:lnTo>
                <a:lnTo>
                  <a:pt x="1335" y="1794"/>
                </a:lnTo>
                <a:lnTo>
                  <a:pt x="1336" y="1794"/>
                </a:lnTo>
                <a:lnTo>
                  <a:pt x="1337" y="1793"/>
                </a:lnTo>
                <a:lnTo>
                  <a:pt x="1338" y="1792"/>
                </a:lnTo>
                <a:lnTo>
                  <a:pt x="1339" y="1791"/>
                </a:lnTo>
                <a:lnTo>
                  <a:pt x="1340" y="1790"/>
                </a:lnTo>
                <a:lnTo>
                  <a:pt x="1341" y="1791"/>
                </a:lnTo>
                <a:lnTo>
                  <a:pt x="1342" y="1791"/>
                </a:lnTo>
                <a:lnTo>
                  <a:pt x="1343" y="1791"/>
                </a:lnTo>
                <a:lnTo>
                  <a:pt x="1346" y="1792"/>
                </a:lnTo>
                <a:lnTo>
                  <a:pt x="1347" y="1792"/>
                </a:lnTo>
                <a:lnTo>
                  <a:pt x="1347" y="1793"/>
                </a:lnTo>
                <a:lnTo>
                  <a:pt x="1347" y="1795"/>
                </a:lnTo>
                <a:lnTo>
                  <a:pt x="1346" y="1795"/>
                </a:lnTo>
                <a:lnTo>
                  <a:pt x="1346" y="1797"/>
                </a:lnTo>
                <a:lnTo>
                  <a:pt x="1346" y="1798"/>
                </a:lnTo>
                <a:lnTo>
                  <a:pt x="1346" y="1799"/>
                </a:lnTo>
                <a:lnTo>
                  <a:pt x="1347" y="1799"/>
                </a:lnTo>
                <a:lnTo>
                  <a:pt x="1348" y="1799"/>
                </a:lnTo>
                <a:lnTo>
                  <a:pt x="1348" y="1798"/>
                </a:lnTo>
                <a:lnTo>
                  <a:pt x="1349" y="1798"/>
                </a:lnTo>
                <a:lnTo>
                  <a:pt x="1351" y="1799"/>
                </a:lnTo>
                <a:lnTo>
                  <a:pt x="1352" y="1800"/>
                </a:lnTo>
                <a:lnTo>
                  <a:pt x="1351" y="1800"/>
                </a:lnTo>
                <a:lnTo>
                  <a:pt x="1351" y="1801"/>
                </a:lnTo>
                <a:lnTo>
                  <a:pt x="1352" y="1802"/>
                </a:lnTo>
                <a:lnTo>
                  <a:pt x="1354" y="1804"/>
                </a:lnTo>
                <a:lnTo>
                  <a:pt x="1355" y="1804"/>
                </a:lnTo>
                <a:lnTo>
                  <a:pt x="1356" y="1804"/>
                </a:lnTo>
                <a:lnTo>
                  <a:pt x="1356" y="1805"/>
                </a:lnTo>
                <a:lnTo>
                  <a:pt x="1357" y="1805"/>
                </a:lnTo>
                <a:lnTo>
                  <a:pt x="1360" y="1805"/>
                </a:lnTo>
                <a:lnTo>
                  <a:pt x="1361" y="1805"/>
                </a:lnTo>
                <a:lnTo>
                  <a:pt x="1362" y="1806"/>
                </a:lnTo>
                <a:lnTo>
                  <a:pt x="1362" y="1808"/>
                </a:lnTo>
                <a:lnTo>
                  <a:pt x="1362" y="1809"/>
                </a:lnTo>
                <a:lnTo>
                  <a:pt x="1361" y="1809"/>
                </a:lnTo>
                <a:lnTo>
                  <a:pt x="1361" y="1810"/>
                </a:lnTo>
                <a:lnTo>
                  <a:pt x="1362" y="1810"/>
                </a:lnTo>
                <a:lnTo>
                  <a:pt x="1363" y="1810"/>
                </a:lnTo>
                <a:lnTo>
                  <a:pt x="1363" y="1809"/>
                </a:lnTo>
                <a:lnTo>
                  <a:pt x="1364" y="1809"/>
                </a:lnTo>
                <a:lnTo>
                  <a:pt x="1365" y="1809"/>
                </a:lnTo>
                <a:lnTo>
                  <a:pt x="1369" y="1810"/>
                </a:lnTo>
                <a:lnTo>
                  <a:pt x="1371" y="1811"/>
                </a:lnTo>
                <a:lnTo>
                  <a:pt x="1371" y="1812"/>
                </a:lnTo>
                <a:lnTo>
                  <a:pt x="1372" y="1812"/>
                </a:lnTo>
                <a:lnTo>
                  <a:pt x="1374" y="1812"/>
                </a:lnTo>
                <a:lnTo>
                  <a:pt x="1375" y="1813"/>
                </a:lnTo>
                <a:lnTo>
                  <a:pt x="1376" y="1814"/>
                </a:lnTo>
                <a:lnTo>
                  <a:pt x="1378" y="1814"/>
                </a:lnTo>
                <a:lnTo>
                  <a:pt x="1379" y="1814"/>
                </a:lnTo>
                <a:lnTo>
                  <a:pt x="1380" y="1815"/>
                </a:lnTo>
                <a:lnTo>
                  <a:pt x="1381" y="1816"/>
                </a:lnTo>
                <a:lnTo>
                  <a:pt x="1383" y="1815"/>
                </a:lnTo>
                <a:lnTo>
                  <a:pt x="1384" y="1816"/>
                </a:lnTo>
                <a:lnTo>
                  <a:pt x="1386" y="1816"/>
                </a:lnTo>
                <a:lnTo>
                  <a:pt x="1387" y="1816"/>
                </a:lnTo>
                <a:lnTo>
                  <a:pt x="1388" y="1816"/>
                </a:lnTo>
                <a:lnTo>
                  <a:pt x="1388" y="1817"/>
                </a:lnTo>
                <a:lnTo>
                  <a:pt x="1389" y="1818"/>
                </a:lnTo>
                <a:lnTo>
                  <a:pt x="1388" y="1819"/>
                </a:lnTo>
                <a:lnTo>
                  <a:pt x="1388" y="1820"/>
                </a:lnTo>
                <a:lnTo>
                  <a:pt x="1388" y="1821"/>
                </a:lnTo>
                <a:lnTo>
                  <a:pt x="1390" y="1821"/>
                </a:lnTo>
                <a:lnTo>
                  <a:pt x="1391" y="1821"/>
                </a:lnTo>
                <a:lnTo>
                  <a:pt x="1392" y="1821"/>
                </a:lnTo>
                <a:lnTo>
                  <a:pt x="1393" y="1820"/>
                </a:lnTo>
                <a:lnTo>
                  <a:pt x="1393" y="1819"/>
                </a:lnTo>
                <a:lnTo>
                  <a:pt x="1394" y="1819"/>
                </a:lnTo>
                <a:lnTo>
                  <a:pt x="1395" y="1818"/>
                </a:lnTo>
                <a:lnTo>
                  <a:pt x="1396" y="1818"/>
                </a:lnTo>
                <a:lnTo>
                  <a:pt x="1397" y="1818"/>
                </a:lnTo>
                <a:lnTo>
                  <a:pt x="1397" y="1819"/>
                </a:lnTo>
                <a:lnTo>
                  <a:pt x="1398" y="1820"/>
                </a:lnTo>
                <a:lnTo>
                  <a:pt x="1399" y="1820"/>
                </a:lnTo>
                <a:lnTo>
                  <a:pt x="1399" y="1821"/>
                </a:lnTo>
                <a:lnTo>
                  <a:pt x="1399" y="1822"/>
                </a:lnTo>
                <a:lnTo>
                  <a:pt x="1400" y="1822"/>
                </a:lnTo>
                <a:lnTo>
                  <a:pt x="1401" y="1822"/>
                </a:lnTo>
                <a:lnTo>
                  <a:pt x="1402" y="1822"/>
                </a:lnTo>
                <a:lnTo>
                  <a:pt x="1402" y="1821"/>
                </a:lnTo>
                <a:lnTo>
                  <a:pt x="1403" y="1821"/>
                </a:lnTo>
                <a:lnTo>
                  <a:pt x="1403" y="1822"/>
                </a:lnTo>
                <a:lnTo>
                  <a:pt x="1404" y="1822"/>
                </a:lnTo>
                <a:lnTo>
                  <a:pt x="1404" y="1823"/>
                </a:lnTo>
                <a:lnTo>
                  <a:pt x="1404" y="1824"/>
                </a:lnTo>
                <a:lnTo>
                  <a:pt x="1405" y="1824"/>
                </a:lnTo>
                <a:lnTo>
                  <a:pt x="1406" y="1824"/>
                </a:lnTo>
                <a:lnTo>
                  <a:pt x="1406" y="1825"/>
                </a:lnTo>
                <a:lnTo>
                  <a:pt x="1407" y="1826"/>
                </a:lnTo>
                <a:lnTo>
                  <a:pt x="1408" y="1826"/>
                </a:lnTo>
                <a:lnTo>
                  <a:pt x="1410" y="1827"/>
                </a:lnTo>
                <a:lnTo>
                  <a:pt x="1410" y="1828"/>
                </a:lnTo>
                <a:lnTo>
                  <a:pt x="1411" y="1829"/>
                </a:lnTo>
                <a:lnTo>
                  <a:pt x="1412" y="1829"/>
                </a:lnTo>
                <a:lnTo>
                  <a:pt x="1414" y="1830"/>
                </a:lnTo>
                <a:lnTo>
                  <a:pt x="1415" y="1830"/>
                </a:lnTo>
                <a:lnTo>
                  <a:pt x="1415" y="1831"/>
                </a:lnTo>
                <a:lnTo>
                  <a:pt x="1415" y="1832"/>
                </a:lnTo>
                <a:lnTo>
                  <a:pt x="1414" y="1833"/>
                </a:lnTo>
                <a:lnTo>
                  <a:pt x="1413" y="1833"/>
                </a:lnTo>
                <a:lnTo>
                  <a:pt x="1413" y="1834"/>
                </a:lnTo>
                <a:lnTo>
                  <a:pt x="1414" y="1837"/>
                </a:lnTo>
                <a:lnTo>
                  <a:pt x="1415" y="1837"/>
                </a:lnTo>
                <a:lnTo>
                  <a:pt x="1417" y="1839"/>
                </a:lnTo>
                <a:lnTo>
                  <a:pt x="1419" y="1840"/>
                </a:lnTo>
                <a:lnTo>
                  <a:pt x="1420" y="1841"/>
                </a:lnTo>
                <a:lnTo>
                  <a:pt x="1421" y="1840"/>
                </a:lnTo>
                <a:lnTo>
                  <a:pt x="1422" y="1839"/>
                </a:lnTo>
                <a:lnTo>
                  <a:pt x="1421" y="1838"/>
                </a:lnTo>
                <a:lnTo>
                  <a:pt x="1422" y="1838"/>
                </a:lnTo>
                <a:lnTo>
                  <a:pt x="1423" y="1838"/>
                </a:lnTo>
                <a:lnTo>
                  <a:pt x="1424" y="1840"/>
                </a:lnTo>
                <a:lnTo>
                  <a:pt x="1425" y="1840"/>
                </a:lnTo>
                <a:lnTo>
                  <a:pt x="1425" y="1841"/>
                </a:lnTo>
                <a:lnTo>
                  <a:pt x="1425" y="1842"/>
                </a:lnTo>
                <a:lnTo>
                  <a:pt x="1424" y="1843"/>
                </a:lnTo>
                <a:lnTo>
                  <a:pt x="1424" y="1845"/>
                </a:lnTo>
                <a:lnTo>
                  <a:pt x="1425" y="1846"/>
                </a:lnTo>
                <a:lnTo>
                  <a:pt x="1425" y="1845"/>
                </a:lnTo>
                <a:lnTo>
                  <a:pt x="1426" y="1845"/>
                </a:lnTo>
                <a:lnTo>
                  <a:pt x="1426" y="1844"/>
                </a:lnTo>
                <a:lnTo>
                  <a:pt x="1426" y="1843"/>
                </a:lnTo>
                <a:lnTo>
                  <a:pt x="1427" y="1842"/>
                </a:lnTo>
                <a:lnTo>
                  <a:pt x="1428" y="1843"/>
                </a:lnTo>
                <a:lnTo>
                  <a:pt x="1428" y="1844"/>
                </a:lnTo>
                <a:lnTo>
                  <a:pt x="1427" y="1845"/>
                </a:lnTo>
                <a:lnTo>
                  <a:pt x="1428" y="1846"/>
                </a:lnTo>
                <a:lnTo>
                  <a:pt x="1428" y="1847"/>
                </a:lnTo>
                <a:lnTo>
                  <a:pt x="1429" y="1845"/>
                </a:lnTo>
                <a:lnTo>
                  <a:pt x="1430" y="1845"/>
                </a:lnTo>
                <a:lnTo>
                  <a:pt x="1431" y="1844"/>
                </a:lnTo>
                <a:lnTo>
                  <a:pt x="1432" y="1842"/>
                </a:lnTo>
                <a:lnTo>
                  <a:pt x="1432" y="1841"/>
                </a:lnTo>
                <a:lnTo>
                  <a:pt x="1433" y="1840"/>
                </a:lnTo>
                <a:lnTo>
                  <a:pt x="1433" y="1839"/>
                </a:lnTo>
                <a:lnTo>
                  <a:pt x="1433" y="1838"/>
                </a:lnTo>
                <a:lnTo>
                  <a:pt x="1434" y="1838"/>
                </a:lnTo>
                <a:lnTo>
                  <a:pt x="1434" y="1837"/>
                </a:lnTo>
                <a:lnTo>
                  <a:pt x="1434" y="1838"/>
                </a:lnTo>
                <a:lnTo>
                  <a:pt x="1435" y="1838"/>
                </a:lnTo>
                <a:lnTo>
                  <a:pt x="1436" y="1837"/>
                </a:lnTo>
                <a:lnTo>
                  <a:pt x="1437" y="1836"/>
                </a:lnTo>
                <a:lnTo>
                  <a:pt x="1438" y="1836"/>
                </a:lnTo>
                <a:lnTo>
                  <a:pt x="1439" y="1837"/>
                </a:lnTo>
                <a:lnTo>
                  <a:pt x="1441" y="1837"/>
                </a:lnTo>
                <a:lnTo>
                  <a:pt x="1444" y="1837"/>
                </a:lnTo>
                <a:lnTo>
                  <a:pt x="1445" y="1837"/>
                </a:lnTo>
                <a:lnTo>
                  <a:pt x="1445" y="1838"/>
                </a:lnTo>
                <a:lnTo>
                  <a:pt x="1446" y="1838"/>
                </a:lnTo>
                <a:lnTo>
                  <a:pt x="1446" y="1837"/>
                </a:lnTo>
                <a:lnTo>
                  <a:pt x="1447" y="1837"/>
                </a:lnTo>
                <a:lnTo>
                  <a:pt x="1447" y="1836"/>
                </a:lnTo>
                <a:lnTo>
                  <a:pt x="1448" y="1835"/>
                </a:lnTo>
                <a:lnTo>
                  <a:pt x="1448" y="1833"/>
                </a:lnTo>
                <a:lnTo>
                  <a:pt x="1447" y="1833"/>
                </a:lnTo>
                <a:lnTo>
                  <a:pt x="1447" y="1832"/>
                </a:lnTo>
                <a:lnTo>
                  <a:pt x="1448" y="1832"/>
                </a:lnTo>
                <a:lnTo>
                  <a:pt x="1450" y="1832"/>
                </a:lnTo>
                <a:lnTo>
                  <a:pt x="1450" y="1833"/>
                </a:lnTo>
                <a:lnTo>
                  <a:pt x="1451" y="1833"/>
                </a:lnTo>
                <a:lnTo>
                  <a:pt x="1451" y="1834"/>
                </a:lnTo>
                <a:lnTo>
                  <a:pt x="1452" y="1837"/>
                </a:lnTo>
                <a:lnTo>
                  <a:pt x="1454" y="1837"/>
                </a:lnTo>
                <a:lnTo>
                  <a:pt x="1454" y="1836"/>
                </a:lnTo>
                <a:lnTo>
                  <a:pt x="1455" y="1836"/>
                </a:lnTo>
                <a:lnTo>
                  <a:pt x="1456" y="1836"/>
                </a:lnTo>
                <a:lnTo>
                  <a:pt x="1456" y="1837"/>
                </a:lnTo>
                <a:lnTo>
                  <a:pt x="1457" y="1837"/>
                </a:lnTo>
                <a:lnTo>
                  <a:pt x="1458" y="1837"/>
                </a:lnTo>
                <a:lnTo>
                  <a:pt x="1458" y="1838"/>
                </a:lnTo>
                <a:lnTo>
                  <a:pt x="1459" y="1838"/>
                </a:lnTo>
                <a:lnTo>
                  <a:pt x="1459" y="1839"/>
                </a:lnTo>
                <a:lnTo>
                  <a:pt x="1461" y="1840"/>
                </a:lnTo>
                <a:lnTo>
                  <a:pt x="1463" y="1840"/>
                </a:lnTo>
                <a:lnTo>
                  <a:pt x="1464" y="1841"/>
                </a:lnTo>
                <a:lnTo>
                  <a:pt x="1465" y="1841"/>
                </a:lnTo>
                <a:lnTo>
                  <a:pt x="1465" y="1842"/>
                </a:lnTo>
                <a:lnTo>
                  <a:pt x="1466" y="1841"/>
                </a:lnTo>
                <a:lnTo>
                  <a:pt x="1466" y="1840"/>
                </a:lnTo>
                <a:lnTo>
                  <a:pt x="1466" y="1839"/>
                </a:lnTo>
                <a:lnTo>
                  <a:pt x="1466" y="1838"/>
                </a:lnTo>
                <a:lnTo>
                  <a:pt x="1467" y="1835"/>
                </a:lnTo>
                <a:lnTo>
                  <a:pt x="1467" y="1834"/>
                </a:lnTo>
                <a:lnTo>
                  <a:pt x="1467" y="1833"/>
                </a:lnTo>
                <a:lnTo>
                  <a:pt x="1467" y="1832"/>
                </a:lnTo>
                <a:lnTo>
                  <a:pt x="1468" y="1832"/>
                </a:lnTo>
                <a:lnTo>
                  <a:pt x="1467" y="1832"/>
                </a:lnTo>
                <a:lnTo>
                  <a:pt x="1466" y="1831"/>
                </a:lnTo>
                <a:lnTo>
                  <a:pt x="1466" y="1830"/>
                </a:lnTo>
                <a:lnTo>
                  <a:pt x="1467" y="1830"/>
                </a:lnTo>
                <a:lnTo>
                  <a:pt x="1467" y="1829"/>
                </a:lnTo>
                <a:lnTo>
                  <a:pt x="1468" y="1829"/>
                </a:lnTo>
                <a:lnTo>
                  <a:pt x="1470" y="1830"/>
                </a:lnTo>
                <a:lnTo>
                  <a:pt x="1471" y="1830"/>
                </a:lnTo>
                <a:lnTo>
                  <a:pt x="1472" y="1831"/>
                </a:lnTo>
                <a:lnTo>
                  <a:pt x="1473" y="1831"/>
                </a:lnTo>
                <a:lnTo>
                  <a:pt x="1474" y="1830"/>
                </a:lnTo>
                <a:lnTo>
                  <a:pt x="1475" y="1830"/>
                </a:lnTo>
                <a:lnTo>
                  <a:pt x="1475" y="1828"/>
                </a:lnTo>
                <a:lnTo>
                  <a:pt x="1475" y="1827"/>
                </a:lnTo>
                <a:lnTo>
                  <a:pt x="1475" y="1826"/>
                </a:lnTo>
                <a:lnTo>
                  <a:pt x="1476" y="1825"/>
                </a:lnTo>
                <a:lnTo>
                  <a:pt x="1478" y="1825"/>
                </a:lnTo>
                <a:lnTo>
                  <a:pt x="1478" y="1824"/>
                </a:lnTo>
                <a:lnTo>
                  <a:pt x="1478" y="1822"/>
                </a:lnTo>
                <a:lnTo>
                  <a:pt x="1477" y="1821"/>
                </a:lnTo>
                <a:lnTo>
                  <a:pt x="1476" y="1820"/>
                </a:lnTo>
                <a:lnTo>
                  <a:pt x="1476" y="1819"/>
                </a:lnTo>
                <a:lnTo>
                  <a:pt x="1475" y="1819"/>
                </a:lnTo>
                <a:lnTo>
                  <a:pt x="1476" y="1818"/>
                </a:lnTo>
                <a:lnTo>
                  <a:pt x="1477" y="1818"/>
                </a:lnTo>
                <a:lnTo>
                  <a:pt x="1478" y="1818"/>
                </a:lnTo>
                <a:lnTo>
                  <a:pt x="1478" y="1817"/>
                </a:lnTo>
                <a:lnTo>
                  <a:pt x="1479" y="1817"/>
                </a:lnTo>
                <a:lnTo>
                  <a:pt x="1482" y="1817"/>
                </a:lnTo>
                <a:lnTo>
                  <a:pt x="1482" y="1818"/>
                </a:lnTo>
                <a:lnTo>
                  <a:pt x="1483" y="1818"/>
                </a:lnTo>
                <a:lnTo>
                  <a:pt x="1484" y="1817"/>
                </a:lnTo>
                <a:lnTo>
                  <a:pt x="1484" y="1816"/>
                </a:lnTo>
                <a:lnTo>
                  <a:pt x="1484" y="1815"/>
                </a:lnTo>
                <a:lnTo>
                  <a:pt x="1484" y="1814"/>
                </a:lnTo>
                <a:lnTo>
                  <a:pt x="1483" y="1814"/>
                </a:lnTo>
                <a:lnTo>
                  <a:pt x="1483" y="1813"/>
                </a:lnTo>
                <a:lnTo>
                  <a:pt x="1483" y="1812"/>
                </a:lnTo>
                <a:lnTo>
                  <a:pt x="1484" y="1811"/>
                </a:lnTo>
                <a:lnTo>
                  <a:pt x="1484" y="1810"/>
                </a:lnTo>
                <a:lnTo>
                  <a:pt x="1484" y="1809"/>
                </a:lnTo>
                <a:lnTo>
                  <a:pt x="1484" y="1808"/>
                </a:lnTo>
                <a:lnTo>
                  <a:pt x="1484" y="1807"/>
                </a:lnTo>
                <a:lnTo>
                  <a:pt x="1484" y="1806"/>
                </a:lnTo>
                <a:lnTo>
                  <a:pt x="1485" y="1804"/>
                </a:lnTo>
                <a:lnTo>
                  <a:pt x="1488" y="1805"/>
                </a:lnTo>
                <a:lnTo>
                  <a:pt x="1489" y="1806"/>
                </a:lnTo>
                <a:lnTo>
                  <a:pt x="1491" y="1806"/>
                </a:lnTo>
                <a:lnTo>
                  <a:pt x="1495" y="1808"/>
                </a:lnTo>
                <a:lnTo>
                  <a:pt x="1496" y="1809"/>
                </a:lnTo>
                <a:lnTo>
                  <a:pt x="1497" y="1809"/>
                </a:lnTo>
                <a:lnTo>
                  <a:pt x="1498" y="1809"/>
                </a:lnTo>
                <a:lnTo>
                  <a:pt x="1498" y="1808"/>
                </a:lnTo>
                <a:lnTo>
                  <a:pt x="1499" y="1806"/>
                </a:lnTo>
                <a:lnTo>
                  <a:pt x="1498" y="1805"/>
                </a:lnTo>
                <a:lnTo>
                  <a:pt x="1499" y="1805"/>
                </a:lnTo>
                <a:lnTo>
                  <a:pt x="1499" y="1804"/>
                </a:lnTo>
                <a:lnTo>
                  <a:pt x="1499" y="1805"/>
                </a:lnTo>
                <a:lnTo>
                  <a:pt x="1500" y="1805"/>
                </a:lnTo>
                <a:lnTo>
                  <a:pt x="1500" y="1804"/>
                </a:lnTo>
                <a:lnTo>
                  <a:pt x="1500" y="1803"/>
                </a:lnTo>
                <a:lnTo>
                  <a:pt x="1501" y="1803"/>
                </a:lnTo>
                <a:lnTo>
                  <a:pt x="1502" y="1802"/>
                </a:lnTo>
                <a:lnTo>
                  <a:pt x="1502" y="1801"/>
                </a:lnTo>
                <a:lnTo>
                  <a:pt x="1502" y="1800"/>
                </a:lnTo>
                <a:lnTo>
                  <a:pt x="1502" y="1798"/>
                </a:lnTo>
                <a:lnTo>
                  <a:pt x="1502" y="1797"/>
                </a:lnTo>
                <a:lnTo>
                  <a:pt x="1503" y="1797"/>
                </a:lnTo>
                <a:lnTo>
                  <a:pt x="1503" y="1796"/>
                </a:lnTo>
                <a:lnTo>
                  <a:pt x="1504" y="1796"/>
                </a:lnTo>
                <a:lnTo>
                  <a:pt x="1504" y="1795"/>
                </a:lnTo>
                <a:lnTo>
                  <a:pt x="1504" y="1794"/>
                </a:lnTo>
                <a:lnTo>
                  <a:pt x="1504" y="1793"/>
                </a:lnTo>
                <a:lnTo>
                  <a:pt x="1505" y="1793"/>
                </a:lnTo>
                <a:lnTo>
                  <a:pt x="1505" y="1792"/>
                </a:lnTo>
                <a:lnTo>
                  <a:pt x="1506" y="1792"/>
                </a:lnTo>
                <a:lnTo>
                  <a:pt x="1506" y="1793"/>
                </a:lnTo>
                <a:lnTo>
                  <a:pt x="1507" y="1793"/>
                </a:lnTo>
                <a:lnTo>
                  <a:pt x="1508" y="1794"/>
                </a:lnTo>
                <a:lnTo>
                  <a:pt x="1509" y="1794"/>
                </a:lnTo>
                <a:lnTo>
                  <a:pt x="1510" y="1795"/>
                </a:lnTo>
                <a:lnTo>
                  <a:pt x="1511" y="1795"/>
                </a:lnTo>
                <a:lnTo>
                  <a:pt x="1512" y="1795"/>
                </a:lnTo>
                <a:lnTo>
                  <a:pt x="1513" y="1795"/>
                </a:lnTo>
                <a:lnTo>
                  <a:pt x="1514" y="1795"/>
                </a:lnTo>
                <a:lnTo>
                  <a:pt x="1514" y="1794"/>
                </a:lnTo>
                <a:lnTo>
                  <a:pt x="1517" y="1793"/>
                </a:lnTo>
                <a:lnTo>
                  <a:pt x="1517" y="1792"/>
                </a:lnTo>
                <a:lnTo>
                  <a:pt x="1517" y="1791"/>
                </a:lnTo>
                <a:lnTo>
                  <a:pt x="1516" y="1791"/>
                </a:lnTo>
                <a:lnTo>
                  <a:pt x="1516" y="1790"/>
                </a:lnTo>
                <a:lnTo>
                  <a:pt x="1515" y="1790"/>
                </a:lnTo>
                <a:lnTo>
                  <a:pt x="1515" y="1789"/>
                </a:lnTo>
                <a:lnTo>
                  <a:pt x="1514" y="1789"/>
                </a:lnTo>
                <a:lnTo>
                  <a:pt x="1514" y="1788"/>
                </a:lnTo>
                <a:lnTo>
                  <a:pt x="1514" y="1787"/>
                </a:lnTo>
                <a:lnTo>
                  <a:pt x="1513" y="1786"/>
                </a:lnTo>
                <a:lnTo>
                  <a:pt x="1512" y="1786"/>
                </a:lnTo>
                <a:lnTo>
                  <a:pt x="1511" y="1785"/>
                </a:lnTo>
                <a:lnTo>
                  <a:pt x="1511" y="1784"/>
                </a:lnTo>
                <a:lnTo>
                  <a:pt x="1510" y="1784"/>
                </a:lnTo>
                <a:lnTo>
                  <a:pt x="1510" y="1783"/>
                </a:lnTo>
                <a:lnTo>
                  <a:pt x="1509" y="1782"/>
                </a:lnTo>
                <a:lnTo>
                  <a:pt x="1509" y="1781"/>
                </a:lnTo>
                <a:lnTo>
                  <a:pt x="1509" y="1780"/>
                </a:lnTo>
                <a:lnTo>
                  <a:pt x="1509" y="1779"/>
                </a:lnTo>
                <a:lnTo>
                  <a:pt x="1508" y="1779"/>
                </a:lnTo>
                <a:lnTo>
                  <a:pt x="1508" y="1778"/>
                </a:lnTo>
                <a:lnTo>
                  <a:pt x="1507" y="1778"/>
                </a:lnTo>
                <a:lnTo>
                  <a:pt x="1507" y="1777"/>
                </a:lnTo>
                <a:lnTo>
                  <a:pt x="1507" y="1776"/>
                </a:lnTo>
                <a:lnTo>
                  <a:pt x="1506" y="1775"/>
                </a:lnTo>
                <a:lnTo>
                  <a:pt x="1506" y="1774"/>
                </a:lnTo>
                <a:lnTo>
                  <a:pt x="1505" y="1774"/>
                </a:lnTo>
                <a:lnTo>
                  <a:pt x="1505" y="1773"/>
                </a:lnTo>
                <a:lnTo>
                  <a:pt x="1504" y="1773"/>
                </a:lnTo>
                <a:lnTo>
                  <a:pt x="1504" y="1772"/>
                </a:lnTo>
                <a:lnTo>
                  <a:pt x="1503" y="1772"/>
                </a:lnTo>
                <a:lnTo>
                  <a:pt x="1504" y="1772"/>
                </a:lnTo>
                <a:lnTo>
                  <a:pt x="1504" y="1771"/>
                </a:lnTo>
                <a:lnTo>
                  <a:pt x="1503" y="1771"/>
                </a:lnTo>
                <a:lnTo>
                  <a:pt x="1503" y="1770"/>
                </a:lnTo>
                <a:lnTo>
                  <a:pt x="1503" y="1769"/>
                </a:lnTo>
                <a:lnTo>
                  <a:pt x="1503" y="1767"/>
                </a:lnTo>
                <a:lnTo>
                  <a:pt x="1503" y="1766"/>
                </a:lnTo>
                <a:lnTo>
                  <a:pt x="1502" y="1764"/>
                </a:lnTo>
                <a:lnTo>
                  <a:pt x="1502" y="1763"/>
                </a:lnTo>
                <a:lnTo>
                  <a:pt x="1501" y="1762"/>
                </a:lnTo>
                <a:lnTo>
                  <a:pt x="1501" y="1761"/>
                </a:lnTo>
                <a:lnTo>
                  <a:pt x="1501" y="1760"/>
                </a:lnTo>
                <a:lnTo>
                  <a:pt x="1500" y="1760"/>
                </a:lnTo>
                <a:lnTo>
                  <a:pt x="1499" y="1761"/>
                </a:lnTo>
                <a:lnTo>
                  <a:pt x="1498" y="1761"/>
                </a:lnTo>
                <a:lnTo>
                  <a:pt x="1498" y="1760"/>
                </a:lnTo>
                <a:lnTo>
                  <a:pt x="1497" y="1760"/>
                </a:lnTo>
                <a:lnTo>
                  <a:pt x="1496" y="1758"/>
                </a:lnTo>
                <a:lnTo>
                  <a:pt x="1496" y="1757"/>
                </a:lnTo>
                <a:lnTo>
                  <a:pt x="1495" y="1757"/>
                </a:lnTo>
                <a:lnTo>
                  <a:pt x="1495" y="1756"/>
                </a:lnTo>
                <a:lnTo>
                  <a:pt x="1495" y="1757"/>
                </a:lnTo>
                <a:lnTo>
                  <a:pt x="1494" y="1757"/>
                </a:lnTo>
                <a:lnTo>
                  <a:pt x="1493" y="1757"/>
                </a:lnTo>
                <a:lnTo>
                  <a:pt x="1492" y="1757"/>
                </a:lnTo>
                <a:lnTo>
                  <a:pt x="1491" y="1754"/>
                </a:lnTo>
                <a:lnTo>
                  <a:pt x="1490" y="1754"/>
                </a:lnTo>
                <a:lnTo>
                  <a:pt x="1489" y="1754"/>
                </a:lnTo>
                <a:lnTo>
                  <a:pt x="1489" y="1753"/>
                </a:lnTo>
                <a:lnTo>
                  <a:pt x="1488" y="1754"/>
                </a:lnTo>
                <a:lnTo>
                  <a:pt x="1486" y="1754"/>
                </a:lnTo>
                <a:lnTo>
                  <a:pt x="1485" y="1753"/>
                </a:lnTo>
                <a:lnTo>
                  <a:pt x="1484" y="1753"/>
                </a:lnTo>
                <a:lnTo>
                  <a:pt x="1483" y="1754"/>
                </a:lnTo>
                <a:lnTo>
                  <a:pt x="1482" y="1754"/>
                </a:lnTo>
                <a:lnTo>
                  <a:pt x="1480" y="1753"/>
                </a:lnTo>
                <a:lnTo>
                  <a:pt x="1479" y="1753"/>
                </a:lnTo>
                <a:lnTo>
                  <a:pt x="1478" y="1753"/>
                </a:lnTo>
                <a:lnTo>
                  <a:pt x="1477" y="1753"/>
                </a:lnTo>
                <a:lnTo>
                  <a:pt x="1475" y="1753"/>
                </a:lnTo>
                <a:lnTo>
                  <a:pt x="1475" y="1752"/>
                </a:lnTo>
                <a:lnTo>
                  <a:pt x="1474" y="1752"/>
                </a:lnTo>
                <a:lnTo>
                  <a:pt x="1472" y="1751"/>
                </a:lnTo>
                <a:lnTo>
                  <a:pt x="1471" y="1751"/>
                </a:lnTo>
                <a:lnTo>
                  <a:pt x="1471" y="1750"/>
                </a:lnTo>
                <a:lnTo>
                  <a:pt x="1471" y="1749"/>
                </a:lnTo>
                <a:lnTo>
                  <a:pt x="1471" y="1748"/>
                </a:lnTo>
                <a:lnTo>
                  <a:pt x="1470" y="1748"/>
                </a:lnTo>
                <a:lnTo>
                  <a:pt x="1469" y="1748"/>
                </a:lnTo>
                <a:lnTo>
                  <a:pt x="1469" y="1747"/>
                </a:lnTo>
                <a:lnTo>
                  <a:pt x="1468" y="1745"/>
                </a:lnTo>
                <a:lnTo>
                  <a:pt x="1468" y="1743"/>
                </a:lnTo>
                <a:lnTo>
                  <a:pt x="1467" y="1743"/>
                </a:lnTo>
                <a:lnTo>
                  <a:pt x="1465" y="1743"/>
                </a:lnTo>
                <a:lnTo>
                  <a:pt x="1465" y="1742"/>
                </a:lnTo>
                <a:lnTo>
                  <a:pt x="1464" y="1742"/>
                </a:lnTo>
                <a:lnTo>
                  <a:pt x="1464" y="1740"/>
                </a:lnTo>
                <a:lnTo>
                  <a:pt x="1463" y="1739"/>
                </a:lnTo>
                <a:lnTo>
                  <a:pt x="1463" y="1738"/>
                </a:lnTo>
                <a:lnTo>
                  <a:pt x="1463" y="1734"/>
                </a:lnTo>
                <a:lnTo>
                  <a:pt x="1463" y="1733"/>
                </a:lnTo>
                <a:lnTo>
                  <a:pt x="1463" y="1732"/>
                </a:lnTo>
                <a:lnTo>
                  <a:pt x="1463" y="1731"/>
                </a:lnTo>
                <a:lnTo>
                  <a:pt x="1463" y="1729"/>
                </a:lnTo>
                <a:lnTo>
                  <a:pt x="1463" y="1728"/>
                </a:lnTo>
                <a:lnTo>
                  <a:pt x="1462" y="1728"/>
                </a:lnTo>
                <a:lnTo>
                  <a:pt x="1462" y="1726"/>
                </a:lnTo>
                <a:lnTo>
                  <a:pt x="1463" y="1726"/>
                </a:lnTo>
                <a:lnTo>
                  <a:pt x="1463" y="1725"/>
                </a:lnTo>
                <a:lnTo>
                  <a:pt x="1464" y="1724"/>
                </a:lnTo>
                <a:lnTo>
                  <a:pt x="1464" y="1723"/>
                </a:lnTo>
                <a:lnTo>
                  <a:pt x="1465" y="1723"/>
                </a:lnTo>
                <a:lnTo>
                  <a:pt x="1465" y="1722"/>
                </a:lnTo>
                <a:lnTo>
                  <a:pt x="1464" y="1722"/>
                </a:lnTo>
                <a:lnTo>
                  <a:pt x="1464" y="1721"/>
                </a:lnTo>
                <a:lnTo>
                  <a:pt x="1463" y="1721"/>
                </a:lnTo>
                <a:lnTo>
                  <a:pt x="1463" y="1720"/>
                </a:lnTo>
                <a:lnTo>
                  <a:pt x="1463" y="1719"/>
                </a:lnTo>
                <a:lnTo>
                  <a:pt x="1463" y="1718"/>
                </a:lnTo>
                <a:lnTo>
                  <a:pt x="1463" y="1717"/>
                </a:lnTo>
                <a:lnTo>
                  <a:pt x="1462" y="1716"/>
                </a:lnTo>
                <a:lnTo>
                  <a:pt x="1462" y="1715"/>
                </a:lnTo>
                <a:lnTo>
                  <a:pt x="1463" y="1715"/>
                </a:lnTo>
                <a:lnTo>
                  <a:pt x="1463" y="1714"/>
                </a:lnTo>
                <a:lnTo>
                  <a:pt x="1463" y="1713"/>
                </a:lnTo>
                <a:lnTo>
                  <a:pt x="1463" y="1712"/>
                </a:lnTo>
                <a:lnTo>
                  <a:pt x="1463" y="1711"/>
                </a:lnTo>
                <a:lnTo>
                  <a:pt x="1463" y="1710"/>
                </a:lnTo>
                <a:lnTo>
                  <a:pt x="1463" y="1709"/>
                </a:lnTo>
                <a:lnTo>
                  <a:pt x="1463" y="1708"/>
                </a:lnTo>
                <a:lnTo>
                  <a:pt x="1463" y="1707"/>
                </a:lnTo>
                <a:lnTo>
                  <a:pt x="1464" y="1707"/>
                </a:lnTo>
                <a:lnTo>
                  <a:pt x="1464" y="1706"/>
                </a:lnTo>
                <a:lnTo>
                  <a:pt x="1464" y="1705"/>
                </a:lnTo>
                <a:lnTo>
                  <a:pt x="1463" y="1705"/>
                </a:lnTo>
                <a:lnTo>
                  <a:pt x="1463" y="1703"/>
                </a:lnTo>
                <a:lnTo>
                  <a:pt x="1463" y="1702"/>
                </a:lnTo>
                <a:lnTo>
                  <a:pt x="1463" y="1701"/>
                </a:lnTo>
                <a:lnTo>
                  <a:pt x="1463" y="1699"/>
                </a:lnTo>
                <a:lnTo>
                  <a:pt x="1464" y="1698"/>
                </a:lnTo>
                <a:lnTo>
                  <a:pt x="1464" y="1697"/>
                </a:lnTo>
                <a:lnTo>
                  <a:pt x="1465" y="1697"/>
                </a:lnTo>
                <a:lnTo>
                  <a:pt x="1465" y="1694"/>
                </a:lnTo>
                <a:lnTo>
                  <a:pt x="1465" y="1693"/>
                </a:lnTo>
                <a:lnTo>
                  <a:pt x="1465" y="1692"/>
                </a:lnTo>
                <a:lnTo>
                  <a:pt x="1464" y="1691"/>
                </a:lnTo>
                <a:lnTo>
                  <a:pt x="1464" y="1690"/>
                </a:lnTo>
                <a:lnTo>
                  <a:pt x="1465" y="1690"/>
                </a:lnTo>
                <a:lnTo>
                  <a:pt x="1466" y="1690"/>
                </a:lnTo>
                <a:lnTo>
                  <a:pt x="1466" y="1689"/>
                </a:lnTo>
                <a:lnTo>
                  <a:pt x="1466" y="1688"/>
                </a:lnTo>
                <a:lnTo>
                  <a:pt x="1465" y="1688"/>
                </a:lnTo>
                <a:lnTo>
                  <a:pt x="1464" y="1687"/>
                </a:lnTo>
                <a:lnTo>
                  <a:pt x="1464" y="1683"/>
                </a:lnTo>
                <a:lnTo>
                  <a:pt x="1464" y="1682"/>
                </a:lnTo>
                <a:lnTo>
                  <a:pt x="1465" y="1682"/>
                </a:lnTo>
                <a:lnTo>
                  <a:pt x="1466" y="1681"/>
                </a:lnTo>
                <a:lnTo>
                  <a:pt x="1467" y="1680"/>
                </a:lnTo>
                <a:lnTo>
                  <a:pt x="1468" y="1680"/>
                </a:lnTo>
                <a:lnTo>
                  <a:pt x="1470" y="1680"/>
                </a:lnTo>
                <a:lnTo>
                  <a:pt x="1472" y="1680"/>
                </a:lnTo>
                <a:lnTo>
                  <a:pt x="1472" y="1679"/>
                </a:lnTo>
                <a:lnTo>
                  <a:pt x="1473" y="1679"/>
                </a:lnTo>
                <a:lnTo>
                  <a:pt x="1474" y="1679"/>
                </a:lnTo>
                <a:lnTo>
                  <a:pt x="1475" y="1678"/>
                </a:lnTo>
                <a:lnTo>
                  <a:pt x="1474" y="1678"/>
                </a:lnTo>
                <a:lnTo>
                  <a:pt x="1474" y="1677"/>
                </a:lnTo>
                <a:lnTo>
                  <a:pt x="1475" y="1678"/>
                </a:lnTo>
                <a:lnTo>
                  <a:pt x="1476" y="1678"/>
                </a:lnTo>
                <a:lnTo>
                  <a:pt x="1477" y="1678"/>
                </a:lnTo>
                <a:lnTo>
                  <a:pt x="1478" y="1678"/>
                </a:lnTo>
                <a:lnTo>
                  <a:pt x="1478" y="1679"/>
                </a:lnTo>
                <a:lnTo>
                  <a:pt x="1479" y="1678"/>
                </a:lnTo>
                <a:lnTo>
                  <a:pt x="1480" y="1678"/>
                </a:lnTo>
                <a:lnTo>
                  <a:pt x="1481" y="1678"/>
                </a:lnTo>
                <a:lnTo>
                  <a:pt x="1482" y="1678"/>
                </a:lnTo>
                <a:lnTo>
                  <a:pt x="1482" y="1679"/>
                </a:lnTo>
                <a:lnTo>
                  <a:pt x="1483" y="1680"/>
                </a:lnTo>
                <a:lnTo>
                  <a:pt x="1484" y="1680"/>
                </a:lnTo>
                <a:lnTo>
                  <a:pt x="1485" y="1680"/>
                </a:lnTo>
                <a:lnTo>
                  <a:pt x="1485" y="1681"/>
                </a:lnTo>
                <a:lnTo>
                  <a:pt x="1487" y="1681"/>
                </a:lnTo>
                <a:lnTo>
                  <a:pt x="1489" y="1680"/>
                </a:lnTo>
                <a:lnTo>
                  <a:pt x="1488" y="1680"/>
                </a:lnTo>
                <a:lnTo>
                  <a:pt x="1488" y="1679"/>
                </a:lnTo>
                <a:lnTo>
                  <a:pt x="1487" y="1678"/>
                </a:lnTo>
                <a:lnTo>
                  <a:pt x="1486" y="1678"/>
                </a:lnTo>
                <a:lnTo>
                  <a:pt x="1486" y="1677"/>
                </a:lnTo>
                <a:lnTo>
                  <a:pt x="1486" y="1676"/>
                </a:lnTo>
                <a:lnTo>
                  <a:pt x="1486" y="1674"/>
                </a:lnTo>
                <a:lnTo>
                  <a:pt x="1486" y="1672"/>
                </a:lnTo>
                <a:lnTo>
                  <a:pt x="1486" y="1671"/>
                </a:lnTo>
                <a:lnTo>
                  <a:pt x="1487" y="1671"/>
                </a:lnTo>
                <a:lnTo>
                  <a:pt x="1488" y="1671"/>
                </a:lnTo>
                <a:lnTo>
                  <a:pt x="1488" y="1670"/>
                </a:lnTo>
                <a:lnTo>
                  <a:pt x="1488" y="1669"/>
                </a:lnTo>
                <a:lnTo>
                  <a:pt x="1489" y="1669"/>
                </a:lnTo>
                <a:lnTo>
                  <a:pt x="1490" y="1668"/>
                </a:lnTo>
                <a:lnTo>
                  <a:pt x="1490" y="1667"/>
                </a:lnTo>
                <a:lnTo>
                  <a:pt x="1489" y="1667"/>
                </a:lnTo>
                <a:lnTo>
                  <a:pt x="1489" y="1666"/>
                </a:lnTo>
                <a:lnTo>
                  <a:pt x="1490" y="1666"/>
                </a:lnTo>
                <a:lnTo>
                  <a:pt x="1491" y="1665"/>
                </a:lnTo>
                <a:lnTo>
                  <a:pt x="1492" y="1664"/>
                </a:lnTo>
                <a:lnTo>
                  <a:pt x="1492" y="1663"/>
                </a:lnTo>
                <a:lnTo>
                  <a:pt x="1493" y="1662"/>
                </a:lnTo>
                <a:lnTo>
                  <a:pt x="1494" y="1660"/>
                </a:lnTo>
                <a:lnTo>
                  <a:pt x="1495" y="1660"/>
                </a:lnTo>
                <a:lnTo>
                  <a:pt x="1496" y="1660"/>
                </a:lnTo>
                <a:lnTo>
                  <a:pt x="1496" y="1659"/>
                </a:lnTo>
                <a:lnTo>
                  <a:pt x="1496" y="1658"/>
                </a:lnTo>
                <a:lnTo>
                  <a:pt x="1498" y="1657"/>
                </a:lnTo>
                <a:lnTo>
                  <a:pt x="1499" y="1657"/>
                </a:lnTo>
                <a:lnTo>
                  <a:pt x="1499" y="1656"/>
                </a:lnTo>
                <a:lnTo>
                  <a:pt x="1499" y="1655"/>
                </a:lnTo>
                <a:lnTo>
                  <a:pt x="1500" y="1655"/>
                </a:lnTo>
                <a:lnTo>
                  <a:pt x="1501" y="1656"/>
                </a:lnTo>
                <a:lnTo>
                  <a:pt x="1502" y="1656"/>
                </a:lnTo>
                <a:lnTo>
                  <a:pt x="1502" y="1655"/>
                </a:lnTo>
                <a:lnTo>
                  <a:pt x="1503" y="1655"/>
                </a:lnTo>
                <a:lnTo>
                  <a:pt x="1504" y="1656"/>
                </a:lnTo>
                <a:lnTo>
                  <a:pt x="1505" y="1654"/>
                </a:lnTo>
                <a:lnTo>
                  <a:pt x="1505" y="1653"/>
                </a:lnTo>
                <a:lnTo>
                  <a:pt x="1507" y="1651"/>
                </a:lnTo>
                <a:lnTo>
                  <a:pt x="1511" y="1651"/>
                </a:lnTo>
                <a:lnTo>
                  <a:pt x="1513" y="1651"/>
                </a:lnTo>
                <a:lnTo>
                  <a:pt x="1514" y="1650"/>
                </a:lnTo>
                <a:lnTo>
                  <a:pt x="1514" y="1649"/>
                </a:lnTo>
                <a:lnTo>
                  <a:pt x="1513" y="1648"/>
                </a:lnTo>
                <a:lnTo>
                  <a:pt x="1514" y="1648"/>
                </a:lnTo>
                <a:lnTo>
                  <a:pt x="1514" y="1646"/>
                </a:lnTo>
                <a:lnTo>
                  <a:pt x="1515" y="1646"/>
                </a:lnTo>
                <a:lnTo>
                  <a:pt x="1516" y="1646"/>
                </a:lnTo>
                <a:lnTo>
                  <a:pt x="1516" y="1647"/>
                </a:lnTo>
                <a:lnTo>
                  <a:pt x="1518" y="1647"/>
                </a:lnTo>
                <a:lnTo>
                  <a:pt x="1518" y="1648"/>
                </a:lnTo>
                <a:lnTo>
                  <a:pt x="1519" y="1648"/>
                </a:lnTo>
                <a:lnTo>
                  <a:pt x="1520" y="1648"/>
                </a:lnTo>
                <a:lnTo>
                  <a:pt x="1521" y="1648"/>
                </a:lnTo>
                <a:lnTo>
                  <a:pt x="1521" y="1647"/>
                </a:lnTo>
                <a:lnTo>
                  <a:pt x="1522" y="1647"/>
                </a:lnTo>
                <a:lnTo>
                  <a:pt x="1523" y="1647"/>
                </a:lnTo>
                <a:lnTo>
                  <a:pt x="1525" y="1646"/>
                </a:lnTo>
                <a:lnTo>
                  <a:pt x="1526" y="1645"/>
                </a:lnTo>
                <a:lnTo>
                  <a:pt x="1527" y="1644"/>
                </a:lnTo>
                <a:lnTo>
                  <a:pt x="1528" y="1640"/>
                </a:lnTo>
                <a:lnTo>
                  <a:pt x="1528" y="1639"/>
                </a:lnTo>
                <a:lnTo>
                  <a:pt x="1528" y="1638"/>
                </a:lnTo>
                <a:lnTo>
                  <a:pt x="1528" y="1637"/>
                </a:lnTo>
                <a:lnTo>
                  <a:pt x="1529" y="1636"/>
                </a:lnTo>
                <a:lnTo>
                  <a:pt x="1530" y="1635"/>
                </a:lnTo>
                <a:lnTo>
                  <a:pt x="1530" y="1633"/>
                </a:lnTo>
                <a:lnTo>
                  <a:pt x="1530" y="1632"/>
                </a:lnTo>
                <a:lnTo>
                  <a:pt x="1531" y="1631"/>
                </a:lnTo>
                <a:lnTo>
                  <a:pt x="1532" y="1632"/>
                </a:lnTo>
                <a:lnTo>
                  <a:pt x="1532" y="1631"/>
                </a:lnTo>
                <a:lnTo>
                  <a:pt x="1534" y="1631"/>
                </a:lnTo>
                <a:lnTo>
                  <a:pt x="1535" y="1630"/>
                </a:lnTo>
                <a:lnTo>
                  <a:pt x="1535" y="1628"/>
                </a:lnTo>
                <a:lnTo>
                  <a:pt x="1535" y="1626"/>
                </a:lnTo>
                <a:lnTo>
                  <a:pt x="1536" y="1625"/>
                </a:lnTo>
                <a:lnTo>
                  <a:pt x="1537" y="1624"/>
                </a:lnTo>
                <a:lnTo>
                  <a:pt x="1537" y="1625"/>
                </a:lnTo>
                <a:lnTo>
                  <a:pt x="1538" y="1625"/>
                </a:lnTo>
                <a:lnTo>
                  <a:pt x="1541" y="1625"/>
                </a:lnTo>
                <a:lnTo>
                  <a:pt x="1542" y="1625"/>
                </a:lnTo>
                <a:lnTo>
                  <a:pt x="1543" y="1624"/>
                </a:lnTo>
                <a:lnTo>
                  <a:pt x="1544" y="1623"/>
                </a:lnTo>
                <a:lnTo>
                  <a:pt x="1545" y="1623"/>
                </a:lnTo>
                <a:lnTo>
                  <a:pt x="1545" y="1622"/>
                </a:lnTo>
                <a:lnTo>
                  <a:pt x="1546" y="1622"/>
                </a:lnTo>
                <a:lnTo>
                  <a:pt x="1545" y="1618"/>
                </a:lnTo>
                <a:lnTo>
                  <a:pt x="1544" y="1618"/>
                </a:lnTo>
                <a:lnTo>
                  <a:pt x="1543" y="1616"/>
                </a:lnTo>
                <a:lnTo>
                  <a:pt x="1542" y="1615"/>
                </a:lnTo>
                <a:lnTo>
                  <a:pt x="1542" y="1614"/>
                </a:lnTo>
                <a:lnTo>
                  <a:pt x="1542" y="1613"/>
                </a:lnTo>
                <a:lnTo>
                  <a:pt x="1542" y="1612"/>
                </a:lnTo>
                <a:lnTo>
                  <a:pt x="1542" y="1611"/>
                </a:lnTo>
                <a:lnTo>
                  <a:pt x="1541" y="1611"/>
                </a:lnTo>
                <a:lnTo>
                  <a:pt x="1540" y="1611"/>
                </a:lnTo>
                <a:lnTo>
                  <a:pt x="1539" y="1609"/>
                </a:lnTo>
                <a:lnTo>
                  <a:pt x="1540" y="1607"/>
                </a:lnTo>
                <a:lnTo>
                  <a:pt x="1540" y="1606"/>
                </a:lnTo>
                <a:lnTo>
                  <a:pt x="1540" y="1605"/>
                </a:lnTo>
                <a:lnTo>
                  <a:pt x="1540" y="1604"/>
                </a:lnTo>
                <a:lnTo>
                  <a:pt x="1539" y="1603"/>
                </a:lnTo>
                <a:lnTo>
                  <a:pt x="1538" y="1602"/>
                </a:lnTo>
                <a:lnTo>
                  <a:pt x="1536" y="1600"/>
                </a:lnTo>
                <a:lnTo>
                  <a:pt x="1534" y="1600"/>
                </a:lnTo>
                <a:lnTo>
                  <a:pt x="1533" y="1600"/>
                </a:lnTo>
                <a:lnTo>
                  <a:pt x="1531" y="1600"/>
                </a:lnTo>
                <a:lnTo>
                  <a:pt x="1528" y="1597"/>
                </a:lnTo>
                <a:lnTo>
                  <a:pt x="1526" y="1596"/>
                </a:lnTo>
                <a:lnTo>
                  <a:pt x="1525" y="1595"/>
                </a:lnTo>
                <a:lnTo>
                  <a:pt x="1526" y="1595"/>
                </a:lnTo>
                <a:lnTo>
                  <a:pt x="1526" y="1594"/>
                </a:lnTo>
                <a:lnTo>
                  <a:pt x="1526" y="1593"/>
                </a:lnTo>
                <a:lnTo>
                  <a:pt x="1527" y="1593"/>
                </a:lnTo>
                <a:lnTo>
                  <a:pt x="1528" y="1593"/>
                </a:lnTo>
                <a:lnTo>
                  <a:pt x="1529" y="1593"/>
                </a:lnTo>
                <a:lnTo>
                  <a:pt x="1530" y="1593"/>
                </a:lnTo>
                <a:lnTo>
                  <a:pt x="1531" y="1594"/>
                </a:lnTo>
                <a:lnTo>
                  <a:pt x="1532" y="1590"/>
                </a:lnTo>
                <a:lnTo>
                  <a:pt x="1532" y="1589"/>
                </a:lnTo>
                <a:lnTo>
                  <a:pt x="1532" y="1588"/>
                </a:lnTo>
                <a:lnTo>
                  <a:pt x="1532" y="1587"/>
                </a:lnTo>
                <a:lnTo>
                  <a:pt x="1531" y="1586"/>
                </a:lnTo>
                <a:lnTo>
                  <a:pt x="1531" y="1584"/>
                </a:lnTo>
                <a:lnTo>
                  <a:pt x="1530" y="1584"/>
                </a:lnTo>
                <a:lnTo>
                  <a:pt x="1529" y="1583"/>
                </a:lnTo>
                <a:lnTo>
                  <a:pt x="1528" y="1583"/>
                </a:lnTo>
                <a:lnTo>
                  <a:pt x="1527" y="1583"/>
                </a:lnTo>
                <a:lnTo>
                  <a:pt x="1527" y="1582"/>
                </a:lnTo>
                <a:lnTo>
                  <a:pt x="1527" y="1580"/>
                </a:lnTo>
                <a:lnTo>
                  <a:pt x="1527" y="1579"/>
                </a:lnTo>
                <a:lnTo>
                  <a:pt x="1527" y="1578"/>
                </a:lnTo>
                <a:lnTo>
                  <a:pt x="1527" y="1577"/>
                </a:lnTo>
                <a:lnTo>
                  <a:pt x="1528" y="1575"/>
                </a:lnTo>
                <a:lnTo>
                  <a:pt x="1528" y="1574"/>
                </a:lnTo>
                <a:lnTo>
                  <a:pt x="1529" y="1574"/>
                </a:lnTo>
                <a:lnTo>
                  <a:pt x="1529" y="1573"/>
                </a:lnTo>
                <a:lnTo>
                  <a:pt x="1529" y="1572"/>
                </a:lnTo>
                <a:lnTo>
                  <a:pt x="1529" y="1571"/>
                </a:lnTo>
                <a:lnTo>
                  <a:pt x="1529" y="1570"/>
                </a:lnTo>
                <a:lnTo>
                  <a:pt x="1530" y="1570"/>
                </a:lnTo>
                <a:lnTo>
                  <a:pt x="1531" y="1569"/>
                </a:lnTo>
                <a:lnTo>
                  <a:pt x="1532" y="1568"/>
                </a:lnTo>
                <a:lnTo>
                  <a:pt x="1533" y="1569"/>
                </a:lnTo>
                <a:lnTo>
                  <a:pt x="1534" y="1569"/>
                </a:lnTo>
                <a:lnTo>
                  <a:pt x="1534" y="1570"/>
                </a:lnTo>
                <a:lnTo>
                  <a:pt x="1535" y="1570"/>
                </a:lnTo>
                <a:lnTo>
                  <a:pt x="1537" y="1570"/>
                </a:lnTo>
                <a:lnTo>
                  <a:pt x="1539" y="1571"/>
                </a:lnTo>
                <a:lnTo>
                  <a:pt x="1540" y="1571"/>
                </a:lnTo>
                <a:lnTo>
                  <a:pt x="1540" y="1572"/>
                </a:lnTo>
                <a:lnTo>
                  <a:pt x="1541" y="1571"/>
                </a:lnTo>
                <a:lnTo>
                  <a:pt x="1542" y="1571"/>
                </a:lnTo>
                <a:lnTo>
                  <a:pt x="1545" y="1573"/>
                </a:lnTo>
                <a:lnTo>
                  <a:pt x="1546" y="1573"/>
                </a:lnTo>
                <a:lnTo>
                  <a:pt x="1546" y="1574"/>
                </a:lnTo>
                <a:lnTo>
                  <a:pt x="1547" y="1574"/>
                </a:lnTo>
                <a:lnTo>
                  <a:pt x="1547" y="1573"/>
                </a:lnTo>
                <a:lnTo>
                  <a:pt x="1549" y="1573"/>
                </a:lnTo>
                <a:lnTo>
                  <a:pt x="1550" y="1572"/>
                </a:lnTo>
                <a:lnTo>
                  <a:pt x="1550" y="1571"/>
                </a:lnTo>
                <a:lnTo>
                  <a:pt x="1551" y="1571"/>
                </a:lnTo>
                <a:lnTo>
                  <a:pt x="1554" y="1569"/>
                </a:lnTo>
                <a:lnTo>
                  <a:pt x="1554" y="1568"/>
                </a:lnTo>
                <a:lnTo>
                  <a:pt x="1555" y="1567"/>
                </a:lnTo>
                <a:lnTo>
                  <a:pt x="1555" y="1566"/>
                </a:lnTo>
                <a:lnTo>
                  <a:pt x="1554" y="1566"/>
                </a:lnTo>
                <a:lnTo>
                  <a:pt x="1553" y="1566"/>
                </a:lnTo>
                <a:lnTo>
                  <a:pt x="1553" y="1565"/>
                </a:lnTo>
                <a:lnTo>
                  <a:pt x="1553" y="1564"/>
                </a:lnTo>
                <a:lnTo>
                  <a:pt x="1553" y="1562"/>
                </a:lnTo>
                <a:lnTo>
                  <a:pt x="1554" y="1560"/>
                </a:lnTo>
                <a:lnTo>
                  <a:pt x="1555" y="1560"/>
                </a:lnTo>
                <a:lnTo>
                  <a:pt x="1556" y="1561"/>
                </a:lnTo>
                <a:lnTo>
                  <a:pt x="1557" y="1560"/>
                </a:lnTo>
                <a:lnTo>
                  <a:pt x="1557" y="1556"/>
                </a:lnTo>
                <a:lnTo>
                  <a:pt x="1557" y="1555"/>
                </a:lnTo>
                <a:lnTo>
                  <a:pt x="1557" y="1554"/>
                </a:lnTo>
                <a:lnTo>
                  <a:pt x="1558" y="1554"/>
                </a:lnTo>
                <a:lnTo>
                  <a:pt x="1559" y="1553"/>
                </a:lnTo>
                <a:lnTo>
                  <a:pt x="1560" y="1553"/>
                </a:lnTo>
                <a:lnTo>
                  <a:pt x="1560" y="1552"/>
                </a:lnTo>
                <a:lnTo>
                  <a:pt x="1561" y="1552"/>
                </a:lnTo>
                <a:lnTo>
                  <a:pt x="1561" y="1550"/>
                </a:lnTo>
                <a:lnTo>
                  <a:pt x="1561" y="1549"/>
                </a:lnTo>
                <a:lnTo>
                  <a:pt x="1562" y="1547"/>
                </a:lnTo>
                <a:lnTo>
                  <a:pt x="1562" y="1546"/>
                </a:lnTo>
                <a:lnTo>
                  <a:pt x="1563" y="1545"/>
                </a:lnTo>
                <a:lnTo>
                  <a:pt x="1563" y="1544"/>
                </a:lnTo>
                <a:lnTo>
                  <a:pt x="1563" y="1541"/>
                </a:lnTo>
                <a:lnTo>
                  <a:pt x="1564" y="1541"/>
                </a:lnTo>
                <a:lnTo>
                  <a:pt x="1565" y="1541"/>
                </a:lnTo>
                <a:lnTo>
                  <a:pt x="1566" y="1541"/>
                </a:lnTo>
                <a:lnTo>
                  <a:pt x="1566" y="1540"/>
                </a:lnTo>
                <a:lnTo>
                  <a:pt x="1565" y="1539"/>
                </a:lnTo>
                <a:lnTo>
                  <a:pt x="1564" y="1538"/>
                </a:lnTo>
                <a:lnTo>
                  <a:pt x="1564" y="1537"/>
                </a:lnTo>
                <a:lnTo>
                  <a:pt x="1565" y="1537"/>
                </a:lnTo>
                <a:lnTo>
                  <a:pt x="1565" y="1538"/>
                </a:lnTo>
                <a:lnTo>
                  <a:pt x="1566" y="1538"/>
                </a:lnTo>
                <a:lnTo>
                  <a:pt x="1566" y="1539"/>
                </a:lnTo>
                <a:lnTo>
                  <a:pt x="1567" y="1539"/>
                </a:lnTo>
                <a:lnTo>
                  <a:pt x="1568" y="1539"/>
                </a:lnTo>
                <a:lnTo>
                  <a:pt x="1569" y="1539"/>
                </a:lnTo>
                <a:lnTo>
                  <a:pt x="1571" y="1541"/>
                </a:lnTo>
                <a:lnTo>
                  <a:pt x="1571" y="1542"/>
                </a:lnTo>
                <a:lnTo>
                  <a:pt x="1571" y="1543"/>
                </a:lnTo>
                <a:lnTo>
                  <a:pt x="1572" y="1543"/>
                </a:lnTo>
                <a:lnTo>
                  <a:pt x="1572" y="1544"/>
                </a:lnTo>
                <a:lnTo>
                  <a:pt x="1575" y="1545"/>
                </a:lnTo>
                <a:lnTo>
                  <a:pt x="1576" y="1546"/>
                </a:lnTo>
                <a:lnTo>
                  <a:pt x="1577" y="1547"/>
                </a:lnTo>
                <a:lnTo>
                  <a:pt x="1578" y="1547"/>
                </a:lnTo>
                <a:lnTo>
                  <a:pt x="1579" y="1548"/>
                </a:lnTo>
                <a:lnTo>
                  <a:pt x="1582" y="1548"/>
                </a:lnTo>
                <a:lnTo>
                  <a:pt x="1583" y="1548"/>
                </a:lnTo>
                <a:lnTo>
                  <a:pt x="1584" y="1548"/>
                </a:lnTo>
                <a:lnTo>
                  <a:pt x="1585" y="1548"/>
                </a:lnTo>
                <a:lnTo>
                  <a:pt x="1585" y="1549"/>
                </a:lnTo>
                <a:lnTo>
                  <a:pt x="1588" y="1549"/>
                </a:lnTo>
                <a:lnTo>
                  <a:pt x="1590" y="1550"/>
                </a:lnTo>
                <a:lnTo>
                  <a:pt x="1591" y="1550"/>
                </a:lnTo>
                <a:lnTo>
                  <a:pt x="1591" y="1549"/>
                </a:lnTo>
                <a:lnTo>
                  <a:pt x="1592" y="1550"/>
                </a:lnTo>
                <a:lnTo>
                  <a:pt x="1593" y="1550"/>
                </a:lnTo>
                <a:lnTo>
                  <a:pt x="1595" y="1550"/>
                </a:lnTo>
                <a:lnTo>
                  <a:pt x="1596" y="1551"/>
                </a:lnTo>
                <a:lnTo>
                  <a:pt x="1597" y="1552"/>
                </a:lnTo>
                <a:lnTo>
                  <a:pt x="1597" y="1553"/>
                </a:lnTo>
                <a:lnTo>
                  <a:pt x="1598" y="1553"/>
                </a:lnTo>
                <a:lnTo>
                  <a:pt x="1599" y="1554"/>
                </a:lnTo>
                <a:lnTo>
                  <a:pt x="1600" y="1555"/>
                </a:lnTo>
                <a:lnTo>
                  <a:pt x="1601" y="1556"/>
                </a:lnTo>
                <a:lnTo>
                  <a:pt x="1603" y="1558"/>
                </a:lnTo>
                <a:lnTo>
                  <a:pt x="1604" y="1557"/>
                </a:lnTo>
                <a:lnTo>
                  <a:pt x="1604" y="1556"/>
                </a:lnTo>
                <a:lnTo>
                  <a:pt x="1605" y="1556"/>
                </a:lnTo>
                <a:lnTo>
                  <a:pt x="1605" y="1555"/>
                </a:lnTo>
                <a:lnTo>
                  <a:pt x="1605" y="1554"/>
                </a:lnTo>
                <a:lnTo>
                  <a:pt x="1607" y="1553"/>
                </a:lnTo>
                <a:lnTo>
                  <a:pt x="1608" y="1553"/>
                </a:lnTo>
                <a:lnTo>
                  <a:pt x="1609" y="1552"/>
                </a:lnTo>
                <a:lnTo>
                  <a:pt x="1609" y="1551"/>
                </a:lnTo>
                <a:lnTo>
                  <a:pt x="1609" y="1550"/>
                </a:lnTo>
                <a:lnTo>
                  <a:pt x="1609" y="1549"/>
                </a:lnTo>
                <a:lnTo>
                  <a:pt x="1606" y="1550"/>
                </a:lnTo>
                <a:lnTo>
                  <a:pt x="1605" y="1550"/>
                </a:lnTo>
                <a:lnTo>
                  <a:pt x="1604" y="1551"/>
                </a:lnTo>
                <a:lnTo>
                  <a:pt x="1603" y="1551"/>
                </a:lnTo>
                <a:lnTo>
                  <a:pt x="1603" y="1552"/>
                </a:lnTo>
                <a:lnTo>
                  <a:pt x="1602" y="1552"/>
                </a:lnTo>
                <a:lnTo>
                  <a:pt x="1601" y="1552"/>
                </a:lnTo>
                <a:lnTo>
                  <a:pt x="1600" y="1552"/>
                </a:lnTo>
                <a:lnTo>
                  <a:pt x="1600" y="1550"/>
                </a:lnTo>
                <a:lnTo>
                  <a:pt x="1601" y="1549"/>
                </a:lnTo>
                <a:lnTo>
                  <a:pt x="1602" y="1549"/>
                </a:lnTo>
                <a:lnTo>
                  <a:pt x="1603" y="1548"/>
                </a:lnTo>
                <a:lnTo>
                  <a:pt x="1603" y="1547"/>
                </a:lnTo>
                <a:lnTo>
                  <a:pt x="1604" y="1547"/>
                </a:lnTo>
                <a:lnTo>
                  <a:pt x="1605" y="1547"/>
                </a:lnTo>
                <a:lnTo>
                  <a:pt x="1606" y="1547"/>
                </a:lnTo>
                <a:lnTo>
                  <a:pt x="1607" y="1546"/>
                </a:lnTo>
                <a:lnTo>
                  <a:pt x="1608" y="1546"/>
                </a:lnTo>
                <a:lnTo>
                  <a:pt x="1609" y="1547"/>
                </a:lnTo>
                <a:lnTo>
                  <a:pt x="1610" y="1546"/>
                </a:lnTo>
                <a:lnTo>
                  <a:pt x="1611" y="1545"/>
                </a:lnTo>
                <a:lnTo>
                  <a:pt x="1611" y="1544"/>
                </a:lnTo>
                <a:lnTo>
                  <a:pt x="1612" y="1544"/>
                </a:lnTo>
                <a:lnTo>
                  <a:pt x="1612" y="1545"/>
                </a:lnTo>
                <a:lnTo>
                  <a:pt x="1613" y="1545"/>
                </a:lnTo>
                <a:lnTo>
                  <a:pt x="1614" y="1545"/>
                </a:lnTo>
                <a:lnTo>
                  <a:pt x="1614" y="1544"/>
                </a:lnTo>
                <a:lnTo>
                  <a:pt x="1613" y="1542"/>
                </a:lnTo>
                <a:lnTo>
                  <a:pt x="1612" y="1541"/>
                </a:lnTo>
                <a:lnTo>
                  <a:pt x="1610" y="1539"/>
                </a:lnTo>
                <a:lnTo>
                  <a:pt x="1608" y="1538"/>
                </a:lnTo>
                <a:lnTo>
                  <a:pt x="1608" y="1537"/>
                </a:lnTo>
                <a:lnTo>
                  <a:pt x="1608" y="1536"/>
                </a:lnTo>
                <a:lnTo>
                  <a:pt x="1608" y="1535"/>
                </a:lnTo>
                <a:lnTo>
                  <a:pt x="1608" y="1534"/>
                </a:lnTo>
                <a:lnTo>
                  <a:pt x="1607" y="1534"/>
                </a:lnTo>
                <a:lnTo>
                  <a:pt x="1607" y="1533"/>
                </a:lnTo>
                <a:lnTo>
                  <a:pt x="1607" y="1531"/>
                </a:lnTo>
                <a:lnTo>
                  <a:pt x="1607" y="1529"/>
                </a:lnTo>
                <a:lnTo>
                  <a:pt x="1608" y="1527"/>
                </a:lnTo>
                <a:lnTo>
                  <a:pt x="1608" y="1526"/>
                </a:lnTo>
                <a:lnTo>
                  <a:pt x="1607" y="1525"/>
                </a:lnTo>
                <a:lnTo>
                  <a:pt x="1606" y="1525"/>
                </a:lnTo>
                <a:lnTo>
                  <a:pt x="1605" y="1524"/>
                </a:lnTo>
                <a:lnTo>
                  <a:pt x="1604" y="1524"/>
                </a:lnTo>
                <a:lnTo>
                  <a:pt x="1603" y="1523"/>
                </a:lnTo>
                <a:lnTo>
                  <a:pt x="1603" y="1522"/>
                </a:lnTo>
                <a:lnTo>
                  <a:pt x="1602" y="1521"/>
                </a:lnTo>
                <a:lnTo>
                  <a:pt x="1602" y="1518"/>
                </a:lnTo>
                <a:lnTo>
                  <a:pt x="1601" y="1517"/>
                </a:lnTo>
                <a:lnTo>
                  <a:pt x="1601" y="1516"/>
                </a:lnTo>
                <a:lnTo>
                  <a:pt x="1600" y="1516"/>
                </a:lnTo>
                <a:lnTo>
                  <a:pt x="1599" y="1515"/>
                </a:lnTo>
                <a:lnTo>
                  <a:pt x="1598" y="1514"/>
                </a:lnTo>
                <a:lnTo>
                  <a:pt x="1597" y="1512"/>
                </a:lnTo>
                <a:lnTo>
                  <a:pt x="1597" y="1511"/>
                </a:lnTo>
                <a:lnTo>
                  <a:pt x="1597" y="1510"/>
                </a:lnTo>
                <a:lnTo>
                  <a:pt x="1596" y="1509"/>
                </a:lnTo>
                <a:lnTo>
                  <a:pt x="1596" y="1508"/>
                </a:lnTo>
                <a:lnTo>
                  <a:pt x="1596" y="1506"/>
                </a:lnTo>
                <a:lnTo>
                  <a:pt x="1596" y="1505"/>
                </a:lnTo>
                <a:lnTo>
                  <a:pt x="1596" y="1504"/>
                </a:lnTo>
                <a:lnTo>
                  <a:pt x="1595" y="1502"/>
                </a:lnTo>
                <a:lnTo>
                  <a:pt x="1595" y="1501"/>
                </a:lnTo>
                <a:lnTo>
                  <a:pt x="1595" y="1500"/>
                </a:lnTo>
                <a:lnTo>
                  <a:pt x="1595" y="1499"/>
                </a:lnTo>
                <a:lnTo>
                  <a:pt x="1596" y="1499"/>
                </a:lnTo>
                <a:lnTo>
                  <a:pt x="1596" y="1498"/>
                </a:lnTo>
                <a:lnTo>
                  <a:pt x="1596" y="1497"/>
                </a:lnTo>
                <a:lnTo>
                  <a:pt x="1596" y="1496"/>
                </a:lnTo>
                <a:lnTo>
                  <a:pt x="1597" y="1495"/>
                </a:lnTo>
                <a:lnTo>
                  <a:pt x="1598" y="1495"/>
                </a:lnTo>
                <a:lnTo>
                  <a:pt x="1599" y="1494"/>
                </a:lnTo>
                <a:lnTo>
                  <a:pt x="1599" y="1493"/>
                </a:lnTo>
                <a:lnTo>
                  <a:pt x="1600" y="1492"/>
                </a:lnTo>
                <a:lnTo>
                  <a:pt x="1600" y="1491"/>
                </a:lnTo>
                <a:lnTo>
                  <a:pt x="1601" y="1491"/>
                </a:lnTo>
                <a:lnTo>
                  <a:pt x="1602" y="1490"/>
                </a:lnTo>
                <a:lnTo>
                  <a:pt x="1603" y="1490"/>
                </a:lnTo>
                <a:lnTo>
                  <a:pt x="1604" y="1490"/>
                </a:lnTo>
                <a:lnTo>
                  <a:pt x="1604" y="1489"/>
                </a:lnTo>
                <a:lnTo>
                  <a:pt x="1605" y="1488"/>
                </a:lnTo>
                <a:lnTo>
                  <a:pt x="1605" y="1487"/>
                </a:lnTo>
                <a:lnTo>
                  <a:pt x="1606" y="1487"/>
                </a:lnTo>
                <a:lnTo>
                  <a:pt x="1606" y="1486"/>
                </a:lnTo>
                <a:lnTo>
                  <a:pt x="1607" y="1486"/>
                </a:lnTo>
                <a:lnTo>
                  <a:pt x="1608" y="1485"/>
                </a:lnTo>
                <a:lnTo>
                  <a:pt x="1609" y="1484"/>
                </a:lnTo>
                <a:lnTo>
                  <a:pt x="1609" y="1483"/>
                </a:lnTo>
                <a:lnTo>
                  <a:pt x="1610" y="1482"/>
                </a:lnTo>
                <a:lnTo>
                  <a:pt x="1611" y="1482"/>
                </a:lnTo>
                <a:lnTo>
                  <a:pt x="1612" y="1482"/>
                </a:lnTo>
                <a:lnTo>
                  <a:pt x="1613" y="1483"/>
                </a:lnTo>
                <a:lnTo>
                  <a:pt x="1614" y="1483"/>
                </a:lnTo>
                <a:lnTo>
                  <a:pt x="1615" y="1483"/>
                </a:lnTo>
                <a:lnTo>
                  <a:pt x="1616" y="1483"/>
                </a:lnTo>
                <a:lnTo>
                  <a:pt x="1616" y="1484"/>
                </a:lnTo>
                <a:lnTo>
                  <a:pt x="1617" y="1484"/>
                </a:lnTo>
                <a:lnTo>
                  <a:pt x="1618" y="1483"/>
                </a:lnTo>
                <a:lnTo>
                  <a:pt x="1619" y="1483"/>
                </a:lnTo>
                <a:lnTo>
                  <a:pt x="1620" y="1483"/>
                </a:lnTo>
                <a:lnTo>
                  <a:pt x="1621" y="1483"/>
                </a:lnTo>
                <a:lnTo>
                  <a:pt x="1622" y="1484"/>
                </a:lnTo>
                <a:lnTo>
                  <a:pt x="1623" y="1484"/>
                </a:lnTo>
                <a:lnTo>
                  <a:pt x="1623" y="1485"/>
                </a:lnTo>
                <a:lnTo>
                  <a:pt x="1624" y="1485"/>
                </a:lnTo>
                <a:lnTo>
                  <a:pt x="1625" y="1485"/>
                </a:lnTo>
                <a:lnTo>
                  <a:pt x="1627" y="1485"/>
                </a:lnTo>
                <a:lnTo>
                  <a:pt x="1627" y="1484"/>
                </a:lnTo>
                <a:lnTo>
                  <a:pt x="1628" y="1484"/>
                </a:lnTo>
                <a:lnTo>
                  <a:pt x="1628" y="1485"/>
                </a:lnTo>
                <a:lnTo>
                  <a:pt x="1629" y="1485"/>
                </a:lnTo>
                <a:lnTo>
                  <a:pt x="1631" y="1485"/>
                </a:lnTo>
                <a:lnTo>
                  <a:pt x="1632" y="1485"/>
                </a:lnTo>
                <a:lnTo>
                  <a:pt x="1633" y="1486"/>
                </a:lnTo>
                <a:lnTo>
                  <a:pt x="1633" y="1487"/>
                </a:lnTo>
                <a:lnTo>
                  <a:pt x="1634" y="1488"/>
                </a:lnTo>
                <a:lnTo>
                  <a:pt x="1636" y="1488"/>
                </a:lnTo>
                <a:lnTo>
                  <a:pt x="1638" y="1488"/>
                </a:lnTo>
                <a:lnTo>
                  <a:pt x="1638" y="1487"/>
                </a:lnTo>
                <a:lnTo>
                  <a:pt x="1638" y="1486"/>
                </a:lnTo>
                <a:lnTo>
                  <a:pt x="1638" y="1485"/>
                </a:lnTo>
                <a:lnTo>
                  <a:pt x="1638" y="1484"/>
                </a:lnTo>
                <a:lnTo>
                  <a:pt x="1639" y="1483"/>
                </a:lnTo>
                <a:lnTo>
                  <a:pt x="1639" y="1482"/>
                </a:lnTo>
                <a:lnTo>
                  <a:pt x="1639" y="1481"/>
                </a:lnTo>
                <a:lnTo>
                  <a:pt x="1638" y="1480"/>
                </a:lnTo>
                <a:lnTo>
                  <a:pt x="1638" y="1478"/>
                </a:lnTo>
                <a:lnTo>
                  <a:pt x="1638" y="1476"/>
                </a:lnTo>
                <a:lnTo>
                  <a:pt x="1638" y="1475"/>
                </a:lnTo>
                <a:lnTo>
                  <a:pt x="1638" y="1474"/>
                </a:lnTo>
                <a:lnTo>
                  <a:pt x="1638" y="1473"/>
                </a:lnTo>
                <a:lnTo>
                  <a:pt x="1638" y="1471"/>
                </a:lnTo>
                <a:lnTo>
                  <a:pt x="1638" y="1470"/>
                </a:lnTo>
                <a:lnTo>
                  <a:pt x="1638" y="1469"/>
                </a:lnTo>
                <a:lnTo>
                  <a:pt x="1637" y="1469"/>
                </a:lnTo>
                <a:lnTo>
                  <a:pt x="1637" y="1468"/>
                </a:lnTo>
                <a:lnTo>
                  <a:pt x="1638" y="1465"/>
                </a:lnTo>
                <a:lnTo>
                  <a:pt x="1639" y="1463"/>
                </a:lnTo>
                <a:lnTo>
                  <a:pt x="1639" y="1462"/>
                </a:lnTo>
                <a:lnTo>
                  <a:pt x="1639" y="1461"/>
                </a:lnTo>
                <a:lnTo>
                  <a:pt x="1639" y="1460"/>
                </a:lnTo>
                <a:lnTo>
                  <a:pt x="1640" y="1458"/>
                </a:lnTo>
                <a:lnTo>
                  <a:pt x="1641" y="1457"/>
                </a:lnTo>
                <a:lnTo>
                  <a:pt x="1643" y="1455"/>
                </a:lnTo>
                <a:lnTo>
                  <a:pt x="1642" y="1455"/>
                </a:lnTo>
                <a:lnTo>
                  <a:pt x="1642" y="1454"/>
                </a:lnTo>
                <a:lnTo>
                  <a:pt x="1642" y="1455"/>
                </a:lnTo>
                <a:lnTo>
                  <a:pt x="1642" y="1454"/>
                </a:lnTo>
                <a:lnTo>
                  <a:pt x="1642" y="1453"/>
                </a:lnTo>
                <a:lnTo>
                  <a:pt x="1641" y="1452"/>
                </a:lnTo>
                <a:lnTo>
                  <a:pt x="1640" y="1451"/>
                </a:lnTo>
                <a:lnTo>
                  <a:pt x="1640" y="1450"/>
                </a:lnTo>
                <a:lnTo>
                  <a:pt x="1639" y="1449"/>
                </a:lnTo>
                <a:lnTo>
                  <a:pt x="1639" y="1448"/>
                </a:lnTo>
                <a:lnTo>
                  <a:pt x="1640" y="1447"/>
                </a:lnTo>
                <a:lnTo>
                  <a:pt x="1641" y="1447"/>
                </a:lnTo>
                <a:lnTo>
                  <a:pt x="1642" y="1447"/>
                </a:lnTo>
                <a:lnTo>
                  <a:pt x="1643" y="1446"/>
                </a:lnTo>
                <a:lnTo>
                  <a:pt x="1642" y="1444"/>
                </a:lnTo>
                <a:lnTo>
                  <a:pt x="1639" y="1444"/>
                </a:lnTo>
                <a:lnTo>
                  <a:pt x="1636" y="1443"/>
                </a:lnTo>
                <a:lnTo>
                  <a:pt x="1635" y="1442"/>
                </a:lnTo>
                <a:lnTo>
                  <a:pt x="1634" y="1440"/>
                </a:lnTo>
                <a:lnTo>
                  <a:pt x="1633" y="1439"/>
                </a:lnTo>
                <a:lnTo>
                  <a:pt x="1632" y="1439"/>
                </a:lnTo>
                <a:lnTo>
                  <a:pt x="1631" y="1440"/>
                </a:lnTo>
                <a:lnTo>
                  <a:pt x="1630" y="1440"/>
                </a:lnTo>
                <a:lnTo>
                  <a:pt x="1630" y="1439"/>
                </a:lnTo>
                <a:lnTo>
                  <a:pt x="1630" y="1437"/>
                </a:lnTo>
                <a:lnTo>
                  <a:pt x="1629" y="1437"/>
                </a:lnTo>
                <a:lnTo>
                  <a:pt x="1628" y="1437"/>
                </a:lnTo>
                <a:lnTo>
                  <a:pt x="1628" y="1436"/>
                </a:lnTo>
                <a:lnTo>
                  <a:pt x="1628" y="1435"/>
                </a:lnTo>
                <a:lnTo>
                  <a:pt x="1629" y="1434"/>
                </a:lnTo>
                <a:lnTo>
                  <a:pt x="1630" y="1434"/>
                </a:lnTo>
                <a:lnTo>
                  <a:pt x="1631" y="1434"/>
                </a:lnTo>
                <a:lnTo>
                  <a:pt x="1632" y="1435"/>
                </a:lnTo>
                <a:lnTo>
                  <a:pt x="1633" y="1435"/>
                </a:lnTo>
                <a:lnTo>
                  <a:pt x="1634" y="1434"/>
                </a:lnTo>
                <a:lnTo>
                  <a:pt x="1636" y="1432"/>
                </a:lnTo>
                <a:lnTo>
                  <a:pt x="1637" y="1432"/>
                </a:lnTo>
                <a:lnTo>
                  <a:pt x="1638" y="1432"/>
                </a:lnTo>
                <a:lnTo>
                  <a:pt x="1638" y="1431"/>
                </a:lnTo>
                <a:lnTo>
                  <a:pt x="1639" y="1428"/>
                </a:lnTo>
                <a:lnTo>
                  <a:pt x="1639" y="1427"/>
                </a:lnTo>
                <a:lnTo>
                  <a:pt x="1639" y="1426"/>
                </a:lnTo>
                <a:lnTo>
                  <a:pt x="1640" y="1425"/>
                </a:lnTo>
                <a:lnTo>
                  <a:pt x="1640" y="1424"/>
                </a:lnTo>
                <a:lnTo>
                  <a:pt x="1639" y="1423"/>
                </a:lnTo>
                <a:lnTo>
                  <a:pt x="1639" y="1422"/>
                </a:lnTo>
                <a:lnTo>
                  <a:pt x="1640" y="1422"/>
                </a:lnTo>
                <a:lnTo>
                  <a:pt x="1641" y="1422"/>
                </a:lnTo>
                <a:lnTo>
                  <a:pt x="1642" y="1422"/>
                </a:lnTo>
                <a:lnTo>
                  <a:pt x="1643" y="1420"/>
                </a:lnTo>
                <a:lnTo>
                  <a:pt x="1643" y="1418"/>
                </a:lnTo>
                <a:lnTo>
                  <a:pt x="1644" y="1417"/>
                </a:lnTo>
                <a:lnTo>
                  <a:pt x="1645" y="1416"/>
                </a:lnTo>
                <a:lnTo>
                  <a:pt x="1645" y="1415"/>
                </a:lnTo>
                <a:lnTo>
                  <a:pt x="1646" y="1413"/>
                </a:lnTo>
                <a:lnTo>
                  <a:pt x="1647" y="1413"/>
                </a:lnTo>
                <a:lnTo>
                  <a:pt x="1648" y="1413"/>
                </a:lnTo>
                <a:lnTo>
                  <a:pt x="1649" y="1413"/>
                </a:lnTo>
                <a:lnTo>
                  <a:pt x="1649" y="1412"/>
                </a:lnTo>
                <a:lnTo>
                  <a:pt x="1650" y="1412"/>
                </a:lnTo>
                <a:lnTo>
                  <a:pt x="1651" y="1411"/>
                </a:lnTo>
                <a:lnTo>
                  <a:pt x="1653" y="1412"/>
                </a:lnTo>
                <a:lnTo>
                  <a:pt x="1654" y="1412"/>
                </a:lnTo>
                <a:lnTo>
                  <a:pt x="1654" y="1413"/>
                </a:lnTo>
                <a:lnTo>
                  <a:pt x="1655" y="1413"/>
                </a:lnTo>
                <a:lnTo>
                  <a:pt x="1658" y="1412"/>
                </a:lnTo>
                <a:lnTo>
                  <a:pt x="1659" y="1411"/>
                </a:lnTo>
                <a:lnTo>
                  <a:pt x="1659" y="1409"/>
                </a:lnTo>
                <a:lnTo>
                  <a:pt x="1658" y="1408"/>
                </a:lnTo>
                <a:lnTo>
                  <a:pt x="1657" y="1408"/>
                </a:lnTo>
                <a:lnTo>
                  <a:pt x="1657" y="1409"/>
                </a:lnTo>
                <a:lnTo>
                  <a:pt x="1656" y="1408"/>
                </a:lnTo>
                <a:lnTo>
                  <a:pt x="1656" y="1407"/>
                </a:lnTo>
                <a:lnTo>
                  <a:pt x="1654" y="1406"/>
                </a:lnTo>
                <a:lnTo>
                  <a:pt x="1653" y="1406"/>
                </a:lnTo>
                <a:lnTo>
                  <a:pt x="1653" y="1405"/>
                </a:lnTo>
                <a:lnTo>
                  <a:pt x="1652" y="1405"/>
                </a:lnTo>
                <a:lnTo>
                  <a:pt x="1652" y="1406"/>
                </a:lnTo>
                <a:lnTo>
                  <a:pt x="1651" y="1406"/>
                </a:lnTo>
                <a:lnTo>
                  <a:pt x="1651" y="1405"/>
                </a:lnTo>
                <a:lnTo>
                  <a:pt x="1652" y="1404"/>
                </a:lnTo>
                <a:lnTo>
                  <a:pt x="1652" y="1402"/>
                </a:lnTo>
                <a:lnTo>
                  <a:pt x="1652" y="1401"/>
                </a:lnTo>
                <a:lnTo>
                  <a:pt x="1652" y="1400"/>
                </a:lnTo>
                <a:lnTo>
                  <a:pt x="1651" y="1400"/>
                </a:lnTo>
                <a:lnTo>
                  <a:pt x="1650" y="1400"/>
                </a:lnTo>
                <a:lnTo>
                  <a:pt x="1650" y="1399"/>
                </a:lnTo>
                <a:lnTo>
                  <a:pt x="1648" y="1399"/>
                </a:lnTo>
                <a:lnTo>
                  <a:pt x="1647" y="1399"/>
                </a:lnTo>
                <a:lnTo>
                  <a:pt x="1646" y="1398"/>
                </a:lnTo>
                <a:lnTo>
                  <a:pt x="1646" y="1397"/>
                </a:lnTo>
                <a:lnTo>
                  <a:pt x="1645" y="1397"/>
                </a:lnTo>
                <a:lnTo>
                  <a:pt x="1644" y="1396"/>
                </a:lnTo>
                <a:lnTo>
                  <a:pt x="1644" y="1395"/>
                </a:lnTo>
                <a:lnTo>
                  <a:pt x="1643" y="1395"/>
                </a:lnTo>
                <a:lnTo>
                  <a:pt x="1642" y="1395"/>
                </a:lnTo>
                <a:lnTo>
                  <a:pt x="1642" y="1394"/>
                </a:lnTo>
                <a:lnTo>
                  <a:pt x="1641" y="1394"/>
                </a:lnTo>
                <a:lnTo>
                  <a:pt x="1640" y="1394"/>
                </a:lnTo>
                <a:lnTo>
                  <a:pt x="1639" y="1394"/>
                </a:lnTo>
                <a:lnTo>
                  <a:pt x="1638" y="1393"/>
                </a:lnTo>
                <a:lnTo>
                  <a:pt x="1638" y="1392"/>
                </a:lnTo>
                <a:lnTo>
                  <a:pt x="1637" y="1392"/>
                </a:lnTo>
                <a:lnTo>
                  <a:pt x="1636" y="1392"/>
                </a:lnTo>
                <a:lnTo>
                  <a:pt x="1636" y="1391"/>
                </a:lnTo>
                <a:lnTo>
                  <a:pt x="1635" y="1388"/>
                </a:lnTo>
                <a:lnTo>
                  <a:pt x="1634" y="1387"/>
                </a:lnTo>
                <a:lnTo>
                  <a:pt x="1633" y="1386"/>
                </a:lnTo>
                <a:lnTo>
                  <a:pt x="1632" y="1385"/>
                </a:lnTo>
                <a:lnTo>
                  <a:pt x="1632" y="1384"/>
                </a:lnTo>
                <a:lnTo>
                  <a:pt x="1631" y="1384"/>
                </a:lnTo>
                <a:lnTo>
                  <a:pt x="1630" y="1384"/>
                </a:lnTo>
                <a:lnTo>
                  <a:pt x="1629" y="1384"/>
                </a:lnTo>
                <a:lnTo>
                  <a:pt x="1628" y="1384"/>
                </a:lnTo>
                <a:lnTo>
                  <a:pt x="1626" y="1385"/>
                </a:lnTo>
                <a:lnTo>
                  <a:pt x="1624" y="1384"/>
                </a:lnTo>
                <a:lnTo>
                  <a:pt x="1623" y="1383"/>
                </a:lnTo>
                <a:lnTo>
                  <a:pt x="1622" y="1382"/>
                </a:lnTo>
                <a:lnTo>
                  <a:pt x="1622" y="1380"/>
                </a:lnTo>
                <a:lnTo>
                  <a:pt x="1621" y="1379"/>
                </a:lnTo>
                <a:lnTo>
                  <a:pt x="1621" y="1378"/>
                </a:lnTo>
                <a:lnTo>
                  <a:pt x="1621" y="1377"/>
                </a:lnTo>
                <a:lnTo>
                  <a:pt x="1622" y="1376"/>
                </a:lnTo>
                <a:lnTo>
                  <a:pt x="1621" y="1376"/>
                </a:lnTo>
                <a:lnTo>
                  <a:pt x="1621" y="1375"/>
                </a:lnTo>
                <a:lnTo>
                  <a:pt x="1620" y="1374"/>
                </a:lnTo>
                <a:lnTo>
                  <a:pt x="1620" y="1373"/>
                </a:lnTo>
                <a:lnTo>
                  <a:pt x="1619" y="1372"/>
                </a:lnTo>
                <a:lnTo>
                  <a:pt x="1620" y="1369"/>
                </a:lnTo>
                <a:lnTo>
                  <a:pt x="1621" y="1369"/>
                </a:lnTo>
                <a:lnTo>
                  <a:pt x="1620" y="1368"/>
                </a:lnTo>
                <a:lnTo>
                  <a:pt x="1620" y="1369"/>
                </a:lnTo>
                <a:lnTo>
                  <a:pt x="1618" y="1368"/>
                </a:lnTo>
                <a:lnTo>
                  <a:pt x="1618" y="1367"/>
                </a:lnTo>
                <a:lnTo>
                  <a:pt x="1618" y="1366"/>
                </a:lnTo>
                <a:lnTo>
                  <a:pt x="1618" y="1365"/>
                </a:lnTo>
                <a:lnTo>
                  <a:pt x="1617" y="1365"/>
                </a:lnTo>
                <a:lnTo>
                  <a:pt x="1616" y="1365"/>
                </a:lnTo>
                <a:lnTo>
                  <a:pt x="1615" y="1364"/>
                </a:lnTo>
                <a:lnTo>
                  <a:pt x="1615" y="1362"/>
                </a:lnTo>
                <a:lnTo>
                  <a:pt x="1615" y="1360"/>
                </a:lnTo>
                <a:lnTo>
                  <a:pt x="1614" y="1359"/>
                </a:lnTo>
                <a:lnTo>
                  <a:pt x="1613" y="1359"/>
                </a:lnTo>
                <a:lnTo>
                  <a:pt x="1612" y="1358"/>
                </a:lnTo>
                <a:lnTo>
                  <a:pt x="1611" y="1356"/>
                </a:lnTo>
                <a:lnTo>
                  <a:pt x="1612" y="1355"/>
                </a:lnTo>
                <a:lnTo>
                  <a:pt x="1612" y="1354"/>
                </a:lnTo>
                <a:lnTo>
                  <a:pt x="1613" y="1354"/>
                </a:lnTo>
                <a:lnTo>
                  <a:pt x="1614" y="1353"/>
                </a:lnTo>
                <a:lnTo>
                  <a:pt x="1615" y="1353"/>
                </a:lnTo>
                <a:lnTo>
                  <a:pt x="1615" y="1352"/>
                </a:lnTo>
                <a:lnTo>
                  <a:pt x="1616" y="1350"/>
                </a:lnTo>
                <a:lnTo>
                  <a:pt x="1616" y="1349"/>
                </a:lnTo>
                <a:lnTo>
                  <a:pt x="1615" y="1348"/>
                </a:lnTo>
                <a:lnTo>
                  <a:pt x="1613" y="1346"/>
                </a:lnTo>
                <a:lnTo>
                  <a:pt x="1612" y="1345"/>
                </a:lnTo>
                <a:lnTo>
                  <a:pt x="1612" y="1344"/>
                </a:lnTo>
                <a:lnTo>
                  <a:pt x="1611" y="1344"/>
                </a:lnTo>
                <a:lnTo>
                  <a:pt x="1610" y="1344"/>
                </a:lnTo>
                <a:lnTo>
                  <a:pt x="1609" y="1344"/>
                </a:lnTo>
                <a:lnTo>
                  <a:pt x="1608" y="1341"/>
                </a:lnTo>
                <a:lnTo>
                  <a:pt x="1608" y="1340"/>
                </a:lnTo>
                <a:lnTo>
                  <a:pt x="1608" y="1339"/>
                </a:lnTo>
                <a:lnTo>
                  <a:pt x="1608" y="1338"/>
                </a:lnTo>
                <a:lnTo>
                  <a:pt x="1607" y="1337"/>
                </a:lnTo>
                <a:lnTo>
                  <a:pt x="1607" y="1336"/>
                </a:lnTo>
                <a:lnTo>
                  <a:pt x="1606" y="1336"/>
                </a:lnTo>
                <a:lnTo>
                  <a:pt x="1607" y="1336"/>
                </a:lnTo>
                <a:lnTo>
                  <a:pt x="1607" y="1335"/>
                </a:lnTo>
                <a:lnTo>
                  <a:pt x="1607" y="1334"/>
                </a:lnTo>
                <a:lnTo>
                  <a:pt x="1608" y="1335"/>
                </a:lnTo>
                <a:lnTo>
                  <a:pt x="1609" y="1335"/>
                </a:lnTo>
                <a:lnTo>
                  <a:pt x="1611" y="1335"/>
                </a:lnTo>
                <a:lnTo>
                  <a:pt x="1611" y="1334"/>
                </a:lnTo>
                <a:lnTo>
                  <a:pt x="1611" y="1333"/>
                </a:lnTo>
                <a:lnTo>
                  <a:pt x="1610" y="1332"/>
                </a:lnTo>
                <a:lnTo>
                  <a:pt x="1608" y="1332"/>
                </a:lnTo>
                <a:lnTo>
                  <a:pt x="1608" y="1331"/>
                </a:lnTo>
                <a:lnTo>
                  <a:pt x="1606" y="1330"/>
                </a:lnTo>
                <a:lnTo>
                  <a:pt x="1605" y="1330"/>
                </a:lnTo>
                <a:lnTo>
                  <a:pt x="1603" y="1328"/>
                </a:lnTo>
                <a:lnTo>
                  <a:pt x="1604" y="1328"/>
                </a:lnTo>
                <a:lnTo>
                  <a:pt x="1605" y="1326"/>
                </a:lnTo>
                <a:lnTo>
                  <a:pt x="1605" y="1325"/>
                </a:lnTo>
                <a:lnTo>
                  <a:pt x="1604" y="1325"/>
                </a:lnTo>
                <a:lnTo>
                  <a:pt x="1602" y="1324"/>
                </a:lnTo>
                <a:lnTo>
                  <a:pt x="1601" y="1325"/>
                </a:lnTo>
                <a:lnTo>
                  <a:pt x="1599" y="1324"/>
                </a:lnTo>
                <a:lnTo>
                  <a:pt x="1598" y="1323"/>
                </a:lnTo>
                <a:lnTo>
                  <a:pt x="1597" y="1322"/>
                </a:lnTo>
                <a:lnTo>
                  <a:pt x="1596" y="1321"/>
                </a:lnTo>
                <a:lnTo>
                  <a:pt x="1594" y="1320"/>
                </a:lnTo>
                <a:lnTo>
                  <a:pt x="1591" y="1318"/>
                </a:lnTo>
                <a:lnTo>
                  <a:pt x="1590" y="1317"/>
                </a:lnTo>
                <a:lnTo>
                  <a:pt x="1590" y="1316"/>
                </a:lnTo>
                <a:lnTo>
                  <a:pt x="1589" y="1313"/>
                </a:lnTo>
                <a:lnTo>
                  <a:pt x="1588" y="1313"/>
                </a:lnTo>
                <a:lnTo>
                  <a:pt x="1588" y="1312"/>
                </a:lnTo>
                <a:lnTo>
                  <a:pt x="1587" y="1312"/>
                </a:lnTo>
                <a:lnTo>
                  <a:pt x="1587" y="1311"/>
                </a:lnTo>
                <a:lnTo>
                  <a:pt x="1586" y="1311"/>
                </a:lnTo>
                <a:lnTo>
                  <a:pt x="1586" y="1309"/>
                </a:lnTo>
                <a:lnTo>
                  <a:pt x="1586" y="1308"/>
                </a:lnTo>
                <a:lnTo>
                  <a:pt x="1587" y="1307"/>
                </a:lnTo>
                <a:lnTo>
                  <a:pt x="1587" y="1306"/>
                </a:lnTo>
                <a:lnTo>
                  <a:pt x="1586" y="1306"/>
                </a:lnTo>
                <a:lnTo>
                  <a:pt x="1586" y="1305"/>
                </a:lnTo>
                <a:lnTo>
                  <a:pt x="1586" y="1303"/>
                </a:lnTo>
                <a:lnTo>
                  <a:pt x="1587" y="1302"/>
                </a:lnTo>
                <a:lnTo>
                  <a:pt x="1587" y="1301"/>
                </a:lnTo>
                <a:lnTo>
                  <a:pt x="1588" y="1299"/>
                </a:lnTo>
                <a:lnTo>
                  <a:pt x="1589" y="1299"/>
                </a:lnTo>
                <a:lnTo>
                  <a:pt x="1591" y="1300"/>
                </a:lnTo>
                <a:lnTo>
                  <a:pt x="1592" y="1300"/>
                </a:lnTo>
                <a:lnTo>
                  <a:pt x="1593" y="1300"/>
                </a:lnTo>
                <a:lnTo>
                  <a:pt x="1593" y="1299"/>
                </a:lnTo>
                <a:lnTo>
                  <a:pt x="1593" y="1298"/>
                </a:lnTo>
                <a:lnTo>
                  <a:pt x="1594" y="1297"/>
                </a:lnTo>
                <a:lnTo>
                  <a:pt x="1595" y="1297"/>
                </a:lnTo>
                <a:lnTo>
                  <a:pt x="1596" y="1296"/>
                </a:lnTo>
                <a:lnTo>
                  <a:pt x="1598" y="1295"/>
                </a:lnTo>
                <a:lnTo>
                  <a:pt x="1599" y="1294"/>
                </a:lnTo>
                <a:lnTo>
                  <a:pt x="1599" y="1293"/>
                </a:lnTo>
                <a:lnTo>
                  <a:pt x="1600" y="1293"/>
                </a:lnTo>
                <a:lnTo>
                  <a:pt x="1600" y="1292"/>
                </a:lnTo>
                <a:lnTo>
                  <a:pt x="1601" y="1292"/>
                </a:lnTo>
                <a:lnTo>
                  <a:pt x="1602" y="1292"/>
                </a:lnTo>
                <a:lnTo>
                  <a:pt x="1603" y="1292"/>
                </a:lnTo>
                <a:lnTo>
                  <a:pt x="1604" y="1293"/>
                </a:lnTo>
                <a:lnTo>
                  <a:pt x="1605" y="1293"/>
                </a:lnTo>
                <a:lnTo>
                  <a:pt x="1603" y="1290"/>
                </a:lnTo>
                <a:lnTo>
                  <a:pt x="1602" y="1289"/>
                </a:lnTo>
                <a:lnTo>
                  <a:pt x="1602" y="1288"/>
                </a:lnTo>
                <a:lnTo>
                  <a:pt x="1600" y="1285"/>
                </a:lnTo>
                <a:lnTo>
                  <a:pt x="1600" y="1284"/>
                </a:lnTo>
                <a:lnTo>
                  <a:pt x="1599" y="1285"/>
                </a:lnTo>
                <a:lnTo>
                  <a:pt x="1598" y="1285"/>
                </a:lnTo>
                <a:lnTo>
                  <a:pt x="1597" y="1283"/>
                </a:lnTo>
                <a:lnTo>
                  <a:pt x="1596" y="1282"/>
                </a:lnTo>
                <a:lnTo>
                  <a:pt x="1595" y="1281"/>
                </a:lnTo>
                <a:lnTo>
                  <a:pt x="1595" y="1280"/>
                </a:lnTo>
                <a:lnTo>
                  <a:pt x="1594" y="1280"/>
                </a:lnTo>
                <a:lnTo>
                  <a:pt x="1594" y="1279"/>
                </a:lnTo>
                <a:lnTo>
                  <a:pt x="1594" y="1278"/>
                </a:lnTo>
                <a:lnTo>
                  <a:pt x="1593" y="1278"/>
                </a:lnTo>
                <a:lnTo>
                  <a:pt x="1593" y="1277"/>
                </a:lnTo>
                <a:lnTo>
                  <a:pt x="1593" y="1276"/>
                </a:lnTo>
                <a:lnTo>
                  <a:pt x="1592" y="1275"/>
                </a:lnTo>
                <a:lnTo>
                  <a:pt x="1592" y="1276"/>
                </a:lnTo>
                <a:lnTo>
                  <a:pt x="1591" y="1276"/>
                </a:lnTo>
                <a:lnTo>
                  <a:pt x="1591" y="1275"/>
                </a:lnTo>
                <a:lnTo>
                  <a:pt x="1591" y="1274"/>
                </a:lnTo>
                <a:lnTo>
                  <a:pt x="1590" y="1274"/>
                </a:lnTo>
                <a:lnTo>
                  <a:pt x="1588" y="1273"/>
                </a:lnTo>
                <a:lnTo>
                  <a:pt x="1587" y="1273"/>
                </a:lnTo>
                <a:lnTo>
                  <a:pt x="1587" y="1272"/>
                </a:lnTo>
                <a:lnTo>
                  <a:pt x="1586" y="1272"/>
                </a:lnTo>
                <a:lnTo>
                  <a:pt x="1585" y="1272"/>
                </a:lnTo>
                <a:lnTo>
                  <a:pt x="1584" y="1272"/>
                </a:lnTo>
                <a:lnTo>
                  <a:pt x="1584" y="1271"/>
                </a:lnTo>
                <a:lnTo>
                  <a:pt x="1584" y="1270"/>
                </a:lnTo>
                <a:lnTo>
                  <a:pt x="1583" y="1270"/>
                </a:lnTo>
                <a:lnTo>
                  <a:pt x="1583" y="1269"/>
                </a:lnTo>
                <a:lnTo>
                  <a:pt x="1582" y="1269"/>
                </a:lnTo>
                <a:lnTo>
                  <a:pt x="1582" y="1268"/>
                </a:lnTo>
                <a:lnTo>
                  <a:pt x="1582" y="1267"/>
                </a:lnTo>
                <a:lnTo>
                  <a:pt x="1581" y="1266"/>
                </a:lnTo>
                <a:lnTo>
                  <a:pt x="1580" y="1265"/>
                </a:lnTo>
                <a:lnTo>
                  <a:pt x="1580" y="1264"/>
                </a:lnTo>
                <a:lnTo>
                  <a:pt x="1581" y="1263"/>
                </a:lnTo>
                <a:lnTo>
                  <a:pt x="1581" y="1262"/>
                </a:lnTo>
                <a:lnTo>
                  <a:pt x="1580" y="1261"/>
                </a:lnTo>
                <a:lnTo>
                  <a:pt x="1579" y="1260"/>
                </a:lnTo>
                <a:lnTo>
                  <a:pt x="1577" y="1260"/>
                </a:lnTo>
                <a:lnTo>
                  <a:pt x="1576" y="1260"/>
                </a:lnTo>
                <a:lnTo>
                  <a:pt x="1575" y="1260"/>
                </a:lnTo>
                <a:lnTo>
                  <a:pt x="1575" y="1259"/>
                </a:lnTo>
                <a:lnTo>
                  <a:pt x="1574" y="1259"/>
                </a:lnTo>
                <a:lnTo>
                  <a:pt x="1574" y="1258"/>
                </a:lnTo>
                <a:lnTo>
                  <a:pt x="1574" y="1257"/>
                </a:lnTo>
                <a:lnTo>
                  <a:pt x="1573" y="1257"/>
                </a:lnTo>
                <a:lnTo>
                  <a:pt x="1572" y="1257"/>
                </a:lnTo>
                <a:lnTo>
                  <a:pt x="1571" y="1256"/>
                </a:lnTo>
                <a:lnTo>
                  <a:pt x="1570" y="1256"/>
                </a:lnTo>
                <a:lnTo>
                  <a:pt x="1570" y="1255"/>
                </a:lnTo>
                <a:lnTo>
                  <a:pt x="1571" y="1254"/>
                </a:lnTo>
                <a:lnTo>
                  <a:pt x="1570" y="1253"/>
                </a:lnTo>
                <a:lnTo>
                  <a:pt x="1569" y="1254"/>
                </a:lnTo>
                <a:lnTo>
                  <a:pt x="1568" y="1254"/>
                </a:lnTo>
                <a:lnTo>
                  <a:pt x="1568" y="1253"/>
                </a:lnTo>
                <a:lnTo>
                  <a:pt x="1567" y="1253"/>
                </a:lnTo>
                <a:lnTo>
                  <a:pt x="1566" y="1253"/>
                </a:lnTo>
                <a:lnTo>
                  <a:pt x="1565" y="1254"/>
                </a:lnTo>
                <a:lnTo>
                  <a:pt x="1565" y="1253"/>
                </a:lnTo>
                <a:lnTo>
                  <a:pt x="1564" y="1253"/>
                </a:lnTo>
                <a:lnTo>
                  <a:pt x="1564" y="1252"/>
                </a:lnTo>
                <a:lnTo>
                  <a:pt x="1564" y="1251"/>
                </a:lnTo>
                <a:lnTo>
                  <a:pt x="1563" y="1251"/>
                </a:lnTo>
                <a:lnTo>
                  <a:pt x="1563" y="1250"/>
                </a:lnTo>
                <a:lnTo>
                  <a:pt x="1564" y="1250"/>
                </a:lnTo>
                <a:lnTo>
                  <a:pt x="1565" y="1249"/>
                </a:lnTo>
                <a:lnTo>
                  <a:pt x="1566" y="1248"/>
                </a:lnTo>
                <a:lnTo>
                  <a:pt x="1566" y="1247"/>
                </a:lnTo>
                <a:lnTo>
                  <a:pt x="1565" y="1247"/>
                </a:lnTo>
                <a:lnTo>
                  <a:pt x="1565" y="1246"/>
                </a:lnTo>
                <a:lnTo>
                  <a:pt x="1566" y="1245"/>
                </a:lnTo>
                <a:lnTo>
                  <a:pt x="1567" y="1245"/>
                </a:lnTo>
                <a:lnTo>
                  <a:pt x="1568" y="1243"/>
                </a:lnTo>
                <a:lnTo>
                  <a:pt x="1569" y="1243"/>
                </a:lnTo>
                <a:lnTo>
                  <a:pt x="1572" y="1241"/>
                </a:lnTo>
                <a:lnTo>
                  <a:pt x="1572" y="1240"/>
                </a:lnTo>
                <a:lnTo>
                  <a:pt x="1571" y="1238"/>
                </a:lnTo>
                <a:lnTo>
                  <a:pt x="1571" y="1237"/>
                </a:lnTo>
                <a:lnTo>
                  <a:pt x="1570" y="1236"/>
                </a:lnTo>
                <a:lnTo>
                  <a:pt x="1570" y="1235"/>
                </a:lnTo>
                <a:lnTo>
                  <a:pt x="1571" y="1233"/>
                </a:lnTo>
                <a:lnTo>
                  <a:pt x="1570" y="1231"/>
                </a:lnTo>
                <a:lnTo>
                  <a:pt x="1570" y="1230"/>
                </a:lnTo>
                <a:lnTo>
                  <a:pt x="1570" y="1229"/>
                </a:lnTo>
                <a:lnTo>
                  <a:pt x="1570" y="1228"/>
                </a:lnTo>
                <a:lnTo>
                  <a:pt x="1569" y="1228"/>
                </a:lnTo>
                <a:lnTo>
                  <a:pt x="1570" y="1227"/>
                </a:lnTo>
                <a:lnTo>
                  <a:pt x="1571" y="1226"/>
                </a:lnTo>
                <a:lnTo>
                  <a:pt x="1572" y="1226"/>
                </a:lnTo>
                <a:lnTo>
                  <a:pt x="1573" y="1225"/>
                </a:lnTo>
                <a:lnTo>
                  <a:pt x="1574" y="1225"/>
                </a:lnTo>
                <a:lnTo>
                  <a:pt x="1575" y="1226"/>
                </a:lnTo>
                <a:lnTo>
                  <a:pt x="1576" y="1226"/>
                </a:lnTo>
                <a:lnTo>
                  <a:pt x="1577" y="1226"/>
                </a:lnTo>
                <a:lnTo>
                  <a:pt x="1579" y="1225"/>
                </a:lnTo>
                <a:lnTo>
                  <a:pt x="1580" y="1225"/>
                </a:lnTo>
                <a:lnTo>
                  <a:pt x="1582" y="1225"/>
                </a:lnTo>
                <a:lnTo>
                  <a:pt x="1583" y="1224"/>
                </a:lnTo>
                <a:lnTo>
                  <a:pt x="1584" y="1224"/>
                </a:lnTo>
                <a:lnTo>
                  <a:pt x="1586" y="1223"/>
                </a:lnTo>
                <a:lnTo>
                  <a:pt x="1587" y="1223"/>
                </a:lnTo>
                <a:lnTo>
                  <a:pt x="1588" y="1223"/>
                </a:lnTo>
                <a:lnTo>
                  <a:pt x="1589" y="1223"/>
                </a:lnTo>
                <a:lnTo>
                  <a:pt x="1591" y="1223"/>
                </a:lnTo>
                <a:lnTo>
                  <a:pt x="1592" y="1223"/>
                </a:lnTo>
                <a:lnTo>
                  <a:pt x="1592" y="1224"/>
                </a:lnTo>
                <a:lnTo>
                  <a:pt x="1593" y="1224"/>
                </a:lnTo>
                <a:lnTo>
                  <a:pt x="1594" y="1224"/>
                </a:lnTo>
                <a:lnTo>
                  <a:pt x="1594" y="1221"/>
                </a:lnTo>
                <a:lnTo>
                  <a:pt x="1594" y="1220"/>
                </a:lnTo>
                <a:lnTo>
                  <a:pt x="1594" y="1219"/>
                </a:lnTo>
                <a:lnTo>
                  <a:pt x="1592" y="1217"/>
                </a:lnTo>
                <a:lnTo>
                  <a:pt x="1591" y="1215"/>
                </a:lnTo>
                <a:lnTo>
                  <a:pt x="1589" y="1213"/>
                </a:lnTo>
                <a:lnTo>
                  <a:pt x="1589" y="1211"/>
                </a:lnTo>
                <a:lnTo>
                  <a:pt x="1588" y="1209"/>
                </a:lnTo>
                <a:lnTo>
                  <a:pt x="1588" y="1208"/>
                </a:lnTo>
                <a:lnTo>
                  <a:pt x="1587" y="1208"/>
                </a:lnTo>
                <a:lnTo>
                  <a:pt x="1587" y="1209"/>
                </a:lnTo>
                <a:lnTo>
                  <a:pt x="1586" y="1209"/>
                </a:lnTo>
                <a:lnTo>
                  <a:pt x="1585" y="1209"/>
                </a:lnTo>
                <a:lnTo>
                  <a:pt x="1584" y="1208"/>
                </a:lnTo>
                <a:lnTo>
                  <a:pt x="1583" y="1207"/>
                </a:lnTo>
                <a:lnTo>
                  <a:pt x="1582" y="1206"/>
                </a:lnTo>
                <a:lnTo>
                  <a:pt x="1582" y="1205"/>
                </a:lnTo>
                <a:lnTo>
                  <a:pt x="1581" y="1204"/>
                </a:lnTo>
                <a:lnTo>
                  <a:pt x="1580" y="1203"/>
                </a:lnTo>
                <a:lnTo>
                  <a:pt x="1579" y="1202"/>
                </a:lnTo>
                <a:lnTo>
                  <a:pt x="1579" y="1201"/>
                </a:lnTo>
                <a:lnTo>
                  <a:pt x="1578" y="1200"/>
                </a:lnTo>
                <a:lnTo>
                  <a:pt x="1577" y="1199"/>
                </a:lnTo>
                <a:lnTo>
                  <a:pt x="1575" y="1199"/>
                </a:lnTo>
                <a:lnTo>
                  <a:pt x="1574" y="1199"/>
                </a:lnTo>
                <a:lnTo>
                  <a:pt x="1573" y="1199"/>
                </a:lnTo>
                <a:lnTo>
                  <a:pt x="1570" y="1198"/>
                </a:lnTo>
                <a:lnTo>
                  <a:pt x="1570" y="1197"/>
                </a:lnTo>
                <a:lnTo>
                  <a:pt x="1569" y="1196"/>
                </a:lnTo>
                <a:lnTo>
                  <a:pt x="1569" y="1195"/>
                </a:lnTo>
                <a:lnTo>
                  <a:pt x="1569" y="1194"/>
                </a:lnTo>
                <a:lnTo>
                  <a:pt x="1568" y="1193"/>
                </a:lnTo>
                <a:lnTo>
                  <a:pt x="1567" y="1193"/>
                </a:lnTo>
                <a:lnTo>
                  <a:pt x="1565" y="1192"/>
                </a:lnTo>
                <a:lnTo>
                  <a:pt x="1565" y="1190"/>
                </a:lnTo>
                <a:lnTo>
                  <a:pt x="1565" y="1189"/>
                </a:lnTo>
                <a:lnTo>
                  <a:pt x="1565" y="1188"/>
                </a:lnTo>
                <a:lnTo>
                  <a:pt x="1564" y="1187"/>
                </a:lnTo>
                <a:lnTo>
                  <a:pt x="1563" y="1187"/>
                </a:lnTo>
                <a:lnTo>
                  <a:pt x="1561" y="1185"/>
                </a:lnTo>
                <a:lnTo>
                  <a:pt x="1560" y="1185"/>
                </a:lnTo>
                <a:lnTo>
                  <a:pt x="1560" y="1184"/>
                </a:lnTo>
                <a:lnTo>
                  <a:pt x="1560" y="1183"/>
                </a:lnTo>
                <a:lnTo>
                  <a:pt x="1559" y="1183"/>
                </a:lnTo>
                <a:lnTo>
                  <a:pt x="1560" y="1182"/>
                </a:lnTo>
                <a:lnTo>
                  <a:pt x="1560" y="1181"/>
                </a:lnTo>
                <a:lnTo>
                  <a:pt x="1561" y="1180"/>
                </a:lnTo>
                <a:lnTo>
                  <a:pt x="1560" y="1179"/>
                </a:lnTo>
                <a:lnTo>
                  <a:pt x="1559" y="1179"/>
                </a:lnTo>
                <a:lnTo>
                  <a:pt x="1558" y="1178"/>
                </a:lnTo>
                <a:lnTo>
                  <a:pt x="1557" y="1178"/>
                </a:lnTo>
                <a:lnTo>
                  <a:pt x="1556" y="1177"/>
                </a:lnTo>
                <a:lnTo>
                  <a:pt x="1555" y="1176"/>
                </a:lnTo>
                <a:lnTo>
                  <a:pt x="1555" y="1177"/>
                </a:lnTo>
                <a:lnTo>
                  <a:pt x="1554" y="1177"/>
                </a:lnTo>
                <a:lnTo>
                  <a:pt x="1553" y="1177"/>
                </a:lnTo>
                <a:lnTo>
                  <a:pt x="1553" y="1176"/>
                </a:lnTo>
                <a:lnTo>
                  <a:pt x="1552" y="1176"/>
                </a:lnTo>
                <a:lnTo>
                  <a:pt x="1551" y="1175"/>
                </a:lnTo>
                <a:lnTo>
                  <a:pt x="1550" y="1175"/>
                </a:lnTo>
                <a:lnTo>
                  <a:pt x="1547" y="1172"/>
                </a:lnTo>
                <a:lnTo>
                  <a:pt x="1547" y="1171"/>
                </a:lnTo>
                <a:lnTo>
                  <a:pt x="1546" y="1171"/>
                </a:lnTo>
                <a:lnTo>
                  <a:pt x="1544" y="1169"/>
                </a:lnTo>
                <a:lnTo>
                  <a:pt x="1543" y="1169"/>
                </a:lnTo>
                <a:lnTo>
                  <a:pt x="1541" y="1167"/>
                </a:lnTo>
                <a:lnTo>
                  <a:pt x="1541" y="1166"/>
                </a:lnTo>
                <a:lnTo>
                  <a:pt x="1541" y="1164"/>
                </a:lnTo>
                <a:lnTo>
                  <a:pt x="1541" y="1163"/>
                </a:lnTo>
                <a:lnTo>
                  <a:pt x="1541" y="1162"/>
                </a:lnTo>
                <a:lnTo>
                  <a:pt x="1540" y="1162"/>
                </a:lnTo>
                <a:lnTo>
                  <a:pt x="1539" y="1162"/>
                </a:lnTo>
                <a:lnTo>
                  <a:pt x="1538" y="1162"/>
                </a:lnTo>
                <a:lnTo>
                  <a:pt x="1537" y="1162"/>
                </a:lnTo>
                <a:lnTo>
                  <a:pt x="1536" y="1162"/>
                </a:lnTo>
                <a:lnTo>
                  <a:pt x="1536" y="1161"/>
                </a:lnTo>
                <a:lnTo>
                  <a:pt x="1535" y="1160"/>
                </a:lnTo>
                <a:lnTo>
                  <a:pt x="1534" y="1159"/>
                </a:lnTo>
                <a:lnTo>
                  <a:pt x="1533" y="1159"/>
                </a:lnTo>
                <a:lnTo>
                  <a:pt x="1533" y="1158"/>
                </a:lnTo>
                <a:lnTo>
                  <a:pt x="1532" y="1158"/>
                </a:lnTo>
                <a:lnTo>
                  <a:pt x="1531" y="1157"/>
                </a:lnTo>
                <a:lnTo>
                  <a:pt x="1530" y="1157"/>
                </a:lnTo>
                <a:lnTo>
                  <a:pt x="1529" y="1157"/>
                </a:lnTo>
                <a:lnTo>
                  <a:pt x="1529" y="1156"/>
                </a:lnTo>
                <a:lnTo>
                  <a:pt x="1528" y="1156"/>
                </a:lnTo>
                <a:lnTo>
                  <a:pt x="1525" y="1156"/>
                </a:lnTo>
                <a:lnTo>
                  <a:pt x="1523" y="1154"/>
                </a:lnTo>
                <a:lnTo>
                  <a:pt x="1523" y="1153"/>
                </a:lnTo>
                <a:lnTo>
                  <a:pt x="1524" y="1153"/>
                </a:lnTo>
                <a:lnTo>
                  <a:pt x="1523" y="1152"/>
                </a:lnTo>
                <a:lnTo>
                  <a:pt x="1523" y="1151"/>
                </a:lnTo>
                <a:lnTo>
                  <a:pt x="1522" y="1149"/>
                </a:lnTo>
                <a:lnTo>
                  <a:pt x="1522" y="1148"/>
                </a:lnTo>
                <a:lnTo>
                  <a:pt x="1521" y="1147"/>
                </a:lnTo>
                <a:lnTo>
                  <a:pt x="1519" y="1145"/>
                </a:lnTo>
                <a:lnTo>
                  <a:pt x="1518" y="1145"/>
                </a:lnTo>
                <a:lnTo>
                  <a:pt x="1518" y="1144"/>
                </a:lnTo>
                <a:lnTo>
                  <a:pt x="1517" y="1144"/>
                </a:lnTo>
                <a:lnTo>
                  <a:pt x="1516" y="1144"/>
                </a:lnTo>
                <a:lnTo>
                  <a:pt x="1515" y="1143"/>
                </a:lnTo>
                <a:lnTo>
                  <a:pt x="1514" y="1143"/>
                </a:lnTo>
                <a:lnTo>
                  <a:pt x="1512" y="1142"/>
                </a:lnTo>
                <a:lnTo>
                  <a:pt x="1511" y="1143"/>
                </a:lnTo>
                <a:lnTo>
                  <a:pt x="1510" y="1142"/>
                </a:lnTo>
                <a:lnTo>
                  <a:pt x="1510" y="1141"/>
                </a:lnTo>
                <a:lnTo>
                  <a:pt x="1510" y="1140"/>
                </a:lnTo>
                <a:lnTo>
                  <a:pt x="1512" y="1137"/>
                </a:lnTo>
                <a:lnTo>
                  <a:pt x="1512" y="1136"/>
                </a:lnTo>
                <a:lnTo>
                  <a:pt x="1513" y="1136"/>
                </a:lnTo>
                <a:lnTo>
                  <a:pt x="1513" y="1135"/>
                </a:lnTo>
                <a:lnTo>
                  <a:pt x="1513" y="1134"/>
                </a:lnTo>
                <a:lnTo>
                  <a:pt x="1513" y="1133"/>
                </a:lnTo>
                <a:lnTo>
                  <a:pt x="1513" y="1132"/>
                </a:lnTo>
                <a:lnTo>
                  <a:pt x="1514" y="1131"/>
                </a:lnTo>
                <a:lnTo>
                  <a:pt x="1515" y="1130"/>
                </a:lnTo>
                <a:lnTo>
                  <a:pt x="1515" y="1129"/>
                </a:lnTo>
                <a:lnTo>
                  <a:pt x="1514" y="1128"/>
                </a:lnTo>
                <a:lnTo>
                  <a:pt x="1513" y="1128"/>
                </a:lnTo>
                <a:lnTo>
                  <a:pt x="1512" y="1126"/>
                </a:lnTo>
                <a:lnTo>
                  <a:pt x="1512" y="1125"/>
                </a:lnTo>
                <a:lnTo>
                  <a:pt x="1511" y="1125"/>
                </a:lnTo>
                <a:lnTo>
                  <a:pt x="1510" y="1123"/>
                </a:lnTo>
                <a:lnTo>
                  <a:pt x="1508" y="1122"/>
                </a:lnTo>
                <a:lnTo>
                  <a:pt x="1507" y="1122"/>
                </a:lnTo>
                <a:lnTo>
                  <a:pt x="1506" y="1121"/>
                </a:lnTo>
                <a:lnTo>
                  <a:pt x="1505" y="1120"/>
                </a:lnTo>
                <a:lnTo>
                  <a:pt x="1505" y="1119"/>
                </a:lnTo>
                <a:lnTo>
                  <a:pt x="1505" y="1117"/>
                </a:lnTo>
                <a:lnTo>
                  <a:pt x="1504" y="1116"/>
                </a:lnTo>
                <a:lnTo>
                  <a:pt x="1503" y="1115"/>
                </a:lnTo>
                <a:lnTo>
                  <a:pt x="1502" y="1114"/>
                </a:lnTo>
                <a:lnTo>
                  <a:pt x="1501" y="1113"/>
                </a:lnTo>
                <a:lnTo>
                  <a:pt x="1500" y="1112"/>
                </a:lnTo>
                <a:lnTo>
                  <a:pt x="1501" y="1111"/>
                </a:lnTo>
                <a:lnTo>
                  <a:pt x="1502" y="1109"/>
                </a:lnTo>
                <a:lnTo>
                  <a:pt x="1502" y="1108"/>
                </a:lnTo>
                <a:lnTo>
                  <a:pt x="1502" y="1107"/>
                </a:lnTo>
                <a:lnTo>
                  <a:pt x="1502" y="1106"/>
                </a:lnTo>
                <a:lnTo>
                  <a:pt x="1501" y="1106"/>
                </a:lnTo>
                <a:lnTo>
                  <a:pt x="1501" y="1105"/>
                </a:lnTo>
                <a:lnTo>
                  <a:pt x="1500" y="1104"/>
                </a:lnTo>
                <a:lnTo>
                  <a:pt x="1500" y="1103"/>
                </a:lnTo>
                <a:lnTo>
                  <a:pt x="1500" y="1101"/>
                </a:lnTo>
                <a:lnTo>
                  <a:pt x="1501" y="1101"/>
                </a:lnTo>
                <a:lnTo>
                  <a:pt x="1501" y="1100"/>
                </a:lnTo>
                <a:lnTo>
                  <a:pt x="1500" y="1099"/>
                </a:lnTo>
                <a:lnTo>
                  <a:pt x="1499" y="1098"/>
                </a:lnTo>
                <a:lnTo>
                  <a:pt x="1498" y="1098"/>
                </a:lnTo>
                <a:lnTo>
                  <a:pt x="1497" y="1097"/>
                </a:lnTo>
                <a:lnTo>
                  <a:pt x="1497" y="1096"/>
                </a:lnTo>
                <a:lnTo>
                  <a:pt x="1498" y="1095"/>
                </a:lnTo>
                <a:lnTo>
                  <a:pt x="1497" y="1094"/>
                </a:lnTo>
                <a:lnTo>
                  <a:pt x="1496" y="1094"/>
                </a:lnTo>
                <a:lnTo>
                  <a:pt x="1495" y="1093"/>
                </a:lnTo>
                <a:lnTo>
                  <a:pt x="1495" y="1092"/>
                </a:lnTo>
                <a:lnTo>
                  <a:pt x="1495" y="1091"/>
                </a:lnTo>
                <a:lnTo>
                  <a:pt x="1494" y="1091"/>
                </a:lnTo>
                <a:lnTo>
                  <a:pt x="1493" y="1091"/>
                </a:lnTo>
                <a:lnTo>
                  <a:pt x="1492" y="1091"/>
                </a:lnTo>
                <a:lnTo>
                  <a:pt x="1491" y="1091"/>
                </a:lnTo>
                <a:lnTo>
                  <a:pt x="1490" y="1091"/>
                </a:lnTo>
                <a:lnTo>
                  <a:pt x="1489" y="1091"/>
                </a:lnTo>
                <a:lnTo>
                  <a:pt x="1489" y="1090"/>
                </a:lnTo>
                <a:lnTo>
                  <a:pt x="1488" y="1090"/>
                </a:lnTo>
                <a:lnTo>
                  <a:pt x="1487" y="1091"/>
                </a:lnTo>
                <a:lnTo>
                  <a:pt x="1486" y="1091"/>
                </a:lnTo>
                <a:lnTo>
                  <a:pt x="1485" y="1091"/>
                </a:lnTo>
                <a:lnTo>
                  <a:pt x="1485" y="1092"/>
                </a:lnTo>
                <a:lnTo>
                  <a:pt x="1484" y="1092"/>
                </a:lnTo>
                <a:lnTo>
                  <a:pt x="1483" y="1093"/>
                </a:lnTo>
                <a:lnTo>
                  <a:pt x="1483" y="1094"/>
                </a:lnTo>
                <a:lnTo>
                  <a:pt x="1482" y="1094"/>
                </a:lnTo>
                <a:lnTo>
                  <a:pt x="1481" y="1095"/>
                </a:lnTo>
                <a:lnTo>
                  <a:pt x="1480" y="1095"/>
                </a:lnTo>
                <a:lnTo>
                  <a:pt x="1479" y="1096"/>
                </a:lnTo>
                <a:lnTo>
                  <a:pt x="1478" y="1096"/>
                </a:lnTo>
                <a:lnTo>
                  <a:pt x="1477" y="1098"/>
                </a:lnTo>
                <a:lnTo>
                  <a:pt x="1475" y="1099"/>
                </a:lnTo>
                <a:lnTo>
                  <a:pt x="1475" y="1100"/>
                </a:lnTo>
                <a:lnTo>
                  <a:pt x="1474" y="1100"/>
                </a:lnTo>
                <a:lnTo>
                  <a:pt x="1474" y="1102"/>
                </a:lnTo>
                <a:lnTo>
                  <a:pt x="1473" y="1103"/>
                </a:lnTo>
                <a:lnTo>
                  <a:pt x="1473" y="1104"/>
                </a:lnTo>
                <a:lnTo>
                  <a:pt x="1473" y="1105"/>
                </a:lnTo>
                <a:lnTo>
                  <a:pt x="1473" y="1104"/>
                </a:lnTo>
                <a:lnTo>
                  <a:pt x="1472" y="1104"/>
                </a:lnTo>
                <a:lnTo>
                  <a:pt x="1472" y="1103"/>
                </a:lnTo>
                <a:lnTo>
                  <a:pt x="1471" y="1103"/>
                </a:lnTo>
                <a:lnTo>
                  <a:pt x="1471" y="1104"/>
                </a:lnTo>
                <a:lnTo>
                  <a:pt x="1470" y="1104"/>
                </a:lnTo>
                <a:lnTo>
                  <a:pt x="1469" y="1104"/>
                </a:lnTo>
                <a:lnTo>
                  <a:pt x="1469" y="1105"/>
                </a:lnTo>
                <a:lnTo>
                  <a:pt x="1468" y="1105"/>
                </a:lnTo>
                <a:lnTo>
                  <a:pt x="1467" y="1105"/>
                </a:lnTo>
                <a:lnTo>
                  <a:pt x="1466" y="1105"/>
                </a:lnTo>
                <a:lnTo>
                  <a:pt x="1465" y="1105"/>
                </a:lnTo>
                <a:lnTo>
                  <a:pt x="1465" y="1104"/>
                </a:lnTo>
                <a:lnTo>
                  <a:pt x="1465" y="1103"/>
                </a:lnTo>
                <a:lnTo>
                  <a:pt x="1465" y="1101"/>
                </a:lnTo>
                <a:lnTo>
                  <a:pt x="1465" y="1100"/>
                </a:lnTo>
                <a:lnTo>
                  <a:pt x="1465" y="1099"/>
                </a:lnTo>
                <a:lnTo>
                  <a:pt x="1464" y="1099"/>
                </a:lnTo>
                <a:lnTo>
                  <a:pt x="1463" y="1098"/>
                </a:lnTo>
                <a:lnTo>
                  <a:pt x="1462" y="1097"/>
                </a:lnTo>
                <a:lnTo>
                  <a:pt x="1462" y="1096"/>
                </a:lnTo>
                <a:lnTo>
                  <a:pt x="1461" y="1096"/>
                </a:lnTo>
                <a:lnTo>
                  <a:pt x="1460" y="1096"/>
                </a:lnTo>
                <a:lnTo>
                  <a:pt x="1459" y="1096"/>
                </a:lnTo>
                <a:lnTo>
                  <a:pt x="1459" y="1095"/>
                </a:lnTo>
                <a:lnTo>
                  <a:pt x="1458" y="1095"/>
                </a:lnTo>
                <a:lnTo>
                  <a:pt x="1457" y="1095"/>
                </a:lnTo>
                <a:lnTo>
                  <a:pt x="1456" y="1095"/>
                </a:lnTo>
                <a:lnTo>
                  <a:pt x="1456" y="1094"/>
                </a:lnTo>
                <a:lnTo>
                  <a:pt x="1455" y="1094"/>
                </a:lnTo>
                <a:lnTo>
                  <a:pt x="1454" y="1094"/>
                </a:lnTo>
                <a:lnTo>
                  <a:pt x="1453" y="1094"/>
                </a:lnTo>
                <a:lnTo>
                  <a:pt x="1453" y="1093"/>
                </a:lnTo>
                <a:lnTo>
                  <a:pt x="1452" y="1093"/>
                </a:lnTo>
                <a:lnTo>
                  <a:pt x="1451" y="1093"/>
                </a:lnTo>
                <a:lnTo>
                  <a:pt x="1450" y="1092"/>
                </a:lnTo>
                <a:lnTo>
                  <a:pt x="1449" y="1092"/>
                </a:lnTo>
                <a:lnTo>
                  <a:pt x="1448" y="1091"/>
                </a:lnTo>
                <a:lnTo>
                  <a:pt x="1447" y="1091"/>
                </a:lnTo>
                <a:lnTo>
                  <a:pt x="1447" y="1090"/>
                </a:lnTo>
                <a:lnTo>
                  <a:pt x="1446" y="1090"/>
                </a:lnTo>
                <a:lnTo>
                  <a:pt x="1445" y="1090"/>
                </a:lnTo>
                <a:lnTo>
                  <a:pt x="1444" y="1089"/>
                </a:lnTo>
                <a:lnTo>
                  <a:pt x="1442" y="1089"/>
                </a:lnTo>
                <a:lnTo>
                  <a:pt x="1441" y="1089"/>
                </a:lnTo>
                <a:lnTo>
                  <a:pt x="1441" y="1088"/>
                </a:lnTo>
                <a:lnTo>
                  <a:pt x="1441" y="1086"/>
                </a:lnTo>
                <a:lnTo>
                  <a:pt x="1441" y="1085"/>
                </a:lnTo>
                <a:lnTo>
                  <a:pt x="1442" y="1085"/>
                </a:lnTo>
                <a:lnTo>
                  <a:pt x="1442" y="1084"/>
                </a:lnTo>
                <a:lnTo>
                  <a:pt x="1443" y="1084"/>
                </a:lnTo>
                <a:lnTo>
                  <a:pt x="1443" y="1083"/>
                </a:lnTo>
                <a:lnTo>
                  <a:pt x="1443" y="1082"/>
                </a:lnTo>
                <a:lnTo>
                  <a:pt x="1441" y="1081"/>
                </a:lnTo>
                <a:lnTo>
                  <a:pt x="1441" y="1080"/>
                </a:lnTo>
                <a:lnTo>
                  <a:pt x="1440" y="1080"/>
                </a:lnTo>
                <a:lnTo>
                  <a:pt x="1440" y="1079"/>
                </a:lnTo>
                <a:lnTo>
                  <a:pt x="1439" y="1079"/>
                </a:lnTo>
                <a:lnTo>
                  <a:pt x="1438" y="1078"/>
                </a:lnTo>
                <a:lnTo>
                  <a:pt x="1438" y="1077"/>
                </a:lnTo>
                <a:lnTo>
                  <a:pt x="1437" y="1077"/>
                </a:lnTo>
                <a:lnTo>
                  <a:pt x="1437" y="1076"/>
                </a:lnTo>
                <a:lnTo>
                  <a:pt x="1436" y="1075"/>
                </a:lnTo>
                <a:lnTo>
                  <a:pt x="1436" y="1074"/>
                </a:lnTo>
                <a:lnTo>
                  <a:pt x="1436" y="1073"/>
                </a:lnTo>
                <a:lnTo>
                  <a:pt x="1435" y="1073"/>
                </a:lnTo>
                <a:lnTo>
                  <a:pt x="1435" y="1072"/>
                </a:lnTo>
                <a:lnTo>
                  <a:pt x="1435" y="1071"/>
                </a:lnTo>
                <a:lnTo>
                  <a:pt x="1434" y="1071"/>
                </a:lnTo>
                <a:lnTo>
                  <a:pt x="1434" y="1070"/>
                </a:lnTo>
                <a:lnTo>
                  <a:pt x="1433" y="1070"/>
                </a:lnTo>
                <a:lnTo>
                  <a:pt x="1433" y="1069"/>
                </a:lnTo>
                <a:lnTo>
                  <a:pt x="1432" y="1069"/>
                </a:lnTo>
                <a:lnTo>
                  <a:pt x="1432" y="1068"/>
                </a:lnTo>
                <a:lnTo>
                  <a:pt x="1431" y="1068"/>
                </a:lnTo>
                <a:lnTo>
                  <a:pt x="1431" y="1067"/>
                </a:lnTo>
                <a:lnTo>
                  <a:pt x="1430" y="1067"/>
                </a:lnTo>
                <a:lnTo>
                  <a:pt x="1429" y="1067"/>
                </a:lnTo>
                <a:lnTo>
                  <a:pt x="1428" y="1066"/>
                </a:lnTo>
                <a:lnTo>
                  <a:pt x="1427" y="1066"/>
                </a:lnTo>
                <a:lnTo>
                  <a:pt x="1426" y="1066"/>
                </a:lnTo>
                <a:lnTo>
                  <a:pt x="1425" y="1066"/>
                </a:lnTo>
                <a:lnTo>
                  <a:pt x="1424" y="1066"/>
                </a:lnTo>
                <a:lnTo>
                  <a:pt x="1423" y="1065"/>
                </a:lnTo>
                <a:lnTo>
                  <a:pt x="1422" y="1065"/>
                </a:lnTo>
                <a:lnTo>
                  <a:pt x="1422" y="1064"/>
                </a:lnTo>
                <a:lnTo>
                  <a:pt x="1421" y="1064"/>
                </a:lnTo>
                <a:lnTo>
                  <a:pt x="1421" y="1063"/>
                </a:lnTo>
                <a:lnTo>
                  <a:pt x="1420" y="1063"/>
                </a:lnTo>
                <a:lnTo>
                  <a:pt x="1419" y="1063"/>
                </a:lnTo>
                <a:lnTo>
                  <a:pt x="1419" y="1062"/>
                </a:lnTo>
                <a:lnTo>
                  <a:pt x="1418" y="1062"/>
                </a:lnTo>
                <a:lnTo>
                  <a:pt x="1417" y="1062"/>
                </a:lnTo>
                <a:lnTo>
                  <a:pt x="1417" y="1061"/>
                </a:lnTo>
                <a:lnTo>
                  <a:pt x="1416" y="1061"/>
                </a:lnTo>
                <a:lnTo>
                  <a:pt x="1416" y="1062"/>
                </a:lnTo>
                <a:lnTo>
                  <a:pt x="1415" y="1062"/>
                </a:lnTo>
                <a:lnTo>
                  <a:pt x="1415" y="1061"/>
                </a:lnTo>
                <a:lnTo>
                  <a:pt x="1415" y="1062"/>
                </a:lnTo>
                <a:lnTo>
                  <a:pt x="1414" y="1062"/>
                </a:lnTo>
                <a:lnTo>
                  <a:pt x="1413" y="1062"/>
                </a:lnTo>
                <a:lnTo>
                  <a:pt x="1412" y="1061"/>
                </a:lnTo>
                <a:lnTo>
                  <a:pt x="1412" y="1062"/>
                </a:lnTo>
                <a:lnTo>
                  <a:pt x="1412" y="1061"/>
                </a:lnTo>
                <a:lnTo>
                  <a:pt x="1411" y="1061"/>
                </a:lnTo>
                <a:lnTo>
                  <a:pt x="1410" y="1061"/>
                </a:lnTo>
                <a:lnTo>
                  <a:pt x="1410" y="1060"/>
                </a:lnTo>
                <a:lnTo>
                  <a:pt x="1410" y="1059"/>
                </a:lnTo>
                <a:lnTo>
                  <a:pt x="1409" y="1059"/>
                </a:lnTo>
                <a:lnTo>
                  <a:pt x="1408" y="1059"/>
                </a:lnTo>
                <a:lnTo>
                  <a:pt x="1407" y="1059"/>
                </a:lnTo>
                <a:lnTo>
                  <a:pt x="1407" y="1060"/>
                </a:lnTo>
                <a:lnTo>
                  <a:pt x="1406" y="1060"/>
                </a:lnTo>
                <a:lnTo>
                  <a:pt x="1407" y="1060"/>
                </a:lnTo>
                <a:lnTo>
                  <a:pt x="1406" y="1060"/>
                </a:lnTo>
                <a:lnTo>
                  <a:pt x="1406" y="1061"/>
                </a:lnTo>
                <a:lnTo>
                  <a:pt x="1405" y="1061"/>
                </a:lnTo>
                <a:lnTo>
                  <a:pt x="1405" y="1062"/>
                </a:lnTo>
                <a:lnTo>
                  <a:pt x="1404" y="1063"/>
                </a:lnTo>
                <a:lnTo>
                  <a:pt x="1403" y="1063"/>
                </a:lnTo>
                <a:lnTo>
                  <a:pt x="1402" y="1063"/>
                </a:lnTo>
                <a:lnTo>
                  <a:pt x="1402" y="1064"/>
                </a:lnTo>
                <a:lnTo>
                  <a:pt x="1401" y="1064"/>
                </a:lnTo>
                <a:lnTo>
                  <a:pt x="1401" y="1066"/>
                </a:lnTo>
                <a:lnTo>
                  <a:pt x="1400" y="1066"/>
                </a:lnTo>
                <a:lnTo>
                  <a:pt x="1400" y="1067"/>
                </a:lnTo>
                <a:lnTo>
                  <a:pt x="1399" y="1067"/>
                </a:lnTo>
                <a:lnTo>
                  <a:pt x="1398" y="1067"/>
                </a:lnTo>
                <a:lnTo>
                  <a:pt x="1398" y="1068"/>
                </a:lnTo>
                <a:lnTo>
                  <a:pt x="1397" y="1068"/>
                </a:lnTo>
                <a:lnTo>
                  <a:pt x="1397" y="1069"/>
                </a:lnTo>
                <a:lnTo>
                  <a:pt x="1397" y="1070"/>
                </a:lnTo>
                <a:lnTo>
                  <a:pt x="1397" y="1071"/>
                </a:lnTo>
                <a:lnTo>
                  <a:pt x="1396" y="1071"/>
                </a:lnTo>
                <a:lnTo>
                  <a:pt x="1396" y="1072"/>
                </a:lnTo>
                <a:lnTo>
                  <a:pt x="1397" y="1072"/>
                </a:lnTo>
                <a:lnTo>
                  <a:pt x="1397" y="1073"/>
                </a:lnTo>
                <a:lnTo>
                  <a:pt x="1396" y="1073"/>
                </a:lnTo>
                <a:lnTo>
                  <a:pt x="1395" y="1073"/>
                </a:lnTo>
                <a:lnTo>
                  <a:pt x="1395" y="1074"/>
                </a:lnTo>
                <a:lnTo>
                  <a:pt x="1394" y="1074"/>
                </a:lnTo>
                <a:lnTo>
                  <a:pt x="1393" y="1074"/>
                </a:lnTo>
                <a:lnTo>
                  <a:pt x="1392" y="1074"/>
                </a:lnTo>
                <a:lnTo>
                  <a:pt x="1392" y="1073"/>
                </a:lnTo>
                <a:lnTo>
                  <a:pt x="1392" y="1072"/>
                </a:lnTo>
                <a:lnTo>
                  <a:pt x="1391" y="1073"/>
                </a:lnTo>
                <a:lnTo>
                  <a:pt x="1391" y="1072"/>
                </a:lnTo>
                <a:lnTo>
                  <a:pt x="1390" y="1072"/>
                </a:lnTo>
                <a:lnTo>
                  <a:pt x="1390" y="1071"/>
                </a:lnTo>
                <a:lnTo>
                  <a:pt x="1389" y="1071"/>
                </a:lnTo>
                <a:lnTo>
                  <a:pt x="1389" y="1070"/>
                </a:lnTo>
                <a:lnTo>
                  <a:pt x="1388" y="1070"/>
                </a:lnTo>
                <a:lnTo>
                  <a:pt x="1387" y="1070"/>
                </a:lnTo>
                <a:lnTo>
                  <a:pt x="1386" y="1070"/>
                </a:lnTo>
                <a:lnTo>
                  <a:pt x="1386" y="1069"/>
                </a:lnTo>
                <a:lnTo>
                  <a:pt x="1385" y="1069"/>
                </a:lnTo>
                <a:lnTo>
                  <a:pt x="1385" y="1068"/>
                </a:lnTo>
                <a:lnTo>
                  <a:pt x="1385" y="1067"/>
                </a:lnTo>
                <a:lnTo>
                  <a:pt x="1383" y="1067"/>
                </a:lnTo>
                <a:lnTo>
                  <a:pt x="1383" y="1066"/>
                </a:lnTo>
                <a:lnTo>
                  <a:pt x="1382" y="1066"/>
                </a:lnTo>
                <a:lnTo>
                  <a:pt x="1382" y="1065"/>
                </a:lnTo>
                <a:lnTo>
                  <a:pt x="1381" y="1065"/>
                </a:lnTo>
                <a:lnTo>
                  <a:pt x="1381" y="1064"/>
                </a:lnTo>
                <a:lnTo>
                  <a:pt x="1381" y="1065"/>
                </a:lnTo>
                <a:lnTo>
                  <a:pt x="1380" y="1065"/>
                </a:lnTo>
                <a:lnTo>
                  <a:pt x="1379" y="1065"/>
                </a:lnTo>
                <a:lnTo>
                  <a:pt x="1378" y="1065"/>
                </a:lnTo>
                <a:lnTo>
                  <a:pt x="1377" y="1064"/>
                </a:lnTo>
                <a:lnTo>
                  <a:pt x="1376" y="1064"/>
                </a:lnTo>
                <a:lnTo>
                  <a:pt x="1376" y="1063"/>
                </a:lnTo>
                <a:lnTo>
                  <a:pt x="1375" y="1063"/>
                </a:lnTo>
                <a:lnTo>
                  <a:pt x="1374" y="1063"/>
                </a:lnTo>
                <a:lnTo>
                  <a:pt x="1373" y="1063"/>
                </a:lnTo>
                <a:lnTo>
                  <a:pt x="1372" y="1062"/>
                </a:lnTo>
                <a:lnTo>
                  <a:pt x="1371" y="1062"/>
                </a:lnTo>
                <a:lnTo>
                  <a:pt x="1369" y="1062"/>
                </a:lnTo>
                <a:lnTo>
                  <a:pt x="1369" y="1061"/>
                </a:lnTo>
                <a:lnTo>
                  <a:pt x="1368" y="1061"/>
                </a:lnTo>
                <a:lnTo>
                  <a:pt x="1368" y="1060"/>
                </a:lnTo>
                <a:lnTo>
                  <a:pt x="1367" y="1060"/>
                </a:lnTo>
                <a:lnTo>
                  <a:pt x="1366" y="1060"/>
                </a:lnTo>
                <a:lnTo>
                  <a:pt x="1366" y="1059"/>
                </a:lnTo>
                <a:lnTo>
                  <a:pt x="1365" y="1059"/>
                </a:lnTo>
                <a:lnTo>
                  <a:pt x="1365" y="1058"/>
                </a:lnTo>
                <a:lnTo>
                  <a:pt x="1364" y="1057"/>
                </a:lnTo>
                <a:lnTo>
                  <a:pt x="1363" y="1057"/>
                </a:lnTo>
                <a:lnTo>
                  <a:pt x="1362" y="1057"/>
                </a:lnTo>
                <a:lnTo>
                  <a:pt x="1363" y="1057"/>
                </a:lnTo>
                <a:lnTo>
                  <a:pt x="1363" y="1056"/>
                </a:lnTo>
                <a:lnTo>
                  <a:pt x="1362" y="1056"/>
                </a:lnTo>
                <a:lnTo>
                  <a:pt x="1362" y="1055"/>
                </a:lnTo>
                <a:lnTo>
                  <a:pt x="1361" y="1055"/>
                </a:lnTo>
                <a:lnTo>
                  <a:pt x="1362" y="1055"/>
                </a:lnTo>
                <a:lnTo>
                  <a:pt x="1362" y="1054"/>
                </a:lnTo>
                <a:lnTo>
                  <a:pt x="1362" y="1053"/>
                </a:lnTo>
                <a:lnTo>
                  <a:pt x="1362" y="1052"/>
                </a:lnTo>
                <a:lnTo>
                  <a:pt x="1362" y="1051"/>
                </a:lnTo>
                <a:lnTo>
                  <a:pt x="1361" y="1051"/>
                </a:lnTo>
                <a:lnTo>
                  <a:pt x="1360" y="1051"/>
                </a:lnTo>
                <a:lnTo>
                  <a:pt x="1360" y="1050"/>
                </a:lnTo>
                <a:lnTo>
                  <a:pt x="1359" y="1050"/>
                </a:lnTo>
                <a:lnTo>
                  <a:pt x="1359" y="1049"/>
                </a:lnTo>
                <a:lnTo>
                  <a:pt x="1359" y="1048"/>
                </a:lnTo>
                <a:lnTo>
                  <a:pt x="1358" y="1047"/>
                </a:lnTo>
                <a:lnTo>
                  <a:pt x="1357" y="1047"/>
                </a:lnTo>
                <a:lnTo>
                  <a:pt x="1356" y="1047"/>
                </a:lnTo>
                <a:lnTo>
                  <a:pt x="1356" y="1046"/>
                </a:lnTo>
                <a:lnTo>
                  <a:pt x="1356" y="1045"/>
                </a:lnTo>
                <a:lnTo>
                  <a:pt x="1356" y="1044"/>
                </a:lnTo>
                <a:lnTo>
                  <a:pt x="1356" y="1043"/>
                </a:lnTo>
                <a:lnTo>
                  <a:pt x="1355" y="1042"/>
                </a:lnTo>
                <a:lnTo>
                  <a:pt x="1355" y="1041"/>
                </a:lnTo>
                <a:lnTo>
                  <a:pt x="1354" y="1041"/>
                </a:lnTo>
                <a:lnTo>
                  <a:pt x="1354" y="1040"/>
                </a:lnTo>
                <a:lnTo>
                  <a:pt x="1354" y="1041"/>
                </a:lnTo>
                <a:lnTo>
                  <a:pt x="1353" y="1041"/>
                </a:lnTo>
                <a:lnTo>
                  <a:pt x="1353" y="1042"/>
                </a:lnTo>
                <a:lnTo>
                  <a:pt x="1352" y="1042"/>
                </a:lnTo>
                <a:lnTo>
                  <a:pt x="1351" y="1041"/>
                </a:lnTo>
                <a:lnTo>
                  <a:pt x="1350" y="1041"/>
                </a:lnTo>
                <a:lnTo>
                  <a:pt x="1349" y="1040"/>
                </a:lnTo>
                <a:lnTo>
                  <a:pt x="1348" y="1040"/>
                </a:lnTo>
                <a:lnTo>
                  <a:pt x="1348" y="1039"/>
                </a:lnTo>
                <a:lnTo>
                  <a:pt x="1348" y="1038"/>
                </a:lnTo>
                <a:lnTo>
                  <a:pt x="1347" y="1038"/>
                </a:lnTo>
                <a:lnTo>
                  <a:pt x="1347" y="1037"/>
                </a:lnTo>
                <a:lnTo>
                  <a:pt x="1346" y="1037"/>
                </a:lnTo>
                <a:lnTo>
                  <a:pt x="1346" y="1036"/>
                </a:lnTo>
                <a:lnTo>
                  <a:pt x="1345" y="1036"/>
                </a:lnTo>
                <a:lnTo>
                  <a:pt x="1345" y="1035"/>
                </a:lnTo>
                <a:lnTo>
                  <a:pt x="1344" y="1035"/>
                </a:lnTo>
                <a:lnTo>
                  <a:pt x="1344" y="1034"/>
                </a:lnTo>
                <a:lnTo>
                  <a:pt x="1343" y="1034"/>
                </a:lnTo>
                <a:lnTo>
                  <a:pt x="1342" y="1034"/>
                </a:lnTo>
                <a:lnTo>
                  <a:pt x="1341" y="1034"/>
                </a:lnTo>
                <a:lnTo>
                  <a:pt x="1340" y="1033"/>
                </a:lnTo>
                <a:lnTo>
                  <a:pt x="1340" y="1032"/>
                </a:lnTo>
                <a:lnTo>
                  <a:pt x="1339" y="1032"/>
                </a:lnTo>
                <a:lnTo>
                  <a:pt x="1339" y="1031"/>
                </a:lnTo>
                <a:lnTo>
                  <a:pt x="1338" y="1031"/>
                </a:lnTo>
                <a:lnTo>
                  <a:pt x="1338" y="1030"/>
                </a:lnTo>
                <a:lnTo>
                  <a:pt x="1337" y="1030"/>
                </a:lnTo>
                <a:lnTo>
                  <a:pt x="1337" y="1029"/>
                </a:lnTo>
                <a:lnTo>
                  <a:pt x="1336" y="1029"/>
                </a:lnTo>
                <a:lnTo>
                  <a:pt x="1336" y="1028"/>
                </a:lnTo>
                <a:lnTo>
                  <a:pt x="1335" y="1028"/>
                </a:lnTo>
                <a:lnTo>
                  <a:pt x="1335" y="1027"/>
                </a:lnTo>
                <a:lnTo>
                  <a:pt x="1334" y="1027"/>
                </a:lnTo>
                <a:lnTo>
                  <a:pt x="1333" y="1027"/>
                </a:lnTo>
                <a:lnTo>
                  <a:pt x="1333" y="1026"/>
                </a:lnTo>
                <a:lnTo>
                  <a:pt x="1332" y="1026"/>
                </a:lnTo>
                <a:lnTo>
                  <a:pt x="1332" y="1027"/>
                </a:lnTo>
                <a:lnTo>
                  <a:pt x="1331" y="1027"/>
                </a:lnTo>
                <a:lnTo>
                  <a:pt x="1330" y="1027"/>
                </a:lnTo>
                <a:lnTo>
                  <a:pt x="1330" y="1028"/>
                </a:lnTo>
                <a:lnTo>
                  <a:pt x="1329" y="1028"/>
                </a:lnTo>
                <a:lnTo>
                  <a:pt x="1329" y="1027"/>
                </a:lnTo>
                <a:lnTo>
                  <a:pt x="1328" y="1027"/>
                </a:lnTo>
                <a:lnTo>
                  <a:pt x="1327" y="1027"/>
                </a:lnTo>
                <a:lnTo>
                  <a:pt x="1326" y="1027"/>
                </a:lnTo>
                <a:lnTo>
                  <a:pt x="1326" y="1028"/>
                </a:lnTo>
                <a:lnTo>
                  <a:pt x="1325" y="1028"/>
                </a:lnTo>
                <a:lnTo>
                  <a:pt x="1324" y="1027"/>
                </a:lnTo>
                <a:lnTo>
                  <a:pt x="1323" y="1027"/>
                </a:lnTo>
                <a:lnTo>
                  <a:pt x="1323" y="1026"/>
                </a:lnTo>
                <a:lnTo>
                  <a:pt x="1322" y="1025"/>
                </a:lnTo>
                <a:lnTo>
                  <a:pt x="1322" y="1024"/>
                </a:lnTo>
                <a:lnTo>
                  <a:pt x="1322" y="1023"/>
                </a:lnTo>
                <a:lnTo>
                  <a:pt x="1323" y="1023"/>
                </a:lnTo>
                <a:lnTo>
                  <a:pt x="1323" y="1022"/>
                </a:lnTo>
                <a:lnTo>
                  <a:pt x="1322" y="1022"/>
                </a:lnTo>
                <a:lnTo>
                  <a:pt x="1322" y="1021"/>
                </a:lnTo>
                <a:lnTo>
                  <a:pt x="1321" y="1021"/>
                </a:lnTo>
                <a:lnTo>
                  <a:pt x="1321" y="1020"/>
                </a:lnTo>
                <a:lnTo>
                  <a:pt x="1321" y="1018"/>
                </a:lnTo>
                <a:lnTo>
                  <a:pt x="1321" y="1017"/>
                </a:lnTo>
                <a:lnTo>
                  <a:pt x="1322" y="1016"/>
                </a:lnTo>
                <a:lnTo>
                  <a:pt x="1323" y="1015"/>
                </a:lnTo>
                <a:lnTo>
                  <a:pt x="1325" y="1011"/>
                </a:lnTo>
                <a:lnTo>
                  <a:pt x="1326" y="1011"/>
                </a:lnTo>
                <a:lnTo>
                  <a:pt x="1327" y="1011"/>
                </a:lnTo>
                <a:lnTo>
                  <a:pt x="1327" y="1010"/>
                </a:lnTo>
                <a:lnTo>
                  <a:pt x="1327" y="1009"/>
                </a:lnTo>
                <a:lnTo>
                  <a:pt x="1327" y="1007"/>
                </a:lnTo>
                <a:lnTo>
                  <a:pt x="1327" y="1006"/>
                </a:lnTo>
                <a:lnTo>
                  <a:pt x="1326" y="1005"/>
                </a:lnTo>
                <a:lnTo>
                  <a:pt x="1326" y="1004"/>
                </a:lnTo>
                <a:lnTo>
                  <a:pt x="1326" y="1003"/>
                </a:lnTo>
                <a:lnTo>
                  <a:pt x="1327" y="1001"/>
                </a:lnTo>
                <a:lnTo>
                  <a:pt x="1327" y="1000"/>
                </a:lnTo>
                <a:lnTo>
                  <a:pt x="1328" y="999"/>
                </a:lnTo>
                <a:lnTo>
                  <a:pt x="1328" y="998"/>
                </a:lnTo>
                <a:lnTo>
                  <a:pt x="1328" y="997"/>
                </a:lnTo>
                <a:lnTo>
                  <a:pt x="1329" y="997"/>
                </a:lnTo>
                <a:lnTo>
                  <a:pt x="1330" y="996"/>
                </a:lnTo>
                <a:lnTo>
                  <a:pt x="1330" y="995"/>
                </a:lnTo>
                <a:lnTo>
                  <a:pt x="1329" y="994"/>
                </a:lnTo>
                <a:lnTo>
                  <a:pt x="1329" y="993"/>
                </a:lnTo>
                <a:lnTo>
                  <a:pt x="1328" y="993"/>
                </a:lnTo>
                <a:lnTo>
                  <a:pt x="1328" y="992"/>
                </a:lnTo>
                <a:lnTo>
                  <a:pt x="1327" y="992"/>
                </a:lnTo>
                <a:lnTo>
                  <a:pt x="1326" y="992"/>
                </a:lnTo>
                <a:lnTo>
                  <a:pt x="1326" y="991"/>
                </a:lnTo>
                <a:lnTo>
                  <a:pt x="1325" y="991"/>
                </a:lnTo>
                <a:lnTo>
                  <a:pt x="1324" y="991"/>
                </a:lnTo>
                <a:lnTo>
                  <a:pt x="1323" y="992"/>
                </a:lnTo>
                <a:lnTo>
                  <a:pt x="1323" y="993"/>
                </a:lnTo>
                <a:lnTo>
                  <a:pt x="1322" y="993"/>
                </a:lnTo>
                <a:lnTo>
                  <a:pt x="1321" y="994"/>
                </a:lnTo>
                <a:lnTo>
                  <a:pt x="1321" y="995"/>
                </a:lnTo>
                <a:lnTo>
                  <a:pt x="1320" y="995"/>
                </a:lnTo>
                <a:lnTo>
                  <a:pt x="1319" y="995"/>
                </a:lnTo>
                <a:lnTo>
                  <a:pt x="1319" y="996"/>
                </a:lnTo>
                <a:lnTo>
                  <a:pt x="1318" y="996"/>
                </a:lnTo>
                <a:lnTo>
                  <a:pt x="1318" y="997"/>
                </a:lnTo>
                <a:lnTo>
                  <a:pt x="1317" y="997"/>
                </a:lnTo>
                <a:lnTo>
                  <a:pt x="1316" y="997"/>
                </a:lnTo>
                <a:lnTo>
                  <a:pt x="1315" y="997"/>
                </a:lnTo>
                <a:lnTo>
                  <a:pt x="1315" y="996"/>
                </a:lnTo>
                <a:lnTo>
                  <a:pt x="1314" y="996"/>
                </a:lnTo>
                <a:lnTo>
                  <a:pt x="1313" y="996"/>
                </a:lnTo>
                <a:lnTo>
                  <a:pt x="1313" y="995"/>
                </a:lnTo>
                <a:lnTo>
                  <a:pt x="1312" y="995"/>
                </a:lnTo>
                <a:lnTo>
                  <a:pt x="1312" y="994"/>
                </a:lnTo>
                <a:lnTo>
                  <a:pt x="1311" y="994"/>
                </a:lnTo>
                <a:lnTo>
                  <a:pt x="1311" y="993"/>
                </a:lnTo>
                <a:lnTo>
                  <a:pt x="1311" y="992"/>
                </a:lnTo>
                <a:lnTo>
                  <a:pt x="1310" y="992"/>
                </a:lnTo>
                <a:lnTo>
                  <a:pt x="1310" y="991"/>
                </a:lnTo>
                <a:lnTo>
                  <a:pt x="1310" y="990"/>
                </a:lnTo>
                <a:lnTo>
                  <a:pt x="1309" y="989"/>
                </a:lnTo>
                <a:lnTo>
                  <a:pt x="1308" y="989"/>
                </a:lnTo>
                <a:lnTo>
                  <a:pt x="1308" y="988"/>
                </a:lnTo>
                <a:lnTo>
                  <a:pt x="1307" y="988"/>
                </a:lnTo>
                <a:lnTo>
                  <a:pt x="1307" y="987"/>
                </a:lnTo>
                <a:lnTo>
                  <a:pt x="1307" y="986"/>
                </a:lnTo>
                <a:lnTo>
                  <a:pt x="1306" y="986"/>
                </a:lnTo>
                <a:lnTo>
                  <a:pt x="1307" y="986"/>
                </a:lnTo>
                <a:lnTo>
                  <a:pt x="1307" y="985"/>
                </a:lnTo>
                <a:lnTo>
                  <a:pt x="1306" y="985"/>
                </a:lnTo>
                <a:lnTo>
                  <a:pt x="1305" y="985"/>
                </a:lnTo>
                <a:lnTo>
                  <a:pt x="1305" y="984"/>
                </a:lnTo>
                <a:lnTo>
                  <a:pt x="1305" y="983"/>
                </a:lnTo>
                <a:lnTo>
                  <a:pt x="1305" y="982"/>
                </a:lnTo>
                <a:lnTo>
                  <a:pt x="1304" y="982"/>
                </a:lnTo>
                <a:lnTo>
                  <a:pt x="1304" y="981"/>
                </a:lnTo>
                <a:lnTo>
                  <a:pt x="1303" y="980"/>
                </a:lnTo>
                <a:lnTo>
                  <a:pt x="1303" y="979"/>
                </a:lnTo>
                <a:lnTo>
                  <a:pt x="1302" y="979"/>
                </a:lnTo>
                <a:lnTo>
                  <a:pt x="1302" y="978"/>
                </a:lnTo>
                <a:lnTo>
                  <a:pt x="1301" y="977"/>
                </a:lnTo>
                <a:lnTo>
                  <a:pt x="1300" y="977"/>
                </a:lnTo>
                <a:lnTo>
                  <a:pt x="1300" y="978"/>
                </a:lnTo>
                <a:lnTo>
                  <a:pt x="1299" y="978"/>
                </a:lnTo>
                <a:lnTo>
                  <a:pt x="1299" y="977"/>
                </a:lnTo>
                <a:lnTo>
                  <a:pt x="1299" y="976"/>
                </a:lnTo>
                <a:lnTo>
                  <a:pt x="1298" y="976"/>
                </a:lnTo>
                <a:lnTo>
                  <a:pt x="1297" y="976"/>
                </a:lnTo>
                <a:lnTo>
                  <a:pt x="1297" y="975"/>
                </a:lnTo>
                <a:lnTo>
                  <a:pt x="1296" y="975"/>
                </a:lnTo>
                <a:lnTo>
                  <a:pt x="1296" y="974"/>
                </a:lnTo>
                <a:lnTo>
                  <a:pt x="1295" y="974"/>
                </a:lnTo>
                <a:lnTo>
                  <a:pt x="1295" y="975"/>
                </a:lnTo>
                <a:lnTo>
                  <a:pt x="1294" y="975"/>
                </a:lnTo>
                <a:lnTo>
                  <a:pt x="1292" y="975"/>
                </a:lnTo>
                <a:lnTo>
                  <a:pt x="1291" y="975"/>
                </a:lnTo>
                <a:lnTo>
                  <a:pt x="1291" y="974"/>
                </a:lnTo>
                <a:lnTo>
                  <a:pt x="1290" y="974"/>
                </a:lnTo>
                <a:lnTo>
                  <a:pt x="1289" y="973"/>
                </a:lnTo>
                <a:lnTo>
                  <a:pt x="1288" y="973"/>
                </a:lnTo>
                <a:lnTo>
                  <a:pt x="1287" y="973"/>
                </a:lnTo>
                <a:lnTo>
                  <a:pt x="1286" y="973"/>
                </a:lnTo>
                <a:lnTo>
                  <a:pt x="1286" y="972"/>
                </a:lnTo>
                <a:lnTo>
                  <a:pt x="1285" y="972"/>
                </a:lnTo>
                <a:lnTo>
                  <a:pt x="1284" y="972"/>
                </a:lnTo>
                <a:lnTo>
                  <a:pt x="1283" y="972"/>
                </a:lnTo>
                <a:lnTo>
                  <a:pt x="1283" y="971"/>
                </a:lnTo>
                <a:lnTo>
                  <a:pt x="1282" y="971"/>
                </a:lnTo>
                <a:lnTo>
                  <a:pt x="1281" y="971"/>
                </a:lnTo>
                <a:lnTo>
                  <a:pt x="1280" y="971"/>
                </a:lnTo>
                <a:lnTo>
                  <a:pt x="1279" y="972"/>
                </a:lnTo>
                <a:lnTo>
                  <a:pt x="1278" y="973"/>
                </a:lnTo>
                <a:lnTo>
                  <a:pt x="1277" y="973"/>
                </a:lnTo>
                <a:lnTo>
                  <a:pt x="1277" y="974"/>
                </a:lnTo>
                <a:lnTo>
                  <a:pt x="1277" y="975"/>
                </a:lnTo>
                <a:lnTo>
                  <a:pt x="1277" y="976"/>
                </a:lnTo>
                <a:lnTo>
                  <a:pt x="1277" y="975"/>
                </a:lnTo>
                <a:lnTo>
                  <a:pt x="1276" y="975"/>
                </a:lnTo>
                <a:lnTo>
                  <a:pt x="1275" y="975"/>
                </a:lnTo>
                <a:lnTo>
                  <a:pt x="1274" y="974"/>
                </a:lnTo>
                <a:lnTo>
                  <a:pt x="1273" y="974"/>
                </a:lnTo>
                <a:lnTo>
                  <a:pt x="1272" y="974"/>
                </a:lnTo>
                <a:lnTo>
                  <a:pt x="1271" y="974"/>
                </a:lnTo>
                <a:lnTo>
                  <a:pt x="1270" y="974"/>
                </a:lnTo>
                <a:lnTo>
                  <a:pt x="1269" y="974"/>
                </a:lnTo>
                <a:lnTo>
                  <a:pt x="1269" y="975"/>
                </a:lnTo>
                <a:lnTo>
                  <a:pt x="1269" y="974"/>
                </a:lnTo>
                <a:lnTo>
                  <a:pt x="1268" y="974"/>
                </a:lnTo>
                <a:lnTo>
                  <a:pt x="1268" y="973"/>
                </a:lnTo>
                <a:lnTo>
                  <a:pt x="1268" y="972"/>
                </a:lnTo>
                <a:lnTo>
                  <a:pt x="1267" y="972"/>
                </a:lnTo>
                <a:lnTo>
                  <a:pt x="1267" y="971"/>
                </a:lnTo>
                <a:lnTo>
                  <a:pt x="1266" y="971"/>
                </a:lnTo>
                <a:lnTo>
                  <a:pt x="1265" y="970"/>
                </a:lnTo>
                <a:lnTo>
                  <a:pt x="1265" y="969"/>
                </a:lnTo>
                <a:lnTo>
                  <a:pt x="1265" y="968"/>
                </a:lnTo>
                <a:lnTo>
                  <a:pt x="1264" y="968"/>
                </a:lnTo>
                <a:lnTo>
                  <a:pt x="1264" y="969"/>
                </a:lnTo>
                <a:lnTo>
                  <a:pt x="1263" y="969"/>
                </a:lnTo>
                <a:lnTo>
                  <a:pt x="1262" y="969"/>
                </a:lnTo>
                <a:lnTo>
                  <a:pt x="1261" y="969"/>
                </a:lnTo>
                <a:lnTo>
                  <a:pt x="1261" y="968"/>
                </a:lnTo>
                <a:lnTo>
                  <a:pt x="1261" y="967"/>
                </a:lnTo>
                <a:lnTo>
                  <a:pt x="1260" y="967"/>
                </a:lnTo>
                <a:lnTo>
                  <a:pt x="1259" y="967"/>
                </a:lnTo>
                <a:lnTo>
                  <a:pt x="1259" y="966"/>
                </a:lnTo>
                <a:lnTo>
                  <a:pt x="1259" y="965"/>
                </a:lnTo>
                <a:lnTo>
                  <a:pt x="1258" y="965"/>
                </a:lnTo>
                <a:lnTo>
                  <a:pt x="1258" y="966"/>
                </a:lnTo>
                <a:lnTo>
                  <a:pt x="1257" y="967"/>
                </a:lnTo>
                <a:lnTo>
                  <a:pt x="1257" y="968"/>
                </a:lnTo>
                <a:lnTo>
                  <a:pt x="1257" y="969"/>
                </a:lnTo>
                <a:lnTo>
                  <a:pt x="1256" y="969"/>
                </a:lnTo>
                <a:lnTo>
                  <a:pt x="1256" y="970"/>
                </a:lnTo>
                <a:lnTo>
                  <a:pt x="1255" y="970"/>
                </a:lnTo>
                <a:lnTo>
                  <a:pt x="1254" y="970"/>
                </a:lnTo>
                <a:lnTo>
                  <a:pt x="1253" y="969"/>
                </a:lnTo>
                <a:lnTo>
                  <a:pt x="1252" y="969"/>
                </a:lnTo>
                <a:lnTo>
                  <a:pt x="1251" y="969"/>
                </a:lnTo>
                <a:lnTo>
                  <a:pt x="1251" y="968"/>
                </a:lnTo>
                <a:lnTo>
                  <a:pt x="1251" y="967"/>
                </a:lnTo>
                <a:lnTo>
                  <a:pt x="1252" y="967"/>
                </a:lnTo>
                <a:lnTo>
                  <a:pt x="1252" y="966"/>
                </a:lnTo>
                <a:lnTo>
                  <a:pt x="1251" y="966"/>
                </a:lnTo>
                <a:lnTo>
                  <a:pt x="1251" y="965"/>
                </a:lnTo>
                <a:lnTo>
                  <a:pt x="1252" y="965"/>
                </a:lnTo>
                <a:lnTo>
                  <a:pt x="1252" y="964"/>
                </a:lnTo>
                <a:lnTo>
                  <a:pt x="1252" y="963"/>
                </a:lnTo>
                <a:lnTo>
                  <a:pt x="1252" y="962"/>
                </a:lnTo>
                <a:lnTo>
                  <a:pt x="1251" y="962"/>
                </a:lnTo>
                <a:lnTo>
                  <a:pt x="1251" y="963"/>
                </a:lnTo>
                <a:lnTo>
                  <a:pt x="1251" y="962"/>
                </a:lnTo>
                <a:lnTo>
                  <a:pt x="1250" y="962"/>
                </a:lnTo>
                <a:lnTo>
                  <a:pt x="1250" y="961"/>
                </a:lnTo>
                <a:lnTo>
                  <a:pt x="1249" y="961"/>
                </a:lnTo>
                <a:lnTo>
                  <a:pt x="1248" y="962"/>
                </a:lnTo>
                <a:lnTo>
                  <a:pt x="1247" y="963"/>
                </a:lnTo>
                <a:lnTo>
                  <a:pt x="1246" y="963"/>
                </a:lnTo>
                <a:lnTo>
                  <a:pt x="1246" y="964"/>
                </a:lnTo>
                <a:lnTo>
                  <a:pt x="1245" y="964"/>
                </a:lnTo>
                <a:lnTo>
                  <a:pt x="1245" y="963"/>
                </a:lnTo>
                <a:lnTo>
                  <a:pt x="1244" y="963"/>
                </a:lnTo>
                <a:lnTo>
                  <a:pt x="1243" y="963"/>
                </a:lnTo>
                <a:lnTo>
                  <a:pt x="1243" y="962"/>
                </a:lnTo>
                <a:lnTo>
                  <a:pt x="1244" y="961"/>
                </a:lnTo>
                <a:lnTo>
                  <a:pt x="1243" y="961"/>
                </a:lnTo>
                <a:lnTo>
                  <a:pt x="1242" y="960"/>
                </a:lnTo>
                <a:lnTo>
                  <a:pt x="1240" y="960"/>
                </a:lnTo>
                <a:lnTo>
                  <a:pt x="1240" y="961"/>
                </a:lnTo>
                <a:lnTo>
                  <a:pt x="1240" y="960"/>
                </a:lnTo>
                <a:lnTo>
                  <a:pt x="1239" y="959"/>
                </a:lnTo>
                <a:lnTo>
                  <a:pt x="1239" y="960"/>
                </a:lnTo>
                <a:lnTo>
                  <a:pt x="1238" y="960"/>
                </a:lnTo>
                <a:lnTo>
                  <a:pt x="1238" y="959"/>
                </a:lnTo>
                <a:lnTo>
                  <a:pt x="1237" y="958"/>
                </a:lnTo>
                <a:lnTo>
                  <a:pt x="1236" y="958"/>
                </a:lnTo>
                <a:lnTo>
                  <a:pt x="1236" y="957"/>
                </a:lnTo>
                <a:lnTo>
                  <a:pt x="1235" y="957"/>
                </a:lnTo>
                <a:lnTo>
                  <a:pt x="1234" y="957"/>
                </a:lnTo>
                <a:lnTo>
                  <a:pt x="1234" y="956"/>
                </a:lnTo>
                <a:lnTo>
                  <a:pt x="1234" y="955"/>
                </a:lnTo>
                <a:lnTo>
                  <a:pt x="1235" y="955"/>
                </a:lnTo>
                <a:lnTo>
                  <a:pt x="1235" y="954"/>
                </a:lnTo>
                <a:lnTo>
                  <a:pt x="1236" y="954"/>
                </a:lnTo>
                <a:lnTo>
                  <a:pt x="1236" y="953"/>
                </a:lnTo>
                <a:lnTo>
                  <a:pt x="1235" y="952"/>
                </a:lnTo>
                <a:lnTo>
                  <a:pt x="1235" y="951"/>
                </a:lnTo>
                <a:lnTo>
                  <a:pt x="1235" y="950"/>
                </a:lnTo>
                <a:lnTo>
                  <a:pt x="1234" y="950"/>
                </a:lnTo>
                <a:lnTo>
                  <a:pt x="1234" y="949"/>
                </a:lnTo>
                <a:lnTo>
                  <a:pt x="1234" y="948"/>
                </a:lnTo>
                <a:lnTo>
                  <a:pt x="1234" y="947"/>
                </a:lnTo>
                <a:lnTo>
                  <a:pt x="1233" y="947"/>
                </a:lnTo>
                <a:lnTo>
                  <a:pt x="1233" y="946"/>
                </a:lnTo>
                <a:lnTo>
                  <a:pt x="1232" y="946"/>
                </a:lnTo>
                <a:lnTo>
                  <a:pt x="1232" y="945"/>
                </a:lnTo>
                <a:lnTo>
                  <a:pt x="1232" y="944"/>
                </a:lnTo>
                <a:lnTo>
                  <a:pt x="1232" y="943"/>
                </a:lnTo>
                <a:lnTo>
                  <a:pt x="1231" y="943"/>
                </a:lnTo>
                <a:lnTo>
                  <a:pt x="1231" y="944"/>
                </a:lnTo>
                <a:lnTo>
                  <a:pt x="1230" y="944"/>
                </a:lnTo>
                <a:lnTo>
                  <a:pt x="1230" y="945"/>
                </a:lnTo>
                <a:lnTo>
                  <a:pt x="1229" y="945"/>
                </a:lnTo>
                <a:lnTo>
                  <a:pt x="1228" y="945"/>
                </a:lnTo>
                <a:lnTo>
                  <a:pt x="1227" y="945"/>
                </a:lnTo>
                <a:lnTo>
                  <a:pt x="1227" y="946"/>
                </a:lnTo>
                <a:lnTo>
                  <a:pt x="1226" y="946"/>
                </a:lnTo>
                <a:lnTo>
                  <a:pt x="1226" y="947"/>
                </a:lnTo>
                <a:lnTo>
                  <a:pt x="1225" y="947"/>
                </a:lnTo>
                <a:lnTo>
                  <a:pt x="1225" y="948"/>
                </a:lnTo>
                <a:lnTo>
                  <a:pt x="1224" y="947"/>
                </a:lnTo>
                <a:lnTo>
                  <a:pt x="1224" y="946"/>
                </a:lnTo>
                <a:lnTo>
                  <a:pt x="1223" y="946"/>
                </a:lnTo>
                <a:lnTo>
                  <a:pt x="1223" y="945"/>
                </a:lnTo>
                <a:lnTo>
                  <a:pt x="1224" y="945"/>
                </a:lnTo>
                <a:lnTo>
                  <a:pt x="1224" y="944"/>
                </a:lnTo>
                <a:lnTo>
                  <a:pt x="1224" y="943"/>
                </a:lnTo>
                <a:lnTo>
                  <a:pt x="1224" y="941"/>
                </a:lnTo>
                <a:lnTo>
                  <a:pt x="1223" y="941"/>
                </a:lnTo>
                <a:lnTo>
                  <a:pt x="1224" y="941"/>
                </a:lnTo>
                <a:lnTo>
                  <a:pt x="1224" y="940"/>
                </a:lnTo>
                <a:lnTo>
                  <a:pt x="1223" y="940"/>
                </a:lnTo>
                <a:lnTo>
                  <a:pt x="1223" y="939"/>
                </a:lnTo>
                <a:lnTo>
                  <a:pt x="1223" y="938"/>
                </a:lnTo>
                <a:lnTo>
                  <a:pt x="1223" y="937"/>
                </a:lnTo>
                <a:lnTo>
                  <a:pt x="1224" y="937"/>
                </a:lnTo>
                <a:lnTo>
                  <a:pt x="1224" y="936"/>
                </a:lnTo>
                <a:lnTo>
                  <a:pt x="1223" y="936"/>
                </a:lnTo>
                <a:lnTo>
                  <a:pt x="1223" y="935"/>
                </a:lnTo>
                <a:lnTo>
                  <a:pt x="1223" y="934"/>
                </a:lnTo>
                <a:lnTo>
                  <a:pt x="1223" y="933"/>
                </a:lnTo>
                <a:lnTo>
                  <a:pt x="1223" y="932"/>
                </a:lnTo>
                <a:lnTo>
                  <a:pt x="1222" y="932"/>
                </a:lnTo>
                <a:lnTo>
                  <a:pt x="1222" y="931"/>
                </a:lnTo>
                <a:lnTo>
                  <a:pt x="1221" y="931"/>
                </a:lnTo>
                <a:lnTo>
                  <a:pt x="1221" y="930"/>
                </a:lnTo>
                <a:lnTo>
                  <a:pt x="1220" y="931"/>
                </a:lnTo>
                <a:lnTo>
                  <a:pt x="1220" y="930"/>
                </a:lnTo>
                <a:lnTo>
                  <a:pt x="1219" y="930"/>
                </a:lnTo>
                <a:lnTo>
                  <a:pt x="1219" y="929"/>
                </a:lnTo>
                <a:lnTo>
                  <a:pt x="1218" y="929"/>
                </a:lnTo>
                <a:lnTo>
                  <a:pt x="1217" y="929"/>
                </a:lnTo>
                <a:lnTo>
                  <a:pt x="1217" y="928"/>
                </a:lnTo>
                <a:lnTo>
                  <a:pt x="1216" y="928"/>
                </a:lnTo>
                <a:lnTo>
                  <a:pt x="1215" y="928"/>
                </a:lnTo>
                <a:lnTo>
                  <a:pt x="1214" y="928"/>
                </a:lnTo>
                <a:lnTo>
                  <a:pt x="1213" y="928"/>
                </a:lnTo>
                <a:lnTo>
                  <a:pt x="1212" y="928"/>
                </a:lnTo>
                <a:lnTo>
                  <a:pt x="1212" y="927"/>
                </a:lnTo>
                <a:lnTo>
                  <a:pt x="1211" y="927"/>
                </a:lnTo>
                <a:lnTo>
                  <a:pt x="1210" y="927"/>
                </a:lnTo>
                <a:lnTo>
                  <a:pt x="1210" y="926"/>
                </a:lnTo>
                <a:lnTo>
                  <a:pt x="1209" y="926"/>
                </a:lnTo>
                <a:lnTo>
                  <a:pt x="1209" y="925"/>
                </a:lnTo>
                <a:lnTo>
                  <a:pt x="1210" y="925"/>
                </a:lnTo>
                <a:lnTo>
                  <a:pt x="1209" y="925"/>
                </a:lnTo>
                <a:lnTo>
                  <a:pt x="1209" y="924"/>
                </a:lnTo>
                <a:lnTo>
                  <a:pt x="1209" y="923"/>
                </a:lnTo>
                <a:lnTo>
                  <a:pt x="1208" y="923"/>
                </a:lnTo>
                <a:lnTo>
                  <a:pt x="1207" y="923"/>
                </a:lnTo>
                <a:lnTo>
                  <a:pt x="1206" y="923"/>
                </a:lnTo>
                <a:lnTo>
                  <a:pt x="1206" y="922"/>
                </a:lnTo>
                <a:lnTo>
                  <a:pt x="1205" y="922"/>
                </a:lnTo>
                <a:lnTo>
                  <a:pt x="1205" y="921"/>
                </a:lnTo>
                <a:lnTo>
                  <a:pt x="1204" y="921"/>
                </a:lnTo>
                <a:lnTo>
                  <a:pt x="1204" y="920"/>
                </a:lnTo>
                <a:lnTo>
                  <a:pt x="1203" y="920"/>
                </a:lnTo>
                <a:lnTo>
                  <a:pt x="1203" y="919"/>
                </a:lnTo>
                <a:lnTo>
                  <a:pt x="1202" y="919"/>
                </a:lnTo>
                <a:lnTo>
                  <a:pt x="1202" y="920"/>
                </a:lnTo>
                <a:lnTo>
                  <a:pt x="1200" y="920"/>
                </a:lnTo>
                <a:lnTo>
                  <a:pt x="1199" y="920"/>
                </a:lnTo>
                <a:lnTo>
                  <a:pt x="1199" y="919"/>
                </a:lnTo>
                <a:lnTo>
                  <a:pt x="1198" y="919"/>
                </a:lnTo>
                <a:lnTo>
                  <a:pt x="1198" y="918"/>
                </a:lnTo>
                <a:lnTo>
                  <a:pt x="1197" y="918"/>
                </a:lnTo>
                <a:lnTo>
                  <a:pt x="1197" y="917"/>
                </a:lnTo>
                <a:lnTo>
                  <a:pt x="1196" y="916"/>
                </a:lnTo>
                <a:lnTo>
                  <a:pt x="1196" y="915"/>
                </a:lnTo>
                <a:lnTo>
                  <a:pt x="1196" y="914"/>
                </a:lnTo>
                <a:lnTo>
                  <a:pt x="1195" y="914"/>
                </a:lnTo>
                <a:lnTo>
                  <a:pt x="1194" y="914"/>
                </a:lnTo>
                <a:lnTo>
                  <a:pt x="1194" y="915"/>
                </a:lnTo>
                <a:lnTo>
                  <a:pt x="1193" y="915"/>
                </a:lnTo>
                <a:lnTo>
                  <a:pt x="1193" y="916"/>
                </a:lnTo>
                <a:lnTo>
                  <a:pt x="1192" y="916"/>
                </a:lnTo>
                <a:lnTo>
                  <a:pt x="1191" y="916"/>
                </a:lnTo>
                <a:lnTo>
                  <a:pt x="1190" y="916"/>
                </a:lnTo>
                <a:lnTo>
                  <a:pt x="1189" y="917"/>
                </a:lnTo>
                <a:lnTo>
                  <a:pt x="1189" y="918"/>
                </a:lnTo>
                <a:lnTo>
                  <a:pt x="1189" y="919"/>
                </a:lnTo>
                <a:lnTo>
                  <a:pt x="1188" y="919"/>
                </a:lnTo>
                <a:lnTo>
                  <a:pt x="1188" y="920"/>
                </a:lnTo>
                <a:lnTo>
                  <a:pt x="1187" y="920"/>
                </a:lnTo>
                <a:lnTo>
                  <a:pt x="1187" y="921"/>
                </a:lnTo>
                <a:lnTo>
                  <a:pt x="1187" y="922"/>
                </a:lnTo>
                <a:lnTo>
                  <a:pt x="1186" y="922"/>
                </a:lnTo>
                <a:lnTo>
                  <a:pt x="1185" y="923"/>
                </a:lnTo>
                <a:lnTo>
                  <a:pt x="1185" y="924"/>
                </a:lnTo>
                <a:lnTo>
                  <a:pt x="1185" y="925"/>
                </a:lnTo>
                <a:lnTo>
                  <a:pt x="1186" y="925"/>
                </a:lnTo>
                <a:lnTo>
                  <a:pt x="1187" y="927"/>
                </a:lnTo>
                <a:lnTo>
                  <a:pt x="1188" y="928"/>
                </a:lnTo>
                <a:lnTo>
                  <a:pt x="1189" y="928"/>
                </a:lnTo>
                <a:lnTo>
                  <a:pt x="1189" y="929"/>
                </a:lnTo>
                <a:lnTo>
                  <a:pt x="1190" y="929"/>
                </a:lnTo>
                <a:lnTo>
                  <a:pt x="1190" y="930"/>
                </a:lnTo>
                <a:lnTo>
                  <a:pt x="1189" y="930"/>
                </a:lnTo>
                <a:lnTo>
                  <a:pt x="1188" y="931"/>
                </a:lnTo>
                <a:lnTo>
                  <a:pt x="1188" y="932"/>
                </a:lnTo>
                <a:lnTo>
                  <a:pt x="1189" y="932"/>
                </a:lnTo>
                <a:lnTo>
                  <a:pt x="1190" y="932"/>
                </a:lnTo>
                <a:lnTo>
                  <a:pt x="1192" y="933"/>
                </a:lnTo>
                <a:lnTo>
                  <a:pt x="1192" y="934"/>
                </a:lnTo>
                <a:lnTo>
                  <a:pt x="1194" y="936"/>
                </a:lnTo>
                <a:lnTo>
                  <a:pt x="1194" y="935"/>
                </a:lnTo>
                <a:lnTo>
                  <a:pt x="1195" y="935"/>
                </a:lnTo>
                <a:lnTo>
                  <a:pt x="1195" y="936"/>
                </a:lnTo>
                <a:lnTo>
                  <a:pt x="1196" y="936"/>
                </a:lnTo>
                <a:lnTo>
                  <a:pt x="1197" y="938"/>
                </a:lnTo>
                <a:lnTo>
                  <a:pt x="1198" y="938"/>
                </a:lnTo>
                <a:lnTo>
                  <a:pt x="1199" y="938"/>
                </a:lnTo>
                <a:lnTo>
                  <a:pt x="1199" y="939"/>
                </a:lnTo>
                <a:lnTo>
                  <a:pt x="1199" y="940"/>
                </a:lnTo>
                <a:lnTo>
                  <a:pt x="1199" y="941"/>
                </a:lnTo>
                <a:lnTo>
                  <a:pt x="1200" y="941"/>
                </a:lnTo>
                <a:lnTo>
                  <a:pt x="1200" y="942"/>
                </a:lnTo>
                <a:lnTo>
                  <a:pt x="1201" y="943"/>
                </a:lnTo>
                <a:lnTo>
                  <a:pt x="1202" y="944"/>
                </a:lnTo>
                <a:lnTo>
                  <a:pt x="1201" y="944"/>
                </a:lnTo>
                <a:lnTo>
                  <a:pt x="1201" y="945"/>
                </a:lnTo>
                <a:lnTo>
                  <a:pt x="1202" y="945"/>
                </a:lnTo>
                <a:lnTo>
                  <a:pt x="1202" y="947"/>
                </a:lnTo>
                <a:lnTo>
                  <a:pt x="1203" y="948"/>
                </a:lnTo>
                <a:lnTo>
                  <a:pt x="1203" y="949"/>
                </a:lnTo>
                <a:lnTo>
                  <a:pt x="1202" y="949"/>
                </a:lnTo>
                <a:lnTo>
                  <a:pt x="1202" y="950"/>
                </a:lnTo>
                <a:lnTo>
                  <a:pt x="1202" y="951"/>
                </a:lnTo>
                <a:lnTo>
                  <a:pt x="1204" y="952"/>
                </a:lnTo>
                <a:lnTo>
                  <a:pt x="1205" y="953"/>
                </a:lnTo>
                <a:lnTo>
                  <a:pt x="1206" y="954"/>
                </a:lnTo>
                <a:lnTo>
                  <a:pt x="1208" y="954"/>
                </a:lnTo>
                <a:lnTo>
                  <a:pt x="1209" y="955"/>
                </a:lnTo>
                <a:lnTo>
                  <a:pt x="1210" y="956"/>
                </a:lnTo>
                <a:lnTo>
                  <a:pt x="1210" y="957"/>
                </a:lnTo>
                <a:lnTo>
                  <a:pt x="1209" y="957"/>
                </a:lnTo>
                <a:lnTo>
                  <a:pt x="1209" y="958"/>
                </a:lnTo>
                <a:lnTo>
                  <a:pt x="1208" y="958"/>
                </a:lnTo>
                <a:lnTo>
                  <a:pt x="1208" y="959"/>
                </a:lnTo>
                <a:lnTo>
                  <a:pt x="1208" y="960"/>
                </a:lnTo>
                <a:lnTo>
                  <a:pt x="1209" y="960"/>
                </a:lnTo>
                <a:lnTo>
                  <a:pt x="1209" y="961"/>
                </a:lnTo>
                <a:lnTo>
                  <a:pt x="1209" y="962"/>
                </a:lnTo>
                <a:lnTo>
                  <a:pt x="1208" y="962"/>
                </a:lnTo>
                <a:lnTo>
                  <a:pt x="1208" y="963"/>
                </a:lnTo>
                <a:lnTo>
                  <a:pt x="1209" y="963"/>
                </a:lnTo>
                <a:lnTo>
                  <a:pt x="1209" y="964"/>
                </a:lnTo>
                <a:lnTo>
                  <a:pt x="1209" y="965"/>
                </a:lnTo>
                <a:lnTo>
                  <a:pt x="1209" y="967"/>
                </a:lnTo>
                <a:lnTo>
                  <a:pt x="1209" y="968"/>
                </a:lnTo>
                <a:lnTo>
                  <a:pt x="1210" y="968"/>
                </a:lnTo>
                <a:lnTo>
                  <a:pt x="1211" y="969"/>
                </a:lnTo>
                <a:lnTo>
                  <a:pt x="1211" y="971"/>
                </a:lnTo>
                <a:lnTo>
                  <a:pt x="1211" y="972"/>
                </a:lnTo>
                <a:lnTo>
                  <a:pt x="1212" y="973"/>
                </a:lnTo>
                <a:lnTo>
                  <a:pt x="1211" y="974"/>
                </a:lnTo>
                <a:lnTo>
                  <a:pt x="1212" y="975"/>
                </a:lnTo>
                <a:lnTo>
                  <a:pt x="1211" y="976"/>
                </a:lnTo>
                <a:lnTo>
                  <a:pt x="1211" y="977"/>
                </a:lnTo>
                <a:lnTo>
                  <a:pt x="1211" y="978"/>
                </a:lnTo>
                <a:lnTo>
                  <a:pt x="1210" y="978"/>
                </a:lnTo>
                <a:lnTo>
                  <a:pt x="1208" y="978"/>
                </a:lnTo>
                <a:lnTo>
                  <a:pt x="1207" y="978"/>
                </a:lnTo>
                <a:lnTo>
                  <a:pt x="1207" y="977"/>
                </a:lnTo>
                <a:lnTo>
                  <a:pt x="1207" y="976"/>
                </a:lnTo>
                <a:lnTo>
                  <a:pt x="1206" y="976"/>
                </a:lnTo>
                <a:lnTo>
                  <a:pt x="1205" y="976"/>
                </a:lnTo>
                <a:lnTo>
                  <a:pt x="1204" y="975"/>
                </a:lnTo>
                <a:lnTo>
                  <a:pt x="1203" y="975"/>
                </a:lnTo>
                <a:lnTo>
                  <a:pt x="1202" y="975"/>
                </a:lnTo>
                <a:lnTo>
                  <a:pt x="1202" y="974"/>
                </a:lnTo>
                <a:lnTo>
                  <a:pt x="1202" y="973"/>
                </a:lnTo>
                <a:lnTo>
                  <a:pt x="1202" y="972"/>
                </a:lnTo>
                <a:lnTo>
                  <a:pt x="1202" y="971"/>
                </a:lnTo>
                <a:lnTo>
                  <a:pt x="1202" y="970"/>
                </a:lnTo>
                <a:lnTo>
                  <a:pt x="1201" y="970"/>
                </a:lnTo>
                <a:lnTo>
                  <a:pt x="1200" y="970"/>
                </a:lnTo>
                <a:lnTo>
                  <a:pt x="1200" y="969"/>
                </a:lnTo>
                <a:lnTo>
                  <a:pt x="1199" y="969"/>
                </a:lnTo>
                <a:lnTo>
                  <a:pt x="1199" y="968"/>
                </a:lnTo>
                <a:lnTo>
                  <a:pt x="1198" y="968"/>
                </a:lnTo>
                <a:lnTo>
                  <a:pt x="1198" y="967"/>
                </a:lnTo>
                <a:lnTo>
                  <a:pt x="1198" y="966"/>
                </a:lnTo>
                <a:lnTo>
                  <a:pt x="1199" y="966"/>
                </a:lnTo>
                <a:lnTo>
                  <a:pt x="1198" y="966"/>
                </a:lnTo>
                <a:lnTo>
                  <a:pt x="1198" y="965"/>
                </a:lnTo>
                <a:lnTo>
                  <a:pt x="1197" y="965"/>
                </a:lnTo>
                <a:lnTo>
                  <a:pt x="1197" y="964"/>
                </a:lnTo>
                <a:lnTo>
                  <a:pt x="1196" y="964"/>
                </a:lnTo>
                <a:lnTo>
                  <a:pt x="1196" y="963"/>
                </a:lnTo>
                <a:lnTo>
                  <a:pt x="1195" y="963"/>
                </a:lnTo>
                <a:lnTo>
                  <a:pt x="1194" y="963"/>
                </a:lnTo>
                <a:lnTo>
                  <a:pt x="1193" y="963"/>
                </a:lnTo>
                <a:lnTo>
                  <a:pt x="1193" y="964"/>
                </a:lnTo>
                <a:lnTo>
                  <a:pt x="1192" y="964"/>
                </a:lnTo>
                <a:lnTo>
                  <a:pt x="1192" y="963"/>
                </a:lnTo>
                <a:lnTo>
                  <a:pt x="1191" y="963"/>
                </a:lnTo>
                <a:lnTo>
                  <a:pt x="1191" y="962"/>
                </a:lnTo>
                <a:lnTo>
                  <a:pt x="1190" y="962"/>
                </a:lnTo>
                <a:lnTo>
                  <a:pt x="1189" y="962"/>
                </a:lnTo>
                <a:lnTo>
                  <a:pt x="1189" y="961"/>
                </a:lnTo>
                <a:lnTo>
                  <a:pt x="1188" y="961"/>
                </a:lnTo>
                <a:lnTo>
                  <a:pt x="1188" y="960"/>
                </a:lnTo>
                <a:lnTo>
                  <a:pt x="1187" y="960"/>
                </a:lnTo>
                <a:lnTo>
                  <a:pt x="1186" y="960"/>
                </a:lnTo>
                <a:lnTo>
                  <a:pt x="1186" y="959"/>
                </a:lnTo>
                <a:lnTo>
                  <a:pt x="1186" y="958"/>
                </a:lnTo>
                <a:lnTo>
                  <a:pt x="1185" y="958"/>
                </a:lnTo>
                <a:lnTo>
                  <a:pt x="1185" y="957"/>
                </a:lnTo>
                <a:lnTo>
                  <a:pt x="1184" y="957"/>
                </a:lnTo>
                <a:lnTo>
                  <a:pt x="1183" y="957"/>
                </a:lnTo>
                <a:lnTo>
                  <a:pt x="1182" y="957"/>
                </a:lnTo>
                <a:lnTo>
                  <a:pt x="1182" y="956"/>
                </a:lnTo>
                <a:lnTo>
                  <a:pt x="1181" y="956"/>
                </a:lnTo>
                <a:lnTo>
                  <a:pt x="1180" y="956"/>
                </a:lnTo>
                <a:lnTo>
                  <a:pt x="1179" y="956"/>
                </a:lnTo>
                <a:lnTo>
                  <a:pt x="1178" y="956"/>
                </a:lnTo>
                <a:lnTo>
                  <a:pt x="1177" y="956"/>
                </a:lnTo>
                <a:lnTo>
                  <a:pt x="1177" y="955"/>
                </a:lnTo>
                <a:lnTo>
                  <a:pt x="1176" y="955"/>
                </a:lnTo>
                <a:lnTo>
                  <a:pt x="1176" y="954"/>
                </a:lnTo>
                <a:lnTo>
                  <a:pt x="1176" y="953"/>
                </a:lnTo>
                <a:lnTo>
                  <a:pt x="1175" y="953"/>
                </a:lnTo>
                <a:lnTo>
                  <a:pt x="1175" y="952"/>
                </a:lnTo>
                <a:lnTo>
                  <a:pt x="1175" y="951"/>
                </a:lnTo>
                <a:lnTo>
                  <a:pt x="1175" y="950"/>
                </a:lnTo>
                <a:lnTo>
                  <a:pt x="1174" y="950"/>
                </a:lnTo>
                <a:lnTo>
                  <a:pt x="1174" y="951"/>
                </a:lnTo>
                <a:lnTo>
                  <a:pt x="1173" y="951"/>
                </a:lnTo>
                <a:lnTo>
                  <a:pt x="1172" y="951"/>
                </a:lnTo>
                <a:lnTo>
                  <a:pt x="1171" y="951"/>
                </a:lnTo>
                <a:lnTo>
                  <a:pt x="1170" y="951"/>
                </a:lnTo>
                <a:lnTo>
                  <a:pt x="1170" y="950"/>
                </a:lnTo>
                <a:lnTo>
                  <a:pt x="1170" y="949"/>
                </a:lnTo>
                <a:lnTo>
                  <a:pt x="1169" y="949"/>
                </a:lnTo>
                <a:lnTo>
                  <a:pt x="1169" y="950"/>
                </a:lnTo>
                <a:lnTo>
                  <a:pt x="1168" y="950"/>
                </a:lnTo>
                <a:lnTo>
                  <a:pt x="1168" y="949"/>
                </a:lnTo>
                <a:lnTo>
                  <a:pt x="1167" y="949"/>
                </a:lnTo>
                <a:lnTo>
                  <a:pt x="1166" y="949"/>
                </a:lnTo>
                <a:lnTo>
                  <a:pt x="1166" y="948"/>
                </a:lnTo>
                <a:lnTo>
                  <a:pt x="1165" y="948"/>
                </a:lnTo>
                <a:lnTo>
                  <a:pt x="1165" y="947"/>
                </a:lnTo>
                <a:lnTo>
                  <a:pt x="1164" y="947"/>
                </a:lnTo>
                <a:lnTo>
                  <a:pt x="1163" y="947"/>
                </a:lnTo>
                <a:lnTo>
                  <a:pt x="1163" y="946"/>
                </a:lnTo>
                <a:lnTo>
                  <a:pt x="1162" y="946"/>
                </a:lnTo>
                <a:lnTo>
                  <a:pt x="1161" y="946"/>
                </a:lnTo>
                <a:lnTo>
                  <a:pt x="1160" y="946"/>
                </a:lnTo>
                <a:lnTo>
                  <a:pt x="1159" y="946"/>
                </a:lnTo>
                <a:lnTo>
                  <a:pt x="1159" y="945"/>
                </a:lnTo>
                <a:lnTo>
                  <a:pt x="1159" y="944"/>
                </a:lnTo>
                <a:lnTo>
                  <a:pt x="1158" y="944"/>
                </a:lnTo>
                <a:lnTo>
                  <a:pt x="1157" y="944"/>
                </a:lnTo>
                <a:lnTo>
                  <a:pt x="1156" y="944"/>
                </a:lnTo>
                <a:lnTo>
                  <a:pt x="1155" y="944"/>
                </a:lnTo>
                <a:lnTo>
                  <a:pt x="1155" y="943"/>
                </a:lnTo>
                <a:lnTo>
                  <a:pt x="1154" y="943"/>
                </a:lnTo>
                <a:lnTo>
                  <a:pt x="1154" y="942"/>
                </a:lnTo>
                <a:lnTo>
                  <a:pt x="1154" y="941"/>
                </a:lnTo>
                <a:lnTo>
                  <a:pt x="1153" y="941"/>
                </a:lnTo>
                <a:lnTo>
                  <a:pt x="1153" y="940"/>
                </a:lnTo>
                <a:lnTo>
                  <a:pt x="1152" y="940"/>
                </a:lnTo>
                <a:lnTo>
                  <a:pt x="1152" y="939"/>
                </a:lnTo>
                <a:lnTo>
                  <a:pt x="1151" y="939"/>
                </a:lnTo>
                <a:lnTo>
                  <a:pt x="1150" y="939"/>
                </a:lnTo>
                <a:lnTo>
                  <a:pt x="1149" y="939"/>
                </a:lnTo>
                <a:lnTo>
                  <a:pt x="1149" y="938"/>
                </a:lnTo>
                <a:lnTo>
                  <a:pt x="1150" y="938"/>
                </a:lnTo>
                <a:lnTo>
                  <a:pt x="1150" y="937"/>
                </a:lnTo>
                <a:lnTo>
                  <a:pt x="1149" y="937"/>
                </a:lnTo>
                <a:lnTo>
                  <a:pt x="1149" y="936"/>
                </a:lnTo>
                <a:lnTo>
                  <a:pt x="1149" y="935"/>
                </a:lnTo>
                <a:lnTo>
                  <a:pt x="1148" y="935"/>
                </a:lnTo>
                <a:lnTo>
                  <a:pt x="1147" y="935"/>
                </a:lnTo>
                <a:lnTo>
                  <a:pt x="1146" y="935"/>
                </a:lnTo>
                <a:lnTo>
                  <a:pt x="1146" y="934"/>
                </a:lnTo>
                <a:lnTo>
                  <a:pt x="1145" y="934"/>
                </a:lnTo>
                <a:lnTo>
                  <a:pt x="1144" y="934"/>
                </a:lnTo>
                <a:lnTo>
                  <a:pt x="1143" y="934"/>
                </a:lnTo>
                <a:lnTo>
                  <a:pt x="1143" y="935"/>
                </a:lnTo>
                <a:lnTo>
                  <a:pt x="1142" y="935"/>
                </a:lnTo>
                <a:lnTo>
                  <a:pt x="1142" y="934"/>
                </a:lnTo>
                <a:lnTo>
                  <a:pt x="1141" y="934"/>
                </a:lnTo>
                <a:lnTo>
                  <a:pt x="1141" y="933"/>
                </a:lnTo>
                <a:lnTo>
                  <a:pt x="1141" y="932"/>
                </a:lnTo>
                <a:lnTo>
                  <a:pt x="1140" y="932"/>
                </a:lnTo>
                <a:lnTo>
                  <a:pt x="1140" y="931"/>
                </a:lnTo>
                <a:lnTo>
                  <a:pt x="1139" y="931"/>
                </a:lnTo>
                <a:lnTo>
                  <a:pt x="1138" y="931"/>
                </a:lnTo>
                <a:lnTo>
                  <a:pt x="1138" y="930"/>
                </a:lnTo>
                <a:lnTo>
                  <a:pt x="1137" y="930"/>
                </a:lnTo>
                <a:lnTo>
                  <a:pt x="1136" y="930"/>
                </a:lnTo>
                <a:lnTo>
                  <a:pt x="1135" y="930"/>
                </a:lnTo>
                <a:lnTo>
                  <a:pt x="1134" y="929"/>
                </a:lnTo>
                <a:lnTo>
                  <a:pt x="1134" y="930"/>
                </a:lnTo>
                <a:lnTo>
                  <a:pt x="1134" y="929"/>
                </a:lnTo>
                <a:lnTo>
                  <a:pt x="1133" y="929"/>
                </a:lnTo>
                <a:lnTo>
                  <a:pt x="1133" y="928"/>
                </a:lnTo>
                <a:lnTo>
                  <a:pt x="1132" y="928"/>
                </a:lnTo>
                <a:lnTo>
                  <a:pt x="1131" y="928"/>
                </a:lnTo>
                <a:lnTo>
                  <a:pt x="1131" y="927"/>
                </a:lnTo>
                <a:lnTo>
                  <a:pt x="1131" y="926"/>
                </a:lnTo>
                <a:lnTo>
                  <a:pt x="1131" y="925"/>
                </a:lnTo>
                <a:lnTo>
                  <a:pt x="1131" y="924"/>
                </a:lnTo>
                <a:lnTo>
                  <a:pt x="1132" y="924"/>
                </a:lnTo>
                <a:lnTo>
                  <a:pt x="1131" y="924"/>
                </a:lnTo>
                <a:lnTo>
                  <a:pt x="1131" y="923"/>
                </a:lnTo>
                <a:lnTo>
                  <a:pt x="1132" y="922"/>
                </a:lnTo>
                <a:lnTo>
                  <a:pt x="1131" y="922"/>
                </a:lnTo>
                <a:lnTo>
                  <a:pt x="1131" y="921"/>
                </a:lnTo>
                <a:lnTo>
                  <a:pt x="1130" y="921"/>
                </a:lnTo>
                <a:lnTo>
                  <a:pt x="1130" y="920"/>
                </a:lnTo>
                <a:lnTo>
                  <a:pt x="1129" y="920"/>
                </a:lnTo>
                <a:lnTo>
                  <a:pt x="1128" y="920"/>
                </a:lnTo>
                <a:lnTo>
                  <a:pt x="1127" y="920"/>
                </a:lnTo>
                <a:lnTo>
                  <a:pt x="1126" y="920"/>
                </a:lnTo>
                <a:lnTo>
                  <a:pt x="1126" y="919"/>
                </a:lnTo>
                <a:lnTo>
                  <a:pt x="1126" y="918"/>
                </a:lnTo>
                <a:lnTo>
                  <a:pt x="1125" y="918"/>
                </a:lnTo>
                <a:lnTo>
                  <a:pt x="1124" y="918"/>
                </a:lnTo>
                <a:lnTo>
                  <a:pt x="1123" y="918"/>
                </a:lnTo>
                <a:lnTo>
                  <a:pt x="1123" y="917"/>
                </a:lnTo>
                <a:lnTo>
                  <a:pt x="1122" y="917"/>
                </a:lnTo>
                <a:lnTo>
                  <a:pt x="1122" y="916"/>
                </a:lnTo>
                <a:lnTo>
                  <a:pt x="1122" y="915"/>
                </a:lnTo>
                <a:lnTo>
                  <a:pt x="1121" y="915"/>
                </a:lnTo>
                <a:lnTo>
                  <a:pt x="1120" y="915"/>
                </a:lnTo>
                <a:lnTo>
                  <a:pt x="1120" y="914"/>
                </a:lnTo>
                <a:lnTo>
                  <a:pt x="1119" y="913"/>
                </a:lnTo>
                <a:lnTo>
                  <a:pt x="1119" y="912"/>
                </a:lnTo>
                <a:lnTo>
                  <a:pt x="1118" y="911"/>
                </a:lnTo>
                <a:lnTo>
                  <a:pt x="1117" y="911"/>
                </a:lnTo>
                <a:lnTo>
                  <a:pt x="1117" y="910"/>
                </a:lnTo>
                <a:lnTo>
                  <a:pt x="1116" y="910"/>
                </a:lnTo>
                <a:lnTo>
                  <a:pt x="1115" y="909"/>
                </a:lnTo>
                <a:lnTo>
                  <a:pt x="1115" y="908"/>
                </a:lnTo>
                <a:lnTo>
                  <a:pt x="1115" y="907"/>
                </a:lnTo>
                <a:lnTo>
                  <a:pt x="1115" y="906"/>
                </a:lnTo>
                <a:lnTo>
                  <a:pt x="1114" y="906"/>
                </a:lnTo>
                <a:lnTo>
                  <a:pt x="1113" y="906"/>
                </a:lnTo>
                <a:lnTo>
                  <a:pt x="1113" y="905"/>
                </a:lnTo>
                <a:lnTo>
                  <a:pt x="1112" y="905"/>
                </a:lnTo>
                <a:lnTo>
                  <a:pt x="1111" y="904"/>
                </a:lnTo>
                <a:lnTo>
                  <a:pt x="1111" y="903"/>
                </a:lnTo>
                <a:lnTo>
                  <a:pt x="1111" y="902"/>
                </a:lnTo>
                <a:lnTo>
                  <a:pt x="1110" y="902"/>
                </a:lnTo>
                <a:lnTo>
                  <a:pt x="1110" y="901"/>
                </a:lnTo>
                <a:lnTo>
                  <a:pt x="1110" y="900"/>
                </a:lnTo>
                <a:lnTo>
                  <a:pt x="1110" y="899"/>
                </a:lnTo>
                <a:lnTo>
                  <a:pt x="1110" y="898"/>
                </a:lnTo>
                <a:lnTo>
                  <a:pt x="1110" y="897"/>
                </a:lnTo>
                <a:lnTo>
                  <a:pt x="1110" y="896"/>
                </a:lnTo>
                <a:lnTo>
                  <a:pt x="1109" y="896"/>
                </a:lnTo>
                <a:lnTo>
                  <a:pt x="1109" y="895"/>
                </a:lnTo>
                <a:lnTo>
                  <a:pt x="1110" y="895"/>
                </a:lnTo>
                <a:lnTo>
                  <a:pt x="1110" y="894"/>
                </a:lnTo>
                <a:lnTo>
                  <a:pt x="1110" y="893"/>
                </a:lnTo>
                <a:lnTo>
                  <a:pt x="1109" y="893"/>
                </a:lnTo>
                <a:lnTo>
                  <a:pt x="1109" y="892"/>
                </a:lnTo>
                <a:lnTo>
                  <a:pt x="1110" y="892"/>
                </a:lnTo>
                <a:lnTo>
                  <a:pt x="1110" y="891"/>
                </a:lnTo>
                <a:lnTo>
                  <a:pt x="1109" y="891"/>
                </a:lnTo>
                <a:lnTo>
                  <a:pt x="1108" y="890"/>
                </a:lnTo>
                <a:lnTo>
                  <a:pt x="1107" y="890"/>
                </a:lnTo>
                <a:lnTo>
                  <a:pt x="1107" y="891"/>
                </a:lnTo>
                <a:lnTo>
                  <a:pt x="1107" y="890"/>
                </a:lnTo>
                <a:lnTo>
                  <a:pt x="1106" y="890"/>
                </a:lnTo>
                <a:lnTo>
                  <a:pt x="1106" y="889"/>
                </a:lnTo>
                <a:lnTo>
                  <a:pt x="1105" y="890"/>
                </a:lnTo>
                <a:lnTo>
                  <a:pt x="1104" y="890"/>
                </a:lnTo>
                <a:lnTo>
                  <a:pt x="1103" y="891"/>
                </a:lnTo>
                <a:lnTo>
                  <a:pt x="1102" y="891"/>
                </a:lnTo>
                <a:lnTo>
                  <a:pt x="1101" y="891"/>
                </a:lnTo>
                <a:lnTo>
                  <a:pt x="1100" y="891"/>
                </a:lnTo>
                <a:lnTo>
                  <a:pt x="1099" y="891"/>
                </a:lnTo>
                <a:lnTo>
                  <a:pt x="1099" y="890"/>
                </a:lnTo>
                <a:lnTo>
                  <a:pt x="1099" y="889"/>
                </a:lnTo>
                <a:lnTo>
                  <a:pt x="1098" y="889"/>
                </a:lnTo>
                <a:lnTo>
                  <a:pt x="1098" y="888"/>
                </a:lnTo>
                <a:lnTo>
                  <a:pt x="1097" y="888"/>
                </a:lnTo>
                <a:lnTo>
                  <a:pt x="1097" y="887"/>
                </a:lnTo>
                <a:lnTo>
                  <a:pt x="1098" y="886"/>
                </a:lnTo>
                <a:lnTo>
                  <a:pt x="1098" y="885"/>
                </a:lnTo>
                <a:lnTo>
                  <a:pt x="1097" y="884"/>
                </a:lnTo>
                <a:lnTo>
                  <a:pt x="1098" y="884"/>
                </a:lnTo>
                <a:lnTo>
                  <a:pt x="1098" y="883"/>
                </a:lnTo>
                <a:lnTo>
                  <a:pt x="1097" y="883"/>
                </a:lnTo>
                <a:lnTo>
                  <a:pt x="1097" y="882"/>
                </a:lnTo>
                <a:lnTo>
                  <a:pt x="1097" y="881"/>
                </a:lnTo>
                <a:lnTo>
                  <a:pt x="1096" y="880"/>
                </a:lnTo>
                <a:lnTo>
                  <a:pt x="1095" y="880"/>
                </a:lnTo>
                <a:lnTo>
                  <a:pt x="1096" y="879"/>
                </a:lnTo>
                <a:lnTo>
                  <a:pt x="1096" y="878"/>
                </a:lnTo>
                <a:lnTo>
                  <a:pt x="1095" y="878"/>
                </a:lnTo>
                <a:lnTo>
                  <a:pt x="1095" y="877"/>
                </a:lnTo>
                <a:lnTo>
                  <a:pt x="1094" y="877"/>
                </a:lnTo>
                <a:lnTo>
                  <a:pt x="1093" y="877"/>
                </a:lnTo>
                <a:lnTo>
                  <a:pt x="1092" y="877"/>
                </a:lnTo>
                <a:lnTo>
                  <a:pt x="1091" y="876"/>
                </a:lnTo>
                <a:lnTo>
                  <a:pt x="1091" y="875"/>
                </a:lnTo>
                <a:lnTo>
                  <a:pt x="1091" y="874"/>
                </a:lnTo>
                <a:lnTo>
                  <a:pt x="1090" y="873"/>
                </a:lnTo>
                <a:lnTo>
                  <a:pt x="1090" y="871"/>
                </a:lnTo>
                <a:lnTo>
                  <a:pt x="1090" y="869"/>
                </a:lnTo>
                <a:lnTo>
                  <a:pt x="1089" y="869"/>
                </a:lnTo>
                <a:lnTo>
                  <a:pt x="1088" y="869"/>
                </a:lnTo>
                <a:lnTo>
                  <a:pt x="1088" y="868"/>
                </a:lnTo>
                <a:lnTo>
                  <a:pt x="1088" y="867"/>
                </a:lnTo>
                <a:lnTo>
                  <a:pt x="1088" y="866"/>
                </a:lnTo>
                <a:lnTo>
                  <a:pt x="1087" y="866"/>
                </a:lnTo>
                <a:lnTo>
                  <a:pt x="1086" y="866"/>
                </a:lnTo>
                <a:lnTo>
                  <a:pt x="1086" y="865"/>
                </a:lnTo>
                <a:lnTo>
                  <a:pt x="1087" y="865"/>
                </a:lnTo>
                <a:lnTo>
                  <a:pt x="1087" y="864"/>
                </a:lnTo>
                <a:lnTo>
                  <a:pt x="1086" y="864"/>
                </a:lnTo>
                <a:lnTo>
                  <a:pt x="1086" y="863"/>
                </a:lnTo>
                <a:lnTo>
                  <a:pt x="1085" y="863"/>
                </a:lnTo>
                <a:lnTo>
                  <a:pt x="1084" y="863"/>
                </a:lnTo>
                <a:lnTo>
                  <a:pt x="1083" y="863"/>
                </a:lnTo>
                <a:lnTo>
                  <a:pt x="1083" y="862"/>
                </a:lnTo>
                <a:lnTo>
                  <a:pt x="1082" y="862"/>
                </a:lnTo>
                <a:lnTo>
                  <a:pt x="1081" y="862"/>
                </a:lnTo>
                <a:lnTo>
                  <a:pt x="1081" y="861"/>
                </a:lnTo>
                <a:lnTo>
                  <a:pt x="1081" y="860"/>
                </a:lnTo>
                <a:lnTo>
                  <a:pt x="1081" y="859"/>
                </a:lnTo>
                <a:lnTo>
                  <a:pt x="1080" y="859"/>
                </a:lnTo>
                <a:lnTo>
                  <a:pt x="1080" y="858"/>
                </a:lnTo>
                <a:lnTo>
                  <a:pt x="1079" y="858"/>
                </a:lnTo>
                <a:lnTo>
                  <a:pt x="1078" y="858"/>
                </a:lnTo>
                <a:lnTo>
                  <a:pt x="1077" y="858"/>
                </a:lnTo>
                <a:lnTo>
                  <a:pt x="1077" y="857"/>
                </a:lnTo>
                <a:lnTo>
                  <a:pt x="1077" y="856"/>
                </a:lnTo>
                <a:lnTo>
                  <a:pt x="1076" y="856"/>
                </a:lnTo>
                <a:lnTo>
                  <a:pt x="1075" y="856"/>
                </a:lnTo>
                <a:lnTo>
                  <a:pt x="1075" y="855"/>
                </a:lnTo>
                <a:lnTo>
                  <a:pt x="1074" y="855"/>
                </a:lnTo>
                <a:lnTo>
                  <a:pt x="1073" y="855"/>
                </a:lnTo>
                <a:lnTo>
                  <a:pt x="1072" y="855"/>
                </a:lnTo>
                <a:lnTo>
                  <a:pt x="1072" y="854"/>
                </a:lnTo>
                <a:lnTo>
                  <a:pt x="1072" y="853"/>
                </a:lnTo>
                <a:lnTo>
                  <a:pt x="1071" y="852"/>
                </a:lnTo>
                <a:lnTo>
                  <a:pt x="1070" y="852"/>
                </a:lnTo>
                <a:lnTo>
                  <a:pt x="1069" y="852"/>
                </a:lnTo>
                <a:lnTo>
                  <a:pt x="1069" y="851"/>
                </a:lnTo>
                <a:lnTo>
                  <a:pt x="1068" y="851"/>
                </a:lnTo>
                <a:lnTo>
                  <a:pt x="1068" y="850"/>
                </a:lnTo>
                <a:lnTo>
                  <a:pt x="1067" y="850"/>
                </a:lnTo>
                <a:lnTo>
                  <a:pt x="1066" y="850"/>
                </a:lnTo>
                <a:lnTo>
                  <a:pt x="1066" y="849"/>
                </a:lnTo>
                <a:lnTo>
                  <a:pt x="1066" y="848"/>
                </a:lnTo>
                <a:lnTo>
                  <a:pt x="1066" y="849"/>
                </a:lnTo>
                <a:lnTo>
                  <a:pt x="1065" y="849"/>
                </a:lnTo>
                <a:lnTo>
                  <a:pt x="1064" y="849"/>
                </a:lnTo>
                <a:lnTo>
                  <a:pt x="1064" y="848"/>
                </a:lnTo>
                <a:lnTo>
                  <a:pt x="1063" y="848"/>
                </a:lnTo>
                <a:lnTo>
                  <a:pt x="1063" y="847"/>
                </a:lnTo>
                <a:lnTo>
                  <a:pt x="1064" y="847"/>
                </a:lnTo>
                <a:lnTo>
                  <a:pt x="1063" y="847"/>
                </a:lnTo>
                <a:lnTo>
                  <a:pt x="1063" y="846"/>
                </a:lnTo>
                <a:lnTo>
                  <a:pt x="1062" y="846"/>
                </a:lnTo>
                <a:lnTo>
                  <a:pt x="1062" y="845"/>
                </a:lnTo>
                <a:lnTo>
                  <a:pt x="1061" y="845"/>
                </a:lnTo>
                <a:lnTo>
                  <a:pt x="1061" y="846"/>
                </a:lnTo>
                <a:lnTo>
                  <a:pt x="1060" y="845"/>
                </a:lnTo>
                <a:lnTo>
                  <a:pt x="1060" y="844"/>
                </a:lnTo>
                <a:lnTo>
                  <a:pt x="1060" y="843"/>
                </a:lnTo>
                <a:lnTo>
                  <a:pt x="1060" y="842"/>
                </a:lnTo>
                <a:lnTo>
                  <a:pt x="1059" y="842"/>
                </a:lnTo>
                <a:lnTo>
                  <a:pt x="1058" y="842"/>
                </a:lnTo>
                <a:lnTo>
                  <a:pt x="1057" y="842"/>
                </a:lnTo>
                <a:lnTo>
                  <a:pt x="1057" y="841"/>
                </a:lnTo>
                <a:lnTo>
                  <a:pt x="1057" y="840"/>
                </a:lnTo>
                <a:lnTo>
                  <a:pt x="1057" y="839"/>
                </a:lnTo>
                <a:lnTo>
                  <a:pt x="1056" y="839"/>
                </a:lnTo>
                <a:lnTo>
                  <a:pt x="1056" y="838"/>
                </a:lnTo>
                <a:lnTo>
                  <a:pt x="1055" y="838"/>
                </a:lnTo>
                <a:lnTo>
                  <a:pt x="1055" y="837"/>
                </a:lnTo>
                <a:lnTo>
                  <a:pt x="1055" y="836"/>
                </a:lnTo>
                <a:lnTo>
                  <a:pt x="1054" y="836"/>
                </a:lnTo>
                <a:lnTo>
                  <a:pt x="1053" y="835"/>
                </a:lnTo>
                <a:lnTo>
                  <a:pt x="1052" y="835"/>
                </a:lnTo>
                <a:lnTo>
                  <a:pt x="1051" y="834"/>
                </a:lnTo>
                <a:lnTo>
                  <a:pt x="1050" y="833"/>
                </a:lnTo>
                <a:lnTo>
                  <a:pt x="1050" y="832"/>
                </a:lnTo>
                <a:lnTo>
                  <a:pt x="1049" y="832"/>
                </a:lnTo>
                <a:lnTo>
                  <a:pt x="1049" y="831"/>
                </a:lnTo>
                <a:lnTo>
                  <a:pt x="1049" y="832"/>
                </a:lnTo>
                <a:lnTo>
                  <a:pt x="1048" y="832"/>
                </a:lnTo>
                <a:lnTo>
                  <a:pt x="1048" y="831"/>
                </a:lnTo>
                <a:lnTo>
                  <a:pt x="1047" y="831"/>
                </a:lnTo>
                <a:lnTo>
                  <a:pt x="1047" y="829"/>
                </a:lnTo>
                <a:lnTo>
                  <a:pt x="1046" y="829"/>
                </a:lnTo>
                <a:lnTo>
                  <a:pt x="1045" y="828"/>
                </a:lnTo>
                <a:lnTo>
                  <a:pt x="1045" y="827"/>
                </a:lnTo>
                <a:lnTo>
                  <a:pt x="1044" y="826"/>
                </a:lnTo>
                <a:lnTo>
                  <a:pt x="1043" y="826"/>
                </a:lnTo>
                <a:lnTo>
                  <a:pt x="1043" y="825"/>
                </a:lnTo>
                <a:lnTo>
                  <a:pt x="1044" y="825"/>
                </a:lnTo>
                <a:lnTo>
                  <a:pt x="1044" y="824"/>
                </a:lnTo>
                <a:lnTo>
                  <a:pt x="1045" y="824"/>
                </a:lnTo>
                <a:lnTo>
                  <a:pt x="1045" y="823"/>
                </a:lnTo>
                <a:lnTo>
                  <a:pt x="1045" y="822"/>
                </a:lnTo>
                <a:lnTo>
                  <a:pt x="1046" y="822"/>
                </a:lnTo>
                <a:lnTo>
                  <a:pt x="1046" y="821"/>
                </a:lnTo>
                <a:lnTo>
                  <a:pt x="1046" y="820"/>
                </a:lnTo>
                <a:lnTo>
                  <a:pt x="1047" y="820"/>
                </a:lnTo>
                <a:lnTo>
                  <a:pt x="1048" y="820"/>
                </a:lnTo>
                <a:lnTo>
                  <a:pt x="1048" y="819"/>
                </a:lnTo>
                <a:lnTo>
                  <a:pt x="1049" y="819"/>
                </a:lnTo>
                <a:lnTo>
                  <a:pt x="1049" y="818"/>
                </a:lnTo>
                <a:lnTo>
                  <a:pt x="1050" y="818"/>
                </a:lnTo>
                <a:lnTo>
                  <a:pt x="1050" y="817"/>
                </a:lnTo>
                <a:lnTo>
                  <a:pt x="1050" y="816"/>
                </a:lnTo>
                <a:lnTo>
                  <a:pt x="1049" y="815"/>
                </a:lnTo>
                <a:lnTo>
                  <a:pt x="1048" y="815"/>
                </a:lnTo>
                <a:lnTo>
                  <a:pt x="1048" y="816"/>
                </a:lnTo>
                <a:lnTo>
                  <a:pt x="1047" y="816"/>
                </a:lnTo>
                <a:lnTo>
                  <a:pt x="1046" y="815"/>
                </a:lnTo>
                <a:lnTo>
                  <a:pt x="1045" y="815"/>
                </a:lnTo>
                <a:lnTo>
                  <a:pt x="1044" y="815"/>
                </a:lnTo>
                <a:lnTo>
                  <a:pt x="1043" y="815"/>
                </a:lnTo>
                <a:lnTo>
                  <a:pt x="1043" y="814"/>
                </a:lnTo>
                <a:lnTo>
                  <a:pt x="1043" y="813"/>
                </a:lnTo>
                <a:lnTo>
                  <a:pt x="1042" y="813"/>
                </a:lnTo>
                <a:lnTo>
                  <a:pt x="1042" y="812"/>
                </a:lnTo>
                <a:lnTo>
                  <a:pt x="1041" y="812"/>
                </a:lnTo>
                <a:lnTo>
                  <a:pt x="1041" y="811"/>
                </a:lnTo>
                <a:lnTo>
                  <a:pt x="1040" y="811"/>
                </a:lnTo>
                <a:lnTo>
                  <a:pt x="1040" y="810"/>
                </a:lnTo>
                <a:lnTo>
                  <a:pt x="1039" y="810"/>
                </a:lnTo>
                <a:lnTo>
                  <a:pt x="1038" y="810"/>
                </a:lnTo>
                <a:lnTo>
                  <a:pt x="1038" y="809"/>
                </a:lnTo>
                <a:lnTo>
                  <a:pt x="1037" y="809"/>
                </a:lnTo>
                <a:lnTo>
                  <a:pt x="1036" y="809"/>
                </a:lnTo>
                <a:lnTo>
                  <a:pt x="1035" y="809"/>
                </a:lnTo>
                <a:lnTo>
                  <a:pt x="1035" y="810"/>
                </a:lnTo>
                <a:lnTo>
                  <a:pt x="1034" y="810"/>
                </a:lnTo>
                <a:lnTo>
                  <a:pt x="1033" y="810"/>
                </a:lnTo>
                <a:lnTo>
                  <a:pt x="1032" y="809"/>
                </a:lnTo>
                <a:lnTo>
                  <a:pt x="1032" y="808"/>
                </a:lnTo>
                <a:lnTo>
                  <a:pt x="1031" y="808"/>
                </a:lnTo>
                <a:lnTo>
                  <a:pt x="1031" y="809"/>
                </a:lnTo>
                <a:lnTo>
                  <a:pt x="1031" y="808"/>
                </a:lnTo>
                <a:lnTo>
                  <a:pt x="1030" y="808"/>
                </a:lnTo>
                <a:lnTo>
                  <a:pt x="1030" y="809"/>
                </a:lnTo>
                <a:lnTo>
                  <a:pt x="1029" y="809"/>
                </a:lnTo>
                <a:lnTo>
                  <a:pt x="1029" y="808"/>
                </a:lnTo>
                <a:lnTo>
                  <a:pt x="1028" y="808"/>
                </a:lnTo>
                <a:lnTo>
                  <a:pt x="1027" y="808"/>
                </a:lnTo>
                <a:lnTo>
                  <a:pt x="1027" y="807"/>
                </a:lnTo>
                <a:lnTo>
                  <a:pt x="1026" y="807"/>
                </a:lnTo>
                <a:lnTo>
                  <a:pt x="1026" y="806"/>
                </a:lnTo>
                <a:lnTo>
                  <a:pt x="1025" y="806"/>
                </a:lnTo>
                <a:lnTo>
                  <a:pt x="1024" y="806"/>
                </a:lnTo>
                <a:lnTo>
                  <a:pt x="1024" y="805"/>
                </a:lnTo>
                <a:lnTo>
                  <a:pt x="1024" y="804"/>
                </a:lnTo>
                <a:lnTo>
                  <a:pt x="1023" y="804"/>
                </a:lnTo>
                <a:lnTo>
                  <a:pt x="1022" y="804"/>
                </a:lnTo>
                <a:lnTo>
                  <a:pt x="1022" y="803"/>
                </a:lnTo>
                <a:lnTo>
                  <a:pt x="1021" y="803"/>
                </a:lnTo>
                <a:lnTo>
                  <a:pt x="1020" y="803"/>
                </a:lnTo>
                <a:lnTo>
                  <a:pt x="1020" y="802"/>
                </a:lnTo>
                <a:lnTo>
                  <a:pt x="1019" y="802"/>
                </a:lnTo>
                <a:lnTo>
                  <a:pt x="1019" y="801"/>
                </a:lnTo>
                <a:lnTo>
                  <a:pt x="1019" y="800"/>
                </a:lnTo>
                <a:lnTo>
                  <a:pt x="1019" y="799"/>
                </a:lnTo>
                <a:lnTo>
                  <a:pt x="1018" y="799"/>
                </a:lnTo>
                <a:lnTo>
                  <a:pt x="1018" y="798"/>
                </a:lnTo>
                <a:lnTo>
                  <a:pt x="1018" y="797"/>
                </a:lnTo>
                <a:lnTo>
                  <a:pt x="1017" y="797"/>
                </a:lnTo>
                <a:lnTo>
                  <a:pt x="1017" y="796"/>
                </a:lnTo>
                <a:lnTo>
                  <a:pt x="1017" y="795"/>
                </a:lnTo>
                <a:lnTo>
                  <a:pt x="1016" y="795"/>
                </a:lnTo>
                <a:lnTo>
                  <a:pt x="1016" y="794"/>
                </a:lnTo>
                <a:lnTo>
                  <a:pt x="1015" y="794"/>
                </a:lnTo>
                <a:lnTo>
                  <a:pt x="1014" y="794"/>
                </a:lnTo>
                <a:lnTo>
                  <a:pt x="1013" y="794"/>
                </a:lnTo>
                <a:lnTo>
                  <a:pt x="1013" y="793"/>
                </a:lnTo>
                <a:lnTo>
                  <a:pt x="1012" y="793"/>
                </a:lnTo>
                <a:lnTo>
                  <a:pt x="1011" y="793"/>
                </a:lnTo>
                <a:lnTo>
                  <a:pt x="1010" y="793"/>
                </a:lnTo>
                <a:lnTo>
                  <a:pt x="1010" y="792"/>
                </a:lnTo>
                <a:lnTo>
                  <a:pt x="1009" y="792"/>
                </a:lnTo>
                <a:lnTo>
                  <a:pt x="1009" y="791"/>
                </a:lnTo>
                <a:lnTo>
                  <a:pt x="1008" y="791"/>
                </a:lnTo>
                <a:lnTo>
                  <a:pt x="1007" y="791"/>
                </a:lnTo>
                <a:lnTo>
                  <a:pt x="1007" y="790"/>
                </a:lnTo>
                <a:lnTo>
                  <a:pt x="1008" y="789"/>
                </a:lnTo>
                <a:lnTo>
                  <a:pt x="1008" y="788"/>
                </a:lnTo>
                <a:lnTo>
                  <a:pt x="1007" y="788"/>
                </a:lnTo>
                <a:lnTo>
                  <a:pt x="1007" y="787"/>
                </a:lnTo>
                <a:lnTo>
                  <a:pt x="1007" y="786"/>
                </a:lnTo>
                <a:lnTo>
                  <a:pt x="1006" y="785"/>
                </a:lnTo>
                <a:lnTo>
                  <a:pt x="1006" y="786"/>
                </a:lnTo>
                <a:lnTo>
                  <a:pt x="1005" y="785"/>
                </a:lnTo>
                <a:lnTo>
                  <a:pt x="1004" y="785"/>
                </a:lnTo>
                <a:lnTo>
                  <a:pt x="1003" y="785"/>
                </a:lnTo>
                <a:lnTo>
                  <a:pt x="1002" y="785"/>
                </a:lnTo>
                <a:lnTo>
                  <a:pt x="1001" y="785"/>
                </a:lnTo>
                <a:lnTo>
                  <a:pt x="1000" y="785"/>
                </a:lnTo>
                <a:lnTo>
                  <a:pt x="999" y="785"/>
                </a:lnTo>
                <a:lnTo>
                  <a:pt x="998" y="785"/>
                </a:lnTo>
                <a:lnTo>
                  <a:pt x="997" y="785"/>
                </a:lnTo>
                <a:lnTo>
                  <a:pt x="996" y="785"/>
                </a:lnTo>
                <a:lnTo>
                  <a:pt x="995" y="785"/>
                </a:lnTo>
                <a:lnTo>
                  <a:pt x="995" y="787"/>
                </a:lnTo>
                <a:lnTo>
                  <a:pt x="994" y="789"/>
                </a:lnTo>
                <a:lnTo>
                  <a:pt x="994" y="790"/>
                </a:lnTo>
                <a:lnTo>
                  <a:pt x="993" y="790"/>
                </a:lnTo>
                <a:lnTo>
                  <a:pt x="993" y="791"/>
                </a:lnTo>
                <a:lnTo>
                  <a:pt x="992" y="791"/>
                </a:lnTo>
                <a:lnTo>
                  <a:pt x="992" y="792"/>
                </a:lnTo>
                <a:lnTo>
                  <a:pt x="991" y="792"/>
                </a:lnTo>
                <a:lnTo>
                  <a:pt x="991" y="793"/>
                </a:lnTo>
                <a:lnTo>
                  <a:pt x="990" y="793"/>
                </a:lnTo>
                <a:lnTo>
                  <a:pt x="989" y="793"/>
                </a:lnTo>
                <a:lnTo>
                  <a:pt x="989" y="794"/>
                </a:lnTo>
                <a:lnTo>
                  <a:pt x="988" y="794"/>
                </a:lnTo>
                <a:lnTo>
                  <a:pt x="988" y="795"/>
                </a:lnTo>
                <a:lnTo>
                  <a:pt x="988" y="796"/>
                </a:lnTo>
                <a:lnTo>
                  <a:pt x="987" y="796"/>
                </a:lnTo>
                <a:lnTo>
                  <a:pt x="987" y="797"/>
                </a:lnTo>
                <a:lnTo>
                  <a:pt x="987" y="798"/>
                </a:lnTo>
                <a:lnTo>
                  <a:pt x="986" y="798"/>
                </a:lnTo>
                <a:lnTo>
                  <a:pt x="986" y="799"/>
                </a:lnTo>
                <a:lnTo>
                  <a:pt x="985" y="799"/>
                </a:lnTo>
                <a:lnTo>
                  <a:pt x="985" y="800"/>
                </a:lnTo>
                <a:lnTo>
                  <a:pt x="984" y="800"/>
                </a:lnTo>
                <a:lnTo>
                  <a:pt x="983" y="801"/>
                </a:lnTo>
                <a:lnTo>
                  <a:pt x="983" y="802"/>
                </a:lnTo>
                <a:lnTo>
                  <a:pt x="982" y="802"/>
                </a:lnTo>
                <a:lnTo>
                  <a:pt x="982" y="803"/>
                </a:lnTo>
                <a:lnTo>
                  <a:pt x="982" y="804"/>
                </a:lnTo>
                <a:lnTo>
                  <a:pt x="981" y="804"/>
                </a:lnTo>
                <a:lnTo>
                  <a:pt x="980" y="804"/>
                </a:lnTo>
                <a:lnTo>
                  <a:pt x="979" y="804"/>
                </a:lnTo>
                <a:lnTo>
                  <a:pt x="978" y="805"/>
                </a:lnTo>
                <a:lnTo>
                  <a:pt x="977" y="805"/>
                </a:lnTo>
                <a:lnTo>
                  <a:pt x="976" y="805"/>
                </a:lnTo>
                <a:lnTo>
                  <a:pt x="975" y="805"/>
                </a:lnTo>
                <a:lnTo>
                  <a:pt x="974" y="805"/>
                </a:lnTo>
                <a:lnTo>
                  <a:pt x="974" y="806"/>
                </a:lnTo>
                <a:lnTo>
                  <a:pt x="974" y="807"/>
                </a:lnTo>
                <a:lnTo>
                  <a:pt x="974" y="808"/>
                </a:lnTo>
                <a:lnTo>
                  <a:pt x="975" y="808"/>
                </a:lnTo>
                <a:lnTo>
                  <a:pt x="975" y="809"/>
                </a:lnTo>
                <a:lnTo>
                  <a:pt x="975" y="810"/>
                </a:lnTo>
                <a:lnTo>
                  <a:pt x="975" y="811"/>
                </a:lnTo>
                <a:lnTo>
                  <a:pt x="975" y="812"/>
                </a:lnTo>
                <a:lnTo>
                  <a:pt x="974" y="812"/>
                </a:lnTo>
                <a:lnTo>
                  <a:pt x="974" y="813"/>
                </a:lnTo>
                <a:lnTo>
                  <a:pt x="973" y="813"/>
                </a:lnTo>
                <a:lnTo>
                  <a:pt x="973" y="812"/>
                </a:lnTo>
                <a:lnTo>
                  <a:pt x="971" y="812"/>
                </a:lnTo>
                <a:lnTo>
                  <a:pt x="971" y="813"/>
                </a:lnTo>
                <a:lnTo>
                  <a:pt x="970" y="814"/>
                </a:lnTo>
                <a:lnTo>
                  <a:pt x="970" y="815"/>
                </a:lnTo>
                <a:lnTo>
                  <a:pt x="969" y="816"/>
                </a:lnTo>
                <a:lnTo>
                  <a:pt x="968" y="816"/>
                </a:lnTo>
                <a:lnTo>
                  <a:pt x="967" y="816"/>
                </a:lnTo>
                <a:lnTo>
                  <a:pt x="967" y="815"/>
                </a:lnTo>
                <a:lnTo>
                  <a:pt x="966" y="814"/>
                </a:lnTo>
                <a:lnTo>
                  <a:pt x="966" y="813"/>
                </a:lnTo>
                <a:lnTo>
                  <a:pt x="965" y="813"/>
                </a:lnTo>
                <a:lnTo>
                  <a:pt x="965" y="812"/>
                </a:lnTo>
                <a:lnTo>
                  <a:pt x="964" y="812"/>
                </a:lnTo>
                <a:lnTo>
                  <a:pt x="963" y="812"/>
                </a:lnTo>
                <a:lnTo>
                  <a:pt x="963" y="811"/>
                </a:lnTo>
                <a:lnTo>
                  <a:pt x="962" y="811"/>
                </a:lnTo>
                <a:lnTo>
                  <a:pt x="961" y="811"/>
                </a:lnTo>
                <a:lnTo>
                  <a:pt x="961" y="810"/>
                </a:lnTo>
                <a:lnTo>
                  <a:pt x="960" y="810"/>
                </a:lnTo>
                <a:lnTo>
                  <a:pt x="958" y="810"/>
                </a:lnTo>
                <a:lnTo>
                  <a:pt x="958" y="809"/>
                </a:lnTo>
                <a:lnTo>
                  <a:pt x="957" y="809"/>
                </a:lnTo>
                <a:lnTo>
                  <a:pt x="957" y="810"/>
                </a:lnTo>
                <a:lnTo>
                  <a:pt x="956" y="810"/>
                </a:lnTo>
                <a:lnTo>
                  <a:pt x="956" y="811"/>
                </a:lnTo>
                <a:lnTo>
                  <a:pt x="955" y="811"/>
                </a:lnTo>
                <a:lnTo>
                  <a:pt x="954" y="811"/>
                </a:lnTo>
                <a:lnTo>
                  <a:pt x="953" y="811"/>
                </a:lnTo>
                <a:lnTo>
                  <a:pt x="953" y="810"/>
                </a:lnTo>
                <a:lnTo>
                  <a:pt x="952" y="810"/>
                </a:lnTo>
                <a:lnTo>
                  <a:pt x="952" y="809"/>
                </a:lnTo>
                <a:lnTo>
                  <a:pt x="951" y="809"/>
                </a:lnTo>
                <a:lnTo>
                  <a:pt x="950" y="809"/>
                </a:lnTo>
                <a:lnTo>
                  <a:pt x="949" y="809"/>
                </a:lnTo>
                <a:lnTo>
                  <a:pt x="949" y="808"/>
                </a:lnTo>
                <a:lnTo>
                  <a:pt x="948" y="808"/>
                </a:lnTo>
                <a:lnTo>
                  <a:pt x="948" y="807"/>
                </a:lnTo>
                <a:lnTo>
                  <a:pt x="947" y="807"/>
                </a:lnTo>
                <a:lnTo>
                  <a:pt x="946" y="806"/>
                </a:lnTo>
                <a:lnTo>
                  <a:pt x="946" y="805"/>
                </a:lnTo>
                <a:lnTo>
                  <a:pt x="945" y="805"/>
                </a:lnTo>
                <a:lnTo>
                  <a:pt x="945" y="804"/>
                </a:lnTo>
                <a:lnTo>
                  <a:pt x="946" y="804"/>
                </a:lnTo>
                <a:lnTo>
                  <a:pt x="946" y="803"/>
                </a:lnTo>
                <a:lnTo>
                  <a:pt x="946" y="802"/>
                </a:lnTo>
                <a:lnTo>
                  <a:pt x="946" y="801"/>
                </a:lnTo>
                <a:lnTo>
                  <a:pt x="946" y="800"/>
                </a:lnTo>
                <a:lnTo>
                  <a:pt x="945" y="800"/>
                </a:lnTo>
                <a:lnTo>
                  <a:pt x="944" y="800"/>
                </a:lnTo>
                <a:lnTo>
                  <a:pt x="942" y="800"/>
                </a:lnTo>
                <a:lnTo>
                  <a:pt x="942" y="799"/>
                </a:lnTo>
                <a:lnTo>
                  <a:pt x="941" y="799"/>
                </a:lnTo>
                <a:lnTo>
                  <a:pt x="941" y="798"/>
                </a:lnTo>
                <a:lnTo>
                  <a:pt x="942" y="798"/>
                </a:lnTo>
                <a:lnTo>
                  <a:pt x="942" y="797"/>
                </a:lnTo>
                <a:lnTo>
                  <a:pt x="941" y="797"/>
                </a:lnTo>
                <a:lnTo>
                  <a:pt x="941" y="796"/>
                </a:lnTo>
                <a:lnTo>
                  <a:pt x="941" y="794"/>
                </a:lnTo>
                <a:lnTo>
                  <a:pt x="940" y="794"/>
                </a:lnTo>
                <a:lnTo>
                  <a:pt x="940" y="793"/>
                </a:lnTo>
                <a:lnTo>
                  <a:pt x="939" y="793"/>
                </a:lnTo>
                <a:lnTo>
                  <a:pt x="938" y="792"/>
                </a:lnTo>
                <a:lnTo>
                  <a:pt x="938" y="793"/>
                </a:lnTo>
                <a:lnTo>
                  <a:pt x="937" y="793"/>
                </a:lnTo>
                <a:lnTo>
                  <a:pt x="935" y="793"/>
                </a:lnTo>
                <a:lnTo>
                  <a:pt x="934" y="792"/>
                </a:lnTo>
                <a:lnTo>
                  <a:pt x="933" y="792"/>
                </a:lnTo>
                <a:lnTo>
                  <a:pt x="932" y="792"/>
                </a:lnTo>
                <a:lnTo>
                  <a:pt x="931" y="791"/>
                </a:lnTo>
                <a:lnTo>
                  <a:pt x="930" y="791"/>
                </a:lnTo>
                <a:lnTo>
                  <a:pt x="929" y="791"/>
                </a:lnTo>
                <a:lnTo>
                  <a:pt x="928" y="791"/>
                </a:lnTo>
                <a:lnTo>
                  <a:pt x="927" y="791"/>
                </a:lnTo>
                <a:lnTo>
                  <a:pt x="926" y="791"/>
                </a:lnTo>
                <a:lnTo>
                  <a:pt x="925" y="790"/>
                </a:lnTo>
                <a:lnTo>
                  <a:pt x="924" y="790"/>
                </a:lnTo>
                <a:lnTo>
                  <a:pt x="924" y="791"/>
                </a:lnTo>
                <a:lnTo>
                  <a:pt x="924" y="792"/>
                </a:lnTo>
                <a:lnTo>
                  <a:pt x="924" y="793"/>
                </a:lnTo>
                <a:lnTo>
                  <a:pt x="923" y="793"/>
                </a:lnTo>
                <a:lnTo>
                  <a:pt x="923" y="794"/>
                </a:lnTo>
                <a:lnTo>
                  <a:pt x="923" y="795"/>
                </a:lnTo>
                <a:lnTo>
                  <a:pt x="923" y="796"/>
                </a:lnTo>
                <a:lnTo>
                  <a:pt x="923" y="797"/>
                </a:lnTo>
                <a:lnTo>
                  <a:pt x="923" y="798"/>
                </a:lnTo>
                <a:lnTo>
                  <a:pt x="922" y="799"/>
                </a:lnTo>
                <a:lnTo>
                  <a:pt x="922" y="802"/>
                </a:lnTo>
                <a:lnTo>
                  <a:pt x="921" y="803"/>
                </a:lnTo>
                <a:lnTo>
                  <a:pt x="921" y="804"/>
                </a:lnTo>
                <a:lnTo>
                  <a:pt x="920" y="805"/>
                </a:lnTo>
                <a:lnTo>
                  <a:pt x="919" y="807"/>
                </a:lnTo>
                <a:lnTo>
                  <a:pt x="918" y="808"/>
                </a:lnTo>
                <a:lnTo>
                  <a:pt x="918" y="809"/>
                </a:lnTo>
                <a:lnTo>
                  <a:pt x="917" y="809"/>
                </a:lnTo>
                <a:lnTo>
                  <a:pt x="917" y="810"/>
                </a:lnTo>
                <a:lnTo>
                  <a:pt x="916" y="811"/>
                </a:lnTo>
                <a:lnTo>
                  <a:pt x="916" y="812"/>
                </a:lnTo>
                <a:lnTo>
                  <a:pt x="915" y="812"/>
                </a:lnTo>
                <a:lnTo>
                  <a:pt x="915" y="813"/>
                </a:lnTo>
                <a:lnTo>
                  <a:pt x="914" y="813"/>
                </a:lnTo>
                <a:lnTo>
                  <a:pt x="914" y="814"/>
                </a:lnTo>
                <a:lnTo>
                  <a:pt x="914" y="815"/>
                </a:lnTo>
                <a:lnTo>
                  <a:pt x="915" y="816"/>
                </a:lnTo>
                <a:lnTo>
                  <a:pt x="916" y="816"/>
                </a:lnTo>
                <a:lnTo>
                  <a:pt x="916" y="817"/>
                </a:lnTo>
                <a:lnTo>
                  <a:pt x="917" y="817"/>
                </a:lnTo>
                <a:lnTo>
                  <a:pt x="916" y="817"/>
                </a:lnTo>
                <a:lnTo>
                  <a:pt x="916" y="818"/>
                </a:lnTo>
                <a:lnTo>
                  <a:pt x="917" y="818"/>
                </a:lnTo>
                <a:lnTo>
                  <a:pt x="917" y="819"/>
                </a:lnTo>
                <a:lnTo>
                  <a:pt x="916" y="819"/>
                </a:lnTo>
                <a:lnTo>
                  <a:pt x="916" y="820"/>
                </a:lnTo>
                <a:lnTo>
                  <a:pt x="916" y="821"/>
                </a:lnTo>
                <a:lnTo>
                  <a:pt x="916" y="822"/>
                </a:lnTo>
                <a:lnTo>
                  <a:pt x="915" y="823"/>
                </a:lnTo>
                <a:lnTo>
                  <a:pt x="914" y="823"/>
                </a:lnTo>
                <a:lnTo>
                  <a:pt x="913" y="824"/>
                </a:lnTo>
                <a:lnTo>
                  <a:pt x="912" y="824"/>
                </a:lnTo>
                <a:lnTo>
                  <a:pt x="911" y="824"/>
                </a:lnTo>
                <a:lnTo>
                  <a:pt x="911" y="825"/>
                </a:lnTo>
                <a:lnTo>
                  <a:pt x="910" y="825"/>
                </a:lnTo>
                <a:lnTo>
                  <a:pt x="910" y="826"/>
                </a:lnTo>
                <a:lnTo>
                  <a:pt x="909" y="826"/>
                </a:lnTo>
                <a:lnTo>
                  <a:pt x="909" y="827"/>
                </a:lnTo>
                <a:lnTo>
                  <a:pt x="908" y="827"/>
                </a:lnTo>
                <a:lnTo>
                  <a:pt x="907" y="827"/>
                </a:lnTo>
                <a:lnTo>
                  <a:pt x="906" y="828"/>
                </a:lnTo>
                <a:lnTo>
                  <a:pt x="906" y="829"/>
                </a:lnTo>
                <a:lnTo>
                  <a:pt x="905" y="829"/>
                </a:lnTo>
                <a:lnTo>
                  <a:pt x="904" y="829"/>
                </a:lnTo>
                <a:lnTo>
                  <a:pt x="903" y="829"/>
                </a:lnTo>
                <a:lnTo>
                  <a:pt x="903" y="830"/>
                </a:lnTo>
                <a:lnTo>
                  <a:pt x="902" y="830"/>
                </a:lnTo>
                <a:lnTo>
                  <a:pt x="902" y="831"/>
                </a:lnTo>
                <a:lnTo>
                  <a:pt x="901" y="831"/>
                </a:lnTo>
                <a:lnTo>
                  <a:pt x="901" y="832"/>
                </a:lnTo>
                <a:lnTo>
                  <a:pt x="900" y="833"/>
                </a:lnTo>
                <a:lnTo>
                  <a:pt x="900" y="834"/>
                </a:lnTo>
                <a:lnTo>
                  <a:pt x="899" y="834"/>
                </a:lnTo>
                <a:lnTo>
                  <a:pt x="898" y="834"/>
                </a:lnTo>
                <a:lnTo>
                  <a:pt x="898" y="835"/>
                </a:lnTo>
                <a:lnTo>
                  <a:pt x="897" y="835"/>
                </a:lnTo>
                <a:lnTo>
                  <a:pt x="896" y="835"/>
                </a:lnTo>
                <a:lnTo>
                  <a:pt x="896" y="836"/>
                </a:lnTo>
                <a:lnTo>
                  <a:pt x="895" y="836"/>
                </a:lnTo>
                <a:lnTo>
                  <a:pt x="894" y="836"/>
                </a:lnTo>
                <a:lnTo>
                  <a:pt x="894" y="837"/>
                </a:lnTo>
                <a:lnTo>
                  <a:pt x="894" y="838"/>
                </a:lnTo>
                <a:lnTo>
                  <a:pt x="893" y="838"/>
                </a:lnTo>
                <a:lnTo>
                  <a:pt x="892" y="839"/>
                </a:lnTo>
                <a:lnTo>
                  <a:pt x="891" y="839"/>
                </a:lnTo>
                <a:lnTo>
                  <a:pt x="891" y="840"/>
                </a:lnTo>
                <a:lnTo>
                  <a:pt x="890" y="840"/>
                </a:lnTo>
                <a:lnTo>
                  <a:pt x="890" y="841"/>
                </a:lnTo>
                <a:lnTo>
                  <a:pt x="890" y="840"/>
                </a:lnTo>
                <a:lnTo>
                  <a:pt x="889" y="840"/>
                </a:lnTo>
                <a:lnTo>
                  <a:pt x="889" y="839"/>
                </a:lnTo>
                <a:lnTo>
                  <a:pt x="889" y="838"/>
                </a:lnTo>
                <a:lnTo>
                  <a:pt x="888" y="838"/>
                </a:lnTo>
                <a:lnTo>
                  <a:pt x="888" y="837"/>
                </a:lnTo>
                <a:lnTo>
                  <a:pt x="887" y="837"/>
                </a:lnTo>
                <a:lnTo>
                  <a:pt x="887" y="836"/>
                </a:lnTo>
                <a:lnTo>
                  <a:pt x="887" y="835"/>
                </a:lnTo>
                <a:lnTo>
                  <a:pt x="887" y="834"/>
                </a:lnTo>
                <a:lnTo>
                  <a:pt x="886" y="833"/>
                </a:lnTo>
                <a:lnTo>
                  <a:pt x="884" y="833"/>
                </a:lnTo>
                <a:lnTo>
                  <a:pt x="883" y="833"/>
                </a:lnTo>
                <a:lnTo>
                  <a:pt x="883" y="832"/>
                </a:lnTo>
                <a:lnTo>
                  <a:pt x="882" y="831"/>
                </a:lnTo>
                <a:lnTo>
                  <a:pt x="882" y="830"/>
                </a:lnTo>
                <a:lnTo>
                  <a:pt x="882" y="831"/>
                </a:lnTo>
                <a:lnTo>
                  <a:pt x="882" y="830"/>
                </a:lnTo>
                <a:lnTo>
                  <a:pt x="881" y="830"/>
                </a:lnTo>
                <a:lnTo>
                  <a:pt x="881" y="831"/>
                </a:lnTo>
                <a:lnTo>
                  <a:pt x="881" y="830"/>
                </a:lnTo>
                <a:lnTo>
                  <a:pt x="880" y="829"/>
                </a:lnTo>
                <a:lnTo>
                  <a:pt x="880" y="828"/>
                </a:lnTo>
                <a:lnTo>
                  <a:pt x="880" y="827"/>
                </a:lnTo>
                <a:lnTo>
                  <a:pt x="880" y="826"/>
                </a:lnTo>
                <a:lnTo>
                  <a:pt x="879" y="826"/>
                </a:lnTo>
                <a:lnTo>
                  <a:pt x="879" y="825"/>
                </a:lnTo>
                <a:lnTo>
                  <a:pt x="878" y="825"/>
                </a:lnTo>
                <a:lnTo>
                  <a:pt x="878" y="824"/>
                </a:lnTo>
                <a:lnTo>
                  <a:pt x="877" y="824"/>
                </a:lnTo>
                <a:lnTo>
                  <a:pt x="876" y="824"/>
                </a:lnTo>
                <a:lnTo>
                  <a:pt x="875" y="824"/>
                </a:lnTo>
                <a:lnTo>
                  <a:pt x="873" y="824"/>
                </a:lnTo>
                <a:lnTo>
                  <a:pt x="873" y="823"/>
                </a:lnTo>
                <a:lnTo>
                  <a:pt x="872" y="823"/>
                </a:lnTo>
                <a:lnTo>
                  <a:pt x="871" y="823"/>
                </a:lnTo>
                <a:lnTo>
                  <a:pt x="871" y="822"/>
                </a:lnTo>
                <a:lnTo>
                  <a:pt x="870" y="822"/>
                </a:lnTo>
                <a:lnTo>
                  <a:pt x="870" y="821"/>
                </a:lnTo>
                <a:lnTo>
                  <a:pt x="870" y="820"/>
                </a:lnTo>
                <a:lnTo>
                  <a:pt x="870" y="821"/>
                </a:lnTo>
                <a:lnTo>
                  <a:pt x="869" y="821"/>
                </a:lnTo>
                <a:lnTo>
                  <a:pt x="868" y="821"/>
                </a:lnTo>
                <a:lnTo>
                  <a:pt x="868" y="820"/>
                </a:lnTo>
                <a:lnTo>
                  <a:pt x="867" y="820"/>
                </a:lnTo>
                <a:lnTo>
                  <a:pt x="867" y="819"/>
                </a:lnTo>
                <a:lnTo>
                  <a:pt x="866" y="819"/>
                </a:lnTo>
                <a:lnTo>
                  <a:pt x="865" y="819"/>
                </a:lnTo>
                <a:lnTo>
                  <a:pt x="865" y="818"/>
                </a:lnTo>
                <a:lnTo>
                  <a:pt x="865" y="819"/>
                </a:lnTo>
                <a:lnTo>
                  <a:pt x="864" y="819"/>
                </a:lnTo>
                <a:lnTo>
                  <a:pt x="863" y="819"/>
                </a:lnTo>
                <a:lnTo>
                  <a:pt x="863" y="818"/>
                </a:lnTo>
                <a:lnTo>
                  <a:pt x="862" y="818"/>
                </a:lnTo>
                <a:lnTo>
                  <a:pt x="862" y="817"/>
                </a:lnTo>
                <a:lnTo>
                  <a:pt x="861" y="817"/>
                </a:lnTo>
                <a:lnTo>
                  <a:pt x="861" y="816"/>
                </a:lnTo>
                <a:lnTo>
                  <a:pt x="860" y="816"/>
                </a:lnTo>
                <a:lnTo>
                  <a:pt x="860" y="815"/>
                </a:lnTo>
                <a:lnTo>
                  <a:pt x="859" y="815"/>
                </a:lnTo>
                <a:lnTo>
                  <a:pt x="858" y="815"/>
                </a:lnTo>
                <a:lnTo>
                  <a:pt x="858" y="814"/>
                </a:lnTo>
                <a:lnTo>
                  <a:pt x="857" y="814"/>
                </a:lnTo>
                <a:lnTo>
                  <a:pt x="856" y="813"/>
                </a:lnTo>
                <a:lnTo>
                  <a:pt x="856" y="812"/>
                </a:lnTo>
                <a:lnTo>
                  <a:pt x="855" y="812"/>
                </a:lnTo>
                <a:lnTo>
                  <a:pt x="855" y="811"/>
                </a:lnTo>
                <a:lnTo>
                  <a:pt x="855" y="810"/>
                </a:lnTo>
                <a:lnTo>
                  <a:pt x="854" y="810"/>
                </a:lnTo>
                <a:lnTo>
                  <a:pt x="854" y="809"/>
                </a:lnTo>
                <a:lnTo>
                  <a:pt x="853" y="810"/>
                </a:lnTo>
                <a:lnTo>
                  <a:pt x="852" y="810"/>
                </a:lnTo>
                <a:lnTo>
                  <a:pt x="852" y="809"/>
                </a:lnTo>
                <a:lnTo>
                  <a:pt x="851" y="809"/>
                </a:lnTo>
                <a:lnTo>
                  <a:pt x="851" y="808"/>
                </a:lnTo>
                <a:lnTo>
                  <a:pt x="850" y="808"/>
                </a:lnTo>
                <a:lnTo>
                  <a:pt x="850" y="807"/>
                </a:lnTo>
                <a:lnTo>
                  <a:pt x="849" y="807"/>
                </a:lnTo>
                <a:lnTo>
                  <a:pt x="849" y="806"/>
                </a:lnTo>
                <a:lnTo>
                  <a:pt x="848" y="806"/>
                </a:lnTo>
                <a:lnTo>
                  <a:pt x="848" y="805"/>
                </a:lnTo>
                <a:lnTo>
                  <a:pt x="848" y="806"/>
                </a:lnTo>
                <a:lnTo>
                  <a:pt x="847" y="806"/>
                </a:lnTo>
                <a:lnTo>
                  <a:pt x="846" y="806"/>
                </a:lnTo>
                <a:lnTo>
                  <a:pt x="846" y="805"/>
                </a:lnTo>
                <a:lnTo>
                  <a:pt x="845" y="805"/>
                </a:lnTo>
                <a:lnTo>
                  <a:pt x="844" y="805"/>
                </a:lnTo>
                <a:lnTo>
                  <a:pt x="843" y="805"/>
                </a:lnTo>
                <a:lnTo>
                  <a:pt x="842" y="805"/>
                </a:lnTo>
                <a:lnTo>
                  <a:pt x="841" y="804"/>
                </a:lnTo>
                <a:lnTo>
                  <a:pt x="840" y="804"/>
                </a:lnTo>
                <a:lnTo>
                  <a:pt x="840" y="803"/>
                </a:lnTo>
                <a:lnTo>
                  <a:pt x="839" y="803"/>
                </a:lnTo>
                <a:lnTo>
                  <a:pt x="839" y="802"/>
                </a:lnTo>
                <a:lnTo>
                  <a:pt x="839" y="801"/>
                </a:lnTo>
                <a:lnTo>
                  <a:pt x="838" y="801"/>
                </a:lnTo>
                <a:lnTo>
                  <a:pt x="837" y="801"/>
                </a:lnTo>
                <a:lnTo>
                  <a:pt x="836" y="801"/>
                </a:lnTo>
                <a:lnTo>
                  <a:pt x="836" y="800"/>
                </a:lnTo>
                <a:lnTo>
                  <a:pt x="836" y="799"/>
                </a:lnTo>
                <a:lnTo>
                  <a:pt x="835" y="799"/>
                </a:lnTo>
                <a:lnTo>
                  <a:pt x="834" y="799"/>
                </a:lnTo>
                <a:lnTo>
                  <a:pt x="833" y="799"/>
                </a:lnTo>
                <a:lnTo>
                  <a:pt x="832" y="798"/>
                </a:lnTo>
                <a:lnTo>
                  <a:pt x="830" y="798"/>
                </a:lnTo>
                <a:lnTo>
                  <a:pt x="829" y="798"/>
                </a:lnTo>
                <a:lnTo>
                  <a:pt x="829" y="797"/>
                </a:lnTo>
                <a:lnTo>
                  <a:pt x="828" y="797"/>
                </a:lnTo>
                <a:lnTo>
                  <a:pt x="828" y="795"/>
                </a:lnTo>
                <a:lnTo>
                  <a:pt x="828" y="794"/>
                </a:lnTo>
                <a:lnTo>
                  <a:pt x="829" y="794"/>
                </a:lnTo>
                <a:lnTo>
                  <a:pt x="829" y="793"/>
                </a:lnTo>
                <a:lnTo>
                  <a:pt x="829" y="792"/>
                </a:lnTo>
                <a:lnTo>
                  <a:pt x="829" y="791"/>
                </a:lnTo>
                <a:lnTo>
                  <a:pt x="829" y="790"/>
                </a:lnTo>
                <a:lnTo>
                  <a:pt x="828" y="790"/>
                </a:lnTo>
                <a:lnTo>
                  <a:pt x="828" y="789"/>
                </a:lnTo>
                <a:lnTo>
                  <a:pt x="827" y="789"/>
                </a:lnTo>
                <a:lnTo>
                  <a:pt x="826" y="789"/>
                </a:lnTo>
                <a:lnTo>
                  <a:pt x="826" y="788"/>
                </a:lnTo>
                <a:lnTo>
                  <a:pt x="825" y="788"/>
                </a:lnTo>
                <a:lnTo>
                  <a:pt x="825" y="787"/>
                </a:lnTo>
                <a:lnTo>
                  <a:pt x="824" y="787"/>
                </a:lnTo>
                <a:lnTo>
                  <a:pt x="823" y="787"/>
                </a:lnTo>
                <a:lnTo>
                  <a:pt x="823" y="786"/>
                </a:lnTo>
                <a:lnTo>
                  <a:pt x="823" y="785"/>
                </a:lnTo>
                <a:lnTo>
                  <a:pt x="822" y="785"/>
                </a:lnTo>
                <a:lnTo>
                  <a:pt x="821" y="785"/>
                </a:lnTo>
                <a:lnTo>
                  <a:pt x="821" y="784"/>
                </a:lnTo>
                <a:lnTo>
                  <a:pt x="820" y="785"/>
                </a:lnTo>
                <a:lnTo>
                  <a:pt x="820" y="784"/>
                </a:lnTo>
                <a:lnTo>
                  <a:pt x="819" y="784"/>
                </a:lnTo>
                <a:lnTo>
                  <a:pt x="819" y="783"/>
                </a:lnTo>
                <a:lnTo>
                  <a:pt x="818" y="783"/>
                </a:lnTo>
                <a:lnTo>
                  <a:pt x="817" y="783"/>
                </a:lnTo>
                <a:lnTo>
                  <a:pt x="817" y="782"/>
                </a:lnTo>
                <a:lnTo>
                  <a:pt x="816" y="782"/>
                </a:lnTo>
                <a:lnTo>
                  <a:pt x="815" y="782"/>
                </a:lnTo>
                <a:lnTo>
                  <a:pt x="815" y="781"/>
                </a:lnTo>
                <a:lnTo>
                  <a:pt x="815" y="780"/>
                </a:lnTo>
                <a:lnTo>
                  <a:pt x="814" y="780"/>
                </a:lnTo>
                <a:lnTo>
                  <a:pt x="813" y="780"/>
                </a:lnTo>
                <a:lnTo>
                  <a:pt x="813" y="779"/>
                </a:lnTo>
                <a:lnTo>
                  <a:pt x="812" y="779"/>
                </a:lnTo>
                <a:lnTo>
                  <a:pt x="811" y="779"/>
                </a:lnTo>
                <a:lnTo>
                  <a:pt x="811" y="778"/>
                </a:lnTo>
                <a:lnTo>
                  <a:pt x="810" y="778"/>
                </a:lnTo>
                <a:lnTo>
                  <a:pt x="810" y="777"/>
                </a:lnTo>
                <a:lnTo>
                  <a:pt x="809" y="776"/>
                </a:lnTo>
                <a:lnTo>
                  <a:pt x="808" y="775"/>
                </a:lnTo>
                <a:lnTo>
                  <a:pt x="807" y="775"/>
                </a:lnTo>
                <a:lnTo>
                  <a:pt x="806" y="775"/>
                </a:lnTo>
                <a:lnTo>
                  <a:pt x="805" y="774"/>
                </a:lnTo>
                <a:lnTo>
                  <a:pt x="804" y="774"/>
                </a:lnTo>
                <a:lnTo>
                  <a:pt x="803" y="774"/>
                </a:lnTo>
                <a:lnTo>
                  <a:pt x="802" y="774"/>
                </a:lnTo>
                <a:lnTo>
                  <a:pt x="802" y="773"/>
                </a:lnTo>
                <a:lnTo>
                  <a:pt x="801" y="773"/>
                </a:lnTo>
                <a:lnTo>
                  <a:pt x="800" y="773"/>
                </a:lnTo>
                <a:lnTo>
                  <a:pt x="800" y="772"/>
                </a:lnTo>
                <a:lnTo>
                  <a:pt x="800" y="771"/>
                </a:lnTo>
                <a:lnTo>
                  <a:pt x="800" y="770"/>
                </a:lnTo>
                <a:lnTo>
                  <a:pt x="800" y="769"/>
                </a:lnTo>
                <a:lnTo>
                  <a:pt x="799" y="769"/>
                </a:lnTo>
                <a:lnTo>
                  <a:pt x="798" y="769"/>
                </a:lnTo>
                <a:lnTo>
                  <a:pt x="798" y="768"/>
                </a:lnTo>
                <a:lnTo>
                  <a:pt x="798" y="767"/>
                </a:lnTo>
                <a:lnTo>
                  <a:pt x="798" y="766"/>
                </a:lnTo>
                <a:lnTo>
                  <a:pt x="797" y="766"/>
                </a:lnTo>
                <a:lnTo>
                  <a:pt x="797" y="765"/>
                </a:lnTo>
                <a:lnTo>
                  <a:pt x="797" y="764"/>
                </a:lnTo>
                <a:lnTo>
                  <a:pt x="796" y="764"/>
                </a:lnTo>
                <a:lnTo>
                  <a:pt x="796" y="765"/>
                </a:lnTo>
                <a:lnTo>
                  <a:pt x="795" y="765"/>
                </a:lnTo>
                <a:lnTo>
                  <a:pt x="794" y="765"/>
                </a:lnTo>
                <a:lnTo>
                  <a:pt x="793" y="765"/>
                </a:lnTo>
                <a:lnTo>
                  <a:pt x="793" y="764"/>
                </a:lnTo>
                <a:lnTo>
                  <a:pt x="793" y="763"/>
                </a:lnTo>
                <a:lnTo>
                  <a:pt x="792" y="763"/>
                </a:lnTo>
                <a:lnTo>
                  <a:pt x="791" y="763"/>
                </a:lnTo>
                <a:lnTo>
                  <a:pt x="790" y="763"/>
                </a:lnTo>
                <a:lnTo>
                  <a:pt x="790" y="762"/>
                </a:lnTo>
                <a:lnTo>
                  <a:pt x="790" y="760"/>
                </a:lnTo>
                <a:lnTo>
                  <a:pt x="789" y="760"/>
                </a:lnTo>
                <a:lnTo>
                  <a:pt x="789" y="759"/>
                </a:lnTo>
                <a:lnTo>
                  <a:pt x="788" y="759"/>
                </a:lnTo>
                <a:lnTo>
                  <a:pt x="788" y="758"/>
                </a:lnTo>
                <a:lnTo>
                  <a:pt x="787" y="757"/>
                </a:lnTo>
                <a:lnTo>
                  <a:pt x="787" y="758"/>
                </a:lnTo>
                <a:lnTo>
                  <a:pt x="786" y="757"/>
                </a:lnTo>
                <a:lnTo>
                  <a:pt x="785" y="756"/>
                </a:lnTo>
                <a:lnTo>
                  <a:pt x="783" y="757"/>
                </a:lnTo>
                <a:lnTo>
                  <a:pt x="782" y="757"/>
                </a:lnTo>
                <a:lnTo>
                  <a:pt x="781" y="756"/>
                </a:lnTo>
                <a:lnTo>
                  <a:pt x="780" y="754"/>
                </a:lnTo>
                <a:lnTo>
                  <a:pt x="780" y="753"/>
                </a:lnTo>
                <a:lnTo>
                  <a:pt x="779" y="752"/>
                </a:lnTo>
                <a:lnTo>
                  <a:pt x="779" y="751"/>
                </a:lnTo>
                <a:lnTo>
                  <a:pt x="777" y="752"/>
                </a:lnTo>
                <a:lnTo>
                  <a:pt x="774" y="752"/>
                </a:lnTo>
                <a:lnTo>
                  <a:pt x="774" y="753"/>
                </a:lnTo>
                <a:lnTo>
                  <a:pt x="774" y="754"/>
                </a:lnTo>
                <a:lnTo>
                  <a:pt x="773" y="754"/>
                </a:lnTo>
                <a:lnTo>
                  <a:pt x="772" y="753"/>
                </a:lnTo>
                <a:lnTo>
                  <a:pt x="770" y="753"/>
                </a:lnTo>
                <a:lnTo>
                  <a:pt x="769" y="751"/>
                </a:lnTo>
                <a:lnTo>
                  <a:pt x="768" y="751"/>
                </a:lnTo>
                <a:lnTo>
                  <a:pt x="766" y="751"/>
                </a:lnTo>
                <a:lnTo>
                  <a:pt x="765" y="749"/>
                </a:lnTo>
                <a:lnTo>
                  <a:pt x="764" y="749"/>
                </a:lnTo>
                <a:lnTo>
                  <a:pt x="762" y="748"/>
                </a:lnTo>
                <a:lnTo>
                  <a:pt x="760" y="747"/>
                </a:lnTo>
                <a:lnTo>
                  <a:pt x="759" y="747"/>
                </a:lnTo>
                <a:lnTo>
                  <a:pt x="759" y="745"/>
                </a:lnTo>
                <a:lnTo>
                  <a:pt x="758" y="745"/>
                </a:lnTo>
                <a:lnTo>
                  <a:pt x="756" y="745"/>
                </a:lnTo>
                <a:lnTo>
                  <a:pt x="753" y="746"/>
                </a:lnTo>
                <a:lnTo>
                  <a:pt x="752" y="746"/>
                </a:lnTo>
                <a:lnTo>
                  <a:pt x="751" y="746"/>
                </a:lnTo>
                <a:lnTo>
                  <a:pt x="751" y="745"/>
                </a:lnTo>
                <a:lnTo>
                  <a:pt x="750" y="745"/>
                </a:lnTo>
                <a:lnTo>
                  <a:pt x="750" y="744"/>
                </a:lnTo>
                <a:lnTo>
                  <a:pt x="749" y="744"/>
                </a:lnTo>
                <a:lnTo>
                  <a:pt x="748" y="744"/>
                </a:lnTo>
                <a:lnTo>
                  <a:pt x="748" y="743"/>
                </a:lnTo>
                <a:lnTo>
                  <a:pt x="748" y="744"/>
                </a:lnTo>
                <a:lnTo>
                  <a:pt x="748" y="743"/>
                </a:lnTo>
                <a:lnTo>
                  <a:pt x="748" y="744"/>
                </a:lnTo>
                <a:lnTo>
                  <a:pt x="747" y="744"/>
                </a:lnTo>
                <a:lnTo>
                  <a:pt x="747" y="743"/>
                </a:lnTo>
                <a:lnTo>
                  <a:pt x="746" y="743"/>
                </a:lnTo>
                <a:lnTo>
                  <a:pt x="746" y="744"/>
                </a:lnTo>
                <a:lnTo>
                  <a:pt x="745" y="744"/>
                </a:lnTo>
                <a:lnTo>
                  <a:pt x="744" y="744"/>
                </a:lnTo>
                <a:lnTo>
                  <a:pt x="743" y="743"/>
                </a:lnTo>
                <a:lnTo>
                  <a:pt x="742" y="743"/>
                </a:lnTo>
                <a:lnTo>
                  <a:pt x="741" y="743"/>
                </a:lnTo>
                <a:lnTo>
                  <a:pt x="740" y="742"/>
                </a:lnTo>
                <a:lnTo>
                  <a:pt x="739" y="742"/>
                </a:lnTo>
                <a:lnTo>
                  <a:pt x="738" y="742"/>
                </a:lnTo>
                <a:lnTo>
                  <a:pt x="738" y="743"/>
                </a:lnTo>
                <a:lnTo>
                  <a:pt x="737" y="743"/>
                </a:lnTo>
                <a:lnTo>
                  <a:pt x="736" y="743"/>
                </a:lnTo>
                <a:lnTo>
                  <a:pt x="735" y="743"/>
                </a:lnTo>
                <a:lnTo>
                  <a:pt x="735" y="742"/>
                </a:lnTo>
                <a:lnTo>
                  <a:pt x="735" y="741"/>
                </a:lnTo>
                <a:lnTo>
                  <a:pt x="734" y="741"/>
                </a:lnTo>
                <a:lnTo>
                  <a:pt x="733" y="741"/>
                </a:lnTo>
                <a:lnTo>
                  <a:pt x="733" y="740"/>
                </a:lnTo>
                <a:lnTo>
                  <a:pt x="732" y="740"/>
                </a:lnTo>
                <a:lnTo>
                  <a:pt x="732" y="741"/>
                </a:lnTo>
                <a:lnTo>
                  <a:pt x="732" y="740"/>
                </a:lnTo>
                <a:lnTo>
                  <a:pt x="731" y="740"/>
                </a:lnTo>
                <a:lnTo>
                  <a:pt x="730" y="740"/>
                </a:lnTo>
                <a:lnTo>
                  <a:pt x="729" y="740"/>
                </a:lnTo>
                <a:lnTo>
                  <a:pt x="728" y="740"/>
                </a:lnTo>
                <a:lnTo>
                  <a:pt x="728" y="739"/>
                </a:lnTo>
                <a:lnTo>
                  <a:pt x="727" y="740"/>
                </a:lnTo>
                <a:lnTo>
                  <a:pt x="726" y="741"/>
                </a:lnTo>
                <a:lnTo>
                  <a:pt x="725" y="741"/>
                </a:lnTo>
                <a:lnTo>
                  <a:pt x="724" y="741"/>
                </a:lnTo>
                <a:lnTo>
                  <a:pt x="723" y="741"/>
                </a:lnTo>
                <a:lnTo>
                  <a:pt x="723" y="740"/>
                </a:lnTo>
                <a:lnTo>
                  <a:pt x="723" y="741"/>
                </a:lnTo>
                <a:lnTo>
                  <a:pt x="722" y="741"/>
                </a:lnTo>
                <a:lnTo>
                  <a:pt x="721" y="741"/>
                </a:lnTo>
                <a:lnTo>
                  <a:pt x="721" y="742"/>
                </a:lnTo>
                <a:lnTo>
                  <a:pt x="720" y="742"/>
                </a:lnTo>
                <a:lnTo>
                  <a:pt x="720" y="743"/>
                </a:lnTo>
                <a:lnTo>
                  <a:pt x="721" y="743"/>
                </a:lnTo>
                <a:lnTo>
                  <a:pt x="721" y="744"/>
                </a:lnTo>
                <a:lnTo>
                  <a:pt x="721" y="745"/>
                </a:lnTo>
                <a:lnTo>
                  <a:pt x="721" y="746"/>
                </a:lnTo>
                <a:lnTo>
                  <a:pt x="722" y="746"/>
                </a:lnTo>
                <a:lnTo>
                  <a:pt x="722" y="747"/>
                </a:lnTo>
                <a:lnTo>
                  <a:pt x="723" y="746"/>
                </a:lnTo>
                <a:lnTo>
                  <a:pt x="723" y="747"/>
                </a:lnTo>
                <a:lnTo>
                  <a:pt x="724" y="748"/>
                </a:lnTo>
                <a:lnTo>
                  <a:pt x="724" y="749"/>
                </a:lnTo>
                <a:lnTo>
                  <a:pt x="725" y="750"/>
                </a:lnTo>
                <a:lnTo>
                  <a:pt x="724" y="750"/>
                </a:lnTo>
                <a:lnTo>
                  <a:pt x="724" y="752"/>
                </a:lnTo>
                <a:lnTo>
                  <a:pt x="725" y="752"/>
                </a:lnTo>
                <a:lnTo>
                  <a:pt x="726" y="752"/>
                </a:lnTo>
                <a:lnTo>
                  <a:pt x="726" y="753"/>
                </a:lnTo>
                <a:lnTo>
                  <a:pt x="727" y="754"/>
                </a:lnTo>
                <a:lnTo>
                  <a:pt x="727" y="755"/>
                </a:lnTo>
                <a:lnTo>
                  <a:pt x="726" y="755"/>
                </a:lnTo>
                <a:lnTo>
                  <a:pt x="725" y="756"/>
                </a:lnTo>
                <a:lnTo>
                  <a:pt x="725" y="757"/>
                </a:lnTo>
                <a:lnTo>
                  <a:pt x="724" y="757"/>
                </a:lnTo>
                <a:lnTo>
                  <a:pt x="725" y="757"/>
                </a:lnTo>
                <a:lnTo>
                  <a:pt x="724" y="757"/>
                </a:lnTo>
                <a:lnTo>
                  <a:pt x="724" y="758"/>
                </a:lnTo>
                <a:lnTo>
                  <a:pt x="723" y="758"/>
                </a:lnTo>
                <a:lnTo>
                  <a:pt x="723" y="759"/>
                </a:lnTo>
                <a:lnTo>
                  <a:pt x="722" y="759"/>
                </a:lnTo>
                <a:lnTo>
                  <a:pt x="722" y="760"/>
                </a:lnTo>
                <a:lnTo>
                  <a:pt x="721" y="760"/>
                </a:lnTo>
                <a:lnTo>
                  <a:pt x="721" y="761"/>
                </a:lnTo>
                <a:lnTo>
                  <a:pt x="720" y="761"/>
                </a:lnTo>
                <a:lnTo>
                  <a:pt x="720" y="762"/>
                </a:lnTo>
                <a:lnTo>
                  <a:pt x="720" y="763"/>
                </a:lnTo>
                <a:lnTo>
                  <a:pt x="720" y="764"/>
                </a:lnTo>
                <a:lnTo>
                  <a:pt x="720" y="765"/>
                </a:lnTo>
                <a:lnTo>
                  <a:pt x="719" y="766"/>
                </a:lnTo>
                <a:lnTo>
                  <a:pt x="719" y="767"/>
                </a:lnTo>
                <a:lnTo>
                  <a:pt x="718" y="767"/>
                </a:lnTo>
                <a:lnTo>
                  <a:pt x="717" y="768"/>
                </a:lnTo>
                <a:lnTo>
                  <a:pt x="718" y="768"/>
                </a:lnTo>
                <a:lnTo>
                  <a:pt x="718" y="769"/>
                </a:lnTo>
                <a:lnTo>
                  <a:pt x="718" y="770"/>
                </a:lnTo>
                <a:lnTo>
                  <a:pt x="717" y="770"/>
                </a:lnTo>
                <a:lnTo>
                  <a:pt x="717" y="771"/>
                </a:lnTo>
                <a:lnTo>
                  <a:pt x="716" y="774"/>
                </a:lnTo>
                <a:lnTo>
                  <a:pt x="717" y="774"/>
                </a:lnTo>
                <a:lnTo>
                  <a:pt x="718" y="775"/>
                </a:lnTo>
                <a:lnTo>
                  <a:pt x="718" y="776"/>
                </a:lnTo>
                <a:lnTo>
                  <a:pt x="718" y="778"/>
                </a:lnTo>
                <a:lnTo>
                  <a:pt x="718" y="779"/>
                </a:lnTo>
                <a:lnTo>
                  <a:pt x="717" y="780"/>
                </a:lnTo>
                <a:lnTo>
                  <a:pt x="716" y="782"/>
                </a:lnTo>
                <a:lnTo>
                  <a:pt x="715" y="783"/>
                </a:lnTo>
                <a:lnTo>
                  <a:pt x="714" y="784"/>
                </a:lnTo>
                <a:lnTo>
                  <a:pt x="713" y="786"/>
                </a:lnTo>
                <a:lnTo>
                  <a:pt x="712" y="788"/>
                </a:lnTo>
                <a:lnTo>
                  <a:pt x="712" y="792"/>
                </a:lnTo>
                <a:lnTo>
                  <a:pt x="712" y="793"/>
                </a:lnTo>
                <a:lnTo>
                  <a:pt x="713" y="794"/>
                </a:lnTo>
                <a:lnTo>
                  <a:pt x="713" y="796"/>
                </a:lnTo>
                <a:lnTo>
                  <a:pt x="712" y="797"/>
                </a:lnTo>
                <a:lnTo>
                  <a:pt x="712" y="798"/>
                </a:lnTo>
                <a:lnTo>
                  <a:pt x="712" y="799"/>
                </a:lnTo>
                <a:lnTo>
                  <a:pt x="712" y="800"/>
                </a:lnTo>
                <a:lnTo>
                  <a:pt x="711" y="800"/>
                </a:lnTo>
                <a:lnTo>
                  <a:pt x="711" y="801"/>
                </a:lnTo>
                <a:lnTo>
                  <a:pt x="711" y="802"/>
                </a:lnTo>
                <a:lnTo>
                  <a:pt x="712" y="802"/>
                </a:lnTo>
                <a:lnTo>
                  <a:pt x="713" y="803"/>
                </a:lnTo>
                <a:lnTo>
                  <a:pt x="713" y="804"/>
                </a:lnTo>
                <a:lnTo>
                  <a:pt x="713" y="805"/>
                </a:lnTo>
                <a:lnTo>
                  <a:pt x="714" y="806"/>
                </a:lnTo>
                <a:lnTo>
                  <a:pt x="716" y="806"/>
                </a:lnTo>
                <a:lnTo>
                  <a:pt x="717" y="807"/>
                </a:lnTo>
                <a:lnTo>
                  <a:pt x="717" y="806"/>
                </a:lnTo>
                <a:lnTo>
                  <a:pt x="717" y="807"/>
                </a:lnTo>
                <a:lnTo>
                  <a:pt x="718" y="807"/>
                </a:lnTo>
                <a:lnTo>
                  <a:pt x="719" y="807"/>
                </a:lnTo>
                <a:lnTo>
                  <a:pt x="720" y="807"/>
                </a:lnTo>
                <a:lnTo>
                  <a:pt x="719" y="807"/>
                </a:lnTo>
                <a:lnTo>
                  <a:pt x="719" y="808"/>
                </a:lnTo>
                <a:lnTo>
                  <a:pt x="719" y="809"/>
                </a:lnTo>
                <a:lnTo>
                  <a:pt x="718" y="809"/>
                </a:lnTo>
                <a:lnTo>
                  <a:pt x="718" y="810"/>
                </a:lnTo>
                <a:lnTo>
                  <a:pt x="718" y="811"/>
                </a:lnTo>
                <a:lnTo>
                  <a:pt x="718" y="812"/>
                </a:lnTo>
                <a:lnTo>
                  <a:pt x="719" y="812"/>
                </a:lnTo>
                <a:lnTo>
                  <a:pt x="718" y="813"/>
                </a:lnTo>
                <a:lnTo>
                  <a:pt x="719" y="813"/>
                </a:lnTo>
                <a:lnTo>
                  <a:pt x="718" y="813"/>
                </a:lnTo>
                <a:lnTo>
                  <a:pt x="718" y="814"/>
                </a:lnTo>
                <a:lnTo>
                  <a:pt x="719" y="816"/>
                </a:lnTo>
                <a:lnTo>
                  <a:pt x="719" y="817"/>
                </a:lnTo>
                <a:lnTo>
                  <a:pt x="718" y="818"/>
                </a:lnTo>
                <a:lnTo>
                  <a:pt x="718" y="819"/>
                </a:lnTo>
                <a:lnTo>
                  <a:pt x="718" y="820"/>
                </a:lnTo>
                <a:lnTo>
                  <a:pt x="717" y="820"/>
                </a:lnTo>
                <a:lnTo>
                  <a:pt x="717" y="821"/>
                </a:lnTo>
                <a:lnTo>
                  <a:pt x="718" y="821"/>
                </a:lnTo>
                <a:lnTo>
                  <a:pt x="718" y="824"/>
                </a:lnTo>
                <a:lnTo>
                  <a:pt x="717" y="824"/>
                </a:lnTo>
                <a:lnTo>
                  <a:pt x="717" y="825"/>
                </a:lnTo>
                <a:lnTo>
                  <a:pt x="717" y="826"/>
                </a:lnTo>
                <a:lnTo>
                  <a:pt x="717" y="827"/>
                </a:lnTo>
                <a:lnTo>
                  <a:pt x="717" y="828"/>
                </a:lnTo>
                <a:lnTo>
                  <a:pt x="717" y="829"/>
                </a:lnTo>
                <a:lnTo>
                  <a:pt x="718" y="830"/>
                </a:lnTo>
                <a:lnTo>
                  <a:pt x="718" y="831"/>
                </a:lnTo>
                <a:lnTo>
                  <a:pt x="718" y="832"/>
                </a:lnTo>
                <a:lnTo>
                  <a:pt x="718" y="833"/>
                </a:lnTo>
                <a:lnTo>
                  <a:pt x="719" y="833"/>
                </a:lnTo>
                <a:lnTo>
                  <a:pt x="720" y="833"/>
                </a:lnTo>
                <a:lnTo>
                  <a:pt x="721" y="833"/>
                </a:lnTo>
                <a:lnTo>
                  <a:pt x="721" y="834"/>
                </a:lnTo>
                <a:lnTo>
                  <a:pt x="722" y="834"/>
                </a:lnTo>
                <a:lnTo>
                  <a:pt x="721" y="835"/>
                </a:lnTo>
                <a:lnTo>
                  <a:pt x="721" y="836"/>
                </a:lnTo>
                <a:lnTo>
                  <a:pt x="722" y="837"/>
                </a:lnTo>
                <a:lnTo>
                  <a:pt x="721" y="837"/>
                </a:lnTo>
                <a:lnTo>
                  <a:pt x="721" y="838"/>
                </a:lnTo>
                <a:lnTo>
                  <a:pt x="721" y="839"/>
                </a:lnTo>
                <a:lnTo>
                  <a:pt x="721" y="840"/>
                </a:lnTo>
                <a:lnTo>
                  <a:pt x="720" y="840"/>
                </a:lnTo>
                <a:lnTo>
                  <a:pt x="720" y="841"/>
                </a:lnTo>
                <a:lnTo>
                  <a:pt x="720" y="842"/>
                </a:lnTo>
                <a:lnTo>
                  <a:pt x="720" y="843"/>
                </a:lnTo>
                <a:lnTo>
                  <a:pt x="720" y="844"/>
                </a:lnTo>
                <a:lnTo>
                  <a:pt x="719" y="845"/>
                </a:lnTo>
                <a:lnTo>
                  <a:pt x="719" y="846"/>
                </a:lnTo>
                <a:lnTo>
                  <a:pt x="720" y="847"/>
                </a:lnTo>
                <a:lnTo>
                  <a:pt x="720" y="848"/>
                </a:lnTo>
                <a:lnTo>
                  <a:pt x="720" y="849"/>
                </a:lnTo>
                <a:lnTo>
                  <a:pt x="721" y="849"/>
                </a:lnTo>
                <a:lnTo>
                  <a:pt x="721" y="850"/>
                </a:lnTo>
                <a:lnTo>
                  <a:pt x="722" y="850"/>
                </a:lnTo>
                <a:lnTo>
                  <a:pt x="723" y="850"/>
                </a:lnTo>
                <a:lnTo>
                  <a:pt x="724" y="850"/>
                </a:lnTo>
                <a:lnTo>
                  <a:pt x="724" y="849"/>
                </a:lnTo>
                <a:lnTo>
                  <a:pt x="725" y="850"/>
                </a:lnTo>
                <a:lnTo>
                  <a:pt x="725" y="851"/>
                </a:lnTo>
                <a:lnTo>
                  <a:pt x="725" y="852"/>
                </a:lnTo>
                <a:lnTo>
                  <a:pt x="726" y="852"/>
                </a:lnTo>
                <a:lnTo>
                  <a:pt x="725" y="852"/>
                </a:lnTo>
                <a:lnTo>
                  <a:pt x="725" y="853"/>
                </a:lnTo>
                <a:lnTo>
                  <a:pt x="725" y="854"/>
                </a:lnTo>
                <a:lnTo>
                  <a:pt x="724" y="854"/>
                </a:lnTo>
                <a:lnTo>
                  <a:pt x="724" y="855"/>
                </a:lnTo>
                <a:lnTo>
                  <a:pt x="724" y="856"/>
                </a:lnTo>
                <a:lnTo>
                  <a:pt x="723" y="856"/>
                </a:lnTo>
                <a:lnTo>
                  <a:pt x="722" y="856"/>
                </a:lnTo>
                <a:lnTo>
                  <a:pt x="722" y="857"/>
                </a:lnTo>
                <a:lnTo>
                  <a:pt x="723" y="857"/>
                </a:lnTo>
                <a:lnTo>
                  <a:pt x="724" y="857"/>
                </a:lnTo>
                <a:lnTo>
                  <a:pt x="725" y="857"/>
                </a:lnTo>
                <a:lnTo>
                  <a:pt x="725" y="859"/>
                </a:lnTo>
                <a:lnTo>
                  <a:pt x="724" y="859"/>
                </a:lnTo>
                <a:lnTo>
                  <a:pt x="724" y="860"/>
                </a:lnTo>
                <a:lnTo>
                  <a:pt x="724" y="861"/>
                </a:lnTo>
                <a:lnTo>
                  <a:pt x="724" y="867"/>
                </a:lnTo>
                <a:lnTo>
                  <a:pt x="724" y="868"/>
                </a:lnTo>
                <a:lnTo>
                  <a:pt x="724" y="869"/>
                </a:lnTo>
                <a:lnTo>
                  <a:pt x="723" y="869"/>
                </a:lnTo>
                <a:lnTo>
                  <a:pt x="722" y="869"/>
                </a:lnTo>
                <a:lnTo>
                  <a:pt x="722" y="870"/>
                </a:lnTo>
                <a:lnTo>
                  <a:pt x="721" y="870"/>
                </a:lnTo>
                <a:lnTo>
                  <a:pt x="720" y="870"/>
                </a:lnTo>
                <a:lnTo>
                  <a:pt x="720" y="871"/>
                </a:lnTo>
                <a:lnTo>
                  <a:pt x="719" y="871"/>
                </a:lnTo>
                <a:lnTo>
                  <a:pt x="718" y="872"/>
                </a:lnTo>
                <a:lnTo>
                  <a:pt x="717" y="872"/>
                </a:lnTo>
                <a:lnTo>
                  <a:pt x="716" y="872"/>
                </a:lnTo>
                <a:lnTo>
                  <a:pt x="716" y="873"/>
                </a:lnTo>
                <a:lnTo>
                  <a:pt x="715" y="873"/>
                </a:lnTo>
                <a:lnTo>
                  <a:pt x="714" y="873"/>
                </a:lnTo>
                <a:lnTo>
                  <a:pt x="714" y="874"/>
                </a:lnTo>
                <a:lnTo>
                  <a:pt x="713" y="874"/>
                </a:lnTo>
                <a:lnTo>
                  <a:pt x="711" y="874"/>
                </a:lnTo>
                <a:lnTo>
                  <a:pt x="710" y="874"/>
                </a:lnTo>
                <a:lnTo>
                  <a:pt x="709" y="875"/>
                </a:lnTo>
                <a:lnTo>
                  <a:pt x="707" y="874"/>
                </a:lnTo>
                <a:lnTo>
                  <a:pt x="706" y="874"/>
                </a:lnTo>
                <a:lnTo>
                  <a:pt x="705" y="874"/>
                </a:lnTo>
                <a:lnTo>
                  <a:pt x="705" y="875"/>
                </a:lnTo>
                <a:lnTo>
                  <a:pt x="704" y="875"/>
                </a:lnTo>
                <a:lnTo>
                  <a:pt x="703" y="874"/>
                </a:lnTo>
                <a:lnTo>
                  <a:pt x="703" y="873"/>
                </a:lnTo>
                <a:lnTo>
                  <a:pt x="701" y="873"/>
                </a:lnTo>
                <a:lnTo>
                  <a:pt x="700" y="872"/>
                </a:lnTo>
                <a:lnTo>
                  <a:pt x="700" y="871"/>
                </a:lnTo>
                <a:lnTo>
                  <a:pt x="698" y="870"/>
                </a:lnTo>
                <a:lnTo>
                  <a:pt x="697" y="870"/>
                </a:lnTo>
                <a:lnTo>
                  <a:pt x="696" y="870"/>
                </a:lnTo>
                <a:lnTo>
                  <a:pt x="695" y="870"/>
                </a:lnTo>
                <a:lnTo>
                  <a:pt x="694" y="869"/>
                </a:lnTo>
                <a:lnTo>
                  <a:pt x="693" y="868"/>
                </a:lnTo>
                <a:lnTo>
                  <a:pt x="693" y="867"/>
                </a:lnTo>
                <a:lnTo>
                  <a:pt x="692" y="866"/>
                </a:lnTo>
                <a:lnTo>
                  <a:pt x="691" y="866"/>
                </a:lnTo>
                <a:lnTo>
                  <a:pt x="690" y="866"/>
                </a:lnTo>
                <a:lnTo>
                  <a:pt x="690" y="865"/>
                </a:lnTo>
                <a:lnTo>
                  <a:pt x="689" y="865"/>
                </a:lnTo>
                <a:lnTo>
                  <a:pt x="688" y="864"/>
                </a:lnTo>
                <a:lnTo>
                  <a:pt x="687" y="864"/>
                </a:lnTo>
                <a:lnTo>
                  <a:pt x="686" y="863"/>
                </a:lnTo>
                <a:lnTo>
                  <a:pt x="686" y="862"/>
                </a:lnTo>
                <a:lnTo>
                  <a:pt x="684" y="862"/>
                </a:lnTo>
                <a:lnTo>
                  <a:pt x="684" y="863"/>
                </a:lnTo>
                <a:lnTo>
                  <a:pt x="684" y="864"/>
                </a:lnTo>
                <a:lnTo>
                  <a:pt x="684" y="866"/>
                </a:lnTo>
                <a:lnTo>
                  <a:pt x="685" y="867"/>
                </a:lnTo>
                <a:lnTo>
                  <a:pt x="686" y="868"/>
                </a:lnTo>
                <a:lnTo>
                  <a:pt x="686" y="869"/>
                </a:lnTo>
                <a:lnTo>
                  <a:pt x="686" y="870"/>
                </a:lnTo>
                <a:lnTo>
                  <a:pt x="686" y="871"/>
                </a:lnTo>
                <a:lnTo>
                  <a:pt x="686" y="872"/>
                </a:lnTo>
                <a:lnTo>
                  <a:pt x="685" y="872"/>
                </a:lnTo>
                <a:lnTo>
                  <a:pt x="685" y="871"/>
                </a:lnTo>
                <a:lnTo>
                  <a:pt x="684" y="870"/>
                </a:lnTo>
                <a:lnTo>
                  <a:pt x="684" y="869"/>
                </a:lnTo>
                <a:lnTo>
                  <a:pt x="683" y="870"/>
                </a:lnTo>
                <a:lnTo>
                  <a:pt x="681" y="871"/>
                </a:lnTo>
                <a:lnTo>
                  <a:pt x="680" y="870"/>
                </a:lnTo>
                <a:lnTo>
                  <a:pt x="678" y="872"/>
                </a:lnTo>
                <a:lnTo>
                  <a:pt x="677" y="873"/>
                </a:lnTo>
                <a:lnTo>
                  <a:pt x="677" y="874"/>
                </a:lnTo>
                <a:lnTo>
                  <a:pt x="678" y="875"/>
                </a:lnTo>
                <a:lnTo>
                  <a:pt x="679" y="876"/>
                </a:lnTo>
                <a:lnTo>
                  <a:pt x="680" y="877"/>
                </a:lnTo>
                <a:lnTo>
                  <a:pt x="681" y="878"/>
                </a:lnTo>
                <a:lnTo>
                  <a:pt x="682" y="878"/>
                </a:lnTo>
                <a:lnTo>
                  <a:pt x="682" y="879"/>
                </a:lnTo>
                <a:lnTo>
                  <a:pt x="681" y="881"/>
                </a:lnTo>
                <a:lnTo>
                  <a:pt x="679" y="883"/>
                </a:lnTo>
                <a:lnTo>
                  <a:pt x="677" y="883"/>
                </a:lnTo>
                <a:lnTo>
                  <a:pt x="676" y="884"/>
                </a:lnTo>
                <a:lnTo>
                  <a:pt x="675" y="884"/>
                </a:lnTo>
                <a:lnTo>
                  <a:pt x="674" y="883"/>
                </a:lnTo>
                <a:lnTo>
                  <a:pt x="670" y="883"/>
                </a:lnTo>
                <a:lnTo>
                  <a:pt x="668" y="882"/>
                </a:lnTo>
                <a:lnTo>
                  <a:pt x="667" y="882"/>
                </a:lnTo>
                <a:lnTo>
                  <a:pt x="666" y="882"/>
                </a:lnTo>
                <a:lnTo>
                  <a:pt x="666" y="883"/>
                </a:lnTo>
                <a:lnTo>
                  <a:pt x="666" y="884"/>
                </a:lnTo>
                <a:lnTo>
                  <a:pt x="665" y="884"/>
                </a:lnTo>
                <a:lnTo>
                  <a:pt x="662" y="883"/>
                </a:lnTo>
                <a:lnTo>
                  <a:pt x="661" y="884"/>
                </a:lnTo>
                <a:lnTo>
                  <a:pt x="660" y="884"/>
                </a:lnTo>
                <a:lnTo>
                  <a:pt x="660" y="885"/>
                </a:lnTo>
                <a:lnTo>
                  <a:pt x="660" y="886"/>
                </a:lnTo>
                <a:lnTo>
                  <a:pt x="664" y="890"/>
                </a:lnTo>
                <a:lnTo>
                  <a:pt x="665" y="891"/>
                </a:lnTo>
                <a:lnTo>
                  <a:pt x="666" y="891"/>
                </a:lnTo>
                <a:lnTo>
                  <a:pt x="666" y="892"/>
                </a:lnTo>
                <a:lnTo>
                  <a:pt x="665" y="893"/>
                </a:lnTo>
                <a:lnTo>
                  <a:pt x="665" y="894"/>
                </a:lnTo>
                <a:lnTo>
                  <a:pt x="664" y="895"/>
                </a:lnTo>
                <a:lnTo>
                  <a:pt x="664" y="897"/>
                </a:lnTo>
                <a:lnTo>
                  <a:pt x="664" y="898"/>
                </a:lnTo>
                <a:lnTo>
                  <a:pt x="664" y="899"/>
                </a:lnTo>
                <a:lnTo>
                  <a:pt x="663" y="900"/>
                </a:lnTo>
                <a:lnTo>
                  <a:pt x="663" y="901"/>
                </a:lnTo>
                <a:lnTo>
                  <a:pt x="662" y="901"/>
                </a:lnTo>
                <a:lnTo>
                  <a:pt x="660" y="903"/>
                </a:lnTo>
                <a:lnTo>
                  <a:pt x="660" y="904"/>
                </a:lnTo>
                <a:lnTo>
                  <a:pt x="659" y="906"/>
                </a:lnTo>
                <a:lnTo>
                  <a:pt x="658" y="907"/>
                </a:lnTo>
                <a:lnTo>
                  <a:pt x="656" y="908"/>
                </a:lnTo>
                <a:lnTo>
                  <a:pt x="655" y="909"/>
                </a:lnTo>
                <a:lnTo>
                  <a:pt x="654" y="911"/>
                </a:lnTo>
                <a:lnTo>
                  <a:pt x="653" y="911"/>
                </a:lnTo>
                <a:lnTo>
                  <a:pt x="653" y="912"/>
                </a:lnTo>
                <a:lnTo>
                  <a:pt x="653" y="913"/>
                </a:lnTo>
                <a:lnTo>
                  <a:pt x="652" y="914"/>
                </a:lnTo>
                <a:lnTo>
                  <a:pt x="652" y="915"/>
                </a:lnTo>
                <a:lnTo>
                  <a:pt x="653" y="916"/>
                </a:lnTo>
                <a:lnTo>
                  <a:pt x="653" y="917"/>
                </a:lnTo>
                <a:lnTo>
                  <a:pt x="653" y="918"/>
                </a:lnTo>
                <a:lnTo>
                  <a:pt x="653" y="919"/>
                </a:lnTo>
                <a:lnTo>
                  <a:pt x="653" y="920"/>
                </a:lnTo>
                <a:lnTo>
                  <a:pt x="654" y="921"/>
                </a:lnTo>
                <a:lnTo>
                  <a:pt x="654" y="922"/>
                </a:lnTo>
                <a:lnTo>
                  <a:pt x="656" y="924"/>
                </a:lnTo>
                <a:lnTo>
                  <a:pt x="656" y="925"/>
                </a:lnTo>
                <a:lnTo>
                  <a:pt x="655" y="925"/>
                </a:lnTo>
                <a:lnTo>
                  <a:pt x="655" y="926"/>
                </a:lnTo>
                <a:lnTo>
                  <a:pt x="656" y="926"/>
                </a:lnTo>
                <a:lnTo>
                  <a:pt x="656" y="927"/>
                </a:lnTo>
                <a:lnTo>
                  <a:pt x="656" y="928"/>
                </a:lnTo>
                <a:lnTo>
                  <a:pt x="657" y="931"/>
                </a:lnTo>
                <a:lnTo>
                  <a:pt x="657" y="932"/>
                </a:lnTo>
                <a:lnTo>
                  <a:pt x="657" y="940"/>
                </a:lnTo>
                <a:lnTo>
                  <a:pt x="642" y="934"/>
                </a:lnTo>
                <a:lnTo>
                  <a:pt x="640" y="933"/>
                </a:lnTo>
                <a:lnTo>
                  <a:pt x="638" y="932"/>
                </a:lnTo>
                <a:lnTo>
                  <a:pt x="636" y="931"/>
                </a:lnTo>
                <a:lnTo>
                  <a:pt x="634" y="930"/>
                </a:lnTo>
                <a:lnTo>
                  <a:pt x="632" y="929"/>
                </a:lnTo>
                <a:lnTo>
                  <a:pt x="630" y="928"/>
                </a:lnTo>
                <a:lnTo>
                  <a:pt x="623" y="925"/>
                </a:lnTo>
                <a:lnTo>
                  <a:pt x="621" y="925"/>
                </a:lnTo>
                <a:lnTo>
                  <a:pt x="619" y="925"/>
                </a:lnTo>
                <a:lnTo>
                  <a:pt x="617" y="924"/>
                </a:lnTo>
                <a:lnTo>
                  <a:pt x="615" y="924"/>
                </a:lnTo>
                <a:lnTo>
                  <a:pt x="612" y="925"/>
                </a:lnTo>
                <a:lnTo>
                  <a:pt x="608" y="928"/>
                </a:lnTo>
                <a:lnTo>
                  <a:pt x="607" y="929"/>
                </a:lnTo>
                <a:lnTo>
                  <a:pt x="607" y="928"/>
                </a:lnTo>
                <a:lnTo>
                  <a:pt x="606" y="929"/>
                </a:lnTo>
                <a:lnTo>
                  <a:pt x="604" y="932"/>
                </a:lnTo>
                <a:lnTo>
                  <a:pt x="604" y="933"/>
                </a:lnTo>
                <a:lnTo>
                  <a:pt x="603" y="934"/>
                </a:lnTo>
                <a:lnTo>
                  <a:pt x="601" y="940"/>
                </a:lnTo>
                <a:lnTo>
                  <a:pt x="600" y="941"/>
                </a:lnTo>
                <a:lnTo>
                  <a:pt x="601" y="941"/>
                </a:lnTo>
                <a:lnTo>
                  <a:pt x="601" y="942"/>
                </a:lnTo>
                <a:lnTo>
                  <a:pt x="600" y="942"/>
                </a:lnTo>
                <a:lnTo>
                  <a:pt x="599" y="943"/>
                </a:lnTo>
                <a:lnTo>
                  <a:pt x="599" y="945"/>
                </a:lnTo>
                <a:lnTo>
                  <a:pt x="600" y="945"/>
                </a:lnTo>
                <a:lnTo>
                  <a:pt x="600" y="948"/>
                </a:lnTo>
                <a:lnTo>
                  <a:pt x="599" y="949"/>
                </a:lnTo>
                <a:lnTo>
                  <a:pt x="598" y="949"/>
                </a:lnTo>
                <a:lnTo>
                  <a:pt x="597" y="949"/>
                </a:lnTo>
                <a:lnTo>
                  <a:pt x="594" y="949"/>
                </a:lnTo>
                <a:lnTo>
                  <a:pt x="594" y="950"/>
                </a:lnTo>
                <a:lnTo>
                  <a:pt x="594" y="951"/>
                </a:lnTo>
                <a:lnTo>
                  <a:pt x="592" y="951"/>
                </a:lnTo>
                <a:lnTo>
                  <a:pt x="592" y="950"/>
                </a:lnTo>
                <a:lnTo>
                  <a:pt x="591" y="949"/>
                </a:lnTo>
                <a:lnTo>
                  <a:pt x="591" y="948"/>
                </a:lnTo>
                <a:lnTo>
                  <a:pt x="591" y="947"/>
                </a:lnTo>
                <a:lnTo>
                  <a:pt x="591" y="946"/>
                </a:lnTo>
                <a:lnTo>
                  <a:pt x="589" y="946"/>
                </a:lnTo>
                <a:lnTo>
                  <a:pt x="588" y="945"/>
                </a:lnTo>
                <a:lnTo>
                  <a:pt x="587" y="945"/>
                </a:lnTo>
                <a:lnTo>
                  <a:pt x="584" y="945"/>
                </a:lnTo>
                <a:lnTo>
                  <a:pt x="584" y="946"/>
                </a:lnTo>
                <a:lnTo>
                  <a:pt x="585" y="946"/>
                </a:lnTo>
                <a:lnTo>
                  <a:pt x="585" y="947"/>
                </a:lnTo>
                <a:lnTo>
                  <a:pt x="585" y="948"/>
                </a:lnTo>
                <a:lnTo>
                  <a:pt x="584" y="949"/>
                </a:lnTo>
                <a:lnTo>
                  <a:pt x="583" y="949"/>
                </a:lnTo>
                <a:lnTo>
                  <a:pt x="581" y="949"/>
                </a:lnTo>
                <a:lnTo>
                  <a:pt x="580" y="948"/>
                </a:lnTo>
                <a:lnTo>
                  <a:pt x="580" y="947"/>
                </a:lnTo>
                <a:lnTo>
                  <a:pt x="579" y="947"/>
                </a:lnTo>
                <a:lnTo>
                  <a:pt x="578" y="947"/>
                </a:lnTo>
                <a:lnTo>
                  <a:pt x="577" y="946"/>
                </a:lnTo>
                <a:lnTo>
                  <a:pt x="577" y="945"/>
                </a:lnTo>
                <a:lnTo>
                  <a:pt x="576" y="945"/>
                </a:lnTo>
                <a:lnTo>
                  <a:pt x="574" y="944"/>
                </a:lnTo>
                <a:lnTo>
                  <a:pt x="574" y="943"/>
                </a:lnTo>
                <a:lnTo>
                  <a:pt x="573" y="942"/>
                </a:lnTo>
                <a:lnTo>
                  <a:pt x="572" y="942"/>
                </a:lnTo>
                <a:lnTo>
                  <a:pt x="571" y="942"/>
                </a:lnTo>
                <a:lnTo>
                  <a:pt x="570" y="942"/>
                </a:lnTo>
                <a:lnTo>
                  <a:pt x="569" y="941"/>
                </a:lnTo>
                <a:lnTo>
                  <a:pt x="568" y="940"/>
                </a:lnTo>
                <a:lnTo>
                  <a:pt x="567" y="939"/>
                </a:lnTo>
                <a:lnTo>
                  <a:pt x="566" y="940"/>
                </a:lnTo>
                <a:lnTo>
                  <a:pt x="565" y="940"/>
                </a:lnTo>
                <a:lnTo>
                  <a:pt x="564" y="939"/>
                </a:lnTo>
                <a:lnTo>
                  <a:pt x="563" y="939"/>
                </a:lnTo>
                <a:lnTo>
                  <a:pt x="562" y="940"/>
                </a:lnTo>
                <a:lnTo>
                  <a:pt x="562" y="941"/>
                </a:lnTo>
                <a:lnTo>
                  <a:pt x="561" y="942"/>
                </a:lnTo>
                <a:lnTo>
                  <a:pt x="559" y="941"/>
                </a:lnTo>
                <a:lnTo>
                  <a:pt x="557" y="939"/>
                </a:lnTo>
                <a:lnTo>
                  <a:pt x="556" y="938"/>
                </a:lnTo>
                <a:lnTo>
                  <a:pt x="555" y="937"/>
                </a:lnTo>
                <a:lnTo>
                  <a:pt x="555" y="936"/>
                </a:lnTo>
                <a:lnTo>
                  <a:pt x="554" y="936"/>
                </a:lnTo>
                <a:lnTo>
                  <a:pt x="552" y="936"/>
                </a:lnTo>
                <a:lnTo>
                  <a:pt x="552" y="934"/>
                </a:lnTo>
                <a:lnTo>
                  <a:pt x="551" y="934"/>
                </a:lnTo>
                <a:lnTo>
                  <a:pt x="550" y="934"/>
                </a:lnTo>
                <a:lnTo>
                  <a:pt x="548" y="933"/>
                </a:lnTo>
                <a:lnTo>
                  <a:pt x="548" y="932"/>
                </a:lnTo>
                <a:lnTo>
                  <a:pt x="547" y="931"/>
                </a:lnTo>
                <a:lnTo>
                  <a:pt x="546" y="931"/>
                </a:lnTo>
                <a:lnTo>
                  <a:pt x="546" y="930"/>
                </a:lnTo>
                <a:lnTo>
                  <a:pt x="546" y="929"/>
                </a:lnTo>
                <a:lnTo>
                  <a:pt x="544" y="929"/>
                </a:lnTo>
                <a:lnTo>
                  <a:pt x="544" y="928"/>
                </a:lnTo>
                <a:lnTo>
                  <a:pt x="543" y="928"/>
                </a:lnTo>
                <a:lnTo>
                  <a:pt x="543" y="927"/>
                </a:lnTo>
                <a:lnTo>
                  <a:pt x="542" y="927"/>
                </a:lnTo>
                <a:lnTo>
                  <a:pt x="541" y="927"/>
                </a:lnTo>
                <a:lnTo>
                  <a:pt x="541" y="926"/>
                </a:lnTo>
                <a:lnTo>
                  <a:pt x="541" y="925"/>
                </a:lnTo>
                <a:lnTo>
                  <a:pt x="541" y="924"/>
                </a:lnTo>
                <a:lnTo>
                  <a:pt x="540" y="924"/>
                </a:lnTo>
                <a:lnTo>
                  <a:pt x="540" y="923"/>
                </a:lnTo>
                <a:lnTo>
                  <a:pt x="541" y="923"/>
                </a:lnTo>
                <a:lnTo>
                  <a:pt x="541" y="922"/>
                </a:lnTo>
                <a:lnTo>
                  <a:pt x="540" y="922"/>
                </a:lnTo>
                <a:lnTo>
                  <a:pt x="540" y="921"/>
                </a:lnTo>
                <a:lnTo>
                  <a:pt x="539" y="920"/>
                </a:lnTo>
                <a:lnTo>
                  <a:pt x="538" y="919"/>
                </a:lnTo>
                <a:lnTo>
                  <a:pt x="538" y="918"/>
                </a:lnTo>
                <a:lnTo>
                  <a:pt x="536" y="916"/>
                </a:lnTo>
                <a:lnTo>
                  <a:pt x="536" y="915"/>
                </a:lnTo>
                <a:lnTo>
                  <a:pt x="535" y="915"/>
                </a:lnTo>
                <a:lnTo>
                  <a:pt x="534" y="915"/>
                </a:lnTo>
                <a:lnTo>
                  <a:pt x="533" y="916"/>
                </a:lnTo>
                <a:lnTo>
                  <a:pt x="530" y="916"/>
                </a:lnTo>
                <a:lnTo>
                  <a:pt x="529" y="916"/>
                </a:lnTo>
                <a:lnTo>
                  <a:pt x="529" y="915"/>
                </a:lnTo>
                <a:lnTo>
                  <a:pt x="529" y="914"/>
                </a:lnTo>
                <a:lnTo>
                  <a:pt x="528" y="914"/>
                </a:lnTo>
                <a:lnTo>
                  <a:pt x="528" y="913"/>
                </a:lnTo>
                <a:lnTo>
                  <a:pt x="529" y="913"/>
                </a:lnTo>
                <a:lnTo>
                  <a:pt x="529" y="912"/>
                </a:lnTo>
                <a:lnTo>
                  <a:pt x="528" y="910"/>
                </a:lnTo>
                <a:lnTo>
                  <a:pt x="528" y="909"/>
                </a:lnTo>
                <a:lnTo>
                  <a:pt x="528" y="908"/>
                </a:lnTo>
                <a:lnTo>
                  <a:pt x="528" y="906"/>
                </a:lnTo>
                <a:lnTo>
                  <a:pt x="528" y="904"/>
                </a:lnTo>
                <a:lnTo>
                  <a:pt x="527" y="903"/>
                </a:lnTo>
                <a:lnTo>
                  <a:pt x="526" y="902"/>
                </a:lnTo>
                <a:lnTo>
                  <a:pt x="526" y="901"/>
                </a:lnTo>
                <a:lnTo>
                  <a:pt x="525" y="901"/>
                </a:lnTo>
                <a:lnTo>
                  <a:pt x="524" y="901"/>
                </a:lnTo>
                <a:lnTo>
                  <a:pt x="523" y="902"/>
                </a:lnTo>
                <a:lnTo>
                  <a:pt x="521" y="901"/>
                </a:lnTo>
                <a:lnTo>
                  <a:pt x="521" y="900"/>
                </a:lnTo>
                <a:lnTo>
                  <a:pt x="520" y="900"/>
                </a:lnTo>
                <a:lnTo>
                  <a:pt x="518" y="900"/>
                </a:lnTo>
                <a:lnTo>
                  <a:pt x="516" y="899"/>
                </a:lnTo>
                <a:lnTo>
                  <a:pt x="516" y="898"/>
                </a:lnTo>
                <a:lnTo>
                  <a:pt x="517" y="898"/>
                </a:lnTo>
                <a:lnTo>
                  <a:pt x="516" y="897"/>
                </a:lnTo>
                <a:lnTo>
                  <a:pt x="515" y="897"/>
                </a:lnTo>
                <a:lnTo>
                  <a:pt x="514" y="897"/>
                </a:lnTo>
                <a:lnTo>
                  <a:pt x="514" y="896"/>
                </a:lnTo>
                <a:lnTo>
                  <a:pt x="513" y="896"/>
                </a:lnTo>
                <a:lnTo>
                  <a:pt x="512" y="896"/>
                </a:lnTo>
                <a:lnTo>
                  <a:pt x="511" y="896"/>
                </a:lnTo>
                <a:lnTo>
                  <a:pt x="510" y="895"/>
                </a:lnTo>
                <a:lnTo>
                  <a:pt x="510" y="894"/>
                </a:lnTo>
                <a:lnTo>
                  <a:pt x="509" y="892"/>
                </a:lnTo>
                <a:lnTo>
                  <a:pt x="509" y="891"/>
                </a:lnTo>
                <a:lnTo>
                  <a:pt x="508" y="891"/>
                </a:lnTo>
                <a:lnTo>
                  <a:pt x="508" y="890"/>
                </a:lnTo>
                <a:lnTo>
                  <a:pt x="507" y="890"/>
                </a:lnTo>
                <a:lnTo>
                  <a:pt x="506" y="890"/>
                </a:lnTo>
                <a:lnTo>
                  <a:pt x="505" y="890"/>
                </a:lnTo>
                <a:lnTo>
                  <a:pt x="504" y="891"/>
                </a:lnTo>
                <a:lnTo>
                  <a:pt x="503" y="891"/>
                </a:lnTo>
                <a:lnTo>
                  <a:pt x="503" y="892"/>
                </a:lnTo>
                <a:lnTo>
                  <a:pt x="502" y="892"/>
                </a:lnTo>
                <a:lnTo>
                  <a:pt x="502" y="893"/>
                </a:lnTo>
                <a:lnTo>
                  <a:pt x="503" y="893"/>
                </a:lnTo>
                <a:lnTo>
                  <a:pt x="503" y="894"/>
                </a:lnTo>
                <a:lnTo>
                  <a:pt x="502" y="894"/>
                </a:lnTo>
                <a:lnTo>
                  <a:pt x="501" y="895"/>
                </a:lnTo>
                <a:lnTo>
                  <a:pt x="501" y="896"/>
                </a:lnTo>
                <a:lnTo>
                  <a:pt x="500" y="896"/>
                </a:lnTo>
                <a:lnTo>
                  <a:pt x="499" y="896"/>
                </a:lnTo>
                <a:lnTo>
                  <a:pt x="498" y="896"/>
                </a:lnTo>
                <a:lnTo>
                  <a:pt x="497" y="896"/>
                </a:lnTo>
                <a:lnTo>
                  <a:pt x="497" y="897"/>
                </a:lnTo>
                <a:lnTo>
                  <a:pt x="494" y="900"/>
                </a:lnTo>
                <a:lnTo>
                  <a:pt x="493" y="901"/>
                </a:lnTo>
                <a:lnTo>
                  <a:pt x="492" y="901"/>
                </a:lnTo>
                <a:lnTo>
                  <a:pt x="491" y="901"/>
                </a:lnTo>
                <a:lnTo>
                  <a:pt x="490" y="900"/>
                </a:lnTo>
                <a:lnTo>
                  <a:pt x="489" y="900"/>
                </a:lnTo>
                <a:lnTo>
                  <a:pt x="488" y="900"/>
                </a:lnTo>
                <a:lnTo>
                  <a:pt x="487" y="900"/>
                </a:lnTo>
                <a:lnTo>
                  <a:pt x="486" y="901"/>
                </a:lnTo>
                <a:lnTo>
                  <a:pt x="485" y="902"/>
                </a:lnTo>
                <a:lnTo>
                  <a:pt x="485" y="903"/>
                </a:lnTo>
                <a:lnTo>
                  <a:pt x="484" y="903"/>
                </a:lnTo>
                <a:lnTo>
                  <a:pt x="483" y="903"/>
                </a:lnTo>
                <a:lnTo>
                  <a:pt x="483" y="904"/>
                </a:lnTo>
                <a:lnTo>
                  <a:pt x="482" y="905"/>
                </a:lnTo>
                <a:lnTo>
                  <a:pt x="481" y="905"/>
                </a:lnTo>
                <a:lnTo>
                  <a:pt x="480" y="905"/>
                </a:lnTo>
                <a:lnTo>
                  <a:pt x="479" y="906"/>
                </a:lnTo>
                <a:lnTo>
                  <a:pt x="479" y="907"/>
                </a:lnTo>
                <a:lnTo>
                  <a:pt x="478" y="907"/>
                </a:lnTo>
                <a:lnTo>
                  <a:pt x="477" y="908"/>
                </a:lnTo>
                <a:lnTo>
                  <a:pt x="476" y="908"/>
                </a:lnTo>
                <a:lnTo>
                  <a:pt x="476" y="909"/>
                </a:lnTo>
                <a:lnTo>
                  <a:pt x="475" y="908"/>
                </a:lnTo>
                <a:lnTo>
                  <a:pt x="475" y="907"/>
                </a:lnTo>
                <a:lnTo>
                  <a:pt x="475" y="906"/>
                </a:lnTo>
                <a:lnTo>
                  <a:pt x="475" y="905"/>
                </a:lnTo>
                <a:lnTo>
                  <a:pt x="474" y="905"/>
                </a:lnTo>
                <a:lnTo>
                  <a:pt x="473" y="904"/>
                </a:lnTo>
                <a:lnTo>
                  <a:pt x="472" y="904"/>
                </a:lnTo>
                <a:lnTo>
                  <a:pt x="471" y="905"/>
                </a:lnTo>
                <a:lnTo>
                  <a:pt x="470" y="906"/>
                </a:lnTo>
                <a:lnTo>
                  <a:pt x="470" y="907"/>
                </a:lnTo>
                <a:lnTo>
                  <a:pt x="469" y="907"/>
                </a:lnTo>
                <a:lnTo>
                  <a:pt x="468" y="907"/>
                </a:lnTo>
                <a:lnTo>
                  <a:pt x="467" y="908"/>
                </a:lnTo>
                <a:lnTo>
                  <a:pt x="466" y="908"/>
                </a:lnTo>
                <a:lnTo>
                  <a:pt x="465" y="907"/>
                </a:lnTo>
                <a:lnTo>
                  <a:pt x="465" y="906"/>
                </a:lnTo>
                <a:lnTo>
                  <a:pt x="465" y="905"/>
                </a:lnTo>
                <a:lnTo>
                  <a:pt x="465" y="904"/>
                </a:lnTo>
                <a:lnTo>
                  <a:pt x="464" y="904"/>
                </a:lnTo>
                <a:lnTo>
                  <a:pt x="464" y="905"/>
                </a:lnTo>
                <a:lnTo>
                  <a:pt x="463" y="905"/>
                </a:lnTo>
                <a:lnTo>
                  <a:pt x="462" y="905"/>
                </a:lnTo>
                <a:lnTo>
                  <a:pt x="462" y="904"/>
                </a:lnTo>
                <a:lnTo>
                  <a:pt x="461" y="904"/>
                </a:lnTo>
                <a:lnTo>
                  <a:pt x="461" y="905"/>
                </a:lnTo>
                <a:lnTo>
                  <a:pt x="460" y="905"/>
                </a:lnTo>
                <a:lnTo>
                  <a:pt x="460" y="906"/>
                </a:lnTo>
                <a:lnTo>
                  <a:pt x="459" y="906"/>
                </a:lnTo>
                <a:lnTo>
                  <a:pt x="458" y="906"/>
                </a:lnTo>
                <a:lnTo>
                  <a:pt x="458" y="905"/>
                </a:lnTo>
                <a:lnTo>
                  <a:pt x="457" y="905"/>
                </a:lnTo>
                <a:lnTo>
                  <a:pt x="456" y="905"/>
                </a:lnTo>
                <a:lnTo>
                  <a:pt x="455" y="905"/>
                </a:lnTo>
                <a:lnTo>
                  <a:pt x="454" y="905"/>
                </a:lnTo>
                <a:lnTo>
                  <a:pt x="453" y="904"/>
                </a:lnTo>
                <a:lnTo>
                  <a:pt x="453" y="903"/>
                </a:lnTo>
                <a:lnTo>
                  <a:pt x="452" y="903"/>
                </a:lnTo>
                <a:lnTo>
                  <a:pt x="451" y="903"/>
                </a:lnTo>
                <a:lnTo>
                  <a:pt x="449" y="903"/>
                </a:lnTo>
                <a:lnTo>
                  <a:pt x="448" y="903"/>
                </a:lnTo>
                <a:lnTo>
                  <a:pt x="447" y="903"/>
                </a:lnTo>
                <a:lnTo>
                  <a:pt x="447" y="902"/>
                </a:lnTo>
                <a:lnTo>
                  <a:pt x="446" y="900"/>
                </a:lnTo>
                <a:lnTo>
                  <a:pt x="445" y="900"/>
                </a:lnTo>
                <a:lnTo>
                  <a:pt x="445" y="901"/>
                </a:lnTo>
                <a:lnTo>
                  <a:pt x="444" y="901"/>
                </a:lnTo>
                <a:lnTo>
                  <a:pt x="444" y="902"/>
                </a:lnTo>
                <a:lnTo>
                  <a:pt x="443" y="902"/>
                </a:lnTo>
                <a:lnTo>
                  <a:pt x="442" y="902"/>
                </a:lnTo>
                <a:lnTo>
                  <a:pt x="440" y="903"/>
                </a:lnTo>
                <a:lnTo>
                  <a:pt x="439" y="903"/>
                </a:lnTo>
                <a:lnTo>
                  <a:pt x="439" y="904"/>
                </a:lnTo>
                <a:lnTo>
                  <a:pt x="438" y="905"/>
                </a:lnTo>
                <a:lnTo>
                  <a:pt x="437" y="904"/>
                </a:lnTo>
                <a:lnTo>
                  <a:pt x="436" y="904"/>
                </a:lnTo>
                <a:lnTo>
                  <a:pt x="436" y="903"/>
                </a:lnTo>
                <a:lnTo>
                  <a:pt x="436" y="902"/>
                </a:lnTo>
                <a:lnTo>
                  <a:pt x="436" y="901"/>
                </a:lnTo>
                <a:lnTo>
                  <a:pt x="435" y="901"/>
                </a:lnTo>
                <a:lnTo>
                  <a:pt x="435" y="900"/>
                </a:lnTo>
                <a:lnTo>
                  <a:pt x="434" y="900"/>
                </a:lnTo>
                <a:lnTo>
                  <a:pt x="433" y="899"/>
                </a:lnTo>
                <a:lnTo>
                  <a:pt x="432" y="899"/>
                </a:lnTo>
                <a:lnTo>
                  <a:pt x="432" y="898"/>
                </a:lnTo>
                <a:lnTo>
                  <a:pt x="432" y="897"/>
                </a:lnTo>
                <a:lnTo>
                  <a:pt x="431" y="897"/>
                </a:lnTo>
                <a:lnTo>
                  <a:pt x="430" y="897"/>
                </a:lnTo>
                <a:lnTo>
                  <a:pt x="429" y="898"/>
                </a:lnTo>
                <a:lnTo>
                  <a:pt x="428" y="896"/>
                </a:lnTo>
                <a:lnTo>
                  <a:pt x="428" y="895"/>
                </a:lnTo>
                <a:lnTo>
                  <a:pt x="427" y="895"/>
                </a:lnTo>
                <a:lnTo>
                  <a:pt x="427" y="894"/>
                </a:lnTo>
                <a:lnTo>
                  <a:pt x="427" y="892"/>
                </a:lnTo>
                <a:lnTo>
                  <a:pt x="427" y="891"/>
                </a:lnTo>
                <a:lnTo>
                  <a:pt x="426" y="891"/>
                </a:lnTo>
                <a:lnTo>
                  <a:pt x="426" y="890"/>
                </a:lnTo>
                <a:lnTo>
                  <a:pt x="426" y="889"/>
                </a:lnTo>
                <a:lnTo>
                  <a:pt x="427" y="888"/>
                </a:lnTo>
                <a:lnTo>
                  <a:pt x="426" y="886"/>
                </a:lnTo>
                <a:lnTo>
                  <a:pt x="425" y="886"/>
                </a:lnTo>
                <a:lnTo>
                  <a:pt x="424" y="886"/>
                </a:lnTo>
                <a:lnTo>
                  <a:pt x="423" y="885"/>
                </a:lnTo>
                <a:lnTo>
                  <a:pt x="423" y="884"/>
                </a:lnTo>
                <a:lnTo>
                  <a:pt x="422" y="884"/>
                </a:lnTo>
                <a:lnTo>
                  <a:pt x="420" y="883"/>
                </a:lnTo>
                <a:lnTo>
                  <a:pt x="419" y="883"/>
                </a:lnTo>
                <a:lnTo>
                  <a:pt x="419" y="882"/>
                </a:lnTo>
                <a:lnTo>
                  <a:pt x="418" y="881"/>
                </a:lnTo>
                <a:lnTo>
                  <a:pt x="418" y="880"/>
                </a:lnTo>
                <a:lnTo>
                  <a:pt x="418" y="879"/>
                </a:lnTo>
                <a:lnTo>
                  <a:pt x="417" y="878"/>
                </a:lnTo>
                <a:lnTo>
                  <a:pt x="416" y="878"/>
                </a:lnTo>
                <a:lnTo>
                  <a:pt x="415" y="878"/>
                </a:lnTo>
                <a:lnTo>
                  <a:pt x="414" y="877"/>
                </a:lnTo>
                <a:lnTo>
                  <a:pt x="414" y="878"/>
                </a:lnTo>
                <a:lnTo>
                  <a:pt x="413" y="878"/>
                </a:lnTo>
                <a:lnTo>
                  <a:pt x="411" y="879"/>
                </a:lnTo>
                <a:lnTo>
                  <a:pt x="410" y="879"/>
                </a:lnTo>
                <a:lnTo>
                  <a:pt x="409" y="879"/>
                </a:lnTo>
                <a:lnTo>
                  <a:pt x="409" y="880"/>
                </a:lnTo>
                <a:lnTo>
                  <a:pt x="408" y="880"/>
                </a:lnTo>
                <a:lnTo>
                  <a:pt x="407" y="878"/>
                </a:lnTo>
                <a:lnTo>
                  <a:pt x="405" y="876"/>
                </a:lnTo>
                <a:lnTo>
                  <a:pt x="404" y="876"/>
                </a:lnTo>
                <a:lnTo>
                  <a:pt x="404" y="877"/>
                </a:lnTo>
                <a:lnTo>
                  <a:pt x="403" y="877"/>
                </a:lnTo>
                <a:lnTo>
                  <a:pt x="402" y="877"/>
                </a:lnTo>
                <a:lnTo>
                  <a:pt x="402" y="876"/>
                </a:lnTo>
                <a:lnTo>
                  <a:pt x="401" y="875"/>
                </a:lnTo>
                <a:lnTo>
                  <a:pt x="401" y="874"/>
                </a:lnTo>
                <a:lnTo>
                  <a:pt x="400" y="874"/>
                </a:lnTo>
                <a:lnTo>
                  <a:pt x="399" y="875"/>
                </a:lnTo>
                <a:lnTo>
                  <a:pt x="399" y="874"/>
                </a:lnTo>
                <a:lnTo>
                  <a:pt x="398" y="874"/>
                </a:lnTo>
                <a:lnTo>
                  <a:pt x="397" y="874"/>
                </a:lnTo>
                <a:lnTo>
                  <a:pt x="396" y="874"/>
                </a:lnTo>
                <a:lnTo>
                  <a:pt x="395" y="874"/>
                </a:lnTo>
                <a:lnTo>
                  <a:pt x="394" y="873"/>
                </a:lnTo>
                <a:lnTo>
                  <a:pt x="394" y="872"/>
                </a:lnTo>
                <a:lnTo>
                  <a:pt x="393" y="872"/>
                </a:lnTo>
                <a:lnTo>
                  <a:pt x="391" y="872"/>
                </a:lnTo>
                <a:lnTo>
                  <a:pt x="390" y="872"/>
                </a:lnTo>
                <a:lnTo>
                  <a:pt x="388" y="872"/>
                </a:lnTo>
                <a:lnTo>
                  <a:pt x="387" y="873"/>
                </a:lnTo>
                <a:lnTo>
                  <a:pt x="386" y="873"/>
                </a:lnTo>
                <a:lnTo>
                  <a:pt x="385" y="873"/>
                </a:lnTo>
                <a:lnTo>
                  <a:pt x="384" y="874"/>
                </a:lnTo>
                <a:lnTo>
                  <a:pt x="383" y="873"/>
                </a:lnTo>
                <a:lnTo>
                  <a:pt x="382" y="873"/>
                </a:lnTo>
                <a:lnTo>
                  <a:pt x="382" y="874"/>
                </a:lnTo>
                <a:lnTo>
                  <a:pt x="381" y="874"/>
                </a:lnTo>
                <a:lnTo>
                  <a:pt x="381" y="875"/>
                </a:lnTo>
                <a:lnTo>
                  <a:pt x="380" y="875"/>
                </a:lnTo>
                <a:lnTo>
                  <a:pt x="380" y="874"/>
                </a:lnTo>
                <a:lnTo>
                  <a:pt x="379" y="874"/>
                </a:lnTo>
                <a:lnTo>
                  <a:pt x="379" y="875"/>
                </a:lnTo>
                <a:lnTo>
                  <a:pt x="379" y="876"/>
                </a:lnTo>
                <a:lnTo>
                  <a:pt x="378" y="876"/>
                </a:lnTo>
                <a:lnTo>
                  <a:pt x="378" y="877"/>
                </a:lnTo>
                <a:lnTo>
                  <a:pt x="377" y="877"/>
                </a:lnTo>
                <a:lnTo>
                  <a:pt x="376" y="877"/>
                </a:lnTo>
                <a:lnTo>
                  <a:pt x="375" y="878"/>
                </a:lnTo>
                <a:lnTo>
                  <a:pt x="374" y="879"/>
                </a:lnTo>
                <a:lnTo>
                  <a:pt x="374" y="878"/>
                </a:lnTo>
                <a:lnTo>
                  <a:pt x="373" y="878"/>
                </a:lnTo>
                <a:lnTo>
                  <a:pt x="372" y="878"/>
                </a:lnTo>
                <a:lnTo>
                  <a:pt x="370" y="878"/>
                </a:lnTo>
                <a:lnTo>
                  <a:pt x="369" y="878"/>
                </a:lnTo>
                <a:lnTo>
                  <a:pt x="368" y="878"/>
                </a:lnTo>
                <a:lnTo>
                  <a:pt x="367" y="879"/>
                </a:lnTo>
                <a:lnTo>
                  <a:pt x="366" y="879"/>
                </a:lnTo>
                <a:lnTo>
                  <a:pt x="364" y="878"/>
                </a:lnTo>
                <a:lnTo>
                  <a:pt x="363" y="878"/>
                </a:lnTo>
                <a:lnTo>
                  <a:pt x="362" y="879"/>
                </a:lnTo>
                <a:lnTo>
                  <a:pt x="361" y="879"/>
                </a:lnTo>
                <a:lnTo>
                  <a:pt x="360" y="878"/>
                </a:lnTo>
                <a:lnTo>
                  <a:pt x="359" y="878"/>
                </a:lnTo>
                <a:lnTo>
                  <a:pt x="358" y="878"/>
                </a:lnTo>
                <a:lnTo>
                  <a:pt x="357" y="878"/>
                </a:lnTo>
                <a:lnTo>
                  <a:pt x="355" y="878"/>
                </a:lnTo>
                <a:lnTo>
                  <a:pt x="355" y="877"/>
                </a:lnTo>
                <a:lnTo>
                  <a:pt x="354" y="877"/>
                </a:lnTo>
                <a:lnTo>
                  <a:pt x="353" y="877"/>
                </a:lnTo>
                <a:lnTo>
                  <a:pt x="352" y="877"/>
                </a:lnTo>
                <a:lnTo>
                  <a:pt x="351" y="877"/>
                </a:lnTo>
                <a:lnTo>
                  <a:pt x="350" y="877"/>
                </a:lnTo>
                <a:lnTo>
                  <a:pt x="349" y="877"/>
                </a:lnTo>
                <a:lnTo>
                  <a:pt x="348" y="877"/>
                </a:lnTo>
                <a:lnTo>
                  <a:pt x="347" y="877"/>
                </a:lnTo>
                <a:lnTo>
                  <a:pt x="347" y="876"/>
                </a:lnTo>
                <a:lnTo>
                  <a:pt x="345" y="876"/>
                </a:lnTo>
                <a:lnTo>
                  <a:pt x="345" y="877"/>
                </a:lnTo>
                <a:lnTo>
                  <a:pt x="342" y="877"/>
                </a:lnTo>
                <a:lnTo>
                  <a:pt x="341" y="877"/>
                </a:lnTo>
                <a:lnTo>
                  <a:pt x="340" y="877"/>
                </a:lnTo>
                <a:lnTo>
                  <a:pt x="339" y="878"/>
                </a:lnTo>
                <a:lnTo>
                  <a:pt x="338" y="878"/>
                </a:lnTo>
                <a:lnTo>
                  <a:pt x="336" y="878"/>
                </a:lnTo>
                <a:lnTo>
                  <a:pt x="336" y="879"/>
                </a:lnTo>
                <a:lnTo>
                  <a:pt x="335" y="879"/>
                </a:lnTo>
                <a:lnTo>
                  <a:pt x="334" y="878"/>
                </a:lnTo>
                <a:lnTo>
                  <a:pt x="333" y="878"/>
                </a:lnTo>
                <a:lnTo>
                  <a:pt x="332" y="878"/>
                </a:lnTo>
                <a:lnTo>
                  <a:pt x="332" y="879"/>
                </a:lnTo>
                <a:lnTo>
                  <a:pt x="331" y="879"/>
                </a:lnTo>
                <a:lnTo>
                  <a:pt x="330" y="880"/>
                </a:lnTo>
                <a:lnTo>
                  <a:pt x="329" y="880"/>
                </a:lnTo>
                <a:lnTo>
                  <a:pt x="328" y="881"/>
                </a:lnTo>
                <a:lnTo>
                  <a:pt x="326" y="882"/>
                </a:lnTo>
                <a:lnTo>
                  <a:pt x="325" y="882"/>
                </a:lnTo>
                <a:lnTo>
                  <a:pt x="325" y="881"/>
                </a:lnTo>
                <a:lnTo>
                  <a:pt x="324" y="881"/>
                </a:lnTo>
                <a:lnTo>
                  <a:pt x="323" y="881"/>
                </a:lnTo>
                <a:lnTo>
                  <a:pt x="323" y="880"/>
                </a:lnTo>
                <a:lnTo>
                  <a:pt x="323" y="879"/>
                </a:lnTo>
                <a:lnTo>
                  <a:pt x="322" y="879"/>
                </a:lnTo>
                <a:lnTo>
                  <a:pt x="322" y="876"/>
                </a:lnTo>
                <a:lnTo>
                  <a:pt x="323" y="876"/>
                </a:lnTo>
                <a:lnTo>
                  <a:pt x="323" y="875"/>
                </a:lnTo>
                <a:lnTo>
                  <a:pt x="323" y="874"/>
                </a:lnTo>
                <a:lnTo>
                  <a:pt x="323" y="873"/>
                </a:lnTo>
                <a:lnTo>
                  <a:pt x="323" y="872"/>
                </a:lnTo>
                <a:lnTo>
                  <a:pt x="323" y="871"/>
                </a:lnTo>
                <a:lnTo>
                  <a:pt x="323" y="870"/>
                </a:lnTo>
                <a:lnTo>
                  <a:pt x="323" y="869"/>
                </a:lnTo>
                <a:lnTo>
                  <a:pt x="323" y="868"/>
                </a:lnTo>
                <a:lnTo>
                  <a:pt x="324" y="868"/>
                </a:lnTo>
                <a:lnTo>
                  <a:pt x="324" y="867"/>
                </a:lnTo>
                <a:lnTo>
                  <a:pt x="324" y="866"/>
                </a:lnTo>
                <a:lnTo>
                  <a:pt x="323" y="866"/>
                </a:lnTo>
                <a:lnTo>
                  <a:pt x="323" y="865"/>
                </a:lnTo>
                <a:lnTo>
                  <a:pt x="323" y="864"/>
                </a:lnTo>
                <a:lnTo>
                  <a:pt x="322" y="864"/>
                </a:lnTo>
                <a:lnTo>
                  <a:pt x="322" y="863"/>
                </a:lnTo>
                <a:lnTo>
                  <a:pt x="322" y="862"/>
                </a:lnTo>
                <a:lnTo>
                  <a:pt x="321" y="862"/>
                </a:lnTo>
                <a:lnTo>
                  <a:pt x="321" y="861"/>
                </a:lnTo>
                <a:lnTo>
                  <a:pt x="321" y="860"/>
                </a:lnTo>
                <a:lnTo>
                  <a:pt x="321" y="859"/>
                </a:lnTo>
                <a:lnTo>
                  <a:pt x="321" y="858"/>
                </a:lnTo>
                <a:lnTo>
                  <a:pt x="321" y="857"/>
                </a:lnTo>
                <a:lnTo>
                  <a:pt x="320" y="857"/>
                </a:lnTo>
                <a:lnTo>
                  <a:pt x="320" y="856"/>
                </a:lnTo>
                <a:lnTo>
                  <a:pt x="320" y="855"/>
                </a:lnTo>
                <a:lnTo>
                  <a:pt x="320" y="854"/>
                </a:lnTo>
                <a:lnTo>
                  <a:pt x="320" y="853"/>
                </a:lnTo>
                <a:lnTo>
                  <a:pt x="319" y="853"/>
                </a:lnTo>
                <a:lnTo>
                  <a:pt x="319" y="852"/>
                </a:lnTo>
                <a:lnTo>
                  <a:pt x="319" y="851"/>
                </a:lnTo>
                <a:lnTo>
                  <a:pt x="319" y="850"/>
                </a:lnTo>
                <a:lnTo>
                  <a:pt x="319" y="849"/>
                </a:lnTo>
                <a:lnTo>
                  <a:pt x="319" y="848"/>
                </a:lnTo>
                <a:lnTo>
                  <a:pt x="318" y="848"/>
                </a:lnTo>
                <a:lnTo>
                  <a:pt x="318" y="847"/>
                </a:lnTo>
                <a:lnTo>
                  <a:pt x="318" y="846"/>
                </a:lnTo>
                <a:lnTo>
                  <a:pt x="318" y="845"/>
                </a:lnTo>
                <a:lnTo>
                  <a:pt x="318" y="844"/>
                </a:lnTo>
                <a:lnTo>
                  <a:pt x="317" y="844"/>
                </a:lnTo>
                <a:lnTo>
                  <a:pt x="317" y="843"/>
                </a:lnTo>
                <a:lnTo>
                  <a:pt x="317" y="842"/>
                </a:lnTo>
                <a:lnTo>
                  <a:pt x="317" y="841"/>
                </a:lnTo>
                <a:lnTo>
                  <a:pt x="317" y="840"/>
                </a:lnTo>
                <a:lnTo>
                  <a:pt x="317" y="839"/>
                </a:lnTo>
                <a:lnTo>
                  <a:pt x="316" y="839"/>
                </a:lnTo>
                <a:lnTo>
                  <a:pt x="316" y="838"/>
                </a:lnTo>
                <a:lnTo>
                  <a:pt x="316" y="837"/>
                </a:lnTo>
                <a:lnTo>
                  <a:pt x="316" y="836"/>
                </a:lnTo>
                <a:lnTo>
                  <a:pt x="316" y="835"/>
                </a:lnTo>
                <a:lnTo>
                  <a:pt x="315" y="834"/>
                </a:lnTo>
                <a:lnTo>
                  <a:pt x="315" y="833"/>
                </a:lnTo>
                <a:lnTo>
                  <a:pt x="315" y="832"/>
                </a:lnTo>
                <a:lnTo>
                  <a:pt x="315" y="831"/>
                </a:lnTo>
                <a:lnTo>
                  <a:pt x="315" y="830"/>
                </a:lnTo>
                <a:lnTo>
                  <a:pt x="314" y="830"/>
                </a:lnTo>
                <a:lnTo>
                  <a:pt x="314" y="829"/>
                </a:lnTo>
                <a:lnTo>
                  <a:pt x="314" y="828"/>
                </a:lnTo>
                <a:lnTo>
                  <a:pt x="314" y="827"/>
                </a:lnTo>
                <a:lnTo>
                  <a:pt x="314" y="826"/>
                </a:lnTo>
                <a:lnTo>
                  <a:pt x="313" y="826"/>
                </a:lnTo>
                <a:lnTo>
                  <a:pt x="313" y="825"/>
                </a:lnTo>
                <a:lnTo>
                  <a:pt x="313" y="824"/>
                </a:lnTo>
                <a:lnTo>
                  <a:pt x="313" y="823"/>
                </a:lnTo>
                <a:lnTo>
                  <a:pt x="313" y="822"/>
                </a:lnTo>
                <a:lnTo>
                  <a:pt x="313" y="821"/>
                </a:lnTo>
                <a:lnTo>
                  <a:pt x="312" y="821"/>
                </a:lnTo>
                <a:lnTo>
                  <a:pt x="312" y="820"/>
                </a:lnTo>
                <a:lnTo>
                  <a:pt x="312" y="819"/>
                </a:lnTo>
                <a:lnTo>
                  <a:pt x="312" y="818"/>
                </a:lnTo>
                <a:lnTo>
                  <a:pt x="312" y="817"/>
                </a:lnTo>
                <a:lnTo>
                  <a:pt x="311" y="816"/>
                </a:lnTo>
                <a:lnTo>
                  <a:pt x="311" y="815"/>
                </a:lnTo>
                <a:lnTo>
                  <a:pt x="311" y="814"/>
                </a:lnTo>
                <a:lnTo>
                  <a:pt x="311" y="813"/>
                </a:lnTo>
                <a:lnTo>
                  <a:pt x="311" y="812"/>
                </a:lnTo>
                <a:lnTo>
                  <a:pt x="310" y="812"/>
                </a:lnTo>
                <a:lnTo>
                  <a:pt x="310" y="811"/>
                </a:lnTo>
                <a:lnTo>
                  <a:pt x="310" y="810"/>
                </a:lnTo>
                <a:lnTo>
                  <a:pt x="310" y="809"/>
                </a:lnTo>
                <a:lnTo>
                  <a:pt x="310" y="808"/>
                </a:lnTo>
                <a:lnTo>
                  <a:pt x="309" y="808"/>
                </a:lnTo>
                <a:lnTo>
                  <a:pt x="309" y="807"/>
                </a:lnTo>
                <a:lnTo>
                  <a:pt x="309" y="806"/>
                </a:lnTo>
                <a:lnTo>
                  <a:pt x="309" y="805"/>
                </a:lnTo>
                <a:lnTo>
                  <a:pt x="309" y="804"/>
                </a:lnTo>
                <a:lnTo>
                  <a:pt x="309" y="803"/>
                </a:lnTo>
                <a:lnTo>
                  <a:pt x="308" y="803"/>
                </a:lnTo>
                <a:lnTo>
                  <a:pt x="308" y="802"/>
                </a:lnTo>
                <a:lnTo>
                  <a:pt x="308" y="801"/>
                </a:lnTo>
                <a:lnTo>
                  <a:pt x="308" y="800"/>
                </a:lnTo>
                <a:lnTo>
                  <a:pt x="308" y="799"/>
                </a:lnTo>
                <a:lnTo>
                  <a:pt x="307" y="799"/>
                </a:lnTo>
                <a:lnTo>
                  <a:pt x="307" y="798"/>
                </a:lnTo>
                <a:lnTo>
                  <a:pt x="307" y="797"/>
                </a:lnTo>
                <a:lnTo>
                  <a:pt x="307" y="796"/>
                </a:lnTo>
                <a:lnTo>
                  <a:pt x="307" y="795"/>
                </a:lnTo>
                <a:lnTo>
                  <a:pt x="307" y="794"/>
                </a:lnTo>
                <a:lnTo>
                  <a:pt x="306" y="794"/>
                </a:lnTo>
                <a:lnTo>
                  <a:pt x="304" y="794"/>
                </a:lnTo>
                <a:lnTo>
                  <a:pt x="303" y="795"/>
                </a:lnTo>
                <a:lnTo>
                  <a:pt x="302" y="795"/>
                </a:lnTo>
                <a:lnTo>
                  <a:pt x="301" y="795"/>
                </a:lnTo>
                <a:lnTo>
                  <a:pt x="300" y="795"/>
                </a:lnTo>
                <a:lnTo>
                  <a:pt x="295" y="794"/>
                </a:lnTo>
                <a:lnTo>
                  <a:pt x="294" y="794"/>
                </a:lnTo>
                <a:lnTo>
                  <a:pt x="293" y="794"/>
                </a:lnTo>
                <a:lnTo>
                  <a:pt x="291" y="793"/>
                </a:lnTo>
                <a:lnTo>
                  <a:pt x="290" y="793"/>
                </a:lnTo>
                <a:lnTo>
                  <a:pt x="288" y="793"/>
                </a:lnTo>
                <a:lnTo>
                  <a:pt x="267" y="794"/>
                </a:lnTo>
                <a:lnTo>
                  <a:pt x="261" y="794"/>
                </a:lnTo>
                <a:lnTo>
                  <a:pt x="251" y="794"/>
                </a:lnTo>
                <a:lnTo>
                  <a:pt x="247" y="795"/>
                </a:lnTo>
                <a:lnTo>
                  <a:pt x="246" y="795"/>
                </a:lnTo>
                <a:lnTo>
                  <a:pt x="244" y="795"/>
                </a:lnTo>
                <a:lnTo>
                  <a:pt x="243" y="795"/>
                </a:lnTo>
                <a:lnTo>
                  <a:pt x="242" y="796"/>
                </a:lnTo>
                <a:lnTo>
                  <a:pt x="241" y="796"/>
                </a:lnTo>
                <a:lnTo>
                  <a:pt x="240" y="797"/>
                </a:lnTo>
                <a:lnTo>
                  <a:pt x="238" y="797"/>
                </a:lnTo>
                <a:lnTo>
                  <a:pt x="235" y="796"/>
                </a:lnTo>
                <a:lnTo>
                  <a:pt x="235" y="795"/>
                </a:lnTo>
                <a:lnTo>
                  <a:pt x="234" y="795"/>
                </a:lnTo>
                <a:lnTo>
                  <a:pt x="232" y="794"/>
                </a:lnTo>
                <a:lnTo>
                  <a:pt x="230" y="794"/>
                </a:lnTo>
                <a:lnTo>
                  <a:pt x="229" y="794"/>
                </a:lnTo>
                <a:lnTo>
                  <a:pt x="228" y="794"/>
                </a:lnTo>
                <a:lnTo>
                  <a:pt x="226" y="793"/>
                </a:lnTo>
                <a:lnTo>
                  <a:pt x="225" y="792"/>
                </a:lnTo>
                <a:lnTo>
                  <a:pt x="224" y="791"/>
                </a:lnTo>
                <a:lnTo>
                  <a:pt x="223" y="790"/>
                </a:lnTo>
                <a:lnTo>
                  <a:pt x="222" y="790"/>
                </a:lnTo>
                <a:lnTo>
                  <a:pt x="219" y="788"/>
                </a:lnTo>
                <a:lnTo>
                  <a:pt x="218" y="787"/>
                </a:lnTo>
                <a:lnTo>
                  <a:pt x="217" y="786"/>
                </a:lnTo>
                <a:lnTo>
                  <a:pt x="216" y="785"/>
                </a:lnTo>
                <a:lnTo>
                  <a:pt x="215" y="783"/>
                </a:lnTo>
                <a:lnTo>
                  <a:pt x="215" y="782"/>
                </a:lnTo>
                <a:lnTo>
                  <a:pt x="214" y="782"/>
                </a:lnTo>
                <a:lnTo>
                  <a:pt x="213" y="782"/>
                </a:lnTo>
                <a:lnTo>
                  <a:pt x="213" y="781"/>
                </a:lnTo>
                <a:lnTo>
                  <a:pt x="213" y="780"/>
                </a:lnTo>
                <a:lnTo>
                  <a:pt x="213" y="779"/>
                </a:lnTo>
                <a:lnTo>
                  <a:pt x="213" y="777"/>
                </a:lnTo>
                <a:lnTo>
                  <a:pt x="213" y="776"/>
                </a:lnTo>
                <a:lnTo>
                  <a:pt x="212" y="775"/>
                </a:lnTo>
                <a:lnTo>
                  <a:pt x="211" y="774"/>
                </a:lnTo>
                <a:lnTo>
                  <a:pt x="212" y="774"/>
                </a:lnTo>
                <a:lnTo>
                  <a:pt x="212" y="773"/>
                </a:lnTo>
                <a:lnTo>
                  <a:pt x="213" y="772"/>
                </a:lnTo>
                <a:lnTo>
                  <a:pt x="214" y="771"/>
                </a:lnTo>
                <a:lnTo>
                  <a:pt x="216" y="771"/>
                </a:lnTo>
                <a:lnTo>
                  <a:pt x="218" y="772"/>
                </a:lnTo>
                <a:lnTo>
                  <a:pt x="219" y="772"/>
                </a:lnTo>
                <a:lnTo>
                  <a:pt x="221" y="772"/>
                </a:lnTo>
                <a:lnTo>
                  <a:pt x="223" y="772"/>
                </a:lnTo>
                <a:lnTo>
                  <a:pt x="225" y="772"/>
                </a:lnTo>
                <a:lnTo>
                  <a:pt x="228" y="772"/>
                </a:lnTo>
                <a:lnTo>
                  <a:pt x="230" y="772"/>
                </a:lnTo>
                <a:lnTo>
                  <a:pt x="231" y="772"/>
                </a:lnTo>
                <a:lnTo>
                  <a:pt x="232" y="772"/>
                </a:lnTo>
                <a:lnTo>
                  <a:pt x="232" y="771"/>
                </a:lnTo>
                <a:lnTo>
                  <a:pt x="232" y="769"/>
                </a:lnTo>
                <a:lnTo>
                  <a:pt x="233" y="766"/>
                </a:lnTo>
                <a:lnTo>
                  <a:pt x="233" y="765"/>
                </a:lnTo>
                <a:lnTo>
                  <a:pt x="233" y="764"/>
                </a:lnTo>
                <a:lnTo>
                  <a:pt x="229" y="763"/>
                </a:lnTo>
                <a:lnTo>
                  <a:pt x="226" y="763"/>
                </a:lnTo>
                <a:lnTo>
                  <a:pt x="225" y="763"/>
                </a:lnTo>
                <a:lnTo>
                  <a:pt x="223" y="761"/>
                </a:lnTo>
                <a:lnTo>
                  <a:pt x="222" y="760"/>
                </a:lnTo>
                <a:lnTo>
                  <a:pt x="220" y="759"/>
                </a:lnTo>
                <a:lnTo>
                  <a:pt x="219" y="758"/>
                </a:lnTo>
                <a:lnTo>
                  <a:pt x="218" y="757"/>
                </a:lnTo>
                <a:lnTo>
                  <a:pt x="216" y="755"/>
                </a:lnTo>
                <a:lnTo>
                  <a:pt x="215" y="754"/>
                </a:lnTo>
                <a:lnTo>
                  <a:pt x="213" y="753"/>
                </a:lnTo>
                <a:lnTo>
                  <a:pt x="213" y="752"/>
                </a:lnTo>
                <a:lnTo>
                  <a:pt x="212" y="751"/>
                </a:lnTo>
                <a:lnTo>
                  <a:pt x="211" y="750"/>
                </a:lnTo>
                <a:lnTo>
                  <a:pt x="211" y="749"/>
                </a:lnTo>
                <a:lnTo>
                  <a:pt x="209" y="749"/>
                </a:lnTo>
                <a:lnTo>
                  <a:pt x="207" y="749"/>
                </a:lnTo>
                <a:lnTo>
                  <a:pt x="203" y="749"/>
                </a:lnTo>
                <a:lnTo>
                  <a:pt x="186" y="748"/>
                </a:lnTo>
                <a:lnTo>
                  <a:pt x="178" y="747"/>
                </a:lnTo>
                <a:lnTo>
                  <a:pt x="176" y="747"/>
                </a:lnTo>
                <a:lnTo>
                  <a:pt x="175" y="747"/>
                </a:lnTo>
                <a:lnTo>
                  <a:pt x="174" y="746"/>
                </a:lnTo>
                <a:lnTo>
                  <a:pt x="172" y="746"/>
                </a:lnTo>
                <a:lnTo>
                  <a:pt x="158" y="746"/>
                </a:lnTo>
                <a:lnTo>
                  <a:pt x="156" y="746"/>
                </a:lnTo>
                <a:lnTo>
                  <a:pt x="148" y="746"/>
                </a:lnTo>
                <a:lnTo>
                  <a:pt x="147" y="747"/>
                </a:lnTo>
                <a:lnTo>
                  <a:pt x="146" y="747"/>
                </a:lnTo>
                <a:lnTo>
                  <a:pt x="145" y="747"/>
                </a:lnTo>
                <a:lnTo>
                  <a:pt x="144" y="748"/>
                </a:lnTo>
                <a:lnTo>
                  <a:pt x="143" y="748"/>
                </a:lnTo>
                <a:lnTo>
                  <a:pt x="142" y="748"/>
                </a:lnTo>
                <a:lnTo>
                  <a:pt x="140" y="748"/>
                </a:lnTo>
                <a:lnTo>
                  <a:pt x="140" y="747"/>
                </a:lnTo>
                <a:lnTo>
                  <a:pt x="139" y="747"/>
                </a:lnTo>
                <a:lnTo>
                  <a:pt x="138" y="747"/>
                </a:lnTo>
                <a:lnTo>
                  <a:pt x="138" y="746"/>
                </a:lnTo>
                <a:lnTo>
                  <a:pt x="137" y="745"/>
                </a:lnTo>
                <a:lnTo>
                  <a:pt x="136" y="744"/>
                </a:lnTo>
                <a:lnTo>
                  <a:pt x="134" y="742"/>
                </a:lnTo>
                <a:lnTo>
                  <a:pt x="133" y="742"/>
                </a:lnTo>
                <a:lnTo>
                  <a:pt x="131" y="742"/>
                </a:lnTo>
                <a:lnTo>
                  <a:pt x="129" y="742"/>
                </a:lnTo>
                <a:lnTo>
                  <a:pt x="126" y="741"/>
                </a:lnTo>
                <a:lnTo>
                  <a:pt x="125" y="740"/>
                </a:lnTo>
                <a:lnTo>
                  <a:pt x="125" y="739"/>
                </a:lnTo>
                <a:lnTo>
                  <a:pt x="126" y="738"/>
                </a:lnTo>
                <a:lnTo>
                  <a:pt x="128" y="729"/>
                </a:lnTo>
                <a:lnTo>
                  <a:pt x="129" y="724"/>
                </a:lnTo>
                <a:lnTo>
                  <a:pt x="130" y="718"/>
                </a:lnTo>
                <a:lnTo>
                  <a:pt x="130" y="715"/>
                </a:lnTo>
                <a:lnTo>
                  <a:pt x="130" y="714"/>
                </a:lnTo>
                <a:lnTo>
                  <a:pt x="130" y="713"/>
                </a:lnTo>
                <a:lnTo>
                  <a:pt x="130" y="712"/>
                </a:lnTo>
                <a:lnTo>
                  <a:pt x="129" y="711"/>
                </a:lnTo>
                <a:lnTo>
                  <a:pt x="129" y="710"/>
                </a:lnTo>
                <a:lnTo>
                  <a:pt x="128" y="710"/>
                </a:lnTo>
                <a:lnTo>
                  <a:pt x="128" y="709"/>
                </a:lnTo>
                <a:lnTo>
                  <a:pt x="128" y="708"/>
                </a:lnTo>
                <a:lnTo>
                  <a:pt x="127" y="708"/>
                </a:lnTo>
                <a:lnTo>
                  <a:pt x="127" y="707"/>
                </a:lnTo>
                <a:lnTo>
                  <a:pt x="127" y="706"/>
                </a:lnTo>
                <a:lnTo>
                  <a:pt x="127" y="705"/>
                </a:lnTo>
                <a:lnTo>
                  <a:pt x="126" y="705"/>
                </a:lnTo>
                <a:lnTo>
                  <a:pt x="125" y="703"/>
                </a:lnTo>
                <a:lnTo>
                  <a:pt x="124" y="702"/>
                </a:lnTo>
                <a:lnTo>
                  <a:pt x="123" y="702"/>
                </a:lnTo>
                <a:lnTo>
                  <a:pt x="122" y="701"/>
                </a:lnTo>
                <a:lnTo>
                  <a:pt x="122" y="700"/>
                </a:lnTo>
                <a:lnTo>
                  <a:pt x="121" y="699"/>
                </a:lnTo>
                <a:lnTo>
                  <a:pt x="121" y="698"/>
                </a:lnTo>
                <a:lnTo>
                  <a:pt x="121" y="697"/>
                </a:lnTo>
                <a:lnTo>
                  <a:pt x="122" y="697"/>
                </a:lnTo>
                <a:lnTo>
                  <a:pt x="122" y="696"/>
                </a:lnTo>
                <a:lnTo>
                  <a:pt x="123" y="696"/>
                </a:lnTo>
                <a:lnTo>
                  <a:pt x="123" y="695"/>
                </a:lnTo>
                <a:lnTo>
                  <a:pt x="122" y="695"/>
                </a:lnTo>
                <a:lnTo>
                  <a:pt x="122" y="694"/>
                </a:lnTo>
                <a:lnTo>
                  <a:pt x="123" y="693"/>
                </a:lnTo>
                <a:lnTo>
                  <a:pt x="123" y="692"/>
                </a:lnTo>
                <a:lnTo>
                  <a:pt x="124" y="691"/>
                </a:lnTo>
                <a:lnTo>
                  <a:pt x="124" y="690"/>
                </a:lnTo>
                <a:lnTo>
                  <a:pt x="125" y="690"/>
                </a:lnTo>
                <a:lnTo>
                  <a:pt x="124" y="689"/>
                </a:lnTo>
                <a:lnTo>
                  <a:pt x="123" y="687"/>
                </a:lnTo>
                <a:lnTo>
                  <a:pt x="122" y="686"/>
                </a:lnTo>
                <a:lnTo>
                  <a:pt x="121" y="686"/>
                </a:lnTo>
                <a:lnTo>
                  <a:pt x="119" y="686"/>
                </a:lnTo>
                <a:lnTo>
                  <a:pt x="118" y="686"/>
                </a:lnTo>
                <a:lnTo>
                  <a:pt x="118" y="687"/>
                </a:lnTo>
                <a:lnTo>
                  <a:pt x="116" y="687"/>
                </a:lnTo>
                <a:lnTo>
                  <a:pt x="116" y="688"/>
                </a:lnTo>
                <a:lnTo>
                  <a:pt x="115" y="688"/>
                </a:lnTo>
                <a:lnTo>
                  <a:pt x="113" y="690"/>
                </a:lnTo>
                <a:lnTo>
                  <a:pt x="113" y="691"/>
                </a:lnTo>
                <a:lnTo>
                  <a:pt x="112" y="690"/>
                </a:lnTo>
                <a:lnTo>
                  <a:pt x="111" y="690"/>
                </a:lnTo>
                <a:lnTo>
                  <a:pt x="110" y="690"/>
                </a:lnTo>
                <a:lnTo>
                  <a:pt x="110" y="691"/>
                </a:lnTo>
                <a:lnTo>
                  <a:pt x="109" y="691"/>
                </a:lnTo>
                <a:lnTo>
                  <a:pt x="108" y="691"/>
                </a:lnTo>
                <a:lnTo>
                  <a:pt x="108" y="690"/>
                </a:lnTo>
                <a:lnTo>
                  <a:pt x="107" y="690"/>
                </a:lnTo>
                <a:lnTo>
                  <a:pt x="106" y="690"/>
                </a:lnTo>
                <a:lnTo>
                  <a:pt x="105" y="690"/>
                </a:lnTo>
                <a:lnTo>
                  <a:pt x="105" y="689"/>
                </a:lnTo>
                <a:lnTo>
                  <a:pt x="104" y="689"/>
                </a:lnTo>
                <a:lnTo>
                  <a:pt x="102" y="689"/>
                </a:lnTo>
                <a:lnTo>
                  <a:pt x="101" y="689"/>
                </a:lnTo>
                <a:lnTo>
                  <a:pt x="100" y="690"/>
                </a:lnTo>
                <a:lnTo>
                  <a:pt x="99" y="690"/>
                </a:lnTo>
                <a:lnTo>
                  <a:pt x="98" y="690"/>
                </a:lnTo>
                <a:lnTo>
                  <a:pt x="97" y="689"/>
                </a:lnTo>
                <a:lnTo>
                  <a:pt x="97" y="688"/>
                </a:lnTo>
                <a:lnTo>
                  <a:pt x="97" y="687"/>
                </a:lnTo>
                <a:lnTo>
                  <a:pt x="97" y="686"/>
                </a:lnTo>
                <a:lnTo>
                  <a:pt x="97" y="685"/>
                </a:lnTo>
                <a:lnTo>
                  <a:pt x="95" y="685"/>
                </a:lnTo>
                <a:lnTo>
                  <a:pt x="94" y="684"/>
                </a:lnTo>
                <a:lnTo>
                  <a:pt x="93" y="685"/>
                </a:lnTo>
                <a:lnTo>
                  <a:pt x="92" y="684"/>
                </a:lnTo>
                <a:lnTo>
                  <a:pt x="91" y="685"/>
                </a:lnTo>
                <a:lnTo>
                  <a:pt x="90" y="685"/>
                </a:lnTo>
                <a:lnTo>
                  <a:pt x="89" y="685"/>
                </a:lnTo>
                <a:lnTo>
                  <a:pt x="87" y="685"/>
                </a:lnTo>
                <a:lnTo>
                  <a:pt x="86" y="685"/>
                </a:lnTo>
                <a:lnTo>
                  <a:pt x="85" y="685"/>
                </a:lnTo>
                <a:lnTo>
                  <a:pt x="85" y="686"/>
                </a:lnTo>
                <a:lnTo>
                  <a:pt x="84" y="687"/>
                </a:lnTo>
                <a:lnTo>
                  <a:pt x="83" y="688"/>
                </a:lnTo>
                <a:lnTo>
                  <a:pt x="82" y="688"/>
                </a:lnTo>
                <a:lnTo>
                  <a:pt x="82" y="689"/>
                </a:lnTo>
                <a:lnTo>
                  <a:pt x="81" y="689"/>
                </a:lnTo>
                <a:lnTo>
                  <a:pt x="79" y="689"/>
                </a:lnTo>
                <a:lnTo>
                  <a:pt x="78" y="689"/>
                </a:lnTo>
                <a:lnTo>
                  <a:pt x="78" y="688"/>
                </a:lnTo>
                <a:lnTo>
                  <a:pt x="77" y="688"/>
                </a:lnTo>
                <a:lnTo>
                  <a:pt x="76" y="688"/>
                </a:lnTo>
                <a:lnTo>
                  <a:pt x="75" y="689"/>
                </a:lnTo>
                <a:lnTo>
                  <a:pt x="73" y="689"/>
                </a:lnTo>
                <a:lnTo>
                  <a:pt x="73" y="690"/>
                </a:lnTo>
                <a:lnTo>
                  <a:pt x="73" y="689"/>
                </a:lnTo>
                <a:lnTo>
                  <a:pt x="73" y="688"/>
                </a:lnTo>
                <a:lnTo>
                  <a:pt x="72" y="688"/>
                </a:lnTo>
                <a:lnTo>
                  <a:pt x="71" y="688"/>
                </a:lnTo>
                <a:lnTo>
                  <a:pt x="70" y="688"/>
                </a:lnTo>
                <a:lnTo>
                  <a:pt x="69" y="688"/>
                </a:lnTo>
                <a:lnTo>
                  <a:pt x="68" y="688"/>
                </a:lnTo>
                <a:lnTo>
                  <a:pt x="67" y="688"/>
                </a:lnTo>
                <a:lnTo>
                  <a:pt x="66" y="688"/>
                </a:lnTo>
                <a:lnTo>
                  <a:pt x="65" y="688"/>
                </a:lnTo>
                <a:lnTo>
                  <a:pt x="65" y="689"/>
                </a:lnTo>
                <a:lnTo>
                  <a:pt x="63" y="689"/>
                </a:lnTo>
                <a:lnTo>
                  <a:pt x="62" y="689"/>
                </a:lnTo>
                <a:lnTo>
                  <a:pt x="61" y="689"/>
                </a:lnTo>
                <a:lnTo>
                  <a:pt x="60" y="690"/>
                </a:lnTo>
                <a:lnTo>
                  <a:pt x="59" y="690"/>
                </a:lnTo>
                <a:lnTo>
                  <a:pt x="58" y="689"/>
                </a:lnTo>
                <a:lnTo>
                  <a:pt x="57" y="689"/>
                </a:lnTo>
                <a:lnTo>
                  <a:pt x="56" y="689"/>
                </a:lnTo>
                <a:lnTo>
                  <a:pt x="56" y="690"/>
                </a:lnTo>
                <a:lnTo>
                  <a:pt x="55" y="690"/>
                </a:lnTo>
                <a:lnTo>
                  <a:pt x="54" y="691"/>
                </a:lnTo>
                <a:lnTo>
                  <a:pt x="52" y="690"/>
                </a:lnTo>
                <a:lnTo>
                  <a:pt x="51" y="690"/>
                </a:lnTo>
                <a:lnTo>
                  <a:pt x="50" y="690"/>
                </a:lnTo>
                <a:lnTo>
                  <a:pt x="50" y="691"/>
                </a:lnTo>
                <a:lnTo>
                  <a:pt x="49" y="691"/>
                </a:lnTo>
                <a:lnTo>
                  <a:pt x="48" y="691"/>
                </a:lnTo>
                <a:lnTo>
                  <a:pt x="48" y="690"/>
                </a:lnTo>
                <a:lnTo>
                  <a:pt x="47" y="689"/>
                </a:lnTo>
                <a:lnTo>
                  <a:pt x="46" y="689"/>
                </a:lnTo>
                <a:lnTo>
                  <a:pt x="46" y="690"/>
                </a:lnTo>
                <a:lnTo>
                  <a:pt x="45" y="690"/>
                </a:lnTo>
                <a:lnTo>
                  <a:pt x="44" y="690"/>
                </a:lnTo>
                <a:lnTo>
                  <a:pt x="42" y="690"/>
                </a:lnTo>
                <a:lnTo>
                  <a:pt x="41" y="690"/>
                </a:lnTo>
                <a:lnTo>
                  <a:pt x="40" y="690"/>
                </a:lnTo>
                <a:lnTo>
                  <a:pt x="39" y="690"/>
                </a:lnTo>
                <a:lnTo>
                  <a:pt x="39" y="689"/>
                </a:lnTo>
                <a:lnTo>
                  <a:pt x="38" y="689"/>
                </a:lnTo>
                <a:lnTo>
                  <a:pt x="38" y="690"/>
                </a:lnTo>
                <a:lnTo>
                  <a:pt x="37" y="690"/>
                </a:lnTo>
                <a:lnTo>
                  <a:pt x="36" y="690"/>
                </a:lnTo>
                <a:lnTo>
                  <a:pt x="35" y="690"/>
                </a:lnTo>
                <a:lnTo>
                  <a:pt x="34" y="690"/>
                </a:lnTo>
                <a:lnTo>
                  <a:pt x="34" y="689"/>
                </a:lnTo>
                <a:lnTo>
                  <a:pt x="32" y="689"/>
                </a:lnTo>
                <a:lnTo>
                  <a:pt x="31" y="689"/>
                </a:lnTo>
                <a:lnTo>
                  <a:pt x="30" y="689"/>
                </a:lnTo>
                <a:lnTo>
                  <a:pt x="30" y="690"/>
                </a:lnTo>
                <a:lnTo>
                  <a:pt x="31" y="690"/>
                </a:lnTo>
                <a:lnTo>
                  <a:pt x="31" y="691"/>
                </a:lnTo>
                <a:lnTo>
                  <a:pt x="29" y="691"/>
                </a:lnTo>
                <a:lnTo>
                  <a:pt x="29" y="690"/>
                </a:lnTo>
                <a:lnTo>
                  <a:pt x="28" y="690"/>
                </a:lnTo>
                <a:lnTo>
                  <a:pt x="26" y="690"/>
                </a:lnTo>
                <a:lnTo>
                  <a:pt x="23" y="690"/>
                </a:lnTo>
                <a:lnTo>
                  <a:pt x="22" y="690"/>
                </a:lnTo>
                <a:lnTo>
                  <a:pt x="21" y="691"/>
                </a:lnTo>
                <a:lnTo>
                  <a:pt x="20" y="692"/>
                </a:lnTo>
                <a:lnTo>
                  <a:pt x="20" y="693"/>
                </a:lnTo>
                <a:lnTo>
                  <a:pt x="18" y="695"/>
                </a:lnTo>
                <a:lnTo>
                  <a:pt x="16" y="697"/>
                </a:lnTo>
                <a:lnTo>
                  <a:pt x="17" y="698"/>
                </a:lnTo>
                <a:lnTo>
                  <a:pt x="17" y="699"/>
                </a:lnTo>
                <a:lnTo>
                  <a:pt x="16" y="699"/>
                </a:lnTo>
                <a:lnTo>
                  <a:pt x="16" y="700"/>
                </a:lnTo>
                <a:lnTo>
                  <a:pt x="16" y="701"/>
                </a:lnTo>
                <a:lnTo>
                  <a:pt x="15" y="701"/>
                </a:lnTo>
                <a:lnTo>
                  <a:pt x="13" y="701"/>
                </a:lnTo>
                <a:lnTo>
                  <a:pt x="13" y="700"/>
                </a:lnTo>
                <a:lnTo>
                  <a:pt x="12" y="700"/>
                </a:lnTo>
                <a:lnTo>
                  <a:pt x="11" y="700"/>
                </a:lnTo>
                <a:lnTo>
                  <a:pt x="10" y="700"/>
                </a:lnTo>
                <a:lnTo>
                  <a:pt x="10" y="701"/>
                </a:lnTo>
                <a:lnTo>
                  <a:pt x="9" y="701"/>
                </a:lnTo>
                <a:lnTo>
                  <a:pt x="8" y="701"/>
                </a:lnTo>
                <a:lnTo>
                  <a:pt x="7" y="700"/>
                </a:lnTo>
                <a:lnTo>
                  <a:pt x="7" y="699"/>
                </a:lnTo>
                <a:lnTo>
                  <a:pt x="6" y="699"/>
                </a:lnTo>
                <a:lnTo>
                  <a:pt x="6" y="698"/>
                </a:lnTo>
                <a:lnTo>
                  <a:pt x="6" y="696"/>
                </a:lnTo>
                <a:lnTo>
                  <a:pt x="5" y="696"/>
                </a:lnTo>
                <a:lnTo>
                  <a:pt x="4" y="696"/>
                </a:lnTo>
                <a:lnTo>
                  <a:pt x="4" y="697"/>
                </a:lnTo>
                <a:lnTo>
                  <a:pt x="3" y="697"/>
                </a:lnTo>
                <a:lnTo>
                  <a:pt x="3" y="696"/>
                </a:lnTo>
                <a:lnTo>
                  <a:pt x="2" y="696"/>
                </a:lnTo>
                <a:lnTo>
                  <a:pt x="1" y="695"/>
                </a:lnTo>
                <a:lnTo>
                  <a:pt x="0" y="695"/>
                </a:lnTo>
                <a:lnTo>
                  <a:pt x="0" y="694"/>
                </a:lnTo>
                <a:lnTo>
                  <a:pt x="0" y="693"/>
                </a:lnTo>
                <a:lnTo>
                  <a:pt x="0" y="692"/>
                </a:lnTo>
                <a:lnTo>
                  <a:pt x="0" y="691"/>
                </a:lnTo>
                <a:lnTo>
                  <a:pt x="0" y="690"/>
                </a:lnTo>
                <a:lnTo>
                  <a:pt x="1" y="689"/>
                </a:lnTo>
                <a:lnTo>
                  <a:pt x="2" y="689"/>
                </a:lnTo>
                <a:lnTo>
                  <a:pt x="3" y="689"/>
                </a:lnTo>
                <a:lnTo>
                  <a:pt x="3" y="688"/>
                </a:lnTo>
                <a:lnTo>
                  <a:pt x="3" y="687"/>
                </a:lnTo>
                <a:lnTo>
                  <a:pt x="2" y="687"/>
                </a:lnTo>
                <a:lnTo>
                  <a:pt x="2" y="686"/>
                </a:lnTo>
                <a:lnTo>
                  <a:pt x="2" y="685"/>
                </a:lnTo>
                <a:lnTo>
                  <a:pt x="2" y="684"/>
                </a:lnTo>
                <a:lnTo>
                  <a:pt x="2" y="683"/>
                </a:lnTo>
                <a:lnTo>
                  <a:pt x="1" y="683"/>
                </a:lnTo>
                <a:lnTo>
                  <a:pt x="2" y="682"/>
                </a:lnTo>
                <a:lnTo>
                  <a:pt x="2" y="681"/>
                </a:lnTo>
                <a:lnTo>
                  <a:pt x="1" y="679"/>
                </a:lnTo>
                <a:lnTo>
                  <a:pt x="1" y="678"/>
                </a:lnTo>
                <a:lnTo>
                  <a:pt x="1" y="677"/>
                </a:lnTo>
                <a:lnTo>
                  <a:pt x="1" y="676"/>
                </a:lnTo>
                <a:lnTo>
                  <a:pt x="1" y="675"/>
                </a:lnTo>
                <a:lnTo>
                  <a:pt x="1" y="671"/>
                </a:lnTo>
                <a:lnTo>
                  <a:pt x="1" y="670"/>
                </a:lnTo>
                <a:lnTo>
                  <a:pt x="1" y="668"/>
                </a:lnTo>
                <a:lnTo>
                  <a:pt x="3" y="666"/>
                </a:lnTo>
                <a:lnTo>
                  <a:pt x="3" y="662"/>
                </a:lnTo>
                <a:lnTo>
                  <a:pt x="2" y="659"/>
                </a:lnTo>
                <a:lnTo>
                  <a:pt x="3" y="658"/>
                </a:lnTo>
                <a:lnTo>
                  <a:pt x="5" y="657"/>
                </a:lnTo>
                <a:lnTo>
                  <a:pt x="6" y="657"/>
                </a:lnTo>
                <a:lnTo>
                  <a:pt x="8" y="655"/>
                </a:lnTo>
                <a:lnTo>
                  <a:pt x="9" y="655"/>
                </a:lnTo>
                <a:lnTo>
                  <a:pt x="11" y="654"/>
                </a:lnTo>
                <a:lnTo>
                  <a:pt x="11" y="653"/>
                </a:lnTo>
                <a:lnTo>
                  <a:pt x="23" y="644"/>
                </a:lnTo>
                <a:lnTo>
                  <a:pt x="34" y="636"/>
                </a:lnTo>
                <a:lnTo>
                  <a:pt x="35" y="635"/>
                </a:lnTo>
                <a:lnTo>
                  <a:pt x="54" y="610"/>
                </a:lnTo>
                <a:lnTo>
                  <a:pt x="56" y="608"/>
                </a:lnTo>
                <a:lnTo>
                  <a:pt x="67" y="579"/>
                </a:lnTo>
                <a:lnTo>
                  <a:pt x="68" y="577"/>
                </a:lnTo>
                <a:lnTo>
                  <a:pt x="71" y="567"/>
                </a:lnTo>
                <a:lnTo>
                  <a:pt x="78" y="548"/>
                </a:lnTo>
                <a:lnTo>
                  <a:pt x="79" y="544"/>
                </a:lnTo>
                <a:lnTo>
                  <a:pt x="81" y="537"/>
                </a:lnTo>
                <a:lnTo>
                  <a:pt x="83" y="530"/>
                </a:lnTo>
                <a:lnTo>
                  <a:pt x="83" y="529"/>
                </a:lnTo>
                <a:lnTo>
                  <a:pt x="89" y="510"/>
                </a:lnTo>
                <a:lnTo>
                  <a:pt x="96" y="479"/>
                </a:lnTo>
                <a:lnTo>
                  <a:pt x="103" y="470"/>
                </a:lnTo>
                <a:lnTo>
                  <a:pt x="110" y="459"/>
                </a:lnTo>
                <a:lnTo>
                  <a:pt x="117" y="449"/>
                </a:lnTo>
                <a:lnTo>
                  <a:pt x="121" y="432"/>
                </a:lnTo>
                <a:lnTo>
                  <a:pt x="122" y="427"/>
                </a:lnTo>
                <a:lnTo>
                  <a:pt x="127" y="398"/>
                </a:lnTo>
                <a:lnTo>
                  <a:pt x="127" y="395"/>
                </a:lnTo>
                <a:lnTo>
                  <a:pt x="139" y="394"/>
                </a:lnTo>
                <a:lnTo>
                  <a:pt x="191" y="392"/>
                </a:lnTo>
                <a:lnTo>
                  <a:pt x="216" y="390"/>
                </a:lnTo>
                <a:lnTo>
                  <a:pt x="217" y="390"/>
                </a:lnTo>
                <a:lnTo>
                  <a:pt x="256" y="391"/>
                </a:lnTo>
                <a:lnTo>
                  <a:pt x="256" y="390"/>
                </a:lnTo>
                <a:lnTo>
                  <a:pt x="268" y="365"/>
                </a:lnTo>
                <a:lnTo>
                  <a:pt x="268" y="348"/>
                </a:lnTo>
                <a:lnTo>
                  <a:pt x="286" y="328"/>
                </a:lnTo>
                <a:lnTo>
                  <a:pt x="302" y="305"/>
                </a:lnTo>
                <a:lnTo>
                  <a:pt x="304" y="303"/>
                </a:lnTo>
                <a:lnTo>
                  <a:pt x="334" y="274"/>
                </a:lnTo>
                <a:lnTo>
                  <a:pt x="350" y="262"/>
                </a:lnTo>
                <a:lnTo>
                  <a:pt x="392" y="231"/>
                </a:lnTo>
                <a:lnTo>
                  <a:pt x="418" y="228"/>
                </a:lnTo>
                <a:lnTo>
                  <a:pt x="425" y="227"/>
                </a:lnTo>
                <a:lnTo>
                  <a:pt x="430" y="221"/>
                </a:lnTo>
                <a:lnTo>
                  <a:pt x="436" y="212"/>
                </a:lnTo>
                <a:lnTo>
                  <a:pt x="438" y="209"/>
                </a:lnTo>
                <a:lnTo>
                  <a:pt x="445" y="202"/>
                </a:lnTo>
                <a:lnTo>
                  <a:pt x="462" y="193"/>
                </a:lnTo>
                <a:lnTo>
                  <a:pt x="468" y="193"/>
                </a:lnTo>
                <a:lnTo>
                  <a:pt x="484" y="185"/>
                </a:lnTo>
                <a:lnTo>
                  <a:pt x="488" y="185"/>
                </a:lnTo>
                <a:lnTo>
                  <a:pt x="488" y="187"/>
                </a:lnTo>
                <a:lnTo>
                  <a:pt x="489" y="188"/>
                </a:lnTo>
                <a:lnTo>
                  <a:pt x="490" y="190"/>
                </a:lnTo>
                <a:lnTo>
                  <a:pt x="491" y="191"/>
                </a:lnTo>
                <a:lnTo>
                  <a:pt x="492" y="194"/>
                </a:lnTo>
                <a:lnTo>
                  <a:pt x="494" y="195"/>
                </a:lnTo>
                <a:lnTo>
                  <a:pt x="496" y="196"/>
                </a:lnTo>
                <a:lnTo>
                  <a:pt x="496" y="197"/>
                </a:lnTo>
                <a:lnTo>
                  <a:pt x="496" y="198"/>
                </a:lnTo>
                <a:lnTo>
                  <a:pt x="496" y="199"/>
                </a:lnTo>
                <a:lnTo>
                  <a:pt x="495" y="200"/>
                </a:lnTo>
                <a:lnTo>
                  <a:pt x="495" y="201"/>
                </a:lnTo>
                <a:lnTo>
                  <a:pt x="495" y="202"/>
                </a:lnTo>
                <a:lnTo>
                  <a:pt x="497" y="205"/>
                </a:lnTo>
                <a:lnTo>
                  <a:pt x="497" y="206"/>
                </a:lnTo>
                <a:lnTo>
                  <a:pt x="497" y="207"/>
                </a:lnTo>
                <a:lnTo>
                  <a:pt x="497" y="208"/>
                </a:lnTo>
                <a:lnTo>
                  <a:pt x="498" y="208"/>
                </a:lnTo>
                <a:lnTo>
                  <a:pt x="498" y="209"/>
                </a:lnTo>
                <a:lnTo>
                  <a:pt x="499" y="210"/>
                </a:lnTo>
                <a:lnTo>
                  <a:pt x="499" y="211"/>
                </a:lnTo>
                <a:lnTo>
                  <a:pt x="499" y="212"/>
                </a:lnTo>
                <a:lnTo>
                  <a:pt x="499" y="213"/>
                </a:lnTo>
                <a:lnTo>
                  <a:pt x="501" y="220"/>
                </a:lnTo>
                <a:lnTo>
                  <a:pt x="502" y="221"/>
                </a:lnTo>
                <a:lnTo>
                  <a:pt x="506" y="228"/>
                </a:lnTo>
                <a:lnTo>
                  <a:pt x="508" y="230"/>
                </a:lnTo>
                <a:lnTo>
                  <a:pt x="509" y="229"/>
                </a:lnTo>
                <a:lnTo>
                  <a:pt x="510" y="228"/>
                </a:lnTo>
                <a:lnTo>
                  <a:pt x="511" y="226"/>
                </a:lnTo>
                <a:lnTo>
                  <a:pt x="511" y="225"/>
                </a:lnTo>
                <a:lnTo>
                  <a:pt x="511" y="224"/>
                </a:lnTo>
                <a:lnTo>
                  <a:pt x="511" y="223"/>
                </a:lnTo>
                <a:lnTo>
                  <a:pt x="512" y="221"/>
                </a:lnTo>
                <a:lnTo>
                  <a:pt x="513" y="220"/>
                </a:lnTo>
                <a:lnTo>
                  <a:pt x="514" y="219"/>
                </a:lnTo>
                <a:lnTo>
                  <a:pt x="514" y="218"/>
                </a:lnTo>
                <a:lnTo>
                  <a:pt x="514" y="217"/>
                </a:lnTo>
                <a:lnTo>
                  <a:pt x="514" y="216"/>
                </a:lnTo>
                <a:lnTo>
                  <a:pt x="515" y="216"/>
                </a:lnTo>
                <a:lnTo>
                  <a:pt x="515" y="215"/>
                </a:lnTo>
                <a:lnTo>
                  <a:pt x="516" y="213"/>
                </a:lnTo>
                <a:lnTo>
                  <a:pt x="517" y="212"/>
                </a:lnTo>
                <a:lnTo>
                  <a:pt x="520" y="209"/>
                </a:lnTo>
                <a:lnTo>
                  <a:pt x="521" y="208"/>
                </a:lnTo>
                <a:lnTo>
                  <a:pt x="523" y="207"/>
                </a:lnTo>
                <a:lnTo>
                  <a:pt x="525" y="205"/>
                </a:lnTo>
                <a:lnTo>
                  <a:pt x="526" y="204"/>
                </a:lnTo>
                <a:lnTo>
                  <a:pt x="529" y="203"/>
                </a:lnTo>
                <a:lnTo>
                  <a:pt x="532" y="201"/>
                </a:lnTo>
                <a:lnTo>
                  <a:pt x="533" y="201"/>
                </a:lnTo>
                <a:lnTo>
                  <a:pt x="537" y="198"/>
                </a:lnTo>
                <a:lnTo>
                  <a:pt x="539" y="196"/>
                </a:lnTo>
                <a:lnTo>
                  <a:pt x="542" y="195"/>
                </a:lnTo>
                <a:lnTo>
                  <a:pt x="543" y="194"/>
                </a:lnTo>
                <a:lnTo>
                  <a:pt x="544" y="194"/>
                </a:lnTo>
                <a:lnTo>
                  <a:pt x="545" y="193"/>
                </a:lnTo>
                <a:lnTo>
                  <a:pt x="547" y="191"/>
                </a:lnTo>
                <a:lnTo>
                  <a:pt x="548" y="190"/>
                </a:lnTo>
                <a:lnTo>
                  <a:pt x="550" y="190"/>
                </a:lnTo>
                <a:lnTo>
                  <a:pt x="551" y="189"/>
                </a:lnTo>
                <a:lnTo>
                  <a:pt x="552" y="189"/>
                </a:lnTo>
                <a:lnTo>
                  <a:pt x="554" y="188"/>
                </a:lnTo>
                <a:lnTo>
                  <a:pt x="554" y="187"/>
                </a:lnTo>
                <a:lnTo>
                  <a:pt x="555" y="187"/>
                </a:lnTo>
                <a:lnTo>
                  <a:pt x="556" y="186"/>
                </a:lnTo>
                <a:lnTo>
                  <a:pt x="558" y="186"/>
                </a:lnTo>
                <a:lnTo>
                  <a:pt x="559" y="186"/>
                </a:lnTo>
                <a:lnTo>
                  <a:pt x="560" y="186"/>
                </a:lnTo>
                <a:lnTo>
                  <a:pt x="561" y="185"/>
                </a:lnTo>
                <a:lnTo>
                  <a:pt x="562" y="185"/>
                </a:lnTo>
                <a:lnTo>
                  <a:pt x="563" y="184"/>
                </a:lnTo>
                <a:lnTo>
                  <a:pt x="564" y="184"/>
                </a:lnTo>
                <a:lnTo>
                  <a:pt x="565" y="182"/>
                </a:lnTo>
                <a:lnTo>
                  <a:pt x="566" y="182"/>
                </a:lnTo>
                <a:lnTo>
                  <a:pt x="567" y="181"/>
                </a:lnTo>
                <a:lnTo>
                  <a:pt x="570" y="180"/>
                </a:lnTo>
                <a:lnTo>
                  <a:pt x="571" y="180"/>
                </a:lnTo>
                <a:lnTo>
                  <a:pt x="574" y="181"/>
                </a:lnTo>
                <a:lnTo>
                  <a:pt x="575" y="180"/>
                </a:lnTo>
                <a:lnTo>
                  <a:pt x="576" y="180"/>
                </a:lnTo>
                <a:lnTo>
                  <a:pt x="577" y="180"/>
                </a:lnTo>
                <a:lnTo>
                  <a:pt x="578" y="180"/>
                </a:lnTo>
                <a:lnTo>
                  <a:pt x="582" y="180"/>
                </a:lnTo>
                <a:lnTo>
                  <a:pt x="584" y="180"/>
                </a:lnTo>
                <a:lnTo>
                  <a:pt x="585" y="180"/>
                </a:lnTo>
                <a:lnTo>
                  <a:pt x="588" y="179"/>
                </a:lnTo>
                <a:lnTo>
                  <a:pt x="590" y="178"/>
                </a:lnTo>
                <a:lnTo>
                  <a:pt x="591" y="178"/>
                </a:lnTo>
                <a:lnTo>
                  <a:pt x="593" y="178"/>
                </a:lnTo>
                <a:lnTo>
                  <a:pt x="595" y="179"/>
                </a:lnTo>
                <a:lnTo>
                  <a:pt x="598" y="179"/>
                </a:lnTo>
                <a:lnTo>
                  <a:pt x="599" y="178"/>
                </a:lnTo>
                <a:lnTo>
                  <a:pt x="600" y="177"/>
                </a:lnTo>
                <a:lnTo>
                  <a:pt x="601" y="177"/>
                </a:lnTo>
                <a:lnTo>
                  <a:pt x="601" y="176"/>
                </a:lnTo>
                <a:lnTo>
                  <a:pt x="603" y="175"/>
                </a:lnTo>
                <a:lnTo>
                  <a:pt x="605" y="175"/>
                </a:lnTo>
                <a:lnTo>
                  <a:pt x="607" y="174"/>
                </a:lnTo>
                <a:lnTo>
                  <a:pt x="611" y="173"/>
                </a:lnTo>
                <a:lnTo>
                  <a:pt x="613" y="172"/>
                </a:lnTo>
                <a:lnTo>
                  <a:pt x="614" y="172"/>
                </a:lnTo>
                <a:lnTo>
                  <a:pt x="615" y="171"/>
                </a:lnTo>
                <a:lnTo>
                  <a:pt x="618" y="169"/>
                </a:lnTo>
                <a:lnTo>
                  <a:pt x="620" y="169"/>
                </a:lnTo>
                <a:lnTo>
                  <a:pt x="621" y="169"/>
                </a:lnTo>
                <a:lnTo>
                  <a:pt x="622" y="168"/>
                </a:lnTo>
                <a:lnTo>
                  <a:pt x="623" y="168"/>
                </a:lnTo>
                <a:lnTo>
                  <a:pt x="624" y="167"/>
                </a:lnTo>
                <a:lnTo>
                  <a:pt x="625" y="167"/>
                </a:lnTo>
                <a:lnTo>
                  <a:pt x="626" y="166"/>
                </a:lnTo>
                <a:lnTo>
                  <a:pt x="627" y="165"/>
                </a:lnTo>
                <a:lnTo>
                  <a:pt x="629" y="164"/>
                </a:lnTo>
                <a:lnTo>
                  <a:pt x="630" y="164"/>
                </a:lnTo>
                <a:lnTo>
                  <a:pt x="630" y="163"/>
                </a:lnTo>
                <a:lnTo>
                  <a:pt x="631" y="161"/>
                </a:lnTo>
                <a:lnTo>
                  <a:pt x="632" y="161"/>
                </a:lnTo>
                <a:lnTo>
                  <a:pt x="633" y="160"/>
                </a:lnTo>
                <a:lnTo>
                  <a:pt x="634" y="159"/>
                </a:lnTo>
                <a:lnTo>
                  <a:pt x="635" y="158"/>
                </a:lnTo>
                <a:lnTo>
                  <a:pt x="637" y="157"/>
                </a:lnTo>
                <a:lnTo>
                  <a:pt x="638" y="156"/>
                </a:lnTo>
                <a:lnTo>
                  <a:pt x="639" y="155"/>
                </a:lnTo>
                <a:lnTo>
                  <a:pt x="640" y="154"/>
                </a:lnTo>
                <a:lnTo>
                  <a:pt x="640" y="153"/>
                </a:lnTo>
                <a:lnTo>
                  <a:pt x="640" y="152"/>
                </a:lnTo>
                <a:lnTo>
                  <a:pt x="641" y="152"/>
                </a:lnTo>
                <a:lnTo>
                  <a:pt x="641" y="151"/>
                </a:lnTo>
                <a:lnTo>
                  <a:pt x="642" y="150"/>
                </a:lnTo>
                <a:lnTo>
                  <a:pt x="642" y="149"/>
                </a:lnTo>
                <a:lnTo>
                  <a:pt x="642" y="148"/>
                </a:lnTo>
                <a:lnTo>
                  <a:pt x="643" y="148"/>
                </a:lnTo>
                <a:lnTo>
                  <a:pt x="643" y="147"/>
                </a:lnTo>
                <a:lnTo>
                  <a:pt x="644" y="147"/>
                </a:lnTo>
                <a:lnTo>
                  <a:pt x="644" y="146"/>
                </a:lnTo>
                <a:lnTo>
                  <a:pt x="644" y="145"/>
                </a:lnTo>
                <a:lnTo>
                  <a:pt x="643" y="145"/>
                </a:lnTo>
                <a:lnTo>
                  <a:pt x="645" y="140"/>
                </a:lnTo>
                <a:lnTo>
                  <a:pt x="637" y="120"/>
                </a:lnTo>
                <a:lnTo>
                  <a:pt x="642" y="116"/>
                </a:lnTo>
                <a:lnTo>
                  <a:pt x="647" y="112"/>
                </a:lnTo>
                <a:lnTo>
                  <a:pt x="653" y="107"/>
                </a:lnTo>
                <a:lnTo>
                  <a:pt x="635" y="83"/>
                </a:lnTo>
                <a:lnTo>
                  <a:pt x="635" y="81"/>
                </a:lnTo>
                <a:lnTo>
                  <a:pt x="636" y="77"/>
                </a:lnTo>
                <a:lnTo>
                  <a:pt x="640" y="65"/>
                </a:lnTo>
                <a:lnTo>
                  <a:pt x="631" y="61"/>
                </a:lnTo>
                <a:lnTo>
                  <a:pt x="628" y="59"/>
                </a:lnTo>
                <a:lnTo>
                  <a:pt x="630" y="56"/>
                </a:lnTo>
                <a:lnTo>
                  <a:pt x="632" y="54"/>
                </a:lnTo>
                <a:lnTo>
                  <a:pt x="634" y="50"/>
                </a:lnTo>
                <a:lnTo>
                  <a:pt x="636" y="38"/>
                </a:lnTo>
                <a:lnTo>
                  <a:pt x="637" y="38"/>
                </a:lnTo>
                <a:lnTo>
                  <a:pt x="638" y="37"/>
                </a:lnTo>
                <a:lnTo>
                  <a:pt x="641" y="35"/>
                </a:lnTo>
                <a:lnTo>
                  <a:pt x="642" y="34"/>
                </a:lnTo>
                <a:lnTo>
                  <a:pt x="643" y="34"/>
                </a:lnTo>
                <a:lnTo>
                  <a:pt x="644" y="33"/>
                </a:lnTo>
                <a:lnTo>
                  <a:pt x="645" y="33"/>
                </a:lnTo>
                <a:lnTo>
                  <a:pt x="649" y="27"/>
                </a:lnTo>
                <a:lnTo>
                  <a:pt x="649" y="26"/>
                </a:lnTo>
                <a:lnTo>
                  <a:pt x="650" y="26"/>
                </a:lnTo>
                <a:lnTo>
                  <a:pt x="653" y="25"/>
                </a:lnTo>
                <a:lnTo>
                  <a:pt x="654" y="25"/>
                </a:lnTo>
                <a:lnTo>
                  <a:pt x="658" y="24"/>
                </a:lnTo>
                <a:lnTo>
                  <a:pt x="659" y="22"/>
                </a:lnTo>
                <a:lnTo>
                  <a:pt x="659" y="21"/>
                </a:lnTo>
                <a:lnTo>
                  <a:pt x="660" y="21"/>
                </a:lnTo>
                <a:lnTo>
                  <a:pt x="661" y="21"/>
                </a:lnTo>
                <a:lnTo>
                  <a:pt x="662" y="21"/>
                </a:lnTo>
                <a:lnTo>
                  <a:pt x="667" y="19"/>
                </a:lnTo>
                <a:lnTo>
                  <a:pt x="668" y="18"/>
                </a:lnTo>
                <a:lnTo>
                  <a:pt x="671" y="17"/>
                </a:lnTo>
                <a:lnTo>
                  <a:pt x="672" y="16"/>
                </a:lnTo>
                <a:lnTo>
                  <a:pt x="674" y="15"/>
                </a:lnTo>
                <a:lnTo>
                  <a:pt x="675" y="15"/>
                </a:lnTo>
                <a:lnTo>
                  <a:pt x="676" y="14"/>
                </a:lnTo>
                <a:lnTo>
                  <a:pt x="677" y="14"/>
                </a:lnTo>
                <a:lnTo>
                  <a:pt x="677" y="13"/>
                </a:lnTo>
                <a:lnTo>
                  <a:pt x="678" y="13"/>
                </a:lnTo>
                <a:lnTo>
                  <a:pt x="679" y="13"/>
                </a:lnTo>
                <a:lnTo>
                  <a:pt x="680" y="12"/>
                </a:lnTo>
                <a:lnTo>
                  <a:pt x="681" y="12"/>
                </a:lnTo>
                <a:lnTo>
                  <a:pt x="682" y="11"/>
                </a:lnTo>
                <a:lnTo>
                  <a:pt x="683" y="11"/>
                </a:lnTo>
                <a:lnTo>
                  <a:pt x="684" y="10"/>
                </a:lnTo>
                <a:lnTo>
                  <a:pt x="685" y="10"/>
                </a:lnTo>
                <a:lnTo>
                  <a:pt x="686" y="9"/>
                </a:lnTo>
                <a:lnTo>
                  <a:pt x="688" y="9"/>
                </a:lnTo>
                <a:lnTo>
                  <a:pt x="688" y="8"/>
                </a:lnTo>
                <a:lnTo>
                  <a:pt x="689" y="8"/>
                </a:lnTo>
                <a:lnTo>
                  <a:pt x="690" y="7"/>
                </a:lnTo>
                <a:lnTo>
                  <a:pt x="693" y="5"/>
                </a:lnTo>
                <a:lnTo>
                  <a:pt x="700" y="5"/>
                </a:lnTo>
                <a:lnTo>
                  <a:pt x="704" y="5"/>
                </a:lnTo>
                <a:lnTo>
                  <a:pt x="707" y="4"/>
                </a:lnTo>
                <a:lnTo>
                  <a:pt x="711" y="4"/>
                </a:lnTo>
                <a:lnTo>
                  <a:pt x="712" y="4"/>
                </a:lnTo>
                <a:lnTo>
                  <a:pt x="716" y="4"/>
                </a:lnTo>
                <a:lnTo>
                  <a:pt x="718" y="4"/>
                </a:lnTo>
                <a:lnTo>
                  <a:pt x="720" y="4"/>
                </a:lnTo>
                <a:lnTo>
                  <a:pt x="724" y="4"/>
                </a:lnTo>
                <a:lnTo>
                  <a:pt x="727" y="4"/>
                </a:lnTo>
                <a:lnTo>
                  <a:pt x="732" y="4"/>
                </a:lnTo>
                <a:lnTo>
                  <a:pt x="748" y="3"/>
                </a:lnTo>
                <a:lnTo>
                  <a:pt x="758" y="4"/>
                </a:lnTo>
                <a:lnTo>
                  <a:pt x="766" y="5"/>
                </a:lnTo>
                <a:lnTo>
                  <a:pt x="782" y="6"/>
                </a:lnTo>
                <a:lnTo>
                  <a:pt x="789" y="5"/>
                </a:lnTo>
                <a:lnTo>
                  <a:pt x="791" y="4"/>
                </a:lnTo>
                <a:lnTo>
                  <a:pt x="792" y="4"/>
                </a:lnTo>
                <a:lnTo>
                  <a:pt x="794" y="4"/>
                </a:lnTo>
                <a:lnTo>
                  <a:pt x="796" y="3"/>
                </a:lnTo>
                <a:lnTo>
                  <a:pt x="801" y="2"/>
                </a:lnTo>
                <a:lnTo>
                  <a:pt x="805" y="1"/>
                </a:lnTo>
                <a:lnTo>
                  <a:pt x="808" y="1"/>
                </a:lnTo>
                <a:lnTo>
                  <a:pt x="809" y="0"/>
                </a:lnTo>
                <a:lnTo>
                  <a:pt x="811" y="0"/>
                </a:lnTo>
                <a:lnTo>
                  <a:pt x="813" y="7"/>
                </a:lnTo>
                <a:lnTo>
                  <a:pt x="819" y="26"/>
                </a:lnTo>
                <a:moveTo>
                  <a:pt x="2140" y="1564"/>
                </a:moveTo>
                <a:lnTo>
                  <a:pt x="2139" y="1564"/>
                </a:lnTo>
                <a:lnTo>
                  <a:pt x="2138" y="1564"/>
                </a:lnTo>
                <a:lnTo>
                  <a:pt x="2137" y="1564"/>
                </a:lnTo>
                <a:lnTo>
                  <a:pt x="2135" y="1565"/>
                </a:lnTo>
                <a:lnTo>
                  <a:pt x="2134" y="1566"/>
                </a:lnTo>
                <a:lnTo>
                  <a:pt x="2133" y="1566"/>
                </a:lnTo>
                <a:lnTo>
                  <a:pt x="2132" y="1566"/>
                </a:lnTo>
                <a:lnTo>
                  <a:pt x="2130" y="1567"/>
                </a:lnTo>
                <a:lnTo>
                  <a:pt x="2129" y="1568"/>
                </a:lnTo>
                <a:lnTo>
                  <a:pt x="2128" y="1568"/>
                </a:lnTo>
                <a:lnTo>
                  <a:pt x="2127" y="1568"/>
                </a:lnTo>
                <a:lnTo>
                  <a:pt x="2126" y="1569"/>
                </a:lnTo>
                <a:lnTo>
                  <a:pt x="2125" y="1569"/>
                </a:lnTo>
                <a:lnTo>
                  <a:pt x="2124" y="1570"/>
                </a:lnTo>
                <a:lnTo>
                  <a:pt x="2123" y="1570"/>
                </a:lnTo>
                <a:lnTo>
                  <a:pt x="2122" y="1570"/>
                </a:lnTo>
                <a:lnTo>
                  <a:pt x="2122" y="1569"/>
                </a:lnTo>
                <a:lnTo>
                  <a:pt x="2121" y="1569"/>
                </a:lnTo>
                <a:lnTo>
                  <a:pt x="2119" y="1570"/>
                </a:lnTo>
                <a:lnTo>
                  <a:pt x="2118" y="1571"/>
                </a:lnTo>
                <a:lnTo>
                  <a:pt x="2118" y="1572"/>
                </a:lnTo>
                <a:lnTo>
                  <a:pt x="2118" y="1573"/>
                </a:lnTo>
                <a:lnTo>
                  <a:pt x="2118" y="1576"/>
                </a:lnTo>
                <a:lnTo>
                  <a:pt x="2118" y="1577"/>
                </a:lnTo>
                <a:lnTo>
                  <a:pt x="2119" y="1578"/>
                </a:lnTo>
                <a:lnTo>
                  <a:pt x="2120" y="1578"/>
                </a:lnTo>
                <a:lnTo>
                  <a:pt x="2121" y="1577"/>
                </a:lnTo>
                <a:lnTo>
                  <a:pt x="2121" y="1578"/>
                </a:lnTo>
                <a:lnTo>
                  <a:pt x="2123" y="1577"/>
                </a:lnTo>
                <a:lnTo>
                  <a:pt x="2123" y="1576"/>
                </a:lnTo>
                <a:lnTo>
                  <a:pt x="2124" y="1576"/>
                </a:lnTo>
                <a:lnTo>
                  <a:pt x="2124" y="1575"/>
                </a:lnTo>
                <a:lnTo>
                  <a:pt x="2125" y="1575"/>
                </a:lnTo>
                <a:lnTo>
                  <a:pt x="2126" y="1576"/>
                </a:lnTo>
                <a:lnTo>
                  <a:pt x="2127" y="1576"/>
                </a:lnTo>
                <a:lnTo>
                  <a:pt x="2128" y="1575"/>
                </a:lnTo>
                <a:lnTo>
                  <a:pt x="2129" y="1574"/>
                </a:lnTo>
                <a:lnTo>
                  <a:pt x="2130" y="1575"/>
                </a:lnTo>
                <a:lnTo>
                  <a:pt x="2131" y="1575"/>
                </a:lnTo>
                <a:lnTo>
                  <a:pt x="2132" y="1575"/>
                </a:lnTo>
                <a:lnTo>
                  <a:pt x="2134" y="1573"/>
                </a:lnTo>
                <a:lnTo>
                  <a:pt x="2135" y="1573"/>
                </a:lnTo>
                <a:lnTo>
                  <a:pt x="2135" y="1572"/>
                </a:lnTo>
                <a:lnTo>
                  <a:pt x="2135" y="1571"/>
                </a:lnTo>
                <a:lnTo>
                  <a:pt x="2136" y="1571"/>
                </a:lnTo>
                <a:lnTo>
                  <a:pt x="2136" y="1573"/>
                </a:lnTo>
                <a:lnTo>
                  <a:pt x="2137" y="1573"/>
                </a:lnTo>
                <a:lnTo>
                  <a:pt x="2137" y="1572"/>
                </a:lnTo>
                <a:lnTo>
                  <a:pt x="2138" y="1572"/>
                </a:lnTo>
                <a:lnTo>
                  <a:pt x="2138" y="1571"/>
                </a:lnTo>
                <a:lnTo>
                  <a:pt x="2137" y="1571"/>
                </a:lnTo>
                <a:lnTo>
                  <a:pt x="2137" y="1570"/>
                </a:lnTo>
                <a:lnTo>
                  <a:pt x="2138" y="1569"/>
                </a:lnTo>
                <a:lnTo>
                  <a:pt x="2139" y="1568"/>
                </a:lnTo>
                <a:lnTo>
                  <a:pt x="2139" y="1567"/>
                </a:lnTo>
                <a:lnTo>
                  <a:pt x="2141" y="1566"/>
                </a:lnTo>
                <a:lnTo>
                  <a:pt x="2142" y="1566"/>
                </a:lnTo>
                <a:lnTo>
                  <a:pt x="2142" y="1567"/>
                </a:lnTo>
                <a:lnTo>
                  <a:pt x="2142" y="1568"/>
                </a:lnTo>
                <a:lnTo>
                  <a:pt x="2144" y="1570"/>
                </a:lnTo>
                <a:lnTo>
                  <a:pt x="2144" y="1571"/>
                </a:lnTo>
                <a:lnTo>
                  <a:pt x="2145" y="1571"/>
                </a:lnTo>
                <a:lnTo>
                  <a:pt x="2145" y="1570"/>
                </a:lnTo>
                <a:lnTo>
                  <a:pt x="2145" y="1569"/>
                </a:lnTo>
                <a:lnTo>
                  <a:pt x="2144" y="1568"/>
                </a:lnTo>
                <a:lnTo>
                  <a:pt x="2144" y="1567"/>
                </a:lnTo>
                <a:lnTo>
                  <a:pt x="2145" y="1565"/>
                </a:lnTo>
                <a:lnTo>
                  <a:pt x="2145" y="1564"/>
                </a:lnTo>
                <a:lnTo>
                  <a:pt x="2145" y="1563"/>
                </a:lnTo>
                <a:lnTo>
                  <a:pt x="2145" y="1562"/>
                </a:lnTo>
                <a:lnTo>
                  <a:pt x="2144" y="1562"/>
                </a:lnTo>
                <a:lnTo>
                  <a:pt x="2143" y="1562"/>
                </a:lnTo>
                <a:lnTo>
                  <a:pt x="2142" y="1562"/>
                </a:lnTo>
                <a:lnTo>
                  <a:pt x="2141" y="1563"/>
                </a:lnTo>
                <a:lnTo>
                  <a:pt x="2140" y="1563"/>
                </a:lnTo>
                <a:lnTo>
                  <a:pt x="2140" y="156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2" name=""/>
          <p:cNvSpPr/>
          <p:nvPr/>
        </p:nvSpPr>
        <p:spPr>
          <a:xfrm>
            <a:off x="6541200" y="1347480"/>
            <a:ext cx="806760" cy="582840"/>
          </a:xfrm>
          <a:custGeom>
            <a:avLst/>
            <a:gdLst/>
            <a:ahLst/>
            <a:rect l="0" t="0" r="r" b="b"/>
            <a:pathLst>
              <a:path w="2241" h="1619">
                <a:moveTo>
                  <a:pt x="1311" y="56"/>
                </a:moveTo>
                <a:lnTo>
                  <a:pt x="1312" y="56"/>
                </a:lnTo>
                <a:lnTo>
                  <a:pt x="1313" y="56"/>
                </a:lnTo>
                <a:lnTo>
                  <a:pt x="1314" y="56"/>
                </a:lnTo>
                <a:lnTo>
                  <a:pt x="1314" y="57"/>
                </a:lnTo>
                <a:lnTo>
                  <a:pt x="1314" y="56"/>
                </a:lnTo>
                <a:lnTo>
                  <a:pt x="1315" y="56"/>
                </a:lnTo>
                <a:lnTo>
                  <a:pt x="1315" y="57"/>
                </a:lnTo>
                <a:lnTo>
                  <a:pt x="1316" y="57"/>
                </a:lnTo>
                <a:lnTo>
                  <a:pt x="1317" y="57"/>
                </a:lnTo>
                <a:lnTo>
                  <a:pt x="1317" y="58"/>
                </a:lnTo>
                <a:lnTo>
                  <a:pt x="1317" y="59"/>
                </a:lnTo>
                <a:lnTo>
                  <a:pt x="1318" y="59"/>
                </a:lnTo>
                <a:lnTo>
                  <a:pt x="1319" y="59"/>
                </a:lnTo>
                <a:lnTo>
                  <a:pt x="1320" y="59"/>
                </a:lnTo>
                <a:lnTo>
                  <a:pt x="1320" y="58"/>
                </a:lnTo>
                <a:lnTo>
                  <a:pt x="1321" y="58"/>
                </a:lnTo>
                <a:lnTo>
                  <a:pt x="1322" y="58"/>
                </a:lnTo>
                <a:lnTo>
                  <a:pt x="1323" y="59"/>
                </a:lnTo>
                <a:lnTo>
                  <a:pt x="1324" y="59"/>
                </a:lnTo>
                <a:lnTo>
                  <a:pt x="1325" y="59"/>
                </a:lnTo>
                <a:lnTo>
                  <a:pt x="1326" y="60"/>
                </a:lnTo>
                <a:lnTo>
                  <a:pt x="1327" y="60"/>
                </a:lnTo>
                <a:lnTo>
                  <a:pt x="1328" y="60"/>
                </a:lnTo>
                <a:lnTo>
                  <a:pt x="1328" y="59"/>
                </a:lnTo>
                <a:lnTo>
                  <a:pt x="1329" y="59"/>
                </a:lnTo>
                <a:lnTo>
                  <a:pt x="1329" y="60"/>
                </a:lnTo>
                <a:lnTo>
                  <a:pt x="1330" y="60"/>
                </a:lnTo>
                <a:lnTo>
                  <a:pt x="1330" y="59"/>
                </a:lnTo>
                <a:lnTo>
                  <a:pt x="1330" y="60"/>
                </a:lnTo>
                <a:lnTo>
                  <a:pt x="1330" y="59"/>
                </a:lnTo>
                <a:lnTo>
                  <a:pt x="1330" y="60"/>
                </a:lnTo>
                <a:lnTo>
                  <a:pt x="1331" y="60"/>
                </a:lnTo>
                <a:lnTo>
                  <a:pt x="1332" y="60"/>
                </a:lnTo>
                <a:lnTo>
                  <a:pt x="1332" y="61"/>
                </a:lnTo>
                <a:lnTo>
                  <a:pt x="1333" y="61"/>
                </a:lnTo>
                <a:lnTo>
                  <a:pt x="1333" y="62"/>
                </a:lnTo>
                <a:lnTo>
                  <a:pt x="1334" y="62"/>
                </a:lnTo>
                <a:lnTo>
                  <a:pt x="1335" y="62"/>
                </a:lnTo>
                <a:lnTo>
                  <a:pt x="1338" y="61"/>
                </a:lnTo>
                <a:lnTo>
                  <a:pt x="1340" y="61"/>
                </a:lnTo>
                <a:lnTo>
                  <a:pt x="1341" y="61"/>
                </a:lnTo>
                <a:lnTo>
                  <a:pt x="1341" y="63"/>
                </a:lnTo>
                <a:lnTo>
                  <a:pt x="1342" y="63"/>
                </a:lnTo>
                <a:lnTo>
                  <a:pt x="1344" y="64"/>
                </a:lnTo>
                <a:lnTo>
                  <a:pt x="1346" y="65"/>
                </a:lnTo>
                <a:lnTo>
                  <a:pt x="1347" y="65"/>
                </a:lnTo>
                <a:lnTo>
                  <a:pt x="1348" y="67"/>
                </a:lnTo>
                <a:lnTo>
                  <a:pt x="1350" y="67"/>
                </a:lnTo>
                <a:lnTo>
                  <a:pt x="1351" y="67"/>
                </a:lnTo>
                <a:lnTo>
                  <a:pt x="1352" y="69"/>
                </a:lnTo>
                <a:lnTo>
                  <a:pt x="1354" y="69"/>
                </a:lnTo>
                <a:lnTo>
                  <a:pt x="1355" y="70"/>
                </a:lnTo>
                <a:lnTo>
                  <a:pt x="1356" y="70"/>
                </a:lnTo>
                <a:lnTo>
                  <a:pt x="1356" y="69"/>
                </a:lnTo>
                <a:lnTo>
                  <a:pt x="1356" y="68"/>
                </a:lnTo>
                <a:lnTo>
                  <a:pt x="1359" y="68"/>
                </a:lnTo>
                <a:lnTo>
                  <a:pt x="1361" y="67"/>
                </a:lnTo>
                <a:lnTo>
                  <a:pt x="1361" y="68"/>
                </a:lnTo>
                <a:lnTo>
                  <a:pt x="1362" y="69"/>
                </a:lnTo>
                <a:lnTo>
                  <a:pt x="1362" y="70"/>
                </a:lnTo>
                <a:lnTo>
                  <a:pt x="1363" y="72"/>
                </a:lnTo>
                <a:lnTo>
                  <a:pt x="1364" y="73"/>
                </a:lnTo>
                <a:lnTo>
                  <a:pt x="1365" y="73"/>
                </a:lnTo>
                <a:lnTo>
                  <a:pt x="1367" y="72"/>
                </a:lnTo>
                <a:lnTo>
                  <a:pt x="1368" y="73"/>
                </a:lnTo>
                <a:lnTo>
                  <a:pt x="1369" y="74"/>
                </a:lnTo>
                <a:lnTo>
                  <a:pt x="1369" y="73"/>
                </a:lnTo>
                <a:lnTo>
                  <a:pt x="1370" y="74"/>
                </a:lnTo>
                <a:lnTo>
                  <a:pt x="1370" y="75"/>
                </a:lnTo>
                <a:lnTo>
                  <a:pt x="1371" y="75"/>
                </a:lnTo>
                <a:lnTo>
                  <a:pt x="1371" y="76"/>
                </a:lnTo>
                <a:lnTo>
                  <a:pt x="1372" y="76"/>
                </a:lnTo>
                <a:lnTo>
                  <a:pt x="1372" y="78"/>
                </a:lnTo>
                <a:lnTo>
                  <a:pt x="1372" y="79"/>
                </a:lnTo>
                <a:lnTo>
                  <a:pt x="1373" y="79"/>
                </a:lnTo>
                <a:lnTo>
                  <a:pt x="1374" y="79"/>
                </a:lnTo>
                <a:lnTo>
                  <a:pt x="1375" y="79"/>
                </a:lnTo>
                <a:lnTo>
                  <a:pt x="1375" y="80"/>
                </a:lnTo>
                <a:lnTo>
                  <a:pt x="1375" y="81"/>
                </a:lnTo>
                <a:lnTo>
                  <a:pt x="1376" y="81"/>
                </a:lnTo>
                <a:lnTo>
                  <a:pt x="1377" y="81"/>
                </a:lnTo>
                <a:lnTo>
                  <a:pt x="1378" y="81"/>
                </a:lnTo>
                <a:lnTo>
                  <a:pt x="1378" y="80"/>
                </a:lnTo>
                <a:lnTo>
                  <a:pt x="1379" y="80"/>
                </a:lnTo>
                <a:lnTo>
                  <a:pt x="1379" y="81"/>
                </a:lnTo>
                <a:lnTo>
                  <a:pt x="1379" y="82"/>
                </a:lnTo>
                <a:lnTo>
                  <a:pt x="1380" y="82"/>
                </a:lnTo>
                <a:lnTo>
                  <a:pt x="1380" y="83"/>
                </a:lnTo>
                <a:lnTo>
                  <a:pt x="1380" y="84"/>
                </a:lnTo>
                <a:lnTo>
                  <a:pt x="1380" y="85"/>
                </a:lnTo>
                <a:lnTo>
                  <a:pt x="1381" y="85"/>
                </a:lnTo>
                <a:lnTo>
                  <a:pt x="1382" y="85"/>
                </a:lnTo>
                <a:lnTo>
                  <a:pt x="1382" y="86"/>
                </a:lnTo>
                <a:lnTo>
                  <a:pt x="1382" y="87"/>
                </a:lnTo>
                <a:lnTo>
                  <a:pt x="1382" y="88"/>
                </a:lnTo>
                <a:lnTo>
                  <a:pt x="1382" y="89"/>
                </a:lnTo>
                <a:lnTo>
                  <a:pt x="1383" y="89"/>
                </a:lnTo>
                <a:lnTo>
                  <a:pt x="1384" y="89"/>
                </a:lnTo>
                <a:lnTo>
                  <a:pt x="1384" y="90"/>
                </a:lnTo>
                <a:lnTo>
                  <a:pt x="1385" y="90"/>
                </a:lnTo>
                <a:lnTo>
                  <a:pt x="1386" y="90"/>
                </a:lnTo>
                <a:lnTo>
                  <a:pt x="1387" y="90"/>
                </a:lnTo>
                <a:lnTo>
                  <a:pt x="1388" y="91"/>
                </a:lnTo>
                <a:lnTo>
                  <a:pt x="1389" y="91"/>
                </a:lnTo>
                <a:lnTo>
                  <a:pt x="1390" y="91"/>
                </a:lnTo>
                <a:lnTo>
                  <a:pt x="1391" y="92"/>
                </a:lnTo>
                <a:lnTo>
                  <a:pt x="1392" y="93"/>
                </a:lnTo>
                <a:lnTo>
                  <a:pt x="1392" y="94"/>
                </a:lnTo>
                <a:lnTo>
                  <a:pt x="1393" y="94"/>
                </a:lnTo>
                <a:lnTo>
                  <a:pt x="1393" y="95"/>
                </a:lnTo>
                <a:lnTo>
                  <a:pt x="1394" y="95"/>
                </a:lnTo>
                <a:lnTo>
                  <a:pt x="1395" y="95"/>
                </a:lnTo>
                <a:lnTo>
                  <a:pt x="1395" y="96"/>
                </a:lnTo>
                <a:lnTo>
                  <a:pt x="1396" y="96"/>
                </a:lnTo>
                <a:lnTo>
                  <a:pt x="1397" y="96"/>
                </a:lnTo>
                <a:lnTo>
                  <a:pt x="1397" y="97"/>
                </a:lnTo>
                <a:lnTo>
                  <a:pt x="1397" y="98"/>
                </a:lnTo>
                <a:lnTo>
                  <a:pt x="1398" y="98"/>
                </a:lnTo>
                <a:lnTo>
                  <a:pt x="1399" y="98"/>
                </a:lnTo>
                <a:lnTo>
                  <a:pt x="1399" y="99"/>
                </a:lnTo>
                <a:lnTo>
                  <a:pt x="1400" y="99"/>
                </a:lnTo>
                <a:lnTo>
                  <a:pt x="1401" y="99"/>
                </a:lnTo>
                <a:lnTo>
                  <a:pt x="1401" y="100"/>
                </a:lnTo>
                <a:lnTo>
                  <a:pt x="1402" y="100"/>
                </a:lnTo>
                <a:lnTo>
                  <a:pt x="1402" y="101"/>
                </a:lnTo>
                <a:lnTo>
                  <a:pt x="1403" y="100"/>
                </a:lnTo>
                <a:lnTo>
                  <a:pt x="1403" y="101"/>
                </a:lnTo>
                <a:lnTo>
                  <a:pt x="1404" y="101"/>
                </a:lnTo>
                <a:lnTo>
                  <a:pt x="1405" y="101"/>
                </a:lnTo>
                <a:lnTo>
                  <a:pt x="1405" y="102"/>
                </a:lnTo>
                <a:lnTo>
                  <a:pt x="1405" y="103"/>
                </a:lnTo>
                <a:lnTo>
                  <a:pt x="1406" y="103"/>
                </a:lnTo>
                <a:lnTo>
                  <a:pt x="1407" y="103"/>
                </a:lnTo>
                <a:lnTo>
                  <a:pt x="1407" y="104"/>
                </a:lnTo>
                <a:lnTo>
                  <a:pt x="1408" y="104"/>
                </a:lnTo>
                <a:lnTo>
                  <a:pt x="1408" y="105"/>
                </a:lnTo>
                <a:lnTo>
                  <a:pt x="1409" y="105"/>
                </a:lnTo>
                <a:lnTo>
                  <a:pt x="1410" y="105"/>
                </a:lnTo>
                <a:lnTo>
                  <a:pt x="1410" y="106"/>
                </a:lnTo>
                <a:lnTo>
                  <a:pt x="1411" y="106"/>
                </a:lnTo>
                <a:lnTo>
                  <a:pt x="1411" y="107"/>
                </a:lnTo>
                <a:lnTo>
                  <a:pt x="1411" y="108"/>
                </a:lnTo>
                <a:lnTo>
                  <a:pt x="1411" y="109"/>
                </a:lnTo>
                <a:lnTo>
                  <a:pt x="1411" y="110"/>
                </a:lnTo>
                <a:lnTo>
                  <a:pt x="1410" y="110"/>
                </a:lnTo>
                <a:lnTo>
                  <a:pt x="1410" y="111"/>
                </a:lnTo>
                <a:lnTo>
                  <a:pt x="1410" y="113"/>
                </a:lnTo>
                <a:lnTo>
                  <a:pt x="1411" y="113"/>
                </a:lnTo>
                <a:lnTo>
                  <a:pt x="1411" y="114"/>
                </a:lnTo>
                <a:lnTo>
                  <a:pt x="1412" y="114"/>
                </a:lnTo>
                <a:lnTo>
                  <a:pt x="1414" y="114"/>
                </a:lnTo>
                <a:lnTo>
                  <a:pt x="1415" y="115"/>
                </a:lnTo>
                <a:lnTo>
                  <a:pt x="1416" y="115"/>
                </a:lnTo>
                <a:lnTo>
                  <a:pt x="1417" y="115"/>
                </a:lnTo>
                <a:lnTo>
                  <a:pt x="1418" y="115"/>
                </a:lnTo>
                <a:lnTo>
                  <a:pt x="1418" y="116"/>
                </a:lnTo>
                <a:lnTo>
                  <a:pt x="1418" y="117"/>
                </a:lnTo>
                <a:lnTo>
                  <a:pt x="1419" y="117"/>
                </a:lnTo>
                <a:lnTo>
                  <a:pt x="1420" y="117"/>
                </a:lnTo>
                <a:lnTo>
                  <a:pt x="1421" y="117"/>
                </a:lnTo>
                <a:lnTo>
                  <a:pt x="1421" y="118"/>
                </a:lnTo>
                <a:lnTo>
                  <a:pt x="1421" y="119"/>
                </a:lnTo>
                <a:lnTo>
                  <a:pt x="1422" y="119"/>
                </a:lnTo>
                <a:lnTo>
                  <a:pt x="1422" y="120"/>
                </a:lnTo>
                <a:lnTo>
                  <a:pt x="1423" y="120"/>
                </a:lnTo>
                <a:lnTo>
                  <a:pt x="1424" y="121"/>
                </a:lnTo>
                <a:lnTo>
                  <a:pt x="1425" y="121"/>
                </a:lnTo>
                <a:lnTo>
                  <a:pt x="1426" y="121"/>
                </a:lnTo>
                <a:lnTo>
                  <a:pt x="1427" y="121"/>
                </a:lnTo>
                <a:lnTo>
                  <a:pt x="1428" y="121"/>
                </a:lnTo>
                <a:lnTo>
                  <a:pt x="1428" y="122"/>
                </a:lnTo>
                <a:lnTo>
                  <a:pt x="1429" y="122"/>
                </a:lnTo>
                <a:lnTo>
                  <a:pt x="1430" y="122"/>
                </a:lnTo>
                <a:lnTo>
                  <a:pt x="1430" y="121"/>
                </a:lnTo>
                <a:lnTo>
                  <a:pt x="1430" y="122"/>
                </a:lnTo>
                <a:lnTo>
                  <a:pt x="1431" y="122"/>
                </a:lnTo>
                <a:lnTo>
                  <a:pt x="1431" y="123"/>
                </a:lnTo>
                <a:lnTo>
                  <a:pt x="1432" y="123"/>
                </a:lnTo>
                <a:lnTo>
                  <a:pt x="1432" y="124"/>
                </a:lnTo>
                <a:lnTo>
                  <a:pt x="1433" y="124"/>
                </a:lnTo>
                <a:lnTo>
                  <a:pt x="1433" y="125"/>
                </a:lnTo>
                <a:lnTo>
                  <a:pt x="1434" y="125"/>
                </a:lnTo>
                <a:lnTo>
                  <a:pt x="1434" y="126"/>
                </a:lnTo>
                <a:lnTo>
                  <a:pt x="1435" y="126"/>
                </a:lnTo>
                <a:lnTo>
                  <a:pt x="1436" y="125"/>
                </a:lnTo>
                <a:lnTo>
                  <a:pt x="1436" y="126"/>
                </a:lnTo>
                <a:lnTo>
                  <a:pt x="1437" y="126"/>
                </a:lnTo>
                <a:lnTo>
                  <a:pt x="1437" y="127"/>
                </a:lnTo>
                <a:lnTo>
                  <a:pt x="1437" y="128"/>
                </a:lnTo>
                <a:lnTo>
                  <a:pt x="1438" y="128"/>
                </a:lnTo>
                <a:lnTo>
                  <a:pt x="1438" y="129"/>
                </a:lnTo>
                <a:lnTo>
                  <a:pt x="1439" y="130"/>
                </a:lnTo>
                <a:lnTo>
                  <a:pt x="1440" y="130"/>
                </a:lnTo>
                <a:lnTo>
                  <a:pt x="1440" y="131"/>
                </a:lnTo>
                <a:lnTo>
                  <a:pt x="1441" y="131"/>
                </a:lnTo>
                <a:lnTo>
                  <a:pt x="1442" y="131"/>
                </a:lnTo>
                <a:lnTo>
                  <a:pt x="1442" y="132"/>
                </a:lnTo>
                <a:lnTo>
                  <a:pt x="1443" y="132"/>
                </a:lnTo>
                <a:lnTo>
                  <a:pt x="1443" y="133"/>
                </a:lnTo>
                <a:lnTo>
                  <a:pt x="1444" y="133"/>
                </a:lnTo>
                <a:lnTo>
                  <a:pt x="1444" y="134"/>
                </a:lnTo>
                <a:lnTo>
                  <a:pt x="1445" y="134"/>
                </a:lnTo>
                <a:lnTo>
                  <a:pt x="1445" y="135"/>
                </a:lnTo>
                <a:lnTo>
                  <a:pt x="1446" y="135"/>
                </a:lnTo>
                <a:lnTo>
                  <a:pt x="1447" y="135"/>
                </a:lnTo>
                <a:lnTo>
                  <a:pt x="1447" y="134"/>
                </a:lnTo>
                <a:lnTo>
                  <a:pt x="1447" y="135"/>
                </a:lnTo>
                <a:lnTo>
                  <a:pt x="1448" y="135"/>
                </a:lnTo>
                <a:lnTo>
                  <a:pt x="1449" y="135"/>
                </a:lnTo>
                <a:lnTo>
                  <a:pt x="1449" y="136"/>
                </a:lnTo>
                <a:lnTo>
                  <a:pt x="1450" y="136"/>
                </a:lnTo>
                <a:lnTo>
                  <a:pt x="1450" y="137"/>
                </a:lnTo>
                <a:lnTo>
                  <a:pt x="1451" y="137"/>
                </a:lnTo>
                <a:lnTo>
                  <a:pt x="1452" y="137"/>
                </a:lnTo>
                <a:lnTo>
                  <a:pt x="1452" y="136"/>
                </a:lnTo>
                <a:lnTo>
                  <a:pt x="1452" y="137"/>
                </a:lnTo>
                <a:lnTo>
                  <a:pt x="1452" y="138"/>
                </a:lnTo>
                <a:lnTo>
                  <a:pt x="1453" y="138"/>
                </a:lnTo>
                <a:lnTo>
                  <a:pt x="1453" y="139"/>
                </a:lnTo>
                <a:lnTo>
                  <a:pt x="1454" y="139"/>
                </a:lnTo>
                <a:lnTo>
                  <a:pt x="1455" y="139"/>
                </a:lnTo>
                <a:lnTo>
                  <a:pt x="1455" y="140"/>
                </a:lnTo>
                <a:lnTo>
                  <a:pt x="1457" y="140"/>
                </a:lnTo>
                <a:lnTo>
                  <a:pt x="1458" y="140"/>
                </a:lnTo>
                <a:lnTo>
                  <a:pt x="1459" y="140"/>
                </a:lnTo>
                <a:lnTo>
                  <a:pt x="1460" y="140"/>
                </a:lnTo>
                <a:lnTo>
                  <a:pt x="1460" y="141"/>
                </a:lnTo>
                <a:lnTo>
                  <a:pt x="1461" y="141"/>
                </a:lnTo>
                <a:lnTo>
                  <a:pt x="1461" y="142"/>
                </a:lnTo>
                <a:lnTo>
                  <a:pt x="1462" y="142"/>
                </a:lnTo>
                <a:lnTo>
                  <a:pt x="1462" y="143"/>
                </a:lnTo>
                <a:lnTo>
                  <a:pt x="1462" y="144"/>
                </a:lnTo>
                <a:lnTo>
                  <a:pt x="1462" y="145"/>
                </a:lnTo>
                <a:lnTo>
                  <a:pt x="1463" y="146"/>
                </a:lnTo>
                <a:lnTo>
                  <a:pt x="1463" y="147"/>
                </a:lnTo>
                <a:lnTo>
                  <a:pt x="1463" y="146"/>
                </a:lnTo>
                <a:lnTo>
                  <a:pt x="1464" y="146"/>
                </a:lnTo>
                <a:lnTo>
                  <a:pt x="1464" y="147"/>
                </a:lnTo>
                <a:lnTo>
                  <a:pt x="1464" y="146"/>
                </a:lnTo>
                <a:lnTo>
                  <a:pt x="1464" y="147"/>
                </a:lnTo>
                <a:lnTo>
                  <a:pt x="1465" y="148"/>
                </a:lnTo>
                <a:lnTo>
                  <a:pt x="1465" y="149"/>
                </a:lnTo>
                <a:lnTo>
                  <a:pt x="1466" y="149"/>
                </a:lnTo>
                <a:lnTo>
                  <a:pt x="1468" y="149"/>
                </a:lnTo>
                <a:lnTo>
                  <a:pt x="1469" y="150"/>
                </a:lnTo>
                <a:lnTo>
                  <a:pt x="1469" y="151"/>
                </a:lnTo>
                <a:lnTo>
                  <a:pt x="1469" y="152"/>
                </a:lnTo>
                <a:lnTo>
                  <a:pt x="1469" y="153"/>
                </a:lnTo>
                <a:lnTo>
                  <a:pt x="1470" y="153"/>
                </a:lnTo>
                <a:lnTo>
                  <a:pt x="1470" y="154"/>
                </a:lnTo>
                <a:lnTo>
                  <a:pt x="1471" y="154"/>
                </a:lnTo>
                <a:lnTo>
                  <a:pt x="1471" y="155"/>
                </a:lnTo>
                <a:lnTo>
                  <a:pt x="1471" y="156"/>
                </a:lnTo>
                <a:lnTo>
                  <a:pt x="1472" y="156"/>
                </a:lnTo>
                <a:lnTo>
                  <a:pt x="1472" y="157"/>
                </a:lnTo>
                <a:lnTo>
                  <a:pt x="1472" y="156"/>
                </a:lnTo>
                <a:lnTo>
                  <a:pt x="1473" y="156"/>
                </a:lnTo>
                <a:lnTo>
                  <a:pt x="1473" y="155"/>
                </a:lnTo>
                <a:lnTo>
                  <a:pt x="1474" y="155"/>
                </a:lnTo>
                <a:lnTo>
                  <a:pt x="1475" y="154"/>
                </a:lnTo>
                <a:lnTo>
                  <a:pt x="1476" y="154"/>
                </a:lnTo>
                <a:lnTo>
                  <a:pt x="1476" y="153"/>
                </a:lnTo>
                <a:lnTo>
                  <a:pt x="1476" y="152"/>
                </a:lnTo>
                <a:lnTo>
                  <a:pt x="1477" y="152"/>
                </a:lnTo>
                <a:lnTo>
                  <a:pt x="1478" y="152"/>
                </a:lnTo>
                <a:lnTo>
                  <a:pt x="1478" y="151"/>
                </a:lnTo>
                <a:lnTo>
                  <a:pt x="1479" y="151"/>
                </a:lnTo>
                <a:lnTo>
                  <a:pt x="1480" y="151"/>
                </a:lnTo>
                <a:lnTo>
                  <a:pt x="1480" y="150"/>
                </a:lnTo>
                <a:lnTo>
                  <a:pt x="1481" y="150"/>
                </a:lnTo>
                <a:lnTo>
                  <a:pt x="1482" y="150"/>
                </a:lnTo>
                <a:lnTo>
                  <a:pt x="1482" y="149"/>
                </a:lnTo>
                <a:lnTo>
                  <a:pt x="1483" y="148"/>
                </a:lnTo>
                <a:lnTo>
                  <a:pt x="1483" y="147"/>
                </a:lnTo>
                <a:lnTo>
                  <a:pt x="1484" y="147"/>
                </a:lnTo>
                <a:lnTo>
                  <a:pt x="1484" y="146"/>
                </a:lnTo>
                <a:lnTo>
                  <a:pt x="1485" y="146"/>
                </a:lnTo>
                <a:lnTo>
                  <a:pt x="1485" y="145"/>
                </a:lnTo>
                <a:lnTo>
                  <a:pt x="1486" y="145"/>
                </a:lnTo>
                <a:lnTo>
                  <a:pt x="1487" y="145"/>
                </a:lnTo>
                <a:lnTo>
                  <a:pt x="1488" y="145"/>
                </a:lnTo>
                <a:lnTo>
                  <a:pt x="1488" y="144"/>
                </a:lnTo>
                <a:lnTo>
                  <a:pt x="1489" y="143"/>
                </a:lnTo>
                <a:lnTo>
                  <a:pt x="1490" y="143"/>
                </a:lnTo>
                <a:lnTo>
                  <a:pt x="1491" y="143"/>
                </a:lnTo>
                <a:lnTo>
                  <a:pt x="1491" y="142"/>
                </a:lnTo>
                <a:lnTo>
                  <a:pt x="1492" y="142"/>
                </a:lnTo>
                <a:lnTo>
                  <a:pt x="1492" y="141"/>
                </a:lnTo>
                <a:lnTo>
                  <a:pt x="1493" y="141"/>
                </a:lnTo>
                <a:lnTo>
                  <a:pt x="1493" y="140"/>
                </a:lnTo>
                <a:lnTo>
                  <a:pt x="1494" y="140"/>
                </a:lnTo>
                <a:lnTo>
                  <a:pt x="1495" y="140"/>
                </a:lnTo>
                <a:lnTo>
                  <a:pt x="1496" y="139"/>
                </a:lnTo>
                <a:lnTo>
                  <a:pt x="1497" y="139"/>
                </a:lnTo>
                <a:lnTo>
                  <a:pt x="1498" y="138"/>
                </a:lnTo>
                <a:lnTo>
                  <a:pt x="1498" y="137"/>
                </a:lnTo>
                <a:lnTo>
                  <a:pt x="1498" y="136"/>
                </a:lnTo>
                <a:lnTo>
                  <a:pt x="1498" y="135"/>
                </a:lnTo>
                <a:lnTo>
                  <a:pt x="1499" y="135"/>
                </a:lnTo>
                <a:lnTo>
                  <a:pt x="1499" y="134"/>
                </a:lnTo>
                <a:lnTo>
                  <a:pt x="1498" y="134"/>
                </a:lnTo>
                <a:lnTo>
                  <a:pt x="1498" y="133"/>
                </a:lnTo>
                <a:lnTo>
                  <a:pt x="1499" y="133"/>
                </a:lnTo>
                <a:lnTo>
                  <a:pt x="1498" y="133"/>
                </a:lnTo>
                <a:lnTo>
                  <a:pt x="1498" y="132"/>
                </a:lnTo>
                <a:lnTo>
                  <a:pt x="1497" y="132"/>
                </a:lnTo>
                <a:lnTo>
                  <a:pt x="1496" y="131"/>
                </a:lnTo>
                <a:lnTo>
                  <a:pt x="1496" y="130"/>
                </a:lnTo>
                <a:lnTo>
                  <a:pt x="1496" y="129"/>
                </a:lnTo>
                <a:lnTo>
                  <a:pt x="1497" y="129"/>
                </a:lnTo>
                <a:lnTo>
                  <a:pt x="1497" y="128"/>
                </a:lnTo>
                <a:lnTo>
                  <a:pt x="1498" y="128"/>
                </a:lnTo>
                <a:lnTo>
                  <a:pt x="1498" y="127"/>
                </a:lnTo>
                <a:lnTo>
                  <a:pt x="1499" y="126"/>
                </a:lnTo>
                <a:lnTo>
                  <a:pt x="1499" y="125"/>
                </a:lnTo>
                <a:lnTo>
                  <a:pt x="1500" y="125"/>
                </a:lnTo>
                <a:lnTo>
                  <a:pt x="1500" y="124"/>
                </a:lnTo>
                <a:lnTo>
                  <a:pt x="1501" y="123"/>
                </a:lnTo>
                <a:lnTo>
                  <a:pt x="1502" y="121"/>
                </a:lnTo>
                <a:lnTo>
                  <a:pt x="1503" y="120"/>
                </a:lnTo>
                <a:lnTo>
                  <a:pt x="1503" y="119"/>
                </a:lnTo>
                <a:lnTo>
                  <a:pt x="1504" y="118"/>
                </a:lnTo>
                <a:lnTo>
                  <a:pt x="1504" y="115"/>
                </a:lnTo>
                <a:lnTo>
                  <a:pt x="1505" y="114"/>
                </a:lnTo>
                <a:lnTo>
                  <a:pt x="1505" y="113"/>
                </a:lnTo>
                <a:lnTo>
                  <a:pt x="1505" y="112"/>
                </a:lnTo>
                <a:lnTo>
                  <a:pt x="1505" y="111"/>
                </a:lnTo>
                <a:lnTo>
                  <a:pt x="1505" y="110"/>
                </a:lnTo>
                <a:lnTo>
                  <a:pt x="1505" y="109"/>
                </a:lnTo>
                <a:lnTo>
                  <a:pt x="1506" y="109"/>
                </a:lnTo>
                <a:lnTo>
                  <a:pt x="1506" y="108"/>
                </a:lnTo>
                <a:lnTo>
                  <a:pt x="1506" y="107"/>
                </a:lnTo>
                <a:lnTo>
                  <a:pt x="1506" y="106"/>
                </a:lnTo>
                <a:lnTo>
                  <a:pt x="1507" y="106"/>
                </a:lnTo>
                <a:lnTo>
                  <a:pt x="1508" y="107"/>
                </a:lnTo>
                <a:lnTo>
                  <a:pt x="1509" y="107"/>
                </a:lnTo>
                <a:lnTo>
                  <a:pt x="1510" y="107"/>
                </a:lnTo>
                <a:lnTo>
                  <a:pt x="1511" y="107"/>
                </a:lnTo>
                <a:lnTo>
                  <a:pt x="1512" y="107"/>
                </a:lnTo>
                <a:lnTo>
                  <a:pt x="1513" y="107"/>
                </a:lnTo>
                <a:lnTo>
                  <a:pt x="1514" y="108"/>
                </a:lnTo>
                <a:lnTo>
                  <a:pt x="1515" y="108"/>
                </a:lnTo>
                <a:lnTo>
                  <a:pt x="1516" y="108"/>
                </a:lnTo>
                <a:lnTo>
                  <a:pt x="1517" y="109"/>
                </a:lnTo>
                <a:lnTo>
                  <a:pt x="1519" y="109"/>
                </a:lnTo>
                <a:lnTo>
                  <a:pt x="1520" y="109"/>
                </a:lnTo>
                <a:lnTo>
                  <a:pt x="1520" y="108"/>
                </a:lnTo>
                <a:lnTo>
                  <a:pt x="1521" y="109"/>
                </a:lnTo>
                <a:lnTo>
                  <a:pt x="1522" y="109"/>
                </a:lnTo>
                <a:lnTo>
                  <a:pt x="1522" y="110"/>
                </a:lnTo>
                <a:lnTo>
                  <a:pt x="1523" y="110"/>
                </a:lnTo>
                <a:lnTo>
                  <a:pt x="1523" y="112"/>
                </a:lnTo>
                <a:lnTo>
                  <a:pt x="1523" y="113"/>
                </a:lnTo>
                <a:lnTo>
                  <a:pt x="1524" y="113"/>
                </a:lnTo>
                <a:lnTo>
                  <a:pt x="1524" y="114"/>
                </a:lnTo>
                <a:lnTo>
                  <a:pt x="1523" y="114"/>
                </a:lnTo>
                <a:lnTo>
                  <a:pt x="1523" y="115"/>
                </a:lnTo>
                <a:lnTo>
                  <a:pt x="1524" y="115"/>
                </a:lnTo>
                <a:lnTo>
                  <a:pt x="1524" y="116"/>
                </a:lnTo>
                <a:lnTo>
                  <a:pt x="1526" y="116"/>
                </a:lnTo>
                <a:lnTo>
                  <a:pt x="1527" y="116"/>
                </a:lnTo>
                <a:lnTo>
                  <a:pt x="1528" y="116"/>
                </a:lnTo>
                <a:lnTo>
                  <a:pt x="1528" y="117"/>
                </a:lnTo>
                <a:lnTo>
                  <a:pt x="1528" y="118"/>
                </a:lnTo>
                <a:lnTo>
                  <a:pt x="1528" y="119"/>
                </a:lnTo>
                <a:lnTo>
                  <a:pt x="1528" y="120"/>
                </a:lnTo>
                <a:lnTo>
                  <a:pt x="1527" y="120"/>
                </a:lnTo>
                <a:lnTo>
                  <a:pt x="1527" y="121"/>
                </a:lnTo>
                <a:lnTo>
                  <a:pt x="1528" y="121"/>
                </a:lnTo>
                <a:lnTo>
                  <a:pt x="1528" y="122"/>
                </a:lnTo>
                <a:lnTo>
                  <a:pt x="1529" y="123"/>
                </a:lnTo>
                <a:lnTo>
                  <a:pt x="1530" y="123"/>
                </a:lnTo>
                <a:lnTo>
                  <a:pt x="1530" y="124"/>
                </a:lnTo>
                <a:lnTo>
                  <a:pt x="1531" y="124"/>
                </a:lnTo>
                <a:lnTo>
                  <a:pt x="1531" y="125"/>
                </a:lnTo>
                <a:lnTo>
                  <a:pt x="1532" y="125"/>
                </a:lnTo>
                <a:lnTo>
                  <a:pt x="1533" y="125"/>
                </a:lnTo>
                <a:lnTo>
                  <a:pt x="1534" y="125"/>
                </a:lnTo>
                <a:lnTo>
                  <a:pt x="1534" y="126"/>
                </a:lnTo>
                <a:lnTo>
                  <a:pt x="1535" y="126"/>
                </a:lnTo>
                <a:lnTo>
                  <a:pt x="1535" y="127"/>
                </a:lnTo>
                <a:lnTo>
                  <a:pt x="1536" y="127"/>
                </a:lnTo>
                <a:lnTo>
                  <a:pt x="1537" y="127"/>
                </a:lnTo>
                <a:lnTo>
                  <a:pt x="1538" y="127"/>
                </a:lnTo>
                <a:lnTo>
                  <a:pt x="1538" y="126"/>
                </a:lnTo>
                <a:lnTo>
                  <a:pt x="1539" y="126"/>
                </a:lnTo>
                <a:lnTo>
                  <a:pt x="1539" y="125"/>
                </a:lnTo>
                <a:lnTo>
                  <a:pt x="1540" y="125"/>
                </a:lnTo>
                <a:lnTo>
                  <a:pt x="1540" y="126"/>
                </a:lnTo>
                <a:lnTo>
                  <a:pt x="1542" y="126"/>
                </a:lnTo>
                <a:lnTo>
                  <a:pt x="1543" y="126"/>
                </a:lnTo>
                <a:lnTo>
                  <a:pt x="1543" y="127"/>
                </a:lnTo>
                <a:lnTo>
                  <a:pt x="1544" y="127"/>
                </a:lnTo>
                <a:lnTo>
                  <a:pt x="1545" y="127"/>
                </a:lnTo>
                <a:lnTo>
                  <a:pt x="1545" y="128"/>
                </a:lnTo>
                <a:lnTo>
                  <a:pt x="1546" y="128"/>
                </a:lnTo>
                <a:lnTo>
                  <a:pt x="1547" y="128"/>
                </a:lnTo>
                <a:lnTo>
                  <a:pt x="1547" y="129"/>
                </a:lnTo>
                <a:lnTo>
                  <a:pt x="1548" y="129"/>
                </a:lnTo>
                <a:lnTo>
                  <a:pt x="1548" y="130"/>
                </a:lnTo>
                <a:lnTo>
                  <a:pt x="1549" y="131"/>
                </a:lnTo>
                <a:lnTo>
                  <a:pt x="1549" y="132"/>
                </a:lnTo>
                <a:lnTo>
                  <a:pt x="1550" y="132"/>
                </a:lnTo>
                <a:lnTo>
                  <a:pt x="1551" y="132"/>
                </a:lnTo>
                <a:lnTo>
                  <a:pt x="1552" y="131"/>
                </a:lnTo>
                <a:lnTo>
                  <a:pt x="1552" y="130"/>
                </a:lnTo>
                <a:lnTo>
                  <a:pt x="1553" y="129"/>
                </a:lnTo>
                <a:lnTo>
                  <a:pt x="1553" y="128"/>
                </a:lnTo>
                <a:lnTo>
                  <a:pt x="1555" y="128"/>
                </a:lnTo>
                <a:lnTo>
                  <a:pt x="1555" y="129"/>
                </a:lnTo>
                <a:lnTo>
                  <a:pt x="1556" y="129"/>
                </a:lnTo>
                <a:lnTo>
                  <a:pt x="1556" y="128"/>
                </a:lnTo>
                <a:lnTo>
                  <a:pt x="1557" y="128"/>
                </a:lnTo>
                <a:lnTo>
                  <a:pt x="1557" y="127"/>
                </a:lnTo>
                <a:lnTo>
                  <a:pt x="1557" y="126"/>
                </a:lnTo>
                <a:lnTo>
                  <a:pt x="1557" y="125"/>
                </a:lnTo>
                <a:lnTo>
                  <a:pt x="1557" y="124"/>
                </a:lnTo>
                <a:lnTo>
                  <a:pt x="1556" y="124"/>
                </a:lnTo>
                <a:lnTo>
                  <a:pt x="1556" y="123"/>
                </a:lnTo>
                <a:lnTo>
                  <a:pt x="1556" y="122"/>
                </a:lnTo>
                <a:lnTo>
                  <a:pt x="1556" y="121"/>
                </a:lnTo>
                <a:lnTo>
                  <a:pt x="1557" y="121"/>
                </a:lnTo>
                <a:lnTo>
                  <a:pt x="1558" y="121"/>
                </a:lnTo>
                <a:lnTo>
                  <a:pt x="1559" y="121"/>
                </a:lnTo>
                <a:lnTo>
                  <a:pt x="1560" y="121"/>
                </a:lnTo>
                <a:lnTo>
                  <a:pt x="1561" y="120"/>
                </a:lnTo>
                <a:lnTo>
                  <a:pt x="1562" y="120"/>
                </a:lnTo>
                <a:lnTo>
                  <a:pt x="1563" y="120"/>
                </a:lnTo>
                <a:lnTo>
                  <a:pt x="1564" y="120"/>
                </a:lnTo>
                <a:lnTo>
                  <a:pt x="1564" y="119"/>
                </a:lnTo>
                <a:lnTo>
                  <a:pt x="1564" y="118"/>
                </a:lnTo>
                <a:lnTo>
                  <a:pt x="1565" y="118"/>
                </a:lnTo>
                <a:lnTo>
                  <a:pt x="1565" y="117"/>
                </a:lnTo>
                <a:lnTo>
                  <a:pt x="1566" y="116"/>
                </a:lnTo>
                <a:lnTo>
                  <a:pt x="1567" y="116"/>
                </a:lnTo>
                <a:lnTo>
                  <a:pt x="1567" y="115"/>
                </a:lnTo>
                <a:lnTo>
                  <a:pt x="1568" y="115"/>
                </a:lnTo>
                <a:lnTo>
                  <a:pt x="1568" y="114"/>
                </a:lnTo>
                <a:lnTo>
                  <a:pt x="1569" y="114"/>
                </a:lnTo>
                <a:lnTo>
                  <a:pt x="1569" y="113"/>
                </a:lnTo>
                <a:lnTo>
                  <a:pt x="1569" y="112"/>
                </a:lnTo>
                <a:lnTo>
                  <a:pt x="1570" y="112"/>
                </a:lnTo>
                <a:lnTo>
                  <a:pt x="1570" y="111"/>
                </a:lnTo>
                <a:lnTo>
                  <a:pt x="1570" y="110"/>
                </a:lnTo>
                <a:lnTo>
                  <a:pt x="1571" y="110"/>
                </a:lnTo>
                <a:lnTo>
                  <a:pt x="1571" y="109"/>
                </a:lnTo>
                <a:lnTo>
                  <a:pt x="1572" y="109"/>
                </a:lnTo>
                <a:lnTo>
                  <a:pt x="1573" y="109"/>
                </a:lnTo>
                <a:lnTo>
                  <a:pt x="1573" y="108"/>
                </a:lnTo>
                <a:lnTo>
                  <a:pt x="1574" y="108"/>
                </a:lnTo>
                <a:lnTo>
                  <a:pt x="1574" y="107"/>
                </a:lnTo>
                <a:lnTo>
                  <a:pt x="1575" y="107"/>
                </a:lnTo>
                <a:lnTo>
                  <a:pt x="1575" y="106"/>
                </a:lnTo>
                <a:lnTo>
                  <a:pt x="1576" y="106"/>
                </a:lnTo>
                <a:lnTo>
                  <a:pt x="1576" y="105"/>
                </a:lnTo>
                <a:lnTo>
                  <a:pt x="1577" y="103"/>
                </a:lnTo>
                <a:lnTo>
                  <a:pt x="1577" y="101"/>
                </a:lnTo>
                <a:lnTo>
                  <a:pt x="1578" y="101"/>
                </a:lnTo>
                <a:lnTo>
                  <a:pt x="1579" y="101"/>
                </a:lnTo>
                <a:lnTo>
                  <a:pt x="1580" y="101"/>
                </a:lnTo>
                <a:lnTo>
                  <a:pt x="1581" y="101"/>
                </a:lnTo>
                <a:lnTo>
                  <a:pt x="1582" y="101"/>
                </a:lnTo>
                <a:lnTo>
                  <a:pt x="1583" y="101"/>
                </a:lnTo>
                <a:lnTo>
                  <a:pt x="1584" y="101"/>
                </a:lnTo>
                <a:lnTo>
                  <a:pt x="1585" y="101"/>
                </a:lnTo>
                <a:lnTo>
                  <a:pt x="1586" y="101"/>
                </a:lnTo>
                <a:lnTo>
                  <a:pt x="1587" y="101"/>
                </a:lnTo>
                <a:lnTo>
                  <a:pt x="1588" y="102"/>
                </a:lnTo>
                <a:lnTo>
                  <a:pt x="1588" y="101"/>
                </a:lnTo>
                <a:lnTo>
                  <a:pt x="1589" y="102"/>
                </a:lnTo>
                <a:lnTo>
                  <a:pt x="1589" y="103"/>
                </a:lnTo>
                <a:lnTo>
                  <a:pt x="1589" y="104"/>
                </a:lnTo>
                <a:lnTo>
                  <a:pt x="1590" y="104"/>
                </a:lnTo>
                <a:lnTo>
                  <a:pt x="1590" y="105"/>
                </a:lnTo>
                <a:lnTo>
                  <a:pt x="1589" y="106"/>
                </a:lnTo>
                <a:lnTo>
                  <a:pt x="1589" y="107"/>
                </a:lnTo>
                <a:lnTo>
                  <a:pt x="1590" y="107"/>
                </a:lnTo>
                <a:lnTo>
                  <a:pt x="1591" y="107"/>
                </a:lnTo>
                <a:lnTo>
                  <a:pt x="1591" y="108"/>
                </a:lnTo>
                <a:lnTo>
                  <a:pt x="1592" y="108"/>
                </a:lnTo>
                <a:lnTo>
                  <a:pt x="1592" y="109"/>
                </a:lnTo>
                <a:lnTo>
                  <a:pt x="1593" y="109"/>
                </a:lnTo>
                <a:lnTo>
                  <a:pt x="1594" y="109"/>
                </a:lnTo>
                <a:lnTo>
                  <a:pt x="1595" y="109"/>
                </a:lnTo>
                <a:lnTo>
                  <a:pt x="1595" y="110"/>
                </a:lnTo>
                <a:lnTo>
                  <a:pt x="1596" y="110"/>
                </a:lnTo>
                <a:lnTo>
                  <a:pt x="1597" y="110"/>
                </a:lnTo>
                <a:lnTo>
                  <a:pt x="1598" y="110"/>
                </a:lnTo>
                <a:lnTo>
                  <a:pt x="1598" y="111"/>
                </a:lnTo>
                <a:lnTo>
                  <a:pt x="1599" y="111"/>
                </a:lnTo>
                <a:lnTo>
                  <a:pt x="1599" y="112"/>
                </a:lnTo>
                <a:lnTo>
                  <a:pt x="1599" y="113"/>
                </a:lnTo>
                <a:lnTo>
                  <a:pt x="1600" y="113"/>
                </a:lnTo>
                <a:lnTo>
                  <a:pt x="1600" y="114"/>
                </a:lnTo>
                <a:lnTo>
                  <a:pt x="1600" y="115"/>
                </a:lnTo>
                <a:lnTo>
                  <a:pt x="1601" y="115"/>
                </a:lnTo>
                <a:lnTo>
                  <a:pt x="1601" y="116"/>
                </a:lnTo>
                <a:lnTo>
                  <a:pt x="1601" y="117"/>
                </a:lnTo>
                <a:lnTo>
                  <a:pt x="1601" y="118"/>
                </a:lnTo>
                <a:lnTo>
                  <a:pt x="1602" y="118"/>
                </a:lnTo>
                <a:lnTo>
                  <a:pt x="1602" y="119"/>
                </a:lnTo>
                <a:lnTo>
                  <a:pt x="1603" y="119"/>
                </a:lnTo>
                <a:lnTo>
                  <a:pt x="1604" y="119"/>
                </a:lnTo>
                <a:lnTo>
                  <a:pt x="1604" y="120"/>
                </a:lnTo>
                <a:lnTo>
                  <a:pt x="1605" y="120"/>
                </a:lnTo>
                <a:lnTo>
                  <a:pt x="1606" y="120"/>
                </a:lnTo>
                <a:lnTo>
                  <a:pt x="1606" y="121"/>
                </a:lnTo>
                <a:lnTo>
                  <a:pt x="1606" y="122"/>
                </a:lnTo>
                <a:lnTo>
                  <a:pt x="1607" y="122"/>
                </a:lnTo>
                <a:lnTo>
                  <a:pt x="1608" y="122"/>
                </a:lnTo>
                <a:lnTo>
                  <a:pt x="1608" y="123"/>
                </a:lnTo>
                <a:lnTo>
                  <a:pt x="1609" y="123"/>
                </a:lnTo>
                <a:lnTo>
                  <a:pt x="1609" y="124"/>
                </a:lnTo>
                <a:lnTo>
                  <a:pt x="1610" y="124"/>
                </a:lnTo>
                <a:lnTo>
                  <a:pt x="1611" y="124"/>
                </a:lnTo>
                <a:lnTo>
                  <a:pt x="1611" y="125"/>
                </a:lnTo>
                <a:lnTo>
                  <a:pt x="1612" y="125"/>
                </a:lnTo>
                <a:lnTo>
                  <a:pt x="1612" y="124"/>
                </a:lnTo>
                <a:lnTo>
                  <a:pt x="1613" y="124"/>
                </a:lnTo>
                <a:lnTo>
                  <a:pt x="1613" y="125"/>
                </a:lnTo>
                <a:lnTo>
                  <a:pt x="1613" y="124"/>
                </a:lnTo>
                <a:lnTo>
                  <a:pt x="1614" y="124"/>
                </a:lnTo>
                <a:lnTo>
                  <a:pt x="1614" y="125"/>
                </a:lnTo>
                <a:lnTo>
                  <a:pt x="1615" y="126"/>
                </a:lnTo>
                <a:lnTo>
                  <a:pt x="1616" y="126"/>
                </a:lnTo>
                <a:lnTo>
                  <a:pt x="1617" y="126"/>
                </a:lnTo>
                <a:lnTo>
                  <a:pt x="1617" y="125"/>
                </a:lnTo>
                <a:lnTo>
                  <a:pt x="1618" y="125"/>
                </a:lnTo>
                <a:lnTo>
                  <a:pt x="1619" y="125"/>
                </a:lnTo>
                <a:lnTo>
                  <a:pt x="1620" y="125"/>
                </a:lnTo>
                <a:lnTo>
                  <a:pt x="1620" y="126"/>
                </a:lnTo>
                <a:lnTo>
                  <a:pt x="1621" y="126"/>
                </a:lnTo>
                <a:lnTo>
                  <a:pt x="1622" y="126"/>
                </a:lnTo>
                <a:lnTo>
                  <a:pt x="1622" y="127"/>
                </a:lnTo>
                <a:lnTo>
                  <a:pt x="1623" y="127"/>
                </a:lnTo>
                <a:lnTo>
                  <a:pt x="1623" y="128"/>
                </a:lnTo>
                <a:lnTo>
                  <a:pt x="1624" y="128"/>
                </a:lnTo>
                <a:lnTo>
                  <a:pt x="1624" y="129"/>
                </a:lnTo>
                <a:lnTo>
                  <a:pt x="1625" y="129"/>
                </a:lnTo>
                <a:lnTo>
                  <a:pt x="1625" y="130"/>
                </a:lnTo>
                <a:lnTo>
                  <a:pt x="1625" y="131"/>
                </a:lnTo>
                <a:lnTo>
                  <a:pt x="1626" y="131"/>
                </a:lnTo>
                <a:lnTo>
                  <a:pt x="1627" y="131"/>
                </a:lnTo>
                <a:lnTo>
                  <a:pt x="1628" y="131"/>
                </a:lnTo>
                <a:lnTo>
                  <a:pt x="1629" y="132"/>
                </a:lnTo>
                <a:lnTo>
                  <a:pt x="1630" y="132"/>
                </a:lnTo>
                <a:lnTo>
                  <a:pt x="1630" y="131"/>
                </a:lnTo>
                <a:lnTo>
                  <a:pt x="1631" y="131"/>
                </a:lnTo>
                <a:lnTo>
                  <a:pt x="1632" y="132"/>
                </a:lnTo>
                <a:lnTo>
                  <a:pt x="1632" y="133"/>
                </a:lnTo>
                <a:lnTo>
                  <a:pt x="1632" y="134"/>
                </a:lnTo>
                <a:lnTo>
                  <a:pt x="1631" y="134"/>
                </a:lnTo>
                <a:lnTo>
                  <a:pt x="1631" y="135"/>
                </a:lnTo>
                <a:lnTo>
                  <a:pt x="1630" y="135"/>
                </a:lnTo>
                <a:lnTo>
                  <a:pt x="1630" y="136"/>
                </a:lnTo>
                <a:lnTo>
                  <a:pt x="1629" y="136"/>
                </a:lnTo>
                <a:lnTo>
                  <a:pt x="1628" y="136"/>
                </a:lnTo>
                <a:lnTo>
                  <a:pt x="1628" y="137"/>
                </a:lnTo>
                <a:lnTo>
                  <a:pt x="1628" y="138"/>
                </a:lnTo>
                <a:lnTo>
                  <a:pt x="1627" y="138"/>
                </a:lnTo>
                <a:lnTo>
                  <a:pt x="1627" y="139"/>
                </a:lnTo>
                <a:lnTo>
                  <a:pt x="1627" y="140"/>
                </a:lnTo>
                <a:lnTo>
                  <a:pt x="1626" y="140"/>
                </a:lnTo>
                <a:lnTo>
                  <a:pt x="1626" y="141"/>
                </a:lnTo>
                <a:lnTo>
                  <a:pt x="1625" y="141"/>
                </a:lnTo>
                <a:lnTo>
                  <a:pt x="1625" y="142"/>
                </a:lnTo>
                <a:lnTo>
                  <a:pt x="1626" y="142"/>
                </a:lnTo>
                <a:lnTo>
                  <a:pt x="1627" y="143"/>
                </a:lnTo>
                <a:lnTo>
                  <a:pt x="1627" y="144"/>
                </a:lnTo>
                <a:lnTo>
                  <a:pt x="1628" y="145"/>
                </a:lnTo>
                <a:lnTo>
                  <a:pt x="1629" y="145"/>
                </a:lnTo>
                <a:lnTo>
                  <a:pt x="1629" y="147"/>
                </a:lnTo>
                <a:lnTo>
                  <a:pt x="1630" y="147"/>
                </a:lnTo>
                <a:lnTo>
                  <a:pt x="1630" y="148"/>
                </a:lnTo>
                <a:lnTo>
                  <a:pt x="1631" y="148"/>
                </a:lnTo>
                <a:lnTo>
                  <a:pt x="1631" y="147"/>
                </a:lnTo>
                <a:lnTo>
                  <a:pt x="1631" y="148"/>
                </a:lnTo>
                <a:lnTo>
                  <a:pt x="1632" y="148"/>
                </a:lnTo>
                <a:lnTo>
                  <a:pt x="1632" y="149"/>
                </a:lnTo>
                <a:lnTo>
                  <a:pt x="1633" y="150"/>
                </a:lnTo>
                <a:lnTo>
                  <a:pt x="1634" y="151"/>
                </a:lnTo>
                <a:lnTo>
                  <a:pt x="1635" y="151"/>
                </a:lnTo>
                <a:lnTo>
                  <a:pt x="1636" y="152"/>
                </a:lnTo>
                <a:lnTo>
                  <a:pt x="1637" y="152"/>
                </a:lnTo>
                <a:lnTo>
                  <a:pt x="1637" y="153"/>
                </a:lnTo>
                <a:lnTo>
                  <a:pt x="1637" y="154"/>
                </a:lnTo>
                <a:lnTo>
                  <a:pt x="1638" y="154"/>
                </a:lnTo>
                <a:lnTo>
                  <a:pt x="1638" y="155"/>
                </a:lnTo>
                <a:lnTo>
                  <a:pt x="1639" y="155"/>
                </a:lnTo>
                <a:lnTo>
                  <a:pt x="1639" y="156"/>
                </a:lnTo>
                <a:lnTo>
                  <a:pt x="1639" y="157"/>
                </a:lnTo>
                <a:lnTo>
                  <a:pt x="1639" y="158"/>
                </a:lnTo>
                <a:lnTo>
                  <a:pt x="1640" y="158"/>
                </a:lnTo>
                <a:lnTo>
                  <a:pt x="1641" y="158"/>
                </a:lnTo>
                <a:lnTo>
                  <a:pt x="1642" y="158"/>
                </a:lnTo>
                <a:lnTo>
                  <a:pt x="1642" y="159"/>
                </a:lnTo>
                <a:lnTo>
                  <a:pt x="1642" y="160"/>
                </a:lnTo>
                <a:lnTo>
                  <a:pt x="1642" y="161"/>
                </a:lnTo>
                <a:lnTo>
                  <a:pt x="1643" y="162"/>
                </a:lnTo>
                <a:lnTo>
                  <a:pt x="1643" y="161"/>
                </a:lnTo>
                <a:lnTo>
                  <a:pt x="1644" y="161"/>
                </a:lnTo>
                <a:lnTo>
                  <a:pt x="1644" y="162"/>
                </a:lnTo>
                <a:lnTo>
                  <a:pt x="1645" y="162"/>
                </a:lnTo>
                <a:lnTo>
                  <a:pt x="1645" y="163"/>
                </a:lnTo>
                <a:lnTo>
                  <a:pt x="1646" y="163"/>
                </a:lnTo>
                <a:lnTo>
                  <a:pt x="1645" y="163"/>
                </a:lnTo>
                <a:lnTo>
                  <a:pt x="1645" y="164"/>
                </a:lnTo>
                <a:lnTo>
                  <a:pt x="1646" y="164"/>
                </a:lnTo>
                <a:lnTo>
                  <a:pt x="1646" y="165"/>
                </a:lnTo>
                <a:lnTo>
                  <a:pt x="1647" y="165"/>
                </a:lnTo>
                <a:lnTo>
                  <a:pt x="1648" y="165"/>
                </a:lnTo>
                <a:lnTo>
                  <a:pt x="1648" y="164"/>
                </a:lnTo>
                <a:lnTo>
                  <a:pt x="1648" y="165"/>
                </a:lnTo>
                <a:lnTo>
                  <a:pt x="1648" y="166"/>
                </a:lnTo>
                <a:lnTo>
                  <a:pt x="1649" y="166"/>
                </a:lnTo>
                <a:lnTo>
                  <a:pt x="1650" y="166"/>
                </a:lnTo>
                <a:lnTo>
                  <a:pt x="1650" y="167"/>
                </a:lnTo>
                <a:lnTo>
                  <a:pt x="1651" y="167"/>
                </a:lnTo>
                <a:lnTo>
                  <a:pt x="1651" y="168"/>
                </a:lnTo>
                <a:lnTo>
                  <a:pt x="1652" y="168"/>
                </a:lnTo>
                <a:lnTo>
                  <a:pt x="1653" y="168"/>
                </a:lnTo>
                <a:lnTo>
                  <a:pt x="1654" y="169"/>
                </a:lnTo>
                <a:lnTo>
                  <a:pt x="1654" y="170"/>
                </a:lnTo>
                <a:lnTo>
                  <a:pt x="1654" y="171"/>
                </a:lnTo>
                <a:lnTo>
                  <a:pt x="1655" y="171"/>
                </a:lnTo>
                <a:lnTo>
                  <a:pt x="1656" y="171"/>
                </a:lnTo>
                <a:lnTo>
                  <a:pt x="1657" y="171"/>
                </a:lnTo>
                <a:lnTo>
                  <a:pt x="1657" y="172"/>
                </a:lnTo>
                <a:lnTo>
                  <a:pt x="1658" y="172"/>
                </a:lnTo>
                <a:lnTo>
                  <a:pt x="1659" y="172"/>
                </a:lnTo>
                <a:lnTo>
                  <a:pt x="1659" y="173"/>
                </a:lnTo>
                <a:lnTo>
                  <a:pt x="1659" y="174"/>
                </a:lnTo>
                <a:lnTo>
                  <a:pt x="1660" y="174"/>
                </a:lnTo>
                <a:lnTo>
                  <a:pt x="1661" y="174"/>
                </a:lnTo>
                <a:lnTo>
                  <a:pt x="1662" y="174"/>
                </a:lnTo>
                <a:lnTo>
                  <a:pt x="1662" y="175"/>
                </a:lnTo>
                <a:lnTo>
                  <a:pt x="1663" y="175"/>
                </a:lnTo>
                <a:lnTo>
                  <a:pt x="1663" y="176"/>
                </a:lnTo>
                <a:lnTo>
                  <a:pt x="1663" y="177"/>
                </a:lnTo>
                <a:lnTo>
                  <a:pt x="1663" y="178"/>
                </a:lnTo>
                <a:lnTo>
                  <a:pt x="1664" y="178"/>
                </a:lnTo>
                <a:lnTo>
                  <a:pt x="1665" y="178"/>
                </a:lnTo>
                <a:lnTo>
                  <a:pt x="1665" y="179"/>
                </a:lnTo>
                <a:lnTo>
                  <a:pt x="1666" y="179"/>
                </a:lnTo>
                <a:lnTo>
                  <a:pt x="1667" y="179"/>
                </a:lnTo>
                <a:lnTo>
                  <a:pt x="1668" y="179"/>
                </a:lnTo>
                <a:lnTo>
                  <a:pt x="1668" y="180"/>
                </a:lnTo>
                <a:lnTo>
                  <a:pt x="1669" y="180"/>
                </a:lnTo>
                <a:lnTo>
                  <a:pt x="1669" y="181"/>
                </a:lnTo>
                <a:lnTo>
                  <a:pt x="1668" y="181"/>
                </a:lnTo>
                <a:lnTo>
                  <a:pt x="1668" y="182"/>
                </a:lnTo>
                <a:lnTo>
                  <a:pt x="1669" y="182"/>
                </a:lnTo>
                <a:lnTo>
                  <a:pt x="1670" y="182"/>
                </a:lnTo>
                <a:lnTo>
                  <a:pt x="1670" y="183"/>
                </a:lnTo>
                <a:lnTo>
                  <a:pt x="1670" y="184"/>
                </a:lnTo>
                <a:lnTo>
                  <a:pt x="1670" y="185"/>
                </a:lnTo>
                <a:lnTo>
                  <a:pt x="1671" y="185"/>
                </a:lnTo>
                <a:lnTo>
                  <a:pt x="1672" y="185"/>
                </a:lnTo>
                <a:lnTo>
                  <a:pt x="1672" y="187"/>
                </a:lnTo>
                <a:lnTo>
                  <a:pt x="1672" y="189"/>
                </a:lnTo>
                <a:lnTo>
                  <a:pt x="1673" y="190"/>
                </a:lnTo>
                <a:lnTo>
                  <a:pt x="1673" y="191"/>
                </a:lnTo>
                <a:lnTo>
                  <a:pt x="1673" y="192"/>
                </a:lnTo>
                <a:lnTo>
                  <a:pt x="1674" y="193"/>
                </a:lnTo>
                <a:lnTo>
                  <a:pt x="1675" y="193"/>
                </a:lnTo>
                <a:lnTo>
                  <a:pt x="1676" y="193"/>
                </a:lnTo>
                <a:lnTo>
                  <a:pt x="1677" y="193"/>
                </a:lnTo>
                <a:lnTo>
                  <a:pt x="1677" y="194"/>
                </a:lnTo>
                <a:lnTo>
                  <a:pt x="1678" y="194"/>
                </a:lnTo>
                <a:lnTo>
                  <a:pt x="1678" y="195"/>
                </a:lnTo>
                <a:lnTo>
                  <a:pt x="1677" y="196"/>
                </a:lnTo>
                <a:lnTo>
                  <a:pt x="1678" y="196"/>
                </a:lnTo>
                <a:lnTo>
                  <a:pt x="1679" y="197"/>
                </a:lnTo>
                <a:lnTo>
                  <a:pt x="1679" y="198"/>
                </a:lnTo>
                <a:lnTo>
                  <a:pt x="1679" y="199"/>
                </a:lnTo>
                <a:lnTo>
                  <a:pt x="1680" y="199"/>
                </a:lnTo>
                <a:lnTo>
                  <a:pt x="1680" y="200"/>
                </a:lnTo>
                <a:lnTo>
                  <a:pt x="1679" y="200"/>
                </a:lnTo>
                <a:lnTo>
                  <a:pt x="1680" y="201"/>
                </a:lnTo>
                <a:lnTo>
                  <a:pt x="1680" y="202"/>
                </a:lnTo>
                <a:lnTo>
                  <a:pt x="1679" y="203"/>
                </a:lnTo>
                <a:lnTo>
                  <a:pt x="1679" y="204"/>
                </a:lnTo>
                <a:lnTo>
                  <a:pt x="1680" y="204"/>
                </a:lnTo>
                <a:lnTo>
                  <a:pt x="1680" y="205"/>
                </a:lnTo>
                <a:lnTo>
                  <a:pt x="1681" y="205"/>
                </a:lnTo>
                <a:lnTo>
                  <a:pt x="1681" y="206"/>
                </a:lnTo>
                <a:lnTo>
                  <a:pt x="1681" y="207"/>
                </a:lnTo>
                <a:lnTo>
                  <a:pt x="1682" y="207"/>
                </a:lnTo>
                <a:lnTo>
                  <a:pt x="1683" y="207"/>
                </a:lnTo>
                <a:lnTo>
                  <a:pt x="1684" y="207"/>
                </a:lnTo>
                <a:lnTo>
                  <a:pt x="1685" y="207"/>
                </a:lnTo>
                <a:lnTo>
                  <a:pt x="1686" y="206"/>
                </a:lnTo>
                <a:lnTo>
                  <a:pt x="1687" y="206"/>
                </a:lnTo>
                <a:lnTo>
                  <a:pt x="1688" y="205"/>
                </a:lnTo>
                <a:lnTo>
                  <a:pt x="1688" y="206"/>
                </a:lnTo>
                <a:lnTo>
                  <a:pt x="1689" y="206"/>
                </a:lnTo>
                <a:lnTo>
                  <a:pt x="1689" y="207"/>
                </a:lnTo>
                <a:lnTo>
                  <a:pt x="1689" y="206"/>
                </a:lnTo>
                <a:lnTo>
                  <a:pt x="1690" y="206"/>
                </a:lnTo>
                <a:lnTo>
                  <a:pt x="1691" y="207"/>
                </a:lnTo>
                <a:lnTo>
                  <a:pt x="1692" y="207"/>
                </a:lnTo>
                <a:lnTo>
                  <a:pt x="1692" y="208"/>
                </a:lnTo>
                <a:lnTo>
                  <a:pt x="1691" y="208"/>
                </a:lnTo>
                <a:lnTo>
                  <a:pt x="1691" y="209"/>
                </a:lnTo>
                <a:lnTo>
                  <a:pt x="1692" y="209"/>
                </a:lnTo>
                <a:lnTo>
                  <a:pt x="1692" y="210"/>
                </a:lnTo>
                <a:lnTo>
                  <a:pt x="1692" y="211"/>
                </a:lnTo>
                <a:lnTo>
                  <a:pt x="1691" y="211"/>
                </a:lnTo>
                <a:lnTo>
                  <a:pt x="1691" y="212"/>
                </a:lnTo>
                <a:lnTo>
                  <a:pt x="1692" y="212"/>
                </a:lnTo>
                <a:lnTo>
                  <a:pt x="1692" y="213"/>
                </a:lnTo>
                <a:lnTo>
                  <a:pt x="1692" y="214"/>
                </a:lnTo>
                <a:lnTo>
                  <a:pt x="1692" y="215"/>
                </a:lnTo>
                <a:lnTo>
                  <a:pt x="1692" y="216"/>
                </a:lnTo>
                <a:lnTo>
                  <a:pt x="1692" y="217"/>
                </a:lnTo>
                <a:lnTo>
                  <a:pt x="1692" y="218"/>
                </a:lnTo>
                <a:lnTo>
                  <a:pt x="1693" y="218"/>
                </a:lnTo>
                <a:lnTo>
                  <a:pt x="1693" y="219"/>
                </a:lnTo>
                <a:lnTo>
                  <a:pt x="1693" y="220"/>
                </a:lnTo>
                <a:lnTo>
                  <a:pt x="1694" y="221"/>
                </a:lnTo>
                <a:lnTo>
                  <a:pt x="1695" y="221"/>
                </a:lnTo>
                <a:lnTo>
                  <a:pt x="1695" y="222"/>
                </a:lnTo>
                <a:lnTo>
                  <a:pt x="1696" y="222"/>
                </a:lnTo>
                <a:lnTo>
                  <a:pt x="1697" y="222"/>
                </a:lnTo>
                <a:lnTo>
                  <a:pt x="1697" y="223"/>
                </a:lnTo>
                <a:lnTo>
                  <a:pt x="1697" y="224"/>
                </a:lnTo>
                <a:lnTo>
                  <a:pt x="1697" y="225"/>
                </a:lnTo>
                <a:lnTo>
                  <a:pt x="1698" y="226"/>
                </a:lnTo>
                <a:lnTo>
                  <a:pt x="1699" y="226"/>
                </a:lnTo>
                <a:lnTo>
                  <a:pt x="1699" y="227"/>
                </a:lnTo>
                <a:lnTo>
                  <a:pt x="1700" y="227"/>
                </a:lnTo>
                <a:lnTo>
                  <a:pt x="1701" y="228"/>
                </a:lnTo>
                <a:lnTo>
                  <a:pt x="1701" y="229"/>
                </a:lnTo>
                <a:lnTo>
                  <a:pt x="1702" y="230"/>
                </a:lnTo>
                <a:lnTo>
                  <a:pt x="1702" y="231"/>
                </a:lnTo>
                <a:lnTo>
                  <a:pt x="1703" y="231"/>
                </a:lnTo>
                <a:lnTo>
                  <a:pt x="1704" y="231"/>
                </a:lnTo>
                <a:lnTo>
                  <a:pt x="1704" y="232"/>
                </a:lnTo>
                <a:lnTo>
                  <a:pt x="1704" y="233"/>
                </a:lnTo>
                <a:lnTo>
                  <a:pt x="1705" y="233"/>
                </a:lnTo>
                <a:lnTo>
                  <a:pt x="1705" y="234"/>
                </a:lnTo>
                <a:lnTo>
                  <a:pt x="1706" y="234"/>
                </a:lnTo>
                <a:lnTo>
                  <a:pt x="1707" y="234"/>
                </a:lnTo>
                <a:lnTo>
                  <a:pt x="1708" y="234"/>
                </a:lnTo>
                <a:lnTo>
                  <a:pt x="1708" y="235"/>
                </a:lnTo>
                <a:lnTo>
                  <a:pt x="1708" y="236"/>
                </a:lnTo>
                <a:lnTo>
                  <a:pt x="1709" y="236"/>
                </a:lnTo>
                <a:lnTo>
                  <a:pt x="1710" y="236"/>
                </a:lnTo>
                <a:lnTo>
                  <a:pt x="1711" y="236"/>
                </a:lnTo>
                <a:lnTo>
                  <a:pt x="1712" y="236"/>
                </a:lnTo>
                <a:lnTo>
                  <a:pt x="1712" y="237"/>
                </a:lnTo>
                <a:lnTo>
                  <a:pt x="1713" y="237"/>
                </a:lnTo>
                <a:lnTo>
                  <a:pt x="1713" y="238"/>
                </a:lnTo>
                <a:lnTo>
                  <a:pt x="1714" y="238"/>
                </a:lnTo>
                <a:lnTo>
                  <a:pt x="1713" y="239"/>
                </a:lnTo>
                <a:lnTo>
                  <a:pt x="1713" y="240"/>
                </a:lnTo>
                <a:lnTo>
                  <a:pt x="1714" y="240"/>
                </a:lnTo>
                <a:lnTo>
                  <a:pt x="1713" y="240"/>
                </a:lnTo>
                <a:lnTo>
                  <a:pt x="1713" y="241"/>
                </a:lnTo>
                <a:lnTo>
                  <a:pt x="1713" y="242"/>
                </a:lnTo>
                <a:lnTo>
                  <a:pt x="1713" y="243"/>
                </a:lnTo>
                <a:lnTo>
                  <a:pt x="1713" y="244"/>
                </a:lnTo>
                <a:lnTo>
                  <a:pt x="1714" y="244"/>
                </a:lnTo>
                <a:lnTo>
                  <a:pt x="1715" y="244"/>
                </a:lnTo>
                <a:lnTo>
                  <a:pt x="1715" y="245"/>
                </a:lnTo>
                <a:lnTo>
                  <a:pt x="1716" y="245"/>
                </a:lnTo>
                <a:lnTo>
                  <a:pt x="1716" y="246"/>
                </a:lnTo>
                <a:lnTo>
                  <a:pt x="1716" y="245"/>
                </a:lnTo>
                <a:lnTo>
                  <a:pt x="1717" y="246"/>
                </a:lnTo>
                <a:lnTo>
                  <a:pt x="1718" y="246"/>
                </a:lnTo>
                <a:lnTo>
                  <a:pt x="1719" y="246"/>
                </a:lnTo>
                <a:lnTo>
                  <a:pt x="1720" y="246"/>
                </a:lnTo>
                <a:lnTo>
                  <a:pt x="1720" y="247"/>
                </a:lnTo>
                <a:lnTo>
                  <a:pt x="1721" y="247"/>
                </a:lnTo>
                <a:lnTo>
                  <a:pt x="1722" y="247"/>
                </a:lnTo>
                <a:lnTo>
                  <a:pt x="1722" y="248"/>
                </a:lnTo>
                <a:lnTo>
                  <a:pt x="1723" y="248"/>
                </a:lnTo>
                <a:lnTo>
                  <a:pt x="1723" y="249"/>
                </a:lnTo>
                <a:lnTo>
                  <a:pt x="1723" y="250"/>
                </a:lnTo>
                <a:lnTo>
                  <a:pt x="1724" y="250"/>
                </a:lnTo>
                <a:lnTo>
                  <a:pt x="1724" y="251"/>
                </a:lnTo>
                <a:lnTo>
                  <a:pt x="1725" y="251"/>
                </a:lnTo>
                <a:lnTo>
                  <a:pt x="1725" y="250"/>
                </a:lnTo>
                <a:lnTo>
                  <a:pt x="1726" y="250"/>
                </a:lnTo>
                <a:lnTo>
                  <a:pt x="1727" y="250"/>
                </a:lnTo>
                <a:lnTo>
                  <a:pt x="1728" y="250"/>
                </a:lnTo>
                <a:lnTo>
                  <a:pt x="1728" y="251"/>
                </a:lnTo>
                <a:lnTo>
                  <a:pt x="1729" y="251"/>
                </a:lnTo>
                <a:lnTo>
                  <a:pt x="1730" y="251"/>
                </a:lnTo>
                <a:lnTo>
                  <a:pt x="1731" y="251"/>
                </a:lnTo>
                <a:lnTo>
                  <a:pt x="1731" y="252"/>
                </a:lnTo>
                <a:lnTo>
                  <a:pt x="1731" y="253"/>
                </a:lnTo>
                <a:lnTo>
                  <a:pt x="1732" y="253"/>
                </a:lnTo>
                <a:lnTo>
                  <a:pt x="1732" y="254"/>
                </a:lnTo>
                <a:lnTo>
                  <a:pt x="1731" y="254"/>
                </a:lnTo>
                <a:lnTo>
                  <a:pt x="1731" y="255"/>
                </a:lnTo>
                <a:lnTo>
                  <a:pt x="1732" y="255"/>
                </a:lnTo>
                <a:lnTo>
                  <a:pt x="1733" y="255"/>
                </a:lnTo>
                <a:lnTo>
                  <a:pt x="1734" y="255"/>
                </a:lnTo>
                <a:lnTo>
                  <a:pt x="1734" y="256"/>
                </a:lnTo>
                <a:lnTo>
                  <a:pt x="1735" y="256"/>
                </a:lnTo>
                <a:lnTo>
                  <a:pt x="1735" y="257"/>
                </a:lnTo>
                <a:lnTo>
                  <a:pt x="1736" y="257"/>
                </a:lnTo>
                <a:lnTo>
                  <a:pt x="1736" y="258"/>
                </a:lnTo>
                <a:lnTo>
                  <a:pt x="1736" y="259"/>
                </a:lnTo>
                <a:lnTo>
                  <a:pt x="1737" y="259"/>
                </a:lnTo>
                <a:lnTo>
                  <a:pt x="1737" y="260"/>
                </a:lnTo>
                <a:lnTo>
                  <a:pt x="1738" y="260"/>
                </a:lnTo>
                <a:lnTo>
                  <a:pt x="1739" y="260"/>
                </a:lnTo>
                <a:lnTo>
                  <a:pt x="1740" y="260"/>
                </a:lnTo>
                <a:lnTo>
                  <a:pt x="1741" y="260"/>
                </a:lnTo>
                <a:lnTo>
                  <a:pt x="1741" y="261"/>
                </a:lnTo>
                <a:lnTo>
                  <a:pt x="1741" y="262"/>
                </a:lnTo>
                <a:lnTo>
                  <a:pt x="1742" y="262"/>
                </a:lnTo>
                <a:lnTo>
                  <a:pt x="1743" y="262"/>
                </a:lnTo>
                <a:lnTo>
                  <a:pt x="1744" y="262"/>
                </a:lnTo>
                <a:lnTo>
                  <a:pt x="1745" y="262"/>
                </a:lnTo>
                <a:lnTo>
                  <a:pt x="1745" y="263"/>
                </a:lnTo>
                <a:lnTo>
                  <a:pt x="1746" y="263"/>
                </a:lnTo>
                <a:lnTo>
                  <a:pt x="1747" y="263"/>
                </a:lnTo>
                <a:lnTo>
                  <a:pt x="1747" y="264"/>
                </a:lnTo>
                <a:lnTo>
                  <a:pt x="1748" y="264"/>
                </a:lnTo>
                <a:lnTo>
                  <a:pt x="1748" y="265"/>
                </a:lnTo>
                <a:lnTo>
                  <a:pt x="1749" y="265"/>
                </a:lnTo>
                <a:lnTo>
                  <a:pt x="1750" y="265"/>
                </a:lnTo>
                <a:lnTo>
                  <a:pt x="1750" y="266"/>
                </a:lnTo>
                <a:lnTo>
                  <a:pt x="1751" y="266"/>
                </a:lnTo>
                <a:lnTo>
                  <a:pt x="1751" y="265"/>
                </a:lnTo>
                <a:lnTo>
                  <a:pt x="1752" y="265"/>
                </a:lnTo>
                <a:lnTo>
                  <a:pt x="1752" y="266"/>
                </a:lnTo>
                <a:lnTo>
                  <a:pt x="1752" y="267"/>
                </a:lnTo>
                <a:lnTo>
                  <a:pt x="1753" y="267"/>
                </a:lnTo>
                <a:lnTo>
                  <a:pt x="1754" y="267"/>
                </a:lnTo>
                <a:lnTo>
                  <a:pt x="1755" y="267"/>
                </a:lnTo>
                <a:lnTo>
                  <a:pt x="1756" y="267"/>
                </a:lnTo>
                <a:lnTo>
                  <a:pt x="1756" y="266"/>
                </a:lnTo>
                <a:lnTo>
                  <a:pt x="1757" y="266"/>
                </a:lnTo>
                <a:lnTo>
                  <a:pt x="1757" y="267"/>
                </a:lnTo>
                <a:lnTo>
                  <a:pt x="1757" y="268"/>
                </a:lnTo>
                <a:lnTo>
                  <a:pt x="1757" y="269"/>
                </a:lnTo>
                <a:lnTo>
                  <a:pt x="1758" y="269"/>
                </a:lnTo>
                <a:lnTo>
                  <a:pt x="1758" y="270"/>
                </a:lnTo>
                <a:lnTo>
                  <a:pt x="1758" y="271"/>
                </a:lnTo>
                <a:lnTo>
                  <a:pt x="1759" y="271"/>
                </a:lnTo>
                <a:lnTo>
                  <a:pt x="1759" y="272"/>
                </a:lnTo>
                <a:lnTo>
                  <a:pt x="1760" y="272"/>
                </a:lnTo>
                <a:lnTo>
                  <a:pt x="1761" y="272"/>
                </a:lnTo>
                <a:lnTo>
                  <a:pt x="1762" y="272"/>
                </a:lnTo>
                <a:lnTo>
                  <a:pt x="1763" y="272"/>
                </a:lnTo>
                <a:lnTo>
                  <a:pt x="1764" y="272"/>
                </a:lnTo>
                <a:lnTo>
                  <a:pt x="1764" y="273"/>
                </a:lnTo>
                <a:lnTo>
                  <a:pt x="1765" y="273"/>
                </a:lnTo>
                <a:lnTo>
                  <a:pt x="1766" y="273"/>
                </a:lnTo>
                <a:lnTo>
                  <a:pt x="1767" y="273"/>
                </a:lnTo>
                <a:lnTo>
                  <a:pt x="1767" y="274"/>
                </a:lnTo>
                <a:lnTo>
                  <a:pt x="1768" y="274"/>
                </a:lnTo>
                <a:lnTo>
                  <a:pt x="1768" y="275"/>
                </a:lnTo>
                <a:lnTo>
                  <a:pt x="1768" y="276"/>
                </a:lnTo>
                <a:lnTo>
                  <a:pt x="1769" y="276"/>
                </a:lnTo>
                <a:lnTo>
                  <a:pt x="1770" y="276"/>
                </a:lnTo>
                <a:lnTo>
                  <a:pt x="1770" y="277"/>
                </a:lnTo>
                <a:lnTo>
                  <a:pt x="1771" y="277"/>
                </a:lnTo>
                <a:lnTo>
                  <a:pt x="1771" y="278"/>
                </a:lnTo>
                <a:lnTo>
                  <a:pt x="1772" y="278"/>
                </a:lnTo>
                <a:lnTo>
                  <a:pt x="1773" y="278"/>
                </a:lnTo>
                <a:lnTo>
                  <a:pt x="1773" y="279"/>
                </a:lnTo>
                <a:lnTo>
                  <a:pt x="1774" y="279"/>
                </a:lnTo>
                <a:lnTo>
                  <a:pt x="1774" y="280"/>
                </a:lnTo>
                <a:lnTo>
                  <a:pt x="1775" y="280"/>
                </a:lnTo>
                <a:lnTo>
                  <a:pt x="1775" y="279"/>
                </a:lnTo>
                <a:lnTo>
                  <a:pt x="1776" y="279"/>
                </a:lnTo>
                <a:lnTo>
                  <a:pt x="1777" y="279"/>
                </a:lnTo>
                <a:lnTo>
                  <a:pt x="1778" y="279"/>
                </a:lnTo>
                <a:lnTo>
                  <a:pt x="1778" y="280"/>
                </a:lnTo>
                <a:lnTo>
                  <a:pt x="1779" y="280"/>
                </a:lnTo>
                <a:lnTo>
                  <a:pt x="1779" y="281"/>
                </a:lnTo>
                <a:lnTo>
                  <a:pt x="1780" y="281"/>
                </a:lnTo>
                <a:lnTo>
                  <a:pt x="1780" y="282"/>
                </a:lnTo>
                <a:lnTo>
                  <a:pt x="1781" y="282"/>
                </a:lnTo>
                <a:lnTo>
                  <a:pt x="1780" y="282"/>
                </a:lnTo>
                <a:lnTo>
                  <a:pt x="1780" y="283"/>
                </a:lnTo>
                <a:lnTo>
                  <a:pt x="1780" y="284"/>
                </a:lnTo>
                <a:lnTo>
                  <a:pt x="1781" y="284"/>
                </a:lnTo>
                <a:lnTo>
                  <a:pt x="1781" y="285"/>
                </a:lnTo>
                <a:lnTo>
                  <a:pt x="1782" y="285"/>
                </a:lnTo>
                <a:lnTo>
                  <a:pt x="1782" y="286"/>
                </a:lnTo>
                <a:lnTo>
                  <a:pt x="1783" y="286"/>
                </a:lnTo>
                <a:lnTo>
                  <a:pt x="1784" y="286"/>
                </a:lnTo>
                <a:lnTo>
                  <a:pt x="1784" y="287"/>
                </a:lnTo>
                <a:lnTo>
                  <a:pt x="1784" y="288"/>
                </a:lnTo>
                <a:lnTo>
                  <a:pt x="1784" y="289"/>
                </a:lnTo>
                <a:lnTo>
                  <a:pt x="1784" y="290"/>
                </a:lnTo>
                <a:lnTo>
                  <a:pt x="1784" y="291"/>
                </a:lnTo>
                <a:lnTo>
                  <a:pt x="1785" y="291"/>
                </a:lnTo>
                <a:lnTo>
                  <a:pt x="1786" y="291"/>
                </a:lnTo>
                <a:lnTo>
                  <a:pt x="1787" y="292"/>
                </a:lnTo>
                <a:lnTo>
                  <a:pt x="1788" y="292"/>
                </a:lnTo>
                <a:lnTo>
                  <a:pt x="1789" y="292"/>
                </a:lnTo>
                <a:lnTo>
                  <a:pt x="1789" y="293"/>
                </a:lnTo>
                <a:lnTo>
                  <a:pt x="1789" y="294"/>
                </a:lnTo>
                <a:lnTo>
                  <a:pt x="1790" y="294"/>
                </a:lnTo>
                <a:lnTo>
                  <a:pt x="1792" y="294"/>
                </a:lnTo>
                <a:lnTo>
                  <a:pt x="1793" y="294"/>
                </a:lnTo>
                <a:lnTo>
                  <a:pt x="1793" y="293"/>
                </a:lnTo>
                <a:lnTo>
                  <a:pt x="1793" y="292"/>
                </a:lnTo>
                <a:lnTo>
                  <a:pt x="1794" y="291"/>
                </a:lnTo>
                <a:lnTo>
                  <a:pt x="1793" y="290"/>
                </a:lnTo>
                <a:lnTo>
                  <a:pt x="1794" y="289"/>
                </a:lnTo>
                <a:lnTo>
                  <a:pt x="1793" y="288"/>
                </a:lnTo>
                <a:lnTo>
                  <a:pt x="1793" y="287"/>
                </a:lnTo>
                <a:lnTo>
                  <a:pt x="1793" y="285"/>
                </a:lnTo>
                <a:lnTo>
                  <a:pt x="1792" y="284"/>
                </a:lnTo>
                <a:lnTo>
                  <a:pt x="1791" y="284"/>
                </a:lnTo>
                <a:lnTo>
                  <a:pt x="1791" y="283"/>
                </a:lnTo>
                <a:lnTo>
                  <a:pt x="1791" y="281"/>
                </a:lnTo>
                <a:lnTo>
                  <a:pt x="1791" y="280"/>
                </a:lnTo>
                <a:lnTo>
                  <a:pt x="1791" y="279"/>
                </a:lnTo>
                <a:lnTo>
                  <a:pt x="1790" y="279"/>
                </a:lnTo>
                <a:lnTo>
                  <a:pt x="1790" y="278"/>
                </a:lnTo>
                <a:lnTo>
                  <a:pt x="1791" y="278"/>
                </a:lnTo>
                <a:lnTo>
                  <a:pt x="1791" y="277"/>
                </a:lnTo>
                <a:lnTo>
                  <a:pt x="1791" y="276"/>
                </a:lnTo>
                <a:lnTo>
                  <a:pt x="1790" y="276"/>
                </a:lnTo>
                <a:lnTo>
                  <a:pt x="1790" y="275"/>
                </a:lnTo>
                <a:lnTo>
                  <a:pt x="1790" y="274"/>
                </a:lnTo>
                <a:lnTo>
                  <a:pt x="1791" y="274"/>
                </a:lnTo>
                <a:lnTo>
                  <a:pt x="1791" y="273"/>
                </a:lnTo>
                <a:lnTo>
                  <a:pt x="1792" y="273"/>
                </a:lnTo>
                <a:lnTo>
                  <a:pt x="1792" y="272"/>
                </a:lnTo>
                <a:lnTo>
                  <a:pt x="1791" y="271"/>
                </a:lnTo>
                <a:lnTo>
                  <a:pt x="1790" y="270"/>
                </a:lnTo>
                <a:lnTo>
                  <a:pt x="1788" y="270"/>
                </a:lnTo>
                <a:lnTo>
                  <a:pt x="1787" y="269"/>
                </a:lnTo>
                <a:lnTo>
                  <a:pt x="1786" y="268"/>
                </a:lnTo>
                <a:lnTo>
                  <a:pt x="1784" y="267"/>
                </a:lnTo>
                <a:lnTo>
                  <a:pt x="1784" y="266"/>
                </a:lnTo>
                <a:lnTo>
                  <a:pt x="1784" y="265"/>
                </a:lnTo>
                <a:lnTo>
                  <a:pt x="1785" y="265"/>
                </a:lnTo>
                <a:lnTo>
                  <a:pt x="1785" y="264"/>
                </a:lnTo>
                <a:lnTo>
                  <a:pt x="1784" y="263"/>
                </a:lnTo>
                <a:lnTo>
                  <a:pt x="1784" y="261"/>
                </a:lnTo>
                <a:lnTo>
                  <a:pt x="1783" y="261"/>
                </a:lnTo>
                <a:lnTo>
                  <a:pt x="1783" y="260"/>
                </a:lnTo>
                <a:lnTo>
                  <a:pt x="1784" y="260"/>
                </a:lnTo>
                <a:lnTo>
                  <a:pt x="1783" y="259"/>
                </a:lnTo>
                <a:lnTo>
                  <a:pt x="1782" y="258"/>
                </a:lnTo>
                <a:lnTo>
                  <a:pt x="1782" y="257"/>
                </a:lnTo>
                <a:lnTo>
                  <a:pt x="1781" y="257"/>
                </a:lnTo>
                <a:lnTo>
                  <a:pt x="1781" y="256"/>
                </a:lnTo>
                <a:lnTo>
                  <a:pt x="1781" y="255"/>
                </a:lnTo>
                <a:lnTo>
                  <a:pt x="1781" y="254"/>
                </a:lnTo>
                <a:lnTo>
                  <a:pt x="1780" y="254"/>
                </a:lnTo>
                <a:lnTo>
                  <a:pt x="1779" y="254"/>
                </a:lnTo>
                <a:lnTo>
                  <a:pt x="1778" y="252"/>
                </a:lnTo>
                <a:lnTo>
                  <a:pt x="1777" y="252"/>
                </a:lnTo>
                <a:lnTo>
                  <a:pt x="1777" y="251"/>
                </a:lnTo>
                <a:lnTo>
                  <a:pt x="1776" y="251"/>
                </a:lnTo>
                <a:lnTo>
                  <a:pt x="1776" y="252"/>
                </a:lnTo>
                <a:lnTo>
                  <a:pt x="1774" y="250"/>
                </a:lnTo>
                <a:lnTo>
                  <a:pt x="1774" y="249"/>
                </a:lnTo>
                <a:lnTo>
                  <a:pt x="1772" y="248"/>
                </a:lnTo>
                <a:lnTo>
                  <a:pt x="1771" y="248"/>
                </a:lnTo>
                <a:lnTo>
                  <a:pt x="1770" y="248"/>
                </a:lnTo>
                <a:lnTo>
                  <a:pt x="1770" y="247"/>
                </a:lnTo>
                <a:lnTo>
                  <a:pt x="1771" y="246"/>
                </a:lnTo>
                <a:lnTo>
                  <a:pt x="1772" y="246"/>
                </a:lnTo>
                <a:lnTo>
                  <a:pt x="1772" y="245"/>
                </a:lnTo>
                <a:lnTo>
                  <a:pt x="1771" y="245"/>
                </a:lnTo>
                <a:lnTo>
                  <a:pt x="1771" y="244"/>
                </a:lnTo>
                <a:lnTo>
                  <a:pt x="1770" y="244"/>
                </a:lnTo>
                <a:lnTo>
                  <a:pt x="1769" y="243"/>
                </a:lnTo>
                <a:lnTo>
                  <a:pt x="1768" y="241"/>
                </a:lnTo>
                <a:lnTo>
                  <a:pt x="1767" y="241"/>
                </a:lnTo>
                <a:lnTo>
                  <a:pt x="1767" y="240"/>
                </a:lnTo>
                <a:lnTo>
                  <a:pt x="1767" y="239"/>
                </a:lnTo>
                <a:lnTo>
                  <a:pt x="1768" y="238"/>
                </a:lnTo>
                <a:lnTo>
                  <a:pt x="1769" y="238"/>
                </a:lnTo>
                <a:lnTo>
                  <a:pt x="1769" y="237"/>
                </a:lnTo>
                <a:lnTo>
                  <a:pt x="1769" y="236"/>
                </a:lnTo>
                <a:lnTo>
                  <a:pt x="1770" y="236"/>
                </a:lnTo>
                <a:lnTo>
                  <a:pt x="1770" y="235"/>
                </a:lnTo>
                <a:lnTo>
                  <a:pt x="1771" y="235"/>
                </a:lnTo>
                <a:lnTo>
                  <a:pt x="1771" y="234"/>
                </a:lnTo>
                <a:lnTo>
                  <a:pt x="1771" y="233"/>
                </a:lnTo>
                <a:lnTo>
                  <a:pt x="1772" y="232"/>
                </a:lnTo>
                <a:lnTo>
                  <a:pt x="1773" y="232"/>
                </a:lnTo>
                <a:lnTo>
                  <a:pt x="1774" y="232"/>
                </a:lnTo>
                <a:lnTo>
                  <a:pt x="1775" y="232"/>
                </a:lnTo>
                <a:lnTo>
                  <a:pt x="1775" y="231"/>
                </a:lnTo>
                <a:lnTo>
                  <a:pt x="1776" y="231"/>
                </a:lnTo>
                <a:lnTo>
                  <a:pt x="1776" y="230"/>
                </a:lnTo>
                <a:lnTo>
                  <a:pt x="1777" y="230"/>
                </a:lnTo>
                <a:lnTo>
                  <a:pt x="1778" y="230"/>
                </a:lnTo>
                <a:lnTo>
                  <a:pt x="1778" y="231"/>
                </a:lnTo>
                <a:lnTo>
                  <a:pt x="1778" y="232"/>
                </a:lnTo>
                <a:lnTo>
                  <a:pt x="1779" y="233"/>
                </a:lnTo>
                <a:lnTo>
                  <a:pt x="1779" y="234"/>
                </a:lnTo>
                <a:lnTo>
                  <a:pt x="1780" y="234"/>
                </a:lnTo>
                <a:lnTo>
                  <a:pt x="1780" y="235"/>
                </a:lnTo>
                <a:lnTo>
                  <a:pt x="1781" y="235"/>
                </a:lnTo>
                <a:lnTo>
                  <a:pt x="1781" y="236"/>
                </a:lnTo>
                <a:lnTo>
                  <a:pt x="1782" y="236"/>
                </a:lnTo>
                <a:lnTo>
                  <a:pt x="1784" y="236"/>
                </a:lnTo>
                <a:lnTo>
                  <a:pt x="1784" y="235"/>
                </a:lnTo>
                <a:lnTo>
                  <a:pt x="1785" y="235"/>
                </a:lnTo>
                <a:lnTo>
                  <a:pt x="1785" y="236"/>
                </a:lnTo>
                <a:lnTo>
                  <a:pt x="1786" y="236"/>
                </a:lnTo>
                <a:lnTo>
                  <a:pt x="1786" y="237"/>
                </a:lnTo>
                <a:lnTo>
                  <a:pt x="1787" y="237"/>
                </a:lnTo>
                <a:lnTo>
                  <a:pt x="1787" y="238"/>
                </a:lnTo>
                <a:lnTo>
                  <a:pt x="1788" y="238"/>
                </a:lnTo>
                <a:lnTo>
                  <a:pt x="1788" y="239"/>
                </a:lnTo>
                <a:lnTo>
                  <a:pt x="1789" y="239"/>
                </a:lnTo>
                <a:lnTo>
                  <a:pt x="1790" y="239"/>
                </a:lnTo>
                <a:lnTo>
                  <a:pt x="1791" y="239"/>
                </a:lnTo>
                <a:lnTo>
                  <a:pt x="1791" y="240"/>
                </a:lnTo>
                <a:lnTo>
                  <a:pt x="1791" y="241"/>
                </a:lnTo>
                <a:lnTo>
                  <a:pt x="1792" y="241"/>
                </a:lnTo>
                <a:lnTo>
                  <a:pt x="1791" y="241"/>
                </a:lnTo>
                <a:lnTo>
                  <a:pt x="1791" y="242"/>
                </a:lnTo>
                <a:lnTo>
                  <a:pt x="1792" y="242"/>
                </a:lnTo>
                <a:lnTo>
                  <a:pt x="1792" y="243"/>
                </a:lnTo>
                <a:lnTo>
                  <a:pt x="1793" y="243"/>
                </a:lnTo>
                <a:lnTo>
                  <a:pt x="1794" y="243"/>
                </a:lnTo>
                <a:lnTo>
                  <a:pt x="1794" y="244"/>
                </a:lnTo>
                <a:lnTo>
                  <a:pt x="1795" y="244"/>
                </a:lnTo>
                <a:lnTo>
                  <a:pt x="1796" y="244"/>
                </a:lnTo>
                <a:lnTo>
                  <a:pt x="1797" y="244"/>
                </a:lnTo>
                <a:lnTo>
                  <a:pt x="1798" y="244"/>
                </a:lnTo>
                <a:lnTo>
                  <a:pt x="1799" y="244"/>
                </a:lnTo>
                <a:lnTo>
                  <a:pt x="1799" y="245"/>
                </a:lnTo>
                <a:lnTo>
                  <a:pt x="1800" y="245"/>
                </a:lnTo>
                <a:lnTo>
                  <a:pt x="1801" y="245"/>
                </a:lnTo>
                <a:lnTo>
                  <a:pt x="1801" y="246"/>
                </a:lnTo>
                <a:lnTo>
                  <a:pt x="1802" y="246"/>
                </a:lnTo>
                <a:lnTo>
                  <a:pt x="1802" y="247"/>
                </a:lnTo>
                <a:lnTo>
                  <a:pt x="1803" y="246"/>
                </a:lnTo>
                <a:lnTo>
                  <a:pt x="1803" y="247"/>
                </a:lnTo>
                <a:lnTo>
                  <a:pt x="1804" y="247"/>
                </a:lnTo>
                <a:lnTo>
                  <a:pt x="1804" y="248"/>
                </a:lnTo>
                <a:lnTo>
                  <a:pt x="1805" y="248"/>
                </a:lnTo>
                <a:lnTo>
                  <a:pt x="1805" y="249"/>
                </a:lnTo>
                <a:lnTo>
                  <a:pt x="1805" y="250"/>
                </a:lnTo>
                <a:lnTo>
                  <a:pt x="1805" y="251"/>
                </a:lnTo>
                <a:lnTo>
                  <a:pt x="1805" y="252"/>
                </a:lnTo>
                <a:lnTo>
                  <a:pt x="1806" y="252"/>
                </a:lnTo>
                <a:lnTo>
                  <a:pt x="1806" y="253"/>
                </a:lnTo>
                <a:lnTo>
                  <a:pt x="1805" y="253"/>
                </a:lnTo>
                <a:lnTo>
                  <a:pt x="1805" y="254"/>
                </a:lnTo>
                <a:lnTo>
                  <a:pt x="1805" y="255"/>
                </a:lnTo>
                <a:lnTo>
                  <a:pt x="1805" y="256"/>
                </a:lnTo>
                <a:lnTo>
                  <a:pt x="1806" y="256"/>
                </a:lnTo>
                <a:lnTo>
                  <a:pt x="1806" y="257"/>
                </a:lnTo>
                <a:lnTo>
                  <a:pt x="1805" y="257"/>
                </a:lnTo>
                <a:lnTo>
                  <a:pt x="1806" y="257"/>
                </a:lnTo>
                <a:lnTo>
                  <a:pt x="1806" y="259"/>
                </a:lnTo>
                <a:lnTo>
                  <a:pt x="1806" y="260"/>
                </a:lnTo>
                <a:lnTo>
                  <a:pt x="1806" y="261"/>
                </a:lnTo>
                <a:lnTo>
                  <a:pt x="1805" y="261"/>
                </a:lnTo>
                <a:lnTo>
                  <a:pt x="1805" y="262"/>
                </a:lnTo>
                <a:lnTo>
                  <a:pt x="1806" y="262"/>
                </a:lnTo>
                <a:lnTo>
                  <a:pt x="1806" y="263"/>
                </a:lnTo>
                <a:lnTo>
                  <a:pt x="1807" y="264"/>
                </a:lnTo>
                <a:lnTo>
                  <a:pt x="1807" y="263"/>
                </a:lnTo>
                <a:lnTo>
                  <a:pt x="1808" y="263"/>
                </a:lnTo>
                <a:lnTo>
                  <a:pt x="1808" y="262"/>
                </a:lnTo>
                <a:lnTo>
                  <a:pt x="1809" y="262"/>
                </a:lnTo>
                <a:lnTo>
                  <a:pt x="1809" y="261"/>
                </a:lnTo>
                <a:lnTo>
                  <a:pt x="1810" y="261"/>
                </a:lnTo>
                <a:lnTo>
                  <a:pt x="1811" y="261"/>
                </a:lnTo>
                <a:lnTo>
                  <a:pt x="1812" y="261"/>
                </a:lnTo>
                <a:lnTo>
                  <a:pt x="1812" y="260"/>
                </a:lnTo>
                <a:lnTo>
                  <a:pt x="1813" y="260"/>
                </a:lnTo>
                <a:lnTo>
                  <a:pt x="1813" y="259"/>
                </a:lnTo>
                <a:lnTo>
                  <a:pt x="1814" y="259"/>
                </a:lnTo>
                <a:lnTo>
                  <a:pt x="1814" y="260"/>
                </a:lnTo>
                <a:lnTo>
                  <a:pt x="1814" y="261"/>
                </a:lnTo>
                <a:lnTo>
                  <a:pt x="1814" y="262"/>
                </a:lnTo>
                <a:lnTo>
                  <a:pt x="1815" y="262"/>
                </a:lnTo>
                <a:lnTo>
                  <a:pt x="1815" y="263"/>
                </a:lnTo>
                <a:lnTo>
                  <a:pt x="1816" y="263"/>
                </a:lnTo>
                <a:lnTo>
                  <a:pt x="1816" y="264"/>
                </a:lnTo>
                <a:lnTo>
                  <a:pt x="1816" y="265"/>
                </a:lnTo>
                <a:lnTo>
                  <a:pt x="1816" y="266"/>
                </a:lnTo>
                <a:lnTo>
                  <a:pt x="1817" y="266"/>
                </a:lnTo>
                <a:lnTo>
                  <a:pt x="1817" y="267"/>
                </a:lnTo>
                <a:lnTo>
                  <a:pt x="1817" y="268"/>
                </a:lnTo>
                <a:lnTo>
                  <a:pt x="1818" y="269"/>
                </a:lnTo>
                <a:lnTo>
                  <a:pt x="1818" y="270"/>
                </a:lnTo>
                <a:lnTo>
                  <a:pt x="1817" y="270"/>
                </a:lnTo>
                <a:lnTo>
                  <a:pt x="1817" y="271"/>
                </a:lnTo>
                <a:lnTo>
                  <a:pt x="1816" y="271"/>
                </a:lnTo>
                <a:lnTo>
                  <a:pt x="1816" y="272"/>
                </a:lnTo>
                <a:lnTo>
                  <a:pt x="1816" y="273"/>
                </a:lnTo>
                <a:lnTo>
                  <a:pt x="1817" y="273"/>
                </a:lnTo>
                <a:lnTo>
                  <a:pt x="1818" y="273"/>
                </a:lnTo>
                <a:lnTo>
                  <a:pt x="1818" y="274"/>
                </a:lnTo>
                <a:lnTo>
                  <a:pt x="1819" y="274"/>
                </a:lnTo>
                <a:lnTo>
                  <a:pt x="1820" y="275"/>
                </a:lnTo>
                <a:lnTo>
                  <a:pt x="1820" y="276"/>
                </a:lnTo>
                <a:lnTo>
                  <a:pt x="1821" y="276"/>
                </a:lnTo>
                <a:lnTo>
                  <a:pt x="1821" y="275"/>
                </a:lnTo>
                <a:lnTo>
                  <a:pt x="1822" y="276"/>
                </a:lnTo>
                <a:lnTo>
                  <a:pt x="1822" y="277"/>
                </a:lnTo>
                <a:lnTo>
                  <a:pt x="1822" y="276"/>
                </a:lnTo>
                <a:lnTo>
                  <a:pt x="1824" y="276"/>
                </a:lnTo>
                <a:lnTo>
                  <a:pt x="1825" y="277"/>
                </a:lnTo>
                <a:lnTo>
                  <a:pt x="1826" y="277"/>
                </a:lnTo>
                <a:lnTo>
                  <a:pt x="1825" y="278"/>
                </a:lnTo>
                <a:lnTo>
                  <a:pt x="1825" y="279"/>
                </a:lnTo>
                <a:lnTo>
                  <a:pt x="1826" y="279"/>
                </a:lnTo>
                <a:lnTo>
                  <a:pt x="1827" y="279"/>
                </a:lnTo>
                <a:lnTo>
                  <a:pt x="1827" y="280"/>
                </a:lnTo>
                <a:lnTo>
                  <a:pt x="1828" y="280"/>
                </a:lnTo>
                <a:lnTo>
                  <a:pt x="1828" y="279"/>
                </a:lnTo>
                <a:lnTo>
                  <a:pt x="1829" y="279"/>
                </a:lnTo>
                <a:lnTo>
                  <a:pt x="1830" y="278"/>
                </a:lnTo>
                <a:lnTo>
                  <a:pt x="1831" y="277"/>
                </a:lnTo>
                <a:lnTo>
                  <a:pt x="1832" y="277"/>
                </a:lnTo>
                <a:lnTo>
                  <a:pt x="1832" y="278"/>
                </a:lnTo>
                <a:lnTo>
                  <a:pt x="1833" y="278"/>
                </a:lnTo>
                <a:lnTo>
                  <a:pt x="1833" y="279"/>
                </a:lnTo>
                <a:lnTo>
                  <a:pt x="1833" y="278"/>
                </a:lnTo>
                <a:lnTo>
                  <a:pt x="1834" y="278"/>
                </a:lnTo>
                <a:lnTo>
                  <a:pt x="1834" y="279"/>
                </a:lnTo>
                <a:lnTo>
                  <a:pt x="1834" y="280"/>
                </a:lnTo>
                <a:lnTo>
                  <a:pt x="1834" y="281"/>
                </a:lnTo>
                <a:lnTo>
                  <a:pt x="1833" y="281"/>
                </a:lnTo>
                <a:lnTo>
                  <a:pt x="1833" y="282"/>
                </a:lnTo>
                <a:lnTo>
                  <a:pt x="1834" y="282"/>
                </a:lnTo>
                <a:lnTo>
                  <a:pt x="1834" y="283"/>
                </a:lnTo>
                <a:lnTo>
                  <a:pt x="1833" y="283"/>
                </a:lnTo>
                <a:lnTo>
                  <a:pt x="1833" y="284"/>
                </a:lnTo>
                <a:lnTo>
                  <a:pt x="1833" y="285"/>
                </a:lnTo>
                <a:lnTo>
                  <a:pt x="1834" y="285"/>
                </a:lnTo>
                <a:lnTo>
                  <a:pt x="1835" y="285"/>
                </a:lnTo>
                <a:lnTo>
                  <a:pt x="1836" y="286"/>
                </a:lnTo>
                <a:lnTo>
                  <a:pt x="1837" y="286"/>
                </a:lnTo>
                <a:lnTo>
                  <a:pt x="1838" y="286"/>
                </a:lnTo>
                <a:lnTo>
                  <a:pt x="1838" y="285"/>
                </a:lnTo>
                <a:lnTo>
                  <a:pt x="1839" y="285"/>
                </a:lnTo>
                <a:lnTo>
                  <a:pt x="1839" y="284"/>
                </a:lnTo>
                <a:lnTo>
                  <a:pt x="1839" y="283"/>
                </a:lnTo>
                <a:lnTo>
                  <a:pt x="1840" y="282"/>
                </a:lnTo>
                <a:lnTo>
                  <a:pt x="1840" y="281"/>
                </a:lnTo>
                <a:lnTo>
                  <a:pt x="1841" y="281"/>
                </a:lnTo>
                <a:lnTo>
                  <a:pt x="1841" y="282"/>
                </a:lnTo>
                <a:lnTo>
                  <a:pt x="1841" y="283"/>
                </a:lnTo>
                <a:lnTo>
                  <a:pt x="1842" y="283"/>
                </a:lnTo>
                <a:lnTo>
                  <a:pt x="1843" y="283"/>
                </a:lnTo>
                <a:lnTo>
                  <a:pt x="1843" y="284"/>
                </a:lnTo>
                <a:lnTo>
                  <a:pt x="1843" y="285"/>
                </a:lnTo>
                <a:lnTo>
                  <a:pt x="1844" y="285"/>
                </a:lnTo>
                <a:lnTo>
                  <a:pt x="1845" y="285"/>
                </a:lnTo>
                <a:lnTo>
                  <a:pt x="1846" y="285"/>
                </a:lnTo>
                <a:lnTo>
                  <a:pt x="1846" y="284"/>
                </a:lnTo>
                <a:lnTo>
                  <a:pt x="1847" y="284"/>
                </a:lnTo>
                <a:lnTo>
                  <a:pt x="1847" y="285"/>
                </a:lnTo>
                <a:lnTo>
                  <a:pt x="1847" y="286"/>
                </a:lnTo>
                <a:lnTo>
                  <a:pt x="1848" y="287"/>
                </a:lnTo>
                <a:lnTo>
                  <a:pt x="1849" y="287"/>
                </a:lnTo>
                <a:lnTo>
                  <a:pt x="1849" y="288"/>
                </a:lnTo>
                <a:lnTo>
                  <a:pt x="1850" y="288"/>
                </a:lnTo>
                <a:lnTo>
                  <a:pt x="1850" y="289"/>
                </a:lnTo>
                <a:lnTo>
                  <a:pt x="1850" y="290"/>
                </a:lnTo>
                <a:lnTo>
                  <a:pt x="1851" y="290"/>
                </a:lnTo>
                <a:lnTo>
                  <a:pt x="1851" y="291"/>
                </a:lnTo>
                <a:lnTo>
                  <a:pt x="1851" y="290"/>
                </a:lnTo>
                <a:lnTo>
                  <a:pt x="1852" y="290"/>
                </a:lnTo>
                <a:lnTo>
                  <a:pt x="1853" y="290"/>
                </a:lnTo>
                <a:lnTo>
                  <a:pt x="1854" y="290"/>
                </a:lnTo>
                <a:lnTo>
                  <a:pt x="1855" y="290"/>
                </a:lnTo>
                <a:lnTo>
                  <a:pt x="1856" y="290"/>
                </a:lnTo>
                <a:lnTo>
                  <a:pt x="1857" y="291"/>
                </a:lnTo>
                <a:lnTo>
                  <a:pt x="1858" y="291"/>
                </a:lnTo>
                <a:lnTo>
                  <a:pt x="1859" y="291"/>
                </a:lnTo>
                <a:lnTo>
                  <a:pt x="1859" y="292"/>
                </a:lnTo>
                <a:lnTo>
                  <a:pt x="1859" y="291"/>
                </a:lnTo>
                <a:lnTo>
                  <a:pt x="1859" y="290"/>
                </a:lnTo>
                <a:lnTo>
                  <a:pt x="1859" y="289"/>
                </a:lnTo>
                <a:lnTo>
                  <a:pt x="1860" y="289"/>
                </a:lnTo>
                <a:lnTo>
                  <a:pt x="1861" y="288"/>
                </a:lnTo>
                <a:lnTo>
                  <a:pt x="1862" y="287"/>
                </a:lnTo>
                <a:lnTo>
                  <a:pt x="1863" y="287"/>
                </a:lnTo>
                <a:lnTo>
                  <a:pt x="1864" y="287"/>
                </a:lnTo>
                <a:lnTo>
                  <a:pt x="1865" y="287"/>
                </a:lnTo>
                <a:lnTo>
                  <a:pt x="1865" y="288"/>
                </a:lnTo>
                <a:lnTo>
                  <a:pt x="1866" y="288"/>
                </a:lnTo>
                <a:lnTo>
                  <a:pt x="1867" y="288"/>
                </a:lnTo>
                <a:lnTo>
                  <a:pt x="1868" y="288"/>
                </a:lnTo>
                <a:lnTo>
                  <a:pt x="1868" y="289"/>
                </a:lnTo>
                <a:lnTo>
                  <a:pt x="1869" y="289"/>
                </a:lnTo>
                <a:lnTo>
                  <a:pt x="1870" y="289"/>
                </a:lnTo>
                <a:lnTo>
                  <a:pt x="1871" y="289"/>
                </a:lnTo>
                <a:lnTo>
                  <a:pt x="1872" y="290"/>
                </a:lnTo>
                <a:lnTo>
                  <a:pt x="1873" y="290"/>
                </a:lnTo>
                <a:lnTo>
                  <a:pt x="1873" y="291"/>
                </a:lnTo>
                <a:lnTo>
                  <a:pt x="1874" y="291"/>
                </a:lnTo>
                <a:lnTo>
                  <a:pt x="1876" y="291"/>
                </a:lnTo>
                <a:lnTo>
                  <a:pt x="1877" y="291"/>
                </a:lnTo>
                <a:lnTo>
                  <a:pt x="1877" y="290"/>
                </a:lnTo>
                <a:lnTo>
                  <a:pt x="1878" y="290"/>
                </a:lnTo>
                <a:lnTo>
                  <a:pt x="1878" y="291"/>
                </a:lnTo>
                <a:lnTo>
                  <a:pt x="1879" y="291"/>
                </a:lnTo>
                <a:lnTo>
                  <a:pt x="1879" y="292"/>
                </a:lnTo>
                <a:lnTo>
                  <a:pt x="1880" y="292"/>
                </a:lnTo>
                <a:lnTo>
                  <a:pt x="1881" y="292"/>
                </a:lnTo>
                <a:lnTo>
                  <a:pt x="1881" y="293"/>
                </a:lnTo>
                <a:lnTo>
                  <a:pt x="1881" y="294"/>
                </a:lnTo>
                <a:lnTo>
                  <a:pt x="1882" y="294"/>
                </a:lnTo>
                <a:lnTo>
                  <a:pt x="1882" y="293"/>
                </a:lnTo>
                <a:lnTo>
                  <a:pt x="1883" y="293"/>
                </a:lnTo>
                <a:lnTo>
                  <a:pt x="1884" y="294"/>
                </a:lnTo>
                <a:lnTo>
                  <a:pt x="1884" y="295"/>
                </a:lnTo>
                <a:lnTo>
                  <a:pt x="1885" y="295"/>
                </a:lnTo>
                <a:lnTo>
                  <a:pt x="1885" y="296"/>
                </a:lnTo>
                <a:lnTo>
                  <a:pt x="1886" y="297"/>
                </a:lnTo>
                <a:lnTo>
                  <a:pt x="1886" y="298"/>
                </a:lnTo>
                <a:lnTo>
                  <a:pt x="1887" y="298"/>
                </a:lnTo>
                <a:lnTo>
                  <a:pt x="1887" y="299"/>
                </a:lnTo>
                <a:lnTo>
                  <a:pt x="1887" y="300"/>
                </a:lnTo>
                <a:lnTo>
                  <a:pt x="1887" y="301"/>
                </a:lnTo>
                <a:lnTo>
                  <a:pt x="1888" y="301"/>
                </a:lnTo>
                <a:lnTo>
                  <a:pt x="1889" y="301"/>
                </a:lnTo>
                <a:lnTo>
                  <a:pt x="1889" y="302"/>
                </a:lnTo>
                <a:lnTo>
                  <a:pt x="1888" y="302"/>
                </a:lnTo>
                <a:lnTo>
                  <a:pt x="1889" y="302"/>
                </a:lnTo>
                <a:lnTo>
                  <a:pt x="1889" y="304"/>
                </a:lnTo>
                <a:lnTo>
                  <a:pt x="1889" y="305"/>
                </a:lnTo>
                <a:lnTo>
                  <a:pt x="1890" y="305"/>
                </a:lnTo>
                <a:lnTo>
                  <a:pt x="1890" y="306"/>
                </a:lnTo>
                <a:lnTo>
                  <a:pt x="1891" y="306"/>
                </a:lnTo>
                <a:lnTo>
                  <a:pt x="1892" y="307"/>
                </a:lnTo>
                <a:lnTo>
                  <a:pt x="1892" y="308"/>
                </a:lnTo>
                <a:lnTo>
                  <a:pt x="1892" y="309"/>
                </a:lnTo>
                <a:lnTo>
                  <a:pt x="1893" y="309"/>
                </a:lnTo>
                <a:lnTo>
                  <a:pt x="1893" y="310"/>
                </a:lnTo>
                <a:lnTo>
                  <a:pt x="1893" y="311"/>
                </a:lnTo>
                <a:lnTo>
                  <a:pt x="1894" y="311"/>
                </a:lnTo>
                <a:lnTo>
                  <a:pt x="1894" y="312"/>
                </a:lnTo>
                <a:lnTo>
                  <a:pt x="1895" y="312"/>
                </a:lnTo>
                <a:lnTo>
                  <a:pt x="1895" y="313"/>
                </a:lnTo>
                <a:lnTo>
                  <a:pt x="1896" y="313"/>
                </a:lnTo>
                <a:lnTo>
                  <a:pt x="1897" y="313"/>
                </a:lnTo>
                <a:lnTo>
                  <a:pt x="1897" y="314"/>
                </a:lnTo>
                <a:lnTo>
                  <a:pt x="1898" y="314"/>
                </a:lnTo>
                <a:lnTo>
                  <a:pt x="1899" y="314"/>
                </a:lnTo>
                <a:lnTo>
                  <a:pt x="1900" y="314"/>
                </a:lnTo>
                <a:lnTo>
                  <a:pt x="1900" y="313"/>
                </a:lnTo>
                <a:lnTo>
                  <a:pt x="1901" y="313"/>
                </a:lnTo>
                <a:lnTo>
                  <a:pt x="1901" y="312"/>
                </a:lnTo>
                <a:lnTo>
                  <a:pt x="1902" y="312"/>
                </a:lnTo>
                <a:lnTo>
                  <a:pt x="1903" y="312"/>
                </a:lnTo>
                <a:lnTo>
                  <a:pt x="1903" y="311"/>
                </a:lnTo>
                <a:lnTo>
                  <a:pt x="1904" y="310"/>
                </a:lnTo>
                <a:lnTo>
                  <a:pt x="1905" y="310"/>
                </a:lnTo>
                <a:lnTo>
                  <a:pt x="1905" y="309"/>
                </a:lnTo>
                <a:lnTo>
                  <a:pt x="1906" y="308"/>
                </a:lnTo>
                <a:lnTo>
                  <a:pt x="1907" y="308"/>
                </a:lnTo>
                <a:lnTo>
                  <a:pt x="1908" y="308"/>
                </a:lnTo>
                <a:lnTo>
                  <a:pt x="1908" y="309"/>
                </a:lnTo>
                <a:lnTo>
                  <a:pt x="1909" y="309"/>
                </a:lnTo>
                <a:lnTo>
                  <a:pt x="1910" y="309"/>
                </a:lnTo>
                <a:lnTo>
                  <a:pt x="1910" y="310"/>
                </a:lnTo>
                <a:lnTo>
                  <a:pt x="1911" y="310"/>
                </a:lnTo>
                <a:lnTo>
                  <a:pt x="1911" y="311"/>
                </a:lnTo>
                <a:lnTo>
                  <a:pt x="1912" y="312"/>
                </a:lnTo>
                <a:lnTo>
                  <a:pt x="1912" y="313"/>
                </a:lnTo>
                <a:lnTo>
                  <a:pt x="1911" y="314"/>
                </a:lnTo>
                <a:lnTo>
                  <a:pt x="1910" y="314"/>
                </a:lnTo>
                <a:lnTo>
                  <a:pt x="1910" y="315"/>
                </a:lnTo>
                <a:lnTo>
                  <a:pt x="1910" y="316"/>
                </a:lnTo>
                <a:lnTo>
                  <a:pt x="1909" y="317"/>
                </a:lnTo>
                <a:lnTo>
                  <a:pt x="1909" y="318"/>
                </a:lnTo>
                <a:lnTo>
                  <a:pt x="1908" y="320"/>
                </a:lnTo>
                <a:lnTo>
                  <a:pt x="1908" y="321"/>
                </a:lnTo>
                <a:lnTo>
                  <a:pt x="1908" y="322"/>
                </a:lnTo>
                <a:lnTo>
                  <a:pt x="1909" y="323"/>
                </a:lnTo>
                <a:lnTo>
                  <a:pt x="1909" y="324"/>
                </a:lnTo>
                <a:lnTo>
                  <a:pt x="1909" y="326"/>
                </a:lnTo>
                <a:lnTo>
                  <a:pt x="1909" y="327"/>
                </a:lnTo>
                <a:lnTo>
                  <a:pt x="1909" y="328"/>
                </a:lnTo>
                <a:lnTo>
                  <a:pt x="1908" y="328"/>
                </a:lnTo>
                <a:lnTo>
                  <a:pt x="1907" y="328"/>
                </a:lnTo>
                <a:lnTo>
                  <a:pt x="1905" y="332"/>
                </a:lnTo>
                <a:lnTo>
                  <a:pt x="1904" y="333"/>
                </a:lnTo>
                <a:lnTo>
                  <a:pt x="1903" y="334"/>
                </a:lnTo>
                <a:lnTo>
                  <a:pt x="1903" y="335"/>
                </a:lnTo>
                <a:lnTo>
                  <a:pt x="1903" y="337"/>
                </a:lnTo>
                <a:lnTo>
                  <a:pt x="1903" y="338"/>
                </a:lnTo>
                <a:lnTo>
                  <a:pt x="1904" y="338"/>
                </a:lnTo>
                <a:lnTo>
                  <a:pt x="1904" y="339"/>
                </a:lnTo>
                <a:lnTo>
                  <a:pt x="1905" y="339"/>
                </a:lnTo>
                <a:lnTo>
                  <a:pt x="1905" y="340"/>
                </a:lnTo>
                <a:lnTo>
                  <a:pt x="1904" y="340"/>
                </a:lnTo>
                <a:lnTo>
                  <a:pt x="1904" y="341"/>
                </a:lnTo>
                <a:lnTo>
                  <a:pt x="1904" y="342"/>
                </a:lnTo>
                <a:lnTo>
                  <a:pt x="1905" y="343"/>
                </a:lnTo>
                <a:lnTo>
                  <a:pt x="1905" y="344"/>
                </a:lnTo>
                <a:lnTo>
                  <a:pt x="1906" y="344"/>
                </a:lnTo>
                <a:lnTo>
                  <a:pt x="1907" y="345"/>
                </a:lnTo>
                <a:lnTo>
                  <a:pt x="1908" y="345"/>
                </a:lnTo>
                <a:lnTo>
                  <a:pt x="1908" y="344"/>
                </a:lnTo>
                <a:lnTo>
                  <a:pt x="1909" y="344"/>
                </a:lnTo>
                <a:lnTo>
                  <a:pt x="1910" y="344"/>
                </a:lnTo>
                <a:lnTo>
                  <a:pt x="1911" y="344"/>
                </a:lnTo>
                <a:lnTo>
                  <a:pt x="1911" y="345"/>
                </a:lnTo>
                <a:lnTo>
                  <a:pt x="1912" y="345"/>
                </a:lnTo>
                <a:lnTo>
                  <a:pt x="1912" y="344"/>
                </a:lnTo>
                <a:lnTo>
                  <a:pt x="1913" y="344"/>
                </a:lnTo>
                <a:lnTo>
                  <a:pt x="1914" y="344"/>
                </a:lnTo>
                <a:lnTo>
                  <a:pt x="1914" y="343"/>
                </a:lnTo>
                <a:lnTo>
                  <a:pt x="1915" y="343"/>
                </a:lnTo>
                <a:lnTo>
                  <a:pt x="1915" y="344"/>
                </a:lnTo>
                <a:lnTo>
                  <a:pt x="1916" y="344"/>
                </a:lnTo>
                <a:lnTo>
                  <a:pt x="1917" y="344"/>
                </a:lnTo>
                <a:lnTo>
                  <a:pt x="1917" y="345"/>
                </a:lnTo>
                <a:lnTo>
                  <a:pt x="1918" y="345"/>
                </a:lnTo>
                <a:lnTo>
                  <a:pt x="1918" y="346"/>
                </a:lnTo>
                <a:lnTo>
                  <a:pt x="1919" y="346"/>
                </a:lnTo>
                <a:lnTo>
                  <a:pt x="1919" y="347"/>
                </a:lnTo>
                <a:lnTo>
                  <a:pt x="1920" y="347"/>
                </a:lnTo>
                <a:lnTo>
                  <a:pt x="1920" y="348"/>
                </a:lnTo>
                <a:lnTo>
                  <a:pt x="1921" y="348"/>
                </a:lnTo>
                <a:lnTo>
                  <a:pt x="1921" y="349"/>
                </a:lnTo>
                <a:lnTo>
                  <a:pt x="1922" y="349"/>
                </a:lnTo>
                <a:lnTo>
                  <a:pt x="1922" y="350"/>
                </a:lnTo>
                <a:lnTo>
                  <a:pt x="1923" y="351"/>
                </a:lnTo>
                <a:lnTo>
                  <a:pt x="1924" y="351"/>
                </a:lnTo>
                <a:lnTo>
                  <a:pt x="1925" y="351"/>
                </a:lnTo>
                <a:lnTo>
                  <a:pt x="1926" y="351"/>
                </a:lnTo>
                <a:lnTo>
                  <a:pt x="1926" y="352"/>
                </a:lnTo>
                <a:lnTo>
                  <a:pt x="1927" y="352"/>
                </a:lnTo>
                <a:lnTo>
                  <a:pt x="1927" y="353"/>
                </a:lnTo>
                <a:lnTo>
                  <a:pt x="1928" y="353"/>
                </a:lnTo>
                <a:lnTo>
                  <a:pt x="1928" y="354"/>
                </a:lnTo>
                <a:lnTo>
                  <a:pt x="1929" y="354"/>
                </a:lnTo>
                <a:lnTo>
                  <a:pt x="1929" y="355"/>
                </a:lnTo>
                <a:lnTo>
                  <a:pt x="1930" y="355"/>
                </a:lnTo>
                <a:lnTo>
                  <a:pt x="1930" y="356"/>
                </a:lnTo>
                <a:lnTo>
                  <a:pt x="1930" y="357"/>
                </a:lnTo>
                <a:lnTo>
                  <a:pt x="1931" y="357"/>
                </a:lnTo>
                <a:lnTo>
                  <a:pt x="1932" y="358"/>
                </a:lnTo>
                <a:lnTo>
                  <a:pt x="1933" y="358"/>
                </a:lnTo>
                <a:lnTo>
                  <a:pt x="1934" y="359"/>
                </a:lnTo>
                <a:lnTo>
                  <a:pt x="1935" y="359"/>
                </a:lnTo>
                <a:lnTo>
                  <a:pt x="1935" y="358"/>
                </a:lnTo>
                <a:lnTo>
                  <a:pt x="1936" y="358"/>
                </a:lnTo>
                <a:lnTo>
                  <a:pt x="1936" y="357"/>
                </a:lnTo>
                <a:lnTo>
                  <a:pt x="1936" y="358"/>
                </a:lnTo>
                <a:lnTo>
                  <a:pt x="1937" y="358"/>
                </a:lnTo>
                <a:lnTo>
                  <a:pt x="1937" y="359"/>
                </a:lnTo>
                <a:lnTo>
                  <a:pt x="1938" y="360"/>
                </a:lnTo>
                <a:lnTo>
                  <a:pt x="1938" y="361"/>
                </a:lnTo>
                <a:lnTo>
                  <a:pt x="1938" y="362"/>
                </a:lnTo>
                <a:lnTo>
                  <a:pt x="1938" y="363"/>
                </a:lnTo>
                <a:lnTo>
                  <a:pt x="1938" y="364"/>
                </a:lnTo>
                <a:lnTo>
                  <a:pt x="1939" y="364"/>
                </a:lnTo>
                <a:lnTo>
                  <a:pt x="1940" y="364"/>
                </a:lnTo>
                <a:lnTo>
                  <a:pt x="1941" y="365"/>
                </a:lnTo>
                <a:lnTo>
                  <a:pt x="1941" y="366"/>
                </a:lnTo>
                <a:lnTo>
                  <a:pt x="1941" y="367"/>
                </a:lnTo>
                <a:lnTo>
                  <a:pt x="1942" y="367"/>
                </a:lnTo>
                <a:lnTo>
                  <a:pt x="1942" y="368"/>
                </a:lnTo>
                <a:lnTo>
                  <a:pt x="1943" y="368"/>
                </a:lnTo>
                <a:lnTo>
                  <a:pt x="1944" y="368"/>
                </a:lnTo>
                <a:lnTo>
                  <a:pt x="1944" y="369"/>
                </a:lnTo>
                <a:lnTo>
                  <a:pt x="1944" y="370"/>
                </a:lnTo>
                <a:lnTo>
                  <a:pt x="1944" y="371"/>
                </a:lnTo>
                <a:lnTo>
                  <a:pt x="1944" y="372"/>
                </a:lnTo>
                <a:lnTo>
                  <a:pt x="1943" y="372"/>
                </a:lnTo>
                <a:lnTo>
                  <a:pt x="1944" y="372"/>
                </a:lnTo>
                <a:lnTo>
                  <a:pt x="1944" y="373"/>
                </a:lnTo>
                <a:lnTo>
                  <a:pt x="1945" y="373"/>
                </a:lnTo>
                <a:lnTo>
                  <a:pt x="1945" y="374"/>
                </a:lnTo>
                <a:lnTo>
                  <a:pt x="1944" y="374"/>
                </a:lnTo>
                <a:lnTo>
                  <a:pt x="1945" y="374"/>
                </a:lnTo>
                <a:lnTo>
                  <a:pt x="1946" y="374"/>
                </a:lnTo>
                <a:lnTo>
                  <a:pt x="1947" y="375"/>
                </a:lnTo>
                <a:lnTo>
                  <a:pt x="1947" y="376"/>
                </a:lnTo>
                <a:lnTo>
                  <a:pt x="1948" y="376"/>
                </a:lnTo>
                <a:lnTo>
                  <a:pt x="1948" y="377"/>
                </a:lnTo>
                <a:lnTo>
                  <a:pt x="1949" y="377"/>
                </a:lnTo>
                <a:lnTo>
                  <a:pt x="1950" y="377"/>
                </a:lnTo>
                <a:lnTo>
                  <a:pt x="1950" y="378"/>
                </a:lnTo>
                <a:lnTo>
                  <a:pt x="1951" y="378"/>
                </a:lnTo>
                <a:lnTo>
                  <a:pt x="1951" y="379"/>
                </a:lnTo>
                <a:lnTo>
                  <a:pt x="1953" y="379"/>
                </a:lnTo>
                <a:lnTo>
                  <a:pt x="1954" y="379"/>
                </a:lnTo>
                <a:lnTo>
                  <a:pt x="1955" y="380"/>
                </a:lnTo>
                <a:lnTo>
                  <a:pt x="1956" y="380"/>
                </a:lnTo>
                <a:lnTo>
                  <a:pt x="1957" y="380"/>
                </a:lnTo>
                <a:lnTo>
                  <a:pt x="1958" y="380"/>
                </a:lnTo>
                <a:lnTo>
                  <a:pt x="1958" y="381"/>
                </a:lnTo>
                <a:lnTo>
                  <a:pt x="1959" y="381"/>
                </a:lnTo>
                <a:lnTo>
                  <a:pt x="1960" y="382"/>
                </a:lnTo>
                <a:lnTo>
                  <a:pt x="1961" y="382"/>
                </a:lnTo>
                <a:lnTo>
                  <a:pt x="1962" y="382"/>
                </a:lnTo>
                <a:lnTo>
                  <a:pt x="1963" y="382"/>
                </a:lnTo>
                <a:lnTo>
                  <a:pt x="1963" y="381"/>
                </a:lnTo>
                <a:lnTo>
                  <a:pt x="1963" y="382"/>
                </a:lnTo>
                <a:lnTo>
                  <a:pt x="1964" y="382"/>
                </a:lnTo>
                <a:lnTo>
                  <a:pt x="1964" y="383"/>
                </a:lnTo>
                <a:lnTo>
                  <a:pt x="1965" y="383"/>
                </a:lnTo>
                <a:lnTo>
                  <a:pt x="1965" y="384"/>
                </a:lnTo>
                <a:lnTo>
                  <a:pt x="1967" y="384"/>
                </a:lnTo>
                <a:lnTo>
                  <a:pt x="1967" y="385"/>
                </a:lnTo>
                <a:lnTo>
                  <a:pt x="1967" y="386"/>
                </a:lnTo>
                <a:lnTo>
                  <a:pt x="1968" y="386"/>
                </a:lnTo>
                <a:lnTo>
                  <a:pt x="1968" y="387"/>
                </a:lnTo>
                <a:lnTo>
                  <a:pt x="1969" y="387"/>
                </a:lnTo>
                <a:lnTo>
                  <a:pt x="1970" y="387"/>
                </a:lnTo>
                <a:lnTo>
                  <a:pt x="1971" y="387"/>
                </a:lnTo>
                <a:lnTo>
                  <a:pt x="1971" y="388"/>
                </a:lnTo>
                <a:lnTo>
                  <a:pt x="1972" y="388"/>
                </a:lnTo>
                <a:lnTo>
                  <a:pt x="1972" y="389"/>
                </a:lnTo>
                <a:lnTo>
                  <a:pt x="1973" y="389"/>
                </a:lnTo>
                <a:lnTo>
                  <a:pt x="1973" y="390"/>
                </a:lnTo>
                <a:lnTo>
                  <a:pt x="1974" y="389"/>
                </a:lnTo>
                <a:lnTo>
                  <a:pt x="1974" y="390"/>
                </a:lnTo>
                <a:lnTo>
                  <a:pt x="1974" y="391"/>
                </a:lnTo>
                <a:lnTo>
                  <a:pt x="1975" y="391"/>
                </a:lnTo>
                <a:lnTo>
                  <a:pt x="1976" y="391"/>
                </a:lnTo>
                <a:lnTo>
                  <a:pt x="1977" y="391"/>
                </a:lnTo>
                <a:lnTo>
                  <a:pt x="1977" y="390"/>
                </a:lnTo>
                <a:lnTo>
                  <a:pt x="1978" y="390"/>
                </a:lnTo>
                <a:lnTo>
                  <a:pt x="1979" y="390"/>
                </a:lnTo>
                <a:lnTo>
                  <a:pt x="1979" y="389"/>
                </a:lnTo>
                <a:lnTo>
                  <a:pt x="1978" y="389"/>
                </a:lnTo>
                <a:lnTo>
                  <a:pt x="1978" y="388"/>
                </a:lnTo>
                <a:lnTo>
                  <a:pt x="1979" y="388"/>
                </a:lnTo>
                <a:lnTo>
                  <a:pt x="1979" y="387"/>
                </a:lnTo>
                <a:lnTo>
                  <a:pt x="1979" y="386"/>
                </a:lnTo>
                <a:lnTo>
                  <a:pt x="1979" y="385"/>
                </a:lnTo>
                <a:lnTo>
                  <a:pt x="1980" y="385"/>
                </a:lnTo>
                <a:lnTo>
                  <a:pt x="1980" y="384"/>
                </a:lnTo>
                <a:lnTo>
                  <a:pt x="1981" y="384"/>
                </a:lnTo>
                <a:lnTo>
                  <a:pt x="1982" y="384"/>
                </a:lnTo>
                <a:lnTo>
                  <a:pt x="1982" y="383"/>
                </a:lnTo>
                <a:lnTo>
                  <a:pt x="1983" y="383"/>
                </a:lnTo>
                <a:lnTo>
                  <a:pt x="1983" y="381"/>
                </a:lnTo>
                <a:lnTo>
                  <a:pt x="1984" y="381"/>
                </a:lnTo>
                <a:lnTo>
                  <a:pt x="1984" y="380"/>
                </a:lnTo>
                <a:lnTo>
                  <a:pt x="1985" y="380"/>
                </a:lnTo>
                <a:lnTo>
                  <a:pt x="1986" y="380"/>
                </a:lnTo>
                <a:lnTo>
                  <a:pt x="1987" y="379"/>
                </a:lnTo>
                <a:lnTo>
                  <a:pt x="1987" y="378"/>
                </a:lnTo>
                <a:lnTo>
                  <a:pt x="1988" y="378"/>
                </a:lnTo>
                <a:lnTo>
                  <a:pt x="1988" y="377"/>
                </a:lnTo>
                <a:lnTo>
                  <a:pt x="1989" y="377"/>
                </a:lnTo>
                <a:lnTo>
                  <a:pt x="1988" y="377"/>
                </a:lnTo>
                <a:lnTo>
                  <a:pt x="1989" y="377"/>
                </a:lnTo>
                <a:lnTo>
                  <a:pt x="1989" y="376"/>
                </a:lnTo>
                <a:lnTo>
                  <a:pt x="1990" y="376"/>
                </a:lnTo>
                <a:lnTo>
                  <a:pt x="1991" y="376"/>
                </a:lnTo>
                <a:lnTo>
                  <a:pt x="1992" y="376"/>
                </a:lnTo>
                <a:lnTo>
                  <a:pt x="1992" y="377"/>
                </a:lnTo>
                <a:lnTo>
                  <a:pt x="1992" y="378"/>
                </a:lnTo>
                <a:lnTo>
                  <a:pt x="1993" y="378"/>
                </a:lnTo>
                <a:lnTo>
                  <a:pt x="1994" y="378"/>
                </a:lnTo>
                <a:lnTo>
                  <a:pt x="1994" y="379"/>
                </a:lnTo>
                <a:lnTo>
                  <a:pt x="1994" y="378"/>
                </a:lnTo>
                <a:lnTo>
                  <a:pt x="1995" y="379"/>
                </a:lnTo>
                <a:lnTo>
                  <a:pt x="1996" y="379"/>
                </a:lnTo>
                <a:lnTo>
                  <a:pt x="1997" y="379"/>
                </a:lnTo>
                <a:lnTo>
                  <a:pt x="1997" y="378"/>
                </a:lnTo>
                <a:lnTo>
                  <a:pt x="1997" y="379"/>
                </a:lnTo>
                <a:lnTo>
                  <a:pt x="1998" y="379"/>
                </a:lnTo>
                <a:lnTo>
                  <a:pt x="1998" y="378"/>
                </a:lnTo>
                <a:lnTo>
                  <a:pt x="1999" y="378"/>
                </a:lnTo>
                <a:lnTo>
                  <a:pt x="1999" y="379"/>
                </a:lnTo>
                <a:lnTo>
                  <a:pt x="2000" y="379"/>
                </a:lnTo>
                <a:lnTo>
                  <a:pt x="2001" y="379"/>
                </a:lnTo>
                <a:lnTo>
                  <a:pt x="2001" y="380"/>
                </a:lnTo>
                <a:lnTo>
                  <a:pt x="2002" y="380"/>
                </a:lnTo>
                <a:lnTo>
                  <a:pt x="2003" y="380"/>
                </a:lnTo>
                <a:lnTo>
                  <a:pt x="2003" y="381"/>
                </a:lnTo>
                <a:lnTo>
                  <a:pt x="2004" y="381"/>
                </a:lnTo>
                <a:lnTo>
                  <a:pt x="2004" y="382"/>
                </a:lnTo>
                <a:lnTo>
                  <a:pt x="2005" y="382"/>
                </a:lnTo>
                <a:lnTo>
                  <a:pt x="2006" y="383"/>
                </a:lnTo>
                <a:lnTo>
                  <a:pt x="2007" y="383"/>
                </a:lnTo>
                <a:lnTo>
                  <a:pt x="2008" y="383"/>
                </a:lnTo>
                <a:lnTo>
                  <a:pt x="2009" y="383"/>
                </a:lnTo>
                <a:lnTo>
                  <a:pt x="2010" y="383"/>
                </a:lnTo>
                <a:lnTo>
                  <a:pt x="2011" y="384"/>
                </a:lnTo>
                <a:lnTo>
                  <a:pt x="2012" y="384"/>
                </a:lnTo>
                <a:lnTo>
                  <a:pt x="2013" y="384"/>
                </a:lnTo>
                <a:lnTo>
                  <a:pt x="2013" y="385"/>
                </a:lnTo>
                <a:lnTo>
                  <a:pt x="2014" y="385"/>
                </a:lnTo>
                <a:lnTo>
                  <a:pt x="2014" y="386"/>
                </a:lnTo>
                <a:lnTo>
                  <a:pt x="2015" y="386"/>
                </a:lnTo>
                <a:lnTo>
                  <a:pt x="2015" y="387"/>
                </a:lnTo>
                <a:lnTo>
                  <a:pt x="2016" y="387"/>
                </a:lnTo>
                <a:lnTo>
                  <a:pt x="2016" y="388"/>
                </a:lnTo>
                <a:lnTo>
                  <a:pt x="2017" y="388"/>
                </a:lnTo>
                <a:lnTo>
                  <a:pt x="2017" y="389"/>
                </a:lnTo>
                <a:lnTo>
                  <a:pt x="2017" y="390"/>
                </a:lnTo>
                <a:lnTo>
                  <a:pt x="2018" y="390"/>
                </a:lnTo>
                <a:lnTo>
                  <a:pt x="2018" y="391"/>
                </a:lnTo>
                <a:lnTo>
                  <a:pt x="2018" y="392"/>
                </a:lnTo>
                <a:lnTo>
                  <a:pt x="2019" y="393"/>
                </a:lnTo>
                <a:lnTo>
                  <a:pt x="2019" y="394"/>
                </a:lnTo>
                <a:lnTo>
                  <a:pt x="2020" y="394"/>
                </a:lnTo>
                <a:lnTo>
                  <a:pt x="2020" y="395"/>
                </a:lnTo>
                <a:lnTo>
                  <a:pt x="2021" y="396"/>
                </a:lnTo>
                <a:lnTo>
                  <a:pt x="2022" y="396"/>
                </a:lnTo>
                <a:lnTo>
                  <a:pt x="2022" y="397"/>
                </a:lnTo>
                <a:lnTo>
                  <a:pt x="2023" y="397"/>
                </a:lnTo>
                <a:lnTo>
                  <a:pt x="2023" y="398"/>
                </a:lnTo>
                <a:lnTo>
                  <a:pt x="2025" y="399"/>
                </a:lnTo>
                <a:lnTo>
                  <a:pt x="2025" y="400"/>
                </a:lnTo>
                <a:lnTo>
                  <a:pt x="2025" y="401"/>
                </a:lnTo>
                <a:lnTo>
                  <a:pt x="2024" y="401"/>
                </a:lnTo>
                <a:lnTo>
                  <a:pt x="2024" y="402"/>
                </a:lnTo>
                <a:lnTo>
                  <a:pt x="2023" y="402"/>
                </a:lnTo>
                <a:lnTo>
                  <a:pt x="2023" y="403"/>
                </a:lnTo>
                <a:lnTo>
                  <a:pt x="2023" y="405"/>
                </a:lnTo>
                <a:lnTo>
                  <a:pt x="2023" y="406"/>
                </a:lnTo>
                <a:lnTo>
                  <a:pt x="2024" y="406"/>
                </a:lnTo>
                <a:lnTo>
                  <a:pt x="2026" y="406"/>
                </a:lnTo>
                <a:lnTo>
                  <a:pt x="2027" y="407"/>
                </a:lnTo>
                <a:lnTo>
                  <a:pt x="2028" y="407"/>
                </a:lnTo>
                <a:lnTo>
                  <a:pt x="2029" y="407"/>
                </a:lnTo>
                <a:lnTo>
                  <a:pt x="2029" y="408"/>
                </a:lnTo>
                <a:lnTo>
                  <a:pt x="2030" y="408"/>
                </a:lnTo>
                <a:lnTo>
                  <a:pt x="2031" y="409"/>
                </a:lnTo>
                <a:lnTo>
                  <a:pt x="2032" y="409"/>
                </a:lnTo>
                <a:lnTo>
                  <a:pt x="2033" y="410"/>
                </a:lnTo>
                <a:lnTo>
                  <a:pt x="2034" y="410"/>
                </a:lnTo>
                <a:lnTo>
                  <a:pt x="2035" y="410"/>
                </a:lnTo>
                <a:lnTo>
                  <a:pt x="2035" y="411"/>
                </a:lnTo>
                <a:lnTo>
                  <a:pt x="2036" y="411"/>
                </a:lnTo>
                <a:lnTo>
                  <a:pt x="2037" y="411"/>
                </a:lnTo>
                <a:lnTo>
                  <a:pt x="2038" y="411"/>
                </a:lnTo>
                <a:lnTo>
                  <a:pt x="2038" y="412"/>
                </a:lnTo>
                <a:lnTo>
                  <a:pt x="2039" y="412"/>
                </a:lnTo>
                <a:lnTo>
                  <a:pt x="2040" y="412"/>
                </a:lnTo>
                <a:lnTo>
                  <a:pt x="2041" y="412"/>
                </a:lnTo>
                <a:lnTo>
                  <a:pt x="2041" y="413"/>
                </a:lnTo>
                <a:lnTo>
                  <a:pt x="2042" y="413"/>
                </a:lnTo>
                <a:lnTo>
                  <a:pt x="2043" y="413"/>
                </a:lnTo>
                <a:lnTo>
                  <a:pt x="2044" y="413"/>
                </a:lnTo>
                <a:lnTo>
                  <a:pt x="2044" y="414"/>
                </a:lnTo>
                <a:lnTo>
                  <a:pt x="2045" y="415"/>
                </a:lnTo>
                <a:lnTo>
                  <a:pt x="2046" y="416"/>
                </a:lnTo>
                <a:lnTo>
                  <a:pt x="2047" y="416"/>
                </a:lnTo>
                <a:lnTo>
                  <a:pt x="2047" y="417"/>
                </a:lnTo>
                <a:lnTo>
                  <a:pt x="2047" y="418"/>
                </a:lnTo>
                <a:lnTo>
                  <a:pt x="2047" y="420"/>
                </a:lnTo>
                <a:lnTo>
                  <a:pt x="2047" y="421"/>
                </a:lnTo>
                <a:lnTo>
                  <a:pt x="2047" y="422"/>
                </a:lnTo>
                <a:lnTo>
                  <a:pt x="2048" y="422"/>
                </a:lnTo>
                <a:lnTo>
                  <a:pt x="2049" y="422"/>
                </a:lnTo>
                <a:lnTo>
                  <a:pt x="2050" y="422"/>
                </a:lnTo>
                <a:lnTo>
                  <a:pt x="2051" y="422"/>
                </a:lnTo>
                <a:lnTo>
                  <a:pt x="2051" y="421"/>
                </a:lnTo>
                <a:lnTo>
                  <a:pt x="2052" y="421"/>
                </a:lnTo>
                <a:lnTo>
                  <a:pt x="2053" y="421"/>
                </a:lnTo>
                <a:lnTo>
                  <a:pt x="2053" y="420"/>
                </a:lnTo>
                <a:lnTo>
                  <a:pt x="2054" y="420"/>
                </a:lnTo>
                <a:lnTo>
                  <a:pt x="2054" y="421"/>
                </a:lnTo>
                <a:lnTo>
                  <a:pt x="2055" y="421"/>
                </a:lnTo>
                <a:lnTo>
                  <a:pt x="2055" y="422"/>
                </a:lnTo>
                <a:lnTo>
                  <a:pt x="2055" y="421"/>
                </a:lnTo>
                <a:lnTo>
                  <a:pt x="2055" y="420"/>
                </a:lnTo>
                <a:lnTo>
                  <a:pt x="2056" y="419"/>
                </a:lnTo>
                <a:lnTo>
                  <a:pt x="2056" y="417"/>
                </a:lnTo>
                <a:lnTo>
                  <a:pt x="2057" y="417"/>
                </a:lnTo>
                <a:lnTo>
                  <a:pt x="2057" y="416"/>
                </a:lnTo>
                <a:lnTo>
                  <a:pt x="2059" y="415"/>
                </a:lnTo>
                <a:lnTo>
                  <a:pt x="2060" y="413"/>
                </a:lnTo>
                <a:lnTo>
                  <a:pt x="2061" y="413"/>
                </a:lnTo>
                <a:lnTo>
                  <a:pt x="2062" y="412"/>
                </a:lnTo>
                <a:lnTo>
                  <a:pt x="2063" y="412"/>
                </a:lnTo>
                <a:lnTo>
                  <a:pt x="2064" y="411"/>
                </a:lnTo>
                <a:lnTo>
                  <a:pt x="2065" y="411"/>
                </a:lnTo>
                <a:lnTo>
                  <a:pt x="2065" y="410"/>
                </a:lnTo>
                <a:lnTo>
                  <a:pt x="2066" y="409"/>
                </a:lnTo>
                <a:lnTo>
                  <a:pt x="2067" y="409"/>
                </a:lnTo>
                <a:lnTo>
                  <a:pt x="2067" y="408"/>
                </a:lnTo>
                <a:lnTo>
                  <a:pt x="2068" y="408"/>
                </a:lnTo>
                <a:lnTo>
                  <a:pt x="2069" y="408"/>
                </a:lnTo>
                <a:lnTo>
                  <a:pt x="2070" y="407"/>
                </a:lnTo>
                <a:lnTo>
                  <a:pt x="2071" y="407"/>
                </a:lnTo>
                <a:lnTo>
                  <a:pt x="2071" y="408"/>
                </a:lnTo>
                <a:lnTo>
                  <a:pt x="2072" y="408"/>
                </a:lnTo>
                <a:lnTo>
                  <a:pt x="2073" y="408"/>
                </a:lnTo>
                <a:lnTo>
                  <a:pt x="2074" y="408"/>
                </a:lnTo>
                <a:lnTo>
                  <a:pt x="2075" y="408"/>
                </a:lnTo>
                <a:lnTo>
                  <a:pt x="2076" y="408"/>
                </a:lnTo>
                <a:lnTo>
                  <a:pt x="2077" y="408"/>
                </a:lnTo>
                <a:lnTo>
                  <a:pt x="2077" y="409"/>
                </a:lnTo>
                <a:lnTo>
                  <a:pt x="2077" y="410"/>
                </a:lnTo>
                <a:lnTo>
                  <a:pt x="2078" y="411"/>
                </a:lnTo>
                <a:lnTo>
                  <a:pt x="2079" y="411"/>
                </a:lnTo>
                <a:lnTo>
                  <a:pt x="2080" y="412"/>
                </a:lnTo>
                <a:lnTo>
                  <a:pt x="2079" y="413"/>
                </a:lnTo>
                <a:lnTo>
                  <a:pt x="2079" y="414"/>
                </a:lnTo>
                <a:lnTo>
                  <a:pt x="2080" y="415"/>
                </a:lnTo>
                <a:lnTo>
                  <a:pt x="2081" y="415"/>
                </a:lnTo>
                <a:lnTo>
                  <a:pt x="2082" y="416"/>
                </a:lnTo>
                <a:lnTo>
                  <a:pt x="2083" y="417"/>
                </a:lnTo>
                <a:lnTo>
                  <a:pt x="2083" y="418"/>
                </a:lnTo>
                <a:lnTo>
                  <a:pt x="2082" y="418"/>
                </a:lnTo>
                <a:lnTo>
                  <a:pt x="2082" y="420"/>
                </a:lnTo>
                <a:lnTo>
                  <a:pt x="2082" y="421"/>
                </a:lnTo>
                <a:lnTo>
                  <a:pt x="2083" y="422"/>
                </a:lnTo>
                <a:lnTo>
                  <a:pt x="2083" y="423"/>
                </a:lnTo>
                <a:lnTo>
                  <a:pt x="2084" y="423"/>
                </a:lnTo>
                <a:lnTo>
                  <a:pt x="2084" y="424"/>
                </a:lnTo>
                <a:lnTo>
                  <a:pt x="2084" y="425"/>
                </a:lnTo>
                <a:lnTo>
                  <a:pt x="2084" y="426"/>
                </a:lnTo>
                <a:lnTo>
                  <a:pt x="2083" y="428"/>
                </a:lnTo>
                <a:lnTo>
                  <a:pt x="2082" y="429"/>
                </a:lnTo>
                <a:lnTo>
                  <a:pt x="2083" y="430"/>
                </a:lnTo>
                <a:lnTo>
                  <a:pt x="2084" y="431"/>
                </a:lnTo>
                <a:lnTo>
                  <a:pt x="2085" y="432"/>
                </a:lnTo>
                <a:lnTo>
                  <a:pt x="2086" y="433"/>
                </a:lnTo>
                <a:lnTo>
                  <a:pt x="2087" y="434"/>
                </a:lnTo>
                <a:lnTo>
                  <a:pt x="2087" y="436"/>
                </a:lnTo>
                <a:lnTo>
                  <a:pt x="2087" y="437"/>
                </a:lnTo>
                <a:lnTo>
                  <a:pt x="2088" y="438"/>
                </a:lnTo>
                <a:lnTo>
                  <a:pt x="2089" y="439"/>
                </a:lnTo>
                <a:lnTo>
                  <a:pt x="2090" y="439"/>
                </a:lnTo>
                <a:lnTo>
                  <a:pt x="2092" y="440"/>
                </a:lnTo>
                <a:lnTo>
                  <a:pt x="2093" y="442"/>
                </a:lnTo>
                <a:lnTo>
                  <a:pt x="2094" y="442"/>
                </a:lnTo>
                <a:lnTo>
                  <a:pt x="2094" y="443"/>
                </a:lnTo>
                <a:lnTo>
                  <a:pt x="2095" y="445"/>
                </a:lnTo>
                <a:lnTo>
                  <a:pt x="2096" y="445"/>
                </a:lnTo>
                <a:lnTo>
                  <a:pt x="2097" y="446"/>
                </a:lnTo>
                <a:lnTo>
                  <a:pt x="2097" y="447"/>
                </a:lnTo>
                <a:lnTo>
                  <a:pt x="2096" y="448"/>
                </a:lnTo>
                <a:lnTo>
                  <a:pt x="2095" y="449"/>
                </a:lnTo>
                <a:lnTo>
                  <a:pt x="2095" y="450"/>
                </a:lnTo>
                <a:lnTo>
                  <a:pt x="2095" y="451"/>
                </a:lnTo>
                <a:lnTo>
                  <a:pt x="2095" y="452"/>
                </a:lnTo>
                <a:lnTo>
                  <a:pt x="2095" y="453"/>
                </a:lnTo>
                <a:lnTo>
                  <a:pt x="2094" y="453"/>
                </a:lnTo>
                <a:lnTo>
                  <a:pt x="2094" y="454"/>
                </a:lnTo>
                <a:lnTo>
                  <a:pt x="2092" y="457"/>
                </a:lnTo>
                <a:lnTo>
                  <a:pt x="2092" y="458"/>
                </a:lnTo>
                <a:lnTo>
                  <a:pt x="2092" y="459"/>
                </a:lnTo>
                <a:lnTo>
                  <a:pt x="2093" y="460"/>
                </a:lnTo>
                <a:lnTo>
                  <a:pt x="2094" y="459"/>
                </a:lnTo>
                <a:lnTo>
                  <a:pt x="2096" y="460"/>
                </a:lnTo>
                <a:lnTo>
                  <a:pt x="2097" y="460"/>
                </a:lnTo>
                <a:lnTo>
                  <a:pt x="2098" y="461"/>
                </a:lnTo>
                <a:lnTo>
                  <a:pt x="2099" y="461"/>
                </a:lnTo>
                <a:lnTo>
                  <a:pt x="2100" y="461"/>
                </a:lnTo>
                <a:lnTo>
                  <a:pt x="2100" y="462"/>
                </a:lnTo>
                <a:lnTo>
                  <a:pt x="2101" y="462"/>
                </a:lnTo>
                <a:lnTo>
                  <a:pt x="2103" y="464"/>
                </a:lnTo>
                <a:lnTo>
                  <a:pt x="2104" y="465"/>
                </a:lnTo>
                <a:lnTo>
                  <a:pt x="2104" y="466"/>
                </a:lnTo>
                <a:lnTo>
                  <a:pt x="2105" y="468"/>
                </a:lnTo>
                <a:lnTo>
                  <a:pt x="2105" y="469"/>
                </a:lnTo>
                <a:lnTo>
                  <a:pt x="2106" y="470"/>
                </a:lnTo>
                <a:lnTo>
                  <a:pt x="2105" y="470"/>
                </a:lnTo>
                <a:lnTo>
                  <a:pt x="2105" y="471"/>
                </a:lnTo>
                <a:lnTo>
                  <a:pt x="2107" y="473"/>
                </a:lnTo>
                <a:lnTo>
                  <a:pt x="2110" y="473"/>
                </a:lnTo>
                <a:lnTo>
                  <a:pt x="2111" y="473"/>
                </a:lnTo>
                <a:lnTo>
                  <a:pt x="2111" y="474"/>
                </a:lnTo>
                <a:lnTo>
                  <a:pt x="2112" y="474"/>
                </a:lnTo>
                <a:lnTo>
                  <a:pt x="2113" y="474"/>
                </a:lnTo>
                <a:lnTo>
                  <a:pt x="2114" y="475"/>
                </a:lnTo>
                <a:lnTo>
                  <a:pt x="2115" y="475"/>
                </a:lnTo>
                <a:lnTo>
                  <a:pt x="2115" y="476"/>
                </a:lnTo>
                <a:lnTo>
                  <a:pt x="2116" y="476"/>
                </a:lnTo>
                <a:lnTo>
                  <a:pt x="2117" y="477"/>
                </a:lnTo>
                <a:lnTo>
                  <a:pt x="2118" y="478"/>
                </a:lnTo>
                <a:lnTo>
                  <a:pt x="2118" y="479"/>
                </a:lnTo>
                <a:lnTo>
                  <a:pt x="2119" y="479"/>
                </a:lnTo>
                <a:lnTo>
                  <a:pt x="2120" y="479"/>
                </a:lnTo>
                <a:lnTo>
                  <a:pt x="2121" y="479"/>
                </a:lnTo>
                <a:lnTo>
                  <a:pt x="2122" y="479"/>
                </a:lnTo>
                <a:lnTo>
                  <a:pt x="2123" y="479"/>
                </a:lnTo>
                <a:lnTo>
                  <a:pt x="2123" y="480"/>
                </a:lnTo>
                <a:lnTo>
                  <a:pt x="2123" y="481"/>
                </a:lnTo>
                <a:lnTo>
                  <a:pt x="2123" y="483"/>
                </a:lnTo>
                <a:lnTo>
                  <a:pt x="2123" y="484"/>
                </a:lnTo>
                <a:lnTo>
                  <a:pt x="2125" y="486"/>
                </a:lnTo>
                <a:lnTo>
                  <a:pt x="2126" y="486"/>
                </a:lnTo>
                <a:lnTo>
                  <a:pt x="2128" y="488"/>
                </a:lnTo>
                <a:lnTo>
                  <a:pt x="2129" y="488"/>
                </a:lnTo>
                <a:lnTo>
                  <a:pt x="2129" y="489"/>
                </a:lnTo>
                <a:lnTo>
                  <a:pt x="2132" y="492"/>
                </a:lnTo>
                <a:lnTo>
                  <a:pt x="2133" y="492"/>
                </a:lnTo>
                <a:lnTo>
                  <a:pt x="2134" y="493"/>
                </a:lnTo>
                <a:lnTo>
                  <a:pt x="2135" y="493"/>
                </a:lnTo>
                <a:lnTo>
                  <a:pt x="2135" y="494"/>
                </a:lnTo>
                <a:lnTo>
                  <a:pt x="2136" y="494"/>
                </a:lnTo>
                <a:lnTo>
                  <a:pt x="2137" y="494"/>
                </a:lnTo>
                <a:lnTo>
                  <a:pt x="2137" y="493"/>
                </a:lnTo>
                <a:lnTo>
                  <a:pt x="2138" y="494"/>
                </a:lnTo>
                <a:lnTo>
                  <a:pt x="2139" y="495"/>
                </a:lnTo>
                <a:lnTo>
                  <a:pt x="2140" y="495"/>
                </a:lnTo>
                <a:lnTo>
                  <a:pt x="2141" y="496"/>
                </a:lnTo>
                <a:lnTo>
                  <a:pt x="2142" y="496"/>
                </a:lnTo>
                <a:lnTo>
                  <a:pt x="2143" y="497"/>
                </a:lnTo>
                <a:lnTo>
                  <a:pt x="2142" y="498"/>
                </a:lnTo>
                <a:lnTo>
                  <a:pt x="2142" y="499"/>
                </a:lnTo>
                <a:lnTo>
                  <a:pt x="2141" y="500"/>
                </a:lnTo>
                <a:lnTo>
                  <a:pt x="2142" y="500"/>
                </a:lnTo>
                <a:lnTo>
                  <a:pt x="2142" y="501"/>
                </a:lnTo>
                <a:lnTo>
                  <a:pt x="2142" y="502"/>
                </a:lnTo>
                <a:lnTo>
                  <a:pt x="2143" y="502"/>
                </a:lnTo>
                <a:lnTo>
                  <a:pt x="2145" y="504"/>
                </a:lnTo>
                <a:lnTo>
                  <a:pt x="2146" y="504"/>
                </a:lnTo>
                <a:lnTo>
                  <a:pt x="2147" y="505"/>
                </a:lnTo>
                <a:lnTo>
                  <a:pt x="2147" y="506"/>
                </a:lnTo>
                <a:lnTo>
                  <a:pt x="2147" y="507"/>
                </a:lnTo>
                <a:lnTo>
                  <a:pt x="2147" y="509"/>
                </a:lnTo>
                <a:lnTo>
                  <a:pt x="2149" y="510"/>
                </a:lnTo>
                <a:lnTo>
                  <a:pt x="2150" y="510"/>
                </a:lnTo>
                <a:lnTo>
                  <a:pt x="2151" y="511"/>
                </a:lnTo>
                <a:lnTo>
                  <a:pt x="2151" y="512"/>
                </a:lnTo>
                <a:lnTo>
                  <a:pt x="2151" y="513"/>
                </a:lnTo>
                <a:lnTo>
                  <a:pt x="2152" y="514"/>
                </a:lnTo>
                <a:lnTo>
                  <a:pt x="2152" y="515"/>
                </a:lnTo>
                <a:lnTo>
                  <a:pt x="2155" y="516"/>
                </a:lnTo>
                <a:lnTo>
                  <a:pt x="2156" y="516"/>
                </a:lnTo>
                <a:lnTo>
                  <a:pt x="2157" y="516"/>
                </a:lnTo>
                <a:lnTo>
                  <a:pt x="2159" y="516"/>
                </a:lnTo>
                <a:lnTo>
                  <a:pt x="2160" y="517"/>
                </a:lnTo>
                <a:lnTo>
                  <a:pt x="2161" y="518"/>
                </a:lnTo>
                <a:lnTo>
                  <a:pt x="2161" y="519"/>
                </a:lnTo>
                <a:lnTo>
                  <a:pt x="2162" y="520"/>
                </a:lnTo>
                <a:lnTo>
                  <a:pt x="2163" y="521"/>
                </a:lnTo>
                <a:lnTo>
                  <a:pt x="2164" y="522"/>
                </a:lnTo>
                <a:lnTo>
                  <a:pt x="2164" y="523"/>
                </a:lnTo>
                <a:lnTo>
                  <a:pt x="2165" y="524"/>
                </a:lnTo>
                <a:lnTo>
                  <a:pt x="2166" y="525"/>
                </a:lnTo>
                <a:lnTo>
                  <a:pt x="2167" y="526"/>
                </a:lnTo>
                <a:lnTo>
                  <a:pt x="2168" y="526"/>
                </a:lnTo>
                <a:lnTo>
                  <a:pt x="2169" y="526"/>
                </a:lnTo>
                <a:lnTo>
                  <a:pt x="2169" y="525"/>
                </a:lnTo>
                <a:lnTo>
                  <a:pt x="2170" y="525"/>
                </a:lnTo>
                <a:lnTo>
                  <a:pt x="2170" y="526"/>
                </a:lnTo>
                <a:lnTo>
                  <a:pt x="2171" y="528"/>
                </a:lnTo>
                <a:lnTo>
                  <a:pt x="2171" y="530"/>
                </a:lnTo>
                <a:lnTo>
                  <a:pt x="2173" y="532"/>
                </a:lnTo>
                <a:lnTo>
                  <a:pt x="2174" y="534"/>
                </a:lnTo>
                <a:lnTo>
                  <a:pt x="2176" y="536"/>
                </a:lnTo>
                <a:lnTo>
                  <a:pt x="2176" y="537"/>
                </a:lnTo>
                <a:lnTo>
                  <a:pt x="2176" y="538"/>
                </a:lnTo>
                <a:lnTo>
                  <a:pt x="2176" y="541"/>
                </a:lnTo>
                <a:lnTo>
                  <a:pt x="2175" y="541"/>
                </a:lnTo>
                <a:lnTo>
                  <a:pt x="2174" y="541"/>
                </a:lnTo>
                <a:lnTo>
                  <a:pt x="2174" y="540"/>
                </a:lnTo>
                <a:lnTo>
                  <a:pt x="2173" y="540"/>
                </a:lnTo>
                <a:lnTo>
                  <a:pt x="2171" y="540"/>
                </a:lnTo>
                <a:lnTo>
                  <a:pt x="2170" y="540"/>
                </a:lnTo>
                <a:lnTo>
                  <a:pt x="2169" y="540"/>
                </a:lnTo>
                <a:lnTo>
                  <a:pt x="2168" y="540"/>
                </a:lnTo>
                <a:lnTo>
                  <a:pt x="2166" y="541"/>
                </a:lnTo>
                <a:lnTo>
                  <a:pt x="2165" y="541"/>
                </a:lnTo>
                <a:lnTo>
                  <a:pt x="2164" y="542"/>
                </a:lnTo>
                <a:lnTo>
                  <a:pt x="2162" y="542"/>
                </a:lnTo>
                <a:lnTo>
                  <a:pt x="2161" y="542"/>
                </a:lnTo>
                <a:lnTo>
                  <a:pt x="2159" y="543"/>
                </a:lnTo>
                <a:lnTo>
                  <a:pt x="2158" y="543"/>
                </a:lnTo>
                <a:lnTo>
                  <a:pt x="2157" y="543"/>
                </a:lnTo>
                <a:lnTo>
                  <a:pt x="2156" y="542"/>
                </a:lnTo>
                <a:lnTo>
                  <a:pt x="2155" y="542"/>
                </a:lnTo>
                <a:lnTo>
                  <a:pt x="2154" y="543"/>
                </a:lnTo>
                <a:lnTo>
                  <a:pt x="2153" y="543"/>
                </a:lnTo>
                <a:lnTo>
                  <a:pt x="2152" y="544"/>
                </a:lnTo>
                <a:lnTo>
                  <a:pt x="2151" y="545"/>
                </a:lnTo>
                <a:lnTo>
                  <a:pt x="2152" y="545"/>
                </a:lnTo>
                <a:lnTo>
                  <a:pt x="2152" y="546"/>
                </a:lnTo>
                <a:lnTo>
                  <a:pt x="2152" y="547"/>
                </a:lnTo>
                <a:lnTo>
                  <a:pt x="2152" y="548"/>
                </a:lnTo>
                <a:lnTo>
                  <a:pt x="2153" y="550"/>
                </a:lnTo>
                <a:lnTo>
                  <a:pt x="2152" y="552"/>
                </a:lnTo>
                <a:lnTo>
                  <a:pt x="2152" y="553"/>
                </a:lnTo>
                <a:lnTo>
                  <a:pt x="2153" y="554"/>
                </a:lnTo>
                <a:lnTo>
                  <a:pt x="2153" y="555"/>
                </a:lnTo>
                <a:lnTo>
                  <a:pt x="2154" y="557"/>
                </a:lnTo>
                <a:lnTo>
                  <a:pt x="2154" y="558"/>
                </a:lnTo>
                <a:lnTo>
                  <a:pt x="2151" y="560"/>
                </a:lnTo>
                <a:lnTo>
                  <a:pt x="2150" y="560"/>
                </a:lnTo>
                <a:lnTo>
                  <a:pt x="2149" y="562"/>
                </a:lnTo>
                <a:lnTo>
                  <a:pt x="2148" y="562"/>
                </a:lnTo>
                <a:lnTo>
                  <a:pt x="2147" y="563"/>
                </a:lnTo>
                <a:lnTo>
                  <a:pt x="2147" y="564"/>
                </a:lnTo>
                <a:lnTo>
                  <a:pt x="2148" y="564"/>
                </a:lnTo>
                <a:lnTo>
                  <a:pt x="2148" y="565"/>
                </a:lnTo>
                <a:lnTo>
                  <a:pt x="2147" y="566"/>
                </a:lnTo>
                <a:lnTo>
                  <a:pt x="2146" y="567"/>
                </a:lnTo>
                <a:lnTo>
                  <a:pt x="2145" y="567"/>
                </a:lnTo>
                <a:lnTo>
                  <a:pt x="2145" y="568"/>
                </a:lnTo>
                <a:lnTo>
                  <a:pt x="2146" y="568"/>
                </a:lnTo>
                <a:lnTo>
                  <a:pt x="2146" y="569"/>
                </a:lnTo>
                <a:lnTo>
                  <a:pt x="2146" y="570"/>
                </a:lnTo>
                <a:lnTo>
                  <a:pt x="2147" y="570"/>
                </a:lnTo>
                <a:lnTo>
                  <a:pt x="2147" y="571"/>
                </a:lnTo>
                <a:lnTo>
                  <a:pt x="2148" y="570"/>
                </a:lnTo>
                <a:lnTo>
                  <a:pt x="2149" y="570"/>
                </a:lnTo>
                <a:lnTo>
                  <a:pt x="2150" y="570"/>
                </a:lnTo>
                <a:lnTo>
                  <a:pt x="2150" y="571"/>
                </a:lnTo>
                <a:lnTo>
                  <a:pt x="2151" y="571"/>
                </a:lnTo>
                <a:lnTo>
                  <a:pt x="2152" y="570"/>
                </a:lnTo>
                <a:lnTo>
                  <a:pt x="2153" y="571"/>
                </a:lnTo>
                <a:lnTo>
                  <a:pt x="2152" y="572"/>
                </a:lnTo>
                <a:lnTo>
                  <a:pt x="2152" y="573"/>
                </a:lnTo>
                <a:lnTo>
                  <a:pt x="2153" y="573"/>
                </a:lnTo>
                <a:lnTo>
                  <a:pt x="2154" y="574"/>
                </a:lnTo>
                <a:lnTo>
                  <a:pt x="2155" y="574"/>
                </a:lnTo>
                <a:lnTo>
                  <a:pt x="2156" y="574"/>
                </a:lnTo>
                <a:lnTo>
                  <a:pt x="2156" y="575"/>
                </a:lnTo>
                <a:lnTo>
                  <a:pt x="2156" y="576"/>
                </a:lnTo>
                <a:lnTo>
                  <a:pt x="2157" y="576"/>
                </a:lnTo>
                <a:lnTo>
                  <a:pt x="2157" y="577"/>
                </a:lnTo>
                <a:lnTo>
                  <a:pt x="2158" y="577"/>
                </a:lnTo>
                <a:lnTo>
                  <a:pt x="2159" y="577"/>
                </a:lnTo>
                <a:lnTo>
                  <a:pt x="2161" y="577"/>
                </a:lnTo>
                <a:lnTo>
                  <a:pt x="2162" y="578"/>
                </a:lnTo>
                <a:lnTo>
                  <a:pt x="2163" y="579"/>
                </a:lnTo>
                <a:lnTo>
                  <a:pt x="2163" y="580"/>
                </a:lnTo>
                <a:lnTo>
                  <a:pt x="2162" y="581"/>
                </a:lnTo>
                <a:lnTo>
                  <a:pt x="2162" y="582"/>
                </a:lnTo>
                <a:lnTo>
                  <a:pt x="2163" y="583"/>
                </a:lnTo>
                <a:lnTo>
                  <a:pt x="2164" y="584"/>
                </a:lnTo>
                <a:lnTo>
                  <a:pt x="2164" y="585"/>
                </a:lnTo>
                <a:lnTo>
                  <a:pt x="2164" y="586"/>
                </a:lnTo>
                <a:lnTo>
                  <a:pt x="2165" y="586"/>
                </a:lnTo>
                <a:lnTo>
                  <a:pt x="2165" y="587"/>
                </a:lnTo>
                <a:lnTo>
                  <a:pt x="2166" y="587"/>
                </a:lnTo>
                <a:lnTo>
                  <a:pt x="2166" y="588"/>
                </a:lnTo>
                <a:lnTo>
                  <a:pt x="2166" y="589"/>
                </a:lnTo>
                <a:lnTo>
                  <a:pt x="2167" y="589"/>
                </a:lnTo>
                <a:lnTo>
                  <a:pt x="2168" y="589"/>
                </a:lnTo>
                <a:lnTo>
                  <a:pt x="2169" y="589"/>
                </a:lnTo>
                <a:lnTo>
                  <a:pt x="2169" y="590"/>
                </a:lnTo>
                <a:lnTo>
                  <a:pt x="2170" y="590"/>
                </a:lnTo>
                <a:lnTo>
                  <a:pt x="2172" y="591"/>
                </a:lnTo>
                <a:lnTo>
                  <a:pt x="2173" y="591"/>
                </a:lnTo>
                <a:lnTo>
                  <a:pt x="2173" y="592"/>
                </a:lnTo>
                <a:lnTo>
                  <a:pt x="2173" y="593"/>
                </a:lnTo>
                <a:lnTo>
                  <a:pt x="2174" y="593"/>
                </a:lnTo>
                <a:lnTo>
                  <a:pt x="2174" y="592"/>
                </a:lnTo>
                <a:lnTo>
                  <a:pt x="2175" y="593"/>
                </a:lnTo>
                <a:lnTo>
                  <a:pt x="2175" y="594"/>
                </a:lnTo>
                <a:lnTo>
                  <a:pt x="2175" y="595"/>
                </a:lnTo>
                <a:lnTo>
                  <a:pt x="2176" y="595"/>
                </a:lnTo>
                <a:lnTo>
                  <a:pt x="2176" y="596"/>
                </a:lnTo>
                <a:lnTo>
                  <a:pt x="2176" y="597"/>
                </a:lnTo>
                <a:lnTo>
                  <a:pt x="2177" y="597"/>
                </a:lnTo>
                <a:lnTo>
                  <a:pt x="2177" y="598"/>
                </a:lnTo>
                <a:lnTo>
                  <a:pt x="2178" y="599"/>
                </a:lnTo>
                <a:lnTo>
                  <a:pt x="2179" y="600"/>
                </a:lnTo>
                <a:lnTo>
                  <a:pt x="2180" y="602"/>
                </a:lnTo>
                <a:lnTo>
                  <a:pt x="2181" y="602"/>
                </a:lnTo>
                <a:lnTo>
                  <a:pt x="2182" y="601"/>
                </a:lnTo>
                <a:lnTo>
                  <a:pt x="2182" y="602"/>
                </a:lnTo>
                <a:lnTo>
                  <a:pt x="2184" y="605"/>
                </a:lnTo>
                <a:lnTo>
                  <a:pt x="2184" y="606"/>
                </a:lnTo>
                <a:lnTo>
                  <a:pt x="2185" y="607"/>
                </a:lnTo>
                <a:lnTo>
                  <a:pt x="2187" y="610"/>
                </a:lnTo>
                <a:lnTo>
                  <a:pt x="2186" y="610"/>
                </a:lnTo>
                <a:lnTo>
                  <a:pt x="2185" y="609"/>
                </a:lnTo>
                <a:lnTo>
                  <a:pt x="2184" y="609"/>
                </a:lnTo>
                <a:lnTo>
                  <a:pt x="2183" y="609"/>
                </a:lnTo>
                <a:lnTo>
                  <a:pt x="2182" y="609"/>
                </a:lnTo>
                <a:lnTo>
                  <a:pt x="2182" y="610"/>
                </a:lnTo>
                <a:lnTo>
                  <a:pt x="2181" y="610"/>
                </a:lnTo>
                <a:lnTo>
                  <a:pt x="2181" y="611"/>
                </a:lnTo>
                <a:lnTo>
                  <a:pt x="2180" y="612"/>
                </a:lnTo>
                <a:lnTo>
                  <a:pt x="2178" y="613"/>
                </a:lnTo>
                <a:lnTo>
                  <a:pt x="2177" y="614"/>
                </a:lnTo>
                <a:lnTo>
                  <a:pt x="2176" y="614"/>
                </a:lnTo>
                <a:lnTo>
                  <a:pt x="2175" y="615"/>
                </a:lnTo>
                <a:lnTo>
                  <a:pt x="2175" y="616"/>
                </a:lnTo>
                <a:lnTo>
                  <a:pt x="2175" y="617"/>
                </a:lnTo>
                <a:lnTo>
                  <a:pt x="2174" y="617"/>
                </a:lnTo>
                <a:lnTo>
                  <a:pt x="2173" y="617"/>
                </a:lnTo>
                <a:lnTo>
                  <a:pt x="2171" y="616"/>
                </a:lnTo>
                <a:lnTo>
                  <a:pt x="2170" y="616"/>
                </a:lnTo>
                <a:lnTo>
                  <a:pt x="2169" y="618"/>
                </a:lnTo>
                <a:lnTo>
                  <a:pt x="2169" y="619"/>
                </a:lnTo>
                <a:lnTo>
                  <a:pt x="2168" y="620"/>
                </a:lnTo>
                <a:lnTo>
                  <a:pt x="2168" y="622"/>
                </a:lnTo>
                <a:lnTo>
                  <a:pt x="2168" y="623"/>
                </a:lnTo>
                <a:lnTo>
                  <a:pt x="2169" y="623"/>
                </a:lnTo>
                <a:lnTo>
                  <a:pt x="2169" y="624"/>
                </a:lnTo>
                <a:lnTo>
                  <a:pt x="2168" y="625"/>
                </a:lnTo>
                <a:lnTo>
                  <a:pt x="2168" y="626"/>
                </a:lnTo>
                <a:lnTo>
                  <a:pt x="2168" y="628"/>
                </a:lnTo>
                <a:lnTo>
                  <a:pt x="2169" y="628"/>
                </a:lnTo>
                <a:lnTo>
                  <a:pt x="2169" y="629"/>
                </a:lnTo>
                <a:lnTo>
                  <a:pt x="2170" y="629"/>
                </a:lnTo>
                <a:lnTo>
                  <a:pt x="2170" y="630"/>
                </a:lnTo>
                <a:lnTo>
                  <a:pt x="2171" y="630"/>
                </a:lnTo>
                <a:lnTo>
                  <a:pt x="2172" y="633"/>
                </a:lnTo>
                <a:lnTo>
                  <a:pt x="2172" y="634"/>
                </a:lnTo>
                <a:lnTo>
                  <a:pt x="2173" y="635"/>
                </a:lnTo>
                <a:lnTo>
                  <a:pt x="2176" y="637"/>
                </a:lnTo>
                <a:lnTo>
                  <a:pt x="2178" y="638"/>
                </a:lnTo>
                <a:lnTo>
                  <a:pt x="2179" y="639"/>
                </a:lnTo>
                <a:lnTo>
                  <a:pt x="2180" y="640"/>
                </a:lnTo>
                <a:lnTo>
                  <a:pt x="2181" y="641"/>
                </a:lnTo>
                <a:lnTo>
                  <a:pt x="2183" y="642"/>
                </a:lnTo>
                <a:lnTo>
                  <a:pt x="2184" y="641"/>
                </a:lnTo>
                <a:lnTo>
                  <a:pt x="2186" y="642"/>
                </a:lnTo>
                <a:lnTo>
                  <a:pt x="2187" y="642"/>
                </a:lnTo>
                <a:lnTo>
                  <a:pt x="2187" y="643"/>
                </a:lnTo>
                <a:lnTo>
                  <a:pt x="2186" y="645"/>
                </a:lnTo>
                <a:lnTo>
                  <a:pt x="2185" y="645"/>
                </a:lnTo>
                <a:lnTo>
                  <a:pt x="2187" y="647"/>
                </a:lnTo>
                <a:lnTo>
                  <a:pt x="2188" y="647"/>
                </a:lnTo>
                <a:lnTo>
                  <a:pt x="2190" y="648"/>
                </a:lnTo>
                <a:lnTo>
                  <a:pt x="2190" y="649"/>
                </a:lnTo>
                <a:lnTo>
                  <a:pt x="2192" y="649"/>
                </a:lnTo>
                <a:lnTo>
                  <a:pt x="2193" y="650"/>
                </a:lnTo>
                <a:lnTo>
                  <a:pt x="2193" y="651"/>
                </a:lnTo>
                <a:lnTo>
                  <a:pt x="2193" y="652"/>
                </a:lnTo>
                <a:lnTo>
                  <a:pt x="2191" y="652"/>
                </a:lnTo>
                <a:lnTo>
                  <a:pt x="2190" y="652"/>
                </a:lnTo>
                <a:lnTo>
                  <a:pt x="2189" y="651"/>
                </a:lnTo>
                <a:lnTo>
                  <a:pt x="2189" y="652"/>
                </a:lnTo>
                <a:lnTo>
                  <a:pt x="2189" y="653"/>
                </a:lnTo>
                <a:lnTo>
                  <a:pt x="2188" y="653"/>
                </a:lnTo>
                <a:lnTo>
                  <a:pt x="2189" y="653"/>
                </a:lnTo>
                <a:lnTo>
                  <a:pt x="2189" y="654"/>
                </a:lnTo>
                <a:lnTo>
                  <a:pt x="2190" y="655"/>
                </a:lnTo>
                <a:lnTo>
                  <a:pt x="2190" y="656"/>
                </a:lnTo>
                <a:lnTo>
                  <a:pt x="2190" y="657"/>
                </a:lnTo>
                <a:lnTo>
                  <a:pt x="2190" y="658"/>
                </a:lnTo>
                <a:lnTo>
                  <a:pt x="2191" y="661"/>
                </a:lnTo>
                <a:lnTo>
                  <a:pt x="2192" y="661"/>
                </a:lnTo>
                <a:lnTo>
                  <a:pt x="2193" y="661"/>
                </a:lnTo>
                <a:lnTo>
                  <a:pt x="2194" y="661"/>
                </a:lnTo>
                <a:lnTo>
                  <a:pt x="2194" y="662"/>
                </a:lnTo>
                <a:lnTo>
                  <a:pt x="2195" y="663"/>
                </a:lnTo>
                <a:lnTo>
                  <a:pt x="2197" y="665"/>
                </a:lnTo>
                <a:lnTo>
                  <a:pt x="2198" y="666"/>
                </a:lnTo>
                <a:lnTo>
                  <a:pt x="2198" y="667"/>
                </a:lnTo>
                <a:lnTo>
                  <a:pt x="2197" y="669"/>
                </a:lnTo>
                <a:lnTo>
                  <a:pt x="2197" y="670"/>
                </a:lnTo>
                <a:lnTo>
                  <a:pt x="2196" y="670"/>
                </a:lnTo>
                <a:lnTo>
                  <a:pt x="2195" y="671"/>
                </a:lnTo>
                <a:lnTo>
                  <a:pt x="2194" y="671"/>
                </a:lnTo>
                <a:lnTo>
                  <a:pt x="2194" y="672"/>
                </a:lnTo>
                <a:lnTo>
                  <a:pt x="2193" y="673"/>
                </a:lnTo>
                <a:lnTo>
                  <a:pt x="2194" y="675"/>
                </a:lnTo>
                <a:lnTo>
                  <a:pt x="2195" y="676"/>
                </a:lnTo>
                <a:lnTo>
                  <a:pt x="2196" y="676"/>
                </a:lnTo>
                <a:lnTo>
                  <a:pt x="2197" y="677"/>
                </a:lnTo>
                <a:lnTo>
                  <a:pt x="2197" y="679"/>
                </a:lnTo>
                <a:lnTo>
                  <a:pt x="2197" y="681"/>
                </a:lnTo>
                <a:lnTo>
                  <a:pt x="2198" y="682"/>
                </a:lnTo>
                <a:lnTo>
                  <a:pt x="2199" y="682"/>
                </a:lnTo>
                <a:lnTo>
                  <a:pt x="2200" y="682"/>
                </a:lnTo>
                <a:lnTo>
                  <a:pt x="2200" y="683"/>
                </a:lnTo>
                <a:lnTo>
                  <a:pt x="2200" y="684"/>
                </a:lnTo>
                <a:lnTo>
                  <a:pt x="2200" y="685"/>
                </a:lnTo>
                <a:lnTo>
                  <a:pt x="2202" y="686"/>
                </a:lnTo>
                <a:lnTo>
                  <a:pt x="2202" y="685"/>
                </a:lnTo>
                <a:lnTo>
                  <a:pt x="2203" y="686"/>
                </a:lnTo>
                <a:lnTo>
                  <a:pt x="2202" y="686"/>
                </a:lnTo>
                <a:lnTo>
                  <a:pt x="2201" y="689"/>
                </a:lnTo>
                <a:lnTo>
                  <a:pt x="2202" y="690"/>
                </a:lnTo>
                <a:lnTo>
                  <a:pt x="2202" y="691"/>
                </a:lnTo>
                <a:lnTo>
                  <a:pt x="2203" y="692"/>
                </a:lnTo>
                <a:lnTo>
                  <a:pt x="2203" y="693"/>
                </a:lnTo>
                <a:lnTo>
                  <a:pt x="2204" y="693"/>
                </a:lnTo>
                <a:lnTo>
                  <a:pt x="2203" y="694"/>
                </a:lnTo>
                <a:lnTo>
                  <a:pt x="2203" y="695"/>
                </a:lnTo>
                <a:lnTo>
                  <a:pt x="2203" y="696"/>
                </a:lnTo>
                <a:lnTo>
                  <a:pt x="2204" y="697"/>
                </a:lnTo>
                <a:lnTo>
                  <a:pt x="2204" y="699"/>
                </a:lnTo>
                <a:lnTo>
                  <a:pt x="2205" y="700"/>
                </a:lnTo>
                <a:lnTo>
                  <a:pt x="2206" y="701"/>
                </a:lnTo>
                <a:lnTo>
                  <a:pt x="2208" y="702"/>
                </a:lnTo>
                <a:lnTo>
                  <a:pt x="2210" y="701"/>
                </a:lnTo>
                <a:lnTo>
                  <a:pt x="2211" y="701"/>
                </a:lnTo>
                <a:lnTo>
                  <a:pt x="2212" y="701"/>
                </a:lnTo>
                <a:lnTo>
                  <a:pt x="2213" y="701"/>
                </a:lnTo>
                <a:lnTo>
                  <a:pt x="2214" y="701"/>
                </a:lnTo>
                <a:lnTo>
                  <a:pt x="2214" y="702"/>
                </a:lnTo>
                <a:lnTo>
                  <a:pt x="2215" y="703"/>
                </a:lnTo>
                <a:lnTo>
                  <a:pt x="2216" y="704"/>
                </a:lnTo>
                <a:lnTo>
                  <a:pt x="2217" y="705"/>
                </a:lnTo>
                <a:lnTo>
                  <a:pt x="2218" y="708"/>
                </a:lnTo>
                <a:lnTo>
                  <a:pt x="2218" y="709"/>
                </a:lnTo>
                <a:lnTo>
                  <a:pt x="2219" y="709"/>
                </a:lnTo>
                <a:lnTo>
                  <a:pt x="2220" y="709"/>
                </a:lnTo>
                <a:lnTo>
                  <a:pt x="2220" y="710"/>
                </a:lnTo>
                <a:lnTo>
                  <a:pt x="2221" y="711"/>
                </a:lnTo>
                <a:lnTo>
                  <a:pt x="2222" y="711"/>
                </a:lnTo>
                <a:lnTo>
                  <a:pt x="2223" y="711"/>
                </a:lnTo>
                <a:lnTo>
                  <a:pt x="2224" y="711"/>
                </a:lnTo>
                <a:lnTo>
                  <a:pt x="2224" y="712"/>
                </a:lnTo>
                <a:lnTo>
                  <a:pt x="2225" y="712"/>
                </a:lnTo>
                <a:lnTo>
                  <a:pt x="2226" y="712"/>
                </a:lnTo>
                <a:lnTo>
                  <a:pt x="2226" y="713"/>
                </a:lnTo>
                <a:lnTo>
                  <a:pt x="2227" y="714"/>
                </a:lnTo>
                <a:lnTo>
                  <a:pt x="2228" y="714"/>
                </a:lnTo>
                <a:lnTo>
                  <a:pt x="2228" y="715"/>
                </a:lnTo>
                <a:lnTo>
                  <a:pt x="2229" y="716"/>
                </a:lnTo>
                <a:lnTo>
                  <a:pt x="2230" y="716"/>
                </a:lnTo>
                <a:lnTo>
                  <a:pt x="2232" y="716"/>
                </a:lnTo>
                <a:lnTo>
                  <a:pt x="2232" y="717"/>
                </a:lnTo>
                <a:lnTo>
                  <a:pt x="2233" y="717"/>
                </a:lnTo>
                <a:lnTo>
                  <a:pt x="2234" y="717"/>
                </a:lnTo>
                <a:lnTo>
                  <a:pt x="2234" y="718"/>
                </a:lnTo>
                <a:lnTo>
                  <a:pt x="2234" y="719"/>
                </a:lnTo>
                <a:lnTo>
                  <a:pt x="2234" y="721"/>
                </a:lnTo>
                <a:lnTo>
                  <a:pt x="2233" y="722"/>
                </a:lnTo>
                <a:lnTo>
                  <a:pt x="2233" y="723"/>
                </a:lnTo>
                <a:lnTo>
                  <a:pt x="2234" y="723"/>
                </a:lnTo>
                <a:lnTo>
                  <a:pt x="2234" y="722"/>
                </a:lnTo>
                <a:lnTo>
                  <a:pt x="2235" y="722"/>
                </a:lnTo>
                <a:lnTo>
                  <a:pt x="2235" y="723"/>
                </a:lnTo>
                <a:lnTo>
                  <a:pt x="2236" y="723"/>
                </a:lnTo>
                <a:lnTo>
                  <a:pt x="2238" y="724"/>
                </a:lnTo>
                <a:lnTo>
                  <a:pt x="2238" y="725"/>
                </a:lnTo>
                <a:lnTo>
                  <a:pt x="2239" y="726"/>
                </a:lnTo>
                <a:lnTo>
                  <a:pt x="2239" y="725"/>
                </a:lnTo>
                <a:lnTo>
                  <a:pt x="2240" y="725"/>
                </a:lnTo>
                <a:lnTo>
                  <a:pt x="2241" y="726"/>
                </a:lnTo>
                <a:lnTo>
                  <a:pt x="2241" y="728"/>
                </a:lnTo>
                <a:lnTo>
                  <a:pt x="2240" y="729"/>
                </a:lnTo>
                <a:lnTo>
                  <a:pt x="2237" y="730"/>
                </a:lnTo>
                <a:lnTo>
                  <a:pt x="2236" y="730"/>
                </a:lnTo>
                <a:lnTo>
                  <a:pt x="2236" y="729"/>
                </a:lnTo>
                <a:lnTo>
                  <a:pt x="2235" y="729"/>
                </a:lnTo>
                <a:lnTo>
                  <a:pt x="2233" y="728"/>
                </a:lnTo>
                <a:lnTo>
                  <a:pt x="2232" y="729"/>
                </a:lnTo>
                <a:lnTo>
                  <a:pt x="2231" y="729"/>
                </a:lnTo>
                <a:lnTo>
                  <a:pt x="2231" y="730"/>
                </a:lnTo>
                <a:lnTo>
                  <a:pt x="2230" y="730"/>
                </a:lnTo>
                <a:lnTo>
                  <a:pt x="2229" y="730"/>
                </a:lnTo>
                <a:lnTo>
                  <a:pt x="2228" y="730"/>
                </a:lnTo>
                <a:lnTo>
                  <a:pt x="2227" y="732"/>
                </a:lnTo>
                <a:lnTo>
                  <a:pt x="2227" y="733"/>
                </a:lnTo>
                <a:lnTo>
                  <a:pt x="2226" y="734"/>
                </a:lnTo>
                <a:lnTo>
                  <a:pt x="2225" y="735"/>
                </a:lnTo>
                <a:lnTo>
                  <a:pt x="2225" y="737"/>
                </a:lnTo>
                <a:lnTo>
                  <a:pt x="2224" y="739"/>
                </a:lnTo>
                <a:lnTo>
                  <a:pt x="2223" y="739"/>
                </a:lnTo>
                <a:lnTo>
                  <a:pt x="2222" y="739"/>
                </a:lnTo>
                <a:lnTo>
                  <a:pt x="2221" y="739"/>
                </a:lnTo>
                <a:lnTo>
                  <a:pt x="2221" y="740"/>
                </a:lnTo>
                <a:lnTo>
                  <a:pt x="2222" y="741"/>
                </a:lnTo>
                <a:lnTo>
                  <a:pt x="2222" y="742"/>
                </a:lnTo>
                <a:lnTo>
                  <a:pt x="2221" y="743"/>
                </a:lnTo>
                <a:lnTo>
                  <a:pt x="2221" y="744"/>
                </a:lnTo>
                <a:lnTo>
                  <a:pt x="2221" y="745"/>
                </a:lnTo>
                <a:lnTo>
                  <a:pt x="2220" y="748"/>
                </a:lnTo>
                <a:lnTo>
                  <a:pt x="2220" y="749"/>
                </a:lnTo>
                <a:lnTo>
                  <a:pt x="2219" y="749"/>
                </a:lnTo>
                <a:lnTo>
                  <a:pt x="2218" y="749"/>
                </a:lnTo>
                <a:lnTo>
                  <a:pt x="2216" y="751"/>
                </a:lnTo>
                <a:lnTo>
                  <a:pt x="2215" y="752"/>
                </a:lnTo>
                <a:lnTo>
                  <a:pt x="2214" y="752"/>
                </a:lnTo>
                <a:lnTo>
                  <a:pt x="2213" y="751"/>
                </a:lnTo>
                <a:lnTo>
                  <a:pt x="2212" y="751"/>
                </a:lnTo>
                <a:lnTo>
                  <a:pt x="2211" y="751"/>
                </a:lnTo>
                <a:lnTo>
                  <a:pt x="2210" y="752"/>
                </a:lnTo>
                <a:lnTo>
                  <a:pt x="2210" y="753"/>
                </a:lnTo>
                <a:lnTo>
                  <a:pt x="2210" y="754"/>
                </a:lnTo>
                <a:lnTo>
                  <a:pt x="2211" y="754"/>
                </a:lnTo>
                <a:lnTo>
                  <a:pt x="2212" y="754"/>
                </a:lnTo>
                <a:lnTo>
                  <a:pt x="2212" y="756"/>
                </a:lnTo>
                <a:lnTo>
                  <a:pt x="2212" y="757"/>
                </a:lnTo>
                <a:lnTo>
                  <a:pt x="2213" y="757"/>
                </a:lnTo>
                <a:lnTo>
                  <a:pt x="2214" y="756"/>
                </a:lnTo>
                <a:lnTo>
                  <a:pt x="2215" y="756"/>
                </a:lnTo>
                <a:lnTo>
                  <a:pt x="2216" y="757"/>
                </a:lnTo>
                <a:lnTo>
                  <a:pt x="2217" y="759"/>
                </a:lnTo>
                <a:lnTo>
                  <a:pt x="2218" y="760"/>
                </a:lnTo>
                <a:lnTo>
                  <a:pt x="2221" y="761"/>
                </a:lnTo>
                <a:lnTo>
                  <a:pt x="2224" y="761"/>
                </a:lnTo>
                <a:lnTo>
                  <a:pt x="2225" y="763"/>
                </a:lnTo>
                <a:lnTo>
                  <a:pt x="2224" y="764"/>
                </a:lnTo>
                <a:lnTo>
                  <a:pt x="2223" y="764"/>
                </a:lnTo>
                <a:lnTo>
                  <a:pt x="2222" y="764"/>
                </a:lnTo>
                <a:lnTo>
                  <a:pt x="2221" y="765"/>
                </a:lnTo>
                <a:lnTo>
                  <a:pt x="2221" y="766"/>
                </a:lnTo>
                <a:lnTo>
                  <a:pt x="2222" y="767"/>
                </a:lnTo>
                <a:lnTo>
                  <a:pt x="2222" y="768"/>
                </a:lnTo>
                <a:lnTo>
                  <a:pt x="2223" y="769"/>
                </a:lnTo>
                <a:lnTo>
                  <a:pt x="2224" y="770"/>
                </a:lnTo>
                <a:lnTo>
                  <a:pt x="2224" y="771"/>
                </a:lnTo>
                <a:lnTo>
                  <a:pt x="2224" y="772"/>
                </a:lnTo>
                <a:lnTo>
                  <a:pt x="2224" y="771"/>
                </a:lnTo>
                <a:lnTo>
                  <a:pt x="2224" y="772"/>
                </a:lnTo>
                <a:lnTo>
                  <a:pt x="2225" y="772"/>
                </a:lnTo>
                <a:lnTo>
                  <a:pt x="2223" y="774"/>
                </a:lnTo>
                <a:lnTo>
                  <a:pt x="2222" y="775"/>
                </a:lnTo>
                <a:lnTo>
                  <a:pt x="2221" y="777"/>
                </a:lnTo>
                <a:lnTo>
                  <a:pt x="2221" y="778"/>
                </a:lnTo>
                <a:lnTo>
                  <a:pt x="2221" y="779"/>
                </a:lnTo>
                <a:lnTo>
                  <a:pt x="2221" y="780"/>
                </a:lnTo>
                <a:lnTo>
                  <a:pt x="2220" y="782"/>
                </a:lnTo>
                <a:lnTo>
                  <a:pt x="2219" y="785"/>
                </a:lnTo>
                <a:lnTo>
                  <a:pt x="2219" y="786"/>
                </a:lnTo>
                <a:lnTo>
                  <a:pt x="2220" y="786"/>
                </a:lnTo>
                <a:lnTo>
                  <a:pt x="2220" y="787"/>
                </a:lnTo>
                <a:lnTo>
                  <a:pt x="2220" y="788"/>
                </a:lnTo>
                <a:lnTo>
                  <a:pt x="2220" y="790"/>
                </a:lnTo>
                <a:lnTo>
                  <a:pt x="2220" y="791"/>
                </a:lnTo>
                <a:lnTo>
                  <a:pt x="2220" y="792"/>
                </a:lnTo>
                <a:lnTo>
                  <a:pt x="2220" y="793"/>
                </a:lnTo>
                <a:lnTo>
                  <a:pt x="2220" y="795"/>
                </a:lnTo>
                <a:lnTo>
                  <a:pt x="2220" y="797"/>
                </a:lnTo>
                <a:lnTo>
                  <a:pt x="2221" y="798"/>
                </a:lnTo>
                <a:lnTo>
                  <a:pt x="2221" y="799"/>
                </a:lnTo>
                <a:lnTo>
                  <a:pt x="2221" y="800"/>
                </a:lnTo>
                <a:lnTo>
                  <a:pt x="2220" y="801"/>
                </a:lnTo>
                <a:lnTo>
                  <a:pt x="2220" y="802"/>
                </a:lnTo>
                <a:lnTo>
                  <a:pt x="2220" y="803"/>
                </a:lnTo>
                <a:lnTo>
                  <a:pt x="2220" y="804"/>
                </a:lnTo>
                <a:lnTo>
                  <a:pt x="2220" y="805"/>
                </a:lnTo>
                <a:lnTo>
                  <a:pt x="2218" y="805"/>
                </a:lnTo>
                <a:lnTo>
                  <a:pt x="2216" y="805"/>
                </a:lnTo>
                <a:lnTo>
                  <a:pt x="2215" y="804"/>
                </a:lnTo>
                <a:lnTo>
                  <a:pt x="2215" y="803"/>
                </a:lnTo>
                <a:lnTo>
                  <a:pt x="2214" y="802"/>
                </a:lnTo>
                <a:lnTo>
                  <a:pt x="2213" y="802"/>
                </a:lnTo>
                <a:lnTo>
                  <a:pt x="2211" y="802"/>
                </a:lnTo>
                <a:lnTo>
                  <a:pt x="2210" y="802"/>
                </a:lnTo>
                <a:lnTo>
                  <a:pt x="2210" y="801"/>
                </a:lnTo>
                <a:lnTo>
                  <a:pt x="2209" y="801"/>
                </a:lnTo>
                <a:lnTo>
                  <a:pt x="2209" y="802"/>
                </a:lnTo>
                <a:lnTo>
                  <a:pt x="2207" y="802"/>
                </a:lnTo>
                <a:lnTo>
                  <a:pt x="2206" y="802"/>
                </a:lnTo>
                <a:lnTo>
                  <a:pt x="2205" y="802"/>
                </a:lnTo>
                <a:lnTo>
                  <a:pt x="2205" y="801"/>
                </a:lnTo>
                <a:lnTo>
                  <a:pt x="2204" y="801"/>
                </a:lnTo>
                <a:lnTo>
                  <a:pt x="2203" y="800"/>
                </a:lnTo>
                <a:lnTo>
                  <a:pt x="2202" y="800"/>
                </a:lnTo>
                <a:lnTo>
                  <a:pt x="2201" y="800"/>
                </a:lnTo>
                <a:lnTo>
                  <a:pt x="2200" y="800"/>
                </a:lnTo>
                <a:lnTo>
                  <a:pt x="2199" y="801"/>
                </a:lnTo>
                <a:lnTo>
                  <a:pt x="2198" y="801"/>
                </a:lnTo>
                <a:lnTo>
                  <a:pt x="2198" y="800"/>
                </a:lnTo>
                <a:lnTo>
                  <a:pt x="2197" y="800"/>
                </a:lnTo>
                <a:lnTo>
                  <a:pt x="2196" y="800"/>
                </a:lnTo>
                <a:lnTo>
                  <a:pt x="2195" y="800"/>
                </a:lnTo>
                <a:lnTo>
                  <a:pt x="2194" y="799"/>
                </a:lnTo>
                <a:lnTo>
                  <a:pt x="2193" y="799"/>
                </a:lnTo>
                <a:lnTo>
                  <a:pt x="2192" y="799"/>
                </a:lnTo>
                <a:lnTo>
                  <a:pt x="2191" y="800"/>
                </a:lnTo>
                <a:lnTo>
                  <a:pt x="2191" y="801"/>
                </a:lnTo>
                <a:lnTo>
                  <a:pt x="2190" y="802"/>
                </a:lnTo>
                <a:lnTo>
                  <a:pt x="2189" y="803"/>
                </a:lnTo>
                <a:lnTo>
                  <a:pt x="2188" y="803"/>
                </a:lnTo>
                <a:lnTo>
                  <a:pt x="2188" y="804"/>
                </a:lnTo>
                <a:lnTo>
                  <a:pt x="2187" y="804"/>
                </a:lnTo>
                <a:lnTo>
                  <a:pt x="2187" y="805"/>
                </a:lnTo>
                <a:lnTo>
                  <a:pt x="2186" y="806"/>
                </a:lnTo>
                <a:lnTo>
                  <a:pt x="2186" y="807"/>
                </a:lnTo>
                <a:lnTo>
                  <a:pt x="2185" y="807"/>
                </a:lnTo>
                <a:lnTo>
                  <a:pt x="2184" y="807"/>
                </a:lnTo>
                <a:lnTo>
                  <a:pt x="2183" y="808"/>
                </a:lnTo>
                <a:lnTo>
                  <a:pt x="2182" y="808"/>
                </a:lnTo>
                <a:lnTo>
                  <a:pt x="2182" y="809"/>
                </a:lnTo>
                <a:lnTo>
                  <a:pt x="2181" y="810"/>
                </a:lnTo>
                <a:lnTo>
                  <a:pt x="2181" y="811"/>
                </a:lnTo>
                <a:lnTo>
                  <a:pt x="2180" y="812"/>
                </a:lnTo>
                <a:lnTo>
                  <a:pt x="2179" y="812"/>
                </a:lnTo>
                <a:lnTo>
                  <a:pt x="2178" y="813"/>
                </a:lnTo>
                <a:lnTo>
                  <a:pt x="2178" y="814"/>
                </a:lnTo>
                <a:lnTo>
                  <a:pt x="2178" y="815"/>
                </a:lnTo>
                <a:lnTo>
                  <a:pt x="2178" y="816"/>
                </a:lnTo>
                <a:lnTo>
                  <a:pt x="2177" y="816"/>
                </a:lnTo>
                <a:lnTo>
                  <a:pt x="2177" y="817"/>
                </a:lnTo>
                <a:lnTo>
                  <a:pt x="2177" y="818"/>
                </a:lnTo>
                <a:lnTo>
                  <a:pt x="2177" y="819"/>
                </a:lnTo>
                <a:lnTo>
                  <a:pt x="2178" y="821"/>
                </a:lnTo>
                <a:lnTo>
                  <a:pt x="2178" y="822"/>
                </a:lnTo>
                <a:lnTo>
                  <a:pt x="2178" y="823"/>
                </a:lnTo>
                <a:lnTo>
                  <a:pt x="2178" y="825"/>
                </a:lnTo>
                <a:lnTo>
                  <a:pt x="2178" y="826"/>
                </a:lnTo>
                <a:lnTo>
                  <a:pt x="2179" y="827"/>
                </a:lnTo>
                <a:lnTo>
                  <a:pt x="2179" y="828"/>
                </a:lnTo>
                <a:lnTo>
                  <a:pt x="2179" y="829"/>
                </a:lnTo>
                <a:lnTo>
                  <a:pt x="2180" y="831"/>
                </a:lnTo>
                <a:lnTo>
                  <a:pt x="2181" y="832"/>
                </a:lnTo>
                <a:lnTo>
                  <a:pt x="2182" y="833"/>
                </a:lnTo>
                <a:lnTo>
                  <a:pt x="2183" y="833"/>
                </a:lnTo>
                <a:lnTo>
                  <a:pt x="2183" y="834"/>
                </a:lnTo>
                <a:lnTo>
                  <a:pt x="2184" y="835"/>
                </a:lnTo>
                <a:lnTo>
                  <a:pt x="2184" y="838"/>
                </a:lnTo>
                <a:lnTo>
                  <a:pt x="2185" y="839"/>
                </a:lnTo>
                <a:lnTo>
                  <a:pt x="2185" y="840"/>
                </a:lnTo>
                <a:lnTo>
                  <a:pt x="2186" y="841"/>
                </a:lnTo>
                <a:lnTo>
                  <a:pt x="2187" y="841"/>
                </a:lnTo>
                <a:lnTo>
                  <a:pt x="2188" y="842"/>
                </a:lnTo>
                <a:lnTo>
                  <a:pt x="2189" y="842"/>
                </a:lnTo>
                <a:lnTo>
                  <a:pt x="2190" y="843"/>
                </a:lnTo>
                <a:lnTo>
                  <a:pt x="2190" y="844"/>
                </a:lnTo>
                <a:lnTo>
                  <a:pt x="2189" y="846"/>
                </a:lnTo>
                <a:lnTo>
                  <a:pt x="2189" y="848"/>
                </a:lnTo>
                <a:lnTo>
                  <a:pt x="2189" y="850"/>
                </a:lnTo>
                <a:lnTo>
                  <a:pt x="2189" y="851"/>
                </a:lnTo>
                <a:lnTo>
                  <a:pt x="2190" y="851"/>
                </a:lnTo>
                <a:lnTo>
                  <a:pt x="2190" y="852"/>
                </a:lnTo>
                <a:lnTo>
                  <a:pt x="2190" y="853"/>
                </a:lnTo>
                <a:lnTo>
                  <a:pt x="2190" y="854"/>
                </a:lnTo>
                <a:lnTo>
                  <a:pt x="2190" y="855"/>
                </a:lnTo>
                <a:lnTo>
                  <a:pt x="2192" y="856"/>
                </a:lnTo>
                <a:lnTo>
                  <a:pt x="2194" y="858"/>
                </a:lnTo>
                <a:lnTo>
                  <a:pt x="2195" y="859"/>
                </a:lnTo>
                <a:lnTo>
                  <a:pt x="2196" y="861"/>
                </a:lnTo>
                <a:lnTo>
                  <a:pt x="2196" y="862"/>
                </a:lnTo>
                <a:lnTo>
                  <a:pt x="2195" y="862"/>
                </a:lnTo>
                <a:lnTo>
                  <a:pt x="2194" y="862"/>
                </a:lnTo>
                <a:lnTo>
                  <a:pt x="2194" y="861"/>
                </a:lnTo>
                <a:lnTo>
                  <a:pt x="2193" y="861"/>
                </a:lnTo>
                <a:lnTo>
                  <a:pt x="2193" y="862"/>
                </a:lnTo>
                <a:lnTo>
                  <a:pt x="2192" y="863"/>
                </a:lnTo>
                <a:lnTo>
                  <a:pt x="2191" y="864"/>
                </a:lnTo>
                <a:lnTo>
                  <a:pt x="2190" y="863"/>
                </a:lnTo>
                <a:lnTo>
                  <a:pt x="2189" y="863"/>
                </a:lnTo>
                <a:lnTo>
                  <a:pt x="2188" y="864"/>
                </a:lnTo>
                <a:lnTo>
                  <a:pt x="2187" y="864"/>
                </a:lnTo>
                <a:lnTo>
                  <a:pt x="2186" y="864"/>
                </a:lnTo>
                <a:lnTo>
                  <a:pt x="2185" y="864"/>
                </a:lnTo>
                <a:lnTo>
                  <a:pt x="2185" y="865"/>
                </a:lnTo>
                <a:lnTo>
                  <a:pt x="2184" y="866"/>
                </a:lnTo>
                <a:lnTo>
                  <a:pt x="2183" y="866"/>
                </a:lnTo>
                <a:lnTo>
                  <a:pt x="2182" y="867"/>
                </a:lnTo>
                <a:lnTo>
                  <a:pt x="2182" y="869"/>
                </a:lnTo>
                <a:lnTo>
                  <a:pt x="2183" y="869"/>
                </a:lnTo>
                <a:lnTo>
                  <a:pt x="2184" y="869"/>
                </a:lnTo>
                <a:lnTo>
                  <a:pt x="2185" y="869"/>
                </a:lnTo>
                <a:lnTo>
                  <a:pt x="2185" y="868"/>
                </a:lnTo>
                <a:lnTo>
                  <a:pt x="2186" y="868"/>
                </a:lnTo>
                <a:lnTo>
                  <a:pt x="2187" y="867"/>
                </a:lnTo>
                <a:lnTo>
                  <a:pt x="2188" y="867"/>
                </a:lnTo>
                <a:lnTo>
                  <a:pt x="2191" y="866"/>
                </a:lnTo>
                <a:lnTo>
                  <a:pt x="2191" y="867"/>
                </a:lnTo>
                <a:lnTo>
                  <a:pt x="2191" y="868"/>
                </a:lnTo>
                <a:lnTo>
                  <a:pt x="2191" y="869"/>
                </a:lnTo>
                <a:lnTo>
                  <a:pt x="2190" y="870"/>
                </a:lnTo>
                <a:lnTo>
                  <a:pt x="2189" y="870"/>
                </a:lnTo>
                <a:lnTo>
                  <a:pt x="2187" y="871"/>
                </a:lnTo>
                <a:lnTo>
                  <a:pt x="2187" y="872"/>
                </a:lnTo>
                <a:lnTo>
                  <a:pt x="2187" y="873"/>
                </a:lnTo>
                <a:lnTo>
                  <a:pt x="2186" y="873"/>
                </a:lnTo>
                <a:lnTo>
                  <a:pt x="2186" y="874"/>
                </a:lnTo>
                <a:lnTo>
                  <a:pt x="2185" y="875"/>
                </a:lnTo>
                <a:lnTo>
                  <a:pt x="2183" y="873"/>
                </a:lnTo>
                <a:lnTo>
                  <a:pt x="2182" y="872"/>
                </a:lnTo>
                <a:lnTo>
                  <a:pt x="2181" y="871"/>
                </a:lnTo>
                <a:lnTo>
                  <a:pt x="2180" y="870"/>
                </a:lnTo>
                <a:lnTo>
                  <a:pt x="2179" y="870"/>
                </a:lnTo>
                <a:lnTo>
                  <a:pt x="2179" y="869"/>
                </a:lnTo>
                <a:lnTo>
                  <a:pt x="2178" y="868"/>
                </a:lnTo>
                <a:lnTo>
                  <a:pt x="2177" y="867"/>
                </a:lnTo>
                <a:lnTo>
                  <a:pt x="2175" y="867"/>
                </a:lnTo>
                <a:lnTo>
                  <a:pt x="2174" y="867"/>
                </a:lnTo>
                <a:lnTo>
                  <a:pt x="2173" y="866"/>
                </a:lnTo>
                <a:lnTo>
                  <a:pt x="2173" y="867"/>
                </a:lnTo>
                <a:lnTo>
                  <a:pt x="2172" y="867"/>
                </a:lnTo>
                <a:lnTo>
                  <a:pt x="2170" y="866"/>
                </a:lnTo>
                <a:lnTo>
                  <a:pt x="2167" y="866"/>
                </a:lnTo>
                <a:lnTo>
                  <a:pt x="2167" y="865"/>
                </a:lnTo>
                <a:lnTo>
                  <a:pt x="2166" y="865"/>
                </a:lnTo>
                <a:lnTo>
                  <a:pt x="2165" y="865"/>
                </a:lnTo>
                <a:lnTo>
                  <a:pt x="2164" y="865"/>
                </a:lnTo>
                <a:lnTo>
                  <a:pt x="2161" y="865"/>
                </a:lnTo>
                <a:lnTo>
                  <a:pt x="2160" y="864"/>
                </a:lnTo>
                <a:lnTo>
                  <a:pt x="2159" y="864"/>
                </a:lnTo>
                <a:lnTo>
                  <a:pt x="2158" y="863"/>
                </a:lnTo>
                <a:lnTo>
                  <a:pt x="2157" y="862"/>
                </a:lnTo>
                <a:lnTo>
                  <a:pt x="2154" y="861"/>
                </a:lnTo>
                <a:lnTo>
                  <a:pt x="2154" y="860"/>
                </a:lnTo>
                <a:lnTo>
                  <a:pt x="2153" y="860"/>
                </a:lnTo>
                <a:lnTo>
                  <a:pt x="2153" y="859"/>
                </a:lnTo>
                <a:lnTo>
                  <a:pt x="2153" y="858"/>
                </a:lnTo>
                <a:lnTo>
                  <a:pt x="2151" y="856"/>
                </a:lnTo>
                <a:lnTo>
                  <a:pt x="2150" y="856"/>
                </a:lnTo>
                <a:lnTo>
                  <a:pt x="2149" y="856"/>
                </a:lnTo>
                <a:lnTo>
                  <a:pt x="2148" y="856"/>
                </a:lnTo>
                <a:lnTo>
                  <a:pt x="2148" y="855"/>
                </a:lnTo>
                <a:lnTo>
                  <a:pt x="2147" y="855"/>
                </a:lnTo>
                <a:lnTo>
                  <a:pt x="2147" y="854"/>
                </a:lnTo>
                <a:lnTo>
                  <a:pt x="2146" y="854"/>
                </a:lnTo>
                <a:lnTo>
                  <a:pt x="2146" y="855"/>
                </a:lnTo>
                <a:lnTo>
                  <a:pt x="2147" y="856"/>
                </a:lnTo>
                <a:lnTo>
                  <a:pt x="2148" y="857"/>
                </a:lnTo>
                <a:lnTo>
                  <a:pt x="2148" y="858"/>
                </a:lnTo>
                <a:lnTo>
                  <a:pt x="2147" y="858"/>
                </a:lnTo>
                <a:lnTo>
                  <a:pt x="2146" y="858"/>
                </a:lnTo>
                <a:lnTo>
                  <a:pt x="2145" y="858"/>
                </a:lnTo>
                <a:lnTo>
                  <a:pt x="2145" y="861"/>
                </a:lnTo>
                <a:lnTo>
                  <a:pt x="2145" y="862"/>
                </a:lnTo>
                <a:lnTo>
                  <a:pt x="2144" y="863"/>
                </a:lnTo>
                <a:lnTo>
                  <a:pt x="2144" y="864"/>
                </a:lnTo>
                <a:lnTo>
                  <a:pt x="2143" y="866"/>
                </a:lnTo>
                <a:lnTo>
                  <a:pt x="2143" y="867"/>
                </a:lnTo>
                <a:lnTo>
                  <a:pt x="2143" y="869"/>
                </a:lnTo>
                <a:lnTo>
                  <a:pt x="2142" y="869"/>
                </a:lnTo>
                <a:lnTo>
                  <a:pt x="2142" y="870"/>
                </a:lnTo>
                <a:lnTo>
                  <a:pt x="2141" y="870"/>
                </a:lnTo>
                <a:lnTo>
                  <a:pt x="2140" y="871"/>
                </a:lnTo>
                <a:lnTo>
                  <a:pt x="2139" y="871"/>
                </a:lnTo>
                <a:lnTo>
                  <a:pt x="2139" y="872"/>
                </a:lnTo>
                <a:lnTo>
                  <a:pt x="2139" y="873"/>
                </a:lnTo>
                <a:lnTo>
                  <a:pt x="2139" y="877"/>
                </a:lnTo>
                <a:lnTo>
                  <a:pt x="2138" y="878"/>
                </a:lnTo>
                <a:lnTo>
                  <a:pt x="2137" y="877"/>
                </a:lnTo>
                <a:lnTo>
                  <a:pt x="2136" y="877"/>
                </a:lnTo>
                <a:lnTo>
                  <a:pt x="2135" y="879"/>
                </a:lnTo>
                <a:lnTo>
                  <a:pt x="2135" y="881"/>
                </a:lnTo>
                <a:lnTo>
                  <a:pt x="2135" y="882"/>
                </a:lnTo>
                <a:lnTo>
                  <a:pt x="2135" y="883"/>
                </a:lnTo>
                <a:lnTo>
                  <a:pt x="2136" y="883"/>
                </a:lnTo>
                <a:lnTo>
                  <a:pt x="2137" y="883"/>
                </a:lnTo>
                <a:lnTo>
                  <a:pt x="2137" y="884"/>
                </a:lnTo>
                <a:lnTo>
                  <a:pt x="2136" y="885"/>
                </a:lnTo>
                <a:lnTo>
                  <a:pt x="2136" y="886"/>
                </a:lnTo>
                <a:lnTo>
                  <a:pt x="2133" y="888"/>
                </a:lnTo>
                <a:lnTo>
                  <a:pt x="2132" y="888"/>
                </a:lnTo>
                <a:lnTo>
                  <a:pt x="2132" y="889"/>
                </a:lnTo>
                <a:lnTo>
                  <a:pt x="2131" y="890"/>
                </a:lnTo>
                <a:lnTo>
                  <a:pt x="2129" y="890"/>
                </a:lnTo>
                <a:lnTo>
                  <a:pt x="2129" y="891"/>
                </a:lnTo>
                <a:lnTo>
                  <a:pt x="2128" y="891"/>
                </a:lnTo>
                <a:lnTo>
                  <a:pt x="2128" y="890"/>
                </a:lnTo>
                <a:lnTo>
                  <a:pt x="2127" y="890"/>
                </a:lnTo>
                <a:lnTo>
                  <a:pt x="2124" y="888"/>
                </a:lnTo>
                <a:lnTo>
                  <a:pt x="2123" y="888"/>
                </a:lnTo>
                <a:lnTo>
                  <a:pt x="2122" y="889"/>
                </a:lnTo>
                <a:lnTo>
                  <a:pt x="2122" y="888"/>
                </a:lnTo>
                <a:lnTo>
                  <a:pt x="2121" y="888"/>
                </a:lnTo>
                <a:lnTo>
                  <a:pt x="2119" y="887"/>
                </a:lnTo>
                <a:lnTo>
                  <a:pt x="2117" y="887"/>
                </a:lnTo>
                <a:lnTo>
                  <a:pt x="2116" y="887"/>
                </a:lnTo>
                <a:lnTo>
                  <a:pt x="2116" y="886"/>
                </a:lnTo>
                <a:lnTo>
                  <a:pt x="2115" y="886"/>
                </a:lnTo>
                <a:lnTo>
                  <a:pt x="2114" y="885"/>
                </a:lnTo>
                <a:lnTo>
                  <a:pt x="2113" y="886"/>
                </a:lnTo>
                <a:lnTo>
                  <a:pt x="2112" y="887"/>
                </a:lnTo>
                <a:lnTo>
                  <a:pt x="2111" y="887"/>
                </a:lnTo>
                <a:lnTo>
                  <a:pt x="2111" y="888"/>
                </a:lnTo>
                <a:lnTo>
                  <a:pt x="2111" y="889"/>
                </a:lnTo>
                <a:lnTo>
                  <a:pt x="2111" y="890"/>
                </a:lnTo>
                <a:lnTo>
                  <a:pt x="2111" y="891"/>
                </a:lnTo>
                <a:lnTo>
                  <a:pt x="2110" y="891"/>
                </a:lnTo>
                <a:lnTo>
                  <a:pt x="2110" y="892"/>
                </a:lnTo>
                <a:lnTo>
                  <a:pt x="2109" y="894"/>
                </a:lnTo>
                <a:lnTo>
                  <a:pt x="2109" y="895"/>
                </a:lnTo>
                <a:lnTo>
                  <a:pt x="2109" y="896"/>
                </a:lnTo>
                <a:lnTo>
                  <a:pt x="2109" y="897"/>
                </a:lnTo>
                <a:lnTo>
                  <a:pt x="2109" y="899"/>
                </a:lnTo>
                <a:lnTo>
                  <a:pt x="2109" y="900"/>
                </a:lnTo>
                <a:lnTo>
                  <a:pt x="2110" y="900"/>
                </a:lnTo>
                <a:lnTo>
                  <a:pt x="2111" y="900"/>
                </a:lnTo>
                <a:lnTo>
                  <a:pt x="2112" y="901"/>
                </a:lnTo>
                <a:lnTo>
                  <a:pt x="2113" y="901"/>
                </a:lnTo>
                <a:lnTo>
                  <a:pt x="2113" y="903"/>
                </a:lnTo>
                <a:lnTo>
                  <a:pt x="2114" y="904"/>
                </a:lnTo>
                <a:lnTo>
                  <a:pt x="2114" y="905"/>
                </a:lnTo>
                <a:lnTo>
                  <a:pt x="2114" y="906"/>
                </a:lnTo>
                <a:lnTo>
                  <a:pt x="2114" y="907"/>
                </a:lnTo>
                <a:lnTo>
                  <a:pt x="2113" y="911"/>
                </a:lnTo>
                <a:lnTo>
                  <a:pt x="2112" y="910"/>
                </a:lnTo>
                <a:lnTo>
                  <a:pt x="2111" y="910"/>
                </a:lnTo>
                <a:lnTo>
                  <a:pt x="2110" y="910"/>
                </a:lnTo>
                <a:lnTo>
                  <a:pt x="2109" y="910"/>
                </a:lnTo>
                <a:lnTo>
                  <a:pt x="2108" y="910"/>
                </a:lnTo>
                <a:lnTo>
                  <a:pt x="2108" y="911"/>
                </a:lnTo>
                <a:lnTo>
                  <a:pt x="2108" y="912"/>
                </a:lnTo>
                <a:lnTo>
                  <a:pt x="2107" y="912"/>
                </a:lnTo>
                <a:lnTo>
                  <a:pt x="2108" y="913"/>
                </a:lnTo>
                <a:lnTo>
                  <a:pt x="2110" y="914"/>
                </a:lnTo>
                <a:lnTo>
                  <a:pt x="2113" y="917"/>
                </a:lnTo>
                <a:lnTo>
                  <a:pt x="2115" y="917"/>
                </a:lnTo>
                <a:lnTo>
                  <a:pt x="2116" y="917"/>
                </a:lnTo>
                <a:lnTo>
                  <a:pt x="2118" y="917"/>
                </a:lnTo>
                <a:lnTo>
                  <a:pt x="2120" y="919"/>
                </a:lnTo>
                <a:lnTo>
                  <a:pt x="2121" y="920"/>
                </a:lnTo>
                <a:lnTo>
                  <a:pt x="2122" y="921"/>
                </a:lnTo>
                <a:lnTo>
                  <a:pt x="2122" y="922"/>
                </a:lnTo>
                <a:lnTo>
                  <a:pt x="2122" y="923"/>
                </a:lnTo>
                <a:lnTo>
                  <a:pt x="2122" y="924"/>
                </a:lnTo>
                <a:lnTo>
                  <a:pt x="2121" y="926"/>
                </a:lnTo>
                <a:lnTo>
                  <a:pt x="2122" y="928"/>
                </a:lnTo>
                <a:lnTo>
                  <a:pt x="2123" y="928"/>
                </a:lnTo>
                <a:lnTo>
                  <a:pt x="2124" y="928"/>
                </a:lnTo>
                <a:lnTo>
                  <a:pt x="2124" y="929"/>
                </a:lnTo>
                <a:lnTo>
                  <a:pt x="2124" y="930"/>
                </a:lnTo>
                <a:lnTo>
                  <a:pt x="2124" y="931"/>
                </a:lnTo>
                <a:lnTo>
                  <a:pt x="2124" y="932"/>
                </a:lnTo>
                <a:lnTo>
                  <a:pt x="2125" y="933"/>
                </a:lnTo>
                <a:lnTo>
                  <a:pt x="2126" y="935"/>
                </a:lnTo>
                <a:lnTo>
                  <a:pt x="2127" y="935"/>
                </a:lnTo>
                <a:lnTo>
                  <a:pt x="2128" y="939"/>
                </a:lnTo>
                <a:lnTo>
                  <a:pt x="2127" y="939"/>
                </a:lnTo>
                <a:lnTo>
                  <a:pt x="2127" y="940"/>
                </a:lnTo>
                <a:lnTo>
                  <a:pt x="2126" y="940"/>
                </a:lnTo>
                <a:lnTo>
                  <a:pt x="2125" y="941"/>
                </a:lnTo>
                <a:lnTo>
                  <a:pt x="2124" y="942"/>
                </a:lnTo>
                <a:lnTo>
                  <a:pt x="2123" y="942"/>
                </a:lnTo>
                <a:lnTo>
                  <a:pt x="2120" y="942"/>
                </a:lnTo>
                <a:lnTo>
                  <a:pt x="2119" y="942"/>
                </a:lnTo>
                <a:lnTo>
                  <a:pt x="2119" y="941"/>
                </a:lnTo>
                <a:lnTo>
                  <a:pt x="2118" y="942"/>
                </a:lnTo>
                <a:lnTo>
                  <a:pt x="2117" y="943"/>
                </a:lnTo>
                <a:lnTo>
                  <a:pt x="2117" y="945"/>
                </a:lnTo>
                <a:lnTo>
                  <a:pt x="2117" y="947"/>
                </a:lnTo>
                <a:lnTo>
                  <a:pt x="2116" y="948"/>
                </a:lnTo>
                <a:lnTo>
                  <a:pt x="2114" y="948"/>
                </a:lnTo>
                <a:lnTo>
                  <a:pt x="2114" y="949"/>
                </a:lnTo>
                <a:lnTo>
                  <a:pt x="2113" y="948"/>
                </a:lnTo>
                <a:lnTo>
                  <a:pt x="2112" y="949"/>
                </a:lnTo>
                <a:lnTo>
                  <a:pt x="2112" y="950"/>
                </a:lnTo>
                <a:lnTo>
                  <a:pt x="2112" y="952"/>
                </a:lnTo>
                <a:lnTo>
                  <a:pt x="2111" y="953"/>
                </a:lnTo>
                <a:lnTo>
                  <a:pt x="2110" y="954"/>
                </a:lnTo>
                <a:lnTo>
                  <a:pt x="2110" y="955"/>
                </a:lnTo>
                <a:lnTo>
                  <a:pt x="2110" y="956"/>
                </a:lnTo>
                <a:lnTo>
                  <a:pt x="2110" y="957"/>
                </a:lnTo>
                <a:lnTo>
                  <a:pt x="2109" y="961"/>
                </a:lnTo>
                <a:lnTo>
                  <a:pt x="2108" y="962"/>
                </a:lnTo>
                <a:lnTo>
                  <a:pt x="2107" y="963"/>
                </a:lnTo>
                <a:lnTo>
                  <a:pt x="2105" y="964"/>
                </a:lnTo>
                <a:lnTo>
                  <a:pt x="2104" y="964"/>
                </a:lnTo>
                <a:lnTo>
                  <a:pt x="2103" y="964"/>
                </a:lnTo>
                <a:lnTo>
                  <a:pt x="2103" y="965"/>
                </a:lnTo>
                <a:lnTo>
                  <a:pt x="2102" y="965"/>
                </a:lnTo>
                <a:lnTo>
                  <a:pt x="2101" y="965"/>
                </a:lnTo>
                <a:lnTo>
                  <a:pt x="2100" y="965"/>
                </a:lnTo>
                <a:lnTo>
                  <a:pt x="2100" y="964"/>
                </a:lnTo>
                <a:lnTo>
                  <a:pt x="2098" y="964"/>
                </a:lnTo>
                <a:lnTo>
                  <a:pt x="2098" y="963"/>
                </a:lnTo>
                <a:lnTo>
                  <a:pt x="2097" y="963"/>
                </a:lnTo>
                <a:lnTo>
                  <a:pt x="2096" y="963"/>
                </a:lnTo>
                <a:lnTo>
                  <a:pt x="2096" y="965"/>
                </a:lnTo>
                <a:lnTo>
                  <a:pt x="2095" y="965"/>
                </a:lnTo>
                <a:lnTo>
                  <a:pt x="2096" y="966"/>
                </a:lnTo>
                <a:lnTo>
                  <a:pt x="2096" y="967"/>
                </a:lnTo>
                <a:lnTo>
                  <a:pt x="2095" y="968"/>
                </a:lnTo>
                <a:lnTo>
                  <a:pt x="2093" y="968"/>
                </a:lnTo>
                <a:lnTo>
                  <a:pt x="2089" y="968"/>
                </a:lnTo>
                <a:lnTo>
                  <a:pt x="2087" y="970"/>
                </a:lnTo>
                <a:lnTo>
                  <a:pt x="2087" y="971"/>
                </a:lnTo>
                <a:lnTo>
                  <a:pt x="2086" y="973"/>
                </a:lnTo>
                <a:lnTo>
                  <a:pt x="2085" y="972"/>
                </a:lnTo>
                <a:lnTo>
                  <a:pt x="2084" y="972"/>
                </a:lnTo>
                <a:lnTo>
                  <a:pt x="2084" y="973"/>
                </a:lnTo>
                <a:lnTo>
                  <a:pt x="2083" y="973"/>
                </a:lnTo>
                <a:lnTo>
                  <a:pt x="2082" y="972"/>
                </a:lnTo>
                <a:lnTo>
                  <a:pt x="2081" y="972"/>
                </a:lnTo>
                <a:lnTo>
                  <a:pt x="2081" y="973"/>
                </a:lnTo>
                <a:lnTo>
                  <a:pt x="2081" y="974"/>
                </a:lnTo>
                <a:lnTo>
                  <a:pt x="2080" y="974"/>
                </a:lnTo>
                <a:lnTo>
                  <a:pt x="2078" y="975"/>
                </a:lnTo>
                <a:lnTo>
                  <a:pt x="2078" y="976"/>
                </a:lnTo>
                <a:lnTo>
                  <a:pt x="2078" y="977"/>
                </a:lnTo>
                <a:lnTo>
                  <a:pt x="2077" y="977"/>
                </a:lnTo>
                <a:lnTo>
                  <a:pt x="2076" y="977"/>
                </a:lnTo>
                <a:lnTo>
                  <a:pt x="2075" y="979"/>
                </a:lnTo>
                <a:lnTo>
                  <a:pt x="2074" y="980"/>
                </a:lnTo>
                <a:lnTo>
                  <a:pt x="2074" y="981"/>
                </a:lnTo>
                <a:lnTo>
                  <a:pt x="2073" y="982"/>
                </a:lnTo>
                <a:lnTo>
                  <a:pt x="2072" y="983"/>
                </a:lnTo>
                <a:lnTo>
                  <a:pt x="2071" y="983"/>
                </a:lnTo>
                <a:lnTo>
                  <a:pt x="2071" y="984"/>
                </a:lnTo>
                <a:lnTo>
                  <a:pt x="2072" y="984"/>
                </a:lnTo>
                <a:lnTo>
                  <a:pt x="2072" y="985"/>
                </a:lnTo>
                <a:lnTo>
                  <a:pt x="2071" y="986"/>
                </a:lnTo>
                <a:lnTo>
                  <a:pt x="2070" y="986"/>
                </a:lnTo>
                <a:lnTo>
                  <a:pt x="2070" y="987"/>
                </a:lnTo>
                <a:lnTo>
                  <a:pt x="2070" y="988"/>
                </a:lnTo>
                <a:lnTo>
                  <a:pt x="2069" y="988"/>
                </a:lnTo>
                <a:lnTo>
                  <a:pt x="2068" y="988"/>
                </a:lnTo>
                <a:lnTo>
                  <a:pt x="2068" y="989"/>
                </a:lnTo>
                <a:lnTo>
                  <a:pt x="2068" y="991"/>
                </a:lnTo>
                <a:lnTo>
                  <a:pt x="2068" y="993"/>
                </a:lnTo>
                <a:lnTo>
                  <a:pt x="2068" y="994"/>
                </a:lnTo>
                <a:lnTo>
                  <a:pt x="2068" y="995"/>
                </a:lnTo>
                <a:lnTo>
                  <a:pt x="2069" y="995"/>
                </a:lnTo>
                <a:lnTo>
                  <a:pt x="2070" y="996"/>
                </a:lnTo>
                <a:lnTo>
                  <a:pt x="2070" y="997"/>
                </a:lnTo>
                <a:lnTo>
                  <a:pt x="2071" y="997"/>
                </a:lnTo>
                <a:lnTo>
                  <a:pt x="2069" y="998"/>
                </a:lnTo>
                <a:lnTo>
                  <a:pt x="2067" y="998"/>
                </a:lnTo>
                <a:lnTo>
                  <a:pt x="2067" y="997"/>
                </a:lnTo>
                <a:lnTo>
                  <a:pt x="2066" y="997"/>
                </a:lnTo>
                <a:lnTo>
                  <a:pt x="2065" y="997"/>
                </a:lnTo>
                <a:lnTo>
                  <a:pt x="2064" y="996"/>
                </a:lnTo>
                <a:lnTo>
                  <a:pt x="2064" y="995"/>
                </a:lnTo>
                <a:lnTo>
                  <a:pt x="2063" y="995"/>
                </a:lnTo>
                <a:lnTo>
                  <a:pt x="2062" y="995"/>
                </a:lnTo>
                <a:lnTo>
                  <a:pt x="2061" y="995"/>
                </a:lnTo>
                <a:lnTo>
                  <a:pt x="2060" y="996"/>
                </a:lnTo>
                <a:lnTo>
                  <a:pt x="2060" y="995"/>
                </a:lnTo>
                <a:lnTo>
                  <a:pt x="2059" y="995"/>
                </a:lnTo>
                <a:lnTo>
                  <a:pt x="2058" y="995"/>
                </a:lnTo>
                <a:lnTo>
                  <a:pt x="2057" y="995"/>
                </a:lnTo>
                <a:lnTo>
                  <a:pt x="2056" y="994"/>
                </a:lnTo>
                <a:lnTo>
                  <a:pt x="2056" y="995"/>
                </a:lnTo>
                <a:lnTo>
                  <a:pt x="2057" y="995"/>
                </a:lnTo>
                <a:lnTo>
                  <a:pt x="2056" y="996"/>
                </a:lnTo>
                <a:lnTo>
                  <a:pt x="2055" y="996"/>
                </a:lnTo>
                <a:lnTo>
                  <a:pt x="2054" y="996"/>
                </a:lnTo>
                <a:lnTo>
                  <a:pt x="2054" y="997"/>
                </a:lnTo>
                <a:lnTo>
                  <a:pt x="2052" y="997"/>
                </a:lnTo>
                <a:lnTo>
                  <a:pt x="2050" y="997"/>
                </a:lnTo>
                <a:lnTo>
                  <a:pt x="2049" y="997"/>
                </a:lnTo>
                <a:lnTo>
                  <a:pt x="2048" y="998"/>
                </a:lnTo>
                <a:lnTo>
                  <a:pt x="2047" y="999"/>
                </a:lnTo>
                <a:lnTo>
                  <a:pt x="2046" y="999"/>
                </a:lnTo>
                <a:lnTo>
                  <a:pt x="2046" y="1000"/>
                </a:lnTo>
                <a:lnTo>
                  <a:pt x="2046" y="1004"/>
                </a:lnTo>
                <a:lnTo>
                  <a:pt x="2047" y="1005"/>
                </a:lnTo>
                <a:lnTo>
                  <a:pt x="2048" y="1005"/>
                </a:lnTo>
                <a:lnTo>
                  <a:pt x="2048" y="1006"/>
                </a:lnTo>
                <a:lnTo>
                  <a:pt x="2048" y="1007"/>
                </a:lnTo>
                <a:lnTo>
                  <a:pt x="2047" y="1007"/>
                </a:lnTo>
                <a:lnTo>
                  <a:pt x="2046" y="1007"/>
                </a:lnTo>
                <a:lnTo>
                  <a:pt x="2046" y="1008"/>
                </a:lnTo>
                <a:lnTo>
                  <a:pt x="2047" y="1009"/>
                </a:lnTo>
                <a:lnTo>
                  <a:pt x="2047" y="1010"/>
                </a:lnTo>
                <a:lnTo>
                  <a:pt x="2047" y="1011"/>
                </a:lnTo>
                <a:lnTo>
                  <a:pt x="2047" y="1014"/>
                </a:lnTo>
                <a:lnTo>
                  <a:pt x="2046" y="1014"/>
                </a:lnTo>
                <a:lnTo>
                  <a:pt x="2046" y="1015"/>
                </a:lnTo>
                <a:lnTo>
                  <a:pt x="2045" y="1016"/>
                </a:lnTo>
                <a:lnTo>
                  <a:pt x="2045" y="1018"/>
                </a:lnTo>
                <a:lnTo>
                  <a:pt x="2045" y="1019"/>
                </a:lnTo>
                <a:lnTo>
                  <a:pt x="2045" y="1020"/>
                </a:lnTo>
                <a:lnTo>
                  <a:pt x="2045" y="1022"/>
                </a:lnTo>
                <a:lnTo>
                  <a:pt x="2046" y="1022"/>
                </a:lnTo>
                <a:lnTo>
                  <a:pt x="2046" y="1023"/>
                </a:lnTo>
                <a:lnTo>
                  <a:pt x="2046" y="1024"/>
                </a:lnTo>
                <a:lnTo>
                  <a:pt x="2045" y="1024"/>
                </a:lnTo>
                <a:lnTo>
                  <a:pt x="2045" y="1025"/>
                </a:lnTo>
                <a:lnTo>
                  <a:pt x="2045" y="1026"/>
                </a:lnTo>
                <a:lnTo>
                  <a:pt x="2045" y="1027"/>
                </a:lnTo>
                <a:lnTo>
                  <a:pt x="2045" y="1028"/>
                </a:lnTo>
                <a:lnTo>
                  <a:pt x="2045" y="1029"/>
                </a:lnTo>
                <a:lnTo>
                  <a:pt x="2045" y="1030"/>
                </a:lnTo>
                <a:lnTo>
                  <a:pt x="2045" y="1031"/>
                </a:lnTo>
                <a:lnTo>
                  <a:pt x="2045" y="1032"/>
                </a:lnTo>
                <a:lnTo>
                  <a:pt x="2044" y="1032"/>
                </a:lnTo>
                <a:lnTo>
                  <a:pt x="2044" y="1033"/>
                </a:lnTo>
                <a:lnTo>
                  <a:pt x="2045" y="1034"/>
                </a:lnTo>
                <a:lnTo>
                  <a:pt x="2045" y="1035"/>
                </a:lnTo>
                <a:lnTo>
                  <a:pt x="2045" y="1036"/>
                </a:lnTo>
                <a:lnTo>
                  <a:pt x="2045" y="1037"/>
                </a:lnTo>
                <a:lnTo>
                  <a:pt x="2045" y="1038"/>
                </a:lnTo>
                <a:lnTo>
                  <a:pt x="2046" y="1038"/>
                </a:lnTo>
                <a:lnTo>
                  <a:pt x="2046" y="1039"/>
                </a:lnTo>
                <a:lnTo>
                  <a:pt x="2047" y="1039"/>
                </a:lnTo>
                <a:lnTo>
                  <a:pt x="2047" y="1040"/>
                </a:lnTo>
                <a:lnTo>
                  <a:pt x="2046" y="1040"/>
                </a:lnTo>
                <a:lnTo>
                  <a:pt x="2046" y="1041"/>
                </a:lnTo>
                <a:lnTo>
                  <a:pt x="2045" y="1042"/>
                </a:lnTo>
                <a:lnTo>
                  <a:pt x="2045" y="1043"/>
                </a:lnTo>
                <a:lnTo>
                  <a:pt x="2044" y="1043"/>
                </a:lnTo>
                <a:lnTo>
                  <a:pt x="2044" y="1045"/>
                </a:lnTo>
                <a:lnTo>
                  <a:pt x="2045" y="1045"/>
                </a:lnTo>
                <a:lnTo>
                  <a:pt x="2045" y="1046"/>
                </a:lnTo>
                <a:lnTo>
                  <a:pt x="2045" y="1048"/>
                </a:lnTo>
                <a:lnTo>
                  <a:pt x="2045" y="1049"/>
                </a:lnTo>
                <a:lnTo>
                  <a:pt x="2045" y="1050"/>
                </a:lnTo>
                <a:lnTo>
                  <a:pt x="2045" y="1051"/>
                </a:lnTo>
                <a:lnTo>
                  <a:pt x="2045" y="1055"/>
                </a:lnTo>
                <a:lnTo>
                  <a:pt x="2045" y="1056"/>
                </a:lnTo>
                <a:lnTo>
                  <a:pt x="2046" y="1057"/>
                </a:lnTo>
                <a:lnTo>
                  <a:pt x="2046" y="1059"/>
                </a:lnTo>
                <a:lnTo>
                  <a:pt x="2047" y="1059"/>
                </a:lnTo>
                <a:lnTo>
                  <a:pt x="2047" y="1060"/>
                </a:lnTo>
                <a:lnTo>
                  <a:pt x="2049" y="1060"/>
                </a:lnTo>
                <a:lnTo>
                  <a:pt x="2050" y="1060"/>
                </a:lnTo>
                <a:lnTo>
                  <a:pt x="2050" y="1062"/>
                </a:lnTo>
                <a:lnTo>
                  <a:pt x="2051" y="1064"/>
                </a:lnTo>
                <a:lnTo>
                  <a:pt x="2051" y="1065"/>
                </a:lnTo>
                <a:lnTo>
                  <a:pt x="2052" y="1065"/>
                </a:lnTo>
                <a:lnTo>
                  <a:pt x="2053" y="1065"/>
                </a:lnTo>
                <a:lnTo>
                  <a:pt x="2053" y="1066"/>
                </a:lnTo>
                <a:lnTo>
                  <a:pt x="2053" y="1067"/>
                </a:lnTo>
                <a:lnTo>
                  <a:pt x="2053" y="1068"/>
                </a:lnTo>
                <a:lnTo>
                  <a:pt x="2054" y="1068"/>
                </a:lnTo>
                <a:lnTo>
                  <a:pt x="2056" y="1069"/>
                </a:lnTo>
                <a:lnTo>
                  <a:pt x="2057" y="1069"/>
                </a:lnTo>
                <a:lnTo>
                  <a:pt x="2057" y="1070"/>
                </a:lnTo>
                <a:lnTo>
                  <a:pt x="2059" y="1070"/>
                </a:lnTo>
                <a:lnTo>
                  <a:pt x="2060" y="1070"/>
                </a:lnTo>
                <a:lnTo>
                  <a:pt x="2061" y="1070"/>
                </a:lnTo>
                <a:lnTo>
                  <a:pt x="2062" y="1070"/>
                </a:lnTo>
                <a:lnTo>
                  <a:pt x="2064" y="1071"/>
                </a:lnTo>
                <a:lnTo>
                  <a:pt x="2065" y="1071"/>
                </a:lnTo>
                <a:lnTo>
                  <a:pt x="2066" y="1070"/>
                </a:lnTo>
                <a:lnTo>
                  <a:pt x="2067" y="1070"/>
                </a:lnTo>
                <a:lnTo>
                  <a:pt x="2068" y="1071"/>
                </a:lnTo>
                <a:lnTo>
                  <a:pt x="2070" y="1071"/>
                </a:lnTo>
                <a:lnTo>
                  <a:pt x="2071" y="1070"/>
                </a:lnTo>
                <a:lnTo>
                  <a:pt x="2071" y="1071"/>
                </a:lnTo>
                <a:lnTo>
                  <a:pt x="2072" y="1071"/>
                </a:lnTo>
                <a:lnTo>
                  <a:pt x="2073" y="1071"/>
                </a:lnTo>
                <a:lnTo>
                  <a:pt x="2074" y="1074"/>
                </a:lnTo>
                <a:lnTo>
                  <a:pt x="2075" y="1074"/>
                </a:lnTo>
                <a:lnTo>
                  <a:pt x="2076" y="1074"/>
                </a:lnTo>
                <a:lnTo>
                  <a:pt x="2077" y="1074"/>
                </a:lnTo>
                <a:lnTo>
                  <a:pt x="2077" y="1073"/>
                </a:lnTo>
                <a:lnTo>
                  <a:pt x="2077" y="1074"/>
                </a:lnTo>
                <a:lnTo>
                  <a:pt x="2078" y="1074"/>
                </a:lnTo>
                <a:lnTo>
                  <a:pt x="2078" y="1075"/>
                </a:lnTo>
                <a:lnTo>
                  <a:pt x="2079" y="1077"/>
                </a:lnTo>
                <a:lnTo>
                  <a:pt x="2080" y="1077"/>
                </a:lnTo>
                <a:lnTo>
                  <a:pt x="2080" y="1078"/>
                </a:lnTo>
                <a:lnTo>
                  <a:pt x="2081" y="1078"/>
                </a:lnTo>
                <a:lnTo>
                  <a:pt x="2082" y="1077"/>
                </a:lnTo>
                <a:lnTo>
                  <a:pt x="2083" y="1077"/>
                </a:lnTo>
                <a:lnTo>
                  <a:pt x="2083" y="1078"/>
                </a:lnTo>
                <a:lnTo>
                  <a:pt x="2083" y="1079"/>
                </a:lnTo>
                <a:lnTo>
                  <a:pt x="2084" y="1080"/>
                </a:lnTo>
                <a:lnTo>
                  <a:pt x="2084" y="1081"/>
                </a:lnTo>
                <a:lnTo>
                  <a:pt x="2085" y="1083"/>
                </a:lnTo>
                <a:lnTo>
                  <a:pt x="2085" y="1084"/>
                </a:lnTo>
                <a:lnTo>
                  <a:pt x="2085" y="1086"/>
                </a:lnTo>
                <a:lnTo>
                  <a:pt x="2085" y="1087"/>
                </a:lnTo>
                <a:lnTo>
                  <a:pt x="2085" y="1088"/>
                </a:lnTo>
                <a:lnTo>
                  <a:pt x="2086" y="1088"/>
                </a:lnTo>
                <a:lnTo>
                  <a:pt x="2086" y="1089"/>
                </a:lnTo>
                <a:lnTo>
                  <a:pt x="2085" y="1089"/>
                </a:lnTo>
                <a:lnTo>
                  <a:pt x="2086" y="1089"/>
                </a:lnTo>
                <a:lnTo>
                  <a:pt x="2086" y="1090"/>
                </a:lnTo>
                <a:lnTo>
                  <a:pt x="2087" y="1090"/>
                </a:lnTo>
                <a:lnTo>
                  <a:pt x="2087" y="1091"/>
                </a:lnTo>
                <a:lnTo>
                  <a:pt x="2088" y="1091"/>
                </a:lnTo>
                <a:lnTo>
                  <a:pt x="2088" y="1092"/>
                </a:lnTo>
                <a:lnTo>
                  <a:pt x="2089" y="1093"/>
                </a:lnTo>
                <a:lnTo>
                  <a:pt x="2089" y="1094"/>
                </a:lnTo>
                <a:lnTo>
                  <a:pt x="2089" y="1095"/>
                </a:lnTo>
                <a:lnTo>
                  <a:pt x="2090" y="1095"/>
                </a:lnTo>
                <a:lnTo>
                  <a:pt x="2090" y="1096"/>
                </a:lnTo>
                <a:lnTo>
                  <a:pt x="2091" y="1096"/>
                </a:lnTo>
                <a:lnTo>
                  <a:pt x="2091" y="1097"/>
                </a:lnTo>
                <a:lnTo>
                  <a:pt x="2091" y="1098"/>
                </a:lnTo>
                <a:lnTo>
                  <a:pt x="2091" y="1099"/>
                </a:lnTo>
                <a:lnTo>
                  <a:pt x="2092" y="1100"/>
                </a:lnTo>
                <a:lnTo>
                  <a:pt x="2092" y="1101"/>
                </a:lnTo>
                <a:lnTo>
                  <a:pt x="2093" y="1101"/>
                </a:lnTo>
                <a:lnTo>
                  <a:pt x="2093" y="1102"/>
                </a:lnTo>
                <a:lnTo>
                  <a:pt x="2094" y="1103"/>
                </a:lnTo>
                <a:lnTo>
                  <a:pt x="2095" y="1103"/>
                </a:lnTo>
                <a:lnTo>
                  <a:pt x="2096" y="1104"/>
                </a:lnTo>
                <a:lnTo>
                  <a:pt x="2096" y="1105"/>
                </a:lnTo>
                <a:lnTo>
                  <a:pt x="2096" y="1106"/>
                </a:lnTo>
                <a:lnTo>
                  <a:pt x="2097" y="1106"/>
                </a:lnTo>
                <a:lnTo>
                  <a:pt x="2097" y="1107"/>
                </a:lnTo>
                <a:lnTo>
                  <a:pt x="2098" y="1107"/>
                </a:lnTo>
                <a:lnTo>
                  <a:pt x="2098" y="1108"/>
                </a:lnTo>
                <a:lnTo>
                  <a:pt x="2099" y="1108"/>
                </a:lnTo>
                <a:lnTo>
                  <a:pt x="2099" y="1109"/>
                </a:lnTo>
                <a:lnTo>
                  <a:pt x="2099" y="1110"/>
                </a:lnTo>
                <a:lnTo>
                  <a:pt x="2096" y="1111"/>
                </a:lnTo>
                <a:lnTo>
                  <a:pt x="2096" y="1112"/>
                </a:lnTo>
                <a:lnTo>
                  <a:pt x="2095" y="1112"/>
                </a:lnTo>
                <a:lnTo>
                  <a:pt x="2094" y="1112"/>
                </a:lnTo>
                <a:lnTo>
                  <a:pt x="2093" y="1112"/>
                </a:lnTo>
                <a:lnTo>
                  <a:pt x="2092" y="1112"/>
                </a:lnTo>
                <a:lnTo>
                  <a:pt x="2091" y="1111"/>
                </a:lnTo>
                <a:lnTo>
                  <a:pt x="2090" y="1111"/>
                </a:lnTo>
                <a:lnTo>
                  <a:pt x="2089" y="1110"/>
                </a:lnTo>
                <a:lnTo>
                  <a:pt x="2088" y="1110"/>
                </a:lnTo>
                <a:lnTo>
                  <a:pt x="2088" y="1109"/>
                </a:lnTo>
                <a:lnTo>
                  <a:pt x="2087" y="1109"/>
                </a:lnTo>
                <a:lnTo>
                  <a:pt x="2087" y="1110"/>
                </a:lnTo>
                <a:lnTo>
                  <a:pt x="2086" y="1110"/>
                </a:lnTo>
                <a:lnTo>
                  <a:pt x="2086" y="1111"/>
                </a:lnTo>
                <a:lnTo>
                  <a:pt x="2086" y="1112"/>
                </a:lnTo>
                <a:lnTo>
                  <a:pt x="2086" y="1113"/>
                </a:lnTo>
                <a:lnTo>
                  <a:pt x="2085" y="1113"/>
                </a:lnTo>
                <a:lnTo>
                  <a:pt x="2085" y="1114"/>
                </a:lnTo>
                <a:lnTo>
                  <a:pt x="2084" y="1114"/>
                </a:lnTo>
                <a:lnTo>
                  <a:pt x="2084" y="1115"/>
                </a:lnTo>
                <a:lnTo>
                  <a:pt x="2084" y="1117"/>
                </a:lnTo>
                <a:lnTo>
                  <a:pt x="2084" y="1118"/>
                </a:lnTo>
                <a:lnTo>
                  <a:pt x="2084" y="1119"/>
                </a:lnTo>
                <a:lnTo>
                  <a:pt x="2083" y="1120"/>
                </a:lnTo>
                <a:lnTo>
                  <a:pt x="2082" y="1120"/>
                </a:lnTo>
                <a:lnTo>
                  <a:pt x="2082" y="1121"/>
                </a:lnTo>
                <a:lnTo>
                  <a:pt x="2082" y="1122"/>
                </a:lnTo>
                <a:lnTo>
                  <a:pt x="2081" y="1122"/>
                </a:lnTo>
                <a:lnTo>
                  <a:pt x="2081" y="1121"/>
                </a:lnTo>
                <a:lnTo>
                  <a:pt x="2081" y="1122"/>
                </a:lnTo>
                <a:lnTo>
                  <a:pt x="2080" y="1122"/>
                </a:lnTo>
                <a:lnTo>
                  <a:pt x="2081" y="1123"/>
                </a:lnTo>
                <a:lnTo>
                  <a:pt x="2080" y="1125"/>
                </a:lnTo>
                <a:lnTo>
                  <a:pt x="2080" y="1126"/>
                </a:lnTo>
                <a:lnTo>
                  <a:pt x="2079" y="1126"/>
                </a:lnTo>
                <a:lnTo>
                  <a:pt x="2078" y="1126"/>
                </a:lnTo>
                <a:lnTo>
                  <a:pt x="2077" y="1125"/>
                </a:lnTo>
                <a:lnTo>
                  <a:pt x="2073" y="1123"/>
                </a:lnTo>
                <a:lnTo>
                  <a:pt x="2071" y="1123"/>
                </a:lnTo>
                <a:lnTo>
                  <a:pt x="2070" y="1122"/>
                </a:lnTo>
                <a:lnTo>
                  <a:pt x="2067" y="1121"/>
                </a:lnTo>
                <a:lnTo>
                  <a:pt x="2066" y="1123"/>
                </a:lnTo>
                <a:lnTo>
                  <a:pt x="2066" y="1124"/>
                </a:lnTo>
                <a:lnTo>
                  <a:pt x="2066" y="1125"/>
                </a:lnTo>
                <a:lnTo>
                  <a:pt x="2066" y="1126"/>
                </a:lnTo>
                <a:lnTo>
                  <a:pt x="2066" y="1127"/>
                </a:lnTo>
                <a:lnTo>
                  <a:pt x="2066" y="1128"/>
                </a:lnTo>
                <a:lnTo>
                  <a:pt x="2065" y="1129"/>
                </a:lnTo>
                <a:lnTo>
                  <a:pt x="2065" y="1130"/>
                </a:lnTo>
                <a:lnTo>
                  <a:pt x="2065" y="1131"/>
                </a:lnTo>
                <a:lnTo>
                  <a:pt x="2066" y="1131"/>
                </a:lnTo>
                <a:lnTo>
                  <a:pt x="2066" y="1132"/>
                </a:lnTo>
                <a:lnTo>
                  <a:pt x="2066" y="1133"/>
                </a:lnTo>
                <a:lnTo>
                  <a:pt x="2066" y="1134"/>
                </a:lnTo>
                <a:lnTo>
                  <a:pt x="2065" y="1135"/>
                </a:lnTo>
                <a:lnTo>
                  <a:pt x="2064" y="1135"/>
                </a:lnTo>
                <a:lnTo>
                  <a:pt x="2064" y="1134"/>
                </a:lnTo>
                <a:lnTo>
                  <a:pt x="2061" y="1134"/>
                </a:lnTo>
                <a:lnTo>
                  <a:pt x="2060" y="1134"/>
                </a:lnTo>
                <a:lnTo>
                  <a:pt x="2060" y="1135"/>
                </a:lnTo>
                <a:lnTo>
                  <a:pt x="2059" y="1135"/>
                </a:lnTo>
                <a:lnTo>
                  <a:pt x="2058" y="1135"/>
                </a:lnTo>
                <a:lnTo>
                  <a:pt x="2057" y="1136"/>
                </a:lnTo>
                <a:lnTo>
                  <a:pt x="2058" y="1136"/>
                </a:lnTo>
                <a:lnTo>
                  <a:pt x="2058" y="1137"/>
                </a:lnTo>
                <a:lnTo>
                  <a:pt x="2059" y="1138"/>
                </a:lnTo>
                <a:lnTo>
                  <a:pt x="2060" y="1139"/>
                </a:lnTo>
                <a:lnTo>
                  <a:pt x="2060" y="1141"/>
                </a:lnTo>
                <a:lnTo>
                  <a:pt x="2060" y="1142"/>
                </a:lnTo>
                <a:lnTo>
                  <a:pt x="2058" y="1142"/>
                </a:lnTo>
                <a:lnTo>
                  <a:pt x="2057" y="1143"/>
                </a:lnTo>
                <a:lnTo>
                  <a:pt x="2057" y="1144"/>
                </a:lnTo>
                <a:lnTo>
                  <a:pt x="2057" y="1145"/>
                </a:lnTo>
                <a:lnTo>
                  <a:pt x="2057" y="1147"/>
                </a:lnTo>
                <a:lnTo>
                  <a:pt x="2056" y="1147"/>
                </a:lnTo>
                <a:lnTo>
                  <a:pt x="2055" y="1148"/>
                </a:lnTo>
                <a:lnTo>
                  <a:pt x="2054" y="1148"/>
                </a:lnTo>
                <a:lnTo>
                  <a:pt x="2053" y="1147"/>
                </a:lnTo>
                <a:lnTo>
                  <a:pt x="2052" y="1147"/>
                </a:lnTo>
                <a:lnTo>
                  <a:pt x="2050" y="1146"/>
                </a:lnTo>
                <a:lnTo>
                  <a:pt x="2049" y="1146"/>
                </a:lnTo>
                <a:lnTo>
                  <a:pt x="2049" y="1147"/>
                </a:lnTo>
                <a:lnTo>
                  <a:pt x="2048" y="1147"/>
                </a:lnTo>
                <a:lnTo>
                  <a:pt x="2048" y="1148"/>
                </a:lnTo>
                <a:lnTo>
                  <a:pt x="2049" y="1149"/>
                </a:lnTo>
                <a:lnTo>
                  <a:pt x="2050" y="1149"/>
                </a:lnTo>
                <a:lnTo>
                  <a:pt x="2049" y="1149"/>
                </a:lnTo>
                <a:lnTo>
                  <a:pt x="2049" y="1150"/>
                </a:lnTo>
                <a:lnTo>
                  <a:pt x="2049" y="1151"/>
                </a:lnTo>
                <a:lnTo>
                  <a:pt x="2049" y="1152"/>
                </a:lnTo>
                <a:lnTo>
                  <a:pt x="2048" y="1155"/>
                </a:lnTo>
                <a:lnTo>
                  <a:pt x="2048" y="1156"/>
                </a:lnTo>
                <a:lnTo>
                  <a:pt x="2048" y="1157"/>
                </a:lnTo>
                <a:lnTo>
                  <a:pt x="2048" y="1158"/>
                </a:lnTo>
                <a:lnTo>
                  <a:pt x="2047" y="1159"/>
                </a:lnTo>
                <a:lnTo>
                  <a:pt x="2047" y="1158"/>
                </a:lnTo>
                <a:lnTo>
                  <a:pt x="2046" y="1158"/>
                </a:lnTo>
                <a:lnTo>
                  <a:pt x="2045" y="1157"/>
                </a:lnTo>
                <a:lnTo>
                  <a:pt x="2043" y="1157"/>
                </a:lnTo>
                <a:lnTo>
                  <a:pt x="2041" y="1156"/>
                </a:lnTo>
                <a:lnTo>
                  <a:pt x="2041" y="1155"/>
                </a:lnTo>
                <a:lnTo>
                  <a:pt x="2040" y="1155"/>
                </a:lnTo>
                <a:lnTo>
                  <a:pt x="2040" y="1154"/>
                </a:lnTo>
                <a:lnTo>
                  <a:pt x="2039" y="1154"/>
                </a:lnTo>
                <a:lnTo>
                  <a:pt x="2038" y="1154"/>
                </a:lnTo>
                <a:lnTo>
                  <a:pt x="2038" y="1153"/>
                </a:lnTo>
                <a:lnTo>
                  <a:pt x="2037" y="1153"/>
                </a:lnTo>
                <a:lnTo>
                  <a:pt x="2036" y="1153"/>
                </a:lnTo>
                <a:lnTo>
                  <a:pt x="2036" y="1154"/>
                </a:lnTo>
                <a:lnTo>
                  <a:pt x="2034" y="1154"/>
                </a:lnTo>
                <a:lnTo>
                  <a:pt x="2033" y="1151"/>
                </a:lnTo>
                <a:lnTo>
                  <a:pt x="2033" y="1150"/>
                </a:lnTo>
                <a:lnTo>
                  <a:pt x="2032" y="1150"/>
                </a:lnTo>
                <a:lnTo>
                  <a:pt x="2032" y="1149"/>
                </a:lnTo>
                <a:lnTo>
                  <a:pt x="2030" y="1149"/>
                </a:lnTo>
                <a:lnTo>
                  <a:pt x="2029" y="1149"/>
                </a:lnTo>
                <a:lnTo>
                  <a:pt x="2029" y="1150"/>
                </a:lnTo>
                <a:lnTo>
                  <a:pt x="2030" y="1150"/>
                </a:lnTo>
                <a:lnTo>
                  <a:pt x="2030" y="1152"/>
                </a:lnTo>
                <a:lnTo>
                  <a:pt x="2029" y="1153"/>
                </a:lnTo>
                <a:lnTo>
                  <a:pt x="2029" y="1154"/>
                </a:lnTo>
                <a:lnTo>
                  <a:pt x="2028" y="1154"/>
                </a:lnTo>
                <a:lnTo>
                  <a:pt x="2028" y="1155"/>
                </a:lnTo>
                <a:lnTo>
                  <a:pt x="2027" y="1155"/>
                </a:lnTo>
                <a:lnTo>
                  <a:pt x="2027" y="1154"/>
                </a:lnTo>
                <a:lnTo>
                  <a:pt x="2026" y="1154"/>
                </a:lnTo>
                <a:lnTo>
                  <a:pt x="2023" y="1154"/>
                </a:lnTo>
                <a:lnTo>
                  <a:pt x="2021" y="1154"/>
                </a:lnTo>
                <a:lnTo>
                  <a:pt x="2020" y="1153"/>
                </a:lnTo>
                <a:lnTo>
                  <a:pt x="2019" y="1153"/>
                </a:lnTo>
                <a:lnTo>
                  <a:pt x="2018" y="1154"/>
                </a:lnTo>
                <a:lnTo>
                  <a:pt x="2017" y="1155"/>
                </a:lnTo>
                <a:lnTo>
                  <a:pt x="2016" y="1155"/>
                </a:lnTo>
                <a:lnTo>
                  <a:pt x="2016" y="1154"/>
                </a:lnTo>
                <a:lnTo>
                  <a:pt x="2016" y="1155"/>
                </a:lnTo>
                <a:lnTo>
                  <a:pt x="2015" y="1155"/>
                </a:lnTo>
                <a:lnTo>
                  <a:pt x="2015" y="1156"/>
                </a:lnTo>
                <a:lnTo>
                  <a:pt x="2015" y="1157"/>
                </a:lnTo>
                <a:lnTo>
                  <a:pt x="2014" y="1158"/>
                </a:lnTo>
                <a:lnTo>
                  <a:pt x="2014" y="1159"/>
                </a:lnTo>
                <a:lnTo>
                  <a:pt x="2013" y="1161"/>
                </a:lnTo>
                <a:lnTo>
                  <a:pt x="2012" y="1162"/>
                </a:lnTo>
                <a:lnTo>
                  <a:pt x="2011" y="1162"/>
                </a:lnTo>
                <a:lnTo>
                  <a:pt x="2010" y="1164"/>
                </a:lnTo>
                <a:lnTo>
                  <a:pt x="2010" y="1163"/>
                </a:lnTo>
                <a:lnTo>
                  <a:pt x="2009" y="1162"/>
                </a:lnTo>
                <a:lnTo>
                  <a:pt x="2010" y="1161"/>
                </a:lnTo>
                <a:lnTo>
                  <a:pt x="2010" y="1160"/>
                </a:lnTo>
                <a:lnTo>
                  <a:pt x="2009" y="1159"/>
                </a:lnTo>
                <a:lnTo>
                  <a:pt x="2008" y="1160"/>
                </a:lnTo>
                <a:lnTo>
                  <a:pt x="2008" y="1161"/>
                </a:lnTo>
                <a:lnTo>
                  <a:pt x="2008" y="1162"/>
                </a:lnTo>
                <a:lnTo>
                  <a:pt x="2007" y="1162"/>
                </a:lnTo>
                <a:lnTo>
                  <a:pt x="2007" y="1163"/>
                </a:lnTo>
                <a:lnTo>
                  <a:pt x="2006" y="1162"/>
                </a:lnTo>
                <a:lnTo>
                  <a:pt x="2006" y="1160"/>
                </a:lnTo>
                <a:lnTo>
                  <a:pt x="2007" y="1159"/>
                </a:lnTo>
                <a:lnTo>
                  <a:pt x="2007" y="1158"/>
                </a:lnTo>
                <a:lnTo>
                  <a:pt x="2007" y="1157"/>
                </a:lnTo>
                <a:lnTo>
                  <a:pt x="2006" y="1157"/>
                </a:lnTo>
                <a:lnTo>
                  <a:pt x="2005" y="1155"/>
                </a:lnTo>
                <a:lnTo>
                  <a:pt x="2004" y="1155"/>
                </a:lnTo>
                <a:lnTo>
                  <a:pt x="2003" y="1155"/>
                </a:lnTo>
                <a:lnTo>
                  <a:pt x="2004" y="1156"/>
                </a:lnTo>
                <a:lnTo>
                  <a:pt x="2003" y="1157"/>
                </a:lnTo>
                <a:lnTo>
                  <a:pt x="2002" y="1158"/>
                </a:lnTo>
                <a:lnTo>
                  <a:pt x="2001" y="1157"/>
                </a:lnTo>
                <a:lnTo>
                  <a:pt x="1999" y="1156"/>
                </a:lnTo>
                <a:lnTo>
                  <a:pt x="1997" y="1154"/>
                </a:lnTo>
                <a:lnTo>
                  <a:pt x="1996" y="1154"/>
                </a:lnTo>
                <a:lnTo>
                  <a:pt x="1995" y="1151"/>
                </a:lnTo>
                <a:lnTo>
                  <a:pt x="1995" y="1150"/>
                </a:lnTo>
                <a:lnTo>
                  <a:pt x="1996" y="1150"/>
                </a:lnTo>
                <a:lnTo>
                  <a:pt x="1997" y="1149"/>
                </a:lnTo>
                <a:lnTo>
                  <a:pt x="1997" y="1148"/>
                </a:lnTo>
                <a:lnTo>
                  <a:pt x="1997" y="1147"/>
                </a:lnTo>
                <a:lnTo>
                  <a:pt x="1996" y="1147"/>
                </a:lnTo>
                <a:lnTo>
                  <a:pt x="1994" y="1146"/>
                </a:lnTo>
                <a:lnTo>
                  <a:pt x="1993" y="1146"/>
                </a:lnTo>
                <a:lnTo>
                  <a:pt x="1992" y="1145"/>
                </a:lnTo>
                <a:lnTo>
                  <a:pt x="1992" y="1144"/>
                </a:lnTo>
                <a:lnTo>
                  <a:pt x="1990" y="1143"/>
                </a:lnTo>
                <a:lnTo>
                  <a:pt x="1989" y="1143"/>
                </a:lnTo>
                <a:lnTo>
                  <a:pt x="1988" y="1142"/>
                </a:lnTo>
                <a:lnTo>
                  <a:pt x="1988" y="1141"/>
                </a:lnTo>
                <a:lnTo>
                  <a:pt x="1987" y="1141"/>
                </a:lnTo>
                <a:lnTo>
                  <a:pt x="1986" y="1141"/>
                </a:lnTo>
                <a:lnTo>
                  <a:pt x="1986" y="1140"/>
                </a:lnTo>
                <a:lnTo>
                  <a:pt x="1986" y="1139"/>
                </a:lnTo>
                <a:lnTo>
                  <a:pt x="1985" y="1139"/>
                </a:lnTo>
                <a:lnTo>
                  <a:pt x="1985" y="1138"/>
                </a:lnTo>
                <a:lnTo>
                  <a:pt x="1984" y="1138"/>
                </a:lnTo>
                <a:lnTo>
                  <a:pt x="1984" y="1139"/>
                </a:lnTo>
                <a:lnTo>
                  <a:pt x="1983" y="1139"/>
                </a:lnTo>
                <a:lnTo>
                  <a:pt x="1982" y="1139"/>
                </a:lnTo>
                <a:lnTo>
                  <a:pt x="1981" y="1139"/>
                </a:lnTo>
                <a:lnTo>
                  <a:pt x="1981" y="1138"/>
                </a:lnTo>
                <a:lnTo>
                  <a:pt x="1981" y="1137"/>
                </a:lnTo>
                <a:lnTo>
                  <a:pt x="1980" y="1137"/>
                </a:lnTo>
                <a:lnTo>
                  <a:pt x="1979" y="1136"/>
                </a:lnTo>
                <a:lnTo>
                  <a:pt x="1979" y="1135"/>
                </a:lnTo>
                <a:lnTo>
                  <a:pt x="1978" y="1135"/>
                </a:lnTo>
                <a:lnTo>
                  <a:pt x="1977" y="1135"/>
                </a:lnTo>
                <a:lnTo>
                  <a:pt x="1976" y="1136"/>
                </a:lnTo>
                <a:lnTo>
                  <a:pt x="1975" y="1136"/>
                </a:lnTo>
                <a:lnTo>
                  <a:pt x="1975" y="1137"/>
                </a:lnTo>
                <a:lnTo>
                  <a:pt x="1974" y="1138"/>
                </a:lnTo>
                <a:lnTo>
                  <a:pt x="1973" y="1138"/>
                </a:lnTo>
                <a:lnTo>
                  <a:pt x="1972" y="1138"/>
                </a:lnTo>
                <a:lnTo>
                  <a:pt x="1970" y="1138"/>
                </a:lnTo>
                <a:lnTo>
                  <a:pt x="1970" y="1137"/>
                </a:lnTo>
                <a:lnTo>
                  <a:pt x="1970" y="1136"/>
                </a:lnTo>
                <a:lnTo>
                  <a:pt x="1971" y="1135"/>
                </a:lnTo>
                <a:lnTo>
                  <a:pt x="1970" y="1134"/>
                </a:lnTo>
                <a:lnTo>
                  <a:pt x="1970" y="1133"/>
                </a:lnTo>
                <a:lnTo>
                  <a:pt x="1969" y="1133"/>
                </a:lnTo>
                <a:lnTo>
                  <a:pt x="1968" y="1133"/>
                </a:lnTo>
                <a:lnTo>
                  <a:pt x="1966" y="1133"/>
                </a:lnTo>
                <a:lnTo>
                  <a:pt x="1965" y="1132"/>
                </a:lnTo>
                <a:lnTo>
                  <a:pt x="1963" y="1133"/>
                </a:lnTo>
                <a:lnTo>
                  <a:pt x="1962" y="1132"/>
                </a:lnTo>
                <a:lnTo>
                  <a:pt x="1961" y="1131"/>
                </a:lnTo>
                <a:lnTo>
                  <a:pt x="1960" y="1131"/>
                </a:lnTo>
                <a:lnTo>
                  <a:pt x="1958" y="1131"/>
                </a:lnTo>
                <a:lnTo>
                  <a:pt x="1957" y="1130"/>
                </a:lnTo>
                <a:lnTo>
                  <a:pt x="1956" y="1129"/>
                </a:lnTo>
                <a:lnTo>
                  <a:pt x="1954" y="1129"/>
                </a:lnTo>
                <a:lnTo>
                  <a:pt x="1953" y="1129"/>
                </a:lnTo>
                <a:lnTo>
                  <a:pt x="1953" y="1128"/>
                </a:lnTo>
                <a:lnTo>
                  <a:pt x="1951" y="1127"/>
                </a:lnTo>
                <a:lnTo>
                  <a:pt x="1947" y="1126"/>
                </a:lnTo>
                <a:lnTo>
                  <a:pt x="1946" y="1126"/>
                </a:lnTo>
                <a:lnTo>
                  <a:pt x="1945" y="1126"/>
                </a:lnTo>
                <a:lnTo>
                  <a:pt x="1945" y="1127"/>
                </a:lnTo>
                <a:lnTo>
                  <a:pt x="1944" y="1127"/>
                </a:lnTo>
                <a:lnTo>
                  <a:pt x="1943" y="1127"/>
                </a:lnTo>
                <a:lnTo>
                  <a:pt x="1943" y="1126"/>
                </a:lnTo>
                <a:lnTo>
                  <a:pt x="1944" y="1126"/>
                </a:lnTo>
                <a:lnTo>
                  <a:pt x="1944" y="1125"/>
                </a:lnTo>
                <a:lnTo>
                  <a:pt x="1944" y="1123"/>
                </a:lnTo>
                <a:lnTo>
                  <a:pt x="1943" y="1122"/>
                </a:lnTo>
                <a:lnTo>
                  <a:pt x="1942" y="1122"/>
                </a:lnTo>
                <a:lnTo>
                  <a:pt x="1939" y="1122"/>
                </a:lnTo>
                <a:lnTo>
                  <a:pt x="1938" y="1122"/>
                </a:lnTo>
                <a:lnTo>
                  <a:pt x="1938" y="1121"/>
                </a:lnTo>
                <a:lnTo>
                  <a:pt x="1937" y="1121"/>
                </a:lnTo>
                <a:lnTo>
                  <a:pt x="1936" y="1121"/>
                </a:lnTo>
                <a:lnTo>
                  <a:pt x="1934" y="1119"/>
                </a:lnTo>
                <a:lnTo>
                  <a:pt x="1933" y="1118"/>
                </a:lnTo>
                <a:lnTo>
                  <a:pt x="1933" y="1117"/>
                </a:lnTo>
                <a:lnTo>
                  <a:pt x="1934" y="1117"/>
                </a:lnTo>
                <a:lnTo>
                  <a:pt x="1933" y="1116"/>
                </a:lnTo>
                <a:lnTo>
                  <a:pt x="1931" y="1115"/>
                </a:lnTo>
                <a:lnTo>
                  <a:pt x="1930" y="1115"/>
                </a:lnTo>
                <a:lnTo>
                  <a:pt x="1930" y="1116"/>
                </a:lnTo>
                <a:lnTo>
                  <a:pt x="1929" y="1116"/>
                </a:lnTo>
                <a:lnTo>
                  <a:pt x="1928" y="1116"/>
                </a:lnTo>
                <a:lnTo>
                  <a:pt x="1928" y="1115"/>
                </a:lnTo>
                <a:lnTo>
                  <a:pt x="1928" y="1114"/>
                </a:lnTo>
                <a:lnTo>
                  <a:pt x="1928" y="1112"/>
                </a:lnTo>
                <a:lnTo>
                  <a:pt x="1929" y="1112"/>
                </a:lnTo>
                <a:lnTo>
                  <a:pt x="1929" y="1110"/>
                </a:lnTo>
                <a:lnTo>
                  <a:pt x="1929" y="1109"/>
                </a:lnTo>
                <a:lnTo>
                  <a:pt x="1928" y="1109"/>
                </a:lnTo>
                <a:lnTo>
                  <a:pt x="1925" y="1108"/>
                </a:lnTo>
                <a:lnTo>
                  <a:pt x="1924" y="1108"/>
                </a:lnTo>
                <a:lnTo>
                  <a:pt x="1923" y="1108"/>
                </a:lnTo>
                <a:lnTo>
                  <a:pt x="1922" y="1107"/>
                </a:lnTo>
                <a:lnTo>
                  <a:pt x="1921" y="1108"/>
                </a:lnTo>
                <a:lnTo>
                  <a:pt x="1920" y="1109"/>
                </a:lnTo>
                <a:lnTo>
                  <a:pt x="1919" y="1110"/>
                </a:lnTo>
                <a:lnTo>
                  <a:pt x="1918" y="1111"/>
                </a:lnTo>
                <a:lnTo>
                  <a:pt x="1917" y="1111"/>
                </a:lnTo>
                <a:lnTo>
                  <a:pt x="1917" y="1110"/>
                </a:lnTo>
                <a:lnTo>
                  <a:pt x="1916" y="1109"/>
                </a:lnTo>
                <a:lnTo>
                  <a:pt x="1915" y="1108"/>
                </a:lnTo>
                <a:lnTo>
                  <a:pt x="1914" y="1108"/>
                </a:lnTo>
                <a:lnTo>
                  <a:pt x="1913" y="1108"/>
                </a:lnTo>
                <a:lnTo>
                  <a:pt x="1912" y="1109"/>
                </a:lnTo>
                <a:lnTo>
                  <a:pt x="1911" y="1109"/>
                </a:lnTo>
                <a:lnTo>
                  <a:pt x="1910" y="1108"/>
                </a:lnTo>
                <a:lnTo>
                  <a:pt x="1909" y="1108"/>
                </a:lnTo>
                <a:lnTo>
                  <a:pt x="1909" y="1109"/>
                </a:lnTo>
                <a:lnTo>
                  <a:pt x="1907" y="1109"/>
                </a:lnTo>
                <a:lnTo>
                  <a:pt x="1907" y="1108"/>
                </a:lnTo>
                <a:lnTo>
                  <a:pt x="1906" y="1108"/>
                </a:lnTo>
                <a:lnTo>
                  <a:pt x="1903" y="1109"/>
                </a:lnTo>
                <a:lnTo>
                  <a:pt x="1902" y="1108"/>
                </a:lnTo>
                <a:lnTo>
                  <a:pt x="1901" y="1108"/>
                </a:lnTo>
                <a:lnTo>
                  <a:pt x="1900" y="1108"/>
                </a:lnTo>
                <a:lnTo>
                  <a:pt x="1899" y="1109"/>
                </a:lnTo>
                <a:lnTo>
                  <a:pt x="1899" y="1108"/>
                </a:lnTo>
                <a:lnTo>
                  <a:pt x="1898" y="1108"/>
                </a:lnTo>
                <a:lnTo>
                  <a:pt x="1899" y="1107"/>
                </a:lnTo>
                <a:lnTo>
                  <a:pt x="1898" y="1107"/>
                </a:lnTo>
                <a:lnTo>
                  <a:pt x="1898" y="1106"/>
                </a:lnTo>
                <a:lnTo>
                  <a:pt x="1898" y="1105"/>
                </a:lnTo>
                <a:lnTo>
                  <a:pt x="1897" y="1105"/>
                </a:lnTo>
                <a:lnTo>
                  <a:pt x="1896" y="1105"/>
                </a:lnTo>
                <a:lnTo>
                  <a:pt x="1896" y="1106"/>
                </a:lnTo>
                <a:lnTo>
                  <a:pt x="1895" y="1106"/>
                </a:lnTo>
                <a:lnTo>
                  <a:pt x="1894" y="1104"/>
                </a:lnTo>
                <a:lnTo>
                  <a:pt x="1894" y="1103"/>
                </a:lnTo>
                <a:lnTo>
                  <a:pt x="1893" y="1103"/>
                </a:lnTo>
                <a:lnTo>
                  <a:pt x="1893" y="1102"/>
                </a:lnTo>
                <a:lnTo>
                  <a:pt x="1892" y="1102"/>
                </a:lnTo>
                <a:lnTo>
                  <a:pt x="1891" y="1101"/>
                </a:lnTo>
                <a:lnTo>
                  <a:pt x="1891" y="1100"/>
                </a:lnTo>
                <a:lnTo>
                  <a:pt x="1890" y="1100"/>
                </a:lnTo>
                <a:lnTo>
                  <a:pt x="1889" y="1099"/>
                </a:lnTo>
                <a:lnTo>
                  <a:pt x="1888" y="1098"/>
                </a:lnTo>
                <a:lnTo>
                  <a:pt x="1887" y="1098"/>
                </a:lnTo>
                <a:lnTo>
                  <a:pt x="1886" y="1099"/>
                </a:lnTo>
                <a:lnTo>
                  <a:pt x="1885" y="1098"/>
                </a:lnTo>
                <a:lnTo>
                  <a:pt x="1884" y="1098"/>
                </a:lnTo>
                <a:lnTo>
                  <a:pt x="1883" y="1097"/>
                </a:lnTo>
                <a:lnTo>
                  <a:pt x="1882" y="1096"/>
                </a:lnTo>
                <a:lnTo>
                  <a:pt x="1881" y="1096"/>
                </a:lnTo>
                <a:lnTo>
                  <a:pt x="1880" y="1097"/>
                </a:lnTo>
                <a:lnTo>
                  <a:pt x="1879" y="1097"/>
                </a:lnTo>
                <a:lnTo>
                  <a:pt x="1877" y="1097"/>
                </a:lnTo>
                <a:lnTo>
                  <a:pt x="1876" y="1097"/>
                </a:lnTo>
                <a:lnTo>
                  <a:pt x="1875" y="1097"/>
                </a:lnTo>
                <a:lnTo>
                  <a:pt x="1874" y="1097"/>
                </a:lnTo>
                <a:lnTo>
                  <a:pt x="1873" y="1097"/>
                </a:lnTo>
                <a:lnTo>
                  <a:pt x="1872" y="1097"/>
                </a:lnTo>
                <a:lnTo>
                  <a:pt x="1872" y="1098"/>
                </a:lnTo>
                <a:lnTo>
                  <a:pt x="1872" y="1099"/>
                </a:lnTo>
                <a:lnTo>
                  <a:pt x="1872" y="1100"/>
                </a:lnTo>
                <a:lnTo>
                  <a:pt x="1872" y="1101"/>
                </a:lnTo>
                <a:lnTo>
                  <a:pt x="1871" y="1101"/>
                </a:lnTo>
                <a:lnTo>
                  <a:pt x="1871" y="1102"/>
                </a:lnTo>
                <a:lnTo>
                  <a:pt x="1870" y="1102"/>
                </a:lnTo>
                <a:lnTo>
                  <a:pt x="1869" y="1104"/>
                </a:lnTo>
                <a:lnTo>
                  <a:pt x="1869" y="1105"/>
                </a:lnTo>
                <a:lnTo>
                  <a:pt x="1868" y="1106"/>
                </a:lnTo>
                <a:lnTo>
                  <a:pt x="1867" y="1106"/>
                </a:lnTo>
                <a:lnTo>
                  <a:pt x="1864" y="1107"/>
                </a:lnTo>
                <a:lnTo>
                  <a:pt x="1863" y="1107"/>
                </a:lnTo>
                <a:lnTo>
                  <a:pt x="1862" y="1107"/>
                </a:lnTo>
                <a:lnTo>
                  <a:pt x="1862" y="1108"/>
                </a:lnTo>
                <a:lnTo>
                  <a:pt x="1861" y="1108"/>
                </a:lnTo>
                <a:lnTo>
                  <a:pt x="1860" y="1108"/>
                </a:lnTo>
                <a:lnTo>
                  <a:pt x="1860" y="1109"/>
                </a:lnTo>
                <a:lnTo>
                  <a:pt x="1860" y="1110"/>
                </a:lnTo>
                <a:lnTo>
                  <a:pt x="1859" y="1110"/>
                </a:lnTo>
                <a:lnTo>
                  <a:pt x="1859" y="1111"/>
                </a:lnTo>
                <a:lnTo>
                  <a:pt x="1859" y="1112"/>
                </a:lnTo>
                <a:lnTo>
                  <a:pt x="1859" y="1113"/>
                </a:lnTo>
                <a:lnTo>
                  <a:pt x="1859" y="1114"/>
                </a:lnTo>
                <a:lnTo>
                  <a:pt x="1858" y="1114"/>
                </a:lnTo>
                <a:lnTo>
                  <a:pt x="1857" y="1114"/>
                </a:lnTo>
                <a:lnTo>
                  <a:pt x="1857" y="1115"/>
                </a:lnTo>
                <a:lnTo>
                  <a:pt x="1857" y="1116"/>
                </a:lnTo>
                <a:lnTo>
                  <a:pt x="1858" y="1117"/>
                </a:lnTo>
                <a:lnTo>
                  <a:pt x="1858" y="1118"/>
                </a:lnTo>
                <a:lnTo>
                  <a:pt x="1857" y="1118"/>
                </a:lnTo>
                <a:lnTo>
                  <a:pt x="1857" y="1119"/>
                </a:lnTo>
                <a:lnTo>
                  <a:pt x="1856" y="1119"/>
                </a:lnTo>
                <a:lnTo>
                  <a:pt x="1856" y="1120"/>
                </a:lnTo>
                <a:lnTo>
                  <a:pt x="1856" y="1121"/>
                </a:lnTo>
                <a:lnTo>
                  <a:pt x="1857" y="1122"/>
                </a:lnTo>
                <a:lnTo>
                  <a:pt x="1857" y="1123"/>
                </a:lnTo>
                <a:lnTo>
                  <a:pt x="1856" y="1125"/>
                </a:lnTo>
                <a:lnTo>
                  <a:pt x="1855" y="1126"/>
                </a:lnTo>
                <a:lnTo>
                  <a:pt x="1855" y="1127"/>
                </a:lnTo>
                <a:lnTo>
                  <a:pt x="1855" y="1128"/>
                </a:lnTo>
                <a:lnTo>
                  <a:pt x="1854" y="1130"/>
                </a:lnTo>
                <a:lnTo>
                  <a:pt x="1854" y="1131"/>
                </a:lnTo>
                <a:lnTo>
                  <a:pt x="1853" y="1131"/>
                </a:lnTo>
                <a:lnTo>
                  <a:pt x="1852" y="1131"/>
                </a:lnTo>
                <a:lnTo>
                  <a:pt x="1852" y="1132"/>
                </a:lnTo>
                <a:lnTo>
                  <a:pt x="1852" y="1134"/>
                </a:lnTo>
                <a:lnTo>
                  <a:pt x="1851" y="1134"/>
                </a:lnTo>
                <a:lnTo>
                  <a:pt x="1850" y="1135"/>
                </a:lnTo>
                <a:lnTo>
                  <a:pt x="1849" y="1137"/>
                </a:lnTo>
                <a:lnTo>
                  <a:pt x="1850" y="1138"/>
                </a:lnTo>
                <a:lnTo>
                  <a:pt x="1851" y="1139"/>
                </a:lnTo>
                <a:lnTo>
                  <a:pt x="1852" y="1139"/>
                </a:lnTo>
                <a:lnTo>
                  <a:pt x="1853" y="1140"/>
                </a:lnTo>
                <a:lnTo>
                  <a:pt x="1853" y="1141"/>
                </a:lnTo>
                <a:lnTo>
                  <a:pt x="1854" y="1141"/>
                </a:lnTo>
                <a:lnTo>
                  <a:pt x="1856" y="1142"/>
                </a:lnTo>
                <a:lnTo>
                  <a:pt x="1857" y="1143"/>
                </a:lnTo>
                <a:lnTo>
                  <a:pt x="1857" y="1144"/>
                </a:lnTo>
                <a:lnTo>
                  <a:pt x="1857" y="1145"/>
                </a:lnTo>
                <a:lnTo>
                  <a:pt x="1858" y="1146"/>
                </a:lnTo>
                <a:lnTo>
                  <a:pt x="1859" y="1147"/>
                </a:lnTo>
                <a:lnTo>
                  <a:pt x="1860" y="1147"/>
                </a:lnTo>
                <a:lnTo>
                  <a:pt x="1860" y="1148"/>
                </a:lnTo>
                <a:lnTo>
                  <a:pt x="1860" y="1149"/>
                </a:lnTo>
                <a:lnTo>
                  <a:pt x="1861" y="1151"/>
                </a:lnTo>
                <a:lnTo>
                  <a:pt x="1861" y="1152"/>
                </a:lnTo>
                <a:lnTo>
                  <a:pt x="1861" y="1153"/>
                </a:lnTo>
                <a:lnTo>
                  <a:pt x="1862" y="1154"/>
                </a:lnTo>
                <a:lnTo>
                  <a:pt x="1862" y="1155"/>
                </a:lnTo>
                <a:lnTo>
                  <a:pt x="1862" y="1156"/>
                </a:lnTo>
                <a:lnTo>
                  <a:pt x="1863" y="1156"/>
                </a:lnTo>
                <a:lnTo>
                  <a:pt x="1864" y="1156"/>
                </a:lnTo>
                <a:lnTo>
                  <a:pt x="1866" y="1157"/>
                </a:lnTo>
                <a:lnTo>
                  <a:pt x="1866" y="1158"/>
                </a:lnTo>
                <a:lnTo>
                  <a:pt x="1866" y="1159"/>
                </a:lnTo>
                <a:lnTo>
                  <a:pt x="1866" y="1160"/>
                </a:lnTo>
                <a:lnTo>
                  <a:pt x="1866" y="1161"/>
                </a:lnTo>
                <a:lnTo>
                  <a:pt x="1867" y="1162"/>
                </a:lnTo>
                <a:lnTo>
                  <a:pt x="1867" y="1164"/>
                </a:lnTo>
                <a:lnTo>
                  <a:pt x="1867" y="1165"/>
                </a:lnTo>
                <a:lnTo>
                  <a:pt x="1867" y="1167"/>
                </a:lnTo>
                <a:lnTo>
                  <a:pt x="1868" y="1168"/>
                </a:lnTo>
                <a:lnTo>
                  <a:pt x="1869" y="1167"/>
                </a:lnTo>
                <a:lnTo>
                  <a:pt x="1870" y="1167"/>
                </a:lnTo>
                <a:lnTo>
                  <a:pt x="1870" y="1168"/>
                </a:lnTo>
                <a:lnTo>
                  <a:pt x="1870" y="1169"/>
                </a:lnTo>
                <a:lnTo>
                  <a:pt x="1871" y="1171"/>
                </a:lnTo>
                <a:lnTo>
                  <a:pt x="1873" y="1174"/>
                </a:lnTo>
                <a:lnTo>
                  <a:pt x="1873" y="1173"/>
                </a:lnTo>
                <a:lnTo>
                  <a:pt x="1873" y="1174"/>
                </a:lnTo>
                <a:lnTo>
                  <a:pt x="1874" y="1175"/>
                </a:lnTo>
                <a:lnTo>
                  <a:pt x="1875" y="1176"/>
                </a:lnTo>
                <a:lnTo>
                  <a:pt x="1875" y="1177"/>
                </a:lnTo>
                <a:lnTo>
                  <a:pt x="1875" y="1178"/>
                </a:lnTo>
                <a:lnTo>
                  <a:pt x="1875" y="1179"/>
                </a:lnTo>
                <a:lnTo>
                  <a:pt x="1875" y="1180"/>
                </a:lnTo>
                <a:lnTo>
                  <a:pt x="1875" y="1181"/>
                </a:lnTo>
                <a:lnTo>
                  <a:pt x="1876" y="1181"/>
                </a:lnTo>
                <a:lnTo>
                  <a:pt x="1876" y="1182"/>
                </a:lnTo>
                <a:lnTo>
                  <a:pt x="1877" y="1182"/>
                </a:lnTo>
                <a:lnTo>
                  <a:pt x="1878" y="1183"/>
                </a:lnTo>
                <a:lnTo>
                  <a:pt x="1878" y="1184"/>
                </a:lnTo>
                <a:lnTo>
                  <a:pt x="1878" y="1185"/>
                </a:lnTo>
                <a:lnTo>
                  <a:pt x="1879" y="1185"/>
                </a:lnTo>
                <a:lnTo>
                  <a:pt x="1880" y="1186"/>
                </a:lnTo>
                <a:lnTo>
                  <a:pt x="1881" y="1186"/>
                </a:lnTo>
                <a:lnTo>
                  <a:pt x="1881" y="1187"/>
                </a:lnTo>
                <a:lnTo>
                  <a:pt x="1881" y="1188"/>
                </a:lnTo>
                <a:lnTo>
                  <a:pt x="1882" y="1188"/>
                </a:lnTo>
                <a:lnTo>
                  <a:pt x="1882" y="1189"/>
                </a:lnTo>
                <a:lnTo>
                  <a:pt x="1882" y="1190"/>
                </a:lnTo>
                <a:lnTo>
                  <a:pt x="1882" y="1191"/>
                </a:lnTo>
                <a:lnTo>
                  <a:pt x="1883" y="1193"/>
                </a:lnTo>
                <a:lnTo>
                  <a:pt x="1883" y="1194"/>
                </a:lnTo>
                <a:lnTo>
                  <a:pt x="1884" y="1194"/>
                </a:lnTo>
                <a:lnTo>
                  <a:pt x="1884" y="1195"/>
                </a:lnTo>
                <a:lnTo>
                  <a:pt x="1885" y="1195"/>
                </a:lnTo>
                <a:lnTo>
                  <a:pt x="1885" y="1196"/>
                </a:lnTo>
                <a:lnTo>
                  <a:pt x="1885" y="1197"/>
                </a:lnTo>
                <a:lnTo>
                  <a:pt x="1885" y="1198"/>
                </a:lnTo>
                <a:lnTo>
                  <a:pt x="1886" y="1198"/>
                </a:lnTo>
                <a:lnTo>
                  <a:pt x="1888" y="1197"/>
                </a:lnTo>
                <a:lnTo>
                  <a:pt x="1889" y="1197"/>
                </a:lnTo>
                <a:lnTo>
                  <a:pt x="1890" y="1197"/>
                </a:lnTo>
                <a:lnTo>
                  <a:pt x="1890" y="1198"/>
                </a:lnTo>
                <a:lnTo>
                  <a:pt x="1890" y="1199"/>
                </a:lnTo>
                <a:lnTo>
                  <a:pt x="1891" y="1200"/>
                </a:lnTo>
                <a:lnTo>
                  <a:pt x="1892" y="1200"/>
                </a:lnTo>
                <a:lnTo>
                  <a:pt x="1893" y="1199"/>
                </a:lnTo>
                <a:lnTo>
                  <a:pt x="1894" y="1200"/>
                </a:lnTo>
                <a:lnTo>
                  <a:pt x="1894" y="1201"/>
                </a:lnTo>
                <a:lnTo>
                  <a:pt x="1894" y="1202"/>
                </a:lnTo>
                <a:lnTo>
                  <a:pt x="1894" y="1203"/>
                </a:lnTo>
                <a:lnTo>
                  <a:pt x="1894" y="1204"/>
                </a:lnTo>
                <a:lnTo>
                  <a:pt x="1895" y="1204"/>
                </a:lnTo>
                <a:lnTo>
                  <a:pt x="1899" y="1205"/>
                </a:lnTo>
                <a:lnTo>
                  <a:pt x="1900" y="1206"/>
                </a:lnTo>
                <a:lnTo>
                  <a:pt x="1901" y="1206"/>
                </a:lnTo>
                <a:lnTo>
                  <a:pt x="1902" y="1206"/>
                </a:lnTo>
                <a:lnTo>
                  <a:pt x="1904" y="1205"/>
                </a:lnTo>
                <a:lnTo>
                  <a:pt x="1904" y="1206"/>
                </a:lnTo>
                <a:lnTo>
                  <a:pt x="1904" y="1207"/>
                </a:lnTo>
                <a:lnTo>
                  <a:pt x="1905" y="1207"/>
                </a:lnTo>
                <a:lnTo>
                  <a:pt x="1907" y="1207"/>
                </a:lnTo>
                <a:lnTo>
                  <a:pt x="1908" y="1208"/>
                </a:lnTo>
                <a:lnTo>
                  <a:pt x="1909" y="1209"/>
                </a:lnTo>
                <a:lnTo>
                  <a:pt x="1910" y="1209"/>
                </a:lnTo>
                <a:lnTo>
                  <a:pt x="1911" y="1209"/>
                </a:lnTo>
                <a:lnTo>
                  <a:pt x="1912" y="1210"/>
                </a:lnTo>
                <a:lnTo>
                  <a:pt x="1911" y="1211"/>
                </a:lnTo>
                <a:lnTo>
                  <a:pt x="1911" y="1212"/>
                </a:lnTo>
                <a:lnTo>
                  <a:pt x="1911" y="1213"/>
                </a:lnTo>
                <a:lnTo>
                  <a:pt x="1912" y="1214"/>
                </a:lnTo>
                <a:lnTo>
                  <a:pt x="1913" y="1215"/>
                </a:lnTo>
                <a:lnTo>
                  <a:pt x="1912" y="1215"/>
                </a:lnTo>
                <a:lnTo>
                  <a:pt x="1913" y="1216"/>
                </a:lnTo>
                <a:lnTo>
                  <a:pt x="1914" y="1218"/>
                </a:lnTo>
                <a:lnTo>
                  <a:pt x="1916" y="1219"/>
                </a:lnTo>
                <a:lnTo>
                  <a:pt x="1917" y="1220"/>
                </a:lnTo>
                <a:lnTo>
                  <a:pt x="1917" y="1221"/>
                </a:lnTo>
                <a:lnTo>
                  <a:pt x="1917" y="1222"/>
                </a:lnTo>
                <a:lnTo>
                  <a:pt x="1917" y="1223"/>
                </a:lnTo>
                <a:lnTo>
                  <a:pt x="1916" y="1224"/>
                </a:lnTo>
                <a:lnTo>
                  <a:pt x="1916" y="1225"/>
                </a:lnTo>
                <a:lnTo>
                  <a:pt x="1916" y="1227"/>
                </a:lnTo>
                <a:lnTo>
                  <a:pt x="1916" y="1228"/>
                </a:lnTo>
                <a:lnTo>
                  <a:pt x="1917" y="1228"/>
                </a:lnTo>
                <a:lnTo>
                  <a:pt x="1917" y="1229"/>
                </a:lnTo>
                <a:lnTo>
                  <a:pt x="1917" y="1230"/>
                </a:lnTo>
                <a:lnTo>
                  <a:pt x="1916" y="1230"/>
                </a:lnTo>
                <a:lnTo>
                  <a:pt x="1915" y="1230"/>
                </a:lnTo>
                <a:lnTo>
                  <a:pt x="1915" y="1232"/>
                </a:lnTo>
                <a:lnTo>
                  <a:pt x="1914" y="1232"/>
                </a:lnTo>
                <a:lnTo>
                  <a:pt x="1913" y="1232"/>
                </a:lnTo>
                <a:lnTo>
                  <a:pt x="1913" y="1233"/>
                </a:lnTo>
                <a:lnTo>
                  <a:pt x="1912" y="1234"/>
                </a:lnTo>
                <a:lnTo>
                  <a:pt x="1912" y="1235"/>
                </a:lnTo>
                <a:lnTo>
                  <a:pt x="1912" y="1237"/>
                </a:lnTo>
                <a:lnTo>
                  <a:pt x="1912" y="1239"/>
                </a:lnTo>
                <a:lnTo>
                  <a:pt x="1912" y="1240"/>
                </a:lnTo>
                <a:lnTo>
                  <a:pt x="1913" y="1241"/>
                </a:lnTo>
                <a:lnTo>
                  <a:pt x="1913" y="1242"/>
                </a:lnTo>
                <a:lnTo>
                  <a:pt x="1914" y="1242"/>
                </a:lnTo>
                <a:lnTo>
                  <a:pt x="1914" y="1244"/>
                </a:lnTo>
                <a:lnTo>
                  <a:pt x="1913" y="1244"/>
                </a:lnTo>
                <a:lnTo>
                  <a:pt x="1913" y="1245"/>
                </a:lnTo>
                <a:lnTo>
                  <a:pt x="1912" y="1245"/>
                </a:lnTo>
                <a:lnTo>
                  <a:pt x="1912" y="1247"/>
                </a:lnTo>
                <a:lnTo>
                  <a:pt x="1913" y="1248"/>
                </a:lnTo>
                <a:lnTo>
                  <a:pt x="1914" y="1248"/>
                </a:lnTo>
                <a:lnTo>
                  <a:pt x="1915" y="1248"/>
                </a:lnTo>
                <a:lnTo>
                  <a:pt x="1915" y="1247"/>
                </a:lnTo>
                <a:lnTo>
                  <a:pt x="1915" y="1246"/>
                </a:lnTo>
                <a:lnTo>
                  <a:pt x="1916" y="1246"/>
                </a:lnTo>
                <a:lnTo>
                  <a:pt x="1917" y="1245"/>
                </a:lnTo>
                <a:lnTo>
                  <a:pt x="1918" y="1245"/>
                </a:lnTo>
                <a:lnTo>
                  <a:pt x="1919" y="1245"/>
                </a:lnTo>
                <a:lnTo>
                  <a:pt x="1920" y="1245"/>
                </a:lnTo>
                <a:lnTo>
                  <a:pt x="1921" y="1245"/>
                </a:lnTo>
                <a:lnTo>
                  <a:pt x="1923" y="1243"/>
                </a:lnTo>
                <a:lnTo>
                  <a:pt x="1923" y="1242"/>
                </a:lnTo>
                <a:lnTo>
                  <a:pt x="1924" y="1242"/>
                </a:lnTo>
                <a:lnTo>
                  <a:pt x="1925" y="1243"/>
                </a:lnTo>
                <a:lnTo>
                  <a:pt x="1926" y="1244"/>
                </a:lnTo>
                <a:lnTo>
                  <a:pt x="1928" y="1245"/>
                </a:lnTo>
                <a:lnTo>
                  <a:pt x="1928" y="1246"/>
                </a:lnTo>
                <a:lnTo>
                  <a:pt x="1930" y="1246"/>
                </a:lnTo>
                <a:lnTo>
                  <a:pt x="1931" y="1247"/>
                </a:lnTo>
                <a:lnTo>
                  <a:pt x="1932" y="1247"/>
                </a:lnTo>
                <a:lnTo>
                  <a:pt x="1933" y="1248"/>
                </a:lnTo>
                <a:lnTo>
                  <a:pt x="1934" y="1247"/>
                </a:lnTo>
                <a:lnTo>
                  <a:pt x="1935" y="1247"/>
                </a:lnTo>
                <a:lnTo>
                  <a:pt x="1935" y="1248"/>
                </a:lnTo>
                <a:lnTo>
                  <a:pt x="1936" y="1248"/>
                </a:lnTo>
                <a:lnTo>
                  <a:pt x="1936" y="1247"/>
                </a:lnTo>
                <a:lnTo>
                  <a:pt x="1937" y="1247"/>
                </a:lnTo>
                <a:lnTo>
                  <a:pt x="1937" y="1248"/>
                </a:lnTo>
                <a:lnTo>
                  <a:pt x="1938" y="1249"/>
                </a:lnTo>
                <a:lnTo>
                  <a:pt x="1940" y="1248"/>
                </a:lnTo>
                <a:lnTo>
                  <a:pt x="1941" y="1249"/>
                </a:lnTo>
                <a:lnTo>
                  <a:pt x="1942" y="1250"/>
                </a:lnTo>
                <a:lnTo>
                  <a:pt x="1942" y="1249"/>
                </a:lnTo>
                <a:lnTo>
                  <a:pt x="1943" y="1249"/>
                </a:lnTo>
                <a:lnTo>
                  <a:pt x="1945" y="1250"/>
                </a:lnTo>
                <a:lnTo>
                  <a:pt x="1946" y="1250"/>
                </a:lnTo>
                <a:lnTo>
                  <a:pt x="1947" y="1251"/>
                </a:lnTo>
                <a:lnTo>
                  <a:pt x="1948" y="1251"/>
                </a:lnTo>
                <a:lnTo>
                  <a:pt x="1949" y="1252"/>
                </a:lnTo>
                <a:lnTo>
                  <a:pt x="1950" y="1251"/>
                </a:lnTo>
                <a:lnTo>
                  <a:pt x="1952" y="1251"/>
                </a:lnTo>
                <a:lnTo>
                  <a:pt x="1953" y="1251"/>
                </a:lnTo>
                <a:lnTo>
                  <a:pt x="1954" y="1251"/>
                </a:lnTo>
                <a:lnTo>
                  <a:pt x="1955" y="1250"/>
                </a:lnTo>
                <a:lnTo>
                  <a:pt x="1956" y="1249"/>
                </a:lnTo>
                <a:lnTo>
                  <a:pt x="1956" y="1248"/>
                </a:lnTo>
                <a:lnTo>
                  <a:pt x="1956" y="1247"/>
                </a:lnTo>
                <a:lnTo>
                  <a:pt x="1956" y="1246"/>
                </a:lnTo>
                <a:lnTo>
                  <a:pt x="1956" y="1245"/>
                </a:lnTo>
                <a:lnTo>
                  <a:pt x="1956" y="1244"/>
                </a:lnTo>
                <a:lnTo>
                  <a:pt x="1957" y="1244"/>
                </a:lnTo>
                <a:lnTo>
                  <a:pt x="1958" y="1244"/>
                </a:lnTo>
                <a:lnTo>
                  <a:pt x="1959" y="1244"/>
                </a:lnTo>
                <a:lnTo>
                  <a:pt x="1960" y="1244"/>
                </a:lnTo>
                <a:lnTo>
                  <a:pt x="1961" y="1244"/>
                </a:lnTo>
                <a:lnTo>
                  <a:pt x="1963" y="1244"/>
                </a:lnTo>
                <a:lnTo>
                  <a:pt x="1964" y="1243"/>
                </a:lnTo>
                <a:lnTo>
                  <a:pt x="1964" y="1242"/>
                </a:lnTo>
                <a:lnTo>
                  <a:pt x="1965" y="1242"/>
                </a:lnTo>
                <a:lnTo>
                  <a:pt x="1967" y="1241"/>
                </a:lnTo>
                <a:lnTo>
                  <a:pt x="1968" y="1240"/>
                </a:lnTo>
                <a:lnTo>
                  <a:pt x="1969" y="1240"/>
                </a:lnTo>
                <a:lnTo>
                  <a:pt x="1969" y="1241"/>
                </a:lnTo>
                <a:lnTo>
                  <a:pt x="1970" y="1242"/>
                </a:lnTo>
                <a:lnTo>
                  <a:pt x="1973" y="1243"/>
                </a:lnTo>
                <a:lnTo>
                  <a:pt x="1974" y="1242"/>
                </a:lnTo>
                <a:lnTo>
                  <a:pt x="1975" y="1242"/>
                </a:lnTo>
                <a:lnTo>
                  <a:pt x="1976" y="1243"/>
                </a:lnTo>
                <a:lnTo>
                  <a:pt x="1977" y="1243"/>
                </a:lnTo>
                <a:lnTo>
                  <a:pt x="1977" y="1244"/>
                </a:lnTo>
                <a:lnTo>
                  <a:pt x="1977" y="1245"/>
                </a:lnTo>
                <a:lnTo>
                  <a:pt x="1977" y="1247"/>
                </a:lnTo>
                <a:lnTo>
                  <a:pt x="1978" y="1247"/>
                </a:lnTo>
                <a:lnTo>
                  <a:pt x="1978" y="1248"/>
                </a:lnTo>
                <a:lnTo>
                  <a:pt x="1979" y="1248"/>
                </a:lnTo>
                <a:lnTo>
                  <a:pt x="1980" y="1248"/>
                </a:lnTo>
                <a:lnTo>
                  <a:pt x="1980" y="1247"/>
                </a:lnTo>
                <a:lnTo>
                  <a:pt x="1981" y="1246"/>
                </a:lnTo>
                <a:lnTo>
                  <a:pt x="1982" y="1246"/>
                </a:lnTo>
                <a:lnTo>
                  <a:pt x="1982" y="1247"/>
                </a:lnTo>
                <a:lnTo>
                  <a:pt x="1983" y="1247"/>
                </a:lnTo>
                <a:lnTo>
                  <a:pt x="1983" y="1248"/>
                </a:lnTo>
                <a:lnTo>
                  <a:pt x="1983" y="1249"/>
                </a:lnTo>
                <a:lnTo>
                  <a:pt x="1983" y="1252"/>
                </a:lnTo>
                <a:lnTo>
                  <a:pt x="1982" y="1253"/>
                </a:lnTo>
                <a:lnTo>
                  <a:pt x="1982" y="1254"/>
                </a:lnTo>
                <a:lnTo>
                  <a:pt x="1983" y="1254"/>
                </a:lnTo>
                <a:lnTo>
                  <a:pt x="1983" y="1255"/>
                </a:lnTo>
                <a:lnTo>
                  <a:pt x="1984" y="1255"/>
                </a:lnTo>
                <a:lnTo>
                  <a:pt x="1985" y="1255"/>
                </a:lnTo>
                <a:lnTo>
                  <a:pt x="1986" y="1256"/>
                </a:lnTo>
                <a:lnTo>
                  <a:pt x="1986" y="1257"/>
                </a:lnTo>
                <a:lnTo>
                  <a:pt x="1986" y="1258"/>
                </a:lnTo>
                <a:lnTo>
                  <a:pt x="1986" y="1259"/>
                </a:lnTo>
                <a:lnTo>
                  <a:pt x="1987" y="1260"/>
                </a:lnTo>
                <a:lnTo>
                  <a:pt x="1987" y="1261"/>
                </a:lnTo>
                <a:lnTo>
                  <a:pt x="1987" y="1262"/>
                </a:lnTo>
                <a:lnTo>
                  <a:pt x="1987" y="1263"/>
                </a:lnTo>
                <a:lnTo>
                  <a:pt x="1986" y="1264"/>
                </a:lnTo>
                <a:lnTo>
                  <a:pt x="1986" y="1265"/>
                </a:lnTo>
                <a:lnTo>
                  <a:pt x="1987" y="1266"/>
                </a:lnTo>
                <a:lnTo>
                  <a:pt x="1986" y="1267"/>
                </a:lnTo>
                <a:lnTo>
                  <a:pt x="1986" y="1269"/>
                </a:lnTo>
                <a:lnTo>
                  <a:pt x="1986" y="1270"/>
                </a:lnTo>
                <a:lnTo>
                  <a:pt x="1987" y="1270"/>
                </a:lnTo>
                <a:lnTo>
                  <a:pt x="1987" y="1271"/>
                </a:lnTo>
                <a:lnTo>
                  <a:pt x="1987" y="1272"/>
                </a:lnTo>
                <a:lnTo>
                  <a:pt x="1987" y="1273"/>
                </a:lnTo>
                <a:lnTo>
                  <a:pt x="1987" y="1275"/>
                </a:lnTo>
                <a:lnTo>
                  <a:pt x="1987" y="1276"/>
                </a:lnTo>
                <a:lnTo>
                  <a:pt x="1987" y="1277"/>
                </a:lnTo>
                <a:lnTo>
                  <a:pt x="1986" y="1277"/>
                </a:lnTo>
                <a:lnTo>
                  <a:pt x="1987" y="1278"/>
                </a:lnTo>
                <a:lnTo>
                  <a:pt x="1987" y="1279"/>
                </a:lnTo>
                <a:lnTo>
                  <a:pt x="1988" y="1283"/>
                </a:lnTo>
                <a:lnTo>
                  <a:pt x="1989" y="1285"/>
                </a:lnTo>
                <a:lnTo>
                  <a:pt x="1991" y="1284"/>
                </a:lnTo>
                <a:lnTo>
                  <a:pt x="1991" y="1283"/>
                </a:lnTo>
                <a:lnTo>
                  <a:pt x="1992" y="1283"/>
                </a:lnTo>
                <a:lnTo>
                  <a:pt x="1993" y="1283"/>
                </a:lnTo>
                <a:lnTo>
                  <a:pt x="1994" y="1283"/>
                </a:lnTo>
                <a:lnTo>
                  <a:pt x="1995" y="1283"/>
                </a:lnTo>
                <a:lnTo>
                  <a:pt x="1997" y="1283"/>
                </a:lnTo>
                <a:lnTo>
                  <a:pt x="1998" y="1283"/>
                </a:lnTo>
                <a:lnTo>
                  <a:pt x="1998" y="1284"/>
                </a:lnTo>
                <a:lnTo>
                  <a:pt x="1999" y="1284"/>
                </a:lnTo>
                <a:lnTo>
                  <a:pt x="1999" y="1283"/>
                </a:lnTo>
                <a:lnTo>
                  <a:pt x="2000" y="1283"/>
                </a:lnTo>
                <a:lnTo>
                  <a:pt x="2002" y="1284"/>
                </a:lnTo>
                <a:lnTo>
                  <a:pt x="2003" y="1284"/>
                </a:lnTo>
                <a:lnTo>
                  <a:pt x="2004" y="1284"/>
                </a:lnTo>
                <a:lnTo>
                  <a:pt x="2005" y="1284"/>
                </a:lnTo>
                <a:lnTo>
                  <a:pt x="2006" y="1284"/>
                </a:lnTo>
                <a:lnTo>
                  <a:pt x="2007" y="1284"/>
                </a:lnTo>
                <a:lnTo>
                  <a:pt x="2007" y="1283"/>
                </a:lnTo>
                <a:lnTo>
                  <a:pt x="2008" y="1283"/>
                </a:lnTo>
                <a:lnTo>
                  <a:pt x="2009" y="1282"/>
                </a:lnTo>
                <a:lnTo>
                  <a:pt x="2009" y="1281"/>
                </a:lnTo>
                <a:lnTo>
                  <a:pt x="2009" y="1280"/>
                </a:lnTo>
                <a:lnTo>
                  <a:pt x="2010" y="1279"/>
                </a:lnTo>
                <a:lnTo>
                  <a:pt x="2010" y="1278"/>
                </a:lnTo>
                <a:lnTo>
                  <a:pt x="2010" y="1277"/>
                </a:lnTo>
                <a:lnTo>
                  <a:pt x="2010" y="1276"/>
                </a:lnTo>
                <a:lnTo>
                  <a:pt x="2011" y="1276"/>
                </a:lnTo>
                <a:lnTo>
                  <a:pt x="2012" y="1276"/>
                </a:lnTo>
                <a:lnTo>
                  <a:pt x="2013" y="1276"/>
                </a:lnTo>
                <a:lnTo>
                  <a:pt x="2014" y="1277"/>
                </a:lnTo>
                <a:lnTo>
                  <a:pt x="2014" y="1280"/>
                </a:lnTo>
                <a:lnTo>
                  <a:pt x="2013" y="1280"/>
                </a:lnTo>
                <a:lnTo>
                  <a:pt x="2013" y="1281"/>
                </a:lnTo>
                <a:lnTo>
                  <a:pt x="2013" y="1282"/>
                </a:lnTo>
                <a:lnTo>
                  <a:pt x="2013" y="1283"/>
                </a:lnTo>
                <a:lnTo>
                  <a:pt x="2013" y="1286"/>
                </a:lnTo>
                <a:lnTo>
                  <a:pt x="2012" y="1287"/>
                </a:lnTo>
                <a:lnTo>
                  <a:pt x="2012" y="1289"/>
                </a:lnTo>
                <a:lnTo>
                  <a:pt x="2011" y="1291"/>
                </a:lnTo>
                <a:lnTo>
                  <a:pt x="2011" y="1292"/>
                </a:lnTo>
                <a:lnTo>
                  <a:pt x="2012" y="1293"/>
                </a:lnTo>
                <a:lnTo>
                  <a:pt x="2012" y="1294"/>
                </a:lnTo>
                <a:lnTo>
                  <a:pt x="2013" y="1294"/>
                </a:lnTo>
                <a:lnTo>
                  <a:pt x="2012" y="1295"/>
                </a:lnTo>
                <a:lnTo>
                  <a:pt x="2011" y="1295"/>
                </a:lnTo>
                <a:lnTo>
                  <a:pt x="2008" y="1295"/>
                </a:lnTo>
                <a:lnTo>
                  <a:pt x="2005" y="1295"/>
                </a:lnTo>
                <a:lnTo>
                  <a:pt x="2003" y="1295"/>
                </a:lnTo>
                <a:lnTo>
                  <a:pt x="2002" y="1296"/>
                </a:lnTo>
                <a:lnTo>
                  <a:pt x="2000" y="1296"/>
                </a:lnTo>
                <a:lnTo>
                  <a:pt x="1999" y="1297"/>
                </a:lnTo>
                <a:lnTo>
                  <a:pt x="1999" y="1298"/>
                </a:lnTo>
                <a:lnTo>
                  <a:pt x="1999" y="1299"/>
                </a:lnTo>
                <a:lnTo>
                  <a:pt x="1998" y="1300"/>
                </a:lnTo>
                <a:lnTo>
                  <a:pt x="1997" y="1301"/>
                </a:lnTo>
                <a:lnTo>
                  <a:pt x="1997" y="1303"/>
                </a:lnTo>
                <a:lnTo>
                  <a:pt x="1996" y="1303"/>
                </a:lnTo>
                <a:lnTo>
                  <a:pt x="1996" y="1304"/>
                </a:lnTo>
                <a:lnTo>
                  <a:pt x="1995" y="1304"/>
                </a:lnTo>
                <a:lnTo>
                  <a:pt x="1995" y="1306"/>
                </a:lnTo>
                <a:lnTo>
                  <a:pt x="1994" y="1306"/>
                </a:lnTo>
                <a:lnTo>
                  <a:pt x="1993" y="1307"/>
                </a:lnTo>
                <a:lnTo>
                  <a:pt x="1993" y="1308"/>
                </a:lnTo>
                <a:lnTo>
                  <a:pt x="1993" y="1309"/>
                </a:lnTo>
                <a:lnTo>
                  <a:pt x="1993" y="1310"/>
                </a:lnTo>
                <a:lnTo>
                  <a:pt x="1992" y="1312"/>
                </a:lnTo>
                <a:lnTo>
                  <a:pt x="1991" y="1314"/>
                </a:lnTo>
                <a:lnTo>
                  <a:pt x="1991" y="1315"/>
                </a:lnTo>
                <a:lnTo>
                  <a:pt x="1991" y="1316"/>
                </a:lnTo>
                <a:lnTo>
                  <a:pt x="1991" y="1317"/>
                </a:lnTo>
                <a:lnTo>
                  <a:pt x="1991" y="1319"/>
                </a:lnTo>
                <a:lnTo>
                  <a:pt x="1991" y="1320"/>
                </a:lnTo>
                <a:lnTo>
                  <a:pt x="1991" y="1321"/>
                </a:lnTo>
                <a:lnTo>
                  <a:pt x="1992" y="1322"/>
                </a:lnTo>
                <a:lnTo>
                  <a:pt x="1993" y="1323"/>
                </a:lnTo>
                <a:lnTo>
                  <a:pt x="1994" y="1323"/>
                </a:lnTo>
                <a:lnTo>
                  <a:pt x="1994" y="1324"/>
                </a:lnTo>
                <a:lnTo>
                  <a:pt x="1995" y="1324"/>
                </a:lnTo>
                <a:lnTo>
                  <a:pt x="1995" y="1325"/>
                </a:lnTo>
                <a:lnTo>
                  <a:pt x="1996" y="1325"/>
                </a:lnTo>
                <a:lnTo>
                  <a:pt x="1997" y="1325"/>
                </a:lnTo>
                <a:lnTo>
                  <a:pt x="1998" y="1325"/>
                </a:lnTo>
                <a:lnTo>
                  <a:pt x="1999" y="1325"/>
                </a:lnTo>
                <a:lnTo>
                  <a:pt x="2001" y="1325"/>
                </a:lnTo>
                <a:lnTo>
                  <a:pt x="2001" y="1326"/>
                </a:lnTo>
                <a:lnTo>
                  <a:pt x="2001" y="1327"/>
                </a:lnTo>
                <a:lnTo>
                  <a:pt x="2002" y="1327"/>
                </a:lnTo>
                <a:lnTo>
                  <a:pt x="2003" y="1327"/>
                </a:lnTo>
                <a:lnTo>
                  <a:pt x="2004" y="1328"/>
                </a:lnTo>
                <a:lnTo>
                  <a:pt x="2005" y="1329"/>
                </a:lnTo>
                <a:lnTo>
                  <a:pt x="2005" y="1330"/>
                </a:lnTo>
                <a:lnTo>
                  <a:pt x="2005" y="1331"/>
                </a:lnTo>
                <a:lnTo>
                  <a:pt x="2006" y="1331"/>
                </a:lnTo>
                <a:lnTo>
                  <a:pt x="2006" y="1332"/>
                </a:lnTo>
                <a:lnTo>
                  <a:pt x="2005" y="1332"/>
                </a:lnTo>
                <a:lnTo>
                  <a:pt x="2004" y="1333"/>
                </a:lnTo>
                <a:lnTo>
                  <a:pt x="2003" y="1334"/>
                </a:lnTo>
                <a:lnTo>
                  <a:pt x="2003" y="1335"/>
                </a:lnTo>
                <a:lnTo>
                  <a:pt x="2003" y="1336"/>
                </a:lnTo>
                <a:lnTo>
                  <a:pt x="2003" y="1337"/>
                </a:lnTo>
                <a:lnTo>
                  <a:pt x="2003" y="1338"/>
                </a:lnTo>
                <a:lnTo>
                  <a:pt x="2002" y="1340"/>
                </a:lnTo>
                <a:lnTo>
                  <a:pt x="2002" y="1341"/>
                </a:lnTo>
                <a:lnTo>
                  <a:pt x="2001" y="1341"/>
                </a:lnTo>
                <a:lnTo>
                  <a:pt x="2000" y="1343"/>
                </a:lnTo>
                <a:lnTo>
                  <a:pt x="1998" y="1344"/>
                </a:lnTo>
                <a:lnTo>
                  <a:pt x="1996" y="1345"/>
                </a:lnTo>
                <a:lnTo>
                  <a:pt x="1995" y="1345"/>
                </a:lnTo>
                <a:lnTo>
                  <a:pt x="1995" y="1346"/>
                </a:lnTo>
                <a:lnTo>
                  <a:pt x="1996" y="1348"/>
                </a:lnTo>
                <a:lnTo>
                  <a:pt x="1996" y="1349"/>
                </a:lnTo>
                <a:lnTo>
                  <a:pt x="1995" y="1350"/>
                </a:lnTo>
                <a:lnTo>
                  <a:pt x="1994" y="1351"/>
                </a:lnTo>
                <a:lnTo>
                  <a:pt x="1994" y="1352"/>
                </a:lnTo>
                <a:lnTo>
                  <a:pt x="1992" y="1353"/>
                </a:lnTo>
                <a:lnTo>
                  <a:pt x="1991" y="1353"/>
                </a:lnTo>
                <a:lnTo>
                  <a:pt x="1991" y="1354"/>
                </a:lnTo>
                <a:lnTo>
                  <a:pt x="1991" y="1355"/>
                </a:lnTo>
                <a:lnTo>
                  <a:pt x="1991" y="1356"/>
                </a:lnTo>
                <a:lnTo>
                  <a:pt x="1991" y="1358"/>
                </a:lnTo>
                <a:lnTo>
                  <a:pt x="1991" y="1359"/>
                </a:lnTo>
                <a:lnTo>
                  <a:pt x="1990" y="1359"/>
                </a:lnTo>
                <a:lnTo>
                  <a:pt x="1989" y="1360"/>
                </a:lnTo>
                <a:lnTo>
                  <a:pt x="1989" y="1361"/>
                </a:lnTo>
                <a:lnTo>
                  <a:pt x="1989" y="1362"/>
                </a:lnTo>
                <a:lnTo>
                  <a:pt x="1988" y="1363"/>
                </a:lnTo>
                <a:lnTo>
                  <a:pt x="1987" y="1364"/>
                </a:lnTo>
                <a:lnTo>
                  <a:pt x="1986" y="1365"/>
                </a:lnTo>
                <a:lnTo>
                  <a:pt x="1986" y="1366"/>
                </a:lnTo>
                <a:lnTo>
                  <a:pt x="1985" y="1366"/>
                </a:lnTo>
                <a:lnTo>
                  <a:pt x="1985" y="1365"/>
                </a:lnTo>
                <a:lnTo>
                  <a:pt x="1984" y="1363"/>
                </a:lnTo>
                <a:lnTo>
                  <a:pt x="1983" y="1363"/>
                </a:lnTo>
                <a:lnTo>
                  <a:pt x="1982" y="1362"/>
                </a:lnTo>
                <a:lnTo>
                  <a:pt x="1982" y="1361"/>
                </a:lnTo>
                <a:lnTo>
                  <a:pt x="1981" y="1361"/>
                </a:lnTo>
                <a:lnTo>
                  <a:pt x="1981" y="1360"/>
                </a:lnTo>
                <a:lnTo>
                  <a:pt x="1980" y="1359"/>
                </a:lnTo>
                <a:lnTo>
                  <a:pt x="1979" y="1357"/>
                </a:lnTo>
                <a:lnTo>
                  <a:pt x="1978" y="1357"/>
                </a:lnTo>
                <a:lnTo>
                  <a:pt x="1978" y="1356"/>
                </a:lnTo>
                <a:lnTo>
                  <a:pt x="1977" y="1355"/>
                </a:lnTo>
                <a:lnTo>
                  <a:pt x="1975" y="1353"/>
                </a:lnTo>
                <a:lnTo>
                  <a:pt x="1975" y="1352"/>
                </a:lnTo>
                <a:lnTo>
                  <a:pt x="1974" y="1352"/>
                </a:lnTo>
                <a:lnTo>
                  <a:pt x="1973" y="1351"/>
                </a:lnTo>
                <a:lnTo>
                  <a:pt x="1972" y="1350"/>
                </a:lnTo>
                <a:lnTo>
                  <a:pt x="1971" y="1349"/>
                </a:lnTo>
                <a:lnTo>
                  <a:pt x="1970" y="1349"/>
                </a:lnTo>
                <a:lnTo>
                  <a:pt x="1969" y="1349"/>
                </a:lnTo>
                <a:lnTo>
                  <a:pt x="1969" y="1348"/>
                </a:lnTo>
                <a:lnTo>
                  <a:pt x="1969" y="1347"/>
                </a:lnTo>
                <a:lnTo>
                  <a:pt x="1968" y="1347"/>
                </a:lnTo>
                <a:lnTo>
                  <a:pt x="1967" y="1347"/>
                </a:lnTo>
                <a:lnTo>
                  <a:pt x="1967" y="1346"/>
                </a:lnTo>
                <a:lnTo>
                  <a:pt x="1967" y="1345"/>
                </a:lnTo>
                <a:lnTo>
                  <a:pt x="1967" y="1344"/>
                </a:lnTo>
                <a:lnTo>
                  <a:pt x="1966" y="1343"/>
                </a:lnTo>
                <a:lnTo>
                  <a:pt x="1965" y="1343"/>
                </a:lnTo>
                <a:lnTo>
                  <a:pt x="1965" y="1342"/>
                </a:lnTo>
                <a:lnTo>
                  <a:pt x="1964" y="1341"/>
                </a:lnTo>
                <a:lnTo>
                  <a:pt x="1964" y="1340"/>
                </a:lnTo>
                <a:lnTo>
                  <a:pt x="1963" y="1339"/>
                </a:lnTo>
                <a:lnTo>
                  <a:pt x="1962" y="1339"/>
                </a:lnTo>
                <a:lnTo>
                  <a:pt x="1961" y="1339"/>
                </a:lnTo>
                <a:lnTo>
                  <a:pt x="1959" y="1339"/>
                </a:lnTo>
                <a:lnTo>
                  <a:pt x="1958" y="1339"/>
                </a:lnTo>
                <a:lnTo>
                  <a:pt x="1957" y="1339"/>
                </a:lnTo>
                <a:lnTo>
                  <a:pt x="1956" y="1339"/>
                </a:lnTo>
                <a:lnTo>
                  <a:pt x="1954" y="1338"/>
                </a:lnTo>
                <a:lnTo>
                  <a:pt x="1953" y="1338"/>
                </a:lnTo>
                <a:lnTo>
                  <a:pt x="1952" y="1338"/>
                </a:lnTo>
                <a:lnTo>
                  <a:pt x="1950" y="1339"/>
                </a:lnTo>
                <a:lnTo>
                  <a:pt x="1949" y="1339"/>
                </a:lnTo>
                <a:lnTo>
                  <a:pt x="1949" y="1338"/>
                </a:lnTo>
                <a:lnTo>
                  <a:pt x="1948" y="1339"/>
                </a:lnTo>
                <a:lnTo>
                  <a:pt x="1947" y="1340"/>
                </a:lnTo>
                <a:lnTo>
                  <a:pt x="1947" y="1341"/>
                </a:lnTo>
                <a:lnTo>
                  <a:pt x="1946" y="1341"/>
                </a:lnTo>
                <a:lnTo>
                  <a:pt x="1946" y="1342"/>
                </a:lnTo>
                <a:lnTo>
                  <a:pt x="1946" y="1343"/>
                </a:lnTo>
                <a:lnTo>
                  <a:pt x="1947" y="1343"/>
                </a:lnTo>
                <a:lnTo>
                  <a:pt x="1947" y="1344"/>
                </a:lnTo>
                <a:lnTo>
                  <a:pt x="1946" y="1344"/>
                </a:lnTo>
                <a:lnTo>
                  <a:pt x="1947" y="1346"/>
                </a:lnTo>
                <a:lnTo>
                  <a:pt x="1947" y="1347"/>
                </a:lnTo>
                <a:lnTo>
                  <a:pt x="1946" y="1347"/>
                </a:lnTo>
                <a:lnTo>
                  <a:pt x="1946" y="1348"/>
                </a:lnTo>
                <a:lnTo>
                  <a:pt x="1946" y="1349"/>
                </a:lnTo>
                <a:lnTo>
                  <a:pt x="1946" y="1350"/>
                </a:lnTo>
                <a:lnTo>
                  <a:pt x="1947" y="1351"/>
                </a:lnTo>
                <a:lnTo>
                  <a:pt x="1946" y="1352"/>
                </a:lnTo>
                <a:lnTo>
                  <a:pt x="1945" y="1354"/>
                </a:lnTo>
                <a:lnTo>
                  <a:pt x="1944" y="1353"/>
                </a:lnTo>
                <a:lnTo>
                  <a:pt x="1944" y="1352"/>
                </a:lnTo>
                <a:lnTo>
                  <a:pt x="1943" y="1351"/>
                </a:lnTo>
                <a:lnTo>
                  <a:pt x="1944" y="1351"/>
                </a:lnTo>
                <a:lnTo>
                  <a:pt x="1943" y="1351"/>
                </a:lnTo>
                <a:lnTo>
                  <a:pt x="1943" y="1350"/>
                </a:lnTo>
                <a:lnTo>
                  <a:pt x="1943" y="1349"/>
                </a:lnTo>
                <a:lnTo>
                  <a:pt x="1942" y="1349"/>
                </a:lnTo>
                <a:lnTo>
                  <a:pt x="1941" y="1349"/>
                </a:lnTo>
                <a:lnTo>
                  <a:pt x="1941" y="1348"/>
                </a:lnTo>
                <a:lnTo>
                  <a:pt x="1940" y="1347"/>
                </a:lnTo>
                <a:lnTo>
                  <a:pt x="1940" y="1346"/>
                </a:lnTo>
                <a:lnTo>
                  <a:pt x="1940" y="1345"/>
                </a:lnTo>
                <a:lnTo>
                  <a:pt x="1939" y="1343"/>
                </a:lnTo>
                <a:lnTo>
                  <a:pt x="1938" y="1343"/>
                </a:lnTo>
                <a:lnTo>
                  <a:pt x="1938" y="1342"/>
                </a:lnTo>
                <a:lnTo>
                  <a:pt x="1937" y="1340"/>
                </a:lnTo>
                <a:lnTo>
                  <a:pt x="1937" y="1339"/>
                </a:lnTo>
                <a:lnTo>
                  <a:pt x="1936" y="1339"/>
                </a:lnTo>
                <a:lnTo>
                  <a:pt x="1936" y="1338"/>
                </a:lnTo>
                <a:lnTo>
                  <a:pt x="1936" y="1337"/>
                </a:lnTo>
                <a:lnTo>
                  <a:pt x="1936" y="1336"/>
                </a:lnTo>
                <a:lnTo>
                  <a:pt x="1936" y="1335"/>
                </a:lnTo>
                <a:lnTo>
                  <a:pt x="1935" y="1335"/>
                </a:lnTo>
                <a:lnTo>
                  <a:pt x="1934" y="1335"/>
                </a:lnTo>
                <a:lnTo>
                  <a:pt x="1934" y="1334"/>
                </a:lnTo>
                <a:lnTo>
                  <a:pt x="1933" y="1334"/>
                </a:lnTo>
                <a:lnTo>
                  <a:pt x="1932" y="1333"/>
                </a:lnTo>
                <a:lnTo>
                  <a:pt x="1932" y="1331"/>
                </a:lnTo>
                <a:lnTo>
                  <a:pt x="1931" y="1330"/>
                </a:lnTo>
                <a:lnTo>
                  <a:pt x="1929" y="1330"/>
                </a:lnTo>
                <a:lnTo>
                  <a:pt x="1928" y="1330"/>
                </a:lnTo>
                <a:lnTo>
                  <a:pt x="1928" y="1329"/>
                </a:lnTo>
                <a:lnTo>
                  <a:pt x="1927" y="1329"/>
                </a:lnTo>
                <a:lnTo>
                  <a:pt x="1926" y="1329"/>
                </a:lnTo>
                <a:lnTo>
                  <a:pt x="1924" y="1330"/>
                </a:lnTo>
                <a:lnTo>
                  <a:pt x="1923" y="1330"/>
                </a:lnTo>
                <a:lnTo>
                  <a:pt x="1922" y="1330"/>
                </a:lnTo>
                <a:lnTo>
                  <a:pt x="1920" y="1329"/>
                </a:lnTo>
                <a:lnTo>
                  <a:pt x="1919" y="1328"/>
                </a:lnTo>
                <a:lnTo>
                  <a:pt x="1918" y="1328"/>
                </a:lnTo>
                <a:lnTo>
                  <a:pt x="1917" y="1330"/>
                </a:lnTo>
                <a:lnTo>
                  <a:pt x="1917" y="1331"/>
                </a:lnTo>
                <a:lnTo>
                  <a:pt x="1915" y="1331"/>
                </a:lnTo>
                <a:lnTo>
                  <a:pt x="1915" y="1330"/>
                </a:lnTo>
                <a:lnTo>
                  <a:pt x="1915" y="1329"/>
                </a:lnTo>
                <a:lnTo>
                  <a:pt x="1915" y="1328"/>
                </a:lnTo>
                <a:lnTo>
                  <a:pt x="1913" y="1328"/>
                </a:lnTo>
                <a:lnTo>
                  <a:pt x="1912" y="1328"/>
                </a:lnTo>
                <a:lnTo>
                  <a:pt x="1911" y="1329"/>
                </a:lnTo>
                <a:lnTo>
                  <a:pt x="1910" y="1329"/>
                </a:lnTo>
                <a:lnTo>
                  <a:pt x="1910" y="1330"/>
                </a:lnTo>
                <a:lnTo>
                  <a:pt x="1909" y="1330"/>
                </a:lnTo>
                <a:lnTo>
                  <a:pt x="1909" y="1331"/>
                </a:lnTo>
                <a:lnTo>
                  <a:pt x="1910" y="1332"/>
                </a:lnTo>
                <a:lnTo>
                  <a:pt x="1909" y="1332"/>
                </a:lnTo>
                <a:lnTo>
                  <a:pt x="1909" y="1333"/>
                </a:lnTo>
                <a:lnTo>
                  <a:pt x="1909" y="1332"/>
                </a:lnTo>
                <a:lnTo>
                  <a:pt x="1908" y="1332"/>
                </a:lnTo>
                <a:lnTo>
                  <a:pt x="1907" y="1332"/>
                </a:lnTo>
                <a:lnTo>
                  <a:pt x="1907" y="1333"/>
                </a:lnTo>
                <a:lnTo>
                  <a:pt x="1907" y="1334"/>
                </a:lnTo>
                <a:lnTo>
                  <a:pt x="1907" y="1335"/>
                </a:lnTo>
                <a:lnTo>
                  <a:pt x="1906" y="1335"/>
                </a:lnTo>
                <a:lnTo>
                  <a:pt x="1905" y="1335"/>
                </a:lnTo>
                <a:lnTo>
                  <a:pt x="1905" y="1336"/>
                </a:lnTo>
                <a:lnTo>
                  <a:pt x="1903" y="1337"/>
                </a:lnTo>
                <a:lnTo>
                  <a:pt x="1902" y="1337"/>
                </a:lnTo>
                <a:lnTo>
                  <a:pt x="1901" y="1337"/>
                </a:lnTo>
                <a:lnTo>
                  <a:pt x="1901" y="1338"/>
                </a:lnTo>
                <a:lnTo>
                  <a:pt x="1901" y="1339"/>
                </a:lnTo>
                <a:lnTo>
                  <a:pt x="1901" y="1341"/>
                </a:lnTo>
                <a:lnTo>
                  <a:pt x="1901" y="1342"/>
                </a:lnTo>
                <a:lnTo>
                  <a:pt x="1900" y="1343"/>
                </a:lnTo>
                <a:lnTo>
                  <a:pt x="1901" y="1344"/>
                </a:lnTo>
                <a:lnTo>
                  <a:pt x="1901" y="1345"/>
                </a:lnTo>
                <a:lnTo>
                  <a:pt x="1902" y="1345"/>
                </a:lnTo>
                <a:lnTo>
                  <a:pt x="1903" y="1344"/>
                </a:lnTo>
                <a:lnTo>
                  <a:pt x="1903" y="1345"/>
                </a:lnTo>
                <a:lnTo>
                  <a:pt x="1903" y="1346"/>
                </a:lnTo>
                <a:lnTo>
                  <a:pt x="1903" y="1347"/>
                </a:lnTo>
                <a:lnTo>
                  <a:pt x="1902" y="1347"/>
                </a:lnTo>
                <a:lnTo>
                  <a:pt x="1902" y="1348"/>
                </a:lnTo>
                <a:lnTo>
                  <a:pt x="1902" y="1349"/>
                </a:lnTo>
                <a:lnTo>
                  <a:pt x="1903" y="1349"/>
                </a:lnTo>
                <a:lnTo>
                  <a:pt x="1903" y="1350"/>
                </a:lnTo>
                <a:lnTo>
                  <a:pt x="1904" y="1350"/>
                </a:lnTo>
                <a:lnTo>
                  <a:pt x="1904" y="1351"/>
                </a:lnTo>
                <a:lnTo>
                  <a:pt x="1904" y="1352"/>
                </a:lnTo>
                <a:lnTo>
                  <a:pt x="1905" y="1352"/>
                </a:lnTo>
                <a:lnTo>
                  <a:pt x="1906" y="1353"/>
                </a:lnTo>
                <a:lnTo>
                  <a:pt x="1907" y="1353"/>
                </a:lnTo>
                <a:lnTo>
                  <a:pt x="1906" y="1354"/>
                </a:lnTo>
                <a:lnTo>
                  <a:pt x="1906" y="1355"/>
                </a:lnTo>
                <a:lnTo>
                  <a:pt x="1906" y="1356"/>
                </a:lnTo>
                <a:lnTo>
                  <a:pt x="1905" y="1357"/>
                </a:lnTo>
                <a:lnTo>
                  <a:pt x="1906" y="1358"/>
                </a:lnTo>
                <a:lnTo>
                  <a:pt x="1906" y="1359"/>
                </a:lnTo>
                <a:lnTo>
                  <a:pt x="1907" y="1359"/>
                </a:lnTo>
                <a:lnTo>
                  <a:pt x="1908" y="1360"/>
                </a:lnTo>
                <a:lnTo>
                  <a:pt x="1908" y="1361"/>
                </a:lnTo>
                <a:lnTo>
                  <a:pt x="1908" y="1363"/>
                </a:lnTo>
                <a:lnTo>
                  <a:pt x="1908" y="1364"/>
                </a:lnTo>
                <a:lnTo>
                  <a:pt x="1906" y="1364"/>
                </a:lnTo>
                <a:lnTo>
                  <a:pt x="1905" y="1364"/>
                </a:lnTo>
                <a:lnTo>
                  <a:pt x="1904" y="1365"/>
                </a:lnTo>
                <a:lnTo>
                  <a:pt x="1903" y="1366"/>
                </a:lnTo>
                <a:lnTo>
                  <a:pt x="1903" y="1367"/>
                </a:lnTo>
                <a:lnTo>
                  <a:pt x="1904" y="1369"/>
                </a:lnTo>
                <a:lnTo>
                  <a:pt x="1904" y="1371"/>
                </a:lnTo>
                <a:lnTo>
                  <a:pt x="1903" y="1371"/>
                </a:lnTo>
                <a:lnTo>
                  <a:pt x="1903" y="1372"/>
                </a:lnTo>
                <a:lnTo>
                  <a:pt x="1904" y="1372"/>
                </a:lnTo>
                <a:lnTo>
                  <a:pt x="1906" y="1372"/>
                </a:lnTo>
                <a:lnTo>
                  <a:pt x="1908" y="1373"/>
                </a:lnTo>
                <a:lnTo>
                  <a:pt x="1908" y="1374"/>
                </a:lnTo>
                <a:lnTo>
                  <a:pt x="1910" y="1374"/>
                </a:lnTo>
                <a:lnTo>
                  <a:pt x="1910" y="1375"/>
                </a:lnTo>
                <a:lnTo>
                  <a:pt x="1910" y="1376"/>
                </a:lnTo>
                <a:lnTo>
                  <a:pt x="1909" y="1376"/>
                </a:lnTo>
                <a:lnTo>
                  <a:pt x="1910" y="1377"/>
                </a:lnTo>
                <a:lnTo>
                  <a:pt x="1910" y="1378"/>
                </a:lnTo>
                <a:lnTo>
                  <a:pt x="1909" y="1378"/>
                </a:lnTo>
                <a:lnTo>
                  <a:pt x="1909" y="1379"/>
                </a:lnTo>
                <a:lnTo>
                  <a:pt x="1908" y="1380"/>
                </a:lnTo>
                <a:lnTo>
                  <a:pt x="1908" y="1382"/>
                </a:lnTo>
                <a:lnTo>
                  <a:pt x="1908" y="1383"/>
                </a:lnTo>
                <a:lnTo>
                  <a:pt x="1909" y="1384"/>
                </a:lnTo>
                <a:lnTo>
                  <a:pt x="1909" y="1385"/>
                </a:lnTo>
                <a:lnTo>
                  <a:pt x="1910" y="1387"/>
                </a:lnTo>
                <a:lnTo>
                  <a:pt x="1909" y="1387"/>
                </a:lnTo>
                <a:lnTo>
                  <a:pt x="1908" y="1387"/>
                </a:lnTo>
                <a:lnTo>
                  <a:pt x="1906" y="1387"/>
                </a:lnTo>
                <a:lnTo>
                  <a:pt x="1905" y="1387"/>
                </a:lnTo>
                <a:lnTo>
                  <a:pt x="1902" y="1386"/>
                </a:lnTo>
                <a:lnTo>
                  <a:pt x="1901" y="1386"/>
                </a:lnTo>
                <a:lnTo>
                  <a:pt x="1900" y="1386"/>
                </a:lnTo>
                <a:lnTo>
                  <a:pt x="1900" y="1387"/>
                </a:lnTo>
                <a:lnTo>
                  <a:pt x="1900" y="1388"/>
                </a:lnTo>
                <a:lnTo>
                  <a:pt x="1901" y="1389"/>
                </a:lnTo>
                <a:lnTo>
                  <a:pt x="1901" y="1390"/>
                </a:lnTo>
                <a:lnTo>
                  <a:pt x="1901" y="1391"/>
                </a:lnTo>
                <a:lnTo>
                  <a:pt x="1901" y="1392"/>
                </a:lnTo>
                <a:lnTo>
                  <a:pt x="1901" y="1393"/>
                </a:lnTo>
                <a:lnTo>
                  <a:pt x="1901" y="1394"/>
                </a:lnTo>
                <a:lnTo>
                  <a:pt x="1900" y="1395"/>
                </a:lnTo>
                <a:lnTo>
                  <a:pt x="1900" y="1396"/>
                </a:lnTo>
                <a:lnTo>
                  <a:pt x="1900" y="1397"/>
                </a:lnTo>
                <a:lnTo>
                  <a:pt x="1900" y="1398"/>
                </a:lnTo>
                <a:lnTo>
                  <a:pt x="1900" y="1399"/>
                </a:lnTo>
                <a:lnTo>
                  <a:pt x="1900" y="1400"/>
                </a:lnTo>
                <a:lnTo>
                  <a:pt x="1899" y="1401"/>
                </a:lnTo>
                <a:lnTo>
                  <a:pt x="1898" y="1402"/>
                </a:lnTo>
                <a:lnTo>
                  <a:pt x="1900" y="1404"/>
                </a:lnTo>
                <a:lnTo>
                  <a:pt x="1901" y="1404"/>
                </a:lnTo>
                <a:lnTo>
                  <a:pt x="1902" y="1404"/>
                </a:lnTo>
                <a:lnTo>
                  <a:pt x="1904" y="1404"/>
                </a:lnTo>
                <a:lnTo>
                  <a:pt x="1905" y="1404"/>
                </a:lnTo>
                <a:lnTo>
                  <a:pt x="1906" y="1404"/>
                </a:lnTo>
                <a:lnTo>
                  <a:pt x="1906" y="1405"/>
                </a:lnTo>
                <a:lnTo>
                  <a:pt x="1906" y="1406"/>
                </a:lnTo>
                <a:lnTo>
                  <a:pt x="1907" y="1406"/>
                </a:lnTo>
                <a:lnTo>
                  <a:pt x="1908" y="1406"/>
                </a:lnTo>
                <a:lnTo>
                  <a:pt x="1909" y="1407"/>
                </a:lnTo>
                <a:lnTo>
                  <a:pt x="1909" y="1408"/>
                </a:lnTo>
                <a:lnTo>
                  <a:pt x="1910" y="1409"/>
                </a:lnTo>
                <a:lnTo>
                  <a:pt x="1911" y="1409"/>
                </a:lnTo>
                <a:lnTo>
                  <a:pt x="1912" y="1411"/>
                </a:lnTo>
                <a:lnTo>
                  <a:pt x="1912" y="1412"/>
                </a:lnTo>
                <a:lnTo>
                  <a:pt x="1913" y="1412"/>
                </a:lnTo>
                <a:lnTo>
                  <a:pt x="1914" y="1412"/>
                </a:lnTo>
                <a:lnTo>
                  <a:pt x="1915" y="1413"/>
                </a:lnTo>
                <a:lnTo>
                  <a:pt x="1915" y="1415"/>
                </a:lnTo>
                <a:lnTo>
                  <a:pt x="1915" y="1416"/>
                </a:lnTo>
                <a:lnTo>
                  <a:pt x="1915" y="1417"/>
                </a:lnTo>
                <a:lnTo>
                  <a:pt x="1915" y="1418"/>
                </a:lnTo>
                <a:lnTo>
                  <a:pt x="1916" y="1419"/>
                </a:lnTo>
                <a:lnTo>
                  <a:pt x="1917" y="1419"/>
                </a:lnTo>
                <a:lnTo>
                  <a:pt x="1918" y="1420"/>
                </a:lnTo>
                <a:lnTo>
                  <a:pt x="1917" y="1420"/>
                </a:lnTo>
                <a:lnTo>
                  <a:pt x="1917" y="1421"/>
                </a:lnTo>
                <a:lnTo>
                  <a:pt x="1917" y="1422"/>
                </a:lnTo>
                <a:lnTo>
                  <a:pt x="1917" y="1424"/>
                </a:lnTo>
                <a:lnTo>
                  <a:pt x="1916" y="1424"/>
                </a:lnTo>
                <a:lnTo>
                  <a:pt x="1916" y="1425"/>
                </a:lnTo>
                <a:lnTo>
                  <a:pt x="1916" y="1426"/>
                </a:lnTo>
                <a:lnTo>
                  <a:pt x="1916" y="1427"/>
                </a:lnTo>
                <a:lnTo>
                  <a:pt x="1916" y="1428"/>
                </a:lnTo>
                <a:lnTo>
                  <a:pt x="1917" y="1428"/>
                </a:lnTo>
                <a:lnTo>
                  <a:pt x="1917" y="1429"/>
                </a:lnTo>
                <a:lnTo>
                  <a:pt x="1916" y="1430"/>
                </a:lnTo>
                <a:lnTo>
                  <a:pt x="1915" y="1430"/>
                </a:lnTo>
                <a:lnTo>
                  <a:pt x="1915" y="1431"/>
                </a:lnTo>
                <a:lnTo>
                  <a:pt x="1915" y="1432"/>
                </a:lnTo>
                <a:lnTo>
                  <a:pt x="1915" y="1433"/>
                </a:lnTo>
                <a:lnTo>
                  <a:pt x="1915" y="1435"/>
                </a:lnTo>
                <a:lnTo>
                  <a:pt x="1915" y="1436"/>
                </a:lnTo>
                <a:lnTo>
                  <a:pt x="1915" y="1437"/>
                </a:lnTo>
                <a:lnTo>
                  <a:pt x="1915" y="1438"/>
                </a:lnTo>
                <a:lnTo>
                  <a:pt x="1915" y="1439"/>
                </a:lnTo>
                <a:lnTo>
                  <a:pt x="1914" y="1440"/>
                </a:lnTo>
                <a:lnTo>
                  <a:pt x="1914" y="1442"/>
                </a:lnTo>
                <a:lnTo>
                  <a:pt x="1912" y="1444"/>
                </a:lnTo>
                <a:lnTo>
                  <a:pt x="1911" y="1444"/>
                </a:lnTo>
                <a:lnTo>
                  <a:pt x="1911" y="1445"/>
                </a:lnTo>
                <a:lnTo>
                  <a:pt x="1910" y="1447"/>
                </a:lnTo>
                <a:lnTo>
                  <a:pt x="1909" y="1449"/>
                </a:lnTo>
                <a:lnTo>
                  <a:pt x="1908" y="1449"/>
                </a:lnTo>
                <a:lnTo>
                  <a:pt x="1907" y="1450"/>
                </a:lnTo>
                <a:lnTo>
                  <a:pt x="1907" y="1449"/>
                </a:lnTo>
                <a:lnTo>
                  <a:pt x="1906" y="1449"/>
                </a:lnTo>
                <a:lnTo>
                  <a:pt x="1906" y="1450"/>
                </a:lnTo>
                <a:lnTo>
                  <a:pt x="1905" y="1451"/>
                </a:lnTo>
                <a:lnTo>
                  <a:pt x="1905" y="1452"/>
                </a:lnTo>
                <a:lnTo>
                  <a:pt x="1904" y="1452"/>
                </a:lnTo>
                <a:lnTo>
                  <a:pt x="1904" y="1453"/>
                </a:lnTo>
                <a:lnTo>
                  <a:pt x="1903" y="1454"/>
                </a:lnTo>
                <a:lnTo>
                  <a:pt x="1901" y="1454"/>
                </a:lnTo>
                <a:lnTo>
                  <a:pt x="1900" y="1454"/>
                </a:lnTo>
                <a:lnTo>
                  <a:pt x="1898" y="1454"/>
                </a:lnTo>
                <a:lnTo>
                  <a:pt x="1897" y="1454"/>
                </a:lnTo>
                <a:lnTo>
                  <a:pt x="1896" y="1455"/>
                </a:lnTo>
                <a:lnTo>
                  <a:pt x="1896" y="1456"/>
                </a:lnTo>
                <a:lnTo>
                  <a:pt x="1896" y="1458"/>
                </a:lnTo>
                <a:lnTo>
                  <a:pt x="1896" y="1459"/>
                </a:lnTo>
                <a:lnTo>
                  <a:pt x="1897" y="1459"/>
                </a:lnTo>
                <a:lnTo>
                  <a:pt x="1896" y="1459"/>
                </a:lnTo>
                <a:lnTo>
                  <a:pt x="1895" y="1459"/>
                </a:lnTo>
                <a:lnTo>
                  <a:pt x="1894" y="1459"/>
                </a:lnTo>
                <a:lnTo>
                  <a:pt x="1894" y="1455"/>
                </a:lnTo>
                <a:lnTo>
                  <a:pt x="1895" y="1454"/>
                </a:lnTo>
                <a:lnTo>
                  <a:pt x="1895" y="1453"/>
                </a:lnTo>
                <a:lnTo>
                  <a:pt x="1895" y="1452"/>
                </a:lnTo>
                <a:lnTo>
                  <a:pt x="1895" y="1451"/>
                </a:lnTo>
                <a:lnTo>
                  <a:pt x="1894" y="1451"/>
                </a:lnTo>
                <a:lnTo>
                  <a:pt x="1894" y="1452"/>
                </a:lnTo>
                <a:lnTo>
                  <a:pt x="1893" y="1452"/>
                </a:lnTo>
                <a:lnTo>
                  <a:pt x="1891" y="1452"/>
                </a:lnTo>
                <a:lnTo>
                  <a:pt x="1890" y="1451"/>
                </a:lnTo>
                <a:lnTo>
                  <a:pt x="1889" y="1450"/>
                </a:lnTo>
                <a:lnTo>
                  <a:pt x="1889" y="1449"/>
                </a:lnTo>
                <a:lnTo>
                  <a:pt x="1888" y="1449"/>
                </a:lnTo>
                <a:lnTo>
                  <a:pt x="1887" y="1450"/>
                </a:lnTo>
                <a:lnTo>
                  <a:pt x="1886" y="1450"/>
                </a:lnTo>
                <a:lnTo>
                  <a:pt x="1885" y="1450"/>
                </a:lnTo>
                <a:lnTo>
                  <a:pt x="1884" y="1452"/>
                </a:lnTo>
                <a:lnTo>
                  <a:pt x="1882" y="1453"/>
                </a:lnTo>
                <a:lnTo>
                  <a:pt x="1881" y="1453"/>
                </a:lnTo>
                <a:lnTo>
                  <a:pt x="1880" y="1455"/>
                </a:lnTo>
                <a:lnTo>
                  <a:pt x="1879" y="1456"/>
                </a:lnTo>
                <a:lnTo>
                  <a:pt x="1878" y="1457"/>
                </a:lnTo>
                <a:lnTo>
                  <a:pt x="1878" y="1458"/>
                </a:lnTo>
                <a:lnTo>
                  <a:pt x="1877" y="1458"/>
                </a:lnTo>
                <a:lnTo>
                  <a:pt x="1876" y="1458"/>
                </a:lnTo>
                <a:lnTo>
                  <a:pt x="1876" y="1459"/>
                </a:lnTo>
                <a:lnTo>
                  <a:pt x="1875" y="1459"/>
                </a:lnTo>
                <a:lnTo>
                  <a:pt x="1875" y="1460"/>
                </a:lnTo>
                <a:lnTo>
                  <a:pt x="1874" y="1460"/>
                </a:lnTo>
                <a:lnTo>
                  <a:pt x="1873" y="1460"/>
                </a:lnTo>
                <a:lnTo>
                  <a:pt x="1872" y="1460"/>
                </a:lnTo>
                <a:lnTo>
                  <a:pt x="1871" y="1460"/>
                </a:lnTo>
                <a:lnTo>
                  <a:pt x="1870" y="1460"/>
                </a:lnTo>
                <a:lnTo>
                  <a:pt x="1869" y="1461"/>
                </a:lnTo>
                <a:lnTo>
                  <a:pt x="1868" y="1461"/>
                </a:lnTo>
                <a:lnTo>
                  <a:pt x="1867" y="1462"/>
                </a:lnTo>
                <a:lnTo>
                  <a:pt x="1866" y="1463"/>
                </a:lnTo>
                <a:lnTo>
                  <a:pt x="1865" y="1464"/>
                </a:lnTo>
                <a:lnTo>
                  <a:pt x="1864" y="1465"/>
                </a:lnTo>
                <a:lnTo>
                  <a:pt x="1863" y="1465"/>
                </a:lnTo>
                <a:lnTo>
                  <a:pt x="1863" y="1464"/>
                </a:lnTo>
                <a:lnTo>
                  <a:pt x="1862" y="1462"/>
                </a:lnTo>
                <a:lnTo>
                  <a:pt x="1861" y="1462"/>
                </a:lnTo>
                <a:lnTo>
                  <a:pt x="1861" y="1461"/>
                </a:lnTo>
                <a:lnTo>
                  <a:pt x="1860" y="1461"/>
                </a:lnTo>
                <a:lnTo>
                  <a:pt x="1859" y="1462"/>
                </a:lnTo>
                <a:lnTo>
                  <a:pt x="1858" y="1462"/>
                </a:lnTo>
                <a:lnTo>
                  <a:pt x="1858" y="1461"/>
                </a:lnTo>
                <a:lnTo>
                  <a:pt x="1858" y="1460"/>
                </a:lnTo>
                <a:lnTo>
                  <a:pt x="1857" y="1460"/>
                </a:lnTo>
                <a:lnTo>
                  <a:pt x="1857" y="1459"/>
                </a:lnTo>
                <a:lnTo>
                  <a:pt x="1857" y="1458"/>
                </a:lnTo>
                <a:lnTo>
                  <a:pt x="1856" y="1458"/>
                </a:lnTo>
                <a:lnTo>
                  <a:pt x="1855" y="1458"/>
                </a:lnTo>
                <a:lnTo>
                  <a:pt x="1854" y="1458"/>
                </a:lnTo>
                <a:lnTo>
                  <a:pt x="1854" y="1457"/>
                </a:lnTo>
                <a:lnTo>
                  <a:pt x="1854" y="1456"/>
                </a:lnTo>
                <a:lnTo>
                  <a:pt x="1853" y="1457"/>
                </a:lnTo>
                <a:lnTo>
                  <a:pt x="1852" y="1457"/>
                </a:lnTo>
                <a:lnTo>
                  <a:pt x="1852" y="1456"/>
                </a:lnTo>
                <a:lnTo>
                  <a:pt x="1851" y="1456"/>
                </a:lnTo>
                <a:lnTo>
                  <a:pt x="1850" y="1456"/>
                </a:lnTo>
                <a:lnTo>
                  <a:pt x="1850" y="1455"/>
                </a:lnTo>
                <a:lnTo>
                  <a:pt x="1849" y="1455"/>
                </a:lnTo>
                <a:lnTo>
                  <a:pt x="1849" y="1454"/>
                </a:lnTo>
                <a:lnTo>
                  <a:pt x="1848" y="1454"/>
                </a:lnTo>
                <a:lnTo>
                  <a:pt x="1847" y="1454"/>
                </a:lnTo>
                <a:lnTo>
                  <a:pt x="1847" y="1455"/>
                </a:lnTo>
                <a:lnTo>
                  <a:pt x="1846" y="1455"/>
                </a:lnTo>
                <a:lnTo>
                  <a:pt x="1845" y="1455"/>
                </a:lnTo>
                <a:lnTo>
                  <a:pt x="1843" y="1454"/>
                </a:lnTo>
                <a:lnTo>
                  <a:pt x="1842" y="1453"/>
                </a:lnTo>
                <a:lnTo>
                  <a:pt x="1842" y="1452"/>
                </a:lnTo>
                <a:lnTo>
                  <a:pt x="1841" y="1452"/>
                </a:lnTo>
                <a:lnTo>
                  <a:pt x="1841" y="1453"/>
                </a:lnTo>
                <a:lnTo>
                  <a:pt x="1840" y="1454"/>
                </a:lnTo>
                <a:lnTo>
                  <a:pt x="1839" y="1455"/>
                </a:lnTo>
                <a:lnTo>
                  <a:pt x="1839" y="1456"/>
                </a:lnTo>
                <a:lnTo>
                  <a:pt x="1838" y="1456"/>
                </a:lnTo>
                <a:lnTo>
                  <a:pt x="1838" y="1455"/>
                </a:lnTo>
                <a:lnTo>
                  <a:pt x="1837" y="1455"/>
                </a:lnTo>
                <a:lnTo>
                  <a:pt x="1837" y="1454"/>
                </a:lnTo>
                <a:lnTo>
                  <a:pt x="1837" y="1453"/>
                </a:lnTo>
                <a:lnTo>
                  <a:pt x="1837" y="1451"/>
                </a:lnTo>
                <a:lnTo>
                  <a:pt x="1836" y="1450"/>
                </a:lnTo>
                <a:lnTo>
                  <a:pt x="1836" y="1451"/>
                </a:lnTo>
                <a:lnTo>
                  <a:pt x="1835" y="1451"/>
                </a:lnTo>
                <a:lnTo>
                  <a:pt x="1835" y="1452"/>
                </a:lnTo>
                <a:lnTo>
                  <a:pt x="1835" y="1453"/>
                </a:lnTo>
                <a:lnTo>
                  <a:pt x="1834" y="1453"/>
                </a:lnTo>
                <a:lnTo>
                  <a:pt x="1833" y="1452"/>
                </a:lnTo>
                <a:lnTo>
                  <a:pt x="1832" y="1452"/>
                </a:lnTo>
                <a:lnTo>
                  <a:pt x="1831" y="1452"/>
                </a:lnTo>
                <a:lnTo>
                  <a:pt x="1830" y="1451"/>
                </a:lnTo>
                <a:lnTo>
                  <a:pt x="1829" y="1450"/>
                </a:lnTo>
                <a:lnTo>
                  <a:pt x="1827" y="1450"/>
                </a:lnTo>
                <a:lnTo>
                  <a:pt x="1827" y="1449"/>
                </a:lnTo>
                <a:lnTo>
                  <a:pt x="1827" y="1448"/>
                </a:lnTo>
                <a:lnTo>
                  <a:pt x="1825" y="1447"/>
                </a:lnTo>
                <a:lnTo>
                  <a:pt x="1825" y="1448"/>
                </a:lnTo>
                <a:lnTo>
                  <a:pt x="1824" y="1448"/>
                </a:lnTo>
                <a:lnTo>
                  <a:pt x="1824" y="1447"/>
                </a:lnTo>
                <a:lnTo>
                  <a:pt x="1823" y="1446"/>
                </a:lnTo>
                <a:lnTo>
                  <a:pt x="1823" y="1447"/>
                </a:lnTo>
                <a:lnTo>
                  <a:pt x="1823" y="1448"/>
                </a:lnTo>
                <a:lnTo>
                  <a:pt x="1823" y="1449"/>
                </a:lnTo>
                <a:lnTo>
                  <a:pt x="1824" y="1450"/>
                </a:lnTo>
                <a:lnTo>
                  <a:pt x="1825" y="1451"/>
                </a:lnTo>
                <a:lnTo>
                  <a:pt x="1826" y="1452"/>
                </a:lnTo>
                <a:lnTo>
                  <a:pt x="1826" y="1453"/>
                </a:lnTo>
                <a:lnTo>
                  <a:pt x="1827" y="1454"/>
                </a:lnTo>
                <a:lnTo>
                  <a:pt x="1827" y="1455"/>
                </a:lnTo>
                <a:lnTo>
                  <a:pt x="1827" y="1456"/>
                </a:lnTo>
                <a:lnTo>
                  <a:pt x="1827" y="1457"/>
                </a:lnTo>
                <a:lnTo>
                  <a:pt x="1827" y="1458"/>
                </a:lnTo>
                <a:lnTo>
                  <a:pt x="1828" y="1458"/>
                </a:lnTo>
                <a:lnTo>
                  <a:pt x="1828" y="1459"/>
                </a:lnTo>
                <a:lnTo>
                  <a:pt x="1827" y="1460"/>
                </a:lnTo>
                <a:lnTo>
                  <a:pt x="1827" y="1461"/>
                </a:lnTo>
                <a:lnTo>
                  <a:pt x="1826" y="1461"/>
                </a:lnTo>
                <a:lnTo>
                  <a:pt x="1825" y="1461"/>
                </a:lnTo>
                <a:lnTo>
                  <a:pt x="1824" y="1460"/>
                </a:lnTo>
                <a:lnTo>
                  <a:pt x="1823" y="1459"/>
                </a:lnTo>
                <a:lnTo>
                  <a:pt x="1821" y="1457"/>
                </a:lnTo>
                <a:lnTo>
                  <a:pt x="1820" y="1457"/>
                </a:lnTo>
                <a:lnTo>
                  <a:pt x="1819" y="1458"/>
                </a:lnTo>
                <a:lnTo>
                  <a:pt x="1818" y="1459"/>
                </a:lnTo>
                <a:lnTo>
                  <a:pt x="1818" y="1460"/>
                </a:lnTo>
                <a:lnTo>
                  <a:pt x="1818" y="1461"/>
                </a:lnTo>
                <a:lnTo>
                  <a:pt x="1818" y="1462"/>
                </a:lnTo>
                <a:lnTo>
                  <a:pt x="1817" y="1464"/>
                </a:lnTo>
                <a:lnTo>
                  <a:pt x="1818" y="1464"/>
                </a:lnTo>
                <a:lnTo>
                  <a:pt x="1818" y="1465"/>
                </a:lnTo>
                <a:lnTo>
                  <a:pt x="1818" y="1466"/>
                </a:lnTo>
                <a:lnTo>
                  <a:pt x="1817" y="1468"/>
                </a:lnTo>
                <a:lnTo>
                  <a:pt x="1817" y="1470"/>
                </a:lnTo>
                <a:lnTo>
                  <a:pt x="1817" y="1471"/>
                </a:lnTo>
                <a:lnTo>
                  <a:pt x="1817" y="1472"/>
                </a:lnTo>
                <a:lnTo>
                  <a:pt x="1817" y="1473"/>
                </a:lnTo>
                <a:lnTo>
                  <a:pt x="1817" y="1474"/>
                </a:lnTo>
                <a:lnTo>
                  <a:pt x="1817" y="1475"/>
                </a:lnTo>
                <a:lnTo>
                  <a:pt x="1818" y="1476"/>
                </a:lnTo>
                <a:lnTo>
                  <a:pt x="1819" y="1478"/>
                </a:lnTo>
                <a:lnTo>
                  <a:pt x="1819" y="1479"/>
                </a:lnTo>
                <a:lnTo>
                  <a:pt x="1818" y="1479"/>
                </a:lnTo>
                <a:lnTo>
                  <a:pt x="1815" y="1478"/>
                </a:lnTo>
                <a:lnTo>
                  <a:pt x="1815" y="1477"/>
                </a:lnTo>
                <a:lnTo>
                  <a:pt x="1814" y="1477"/>
                </a:lnTo>
                <a:lnTo>
                  <a:pt x="1813" y="1476"/>
                </a:lnTo>
                <a:lnTo>
                  <a:pt x="1812" y="1476"/>
                </a:lnTo>
                <a:lnTo>
                  <a:pt x="1811" y="1475"/>
                </a:lnTo>
                <a:lnTo>
                  <a:pt x="1810" y="1475"/>
                </a:lnTo>
                <a:lnTo>
                  <a:pt x="1810" y="1476"/>
                </a:lnTo>
                <a:lnTo>
                  <a:pt x="1810" y="1475"/>
                </a:lnTo>
                <a:lnTo>
                  <a:pt x="1810" y="1474"/>
                </a:lnTo>
                <a:lnTo>
                  <a:pt x="1809" y="1474"/>
                </a:lnTo>
                <a:lnTo>
                  <a:pt x="1808" y="1474"/>
                </a:lnTo>
                <a:lnTo>
                  <a:pt x="1807" y="1474"/>
                </a:lnTo>
                <a:lnTo>
                  <a:pt x="1807" y="1473"/>
                </a:lnTo>
                <a:lnTo>
                  <a:pt x="1808" y="1472"/>
                </a:lnTo>
                <a:lnTo>
                  <a:pt x="1807" y="1472"/>
                </a:lnTo>
                <a:lnTo>
                  <a:pt x="1806" y="1473"/>
                </a:lnTo>
                <a:lnTo>
                  <a:pt x="1805" y="1473"/>
                </a:lnTo>
                <a:lnTo>
                  <a:pt x="1805" y="1472"/>
                </a:lnTo>
                <a:lnTo>
                  <a:pt x="1805" y="1471"/>
                </a:lnTo>
                <a:lnTo>
                  <a:pt x="1804" y="1471"/>
                </a:lnTo>
                <a:lnTo>
                  <a:pt x="1803" y="1472"/>
                </a:lnTo>
                <a:lnTo>
                  <a:pt x="1802" y="1472"/>
                </a:lnTo>
                <a:lnTo>
                  <a:pt x="1802" y="1471"/>
                </a:lnTo>
                <a:lnTo>
                  <a:pt x="1803" y="1471"/>
                </a:lnTo>
                <a:lnTo>
                  <a:pt x="1803" y="1470"/>
                </a:lnTo>
                <a:lnTo>
                  <a:pt x="1802" y="1470"/>
                </a:lnTo>
                <a:lnTo>
                  <a:pt x="1802" y="1469"/>
                </a:lnTo>
                <a:lnTo>
                  <a:pt x="1801" y="1469"/>
                </a:lnTo>
                <a:lnTo>
                  <a:pt x="1801" y="1468"/>
                </a:lnTo>
                <a:lnTo>
                  <a:pt x="1801" y="1469"/>
                </a:lnTo>
                <a:lnTo>
                  <a:pt x="1800" y="1469"/>
                </a:lnTo>
                <a:lnTo>
                  <a:pt x="1799" y="1468"/>
                </a:lnTo>
                <a:lnTo>
                  <a:pt x="1798" y="1468"/>
                </a:lnTo>
                <a:lnTo>
                  <a:pt x="1798" y="1467"/>
                </a:lnTo>
                <a:lnTo>
                  <a:pt x="1798" y="1466"/>
                </a:lnTo>
                <a:lnTo>
                  <a:pt x="1797" y="1466"/>
                </a:lnTo>
                <a:lnTo>
                  <a:pt x="1796" y="1465"/>
                </a:lnTo>
                <a:lnTo>
                  <a:pt x="1797" y="1464"/>
                </a:lnTo>
                <a:lnTo>
                  <a:pt x="1797" y="1463"/>
                </a:lnTo>
                <a:lnTo>
                  <a:pt x="1796" y="1464"/>
                </a:lnTo>
                <a:lnTo>
                  <a:pt x="1795" y="1464"/>
                </a:lnTo>
                <a:lnTo>
                  <a:pt x="1795" y="1463"/>
                </a:lnTo>
                <a:lnTo>
                  <a:pt x="1796" y="1461"/>
                </a:lnTo>
                <a:lnTo>
                  <a:pt x="1795" y="1460"/>
                </a:lnTo>
                <a:lnTo>
                  <a:pt x="1793" y="1460"/>
                </a:lnTo>
                <a:lnTo>
                  <a:pt x="1792" y="1460"/>
                </a:lnTo>
                <a:lnTo>
                  <a:pt x="1792" y="1459"/>
                </a:lnTo>
                <a:lnTo>
                  <a:pt x="1793" y="1459"/>
                </a:lnTo>
                <a:lnTo>
                  <a:pt x="1794" y="1458"/>
                </a:lnTo>
                <a:lnTo>
                  <a:pt x="1794" y="1457"/>
                </a:lnTo>
                <a:lnTo>
                  <a:pt x="1793" y="1457"/>
                </a:lnTo>
                <a:lnTo>
                  <a:pt x="1792" y="1457"/>
                </a:lnTo>
                <a:lnTo>
                  <a:pt x="1792" y="1456"/>
                </a:lnTo>
                <a:lnTo>
                  <a:pt x="1793" y="1456"/>
                </a:lnTo>
                <a:lnTo>
                  <a:pt x="1794" y="1456"/>
                </a:lnTo>
                <a:lnTo>
                  <a:pt x="1794" y="1455"/>
                </a:lnTo>
                <a:lnTo>
                  <a:pt x="1793" y="1455"/>
                </a:lnTo>
                <a:lnTo>
                  <a:pt x="1793" y="1454"/>
                </a:lnTo>
                <a:lnTo>
                  <a:pt x="1792" y="1452"/>
                </a:lnTo>
                <a:lnTo>
                  <a:pt x="1791" y="1451"/>
                </a:lnTo>
                <a:lnTo>
                  <a:pt x="1791" y="1450"/>
                </a:lnTo>
                <a:lnTo>
                  <a:pt x="1790" y="1450"/>
                </a:lnTo>
                <a:lnTo>
                  <a:pt x="1790" y="1449"/>
                </a:lnTo>
                <a:lnTo>
                  <a:pt x="1789" y="1448"/>
                </a:lnTo>
                <a:lnTo>
                  <a:pt x="1788" y="1448"/>
                </a:lnTo>
                <a:lnTo>
                  <a:pt x="1787" y="1447"/>
                </a:lnTo>
                <a:lnTo>
                  <a:pt x="1787" y="1445"/>
                </a:lnTo>
                <a:lnTo>
                  <a:pt x="1787" y="1444"/>
                </a:lnTo>
                <a:lnTo>
                  <a:pt x="1787" y="1443"/>
                </a:lnTo>
                <a:lnTo>
                  <a:pt x="1786" y="1442"/>
                </a:lnTo>
                <a:lnTo>
                  <a:pt x="1785" y="1442"/>
                </a:lnTo>
                <a:lnTo>
                  <a:pt x="1785" y="1441"/>
                </a:lnTo>
                <a:lnTo>
                  <a:pt x="1784" y="1441"/>
                </a:lnTo>
                <a:lnTo>
                  <a:pt x="1784" y="1440"/>
                </a:lnTo>
                <a:lnTo>
                  <a:pt x="1784" y="1441"/>
                </a:lnTo>
                <a:lnTo>
                  <a:pt x="1783" y="1442"/>
                </a:lnTo>
                <a:lnTo>
                  <a:pt x="1782" y="1442"/>
                </a:lnTo>
                <a:lnTo>
                  <a:pt x="1781" y="1439"/>
                </a:lnTo>
                <a:lnTo>
                  <a:pt x="1781" y="1438"/>
                </a:lnTo>
                <a:lnTo>
                  <a:pt x="1781" y="1437"/>
                </a:lnTo>
                <a:lnTo>
                  <a:pt x="1780" y="1436"/>
                </a:lnTo>
                <a:lnTo>
                  <a:pt x="1780" y="1435"/>
                </a:lnTo>
                <a:lnTo>
                  <a:pt x="1779" y="1435"/>
                </a:lnTo>
                <a:lnTo>
                  <a:pt x="1778" y="1434"/>
                </a:lnTo>
                <a:lnTo>
                  <a:pt x="1777" y="1434"/>
                </a:lnTo>
                <a:lnTo>
                  <a:pt x="1777" y="1435"/>
                </a:lnTo>
                <a:lnTo>
                  <a:pt x="1776" y="1436"/>
                </a:lnTo>
                <a:lnTo>
                  <a:pt x="1775" y="1437"/>
                </a:lnTo>
                <a:lnTo>
                  <a:pt x="1775" y="1438"/>
                </a:lnTo>
                <a:lnTo>
                  <a:pt x="1774" y="1438"/>
                </a:lnTo>
                <a:lnTo>
                  <a:pt x="1774" y="1439"/>
                </a:lnTo>
                <a:lnTo>
                  <a:pt x="1774" y="1440"/>
                </a:lnTo>
                <a:lnTo>
                  <a:pt x="1773" y="1440"/>
                </a:lnTo>
                <a:lnTo>
                  <a:pt x="1773" y="1441"/>
                </a:lnTo>
                <a:lnTo>
                  <a:pt x="1772" y="1441"/>
                </a:lnTo>
                <a:lnTo>
                  <a:pt x="1771" y="1441"/>
                </a:lnTo>
                <a:lnTo>
                  <a:pt x="1771" y="1440"/>
                </a:lnTo>
                <a:lnTo>
                  <a:pt x="1771" y="1439"/>
                </a:lnTo>
                <a:lnTo>
                  <a:pt x="1772" y="1438"/>
                </a:lnTo>
                <a:lnTo>
                  <a:pt x="1772" y="1437"/>
                </a:lnTo>
                <a:lnTo>
                  <a:pt x="1773" y="1437"/>
                </a:lnTo>
                <a:lnTo>
                  <a:pt x="1773" y="1435"/>
                </a:lnTo>
                <a:lnTo>
                  <a:pt x="1774" y="1434"/>
                </a:lnTo>
                <a:lnTo>
                  <a:pt x="1775" y="1432"/>
                </a:lnTo>
                <a:lnTo>
                  <a:pt x="1776" y="1432"/>
                </a:lnTo>
                <a:lnTo>
                  <a:pt x="1775" y="1431"/>
                </a:lnTo>
                <a:lnTo>
                  <a:pt x="1775" y="1430"/>
                </a:lnTo>
                <a:lnTo>
                  <a:pt x="1775" y="1429"/>
                </a:lnTo>
                <a:lnTo>
                  <a:pt x="1774" y="1429"/>
                </a:lnTo>
                <a:lnTo>
                  <a:pt x="1774" y="1430"/>
                </a:lnTo>
                <a:lnTo>
                  <a:pt x="1773" y="1430"/>
                </a:lnTo>
                <a:lnTo>
                  <a:pt x="1772" y="1431"/>
                </a:lnTo>
                <a:lnTo>
                  <a:pt x="1771" y="1431"/>
                </a:lnTo>
                <a:lnTo>
                  <a:pt x="1770" y="1431"/>
                </a:lnTo>
                <a:lnTo>
                  <a:pt x="1770" y="1432"/>
                </a:lnTo>
                <a:lnTo>
                  <a:pt x="1768" y="1433"/>
                </a:lnTo>
                <a:lnTo>
                  <a:pt x="1767" y="1434"/>
                </a:lnTo>
                <a:lnTo>
                  <a:pt x="1766" y="1434"/>
                </a:lnTo>
                <a:lnTo>
                  <a:pt x="1765" y="1435"/>
                </a:lnTo>
                <a:lnTo>
                  <a:pt x="1765" y="1436"/>
                </a:lnTo>
                <a:lnTo>
                  <a:pt x="1764" y="1436"/>
                </a:lnTo>
                <a:lnTo>
                  <a:pt x="1763" y="1436"/>
                </a:lnTo>
                <a:lnTo>
                  <a:pt x="1763" y="1435"/>
                </a:lnTo>
                <a:lnTo>
                  <a:pt x="1762" y="1434"/>
                </a:lnTo>
                <a:lnTo>
                  <a:pt x="1761" y="1434"/>
                </a:lnTo>
                <a:lnTo>
                  <a:pt x="1761" y="1435"/>
                </a:lnTo>
                <a:lnTo>
                  <a:pt x="1759" y="1434"/>
                </a:lnTo>
                <a:lnTo>
                  <a:pt x="1758" y="1433"/>
                </a:lnTo>
                <a:lnTo>
                  <a:pt x="1757" y="1433"/>
                </a:lnTo>
                <a:lnTo>
                  <a:pt x="1756" y="1433"/>
                </a:lnTo>
                <a:lnTo>
                  <a:pt x="1755" y="1432"/>
                </a:lnTo>
                <a:lnTo>
                  <a:pt x="1753" y="1431"/>
                </a:lnTo>
                <a:lnTo>
                  <a:pt x="1752" y="1431"/>
                </a:lnTo>
                <a:lnTo>
                  <a:pt x="1752" y="1430"/>
                </a:lnTo>
                <a:lnTo>
                  <a:pt x="1751" y="1430"/>
                </a:lnTo>
                <a:lnTo>
                  <a:pt x="1751" y="1431"/>
                </a:lnTo>
                <a:lnTo>
                  <a:pt x="1751" y="1432"/>
                </a:lnTo>
                <a:lnTo>
                  <a:pt x="1751" y="1433"/>
                </a:lnTo>
                <a:lnTo>
                  <a:pt x="1751" y="1434"/>
                </a:lnTo>
                <a:lnTo>
                  <a:pt x="1750" y="1435"/>
                </a:lnTo>
                <a:lnTo>
                  <a:pt x="1749" y="1435"/>
                </a:lnTo>
                <a:lnTo>
                  <a:pt x="1748" y="1434"/>
                </a:lnTo>
                <a:lnTo>
                  <a:pt x="1747" y="1435"/>
                </a:lnTo>
                <a:lnTo>
                  <a:pt x="1748" y="1435"/>
                </a:lnTo>
                <a:lnTo>
                  <a:pt x="1747" y="1437"/>
                </a:lnTo>
                <a:lnTo>
                  <a:pt x="1747" y="1438"/>
                </a:lnTo>
                <a:lnTo>
                  <a:pt x="1747" y="1439"/>
                </a:lnTo>
                <a:lnTo>
                  <a:pt x="1746" y="1439"/>
                </a:lnTo>
                <a:lnTo>
                  <a:pt x="1746" y="1440"/>
                </a:lnTo>
                <a:lnTo>
                  <a:pt x="1746" y="1442"/>
                </a:lnTo>
                <a:lnTo>
                  <a:pt x="1746" y="1443"/>
                </a:lnTo>
                <a:lnTo>
                  <a:pt x="1745" y="1443"/>
                </a:lnTo>
                <a:lnTo>
                  <a:pt x="1745" y="1445"/>
                </a:lnTo>
                <a:lnTo>
                  <a:pt x="1746" y="1446"/>
                </a:lnTo>
                <a:lnTo>
                  <a:pt x="1746" y="1449"/>
                </a:lnTo>
                <a:lnTo>
                  <a:pt x="1745" y="1451"/>
                </a:lnTo>
                <a:lnTo>
                  <a:pt x="1744" y="1452"/>
                </a:lnTo>
                <a:lnTo>
                  <a:pt x="1744" y="1453"/>
                </a:lnTo>
                <a:lnTo>
                  <a:pt x="1744" y="1454"/>
                </a:lnTo>
                <a:lnTo>
                  <a:pt x="1744" y="1455"/>
                </a:lnTo>
                <a:lnTo>
                  <a:pt x="1743" y="1455"/>
                </a:lnTo>
                <a:lnTo>
                  <a:pt x="1742" y="1456"/>
                </a:lnTo>
                <a:lnTo>
                  <a:pt x="1742" y="1457"/>
                </a:lnTo>
                <a:lnTo>
                  <a:pt x="1743" y="1457"/>
                </a:lnTo>
                <a:lnTo>
                  <a:pt x="1743" y="1458"/>
                </a:lnTo>
                <a:lnTo>
                  <a:pt x="1742" y="1458"/>
                </a:lnTo>
                <a:lnTo>
                  <a:pt x="1741" y="1458"/>
                </a:lnTo>
                <a:lnTo>
                  <a:pt x="1739" y="1457"/>
                </a:lnTo>
                <a:lnTo>
                  <a:pt x="1739" y="1454"/>
                </a:lnTo>
                <a:lnTo>
                  <a:pt x="1738" y="1453"/>
                </a:lnTo>
                <a:lnTo>
                  <a:pt x="1737" y="1453"/>
                </a:lnTo>
                <a:lnTo>
                  <a:pt x="1737" y="1454"/>
                </a:lnTo>
                <a:lnTo>
                  <a:pt x="1735" y="1454"/>
                </a:lnTo>
                <a:lnTo>
                  <a:pt x="1734" y="1453"/>
                </a:lnTo>
                <a:lnTo>
                  <a:pt x="1734" y="1452"/>
                </a:lnTo>
                <a:lnTo>
                  <a:pt x="1733" y="1452"/>
                </a:lnTo>
                <a:lnTo>
                  <a:pt x="1732" y="1452"/>
                </a:lnTo>
                <a:lnTo>
                  <a:pt x="1731" y="1452"/>
                </a:lnTo>
                <a:lnTo>
                  <a:pt x="1730" y="1452"/>
                </a:lnTo>
                <a:lnTo>
                  <a:pt x="1729" y="1452"/>
                </a:lnTo>
                <a:lnTo>
                  <a:pt x="1728" y="1452"/>
                </a:lnTo>
                <a:lnTo>
                  <a:pt x="1728" y="1451"/>
                </a:lnTo>
                <a:lnTo>
                  <a:pt x="1727" y="1450"/>
                </a:lnTo>
                <a:lnTo>
                  <a:pt x="1726" y="1450"/>
                </a:lnTo>
                <a:lnTo>
                  <a:pt x="1725" y="1450"/>
                </a:lnTo>
                <a:lnTo>
                  <a:pt x="1725" y="1447"/>
                </a:lnTo>
                <a:lnTo>
                  <a:pt x="1724" y="1446"/>
                </a:lnTo>
                <a:lnTo>
                  <a:pt x="1722" y="1445"/>
                </a:lnTo>
                <a:lnTo>
                  <a:pt x="1721" y="1444"/>
                </a:lnTo>
                <a:lnTo>
                  <a:pt x="1722" y="1442"/>
                </a:lnTo>
                <a:lnTo>
                  <a:pt x="1722" y="1441"/>
                </a:lnTo>
                <a:lnTo>
                  <a:pt x="1723" y="1442"/>
                </a:lnTo>
                <a:lnTo>
                  <a:pt x="1724" y="1441"/>
                </a:lnTo>
                <a:lnTo>
                  <a:pt x="1724" y="1440"/>
                </a:lnTo>
                <a:lnTo>
                  <a:pt x="1724" y="1439"/>
                </a:lnTo>
                <a:lnTo>
                  <a:pt x="1725" y="1439"/>
                </a:lnTo>
                <a:lnTo>
                  <a:pt x="1726" y="1438"/>
                </a:lnTo>
                <a:lnTo>
                  <a:pt x="1726" y="1437"/>
                </a:lnTo>
                <a:lnTo>
                  <a:pt x="1727" y="1436"/>
                </a:lnTo>
                <a:lnTo>
                  <a:pt x="1728" y="1435"/>
                </a:lnTo>
                <a:lnTo>
                  <a:pt x="1729" y="1435"/>
                </a:lnTo>
                <a:lnTo>
                  <a:pt x="1730" y="1435"/>
                </a:lnTo>
                <a:lnTo>
                  <a:pt x="1730" y="1432"/>
                </a:lnTo>
                <a:lnTo>
                  <a:pt x="1730" y="1430"/>
                </a:lnTo>
                <a:lnTo>
                  <a:pt x="1730" y="1428"/>
                </a:lnTo>
                <a:lnTo>
                  <a:pt x="1730" y="1427"/>
                </a:lnTo>
                <a:lnTo>
                  <a:pt x="1729" y="1427"/>
                </a:lnTo>
                <a:lnTo>
                  <a:pt x="1729" y="1425"/>
                </a:lnTo>
                <a:lnTo>
                  <a:pt x="1728" y="1421"/>
                </a:lnTo>
                <a:lnTo>
                  <a:pt x="1727" y="1421"/>
                </a:lnTo>
                <a:lnTo>
                  <a:pt x="1728" y="1420"/>
                </a:lnTo>
                <a:lnTo>
                  <a:pt x="1728" y="1419"/>
                </a:lnTo>
                <a:lnTo>
                  <a:pt x="1728" y="1418"/>
                </a:lnTo>
                <a:lnTo>
                  <a:pt x="1727" y="1417"/>
                </a:lnTo>
                <a:lnTo>
                  <a:pt x="1728" y="1415"/>
                </a:lnTo>
                <a:lnTo>
                  <a:pt x="1728" y="1414"/>
                </a:lnTo>
                <a:lnTo>
                  <a:pt x="1728" y="1413"/>
                </a:lnTo>
                <a:lnTo>
                  <a:pt x="1728" y="1411"/>
                </a:lnTo>
                <a:lnTo>
                  <a:pt x="1729" y="1411"/>
                </a:lnTo>
                <a:lnTo>
                  <a:pt x="1729" y="1410"/>
                </a:lnTo>
                <a:lnTo>
                  <a:pt x="1728" y="1409"/>
                </a:lnTo>
                <a:lnTo>
                  <a:pt x="1727" y="1409"/>
                </a:lnTo>
                <a:lnTo>
                  <a:pt x="1727" y="1407"/>
                </a:lnTo>
                <a:lnTo>
                  <a:pt x="1727" y="1406"/>
                </a:lnTo>
                <a:lnTo>
                  <a:pt x="1727" y="1405"/>
                </a:lnTo>
                <a:lnTo>
                  <a:pt x="1726" y="1404"/>
                </a:lnTo>
                <a:lnTo>
                  <a:pt x="1725" y="1403"/>
                </a:lnTo>
                <a:lnTo>
                  <a:pt x="1724" y="1403"/>
                </a:lnTo>
                <a:lnTo>
                  <a:pt x="1723" y="1404"/>
                </a:lnTo>
                <a:lnTo>
                  <a:pt x="1722" y="1402"/>
                </a:lnTo>
                <a:lnTo>
                  <a:pt x="1722" y="1401"/>
                </a:lnTo>
                <a:lnTo>
                  <a:pt x="1722" y="1400"/>
                </a:lnTo>
                <a:lnTo>
                  <a:pt x="1722" y="1399"/>
                </a:lnTo>
                <a:lnTo>
                  <a:pt x="1721" y="1398"/>
                </a:lnTo>
                <a:lnTo>
                  <a:pt x="1721" y="1397"/>
                </a:lnTo>
                <a:lnTo>
                  <a:pt x="1720" y="1397"/>
                </a:lnTo>
                <a:lnTo>
                  <a:pt x="1719" y="1397"/>
                </a:lnTo>
                <a:lnTo>
                  <a:pt x="1718" y="1397"/>
                </a:lnTo>
                <a:lnTo>
                  <a:pt x="1717" y="1397"/>
                </a:lnTo>
                <a:lnTo>
                  <a:pt x="1716" y="1396"/>
                </a:lnTo>
                <a:lnTo>
                  <a:pt x="1715" y="1396"/>
                </a:lnTo>
                <a:lnTo>
                  <a:pt x="1715" y="1397"/>
                </a:lnTo>
                <a:lnTo>
                  <a:pt x="1714" y="1397"/>
                </a:lnTo>
                <a:lnTo>
                  <a:pt x="1713" y="1397"/>
                </a:lnTo>
                <a:lnTo>
                  <a:pt x="1713" y="1396"/>
                </a:lnTo>
                <a:lnTo>
                  <a:pt x="1714" y="1396"/>
                </a:lnTo>
                <a:lnTo>
                  <a:pt x="1714" y="1395"/>
                </a:lnTo>
                <a:lnTo>
                  <a:pt x="1715" y="1394"/>
                </a:lnTo>
                <a:lnTo>
                  <a:pt x="1715" y="1392"/>
                </a:lnTo>
                <a:lnTo>
                  <a:pt x="1715" y="1391"/>
                </a:lnTo>
                <a:lnTo>
                  <a:pt x="1716" y="1390"/>
                </a:lnTo>
                <a:lnTo>
                  <a:pt x="1714" y="1389"/>
                </a:lnTo>
                <a:lnTo>
                  <a:pt x="1713" y="1389"/>
                </a:lnTo>
                <a:lnTo>
                  <a:pt x="1712" y="1389"/>
                </a:lnTo>
                <a:lnTo>
                  <a:pt x="1711" y="1389"/>
                </a:lnTo>
                <a:lnTo>
                  <a:pt x="1711" y="1388"/>
                </a:lnTo>
                <a:lnTo>
                  <a:pt x="1710" y="1388"/>
                </a:lnTo>
                <a:lnTo>
                  <a:pt x="1710" y="1387"/>
                </a:lnTo>
                <a:lnTo>
                  <a:pt x="1709" y="1387"/>
                </a:lnTo>
                <a:lnTo>
                  <a:pt x="1707" y="1387"/>
                </a:lnTo>
                <a:lnTo>
                  <a:pt x="1706" y="1387"/>
                </a:lnTo>
                <a:lnTo>
                  <a:pt x="1704" y="1387"/>
                </a:lnTo>
                <a:lnTo>
                  <a:pt x="1703" y="1386"/>
                </a:lnTo>
                <a:lnTo>
                  <a:pt x="1702" y="1386"/>
                </a:lnTo>
                <a:lnTo>
                  <a:pt x="1702" y="1385"/>
                </a:lnTo>
                <a:lnTo>
                  <a:pt x="1702" y="1383"/>
                </a:lnTo>
                <a:lnTo>
                  <a:pt x="1701" y="1381"/>
                </a:lnTo>
                <a:lnTo>
                  <a:pt x="1701" y="1380"/>
                </a:lnTo>
                <a:lnTo>
                  <a:pt x="1701" y="1379"/>
                </a:lnTo>
                <a:lnTo>
                  <a:pt x="1701" y="1378"/>
                </a:lnTo>
                <a:lnTo>
                  <a:pt x="1701" y="1377"/>
                </a:lnTo>
                <a:lnTo>
                  <a:pt x="1701" y="1376"/>
                </a:lnTo>
                <a:lnTo>
                  <a:pt x="1700" y="1376"/>
                </a:lnTo>
                <a:lnTo>
                  <a:pt x="1700" y="1377"/>
                </a:lnTo>
                <a:lnTo>
                  <a:pt x="1699" y="1376"/>
                </a:lnTo>
                <a:lnTo>
                  <a:pt x="1699" y="1375"/>
                </a:lnTo>
                <a:lnTo>
                  <a:pt x="1698" y="1374"/>
                </a:lnTo>
                <a:lnTo>
                  <a:pt x="1697" y="1374"/>
                </a:lnTo>
                <a:lnTo>
                  <a:pt x="1697" y="1373"/>
                </a:lnTo>
                <a:lnTo>
                  <a:pt x="1697" y="1372"/>
                </a:lnTo>
                <a:lnTo>
                  <a:pt x="1696" y="1372"/>
                </a:lnTo>
                <a:lnTo>
                  <a:pt x="1696" y="1371"/>
                </a:lnTo>
                <a:lnTo>
                  <a:pt x="1695" y="1371"/>
                </a:lnTo>
                <a:lnTo>
                  <a:pt x="1695" y="1370"/>
                </a:lnTo>
                <a:lnTo>
                  <a:pt x="1694" y="1369"/>
                </a:lnTo>
                <a:lnTo>
                  <a:pt x="1694" y="1366"/>
                </a:lnTo>
                <a:lnTo>
                  <a:pt x="1695" y="1366"/>
                </a:lnTo>
                <a:lnTo>
                  <a:pt x="1695" y="1365"/>
                </a:lnTo>
                <a:lnTo>
                  <a:pt x="1694" y="1364"/>
                </a:lnTo>
                <a:lnTo>
                  <a:pt x="1692" y="1365"/>
                </a:lnTo>
                <a:lnTo>
                  <a:pt x="1691" y="1364"/>
                </a:lnTo>
                <a:lnTo>
                  <a:pt x="1690" y="1364"/>
                </a:lnTo>
                <a:lnTo>
                  <a:pt x="1690" y="1365"/>
                </a:lnTo>
                <a:lnTo>
                  <a:pt x="1690" y="1366"/>
                </a:lnTo>
                <a:lnTo>
                  <a:pt x="1690" y="1367"/>
                </a:lnTo>
                <a:lnTo>
                  <a:pt x="1690" y="1368"/>
                </a:lnTo>
                <a:lnTo>
                  <a:pt x="1690" y="1369"/>
                </a:lnTo>
                <a:lnTo>
                  <a:pt x="1690" y="1372"/>
                </a:lnTo>
                <a:lnTo>
                  <a:pt x="1689" y="1373"/>
                </a:lnTo>
                <a:lnTo>
                  <a:pt x="1689" y="1374"/>
                </a:lnTo>
                <a:lnTo>
                  <a:pt x="1689" y="1375"/>
                </a:lnTo>
                <a:lnTo>
                  <a:pt x="1688" y="1376"/>
                </a:lnTo>
                <a:lnTo>
                  <a:pt x="1687" y="1378"/>
                </a:lnTo>
                <a:lnTo>
                  <a:pt x="1687" y="1379"/>
                </a:lnTo>
                <a:lnTo>
                  <a:pt x="1687" y="1380"/>
                </a:lnTo>
                <a:lnTo>
                  <a:pt x="1686" y="1381"/>
                </a:lnTo>
                <a:lnTo>
                  <a:pt x="1685" y="1381"/>
                </a:lnTo>
                <a:lnTo>
                  <a:pt x="1686" y="1382"/>
                </a:lnTo>
                <a:lnTo>
                  <a:pt x="1685" y="1384"/>
                </a:lnTo>
                <a:lnTo>
                  <a:pt x="1685" y="1385"/>
                </a:lnTo>
                <a:lnTo>
                  <a:pt x="1684" y="1385"/>
                </a:lnTo>
                <a:lnTo>
                  <a:pt x="1684" y="1386"/>
                </a:lnTo>
                <a:lnTo>
                  <a:pt x="1683" y="1386"/>
                </a:lnTo>
                <a:lnTo>
                  <a:pt x="1683" y="1385"/>
                </a:lnTo>
                <a:lnTo>
                  <a:pt x="1682" y="1385"/>
                </a:lnTo>
                <a:lnTo>
                  <a:pt x="1682" y="1384"/>
                </a:lnTo>
                <a:lnTo>
                  <a:pt x="1681" y="1384"/>
                </a:lnTo>
                <a:lnTo>
                  <a:pt x="1680" y="1384"/>
                </a:lnTo>
                <a:lnTo>
                  <a:pt x="1679" y="1385"/>
                </a:lnTo>
                <a:lnTo>
                  <a:pt x="1678" y="1385"/>
                </a:lnTo>
                <a:lnTo>
                  <a:pt x="1677" y="1385"/>
                </a:lnTo>
                <a:lnTo>
                  <a:pt x="1677" y="1386"/>
                </a:lnTo>
                <a:lnTo>
                  <a:pt x="1676" y="1386"/>
                </a:lnTo>
                <a:lnTo>
                  <a:pt x="1676" y="1385"/>
                </a:lnTo>
                <a:lnTo>
                  <a:pt x="1675" y="1384"/>
                </a:lnTo>
                <a:lnTo>
                  <a:pt x="1674" y="1382"/>
                </a:lnTo>
                <a:lnTo>
                  <a:pt x="1673" y="1382"/>
                </a:lnTo>
                <a:lnTo>
                  <a:pt x="1672" y="1382"/>
                </a:lnTo>
                <a:lnTo>
                  <a:pt x="1672" y="1383"/>
                </a:lnTo>
                <a:lnTo>
                  <a:pt x="1671" y="1383"/>
                </a:lnTo>
                <a:lnTo>
                  <a:pt x="1670" y="1384"/>
                </a:lnTo>
                <a:lnTo>
                  <a:pt x="1670" y="1385"/>
                </a:lnTo>
                <a:lnTo>
                  <a:pt x="1670" y="1386"/>
                </a:lnTo>
                <a:lnTo>
                  <a:pt x="1670" y="1387"/>
                </a:lnTo>
                <a:lnTo>
                  <a:pt x="1669" y="1388"/>
                </a:lnTo>
                <a:lnTo>
                  <a:pt x="1670" y="1388"/>
                </a:lnTo>
                <a:lnTo>
                  <a:pt x="1671" y="1389"/>
                </a:lnTo>
                <a:lnTo>
                  <a:pt x="1672" y="1389"/>
                </a:lnTo>
                <a:lnTo>
                  <a:pt x="1672" y="1392"/>
                </a:lnTo>
                <a:lnTo>
                  <a:pt x="1673" y="1393"/>
                </a:lnTo>
                <a:lnTo>
                  <a:pt x="1672" y="1393"/>
                </a:lnTo>
                <a:lnTo>
                  <a:pt x="1672" y="1394"/>
                </a:lnTo>
                <a:lnTo>
                  <a:pt x="1673" y="1396"/>
                </a:lnTo>
                <a:lnTo>
                  <a:pt x="1674" y="1397"/>
                </a:lnTo>
                <a:lnTo>
                  <a:pt x="1673" y="1398"/>
                </a:lnTo>
                <a:lnTo>
                  <a:pt x="1673" y="1400"/>
                </a:lnTo>
                <a:lnTo>
                  <a:pt x="1673" y="1401"/>
                </a:lnTo>
                <a:lnTo>
                  <a:pt x="1672" y="1402"/>
                </a:lnTo>
                <a:lnTo>
                  <a:pt x="1671" y="1402"/>
                </a:lnTo>
                <a:lnTo>
                  <a:pt x="1671" y="1403"/>
                </a:lnTo>
                <a:lnTo>
                  <a:pt x="1670" y="1404"/>
                </a:lnTo>
                <a:lnTo>
                  <a:pt x="1670" y="1405"/>
                </a:lnTo>
                <a:lnTo>
                  <a:pt x="1670" y="1406"/>
                </a:lnTo>
                <a:lnTo>
                  <a:pt x="1670" y="1407"/>
                </a:lnTo>
                <a:lnTo>
                  <a:pt x="1669" y="1408"/>
                </a:lnTo>
                <a:lnTo>
                  <a:pt x="1669" y="1409"/>
                </a:lnTo>
                <a:lnTo>
                  <a:pt x="1668" y="1409"/>
                </a:lnTo>
                <a:lnTo>
                  <a:pt x="1669" y="1411"/>
                </a:lnTo>
                <a:lnTo>
                  <a:pt x="1668" y="1412"/>
                </a:lnTo>
                <a:lnTo>
                  <a:pt x="1669" y="1412"/>
                </a:lnTo>
                <a:lnTo>
                  <a:pt x="1669" y="1413"/>
                </a:lnTo>
                <a:lnTo>
                  <a:pt x="1669" y="1414"/>
                </a:lnTo>
                <a:lnTo>
                  <a:pt x="1669" y="1415"/>
                </a:lnTo>
                <a:lnTo>
                  <a:pt x="1668" y="1415"/>
                </a:lnTo>
                <a:lnTo>
                  <a:pt x="1668" y="1416"/>
                </a:lnTo>
                <a:lnTo>
                  <a:pt x="1668" y="1417"/>
                </a:lnTo>
                <a:lnTo>
                  <a:pt x="1668" y="1418"/>
                </a:lnTo>
                <a:lnTo>
                  <a:pt x="1667" y="1420"/>
                </a:lnTo>
                <a:lnTo>
                  <a:pt x="1665" y="1423"/>
                </a:lnTo>
                <a:lnTo>
                  <a:pt x="1664" y="1424"/>
                </a:lnTo>
                <a:lnTo>
                  <a:pt x="1663" y="1424"/>
                </a:lnTo>
                <a:lnTo>
                  <a:pt x="1663" y="1425"/>
                </a:lnTo>
                <a:lnTo>
                  <a:pt x="1663" y="1426"/>
                </a:lnTo>
                <a:lnTo>
                  <a:pt x="1663" y="1427"/>
                </a:lnTo>
                <a:lnTo>
                  <a:pt x="1663" y="1428"/>
                </a:lnTo>
                <a:lnTo>
                  <a:pt x="1661" y="1429"/>
                </a:lnTo>
                <a:lnTo>
                  <a:pt x="1660" y="1428"/>
                </a:lnTo>
                <a:lnTo>
                  <a:pt x="1659" y="1426"/>
                </a:lnTo>
                <a:lnTo>
                  <a:pt x="1659" y="1425"/>
                </a:lnTo>
                <a:lnTo>
                  <a:pt x="1658" y="1423"/>
                </a:lnTo>
                <a:lnTo>
                  <a:pt x="1658" y="1422"/>
                </a:lnTo>
                <a:lnTo>
                  <a:pt x="1657" y="1421"/>
                </a:lnTo>
                <a:lnTo>
                  <a:pt x="1656" y="1420"/>
                </a:lnTo>
                <a:lnTo>
                  <a:pt x="1654" y="1420"/>
                </a:lnTo>
                <a:lnTo>
                  <a:pt x="1653" y="1420"/>
                </a:lnTo>
                <a:lnTo>
                  <a:pt x="1653" y="1421"/>
                </a:lnTo>
                <a:lnTo>
                  <a:pt x="1653" y="1420"/>
                </a:lnTo>
                <a:lnTo>
                  <a:pt x="1652" y="1420"/>
                </a:lnTo>
                <a:lnTo>
                  <a:pt x="1652" y="1419"/>
                </a:lnTo>
                <a:lnTo>
                  <a:pt x="1651" y="1419"/>
                </a:lnTo>
                <a:lnTo>
                  <a:pt x="1651" y="1418"/>
                </a:lnTo>
                <a:lnTo>
                  <a:pt x="1650" y="1418"/>
                </a:lnTo>
                <a:lnTo>
                  <a:pt x="1649" y="1418"/>
                </a:lnTo>
                <a:lnTo>
                  <a:pt x="1649" y="1419"/>
                </a:lnTo>
                <a:lnTo>
                  <a:pt x="1648" y="1419"/>
                </a:lnTo>
                <a:lnTo>
                  <a:pt x="1648" y="1418"/>
                </a:lnTo>
                <a:lnTo>
                  <a:pt x="1647" y="1417"/>
                </a:lnTo>
                <a:lnTo>
                  <a:pt x="1648" y="1417"/>
                </a:lnTo>
                <a:lnTo>
                  <a:pt x="1648" y="1416"/>
                </a:lnTo>
                <a:lnTo>
                  <a:pt x="1647" y="1415"/>
                </a:lnTo>
                <a:lnTo>
                  <a:pt x="1646" y="1415"/>
                </a:lnTo>
                <a:lnTo>
                  <a:pt x="1644" y="1417"/>
                </a:lnTo>
                <a:lnTo>
                  <a:pt x="1644" y="1416"/>
                </a:lnTo>
                <a:lnTo>
                  <a:pt x="1643" y="1416"/>
                </a:lnTo>
                <a:lnTo>
                  <a:pt x="1642" y="1416"/>
                </a:lnTo>
                <a:lnTo>
                  <a:pt x="1642" y="1417"/>
                </a:lnTo>
                <a:lnTo>
                  <a:pt x="1641" y="1417"/>
                </a:lnTo>
                <a:lnTo>
                  <a:pt x="1640" y="1417"/>
                </a:lnTo>
                <a:lnTo>
                  <a:pt x="1641" y="1416"/>
                </a:lnTo>
                <a:lnTo>
                  <a:pt x="1640" y="1416"/>
                </a:lnTo>
                <a:lnTo>
                  <a:pt x="1640" y="1415"/>
                </a:lnTo>
                <a:lnTo>
                  <a:pt x="1639" y="1415"/>
                </a:lnTo>
                <a:lnTo>
                  <a:pt x="1638" y="1415"/>
                </a:lnTo>
                <a:lnTo>
                  <a:pt x="1638" y="1414"/>
                </a:lnTo>
                <a:lnTo>
                  <a:pt x="1638" y="1413"/>
                </a:lnTo>
                <a:lnTo>
                  <a:pt x="1638" y="1412"/>
                </a:lnTo>
                <a:lnTo>
                  <a:pt x="1637" y="1410"/>
                </a:lnTo>
                <a:lnTo>
                  <a:pt x="1636" y="1409"/>
                </a:lnTo>
                <a:lnTo>
                  <a:pt x="1636" y="1408"/>
                </a:lnTo>
                <a:lnTo>
                  <a:pt x="1635" y="1406"/>
                </a:lnTo>
                <a:lnTo>
                  <a:pt x="1634" y="1405"/>
                </a:lnTo>
                <a:lnTo>
                  <a:pt x="1634" y="1404"/>
                </a:lnTo>
                <a:lnTo>
                  <a:pt x="1633" y="1403"/>
                </a:lnTo>
                <a:lnTo>
                  <a:pt x="1632" y="1403"/>
                </a:lnTo>
                <a:lnTo>
                  <a:pt x="1631" y="1403"/>
                </a:lnTo>
                <a:lnTo>
                  <a:pt x="1630" y="1402"/>
                </a:lnTo>
                <a:lnTo>
                  <a:pt x="1629" y="1402"/>
                </a:lnTo>
                <a:lnTo>
                  <a:pt x="1628" y="1402"/>
                </a:lnTo>
                <a:lnTo>
                  <a:pt x="1627" y="1402"/>
                </a:lnTo>
                <a:lnTo>
                  <a:pt x="1625" y="1401"/>
                </a:lnTo>
                <a:lnTo>
                  <a:pt x="1623" y="1401"/>
                </a:lnTo>
                <a:lnTo>
                  <a:pt x="1622" y="1401"/>
                </a:lnTo>
                <a:lnTo>
                  <a:pt x="1620" y="1400"/>
                </a:lnTo>
                <a:lnTo>
                  <a:pt x="1618" y="1399"/>
                </a:lnTo>
                <a:lnTo>
                  <a:pt x="1617" y="1399"/>
                </a:lnTo>
                <a:lnTo>
                  <a:pt x="1616" y="1399"/>
                </a:lnTo>
                <a:lnTo>
                  <a:pt x="1615" y="1398"/>
                </a:lnTo>
                <a:lnTo>
                  <a:pt x="1614" y="1397"/>
                </a:lnTo>
                <a:lnTo>
                  <a:pt x="1613" y="1396"/>
                </a:lnTo>
                <a:lnTo>
                  <a:pt x="1613" y="1395"/>
                </a:lnTo>
                <a:lnTo>
                  <a:pt x="1612" y="1395"/>
                </a:lnTo>
                <a:lnTo>
                  <a:pt x="1611" y="1395"/>
                </a:lnTo>
                <a:lnTo>
                  <a:pt x="1609" y="1393"/>
                </a:lnTo>
                <a:lnTo>
                  <a:pt x="1608" y="1393"/>
                </a:lnTo>
                <a:lnTo>
                  <a:pt x="1605" y="1390"/>
                </a:lnTo>
                <a:lnTo>
                  <a:pt x="1604" y="1390"/>
                </a:lnTo>
                <a:lnTo>
                  <a:pt x="1602" y="1391"/>
                </a:lnTo>
                <a:lnTo>
                  <a:pt x="1602" y="1392"/>
                </a:lnTo>
                <a:lnTo>
                  <a:pt x="1601" y="1392"/>
                </a:lnTo>
                <a:lnTo>
                  <a:pt x="1600" y="1392"/>
                </a:lnTo>
                <a:lnTo>
                  <a:pt x="1599" y="1393"/>
                </a:lnTo>
                <a:lnTo>
                  <a:pt x="1599" y="1392"/>
                </a:lnTo>
                <a:lnTo>
                  <a:pt x="1598" y="1392"/>
                </a:lnTo>
                <a:lnTo>
                  <a:pt x="1598" y="1391"/>
                </a:lnTo>
                <a:lnTo>
                  <a:pt x="1597" y="1390"/>
                </a:lnTo>
                <a:lnTo>
                  <a:pt x="1596" y="1391"/>
                </a:lnTo>
                <a:lnTo>
                  <a:pt x="1596" y="1392"/>
                </a:lnTo>
                <a:lnTo>
                  <a:pt x="1595" y="1393"/>
                </a:lnTo>
                <a:lnTo>
                  <a:pt x="1592" y="1394"/>
                </a:lnTo>
                <a:lnTo>
                  <a:pt x="1591" y="1393"/>
                </a:lnTo>
                <a:lnTo>
                  <a:pt x="1590" y="1392"/>
                </a:lnTo>
                <a:lnTo>
                  <a:pt x="1589" y="1392"/>
                </a:lnTo>
                <a:lnTo>
                  <a:pt x="1588" y="1392"/>
                </a:lnTo>
                <a:lnTo>
                  <a:pt x="1587" y="1392"/>
                </a:lnTo>
                <a:lnTo>
                  <a:pt x="1586" y="1392"/>
                </a:lnTo>
                <a:lnTo>
                  <a:pt x="1586" y="1393"/>
                </a:lnTo>
                <a:lnTo>
                  <a:pt x="1585" y="1393"/>
                </a:lnTo>
                <a:lnTo>
                  <a:pt x="1584" y="1393"/>
                </a:lnTo>
                <a:lnTo>
                  <a:pt x="1585" y="1393"/>
                </a:lnTo>
                <a:lnTo>
                  <a:pt x="1585" y="1392"/>
                </a:lnTo>
                <a:lnTo>
                  <a:pt x="1585" y="1391"/>
                </a:lnTo>
                <a:lnTo>
                  <a:pt x="1584" y="1390"/>
                </a:lnTo>
                <a:lnTo>
                  <a:pt x="1584" y="1389"/>
                </a:lnTo>
                <a:lnTo>
                  <a:pt x="1584" y="1388"/>
                </a:lnTo>
                <a:lnTo>
                  <a:pt x="1584" y="1387"/>
                </a:lnTo>
                <a:lnTo>
                  <a:pt x="1583" y="1385"/>
                </a:lnTo>
                <a:lnTo>
                  <a:pt x="1582" y="1384"/>
                </a:lnTo>
                <a:lnTo>
                  <a:pt x="1582" y="1383"/>
                </a:lnTo>
                <a:lnTo>
                  <a:pt x="1582" y="1382"/>
                </a:lnTo>
                <a:lnTo>
                  <a:pt x="1582" y="1381"/>
                </a:lnTo>
                <a:lnTo>
                  <a:pt x="1582" y="1380"/>
                </a:lnTo>
                <a:lnTo>
                  <a:pt x="1582" y="1379"/>
                </a:lnTo>
                <a:lnTo>
                  <a:pt x="1583" y="1379"/>
                </a:lnTo>
                <a:lnTo>
                  <a:pt x="1583" y="1378"/>
                </a:lnTo>
                <a:lnTo>
                  <a:pt x="1582" y="1377"/>
                </a:lnTo>
                <a:lnTo>
                  <a:pt x="1581" y="1377"/>
                </a:lnTo>
                <a:lnTo>
                  <a:pt x="1581" y="1378"/>
                </a:lnTo>
                <a:lnTo>
                  <a:pt x="1580" y="1377"/>
                </a:lnTo>
                <a:lnTo>
                  <a:pt x="1580" y="1376"/>
                </a:lnTo>
                <a:lnTo>
                  <a:pt x="1580" y="1375"/>
                </a:lnTo>
                <a:lnTo>
                  <a:pt x="1580" y="1374"/>
                </a:lnTo>
                <a:lnTo>
                  <a:pt x="1580" y="1372"/>
                </a:lnTo>
                <a:lnTo>
                  <a:pt x="1581" y="1372"/>
                </a:lnTo>
                <a:lnTo>
                  <a:pt x="1581" y="1371"/>
                </a:lnTo>
                <a:lnTo>
                  <a:pt x="1579" y="1369"/>
                </a:lnTo>
                <a:lnTo>
                  <a:pt x="1579" y="1370"/>
                </a:lnTo>
                <a:lnTo>
                  <a:pt x="1578" y="1370"/>
                </a:lnTo>
                <a:lnTo>
                  <a:pt x="1577" y="1369"/>
                </a:lnTo>
                <a:lnTo>
                  <a:pt x="1578" y="1369"/>
                </a:lnTo>
                <a:lnTo>
                  <a:pt x="1578" y="1368"/>
                </a:lnTo>
                <a:lnTo>
                  <a:pt x="1577" y="1366"/>
                </a:lnTo>
                <a:lnTo>
                  <a:pt x="1576" y="1365"/>
                </a:lnTo>
                <a:lnTo>
                  <a:pt x="1577" y="1365"/>
                </a:lnTo>
                <a:lnTo>
                  <a:pt x="1577" y="1364"/>
                </a:lnTo>
                <a:lnTo>
                  <a:pt x="1576" y="1364"/>
                </a:lnTo>
                <a:lnTo>
                  <a:pt x="1576" y="1362"/>
                </a:lnTo>
                <a:lnTo>
                  <a:pt x="1575" y="1361"/>
                </a:lnTo>
                <a:lnTo>
                  <a:pt x="1574" y="1360"/>
                </a:lnTo>
                <a:lnTo>
                  <a:pt x="1573" y="1360"/>
                </a:lnTo>
                <a:lnTo>
                  <a:pt x="1572" y="1359"/>
                </a:lnTo>
                <a:lnTo>
                  <a:pt x="1572" y="1358"/>
                </a:lnTo>
                <a:lnTo>
                  <a:pt x="1571" y="1358"/>
                </a:lnTo>
                <a:lnTo>
                  <a:pt x="1570" y="1358"/>
                </a:lnTo>
                <a:lnTo>
                  <a:pt x="1568" y="1357"/>
                </a:lnTo>
                <a:lnTo>
                  <a:pt x="1567" y="1357"/>
                </a:lnTo>
                <a:lnTo>
                  <a:pt x="1565" y="1357"/>
                </a:lnTo>
                <a:lnTo>
                  <a:pt x="1564" y="1357"/>
                </a:lnTo>
                <a:lnTo>
                  <a:pt x="1563" y="1357"/>
                </a:lnTo>
                <a:lnTo>
                  <a:pt x="1562" y="1356"/>
                </a:lnTo>
                <a:lnTo>
                  <a:pt x="1562" y="1355"/>
                </a:lnTo>
                <a:lnTo>
                  <a:pt x="1562" y="1354"/>
                </a:lnTo>
                <a:lnTo>
                  <a:pt x="1561" y="1354"/>
                </a:lnTo>
                <a:lnTo>
                  <a:pt x="1561" y="1353"/>
                </a:lnTo>
                <a:lnTo>
                  <a:pt x="1560" y="1354"/>
                </a:lnTo>
                <a:lnTo>
                  <a:pt x="1559" y="1354"/>
                </a:lnTo>
                <a:lnTo>
                  <a:pt x="1558" y="1353"/>
                </a:lnTo>
                <a:lnTo>
                  <a:pt x="1558" y="1352"/>
                </a:lnTo>
                <a:lnTo>
                  <a:pt x="1558" y="1351"/>
                </a:lnTo>
                <a:lnTo>
                  <a:pt x="1558" y="1350"/>
                </a:lnTo>
                <a:lnTo>
                  <a:pt x="1556" y="1350"/>
                </a:lnTo>
                <a:lnTo>
                  <a:pt x="1555" y="1351"/>
                </a:lnTo>
                <a:lnTo>
                  <a:pt x="1554" y="1351"/>
                </a:lnTo>
                <a:lnTo>
                  <a:pt x="1553" y="1350"/>
                </a:lnTo>
                <a:lnTo>
                  <a:pt x="1553" y="1349"/>
                </a:lnTo>
                <a:lnTo>
                  <a:pt x="1553" y="1348"/>
                </a:lnTo>
                <a:lnTo>
                  <a:pt x="1551" y="1349"/>
                </a:lnTo>
                <a:lnTo>
                  <a:pt x="1550" y="1349"/>
                </a:lnTo>
                <a:lnTo>
                  <a:pt x="1549" y="1349"/>
                </a:lnTo>
                <a:lnTo>
                  <a:pt x="1549" y="1348"/>
                </a:lnTo>
                <a:lnTo>
                  <a:pt x="1548" y="1347"/>
                </a:lnTo>
                <a:lnTo>
                  <a:pt x="1547" y="1347"/>
                </a:lnTo>
                <a:lnTo>
                  <a:pt x="1547" y="1346"/>
                </a:lnTo>
                <a:lnTo>
                  <a:pt x="1547" y="1347"/>
                </a:lnTo>
                <a:lnTo>
                  <a:pt x="1546" y="1347"/>
                </a:lnTo>
                <a:lnTo>
                  <a:pt x="1545" y="1348"/>
                </a:lnTo>
                <a:lnTo>
                  <a:pt x="1545" y="1349"/>
                </a:lnTo>
                <a:lnTo>
                  <a:pt x="1543" y="1349"/>
                </a:lnTo>
                <a:lnTo>
                  <a:pt x="1542" y="1349"/>
                </a:lnTo>
                <a:lnTo>
                  <a:pt x="1542" y="1348"/>
                </a:lnTo>
                <a:lnTo>
                  <a:pt x="1542" y="1347"/>
                </a:lnTo>
                <a:lnTo>
                  <a:pt x="1541" y="1347"/>
                </a:lnTo>
                <a:lnTo>
                  <a:pt x="1540" y="1346"/>
                </a:lnTo>
                <a:lnTo>
                  <a:pt x="1539" y="1346"/>
                </a:lnTo>
                <a:lnTo>
                  <a:pt x="1539" y="1345"/>
                </a:lnTo>
                <a:lnTo>
                  <a:pt x="1538" y="1345"/>
                </a:lnTo>
                <a:lnTo>
                  <a:pt x="1537" y="1345"/>
                </a:lnTo>
                <a:lnTo>
                  <a:pt x="1537" y="1344"/>
                </a:lnTo>
                <a:lnTo>
                  <a:pt x="1537" y="1343"/>
                </a:lnTo>
                <a:lnTo>
                  <a:pt x="1537" y="1342"/>
                </a:lnTo>
                <a:lnTo>
                  <a:pt x="1537" y="1341"/>
                </a:lnTo>
                <a:lnTo>
                  <a:pt x="1536" y="1341"/>
                </a:lnTo>
                <a:lnTo>
                  <a:pt x="1534" y="1341"/>
                </a:lnTo>
                <a:lnTo>
                  <a:pt x="1533" y="1341"/>
                </a:lnTo>
                <a:lnTo>
                  <a:pt x="1532" y="1341"/>
                </a:lnTo>
                <a:lnTo>
                  <a:pt x="1529" y="1340"/>
                </a:lnTo>
                <a:lnTo>
                  <a:pt x="1529" y="1339"/>
                </a:lnTo>
                <a:lnTo>
                  <a:pt x="1528" y="1339"/>
                </a:lnTo>
                <a:lnTo>
                  <a:pt x="1527" y="1339"/>
                </a:lnTo>
                <a:lnTo>
                  <a:pt x="1526" y="1338"/>
                </a:lnTo>
                <a:lnTo>
                  <a:pt x="1526" y="1337"/>
                </a:lnTo>
                <a:lnTo>
                  <a:pt x="1525" y="1337"/>
                </a:lnTo>
                <a:lnTo>
                  <a:pt x="1524" y="1336"/>
                </a:lnTo>
                <a:lnTo>
                  <a:pt x="1523" y="1336"/>
                </a:lnTo>
                <a:lnTo>
                  <a:pt x="1523" y="1335"/>
                </a:lnTo>
                <a:lnTo>
                  <a:pt x="1522" y="1335"/>
                </a:lnTo>
                <a:lnTo>
                  <a:pt x="1522" y="1334"/>
                </a:lnTo>
                <a:lnTo>
                  <a:pt x="1521" y="1333"/>
                </a:lnTo>
                <a:lnTo>
                  <a:pt x="1520" y="1333"/>
                </a:lnTo>
                <a:lnTo>
                  <a:pt x="1519" y="1332"/>
                </a:lnTo>
                <a:lnTo>
                  <a:pt x="1518" y="1332"/>
                </a:lnTo>
                <a:lnTo>
                  <a:pt x="1518" y="1331"/>
                </a:lnTo>
                <a:lnTo>
                  <a:pt x="1517" y="1330"/>
                </a:lnTo>
                <a:lnTo>
                  <a:pt x="1517" y="1329"/>
                </a:lnTo>
                <a:lnTo>
                  <a:pt x="1516" y="1329"/>
                </a:lnTo>
                <a:lnTo>
                  <a:pt x="1516" y="1328"/>
                </a:lnTo>
                <a:lnTo>
                  <a:pt x="1515" y="1327"/>
                </a:lnTo>
                <a:lnTo>
                  <a:pt x="1515" y="1326"/>
                </a:lnTo>
                <a:lnTo>
                  <a:pt x="1515" y="1324"/>
                </a:lnTo>
                <a:lnTo>
                  <a:pt x="1515" y="1323"/>
                </a:lnTo>
                <a:lnTo>
                  <a:pt x="1514" y="1322"/>
                </a:lnTo>
                <a:lnTo>
                  <a:pt x="1513" y="1322"/>
                </a:lnTo>
                <a:lnTo>
                  <a:pt x="1512" y="1321"/>
                </a:lnTo>
                <a:lnTo>
                  <a:pt x="1512" y="1320"/>
                </a:lnTo>
                <a:lnTo>
                  <a:pt x="1511" y="1318"/>
                </a:lnTo>
                <a:lnTo>
                  <a:pt x="1512" y="1316"/>
                </a:lnTo>
                <a:lnTo>
                  <a:pt x="1512" y="1314"/>
                </a:lnTo>
                <a:lnTo>
                  <a:pt x="1512" y="1313"/>
                </a:lnTo>
                <a:lnTo>
                  <a:pt x="1513" y="1312"/>
                </a:lnTo>
                <a:lnTo>
                  <a:pt x="1513" y="1311"/>
                </a:lnTo>
                <a:lnTo>
                  <a:pt x="1512" y="1311"/>
                </a:lnTo>
                <a:lnTo>
                  <a:pt x="1512" y="1310"/>
                </a:lnTo>
                <a:lnTo>
                  <a:pt x="1512" y="1309"/>
                </a:lnTo>
                <a:lnTo>
                  <a:pt x="1512" y="1308"/>
                </a:lnTo>
                <a:lnTo>
                  <a:pt x="1512" y="1307"/>
                </a:lnTo>
                <a:lnTo>
                  <a:pt x="1511" y="1307"/>
                </a:lnTo>
                <a:lnTo>
                  <a:pt x="1510" y="1307"/>
                </a:lnTo>
                <a:lnTo>
                  <a:pt x="1509" y="1307"/>
                </a:lnTo>
                <a:lnTo>
                  <a:pt x="1509" y="1306"/>
                </a:lnTo>
                <a:lnTo>
                  <a:pt x="1508" y="1306"/>
                </a:lnTo>
                <a:lnTo>
                  <a:pt x="1507" y="1306"/>
                </a:lnTo>
                <a:lnTo>
                  <a:pt x="1506" y="1306"/>
                </a:lnTo>
                <a:lnTo>
                  <a:pt x="1505" y="1306"/>
                </a:lnTo>
                <a:lnTo>
                  <a:pt x="1504" y="1306"/>
                </a:lnTo>
                <a:lnTo>
                  <a:pt x="1504" y="1305"/>
                </a:lnTo>
                <a:lnTo>
                  <a:pt x="1504" y="1303"/>
                </a:lnTo>
                <a:lnTo>
                  <a:pt x="1505" y="1303"/>
                </a:lnTo>
                <a:lnTo>
                  <a:pt x="1506" y="1303"/>
                </a:lnTo>
                <a:lnTo>
                  <a:pt x="1506" y="1302"/>
                </a:lnTo>
                <a:lnTo>
                  <a:pt x="1507" y="1302"/>
                </a:lnTo>
                <a:lnTo>
                  <a:pt x="1507" y="1301"/>
                </a:lnTo>
                <a:lnTo>
                  <a:pt x="1506" y="1299"/>
                </a:lnTo>
                <a:lnTo>
                  <a:pt x="1506" y="1298"/>
                </a:lnTo>
                <a:lnTo>
                  <a:pt x="1506" y="1297"/>
                </a:lnTo>
                <a:lnTo>
                  <a:pt x="1505" y="1296"/>
                </a:lnTo>
                <a:lnTo>
                  <a:pt x="1506" y="1296"/>
                </a:lnTo>
                <a:lnTo>
                  <a:pt x="1507" y="1296"/>
                </a:lnTo>
                <a:lnTo>
                  <a:pt x="1507" y="1295"/>
                </a:lnTo>
                <a:lnTo>
                  <a:pt x="1507" y="1294"/>
                </a:lnTo>
                <a:lnTo>
                  <a:pt x="1507" y="1293"/>
                </a:lnTo>
                <a:lnTo>
                  <a:pt x="1508" y="1292"/>
                </a:lnTo>
                <a:lnTo>
                  <a:pt x="1509" y="1292"/>
                </a:lnTo>
                <a:lnTo>
                  <a:pt x="1509" y="1291"/>
                </a:lnTo>
                <a:lnTo>
                  <a:pt x="1508" y="1289"/>
                </a:lnTo>
                <a:lnTo>
                  <a:pt x="1509" y="1289"/>
                </a:lnTo>
                <a:lnTo>
                  <a:pt x="1509" y="1288"/>
                </a:lnTo>
                <a:lnTo>
                  <a:pt x="1509" y="1286"/>
                </a:lnTo>
                <a:lnTo>
                  <a:pt x="1508" y="1286"/>
                </a:lnTo>
                <a:lnTo>
                  <a:pt x="1508" y="1285"/>
                </a:lnTo>
                <a:lnTo>
                  <a:pt x="1507" y="1285"/>
                </a:lnTo>
                <a:lnTo>
                  <a:pt x="1506" y="1285"/>
                </a:lnTo>
                <a:lnTo>
                  <a:pt x="1506" y="1284"/>
                </a:lnTo>
                <a:lnTo>
                  <a:pt x="1505" y="1283"/>
                </a:lnTo>
                <a:lnTo>
                  <a:pt x="1505" y="1281"/>
                </a:lnTo>
                <a:lnTo>
                  <a:pt x="1504" y="1280"/>
                </a:lnTo>
                <a:lnTo>
                  <a:pt x="1504" y="1279"/>
                </a:lnTo>
                <a:lnTo>
                  <a:pt x="1503" y="1279"/>
                </a:lnTo>
                <a:lnTo>
                  <a:pt x="1502" y="1279"/>
                </a:lnTo>
                <a:lnTo>
                  <a:pt x="1502" y="1278"/>
                </a:lnTo>
                <a:lnTo>
                  <a:pt x="1502" y="1277"/>
                </a:lnTo>
                <a:lnTo>
                  <a:pt x="1502" y="1275"/>
                </a:lnTo>
                <a:lnTo>
                  <a:pt x="1503" y="1273"/>
                </a:lnTo>
                <a:lnTo>
                  <a:pt x="1503" y="1272"/>
                </a:lnTo>
                <a:lnTo>
                  <a:pt x="1504" y="1269"/>
                </a:lnTo>
                <a:lnTo>
                  <a:pt x="1504" y="1268"/>
                </a:lnTo>
                <a:lnTo>
                  <a:pt x="1504" y="1267"/>
                </a:lnTo>
                <a:lnTo>
                  <a:pt x="1504" y="1264"/>
                </a:lnTo>
                <a:lnTo>
                  <a:pt x="1503" y="1264"/>
                </a:lnTo>
                <a:lnTo>
                  <a:pt x="1503" y="1263"/>
                </a:lnTo>
                <a:lnTo>
                  <a:pt x="1502" y="1263"/>
                </a:lnTo>
                <a:lnTo>
                  <a:pt x="1501" y="1263"/>
                </a:lnTo>
                <a:lnTo>
                  <a:pt x="1501" y="1261"/>
                </a:lnTo>
                <a:lnTo>
                  <a:pt x="1501" y="1260"/>
                </a:lnTo>
                <a:lnTo>
                  <a:pt x="1501" y="1259"/>
                </a:lnTo>
                <a:lnTo>
                  <a:pt x="1501" y="1258"/>
                </a:lnTo>
                <a:lnTo>
                  <a:pt x="1500" y="1258"/>
                </a:lnTo>
                <a:lnTo>
                  <a:pt x="1499" y="1258"/>
                </a:lnTo>
                <a:lnTo>
                  <a:pt x="1498" y="1257"/>
                </a:lnTo>
                <a:lnTo>
                  <a:pt x="1496" y="1255"/>
                </a:lnTo>
                <a:lnTo>
                  <a:pt x="1495" y="1254"/>
                </a:lnTo>
                <a:lnTo>
                  <a:pt x="1494" y="1254"/>
                </a:lnTo>
                <a:lnTo>
                  <a:pt x="1494" y="1253"/>
                </a:lnTo>
                <a:lnTo>
                  <a:pt x="1494" y="1252"/>
                </a:lnTo>
                <a:lnTo>
                  <a:pt x="1493" y="1252"/>
                </a:lnTo>
                <a:lnTo>
                  <a:pt x="1493" y="1251"/>
                </a:lnTo>
                <a:lnTo>
                  <a:pt x="1493" y="1250"/>
                </a:lnTo>
                <a:lnTo>
                  <a:pt x="1492" y="1249"/>
                </a:lnTo>
                <a:lnTo>
                  <a:pt x="1491" y="1250"/>
                </a:lnTo>
                <a:lnTo>
                  <a:pt x="1490" y="1250"/>
                </a:lnTo>
                <a:lnTo>
                  <a:pt x="1490" y="1249"/>
                </a:lnTo>
                <a:lnTo>
                  <a:pt x="1489" y="1248"/>
                </a:lnTo>
                <a:lnTo>
                  <a:pt x="1489" y="1246"/>
                </a:lnTo>
                <a:lnTo>
                  <a:pt x="1489" y="1245"/>
                </a:lnTo>
                <a:lnTo>
                  <a:pt x="1490" y="1244"/>
                </a:lnTo>
                <a:lnTo>
                  <a:pt x="1491" y="1244"/>
                </a:lnTo>
                <a:lnTo>
                  <a:pt x="1491" y="1243"/>
                </a:lnTo>
                <a:lnTo>
                  <a:pt x="1492" y="1242"/>
                </a:lnTo>
                <a:lnTo>
                  <a:pt x="1493" y="1241"/>
                </a:lnTo>
                <a:lnTo>
                  <a:pt x="1492" y="1241"/>
                </a:lnTo>
                <a:lnTo>
                  <a:pt x="1492" y="1240"/>
                </a:lnTo>
                <a:lnTo>
                  <a:pt x="1491" y="1240"/>
                </a:lnTo>
                <a:lnTo>
                  <a:pt x="1491" y="1239"/>
                </a:lnTo>
                <a:lnTo>
                  <a:pt x="1490" y="1238"/>
                </a:lnTo>
                <a:lnTo>
                  <a:pt x="1489" y="1238"/>
                </a:lnTo>
                <a:lnTo>
                  <a:pt x="1489" y="1237"/>
                </a:lnTo>
                <a:lnTo>
                  <a:pt x="1488" y="1237"/>
                </a:lnTo>
                <a:lnTo>
                  <a:pt x="1488" y="1236"/>
                </a:lnTo>
                <a:lnTo>
                  <a:pt x="1487" y="1236"/>
                </a:lnTo>
                <a:lnTo>
                  <a:pt x="1486" y="1236"/>
                </a:lnTo>
                <a:lnTo>
                  <a:pt x="1486" y="1235"/>
                </a:lnTo>
                <a:lnTo>
                  <a:pt x="1486" y="1234"/>
                </a:lnTo>
                <a:lnTo>
                  <a:pt x="1485" y="1232"/>
                </a:lnTo>
                <a:lnTo>
                  <a:pt x="1485" y="1231"/>
                </a:lnTo>
                <a:lnTo>
                  <a:pt x="1484" y="1230"/>
                </a:lnTo>
                <a:lnTo>
                  <a:pt x="1485" y="1230"/>
                </a:lnTo>
                <a:lnTo>
                  <a:pt x="1486" y="1229"/>
                </a:lnTo>
                <a:lnTo>
                  <a:pt x="1486" y="1230"/>
                </a:lnTo>
                <a:lnTo>
                  <a:pt x="1487" y="1230"/>
                </a:lnTo>
                <a:lnTo>
                  <a:pt x="1488" y="1229"/>
                </a:lnTo>
                <a:lnTo>
                  <a:pt x="1489" y="1229"/>
                </a:lnTo>
                <a:lnTo>
                  <a:pt x="1490" y="1229"/>
                </a:lnTo>
                <a:lnTo>
                  <a:pt x="1490" y="1228"/>
                </a:lnTo>
                <a:lnTo>
                  <a:pt x="1490" y="1227"/>
                </a:lnTo>
                <a:lnTo>
                  <a:pt x="1491" y="1226"/>
                </a:lnTo>
                <a:lnTo>
                  <a:pt x="1490" y="1226"/>
                </a:lnTo>
                <a:lnTo>
                  <a:pt x="1489" y="1226"/>
                </a:lnTo>
                <a:lnTo>
                  <a:pt x="1489" y="1225"/>
                </a:lnTo>
                <a:lnTo>
                  <a:pt x="1489" y="1224"/>
                </a:lnTo>
                <a:lnTo>
                  <a:pt x="1490" y="1224"/>
                </a:lnTo>
                <a:lnTo>
                  <a:pt x="1489" y="1224"/>
                </a:lnTo>
                <a:lnTo>
                  <a:pt x="1489" y="1223"/>
                </a:lnTo>
                <a:lnTo>
                  <a:pt x="1488" y="1223"/>
                </a:lnTo>
                <a:lnTo>
                  <a:pt x="1487" y="1223"/>
                </a:lnTo>
                <a:lnTo>
                  <a:pt x="1487" y="1222"/>
                </a:lnTo>
                <a:lnTo>
                  <a:pt x="1487" y="1221"/>
                </a:lnTo>
                <a:lnTo>
                  <a:pt x="1486" y="1221"/>
                </a:lnTo>
                <a:lnTo>
                  <a:pt x="1485" y="1221"/>
                </a:lnTo>
                <a:lnTo>
                  <a:pt x="1484" y="1219"/>
                </a:lnTo>
                <a:lnTo>
                  <a:pt x="1483" y="1218"/>
                </a:lnTo>
                <a:lnTo>
                  <a:pt x="1483" y="1217"/>
                </a:lnTo>
                <a:lnTo>
                  <a:pt x="1482" y="1217"/>
                </a:lnTo>
                <a:lnTo>
                  <a:pt x="1482" y="1216"/>
                </a:lnTo>
                <a:lnTo>
                  <a:pt x="1482" y="1215"/>
                </a:lnTo>
                <a:lnTo>
                  <a:pt x="1483" y="1214"/>
                </a:lnTo>
                <a:lnTo>
                  <a:pt x="1483" y="1213"/>
                </a:lnTo>
                <a:lnTo>
                  <a:pt x="1482" y="1211"/>
                </a:lnTo>
                <a:lnTo>
                  <a:pt x="1481" y="1210"/>
                </a:lnTo>
                <a:lnTo>
                  <a:pt x="1480" y="1209"/>
                </a:lnTo>
                <a:lnTo>
                  <a:pt x="1479" y="1209"/>
                </a:lnTo>
                <a:lnTo>
                  <a:pt x="1478" y="1208"/>
                </a:lnTo>
                <a:lnTo>
                  <a:pt x="1477" y="1208"/>
                </a:lnTo>
                <a:lnTo>
                  <a:pt x="1476" y="1208"/>
                </a:lnTo>
                <a:lnTo>
                  <a:pt x="1476" y="1207"/>
                </a:lnTo>
                <a:lnTo>
                  <a:pt x="1475" y="1207"/>
                </a:lnTo>
                <a:lnTo>
                  <a:pt x="1474" y="1207"/>
                </a:lnTo>
                <a:lnTo>
                  <a:pt x="1474" y="1206"/>
                </a:lnTo>
                <a:lnTo>
                  <a:pt x="1473" y="1206"/>
                </a:lnTo>
                <a:lnTo>
                  <a:pt x="1473" y="1205"/>
                </a:lnTo>
                <a:lnTo>
                  <a:pt x="1472" y="1205"/>
                </a:lnTo>
                <a:lnTo>
                  <a:pt x="1472" y="1204"/>
                </a:lnTo>
                <a:lnTo>
                  <a:pt x="1472" y="1202"/>
                </a:lnTo>
                <a:lnTo>
                  <a:pt x="1471" y="1201"/>
                </a:lnTo>
                <a:lnTo>
                  <a:pt x="1470" y="1201"/>
                </a:lnTo>
                <a:lnTo>
                  <a:pt x="1470" y="1200"/>
                </a:lnTo>
                <a:lnTo>
                  <a:pt x="1469" y="1201"/>
                </a:lnTo>
                <a:lnTo>
                  <a:pt x="1468" y="1201"/>
                </a:lnTo>
                <a:lnTo>
                  <a:pt x="1467" y="1201"/>
                </a:lnTo>
                <a:lnTo>
                  <a:pt x="1466" y="1201"/>
                </a:lnTo>
                <a:lnTo>
                  <a:pt x="1465" y="1200"/>
                </a:lnTo>
                <a:lnTo>
                  <a:pt x="1465" y="1199"/>
                </a:lnTo>
                <a:lnTo>
                  <a:pt x="1465" y="1198"/>
                </a:lnTo>
                <a:lnTo>
                  <a:pt x="1466" y="1197"/>
                </a:lnTo>
                <a:lnTo>
                  <a:pt x="1466" y="1196"/>
                </a:lnTo>
                <a:lnTo>
                  <a:pt x="1467" y="1196"/>
                </a:lnTo>
                <a:lnTo>
                  <a:pt x="1466" y="1196"/>
                </a:lnTo>
                <a:lnTo>
                  <a:pt x="1466" y="1195"/>
                </a:lnTo>
                <a:lnTo>
                  <a:pt x="1466" y="1194"/>
                </a:lnTo>
                <a:lnTo>
                  <a:pt x="1465" y="1194"/>
                </a:lnTo>
                <a:lnTo>
                  <a:pt x="1465" y="1193"/>
                </a:lnTo>
                <a:lnTo>
                  <a:pt x="1465" y="1192"/>
                </a:lnTo>
                <a:lnTo>
                  <a:pt x="1465" y="1191"/>
                </a:lnTo>
                <a:lnTo>
                  <a:pt x="1465" y="1190"/>
                </a:lnTo>
                <a:lnTo>
                  <a:pt x="1464" y="1188"/>
                </a:lnTo>
                <a:lnTo>
                  <a:pt x="1464" y="1187"/>
                </a:lnTo>
                <a:lnTo>
                  <a:pt x="1463" y="1185"/>
                </a:lnTo>
                <a:lnTo>
                  <a:pt x="1462" y="1184"/>
                </a:lnTo>
                <a:lnTo>
                  <a:pt x="1461" y="1184"/>
                </a:lnTo>
                <a:lnTo>
                  <a:pt x="1461" y="1185"/>
                </a:lnTo>
                <a:lnTo>
                  <a:pt x="1460" y="1185"/>
                </a:lnTo>
                <a:lnTo>
                  <a:pt x="1460" y="1186"/>
                </a:lnTo>
                <a:lnTo>
                  <a:pt x="1459" y="1186"/>
                </a:lnTo>
                <a:lnTo>
                  <a:pt x="1458" y="1186"/>
                </a:lnTo>
                <a:lnTo>
                  <a:pt x="1458" y="1185"/>
                </a:lnTo>
                <a:lnTo>
                  <a:pt x="1457" y="1185"/>
                </a:lnTo>
                <a:lnTo>
                  <a:pt x="1457" y="1184"/>
                </a:lnTo>
                <a:lnTo>
                  <a:pt x="1456" y="1183"/>
                </a:lnTo>
                <a:lnTo>
                  <a:pt x="1456" y="1182"/>
                </a:lnTo>
                <a:lnTo>
                  <a:pt x="1455" y="1182"/>
                </a:lnTo>
                <a:lnTo>
                  <a:pt x="1455" y="1181"/>
                </a:lnTo>
                <a:lnTo>
                  <a:pt x="1454" y="1181"/>
                </a:lnTo>
                <a:lnTo>
                  <a:pt x="1453" y="1180"/>
                </a:lnTo>
                <a:lnTo>
                  <a:pt x="1453" y="1179"/>
                </a:lnTo>
                <a:lnTo>
                  <a:pt x="1454" y="1177"/>
                </a:lnTo>
                <a:lnTo>
                  <a:pt x="1455" y="1177"/>
                </a:lnTo>
                <a:lnTo>
                  <a:pt x="1456" y="1175"/>
                </a:lnTo>
                <a:lnTo>
                  <a:pt x="1457" y="1174"/>
                </a:lnTo>
                <a:lnTo>
                  <a:pt x="1457" y="1172"/>
                </a:lnTo>
                <a:lnTo>
                  <a:pt x="1457" y="1171"/>
                </a:lnTo>
                <a:lnTo>
                  <a:pt x="1456" y="1169"/>
                </a:lnTo>
                <a:lnTo>
                  <a:pt x="1455" y="1169"/>
                </a:lnTo>
                <a:lnTo>
                  <a:pt x="1454" y="1168"/>
                </a:lnTo>
                <a:lnTo>
                  <a:pt x="1454" y="1166"/>
                </a:lnTo>
                <a:lnTo>
                  <a:pt x="1454" y="1165"/>
                </a:lnTo>
                <a:lnTo>
                  <a:pt x="1454" y="1164"/>
                </a:lnTo>
                <a:lnTo>
                  <a:pt x="1455" y="1164"/>
                </a:lnTo>
                <a:lnTo>
                  <a:pt x="1455" y="1163"/>
                </a:lnTo>
                <a:lnTo>
                  <a:pt x="1455" y="1162"/>
                </a:lnTo>
                <a:lnTo>
                  <a:pt x="1457" y="1161"/>
                </a:lnTo>
                <a:lnTo>
                  <a:pt x="1458" y="1161"/>
                </a:lnTo>
                <a:lnTo>
                  <a:pt x="1459" y="1160"/>
                </a:lnTo>
                <a:lnTo>
                  <a:pt x="1459" y="1159"/>
                </a:lnTo>
                <a:lnTo>
                  <a:pt x="1460" y="1159"/>
                </a:lnTo>
                <a:lnTo>
                  <a:pt x="1460" y="1158"/>
                </a:lnTo>
                <a:lnTo>
                  <a:pt x="1460" y="1156"/>
                </a:lnTo>
                <a:lnTo>
                  <a:pt x="1460" y="1155"/>
                </a:lnTo>
                <a:lnTo>
                  <a:pt x="1460" y="1154"/>
                </a:lnTo>
                <a:lnTo>
                  <a:pt x="1459" y="1154"/>
                </a:lnTo>
                <a:lnTo>
                  <a:pt x="1459" y="1153"/>
                </a:lnTo>
                <a:lnTo>
                  <a:pt x="1460" y="1152"/>
                </a:lnTo>
                <a:lnTo>
                  <a:pt x="1461" y="1151"/>
                </a:lnTo>
                <a:lnTo>
                  <a:pt x="1461" y="1150"/>
                </a:lnTo>
                <a:lnTo>
                  <a:pt x="1459" y="1149"/>
                </a:lnTo>
                <a:lnTo>
                  <a:pt x="1459" y="1147"/>
                </a:lnTo>
                <a:lnTo>
                  <a:pt x="1458" y="1145"/>
                </a:lnTo>
                <a:lnTo>
                  <a:pt x="1457" y="1145"/>
                </a:lnTo>
                <a:lnTo>
                  <a:pt x="1456" y="1144"/>
                </a:lnTo>
                <a:lnTo>
                  <a:pt x="1456" y="1143"/>
                </a:lnTo>
                <a:lnTo>
                  <a:pt x="1455" y="1142"/>
                </a:lnTo>
                <a:lnTo>
                  <a:pt x="1454" y="1141"/>
                </a:lnTo>
                <a:lnTo>
                  <a:pt x="1453" y="1141"/>
                </a:lnTo>
                <a:lnTo>
                  <a:pt x="1453" y="1140"/>
                </a:lnTo>
                <a:lnTo>
                  <a:pt x="1454" y="1138"/>
                </a:lnTo>
                <a:lnTo>
                  <a:pt x="1455" y="1136"/>
                </a:lnTo>
                <a:lnTo>
                  <a:pt x="1455" y="1135"/>
                </a:lnTo>
                <a:lnTo>
                  <a:pt x="1450" y="1133"/>
                </a:lnTo>
                <a:lnTo>
                  <a:pt x="1448" y="1133"/>
                </a:lnTo>
                <a:lnTo>
                  <a:pt x="1446" y="1132"/>
                </a:lnTo>
                <a:lnTo>
                  <a:pt x="1443" y="1131"/>
                </a:lnTo>
                <a:lnTo>
                  <a:pt x="1443" y="1132"/>
                </a:lnTo>
                <a:lnTo>
                  <a:pt x="1442" y="1132"/>
                </a:lnTo>
                <a:lnTo>
                  <a:pt x="1441" y="1133"/>
                </a:lnTo>
                <a:lnTo>
                  <a:pt x="1440" y="1133"/>
                </a:lnTo>
                <a:lnTo>
                  <a:pt x="1435" y="1133"/>
                </a:lnTo>
                <a:lnTo>
                  <a:pt x="1434" y="1133"/>
                </a:lnTo>
                <a:lnTo>
                  <a:pt x="1433" y="1133"/>
                </a:lnTo>
                <a:lnTo>
                  <a:pt x="1431" y="1134"/>
                </a:lnTo>
                <a:lnTo>
                  <a:pt x="1428" y="1134"/>
                </a:lnTo>
                <a:lnTo>
                  <a:pt x="1428" y="1133"/>
                </a:lnTo>
                <a:lnTo>
                  <a:pt x="1427" y="1133"/>
                </a:lnTo>
                <a:lnTo>
                  <a:pt x="1426" y="1133"/>
                </a:lnTo>
                <a:lnTo>
                  <a:pt x="1425" y="1133"/>
                </a:lnTo>
                <a:lnTo>
                  <a:pt x="1424" y="1134"/>
                </a:lnTo>
                <a:lnTo>
                  <a:pt x="1423" y="1134"/>
                </a:lnTo>
                <a:lnTo>
                  <a:pt x="1423" y="1133"/>
                </a:lnTo>
                <a:lnTo>
                  <a:pt x="1422" y="1131"/>
                </a:lnTo>
                <a:lnTo>
                  <a:pt x="1421" y="1131"/>
                </a:lnTo>
                <a:lnTo>
                  <a:pt x="1420" y="1131"/>
                </a:lnTo>
                <a:lnTo>
                  <a:pt x="1417" y="1130"/>
                </a:lnTo>
                <a:lnTo>
                  <a:pt x="1416" y="1129"/>
                </a:lnTo>
                <a:lnTo>
                  <a:pt x="1416" y="1128"/>
                </a:lnTo>
                <a:lnTo>
                  <a:pt x="1415" y="1127"/>
                </a:lnTo>
                <a:lnTo>
                  <a:pt x="1414" y="1127"/>
                </a:lnTo>
                <a:lnTo>
                  <a:pt x="1413" y="1127"/>
                </a:lnTo>
                <a:lnTo>
                  <a:pt x="1413" y="1128"/>
                </a:lnTo>
                <a:lnTo>
                  <a:pt x="1412" y="1128"/>
                </a:lnTo>
                <a:lnTo>
                  <a:pt x="1411" y="1127"/>
                </a:lnTo>
                <a:lnTo>
                  <a:pt x="1410" y="1127"/>
                </a:lnTo>
                <a:lnTo>
                  <a:pt x="1409" y="1126"/>
                </a:lnTo>
                <a:lnTo>
                  <a:pt x="1408" y="1125"/>
                </a:lnTo>
                <a:lnTo>
                  <a:pt x="1405" y="1124"/>
                </a:lnTo>
                <a:lnTo>
                  <a:pt x="1403" y="1123"/>
                </a:lnTo>
                <a:lnTo>
                  <a:pt x="1403" y="1124"/>
                </a:lnTo>
                <a:lnTo>
                  <a:pt x="1402" y="1124"/>
                </a:lnTo>
                <a:lnTo>
                  <a:pt x="1401" y="1124"/>
                </a:lnTo>
                <a:lnTo>
                  <a:pt x="1400" y="1124"/>
                </a:lnTo>
                <a:lnTo>
                  <a:pt x="1399" y="1124"/>
                </a:lnTo>
                <a:lnTo>
                  <a:pt x="1398" y="1124"/>
                </a:lnTo>
                <a:lnTo>
                  <a:pt x="1397" y="1125"/>
                </a:lnTo>
                <a:lnTo>
                  <a:pt x="1397" y="1124"/>
                </a:lnTo>
                <a:lnTo>
                  <a:pt x="1396" y="1124"/>
                </a:lnTo>
                <a:lnTo>
                  <a:pt x="1395" y="1124"/>
                </a:lnTo>
                <a:lnTo>
                  <a:pt x="1394" y="1123"/>
                </a:lnTo>
                <a:lnTo>
                  <a:pt x="1393" y="1122"/>
                </a:lnTo>
                <a:lnTo>
                  <a:pt x="1392" y="1118"/>
                </a:lnTo>
                <a:lnTo>
                  <a:pt x="1391" y="1118"/>
                </a:lnTo>
                <a:lnTo>
                  <a:pt x="1390" y="1116"/>
                </a:lnTo>
                <a:lnTo>
                  <a:pt x="1389" y="1116"/>
                </a:lnTo>
                <a:lnTo>
                  <a:pt x="1389" y="1115"/>
                </a:lnTo>
                <a:lnTo>
                  <a:pt x="1388" y="1115"/>
                </a:lnTo>
                <a:lnTo>
                  <a:pt x="1387" y="1114"/>
                </a:lnTo>
                <a:lnTo>
                  <a:pt x="1386" y="1113"/>
                </a:lnTo>
                <a:lnTo>
                  <a:pt x="1385" y="1112"/>
                </a:lnTo>
                <a:lnTo>
                  <a:pt x="1383" y="1110"/>
                </a:lnTo>
                <a:lnTo>
                  <a:pt x="1382" y="1108"/>
                </a:lnTo>
                <a:lnTo>
                  <a:pt x="1382" y="1107"/>
                </a:lnTo>
                <a:lnTo>
                  <a:pt x="1381" y="1107"/>
                </a:lnTo>
                <a:lnTo>
                  <a:pt x="1380" y="1106"/>
                </a:lnTo>
                <a:lnTo>
                  <a:pt x="1379" y="1106"/>
                </a:lnTo>
                <a:lnTo>
                  <a:pt x="1378" y="1105"/>
                </a:lnTo>
                <a:lnTo>
                  <a:pt x="1374" y="1103"/>
                </a:lnTo>
                <a:lnTo>
                  <a:pt x="1373" y="1103"/>
                </a:lnTo>
                <a:lnTo>
                  <a:pt x="1372" y="1104"/>
                </a:lnTo>
                <a:lnTo>
                  <a:pt x="1370" y="1104"/>
                </a:lnTo>
                <a:lnTo>
                  <a:pt x="1369" y="1104"/>
                </a:lnTo>
                <a:lnTo>
                  <a:pt x="1368" y="1104"/>
                </a:lnTo>
                <a:lnTo>
                  <a:pt x="1364" y="1103"/>
                </a:lnTo>
                <a:lnTo>
                  <a:pt x="1363" y="1103"/>
                </a:lnTo>
                <a:lnTo>
                  <a:pt x="1360" y="1103"/>
                </a:lnTo>
                <a:lnTo>
                  <a:pt x="1359" y="1103"/>
                </a:lnTo>
                <a:lnTo>
                  <a:pt x="1357" y="1104"/>
                </a:lnTo>
                <a:lnTo>
                  <a:pt x="1356" y="1105"/>
                </a:lnTo>
                <a:lnTo>
                  <a:pt x="1354" y="1109"/>
                </a:lnTo>
                <a:lnTo>
                  <a:pt x="1354" y="1110"/>
                </a:lnTo>
                <a:lnTo>
                  <a:pt x="1352" y="1112"/>
                </a:lnTo>
                <a:lnTo>
                  <a:pt x="1351" y="1112"/>
                </a:lnTo>
                <a:lnTo>
                  <a:pt x="1347" y="1113"/>
                </a:lnTo>
                <a:lnTo>
                  <a:pt x="1347" y="1112"/>
                </a:lnTo>
                <a:lnTo>
                  <a:pt x="1347" y="1113"/>
                </a:lnTo>
                <a:lnTo>
                  <a:pt x="1346" y="1114"/>
                </a:lnTo>
                <a:lnTo>
                  <a:pt x="1341" y="1115"/>
                </a:lnTo>
                <a:lnTo>
                  <a:pt x="1340" y="1115"/>
                </a:lnTo>
                <a:lnTo>
                  <a:pt x="1339" y="1116"/>
                </a:lnTo>
                <a:lnTo>
                  <a:pt x="1338" y="1117"/>
                </a:lnTo>
                <a:lnTo>
                  <a:pt x="1337" y="1117"/>
                </a:lnTo>
                <a:lnTo>
                  <a:pt x="1336" y="1117"/>
                </a:lnTo>
                <a:lnTo>
                  <a:pt x="1334" y="1117"/>
                </a:lnTo>
                <a:lnTo>
                  <a:pt x="1333" y="1118"/>
                </a:lnTo>
                <a:lnTo>
                  <a:pt x="1333" y="1120"/>
                </a:lnTo>
                <a:lnTo>
                  <a:pt x="1333" y="1121"/>
                </a:lnTo>
                <a:lnTo>
                  <a:pt x="1334" y="1121"/>
                </a:lnTo>
                <a:lnTo>
                  <a:pt x="1335" y="1124"/>
                </a:lnTo>
                <a:lnTo>
                  <a:pt x="1335" y="1125"/>
                </a:lnTo>
                <a:lnTo>
                  <a:pt x="1335" y="1127"/>
                </a:lnTo>
                <a:lnTo>
                  <a:pt x="1336" y="1127"/>
                </a:lnTo>
                <a:lnTo>
                  <a:pt x="1336" y="1128"/>
                </a:lnTo>
                <a:lnTo>
                  <a:pt x="1338" y="1128"/>
                </a:lnTo>
                <a:lnTo>
                  <a:pt x="1338" y="1130"/>
                </a:lnTo>
                <a:lnTo>
                  <a:pt x="1338" y="1131"/>
                </a:lnTo>
                <a:lnTo>
                  <a:pt x="1339" y="1132"/>
                </a:lnTo>
                <a:lnTo>
                  <a:pt x="1339" y="1133"/>
                </a:lnTo>
                <a:lnTo>
                  <a:pt x="1339" y="1135"/>
                </a:lnTo>
                <a:lnTo>
                  <a:pt x="1338" y="1135"/>
                </a:lnTo>
                <a:lnTo>
                  <a:pt x="1338" y="1136"/>
                </a:lnTo>
                <a:lnTo>
                  <a:pt x="1338" y="1137"/>
                </a:lnTo>
                <a:lnTo>
                  <a:pt x="1337" y="1137"/>
                </a:lnTo>
                <a:lnTo>
                  <a:pt x="1337" y="1138"/>
                </a:lnTo>
                <a:lnTo>
                  <a:pt x="1337" y="1139"/>
                </a:lnTo>
                <a:lnTo>
                  <a:pt x="1336" y="1139"/>
                </a:lnTo>
                <a:lnTo>
                  <a:pt x="1336" y="1141"/>
                </a:lnTo>
                <a:lnTo>
                  <a:pt x="1333" y="1142"/>
                </a:lnTo>
                <a:lnTo>
                  <a:pt x="1333" y="1141"/>
                </a:lnTo>
                <a:lnTo>
                  <a:pt x="1332" y="1141"/>
                </a:lnTo>
                <a:lnTo>
                  <a:pt x="1331" y="1141"/>
                </a:lnTo>
                <a:lnTo>
                  <a:pt x="1330" y="1141"/>
                </a:lnTo>
                <a:lnTo>
                  <a:pt x="1330" y="1142"/>
                </a:lnTo>
                <a:lnTo>
                  <a:pt x="1329" y="1144"/>
                </a:lnTo>
                <a:lnTo>
                  <a:pt x="1329" y="1145"/>
                </a:lnTo>
                <a:lnTo>
                  <a:pt x="1330" y="1146"/>
                </a:lnTo>
                <a:lnTo>
                  <a:pt x="1330" y="1148"/>
                </a:lnTo>
                <a:lnTo>
                  <a:pt x="1330" y="1149"/>
                </a:lnTo>
                <a:lnTo>
                  <a:pt x="1330" y="1150"/>
                </a:lnTo>
                <a:lnTo>
                  <a:pt x="1330" y="1151"/>
                </a:lnTo>
                <a:lnTo>
                  <a:pt x="1330" y="1152"/>
                </a:lnTo>
                <a:lnTo>
                  <a:pt x="1329" y="1154"/>
                </a:lnTo>
                <a:lnTo>
                  <a:pt x="1329" y="1155"/>
                </a:lnTo>
                <a:lnTo>
                  <a:pt x="1328" y="1155"/>
                </a:lnTo>
                <a:lnTo>
                  <a:pt x="1328" y="1154"/>
                </a:lnTo>
                <a:lnTo>
                  <a:pt x="1328" y="1155"/>
                </a:lnTo>
                <a:lnTo>
                  <a:pt x="1327" y="1155"/>
                </a:lnTo>
                <a:lnTo>
                  <a:pt x="1327" y="1156"/>
                </a:lnTo>
                <a:lnTo>
                  <a:pt x="1327" y="1157"/>
                </a:lnTo>
                <a:lnTo>
                  <a:pt x="1327" y="1159"/>
                </a:lnTo>
                <a:lnTo>
                  <a:pt x="1326" y="1159"/>
                </a:lnTo>
                <a:lnTo>
                  <a:pt x="1325" y="1160"/>
                </a:lnTo>
                <a:lnTo>
                  <a:pt x="1323" y="1159"/>
                </a:lnTo>
                <a:lnTo>
                  <a:pt x="1322" y="1159"/>
                </a:lnTo>
                <a:lnTo>
                  <a:pt x="1322" y="1158"/>
                </a:lnTo>
                <a:lnTo>
                  <a:pt x="1321" y="1158"/>
                </a:lnTo>
                <a:lnTo>
                  <a:pt x="1320" y="1157"/>
                </a:lnTo>
                <a:lnTo>
                  <a:pt x="1319" y="1157"/>
                </a:lnTo>
                <a:lnTo>
                  <a:pt x="1319" y="1158"/>
                </a:lnTo>
                <a:lnTo>
                  <a:pt x="1318" y="1158"/>
                </a:lnTo>
                <a:lnTo>
                  <a:pt x="1317" y="1159"/>
                </a:lnTo>
                <a:lnTo>
                  <a:pt x="1315" y="1159"/>
                </a:lnTo>
                <a:lnTo>
                  <a:pt x="1313" y="1160"/>
                </a:lnTo>
                <a:lnTo>
                  <a:pt x="1312" y="1160"/>
                </a:lnTo>
                <a:lnTo>
                  <a:pt x="1311" y="1160"/>
                </a:lnTo>
                <a:lnTo>
                  <a:pt x="1309" y="1161"/>
                </a:lnTo>
                <a:lnTo>
                  <a:pt x="1308" y="1162"/>
                </a:lnTo>
                <a:lnTo>
                  <a:pt x="1307" y="1162"/>
                </a:lnTo>
                <a:lnTo>
                  <a:pt x="1306" y="1162"/>
                </a:lnTo>
                <a:lnTo>
                  <a:pt x="1305" y="1161"/>
                </a:lnTo>
                <a:lnTo>
                  <a:pt x="1304" y="1160"/>
                </a:lnTo>
                <a:lnTo>
                  <a:pt x="1303" y="1160"/>
                </a:lnTo>
                <a:lnTo>
                  <a:pt x="1303" y="1161"/>
                </a:lnTo>
                <a:lnTo>
                  <a:pt x="1302" y="1161"/>
                </a:lnTo>
                <a:lnTo>
                  <a:pt x="1302" y="1162"/>
                </a:lnTo>
                <a:lnTo>
                  <a:pt x="1301" y="1162"/>
                </a:lnTo>
                <a:lnTo>
                  <a:pt x="1300" y="1162"/>
                </a:lnTo>
                <a:lnTo>
                  <a:pt x="1299" y="1162"/>
                </a:lnTo>
                <a:lnTo>
                  <a:pt x="1298" y="1162"/>
                </a:lnTo>
                <a:lnTo>
                  <a:pt x="1297" y="1161"/>
                </a:lnTo>
                <a:lnTo>
                  <a:pt x="1296" y="1162"/>
                </a:lnTo>
                <a:lnTo>
                  <a:pt x="1296" y="1163"/>
                </a:lnTo>
                <a:lnTo>
                  <a:pt x="1296" y="1164"/>
                </a:lnTo>
                <a:lnTo>
                  <a:pt x="1296" y="1165"/>
                </a:lnTo>
                <a:lnTo>
                  <a:pt x="1295" y="1165"/>
                </a:lnTo>
                <a:lnTo>
                  <a:pt x="1295" y="1164"/>
                </a:lnTo>
                <a:lnTo>
                  <a:pt x="1294" y="1164"/>
                </a:lnTo>
                <a:lnTo>
                  <a:pt x="1292" y="1164"/>
                </a:lnTo>
                <a:lnTo>
                  <a:pt x="1290" y="1164"/>
                </a:lnTo>
                <a:lnTo>
                  <a:pt x="1289" y="1164"/>
                </a:lnTo>
                <a:lnTo>
                  <a:pt x="1288" y="1164"/>
                </a:lnTo>
                <a:lnTo>
                  <a:pt x="1288" y="1165"/>
                </a:lnTo>
                <a:lnTo>
                  <a:pt x="1286" y="1164"/>
                </a:lnTo>
                <a:lnTo>
                  <a:pt x="1285" y="1164"/>
                </a:lnTo>
                <a:lnTo>
                  <a:pt x="1285" y="1163"/>
                </a:lnTo>
                <a:lnTo>
                  <a:pt x="1284" y="1163"/>
                </a:lnTo>
                <a:lnTo>
                  <a:pt x="1284" y="1164"/>
                </a:lnTo>
                <a:lnTo>
                  <a:pt x="1284" y="1165"/>
                </a:lnTo>
                <a:lnTo>
                  <a:pt x="1285" y="1167"/>
                </a:lnTo>
                <a:lnTo>
                  <a:pt x="1285" y="1168"/>
                </a:lnTo>
                <a:lnTo>
                  <a:pt x="1284" y="1168"/>
                </a:lnTo>
                <a:lnTo>
                  <a:pt x="1284" y="1169"/>
                </a:lnTo>
                <a:lnTo>
                  <a:pt x="1284" y="1170"/>
                </a:lnTo>
                <a:lnTo>
                  <a:pt x="1285" y="1171"/>
                </a:lnTo>
                <a:lnTo>
                  <a:pt x="1285" y="1172"/>
                </a:lnTo>
                <a:lnTo>
                  <a:pt x="1284" y="1172"/>
                </a:lnTo>
                <a:lnTo>
                  <a:pt x="1283" y="1172"/>
                </a:lnTo>
                <a:lnTo>
                  <a:pt x="1282" y="1172"/>
                </a:lnTo>
                <a:lnTo>
                  <a:pt x="1280" y="1173"/>
                </a:lnTo>
                <a:lnTo>
                  <a:pt x="1280" y="1174"/>
                </a:lnTo>
                <a:lnTo>
                  <a:pt x="1280" y="1176"/>
                </a:lnTo>
                <a:lnTo>
                  <a:pt x="1279" y="1176"/>
                </a:lnTo>
                <a:lnTo>
                  <a:pt x="1279" y="1177"/>
                </a:lnTo>
                <a:lnTo>
                  <a:pt x="1280" y="1177"/>
                </a:lnTo>
                <a:lnTo>
                  <a:pt x="1281" y="1178"/>
                </a:lnTo>
                <a:lnTo>
                  <a:pt x="1282" y="1179"/>
                </a:lnTo>
                <a:lnTo>
                  <a:pt x="1282" y="1180"/>
                </a:lnTo>
                <a:lnTo>
                  <a:pt x="1283" y="1180"/>
                </a:lnTo>
                <a:lnTo>
                  <a:pt x="1284" y="1180"/>
                </a:lnTo>
                <a:lnTo>
                  <a:pt x="1285" y="1183"/>
                </a:lnTo>
                <a:lnTo>
                  <a:pt x="1285" y="1186"/>
                </a:lnTo>
                <a:lnTo>
                  <a:pt x="1285" y="1187"/>
                </a:lnTo>
                <a:lnTo>
                  <a:pt x="1286" y="1187"/>
                </a:lnTo>
                <a:lnTo>
                  <a:pt x="1286" y="1188"/>
                </a:lnTo>
                <a:lnTo>
                  <a:pt x="1285" y="1188"/>
                </a:lnTo>
                <a:lnTo>
                  <a:pt x="1285" y="1189"/>
                </a:lnTo>
                <a:lnTo>
                  <a:pt x="1286" y="1189"/>
                </a:lnTo>
                <a:lnTo>
                  <a:pt x="1287" y="1190"/>
                </a:lnTo>
                <a:lnTo>
                  <a:pt x="1287" y="1191"/>
                </a:lnTo>
                <a:lnTo>
                  <a:pt x="1287" y="1192"/>
                </a:lnTo>
                <a:lnTo>
                  <a:pt x="1286" y="1192"/>
                </a:lnTo>
                <a:lnTo>
                  <a:pt x="1286" y="1193"/>
                </a:lnTo>
                <a:lnTo>
                  <a:pt x="1286" y="1194"/>
                </a:lnTo>
                <a:lnTo>
                  <a:pt x="1286" y="1195"/>
                </a:lnTo>
                <a:lnTo>
                  <a:pt x="1286" y="1196"/>
                </a:lnTo>
                <a:lnTo>
                  <a:pt x="1286" y="1197"/>
                </a:lnTo>
                <a:lnTo>
                  <a:pt x="1286" y="1198"/>
                </a:lnTo>
                <a:lnTo>
                  <a:pt x="1287" y="1198"/>
                </a:lnTo>
                <a:lnTo>
                  <a:pt x="1288" y="1198"/>
                </a:lnTo>
                <a:lnTo>
                  <a:pt x="1287" y="1200"/>
                </a:lnTo>
                <a:lnTo>
                  <a:pt x="1287" y="1201"/>
                </a:lnTo>
                <a:lnTo>
                  <a:pt x="1286" y="1201"/>
                </a:lnTo>
                <a:lnTo>
                  <a:pt x="1287" y="1203"/>
                </a:lnTo>
                <a:lnTo>
                  <a:pt x="1287" y="1204"/>
                </a:lnTo>
                <a:lnTo>
                  <a:pt x="1288" y="1204"/>
                </a:lnTo>
                <a:lnTo>
                  <a:pt x="1288" y="1207"/>
                </a:lnTo>
                <a:lnTo>
                  <a:pt x="1287" y="1207"/>
                </a:lnTo>
                <a:lnTo>
                  <a:pt x="1287" y="1208"/>
                </a:lnTo>
                <a:lnTo>
                  <a:pt x="1287" y="1209"/>
                </a:lnTo>
                <a:lnTo>
                  <a:pt x="1287" y="1210"/>
                </a:lnTo>
                <a:lnTo>
                  <a:pt x="1287" y="1211"/>
                </a:lnTo>
                <a:lnTo>
                  <a:pt x="1286" y="1211"/>
                </a:lnTo>
                <a:lnTo>
                  <a:pt x="1286" y="1212"/>
                </a:lnTo>
                <a:lnTo>
                  <a:pt x="1285" y="1213"/>
                </a:lnTo>
                <a:lnTo>
                  <a:pt x="1284" y="1216"/>
                </a:lnTo>
                <a:lnTo>
                  <a:pt x="1283" y="1217"/>
                </a:lnTo>
                <a:lnTo>
                  <a:pt x="1282" y="1218"/>
                </a:lnTo>
                <a:lnTo>
                  <a:pt x="1283" y="1220"/>
                </a:lnTo>
                <a:lnTo>
                  <a:pt x="1283" y="1222"/>
                </a:lnTo>
                <a:lnTo>
                  <a:pt x="1284" y="1222"/>
                </a:lnTo>
                <a:lnTo>
                  <a:pt x="1285" y="1223"/>
                </a:lnTo>
                <a:lnTo>
                  <a:pt x="1286" y="1223"/>
                </a:lnTo>
                <a:lnTo>
                  <a:pt x="1287" y="1223"/>
                </a:lnTo>
                <a:lnTo>
                  <a:pt x="1287" y="1224"/>
                </a:lnTo>
                <a:lnTo>
                  <a:pt x="1288" y="1225"/>
                </a:lnTo>
                <a:lnTo>
                  <a:pt x="1289" y="1226"/>
                </a:lnTo>
                <a:lnTo>
                  <a:pt x="1289" y="1227"/>
                </a:lnTo>
                <a:lnTo>
                  <a:pt x="1289" y="1228"/>
                </a:lnTo>
                <a:lnTo>
                  <a:pt x="1290" y="1228"/>
                </a:lnTo>
                <a:lnTo>
                  <a:pt x="1291" y="1228"/>
                </a:lnTo>
                <a:lnTo>
                  <a:pt x="1292" y="1227"/>
                </a:lnTo>
                <a:lnTo>
                  <a:pt x="1293" y="1227"/>
                </a:lnTo>
                <a:lnTo>
                  <a:pt x="1294" y="1227"/>
                </a:lnTo>
                <a:lnTo>
                  <a:pt x="1295" y="1227"/>
                </a:lnTo>
                <a:lnTo>
                  <a:pt x="1296" y="1227"/>
                </a:lnTo>
                <a:lnTo>
                  <a:pt x="1297" y="1228"/>
                </a:lnTo>
                <a:lnTo>
                  <a:pt x="1298" y="1228"/>
                </a:lnTo>
                <a:lnTo>
                  <a:pt x="1299" y="1228"/>
                </a:lnTo>
                <a:lnTo>
                  <a:pt x="1300" y="1228"/>
                </a:lnTo>
                <a:lnTo>
                  <a:pt x="1301" y="1229"/>
                </a:lnTo>
                <a:lnTo>
                  <a:pt x="1302" y="1230"/>
                </a:lnTo>
                <a:lnTo>
                  <a:pt x="1301" y="1231"/>
                </a:lnTo>
                <a:lnTo>
                  <a:pt x="1301" y="1233"/>
                </a:lnTo>
                <a:lnTo>
                  <a:pt x="1301" y="1234"/>
                </a:lnTo>
                <a:lnTo>
                  <a:pt x="1300" y="1235"/>
                </a:lnTo>
                <a:lnTo>
                  <a:pt x="1300" y="1236"/>
                </a:lnTo>
                <a:lnTo>
                  <a:pt x="1299" y="1236"/>
                </a:lnTo>
                <a:lnTo>
                  <a:pt x="1300" y="1237"/>
                </a:lnTo>
                <a:lnTo>
                  <a:pt x="1300" y="1238"/>
                </a:lnTo>
                <a:lnTo>
                  <a:pt x="1299" y="1239"/>
                </a:lnTo>
                <a:lnTo>
                  <a:pt x="1299" y="1240"/>
                </a:lnTo>
                <a:lnTo>
                  <a:pt x="1298" y="1241"/>
                </a:lnTo>
                <a:lnTo>
                  <a:pt x="1299" y="1241"/>
                </a:lnTo>
                <a:lnTo>
                  <a:pt x="1300" y="1242"/>
                </a:lnTo>
                <a:lnTo>
                  <a:pt x="1300" y="1243"/>
                </a:lnTo>
                <a:lnTo>
                  <a:pt x="1300" y="1244"/>
                </a:lnTo>
                <a:lnTo>
                  <a:pt x="1301" y="1245"/>
                </a:lnTo>
                <a:lnTo>
                  <a:pt x="1301" y="1246"/>
                </a:lnTo>
                <a:lnTo>
                  <a:pt x="1302" y="1246"/>
                </a:lnTo>
                <a:lnTo>
                  <a:pt x="1303" y="1247"/>
                </a:lnTo>
                <a:lnTo>
                  <a:pt x="1303" y="1248"/>
                </a:lnTo>
                <a:lnTo>
                  <a:pt x="1304" y="1249"/>
                </a:lnTo>
                <a:lnTo>
                  <a:pt x="1304" y="1250"/>
                </a:lnTo>
                <a:lnTo>
                  <a:pt x="1304" y="1251"/>
                </a:lnTo>
                <a:lnTo>
                  <a:pt x="1304" y="1252"/>
                </a:lnTo>
                <a:lnTo>
                  <a:pt x="1305" y="1253"/>
                </a:lnTo>
                <a:lnTo>
                  <a:pt x="1306" y="1253"/>
                </a:lnTo>
                <a:lnTo>
                  <a:pt x="1307" y="1253"/>
                </a:lnTo>
                <a:lnTo>
                  <a:pt x="1308" y="1252"/>
                </a:lnTo>
                <a:lnTo>
                  <a:pt x="1309" y="1252"/>
                </a:lnTo>
                <a:lnTo>
                  <a:pt x="1310" y="1253"/>
                </a:lnTo>
                <a:lnTo>
                  <a:pt x="1310" y="1254"/>
                </a:lnTo>
                <a:lnTo>
                  <a:pt x="1311" y="1255"/>
                </a:lnTo>
                <a:lnTo>
                  <a:pt x="1312" y="1255"/>
                </a:lnTo>
                <a:lnTo>
                  <a:pt x="1312" y="1256"/>
                </a:lnTo>
                <a:lnTo>
                  <a:pt x="1313" y="1256"/>
                </a:lnTo>
                <a:lnTo>
                  <a:pt x="1314" y="1256"/>
                </a:lnTo>
                <a:lnTo>
                  <a:pt x="1315" y="1255"/>
                </a:lnTo>
                <a:lnTo>
                  <a:pt x="1317" y="1255"/>
                </a:lnTo>
                <a:lnTo>
                  <a:pt x="1318" y="1256"/>
                </a:lnTo>
                <a:lnTo>
                  <a:pt x="1320" y="1257"/>
                </a:lnTo>
                <a:lnTo>
                  <a:pt x="1320" y="1258"/>
                </a:lnTo>
                <a:lnTo>
                  <a:pt x="1322" y="1258"/>
                </a:lnTo>
                <a:lnTo>
                  <a:pt x="1323" y="1258"/>
                </a:lnTo>
                <a:lnTo>
                  <a:pt x="1324" y="1259"/>
                </a:lnTo>
                <a:lnTo>
                  <a:pt x="1324" y="1260"/>
                </a:lnTo>
                <a:lnTo>
                  <a:pt x="1324" y="1261"/>
                </a:lnTo>
                <a:lnTo>
                  <a:pt x="1325" y="1261"/>
                </a:lnTo>
                <a:lnTo>
                  <a:pt x="1326" y="1261"/>
                </a:lnTo>
                <a:lnTo>
                  <a:pt x="1326" y="1262"/>
                </a:lnTo>
                <a:lnTo>
                  <a:pt x="1327" y="1262"/>
                </a:lnTo>
                <a:lnTo>
                  <a:pt x="1329" y="1262"/>
                </a:lnTo>
                <a:lnTo>
                  <a:pt x="1330" y="1263"/>
                </a:lnTo>
                <a:lnTo>
                  <a:pt x="1331" y="1263"/>
                </a:lnTo>
                <a:lnTo>
                  <a:pt x="1331" y="1264"/>
                </a:lnTo>
                <a:lnTo>
                  <a:pt x="1332" y="1264"/>
                </a:lnTo>
                <a:lnTo>
                  <a:pt x="1333" y="1265"/>
                </a:lnTo>
                <a:lnTo>
                  <a:pt x="1334" y="1266"/>
                </a:lnTo>
                <a:lnTo>
                  <a:pt x="1335" y="1266"/>
                </a:lnTo>
                <a:lnTo>
                  <a:pt x="1336" y="1267"/>
                </a:lnTo>
                <a:lnTo>
                  <a:pt x="1337" y="1267"/>
                </a:lnTo>
                <a:lnTo>
                  <a:pt x="1338" y="1267"/>
                </a:lnTo>
                <a:lnTo>
                  <a:pt x="1338" y="1268"/>
                </a:lnTo>
                <a:lnTo>
                  <a:pt x="1337" y="1268"/>
                </a:lnTo>
                <a:lnTo>
                  <a:pt x="1336" y="1268"/>
                </a:lnTo>
                <a:lnTo>
                  <a:pt x="1337" y="1269"/>
                </a:lnTo>
                <a:lnTo>
                  <a:pt x="1336" y="1270"/>
                </a:lnTo>
                <a:lnTo>
                  <a:pt x="1335" y="1270"/>
                </a:lnTo>
                <a:lnTo>
                  <a:pt x="1334" y="1271"/>
                </a:lnTo>
                <a:lnTo>
                  <a:pt x="1333" y="1271"/>
                </a:lnTo>
                <a:lnTo>
                  <a:pt x="1332" y="1271"/>
                </a:lnTo>
                <a:lnTo>
                  <a:pt x="1331" y="1271"/>
                </a:lnTo>
                <a:lnTo>
                  <a:pt x="1329" y="1274"/>
                </a:lnTo>
                <a:lnTo>
                  <a:pt x="1328" y="1275"/>
                </a:lnTo>
                <a:lnTo>
                  <a:pt x="1328" y="1276"/>
                </a:lnTo>
                <a:lnTo>
                  <a:pt x="1328" y="1277"/>
                </a:lnTo>
                <a:lnTo>
                  <a:pt x="1326" y="1276"/>
                </a:lnTo>
                <a:lnTo>
                  <a:pt x="1325" y="1276"/>
                </a:lnTo>
                <a:lnTo>
                  <a:pt x="1324" y="1276"/>
                </a:lnTo>
                <a:lnTo>
                  <a:pt x="1324" y="1277"/>
                </a:lnTo>
                <a:lnTo>
                  <a:pt x="1323" y="1277"/>
                </a:lnTo>
                <a:lnTo>
                  <a:pt x="1323" y="1278"/>
                </a:lnTo>
                <a:lnTo>
                  <a:pt x="1324" y="1279"/>
                </a:lnTo>
                <a:lnTo>
                  <a:pt x="1324" y="1280"/>
                </a:lnTo>
                <a:lnTo>
                  <a:pt x="1323" y="1280"/>
                </a:lnTo>
                <a:lnTo>
                  <a:pt x="1322" y="1280"/>
                </a:lnTo>
                <a:lnTo>
                  <a:pt x="1321" y="1280"/>
                </a:lnTo>
                <a:lnTo>
                  <a:pt x="1319" y="1280"/>
                </a:lnTo>
                <a:lnTo>
                  <a:pt x="1318" y="1280"/>
                </a:lnTo>
                <a:lnTo>
                  <a:pt x="1318" y="1279"/>
                </a:lnTo>
                <a:lnTo>
                  <a:pt x="1317" y="1279"/>
                </a:lnTo>
                <a:lnTo>
                  <a:pt x="1316" y="1279"/>
                </a:lnTo>
                <a:lnTo>
                  <a:pt x="1314" y="1280"/>
                </a:lnTo>
                <a:lnTo>
                  <a:pt x="1313" y="1281"/>
                </a:lnTo>
                <a:lnTo>
                  <a:pt x="1314" y="1282"/>
                </a:lnTo>
                <a:lnTo>
                  <a:pt x="1313" y="1284"/>
                </a:lnTo>
                <a:lnTo>
                  <a:pt x="1313" y="1286"/>
                </a:lnTo>
                <a:lnTo>
                  <a:pt x="1313" y="1287"/>
                </a:lnTo>
                <a:lnTo>
                  <a:pt x="1312" y="1288"/>
                </a:lnTo>
                <a:lnTo>
                  <a:pt x="1312" y="1289"/>
                </a:lnTo>
                <a:lnTo>
                  <a:pt x="1311" y="1289"/>
                </a:lnTo>
                <a:lnTo>
                  <a:pt x="1311" y="1290"/>
                </a:lnTo>
                <a:lnTo>
                  <a:pt x="1311" y="1291"/>
                </a:lnTo>
                <a:lnTo>
                  <a:pt x="1310" y="1291"/>
                </a:lnTo>
                <a:lnTo>
                  <a:pt x="1311" y="1293"/>
                </a:lnTo>
                <a:lnTo>
                  <a:pt x="1311" y="1294"/>
                </a:lnTo>
                <a:lnTo>
                  <a:pt x="1311" y="1295"/>
                </a:lnTo>
                <a:lnTo>
                  <a:pt x="1310" y="1296"/>
                </a:lnTo>
                <a:lnTo>
                  <a:pt x="1309" y="1297"/>
                </a:lnTo>
                <a:lnTo>
                  <a:pt x="1308" y="1298"/>
                </a:lnTo>
                <a:lnTo>
                  <a:pt x="1307" y="1300"/>
                </a:lnTo>
                <a:lnTo>
                  <a:pt x="1305" y="1301"/>
                </a:lnTo>
                <a:lnTo>
                  <a:pt x="1305" y="1302"/>
                </a:lnTo>
                <a:lnTo>
                  <a:pt x="1305" y="1303"/>
                </a:lnTo>
                <a:lnTo>
                  <a:pt x="1305" y="1304"/>
                </a:lnTo>
                <a:lnTo>
                  <a:pt x="1304" y="1304"/>
                </a:lnTo>
                <a:lnTo>
                  <a:pt x="1303" y="1304"/>
                </a:lnTo>
                <a:lnTo>
                  <a:pt x="1301" y="1305"/>
                </a:lnTo>
                <a:lnTo>
                  <a:pt x="1300" y="1306"/>
                </a:lnTo>
                <a:lnTo>
                  <a:pt x="1300" y="1307"/>
                </a:lnTo>
                <a:lnTo>
                  <a:pt x="1299" y="1307"/>
                </a:lnTo>
                <a:lnTo>
                  <a:pt x="1298" y="1306"/>
                </a:lnTo>
                <a:lnTo>
                  <a:pt x="1297" y="1306"/>
                </a:lnTo>
                <a:lnTo>
                  <a:pt x="1296" y="1307"/>
                </a:lnTo>
                <a:lnTo>
                  <a:pt x="1296" y="1309"/>
                </a:lnTo>
                <a:lnTo>
                  <a:pt x="1295" y="1309"/>
                </a:lnTo>
                <a:lnTo>
                  <a:pt x="1295" y="1310"/>
                </a:lnTo>
                <a:lnTo>
                  <a:pt x="1294" y="1310"/>
                </a:lnTo>
                <a:lnTo>
                  <a:pt x="1294" y="1311"/>
                </a:lnTo>
                <a:lnTo>
                  <a:pt x="1293" y="1313"/>
                </a:lnTo>
                <a:lnTo>
                  <a:pt x="1292" y="1313"/>
                </a:lnTo>
                <a:lnTo>
                  <a:pt x="1291" y="1313"/>
                </a:lnTo>
                <a:lnTo>
                  <a:pt x="1289" y="1314"/>
                </a:lnTo>
                <a:lnTo>
                  <a:pt x="1289" y="1315"/>
                </a:lnTo>
                <a:lnTo>
                  <a:pt x="1289" y="1316"/>
                </a:lnTo>
                <a:lnTo>
                  <a:pt x="1289" y="1317"/>
                </a:lnTo>
                <a:lnTo>
                  <a:pt x="1288" y="1318"/>
                </a:lnTo>
                <a:lnTo>
                  <a:pt x="1289" y="1319"/>
                </a:lnTo>
                <a:lnTo>
                  <a:pt x="1290" y="1319"/>
                </a:lnTo>
                <a:lnTo>
                  <a:pt x="1290" y="1320"/>
                </a:lnTo>
                <a:lnTo>
                  <a:pt x="1290" y="1321"/>
                </a:lnTo>
                <a:lnTo>
                  <a:pt x="1290" y="1322"/>
                </a:lnTo>
                <a:lnTo>
                  <a:pt x="1289" y="1322"/>
                </a:lnTo>
                <a:lnTo>
                  <a:pt x="1289" y="1323"/>
                </a:lnTo>
                <a:lnTo>
                  <a:pt x="1289" y="1325"/>
                </a:lnTo>
                <a:lnTo>
                  <a:pt x="1288" y="1325"/>
                </a:lnTo>
                <a:lnTo>
                  <a:pt x="1288" y="1326"/>
                </a:lnTo>
                <a:lnTo>
                  <a:pt x="1288" y="1327"/>
                </a:lnTo>
                <a:lnTo>
                  <a:pt x="1289" y="1327"/>
                </a:lnTo>
                <a:lnTo>
                  <a:pt x="1290" y="1328"/>
                </a:lnTo>
                <a:lnTo>
                  <a:pt x="1291" y="1329"/>
                </a:lnTo>
                <a:lnTo>
                  <a:pt x="1292" y="1329"/>
                </a:lnTo>
                <a:lnTo>
                  <a:pt x="1293" y="1329"/>
                </a:lnTo>
                <a:lnTo>
                  <a:pt x="1294" y="1333"/>
                </a:lnTo>
                <a:lnTo>
                  <a:pt x="1294" y="1335"/>
                </a:lnTo>
                <a:lnTo>
                  <a:pt x="1295" y="1335"/>
                </a:lnTo>
                <a:lnTo>
                  <a:pt x="1295" y="1336"/>
                </a:lnTo>
                <a:lnTo>
                  <a:pt x="1296" y="1337"/>
                </a:lnTo>
                <a:lnTo>
                  <a:pt x="1296" y="1338"/>
                </a:lnTo>
                <a:lnTo>
                  <a:pt x="1296" y="1339"/>
                </a:lnTo>
                <a:lnTo>
                  <a:pt x="1295" y="1339"/>
                </a:lnTo>
                <a:lnTo>
                  <a:pt x="1295" y="1340"/>
                </a:lnTo>
                <a:lnTo>
                  <a:pt x="1296" y="1341"/>
                </a:lnTo>
                <a:lnTo>
                  <a:pt x="1296" y="1342"/>
                </a:lnTo>
                <a:lnTo>
                  <a:pt x="1295" y="1343"/>
                </a:lnTo>
                <a:lnTo>
                  <a:pt x="1294" y="1343"/>
                </a:lnTo>
                <a:lnTo>
                  <a:pt x="1294" y="1342"/>
                </a:lnTo>
                <a:lnTo>
                  <a:pt x="1293" y="1343"/>
                </a:lnTo>
                <a:lnTo>
                  <a:pt x="1292" y="1344"/>
                </a:lnTo>
                <a:lnTo>
                  <a:pt x="1289" y="1344"/>
                </a:lnTo>
                <a:lnTo>
                  <a:pt x="1288" y="1344"/>
                </a:lnTo>
                <a:lnTo>
                  <a:pt x="1289" y="1346"/>
                </a:lnTo>
                <a:lnTo>
                  <a:pt x="1289" y="1347"/>
                </a:lnTo>
                <a:lnTo>
                  <a:pt x="1291" y="1349"/>
                </a:lnTo>
                <a:lnTo>
                  <a:pt x="1292" y="1350"/>
                </a:lnTo>
                <a:lnTo>
                  <a:pt x="1292" y="1351"/>
                </a:lnTo>
                <a:lnTo>
                  <a:pt x="1291" y="1351"/>
                </a:lnTo>
                <a:lnTo>
                  <a:pt x="1290" y="1352"/>
                </a:lnTo>
                <a:lnTo>
                  <a:pt x="1289" y="1353"/>
                </a:lnTo>
                <a:lnTo>
                  <a:pt x="1286" y="1353"/>
                </a:lnTo>
                <a:lnTo>
                  <a:pt x="1285" y="1352"/>
                </a:lnTo>
                <a:lnTo>
                  <a:pt x="1284" y="1352"/>
                </a:lnTo>
                <a:lnTo>
                  <a:pt x="1283" y="1353"/>
                </a:lnTo>
                <a:lnTo>
                  <a:pt x="1282" y="1353"/>
                </a:lnTo>
                <a:lnTo>
                  <a:pt x="1282" y="1354"/>
                </a:lnTo>
                <a:lnTo>
                  <a:pt x="1281" y="1354"/>
                </a:lnTo>
                <a:lnTo>
                  <a:pt x="1281" y="1353"/>
                </a:lnTo>
                <a:lnTo>
                  <a:pt x="1280" y="1353"/>
                </a:lnTo>
                <a:lnTo>
                  <a:pt x="1278" y="1352"/>
                </a:lnTo>
                <a:lnTo>
                  <a:pt x="1277" y="1353"/>
                </a:lnTo>
                <a:lnTo>
                  <a:pt x="1276" y="1353"/>
                </a:lnTo>
                <a:lnTo>
                  <a:pt x="1275" y="1353"/>
                </a:lnTo>
                <a:lnTo>
                  <a:pt x="1274" y="1353"/>
                </a:lnTo>
                <a:lnTo>
                  <a:pt x="1274" y="1354"/>
                </a:lnTo>
                <a:lnTo>
                  <a:pt x="1273" y="1354"/>
                </a:lnTo>
                <a:lnTo>
                  <a:pt x="1273" y="1355"/>
                </a:lnTo>
                <a:lnTo>
                  <a:pt x="1272" y="1355"/>
                </a:lnTo>
                <a:lnTo>
                  <a:pt x="1272" y="1356"/>
                </a:lnTo>
                <a:lnTo>
                  <a:pt x="1271" y="1356"/>
                </a:lnTo>
                <a:lnTo>
                  <a:pt x="1270" y="1355"/>
                </a:lnTo>
                <a:lnTo>
                  <a:pt x="1270" y="1356"/>
                </a:lnTo>
                <a:lnTo>
                  <a:pt x="1269" y="1356"/>
                </a:lnTo>
                <a:lnTo>
                  <a:pt x="1268" y="1356"/>
                </a:lnTo>
                <a:lnTo>
                  <a:pt x="1267" y="1356"/>
                </a:lnTo>
                <a:lnTo>
                  <a:pt x="1266" y="1356"/>
                </a:lnTo>
                <a:lnTo>
                  <a:pt x="1265" y="1357"/>
                </a:lnTo>
                <a:lnTo>
                  <a:pt x="1264" y="1358"/>
                </a:lnTo>
                <a:lnTo>
                  <a:pt x="1264" y="1359"/>
                </a:lnTo>
                <a:lnTo>
                  <a:pt x="1264" y="1360"/>
                </a:lnTo>
                <a:lnTo>
                  <a:pt x="1265" y="1362"/>
                </a:lnTo>
                <a:lnTo>
                  <a:pt x="1264" y="1362"/>
                </a:lnTo>
                <a:lnTo>
                  <a:pt x="1264" y="1363"/>
                </a:lnTo>
                <a:lnTo>
                  <a:pt x="1263" y="1363"/>
                </a:lnTo>
                <a:lnTo>
                  <a:pt x="1263" y="1364"/>
                </a:lnTo>
                <a:lnTo>
                  <a:pt x="1263" y="1365"/>
                </a:lnTo>
                <a:lnTo>
                  <a:pt x="1263" y="1366"/>
                </a:lnTo>
                <a:lnTo>
                  <a:pt x="1262" y="1366"/>
                </a:lnTo>
                <a:lnTo>
                  <a:pt x="1261" y="1368"/>
                </a:lnTo>
                <a:lnTo>
                  <a:pt x="1261" y="1369"/>
                </a:lnTo>
                <a:lnTo>
                  <a:pt x="1262" y="1370"/>
                </a:lnTo>
                <a:lnTo>
                  <a:pt x="1263" y="1370"/>
                </a:lnTo>
                <a:lnTo>
                  <a:pt x="1264" y="1370"/>
                </a:lnTo>
                <a:lnTo>
                  <a:pt x="1265" y="1370"/>
                </a:lnTo>
                <a:lnTo>
                  <a:pt x="1266" y="1371"/>
                </a:lnTo>
                <a:lnTo>
                  <a:pt x="1266" y="1372"/>
                </a:lnTo>
                <a:lnTo>
                  <a:pt x="1265" y="1373"/>
                </a:lnTo>
                <a:lnTo>
                  <a:pt x="1265" y="1374"/>
                </a:lnTo>
                <a:lnTo>
                  <a:pt x="1266" y="1374"/>
                </a:lnTo>
                <a:lnTo>
                  <a:pt x="1267" y="1374"/>
                </a:lnTo>
                <a:lnTo>
                  <a:pt x="1267" y="1375"/>
                </a:lnTo>
                <a:lnTo>
                  <a:pt x="1267" y="1376"/>
                </a:lnTo>
                <a:lnTo>
                  <a:pt x="1266" y="1376"/>
                </a:lnTo>
                <a:lnTo>
                  <a:pt x="1266" y="1377"/>
                </a:lnTo>
                <a:lnTo>
                  <a:pt x="1267" y="1378"/>
                </a:lnTo>
                <a:lnTo>
                  <a:pt x="1268" y="1379"/>
                </a:lnTo>
                <a:lnTo>
                  <a:pt x="1267" y="1381"/>
                </a:lnTo>
                <a:lnTo>
                  <a:pt x="1268" y="1382"/>
                </a:lnTo>
                <a:lnTo>
                  <a:pt x="1267" y="1383"/>
                </a:lnTo>
                <a:lnTo>
                  <a:pt x="1266" y="1383"/>
                </a:lnTo>
                <a:lnTo>
                  <a:pt x="1265" y="1383"/>
                </a:lnTo>
                <a:lnTo>
                  <a:pt x="1265" y="1387"/>
                </a:lnTo>
                <a:lnTo>
                  <a:pt x="1265" y="1389"/>
                </a:lnTo>
                <a:lnTo>
                  <a:pt x="1265" y="1390"/>
                </a:lnTo>
                <a:lnTo>
                  <a:pt x="1266" y="1390"/>
                </a:lnTo>
                <a:lnTo>
                  <a:pt x="1266" y="1391"/>
                </a:lnTo>
                <a:lnTo>
                  <a:pt x="1266" y="1392"/>
                </a:lnTo>
                <a:lnTo>
                  <a:pt x="1266" y="1393"/>
                </a:lnTo>
                <a:lnTo>
                  <a:pt x="1267" y="1395"/>
                </a:lnTo>
                <a:lnTo>
                  <a:pt x="1267" y="1396"/>
                </a:lnTo>
                <a:lnTo>
                  <a:pt x="1268" y="1397"/>
                </a:lnTo>
                <a:lnTo>
                  <a:pt x="1269" y="1401"/>
                </a:lnTo>
                <a:lnTo>
                  <a:pt x="1270" y="1402"/>
                </a:lnTo>
                <a:lnTo>
                  <a:pt x="1270" y="1403"/>
                </a:lnTo>
                <a:lnTo>
                  <a:pt x="1271" y="1403"/>
                </a:lnTo>
                <a:lnTo>
                  <a:pt x="1271" y="1404"/>
                </a:lnTo>
                <a:lnTo>
                  <a:pt x="1271" y="1405"/>
                </a:lnTo>
                <a:lnTo>
                  <a:pt x="1272" y="1406"/>
                </a:lnTo>
                <a:lnTo>
                  <a:pt x="1272" y="1407"/>
                </a:lnTo>
                <a:lnTo>
                  <a:pt x="1271" y="1408"/>
                </a:lnTo>
                <a:lnTo>
                  <a:pt x="1271" y="1409"/>
                </a:lnTo>
                <a:lnTo>
                  <a:pt x="1273" y="1410"/>
                </a:lnTo>
                <a:lnTo>
                  <a:pt x="1273" y="1411"/>
                </a:lnTo>
                <a:lnTo>
                  <a:pt x="1275" y="1412"/>
                </a:lnTo>
                <a:lnTo>
                  <a:pt x="1276" y="1415"/>
                </a:lnTo>
                <a:lnTo>
                  <a:pt x="1277" y="1415"/>
                </a:lnTo>
                <a:lnTo>
                  <a:pt x="1278" y="1416"/>
                </a:lnTo>
                <a:lnTo>
                  <a:pt x="1278" y="1417"/>
                </a:lnTo>
                <a:lnTo>
                  <a:pt x="1279" y="1417"/>
                </a:lnTo>
                <a:lnTo>
                  <a:pt x="1280" y="1417"/>
                </a:lnTo>
                <a:lnTo>
                  <a:pt x="1280" y="1418"/>
                </a:lnTo>
                <a:lnTo>
                  <a:pt x="1280" y="1420"/>
                </a:lnTo>
                <a:lnTo>
                  <a:pt x="1281" y="1420"/>
                </a:lnTo>
                <a:lnTo>
                  <a:pt x="1282" y="1420"/>
                </a:lnTo>
                <a:lnTo>
                  <a:pt x="1282" y="1421"/>
                </a:lnTo>
                <a:lnTo>
                  <a:pt x="1283" y="1421"/>
                </a:lnTo>
                <a:lnTo>
                  <a:pt x="1284" y="1421"/>
                </a:lnTo>
                <a:lnTo>
                  <a:pt x="1285" y="1421"/>
                </a:lnTo>
                <a:lnTo>
                  <a:pt x="1286" y="1422"/>
                </a:lnTo>
                <a:lnTo>
                  <a:pt x="1286" y="1423"/>
                </a:lnTo>
                <a:lnTo>
                  <a:pt x="1286" y="1424"/>
                </a:lnTo>
                <a:lnTo>
                  <a:pt x="1287" y="1424"/>
                </a:lnTo>
                <a:lnTo>
                  <a:pt x="1288" y="1423"/>
                </a:lnTo>
                <a:lnTo>
                  <a:pt x="1289" y="1424"/>
                </a:lnTo>
                <a:lnTo>
                  <a:pt x="1289" y="1425"/>
                </a:lnTo>
                <a:lnTo>
                  <a:pt x="1290" y="1426"/>
                </a:lnTo>
                <a:lnTo>
                  <a:pt x="1290" y="1427"/>
                </a:lnTo>
                <a:lnTo>
                  <a:pt x="1291" y="1427"/>
                </a:lnTo>
                <a:lnTo>
                  <a:pt x="1291" y="1428"/>
                </a:lnTo>
                <a:lnTo>
                  <a:pt x="1293" y="1427"/>
                </a:lnTo>
                <a:lnTo>
                  <a:pt x="1294" y="1428"/>
                </a:lnTo>
                <a:lnTo>
                  <a:pt x="1295" y="1428"/>
                </a:lnTo>
                <a:lnTo>
                  <a:pt x="1296" y="1429"/>
                </a:lnTo>
                <a:lnTo>
                  <a:pt x="1297" y="1429"/>
                </a:lnTo>
                <a:lnTo>
                  <a:pt x="1297" y="1430"/>
                </a:lnTo>
                <a:lnTo>
                  <a:pt x="1298" y="1429"/>
                </a:lnTo>
                <a:lnTo>
                  <a:pt x="1299" y="1429"/>
                </a:lnTo>
                <a:lnTo>
                  <a:pt x="1300" y="1429"/>
                </a:lnTo>
                <a:lnTo>
                  <a:pt x="1301" y="1430"/>
                </a:lnTo>
                <a:lnTo>
                  <a:pt x="1301" y="1433"/>
                </a:lnTo>
                <a:lnTo>
                  <a:pt x="1301" y="1434"/>
                </a:lnTo>
                <a:lnTo>
                  <a:pt x="1302" y="1435"/>
                </a:lnTo>
                <a:lnTo>
                  <a:pt x="1302" y="1436"/>
                </a:lnTo>
                <a:lnTo>
                  <a:pt x="1303" y="1436"/>
                </a:lnTo>
                <a:lnTo>
                  <a:pt x="1303" y="1437"/>
                </a:lnTo>
                <a:lnTo>
                  <a:pt x="1304" y="1438"/>
                </a:lnTo>
                <a:lnTo>
                  <a:pt x="1304" y="1437"/>
                </a:lnTo>
                <a:lnTo>
                  <a:pt x="1305" y="1437"/>
                </a:lnTo>
                <a:lnTo>
                  <a:pt x="1305" y="1438"/>
                </a:lnTo>
                <a:lnTo>
                  <a:pt x="1306" y="1439"/>
                </a:lnTo>
                <a:lnTo>
                  <a:pt x="1308" y="1441"/>
                </a:lnTo>
                <a:lnTo>
                  <a:pt x="1309" y="1441"/>
                </a:lnTo>
                <a:lnTo>
                  <a:pt x="1309" y="1442"/>
                </a:lnTo>
                <a:lnTo>
                  <a:pt x="1309" y="1443"/>
                </a:lnTo>
                <a:lnTo>
                  <a:pt x="1310" y="1443"/>
                </a:lnTo>
                <a:lnTo>
                  <a:pt x="1311" y="1444"/>
                </a:lnTo>
                <a:lnTo>
                  <a:pt x="1312" y="1444"/>
                </a:lnTo>
                <a:lnTo>
                  <a:pt x="1314" y="1445"/>
                </a:lnTo>
                <a:lnTo>
                  <a:pt x="1315" y="1445"/>
                </a:lnTo>
                <a:lnTo>
                  <a:pt x="1315" y="1447"/>
                </a:lnTo>
                <a:lnTo>
                  <a:pt x="1318" y="1448"/>
                </a:lnTo>
                <a:lnTo>
                  <a:pt x="1319" y="1448"/>
                </a:lnTo>
                <a:lnTo>
                  <a:pt x="1320" y="1449"/>
                </a:lnTo>
                <a:lnTo>
                  <a:pt x="1319" y="1449"/>
                </a:lnTo>
                <a:lnTo>
                  <a:pt x="1318" y="1450"/>
                </a:lnTo>
                <a:lnTo>
                  <a:pt x="1315" y="1449"/>
                </a:lnTo>
                <a:lnTo>
                  <a:pt x="1314" y="1449"/>
                </a:lnTo>
                <a:lnTo>
                  <a:pt x="1313" y="1449"/>
                </a:lnTo>
                <a:lnTo>
                  <a:pt x="1313" y="1448"/>
                </a:lnTo>
                <a:lnTo>
                  <a:pt x="1312" y="1448"/>
                </a:lnTo>
                <a:lnTo>
                  <a:pt x="1310" y="1450"/>
                </a:lnTo>
                <a:lnTo>
                  <a:pt x="1309" y="1450"/>
                </a:lnTo>
                <a:lnTo>
                  <a:pt x="1307" y="1449"/>
                </a:lnTo>
                <a:lnTo>
                  <a:pt x="1306" y="1449"/>
                </a:lnTo>
                <a:lnTo>
                  <a:pt x="1305" y="1449"/>
                </a:lnTo>
                <a:lnTo>
                  <a:pt x="1304" y="1448"/>
                </a:lnTo>
                <a:lnTo>
                  <a:pt x="1303" y="1448"/>
                </a:lnTo>
                <a:lnTo>
                  <a:pt x="1302" y="1449"/>
                </a:lnTo>
                <a:lnTo>
                  <a:pt x="1301" y="1449"/>
                </a:lnTo>
                <a:lnTo>
                  <a:pt x="1301" y="1448"/>
                </a:lnTo>
                <a:lnTo>
                  <a:pt x="1300" y="1448"/>
                </a:lnTo>
                <a:lnTo>
                  <a:pt x="1299" y="1448"/>
                </a:lnTo>
                <a:lnTo>
                  <a:pt x="1298" y="1448"/>
                </a:lnTo>
                <a:lnTo>
                  <a:pt x="1297" y="1447"/>
                </a:lnTo>
                <a:lnTo>
                  <a:pt x="1297" y="1446"/>
                </a:lnTo>
                <a:lnTo>
                  <a:pt x="1296" y="1447"/>
                </a:lnTo>
                <a:lnTo>
                  <a:pt x="1296" y="1448"/>
                </a:lnTo>
                <a:lnTo>
                  <a:pt x="1295" y="1448"/>
                </a:lnTo>
                <a:lnTo>
                  <a:pt x="1293" y="1447"/>
                </a:lnTo>
                <a:lnTo>
                  <a:pt x="1291" y="1446"/>
                </a:lnTo>
                <a:lnTo>
                  <a:pt x="1290" y="1446"/>
                </a:lnTo>
                <a:lnTo>
                  <a:pt x="1290" y="1445"/>
                </a:lnTo>
                <a:lnTo>
                  <a:pt x="1289" y="1445"/>
                </a:lnTo>
                <a:lnTo>
                  <a:pt x="1288" y="1444"/>
                </a:lnTo>
                <a:lnTo>
                  <a:pt x="1287" y="1446"/>
                </a:lnTo>
                <a:lnTo>
                  <a:pt x="1286" y="1447"/>
                </a:lnTo>
                <a:lnTo>
                  <a:pt x="1284" y="1447"/>
                </a:lnTo>
                <a:lnTo>
                  <a:pt x="1283" y="1446"/>
                </a:lnTo>
                <a:lnTo>
                  <a:pt x="1283" y="1445"/>
                </a:lnTo>
                <a:lnTo>
                  <a:pt x="1282" y="1445"/>
                </a:lnTo>
                <a:lnTo>
                  <a:pt x="1281" y="1445"/>
                </a:lnTo>
                <a:lnTo>
                  <a:pt x="1279" y="1444"/>
                </a:lnTo>
                <a:lnTo>
                  <a:pt x="1279" y="1443"/>
                </a:lnTo>
                <a:lnTo>
                  <a:pt x="1278" y="1442"/>
                </a:lnTo>
                <a:lnTo>
                  <a:pt x="1277" y="1442"/>
                </a:lnTo>
                <a:lnTo>
                  <a:pt x="1276" y="1442"/>
                </a:lnTo>
                <a:lnTo>
                  <a:pt x="1277" y="1442"/>
                </a:lnTo>
                <a:lnTo>
                  <a:pt x="1277" y="1441"/>
                </a:lnTo>
                <a:lnTo>
                  <a:pt x="1276" y="1441"/>
                </a:lnTo>
                <a:lnTo>
                  <a:pt x="1276" y="1440"/>
                </a:lnTo>
                <a:lnTo>
                  <a:pt x="1275" y="1440"/>
                </a:lnTo>
                <a:lnTo>
                  <a:pt x="1275" y="1439"/>
                </a:lnTo>
                <a:lnTo>
                  <a:pt x="1275" y="1437"/>
                </a:lnTo>
                <a:lnTo>
                  <a:pt x="1274" y="1435"/>
                </a:lnTo>
                <a:lnTo>
                  <a:pt x="1273" y="1433"/>
                </a:lnTo>
                <a:lnTo>
                  <a:pt x="1272" y="1433"/>
                </a:lnTo>
                <a:lnTo>
                  <a:pt x="1271" y="1433"/>
                </a:lnTo>
                <a:lnTo>
                  <a:pt x="1270" y="1434"/>
                </a:lnTo>
                <a:lnTo>
                  <a:pt x="1269" y="1434"/>
                </a:lnTo>
                <a:lnTo>
                  <a:pt x="1268" y="1434"/>
                </a:lnTo>
                <a:lnTo>
                  <a:pt x="1268" y="1435"/>
                </a:lnTo>
                <a:lnTo>
                  <a:pt x="1267" y="1435"/>
                </a:lnTo>
                <a:lnTo>
                  <a:pt x="1266" y="1436"/>
                </a:lnTo>
                <a:lnTo>
                  <a:pt x="1266" y="1437"/>
                </a:lnTo>
                <a:lnTo>
                  <a:pt x="1265" y="1438"/>
                </a:lnTo>
                <a:lnTo>
                  <a:pt x="1264" y="1438"/>
                </a:lnTo>
                <a:lnTo>
                  <a:pt x="1263" y="1439"/>
                </a:lnTo>
                <a:lnTo>
                  <a:pt x="1263" y="1440"/>
                </a:lnTo>
                <a:lnTo>
                  <a:pt x="1262" y="1440"/>
                </a:lnTo>
                <a:lnTo>
                  <a:pt x="1260" y="1440"/>
                </a:lnTo>
                <a:lnTo>
                  <a:pt x="1259" y="1440"/>
                </a:lnTo>
                <a:lnTo>
                  <a:pt x="1259" y="1439"/>
                </a:lnTo>
                <a:lnTo>
                  <a:pt x="1258" y="1439"/>
                </a:lnTo>
                <a:lnTo>
                  <a:pt x="1258" y="1438"/>
                </a:lnTo>
                <a:lnTo>
                  <a:pt x="1258" y="1437"/>
                </a:lnTo>
                <a:lnTo>
                  <a:pt x="1257" y="1437"/>
                </a:lnTo>
                <a:lnTo>
                  <a:pt x="1256" y="1437"/>
                </a:lnTo>
                <a:lnTo>
                  <a:pt x="1255" y="1437"/>
                </a:lnTo>
                <a:lnTo>
                  <a:pt x="1255" y="1438"/>
                </a:lnTo>
                <a:lnTo>
                  <a:pt x="1253" y="1440"/>
                </a:lnTo>
                <a:lnTo>
                  <a:pt x="1253" y="1441"/>
                </a:lnTo>
                <a:lnTo>
                  <a:pt x="1252" y="1442"/>
                </a:lnTo>
                <a:lnTo>
                  <a:pt x="1253" y="1443"/>
                </a:lnTo>
                <a:lnTo>
                  <a:pt x="1253" y="1444"/>
                </a:lnTo>
                <a:lnTo>
                  <a:pt x="1253" y="1445"/>
                </a:lnTo>
                <a:lnTo>
                  <a:pt x="1252" y="1445"/>
                </a:lnTo>
                <a:lnTo>
                  <a:pt x="1252" y="1446"/>
                </a:lnTo>
                <a:lnTo>
                  <a:pt x="1253" y="1447"/>
                </a:lnTo>
                <a:lnTo>
                  <a:pt x="1255" y="1447"/>
                </a:lnTo>
                <a:lnTo>
                  <a:pt x="1255" y="1446"/>
                </a:lnTo>
                <a:lnTo>
                  <a:pt x="1257" y="1447"/>
                </a:lnTo>
                <a:lnTo>
                  <a:pt x="1259" y="1448"/>
                </a:lnTo>
                <a:lnTo>
                  <a:pt x="1259" y="1449"/>
                </a:lnTo>
                <a:lnTo>
                  <a:pt x="1260" y="1449"/>
                </a:lnTo>
                <a:lnTo>
                  <a:pt x="1261" y="1450"/>
                </a:lnTo>
                <a:lnTo>
                  <a:pt x="1262" y="1450"/>
                </a:lnTo>
                <a:lnTo>
                  <a:pt x="1261" y="1450"/>
                </a:lnTo>
                <a:lnTo>
                  <a:pt x="1260" y="1451"/>
                </a:lnTo>
                <a:lnTo>
                  <a:pt x="1260" y="1452"/>
                </a:lnTo>
                <a:lnTo>
                  <a:pt x="1260" y="1453"/>
                </a:lnTo>
                <a:lnTo>
                  <a:pt x="1259" y="1453"/>
                </a:lnTo>
                <a:lnTo>
                  <a:pt x="1259" y="1454"/>
                </a:lnTo>
                <a:lnTo>
                  <a:pt x="1258" y="1455"/>
                </a:lnTo>
                <a:lnTo>
                  <a:pt x="1256" y="1456"/>
                </a:lnTo>
                <a:lnTo>
                  <a:pt x="1255" y="1457"/>
                </a:lnTo>
                <a:lnTo>
                  <a:pt x="1254" y="1457"/>
                </a:lnTo>
                <a:lnTo>
                  <a:pt x="1254" y="1459"/>
                </a:lnTo>
                <a:lnTo>
                  <a:pt x="1253" y="1461"/>
                </a:lnTo>
                <a:lnTo>
                  <a:pt x="1253" y="1462"/>
                </a:lnTo>
                <a:lnTo>
                  <a:pt x="1253" y="1463"/>
                </a:lnTo>
                <a:lnTo>
                  <a:pt x="1254" y="1464"/>
                </a:lnTo>
                <a:lnTo>
                  <a:pt x="1255" y="1464"/>
                </a:lnTo>
                <a:lnTo>
                  <a:pt x="1256" y="1463"/>
                </a:lnTo>
                <a:lnTo>
                  <a:pt x="1257" y="1463"/>
                </a:lnTo>
                <a:lnTo>
                  <a:pt x="1257" y="1464"/>
                </a:lnTo>
                <a:lnTo>
                  <a:pt x="1258" y="1464"/>
                </a:lnTo>
                <a:lnTo>
                  <a:pt x="1258" y="1465"/>
                </a:lnTo>
                <a:lnTo>
                  <a:pt x="1259" y="1465"/>
                </a:lnTo>
                <a:lnTo>
                  <a:pt x="1260" y="1465"/>
                </a:lnTo>
                <a:lnTo>
                  <a:pt x="1261" y="1466"/>
                </a:lnTo>
                <a:lnTo>
                  <a:pt x="1261" y="1467"/>
                </a:lnTo>
                <a:lnTo>
                  <a:pt x="1260" y="1467"/>
                </a:lnTo>
                <a:lnTo>
                  <a:pt x="1260" y="1468"/>
                </a:lnTo>
                <a:lnTo>
                  <a:pt x="1261" y="1469"/>
                </a:lnTo>
                <a:lnTo>
                  <a:pt x="1262" y="1470"/>
                </a:lnTo>
                <a:lnTo>
                  <a:pt x="1262" y="1471"/>
                </a:lnTo>
                <a:lnTo>
                  <a:pt x="1262" y="1473"/>
                </a:lnTo>
                <a:lnTo>
                  <a:pt x="1263" y="1475"/>
                </a:lnTo>
                <a:lnTo>
                  <a:pt x="1263" y="1476"/>
                </a:lnTo>
                <a:lnTo>
                  <a:pt x="1264" y="1476"/>
                </a:lnTo>
                <a:lnTo>
                  <a:pt x="1264" y="1477"/>
                </a:lnTo>
                <a:lnTo>
                  <a:pt x="1263" y="1477"/>
                </a:lnTo>
                <a:lnTo>
                  <a:pt x="1263" y="1478"/>
                </a:lnTo>
                <a:lnTo>
                  <a:pt x="1264" y="1478"/>
                </a:lnTo>
                <a:lnTo>
                  <a:pt x="1264" y="1479"/>
                </a:lnTo>
                <a:lnTo>
                  <a:pt x="1264" y="1481"/>
                </a:lnTo>
                <a:lnTo>
                  <a:pt x="1263" y="1481"/>
                </a:lnTo>
                <a:lnTo>
                  <a:pt x="1263" y="1483"/>
                </a:lnTo>
                <a:lnTo>
                  <a:pt x="1263" y="1484"/>
                </a:lnTo>
                <a:lnTo>
                  <a:pt x="1262" y="1485"/>
                </a:lnTo>
                <a:lnTo>
                  <a:pt x="1262" y="1486"/>
                </a:lnTo>
                <a:lnTo>
                  <a:pt x="1263" y="1486"/>
                </a:lnTo>
                <a:lnTo>
                  <a:pt x="1264" y="1487"/>
                </a:lnTo>
                <a:lnTo>
                  <a:pt x="1265" y="1487"/>
                </a:lnTo>
                <a:lnTo>
                  <a:pt x="1264" y="1488"/>
                </a:lnTo>
                <a:lnTo>
                  <a:pt x="1263" y="1488"/>
                </a:lnTo>
                <a:lnTo>
                  <a:pt x="1263" y="1489"/>
                </a:lnTo>
                <a:lnTo>
                  <a:pt x="1263" y="1490"/>
                </a:lnTo>
                <a:lnTo>
                  <a:pt x="1264" y="1491"/>
                </a:lnTo>
                <a:lnTo>
                  <a:pt x="1263" y="1492"/>
                </a:lnTo>
                <a:lnTo>
                  <a:pt x="1263" y="1493"/>
                </a:lnTo>
                <a:lnTo>
                  <a:pt x="1262" y="1493"/>
                </a:lnTo>
                <a:lnTo>
                  <a:pt x="1261" y="1493"/>
                </a:lnTo>
                <a:lnTo>
                  <a:pt x="1260" y="1493"/>
                </a:lnTo>
                <a:lnTo>
                  <a:pt x="1259" y="1493"/>
                </a:lnTo>
                <a:lnTo>
                  <a:pt x="1259" y="1494"/>
                </a:lnTo>
                <a:lnTo>
                  <a:pt x="1259" y="1495"/>
                </a:lnTo>
                <a:lnTo>
                  <a:pt x="1258" y="1495"/>
                </a:lnTo>
                <a:lnTo>
                  <a:pt x="1257" y="1496"/>
                </a:lnTo>
                <a:lnTo>
                  <a:pt x="1256" y="1496"/>
                </a:lnTo>
                <a:lnTo>
                  <a:pt x="1255" y="1497"/>
                </a:lnTo>
                <a:lnTo>
                  <a:pt x="1254" y="1497"/>
                </a:lnTo>
                <a:lnTo>
                  <a:pt x="1253" y="1496"/>
                </a:lnTo>
                <a:lnTo>
                  <a:pt x="1252" y="1495"/>
                </a:lnTo>
                <a:lnTo>
                  <a:pt x="1252" y="1494"/>
                </a:lnTo>
                <a:lnTo>
                  <a:pt x="1251" y="1495"/>
                </a:lnTo>
                <a:lnTo>
                  <a:pt x="1250" y="1495"/>
                </a:lnTo>
                <a:lnTo>
                  <a:pt x="1250" y="1494"/>
                </a:lnTo>
                <a:lnTo>
                  <a:pt x="1250" y="1493"/>
                </a:lnTo>
                <a:lnTo>
                  <a:pt x="1251" y="1493"/>
                </a:lnTo>
                <a:lnTo>
                  <a:pt x="1251" y="1492"/>
                </a:lnTo>
                <a:lnTo>
                  <a:pt x="1251" y="1491"/>
                </a:lnTo>
                <a:lnTo>
                  <a:pt x="1250" y="1491"/>
                </a:lnTo>
                <a:lnTo>
                  <a:pt x="1249" y="1491"/>
                </a:lnTo>
                <a:lnTo>
                  <a:pt x="1249" y="1490"/>
                </a:lnTo>
                <a:lnTo>
                  <a:pt x="1248" y="1490"/>
                </a:lnTo>
                <a:lnTo>
                  <a:pt x="1247" y="1490"/>
                </a:lnTo>
                <a:lnTo>
                  <a:pt x="1246" y="1490"/>
                </a:lnTo>
                <a:lnTo>
                  <a:pt x="1246" y="1491"/>
                </a:lnTo>
                <a:lnTo>
                  <a:pt x="1244" y="1491"/>
                </a:lnTo>
                <a:lnTo>
                  <a:pt x="1243" y="1491"/>
                </a:lnTo>
                <a:lnTo>
                  <a:pt x="1243" y="1492"/>
                </a:lnTo>
                <a:lnTo>
                  <a:pt x="1242" y="1492"/>
                </a:lnTo>
                <a:lnTo>
                  <a:pt x="1242" y="1493"/>
                </a:lnTo>
                <a:lnTo>
                  <a:pt x="1242" y="1494"/>
                </a:lnTo>
                <a:lnTo>
                  <a:pt x="1241" y="1495"/>
                </a:lnTo>
                <a:lnTo>
                  <a:pt x="1241" y="1496"/>
                </a:lnTo>
                <a:lnTo>
                  <a:pt x="1241" y="1497"/>
                </a:lnTo>
                <a:lnTo>
                  <a:pt x="1241" y="1499"/>
                </a:lnTo>
                <a:lnTo>
                  <a:pt x="1240" y="1500"/>
                </a:lnTo>
                <a:lnTo>
                  <a:pt x="1239" y="1501"/>
                </a:lnTo>
                <a:lnTo>
                  <a:pt x="1239" y="1502"/>
                </a:lnTo>
                <a:lnTo>
                  <a:pt x="1239" y="1504"/>
                </a:lnTo>
                <a:lnTo>
                  <a:pt x="1238" y="1505"/>
                </a:lnTo>
                <a:lnTo>
                  <a:pt x="1238" y="1507"/>
                </a:lnTo>
                <a:lnTo>
                  <a:pt x="1238" y="1508"/>
                </a:lnTo>
                <a:lnTo>
                  <a:pt x="1238" y="1509"/>
                </a:lnTo>
                <a:lnTo>
                  <a:pt x="1237" y="1510"/>
                </a:lnTo>
                <a:lnTo>
                  <a:pt x="1237" y="1511"/>
                </a:lnTo>
                <a:lnTo>
                  <a:pt x="1236" y="1512"/>
                </a:lnTo>
                <a:lnTo>
                  <a:pt x="1235" y="1514"/>
                </a:lnTo>
                <a:lnTo>
                  <a:pt x="1235" y="1515"/>
                </a:lnTo>
                <a:lnTo>
                  <a:pt x="1236" y="1517"/>
                </a:lnTo>
                <a:lnTo>
                  <a:pt x="1236" y="1519"/>
                </a:lnTo>
                <a:lnTo>
                  <a:pt x="1237" y="1520"/>
                </a:lnTo>
                <a:lnTo>
                  <a:pt x="1237" y="1521"/>
                </a:lnTo>
                <a:lnTo>
                  <a:pt x="1236" y="1521"/>
                </a:lnTo>
                <a:lnTo>
                  <a:pt x="1236" y="1523"/>
                </a:lnTo>
                <a:lnTo>
                  <a:pt x="1237" y="1523"/>
                </a:lnTo>
                <a:lnTo>
                  <a:pt x="1237" y="1524"/>
                </a:lnTo>
                <a:lnTo>
                  <a:pt x="1238" y="1524"/>
                </a:lnTo>
                <a:lnTo>
                  <a:pt x="1238" y="1525"/>
                </a:lnTo>
                <a:lnTo>
                  <a:pt x="1239" y="1525"/>
                </a:lnTo>
                <a:lnTo>
                  <a:pt x="1240" y="1525"/>
                </a:lnTo>
                <a:lnTo>
                  <a:pt x="1241" y="1525"/>
                </a:lnTo>
                <a:lnTo>
                  <a:pt x="1242" y="1525"/>
                </a:lnTo>
                <a:lnTo>
                  <a:pt x="1243" y="1525"/>
                </a:lnTo>
                <a:lnTo>
                  <a:pt x="1243" y="1526"/>
                </a:lnTo>
                <a:lnTo>
                  <a:pt x="1242" y="1526"/>
                </a:lnTo>
                <a:lnTo>
                  <a:pt x="1242" y="1527"/>
                </a:lnTo>
                <a:lnTo>
                  <a:pt x="1241" y="1527"/>
                </a:lnTo>
                <a:lnTo>
                  <a:pt x="1241" y="1529"/>
                </a:lnTo>
                <a:lnTo>
                  <a:pt x="1240" y="1530"/>
                </a:lnTo>
                <a:lnTo>
                  <a:pt x="1239" y="1532"/>
                </a:lnTo>
                <a:lnTo>
                  <a:pt x="1239" y="1533"/>
                </a:lnTo>
                <a:lnTo>
                  <a:pt x="1240" y="1533"/>
                </a:lnTo>
                <a:lnTo>
                  <a:pt x="1240" y="1534"/>
                </a:lnTo>
                <a:lnTo>
                  <a:pt x="1241" y="1536"/>
                </a:lnTo>
                <a:lnTo>
                  <a:pt x="1241" y="1537"/>
                </a:lnTo>
                <a:lnTo>
                  <a:pt x="1240" y="1537"/>
                </a:lnTo>
                <a:lnTo>
                  <a:pt x="1239" y="1537"/>
                </a:lnTo>
                <a:lnTo>
                  <a:pt x="1238" y="1537"/>
                </a:lnTo>
                <a:lnTo>
                  <a:pt x="1236" y="1537"/>
                </a:lnTo>
                <a:lnTo>
                  <a:pt x="1235" y="1537"/>
                </a:lnTo>
                <a:lnTo>
                  <a:pt x="1233" y="1537"/>
                </a:lnTo>
                <a:lnTo>
                  <a:pt x="1232" y="1537"/>
                </a:lnTo>
                <a:lnTo>
                  <a:pt x="1232" y="1536"/>
                </a:lnTo>
                <a:lnTo>
                  <a:pt x="1231" y="1536"/>
                </a:lnTo>
                <a:lnTo>
                  <a:pt x="1231" y="1535"/>
                </a:lnTo>
                <a:lnTo>
                  <a:pt x="1231" y="1534"/>
                </a:lnTo>
                <a:lnTo>
                  <a:pt x="1230" y="1534"/>
                </a:lnTo>
                <a:lnTo>
                  <a:pt x="1229" y="1533"/>
                </a:lnTo>
                <a:lnTo>
                  <a:pt x="1229" y="1532"/>
                </a:lnTo>
                <a:lnTo>
                  <a:pt x="1228" y="1531"/>
                </a:lnTo>
                <a:lnTo>
                  <a:pt x="1228" y="1529"/>
                </a:lnTo>
                <a:lnTo>
                  <a:pt x="1227" y="1529"/>
                </a:lnTo>
                <a:lnTo>
                  <a:pt x="1226" y="1529"/>
                </a:lnTo>
                <a:lnTo>
                  <a:pt x="1225" y="1531"/>
                </a:lnTo>
                <a:lnTo>
                  <a:pt x="1224" y="1531"/>
                </a:lnTo>
                <a:lnTo>
                  <a:pt x="1223" y="1532"/>
                </a:lnTo>
                <a:lnTo>
                  <a:pt x="1224" y="1533"/>
                </a:lnTo>
                <a:lnTo>
                  <a:pt x="1225" y="1534"/>
                </a:lnTo>
                <a:lnTo>
                  <a:pt x="1225" y="1535"/>
                </a:lnTo>
                <a:lnTo>
                  <a:pt x="1226" y="1536"/>
                </a:lnTo>
                <a:lnTo>
                  <a:pt x="1227" y="1536"/>
                </a:lnTo>
                <a:lnTo>
                  <a:pt x="1227" y="1537"/>
                </a:lnTo>
                <a:lnTo>
                  <a:pt x="1228" y="1538"/>
                </a:lnTo>
                <a:lnTo>
                  <a:pt x="1229" y="1539"/>
                </a:lnTo>
                <a:lnTo>
                  <a:pt x="1229" y="1541"/>
                </a:lnTo>
                <a:lnTo>
                  <a:pt x="1228" y="1542"/>
                </a:lnTo>
                <a:lnTo>
                  <a:pt x="1227" y="1542"/>
                </a:lnTo>
                <a:lnTo>
                  <a:pt x="1225" y="1542"/>
                </a:lnTo>
                <a:lnTo>
                  <a:pt x="1224" y="1542"/>
                </a:lnTo>
                <a:lnTo>
                  <a:pt x="1224" y="1541"/>
                </a:lnTo>
                <a:lnTo>
                  <a:pt x="1223" y="1540"/>
                </a:lnTo>
                <a:lnTo>
                  <a:pt x="1222" y="1540"/>
                </a:lnTo>
                <a:lnTo>
                  <a:pt x="1222" y="1539"/>
                </a:lnTo>
                <a:lnTo>
                  <a:pt x="1221" y="1539"/>
                </a:lnTo>
                <a:lnTo>
                  <a:pt x="1220" y="1539"/>
                </a:lnTo>
                <a:lnTo>
                  <a:pt x="1220" y="1540"/>
                </a:lnTo>
                <a:lnTo>
                  <a:pt x="1219" y="1542"/>
                </a:lnTo>
                <a:lnTo>
                  <a:pt x="1218" y="1543"/>
                </a:lnTo>
                <a:lnTo>
                  <a:pt x="1217" y="1543"/>
                </a:lnTo>
                <a:lnTo>
                  <a:pt x="1217" y="1545"/>
                </a:lnTo>
                <a:lnTo>
                  <a:pt x="1216" y="1545"/>
                </a:lnTo>
                <a:lnTo>
                  <a:pt x="1215" y="1544"/>
                </a:lnTo>
                <a:lnTo>
                  <a:pt x="1214" y="1544"/>
                </a:lnTo>
                <a:lnTo>
                  <a:pt x="1215" y="1543"/>
                </a:lnTo>
                <a:lnTo>
                  <a:pt x="1214" y="1543"/>
                </a:lnTo>
                <a:lnTo>
                  <a:pt x="1213" y="1542"/>
                </a:lnTo>
                <a:lnTo>
                  <a:pt x="1212" y="1542"/>
                </a:lnTo>
                <a:lnTo>
                  <a:pt x="1211" y="1542"/>
                </a:lnTo>
                <a:lnTo>
                  <a:pt x="1211" y="1541"/>
                </a:lnTo>
                <a:lnTo>
                  <a:pt x="1209" y="1541"/>
                </a:lnTo>
                <a:lnTo>
                  <a:pt x="1207" y="1541"/>
                </a:lnTo>
                <a:lnTo>
                  <a:pt x="1206" y="1542"/>
                </a:lnTo>
                <a:lnTo>
                  <a:pt x="1205" y="1542"/>
                </a:lnTo>
                <a:lnTo>
                  <a:pt x="1202" y="1540"/>
                </a:lnTo>
                <a:lnTo>
                  <a:pt x="1202" y="1539"/>
                </a:lnTo>
                <a:lnTo>
                  <a:pt x="1201" y="1539"/>
                </a:lnTo>
                <a:lnTo>
                  <a:pt x="1200" y="1540"/>
                </a:lnTo>
                <a:lnTo>
                  <a:pt x="1198" y="1540"/>
                </a:lnTo>
                <a:lnTo>
                  <a:pt x="1197" y="1539"/>
                </a:lnTo>
                <a:lnTo>
                  <a:pt x="1196" y="1539"/>
                </a:lnTo>
                <a:lnTo>
                  <a:pt x="1195" y="1539"/>
                </a:lnTo>
                <a:lnTo>
                  <a:pt x="1193" y="1539"/>
                </a:lnTo>
                <a:lnTo>
                  <a:pt x="1193" y="1538"/>
                </a:lnTo>
                <a:lnTo>
                  <a:pt x="1192" y="1537"/>
                </a:lnTo>
                <a:lnTo>
                  <a:pt x="1191" y="1537"/>
                </a:lnTo>
                <a:lnTo>
                  <a:pt x="1191" y="1536"/>
                </a:lnTo>
                <a:lnTo>
                  <a:pt x="1191" y="1535"/>
                </a:lnTo>
                <a:lnTo>
                  <a:pt x="1190" y="1535"/>
                </a:lnTo>
                <a:lnTo>
                  <a:pt x="1190" y="1534"/>
                </a:lnTo>
                <a:lnTo>
                  <a:pt x="1189" y="1534"/>
                </a:lnTo>
                <a:lnTo>
                  <a:pt x="1189" y="1535"/>
                </a:lnTo>
                <a:lnTo>
                  <a:pt x="1188" y="1535"/>
                </a:lnTo>
                <a:lnTo>
                  <a:pt x="1187" y="1535"/>
                </a:lnTo>
                <a:lnTo>
                  <a:pt x="1186" y="1535"/>
                </a:lnTo>
                <a:lnTo>
                  <a:pt x="1185" y="1534"/>
                </a:lnTo>
                <a:lnTo>
                  <a:pt x="1184" y="1534"/>
                </a:lnTo>
                <a:lnTo>
                  <a:pt x="1183" y="1534"/>
                </a:lnTo>
                <a:lnTo>
                  <a:pt x="1181" y="1535"/>
                </a:lnTo>
                <a:lnTo>
                  <a:pt x="1180" y="1535"/>
                </a:lnTo>
                <a:lnTo>
                  <a:pt x="1179" y="1536"/>
                </a:lnTo>
                <a:lnTo>
                  <a:pt x="1178" y="1537"/>
                </a:lnTo>
                <a:lnTo>
                  <a:pt x="1177" y="1537"/>
                </a:lnTo>
                <a:lnTo>
                  <a:pt x="1177" y="1539"/>
                </a:lnTo>
                <a:lnTo>
                  <a:pt x="1178" y="1540"/>
                </a:lnTo>
                <a:lnTo>
                  <a:pt x="1178" y="1541"/>
                </a:lnTo>
                <a:lnTo>
                  <a:pt x="1178" y="1542"/>
                </a:lnTo>
                <a:lnTo>
                  <a:pt x="1179" y="1542"/>
                </a:lnTo>
                <a:lnTo>
                  <a:pt x="1180" y="1543"/>
                </a:lnTo>
                <a:lnTo>
                  <a:pt x="1181" y="1543"/>
                </a:lnTo>
                <a:lnTo>
                  <a:pt x="1181" y="1544"/>
                </a:lnTo>
                <a:lnTo>
                  <a:pt x="1182" y="1544"/>
                </a:lnTo>
                <a:lnTo>
                  <a:pt x="1182" y="1545"/>
                </a:lnTo>
                <a:lnTo>
                  <a:pt x="1182" y="1546"/>
                </a:lnTo>
                <a:lnTo>
                  <a:pt x="1180" y="1547"/>
                </a:lnTo>
                <a:lnTo>
                  <a:pt x="1180" y="1548"/>
                </a:lnTo>
                <a:lnTo>
                  <a:pt x="1180" y="1549"/>
                </a:lnTo>
                <a:lnTo>
                  <a:pt x="1178" y="1550"/>
                </a:lnTo>
                <a:lnTo>
                  <a:pt x="1175" y="1548"/>
                </a:lnTo>
                <a:lnTo>
                  <a:pt x="1174" y="1547"/>
                </a:lnTo>
                <a:lnTo>
                  <a:pt x="1173" y="1547"/>
                </a:lnTo>
                <a:lnTo>
                  <a:pt x="1172" y="1546"/>
                </a:lnTo>
                <a:lnTo>
                  <a:pt x="1171" y="1545"/>
                </a:lnTo>
                <a:lnTo>
                  <a:pt x="1170" y="1544"/>
                </a:lnTo>
                <a:lnTo>
                  <a:pt x="1169" y="1544"/>
                </a:lnTo>
                <a:lnTo>
                  <a:pt x="1169" y="1545"/>
                </a:lnTo>
                <a:lnTo>
                  <a:pt x="1169" y="1546"/>
                </a:lnTo>
                <a:lnTo>
                  <a:pt x="1168" y="1546"/>
                </a:lnTo>
                <a:lnTo>
                  <a:pt x="1167" y="1547"/>
                </a:lnTo>
                <a:lnTo>
                  <a:pt x="1166" y="1547"/>
                </a:lnTo>
                <a:lnTo>
                  <a:pt x="1165" y="1547"/>
                </a:lnTo>
                <a:lnTo>
                  <a:pt x="1164" y="1547"/>
                </a:lnTo>
                <a:lnTo>
                  <a:pt x="1164" y="1549"/>
                </a:lnTo>
                <a:lnTo>
                  <a:pt x="1164" y="1551"/>
                </a:lnTo>
                <a:lnTo>
                  <a:pt x="1165" y="1552"/>
                </a:lnTo>
                <a:lnTo>
                  <a:pt x="1164" y="1553"/>
                </a:lnTo>
                <a:lnTo>
                  <a:pt x="1162" y="1552"/>
                </a:lnTo>
                <a:lnTo>
                  <a:pt x="1161" y="1551"/>
                </a:lnTo>
                <a:lnTo>
                  <a:pt x="1161" y="1550"/>
                </a:lnTo>
                <a:lnTo>
                  <a:pt x="1161" y="1548"/>
                </a:lnTo>
                <a:lnTo>
                  <a:pt x="1161" y="1547"/>
                </a:lnTo>
                <a:lnTo>
                  <a:pt x="1160" y="1547"/>
                </a:lnTo>
                <a:lnTo>
                  <a:pt x="1160" y="1546"/>
                </a:lnTo>
                <a:lnTo>
                  <a:pt x="1159" y="1546"/>
                </a:lnTo>
                <a:lnTo>
                  <a:pt x="1158" y="1546"/>
                </a:lnTo>
                <a:lnTo>
                  <a:pt x="1158" y="1545"/>
                </a:lnTo>
                <a:lnTo>
                  <a:pt x="1158" y="1544"/>
                </a:lnTo>
                <a:lnTo>
                  <a:pt x="1157" y="1544"/>
                </a:lnTo>
                <a:lnTo>
                  <a:pt x="1156" y="1543"/>
                </a:lnTo>
                <a:lnTo>
                  <a:pt x="1155" y="1543"/>
                </a:lnTo>
                <a:lnTo>
                  <a:pt x="1154" y="1543"/>
                </a:lnTo>
                <a:lnTo>
                  <a:pt x="1154" y="1542"/>
                </a:lnTo>
                <a:lnTo>
                  <a:pt x="1153" y="1541"/>
                </a:lnTo>
                <a:lnTo>
                  <a:pt x="1152" y="1541"/>
                </a:lnTo>
                <a:lnTo>
                  <a:pt x="1151" y="1542"/>
                </a:lnTo>
                <a:lnTo>
                  <a:pt x="1149" y="1543"/>
                </a:lnTo>
                <a:lnTo>
                  <a:pt x="1148" y="1543"/>
                </a:lnTo>
                <a:lnTo>
                  <a:pt x="1148" y="1542"/>
                </a:lnTo>
                <a:lnTo>
                  <a:pt x="1147" y="1542"/>
                </a:lnTo>
                <a:lnTo>
                  <a:pt x="1146" y="1542"/>
                </a:lnTo>
                <a:lnTo>
                  <a:pt x="1145" y="1542"/>
                </a:lnTo>
                <a:lnTo>
                  <a:pt x="1144" y="1542"/>
                </a:lnTo>
                <a:lnTo>
                  <a:pt x="1144" y="1541"/>
                </a:lnTo>
                <a:lnTo>
                  <a:pt x="1143" y="1540"/>
                </a:lnTo>
                <a:lnTo>
                  <a:pt x="1142" y="1539"/>
                </a:lnTo>
                <a:lnTo>
                  <a:pt x="1141" y="1539"/>
                </a:lnTo>
                <a:lnTo>
                  <a:pt x="1140" y="1540"/>
                </a:lnTo>
                <a:lnTo>
                  <a:pt x="1140" y="1541"/>
                </a:lnTo>
                <a:lnTo>
                  <a:pt x="1141" y="1542"/>
                </a:lnTo>
                <a:lnTo>
                  <a:pt x="1142" y="1543"/>
                </a:lnTo>
                <a:lnTo>
                  <a:pt x="1143" y="1544"/>
                </a:lnTo>
                <a:lnTo>
                  <a:pt x="1144" y="1544"/>
                </a:lnTo>
                <a:lnTo>
                  <a:pt x="1144" y="1545"/>
                </a:lnTo>
                <a:lnTo>
                  <a:pt x="1143" y="1546"/>
                </a:lnTo>
                <a:lnTo>
                  <a:pt x="1143" y="1547"/>
                </a:lnTo>
                <a:lnTo>
                  <a:pt x="1143" y="1549"/>
                </a:lnTo>
                <a:lnTo>
                  <a:pt x="1144" y="1551"/>
                </a:lnTo>
                <a:lnTo>
                  <a:pt x="1144" y="1553"/>
                </a:lnTo>
                <a:lnTo>
                  <a:pt x="1145" y="1556"/>
                </a:lnTo>
                <a:lnTo>
                  <a:pt x="1147" y="1557"/>
                </a:lnTo>
                <a:lnTo>
                  <a:pt x="1148" y="1558"/>
                </a:lnTo>
                <a:lnTo>
                  <a:pt x="1148" y="1559"/>
                </a:lnTo>
                <a:lnTo>
                  <a:pt x="1149" y="1559"/>
                </a:lnTo>
                <a:lnTo>
                  <a:pt x="1148" y="1561"/>
                </a:lnTo>
                <a:lnTo>
                  <a:pt x="1149" y="1563"/>
                </a:lnTo>
                <a:lnTo>
                  <a:pt x="1150" y="1564"/>
                </a:lnTo>
                <a:lnTo>
                  <a:pt x="1152" y="1565"/>
                </a:lnTo>
                <a:lnTo>
                  <a:pt x="1153" y="1566"/>
                </a:lnTo>
                <a:lnTo>
                  <a:pt x="1153" y="1567"/>
                </a:lnTo>
                <a:lnTo>
                  <a:pt x="1153" y="1568"/>
                </a:lnTo>
                <a:lnTo>
                  <a:pt x="1151" y="1570"/>
                </a:lnTo>
                <a:lnTo>
                  <a:pt x="1151" y="1571"/>
                </a:lnTo>
                <a:lnTo>
                  <a:pt x="1150" y="1572"/>
                </a:lnTo>
                <a:lnTo>
                  <a:pt x="1148" y="1572"/>
                </a:lnTo>
                <a:lnTo>
                  <a:pt x="1146" y="1572"/>
                </a:lnTo>
                <a:lnTo>
                  <a:pt x="1145" y="1572"/>
                </a:lnTo>
                <a:lnTo>
                  <a:pt x="1144" y="1573"/>
                </a:lnTo>
                <a:lnTo>
                  <a:pt x="1144" y="1575"/>
                </a:lnTo>
                <a:lnTo>
                  <a:pt x="1144" y="1579"/>
                </a:lnTo>
                <a:lnTo>
                  <a:pt x="1144" y="1582"/>
                </a:lnTo>
                <a:lnTo>
                  <a:pt x="1145" y="1583"/>
                </a:lnTo>
                <a:lnTo>
                  <a:pt x="1149" y="1587"/>
                </a:lnTo>
                <a:lnTo>
                  <a:pt x="1150" y="1588"/>
                </a:lnTo>
                <a:lnTo>
                  <a:pt x="1150" y="1589"/>
                </a:lnTo>
                <a:lnTo>
                  <a:pt x="1149" y="1590"/>
                </a:lnTo>
                <a:lnTo>
                  <a:pt x="1149" y="1593"/>
                </a:lnTo>
                <a:lnTo>
                  <a:pt x="1151" y="1594"/>
                </a:lnTo>
                <a:lnTo>
                  <a:pt x="1152" y="1599"/>
                </a:lnTo>
                <a:lnTo>
                  <a:pt x="1153" y="1599"/>
                </a:lnTo>
                <a:lnTo>
                  <a:pt x="1154" y="1599"/>
                </a:lnTo>
                <a:lnTo>
                  <a:pt x="1156" y="1602"/>
                </a:lnTo>
                <a:lnTo>
                  <a:pt x="1156" y="1603"/>
                </a:lnTo>
                <a:lnTo>
                  <a:pt x="1155" y="1604"/>
                </a:lnTo>
                <a:lnTo>
                  <a:pt x="1154" y="1606"/>
                </a:lnTo>
                <a:lnTo>
                  <a:pt x="1152" y="1607"/>
                </a:lnTo>
                <a:lnTo>
                  <a:pt x="1150" y="1607"/>
                </a:lnTo>
                <a:lnTo>
                  <a:pt x="1149" y="1607"/>
                </a:lnTo>
                <a:lnTo>
                  <a:pt x="1148" y="1607"/>
                </a:lnTo>
                <a:lnTo>
                  <a:pt x="1146" y="1607"/>
                </a:lnTo>
                <a:lnTo>
                  <a:pt x="1145" y="1609"/>
                </a:lnTo>
                <a:lnTo>
                  <a:pt x="1145" y="1610"/>
                </a:lnTo>
                <a:lnTo>
                  <a:pt x="1143" y="1612"/>
                </a:lnTo>
                <a:lnTo>
                  <a:pt x="1140" y="1612"/>
                </a:lnTo>
                <a:lnTo>
                  <a:pt x="1139" y="1612"/>
                </a:lnTo>
                <a:lnTo>
                  <a:pt x="1137" y="1611"/>
                </a:lnTo>
                <a:lnTo>
                  <a:pt x="1136" y="1610"/>
                </a:lnTo>
                <a:lnTo>
                  <a:pt x="1134" y="1609"/>
                </a:lnTo>
                <a:lnTo>
                  <a:pt x="1133" y="1606"/>
                </a:lnTo>
                <a:lnTo>
                  <a:pt x="1132" y="1605"/>
                </a:lnTo>
                <a:lnTo>
                  <a:pt x="1131" y="1603"/>
                </a:lnTo>
                <a:lnTo>
                  <a:pt x="1131" y="1602"/>
                </a:lnTo>
                <a:lnTo>
                  <a:pt x="1130" y="1601"/>
                </a:lnTo>
                <a:lnTo>
                  <a:pt x="1129" y="1600"/>
                </a:lnTo>
                <a:lnTo>
                  <a:pt x="1127" y="1600"/>
                </a:lnTo>
                <a:lnTo>
                  <a:pt x="1126" y="1600"/>
                </a:lnTo>
                <a:lnTo>
                  <a:pt x="1126" y="1601"/>
                </a:lnTo>
                <a:lnTo>
                  <a:pt x="1126" y="1603"/>
                </a:lnTo>
                <a:lnTo>
                  <a:pt x="1124" y="1604"/>
                </a:lnTo>
                <a:lnTo>
                  <a:pt x="1122" y="1603"/>
                </a:lnTo>
                <a:lnTo>
                  <a:pt x="1120" y="1602"/>
                </a:lnTo>
                <a:lnTo>
                  <a:pt x="1119" y="1600"/>
                </a:lnTo>
                <a:lnTo>
                  <a:pt x="1119" y="1599"/>
                </a:lnTo>
                <a:lnTo>
                  <a:pt x="1118" y="1598"/>
                </a:lnTo>
                <a:lnTo>
                  <a:pt x="1117" y="1597"/>
                </a:lnTo>
                <a:lnTo>
                  <a:pt x="1116" y="1598"/>
                </a:lnTo>
                <a:lnTo>
                  <a:pt x="1114" y="1599"/>
                </a:lnTo>
                <a:lnTo>
                  <a:pt x="1110" y="1601"/>
                </a:lnTo>
                <a:lnTo>
                  <a:pt x="1109" y="1602"/>
                </a:lnTo>
                <a:lnTo>
                  <a:pt x="1109" y="1601"/>
                </a:lnTo>
                <a:lnTo>
                  <a:pt x="1107" y="1600"/>
                </a:lnTo>
                <a:lnTo>
                  <a:pt x="1106" y="1599"/>
                </a:lnTo>
                <a:lnTo>
                  <a:pt x="1105" y="1598"/>
                </a:lnTo>
                <a:lnTo>
                  <a:pt x="1103" y="1596"/>
                </a:lnTo>
                <a:lnTo>
                  <a:pt x="1102" y="1594"/>
                </a:lnTo>
                <a:lnTo>
                  <a:pt x="1100" y="1593"/>
                </a:lnTo>
                <a:lnTo>
                  <a:pt x="1099" y="1592"/>
                </a:lnTo>
                <a:lnTo>
                  <a:pt x="1097" y="1591"/>
                </a:lnTo>
                <a:lnTo>
                  <a:pt x="1097" y="1590"/>
                </a:lnTo>
                <a:lnTo>
                  <a:pt x="1096" y="1589"/>
                </a:lnTo>
                <a:lnTo>
                  <a:pt x="1094" y="1589"/>
                </a:lnTo>
                <a:lnTo>
                  <a:pt x="1094" y="1588"/>
                </a:lnTo>
                <a:lnTo>
                  <a:pt x="1093" y="1587"/>
                </a:lnTo>
                <a:lnTo>
                  <a:pt x="1092" y="1587"/>
                </a:lnTo>
                <a:lnTo>
                  <a:pt x="1092" y="1586"/>
                </a:lnTo>
                <a:lnTo>
                  <a:pt x="1088" y="1583"/>
                </a:lnTo>
                <a:lnTo>
                  <a:pt x="1087" y="1582"/>
                </a:lnTo>
                <a:lnTo>
                  <a:pt x="1087" y="1581"/>
                </a:lnTo>
                <a:lnTo>
                  <a:pt x="1087" y="1579"/>
                </a:lnTo>
                <a:lnTo>
                  <a:pt x="1087" y="1578"/>
                </a:lnTo>
                <a:lnTo>
                  <a:pt x="1087" y="1577"/>
                </a:lnTo>
                <a:lnTo>
                  <a:pt x="1087" y="1576"/>
                </a:lnTo>
                <a:lnTo>
                  <a:pt x="1087" y="1575"/>
                </a:lnTo>
                <a:lnTo>
                  <a:pt x="1086" y="1575"/>
                </a:lnTo>
                <a:lnTo>
                  <a:pt x="1084" y="1574"/>
                </a:lnTo>
                <a:lnTo>
                  <a:pt x="1084" y="1572"/>
                </a:lnTo>
                <a:lnTo>
                  <a:pt x="1084" y="1570"/>
                </a:lnTo>
                <a:lnTo>
                  <a:pt x="1083" y="1567"/>
                </a:lnTo>
                <a:lnTo>
                  <a:pt x="1083" y="1566"/>
                </a:lnTo>
                <a:lnTo>
                  <a:pt x="1083" y="1565"/>
                </a:lnTo>
                <a:lnTo>
                  <a:pt x="1083" y="1564"/>
                </a:lnTo>
                <a:lnTo>
                  <a:pt x="1083" y="1563"/>
                </a:lnTo>
                <a:lnTo>
                  <a:pt x="1083" y="1562"/>
                </a:lnTo>
                <a:lnTo>
                  <a:pt x="1082" y="1556"/>
                </a:lnTo>
                <a:lnTo>
                  <a:pt x="1081" y="1555"/>
                </a:lnTo>
                <a:lnTo>
                  <a:pt x="1078" y="1555"/>
                </a:lnTo>
                <a:lnTo>
                  <a:pt x="1076" y="1556"/>
                </a:lnTo>
                <a:lnTo>
                  <a:pt x="1065" y="1555"/>
                </a:lnTo>
                <a:lnTo>
                  <a:pt x="1063" y="1554"/>
                </a:lnTo>
                <a:lnTo>
                  <a:pt x="1061" y="1554"/>
                </a:lnTo>
                <a:lnTo>
                  <a:pt x="1059" y="1552"/>
                </a:lnTo>
                <a:lnTo>
                  <a:pt x="1057" y="1552"/>
                </a:lnTo>
                <a:lnTo>
                  <a:pt x="1056" y="1554"/>
                </a:lnTo>
                <a:lnTo>
                  <a:pt x="1056" y="1555"/>
                </a:lnTo>
                <a:lnTo>
                  <a:pt x="1052" y="1556"/>
                </a:lnTo>
                <a:lnTo>
                  <a:pt x="1051" y="1557"/>
                </a:lnTo>
                <a:lnTo>
                  <a:pt x="1050" y="1556"/>
                </a:lnTo>
                <a:lnTo>
                  <a:pt x="1048" y="1556"/>
                </a:lnTo>
                <a:lnTo>
                  <a:pt x="1047" y="1556"/>
                </a:lnTo>
                <a:lnTo>
                  <a:pt x="1049" y="1560"/>
                </a:lnTo>
                <a:lnTo>
                  <a:pt x="1049" y="1561"/>
                </a:lnTo>
                <a:lnTo>
                  <a:pt x="1050" y="1562"/>
                </a:lnTo>
                <a:lnTo>
                  <a:pt x="1051" y="1562"/>
                </a:lnTo>
                <a:lnTo>
                  <a:pt x="1051" y="1563"/>
                </a:lnTo>
                <a:lnTo>
                  <a:pt x="1050" y="1567"/>
                </a:lnTo>
                <a:lnTo>
                  <a:pt x="1049" y="1568"/>
                </a:lnTo>
                <a:lnTo>
                  <a:pt x="1049" y="1569"/>
                </a:lnTo>
                <a:lnTo>
                  <a:pt x="1048" y="1570"/>
                </a:lnTo>
                <a:lnTo>
                  <a:pt x="1047" y="1570"/>
                </a:lnTo>
                <a:lnTo>
                  <a:pt x="1045" y="1570"/>
                </a:lnTo>
                <a:lnTo>
                  <a:pt x="1044" y="1573"/>
                </a:lnTo>
                <a:lnTo>
                  <a:pt x="1044" y="1575"/>
                </a:lnTo>
                <a:lnTo>
                  <a:pt x="1044" y="1576"/>
                </a:lnTo>
                <a:lnTo>
                  <a:pt x="1044" y="1579"/>
                </a:lnTo>
                <a:lnTo>
                  <a:pt x="1044" y="1580"/>
                </a:lnTo>
                <a:lnTo>
                  <a:pt x="1043" y="1581"/>
                </a:lnTo>
                <a:lnTo>
                  <a:pt x="1043" y="1582"/>
                </a:lnTo>
                <a:lnTo>
                  <a:pt x="1043" y="1583"/>
                </a:lnTo>
                <a:lnTo>
                  <a:pt x="1044" y="1583"/>
                </a:lnTo>
                <a:lnTo>
                  <a:pt x="1045" y="1584"/>
                </a:lnTo>
                <a:lnTo>
                  <a:pt x="1048" y="1585"/>
                </a:lnTo>
                <a:lnTo>
                  <a:pt x="1048" y="1586"/>
                </a:lnTo>
                <a:lnTo>
                  <a:pt x="1052" y="1589"/>
                </a:lnTo>
                <a:lnTo>
                  <a:pt x="1050" y="1590"/>
                </a:lnTo>
                <a:lnTo>
                  <a:pt x="1050" y="1592"/>
                </a:lnTo>
                <a:lnTo>
                  <a:pt x="1050" y="1593"/>
                </a:lnTo>
                <a:lnTo>
                  <a:pt x="1052" y="1594"/>
                </a:lnTo>
                <a:lnTo>
                  <a:pt x="1052" y="1596"/>
                </a:lnTo>
                <a:lnTo>
                  <a:pt x="1053" y="1598"/>
                </a:lnTo>
                <a:lnTo>
                  <a:pt x="1054" y="1600"/>
                </a:lnTo>
                <a:lnTo>
                  <a:pt x="1055" y="1600"/>
                </a:lnTo>
                <a:lnTo>
                  <a:pt x="1054" y="1602"/>
                </a:lnTo>
                <a:lnTo>
                  <a:pt x="1054" y="1603"/>
                </a:lnTo>
                <a:lnTo>
                  <a:pt x="1053" y="1603"/>
                </a:lnTo>
                <a:lnTo>
                  <a:pt x="1053" y="1604"/>
                </a:lnTo>
                <a:lnTo>
                  <a:pt x="1053" y="1605"/>
                </a:lnTo>
                <a:lnTo>
                  <a:pt x="1054" y="1606"/>
                </a:lnTo>
                <a:lnTo>
                  <a:pt x="1053" y="1608"/>
                </a:lnTo>
                <a:lnTo>
                  <a:pt x="1051" y="1608"/>
                </a:lnTo>
                <a:lnTo>
                  <a:pt x="1050" y="1608"/>
                </a:lnTo>
                <a:lnTo>
                  <a:pt x="1049" y="1608"/>
                </a:lnTo>
                <a:lnTo>
                  <a:pt x="1048" y="1609"/>
                </a:lnTo>
                <a:lnTo>
                  <a:pt x="1049" y="1611"/>
                </a:lnTo>
                <a:lnTo>
                  <a:pt x="1049" y="1612"/>
                </a:lnTo>
                <a:lnTo>
                  <a:pt x="1049" y="1614"/>
                </a:lnTo>
                <a:lnTo>
                  <a:pt x="1048" y="1615"/>
                </a:lnTo>
                <a:lnTo>
                  <a:pt x="1047" y="1615"/>
                </a:lnTo>
                <a:lnTo>
                  <a:pt x="1047" y="1616"/>
                </a:lnTo>
                <a:lnTo>
                  <a:pt x="1047" y="1617"/>
                </a:lnTo>
                <a:lnTo>
                  <a:pt x="1047" y="1618"/>
                </a:lnTo>
                <a:lnTo>
                  <a:pt x="1046" y="1619"/>
                </a:lnTo>
                <a:lnTo>
                  <a:pt x="1045" y="1619"/>
                </a:lnTo>
                <a:lnTo>
                  <a:pt x="1043" y="1619"/>
                </a:lnTo>
                <a:lnTo>
                  <a:pt x="1043" y="1618"/>
                </a:lnTo>
                <a:lnTo>
                  <a:pt x="1042" y="1618"/>
                </a:lnTo>
                <a:lnTo>
                  <a:pt x="1040" y="1618"/>
                </a:lnTo>
                <a:lnTo>
                  <a:pt x="1039" y="1618"/>
                </a:lnTo>
                <a:lnTo>
                  <a:pt x="1037" y="1619"/>
                </a:lnTo>
                <a:lnTo>
                  <a:pt x="1037" y="1618"/>
                </a:lnTo>
                <a:lnTo>
                  <a:pt x="1036" y="1618"/>
                </a:lnTo>
                <a:lnTo>
                  <a:pt x="1036" y="1617"/>
                </a:lnTo>
                <a:lnTo>
                  <a:pt x="1036" y="1615"/>
                </a:lnTo>
                <a:lnTo>
                  <a:pt x="1036" y="1611"/>
                </a:lnTo>
                <a:lnTo>
                  <a:pt x="1037" y="1607"/>
                </a:lnTo>
                <a:lnTo>
                  <a:pt x="1036" y="1606"/>
                </a:lnTo>
                <a:lnTo>
                  <a:pt x="1036" y="1604"/>
                </a:lnTo>
                <a:lnTo>
                  <a:pt x="1036" y="1603"/>
                </a:lnTo>
                <a:lnTo>
                  <a:pt x="1036" y="1602"/>
                </a:lnTo>
                <a:lnTo>
                  <a:pt x="1036" y="1600"/>
                </a:lnTo>
                <a:lnTo>
                  <a:pt x="1036" y="1599"/>
                </a:lnTo>
                <a:lnTo>
                  <a:pt x="1035" y="1598"/>
                </a:lnTo>
                <a:lnTo>
                  <a:pt x="1034" y="1598"/>
                </a:lnTo>
                <a:lnTo>
                  <a:pt x="1032" y="1598"/>
                </a:lnTo>
                <a:lnTo>
                  <a:pt x="1031" y="1598"/>
                </a:lnTo>
                <a:lnTo>
                  <a:pt x="1030" y="1597"/>
                </a:lnTo>
                <a:lnTo>
                  <a:pt x="1030" y="1596"/>
                </a:lnTo>
                <a:lnTo>
                  <a:pt x="1028" y="1594"/>
                </a:lnTo>
                <a:lnTo>
                  <a:pt x="1024" y="1592"/>
                </a:lnTo>
                <a:lnTo>
                  <a:pt x="1021" y="1590"/>
                </a:lnTo>
                <a:lnTo>
                  <a:pt x="1020" y="1590"/>
                </a:lnTo>
                <a:lnTo>
                  <a:pt x="1019" y="1589"/>
                </a:lnTo>
                <a:lnTo>
                  <a:pt x="1017" y="1587"/>
                </a:lnTo>
                <a:lnTo>
                  <a:pt x="1013" y="1581"/>
                </a:lnTo>
                <a:lnTo>
                  <a:pt x="1013" y="1580"/>
                </a:lnTo>
                <a:lnTo>
                  <a:pt x="1012" y="1580"/>
                </a:lnTo>
                <a:lnTo>
                  <a:pt x="1011" y="1578"/>
                </a:lnTo>
                <a:lnTo>
                  <a:pt x="1011" y="1577"/>
                </a:lnTo>
                <a:lnTo>
                  <a:pt x="1012" y="1575"/>
                </a:lnTo>
                <a:lnTo>
                  <a:pt x="1012" y="1574"/>
                </a:lnTo>
                <a:lnTo>
                  <a:pt x="1012" y="1573"/>
                </a:lnTo>
                <a:lnTo>
                  <a:pt x="1011" y="1571"/>
                </a:lnTo>
                <a:lnTo>
                  <a:pt x="1010" y="1571"/>
                </a:lnTo>
                <a:lnTo>
                  <a:pt x="1009" y="1571"/>
                </a:lnTo>
                <a:lnTo>
                  <a:pt x="1005" y="1570"/>
                </a:lnTo>
                <a:lnTo>
                  <a:pt x="1001" y="1569"/>
                </a:lnTo>
                <a:lnTo>
                  <a:pt x="1000" y="1569"/>
                </a:lnTo>
                <a:lnTo>
                  <a:pt x="997" y="1570"/>
                </a:lnTo>
                <a:lnTo>
                  <a:pt x="996" y="1570"/>
                </a:lnTo>
                <a:lnTo>
                  <a:pt x="992" y="1576"/>
                </a:lnTo>
                <a:lnTo>
                  <a:pt x="990" y="1578"/>
                </a:lnTo>
                <a:lnTo>
                  <a:pt x="989" y="1580"/>
                </a:lnTo>
                <a:lnTo>
                  <a:pt x="987" y="1585"/>
                </a:lnTo>
                <a:lnTo>
                  <a:pt x="986" y="1587"/>
                </a:lnTo>
                <a:lnTo>
                  <a:pt x="987" y="1589"/>
                </a:lnTo>
                <a:lnTo>
                  <a:pt x="987" y="1590"/>
                </a:lnTo>
                <a:lnTo>
                  <a:pt x="986" y="1590"/>
                </a:lnTo>
                <a:lnTo>
                  <a:pt x="986" y="1591"/>
                </a:lnTo>
                <a:lnTo>
                  <a:pt x="986" y="1592"/>
                </a:lnTo>
                <a:lnTo>
                  <a:pt x="983" y="1595"/>
                </a:lnTo>
                <a:lnTo>
                  <a:pt x="983" y="1596"/>
                </a:lnTo>
                <a:lnTo>
                  <a:pt x="981" y="1597"/>
                </a:lnTo>
                <a:lnTo>
                  <a:pt x="981" y="1596"/>
                </a:lnTo>
                <a:lnTo>
                  <a:pt x="979" y="1595"/>
                </a:lnTo>
                <a:lnTo>
                  <a:pt x="978" y="1593"/>
                </a:lnTo>
                <a:lnTo>
                  <a:pt x="978" y="1592"/>
                </a:lnTo>
                <a:lnTo>
                  <a:pt x="977" y="1591"/>
                </a:lnTo>
                <a:lnTo>
                  <a:pt x="977" y="1588"/>
                </a:lnTo>
                <a:lnTo>
                  <a:pt x="976" y="1588"/>
                </a:lnTo>
                <a:lnTo>
                  <a:pt x="976" y="1587"/>
                </a:lnTo>
                <a:lnTo>
                  <a:pt x="976" y="1586"/>
                </a:lnTo>
                <a:lnTo>
                  <a:pt x="976" y="1585"/>
                </a:lnTo>
                <a:lnTo>
                  <a:pt x="975" y="1582"/>
                </a:lnTo>
                <a:lnTo>
                  <a:pt x="974" y="1582"/>
                </a:lnTo>
                <a:lnTo>
                  <a:pt x="973" y="1581"/>
                </a:lnTo>
                <a:lnTo>
                  <a:pt x="968" y="1579"/>
                </a:lnTo>
                <a:lnTo>
                  <a:pt x="965" y="1578"/>
                </a:lnTo>
                <a:lnTo>
                  <a:pt x="948" y="1572"/>
                </a:lnTo>
                <a:lnTo>
                  <a:pt x="947" y="1572"/>
                </a:lnTo>
                <a:lnTo>
                  <a:pt x="946" y="1574"/>
                </a:lnTo>
                <a:lnTo>
                  <a:pt x="946" y="1575"/>
                </a:lnTo>
                <a:lnTo>
                  <a:pt x="944" y="1575"/>
                </a:lnTo>
                <a:lnTo>
                  <a:pt x="943" y="1575"/>
                </a:lnTo>
                <a:lnTo>
                  <a:pt x="942" y="1575"/>
                </a:lnTo>
                <a:lnTo>
                  <a:pt x="941" y="1575"/>
                </a:lnTo>
                <a:lnTo>
                  <a:pt x="941" y="1578"/>
                </a:lnTo>
                <a:lnTo>
                  <a:pt x="940" y="1579"/>
                </a:lnTo>
                <a:lnTo>
                  <a:pt x="939" y="1580"/>
                </a:lnTo>
                <a:lnTo>
                  <a:pt x="938" y="1580"/>
                </a:lnTo>
                <a:lnTo>
                  <a:pt x="936" y="1580"/>
                </a:lnTo>
                <a:lnTo>
                  <a:pt x="933" y="1580"/>
                </a:lnTo>
                <a:lnTo>
                  <a:pt x="929" y="1578"/>
                </a:lnTo>
                <a:lnTo>
                  <a:pt x="929" y="1577"/>
                </a:lnTo>
                <a:lnTo>
                  <a:pt x="929" y="1576"/>
                </a:lnTo>
                <a:lnTo>
                  <a:pt x="929" y="1575"/>
                </a:lnTo>
                <a:lnTo>
                  <a:pt x="928" y="1574"/>
                </a:lnTo>
                <a:lnTo>
                  <a:pt x="926" y="1571"/>
                </a:lnTo>
                <a:lnTo>
                  <a:pt x="925" y="1570"/>
                </a:lnTo>
                <a:lnTo>
                  <a:pt x="925" y="1569"/>
                </a:lnTo>
                <a:lnTo>
                  <a:pt x="925" y="1568"/>
                </a:lnTo>
                <a:lnTo>
                  <a:pt x="923" y="1568"/>
                </a:lnTo>
                <a:lnTo>
                  <a:pt x="922" y="1567"/>
                </a:lnTo>
                <a:lnTo>
                  <a:pt x="920" y="1566"/>
                </a:lnTo>
                <a:lnTo>
                  <a:pt x="920" y="1565"/>
                </a:lnTo>
                <a:lnTo>
                  <a:pt x="921" y="1564"/>
                </a:lnTo>
                <a:lnTo>
                  <a:pt x="922" y="1564"/>
                </a:lnTo>
                <a:lnTo>
                  <a:pt x="922" y="1563"/>
                </a:lnTo>
                <a:lnTo>
                  <a:pt x="920" y="1560"/>
                </a:lnTo>
                <a:lnTo>
                  <a:pt x="919" y="1560"/>
                </a:lnTo>
                <a:lnTo>
                  <a:pt x="918" y="1560"/>
                </a:lnTo>
                <a:lnTo>
                  <a:pt x="918" y="1559"/>
                </a:lnTo>
                <a:lnTo>
                  <a:pt x="917" y="1557"/>
                </a:lnTo>
                <a:lnTo>
                  <a:pt x="916" y="1554"/>
                </a:lnTo>
                <a:lnTo>
                  <a:pt x="916" y="1553"/>
                </a:lnTo>
                <a:lnTo>
                  <a:pt x="915" y="1551"/>
                </a:lnTo>
                <a:lnTo>
                  <a:pt x="915" y="1550"/>
                </a:lnTo>
                <a:lnTo>
                  <a:pt x="916" y="1550"/>
                </a:lnTo>
                <a:lnTo>
                  <a:pt x="916" y="1549"/>
                </a:lnTo>
                <a:lnTo>
                  <a:pt x="916" y="1548"/>
                </a:lnTo>
                <a:lnTo>
                  <a:pt x="914" y="1546"/>
                </a:lnTo>
                <a:lnTo>
                  <a:pt x="914" y="1545"/>
                </a:lnTo>
                <a:lnTo>
                  <a:pt x="914" y="1544"/>
                </a:lnTo>
                <a:lnTo>
                  <a:pt x="914" y="1543"/>
                </a:lnTo>
                <a:lnTo>
                  <a:pt x="915" y="1542"/>
                </a:lnTo>
                <a:lnTo>
                  <a:pt x="914" y="1541"/>
                </a:lnTo>
                <a:lnTo>
                  <a:pt x="913" y="1541"/>
                </a:lnTo>
                <a:lnTo>
                  <a:pt x="912" y="1541"/>
                </a:lnTo>
                <a:lnTo>
                  <a:pt x="912" y="1540"/>
                </a:lnTo>
                <a:lnTo>
                  <a:pt x="910" y="1539"/>
                </a:lnTo>
                <a:lnTo>
                  <a:pt x="908" y="1539"/>
                </a:lnTo>
                <a:lnTo>
                  <a:pt x="908" y="1538"/>
                </a:lnTo>
                <a:lnTo>
                  <a:pt x="907" y="1536"/>
                </a:lnTo>
                <a:lnTo>
                  <a:pt x="907" y="1535"/>
                </a:lnTo>
                <a:lnTo>
                  <a:pt x="908" y="1535"/>
                </a:lnTo>
                <a:lnTo>
                  <a:pt x="909" y="1534"/>
                </a:lnTo>
                <a:lnTo>
                  <a:pt x="909" y="1532"/>
                </a:lnTo>
                <a:lnTo>
                  <a:pt x="909" y="1531"/>
                </a:lnTo>
                <a:lnTo>
                  <a:pt x="910" y="1528"/>
                </a:lnTo>
                <a:lnTo>
                  <a:pt x="911" y="1527"/>
                </a:lnTo>
                <a:lnTo>
                  <a:pt x="912" y="1526"/>
                </a:lnTo>
                <a:lnTo>
                  <a:pt x="913" y="1525"/>
                </a:lnTo>
                <a:lnTo>
                  <a:pt x="914" y="1524"/>
                </a:lnTo>
                <a:lnTo>
                  <a:pt x="915" y="1523"/>
                </a:lnTo>
                <a:lnTo>
                  <a:pt x="916" y="1524"/>
                </a:lnTo>
                <a:lnTo>
                  <a:pt x="917" y="1524"/>
                </a:lnTo>
                <a:lnTo>
                  <a:pt x="918" y="1524"/>
                </a:lnTo>
                <a:lnTo>
                  <a:pt x="918" y="1523"/>
                </a:lnTo>
                <a:lnTo>
                  <a:pt x="919" y="1523"/>
                </a:lnTo>
                <a:lnTo>
                  <a:pt x="920" y="1524"/>
                </a:lnTo>
                <a:lnTo>
                  <a:pt x="920" y="1525"/>
                </a:lnTo>
                <a:lnTo>
                  <a:pt x="921" y="1525"/>
                </a:lnTo>
                <a:lnTo>
                  <a:pt x="921" y="1524"/>
                </a:lnTo>
                <a:lnTo>
                  <a:pt x="922" y="1524"/>
                </a:lnTo>
                <a:lnTo>
                  <a:pt x="923" y="1524"/>
                </a:lnTo>
                <a:lnTo>
                  <a:pt x="924" y="1524"/>
                </a:lnTo>
                <a:lnTo>
                  <a:pt x="924" y="1523"/>
                </a:lnTo>
                <a:lnTo>
                  <a:pt x="924" y="1522"/>
                </a:lnTo>
                <a:lnTo>
                  <a:pt x="923" y="1522"/>
                </a:lnTo>
                <a:lnTo>
                  <a:pt x="922" y="1521"/>
                </a:lnTo>
                <a:lnTo>
                  <a:pt x="921" y="1521"/>
                </a:lnTo>
                <a:lnTo>
                  <a:pt x="920" y="1520"/>
                </a:lnTo>
                <a:lnTo>
                  <a:pt x="920" y="1519"/>
                </a:lnTo>
                <a:lnTo>
                  <a:pt x="919" y="1518"/>
                </a:lnTo>
                <a:lnTo>
                  <a:pt x="919" y="1517"/>
                </a:lnTo>
                <a:lnTo>
                  <a:pt x="919" y="1515"/>
                </a:lnTo>
                <a:lnTo>
                  <a:pt x="920" y="1514"/>
                </a:lnTo>
                <a:lnTo>
                  <a:pt x="921" y="1514"/>
                </a:lnTo>
                <a:lnTo>
                  <a:pt x="921" y="1513"/>
                </a:lnTo>
                <a:lnTo>
                  <a:pt x="922" y="1512"/>
                </a:lnTo>
                <a:lnTo>
                  <a:pt x="923" y="1512"/>
                </a:lnTo>
                <a:lnTo>
                  <a:pt x="923" y="1513"/>
                </a:lnTo>
                <a:lnTo>
                  <a:pt x="924" y="1512"/>
                </a:lnTo>
                <a:lnTo>
                  <a:pt x="925" y="1512"/>
                </a:lnTo>
                <a:lnTo>
                  <a:pt x="925" y="1511"/>
                </a:lnTo>
                <a:lnTo>
                  <a:pt x="925" y="1509"/>
                </a:lnTo>
                <a:lnTo>
                  <a:pt x="925" y="1507"/>
                </a:lnTo>
                <a:lnTo>
                  <a:pt x="925" y="1504"/>
                </a:lnTo>
                <a:lnTo>
                  <a:pt x="925" y="1503"/>
                </a:lnTo>
                <a:lnTo>
                  <a:pt x="925" y="1502"/>
                </a:lnTo>
                <a:lnTo>
                  <a:pt x="924" y="1501"/>
                </a:lnTo>
                <a:lnTo>
                  <a:pt x="924" y="1500"/>
                </a:lnTo>
                <a:lnTo>
                  <a:pt x="923" y="1500"/>
                </a:lnTo>
                <a:lnTo>
                  <a:pt x="923" y="1499"/>
                </a:lnTo>
                <a:lnTo>
                  <a:pt x="923" y="1498"/>
                </a:lnTo>
                <a:lnTo>
                  <a:pt x="924" y="1496"/>
                </a:lnTo>
                <a:lnTo>
                  <a:pt x="924" y="1495"/>
                </a:lnTo>
                <a:lnTo>
                  <a:pt x="924" y="1494"/>
                </a:lnTo>
                <a:lnTo>
                  <a:pt x="924" y="1493"/>
                </a:lnTo>
                <a:lnTo>
                  <a:pt x="925" y="1493"/>
                </a:lnTo>
                <a:lnTo>
                  <a:pt x="925" y="1492"/>
                </a:lnTo>
                <a:lnTo>
                  <a:pt x="924" y="1492"/>
                </a:lnTo>
                <a:lnTo>
                  <a:pt x="924" y="1491"/>
                </a:lnTo>
                <a:lnTo>
                  <a:pt x="924" y="1492"/>
                </a:lnTo>
                <a:lnTo>
                  <a:pt x="923" y="1492"/>
                </a:lnTo>
                <a:lnTo>
                  <a:pt x="922" y="1492"/>
                </a:lnTo>
                <a:lnTo>
                  <a:pt x="922" y="1490"/>
                </a:lnTo>
                <a:lnTo>
                  <a:pt x="921" y="1489"/>
                </a:lnTo>
                <a:lnTo>
                  <a:pt x="919" y="1486"/>
                </a:lnTo>
                <a:lnTo>
                  <a:pt x="918" y="1486"/>
                </a:lnTo>
                <a:lnTo>
                  <a:pt x="918" y="1487"/>
                </a:lnTo>
                <a:lnTo>
                  <a:pt x="917" y="1486"/>
                </a:lnTo>
                <a:lnTo>
                  <a:pt x="916" y="1486"/>
                </a:lnTo>
                <a:lnTo>
                  <a:pt x="915" y="1486"/>
                </a:lnTo>
                <a:lnTo>
                  <a:pt x="914" y="1486"/>
                </a:lnTo>
                <a:lnTo>
                  <a:pt x="913" y="1486"/>
                </a:lnTo>
                <a:lnTo>
                  <a:pt x="912" y="1487"/>
                </a:lnTo>
                <a:lnTo>
                  <a:pt x="911" y="1489"/>
                </a:lnTo>
                <a:lnTo>
                  <a:pt x="911" y="1490"/>
                </a:lnTo>
                <a:lnTo>
                  <a:pt x="912" y="1492"/>
                </a:lnTo>
                <a:lnTo>
                  <a:pt x="912" y="1493"/>
                </a:lnTo>
                <a:lnTo>
                  <a:pt x="911" y="1493"/>
                </a:lnTo>
                <a:lnTo>
                  <a:pt x="910" y="1493"/>
                </a:lnTo>
                <a:lnTo>
                  <a:pt x="909" y="1493"/>
                </a:lnTo>
                <a:lnTo>
                  <a:pt x="909" y="1492"/>
                </a:lnTo>
                <a:lnTo>
                  <a:pt x="908" y="1491"/>
                </a:lnTo>
                <a:lnTo>
                  <a:pt x="907" y="1491"/>
                </a:lnTo>
                <a:lnTo>
                  <a:pt x="907" y="1492"/>
                </a:lnTo>
                <a:lnTo>
                  <a:pt x="906" y="1492"/>
                </a:lnTo>
                <a:lnTo>
                  <a:pt x="905" y="1491"/>
                </a:lnTo>
                <a:lnTo>
                  <a:pt x="904" y="1491"/>
                </a:lnTo>
                <a:lnTo>
                  <a:pt x="904" y="1492"/>
                </a:lnTo>
                <a:lnTo>
                  <a:pt x="903" y="1492"/>
                </a:lnTo>
                <a:lnTo>
                  <a:pt x="903" y="1490"/>
                </a:lnTo>
                <a:lnTo>
                  <a:pt x="902" y="1490"/>
                </a:lnTo>
                <a:lnTo>
                  <a:pt x="902" y="1489"/>
                </a:lnTo>
                <a:lnTo>
                  <a:pt x="901" y="1489"/>
                </a:lnTo>
                <a:lnTo>
                  <a:pt x="901" y="1488"/>
                </a:lnTo>
                <a:lnTo>
                  <a:pt x="900" y="1487"/>
                </a:lnTo>
                <a:lnTo>
                  <a:pt x="899" y="1487"/>
                </a:lnTo>
                <a:lnTo>
                  <a:pt x="898" y="1486"/>
                </a:lnTo>
                <a:lnTo>
                  <a:pt x="898" y="1485"/>
                </a:lnTo>
                <a:lnTo>
                  <a:pt x="898" y="1484"/>
                </a:lnTo>
                <a:lnTo>
                  <a:pt x="897" y="1483"/>
                </a:lnTo>
                <a:lnTo>
                  <a:pt x="896" y="1482"/>
                </a:lnTo>
                <a:lnTo>
                  <a:pt x="897" y="1481"/>
                </a:lnTo>
                <a:lnTo>
                  <a:pt x="898" y="1481"/>
                </a:lnTo>
                <a:lnTo>
                  <a:pt x="898" y="1480"/>
                </a:lnTo>
                <a:lnTo>
                  <a:pt x="898" y="1479"/>
                </a:lnTo>
                <a:lnTo>
                  <a:pt x="897" y="1479"/>
                </a:lnTo>
                <a:lnTo>
                  <a:pt x="896" y="1478"/>
                </a:lnTo>
                <a:lnTo>
                  <a:pt x="896" y="1477"/>
                </a:lnTo>
                <a:lnTo>
                  <a:pt x="896" y="1475"/>
                </a:lnTo>
                <a:lnTo>
                  <a:pt x="895" y="1474"/>
                </a:lnTo>
                <a:lnTo>
                  <a:pt x="895" y="1473"/>
                </a:lnTo>
                <a:lnTo>
                  <a:pt x="895" y="1472"/>
                </a:lnTo>
                <a:lnTo>
                  <a:pt x="895" y="1471"/>
                </a:lnTo>
                <a:lnTo>
                  <a:pt x="895" y="1470"/>
                </a:lnTo>
                <a:lnTo>
                  <a:pt x="895" y="1469"/>
                </a:lnTo>
                <a:lnTo>
                  <a:pt x="895" y="1468"/>
                </a:lnTo>
                <a:lnTo>
                  <a:pt x="895" y="1466"/>
                </a:lnTo>
                <a:lnTo>
                  <a:pt x="894" y="1464"/>
                </a:lnTo>
                <a:lnTo>
                  <a:pt x="893" y="1464"/>
                </a:lnTo>
                <a:lnTo>
                  <a:pt x="893" y="1463"/>
                </a:lnTo>
                <a:lnTo>
                  <a:pt x="893" y="1462"/>
                </a:lnTo>
                <a:lnTo>
                  <a:pt x="894" y="1462"/>
                </a:lnTo>
                <a:lnTo>
                  <a:pt x="894" y="1461"/>
                </a:lnTo>
                <a:lnTo>
                  <a:pt x="894" y="1460"/>
                </a:lnTo>
                <a:lnTo>
                  <a:pt x="894" y="1459"/>
                </a:lnTo>
                <a:lnTo>
                  <a:pt x="894" y="1456"/>
                </a:lnTo>
                <a:lnTo>
                  <a:pt x="894" y="1455"/>
                </a:lnTo>
                <a:lnTo>
                  <a:pt x="893" y="1455"/>
                </a:lnTo>
                <a:lnTo>
                  <a:pt x="892" y="1455"/>
                </a:lnTo>
                <a:lnTo>
                  <a:pt x="891" y="1455"/>
                </a:lnTo>
                <a:lnTo>
                  <a:pt x="891" y="1454"/>
                </a:lnTo>
                <a:lnTo>
                  <a:pt x="890" y="1454"/>
                </a:lnTo>
                <a:lnTo>
                  <a:pt x="890" y="1455"/>
                </a:lnTo>
                <a:lnTo>
                  <a:pt x="890" y="1456"/>
                </a:lnTo>
                <a:lnTo>
                  <a:pt x="889" y="1456"/>
                </a:lnTo>
                <a:lnTo>
                  <a:pt x="889" y="1457"/>
                </a:lnTo>
                <a:lnTo>
                  <a:pt x="888" y="1457"/>
                </a:lnTo>
                <a:lnTo>
                  <a:pt x="888" y="1458"/>
                </a:lnTo>
                <a:lnTo>
                  <a:pt x="888" y="1459"/>
                </a:lnTo>
                <a:lnTo>
                  <a:pt x="888" y="1460"/>
                </a:lnTo>
                <a:lnTo>
                  <a:pt x="887" y="1460"/>
                </a:lnTo>
                <a:lnTo>
                  <a:pt x="886" y="1460"/>
                </a:lnTo>
                <a:lnTo>
                  <a:pt x="885" y="1460"/>
                </a:lnTo>
                <a:lnTo>
                  <a:pt x="883" y="1462"/>
                </a:lnTo>
                <a:lnTo>
                  <a:pt x="882" y="1462"/>
                </a:lnTo>
                <a:lnTo>
                  <a:pt x="881" y="1462"/>
                </a:lnTo>
                <a:lnTo>
                  <a:pt x="880" y="1462"/>
                </a:lnTo>
                <a:lnTo>
                  <a:pt x="879" y="1463"/>
                </a:lnTo>
                <a:lnTo>
                  <a:pt x="877" y="1463"/>
                </a:lnTo>
                <a:lnTo>
                  <a:pt x="876" y="1463"/>
                </a:lnTo>
                <a:lnTo>
                  <a:pt x="875" y="1464"/>
                </a:lnTo>
                <a:lnTo>
                  <a:pt x="874" y="1465"/>
                </a:lnTo>
                <a:lnTo>
                  <a:pt x="873" y="1465"/>
                </a:lnTo>
                <a:lnTo>
                  <a:pt x="872" y="1465"/>
                </a:lnTo>
                <a:lnTo>
                  <a:pt x="871" y="1465"/>
                </a:lnTo>
                <a:lnTo>
                  <a:pt x="871" y="1466"/>
                </a:lnTo>
                <a:lnTo>
                  <a:pt x="870" y="1466"/>
                </a:lnTo>
                <a:lnTo>
                  <a:pt x="870" y="1465"/>
                </a:lnTo>
                <a:lnTo>
                  <a:pt x="869" y="1465"/>
                </a:lnTo>
                <a:lnTo>
                  <a:pt x="869" y="1464"/>
                </a:lnTo>
                <a:lnTo>
                  <a:pt x="867" y="1463"/>
                </a:lnTo>
                <a:lnTo>
                  <a:pt x="867" y="1462"/>
                </a:lnTo>
                <a:lnTo>
                  <a:pt x="866" y="1461"/>
                </a:lnTo>
                <a:lnTo>
                  <a:pt x="866" y="1460"/>
                </a:lnTo>
                <a:lnTo>
                  <a:pt x="866" y="1459"/>
                </a:lnTo>
                <a:lnTo>
                  <a:pt x="866" y="1458"/>
                </a:lnTo>
                <a:lnTo>
                  <a:pt x="866" y="1457"/>
                </a:lnTo>
                <a:lnTo>
                  <a:pt x="867" y="1457"/>
                </a:lnTo>
                <a:lnTo>
                  <a:pt x="868" y="1456"/>
                </a:lnTo>
                <a:lnTo>
                  <a:pt x="868" y="1455"/>
                </a:lnTo>
                <a:lnTo>
                  <a:pt x="869" y="1454"/>
                </a:lnTo>
                <a:lnTo>
                  <a:pt x="870" y="1453"/>
                </a:lnTo>
                <a:lnTo>
                  <a:pt x="870" y="1452"/>
                </a:lnTo>
                <a:lnTo>
                  <a:pt x="871" y="1452"/>
                </a:lnTo>
                <a:lnTo>
                  <a:pt x="873" y="1453"/>
                </a:lnTo>
                <a:lnTo>
                  <a:pt x="874" y="1453"/>
                </a:lnTo>
                <a:lnTo>
                  <a:pt x="875" y="1453"/>
                </a:lnTo>
                <a:lnTo>
                  <a:pt x="877" y="1452"/>
                </a:lnTo>
                <a:lnTo>
                  <a:pt x="878" y="1452"/>
                </a:lnTo>
                <a:lnTo>
                  <a:pt x="879" y="1451"/>
                </a:lnTo>
                <a:lnTo>
                  <a:pt x="881" y="1452"/>
                </a:lnTo>
                <a:lnTo>
                  <a:pt x="883" y="1451"/>
                </a:lnTo>
                <a:lnTo>
                  <a:pt x="885" y="1452"/>
                </a:lnTo>
                <a:lnTo>
                  <a:pt x="886" y="1452"/>
                </a:lnTo>
                <a:lnTo>
                  <a:pt x="887" y="1452"/>
                </a:lnTo>
                <a:lnTo>
                  <a:pt x="888" y="1452"/>
                </a:lnTo>
                <a:lnTo>
                  <a:pt x="888" y="1451"/>
                </a:lnTo>
                <a:lnTo>
                  <a:pt x="889" y="1451"/>
                </a:lnTo>
                <a:lnTo>
                  <a:pt x="890" y="1451"/>
                </a:lnTo>
                <a:lnTo>
                  <a:pt x="891" y="1450"/>
                </a:lnTo>
                <a:lnTo>
                  <a:pt x="892" y="1450"/>
                </a:lnTo>
                <a:lnTo>
                  <a:pt x="895" y="1450"/>
                </a:lnTo>
                <a:lnTo>
                  <a:pt x="896" y="1450"/>
                </a:lnTo>
                <a:lnTo>
                  <a:pt x="898" y="1450"/>
                </a:lnTo>
                <a:lnTo>
                  <a:pt x="898" y="1449"/>
                </a:lnTo>
                <a:lnTo>
                  <a:pt x="896" y="1447"/>
                </a:lnTo>
                <a:lnTo>
                  <a:pt x="895" y="1446"/>
                </a:lnTo>
                <a:lnTo>
                  <a:pt x="894" y="1446"/>
                </a:lnTo>
                <a:lnTo>
                  <a:pt x="893" y="1446"/>
                </a:lnTo>
                <a:lnTo>
                  <a:pt x="893" y="1445"/>
                </a:lnTo>
                <a:lnTo>
                  <a:pt x="893" y="1444"/>
                </a:lnTo>
                <a:lnTo>
                  <a:pt x="893" y="1443"/>
                </a:lnTo>
                <a:lnTo>
                  <a:pt x="892" y="1443"/>
                </a:lnTo>
                <a:lnTo>
                  <a:pt x="892" y="1442"/>
                </a:lnTo>
                <a:lnTo>
                  <a:pt x="892" y="1441"/>
                </a:lnTo>
                <a:lnTo>
                  <a:pt x="892" y="1440"/>
                </a:lnTo>
                <a:lnTo>
                  <a:pt x="892" y="1439"/>
                </a:lnTo>
                <a:lnTo>
                  <a:pt x="891" y="1439"/>
                </a:lnTo>
                <a:lnTo>
                  <a:pt x="891" y="1440"/>
                </a:lnTo>
                <a:lnTo>
                  <a:pt x="890" y="1440"/>
                </a:lnTo>
                <a:lnTo>
                  <a:pt x="890" y="1441"/>
                </a:lnTo>
                <a:lnTo>
                  <a:pt x="889" y="1441"/>
                </a:lnTo>
                <a:lnTo>
                  <a:pt x="888" y="1441"/>
                </a:lnTo>
                <a:lnTo>
                  <a:pt x="887" y="1441"/>
                </a:lnTo>
                <a:lnTo>
                  <a:pt x="886" y="1440"/>
                </a:lnTo>
                <a:lnTo>
                  <a:pt x="886" y="1439"/>
                </a:lnTo>
                <a:lnTo>
                  <a:pt x="884" y="1439"/>
                </a:lnTo>
                <a:lnTo>
                  <a:pt x="884" y="1440"/>
                </a:lnTo>
                <a:lnTo>
                  <a:pt x="883" y="1440"/>
                </a:lnTo>
                <a:lnTo>
                  <a:pt x="883" y="1441"/>
                </a:lnTo>
                <a:lnTo>
                  <a:pt x="882" y="1441"/>
                </a:lnTo>
                <a:lnTo>
                  <a:pt x="881" y="1441"/>
                </a:lnTo>
                <a:lnTo>
                  <a:pt x="881" y="1440"/>
                </a:lnTo>
                <a:lnTo>
                  <a:pt x="880" y="1439"/>
                </a:lnTo>
                <a:lnTo>
                  <a:pt x="880" y="1438"/>
                </a:lnTo>
                <a:lnTo>
                  <a:pt x="881" y="1438"/>
                </a:lnTo>
                <a:lnTo>
                  <a:pt x="881" y="1437"/>
                </a:lnTo>
                <a:lnTo>
                  <a:pt x="880" y="1437"/>
                </a:lnTo>
                <a:lnTo>
                  <a:pt x="880" y="1438"/>
                </a:lnTo>
                <a:lnTo>
                  <a:pt x="879" y="1438"/>
                </a:lnTo>
                <a:lnTo>
                  <a:pt x="878" y="1438"/>
                </a:lnTo>
                <a:lnTo>
                  <a:pt x="877" y="1437"/>
                </a:lnTo>
                <a:lnTo>
                  <a:pt x="877" y="1438"/>
                </a:lnTo>
                <a:lnTo>
                  <a:pt x="877" y="1439"/>
                </a:lnTo>
                <a:lnTo>
                  <a:pt x="877" y="1440"/>
                </a:lnTo>
                <a:lnTo>
                  <a:pt x="876" y="1440"/>
                </a:lnTo>
                <a:lnTo>
                  <a:pt x="875" y="1440"/>
                </a:lnTo>
                <a:lnTo>
                  <a:pt x="875" y="1439"/>
                </a:lnTo>
                <a:lnTo>
                  <a:pt x="873" y="1439"/>
                </a:lnTo>
                <a:lnTo>
                  <a:pt x="873" y="1440"/>
                </a:lnTo>
                <a:lnTo>
                  <a:pt x="872" y="1440"/>
                </a:lnTo>
                <a:lnTo>
                  <a:pt x="872" y="1439"/>
                </a:lnTo>
                <a:lnTo>
                  <a:pt x="871" y="1439"/>
                </a:lnTo>
                <a:lnTo>
                  <a:pt x="870" y="1439"/>
                </a:lnTo>
                <a:lnTo>
                  <a:pt x="869" y="1439"/>
                </a:lnTo>
                <a:lnTo>
                  <a:pt x="868" y="1439"/>
                </a:lnTo>
                <a:lnTo>
                  <a:pt x="868" y="1440"/>
                </a:lnTo>
                <a:lnTo>
                  <a:pt x="867" y="1441"/>
                </a:lnTo>
                <a:lnTo>
                  <a:pt x="866" y="1440"/>
                </a:lnTo>
                <a:lnTo>
                  <a:pt x="865" y="1439"/>
                </a:lnTo>
                <a:lnTo>
                  <a:pt x="865" y="1438"/>
                </a:lnTo>
                <a:lnTo>
                  <a:pt x="864" y="1438"/>
                </a:lnTo>
                <a:lnTo>
                  <a:pt x="864" y="1437"/>
                </a:lnTo>
                <a:lnTo>
                  <a:pt x="864" y="1436"/>
                </a:lnTo>
                <a:lnTo>
                  <a:pt x="863" y="1436"/>
                </a:lnTo>
                <a:lnTo>
                  <a:pt x="860" y="1435"/>
                </a:lnTo>
                <a:lnTo>
                  <a:pt x="859" y="1434"/>
                </a:lnTo>
                <a:lnTo>
                  <a:pt x="859" y="1433"/>
                </a:lnTo>
                <a:lnTo>
                  <a:pt x="858" y="1433"/>
                </a:lnTo>
                <a:lnTo>
                  <a:pt x="857" y="1433"/>
                </a:lnTo>
                <a:lnTo>
                  <a:pt x="856" y="1433"/>
                </a:lnTo>
                <a:lnTo>
                  <a:pt x="856" y="1432"/>
                </a:lnTo>
                <a:lnTo>
                  <a:pt x="855" y="1432"/>
                </a:lnTo>
                <a:lnTo>
                  <a:pt x="854" y="1431"/>
                </a:lnTo>
                <a:lnTo>
                  <a:pt x="853" y="1431"/>
                </a:lnTo>
                <a:lnTo>
                  <a:pt x="853" y="1430"/>
                </a:lnTo>
                <a:lnTo>
                  <a:pt x="852" y="1430"/>
                </a:lnTo>
                <a:lnTo>
                  <a:pt x="852" y="1431"/>
                </a:lnTo>
                <a:lnTo>
                  <a:pt x="851" y="1433"/>
                </a:lnTo>
                <a:lnTo>
                  <a:pt x="849" y="1433"/>
                </a:lnTo>
                <a:lnTo>
                  <a:pt x="848" y="1433"/>
                </a:lnTo>
                <a:lnTo>
                  <a:pt x="848" y="1432"/>
                </a:lnTo>
                <a:lnTo>
                  <a:pt x="847" y="1432"/>
                </a:lnTo>
                <a:lnTo>
                  <a:pt x="847" y="1431"/>
                </a:lnTo>
                <a:lnTo>
                  <a:pt x="846" y="1431"/>
                </a:lnTo>
                <a:lnTo>
                  <a:pt x="845" y="1432"/>
                </a:lnTo>
                <a:lnTo>
                  <a:pt x="845" y="1433"/>
                </a:lnTo>
                <a:lnTo>
                  <a:pt x="844" y="1433"/>
                </a:lnTo>
                <a:lnTo>
                  <a:pt x="844" y="1432"/>
                </a:lnTo>
                <a:lnTo>
                  <a:pt x="843" y="1432"/>
                </a:lnTo>
                <a:lnTo>
                  <a:pt x="841" y="1432"/>
                </a:lnTo>
                <a:lnTo>
                  <a:pt x="841" y="1431"/>
                </a:lnTo>
                <a:lnTo>
                  <a:pt x="840" y="1431"/>
                </a:lnTo>
                <a:lnTo>
                  <a:pt x="840" y="1430"/>
                </a:lnTo>
                <a:lnTo>
                  <a:pt x="839" y="1430"/>
                </a:lnTo>
                <a:lnTo>
                  <a:pt x="839" y="1428"/>
                </a:lnTo>
                <a:lnTo>
                  <a:pt x="839" y="1426"/>
                </a:lnTo>
                <a:lnTo>
                  <a:pt x="839" y="1425"/>
                </a:lnTo>
                <a:lnTo>
                  <a:pt x="838" y="1424"/>
                </a:lnTo>
                <a:lnTo>
                  <a:pt x="839" y="1424"/>
                </a:lnTo>
                <a:lnTo>
                  <a:pt x="839" y="1423"/>
                </a:lnTo>
                <a:lnTo>
                  <a:pt x="839" y="1422"/>
                </a:lnTo>
                <a:lnTo>
                  <a:pt x="838" y="1422"/>
                </a:lnTo>
                <a:lnTo>
                  <a:pt x="838" y="1421"/>
                </a:lnTo>
                <a:lnTo>
                  <a:pt x="838" y="1420"/>
                </a:lnTo>
                <a:lnTo>
                  <a:pt x="837" y="1419"/>
                </a:lnTo>
                <a:lnTo>
                  <a:pt x="837" y="1418"/>
                </a:lnTo>
                <a:lnTo>
                  <a:pt x="836" y="1419"/>
                </a:lnTo>
                <a:lnTo>
                  <a:pt x="835" y="1419"/>
                </a:lnTo>
                <a:lnTo>
                  <a:pt x="834" y="1418"/>
                </a:lnTo>
                <a:lnTo>
                  <a:pt x="833" y="1418"/>
                </a:lnTo>
                <a:lnTo>
                  <a:pt x="831" y="1419"/>
                </a:lnTo>
                <a:lnTo>
                  <a:pt x="830" y="1419"/>
                </a:lnTo>
                <a:lnTo>
                  <a:pt x="829" y="1417"/>
                </a:lnTo>
                <a:lnTo>
                  <a:pt x="829" y="1416"/>
                </a:lnTo>
                <a:lnTo>
                  <a:pt x="828" y="1416"/>
                </a:lnTo>
                <a:lnTo>
                  <a:pt x="827" y="1415"/>
                </a:lnTo>
                <a:lnTo>
                  <a:pt x="826" y="1415"/>
                </a:lnTo>
                <a:lnTo>
                  <a:pt x="825" y="1414"/>
                </a:lnTo>
                <a:lnTo>
                  <a:pt x="824" y="1414"/>
                </a:lnTo>
                <a:lnTo>
                  <a:pt x="823" y="1413"/>
                </a:lnTo>
                <a:lnTo>
                  <a:pt x="822" y="1412"/>
                </a:lnTo>
                <a:lnTo>
                  <a:pt x="821" y="1411"/>
                </a:lnTo>
                <a:lnTo>
                  <a:pt x="821" y="1409"/>
                </a:lnTo>
                <a:lnTo>
                  <a:pt x="821" y="1408"/>
                </a:lnTo>
                <a:lnTo>
                  <a:pt x="821" y="1407"/>
                </a:lnTo>
                <a:lnTo>
                  <a:pt x="820" y="1407"/>
                </a:lnTo>
                <a:lnTo>
                  <a:pt x="820" y="1406"/>
                </a:lnTo>
                <a:lnTo>
                  <a:pt x="821" y="1406"/>
                </a:lnTo>
                <a:lnTo>
                  <a:pt x="820" y="1406"/>
                </a:lnTo>
                <a:lnTo>
                  <a:pt x="819" y="1405"/>
                </a:lnTo>
                <a:lnTo>
                  <a:pt x="818" y="1405"/>
                </a:lnTo>
                <a:lnTo>
                  <a:pt x="817" y="1405"/>
                </a:lnTo>
                <a:lnTo>
                  <a:pt x="816" y="1405"/>
                </a:lnTo>
                <a:lnTo>
                  <a:pt x="816" y="1404"/>
                </a:lnTo>
                <a:lnTo>
                  <a:pt x="816" y="1403"/>
                </a:lnTo>
                <a:lnTo>
                  <a:pt x="817" y="1403"/>
                </a:lnTo>
                <a:lnTo>
                  <a:pt x="819" y="1403"/>
                </a:lnTo>
                <a:lnTo>
                  <a:pt x="821" y="1403"/>
                </a:lnTo>
                <a:lnTo>
                  <a:pt x="821" y="1402"/>
                </a:lnTo>
                <a:lnTo>
                  <a:pt x="821" y="1401"/>
                </a:lnTo>
                <a:lnTo>
                  <a:pt x="820" y="1400"/>
                </a:lnTo>
                <a:lnTo>
                  <a:pt x="819" y="1399"/>
                </a:lnTo>
                <a:lnTo>
                  <a:pt x="818" y="1399"/>
                </a:lnTo>
                <a:lnTo>
                  <a:pt x="817" y="1399"/>
                </a:lnTo>
                <a:lnTo>
                  <a:pt x="816" y="1399"/>
                </a:lnTo>
                <a:lnTo>
                  <a:pt x="815" y="1398"/>
                </a:lnTo>
                <a:lnTo>
                  <a:pt x="814" y="1397"/>
                </a:lnTo>
                <a:lnTo>
                  <a:pt x="814" y="1396"/>
                </a:lnTo>
                <a:lnTo>
                  <a:pt x="814" y="1395"/>
                </a:lnTo>
                <a:lnTo>
                  <a:pt x="813" y="1393"/>
                </a:lnTo>
                <a:lnTo>
                  <a:pt x="813" y="1392"/>
                </a:lnTo>
                <a:lnTo>
                  <a:pt x="813" y="1391"/>
                </a:lnTo>
                <a:lnTo>
                  <a:pt x="812" y="1391"/>
                </a:lnTo>
                <a:lnTo>
                  <a:pt x="812" y="1390"/>
                </a:lnTo>
                <a:lnTo>
                  <a:pt x="811" y="1390"/>
                </a:lnTo>
                <a:lnTo>
                  <a:pt x="811" y="1389"/>
                </a:lnTo>
                <a:lnTo>
                  <a:pt x="811" y="1388"/>
                </a:lnTo>
                <a:lnTo>
                  <a:pt x="810" y="1388"/>
                </a:lnTo>
                <a:lnTo>
                  <a:pt x="809" y="1389"/>
                </a:lnTo>
                <a:lnTo>
                  <a:pt x="808" y="1389"/>
                </a:lnTo>
                <a:lnTo>
                  <a:pt x="807" y="1388"/>
                </a:lnTo>
                <a:lnTo>
                  <a:pt x="806" y="1388"/>
                </a:lnTo>
                <a:lnTo>
                  <a:pt x="806" y="1387"/>
                </a:lnTo>
                <a:lnTo>
                  <a:pt x="805" y="1387"/>
                </a:lnTo>
                <a:lnTo>
                  <a:pt x="806" y="1386"/>
                </a:lnTo>
                <a:lnTo>
                  <a:pt x="806" y="1385"/>
                </a:lnTo>
                <a:lnTo>
                  <a:pt x="805" y="1385"/>
                </a:lnTo>
                <a:lnTo>
                  <a:pt x="804" y="1384"/>
                </a:lnTo>
                <a:lnTo>
                  <a:pt x="802" y="1382"/>
                </a:lnTo>
                <a:lnTo>
                  <a:pt x="801" y="1382"/>
                </a:lnTo>
                <a:lnTo>
                  <a:pt x="800" y="1381"/>
                </a:lnTo>
                <a:lnTo>
                  <a:pt x="800" y="1380"/>
                </a:lnTo>
                <a:lnTo>
                  <a:pt x="799" y="1379"/>
                </a:lnTo>
                <a:lnTo>
                  <a:pt x="798" y="1379"/>
                </a:lnTo>
                <a:lnTo>
                  <a:pt x="798" y="1378"/>
                </a:lnTo>
                <a:lnTo>
                  <a:pt x="798" y="1377"/>
                </a:lnTo>
                <a:lnTo>
                  <a:pt x="798" y="1376"/>
                </a:lnTo>
                <a:lnTo>
                  <a:pt x="797" y="1375"/>
                </a:lnTo>
                <a:lnTo>
                  <a:pt x="796" y="1374"/>
                </a:lnTo>
                <a:lnTo>
                  <a:pt x="795" y="1372"/>
                </a:lnTo>
                <a:lnTo>
                  <a:pt x="794" y="1372"/>
                </a:lnTo>
                <a:lnTo>
                  <a:pt x="793" y="1372"/>
                </a:lnTo>
                <a:lnTo>
                  <a:pt x="792" y="1373"/>
                </a:lnTo>
                <a:lnTo>
                  <a:pt x="792" y="1374"/>
                </a:lnTo>
                <a:lnTo>
                  <a:pt x="792" y="1375"/>
                </a:lnTo>
                <a:lnTo>
                  <a:pt x="792" y="1376"/>
                </a:lnTo>
                <a:lnTo>
                  <a:pt x="792" y="1377"/>
                </a:lnTo>
                <a:lnTo>
                  <a:pt x="791" y="1377"/>
                </a:lnTo>
                <a:lnTo>
                  <a:pt x="790" y="1378"/>
                </a:lnTo>
                <a:lnTo>
                  <a:pt x="790" y="1379"/>
                </a:lnTo>
                <a:lnTo>
                  <a:pt x="791" y="1380"/>
                </a:lnTo>
                <a:lnTo>
                  <a:pt x="791" y="1381"/>
                </a:lnTo>
                <a:lnTo>
                  <a:pt x="790" y="1381"/>
                </a:lnTo>
                <a:lnTo>
                  <a:pt x="789" y="1380"/>
                </a:lnTo>
                <a:lnTo>
                  <a:pt x="787" y="1380"/>
                </a:lnTo>
                <a:lnTo>
                  <a:pt x="786" y="1380"/>
                </a:lnTo>
                <a:lnTo>
                  <a:pt x="785" y="1381"/>
                </a:lnTo>
                <a:lnTo>
                  <a:pt x="784" y="1382"/>
                </a:lnTo>
                <a:lnTo>
                  <a:pt x="783" y="1383"/>
                </a:lnTo>
                <a:lnTo>
                  <a:pt x="783" y="1384"/>
                </a:lnTo>
                <a:lnTo>
                  <a:pt x="782" y="1384"/>
                </a:lnTo>
                <a:lnTo>
                  <a:pt x="781" y="1385"/>
                </a:lnTo>
                <a:lnTo>
                  <a:pt x="780" y="1385"/>
                </a:lnTo>
                <a:lnTo>
                  <a:pt x="779" y="1386"/>
                </a:lnTo>
                <a:lnTo>
                  <a:pt x="778" y="1386"/>
                </a:lnTo>
                <a:lnTo>
                  <a:pt x="776" y="1385"/>
                </a:lnTo>
                <a:lnTo>
                  <a:pt x="775" y="1385"/>
                </a:lnTo>
                <a:lnTo>
                  <a:pt x="775" y="1384"/>
                </a:lnTo>
                <a:lnTo>
                  <a:pt x="774" y="1384"/>
                </a:lnTo>
                <a:lnTo>
                  <a:pt x="773" y="1384"/>
                </a:lnTo>
                <a:lnTo>
                  <a:pt x="773" y="1385"/>
                </a:lnTo>
                <a:lnTo>
                  <a:pt x="771" y="1385"/>
                </a:lnTo>
                <a:lnTo>
                  <a:pt x="771" y="1384"/>
                </a:lnTo>
                <a:lnTo>
                  <a:pt x="770" y="1384"/>
                </a:lnTo>
                <a:lnTo>
                  <a:pt x="770" y="1383"/>
                </a:lnTo>
                <a:lnTo>
                  <a:pt x="769" y="1382"/>
                </a:lnTo>
                <a:lnTo>
                  <a:pt x="768" y="1383"/>
                </a:lnTo>
                <a:lnTo>
                  <a:pt x="767" y="1383"/>
                </a:lnTo>
                <a:lnTo>
                  <a:pt x="767" y="1384"/>
                </a:lnTo>
                <a:lnTo>
                  <a:pt x="766" y="1385"/>
                </a:lnTo>
                <a:lnTo>
                  <a:pt x="767" y="1385"/>
                </a:lnTo>
                <a:lnTo>
                  <a:pt x="767" y="1386"/>
                </a:lnTo>
                <a:lnTo>
                  <a:pt x="767" y="1387"/>
                </a:lnTo>
                <a:lnTo>
                  <a:pt x="767" y="1389"/>
                </a:lnTo>
                <a:lnTo>
                  <a:pt x="767" y="1390"/>
                </a:lnTo>
                <a:lnTo>
                  <a:pt x="766" y="1390"/>
                </a:lnTo>
                <a:lnTo>
                  <a:pt x="765" y="1390"/>
                </a:lnTo>
                <a:lnTo>
                  <a:pt x="764" y="1390"/>
                </a:lnTo>
                <a:lnTo>
                  <a:pt x="763" y="1391"/>
                </a:lnTo>
                <a:lnTo>
                  <a:pt x="763" y="1392"/>
                </a:lnTo>
                <a:lnTo>
                  <a:pt x="762" y="1392"/>
                </a:lnTo>
                <a:lnTo>
                  <a:pt x="761" y="1392"/>
                </a:lnTo>
                <a:lnTo>
                  <a:pt x="761" y="1391"/>
                </a:lnTo>
                <a:lnTo>
                  <a:pt x="761" y="1390"/>
                </a:lnTo>
                <a:lnTo>
                  <a:pt x="760" y="1388"/>
                </a:lnTo>
                <a:lnTo>
                  <a:pt x="759" y="1388"/>
                </a:lnTo>
                <a:lnTo>
                  <a:pt x="759" y="1387"/>
                </a:lnTo>
                <a:lnTo>
                  <a:pt x="758" y="1387"/>
                </a:lnTo>
                <a:lnTo>
                  <a:pt x="758" y="1386"/>
                </a:lnTo>
                <a:lnTo>
                  <a:pt x="758" y="1385"/>
                </a:lnTo>
                <a:lnTo>
                  <a:pt x="758" y="1384"/>
                </a:lnTo>
                <a:lnTo>
                  <a:pt x="758" y="1383"/>
                </a:lnTo>
                <a:lnTo>
                  <a:pt x="756" y="1382"/>
                </a:lnTo>
                <a:lnTo>
                  <a:pt x="756" y="1384"/>
                </a:lnTo>
                <a:lnTo>
                  <a:pt x="755" y="1385"/>
                </a:lnTo>
                <a:lnTo>
                  <a:pt x="755" y="1386"/>
                </a:lnTo>
                <a:lnTo>
                  <a:pt x="754" y="1386"/>
                </a:lnTo>
                <a:lnTo>
                  <a:pt x="754" y="1387"/>
                </a:lnTo>
                <a:lnTo>
                  <a:pt x="754" y="1388"/>
                </a:lnTo>
                <a:lnTo>
                  <a:pt x="752" y="1390"/>
                </a:lnTo>
                <a:lnTo>
                  <a:pt x="752" y="1391"/>
                </a:lnTo>
                <a:lnTo>
                  <a:pt x="752" y="1392"/>
                </a:lnTo>
                <a:lnTo>
                  <a:pt x="753" y="1392"/>
                </a:lnTo>
                <a:lnTo>
                  <a:pt x="753" y="1393"/>
                </a:lnTo>
                <a:lnTo>
                  <a:pt x="753" y="1394"/>
                </a:lnTo>
                <a:lnTo>
                  <a:pt x="752" y="1395"/>
                </a:lnTo>
                <a:lnTo>
                  <a:pt x="751" y="1396"/>
                </a:lnTo>
                <a:lnTo>
                  <a:pt x="750" y="1396"/>
                </a:lnTo>
                <a:lnTo>
                  <a:pt x="750" y="1397"/>
                </a:lnTo>
                <a:lnTo>
                  <a:pt x="750" y="1399"/>
                </a:lnTo>
                <a:lnTo>
                  <a:pt x="748" y="1399"/>
                </a:lnTo>
                <a:lnTo>
                  <a:pt x="747" y="1399"/>
                </a:lnTo>
                <a:lnTo>
                  <a:pt x="747" y="1397"/>
                </a:lnTo>
                <a:lnTo>
                  <a:pt x="747" y="1396"/>
                </a:lnTo>
                <a:lnTo>
                  <a:pt x="745" y="1396"/>
                </a:lnTo>
                <a:lnTo>
                  <a:pt x="744" y="1396"/>
                </a:lnTo>
                <a:lnTo>
                  <a:pt x="743" y="1396"/>
                </a:lnTo>
                <a:lnTo>
                  <a:pt x="741" y="1396"/>
                </a:lnTo>
                <a:lnTo>
                  <a:pt x="740" y="1396"/>
                </a:lnTo>
                <a:lnTo>
                  <a:pt x="740" y="1397"/>
                </a:lnTo>
                <a:lnTo>
                  <a:pt x="739" y="1397"/>
                </a:lnTo>
                <a:lnTo>
                  <a:pt x="737" y="1398"/>
                </a:lnTo>
                <a:lnTo>
                  <a:pt x="737" y="1399"/>
                </a:lnTo>
                <a:lnTo>
                  <a:pt x="736" y="1400"/>
                </a:lnTo>
                <a:lnTo>
                  <a:pt x="736" y="1401"/>
                </a:lnTo>
                <a:lnTo>
                  <a:pt x="735" y="1401"/>
                </a:lnTo>
                <a:lnTo>
                  <a:pt x="734" y="1400"/>
                </a:lnTo>
                <a:lnTo>
                  <a:pt x="733" y="1400"/>
                </a:lnTo>
                <a:lnTo>
                  <a:pt x="732" y="1399"/>
                </a:lnTo>
                <a:lnTo>
                  <a:pt x="731" y="1399"/>
                </a:lnTo>
                <a:lnTo>
                  <a:pt x="730" y="1398"/>
                </a:lnTo>
                <a:lnTo>
                  <a:pt x="729" y="1397"/>
                </a:lnTo>
                <a:lnTo>
                  <a:pt x="728" y="1397"/>
                </a:lnTo>
                <a:lnTo>
                  <a:pt x="727" y="1398"/>
                </a:lnTo>
                <a:lnTo>
                  <a:pt x="727" y="1399"/>
                </a:lnTo>
                <a:lnTo>
                  <a:pt x="726" y="1399"/>
                </a:lnTo>
                <a:lnTo>
                  <a:pt x="724" y="1398"/>
                </a:lnTo>
                <a:lnTo>
                  <a:pt x="721" y="1397"/>
                </a:lnTo>
                <a:lnTo>
                  <a:pt x="720" y="1397"/>
                </a:lnTo>
                <a:lnTo>
                  <a:pt x="720" y="1398"/>
                </a:lnTo>
                <a:lnTo>
                  <a:pt x="720" y="1399"/>
                </a:lnTo>
                <a:lnTo>
                  <a:pt x="719" y="1399"/>
                </a:lnTo>
                <a:lnTo>
                  <a:pt x="718" y="1400"/>
                </a:lnTo>
                <a:lnTo>
                  <a:pt x="717" y="1401"/>
                </a:lnTo>
                <a:lnTo>
                  <a:pt x="717" y="1403"/>
                </a:lnTo>
                <a:lnTo>
                  <a:pt x="717" y="1404"/>
                </a:lnTo>
                <a:lnTo>
                  <a:pt x="717" y="1405"/>
                </a:lnTo>
                <a:lnTo>
                  <a:pt x="717" y="1406"/>
                </a:lnTo>
                <a:lnTo>
                  <a:pt x="717" y="1407"/>
                </a:lnTo>
                <a:lnTo>
                  <a:pt x="716" y="1407"/>
                </a:lnTo>
                <a:lnTo>
                  <a:pt x="716" y="1408"/>
                </a:lnTo>
                <a:lnTo>
                  <a:pt x="717" y="1408"/>
                </a:lnTo>
                <a:lnTo>
                  <a:pt x="716" y="1409"/>
                </a:lnTo>
                <a:lnTo>
                  <a:pt x="715" y="1409"/>
                </a:lnTo>
                <a:lnTo>
                  <a:pt x="714" y="1409"/>
                </a:lnTo>
                <a:lnTo>
                  <a:pt x="713" y="1409"/>
                </a:lnTo>
                <a:lnTo>
                  <a:pt x="712" y="1409"/>
                </a:lnTo>
                <a:lnTo>
                  <a:pt x="711" y="1410"/>
                </a:lnTo>
                <a:lnTo>
                  <a:pt x="711" y="1411"/>
                </a:lnTo>
                <a:lnTo>
                  <a:pt x="710" y="1412"/>
                </a:lnTo>
                <a:lnTo>
                  <a:pt x="709" y="1413"/>
                </a:lnTo>
                <a:lnTo>
                  <a:pt x="708" y="1413"/>
                </a:lnTo>
                <a:lnTo>
                  <a:pt x="708" y="1412"/>
                </a:lnTo>
                <a:lnTo>
                  <a:pt x="707" y="1412"/>
                </a:lnTo>
                <a:lnTo>
                  <a:pt x="706" y="1410"/>
                </a:lnTo>
                <a:lnTo>
                  <a:pt x="705" y="1410"/>
                </a:lnTo>
                <a:lnTo>
                  <a:pt x="704" y="1410"/>
                </a:lnTo>
                <a:lnTo>
                  <a:pt x="703" y="1409"/>
                </a:lnTo>
                <a:lnTo>
                  <a:pt x="703" y="1408"/>
                </a:lnTo>
                <a:lnTo>
                  <a:pt x="702" y="1406"/>
                </a:lnTo>
                <a:lnTo>
                  <a:pt x="701" y="1405"/>
                </a:lnTo>
                <a:lnTo>
                  <a:pt x="700" y="1405"/>
                </a:lnTo>
                <a:lnTo>
                  <a:pt x="699" y="1405"/>
                </a:lnTo>
                <a:lnTo>
                  <a:pt x="698" y="1404"/>
                </a:lnTo>
                <a:lnTo>
                  <a:pt x="696" y="1404"/>
                </a:lnTo>
                <a:lnTo>
                  <a:pt x="695" y="1403"/>
                </a:lnTo>
                <a:lnTo>
                  <a:pt x="695" y="1404"/>
                </a:lnTo>
                <a:lnTo>
                  <a:pt x="694" y="1404"/>
                </a:lnTo>
                <a:lnTo>
                  <a:pt x="694" y="1405"/>
                </a:lnTo>
                <a:lnTo>
                  <a:pt x="693" y="1405"/>
                </a:lnTo>
                <a:lnTo>
                  <a:pt x="692" y="1406"/>
                </a:lnTo>
                <a:lnTo>
                  <a:pt x="692" y="1405"/>
                </a:lnTo>
                <a:lnTo>
                  <a:pt x="691" y="1405"/>
                </a:lnTo>
                <a:lnTo>
                  <a:pt x="691" y="1406"/>
                </a:lnTo>
                <a:lnTo>
                  <a:pt x="691" y="1407"/>
                </a:lnTo>
                <a:lnTo>
                  <a:pt x="691" y="1408"/>
                </a:lnTo>
                <a:lnTo>
                  <a:pt x="689" y="1408"/>
                </a:lnTo>
                <a:lnTo>
                  <a:pt x="688" y="1408"/>
                </a:lnTo>
                <a:lnTo>
                  <a:pt x="687" y="1407"/>
                </a:lnTo>
                <a:lnTo>
                  <a:pt x="686" y="1406"/>
                </a:lnTo>
                <a:lnTo>
                  <a:pt x="686" y="1405"/>
                </a:lnTo>
                <a:lnTo>
                  <a:pt x="686" y="1404"/>
                </a:lnTo>
                <a:lnTo>
                  <a:pt x="685" y="1404"/>
                </a:lnTo>
                <a:lnTo>
                  <a:pt x="684" y="1404"/>
                </a:lnTo>
                <a:lnTo>
                  <a:pt x="683" y="1404"/>
                </a:lnTo>
                <a:lnTo>
                  <a:pt x="682" y="1404"/>
                </a:lnTo>
                <a:lnTo>
                  <a:pt x="681" y="1401"/>
                </a:lnTo>
                <a:lnTo>
                  <a:pt x="681" y="1400"/>
                </a:lnTo>
                <a:lnTo>
                  <a:pt x="680" y="1399"/>
                </a:lnTo>
                <a:lnTo>
                  <a:pt x="679" y="1399"/>
                </a:lnTo>
                <a:lnTo>
                  <a:pt x="678" y="1399"/>
                </a:lnTo>
                <a:lnTo>
                  <a:pt x="677" y="1399"/>
                </a:lnTo>
                <a:lnTo>
                  <a:pt x="677" y="1400"/>
                </a:lnTo>
                <a:lnTo>
                  <a:pt x="676" y="1400"/>
                </a:lnTo>
                <a:lnTo>
                  <a:pt x="675" y="1400"/>
                </a:lnTo>
                <a:lnTo>
                  <a:pt x="674" y="1400"/>
                </a:lnTo>
                <a:lnTo>
                  <a:pt x="672" y="1401"/>
                </a:lnTo>
                <a:lnTo>
                  <a:pt x="671" y="1401"/>
                </a:lnTo>
                <a:lnTo>
                  <a:pt x="671" y="1403"/>
                </a:lnTo>
                <a:lnTo>
                  <a:pt x="671" y="1402"/>
                </a:lnTo>
                <a:lnTo>
                  <a:pt x="670" y="1402"/>
                </a:lnTo>
                <a:lnTo>
                  <a:pt x="670" y="1401"/>
                </a:lnTo>
                <a:lnTo>
                  <a:pt x="669" y="1400"/>
                </a:lnTo>
                <a:lnTo>
                  <a:pt x="668" y="1400"/>
                </a:lnTo>
                <a:lnTo>
                  <a:pt x="667" y="1400"/>
                </a:lnTo>
                <a:lnTo>
                  <a:pt x="666" y="1400"/>
                </a:lnTo>
                <a:lnTo>
                  <a:pt x="666" y="1399"/>
                </a:lnTo>
                <a:lnTo>
                  <a:pt x="665" y="1399"/>
                </a:lnTo>
                <a:lnTo>
                  <a:pt x="664" y="1399"/>
                </a:lnTo>
                <a:lnTo>
                  <a:pt x="663" y="1400"/>
                </a:lnTo>
                <a:lnTo>
                  <a:pt x="663" y="1401"/>
                </a:lnTo>
                <a:lnTo>
                  <a:pt x="662" y="1401"/>
                </a:lnTo>
                <a:lnTo>
                  <a:pt x="662" y="1400"/>
                </a:lnTo>
                <a:lnTo>
                  <a:pt x="662" y="1399"/>
                </a:lnTo>
                <a:lnTo>
                  <a:pt x="662" y="1398"/>
                </a:lnTo>
                <a:lnTo>
                  <a:pt x="662" y="1397"/>
                </a:lnTo>
                <a:lnTo>
                  <a:pt x="663" y="1397"/>
                </a:lnTo>
                <a:lnTo>
                  <a:pt x="663" y="1396"/>
                </a:lnTo>
                <a:lnTo>
                  <a:pt x="663" y="1395"/>
                </a:lnTo>
                <a:lnTo>
                  <a:pt x="662" y="1395"/>
                </a:lnTo>
                <a:lnTo>
                  <a:pt x="661" y="1395"/>
                </a:lnTo>
                <a:lnTo>
                  <a:pt x="662" y="1394"/>
                </a:lnTo>
                <a:lnTo>
                  <a:pt x="662" y="1393"/>
                </a:lnTo>
                <a:lnTo>
                  <a:pt x="662" y="1391"/>
                </a:lnTo>
                <a:lnTo>
                  <a:pt x="661" y="1391"/>
                </a:lnTo>
                <a:lnTo>
                  <a:pt x="660" y="1391"/>
                </a:lnTo>
                <a:lnTo>
                  <a:pt x="658" y="1389"/>
                </a:lnTo>
                <a:lnTo>
                  <a:pt x="659" y="1387"/>
                </a:lnTo>
                <a:lnTo>
                  <a:pt x="659" y="1386"/>
                </a:lnTo>
                <a:lnTo>
                  <a:pt x="658" y="1385"/>
                </a:lnTo>
                <a:lnTo>
                  <a:pt x="658" y="1384"/>
                </a:lnTo>
                <a:lnTo>
                  <a:pt x="658" y="1383"/>
                </a:lnTo>
                <a:lnTo>
                  <a:pt x="657" y="1383"/>
                </a:lnTo>
                <a:lnTo>
                  <a:pt x="655" y="1381"/>
                </a:lnTo>
                <a:lnTo>
                  <a:pt x="654" y="1381"/>
                </a:lnTo>
                <a:lnTo>
                  <a:pt x="652" y="1381"/>
                </a:lnTo>
                <a:lnTo>
                  <a:pt x="651" y="1380"/>
                </a:lnTo>
                <a:lnTo>
                  <a:pt x="650" y="1379"/>
                </a:lnTo>
                <a:lnTo>
                  <a:pt x="649" y="1379"/>
                </a:lnTo>
                <a:lnTo>
                  <a:pt x="648" y="1378"/>
                </a:lnTo>
                <a:lnTo>
                  <a:pt x="647" y="1378"/>
                </a:lnTo>
                <a:lnTo>
                  <a:pt x="646" y="1379"/>
                </a:lnTo>
                <a:lnTo>
                  <a:pt x="646" y="1378"/>
                </a:lnTo>
                <a:lnTo>
                  <a:pt x="646" y="1377"/>
                </a:lnTo>
                <a:lnTo>
                  <a:pt x="645" y="1377"/>
                </a:lnTo>
                <a:lnTo>
                  <a:pt x="645" y="1376"/>
                </a:lnTo>
                <a:lnTo>
                  <a:pt x="644" y="1376"/>
                </a:lnTo>
                <a:lnTo>
                  <a:pt x="643" y="1376"/>
                </a:lnTo>
                <a:lnTo>
                  <a:pt x="642" y="1376"/>
                </a:lnTo>
                <a:lnTo>
                  <a:pt x="642" y="1375"/>
                </a:lnTo>
                <a:lnTo>
                  <a:pt x="641" y="1375"/>
                </a:lnTo>
                <a:lnTo>
                  <a:pt x="639" y="1375"/>
                </a:lnTo>
                <a:lnTo>
                  <a:pt x="638" y="1375"/>
                </a:lnTo>
                <a:lnTo>
                  <a:pt x="637" y="1375"/>
                </a:lnTo>
                <a:lnTo>
                  <a:pt x="636" y="1376"/>
                </a:lnTo>
                <a:lnTo>
                  <a:pt x="635" y="1376"/>
                </a:lnTo>
                <a:lnTo>
                  <a:pt x="634" y="1376"/>
                </a:lnTo>
                <a:lnTo>
                  <a:pt x="633" y="1376"/>
                </a:lnTo>
                <a:lnTo>
                  <a:pt x="633" y="1375"/>
                </a:lnTo>
                <a:lnTo>
                  <a:pt x="632" y="1375"/>
                </a:lnTo>
                <a:lnTo>
                  <a:pt x="632" y="1374"/>
                </a:lnTo>
                <a:lnTo>
                  <a:pt x="630" y="1374"/>
                </a:lnTo>
                <a:lnTo>
                  <a:pt x="629" y="1375"/>
                </a:lnTo>
                <a:lnTo>
                  <a:pt x="628" y="1378"/>
                </a:lnTo>
                <a:lnTo>
                  <a:pt x="627" y="1379"/>
                </a:lnTo>
                <a:lnTo>
                  <a:pt x="626" y="1379"/>
                </a:lnTo>
                <a:lnTo>
                  <a:pt x="626" y="1378"/>
                </a:lnTo>
                <a:lnTo>
                  <a:pt x="625" y="1378"/>
                </a:lnTo>
                <a:lnTo>
                  <a:pt x="625" y="1379"/>
                </a:lnTo>
                <a:lnTo>
                  <a:pt x="625" y="1380"/>
                </a:lnTo>
                <a:lnTo>
                  <a:pt x="625" y="1381"/>
                </a:lnTo>
                <a:lnTo>
                  <a:pt x="624" y="1382"/>
                </a:lnTo>
                <a:lnTo>
                  <a:pt x="624" y="1383"/>
                </a:lnTo>
                <a:lnTo>
                  <a:pt x="623" y="1383"/>
                </a:lnTo>
                <a:lnTo>
                  <a:pt x="624" y="1383"/>
                </a:lnTo>
                <a:lnTo>
                  <a:pt x="623" y="1384"/>
                </a:lnTo>
                <a:lnTo>
                  <a:pt x="622" y="1384"/>
                </a:lnTo>
                <a:lnTo>
                  <a:pt x="621" y="1384"/>
                </a:lnTo>
                <a:lnTo>
                  <a:pt x="621" y="1385"/>
                </a:lnTo>
                <a:lnTo>
                  <a:pt x="620" y="1386"/>
                </a:lnTo>
                <a:lnTo>
                  <a:pt x="619" y="1386"/>
                </a:lnTo>
                <a:lnTo>
                  <a:pt x="618" y="1386"/>
                </a:lnTo>
                <a:lnTo>
                  <a:pt x="617" y="1387"/>
                </a:lnTo>
                <a:lnTo>
                  <a:pt x="616" y="1387"/>
                </a:lnTo>
                <a:lnTo>
                  <a:pt x="615" y="1387"/>
                </a:lnTo>
                <a:lnTo>
                  <a:pt x="614" y="1388"/>
                </a:lnTo>
                <a:lnTo>
                  <a:pt x="613" y="1388"/>
                </a:lnTo>
                <a:lnTo>
                  <a:pt x="613" y="1389"/>
                </a:lnTo>
                <a:lnTo>
                  <a:pt x="613" y="1390"/>
                </a:lnTo>
                <a:lnTo>
                  <a:pt x="612" y="1390"/>
                </a:lnTo>
                <a:lnTo>
                  <a:pt x="612" y="1391"/>
                </a:lnTo>
                <a:lnTo>
                  <a:pt x="611" y="1391"/>
                </a:lnTo>
                <a:lnTo>
                  <a:pt x="611" y="1390"/>
                </a:lnTo>
                <a:lnTo>
                  <a:pt x="610" y="1390"/>
                </a:lnTo>
                <a:lnTo>
                  <a:pt x="608" y="1390"/>
                </a:lnTo>
                <a:lnTo>
                  <a:pt x="608" y="1391"/>
                </a:lnTo>
                <a:lnTo>
                  <a:pt x="607" y="1392"/>
                </a:lnTo>
                <a:lnTo>
                  <a:pt x="605" y="1392"/>
                </a:lnTo>
                <a:lnTo>
                  <a:pt x="604" y="1392"/>
                </a:lnTo>
                <a:lnTo>
                  <a:pt x="604" y="1391"/>
                </a:lnTo>
                <a:lnTo>
                  <a:pt x="604" y="1389"/>
                </a:lnTo>
                <a:lnTo>
                  <a:pt x="603" y="1388"/>
                </a:lnTo>
                <a:lnTo>
                  <a:pt x="603" y="1387"/>
                </a:lnTo>
                <a:lnTo>
                  <a:pt x="603" y="1386"/>
                </a:lnTo>
                <a:lnTo>
                  <a:pt x="602" y="1386"/>
                </a:lnTo>
                <a:lnTo>
                  <a:pt x="600" y="1386"/>
                </a:lnTo>
                <a:lnTo>
                  <a:pt x="600" y="1387"/>
                </a:lnTo>
                <a:lnTo>
                  <a:pt x="599" y="1386"/>
                </a:lnTo>
                <a:lnTo>
                  <a:pt x="598" y="1386"/>
                </a:lnTo>
                <a:lnTo>
                  <a:pt x="598" y="1383"/>
                </a:lnTo>
                <a:lnTo>
                  <a:pt x="599" y="1382"/>
                </a:lnTo>
                <a:lnTo>
                  <a:pt x="599" y="1380"/>
                </a:lnTo>
                <a:lnTo>
                  <a:pt x="598" y="1379"/>
                </a:lnTo>
                <a:lnTo>
                  <a:pt x="598" y="1378"/>
                </a:lnTo>
                <a:lnTo>
                  <a:pt x="597" y="1378"/>
                </a:lnTo>
                <a:lnTo>
                  <a:pt x="597" y="1377"/>
                </a:lnTo>
                <a:lnTo>
                  <a:pt x="597" y="1376"/>
                </a:lnTo>
                <a:lnTo>
                  <a:pt x="597" y="1375"/>
                </a:lnTo>
                <a:lnTo>
                  <a:pt x="598" y="1375"/>
                </a:lnTo>
                <a:lnTo>
                  <a:pt x="597" y="1375"/>
                </a:lnTo>
                <a:lnTo>
                  <a:pt x="596" y="1374"/>
                </a:lnTo>
                <a:lnTo>
                  <a:pt x="595" y="1373"/>
                </a:lnTo>
                <a:lnTo>
                  <a:pt x="594" y="1373"/>
                </a:lnTo>
                <a:lnTo>
                  <a:pt x="593" y="1374"/>
                </a:lnTo>
                <a:lnTo>
                  <a:pt x="592" y="1374"/>
                </a:lnTo>
                <a:lnTo>
                  <a:pt x="591" y="1374"/>
                </a:lnTo>
                <a:lnTo>
                  <a:pt x="590" y="1374"/>
                </a:lnTo>
                <a:lnTo>
                  <a:pt x="590" y="1373"/>
                </a:lnTo>
                <a:lnTo>
                  <a:pt x="589" y="1373"/>
                </a:lnTo>
                <a:lnTo>
                  <a:pt x="588" y="1374"/>
                </a:lnTo>
                <a:lnTo>
                  <a:pt x="588" y="1376"/>
                </a:lnTo>
                <a:lnTo>
                  <a:pt x="587" y="1376"/>
                </a:lnTo>
                <a:lnTo>
                  <a:pt x="585" y="1376"/>
                </a:lnTo>
                <a:lnTo>
                  <a:pt x="585" y="1377"/>
                </a:lnTo>
                <a:lnTo>
                  <a:pt x="584" y="1378"/>
                </a:lnTo>
                <a:lnTo>
                  <a:pt x="584" y="1379"/>
                </a:lnTo>
                <a:lnTo>
                  <a:pt x="583" y="1379"/>
                </a:lnTo>
                <a:lnTo>
                  <a:pt x="582" y="1378"/>
                </a:lnTo>
                <a:lnTo>
                  <a:pt x="582" y="1376"/>
                </a:lnTo>
                <a:lnTo>
                  <a:pt x="582" y="1375"/>
                </a:lnTo>
                <a:lnTo>
                  <a:pt x="581" y="1375"/>
                </a:lnTo>
                <a:lnTo>
                  <a:pt x="581" y="1374"/>
                </a:lnTo>
                <a:lnTo>
                  <a:pt x="580" y="1373"/>
                </a:lnTo>
                <a:lnTo>
                  <a:pt x="579" y="1372"/>
                </a:lnTo>
                <a:lnTo>
                  <a:pt x="579" y="1371"/>
                </a:lnTo>
                <a:lnTo>
                  <a:pt x="578" y="1371"/>
                </a:lnTo>
                <a:lnTo>
                  <a:pt x="577" y="1369"/>
                </a:lnTo>
                <a:lnTo>
                  <a:pt x="576" y="1369"/>
                </a:lnTo>
                <a:lnTo>
                  <a:pt x="574" y="1368"/>
                </a:lnTo>
                <a:lnTo>
                  <a:pt x="574" y="1367"/>
                </a:lnTo>
                <a:lnTo>
                  <a:pt x="573" y="1368"/>
                </a:lnTo>
                <a:lnTo>
                  <a:pt x="572" y="1368"/>
                </a:lnTo>
                <a:lnTo>
                  <a:pt x="572" y="1367"/>
                </a:lnTo>
                <a:lnTo>
                  <a:pt x="573" y="1365"/>
                </a:lnTo>
                <a:lnTo>
                  <a:pt x="573" y="1364"/>
                </a:lnTo>
                <a:lnTo>
                  <a:pt x="573" y="1363"/>
                </a:lnTo>
                <a:lnTo>
                  <a:pt x="574" y="1363"/>
                </a:lnTo>
                <a:lnTo>
                  <a:pt x="574" y="1362"/>
                </a:lnTo>
                <a:lnTo>
                  <a:pt x="573" y="1362"/>
                </a:lnTo>
                <a:lnTo>
                  <a:pt x="573" y="1361"/>
                </a:lnTo>
                <a:lnTo>
                  <a:pt x="572" y="1361"/>
                </a:lnTo>
                <a:lnTo>
                  <a:pt x="571" y="1361"/>
                </a:lnTo>
                <a:lnTo>
                  <a:pt x="571" y="1360"/>
                </a:lnTo>
                <a:lnTo>
                  <a:pt x="572" y="1360"/>
                </a:lnTo>
                <a:lnTo>
                  <a:pt x="572" y="1359"/>
                </a:lnTo>
                <a:lnTo>
                  <a:pt x="571" y="1358"/>
                </a:lnTo>
                <a:lnTo>
                  <a:pt x="570" y="1358"/>
                </a:lnTo>
                <a:lnTo>
                  <a:pt x="569" y="1358"/>
                </a:lnTo>
                <a:lnTo>
                  <a:pt x="569" y="1357"/>
                </a:lnTo>
                <a:lnTo>
                  <a:pt x="568" y="1357"/>
                </a:lnTo>
                <a:lnTo>
                  <a:pt x="567" y="1357"/>
                </a:lnTo>
                <a:lnTo>
                  <a:pt x="566" y="1357"/>
                </a:lnTo>
                <a:lnTo>
                  <a:pt x="566" y="1356"/>
                </a:lnTo>
                <a:lnTo>
                  <a:pt x="565" y="1355"/>
                </a:lnTo>
                <a:lnTo>
                  <a:pt x="564" y="1354"/>
                </a:lnTo>
                <a:lnTo>
                  <a:pt x="564" y="1352"/>
                </a:lnTo>
                <a:lnTo>
                  <a:pt x="564" y="1351"/>
                </a:lnTo>
                <a:lnTo>
                  <a:pt x="564" y="1350"/>
                </a:lnTo>
                <a:lnTo>
                  <a:pt x="564" y="1349"/>
                </a:lnTo>
                <a:lnTo>
                  <a:pt x="563" y="1348"/>
                </a:lnTo>
                <a:lnTo>
                  <a:pt x="562" y="1348"/>
                </a:lnTo>
                <a:lnTo>
                  <a:pt x="561" y="1349"/>
                </a:lnTo>
                <a:lnTo>
                  <a:pt x="560" y="1349"/>
                </a:lnTo>
                <a:lnTo>
                  <a:pt x="559" y="1349"/>
                </a:lnTo>
                <a:lnTo>
                  <a:pt x="559" y="1348"/>
                </a:lnTo>
                <a:lnTo>
                  <a:pt x="558" y="1348"/>
                </a:lnTo>
                <a:lnTo>
                  <a:pt x="558" y="1349"/>
                </a:lnTo>
                <a:lnTo>
                  <a:pt x="557" y="1349"/>
                </a:lnTo>
                <a:lnTo>
                  <a:pt x="556" y="1348"/>
                </a:lnTo>
                <a:lnTo>
                  <a:pt x="555" y="1347"/>
                </a:lnTo>
                <a:lnTo>
                  <a:pt x="555" y="1346"/>
                </a:lnTo>
                <a:lnTo>
                  <a:pt x="554" y="1346"/>
                </a:lnTo>
                <a:lnTo>
                  <a:pt x="553" y="1346"/>
                </a:lnTo>
                <a:lnTo>
                  <a:pt x="552" y="1346"/>
                </a:lnTo>
                <a:lnTo>
                  <a:pt x="552" y="1345"/>
                </a:lnTo>
                <a:lnTo>
                  <a:pt x="551" y="1345"/>
                </a:lnTo>
                <a:lnTo>
                  <a:pt x="550" y="1346"/>
                </a:lnTo>
                <a:lnTo>
                  <a:pt x="549" y="1348"/>
                </a:lnTo>
                <a:lnTo>
                  <a:pt x="548" y="1350"/>
                </a:lnTo>
                <a:lnTo>
                  <a:pt x="547" y="1350"/>
                </a:lnTo>
                <a:lnTo>
                  <a:pt x="546" y="1350"/>
                </a:lnTo>
                <a:lnTo>
                  <a:pt x="545" y="1350"/>
                </a:lnTo>
                <a:lnTo>
                  <a:pt x="544" y="1350"/>
                </a:lnTo>
                <a:lnTo>
                  <a:pt x="543" y="1350"/>
                </a:lnTo>
                <a:lnTo>
                  <a:pt x="542" y="1349"/>
                </a:lnTo>
                <a:lnTo>
                  <a:pt x="541" y="1349"/>
                </a:lnTo>
                <a:lnTo>
                  <a:pt x="541" y="1350"/>
                </a:lnTo>
                <a:lnTo>
                  <a:pt x="540" y="1350"/>
                </a:lnTo>
                <a:lnTo>
                  <a:pt x="540" y="1351"/>
                </a:lnTo>
                <a:lnTo>
                  <a:pt x="538" y="1351"/>
                </a:lnTo>
                <a:lnTo>
                  <a:pt x="537" y="1350"/>
                </a:lnTo>
                <a:lnTo>
                  <a:pt x="536" y="1350"/>
                </a:lnTo>
                <a:lnTo>
                  <a:pt x="536" y="1351"/>
                </a:lnTo>
                <a:lnTo>
                  <a:pt x="535" y="1351"/>
                </a:lnTo>
                <a:lnTo>
                  <a:pt x="535" y="1352"/>
                </a:lnTo>
                <a:lnTo>
                  <a:pt x="534" y="1352"/>
                </a:lnTo>
                <a:lnTo>
                  <a:pt x="533" y="1352"/>
                </a:lnTo>
                <a:lnTo>
                  <a:pt x="532" y="1352"/>
                </a:lnTo>
                <a:lnTo>
                  <a:pt x="532" y="1351"/>
                </a:lnTo>
                <a:lnTo>
                  <a:pt x="531" y="1351"/>
                </a:lnTo>
                <a:lnTo>
                  <a:pt x="531" y="1350"/>
                </a:lnTo>
                <a:lnTo>
                  <a:pt x="531" y="1349"/>
                </a:lnTo>
                <a:lnTo>
                  <a:pt x="531" y="1348"/>
                </a:lnTo>
                <a:lnTo>
                  <a:pt x="531" y="1347"/>
                </a:lnTo>
                <a:lnTo>
                  <a:pt x="530" y="1346"/>
                </a:lnTo>
                <a:lnTo>
                  <a:pt x="530" y="1344"/>
                </a:lnTo>
                <a:lnTo>
                  <a:pt x="530" y="1343"/>
                </a:lnTo>
                <a:lnTo>
                  <a:pt x="530" y="1342"/>
                </a:lnTo>
                <a:lnTo>
                  <a:pt x="529" y="1342"/>
                </a:lnTo>
                <a:lnTo>
                  <a:pt x="529" y="1341"/>
                </a:lnTo>
                <a:lnTo>
                  <a:pt x="530" y="1340"/>
                </a:lnTo>
                <a:lnTo>
                  <a:pt x="531" y="1338"/>
                </a:lnTo>
                <a:lnTo>
                  <a:pt x="531" y="1337"/>
                </a:lnTo>
                <a:lnTo>
                  <a:pt x="530" y="1337"/>
                </a:lnTo>
                <a:lnTo>
                  <a:pt x="529" y="1337"/>
                </a:lnTo>
                <a:lnTo>
                  <a:pt x="527" y="1336"/>
                </a:lnTo>
                <a:lnTo>
                  <a:pt x="527" y="1335"/>
                </a:lnTo>
                <a:lnTo>
                  <a:pt x="527" y="1334"/>
                </a:lnTo>
                <a:lnTo>
                  <a:pt x="527" y="1333"/>
                </a:lnTo>
                <a:lnTo>
                  <a:pt x="527" y="1330"/>
                </a:lnTo>
                <a:lnTo>
                  <a:pt x="527" y="1329"/>
                </a:lnTo>
                <a:lnTo>
                  <a:pt x="527" y="1328"/>
                </a:lnTo>
                <a:lnTo>
                  <a:pt x="526" y="1328"/>
                </a:lnTo>
                <a:lnTo>
                  <a:pt x="525" y="1327"/>
                </a:lnTo>
                <a:lnTo>
                  <a:pt x="524" y="1327"/>
                </a:lnTo>
                <a:lnTo>
                  <a:pt x="523" y="1328"/>
                </a:lnTo>
                <a:lnTo>
                  <a:pt x="522" y="1328"/>
                </a:lnTo>
                <a:lnTo>
                  <a:pt x="522" y="1329"/>
                </a:lnTo>
                <a:lnTo>
                  <a:pt x="521" y="1330"/>
                </a:lnTo>
                <a:lnTo>
                  <a:pt x="521" y="1331"/>
                </a:lnTo>
                <a:lnTo>
                  <a:pt x="520" y="1331"/>
                </a:lnTo>
                <a:lnTo>
                  <a:pt x="519" y="1331"/>
                </a:lnTo>
                <a:lnTo>
                  <a:pt x="518" y="1331"/>
                </a:lnTo>
                <a:lnTo>
                  <a:pt x="518" y="1332"/>
                </a:lnTo>
                <a:lnTo>
                  <a:pt x="517" y="1332"/>
                </a:lnTo>
                <a:lnTo>
                  <a:pt x="517" y="1331"/>
                </a:lnTo>
                <a:lnTo>
                  <a:pt x="516" y="1331"/>
                </a:lnTo>
                <a:lnTo>
                  <a:pt x="515" y="1332"/>
                </a:lnTo>
                <a:lnTo>
                  <a:pt x="514" y="1331"/>
                </a:lnTo>
                <a:lnTo>
                  <a:pt x="513" y="1330"/>
                </a:lnTo>
                <a:lnTo>
                  <a:pt x="512" y="1330"/>
                </a:lnTo>
                <a:lnTo>
                  <a:pt x="512" y="1331"/>
                </a:lnTo>
                <a:lnTo>
                  <a:pt x="511" y="1332"/>
                </a:lnTo>
                <a:lnTo>
                  <a:pt x="510" y="1332"/>
                </a:lnTo>
                <a:lnTo>
                  <a:pt x="509" y="1332"/>
                </a:lnTo>
                <a:lnTo>
                  <a:pt x="509" y="1333"/>
                </a:lnTo>
                <a:lnTo>
                  <a:pt x="508" y="1332"/>
                </a:lnTo>
                <a:lnTo>
                  <a:pt x="507" y="1332"/>
                </a:lnTo>
                <a:lnTo>
                  <a:pt x="507" y="1331"/>
                </a:lnTo>
                <a:lnTo>
                  <a:pt x="506" y="1331"/>
                </a:lnTo>
                <a:lnTo>
                  <a:pt x="505" y="1331"/>
                </a:lnTo>
                <a:lnTo>
                  <a:pt x="505" y="1332"/>
                </a:lnTo>
                <a:lnTo>
                  <a:pt x="504" y="1332"/>
                </a:lnTo>
                <a:lnTo>
                  <a:pt x="503" y="1332"/>
                </a:lnTo>
                <a:lnTo>
                  <a:pt x="503" y="1331"/>
                </a:lnTo>
                <a:lnTo>
                  <a:pt x="502" y="1332"/>
                </a:lnTo>
                <a:lnTo>
                  <a:pt x="502" y="1334"/>
                </a:lnTo>
                <a:lnTo>
                  <a:pt x="500" y="1333"/>
                </a:lnTo>
                <a:lnTo>
                  <a:pt x="500" y="1332"/>
                </a:lnTo>
                <a:lnTo>
                  <a:pt x="499" y="1331"/>
                </a:lnTo>
                <a:lnTo>
                  <a:pt x="498" y="1330"/>
                </a:lnTo>
                <a:lnTo>
                  <a:pt x="497" y="1330"/>
                </a:lnTo>
                <a:lnTo>
                  <a:pt x="495" y="1328"/>
                </a:lnTo>
                <a:lnTo>
                  <a:pt x="495" y="1327"/>
                </a:lnTo>
                <a:lnTo>
                  <a:pt x="495" y="1326"/>
                </a:lnTo>
                <a:lnTo>
                  <a:pt x="494" y="1326"/>
                </a:lnTo>
                <a:lnTo>
                  <a:pt x="492" y="1326"/>
                </a:lnTo>
                <a:lnTo>
                  <a:pt x="490" y="1326"/>
                </a:lnTo>
                <a:lnTo>
                  <a:pt x="489" y="1326"/>
                </a:lnTo>
                <a:lnTo>
                  <a:pt x="488" y="1327"/>
                </a:lnTo>
                <a:lnTo>
                  <a:pt x="487" y="1327"/>
                </a:lnTo>
                <a:lnTo>
                  <a:pt x="487" y="1326"/>
                </a:lnTo>
                <a:lnTo>
                  <a:pt x="486" y="1326"/>
                </a:lnTo>
                <a:lnTo>
                  <a:pt x="485" y="1325"/>
                </a:lnTo>
                <a:lnTo>
                  <a:pt x="484" y="1324"/>
                </a:lnTo>
                <a:lnTo>
                  <a:pt x="483" y="1322"/>
                </a:lnTo>
                <a:lnTo>
                  <a:pt x="483" y="1321"/>
                </a:lnTo>
                <a:lnTo>
                  <a:pt x="482" y="1321"/>
                </a:lnTo>
                <a:lnTo>
                  <a:pt x="481" y="1322"/>
                </a:lnTo>
                <a:lnTo>
                  <a:pt x="480" y="1321"/>
                </a:lnTo>
                <a:lnTo>
                  <a:pt x="480" y="1320"/>
                </a:lnTo>
                <a:lnTo>
                  <a:pt x="478" y="1320"/>
                </a:lnTo>
                <a:lnTo>
                  <a:pt x="477" y="1320"/>
                </a:lnTo>
                <a:lnTo>
                  <a:pt x="477" y="1319"/>
                </a:lnTo>
                <a:lnTo>
                  <a:pt x="476" y="1319"/>
                </a:lnTo>
                <a:lnTo>
                  <a:pt x="476" y="1318"/>
                </a:lnTo>
                <a:lnTo>
                  <a:pt x="475" y="1318"/>
                </a:lnTo>
                <a:lnTo>
                  <a:pt x="473" y="1316"/>
                </a:lnTo>
                <a:lnTo>
                  <a:pt x="472" y="1316"/>
                </a:lnTo>
                <a:lnTo>
                  <a:pt x="471" y="1317"/>
                </a:lnTo>
                <a:lnTo>
                  <a:pt x="470" y="1318"/>
                </a:lnTo>
                <a:lnTo>
                  <a:pt x="470" y="1319"/>
                </a:lnTo>
                <a:lnTo>
                  <a:pt x="470" y="1320"/>
                </a:lnTo>
                <a:lnTo>
                  <a:pt x="468" y="1322"/>
                </a:lnTo>
                <a:lnTo>
                  <a:pt x="467" y="1322"/>
                </a:lnTo>
                <a:lnTo>
                  <a:pt x="466" y="1323"/>
                </a:lnTo>
                <a:lnTo>
                  <a:pt x="465" y="1324"/>
                </a:lnTo>
                <a:lnTo>
                  <a:pt x="464" y="1324"/>
                </a:lnTo>
                <a:lnTo>
                  <a:pt x="463" y="1324"/>
                </a:lnTo>
                <a:lnTo>
                  <a:pt x="462" y="1324"/>
                </a:lnTo>
                <a:lnTo>
                  <a:pt x="461" y="1323"/>
                </a:lnTo>
                <a:lnTo>
                  <a:pt x="462" y="1322"/>
                </a:lnTo>
                <a:lnTo>
                  <a:pt x="461" y="1321"/>
                </a:lnTo>
                <a:lnTo>
                  <a:pt x="460" y="1321"/>
                </a:lnTo>
                <a:lnTo>
                  <a:pt x="459" y="1322"/>
                </a:lnTo>
                <a:lnTo>
                  <a:pt x="458" y="1322"/>
                </a:lnTo>
                <a:lnTo>
                  <a:pt x="457" y="1321"/>
                </a:lnTo>
                <a:lnTo>
                  <a:pt x="457" y="1320"/>
                </a:lnTo>
                <a:lnTo>
                  <a:pt x="457" y="1319"/>
                </a:lnTo>
                <a:lnTo>
                  <a:pt x="457" y="1318"/>
                </a:lnTo>
                <a:lnTo>
                  <a:pt x="456" y="1318"/>
                </a:lnTo>
                <a:lnTo>
                  <a:pt x="456" y="1319"/>
                </a:lnTo>
                <a:lnTo>
                  <a:pt x="456" y="1320"/>
                </a:lnTo>
                <a:lnTo>
                  <a:pt x="455" y="1320"/>
                </a:lnTo>
                <a:lnTo>
                  <a:pt x="454" y="1319"/>
                </a:lnTo>
                <a:lnTo>
                  <a:pt x="454" y="1318"/>
                </a:lnTo>
                <a:lnTo>
                  <a:pt x="453" y="1318"/>
                </a:lnTo>
                <a:lnTo>
                  <a:pt x="452" y="1318"/>
                </a:lnTo>
                <a:lnTo>
                  <a:pt x="452" y="1319"/>
                </a:lnTo>
                <a:lnTo>
                  <a:pt x="452" y="1320"/>
                </a:lnTo>
                <a:lnTo>
                  <a:pt x="451" y="1320"/>
                </a:lnTo>
                <a:lnTo>
                  <a:pt x="450" y="1320"/>
                </a:lnTo>
                <a:lnTo>
                  <a:pt x="449" y="1320"/>
                </a:lnTo>
                <a:lnTo>
                  <a:pt x="449" y="1319"/>
                </a:lnTo>
                <a:lnTo>
                  <a:pt x="448" y="1319"/>
                </a:lnTo>
                <a:lnTo>
                  <a:pt x="448" y="1318"/>
                </a:lnTo>
                <a:lnTo>
                  <a:pt x="447" y="1318"/>
                </a:lnTo>
                <a:lnTo>
                  <a:pt x="446" y="1318"/>
                </a:lnTo>
                <a:lnTo>
                  <a:pt x="445" y="1318"/>
                </a:lnTo>
                <a:lnTo>
                  <a:pt x="445" y="1319"/>
                </a:lnTo>
                <a:lnTo>
                  <a:pt x="444" y="1319"/>
                </a:lnTo>
                <a:lnTo>
                  <a:pt x="444" y="1318"/>
                </a:lnTo>
                <a:lnTo>
                  <a:pt x="443" y="1317"/>
                </a:lnTo>
                <a:lnTo>
                  <a:pt x="441" y="1316"/>
                </a:lnTo>
                <a:lnTo>
                  <a:pt x="441" y="1317"/>
                </a:lnTo>
                <a:lnTo>
                  <a:pt x="440" y="1317"/>
                </a:lnTo>
                <a:lnTo>
                  <a:pt x="440" y="1316"/>
                </a:lnTo>
                <a:lnTo>
                  <a:pt x="439" y="1316"/>
                </a:lnTo>
                <a:lnTo>
                  <a:pt x="438" y="1316"/>
                </a:lnTo>
                <a:lnTo>
                  <a:pt x="437" y="1316"/>
                </a:lnTo>
                <a:lnTo>
                  <a:pt x="437" y="1315"/>
                </a:lnTo>
                <a:lnTo>
                  <a:pt x="436" y="1314"/>
                </a:lnTo>
                <a:lnTo>
                  <a:pt x="435" y="1314"/>
                </a:lnTo>
                <a:lnTo>
                  <a:pt x="435" y="1313"/>
                </a:lnTo>
                <a:lnTo>
                  <a:pt x="434" y="1313"/>
                </a:lnTo>
                <a:lnTo>
                  <a:pt x="434" y="1312"/>
                </a:lnTo>
                <a:lnTo>
                  <a:pt x="434" y="1311"/>
                </a:lnTo>
                <a:lnTo>
                  <a:pt x="433" y="1311"/>
                </a:lnTo>
                <a:lnTo>
                  <a:pt x="432" y="1311"/>
                </a:lnTo>
                <a:lnTo>
                  <a:pt x="431" y="1311"/>
                </a:lnTo>
                <a:lnTo>
                  <a:pt x="430" y="1311"/>
                </a:lnTo>
                <a:lnTo>
                  <a:pt x="429" y="1311"/>
                </a:lnTo>
                <a:lnTo>
                  <a:pt x="427" y="1312"/>
                </a:lnTo>
                <a:lnTo>
                  <a:pt x="426" y="1313"/>
                </a:lnTo>
                <a:lnTo>
                  <a:pt x="426" y="1314"/>
                </a:lnTo>
                <a:lnTo>
                  <a:pt x="425" y="1314"/>
                </a:lnTo>
                <a:lnTo>
                  <a:pt x="424" y="1313"/>
                </a:lnTo>
                <a:lnTo>
                  <a:pt x="423" y="1313"/>
                </a:lnTo>
                <a:lnTo>
                  <a:pt x="421" y="1312"/>
                </a:lnTo>
                <a:lnTo>
                  <a:pt x="420" y="1311"/>
                </a:lnTo>
                <a:lnTo>
                  <a:pt x="419" y="1310"/>
                </a:lnTo>
                <a:lnTo>
                  <a:pt x="416" y="1309"/>
                </a:lnTo>
                <a:lnTo>
                  <a:pt x="416" y="1310"/>
                </a:lnTo>
                <a:lnTo>
                  <a:pt x="416" y="1311"/>
                </a:lnTo>
                <a:lnTo>
                  <a:pt x="416" y="1312"/>
                </a:lnTo>
                <a:lnTo>
                  <a:pt x="416" y="1313"/>
                </a:lnTo>
                <a:lnTo>
                  <a:pt x="415" y="1313"/>
                </a:lnTo>
                <a:lnTo>
                  <a:pt x="413" y="1314"/>
                </a:lnTo>
                <a:lnTo>
                  <a:pt x="412" y="1314"/>
                </a:lnTo>
                <a:lnTo>
                  <a:pt x="412" y="1313"/>
                </a:lnTo>
                <a:lnTo>
                  <a:pt x="412" y="1312"/>
                </a:lnTo>
                <a:lnTo>
                  <a:pt x="411" y="1311"/>
                </a:lnTo>
                <a:lnTo>
                  <a:pt x="410" y="1311"/>
                </a:lnTo>
                <a:lnTo>
                  <a:pt x="408" y="1310"/>
                </a:lnTo>
                <a:lnTo>
                  <a:pt x="407" y="1310"/>
                </a:lnTo>
                <a:lnTo>
                  <a:pt x="406" y="1311"/>
                </a:lnTo>
                <a:lnTo>
                  <a:pt x="406" y="1312"/>
                </a:lnTo>
                <a:lnTo>
                  <a:pt x="405" y="1312"/>
                </a:lnTo>
                <a:lnTo>
                  <a:pt x="405" y="1314"/>
                </a:lnTo>
                <a:lnTo>
                  <a:pt x="404" y="1314"/>
                </a:lnTo>
                <a:lnTo>
                  <a:pt x="403" y="1314"/>
                </a:lnTo>
                <a:lnTo>
                  <a:pt x="402" y="1314"/>
                </a:lnTo>
                <a:lnTo>
                  <a:pt x="401" y="1314"/>
                </a:lnTo>
                <a:lnTo>
                  <a:pt x="401" y="1315"/>
                </a:lnTo>
                <a:lnTo>
                  <a:pt x="400" y="1316"/>
                </a:lnTo>
                <a:lnTo>
                  <a:pt x="399" y="1315"/>
                </a:lnTo>
                <a:lnTo>
                  <a:pt x="398" y="1315"/>
                </a:lnTo>
                <a:lnTo>
                  <a:pt x="397" y="1314"/>
                </a:lnTo>
                <a:lnTo>
                  <a:pt x="396" y="1313"/>
                </a:lnTo>
                <a:lnTo>
                  <a:pt x="395" y="1312"/>
                </a:lnTo>
                <a:lnTo>
                  <a:pt x="393" y="1312"/>
                </a:lnTo>
                <a:lnTo>
                  <a:pt x="392" y="1312"/>
                </a:lnTo>
                <a:lnTo>
                  <a:pt x="392" y="1311"/>
                </a:lnTo>
                <a:lnTo>
                  <a:pt x="392" y="1310"/>
                </a:lnTo>
                <a:lnTo>
                  <a:pt x="391" y="1309"/>
                </a:lnTo>
                <a:lnTo>
                  <a:pt x="390" y="1308"/>
                </a:lnTo>
                <a:lnTo>
                  <a:pt x="390" y="1307"/>
                </a:lnTo>
                <a:lnTo>
                  <a:pt x="391" y="1306"/>
                </a:lnTo>
                <a:lnTo>
                  <a:pt x="391" y="1305"/>
                </a:lnTo>
                <a:lnTo>
                  <a:pt x="391" y="1304"/>
                </a:lnTo>
                <a:lnTo>
                  <a:pt x="391" y="1303"/>
                </a:lnTo>
                <a:lnTo>
                  <a:pt x="392" y="1303"/>
                </a:lnTo>
                <a:lnTo>
                  <a:pt x="392" y="1302"/>
                </a:lnTo>
                <a:lnTo>
                  <a:pt x="393" y="1301"/>
                </a:lnTo>
                <a:lnTo>
                  <a:pt x="392" y="1301"/>
                </a:lnTo>
                <a:lnTo>
                  <a:pt x="392" y="1299"/>
                </a:lnTo>
                <a:lnTo>
                  <a:pt x="391" y="1299"/>
                </a:lnTo>
                <a:lnTo>
                  <a:pt x="391" y="1298"/>
                </a:lnTo>
                <a:lnTo>
                  <a:pt x="390" y="1297"/>
                </a:lnTo>
                <a:lnTo>
                  <a:pt x="391" y="1297"/>
                </a:lnTo>
                <a:lnTo>
                  <a:pt x="392" y="1297"/>
                </a:lnTo>
                <a:lnTo>
                  <a:pt x="394" y="1295"/>
                </a:lnTo>
                <a:lnTo>
                  <a:pt x="394" y="1294"/>
                </a:lnTo>
                <a:lnTo>
                  <a:pt x="395" y="1294"/>
                </a:lnTo>
                <a:lnTo>
                  <a:pt x="396" y="1294"/>
                </a:lnTo>
                <a:lnTo>
                  <a:pt x="396" y="1293"/>
                </a:lnTo>
                <a:lnTo>
                  <a:pt x="397" y="1292"/>
                </a:lnTo>
                <a:lnTo>
                  <a:pt x="397" y="1291"/>
                </a:lnTo>
                <a:lnTo>
                  <a:pt x="397" y="1290"/>
                </a:lnTo>
                <a:lnTo>
                  <a:pt x="396" y="1290"/>
                </a:lnTo>
                <a:lnTo>
                  <a:pt x="395" y="1289"/>
                </a:lnTo>
                <a:lnTo>
                  <a:pt x="394" y="1287"/>
                </a:lnTo>
                <a:lnTo>
                  <a:pt x="393" y="1287"/>
                </a:lnTo>
                <a:lnTo>
                  <a:pt x="393" y="1286"/>
                </a:lnTo>
                <a:lnTo>
                  <a:pt x="393" y="1285"/>
                </a:lnTo>
                <a:lnTo>
                  <a:pt x="392" y="1284"/>
                </a:lnTo>
                <a:lnTo>
                  <a:pt x="391" y="1284"/>
                </a:lnTo>
                <a:lnTo>
                  <a:pt x="389" y="1283"/>
                </a:lnTo>
                <a:lnTo>
                  <a:pt x="388" y="1283"/>
                </a:lnTo>
                <a:lnTo>
                  <a:pt x="387" y="1283"/>
                </a:lnTo>
                <a:lnTo>
                  <a:pt x="386" y="1282"/>
                </a:lnTo>
                <a:lnTo>
                  <a:pt x="385" y="1282"/>
                </a:lnTo>
                <a:lnTo>
                  <a:pt x="385" y="1281"/>
                </a:lnTo>
                <a:lnTo>
                  <a:pt x="385" y="1280"/>
                </a:lnTo>
                <a:lnTo>
                  <a:pt x="384" y="1279"/>
                </a:lnTo>
                <a:lnTo>
                  <a:pt x="383" y="1279"/>
                </a:lnTo>
                <a:lnTo>
                  <a:pt x="381" y="1280"/>
                </a:lnTo>
                <a:lnTo>
                  <a:pt x="380" y="1280"/>
                </a:lnTo>
                <a:lnTo>
                  <a:pt x="379" y="1280"/>
                </a:lnTo>
                <a:lnTo>
                  <a:pt x="379" y="1281"/>
                </a:lnTo>
                <a:lnTo>
                  <a:pt x="379" y="1282"/>
                </a:lnTo>
                <a:lnTo>
                  <a:pt x="378" y="1283"/>
                </a:lnTo>
                <a:lnTo>
                  <a:pt x="376" y="1284"/>
                </a:lnTo>
                <a:lnTo>
                  <a:pt x="375" y="1284"/>
                </a:lnTo>
                <a:lnTo>
                  <a:pt x="374" y="1284"/>
                </a:lnTo>
                <a:lnTo>
                  <a:pt x="372" y="1283"/>
                </a:lnTo>
                <a:lnTo>
                  <a:pt x="371" y="1283"/>
                </a:lnTo>
                <a:lnTo>
                  <a:pt x="370" y="1283"/>
                </a:lnTo>
                <a:lnTo>
                  <a:pt x="369" y="1283"/>
                </a:lnTo>
                <a:lnTo>
                  <a:pt x="368" y="1283"/>
                </a:lnTo>
                <a:lnTo>
                  <a:pt x="367" y="1283"/>
                </a:lnTo>
                <a:lnTo>
                  <a:pt x="366" y="1283"/>
                </a:lnTo>
                <a:lnTo>
                  <a:pt x="366" y="1282"/>
                </a:lnTo>
                <a:lnTo>
                  <a:pt x="365" y="1282"/>
                </a:lnTo>
                <a:lnTo>
                  <a:pt x="365" y="1283"/>
                </a:lnTo>
                <a:lnTo>
                  <a:pt x="364" y="1283"/>
                </a:lnTo>
                <a:lnTo>
                  <a:pt x="363" y="1284"/>
                </a:lnTo>
                <a:lnTo>
                  <a:pt x="363" y="1285"/>
                </a:lnTo>
                <a:lnTo>
                  <a:pt x="363" y="1286"/>
                </a:lnTo>
                <a:lnTo>
                  <a:pt x="363" y="1288"/>
                </a:lnTo>
                <a:lnTo>
                  <a:pt x="362" y="1288"/>
                </a:lnTo>
                <a:lnTo>
                  <a:pt x="361" y="1288"/>
                </a:lnTo>
                <a:lnTo>
                  <a:pt x="360" y="1288"/>
                </a:lnTo>
                <a:lnTo>
                  <a:pt x="360" y="1287"/>
                </a:lnTo>
                <a:lnTo>
                  <a:pt x="359" y="1287"/>
                </a:lnTo>
                <a:lnTo>
                  <a:pt x="358" y="1286"/>
                </a:lnTo>
                <a:lnTo>
                  <a:pt x="357" y="1287"/>
                </a:lnTo>
                <a:lnTo>
                  <a:pt x="357" y="1288"/>
                </a:lnTo>
                <a:lnTo>
                  <a:pt x="356" y="1288"/>
                </a:lnTo>
                <a:lnTo>
                  <a:pt x="355" y="1288"/>
                </a:lnTo>
                <a:lnTo>
                  <a:pt x="354" y="1289"/>
                </a:lnTo>
                <a:lnTo>
                  <a:pt x="353" y="1289"/>
                </a:lnTo>
                <a:lnTo>
                  <a:pt x="352" y="1289"/>
                </a:lnTo>
                <a:lnTo>
                  <a:pt x="351" y="1289"/>
                </a:lnTo>
                <a:lnTo>
                  <a:pt x="350" y="1288"/>
                </a:lnTo>
                <a:lnTo>
                  <a:pt x="350" y="1287"/>
                </a:lnTo>
                <a:lnTo>
                  <a:pt x="350" y="1286"/>
                </a:lnTo>
                <a:lnTo>
                  <a:pt x="349" y="1285"/>
                </a:lnTo>
                <a:lnTo>
                  <a:pt x="348" y="1285"/>
                </a:lnTo>
                <a:lnTo>
                  <a:pt x="348" y="1283"/>
                </a:lnTo>
                <a:lnTo>
                  <a:pt x="348" y="1282"/>
                </a:lnTo>
                <a:lnTo>
                  <a:pt x="348" y="1281"/>
                </a:lnTo>
                <a:lnTo>
                  <a:pt x="347" y="1281"/>
                </a:lnTo>
                <a:lnTo>
                  <a:pt x="347" y="1280"/>
                </a:lnTo>
                <a:lnTo>
                  <a:pt x="347" y="1279"/>
                </a:lnTo>
                <a:lnTo>
                  <a:pt x="346" y="1278"/>
                </a:lnTo>
                <a:lnTo>
                  <a:pt x="346" y="1277"/>
                </a:lnTo>
                <a:lnTo>
                  <a:pt x="345" y="1277"/>
                </a:lnTo>
                <a:lnTo>
                  <a:pt x="344" y="1277"/>
                </a:lnTo>
                <a:lnTo>
                  <a:pt x="343" y="1277"/>
                </a:lnTo>
                <a:lnTo>
                  <a:pt x="343" y="1276"/>
                </a:lnTo>
                <a:lnTo>
                  <a:pt x="343" y="1275"/>
                </a:lnTo>
                <a:lnTo>
                  <a:pt x="342" y="1274"/>
                </a:lnTo>
                <a:lnTo>
                  <a:pt x="342" y="1273"/>
                </a:lnTo>
                <a:lnTo>
                  <a:pt x="343" y="1273"/>
                </a:lnTo>
                <a:lnTo>
                  <a:pt x="343" y="1272"/>
                </a:lnTo>
                <a:lnTo>
                  <a:pt x="343" y="1270"/>
                </a:lnTo>
                <a:lnTo>
                  <a:pt x="343" y="1269"/>
                </a:lnTo>
                <a:lnTo>
                  <a:pt x="342" y="1269"/>
                </a:lnTo>
                <a:lnTo>
                  <a:pt x="342" y="1270"/>
                </a:lnTo>
                <a:lnTo>
                  <a:pt x="341" y="1270"/>
                </a:lnTo>
                <a:lnTo>
                  <a:pt x="341" y="1269"/>
                </a:lnTo>
                <a:lnTo>
                  <a:pt x="340" y="1269"/>
                </a:lnTo>
                <a:lnTo>
                  <a:pt x="339" y="1269"/>
                </a:lnTo>
                <a:lnTo>
                  <a:pt x="337" y="1270"/>
                </a:lnTo>
                <a:lnTo>
                  <a:pt x="337" y="1269"/>
                </a:lnTo>
                <a:lnTo>
                  <a:pt x="336" y="1269"/>
                </a:lnTo>
                <a:lnTo>
                  <a:pt x="337" y="1269"/>
                </a:lnTo>
                <a:lnTo>
                  <a:pt x="337" y="1268"/>
                </a:lnTo>
                <a:lnTo>
                  <a:pt x="337" y="1266"/>
                </a:lnTo>
                <a:lnTo>
                  <a:pt x="336" y="1266"/>
                </a:lnTo>
                <a:lnTo>
                  <a:pt x="335" y="1265"/>
                </a:lnTo>
                <a:lnTo>
                  <a:pt x="335" y="1264"/>
                </a:lnTo>
                <a:lnTo>
                  <a:pt x="335" y="1263"/>
                </a:lnTo>
                <a:lnTo>
                  <a:pt x="335" y="1262"/>
                </a:lnTo>
                <a:lnTo>
                  <a:pt x="334" y="1261"/>
                </a:lnTo>
                <a:lnTo>
                  <a:pt x="334" y="1260"/>
                </a:lnTo>
                <a:lnTo>
                  <a:pt x="334" y="1259"/>
                </a:lnTo>
                <a:lnTo>
                  <a:pt x="333" y="1259"/>
                </a:lnTo>
                <a:lnTo>
                  <a:pt x="333" y="1260"/>
                </a:lnTo>
                <a:lnTo>
                  <a:pt x="332" y="1260"/>
                </a:lnTo>
                <a:lnTo>
                  <a:pt x="332" y="1259"/>
                </a:lnTo>
                <a:lnTo>
                  <a:pt x="331" y="1258"/>
                </a:lnTo>
                <a:lnTo>
                  <a:pt x="330" y="1258"/>
                </a:lnTo>
                <a:lnTo>
                  <a:pt x="328" y="1259"/>
                </a:lnTo>
                <a:lnTo>
                  <a:pt x="328" y="1260"/>
                </a:lnTo>
                <a:lnTo>
                  <a:pt x="327" y="1260"/>
                </a:lnTo>
                <a:lnTo>
                  <a:pt x="325" y="1259"/>
                </a:lnTo>
                <a:lnTo>
                  <a:pt x="324" y="1258"/>
                </a:lnTo>
                <a:lnTo>
                  <a:pt x="323" y="1257"/>
                </a:lnTo>
                <a:lnTo>
                  <a:pt x="322" y="1256"/>
                </a:lnTo>
                <a:lnTo>
                  <a:pt x="321" y="1255"/>
                </a:lnTo>
                <a:lnTo>
                  <a:pt x="321" y="1254"/>
                </a:lnTo>
                <a:lnTo>
                  <a:pt x="320" y="1254"/>
                </a:lnTo>
                <a:lnTo>
                  <a:pt x="320" y="1253"/>
                </a:lnTo>
                <a:lnTo>
                  <a:pt x="320" y="1254"/>
                </a:lnTo>
                <a:lnTo>
                  <a:pt x="319" y="1254"/>
                </a:lnTo>
                <a:lnTo>
                  <a:pt x="317" y="1253"/>
                </a:lnTo>
                <a:lnTo>
                  <a:pt x="317" y="1252"/>
                </a:lnTo>
                <a:lnTo>
                  <a:pt x="317" y="1251"/>
                </a:lnTo>
                <a:lnTo>
                  <a:pt x="316" y="1251"/>
                </a:lnTo>
                <a:lnTo>
                  <a:pt x="316" y="1250"/>
                </a:lnTo>
                <a:lnTo>
                  <a:pt x="315" y="1250"/>
                </a:lnTo>
                <a:lnTo>
                  <a:pt x="314" y="1250"/>
                </a:lnTo>
                <a:lnTo>
                  <a:pt x="313" y="1249"/>
                </a:lnTo>
                <a:lnTo>
                  <a:pt x="310" y="1248"/>
                </a:lnTo>
                <a:lnTo>
                  <a:pt x="309" y="1247"/>
                </a:lnTo>
                <a:lnTo>
                  <a:pt x="308" y="1246"/>
                </a:lnTo>
                <a:lnTo>
                  <a:pt x="307" y="1245"/>
                </a:lnTo>
                <a:lnTo>
                  <a:pt x="307" y="1244"/>
                </a:lnTo>
                <a:lnTo>
                  <a:pt x="307" y="1243"/>
                </a:lnTo>
                <a:lnTo>
                  <a:pt x="306" y="1243"/>
                </a:lnTo>
                <a:lnTo>
                  <a:pt x="306" y="1242"/>
                </a:lnTo>
                <a:lnTo>
                  <a:pt x="305" y="1242"/>
                </a:lnTo>
                <a:lnTo>
                  <a:pt x="304" y="1242"/>
                </a:lnTo>
                <a:lnTo>
                  <a:pt x="303" y="1241"/>
                </a:lnTo>
                <a:lnTo>
                  <a:pt x="303" y="1240"/>
                </a:lnTo>
                <a:lnTo>
                  <a:pt x="302" y="1240"/>
                </a:lnTo>
                <a:lnTo>
                  <a:pt x="301" y="1239"/>
                </a:lnTo>
                <a:lnTo>
                  <a:pt x="300" y="1238"/>
                </a:lnTo>
                <a:lnTo>
                  <a:pt x="299" y="1238"/>
                </a:lnTo>
                <a:lnTo>
                  <a:pt x="299" y="1237"/>
                </a:lnTo>
                <a:lnTo>
                  <a:pt x="296" y="1236"/>
                </a:lnTo>
                <a:lnTo>
                  <a:pt x="295" y="1236"/>
                </a:lnTo>
                <a:lnTo>
                  <a:pt x="294" y="1235"/>
                </a:lnTo>
                <a:lnTo>
                  <a:pt x="294" y="1234"/>
                </a:lnTo>
                <a:lnTo>
                  <a:pt x="293" y="1233"/>
                </a:lnTo>
                <a:lnTo>
                  <a:pt x="292" y="1233"/>
                </a:lnTo>
                <a:lnTo>
                  <a:pt x="291" y="1233"/>
                </a:lnTo>
                <a:lnTo>
                  <a:pt x="291" y="1232"/>
                </a:lnTo>
                <a:lnTo>
                  <a:pt x="291" y="1231"/>
                </a:lnTo>
                <a:lnTo>
                  <a:pt x="291" y="1230"/>
                </a:lnTo>
                <a:lnTo>
                  <a:pt x="290" y="1230"/>
                </a:lnTo>
                <a:lnTo>
                  <a:pt x="290" y="1228"/>
                </a:lnTo>
                <a:lnTo>
                  <a:pt x="291" y="1228"/>
                </a:lnTo>
                <a:lnTo>
                  <a:pt x="291" y="1227"/>
                </a:lnTo>
                <a:lnTo>
                  <a:pt x="291" y="1226"/>
                </a:lnTo>
                <a:lnTo>
                  <a:pt x="291" y="1225"/>
                </a:lnTo>
                <a:lnTo>
                  <a:pt x="290" y="1225"/>
                </a:lnTo>
                <a:lnTo>
                  <a:pt x="289" y="1225"/>
                </a:lnTo>
                <a:lnTo>
                  <a:pt x="289" y="1224"/>
                </a:lnTo>
                <a:lnTo>
                  <a:pt x="289" y="1223"/>
                </a:lnTo>
                <a:lnTo>
                  <a:pt x="288" y="1222"/>
                </a:lnTo>
                <a:lnTo>
                  <a:pt x="288" y="1221"/>
                </a:lnTo>
                <a:lnTo>
                  <a:pt x="287" y="1221"/>
                </a:lnTo>
                <a:lnTo>
                  <a:pt x="287" y="1222"/>
                </a:lnTo>
                <a:lnTo>
                  <a:pt x="286" y="1222"/>
                </a:lnTo>
                <a:lnTo>
                  <a:pt x="286" y="1221"/>
                </a:lnTo>
                <a:lnTo>
                  <a:pt x="285" y="1221"/>
                </a:lnTo>
                <a:lnTo>
                  <a:pt x="284" y="1221"/>
                </a:lnTo>
                <a:lnTo>
                  <a:pt x="283" y="1221"/>
                </a:lnTo>
                <a:lnTo>
                  <a:pt x="283" y="1220"/>
                </a:lnTo>
                <a:lnTo>
                  <a:pt x="282" y="1220"/>
                </a:lnTo>
                <a:lnTo>
                  <a:pt x="282" y="1219"/>
                </a:lnTo>
                <a:lnTo>
                  <a:pt x="281" y="1219"/>
                </a:lnTo>
                <a:lnTo>
                  <a:pt x="280" y="1219"/>
                </a:lnTo>
                <a:lnTo>
                  <a:pt x="279" y="1219"/>
                </a:lnTo>
                <a:lnTo>
                  <a:pt x="279" y="1220"/>
                </a:lnTo>
                <a:lnTo>
                  <a:pt x="278" y="1220"/>
                </a:lnTo>
                <a:lnTo>
                  <a:pt x="278" y="1221"/>
                </a:lnTo>
                <a:lnTo>
                  <a:pt x="277" y="1221"/>
                </a:lnTo>
                <a:lnTo>
                  <a:pt x="276" y="1221"/>
                </a:lnTo>
                <a:lnTo>
                  <a:pt x="276" y="1222"/>
                </a:lnTo>
                <a:lnTo>
                  <a:pt x="275" y="1222"/>
                </a:lnTo>
                <a:lnTo>
                  <a:pt x="275" y="1223"/>
                </a:lnTo>
                <a:lnTo>
                  <a:pt x="274" y="1224"/>
                </a:lnTo>
                <a:lnTo>
                  <a:pt x="274" y="1225"/>
                </a:lnTo>
                <a:lnTo>
                  <a:pt x="272" y="1225"/>
                </a:lnTo>
                <a:lnTo>
                  <a:pt x="272" y="1226"/>
                </a:lnTo>
                <a:lnTo>
                  <a:pt x="271" y="1226"/>
                </a:lnTo>
                <a:lnTo>
                  <a:pt x="270" y="1226"/>
                </a:lnTo>
                <a:lnTo>
                  <a:pt x="269" y="1226"/>
                </a:lnTo>
                <a:lnTo>
                  <a:pt x="269" y="1225"/>
                </a:lnTo>
                <a:lnTo>
                  <a:pt x="269" y="1224"/>
                </a:lnTo>
                <a:lnTo>
                  <a:pt x="269" y="1223"/>
                </a:lnTo>
                <a:lnTo>
                  <a:pt x="268" y="1223"/>
                </a:lnTo>
                <a:lnTo>
                  <a:pt x="267" y="1222"/>
                </a:lnTo>
                <a:lnTo>
                  <a:pt x="266" y="1222"/>
                </a:lnTo>
                <a:lnTo>
                  <a:pt x="265" y="1222"/>
                </a:lnTo>
                <a:lnTo>
                  <a:pt x="264" y="1222"/>
                </a:lnTo>
                <a:lnTo>
                  <a:pt x="264" y="1221"/>
                </a:lnTo>
                <a:lnTo>
                  <a:pt x="263" y="1221"/>
                </a:lnTo>
                <a:lnTo>
                  <a:pt x="262" y="1219"/>
                </a:lnTo>
                <a:lnTo>
                  <a:pt x="261" y="1218"/>
                </a:lnTo>
                <a:lnTo>
                  <a:pt x="260" y="1218"/>
                </a:lnTo>
                <a:lnTo>
                  <a:pt x="259" y="1217"/>
                </a:lnTo>
                <a:lnTo>
                  <a:pt x="258" y="1217"/>
                </a:lnTo>
                <a:lnTo>
                  <a:pt x="257" y="1217"/>
                </a:lnTo>
                <a:lnTo>
                  <a:pt x="256" y="1217"/>
                </a:lnTo>
                <a:lnTo>
                  <a:pt x="256" y="1216"/>
                </a:lnTo>
                <a:lnTo>
                  <a:pt x="255" y="1216"/>
                </a:lnTo>
                <a:lnTo>
                  <a:pt x="254" y="1216"/>
                </a:lnTo>
                <a:lnTo>
                  <a:pt x="254" y="1215"/>
                </a:lnTo>
                <a:lnTo>
                  <a:pt x="253" y="1215"/>
                </a:lnTo>
                <a:lnTo>
                  <a:pt x="251" y="1215"/>
                </a:lnTo>
                <a:lnTo>
                  <a:pt x="250" y="1214"/>
                </a:lnTo>
                <a:lnTo>
                  <a:pt x="249" y="1214"/>
                </a:lnTo>
                <a:lnTo>
                  <a:pt x="249" y="1213"/>
                </a:lnTo>
                <a:lnTo>
                  <a:pt x="248" y="1213"/>
                </a:lnTo>
                <a:lnTo>
                  <a:pt x="248" y="1212"/>
                </a:lnTo>
                <a:lnTo>
                  <a:pt x="248" y="1211"/>
                </a:lnTo>
                <a:lnTo>
                  <a:pt x="247" y="1210"/>
                </a:lnTo>
                <a:lnTo>
                  <a:pt x="246" y="1210"/>
                </a:lnTo>
                <a:lnTo>
                  <a:pt x="246" y="1209"/>
                </a:lnTo>
                <a:lnTo>
                  <a:pt x="245" y="1210"/>
                </a:lnTo>
                <a:lnTo>
                  <a:pt x="245" y="1209"/>
                </a:lnTo>
                <a:lnTo>
                  <a:pt x="244" y="1209"/>
                </a:lnTo>
                <a:lnTo>
                  <a:pt x="244" y="1208"/>
                </a:lnTo>
                <a:lnTo>
                  <a:pt x="244" y="1207"/>
                </a:lnTo>
                <a:lnTo>
                  <a:pt x="243" y="1207"/>
                </a:lnTo>
                <a:lnTo>
                  <a:pt x="242" y="1207"/>
                </a:lnTo>
                <a:lnTo>
                  <a:pt x="242" y="1206"/>
                </a:lnTo>
                <a:lnTo>
                  <a:pt x="241" y="1206"/>
                </a:lnTo>
                <a:lnTo>
                  <a:pt x="240" y="1206"/>
                </a:lnTo>
                <a:lnTo>
                  <a:pt x="238" y="1206"/>
                </a:lnTo>
                <a:lnTo>
                  <a:pt x="237" y="1206"/>
                </a:lnTo>
                <a:lnTo>
                  <a:pt x="236" y="1206"/>
                </a:lnTo>
                <a:lnTo>
                  <a:pt x="236" y="1207"/>
                </a:lnTo>
                <a:lnTo>
                  <a:pt x="237" y="1207"/>
                </a:lnTo>
                <a:lnTo>
                  <a:pt x="237" y="1208"/>
                </a:lnTo>
                <a:lnTo>
                  <a:pt x="236" y="1208"/>
                </a:lnTo>
                <a:lnTo>
                  <a:pt x="235" y="1208"/>
                </a:lnTo>
                <a:lnTo>
                  <a:pt x="235" y="1209"/>
                </a:lnTo>
                <a:lnTo>
                  <a:pt x="234" y="1209"/>
                </a:lnTo>
                <a:lnTo>
                  <a:pt x="234" y="1208"/>
                </a:lnTo>
                <a:lnTo>
                  <a:pt x="233" y="1208"/>
                </a:lnTo>
                <a:lnTo>
                  <a:pt x="232" y="1209"/>
                </a:lnTo>
                <a:lnTo>
                  <a:pt x="232" y="1208"/>
                </a:lnTo>
                <a:lnTo>
                  <a:pt x="232" y="1209"/>
                </a:lnTo>
                <a:lnTo>
                  <a:pt x="231" y="1209"/>
                </a:lnTo>
                <a:lnTo>
                  <a:pt x="232" y="1209"/>
                </a:lnTo>
                <a:lnTo>
                  <a:pt x="232" y="1210"/>
                </a:lnTo>
                <a:lnTo>
                  <a:pt x="231" y="1211"/>
                </a:lnTo>
                <a:lnTo>
                  <a:pt x="230" y="1212"/>
                </a:lnTo>
                <a:lnTo>
                  <a:pt x="229" y="1212"/>
                </a:lnTo>
                <a:lnTo>
                  <a:pt x="228" y="1212"/>
                </a:lnTo>
                <a:lnTo>
                  <a:pt x="228" y="1211"/>
                </a:lnTo>
                <a:lnTo>
                  <a:pt x="228" y="1210"/>
                </a:lnTo>
                <a:lnTo>
                  <a:pt x="227" y="1210"/>
                </a:lnTo>
                <a:lnTo>
                  <a:pt x="227" y="1211"/>
                </a:lnTo>
                <a:lnTo>
                  <a:pt x="226" y="1211"/>
                </a:lnTo>
                <a:lnTo>
                  <a:pt x="225" y="1211"/>
                </a:lnTo>
                <a:lnTo>
                  <a:pt x="225" y="1212"/>
                </a:lnTo>
                <a:lnTo>
                  <a:pt x="225" y="1213"/>
                </a:lnTo>
                <a:lnTo>
                  <a:pt x="225" y="1214"/>
                </a:lnTo>
                <a:lnTo>
                  <a:pt x="224" y="1214"/>
                </a:lnTo>
                <a:lnTo>
                  <a:pt x="223" y="1214"/>
                </a:lnTo>
                <a:lnTo>
                  <a:pt x="223" y="1215"/>
                </a:lnTo>
                <a:lnTo>
                  <a:pt x="222" y="1216"/>
                </a:lnTo>
                <a:lnTo>
                  <a:pt x="222" y="1217"/>
                </a:lnTo>
                <a:lnTo>
                  <a:pt x="222" y="1218"/>
                </a:lnTo>
                <a:lnTo>
                  <a:pt x="221" y="1218"/>
                </a:lnTo>
                <a:lnTo>
                  <a:pt x="220" y="1218"/>
                </a:lnTo>
                <a:lnTo>
                  <a:pt x="220" y="1217"/>
                </a:lnTo>
                <a:lnTo>
                  <a:pt x="219" y="1217"/>
                </a:lnTo>
                <a:lnTo>
                  <a:pt x="219" y="1216"/>
                </a:lnTo>
                <a:lnTo>
                  <a:pt x="218" y="1216"/>
                </a:lnTo>
                <a:lnTo>
                  <a:pt x="218" y="1215"/>
                </a:lnTo>
                <a:lnTo>
                  <a:pt x="217" y="1215"/>
                </a:lnTo>
                <a:lnTo>
                  <a:pt x="216" y="1214"/>
                </a:lnTo>
                <a:lnTo>
                  <a:pt x="215" y="1213"/>
                </a:lnTo>
                <a:lnTo>
                  <a:pt x="214" y="1213"/>
                </a:lnTo>
                <a:lnTo>
                  <a:pt x="214" y="1212"/>
                </a:lnTo>
                <a:lnTo>
                  <a:pt x="213" y="1211"/>
                </a:lnTo>
                <a:lnTo>
                  <a:pt x="212" y="1210"/>
                </a:lnTo>
                <a:lnTo>
                  <a:pt x="211" y="1209"/>
                </a:lnTo>
                <a:lnTo>
                  <a:pt x="211" y="1208"/>
                </a:lnTo>
                <a:lnTo>
                  <a:pt x="210" y="1208"/>
                </a:lnTo>
                <a:lnTo>
                  <a:pt x="209" y="1208"/>
                </a:lnTo>
                <a:lnTo>
                  <a:pt x="209" y="1209"/>
                </a:lnTo>
                <a:lnTo>
                  <a:pt x="209" y="1208"/>
                </a:lnTo>
                <a:lnTo>
                  <a:pt x="208" y="1208"/>
                </a:lnTo>
                <a:lnTo>
                  <a:pt x="208" y="1209"/>
                </a:lnTo>
                <a:lnTo>
                  <a:pt x="207" y="1209"/>
                </a:lnTo>
                <a:lnTo>
                  <a:pt x="206" y="1209"/>
                </a:lnTo>
                <a:lnTo>
                  <a:pt x="206" y="1210"/>
                </a:lnTo>
                <a:lnTo>
                  <a:pt x="205" y="1210"/>
                </a:lnTo>
                <a:lnTo>
                  <a:pt x="204" y="1210"/>
                </a:lnTo>
                <a:lnTo>
                  <a:pt x="204" y="1209"/>
                </a:lnTo>
                <a:lnTo>
                  <a:pt x="204" y="1208"/>
                </a:lnTo>
                <a:lnTo>
                  <a:pt x="203" y="1207"/>
                </a:lnTo>
                <a:lnTo>
                  <a:pt x="202" y="1207"/>
                </a:lnTo>
                <a:lnTo>
                  <a:pt x="201" y="1206"/>
                </a:lnTo>
                <a:lnTo>
                  <a:pt x="201" y="1205"/>
                </a:lnTo>
                <a:lnTo>
                  <a:pt x="200" y="1205"/>
                </a:lnTo>
                <a:lnTo>
                  <a:pt x="199" y="1205"/>
                </a:lnTo>
                <a:lnTo>
                  <a:pt x="199" y="1206"/>
                </a:lnTo>
                <a:lnTo>
                  <a:pt x="198" y="1206"/>
                </a:lnTo>
                <a:lnTo>
                  <a:pt x="198" y="1205"/>
                </a:lnTo>
                <a:lnTo>
                  <a:pt x="197" y="1205"/>
                </a:lnTo>
                <a:lnTo>
                  <a:pt x="196" y="1205"/>
                </a:lnTo>
                <a:lnTo>
                  <a:pt x="195" y="1205"/>
                </a:lnTo>
                <a:lnTo>
                  <a:pt x="194" y="1205"/>
                </a:lnTo>
                <a:lnTo>
                  <a:pt x="194" y="1204"/>
                </a:lnTo>
                <a:lnTo>
                  <a:pt x="193" y="1204"/>
                </a:lnTo>
                <a:lnTo>
                  <a:pt x="192" y="1204"/>
                </a:lnTo>
                <a:lnTo>
                  <a:pt x="191" y="1204"/>
                </a:lnTo>
                <a:lnTo>
                  <a:pt x="191" y="1205"/>
                </a:lnTo>
                <a:lnTo>
                  <a:pt x="190" y="1205"/>
                </a:lnTo>
                <a:lnTo>
                  <a:pt x="189" y="1205"/>
                </a:lnTo>
                <a:lnTo>
                  <a:pt x="189" y="1204"/>
                </a:lnTo>
                <a:lnTo>
                  <a:pt x="188" y="1204"/>
                </a:lnTo>
                <a:lnTo>
                  <a:pt x="188" y="1203"/>
                </a:lnTo>
                <a:lnTo>
                  <a:pt x="187" y="1203"/>
                </a:lnTo>
                <a:lnTo>
                  <a:pt x="186" y="1203"/>
                </a:lnTo>
                <a:lnTo>
                  <a:pt x="186" y="1204"/>
                </a:lnTo>
                <a:lnTo>
                  <a:pt x="185" y="1204"/>
                </a:lnTo>
                <a:lnTo>
                  <a:pt x="184" y="1204"/>
                </a:lnTo>
                <a:lnTo>
                  <a:pt x="184" y="1205"/>
                </a:lnTo>
                <a:lnTo>
                  <a:pt x="183" y="1205"/>
                </a:lnTo>
                <a:lnTo>
                  <a:pt x="184" y="1205"/>
                </a:lnTo>
                <a:lnTo>
                  <a:pt x="184" y="1206"/>
                </a:lnTo>
                <a:lnTo>
                  <a:pt x="183" y="1206"/>
                </a:lnTo>
                <a:lnTo>
                  <a:pt x="183" y="1207"/>
                </a:lnTo>
                <a:lnTo>
                  <a:pt x="183" y="1208"/>
                </a:lnTo>
                <a:lnTo>
                  <a:pt x="182" y="1209"/>
                </a:lnTo>
                <a:lnTo>
                  <a:pt x="181" y="1210"/>
                </a:lnTo>
                <a:lnTo>
                  <a:pt x="181" y="1209"/>
                </a:lnTo>
                <a:lnTo>
                  <a:pt x="181" y="1208"/>
                </a:lnTo>
                <a:lnTo>
                  <a:pt x="180" y="1207"/>
                </a:lnTo>
                <a:lnTo>
                  <a:pt x="180" y="1206"/>
                </a:lnTo>
                <a:lnTo>
                  <a:pt x="179" y="1205"/>
                </a:lnTo>
                <a:lnTo>
                  <a:pt x="179" y="1204"/>
                </a:lnTo>
                <a:lnTo>
                  <a:pt x="179" y="1202"/>
                </a:lnTo>
                <a:lnTo>
                  <a:pt x="178" y="1202"/>
                </a:lnTo>
                <a:lnTo>
                  <a:pt x="177" y="1202"/>
                </a:lnTo>
                <a:lnTo>
                  <a:pt x="176" y="1202"/>
                </a:lnTo>
                <a:lnTo>
                  <a:pt x="175" y="1202"/>
                </a:lnTo>
                <a:lnTo>
                  <a:pt x="174" y="1203"/>
                </a:lnTo>
                <a:lnTo>
                  <a:pt x="173" y="1203"/>
                </a:lnTo>
                <a:lnTo>
                  <a:pt x="172" y="1203"/>
                </a:lnTo>
                <a:lnTo>
                  <a:pt x="172" y="1202"/>
                </a:lnTo>
                <a:lnTo>
                  <a:pt x="171" y="1202"/>
                </a:lnTo>
                <a:lnTo>
                  <a:pt x="170" y="1202"/>
                </a:lnTo>
                <a:lnTo>
                  <a:pt x="169" y="1201"/>
                </a:lnTo>
                <a:lnTo>
                  <a:pt x="167" y="1201"/>
                </a:lnTo>
                <a:lnTo>
                  <a:pt x="167" y="1202"/>
                </a:lnTo>
                <a:lnTo>
                  <a:pt x="166" y="1202"/>
                </a:lnTo>
                <a:lnTo>
                  <a:pt x="165" y="1201"/>
                </a:lnTo>
                <a:lnTo>
                  <a:pt x="164" y="1201"/>
                </a:lnTo>
                <a:lnTo>
                  <a:pt x="164" y="1200"/>
                </a:lnTo>
                <a:lnTo>
                  <a:pt x="163" y="1200"/>
                </a:lnTo>
                <a:lnTo>
                  <a:pt x="163" y="1199"/>
                </a:lnTo>
                <a:lnTo>
                  <a:pt x="161" y="1198"/>
                </a:lnTo>
                <a:lnTo>
                  <a:pt x="161" y="1197"/>
                </a:lnTo>
                <a:lnTo>
                  <a:pt x="160" y="1197"/>
                </a:lnTo>
                <a:lnTo>
                  <a:pt x="160" y="1196"/>
                </a:lnTo>
                <a:lnTo>
                  <a:pt x="159" y="1196"/>
                </a:lnTo>
                <a:lnTo>
                  <a:pt x="157" y="1194"/>
                </a:lnTo>
                <a:lnTo>
                  <a:pt x="156" y="1194"/>
                </a:lnTo>
                <a:lnTo>
                  <a:pt x="155" y="1195"/>
                </a:lnTo>
                <a:lnTo>
                  <a:pt x="154" y="1195"/>
                </a:lnTo>
                <a:lnTo>
                  <a:pt x="152" y="1194"/>
                </a:lnTo>
                <a:lnTo>
                  <a:pt x="151" y="1194"/>
                </a:lnTo>
                <a:lnTo>
                  <a:pt x="150" y="1195"/>
                </a:lnTo>
                <a:lnTo>
                  <a:pt x="149" y="1194"/>
                </a:lnTo>
                <a:lnTo>
                  <a:pt x="149" y="1193"/>
                </a:lnTo>
                <a:lnTo>
                  <a:pt x="147" y="1192"/>
                </a:lnTo>
                <a:lnTo>
                  <a:pt x="146" y="1191"/>
                </a:lnTo>
                <a:lnTo>
                  <a:pt x="143" y="1189"/>
                </a:lnTo>
                <a:lnTo>
                  <a:pt x="142" y="1188"/>
                </a:lnTo>
                <a:lnTo>
                  <a:pt x="142" y="1187"/>
                </a:lnTo>
                <a:lnTo>
                  <a:pt x="140" y="1185"/>
                </a:lnTo>
                <a:lnTo>
                  <a:pt x="139" y="1184"/>
                </a:lnTo>
                <a:lnTo>
                  <a:pt x="138" y="1184"/>
                </a:lnTo>
                <a:lnTo>
                  <a:pt x="138" y="1183"/>
                </a:lnTo>
                <a:lnTo>
                  <a:pt x="137" y="1183"/>
                </a:lnTo>
                <a:lnTo>
                  <a:pt x="136" y="1181"/>
                </a:lnTo>
                <a:lnTo>
                  <a:pt x="136" y="1180"/>
                </a:lnTo>
                <a:lnTo>
                  <a:pt x="135" y="1179"/>
                </a:lnTo>
                <a:lnTo>
                  <a:pt x="134" y="1178"/>
                </a:lnTo>
                <a:lnTo>
                  <a:pt x="133" y="1177"/>
                </a:lnTo>
                <a:lnTo>
                  <a:pt x="132" y="1176"/>
                </a:lnTo>
                <a:lnTo>
                  <a:pt x="131" y="1175"/>
                </a:lnTo>
                <a:lnTo>
                  <a:pt x="130" y="1174"/>
                </a:lnTo>
                <a:lnTo>
                  <a:pt x="129" y="1173"/>
                </a:lnTo>
                <a:lnTo>
                  <a:pt x="129" y="1172"/>
                </a:lnTo>
                <a:lnTo>
                  <a:pt x="128" y="1172"/>
                </a:lnTo>
                <a:lnTo>
                  <a:pt x="128" y="1171"/>
                </a:lnTo>
                <a:lnTo>
                  <a:pt x="127" y="1170"/>
                </a:lnTo>
                <a:lnTo>
                  <a:pt x="126" y="1170"/>
                </a:lnTo>
                <a:lnTo>
                  <a:pt x="125" y="1169"/>
                </a:lnTo>
                <a:lnTo>
                  <a:pt x="124" y="1169"/>
                </a:lnTo>
                <a:lnTo>
                  <a:pt x="123" y="1169"/>
                </a:lnTo>
                <a:lnTo>
                  <a:pt x="122" y="1168"/>
                </a:lnTo>
                <a:lnTo>
                  <a:pt x="121" y="1167"/>
                </a:lnTo>
                <a:lnTo>
                  <a:pt x="120" y="1167"/>
                </a:lnTo>
                <a:lnTo>
                  <a:pt x="120" y="1166"/>
                </a:lnTo>
                <a:lnTo>
                  <a:pt x="119" y="1166"/>
                </a:lnTo>
                <a:lnTo>
                  <a:pt x="119" y="1165"/>
                </a:lnTo>
                <a:lnTo>
                  <a:pt x="119" y="1164"/>
                </a:lnTo>
                <a:lnTo>
                  <a:pt x="118" y="1164"/>
                </a:lnTo>
                <a:lnTo>
                  <a:pt x="118" y="1163"/>
                </a:lnTo>
                <a:lnTo>
                  <a:pt x="117" y="1162"/>
                </a:lnTo>
                <a:lnTo>
                  <a:pt x="117" y="1163"/>
                </a:lnTo>
                <a:lnTo>
                  <a:pt x="116" y="1163"/>
                </a:lnTo>
                <a:lnTo>
                  <a:pt x="115" y="1162"/>
                </a:lnTo>
                <a:lnTo>
                  <a:pt x="114" y="1162"/>
                </a:lnTo>
                <a:lnTo>
                  <a:pt x="113" y="1162"/>
                </a:lnTo>
                <a:lnTo>
                  <a:pt x="111" y="1162"/>
                </a:lnTo>
                <a:lnTo>
                  <a:pt x="110" y="1162"/>
                </a:lnTo>
                <a:lnTo>
                  <a:pt x="107" y="1162"/>
                </a:lnTo>
                <a:lnTo>
                  <a:pt x="105" y="1162"/>
                </a:lnTo>
                <a:lnTo>
                  <a:pt x="104" y="1162"/>
                </a:lnTo>
                <a:lnTo>
                  <a:pt x="102" y="1162"/>
                </a:lnTo>
                <a:lnTo>
                  <a:pt x="102" y="1161"/>
                </a:lnTo>
                <a:lnTo>
                  <a:pt x="101" y="1161"/>
                </a:lnTo>
                <a:lnTo>
                  <a:pt x="100" y="1161"/>
                </a:lnTo>
                <a:lnTo>
                  <a:pt x="100" y="1160"/>
                </a:lnTo>
                <a:lnTo>
                  <a:pt x="99" y="1160"/>
                </a:lnTo>
                <a:lnTo>
                  <a:pt x="99" y="1159"/>
                </a:lnTo>
                <a:lnTo>
                  <a:pt x="98" y="1158"/>
                </a:lnTo>
                <a:lnTo>
                  <a:pt x="97" y="1158"/>
                </a:lnTo>
                <a:lnTo>
                  <a:pt x="97" y="1157"/>
                </a:lnTo>
                <a:lnTo>
                  <a:pt x="97" y="1156"/>
                </a:lnTo>
                <a:lnTo>
                  <a:pt x="97" y="1155"/>
                </a:lnTo>
                <a:lnTo>
                  <a:pt x="96" y="1155"/>
                </a:lnTo>
                <a:lnTo>
                  <a:pt x="95" y="1155"/>
                </a:lnTo>
                <a:lnTo>
                  <a:pt x="95" y="1154"/>
                </a:lnTo>
                <a:lnTo>
                  <a:pt x="94" y="1154"/>
                </a:lnTo>
                <a:lnTo>
                  <a:pt x="94" y="1153"/>
                </a:lnTo>
                <a:lnTo>
                  <a:pt x="93" y="1153"/>
                </a:lnTo>
                <a:lnTo>
                  <a:pt x="93" y="1152"/>
                </a:lnTo>
                <a:lnTo>
                  <a:pt x="92" y="1150"/>
                </a:lnTo>
                <a:lnTo>
                  <a:pt x="92" y="1149"/>
                </a:lnTo>
                <a:lnTo>
                  <a:pt x="92" y="1148"/>
                </a:lnTo>
                <a:lnTo>
                  <a:pt x="92" y="1147"/>
                </a:lnTo>
                <a:lnTo>
                  <a:pt x="92" y="1146"/>
                </a:lnTo>
                <a:lnTo>
                  <a:pt x="91" y="1146"/>
                </a:lnTo>
                <a:lnTo>
                  <a:pt x="91" y="1145"/>
                </a:lnTo>
                <a:lnTo>
                  <a:pt x="91" y="1144"/>
                </a:lnTo>
                <a:lnTo>
                  <a:pt x="90" y="1144"/>
                </a:lnTo>
                <a:lnTo>
                  <a:pt x="90" y="1143"/>
                </a:lnTo>
                <a:lnTo>
                  <a:pt x="90" y="1142"/>
                </a:lnTo>
                <a:lnTo>
                  <a:pt x="89" y="1141"/>
                </a:lnTo>
                <a:lnTo>
                  <a:pt x="89" y="1140"/>
                </a:lnTo>
                <a:lnTo>
                  <a:pt x="89" y="1139"/>
                </a:lnTo>
                <a:lnTo>
                  <a:pt x="88" y="1138"/>
                </a:lnTo>
                <a:lnTo>
                  <a:pt x="88" y="1137"/>
                </a:lnTo>
                <a:lnTo>
                  <a:pt x="87" y="1136"/>
                </a:lnTo>
                <a:lnTo>
                  <a:pt x="87" y="1135"/>
                </a:lnTo>
                <a:lnTo>
                  <a:pt x="86" y="1134"/>
                </a:lnTo>
                <a:lnTo>
                  <a:pt x="86" y="1133"/>
                </a:lnTo>
                <a:lnTo>
                  <a:pt x="85" y="1132"/>
                </a:lnTo>
                <a:lnTo>
                  <a:pt x="85" y="1130"/>
                </a:lnTo>
                <a:lnTo>
                  <a:pt x="84" y="1129"/>
                </a:lnTo>
                <a:lnTo>
                  <a:pt x="84" y="1128"/>
                </a:lnTo>
                <a:lnTo>
                  <a:pt x="83" y="1127"/>
                </a:lnTo>
                <a:lnTo>
                  <a:pt x="83" y="1126"/>
                </a:lnTo>
                <a:lnTo>
                  <a:pt x="82" y="1125"/>
                </a:lnTo>
                <a:lnTo>
                  <a:pt x="82" y="1124"/>
                </a:lnTo>
                <a:lnTo>
                  <a:pt x="81" y="1124"/>
                </a:lnTo>
                <a:lnTo>
                  <a:pt x="81" y="1123"/>
                </a:lnTo>
                <a:lnTo>
                  <a:pt x="80" y="1123"/>
                </a:lnTo>
                <a:lnTo>
                  <a:pt x="80" y="1122"/>
                </a:lnTo>
                <a:lnTo>
                  <a:pt x="79" y="1122"/>
                </a:lnTo>
                <a:lnTo>
                  <a:pt x="79" y="1121"/>
                </a:lnTo>
                <a:lnTo>
                  <a:pt x="78" y="1121"/>
                </a:lnTo>
                <a:lnTo>
                  <a:pt x="77" y="1121"/>
                </a:lnTo>
                <a:lnTo>
                  <a:pt x="76" y="1121"/>
                </a:lnTo>
                <a:lnTo>
                  <a:pt x="75" y="1121"/>
                </a:lnTo>
                <a:lnTo>
                  <a:pt x="74" y="1121"/>
                </a:lnTo>
                <a:lnTo>
                  <a:pt x="74" y="1120"/>
                </a:lnTo>
                <a:lnTo>
                  <a:pt x="73" y="1120"/>
                </a:lnTo>
                <a:lnTo>
                  <a:pt x="73" y="1119"/>
                </a:lnTo>
                <a:lnTo>
                  <a:pt x="72" y="1119"/>
                </a:lnTo>
                <a:lnTo>
                  <a:pt x="71" y="1119"/>
                </a:lnTo>
                <a:lnTo>
                  <a:pt x="71" y="1118"/>
                </a:lnTo>
                <a:lnTo>
                  <a:pt x="70" y="1118"/>
                </a:lnTo>
                <a:lnTo>
                  <a:pt x="69" y="1118"/>
                </a:lnTo>
                <a:lnTo>
                  <a:pt x="69" y="1117"/>
                </a:lnTo>
                <a:lnTo>
                  <a:pt x="68" y="1117"/>
                </a:lnTo>
                <a:lnTo>
                  <a:pt x="67" y="1117"/>
                </a:lnTo>
                <a:lnTo>
                  <a:pt x="67" y="1116"/>
                </a:lnTo>
                <a:lnTo>
                  <a:pt x="66" y="1116"/>
                </a:lnTo>
                <a:lnTo>
                  <a:pt x="66" y="1115"/>
                </a:lnTo>
                <a:lnTo>
                  <a:pt x="65" y="1115"/>
                </a:lnTo>
                <a:lnTo>
                  <a:pt x="64" y="1115"/>
                </a:lnTo>
                <a:lnTo>
                  <a:pt x="63" y="1114"/>
                </a:lnTo>
                <a:lnTo>
                  <a:pt x="62" y="1114"/>
                </a:lnTo>
                <a:lnTo>
                  <a:pt x="61" y="1114"/>
                </a:lnTo>
                <a:lnTo>
                  <a:pt x="61" y="1113"/>
                </a:lnTo>
                <a:lnTo>
                  <a:pt x="60" y="1113"/>
                </a:lnTo>
                <a:lnTo>
                  <a:pt x="59" y="1113"/>
                </a:lnTo>
                <a:lnTo>
                  <a:pt x="59" y="1112"/>
                </a:lnTo>
                <a:lnTo>
                  <a:pt x="58" y="1112"/>
                </a:lnTo>
                <a:lnTo>
                  <a:pt x="58" y="1111"/>
                </a:lnTo>
                <a:lnTo>
                  <a:pt x="58" y="1110"/>
                </a:lnTo>
                <a:lnTo>
                  <a:pt x="57" y="1110"/>
                </a:lnTo>
                <a:lnTo>
                  <a:pt x="57" y="1109"/>
                </a:lnTo>
                <a:lnTo>
                  <a:pt x="58" y="1109"/>
                </a:lnTo>
                <a:lnTo>
                  <a:pt x="58" y="1108"/>
                </a:lnTo>
                <a:lnTo>
                  <a:pt x="58" y="1107"/>
                </a:lnTo>
                <a:lnTo>
                  <a:pt x="58" y="1105"/>
                </a:lnTo>
                <a:lnTo>
                  <a:pt x="58" y="1104"/>
                </a:lnTo>
                <a:lnTo>
                  <a:pt x="58" y="1101"/>
                </a:lnTo>
                <a:lnTo>
                  <a:pt x="58" y="1100"/>
                </a:lnTo>
                <a:lnTo>
                  <a:pt x="58" y="1099"/>
                </a:lnTo>
                <a:lnTo>
                  <a:pt x="58" y="1098"/>
                </a:lnTo>
                <a:lnTo>
                  <a:pt x="57" y="1098"/>
                </a:lnTo>
                <a:lnTo>
                  <a:pt x="57" y="1097"/>
                </a:lnTo>
                <a:lnTo>
                  <a:pt x="56" y="1097"/>
                </a:lnTo>
                <a:lnTo>
                  <a:pt x="55" y="1097"/>
                </a:lnTo>
                <a:lnTo>
                  <a:pt x="54" y="1097"/>
                </a:lnTo>
                <a:lnTo>
                  <a:pt x="54" y="1096"/>
                </a:lnTo>
                <a:lnTo>
                  <a:pt x="53" y="1096"/>
                </a:lnTo>
                <a:lnTo>
                  <a:pt x="53" y="1095"/>
                </a:lnTo>
                <a:lnTo>
                  <a:pt x="52" y="1095"/>
                </a:lnTo>
                <a:lnTo>
                  <a:pt x="52" y="1094"/>
                </a:lnTo>
                <a:lnTo>
                  <a:pt x="51" y="1094"/>
                </a:lnTo>
                <a:lnTo>
                  <a:pt x="50" y="1094"/>
                </a:lnTo>
                <a:lnTo>
                  <a:pt x="49" y="1093"/>
                </a:lnTo>
                <a:lnTo>
                  <a:pt x="48" y="1093"/>
                </a:lnTo>
                <a:lnTo>
                  <a:pt x="48" y="1092"/>
                </a:lnTo>
                <a:lnTo>
                  <a:pt x="47" y="1092"/>
                </a:lnTo>
                <a:lnTo>
                  <a:pt x="47" y="1091"/>
                </a:lnTo>
                <a:lnTo>
                  <a:pt x="47" y="1090"/>
                </a:lnTo>
                <a:lnTo>
                  <a:pt x="46" y="1090"/>
                </a:lnTo>
                <a:lnTo>
                  <a:pt x="46" y="1089"/>
                </a:lnTo>
                <a:lnTo>
                  <a:pt x="46" y="1088"/>
                </a:lnTo>
                <a:lnTo>
                  <a:pt x="46" y="1087"/>
                </a:lnTo>
                <a:lnTo>
                  <a:pt x="45" y="1087"/>
                </a:lnTo>
                <a:lnTo>
                  <a:pt x="45" y="1086"/>
                </a:lnTo>
                <a:lnTo>
                  <a:pt x="44" y="1085"/>
                </a:lnTo>
                <a:lnTo>
                  <a:pt x="45" y="1084"/>
                </a:lnTo>
                <a:lnTo>
                  <a:pt x="45" y="1083"/>
                </a:lnTo>
                <a:lnTo>
                  <a:pt x="45" y="1082"/>
                </a:lnTo>
                <a:lnTo>
                  <a:pt x="45" y="1081"/>
                </a:lnTo>
                <a:lnTo>
                  <a:pt x="45" y="1080"/>
                </a:lnTo>
                <a:lnTo>
                  <a:pt x="44" y="1080"/>
                </a:lnTo>
                <a:lnTo>
                  <a:pt x="44" y="1079"/>
                </a:lnTo>
                <a:lnTo>
                  <a:pt x="45" y="1078"/>
                </a:lnTo>
                <a:lnTo>
                  <a:pt x="45" y="1077"/>
                </a:lnTo>
                <a:lnTo>
                  <a:pt x="45" y="1076"/>
                </a:lnTo>
                <a:lnTo>
                  <a:pt x="46" y="1074"/>
                </a:lnTo>
                <a:lnTo>
                  <a:pt x="46" y="1073"/>
                </a:lnTo>
                <a:lnTo>
                  <a:pt x="47" y="1073"/>
                </a:lnTo>
                <a:lnTo>
                  <a:pt x="48" y="1073"/>
                </a:lnTo>
                <a:lnTo>
                  <a:pt x="48" y="1072"/>
                </a:lnTo>
                <a:lnTo>
                  <a:pt x="49" y="1071"/>
                </a:lnTo>
                <a:lnTo>
                  <a:pt x="49" y="1070"/>
                </a:lnTo>
                <a:lnTo>
                  <a:pt x="48" y="1070"/>
                </a:lnTo>
                <a:lnTo>
                  <a:pt x="48" y="1069"/>
                </a:lnTo>
                <a:lnTo>
                  <a:pt x="48" y="1068"/>
                </a:lnTo>
                <a:lnTo>
                  <a:pt x="48" y="1067"/>
                </a:lnTo>
                <a:lnTo>
                  <a:pt x="49" y="1066"/>
                </a:lnTo>
                <a:lnTo>
                  <a:pt x="50" y="1066"/>
                </a:lnTo>
                <a:lnTo>
                  <a:pt x="50" y="1065"/>
                </a:lnTo>
                <a:lnTo>
                  <a:pt x="51" y="1065"/>
                </a:lnTo>
                <a:lnTo>
                  <a:pt x="51" y="1064"/>
                </a:lnTo>
                <a:lnTo>
                  <a:pt x="50" y="1063"/>
                </a:lnTo>
                <a:lnTo>
                  <a:pt x="48" y="1061"/>
                </a:lnTo>
                <a:lnTo>
                  <a:pt x="48" y="1060"/>
                </a:lnTo>
                <a:lnTo>
                  <a:pt x="48" y="1059"/>
                </a:lnTo>
                <a:lnTo>
                  <a:pt x="47" y="1059"/>
                </a:lnTo>
                <a:lnTo>
                  <a:pt x="47" y="1058"/>
                </a:lnTo>
                <a:lnTo>
                  <a:pt x="48" y="1057"/>
                </a:lnTo>
                <a:lnTo>
                  <a:pt x="48" y="1056"/>
                </a:lnTo>
                <a:lnTo>
                  <a:pt x="47" y="1056"/>
                </a:lnTo>
                <a:lnTo>
                  <a:pt x="47" y="1055"/>
                </a:lnTo>
                <a:lnTo>
                  <a:pt x="46" y="1055"/>
                </a:lnTo>
                <a:lnTo>
                  <a:pt x="44" y="1054"/>
                </a:lnTo>
                <a:lnTo>
                  <a:pt x="43" y="1053"/>
                </a:lnTo>
                <a:lnTo>
                  <a:pt x="42" y="1052"/>
                </a:lnTo>
                <a:lnTo>
                  <a:pt x="41" y="1052"/>
                </a:lnTo>
                <a:lnTo>
                  <a:pt x="41" y="1051"/>
                </a:lnTo>
                <a:lnTo>
                  <a:pt x="40" y="1051"/>
                </a:lnTo>
                <a:lnTo>
                  <a:pt x="39" y="1051"/>
                </a:lnTo>
                <a:lnTo>
                  <a:pt x="38" y="1051"/>
                </a:lnTo>
                <a:lnTo>
                  <a:pt x="37" y="1051"/>
                </a:lnTo>
                <a:lnTo>
                  <a:pt x="36" y="1051"/>
                </a:lnTo>
                <a:lnTo>
                  <a:pt x="36" y="1050"/>
                </a:lnTo>
                <a:lnTo>
                  <a:pt x="36" y="1049"/>
                </a:lnTo>
                <a:lnTo>
                  <a:pt x="36" y="1048"/>
                </a:lnTo>
                <a:lnTo>
                  <a:pt x="35" y="1047"/>
                </a:lnTo>
                <a:lnTo>
                  <a:pt x="36" y="1047"/>
                </a:lnTo>
                <a:lnTo>
                  <a:pt x="37" y="1046"/>
                </a:lnTo>
                <a:lnTo>
                  <a:pt x="38" y="1046"/>
                </a:lnTo>
                <a:lnTo>
                  <a:pt x="39" y="1044"/>
                </a:lnTo>
                <a:lnTo>
                  <a:pt x="40" y="1043"/>
                </a:lnTo>
                <a:lnTo>
                  <a:pt x="42" y="1040"/>
                </a:lnTo>
                <a:lnTo>
                  <a:pt x="43" y="1040"/>
                </a:lnTo>
                <a:lnTo>
                  <a:pt x="43" y="1039"/>
                </a:lnTo>
                <a:lnTo>
                  <a:pt x="42" y="1038"/>
                </a:lnTo>
                <a:lnTo>
                  <a:pt x="41" y="1037"/>
                </a:lnTo>
                <a:lnTo>
                  <a:pt x="40" y="1037"/>
                </a:lnTo>
                <a:lnTo>
                  <a:pt x="39" y="1037"/>
                </a:lnTo>
                <a:lnTo>
                  <a:pt x="37" y="1037"/>
                </a:lnTo>
                <a:lnTo>
                  <a:pt x="37" y="1035"/>
                </a:lnTo>
                <a:lnTo>
                  <a:pt x="36" y="1034"/>
                </a:lnTo>
                <a:lnTo>
                  <a:pt x="35" y="1034"/>
                </a:lnTo>
                <a:lnTo>
                  <a:pt x="34" y="1033"/>
                </a:lnTo>
                <a:lnTo>
                  <a:pt x="33" y="1032"/>
                </a:lnTo>
                <a:lnTo>
                  <a:pt x="33" y="1031"/>
                </a:lnTo>
                <a:lnTo>
                  <a:pt x="33" y="1030"/>
                </a:lnTo>
                <a:lnTo>
                  <a:pt x="32" y="1030"/>
                </a:lnTo>
                <a:lnTo>
                  <a:pt x="32" y="1029"/>
                </a:lnTo>
                <a:lnTo>
                  <a:pt x="31" y="1029"/>
                </a:lnTo>
                <a:lnTo>
                  <a:pt x="31" y="1028"/>
                </a:lnTo>
                <a:lnTo>
                  <a:pt x="32" y="1027"/>
                </a:lnTo>
                <a:lnTo>
                  <a:pt x="31" y="1026"/>
                </a:lnTo>
                <a:lnTo>
                  <a:pt x="31" y="1025"/>
                </a:lnTo>
                <a:lnTo>
                  <a:pt x="30" y="1025"/>
                </a:lnTo>
                <a:lnTo>
                  <a:pt x="30" y="1024"/>
                </a:lnTo>
                <a:lnTo>
                  <a:pt x="28" y="1023"/>
                </a:lnTo>
                <a:lnTo>
                  <a:pt x="27" y="1023"/>
                </a:lnTo>
                <a:lnTo>
                  <a:pt x="26" y="1023"/>
                </a:lnTo>
                <a:lnTo>
                  <a:pt x="24" y="1024"/>
                </a:lnTo>
                <a:lnTo>
                  <a:pt x="24" y="1023"/>
                </a:lnTo>
                <a:lnTo>
                  <a:pt x="23" y="1023"/>
                </a:lnTo>
                <a:lnTo>
                  <a:pt x="22" y="1023"/>
                </a:lnTo>
                <a:lnTo>
                  <a:pt x="21" y="1023"/>
                </a:lnTo>
                <a:lnTo>
                  <a:pt x="21" y="1022"/>
                </a:lnTo>
                <a:lnTo>
                  <a:pt x="20" y="1021"/>
                </a:lnTo>
                <a:lnTo>
                  <a:pt x="20" y="1020"/>
                </a:lnTo>
                <a:lnTo>
                  <a:pt x="19" y="1020"/>
                </a:lnTo>
                <a:lnTo>
                  <a:pt x="19" y="1019"/>
                </a:lnTo>
                <a:lnTo>
                  <a:pt x="20" y="1019"/>
                </a:lnTo>
                <a:lnTo>
                  <a:pt x="19" y="1018"/>
                </a:lnTo>
                <a:lnTo>
                  <a:pt x="17" y="1016"/>
                </a:lnTo>
                <a:lnTo>
                  <a:pt x="17" y="1015"/>
                </a:lnTo>
                <a:lnTo>
                  <a:pt x="17" y="1014"/>
                </a:lnTo>
                <a:lnTo>
                  <a:pt x="17" y="1013"/>
                </a:lnTo>
                <a:lnTo>
                  <a:pt x="18" y="1013"/>
                </a:lnTo>
                <a:lnTo>
                  <a:pt x="18" y="1012"/>
                </a:lnTo>
                <a:lnTo>
                  <a:pt x="17" y="1012"/>
                </a:lnTo>
                <a:lnTo>
                  <a:pt x="16" y="1012"/>
                </a:lnTo>
                <a:lnTo>
                  <a:pt x="15" y="1012"/>
                </a:lnTo>
                <a:lnTo>
                  <a:pt x="14" y="1011"/>
                </a:lnTo>
                <a:lnTo>
                  <a:pt x="14" y="1010"/>
                </a:lnTo>
                <a:lnTo>
                  <a:pt x="13" y="1010"/>
                </a:lnTo>
                <a:lnTo>
                  <a:pt x="13" y="1008"/>
                </a:lnTo>
                <a:lnTo>
                  <a:pt x="12" y="1008"/>
                </a:lnTo>
                <a:lnTo>
                  <a:pt x="11" y="1007"/>
                </a:lnTo>
                <a:lnTo>
                  <a:pt x="11" y="1006"/>
                </a:lnTo>
                <a:lnTo>
                  <a:pt x="11" y="1005"/>
                </a:lnTo>
                <a:lnTo>
                  <a:pt x="11" y="1004"/>
                </a:lnTo>
                <a:lnTo>
                  <a:pt x="10" y="1002"/>
                </a:lnTo>
                <a:lnTo>
                  <a:pt x="8" y="1001"/>
                </a:lnTo>
                <a:lnTo>
                  <a:pt x="7" y="1001"/>
                </a:lnTo>
                <a:lnTo>
                  <a:pt x="6" y="1001"/>
                </a:lnTo>
                <a:lnTo>
                  <a:pt x="6" y="1000"/>
                </a:lnTo>
                <a:lnTo>
                  <a:pt x="7" y="999"/>
                </a:lnTo>
                <a:lnTo>
                  <a:pt x="7" y="998"/>
                </a:lnTo>
                <a:lnTo>
                  <a:pt x="7" y="997"/>
                </a:lnTo>
                <a:lnTo>
                  <a:pt x="6" y="996"/>
                </a:lnTo>
                <a:lnTo>
                  <a:pt x="6" y="995"/>
                </a:lnTo>
                <a:lnTo>
                  <a:pt x="7" y="995"/>
                </a:lnTo>
                <a:lnTo>
                  <a:pt x="7" y="994"/>
                </a:lnTo>
                <a:lnTo>
                  <a:pt x="7" y="993"/>
                </a:lnTo>
                <a:lnTo>
                  <a:pt x="6" y="992"/>
                </a:lnTo>
                <a:lnTo>
                  <a:pt x="6" y="991"/>
                </a:lnTo>
                <a:lnTo>
                  <a:pt x="5" y="990"/>
                </a:lnTo>
                <a:lnTo>
                  <a:pt x="5" y="989"/>
                </a:lnTo>
                <a:lnTo>
                  <a:pt x="5" y="988"/>
                </a:lnTo>
                <a:lnTo>
                  <a:pt x="4" y="988"/>
                </a:lnTo>
                <a:lnTo>
                  <a:pt x="4" y="987"/>
                </a:lnTo>
                <a:lnTo>
                  <a:pt x="3" y="987"/>
                </a:lnTo>
                <a:lnTo>
                  <a:pt x="3" y="986"/>
                </a:lnTo>
                <a:lnTo>
                  <a:pt x="3" y="985"/>
                </a:lnTo>
                <a:lnTo>
                  <a:pt x="3" y="984"/>
                </a:lnTo>
                <a:lnTo>
                  <a:pt x="3" y="983"/>
                </a:lnTo>
                <a:lnTo>
                  <a:pt x="2" y="983"/>
                </a:lnTo>
                <a:lnTo>
                  <a:pt x="1" y="983"/>
                </a:lnTo>
                <a:lnTo>
                  <a:pt x="1" y="982"/>
                </a:lnTo>
                <a:lnTo>
                  <a:pt x="0" y="982"/>
                </a:lnTo>
                <a:lnTo>
                  <a:pt x="0" y="981"/>
                </a:lnTo>
                <a:lnTo>
                  <a:pt x="1" y="981"/>
                </a:lnTo>
                <a:lnTo>
                  <a:pt x="1" y="980"/>
                </a:lnTo>
                <a:lnTo>
                  <a:pt x="2" y="980"/>
                </a:lnTo>
                <a:lnTo>
                  <a:pt x="3" y="980"/>
                </a:lnTo>
                <a:lnTo>
                  <a:pt x="4" y="980"/>
                </a:lnTo>
                <a:lnTo>
                  <a:pt x="4" y="979"/>
                </a:lnTo>
                <a:lnTo>
                  <a:pt x="4" y="978"/>
                </a:lnTo>
                <a:lnTo>
                  <a:pt x="4" y="977"/>
                </a:lnTo>
                <a:lnTo>
                  <a:pt x="4" y="975"/>
                </a:lnTo>
                <a:lnTo>
                  <a:pt x="5" y="974"/>
                </a:lnTo>
                <a:lnTo>
                  <a:pt x="5" y="973"/>
                </a:lnTo>
                <a:lnTo>
                  <a:pt x="5" y="972"/>
                </a:lnTo>
                <a:lnTo>
                  <a:pt x="6" y="972"/>
                </a:lnTo>
                <a:lnTo>
                  <a:pt x="6" y="971"/>
                </a:lnTo>
                <a:lnTo>
                  <a:pt x="6" y="972"/>
                </a:lnTo>
                <a:lnTo>
                  <a:pt x="7" y="972"/>
                </a:lnTo>
                <a:lnTo>
                  <a:pt x="7" y="971"/>
                </a:lnTo>
                <a:lnTo>
                  <a:pt x="8" y="971"/>
                </a:lnTo>
                <a:lnTo>
                  <a:pt x="9" y="971"/>
                </a:lnTo>
                <a:lnTo>
                  <a:pt x="10" y="971"/>
                </a:lnTo>
                <a:lnTo>
                  <a:pt x="10" y="970"/>
                </a:lnTo>
                <a:lnTo>
                  <a:pt x="11" y="970"/>
                </a:lnTo>
                <a:lnTo>
                  <a:pt x="11" y="968"/>
                </a:lnTo>
                <a:lnTo>
                  <a:pt x="12" y="967"/>
                </a:lnTo>
                <a:lnTo>
                  <a:pt x="13" y="966"/>
                </a:lnTo>
                <a:lnTo>
                  <a:pt x="14" y="966"/>
                </a:lnTo>
                <a:lnTo>
                  <a:pt x="15" y="966"/>
                </a:lnTo>
                <a:lnTo>
                  <a:pt x="16" y="966"/>
                </a:lnTo>
                <a:lnTo>
                  <a:pt x="17" y="967"/>
                </a:lnTo>
                <a:lnTo>
                  <a:pt x="18" y="967"/>
                </a:lnTo>
                <a:lnTo>
                  <a:pt x="19" y="967"/>
                </a:lnTo>
                <a:lnTo>
                  <a:pt x="20" y="967"/>
                </a:lnTo>
                <a:lnTo>
                  <a:pt x="21" y="967"/>
                </a:lnTo>
                <a:lnTo>
                  <a:pt x="21" y="968"/>
                </a:lnTo>
                <a:lnTo>
                  <a:pt x="22" y="969"/>
                </a:lnTo>
                <a:lnTo>
                  <a:pt x="23" y="969"/>
                </a:lnTo>
                <a:lnTo>
                  <a:pt x="23" y="967"/>
                </a:lnTo>
                <a:lnTo>
                  <a:pt x="23" y="966"/>
                </a:lnTo>
                <a:lnTo>
                  <a:pt x="23" y="965"/>
                </a:lnTo>
                <a:lnTo>
                  <a:pt x="24" y="964"/>
                </a:lnTo>
                <a:lnTo>
                  <a:pt x="24" y="963"/>
                </a:lnTo>
                <a:lnTo>
                  <a:pt x="26" y="963"/>
                </a:lnTo>
                <a:lnTo>
                  <a:pt x="28" y="964"/>
                </a:lnTo>
                <a:lnTo>
                  <a:pt x="29" y="964"/>
                </a:lnTo>
                <a:lnTo>
                  <a:pt x="30" y="964"/>
                </a:lnTo>
                <a:lnTo>
                  <a:pt x="30" y="963"/>
                </a:lnTo>
                <a:lnTo>
                  <a:pt x="31" y="962"/>
                </a:lnTo>
                <a:lnTo>
                  <a:pt x="32" y="962"/>
                </a:lnTo>
                <a:lnTo>
                  <a:pt x="34" y="961"/>
                </a:lnTo>
                <a:lnTo>
                  <a:pt x="35" y="960"/>
                </a:lnTo>
                <a:lnTo>
                  <a:pt x="35" y="959"/>
                </a:lnTo>
                <a:lnTo>
                  <a:pt x="34" y="958"/>
                </a:lnTo>
                <a:lnTo>
                  <a:pt x="33" y="957"/>
                </a:lnTo>
                <a:lnTo>
                  <a:pt x="33" y="956"/>
                </a:lnTo>
                <a:lnTo>
                  <a:pt x="34" y="956"/>
                </a:lnTo>
                <a:lnTo>
                  <a:pt x="35" y="955"/>
                </a:lnTo>
                <a:lnTo>
                  <a:pt x="36" y="954"/>
                </a:lnTo>
                <a:lnTo>
                  <a:pt x="37" y="954"/>
                </a:lnTo>
                <a:lnTo>
                  <a:pt x="37" y="952"/>
                </a:lnTo>
                <a:lnTo>
                  <a:pt x="37" y="951"/>
                </a:lnTo>
                <a:lnTo>
                  <a:pt x="37" y="950"/>
                </a:lnTo>
                <a:lnTo>
                  <a:pt x="37" y="949"/>
                </a:lnTo>
                <a:lnTo>
                  <a:pt x="38" y="949"/>
                </a:lnTo>
                <a:lnTo>
                  <a:pt x="38" y="948"/>
                </a:lnTo>
                <a:lnTo>
                  <a:pt x="39" y="947"/>
                </a:lnTo>
                <a:lnTo>
                  <a:pt x="39" y="946"/>
                </a:lnTo>
                <a:lnTo>
                  <a:pt x="40" y="944"/>
                </a:lnTo>
                <a:lnTo>
                  <a:pt x="40" y="943"/>
                </a:lnTo>
                <a:lnTo>
                  <a:pt x="41" y="943"/>
                </a:lnTo>
                <a:lnTo>
                  <a:pt x="41" y="942"/>
                </a:lnTo>
                <a:lnTo>
                  <a:pt x="41" y="941"/>
                </a:lnTo>
                <a:lnTo>
                  <a:pt x="40" y="940"/>
                </a:lnTo>
                <a:lnTo>
                  <a:pt x="40" y="939"/>
                </a:lnTo>
                <a:lnTo>
                  <a:pt x="40" y="938"/>
                </a:lnTo>
                <a:lnTo>
                  <a:pt x="39" y="938"/>
                </a:lnTo>
                <a:lnTo>
                  <a:pt x="40" y="938"/>
                </a:lnTo>
                <a:lnTo>
                  <a:pt x="40" y="937"/>
                </a:lnTo>
                <a:lnTo>
                  <a:pt x="40" y="936"/>
                </a:lnTo>
                <a:lnTo>
                  <a:pt x="40" y="935"/>
                </a:lnTo>
                <a:lnTo>
                  <a:pt x="42" y="934"/>
                </a:lnTo>
                <a:lnTo>
                  <a:pt x="43" y="933"/>
                </a:lnTo>
                <a:lnTo>
                  <a:pt x="44" y="933"/>
                </a:lnTo>
                <a:lnTo>
                  <a:pt x="46" y="931"/>
                </a:lnTo>
                <a:lnTo>
                  <a:pt x="47" y="931"/>
                </a:lnTo>
                <a:lnTo>
                  <a:pt x="47" y="930"/>
                </a:lnTo>
                <a:lnTo>
                  <a:pt x="48" y="930"/>
                </a:lnTo>
                <a:lnTo>
                  <a:pt x="48" y="929"/>
                </a:lnTo>
                <a:lnTo>
                  <a:pt x="49" y="928"/>
                </a:lnTo>
                <a:lnTo>
                  <a:pt x="49" y="926"/>
                </a:lnTo>
                <a:lnTo>
                  <a:pt x="48" y="926"/>
                </a:lnTo>
                <a:lnTo>
                  <a:pt x="47" y="926"/>
                </a:lnTo>
                <a:lnTo>
                  <a:pt x="47" y="925"/>
                </a:lnTo>
                <a:lnTo>
                  <a:pt x="48" y="925"/>
                </a:lnTo>
                <a:lnTo>
                  <a:pt x="48" y="923"/>
                </a:lnTo>
                <a:lnTo>
                  <a:pt x="45" y="923"/>
                </a:lnTo>
                <a:lnTo>
                  <a:pt x="44" y="923"/>
                </a:lnTo>
                <a:lnTo>
                  <a:pt x="43" y="922"/>
                </a:lnTo>
                <a:lnTo>
                  <a:pt x="42" y="921"/>
                </a:lnTo>
                <a:lnTo>
                  <a:pt x="41" y="920"/>
                </a:lnTo>
                <a:lnTo>
                  <a:pt x="42" y="919"/>
                </a:lnTo>
                <a:lnTo>
                  <a:pt x="42" y="917"/>
                </a:lnTo>
                <a:lnTo>
                  <a:pt x="42" y="916"/>
                </a:lnTo>
                <a:lnTo>
                  <a:pt x="41" y="916"/>
                </a:lnTo>
                <a:lnTo>
                  <a:pt x="39" y="915"/>
                </a:lnTo>
                <a:lnTo>
                  <a:pt x="39" y="914"/>
                </a:lnTo>
                <a:lnTo>
                  <a:pt x="39" y="913"/>
                </a:lnTo>
                <a:lnTo>
                  <a:pt x="40" y="912"/>
                </a:lnTo>
                <a:lnTo>
                  <a:pt x="41" y="911"/>
                </a:lnTo>
                <a:lnTo>
                  <a:pt x="41" y="910"/>
                </a:lnTo>
                <a:lnTo>
                  <a:pt x="42" y="910"/>
                </a:lnTo>
                <a:lnTo>
                  <a:pt x="43" y="909"/>
                </a:lnTo>
                <a:lnTo>
                  <a:pt x="43" y="908"/>
                </a:lnTo>
                <a:lnTo>
                  <a:pt x="43" y="906"/>
                </a:lnTo>
                <a:lnTo>
                  <a:pt x="44" y="905"/>
                </a:lnTo>
                <a:lnTo>
                  <a:pt x="44" y="904"/>
                </a:lnTo>
                <a:lnTo>
                  <a:pt x="44" y="903"/>
                </a:lnTo>
                <a:lnTo>
                  <a:pt x="44" y="902"/>
                </a:lnTo>
                <a:lnTo>
                  <a:pt x="44" y="901"/>
                </a:lnTo>
                <a:lnTo>
                  <a:pt x="43" y="901"/>
                </a:lnTo>
                <a:lnTo>
                  <a:pt x="44" y="901"/>
                </a:lnTo>
                <a:lnTo>
                  <a:pt x="44" y="900"/>
                </a:lnTo>
                <a:lnTo>
                  <a:pt x="44" y="899"/>
                </a:lnTo>
                <a:lnTo>
                  <a:pt x="43" y="899"/>
                </a:lnTo>
                <a:lnTo>
                  <a:pt x="43" y="898"/>
                </a:lnTo>
                <a:lnTo>
                  <a:pt x="43" y="897"/>
                </a:lnTo>
                <a:lnTo>
                  <a:pt x="44" y="897"/>
                </a:lnTo>
                <a:lnTo>
                  <a:pt x="45" y="897"/>
                </a:lnTo>
                <a:lnTo>
                  <a:pt x="45" y="895"/>
                </a:lnTo>
                <a:lnTo>
                  <a:pt x="44" y="895"/>
                </a:lnTo>
                <a:lnTo>
                  <a:pt x="44" y="894"/>
                </a:lnTo>
                <a:lnTo>
                  <a:pt x="44" y="892"/>
                </a:lnTo>
                <a:lnTo>
                  <a:pt x="45" y="891"/>
                </a:lnTo>
                <a:lnTo>
                  <a:pt x="45" y="890"/>
                </a:lnTo>
                <a:lnTo>
                  <a:pt x="46" y="890"/>
                </a:lnTo>
                <a:lnTo>
                  <a:pt x="46" y="889"/>
                </a:lnTo>
                <a:lnTo>
                  <a:pt x="46" y="888"/>
                </a:lnTo>
                <a:lnTo>
                  <a:pt x="45" y="888"/>
                </a:lnTo>
                <a:lnTo>
                  <a:pt x="45" y="887"/>
                </a:lnTo>
                <a:lnTo>
                  <a:pt x="46" y="886"/>
                </a:lnTo>
                <a:lnTo>
                  <a:pt x="45" y="885"/>
                </a:lnTo>
                <a:lnTo>
                  <a:pt x="45" y="884"/>
                </a:lnTo>
                <a:lnTo>
                  <a:pt x="46" y="883"/>
                </a:lnTo>
                <a:lnTo>
                  <a:pt x="46" y="882"/>
                </a:lnTo>
                <a:lnTo>
                  <a:pt x="45" y="882"/>
                </a:lnTo>
                <a:lnTo>
                  <a:pt x="44" y="881"/>
                </a:lnTo>
                <a:lnTo>
                  <a:pt x="43" y="880"/>
                </a:lnTo>
                <a:lnTo>
                  <a:pt x="43" y="879"/>
                </a:lnTo>
                <a:lnTo>
                  <a:pt x="43" y="878"/>
                </a:lnTo>
                <a:lnTo>
                  <a:pt x="42" y="878"/>
                </a:lnTo>
                <a:lnTo>
                  <a:pt x="41" y="877"/>
                </a:lnTo>
                <a:lnTo>
                  <a:pt x="41" y="876"/>
                </a:lnTo>
                <a:lnTo>
                  <a:pt x="41" y="875"/>
                </a:lnTo>
                <a:lnTo>
                  <a:pt x="42" y="875"/>
                </a:lnTo>
                <a:lnTo>
                  <a:pt x="41" y="874"/>
                </a:lnTo>
                <a:lnTo>
                  <a:pt x="41" y="873"/>
                </a:lnTo>
                <a:lnTo>
                  <a:pt x="41" y="872"/>
                </a:lnTo>
                <a:lnTo>
                  <a:pt x="42" y="872"/>
                </a:lnTo>
                <a:lnTo>
                  <a:pt x="43" y="872"/>
                </a:lnTo>
                <a:lnTo>
                  <a:pt x="43" y="871"/>
                </a:lnTo>
                <a:lnTo>
                  <a:pt x="44" y="871"/>
                </a:lnTo>
                <a:lnTo>
                  <a:pt x="44" y="870"/>
                </a:lnTo>
                <a:lnTo>
                  <a:pt x="44" y="869"/>
                </a:lnTo>
                <a:lnTo>
                  <a:pt x="45" y="869"/>
                </a:lnTo>
                <a:lnTo>
                  <a:pt x="45" y="867"/>
                </a:lnTo>
                <a:lnTo>
                  <a:pt x="46" y="866"/>
                </a:lnTo>
                <a:lnTo>
                  <a:pt x="45" y="866"/>
                </a:lnTo>
                <a:lnTo>
                  <a:pt x="44" y="865"/>
                </a:lnTo>
                <a:lnTo>
                  <a:pt x="44" y="863"/>
                </a:lnTo>
                <a:lnTo>
                  <a:pt x="43" y="863"/>
                </a:lnTo>
                <a:lnTo>
                  <a:pt x="42" y="863"/>
                </a:lnTo>
                <a:lnTo>
                  <a:pt x="42" y="864"/>
                </a:lnTo>
                <a:lnTo>
                  <a:pt x="41" y="863"/>
                </a:lnTo>
                <a:lnTo>
                  <a:pt x="40" y="863"/>
                </a:lnTo>
                <a:lnTo>
                  <a:pt x="39" y="863"/>
                </a:lnTo>
                <a:lnTo>
                  <a:pt x="39" y="862"/>
                </a:lnTo>
                <a:lnTo>
                  <a:pt x="38" y="862"/>
                </a:lnTo>
                <a:lnTo>
                  <a:pt x="37" y="862"/>
                </a:lnTo>
                <a:lnTo>
                  <a:pt x="37" y="860"/>
                </a:lnTo>
                <a:lnTo>
                  <a:pt x="37" y="859"/>
                </a:lnTo>
                <a:lnTo>
                  <a:pt x="37" y="858"/>
                </a:lnTo>
                <a:lnTo>
                  <a:pt x="36" y="858"/>
                </a:lnTo>
                <a:lnTo>
                  <a:pt x="35" y="858"/>
                </a:lnTo>
                <a:lnTo>
                  <a:pt x="35" y="857"/>
                </a:lnTo>
                <a:lnTo>
                  <a:pt x="36" y="857"/>
                </a:lnTo>
                <a:lnTo>
                  <a:pt x="36" y="856"/>
                </a:lnTo>
                <a:lnTo>
                  <a:pt x="37" y="856"/>
                </a:lnTo>
                <a:lnTo>
                  <a:pt x="37" y="854"/>
                </a:lnTo>
                <a:lnTo>
                  <a:pt x="38" y="852"/>
                </a:lnTo>
                <a:lnTo>
                  <a:pt x="37" y="851"/>
                </a:lnTo>
                <a:lnTo>
                  <a:pt x="37" y="850"/>
                </a:lnTo>
                <a:lnTo>
                  <a:pt x="36" y="850"/>
                </a:lnTo>
                <a:lnTo>
                  <a:pt x="36" y="849"/>
                </a:lnTo>
                <a:lnTo>
                  <a:pt x="36" y="848"/>
                </a:lnTo>
                <a:lnTo>
                  <a:pt x="37" y="848"/>
                </a:lnTo>
                <a:lnTo>
                  <a:pt x="37" y="847"/>
                </a:lnTo>
                <a:lnTo>
                  <a:pt x="38" y="847"/>
                </a:lnTo>
                <a:lnTo>
                  <a:pt x="37" y="846"/>
                </a:lnTo>
                <a:lnTo>
                  <a:pt x="37" y="845"/>
                </a:lnTo>
                <a:lnTo>
                  <a:pt x="38" y="845"/>
                </a:lnTo>
                <a:lnTo>
                  <a:pt x="38" y="844"/>
                </a:lnTo>
                <a:lnTo>
                  <a:pt x="38" y="843"/>
                </a:lnTo>
                <a:lnTo>
                  <a:pt x="40" y="843"/>
                </a:lnTo>
                <a:lnTo>
                  <a:pt x="41" y="843"/>
                </a:lnTo>
                <a:lnTo>
                  <a:pt x="41" y="842"/>
                </a:lnTo>
                <a:lnTo>
                  <a:pt x="42" y="842"/>
                </a:lnTo>
                <a:lnTo>
                  <a:pt x="44" y="843"/>
                </a:lnTo>
                <a:lnTo>
                  <a:pt x="44" y="842"/>
                </a:lnTo>
                <a:lnTo>
                  <a:pt x="44" y="841"/>
                </a:lnTo>
                <a:lnTo>
                  <a:pt x="45" y="841"/>
                </a:lnTo>
                <a:lnTo>
                  <a:pt x="47" y="842"/>
                </a:lnTo>
                <a:lnTo>
                  <a:pt x="49" y="842"/>
                </a:lnTo>
                <a:lnTo>
                  <a:pt x="49" y="843"/>
                </a:lnTo>
                <a:lnTo>
                  <a:pt x="50" y="843"/>
                </a:lnTo>
                <a:lnTo>
                  <a:pt x="51" y="841"/>
                </a:lnTo>
                <a:lnTo>
                  <a:pt x="52" y="838"/>
                </a:lnTo>
                <a:lnTo>
                  <a:pt x="51" y="838"/>
                </a:lnTo>
                <a:lnTo>
                  <a:pt x="52" y="838"/>
                </a:lnTo>
                <a:lnTo>
                  <a:pt x="52" y="837"/>
                </a:lnTo>
                <a:lnTo>
                  <a:pt x="54" y="837"/>
                </a:lnTo>
                <a:lnTo>
                  <a:pt x="54" y="836"/>
                </a:lnTo>
                <a:lnTo>
                  <a:pt x="55" y="836"/>
                </a:lnTo>
                <a:lnTo>
                  <a:pt x="55" y="835"/>
                </a:lnTo>
                <a:lnTo>
                  <a:pt x="56" y="834"/>
                </a:lnTo>
                <a:lnTo>
                  <a:pt x="56" y="832"/>
                </a:lnTo>
                <a:lnTo>
                  <a:pt x="58" y="831"/>
                </a:lnTo>
                <a:lnTo>
                  <a:pt x="59" y="831"/>
                </a:lnTo>
                <a:lnTo>
                  <a:pt x="60" y="831"/>
                </a:lnTo>
                <a:lnTo>
                  <a:pt x="61" y="831"/>
                </a:lnTo>
                <a:lnTo>
                  <a:pt x="62" y="831"/>
                </a:lnTo>
                <a:lnTo>
                  <a:pt x="63" y="831"/>
                </a:lnTo>
                <a:lnTo>
                  <a:pt x="63" y="830"/>
                </a:lnTo>
                <a:lnTo>
                  <a:pt x="63" y="829"/>
                </a:lnTo>
                <a:lnTo>
                  <a:pt x="62" y="828"/>
                </a:lnTo>
                <a:lnTo>
                  <a:pt x="61" y="828"/>
                </a:lnTo>
                <a:lnTo>
                  <a:pt x="61" y="827"/>
                </a:lnTo>
                <a:lnTo>
                  <a:pt x="61" y="826"/>
                </a:lnTo>
                <a:lnTo>
                  <a:pt x="61" y="824"/>
                </a:lnTo>
                <a:lnTo>
                  <a:pt x="61" y="823"/>
                </a:lnTo>
                <a:lnTo>
                  <a:pt x="61" y="822"/>
                </a:lnTo>
                <a:lnTo>
                  <a:pt x="60" y="822"/>
                </a:lnTo>
                <a:lnTo>
                  <a:pt x="61" y="821"/>
                </a:lnTo>
                <a:lnTo>
                  <a:pt x="61" y="820"/>
                </a:lnTo>
                <a:lnTo>
                  <a:pt x="60" y="819"/>
                </a:lnTo>
                <a:lnTo>
                  <a:pt x="58" y="817"/>
                </a:lnTo>
                <a:lnTo>
                  <a:pt x="57" y="817"/>
                </a:lnTo>
                <a:lnTo>
                  <a:pt x="56" y="817"/>
                </a:lnTo>
                <a:lnTo>
                  <a:pt x="56" y="816"/>
                </a:lnTo>
                <a:lnTo>
                  <a:pt x="57" y="815"/>
                </a:lnTo>
                <a:lnTo>
                  <a:pt x="58" y="815"/>
                </a:lnTo>
                <a:lnTo>
                  <a:pt x="58" y="814"/>
                </a:lnTo>
                <a:lnTo>
                  <a:pt x="57" y="813"/>
                </a:lnTo>
                <a:lnTo>
                  <a:pt x="57" y="812"/>
                </a:lnTo>
                <a:lnTo>
                  <a:pt x="57" y="811"/>
                </a:lnTo>
                <a:lnTo>
                  <a:pt x="58" y="811"/>
                </a:lnTo>
                <a:lnTo>
                  <a:pt x="58" y="810"/>
                </a:lnTo>
                <a:lnTo>
                  <a:pt x="57" y="810"/>
                </a:lnTo>
                <a:lnTo>
                  <a:pt x="57" y="809"/>
                </a:lnTo>
                <a:lnTo>
                  <a:pt x="57" y="808"/>
                </a:lnTo>
                <a:lnTo>
                  <a:pt x="56" y="808"/>
                </a:lnTo>
                <a:lnTo>
                  <a:pt x="56" y="807"/>
                </a:lnTo>
                <a:lnTo>
                  <a:pt x="54" y="806"/>
                </a:lnTo>
                <a:lnTo>
                  <a:pt x="53" y="806"/>
                </a:lnTo>
                <a:lnTo>
                  <a:pt x="52" y="806"/>
                </a:lnTo>
                <a:lnTo>
                  <a:pt x="51" y="806"/>
                </a:lnTo>
                <a:lnTo>
                  <a:pt x="51" y="807"/>
                </a:lnTo>
                <a:lnTo>
                  <a:pt x="50" y="807"/>
                </a:lnTo>
                <a:lnTo>
                  <a:pt x="50" y="806"/>
                </a:lnTo>
                <a:lnTo>
                  <a:pt x="49" y="806"/>
                </a:lnTo>
                <a:lnTo>
                  <a:pt x="49" y="807"/>
                </a:lnTo>
                <a:lnTo>
                  <a:pt x="48" y="807"/>
                </a:lnTo>
                <a:lnTo>
                  <a:pt x="48" y="808"/>
                </a:lnTo>
                <a:lnTo>
                  <a:pt x="46" y="809"/>
                </a:lnTo>
                <a:lnTo>
                  <a:pt x="46" y="808"/>
                </a:lnTo>
                <a:lnTo>
                  <a:pt x="46" y="807"/>
                </a:lnTo>
                <a:lnTo>
                  <a:pt x="45" y="807"/>
                </a:lnTo>
                <a:lnTo>
                  <a:pt x="44" y="808"/>
                </a:lnTo>
                <a:lnTo>
                  <a:pt x="44" y="807"/>
                </a:lnTo>
                <a:lnTo>
                  <a:pt x="43" y="806"/>
                </a:lnTo>
                <a:lnTo>
                  <a:pt x="42" y="805"/>
                </a:lnTo>
                <a:lnTo>
                  <a:pt x="41" y="805"/>
                </a:lnTo>
                <a:lnTo>
                  <a:pt x="41" y="804"/>
                </a:lnTo>
                <a:lnTo>
                  <a:pt x="40" y="804"/>
                </a:lnTo>
                <a:lnTo>
                  <a:pt x="40" y="805"/>
                </a:lnTo>
                <a:lnTo>
                  <a:pt x="39" y="805"/>
                </a:lnTo>
                <a:lnTo>
                  <a:pt x="39" y="806"/>
                </a:lnTo>
                <a:lnTo>
                  <a:pt x="38" y="807"/>
                </a:lnTo>
                <a:lnTo>
                  <a:pt x="37" y="808"/>
                </a:lnTo>
                <a:lnTo>
                  <a:pt x="37" y="807"/>
                </a:lnTo>
                <a:lnTo>
                  <a:pt x="36" y="807"/>
                </a:lnTo>
                <a:lnTo>
                  <a:pt x="36" y="808"/>
                </a:lnTo>
                <a:lnTo>
                  <a:pt x="34" y="808"/>
                </a:lnTo>
                <a:lnTo>
                  <a:pt x="33" y="809"/>
                </a:lnTo>
                <a:lnTo>
                  <a:pt x="33" y="810"/>
                </a:lnTo>
                <a:lnTo>
                  <a:pt x="32" y="809"/>
                </a:lnTo>
                <a:lnTo>
                  <a:pt x="31" y="810"/>
                </a:lnTo>
                <a:lnTo>
                  <a:pt x="30" y="810"/>
                </a:lnTo>
                <a:lnTo>
                  <a:pt x="29" y="809"/>
                </a:lnTo>
                <a:lnTo>
                  <a:pt x="29" y="810"/>
                </a:lnTo>
                <a:lnTo>
                  <a:pt x="27" y="810"/>
                </a:lnTo>
                <a:lnTo>
                  <a:pt x="25" y="810"/>
                </a:lnTo>
                <a:lnTo>
                  <a:pt x="25" y="809"/>
                </a:lnTo>
                <a:lnTo>
                  <a:pt x="26" y="809"/>
                </a:lnTo>
                <a:lnTo>
                  <a:pt x="26" y="808"/>
                </a:lnTo>
                <a:lnTo>
                  <a:pt x="23" y="807"/>
                </a:lnTo>
                <a:lnTo>
                  <a:pt x="21" y="806"/>
                </a:lnTo>
                <a:lnTo>
                  <a:pt x="20" y="806"/>
                </a:lnTo>
                <a:lnTo>
                  <a:pt x="20" y="807"/>
                </a:lnTo>
                <a:lnTo>
                  <a:pt x="19" y="806"/>
                </a:lnTo>
                <a:lnTo>
                  <a:pt x="19" y="805"/>
                </a:lnTo>
                <a:lnTo>
                  <a:pt x="20" y="803"/>
                </a:lnTo>
                <a:lnTo>
                  <a:pt x="19" y="803"/>
                </a:lnTo>
                <a:lnTo>
                  <a:pt x="19" y="802"/>
                </a:lnTo>
                <a:lnTo>
                  <a:pt x="18" y="802"/>
                </a:lnTo>
                <a:lnTo>
                  <a:pt x="18" y="801"/>
                </a:lnTo>
                <a:lnTo>
                  <a:pt x="17" y="801"/>
                </a:lnTo>
                <a:lnTo>
                  <a:pt x="17" y="800"/>
                </a:lnTo>
                <a:lnTo>
                  <a:pt x="17" y="798"/>
                </a:lnTo>
                <a:lnTo>
                  <a:pt x="17" y="797"/>
                </a:lnTo>
                <a:lnTo>
                  <a:pt x="17" y="796"/>
                </a:lnTo>
                <a:lnTo>
                  <a:pt x="18" y="795"/>
                </a:lnTo>
                <a:lnTo>
                  <a:pt x="19" y="795"/>
                </a:lnTo>
                <a:lnTo>
                  <a:pt x="19" y="793"/>
                </a:lnTo>
                <a:lnTo>
                  <a:pt x="19" y="792"/>
                </a:lnTo>
                <a:lnTo>
                  <a:pt x="19" y="791"/>
                </a:lnTo>
                <a:lnTo>
                  <a:pt x="20" y="789"/>
                </a:lnTo>
                <a:lnTo>
                  <a:pt x="21" y="787"/>
                </a:lnTo>
                <a:lnTo>
                  <a:pt x="21" y="785"/>
                </a:lnTo>
                <a:lnTo>
                  <a:pt x="22" y="784"/>
                </a:lnTo>
                <a:lnTo>
                  <a:pt x="21" y="784"/>
                </a:lnTo>
                <a:lnTo>
                  <a:pt x="20" y="783"/>
                </a:lnTo>
                <a:lnTo>
                  <a:pt x="20" y="782"/>
                </a:lnTo>
                <a:lnTo>
                  <a:pt x="20" y="781"/>
                </a:lnTo>
                <a:lnTo>
                  <a:pt x="21" y="781"/>
                </a:lnTo>
                <a:lnTo>
                  <a:pt x="22" y="781"/>
                </a:lnTo>
                <a:lnTo>
                  <a:pt x="23" y="781"/>
                </a:lnTo>
                <a:lnTo>
                  <a:pt x="23" y="780"/>
                </a:lnTo>
                <a:lnTo>
                  <a:pt x="24" y="779"/>
                </a:lnTo>
                <a:lnTo>
                  <a:pt x="24" y="778"/>
                </a:lnTo>
                <a:lnTo>
                  <a:pt x="25" y="776"/>
                </a:lnTo>
                <a:lnTo>
                  <a:pt x="25" y="775"/>
                </a:lnTo>
                <a:lnTo>
                  <a:pt x="24" y="774"/>
                </a:lnTo>
                <a:lnTo>
                  <a:pt x="23" y="774"/>
                </a:lnTo>
                <a:lnTo>
                  <a:pt x="24" y="773"/>
                </a:lnTo>
                <a:lnTo>
                  <a:pt x="25" y="773"/>
                </a:lnTo>
                <a:lnTo>
                  <a:pt x="26" y="773"/>
                </a:lnTo>
                <a:lnTo>
                  <a:pt x="26" y="772"/>
                </a:lnTo>
                <a:lnTo>
                  <a:pt x="26" y="771"/>
                </a:lnTo>
                <a:lnTo>
                  <a:pt x="27" y="769"/>
                </a:lnTo>
                <a:lnTo>
                  <a:pt x="27" y="767"/>
                </a:lnTo>
                <a:lnTo>
                  <a:pt x="27" y="766"/>
                </a:lnTo>
                <a:lnTo>
                  <a:pt x="26" y="766"/>
                </a:lnTo>
                <a:lnTo>
                  <a:pt x="26" y="765"/>
                </a:lnTo>
                <a:lnTo>
                  <a:pt x="26" y="764"/>
                </a:lnTo>
                <a:lnTo>
                  <a:pt x="27" y="764"/>
                </a:lnTo>
                <a:lnTo>
                  <a:pt x="27" y="763"/>
                </a:lnTo>
                <a:lnTo>
                  <a:pt x="27" y="762"/>
                </a:lnTo>
                <a:lnTo>
                  <a:pt x="26" y="762"/>
                </a:lnTo>
                <a:lnTo>
                  <a:pt x="26" y="761"/>
                </a:lnTo>
                <a:lnTo>
                  <a:pt x="26" y="760"/>
                </a:lnTo>
                <a:lnTo>
                  <a:pt x="24" y="759"/>
                </a:lnTo>
                <a:lnTo>
                  <a:pt x="23" y="759"/>
                </a:lnTo>
                <a:lnTo>
                  <a:pt x="22" y="759"/>
                </a:lnTo>
                <a:lnTo>
                  <a:pt x="19" y="758"/>
                </a:lnTo>
                <a:lnTo>
                  <a:pt x="19" y="757"/>
                </a:lnTo>
                <a:lnTo>
                  <a:pt x="18" y="757"/>
                </a:lnTo>
                <a:lnTo>
                  <a:pt x="18" y="756"/>
                </a:lnTo>
                <a:lnTo>
                  <a:pt x="17" y="756"/>
                </a:lnTo>
                <a:lnTo>
                  <a:pt x="16" y="755"/>
                </a:lnTo>
                <a:lnTo>
                  <a:pt x="15" y="754"/>
                </a:lnTo>
                <a:lnTo>
                  <a:pt x="16" y="754"/>
                </a:lnTo>
                <a:lnTo>
                  <a:pt x="16" y="753"/>
                </a:lnTo>
                <a:lnTo>
                  <a:pt x="16" y="752"/>
                </a:lnTo>
                <a:lnTo>
                  <a:pt x="15" y="751"/>
                </a:lnTo>
                <a:lnTo>
                  <a:pt x="15" y="750"/>
                </a:lnTo>
                <a:lnTo>
                  <a:pt x="15" y="749"/>
                </a:lnTo>
                <a:lnTo>
                  <a:pt x="14" y="748"/>
                </a:lnTo>
                <a:lnTo>
                  <a:pt x="14" y="747"/>
                </a:lnTo>
                <a:lnTo>
                  <a:pt x="14" y="746"/>
                </a:lnTo>
                <a:lnTo>
                  <a:pt x="13" y="746"/>
                </a:lnTo>
                <a:lnTo>
                  <a:pt x="13" y="744"/>
                </a:lnTo>
                <a:lnTo>
                  <a:pt x="12" y="744"/>
                </a:lnTo>
                <a:lnTo>
                  <a:pt x="12" y="743"/>
                </a:lnTo>
                <a:lnTo>
                  <a:pt x="12" y="741"/>
                </a:lnTo>
                <a:lnTo>
                  <a:pt x="12" y="739"/>
                </a:lnTo>
                <a:lnTo>
                  <a:pt x="11" y="739"/>
                </a:lnTo>
                <a:lnTo>
                  <a:pt x="11" y="738"/>
                </a:lnTo>
                <a:lnTo>
                  <a:pt x="11" y="737"/>
                </a:lnTo>
                <a:lnTo>
                  <a:pt x="10" y="737"/>
                </a:lnTo>
                <a:lnTo>
                  <a:pt x="9" y="736"/>
                </a:lnTo>
                <a:lnTo>
                  <a:pt x="8" y="736"/>
                </a:lnTo>
                <a:lnTo>
                  <a:pt x="8" y="735"/>
                </a:lnTo>
                <a:lnTo>
                  <a:pt x="10" y="733"/>
                </a:lnTo>
                <a:lnTo>
                  <a:pt x="10" y="732"/>
                </a:lnTo>
                <a:lnTo>
                  <a:pt x="11" y="732"/>
                </a:lnTo>
                <a:lnTo>
                  <a:pt x="12" y="732"/>
                </a:lnTo>
                <a:lnTo>
                  <a:pt x="13" y="731"/>
                </a:lnTo>
                <a:lnTo>
                  <a:pt x="14" y="730"/>
                </a:lnTo>
                <a:lnTo>
                  <a:pt x="15" y="730"/>
                </a:lnTo>
                <a:lnTo>
                  <a:pt x="15" y="729"/>
                </a:lnTo>
                <a:lnTo>
                  <a:pt x="16" y="729"/>
                </a:lnTo>
                <a:lnTo>
                  <a:pt x="17" y="729"/>
                </a:lnTo>
                <a:lnTo>
                  <a:pt x="18" y="729"/>
                </a:lnTo>
                <a:lnTo>
                  <a:pt x="19" y="728"/>
                </a:lnTo>
                <a:lnTo>
                  <a:pt x="20" y="728"/>
                </a:lnTo>
                <a:lnTo>
                  <a:pt x="21" y="728"/>
                </a:lnTo>
                <a:lnTo>
                  <a:pt x="21" y="727"/>
                </a:lnTo>
                <a:lnTo>
                  <a:pt x="22" y="727"/>
                </a:lnTo>
                <a:lnTo>
                  <a:pt x="23" y="727"/>
                </a:lnTo>
                <a:lnTo>
                  <a:pt x="23" y="726"/>
                </a:lnTo>
                <a:lnTo>
                  <a:pt x="23" y="725"/>
                </a:lnTo>
                <a:lnTo>
                  <a:pt x="23" y="724"/>
                </a:lnTo>
                <a:lnTo>
                  <a:pt x="22" y="724"/>
                </a:lnTo>
                <a:lnTo>
                  <a:pt x="21" y="724"/>
                </a:lnTo>
                <a:lnTo>
                  <a:pt x="20" y="724"/>
                </a:lnTo>
                <a:lnTo>
                  <a:pt x="20" y="725"/>
                </a:lnTo>
                <a:lnTo>
                  <a:pt x="20" y="724"/>
                </a:lnTo>
                <a:lnTo>
                  <a:pt x="19" y="724"/>
                </a:lnTo>
                <a:lnTo>
                  <a:pt x="18" y="724"/>
                </a:lnTo>
                <a:lnTo>
                  <a:pt x="18" y="723"/>
                </a:lnTo>
                <a:lnTo>
                  <a:pt x="18" y="722"/>
                </a:lnTo>
                <a:lnTo>
                  <a:pt x="18" y="721"/>
                </a:lnTo>
                <a:lnTo>
                  <a:pt x="18" y="720"/>
                </a:lnTo>
                <a:lnTo>
                  <a:pt x="19" y="720"/>
                </a:lnTo>
                <a:lnTo>
                  <a:pt x="19" y="719"/>
                </a:lnTo>
                <a:lnTo>
                  <a:pt x="19" y="718"/>
                </a:lnTo>
                <a:lnTo>
                  <a:pt x="20" y="717"/>
                </a:lnTo>
                <a:lnTo>
                  <a:pt x="21" y="716"/>
                </a:lnTo>
                <a:lnTo>
                  <a:pt x="22" y="716"/>
                </a:lnTo>
                <a:lnTo>
                  <a:pt x="22" y="715"/>
                </a:lnTo>
                <a:lnTo>
                  <a:pt x="22" y="713"/>
                </a:lnTo>
                <a:lnTo>
                  <a:pt x="22" y="712"/>
                </a:lnTo>
                <a:lnTo>
                  <a:pt x="22" y="711"/>
                </a:lnTo>
                <a:lnTo>
                  <a:pt x="21" y="711"/>
                </a:lnTo>
                <a:lnTo>
                  <a:pt x="20" y="710"/>
                </a:lnTo>
                <a:lnTo>
                  <a:pt x="20" y="708"/>
                </a:lnTo>
                <a:lnTo>
                  <a:pt x="21" y="708"/>
                </a:lnTo>
                <a:lnTo>
                  <a:pt x="22" y="706"/>
                </a:lnTo>
                <a:lnTo>
                  <a:pt x="23" y="706"/>
                </a:lnTo>
                <a:lnTo>
                  <a:pt x="24" y="707"/>
                </a:lnTo>
                <a:lnTo>
                  <a:pt x="25" y="707"/>
                </a:lnTo>
                <a:lnTo>
                  <a:pt x="26" y="707"/>
                </a:lnTo>
                <a:lnTo>
                  <a:pt x="26" y="708"/>
                </a:lnTo>
                <a:lnTo>
                  <a:pt x="27" y="708"/>
                </a:lnTo>
                <a:lnTo>
                  <a:pt x="27" y="707"/>
                </a:lnTo>
                <a:lnTo>
                  <a:pt x="28" y="707"/>
                </a:lnTo>
                <a:lnTo>
                  <a:pt x="30" y="706"/>
                </a:lnTo>
                <a:lnTo>
                  <a:pt x="31" y="706"/>
                </a:lnTo>
                <a:lnTo>
                  <a:pt x="32" y="706"/>
                </a:lnTo>
                <a:lnTo>
                  <a:pt x="33" y="706"/>
                </a:lnTo>
                <a:lnTo>
                  <a:pt x="34" y="706"/>
                </a:lnTo>
                <a:lnTo>
                  <a:pt x="35" y="706"/>
                </a:lnTo>
                <a:lnTo>
                  <a:pt x="36" y="706"/>
                </a:lnTo>
                <a:lnTo>
                  <a:pt x="38" y="705"/>
                </a:lnTo>
                <a:lnTo>
                  <a:pt x="38" y="704"/>
                </a:lnTo>
                <a:lnTo>
                  <a:pt x="38" y="703"/>
                </a:lnTo>
                <a:lnTo>
                  <a:pt x="39" y="703"/>
                </a:lnTo>
                <a:lnTo>
                  <a:pt x="40" y="702"/>
                </a:lnTo>
                <a:lnTo>
                  <a:pt x="42" y="701"/>
                </a:lnTo>
                <a:lnTo>
                  <a:pt x="43" y="700"/>
                </a:lnTo>
                <a:lnTo>
                  <a:pt x="44" y="700"/>
                </a:lnTo>
                <a:lnTo>
                  <a:pt x="46" y="700"/>
                </a:lnTo>
                <a:lnTo>
                  <a:pt x="48" y="699"/>
                </a:lnTo>
                <a:lnTo>
                  <a:pt x="49" y="699"/>
                </a:lnTo>
                <a:lnTo>
                  <a:pt x="50" y="700"/>
                </a:lnTo>
                <a:lnTo>
                  <a:pt x="51" y="701"/>
                </a:lnTo>
                <a:lnTo>
                  <a:pt x="52" y="701"/>
                </a:lnTo>
                <a:lnTo>
                  <a:pt x="52" y="702"/>
                </a:lnTo>
                <a:lnTo>
                  <a:pt x="53" y="702"/>
                </a:lnTo>
                <a:lnTo>
                  <a:pt x="53" y="701"/>
                </a:lnTo>
                <a:lnTo>
                  <a:pt x="54" y="700"/>
                </a:lnTo>
                <a:lnTo>
                  <a:pt x="55" y="700"/>
                </a:lnTo>
                <a:lnTo>
                  <a:pt x="55" y="699"/>
                </a:lnTo>
                <a:lnTo>
                  <a:pt x="55" y="698"/>
                </a:lnTo>
                <a:lnTo>
                  <a:pt x="56" y="698"/>
                </a:lnTo>
                <a:lnTo>
                  <a:pt x="57" y="698"/>
                </a:lnTo>
                <a:lnTo>
                  <a:pt x="58" y="697"/>
                </a:lnTo>
                <a:lnTo>
                  <a:pt x="58" y="696"/>
                </a:lnTo>
                <a:lnTo>
                  <a:pt x="59" y="696"/>
                </a:lnTo>
                <a:lnTo>
                  <a:pt x="60" y="695"/>
                </a:lnTo>
                <a:lnTo>
                  <a:pt x="61" y="694"/>
                </a:lnTo>
                <a:lnTo>
                  <a:pt x="61" y="693"/>
                </a:lnTo>
                <a:lnTo>
                  <a:pt x="61" y="692"/>
                </a:lnTo>
                <a:lnTo>
                  <a:pt x="62" y="692"/>
                </a:lnTo>
                <a:lnTo>
                  <a:pt x="63" y="692"/>
                </a:lnTo>
                <a:lnTo>
                  <a:pt x="63" y="691"/>
                </a:lnTo>
                <a:lnTo>
                  <a:pt x="64" y="691"/>
                </a:lnTo>
                <a:lnTo>
                  <a:pt x="64" y="690"/>
                </a:lnTo>
                <a:lnTo>
                  <a:pt x="66" y="690"/>
                </a:lnTo>
                <a:lnTo>
                  <a:pt x="67" y="690"/>
                </a:lnTo>
                <a:lnTo>
                  <a:pt x="68" y="690"/>
                </a:lnTo>
                <a:lnTo>
                  <a:pt x="67" y="690"/>
                </a:lnTo>
                <a:lnTo>
                  <a:pt x="67" y="689"/>
                </a:lnTo>
                <a:lnTo>
                  <a:pt x="66" y="688"/>
                </a:lnTo>
                <a:lnTo>
                  <a:pt x="66" y="687"/>
                </a:lnTo>
                <a:lnTo>
                  <a:pt x="65" y="686"/>
                </a:lnTo>
                <a:lnTo>
                  <a:pt x="65" y="685"/>
                </a:lnTo>
                <a:lnTo>
                  <a:pt x="64" y="685"/>
                </a:lnTo>
                <a:lnTo>
                  <a:pt x="63" y="685"/>
                </a:lnTo>
                <a:lnTo>
                  <a:pt x="62" y="685"/>
                </a:lnTo>
                <a:lnTo>
                  <a:pt x="62" y="684"/>
                </a:lnTo>
                <a:lnTo>
                  <a:pt x="61" y="685"/>
                </a:lnTo>
                <a:lnTo>
                  <a:pt x="61" y="684"/>
                </a:lnTo>
                <a:lnTo>
                  <a:pt x="60" y="684"/>
                </a:lnTo>
                <a:lnTo>
                  <a:pt x="59" y="684"/>
                </a:lnTo>
                <a:lnTo>
                  <a:pt x="59" y="683"/>
                </a:lnTo>
                <a:lnTo>
                  <a:pt x="59" y="682"/>
                </a:lnTo>
                <a:lnTo>
                  <a:pt x="60" y="682"/>
                </a:lnTo>
                <a:lnTo>
                  <a:pt x="60" y="681"/>
                </a:lnTo>
                <a:lnTo>
                  <a:pt x="59" y="681"/>
                </a:lnTo>
                <a:lnTo>
                  <a:pt x="59" y="679"/>
                </a:lnTo>
                <a:lnTo>
                  <a:pt x="59" y="678"/>
                </a:lnTo>
                <a:lnTo>
                  <a:pt x="60" y="678"/>
                </a:lnTo>
                <a:lnTo>
                  <a:pt x="59" y="677"/>
                </a:lnTo>
                <a:lnTo>
                  <a:pt x="58" y="677"/>
                </a:lnTo>
                <a:lnTo>
                  <a:pt x="59" y="676"/>
                </a:lnTo>
                <a:lnTo>
                  <a:pt x="59" y="675"/>
                </a:lnTo>
                <a:lnTo>
                  <a:pt x="60" y="675"/>
                </a:lnTo>
                <a:lnTo>
                  <a:pt x="60" y="674"/>
                </a:lnTo>
                <a:lnTo>
                  <a:pt x="61" y="672"/>
                </a:lnTo>
                <a:lnTo>
                  <a:pt x="61" y="671"/>
                </a:lnTo>
                <a:lnTo>
                  <a:pt x="61" y="670"/>
                </a:lnTo>
                <a:lnTo>
                  <a:pt x="61" y="669"/>
                </a:lnTo>
                <a:lnTo>
                  <a:pt x="62" y="669"/>
                </a:lnTo>
                <a:lnTo>
                  <a:pt x="62" y="668"/>
                </a:lnTo>
                <a:lnTo>
                  <a:pt x="64" y="668"/>
                </a:lnTo>
                <a:lnTo>
                  <a:pt x="65" y="669"/>
                </a:lnTo>
                <a:lnTo>
                  <a:pt x="66" y="670"/>
                </a:lnTo>
                <a:lnTo>
                  <a:pt x="67" y="670"/>
                </a:lnTo>
                <a:lnTo>
                  <a:pt x="68" y="670"/>
                </a:lnTo>
                <a:lnTo>
                  <a:pt x="69" y="670"/>
                </a:lnTo>
                <a:lnTo>
                  <a:pt x="70" y="669"/>
                </a:lnTo>
                <a:lnTo>
                  <a:pt x="71" y="668"/>
                </a:lnTo>
                <a:lnTo>
                  <a:pt x="71" y="666"/>
                </a:lnTo>
                <a:lnTo>
                  <a:pt x="71" y="665"/>
                </a:lnTo>
                <a:lnTo>
                  <a:pt x="70" y="665"/>
                </a:lnTo>
                <a:lnTo>
                  <a:pt x="70" y="664"/>
                </a:lnTo>
                <a:lnTo>
                  <a:pt x="70" y="663"/>
                </a:lnTo>
                <a:lnTo>
                  <a:pt x="69" y="663"/>
                </a:lnTo>
                <a:lnTo>
                  <a:pt x="68" y="662"/>
                </a:lnTo>
                <a:lnTo>
                  <a:pt x="68" y="661"/>
                </a:lnTo>
                <a:lnTo>
                  <a:pt x="68" y="660"/>
                </a:lnTo>
                <a:lnTo>
                  <a:pt x="68" y="658"/>
                </a:lnTo>
                <a:lnTo>
                  <a:pt x="68" y="657"/>
                </a:lnTo>
                <a:lnTo>
                  <a:pt x="67" y="657"/>
                </a:lnTo>
                <a:lnTo>
                  <a:pt x="67" y="656"/>
                </a:lnTo>
                <a:lnTo>
                  <a:pt x="66" y="655"/>
                </a:lnTo>
                <a:lnTo>
                  <a:pt x="67" y="654"/>
                </a:lnTo>
                <a:lnTo>
                  <a:pt x="68" y="654"/>
                </a:lnTo>
                <a:lnTo>
                  <a:pt x="69" y="654"/>
                </a:lnTo>
                <a:lnTo>
                  <a:pt x="70" y="654"/>
                </a:lnTo>
                <a:lnTo>
                  <a:pt x="70" y="653"/>
                </a:lnTo>
                <a:lnTo>
                  <a:pt x="71" y="652"/>
                </a:lnTo>
                <a:lnTo>
                  <a:pt x="71" y="651"/>
                </a:lnTo>
                <a:lnTo>
                  <a:pt x="71" y="650"/>
                </a:lnTo>
                <a:lnTo>
                  <a:pt x="71" y="649"/>
                </a:lnTo>
                <a:lnTo>
                  <a:pt x="71" y="648"/>
                </a:lnTo>
                <a:lnTo>
                  <a:pt x="71" y="647"/>
                </a:lnTo>
                <a:lnTo>
                  <a:pt x="72" y="647"/>
                </a:lnTo>
                <a:lnTo>
                  <a:pt x="71" y="646"/>
                </a:lnTo>
                <a:lnTo>
                  <a:pt x="71" y="645"/>
                </a:lnTo>
                <a:lnTo>
                  <a:pt x="72" y="645"/>
                </a:lnTo>
                <a:lnTo>
                  <a:pt x="72" y="644"/>
                </a:lnTo>
                <a:lnTo>
                  <a:pt x="73" y="643"/>
                </a:lnTo>
                <a:lnTo>
                  <a:pt x="72" y="643"/>
                </a:lnTo>
                <a:lnTo>
                  <a:pt x="71" y="643"/>
                </a:lnTo>
                <a:lnTo>
                  <a:pt x="71" y="642"/>
                </a:lnTo>
                <a:lnTo>
                  <a:pt x="71" y="641"/>
                </a:lnTo>
                <a:lnTo>
                  <a:pt x="72" y="641"/>
                </a:lnTo>
                <a:lnTo>
                  <a:pt x="72" y="640"/>
                </a:lnTo>
                <a:lnTo>
                  <a:pt x="73" y="640"/>
                </a:lnTo>
                <a:lnTo>
                  <a:pt x="73" y="639"/>
                </a:lnTo>
                <a:lnTo>
                  <a:pt x="74" y="638"/>
                </a:lnTo>
                <a:lnTo>
                  <a:pt x="74" y="637"/>
                </a:lnTo>
                <a:lnTo>
                  <a:pt x="73" y="637"/>
                </a:lnTo>
                <a:lnTo>
                  <a:pt x="73" y="636"/>
                </a:lnTo>
                <a:lnTo>
                  <a:pt x="73" y="633"/>
                </a:lnTo>
                <a:lnTo>
                  <a:pt x="74" y="633"/>
                </a:lnTo>
                <a:lnTo>
                  <a:pt x="75" y="633"/>
                </a:lnTo>
                <a:lnTo>
                  <a:pt x="76" y="633"/>
                </a:lnTo>
                <a:lnTo>
                  <a:pt x="76" y="632"/>
                </a:lnTo>
                <a:lnTo>
                  <a:pt x="76" y="633"/>
                </a:lnTo>
                <a:lnTo>
                  <a:pt x="77" y="633"/>
                </a:lnTo>
                <a:lnTo>
                  <a:pt x="78" y="633"/>
                </a:lnTo>
                <a:lnTo>
                  <a:pt x="79" y="633"/>
                </a:lnTo>
                <a:lnTo>
                  <a:pt x="79" y="631"/>
                </a:lnTo>
                <a:lnTo>
                  <a:pt x="80" y="631"/>
                </a:lnTo>
                <a:lnTo>
                  <a:pt x="79" y="630"/>
                </a:lnTo>
                <a:lnTo>
                  <a:pt x="79" y="629"/>
                </a:lnTo>
                <a:lnTo>
                  <a:pt x="78" y="628"/>
                </a:lnTo>
                <a:lnTo>
                  <a:pt x="78" y="626"/>
                </a:lnTo>
                <a:lnTo>
                  <a:pt x="78" y="625"/>
                </a:lnTo>
                <a:lnTo>
                  <a:pt x="79" y="625"/>
                </a:lnTo>
                <a:lnTo>
                  <a:pt x="80" y="624"/>
                </a:lnTo>
                <a:lnTo>
                  <a:pt x="81" y="622"/>
                </a:lnTo>
                <a:lnTo>
                  <a:pt x="81" y="621"/>
                </a:lnTo>
                <a:lnTo>
                  <a:pt x="81" y="619"/>
                </a:lnTo>
                <a:lnTo>
                  <a:pt x="84" y="618"/>
                </a:lnTo>
                <a:lnTo>
                  <a:pt x="84" y="617"/>
                </a:lnTo>
                <a:lnTo>
                  <a:pt x="85" y="616"/>
                </a:lnTo>
                <a:lnTo>
                  <a:pt x="84" y="614"/>
                </a:lnTo>
                <a:lnTo>
                  <a:pt x="83" y="614"/>
                </a:lnTo>
                <a:lnTo>
                  <a:pt x="82" y="613"/>
                </a:lnTo>
                <a:lnTo>
                  <a:pt x="81" y="613"/>
                </a:lnTo>
                <a:lnTo>
                  <a:pt x="80" y="613"/>
                </a:lnTo>
                <a:lnTo>
                  <a:pt x="79" y="613"/>
                </a:lnTo>
                <a:lnTo>
                  <a:pt x="78" y="613"/>
                </a:lnTo>
                <a:lnTo>
                  <a:pt x="77" y="613"/>
                </a:lnTo>
                <a:lnTo>
                  <a:pt x="76" y="613"/>
                </a:lnTo>
                <a:lnTo>
                  <a:pt x="76" y="612"/>
                </a:lnTo>
                <a:lnTo>
                  <a:pt x="75" y="612"/>
                </a:lnTo>
                <a:lnTo>
                  <a:pt x="74" y="612"/>
                </a:lnTo>
                <a:lnTo>
                  <a:pt x="73" y="613"/>
                </a:lnTo>
                <a:lnTo>
                  <a:pt x="70" y="614"/>
                </a:lnTo>
                <a:lnTo>
                  <a:pt x="69" y="614"/>
                </a:lnTo>
                <a:lnTo>
                  <a:pt x="69" y="613"/>
                </a:lnTo>
                <a:lnTo>
                  <a:pt x="68" y="613"/>
                </a:lnTo>
                <a:lnTo>
                  <a:pt x="67" y="613"/>
                </a:lnTo>
                <a:lnTo>
                  <a:pt x="66" y="613"/>
                </a:lnTo>
                <a:lnTo>
                  <a:pt x="66" y="612"/>
                </a:lnTo>
                <a:lnTo>
                  <a:pt x="65" y="612"/>
                </a:lnTo>
                <a:lnTo>
                  <a:pt x="63" y="612"/>
                </a:lnTo>
                <a:lnTo>
                  <a:pt x="62" y="612"/>
                </a:lnTo>
                <a:lnTo>
                  <a:pt x="62" y="613"/>
                </a:lnTo>
                <a:lnTo>
                  <a:pt x="61" y="612"/>
                </a:lnTo>
                <a:lnTo>
                  <a:pt x="60" y="612"/>
                </a:lnTo>
                <a:lnTo>
                  <a:pt x="60" y="611"/>
                </a:lnTo>
                <a:lnTo>
                  <a:pt x="59" y="611"/>
                </a:lnTo>
                <a:lnTo>
                  <a:pt x="58" y="611"/>
                </a:lnTo>
                <a:lnTo>
                  <a:pt x="58" y="610"/>
                </a:lnTo>
                <a:lnTo>
                  <a:pt x="57" y="610"/>
                </a:lnTo>
                <a:lnTo>
                  <a:pt x="57" y="609"/>
                </a:lnTo>
                <a:lnTo>
                  <a:pt x="56" y="609"/>
                </a:lnTo>
                <a:lnTo>
                  <a:pt x="55" y="609"/>
                </a:lnTo>
                <a:lnTo>
                  <a:pt x="54" y="609"/>
                </a:lnTo>
                <a:lnTo>
                  <a:pt x="53" y="609"/>
                </a:lnTo>
                <a:lnTo>
                  <a:pt x="53" y="610"/>
                </a:lnTo>
                <a:lnTo>
                  <a:pt x="52" y="610"/>
                </a:lnTo>
                <a:lnTo>
                  <a:pt x="52" y="609"/>
                </a:lnTo>
                <a:lnTo>
                  <a:pt x="51" y="609"/>
                </a:lnTo>
                <a:lnTo>
                  <a:pt x="50" y="609"/>
                </a:lnTo>
                <a:lnTo>
                  <a:pt x="50" y="608"/>
                </a:lnTo>
                <a:lnTo>
                  <a:pt x="49" y="608"/>
                </a:lnTo>
                <a:lnTo>
                  <a:pt x="48" y="608"/>
                </a:lnTo>
                <a:lnTo>
                  <a:pt x="46" y="607"/>
                </a:lnTo>
                <a:lnTo>
                  <a:pt x="45" y="607"/>
                </a:lnTo>
                <a:lnTo>
                  <a:pt x="45" y="608"/>
                </a:lnTo>
                <a:lnTo>
                  <a:pt x="44" y="607"/>
                </a:lnTo>
                <a:lnTo>
                  <a:pt x="44" y="606"/>
                </a:lnTo>
                <a:lnTo>
                  <a:pt x="43" y="605"/>
                </a:lnTo>
                <a:lnTo>
                  <a:pt x="42" y="605"/>
                </a:lnTo>
                <a:lnTo>
                  <a:pt x="42" y="604"/>
                </a:lnTo>
                <a:lnTo>
                  <a:pt x="43" y="604"/>
                </a:lnTo>
                <a:lnTo>
                  <a:pt x="44" y="604"/>
                </a:lnTo>
                <a:lnTo>
                  <a:pt x="45" y="605"/>
                </a:lnTo>
                <a:lnTo>
                  <a:pt x="46" y="605"/>
                </a:lnTo>
                <a:lnTo>
                  <a:pt x="46" y="604"/>
                </a:lnTo>
                <a:lnTo>
                  <a:pt x="46" y="603"/>
                </a:lnTo>
                <a:lnTo>
                  <a:pt x="45" y="603"/>
                </a:lnTo>
                <a:lnTo>
                  <a:pt x="44" y="603"/>
                </a:lnTo>
                <a:lnTo>
                  <a:pt x="44" y="602"/>
                </a:lnTo>
                <a:lnTo>
                  <a:pt x="43" y="602"/>
                </a:lnTo>
                <a:lnTo>
                  <a:pt x="42" y="601"/>
                </a:lnTo>
                <a:lnTo>
                  <a:pt x="41" y="600"/>
                </a:lnTo>
                <a:lnTo>
                  <a:pt x="40" y="600"/>
                </a:lnTo>
                <a:lnTo>
                  <a:pt x="39" y="599"/>
                </a:lnTo>
                <a:lnTo>
                  <a:pt x="38" y="598"/>
                </a:lnTo>
                <a:lnTo>
                  <a:pt x="37" y="598"/>
                </a:lnTo>
                <a:lnTo>
                  <a:pt x="37" y="597"/>
                </a:lnTo>
                <a:lnTo>
                  <a:pt x="36" y="597"/>
                </a:lnTo>
                <a:lnTo>
                  <a:pt x="35" y="597"/>
                </a:lnTo>
                <a:lnTo>
                  <a:pt x="33" y="597"/>
                </a:lnTo>
                <a:lnTo>
                  <a:pt x="32" y="597"/>
                </a:lnTo>
                <a:lnTo>
                  <a:pt x="32" y="596"/>
                </a:lnTo>
                <a:lnTo>
                  <a:pt x="31" y="596"/>
                </a:lnTo>
                <a:lnTo>
                  <a:pt x="31" y="595"/>
                </a:lnTo>
                <a:lnTo>
                  <a:pt x="29" y="594"/>
                </a:lnTo>
                <a:lnTo>
                  <a:pt x="29" y="593"/>
                </a:lnTo>
                <a:lnTo>
                  <a:pt x="28" y="593"/>
                </a:lnTo>
                <a:lnTo>
                  <a:pt x="27" y="593"/>
                </a:lnTo>
                <a:lnTo>
                  <a:pt x="26" y="592"/>
                </a:lnTo>
                <a:lnTo>
                  <a:pt x="26" y="590"/>
                </a:lnTo>
                <a:lnTo>
                  <a:pt x="26" y="589"/>
                </a:lnTo>
                <a:lnTo>
                  <a:pt x="27" y="588"/>
                </a:lnTo>
                <a:lnTo>
                  <a:pt x="28" y="588"/>
                </a:lnTo>
                <a:lnTo>
                  <a:pt x="28" y="587"/>
                </a:lnTo>
                <a:lnTo>
                  <a:pt x="29" y="587"/>
                </a:lnTo>
                <a:lnTo>
                  <a:pt x="29" y="586"/>
                </a:lnTo>
                <a:lnTo>
                  <a:pt x="29" y="584"/>
                </a:lnTo>
                <a:lnTo>
                  <a:pt x="29" y="583"/>
                </a:lnTo>
                <a:lnTo>
                  <a:pt x="28" y="583"/>
                </a:lnTo>
                <a:lnTo>
                  <a:pt x="28" y="582"/>
                </a:lnTo>
                <a:lnTo>
                  <a:pt x="29" y="581"/>
                </a:lnTo>
                <a:lnTo>
                  <a:pt x="29" y="580"/>
                </a:lnTo>
                <a:lnTo>
                  <a:pt x="29" y="579"/>
                </a:lnTo>
                <a:lnTo>
                  <a:pt x="29" y="578"/>
                </a:lnTo>
                <a:lnTo>
                  <a:pt x="30" y="578"/>
                </a:lnTo>
                <a:lnTo>
                  <a:pt x="30" y="577"/>
                </a:lnTo>
                <a:lnTo>
                  <a:pt x="31" y="577"/>
                </a:lnTo>
                <a:lnTo>
                  <a:pt x="30" y="577"/>
                </a:lnTo>
                <a:lnTo>
                  <a:pt x="30" y="576"/>
                </a:lnTo>
                <a:lnTo>
                  <a:pt x="29" y="576"/>
                </a:lnTo>
                <a:lnTo>
                  <a:pt x="29" y="575"/>
                </a:lnTo>
                <a:lnTo>
                  <a:pt x="29" y="574"/>
                </a:lnTo>
                <a:lnTo>
                  <a:pt x="28" y="574"/>
                </a:lnTo>
                <a:lnTo>
                  <a:pt x="28" y="573"/>
                </a:lnTo>
                <a:lnTo>
                  <a:pt x="27" y="573"/>
                </a:lnTo>
                <a:lnTo>
                  <a:pt x="27" y="572"/>
                </a:lnTo>
                <a:lnTo>
                  <a:pt x="26" y="572"/>
                </a:lnTo>
                <a:lnTo>
                  <a:pt x="26" y="571"/>
                </a:lnTo>
                <a:lnTo>
                  <a:pt x="27" y="570"/>
                </a:lnTo>
                <a:lnTo>
                  <a:pt x="27" y="569"/>
                </a:lnTo>
                <a:lnTo>
                  <a:pt x="28" y="569"/>
                </a:lnTo>
                <a:lnTo>
                  <a:pt x="28" y="568"/>
                </a:lnTo>
                <a:lnTo>
                  <a:pt x="29" y="567"/>
                </a:lnTo>
                <a:lnTo>
                  <a:pt x="29" y="566"/>
                </a:lnTo>
                <a:lnTo>
                  <a:pt x="30" y="566"/>
                </a:lnTo>
                <a:lnTo>
                  <a:pt x="31" y="566"/>
                </a:lnTo>
                <a:lnTo>
                  <a:pt x="31" y="567"/>
                </a:lnTo>
                <a:lnTo>
                  <a:pt x="32" y="567"/>
                </a:lnTo>
                <a:lnTo>
                  <a:pt x="32" y="568"/>
                </a:lnTo>
                <a:lnTo>
                  <a:pt x="32" y="569"/>
                </a:lnTo>
                <a:lnTo>
                  <a:pt x="33" y="569"/>
                </a:lnTo>
                <a:lnTo>
                  <a:pt x="33" y="570"/>
                </a:lnTo>
                <a:lnTo>
                  <a:pt x="34" y="570"/>
                </a:lnTo>
                <a:lnTo>
                  <a:pt x="36" y="570"/>
                </a:lnTo>
                <a:lnTo>
                  <a:pt x="37" y="570"/>
                </a:lnTo>
                <a:lnTo>
                  <a:pt x="37" y="571"/>
                </a:lnTo>
                <a:lnTo>
                  <a:pt x="37" y="572"/>
                </a:lnTo>
                <a:lnTo>
                  <a:pt x="38" y="572"/>
                </a:lnTo>
                <a:lnTo>
                  <a:pt x="39" y="572"/>
                </a:lnTo>
                <a:lnTo>
                  <a:pt x="40" y="572"/>
                </a:lnTo>
                <a:lnTo>
                  <a:pt x="41" y="572"/>
                </a:lnTo>
                <a:lnTo>
                  <a:pt x="42" y="572"/>
                </a:lnTo>
                <a:lnTo>
                  <a:pt x="42" y="571"/>
                </a:lnTo>
                <a:lnTo>
                  <a:pt x="43" y="571"/>
                </a:lnTo>
                <a:lnTo>
                  <a:pt x="43" y="572"/>
                </a:lnTo>
                <a:lnTo>
                  <a:pt x="44" y="572"/>
                </a:lnTo>
                <a:lnTo>
                  <a:pt x="45" y="572"/>
                </a:lnTo>
                <a:lnTo>
                  <a:pt x="46" y="572"/>
                </a:lnTo>
                <a:lnTo>
                  <a:pt x="47" y="572"/>
                </a:lnTo>
                <a:lnTo>
                  <a:pt x="48" y="572"/>
                </a:lnTo>
                <a:lnTo>
                  <a:pt x="49" y="572"/>
                </a:lnTo>
                <a:lnTo>
                  <a:pt x="50" y="572"/>
                </a:lnTo>
                <a:lnTo>
                  <a:pt x="50" y="573"/>
                </a:lnTo>
                <a:lnTo>
                  <a:pt x="51" y="573"/>
                </a:lnTo>
                <a:lnTo>
                  <a:pt x="51" y="572"/>
                </a:lnTo>
                <a:lnTo>
                  <a:pt x="52" y="572"/>
                </a:lnTo>
                <a:lnTo>
                  <a:pt x="53" y="572"/>
                </a:lnTo>
                <a:lnTo>
                  <a:pt x="53" y="571"/>
                </a:lnTo>
                <a:lnTo>
                  <a:pt x="55" y="572"/>
                </a:lnTo>
                <a:lnTo>
                  <a:pt x="56" y="572"/>
                </a:lnTo>
                <a:lnTo>
                  <a:pt x="58" y="572"/>
                </a:lnTo>
                <a:lnTo>
                  <a:pt x="59" y="572"/>
                </a:lnTo>
                <a:lnTo>
                  <a:pt x="60" y="572"/>
                </a:lnTo>
                <a:lnTo>
                  <a:pt x="61" y="572"/>
                </a:lnTo>
                <a:lnTo>
                  <a:pt x="61" y="571"/>
                </a:lnTo>
                <a:lnTo>
                  <a:pt x="62" y="571"/>
                </a:lnTo>
                <a:lnTo>
                  <a:pt x="62" y="570"/>
                </a:lnTo>
                <a:lnTo>
                  <a:pt x="62" y="571"/>
                </a:lnTo>
                <a:lnTo>
                  <a:pt x="64" y="571"/>
                </a:lnTo>
                <a:lnTo>
                  <a:pt x="65" y="571"/>
                </a:lnTo>
                <a:lnTo>
                  <a:pt x="65" y="570"/>
                </a:lnTo>
                <a:lnTo>
                  <a:pt x="66" y="570"/>
                </a:lnTo>
                <a:lnTo>
                  <a:pt x="66" y="569"/>
                </a:lnTo>
                <a:lnTo>
                  <a:pt x="66" y="568"/>
                </a:lnTo>
                <a:lnTo>
                  <a:pt x="66" y="567"/>
                </a:lnTo>
                <a:lnTo>
                  <a:pt x="67" y="567"/>
                </a:lnTo>
                <a:lnTo>
                  <a:pt x="68" y="567"/>
                </a:lnTo>
                <a:lnTo>
                  <a:pt x="69" y="567"/>
                </a:lnTo>
                <a:lnTo>
                  <a:pt x="70" y="566"/>
                </a:lnTo>
                <a:lnTo>
                  <a:pt x="71" y="566"/>
                </a:lnTo>
                <a:lnTo>
                  <a:pt x="72" y="566"/>
                </a:lnTo>
                <a:lnTo>
                  <a:pt x="72" y="565"/>
                </a:lnTo>
                <a:lnTo>
                  <a:pt x="73" y="565"/>
                </a:lnTo>
                <a:lnTo>
                  <a:pt x="74" y="564"/>
                </a:lnTo>
                <a:lnTo>
                  <a:pt x="74" y="563"/>
                </a:lnTo>
                <a:lnTo>
                  <a:pt x="75" y="563"/>
                </a:lnTo>
                <a:lnTo>
                  <a:pt x="75" y="564"/>
                </a:lnTo>
                <a:lnTo>
                  <a:pt x="76" y="564"/>
                </a:lnTo>
                <a:lnTo>
                  <a:pt x="77" y="564"/>
                </a:lnTo>
                <a:lnTo>
                  <a:pt x="78" y="564"/>
                </a:lnTo>
                <a:lnTo>
                  <a:pt x="79" y="564"/>
                </a:lnTo>
                <a:lnTo>
                  <a:pt x="80" y="565"/>
                </a:lnTo>
                <a:lnTo>
                  <a:pt x="81" y="565"/>
                </a:lnTo>
                <a:lnTo>
                  <a:pt x="81" y="566"/>
                </a:lnTo>
                <a:lnTo>
                  <a:pt x="82" y="566"/>
                </a:lnTo>
                <a:lnTo>
                  <a:pt x="82" y="567"/>
                </a:lnTo>
                <a:lnTo>
                  <a:pt x="83" y="567"/>
                </a:lnTo>
                <a:lnTo>
                  <a:pt x="84" y="567"/>
                </a:lnTo>
                <a:lnTo>
                  <a:pt x="85" y="567"/>
                </a:lnTo>
                <a:lnTo>
                  <a:pt x="85" y="568"/>
                </a:lnTo>
                <a:lnTo>
                  <a:pt x="85" y="569"/>
                </a:lnTo>
                <a:lnTo>
                  <a:pt x="86" y="569"/>
                </a:lnTo>
                <a:lnTo>
                  <a:pt x="87" y="569"/>
                </a:lnTo>
                <a:lnTo>
                  <a:pt x="87" y="568"/>
                </a:lnTo>
                <a:lnTo>
                  <a:pt x="88" y="568"/>
                </a:lnTo>
                <a:lnTo>
                  <a:pt x="88" y="569"/>
                </a:lnTo>
                <a:lnTo>
                  <a:pt x="89" y="569"/>
                </a:lnTo>
                <a:lnTo>
                  <a:pt x="89" y="570"/>
                </a:lnTo>
                <a:lnTo>
                  <a:pt x="90" y="570"/>
                </a:lnTo>
                <a:lnTo>
                  <a:pt x="91" y="570"/>
                </a:lnTo>
                <a:lnTo>
                  <a:pt x="92" y="570"/>
                </a:lnTo>
                <a:lnTo>
                  <a:pt x="93" y="570"/>
                </a:lnTo>
                <a:lnTo>
                  <a:pt x="94" y="570"/>
                </a:lnTo>
                <a:lnTo>
                  <a:pt x="94" y="569"/>
                </a:lnTo>
                <a:lnTo>
                  <a:pt x="95" y="569"/>
                </a:lnTo>
                <a:lnTo>
                  <a:pt x="96" y="569"/>
                </a:lnTo>
                <a:lnTo>
                  <a:pt x="96" y="570"/>
                </a:lnTo>
                <a:lnTo>
                  <a:pt x="97" y="570"/>
                </a:lnTo>
                <a:lnTo>
                  <a:pt x="98" y="570"/>
                </a:lnTo>
                <a:lnTo>
                  <a:pt x="99" y="570"/>
                </a:lnTo>
                <a:lnTo>
                  <a:pt x="100" y="570"/>
                </a:lnTo>
                <a:lnTo>
                  <a:pt x="100" y="571"/>
                </a:lnTo>
                <a:lnTo>
                  <a:pt x="100" y="570"/>
                </a:lnTo>
                <a:lnTo>
                  <a:pt x="101" y="570"/>
                </a:lnTo>
                <a:lnTo>
                  <a:pt x="102" y="570"/>
                </a:lnTo>
                <a:lnTo>
                  <a:pt x="103" y="570"/>
                </a:lnTo>
                <a:lnTo>
                  <a:pt x="105" y="571"/>
                </a:lnTo>
                <a:lnTo>
                  <a:pt x="106" y="571"/>
                </a:lnTo>
                <a:lnTo>
                  <a:pt x="108" y="571"/>
                </a:lnTo>
                <a:lnTo>
                  <a:pt x="109" y="571"/>
                </a:lnTo>
                <a:lnTo>
                  <a:pt x="109" y="572"/>
                </a:lnTo>
                <a:lnTo>
                  <a:pt x="110" y="572"/>
                </a:lnTo>
                <a:lnTo>
                  <a:pt x="110" y="571"/>
                </a:lnTo>
                <a:lnTo>
                  <a:pt x="111" y="572"/>
                </a:lnTo>
                <a:lnTo>
                  <a:pt x="112" y="572"/>
                </a:lnTo>
                <a:lnTo>
                  <a:pt x="113" y="573"/>
                </a:lnTo>
                <a:lnTo>
                  <a:pt x="113" y="574"/>
                </a:lnTo>
                <a:lnTo>
                  <a:pt x="114" y="574"/>
                </a:lnTo>
                <a:lnTo>
                  <a:pt x="115" y="575"/>
                </a:lnTo>
                <a:lnTo>
                  <a:pt x="115" y="574"/>
                </a:lnTo>
                <a:lnTo>
                  <a:pt x="116" y="574"/>
                </a:lnTo>
                <a:lnTo>
                  <a:pt x="116" y="573"/>
                </a:lnTo>
                <a:lnTo>
                  <a:pt x="116" y="572"/>
                </a:lnTo>
                <a:lnTo>
                  <a:pt x="115" y="572"/>
                </a:lnTo>
                <a:lnTo>
                  <a:pt x="115" y="571"/>
                </a:lnTo>
                <a:lnTo>
                  <a:pt x="116" y="571"/>
                </a:lnTo>
                <a:lnTo>
                  <a:pt x="116" y="570"/>
                </a:lnTo>
                <a:lnTo>
                  <a:pt x="116" y="569"/>
                </a:lnTo>
                <a:lnTo>
                  <a:pt x="116" y="568"/>
                </a:lnTo>
                <a:lnTo>
                  <a:pt x="117" y="568"/>
                </a:lnTo>
                <a:lnTo>
                  <a:pt x="117" y="565"/>
                </a:lnTo>
                <a:lnTo>
                  <a:pt x="116" y="565"/>
                </a:lnTo>
                <a:lnTo>
                  <a:pt x="116" y="564"/>
                </a:lnTo>
                <a:lnTo>
                  <a:pt x="116" y="563"/>
                </a:lnTo>
                <a:lnTo>
                  <a:pt x="116" y="562"/>
                </a:lnTo>
                <a:lnTo>
                  <a:pt x="116" y="561"/>
                </a:lnTo>
                <a:lnTo>
                  <a:pt x="116" y="560"/>
                </a:lnTo>
                <a:lnTo>
                  <a:pt x="117" y="560"/>
                </a:lnTo>
                <a:lnTo>
                  <a:pt x="117" y="559"/>
                </a:lnTo>
                <a:lnTo>
                  <a:pt x="118" y="559"/>
                </a:lnTo>
                <a:lnTo>
                  <a:pt x="119" y="559"/>
                </a:lnTo>
                <a:lnTo>
                  <a:pt x="120" y="559"/>
                </a:lnTo>
                <a:lnTo>
                  <a:pt x="120" y="558"/>
                </a:lnTo>
                <a:lnTo>
                  <a:pt x="121" y="558"/>
                </a:lnTo>
                <a:lnTo>
                  <a:pt x="122" y="558"/>
                </a:lnTo>
                <a:lnTo>
                  <a:pt x="123" y="558"/>
                </a:lnTo>
                <a:lnTo>
                  <a:pt x="124" y="557"/>
                </a:lnTo>
                <a:lnTo>
                  <a:pt x="125" y="557"/>
                </a:lnTo>
                <a:lnTo>
                  <a:pt x="126" y="556"/>
                </a:lnTo>
                <a:lnTo>
                  <a:pt x="127" y="555"/>
                </a:lnTo>
                <a:lnTo>
                  <a:pt x="127" y="554"/>
                </a:lnTo>
                <a:lnTo>
                  <a:pt x="128" y="554"/>
                </a:lnTo>
                <a:lnTo>
                  <a:pt x="128" y="553"/>
                </a:lnTo>
                <a:lnTo>
                  <a:pt x="129" y="553"/>
                </a:lnTo>
                <a:lnTo>
                  <a:pt x="129" y="552"/>
                </a:lnTo>
                <a:lnTo>
                  <a:pt x="129" y="551"/>
                </a:lnTo>
                <a:lnTo>
                  <a:pt x="129" y="550"/>
                </a:lnTo>
                <a:lnTo>
                  <a:pt x="129" y="549"/>
                </a:lnTo>
                <a:lnTo>
                  <a:pt x="130" y="549"/>
                </a:lnTo>
                <a:lnTo>
                  <a:pt x="131" y="548"/>
                </a:lnTo>
                <a:lnTo>
                  <a:pt x="131" y="547"/>
                </a:lnTo>
                <a:lnTo>
                  <a:pt x="131" y="546"/>
                </a:lnTo>
                <a:lnTo>
                  <a:pt x="132" y="544"/>
                </a:lnTo>
                <a:lnTo>
                  <a:pt x="133" y="543"/>
                </a:lnTo>
                <a:lnTo>
                  <a:pt x="133" y="541"/>
                </a:lnTo>
                <a:lnTo>
                  <a:pt x="133" y="540"/>
                </a:lnTo>
                <a:lnTo>
                  <a:pt x="134" y="539"/>
                </a:lnTo>
                <a:lnTo>
                  <a:pt x="134" y="537"/>
                </a:lnTo>
                <a:lnTo>
                  <a:pt x="134" y="536"/>
                </a:lnTo>
                <a:lnTo>
                  <a:pt x="133" y="536"/>
                </a:lnTo>
                <a:lnTo>
                  <a:pt x="132" y="536"/>
                </a:lnTo>
                <a:lnTo>
                  <a:pt x="132" y="535"/>
                </a:lnTo>
                <a:lnTo>
                  <a:pt x="131" y="535"/>
                </a:lnTo>
                <a:lnTo>
                  <a:pt x="131" y="534"/>
                </a:lnTo>
                <a:lnTo>
                  <a:pt x="131" y="533"/>
                </a:lnTo>
                <a:lnTo>
                  <a:pt x="131" y="532"/>
                </a:lnTo>
                <a:lnTo>
                  <a:pt x="131" y="533"/>
                </a:lnTo>
                <a:lnTo>
                  <a:pt x="132" y="533"/>
                </a:lnTo>
                <a:lnTo>
                  <a:pt x="132" y="534"/>
                </a:lnTo>
                <a:lnTo>
                  <a:pt x="133" y="534"/>
                </a:lnTo>
                <a:lnTo>
                  <a:pt x="135" y="534"/>
                </a:lnTo>
                <a:lnTo>
                  <a:pt x="137" y="534"/>
                </a:lnTo>
                <a:lnTo>
                  <a:pt x="138" y="535"/>
                </a:lnTo>
                <a:lnTo>
                  <a:pt x="138" y="536"/>
                </a:lnTo>
                <a:lnTo>
                  <a:pt x="138" y="537"/>
                </a:lnTo>
                <a:lnTo>
                  <a:pt x="138" y="538"/>
                </a:lnTo>
                <a:lnTo>
                  <a:pt x="139" y="538"/>
                </a:lnTo>
                <a:lnTo>
                  <a:pt x="140" y="539"/>
                </a:lnTo>
                <a:lnTo>
                  <a:pt x="141" y="539"/>
                </a:lnTo>
                <a:lnTo>
                  <a:pt x="143" y="539"/>
                </a:lnTo>
                <a:lnTo>
                  <a:pt x="143" y="540"/>
                </a:lnTo>
                <a:lnTo>
                  <a:pt x="143" y="541"/>
                </a:lnTo>
                <a:lnTo>
                  <a:pt x="144" y="541"/>
                </a:lnTo>
                <a:lnTo>
                  <a:pt x="145" y="541"/>
                </a:lnTo>
                <a:lnTo>
                  <a:pt x="146" y="541"/>
                </a:lnTo>
                <a:lnTo>
                  <a:pt x="147" y="541"/>
                </a:lnTo>
                <a:lnTo>
                  <a:pt x="147" y="542"/>
                </a:lnTo>
                <a:lnTo>
                  <a:pt x="148" y="542"/>
                </a:lnTo>
                <a:lnTo>
                  <a:pt x="149" y="542"/>
                </a:lnTo>
                <a:lnTo>
                  <a:pt x="150" y="543"/>
                </a:lnTo>
                <a:lnTo>
                  <a:pt x="151" y="543"/>
                </a:lnTo>
                <a:lnTo>
                  <a:pt x="152" y="543"/>
                </a:lnTo>
                <a:lnTo>
                  <a:pt x="152" y="544"/>
                </a:lnTo>
                <a:lnTo>
                  <a:pt x="151" y="545"/>
                </a:lnTo>
                <a:lnTo>
                  <a:pt x="150" y="547"/>
                </a:lnTo>
                <a:lnTo>
                  <a:pt x="149" y="548"/>
                </a:lnTo>
                <a:lnTo>
                  <a:pt x="149" y="549"/>
                </a:lnTo>
                <a:lnTo>
                  <a:pt x="149" y="550"/>
                </a:lnTo>
                <a:lnTo>
                  <a:pt x="150" y="551"/>
                </a:lnTo>
                <a:lnTo>
                  <a:pt x="151" y="551"/>
                </a:lnTo>
                <a:lnTo>
                  <a:pt x="151" y="552"/>
                </a:lnTo>
                <a:lnTo>
                  <a:pt x="152" y="552"/>
                </a:lnTo>
                <a:lnTo>
                  <a:pt x="152" y="553"/>
                </a:lnTo>
                <a:lnTo>
                  <a:pt x="153" y="554"/>
                </a:lnTo>
                <a:lnTo>
                  <a:pt x="154" y="554"/>
                </a:lnTo>
                <a:lnTo>
                  <a:pt x="155" y="554"/>
                </a:lnTo>
                <a:lnTo>
                  <a:pt x="155" y="555"/>
                </a:lnTo>
                <a:lnTo>
                  <a:pt x="156" y="555"/>
                </a:lnTo>
                <a:lnTo>
                  <a:pt x="158" y="556"/>
                </a:lnTo>
                <a:lnTo>
                  <a:pt x="159" y="556"/>
                </a:lnTo>
                <a:lnTo>
                  <a:pt x="160" y="556"/>
                </a:lnTo>
                <a:lnTo>
                  <a:pt x="160" y="557"/>
                </a:lnTo>
                <a:lnTo>
                  <a:pt x="161" y="558"/>
                </a:lnTo>
                <a:lnTo>
                  <a:pt x="162" y="559"/>
                </a:lnTo>
                <a:lnTo>
                  <a:pt x="164" y="561"/>
                </a:lnTo>
                <a:lnTo>
                  <a:pt x="164" y="562"/>
                </a:lnTo>
                <a:lnTo>
                  <a:pt x="165" y="562"/>
                </a:lnTo>
                <a:lnTo>
                  <a:pt x="165" y="563"/>
                </a:lnTo>
                <a:lnTo>
                  <a:pt x="166" y="563"/>
                </a:lnTo>
                <a:lnTo>
                  <a:pt x="167" y="564"/>
                </a:lnTo>
                <a:lnTo>
                  <a:pt x="169" y="564"/>
                </a:lnTo>
                <a:lnTo>
                  <a:pt x="169" y="563"/>
                </a:lnTo>
                <a:lnTo>
                  <a:pt x="170" y="563"/>
                </a:lnTo>
                <a:lnTo>
                  <a:pt x="171" y="564"/>
                </a:lnTo>
                <a:lnTo>
                  <a:pt x="173" y="564"/>
                </a:lnTo>
                <a:lnTo>
                  <a:pt x="174" y="564"/>
                </a:lnTo>
                <a:lnTo>
                  <a:pt x="175" y="564"/>
                </a:lnTo>
                <a:lnTo>
                  <a:pt x="177" y="564"/>
                </a:lnTo>
                <a:lnTo>
                  <a:pt x="178" y="565"/>
                </a:lnTo>
                <a:lnTo>
                  <a:pt x="179" y="565"/>
                </a:lnTo>
                <a:lnTo>
                  <a:pt x="180" y="566"/>
                </a:lnTo>
                <a:lnTo>
                  <a:pt x="181" y="568"/>
                </a:lnTo>
                <a:lnTo>
                  <a:pt x="183" y="569"/>
                </a:lnTo>
                <a:lnTo>
                  <a:pt x="184" y="569"/>
                </a:lnTo>
                <a:lnTo>
                  <a:pt x="185" y="569"/>
                </a:lnTo>
                <a:lnTo>
                  <a:pt x="186" y="568"/>
                </a:lnTo>
                <a:lnTo>
                  <a:pt x="187" y="569"/>
                </a:lnTo>
                <a:lnTo>
                  <a:pt x="188" y="570"/>
                </a:lnTo>
                <a:lnTo>
                  <a:pt x="190" y="570"/>
                </a:lnTo>
                <a:lnTo>
                  <a:pt x="191" y="571"/>
                </a:lnTo>
                <a:lnTo>
                  <a:pt x="192" y="571"/>
                </a:lnTo>
                <a:lnTo>
                  <a:pt x="194" y="572"/>
                </a:lnTo>
                <a:lnTo>
                  <a:pt x="195" y="573"/>
                </a:lnTo>
                <a:lnTo>
                  <a:pt x="197" y="573"/>
                </a:lnTo>
                <a:lnTo>
                  <a:pt x="198" y="573"/>
                </a:lnTo>
                <a:lnTo>
                  <a:pt x="200" y="574"/>
                </a:lnTo>
                <a:lnTo>
                  <a:pt x="202" y="574"/>
                </a:lnTo>
                <a:lnTo>
                  <a:pt x="203" y="574"/>
                </a:lnTo>
                <a:lnTo>
                  <a:pt x="204" y="574"/>
                </a:lnTo>
                <a:lnTo>
                  <a:pt x="204" y="573"/>
                </a:lnTo>
                <a:lnTo>
                  <a:pt x="207" y="572"/>
                </a:lnTo>
                <a:lnTo>
                  <a:pt x="210" y="572"/>
                </a:lnTo>
                <a:lnTo>
                  <a:pt x="211" y="572"/>
                </a:lnTo>
                <a:lnTo>
                  <a:pt x="213" y="573"/>
                </a:lnTo>
                <a:lnTo>
                  <a:pt x="215" y="573"/>
                </a:lnTo>
                <a:lnTo>
                  <a:pt x="216" y="574"/>
                </a:lnTo>
                <a:lnTo>
                  <a:pt x="217" y="575"/>
                </a:lnTo>
                <a:lnTo>
                  <a:pt x="217" y="576"/>
                </a:lnTo>
                <a:lnTo>
                  <a:pt x="218" y="577"/>
                </a:lnTo>
                <a:lnTo>
                  <a:pt x="219" y="577"/>
                </a:lnTo>
                <a:lnTo>
                  <a:pt x="220" y="577"/>
                </a:lnTo>
                <a:lnTo>
                  <a:pt x="220" y="576"/>
                </a:lnTo>
                <a:lnTo>
                  <a:pt x="221" y="577"/>
                </a:lnTo>
                <a:lnTo>
                  <a:pt x="222" y="578"/>
                </a:lnTo>
                <a:lnTo>
                  <a:pt x="223" y="578"/>
                </a:lnTo>
                <a:lnTo>
                  <a:pt x="225" y="578"/>
                </a:lnTo>
                <a:lnTo>
                  <a:pt x="226" y="578"/>
                </a:lnTo>
                <a:lnTo>
                  <a:pt x="227" y="578"/>
                </a:lnTo>
                <a:lnTo>
                  <a:pt x="228" y="578"/>
                </a:lnTo>
                <a:lnTo>
                  <a:pt x="229" y="578"/>
                </a:lnTo>
                <a:lnTo>
                  <a:pt x="230" y="578"/>
                </a:lnTo>
                <a:lnTo>
                  <a:pt x="231" y="578"/>
                </a:lnTo>
                <a:lnTo>
                  <a:pt x="232" y="578"/>
                </a:lnTo>
                <a:lnTo>
                  <a:pt x="234" y="579"/>
                </a:lnTo>
                <a:lnTo>
                  <a:pt x="236" y="580"/>
                </a:lnTo>
                <a:lnTo>
                  <a:pt x="236" y="581"/>
                </a:lnTo>
                <a:lnTo>
                  <a:pt x="237" y="581"/>
                </a:lnTo>
                <a:lnTo>
                  <a:pt x="238" y="581"/>
                </a:lnTo>
                <a:lnTo>
                  <a:pt x="238" y="582"/>
                </a:lnTo>
                <a:lnTo>
                  <a:pt x="239" y="582"/>
                </a:lnTo>
                <a:lnTo>
                  <a:pt x="240" y="583"/>
                </a:lnTo>
                <a:lnTo>
                  <a:pt x="241" y="584"/>
                </a:lnTo>
                <a:lnTo>
                  <a:pt x="242" y="585"/>
                </a:lnTo>
                <a:lnTo>
                  <a:pt x="242" y="586"/>
                </a:lnTo>
                <a:lnTo>
                  <a:pt x="243" y="586"/>
                </a:lnTo>
                <a:lnTo>
                  <a:pt x="244" y="587"/>
                </a:lnTo>
                <a:lnTo>
                  <a:pt x="245" y="588"/>
                </a:lnTo>
                <a:lnTo>
                  <a:pt x="246" y="588"/>
                </a:lnTo>
                <a:lnTo>
                  <a:pt x="247" y="589"/>
                </a:lnTo>
                <a:lnTo>
                  <a:pt x="248" y="590"/>
                </a:lnTo>
                <a:lnTo>
                  <a:pt x="249" y="590"/>
                </a:lnTo>
                <a:lnTo>
                  <a:pt x="249" y="591"/>
                </a:lnTo>
                <a:lnTo>
                  <a:pt x="250" y="592"/>
                </a:lnTo>
                <a:lnTo>
                  <a:pt x="250" y="595"/>
                </a:lnTo>
                <a:lnTo>
                  <a:pt x="251" y="597"/>
                </a:lnTo>
                <a:lnTo>
                  <a:pt x="251" y="598"/>
                </a:lnTo>
                <a:lnTo>
                  <a:pt x="253" y="600"/>
                </a:lnTo>
                <a:lnTo>
                  <a:pt x="254" y="600"/>
                </a:lnTo>
                <a:lnTo>
                  <a:pt x="255" y="601"/>
                </a:lnTo>
                <a:lnTo>
                  <a:pt x="254" y="602"/>
                </a:lnTo>
                <a:lnTo>
                  <a:pt x="255" y="603"/>
                </a:lnTo>
                <a:lnTo>
                  <a:pt x="256" y="603"/>
                </a:lnTo>
                <a:lnTo>
                  <a:pt x="256" y="604"/>
                </a:lnTo>
                <a:lnTo>
                  <a:pt x="257" y="605"/>
                </a:lnTo>
                <a:lnTo>
                  <a:pt x="258" y="606"/>
                </a:lnTo>
                <a:lnTo>
                  <a:pt x="259" y="606"/>
                </a:lnTo>
                <a:lnTo>
                  <a:pt x="260" y="606"/>
                </a:lnTo>
                <a:lnTo>
                  <a:pt x="261" y="606"/>
                </a:lnTo>
                <a:lnTo>
                  <a:pt x="262" y="606"/>
                </a:lnTo>
                <a:lnTo>
                  <a:pt x="262" y="605"/>
                </a:lnTo>
                <a:lnTo>
                  <a:pt x="263" y="605"/>
                </a:lnTo>
                <a:lnTo>
                  <a:pt x="264" y="605"/>
                </a:lnTo>
                <a:lnTo>
                  <a:pt x="265" y="606"/>
                </a:lnTo>
                <a:lnTo>
                  <a:pt x="266" y="606"/>
                </a:lnTo>
                <a:lnTo>
                  <a:pt x="266" y="605"/>
                </a:lnTo>
                <a:lnTo>
                  <a:pt x="268" y="605"/>
                </a:lnTo>
                <a:lnTo>
                  <a:pt x="270" y="605"/>
                </a:lnTo>
                <a:lnTo>
                  <a:pt x="270" y="606"/>
                </a:lnTo>
                <a:lnTo>
                  <a:pt x="271" y="606"/>
                </a:lnTo>
                <a:lnTo>
                  <a:pt x="272" y="606"/>
                </a:lnTo>
                <a:lnTo>
                  <a:pt x="272" y="605"/>
                </a:lnTo>
                <a:lnTo>
                  <a:pt x="273" y="604"/>
                </a:lnTo>
                <a:lnTo>
                  <a:pt x="274" y="603"/>
                </a:lnTo>
                <a:lnTo>
                  <a:pt x="275" y="603"/>
                </a:lnTo>
                <a:lnTo>
                  <a:pt x="275" y="602"/>
                </a:lnTo>
                <a:lnTo>
                  <a:pt x="276" y="601"/>
                </a:lnTo>
                <a:lnTo>
                  <a:pt x="276" y="600"/>
                </a:lnTo>
                <a:lnTo>
                  <a:pt x="277" y="600"/>
                </a:lnTo>
                <a:lnTo>
                  <a:pt x="277" y="599"/>
                </a:lnTo>
                <a:lnTo>
                  <a:pt x="278" y="597"/>
                </a:lnTo>
                <a:lnTo>
                  <a:pt x="279" y="595"/>
                </a:lnTo>
                <a:lnTo>
                  <a:pt x="279" y="594"/>
                </a:lnTo>
                <a:lnTo>
                  <a:pt x="280" y="593"/>
                </a:lnTo>
                <a:lnTo>
                  <a:pt x="281" y="593"/>
                </a:lnTo>
                <a:lnTo>
                  <a:pt x="281" y="592"/>
                </a:lnTo>
                <a:lnTo>
                  <a:pt x="282" y="592"/>
                </a:lnTo>
                <a:lnTo>
                  <a:pt x="282" y="591"/>
                </a:lnTo>
                <a:lnTo>
                  <a:pt x="283" y="591"/>
                </a:lnTo>
                <a:lnTo>
                  <a:pt x="283" y="592"/>
                </a:lnTo>
                <a:lnTo>
                  <a:pt x="284" y="592"/>
                </a:lnTo>
                <a:lnTo>
                  <a:pt x="284" y="591"/>
                </a:lnTo>
                <a:lnTo>
                  <a:pt x="285" y="591"/>
                </a:lnTo>
                <a:lnTo>
                  <a:pt x="286" y="592"/>
                </a:lnTo>
                <a:lnTo>
                  <a:pt x="286" y="593"/>
                </a:lnTo>
                <a:lnTo>
                  <a:pt x="287" y="593"/>
                </a:lnTo>
                <a:lnTo>
                  <a:pt x="288" y="593"/>
                </a:lnTo>
                <a:lnTo>
                  <a:pt x="289" y="593"/>
                </a:lnTo>
                <a:lnTo>
                  <a:pt x="291" y="593"/>
                </a:lnTo>
                <a:lnTo>
                  <a:pt x="291" y="594"/>
                </a:lnTo>
                <a:lnTo>
                  <a:pt x="292" y="595"/>
                </a:lnTo>
                <a:lnTo>
                  <a:pt x="295" y="595"/>
                </a:lnTo>
                <a:lnTo>
                  <a:pt x="298" y="597"/>
                </a:lnTo>
                <a:lnTo>
                  <a:pt x="299" y="597"/>
                </a:lnTo>
                <a:lnTo>
                  <a:pt x="300" y="597"/>
                </a:lnTo>
                <a:lnTo>
                  <a:pt x="303" y="597"/>
                </a:lnTo>
                <a:lnTo>
                  <a:pt x="304" y="596"/>
                </a:lnTo>
                <a:lnTo>
                  <a:pt x="305" y="595"/>
                </a:lnTo>
                <a:lnTo>
                  <a:pt x="306" y="594"/>
                </a:lnTo>
                <a:lnTo>
                  <a:pt x="306" y="593"/>
                </a:lnTo>
                <a:lnTo>
                  <a:pt x="305" y="591"/>
                </a:lnTo>
                <a:lnTo>
                  <a:pt x="305" y="589"/>
                </a:lnTo>
                <a:lnTo>
                  <a:pt x="306" y="588"/>
                </a:lnTo>
                <a:lnTo>
                  <a:pt x="306" y="587"/>
                </a:lnTo>
                <a:lnTo>
                  <a:pt x="305" y="587"/>
                </a:lnTo>
                <a:lnTo>
                  <a:pt x="305" y="586"/>
                </a:lnTo>
                <a:lnTo>
                  <a:pt x="305" y="584"/>
                </a:lnTo>
                <a:lnTo>
                  <a:pt x="304" y="584"/>
                </a:lnTo>
                <a:lnTo>
                  <a:pt x="304" y="583"/>
                </a:lnTo>
                <a:lnTo>
                  <a:pt x="303" y="582"/>
                </a:lnTo>
                <a:lnTo>
                  <a:pt x="303" y="581"/>
                </a:lnTo>
                <a:lnTo>
                  <a:pt x="304" y="581"/>
                </a:lnTo>
                <a:lnTo>
                  <a:pt x="304" y="580"/>
                </a:lnTo>
                <a:lnTo>
                  <a:pt x="304" y="579"/>
                </a:lnTo>
                <a:lnTo>
                  <a:pt x="303" y="578"/>
                </a:lnTo>
                <a:lnTo>
                  <a:pt x="303" y="577"/>
                </a:lnTo>
                <a:lnTo>
                  <a:pt x="303" y="576"/>
                </a:lnTo>
                <a:lnTo>
                  <a:pt x="304" y="575"/>
                </a:lnTo>
                <a:lnTo>
                  <a:pt x="304" y="574"/>
                </a:lnTo>
                <a:lnTo>
                  <a:pt x="304" y="573"/>
                </a:lnTo>
                <a:lnTo>
                  <a:pt x="304" y="572"/>
                </a:lnTo>
                <a:lnTo>
                  <a:pt x="305" y="572"/>
                </a:lnTo>
                <a:lnTo>
                  <a:pt x="305" y="571"/>
                </a:lnTo>
                <a:lnTo>
                  <a:pt x="304" y="570"/>
                </a:lnTo>
                <a:lnTo>
                  <a:pt x="303" y="570"/>
                </a:lnTo>
                <a:lnTo>
                  <a:pt x="303" y="569"/>
                </a:lnTo>
                <a:lnTo>
                  <a:pt x="302" y="569"/>
                </a:lnTo>
                <a:lnTo>
                  <a:pt x="300" y="568"/>
                </a:lnTo>
                <a:lnTo>
                  <a:pt x="300" y="567"/>
                </a:lnTo>
                <a:lnTo>
                  <a:pt x="299" y="567"/>
                </a:lnTo>
                <a:lnTo>
                  <a:pt x="298" y="566"/>
                </a:lnTo>
                <a:lnTo>
                  <a:pt x="298" y="565"/>
                </a:lnTo>
                <a:lnTo>
                  <a:pt x="297" y="565"/>
                </a:lnTo>
                <a:lnTo>
                  <a:pt x="297" y="564"/>
                </a:lnTo>
                <a:lnTo>
                  <a:pt x="298" y="563"/>
                </a:lnTo>
                <a:lnTo>
                  <a:pt x="298" y="562"/>
                </a:lnTo>
                <a:lnTo>
                  <a:pt x="299" y="561"/>
                </a:lnTo>
                <a:lnTo>
                  <a:pt x="299" y="559"/>
                </a:lnTo>
                <a:lnTo>
                  <a:pt x="300" y="559"/>
                </a:lnTo>
                <a:lnTo>
                  <a:pt x="302" y="557"/>
                </a:lnTo>
                <a:lnTo>
                  <a:pt x="303" y="556"/>
                </a:lnTo>
                <a:lnTo>
                  <a:pt x="304" y="556"/>
                </a:lnTo>
                <a:lnTo>
                  <a:pt x="304" y="555"/>
                </a:lnTo>
                <a:lnTo>
                  <a:pt x="303" y="554"/>
                </a:lnTo>
                <a:lnTo>
                  <a:pt x="303" y="553"/>
                </a:lnTo>
                <a:lnTo>
                  <a:pt x="302" y="553"/>
                </a:lnTo>
                <a:lnTo>
                  <a:pt x="301" y="553"/>
                </a:lnTo>
                <a:lnTo>
                  <a:pt x="301" y="554"/>
                </a:lnTo>
                <a:lnTo>
                  <a:pt x="300" y="553"/>
                </a:lnTo>
                <a:lnTo>
                  <a:pt x="299" y="553"/>
                </a:lnTo>
                <a:lnTo>
                  <a:pt x="299" y="552"/>
                </a:lnTo>
                <a:lnTo>
                  <a:pt x="300" y="551"/>
                </a:lnTo>
                <a:lnTo>
                  <a:pt x="299" y="551"/>
                </a:lnTo>
                <a:lnTo>
                  <a:pt x="299" y="550"/>
                </a:lnTo>
                <a:lnTo>
                  <a:pt x="298" y="550"/>
                </a:lnTo>
                <a:lnTo>
                  <a:pt x="298" y="549"/>
                </a:lnTo>
                <a:lnTo>
                  <a:pt x="297" y="548"/>
                </a:lnTo>
                <a:lnTo>
                  <a:pt x="296" y="548"/>
                </a:lnTo>
                <a:lnTo>
                  <a:pt x="296" y="547"/>
                </a:lnTo>
                <a:lnTo>
                  <a:pt x="297" y="546"/>
                </a:lnTo>
                <a:lnTo>
                  <a:pt x="297" y="545"/>
                </a:lnTo>
                <a:lnTo>
                  <a:pt x="298" y="545"/>
                </a:lnTo>
                <a:lnTo>
                  <a:pt x="298" y="544"/>
                </a:lnTo>
                <a:lnTo>
                  <a:pt x="299" y="544"/>
                </a:lnTo>
                <a:lnTo>
                  <a:pt x="298" y="543"/>
                </a:lnTo>
                <a:lnTo>
                  <a:pt x="298" y="542"/>
                </a:lnTo>
                <a:lnTo>
                  <a:pt x="298" y="541"/>
                </a:lnTo>
                <a:lnTo>
                  <a:pt x="298" y="540"/>
                </a:lnTo>
                <a:lnTo>
                  <a:pt x="298" y="539"/>
                </a:lnTo>
                <a:lnTo>
                  <a:pt x="299" y="539"/>
                </a:lnTo>
                <a:lnTo>
                  <a:pt x="299" y="538"/>
                </a:lnTo>
                <a:lnTo>
                  <a:pt x="300" y="537"/>
                </a:lnTo>
                <a:lnTo>
                  <a:pt x="300" y="536"/>
                </a:lnTo>
                <a:lnTo>
                  <a:pt x="300" y="535"/>
                </a:lnTo>
                <a:lnTo>
                  <a:pt x="301" y="535"/>
                </a:lnTo>
                <a:lnTo>
                  <a:pt x="301" y="536"/>
                </a:lnTo>
                <a:lnTo>
                  <a:pt x="301" y="535"/>
                </a:lnTo>
                <a:lnTo>
                  <a:pt x="300" y="534"/>
                </a:lnTo>
                <a:lnTo>
                  <a:pt x="300" y="533"/>
                </a:lnTo>
                <a:lnTo>
                  <a:pt x="299" y="533"/>
                </a:lnTo>
                <a:lnTo>
                  <a:pt x="300" y="533"/>
                </a:lnTo>
                <a:lnTo>
                  <a:pt x="300" y="532"/>
                </a:lnTo>
                <a:lnTo>
                  <a:pt x="301" y="532"/>
                </a:lnTo>
                <a:lnTo>
                  <a:pt x="301" y="531"/>
                </a:lnTo>
                <a:lnTo>
                  <a:pt x="301" y="530"/>
                </a:lnTo>
                <a:lnTo>
                  <a:pt x="301" y="529"/>
                </a:lnTo>
                <a:lnTo>
                  <a:pt x="302" y="529"/>
                </a:lnTo>
                <a:lnTo>
                  <a:pt x="303" y="528"/>
                </a:lnTo>
                <a:lnTo>
                  <a:pt x="303" y="527"/>
                </a:lnTo>
                <a:lnTo>
                  <a:pt x="304" y="526"/>
                </a:lnTo>
                <a:lnTo>
                  <a:pt x="304" y="525"/>
                </a:lnTo>
                <a:lnTo>
                  <a:pt x="303" y="525"/>
                </a:lnTo>
                <a:lnTo>
                  <a:pt x="302" y="525"/>
                </a:lnTo>
                <a:lnTo>
                  <a:pt x="301" y="525"/>
                </a:lnTo>
                <a:lnTo>
                  <a:pt x="300" y="524"/>
                </a:lnTo>
                <a:lnTo>
                  <a:pt x="300" y="523"/>
                </a:lnTo>
                <a:lnTo>
                  <a:pt x="300" y="522"/>
                </a:lnTo>
                <a:lnTo>
                  <a:pt x="301" y="520"/>
                </a:lnTo>
                <a:lnTo>
                  <a:pt x="301" y="519"/>
                </a:lnTo>
                <a:lnTo>
                  <a:pt x="302" y="519"/>
                </a:lnTo>
                <a:lnTo>
                  <a:pt x="302" y="518"/>
                </a:lnTo>
                <a:lnTo>
                  <a:pt x="301" y="518"/>
                </a:lnTo>
                <a:lnTo>
                  <a:pt x="301" y="517"/>
                </a:lnTo>
                <a:lnTo>
                  <a:pt x="302" y="517"/>
                </a:lnTo>
                <a:lnTo>
                  <a:pt x="303" y="517"/>
                </a:lnTo>
                <a:lnTo>
                  <a:pt x="303" y="516"/>
                </a:lnTo>
                <a:lnTo>
                  <a:pt x="302" y="515"/>
                </a:lnTo>
                <a:lnTo>
                  <a:pt x="302" y="514"/>
                </a:lnTo>
                <a:lnTo>
                  <a:pt x="303" y="513"/>
                </a:lnTo>
                <a:lnTo>
                  <a:pt x="303" y="512"/>
                </a:lnTo>
                <a:lnTo>
                  <a:pt x="303" y="511"/>
                </a:lnTo>
                <a:lnTo>
                  <a:pt x="302" y="511"/>
                </a:lnTo>
                <a:lnTo>
                  <a:pt x="302" y="510"/>
                </a:lnTo>
                <a:lnTo>
                  <a:pt x="302" y="509"/>
                </a:lnTo>
                <a:lnTo>
                  <a:pt x="303" y="508"/>
                </a:lnTo>
                <a:lnTo>
                  <a:pt x="303" y="507"/>
                </a:lnTo>
                <a:lnTo>
                  <a:pt x="304" y="505"/>
                </a:lnTo>
                <a:lnTo>
                  <a:pt x="303" y="505"/>
                </a:lnTo>
                <a:lnTo>
                  <a:pt x="301" y="504"/>
                </a:lnTo>
                <a:lnTo>
                  <a:pt x="301" y="503"/>
                </a:lnTo>
                <a:lnTo>
                  <a:pt x="300" y="503"/>
                </a:lnTo>
                <a:lnTo>
                  <a:pt x="299" y="502"/>
                </a:lnTo>
                <a:lnTo>
                  <a:pt x="298" y="502"/>
                </a:lnTo>
                <a:lnTo>
                  <a:pt x="297" y="502"/>
                </a:lnTo>
                <a:lnTo>
                  <a:pt x="296" y="501"/>
                </a:lnTo>
                <a:lnTo>
                  <a:pt x="295" y="501"/>
                </a:lnTo>
                <a:lnTo>
                  <a:pt x="295" y="500"/>
                </a:lnTo>
                <a:lnTo>
                  <a:pt x="294" y="500"/>
                </a:lnTo>
                <a:lnTo>
                  <a:pt x="292" y="500"/>
                </a:lnTo>
                <a:lnTo>
                  <a:pt x="292" y="499"/>
                </a:lnTo>
                <a:lnTo>
                  <a:pt x="291" y="499"/>
                </a:lnTo>
                <a:lnTo>
                  <a:pt x="290" y="499"/>
                </a:lnTo>
                <a:lnTo>
                  <a:pt x="290" y="498"/>
                </a:lnTo>
                <a:lnTo>
                  <a:pt x="288" y="498"/>
                </a:lnTo>
                <a:lnTo>
                  <a:pt x="287" y="498"/>
                </a:lnTo>
                <a:lnTo>
                  <a:pt x="286" y="499"/>
                </a:lnTo>
                <a:lnTo>
                  <a:pt x="285" y="498"/>
                </a:lnTo>
                <a:lnTo>
                  <a:pt x="285" y="497"/>
                </a:lnTo>
                <a:lnTo>
                  <a:pt x="284" y="496"/>
                </a:lnTo>
                <a:lnTo>
                  <a:pt x="283" y="496"/>
                </a:lnTo>
                <a:lnTo>
                  <a:pt x="282" y="496"/>
                </a:lnTo>
                <a:lnTo>
                  <a:pt x="281" y="496"/>
                </a:lnTo>
                <a:lnTo>
                  <a:pt x="280" y="496"/>
                </a:lnTo>
                <a:lnTo>
                  <a:pt x="278" y="496"/>
                </a:lnTo>
                <a:lnTo>
                  <a:pt x="277" y="496"/>
                </a:lnTo>
                <a:lnTo>
                  <a:pt x="276" y="495"/>
                </a:lnTo>
                <a:lnTo>
                  <a:pt x="275" y="495"/>
                </a:lnTo>
                <a:lnTo>
                  <a:pt x="273" y="495"/>
                </a:lnTo>
                <a:lnTo>
                  <a:pt x="272" y="495"/>
                </a:lnTo>
                <a:lnTo>
                  <a:pt x="271" y="494"/>
                </a:lnTo>
                <a:lnTo>
                  <a:pt x="270" y="494"/>
                </a:lnTo>
                <a:lnTo>
                  <a:pt x="270" y="493"/>
                </a:lnTo>
                <a:lnTo>
                  <a:pt x="271" y="492"/>
                </a:lnTo>
                <a:lnTo>
                  <a:pt x="272" y="491"/>
                </a:lnTo>
                <a:lnTo>
                  <a:pt x="271" y="490"/>
                </a:lnTo>
                <a:lnTo>
                  <a:pt x="270" y="490"/>
                </a:lnTo>
                <a:lnTo>
                  <a:pt x="270" y="489"/>
                </a:lnTo>
                <a:lnTo>
                  <a:pt x="269" y="489"/>
                </a:lnTo>
                <a:lnTo>
                  <a:pt x="267" y="489"/>
                </a:lnTo>
                <a:lnTo>
                  <a:pt x="266" y="489"/>
                </a:lnTo>
                <a:lnTo>
                  <a:pt x="264" y="489"/>
                </a:lnTo>
                <a:lnTo>
                  <a:pt x="264" y="488"/>
                </a:lnTo>
                <a:lnTo>
                  <a:pt x="263" y="488"/>
                </a:lnTo>
                <a:lnTo>
                  <a:pt x="262" y="488"/>
                </a:lnTo>
                <a:lnTo>
                  <a:pt x="261" y="488"/>
                </a:lnTo>
                <a:lnTo>
                  <a:pt x="260" y="488"/>
                </a:lnTo>
                <a:lnTo>
                  <a:pt x="258" y="487"/>
                </a:lnTo>
                <a:lnTo>
                  <a:pt x="258" y="486"/>
                </a:lnTo>
                <a:lnTo>
                  <a:pt x="257" y="485"/>
                </a:lnTo>
                <a:lnTo>
                  <a:pt x="257" y="484"/>
                </a:lnTo>
                <a:lnTo>
                  <a:pt x="257" y="483"/>
                </a:lnTo>
                <a:lnTo>
                  <a:pt x="257" y="482"/>
                </a:lnTo>
                <a:lnTo>
                  <a:pt x="256" y="480"/>
                </a:lnTo>
                <a:lnTo>
                  <a:pt x="257" y="480"/>
                </a:lnTo>
                <a:lnTo>
                  <a:pt x="258" y="480"/>
                </a:lnTo>
                <a:lnTo>
                  <a:pt x="259" y="479"/>
                </a:lnTo>
                <a:lnTo>
                  <a:pt x="259" y="478"/>
                </a:lnTo>
                <a:lnTo>
                  <a:pt x="259" y="476"/>
                </a:lnTo>
                <a:lnTo>
                  <a:pt x="259" y="475"/>
                </a:lnTo>
                <a:lnTo>
                  <a:pt x="259" y="474"/>
                </a:lnTo>
                <a:lnTo>
                  <a:pt x="259" y="473"/>
                </a:lnTo>
                <a:lnTo>
                  <a:pt x="258" y="472"/>
                </a:lnTo>
                <a:lnTo>
                  <a:pt x="258" y="471"/>
                </a:lnTo>
                <a:lnTo>
                  <a:pt x="257" y="471"/>
                </a:lnTo>
                <a:lnTo>
                  <a:pt x="256" y="471"/>
                </a:lnTo>
                <a:lnTo>
                  <a:pt x="256" y="472"/>
                </a:lnTo>
                <a:lnTo>
                  <a:pt x="256" y="471"/>
                </a:lnTo>
                <a:lnTo>
                  <a:pt x="255" y="471"/>
                </a:lnTo>
                <a:lnTo>
                  <a:pt x="256" y="470"/>
                </a:lnTo>
                <a:lnTo>
                  <a:pt x="257" y="469"/>
                </a:lnTo>
                <a:lnTo>
                  <a:pt x="257" y="468"/>
                </a:lnTo>
                <a:lnTo>
                  <a:pt x="256" y="466"/>
                </a:lnTo>
                <a:lnTo>
                  <a:pt x="257" y="466"/>
                </a:lnTo>
                <a:lnTo>
                  <a:pt x="258" y="465"/>
                </a:lnTo>
                <a:lnTo>
                  <a:pt x="258" y="464"/>
                </a:lnTo>
                <a:lnTo>
                  <a:pt x="258" y="463"/>
                </a:lnTo>
                <a:lnTo>
                  <a:pt x="259" y="463"/>
                </a:lnTo>
                <a:lnTo>
                  <a:pt x="259" y="462"/>
                </a:lnTo>
                <a:lnTo>
                  <a:pt x="260" y="461"/>
                </a:lnTo>
                <a:lnTo>
                  <a:pt x="261" y="461"/>
                </a:lnTo>
                <a:lnTo>
                  <a:pt x="262" y="461"/>
                </a:lnTo>
                <a:lnTo>
                  <a:pt x="263" y="461"/>
                </a:lnTo>
                <a:lnTo>
                  <a:pt x="264" y="460"/>
                </a:lnTo>
                <a:lnTo>
                  <a:pt x="265" y="460"/>
                </a:lnTo>
                <a:lnTo>
                  <a:pt x="265" y="459"/>
                </a:lnTo>
                <a:lnTo>
                  <a:pt x="265" y="457"/>
                </a:lnTo>
                <a:lnTo>
                  <a:pt x="264" y="457"/>
                </a:lnTo>
                <a:lnTo>
                  <a:pt x="263" y="456"/>
                </a:lnTo>
                <a:lnTo>
                  <a:pt x="262" y="456"/>
                </a:lnTo>
                <a:lnTo>
                  <a:pt x="262" y="455"/>
                </a:lnTo>
                <a:lnTo>
                  <a:pt x="263" y="455"/>
                </a:lnTo>
                <a:lnTo>
                  <a:pt x="262" y="454"/>
                </a:lnTo>
                <a:lnTo>
                  <a:pt x="261" y="453"/>
                </a:lnTo>
                <a:lnTo>
                  <a:pt x="261" y="452"/>
                </a:lnTo>
                <a:lnTo>
                  <a:pt x="262" y="452"/>
                </a:lnTo>
                <a:lnTo>
                  <a:pt x="262" y="451"/>
                </a:lnTo>
                <a:lnTo>
                  <a:pt x="262" y="450"/>
                </a:lnTo>
                <a:lnTo>
                  <a:pt x="262" y="449"/>
                </a:lnTo>
                <a:lnTo>
                  <a:pt x="261" y="449"/>
                </a:lnTo>
                <a:lnTo>
                  <a:pt x="261" y="448"/>
                </a:lnTo>
                <a:lnTo>
                  <a:pt x="262" y="446"/>
                </a:lnTo>
                <a:lnTo>
                  <a:pt x="262" y="445"/>
                </a:lnTo>
                <a:lnTo>
                  <a:pt x="262" y="443"/>
                </a:lnTo>
                <a:lnTo>
                  <a:pt x="263" y="442"/>
                </a:lnTo>
                <a:lnTo>
                  <a:pt x="263" y="441"/>
                </a:lnTo>
                <a:lnTo>
                  <a:pt x="263" y="440"/>
                </a:lnTo>
                <a:lnTo>
                  <a:pt x="264" y="440"/>
                </a:lnTo>
                <a:lnTo>
                  <a:pt x="264" y="439"/>
                </a:lnTo>
                <a:lnTo>
                  <a:pt x="264" y="438"/>
                </a:lnTo>
                <a:lnTo>
                  <a:pt x="264" y="437"/>
                </a:lnTo>
                <a:lnTo>
                  <a:pt x="265" y="437"/>
                </a:lnTo>
                <a:lnTo>
                  <a:pt x="266" y="437"/>
                </a:lnTo>
                <a:lnTo>
                  <a:pt x="266" y="438"/>
                </a:lnTo>
                <a:lnTo>
                  <a:pt x="267" y="438"/>
                </a:lnTo>
                <a:lnTo>
                  <a:pt x="268" y="438"/>
                </a:lnTo>
                <a:lnTo>
                  <a:pt x="269" y="438"/>
                </a:lnTo>
                <a:lnTo>
                  <a:pt x="269" y="437"/>
                </a:lnTo>
                <a:lnTo>
                  <a:pt x="270" y="437"/>
                </a:lnTo>
                <a:lnTo>
                  <a:pt x="271" y="437"/>
                </a:lnTo>
                <a:lnTo>
                  <a:pt x="272" y="437"/>
                </a:lnTo>
                <a:lnTo>
                  <a:pt x="272" y="436"/>
                </a:lnTo>
                <a:lnTo>
                  <a:pt x="273" y="436"/>
                </a:lnTo>
                <a:lnTo>
                  <a:pt x="274" y="435"/>
                </a:lnTo>
                <a:lnTo>
                  <a:pt x="275" y="435"/>
                </a:lnTo>
                <a:lnTo>
                  <a:pt x="275" y="434"/>
                </a:lnTo>
                <a:lnTo>
                  <a:pt x="275" y="433"/>
                </a:lnTo>
                <a:lnTo>
                  <a:pt x="275" y="432"/>
                </a:lnTo>
                <a:lnTo>
                  <a:pt x="276" y="431"/>
                </a:lnTo>
                <a:lnTo>
                  <a:pt x="277" y="430"/>
                </a:lnTo>
                <a:lnTo>
                  <a:pt x="278" y="430"/>
                </a:lnTo>
                <a:lnTo>
                  <a:pt x="279" y="429"/>
                </a:lnTo>
                <a:lnTo>
                  <a:pt x="279" y="428"/>
                </a:lnTo>
                <a:lnTo>
                  <a:pt x="281" y="427"/>
                </a:lnTo>
                <a:lnTo>
                  <a:pt x="283" y="425"/>
                </a:lnTo>
                <a:lnTo>
                  <a:pt x="284" y="425"/>
                </a:lnTo>
                <a:lnTo>
                  <a:pt x="285" y="423"/>
                </a:lnTo>
                <a:lnTo>
                  <a:pt x="286" y="422"/>
                </a:lnTo>
                <a:lnTo>
                  <a:pt x="287" y="422"/>
                </a:lnTo>
                <a:lnTo>
                  <a:pt x="288" y="421"/>
                </a:lnTo>
                <a:lnTo>
                  <a:pt x="289" y="421"/>
                </a:lnTo>
                <a:lnTo>
                  <a:pt x="290" y="422"/>
                </a:lnTo>
                <a:lnTo>
                  <a:pt x="291" y="422"/>
                </a:lnTo>
                <a:lnTo>
                  <a:pt x="292" y="422"/>
                </a:lnTo>
                <a:lnTo>
                  <a:pt x="293" y="422"/>
                </a:lnTo>
                <a:lnTo>
                  <a:pt x="294" y="422"/>
                </a:lnTo>
                <a:lnTo>
                  <a:pt x="295" y="422"/>
                </a:lnTo>
                <a:lnTo>
                  <a:pt x="297" y="422"/>
                </a:lnTo>
                <a:lnTo>
                  <a:pt x="299" y="423"/>
                </a:lnTo>
                <a:lnTo>
                  <a:pt x="300" y="423"/>
                </a:lnTo>
                <a:lnTo>
                  <a:pt x="301" y="424"/>
                </a:lnTo>
                <a:lnTo>
                  <a:pt x="302" y="424"/>
                </a:lnTo>
                <a:lnTo>
                  <a:pt x="304" y="424"/>
                </a:lnTo>
                <a:lnTo>
                  <a:pt x="305" y="425"/>
                </a:lnTo>
                <a:lnTo>
                  <a:pt x="306" y="425"/>
                </a:lnTo>
                <a:lnTo>
                  <a:pt x="308" y="425"/>
                </a:lnTo>
                <a:lnTo>
                  <a:pt x="310" y="425"/>
                </a:lnTo>
                <a:lnTo>
                  <a:pt x="311" y="424"/>
                </a:lnTo>
                <a:lnTo>
                  <a:pt x="312" y="424"/>
                </a:lnTo>
                <a:lnTo>
                  <a:pt x="314" y="424"/>
                </a:lnTo>
                <a:lnTo>
                  <a:pt x="315" y="423"/>
                </a:lnTo>
                <a:lnTo>
                  <a:pt x="316" y="423"/>
                </a:lnTo>
                <a:lnTo>
                  <a:pt x="316" y="422"/>
                </a:lnTo>
                <a:lnTo>
                  <a:pt x="317" y="421"/>
                </a:lnTo>
                <a:lnTo>
                  <a:pt x="317" y="420"/>
                </a:lnTo>
                <a:lnTo>
                  <a:pt x="318" y="419"/>
                </a:lnTo>
                <a:lnTo>
                  <a:pt x="318" y="418"/>
                </a:lnTo>
                <a:lnTo>
                  <a:pt x="318" y="416"/>
                </a:lnTo>
                <a:lnTo>
                  <a:pt x="319" y="416"/>
                </a:lnTo>
                <a:lnTo>
                  <a:pt x="321" y="416"/>
                </a:lnTo>
                <a:lnTo>
                  <a:pt x="322" y="416"/>
                </a:lnTo>
                <a:lnTo>
                  <a:pt x="324" y="416"/>
                </a:lnTo>
                <a:lnTo>
                  <a:pt x="325" y="416"/>
                </a:lnTo>
                <a:lnTo>
                  <a:pt x="326" y="416"/>
                </a:lnTo>
                <a:lnTo>
                  <a:pt x="327" y="417"/>
                </a:lnTo>
                <a:lnTo>
                  <a:pt x="329" y="417"/>
                </a:lnTo>
                <a:lnTo>
                  <a:pt x="330" y="417"/>
                </a:lnTo>
                <a:lnTo>
                  <a:pt x="330" y="416"/>
                </a:lnTo>
                <a:lnTo>
                  <a:pt x="331" y="415"/>
                </a:lnTo>
                <a:lnTo>
                  <a:pt x="332" y="415"/>
                </a:lnTo>
                <a:lnTo>
                  <a:pt x="332" y="414"/>
                </a:lnTo>
                <a:lnTo>
                  <a:pt x="332" y="413"/>
                </a:lnTo>
                <a:lnTo>
                  <a:pt x="333" y="412"/>
                </a:lnTo>
                <a:lnTo>
                  <a:pt x="333" y="410"/>
                </a:lnTo>
                <a:lnTo>
                  <a:pt x="334" y="409"/>
                </a:lnTo>
                <a:lnTo>
                  <a:pt x="335" y="409"/>
                </a:lnTo>
                <a:lnTo>
                  <a:pt x="336" y="409"/>
                </a:lnTo>
                <a:lnTo>
                  <a:pt x="337" y="408"/>
                </a:lnTo>
                <a:lnTo>
                  <a:pt x="339" y="407"/>
                </a:lnTo>
                <a:lnTo>
                  <a:pt x="340" y="407"/>
                </a:lnTo>
                <a:lnTo>
                  <a:pt x="340" y="408"/>
                </a:lnTo>
                <a:lnTo>
                  <a:pt x="341" y="408"/>
                </a:lnTo>
                <a:lnTo>
                  <a:pt x="341" y="407"/>
                </a:lnTo>
                <a:lnTo>
                  <a:pt x="342" y="407"/>
                </a:lnTo>
                <a:lnTo>
                  <a:pt x="344" y="408"/>
                </a:lnTo>
                <a:lnTo>
                  <a:pt x="344" y="409"/>
                </a:lnTo>
                <a:lnTo>
                  <a:pt x="345" y="409"/>
                </a:lnTo>
                <a:lnTo>
                  <a:pt x="346" y="411"/>
                </a:lnTo>
                <a:lnTo>
                  <a:pt x="347" y="411"/>
                </a:lnTo>
                <a:lnTo>
                  <a:pt x="349" y="411"/>
                </a:lnTo>
                <a:lnTo>
                  <a:pt x="350" y="411"/>
                </a:lnTo>
                <a:lnTo>
                  <a:pt x="351" y="411"/>
                </a:lnTo>
                <a:lnTo>
                  <a:pt x="352" y="411"/>
                </a:lnTo>
                <a:lnTo>
                  <a:pt x="354" y="411"/>
                </a:lnTo>
                <a:lnTo>
                  <a:pt x="355" y="411"/>
                </a:lnTo>
                <a:lnTo>
                  <a:pt x="356" y="412"/>
                </a:lnTo>
                <a:lnTo>
                  <a:pt x="357" y="412"/>
                </a:lnTo>
                <a:lnTo>
                  <a:pt x="359" y="412"/>
                </a:lnTo>
                <a:lnTo>
                  <a:pt x="360" y="412"/>
                </a:lnTo>
                <a:lnTo>
                  <a:pt x="361" y="412"/>
                </a:lnTo>
                <a:lnTo>
                  <a:pt x="362" y="412"/>
                </a:lnTo>
                <a:lnTo>
                  <a:pt x="362" y="411"/>
                </a:lnTo>
                <a:lnTo>
                  <a:pt x="363" y="411"/>
                </a:lnTo>
                <a:lnTo>
                  <a:pt x="362" y="410"/>
                </a:lnTo>
                <a:lnTo>
                  <a:pt x="362" y="409"/>
                </a:lnTo>
                <a:lnTo>
                  <a:pt x="362" y="408"/>
                </a:lnTo>
                <a:lnTo>
                  <a:pt x="362" y="407"/>
                </a:lnTo>
                <a:lnTo>
                  <a:pt x="361" y="407"/>
                </a:lnTo>
                <a:lnTo>
                  <a:pt x="360" y="407"/>
                </a:lnTo>
                <a:lnTo>
                  <a:pt x="360" y="406"/>
                </a:lnTo>
                <a:lnTo>
                  <a:pt x="359" y="406"/>
                </a:lnTo>
                <a:lnTo>
                  <a:pt x="359" y="405"/>
                </a:lnTo>
                <a:lnTo>
                  <a:pt x="360" y="404"/>
                </a:lnTo>
                <a:lnTo>
                  <a:pt x="361" y="403"/>
                </a:lnTo>
                <a:lnTo>
                  <a:pt x="361" y="402"/>
                </a:lnTo>
                <a:lnTo>
                  <a:pt x="362" y="402"/>
                </a:lnTo>
                <a:lnTo>
                  <a:pt x="362" y="401"/>
                </a:lnTo>
                <a:lnTo>
                  <a:pt x="362" y="399"/>
                </a:lnTo>
                <a:lnTo>
                  <a:pt x="362" y="398"/>
                </a:lnTo>
                <a:lnTo>
                  <a:pt x="363" y="398"/>
                </a:lnTo>
                <a:lnTo>
                  <a:pt x="363" y="397"/>
                </a:lnTo>
                <a:lnTo>
                  <a:pt x="362" y="396"/>
                </a:lnTo>
                <a:lnTo>
                  <a:pt x="362" y="395"/>
                </a:lnTo>
                <a:lnTo>
                  <a:pt x="361" y="394"/>
                </a:lnTo>
                <a:lnTo>
                  <a:pt x="361" y="393"/>
                </a:lnTo>
                <a:lnTo>
                  <a:pt x="360" y="391"/>
                </a:lnTo>
                <a:lnTo>
                  <a:pt x="361" y="389"/>
                </a:lnTo>
                <a:lnTo>
                  <a:pt x="360" y="388"/>
                </a:lnTo>
                <a:lnTo>
                  <a:pt x="361" y="387"/>
                </a:lnTo>
                <a:lnTo>
                  <a:pt x="361" y="385"/>
                </a:lnTo>
                <a:lnTo>
                  <a:pt x="360" y="384"/>
                </a:lnTo>
                <a:lnTo>
                  <a:pt x="360" y="383"/>
                </a:lnTo>
                <a:lnTo>
                  <a:pt x="361" y="382"/>
                </a:lnTo>
                <a:lnTo>
                  <a:pt x="361" y="381"/>
                </a:lnTo>
                <a:lnTo>
                  <a:pt x="361" y="380"/>
                </a:lnTo>
                <a:lnTo>
                  <a:pt x="360" y="380"/>
                </a:lnTo>
                <a:lnTo>
                  <a:pt x="359" y="380"/>
                </a:lnTo>
                <a:lnTo>
                  <a:pt x="359" y="379"/>
                </a:lnTo>
                <a:lnTo>
                  <a:pt x="359" y="378"/>
                </a:lnTo>
                <a:lnTo>
                  <a:pt x="358" y="377"/>
                </a:lnTo>
                <a:lnTo>
                  <a:pt x="357" y="377"/>
                </a:lnTo>
                <a:lnTo>
                  <a:pt x="356" y="377"/>
                </a:lnTo>
                <a:lnTo>
                  <a:pt x="356" y="376"/>
                </a:lnTo>
                <a:lnTo>
                  <a:pt x="355" y="377"/>
                </a:lnTo>
                <a:lnTo>
                  <a:pt x="355" y="376"/>
                </a:lnTo>
                <a:lnTo>
                  <a:pt x="354" y="376"/>
                </a:lnTo>
                <a:lnTo>
                  <a:pt x="354" y="375"/>
                </a:lnTo>
                <a:lnTo>
                  <a:pt x="354" y="374"/>
                </a:lnTo>
                <a:lnTo>
                  <a:pt x="353" y="374"/>
                </a:lnTo>
                <a:lnTo>
                  <a:pt x="353" y="373"/>
                </a:lnTo>
                <a:lnTo>
                  <a:pt x="353" y="372"/>
                </a:lnTo>
                <a:lnTo>
                  <a:pt x="352" y="371"/>
                </a:lnTo>
                <a:lnTo>
                  <a:pt x="352" y="372"/>
                </a:lnTo>
                <a:lnTo>
                  <a:pt x="351" y="372"/>
                </a:lnTo>
                <a:lnTo>
                  <a:pt x="350" y="371"/>
                </a:lnTo>
                <a:lnTo>
                  <a:pt x="349" y="371"/>
                </a:lnTo>
                <a:lnTo>
                  <a:pt x="348" y="370"/>
                </a:lnTo>
                <a:lnTo>
                  <a:pt x="349" y="369"/>
                </a:lnTo>
                <a:lnTo>
                  <a:pt x="350" y="369"/>
                </a:lnTo>
                <a:lnTo>
                  <a:pt x="349" y="368"/>
                </a:lnTo>
                <a:lnTo>
                  <a:pt x="349" y="367"/>
                </a:lnTo>
                <a:lnTo>
                  <a:pt x="349" y="366"/>
                </a:lnTo>
                <a:lnTo>
                  <a:pt x="349" y="365"/>
                </a:lnTo>
                <a:lnTo>
                  <a:pt x="350" y="364"/>
                </a:lnTo>
                <a:lnTo>
                  <a:pt x="349" y="363"/>
                </a:lnTo>
                <a:lnTo>
                  <a:pt x="349" y="362"/>
                </a:lnTo>
                <a:lnTo>
                  <a:pt x="349" y="361"/>
                </a:lnTo>
                <a:lnTo>
                  <a:pt x="349" y="359"/>
                </a:lnTo>
                <a:lnTo>
                  <a:pt x="350" y="359"/>
                </a:lnTo>
                <a:lnTo>
                  <a:pt x="350" y="358"/>
                </a:lnTo>
                <a:lnTo>
                  <a:pt x="350" y="357"/>
                </a:lnTo>
                <a:lnTo>
                  <a:pt x="350" y="356"/>
                </a:lnTo>
                <a:lnTo>
                  <a:pt x="351" y="356"/>
                </a:lnTo>
                <a:lnTo>
                  <a:pt x="350" y="355"/>
                </a:lnTo>
                <a:lnTo>
                  <a:pt x="349" y="355"/>
                </a:lnTo>
                <a:lnTo>
                  <a:pt x="348" y="354"/>
                </a:lnTo>
                <a:lnTo>
                  <a:pt x="347" y="353"/>
                </a:lnTo>
                <a:lnTo>
                  <a:pt x="347" y="352"/>
                </a:lnTo>
                <a:lnTo>
                  <a:pt x="347" y="351"/>
                </a:lnTo>
                <a:lnTo>
                  <a:pt x="348" y="350"/>
                </a:lnTo>
                <a:lnTo>
                  <a:pt x="348" y="349"/>
                </a:lnTo>
                <a:lnTo>
                  <a:pt x="347" y="348"/>
                </a:lnTo>
                <a:lnTo>
                  <a:pt x="346" y="347"/>
                </a:lnTo>
                <a:lnTo>
                  <a:pt x="345" y="347"/>
                </a:lnTo>
                <a:lnTo>
                  <a:pt x="345" y="346"/>
                </a:lnTo>
                <a:lnTo>
                  <a:pt x="343" y="345"/>
                </a:lnTo>
                <a:lnTo>
                  <a:pt x="343" y="344"/>
                </a:lnTo>
                <a:lnTo>
                  <a:pt x="343" y="343"/>
                </a:lnTo>
                <a:lnTo>
                  <a:pt x="343" y="341"/>
                </a:lnTo>
                <a:lnTo>
                  <a:pt x="343" y="340"/>
                </a:lnTo>
                <a:lnTo>
                  <a:pt x="343" y="339"/>
                </a:lnTo>
                <a:lnTo>
                  <a:pt x="344" y="339"/>
                </a:lnTo>
                <a:lnTo>
                  <a:pt x="344" y="338"/>
                </a:lnTo>
                <a:lnTo>
                  <a:pt x="343" y="337"/>
                </a:lnTo>
                <a:lnTo>
                  <a:pt x="342" y="336"/>
                </a:lnTo>
                <a:lnTo>
                  <a:pt x="342" y="335"/>
                </a:lnTo>
                <a:lnTo>
                  <a:pt x="343" y="335"/>
                </a:lnTo>
                <a:lnTo>
                  <a:pt x="343" y="334"/>
                </a:lnTo>
                <a:lnTo>
                  <a:pt x="343" y="333"/>
                </a:lnTo>
                <a:lnTo>
                  <a:pt x="342" y="333"/>
                </a:lnTo>
                <a:lnTo>
                  <a:pt x="341" y="332"/>
                </a:lnTo>
                <a:lnTo>
                  <a:pt x="341" y="330"/>
                </a:lnTo>
                <a:lnTo>
                  <a:pt x="341" y="328"/>
                </a:lnTo>
                <a:lnTo>
                  <a:pt x="341" y="327"/>
                </a:lnTo>
                <a:lnTo>
                  <a:pt x="341" y="326"/>
                </a:lnTo>
                <a:lnTo>
                  <a:pt x="341" y="325"/>
                </a:lnTo>
                <a:lnTo>
                  <a:pt x="342" y="323"/>
                </a:lnTo>
                <a:lnTo>
                  <a:pt x="342" y="322"/>
                </a:lnTo>
                <a:lnTo>
                  <a:pt x="342" y="321"/>
                </a:lnTo>
                <a:lnTo>
                  <a:pt x="341" y="319"/>
                </a:lnTo>
                <a:lnTo>
                  <a:pt x="341" y="318"/>
                </a:lnTo>
                <a:lnTo>
                  <a:pt x="340" y="317"/>
                </a:lnTo>
                <a:lnTo>
                  <a:pt x="340" y="316"/>
                </a:lnTo>
                <a:lnTo>
                  <a:pt x="339" y="316"/>
                </a:lnTo>
                <a:lnTo>
                  <a:pt x="339" y="315"/>
                </a:lnTo>
                <a:lnTo>
                  <a:pt x="338" y="314"/>
                </a:lnTo>
                <a:lnTo>
                  <a:pt x="338" y="313"/>
                </a:lnTo>
                <a:lnTo>
                  <a:pt x="338" y="312"/>
                </a:lnTo>
                <a:lnTo>
                  <a:pt x="338" y="311"/>
                </a:lnTo>
                <a:lnTo>
                  <a:pt x="337" y="311"/>
                </a:lnTo>
                <a:lnTo>
                  <a:pt x="336" y="310"/>
                </a:lnTo>
                <a:lnTo>
                  <a:pt x="335" y="310"/>
                </a:lnTo>
                <a:lnTo>
                  <a:pt x="335" y="309"/>
                </a:lnTo>
                <a:lnTo>
                  <a:pt x="334" y="309"/>
                </a:lnTo>
                <a:lnTo>
                  <a:pt x="332" y="309"/>
                </a:lnTo>
                <a:lnTo>
                  <a:pt x="332" y="308"/>
                </a:lnTo>
                <a:lnTo>
                  <a:pt x="331" y="308"/>
                </a:lnTo>
                <a:lnTo>
                  <a:pt x="330" y="307"/>
                </a:lnTo>
                <a:lnTo>
                  <a:pt x="329" y="307"/>
                </a:lnTo>
                <a:lnTo>
                  <a:pt x="328" y="307"/>
                </a:lnTo>
                <a:lnTo>
                  <a:pt x="327" y="307"/>
                </a:lnTo>
                <a:lnTo>
                  <a:pt x="327" y="306"/>
                </a:lnTo>
                <a:lnTo>
                  <a:pt x="325" y="307"/>
                </a:lnTo>
                <a:lnTo>
                  <a:pt x="325" y="308"/>
                </a:lnTo>
                <a:lnTo>
                  <a:pt x="324" y="308"/>
                </a:lnTo>
                <a:lnTo>
                  <a:pt x="323" y="307"/>
                </a:lnTo>
                <a:lnTo>
                  <a:pt x="322" y="307"/>
                </a:lnTo>
                <a:lnTo>
                  <a:pt x="321" y="308"/>
                </a:lnTo>
                <a:lnTo>
                  <a:pt x="320" y="308"/>
                </a:lnTo>
                <a:lnTo>
                  <a:pt x="320" y="309"/>
                </a:lnTo>
                <a:lnTo>
                  <a:pt x="319" y="309"/>
                </a:lnTo>
                <a:lnTo>
                  <a:pt x="318" y="308"/>
                </a:lnTo>
                <a:lnTo>
                  <a:pt x="317" y="308"/>
                </a:lnTo>
                <a:lnTo>
                  <a:pt x="316" y="307"/>
                </a:lnTo>
                <a:lnTo>
                  <a:pt x="316" y="306"/>
                </a:lnTo>
                <a:lnTo>
                  <a:pt x="317" y="306"/>
                </a:lnTo>
                <a:lnTo>
                  <a:pt x="317" y="304"/>
                </a:lnTo>
                <a:lnTo>
                  <a:pt x="317" y="302"/>
                </a:lnTo>
                <a:lnTo>
                  <a:pt x="316" y="302"/>
                </a:lnTo>
                <a:lnTo>
                  <a:pt x="315" y="302"/>
                </a:lnTo>
                <a:lnTo>
                  <a:pt x="314" y="301"/>
                </a:lnTo>
                <a:lnTo>
                  <a:pt x="314" y="300"/>
                </a:lnTo>
                <a:lnTo>
                  <a:pt x="314" y="299"/>
                </a:lnTo>
                <a:lnTo>
                  <a:pt x="313" y="298"/>
                </a:lnTo>
                <a:lnTo>
                  <a:pt x="312" y="298"/>
                </a:lnTo>
                <a:lnTo>
                  <a:pt x="311" y="297"/>
                </a:lnTo>
                <a:lnTo>
                  <a:pt x="310" y="296"/>
                </a:lnTo>
                <a:lnTo>
                  <a:pt x="309" y="295"/>
                </a:lnTo>
                <a:lnTo>
                  <a:pt x="308" y="295"/>
                </a:lnTo>
                <a:lnTo>
                  <a:pt x="307" y="295"/>
                </a:lnTo>
                <a:lnTo>
                  <a:pt x="306" y="295"/>
                </a:lnTo>
                <a:lnTo>
                  <a:pt x="306" y="294"/>
                </a:lnTo>
                <a:lnTo>
                  <a:pt x="306" y="292"/>
                </a:lnTo>
                <a:lnTo>
                  <a:pt x="307" y="291"/>
                </a:lnTo>
                <a:lnTo>
                  <a:pt x="307" y="290"/>
                </a:lnTo>
                <a:lnTo>
                  <a:pt x="308" y="290"/>
                </a:lnTo>
                <a:lnTo>
                  <a:pt x="308" y="289"/>
                </a:lnTo>
                <a:lnTo>
                  <a:pt x="308" y="288"/>
                </a:lnTo>
                <a:lnTo>
                  <a:pt x="309" y="288"/>
                </a:lnTo>
                <a:lnTo>
                  <a:pt x="310" y="286"/>
                </a:lnTo>
                <a:lnTo>
                  <a:pt x="310" y="285"/>
                </a:lnTo>
                <a:lnTo>
                  <a:pt x="310" y="284"/>
                </a:lnTo>
                <a:lnTo>
                  <a:pt x="309" y="284"/>
                </a:lnTo>
                <a:lnTo>
                  <a:pt x="307" y="282"/>
                </a:lnTo>
                <a:lnTo>
                  <a:pt x="307" y="281"/>
                </a:lnTo>
                <a:lnTo>
                  <a:pt x="306" y="281"/>
                </a:lnTo>
                <a:lnTo>
                  <a:pt x="306" y="280"/>
                </a:lnTo>
                <a:lnTo>
                  <a:pt x="307" y="280"/>
                </a:lnTo>
                <a:lnTo>
                  <a:pt x="306" y="280"/>
                </a:lnTo>
                <a:lnTo>
                  <a:pt x="306" y="279"/>
                </a:lnTo>
                <a:lnTo>
                  <a:pt x="305" y="279"/>
                </a:lnTo>
                <a:lnTo>
                  <a:pt x="305" y="278"/>
                </a:lnTo>
                <a:lnTo>
                  <a:pt x="304" y="278"/>
                </a:lnTo>
                <a:lnTo>
                  <a:pt x="303" y="278"/>
                </a:lnTo>
                <a:lnTo>
                  <a:pt x="302" y="277"/>
                </a:lnTo>
                <a:lnTo>
                  <a:pt x="301" y="277"/>
                </a:lnTo>
                <a:lnTo>
                  <a:pt x="301" y="276"/>
                </a:lnTo>
                <a:lnTo>
                  <a:pt x="301" y="275"/>
                </a:lnTo>
                <a:lnTo>
                  <a:pt x="301" y="274"/>
                </a:lnTo>
                <a:lnTo>
                  <a:pt x="300" y="273"/>
                </a:lnTo>
                <a:lnTo>
                  <a:pt x="299" y="273"/>
                </a:lnTo>
                <a:lnTo>
                  <a:pt x="298" y="273"/>
                </a:lnTo>
                <a:lnTo>
                  <a:pt x="298" y="272"/>
                </a:lnTo>
                <a:lnTo>
                  <a:pt x="298" y="271"/>
                </a:lnTo>
                <a:lnTo>
                  <a:pt x="297" y="270"/>
                </a:lnTo>
                <a:lnTo>
                  <a:pt x="297" y="269"/>
                </a:lnTo>
                <a:lnTo>
                  <a:pt x="296" y="269"/>
                </a:lnTo>
                <a:lnTo>
                  <a:pt x="296" y="268"/>
                </a:lnTo>
                <a:lnTo>
                  <a:pt x="294" y="268"/>
                </a:lnTo>
                <a:lnTo>
                  <a:pt x="294" y="267"/>
                </a:lnTo>
                <a:lnTo>
                  <a:pt x="293" y="267"/>
                </a:lnTo>
                <a:lnTo>
                  <a:pt x="292" y="267"/>
                </a:lnTo>
                <a:lnTo>
                  <a:pt x="291" y="267"/>
                </a:lnTo>
                <a:lnTo>
                  <a:pt x="291" y="266"/>
                </a:lnTo>
                <a:lnTo>
                  <a:pt x="291" y="265"/>
                </a:lnTo>
                <a:lnTo>
                  <a:pt x="291" y="264"/>
                </a:lnTo>
                <a:lnTo>
                  <a:pt x="290" y="264"/>
                </a:lnTo>
                <a:lnTo>
                  <a:pt x="289" y="264"/>
                </a:lnTo>
                <a:lnTo>
                  <a:pt x="288" y="263"/>
                </a:lnTo>
                <a:lnTo>
                  <a:pt x="288" y="262"/>
                </a:lnTo>
                <a:lnTo>
                  <a:pt x="287" y="262"/>
                </a:lnTo>
                <a:lnTo>
                  <a:pt x="286" y="262"/>
                </a:lnTo>
                <a:lnTo>
                  <a:pt x="285" y="261"/>
                </a:lnTo>
                <a:lnTo>
                  <a:pt x="282" y="260"/>
                </a:lnTo>
                <a:lnTo>
                  <a:pt x="281" y="260"/>
                </a:lnTo>
                <a:lnTo>
                  <a:pt x="281" y="259"/>
                </a:lnTo>
                <a:lnTo>
                  <a:pt x="281" y="258"/>
                </a:lnTo>
                <a:lnTo>
                  <a:pt x="281" y="257"/>
                </a:lnTo>
                <a:lnTo>
                  <a:pt x="281" y="256"/>
                </a:lnTo>
                <a:lnTo>
                  <a:pt x="280" y="256"/>
                </a:lnTo>
                <a:lnTo>
                  <a:pt x="279" y="256"/>
                </a:lnTo>
                <a:lnTo>
                  <a:pt x="279" y="255"/>
                </a:lnTo>
                <a:lnTo>
                  <a:pt x="279" y="254"/>
                </a:lnTo>
                <a:lnTo>
                  <a:pt x="278" y="254"/>
                </a:lnTo>
                <a:lnTo>
                  <a:pt x="277" y="254"/>
                </a:lnTo>
                <a:lnTo>
                  <a:pt x="277" y="255"/>
                </a:lnTo>
                <a:lnTo>
                  <a:pt x="276" y="255"/>
                </a:lnTo>
                <a:lnTo>
                  <a:pt x="275" y="255"/>
                </a:lnTo>
                <a:lnTo>
                  <a:pt x="275" y="254"/>
                </a:lnTo>
                <a:lnTo>
                  <a:pt x="274" y="254"/>
                </a:lnTo>
                <a:lnTo>
                  <a:pt x="273" y="254"/>
                </a:lnTo>
                <a:lnTo>
                  <a:pt x="273" y="255"/>
                </a:lnTo>
                <a:lnTo>
                  <a:pt x="272" y="255"/>
                </a:lnTo>
                <a:lnTo>
                  <a:pt x="272" y="254"/>
                </a:lnTo>
                <a:lnTo>
                  <a:pt x="271" y="254"/>
                </a:lnTo>
                <a:lnTo>
                  <a:pt x="270" y="254"/>
                </a:lnTo>
                <a:lnTo>
                  <a:pt x="270" y="253"/>
                </a:lnTo>
                <a:lnTo>
                  <a:pt x="269" y="253"/>
                </a:lnTo>
                <a:lnTo>
                  <a:pt x="268" y="253"/>
                </a:lnTo>
                <a:lnTo>
                  <a:pt x="267" y="253"/>
                </a:lnTo>
                <a:lnTo>
                  <a:pt x="267" y="252"/>
                </a:lnTo>
                <a:lnTo>
                  <a:pt x="267" y="250"/>
                </a:lnTo>
                <a:lnTo>
                  <a:pt x="267" y="249"/>
                </a:lnTo>
                <a:lnTo>
                  <a:pt x="266" y="249"/>
                </a:lnTo>
                <a:lnTo>
                  <a:pt x="266" y="248"/>
                </a:lnTo>
                <a:lnTo>
                  <a:pt x="264" y="248"/>
                </a:lnTo>
                <a:lnTo>
                  <a:pt x="263" y="247"/>
                </a:lnTo>
                <a:lnTo>
                  <a:pt x="261" y="247"/>
                </a:lnTo>
                <a:lnTo>
                  <a:pt x="260" y="246"/>
                </a:lnTo>
                <a:lnTo>
                  <a:pt x="259" y="246"/>
                </a:lnTo>
                <a:lnTo>
                  <a:pt x="258" y="246"/>
                </a:lnTo>
                <a:lnTo>
                  <a:pt x="258" y="245"/>
                </a:lnTo>
                <a:lnTo>
                  <a:pt x="258" y="243"/>
                </a:lnTo>
                <a:lnTo>
                  <a:pt x="259" y="234"/>
                </a:lnTo>
                <a:lnTo>
                  <a:pt x="260" y="230"/>
                </a:lnTo>
                <a:lnTo>
                  <a:pt x="260" y="226"/>
                </a:lnTo>
                <a:lnTo>
                  <a:pt x="261" y="225"/>
                </a:lnTo>
                <a:lnTo>
                  <a:pt x="261" y="224"/>
                </a:lnTo>
                <a:lnTo>
                  <a:pt x="262" y="218"/>
                </a:lnTo>
                <a:lnTo>
                  <a:pt x="262" y="216"/>
                </a:lnTo>
                <a:lnTo>
                  <a:pt x="262" y="214"/>
                </a:lnTo>
                <a:lnTo>
                  <a:pt x="263" y="212"/>
                </a:lnTo>
                <a:lnTo>
                  <a:pt x="263" y="207"/>
                </a:lnTo>
                <a:lnTo>
                  <a:pt x="264" y="199"/>
                </a:lnTo>
                <a:lnTo>
                  <a:pt x="264" y="197"/>
                </a:lnTo>
                <a:lnTo>
                  <a:pt x="265" y="195"/>
                </a:lnTo>
                <a:lnTo>
                  <a:pt x="265" y="192"/>
                </a:lnTo>
                <a:lnTo>
                  <a:pt x="265" y="190"/>
                </a:lnTo>
                <a:lnTo>
                  <a:pt x="266" y="187"/>
                </a:lnTo>
                <a:lnTo>
                  <a:pt x="267" y="182"/>
                </a:lnTo>
                <a:lnTo>
                  <a:pt x="268" y="176"/>
                </a:lnTo>
                <a:lnTo>
                  <a:pt x="268" y="172"/>
                </a:lnTo>
                <a:lnTo>
                  <a:pt x="269" y="163"/>
                </a:lnTo>
                <a:lnTo>
                  <a:pt x="270" y="157"/>
                </a:lnTo>
                <a:lnTo>
                  <a:pt x="271" y="152"/>
                </a:lnTo>
                <a:lnTo>
                  <a:pt x="271" y="151"/>
                </a:lnTo>
                <a:lnTo>
                  <a:pt x="271" y="149"/>
                </a:lnTo>
                <a:lnTo>
                  <a:pt x="271" y="148"/>
                </a:lnTo>
                <a:lnTo>
                  <a:pt x="272" y="148"/>
                </a:lnTo>
                <a:lnTo>
                  <a:pt x="272" y="147"/>
                </a:lnTo>
                <a:lnTo>
                  <a:pt x="272" y="145"/>
                </a:lnTo>
                <a:lnTo>
                  <a:pt x="272" y="144"/>
                </a:lnTo>
                <a:lnTo>
                  <a:pt x="273" y="143"/>
                </a:lnTo>
                <a:lnTo>
                  <a:pt x="274" y="139"/>
                </a:lnTo>
                <a:lnTo>
                  <a:pt x="275" y="136"/>
                </a:lnTo>
                <a:lnTo>
                  <a:pt x="275" y="134"/>
                </a:lnTo>
                <a:lnTo>
                  <a:pt x="275" y="133"/>
                </a:lnTo>
                <a:lnTo>
                  <a:pt x="276" y="132"/>
                </a:lnTo>
                <a:lnTo>
                  <a:pt x="276" y="128"/>
                </a:lnTo>
                <a:lnTo>
                  <a:pt x="277" y="125"/>
                </a:lnTo>
                <a:lnTo>
                  <a:pt x="275" y="125"/>
                </a:lnTo>
                <a:lnTo>
                  <a:pt x="272" y="125"/>
                </a:lnTo>
                <a:lnTo>
                  <a:pt x="271" y="124"/>
                </a:lnTo>
                <a:lnTo>
                  <a:pt x="268" y="124"/>
                </a:lnTo>
                <a:lnTo>
                  <a:pt x="264" y="124"/>
                </a:lnTo>
                <a:lnTo>
                  <a:pt x="261" y="124"/>
                </a:lnTo>
                <a:lnTo>
                  <a:pt x="259" y="124"/>
                </a:lnTo>
                <a:lnTo>
                  <a:pt x="258" y="124"/>
                </a:lnTo>
                <a:lnTo>
                  <a:pt x="257" y="124"/>
                </a:lnTo>
                <a:lnTo>
                  <a:pt x="256" y="124"/>
                </a:lnTo>
                <a:lnTo>
                  <a:pt x="255" y="124"/>
                </a:lnTo>
                <a:lnTo>
                  <a:pt x="254" y="124"/>
                </a:lnTo>
                <a:lnTo>
                  <a:pt x="253" y="124"/>
                </a:lnTo>
                <a:lnTo>
                  <a:pt x="252" y="125"/>
                </a:lnTo>
                <a:lnTo>
                  <a:pt x="251" y="125"/>
                </a:lnTo>
                <a:lnTo>
                  <a:pt x="250" y="125"/>
                </a:lnTo>
                <a:lnTo>
                  <a:pt x="250" y="126"/>
                </a:lnTo>
                <a:lnTo>
                  <a:pt x="249" y="128"/>
                </a:lnTo>
                <a:lnTo>
                  <a:pt x="249" y="130"/>
                </a:lnTo>
                <a:lnTo>
                  <a:pt x="247" y="136"/>
                </a:lnTo>
                <a:lnTo>
                  <a:pt x="247" y="137"/>
                </a:lnTo>
                <a:lnTo>
                  <a:pt x="247" y="138"/>
                </a:lnTo>
                <a:lnTo>
                  <a:pt x="246" y="138"/>
                </a:lnTo>
                <a:lnTo>
                  <a:pt x="244" y="138"/>
                </a:lnTo>
                <a:lnTo>
                  <a:pt x="243" y="138"/>
                </a:lnTo>
                <a:lnTo>
                  <a:pt x="241" y="137"/>
                </a:lnTo>
                <a:lnTo>
                  <a:pt x="236" y="136"/>
                </a:lnTo>
                <a:lnTo>
                  <a:pt x="234" y="134"/>
                </a:lnTo>
                <a:lnTo>
                  <a:pt x="233" y="133"/>
                </a:lnTo>
                <a:lnTo>
                  <a:pt x="229" y="128"/>
                </a:lnTo>
                <a:lnTo>
                  <a:pt x="228" y="127"/>
                </a:lnTo>
                <a:lnTo>
                  <a:pt x="227" y="125"/>
                </a:lnTo>
                <a:lnTo>
                  <a:pt x="226" y="125"/>
                </a:lnTo>
                <a:lnTo>
                  <a:pt x="226" y="124"/>
                </a:lnTo>
                <a:lnTo>
                  <a:pt x="224" y="122"/>
                </a:lnTo>
                <a:lnTo>
                  <a:pt x="224" y="121"/>
                </a:lnTo>
                <a:lnTo>
                  <a:pt x="223" y="121"/>
                </a:lnTo>
                <a:lnTo>
                  <a:pt x="218" y="114"/>
                </a:lnTo>
                <a:lnTo>
                  <a:pt x="217" y="113"/>
                </a:lnTo>
                <a:lnTo>
                  <a:pt x="216" y="111"/>
                </a:lnTo>
                <a:lnTo>
                  <a:pt x="218" y="110"/>
                </a:lnTo>
                <a:lnTo>
                  <a:pt x="219" y="110"/>
                </a:lnTo>
                <a:lnTo>
                  <a:pt x="219" y="109"/>
                </a:lnTo>
                <a:lnTo>
                  <a:pt x="217" y="109"/>
                </a:lnTo>
                <a:lnTo>
                  <a:pt x="217" y="108"/>
                </a:lnTo>
                <a:lnTo>
                  <a:pt x="218" y="107"/>
                </a:lnTo>
                <a:lnTo>
                  <a:pt x="220" y="108"/>
                </a:lnTo>
                <a:lnTo>
                  <a:pt x="222" y="106"/>
                </a:lnTo>
                <a:lnTo>
                  <a:pt x="223" y="105"/>
                </a:lnTo>
                <a:lnTo>
                  <a:pt x="223" y="104"/>
                </a:lnTo>
                <a:lnTo>
                  <a:pt x="224" y="103"/>
                </a:lnTo>
                <a:lnTo>
                  <a:pt x="224" y="101"/>
                </a:lnTo>
                <a:lnTo>
                  <a:pt x="225" y="101"/>
                </a:lnTo>
                <a:lnTo>
                  <a:pt x="224" y="100"/>
                </a:lnTo>
                <a:lnTo>
                  <a:pt x="223" y="100"/>
                </a:lnTo>
                <a:lnTo>
                  <a:pt x="221" y="99"/>
                </a:lnTo>
                <a:lnTo>
                  <a:pt x="218" y="98"/>
                </a:lnTo>
                <a:lnTo>
                  <a:pt x="217" y="99"/>
                </a:lnTo>
                <a:lnTo>
                  <a:pt x="215" y="96"/>
                </a:lnTo>
                <a:lnTo>
                  <a:pt x="215" y="95"/>
                </a:lnTo>
                <a:lnTo>
                  <a:pt x="215" y="94"/>
                </a:lnTo>
                <a:lnTo>
                  <a:pt x="215" y="93"/>
                </a:lnTo>
                <a:lnTo>
                  <a:pt x="215" y="91"/>
                </a:lnTo>
                <a:lnTo>
                  <a:pt x="215" y="90"/>
                </a:lnTo>
                <a:lnTo>
                  <a:pt x="216" y="89"/>
                </a:lnTo>
                <a:lnTo>
                  <a:pt x="216" y="84"/>
                </a:lnTo>
                <a:lnTo>
                  <a:pt x="217" y="83"/>
                </a:lnTo>
                <a:lnTo>
                  <a:pt x="217" y="82"/>
                </a:lnTo>
                <a:lnTo>
                  <a:pt x="218" y="81"/>
                </a:lnTo>
                <a:lnTo>
                  <a:pt x="219" y="81"/>
                </a:lnTo>
                <a:lnTo>
                  <a:pt x="220" y="80"/>
                </a:lnTo>
                <a:lnTo>
                  <a:pt x="221" y="80"/>
                </a:lnTo>
                <a:lnTo>
                  <a:pt x="222" y="81"/>
                </a:lnTo>
                <a:lnTo>
                  <a:pt x="223" y="81"/>
                </a:lnTo>
                <a:lnTo>
                  <a:pt x="227" y="81"/>
                </a:lnTo>
                <a:lnTo>
                  <a:pt x="228" y="81"/>
                </a:lnTo>
                <a:lnTo>
                  <a:pt x="229" y="81"/>
                </a:lnTo>
                <a:lnTo>
                  <a:pt x="231" y="82"/>
                </a:lnTo>
                <a:lnTo>
                  <a:pt x="232" y="82"/>
                </a:lnTo>
                <a:lnTo>
                  <a:pt x="233" y="82"/>
                </a:lnTo>
                <a:lnTo>
                  <a:pt x="234" y="82"/>
                </a:lnTo>
                <a:lnTo>
                  <a:pt x="235" y="82"/>
                </a:lnTo>
                <a:lnTo>
                  <a:pt x="237" y="82"/>
                </a:lnTo>
                <a:lnTo>
                  <a:pt x="238" y="83"/>
                </a:lnTo>
                <a:lnTo>
                  <a:pt x="239" y="83"/>
                </a:lnTo>
                <a:lnTo>
                  <a:pt x="240" y="83"/>
                </a:lnTo>
                <a:lnTo>
                  <a:pt x="241" y="83"/>
                </a:lnTo>
                <a:lnTo>
                  <a:pt x="242" y="82"/>
                </a:lnTo>
                <a:lnTo>
                  <a:pt x="244" y="82"/>
                </a:lnTo>
                <a:lnTo>
                  <a:pt x="245" y="82"/>
                </a:lnTo>
                <a:lnTo>
                  <a:pt x="247" y="82"/>
                </a:lnTo>
                <a:lnTo>
                  <a:pt x="248" y="82"/>
                </a:lnTo>
                <a:lnTo>
                  <a:pt x="249" y="82"/>
                </a:lnTo>
                <a:lnTo>
                  <a:pt x="249" y="83"/>
                </a:lnTo>
                <a:lnTo>
                  <a:pt x="248" y="83"/>
                </a:lnTo>
                <a:lnTo>
                  <a:pt x="248" y="84"/>
                </a:lnTo>
                <a:lnTo>
                  <a:pt x="248" y="85"/>
                </a:lnTo>
                <a:lnTo>
                  <a:pt x="249" y="85"/>
                </a:lnTo>
                <a:lnTo>
                  <a:pt x="249" y="84"/>
                </a:lnTo>
                <a:lnTo>
                  <a:pt x="250" y="84"/>
                </a:lnTo>
                <a:lnTo>
                  <a:pt x="251" y="84"/>
                </a:lnTo>
                <a:lnTo>
                  <a:pt x="251" y="85"/>
                </a:lnTo>
                <a:lnTo>
                  <a:pt x="253" y="86"/>
                </a:lnTo>
                <a:lnTo>
                  <a:pt x="253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8" y="87"/>
                </a:lnTo>
                <a:lnTo>
                  <a:pt x="259" y="87"/>
                </a:lnTo>
                <a:lnTo>
                  <a:pt x="259" y="88"/>
                </a:lnTo>
                <a:lnTo>
                  <a:pt x="260" y="88"/>
                </a:lnTo>
                <a:lnTo>
                  <a:pt x="260" y="87"/>
                </a:lnTo>
                <a:lnTo>
                  <a:pt x="261" y="87"/>
                </a:lnTo>
                <a:lnTo>
                  <a:pt x="262" y="87"/>
                </a:lnTo>
                <a:lnTo>
                  <a:pt x="264" y="87"/>
                </a:lnTo>
                <a:lnTo>
                  <a:pt x="265" y="87"/>
                </a:lnTo>
                <a:lnTo>
                  <a:pt x="266" y="87"/>
                </a:lnTo>
                <a:lnTo>
                  <a:pt x="266" y="86"/>
                </a:lnTo>
                <a:lnTo>
                  <a:pt x="267" y="86"/>
                </a:lnTo>
                <a:lnTo>
                  <a:pt x="267" y="85"/>
                </a:lnTo>
                <a:lnTo>
                  <a:pt x="268" y="84"/>
                </a:lnTo>
                <a:lnTo>
                  <a:pt x="269" y="84"/>
                </a:lnTo>
                <a:lnTo>
                  <a:pt x="270" y="83"/>
                </a:lnTo>
                <a:lnTo>
                  <a:pt x="273" y="82"/>
                </a:lnTo>
                <a:lnTo>
                  <a:pt x="273" y="81"/>
                </a:lnTo>
                <a:lnTo>
                  <a:pt x="273" y="80"/>
                </a:lnTo>
                <a:lnTo>
                  <a:pt x="272" y="80"/>
                </a:lnTo>
                <a:lnTo>
                  <a:pt x="272" y="79"/>
                </a:lnTo>
                <a:lnTo>
                  <a:pt x="273" y="79"/>
                </a:lnTo>
                <a:lnTo>
                  <a:pt x="273" y="78"/>
                </a:lnTo>
                <a:lnTo>
                  <a:pt x="273" y="77"/>
                </a:lnTo>
                <a:lnTo>
                  <a:pt x="272" y="76"/>
                </a:lnTo>
                <a:lnTo>
                  <a:pt x="273" y="76"/>
                </a:lnTo>
                <a:lnTo>
                  <a:pt x="274" y="75"/>
                </a:lnTo>
                <a:lnTo>
                  <a:pt x="275" y="75"/>
                </a:lnTo>
                <a:lnTo>
                  <a:pt x="276" y="75"/>
                </a:lnTo>
                <a:lnTo>
                  <a:pt x="277" y="75"/>
                </a:lnTo>
                <a:lnTo>
                  <a:pt x="279" y="76"/>
                </a:lnTo>
                <a:lnTo>
                  <a:pt x="280" y="76"/>
                </a:lnTo>
                <a:lnTo>
                  <a:pt x="280" y="75"/>
                </a:lnTo>
                <a:lnTo>
                  <a:pt x="281" y="75"/>
                </a:lnTo>
                <a:lnTo>
                  <a:pt x="282" y="75"/>
                </a:lnTo>
                <a:lnTo>
                  <a:pt x="283" y="75"/>
                </a:lnTo>
                <a:lnTo>
                  <a:pt x="284" y="75"/>
                </a:lnTo>
                <a:lnTo>
                  <a:pt x="285" y="74"/>
                </a:lnTo>
                <a:lnTo>
                  <a:pt x="286" y="74"/>
                </a:lnTo>
                <a:lnTo>
                  <a:pt x="286" y="73"/>
                </a:lnTo>
                <a:lnTo>
                  <a:pt x="285" y="73"/>
                </a:lnTo>
                <a:lnTo>
                  <a:pt x="285" y="72"/>
                </a:lnTo>
                <a:lnTo>
                  <a:pt x="285" y="71"/>
                </a:lnTo>
                <a:lnTo>
                  <a:pt x="286" y="71"/>
                </a:lnTo>
                <a:lnTo>
                  <a:pt x="287" y="71"/>
                </a:lnTo>
                <a:lnTo>
                  <a:pt x="287" y="72"/>
                </a:lnTo>
                <a:lnTo>
                  <a:pt x="287" y="71"/>
                </a:lnTo>
                <a:lnTo>
                  <a:pt x="288" y="71"/>
                </a:lnTo>
                <a:lnTo>
                  <a:pt x="289" y="70"/>
                </a:lnTo>
                <a:lnTo>
                  <a:pt x="290" y="69"/>
                </a:lnTo>
                <a:lnTo>
                  <a:pt x="291" y="69"/>
                </a:lnTo>
                <a:lnTo>
                  <a:pt x="292" y="70"/>
                </a:lnTo>
                <a:lnTo>
                  <a:pt x="293" y="70"/>
                </a:lnTo>
                <a:lnTo>
                  <a:pt x="296" y="70"/>
                </a:lnTo>
                <a:lnTo>
                  <a:pt x="297" y="70"/>
                </a:lnTo>
                <a:lnTo>
                  <a:pt x="298" y="70"/>
                </a:lnTo>
                <a:lnTo>
                  <a:pt x="298" y="69"/>
                </a:lnTo>
                <a:lnTo>
                  <a:pt x="298" y="68"/>
                </a:lnTo>
                <a:lnTo>
                  <a:pt x="298" y="67"/>
                </a:lnTo>
                <a:lnTo>
                  <a:pt x="298" y="66"/>
                </a:lnTo>
                <a:lnTo>
                  <a:pt x="299" y="66"/>
                </a:lnTo>
                <a:lnTo>
                  <a:pt x="300" y="65"/>
                </a:lnTo>
                <a:lnTo>
                  <a:pt x="301" y="64"/>
                </a:lnTo>
                <a:lnTo>
                  <a:pt x="302" y="63"/>
                </a:lnTo>
                <a:lnTo>
                  <a:pt x="303" y="63"/>
                </a:lnTo>
                <a:lnTo>
                  <a:pt x="304" y="63"/>
                </a:lnTo>
                <a:lnTo>
                  <a:pt x="305" y="63"/>
                </a:lnTo>
                <a:lnTo>
                  <a:pt x="304" y="61"/>
                </a:lnTo>
                <a:lnTo>
                  <a:pt x="304" y="60"/>
                </a:lnTo>
                <a:lnTo>
                  <a:pt x="303" y="59"/>
                </a:lnTo>
                <a:lnTo>
                  <a:pt x="302" y="57"/>
                </a:lnTo>
                <a:lnTo>
                  <a:pt x="301" y="56"/>
                </a:lnTo>
                <a:lnTo>
                  <a:pt x="302" y="56"/>
                </a:lnTo>
                <a:lnTo>
                  <a:pt x="304" y="56"/>
                </a:lnTo>
                <a:lnTo>
                  <a:pt x="305" y="55"/>
                </a:lnTo>
                <a:lnTo>
                  <a:pt x="307" y="55"/>
                </a:lnTo>
                <a:lnTo>
                  <a:pt x="309" y="56"/>
                </a:lnTo>
                <a:lnTo>
                  <a:pt x="310" y="56"/>
                </a:lnTo>
                <a:lnTo>
                  <a:pt x="310" y="57"/>
                </a:lnTo>
                <a:lnTo>
                  <a:pt x="311" y="57"/>
                </a:lnTo>
                <a:lnTo>
                  <a:pt x="312" y="57"/>
                </a:lnTo>
                <a:lnTo>
                  <a:pt x="313" y="57"/>
                </a:lnTo>
                <a:lnTo>
                  <a:pt x="315" y="58"/>
                </a:lnTo>
                <a:lnTo>
                  <a:pt x="316" y="59"/>
                </a:lnTo>
                <a:lnTo>
                  <a:pt x="317" y="60"/>
                </a:lnTo>
                <a:lnTo>
                  <a:pt x="318" y="60"/>
                </a:lnTo>
                <a:lnTo>
                  <a:pt x="319" y="60"/>
                </a:lnTo>
                <a:lnTo>
                  <a:pt x="321" y="60"/>
                </a:lnTo>
                <a:lnTo>
                  <a:pt x="322" y="60"/>
                </a:lnTo>
                <a:lnTo>
                  <a:pt x="323" y="60"/>
                </a:lnTo>
                <a:lnTo>
                  <a:pt x="324" y="60"/>
                </a:lnTo>
                <a:lnTo>
                  <a:pt x="326" y="60"/>
                </a:lnTo>
                <a:lnTo>
                  <a:pt x="327" y="60"/>
                </a:lnTo>
                <a:lnTo>
                  <a:pt x="328" y="60"/>
                </a:lnTo>
                <a:lnTo>
                  <a:pt x="330" y="60"/>
                </a:lnTo>
                <a:lnTo>
                  <a:pt x="330" y="61"/>
                </a:lnTo>
                <a:lnTo>
                  <a:pt x="330" y="62"/>
                </a:lnTo>
                <a:lnTo>
                  <a:pt x="329" y="62"/>
                </a:lnTo>
                <a:lnTo>
                  <a:pt x="331" y="62"/>
                </a:lnTo>
                <a:lnTo>
                  <a:pt x="332" y="62"/>
                </a:lnTo>
                <a:lnTo>
                  <a:pt x="332" y="61"/>
                </a:lnTo>
                <a:lnTo>
                  <a:pt x="333" y="61"/>
                </a:lnTo>
                <a:lnTo>
                  <a:pt x="334" y="60"/>
                </a:lnTo>
                <a:lnTo>
                  <a:pt x="335" y="60"/>
                </a:lnTo>
                <a:lnTo>
                  <a:pt x="336" y="60"/>
                </a:lnTo>
                <a:lnTo>
                  <a:pt x="337" y="60"/>
                </a:lnTo>
                <a:lnTo>
                  <a:pt x="338" y="60"/>
                </a:lnTo>
                <a:lnTo>
                  <a:pt x="339" y="60"/>
                </a:lnTo>
                <a:lnTo>
                  <a:pt x="340" y="59"/>
                </a:lnTo>
                <a:lnTo>
                  <a:pt x="342" y="59"/>
                </a:lnTo>
                <a:lnTo>
                  <a:pt x="344" y="59"/>
                </a:lnTo>
                <a:lnTo>
                  <a:pt x="345" y="59"/>
                </a:lnTo>
                <a:lnTo>
                  <a:pt x="346" y="59"/>
                </a:lnTo>
                <a:lnTo>
                  <a:pt x="346" y="58"/>
                </a:lnTo>
                <a:lnTo>
                  <a:pt x="347" y="58"/>
                </a:lnTo>
                <a:lnTo>
                  <a:pt x="349" y="58"/>
                </a:lnTo>
                <a:lnTo>
                  <a:pt x="350" y="58"/>
                </a:lnTo>
                <a:lnTo>
                  <a:pt x="351" y="58"/>
                </a:lnTo>
                <a:lnTo>
                  <a:pt x="352" y="58"/>
                </a:lnTo>
                <a:lnTo>
                  <a:pt x="353" y="58"/>
                </a:lnTo>
                <a:lnTo>
                  <a:pt x="354" y="58"/>
                </a:lnTo>
                <a:lnTo>
                  <a:pt x="354" y="57"/>
                </a:lnTo>
                <a:lnTo>
                  <a:pt x="355" y="57"/>
                </a:lnTo>
                <a:lnTo>
                  <a:pt x="356" y="57"/>
                </a:lnTo>
                <a:lnTo>
                  <a:pt x="357" y="57"/>
                </a:lnTo>
                <a:lnTo>
                  <a:pt x="358" y="57"/>
                </a:lnTo>
                <a:lnTo>
                  <a:pt x="360" y="58"/>
                </a:lnTo>
                <a:lnTo>
                  <a:pt x="361" y="58"/>
                </a:lnTo>
                <a:lnTo>
                  <a:pt x="362" y="58"/>
                </a:lnTo>
                <a:lnTo>
                  <a:pt x="363" y="58"/>
                </a:lnTo>
                <a:lnTo>
                  <a:pt x="364" y="58"/>
                </a:lnTo>
                <a:lnTo>
                  <a:pt x="366" y="58"/>
                </a:lnTo>
                <a:lnTo>
                  <a:pt x="367" y="58"/>
                </a:lnTo>
                <a:lnTo>
                  <a:pt x="368" y="57"/>
                </a:lnTo>
                <a:lnTo>
                  <a:pt x="371" y="57"/>
                </a:lnTo>
                <a:lnTo>
                  <a:pt x="372" y="57"/>
                </a:lnTo>
                <a:lnTo>
                  <a:pt x="373" y="57"/>
                </a:lnTo>
                <a:lnTo>
                  <a:pt x="375" y="57"/>
                </a:lnTo>
                <a:lnTo>
                  <a:pt x="376" y="57"/>
                </a:lnTo>
                <a:lnTo>
                  <a:pt x="377" y="58"/>
                </a:lnTo>
                <a:lnTo>
                  <a:pt x="378" y="58"/>
                </a:lnTo>
                <a:lnTo>
                  <a:pt x="379" y="58"/>
                </a:lnTo>
                <a:lnTo>
                  <a:pt x="380" y="58"/>
                </a:lnTo>
                <a:lnTo>
                  <a:pt x="381" y="58"/>
                </a:lnTo>
                <a:lnTo>
                  <a:pt x="381" y="57"/>
                </a:lnTo>
                <a:lnTo>
                  <a:pt x="382" y="57"/>
                </a:lnTo>
                <a:lnTo>
                  <a:pt x="382" y="56"/>
                </a:lnTo>
                <a:lnTo>
                  <a:pt x="384" y="56"/>
                </a:lnTo>
                <a:lnTo>
                  <a:pt x="386" y="56"/>
                </a:lnTo>
                <a:lnTo>
                  <a:pt x="387" y="56"/>
                </a:lnTo>
                <a:lnTo>
                  <a:pt x="389" y="55"/>
                </a:lnTo>
                <a:lnTo>
                  <a:pt x="391" y="55"/>
                </a:lnTo>
                <a:lnTo>
                  <a:pt x="392" y="55"/>
                </a:lnTo>
                <a:lnTo>
                  <a:pt x="393" y="54"/>
                </a:lnTo>
                <a:lnTo>
                  <a:pt x="395" y="53"/>
                </a:lnTo>
                <a:lnTo>
                  <a:pt x="396" y="53"/>
                </a:lnTo>
                <a:lnTo>
                  <a:pt x="397" y="53"/>
                </a:lnTo>
                <a:lnTo>
                  <a:pt x="398" y="53"/>
                </a:lnTo>
                <a:lnTo>
                  <a:pt x="399" y="53"/>
                </a:lnTo>
                <a:lnTo>
                  <a:pt x="399" y="52"/>
                </a:lnTo>
                <a:lnTo>
                  <a:pt x="400" y="52"/>
                </a:lnTo>
                <a:lnTo>
                  <a:pt x="401" y="52"/>
                </a:lnTo>
                <a:lnTo>
                  <a:pt x="402" y="52"/>
                </a:lnTo>
                <a:lnTo>
                  <a:pt x="404" y="53"/>
                </a:lnTo>
                <a:lnTo>
                  <a:pt x="405" y="54"/>
                </a:lnTo>
                <a:lnTo>
                  <a:pt x="405" y="53"/>
                </a:lnTo>
                <a:lnTo>
                  <a:pt x="406" y="53"/>
                </a:lnTo>
                <a:lnTo>
                  <a:pt x="407" y="54"/>
                </a:lnTo>
                <a:lnTo>
                  <a:pt x="408" y="54"/>
                </a:lnTo>
                <a:lnTo>
                  <a:pt x="409" y="54"/>
                </a:lnTo>
                <a:lnTo>
                  <a:pt x="410" y="54"/>
                </a:lnTo>
                <a:lnTo>
                  <a:pt x="411" y="54"/>
                </a:lnTo>
                <a:lnTo>
                  <a:pt x="412" y="53"/>
                </a:lnTo>
                <a:lnTo>
                  <a:pt x="412" y="52"/>
                </a:lnTo>
                <a:lnTo>
                  <a:pt x="412" y="51"/>
                </a:lnTo>
                <a:lnTo>
                  <a:pt x="413" y="51"/>
                </a:lnTo>
                <a:lnTo>
                  <a:pt x="413" y="52"/>
                </a:lnTo>
                <a:lnTo>
                  <a:pt x="414" y="52"/>
                </a:lnTo>
                <a:lnTo>
                  <a:pt x="414" y="51"/>
                </a:lnTo>
                <a:lnTo>
                  <a:pt x="415" y="51"/>
                </a:lnTo>
                <a:lnTo>
                  <a:pt x="416" y="50"/>
                </a:lnTo>
                <a:lnTo>
                  <a:pt x="417" y="50"/>
                </a:lnTo>
                <a:lnTo>
                  <a:pt x="418" y="51"/>
                </a:lnTo>
                <a:lnTo>
                  <a:pt x="419" y="51"/>
                </a:lnTo>
                <a:lnTo>
                  <a:pt x="419" y="50"/>
                </a:lnTo>
                <a:lnTo>
                  <a:pt x="421" y="49"/>
                </a:lnTo>
                <a:lnTo>
                  <a:pt x="421" y="48"/>
                </a:lnTo>
                <a:lnTo>
                  <a:pt x="422" y="48"/>
                </a:lnTo>
                <a:lnTo>
                  <a:pt x="423" y="48"/>
                </a:lnTo>
                <a:lnTo>
                  <a:pt x="423" y="47"/>
                </a:lnTo>
                <a:lnTo>
                  <a:pt x="424" y="47"/>
                </a:lnTo>
                <a:lnTo>
                  <a:pt x="425" y="47"/>
                </a:lnTo>
                <a:lnTo>
                  <a:pt x="426" y="47"/>
                </a:lnTo>
                <a:lnTo>
                  <a:pt x="427" y="47"/>
                </a:lnTo>
                <a:lnTo>
                  <a:pt x="428" y="47"/>
                </a:lnTo>
                <a:lnTo>
                  <a:pt x="429" y="47"/>
                </a:lnTo>
                <a:lnTo>
                  <a:pt x="429" y="46"/>
                </a:lnTo>
                <a:lnTo>
                  <a:pt x="431" y="45"/>
                </a:lnTo>
                <a:lnTo>
                  <a:pt x="432" y="45"/>
                </a:lnTo>
                <a:lnTo>
                  <a:pt x="433" y="44"/>
                </a:lnTo>
                <a:lnTo>
                  <a:pt x="434" y="44"/>
                </a:lnTo>
                <a:lnTo>
                  <a:pt x="435" y="44"/>
                </a:lnTo>
                <a:lnTo>
                  <a:pt x="435" y="43"/>
                </a:lnTo>
                <a:lnTo>
                  <a:pt x="435" y="44"/>
                </a:lnTo>
                <a:lnTo>
                  <a:pt x="436" y="44"/>
                </a:lnTo>
                <a:lnTo>
                  <a:pt x="437" y="43"/>
                </a:lnTo>
                <a:lnTo>
                  <a:pt x="438" y="44"/>
                </a:lnTo>
                <a:lnTo>
                  <a:pt x="439" y="44"/>
                </a:lnTo>
                <a:lnTo>
                  <a:pt x="440" y="44"/>
                </a:lnTo>
                <a:lnTo>
                  <a:pt x="441" y="44"/>
                </a:lnTo>
                <a:lnTo>
                  <a:pt x="442" y="44"/>
                </a:lnTo>
                <a:lnTo>
                  <a:pt x="442" y="43"/>
                </a:lnTo>
                <a:lnTo>
                  <a:pt x="443" y="44"/>
                </a:lnTo>
                <a:lnTo>
                  <a:pt x="444" y="44"/>
                </a:lnTo>
                <a:lnTo>
                  <a:pt x="445" y="44"/>
                </a:lnTo>
                <a:lnTo>
                  <a:pt x="446" y="44"/>
                </a:lnTo>
                <a:lnTo>
                  <a:pt x="447" y="43"/>
                </a:lnTo>
                <a:lnTo>
                  <a:pt x="449" y="43"/>
                </a:lnTo>
                <a:lnTo>
                  <a:pt x="450" y="43"/>
                </a:lnTo>
                <a:lnTo>
                  <a:pt x="451" y="43"/>
                </a:lnTo>
                <a:lnTo>
                  <a:pt x="453" y="43"/>
                </a:lnTo>
                <a:lnTo>
                  <a:pt x="453" y="42"/>
                </a:lnTo>
                <a:lnTo>
                  <a:pt x="454" y="42"/>
                </a:lnTo>
                <a:lnTo>
                  <a:pt x="455" y="43"/>
                </a:lnTo>
                <a:lnTo>
                  <a:pt x="456" y="42"/>
                </a:lnTo>
                <a:lnTo>
                  <a:pt x="457" y="42"/>
                </a:lnTo>
                <a:lnTo>
                  <a:pt x="458" y="42"/>
                </a:lnTo>
                <a:lnTo>
                  <a:pt x="459" y="42"/>
                </a:lnTo>
                <a:lnTo>
                  <a:pt x="460" y="42"/>
                </a:lnTo>
                <a:lnTo>
                  <a:pt x="461" y="42"/>
                </a:lnTo>
                <a:lnTo>
                  <a:pt x="462" y="41"/>
                </a:lnTo>
                <a:lnTo>
                  <a:pt x="463" y="41"/>
                </a:lnTo>
                <a:lnTo>
                  <a:pt x="464" y="41"/>
                </a:lnTo>
                <a:lnTo>
                  <a:pt x="465" y="40"/>
                </a:lnTo>
                <a:lnTo>
                  <a:pt x="465" y="39"/>
                </a:lnTo>
                <a:lnTo>
                  <a:pt x="466" y="39"/>
                </a:lnTo>
                <a:lnTo>
                  <a:pt x="467" y="39"/>
                </a:lnTo>
                <a:lnTo>
                  <a:pt x="467" y="40"/>
                </a:lnTo>
                <a:lnTo>
                  <a:pt x="468" y="40"/>
                </a:lnTo>
                <a:lnTo>
                  <a:pt x="469" y="39"/>
                </a:lnTo>
                <a:lnTo>
                  <a:pt x="470" y="40"/>
                </a:lnTo>
                <a:lnTo>
                  <a:pt x="471" y="40"/>
                </a:lnTo>
                <a:lnTo>
                  <a:pt x="472" y="40"/>
                </a:lnTo>
                <a:lnTo>
                  <a:pt x="472" y="39"/>
                </a:lnTo>
                <a:lnTo>
                  <a:pt x="475" y="38"/>
                </a:lnTo>
                <a:lnTo>
                  <a:pt x="477" y="38"/>
                </a:lnTo>
                <a:lnTo>
                  <a:pt x="478" y="38"/>
                </a:lnTo>
                <a:lnTo>
                  <a:pt x="479" y="39"/>
                </a:lnTo>
                <a:lnTo>
                  <a:pt x="480" y="39"/>
                </a:lnTo>
                <a:lnTo>
                  <a:pt x="481" y="39"/>
                </a:lnTo>
                <a:lnTo>
                  <a:pt x="483" y="38"/>
                </a:lnTo>
                <a:lnTo>
                  <a:pt x="483" y="39"/>
                </a:lnTo>
                <a:lnTo>
                  <a:pt x="485" y="39"/>
                </a:lnTo>
                <a:lnTo>
                  <a:pt x="486" y="40"/>
                </a:lnTo>
                <a:lnTo>
                  <a:pt x="487" y="40"/>
                </a:lnTo>
                <a:lnTo>
                  <a:pt x="488" y="40"/>
                </a:lnTo>
                <a:lnTo>
                  <a:pt x="489" y="40"/>
                </a:lnTo>
                <a:lnTo>
                  <a:pt x="490" y="40"/>
                </a:lnTo>
                <a:lnTo>
                  <a:pt x="490" y="39"/>
                </a:lnTo>
                <a:lnTo>
                  <a:pt x="491" y="39"/>
                </a:lnTo>
                <a:lnTo>
                  <a:pt x="492" y="39"/>
                </a:lnTo>
                <a:lnTo>
                  <a:pt x="493" y="39"/>
                </a:lnTo>
                <a:lnTo>
                  <a:pt x="494" y="39"/>
                </a:lnTo>
                <a:lnTo>
                  <a:pt x="494" y="38"/>
                </a:lnTo>
                <a:lnTo>
                  <a:pt x="495" y="38"/>
                </a:lnTo>
                <a:lnTo>
                  <a:pt x="495" y="39"/>
                </a:lnTo>
                <a:lnTo>
                  <a:pt x="497" y="39"/>
                </a:lnTo>
                <a:lnTo>
                  <a:pt x="498" y="39"/>
                </a:lnTo>
                <a:lnTo>
                  <a:pt x="499" y="39"/>
                </a:lnTo>
                <a:lnTo>
                  <a:pt x="500" y="39"/>
                </a:lnTo>
                <a:lnTo>
                  <a:pt x="501" y="39"/>
                </a:lnTo>
                <a:lnTo>
                  <a:pt x="502" y="39"/>
                </a:lnTo>
                <a:lnTo>
                  <a:pt x="503" y="39"/>
                </a:lnTo>
                <a:lnTo>
                  <a:pt x="503" y="38"/>
                </a:lnTo>
                <a:lnTo>
                  <a:pt x="504" y="36"/>
                </a:lnTo>
                <a:lnTo>
                  <a:pt x="504" y="35"/>
                </a:lnTo>
                <a:lnTo>
                  <a:pt x="506" y="35"/>
                </a:lnTo>
                <a:lnTo>
                  <a:pt x="507" y="35"/>
                </a:lnTo>
                <a:lnTo>
                  <a:pt x="508" y="35"/>
                </a:lnTo>
                <a:lnTo>
                  <a:pt x="509" y="34"/>
                </a:lnTo>
                <a:lnTo>
                  <a:pt x="511" y="34"/>
                </a:lnTo>
                <a:lnTo>
                  <a:pt x="511" y="33"/>
                </a:lnTo>
                <a:lnTo>
                  <a:pt x="512" y="33"/>
                </a:lnTo>
                <a:lnTo>
                  <a:pt x="513" y="33"/>
                </a:lnTo>
                <a:lnTo>
                  <a:pt x="513" y="32"/>
                </a:lnTo>
                <a:lnTo>
                  <a:pt x="514" y="32"/>
                </a:lnTo>
                <a:lnTo>
                  <a:pt x="515" y="32"/>
                </a:lnTo>
                <a:lnTo>
                  <a:pt x="516" y="32"/>
                </a:lnTo>
                <a:lnTo>
                  <a:pt x="516" y="31"/>
                </a:lnTo>
                <a:lnTo>
                  <a:pt x="517" y="32"/>
                </a:lnTo>
                <a:lnTo>
                  <a:pt x="517" y="31"/>
                </a:lnTo>
                <a:lnTo>
                  <a:pt x="518" y="31"/>
                </a:lnTo>
                <a:lnTo>
                  <a:pt x="518" y="30"/>
                </a:lnTo>
                <a:lnTo>
                  <a:pt x="519" y="30"/>
                </a:lnTo>
                <a:lnTo>
                  <a:pt x="520" y="30"/>
                </a:lnTo>
                <a:lnTo>
                  <a:pt x="521" y="30"/>
                </a:lnTo>
                <a:lnTo>
                  <a:pt x="522" y="29"/>
                </a:lnTo>
                <a:lnTo>
                  <a:pt x="523" y="29"/>
                </a:lnTo>
                <a:lnTo>
                  <a:pt x="523" y="30"/>
                </a:lnTo>
                <a:lnTo>
                  <a:pt x="524" y="29"/>
                </a:lnTo>
                <a:lnTo>
                  <a:pt x="525" y="29"/>
                </a:lnTo>
                <a:lnTo>
                  <a:pt x="526" y="29"/>
                </a:lnTo>
                <a:lnTo>
                  <a:pt x="527" y="29"/>
                </a:lnTo>
                <a:lnTo>
                  <a:pt x="528" y="29"/>
                </a:lnTo>
                <a:lnTo>
                  <a:pt x="528" y="28"/>
                </a:lnTo>
                <a:lnTo>
                  <a:pt x="529" y="28"/>
                </a:lnTo>
                <a:lnTo>
                  <a:pt x="530" y="28"/>
                </a:lnTo>
                <a:lnTo>
                  <a:pt x="531" y="28"/>
                </a:lnTo>
                <a:lnTo>
                  <a:pt x="532" y="28"/>
                </a:lnTo>
                <a:lnTo>
                  <a:pt x="533" y="28"/>
                </a:lnTo>
                <a:lnTo>
                  <a:pt x="534" y="28"/>
                </a:lnTo>
                <a:lnTo>
                  <a:pt x="535" y="27"/>
                </a:lnTo>
                <a:lnTo>
                  <a:pt x="537" y="28"/>
                </a:lnTo>
                <a:lnTo>
                  <a:pt x="538" y="28"/>
                </a:lnTo>
                <a:lnTo>
                  <a:pt x="540" y="27"/>
                </a:lnTo>
                <a:lnTo>
                  <a:pt x="541" y="26"/>
                </a:lnTo>
                <a:lnTo>
                  <a:pt x="542" y="27"/>
                </a:lnTo>
                <a:lnTo>
                  <a:pt x="543" y="27"/>
                </a:lnTo>
                <a:lnTo>
                  <a:pt x="544" y="27"/>
                </a:lnTo>
                <a:lnTo>
                  <a:pt x="545" y="27"/>
                </a:lnTo>
                <a:lnTo>
                  <a:pt x="545" y="28"/>
                </a:lnTo>
                <a:lnTo>
                  <a:pt x="546" y="27"/>
                </a:lnTo>
                <a:lnTo>
                  <a:pt x="548" y="28"/>
                </a:lnTo>
                <a:lnTo>
                  <a:pt x="548" y="27"/>
                </a:lnTo>
                <a:lnTo>
                  <a:pt x="550" y="27"/>
                </a:lnTo>
                <a:lnTo>
                  <a:pt x="550" y="28"/>
                </a:lnTo>
                <a:lnTo>
                  <a:pt x="551" y="28"/>
                </a:lnTo>
                <a:lnTo>
                  <a:pt x="551" y="29"/>
                </a:lnTo>
                <a:lnTo>
                  <a:pt x="551" y="28"/>
                </a:lnTo>
                <a:lnTo>
                  <a:pt x="552" y="27"/>
                </a:lnTo>
                <a:lnTo>
                  <a:pt x="553" y="26"/>
                </a:lnTo>
                <a:lnTo>
                  <a:pt x="554" y="25"/>
                </a:lnTo>
                <a:lnTo>
                  <a:pt x="555" y="24"/>
                </a:lnTo>
                <a:lnTo>
                  <a:pt x="557" y="24"/>
                </a:lnTo>
                <a:lnTo>
                  <a:pt x="557" y="25"/>
                </a:lnTo>
                <a:lnTo>
                  <a:pt x="558" y="24"/>
                </a:lnTo>
                <a:lnTo>
                  <a:pt x="559" y="23"/>
                </a:lnTo>
                <a:lnTo>
                  <a:pt x="560" y="23"/>
                </a:lnTo>
                <a:lnTo>
                  <a:pt x="562" y="23"/>
                </a:lnTo>
                <a:lnTo>
                  <a:pt x="563" y="23"/>
                </a:lnTo>
                <a:lnTo>
                  <a:pt x="563" y="22"/>
                </a:lnTo>
                <a:lnTo>
                  <a:pt x="564" y="22"/>
                </a:lnTo>
                <a:lnTo>
                  <a:pt x="564" y="23"/>
                </a:lnTo>
                <a:lnTo>
                  <a:pt x="565" y="23"/>
                </a:lnTo>
                <a:lnTo>
                  <a:pt x="565" y="22"/>
                </a:lnTo>
                <a:lnTo>
                  <a:pt x="568" y="22"/>
                </a:lnTo>
                <a:lnTo>
                  <a:pt x="569" y="22"/>
                </a:lnTo>
                <a:lnTo>
                  <a:pt x="570" y="22"/>
                </a:lnTo>
                <a:lnTo>
                  <a:pt x="572" y="22"/>
                </a:lnTo>
                <a:lnTo>
                  <a:pt x="574" y="22"/>
                </a:lnTo>
                <a:lnTo>
                  <a:pt x="575" y="23"/>
                </a:lnTo>
                <a:lnTo>
                  <a:pt x="576" y="23"/>
                </a:lnTo>
                <a:lnTo>
                  <a:pt x="577" y="23"/>
                </a:lnTo>
                <a:lnTo>
                  <a:pt x="578" y="24"/>
                </a:lnTo>
                <a:lnTo>
                  <a:pt x="579" y="24"/>
                </a:lnTo>
                <a:lnTo>
                  <a:pt x="580" y="24"/>
                </a:lnTo>
                <a:lnTo>
                  <a:pt x="581" y="24"/>
                </a:lnTo>
                <a:lnTo>
                  <a:pt x="582" y="24"/>
                </a:lnTo>
                <a:lnTo>
                  <a:pt x="583" y="24"/>
                </a:lnTo>
                <a:lnTo>
                  <a:pt x="583" y="25"/>
                </a:lnTo>
                <a:lnTo>
                  <a:pt x="584" y="25"/>
                </a:lnTo>
                <a:lnTo>
                  <a:pt x="585" y="25"/>
                </a:lnTo>
                <a:lnTo>
                  <a:pt x="585" y="24"/>
                </a:lnTo>
                <a:lnTo>
                  <a:pt x="587" y="23"/>
                </a:lnTo>
                <a:lnTo>
                  <a:pt x="588" y="23"/>
                </a:lnTo>
                <a:lnTo>
                  <a:pt x="588" y="22"/>
                </a:lnTo>
                <a:lnTo>
                  <a:pt x="590" y="22"/>
                </a:lnTo>
                <a:lnTo>
                  <a:pt x="590" y="23"/>
                </a:lnTo>
                <a:lnTo>
                  <a:pt x="591" y="23"/>
                </a:lnTo>
                <a:lnTo>
                  <a:pt x="591" y="22"/>
                </a:lnTo>
                <a:lnTo>
                  <a:pt x="590" y="21"/>
                </a:lnTo>
                <a:lnTo>
                  <a:pt x="590" y="20"/>
                </a:lnTo>
                <a:lnTo>
                  <a:pt x="590" y="19"/>
                </a:lnTo>
                <a:lnTo>
                  <a:pt x="589" y="18"/>
                </a:lnTo>
                <a:lnTo>
                  <a:pt x="589" y="17"/>
                </a:lnTo>
                <a:lnTo>
                  <a:pt x="590" y="17"/>
                </a:lnTo>
                <a:lnTo>
                  <a:pt x="591" y="17"/>
                </a:lnTo>
                <a:lnTo>
                  <a:pt x="592" y="17"/>
                </a:lnTo>
                <a:lnTo>
                  <a:pt x="592" y="16"/>
                </a:lnTo>
                <a:lnTo>
                  <a:pt x="593" y="16"/>
                </a:lnTo>
                <a:lnTo>
                  <a:pt x="594" y="16"/>
                </a:lnTo>
                <a:lnTo>
                  <a:pt x="595" y="16"/>
                </a:lnTo>
                <a:lnTo>
                  <a:pt x="595" y="17"/>
                </a:lnTo>
                <a:lnTo>
                  <a:pt x="597" y="17"/>
                </a:lnTo>
                <a:lnTo>
                  <a:pt x="598" y="17"/>
                </a:lnTo>
                <a:lnTo>
                  <a:pt x="598" y="16"/>
                </a:lnTo>
                <a:lnTo>
                  <a:pt x="598" y="15"/>
                </a:lnTo>
                <a:lnTo>
                  <a:pt x="599" y="15"/>
                </a:lnTo>
                <a:lnTo>
                  <a:pt x="599" y="14"/>
                </a:lnTo>
                <a:lnTo>
                  <a:pt x="598" y="13"/>
                </a:lnTo>
                <a:lnTo>
                  <a:pt x="600" y="11"/>
                </a:lnTo>
                <a:lnTo>
                  <a:pt x="602" y="9"/>
                </a:lnTo>
                <a:lnTo>
                  <a:pt x="602" y="8"/>
                </a:lnTo>
                <a:lnTo>
                  <a:pt x="603" y="7"/>
                </a:lnTo>
                <a:lnTo>
                  <a:pt x="604" y="6"/>
                </a:lnTo>
                <a:lnTo>
                  <a:pt x="605" y="6"/>
                </a:lnTo>
                <a:lnTo>
                  <a:pt x="608" y="6"/>
                </a:lnTo>
                <a:lnTo>
                  <a:pt x="610" y="6"/>
                </a:lnTo>
                <a:lnTo>
                  <a:pt x="611" y="6"/>
                </a:lnTo>
                <a:lnTo>
                  <a:pt x="611" y="7"/>
                </a:lnTo>
                <a:lnTo>
                  <a:pt x="613" y="7"/>
                </a:lnTo>
                <a:lnTo>
                  <a:pt x="613" y="6"/>
                </a:lnTo>
                <a:lnTo>
                  <a:pt x="612" y="6"/>
                </a:lnTo>
                <a:lnTo>
                  <a:pt x="612" y="5"/>
                </a:lnTo>
                <a:lnTo>
                  <a:pt x="613" y="5"/>
                </a:lnTo>
                <a:lnTo>
                  <a:pt x="614" y="5"/>
                </a:lnTo>
                <a:lnTo>
                  <a:pt x="616" y="5"/>
                </a:lnTo>
                <a:lnTo>
                  <a:pt x="616" y="6"/>
                </a:lnTo>
                <a:lnTo>
                  <a:pt x="617" y="6"/>
                </a:lnTo>
                <a:lnTo>
                  <a:pt x="618" y="6"/>
                </a:lnTo>
                <a:lnTo>
                  <a:pt x="619" y="6"/>
                </a:lnTo>
                <a:lnTo>
                  <a:pt x="620" y="6"/>
                </a:lnTo>
                <a:lnTo>
                  <a:pt x="620" y="5"/>
                </a:lnTo>
                <a:lnTo>
                  <a:pt x="621" y="5"/>
                </a:lnTo>
                <a:lnTo>
                  <a:pt x="621" y="6"/>
                </a:lnTo>
                <a:lnTo>
                  <a:pt x="622" y="6"/>
                </a:lnTo>
                <a:lnTo>
                  <a:pt x="623" y="6"/>
                </a:lnTo>
                <a:lnTo>
                  <a:pt x="624" y="6"/>
                </a:lnTo>
                <a:lnTo>
                  <a:pt x="626" y="6"/>
                </a:lnTo>
                <a:lnTo>
                  <a:pt x="627" y="6"/>
                </a:lnTo>
                <a:lnTo>
                  <a:pt x="628" y="6"/>
                </a:lnTo>
                <a:lnTo>
                  <a:pt x="628" y="5"/>
                </a:lnTo>
                <a:lnTo>
                  <a:pt x="629" y="5"/>
                </a:lnTo>
                <a:lnTo>
                  <a:pt x="630" y="6"/>
                </a:lnTo>
                <a:lnTo>
                  <a:pt x="630" y="7"/>
                </a:lnTo>
                <a:lnTo>
                  <a:pt x="631" y="7"/>
                </a:lnTo>
                <a:lnTo>
                  <a:pt x="632" y="7"/>
                </a:lnTo>
                <a:lnTo>
                  <a:pt x="632" y="6"/>
                </a:lnTo>
                <a:lnTo>
                  <a:pt x="633" y="6"/>
                </a:lnTo>
                <a:lnTo>
                  <a:pt x="634" y="6"/>
                </a:lnTo>
                <a:lnTo>
                  <a:pt x="636" y="7"/>
                </a:lnTo>
                <a:lnTo>
                  <a:pt x="637" y="6"/>
                </a:lnTo>
                <a:lnTo>
                  <a:pt x="638" y="6"/>
                </a:lnTo>
                <a:lnTo>
                  <a:pt x="638" y="5"/>
                </a:lnTo>
                <a:lnTo>
                  <a:pt x="639" y="5"/>
                </a:lnTo>
                <a:lnTo>
                  <a:pt x="640" y="5"/>
                </a:lnTo>
                <a:lnTo>
                  <a:pt x="641" y="6"/>
                </a:lnTo>
                <a:lnTo>
                  <a:pt x="642" y="6"/>
                </a:lnTo>
                <a:lnTo>
                  <a:pt x="643" y="5"/>
                </a:lnTo>
                <a:lnTo>
                  <a:pt x="644" y="5"/>
                </a:lnTo>
                <a:lnTo>
                  <a:pt x="645" y="5"/>
                </a:lnTo>
                <a:lnTo>
                  <a:pt x="647" y="5"/>
                </a:lnTo>
                <a:lnTo>
                  <a:pt x="647" y="4"/>
                </a:lnTo>
                <a:lnTo>
                  <a:pt x="648" y="4"/>
                </a:lnTo>
                <a:lnTo>
                  <a:pt x="649" y="4"/>
                </a:lnTo>
                <a:lnTo>
                  <a:pt x="650" y="4"/>
                </a:lnTo>
                <a:lnTo>
                  <a:pt x="651" y="4"/>
                </a:lnTo>
                <a:lnTo>
                  <a:pt x="652" y="4"/>
                </a:lnTo>
                <a:lnTo>
                  <a:pt x="653" y="4"/>
                </a:lnTo>
                <a:lnTo>
                  <a:pt x="654" y="4"/>
                </a:lnTo>
                <a:lnTo>
                  <a:pt x="655" y="4"/>
                </a:lnTo>
                <a:lnTo>
                  <a:pt x="655" y="5"/>
                </a:lnTo>
                <a:lnTo>
                  <a:pt x="655" y="6"/>
                </a:lnTo>
                <a:lnTo>
                  <a:pt x="655" y="5"/>
                </a:lnTo>
                <a:lnTo>
                  <a:pt x="657" y="5"/>
                </a:lnTo>
                <a:lnTo>
                  <a:pt x="658" y="4"/>
                </a:lnTo>
                <a:lnTo>
                  <a:pt x="659" y="4"/>
                </a:lnTo>
                <a:lnTo>
                  <a:pt x="660" y="4"/>
                </a:lnTo>
                <a:lnTo>
                  <a:pt x="660" y="5"/>
                </a:lnTo>
                <a:lnTo>
                  <a:pt x="661" y="5"/>
                </a:lnTo>
                <a:lnTo>
                  <a:pt x="663" y="5"/>
                </a:lnTo>
                <a:lnTo>
                  <a:pt x="664" y="5"/>
                </a:lnTo>
                <a:lnTo>
                  <a:pt x="664" y="4"/>
                </a:lnTo>
                <a:lnTo>
                  <a:pt x="665" y="4"/>
                </a:lnTo>
                <a:lnTo>
                  <a:pt x="666" y="3"/>
                </a:lnTo>
                <a:lnTo>
                  <a:pt x="667" y="2"/>
                </a:lnTo>
                <a:lnTo>
                  <a:pt x="667" y="1"/>
                </a:lnTo>
                <a:lnTo>
                  <a:pt x="668" y="1"/>
                </a:lnTo>
                <a:lnTo>
                  <a:pt x="669" y="1"/>
                </a:lnTo>
                <a:lnTo>
                  <a:pt x="671" y="1"/>
                </a:lnTo>
                <a:lnTo>
                  <a:pt x="672" y="1"/>
                </a:lnTo>
                <a:lnTo>
                  <a:pt x="673" y="1"/>
                </a:lnTo>
                <a:lnTo>
                  <a:pt x="674" y="0"/>
                </a:lnTo>
                <a:lnTo>
                  <a:pt x="675" y="1"/>
                </a:lnTo>
                <a:lnTo>
                  <a:pt x="676" y="0"/>
                </a:lnTo>
                <a:lnTo>
                  <a:pt x="677" y="1"/>
                </a:lnTo>
                <a:lnTo>
                  <a:pt x="679" y="1"/>
                </a:lnTo>
                <a:lnTo>
                  <a:pt x="679" y="2"/>
                </a:lnTo>
                <a:lnTo>
                  <a:pt x="679" y="3"/>
                </a:lnTo>
                <a:lnTo>
                  <a:pt x="679" y="4"/>
                </a:lnTo>
                <a:lnTo>
                  <a:pt x="679" y="5"/>
                </a:lnTo>
                <a:lnTo>
                  <a:pt x="680" y="6"/>
                </a:lnTo>
                <a:lnTo>
                  <a:pt x="681" y="6"/>
                </a:lnTo>
                <a:lnTo>
                  <a:pt x="682" y="6"/>
                </a:lnTo>
                <a:lnTo>
                  <a:pt x="683" y="5"/>
                </a:lnTo>
                <a:lnTo>
                  <a:pt x="684" y="5"/>
                </a:lnTo>
                <a:lnTo>
                  <a:pt x="686" y="5"/>
                </a:lnTo>
                <a:lnTo>
                  <a:pt x="687" y="5"/>
                </a:lnTo>
                <a:lnTo>
                  <a:pt x="687" y="6"/>
                </a:lnTo>
                <a:lnTo>
                  <a:pt x="688" y="6"/>
                </a:lnTo>
                <a:lnTo>
                  <a:pt x="689" y="6"/>
                </a:lnTo>
                <a:lnTo>
                  <a:pt x="690" y="6"/>
                </a:lnTo>
                <a:lnTo>
                  <a:pt x="690" y="7"/>
                </a:lnTo>
                <a:lnTo>
                  <a:pt x="691" y="7"/>
                </a:lnTo>
                <a:lnTo>
                  <a:pt x="692" y="7"/>
                </a:lnTo>
                <a:lnTo>
                  <a:pt x="692" y="6"/>
                </a:lnTo>
                <a:lnTo>
                  <a:pt x="693" y="6"/>
                </a:lnTo>
                <a:lnTo>
                  <a:pt x="694" y="6"/>
                </a:lnTo>
                <a:lnTo>
                  <a:pt x="695" y="7"/>
                </a:lnTo>
                <a:lnTo>
                  <a:pt x="695" y="6"/>
                </a:lnTo>
                <a:lnTo>
                  <a:pt x="697" y="4"/>
                </a:lnTo>
                <a:lnTo>
                  <a:pt x="698" y="4"/>
                </a:lnTo>
                <a:lnTo>
                  <a:pt x="698" y="3"/>
                </a:lnTo>
                <a:lnTo>
                  <a:pt x="700" y="3"/>
                </a:lnTo>
                <a:lnTo>
                  <a:pt x="700" y="2"/>
                </a:lnTo>
                <a:lnTo>
                  <a:pt x="701" y="2"/>
                </a:lnTo>
                <a:lnTo>
                  <a:pt x="703" y="2"/>
                </a:lnTo>
                <a:lnTo>
                  <a:pt x="704" y="2"/>
                </a:lnTo>
                <a:lnTo>
                  <a:pt x="705" y="3"/>
                </a:lnTo>
                <a:lnTo>
                  <a:pt x="706" y="5"/>
                </a:lnTo>
                <a:lnTo>
                  <a:pt x="707" y="6"/>
                </a:lnTo>
                <a:lnTo>
                  <a:pt x="706" y="6"/>
                </a:lnTo>
                <a:lnTo>
                  <a:pt x="706" y="7"/>
                </a:lnTo>
                <a:lnTo>
                  <a:pt x="705" y="8"/>
                </a:lnTo>
                <a:lnTo>
                  <a:pt x="705" y="9"/>
                </a:lnTo>
                <a:lnTo>
                  <a:pt x="704" y="10"/>
                </a:lnTo>
                <a:lnTo>
                  <a:pt x="704" y="11"/>
                </a:lnTo>
                <a:lnTo>
                  <a:pt x="705" y="11"/>
                </a:lnTo>
                <a:lnTo>
                  <a:pt x="705" y="12"/>
                </a:lnTo>
                <a:lnTo>
                  <a:pt x="704" y="12"/>
                </a:lnTo>
                <a:lnTo>
                  <a:pt x="704" y="13"/>
                </a:lnTo>
                <a:lnTo>
                  <a:pt x="703" y="13"/>
                </a:lnTo>
                <a:lnTo>
                  <a:pt x="703" y="14"/>
                </a:lnTo>
                <a:lnTo>
                  <a:pt x="703" y="15"/>
                </a:lnTo>
                <a:lnTo>
                  <a:pt x="704" y="16"/>
                </a:lnTo>
                <a:lnTo>
                  <a:pt x="704" y="17"/>
                </a:lnTo>
                <a:lnTo>
                  <a:pt x="705" y="18"/>
                </a:lnTo>
                <a:lnTo>
                  <a:pt x="706" y="18"/>
                </a:lnTo>
                <a:lnTo>
                  <a:pt x="707" y="19"/>
                </a:lnTo>
                <a:lnTo>
                  <a:pt x="708" y="21"/>
                </a:lnTo>
                <a:lnTo>
                  <a:pt x="709" y="21"/>
                </a:lnTo>
                <a:lnTo>
                  <a:pt x="709" y="22"/>
                </a:lnTo>
                <a:lnTo>
                  <a:pt x="709" y="23"/>
                </a:lnTo>
                <a:lnTo>
                  <a:pt x="709" y="24"/>
                </a:lnTo>
                <a:lnTo>
                  <a:pt x="710" y="24"/>
                </a:lnTo>
                <a:lnTo>
                  <a:pt x="710" y="25"/>
                </a:lnTo>
                <a:lnTo>
                  <a:pt x="710" y="26"/>
                </a:lnTo>
                <a:lnTo>
                  <a:pt x="711" y="26"/>
                </a:lnTo>
                <a:lnTo>
                  <a:pt x="711" y="27"/>
                </a:lnTo>
                <a:lnTo>
                  <a:pt x="712" y="28"/>
                </a:lnTo>
                <a:lnTo>
                  <a:pt x="712" y="29"/>
                </a:lnTo>
                <a:lnTo>
                  <a:pt x="712" y="30"/>
                </a:lnTo>
                <a:lnTo>
                  <a:pt x="712" y="31"/>
                </a:lnTo>
                <a:lnTo>
                  <a:pt x="712" y="34"/>
                </a:lnTo>
                <a:lnTo>
                  <a:pt x="711" y="40"/>
                </a:lnTo>
                <a:lnTo>
                  <a:pt x="710" y="45"/>
                </a:lnTo>
                <a:lnTo>
                  <a:pt x="708" y="54"/>
                </a:lnTo>
                <a:lnTo>
                  <a:pt x="707" y="55"/>
                </a:lnTo>
                <a:lnTo>
                  <a:pt x="707" y="56"/>
                </a:lnTo>
                <a:lnTo>
                  <a:pt x="708" y="57"/>
                </a:lnTo>
                <a:lnTo>
                  <a:pt x="711" y="58"/>
                </a:lnTo>
                <a:lnTo>
                  <a:pt x="713" y="58"/>
                </a:lnTo>
                <a:lnTo>
                  <a:pt x="715" y="58"/>
                </a:lnTo>
                <a:lnTo>
                  <a:pt x="716" y="58"/>
                </a:lnTo>
                <a:lnTo>
                  <a:pt x="718" y="60"/>
                </a:lnTo>
                <a:lnTo>
                  <a:pt x="719" y="61"/>
                </a:lnTo>
                <a:lnTo>
                  <a:pt x="720" y="62"/>
                </a:lnTo>
                <a:lnTo>
                  <a:pt x="720" y="63"/>
                </a:lnTo>
                <a:lnTo>
                  <a:pt x="721" y="63"/>
                </a:lnTo>
                <a:lnTo>
                  <a:pt x="722" y="63"/>
                </a:lnTo>
                <a:lnTo>
                  <a:pt x="722" y="64"/>
                </a:lnTo>
                <a:lnTo>
                  <a:pt x="724" y="64"/>
                </a:lnTo>
                <a:lnTo>
                  <a:pt x="725" y="64"/>
                </a:lnTo>
                <a:lnTo>
                  <a:pt x="726" y="64"/>
                </a:lnTo>
                <a:lnTo>
                  <a:pt x="727" y="63"/>
                </a:lnTo>
                <a:lnTo>
                  <a:pt x="728" y="63"/>
                </a:lnTo>
                <a:lnTo>
                  <a:pt x="729" y="63"/>
                </a:lnTo>
                <a:lnTo>
                  <a:pt x="730" y="62"/>
                </a:lnTo>
                <a:lnTo>
                  <a:pt x="738" y="62"/>
                </a:lnTo>
                <a:lnTo>
                  <a:pt x="740" y="62"/>
                </a:lnTo>
                <a:lnTo>
                  <a:pt x="754" y="62"/>
                </a:lnTo>
                <a:lnTo>
                  <a:pt x="756" y="62"/>
                </a:lnTo>
                <a:lnTo>
                  <a:pt x="757" y="63"/>
                </a:lnTo>
                <a:lnTo>
                  <a:pt x="758" y="63"/>
                </a:lnTo>
                <a:lnTo>
                  <a:pt x="760" y="63"/>
                </a:lnTo>
                <a:lnTo>
                  <a:pt x="768" y="64"/>
                </a:lnTo>
                <a:lnTo>
                  <a:pt x="785" y="65"/>
                </a:lnTo>
                <a:lnTo>
                  <a:pt x="789" y="65"/>
                </a:lnTo>
                <a:lnTo>
                  <a:pt x="791" y="65"/>
                </a:lnTo>
                <a:lnTo>
                  <a:pt x="793" y="65"/>
                </a:lnTo>
                <a:lnTo>
                  <a:pt x="793" y="66"/>
                </a:lnTo>
                <a:lnTo>
                  <a:pt x="794" y="67"/>
                </a:lnTo>
                <a:lnTo>
                  <a:pt x="795" y="68"/>
                </a:lnTo>
                <a:lnTo>
                  <a:pt x="795" y="69"/>
                </a:lnTo>
                <a:lnTo>
                  <a:pt x="797" y="70"/>
                </a:lnTo>
                <a:lnTo>
                  <a:pt x="798" y="71"/>
                </a:lnTo>
                <a:lnTo>
                  <a:pt x="800" y="73"/>
                </a:lnTo>
                <a:lnTo>
                  <a:pt x="801" y="74"/>
                </a:lnTo>
                <a:lnTo>
                  <a:pt x="802" y="75"/>
                </a:lnTo>
                <a:lnTo>
                  <a:pt x="804" y="76"/>
                </a:lnTo>
                <a:lnTo>
                  <a:pt x="805" y="77"/>
                </a:lnTo>
                <a:lnTo>
                  <a:pt x="807" y="79"/>
                </a:lnTo>
                <a:lnTo>
                  <a:pt x="808" y="79"/>
                </a:lnTo>
                <a:lnTo>
                  <a:pt x="811" y="79"/>
                </a:lnTo>
                <a:lnTo>
                  <a:pt x="815" y="80"/>
                </a:lnTo>
                <a:lnTo>
                  <a:pt x="815" y="81"/>
                </a:lnTo>
                <a:lnTo>
                  <a:pt x="815" y="82"/>
                </a:lnTo>
                <a:lnTo>
                  <a:pt x="814" y="85"/>
                </a:lnTo>
                <a:lnTo>
                  <a:pt x="814" y="87"/>
                </a:lnTo>
                <a:lnTo>
                  <a:pt x="814" y="88"/>
                </a:lnTo>
                <a:lnTo>
                  <a:pt x="813" y="88"/>
                </a:lnTo>
                <a:lnTo>
                  <a:pt x="812" y="88"/>
                </a:lnTo>
                <a:lnTo>
                  <a:pt x="810" y="88"/>
                </a:lnTo>
                <a:lnTo>
                  <a:pt x="807" y="88"/>
                </a:lnTo>
                <a:lnTo>
                  <a:pt x="805" y="88"/>
                </a:lnTo>
                <a:lnTo>
                  <a:pt x="803" y="88"/>
                </a:lnTo>
                <a:lnTo>
                  <a:pt x="801" y="88"/>
                </a:lnTo>
                <a:lnTo>
                  <a:pt x="800" y="88"/>
                </a:lnTo>
                <a:lnTo>
                  <a:pt x="798" y="87"/>
                </a:lnTo>
                <a:lnTo>
                  <a:pt x="796" y="87"/>
                </a:lnTo>
                <a:lnTo>
                  <a:pt x="795" y="88"/>
                </a:lnTo>
                <a:lnTo>
                  <a:pt x="794" y="89"/>
                </a:lnTo>
                <a:lnTo>
                  <a:pt x="794" y="90"/>
                </a:lnTo>
                <a:lnTo>
                  <a:pt x="793" y="90"/>
                </a:lnTo>
                <a:lnTo>
                  <a:pt x="794" y="91"/>
                </a:lnTo>
                <a:lnTo>
                  <a:pt x="795" y="92"/>
                </a:lnTo>
                <a:lnTo>
                  <a:pt x="795" y="93"/>
                </a:lnTo>
                <a:lnTo>
                  <a:pt x="795" y="95"/>
                </a:lnTo>
                <a:lnTo>
                  <a:pt x="795" y="96"/>
                </a:lnTo>
                <a:lnTo>
                  <a:pt x="795" y="97"/>
                </a:lnTo>
                <a:lnTo>
                  <a:pt x="795" y="98"/>
                </a:lnTo>
                <a:lnTo>
                  <a:pt x="796" y="98"/>
                </a:lnTo>
                <a:lnTo>
                  <a:pt x="797" y="98"/>
                </a:lnTo>
                <a:lnTo>
                  <a:pt x="797" y="99"/>
                </a:lnTo>
                <a:lnTo>
                  <a:pt x="798" y="101"/>
                </a:lnTo>
                <a:lnTo>
                  <a:pt x="799" y="102"/>
                </a:lnTo>
                <a:lnTo>
                  <a:pt x="800" y="103"/>
                </a:lnTo>
                <a:lnTo>
                  <a:pt x="801" y="104"/>
                </a:lnTo>
                <a:lnTo>
                  <a:pt x="804" y="106"/>
                </a:lnTo>
                <a:lnTo>
                  <a:pt x="805" y="106"/>
                </a:lnTo>
                <a:lnTo>
                  <a:pt x="806" y="107"/>
                </a:lnTo>
                <a:lnTo>
                  <a:pt x="807" y="108"/>
                </a:lnTo>
                <a:lnTo>
                  <a:pt x="808" y="109"/>
                </a:lnTo>
                <a:lnTo>
                  <a:pt x="810" y="110"/>
                </a:lnTo>
                <a:lnTo>
                  <a:pt x="811" y="110"/>
                </a:lnTo>
                <a:lnTo>
                  <a:pt x="812" y="110"/>
                </a:lnTo>
                <a:lnTo>
                  <a:pt x="814" y="110"/>
                </a:lnTo>
                <a:lnTo>
                  <a:pt x="816" y="111"/>
                </a:lnTo>
                <a:lnTo>
                  <a:pt x="817" y="111"/>
                </a:lnTo>
                <a:lnTo>
                  <a:pt x="817" y="112"/>
                </a:lnTo>
                <a:lnTo>
                  <a:pt x="820" y="113"/>
                </a:lnTo>
                <a:lnTo>
                  <a:pt x="822" y="113"/>
                </a:lnTo>
                <a:lnTo>
                  <a:pt x="823" y="112"/>
                </a:lnTo>
                <a:lnTo>
                  <a:pt x="824" y="112"/>
                </a:lnTo>
                <a:lnTo>
                  <a:pt x="825" y="111"/>
                </a:lnTo>
                <a:lnTo>
                  <a:pt x="826" y="111"/>
                </a:lnTo>
                <a:lnTo>
                  <a:pt x="828" y="111"/>
                </a:lnTo>
                <a:lnTo>
                  <a:pt x="829" y="111"/>
                </a:lnTo>
                <a:lnTo>
                  <a:pt x="833" y="110"/>
                </a:lnTo>
                <a:lnTo>
                  <a:pt x="843" y="110"/>
                </a:lnTo>
                <a:lnTo>
                  <a:pt x="849" y="110"/>
                </a:lnTo>
                <a:lnTo>
                  <a:pt x="871" y="109"/>
                </a:lnTo>
                <a:lnTo>
                  <a:pt x="873" y="109"/>
                </a:lnTo>
                <a:lnTo>
                  <a:pt x="874" y="109"/>
                </a:lnTo>
                <a:lnTo>
                  <a:pt x="876" y="110"/>
                </a:lnTo>
                <a:lnTo>
                  <a:pt x="877" y="110"/>
                </a:lnTo>
                <a:lnTo>
                  <a:pt x="878" y="110"/>
                </a:lnTo>
                <a:lnTo>
                  <a:pt x="883" y="111"/>
                </a:lnTo>
                <a:lnTo>
                  <a:pt x="884" y="111"/>
                </a:lnTo>
                <a:lnTo>
                  <a:pt x="885" y="111"/>
                </a:lnTo>
                <a:lnTo>
                  <a:pt x="886" y="111"/>
                </a:lnTo>
                <a:lnTo>
                  <a:pt x="887" y="110"/>
                </a:lnTo>
                <a:lnTo>
                  <a:pt x="889" y="110"/>
                </a:lnTo>
                <a:lnTo>
                  <a:pt x="890" y="110"/>
                </a:lnTo>
                <a:lnTo>
                  <a:pt x="890" y="111"/>
                </a:lnTo>
                <a:lnTo>
                  <a:pt x="890" y="112"/>
                </a:lnTo>
                <a:lnTo>
                  <a:pt x="890" y="113"/>
                </a:lnTo>
                <a:lnTo>
                  <a:pt x="890" y="114"/>
                </a:lnTo>
                <a:lnTo>
                  <a:pt x="890" y="115"/>
                </a:lnTo>
                <a:lnTo>
                  <a:pt x="891" y="115"/>
                </a:lnTo>
                <a:lnTo>
                  <a:pt x="891" y="116"/>
                </a:lnTo>
                <a:lnTo>
                  <a:pt x="891" y="117"/>
                </a:lnTo>
                <a:lnTo>
                  <a:pt x="891" y="118"/>
                </a:lnTo>
                <a:lnTo>
                  <a:pt x="891" y="119"/>
                </a:lnTo>
                <a:lnTo>
                  <a:pt x="892" y="119"/>
                </a:lnTo>
                <a:lnTo>
                  <a:pt x="892" y="120"/>
                </a:lnTo>
                <a:lnTo>
                  <a:pt x="892" y="121"/>
                </a:lnTo>
                <a:lnTo>
                  <a:pt x="892" y="122"/>
                </a:lnTo>
                <a:lnTo>
                  <a:pt x="892" y="123"/>
                </a:lnTo>
                <a:lnTo>
                  <a:pt x="892" y="124"/>
                </a:lnTo>
                <a:lnTo>
                  <a:pt x="893" y="124"/>
                </a:lnTo>
                <a:lnTo>
                  <a:pt x="893" y="125"/>
                </a:lnTo>
                <a:lnTo>
                  <a:pt x="893" y="126"/>
                </a:lnTo>
                <a:lnTo>
                  <a:pt x="893" y="127"/>
                </a:lnTo>
                <a:lnTo>
                  <a:pt x="893" y="128"/>
                </a:lnTo>
                <a:lnTo>
                  <a:pt x="894" y="128"/>
                </a:lnTo>
                <a:lnTo>
                  <a:pt x="894" y="129"/>
                </a:lnTo>
                <a:lnTo>
                  <a:pt x="894" y="130"/>
                </a:lnTo>
                <a:lnTo>
                  <a:pt x="894" y="131"/>
                </a:lnTo>
                <a:lnTo>
                  <a:pt x="894" y="132"/>
                </a:lnTo>
                <a:lnTo>
                  <a:pt x="895" y="133"/>
                </a:lnTo>
                <a:lnTo>
                  <a:pt x="895" y="134"/>
                </a:lnTo>
                <a:lnTo>
                  <a:pt x="895" y="135"/>
                </a:lnTo>
                <a:lnTo>
                  <a:pt x="895" y="136"/>
                </a:lnTo>
                <a:lnTo>
                  <a:pt x="895" y="137"/>
                </a:lnTo>
                <a:lnTo>
                  <a:pt x="896" y="137"/>
                </a:lnTo>
                <a:lnTo>
                  <a:pt x="896" y="138"/>
                </a:lnTo>
                <a:lnTo>
                  <a:pt x="896" y="139"/>
                </a:lnTo>
                <a:lnTo>
                  <a:pt x="896" y="140"/>
                </a:lnTo>
                <a:lnTo>
                  <a:pt x="896" y="141"/>
                </a:lnTo>
                <a:lnTo>
                  <a:pt x="896" y="142"/>
                </a:lnTo>
                <a:lnTo>
                  <a:pt x="897" y="142"/>
                </a:lnTo>
                <a:lnTo>
                  <a:pt x="897" y="143"/>
                </a:lnTo>
                <a:lnTo>
                  <a:pt x="897" y="144"/>
                </a:lnTo>
                <a:lnTo>
                  <a:pt x="897" y="145"/>
                </a:lnTo>
                <a:lnTo>
                  <a:pt x="897" y="146"/>
                </a:lnTo>
                <a:lnTo>
                  <a:pt x="898" y="146"/>
                </a:lnTo>
                <a:lnTo>
                  <a:pt x="898" y="147"/>
                </a:lnTo>
                <a:lnTo>
                  <a:pt x="898" y="148"/>
                </a:lnTo>
                <a:lnTo>
                  <a:pt x="898" y="149"/>
                </a:lnTo>
                <a:lnTo>
                  <a:pt x="898" y="150"/>
                </a:lnTo>
                <a:lnTo>
                  <a:pt x="899" y="151"/>
                </a:lnTo>
                <a:lnTo>
                  <a:pt x="899" y="152"/>
                </a:lnTo>
                <a:lnTo>
                  <a:pt x="899" y="153"/>
                </a:lnTo>
                <a:lnTo>
                  <a:pt x="899" y="154"/>
                </a:lnTo>
                <a:lnTo>
                  <a:pt x="899" y="155"/>
                </a:lnTo>
                <a:lnTo>
                  <a:pt x="900" y="155"/>
                </a:lnTo>
                <a:lnTo>
                  <a:pt x="900" y="156"/>
                </a:lnTo>
                <a:lnTo>
                  <a:pt x="900" y="157"/>
                </a:lnTo>
                <a:lnTo>
                  <a:pt x="900" y="158"/>
                </a:lnTo>
                <a:lnTo>
                  <a:pt x="900" y="159"/>
                </a:lnTo>
                <a:lnTo>
                  <a:pt x="900" y="160"/>
                </a:lnTo>
                <a:lnTo>
                  <a:pt x="901" y="160"/>
                </a:lnTo>
                <a:lnTo>
                  <a:pt x="901" y="161"/>
                </a:lnTo>
                <a:lnTo>
                  <a:pt x="901" y="162"/>
                </a:lnTo>
                <a:lnTo>
                  <a:pt x="901" y="163"/>
                </a:lnTo>
                <a:lnTo>
                  <a:pt x="901" y="164"/>
                </a:lnTo>
                <a:lnTo>
                  <a:pt x="902" y="164"/>
                </a:lnTo>
                <a:lnTo>
                  <a:pt x="902" y="165"/>
                </a:lnTo>
                <a:lnTo>
                  <a:pt x="902" y="166"/>
                </a:lnTo>
                <a:lnTo>
                  <a:pt x="902" y="167"/>
                </a:lnTo>
                <a:lnTo>
                  <a:pt x="902" y="168"/>
                </a:lnTo>
                <a:lnTo>
                  <a:pt x="902" y="169"/>
                </a:lnTo>
                <a:lnTo>
                  <a:pt x="903" y="169"/>
                </a:lnTo>
                <a:lnTo>
                  <a:pt x="903" y="170"/>
                </a:lnTo>
                <a:lnTo>
                  <a:pt x="903" y="171"/>
                </a:lnTo>
                <a:lnTo>
                  <a:pt x="903" y="172"/>
                </a:lnTo>
                <a:lnTo>
                  <a:pt x="903" y="173"/>
                </a:lnTo>
                <a:lnTo>
                  <a:pt x="904" y="173"/>
                </a:lnTo>
                <a:lnTo>
                  <a:pt x="904" y="174"/>
                </a:lnTo>
                <a:lnTo>
                  <a:pt x="904" y="175"/>
                </a:lnTo>
                <a:lnTo>
                  <a:pt x="904" y="176"/>
                </a:lnTo>
                <a:lnTo>
                  <a:pt x="904" y="177"/>
                </a:lnTo>
                <a:lnTo>
                  <a:pt x="904" y="178"/>
                </a:lnTo>
                <a:lnTo>
                  <a:pt x="905" y="178"/>
                </a:lnTo>
                <a:lnTo>
                  <a:pt x="905" y="179"/>
                </a:lnTo>
                <a:lnTo>
                  <a:pt x="905" y="180"/>
                </a:lnTo>
                <a:lnTo>
                  <a:pt x="906" y="180"/>
                </a:lnTo>
                <a:lnTo>
                  <a:pt x="906" y="181"/>
                </a:lnTo>
                <a:lnTo>
                  <a:pt x="906" y="182"/>
                </a:lnTo>
                <a:lnTo>
                  <a:pt x="907" y="182"/>
                </a:lnTo>
                <a:lnTo>
                  <a:pt x="907" y="183"/>
                </a:lnTo>
                <a:lnTo>
                  <a:pt x="907" y="184"/>
                </a:lnTo>
                <a:lnTo>
                  <a:pt x="906" y="184"/>
                </a:lnTo>
                <a:lnTo>
                  <a:pt x="906" y="185"/>
                </a:lnTo>
                <a:lnTo>
                  <a:pt x="906" y="186"/>
                </a:lnTo>
                <a:lnTo>
                  <a:pt x="906" y="187"/>
                </a:lnTo>
                <a:lnTo>
                  <a:pt x="906" y="188"/>
                </a:lnTo>
                <a:lnTo>
                  <a:pt x="906" y="189"/>
                </a:lnTo>
                <a:lnTo>
                  <a:pt x="906" y="190"/>
                </a:lnTo>
                <a:lnTo>
                  <a:pt x="906" y="191"/>
                </a:lnTo>
                <a:lnTo>
                  <a:pt x="906" y="192"/>
                </a:lnTo>
                <a:lnTo>
                  <a:pt x="905" y="192"/>
                </a:lnTo>
                <a:lnTo>
                  <a:pt x="905" y="195"/>
                </a:lnTo>
                <a:lnTo>
                  <a:pt x="906" y="195"/>
                </a:lnTo>
                <a:lnTo>
                  <a:pt x="906" y="196"/>
                </a:lnTo>
                <a:lnTo>
                  <a:pt x="906" y="197"/>
                </a:lnTo>
                <a:lnTo>
                  <a:pt x="907" y="197"/>
                </a:lnTo>
                <a:lnTo>
                  <a:pt x="908" y="197"/>
                </a:lnTo>
                <a:lnTo>
                  <a:pt x="908" y="198"/>
                </a:lnTo>
                <a:lnTo>
                  <a:pt x="909" y="198"/>
                </a:lnTo>
                <a:lnTo>
                  <a:pt x="911" y="197"/>
                </a:lnTo>
                <a:lnTo>
                  <a:pt x="912" y="196"/>
                </a:lnTo>
                <a:lnTo>
                  <a:pt x="913" y="196"/>
                </a:lnTo>
                <a:lnTo>
                  <a:pt x="914" y="195"/>
                </a:lnTo>
                <a:lnTo>
                  <a:pt x="915" y="195"/>
                </a:lnTo>
                <a:lnTo>
                  <a:pt x="915" y="194"/>
                </a:lnTo>
                <a:lnTo>
                  <a:pt x="916" y="194"/>
                </a:lnTo>
                <a:lnTo>
                  <a:pt x="917" y="194"/>
                </a:lnTo>
                <a:lnTo>
                  <a:pt x="918" y="195"/>
                </a:lnTo>
                <a:lnTo>
                  <a:pt x="919" y="195"/>
                </a:lnTo>
                <a:lnTo>
                  <a:pt x="919" y="194"/>
                </a:lnTo>
                <a:lnTo>
                  <a:pt x="921" y="194"/>
                </a:lnTo>
                <a:lnTo>
                  <a:pt x="922" y="194"/>
                </a:lnTo>
                <a:lnTo>
                  <a:pt x="923" y="193"/>
                </a:lnTo>
                <a:lnTo>
                  <a:pt x="924" y="193"/>
                </a:lnTo>
                <a:lnTo>
                  <a:pt x="925" y="193"/>
                </a:lnTo>
                <a:lnTo>
                  <a:pt x="928" y="193"/>
                </a:lnTo>
                <a:lnTo>
                  <a:pt x="928" y="192"/>
                </a:lnTo>
                <a:lnTo>
                  <a:pt x="930" y="192"/>
                </a:lnTo>
                <a:lnTo>
                  <a:pt x="930" y="193"/>
                </a:lnTo>
                <a:lnTo>
                  <a:pt x="931" y="193"/>
                </a:lnTo>
                <a:lnTo>
                  <a:pt x="932" y="193"/>
                </a:lnTo>
                <a:lnTo>
                  <a:pt x="933" y="193"/>
                </a:lnTo>
                <a:lnTo>
                  <a:pt x="934" y="193"/>
                </a:lnTo>
                <a:lnTo>
                  <a:pt x="935" y="193"/>
                </a:lnTo>
                <a:lnTo>
                  <a:pt x="936" y="193"/>
                </a:lnTo>
                <a:lnTo>
                  <a:pt x="937" y="193"/>
                </a:lnTo>
                <a:lnTo>
                  <a:pt x="938" y="193"/>
                </a:lnTo>
                <a:lnTo>
                  <a:pt x="938" y="194"/>
                </a:lnTo>
                <a:lnTo>
                  <a:pt x="940" y="194"/>
                </a:lnTo>
                <a:lnTo>
                  <a:pt x="941" y="194"/>
                </a:lnTo>
                <a:lnTo>
                  <a:pt x="942" y="194"/>
                </a:lnTo>
                <a:lnTo>
                  <a:pt x="943" y="194"/>
                </a:lnTo>
                <a:lnTo>
                  <a:pt x="944" y="195"/>
                </a:lnTo>
                <a:lnTo>
                  <a:pt x="945" y="195"/>
                </a:lnTo>
                <a:lnTo>
                  <a:pt x="946" y="194"/>
                </a:lnTo>
                <a:lnTo>
                  <a:pt x="947" y="194"/>
                </a:lnTo>
                <a:lnTo>
                  <a:pt x="949" y="195"/>
                </a:lnTo>
                <a:lnTo>
                  <a:pt x="950" y="195"/>
                </a:lnTo>
                <a:lnTo>
                  <a:pt x="951" y="194"/>
                </a:lnTo>
                <a:lnTo>
                  <a:pt x="952" y="194"/>
                </a:lnTo>
                <a:lnTo>
                  <a:pt x="953" y="194"/>
                </a:lnTo>
                <a:lnTo>
                  <a:pt x="955" y="194"/>
                </a:lnTo>
                <a:lnTo>
                  <a:pt x="956" y="194"/>
                </a:lnTo>
                <a:lnTo>
                  <a:pt x="957" y="194"/>
                </a:lnTo>
                <a:lnTo>
                  <a:pt x="957" y="195"/>
                </a:lnTo>
                <a:lnTo>
                  <a:pt x="958" y="194"/>
                </a:lnTo>
                <a:lnTo>
                  <a:pt x="959" y="193"/>
                </a:lnTo>
                <a:lnTo>
                  <a:pt x="960" y="193"/>
                </a:lnTo>
                <a:lnTo>
                  <a:pt x="961" y="193"/>
                </a:lnTo>
                <a:lnTo>
                  <a:pt x="961" y="192"/>
                </a:lnTo>
                <a:lnTo>
                  <a:pt x="962" y="192"/>
                </a:lnTo>
                <a:lnTo>
                  <a:pt x="962" y="191"/>
                </a:lnTo>
                <a:lnTo>
                  <a:pt x="962" y="190"/>
                </a:lnTo>
                <a:lnTo>
                  <a:pt x="963" y="190"/>
                </a:lnTo>
                <a:lnTo>
                  <a:pt x="963" y="191"/>
                </a:lnTo>
                <a:lnTo>
                  <a:pt x="964" y="191"/>
                </a:lnTo>
                <a:lnTo>
                  <a:pt x="964" y="190"/>
                </a:lnTo>
                <a:lnTo>
                  <a:pt x="965" y="190"/>
                </a:lnTo>
                <a:lnTo>
                  <a:pt x="965" y="189"/>
                </a:lnTo>
                <a:lnTo>
                  <a:pt x="966" y="189"/>
                </a:lnTo>
                <a:lnTo>
                  <a:pt x="967" y="190"/>
                </a:lnTo>
                <a:lnTo>
                  <a:pt x="968" y="189"/>
                </a:lnTo>
                <a:lnTo>
                  <a:pt x="969" y="189"/>
                </a:lnTo>
                <a:lnTo>
                  <a:pt x="970" y="189"/>
                </a:lnTo>
                <a:lnTo>
                  <a:pt x="971" y="188"/>
                </a:lnTo>
                <a:lnTo>
                  <a:pt x="973" y="188"/>
                </a:lnTo>
                <a:lnTo>
                  <a:pt x="974" y="188"/>
                </a:lnTo>
                <a:lnTo>
                  <a:pt x="976" y="188"/>
                </a:lnTo>
                <a:lnTo>
                  <a:pt x="977" y="188"/>
                </a:lnTo>
                <a:lnTo>
                  <a:pt x="977" y="189"/>
                </a:lnTo>
                <a:lnTo>
                  <a:pt x="978" y="190"/>
                </a:lnTo>
                <a:lnTo>
                  <a:pt x="979" y="190"/>
                </a:lnTo>
                <a:lnTo>
                  <a:pt x="980" y="190"/>
                </a:lnTo>
                <a:lnTo>
                  <a:pt x="981" y="190"/>
                </a:lnTo>
                <a:lnTo>
                  <a:pt x="982" y="190"/>
                </a:lnTo>
                <a:lnTo>
                  <a:pt x="982" y="191"/>
                </a:lnTo>
                <a:lnTo>
                  <a:pt x="983" y="190"/>
                </a:lnTo>
                <a:lnTo>
                  <a:pt x="984" y="190"/>
                </a:lnTo>
                <a:lnTo>
                  <a:pt x="984" y="191"/>
                </a:lnTo>
                <a:lnTo>
                  <a:pt x="985" y="192"/>
                </a:lnTo>
                <a:lnTo>
                  <a:pt x="985" y="193"/>
                </a:lnTo>
                <a:lnTo>
                  <a:pt x="986" y="193"/>
                </a:lnTo>
                <a:lnTo>
                  <a:pt x="987" y="193"/>
                </a:lnTo>
                <a:lnTo>
                  <a:pt x="987" y="192"/>
                </a:lnTo>
                <a:lnTo>
                  <a:pt x="988" y="192"/>
                </a:lnTo>
                <a:lnTo>
                  <a:pt x="990" y="194"/>
                </a:lnTo>
                <a:lnTo>
                  <a:pt x="991" y="196"/>
                </a:lnTo>
                <a:lnTo>
                  <a:pt x="992" y="196"/>
                </a:lnTo>
                <a:lnTo>
                  <a:pt x="992" y="195"/>
                </a:lnTo>
                <a:lnTo>
                  <a:pt x="993" y="195"/>
                </a:lnTo>
                <a:lnTo>
                  <a:pt x="994" y="195"/>
                </a:lnTo>
                <a:lnTo>
                  <a:pt x="996" y="194"/>
                </a:lnTo>
                <a:lnTo>
                  <a:pt x="997" y="194"/>
                </a:lnTo>
                <a:lnTo>
                  <a:pt x="997" y="193"/>
                </a:lnTo>
                <a:lnTo>
                  <a:pt x="998" y="194"/>
                </a:lnTo>
                <a:lnTo>
                  <a:pt x="999" y="194"/>
                </a:lnTo>
                <a:lnTo>
                  <a:pt x="1000" y="194"/>
                </a:lnTo>
                <a:lnTo>
                  <a:pt x="1001" y="195"/>
                </a:lnTo>
                <a:lnTo>
                  <a:pt x="1001" y="196"/>
                </a:lnTo>
                <a:lnTo>
                  <a:pt x="1001" y="197"/>
                </a:lnTo>
                <a:lnTo>
                  <a:pt x="1002" y="198"/>
                </a:lnTo>
                <a:lnTo>
                  <a:pt x="1002" y="199"/>
                </a:lnTo>
                <a:lnTo>
                  <a:pt x="1003" y="199"/>
                </a:lnTo>
                <a:lnTo>
                  <a:pt x="1005" y="200"/>
                </a:lnTo>
                <a:lnTo>
                  <a:pt x="1006" y="200"/>
                </a:lnTo>
                <a:lnTo>
                  <a:pt x="1006" y="201"/>
                </a:lnTo>
                <a:lnTo>
                  <a:pt x="1007" y="202"/>
                </a:lnTo>
                <a:lnTo>
                  <a:pt x="1008" y="202"/>
                </a:lnTo>
                <a:lnTo>
                  <a:pt x="1009" y="202"/>
                </a:lnTo>
                <a:lnTo>
                  <a:pt x="1010" y="204"/>
                </a:lnTo>
                <a:lnTo>
                  <a:pt x="1009" y="205"/>
                </a:lnTo>
                <a:lnTo>
                  <a:pt x="1009" y="206"/>
                </a:lnTo>
                <a:lnTo>
                  <a:pt x="1009" y="207"/>
                </a:lnTo>
                <a:lnTo>
                  <a:pt x="1010" y="207"/>
                </a:lnTo>
                <a:lnTo>
                  <a:pt x="1010" y="208"/>
                </a:lnTo>
                <a:lnTo>
                  <a:pt x="1010" y="210"/>
                </a:lnTo>
                <a:lnTo>
                  <a:pt x="1010" y="211"/>
                </a:lnTo>
                <a:lnTo>
                  <a:pt x="1011" y="211"/>
                </a:lnTo>
                <a:lnTo>
                  <a:pt x="1011" y="212"/>
                </a:lnTo>
                <a:lnTo>
                  <a:pt x="1012" y="214"/>
                </a:lnTo>
                <a:lnTo>
                  <a:pt x="1013" y="213"/>
                </a:lnTo>
                <a:lnTo>
                  <a:pt x="1014" y="213"/>
                </a:lnTo>
                <a:lnTo>
                  <a:pt x="1015" y="213"/>
                </a:lnTo>
                <a:lnTo>
                  <a:pt x="1015" y="214"/>
                </a:lnTo>
                <a:lnTo>
                  <a:pt x="1015" y="215"/>
                </a:lnTo>
                <a:lnTo>
                  <a:pt x="1016" y="215"/>
                </a:lnTo>
                <a:lnTo>
                  <a:pt x="1017" y="216"/>
                </a:lnTo>
                <a:lnTo>
                  <a:pt x="1018" y="216"/>
                </a:lnTo>
                <a:lnTo>
                  <a:pt x="1018" y="217"/>
                </a:lnTo>
                <a:lnTo>
                  <a:pt x="1019" y="217"/>
                </a:lnTo>
                <a:lnTo>
                  <a:pt x="1019" y="218"/>
                </a:lnTo>
                <a:lnTo>
                  <a:pt x="1019" y="219"/>
                </a:lnTo>
                <a:lnTo>
                  <a:pt x="1019" y="220"/>
                </a:lnTo>
                <a:lnTo>
                  <a:pt x="1020" y="220"/>
                </a:lnTo>
                <a:lnTo>
                  <a:pt x="1021" y="221"/>
                </a:lnTo>
                <a:lnTo>
                  <a:pt x="1022" y="220"/>
                </a:lnTo>
                <a:lnTo>
                  <a:pt x="1022" y="219"/>
                </a:lnTo>
                <a:lnTo>
                  <a:pt x="1023" y="219"/>
                </a:lnTo>
                <a:lnTo>
                  <a:pt x="1025" y="218"/>
                </a:lnTo>
                <a:lnTo>
                  <a:pt x="1026" y="218"/>
                </a:lnTo>
                <a:lnTo>
                  <a:pt x="1027" y="218"/>
                </a:lnTo>
                <a:lnTo>
                  <a:pt x="1027" y="217"/>
                </a:lnTo>
                <a:lnTo>
                  <a:pt x="1028" y="217"/>
                </a:lnTo>
                <a:lnTo>
                  <a:pt x="1028" y="216"/>
                </a:lnTo>
                <a:lnTo>
                  <a:pt x="1029" y="216"/>
                </a:lnTo>
                <a:lnTo>
                  <a:pt x="1030" y="218"/>
                </a:lnTo>
                <a:lnTo>
                  <a:pt x="1030" y="219"/>
                </a:lnTo>
                <a:lnTo>
                  <a:pt x="1031" y="219"/>
                </a:lnTo>
                <a:lnTo>
                  <a:pt x="1032" y="219"/>
                </a:lnTo>
                <a:lnTo>
                  <a:pt x="1034" y="219"/>
                </a:lnTo>
                <a:lnTo>
                  <a:pt x="1035" y="219"/>
                </a:lnTo>
                <a:lnTo>
                  <a:pt x="1036" y="219"/>
                </a:lnTo>
                <a:lnTo>
                  <a:pt x="1036" y="220"/>
                </a:lnTo>
                <a:lnTo>
                  <a:pt x="1037" y="221"/>
                </a:lnTo>
                <a:lnTo>
                  <a:pt x="1038" y="221"/>
                </a:lnTo>
                <a:lnTo>
                  <a:pt x="1039" y="221"/>
                </a:lnTo>
                <a:lnTo>
                  <a:pt x="1040" y="221"/>
                </a:lnTo>
                <a:lnTo>
                  <a:pt x="1041" y="221"/>
                </a:lnTo>
                <a:lnTo>
                  <a:pt x="1041" y="222"/>
                </a:lnTo>
                <a:lnTo>
                  <a:pt x="1042" y="222"/>
                </a:lnTo>
                <a:lnTo>
                  <a:pt x="1043" y="222"/>
                </a:lnTo>
                <a:lnTo>
                  <a:pt x="1043" y="221"/>
                </a:lnTo>
                <a:lnTo>
                  <a:pt x="1044" y="221"/>
                </a:lnTo>
                <a:lnTo>
                  <a:pt x="1044" y="220"/>
                </a:lnTo>
                <a:lnTo>
                  <a:pt x="1045" y="220"/>
                </a:lnTo>
                <a:lnTo>
                  <a:pt x="1045" y="221"/>
                </a:lnTo>
                <a:lnTo>
                  <a:pt x="1046" y="221"/>
                </a:lnTo>
                <a:lnTo>
                  <a:pt x="1047" y="221"/>
                </a:lnTo>
                <a:lnTo>
                  <a:pt x="1047" y="220"/>
                </a:lnTo>
                <a:lnTo>
                  <a:pt x="1048" y="220"/>
                </a:lnTo>
                <a:lnTo>
                  <a:pt x="1048" y="221"/>
                </a:lnTo>
                <a:lnTo>
                  <a:pt x="1048" y="222"/>
                </a:lnTo>
                <a:lnTo>
                  <a:pt x="1048" y="223"/>
                </a:lnTo>
                <a:lnTo>
                  <a:pt x="1049" y="224"/>
                </a:lnTo>
                <a:lnTo>
                  <a:pt x="1050" y="224"/>
                </a:lnTo>
                <a:lnTo>
                  <a:pt x="1051" y="223"/>
                </a:lnTo>
                <a:lnTo>
                  <a:pt x="1052" y="223"/>
                </a:lnTo>
                <a:lnTo>
                  <a:pt x="1053" y="223"/>
                </a:lnTo>
                <a:lnTo>
                  <a:pt x="1053" y="222"/>
                </a:lnTo>
                <a:lnTo>
                  <a:pt x="1054" y="221"/>
                </a:lnTo>
                <a:lnTo>
                  <a:pt x="1055" y="220"/>
                </a:lnTo>
                <a:lnTo>
                  <a:pt x="1056" y="220"/>
                </a:lnTo>
                <a:lnTo>
                  <a:pt x="1057" y="221"/>
                </a:lnTo>
                <a:lnTo>
                  <a:pt x="1058" y="221"/>
                </a:lnTo>
                <a:lnTo>
                  <a:pt x="1058" y="222"/>
                </a:lnTo>
                <a:lnTo>
                  <a:pt x="1058" y="223"/>
                </a:lnTo>
                <a:lnTo>
                  <a:pt x="1058" y="224"/>
                </a:lnTo>
                <a:lnTo>
                  <a:pt x="1059" y="225"/>
                </a:lnTo>
                <a:lnTo>
                  <a:pt x="1059" y="224"/>
                </a:lnTo>
                <a:lnTo>
                  <a:pt x="1060" y="224"/>
                </a:lnTo>
                <a:lnTo>
                  <a:pt x="1061" y="223"/>
                </a:lnTo>
                <a:lnTo>
                  <a:pt x="1062" y="223"/>
                </a:lnTo>
                <a:lnTo>
                  <a:pt x="1062" y="222"/>
                </a:lnTo>
                <a:lnTo>
                  <a:pt x="1063" y="221"/>
                </a:lnTo>
                <a:lnTo>
                  <a:pt x="1064" y="221"/>
                </a:lnTo>
                <a:lnTo>
                  <a:pt x="1065" y="221"/>
                </a:lnTo>
                <a:lnTo>
                  <a:pt x="1066" y="220"/>
                </a:lnTo>
                <a:lnTo>
                  <a:pt x="1066" y="219"/>
                </a:lnTo>
                <a:lnTo>
                  <a:pt x="1067" y="219"/>
                </a:lnTo>
                <a:lnTo>
                  <a:pt x="1068" y="219"/>
                </a:lnTo>
                <a:lnTo>
                  <a:pt x="1068" y="218"/>
                </a:lnTo>
                <a:lnTo>
                  <a:pt x="1069" y="217"/>
                </a:lnTo>
                <a:lnTo>
                  <a:pt x="1070" y="216"/>
                </a:lnTo>
                <a:lnTo>
                  <a:pt x="1071" y="216"/>
                </a:lnTo>
                <a:lnTo>
                  <a:pt x="1072" y="216"/>
                </a:lnTo>
                <a:lnTo>
                  <a:pt x="1073" y="216"/>
                </a:lnTo>
                <a:lnTo>
                  <a:pt x="1074" y="217"/>
                </a:lnTo>
                <a:lnTo>
                  <a:pt x="1075" y="217"/>
                </a:lnTo>
                <a:lnTo>
                  <a:pt x="1076" y="217"/>
                </a:lnTo>
                <a:lnTo>
                  <a:pt x="1077" y="216"/>
                </a:lnTo>
                <a:lnTo>
                  <a:pt x="1080" y="213"/>
                </a:lnTo>
                <a:lnTo>
                  <a:pt x="1080" y="212"/>
                </a:lnTo>
                <a:lnTo>
                  <a:pt x="1081" y="212"/>
                </a:lnTo>
                <a:lnTo>
                  <a:pt x="1082" y="212"/>
                </a:lnTo>
                <a:lnTo>
                  <a:pt x="1083" y="212"/>
                </a:lnTo>
                <a:lnTo>
                  <a:pt x="1084" y="212"/>
                </a:lnTo>
                <a:lnTo>
                  <a:pt x="1084" y="211"/>
                </a:lnTo>
                <a:lnTo>
                  <a:pt x="1085" y="210"/>
                </a:lnTo>
                <a:lnTo>
                  <a:pt x="1086" y="210"/>
                </a:lnTo>
                <a:lnTo>
                  <a:pt x="1086" y="209"/>
                </a:lnTo>
                <a:lnTo>
                  <a:pt x="1085" y="209"/>
                </a:lnTo>
                <a:lnTo>
                  <a:pt x="1085" y="208"/>
                </a:lnTo>
                <a:lnTo>
                  <a:pt x="1086" y="208"/>
                </a:lnTo>
                <a:lnTo>
                  <a:pt x="1086" y="207"/>
                </a:lnTo>
                <a:lnTo>
                  <a:pt x="1087" y="207"/>
                </a:lnTo>
                <a:lnTo>
                  <a:pt x="1088" y="206"/>
                </a:lnTo>
                <a:lnTo>
                  <a:pt x="1089" y="206"/>
                </a:lnTo>
                <a:lnTo>
                  <a:pt x="1090" y="206"/>
                </a:lnTo>
                <a:lnTo>
                  <a:pt x="1091" y="206"/>
                </a:lnTo>
                <a:lnTo>
                  <a:pt x="1091" y="207"/>
                </a:lnTo>
                <a:lnTo>
                  <a:pt x="1092" y="207"/>
                </a:lnTo>
                <a:lnTo>
                  <a:pt x="1092" y="208"/>
                </a:lnTo>
                <a:lnTo>
                  <a:pt x="1093" y="210"/>
                </a:lnTo>
                <a:lnTo>
                  <a:pt x="1093" y="211"/>
                </a:lnTo>
                <a:lnTo>
                  <a:pt x="1094" y="212"/>
                </a:lnTo>
                <a:lnTo>
                  <a:pt x="1095" y="212"/>
                </a:lnTo>
                <a:lnTo>
                  <a:pt x="1096" y="212"/>
                </a:lnTo>
                <a:lnTo>
                  <a:pt x="1097" y="212"/>
                </a:lnTo>
                <a:lnTo>
                  <a:pt x="1097" y="213"/>
                </a:lnTo>
                <a:lnTo>
                  <a:pt x="1098" y="213"/>
                </a:lnTo>
                <a:lnTo>
                  <a:pt x="1099" y="213"/>
                </a:lnTo>
                <a:lnTo>
                  <a:pt x="1100" y="214"/>
                </a:lnTo>
                <a:lnTo>
                  <a:pt x="1099" y="214"/>
                </a:lnTo>
                <a:lnTo>
                  <a:pt x="1099" y="215"/>
                </a:lnTo>
                <a:lnTo>
                  <a:pt x="1101" y="216"/>
                </a:lnTo>
                <a:lnTo>
                  <a:pt x="1103" y="216"/>
                </a:lnTo>
                <a:lnTo>
                  <a:pt x="1104" y="216"/>
                </a:lnTo>
                <a:lnTo>
                  <a:pt x="1104" y="217"/>
                </a:lnTo>
                <a:lnTo>
                  <a:pt x="1106" y="218"/>
                </a:lnTo>
                <a:lnTo>
                  <a:pt x="1107" y="217"/>
                </a:lnTo>
                <a:lnTo>
                  <a:pt x="1108" y="217"/>
                </a:lnTo>
                <a:lnTo>
                  <a:pt x="1109" y="217"/>
                </a:lnTo>
                <a:lnTo>
                  <a:pt x="1109" y="218"/>
                </a:lnTo>
                <a:lnTo>
                  <a:pt x="1110" y="219"/>
                </a:lnTo>
                <a:lnTo>
                  <a:pt x="1111" y="220"/>
                </a:lnTo>
                <a:lnTo>
                  <a:pt x="1111" y="222"/>
                </a:lnTo>
                <a:lnTo>
                  <a:pt x="1111" y="224"/>
                </a:lnTo>
                <a:lnTo>
                  <a:pt x="1111" y="225"/>
                </a:lnTo>
                <a:lnTo>
                  <a:pt x="1111" y="226"/>
                </a:lnTo>
                <a:lnTo>
                  <a:pt x="1112" y="228"/>
                </a:lnTo>
                <a:lnTo>
                  <a:pt x="1112" y="229"/>
                </a:lnTo>
                <a:lnTo>
                  <a:pt x="1111" y="229"/>
                </a:lnTo>
                <a:lnTo>
                  <a:pt x="1111" y="230"/>
                </a:lnTo>
                <a:lnTo>
                  <a:pt x="1112" y="230"/>
                </a:lnTo>
                <a:lnTo>
                  <a:pt x="1112" y="231"/>
                </a:lnTo>
                <a:lnTo>
                  <a:pt x="1112" y="232"/>
                </a:lnTo>
                <a:lnTo>
                  <a:pt x="1113" y="232"/>
                </a:lnTo>
                <a:lnTo>
                  <a:pt x="1116" y="232"/>
                </a:lnTo>
                <a:lnTo>
                  <a:pt x="1117" y="231"/>
                </a:lnTo>
                <a:lnTo>
                  <a:pt x="1118" y="231"/>
                </a:lnTo>
                <a:lnTo>
                  <a:pt x="1119" y="231"/>
                </a:lnTo>
                <a:lnTo>
                  <a:pt x="1119" y="232"/>
                </a:lnTo>
                <a:lnTo>
                  <a:pt x="1121" y="234"/>
                </a:lnTo>
                <a:lnTo>
                  <a:pt x="1121" y="235"/>
                </a:lnTo>
                <a:lnTo>
                  <a:pt x="1122" y="236"/>
                </a:lnTo>
                <a:lnTo>
                  <a:pt x="1123" y="237"/>
                </a:lnTo>
                <a:lnTo>
                  <a:pt x="1123" y="238"/>
                </a:lnTo>
                <a:lnTo>
                  <a:pt x="1124" y="238"/>
                </a:lnTo>
                <a:lnTo>
                  <a:pt x="1124" y="239"/>
                </a:lnTo>
                <a:lnTo>
                  <a:pt x="1123" y="239"/>
                </a:lnTo>
                <a:lnTo>
                  <a:pt x="1123" y="240"/>
                </a:lnTo>
                <a:lnTo>
                  <a:pt x="1124" y="240"/>
                </a:lnTo>
                <a:lnTo>
                  <a:pt x="1124" y="241"/>
                </a:lnTo>
                <a:lnTo>
                  <a:pt x="1124" y="242"/>
                </a:lnTo>
                <a:lnTo>
                  <a:pt x="1124" y="243"/>
                </a:lnTo>
                <a:lnTo>
                  <a:pt x="1125" y="243"/>
                </a:lnTo>
                <a:lnTo>
                  <a:pt x="1126" y="243"/>
                </a:lnTo>
                <a:lnTo>
                  <a:pt x="1126" y="244"/>
                </a:lnTo>
                <a:lnTo>
                  <a:pt x="1127" y="244"/>
                </a:lnTo>
                <a:lnTo>
                  <a:pt x="1127" y="245"/>
                </a:lnTo>
                <a:lnTo>
                  <a:pt x="1129" y="245"/>
                </a:lnTo>
                <a:lnTo>
                  <a:pt x="1129" y="246"/>
                </a:lnTo>
                <a:lnTo>
                  <a:pt x="1129" y="247"/>
                </a:lnTo>
                <a:lnTo>
                  <a:pt x="1130" y="247"/>
                </a:lnTo>
                <a:lnTo>
                  <a:pt x="1131" y="248"/>
                </a:lnTo>
                <a:lnTo>
                  <a:pt x="1131" y="249"/>
                </a:lnTo>
                <a:lnTo>
                  <a:pt x="1133" y="250"/>
                </a:lnTo>
                <a:lnTo>
                  <a:pt x="1134" y="250"/>
                </a:lnTo>
                <a:lnTo>
                  <a:pt x="1135" y="250"/>
                </a:lnTo>
                <a:lnTo>
                  <a:pt x="1135" y="252"/>
                </a:lnTo>
                <a:lnTo>
                  <a:pt x="1136" y="252"/>
                </a:lnTo>
                <a:lnTo>
                  <a:pt x="1137" y="252"/>
                </a:lnTo>
                <a:lnTo>
                  <a:pt x="1137" y="253"/>
                </a:lnTo>
                <a:lnTo>
                  <a:pt x="1138" y="254"/>
                </a:lnTo>
                <a:lnTo>
                  <a:pt x="1139" y="255"/>
                </a:lnTo>
                <a:lnTo>
                  <a:pt x="1141" y="257"/>
                </a:lnTo>
                <a:lnTo>
                  <a:pt x="1143" y="258"/>
                </a:lnTo>
                <a:lnTo>
                  <a:pt x="1144" y="257"/>
                </a:lnTo>
                <a:lnTo>
                  <a:pt x="1144" y="256"/>
                </a:lnTo>
                <a:lnTo>
                  <a:pt x="1145" y="255"/>
                </a:lnTo>
                <a:lnTo>
                  <a:pt x="1146" y="255"/>
                </a:lnTo>
                <a:lnTo>
                  <a:pt x="1147" y="256"/>
                </a:lnTo>
                <a:lnTo>
                  <a:pt x="1148" y="256"/>
                </a:lnTo>
                <a:lnTo>
                  <a:pt x="1149" y="255"/>
                </a:lnTo>
                <a:lnTo>
                  <a:pt x="1150" y="256"/>
                </a:lnTo>
                <a:lnTo>
                  <a:pt x="1151" y="257"/>
                </a:lnTo>
                <a:lnTo>
                  <a:pt x="1152" y="258"/>
                </a:lnTo>
                <a:lnTo>
                  <a:pt x="1153" y="258"/>
                </a:lnTo>
                <a:lnTo>
                  <a:pt x="1154" y="258"/>
                </a:lnTo>
                <a:lnTo>
                  <a:pt x="1155" y="258"/>
                </a:lnTo>
                <a:lnTo>
                  <a:pt x="1156" y="259"/>
                </a:lnTo>
                <a:lnTo>
                  <a:pt x="1156" y="260"/>
                </a:lnTo>
                <a:lnTo>
                  <a:pt x="1158" y="261"/>
                </a:lnTo>
                <a:lnTo>
                  <a:pt x="1159" y="261"/>
                </a:lnTo>
                <a:lnTo>
                  <a:pt x="1159" y="262"/>
                </a:lnTo>
                <a:lnTo>
                  <a:pt x="1160" y="263"/>
                </a:lnTo>
                <a:lnTo>
                  <a:pt x="1161" y="263"/>
                </a:lnTo>
                <a:lnTo>
                  <a:pt x="1162" y="263"/>
                </a:lnTo>
                <a:lnTo>
                  <a:pt x="1162" y="264"/>
                </a:lnTo>
                <a:lnTo>
                  <a:pt x="1163" y="265"/>
                </a:lnTo>
                <a:lnTo>
                  <a:pt x="1165" y="265"/>
                </a:lnTo>
                <a:lnTo>
                  <a:pt x="1166" y="265"/>
                </a:lnTo>
                <a:lnTo>
                  <a:pt x="1167" y="264"/>
                </a:lnTo>
                <a:lnTo>
                  <a:pt x="1167" y="263"/>
                </a:lnTo>
                <a:lnTo>
                  <a:pt x="1167" y="262"/>
                </a:lnTo>
                <a:lnTo>
                  <a:pt x="1166" y="262"/>
                </a:lnTo>
                <a:lnTo>
                  <a:pt x="1166" y="261"/>
                </a:lnTo>
                <a:lnTo>
                  <a:pt x="1169" y="261"/>
                </a:lnTo>
                <a:lnTo>
                  <a:pt x="1170" y="261"/>
                </a:lnTo>
                <a:lnTo>
                  <a:pt x="1171" y="262"/>
                </a:lnTo>
                <a:lnTo>
                  <a:pt x="1173" y="262"/>
                </a:lnTo>
                <a:lnTo>
                  <a:pt x="1173" y="263"/>
                </a:lnTo>
                <a:lnTo>
                  <a:pt x="1173" y="264"/>
                </a:lnTo>
                <a:lnTo>
                  <a:pt x="1173" y="265"/>
                </a:lnTo>
                <a:lnTo>
                  <a:pt x="1174" y="266"/>
                </a:lnTo>
                <a:lnTo>
                  <a:pt x="1174" y="267"/>
                </a:lnTo>
                <a:lnTo>
                  <a:pt x="1176" y="267"/>
                </a:lnTo>
                <a:lnTo>
                  <a:pt x="1176" y="266"/>
                </a:lnTo>
                <a:lnTo>
                  <a:pt x="1176" y="265"/>
                </a:lnTo>
                <a:lnTo>
                  <a:pt x="1179" y="265"/>
                </a:lnTo>
                <a:lnTo>
                  <a:pt x="1180" y="265"/>
                </a:lnTo>
                <a:lnTo>
                  <a:pt x="1181" y="265"/>
                </a:lnTo>
                <a:lnTo>
                  <a:pt x="1182" y="264"/>
                </a:lnTo>
                <a:lnTo>
                  <a:pt x="1182" y="261"/>
                </a:lnTo>
                <a:lnTo>
                  <a:pt x="1181" y="261"/>
                </a:lnTo>
                <a:lnTo>
                  <a:pt x="1181" y="259"/>
                </a:lnTo>
                <a:lnTo>
                  <a:pt x="1182" y="258"/>
                </a:lnTo>
                <a:lnTo>
                  <a:pt x="1183" y="258"/>
                </a:lnTo>
                <a:lnTo>
                  <a:pt x="1183" y="257"/>
                </a:lnTo>
                <a:lnTo>
                  <a:pt x="1182" y="257"/>
                </a:lnTo>
                <a:lnTo>
                  <a:pt x="1183" y="256"/>
                </a:lnTo>
                <a:lnTo>
                  <a:pt x="1185" y="250"/>
                </a:lnTo>
                <a:lnTo>
                  <a:pt x="1186" y="249"/>
                </a:lnTo>
                <a:lnTo>
                  <a:pt x="1186" y="248"/>
                </a:lnTo>
                <a:lnTo>
                  <a:pt x="1188" y="245"/>
                </a:lnTo>
                <a:lnTo>
                  <a:pt x="1189" y="244"/>
                </a:lnTo>
                <a:lnTo>
                  <a:pt x="1189" y="245"/>
                </a:lnTo>
                <a:lnTo>
                  <a:pt x="1190" y="244"/>
                </a:lnTo>
                <a:lnTo>
                  <a:pt x="1194" y="241"/>
                </a:lnTo>
                <a:lnTo>
                  <a:pt x="1197" y="240"/>
                </a:lnTo>
                <a:lnTo>
                  <a:pt x="1199" y="240"/>
                </a:lnTo>
                <a:lnTo>
                  <a:pt x="1201" y="241"/>
                </a:lnTo>
                <a:lnTo>
                  <a:pt x="1203" y="241"/>
                </a:lnTo>
                <a:lnTo>
                  <a:pt x="1205" y="241"/>
                </a:lnTo>
                <a:lnTo>
                  <a:pt x="1212" y="244"/>
                </a:lnTo>
                <a:lnTo>
                  <a:pt x="1214" y="245"/>
                </a:lnTo>
                <a:lnTo>
                  <a:pt x="1216" y="246"/>
                </a:lnTo>
                <a:lnTo>
                  <a:pt x="1218" y="247"/>
                </a:lnTo>
                <a:lnTo>
                  <a:pt x="1220" y="248"/>
                </a:lnTo>
                <a:lnTo>
                  <a:pt x="1222" y="249"/>
                </a:lnTo>
                <a:lnTo>
                  <a:pt x="1224" y="250"/>
                </a:lnTo>
                <a:lnTo>
                  <a:pt x="1239" y="256"/>
                </a:lnTo>
                <a:lnTo>
                  <a:pt x="1239" y="248"/>
                </a:lnTo>
                <a:lnTo>
                  <a:pt x="1239" y="247"/>
                </a:lnTo>
                <a:lnTo>
                  <a:pt x="1238" y="244"/>
                </a:lnTo>
                <a:lnTo>
                  <a:pt x="1238" y="243"/>
                </a:lnTo>
                <a:lnTo>
                  <a:pt x="1238" y="242"/>
                </a:lnTo>
                <a:lnTo>
                  <a:pt x="1237" y="242"/>
                </a:lnTo>
                <a:lnTo>
                  <a:pt x="1237" y="241"/>
                </a:lnTo>
                <a:lnTo>
                  <a:pt x="1238" y="241"/>
                </a:lnTo>
                <a:lnTo>
                  <a:pt x="1238" y="240"/>
                </a:lnTo>
                <a:lnTo>
                  <a:pt x="1236" y="238"/>
                </a:lnTo>
                <a:lnTo>
                  <a:pt x="1236" y="237"/>
                </a:lnTo>
                <a:lnTo>
                  <a:pt x="1235" y="236"/>
                </a:lnTo>
                <a:lnTo>
                  <a:pt x="1235" y="235"/>
                </a:lnTo>
                <a:lnTo>
                  <a:pt x="1235" y="234"/>
                </a:lnTo>
                <a:lnTo>
                  <a:pt x="1235" y="233"/>
                </a:lnTo>
                <a:lnTo>
                  <a:pt x="1235" y="232"/>
                </a:lnTo>
                <a:lnTo>
                  <a:pt x="1234" y="231"/>
                </a:lnTo>
                <a:lnTo>
                  <a:pt x="1234" y="230"/>
                </a:lnTo>
                <a:lnTo>
                  <a:pt x="1235" y="229"/>
                </a:lnTo>
                <a:lnTo>
                  <a:pt x="1235" y="228"/>
                </a:lnTo>
                <a:lnTo>
                  <a:pt x="1235" y="227"/>
                </a:lnTo>
                <a:lnTo>
                  <a:pt x="1236" y="227"/>
                </a:lnTo>
                <a:lnTo>
                  <a:pt x="1237" y="225"/>
                </a:lnTo>
                <a:lnTo>
                  <a:pt x="1238" y="224"/>
                </a:lnTo>
                <a:lnTo>
                  <a:pt x="1240" y="223"/>
                </a:lnTo>
                <a:lnTo>
                  <a:pt x="1241" y="222"/>
                </a:lnTo>
                <a:lnTo>
                  <a:pt x="1242" y="220"/>
                </a:lnTo>
                <a:lnTo>
                  <a:pt x="1242" y="219"/>
                </a:lnTo>
                <a:lnTo>
                  <a:pt x="1244" y="217"/>
                </a:lnTo>
                <a:lnTo>
                  <a:pt x="1245" y="217"/>
                </a:lnTo>
                <a:lnTo>
                  <a:pt x="1245" y="216"/>
                </a:lnTo>
                <a:lnTo>
                  <a:pt x="1246" y="215"/>
                </a:lnTo>
                <a:lnTo>
                  <a:pt x="1246" y="214"/>
                </a:lnTo>
                <a:lnTo>
                  <a:pt x="1246" y="213"/>
                </a:lnTo>
                <a:lnTo>
                  <a:pt x="1246" y="211"/>
                </a:lnTo>
                <a:lnTo>
                  <a:pt x="1247" y="210"/>
                </a:lnTo>
                <a:lnTo>
                  <a:pt x="1247" y="209"/>
                </a:lnTo>
                <a:lnTo>
                  <a:pt x="1248" y="208"/>
                </a:lnTo>
                <a:lnTo>
                  <a:pt x="1248" y="207"/>
                </a:lnTo>
                <a:lnTo>
                  <a:pt x="1247" y="207"/>
                </a:lnTo>
                <a:lnTo>
                  <a:pt x="1246" y="206"/>
                </a:lnTo>
                <a:lnTo>
                  <a:pt x="1242" y="202"/>
                </a:lnTo>
                <a:lnTo>
                  <a:pt x="1242" y="201"/>
                </a:lnTo>
                <a:lnTo>
                  <a:pt x="1242" y="200"/>
                </a:lnTo>
                <a:lnTo>
                  <a:pt x="1243" y="200"/>
                </a:lnTo>
                <a:lnTo>
                  <a:pt x="1244" y="199"/>
                </a:lnTo>
                <a:lnTo>
                  <a:pt x="1247" y="200"/>
                </a:lnTo>
                <a:lnTo>
                  <a:pt x="1248" y="200"/>
                </a:lnTo>
                <a:lnTo>
                  <a:pt x="1248" y="199"/>
                </a:lnTo>
                <a:lnTo>
                  <a:pt x="1248" y="198"/>
                </a:lnTo>
                <a:lnTo>
                  <a:pt x="1249" y="198"/>
                </a:lnTo>
                <a:lnTo>
                  <a:pt x="1250" y="198"/>
                </a:lnTo>
                <a:lnTo>
                  <a:pt x="1252" y="199"/>
                </a:lnTo>
                <a:lnTo>
                  <a:pt x="1256" y="199"/>
                </a:lnTo>
                <a:lnTo>
                  <a:pt x="1257" y="200"/>
                </a:lnTo>
                <a:lnTo>
                  <a:pt x="1258" y="200"/>
                </a:lnTo>
                <a:lnTo>
                  <a:pt x="1259" y="199"/>
                </a:lnTo>
                <a:lnTo>
                  <a:pt x="1261" y="199"/>
                </a:lnTo>
                <a:lnTo>
                  <a:pt x="1263" y="197"/>
                </a:lnTo>
                <a:lnTo>
                  <a:pt x="1264" y="195"/>
                </a:lnTo>
                <a:lnTo>
                  <a:pt x="1264" y="194"/>
                </a:lnTo>
                <a:lnTo>
                  <a:pt x="1263" y="194"/>
                </a:lnTo>
                <a:lnTo>
                  <a:pt x="1262" y="193"/>
                </a:lnTo>
                <a:lnTo>
                  <a:pt x="1261" y="192"/>
                </a:lnTo>
                <a:lnTo>
                  <a:pt x="1260" y="191"/>
                </a:lnTo>
                <a:lnTo>
                  <a:pt x="1259" y="190"/>
                </a:lnTo>
                <a:lnTo>
                  <a:pt x="1259" y="189"/>
                </a:lnTo>
                <a:lnTo>
                  <a:pt x="1260" y="188"/>
                </a:lnTo>
                <a:lnTo>
                  <a:pt x="1262" y="186"/>
                </a:lnTo>
                <a:lnTo>
                  <a:pt x="1263" y="187"/>
                </a:lnTo>
                <a:lnTo>
                  <a:pt x="1265" y="186"/>
                </a:lnTo>
                <a:lnTo>
                  <a:pt x="1266" y="185"/>
                </a:lnTo>
                <a:lnTo>
                  <a:pt x="1266" y="186"/>
                </a:lnTo>
                <a:lnTo>
                  <a:pt x="1267" y="187"/>
                </a:lnTo>
                <a:lnTo>
                  <a:pt x="1267" y="188"/>
                </a:lnTo>
                <a:lnTo>
                  <a:pt x="1268" y="188"/>
                </a:lnTo>
                <a:lnTo>
                  <a:pt x="1268" y="187"/>
                </a:lnTo>
                <a:lnTo>
                  <a:pt x="1268" y="186"/>
                </a:lnTo>
                <a:lnTo>
                  <a:pt x="1268" y="185"/>
                </a:lnTo>
                <a:lnTo>
                  <a:pt x="1268" y="184"/>
                </a:lnTo>
                <a:lnTo>
                  <a:pt x="1267" y="183"/>
                </a:lnTo>
                <a:lnTo>
                  <a:pt x="1266" y="182"/>
                </a:lnTo>
                <a:lnTo>
                  <a:pt x="1266" y="180"/>
                </a:lnTo>
                <a:lnTo>
                  <a:pt x="1266" y="179"/>
                </a:lnTo>
                <a:lnTo>
                  <a:pt x="1266" y="178"/>
                </a:lnTo>
                <a:lnTo>
                  <a:pt x="1268" y="178"/>
                </a:lnTo>
                <a:lnTo>
                  <a:pt x="1268" y="179"/>
                </a:lnTo>
                <a:lnTo>
                  <a:pt x="1269" y="180"/>
                </a:lnTo>
                <a:lnTo>
                  <a:pt x="1270" y="180"/>
                </a:lnTo>
                <a:lnTo>
                  <a:pt x="1271" y="181"/>
                </a:lnTo>
                <a:lnTo>
                  <a:pt x="1272" y="181"/>
                </a:lnTo>
                <a:lnTo>
                  <a:pt x="1272" y="182"/>
                </a:lnTo>
                <a:lnTo>
                  <a:pt x="1273" y="182"/>
                </a:lnTo>
                <a:lnTo>
                  <a:pt x="1274" y="182"/>
                </a:lnTo>
                <a:lnTo>
                  <a:pt x="1275" y="183"/>
                </a:lnTo>
                <a:lnTo>
                  <a:pt x="1275" y="184"/>
                </a:lnTo>
                <a:lnTo>
                  <a:pt x="1276" y="185"/>
                </a:lnTo>
                <a:lnTo>
                  <a:pt x="1277" y="186"/>
                </a:lnTo>
                <a:lnTo>
                  <a:pt x="1278" y="186"/>
                </a:lnTo>
                <a:lnTo>
                  <a:pt x="1279" y="186"/>
                </a:lnTo>
                <a:lnTo>
                  <a:pt x="1280" y="186"/>
                </a:lnTo>
                <a:lnTo>
                  <a:pt x="1282" y="187"/>
                </a:lnTo>
                <a:lnTo>
                  <a:pt x="1282" y="188"/>
                </a:lnTo>
                <a:lnTo>
                  <a:pt x="1283" y="189"/>
                </a:lnTo>
                <a:lnTo>
                  <a:pt x="1285" y="189"/>
                </a:lnTo>
                <a:lnTo>
                  <a:pt x="1285" y="190"/>
                </a:lnTo>
                <a:lnTo>
                  <a:pt x="1286" y="191"/>
                </a:lnTo>
                <a:lnTo>
                  <a:pt x="1287" y="191"/>
                </a:lnTo>
                <a:lnTo>
                  <a:pt x="1287" y="190"/>
                </a:lnTo>
                <a:lnTo>
                  <a:pt x="1288" y="190"/>
                </a:lnTo>
                <a:lnTo>
                  <a:pt x="1289" y="190"/>
                </a:lnTo>
                <a:lnTo>
                  <a:pt x="1291" y="191"/>
                </a:lnTo>
                <a:lnTo>
                  <a:pt x="1292" y="190"/>
                </a:lnTo>
                <a:lnTo>
                  <a:pt x="1293" y="190"/>
                </a:lnTo>
                <a:lnTo>
                  <a:pt x="1295" y="190"/>
                </a:lnTo>
                <a:lnTo>
                  <a:pt x="1296" y="190"/>
                </a:lnTo>
                <a:lnTo>
                  <a:pt x="1296" y="189"/>
                </a:lnTo>
                <a:lnTo>
                  <a:pt x="1297" y="189"/>
                </a:lnTo>
                <a:lnTo>
                  <a:pt x="1298" y="189"/>
                </a:lnTo>
                <a:lnTo>
                  <a:pt x="1298" y="188"/>
                </a:lnTo>
                <a:lnTo>
                  <a:pt x="1299" y="188"/>
                </a:lnTo>
                <a:lnTo>
                  <a:pt x="1300" y="188"/>
                </a:lnTo>
                <a:lnTo>
                  <a:pt x="1301" y="187"/>
                </a:lnTo>
                <a:lnTo>
                  <a:pt x="1302" y="187"/>
                </a:lnTo>
                <a:lnTo>
                  <a:pt x="1302" y="186"/>
                </a:lnTo>
                <a:lnTo>
                  <a:pt x="1303" y="186"/>
                </a:lnTo>
                <a:lnTo>
                  <a:pt x="1304" y="186"/>
                </a:lnTo>
                <a:lnTo>
                  <a:pt x="1304" y="185"/>
                </a:lnTo>
                <a:lnTo>
                  <a:pt x="1305" y="185"/>
                </a:lnTo>
                <a:lnTo>
                  <a:pt x="1306" y="185"/>
                </a:lnTo>
                <a:lnTo>
                  <a:pt x="1306" y="184"/>
                </a:lnTo>
                <a:lnTo>
                  <a:pt x="1306" y="183"/>
                </a:lnTo>
                <a:lnTo>
                  <a:pt x="1306" y="177"/>
                </a:lnTo>
                <a:lnTo>
                  <a:pt x="1306" y="176"/>
                </a:lnTo>
                <a:lnTo>
                  <a:pt x="1306" y="175"/>
                </a:lnTo>
                <a:lnTo>
                  <a:pt x="1307" y="175"/>
                </a:lnTo>
                <a:lnTo>
                  <a:pt x="1307" y="173"/>
                </a:lnTo>
                <a:lnTo>
                  <a:pt x="1306" y="173"/>
                </a:lnTo>
                <a:lnTo>
                  <a:pt x="1305" y="173"/>
                </a:lnTo>
                <a:lnTo>
                  <a:pt x="1304" y="173"/>
                </a:lnTo>
                <a:lnTo>
                  <a:pt x="1304" y="172"/>
                </a:lnTo>
                <a:lnTo>
                  <a:pt x="1305" y="172"/>
                </a:lnTo>
                <a:lnTo>
                  <a:pt x="1306" y="172"/>
                </a:lnTo>
                <a:lnTo>
                  <a:pt x="1306" y="171"/>
                </a:lnTo>
                <a:lnTo>
                  <a:pt x="1306" y="170"/>
                </a:lnTo>
                <a:lnTo>
                  <a:pt x="1307" y="170"/>
                </a:lnTo>
                <a:lnTo>
                  <a:pt x="1307" y="169"/>
                </a:lnTo>
                <a:lnTo>
                  <a:pt x="1307" y="168"/>
                </a:lnTo>
                <a:lnTo>
                  <a:pt x="1308" y="168"/>
                </a:lnTo>
                <a:lnTo>
                  <a:pt x="1307" y="168"/>
                </a:lnTo>
                <a:lnTo>
                  <a:pt x="1307" y="167"/>
                </a:lnTo>
                <a:lnTo>
                  <a:pt x="1307" y="166"/>
                </a:lnTo>
                <a:lnTo>
                  <a:pt x="1306" y="165"/>
                </a:lnTo>
                <a:lnTo>
                  <a:pt x="1306" y="166"/>
                </a:lnTo>
                <a:lnTo>
                  <a:pt x="1305" y="166"/>
                </a:lnTo>
                <a:lnTo>
                  <a:pt x="1304" y="166"/>
                </a:lnTo>
                <a:lnTo>
                  <a:pt x="1303" y="166"/>
                </a:lnTo>
                <a:lnTo>
                  <a:pt x="1303" y="165"/>
                </a:lnTo>
                <a:lnTo>
                  <a:pt x="1302" y="165"/>
                </a:lnTo>
                <a:lnTo>
                  <a:pt x="1302" y="164"/>
                </a:lnTo>
                <a:lnTo>
                  <a:pt x="1302" y="163"/>
                </a:lnTo>
                <a:lnTo>
                  <a:pt x="1301" y="162"/>
                </a:lnTo>
                <a:lnTo>
                  <a:pt x="1301" y="161"/>
                </a:lnTo>
                <a:lnTo>
                  <a:pt x="1302" y="160"/>
                </a:lnTo>
                <a:lnTo>
                  <a:pt x="1302" y="159"/>
                </a:lnTo>
                <a:lnTo>
                  <a:pt x="1302" y="158"/>
                </a:lnTo>
                <a:lnTo>
                  <a:pt x="1302" y="157"/>
                </a:lnTo>
                <a:lnTo>
                  <a:pt x="1302" y="156"/>
                </a:lnTo>
                <a:lnTo>
                  <a:pt x="1303" y="156"/>
                </a:lnTo>
                <a:lnTo>
                  <a:pt x="1303" y="155"/>
                </a:lnTo>
                <a:lnTo>
                  <a:pt x="1303" y="154"/>
                </a:lnTo>
                <a:lnTo>
                  <a:pt x="1303" y="153"/>
                </a:lnTo>
                <a:lnTo>
                  <a:pt x="1304" y="153"/>
                </a:lnTo>
                <a:lnTo>
                  <a:pt x="1303" y="152"/>
                </a:lnTo>
                <a:lnTo>
                  <a:pt x="1303" y="151"/>
                </a:lnTo>
                <a:lnTo>
                  <a:pt x="1304" y="150"/>
                </a:lnTo>
                <a:lnTo>
                  <a:pt x="1303" y="150"/>
                </a:lnTo>
                <a:lnTo>
                  <a:pt x="1303" y="149"/>
                </a:lnTo>
                <a:lnTo>
                  <a:pt x="1302" y="149"/>
                </a:lnTo>
                <a:lnTo>
                  <a:pt x="1301" y="149"/>
                </a:lnTo>
                <a:lnTo>
                  <a:pt x="1300" y="149"/>
                </a:lnTo>
                <a:lnTo>
                  <a:pt x="1300" y="148"/>
                </a:lnTo>
                <a:lnTo>
                  <a:pt x="1300" y="147"/>
                </a:lnTo>
                <a:lnTo>
                  <a:pt x="1300" y="146"/>
                </a:lnTo>
                <a:lnTo>
                  <a:pt x="1299" y="145"/>
                </a:lnTo>
                <a:lnTo>
                  <a:pt x="1299" y="144"/>
                </a:lnTo>
                <a:lnTo>
                  <a:pt x="1299" y="143"/>
                </a:lnTo>
                <a:lnTo>
                  <a:pt x="1299" y="142"/>
                </a:lnTo>
                <a:lnTo>
                  <a:pt x="1299" y="141"/>
                </a:lnTo>
                <a:lnTo>
                  <a:pt x="1299" y="140"/>
                </a:lnTo>
                <a:lnTo>
                  <a:pt x="1300" y="140"/>
                </a:lnTo>
                <a:lnTo>
                  <a:pt x="1300" y="137"/>
                </a:lnTo>
                <a:lnTo>
                  <a:pt x="1299" y="137"/>
                </a:lnTo>
                <a:lnTo>
                  <a:pt x="1299" y="136"/>
                </a:lnTo>
                <a:lnTo>
                  <a:pt x="1300" y="136"/>
                </a:lnTo>
                <a:lnTo>
                  <a:pt x="1300" y="135"/>
                </a:lnTo>
                <a:lnTo>
                  <a:pt x="1300" y="134"/>
                </a:lnTo>
                <a:lnTo>
                  <a:pt x="1301" y="133"/>
                </a:lnTo>
                <a:lnTo>
                  <a:pt x="1301" y="132"/>
                </a:lnTo>
                <a:lnTo>
                  <a:pt x="1300" y="130"/>
                </a:lnTo>
                <a:lnTo>
                  <a:pt x="1300" y="129"/>
                </a:lnTo>
                <a:lnTo>
                  <a:pt x="1301" y="129"/>
                </a:lnTo>
                <a:lnTo>
                  <a:pt x="1300" y="129"/>
                </a:lnTo>
                <a:lnTo>
                  <a:pt x="1301" y="128"/>
                </a:lnTo>
                <a:lnTo>
                  <a:pt x="1300" y="128"/>
                </a:lnTo>
                <a:lnTo>
                  <a:pt x="1300" y="127"/>
                </a:lnTo>
                <a:lnTo>
                  <a:pt x="1300" y="126"/>
                </a:lnTo>
                <a:lnTo>
                  <a:pt x="1300" y="125"/>
                </a:lnTo>
                <a:lnTo>
                  <a:pt x="1301" y="125"/>
                </a:lnTo>
                <a:lnTo>
                  <a:pt x="1301" y="124"/>
                </a:lnTo>
                <a:lnTo>
                  <a:pt x="1301" y="123"/>
                </a:lnTo>
                <a:lnTo>
                  <a:pt x="1302" y="123"/>
                </a:lnTo>
                <a:lnTo>
                  <a:pt x="1301" y="123"/>
                </a:lnTo>
                <a:lnTo>
                  <a:pt x="1300" y="123"/>
                </a:lnTo>
                <a:lnTo>
                  <a:pt x="1299" y="123"/>
                </a:lnTo>
                <a:lnTo>
                  <a:pt x="1299" y="122"/>
                </a:lnTo>
                <a:lnTo>
                  <a:pt x="1299" y="123"/>
                </a:lnTo>
                <a:lnTo>
                  <a:pt x="1298" y="122"/>
                </a:lnTo>
                <a:lnTo>
                  <a:pt x="1296" y="122"/>
                </a:lnTo>
                <a:lnTo>
                  <a:pt x="1295" y="121"/>
                </a:lnTo>
                <a:lnTo>
                  <a:pt x="1295" y="120"/>
                </a:lnTo>
                <a:lnTo>
                  <a:pt x="1295" y="119"/>
                </a:lnTo>
                <a:lnTo>
                  <a:pt x="1294" y="118"/>
                </a:lnTo>
                <a:lnTo>
                  <a:pt x="1293" y="118"/>
                </a:lnTo>
                <a:lnTo>
                  <a:pt x="1293" y="117"/>
                </a:lnTo>
                <a:lnTo>
                  <a:pt x="1293" y="116"/>
                </a:lnTo>
                <a:lnTo>
                  <a:pt x="1294" y="116"/>
                </a:lnTo>
                <a:lnTo>
                  <a:pt x="1294" y="115"/>
                </a:lnTo>
                <a:lnTo>
                  <a:pt x="1294" y="114"/>
                </a:lnTo>
                <a:lnTo>
                  <a:pt x="1294" y="113"/>
                </a:lnTo>
                <a:lnTo>
                  <a:pt x="1295" y="112"/>
                </a:lnTo>
                <a:lnTo>
                  <a:pt x="1295" y="110"/>
                </a:lnTo>
                <a:lnTo>
                  <a:pt x="1294" y="109"/>
                </a:lnTo>
                <a:lnTo>
                  <a:pt x="1294" y="108"/>
                </a:lnTo>
                <a:lnTo>
                  <a:pt x="1294" y="104"/>
                </a:lnTo>
                <a:lnTo>
                  <a:pt x="1295" y="102"/>
                </a:lnTo>
                <a:lnTo>
                  <a:pt x="1296" y="100"/>
                </a:lnTo>
                <a:lnTo>
                  <a:pt x="1297" y="99"/>
                </a:lnTo>
                <a:lnTo>
                  <a:pt x="1298" y="98"/>
                </a:lnTo>
                <a:lnTo>
                  <a:pt x="1299" y="96"/>
                </a:lnTo>
                <a:lnTo>
                  <a:pt x="1300" y="95"/>
                </a:lnTo>
                <a:lnTo>
                  <a:pt x="1300" y="94"/>
                </a:lnTo>
                <a:lnTo>
                  <a:pt x="1300" y="92"/>
                </a:lnTo>
                <a:lnTo>
                  <a:pt x="1300" y="91"/>
                </a:lnTo>
                <a:lnTo>
                  <a:pt x="1299" y="90"/>
                </a:lnTo>
                <a:lnTo>
                  <a:pt x="1298" y="90"/>
                </a:lnTo>
                <a:lnTo>
                  <a:pt x="1299" y="87"/>
                </a:lnTo>
                <a:lnTo>
                  <a:pt x="1299" y="86"/>
                </a:lnTo>
                <a:lnTo>
                  <a:pt x="1300" y="86"/>
                </a:lnTo>
                <a:lnTo>
                  <a:pt x="1300" y="85"/>
                </a:lnTo>
                <a:lnTo>
                  <a:pt x="1300" y="84"/>
                </a:lnTo>
                <a:lnTo>
                  <a:pt x="1299" y="84"/>
                </a:lnTo>
                <a:lnTo>
                  <a:pt x="1300" y="83"/>
                </a:lnTo>
                <a:lnTo>
                  <a:pt x="1301" y="83"/>
                </a:lnTo>
                <a:lnTo>
                  <a:pt x="1301" y="82"/>
                </a:lnTo>
                <a:lnTo>
                  <a:pt x="1302" y="81"/>
                </a:lnTo>
                <a:lnTo>
                  <a:pt x="1302" y="80"/>
                </a:lnTo>
                <a:lnTo>
                  <a:pt x="1302" y="79"/>
                </a:lnTo>
                <a:lnTo>
                  <a:pt x="1302" y="78"/>
                </a:lnTo>
                <a:lnTo>
                  <a:pt x="1302" y="77"/>
                </a:lnTo>
                <a:lnTo>
                  <a:pt x="1303" y="77"/>
                </a:lnTo>
                <a:lnTo>
                  <a:pt x="1303" y="76"/>
                </a:lnTo>
                <a:lnTo>
                  <a:pt x="1304" y="76"/>
                </a:lnTo>
                <a:lnTo>
                  <a:pt x="1304" y="75"/>
                </a:lnTo>
                <a:lnTo>
                  <a:pt x="1305" y="75"/>
                </a:lnTo>
                <a:lnTo>
                  <a:pt x="1305" y="74"/>
                </a:lnTo>
                <a:lnTo>
                  <a:pt x="1306" y="74"/>
                </a:lnTo>
                <a:lnTo>
                  <a:pt x="1306" y="73"/>
                </a:lnTo>
                <a:lnTo>
                  <a:pt x="1307" y="73"/>
                </a:lnTo>
                <a:lnTo>
                  <a:pt x="1306" y="73"/>
                </a:lnTo>
                <a:lnTo>
                  <a:pt x="1307" y="73"/>
                </a:lnTo>
                <a:lnTo>
                  <a:pt x="1307" y="72"/>
                </a:lnTo>
                <a:lnTo>
                  <a:pt x="1308" y="71"/>
                </a:lnTo>
                <a:lnTo>
                  <a:pt x="1309" y="71"/>
                </a:lnTo>
                <a:lnTo>
                  <a:pt x="1309" y="70"/>
                </a:lnTo>
                <a:lnTo>
                  <a:pt x="1308" y="69"/>
                </a:lnTo>
                <a:lnTo>
                  <a:pt x="1308" y="68"/>
                </a:lnTo>
                <a:lnTo>
                  <a:pt x="1307" y="68"/>
                </a:lnTo>
                <a:lnTo>
                  <a:pt x="1306" y="68"/>
                </a:lnTo>
                <a:lnTo>
                  <a:pt x="1306" y="66"/>
                </a:lnTo>
                <a:lnTo>
                  <a:pt x="1307" y="66"/>
                </a:lnTo>
                <a:lnTo>
                  <a:pt x="1306" y="65"/>
                </a:lnTo>
                <a:lnTo>
                  <a:pt x="1306" y="64"/>
                </a:lnTo>
                <a:lnTo>
                  <a:pt x="1305" y="63"/>
                </a:lnTo>
                <a:lnTo>
                  <a:pt x="1305" y="62"/>
                </a:lnTo>
                <a:lnTo>
                  <a:pt x="1304" y="63"/>
                </a:lnTo>
                <a:lnTo>
                  <a:pt x="1304" y="62"/>
                </a:lnTo>
                <a:lnTo>
                  <a:pt x="1303" y="62"/>
                </a:lnTo>
                <a:lnTo>
                  <a:pt x="1303" y="61"/>
                </a:lnTo>
                <a:lnTo>
                  <a:pt x="1303" y="60"/>
                </a:lnTo>
                <a:lnTo>
                  <a:pt x="1303" y="59"/>
                </a:lnTo>
                <a:lnTo>
                  <a:pt x="1302" y="59"/>
                </a:lnTo>
                <a:lnTo>
                  <a:pt x="1302" y="58"/>
                </a:lnTo>
                <a:lnTo>
                  <a:pt x="1303" y="58"/>
                </a:lnTo>
                <a:lnTo>
                  <a:pt x="1303" y="57"/>
                </a:lnTo>
                <a:lnTo>
                  <a:pt x="1304" y="57"/>
                </a:lnTo>
                <a:lnTo>
                  <a:pt x="1305" y="57"/>
                </a:lnTo>
                <a:lnTo>
                  <a:pt x="1305" y="56"/>
                </a:lnTo>
                <a:lnTo>
                  <a:pt x="1305" y="57"/>
                </a:lnTo>
                <a:lnTo>
                  <a:pt x="1306" y="57"/>
                </a:lnTo>
                <a:lnTo>
                  <a:pt x="1307" y="57"/>
                </a:lnTo>
                <a:lnTo>
                  <a:pt x="1308" y="57"/>
                </a:lnTo>
                <a:lnTo>
                  <a:pt x="1309" y="56"/>
                </a:lnTo>
                <a:lnTo>
                  <a:pt x="1310" y="55"/>
                </a:lnTo>
                <a:lnTo>
                  <a:pt x="1310" y="56"/>
                </a:lnTo>
                <a:lnTo>
                  <a:pt x="1311" y="56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3" name=""/>
          <p:cNvSpPr/>
          <p:nvPr/>
        </p:nvSpPr>
        <p:spPr>
          <a:xfrm>
            <a:off x="7512840" y="1663560"/>
            <a:ext cx="10080" cy="6120"/>
          </a:xfrm>
          <a:custGeom>
            <a:avLst/>
            <a:gdLst/>
            <a:ahLst/>
            <a:rect l="0" t="0" r="r" b="b"/>
            <a:pathLst>
              <a:path w="28" h="17">
                <a:moveTo>
                  <a:pt x="28" y="2"/>
                </a:moveTo>
                <a:lnTo>
                  <a:pt x="28" y="3"/>
                </a:lnTo>
                <a:lnTo>
                  <a:pt x="27" y="5"/>
                </a:lnTo>
                <a:lnTo>
                  <a:pt x="27" y="6"/>
                </a:lnTo>
                <a:lnTo>
                  <a:pt x="28" y="7"/>
                </a:lnTo>
                <a:lnTo>
                  <a:pt x="28" y="8"/>
                </a:lnTo>
                <a:lnTo>
                  <a:pt x="28" y="9"/>
                </a:lnTo>
                <a:lnTo>
                  <a:pt x="27" y="9"/>
                </a:lnTo>
                <a:lnTo>
                  <a:pt x="27" y="8"/>
                </a:lnTo>
                <a:lnTo>
                  <a:pt x="25" y="6"/>
                </a:lnTo>
                <a:lnTo>
                  <a:pt x="25" y="5"/>
                </a:lnTo>
                <a:lnTo>
                  <a:pt x="25" y="4"/>
                </a:lnTo>
                <a:lnTo>
                  <a:pt x="24" y="4"/>
                </a:lnTo>
                <a:lnTo>
                  <a:pt x="22" y="5"/>
                </a:lnTo>
                <a:lnTo>
                  <a:pt x="22" y="6"/>
                </a:lnTo>
                <a:lnTo>
                  <a:pt x="21" y="7"/>
                </a:lnTo>
                <a:lnTo>
                  <a:pt x="20" y="8"/>
                </a:lnTo>
                <a:lnTo>
                  <a:pt x="20" y="9"/>
                </a:lnTo>
                <a:lnTo>
                  <a:pt x="21" y="9"/>
                </a:lnTo>
                <a:lnTo>
                  <a:pt x="21" y="10"/>
                </a:lnTo>
                <a:lnTo>
                  <a:pt x="20" y="10"/>
                </a:lnTo>
                <a:lnTo>
                  <a:pt x="20" y="12"/>
                </a:lnTo>
                <a:lnTo>
                  <a:pt x="19" y="12"/>
                </a:lnTo>
                <a:lnTo>
                  <a:pt x="19" y="9"/>
                </a:lnTo>
                <a:lnTo>
                  <a:pt x="18" y="9"/>
                </a:lnTo>
                <a:lnTo>
                  <a:pt x="18" y="10"/>
                </a:lnTo>
                <a:lnTo>
                  <a:pt x="18" y="12"/>
                </a:lnTo>
                <a:lnTo>
                  <a:pt x="17" y="12"/>
                </a:lnTo>
                <a:lnTo>
                  <a:pt x="14" y="14"/>
                </a:lnTo>
                <a:lnTo>
                  <a:pt x="13" y="14"/>
                </a:lnTo>
                <a:lnTo>
                  <a:pt x="12" y="14"/>
                </a:lnTo>
                <a:lnTo>
                  <a:pt x="11" y="13"/>
                </a:lnTo>
                <a:lnTo>
                  <a:pt x="10" y="14"/>
                </a:lnTo>
                <a:lnTo>
                  <a:pt x="9" y="15"/>
                </a:lnTo>
                <a:lnTo>
                  <a:pt x="8" y="15"/>
                </a:lnTo>
                <a:lnTo>
                  <a:pt x="7" y="14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5" y="16"/>
                </a:lnTo>
                <a:lnTo>
                  <a:pt x="3" y="17"/>
                </a:lnTo>
                <a:lnTo>
                  <a:pt x="3" y="16"/>
                </a:lnTo>
                <a:lnTo>
                  <a:pt x="2" y="17"/>
                </a:lnTo>
                <a:lnTo>
                  <a:pt x="1" y="17"/>
                </a:lnTo>
                <a:lnTo>
                  <a:pt x="0" y="16"/>
                </a:lnTo>
                <a:lnTo>
                  <a:pt x="0" y="15"/>
                </a:lnTo>
                <a:lnTo>
                  <a:pt x="0" y="12"/>
                </a:lnTo>
                <a:lnTo>
                  <a:pt x="0" y="10"/>
                </a:lnTo>
                <a:lnTo>
                  <a:pt x="0" y="9"/>
                </a:lnTo>
                <a:lnTo>
                  <a:pt x="1" y="8"/>
                </a:lnTo>
                <a:lnTo>
                  <a:pt x="3" y="7"/>
                </a:lnTo>
                <a:lnTo>
                  <a:pt x="4" y="7"/>
                </a:lnTo>
                <a:lnTo>
                  <a:pt x="4" y="8"/>
                </a:lnTo>
                <a:lnTo>
                  <a:pt x="5" y="8"/>
                </a:lnTo>
                <a:lnTo>
                  <a:pt x="6" y="8"/>
                </a:lnTo>
                <a:lnTo>
                  <a:pt x="7" y="7"/>
                </a:lnTo>
                <a:lnTo>
                  <a:pt x="8" y="7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4"/>
                </a:lnTo>
                <a:lnTo>
                  <a:pt x="15" y="4"/>
                </a:lnTo>
                <a:lnTo>
                  <a:pt x="17" y="4"/>
                </a:lnTo>
                <a:lnTo>
                  <a:pt x="18" y="3"/>
                </a:lnTo>
                <a:lnTo>
                  <a:pt x="20" y="2"/>
                </a:lnTo>
                <a:lnTo>
                  <a:pt x="21" y="2"/>
                </a:lnTo>
                <a:lnTo>
                  <a:pt x="22" y="2"/>
                </a:lnTo>
                <a:lnTo>
                  <a:pt x="23" y="2"/>
                </a:lnTo>
                <a:lnTo>
                  <a:pt x="23" y="1"/>
                </a:lnTo>
                <a:lnTo>
                  <a:pt x="24" y="1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28" y="1"/>
                </a:lnTo>
                <a:lnTo>
                  <a:pt x="28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4" name=""/>
          <p:cNvSpPr/>
          <p:nvPr/>
        </p:nvSpPr>
        <p:spPr>
          <a:xfrm>
            <a:off x="7419240" y="1371600"/>
            <a:ext cx="194040" cy="311040"/>
          </a:xfrm>
          <a:custGeom>
            <a:avLst/>
            <a:gdLst/>
            <a:ahLst/>
            <a:rect l="0" t="0" r="r" b="b"/>
            <a:pathLst>
              <a:path w="539" h="864">
                <a:moveTo>
                  <a:pt x="389" y="3"/>
                </a:moveTo>
                <a:lnTo>
                  <a:pt x="391" y="3"/>
                </a:lnTo>
                <a:lnTo>
                  <a:pt x="392" y="3"/>
                </a:lnTo>
                <a:lnTo>
                  <a:pt x="393" y="4"/>
                </a:lnTo>
                <a:lnTo>
                  <a:pt x="394" y="5"/>
                </a:lnTo>
                <a:lnTo>
                  <a:pt x="395" y="8"/>
                </a:lnTo>
                <a:lnTo>
                  <a:pt x="395" y="9"/>
                </a:lnTo>
                <a:lnTo>
                  <a:pt x="394" y="10"/>
                </a:lnTo>
                <a:lnTo>
                  <a:pt x="394" y="11"/>
                </a:lnTo>
                <a:lnTo>
                  <a:pt x="395" y="12"/>
                </a:lnTo>
                <a:lnTo>
                  <a:pt x="396" y="13"/>
                </a:lnTo>
                <a:lnTo>
                  <a:pt x="396" y="14"/>
                </a:lnTo>
                <a:lnTo>
                  <a:pt x="397" y="14"/>
                </a:lnTo>
                <a:lnTo>
                  <a:pt x="397" y="15"/>
                </a:lnTo>
                <a:lnTo>
                  <a:pt x="396" y="17"/>
                </a:lnTo>
                <a:lnTo>
                  <a:pt x="396" y="19"/>
                </a:lnTo>
                <a:lnTo>
                  <a:pt x="396" y="20"/>
                </a:lnTo>
                <a:lnTo>
                  <a:pt x="396" y="22"/>
                </a:lnTo>
                <a:lnTo>
                  <a:pt x="397" y="23"/>
                </a:lnTo>
                <a:lnTo>
                  <a:pt x="396" y="25"/>
                </a:lnTo>
                <a:lnTo>
                  <a:pt x="395" y="27"/>
                </a:lnTo>
                <a:lnTo>
                  <a:pt x="395" y="28"/>
                </a:lnTo>
                <a:lnTo>
                  <a:pt x="394" y="29"/>
                </a:lnTo>
                <a:lnTo>
                  <a:pt x="394" y="30"/>
                </a:lnTo>
                <a:lnTo>
                  <a:pt x="396" y="31"/>
                </a:lnTo>
                <a:lnTo>
                  <a:pt x="396" y="33"/>
                </a:lnTo>
                <a:lnTo>
                  <a:pt x="397" y="34"/>
                </a:lnTo>
                <a:lnTo>
                  <a:pt x="398" y="35"/>
                </a:lnTo>
                <a:lnTo>
                  <a:pt x="399" y="36"/>
                </a:lnTo>
                <a:lnTo>
                  <a:pt x="399" y="37"/>
                </a:lnTo>
                <a:lnTo>
                  <a:pt x="399" y="38"/>
                </a:lnTo>
                <a:lnTo>
                  <a:pt x="400" y="39"/>
                </a:lnTo>
                <a:lnTo>
                  <a:pt x="400" y="40"/>
                </a:lnTo>
                <a:lnTo>
                  <a:pt x="400" y="41"/>
                </a:lnTo>
                <a:lnTo>
                  <a:pt x="400" y="42"/>
                </a:lnTo>
                <a:lnTo>
                  <a:pt x="401" y="43"/>
                </a:lnTo>
                <a:lnTo>
                  <a:pt x="401" y="44"/>
                </a:lnTo>
                <a:lnTo>
                  <a:pt x="401" y="45"/>
                </a:lnTo>
                <a:lnTo>
                  <a:pt x="401" y="46"/>
                </a:lnTo>
                <a:lnTo>
                  <a:pt x="402" y="46"/>
                </a:lnTo>
                <a:lnTo>
                  <a:pt x="402" y="47"/>
                </a:lnTo>
                <a:lnTo>
                  <a:pt x="403" y="47"/>
                </a:lnTo>
                <a:lnTo>
                  <a:pt x="403" y="48"/>
                </a:lnTo>
                <a:lnTo>
                  <a:pt x="403" y="50"/>
                </a:lnTo>
                <a:lnTo>
                  <a:pt x="403" y="51"/>
                </a:lnTo>
                <a:lnTo>
                  <a:pt x="404" y="52"/>
                </a:lnTo>
                <a:lnTo>
                  <a:pt x="404" y="53"/>
                </a:lnTo>
                <a:lnTo>
                  <a:pt x="404" y="54"/>
                </a:lnTo>
                <a:lnTo>
                  <a:pt x="404" y="55"/>
                </a:lnTo>
                <a:lnTo>
                  <a:pt x="405" y="56"/>
                </a:lnTo>
                <a:lnTo>
                  <a:pt x="405" y="57"/>
                </a:lnTo>
                <a:lnTo>
                  <a:pt x="406" y="58"/>
                </a:lnTo>
                <a:lnTo>
                  <a:pt x="406" y="59"/>
                </a:lnTo>
                <a:lnTo>
                  <a:pt x="406" y="60"/>
                </a:lnTo>
                <a:lnTo>
                  <a:pt x="407" y="60"/>
                </a:lnTo>
                <a:lnTo>
                  <a:pt x="407" y="61"/>
                </a:lnTo>
                <a:lnTo>
                  <a:pt x="408" y="62"/>
                </a:lnTo>
                <a:lnTo>
                  <a:pt x="409" y="62"/>
                </a:lnTo>
                <a:lnTo>
                  <a:pt x="412" y="62"/>
                </a:lnTo>
                <a:lnTo>
                  <a:pt x="413" y="63"/>
                </a:lnTo>
                <a:lnTo>
                  <a:pt x="414" y="63"/>
                </a:lnTo>
                <a:lnTo>
                  <a:pt x="415" y="63"/>
                </a:lnTo>
                <a:lnTo>
                  <a:pt x="416" y="64"/>
                </a:lnTo>
                <a:lnTo>
                  <a:pt x="417" y="64"/>
                </a:lnTo>
                <a:lnTo>
                  <a:pt x="419" y="65"/>
                </a:lnTo>
                <a:lnTo>
                  <a:pt x="419" y="66"/>
                </a:lnTo>
                <a:lnTo>
                  <a:pt x="421" y="70"/>
                </a:lnTo>
                <a:lnTo>
                  <a:pt x="423" y="70"/>
                </a:lnTo>
                <a:lnTo>
                  <a:pt x="423" y="71"/>
                </a:lnTo>
                <a:lnTo>
                  <a:pt x="423" y="75"/>
                </a:lnTo>
                <a:lnTo>
                  <a:pt x="422" y="92"/>
                </a:lnTo>
                <a:lnTo>
                  <a:pt x="401" y="115"/>
                </a:lnTo>
                <a:lnTo>
                  <a:pt x="397" y="122"/>
                </a:lnTo>
                <a:lnTo>
                  <a:pt x="391" y="133"/>
                </a:lnTo>
                <a:lnTo>
                  <a:pt x="390" y="134"/>
                </a:lnTo>
                <a:lnTo>
                  <a:pt x="383" y="141"/>
                </a:lnTo>
                <a:lnTo>
                  <a:pt x="380" y="151"/>
                </a:lnTo>
                <a:lnTo>
                  <a:pt x="377" y="164"/>
                </a:lnTo>
                <a:lnTo>
                  <a:pt x="376" y="180"/>
                </a:lnTo>
                <a:lnTo>
                  <a:pt x="375" y="185"/>
                </a:lnTo>
                <a:lnTo>
                  <a:pt x="375" y="191"/>
                </a:lnTo>
                <a:lnTo>
                  <a:pt x="367" y="208"/>
                </a:lnTo>
                <a:lnTo>
                  <a:pt x="349" y="223"/>
                </a:lnTo>
                <a:lnTo>
                  <a:pt x="349" y="224"/>
                </a:lnTo>
                <a:lnTo>
                  <a:pt x="350" y="225"/>
                </a:lnTo>
                <a:lnTo>
                  <a:pt x="350" y="226"/>
                </a:lnTo>
                <a:lnTo>
                  <a:pt x="352" y="227"/>
                </a:lnTo>
                <a:lnTo>
                  <a:pt x="354" y="228"/>
                </a:lnTo>
                <a:lnTo>
                  <a:pt x="355" y="228"/>
                </a:lnTo>
                <a:lnTo>
                  <a:pt x="356" y="229"/>
                </a:lnTo>
                <a:lnTo>
                  <a:pt x="357" y="231"/>
                </a:lnTo>
                <a:lnTo>
                  <a:pt x="359" y="234"/>
                </a:lnTo>
                <a:lnTo>
                  <a:pt x="360" y="234"/>
                </a:lnTo>
                <a:lnTo>
                  <a:pt x="361" y="235"/>
                </a:lnTo>
                <a:lnTo>
                  <a:pt x="364" y="237"/>
                </a:lnTo>
                <a:lnTo>
                  <a:pt x="366" y="238"/>
                </a:lnTo>
                <a:lnTo>
                  <a:pt x="370" y="240"/>
                </a:lnTo>
                <a:lnTo>
                  <a:pt x="371" y="241"/>
                </a:lnTo>
                <a:lnTo>
                  <a:pt x="372" y="241"/>
                </a:lnTo>
                <a:lnTo>
                  <a:pt x="374" y="242"/>
                </a:lnTo>
                <a:lnTo>
                  <a:pt x="376" y="242"/>
                </a:lnTo>
                <a:lnTo>
                  <a:pt x="377" y="242"/>
                </a:lnTo>
                <a:lnTo>
                  <a:pt x="378" y="243"/>
                </a:lnTo>
                <a:lnTo>
                  <a:pt x="379" y="243"/>
                </a:lnTo>
                <a:lnTo>
                  <a:pt x="381" y="244"/>
                </a:lnTo>
                <a:lnTo>
                  <a:pt x="384" y="245"/>
                </a:lnTo>
                <a:lnTo>
                  <a:pt x="385" y="246"/>
                </a:lnTo>
                <a:lnTo>
                  <a:pt x="388" y="247"/>
                </a:lnTo>
                <a:lnTo>
                  <a:pt x="390" y="249"/>
                </a:lnTo>
                <a:lnTo>
                  <a:pt x="391" y="250"/>
                </a:lnTo>
                <a:lnTo>
                  <a:pt x="392" y="251"/>
                </a:lnTo>
                <a:lnTo>
                  <a:pt x="393" y="252"/>
                </a:lnTo>
                <a:lnTo>
                  <a:pt x="395" y="253"/>
                </a:lnTo>
                <a:lnTo>
                  <a:pt x="397" y="254"/>
                </a:lnTo>
                <a:lnTo>
                  <a:pt x="401" y="254"/>
                </a:lnTo>
                <a:lnTo>
                  <a:pt x="403" y="255"/>
                </a:lnTo>
                <a:lnTo>
                  <a:pt x="404" y="255"/>
                </a:lnTo>
                <a:lnTo>
                  <a:pt x="404" y="256"/>
                </a:lnTo>
                <a:lnTo>
                  <a:pt x="406" y="256"/>
                </a:lnTo>
                <a:lnTo>
                  <a:pt x="407" y="256"/>
                </a:lnTo>
                <a:lnTo>
                  <a:pt x="408" y="257"/>
                </a:lnTo>
                <a:lnTo>
                  <a:pt x="410" y="257"/>
                </a:lnTo>
                <a:lnTo>
                  <a:pt x="412" y="258"/>
                </a:lnTo>
                <a:lnTo>
                  <a:pt x="413" y="258"/>
                </a:lnTo>
                <a:lnTo>
                  <a:pt x="415" y="258"/>
                </a:lnTo>
                <a:lnTo>
                  <a:pt x="417" y="259"/>
                </a:lnTo>
                <a:lnTo>
                  <a:pt x="418" y="260"/>
                </a:lnTo>
                <a:lnTo>
                  <a:pt x="423" y="261"/>
                </a:lnTo>
                <a:lnTo>
                  <a:pt x="425" y="262"/>
                </a:lnTo>
                <a:lnTo>
                  <a:pt x="432" y="263"/>
                </a:lnTo>
                <a:lnTo>
                  <a:pt x="437" y="264"/>
                </a:lnTo>
                <a:lnTo>
                  <a:pt x="437" y="263"/>
                </a:lnTo>
                <a:lnTo>
                  <a:pt x="438" y="262"/>
                </a:lnTo>
                <a:lnTo>
                  <a:pt x="451" y="258"/>
                </a:lnTo>
                <a:lnTo>
                  <a:pt x="452" y="256"/>
                </a:lnTo>
                <a:lnTo>
                  <a:pt x="452" y="255"/>
                </a:lnTo>
                <a:lnTo>
                  <a:pt x="453" y="255"/>
                </a:lnTo>
                <a:lnTo>
                  <a:pt x="454" y="255"/>
                </a:lnTo>
                <a:lnTo>
                  <a:pt x="455" y="256"/>
                </a:lnTo>
                <a:lnTo>
                  <a:pt x="456" y="256"/>
                </a:lnTo>
                <a:lnTo>
                  <a:pt x="457" y="255"/>
                </a:lnTo>
                <a:lnTo>
                  <a:pt x="457" y="254"/>
                </a:lnTo>
                <a:lnTo>
                  <a:pt x="458" y="254"/>
                </a:lnTo>
                <a:lnTo>
                  <a:pt x="459" y="255"/>
                </a:lnTo>
                <a:lnTo>
                  <a:pt x="461" y="256"/>
                </a:lnTo>
                <a:lnTo>
                  <a:pt x="462" y="257"/>
                </a:lnTo>
                <a:lnTo>
                  <a:pt x="463" y="258"/>
                </a:lnTo>
                <a:lnTo>
                  <a:pt x="464" y="259"/>
                </a:lnTo>
                <a:lnTo>
                  <a:pt x="465" y="260"/>
                </a:lnTo>
                <a:lnTo>
                  <a:pt x="465" y="261"/>
                </a:lnTo>
                <a:lnTo>
                  <a:pt x="467" y="262"/>
                </a:lnTo>
                <a:lnTo>
                  <a:pt x="468" y="262"/>
                </a:lnTo>
                <a:lnTo>
                  <a:pt x="470" y="264"/>
                </a:lnTo>
                <a:lnTo>
                  <a:pt x="470" y="265"/>
                </a:lnTo>
                <a:lnTo>
                  <a:pt x="472" y="266"/>
                </a:lnTo>
                <a:lnTo>
                  <a:pt x="473" y="266"/>
                </a:lnTo>
                <a:lnTo>
                  <a:pt x="474" y="266"/>
                </a:lnTo>
                <a:lnTo>
                  <a:pt x="475" y="266"/>
                </a:lnTo>
                <a:lnTo>
                  <a:pt x="476" y="267"/>
                </a:lnTo>
                <a:lnTo>
                  <a:pt x="477" y="267"/>
                </a:lnTo>
                <a:lnTo>
                  <a:pt x="478" y="267"/>
                </a:lnTo>
                <a:lnTo>
                  <a:pt x="480" y="267"/>
                </a:lnTo>
                <a:lnTo>
                  <a:pt x="484" y="268"/>
                </a:lnTo>
                <a:lnTo>
                  <a:pt x="484" y="269"/>
                </a:lnTo>
                <a:lnTo>
                  <a:pt x="485" y="269"/>
                </a:lnTo>
                <a:lnTo>
                  <a:pt x="485" y="270"/>
                </a:lnTo>
                <a:lnTo>
                  <a:pt x="486" y="270"/>
                </a:lnTo>
                <a:lnTo>
                  <a:pt x="487" y="272"/>
                </a:lnTo>
                <a:lnTo>
                  <a:pt x="487" y="274"/>
                </a:lnTo>
                <a:lnTo>
                  <a:pt x="488" y="276"/>
                </a:lnTo>
                <a:lnTo>
                  <a:pt x="489" y="277"/>
                </a:lnTo>
                <a:lnTo>
                  <a:pt x="490" y="278"/>
                </a:lnTo>
                <a:lnTo>
                  <a:pt x="491" y="279"/>
                </a:lnTo>
                <a:lnTo>
                  <a:pt x="492" y="280"/>
                </a:lnTo>
                <a:lnTo>
                  <a:pt x="493" y="281"/>
                </a:lnTo>
                <a:lnTo>
                  <a:pt x="494" y="281"/>
                </a:lnTo>
                <a:lnTo>
                  <a:pt x="496" y="283"/>
                </a:lnTo>
                <a:lnTo>
                  <a:pt x="498" y="284"/>
                </a:lnTo>
                <a:lnTo>
                  <a:pt x="500" y="286"/>
                </a:lnTo>
                <a:lnTo>
                  <a:pt x="501" y="287"/>
                </a:lnTo>
                <a:lnTo>
                  <a:pt x="502" y="288"/>
                </a:lnTo>
                <a:lnTo>
                  <a:pt x="498" y="295"/>
                </a:lnTo>
                <a:lnTo>
                  <a:pt x="497" y="298"/>
                </a:lnTo>
                <a:lnTo>
                  <a:pt x="499" y="299"/>
                </a:lnTo>
                <a:lnTo>
                  <a:pt x="499" y="300"/>
                </a:lnTo>
                <a:lnTo>
                  <a:pt x="504" y="301"/>
                </a:lnTo>
                <a:lnTo>
                  <a:pt x="505" y="299"/>
                </a:lnTo>
                <a:lnTo>
                  <a:pt x="508" y="298"/>
                </a:lnTo>
                <a:lnTo>
                  <a:pt x="511" y="298"/>
                </a:lnTo>
                <a:lnTo>
                  <a:pt x="512" y="301"/>
                </a:lnTo>
                <a:lnTo>
                  <a:pt x="520" y="307"/>
                </a:lnTo>
                <a:lnTo>
                  <a:pt x="520" y="308"/>
                </a:lnTo>
                <a:lnTo>
                  <a:pt x="521" y="308"/>
                </a:lnTo>
                <a:lnTo>
                  <a:pt x="522" y="308"/>
                </a:lnTo>
                <a:lnTo>
                  <a:pt x="534" y="312"/>
                </a:lnTo>
                <a:lnTo>
                  <a:pt x="535" y="314"/>
                </a:lnTo>
                <a:lnTo>
                  <a:pt x="536" y="314"/>
                </a:lnTo>
                <a:lnTo>
                  <a:pt x="538" y="316"/>
                </a:lnTo>
                <a:lnTo>
                  <a:pt x="539" y="320"/>
                </a:lnTo>
                <a:lnTo>
                  <a:pt x="538" y="320"/>
                </a:lnTo>
                <a:lnTo>
                  <a:pt x="537" y="321"/>
                </a:lnTo>
                <a:lnTo>
                  <a:pt x="536" y="321"/>
                </a:lnTo>
                <a:lnTo>
                  <a:pt x="537" y="322"/>
                </a:lnTo>
                <a:lnTo>
                  <a:pt x="536" y="326"/>
                </a:lnTo>
                <a:lnTo>
                  <a:pt x="537" y="326"/>
                </a:lnTo>
                <a:lnTo>
                  <a:pt x="537" y="327"/>
                </a:lnTo>
                <a:lnTo>
                  <a:pt x="535" y="326"/>
                </a:lnTo>
                <a:lnTo>
                  <a:pt x="533" y="330"/>
                </a:lnTo>
                <a:lnTo>
                  <a:pt x="533" y="333"/>
                </a:lnTo>
                <a:lnTo>
                  <a:pt x="532" y="334"/>
                </a:lnTo>
                <a:lnTo>
                  <a:pt x="531" y="334"/>
                </a:lnTo>
                <a:lnTo>
                  <a:pt x="530" y="333"/>
                </a:lnTo>
                <a:lnTo>
                  <a:pt x="528" y="330"/>
                </a:lnTo>
                <a:lnTo>
                  <a:pt x="527" y="330"/>
                </a:lnTo>
                <a:lnTo>
                  <a:pt x="526" y="330"/>
                </a:lnTo>
                <a:lnTo>
                  <a:pt x="526" y="328"/>
                </a:lnTo>
                <a:lnTo>
                  <a:pt x="525" y="329"/>
                </a:lnTo>
                <a:lnTo>
                  <a:pt x="524" y="330"/>
                </a:lnTo>
                <a:lnTo>
                  <a:pt x="526" y="331"/>
                </a:lnTo>
                <a:lnTo>
                  <a:pt x="526" y="330"/>
                </a:lnTo>
                <a:lnTo>
                  <a:pt x="527" y="331"/>
                </a:lnTo>
                <a:lnTo>
                  <a:pt x="527" y="332"/>
                </a:lnTo>
                <a:lnTo>
                  <a:pt x="525" y="332"/>
                </a:lnTo>
                <a:lnTo>
                  <a:pt x="523" y="333"/>
                </a:lnTo>
                <a:lnTo>
                  <a:pt x="523" y="334"/>
                </a:lnTo>
                <a:lnTo>
                  <a:pt x="520" y="334"/>
                </a:lnTo>
                <a:lnTo>
                  <a:pt x="519" y="332"/>
                </a:lnTo>
                <a:lnTo>
                  <a:pt x="512" y="335"/>
                </a:lnTo>
                <a:lnTo>
                  <a:pt x="512" y="336"/>
                </a:lnTo>
                <a:lnTo>
                  <a:pt x="512" y="339"/>
                </a:lnTo>
                <a:lnTo>
                  <a:pt x="512" y="340"/>
                </a:lnTo>
                <a:lnTo>
                  <a:pt x="512" y="341"/>
                </a:lnTo>
                <a:lnTo>
                  <a:pt x="513" y="342"/>
                </a:lnTo>
                <a:lnTo>
                  <a:pt x="512" y="344"/>
                </a:lnTo>
                <a:lnTo>
                  <a:pt x="510" y="346"/>
                </a:lnTo>
                <a:lnTo>
                  <a:pt x="509" y="348"/>
                </a:lnTo>
                <a:lnTo>
                  <a:pt x="508" y="348"/>
                </a:lnTo>
                <a:lnTo>
                  <a:pt x="508" y="350"/>
                </a:lnTo>
                <a:lnTo>
                  <a:pt x="508" y="351"/>
                </a:lnTo>
                <a:lnTo>
                  <a:pt x="508" y="352"/>
                </a:lnTo>
                <a:lnTo>
                  <a:pt x="504" y="351"/>
                </a:lnTo>
                <a:lnTo>
                  <a:pt x="502" y="353"/>
                </a:lnTo>
                <a:lnTo>
                  <a:pt x="500" y="354"/>
                </a:lnTo>
                <a:lnTo>
                  <a:pt x="500" y="353"/>
                </a:lnTo>
                <a:lnTo>
                  <a:pt x="500" y="352"/>
                </a:lnTo>
                <a:lnTo>
                  <a:pt x="498" y="351"/>
                </a:lnTo>
                <a:lnTo>
                  <a:pt x="495" y="351"/>
                </a:lnTo>
                <a:lnTo>
                  <a:pt x="495" y="352"/>
                </a:lnTo>
                <a:lnTo>
                  <a:pt x="495" y="354"/>
                </a:lnTo>
                <a:lnTo>
                  <a:pt x="495" y="355"/>
                </a:lnTo>
                <a:lnTo>
                  <a:pt x="501" y="356"/>
                </a:lnTo>
                <a:lnTo>
                  <a:pt x="501" y="359"/>
                </a:lnTo>
                <a:lnTo>
                  <a:pt x="500" y="360"/>
                </a:lnTo>
                <a:lnTo>
                  <a:pt x="497" y="359"/>
                </a:lnTo>
                <a:lnTo>
                  <a:pt x="494" y="363"/>
                </a:lnTo>
                <a:lnTo>
                  <a:pt x="492" y="365"/>
                </a:lnTo>
                <a:lnTo>
                  <a:pt x="492" y="367"/>
                </a:lnTo>
                <a:lnTo>
                  <a:pt x="491" y="368"/>
                </a:lnTo>
                <a:lnTo>
                  <a:pt x="489" y="369"/>
                </a:lnTo>
                <a:lnTo>
                  <a:pt x="486" y="368"/>
                </a:lnTo>
                <a:lnTo>
                  <a:pt x="486" y="369"/>
                </a:lnTo>
                <a:lnTo>
                  <a:pt x="485" y="369"/>
                </a:lnTo>
                <a:lnTo>
                  <a:pt x="484" y="369"/>
                </a:lnTo>
                <a:lnTo>
                  <a:pt x="483" y="369"/>
                </a:lnTo>
                <a:lnTo>
                  <a:pt x="484" y="369"/>
                </a:lnTo>
                <a:lnTo>
                  <a:pt x="487" y="374"/>
                </a:lnTo>
                <a:lnTo>
                  <a:pt x="488" y="374"/>
                </a:lnTo>
                <a:lnTo>
                  <a:pt x="492" y="373"/>
                </a:lnTo>
                <a:lnTo>
                  <a:pt x="493" y="374"/>
                </a:lnTo>
                <a:lnTo>
                  <a:pt x="493" y="375"/>
                </a:lnTo>
                <a:lnTo>
                  <a:pt x="492" y="377"/>
                </a:lnTo>
                <a:lnTo>
                  <a:pt x="492" y="378"/>
                </a:lnTo>
                <a:lnTo>
                  <a:pt x="490" y="383"/>
                </a:lnTo>
                <a:lnTo>
                  <a:pt x="490" y="384"/>
                </a:lnTo>
                <a:lnTo>
                  <a:pt x="491" y="385"/>
                </a:lnTo>
                <a:lnTo>
                  <a:pt x="490" y="387"/>
                </a:lnTo>
                <a:lnTo>
                  <a:pt x="489" y="387"/>
                </a:lnTo>
                <a:lnTo>
                  <a:pt x="487" y="389"/>
                </a:lnTo>
                <a:lnTo>
                  <a:pt x="487" y="391"/>
                </a:lnTo>
                <a:lnTo>
                  <a:pt x="487" y="392"/>
                </a:lnTo>
                <a:lnTo>
                  <a:pt x="486" y="393"/>
                </a:lnTo>
                <a:lnTo>
                  <a:pt x="485" y="391"/>
                </a:lnTo>
                <a:lnTo>
                  <a:pt x="485" y="390"/>
                </a:lnTo>
                <a:lnTo>
                  <a:pt x="484" y="391"/>
                </a:lnTo>
                <a:lnTo>
                  <a:pt x="481" y="393"/>
                </a:lnTo>
                <a:lnTo>
                  <a:pt x="481" y="394"/>
                </a:lnTo>
                <a:lnTo>
                  <a:pt x="480" y="395"/>
                </a:lnTo>
                <a:lnTo>
                  <a:pt x="480" y="396"/>
                </a:lnTo>
                <a:lnTo>
                  <a:pt x="480" y="398"/>
                </a:lnTo>
                <a:lnTo>
                  <a:pt x="480" y="399"/>
                </a:lnTo>
                <a:lnTo>
                  <a:pt x="480" y="401"/>
                </a:lnTo>
                <a:lnTo>
                  <a:pt x="480" y="402"/>
                </a:lnTo>
                <a:lnTo>
                  <a:pt x="479" y="405"/>
                </a:lnTo>
                <a:lnTo>
                  <a:pt x="479" y="406"/>
                </a:lnTo>
                <a:lnTo>
                  <a:pt x="479" y="408"/>
                </a:lnTo>
                <a:lnTo>
                  <a:pt x="480" y="409"/>
                </a:lnTo>
                <a:lnTo>
                  <a:pt x="479" y="411"/>
                </a:lnTo>
                <a:lnTo>
                  <a:pt x="479" y="412"/>
                </a:lnTo>
                <a:lnTo>
                  <a:pt x="478" y="413"/>
                </a:lnTo>
                <a:lnTo>
                  <a:pt x="477" y="413"/>
                </a:lnTo>
                <a:lnTo>
                  <a:pt x="477" y="414"/>
                </a:lnTo>
                <a:lnTo>
                  <a:pt x="477" y="416"/>
                </a:lnTo>
                <a:lnTo>
                  <a:pt x="477" y="418"/>
                </a:lnTo>
                <a:lnTo>
                  <a:pt x="477" y="423"/>
                </a:lnTo>
                <a:lnTo>
                  <a:pt x="477" y="424"/>
                </a:lnTo>
                <a:lnTo>
                  <a:pt x="476" y="424"/>
                </a:lnTo>
                <a:lnTo>
                  <a:pt x="476" y="426"/>
                </a:lnTo>
                <a:lnTo>
                  <a:pt x="476" y="429"/>
                </a:lnTo>
                <a:lnTo>
                  <a:pt x="477" y="430"/>
                </a:lnTo>
                <a:lnTo>
                  <a:pt x="478" y="433"/>
                </a:lnTo>
                <a:lnTo>
                  <a:pt x="479" y="434"/>
                </a:lnTo>
                <a:lnTo>
                  <a:pt x="482" y="437"/>
                </a:lnTo>
                <a:lnTo>
                  <a:pt x="483" y="439"/>
                </a:lnTo>
                <a:lnTo>
                  <a:pt x="483" y="440"/>
                </a:lnTo>
                <a:lnTo>
                  <a:pt x="484" y="441"/>
                </a:lnTo>
                <a:lnTo>
                  <a:pt x="485" y="443"/>
                </a:lnTo>
                <a:lnTo>
                  <a:pt x="485" y="444"/>
                </a:lnTo>
                <a:lnTo>
                  <a:pt x="485" y="446"/>
                </a:lnTo>
                <a:lnTo>
                  <a:pt x="484" y="446"/>
                </a:lnTo>
                <a:lnTo>
                  <a:pt x="482" y="446"/>
                </a:lnTo>
                <a:lnTo>
                  <a:pt x="480" y="445"/>
                </a:lnTo>
                <a:lnTo>
                  <a:pt x="478" y="446"/>
                </a:lnTo>
                <a:lnTo>
                  <a:pt x="477" y="447"/>
                </a:lnTo>
                <a:lnTo>
                  <a:pt x="477" y="448"/>
                </a:lnTo>
                <a:lnTo>
                  <a:pt x="478" y="448"/>
                </a:lnTo>
                <a:lnTo>
                  <a:pt x="479" y="449"/>
                </a:lnTo>
                <a:lnTo>
                  <a:pt x="480" y="449"/>
                </a:lnTo>
                <a:lnTo>
                  <a:pt x="481" y="450"/>
                </a:lnTo>
                <a:lnTo>
                  <a:pt x="484" y="452"/>
                </a:lnTo>
                <a:lnTo>
                  <a:pt x="486" y="454"/>
                </a:lnTo>
                <a:lnTo>
                  <a:pt x="487" y="455"/>
                </a:lnTo>
                <a:lnTo>
                  <a:pt x="488" y="457"/>
                </a:lnTo>
                <a:lnTo>
                  <a:pt x="489" y="459"/>
                </a:lnTo>
                <a:lnTo>
                  <a:pt x="489" y="460"/>
                </a:lnTo>
                <a:lnTo>
                  <a:pt x="490" y="462"/>
                </a:lnTo>
                <a:lnTo>
                  <a:pt x="489" y="463"/>
                </a:lnTo>
                <a:lnTo>
                  <a:pt x="489" y="465"/>
                </a:lnTo>
                <a:lnTo>
                  <a:pt x="489" y="466"/>
                </a:lnTo>
                <a:lnTo>
                  <a:pt x="489" y="467"/>
                </a:lnTo>
                <a:lnTo>
                  <a:pt x="489" y="468"/>
                </a:lnTo>
                <a:lnTo>
                  <a:pt x="488" y="468"/>
                </a:lnTo>
                <a:lnTo>
                  <a:pt x="488" y="469"/>
                </a:lnTo>
                <a:lnTo>
                  <a:pt x="487" y="470"/>
                </a:lnTo>
                <a:lnTo>
                  <a:pt x="485" y="474"/>
                </a:lnTo>
                <a:lnTo>
                  <a:pt x="484" y="473"/>
                </a:lnTo>
                <a:lnTo>
                  <a:pt x="480" y="468"/>
                </a:lnTo>
                <a:lnTo>
                  <a:pt x="480" y="469"/>
                </a:lnTo>
                <a:lnTo>
                  <a:pt x="479" y="469"/>
                </a:lnTo>
                <a:lnTo>
                  <a:pt x="480" y="471"/>
                </a:lnTo>
                <a:lnTo>
                  <a:pt x="480" y="472"/>
                </a:lnTo>
                <a:lnTo>
                  <a:pt x="480" y="474"/>
                </a:lnTo>
                <a:lnTo>
                  <a:pt x="481" y="475"/>
                </a:lnTo>
                <a:lnTo>
                  <a:pt x="480" y="475"/>
                </a:lnTo>
                <a:lnTo>
                  <a:pt x="479" y="475"/>
                </a:lnTo>
                <a:lnTo>
                  <a:pt x="477" y="474"/>
                </a:lnTo>
                <a:lnTo>
                  <a:pt x="475" y="475"/>
                </a:lnTo>
                <a:lnTo>
                  <a:pt x="474" y="475"/>
                </a:lnTo>
                <a:lnTo>
                  <a:pt x="473" y="475"/>
                </a:lnTo>
                <a:lnTo>
                  <a:pt x="471" y="472"/>
                </a:lnTo>
                <a:lnTo>
                  <a:pt x="469" y="470"/>
                </a:lnTo>
                <a:lnTo>
                  <a:pt x="465" y="466"/>
                </a:lnTo>
                <a:lnTo>
                  <a:pt x="462" y="466"/>
                </a:lnTo>
                <a:lnTo>
                  <a:pt x="461" y="467"/>
                </a:lnTo>
                <a:lnTo>
                  <a:pt x="458" y="468"/>
                </a:lnTo>
                <a:lnTo>
                  <a:pt x="457" y="468"/>
                </a:lnTo>
                <a:lnTo>
                  <a:pt x="454" y="469"/>
                </a:lnTo>
                <a:lnTo>
                  <a:pt x="453" y="470"/>
                </a:lnTo>
                <a:lnTo>
                  <a:pt x="452" y="471"/>
                </a:lnTo>
                <a:lnTo>
                  <a:pt x="451" y="472"/>
                </a:lnTo>
                <a:lnTo>
                  <a:pt x="451" y="471"/>
                </a:lnTo>
                <a:lnTo>
                  <a:pt x="450" y="471"/>
                </a:lnTo>
                <a:lnTo>
                  <a:pt x="450" y="470"/>
                </a:lnTo>
                <a:lnTo>
                  <a:pt x="449" y="470"/>
                </a:lnTo>
                <a:lnTo>
                  <a:pt x="448" y="469"/>
                </a:lnTo>
                <a:lnTo>
                  <a:pt x="447" y="469"/>
                </a:lnTo>
                <a:lnTo>
                  <a:pt x="446" y="469"/>
                </a:lnTo>
                <a:lnTo>
                  <a:pt x="446" y="470"/>
                </a:lnTo>
                <a:lnTo>
                  <a:pt x="443" y="469"/>
                </a:lnTo>
                <a:lnTo>
                  <a:pt x="443" y="468"/>
                </a:lnTo>
                <a:lnTo>
                  <a:pt x="441" y="467"/>
                </a:lnTo>
                <a:lnTo>
                  <a:pt x="440" y="467"/>
                </a:lnTo>
                <a:lnTo>
                  <a:pt x="440" y="468"/>
                </a:lnTo>
                <a:lnTo>
                  <a:pt x="440" y="469"/>
                </a:lnTo>
                <a:lnTo>
                  <a:pt x="440" y="470"/>
                </a:lnTo>
                <a:lnTo>
                  <a:pt x="441" y="472"/>
                </a:lnTo>
                <a:lnTo>
                  <a:pt x="441" y="473"/>
                </a:lnTo>
                <a:lnTo>
                  <a:pt x="440" y="474"/>
                </a:lnTo>
                <a:lnTo>
                  <a:pt x="439" y="473"/>
                </a:lnTo>
                <a:lnTo>
                  <a:pt x="435" y="471"/>
                </a:lnTo>
                <a:lnTo>
                  <a:pt x="434" y="472"/>
                </a:lnTo>
                <a:lnTo>
                  <a:pt x="435" y="473"/>
                </a:lnTo>
                <a:lnTo>
                  <a:pt x="436" y="473"/>
                </a:lnTo>
                <a:lnTo>
                  <a:pt x="436" y="474"/>
                </a:lnTo>
                <a:lnTo>
                  <a:pt x="435" y="474"/>
                </a:lnTo>
                <a:lnTo>
                  <a:pt x="433" y="474"/>
                </a:lnTo>
                <a:lnTo>
                  <a:pt x="431" y="473"/>
                </a:lnTo>
                <a:lnTo>
                  <a:pt x="430" y="473"/>
                </a:lnTo>
                <a:lnTo>
                  <a:pt x="430" y="472"/>
                </a:lnTo>
                <a:lnTo>
                  <a:pt x="429" y="472"/>
                </a:lnTo>
                <a:lnTo>
                  <a:pt x="429" y="471"/>
                </a:lnTo>
                <a:lnTo>
                  <a:pt x="429" y="470"/>
                </a:lnTo>
                <a:lnTo>
                  <a:pt x="427" y="469"/>
                </a:lnTo>
                <a:lnTo>
                  <a:pt x="426" y="468"/>
                </a:lnTo>
                <a:lnTo>
                  <a:pt x="424" y="467"/>
                </a:lnTo>
                <a:lnTo>
                  <a:pt x="422" y="466"/>
                </a:lnTo>
                <a:lnTo>
                  <a:pt x="421" y="465"/>
                </a:lnTo>
                <a:lnTo>
                  <a:pt x="420" y="465"/>
                </a:lnTo>
                <a:lnTo>
                  <a:pt x="419" y="465"/>
                </a:lnTo>
                <a:lnTo>
                  <a:pt x="418" y="467"/>
                </a:lnTo>
                <a:lnTo>
                  <a:pt x="419" y="468"/>
                </a:lnTo>
                <a:lnTo>
                  <a:pt x="420" y="469"/>
                </a:lnTo>
                <a:lnTo>
                  <a:pt x="421" y="469"/>
                </a:lnTo>
                <a:lnTo>
                  <a:pt x="422" y="469"/>
                </a:lnTo>
                <a:lnTo>
                  <a:pt x="422" y="471"/>
                </a:lnTo>
                <a:lnTo>
                  <a:pt x="421" y="472"/>
                </a:lnTo>
                <a:lnTo>
                  <a:pt x="419" y="476"/>
                </a:lnTo>
                <a:lnTo>
                  <a:pt x="417" y="475"/>
                </a:lnTo>
                <a:lnTo>
                  <a:pt x="417" y="474"/>
                </a:lnTo>
                <a:lnTo>
                  <a:pt x="415" y="472"/>
                </a:lnTo>
                <a:lnTo>
                  <a:pt x="413" y="473"/>
                </a:lnTo>
                <a:lnTo>
                  <a:pt x="412" y="472"/>
                </a:lnTo>
                <a:lnTo>
                  <a:pt x="410" y="470"/>
                </a:lnTo>
                <a:lnTo>
                  <a:pt x="409" y="470"/>
                </a:lnTo>
                <a:lnTo>
                  <a:pt x="408" y="469"/>
                </a:lnTo>
                <a:lnTo>
                  <a:pt x="407" y="468"/>
                </a:lnTo>
                <a:lnTo>
                  <a:pt x="407" y="467"/>
                </a:lnTo>
                <a:lnTo>
                  <a:pt x="406" y="467"/>
                </a:lnTo>
                <a:lnTo>
                  <a:pt x="405" y="467"/>
                </a:lnTo>
                <a:lnTo>
                  <a:pt x="404" y="467"/>
                </a:lnTo>
                <a:lnTo>
                  <a:pt x="402" y="465"/>
                </a:lnTo>
                <a:lnTo>
                  <a:pt x="402" y="464"/>
                </a:lnTo>
                <a:lnTo>
                  <a:pt x="401" y="464"/>
                </a:lnTo>
                <a:lnTo>
                  <a:pt x="400" y="464"/>
                </a:lnTo>
                <a:lnTo>
                  <a:pt x="399" y="466"/>
                </a:lnTo>
                <a:lnTo>
                  <a:pt x="398" y="469"/>
                </a:lnTo>
                <a:lnTo>
                  <a:pt x="399" y="471"/>
                </a:lnTo>
                <a:lnTo>
                  <a:pt x="399" y="472"/>
                </a:lnTo>
                <a:lnTo>
                  <a:pt x="398" y="474"/>
                </a:lnTo>
                <a:lnTo>
                  <a:pt x="397" y="475"/>
                </a:lnTo>
                <a:lnTo>
                  <a:pt x="397" y="476"/>
                </a:lnTo>
                <a:lnTo>
                  <a:pt x="398" y="478"/>
                </a:lnTo>
                <a:lnTo>
                  <a:pt x="398" y="480"/>
                </a:lnTo>
                <a:lnTo>
                  <a:pt x="397" y="480"/>
                </a:lnTo>
                <a:lnTo>
                  <a:pt x="396" y="479"/>
                </a:lnTo>
                <a:lnTo>
                  <a:pt x="396" y="478"/>
                </a:lnTo>
                <a:lnTo>
                  <a:pt x="396" y="477"/>
                </a:lnTo>
                <a:lnTo>
                  <a:pt x="396" y="476"/>
                </a:lnTo>
                <a:lnTo>
                  <a:pt x="395" y="476"/>
                </a:lnTo>
                <a:lnTo>
                  <a:pt x="394" y="476"/>
                </a:lnTo>
                <a:lnTo>
                  <a:pt x="392" y="475"/>
                </a:lnTo>
                <a:lnTo>
                  <a:pt x="392" y="474"/>
                </a:lnTo>
                <a:lnTo>
                  <a:pt x="392" y="473"/>
                </a:lnTo>
                <a:lnTo>
                  <a:pt x="392" y="472"/>
                </a:lnTo>
                <a:lnTo>
                  <a:pt x="390" y="472"/>
                </a:lnTo>
                <a:lnTo>
                  <a:pt x="388" y="472"/>
                </a:lnTo>
                <a:lnTo>
                  <a:pt x="387" y="472"/>
                </a:lnTo>
                <a:lnTo>
                  <a:pt x="386" y="471"/>
                </a:lnTo>
                <a:lnTo>
                  <a:pt x="386" y="470"/>
                </a:lnTo>
                <a:lnTo>
                  <a:pt x="385" y="470"/>
                </a:lnTo>
                <a:lnTo>
                  <a:pt x="385" y="471"/>
                </a:lnTo>
                <a:lnTo>
                  <a:pt x="385" y="472"/>
                </a:lnTo>
                <a:lnTo>
                  <a:pt x="384" y="473"/>
                </a:lnTo>
                <a:lnTo>
                  <a:pt x="383" y="474"/>
                </a:lnTo>
                <a:lnTo>
                  <a:pt x="382" y="473"/>
                </a:lnTo>
                <a:lnTo>
                  <a:pt x="382" y="472"/>
                </a:lnTo>
                <a:lnTo>
                  <a:pt x="382" y="471"/>
                </a:lnTo>
                <a:lnTo>
                  <a:pt x="381" y="471"/>
                </a:lnTo>
                <a:lnTo>
                  <a:pt x="380" y="471"/>
                </a:lnTo>
                <a:lnTo>
                  <a:pt x="379" y="472"/>
                </a:lnTo>
                <a:lnTo>
                  <a:pt x="378" y="472"/>
                </a:lnTo>
                <a:lnTo>
                  <a:pt x="377" y="470"/>
                </a:lnTo>
                <a:lnTo>
                  <a:pt x="376" y="470"/>
                </a:lnTo>
                <a:lnTo>
                  <a:pt x="375" y="469"/>
                </a:lnTo>
                <a:lnTo>
                  <a:pt x="374" y="469"/>
                </a:lnTo>
                <a:lnTo>
                  <a:pt x="373" y="470"/>
                </a:lnTo>
                <a:lnTo>
                  <a:pt x="373" y="471"/>
                </a:lnTo>
                <a:lnTo>
                  <a:pt x="373" y="472"/>
                </a:lnTo>
                <a:lnTo>
                  <a:pt x="374" y="475"/>
                </a:lnTo>
                <a:lnTo>
                  <a:pt x="375" y="476"/>
                </a:lnTo>
                <a:lnTo>
                  <a:pt x="375" y="477"/>
                </a:lnTo>
                <a:lnTo>
                  <a:pt x="376" y="478"/>
                </a:lnTo>
                <a:lnTo>
                  <a:pt x="376" y="479"/>
                </a:lnTo>
                <a:lnTo>
                  <a:pt x="377" y="480"/>
                </a:lnTo>
                <a:lnTo>
                  <a:pt x="378" y="482"/>
                </a:lnTo>
                <a:lnTo>
                  <a:pt x="379" y="484"/>
                </a:lnTo>
                <a:lnTo>
                  <a:pt x="379" y="486"/>
                </a:lnTo>
                <a:lnTo>
                  <a:pt x="380" y="489"/>
                </a:lnTo>
                <a:lnTo>
                  <a:pt x="381" y="492"/>
                </a:lnTo>
                <a:lnTo>
                  <a:pt x="382" y="493"/>
                </a:lnTo>
                <a:lnTo>
                  <a:pt x="383" y="493"/>
                </a:lnTo>
                <a:lnTo>
                  <a:pt x="382" y="494"/>
                </a:lnTo>
                <a:lnTo>
                  <a:pt x="382" y="495"/>
                </a:lnTo>
                <a:lnTo>
                  <a:pt x="381" y="495"/>
                </a:lnTo>
                <a:lnTo>
                  <a:pt x="380" y="495"/>
                </a:lnTo>
                <a:lnTo>
                  <a:pt x="379" y="495"/>
                </a:lnTo>
                <a:lnTo>
                  <a:pt x="379" y="496"/>
                </a:lnTo>
                <a:lnTo>
                  <a:pt x="379" y="498"/>
                </a:lnTo>
                <a:lnTo>
                  <a:pt x="379" y="499"/>
                </a:lnTo>
                <a:lnTo>
                  <a:pt x="379" y="500"/>
                </a:lnTo>
                <a:lnTo>
                  <a:pt x="379" y="502"/>
                </a:lnTo>
                <a:lnTo>
                  <a:pt x="379" y="505"/>
                </a:lnTo>
                <a:lnTo>
                  <a:pt x="376" y="506"/>
                </a:lnTo>
                <a:lnTo>
                  <a:pt x="374" y="505"/>
                </a:lnTo>
                <a:lnTo>
                  <a:pt x="373" y="505"/>
                </a:lnTo>
                <a:lnTo>
                  <a:pt x="372" y="504"/>
                </a:lnTo>
                <a:lnTo>
                  <a:pt x="371" y="504"/>
                </a:lnTo>
                <a:lnTo>
                  <a:pt x="371" y="505"/>
                </a:lnTo>
                <a:lnTo>
                  <a:pt x="371" y="506"/>
                </a:lnTo>
                <a:lnTo>
                  <a:pt x="371" y="507"/>
                </a:lnTo>
                <a:lnTo>
                  <a:pt x="371" y="509"/>
                </a:lnTo>
                <a:lnTo>
                  <a:pt x="371" y="510"/>
                </a:lnTo>
                <a:lnTo>
                  <a:pt x="370" y="511"/>
                </a:lnTo>
                <a:lnTo>
                  <a:pt x="369" y="511"/>
                </a:lnTo>
                <a:lnTo>
                  <a:pt x="368" y="510"/>
                </a:lnTo>
                <a:lnTo>
                  <a:pt x="367" y="509"/>
                </a:lnTo>
                <a:lnTo>
                  <a:pt x="367" y="508"/>
                </a:lnTo>
                <a:lnTo>
                  <a:pt x="368" y="508"/>
                </a:lnTo>
                <a:lnTo>
                  <a:pt x="368" y="507"/>
                </a:lnTo>
                <a:lnTo>
                  <a:pt x="367" y="506"/>
                </a:lnTo>
                <a:lnTo>
                  <a:pt x="366" y="505"/>
                </a:lnTo>
                <a:lnTo>
                  <a:pt x="366" y="504"/>
                </a:lnTo>
                <a:lnTo>
                  <a:pt x="364" y="503"/>
                </a:lnTo>
                <a:lnTo>
                  <a:pt x="364" y="502"/>
                </a:lnTo>
                <a:lnTo>
                  <a:pt x="364" y="501"/>
                </a:lnTo>
                <a:lnTo>
                  <a:pt x="363" y="500"/>
                </a:lnTo>
                <a:lnTo>
                  <a:pt x="362" y="501"/>
                </a:lnTo>
                <a:lnTo>
                  <a:pt x="362" y="502"/>
                </a:lnTo>
                <a:lnTo>
                  <a:pt x="363" y="503"/>
                </a:lnTo>
                <a:lnTo>
                  <a:pt x="363" y="504"/>
                </a:lnTo>
                <a:lnTo>
                  <a:pt x="364" y="505"/>
                </a:lnTo>
                <a:lnTo>
                  <a:pt x="365" y="507"/>
                </a:lnTo>
                <a:lnTo>
                  <a:pt x="365" y="508"/>
                </a:lnTo>
                <a:lnTo>
                  <a:pt x="364" y="508"/>
                </a:lnTo>
                <a:lnTo>
                  <a:pt x="364" y="509"/>
                </a:lnTo>
                <a:lnTo>
                  <a:pt x="364" y="510"/>
                </a:lnTo>
                <a:lnTo>
                  <a:pt x="366" y="511"/>
                </a:lnTo>
                <a:lnTo>
                  <a:pt x="366" y="512"/>
                </a:lnTo>
                <a:lnTo>
                  <a:pt x="367" y="512"/>
                </a:lnTo>
                <a:lnTo>
                  <a:pt x="368" y="512"/>
                </a:lnTo>
                <a:lnTo>
                  <a:pt x="368" y="511"/>
                </a:lnTo>
                <a:lnTo>
                  <a:pt x="369" y="512"/>
                </a:lnTo>
                <a:lnTo>
                  <a:pt x="373" y="514"/>
                </a:lnTo>
                <a:lnTo>
                  <a:pt x="374" y="516"/>
                </a:lnTo>
                <a:lnTo>
                  <a:pt x="374" y="517"/>
                </a:lnTo>
                <a:lnTo>
                  <a:pt x="373" y="519"/>
                </a:lnTo>
                <a:lnTo>
                  <a:pt x="372" y="519"/>
                </a:lnTo>
                <a:lnTo>
                  <a:pt x="373" y="520"/>
                </a:lnTo>
                <a:lnTo>
                  <a:pt x="374" y="522"/>
                </a:lnTo>
                <a:lnTo>
                  <a:pt x="375" y="521"/>
                </a:lnTo>
                <a:lnTo>
                  <a:pt x="375" y="520"/>
                </a:lnTo>
                <a:lnTo>
                  <a:pt x="376" y="520"/>
                </a:lnTo>
                <a:lnTo>
                  <a:pt x="377" y="519"/>
                </a:lnTo>
                <a:lnTo>
                  <a:pt x="378" y="520"/>
                </a:lnTo>
                <a:lnTo>
                  <a:pt x="379" y="522"/>
                </a:lnTo>
                <a:lnTo>
                  <a:pt x="379" y="524"/>
                </a:lnTo>
                <a:lnTo>
                  <a:pt x="379" y="525"/>
                </a:lnTo>
                <a:lnTo>
                  <a:pt x="378" y="525"/>
                </a:lnTo>
                <a:lnTo>
                  <a:pt x="377" y="526"/>
                </a:lnTo>
                <a:lnTo>
                  <a:pt x="379" y="527"/>
                </a:lnTo>
                <a:lnTo>
                  <a:pt x="379" y="528"/>
                </a:lnTo>
                <a:lnTo>
                  <a:pt x="379" y="530"/>
                </a:lnTo>
                <a:lnTo>
                  <a:pt x="379" y="532"/>
                </a:lnTo>
                <a:lnTo>
                  <a:pt x="380" y="533"/>
                </a:lnTo>
                <a:lnTo>
                  <a:pt x="382" y="535"/>
                </a:lnTo>
                <a:lnTo>
                  <a:pt x="382" y="536"/>
                </a:lnTo>
                <a:lnTo>
                  <a:pt x="382" y="537"/>
                </a:lnTo>
                <a:lnTo>
                  <a:pt x="381" y="537"/>
                </a:lnTo>
                <a:lnTo>
                  <a:pt x="380" y="537"/>
                </a:lnTo>
                <a:lnTo>
                  <a:pt x="379" y="538"/>
                </a:lnTo>
                <a:lnTo>
                  <a:pt x="380" y="539"/>
                </a:lnTo>
                <a:lnTo>
                  <a:pt x="380" y="540"/>
                </a:lnTo>
                <a:lnTo>
                  <a:pt x="379" y="541"/>
                </a:lnTo>
                <a:lnTo>
                  <a:pt x="379" y="544"/>
                </a:lnTo>
                <a:lnTo>
                  <a:pt x="379" y="545"/>
                </a:lnTo>
                <a:lnTo>
                  <a:pt x="379" y="547"/>
                </a:lnTo>
                <a:lnTo>
                  <a:pt x="378" y="548"/>
                </a:lnTo>
                <a:lnTo>
                  <a:pt x="377" y="549"/>
                </a:lnTo>
                <a:lnTo>
                  <a:pt x="378" y="551"/>
                </a:lnTo>
                <a:lnTo>
                  <a:pt x="378" y="552"/>
                </a:lnTo>
                <a:lnTo>
                  <a:pt x="379" y="554"/>
                </a:lnTo>
                <a:lnTo>
                  <a:pt x="380" y="554"/>
                </a:lnTo>
                <a:lnTo>
                  <a:pt x="380" y="555"/>
                </a:lnTo>
                <a:lnTo>
                  <a:pt x="378" y="555"/>
                </a:lnTo>
                <a:lnTo>
                  <a:pt x="377" y="553"/>
                </a:lnTo>
                <a:lnTo>
                  <a:pt x="375" y="552"/>
                </a:lnTo>
                <a:lnTo>
                  <a:pt x="375" y="553"/>
                </a:lnTo>
                <a:lnTo>
                  <a:pt x="373" y="551"/>
                </a:lnTo>
                <a:lnTo>
                  <a:pt x="372" y="550"/>
                </a:lnTo>
                <a:lnTo>
                  <a:pt x="369" y="550"/>
                </a:lnTo>
                <a:lnTo>
                  <a:pt x="369" y="552"/>
                </a:lnTo>
                <a:lnTo>
                  <a:pt x="369" y="553"/>
                </a:lnTo>
                <a:lnTo>
                  <a:pt x="368" y="553"/>
                </a:lnTo>
                <a:lnTo>
                  <a:pt x="367" y="553"/>
                </a:lnTo>
                <a:lnTo>
                  <a:pt x="367" y="552"/>
                </a:lnTo>
                <a:lnTo>
                  <a:pt x="366" y="552"/>
                </a:lnTo>
                <a:lnTo>
                  <a:pt x="364" y="553"/>
                </a:lnTo>
                <a:lnTo>
                  <a:pt x="363" y="554"/>
                </a:lnTo>
                <a:lnTo>
                  <a:pt x="362" y="554"/>
                </a:lnTo>
                <a:lnTo>
                  <a:pt x="360" y="556"/>
                </a:lnTo>
                <a:lnTo>
                  <a:pt x="359" y="556"/>
                </a:lnTo>
                <a:lnTo>
                  <a:pt x="360" y="558"/>
                </a:lnTo>
                <a:lnTo>
                  <a:pt x="361" y="558"/>
                </a:lnTo>
                <a:lnTo>
                  <a:pt x="361" y="559"/>
                </a:lnTo>
                <a:lnTo>
                  <a:pt x="361" y="560"/>
                </a:lnTo>
                <a:lnTo>
                  <a:pt x="362" y="561"/>
                </a:lnTo>
                <a:lnTo>
                  <a:pt x="362" y="562"/>
                </a:lnTo>
                <a:lnTo>
                  <a:pt x="360" y="562"/>
                </a:lnTo>
                <a:lnTo>
                  <a:pt x="359" y="561"/>
                </a:lnTo>
                <a:lnTo>
                  <a:pt x="358" y="561"/>
                </a:lnTo>
                <a:lnTo>
                  <a:pt x="356" y="563"/>
                </a:lnTo>
                <a:lnTo>
                  <a:pt x="355" y="563"/>
                </a:lnTo>
                <a:lnTo>
                  <a:pt x="355" y="564"/>
                </a:lnTo>
                <a:lnTo>
                  <a:pt x="356" y="565"/>
                </a:lnTo>
                <a:lnTo>
                  <a:pt x="356" y="566"/>
                </a:lnTo>
                <a:lnTo>
                  <a:pt x="356" y="567"/>
                </a:lnTo>
                <a:lnTo>
                  <a:pt x="356" y="571"/>
                </a:lnTo>
                <a:lnTo>
                  <a:pt x="356" y="574"/>
                </a:lnTo>
                <a:lnTo>
                  <a:pt x="356" y="575"/>
                </a:lnTo>
                <a:lnTo>
                  <a:pt x="355" y="575"/>
                </a:lnTo>
                <a:lnTo>
                  <a:pt x="354" y="575"/>
                </a:lnTo>
                <a:lnTo>
                  <a:pt x="353" y="576"/>
                </a:lnTo>
                <a:lnTo>
                  <a:pt x="352" y="576"/>
                </a:lnTo>
                <a:lnTo>
                  <a:pt x="352" y="577"/>
                </a:lnTo>
                <a:lnTo>
                  <a:pt x="350" y="576"/>
                </a:lnTo>
                <a:lnTo>
                  <a:pt x="349" y="576"/>
                </a:lnTo>
                <a:lnTo>
                  <a:pt x="348" y="576"/>
                </a:lnTo>
                <a:lnTo>
                  <a:pt x="349" y="578"/>
                </a:lnTo>
                <a:lnTo>
                  <a:pt x="348" y="579"/>
                </a:lnTo>
                <a:lnTo>
                  <a:pt x="348" y="581"/>
                </a:lnTo>
                <a:lnTo>
                  <a:pt x="349" y="581"/>
                </a:lnTo>
                <a:lnTo>
                  <a:pt x="349" y="582"/>
                </a:lnTo>
                <a:lnTo>
                  <a:pt x="350" y="581"/>
                </a:lnTo>
                <a:lnTo>
                  <a:pt x="350" y="582"/>
                </a:lnTo>
                <a:lnTo>
                  <a:pt x="351" y="583"/>
                </a:lnTo>
                <a:lnTo>
                  <a:pt x="352" y="584"/>
                </a:lnTo>
                <a:lnTo>
                  <a:pt x="350" y="586"/>
                </a:lnTo>
                <a:lnTo>
                  <a:pt x="350" y="587"/>
                </a:lnTo>
                <a:lnTo>
                  <a:pt x="351" y="587"/>
                </a:lnTo>
                <a:lnTo>
                  <a:pt x="351" y="588"/>
                </a:lnTo>
                <a:lnTo>
                  <a:pt x="350" y="589"/>
                </a:lnTo>
                <a:lnTo>
                  <a:pt x="349" y="589"/>
                </a:lnTo>
                <a:lnTo>
                  <a:pt x="346" y="589"/>
                </a:lnTo>
                <a:lnTo>
                  <a:pt x="345" y="589"/>
                </a:lnTo>
                <a:lnTo>
                  <a:pt x="344" y="588"/>
                </a:lnTo>
                <a:lnTo>
                  <a:pt x="342" y="586"/>
                </a:lnTo>
                <a:lnTo>
                  <a:pt x="340" y="585"/>
                </a:lnTo>
                <a:lnTo>
                  <a:pt x="340" y="586"/>
                </a:lnTo>
                <a:lnTo>
                  <a:pt x="341" y="586"/>
                </a:lnTo>
                <a:lnTo>
                  <a:pt x="340" y="589"/>
                </a:lnTo>
                <a:lnTo>
                  <a:pt x="340" y="590"/>
                </a:lnTo>
                <a:lnTo>
                  <a:pt x="338" y="589"/>
                </a:lnTo>
                <a:lnTo>
                  <a:pt x="338" y="587"/>
                </a:lnTo>
                <a:lnTo>
                  <a:pt x="336" y="586"/>
                </a:lnTo>
                <a:lnTo>
                  <a:pt x="336" y="585"/>
                </a:lnTo>
                <a:lnTo>
                  <a:pt x="335" y="585"/>
                </a:lnTo>
                <a:lnTo>
                  <a:pt x="335" y="586"/>
                </a:lnTo>
                <a:lnTo>
                  <a:pt x="335" y="587"/>
                </a:lnTo>
                <a:lnTo>
                  <a:pt x="335" y="588"/>
                </a:lnTo>
                <a:lnTo>
                  <a:pt x="336" y="588"/>
                </a:lnTo>
                <a:lnTo>
                  <a:pt x="337" y="590"/>
                </a:lnTo>
                <a:lnTo>
                  <a:pt x="337" y="592"/>
                </a:lnTo>
                <a:lnTo>
                  <a:pt x="338" y="592"/>
                </a:lnTo>
                <a:lnTo>
                  <a:pt x="339" y="592"/>
                </a:lnTo>
                <a:lnTo>
                  <a:pt x="340" y="592"/>
                </a:lnTo>
                <a:lnTo>
                  <a:pt x="341" y="592"/>
                </a:lnTo>
                <a:lnTo>
                  <a:pt x="342" y="592"/>
                </a:lnTo>
                <a:lnTo>
                  <a:pt x="344" y="595"/>
                </a:lnTo>
                <a:lnTo>
                  <a:pt x="344" y="596"/>
                </a:lnTo>
                <a:lnTo>
                  <a:pt x="344" y="597"/>
                </a:lnTo>
                <a:lnTo>
                  <a:pt x="343" y="597"/>
                </a:lnTo>
                <a:lnTo>
                  <a:pt x="343" y="598"/>
                </a:lnTo>
                <a:lnTo>
                  <a:pt x="345" y="598"/>
                </a:lnTo>
                <a:lnTo>
                  <a:pt x="345" y="599"/>
                </a:lnTo>
                <a:lnTo>
                  <a:pt x="346" y="598"/>
                </a:lnTo>
                <a:lnTo>
                  <a:pt x="347" y="598"/>
                </a:lnTo>
                <a:lnTo>
                  <a:pt x="347" y="599"/>
                </a:lnTo>
                <a:lnTo>
                  <a:pt x="348" y="600"/>
                </a:lnTo>
                <a:lnTo>
                  <a:pt x="349" y="601"/>
                </a:lnTo>
                <a:lnTo>
                  <a:pt x="350" y="602"/>
                </a:lnTo>
                <a:lnTo>
                  <a:pt x="351" y="602"/>
                </a:lnTo>
                <a:lnTo>
                  <a:pt x="354" y="602"/>
                </a:lnTo>
                <a:lnTo>
                  <a:pt x="354" y="603"/>
                </a:lnTo>
                <a:lnTo>
                  <a:pt x="354" y="604"/>
                </a:lnTo>
                <a:lnTo>
                  <a:pt x="355" y="605"/>
                </a:lnTo>
                <a:lnTo>
                  <a:pt x="356" y="605"/>
                </a:lnTo>
                <a:lnTo>
                  <a:pt x="356" y="604"/>
                </a:lnTo>
                <a:lnTo>
                  <a:pt x="356" y="603"/>
                </a:lnTo>
                <a:lnTo>
                  <a:pt x="357" y="602"/>
                </a:lnTo>
                <a:lnTo>
                  <a:pt x="357" y="603"/>
                </a:lnTo>
                <a:lnTo>
                  <a:pt x="358" y="604"/>
                </a:lnTo>
                <a:lnTo>
                  <a:pt x="358" y="605"/>
                </a:lnTo>
                <a:lnTo>
                  <a:pt x="359" y="605"/>
                </a:lnTo>
                <a:lnTo>
                  <a:pt x="361" y="606"/>
                </a:lnTo>
                <a:lnTo>
                  <a:pt x="362" y="608"/>
                </a:lnTo>
                <a:lnTo>
                  <a:pt x="361" y="610"/>
                </a:lnTo>
                <a:lnTo>
                  <a:pt x="360" y="612"/>
                </a:lnTo>
                <a:lnTo>
                  <a:pt x="359" y="612"/>
                </a:lnTo>
                <a:lnTo>
                  <a:pt x="358" y="613"/>
                </a:lnTo>
                <a:lnTo>
                  <a:pt x="358" y="614"/>
                </a:lnTo>
                <a:lnTo>
                  <a:pt x="358" y="615"/>
                </a:lnTo>
                <a:lnTo>
                  <a:pt x="358" y="616"/>
                </a:lnTo>
                <a:lnTo>
                  <a:pt x="360" y="616"/>
                </a:lnTo>
                <a:lnTo>
                  <a:pt x="360" y="617"/>
                </a:lnTo>
                <a:lnTo>
                  <a:pt x="360" y="618"/>
                </a:lnTo>
                <a:lnTo>
                  <a:pt x="359" y="619"/>
                </a:lnTo>
                <a:lnTo>
                  <a:pt x="358" y="619"/>
                </a:lnTo>
                <a:lnTo>
                  <a:pt x="358" y="618"/>
                </a:lnTo>
                <a:lnTo>
                  <a:pt x="358" y="617"/>
                </a:lnTo>
                <a:lnTo>
                  <a:pt x="357" y="617"/>
                </a:lnTo>
                <a:lnTo>
                  <a:pt x="356" y="618"/>
                </a:lnTo>
                <a:lnTo>
                  <a:pt x="357" y="619"/>
                </a:lnTo>
                <a:lnTo>
                  <a:pt x="357" y="620"/>
                </a:lnTo>
                <a:lnTo>
                  <a:pt x="356" y="621"/>
                </a:lnTo>
                <a:lnTo>
                  <a:pt x="356" y="622"/>
                </a:lnTo>
                <a:lnTo>
                  <a:pt x="357" y="622"/>
                </a:lnTo>
                <a:lnTo>
                  <a:pt x="358" y="622"/>
                </a:lnTo>
                <a:lnTo>
                  <a:pt x="359" y="622"/>
                </a:lnTo>
                <a:lnTo>
                  <a:pt x="361" y="623"/>
                </a:lnTo>
                <a:lnTo>
                  <a:pt x="362" y="624"/>
                </a:lnTo>
                <a:lnTo>
                  <a:pt x="363" y="627"/>
                </a:lnTo>
                <a:lnTo>
                  <a:pt x="363" y="628"/>
                </a:lnTo>
                <a:lnTo>
                  <a:pt x="361" y="629"/>
                </a:lnTo>
                <a:lnTo>
                  <a:pt x="359" y="628"/>
                </a:lnTo>
                <a:lnTo>
                  <a:pt x="359" y="630"/>
                </a:lnTo>
                <a:lnTo>
                  <a:pt x="359" y="632"/>
                </a:lnTo>
                <a:lnTo>
                  <a:pt x="359" y="633"/>
                </a:lnTo>
                <a:lnTo>
                  <a:pt x="359" y="634"/>
                </a:lnTo>
                <a:lnTo>
                  <a:pt x="359" y="637"/>
                </a:lnTo>
                <a:lnTo>
                  <a:pt x="358" y="638"/>
                </a:lnTo>
                <a:lnTo>
                  <a:pt x="358" y="639"/>
                </a:lnTo>
                <a:lnTo>
                  <a:pt x="358" y="640"/>
                </a:lnTo>
                <a:lnTo>
                  <a:pt x="357" y="641"/>
                </a:lnTo>
                <a:lnTo>
                  <a:pt x="356" y="640"/>
                </a:lnTo>
                <a:lnTo>
                  <a:pt x="355" y="640"/>
                </a:lnTo>
                <a:lnTo>
                  <a:pt x="354" y="640"/>
                </a:lnTo>
                <a:lnTo>
                  <a:pt x="353" y="640"/>
                </a:lnTo>
                <a:lnTo>
                  <a:pt x="353" y="641"/>
                </a:lnTo>
                <a:lnTo>
                  <a:pt x="353" y="642"/>
                </a:lnTo>
                <a:lnTo>
                  <a:pt x="354" y="642"/>
                </a:lnTo>
                <a:lnTo>
                  <a:pt x="355" y="643"/>
                </a:lnTo>
                <a:lnTo>
                  <a:pt x="355" y="644"/>
                </a:lnTo>
                <a:lnTo>
                  <a:pt x="356" y="646"/>
                </a:lnTo>
                <a:lnTo>
                  <a:pt x="356" y="647"/>
                </a:lnTo>
                <a:lnTo>
                  <a:pt x="359" y="649"/>
                </a:lnTo>
                <a:lnTo>
                  <a:pt x="360" y="649"/>
                </a:lnTo>
                <a:lnTo>
                  <a:pt x="361" y="649"/>
                </a:lnTo>
                <a:lnTo>
                  <a:pt x="364" y="651"/>
                </a:lnTo>
                <a:lnTo>
                  <a:pt x="365" y="652"/>
                </a:lnTo>
                <a:lnTo>
                  <a:pt x="367" y="652"/>
                </a:lnTo>
                <a:lnTo>
                  <a:pt x="367" y="651"/>
                </a:lnTo>
                <a:lnTo>
                  <a:pt x="368" y="650"/>
                </a:lnTo>
                <a:lnTo>
                  <a:pt x="368" y="649"/>
                </a:lnTo>
                <a:lnTo>
                  <a:pt x="368" y="648"/>
                </a:lnTo>
                <a:lnTo>
                  <a:pt x="368" y="647"/>
                </a:lnTo>
                <a:lnTo>
                  <a:pt x="368" y="645"/>
                </a:lnTo>
                <a:lnTo>
                  <a:pt x="368" y="644"/>
                </a:lnTo>
                <a:lnTo>
                  <a:pt x="369" y="645"/>
                </a:lnTo>
                <a:lnTo>
                  <a:pt x="370" y="645"/>
                </a:lnTo>
                <a:lnTo>
                  <a:pt x="372" y="646"/>
                </a:lnTo>
                <a:lnTo>
                  <a:pt x="372" y="647"/>
                </a:lnTo>
                <a:lnTo>
                  <a:pt x="374" y="649"/>
                </a:lnTo>
                <a:lnTo>
                  <a:pt x="374" y="648"/>
                </a:lnTo>
                <a:lnTo>
                  <a:pt x="374" y="647"/>
                </a:lnTo>
                <a:lnTo>
                  <a:pt x="374" y="646"/>
                </a:lnTo>
                <a:lnTo>
                  <a:pt x="374" y="645"/>
                </a:lnTo>
                <a:lnTo>
                  <a:pt x="374" y="644"/>
                </a:lnTo>
                <a:lnTo>
                  <a:pt x="375" y="644"/>
                </a:lnTo>
                <a:lnTo>
                  <a:pt x="376" y="645"/>
                </a:lnTo>
                <a:lnTo>
                  <a:pt x="376" y="647"/>
                </a:lnTo>
                <a:lnTo>
                  <a:pt x="376" y="648"/>
                </a:lnTo>
                <a:lnTo>
                  <a:pt x="380" y="650"/>
                </a:lnTo>
                <a:lnTo>
                  <a:pt x="381" y="650"/>
                </a:lnTo>
                <a:lnTo>
                  <a:pt x="381" y="648"/>
                </a:lnTo>
                <a:lnTo>
                  <a:pt x="381" y="647"/>
                </a:lnTo>
                <a:lnTo>
                  <a:pt x="381" y="646"/>
                </a:lnTo>
                <a:lnTo>
                  <a:pt x="382" y="646"/>
                </a:lnTo>
                <a:lnTo>
                  <a:pt x="382" y="647"/>
                </a:lnTo>
                <a:lnTo>
                  <a:pt x="382" y="648"/>
                </a:lnTo>
                <a:lnTo>
                  <a:pt x="382" y="650"/>
                </a:lnTo>
                <a:lnTo>
                  <a:pt x="382" y="651"/>
                </a:lnTo>
                <a:lnTo>
                  <a:pt x="383" y="651"/>
                </a:lnTo>
                <a:lnTo>
                  <a:pt x="384" y="651"/>
                </a:lnTo>
                <a:lnTo>
                  <a:pt x="384" y="650"/>
                </a:lnTo>
                <a:lnTo>
                  <a:pt x="384" y="649"/>
                </a:lnTo>
                <a:lnTo>
                  <a:pt x="386" y="649"/>
                </a:lnTo>
                <a:lnTo>
                  <a:pt x="388" y="648"/>
                </a:lnTo>
                <a:lnTo>
                  <a:pt x="389" y="649"/>
                </a:lnTo>
                <a:lnTo>
                  <a:pt x="390" y="652"/>
                </a:lnTo>
                <a:lnTo>
                  <a:pt x="391" y="654"/>
                </a:lnTo>
                <a:lnTo>
                  <a:pt x="391" y="655"/>
                </a:lnTo>
                <a:lnTo>
                  <a:pt x="393" y="656"/>
                </a:lnTo>
                <a:lnTo>
                  <a:pt x="396" y="656"/>
                </a:lnTo>
                <a:lnTo>
                  <a:pt x="397" y="655"/>
                </a:lnTo>
                <a:lnTo>
                  <a:pt x="398" y="657"/>
                </a:lnTo>
                <a:lnTo>
                  <a:pt x="399" y="658"/>
                </a:lnTo>
                <a:lnTo>
                  <a:pt x="401" y="659"/>
                </a:lnTo>
                <a:lnTo>
                  <a:pt x="401" y="660"/>
                </a:lnTo>
                <a:lnTo>
                  <a:pt x="403" y="660"/>
                </a:lnTo>
                <a:lnTo>
                  <a:pt x="403" y="659"/>
                </a:lnTo>
                <a:lnTo>
                  <a:pt x="403" y="658"/>
                </a:lnTo>
                <a:lnTo>
                  <a:pt x="405" y="657"/>
                </a:lnTo>
                <a:lnTo>
                  <a:pt x="406" y="658"/>
                </a:lnTo>
                <a:lnTo>
                  <a:pt x="407" y="659"/>
                </a:lnTo>
                <a:lnTo>
                  <a:pt x="407" y="660"/>
                </a:lnTo>
                <a:lnTo>
                  <a:pt x="408" y="660"/>
                </a:lnTo>
                <a:lnTo>
                  <a:pt x="408" y="661"/>
                </a:lnTo>
                <a:lnTo>
                  <a:pt x="409" y="660"/>
                </a:lnTo>
                <a:lnTo>
                  <a:pt x="409" y="659"/>
                </a:lnTo>
                <a:lnTo>
                  <a:pt x="410" y="658"/>
                </a:lnTo>
                <a:lnTo>
                  <a:pt x="411" y="658"/>
                </a:lnTo>
                <a:lnTo>
                  <a:pt x="411" y="659"/>
                </a:lnTo>
                <a:lnTo>
                  <a:pt x="412" y="660"/>
                </a:lnTo>
                <a:lnTo>
                  <a:pt x="412" y="657"/>
                </a:lnTo>
                <a:lnTo>
                  <a:pt x="413" y="657"/>
                </a:lnTo>
                <a:lnTo>
                  <a:pt x="413" y="658"/>
                </a:lnTo>
                <a:lnTo>
                  <a:pt x="414" y="660"/>
                </a:lnTo>
                <a:lnTo>
                  <a:pt x="414" y="661"/>
                </a:lnTo>
                <a:lnTo>
                  <a:pt x="414" y="662"/>
                </a:lnTo>
                <a:lnTo>
                  <a:pt x="415" y="662"/>
                </a:lnTo>
                <a:lnTo>
                  <a:pt x="415" y="661"/>
                </a:lnTo>
                <a:lnTo>
                  <a:pt x="416" y="661"/>
                </a:lnTo>
                <a:lnTo>
                  <a:pt x="418" y="664"/>
                </a:lnTo>
                <a:lnTo>
                  <a:pt x="418" y="665"/>
                </a:lnTo>
                <a:lnTo>
                  <a:pt x="418" y="666"/>
                </a:lnTo>
                <a:lnTo>
                  <a:pt x="419" y="667"/>
                </a:lnTo>
                <a:lnTo>
                  <a:pt x="420" y="667"/>
                </a:lnTo>
                <a:lnTo>
                  <a:pt x="421" y="667"/>
                </a:lnTo>
                <a:lnTo>
                  <a:pt x="421" y="668"/>
                </a:lnTo>
                <a:lnTo>
                  <a:pt x="421" y="669"/>
                </a:lnTo>
                <a:lnTo>
                  <a:pt x="422" y="670"/>
                </a:lnTo>
                <a:lnTo>
                  <a:pt x="422" y="669"/>
                </a:lnTo>
                <a:lnTo>
                  <a:pt x="423" y="669"/>
                </a:lnTo>
                <a:lnTo>
                  <a:pt x="425" y="672"/>
                </a:lnTo>
                <a:lnTo>
                  <a:pt x="425" y="674"/>
                </a:lnTo>
                <a:lnTo>
                  <a:pt x="425" y="675"/>
                </a:lnTo>
                <a:lnTo>
                  <a:pt x="425" y="676"/>
                </a:lnTo>
                <a:lnTo>
                  <a:pt x="425" y="677"/>
                </a:lnTo>
                <a:lnTo>
                  <a:pt x="427" y="677"/>
                </a:lnTo>
                <a:lnTo>
                  <a:pt x="428" y="676"/>
                </a:lnTo>
                <a:lnTo>
                  <a:pt x="428" y="675"/>
                </a:lnTo>
                <a:lnTo>
                  <a:pt x="429" y="675"/>
                </a:lnTo>
                <a:lnTo>
                  <a:pt x="429" y="676"/>
                </a:lnTo>
                <a:lnTo>
                  <a:pt x="428" y="677"/>
                </a:lnTo>
                <a:lnTo>
                  <a:pt x="428" y="678"/>
                </a:lnTo>
                <a:lnTo>
                  <a:pt x="428" y="679"/>
                </a:lnTo>
                <a:lnTo>
                  <a:pt x="428" y="680"/>
                </a:lnTo>
                <a:lnTo>
                  <a:pt x="429" y="680"/>
                </a:lnTo>
                <a:lnTo>
                  <a:pt x="429" y="679"/>
                </a:lnTo>
                <a:lnTo>
                  <a:pt x="430" y="679"/>
                </a:lnTo>
                <a:lnTo>
                  <a:pt x="430" y="678"/>
                </a:lnTo>
                <a:lnTo>
                  <a:pt x="431" y="678"/>
                </a:lnTo>
                <a:lnTo>
                  <a:pt x="431" y="679"/>
                </a:lnTo>
                <a:lnTo>
                  <a:pt x="430" y="681"/>
                </a:lnTo>
                <a:lnTo>
                  <a:pt x="430" y="682"/>
                </a:lnTo>
                <a:lnTo>
                  <a:pt x="429" y="682"/>
                </a:lnTo>
                <a:lnTo>
                  <a:pt x="431" y="683"/>
                </a:lnTo>
                <a:lnTo>
                  <a:pt x="432" y="683"/>
                </a:lnTo>
                <a:lnTo>
                  <a:pt x="433" y="684"/>
                </a:lnTo>
                <a:lnTo>
                  <a:pt x="433" y="685"/>
                </a:lnTo>
                <a:lnTo>
                  <a:pt x="433" y="688"/>
                </a:lnTo>
                <a:lnTo>
                  <a:pt x="432" y="690"/>
                </a:lnTo>
                <a:lnTo>
                  <a:pt x="431" y="690"/>
                </a:lnTo>
                <a:lnTo>
                  <a:pt x="430" y="691"/>
                </a:lnTo>
                <a:lnTo>
                  <a:pt x="430" y="692"/>
                </a:lnTo>
                <a:lnTo>
                  <a:pt x="430" y="693"/>
                </a:lnTo>
                <a:lnTo>
                  <a:pt x="431" y="695"/>
                </a:lnTo>
                <a:lnTo>
                  <a:pt x="431" y="697"/>
                </a:lnTo>
                <a:lnTo>
                  <a:pt x="430" y="698"/>
                </a:lnTo>
                <a:lnTo>
                  <a:pt x="429" y="698"/>
                </a:lnTo>
                <a:lnTo>
                  <a:pt x="429" y="699"/>
                </a:lnTo>
                <a:lnTo>
                  <a:pt x="429" y="701"/>
                </a:lnTo>
                <a:lnTo>
                  <a:pt x="429" y="702"/>
                </a:lnTo>
                <a:lnTo>
                  <a:pt x="430" y="702"/>
                </a:lnTo>
                <a:lnTo>
                  <a:pt x="430" y="703"/>
                </a:lnTo>
                <a:lnTo>
                  <a:pt x="431" y="703"/>
                </a:lnTo>
                <a:lnTo>
                  <a:pt x="432" y="703"/>
                </a:lnTo>
                <a:lnTo>
                  <a:pt x="432" y="704"/>
                </a:lnTo>
                <a:lnTo>
                  <a:pt x="432" y="706"/>
                </a:lnTo>
                <a:lnTo>
                  <a:pt x="432" y="707"/>
                </a:lnTo>
                <a:lnTo>
                  <a:pt x="431" y="708"/>
                </a:lnTo>
                <a:lnTo>
                  <a:pt x="429" y="708"/>
                </a:lnTo>
                <a:lnTo>
                  <a:pt x="429" y="709"/>
                </a:lnTo>
                <a:lnTo>
                  <a:pt x="429" y="710"/>
                </a:lnTo>
                <a:lnTo>
                  <a:pt x="428" y="711"/>
                </a:lnTo>
                <a:lnTo>
                  <a:pt x="427" y="711"/>
                </a:lnTo>
                <a:lnTo>
                  <a:pt x="427" y="712"/>
                </a:lnTo>
                <a:lnTo>
                  <a:pt x="426" y="714"/>
                </a:lnTo>
                <a:lnTo>
                  <a:pt x="427" y="715"/>
                </a:lnTo>
                <a:lnTo>
                  <a:pt x="427" y="716"/>
                </a:lnTo>
                <a:lnTo>
                  <a:pt x="426" y="716"/>
                </a:lnTo>
                <a:lnTo>
                  <a:pt x="425" y="715"/>
                </a:lnTo>
                <a:lnTo>
                  <a:pt x="425" y="714"/>
                </a:lnTo>
                <a:lnTo>
                  <a:pt x="425" y="713"/>
                </a:lnTo>
                <a:lnTo>
                  <a:pt x="426" y="713"/>
                </a:lnTo>
                <a:lnTo>
                  <a:pt x="427" y="712"/>
                </a:lnTo>
                <a:lnTo>
                  <a:pt x="426" y="711"/>
                </a:lnTo>
                <a:lnTo>
                  <a:pt x="425" y="712"/>
                </a:lnTo>
                <a:lnTo>
                  <a:pt x="424" y="712"/>
                </a:lnTo>
                <a:lnTo>
                  <a:pt x="423" y="711"/>
                </a:lnTo>
                <a:lnTo>
                  <a:pt x="424" y="711"/>
                </a:lnTo>
                <a:lnTo>
                  <a:pt x="424" y="710"/>
                </a:lnTo>
                <a:lnTo>
                  <a:pt x="423" y="710"/>
                </a:lnTo>
                <a:lnTo>
                  <a:pt x="423" y="711"/>
                </a:lnTo>
                <a:lnTo>
                  <a:pt x="423" y="713"/>
                </a:lnTo>
                <a:lnTo>
                  <a:pt x="425" y="716"/>
                </a:lnTo>
                <a:lnTo>
                  <a:pt x="426" y="717"/>
                </a:lnTo>
                <a:lnTo>
                  <a:pt x="427" y="717"/>
                </a:lnTo>
                <a:lnTo>
                  <a:pt x="428" y="717"/>
                </a:lnTo>
                <a:lnTo>
                  <a:pt x="428" y="716"/>
                </a:lnTo>
                <a:lnTo>
                  <a:pt x="428" y="715"/>
                </a:lnTo>
                <a:lnTo>
                  <a:pt x="428" y="714"/>
                </a:lnTo>
                <a:lnTo>
                  <a:pt x="429" y="714"/>
                </a:lnTo>
                <a:lnTo>
                  <a:pt x="430" y="714"/>
                </a:lnTo>
                <a:lnTo>
                  <a:pt x="431" y="714"/>
                </a:lnTo>
                <a:lnTo>
                  <a:pt x="431" y="715"/>
                </a:lnTo>
                <a:lnTo>
                  <a:pt x="431" y="716"/>
                </a:lnTo>
                <a:lnTo>
                  <a:pt x="432" y="716"/>
                </a:lnTo>
                <a:lnTo>
                  <a:pt x="431" y="718"/>
                </a:lnTo>
                <a:lnTo>
                  <a:pt x="431" y="719"/>
                </a:lnTo>
                <a:lnTo>
                  <a:pt x="429" y="719"/>
                </a:lnTo>
                <a:lnTo>
                  <a:pt x="429" y="720"/>
                </a:lnTo>
                <a:lnTo>
                  <a:pt x="428" y="719"/>
                </a:lnTo>
                <a:lnTo>
                  <a:pt x="427" y="718"/>
                </a:lnTo>
                <a:lnTo>
                  <a:pt x="426" y="718"/>
                </a:lnTo>
                <a:lnTo>
                  <a:pt x="426" y="719"/>
                </a:lnTo>
                <a:lnTo>
                  <a:pt x="425" y="720"/>
                </a:lnTo>
                <a:lnTo>
                  <a:pt x="425" y="722"/>
                </a:lnTo>
                <a:lnTo>
                  <a:pt x="426" y="722"/>
                </a:lnTo>
                <a:lnTo>
                  <a:pt x="426" y="721"/>
                </a:lnTo>
                <a:lnTo>
                  <a:pt x="426" y="722"/>
                </a:lnTo>
                <a:lnTo>
                  <a:pt x="426" y="723"/>
                </a:lnTo>
                <a:lnTo>
                  <a:pt x="424" y="722"/>
                </a:lnTo>
                <a:lnTo>
                  <a:pt x="423" y="721"/>
                </a:lnTo>
                <a:lnTo>
                  <a:pt x="423" y="722"/>
                </a:lnTo>
                <a:lnTo>
                  <a:pt x="422" y="722"/>
                </a:lnTo>
                <a:lnTo>
                  <a:pt x="421" y="722"/>
                </a:lnTo>
                <a:lnTo>
                  <a:pt x="421" y="723"/>
                </a:lnTo>
                <a:lnTo>
                  <a:pt x="420" y="724"/>
                </a:lnTo>
                <a:lnTo>
                  <a:pt x="419" y="724"/>
                </a:lnTo>
                <a:lnTo>
                  <a:pt x="418" y="726"/>
                </a:lnTo>
                <a:lnTo>
                  <a:pt x="417" y="727"/>
                </a:lnTo>
                <a:lnTo>
                  <a:pt x="417" y="728"/>
                </a:lnTo>
                <a:lnTo>
                  <a:pt x="417" y="729"/>
                </a:lnTo>
                <a:lnTo>
                  <a:pt x="418" y="729"/>
                </a:lnTo>
                <a:lnTo>
                  <a:pt x="419" y="729"/>
                </a:lnTo>
                <a:lnTo>
                  <a:pt x="420" y="729"/>
                </a:lnTo>
                <a:lnTo>
                  <a:pt x="421" y="729"/>
                </a:lnTo>
                <a:lnTo>
                  <a:pt x="421" y="728"/>
                </a:lnTo>
                <a:lnTo>
                  <a:pt x="421" y="729"/>
                </a:lnTo>
                <a:lnTo>
                  <a:pt x="422" y="730"/>
                </a:lnTo>
                <a:lnTo>
                  <a:pt x="422" y="732"/>
                </a:lnTo>
                <a:lnTo>
                  <a:pt x="421" y="731"/>
                </a:lnTo>
                <a:lnTo>
                  <a:pt x="421" y="730"/>
                </a:lnTo>
                <a:lnTo>
                  <a:pt x="420" y="730"/>
                </a:lnTo>
                <a:lnTo>
                  <a:pt x="420" y="731"/>
                </a:lnTo>
                <a:lnTo>
                  <a:pt x="419" y="731"/>
                </a:lnTo>
                <a:lnTo>
                  <a:pt x="419" y="732"/>
                </a:lnTo>
                <a:lnTo>
                  <a:pt x="420" y="732"/>
                </a:lnTo>
                <a:lnTo>
                  <a:pt x="421" y="734"/>
                </a:lnTo>
                <a:lnTo>
                  <a:pt x="421" y="735"/>
                </a:lnTo>
                <a:lnTo>
                  <a:pt x="422" y="736"/>
                </a:lnTo>
                <a:lnTo>
                  <a:pt x="423" y="737"/>
                </a:lnTo>
                <a:lnTo>
                  <a:pt x="424" y="738"/>
                </a:lnTo>
                <a:lnTo>
                  <a:pt x="424" y="739"/>
                </a:lnTo>
                <a:lnTo>
                  <a:pt x="425" y="740"/>
                </a:lnTo>
                <a:lnTo>
                  <a:pt x="426" y="739"/>
                </a:lnTo>
                <a:lnTo>
                  <a:pt x="427" y="739"/>
                </a:lnTo>
                <a:lnTo>
                  <a:pt x="427" y="740"/>
                </a:lnTo>
                <a:lnTo>
                  <a:pt x="428" y="742"/>
                </a:lnTo>
                <a:lnTo>
                  <a:pt x="429" y="743"/>
                </a:lnTo>
                <a:lnTo>
                  <a:pt x="430" y="744"/>
                </a:lnTo>
                <a:lnTo>
                  <a:pt x="429" y="745"/>
                </a:lnTo>
                <a:lnTo>
                  <a:pt x="428" y="745"/>
                </a:lnTo>
                <a:lnTo>
                  <a:pt x="428" y="744"/>
                </a:lnTo>
                <a:lnTo>
                  <a:pt x="424" y="743"/>
                </a:lnTo>
                <a:lnTo>
                  <a:pt x="424" y="744"/>
                </a:lnTo>
                <a:lnTo>
                  <a:pt x="425" y="745"/>
                </a:lnTo>
                <a:lnTo>
                  <a:pt x="426" y="746"/>
                </a:lnTo>
                <a:lnTo>
                  <a:pt x="427" y="746"/>
                </a:lnTo>
                <a:lnTo>
                  <a:pt x="427" y="747"/>
                </a:lnTo>
                <a:lnTo>
                  <a:pt x="428" y="747"/>
                </a:lnTo>
                <a:lnTo>
                  <a:pt x="428" y="748"/>
                </a:lnTo>
                <a:lnTo>
                  <a:pt x="427" y="751"/>
                </a:lnTo>
                <a:lnTo>
                  <a:pt x="427" y="752"/>
                </a:lnTo>
                <a:lnTo>
                  <a:pt x="426" y="752"/>
                </a:lnTo>
                <a:lnTo>
                  <a:pt x="426" y="751"/>
                </a:lnTo>
                <a:lnTo>
                  <a:pt x="425" y="751"/>
                </a:lnTo>
                <a:lnTo>
                  <a:pt x="425" y="752"/>
                </a:lnTo>
                <a:lnTo>
                  <a:pt x="424" y="752"/>
                </a:lnTo>
                <a:lnTo>
                  <a:pt x="425" y="753"/>
                </a:lnTo>
                <a:lnTo>
                  <a:pt x="423" y="753"/>
                </a:lnTo>
                <a:lnTo>
                  <a:pt x="423" y="752"/>
                </a:lnTo>
                <a:lnTo>
                  <a:pt x="423" y="751"/>
                </a:lnTo>
                <a:lnTo>
                  <a:pt x="421" y="750"/>
                </a:lnTo>
                <a:lnTo>
                  <a:pt x="421" y="751"/>
                </a:lnTo>
                <a:lnTo>
                  <a:pt x="420" y="752"/>
                </a:lnTo>
                <a:lnTo>
                  <a:pt x="420" y="755"/>
                </a:lnTo>
                <a:lnTo>
                  <a:pt x="420" y="756"/>
                </a:lnTo>
                <a:lnTo>
                  <a:pt x="420" y="757"/>
                </a:lnTo>
                <a:lnTo>
                  <a:pt x="420" y="758"/>
                </a:lnTo>
                <a:lnTo>
                  <a:pt x="420" y="759"/>
                </a:lnTo>
                <a:lnTo>
                  <a:pt x="419" y="759"/>
                </a:lnTo>
                <a:lnTo>
                  <a:pt x="418" y="758"/>
                </a:lnTo>
                <a:lnTo>
                  <a:pt x="418" y="757"/>
                </a:lnTo>
                <a:lnTo>
                  <a:pt x="417" y="757"/>
                </a:lnTo>
                <a:lnTo>
                  <a:pt x="413" y="757"/>
                </a:lnTo>
                <a:lnTo>
                  <a:pt x="412" y="757"/>
                </a:lnTo>
                <a:lnTo>
                  <a:pt x="412" y="758"/>
                </a:lnTo>
                <a:lnTo>
                  <a:pt x="412" y="759"/>
                </a:lnTo>
                <a:lnTo>
                  <a:pt x="412" y="760"/>
                </a:lnTo>
                <a:lnTo>
                  <a:pt x="412" y="761"/>
                </a:lnTo>
                <a:lnTo>
                  <a:pt x="413" y="763"/>
                </a:lnTo>
                <a:lnTo>
                  <a:pt x="412" y="763"/>
                </a:lnTo>
                <a:lnTo>
                  <a:pt x="411" y="764"/>
                </a:lnTo>
                <a:lnTo>
                  <a:pt x="410" y="765"/>
                </a:lnTo>
                <a:lnTo>
                  <a:pt x="409" y="765"/>
                </a:lnTo>
                <a:lnTo>
                  <a:pt x="409" y="764"/>
                </a:lnTo>
                <a:lnTo>
                  <a:pt x="408" y="763"/>
                </a:lnTo>
                <a:lnTo>
                  <a:pt x="408" y="762"/>
                </a:lnTo>
                <a:lnTo>
                  <a:pt x="407" y="762"/>
                </a:lnTo>
                <a:lnTo>
                  <a:pt x="404" y="762"/>
                </a:lnTo>
                <a:lnTo>
                  <a:pt x="404" y="761"/>
                </a:lnTo>
                <a:lnTo>
                  <a:pt x="404" y="760"/>
                </a:lnTo>
                <a:lnTo>
                  <a:pt x="403" y="761"/>
                </a:lnTo>
                <a:lnTo>
                  <a:pt x="402" y="762"/>
                </a:lnTo>
                <a:lnTo>
                  <a:pt x="400" y="765"/>
                </a:lnTo>
                <a:lnTo>
                  <a:pt x="399" y="766"/>
                </a:lnTo>
                <a:lnTo>
                  <a:pt x="400" y="767"/>
                </a:lnTo>
                <a:lnTo>
                  <a:pt x="400" y="768"/>
                </a:lnTo>
                <a:lnTo>
                  <a:pt x="401" y="768"/>
                </a:lnTo>
                <a:lnTo>
                  <a:pt x="400" y="768"/>
                </a:lnTo>
                <a:lnTo>
                  <a:pt x="401" y="768"/>
                </a:lnTo>
                <a:lnTo>
                  <a:pt x="401" y="767"/>
                </a:lnTo>
                <a:lnTo>
                  <a:pt x="401" y="768"/>
                </a:lnTo>
                <a:lnTo>
                  <a:pt x="401" y="769"/>
                </a:lnTo>
                <a:lnTo>
                  <a:pt x="400" y="768"/>
                </a:lnTo>
                <a:lnTo>
                  <a:pt x="398" y="769"/>
                </a:lnTo>
                <a:lnTo>
                  <a:pt x="397" y="769"/>
                </a:lnTo>
                <a:lnTo>
                  <a:pt x="397" y="768"/>
                </a:lnTo>
                <a:lnTo>
                  <a:pt x="396" y="768"/>
                </a:lnTo>
                <a:lnTo>
                  <a:pt x="396" y="767"/>
                </a:lnTo>
                <a:lnTo>
                  <a:pt x="395" y="767"/>
                </a:lnTo>
                <a:lnTo>
                  <a:pt x="395" y="766"/>
                </a:lnTo>
                <a:lnTo>
                  <a:pt x="394" y="765"/>
                </a:lnTo>
                <a:lnTo>
                  <a:pt x="393" y="765"/>
                </a:lnTo>
                <a:lnTo>
                  <a:pt x="392" y="764"/>
                </a:lnTo>
                <a:lnTo>
                  <a:pt x="392" y="763"/>
                </a:lnTo>
                <a:lnTo>
                  <a:pt x="392" y="762"/>
                </a:lnTo>
                <a:lnTo>
                  <a:pt x="390" y="761"/>
                </a:lnTo>
                <a:lnTo>
                  <a:pt x="390" y="760"/>
                </a:lnTo>
                <a:lnTo>
                  <a:pt x="389" y="761"/>
                </a:lnTo>
                <a:lnTo>
                  <a:pt x="388" y="762"/>
                </a:lnTo>
                <a:lnTo>
                  <a:pt x="388" y="763"/>
                </a:lnTo>
                <a:lnTo>
                  <a:pt x="388" y="765"/>
                </a:lnTo>
                <a:lnTo>
                  <a:pt x="388" y="766"/>
                </a:lnTo>
                <a:lnTo>
                  <a:pt x="388" y="767"/>
                </a:lnTo>
                <a:lnTo>
                  <a:pt x="386" y="766"/>
                </a:lnTo>
                <a:lnTo>
                  <a:pt x="386" y="765"/>
                </a:lnTo>
                <a:lnTo>
                  <a:pt x="385" y="765"/>
                </a:lnTo>
                <a:lnTo>
                  <a:pt x="384" y="765"/>
                </a:lnTo>
                <a:lnTo>
                  <a:pt x="383" y="765"/>
                </a:lnTo>
                <a:lnTo>
                  <a:pt x="381" y="764"/>
                </a:lnTo>
                <a:lnTo>
                  <a:pt x="380" y="762"/>
                </a:lnTo>
                <a:lnTo>
                  <a:pt x="380" y="761"/>
                </a:lnTo>
                <a:lnTo>
                  <a:pt x="379" y="760"/>
                </a:lnTo>
                <a:lnTo>
                  <a:pt x="380" y="759"/>
                </a:lnTo>
                <a:lnTo>
                  <a:pt x="379" y="758"/>
                </a:lnTo>
                <a:lnTo>
                  <a:pt x="378" y="759"/>
                </a:lnTo>
                <a:lnTo>
                  <a:pt x="377" y="759"/>
                </a:lnTo>
                <a:lnTo>
                  <a:pt x="377" y="757"/>
                </a:lnTo>
                <a:lnTo>
                  <a:pt x="376" y="758"/>
                </a:lnTo>
                <a:lnTo>
                  <a:pt x="376" y="759"/>
                </a:lnTo>
                <a:lnTo>
                  <a:pt x="376" y="760"/>
                </a:lnTo>
                <a:lnTo>
                  <a:pt x="377" y="761"/>
                </a:lnTo>
                <a:lnTo>
                  <a:pt x="376" y="761"/>
                </a:lnTo>
                <a:lnTo>
                  <a:pt x="374" y="761"/>
                </a:lnTo>
                <a:lnTo>
                  <a:pt x="372" y="760"/>
                </a:lnTo>
                <a:lnTo>
                  <a:pt x="371" y="759"/>
                </a:lnTo>
                <a:lnTo>
                  <a:pt x="370" y="759"/>
                </a:lnTo>
                <a:lnTo>
                  <a:pt x="367" y="759"/>
                </a:lnTo>
                <a:lnTo>
                  <a:pt x="365" y="759"/>
                </a:lnTo>
                <a:lnTo>
                  <a:pt x="364" y="759"/>
                </a:lnTo>
                <a:lnTo>
                  <a:pt x="364" y="760"/>
                </a:lnTo>
                <a:lnTo>
                  <a:pt x="364" y="761"/>
                </a:lnTo>
                <a:lnTo>
                  <a:pt x="364" y="762"/>
                </a:lnTo>
                <a:lnTo>
                  <a:pt x="363" y="762"/>
                </a:lnTo>
                <a:lnTo>
                  <a:pt x="363" y="761"/>
                </a:lnTo>
                <a:lnTo>
                  <a:pt x="363" y="760"/>
                </a:lnTo>
                <a:lnTo>
                  <a:pt x="362" y="760"/>
                </a:lnTo>
                <a:lnTo>
                  <a:pt x="361" y="760"/>
                </a:lnTo>
                <a:lnTo>
                  <a:pt x="360" y="760"/>
                </a:lnTo>
                <a:lnTo>
                  <a:pt x="359" y="760"/>
                </a:lnTo>
                <a:lnTo>
                  <a:pt x="358" y="760"/>
                </a:lnTo>
                <a:lnTo>
                  <a:pt x="358" y="761"/>
                </a:lnTo>
                <a:lnTo>
                  <a:pt x="358" y="762"/>
                </a:lnTo>
                <a:lnTo>
                  <a:pt x="358" y="763"/>
                </a:lnTo>
                <a:lnTo>
                  <a:pt x="357" y="763"/>
                </a:lnTo>
                <a:lnTo>
                  <a:pt x="355" y="764"/>
                </a:lnTo>
                <a:lnTo>
                  <a:pt x="354" y="764"/>
                </a:lnTo>
                <a:lnTo>
                  <a:pt x="354" y="765"/>
                </a:lnTo>
                <a:lnTo>
                  <a:pt x="353" y="766"/>
                </a:lnTo>
                <a:lnTo>
                  <a:pt x="352" y="768"/>
                </a:lnTo>
                <a:lnTo>
                  <a:pt x="351" y="769"/>
                </a:lnTo>
                <a:lnTo>
                  <a:pt x="350" y="770"/>
                </a:lnTo>
                <a:lnTo>
                  <a:pt x="349" y="770"/>
                </a:lnTo>
                <a:lnTo>
                  <a:pt x="349" y="773"/>
                </a:lnTo>
                <a:lnTo>
                  <a:pt x="350" y="773"/>
                </a:lnTo>
                <a:lnTo>
                  <a:pt x="350" y="775"/>
                </a:lnTo>
                <a:lnTo>
                  <a:pt x="350" y="776"/>
                </a:lnTo>
                <a:lnTo>
                  <a:pt x="352" y="778"/>
                </a:lnTo>
                <a:lnTo>
                  <a:pt x="352" y="779"/>
                </a:lnTo>
                <a:lnTo>
                  <a:pt x="353" y="779"/>
                </a:lnTo>
                <a:lnTo>
                  <a:pt x="354" y="779"/>
                </a:lnTo>
                <a:lnTo>
                  <a:pt x="354" y="780"/>
                </a:lnTo>
                <a:lnTo>
                  <a:pt x="353" y="780"/>
                </a:lnTo>
                <a:lnTo>
                  <a:pt x="353" y="781"/>
                </a:lnTo>
                <a:lnTo>
                  <a:pt x="353" y="782"/>
                </a:lnTo>
                <a:lnTo>
                  <a:pt x="354" y="783"/>
                </a:lnTo>
                <a:lnTo>
                  <a:pt x="355" y="784"/>
                </a:lnTo>
                <a:lnTo>
                  <a:pt x="355" y="785"/>
                </a:lnTo>
                <a:lnTo>
                  <a:pt x="355" y="787"/>
                </a:lnTo>
                <a:lnTo>
                  <a:pt x="355" y="788"/>
                </a:lnTo>
                <a:lnTo>
                  <a:pt x="356" y="788"/>
                </a:lnTo>
                <a:lnTo>
                  <a:pt x="356" y="789"/>
                </a:lnTo>
                <a:lnTo>
                  <a:pt x="356" y="791"/>
                </a:lnTo>
                <a:lnTo>
                  <a:pt x="357" y="792"/>
                </a:lnTo>
                <a:lnTo>
                  <a:pt x="357" y="793"/>
                </a:lnTo>
                <a:lnTo>
                  <a:pt x="357" y="794"/>
                </a:lnTo>
                <a:lnTo>
                  <a:pt x="357" y="793"/>
                </a:lnTo>
                <a:lnTo>
                  <a:pt x="355" y="793"/>
                </a:lnTo>
                <a:lnTo>
                  <a:pt x="355" y="792"/>
                </a:lnTo>
                <a:lnTo>
                  <a:pt x="354" y="792"/>
                </a:lnTo>
                <a:lnTo>
                  <a:pt x="354" y="793"/>
                </a:lnTo>
                <a:lnTo>
                  <a:pt x="353" y="794"/>
                </a:lnTo>
                <a:lnTo>
                  <a:pt x="353" y="795"/>
                </a:lnTo>
                <a:lnTo>
                  <a:pt x="353" y="797"/>
                </a:lnTo>
                <a:lnTo>
                  <a:pt x="353" y="798"/>
                </a:lnTo>
                <a:lnTo>
                  <a:pt x="353" y="800"/>
                </a:lnTo>
                <a:lnTo>
                  <a:pt x="353" y="801"/>
                </a:lnTo>
                <a:lnTo>
                  <a:pt x="353" y="802"/>
                </a:lnTo>
                <a:lnTo>
                  <a:pt x="352" y="802"/>
                </a:lnTo>
                <a:lnTo>
                  <a:pt x="351" y="803"/>
                </a:lnTo>
                <a:lnTo>
                  <a:pt x="351" y="804"/>
                </a:lnTo>
                <a:lnTo>
                  <a:pt x="351" y="805"/>
                </a:lnTo>
                <a:lnTo>
                  <a:pt x="352" y="805"/>
                </a:lnTo>
                <a:lnTo>
                  <a:pt x="353" y="805"/>
                </a:lnTo>
                <a:lnTo>
                  <a:pt x="353" y="806"/>
                </a:lnTo>
                <a:lnTo>
                  <a:pt x="352" y="807"/>
                </a:lnTo>
                <a:lnTo>
                  <a:pt x="353" y="807"/>
                </a:lnTo>
                <a:lnTo>
                  <a:pt x="353" y="808"/>
                </a:lnTo>
                <a:lnTo>
                  <a:pt x="354" y="808"/>
                </a:lnTo>
                <a:lnTo>
                  <a:pt x="355" y="809"/>
                </a:lnTo>
                <a:lnTo>
                  <a:pt x="355" y="810"/>
                </a:lnTo>
                <a:lnTo>
                  <a:pt x="355" y="811"/>
                </a:lnTo>
                <a:lnTo>
                  <a:pt x="355" y="812"/>
                </a:lnTo>
                <a:lnTo>
                  <a:pt x="355" y="813"/>
                </a:lnTo>
                <a:lnTo>
                  <a:pt x="356" y="813"/>
                </a:lnTo>
                <a:lnTo>
                  <a:pt x="356" y="814"/>
                </a:lnTo>
                <a:lnTo>
                  <a:pt x="357" y="813"/>
                </a:lnTo>
                <a:lnTo>
                  <a:pt x="358" y="813"/>
                </a:lnTo>
                <a:lnTo>
                  <a:pt x="359" y="812"/>
                </a:lnTo>
                <a:lnTo>
                  <a:pt x="359" y="813"/>
                </a:lnTo>
                <a:lnTo>
                  <a:pt x="359" y="814"/>
                </a:lnTo>
                <a:lnTo>
                  <a:pt x="359" y="815"/>
                </a:lnTo>
                <a:lnTo>
                  <a:pt x="358" y="817"/>
                </a:lnTo>
                <a:lnTo>
                  <a:pt x="358" y="820"/>
                </a:lnTo>
                <a:lnTo>
                  <a:pt x="359" y="821"/>
                </a:lnTo>
                <a:lnTo>
                  <a:pt x="360" y="822"/>
                </a:lnTo>
                <a:lnTo>
                  <a:pt x="360" y="823"/>
                </a:lnTo>
                <a:lnTo>
                  <a:pt x="361" y="824"/>
                </a:lnTo>
                <a:lnTo>
                  <a:pt x="361" y="825"/>
                </a:lnTo>
                <a:lnTo>
                  <a:pt x="361" y="826"/>
                </a:lnTo>
                <a:lnTo>
                  <a:pt x="362" y="826"/>
                </a:lnTo>
                <a:lnTo>
                  <a:pt x="361" y="828"/>
                </a:lnTo>
                <a:lnTo>
                  <a:pt x="361" y="829"/>
                </a:lnTo>
                <a:lnTo>
                  <a:pt x="360" y="829"/>
                </a:lnTo>
                <a:lnTo>
                  <a:pt x="360" y="831"/>
                </a:lnTo>
                <a:lnTo>
                  <a:pt x="360" y="832"/>
                </a:lnTo>
                <a:lnTo>
                  <a:pt x="361" y="832"/>
                </a:lnTo>
                <a:lnTo>
                  <a:pt x="361" y="833"/>
                </a:lnTo>
                <a:lnTo>
                  <a:pt x="361" y="835"/>
                </a:lnTo>
                <a:lnTo>
                  <a:pt x="361" y="837"/>
                </a:lnTo>
                <a:lnTo>
                  <a:pt x="362" y="838"/>
                </a:lnTo>
                <a:lnTo>
                  <a:pt x="362" y="839"/>
                </a:lnTo>
                <a:lnTo>
                  <a:pt x="361" y="840"/>
                </a:lnTo>
                <a:lnTo>
                  <a:pt x="360" y="840"/>
                </a:lnTo>
                <a:lnTo>
                  <a:pt x="360" y="841"/>
                </a:lnTo>
                <a:lnTo>
                  <a:pt x="359" y="842"/>
                </a:lnTo>
                <a:lnTo>
                  <a:pt x="359" y="843"/>
                </a:lnTo>
                <a:lnTo>
                  <a:pt x="360" y="844"/>
                </a:lnTo>
                <a:lnTo>
                  <a:pt x="359" y="845"/>
                </a:lnTo>
                <a:lnTo>
                  <a:pt x="357" y="848"/>
                </a:lnTo>
                <a:lnTo>
                  <a:pt x="356" y="848"/>
                </a:lnTo>
                <a:lnTo>
                  <a:pt x="355" y="849"/>
                </a:lnTo>
                <a:lnTo>
                  <a:pt x="354" y="849"/>
                </a:lnTo>
                <a:lnTo>
                  <a:pt x="353" y="850"/>
                </a:lnTo>
                <a:lnTo>
                  <a:pt x="353" y="851"/>
                </a:lnTo>
                <a:lnTo>
                  <a:pt x="351" y="851"/>
                </a:lnTo>
                <a:lnTo>
                  <a:pt x="350" y="852"/>
                </a:lnTo>
                <a:lnTo>
                  <a:pt x="349" y="853"/>
                </a:lnTo>
                <a:lnTo>
                  <a:pt x="349" y="854"/>
                </a:lnTo>
                <a:lnTo>
                  <a:pt x="348" y="854"/>
                </a:lnTo>
                <a:lnTo>
                  <a:pt x="348" y="855"/>
                </a:lnTo>
                <a:lnTo>
                  <a:pt x="345" y="856"/>
                </a:lnTo>
                <a:lnTo>
                  <a:pt x="344" y="856"/>
                </a:lnTo>
                <a:lnTo>
                  <a:pt x="343" y="857"/>
                </a:lnTo>
                <a:lnTo>
                  <a:pt x="342" y="857"/>
                </a:lnTo>
                <a:lnTo>
                  <a:pt x="341" y="856"/>
                </a:lnTo>
                <a:lnTo>
                  <a:pt x="340" y="857"/>
                </a:lnTo>
                <a:lnTo>
                  <a:pt x="340" y="858"/>
                </a:lnTo>
                <a:lnTo>
                  <a:pt x="340" y="859"/>
                </a:lnTo>
                <a:lnTo>
                  <a:pt x="341" y="860"/>
                </a:lnTo>
                <a:lnTo>
                  <a:pt x="341" y="861"/>
                </a:lnTo>
                <a:lnTo>
                  <a:pt x="340" y="862"/>
                </a:lnTo>
                <a:lnTo>
                  <a:pt x="339" y="864"/>
                </a:lnTo>
                <a:lnTo>
                  <a:pt x="338" y="864"/>
                </a:lnTo>
                <a:lnTo>
                  <a:pt x="338" y="863"/>
                </a:lnTo>
                <a:lnTo>
                  <a:pt x="337" y="863"/>
                </a:lnTo>
                <a:lnTo>
                  <a:pt x="337" y="862"/>
                </a:lnTo>
                <a:lnTo>
                  <a:pt x="336" y="861"/>
                </a:lnTo>
                <a:lnTo>
                  <a:pt x="334" y="861"/>
                </a:lnTo>
                <a:lnTo>
                  <a:pt x="333" y="859"/>
                </a:lnTo>
                <a:lnTo>
                  <a:pt x="332" y="858"/>
                </a:lnTo>
                <a:lnTo>
                  <a:pt x="332" y="857"/>
                </a:lnTo>
                <a:lnTo>
                  <a:pt x="332" y="856"/>
                </a:lnTo>
                <a:lnTo>
                  <a:pt x="330" y="854"/>
                </a:lnTo>
                <a:lnTo>
                  <a:pt x="330" y="853"/>
                </a:lnTo>
                <a:lnTo>
                  <a:pt x="329" y="853"/>
                </a:lnTo>
                <a:lnTo>
                  <a:pt x="329" y="854"/>
                </a:lnTo>
                <a:lnTo>
                  <a:pt x="328" y="853"/>
                </a:lnTo>
                <a:lnTo>
                  <a:pt x="327" y="851"/>
                </a:lnTo>
                <a:lnTo>
                  <a:pt x="326" y="851"/>
                </a:lnTo>
                <a:lnTo>
                  <a:pt x="326" y="850"/>
                </a:lnTo>
                <a:lnTo>
                  <a:pt x="326" y="849"/>
                </a:lnTo>
                <a:lnTo>
                  <a:pt x="324" y="845"/>
                </a:lnTo>
                <a:lnTo>
                  <a:pt x="322" y="845"/>
                </a:lnTo>
                <a:lnTo>
                  <a:pt x="321" y="844"/>
                </a:lnTo>
                <a:lnTo>
                  <a:pt x="321" y="843"/>
                </a:lnTo>
                <a:lnTo>
                  <a:pt x="320" y="843"/>
                </a:lnTo>
                <a:lnTo>
                  <a:pt x="321" y="842"/>
                </a:lnTo>
                <a:lnTo>
                  <a:pt x="320" y="841"/>
                </a:lnTo>
                <a:lnTo>
                  <a:pt x="320" y="840"/>
                </a:lnTo>
                <a:lnTo>
                  <a:pt x="319" y="840"/>
                </a:lnTo>
                <a:lnTo>
                  <a:pt x="319" y="839"/>
                </a:lnTo>
                <a:lnTo>
                  <a:pt x="319" y="838"/>
                </a:lnTo>
                <a:lnTo>
                  <a:pt x="320" y="837"/>
                </a:lnTo>
                <a:lnTo>
                  <a:pt x="320" y="836"/>
                </a:lnTo>
                <a:lnTo>
                  <a:pt x="320" y="835"/>
                </a:lnTo>
                <a:lnTo>
                  <a:pt x="319" y="835"/>
                </a:lnTo>
                <a:lnTo>
                  <a:pt x="319" y="834"/>
                </a:lnTo>
                <a:lnTo>
                  <a:pt x="319" y="832"/>
                </a:lnTo>
                <a:lnTo>
                  <a:pt x="318" y="832"/>
                </a:lnTo>
                <a:lnTo>
                  <a:pt x="318" y="831"/>
                </a:lnTo>
                <a:lnTo>
                  <a:pt x="318" y="830"/>
                </a:lnTo>
                <a:lnTo>
                  <a:pt x="318" y="829"/>
                </a:lnTo>
                <a:lnTo>
                  <a:pt x="318" y="828"/>
                </a:lnTo>
                <a:lnTo>
                  <a:pt x="316" y="828"/>
                </a:lnTo>
                <a:lnTo>
                  <a:pt x="315" y="828"/>
                </a:lnTo>
                <a:lnTo>
                  <a:pt x="315" y="827"/>
                </a:lnTo>
                <a:lnTo>
                  <a:pt x="314" y="828"/>
                </a:lnTo>
                <a:lnTo>
                  <a:pt x="312" y="829"/>
                </a:lnTo>
                <a:lnTo>
                  <a:pt x="311" y="828"/>
                </a:lnTo>
                <a:lnTo>
                  <a:pt x="310" y="828"/>
                </a:lnTo>
                <a:lnTo>
                  <a:pt x="310" y="827"/>
                </a:lnTo>
                <a:lnTo>
                  <a:pt x="310" y="826"/>
                </a:lnTo>
                <a:lnTo>
                  <a:pt x="309" y="825"/>
                </a:lnTo>
                <a:lnTo>
                  <a:pt x="309" y="826"/>
                </a:lnTo>
                <a:lnTo>
                  <a:pt x="308" y="826"/>
                </a:lnTo>
                <a:lnTo>
                  <a:pt x="308" y="823"/>
                </a:lnTo>
                <a:lnTo>
                  <a:pt x="307" y="823"/>
                </a:lnTo>
                <a:lnTo>
                  <a:pt x="307" y="824"/>
                </a:lnTo>
                <a:lnTo>
                  <a:pt x="307" y="825"/>
                </a:lnTo>
                <a:lnTo>
                  <a:pt x="306" y="826"/>
                </a:lnTo>
                <a:lnTo>
                  <a:pt x="305" y="826"/>
                </a:lnTo>
                <a:lnTo>
                  <a:pt x="305" y="827"/>
                </a:lnTo>
                <a:lnTo>
                  <a:pt x="304" y="827"/>
                </a:lnTo>
                <a:lnTo>
                  <a:pt x="304" y="828"/>
                </a:lnTo>
                <a:lnTo>
                  <a:pt x="303" y="829"/>
                </a:lnTo>
                <a:lnTo>
                  <a:pt x="302" y="830"/>
                </a:lnTo>
                <a:lnTo>
                  <a:pt x="301" y="831"/>
                </a:lnTo>
                <a:lnTo>
                  <a:pt x="300" y="831"/>
                </a:lnTo>
                <a:lnTo>
                  <a:pt x="300" y="833"/>
                </a:lnTo>
                <a:lnTo>
                  <a:pt x="300" y="834"/>
                </a:lnTo>
                <a:lnTo>
                  <a:pt x="299" y="836"/>
                </a:lnTo>
                <a:lnTo>
                  <a:pt x="298" y="836"/>
                </a:lnTo>
                <a:lnTo>
                  <a:pt x="298" y="837"/>
                </a:lnTo>
                <a:lnTo>
                  <a:pt x="298" y="838"/>
                </a:lnTo>
                <a:lnTo>
                  <a:pt x="297" y="838"/>
                </a:lnTo>
                <a:lnTo>
                  <a:pt x="296" y="835"/>
                </a:lnTo>
                <a:lnTo>
                  <a:pt x="296" y="834"/>
                </a:lnTo>
                <a:lnTo>
                  <a:pt x="296" y="833"/>
                </a:lnTo>
                <a:lnTo>
                  <a:pt x="295" y="833"/>
                </a:lnTo>
                <a:lnTo>
                  <a:pt x="295" y="832"/>
                </a:lnTo>
                <a:lnTo>
                  <a:pt x="296" y="831"/>
                </a:lnTo>
                <a:lnTo>
                  <a:pt x="296" y="830"/>
                </a:lnTo>
                <a:lnTo>
                  <a:pt x="294" y="830"/>
                </a:lnTo>
                <a:lnTo>
                  <a:pt x="293" y="830"/>
                </a:lnTo>
                <a:lnTo>
                  <a:pt x="293" y="828"/>
                </a:lnTo>
                <a:lnTo>
                  <a:pt x="293" y="826"/>
                </a:lnTo>
                <a:lnTo>
                  <a:pt x="292" y="826"/>
                </a:lnTo>
                <a:lnTo>
                  <a:pt x="292" y="825"/>
                </a:lnTo>
                <a:lnTo>
                  <a:pt x="292" y="823"/>
                </a:lnTo>
                <a:lnTo>
                  <a:pt x="292" y="822"/>
                </a:lnTo>
                <a:lnTo>
                  <a:pt x="292" y="821"/>
                </a:lnTo>
                <a:lnTo>
                  <a:pt x="291" y="821"/>
                </a:lnTo>
                <a:lnTo>
                  <a:pt x="290" y="820"/>
                </a:lnTo>
                <a:lnTo>
                  <a:pt x="290" y="819"/>
                </a:lnTo>
                <a:lnTo>
                  <a:pt x="290" y="818"/>
                </a:lnTo>
                <a:lnTo>
                  <a:pt x="291" y="818"/>
                </a:lnTo>
                <a:lnTo>
                  <a:pt x="291" y="816"/>
                </a:lnTo>
                <a:lnTo>
                  <a:pt x="291" y="815"/>
                </a:lnTo>
                <a:lnTo>
                  <a:pt x="290" y="814"/>
                </a:lnTo>
                <a:lnTo>
                  <a:pt x="290" y="813"/>
                </a:lnTo>
                <a:lnTo>
                  <a:pt x="290" y="812"/>
                </a:lnTo>
                <a:lnTo>
                  <a:pt x="293" y="812"/>
                </a:lnTo>
                <a:lnTo>
                  <a:pt x="293" y="811"/>
                </a:lnTo>
                <a:lnTo>
                  <a:pt x="294" y="811"/>
                </a:lnTo>
                <a:lnTo>
                  <a:pt x="294" y="810"/>
                </a:lnTo>
                <a:lnTo>
                  <a:pt x="295" y="810"/>
                </a:lnTo>
                <a:lnTo>
                  <a:pt x="295" y="808"/>
                </a:lnTo>
                <a:lnTo>
                  <a:pt x="294" y="808"/>
                </a:lnTo>
                <a:lnTo>
                  <a:pt x="293" y="807"/>
                </a:lnTo>
                <a:lnTo>
                  <a:pt x="292" y="807"/>
                </a:lnTo>
                <a:lnTo>
                  <a:pt x="291" y="808"/>
                </a:lnTo>
                <a:lnTo>
                  <a:pt x="291" y="809"/>
                </a:lnTo>
                <a:lnTo>
                  <a:pt x="292" y="809"/>
                </a:lnTo>
                <a:lnTo>
                  <a:pt x="292" y="810"/>
                </a:lnTo>
                <a:lnTo>
                  <a:pt x="291" y="811"/>
                </a:lnTo>
                <a:lnTo>
                  <a:pt x="291" y="812"/>
                </a:lnTo>
                <a:lnTo>
                  <a:pt x="290" y="812"/>
                </a:lnTo>
                <a:lnTo>
                  <a:pt x="290" y="811"/>
                </a:lnTo>
                <a:lnTo>
                  <a:pt x="290" y="810"/>
                </a:lnTo>
                <a:lnTo>
                  <a:pt x="290" y="809"/>
                </a:lnTo>
                <a:lnTo>
                  <a:pt x="289" y="810"/>
                </a:lnTo>
                <a:lnTo>
                  <a:pt x="288" y="810"/>
                </a:lnTo>
                <a:lnTo>
                  <a:pt x="287" y="810"/>
                </a:lnTo>
                <a:lnTo>
                  <a:pt x="285" y="811"/>
                </a:lnTo>
                <a:lnTo>
                  <a:pt x="283" y="811"/>
                </a:lnTo>
                <a:lnTo>
                  <a:pt x="282" y="811"/>
                </a:lnTo>
                <a:lnTo>
                  <a:pt x="281" y="810"/>
                </a:lnTo>
                <a:lnTo>
                  <a:pt x="280" y="810"/>
                </a:lnTo>
                <a:lnTo>
                  <a:pt x="280" y="808"/>
                </a:lnTo>
                <a:lnTo>
                  <a:pt x="281" y="808"/>
                </a:lnTo>
                <a:lnTo>
                  <a:pt x="282" y="808"/>
                </a:lnTo>
                <a:lnTo>
                  <a:pt x="281" y="805"/>
                </a:lnTo>
                <a:lnTo>
                  <a:pt x="280" y="805"/>
                </a:lnTo>
                <a:lnTo>
                  <a:pt x="279" y="805"/>
                </a:lnTo>
                <a:lnTo>
                  <a:pt x="278" y="804"/>
                </a:lnTo>
                <a:lnTo>
                  <a:pt x="277" y="804"/>
                </a:lnTo>
                <a:lnTo>
                  <a:pt x="276" y="804"/>
                </a:lnTo>
                <a:lnTo>
                  <a:pt x="275" y="803"/>
                </a:lnTo>
                <a:lnTo>
                  <a:pt x="274" y="803"/>
                </a:lnTo>
                <a:lnTo>
                  <a:pt x="273" y="803"/>
                </a:lnTo>
                <a:lnTo>
                  <a:pt x="272" y="802"/>
                </a:lnTo>
                <a:lnTo>
                  <a:pt x="270" y="802"/>
                </a:lnTo>
                <a:lnTo>
                  <a:pt x="268" y="802"/>
                </a:lnTo>
                <a:lnTo>
                  <a:pt x="268" y="803"/>
                </a:lnTo>
                <a:lnTo>
                  <a:pt x="267" y="803"/>
                </a:lnTo>
                <a:lnTo>
                  <a:pt x="265" y="802"/>
                </a:lnTo>
                <a:lnTo>
                  <a:pt x="264" y="801"/>
                </a:lnTo>
                <a:lnTo>
                  <a:pt x="263" y="801"/>
                </a:lnTo>
                <a:lnTo>
                  <a:pt x="263" y="800"/>
                </a:lnTo>
                <a:lnTo>
                  <a:pt x="261" y="800"/>
                </a:lnTo>
                <a:lnTo>
                  <a:pt x="260" y="800"/>
                </a:lnTo>
                <a:lnTo>
                  <a:pt x="260" y="801"/>
                </a:lnTo>
                <a:lnTo>
                  <a:pt x="260" y="802"/>
                </a:lnTo>
                <a:lnTo>
                  <a:pt x="259" y="802"/>
                </a:lnTo>
                <a:lnTo>
                  <a:pt x="258" y="802"/>
                </a:lnTo>
                <a:lnTo>
                  <a:pt x="257" y="801"/>
                </a:lnTo>
                <a:lnTo>
                  <a:pt x="257" y="803"/>
                </a:lnTo>
                <a:lnTo>
                  <a:pt x="257" y="804"/>
                </a:lnTo>
                <a:lnTo>
                  <a:pt x="257" y="805"/>
                </a:lnTo>
                <a:lnTo>
                  <a:pt x="257" y="806"/>
                </a:lnTo>
                <a:lnTo>
                  <a:pt x="256" y="807"/>
                </a:lnTo>
                <a:lnTo>
                  <a:pt x="255" y="808"/>
                </a:lnTo>
                <a:lnTo>
                  <a:pt x="255" y="809"/>
                </a:lnTo>
                <a:lnTo>
                  <a:pt x="255" y="810"/>
                </a:lnTo>
                <a:lnTo>
                  <a:pt x="254" y="812"/>
                </a:lnTo>
                <a:lnTo>
                  <a:pt x="253" y="812"/>
                </a:lnTo>
                <a:lnTo>
                  <a:pt x="252" y="812"/>
                </a:lnTo>
                <a:lnTo>
                  <a:pt x="252" y="811"/>
                </a:lnTo>
                <a:lnTo>
                  <a:pt x="252" y="808"/>
                </a:lnTo>
                <a:lnTo>
                  <a:pt x="251" y="807"/>
                </a:lnTo>
                <a:lnTo>
                  <a:pt x="251" y="806"/>
                </a:lnTo>
                <a:lnTo>
                  <a:pt x="252" y="806"/>
                </a:lnTo>
                <a:lnTo>
                  <a:pt x="252" y="805"/>
                </a:lnTo>
                <a:lnTo>
                  <a:pt x="252" y="804"/>
                </a:lnTo>
                <a:lnTo>
                  <a:pt x="252" y="802"/>
                </a:lnTo>
                <a:lnTo>
                  <a:pt x="251" y="802"/>
                </a:lnTo>
                <a:lnTo>
                  <a:pt x="250" y="801"/>
                </a:lnTo>
                <a:lnTo>
                  <a:pt x="250" y="799"/>
                </a:lnTo>
                <a:lnTo>
                  <a:pt x="250" y="798"/>
                </a:lnTo>
                <a:lnTo>
                  <a:pt x="250" y="797"/>
                </a:lnTo>
                <a:lnTo>
                  <a:pt x="249" y="796"/>
                </a:lnTo>
                <a:lnTo>
                  <a:pt x="249" y="795"/>
                </a:lnTo>
                <a:lnTo>
                  <a:pt x="249" y="794"/>
                </a:lnTo>
                <a:lnTo>
                  <a:pt x="248" y="795"/>
                </a:lnTo>
                <a:lnTo>
                  <a:pt x="248" y="796"/>
                </a:lnTo>
                <a:lnTo>
                  <a:pt x="247" y="796"/>
                </a:lnTo>
                <a:lnTo>
                  <a:pt x="246" y="797"/>
                </a:lnTo>
                <a:lnTo>
                  <a:pt x="245" y="795"/>
                </a:lnTo>
                <a:lnTo>
                  <a:pt x="244" y="795"/>
                </a:lnTo>
                <a:lnTo>
                  <a:pt x="244" y="794"/>
                </a:lnTo>
                <a:lnTo>
                  <a:pt x="243" y="793"/>
                </a:lnTo>
                <a:lnTo>
                  <a:pt x="242" y="792"/>
                </a:lnTo>
                <a:lnTo>
                  <a:pt x="243" y="792"/>
                </a:lnTo>
                <a:lnTo>
                  <a:pt x="244" y="792"/>
                </a:lnTo>
                <a:lnTo>
                  <a:pt x="244" y="791"/>
                </a:lnTo>
                <a:lnTo>
                  <a:pt x="243" y="790"/>
                </a:lnTo>
                <a:lnTo>
                  <a:pt x="242" y="789"/>
                </a:lnTo>
                <a:lnTo>
                  <a:pt x="241" y="789"/>
                </a:lnTo>
                <a:lnTo>
                  <a:pt x="240" y="789"/>
                </a:lnTo>
                <a:lnTo>
                  <a:pt x="239" y="789"/>
                </a:lnTo>
                <a:lnTo>
                  <a:pt x="239" y="788"/>
                </a:lnTo>
                <a:lnTo>
                  <a:pt x="239" y="787"/>
                </a:lnTo>
                <a:lnTo>
                  <a:pt x="238" y="788"/>
                </a:lnTo>
                <a:lnTo>
                  <a:pt x="237" y="787"/>
                </a:lnTo>
                <a:lnTo>
                  <a:pt x="237" y="786"/>
                </a:lnTo>
                <a:lnTo>
                  <a:pt x="238" y="786"/>
                </a:lnTo>
                <a:lnTo>
                  <a:pt x="239" y="786"/>
                </a:lnTo>
                <a:lnTo>
                  <a:pt x="240" y="783"/>
                </a:lnTo>
                <a:lnTo>
                  <a:pt x="239" y="783"/>
                </a:lnTo>
                <a:lnTo>
                  <a:pt x="238" y="784"/>
                </a:lnTo>
                <a:lnTo>
                  <a:pt x="238" y="785"/>
                </a:lnTo>
                <a:lnTo>
                  <a:pt x="237" y="785"/>
                </a:lnTo>
                <a:lnTo>
                  <a:pt x="237" y="784"/>
                </a:lnTo>
                <a:lnTo>
                  <a:pt x="237" y="783"/>
                </a:lnTo>
                <a:lnTo>
                  <a:pt x="236" y="783"/>
                </a:lnTo>
                <a:lnTo>
                  <a:pt x="236" y="782"/>
                </a:lnTo>
                <a:lnTo>
                  <a:pt x="235" y="782"/>
                </a:lnTo>
                <a:lnTo>
                  <a:pt x="235" y="781"/>
                </a:lnTo>
                <a:lnTo>
                  <a:pt x="234" y="781"/>
                </a:lnTo>
                <a:lnTo>
                  <a:pt x="234" y="782"/>
                </a:lnTo>
                <a:lnTo>
                  <a:pt x="234" y="781"/>
                </a:lnTo>
                <a:lnTo>
                  <a:pt x="233" y="780"/>
                </a:lnTo>
                <a:lnTo>
                  <a:pt x="232" y="780"/>
                </a:lnTo>
                <a:lnTo>
                  <a:pt x="232" y="779"/>
                </a:lnTo>
                <a:lnTo>
                  <a:pt x="232" y="778"/>
                </a:lnTo>
                <a:lnTo>
                  <a:pt x="233" y="777"/>
                </a:lnTo>
                <a:lnTo>
                  <a:pt x="233" y="776"/>
                </a:lnTo>
                <a:lnTo>
                  <a:pt x="233" y="775"/>
                </a:lnTo>
                <a:lnTo>
                  <a:pt x="233" y="774"/>
                </a:lnTo>
                <a:lnTo>
                  <a:pt x="233" y="773"/>
                </a:lnTo>
                <a:lnTo>
                  <a:pt x="232" y="773"/>
                </a:lnTo>
                <a:lnTo>
                  <a:pt x="232" y="774"/>
                </a:lnTo>
                <a:lnTo>
                  <a:pt x="231" y="774"/>
                </a:lnTo>
                <a:lnTo>
                  <a:pt x="231" y="773"/>
                </a:lnTo>
                <a:lnTo>
                  <a:pt x="231" y="772"/>
                </a:lnTo>
                <a:lnTo>
                  <a:pt x="230" y="772"/>
                </a:lnTo>
                <a:lnTo>
                  <a:pt x="228" y="772"/>
                </a:lnTo>
                <a:lnTo>
                  <a:pt x="228" y="769"/>
                </a:lnTo>
                <a:lnTo>
                  <a:pt x="228" y="768"/>
                </a:lnTo>
                <a:lnTo>
                  <a:pt x="229" y="768"/>
                </a:lnTo>
                <a:lnTo>
                  <a:pt x="230" y="768"/>
                </a:lnTo>
                <a:lnTo>
                  <a:pt x="231" y="767"/>
                </a:lnTo>
                <a:lnTo>
                  <a:pt x="231" y="766"/>
                </a:lnTo>
                <a:lnTo>
                  <a:pt x="232" y="766"/>
                </a:lnTo>
                <a:lnTo>
                  <a:pt x="232" y="764"/>
                </a:lnTo>
                <a:lnTo>
                  <a:pt x="233" y="763"/>
                </a:lnTo>
                <a:lnTo>
                  <a:pt x="234" y="764"/>
                </a:lnTo>
                <a:lnTo>
                  <a:pt x="234" y="766"/>
                </a:lnTo>
                <a:lnTo>
                  <a:pt x="234" y="768"/>
                </a:lnTo>
                <a:lnTo>
                  <a:pt x="234" y="769"/>
                </a:lnTo>
                <a:lnTo>
                  <a:pt x="235" y="769"/>
                </a:lnTo>
                <a:lnTo>
                  <a:pt x="236" y="769"/>
                </a:lnTo>
                <a:lnTo>
                  <a:pt x="237" y="768"/>
                </a:lnTo>
                <a:lnTo>
                  <a:pt x="237" y="767"/>
                </a:lnTo>
                <a:lnTo>
                  <a:pt x="238" y="766"/>
                </a:lnTo>
                <a:lnTo>
                  <a:pt x="239" y="765"/>
                </a:lnTo>
                <a:lnTo>
                  <a:pt x="239" y="764"/>
                </a:lnTo>
                <a:lnTo>
                  <a:pt x="239" y="763"/>
                </a:lnTo>
                <a:lnTo>
                  <a:pt x="239" y="762"/>
                </a:lnTo>
                <a:lnTo>
                  <a:pt x="238" y="762"/>
                </a:lnTo>
                <a:lnTo>
                  <a:pt x="237" y="762"/>
                </a:lnTo>
                <a:lnTo>
                  <a:pt x="236" y="763"/>
                </a:lnTo>
                <a:lnTo>
                  <a:pt x="236" y="764"/>
                </a:lnTo>
                <a:lnTo>
                  <a:pt x="235" y="763"/>
                </a:lnTo>
                <a:lnTo>
                  <a:pt x="234" y="763"/>
                </a:lnTo>
                <a:lnTo>
                  <a:pt x="234" y="762"/>
                </a:lnTo>
                <a:lnTo>
                  <a:pt x="232" y="760"/>
                </a:lnTo>
                <a:lnTo>
                  <a:pt x="231" y="760"/>
                </a:lnTo>
                <a:lnTo>
                  <a:pt x="231" y="761"/>
                </a:lnTo>
                <a:lnTo>
                  <a:pt x="230" y="762"/>
                </a:lnTo>
                <a:lnTo>
                  <a:pt x="229" y="762"/>
                </a:lnTo>
                <a:lnTo>
                  <a:pt x="229" y="761"/>
                </a:lnTo>
                <a:lnTo>
                  <a:pt x="228" y="761"/>
                </a:lnTo>
                <a:lnTo>
                  <a:pt x="228" y="760"/>
                </a:lnTo>
                <a:lnTo>
                  <a:pt x="228" y="759"/>
                </a:lnTo>
                <a:lnTo>
                  <a:pt x="227" y="759"/>
                </a:lnTo>
                <a:lnTo>
                  <a:pt x="226" y="759"/>
                </a:lnTo>
                <a:lnTo>
                  <a:pt x="226" y="760"/>
                </a:lnTo>
                <a:lnTo>
                  <a:pt x="227" y="760"/>
                </a:lnTo>
                <a:lnTo>
                  <a:pt x="227" y="761"/>
                </a:lnTo>
                <a:lnTo>
                  <a:pt x="226" y="761"/>
                </a:lnTo>
                <a:lnTo>
                  <a:pt x="225" y="761"/>
                </a:lnTo>
                <a:lnTo>
                  <a:pt x="225" y="760"/>
                </a:lnTo>
                <a:lnTo>
                  <a:pt x="225" y="759"/>
                </a:lnTo>
                <a:lnTo>
                  <a:pt x="224" y="758"/>
                </a:lnTo>
                <a:lnTo>
                  <a:pt x="221" y="760"/>
                </a:lnTo>
                <a:lnTo>
                  <a:pt x="220" y="761"/>
                </a:lnTo>
                <a:lnTo>
                  <a:pt x="219" y="761"/>
                </a:lnTo>
                <a:lnTo>
                  <a:pt x="219" y="762"/>
                </a:lnTo>
                <a:lnTo>
                  <a:pt x="218" y="762"/>
                </a:lnTo>
                <a:lnTo>
                  <a:pt x="217" y="763"/>
                </a:lnTo>
                <a:lnTo>
                  <a:pt x="216" y="763"/>
                </a:lnTo>
                <a:lnTo>
                  <a:pt x="215" y="763"/>
                </a:lnTo>
                <a:lnTo>
                  <a:pt x="214" y="764"/>
                </a:lnTo>
                <a:lnTo>
                  <a:pt x="212" y="764"/>
                </a:lnTo>
                <a:lnTo>
                  <a:pt x="212" y="765"/>
                </a:lnTo>
                <a:lnTo>
                  <a:pt x="211" y="765"/>
                </a:lnTo>
                <a:lnTo>
                  <a:pt x="210" y="766"/>
                </a:lnTo>
                <a:lnTo>
                  <a:pt x="209" y="767"/>
                </a:lnTo>
                <a:lnTo>
                  <a:pt x="209" y="768"/>
                </a:lnTo>
                <a:lnTo>
                  <a:pt x="210" y="769"/>
                </a:lnTo>
                <a:lnTo>
                  <a:pt x="209" y="770"/>
                </a:lnTo>
                <a:lnTo>
                  <a:pt x="208" y="771"/>
                </a:lnTo>
                <a:lnTo>
                  <a:pt x="207" y="771"/>
                </a:lnTo>
                <a:lnTo>
                  <a:pt x="207" y="770"/>
                </a:lnTo>
                <a:lnTo>
                  <a:pt x="206" y="769"/>
                </a:lnTo>
                <a:lnTo>
                  <a:pt x="208" y="767"/>
                </a:lnTo>
                <a:lnTo>
                  <a:pt x="208" y="766"/>
                </a:lnTo>
                <a:lnTo>
                  <a:pt x="208" y="765"/>
                </a:lnTo>
                <a:lnTo>
                  <a:pt x="207" y="764"/>
                </a:lnTo>
                <a:lnTo>
                  <a:pt x="206" y="764"/>
                </a:lnTo>
                <a:lnTo>
                  <a:pt x="205" y="763"/>
                </a:lnTo>
                <a:lnTo>
                  <a:pt x="204" y="763"/>
                </a:lnTo>
                <a:lnTo>
                  <a:pt x="204" y="764"/>
                </a:lnTo>
                <a:lnTo>
                  <a:pt x="203" y="764"/>
                </a:lnTo>
                <a:lnTo>
                  <a:pt x="202" y="764"/>
                </a:lnTo>
                <a:lnTo>
                  <a:pt x="202" y="763"/>
                </a:lnTo>
                <a:lnTo>
                  <a:pt x="200" y="764"/>
                </a:lnTo>
                <a:lnTo>
                  <a:pt x="199" y="765"/>
                </a:lnTo>
                <a:lnTo>
                  <a:pt x="198" y="765"/>
                </a:lnTo>
                <a:lnTo>
                  <a:pt x="196" y="765"/>
                </a:lnTo>
                <a:lnTo>
                  <a:pt x="196" y="764"/>
                </a:lnTo>
                <a:lnTo>
                  <a:pt x="195" y="764"/>
                </a:lnTo>
                <a:lnTo>
                  <a:pt x="194" y="764"/>
                </a:lnTo>
                <a:lnTo>
                  <a:pt x="194" y="763"/>
                </a:lnTo>
                <a:lnTo>
                  <a:pt x="193" y="762"/>
                </a:lnTo>
                <a:lnTo>
                  <a:pt x="193" y="761"/>
                </a:lnTo>
                <a:lnTo>
                  <a:pt x="193" y="760"/>
                </a:lnTo>
                <a:lnTo>
                  <a:pt x="192" y="759"/>
                </a:lnTo>
                <a:lnTo>
                  <a:pt x="191" y="759"/>
                </a:lnTo>
                <a:lnTo>
                  <a:pt x="190" y="759"/>
                </a:lnTo>
                <a:lnTo>
                  <a:pt x="189" y="759"/>
                </a:lnTo>
                <a:lnTo>
                  <a:pt x="189" y="758"/>
                </a:lnTo>
                <a:lnTo>
                  <a:pt x="189" y="757"/>
                </a:lnTo>
                <a:lnTo>
                  <a:pt x="190" y="755"/>
                </a:lnTo>
                <a:lnTo>
                  <a:pt x="189" y="754"/>
                </a:lnTo>
                <a:lnTo>
                  <a:pt x="188" y="753"/>
                </a:lnTo>
                <a:lnTo>
                  <a:pt x="188" y="752"/>
                </a:lnTo>
                <a:lnTo>
                  <a:pt x="187" y="753"/>
                </a:lnTo>
                <a:lnTo>
                  <a:pt x="187" y="752"/>
                </a:lnTo>
                <a:lnTo>
                  <a:pt x="186" y="751"/>
                </a:lnTo>
                <a:lnTo>
                  <a:pt x="185" y="750"/>
                </a:lnTo>
                <a:lnTo>
                  <a:pt x="185" y="746"/>
                </a:lnTo>
                <a:lnTo>
                  <a:pt x="185" y="745"/>
                </a:lnTo>
                <a:lnTo>
                  <a:pt x="185" y="744"/>
                </a:lnTo>
                <a:lnTo>
                  <a:pt x="184" y="745"/>
                </a:lnTo>
                <a:lnTo>
                  <a:pt x="183" y="746"/>
                </a:lnTo>
                <a:lnTo>
                  <a:pt x="183" y="745"/>
                </a:lnTo>
                <a:lnTo>
                  <a:pt x="183" y="744"/>
                </a:lnTo>
                <a:lnTo>
                  <a:pt x="183" y="743"/>
                </a:lnTo>
                <a:lnTo>
                  <a:pt x="182" y="744"/>
                </a:lnTo>
                <a:lnTo>
                  <a:pt x="181" y="745"/>
                </a:lnTo>
                <a:lnTo>
                  <a:pt x="180" y="746"/>
                </a:lnTo>
                <a:lnTo>
                  <a:pt x="179" y="746"/>
                </a:lnTo>
                <a:lnTo>
                  <a:pt x="179" y="747"/>
                </a:lnTo>
                <a:lnTo>
                  <a:pt x="179" y="748"/>
                </a:lnTo>
                <a:lnTo>
                  <a:pt x="179" y="749"/>
                </a:lnTo>
                <a:lnTo>
                  <a:pt x="178" y="750"/>
                </a:lnTo>
                <a:lnTo>
                  <a:pt x="177" y="749"/>
                </a:lnTo>
                <a:lnTo>
                  <a:pt x="176" y="747"/>
                </a:lnTo>
                <a:lnTo>
                  <a:pt x="177" y="746"/>
                </a:lnTo>
                <a:lnTo>
                  <a:pt x="177" y="743"/>
                </a:lnTo>
                <a:lnTo>
                  <a:pt x="177" y="741"/>
                </a:lnTo>
                <a:lnTo>
                  <a:pt x="176" y="740"/>
                </a:lnTo>
                <a:lnTo>
                  <a:pt x="176" y="739"/>
                </a:lnTo>
                <a:lnTo>
                  <a:pt x="177" y="738"/>
                </a:lnTo>
                <a:lnTo>
                  <a:pt x="178" y="737"/>
                </a:lnTo>
                <a:lnTo>
                  <a:pt x="178" y="738"/>
                </a:lnTo>
                <a:lnTo>
                  <a:pt x="179" y="738"/>
                </a:lnTo>
                <a:lnTo>
                  <a:pt x="179" y="739"/>
                </a:lnTo>
                <a:lnTo>
                  <a:pt x="180" y="739"/>
                </a:lnTo>
                <a:lnTo>
                  <a:pt x="180" y="738"/>
                </a:lnTo>
                <a:lnTo>
                  <a:pt x="180" y="737"/>
                </a:lnTo>
                <a:lnTo>
                  <a:pt x="180" y="736"/>
                </a:lnTo>
                <a:lnTo>
                  <a:pt x="179" y="735"/>
                </a:lnTo>
                <a:lnTo>
                  <a:pt x="178" y="734"/>
                </a:lnTo>
                <a:lnTo>
                  <a:pt x="177" y="734"/>
                </a:lnTo>
                <a:lnTo>
                  <a:pt x="177" y="733"/>
                </a:lnTo>
                <a:lnTo>
                  <a:pt x="176" y="733"/>
                </a:lnTo>
                <a:lnTo>
                  <a:pt x="176" y="734"/>
                </a:lnTo>
                <a:lnTo>
                  <a:pt x="175" y="734"/>
                </a:lnTo>
                <a:lnTo>
                  <a:pt x="175" y="733"/>
                </a:lnTo>
                <a:lnTo>
                  <a:pt x="174" y="733"/>
                </a:lnTo>
                <a:lnTo>
                  <a:pt x="173" y="732"/>
                </a:lnTo>
                <a:lnTo>
                  <a:pt x="173" y="733"/>
                </a:lnTo>
                <a:lnTo>
                  <a:pt x="172" y="733"/>
                </a:lnTo>
                <a:lnTo>
                  <a:pt x="171" y="732"/>
                </a:lnTo>
                <a:lnTo>
                  <a:pt x="170" y="731"/>
                </a:lnTo>
                <a:lnTo>
                  <a:pt x="169" y="730"/>
                </a:lnTo>
                <a:lnTo>
                  <a:pt x="169" y="729"/>
                </a:lnTo>
                <a:lnTo>
                  <a:pt x="168" y="727"/>
                </a:lnTo>
                <a:lnTo>
                  <a:pt x="168" y="726"/>
                </a:lnTo>
                <a:lnTo>
                  <a:pt x="170" y="725"/>
                </a:lnTo>
                <a:lnTo>
                  <a:pt x="170" y="724"/>
                </a:lnTo>
                <a:lnTo>
                  <a:pt x="170" y="722"/>
                </a:lnTo>
                <a:lnTo>
                  <a:pt x="169" y="722"/>
                </a:lnTo>
                <a:lnTo>
                  <a:pt x="169" y="721"/>
                </a:lnTo>
                <a:lnTo>
                  <a:pt x="168" y="719"/>
                </a:lnTo>
                <a:lnTo>
                  <a:pt x="169" y="717"/>
                </a:lnTo>
                <a:lnTo>
                  <a:pt x="169" y="716"/>
                </a:lnTo>
                <a:lnTo>
                  <a:pt x="169" y="715"/>
                </a:lnTo>
                <a:lnTo>
                  <a:pt x="169" y="714"/>
                </a:lnTo>
                <a:lnTo>
                  <a:pt x="169" y="713"/>
                </a:lnTo>
                <a:lnTo>
                  <a:pt x="170" y="711"/>
                </a:lnTo>
                <a:lnTo>
                  <a:pt x="170" y="710"/>
                </a:lnTo>
                <a:lnTo>
                  <a:pt x="170" y="709"/>
                </a:lnTo>
                <a:lnTo>
                  <a:pt x="170" y="708"/>
                </a:lnTo>
                <a:lnTo>
                  <a:pt x="169" y="708"/>
                </a:lnTo>
                <a:lnTo>
                  <a:pt x="169" y="707"/>
                </a:lnTo>
                <a:lnTo>
                  <a:pt x="170" y="707"/>
                </a:lnTo>
                <a:lnTo>
                  <a:pt x="170" y="706"/>
                </a:lnTo>
                <a:lnTo>
                  <a:pt x="170" y="703"/>
                </a:lnTo>
                <a:lnTo>
                  <a:pt x="171" y="701"/>
                </a:lnTo>
                <a:lnTo>
                  <a:pt x="171" y="700"/>
                </a:lnTo>
                <a:lnTo>
                  <a:pt x="172" y="700"/>
                </a:lnTo>
                <a:lnTo>
                  <a:pt x="175" y="700"/>
                </a:lnTo>
                <a:lnTo>
                  <a:pt x="174" y="699"/>
                </a:lnTo>
                <a:lnTo>
                  <a:pt x="174" y="698"/>
                </a:lnTo>
                <a:lnTo>
                  <a:pt x="174" y="697"/>
                </a:lnTo>
                <a:lnTo>
                  <a:pt x="176" y="694"/>
                </a:lnTo>
                <a:lnTo>
                  <a:pt x="177" y="694"/>
                </a:lnTo>
                <a:lnTo>
                  <a:pt x="179" y="694"/>
                </a:lnTo>
                <a:lnTo>
                  <a:pt x="179" y="693"/>
                </a:lnTo>
                <a:lnTo>
                  <a:pt x="179" y="692"/>
                </a:lnTo>
                <a:lnTo>
                  <a:pt x="179" y="691"/>
                </a:lnTo>
                <a:lnTo>
                  <a:pt x="180" y="690"/>
                </a:lnTo>
                <a:lnTo>
                  <a:pt x="180" y="691"/>
                </a:lnTo>
                <a:lnTo>
                  <a:pt x="181" y="691"/>
                </a:lnTo>
                <a:lnTo>
                  <a:pt x="185" y="686"/>
                </a:lnTo>
                <a:lnTo>
                  <a:pt x="185" y="685"/>
                </a:lnTo>
                <a:lnTo>
                  <a:pt x="188" y="685"/>
                </a:lnTo>
                <a:lnTo>
                  <a:pt x="190" y="685"/>
                </a:lnTo>
                <a:lnTo>
                  <a:pt x="191" y="685"/>
                </a:lnTo>
                <a:lnTo>
                  <a:pt x="191" y="686"/>
                </a:lnTo>
                <a:lnTo>
                  <a:pt x="192" y="686"/>
                </a:lnTo>
                <a:lnTo>
                  <a:pt x="193" y="686"/>
                </a:lnTo>
                <a:lnTo>
                  <a:pt x="194" y="686"/>
                </a:lnTo>
                <a:lnTo>
                  <a:pt x="195" y="686"/>
                </a:lnTo>
                <a:lnTo>
                  <a:pt x="196" y="684"/>
                </a:lnTo>
                <a:lnTo>
                  <a:pt x="196" y="682"/>
                </a:lnTo>
                <a:lnTo>
                  <a:pt x="198" y="678"/>
                </a:lnTo>
                <a:lnTo>
                  <a:pt x="198" y="677"/>
                </a:lnTo>
                <a:lnTo>
                  <a:pt x="199" y="676"/>
                </a:lnTo>
                <a:lnTo>
                  <a:pt x="198" y="675"/>
                </a:lnTo>
                <a:lnTo>
                  <a:pt x="197" y="674"/>
                </a:lnTo>
                <a:lnTo>
                  <a:pt x="196" y="674"/>
                </a:lnTo>
                <a:lnTo>
                  <a:pt x="196" y="673"/>
                </a:lnTo>
                <a:lnTo>
                  <a:pt x="195" y="670"/>
                </a:lnTo>
                <a:lnTo>
                  <a:pt x="194" y="669"/>
                </a:lnTo>
                <a:lnTo>
                  <a:pt x="194" y="667"/>
                </a:lnTo>
                <a:lnTo>
                  <a:pt x="193" y="664"/>
                </a:lnTo>
                <a:lnTo>
                  <a:pt x="193" y="663"/>
                </a:lnTo>
                <a:lnTo>
                  <a:pt x="192" y="662"/>
                </a:lnTo>
                <a:lnTo>
                  <a:pt x="191" y="661"/>
                </a:lnTo>
                <a:lnTo>
                  <a:pt x="190" y="661"/>
                </a:lnTo>
                <a:lnTo>
                  <a:pt x="189" y="658"/>
                </a:lnTo>
                <a:lnTo>
                  <a:pt x="189" y="657"/>
                </a:lnTo>
                <a:lnTo>
                  <a:pt x="190" y="656"/>
                </a:lnTo>
                <a:lnTo>
                  <a:pt x="191" y="655"/>
                </a:lnTo>
                <a:lnTo>
                  <a:pt x="191" y="654"/>
                </a:lnTo>
                <a:lnTo>
                  <a:pt x="190" y="653"/>
                </a:lnTo>
                <a:lnTo>
                  <a:pt x="190" y="652"/>
                </a:lnTo>
                <a:lnTo>
                  <a:pt x="190" y="651"/>
                </a:lnTo>
                <a:lnTo>
                  <a:pt x="191" y="650"/>
                </a:lnTo>
                <a:lnTo>
                  <a:pt x="192" y="650"/>
                </a:lnTo>
                <a:lnTo>
                  <a:pt x="192" y="649"/>
                </a:lnTo>
                <a:lnTo>
                  <a:pt x="192" y="647"/>
                </a:lnTo>
                <a:lnTo>
                  <a:pt x="193" y="646"/>
                </a:lnTo>
                <a:lnTo>
                  <a:pt x="192" y="645"/>
                </a:lnTo>
                <a:lnTo>
                  <a:pt x="191" y="644"/>
                </a:lnTo>
                <a:lnTo>
                  <a:pt x="191" y="643"/>
                </a:lnTo>
                <a:lnTo>
                  <a:pt x="190" y="643"/>
                </a:lnTo>
                <a:lnTo>
                  <a:pt x="189" y="641"/>
                </a:lnTo>
                <a:lnTo>
                  <a:pt x="189" y="640"/>
                </a:lnTo>
                <a:lnTo>
                  <a:pt x="187" y="639"/>
                </a:lnTo>
                <a:lnTo>
                  <a:pt x="186" y="639"/>
                </a:lnTo>
                <a:lnTo>
                  <a:pt x="184" y="638"/>
                </a:lnTo>
                <a:lnTo>
                  <a:pt x="184" y="636"/>
                </a:lnTo>
                <a:lnTo>
                  <a:pt x="183" y="636"/>
                </a:lnTo>
                <a:lnTo>
                  <a:pt x="183" y="635"/>
                </a:lnTo>
                <a:lnTo>
                  <a:pt x="182" y="635"/>
                </a:lnTo>
                <a:lnTo>
                  <a:pt x="182" y="634"/>
                </a:lnTo>
                <a:lnTo>
                  <a:pt x="182" y="633"/>
                </a:lnTo>
                <a:lnTo>
                  <a:pt x="181" y="633"/>
                </a:lnTo>
                <a:lnTo>
                  <a:pt x="181" y="632"/>
                </a:lnTo>
                <a:lnTo>
                  <a:pt x="180" y="631"/>
                </a:lnTo>
                <a:lnTo>
                  <a:pt x="180" y="630"/>
                </a:lnTo>
                <a:lnTo>
                  <a:pt x="181" y="630"/>
                </a:lnTo>
                <a:lnTo>
                  <a:pt x="182" y="630"/>
                </a:lnTo>
                <a:lnTo>
                  <a:pt x="183" y="630"/>
                </a:lnTo>
                <a:lnTo>
                  <a:pt x="183" y="628"/>
                </a:lnTo>
                <a:lnTo>
                  <a:pt x="182" y="627"/>
                </a:lnTo>
                <a:lnTo>
                  <a:pt x="181" y="627"/>
                </a:lnTo>
                <a:lnTo>
                  <a:pt x="180" y="627"/>
                </a:lnTo>
                <a:lnTo>
                  <a:pt x="180" y="626"/>
                </a:lnTo>
                <a:lnTo>
                  <a:pt x="179" y="622"/>
                </a:lnTo>
                <a:lnTo>
                  <a:pt x="179" y="620"/>
                </a:lnTo>
                <a:lnTo>
                  <a:pt x="179" y="619"/>
                </a:lnTo>
                <a:lnTo>
                  <a:pt x="180" y="619"/>
                </a:lnTo>
                <a:lnTo>
                  <a:pt x="180" y="618"/>
                </a:lnTo>
                <a:lnTo>
                  <a:pt x="180" y="617"/>
                </a:lnTo>
                <a:lnTo>
                  <a:pt x="178" y="616"/>
                </a:lnTo>
                <a:lnTo>
                  <a:pt x="177" y="615"/>
                </a:lnTo>
                <a:lnTo>
                  <a:pt x="176" y="616"/>
                </a:lnTo>
                <a:lnTo>
                  <a:pt x="175" y="616"/>
                </a:lnTo>
                <a:lnTo>
                  <a:pt x="175" y="617"/>
                </a:lnTo>
                <a:lnTo>
                  <a:pt x="174" y="617"/>
                </a:lnTo>
                <a:lnTo>
                  <a:pt x="174" y="616"/>
                </a:lnTo>
                <a:lnTo>
                  <a:pt x="174" y="615"/>
                </a:lnTo>
                <a:lnTo>
                  <a:pt x="174" y="614"/>
                </a:lnTo>
                <a:lnTo>
                  <a:pt x="175" y="612"/>
                </a:lnTo>
                <a:lnTo>
                  <a:pt x="175" y="611"/>
                </a:lnTo>
                <a:lnTo>
                  <a:pt x="175" y="607"/>
                </a:lnTo>
                <a:lnTo>
                  <a:pt x="175" y="606"/>
                </a:lnTo>
                <a:lnTo>
                  <a:pt x="174" y="605"/>
                </a:lnTo>
                <a:lnTo>
                  <a:pt x="174" y="604"/>
                </a:lnTo>
                <a:lnTo>
                  <a:pt x="173" y="603"/>
                </a:lnTo>
                <a:lnTo>
                  <a:pt x="171" y="600"/>
                </a:lnTo>
                <a:lnTo>
                  <a:pt x="170" y="599"/>
                </a:lnTo>
                <a:lnTo>
                  <a:pt x="168" y="598"/>
                </a:lnTo>
                <a:lnTo>
                  <a:pt x="167" y="596"/>
                </a:lnTo>
                <a:lnTo>
                  <a:pt x="166" y="596"/>
                </a:lnTo>
                <a:lnTo>
                  <a:pt x="165" y="597"/>
                </a:lnTo>
                <a:lnTo>
                  <a:pt x="163" y="598"/>
                </a:lnTo>
                <a:lnTo>
                  <a:pt x="161" y="598"/>
                </a:lnTo>
                <a:lnTo>
                  <a:pt x="158" y="597"/>
                </a:lnTo>
                <a:lnTo>
                  <a:pt x="158" y="596"/>
                </a:lnTo>
                <a:lnTo>
                  <a:pt x="155" y="593"/>
                </a:lnTo>
                <a:lnTo>
                  <a:pt x="156" y="592"/>
                </a:lnTo>
                <a:lnTo>
                  <a:pt x="158" y="591"/>
                </a:lnTo>
                <a:lnTo>
                  <a:pt x="159" y="590"/>
                </a:lnTo>
                <a:lnTo>
                  <a:pt x="160" y="590"/>
                </a:lnTo>
                <a:lnTo>
                  <a:pt x="159" y="587"/>
                </a:lnTo>
                <a:lnTo>
                  <a:pt x="159" y="586"/>
                </a:lnTo>
                <a:lnTo>
                  <a:pt x="158" y="585"/>
                </a:lnTo>
                <a:lnTo>
                  <a:pt x="158" y="584"/>
                </a:lnTo>
                <a:lnTo>
                  <a:pt x="159" y="584"/>
                </a:lnTo>
                <a:lnTo>
                  <a:pt x="159" y="583"/>
                </a:lnTo>
                <a:lnTo>
                  <a:pt x="157" y="582"/>
                </a:lnTo>
                <a:lnTo>
                  <a:pt x="156" y="582"/>
                </a:lnTo>
                <a:lnTo>
                  <a:pt x="154" y="580"/>
                </a:lnTo>
                <a:lnTo>
                  <a:pt x="154" y="579"/>
                </a:lnTo>
                <a:lnTo>
                  <a:pt x="154" y="578"/>
                </a:lnTo>
                <a:lnTo>
                  <a:pt x="154" y="577"/>
                </a:lnTo>
                <a:lnTo>
                  <a:pt x="152" y="576"/>
                </a:lnTo>
                <a:lnTo>
                  <a:pt x="151" y="576"/>
                </a:lnTo>
                <a:lnTo>
                  <a:pt x="151" y="575"/>
                </a:lnTo>
                <a:lnTo>
                  <a:pt x="151" y="572"/>
                </a:lnTo>
                <a:lnTo>
                  <a:pt x="151" y="571"/>
                </a:lnTo>
                <a:lnTo>
                  <a:pt x="152" y="570"/>
                </a:lnTo>
                <a:lnTo>
                  <a:pt x="152" y="569"/>
                </a:lnTo>
                <a:lnTo>
                  <a:pt x="151" y="568"/>
                </a:lnTo>
                <a:lnTo>
                  <a:pt x="150" y="567"/>
                </a:lnTo>
                <a:lnTo>
                  <a:pt x="149" y="566"/>
                </a:lnTo>
                <a:lnTo>
                  <a:pt x="148" y="566"/>
                </a:lnTo>
                <a:lnTo>
                  <a:pt x="148" y="563"/>
                </a:lnTo>
                <a:lnTo>
                  <a:pt x="148" y="561"/>
                </a:lnTo>
                <a:lnTo>
                  <a:pt x="148" y="560"/>
                </a:lnTo>
                <a:lnTo>
                  <a:pt x="149" y="559"/>
                </a:lnTo>
                <a:lnTo>
                  <a:pt x="150" y="556"/>
                </a:lnTo>
                <a:lnTo>
                  <a:pt x="150" y="555"/>
                </a:lnTo>
                <a:lnTo>
                  <a:pt x="152" y="555"/>
                </a:lnTo>
                <a:lnTo>
                  <a:pt x="153" y="555"/>
                </a:lnTo>
                <a:lnTo>
                  <a:pt x="154" y="555"/>
                </a:lnTo>
                <a:lnTo>
                  <a:pt x="154" y="554"/>
                </a:lnTo>
                <a:lnTo>
                  <a:pt x="154" y="553"/>
                </a:lnTo>
                <a:lnTo>
                  <a:pt x="157" y="553"/>
                </a:lnTo>
                <a:lnTo>
                  <a:pt x="158" y="553"/>
                </a:lnTo>
                <a:lnTo>
                  <a:pt x="159" y="553"/>
                </a:lnTo>
                <a:lnTo>
                  <a:pt x="159" y="552"/>
                </a:lnTo>
                <a:lnTo>
                  <a:pt x="159" y="551"/>
                </a:lnTo>
                <a:lnTo>
                  <a:pt x="160" y="551"/>
                </a:lnTo>
                <a:lnTo>
                  <a:pt x="162" y="551"/>
                </a:lnTo>
                <a:lnTo>
                  <a:pt x="164" y="552"/>
                </a:lnTo>
                <a:lnTo>
                  <a:pt x="164" y="553"/>
                </a:lnTo>
                <a:lnTo>
                  <a:pt x="165" y="553"/>
                </a:lnTo>
                <a:lnTo>
                  <a:pt x="166" y="553"/>
                </a:lnTo>
                <a:lnTo>
                  <a:pt x="167" y="553"/>
                </a:lnTo>
                <a:lnTo>
                  <a:pt x="167" y="552"/>
                </a:lnTo>
                <a:lnTo>
                  <a:pt x="168" y="552"/>
                </a:lnTo>
                <a:lnTo>
                  <a:pt x="168" y="551"/>
                </a:lnTo>
                <a:lnTo>
                  <a:pt x="168" y="550"/>
                </a:lnTo>
                <a:lnTo>
                  <a:pt x="169" y="549"/>
                </a:lnTo>
                <a:lnTo>
                  <a:pt x="170" y="548"/>
                </a:lnTo>
                <a:lnTo>
                  <a:pt x="170" y="547"/>
                </a:lnTo>
                <a:lnTo>
                  <a:pt x="169" y="546"/>
                </a:lnTo>
                <a:lnTo>
                  <a:pt x="169" y="544"/>
                </a:lnTo>
                <a:lnTo>
                  <a:pt x="169" y="543"/>
                </a:lnTo>
                <a:lnTo>
                  <a:pt x="169" y="541"/>
                </a:lnTo>
                <a:lnTo>
                  <a:pt x="169" y="540"/>
                </a:lnTo>
                <a:lnTo>
                  <a:pt x="169" y="539"/>
                </a:lnTo>
                <a:lnTo>
                  <a:pt x="168" y="539"/>
                </a:lnTo>
                <a:lnTo>
                  <a:pt x="168" y="540"/>
                </a:lnTo>
                <a:lnTo>
                  <a:pt x="166" y="539"/>
                </a:lnTo>
                <a:lnTo>
                  <a:pt x="164" y="537"/>
                </a:lnTo>
                <a:lnTo>
                  <a:pt x="164" y="536"/>
                </a:lnTo>
                <a:lnTo>
                  <a:pt x="163" y="535"/>
                </a:lnTo>
                <a:lnTo>
                  <a:pt x="162" y="534"/>
                </a:lnTo>
                <a:lnTo>
                  <a:pt x="162" y="533"/>
                </a:lnTo>
                <a:lnTo>
                  <a:pt x="163" y="533"/>
                </a:lnTo>
                <a:lnTo>
                  <a:pt x="163" y="532"/>
                </a:lnTo>
                <a:lnTo>
                  <a:pt x="160" y="530"/>
                </a:lnTo>
                <a:lnTo>
                  <a:pt x="160" y="529"/>
                </a:lnTo>
                <a:lnTo>
                  <a:pt x="160" y="527"/>
                </a:lnTo>
                <a:lnTo>
                  <a:pt x="160" y="526"/>
                </a:lnTo>
                <a:lnTo>
                  <a:pt x="159" y="526"/>
                </a:lnTo>
                <a:lnTo>
                  <a:pt x="157" y="524"/>
                </a:lnTo>
                <a:lnTo>
                  <a:pt x="156" y="523"/>
                </a:lnTo>
                <a:lnTo>
                  <a:pt x="155" y="522"/>
                </a:lnTo>
                <a:lnTo>
                  <a:pt x="155" y="521"/>
                </a:lnTo>
                <a:lnTo>
                  <a:pt x="154" y="521"/>
                </a:lnTo>
                <a:lnTo>
                  <a:pt x="153" y="521"/>
                </a:lnTo>
                <a:lnTo>
                  <a:pt x="152" y="523"/>
                </a:lnTo>
                <a:lnTo>
                  <a:pt x="151" y="522"/>
                </a:lnTo>
                <a:lnTo>
                  <a:pt x="150" y="521"/>
                </a:lnTo>
                <a:lnTo>
                  <a:pt x="148" y="520"/>
                </a:lnTo>
                <a:lnTo>
                  <a:pt x="147" y="521"/>
                </a:lnTo>
                <a:lnTo>
                  <a:pt x="146" y="521"/>
                </a:lnTo>
                <a:lnTo>
                  <a:pt x="146" y="522"/>
                </a:lnTo>
                <a:lnTo>
                  <a:pt x="146" y="523"/>
                </a:lnTo>
                <a:lnTo>
                  <a:pt x="145" y="522"/>
                </a:lnTo>
                <a:lnTo>
                  <a:pt x="144" y="522"/>
                </a:lnTo>
                <a:lnTo>
                  <a:pt x="145" y="520"/>
                </a:lnTo>
                <a:lnTo>
                  <a:pt x="145" y="519"/>
                </a:lnTo>
                <a:lnTo>
                  <a:pt x="145" y="518"/>
                </a:lnTo>
                <a:lnTo>
                  <a:pt x="144" y="517"/>
                </a:lnTo>
                <a:lnTo>
                  <a:pt x="144" y="514"/>
                </a:lnTo>
                <a:lnTo>
                  <a:pt x="145" y="514"/>
                </a:lnTo>
                <a:lnTo>
                  <a:pt x="145" y="513"/>
                </a:lnTo>
                <a:lnTo>
                  <a:pt x="145" y="511"/>
                </a:lnTo>
                <a:lnTo>
                  <a:pt x="144" y="511"/>
                </a:lnTo>
                <a:lnTo>
                  <a:pt x="144" y="510"/>
                </a:lnTo>
                <a:lnTo>
                  <a:pt x="144" y="508"/>
                </a:lnTo>
                <a:lnTo>
                  <a:pt x="143" y="507"/>
                </a:lnTo>
                <a:lnTo>
                  <a:pt x="142" y="506"/>
                </a:lnTo>
                <a:lnTo>
                  <a:pt x="142" y="504"/>
                </a:lnTo>
                <a:lnTo>
                  <a:pt x="142" y="503"/>
                </a:lnTo>
                <a:lnTo>
                  <a:pt x="142" y="502"/>
                </a:lnTo>
                <a:lnTo>
                  <a:pt x="142" y="500"/>
                </a:lnTo>
                <a:lnTo>
                  <a:pt x="141" y="500"/>
                </a:lnTo>
                <a:lnTo>
                  <a:pt x="140" y="500"/>
                </a:lnTo>
                <a:lnTo>
                  <a:pt x="138" y="500"/>
                </a:lnTo>
                <a:lnTo>
                  <a:pt x="136" y="500"/>
                </a:lnTo>
                <a:lnTo>
                  <a:pt x="133" y="499"/>
                </a:lnTo>
                <a:lnTo>
                  <a:pt x="132" y="499"/>
                </a:lnTo>
                <a:lnTo>
                  <a:pt x="127" y="497"/>
                </a:lnTo>
                <a:lnTo>
                  <a:pt x="125" y="495"/>
                </a:lnTo>
                <a:lnTo>
                  <a:pt x="124" y="495"/>
                </a:lnTo>
                <a:lnTo>
                  <a:pt x="123" y="495"/>
                </a:lnTo>
                <a:lnTo>
                  <a:pt x="122" y="496"/>
                </a:lnTo>
                <a:lnTo>
                  <a:pt x="122" y="497"/>
                </a:lnTo>
                <a:lnTo>
                  <a:pt x="122" y="498"/>
                </a:lnTo>
                <a:lnTo>
                  <a:pt x="121" y="498"/>
                </a:lnTo>
                <a:lnTo>
                  <a:pt x="120" y="498"/>
                </a:lnTo>
                <a:lnTo>
                  <a:pt x="120" y="497"/>
                </a:lnTo>
                <a:lnTo>
                  <a:pt x="119" y="497"/>
                </a:lnTo>
                <a:lnTo>
                  <a:pt x="117" y="496"/>
                </a:lnTo>
                <a:lnTo>
                  <a:pt x="117" y="493"/>
                </a:lnTo>
                <a:lnTo>
                  <a:pt x="116" y="492"/>
                </a:lnTo>
                <a:lnTo>
                  <a:pt x="114" y="492"/>
                </a:lnTo>
                <a:lnTo>
                  <a:pt x="113" y="492"/>
                </a:lnTo>
                <a:lnTo>
                  <a:pt x="110" y="493"/>
                </a:lnTo>
                <a:lnTo>
                  <a:pt x="108" y="491"/>
                </a:lnTo>
                <a:lnTo>
                  <a:pt x="108" y="484"/>
                </a:lnTo>
                <a:lnTo>
                  <a:pt x="108" y="483"/>
                </a:lnTo>
                <a:lnTo>
                  <a:pt x="107" y="482"/>
                </a:lnTo>
                <a:lnTo>
                  <a:pt x="104" y="481"/>
                </a:lnTo>
                <a:lnTo>
                  <a:pt x="102" y="480"/>
                </a:lnTo>
                <a:lnTo>
                  <a:pt x="102" y="479"/>
                </a:lnTo>
                <a:lnTo>
                  <a:pt x="102" y="478"/>
                </a:lnTo>
                <a:lnTo>
                  <a:pt x="102" y="477"/>
                </a:lnTo>
                <a:lnTo>
                  <a:pt x="103" y="477"/>
                </a:lnTo>
                <a:lnTo>
                  <a:pt x="102" y="476"/>
                </a:lnTo>
                <a:lnTo>
                  <a:pt x="102" y="475"/>
                </a:lnTo>
                <a:lnTo>
                  <a:pt x="101" y="474"/>
                </a:lnTo>
                <a:lnTo>
                  <a:pt x="100" y="473"/>
                </a:lnTo>
                <a:lnTo>
                  <a:pt x="99" y="473"/>
                </a:lnTo>
                <a:lnTo>
                  <a:pt x="99" y="471"/>
                </a:lnTo>
                <a:lnTo>
                  <a:pt x="99" y="470"/>
                </a:lnTo>
                <a:lnTo>
                  <a:pt x="97" y="467"/>
                </a:lnTo>
                <a:lnTo>
                  <a:pt x="96" y="465"/>
                </a:lnTo>
                <a:lnTo>
                  <a:pt x="95" y="465"/>
                </a:lnTo>
                <a:lnTo>
                  <a:pt x="94" y="464"/>
                </a:lnTo>
                <a:lnTo>
                  <a:pt x="93" y="463"/>
                </a:lnTo>
                <a:lnTo>
                  <a:pt x="93" y="462"/>
                </a:lnTo>
                <a:lnTo>
                  <a:pt x="93" y="461"/>
                </a:lnTo>
                <a:lnTo>
                  <a:pt x="92" y="460"/>
                </a:lnTo>
                <a:lnTo>
                  <a:pt x="93" y="458"/>
                </a:lnTo>
                <a:lnTo>
                  <a:pt x="92" y="456"/>
                </a:lnTo>
                <a:lnTo>
                  <a:pt x="92" y="455"/>
                </a:lnTo>
                <a:lnTo>
                  <a:pt x="91" y="455"/>
                </a:lnTo>
                <a:lnTo>
                  <a:pt x="91" y="454"/>
                </a:lnTo>
                <a:lnTo>
                  <a:pt x="90" y="454"/>
                </a:lnTo>
                <a:lnTo>
                  <a:pt x="89" y="454"/>
                </a:lnTo>
                <a:lnTo>
                  <a:pt x="89" y="453"/>
                </a:lnTo>
                <a:lnTo>
                  <a:pt x="88" y="452"/>
                </a:lnTo>
                <a:lnTo>
                  <a:pt x="87" y="452"/>
                </a:lnTo>
                <a:lnTo>
                  <a:pt x="86" y="452"/>
                </a:lnTo>
                <a:lnTo>
                  <a:pt x="85" y="452"/>
                </a:lnTo>
                <a:lnTo>
                  <a:pt x="84" y="452"/>
                </a:lnTo>
                <a:lnTo>
                  <a:pt x="84" y="451"/>
                </a:lnTo>
                <a:lnTo>
                  <a:pt x="83" y="451"/>
                </a:lnTo>
                <a:lnTo>
                  <a:pt x="82" y="451"/>
                </a:lnTo>
                <a:lnTo>
                  <a:pt x="81" y="450"/>
                </a:lnTo>
                <a:lnTo>
                  <a:pt x="81" y="449"/>
                </a:lnTo>
                <a:lnTo>
                  <a:pt x="80" y="448"/>
                </a:lnTo>
                <a:lnTo>
                  <a:pt x="79" y="448"/>
                </a:lnTo>
                <a:lnTo>
                  <a:pt x="78" y="449"/>
                </a:lnTo>
                <a:lnTo>
                  <a:pt x="76" y="450"/>
                </a:lnTo>
                <a:lnTo>
                  <a:pt x="75" y="451"/>
                </a:lnTo>
                <a:lnTo>
                  <a:pt x="73" y="453"/>
                </a:lnTo>
                <a:lnTo>
                  <a:pt x="72" y="455"/>
                </a:lnTo>
                <a:lnTo>
                  <a:pt x="71" y="455"/>
                </a:lnTo>
                <a:lnTo>
                  <a:pt x="70" y="456"/>
                </a:lnTo>
                <a:lnTo>
                  <a:pt x="65" y="457"/>
                </a:lnTo>
                <a:lnTo>
                  <a:pt x="63" y="457"/>
                </a:lnTo>
                <a:lnTo>
                  <a:pt x="61" y="457"/>
                </a:lnTo>
                <a:lnTo>
                  <a:pt x="59" y="457"/>
                </a:lnTo>
                <a:lnTo>
                  <a:pt x="56" y="457"/>
                </a:lnTo>
                <a:lnTo>
                  <a:pt x="55" y="457"/>
                </a:lnTo>
                <a:lnTo>
                  <a:pt x="54" y="457"/>
                </a:lnTo>
                <a:lnTo>
                  <a:pt x="54" y="456"/>
                </a:lnTo>
                <a:lnTo>
                  <a:pt x="54" y="455"/>
                </a:lnTo>
                <a:lnTo>
                  <a:pt x="53" y="454"/>
                </a:lnTo>
                <a:lnTo>
                  <a:pt x="53" y="453"/>
                </a:lnTo>
                <a:lnTo>
                  <a:pt x="51" y="451"/>
                </a:lnTo>
                <a:lnTo>
                  <a:pt x="51" y="449"/>
                </a:lnTo>
                <a:lnTo>
                  <a:pt x="50" y="449"/>
                </a:lnTo>
                <a:lnTo>
                  <a:pt x="50" y="448"/>
                </a:lnTo>
                <a:lnTo>
                  <a:pt x="50" y="445"/>
                </a:lnTo>
                <a:lnTo>
                  <a:pt x="51" y="445"/>
                </a:lnTo>
                <a:lnTo>
                  <a:pt x="51" y="443"/>
                </a:lnTo>
                <a:lnTo>
                  <a:pt x="51" y="442"/>
                </a:lnTo>
                <a:lnTo>
                  <a:pt x="52" y="442"/>
                </a:lnTo>
                <a:lnTo>
                  <a:pt x="52" y="441"/>
                </a:lnTo>
                <a:lnTo>
                  <a:pt x="53" y="441"/>
                </a:lnTo>
                <a:lnTo>
                  <a:pt x="54" y="441"/>
                </a:lnTo>
                <a:lnTo>
                  <a:pt x="54" y="440"/>
                </a:lnTo>
                <a:lnTo>
                  <a:pt x="54" y="439"/>
                </a:lnTo>
                <a:lnTo>
                  <a:pt x="53" y="439"/>
                </a:lnTo>
                <a:lnTo>
                  <a:pt x="53" y="438"/>
                </a:lnTo>
                <a:lnTo>
                  <a:pt x="54" y="438"/>
                </a:lnTo>
                <a:lnTo>
                  <a:pt x="54" y="437"/>
                </a:lnTo>
                <a:lnTo>
                  <a:pt x="56" y="437"/>
                </a:lnTo>
                <a:lnTo>
                  <a:pt x="56" y="438"/>
                </a:lnTo>
                <a:lnTo>
                  <a:pt x="57" y="438"/>
                </a:lnTo>
                <a:lnTo>
                  <a:pt x="57" y="439"/>
                </a:lnTo>
                <a:lnTo>
                  <a:pt x="58" y="439"/>
                </a:lnTo>
                <a:lnTo>
                  <a:pt x="59" y="439"/>
                </a:lnTo>
                <a:lnTo>
                  <a:pt x="59" y="438"/>
                </a:lnTo>
                <a:lnTo>
                  <a:pt x="60" y="438"/>
                </a:lnTo>
                <a:lnTo>
                  <a:pt x="60" y="437"/>
                </a:lnTo>
                <a:lnTo>
                  <a:pt x="61" y="437"/>
                </a:lnTo>
                <a:lnTo>
                  <a:pt x="61" y="436"/>
                </a:lnTo>
                <a:lnTo>
                  <a:pt x="61" y="435"/>
                </a:lnTo>
                <a:lnTo>
                  <a:pt x="61" y="434"/>
                </a:lnTo>
                <a:lnTo>
                  <a:pt x="62" y="433"/>
                </a:lnTo>
                <a:lnTo>
                  <a:pt x="63" y="433"/>
                </a:lnTo>
                <a:lnTo>
                  <a:pt x="65" y="433"/>
                </a:lnTo>
                <a:lnTo>
                  <a:pt x="65" y="432"/>
                </a:lnTo>
                <a:lnTo>
                  <a:pt x="67" y="431"/>
                </a:lnTo>
                <a:lnTo>
                  <a:pt x="68" y="431"/>
                </a:lnTo>
                <a:lnTo>
                  <a:pt x="69" y="431"/>
                </a:lnTo>
                <a:lnTo>
                  <a:pt x="69" y="430"/>
                </a:lnTo>
                <a:lnTo>
                  <a:pt x="70" y="430"/>
                </a:lnTo>
                <a:lnTo>
                  <a:pt x="70" y="429"/>
                </a:lnTo>
                <a:lnTo>
                  <a:pt x="70" y="428"/>
                </a:lnTo>
                <a:lnTo>
                  <a:pt x="70" y="427"/>
                </a:lnTo>
                <a:lnTo>
                  <a:pt x="67" y="427"/>
                </a:lnTo>
                <a:lnTo>
                  <a:pt x="61" y="425"/>
                </a:lnTo>
                <a:lnTo>
                  <a:pt x="60" y="423"/>
                </a:lnTo>
                <a:lnTo>
                  <a:pt x="60" y="422"/>
                </a:lnTo>
                <a:lnTo>
                  <a:pt x="60" y="421"/>
                </a:lnTo>
                <a:lnTo>
                  <a:pt x="61" y="421"/>
                </a:lnTo>
                <a:lnTo>
                  <a:pt x="61" y="420"/>
                </a:lnTo>
                <a:lnTo>
                  <a:pt x="61" y="418"/>
                </a:lnTo>
                <a:lnTo>
                  <a:pt x="62" y="417"/>
                </a:lnTo>
                <a:lnTo>
                  <a:pt x="62" y="416"/>
                </a:lnTo>
                <a:lnTo>
                  <a:pt x="63" y="416"/>
                </a:lnTo>
                <a:lnTo>
                  <a:pt x="63" y="415"/>
                </a:lnTo>
                <a:lnTo>
                  <a:pt x="63" y="414"/>
                </a:lnTo>
                <a:lnTo>
                  <a:pt x="62" y="414"/>
                </a:lnTo>
                <a:lnTo>
                  <a:pt x="58" y="412"/>
                </a:lnTo>
                <a:lnTo>
                  <a:pt x="56" y="412"/>
                </a:lnTo>
                <a:lnTo>
                  <a:pt x="56" y="413"/>
                </a:lnTo>
                <a:lnTo>
                  <a:pt x="55" y="413"/>
                </a:lnTo>
                <a:lnTo>
                  <a:pt x="54" y="413"/>
                </a:lnTo>
                <a:lnTo>
                  <a:pt x="52" y="412"/>
                </a:lnTo>
                <a:lnTo>
                  <a:pt x="50" y="412"/>
                </a:lnTo>
                <a:lnTo>
                  <a:pt x="48" y="411"/>
                </a:lnTo>
                <a:lnTo>
                  <a:pt x="47" y="411"/>
                </a:lnTo>
                <a:lnTo>
                  <a:pt x="44" y="411"/>
                </a:lnTo>
                <a:lnTo>
                  <a:pt x="42" y="411"/>
                </a:lnTo>
                <a:lnTo>
                  <a:pt x="41" y="411"/>
                </a:lnTo>
                <a:lnTo>
                  <a:pt x="41" y="410"/>
                </a:lnTo>
                <a:lnTo>
                  <a:pt x="40" y="410"/>
                </a:lnTo>
                <a:lnTo>
                  <a:pt x="39" y="409"/>
                </a:lnTo>
                <a:lnTo>
                  <a:pt x="38" y="410"/>
                </a:lnTo>
                <a:lnTo>
                  <a:pt x="37" y="410"/>
                </a:lnTo>
                <a:lnTo>
                  <a:pt x="35" y="411"/>
                </a:lnTo>
                <a:lnTo>
                  <a:pt x="35" y="412"/>
                </a:lnTo>
                <a:lnTo>
                  <a:pt x="33" y="412"/>
                </a:lnTo>
                <a:lnTo>
                  <a:pt x="29" y="412"/>
                </a:lnTo>
                <a:lnTo>
                  <a:pt x="28" y="412"/>
                </a:lnTo>
                <a:lnTo>
                  <a:pt x="26" y="411"/>
                </a:lnTo>
                <a:lnTo>
                  <a:pt x="26" y="409"/>
                </a:lnTo>
                <a:lnTo>
                  <a:pt x="24" y="406"/>
                </a:lnTo>
                <a:lnTo>
                  <a:pt x="23" y="407"/>
                </a:lnTo>
                <a:lnTo>
                  <a:pt x="19" y="408"/>
                </a:lnTo>
                <a:lnTo>
                  <a:pt x="14" y="411"/>
                </a:lnTo>
                <a:lnTo>
                  <a:pt x="14" y="412"/>
                </a:lnTo>
                <a:lnTo>
                  <a:pt x="13" y="412"/>
                </a:lnTo>
                <a:lnTo>
                  <a:pt x="11" y="412"/>
                </a:lnTo>
                <a:lnTo>
                  <a:pt x="10" y="412"/>
                </a:lnTo>
                <a:lnTo>
                  <a:pt x="5" y="413"/>
                </a:lnTo>
                <a:lnTo>
                  <a:pt x="4" y="413"/>
                </a:lnTo>
                <a:lnTo>
                  <a:pt x="2" y="413"/>
                </a:lnTo>
                <a:lnTo>
                  <a:pt x="0" y="411"/>
                </a:lnTo>
                <a:lnTo>
                  <a:pt x="0" y="410"/>
                </a:lnTo>
                <a:lnTo>
                  <a:pt x="3" y="407"/>
                </a:lnTo>
                <a:lnTo>
                  <a:pt x="6" y="406"/>
                </a:lnTo>
                <a:lnTo>
                  <a:pt x="7" y="406"/>
                </a:lnTo>
                <a:lnTo>
                  <a:pt x="8" y="406"/>
                </a:lnTo>
                <a:lnTo>
                  <a:pt x="8" y="407"/>
                </a:lnTo>
                <a:lnTo>
                  <a:pt x="9" y="407"/>
                </a:lnTo>
                <a:lnTo>
                  <a:pt x="10" y="406"/>
                </a:lnTo>
                <a:lnTo>
                  <a:pt x="12" y="405"/>
                </a:lnTo>
                <a:lnTo>
                  <a:pt x="13" y="404"/>
                </a:lnTo>
                <a:lnTo>
                  <a:pt x="14" y="403"/>
                </a:lnTo>
                <a:lnTo>
                  <a:pt x="17" y="403"/>
                </a:lnTo>
                <a:lnTo>
                  <a:pt x="18" y="403"/>
                </a:lnTo>
                <a:lnTo>
                  <a:pt x="20" y="402"/>
                </a:lnTo>
                <a:lnTo>
                  <a:pt x="20" y="398"/>
                </a:lnTo>
                <a:lnTo>
                  <a:pt x="22" y="393"/>
                </a:lnTo>
                <a:lnTo>
                  <a:pt x="23" y="393"/>
                </a:lnTo>
                <a:lnTo>
                  <a:pt x="24" y="392"/>
                </a:lnTo>
                <a:lnTo>
                  <a:pt x="35" y="392"/>
                </a:lnTo>
                <a:lnTo>
                  <a:pt x="53" y="391"/>
                </a:lnTo>
                <a:lnTo>
                  <a:pt x="76" y="388"/>
                </a:lnTo>
                <a:lnTo>
                  <a:pt x="84" y="387"/>
                </a:lnTo>
                <a:lnTo>
                  <a:pt x="89" y="384"/>
                </a:lnTo>
                <a:lnTo>
                  <a:pt x="94" y="382"/>
                </a:lnTo>
                <a:lnTo>
                  <a:pt x="100" y="382"/>
                </a:lnTo>
                <a:lnTo>
                  <a:pt x="103" y="380"/>
                </a:lnTo>
                <a:lnTo>
                  <a:pt x="116" y="379"/>
                </a:lnTo>
                <a:lnTo>
                  <a:pt x="119" y="379"/>
                </a:lnTo>
                <a:lnTo>
                  <a:pt x="121" y="378"/>
                </a:lnTo>
                <a:lnTo>
                  <a:pt x="130" y="371"/>
                </a:lnTo>
                <a:lnTo>
                  <a:pt x="141" y="363"/>
                </a:lnTo>
                <a:lnTo>
                  <a:pt x="143" y="361"/>
                </a:lnTo>
                <a:lnTo>
                  <a:pt x="148" y="360"/>
                </a:lnTo>
                <a:lnTo>
                  <a:pt x="153" y="360"/>
                </a:lnTo>
                <a:lnTo>
                  <a:pt x="157" y="357"/>
                </a:lnTo>
                <a:lnTo>
                  <a:pt x="168" y="353"/>
                </a:lnTo>
                <a:lnTo>
                  <a:pt x="173" y="351"/>
                </a:lnTo>
                <a:lnTo>
                  <a:pt x="174" y="351"/>
                </a:lnTo>
                <a:lnTo>
                  <a:pt x="177" y="352"/>
                </a:lnTo>
                <a:lnTo>
                  <a:pt x="187" y="354"/>
                </a:lnTo>
                <a:lnTo>
                  <a:pt x="190" y="353"/>
                </a:lnTo>
                <a:lnTo>
                  <a:pt x="195" y="353"/>
                </a:lnTo>
                <a:lnTo>
                  <a:pt x="206" y="353"/>
                </a:lnTo>
                <a:lnTo>
                  <a:pt x="208" y="353"/>
                </a:lnTo>
                <a:lnTo>
                  <a:pt x="211" y="352"/>
                </a:lnTo>
                <a:lnTo>
                  <a:pt x="213" y="350"/>
                </a:lnTo>
                <a:lnTo>
                  <a:pt x="213" y="342"/>
                </a:lnTo>
                <a:lnTo>
                  <a:pt x="214" y="337"/>
                </a:lnTo>
                <a:lnTo>
                  <a:pt x="215" y="337"/>
                </a:lnTo>
                <a:lnTo>
                  <a:pt x="216" y="337"/>
                </a:lnTo>
                <a:lnTo>
                  <a:pt x="217" y="337"/>
                </a:lnTo>
                <a:lnTo>
                  <a:pt x="219" y="337"/>
                </a:lnTo>
                <a:lnTo>
                  <a:pt x="219" y="338"/>
                </a:lnTo>
                <a:lnTo>
                  <a:pt x="220" y="338"/>
                </a:lnTo>
                <a:lnTo>
                  <a:pt x="220" y="339"/>
                </a:lnTo>
                <a:lnTo>
                  <a:pt x="221" y="339"/>
                </a:lnTo>
                <a:lnTo>
                  <a:pt x="222" y="338"/>
                </a:lnTo>
                <a:lnTo>
                  <a:pt x="223" y="338"/>
                </a:lnTo>
                <a:lnTo>
                  <a:pt x="224" y="337"/>
                </a:lnTo>
                <a:lnTo>
                  <a:pt x="226" y="336"/>
                </a:lnTo>
                <a:lnTo>
                  <a:pt x="229" y="335"/>
                </a:lnTo>
                <a:lnTo>
                  <a:pt x="231" y="334"/>
                </a:lnTo>
                <a:lnTo>
                  <a:pt x="233" y="333"/>
                </a:lnTo>
                <a:lnTo>
                  <a:pt x="235" y="333"/>
                </a:lnTo>
                <a:lnTo>
                  <a:pt x="235" y="334"/>
                </a:lnTo>
                <a:lnTo>
                  <a:pt x="236" y="334"/>
                </a:lnTo>
                <a:lnTo>
                  <a:pt x="238" y="334"/>
                </a:lnTo>
                <a:lnTo>
                  <a:pt x="238" y="333"/>
                </a:lnTo>
                <a:lnTo>
                  <a:pt x="238" y="331"/>
                </a:lnTo>
                <a:lnTo>
                  <a:pt x="238" y="330"/>
                </a:lnTo>
                <a:lnTo>
                  <a:pt x="238" y="329"/>
                </a:lnTo>
                <a:lnTo>
                  <a:pt x="238" y="328"/>
                </a:lnTo>
                <a:lnTo>
                  <a:pt x="240" y="325"/>
                </a:lnTo>
                <a:lnTo>
                  <a:pt x="241" y="323"/>
                </a:lnTo>
                <a:lnTo>
                  <a:pt x="242" y="322"/>
                </a:lnTo>
                <a:lnTo>
                  <a:pt x="243" y="321"/>
                </a:lnTo>
                <a:lnTo>
                  <a:pt x="243" y="320"/>
                </a:lnTo>
                <a:lnTo>
                  <a:pt x="243" y="318"/>
                </a:lnTo>
                <a:lnTo>
                  <a:pt x="243" y="315"/>
                </a:lnTo>
                <a:lnTo>
                  <a:pt x="243" y="313"/>
                </a:lnTo>
                <a:lnTo>
                  <a:pt x="242" y="312"/>
                </a:lnTo>
                <a:lnTo>
                  <a:pt x="241" y="310"/>
                </a:lnTo>
                <a:lnTo>
                  <a:pt x="241" y="309"/>
                </a:lnTo>
                <a:lnTo>
                  <a:pt x="242" y="308"/>
                </a:lnTo>
                <a:lnTo>
                  <a:pt x="242" y="306"/>
                </a:lnTo>
                <a:lnTo>
                  <a:pt x="242" y="304"/>
                </a:lnTo>
                <a:lnTo>
                  <a:pt x="242" y="302"/>
                </a:lnTo>
                <a:lnTo>
                  <a:pt x="242" y="301"/>
                </a:lnTo>
                <a:lnTo>
                  <a:pt x="242" y="300"/>
                </a:lnTo>
                <a:lnTo>
                  <a:pt x="243" y="299"/>
                </a:lnTo>
                <a:lnTo>
                  <a:pt x="244" y="299"/>
                </a:lnTo>
                <a:lnTo>
                  <a:pt x="244" y="298"/>
                </a:lnTo>
                <a:lnTo>
                  <a:pt x="247" y="293"/>
                </a:lnTo>
                <a:lnTo>
                  <a:pt x="248" y="292"/>
                </a:lnTo>
                <a:lnTo>
                  <a:pt x="249" y="291"/>
                </a:lnTo>
                <a:lnTo>
                  <a:pt x="249" y="290"/>
                </a:lnTo>
                <a:lnTo>
                  <a:pt x="249" y="289"/>
                </a:lnTo>
                <a:lnTo>
                  <a:pt x="247" y="287"/>
                </a:lnTo>
                <a:lnTo>
                  <a:pt x="245" y="284"/>
                </a:lnTo>
                <a:lnTo>
                  <a:pt x="244" y="284"/>
                </a:lnTo>
                <a:lnTo>
                  <a:pt x="244" y="283"/>
                </a:lnTo>
                <a:lnTo>
                  <a:pt x="242" y="280"/>
                </a:lnTo>
                <a:lnTo>
                  <a:pt x="242" y="279"/>
                </a:lnTo>
                <a:lnTo>
                  <a:pt x="241" y="278"/>
                </a:lnTo>
                <a:lnTo>
                  <a:pt x="240" y="277"/>
                </a:lnTo>
                <a:lnTo>
                  <a:pt x="239" y="275"/>
                </a:lnTo>
                <a:lnTo>
                  <a:pt x="239" y="274"/>
                </a:lnTo>
                <a:lnTo>
                  <a:pt x="238" y="270"/>
                </a:lnTo>
                <a:lnTo>
                  <a:pt x="237" y="267"/>
                </a:lnTo>
                <a:lnTo>
                  <a:pt x="237" y="266"/>
                </a:lnTo>
                <a:lnTo>
                  <a:pt x="236" y="266"/>
                </a:lnTo>
                <a:lnTo>
                  <a:pt x="237" y="260"/>
                </a:lnTo>
                <a:lnTo>
                  <a:pt x="237" y="258"/>
                </a:lnTo>
                <a:lnTo>
                  <a:pt x="237" y="255"/>
                </a:lnTo>
                <a:lnTo>
                  <a:pt x="238" y="251"/>
                </a:lnTo>
                <a:lnTo>
                  <a:pt x="238" y="247"/>
                </a:lnTo>
                <a:lnTo>
                  <a:pt x="239" y="247"/>
                </a:lnTo>
                <a:lnTo>
                  <a:pt x="242" y="246"/>
                </a:lnTo>
                <a:lnTo>
                  <a:pt x="245" y="245"/>
                </a:lnTo>
                <a:lnTo>
                  <a:pt x="246" y="245"/>
                </a:lnTo>
                <a:lnTo>
                  <a:pt x="247" y="243"/>
                </a:lnTo>
                <a:lnTo>
                  <a:pt x="248" y="242"/>
                </a:lnTo>
                <a:lnTo>
                  <a:pt x="248" y="241"/>
                </a:lnTo>
                <a:lnTo>
                  <a:pt x="248" y="240"/>
                </a:lnTo>
                <a:lnTo>
                  <a:pt x="249" y="238"/>
                </a:lnTo>
                <a:lnTo>
                  <a:pt x="250" y="236"/>
                </a:lnTo>
                <a:lnTo>
                  <a:pt x="251" y="231"/>
                </a:lnTo>
                <a:lnTo>
                  <a:pt x="252" y="231"/>
                </a:lnTo>
                <a:lnTo>
                  <a:pt x="252" y="230"/>
                </a:lnTo>
                <a:lnTo>
                  <a:pt x="252" y="229"/>
                </a:lnTo>
                <a:lnTo>
                  <a:pt x="250" y="226"/>
                </a:lnTo>
                <a:lnTo>
                  <a:pt x="249" y="225"/>
                </a:lnTo>
                <a:lnTo>
                  <a:pt x="248" y="224"/>
                </a:lnTo>
                <a:lnTo>
                  <a:pt x="248" y="222"/>
                </a:lnTo>
                <a:lnTo>
                  <a:pt x="247" y="221"/>
                </a:lnTo>
                <a:lnTo>
                  <a:pt x="246" y="220"/>
                </a:lnTo>
                <a:lnTo>
                  <a:pt x="246" y="219"/>
                </a:lnTo>
                <a:lnTo>
                  <a:pt x="245" y="219"/>
                </a:lnTo>
                <a:lnTo>
                  <a:pt x="245" y="216"/>
                </a:lnTo>
                <a:lnTo>
                  <a:pt x="245" y="215"/>
                </a:lnTo>
                <a:lnTo>
                  <a:pt x="245" y="214"/>
                </a:lnTo>
                <a:lnTo>
                  <a:pt x="246" y="212"/>
                </a:lnTo>
                <a:lnTo>
                  <a:pt x="247" y="211"/>
                </a:lnTo>
                <a:lnTo>
                  <a:pt x="247" y="210"/>
                </a:lnTo>
                <a:lnTo>
                  <a:pt x="246" y="208"/>
                </a:lnTo>
                <a:lnTo>
                  <a:pt x="246" y="207"/>
                </a:lnTo>
                <a:lnTo>
                  <a:pt x="246" y="206"/>
                </a:lnTo>
                <a:lnTo>
                  <a:pt x="245" y="205"/>
                </a:lnTo>
                <a:lnTo>
                  <a:pt x="246" y="204"/>
                </a:lnTo>
                <a:lnTo>
                  <a:pt x="246" y="202"/>
                </a:lnTo>
                <a:lnTo>
                  <a:pt x="245" y="201"/>
                </a:lnTo>
                <a:lnTo>
                  <a:pt x="246" y="200"/>
                </a:lnTo>
                <a:lnTo>
                  <a:pt x="247" y="200"/>
                </a:lnTo>
                <a:lnTo>
                  <a:pt x="248" y="200"/>
                </a:lnTo>
                <a:lnTo>
                  <a:pt x="249" y="199"/>
                </a:lnTo>
                <a:lnTo>
                  <a:pt x="249" y="198"/>
                </a:lnTo>
                <a:lnTo>
                  <a:pt x="248" y="196"/>
                </a:lnTo>
                <a:lnTo>
                  <a:pt x="248" y="195"/>
                </a:lnTo>
                <a:lnTo>
                  <a:pt x="247" y="194"/>
                </a:lnTo>
                <a:lnTo>
                  <a:pt x="247" y="193"/>
                </a:lnTo>
                <a:lnTo>
                  <a:pt x="247" y="192"/>
                </a:lnTo>
                <a:lnTo>
                  <a:pt x="247" y="190"/>
                </a:lnTo>
                <a:lnTo>
                  <a:pt x="248" y="186"/>
                </a:lnTo>
                <a:lnTo>
                  <a:pt x="249" y="184"/>
                </a:lnTo>
                <a:lnTo>
                  <a:pt x="251" y="182"/>
                </a:lnTo>
                <a:lnTo>
                  <a:pt x="251" y="179"/>
                </a:lnTo>
                <a:lnTo>
                  <a:pt x="251" y="177"/>
                </a:lnTo>
                <a:lnTo>
                  <a:pt x="251" y="176"/>
                </a:lnTo>
                <a:lnTo>
                  <a:pt x="250" y="176"/>
                </a:lnTo>
                <a:lnTo>
                  <a:pt x="250" y="175"/>
                </a:lnTo>
                <a:lnTo>
                  <a:pt x="250" y="174"/>
                </a:lnTo>
                <a:lnTo>
                  <a:pt x="249" y="174"/>
                </a:lnTo>
                <a:lnTo>
                  <a:pt x="249" y="173"/>
                </a:lnTo>
                <a:lnTo>
                  <a:pt x="250" y="172"/>
                </a:lnTo>
                <a:lnTo>
                  <a:pt x="250" y="171"/>
                </a:lnTo>
                <a:lnTo>
                  <a:pt x="251" y="171"/>
                </a:lnTo>
                <a:lnTo>
                  <a:pt x="251" y="170"/>
                </a:lnTo>
                <a:lnTo>
                  <a:pt x="252" y="170"/>
                </a:lnTo>
                <a:lnTo>
                  <a:pt x="253" y="170"/>
                </a:lnTo>
                <a:lnTo>
                  <a:pt x="253" y="168"/>
                </a:lnTo>
                <a:lnTo>
                  <a:pt x="252" y="166"/>
                </a:lnTo>
                <a:lnTo>
                  <a:pt x="251" y="165"/>
                </a:lnTo>
                <a:lnTo>
                  <a:pt x="250" y="164"/>
                </a:lnTo>
                <a:lnTo>
                  <a:pt x="250" y="162"/>
                </a:lnTo>
                <a:lnTo>
                  <a:pt x="249" y="161"/>
                </a:lnTo>
                <a:lnTo>
                  <a:pt x="249" y="160"/>
                </a:lnTo>
                <a:lnTo>
                  <a:pt x="249" y="159"/>
                </a:lnTo>
                <a:lnTo>
                  <a:pt x="249" y="158"/>
                </a:lnTo>
                <a:lnTo>
                  <a:pt x="250" y="156"/>
                </a:lnTo>
                <a:lnTo>
                  <a:pt x="250" y="155"/>
                </a:lnTo>
                <a:lnTo>
                  <a:pt x="251" y="155"/>
                </a:lnTo>
                <a:lnTo>
                  <a:pt x="252" y="155"/>
                </a:lnTo>
                <a:lnTo>
                  <a:pt x="253" y="154"/>
                </a:lnTo>
                <a:lnTo>
                  <a:pt x="253" y="153"/>
                </a:lnTo>
                <a:lnTo>
                  <a:pt x="252" y="153"/>
                </a:lnTo>
                <a:lnTo>
                  <a:pt x="252" y="152"/>
                </a:lnTo>
                <a:lnTo>
                  <a:pt x="252" y="151"/>
                </a:lnTo>
                <a:lnTo>
                  <a:pt x="253" y="151"/>
                </a:lnTo>
                <a:lnTo>
                  <a:pt x="254" y="150"/>
                </a:lnTo>
                <a:lnTo>
                  <a:pt x="255" y="148"/>
                </a:lnTo>
                <a:lnTo>
                  <a:pt x="256" y="147"/>
                </a:lnTo>
                <a:lnTo>
                  <a:pt x="256" y="146"/>
                </a:lnTo>
                <a:lnTo>
                  <a:pt x="255" y="145"/>
                </a:lnTo>
                <a:lnTo>
                  <a:pt x="255" y="144"/>
                </a:lnTo>
                <a:lnTo>
                  <a:pt x="254" y="144"/>
                </a:lnTo>
                <a:lnTo>
                  <a:pt x="254" y="143"/>
                </a:lnTo>
                <a:lnTo>
                  <a:pt x="257" y="139"/>
                </a:lnTo>
                <a:lnTo>
                  <a:pt x="258" y="137"/>
                </a:lnTo>
                <a:lnTo>
                  <a:pt x="258" y="136"/>
                </a:lnTo>
                <a:lnTo>
                  <a:pt x="257" y="136"/>
                </a:lnTo>
                <a:lnTo>
                  <a:pt x="257" y="135"/>
                </a:lnTo>
                <a:lnTo>
                  <a:pt x="257" y="134"/>
                </a:lnTo>
                <a:lnTo>
                  <a:pt x="257" y="133"/>
                </a:lnTo>
                <a:lnTo>
                  <a:pt x="257" y="132"/>
                </a:lnTo>
                <a:lnTo>
                  <a:pt x="257" y="131"/>
                </a:lnTo>
                <a:lnTo>
                  <a:pt x="257" y="130"/>
                </a:lnTo>
                <a:lnTo>
                  <a:pt x="256" y="129"/>
                </a:lnTo>
                <a:lnTo>
                  <a:pt x="256" y="127"/>
                </a:lnTo>
                <a:lnTo>
                  <a:pt x="257" y="127"/>
                </a:lnTo>
                <a:lnTo>
                  <a:pt x="258" y="126"/>
                </a:lnTo>
                <a:lnTo>
                  <a:pt x="262" y="124"/>
                </a:lnTo>
                <a:lnTo>
                  <a:pt x="262" y="123"/>
                </a:lnTo>
                <a:lnTo>
                  <a:pt x="263" y="120"/>
                </a:lnTo>
                <a:lnTo>
                  <a:pt x="264" y="120"/>
                </a:lnTo>
                <a:lnTo>
                  <a:pt x="268" y="115"/>
                </a:lnTo>
                <a:lnTo>
                  <a:pt x="269" y="114"/>
                </a:lnTo>
                <a:lnTo>
                  <a:pt x="270" y="113"/>
                </a:lnTo>
                <a:lnTo>
                  <a:pt x="271" y="113"/>
                </a:lnTo>
                <a:lnTo>
                  <a:pt x="272" y="111"/>
                </a:lnTo>
                <a:lnTo>
                  <a:pt x="272" y="110"/>
                </a:lnTo>
                <a:lnTo>
                  <a:pt x="272" y="109"/>
                </a:lnTo>
                <a:lnTo>
                  <a:pt x="271" y="109"/>
                </a:lnTo>
                <a:lnTo>
                  <a:pt x="270" y="109"/>
                </a:lnTo>
                <a:lnTo>
                  <a:pt x="269" y="109"/>
                </a:lnTo>
                <a:lnTo>
                  <a:pt x="267" y="105"/>
                </a:lnTo>
                <a:lnTo>
                  <a:pt x="267" y="104"/>
                </a:lnTo>
                <a:lnTo>
                  <a:pt x="270" y="100"/>
                </a:lnTo>
                <a:lnTo>
                  <a:pt x="271" y="99"/>
                </a:lnTo>
                <a:lnTo>
                  <a:pt x="272" y="99"/>
                </a:lnTo>
                <a:lnTo>
                  <a:pt x="272" y="98"/>
                </a:lnTo>
                <a:lnTo>
                  <a:pt x="272" y="97"/>
                </a:lnTo>
                <a:lnTo>
                  <a:pt x="272" y="96"/>
                </a:lnTo>
                <a:lnTo>
                  <a:pt x="272" y="95"/>
                </a:lnTo>
                <a:lnTo>
                  <a:pt x="273" y="95"/>
                </a:lnTo>
                <a:lnTo>
                  <a:pt x="274" y="95"/>
                </a:lnTo>
                <a:lnTo>
                  <a:pt x="275" y="94"/>
                </a:lnTo>
                <a:lnTo>
                  <a:pt x="275" y="93"/>
                </a:lnTo>
                <a:lnTo>
                  <a:pt x="276" y="93"/>
                </a:lnTo>
                <a:lnTo>
                  <a:pt x="276" y="92"/>
                </a:lnTo>
                <a:lnTo>
                  <a:pt x="277" y="91"/>
                </a:lnTo>
                <a:lnTo>
                  <a:pt x="278" y="91"/>
                </a:lnTo>
                <a:lnTo>
                  <a:pt x="279" y="91"/>
                </a:lnTo>
                <a:lnTo>
                  <a:pt x="281" y="90"/>
                </a:lnTo>
                <a:lnTo>
                  <a:pt x="281" y="89"/>
                </a:lnTo>
                <a:lnTo>
                  <a:pt x="281" y="88"/>
                </a:lnTo>
                <a:lnTo>
                  <a:pt x="281" y="87"/>
                </a:lnTo>
                <a:lnTo>
                  <a:pt x="282" y="86"/>
                </a:lnTo>
                <a:lnTo>
                  <a:pt x="282" y="85"/>
                </a:lnTo>
                <a:lnTo>
                  <a:pt x="284" y="83"/>
                </a:lnTo>
                <a:lnTo>
                  <a:pt x="285" y="82"/>
                </a:lnTo>
                <a:lnTo>
                  <a:pt x="285" y="80"/>
                </a:lnTo>
                <a:lnTo>
                  <a:pt x="285" y="79"/>
                </a:lnTo>
                <a:lnTo>
                  <a:pt x="285" y="78"/>
                </a:lnTo>
                <a:lnTo>
                  <a:pt x="284" y="77"/>
                </a:lnTo>
                <a:lnTo>
                  <a:pt x="283" y="77"/>
                </a:lnTo>
                <a:lnTo>
                  <a:pt x="284" y="76"/>
                </a:lnTo>
                <a:lnTo>
                  <a:pt x="284" y="75"/>
                </a:lnTo>
                <a:lnTo>
                  <a:pt x="285" y="74"/>
                </a:lnTo>
                <a:lnTo>
                  <a:pt x="284" y="73"/>
                </a:lnTo>
                <a:lnTo>
                  <a:pt x="285" y="71"/>
                </a:lnTo>
                <a:lnTo>
                  <a:pt x="285" y="68"/>
                </a:lnTo>
                <a:lnTo>
                  <a:pt x="285" y="67"/>
                </a:lnTo>
                <a:lnTo>
                  <a:pt x="286" y="67"/>
                </a:lnTo>
                <a:lnTo>
                  <a:pt x="286" y="66"/>
                </a:lnTo>
                <a:lnTo>
                  <a:pt x="287" y="65"/>
                </a:lnTo>
                <a:lnTo>
                  <a:pt x="286" y="65"/>
                </a:lnTo>
                <a:lnTo>
                  <a:pt x="287" y="63"/>
                </a:lnTo>
                <a:lnTo>
                  <a:pt x="288" y="62"/>
                </a:lnTo>
                <a:lnTo>
                  <a:pt x="289" y="60"/>
                </a:lnTo>
                <a:lnTo>
                  <a:pt x="289" y="58"/>
                </a:lnTo>
                <a:lnTo>
                  <a:pt x="289" y="57"/>
                </a:lnTo>
                <a:lnTo>
                  <a:pt x="290" y="56"/>
                </a:lnTo>
                <a:lnTo>
                  <a:pt x="291" y="56"/>
                </a:lnTo>
                <a:lnTo>
                  <a:pt x="291" y="55"/>
                </a:lnTo>
                <a:lnTo>
                  <a:pt x="292" y="53"/>
                </a:lnTo>
                <a:lnTo>
                  <a:pt x="294" y="50"/>
                </a:lnTo>
                <a:lnTo>
                  <a:pt x="295" y="49"/>
                </a:lnTo>
                <a:lnTo>
                  <a:pt x="296" y="49"/>
                </a:lnTo>
                <a:lnTo>
                  <a:pt x="297" y="49"/>
                </a:lnTo>
                <a:lnTo>
                  <a:pt x="298" y="49"/>
                </a:lnTo>
                <a:lnTo>
                  <a:pt x="298" y="50"/>
                </a:lnTo>
                <a:lnTo>
                  <a:pt x="300" y="51"/>
                </a:lnTo>
                <a:lnTo>
                  <a:pt x="301" y="52"/>
                </a:lnTo>
                <a:lnTo>
                  <a:pt x="302" y="52"/>
                </a:lnTo>
                <a:lnTo>
                  <a:pt x="302" y="53"/>
                </a:lnTo>
                <a:lnTo>
                  <a:pt x="303" y="54"/>
                </a:lnTo>
                <a:lnTo>
                  <a:pt x="305" y="54"/>
                </a:lnTo>
                <a:lnTo>
                  <a:pt x="306" y="53"/>
                </a:lnTo>
                <a:lnTo>
                  <a:pt x="307" y="53"/>
                </a:lnTo>
                <a:lnTo>
                  <a:pt x="308" y="53"/>
                </a:lnTo>
                <a:lnTo>
                  <a:pt x="311" y="54"/>
                </a:lnTo>
                <a:lnTo>
                  <a:pt x="314" y="53"/>
                </a:lnTo>
                <a:lnTo>
                  <a:pt x="316" y="52"/>
                </a:lnTo>
                <a:lnTo>
                  <a:pt x="317" y="49"/>
                </a:lnTo>
                <a:lnTo>
                  <a:pt x="317" y="43"/>
                </a:lnTo>
                <a:lnTo>
                  <a:pt x="316" y="43"/>
                </a:lnTo>
                <a:lnTo>
                  <a:pt x="316" y="42"/>
                </a:lnTo>
                <a:lnTo>
                  <a:pt x="315" y="42"/>
                </a:lnTo>
                <a:lnTo>
                  <a:pt x="315" y="41"/>
                </a:lnTo>
                <a:lnTo>
                  <a:pt x="315" y="39"/>
                </a:lnTo>
                <a:lnTo>
                  <a:pt x="315" y="38"/>
                </a:lnTo>
                <a:lnTo>
                  <a:pt x="316" y="38"/>
                </a:lnTo>
                <a:lnTo>
                  <a:pt x="316" y="36"/>
                </a:lnTo>
                <a:lnTo>
                  <a:pt x="316" y="35"/>
                </a:lnTo>
                <a:lnTo>
                  <a:pt x="316" y="34"/>
                </a:lnTo>
                <a:lnTo>
                  <a:pt x="315" y="32"/>
                </a:lnTo>
                <a:lnTo>
                  <a:pt x="315" y="31"/>
                </a:lnTo>
                <a:lnTo>
                  <a:pt x="315" y="29"/>
                </a:lnTo>
                <a:lnTo>
                  <a:pt x="314" y="28"/>
                </a:lnTo>
                <a:lnTo>
                  <a:pt x="314" y="27"/>
                </a:lnTo>
                <a:lnTo>
                  <a:pt x="314" y="26"/>
                </a:lnTo>
                <a:lnTo>
                  <a:pt x="315" y="25"/>
                </a:lnTo>
                <a:lnTo>
                  <a:pt x="316" y="24"/>
                </a:lnTo>
                <a:lnTo>
                  <a:pt x="317" y="24"/>
                </a:lnTo>
                <a:lnTo>
                  <a:pt x="318" y="24"/>
                </a:lnTo>
                <a:lnTo>
                  <a:pt x="319" y="24"/>
                </a:lnTo>
                <a:lnTo>
                  <a:pt x="321" y="24"/>
                </a:lnTo>
                <a:lnTo>
                  <a:pt x="321" y="23"/>
                </a:lnTo>
                <a:lnTo>
                  <a:pt x="325" y="23"/>
                </a:lnTo>
                <a:lnTo>
                  <a:pt x="326" y="23"/>
                </a:lnTo>
                <a:lnTo>
                  <a:pt x="327" y="23"/>
                </a:lnTo>
                <a:lnTo>
                  <a:pt x="329" y="22"/>
                </a:lnTo>
                <a:lnTo>
                  <a:pt x="333" y="22"/>
                </a:lnTo>
                <a:lnTo>
                  <a:pt x="338" y="22"/>
                </a:lnTo>
                <a:lnTo>
                  <a:pt x="339" y="22"/>
                </a:lnTo>
                <a:lnTo>
                  <a:pt x="340" y="22"/>
                </a:lnTo>
                <a:lnTo>
                  <a:pt x="341" y="22"/>
                </a:lnTo>
                <a:lnTo>
                  <a:pt x="342" y="22"/>
                </a:lnTo>
                <a:lnTo>
                  <a:pt x="343" y="22"/>
                </a:lnTo>
                <a:lnTo>
                  <a:pt x="346" y="23"/>
                </a:lnTo>
                <a:lnTo>
                  <a:pt x="346" y="24"/>
                </a:lnTo>
                <a:lnTo>
                  <a:pt x="348" y="24"/>
                </a:lnTo>
                <a:lnTo>
                  <a:pt x="350" y="25"/>
                </a:lnTo>
                <a:lnTo>
                  <a:pt x="351" y="24"/>
                </a:lnTo>
                <a:lnTo>
                  <a:pt x="353" y="19"/>
                </a:lnTo>
                <a:lnTo>
                  <a:pt x="358" y="12"/>
                </a:lnTo>
                <a:lnTo>
                  <a:pt x="361" y="9"/>
                </a:lnTo>
                <a:lnTo>
                  <a:pt x="365" y="3"/>
                </a:lnTo>
                <a:lnTo>
                  <a:pt x="368" y="4"/>
                </a:lnTo>
                <a:lnTo>
                  <a:pt x="369" y="5"/>
                </a:lnTo>
                <a:lnTo>
                  <a:pt x="370" y="5"/>
                </a:lnTo>
                <a:lnTo>
                  <a:pt x="370" y="6"/>
                </a:lnTo>
                <a:lnTo>
                  <a:pt x="371" y="7"/>
                </a:lnTo>
                <a:lnTo>
                  <a:pt x="375" y="7"/>
                </a:lnTo>
                <a:lnTo>
                  <a:pt x="376" y="7"/>
                </a:lnTo>
                <a:lnTo>
                  <a:pt x="377" y="7"/>
                </a:lnTo>
                <a:lnTo>
                  <a:pt x="378" y="6"/>
                </a:lnTo>
                <a:lnTo>
                  <a:pt x="378" y="5"/>
                </a:lnTo>
                <a:lnTo>
                  <a:pt x="379" y="5"/>
                </a:lnTo>
                <a:lnTo>
                  <a:pt x="381" y="4"/>
                </a:lnTo>
                <a:lnTo>
                  <a:pt x="385" y="2"/>
                </a:lnTo>
                <a:lnTo>
                  <a:pt x="385" y="1"/>
                </a:lnTo>
                <a:lnTo>
                  <a:pt x="387" y="0"/>
                </a:lnTo>
                <a:lnTo>
                  <a:pt x="388" y="0"/>
                </a:lnTo>
                <a:lnTo>
                  <a:pt x="388" y="2"/>
                </a:lnTo>
                <a:lnTo>
                  <a:pt x="388" y="3"/>
                </a:lnTo>
                <a:lnTo>
                  <a:pt x="389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5" name=""/>
          <p:cNvSpPr/>
          <p:nvPr/>
        </p:nvSpPr>
        <p:spPr>
          <a:xfrm>
            <a:off x="5722920" y="570240"/>
            <a:ext cx="1277280" cy="995400"/>
          </a:xfrm>
          <a:custGeom>
            <a:avLst/>
            <a:gdLst/>
            <a:ahLst/>
            <a:rect l="0" t="0" r="r" b="b"/>
            <a:pathLst>
              <a:path w="3548" h="2765">
                <a:moveTo>
                  <a:pt x="3548" y="1481"/>
                </a:moveTo>
                <a:lnTo>
                  <a:pt x="3545" y="1483"/>
                </a:lnTo>
                <a:lnTo>
                  <a:pt x="3544" y="1484"/>
                </a:lnTo>
                <a:lnTo>
                  <a:pt x="3543" y="1484"/>
                </a:lnTo>
                <a:lnTo>
                  <a:pt x="3543" y="1485"/>
                </a:lnTo>
                <a:lnTo>
                  <a:pt x="3541" y="1485"/>
                </a:lnTo>
                <a:lnTo>
                  <a:pt x="3540" y="1486"/>
                </a:lnTo>
                <a:lnTo>
                  <a:pt x="3539" y="1486"/>
                </a:lnTo>
                <a:lnTo>
                  <a:pt x="3538" y="1487"/>
                </a:lnTo>
                <a:lnTo>
                  <a:pt x="3537" y="1487"/>
                </a:lnTo>
                <a:lnTo>
                  <a:pt x="3536" y="1488"/>
                </a:lnTo>
                <a:lnTo>
                  <a:pt x="3535" y="1488"/>
                </a:lnTo>
                <a:lnTo>
                  <a:pt x="3534" y="1489"/>
                </a:lnTo>
                <a:lnTo>
                  <a:pt x="3533" y="1489"/>
                </a:lnTo>
                <a:lnTo>
                  <a:pt x="3532" y="1489"/>
                </a:lnTo>
                <a:lnTo>
                  <a:pt x="3532" y="1490"/>
                </a:lnTo>
                <a:lnTo>
                  <a:pt x="3531" y="1490"/>
                </a:lnTo>
                <a:lnTo>
                  <a:pt x="3530" y="1491"/>
                </a:lnTo>
                <a:lnTo>
                  <a:pt x="3529" y="1491"/>
                </a:lnTo>
                <a:lnTo>
                  <a:pt x="3527" y="1492"/>
                </a:lnTo>
                <a:lnTo>
                  <a:pt x="3526" y="1493"/>
                </a:lnTo>
                <a:lnTo>
                  <a:pt x="3523" y="1494"/>
                </a:lnTo>
                <a:lnTo>
                  <a:pt x="3522" y="1495"/>
                </a:lnTo>
                <a:lnTo>
                  <a:pt x="3517" y="1497"/>
                </a:lnTo>
                <a:lnTo>
                  <a:pt x="3516" y="1497"/>
                </a:lnTo>
                <a:lnTo>
                  <a:pt x="3515" y="1497"/>
                </a:lnTo>
                <a:lnTo>
                  <a:pt x="3514" y="1497"/>
                </a:lnTo>
                <a:lnTo>
                  <a:pt x="3514" y="1498"/>
                </a:lnTo>
                <a:lnTo>
                  <a:pt x="3513" y="1500"/>
                </a:lnTo>
                <a:lnTo>
                  <a:pt x="3509" y="1501"/>
                </a:lnTo>
                <a:lnTo>
                  <a:pt x="3508" y="1501"/>
                </a:lnTo>
                <a:lnTo>
                  <a:pt x="3505" y="1502"/>
                </a:lnTo>
                <a:lnTo>
                  <a:pt x="3504" y="1502"/>
                </a:lnTo>
                <a:lnTo>
                  <a:pt x="3504" y="1503"/>
                </a:lnTo>
                <a:lnTo>
                  <a:pt x="3500" y="1509"/>
                </a:lnTo>
                <a:lnTo>
                  <a:pt x="3499" y="1509"/>
                </a:lnTo>
                <a:lnTo>
                  <a:pt x="3498" y="1510"/>
                </a:lnTo>
                <a:lnTo>
                  <a:pt x="3497" y="1510"/>
                </a:lnTo>
                <a:lnTo>
                  <a:pt x="3496" y="1511"/>
                </a:lnTo>
                <a:lnTo>
                  <a:pt x="3493" y="1513"/>
                </a:lnTo>
                <a:lnTo>
                  <a:pt x="3492" y="1514"/>
                </a:lnTo>
                <a:lnTo>
                  <a:pt x="3491" y="1514"/>
                </a:lnTo>
                <a:lnTo>
                  <a:pt x="3489" y="1526"/>
                </a:lnTo>
                <a:lnTo>
                  <a:pt x="3487" y="1530"/>
                </a:lnTo>
                <a:lnTo>
                  <a:pt x="3485" y="1532"/>
                </a:lnTo>
                <a:lnTo>
                  <a:pt x="3483" y="1535"/>
                </a:lnTo>
                <a:lnTo>
                  <a:pt x="3486" y="1537"/>
                </a:lnTo>
                <a:lnTo>
                  <a:pt x="3495" y="1541"/>
                </a:lnTo>
                <a:lnTo>
                  <a:pt x="3491" y="1553"/>
                </a:lnTo>
                <a:lnTo>
                  <a:pt x="3490" y="1557"/>
                </a:lnTo>
                <a:lnTo>
                  <a:pt x="3490" y="1559"/>
                </a:lnTo>
                <a:lnTo>
                  <a:pt x="3508" y="1583"/>
                </a:lnTo>
                <a:lnTo>
                  <a:pt x="3502" y="1588"/>
                </a:lnTo>
                <a:lnTo>
                  <a:pt x="3497" y="1592"/>
                </a:lnTo>
                <a:lnTo>
                  <a:pt x="3492" y="1596"/>
                </a:lnTo>
                <a:lnTo>
                  <a:pt x="3500" y="1616"/>
                </a:lnTo>
                <a:lnTo>
                  <a:pt x="3498" y="1621"/>
                </a:lnTo>
                <a:lnTo>
                  <a:pt x="3499" y="1621"/>
                </a:lnTo>
                <a:lnTo>
                  <a:pt x="3499" y="1622"/>
                </a:lnTo>
                <a:lnTo>
                  <a:pt x="3499" y="1623"/>
                </a:lnTo>
                <a:lnTo>
                  <a:pt x="3498" y="1623"/>
                </a:lnTo>
                <a:lnTo>
                  <a:pt x="3498" y="1624"/>
                </a:lnTo>
                <a:lnTo>
                  <a:pt x="3497" y="1624"/>
                </a:lnTo>
                <a:lnTo>
                  <a:pt x="3497" y="1625"/>
                </a:lnTo>
                <a:lnTo>
                  <a:pt x="3497" y="1626"/>
                </a:lnTo>
                <a:lnTo>
                  <a:pt x="3496" y="1627"/>
                </a:lnTo>
                <a:lnTo>
                  <a:pt x="3496" y="1628"/>
                </a:lnTo>
                <a:lnTo>
                  <a:pt x="3495" y="1628"/>
                </a:lnTo>
                <a:lnTo>
                  <a:pt x="3495" y="1629"/>
                </a:lnTo>
                <a:lnTo>
                  <a:pt x="3495" y="1630"/>
                </a:lnTo>
                <a:lnTo>
                  <a:pt x="3494" y="1631"/>
                </a:lnTo>
                <a:lnTo>
                  <a:pt x="3493" y="1632"/>
                </a:lnTo>
                <a:lnTo>
                  <a:pt x="3492" y="1633"/>
                </a:lnTo>
                <a:lnTo>
                  <a:pt x="3490" y="1634"/>
                </a:lnTo>
                <a:lnTo>
                  <a:pt x="3489" y="1635"/>
                </a:lnTo>
                <a:lnTo>
                  <a:pt x="3488" y="1636"/>
                </a:lnTo>
                <a:lnTo>
                  <a:pt x="3487" y="1637"/>
                </a:lnTo>
                <a:lnTo>
                  <a:pt x="3486" y="1637"/>
                </a:lnTo>
                <a:lnTo>
                  <a:pt x="3485" y="1639"/>
                </a:lnTo>
                <a:lnTo>
                  <a:pt x="3485" y="1640"/>
                </a:lnTo>
                <a:lnTo>
                  <a:pt x="3484" y="1640"/>
                </a:lnTo>
                <a:lnTo>
                  <a:pt x="3482" y="1641"/>
                </a:lnTo>
                <a:lnTo>
                  <a:pt x="3481" y="1642"/>
                </a:lnTo>
                <a:lnTo>
                  <a:pt x="3480" y="1643"/>
                </a:lnTo>
                <a:lnTo>
                  <a:pt x="3479" y="1643"/>
                </a:lnTo>
                <a:lnTo>
                  <a:pt x="3478" y="1644"/>
                </a:lnTo>
                <a:lnTo>
                  <a:pt x="3477" y="1644"/>
                </a:lnTo>
                <a:lnTo>
                  <a:pt x="3476" y="1645"/>
                </a:lnTo>
                <a:lnTo>
                  <a:pt x="3475" y="1645"/>
                </a:lnTo>
                <a:lnTo>
                  <a:pt x="3473" y="1645"/>
                </a:lnTo>
                <a:lnTo>
                  <a:pt x="3470" y="1647"/>
                </a:lnTo>
                <a:lnTo>
                  <a:pt x="3469" y="1648"/>
                </a:lnTo>
                <a:lnTo>
                  <a:pt x="3468" y="1648"/>
                </a:lnTo>
                <a:lnTo>
                  <a:pt x="3466" y="1649"/>
                </a:lnTo>
                <a:lnTo>
                  <a:pt x="3462" y="1650"/>
                </a:lnTo>
                <a:lnTo>
                  <a:pt x="3460" y="1651"/>
                </a:lnTo>
                <a:lnTo>
                  <a:pt x="3458" y="1651"/>
                </a:lnTo>
                <a:lnTo>
                  <a:pt x="3456" y="1652"/>
                </a:lnTo>
                <a:lnTo>
                  <a:pt x="3456" y="1653"/>
                </a:lnTo>
                <a:lnTo>
                  <a:pt x="3455" y="1653"/>
                </a:lnTo>
                <a:lnTo>
                  <a:pt x="3454" y="1654"/>
                </a:lnTo>
                <a:lnTo>
                  <a:pt x="3453" y="1655"/>
                </a:lnTo>
                <a:lnTo>
                  <a:pt x="3450" y="1655"/>
                </a:lnTo>
                <a:lnTo>
                  <a:pt x="3448" y="1654"/>
                </a:lnTo>
                <a:lnTo>
                  <a:pt x="3446" y="1654"/>
                </a:lnTo>
                <a:lnTo>
                  <a:pt x="3445" y="1654"/>
                </a:lnTo>
                <a:lnTo>
                  <a:pt x="3443" y="1655"/>
                </a:lnTo>
                <a:lnTo>
                  <a:pt x="3440" y="1656"/>
                </a:lnTo>
                <a:lnTo>
                  <a:pt x="3439" y="1656"/>
                </a:lnTo>
                <a:lnTo>
                  <a:pt x="3437" y="1656"/>
                </a:lnTo>
                <a:lnTo>
                  <a:pt x="3433" y="1656"/>
                </a:lnTo>
                <a:lnTo>
                  <a:pt x="3432" y="1656"/>
                </a:lnTo>
                <a:lnTo>
                  <a:pt x="3431" y="1656"/>
                </a:lnTo>
                <a:lnTo>
                  <a:pt x="3430" y="1656"/>
                </a:lnTo>
                <a:lnTo>
                  <a:pt x="3429" y="1657"/>
                </a:lnTo>
                <a:lnTo>
                  <a:pt x="3426" y="1656"/>
                </a:lnTo>
                <a:lnTo>
                  <a:pt x="3425" y="1656"/>
                </a:lnTo>
                <a:lnTo>
                  <a:pt x="3422" y="1657"/>
                </a:lnTo>
                <a:lnTo>
                  <a:pt x="3421" y="1658"/>
                </a:lnTo>
                <a:lnTo>
                  <a:pt x="3420" y="1658"/>
                </a:lnTo>
                <a:lnTo>
                  <a:pt x="3419" y="1659"/>
                </a:lnTo>
                <a:lnTo>
                  <a:pt x="3418" y="1659"/>
                </a:lnTo>
                <a:lnTo>
                  <a:pt x="3417" y="1660"/>
                </a:lnTo>
                <a:lnTo>
                  <a:pt x="3416" y="1660"/>
                </a:lnTo>
                <a:lnTo>
                  <a:pt x="3415" y="1661"/>
                </a:lnTo>
                <a:lnTo>
                  <a:pt x="3414" y="1661"/>
                </a:lnTo>
                <a:lnTo>
                  <a:pt x="3413" y="1661"/>
                </a:lnTo>
                <a:lnTo>
                  <a:pt x="3411" y="1661"/>
                </a:lnTo>
                <a:lnTo>
                  <a:pt x="3410" y="1662"/>
                </a:lnTo>
                <a:lnTo>
                  <a:pt x="3409" y="1662"/>
                </a:lnTo>
                <a:lnTo>
                  <a:pt x="3409" y="1663"/>
                </a:lnTo>
                <a:lnTo>
                  <a:pt x="3408" y="1664"/>
                </a:lnTo>
                <a:lnTo>
                  <a:pt x="3407" y="1664"/>
                </a:lnTo>
                <a:lnTo>
                  <a:pt x="3406" y="1665"/>
                </a:lnTo>
                <a:lnTo>
                  <a:pt x="3404" y="1665"/>
                </a:lnTo>
                <a:lnTo>
                  <a:pt x="3403" y="1666"/>
                </a:lnTo>
                <a:lnTo>
                  <a:pt x="3401" y="1668"/>
                </a:lnTo>
                <a:lnTo>
                  <a:pt x="3400" y="1669"/>
                </a:lnTo>
                <a:lnTo>
                  <a:pt x="3399" y="1669"/>
                </a:lnTo>
                <a:lnTo>
                  <a:pt x="3398" y="1670"/>
                </a:lnTo>
                <a:lnTo>
                  <a:pt x="3395" y="1671"/>
                </a:lnTo>
                <a:lnTo>
                  <a:pt x="3393" y="1673"/>
                </a:lnTo>
                <a:lnTo>
                  <a:pt x="3389" y="1676"/>
                </a:lnTo>
                <a:lnTo>
                  <a:pt x="3388" y="1676"/>
                </a:lnTo>
                <a:lnTo>
                  <a:pt x="3385" y="1678"/>
                </a:lnTo>
                <a:lnTo>
                  <a:pt x="3382" y="1679"/>
                </a:lnTo>
                <a:lnTo>
                  <a:pt x="3381" y="1680"/>
                </a:lnTo>
                <a:lnTo>
                  <a:pt x="3379" y="1682"/>
                </a:lnTo>
                <a:lnTo>
                  <a:pt x="3377" y="1683"/>
                </a:lnTo>
                <a:lnTo>
                  <a:pt x="3376" y="1684"/>
                </a:lnTo>
                <a:lnTo>
                  <a:pt x="3373" y="1687"/>
                </a:lnTo>
                <a:lnTo>
                  <a:pt x="3372" y="1688"/>
                </a:lnTo>
                <a:lnTo>
                  <a:pt x="3371" y="1690"/>
                </a:lnTo>
                <a:lnTo>
                  <a:pt x="3371" y="1691"/>
                </a:lnTo>
                <a:lnTo>
                  <a:pt x="3370" y="1691"/>
                </a:lnTo>
                <a:lnTo>
                  <a:pt x="3370" y="1692"/>
                </a:lnTo>
                <a:lnTo>
                  <a:pt x="3370" y="1693"/>
                </a:lnTo>
                <a:lnTo>
                  <a:pt x="3370" y="1694"/>
                </a:lnTo>
                <a:lnTo>
                  <a:pt x="3369" y="1695"/>
                </a:lnTo>
                <a:lnTo>
                  <a:pt x="3368" y="1696"/>
                </a:lnTo>
                <a:lnTo>
                  <a:pt x="3367" y="1698"/>
                </a:lnTo>
                <a:lnTo>
                  <a:pt x="3367" y="1699"/>
                </a:lnTo>
                <a:lnTo>
                  <a:pt x="3367" y="1700"/>
                </a:lnTo>
                <a:lnTo>
                  <a:pt x="3367" y="1701"/>
                </a:lnTo>
                <a:lnTo>
                  <a:pt x="3366" y="1703"/>
                </a:lnTo>
                <a:lnTo>
                  <a:pt x="3365" y="1704"/>
                </a:lnTo>
                <a:lnTo>
                  <a:pt x="3364" y="1705"/>
                </a:lnTo>
                <a:lnTo>
                  <a:pt x="3362" y="1703"/>
                </a:lnTo>
                <a:lnTo>
                  <a:pt x="3358" y="1696"/>
                </a:lnTo>
                <a:lnTo>
                  <a:pt x="3357" y="1695"/>
                </a:lnTo>
                <a:lnTo>
                  <a:pt x="3355" y="1688"/>
                </a:lnTo>
                <a:lnTo>
                  <a:pt x="3355" y="1687"/>
                </a:lnTo>
                <a:lnTo>
                  <a:pt x="3355" y="1686"/>
                </a:lnTo>
                <a:lnTo>
                  <a:pt x="3355" y="1685"/>
                </a:lnTo>
                <a:lnTo>
                  <a:pt x="3354" y="1684"/>
                </a:lnTo>
                <a:lnTo>
                  <a:pt x="3354" y="1683"/>
                </a:lnTo>
                <a:lnTo>
                  <a:pt x="3353" y="1683"/>
                </a:lnTo>
                <a:lnTo>
                  <a:pt x="3353" y="1682"/>
                </a:lnTo>
                <a:lnTo>
                  <a:pt x="3353" y="1681"/>
                </a:lnTo>
                <a:lnTo>
                  <a:pt x="3353" y="1680"/>
                </a:lnTo>
                <a:lnTo>
                  <a:pt x="3351" y="1677"/>
                </a:lnTo>
                <a:lnTo>
                  <a:pt x="3351" y="1676"/>
                </a:lnTo>
                <a:lnTo>
                  <a:pt x="3351" y="1675"/>
                </a:lnTo>
                <a:lnTo>
                  <a:pt x="3352" y="1674"/>
                </a:lnTo>
                <a:lnTo>
                  <a:pt x="3352" y="1673"/>
                </a:lnTo>
                <a:lnTo>
                  <a:pt x="3352" y="1672"/>
                </a:lnTo>
                <a:lnTo>
                  <a:pt x="3352" y="1671"/>
                </a:lnTo>
                <a:lnTo>
                  <a:pt x="3350" y="1670"/>
                </a:lnTo>
                <a:lnTo>
                  <a:pt x="3348" y="1669"/>
                </a:lnTo>
                <a:lnTo>
                  <a:pt x="3347" y="1666"/>
                </a:lnTo>
                <a:lnTo>
                  <a:pt x="3346" y="1665"/>
                </a:lnTo>
                <a:lnTo>
                  <a:pt x="3345" y="1663"/>
                </a:lnTo>
                <a:lnTo>
                  <a:pt x="3344" y="1662"/>
                </a:lnTo>
                <a:lnTo>
                  <a:pt x="3344" y="1660"/>
                </a:lnTo>
                <a:lnTo>
                  <a:pt x="3340" y="1660"/>
                </a:lnTo>
                <a:lnTo>
                  <a:pt x="3324" y="1668"/>
                </a:lnTo>
                <a:lnTo>
                  <a:pt x="3318" y="1668"/>
                </a:lnTo>
                <a:lnTo>
                  <a:pt x="3301" y="1677"/>
                </a:lnTo>
                <a:lnTo>
                  <a:pt x="3294" y="1684"/>
                </a:lnTo>
                <a:lnTo>
                  <a:pt x="3292" y="1687"/>
                </a:lnTo>
                <a:lnTo>
                  <a:pt x="3286" y="1696"/>
                </a:lnTo>
                <a:lnTo>
                  <a:pt x="3281" y="1702"/>
                </a:lnTo>
                <a:lnTo>
                  <a:pt x="3274" y="1703"/>
                </a:lnTo>
                <a:lnTo>
                  <a:pt x="3248" y="1706"/>
                </a:lnTo>
                <a:lnTo>
                  <a:pt x="3206" y="1737"/>
                </a:lnTo>
                <a:lnTo>
                  <a:pt x="3190" y="1749"/>
                </a:lnTo>
                <a:lnTo>
                  <a:pt x="3160" y="1778"/>
                </a:lnTo>
                <a:lnTo>
                  <a:pt x="3158" y="1780"/>
                </a:lnTo>
                <a:lnTo>
                  <a:pt x="3142" y="1803"/>
                </a:lnTo>
                <a:lnTo>
                  <a:pt x="3124" y="1823"/>
                </a:lnTo>
                <a:lnTo>
                  <a:pt x="3124" y="1840"/>
                </a:lnTo>
                <a:lnTo>
                  <a:pt x="3112" y="1865"/>
                </a:lnTo>
                <a:lnTo>
                  <a:pt x="3112" y="1866"/>
                </a:lnTo>
                <a:lnTo>
                  <a:pt x="3073" y="1865"/>
                </a:lnTo>
                <a:lnTo>
                  <a:pt x="3072" y="1865"/>
                </a:lnTo>
                <a:lnTo>
                  <a:pt x="3047" y="1867"/>
                </a:lnTo>
                <a:lnTo>
                  <a:pt x="2995" y="1869"/>
                </a:lnTo>
                <a:lnTo>
                  <a:pt x="2983" y="1870"/>
                </a:lnTo>
                <a:lnTo>
                  <a:pt x="2983" y="1873"/>
                </a:lnTo>
                <a:lnTo>
                  <a:pt x="2978" y="1902"/>
                </a:lnTo>
                <a:lnTo>
                  <a:pt x="2977" y="1907"/>
                </a:lnTo>
                <a:lnTo>
                  <a:pt x="2973" y="1924"/>
                </a:lnTo>
                <a:lnTo>
                  <a:pt x="2966" y="1934"/>
                </a:lnTo>
                <a:lnTo>
                  <a:pt x="2959" y="1945"/>
                </a:lnTo>
                <a:lnTo>
                  <a:pt x="2952" y="1954"/>
                </a:lnTo>
                <a:lnTo>
                  <a:pt x="2945" y="1985"/>
                </a:lnTo>
                <a:lnTo>
                  <a:pt x="2939" y="2004"/>
                </a:lnTo>
                <a:lnTo>
                  <a:pt x="2939" y="2005"/>
                </a:lnTo>
                <a:lnTo>
                  <a:pt x="2937" y="2012"/>
                </a:lnTo>
                <a:lnTo>
                  <a:pt x="2935" y="2019"/>
                </a:lnTo>
                <a:lnTo>
                  <a:pt x="2934" y="2023"/>
                </a:lnTo>
                <a:lnTo>
                  <a:pt x="2927" y="2042"/>
                </a:lnTo>
                <a:lnTo>
                  <a:pt x="2924" y="2052"/>
                </a:lnTo>
                <a:lnTo>
                  <a:pt x="2923" y="2054"/>
                </a:lnTo>
                <a:lnTo>
                  <a:pt x="2912" y="2083"/>
                </a:lnTo>
                <a:lnTo>
                  <a:pt x="2910" y="2085"/>
                </a:lnTo>
                <a:lnTo>
                  <a:pt x="2891" y="2110"/>
                </a:lnTo>
                <a:lnTo>
                  <a:pt x="2890" y="2111"/>
                </a:lnTo>
                <a:lnTo>
                  <a:pt x="2879" y="2119"/>
                </a:lnTo>
                <a:lnTo>
                  <a:pt x="2867" y="2128"/>
                </a:lnTo>
                <a:lnTo>
                  <a:pt x="2867" y="2129"/>
                </a:lnTo>
                <a:lnTo>
                  <a:pt x="2865" y="2130"/>
                </a:lnTo>
                <a:lnTo>
                  <a:pt x="2864" y="2130"/>
                </a:lnTo>
                <a:lnTo>
                  <a:pt x="2862" y="2132"/>
                </a:lnTo>
                <a:lnTo>
                  <a:pt x="2861" y="2132"/>
                </a:lnTo>
                <a:lnTo>
                  <a:pt x="2859" y="2133"/>
                </a:lnTo>
                <a:lnTo>
                  <a:pt x="2858" y="2134"/>
                </a:lnTo>
                <a:lnTo>
                  <a:pt x="2859" y="2137"/>
                </a:lnTo>
                <a:lnTo>
                  <a:pt x="2859" y="2141"/>
                </a:lnTo>
                <a:lnTo>
                  <a:pt x="2857" y="2143"/>
                </a:lnTo>
                <a:lnTo>
                  <a:pt x="2857" y="2145"/>
                </a:lnTo>
                <a:lnTo>
                  <a:pt x="2857" y="2146"/>
                </a:lnTo>
                <a:lnTo>
                  <a:pt x="2857" y="2150"/>
                </a:lnTo>
                <a:lnTo>
                  <a:pt x="2857" y="2151"/>
                </a:lnTo>
                <a:lnTo>
                  <a:pt x="2857" y="2152"/>
                </a:lnTo>
                <a:lnTo>
                  <a:pt x="2857" y="2153"/>
                </a:lnTo>
                <a:lnTo>
                  <a:pt x="2857" y="2154"/>
                </a:lnTo>
                <a:lnTo>
                  <a:pt x="2858" y="2156"/>
                </a:lnTo>
                <a:lnTo>
                  <a:pt x="2858" y="2157"/>
                </a:lnTo>
                <a:lnTo>
                  <a:pt x="2857" y="2158"/>
                </a:lnTo>
                <a:lnTo>
                  <a:pt x="2858" y="2158"/>
                </a:lnTo>
                <a:lnTo>
                  <a:pt x="2858" y="2159"/>
                </a:lnTo>
                <a:lnTo>
                  <a:pt x="2858" y="2160"/>
                </a:lnTo>
                <a:lnTo>
                  <a:pt x="2858" y="2161"/>
                </a:lnTo>
                <a:lnTo>
                  <a:pt x="2858" y="2162"/>
                </a:lnTo>
                <a:lnTo>
                  <a:pt x="2859" y="2162"/>
                </a:lnTo>
                <a:lnTo>
                  <a:pt x="2859" y="2163"/>
                </a:lnTo>
                <a:lnTo>
                  <a:pt x="2859" y="2164"/>
                </a:lnTo>
                <a:lnTo>
                  <a:pt x="2858" y="2164"/>
                </a:lnTo>
                <a:lnTo>
                  <a:pt x="2857" y="2164"/>
                </a:lnTo>
                <a:lnTo>
                  <a:pt x="2856" y="2165"/>
                </a:lnTo>
                <a:lnTo>
                  <a:pt x="2856" y="2166"/>
                </a:lnTo>
                <a:lnTo>
                  <a:pt x="2856" y="2167"/>
                </a:lnTo>
                <a:lnTo>
                  <a:pt x="2856" y="2168"/>
                </a:lnTo>
                <a:lnTo>
                  <a:pt x="2856" y="2169"/>
                </a:lnTo>
                <a:lnTo>
                  <a:pt x="2856" y="2170"/>
                </a:lnTo>
                <a:lnTo>
                  <a:pt x="2857" y="2170"/>
                </a:lnTo>
                <a:lnTo>
                  <a:pt x="2858" y="2171"/>
                </a:lnTo>
                <a:lnTo>
                  <a:pt x="2859" y="2171"/>
                </a:lnTo>
                <a:lnTo>
                  <a:pt x="2859" y="2172"/>
                </a:lnTo>
                <a:lnTo>
                  <a:pt x="2860" y="2172"/>
                </a:lnTo>
                <a:lnTo>
                  <a:pt x="2860" y="2171"/>
                </a:lnTo>
                <a:lnTo>
                  <a:pt x="2861" y="2171"/>
                </a:lnTo>
                <a:lnTo>
                  <a:pt x="2862" y="2171"/>
                </a:lnTo>
                <a:lnTo>
                  <a:pt x="2862" y="2173"/>
                </a:lnTo>
                <a:lnTo>
                  <a:pt x="2862" y="2174"/>
                </a:lnTo>
                <a:lnTo>
                  <a:pt x="2863" y="2174"/>
                </a:lnTo>
                <a:lnTo>
                  <a:pt x="2863" y="2175"/>
                </a:lnTo>
                <a:lnTo>
                  <a:pt x="2864" y="2176"/>
                </a:lnTo>
                <a:lnTo>
                  <a:pt x="2863" y="2176"/>
                </a:lnTo>
                <a:lnTo>
                  <a:pt x="2863" y="2177"/>
                </a:lnTo>
                <a:lnTo>
                  <a:pt x="2864" y="2178"/>
                </a:lnTo>
                <a:lnTo>
                  <a:pt x="2864" y="2179"/>
                </a:lnTo>
                <a:lnTo>
                  <a:pt x="2864" y="2180"/>
                </a:lnTo>
                <a:lnTo>
                  <a:pt x="2865" y="2181"/>
                </a:lnTo>
                <a:lnTo>
                  <a:pt x="2865" y="2182"/>
                </a:lnTo>
                <a:lnTo>
                  <a:pt x="2864" y="2182"/>
                </a:lnTo>
                <a:lnTo>
                  <a:pt x="2864" y="2181"/>
                </a:lnTo>
                <a:lnTo>
                  <a:pt x="2862" y="2181"/>
                </a:lnTo>
                <a:lnTo>
                  <a:pt x="2862" y="2182"/>
                </a:lnTo>
                <a:lnTo>
                  <a:pt x="2861" y="2182"/>
                </a:lnTo>
                <a:lnTo>
                  <a:pt x="2859" y="2183"/>
                </a:lnTo>
                <a:lnTo>
                  <a:pt x="2859" y="2184"/>
                </a:lnTo>
                <a:lnTo>
                  <a:pt x="2858" y="2184"/>
                </a:lnTo>
                <a:lnTo>
                  <a:pt x="2857" y="2184"/>
                </a:lnTo>
                <a:lnTo>
                  <a:pt x="2857" y="2183"/>
                </a:lnTo>
                <a:lnTo>
                  <a:pt x="2856" y="2183"/>
                </a:lnTo>
                <a:lnTo>
                  <a:pt x="2855" y="2183"/>
                </a:lnTo>
                <a:lnTo>
                  <a:pt x="2854" y="2183"/>
                </a:lnTo>
                <a:lnTo>
                  <a:pt x="2853" y="2183"/>
                </a:lnTo>
                <a:lnTo>
                  <a:pt x="2852" y="2183"/>
                </a:lnTo>
                <a:lnTo>
                  <a:pt x="2851" y="2182"/>
                </a:lnTo>
                <a:lnTo>
                  <a:pt x="2850" y="2182"/>
                </a:lnTo>
                <a:lnTo>
                  <a:pt x="2849" y="2182"/>
                </a:lnTo>
                <a:lnTo>
                  <a:pt x="2848" y="2181"/>
                </a:lnTo>
                <a:lnTo>
                  <a:pt x="2846" y="2181"/>
                </a:lnTo>
                <a:lnTo>
                  <a:pt x="2844" y="2181"/>
                </a:lnTo>
                <a:lnTo>
                  <a:pt x="2843" y="2181"/>
                </a:lnTo>
                <a:lnTo>
                  <a:pt x="2842" y="2181"/>
                </a:lnTo>
                <a:lnTo>
                  <a:pt x="2839" y="2181"/>
                </a:lnTo>
                <a:lnTo>
                  <a:pt x="2839" y="2182"/>
                </a:lnTo>
                <a:lnTo>
                  <a:pt x="2838" y="2182"/>
                </a:lnTo>
                <a:lnTo>
                  <a:pt x="2838" y="2181"/>
                </a:lnTo>
                <a:lnTo>
                  <a:pt x="2837" y="2181"/>
                </a:lnTo>
                <a:lnTo>
                  <a:pt x="2837" y="2182"/>
                </a:lnTo>
                <a:lnTo>
                  <a:pt x="2836" y="2182"/>
                </a:lnTo>
                <a:lnTo>
                  <a:pt x="2834" y="2182"/>
                </a:lnTo>
                <a:lnTo>
                  <a:pt x="2833" y="2182"/>
                </a:lnTo>
                <a:lnTo>
                  <a:pt x="2832" y="2183"/>
                </a:lnTo>
                <a:lnTo>
                  <a:pt x="2831" y="2184"/>
                </a:lnTo>
                <a:lnTo>
                  <a:pt x="2831" y="2183"/>
                </a:lnTo>
                <a:lnTo>
                  <a:pt x="2829" y="2183"/>
                </a:lnTo>
                <a:lnTo>
                  <a:pt x="2828" y="2184"/>
                </a:lnTo>
                <a:lnTo>
                  <a:pt x="2827" y="2185"/>
                </a:lnTo>
                <a:lnTo>
                  <a:pt x="2826" y="2186"/>
                </a:lnTo>
                <a:lnTo>
                  <a:pt x="2825" y="2187"/>
                </a:lnTo>
                <a:lnTo>
                  <a:pt x="2825" y="2188"/>
                </a:lnTo>
                <a:lnTo>
                  <a:pt x="2825" y="2187"/>
                </a:lnTo>
                <a:lnTo>
                  <a:pt x="2824" y="2187"/>
                </a:lnTo>
                <a:lnTo>
                  <a:pt x="2824" y="2186"/>
                </a:lnTo>
                <a:lnTo>
                  <a:pt x="2822" y="2186"/>
                </a:lnTo>
                <a:lnTo>
                  <a:pt x="2822" y="2187"/>
                </a:lnTo>
                <a:lnTo>
                  <a:pt x="2820" y="2186"/>
                </a:lnTo>
                <a:lnTo>
                  <a:pt x="2819" y="2187"/>
                </a:lnTo>
                <a:lnTo>
                  <a:pt x="2819" y="2186"/>
                </a:lnTo>
                <a:lnTo>
                  <a:pt x="2818" y="2186"/>
                </a:lnTo>
                <a:lnTo>
                  <a:pt x="2817" y="2186"/>
                </a:lnTo>
                <a:lnTo>
                  <a:pt x="2816" y="2186"/>
                </a:lnTo>
                <a:lnTo>
                  <a:pt x="2815" y="2185"/>
                </a:lnTo>
                <a:lnTo>
                  <a:pt x="2814" y="2186"/>
                </a:lnTo>
                <a:lnTo>
                  <a:pt x="2812" y="2187"/>
                </a:lnTo>
                <a:lnTo>
                  <a:pt x="2811" y="2187"/>
                </a:lnTo>
                <a:lnTo>
                  <a:pt x="2809" y="2186"/>
                </a:lnTo>
                <a:lnTo>
                  <a:pt x="2808" y="2187"/>
                </a:lnTo>
                <a:lnTo>
                  <a:pt x="2807" y="2187"/>
                </a:lnTo>
                <a:lnTo>
                  <a:pt x="2806" y="2187"/>
                </a:lnTo>
                <a:lnTo>
                  <a:pt x="2805" y="2187"/>
                </a:lnTo>
                <a:lnTo>
                  <a:pt x="2804" y="2187"/>
                </a:lnTo>
                <a:lnTo>
                  <a:pt x="2803" y="2187"/>
                </a:lnTo>
                <a:lnTo>
                  <a:pt x="2802" y="2187"/>
                </a:lnTo>
                <a:lnTo>
                  <a:pt x="2802" y="2188"/>
                </a:lnTo>
                <a:lnTo>
                  <a:pt x="2801" y="2188"/>
                </a:lnTo>
                <a:lnTo>
                  <a:pt x="2800" y="2188"/>
                </a:lnTo>
                <a:lnTo>
                  <a:pt x="2799" y="2188"/>
                </a:lnTo>
                <a:lnTo>
                  <a:pt x="2798" y="2188"/>
                </a:lnTo>
                <a:lnTo>
                  <a:pt x="2797" y="2189"/>
                </a:lnTo>
                <a:lnTo>
                  <a:pt x="2797" y="2188"/>
                </a:lnTo>
                <a:lnTo>
                  <a:pt x="2796" y="2188"/>
                </a:lnTo>
                <a:lnTo>
                  <a:pt x="2795" y="2189"/>
                </a:lnTo>
                <a:lnTo>
                  <a:pt x="2794" y="2189"/>
                </a:lnTo>
                <a:lnTo>
                  <a:pt x="2793" y="2189"/>
                </a:lnTo>
                <a:lnTo>
                  <a:pt x="2792" y="2189"/>
                </a:lnTo>
                <a:lnTo>
                  <a:pt x="2792" y="2190"/>
                </a:lnTo>
                <a:lnTo>
                  <a:pt x="2791" y="2190"/>
                </a:lnTo>
                <a:lnTo>
                  <a:pt x="2791" y="2191"/>
                </a:lnTo>
                <a:lnTo>
                  <a:pt x="2790" y="2190"/>
                </a:lnTo>
                <a:lnTo>
                  <a:pt x="2790" y="2191"/>
                </a:lnTo>
                <a:lnTo>
                  <a:pt x="2789" y="2191"/>
                </a:lnTo>
                <a:lnTo>
                  <a:pt x="2788" y="2191"/>
                </a:lnTo>
                <a:lnTo>
                  <a:pt x="2787" y="2191"/>
                </a:lnTo>
                <a:lnTo>
                  <a:pt x="2787" y="2192"/>
                </a:lnTo>
                <a:lnTo>
                  <a:pt x="2786" y="2192"/>
                </a:lnTo>
                <a:lnTo>
                  <a:pt x="2785" y="2192"/>
                </a:lnTo>
                <a:lnTo>
                  <a:pt x="2785" y="2193"/>
                </a:lnTo>
                <a:lnTo>
                  <a:pt x="2783" y="2193"/>
                </a:lnTo>
                <a:lnTo>
                  <a:pt x="2782" y="2194"/>
                </a:lnTo>
                <a:lnTo>
                  <a:pt x="2781" y="2194"/>
                </a:lnTo>
                <a:lnTo>
                  <a:pt x="2780" y="2194"/>
                </a:lnTo>
                <a:lnTo>
                  <a:pt x="2778" y="2194"/>
                </a:lnTo>
                <a:lnTo>
                  <a:pt x="2778" y="2195"/>
                </a:lnTo>
                <a:lnTo>
                  <a:pt x="2777" y="2197"/>
                </a:lnTo>
                <a:lnTo>
                  <a:pt x="2777" y="2198"/>
                </a:lnTo>
                <a:lnTo>
                  <a:pt x="2776" y="2198"/>
                </a:lnTo>
                <a:lnTo>
                  <a:pt x="2775" y="2198"/>
                </a:lnTo>
                <a:lnTo>
                  <a:pt x="2774" y="2198"/>
                </a:lnTo>
                <a:lnTo>
                  <a:pt x="2773" y="2198"/>
                </a:lnTo>
                <a:lnTo>
                  <a:pt x="2772" y="2198"/>
                </a:lnTo>
                <a:lnTo>
                  <a:pt x="2771" y="2198"/>
                </a:lnTo>
                <a:lnTo>
                  <a:pt x="2769" y="2198"/>
                </a:lnTo>
                <a:lnTo>
                  <a:pt x="2769" y="2197"/>
                </a:lnTo>
                <a:lnTo>
                  <a:pt x="2768" y="2197"/>
                </a:lnTo>
                <a:lnTo>
                  <a:pt x="2768" y="2198"/>
                </a:lnTo>
                <a:lnTo>
                  <a:pt x="2767" y="2198"/>
                </a:lnTo>
                <a:lnTo>
                  <a:pt x="2766" y="2198"/>
                </a:lnTo>
                <a:lnTo>
                  <a:pt x="2765" y="2198"/>
                </a:lnTo>
                <a:lnTo>
                  <a:pt x="2764" y="2198"/>
                </a:lnTo>
                <a:lnTo>
                  <a:pt x="2764" y="2199"/>
                </a:lnTo>
                <a:lnTo>
                  <a:pt x="2763" y="2199"/>
                </a:lnTo>
                <a:lnTo>
                  <a:pt x="2762" y="2199"/>
                </a:lnTo>
                <a:lnTo>
                  <a:pt x="2761" y="2199"/>
                </a:lnTo>
                <a:lnTo>
                  <a:pt x="2760" y="2199"/>
                </a:lnTo>
                <a:lnTo>
                  <a:pt x="2759" y="2198"/>
                </a:lnTo>
                <a:lnTo>
                  <a:pt x="2757" y="2198"/>
                </a:lnTo>
                <a:lnTo>
                  <a:pt x="2757" y="2197"/>
                </a:lnTo>
                <a:lnTo>
                  <a:pt x="2755" y="2198"/>
                </a:lnTo>
                <a:lnTo>
                  <a:pt x="2754" y="2198"/>
                </a:lnTo>
                <a:lnTo>
                  <a:pt x="2753" y="2198"/>
                </a:lnTo>
                <a:lnTo>
                  <a:pt x="2752" y="2197"/>
                </a:lnTo>
                <a:lnTo>
                  <a:pt x="2751" y="2197"/>
                </a:lnTo>
                <a:lnTo>
                  <a:pt x="2749" y="2197"/>
                </a:lnTo>
                <a:lnTo>
                  <a:pt x="2746" y="2198"/>
                </a:lnTo>
                <a:lnTo>
                  <a:pt x="2746" y="2199"/>
                </a:lnTo>
                <a:lnTo>
                  <a:pt x="2745" y="2199"/>
                </a:lnTo>
                <a:lnTo>
                  <a:pt x="2744" y="2199"/>
                </a:lnTo>
                <a:lnTo>
                  <a:pt x="2743" y="2198"/>
                </a:lnTo>
                <a:lnTo>
                  <a:pt x="2742" y="2199"/>
                </a:lnTo>
                <a:lnTo>
                  <a:pt x="2741" y="2199"/>
                </a:lnTo>
                <a:lnTo>
                  <a:pt x="2741" y="2198"/>
                </a:lnTo>
                <a:lnTo>
                  <a:pt x="2740" y="2198"/>
                </a:lnTo>
                <a:lnTo>
                  <a:pt x="2739" y="2198"/>
                </a:lnTo>
                <a:lnTo>
                  <a:pt x="2739" y="2199"/>
                </a:lnTo>
                <a:lnTo>
                  <a:pt x="2738" y="2200"/>
                </a:lnTo>
                <a:lnTo>
                  <a:pt x="2737" y="2200"/>
                </a:lnTo>
                <a:lnTo>
                  <a:pt x="2736" y="2200"/>
                </a:lnTo>
                <a:lnTo>
                  <a:pt x="2735" y="2201"/>
                </a:lnTo>
                <a:lnTo>
                  <a:pt x="2734" y="2201"/>
                </a:lnTo>
                <a:lnTo>
                  <a:pt x="2733" y="2201"/>
                </a:lnTo>
                <a:lnTo>
                  <a:pt x="2732" y="2201"/>
                </a:lnTo>
                <a:lnTo>
                  <a:pt x="2731" y="2201"/>
                </a:lnTo>
                <a:lnTo>
                  <a:pt x="2730" y="2201"/>
                </a:lnTo>
                <a:lnTo>
                  <a:pt x="2729" y="2202"/>
                </a:lnTo>
                <a:lnTo>
                  <a:pt x="2728" y="2201"/>
                </a:lnTo>
                <a:lnTo>
                  <a:pt x="2727" y="2201"/>
                </a:lnTo>
                <a:lnTo>
                  <a:pt x="2727" y="2202"/>
                </a:lnTo>
                <a:lnTo>
                  <a:pt x="2725" y="2202"/>
                </a:lnTo>
                <a:lnTo>
                  <a:pt x="2724" y="2202"/>
                </a:lnTo>
                <a:lnTo>
                  <a:pt x="2723" y="2202"/>
                </a:lnTo>
                <a:lnTo>
                  <a:pt x="2721" y="2202"/>
                </a:lnTo>
                <a:lnTo>
                  <a:pt x="2720" y="2203"/>
                </a:lnTo>
                <a:lnTo>
                  <a:pt x="2719" y="2203"/>
                </a:lnTo>
                <a:lnTo>
                  <a:pt x="2718" y="2203"/>
                </a:lnTo>
                <a:lnTo>
                  <a:pt x="2717" y="2203"/>
                </a:lnTo>
                <a:lnTo>
                  <a:pt x="2716" y="2202"/>
                </a:lnTo>
                <a:lnTo>
                  <a:pt x="2716" y="2203"/>
                </a:lnTo>
                <a:lnTo>
                  <a:pt x="2715" y="2203"/>
                </a:lnTo>
                <a:lnTo>
                  <a:pt x="2714" y="2203"/>
                </a:lnTo>
                <a:lnTo>
                  <a:pt x="2713" y="2203"/>
                </a:lnTo>
                <a:lnTo>
                  <a:pt x="2712" y="2203"/>
                </a:lnTo>
                <a:lnTo>
                  <a:pt x="2711" y="2202"/>
                </a:lnTo>
                <a:lnTo>
                  <a:pt x="2710" y="2203"/>
                </a:lnTo>
                <a:lnTo>
                  <a:pt x="2709" y="2203"/>
                </a:lnTo>
                <a:lnTo>
                  <a:pt x="2709" y="2202"/>
                </a:lnTo>
                <a:lnTo>
                  <a:pt x="2709" y="2203"/>
                </a:lnTo>
                <a:lnTo>
                  <a:pt x="2708" y="2203"/>
                </a:lnTo>
                <a:lnTo>
                  <a:pt x="2707" y="2203"/>
                </a:lnTo>
                <a:lnTo>
                  <a:pt x="2706" y="2204"/>
                </a:lnTo>
                <a:lnTo>
                  <a:pt x="2705" y="2204"/>
                </a:lnTo>
                <a:lnTo>
                  <a:pt x="2703" y="2205"/>
                </a:lnTo>
                <a:lnTo>
                  <a:pt x="2703" y="2206"/>
                </a:lnTo>
                <a:lnTo>
                  <a:pt x="2702" y="2206"/>
                </a:lnTo>
                <a:lnTo>
                  <a:pt x="2701" y="2206"/>
                </a:lnTo>
                <a:lnTo>
                  <a:pt x="2700" y="2206"/>
                </a:lnTo>
                <a:lnTo>
                  <a:pt x="2699" y="2206"/>
                </a:lnTo>
                <a:lnTo>
                  <a:pt x="2698" y="2206"/>
                </a:lnTo>
                <a:lnTo>
                  <a:pt x="2697" y="2206"/>
                </a:lnTo>
                <a:lnTo>
                  <a:pt x="2697" y="2207"/>
                </a:lnTo>
                <a:lnTo>
                  <a:pt x="2696" y="2207"/>
                </a:lnTo>
                <a:lnTo>
                  <a:pt x="2695" y="2207"/>
                </a:lnTo>
                <a:lnTo>
                  <a:pt x="2695" y="2208"/>
                </a:lnTo>
                <a:lnTo>
                  <a:pt x="2693" y="2209"/>
                </a:lnTo>
                <a:lnTo>
                  <a:pt x="2693" y="2210"/>
                </a:lnTo>
                <a:lnTo>
                  <a:pt x="2692" y="2210"/>
                </a:lnTo>
                <a:lnTo>
                  <a:pt x="2691" y="2209"/>
                </a:lnTo>
                <a:lnTo>
                  <a:pt x="2690" y="2209"/>
                </a:lnTo>
                <a:lnTo>
                  <a:pt x="2689" y="2210"/>
                </a:lnTo>
                <a:lnTo>
                  <a:pt x="2688" y="2210"/>
                </a:lnTo>
                <a:lnTo>
                  <a:pt x="2688" y="2211"/>
                </a:lnTo>
                <a:lnTo>
                  <a:pt x="2687" y="2211"/>
                </a:lnTo>
                <a:lnTo>
                  <a:pt x="2687" y="2210"/>
                </a:lnTo>
                <a:lnTo>
                  <a:pt x="2686" y="2210"/>
                </a:lnTo>
                <a:lnTo>
                  <a:pt x="2686" y="2211"/>
                </a:lnTo>
                <a:lnTo>
                  <a:pt x="2686" y="2212"/>
                </a:lnTo>
                <a:lnTo>
                  <a:pt x="2685" y="2213"/>
                </a:lnTo>
                <a:lnTo>
                  <a:pt x="2684" y="2213"/>
                </a:lnTo>
                <a:lnTo>
                  <a:pt x="2683" y="2213"/>
                </a:lnTo>
                <a:lnTo>
                  <a:pt x="2682" y="2213"/>
                </a:lnTo>
                <a:lnTo>
                  <a:pt x="2681" y="2213"/>
                </a:lnTo>
                <a:lnTo>
                  <a:pt x="2680" y="2212"/>
                </a:lnTo>
                <a:lnTo>
                  <a:pt x="2679" y="2212"/>
                </a:lnTo>
                <a:lnTo>
                  <a:pt x="2679" y="2213"/>
                </a:lnTo>
                <a:lnTo>
                  <a:pt x="2678" y="2212"/>
                </a:lnTo>
                <a:lnTo>
                  <a:pt x="2676" y="2211"/>
                </a:lnTo>
                <a:lnTo>
                  <a:pt x="2675" y="2211"/>
                </a:lnTo>
                <a:lnTo>
                  <a:pt x="2674" y="2211"/>
                </a:lnTo>
                <a:lnTo>
                  <a:pt x="2673" y="2211"/>
                </a:lnTo>
                <a:lnTo>
                  <a:pt x="2673" y="2212"/>
                </a:lnTo>
                <a:lnTo>
                  <a:pt x="2672" y="2212"/>
                </a:lnTo>
                <a:lnTo>
                  <a:pt x="2671" y="2212"/>
                </a:lnTo>
                <a:lnTo>
                  <a:pt x="2670" y="2212"/>
                </a:lnTo>
                <a:lnTo>
                  <a:pt x="2669" y="2212"/>
                </a:lnTo>
                <a:lnTo>
                  <a:pt x="2667" y="2213"/>
                </a:lnTo>
                <a:lnTo>
                  <a:pt x="2666" y="2214"/>
                </a:lnTo>
                <a:lnTo>
                  <a:pt x="2665" y="2214"/>
                </a:lnTo>
                <a:lnTo>
                  <a:pt x="2663" y="2214"/>
                </a:lnTo>
                <a:lnTo>
                  <a:pt x="2661" y="2215"/>
                </a:lnTo>
                <a:lnTo>
                  <a:pt x="2660" y="2215"/>
                </a:lnTo>
                <a:lnTo>
                  <a:pt x="2658" y="2215"/>
                </a:lnTo>
                <a:lnTo>
                  <a:pt x="2656" y="2215"/>
                </a:lnTo>
                <a:lnTo>
                  <a:pt x="2656" y="2216"/>
                </a:lnTo>
                <a:lnTo>
                  <a:pt x="2655" y="2216"/>
                </a:lnTo>
                <a:lnTo>
                  <a:pt x="2655" y="2217"/>
                </a:lnTo>
                <a:lnTo>
                  <a:pt x="2654" y="2217"/>
                </a:lnTo>
                <a:lnTo>
                  <a:pt x="2653" y="2217"/>
                </a:lnTo>
                <a:lnTo>
                  <a:pt x="2652" y="2217"/>
                </a:lnTo>
                <a:lnTo>
                  <a:pt x="2651" y="2217"/>
                </a:lnTo>
                <a:lnTo>
                  <a:pt x="2650" y="2216"/>
                </a:lnTo>
                <a:lnTo>
                  <a:pt x="2649" y="2216"/>
                </a:lnTo>
                <a:lnTo>
                  <a:pt x="2647" y="2216"/>
                </a:lnTo>
                <a:lnTo>
                  <a:pt x="2646" y="2216"/>
                </a:lnTo>
                <a:lnTo>
                  <a:pt x="2645" y="2216"/>
                </a:lnTo>
                <a:lnTo>
                  <a:pt x="2642" y="2216"/>
                </a:lnTo>
                <a:lnTo>
                  <a:pt x="2641" y="2217"/>
                </a:lnTo>
                <a:lnTo>
                  <a:pt x="2640" y="2217"/>
                </a:lnTo>
                <a:lnTo>
                  <a:pt x="2638" y="2217"/>
                </a:lnTo>
                <a:lnTo>
                  <a:pt x="2637" y="2217"/>
                </a:lnTo>
                <a:lnTo>
                  <a:pt x="2636" y="2217"/>
                </a:lnTo>
                <a:lnTo>
                  <a:pt x="2635" y="2217"/>
                </a:lnTo>
                <a:lnTo>
                  <a:pt x="2634" y="2217"/>
                </a:lnTo>
                <a:lnTo>
                  <a:pt x="2632" y="2216"/>
                </a:lnTo>
                <a:lnTo>
                  <a:pt x="2631" y="2216"/>
                </a:lnTo>
                <a:lnTo>
                  <a:pt x="2630" y="2216"/>
                </a:lnTo>
                <a:lnTo>
                  <a:pt x="2629" y="2216"/>
                </a:lnTo>
                <a:lnTo>
                  <a:pt x="2628" y="2216"/>
                </a:lnTo>
                <a:lnTo>
                  <a:pt x="2628" y="2217"/>
                </a:lnTo>
                <a:lnTo>
                  <a:pt x="2627" y="2217"/>
                </a:lnTo>
                <a:lnTo>
                  <a:pt x="2626" y="2217"/>
                </a:lnTo>
                <a:lnTo>
                  <a:pt x="2625" y="2217"/>
                </a:lnTo>
                <a:lnTo>
                  <a:pt x="2624" y="2217"/>
                </a:lnTo>
                <a:lnTo>
                  <a:pt x="2623" y="2217"/>
                </a:lnTo>
                <a:lnTo>
                  <a:pt x="2621" y="2217"/>
                </a:lnTo>
                <a:lnTo>
                  <a:pt x="2620" y="2217"/>
                </a:lnTo>
                <a:lnTo>
                  <a:pt x="2620" y="2218"/>
                </a:lnTo>
                <a:lnTo>
                  <a:pt x="2619" y="2218"/>
                </a:lnTo>
                <a:lnTo>
                  <a:pt x="2618" y="2218"/>
                </a:lnTo>
                <a:lnTo>
                  <a:pt x="2616" y="2218"/>
                </a:lnTo>
                <a:lnTo>
                  <a:pt x="2614" y="2218"/>
                </a:lnTo>
                <a:lnTo>
                  <a:pt x="2613" y="2219"/>
                </a:lnTo>
                <a:lnTo>
                  <a:pt x="2612" y="2219"/>
                </a:lnTo>
                <a:lnTo>
                  <a:pt x="2611" y="2219"/>
                </a:lnTo>
                <a:lnTo>
                  <a:pt x="2610" y="2219"/>
                </a:lnTo>
                <a:lnTo>
                  <a:pt x="2609" y="2219"/>
                </a:lnTo>
                <a:lnTo>
                  <a:pt x="2608" y="2219"/>
                </a:lnTo>
                <a:lnTo>
                  <a:pt x="2607" y="2220"/>
                </a:lnTo>
                <a:lnTo>
                  <a:pt x="2606" y="2220"/>
                </a:lnTo>
                <a:lnTo>
                  <a:pt x="2606" y="2221"/>
                </a:lnTo>
                <a:lnTo>
                  <a:pt x="2605" y="2221"/>
                </a:lnTo>
                <a:lnTo>
                  <a:pt x="2603" y="2221"/>
                </a:lnTo>
                <a:lnTo>
                  <a:pt x="2604" y="2221"/>
                </a:lnTo>
                <a:lnTo>
                  <a:pt x="2604" y="2220"/>
                </a:lnTo>
                <a:lnTo>
                  <a:pt x="2604" y="2219"/>
                </a:lnTo>
                <a:lnTo>
                  <a:pt x="2602" y="2219"/>
                </a:lnTo>
                <a:lnTo>
                  <a:pt x="2601" y="2219"/>
                </a:lnTo>
                <a:lnTo>
                  <a:pt x="2600" y="2219"/>
                </a:lnTo>
                <a:lnTo>
                  <a:pt x="2598" y="2219"/>
                </a:lnTo>
                <a:lnTo>
                  <a:pt x="2597" y="2219"/>
                </a:lnTo>
                <a:lnTo>
                  <a:pt x="2596" y="2219"/>
                </a:lnTo>
                <a:lnTo>
                  <a:pt x="2595" y="2219"/>
                </a:lnTo>
                <a:lnTo>
                  <a:pt x="2593" y="2219"/>
                </a:lnTo>
                <a:lnTo>
                  <a:pt x="2592" y="2219"/>
                </a:lnTo>
                <a:lnTo>
                  <a:pt x="2591" y="2219"/>
                </a:lnTo>
                <a:lnTo>
                  <a:pt x="2590" y="2218"/>
                </a:lnTo>
                <a:lnTo>
                  <a:pt x="2589" y="2217"/>
                </a:lnTo>
                <a:lnTo>
                  <a:pt x="2587" y="2216"/>
                </a:lnTo>
                <a:lnTo>
                  <a:pt x="2586" y="2216"/>
                </a:lnTo>
                <a:lnTo>
                  <a:pt x="2585" y="2216"/>
                </a:lnTo>
                <a:lnTo>
                  <a:pt x="2584" y="2216"/>
                </a:lnTo>
                <a:lnTo>
                  <a:pt x="2584" y="2215"/>
                </a:lnTo>
                <a:lnTo>
                  <a:pt x="2583" y="2215"/>
                </a:lnTo>
                <a:lnTo>
                  <a:pt x="2581" y="2214"/>
                </a:lnTo>
                <a:lnTo>
                  <a:pt x="2579" y="2214"/>
                </a:lnTo>
                <a:lnTo>
                  <a:pt x="2578" y="2215"/>
                </a:lnTo>
                <a:lnTo>
                  <a:pt x="2576" y="2215"/>
                </a:lnTo>
                <a:lnTo>
                  <a:pt x="2575" y="2215"/>
                </a:lnTo>
                <a:lnTo>
                  <a:pt x="2576" y="2216"/>
                </a:lnTo>
                <a:lnTo>
                  <a:pt x="2577" y="2218"/>
                </a:lnTo>
                <a:lnTo>
                  <a:pt x="2578" y="2219"/>
                </a:lnTo>
                <a:lnTo>
                  <a:pt x="2578" y="2220"/>
                </a:lnTo>
                <a:lnTo>
                  <a:pt x="2579" y="2222"/>
                </a:lnTo>
                <a:lnTo>
                  <a:pt x="2578" y="2222"/>
                </a:lnTo>
                <a:lnTo>
                  <a:pt x="2577" y="2222"/>
                </a:lnTo>
                <a:lnTo>
                  <a:pt x="2576" y="2222"/>
                </a:lnTo>
                <a:lnTo>
                  <a:pt x="2575" y="2223"/>
                </a:lnTo>
                <a:lnTo>
                  <a:pt x="2574" y="2224"/>
                </a:lnTo>
                <a:lnTo>
                  <a:pt x="2573" y="2225"/>
                </a:lnTo>
                <a:lnTo>
                  <a:pt x="2572" y="2225"/>
                </a:lnTo>
                <a:lnTo>
                  <a:pt x="2572" y="2226"/>
                </a:lnTo>
                <a:lnTo>
                  <a:pt x="2572" y="2227"/>
                </a:lnTo>
                <a:lnTo>
                  <a:pt x="2572" y="2228"/>
                </a:lnTo>
                <a:lnTo>
                  <a:pt x="2572" y="2229"/>
                </a:lnTo>
                <a:lnTo>
                  <a:pt x="2571" y="2229"/>
                </a:lnTo>
                <a:lnTo>
                  <a:pt x="2570" y="2229"/>
                </a:lnTo>
                <a:lnTo>
                  <a:pt x="2567" y="2229"/>
                </a:lnTo>
                <a:lnTo>
                  <a:pt x="2566" y="2229"/>
                </a:lnTo>
                <a:lnTo>
                  <a:pt x="2565" y="2228"/>
                </a:lnTo>
                <a:lnTo>
                  <a:pt x="2564" y="2228"/>
                </a:lnTo>
                <a:lnTo>
                  <a:pt x="2563" y="2229"/>
                </a:lnTo>
                <a:lnTo>
                  <a:pt x="2562" y="2230"/>
                </a:lnTo>
                <a:lnTo>
                  <a:pt x="2561" y="2230"/>
                </a:lnTo>
                <a:lnTo>
                  <a:pt x="2561" y="2231"/>
                </a:lnTo>
                <a:lnTo>
                  <a:pt x="2561" y="2230"/>
                </a:lnTo>
                <a:lnTo>
                  <a:pt x="2560" y="2230"/>
                </a:lnTo>
                <a:lnTo>
                  <a:pt x="2559" y="2230"/>
                </a:lnTo>
                <a:lnTo>
                  <a:pt x="2559" y="2231"/>
                </a:lnTo>
                <a:lnTo>
                  <a:pt x="2559" y="2232"/>
                </a:lnTo>
                <a:lnTo>
                  <a:pt x="2560" y="2232"/>
                </a:lnTo>
                <a:lnTo>
                  <a:pt x="2560" y="2233"/>
                </a:lnTo>
                <a:lnTo>
                  <a:pt x="2559" y="2233"/>
                </a:lnTo>
                <a:lnTo>
                  <a:pt x="2558" y="2234"/>
                </a:lnTo>
                <a:lnTo>
                  <a:pt x="2557" y="2234"/>
                </a:lnTo>
                <a:lnTo>
                  <a:pt x="2556" y="2234"/>
                </a:lnTo>
                <a:lnTo>
                  <a:pt x="2555" y="2234"/>
                </a:lnTo>
                <a:lnTo>
                  <a:pt x="2554" y="2234"/>
                </a:lnTo>
                <a:lnTo>
                  <a:pt x="2554" y="2235"/>
                </a:lnTo>
                <a:lnTo>
                  <a:pt x="2553" y="2235"/>
                </a:lnTo>
                <a:lnTo>
                  <a:pt x="2551" y="2234"/>
                </a:lnTo>
                <a:lnTo>
                  <a:pt x="2550" y="2234"/>
                </a:lnTo>
                <a:lnTo>
                  <a:pt x="2549" y="2234"/>
                </a:lnTo>
                <a:lnTo>
                  <a:pt x="2548" y="2234"/>
                </a:lnTo>
                <a:lnTo>
                  <a:pt x="2547" y="2235"/>
                </a:lnTo>
                <a:lnTo>
                  <a:pt x="2546" y="2235"/>
                </a:lnTo>
                <a:lnTo>
                  <a:pt x="2547" y="2236"/>
                </a:lnTo>
                <a:lnTo>
                  <a:pt x="2547" y="2237"/>
                </a:lnTo>
                <a:lnTo>
                  <a:pt x="2547" y="2238"/>
                </a:lnTo>
                <a:lnTo>
                  <a:pt x="2546" y="2238"/>
                </a:lnTo>
                <a:lnTo>
                  <a:pt x="2546" y="2239"/>
                </a:lnTo>
                <a:lnTo>
                  <a:pt x="2547" y="2239"/>
                </a:lnTo>
                <a:lnTo>
                  <a:pt x="2547" y="2240"/>
                </a:lnTo>
                <a:lnTo>
                  <a:pt x="2547" y="2241"/>
                </a:lnTo>
                <a:lnTo>
                  <a:pt x="2544" y="2242"/>
                </a:lnTo>
                <a:lnTo>
                  <a:pt x="2543" y="2243"/>
                </a:lnTo>
                <a:lnTo>
                  <a:pt x="2542" y="2243"/>
                </a:lnTo>
                <a:lnTo>
                  <a:pt x="2541" y="2244"/>
                </a:lnTo>
                <a:lnTo>
                  <a:pt x="2541" y="2245"/>
                </a:lnTo>
                <a:lnTo>
                  <a:pt x="2540" y="2245"/>
                </a:lnTo>
                <a:lnTo>
                  <a:pt x="2540" y="2246"/>
                </a:lnTo>
                <a:lnTo>
                  <a:pt x="2539" y="2246"/>
                </a:lnTo>
                <a:lnTo>
                  <a:pt x="2538" y="2246"/>
                </a:lnTo>
                <a:lnTo>
                  <a:pt x="2536" y="2246"/>
                </a:lnTo>
                <a:lnTo>
                  <a:pt x="2535" y="2246"/>
                </a:lnTo>
                <a:lnTo>
                  <a:pt x="2534" y="2246"/>
                </a:lnTo>
                <a:lnTo>
                  <a:pt x="2534" y="2247"/>
                </a:lnTo>
                <a:lnTo>
                  <a:pt x="2533" y="2247"/>
                </a:lnTo>
                <a:lnTo>
                  <a:pt x="2533" y="2246"/>
                </a:lnTo>
                <a:lnTo>
                  <a:pt x="2532" y="2246"/>
                </a:lnTo>
                <a:lnTo>
                  <a:pt x="2531" y="2246"/>
                </a:lnTo>
                <a:lnTo>
                  <a:pt x="2530" y="2246"/>
                </a:lnTo>
                <a:lnTo>
                  <a:pt x="2529" y="2246"/>
                </a:lnTo>
                <a:lnTo>
                  <a:pt x="2527" y="2246"/>
                </a:lnTo>
                <a:lnTo>
                  <a:pt x="2527" y="2245"/>
                </a:lnTo>
                <a:lnTo>
                  <a:pt x="2525" y="2244"/>
                </a:lnTo>
                <a:lnTo>
                  <a:pt x="2525" y="2243"/>
                </a:lnTo>
                <a:lnTo>
                  <a:pt x="2524" y="2243"/>
                </a:lnTo>
                <a:lnTo>
                  <a:pt x="2523" y="2243"/>
                </a:lnTo>
                <a:lnTo>
                  <a:pt x="2523" y="2244"/>
                </a:lnTo>
                <a:lnTo>
                  <a:pt x="2522" y="2244"/>
                </a:lnTo>
                <a:lnTo>
                  <a:pt x="2522" y="2243"/>
                </a:lnTo>
                <a:lnTo>
                  <a:pt x="2522" y="2242"/>
                </a:lnTo>
                <a:lnTo>
                  <a:pt x="2523" y="2242"/>
                </a:lnTo>
                <a:lnTo>
                  <a:pt x="2523" y="2241"/>
                </a:lnTo>
                <a:lnTo>
                  <a:pt x="2522" y="2241"/>
                </a:lnTo>
                <a:lnTo>
                  <a:pt x="2521" y="2241"/>
                </a:lnTo>
                <a:lnTo>
                  <a:pt x="2519" y="2241"/>
                </a:lnTo>
                <a:lnTo>
                  <a:pt x="2518" y="2241"/>
                </a:lnTo>
                <a:lnTo>
                  <a:pt x="2516" y="2241"/>
                </a:lnTo>
                <a:lnTo>
                  <a:pt x="2515" y="2242"/>
                </a:lnTo>
                <a:lnTo>
                  <a:pt x="2514" y="2242"/>
                </a:lnTo>
                <a:lnTo>
                  <a:pt x="2513" y="2242"/>
                </a:lnTo>
                <a:lnTo>
                  <a:pt x="2512" y="2242"/>
                </a:lnTo>
                <a:lnTo>
                  <a:pt x="2511" y="2241"/>
                </a:lnTo>
                <a:lnTo>
                  <a:pt x="2509" y="2241"/>
                </a:lnTo>
                <a:lnTo>
                  <a:pt x="2508" y="2241"/>
                </a:lnTo>
                <a:lnTo>
                  <a:pt x="2507" y="2241"/>
                </a:lnTo>
                <a:lnTo>
                  <a:pt x="2506" y="2241"/>
                </a:lnTo>
                <a:lnTo>
                  <a:pt x="2505" y="2241"/>
                </a:lnTo>
                <a:lnTo>
                  <a:pt x="2503" y="2240"/>
                </a:lnTo>
                <a:lnTo>
                  <a:pt x="2502" y="2240"/>
                </a:lnTo>
                <a:lnTo>
                  <a:pt x="2501" y="2240"/>
                </a:lnTo>
                <a:lnTo>
                  <a:pt x="2497" y="2240"/>
                </a:lnTo>
                <a:lnTo>
                  <a:pt x="2496" y="2240"/>
                </a:lnTo>
                <a:lnTo>
                  <a:pt x="2495" y="2239"/>
                </a:lnTo>
                <a:lnTo>
                  <a:pt x="2494" y="2239"/>
                </a:lnTo>
                <a:lnTo>
                  <a:pt x="2493" y="2240"/>
                </a:lnTo>
                <a:lnTo>
                  <a:pt x="2492" y="2240"/>
                </a:lnTo>
                <a:lnTo>
                  <a:pt x="2491" y="2241"/>
                </a:lnTo>
                <a:lnTo>
                  <a:pt x="2491" y="2242"/>
                </a:lnTo>
                <a:lnTo>
                  <a:pt x="2490" y="2243"/>
                </a:lnTo>
                <a:lnTo>
                  <a:pt x="2490" y="2248"/>
                </a:lnTo>
                <a:lnTo>
                  <a:pt x="2489" y="2249"/>
                </a:lnTo>
                <a:lnTo>
                  <a:pt x="2489" y="2250"/>
                </a:lnTo>
                <a:lnTo>
                  <a:pt x="2489" y="2252"/>
                </a:lnTo>
                <a:lnTo>
                  <a:pt x="2489" y="2253"/>
                </a:lnTo>
                <a:lnTo>
                  <a:pt x="2489" y="2254"/>
                </a:lnTo>
                <a:lnTo>
                  <a:pt x="2489" y="2255"/>
                </a:lnTo>
                <a:lnTo>
                  <a:pt x="2491" y="2258"/>
                </a:lnTo>
                <a:lnTo>
                  <a:pt x="2492" y="2257"/>
                </a:lnTo>
                <a:lnTo>
                  <a:pt x="2495" y="2258"/>
                </a:lnTo>
                <a:lnTo>
                  <a:pt x="2497" y="2259"/>
                </a:lnTo>
                <a:lnTo>
                  <a:pt x="2498" y="2259"/>
                </a:lnTo>
                <a:lnTo>
                  <a:pt x="2499" y="2260"/>
                </a:lnTo>
                <a:lnTo>
                  <a:pt x="2498" y="2260"/>
                </a:lnTo>
                <a:lnTo>
                  <a:pt x="2498" y="2262"/>
                </a:lnTo>
                <a:lnTo>
                  <a:pt x="2497" y="2263"/>
                </a:lnTo>
                <a:lnTo>
                  <a:pt x="2497" y="2264"/>
                </a:lnTo>
                <a:lnTo>
                  <a:pt x="2496" y="2265"/>
                </a:lnTo>
                <a:lnTo>
                  <a:pt x="2494" y="2267"/>
                </a:lnTo>
                <a:lnTo>
                  <a:pt x="2492" y="2266"/>
                </a:lnTo>
                <a:lnTo>
                  <a:pt x="2491" y="2267"/>
                </a:lnTo>
                <a:lnTo>
                  <a:pt x="2491" y="2268"/>
                </a:lnTo>
                <a:lnTo>
                  <a:pt x="2493" y="2268"/>
                </a:lnTo>
                <a:lnTo>
                  <a:pt x="2493" y="2269"/>
                </a:lnTo>
                <a:lnTo>
                  <a:pt x="2492" y="2269"/>
                </a:lnTo>
                <a:lnTo>
                  <a:pt x="2490" y="2270"/>
                </a:lnTo>
                <a:lnTo>
                  <a:pt x="2491" y="2272"/>
                </a:lnTo>
                <a:lnTo>
                  <a:pt x="2492" y="2273"/>
                </a:lnTo>
                <a:lnTo>
                  <a:pt x="2497" y="2280"/>
                </a:lnTo>
                <a:lnTo>
                  <a:pt x="2498" y="2280"/>
                </a:lnTo>
                <a:lnTo>
                  <a:pt x="2498" y="2281"/>
                </a:lnTo>
                <a:lnTo>
                  <a:pt x="2500" y="2283"/>
                </a:lnTo>
                <a:lnTo>
                  <a:pt x="2500" y="2284"/>
                </a:lnTo>
                <a:lnTo>
                  <a:pt x="2501" y="2284"/>
                </a:lnTo>
                <a:lnTo>
                  <a:pt x="2502" y="2286"/>
                </a:lnTo>
                <a:lnTo>
                  <a:pt x="2503" y="2287"/>
                </a:lnTo>
                <a:lnTo>
                  <a:pt x="2507" y="2292"/>
                </a:lnTo>
                <a:lnTo>
                  <a:pt x="2508" y="2293"/>
                </a:lnTo>
                <a:lnTo>
                  <a:pt x="2510" y="2295"/>
                </a:lnTo>
                <a:lnTo>
                  <a:pt x="2515" y="2296"/>
                </a:lnTo>
                <a:lnTo>
                  <a:pt x="2517" y="2297"/>
                </a:lnTo>
                <a:lnTo>
                  <a:pt x="2518" y="2297"/>
                </a:lnTo>
                <a:lnTo>
                  <a:pt x="2520" y="2297"/>
                </a:lnTo>
                <a:lnTo>
                  <a:pt x="2521" y="2297"/>
                </a:lnTo>
                <a:lnTo>
                  <a:pt x="2521" y="2296"/>
                </a:lnTo>
                <a:lnTo>
                  <a:pt x="2521" y="2295"/>
                </a:lnTo>
                <a:lnTo>
                  <a:pt x="2523" y="2289"/>
                </a:lnTo>
                <a:lnTo>
                  <a:pt x="2523" y="2287"/>
                </a:lnTo>
                <a:lnTo>
                  <a:pt x="2524" y="2285"/>
                </a:lnTo>
                <a:lnTo>
                  <a:pt x="2524" y="2284"/>
                </a:lnTo>
                <a:lnTo>
                  <a:pt x="2525" y="2284"/>
                </a:lnTo>
                <a:lnTo>
                  <a:pt x="2526" y="2284"/>
                </a:lnTo>
                <a:lnTo>
                  <a:pt x="2527" y="2283"/>
                </a:lnTo>
                <a:lnTo>
                  <a:pt x="2528" y="2283"/>
                </a:lnTo>
                <a:lnTo>
                  <a:pt x="2529" y="2283"/>
                </a:lnTo>
                <a:lnTo>
                  <a:pt x="2530" y="2283"/>
                </a:lnTo>
                <a:lnTo>
                  <a:pt x="2531" y="2283"/>
                </a:lnTo>
                <a:lnTo>
                  <a:pt x="2532" y="2283"/>
                </a:lnTo>
                <a:lnTo>
                  <a:pt x="2533" y="2283"/>
                </a:lnTo>
                <a:lnTo>
                  <a:pt x="2535" y="2283"/>
                </a:lnTo>
                <a:lnTo>
                  <a:pt x="2538" y="2283"/>
                </a:lnTo>
                <a:lnTo>
                  <a:pt x="2542" y="2283"/>
                </a:lnTo>
                <a:lnTo>
                  <a:pt x="2545" y="2283"/>
                </a:lnTo>
                <a:lnTo>
                  <a:pt x="2546" y="2284"/>
                </a:lnTo>
                <a:lnTo>
                  <a:pt x="2549" y="2284"/>
                </a:lnTo>
                <a:lnTo>
                  <a:pt x="2551" y="2284"/>
                </a:lnTo>
                <a:lnTo>
                  <a:pt x="2550" y="2287"/>
                </a:lnTo>
                <a:lnTo>
                  <a:pt x="2550" y="2291"/>
                </a:lnTo>
                <a:lnTo>
                  <a:pt x="2549" y="2292"/>
                </a:lnTo>
                <a:lnTo>
                  <a:pt x="2549" y="2293"/>
                </a:lnTo>
                <a:lnTo>
                  <a:pt x="2549" y="2295"/>
                </a:lnTo>
                <a:lnTo>
                  <a:pt x="2548" y="2298"/>
                </a:lnTo>
                <a:lnTo>
                  <a:pt x="2547" y="2302"/>
                </a:lnTo>
                <a:lnTo>
                  <a:pt x="2546" y="2303"/>
                </a:lnTo>
                <a:lnTo>
                  <a:pt x="2546" y="2304"/>
                </a:lnTo>
                <a:lnTo>
                  <a:pt x="2546" y="2306"/>
                </a:lnTo>
                <a:lnTo>
                  <a:pt x="2546" y="2307"/>
                </a:lnTo>
                <a:lnTo>
                  <a:pt x="2545" y="2307"/>
                </a:lnTo>
                <a:lnTo>
                  <a:pt x="2545" y="2308"/>
                </a:lnTo>
                <a:lnTo>
                  <a:pt x="2545" y="2310"/>
                </a:lnTo>
                <a:lnTo>
                  <a:pt x="2545" y="2311"/>
                </a:lnTo>
                <a:lnTo>
                  <a:pt x="2544" y="2316"/>
                </a:lnTo>
                <a:lnTo>
                  <a:pt x="2543" y="2322"/>
                </a:lnTo>
                <a:lnTo>
                  <a:pt x="2542" y="2331"/>
                </a:lnTo>
                <a:lnTo>
                  <a:pt x="2542" y="2335"/>
                </a:lnTo>
                <a:lnTo>
                  <a:pt x="2541" y="2341"/>
                </a:lnTo>
                <a:lnTo>
                  <a:pt x="2540" y="2346"/>
                </a:lnTo>
                <a:lnTo>
                  <a:pt x="2539" y="2349"/>
                </a:lnTo>
                <a:lnTo>
                  <a:pt x="2539" y="2351"/>
                </a:lnTo>
                <a:lnTo>
                  <a:pt x="2539" y="2354"/>
                </a:lnTo>
                <a:lnTo>
                  <a:pt x="2538" y="2356"/>
                </a:lnTo>
                <a:lnTo>
                  <a:pt x="2538" y="2358"/>
                </a:lnTo>
                <a:lnTo>
                  <a:pt x="2537" y="2366"/>
                </a:lnTo>
                <a:lnTo>
                  <a:pt x="2537" y="2371"/>
                </a:lnTo>
                <a:lnTo>
                  <a:pt x="2536" y="2373"/>
                </a:lnTo>
                <a:lnTo>
                  <a:pt x="2536" y="2375"/>
                </a:lnTo>
                <a:lnTo>
                  <a:pt x="2536" y="2377"/>
                </a:lnTo>
                <a:lnTo>
                  <a:pt x="2535" y="2383"/>
                </a:lnTo>
                <a:lnTo>
                  <a:pt x="2535" y="2384"/>
                </a:lnTo>
                <a:lnTo>
                  <a:pt x="2534" y="2385"/>
                </a:lnTo>
                <a:lnTo>
                  <a:pt x="2534" y="2389"/>
                </a:lnTo>
                <a:lnTo>
                  <a:pt x="2533" y="2393"/>
                </a:lnTo>
                <a:lnTo>
                  <a:pt x="2532" y="2402"/>
                </a:lnTo>
                <a:lnTo>
                  <a:pt x="2532" y="2404"/>
                </a:lnTo>
                <a:lnTo>
                  <a:pt x="2532" y="2405"/>
                </a:lnTo>
                <a:lnTo>
                  <a:pt x="2533" y="2405"/>
                </a:lnTo>
                <a:lnTo>
                  <a:pt x="2534" y="2405"/>
                </a:lnTo>
                <a:lnTo>
                  <a:pt x="2535" y="2406"/>
                </a:lnTo>
                <a:lnTo>
                  <a:pt x="2537" y="2406"/>
                </a:lnTo>
                <a:lnTo>
                  <a:pt x="2538" y="2407"/>
                </a:lnTo>
                <a:lnTo>
                  <a:pt x="2540" y="2407"/>
                </a:lnTo>
                <a:lnTo>
                  <a:pt x="2540" y="2408"/>
                </a:lnTo>
                <a:lnTo>
                  <a:pt x="2541" y="2408"/>
                </a:lnTo>
                <a:lnTo>
                  <a:pt x="2541" y="2409"/>
                </a:lnTo>
                <a:lnTo>
                  <a:pt x="2541" y="2411"/>
                </a:lnTo>
                <a:lnTo>
                  <a:pt x="2541" y="2412"/>
                </a:lnTo>
                <a:lnTo>
                  <a:pt x="2542" y="2412"/>
                </a:lnTo>
                <a:lnTo>
                  <a:pt x="2543" y="2412"/>
                </a:lnTo>
                <a:lnTo>
                  <a:pt x="2544" y="2412"/>
                </a:lnTo>
                <a:lnTo>
                  <a:pt x="2544" y="2413"/>
                </a:lnTo>
                <a:lnTo>
                  <a:pt x="2545" y="2413"/>
                </a:lnTo>
                <a:lnTo>
                  <a:pt x="2546" y="2413"/>
                </a:lnTo>
                <a:lnTo>
                  <a:pt x="2546" y="2414"/>
                </a:lnTo>
                <a:lnTo>
                  <a:pt x="2547" y="2414"/>
                </a:lnTo>
                <a:lnTo>
                  <a:pt x="2547" y="2413"/>
                </a:lnTo>
                <a:lnTo>
                  <a:pt x="2548" y="2413"/>
                </a:lnTo>
                <a:lnTo>
                  <a:pt x="2549" y="2413"/>
                </a:lnTo>
                <a:lnTo>
                  <a:pt x="2549" y="2414"/>
                </a:lnTo>
                <a:lnTo>
                  <a:pt x="2550" y="2414"/>
                </a:lnTo>
                <a:lnTo>
                  <a:pt x="2551" y="2414"/>
                </a:lnTo>
                <a:lnTo>
                  <a:pt x="2551" y="2413"/>
                </a:lnTo>
                <a:lnTo>
                  <a:pt x="2552" y="2413"/>
                </a:lnTo>
                <a:lnTo>
                  <a:pt x="2553" y="2413"/>
                </a:lnTo>
                <a:lnTo>
                  <a:pt x="2553" y="2414"/>
                </a:lnTo>
                <a:lnTo>
                  <a:pt x="2553" y="2415"/>
                </a:lnTo>
                <a:lnTo>
                  <a:pt x="2554" y="2415"/>
                </a:lnTo>
                <a:lnTo>
                  <a:pt x="2555" y="2415"/>
                </a:lnTo>
                <a:lnTo>
                  <a:pt x="2555" y="2416"/>
                </a:lnTo>
                <a:lnTo>
                  <a:pt x="2555" y="2417"/>
                </a:lnTo>
                <a:lnTo>
                  <a:pt x="2555" y="2418"/>
                </a:lnTo>
                <a:lnTo>
                  <a:pt x="2555" y="2419"/>
                </a:lnTo>
                <a:lnTo>
                  <a:pt x="2556" y="2419"/>
                </a:lnTo>
                <a:lnTo>
                  <a:pt x="2559" y="2420"/>
                </a:lnTo>
                <a:lnTo>
                  <a:pt x="2560" y="2421"/>
                </a:lnTo>
                <a:lnTo>
                  <a:pt x="2561" y="2421"/>
                </a:lnTo>
                <a:lnTo>
                  <a:pt x="2562" y="2421"/>
                </a:lnTo>
                <a:lnTo>
                  <a:pt x="2562" y="2422"/>
                </a:lnTo>
                <a:lnTo>
                  <a:pt x="2563" y="2423"/>
                </a:lnTo>
                <a:lnTo>
                  <a:pt x="2564" y="2423"/>
                </a:lnTo>
                <a:lnTo>
                  <a:pt x="2565" y="2423"/>
                </a:lnTo>
                <a:lnTo>
                  <a:pt x="2565" y="2424"/>
                </a:lnTo>
                <a:lnTo>
                  <a:pt x="2565" y="2425"/>
                </a:lnTo>
                <a:lnTo>
                  <a:pt x="2565" y="2426"/>
                </a:lnTo>
                <a:lnTo>
                  <a:pt x="2566" y="2426"/>
                </a:lnTo>
                <a:lnTo>
                  <a:pt x="2567" y="2426"/>
                </a:lnTo>
                <a:lnTo>
                  <a:pt x="2568" y="2426"/>
                </a:lnTo>
                <a:lnTo>
                  <a:pt x="2568" y="2427"/>
                </a:lnTo>
                <a:lnTo>
                  <a:pt x="2570" y="2427"/>
                </a:lnTo>
                <a:lnTo>
                  <a:pt x="2570" y="2428"/>
                </a:lnTo>
                <a:lnTo>
                  <a:pt x="2571" y="2428"/>
                </a:lnTo>
                <a:lnTo>
                  <a:pt x="2571" y="2429"/>
                </a:lnTo>
                <a:lnTo>
                  <a:pt x="2572" y="2430"/>
                </a:lnTo>
                <a:lnTo>
                  <a:pt x="2572" y="2431"/>
                </a:lnTo>
                <a:lnTo>
                  <a:pt x="2572" y="2432"/>
                </a:lnTo>
                <a:lnTo>
                  <a:pt x="2573" y="2432"/>
                </a:lnTo>
                <a:lnTo>
                  <a:pt x="2574" y="2432"/>
                </a:lnTo>
                <a:lnTo>
                  <a:pt x="2575" y="2433"/>
                </a:lnTo>
                <a:lnTo>
                  <a:pt x="2575" y="2434"/>
                </a:lnTo>
                <a:lnTo>
                  <a:pt x="2575" y="2435"/>
                </a:lnTo>
                <a:lnTo>
                  <a:pt x="2575" y="2436"/>
                </a:lnTo>
                <a:lnTo>
                  <a:pt x="2576" y="2436"/>
                </a:lnTo>
                <a:lnTo>
                  <a:pt x="2577" y="2437"/>
                </a:lnTo>
                <a:lnTo>
                  <a:pt x="2578" y="2437"/>
                </a:lnTo>
                <a:lnTo>
                  <a:pt x="2579" y="2437"/>
                </a:lnTo>
                <a:lnTo>
                  <a:pt x="2579" y="2438"/>
                </a:lnTo>
                <a:lnTo>
                  <a:pt x="2580" y="2438"/>
                </a:lnTo>
                <a:lnTo>
                  <a:pt x="2580" y="2439"/>
                </a:lnTo>
                <a:lnTo>
                  <a:pt x="2581" y="2439"/>
                </a:lnTo>
                <a:lnTo>
                  <a:pt x="2580" y="2439"/>
                </a:lnTo>
                <a:lnTo>
                  <a:pt x="2580" y="2440"/>
                </a:lnTo>
                <a:lnTo>
                  <a:pt x="2581" y="2440"/>
                </a:lnTo>
                <a:lnTo>
                  <a:pt x="2581" y="2441"/>
                </a:lnTo>
                <a:lnTo>
                  <a:pt x="2583" y="2443"/>
                </a:lnTo>
                <a:lnTo>
                  <a:pt x="2584" y="2443"/>
                </a:lnTo>
                <a:lnTo>
                  <a:pt x="2584" y="2444"/>
                </a:lnTo>
                <a:lnTo>
                  <a:pt x="2584" y="2445"/>
                </a:lnTo>
                <a:lnTo>
                  <a:pt x="2583" y="2447"/>
                </a:lnTo>
                <a:lnTo>
                  <a:pt x="2582" y="2447"/>
                </a:lnTo>
                <a:lnTo>
                  <a:pt x="2582" y="2448"/>
                </a:lnTo>
                <a:lnTo>
                  <a:pt x="2582" y="2449"/>
                </a:lnTo>
                <a:lnTo>
                  <a:pt x="2581" y="2449"/>
                </a:lnTo>
                <a:lnTo>
                  <a:pt x="2581" y="2450"/>
                </a:lnTo>
                <a:lnTo>
                  <a:pt x="2580" y="2451"/>
                </a:lnTo>
                <a:lnTo>
                  <a:pt x="2580" y="2453"/>
                </a:lnTo>
                <a:lnTo>
                  <a:pt x="2580" y="2454"/>
                </a:lnTo>
                <a:lnTo>
                  <a:pt x="2581" y="2454"/>
                </a:lnTo>
                <a:lnTo>
                  <a:pt x="2582" y="2454"/>
                </a:lnTo>
                <a:lnTo>
                  <a:pt x="2583" y="2454"/>
                </a:lnTo>
                <a:lnTo>
                  <a:pt x="2584" y="2455"/>
                </a:lnTo>
                <a:lnTo>
                  <a:pt x="2585" y="2456"/>
                </a:lnTo>
                <a:lnTo>
                  <a:pt x="2586" y="2457"/>
                </a:lnTo>
                <a:lnTo>
                  <a:pt x="2587" y="2457"/>
                </a:lnTo>
                <a:lnTo>
                  <a:pt x="2588" y="2458"/>
                </a:lnTo>
                <a:lnTo>
                  <a:pt x="2588" y="2459"/>
                </a:lnTo>
                <a:lnTo>
                  <a:pt x="2588" y="2460"/>
                </a:lnTo>
                <a:lnTo>
                  <a:pt x="2589" y="2461"/>
                </a:lnTo>
                <a:lnTo>
                  <a:pt x="2590" y="2461"/>
                </a:lnTo>
                <a:lnTo>
                  <a:pt x="2591" y="2461"/>
                </a:lnTo>
                <a:lnTo>
                  <a:pt x="2591" y="2462"/>
                </a:lnTo>
                <a:lnTo>
                  <a:pt x="2591" y="2464"/>
                </a:lnTo>
                <a:lnTo>
                  <a:pt x="2590" y="2464"/>
                </a:lnTo>
                <a:lnTo>
                  <a:pt x="2590" y="2465"/>
                </a:lnTo>
                <a:lnTo>
                  <a:pt x="2591" y="2466"/>
                </a:lnTo>
                <a:lnTo>
                  <a:pt x="2592" y="2466"/>
                </a:lnTo>
                <a:lnTo>
                  <a:pt x="2593" y="2467"/>
                </a:lnTo>
                <a:lnTo>
                  <a:pt x="2594" y="2467"/>
                </a:lnTo>
                <a:lnTo>
                  <a:pt x="2594" y="2466"/>
                </a:lnTo>
                <a:lnTo>
                  <a:pt x="2595" y="2466"/>
                </a:lnTo>
                <a:lnTo>
                  <a:pt x="2596" y="2465"/>
                </a:lnTo>
                <a:lnTo>
                  <a:pt x="2597" y="2465"/>
                </a:lnTo>
                <a:lnTo>
                  <a:pt x="2598" y="2466"/>
                </a:lnTo>
                <a:lnTo>
                  <a:pt x="2599" y="2466"/>
                </a:lnTo>
                <a:lnTo>
                  <a:pt x="2599" y="2465"/>
                </a:lnTo>
                <a:lnTo>
                  <a:pt x="2601" y="2464"/>
                </a:lnTo>
                <a:lnTo>
                  <a:pt x="2601" y="2465"/>
                </a:lnTo>
                <a:lnTo>
                  <a:pt x="2602" y="2465"/>
                </a:lnTo>
                <a:lnTo>
                  <a:pt x="2603" y="2465"/>
                </a:lnTo>
                <a:lnTo>
                  <a:pt x="2604" y="2465"/>
                </a:lnTo>
                <a:lnTo>
                  <a:pt x="2605" y="2466"/>
                </a:lnTo>
                <a:lnTo>
                  <a:pt x="2606" y="2466"/>
                </a:lnTo>
                <a:lnTo>
                  <a:pt x="2606" y="2467"/>
                </a:lnTo>
                <a:lnTo>
                  <a:pt x="2608" y="2467"/>
                </a:lnTo>
                <a:lnTo>
                  <a:pt x="2609" y="2467"/>
                </a:lnTo>
                <a:lnTo>
                  <a:pt x="2609" y="2468"/>
                </a:lnTo>
                <a:lnTo>
                  <a:pt x="2610" y="2468"/>
                </a:lnTo>
                <a:lnTo>
                  <a:pt x="2611" y="2469"/>
                </a:lnTo>
                <a:lnTo>
                  <a:pt x="2612" y="2469"/>
                </a:lnTo>
                <a:lnTo>
                  <a:pt x="2612" y="2470"/>
                </a:lnTo>
                <a:lnTo>
                  <a:pt x="2612" y="2471"/>
                </a:lnTo>
                <a:lnTo>
                  <a:pt x="2612" y="2472"/>
                </a:lnTo>
                <a:lnTo>
                  <a:pt x="2613" y="2473"/>
                </a:lnTo>
                <a:lnTo>
                  <a:pt x="2613" y="2474"/>
                </a:lnTo>
                <a:lnTo>
                  <a:pt x="2614" y="2474"/>
                </a:lnTo>
                <a:lnTo>
                  <a:pt x="2614" y="2475"/>
                </a:lnTo>
                <a:lnTo>
                  <a:pt x="2615" y="2476"/>
                </a:lnTo>
                <a:lnTo>
                  <a:pt x="2615" y="2477"/>
                </a:lnTo>
                <a:lnTo>
                  <a:pt x="2616" y="2479"/>
                </a:lnTo>
                <a:lnTo>
                  <a:pt x="2616" y="2480"/>
                </a:lnTo>
                <a:lnTo>
                  <a:pt x="2616" y="2481"/>
                </a:lnTo>
                <a:lnTo>
                  <a:pt x="2615" y="2483"/>
                </a:lnTo>
                <a:lnTo>
                  <a:pt x="2615" y="2484"/>
                </a:lnTo>
                <a:lnTo>
                  <a:pt x="2615" y="2485"/>
                </a:lnTo>
                <a:lnTo>
                  <a:pt x="2615" y="2486"/>
                </a:lnTo>
                <a:lnTo>
                  <a:pt x="2615" y="2488"/>
                </a:lnTo>
                <a:lnTo>
                  <a:pt x="2615" y="2490"/>
                </a:lnTo>
                <a:lnTo>
                  <a:pt x="2616" y="2491"/>
                </a:lnTo>
                <a:lnTo>
                  <a:pt x="2617" y="2491"/>
                </a:lnTo>
                <a:lnTo>
                  <a:pt x="2617" y="2492"/>
                </a:lnTo>
                <a:lnTo>
                  <a:pt x="2617" y="2493"/>
                </a:lnTo>
                <a:lnTo>
                  <a:pt x="2616" y="2493"/>
                </a:lnTo>
                <a:lnTo>
                  <a:pt x="2616" y="2494"/>
                </a:lnTo>
                <a:lnTo>
                  <a:pt x="2617" y="2495"/>
                </a:lnTo>
                <a:lnTo>
                  <a:pt x="2618" y="2496"/>
                </a:lnTo>
                <a:lnTo>
                  <a:pt x="2618" y="2497"/>
                </a:lnTo>
                <a:lnTo>
                  <a:pt x="2617" y="2497"/>
                </a:lnTo>
                <a:lnTo>
                  <a:pt x="2617" y="2498"/>
                </a:lnTo>
                <a:lnTo>
                  <a:pt x="2617" y="2499"/>
                </a:lnTo>
                <a:lnTo>
                  <a:pt x="2617" y="2501"/>
                </a:lnTo>
                <a:lnTo>
                  <a:pt x="2617" y="2502"/>
                </a:lnTo>
                <a:lnTo>
                  <a:pt x="2617" y="2503"/>
                </a:lnTo>
                <a:lnTo>
                  <a:pt x="2619" y="2504"/>
                </a:lnTo>
                <a:lnTo>
                  <a:pt x="2619" y="2505"/>
                </a:lnTo>
                <a:lnTo>
                  <a:pt x="2620" y="2505"/>
                </a:lnTo>
                <a:lnTo>
                  <a:pt x="2621" y="2506"/>
                </a:lnTo>
                <a:lnTo>
                  <a:pt x="2622" y="2507"/>
                </a:lnTo>
                <a:lnTo>
                  <a:pt x="2622" y="2508"/>
                </a:lnTo>
                <a:lnTo>
                  <a:pt x="2621" y="2509"/>
                </a:lnTo>
                <a:lnTo>
                  <a:pt x="2621" y="2510"/>
                </a:lnTo>
                <a:lnTo>
                  <a:pt x="2621" y="2511"/>
                </a:lnTo>
                <a:lnTo>
                  <a:pt x="2622" y="2512"/>
                </a:lnTo>
                <a:lnTo>
                  <a:pt x="2623" y="2513"/>
                </a:lnTo>
                <a:lnTo>
                  <a:pt x="2624" y="2513"/>
                </a:lnTo>
                <a:lnTo>
                  <a:pt x="2625" y="2514"/>
                </a:lnTo>
                <a:lnTo>
                  <a:pt x="2624" y="2514"/>
                </a:lnTo>
                <a:lnTo>
                  <a:pt x="2624" y="2515"/>
                </a:lnTo>
                <a:lnTo>
                  <a:pt x="2624" y="2516"/>
                </a:lnTo>
                <a:lnTo>
                  <a:pt x="2624" y="2517"/>
                </a:lnTo>
                <a:lnTo>
                  <a:pt x="2623" y="2517"/>
                </a:lnTo>
                <a:lnTo>
                  <a:pt x="2623" y="2519"/>
                </a:lnTo>
                <a:lnTo>
                  <a:pt x="2623" y="2520"/>
                </a:lnTo>
                <a:lnTo>
                  <a:pt x="2623" y="2521"/>
                </a:lnTo>
                <a:lnTo>
                  <a:pt x="2624" y="2522"/>
                </a:lnTo>
                <a:lnTo>
                  <a:pt x="2623" y="2523"/>
                </a:lnTo>
                <a:lnTo>
                  <a:pt x="2623" y="2524"/>
                </a:lnTo>
                <a:lnTo>
                  <a:pt x="2623" y="2525"/>
                </a:lnTo>
                <a:lnTo>
                  <a:pt x="2623" y="2526"/>
                </a:lnTo>
                <a:lnTo>
                  <a:pt x="2624" y="2527"/>
                </a:lnTo>
                <a:lnTo>
                  <a:pt x="2623" y="2527"/>
                </a:lnTo>
                <a:lnTo>
                  <a:pt x="2622" y="2528"/>
                </a:lnTo>
                <a:lnTo>
                  <a:pt x="2623" y="2529"/>
                </a:lnTo>
                <a:lnTo>
                  <a:pt x="2624" y="2529"/>
                </a:lnTo>
                <a:lnTo>
                  <a:pt x="2625" y="2530"/>
                </a:lnTo>
                <a:lnTo>
                  <a:pt x="2626" y="2530"/>
                </a:lnTo>
                <a:lnTo>
                  <a:pt x="2626" y="2529"/>
                </a:lnTo>
                <a:lnTo>
                  <a:pt x="2627" y="2530"/>
                </a:lnTo>
                <a:lnTo>
                  <a:pt x="2627" y="2531"/>
                </a:lnTo>
                <a:lnTo>
                  <a:pt x="2627" y="2532"/>
                </a:lnTo>
                <a:lnTo>
                  <a:pt x="2628" y="2532"/>
                </a:lnTo>
                <a:lnTo>
                  <a:pt x="2628" y="2533"/>
                </a:lnTo>
                <a:lnTo>
                  <a:pt x="2628" y="2534"/>
                </a:lnTo>
                <a:lnTo>
                  <a:pt x="2629" y="2534"/>
                </a:lnTo>
                <a:lnTo>
                  <a:pt x="2629" y="2535"/>
                </a:lnTo>
                <a:lnTo>
                  <a:pt x="2630" y="2534"/>
                </a:lnTo>
                <a:lnTo>
                  <a:pt x="2630" y="2535"/>
                </a:lnTo>
                <a:lnTo>
                  <a:pt x="2631" y="2535"/>
                </a:lnTo>
                <a:lnTo>
                  <a:pt x="2632" y="2535"/>
                </a:lnTo>
                <a:lnTo>
                  <a:pt x="2633" y="2536"/>
                </a:lnTo>
                <a:lnTo>
                  <a:pt x="2633" y="2537"/>
                </a:lnTo>
                <a:lnTo>
                  <a:pt x="2633" y="2538"/>
                </a:lnTo>
                <a:lnTo>
                  <a:pt x="2634" y="2538"/>
                </a:lnTo>
                <a:lnTo>
                  <a:pt x="2635" y="2538"/>
                </a:lnTo>
                <a:lnTo>
                  <a:pt x="2635" y="2539"/>
                </a:lnTo>
                <a:lnTo>
                  <a:pt x="2635" y="2540"/>
                </a:lnTo>
                <a:lnTo>
                  <a:pt x="2634" y="2541"/>
                </a:lnTo>
                <a:lnTo>
                  <a:pt x="2634" y="2542"/>
                </a:lnTo>
                <a:lnTo>
                  <a:pt x="2635" y="2543"/>
                </a:lnTo>
                <a:lnTo>
                  <a:pt x="2635" y="2545"/>
                </a:lnTo>
                <a:lnTo>
                  <a:pt x="2634" y="2546"/>
                </a:lnTo>
                <a:lnTo>
                  <a:pt x="2635" y="2547"/>
                </a:lnTo>
                <a:lnTo>
                  <a:pt x="2634" y="2549"/>
                </a:lnTo>
                <a:lnTo>
                  <a:pt x="2635" y="2551"/>
                </a:lnTo>
                <a:lnTo>
                  <a:pt x="2635" y="2552"/>
                </a:lnTo>
                <a:lnTo>
                  <a:pt x="2636" y="2553"/>
                </a:lnTo>
                <a:lnTo>
                  <a:pt x="2636" y="2554"/>
                </a:lnTo>
                <a:lnTo>
                  <a:pt x="2637" y="2555"/>
                </a:lnTo>
                <a:lnTo>
                  <a:pt x="2637" y="2556"/>
                </a:lnTo>
                <a:lnTo>
                  <a:pt x="2636" y="2556"/>
                </a:lnTo>
                <a:lnTo>
                  <a:pt x="2636" y="2557"/>
                </a:lnTo>
                <a:lnTo>
                  <a:pt x="2636" y="2559"/>
                </a:lnTo>
                <a:lnTo>
                  <a:pt x="2636" y="2560"/>
                </a:lnTo>
                <a:lnTo>
                  <a:pt x="2635" y="2560"/>
                </a:lnTo>
                <a:lnTo>
                  <a:pt x="2635" y="2561"/>
                </a:lnTo>
                <a:lnTo>
                  <a:pt x="2634" y="2563"/>
                </a:lnTo>
                <a:lnTo>
                  <a:pt x="2633" y="2564"/>
                </a:lnTo>
                <a:lnTo>
                  <a:pt x="2633" y="2565"/>
                </a:lnTo>
                <a:lnTo>
                  <a:pt x="2634" y="2565"/>
                </a:lnTo>
                <a:lnTo>
                  <a:pt x="2634" y="2566"/>
                </a:lnTo>
                <a:lnTo>
                  <a:pt x="2635" y="2566"/>
                </a:lnTo>
                <a:lnTo>
                  <a:pt x="2636" y="2566"/>
                </a:lnTo>
                <a:lnTo>
                  <a:pt x="2636" y="2567"/>
                </a:lnTo>
                <a:lnTo>
                  <a:pt x="2636" y="2568"/>
                </a:lnTo>
                <a:lnTo>
                  <a:pt x="2636" y="2569"/>
                </a:lnTo>
                <a:lnTo>
                  <a:pt x="2637" y="2570"/>
                </a:lnTo>
                <a:lnTo>
                  <a:pt x="2636" y="2570"/>
                </a:lnTo>
                <a:lnTo>
                  <a:pt x="2636" y="2571"/>
                </a:lnTo>
                <a:lnTo>
                  <a:pt x="2635" y="2571"/>
                </a:lnTo>
                <a:lnTo>
                  <a:pt x="2634" y="2571"/>
                </a:lnTo>
                <a:lnTo>
                  <a:pt x="2633" y="2571"/>
                </a:lnTo>
                <a:lnTo>
                  <a:pt x="2631" y="2571"/>
                </a:lnTo>
                <a:lnTo>
                  <a:pt x="2630" y="2571"/>
                </a:lnTo>
                <a:lnTo>
                  <a:pt x="2629" y="2570"/>
                </a:lnTo>
                <a:lnTo>
                  <a:pt x="2628" y="2570"/>
                </a:lnTo>
                <a:lnTo>
                  <a:pt x="2626" y="2570"/>
                </a:lnTo>
                <a:lnTo>
                  <a:pt x="2625" y="2570"/>
                </a:lnTo>
                <a:lnTo>
                  <a:pt x="2624" y="2570"/>
                </a:lnTo>
                <a:lnTo>
                  <a:pt x="2623" y="2570"/>
                </a:lnTo>
                <a:lnTo>
                  <a:pt x="2621" y="2570"/>
                </a:lnTo>
                <a:lnTo>
                  <a:pt x="2620" y="2570"/>
                </a:lnTo>
                <a:lnTo>
                  <a:pt x="2619" y="2568"/>
                </a:lnTo>
                <a:lnTo>
                  <a:pt x="2618" y="2568"/>
                </a:lnTo>
                <a:lnTo>
                  <a:pt x="2618" y="2567"/>
                </a:lnTo>
                <a:lnTo>
                  <a:pt x="2616" y="2566"/>
                </a:lnTo>
                <a:lnTo>
                  <a:pt x="2615" y="2566"/>
                </a:lnTo>
                <a:lnTo>
                  <a:pt x="2615" y="2567"/>
                </a:lnTo>
                <a:lnTo>
                  <a:pt x="2614" y="2567"/>
                </a:lnTo>
                <a:lnTo>
                  <a:pt x="2614" y="2566"/>
                </a:lnTo>
                <a:lnTo>
                  <a:pt x="2613" y="2566"/>
                </a:lnTo>
                <a:lnTo>
                  <a:pt x="2611" y="2567"/>
                </a:lnTo>
                <a:lnTo>
                  <a:pt x="2610" y="2568"/>
                </a:lnTo>
                <a:lnTo>
                  <a:pt x="2609" y="2568"/>
                </a:lnTo>
                <a:lnTo>
                  <a:pt x="2608" y="2568"/>
                </a:lnTo>
                <a:lnTo>
                  <a:pt x="2607" y="2569"/>
                </a:lnTo>
                <a:lnTo>
                  <a:pt x="2607" y="2571"/>
                </a:lnTo>
                <a:lnTo>
                  <a:pt x="2606" y="2572"/>
                </a:lnTo>
                <a:lnTo>
                  <a:pt x="2606" y="2573"/>
                </a:lnTo>
                <a:lnTo>
                  <a:pt x="2606" y="2574"/>
                </a:lnTo>
                <a:lnTo>
                  <a:pt x="2605" y="2574"/>
                </a:lnTo>
                <a:lnTo>
                  <a:pt x="2604" y="2575"/>
                </a:lnTo>
                <a:lnTo>
                  <a:pt x="2604" y="2576"/>
                </a:lnTo>
                <a:lnTo>
                  <a:pt x="2603" y="2576"/>
                </a:lnTo>
                <a:lnTo>
                  <a:pt x="2601" y="2576"/>
                </a:lnTo>
                <a:lnTo>
                  <a:pt x="2600" y="2575"/>
                </a:lnTo>
                <a:lnTo>
                  <a:pt x="2599" y="2575"/>
                </a:lnTo>
                <a:lnTo>
                  <a:pt x="2598" y="2575"/>
                </a:lnTo>
                <a:lnTo>
                  <a:pt x="2596" y="2575"/>
                </a:lnTo>
                <a:lnTo>
                  <a:pt x="2595" y="2575"/>
                </a:lnTo>
                <a:lnTo>
                  <a:pt x="2593" y="2575"/>
                </a:lnTo>
                <a:lnTo>
                  <a:pt x="2592" y="2575"/>
                </a:lnTo>
                <a:lnTo>
                  <a:pt x="2592" y="2577"/>
                </a:lnTo>
                <a:lnTo>
                  <a:pt x="2592" y="2578"/>
                </a:lnTo>
                <a:lnTo>
                  <a:pt x="2591" y="2579"/>
                </a:lnTo>
                <a:lnTo>
                  <a:pt x="2591" y="2580"/>
                </a:lnTo>
                <a:lnTo>
                  <a:pt x="2590" y="2581"/>
                </a:lnTo>
                <a:lnTo>
                  <a:pt x="2590" y="2582"/>
                </a:lnTo>
                <a:lnTo>
                  <a:pt x="2589" y="2582"/>
                </a:lnTo>
                <a:lnTo>
                  <a:pt x="2588" y="2583"/>
                </a:lnTo>
                <a:lnTo>
                  <a:pt x="2586" y="2583"/>
                </a:lnTo>
                <a:lnTo>
                  <a:pt x="2585" y="2583"/>
                </a:lnTo>
                <a:lnTo>
                  <a:pt x="2584" y="2584"/>
                </a:lnTo>
                <a:lnTo>
                  <a:pt x="2582" y="2584"/>
                </a:lnTo>
                <a:lnTo>
                  <a:pt x="2580" y="2584"/>
                </a:lnTo>
                <a:lnTo>
                  <a:pt x="2579" y="2584"/>
                </a:lnTo>
                <a:lnTo>
                  <a:pt x="2578" y="2583"/>
                </a:lnTo>
                <a:lnTo>
                  <a:pt x="2576" y="2583"/>
                </a:lnTo>
                <a:lnTo>
                  <a:pt x="2575" y="2583"/>
                </a:lnTo>
                <a:lnTo>
                  <a:pt x="2574" y="2582"/>
                </a:lnTo>
                <a:lnTo>
                  <a:pt x="2573" y="2582"/>
                </a:lnTo>
                <a:lnTo>
                  <a:pt x="2571" y="2581"/>
                </a:lnTo>
                <a:lnTo>
                  <a:pt x="2569" y="2581"/>
                </a:lnTo>
                <a:lnTo>
                  <a:pt x="2568" y="2581"/>
                </a:lnTo>
                <a:lnTo>
                  <a:pt x="2567" y="2581"/>
                </a:lnTo>
                <a:lnTo>
                  <a:pt x="2566" y="2581"/>
                </a:lnTo>
                <a:lnTo>
                  <a:pt x="2565" y="2581"/>
                </a:lnTo>
                <a:lnTo>
                  <a:pt x="2564" y="2581"/>
                </a:lnTo>
                <a:lnTo>
                  <a:pt x="2563" y="2580"/>
                </a:lnTo>
                <a:lnTo>
                  <a:pt x="2562" y="2580"/>
                </a:lnTo>
                <a:lnTo>
                  <a:pt x="2561" y="2581"/>
                </a:lnTo>
                <a:lnTo>
                  <a:pt x="2560" y="2581"/>
                </a:lnTo>
                <a:lnTo>
                  <a:pt x="2559" y="2582"/>
                </a:lnTo>
                <a:lnTo>
                  <a:pt x="2558" y="2584"/>
                </a:lnTo>
                <a:lnTo>
                  <a:pt x="2557" y="2584"/>
                </a:lnTo>
                <a:lnTo>
                  <a:pt x="2555" y="2586"/>
                </a:lnTo>
                <a:lnTo>
                  <a:pt x="2553" y="2587"/>
                </a:lnTo>
                <a:lnTo>
                  <a:pt x="2553" y="2588"/>
                </a:lnTo>
                <a:lnTo>
                  <a:pt x="2552" y="2589"/>
                </a:lnTo>
                <a:lnTo>
                  <a:pt x="2551" y="2589"/>
                </a:lnTo>
                <a:lnTo>
                  <a:pt x="2550" y="2590"/>
                </a:lnTo>
                <a:lnTo>
                  <a:pt x="2549" y="2591"/>
                </a:lnTo>
                <a:lnTo>
                  <a:pt x="2549" y="2592"/>
                </a:lnTo>
                <a:lnTo>
                  <a:pt x="2549" y="2593"/>
                </a:lnTo>
                <a:lnTo>
                  <a:pt x="2549" y="2594"/>
                </a:lnTo>
                <a:lnTo>
                  <a:pt x="2548" y="2594"/>
                </a:lnTo>
                <a:lnTo>
                  <a:pt x="2547" y="2595"/>
                </a:lnTo>
                <a:lnTo>
                  <a:pt x="2546" y="2595"/>
                </a:lnTo>
                <a:lnTo>
                  <a:pt x="2546" y="2596"/>
                </a:lnTo>
                <a:lnTo>
                  <a:pt x="2545" y="2596"/>
                </a:lnTo>
                <a:lnTo>
                  <a:pt x="2544" y="2596"/>
                </a:lnTo>
                <a:lnTo>
                  <a:pt x="2543" y="2596"/>
                </a:lnTo>
                <a:lnTo>
                  <a:pt x="2543" y="2597"/>
                </a:lnTo>
                <a:lnTo>
                  <a:pt x="2542" y="2597"/>
                </a:lnTo>
                <a:lnTo>
                  <a:pt x="2541" y="2597"/>
                </a:lnTo>
                <a:lnTo>
                  <a:pt x="2540" y="2597"/>
                </a:lnTo>
                <a:lnTo>
                  <a:pt x="2540" y="2596"/>
                </a:lnTo>
                <a:lnTo>
                  <a:pt x="2539" y="2596"/>
                </a:lnTo>
                <a:lnTo>
                  <a:pt x="2538" y="2596"/>
                </a:lnTo>
                <a:lnTo>
                  <a:pt x="2538" y="2597"/>
                </a:lnTo>
                <a:lnTo>
                  <a:pt x="2538" y="2598"/>
                </a:lnTo>
                <a:lnTo>
                  <a:pt x="2538" y="2599"/>
                </a:lnTo>
                <a:lnTo>
                  <a:pt x="2537" y="2599"/>
                </a:lnTo>
                <a:lnTo>
                  <a:pt x="2537" y="2600"/>
                </a:lnTo>
                <a:lnTo>
                  <a:pt x="2537" y="2601"/>
                </a:lnTo>
                <a:lnTo>
                  <a:pt x="2536" y="2602"/>
                </a:lnTo>
                <a:lnTo>
                  <a:pt x="2536" y="2604"/>
                </a:lnTo>
                <a:lnTo>
                  <a:pt x="2536" y="2605"/>
                </a:lnTo>
                <a:lnTo>
                  <a:pt x="2535" y="2607"/>
                </a:lnTo>
                <a:lnTo>
                  <a:pt x="2535" y="2608"/>
                </a:lnTo>
                <a:lnTo>
                  <a:pt x="2536" y="2608"/>
                </a:lnTo>
                <a:lnTo>
                  <a:pt x="2536" y="2609"/>
                </a:lnTo>
                <a:lnTo>
                  <a:pt x="2536" y="2610"/>
                </a:lnTo>
                <a:lnTo>
                  <a:pt x="2536" y="2611"/>
                </a:lnTo>
                <a:lnTo>
                  <a:pt x="2535" y="2611"/>
                </a:lnTo>
                <a:lnTo>
                  <a:pt x="2535" y="2612"/>
                </a:lnTo>
                <a:lnTo>
                  <a:pt x="2536" y="2613"/>
                </a:lnTo>
                <a:lnTo>
                  <a:pt x="2537" y="2614"/>
                </a:lnTo>
                <a:lnTo>
                  <a:pt x="2536" y="2614"/>
                </a:lnTo>
                <a:lnTo>
                  <a:pt x="2536" y="2615"/>
                </a:lnTo>
                <a:lnTo>
                  <a:pt x="2537" y="2615"/>
                </a:lnTo>
                <a:lnTo>
                  <a:pt x="2538" y="2616"/>
                </a:lnTo>
                <a:lnTo>
                  <a:pt x="2539" y="2616"/>
                </a:lnTo>
                <a:lnTo>
                  <a:pt x="2539" y="2618"/>
                </a:lnTo>
                <a:lnTo>
                  <a:pt x="2539" y="2619"/>
                </a:lnTo>
                <a:lnTo>
                  <a:pt x="2538" y="2619"/>
                </a:lnTo>
                <a:lnTo>
                  <a:pt x="2537" y="2620"/>
                </a:lnTo>
                <a:lnTo>
                  <a:pt x="2536" y="2620"/>
                </a:lnTo>
                <a:lnTo>
                  <a:pt x="2535" y="2620"/>
                </a:lnTo>
                <a:lnTo>
                  <a:pt x="2534" y="2620"/>
                </a:lnTo>
                <a:lnTo>
                  <a:pt x="2533" y="2621"/>
                </a:lnTo>
                <a:lnTo>
                  <a:pt x="2533" y="2622"/>
                </a:lnTo>
                <a:lnTo>
                  <a:pt x="2532" y="2622"/>
                </a:lnTo>
                <a:lnTo>
                  <a:pt x="2532" y="2623"/>
                </a:lnTo>
                <a:lnTo>
                  <a:pt x="2532" y="2624"/>
                </a:lnTo>
                <a:lnTo>
                  <a:pt x="2531" y="2625"/>
                </a:lnTo>
                <a:lnTo>
                  <a:pt x="2530" y="2625"/>
                </a:lnTo>
                <a:lnTo>
                  <a:pt x="2531" y="2627"/>
                </a:lnTo>
                <a:lnTo>
                  <a:pt x="2531" y="2628"/>
                </a:lnTo>
                <a:lnTo>
                  <a:pt x="2530" y="2629"/>
                </a:lnTo>
                <a:lnTo>
                  <a:pt x="2529" y="2630"/>
                </a:lnTo>
                <a:lnTo>
                  <a:pt x="2530" y="2630"/>
                </a:lnTo>
                <a:lnTo>
                  <a:pt x="2530" y="2631"/>
                </a:lnTo>
                <a:lnTo>
                  <a:pt x="2530" y="2630"/>
                </a:lnTo>
                <a:lnTo>
                  <a:pt x="2531" y="2630"/>
                </a:lnTo>
                <a:lnTo>
                  <a:pt x="2532" y="2630"/>
                </a:lnTo>
                <a:lnTo>
                  <a:pt x="2532" y="2631"/>
                </a:lnTo>
                <a:lnTo>
                  <a:pt x="2533" y="2632"/>
                </a:lnTo>
                <a:lnTo>
                  <a:pt x="2533" y="2633"/>
                </a:lnTo>
                <a:lnTo>
                  <a:pt x="2533" y="2634"/>
                </a:lnTo>
                <a:lnTo>
                  <a:pt x="2533" y="2635"/>
                </a:lnTo>
                <a:lnTo>
                  <a:pt x="2533" y="2637"/>
                </a:lnTo>
                <a:lnTo>
                  <a:pt x="2533" y="2638"/>
                </a:lnTo>
                <a:lnTo>
                  <a:pt x="2532" y="2639"/>
                </a:lnTo>
                <a:lnTo>
                  <a:pt x="2531" y="2639"/>
                </a:lnTo>
                <a:lnTo>
                  <a:pt x="2530" y="2639"/>
                </a:lnTo>
                <a:lnTo>
                  <a:pt x="2531" y="2641"/>
                </a:lnTo>
                <a:lnTo>
                  <a:pt x="2531" y="2642"/>
                </a:lnTo>
                <a:lnTo>
                  <a:pt x="2531" y="2643"/>
                </a:lnTo>
                <a:lnTo>
                  <a:pt x="2531" y="2644"/>
                </a:lnTo>
                <a:lnTo>
                  <a:pt x="2532" y="2645"/>
                </a:lnTo>
                <a:lnTo>
                  <a:pt x="2532" y="2646"/>
                </a:lnTo>
                <a:lnTo>
                  <a:pt x="2534" y="2647"/>
                </a:lnTo>
                <a:lnTo>
                  <a:pt x="2535" y="2647"/>
                </a:lnTo>
                <a:lnTo>
                  <a:pt x="2536" y="2647"/>
                </a:lnTo>
                <a:lnTo>
                  <a:pt x="2537" y="2647"/>
                </a:lnTo>
                <a:lnTo>
                  <a:pt x="2538" y="2647"/>
                </a:lnTo>
                <a:lnTo>
                  <a:pt x="2538" y="2648"/>
                </a:lnTo>
                <a:lnTo>
                  <a:pt x="2540" y="2648"/>
                </a:lnTo>
                <a:lnTo>
                  <a:pt x="2541" y="2648"/>
                </a:lnTo>
                <a:lnTo>
                  <a:pt x="2543" y="2648"/>
                </a:lnTo>
                <a:lnTo>
                  <a:pt x="2544" y="2648"/>
                </a:lnTo>
                <a:lnTo>
                  <a:pt x="2544" y="2649"/>
                </a:lnTo>
                <a:lnTo>
                  <a:pt x="2545" y="2649"/>
                </a:lnTo>
                <a:lnTo>
                  <a:pt x="2546" y="2650"/>
                </a:lnTo>
                <a:lnTo>
                  <a:pt x="2545" y="2651"/>
                </a:lnTo>
                <a:lnTo>
                  <a:pt x="2544" y="2652"/>
                </a:lnTo>
                <a:lnTo>
                  <a:pt x="2544" y="2653"/>
                </a:lnTo>
                <a:lnTo>
                  <a:pt x="2545" y="2653"/>
                </a:lnTo>
                <a:lnTo>
                  <a:pt x="2546" y="2654"/>
                </a:lnTo>
                <a:lnTo>
                  <a:pt x="2547" y="2654"/>
                </a:lnTo>
                <a:lnTo>
                  <a:pt x="2549" y="2654"/>
                </a:lnTo>
                <a:lnTo>
                  <a:pt x="2550" y="2654"/>
                </a:lnTo>
                <a:lnTo>
                  <a:pt x="2551" y="2655"/>
                </a:lnTo>
                <a:lnTo>
                  <a:pt x="2552" y="2655"/>
                </a:lnTo>
                <a:lnTo>
                  <a:pt x="2554" y="2655"/>
                </a:lnTo>
                <a:lnTo>
                  <a:pt x="2555" y="2655"/>
                </a:lnTo>
                <a:lnTo>
                  <a:pt x="2556" y="2655"/>
                </a:lnTo>
                <a:lnTo>
                  <a:pt x="2557" y="2655"/>
                </a:lnTo>
                <a:lnTo>
                  <a:pt x="2558" y="2655"/>
                </a:lnTo>
                <a:lnTo>
                  <a:pt x="2559" y="2656"/>
                </a:lnTo>
                <a:lnTo>
                  <a:pt x="2559" y="2657"/>
                </a:lnTo>
                <a:lnTo>
                  <a:pt x="2560" y="2658"/>
                </a:lnTo>
                <a:lnTo>
                  <a:pt x="2561" y="2657"/>
                </a:lnTo>
                <a:lnTo>
                  <a:pt x="2562" y="2657"/>
                </a:lnTo>
                <a:lnTo>
                  <a:pt x="2564" y="2657"/>
                </a:lnTo>
                <a:lnTo>
                  <a:pt x="2564" y="2658"/>
                </a:lnTo>
                <a:lnTo>
                  <a:pt x="2565" y="2658"/>
                </a:lnTo>
                <a:lnTo>
                  <a:pt x="2566" y="2658"/>
                </a:lnTo>
                <a:lnTo>
                  <a:pt x="2566" y="2659"/>
                </a:lnTo>
                <a:lnTo>
                  <a:pt x="2568" y="2659"/>
                </a:lnTo>
                <a:lnTo>
                  <a:pt x="2569" y="2659"/>
                </a:lnTo>
                <a:lnTo>
                  <a:pt x="2569" y="2660"/>
                </a:lnTo>
                <a:lnTo>
                  <a:pt x="2570" y="2660"/>
                </a:lnTo>
                <a:lnTo>
                  <a:pt x="2571" y="2661"/>
                </a:lnTo>
                <a:lnTo>
                  <a:pt x="2572" y="2661"/>
                </a:lnTo>
                <a:lnTo>
                  <a:pt x="2573" y="2661"/>
                </a:lnTo>
                <a:lnTo>
                  <a:pt x="2574" y="2662"/>
                </a:lnTo>
                <a:lnTo>
                  <a:pt x="2575" y="2662"/>
                </a:lnTo>
                <a:lnTo>
                  <a:pt x="2575" y="2663"/>
                </a:lnTo>
                <a:lnTo>
                  <a:pt x="2577" y="2664"/>
                </a:lnTo>
                <a:lnTo>
                  <a:pt x="2578" y="2664"/>
                </a:lnTo>
                <a:lnTo>
                  <a:pt x="2577" y="2666"/>
                </a:lnTo>
                <a:lnTo>
                  <a:pt x="2577" y="2667"/>
                </a:lnTo>
                <a:lnTo>
                  <a:pt x="2576" y="2668"/>
                </a:lnTo>
                <a:lnTo>
                  <a:pt x="2576" y="2669"/>
                </a:lnTo>
                <a:lnTo>
                  <a:pt x="2576" y="2670"/>
                </a:lnTo>
                <a:lnTo>
                  <a:pt x="2577" y="2670"/>
                </a:lnTo>
                <a:lnTo>
                  <a:pt x="2577" y="2671"/>
                </a:lnTo>
                <a:lnTo>
                  <a:pt x="2577" y="2672"/>
                </a:lnTo>
                <a:lnTo>
                  <a:pt x="2576" y="2673"/>
                </a:lnTo>
                <a:lnTo>
                  <a:pt x="2576" y="2674"/>
                </a:lnTo>
                <a:lnTo>
                  <a:pt x="2577" y="2675"/>
                </a:lnTo>
                <a:lnTo>
                  <a:pt x="2577" y="2676"/>
                </a:lnTo>
                <a:lnTo>
                  <a:pt x="2576" y="2676"/>
                </a:lnTo>
                <a:lnTo>
                  <a:pt x="2575" y="2676"/>
                </a:lnTo>
                <a:lnTo>
                  <a:pt x="2575" y="2677"/>
                </a:lnTo>
                <a:lnTo>
                  <a:pt x="2576" y="2677"/>
                </a:lnTo>
                <a:lnTo>
                  <a:pt x="2576" y="2678"/>
                </a:lnTo>
                <a:lnTo>
                  <a:pt x="2575" y="2678"/>
                </a:lnTo>
                <a:lnTo>
                  <a:pt x="2575" y="2679"/>
                </a:lnTo>
                <a:lnTo>
                  <a:pt x="2574" y="2681"/>
                </a:lnTo>
                <a:lnTo>
                  <a:pt x="2574" y="2682"/>
                </a:lnTo>
                <a:lnTo>
                  <a:pt x="2574" y="2683"/>
                </a:lnTo>
                <a:lnTo>
                  <a:pt x="2575" y="2684"/>
                </a:lnTo>
                <a:lnTo>
                  <a:pt x="2576" y="2684"/>
                </a:lnTo>
                <a:lnTo>
                  <a:pt x="2577" y="2684"/>
                </a:lnTo>
                <a:lnTo>
                  <a:pt x="2578" y="2684"/>
                </a:lnTo>
                <a:lnTo>
                  <a:pt x="2578" y="2685"/>
                </a:lnTo>
                <a:lnTo>
                  <a:pt x="2577" y="2686"/>
                </a:lnTo>
                <a:lnTo>
                  <a:pt x="2577" y="2687"/>
                </a:lnTo>
                <a:lnTo>
                  <a:pt x="2576" y="2688"/>
                </a:lnTo>
                <a:lnTo>
                  <a:pt x="2575" y="2688"/>
                </a:lnTo>
                <a:lnTo>
                  <a:pt x="2575" y="2689"/>
                </a:lnTo>
                <a:lnTo>
                  <a:pt x="2575" y="2690"/>
                </a:lnTo>
                <a:lnTo>
                  <a:pt x="2575" y="2691"/>
                </a:lnTo>
                <a:lnTo>
                  <a:pt x="2574" y="2691"/>
                </a:lnTo>
                <a:lnTo>
                  <a:pt x="2574" y="2692"/>
                </a:lnTo>
                <a:lnTo>
                  <a:pt x="2573" y="2692"/>
                </a:lnTo>
                <a:lnTo>
                  <a:pt x="2574" y="2692"/>
                </a:lnTo>
                <a:lnTo>
                  <a:pt x="2574" y="2693"/>
                </a:lnTo>
                <a:lnTo>
                  <a:pt x="2575" y="2694"/>
                </a:lnTo>
                <a:lnTo>
                  <a:pt x="2575" y="2695"/>
                </a:lnTo>
                <a:lnTo>
                  <a:pt x="2575" y="2694"/>
                </a:lnTo>
                <a:lnTo>
                  <a:pt x="2574" y="2694"/>
                </a:lnTo>
                <a:lnTo>
                  <a:pt x="2574" y="2695"/>
                </a:lnTo>
                <a:lnTo>
                  <a:pt x="2574" y="2696"/>
                </a:lnTo>
                <a:lnTo>
                  <a:pt x="2573" y="2697"/>
                </a:lnTo>
                <a:lnTo>
                  <a:pt x="2573" y="2698"/>
                </a:lnTo>
                <a:lnTo>
                  <a:pt x="2572" y="2698"/>
                </a:lnTo>
                <a:lnTo>
                  <a:pt x="2572" y="2699"/>
                </a:lnTo>
                <a:lnTo>
                  <a:pt x="2572" y="2700"/>
                </a:lnTo>
                <a:lnTo>
                  <a:pt x="2572" y="2701"/>
                </a:lnTo>
                <a:lnTo>
                  <a:pt x="2572" y="2702"/>
                </a:lnTo>
                <a:lnTo>
                  <a:pt x="2573" y="2703"/>
                </a:lnTo>
                <a:lnTo>
                  <a:pt x="2572" y="2703"/>
                </a:lnTo>
                <a:lnTo>
                  <a:pt x="2572" y="2704"/>
                </a:lnTo>
                <a:lnTo>
                  <a:pt x="2571" y="2704"/>
                </a:lnTo>
                <a:lnTo>
                  <a:pt x="2571" y="2705"/>
                </a:lnTo>
                <a:lnTo>
                  <a:pt x="2570" y="2706"/>
                </a:lnTo>
                <a:lnTo>
                  <a:pt x="2570" y="2707"/>
                </a:lnTo>
                <a:lnTo>
                  <a:pt x="2571" y="2707"/>
                </a:lnTo>
                <a:lnTo>
                  <a:pt x="2572" y="2708"/>
                </a:lnTo>
                <a:lnTo>
                  <a:pt x="2572" y="2709"/>
                </a:lnTo>
                <a:lnTo>
                  <a:pt x="2573" y="2709"/>
                </a:lnTo>
                <a:lnTo>
                  <a:pt x="2573" y="2710"/>
                </a:lnTo>
                <a:lnTo>
                  <a:pt x="2574" y="2710"/>
                </a:lnTo>
                <a:lnTo>
                  <a:pt x="2573" y="2711"/>
                </a:lnTo>
                <a:lnTo>
                  <a:pt x="2573" y="2712"/>
                </a:lnTo>
                <a:lnTo>
                  <a:pt x="2574" y="2712"/>
                </a:lnTo>
                <a:lnTo>
                  <a:pt x="2575" y="2713"/>
                </a:lnTo>
                <a:lnTo>
                  <a:pt x="2575" y="2712"/>
                </a:lnTo>
                <a:lnTo>
                  <a:pt x="2576" y="2712"/>
                </a:lnTo>
                <a:lnTo>
                  <a:pt x="2577" y="2712"/>
                </a:lnTo>
                <a:lnTo>
                  <a:pt x="2577" y="2713"/>
                </a:lnTo>
                <a:lnTo>
                  <a:pt x="2578" y="2714"/>
                </a:lnTo>
                <a:lnTo>
                  <a:pt x="2578" y="2715"/>
                </a:lnTo>
                <a:lnTo>
                  <a:pt x="2577" y="2715"/>
                </a:lnTo>
                <a:lnTo>
                  <a:pt x="2576" y="2716"/>
                </a:lnTo>
                <a:lnTo>
                  <a:pt x="2574" y="2718"/>
                </a:lnTo>
                <a:lnTo>
                  <a:pt x="2573" y="2718"/>
                </a:lnTo>
                <a:lnTo>
                  <a:pt x="2573" y="2720"/>
                </a:lnTo>
                <a:lnTo>
                  <a:pt x="2572" y="2721"/>
                </a:lnTo>
                <a:lnTo>
                  <a:pt x="2572" y="2722"/>
                </a:lnTo>
                <a:lnTo>
                  <a:pt x="2571" y="2723"/>
                </a:lnTo>
                <a:lnTo>
                  <a:pt x="2571" y="2724"/>
                </a:lnTo>
                <a:lnTo>
                  <a:pt x="2572" y="2724"/>
                </a:lnTo>
                <a:lnTo>
                  <a:pt x="2572" y="2725"/>
                </a:lnTo>
                <a:lnTo>
                  <a:pt x="2573" y="2726"/>
                </a:lnTo>
                <a:lnTo>
                  <a:pt x="2574" y="2726"/>
                </a:lnTo>
                <a:lnTo>
                  <a:pt x="2574" y="2727"/>
                </a:lnTo>
                <a:lnTo>
                  <a:pt x="2576" y="2728"/>
                </a:lnTo>
                <a:lnTo>
                  <a:pt x="2577" y="2728"/>
                </a:lnTo>
                <a:lnTo>
                  <a:pt x="2577" y="2729"/>
                </a:lnTo>
                <a:lnTo>
                  <a:pt x="2578" y="2729"/>
                </a:lnTo>
                <a:lnTo>
                  <a:pt x="2579" y="2730"/>
                </a:lnTo>
                <a:lnTo>
                  <a:pt x="2579" y="2731"/>
                </a:lnTo>
                <a:lnTo>
                  <a:pt x="2578" y="2731"/>
                </a:lnTo>
                <a:lnTo>
                  <a:pt x="2578" y="2732"/>
                </a:lnTo>
                <a:lnTo>
                  <a:pt x="2578" y="2733"/>
                </a:lnTo>
                <a:lnTo>
                  <a:pt x="2578" y="2734"/>
                </a:lnTo>
                <a:lnTo>
                  <a:pt x="2577" y="2735"/>
                </a:lnTo>
                <a:lnTo>
                  <a:pt x="2577" y="2736"/>
                </a:lnTo>
                <a:lnTo>
                  <a:pt x="2577" y="2737"/>
                </a:lnTo>
                <a:lnTo>
                  <a:pt x="2578" y="2738"/>
                </a:lnTo>
                <a:lnTo>
                  <a:pt x="2578" y="2739"/>
                </a:lnTo>
                <a:lnTo>
                  <a:pt x="2578" y="2740"/>
                </a:lnTo>
                <a:lnTo>
                  <a:pt x="2577" y="2740"/>
                </a:lnTo>
                <a:lnTo>
                  <a:pt x="2577" y="2741"/>
                </a:lnTo>
                <a:lnTo>
                  <a:pt x="2578" y="2742"/>
                </a:lnTo>
                <a:lnTo>
                  <a:pt x="2578" y="2743"/>
                </a:lnTo>
                <a:lnTo>
                  <a:pt x="2579" y="2743"/>
                </a:lnTo>
                <a:lnTo>
                  <a:pt x="2579" y="2745"/>
                </a:lnTo>
                <a:lnTo>
                  <a:pt x="2579" y="2746"/>
                </a:lnTo>
                <a:lnTo>
                  <a:pt x="2580" y="2746"/>
                </a:lnTo>
                <a:lnTo>
                  <a:pt x="2580" y="2747"/>
                </a:lnTo>
                <a:lnTo>
                  <a:pt x="2579" y="2748"/>
                </a:lnTo>
                <a:lnTo>
                  <a:pt x="2579" y="2750"/>
                </a:lnTo>
                <a:lnTo>
                  <a:pt x="2580" y="2752"/>
                </a:lnTo>
                <a:lnTo>
                  <a:pt x="2580" y="2753"/>
                </a:lnTo>
                <a:lnTo>
                  <a:pt x="2579" y="2754"/>
                </a:lnTo>
                <a:lnTo>
                  <a:pt x="2578" y="2755"/>
                </a:lnTo>
                <a:lnTo>
                  <a:pt x="2577" y="2756"/>
                </a:lnTo>
                <a:lnTo>
                  <a:pt x="2574" y="2756"/>
                </a:lnTo>
                <a:lnTo>
                  <a:pt x="2573" y="2756"/>
                </a:lnTo>
                <a:lnTo>
                  <a:pt x="2572" y="2756"/>
                </a:lnTo>
                <a:lnTo>
                  <a:pt x="2569" y="2754"/>
                </a:lnTo>
                <a:lnTo>
                  <a:pt x="2566" y="2754"/>
                </a:lnTo>
                <a:lnTo>
                  <a:pt x="2565" y="2753"/>
                </a:lnTo>
                <a:lnTo>
                  <a:pt x="2565" y="2752"/>
                </a:lnTo>
                <a:lnTo>
                  <a:pt x="2563" y="2752"/>
                </a:lnTo>
                <a:lnTo>
                  <a:pt x="2562" y="2752"/>
                </a:lnTo>
                <a:lnTo>
                  <a:pt x="2561" y="2752"/>
                </a:lnTo>
                <a:lnTo>
                  <a:pt x="2560" y="2752"/>
                </a:lnTo>
                <a:lnTo>
                  <a:pt x="2560" y="2751"/>
                </a:lnTo>
                <a:lnTo>
                  <a:pt x="2559" y="2750"/>
                </a:lnTo>
                <a:lnTo>
                  <a:pt x="2558" y="2750"/>
                </a:lnTo>
                <a:lnTo>
                  <a:pt x="2558" y="2751"/>
                </a:lnTo>
                <a:lnTo>
                  <a:pt x="2557" y="2751"/>
                </a:lnTo>
                <a:lnTo>
                  <a:pt x="2557" y="2750"/>
                </a:lnTo>
                <a:lnTo>
                  <a:pt x="2556" y="2750"/>
                </a:lnTo>
                <a:lnTo>
                  <a:pt x="2556" y="2751"/>
                </a:lnTo>
                <a:lnTo>
                  <a:pt x="2555" y="2751"/>
                </a:lnTo>
                <a:lnTo>
                  <a:pt x="2555" y="2752"/>
                </a:lnTo>
                <a:lnTo>
                  <a:pt x="2554" y="2752"/>
                </a:lnTo>
                <a:lnTo>
                  <a:pt x="2553" y="2753"/>
                </a:lnTo>
                <a:lnTo>
                  <a:pt x="2553" y="2754"/>
                </a:lnTo>
                <a:lnTo>
                  <a:pt x="2552" y="2756"/>
                </a:lnTo>
                <a:lnTo>
                  <a:pt x="2551" y="2758"/>
                </a:lnTo>
                <a:lnTo>
                  <a:pt x="2551" y="2759"/>
                </a:lnTo>
                <a:lnTo>
                  <a:pt x="2550" y="2759"/>
                </a:lnTo>
                <a:lnTo>
                  <a:pt x="2550" y="2760"/>
                </a:lnTo>
                <a:lnTo>
                  <a:pt x="2549" y="2761"/>
                </a:lnTo>
                <a:lnTo>
                  <a:pt x="2549" y="2762"/>
                </a:lnTo>
                <a:lnTo>
                  <a:pt x="2548" y="2762"/>
                </a:lnTo>
                <a:lnTo>
                  <a:pt x="2547" y="2763"/>
                </a:lnTo>
                <a:lnTo>
                  <a:pt x="2546" y="2764"/>
                </a:lnTo>
                <a:lnTo>
                  <a:pt x="2546" y="2765"/>
                </a:lnTo>
                <a:lnTo>
                  <a:pt x="2545" y="2765"/>
                </a:lnTo>
                <a:lnTo>
                  <a:pt x="2544" y="2765"/>
                </a:lnTo>
                <a:lnTo>
                  <a:pt x="2544" y="2764"/>
                </a:lnTo>
                <a:lnTo>
                  <a:pt x="2542" y="2764"/>
                </a:lnTo>
                <a:lnTo>
                  <a:pt x="2540" y="2764"/>
                </a:lnTo>
                <a:lnTo>
                  <a:pt x="2540" y="2765"/>
                </a:lnTo>
                <a:lnTo>
                  <a:pt x="2539" y="2765"/>
                </a:lnTo>
                <a:lnTo>
                  <a:pt x="2538" y="2764"/>
                </a:lnTo>
                <a:lnTo>
                  <a:pt x="2537" y="2764"/>
                </a:lnTo>
                <a:lnTo>
                  <a:pt x="2536" y="2764"/>
                </a:lnTo>
                <a:lnTo>
                  <a:pt x="2536" y="2765"/>
                </a:lnTo>
                <a:lnTo>
                  <a:pt x="2535" y="2765"/>
                </a:lnTo>
                <a:lnTo>
                  <a:pt x="2534" y="2765"/>
                </a:lnTo>
                <a:lnTo>
                  <a:pt x="2533" y="2765"/>
                </a:lnTo>
                <a:lnTo>
                  <a:pt x="2532" y="2765"/>
                </a:lnTo>
                <a:lnTo>
                  <a:pt x="2531" y="2764"/>
                </a:lnTo>
                <a:lnTo>
                  <a:pt x="2530" y="2763"/>
                </a:lnTo>
                <a:lnTo>
                  <a:pt x="2530" y="2762"/>
                </a:lnTo>
                <a:lnTo>
                  <a:pt x="2529" y="2762"/>
                </a:lnTo>
                <a:lnTo>
                  <a:pt x="2528" y="2761"/>
                </a:lnTo>
                <a:lnTo>
                  <a:pt x="2529" y="2760"/>
                </a:lnTo>
                <a:lnTo>
                  <a:pt x="2528" y="2759"/>
                </a:lnTo>
                <a:lnTo>
                  <a:pt x="2527" y="2759"/>
                </a:lnTo>
                <a:lnTo>
                  <a:pt x="2525" y="2757"/>
                </a:lnTo>
                <a:lnTo>
                  <a:pt x="2525" y="2756"/>
                </a:lnTo>
                <a:lnTo>
                  <a:pt x="2524" y="2754"/>
                </a:lnTo>
                <a:lnTo>
                  <a:pt x="2524" y="2751"/>
                </a:lnTo>
                <a:lnTo>
                  <a:pt x="2523" y="2750"/>
                </a:lnTo>
                <a:lnTo>
                  <a:pt x="2523" y="2749"/>
                </a:lnTo>
                <a:lnTo>
                  <a:pt x="2522" y="2749"/>
                </a:lnTo>
                <a:lnTo>
                  <a:pt x="2521" y="2748"/>
                </a:lnTo>
                <a:lnTo>
                  <a:pt x="2520" y="2747"/>
                </a:lnTo>
                <a:lnTo>
                  <a:pt x="2519" y="2747"/>
                </a:lnTo>
                <a:lnTo>
                  <a:pt x="2518" y="2746"/>
                </a:lnTo>
                <a:lnTo>
                  <a:pt x="2517" y="2745"/>
                </a:lnTo>
                <a:lnTo>
                  <a:pt x="2516" y="2745"/>
                </a:lnTo>
                <a:lnTo>
                  <a:pt x="2516" y="2744"/>
                </a:lnTo>
                <a:lnTo>
                  <a:pt x="2515" y="2743"/>
                </a:lnTo>
                <a:lnTo>
                  <a:pt x="2514" y="2742"/>
                </a:lnTo>
                <a:lnTo>
                  <a:pt x="2513" y="2741"/>
                </a:lnTo>
                <a:lnTo>
                  <a:pt x="2512" y="2741"/>
                </a:lnTo>
                <a:lnTo>
                  <a:pt x="2512" y="2740"/>
                </a:lnTo>
                <a:lnTo>
                  <a:pt x="2511" y="2740"/>
                </a:lnTo>
                <a:lnTo>
                  <a:pt x="2510" y="2740"/>
                </a:lnTo>
                <a:lnTo>
                  <a:pt x="2510" y="2739"/>
                </a:lnTo>
                <a:lnTo>
                  <a:pt x="2508" y="2738"/>
                </a:lnTo>
                <a:lnTo>
                  <a:pt x="2506" y="2737"/>
                </a:lnTo>
                <a:lnTo>
                  <a:pt x="2505" y="2737"/>
                </a:lnTo>
                <a:lnTo>
                  <a:pt x="2504" y="2737"/>
                </a:lnTo>
                <a:lnTo>
                  <a:pt x="2503" y="2737"/>
                </a:lnTo>
                <a:lnTo>
                  <a:pt x="2502" y="2737"/>
                </a:lnTo>
                <a:lnTo>
                  <a:pt x="2501" y="2737"/>
                </a:lnTo>
                <a:lnTo>
                  <a:pt x="2500" y="2737"/>
                </a:lnTo>
                <a:lnTo>
                  <a:pt x="2499" y="2737"/>
                </a:lnTo>
                <a:lnTo>
                  <a:pt x="2497" y="2737"/>
                </a:lnTo>
                <a:lnTo>
                  <a:pt x="2496" y="2737"/>
                </a:lnTo>
                <a:lnTo>
                  <a:pt x="2495" y="2736"/>
                </a:lnTo>
                <a:lnTo>
                  <a:pt x="2494" y="2735"/>
                </a:lnTo>
                <a:lnTo>
                  <a:pt x="2494" y="2736"/>
                </a:lnTo>
                <a:lnTo>
                  <a:pt x="2493" y="2736"/>
                </a:lnTo>
                <a:lnTo>
                  <a:pt x="2492" y="2736"/>
                </a:lnTo>
                <a:lnTo>
                  <a:pt x="2491" y="2735"/>
                </a:lnTo>
                <a:lnTo>
                  <a:pt x="2491" y="2734"/>
                </a:lnTo>
                <a:lnTo>
                  <a:pt x="2490" y="2733"/>
                </a:lnTo>
                <a:lnTo>
                  <a:pt x="2489" y="2732"/>
                </a:lnTo>
                <a:lnTo>
                  <a:pt x="2487" y="2732"/>
                </a:lnTo>
                <a:lnTo>
                  <a:pt x="2485" y="2731"/>
                </a:lnTo>
                <a:lnTo>
                  <a:pt x="2484" y="2731"/>
                </a:lnTo>
                <a:lnTo>
                  <a:pt x="2481" y="2731"/>
                </a:lnTo>
                <a:lnTo>
                  <a:pt x="2478" y="2732"/>
                </a:lnTo>
                <a:lnTo>
                  <a:pt x="2478" y="2733"/>
                </a:lnTo>
                <a:lnTo>
                  <a:pt x="2477" y="2733"/>
                </a:lnTo>
                <a:lnTo>
                  <a:pt x="2476" y="2733"/>
                </a:lnTo>
                <a:lnTo>
                  <a:pt x="2474" y="2733"/>
                </a:lnTo>
                <a:lnTo>
                  <a:pt x="2472" y="2732"/>
                </a:lnTo>
                <a:lnTo>
                  <a:pt x="2471" y="2732"/>
                </a:lnTo>
                <a:lnTo>
                  <a:pt x="2469" y="2732"/>
                </a:lnTo>
                <a:lnTo>
                  <a:pt x="2468" y="2731"/>
                </a:lnTo>
                <a:lnTo>
                  <a:pt x="2466" y="2730"/>
                </a:lnTo>
                <a:lnTo>
                  <a:pt x="2465" y="2730"/>
                </a:lnTo>
                <a:lnTo>
                  <a:pt x="2464" y="2729"/>
                </a:lnTo>
                <a:lnTo>
                  <a:pt x="2462" y="2729"/>
                </a:lnTo>
                <a:lnTo>
                  <a:pt x="2461" y="2728"/>
                </a:lnTo>
                <a:lnTo>
                  <a:pt x="2460" y="2727"/>
                </a:lnTo>
                <a:lnTo>
                  <a:pt x="2459" y="2728"/>
                </a:lnTo>
                <a:lnTo>
                  <a:pt x="2458" y="2728"/>
                </a:lnTo>
                <a:lnTo>
                  <a:pt x="2457" y="2728"/>
                </a:lnTo>
                <a:lnTo>
                  <a:pt x="2455" y="2727"/>
                </a:lnTo>
                <a:lnTo>
                  <a:pt x="2454" y="2725"/>
                </a:lnTo>
                <a:lnTo>
                  <a:pt x="2453" y="2724"/>
                </a:lnTo>
                <a:lnTo>
                  <a:pt x="2452" y="2724"/>
                </a:lnTo>
                <a:lnTo>
                  <a:pt x="2451" y="2723"/>
                </a:lnTo>
                <a:lnTo>
                  <a:pt x="2449" y="2723"/>
                </a:lnTo>
                <a:lnTo>
                  <a:pt x="2448" y="2723"/>
                </a:lnTo>
                <a:lnTo>
                  <a:pt x="2447" y="2723"/>
                </a:lnTo>
                <a:lnTo>
                  <a:pt x="2445" y="2723"/>
                </a:lnTo>
                <a:lnTo>
                  <a:pt x="2444" y="2722"/>
                </a:lnTo>
                <a:lnTo>
                  <a:pt x="2443" y="2722"/>
                </a:lnTo>
                <a:lnTo>
                  <a:pt x="2443" y="2723"/>
                </a:lnTo>
                <a:lnTo>
                  <a:pt x="2441" y="2723"/>
                </a:lnTo>
                <a:lnTo>
                  <a:pt x="2440" y="2722"/>
                </a:lnTo>
                <a:lnTo>
                  <a:pt x="2439" y="2722"/>
                </a:lnTo>
                <a:lnTo>
                  <a:pt x="2439" y="2721"/>
                </a:lnTo>
                <a:lnTo>
                  <a:pt x="2438" y="2721"/>
                </a:lnTo>
                <a:lnTo>
                  <a:pt x="2438" y="2720"/>
                </a:lnTo>
                <a:lnTo>
                  <a:pt x="2436" y="2718"/>
                </a:lnTo>
                <a:lnTo>
                  <a:pt x="2435" y="2717"/>
                </a:lnTo>
                <a:lnTo>
                  <a:pt x="2434" y="2716"/>
                </a:lnTo>
                <a:lnTo>
                  <a:pt x="2434" y="2715"/>
                </a:lnTo>
                <a:lnTo>
                  <a:pt x="2433" y="2715"/>
                </a:lnTo>
                <a:lnTo>
                  <a:pt x="2432" y="2715"/>
                </a:lnTo>
                <a:lnTo>
                  <a:pt x="2430" y="2714"/>
                </a:lnTo>
                <a:lnTo>
                  <a:pt x="2429" y="2714"/>
                </a:lnTo>
                <a:lnTo>
                  <a:pt x="2429" y="2713"/>
                </a:lnTo>
                <a:lnTo>
                  <a:pt x="2428" y="2713"/>
                </a:lnTo>
                <a:lnTo>
                  <a:pt x="2427" y="2713"/>
                </a:lnTo>
                <a:lnTo>
                  <a:pt x="2426" y="2712"/>
                </a:lnTo>
                <a:lnTo>
                  <a:pt x="2426" y="2711"/>
                </a:lnTo>
                <a:lnTo>
                  <a:pt x="2425" y="2711"/>
                </a:lnTo>
                <a:lnTo>
                  <a:pt x="2425" y="2710"/>
                </a:lnTo>
                <a:lnTo>
                  <a:pt x="2424" y="2710"/>
                </a:lnTo>
                <a:lnTo>
                  <a:pt x="2423" y="2709"/>
                </a:lnTo>
                <a:lnTo>
                  <a:pt x="2423" y="2708"/>
                </a:lnTo>
                <a:lnTo>
                  <a:pt x="2423" y="2707"/>
                </a:lnTo>
                <a:lnTo>
                  <a:pt x="2424" y="2706"/>
                </a:lnTo>
                <a:lnTo>
                  <a:pt x="2425" y="2704"/>
                </a:lnTo>
                <a:lnTo>
                  <a:pt x="2426" y="2703"/>
                </a:lnTo>
                <a:lnTo>
                  <a:pt x="2426" y="2702"/>
                </a:lnTo>
                <a:lnTo>
                  <a:pt x="2425" y="2702"/>
                </a:lnTo>
                <a:lnTo>
                  <a:pt x="2424" y="2702"/>
                </a:lnTo>
                <a:lnTo>
                  <a:pt x="2423" y="2701"/>
                </a:lnTo>
                <a:lnTo>
                  <a:pt x="2422" y="2701"/>
                </a:lnTo>
                <a:lnTo>
                  <a:pt x="2421" y="2701"/>
                </a:lnTo>
                <a:lnTo>
                  <a:pt x="2421" y="2700"/>
                </a:lnTo>
                <a:lnTo>
                  <a:pt x="2420" y="2700"/>
                </a:lnTo>
                <a:lnTo>
                  <a:pt x="2419" y="2700"/>
                </a:lnTo>
                <a:lnTo>
                  <a:pt x="2418" y="2700"/>
                </a:lnTo>
                <a:lnTo>
                  <a:pt x="2417" y="2700"/>
                </a:lnTo>
                <a:lnTo>
                  <a:pt x="2417" y="2699"/>
                </a:lnTo>
                <a:lnTo>
                  <a:pt x="2417" y="2698"/>
                </a:lnTo>
                <a:lnTo>
                  <a:pt x="2415" y="2698"/>
                </a:lnTo>
                <a:lnTo>
                  <a:pt x="2414" y="2698"/>
                </a:lnTo>
                <a:lnTo>
                  <a:pt x="2413" y="2697"/>
                </a:lnTo>
                <a:lnTo>
                  <a:pt x="2412" y="2697"/>
                </a:lnTo>
                <a:lnTo>
                  <a:pt x="2412" y="2696"/>
                </a:lnTo>
                <a:lnTo>
                  <a:pt x="2412" y="2695"/>
                </a:lnTo>
                <a:lnTo>
                  <a:pt x="2412" y="2694"/>
                </a:lnTo>
                <a:lnTo>
                  <a:pt x="2411" y="2693"/>
                </a:lnTo>
                <a:lnTo>
                  <a:pt x="2409" y="2693"/>
                </a:lnTo>
                <a:lnTo>
                  <a:pt x="2407" y="2693"/>
                </a:lnTo>
                <a:lnTo>
                  <a:pt x="2406" y="2693"/>
                </a:lnTo>
                <a:lnTo>
                  <a:pt x="2406" y="2692"/>
                </a:lnTo>
                <a:lnTo>
                  <a:pt x="2405" y="2692"/>
                </a:lnTo>
                <a:lnTo>
                  <a:pt x="2405" y="2691"/>
                </a:lnTo>
                <a:lnTo>
                  <a:pt x="2405" y="2692"/>
                </a:lnTo>
                <a:lnTo>
                  <a:pt x="2405" y="2693"/>
                </a:lnTo>
                <a:lnTo>
                  <a:pt x="2405" y="2694"/>
                </a:lnTo>
                <a:lnTo>
                  <a:pt x="2406" y="2694"/>
                </a:lnTo>
                <a:lnTo>
                  <a:pt x="2406" y="2695"/>
                </a:lnTo>
                <a:lnTo>
                  <a:pt x="2407" y="2695"/>
                </a:lnTo>
                <a:lnTo>
                  <a:pt x="2408" y="2695"/>
                </a:lnTo>
                <a:lnTo>
                  <a:pt x="2408" y="2696"/>
                </a:lnTo>
                <a:lnTo>
                  <a:pt x="2408" y="2698"/>
                </a:lnTo>
                <a:lnTo>
                  <a:pt x="2407" y="2699"/>
                </a:lnTo>
                <a:lnTo>
                  <a:pt x="2407" y="2700"/>
                </a:lnTo>
                <a:lnTo>
                  <a:pt x="2407" y="2702"/>
                </a:lnTo>
                <a:lnTo>
                  <a:pt x="2406" y="2703"/>
                </a:lnTo>
                <a:lnTo>
                  <a:pt x="2405" y="2705"/>
                </a:lnTo>
                <a:lnTo>
                  <a:pt x="2405" y="2706"/>
                </a:lnTo>
                <a:lnTo>
                  <a:pt x="2405" y="2707"/>
                </a:lnTo>
                <a:lnTo>
                  <a:pt x="2404" y="2708"/>
                </a:lnTo>
                <a:lnTo>
                  <a:pt x="2403" y="2708"/>
                </a:lnTo>
                <a:lnTo>
                  <a:pt x="2403" y="2709"/>
                </a:lnTo>
                <a:lnTo>
                  <a:pt x="2403" y="2710"/>
                </a:lnTo>
                <a:lnTo>
                  <a:pt x="2403" y="2711"/>
                </a:lnTo>
                <a:lnTo>
                  <a:pt x="2403" y="2712"/>
                </a:lnTo>
                <a:lnTo>
                  <a:pt x="2402" y="2712"/>
                </a:lnTo>
                <a:lnTo>
                  <a:pt x="2402" y="2713"/>
                </a:lnTo>
                <a:lnTo>
                  <a:pt x="2401" y="2713"/>
                </a:lnTo>
                <a:lnTo>
                  <a:pt x="2401" y="2714"/>
                </a:lnTo>
                <a:lnTo>
                  <a:pt x="2400" y="2715"/>
                </a:lnTo>
                <a:lnTo>
                  <a:pt x="2399" y="2716"/>
                </a:lnTo>
                <a:lnTo>
                  <a:pt x="2398" y="2716"/>
                </a:lnTo>
                <a:lnTo>
                  <a:pt x="2397" y="2717"/>
                </a:lnTo>
                <a:lnTo>
                  <a:pt x="2396" y="2717"/>
                </a:lnTo>
                <a:lnTo>
                  <a:pt x="2395" y="2717"/>
                </a:lnTo>
                <a:lnTo>
                  <a:pt x="2394" y="2717"/>
                </a:lnTo>
                <a:lnTo>
                  <a:pt x="2394" y="2718"/>
                </a:lnTo>
                <a:lnTo>
                  <a:pt x="2393" y="2718"/>
                </a:lnTo>
                <a:lnTo>
                  <a:pt x="2392" y="2718"/>
                </a:lnTo>
                <a:lnTo>
                  <a:pt x="2391" y="2718"/>
                </a:lnTo>
                <a:lnTo>
                  <a:pt x="2391" y="2719"/>
                </a:lnTo>
                <a:lnTo>
                  <a:pt x="2390" y="2719"/>
                </a:lnTo>
                <a:lnTo>
                  <a:pt x="2390" y="2720"/>
                </a:lnTo>
                <a:lnTo>
                  <a:pt x="2390" y="2721"/>
                </a:lnTo>
                <a:lnTo>
                  <a:pt x="2390" y="2722"/>
                </a:lnTo>
                <a:lnTo>
                  <a:pt x="2390" y="2723"/>
                </a:lnTo>
                <a:lnTo>
                  <a:pt x="2390" y="2724"/>
                </a:lnTo>
                <a:lnTo>
                  <a:pt x="2391" y="2724"/>
                </a:lnTo>
                <a:lnTo>
                  <a:pt x="2391" y="2727"/>
                </a:lnTo>
                <a:lnTo>
                  <a:pt x="2390" y="2727"/>
                </a:lnTo>
                <a:lnTo>
                  <a:pt x="2390" y="2728"/>
                </a:lnTo>
                <a:lnTo>
                  <a:pt x="2390" y="2729"/>
                </a:lnTo>
                <a:lnTo>
                  <a:pt x="2390" y="2730"/>
                </a:lnTo>
                <a:lnTo>
                  <a:pt x="2389" y="2730"/>
                </a:lnTo>
                <a:lnTo>
                  <a:pt x="2389" y="2731"/>
                </a:lnTo>
                <a:lnTo>
                  <a:pt x="2390" y="2731"/>
                </a:lnTo>
                <a:lnTo>
                  <a:pt x="2390" y="2732"/>
                </a:lnTo>
                <a:lnTo>
                  <a:pt x="2390" y="2733"/>
                </a:lnTo>
                <a:lnTo>
                  <a:pt x="2389" y="2733"/>
                </a:lnTo>
                <a:lnTo>
                  <a:pt x="2389" y="2734"/>
                </a:lnTo>
                <a:lnTo>
                  <a:pt x="2388" y="2733"/>
                </a:lnTo>
                <a:lnTo>
                  <a:pt x="2387" y="2733"/>
                </a:lnTo>
                <a:lnTo>
                  <a:pt x="2387" y="2732"/>
                </a:lnTo>
                <a:lnTo>
                  <a:pt x="2386" y="2731"/>
                </a:lnTo>
                <a:lnTo>
                  <a:pt x="2385" y="2731"/>
                </a:lnTo>
                <a:lnTo>
                  <a:pt x="2384" y="2730"/>
                </a:lnTo>
                <a:lnTo>
                  <a:pt x="2384" y="2731"/>
                </a:lnTo>
                <a:lnTo>
                  <a:pt x="2383" y="2731"/>
                </a:lnTo>
                <a:lnTo>
                  <a:pt x="2383" y="2730"/>
                </a:lnTo>
                <a:lnTo>
                  <a:pt x="2382" y="2730"/>
                </a:lnTo>
                <a:lnTo>
                  <a:pt x="2380" y="2730"/>
                </a:lnTo>
                <a:lnTo>
                  <a:pt x="2379" y="2730"/>
                </a:lnTo>
                <a:lnTo>
                  <a:pt x="2377" y="2729"/>
                </a:lnTo>
                <a:lnTo>
                  <a:pt x="2376" y="2729"/>
                </a:lnTo>
                <a:lnTo>
                  <a:pt x="2375" y="2729"/>
                </a:lnTo>
                <a:lnTo>
                  <a:pt x="2374" y="2729"/>
                </a:lnTo>
                <a:lnTo>
                  <a:pt x="2374" y="2730"/>
                </a:lnTo>
                <a:lnTo>
                  <a:pt x="2374" y="2729"/>
                </a:lnTo>
                <a:lnTo>
                  <a:pt x="2373" y="2729"/>
                </a:lnTo>
                <a:lnTo>
                  <a:pt x="2372" y="2729"/>
                </a:lnTo>
                <a:lnTo>
                  <a:pt x="2371" y="2729"/>
                </a:lnTo>
                <a:lnTo>
                  <a:pt x="2370" y="2729"/>
                </a:lnTo>
                <a:lnTo>
                  <a:pt x="2370" y="2728"/>
                </a:lnTo>
                <a:lnTo>
                  <a:pt x="2369" y="2728"/>
                </a:lnTo>
                <a:lnTo>
                  <a:pt x="2368" y="2728"/>
                </a:lnTo>
                <a:lnTo>
                  <a:pt x="2368" y="2729"/>
                </a:lnTo>
                <a:lnTo>
                  <a:pt x="2367" y="2729"/>
                </a:lnTo>
                <a:lnTo>
                  <a:pt x="2366" y="2729"/>
                </a:lnTo>
                <a:lnTo>
                  <a:pt x="2365" y="2729"/>
                </a:lnTo>
                <a:lnTo>
                  <a:pt x="2364" y="2729"/>
                </a:lnTo>
                <a:lnTo>
                  <a:pt x="2363" y="2729"/>
                </a:lnTo>
                <a:lnTo>
                  <a:pt x="2363" y="2728"/>
                </a:lnTo>
                <a:lnTo>
                  <a:pt x="2362" y="2728"/>
                </a:lnTo>
                <a:lnTo>
                  <a:pt x="2362" y="2727"/>
                </a:lnTo>
                <a:lnTo>
                  <a:pt x="2361" y="2727"/>
                </a:lnTo>
                <a:lnTo>
                  <a:pt x="2361" y="2728"/>
                </a:lnTo>
                <a:lnTo>
                  <a:pt x="2360" y="2728"/>
                </a:lnTo>
                <a:lnTo>
                  <a:pt x="2359" y="2728"/>
                </a:lnTo>
                <a:lnTo>
                  <a:pt x="2359" y="2727"/>
                </a:lnTo>
                <a:lnTo>
                  <a:pt x="2359" y="2726"/>
                </a:lnTo>
                <a:lnTo>
                  <a:pt x="2358" y="2726"/>
                </a:lnTo>
                <a:lnTo>
                  <a:pt x="2357" y="2726"/>
                </a:lnTo>
                <a:lnTo>
                  <a:pt x="2356" y="2726"/>
                </a:lnTo>
                <a:lnTo>
                  <a:pt x="2356" y="2725"/>
                </a:lnTo>
                <a:lnTo>
                  <a:pt x="2355" y="2725"/>
                </a:lnTo>
                <a:lnTo>
                  <a:pt x="2355" y="2724"/>
                </a:lnTo>
                <a:lnTo>
                  <a:pt x="2354" y="2724"/>
                </a:lnTo>
                <a:lnTo>
                  <a:pt x="2353" y="2723"/>
                </a:lnTo>
                <a:lnTo>
                  <a:pt x="2352" y="2723"/>
                </a:lnTo>
                <a:lnTo>
                  <a:pt x="2352" y="2722"/>
                </a:lnTo>
                <a:lnTo>
                  <a:pt x="2351" y="2722"/>
                </a:lnTo>
                <a:lnTo>
                  <a:pt x="2351" y="2721"/>
                </a:lnTo>
                <a:lnTo>
                  <a:pt x="2350" y="2721"/>
                </a:lnTo>
                <a:lnTo>
                  <a:pt x="2349" y="2721"/>
                </a:lnTo>
                <a:lnTo>
                  <a:pt x="2348" y="2722"/>
                </a:lnTo>
                <a:lnTo>
                  <a:pt x="2347" y="2722"/>
                </a:lnTo>
                <a:lnTo>
                  <a:pt x="2347" y="2721"/>
                </a:lnTo>
                <a:lnTo>
                  <a:pt x="2346" y="2721"/>
                </a:lnTo>
                <a:lnTo>
                  <a:pt x="2345" y="2721"/>
                </a:lnTo>
                <a:lnTo>
                  <a:pt x="2345" y="2720"/>
                </a:lnTo>
                <a:lnTo>
                  <a:pt x="2345" y="2719"/>
                </a:lnTo>
                <a:lnTo>
                  <a:pt x="2345" y="2720"/>
                </a:lnTo>
                <a:lnTo>
                  <a:pt x="2344" y="2720"/>
                </a:lnTo>
                <a:lnTo>
                  <a:pt x="2343" y="2720"/>
                </a:lnTo>
                <a:lnTo>
                  <a:pt x="2342" y="2720"/>
                </a:lnTo>
                <a:lnTo>
                  <a:pt x="2342" y="2719"/>
                </a:lnTo>
                <a:lnTo>
                  <a:pt x="2342" y="2718"/>
                </a:lnTo>
                <a:lnTo>
                  <a:pt x="2341" y="2718"/>
                </a:lnTo>
                <a:lnTo>
                  <a:pt x="2341" y="2717"/>
                </a:lnTo>
                <a:lnTo>
                  <a:pt x="2340" y="2717"/>
                </a:lnTo>
                <a:lnTo>
                  <a:pt x="2340" y="2718"/>
                </a:lnTo>
                <a:lnTo>
                  <a:pt x="2340" y="2717"/>
                </a:lnTo>
                <a:lnTo>
                  <a:pt x="2339" y="2717"/>
                </a:lnTo>
                <a:lnTo>
                  <a:pt x="2338" y="2717"/>
                </a:lnTo>
                <a:lnTo>
                  <a:pt x="2337" y="2717"/>
                </a:lnTo>
                <a:lnTo>
                  <a:pt x="2337" y="2716"/>
                </a:lnTo>
                <a:lnTo>
                  <a:pt x="2336" y="2716"/>
                </a:lnTo>
                <a:lnTo>
                  <a:pt x="2336" y="2715"/>
                </a:lnTo>
                <a:lnTo>
                  <a:pt x="2335" y="2715"/>
                </a:lnTo>
                <a:lnTo>
                  <a:pt x="2335" y="2714"/>
                </a:lnTo>
                <a:lnTo>
                  <a:pt x="2335" y="2713"/>
                </a:lnTo>
                <a:lnTo>
                  <a:pt x="2334" y="2713"/>
                </a:lnTo>
                <a:lnTo>
                  <a:pt x="2334" y="2712"/>
                </a:lnTo>
                <a:lnTo>
                  <a:pt x="2333" y="2712"/>
                </a:lnTo>
                <a:lnTo>
                  <a:pt x="2333" y="2711"/>
                </a:lnTo>
                <a:lnTo>
                  <a:pt x="2332" y="2711"/>
                </a:lnTo>
                <a:lnTo>
                  <a:pt x="2331" y="2711"/>
                </a:lnTo>
                <a:lnTo>
                  <a:pt x="2331" y="2710"/>
                </a:lnTo>
                <a:lnTo>
                  <a:pt x="2330" y="2709"/>
                </a:lnTo>
                <a:lnTo>
                  <a:pt x="2329" y="2709"/>
                </a:lnTo>
                <a:lnTo>
                  <a:pt x="2328" y="2709"/>
                </a:lnTo>
                <a:lnTo>
                  <a:pt x="2328" y="2710"/>
                </a:lnTo>
                <a:lnTo>
                  <a:pt x="2327" y="2710"/>
                </a:lnTo>
                <a:lnTo>
                  <a:pt x="2326" y="2710"/>
                </a:lnTo>
                <a:lnTo>
                  <a:pt x="2325" y="2709"/>
                </a:lnTo>
                <a:lnTo>
                  <a:pt x="2324" y="2709"/>
                </a:lnTo>
                <a:lnTo>
                  <a:pt x="2323" y="2708"/>
                </a:lnTo>
                <a:lnTo>
                  <a:pt x="2322" y="2708"/>
                </a:lnTo>
                <a:lnTo>
                  <a:pt x="2322" y="2707"/>
                </a:lnTo>
                <a:lnTo>
                  <a:pt x="2321" y="2707"/>
                </a:lnTo>
                <a:lnTo>
                  <a:pt x="2321" y="2706"/>
                </a:lnTo>
                <a:lnTo>
                  <a:pt x="2321" y="2705"/>
                </a:lnTo>
                <a:lnTo>
                  <a:pt x="2320" y="2705"/>
                </a:lnTo>
                <a:lnTo>
                  <a:pt x="2320" y="2704"/>
                </a:lnTo>
                <a:lnTo>
                  <a:pt x="2319" y="2704"/>
                </a:lnTo>
                <a:lnTo>
                  <a:pt x="2318" y="2705"/>
                </a:lnTo>
                <a:lnTo>
                  <a:pt x="2318" y="2704"/>
                </a:lnTo>
                <a:lnTo>
                  <a:pt x="2317" y="2704"/>
                </a:lnTo>
                <a:lnTo>
                  <a:pt x="2317" y="2703"/>
                </a:lnTo>
                <a:lnTo>
                  <a:pt x="2317" y="2702"/>
                </a:lnTo>
                <a:lnTo>
                  <a:pt x="2316" y="2702"/>
                </a:lnTo>
                <a:lnTo>
                  <a:pt x="2316" y="2701"/>
                </a:lnTo>
                <a:lnTo>
                  <a:pt x="2315" y="2701"/>
                </a:lnTo>
                <a:lnTo>
                  <a:pt x="2315" y="2700"/>
                </a:lnTo>
                <a:lnTo>
                  <a:pt x="2314" y="2700"/>
                </a:lnTo>
                <a:lnTo>
                  <a:pt x="2314" y="2699"/>
                </a:lnTo>
                <a:lnTo>
                  <a:pt x="2313" y="2699"/>
                </a:lnTo>
                <a:lnTo>
                  <a:pt x="2312" y="2699"/>
                </a:lnTo>
                <a:lnTo>
                  <a:pt x="2312" y="2698"/>
                </a:lnTo>
                <a:lnTo>
                  <a:pt x="2312" y="2697"/>
                </a:lnTo>
                <a:lnTo>
                  <a:pt x="2311" y="2697"/>
                </a:lnTo>
                <a:lnTo>
                  <a:pt x="2311" y="2696"/>
                </a:lnTo>
                <a:lnTo>
                  <a:pt x="2310" y="2696"/>
                </a:lnTo>
                <a:lnTo>
                  <a:pt x="2310" y="2695"/>
                </a:lnTo>
                <a:lnTo>
                  <a:pt x="2310" y="2694"/>
                </a:lnTo>
                <a:lnTo>
                  <a:pt x="2310" y="2693"/>
                </a:lnTo>
                <a:lnTo>
                  <a:pt x="2309" y="2692"/>
                </a:lnTo>
                <a:lnTo>
                  <a:pt x="2308" y="2691"/>
                </a:lnTo>
                <a:lnTo>
                  <a:pt x="2307" y="2691"/>
                </a:lnTo>
                <a:lnTo>
                  <a:pt x="2307" y="2692"/>
                </a:lnTo>
                <a:lnTo>
                  <a:pt x="2307" y="2691"/>
                </a:lnTo>
                <a:lnTo>
                  <a:pt x="2306" y="2691"/>
                </a:lnTo>
                <a:lnTo>
                  <a:pt x="2306" y="2690"/>
                </a:lnTo>
                <a:lnTo>
                  <a:pt x="2305" y="2690"/>
                </a:lnTo>
                <a:lnTo>
                  <a:pt x="2304" y="2690"/>
                </a:lnTo>
                <a:lnTo>
                  <a:pt x="2303" y="2690"/>
                </a:lnTo>
                <a:lnTo>
                  <a:pt x="2303" y="2689"/>
                </a:lnTo>
                <a:lnTo>
                  <a:pt x="2303" y="2688"/>
                </a:lnTo>
                <a:lnTo>
                  <a:pt x="2302" y="2688"/>
                </a:lnTo>
                <a:lnTo>
                  <a:pt x="2302" y="2687"/>
                </a:lnTo>
                <a:lnTo>
                  <a:pt x="2301" y="2687"/>
                </a:lnTo>
                <a:lnTo>
                  <a:pt x="2301" y="2686"/>
                </a:lnTo>
                <a:lnTo>
                  <a:pt x="2301" y="2685"/>
                </a:lnTo>
                <a:lnTo>
                  <a:pt x="2300" y="2685"/>
                </a:lnTo>
                <a:lnTo>
                  <a:pt x="2300" y="2686"/>
                </a:lnTo>
                <a:lnTo>
                  <a:pt x="2299" y="2685"/>
                </a:lnTo>
                <a:lnTo>
                  <a:pt x="2298" y="2685"/>
                </a:lnTo>
                <a:lnTo>
                  <a:pt x="2298" y="2684"/>
                </a:lnTo>
                <a:lnTo>
                  <a:pt x="2297" y="2684"/>
                </a:lnTo>
                <a:lnTo>
                  <a:pt x="2297" y="2683"/>
                </a:lnTo>
                <a:lnTo>
                  <a:pt x="2296" y="2683"/>
                </a:lnTo>
                <a:lnTo>
                  <a:pt x="2296" y="2684"/>
                </a:lnTo>
                <a:lnTo>
                  <a:pt x="2295" y="2683"/>
                </a:lnTo>
                <a:lnTo>
                  <a:pt x="2294" y="2683"/>
                </a:lnTo>
                <a:lnTo>
                  <a:pt x="2294" y="2684"/>
                </a:lnTo>
                <a:lnTo>
                  <a:pt x="2293" y="2684"/>
                </a:lnTo>
                <a:lnTo>
                  <a:pt x="2292" y="2684"/>
                </a:lnTo>
                <a:lnTo>
                  <a:pt x="2291" y="2684"/>
                </a:lnTo>
                <a:lnTo>
                  <a:pt x="2290" y="2684"/>
                </a:lnTo>
                <a:lnTo>
                  <a:pt x="2289" y="2683"/>
                </a:lnTo>
                <a:lnTo>
                  <a:pt x="2289" y="2682"/>
                </a:lnTo>
                <a:lnTo>
                  <a:pt x="2288" y="2682"/>
                </a:lnTo>
                <a:lnTo>
                  <a:pt x="2288" y="2681"/>
                </a:lnTo>
                <a:lnTo>
                  <a:pt x="2288" y="2680"/>
                </a:lnTo>
                <a:lnTo>
                  <a:pt x="2288" y="2679"/>
                </a:lnTo>
                <a:lnTo>
                  <a:pt x="2287" y="2679"/>
                </a:lnTo>
                <a:lnTo>
                  <a:pt x="2287" y="2678"/>
                </a:lnTo>
                <a:lnTo>
                  <a:pt x="2288" y="2677"/>
                </a:lnTo>
                <a:lnTo>
                  <a:pt x="2287" y="2677"/>
                </a:lnTo>
                <a:lnTo>
                  <a:pt x="2286" y="2676"/>
                </a:lnTo>
                <a:lnTo>
                  <a:pt x="2285" y="2676"/>
                </a:lnTo>
                <a:lnTo>
                  <a:pt x="2285" y="2675"/>
                </a:lnTo>
                <a:lnTo>
                  <a:pt x="2284" y="2675"/>
                </a:lnTo>
                <a:lnTo>
                  <a:pt x="2285" y="2675"/>
                </a:lnTo>
                <a:lnTo>
                  <a:pt x="2285" y="2674"/>
                </a:lnTo>
                <a:lnTo>
                  <a:pt x="2285" y="2673"/>
                </a:lnTo>
                <a:lnTo>
                  <a:pt x="2284" y="2673"/>
                </a:lnTo>
                <a:lnTo>
                  <a:pt x="2284" y="2672"/>
                </a:lnTo>
                <a:lnTo>
                  <a:pt x="2285" y="2672"/>
                </a:lnTo>
                <a:lnTo>
                  <a:pt x="2285" y="2671"/>
                </a:lnTo>
                <a:lnTo>
                  <a:pt x="2284" y="2671"/>
                </a:lnTo>
                <a:lnTo>
                  <a:pt x="2284" y="2670"/>
                </a:lnTo>
                <a:lnTo>
                  <a:pt x="2283" y="2670"/>
                </a:lnTo>
                <a:lnTo>
                  <a:pt x="2282" y="2670"/>
                </a:lnTo>
                <a:lnTo>
                  <a:pt x="2281" y="2670"/>
                </a:lnTo>
                <a:lnTo>
                  <a:pt x="2280" y="2670"/>
                </a:lnTo>
                <a:lnTo>
                  <a:pt x="2280" y="2671"/>
                </a:lnTo>
                <a:lnTo>
                  <a:pt x="2280" y="2672"/>
                </a:lnTo>
                <a:lnTo>
                  <a:pt x="2279" y="2672"/>
                </a:lnTo>
                <a:lnTo>
                  <a:pt x="2279" y="2673"/>
                </a:lnTo>
                <a:lnTo>
                  <a:pt x="2278" y="2673"/>
                </a:lnTo>
                <a:lnTo>
                  <a:pt x="2277" y="2673"/>
                </a:lnTo>
                <a:lnTo>
                  <a:pt x="2277" y="2674"/>
                </a:lnTo>
                <a:lnTo>
                  <a:pt x="2277" y="2675"/>
                </a:lnTo>
                <a:lnTo>
                  <a:pt x="2276" y="2675"/>
                </a:lnTo>
                <a:lnTo>
                  <a:pt x="2274" y="2675"/>
                </a:lnTo>
                <a:lnTo>
                  <a:pt x="2273" y="2675"/>
                </a:lnTo>
                <a:lnTo>
                  <a:pt x="2272" y="2675"/>
                </a:lnTo>
                <a:lnTo>
                  <a:pt x="2272" y="2674"/>
                </a:lnTo>
                <a:lnTo>
                  <a:pt x="2271" y="2674"/>
                </a:lnTo>
                <a:lnTo>
                  <a:pt x="2270" y="2674"/>
                </a:lnTo>
                <a:lnTo>
                  <a:pt x="2269" y="2674"/>
                </a:lnTo>
                <a:lnTo>
                  <a:pt x="2269" y="2675"/>
                </a:lnTo>
                <a:lnTo>
                  <a:pt x="2268" y="2675"/>
                </a:lnTo>
                <a:lnTo>
                  <a:pt x="2267" y="2675"/>
                </a:lnTo>
                <a:lnTo>
                  <a:pt x="2266" y="2675"/>
                </a:lnTo>
                <a:lnTo>
                  <a:pt x="2264" y="2675"/>
                </a:lnTo>
                <a:lnTo>
                  <a:pt x="2262" y="2673"/>
                </a:lnTo>
                <a:lnTo>
                  <a:pt x="2261" y="2673"/>
                </a:lnTo>
                <a:lnTo>
                  <a:pt x="2261" y="2672"/>
                </a:lnTo>
                <a:lnTo>
                  <a:pt x="2261" y="2671"/>
                </a:lnTo>
                <a:lnTo>
                  <a:pt x="2261" y="2670"/>
                </a:lnTo>
                <a:lnTo>
                  <a:pt x="2260" y="2670"/>
                </a:lnTo>
                <a:lnTo>
                  <a:pt x="2260" y="2669"/>
                </a:lnTo>
                <a:lnTo>
                  <a:pt x="2260" y="2668"/>
                </a:lnTo>
                <a:lnTo>
                  <a:pt x="2259" y="2668"/>
                </a:lnTo>
                <a:lnTo>
                  <a:pt x="2258" y="2668"/>
                </a:lnTo>
                <a:lnTo>
                  <a:pt x="2258" y="2667"/>
                </a:lnTo>
                <a:lnTo>
                  <a:pt x="2257" y="2667"/>
                </a:lnTo>
                <a:lnTo>
                  <a:pt x="2256" y="2667"/>
                </a:lnTo>
                <a:lnTo>
                  <a:pt x="2256" y="2666"/>
                </a:lnTo>
                <a:lnTo>
                  <a:pt x="2255" y="2666"/>
                </a:lnTo>
                <a:lnTo>
                  <a:pt x="2255" y="2665"/>
                </a:lnTo>
                <a:lnTo>
                  <a:pt x="2254" y="2665"/>
                </a:lnTo>
                <a:lnTo>
                  <a:pt x="2253" y="2665"/>
                </a:lnTo>
                <a:lnTo>
                  <a:pt x="2253" y="2664"/>
                </a:lnTo>
                <a:lnTo>
                  <a:pt x="2253" y="2663"/>
                </a:lnTo>
                <a:lnTo>
                  <a:pt x="2252" y="2663"/>
                </a:lnTo>
                <a:lnTo>
                  <a:pt x="2252" y="2662"/>
                </a:lnTo>
                <a:lnTo>
                  <a:pt x="2251" y="2662"/>
                </a:lnTo>
                <a:lnTo>
                  <a:pt x="2251" y="2661"/>
                </a:lnTo>
                <a:lnTo>
                  <a:pt x="2250" y="2661"/>
                </a:lnTo>
                <a:lnTo>
                  <a:pt x="2249" y="2661"/>
                </a:lnTo>
                <a:lnTo>
                  <a:pt x="2249" y="2660"/>
                </a:lnTo>
                <a:lnTo>
                  <a:pt x="2248" y="2660"/>
                </a:lnTo>
                <a:lnTo>
                  <a:pt x="2248" y="2659"/>
                </a:lnTo>
                <a:lnTo>
                  <a:pt x="2247" y="2659"/>
                </a:lnTo>
                <a:lnTo>
                  <a:pt x="2246" y="2659"/>
                </a:lnTo>
                <a:lnTo>
                  <a:pt x="2245" y="2659"/>
                </a:lnTo>
                <a:lnTo>
                  <a:pt x="2244" y="2659"/>
                </a:lnTo>
                <a:lnTo>
                  <a:pt x="2243" y="2659"/>
                </a:lnTo>
                <a:lnTo>
                  <a:pt x="2243" y="2658"/>
                </a:lnTo>
                <a:lnTo>
                  <a:pt x="2242" y="2658"/>
                </a:lnTo>
                <a:lnTo>
                  <a:pt x="2241" y="2658"/>
                </a:lnTo>
                <a:lnTo>
                  <a:pt x="2240" y="2658"/>
                </a:lnTo>
                <a:lnTo>
                  <a:pt x="2240" y="2657"/>
                </a:lnTo>
                <a:lnTo>
                  <a:pt x="2239" y="2657"/>
                </a:lnTo>
                <a:lnTo>
                  <a:pt x="2239" y="2656"/>
                </a:lnTo>
                <a:lnTo>
                  <a:pt x="2238" y="2655"/>
                </a:lnTo>
                <a:lnTo>
                  <a:pt x="2238" y="2654"/>
                </a:lnTo>
                <a:lnTo>
                  <a:pt x="2237" y="2654"/>
                </a:lnTo>
                <a:lnTo>
                  <a:pt x="2237" y="2653"/>
                </a:lnTo>
                <a:lnTo>
                  <a:pt x="2237" y="2652"/>
                </a:lnTo>
                <a:lnTo>
                  <a:pt x="2236" y="2652"/>
                </a:lnTo>
                <a:lnTo>
                  <a:pt x="2236" y="2651"/>
                </a:lnTo>
                <a:lnTo>
                  <a:pt x="2236" y="2650"/>
                </a:lnTo>
                <a:lnTo>
                  <a:pt x="2236" y="2649"/>
                </a:lnTo>
                <a:lnTo>
                  <a:pt x="2236" y="2648"/>
                </a:lnTo>
                <a:lnTo>
                  <a:pt x="2235" y="2648"/>
                </a:lnTo>
                <a:lnTo>
                  <a:pt x="2235" y="2647"/>
                </a:lnTo>
                <a:lnTo>
                  <a:pt x="2234" y="2647"/>
                </a:lnTo>
                <a:lnTo>
                  <a:pt x="2233" y="2647"/>
                </a:lnTo>
                <a:lnTo>
                  <a:pt x="2232" y="2647"/>
                </a:lnTo>
                <a:lnTo>
                  <a:pt x="2231" y="2647"/>
                </a:lnTo>
                <a:lnTo>
                  <a:pt x="2230" y="2647"/>
                </a:lnTo>
                <a:lnTo>
                  <a:pt x="2230" y="2648"/>
                </a:lnTo>
                <a:lnTo>
                  <a:pt x="2229" y="2648"/>
                </a:lnTo>
                <a:lnTo>
                  <a:pt x="2228" y="2648"/>
                </a:lnTo>
                <a:lnTo>
                  <a:pt x="2227" y="2648"/>
                </a:lnTo>
                <a:lnTo>
                  <a:pt x="2227" y="2649"/>
                </a:lnTo>
                <a:lnTo>
                  <a:pt x="2226" y="2649"/>
                </a:lnTo>
                <a:lnTo>
                  <a:pt x="2225" y="2648"/>
                </a:lnTo>
                <a:lnTo>
                  <a:pt x="2224" y="2648"/>
                </a:lnTo>
                <a:lnTo>
                  <a:pt x="2224" y="2647"/>
                </a:lnTo>
                <a:lnTo>
                  <a:pt x="2223" y="2646"/>
                </a:lnTo>
                <a:lnTo>
                  <a:pt x="2222" y="2646"/>
                </a:lnTo>
                <a:lnTo>
                  <a:pt x="2221" y="2646"/>
                </a:lnTo>
                <a:lnTo>
                  <a:pt x="2221" y="2647"/>
                </a:lnTo>
                <a:lnTo>
                  <a:pt x="2220" y="2647"/>
                </a:lnTo>
                <a:lnTo>
                  <a:pt x="2218" y="2648"/>
                </a:lnTo>
                <a:lnTo>
                  <a:pt x="2217" y="2649"/>
                </a:lnTo>
                <a:lnTo>
                  <a:pt x="2216" y="2649"/>
                </a:lnTo>
                <a:lnTo>
                  <a:pt x="2215" y="2649"/>
                </a:lnTo>
                <a:lnTo>
                  <a:pt x="2214" y="2649"/>
                </a:lnTo>
                <a:lnTo>
                  <a:pt x="2214" y="2650"/>
                </a:lnTo>
                <a:lnTo>
                  <a:pt x="2214" y="2651"/>
                </a:lnTo>
                <a:lnTo>
                  <a:pt x="2213" y="2651"/>
                </a:lnTo>
                <a:lnTo>
                  <a:pt x="2213" y="2652"/>
                </a:lnTo>
                <a:lnTo>
                  <a:pt x="2212" y="2652"/>
                </a:lnTo>
                <a:lnTo>
                  <a:pt x="2212" y="2653"/>
                </a:lnTo>
                <a:lnTo>
                  <a:pt x="2212" y="2654"/>
                </a:lnTo>
                <a:lnTo>
                  <a:pt x="2212" y="2655"/>
                </a:lnTo>
                <a:lnTo>
                  <a:pt x="2212" y="2656"/>
                </a:lnTo>
                <a:lnTo>
                  <a:pt x="2211" y="2657"/>
                </a:lnTo>
                <a:lnTo>
                  <a:pt x="2211" y="2658"/>
                </a:lnTo>
                <a:lnTo>
                  <a:pt x="2210" y="2658"/>
                </a:lnTo>
                <a:lnTo>
                  <a:pt x="2209" y="2658"/>
                </a:lnTo>
                <a:lnTo>
                  <a:pt x="2208" y="2658"/>
                </a:lnTo>
                <a:lnTo>
                  <a:pt x="2207" y="2658"/>
                </a:lnTo>
                <a:lnTo>
                  <a:pt x="2207" y="2657"/>
                </a:lnTo>
                <a:lnTo>
                  <a:pt x="2206" y="2657"/>
                </a:lnTo>
                <a:lnTo>
                  <a:pt x="2206" y="2656"/>
                </a:lnTo>
                <a:lnTo>
                  <a:pt x="2205" y="2655"/>
                </a:lnTo>
                <a:lnTo>
                  <a:pt x="2205" y="2654"/>
                </a:lnTo>
                <a:lnTo>
                  <a:pt x="2205" y="2653"/>
                </a:lnTo>
                <a:lnTo>
                  <a:pt x="2204" y="2653"/>
                </a:lnTo>
                <a:lnTo>
                  <a:pt x="2203" y="2652"/>
                </a:lnTo>
                <a:lnTo>
                  <a:pt x="2202" y="2652"/>
                </a:lnTo>
                <a:lnTo>
                  <a:pt x="2202" y="2651"/>
                </a:lnTo>
                <a:lnTo>
                  <a:pt x="2202" y="2650"/>
                </a:lnTo>
                <a:lnTo>
                  <a:pt x="2202" y="2649"/>
                </a:lnTo>
                <a:lnTo>
                  <a:pt x="2203" y="2649"/>
                </a:lnTo>
                <a:lnTo>
                  <a:pt x="2202" y="2648"/>
                </a:lnTo>
                <a:lnTo>
                  <a:pt x="2201" y="2647"/>
                </a:lnTo>
                <a:lnTo>
                  <a:pt x="2201" y="2646"/>
                </a:lnTo>
                <a:lnTo>
                  <a:pt x="2201" y="2645"/>
                </a:lnTo>
                <a:lnTo>
                  <a:pt x="2201" y="2644"/>
                </a:lnTo>
                <a:lnTo>
                  <a:pt x="2202" y="2644"/>
                </a:lnTo>
                <a:lnTo>
                  <a:pt x="2202" y="2643"/>
                </a:lnTo>
                <a:lnTo>
                  <a:pt x="2201" y="2643"/>
                </a:lnTo>
                <a:lnTo>
                  <a:pt x="2199" y="2642"/>
                </a:lnTo>
                <a:lnTo>
                  <a:pt x="2196" y="2640"/>
                </a:lnTo>
                <a:lnTo>
                  <a:pt x="2195" y="2640"/>
                </a:lnTo>
                <a:lnTo>
                  <a:pt x="2194" y="2639"/>
                </a:lnTo>
                <a:lnTo>
                  <a:pt x="2193" y="2638"/>
                </a:lnTo>
                <a:lnTo>
                  <a:pt x="2193" y="2637"/>
                </a:lnTo>
                <a:lnTo>
                  <a:pt x="2193" y="2636"/>
                </a:lnTo>
                <a:lnTo>
                  <a:pt x="2192" y="2636"/>
                </a:lnTo>
                <a:lnTo>
                  <a:pt x="2191" y="2636"/>
                </a:lnTo>
                <a:lnTo>
                  <a:pt x="2190" y="2636"/>
                </a:lnTo>
                <a:lnTo>
                  <a:pt x="2190" y="2635"/>
                </a:lnTo>
                <a:lnTo>
                  <a:pt x="2189" y="2635"/>
                </a:lnTo>
                <a:lnTo>
                  <a:pt x="2188" y="2634"/>
                </a:lnTo>
                <a:lnTo>
                  <a:pt x="2187" y="2634"/>
                </a:lnTo>
                <a:lnTo>
                  <a:pt x="2187" y="2633"/>
                </a:lnTo>
                <a:lnTo>
                  <a:pt x="2187" y="2632"/>
                </a:lnTo>
                <a:lnTo>
                  <a:pt x="2187" y="2631"/>
                </a:lnTo>
                <a:lnTo>
                  <a:pt x="2187" y="2630"/>
                </a:lnTo>
                <a:lnTo>
                  <a:pt x="2187" y="2629"/>
                </a:lnTo>
                <a:lnTo>
                  <a:pt x="2187" y="2628"/>
                </a:lnTo>
                <a:lnTo>
                  <a:pt x="2188" y="2627"/>
                </a:lnTo>
                <a:lnTo>
                  <a:pt x="2187" y="2627"/>
                </a:lnTo>
                <a:lnTo>
                  <a:pt x="2187" y="2626"/>
                </a:lnTo>
                <a:lnTo>
                  <a:pt x="2187" y="2625"/>
                </a:lnTo>
                <a:lnTo>
                  <a:pt x="2187" y="2624"/>
                </a:lnTo>
                <a:lnTo>
                  <a:pt x="2186" y="2624"/>
                </a:lnTo>
                <a:lnTo>
                  <a:pt x="2186" y="2623"/>
                </a:lnTo>
                <a:lnTo>
                  <a:pt x="2185" y="2622"/>
                </a:lnTo>
                <a:lnTo>
                  <a:pt x="2185" y="2621"/>
                </a:lnTo>
                <a:lnTo>
                  <a:pt x="2185" y="2620"/>
                </a:lnTo>
                <a:lnTo>
                  <a:pt x="2184" y="2620"/>
                </a:lnTo>
                <a:lnTo>
                  <a:pt x="2184" y="2619"/>
                </a:lnTo>
                <a:lnTo>
                  <a:pt x="2184" y="2618"/>
                </a:lnTo>
                <a:lnTo>
                  <a:pt x="2183" y="2618"/>
                </a:lnTo>
                <a:lnTo>
                  <a:pt x="2182" y="2618"/>
                </a:lnTo>
                <a:lnTo>
                  <a:pt x="2182" y="2617"/>
                </a:lnTo>
                <a:lnTo>
                  <a:pt x="2181" y="2617"/>
                </a:lnTo>
                <a:lnTo>
                  <a:pt x="2180" y="2617"/>
                </a:lnTo>
                <a:lnTo>
                  <a:pt x="2180" y="2618"/>
                </a:lnTo>
                <a:lnTo>
                  <a:pt x="2179" y="2618"/>
                </a:lnTo>
                <a:lnTo>
                  <a:pt x="2179" y="2619"/>
                </a:lnTo>
                <a:lnTo>
                  <a:pt x="2178" y="2619"/>
                </a:lnTo>
                <a:lnTo>
                  <a:pt x="2178" y="2620"/>
                </a:lnTo>
                <a:lnTo>
                  <a:pt x="2176" y="2619"/>
                </a:lnTo>
                <a:lnTo>
                  <a:pt x="2175" y="2619"/>
                </a:lnTo>
                <a:lnTo>
                  <a:pt x="2175" y="2618"/>
                </a:lnTo>
                <a:lnTo>
                  <a:pt x="2174" y="2618"/>
                </a:lnTo>
                <a:lnTo>
                  <a:pt x="2174" y="2617"/>
                </a:lnTo>
                <a:lnTo>
                  <a:pt x="2173" y="2617"/>
                </a:lnTo>
                <a:lnTo>
                  <a:pt x="2172" y="2617"/>
                </a:lnTo>
                <a:lnTo>
                  <a:pt x="2172" y="2618"/>
                </a:lnTo>
                <a:lnTo>
                  <a:pt x="2171" y="2618"/>
                </a:lnTo>
                <a:lnTo>
                  <a:pt x="2170" y="2618"/>
                </a:lnTo>
                <a:lnTo>
                  <a:pt x="2169" y="2617"/>
                </a:lnTo>
                <a:lnTo>
                  <a:pt x="2168" y="2617"/>
                </a:lnTo>
                <a:lnTo>
                  <a:pt x="2167" y="2616"/>
                </a:lnTo>
                <a:lnTo>
                  <a:pt x="2167" y="2615"/>
                </a:lnTo>
                <a:lnTo>
                  <a:pt x="2167" y="2614"/>
                </a:lnTo>
                <a:lnTo>
                  <a:pt x="2168" y="2614"/>
                </a:lnTo>
                <a:lnTo>
                  <a:pt x="2168" y="2613"/>
                </a:lnTo>
                <a:lnTo>
                  <a:pt x="2168" y="2612"/>
                </a:lnTo>
                <a:lnTo>
                  <a:pt x="2167" y="2611"/>
                </a:lnTo>
                <a:lnTo>
                  <a:pt x="2166" y="2611"/>
                </a:lnTo>
                <a:lnTo>
                  <a:pt x="2164" y="2611"/>
                </a:lnTo>
                <a:lnTo>
                  <a:pt x="2163" y="2611"/>
                </a:lnTo>
                <a:lnTo>
                  <a:pt x="2162" y="2611"/>
                </a:lnTo>
                <a:lnTo>
                  <a:pt x="2161" y="2611"/>
                </a:lnTo>
                <a:lnTo>
                  <a:pt x="2160" y="2611"/>
                </a:lnTo>
                <a:lnTo>
                  <a:pt x="2159" y="2611"/>
                </a:lnTo>
                <a:lnTo>
                  <a:pt x="2159" y="2610"/>
                </a:lnTo>
                <a:lnTo>
                  <a:pt x="2158" y="2610"/>
                </a:lnTo>
                <a:lnTo>
                  <a:pt x="2158" y="2611"/>
                </a:lnTo>
                <a:lnTo>
                  <a:pt x="2157" y="2611"/>
                </a:lnTo>
                <a:lnTo>
                  <a:pt x="2156" y="2611"/>
                </a:lnTo>
                <a:lnTo>
                  <a:pt x="2155" y="2611"/>
                </a:lnTo>
                <a:lnTo>
                  <a:pt x="2155" y="2610"/>
                </a:lnTo>
                <a:lnTo>
                  <a:pt x="2154" y="2609"/>
                </a:lnTo>
                <a:lnTo>
                  <a:pt x="2153" y="2609"/>
                </a:lnTo>
                <a:lnTo>
                  <a:pt x="2153" y="2608"/>
                </a:lnTo>
                <a:lnTo>
                  <a:pt x="2152" y="2608"/>
                </a:lnTo>
                <a:lnTo>
                  <a:pt x="2151" y="2608"/>
                </a:lnTo>
                <a:lnTo>
                  <a:pt x="2151" y="2609"/>
                </a:lnTo>
                <a:lnTo>
                  <a:pt x="2150" y="2609"/>
                </a:lnTo>
                <a:lnTo>
                  <a:pt x="2150" y="2608"/>
                </a:lnTo>
                <a:lnTo>
                  <a:pt x="2149" y="2608"/>
                </a:lnTo>
                <a:lnTo>
                  <a:pt x="2148" y="2608"/>
                </a:lnTo>
                <a:lnTo>
                  <a:pt x="2148" y="2609"/>
                </a:lnTo>
                <a:lnTo>
                  <a:pt x="2149" y="2609"/>
                </a:lnTo>
                <a:lnTo>
                  <a:pt x="2149" y="2610"/>
                </a:lnTo>
                <a:lnTo>
                  <a:pt x="2149" y="2611"/>
                </a:lnTo>
                <a:lnTo>
                  <a:pt x="2149" y="2612"/>
                </a:lnTo>
                <a:lnTo>
                  <a:pt x="2149" y="2613"/>
                </a:lnTo>
                <a:lnTo>
                  <a:pt x="2148" y="2613"/>
                </a:lnTo>
                <a:lnTo>
                  <a:pt x="2147" y="2613"/>
                </a:lnTo>
                <a:lnTo>
                  <a:pt x="2147" y="2612"/>
                </a:lnTo>
                <a:lnTo>
                  <a:pt x="2146" y="2612"/>
                </a:lnTo>
                <a:lnTo>
                  <a:pt x="2145" y="2612"/>
                </a:lnTo>
                <a:lnTo>
                  <a:pt x="2145" y="2611"/>
                </a:lnTo>
                <a:lnTo>
                  <a:pt x="2144" y="2611"/>
                </a:lnTo>
                <a:lnTo>
                  <a:pt x="2143" y="2611"/>
                </a:lnTo>
                <a:lnTo>
                  <a:pt x="2142" y="2611"/>
                </a:lnTo>
                <a:lnTo>
                  <a:pt x="2142" y="2610"/>
                </a:lnTo>
                <a:lnTo>
                  <a:pt x="2141" y="2610"/>
                </a:lnTo>
                <a:lnTo>
                  <a:pt x="2139" y="2610"/>
                </a:lnTo>
                <a:lnTo>
                  <a:pt x="2138" y="2610"/>
                </a:lnTo>
                <a:lnTo>
                  <a:pt x="2138" y="2609"/>
                </a:lnTo>
                <a:lnTo>
                  <a:pt x="2137" y="2609"/>
                </a:lnTo>
                <a:lnTo>
                  <a:pt x="2136" y="2609"/>
                </a:lnTo>
                <a:lnTo>
                  <a:pt x="2135" y="2609"/>
                </a:lnTo>
                <a:lnTo>
                  <a:pt x="2135" y="2608"/>
                </a:lnTo>
                <a:lnTo>
                  <a:pt x="2134" y="2608"/>
                </a:lnTo>
                <a:lnTo>
                  <a:pt x="2133" y="2607"/>
                </a:lnTo>
                <a:lnTo>
                  <a:pt x="2132" y="2607"/>
                </a:lnTo>
                <a:lnTo>
                  <a:pt x="2131" y="2607"/>
                </a:lnTo>
                <a:lnTo>
                  <a:pt x="2130" y="2607"/>
                </a:lnTo>
                <a:lnTo>
                  <a:pt x="2129" y="2608"/>
                </a:lnTo>
                <a:lnTo>
                  <a:pt x="2128" y="2609"/>
                </a:lnTo>
                <a:lnTo>
                  <a:pt x="2127" y="2609"/>
                </a:lnTo>
                <a:lnTo>
                  <a:pt x="2127" y="2610"/>
                </a:lnTo>
                <a:lnTo>
                  <a:pt x="2126" y="2610"/>
                </a:lnTo>
                <a:lnTo>
                  <a:pt x="2126" y="2611"/>
                </a:lnTo>
                <a:lnTo>
                  <a:pt x="2125" y="2611"/>
                </a:lnTo>
                <a:lnTo>
                  <a:pt x="2124" y="2611"/>
                </a:lnTo>
                <a:lnTo>
                  <a:pt x="2123" y="2611"/>
                </a:lnTo>
                <a:lnTo>
                  <a:pt x="2123" y="2610"/>
                </a:lnTo>
                <a:lnTo>
                  <a:pt x="2123" y="2609"/>
                </a:lnTo>
                <a:lnTo>
                  <a:pt x="2122" y="2609"/>
                </a:lnTo>
                <a:lnTo>
                  <a:pt x="2122" y="2610"/>
                </a:lnTo>
                <a:lnTo>
                  <a:pt x="2121" y="2610"/>
                </a:lnTo>
                <a:lnTo>
                  <a:pt x="2121" y="2609"/>
                </a:lnTo>
                <a:lnTo>
                  <a:pt x="2120" y="2609"/>
                </a:lnTo>
                <a:lnTo>
                  <a:pt x="2120" y="2608"/>
                </a:lnTo>
                <a:lnTo>
                  <a:pt x="2120" y="2609"/>
                </a:lnTo>
                <a:lnTo>
                  <a:pt x="2119" y="2609"/>
                </a:lnTo>
                <a:lnTo>
                  <a:pt x="2118" y="2609"/>
                </a:lnTo>
                <a:lnTo>
                  <a:pt x="2118" y="2610"/>
                </a:lnTo>
                <a:lnTo>
                  <a:pt x="2118" y="2611"/>
                </a:lnTo>
                <a:lnTo>
                  <a:pt x="2117" y="2612"/>
                </a:lnTo>
                <a:lnTo>
                  <a:pt x="2116" y="2612"/>
                </a:lnTo>
                <a:lnTo>
                  <a:pt x="2116" y="2611"/>
                </a:lnTo>
                <a:lnTo>
                  <a:pt x="2115" y="2611"/>
                </a:lnTo>
                <a:lnTo>
                  <a:pt x="2115" y="2612"/>
                </a:lnTo>
                <a:lnTo>
                  <a:pt x="2112" y="2613"/>
                </a:lnTo>
                <a:lnTo>
                  <a:pt x="2111" y="2613"/>
                </a:lnTo>
                <a:lnTo>
                  <a:pt x="2111" y="2612"/>
                </a:lnTo>
                <a:lnTo>
                  <a:pt x="2109" y="2612"/>
                </a:lnTo>
                <a:lnTo>
                  <a:pt x="2108" y="2612"/>
                </a:lnTo>
                <a:lnTo>
                  <a:pt x="2107" y="2612"/>
                </a:lnTo>
                <a:lnTo>
                  <a:pt x="2106" y="2612"/>
                </a:lnTo>
                <a:lnTo>
                  <a:pt x="2104" y="2611"/>
                </a:lnTo>
                <a:lnTo>
                  <a:pt x="2103" y="2611"/>
                </a:lnTo>
                <a:lnTo>
                  <a:pt x="2102" y="2610"/>
                </a:lnTo>
                <a:lnTo>
                  <a:pt x="2101" y="2610"/>
                </a:lnTo>
                <a:lnTo>
                  <a:pt x="2100" y="2610"/>
                </a:lnTo>
                <a:lnTo>
                  <a:pt x="2099" y="2610"/>
                </a:lnTo>
                <a:lnTo>
                  <a:pt x="2098" y="2610"/>
                </a:lnTo>
                <a:lnTo>
                  <a:pt x="2096" y="2610"/>
                </a:lnTo>
                <a:lnTo>
                  <a:pt x="2095" y="2610"/>
                </a:lnTo>
                <a:lnTo>
                  <a:pt x="2093" y="2609"/>
                </a:lnTo>
                <a:lnTo>
                  <a:pt x="2092" y="2609"/>
                </a:lnTo>
                <a:lnTo>
                  <a:pt x="2091" y="2609"/>
                </a:lnTo>
                <a:lnTo>
                  <a:pt x="2090" y="2609"/>
                </a:lnTo>
                <a:lnTo>
                  <a:pt x="2089" y="2609"/>
                </a:lnTo>
                <a:lnTo>
                  <a:pt x="2089" y="2608"/>
                </a:lnTo>
                <a:lnTo>
                  <a:pt x="2089" y="2609"/>
                </a:lnTo>
                <a:lnTo>
                  <a:pt x="2088" y="2609"/>
                </a:lnTo>
                <a:lnTo>
                  <a:pt x="2088" y="2608"/>
                </a:lnTo>
                <a:lnTo>
                  <a:pt x="2087" y="2608"/>
                </a:lnTo>
                <a:lnTo>
                  <a:pt x="2086" y="2608"/>
                </a:lnTo>
                <a:lnTo>
                  <a:pt x="2085" y="2608"/>
                </a:lnTo>
                <a:lnTo>
                  <a:pt x="2085" y="2607"/>
                </a:lnTo>
                <a:lnTo>
                  <a:pt x="2085" y="2608"/>
                </a:lnTo>
                <a:lnTo>
                  <a:pt x="2084" y="2608"/>
                </a:lnTo>
                <a:lnTo>
                  <a:pt x="2084" y="2609"/>
                </a:lnTo>
                <a:lnTo>
                  <a:pt x="2085" y="2609"/>
                </a:lnTo>
                <a:lnTo>
                  <a:pt x="2085" y="2610"/>
                </a:lnTo>
                <a:lnTo>
                  <a:pt x="2084" y="2610"/>
                </a:lnTo>
                <a:lnTo>
                  <a:pt x="2084" y="2611"/>
                </a:lnTo>
                <a:lnTo>
                  <a:pt x="2084" y="2612"/>
                </a:lnTo>
                <a:lnTo>
                  <a:pt x="2084" y="2613"/>
                </a:lnTo>
                <a:lnTo>
                  <a:pt x="2083" y="2613"/>
                </a:lnTo>
                <a:lnTo>
                  <a:pt x="2082" y="2613"/>
                </a:lnTo>
                <a:lnTo>
                  <a:pt x="2081" y="2613"/>
                </a:lnTo>
                <a:lnTo>
                  <a:pt x="2079" y="2613"/>
                </a:lnTo>
                <a:lnTo>
                  <a:pt x="2078" y="2613"/>
                </a:lnTo>
                <a:lnTo>
                  <a:pt x="2078" y="2612"/>
                </a:lnTo>
                <a:lnTo>
                  <a:pt x="2077" y="2613"/>
                </a:lnTo>
                <a:lnTo>
                  <a:pt x="2076" y="2613"/>
                </a:lnTo>
                <a:lnTo>
                  <a:pt x="2075" y="2614"/>
                </a:lnTo>
                <a:lnTo>
                  <a:pt x="2070" y="2614"/>
                </a:lnTo>
                <a:lnTo>
                  <a:pt x="2069" y="2614"/>
                </a:lnTo>
                <a:lnTo>
                  <a:pt x="2069" y="2613"/>
                </a:lnTo>
                <a:lnTo>
                  <a:pt x="2068" y="2613"/>
                </a:lnTo>
                <a:lnTo>
                  <a:pt x="2068" y="2612"/>
                </a:lnTo>
                <a:lnTo>
                  <a:pt x="2067" y="2612"/>
                </a:lnTo>
                <a:lnTo>
                  <a:pt x="2067" y="2613"/>
                </a:lnTo>
                <a:lnTo>
                  <a:pt x="2065" y="2613"/>
                </a:lnTo>
                <a:lnTo>
                  <a:pt x="2064" y="2613"/>
                </a:lnTo>
                <a:lnTo>
                  <a:pt x="2063" y="2613"/>
                </a:lnTo>
                <a:lnTo>
                  <a:pt x="2062" y="2613"/>
                </a:lnTo>
                <a:lnTo>
                  <a:pt x="2061" y="2613"/>
                </a:lnTo>
                <a:lnTo>
                  <a:pt x="2061" y="2612"/>
                </a:lnTo>
                <a:lnTo>
                  <a:pt x="2060" y="2612"/>
                </a:lnTo>
                <a:lnTo>
                  <a:pt x="2060" y="2613"/>
                </a:lnTo>
                <a:lnTo>
                  <a:pt x="2059" y="2613"/>
                </a:lnTo>
                <a:lnTo>
                  <a:pt x="2058" y="2612"/>
                </a:lnTo>
                <a:lnTo>
                  <a:pt x="2057" y="2611"/>
                </a:lnTo>
                <a:lnTo>
                  <a:pt x="2057" y="2612"/>
                </a:lnTo>
                <a:lnTo>
                  <a:pt x="2056" y="2613"/>
                </a:lnTo>
                <a:lnTo>
                  <a:pt x="2054" y="2613"/>
                </a:lnTo>
                <a:lnTo>
                  <a:pt x="2054" y="2614"/>
                </a:lnTo>
                <a:lnTo>
                  <a:pt x="2052" y="2614"/>
                </a:lnTo>
                <a:lnTo>
                  <a:pt x="2052" y="2613"/>
                </a:lnTo>
                <a:lnTo>
                  <a:pt x="2051" y="2613"/>
                </a:lnTo>
                <a:lnTo>
                  <a:pt x="2050" y="2613"/>
                </a:lnTo>
                <a:lnTo>
                  <a:pt x="2050" y="2612"/>
                </a:lnTo>
                <a:lnTo>
                  <a:pt x="2049" y="2612"/>
                </a:lnTo>
                <a:lnTo>
                  <a:pt x="2048" y="2612"/>
                </a:lnTo>
                <a:lnTo>
                  <a:pt x="2047" y="2611"/>
                </a:lnTo>
                <a:lnTo>
                  <a:pt x="2046" y="2611"/>
                </a:lnTo>
                <a:lnTo>
                  <a:pt x="2045" y="2610"/>
                </a:lnTo>
                <a:lnTo>
                  <a:pt x="2044" y="2610"/>
                </a:lnTo>
                <a:lnTo>
                  <a:pt x="2043" y="2610"/>
                </a:lnTo>
                <a:lnTo>
                  <a:pt x="2042" y="2610"/>
                </a:lnTo>
                <a:lnTo>
                  <a:pt x="2041" y="2610"/>
                </a:lnTo>
                <a:lnTo>
                  <a:pt x="2041" y="2611"/>
                </a:lnTo>
                <a:lnTo>
                  <a:pt x="2040" y="2611"/>
                </a:lnTo>
                <a:lnTo>
                  <a:pt x="2039" y="2612"/>
                </a:lnTo>
                <a:lnTo>
                  <a:pt x="2037" y="2612"/>
                </a:lnTo>
                <a:lnTo>
                  <a:pt x="2036" y="2612"/>
                </a:lnTo>
                <a:lnTo>
                  <a:pt x="2035" y="2612"/>
                </a:lnTo>
                <a:lnTo>
                  <a:pt x="2034" y="2612"/>
                </a:lnTo>
                <a:lnTo>
                  <a:pt x="2033" y="2612"/>
                </a:lnTo>
                <a:lnTo>
                  <a:pt x="2033" y="2611"/>
                </a:lnTo>
                <a:lnTo>
                  <a:pt x="2032" y="2611"/>
                </a:lnTo>
                <a:lnTo>
                  <a:pt x="2031" y="2611"/>
                </a:lnTo>
                <a:lnTo>
                  <a:pt x="2031" y="2612"/>
                </a:lnTo>
                <a:lnTo>
                  <a:pt x="2030" y="2612"/>
                </a:lnTo>
                <a:lnTo>
                  <a:pt x="2030" y="2613"/>
                </a:lnTo>
                <a:lnTo>
                  <a:pt x="2029" y="2613"/>
                </a:lnTo>
                <a:lnTo>
                  <a:pt x="2028" y="2613"/>
                </a:lnTo>
                <a:lnTo>
                  <a:pt x="2027" y="2613"/>
                </a:lnTo>
                <a:lnTo>
                  <a:pt x="2027" y="2612"/>
                </a:lnTo>
                <a:lnTo>
                  <a:pt x="2026" y="2612"/>
                </a:lnTo>
                <a:lnTo>
                  <a:pt x="2026" y="2613"/>
                </a:lnTo>
                <a:lnTo>
                  <a:pt x="2024" y="2613"/>
                </a:lnTo>
                <a:lnTo>
                  <a:pt x="2024" y="2612"/>
                </a:lnTo>
                <a:lnTo>
                  <a:pt x="2023" y="2612"/>
                </a:lnTo>
                <a:lnTo>
                  <a:pt x="2023" y="2613"/>
                </a:lnTo>
                <a:lnTo>
                  <a:pt x="2022" y="2613"/>
                </a:lnTo>
                <a:lnTo>
                  <a:pt x="2021" y="2614"/>
                </a:lnTo>
                <a:lnTo>
                  <a:pt x="2020" y="2614"/>
                </a:lnTo>
                <a:lnTo>
                  <a:pt x="2019" y="2614"/>
                </a:lnTo>
                <a:lnTo>
                  <a:pt x="2018" y="2614"/>
                </a:lnTo>
                <a:lnTo>
                  <a:pt x="2018" y="2615"/>
                </a:lnTo>
                <a:lnTo>
                  <a:pt x="2017" y="2615"/>
                </a:lnTo>
                <a:lnTo>
                  <a:pt x="2016" y="2615"/>
                </a:lnTo>
                <a:lnTo>
                  <a:pt x="2016" y="2614"/>
                </a:lnTo>
                <a:lnTo>
                  <a:pt x="2015" y="2614"/>
                </a:lnTo>
                <a:lnTo>
                  <a:pt x="2013" y="2612"/>
                </a:lnTo>
                <a:lnTo>
                  <a:pt x="2012" y="2612"/>
                </a:lnTo>
                <a:lnTo>
                  <a:pt x="2011" y="2612"/>
                </a:lnTo>
                <a:lnTo>
                  <a:pt x="2010" y="2612"/>
                </a:lnTo>
                <a:lnTo>
                  <a:pt x="2009" y="2612"/>
                </a:lnTo>
                <a:lnTo>
                  <a:pt x="2009" y="2611"/>
                </a:lnTo>
                <a:lnTo>
                  <a:pt x="2009" y="2610"/>
                </a:lnTo>
                <a:lnTo>
                  <a:pt x="2007" y="2610"/>
                </a:lnTo>
                <a:lnTo>
                  <a:pt x="2006" y="2610"/>
                </a:lnTo>
                <a:lnTo>
                  <a:pt x="2005" y="2610"/>
                </a:lnTo>
                <a:lnTo>
                  <a:pt x="2004" y="2610"/>
                </a:lnTo>
                <a:lnTo>
                  <a:pt x="2003" y="2610"/>
                </a:lnTo>
                <a:lnTo>
                  <a:pt x="2003" y="2609"/>
                </a:lnTo>
                <a:lnTo>
                  <a:pt x="2002" y="2609"/>
                </a:lnTo>
                <a:lnTo>
                  <a:pt x="2002" y="2608"/>
                </a:lnTo>
                <a:lnTo>
                  <a:pt x="2002" y="2607"/>
                </a:lnTo>
                <a:lnTo>
                  <a:pt x="2002" y="2606"/>
                </a:lnTo>
                <a:lnTo>
                  <a:pt x="2002" y="2604"/>
                </a:lnTo>
                <a:lnTo>
                  <a:pt x="2001" y="2602"/>
                </a:lnTo>
                <a:lnTo>
                  <a:pt x="2002" y="2599"/>
                </a:lnTo>
                <a:lnTo>
                  <a:pt x="2003" y="2598"/>
                </a:lnTo>
                <a:lnTo>
                  <a:pt x="2003" y="2597"/>
                </a:lnTo>
                <a:lnTo>
                  <a:pt x="2002" y="2597"/>
                </a:lnTo>
                <a:lnTo>
                  <a:pt x="2001" y="2596"/>
                </a:lnTo>
                <a:lnTo>
                  <a:pt x="2000" y="2596"/>
                </a:lnTo>
                <a:lnTo>
                  <a:pt x="1999" y="2596"/>
                </a:lnTo>
                <a:lnTo>
                  <a:pt x="1999" y="2595"/>
                </a:lnTo>
                <a:lnTo>
                  <a:pt x="1998" y="2595"/>
                </a:lnTo>
                <a:lnTo>
                  <a:pt x="1999" y="2595"/>
                </a:lnTo>
                <a:lnTo>
                  <a:pt x="1998" y="2594"/>
                </a:lnTo>
                <a:lnTo>
                  <a:pt x="1998" y="2593"/>
                </a:lnTo>
                <a:lnTo>
                  <a:pt x="1997" y="2593"/>
                </a:lnTo>
                <a:lnTo>
                  <a:pt x="1997" y="2594"/>
                </a:lnTo>
                <a:lnTo>
                  <a:pt x="1996" y="2594"/>
                </a:lnTo>
                <a:lnTo>
                  <a:pt x="1995" y="2594"/>
                </a:lnTo>
                <a:lnTo>
                  <a:pt x="1994" y="2595"/>
                </a:lnTo>
                <a:lnTo>
                  <a:pt x="1993" y="2595"/>
                </a:lnTo>
                <a:lnTo>
                  <a:pt x="1991" y="2594"/>
                </a:lnTo>
                <a:lnTo>
                  <a:pt x="1990" y="2594"/>
                </a:lnTo>
                <a:lnTo>
                  <a:pt x="1989" y="2594"/>
                </a:lnTo>
                <a:lnTo>
                  <a:pt x="1989" y="2593"/>
                </a:lnTo>
                <a:lnTo>
                  <a:pt x="1988" y="2593"/>
                </a:lnTo>
                <a:lnTo>
                  <a:pt x="1987" y="2593"/>
                </a:lnTo>
                <a:lnTo>
                  <a:pt x="1987" y="2594"/>
                </a:lnTo>
                <a:lnTo>
                  <a:pt x="1987" y="2595"/>
                </a:lnTo>
                <a:lnTo>
                  <a:pt x="1986" y="2596"/>
                </a:lnTo>
                <a:lnTo>
                  <a:pt x="1985" y="2596"/>
                </a:lnTo>
                <a:lnTo>
                  <a:pt x="1984" y="2596"/>
                </a:lnTo>
                <a:lnTo>
                  <a:pt x="1984" y="2597"/>
                </a:lnTo>
                <a:lnTo>
                  <a:pt x="1984" y="2598"/>
                </a:lnTo>
                <a:lnTo>
                  <a:pt x="1983" y="2598"/>
                </a:lnTo>
                <a:lnTo>
                  <a:pt x="1983" y="2599"/>
                </a:lnTo>
                <a:lnTo>
                  <a:pt x="1982" y="2599"/>
                </a:lnTo>
                <a:lnTo>
                  <a:pt x="1981" y="2599"/>
                </a:lnTo>
                <a:lnTo>
                  <a:pt x="1977" y="2602"/>
                </a:lnTo>
                <a:lnTo>
                  <a:pt x="1977" y="2603"/>
                </a:lnTo>
                <a:lnTo>
                  <a:pt x="1976" y="2604"/>
                </a:lnTo>
                <a:lnTo>
                  <a:pt x="1975" y="2604"/>
                </a:lnTo>
                <a:lnTo>
                  <a:pt x="1974" y="2603"/>
                </a:lnTo>
                <a:lnTo>
                  <a:pt x="1974" y="2602"/>
                </a:lnTo>
                <a:lnTo>
                  <a:pt x="1973" y="2602"/>
                </a:lnTo>
                <a:lnTo>
                  <a:pt x="1972" y="2602"/>
                </a:lnTo>
                <a:lnTo>
                  <a:pt x="1971" y="2603"/>
                </a:lnTo>
                <a:lnTo>
                  <a:pt x="1970" y="2603"/>
                </a:lnTo>
                <a:lnTo>
                  <a:pt x="1968" y="2602"/>
                </a:lnTo>
                <a:lnTo>
                  <a:pt x="1968" y="2601"/>
                </a:lnTo>
                <a:lnTo>
                  <a:pt x="1967" y="2601"/>
                </a:lnTo>
                <a:lnTo>
                  <a:pt x="1966" y="2601"/>
                </a:lnTo>
                <a:lnTo>
                  <a:pt x="1965" y="2601"/>
                </a:lnTo>
                <a:lnTo>
                  <a:pt x="1964" y="2601"/>
                </a:lnTo>
                <a:lnTo>
                  <a:pt x="1964" y="2602"/>
                </a:lnTo>
                <a:lnTo>
                  <a:pt x="1963" y="2602"/>
                </a:lnTo>
                <a:lnTo>
                  <a:pt x="1963" y="2603"/>
                </a:lnTo>
                <a:lnTo>
                  <a:pt x="1963" y="2602"/>
                </a:lnTo>
                <a:lnTo>
                  <a:pt x="1962" y="2602"/>
                </a:lnTo>
                <a:lnTo>
                  <a:pt x="1961" y="2602"/>
                </a:lnTo>
                <a:lnTo>
                  <a:pt x="1959" y="2602"/>
                </a:lnTo>
                <a:lnTo>
                  <a:pt x="1958" y="2602"/>
                </a:lnTo>
                <a:lnTo>
                  <a:pt x="1958" y="2603"/>
                </a:lnTo>
                <a:lnTo>
                  <a:pt x="1957" y="2603"/>
                </a:lnTo>
                <a:lnTo>
                  <a:pt x="1957" y="2604"/>
                </a:lnTo>
                <a:lnTo>
                  <a:pt x="1956" y="2604"/>
                </a:lnTo>
                <a:lnTo>
                  <a:pt x="1955" y="2605"/>
                </a:lnTo>
                <a:lnTo>
                  <a:pt x="1954" y="2606"/>
                </a:lnTo>
                <a:lnTo>
                  <a:pt x="1953" y="2607"/>
                </a:lnTo>
                <a:lnTo>
                  <a:pt x="1952" y="2607"/>
                </a:lnTo>
                <a:lnTo>
                  <a:pt x="1951" y="2607"/>
                </a:lnTo>
                <a:lnTo>
                  <a:pt x="1951" y="2608"/>
                </a:lnTo>
                <a:lnTo>
                  <a:pt x="1950" y="2608"/>
                </a:lnTo>
                <a:lnTo>
                  <a:pt x="1950" y="2609"/>
                </a:lnTo>
                <a:lnTo>
                  <a:pt x="1951" y="2609"/>
                </a:lnTo>
                <a:lnTo>
                  <a:pt x="1952" y="2610"/>
                </a:lnTo>
                <a:lnTo>
                  <a:pt x="1951" y="2611"/>
                </a:lnTo>
                <a:lnTo>
                  <a:pt x="1950" y="2612"/>
                </a:lnTo>
                <a:lnTo>
                  <a:pt x="1949" y="2612"/>
                </a:lnTo>
                <a:lnTo>
                  <a:pt x="1949" y="2611"/>
                </a:lnTo>
                <a:lnTo>
                  <a:pt x="1949" y="2612"/>
                </a:lnTo>
                <a:lnTo>
                  <a:pt x="1948" y="2612"/>
                </a:lnTo>
                <a:lnTo>
                  <a:pt x="1947" y="2612"/>
                </a:lnTo>
                <a:lnTo>
                  <a:pt x="1946" y="2612"/>
                </a:lnTo>
                <a:lnTo>
                  <a:pt x="1945" y="2612"/>
                </a:lnTo>
                <a:lnTo>
                  <a:pt x="1945" y="2611"/>
                </a:lnTo>
                <a:lnTo>
                  <a:pt x="1942" y="2611"/>
                </a:lnTo>
                <a:lnTo>
                  <a:pt x="1942" y="2610"/>
                </a:lnTo>
                <a:lnTo>
                  <a:pt x="1942" y="2609"/>
                </a:lnTo>
                <a:lnTo>
                  <a:pt x="1941" y="2609"/>
                </a:lnTo>
                <a:lnTo>
                  <a:pt x="1940" y="2609"/>
                </a:lnTo>
                <a:lnTo>
                  <a:pt x="1939" y="2608"/>
                </a:lnTo>
                <a:lnTo>
                  <a:pt x="1938" y="2607"/>
                </a:lnTo>
                <a:lnTo>
                  <a:pt x="1938" y="2608"/>
                </a:lnTo>
                <a:lnTo>
                  <a:pt x="1937" y="2608"/>
                </a:lnTo>
                <a:lnTo>
                  <a:pt x="1935" y="2608"/>
                </a:lnTo>
                <a:lnTo>
                  <a:pt x="1934" y="2608"/>
                </a:lnTo>
                <a:lnTo>
                  <a:pt x="1934" y="2609"/>
                </a:lnTo>
                <a:lnTo>
                  <a:pt x="1934" y="2610"/>
                </a:lnTo>
                <a:lnTo>
                  <a:pt x="1933" y="2610"/>
                </a:lnTo>
                <a:lnTo>
                  <a:pt x="1932" y="2610"/>
                </a:lnTo>
                <a:lnTo>
                  <a:pt x="1932" y="2609"/>
                </a:lnTo>
                <a:lnTo>
                  <a:pt x="1931" y="2609"/>
                </a:lnTo>
                <a:lnTo>
                  <a:pt x="1931" y="2608"/>
                </a:lnTo>
                <a:lnTo>
                  <a:pt x="1930" y="2608"/>
                </a:lnTo>
                <a:lnTo>
                  <a:pt x="1930" y="2609"/>
                </a:lnTo>
                <a:lnTo>
                  <a:pt x="1929" y="2608"/>
                </a:lnTo>
                <a:lnTo>
                  <a:pt x="1928" y="2608"/>
                </a:lnTo>
                <a:lnTo>
                  <a:pt x="1928" y="2607"/>
                </a:lnTo>
                <a:lnTo>
                  <a:pt x="1927" y="2607"/>
                </a:lnTo>
                <a:lnTo>
                  <a:pt x="1926" y="2607"/>
                </a:lnTo>
                <a:lnTo>
                  <a:pt x="1925" y="2607"/>
                </a:lnTo>
                <a:lnTo>
                  <a:pt x="1925" y="2608"/>
                </a:lnTo>
                <a:lnTo>
                  <a:pt x="1923" y="2608"/>
                </a:lnTo>
                <a:lnTo>
                  <a:pt x="1922" y="2607"/>
                </a:lnTo>
                <a:lnTo>
                  <a:pt x="1921" y="2608"/>
                </a:lnTo>
                <a:lnTo>
                  <a:pt x="1920" y="2608"/>
                </a:lnTo>
                <a:lnTo>
                  <a:pt x="1919" y="2608"/>
                </a:lnTo>
                <a:lnTo>
                  <a:pt x="1918" y="2608"/>
                </a:lnTo>
                <a:lnTo>
                  <a:pt x="1917" y="2607"/>
                </a:lnTo>
                <a:lnTo>
                  <a:pt x="1917" y="2608"/>
                </a:lnTo>
                <a:lnTo>
                  <a:pt x="1916" y="2608"/>
                </a:lnTo>
                <a:lnTo>
                  <a:pt x="1915" y="2609"/>
                </a:lnTo>
                <a:lnTo>
                  <a:pt x="1915" y="2610"/>
                </a:lnTo>
                <a:lnTo>
                  <a:pt x="1914" y="2610"/>
                </a:lnTo>
                <a:lnTo>
                  <a:pt x="1914" y="2611"/>
                </a:lnTo>
                <a:lnTo>
                  <a:pt x="1913" y="2612"/>
                </a:lnTo>
                <a:lnTo>
                  <a:pt x="1912" y="2612"/>
                </a:lnTo>
                <a:lnTo>
                  <a:pt x="1912" y="2611"/>
                </a:lnTo>
                <a:lnTo>
                  <a:pt x="1911" y="2611"/>
                </a:lnTo>
                <a:lnTo>
                  <a:pt x="1909" y="2611"/>
                </a:lnTo>
                <a:lnTo>
                  <a:pt x="1908" y="2611"/>
                </a:lnTo>
                <a:lnTo>
                  <a:pt x="1907" y="2611"/>
                </a:lnTo>
                <a:lnTo>
                  <a:pt x="1906" y="2610"/>
                </a:lnTo>
                <a:lnTo>
                  <a:pt x="1906" y="2609"/>
                </a:lnTo>
                <a:lnTo>
                  <a:pt x="1905" y="2608"/>
                </a:lnTo>
                <a:lnTo>
                  <a:pt x="1904" y="2607"/>
                </a:lnTo>
                <a:lnTo>
                  <a:pt x="1905" y="2607"/>
                </a:lnTo>
                <a:lnTo>
                  <a:pt x="1905" y="2606"/>
                </a:lnTo>
                <a:lnTo>
                  <a:pt x="1904" y="2606"/>
                </a:lnTo>
                <a:lnTo>
                  <a:pt x="1904" y="2605"/>
                </a:lnTo>
                <a:lnTo>
                  <a:pt x="1903" y="2604"/>
                </a:lnTo>
                <a:lnTo>
                  <a:pt x="1904" y="2603"/>
                </a:lnTo>
                <a:lnTo>
                  <a:pt x="1903" y="2603"/>
                </a:lnTo>
                <a:lnTo>
                  <a:pt x="1902" y="2603"/>
                </a:lnTo>
                <a:lnTo>
                  <a:pt x="1902" y="2602"/>
                </a:lnTo>
                <a:lnTo>
                  <a:pt x="1902" y="2603"/>
                </a:lnTo>
                <a:lnTo>
                  <a:pt x="1901" y="2603"/>
                </a:lnTo>
                <a:lnTo>
                  <a:pt x="1900" y="2603"/>
                </a:lnTo>
                <a:lnTo>
                  <a:pt x="1899" y="2603"/>
                </a:lnTo>
                <a:lnTo>
                  <a:pt x="1899" y="2604"/>
                </a:lnTo>
                <a:lnTo>
                  <a:pt x="1897" y="2604"/>
                </a:lnTo>
                <a:lnTo>
                  <a:pt x="1896" y="2603"/>
                </a:lnTo>
                <a:lnTo>
                  <a:pt x="1895" y="2603"/>
                </a:lnTo>
                <a:lnTo>
                  <a:pt x="1895" y="2602"/>
                </a:lnTo>
                <a:lnTo>
                  <a:pt x="1894" y="2602"/>
                </a:lnTo>
                <a:lnTo>
                  <a:pt x="1893" y="2602"/>
                </a:lnTo>
                <a:lnTo>
                  <a:pt x="1892" y="2602"/>
                </a:lnTo>
                <a:lnTo>
                  <a:pt x="1892" y="2601"/>
                </a:lnTo>
                <a:lnTo>
                  <a:pt x="1891" y="2601"/>
                </a:lnTo>
                <a:lnTo>
                  <a:pt x="1890" y="2601"/>
                </a:lnTo>
                <a:lnTo>
                  <a:pt x="1889" y="2601"/>
                </a:lnTo>
                <a:lnTo>
                  <a:pt x="1889" y="2600"/>
                </a:lnTo>
                <a:lnTo>
                  <a:pt x="1888" y="2600"/>
                </a:lnTo>
                <a:lnTo>
                  <a:pt x="1888" y="2601"/>
                </a:lnTo>
                <a:lnTo>
                  <a:pt x="1887" y="2601"/>
                </a:lnTo>
                <a:lnTo>
                  <a:pt x="1886" y="2602"/>
                </a:lnTo>
                <a:lnTo>
                  <a:pt x="1885" y="2602"/>
                </a:lnTo>
                <a:lnTo>
                  <a:pt x="1885" y="2601"/>
                </a:lnTo>
                <a:lnTo>
                  <a:pt x="1884" y="2601"/>
                </a:lnTo>
                <a:lnTo>
                  <a:pt x="1884" y="2602"/>
                </a:lnTo>
                <a:lnTo>
                  <a:pt x="1883" y="2602"/>
                </a:lnTo>
                <a:lnTo>
                  <a:pt x="1882" y="2602"/>
                </a:lnTo>
                <a:lnTo>
                  <a:pt x="1882" y="2603"/>
                </a:lnTo>
                <a:lnTo>
                  <a:pt x="1883" y="2603"/>
                </a:lnTo>
                <a:lnTo>
                  <a:pt x="1883" y="2604"/>
                </a:lnTo>
                <a:lnTo>
                  <a:pt x="1882" y="2604"/>
                </a:lnTo>
                <a:lnTo>
                  <a:pt x="1882" y="2605"/>
                </a:lnTo>
                <a:lnTo>
                  <a:pt x="1882" y="2606"/>
                </a:lnTo>
                <a:lnTo>
                  <a:pt x="1881" y="2606"/>
                </a:lnTo>
                <a:lnTo>
                  <a:pt x="1880" y="2606"/>
                </a:lnTo>
                <a:lnTo>
                  <a:pt x="1879" y="2606"/>
                </a:lnTo>
                <a:lnTo>
                  <a:pt x="1877" y="2605"/>
                </a:lnTo>
                <a:lnTo>
                  <a:pt x="1877" y="2606"/>
                </a:lnTo>
                <a:lnTo>
                  <a:pt x="1877" y="2607"/>
                </a:lnTo>
                <a:lnTo>
                  <a:pt x="1876" y="2607"/>
                </a:lnTo>
                <a:lnTo>
                  <a:pt x="1876" y="2608"/>
                </a:lnTo>
                <a:lnTo>
                  <a:pt x="1876" y="2609"/>
                </a:lnTo>
                <a:lnTo>
                  <a:pt x="1875" y="2609"/>
                </a:lnTo>
                <a:lnTo>
                  <a:pt x="1874" y="2609"/>
                </a:lnTo>
                <a:lnTo>
                  <a:pt x="1874" y="2608"/>
                </a:lnTo>
                <a:lnTo>
                  <a:pt x="1873" y="2608"/>
                </a:lnTo>
                <a:lnTo>
                  <a:pt x="1873" y="2609"/>
                </a:lnTo>
                <a:lnTo>
                  <a:pt x="1872" y="2609"/>
                </a:lnTo>
                <a:lnTo>
                  <a:pt x="1871" y="2609"/>
                </a:lnTo>
                <a:lnTo>
                  <a:pt x="1870" y="2608"/>
                </a:lnTo>
                <a:lnTo>
                  <a:pt x="1869" y="2608"/>
                </a:lnTo>
                <a:lnTo>
                  <a:pt x="1868" y="2608"/>
                </a:lnTo>
                <a:lnTo>
                  <a:pt x="1868" y="2609"/>
                </a:lnTo>
                <a:lnTo>
                  <a:pt x="1868" y="2610"/>
                </a:lnTo>
                <a:lnTo>
                  <a:pt x="1867" y="2611"/>
                </a:lnTo>
                <a:lnTo>
                  <a:pt x="1866" y="2611"/>
                </a:lnTo>
                <a:lnTo>
                  <a:pt x="1866" y="2610"/>
                </a:lnTo>
                <a:lnTo>
                  <a:pt x="1865" y="2610"/>
                </a:lnTo>
                <a:lnTo>
                  <a:pt x="1865" y="2611"/>
                </a:lnTo>
                <a:lnTo>
                  <a:pt x="1864" y="2611"/>
                </a:lnTo>
                <a:lnTo>
                  <a:pt x="1862" y="2611"/>
                </a:lnTo>
                <a:lnTo>
                  <a:pt x="1862" y="2612"/>
                </a:lnTo>
                <a:lnTo>
                  <a:pt x="1861" y="2612"/>
                </a:lnTo>
                <a:lnTo>
                  <a:pt x="1861" y="2611"/>
                </a:lnTo>
                <a:lnTo>
                  <a:pt x="1860" y="2611"/>
                </a:lnTo>
                <a:lnTo>
                  <a:pt x="1860" y="2610"/>
                </a:lnTo>
                <a:lnTo>
                  <a:pt x="1859" y="2610"/>
                </a:lnTo>
                <a:lnTo>
                  <a:pt x="1858" y="2611"/>
                </a:lnTo>
                <a:lnTo>
                  <a:pt x="1857" y="2611"/>
                </a:lnTo>
                <a:lnTo>
                  <a:pt x="1856" y="2611"/>
                </a:lnTo>
                <a:lnTo>
                  <a:pt x="1855" y="2611"/>
                </a:lnTo>
                <a:lnTo>
                  <a:pt x="1854" y="2610"/>
                </a:lnTo>
                <a:lnTo>
                  <a:pt x="1853" y="2610"/>
                </a:lnTo>
                <a:lnTo>
                  <a:pt x="1852" y="2610"/>
                </a:lnTo>
                <a:lnTo>
                  <a:pt x="1851" y="2609"/>
                </a:lnTo>
                <a:lnTo>
                  <a:pt x="1850" y="2609"/>
                </a:lnTo>
                <a:lnTo>
                  <a:pt x="1850" y="2608"/>
                </a:lnTo>
                <a:lnTo>
                  <a:pt x="1849" y="2608"/>
                </a:lnTo>
                <a:lnTo>
                  <a:pt x="1848" y="2608"/>
                </a:lnTo>
                <a:lnTo>
                  <a:pt x="1848" y="2607"/>
                </a:lnTo>
                <a:lnTo>
                  <a:pt x="1847" y="2607"/>
                </a:lnTo>
                <a:lnTo>
                  <a:pt x="1847" y="2608"/>
                </a:lnTo>
                <a:lnTo>
                  <a:pt x="1847" y="2609"/>
                </a:lnTo>
                <a:lnTo>
                  <a:pt x="1846" y="2609"/>
                </a:lnTo>
                <a:lnTo>
                  <a:pt x="1846" y="2611"/>
                </a:lnTo>
                <a:lnTo>
                  <a:pt x="1845" y="2611"/>
                </a:lnTo>
                <a:lnTo>
                  <a:pt x="1845" y="2612"/>
                </a:lnTo>
                <a:lnTo>
                  <a:pt x="1846" y="2612"/>
                </a:lnTo>
                <a:lnTo>
                  <a:pt x="1846" y="2613"/>
                </a:lnTo>
                <a:lnTo>
                  <a:pt x="1845" y="2613"/>
                </a:lnTo>
                <a:lnTo>
                  <a:pt x="1844" y="2613"/>
                </a:lnTo>
                <a:lnTo>
                  <a:pt x="1843" y="2612"/>
                </a:lnTo>
                <a:lnTo>
                  <a:pt x="1843" y="2613"/>
                </a:lnTo>
                <a:lnTo>
                  <a:pt x="1842" y="2613"/>
                </a:lnTo>
                <a:lnTo>
                  <a:pt x="1841" y="2612"/>
                </a:lnTo>
                <a:lnTo>
                  <a:pt x="1840" y="2612"/>
                </a:lnTo>
                <a:lnTo>
                  <a:pt x="1840" y="2611"/>
                </a:lnTo>
                <a:lnTo>
                  <a:pt x="1839" y="2611"/>
                </a:lnTo>
                <a:lnTo>
                  <a:pt x="1839" y="2610"/>
                </a:lnTo>
                <a:lnTo>
                  <a:pt x="1838" y="2609"/>
                </a:lnTo>
                <a:lnTo>
                  <a:pt x="1837" y="2608"/>
                </a:lnTo>
                <a:lnTo>
                  <a:pt x="1836" y="2608"/>
                </a:lnTo>
                <a:lnTo>
                  <a:pt x="1835" y="2608"/>
                </a:lnTo>
                <a:lnTo>
                  <a:pt x="1835" y="2607"/>
                </a:lnTo>
                <a:lnTo>
                  <a:pt x="1836" y="2607"/>
                </a:lnTo>
                <a:lnTo>
                  <a:pt x="1835" y="2607"/>
                </a:lnTo>
                <a:lnTo>
                  <a:pt x="1835" y="2606"/>
                </a:lnTo>
                <a:lnTo>
                  <a:pt x="1834" y="2606"/>
                </a:lnTo>
                <a:lnTo>
                  <a:pt x="1834" y="2605"/>
                </a:lnTo>
                <a:lnTo>
                  <a:pt x="1833" y="2605"/>
                </a:lnTo>
                <a:lnTo>
                  <a:pt x="1833" y="2606"/>
                </a:lnTo>
                <a:lnTo>
                  <a:pt x="1833" y="2607"/>
                </a:lnTo>
                <a:lnTo>
                  <a:pt x="1832" y="2607"/>
                </a:lnTo>
                <a:lnTo>
                  <a:pt x="1832" y="2608"/>
                </a:lnTo>
                <a:lnTo>
                  <a:pt x="1832" y="2609"/>
                </a:lnTo>
                <a:lnTo>
                  <a:pt x="1829" y="2609"/>
                </a:lnTo>
                <a:lnTo>
                  <a:pt x="1829" y="2608"/>
                </a:lnTo>
                <a:lnTo>
                  <a:pt x="1828" y="2608"/>
                </a:lnTo>
                <a:lnTo>
                  <a:pt x="1827" y="2608"/>
                </a:lnTo>
                <a:lnTo>
                  <a:pt x="1826" y="2608"/>
                </a:lnTo>
                <a:lnTo>
                  <a:pt x="1825" y="2608"/>
                </a:lnTo>
                <a:lnTo>
                  <a:pt x="1825" y="2609"/>
                </a:lnTo>
                <a:lnTo>
                  <a:pt x="1824" y="2609"/>
                </a:lnTo>
                <a:lnTo>
                  <a:pt x="1824" y="2610"/>
                </a:lnTo>
                <a:lnTo>
                  <a:pt x="1823" y="2611"/>
                </a:lnTo>
                <a:lnTo>
                  <a:pt x="1821" y="2611"/>
                </a:lnTo>
                <a:lnTo>
                  <a:pt x="1821" y="2612"/>
                </a:lnTo>
                <a:lnTo>
                  <a:pt x="1821" y="2613"/>
                </a:lnTo>
                <a:lnTo>
                  <a:pt x="1820" y="2613"/>
                </a:lnTo>
                <a:lnTo>
                  <a:pt x="1820" y="2614"/>
                </a:lnTo>
                <a:lnTo>
                  <a:pt x="1819" y="2614"/>
                </a:lnTo>
                <a:lnTo>
                  <a:pt x="1819" y="2615"/>
                </a:lnTo>
                <a:lnTo>
                  <a:pt x="1819" y="2616"/>
                </a:lnTo>
                <a:lnTo>
                  <a:pt x="1817" y="2616"/>
                </a:lnTo>
                <a:lnTo>
                  <a:pt x="1816" y="2616"/>
                </a:lnTo>
                <a:lnTo>
                  <a:pt x="1815" y="2616"/>
                </a:lnTo>
                <a:lnTo>
                  <a:pt x="1814" y="2616"/>
                </a:lnTo>
                <a:lnTo>
                  <a:pt x="1814" y="2615"/>
                </a:lnTo>
                <a:lnTo>
                  <a:pt x="1813" y="2615"/>
                </a:lnTo>
                <a:lnTo>
                  <a:pt x="1812" y="2615"/>
                </a:lnTo>
                <a:lnTo>
                  <a:pt x="1811" y="2615"/>
                </a:lnTo>
                <a:lnTo>
                  <a:pt x="1812" y="2614"/>
                </a:lnTo>
                <a:lnTo>
                  <a:pt x="1811" y="2614"/>
                </a:lnTo>
                <a:lnTo>
                  <a:pt x="1810" y="2614"/>
                </a:lnTo>
                <a:lnTo>
                  <a:pt x="1810" y="2613"/>
                </a:lnTo>
                <a:lnTo>
                  <a:pt x="1809" y="2613"/>
                </a:lnTo>
                <a:lnTo>
                  <a:pt x="1808" y="2613"/>
                </a:lnTo>
                <a:lnTo>
                  <a:pt x="1808" y="2612"/>
                </a:lnTo>
                <a:lnTo>
                  <a:pt x="1807" y="2612"/>
                </a:lnTo>
                <a:lnTo>
                  <a:pt x="1806" y="2612"/>
                </a:lnTo>
                <a:lnTo>
                  <a:pt x="1806" y="2611"/>
                </a:lnTo>
                <a:lnTo>
                  <a:pt x="1806" y="2612"/>
                </a:lnTo>
                <a:lnTo>
                  <a:pt x="1805" y="2612"/>
                </a:lnTo>
                <a:lnTo>
                  <a:pt x="1805" y="2613"/>
                </a:lnTo>
                <a:lnTo>
                  <a:pt x="1805" y="2614"/>
                </a:lnTo>
                <a:lnTo>
                  <a:pt x="1804" y="2614"/>
                </a:lnTo>
                <a:lnTo>
                  <a:pt x="1803" y="2614"/>
                </a:lnTo>
                <a:lnTo>
                  <a:pt x="1803" y="2615"/>
                </a:lnTo>
                <a:lnTo>
                  <a:pt x="1802" y="2615"/>
                </a:lnTo>
                <a:lnTo>
                  <a:pt x="1801" y="2615"/>
                </a:lnTo>
                <a:lnTo>
                  <a:pt x="1800" y="2615"/>
                </a:lnTo>
                <a:lnTo>
                  <a:pt x="1799" y="2616"/>
                </a:lnTo>
                <a:lnTo>
                  <a:pt x="1798" y="2616"/>
                </a:lnTo>
                <a:lnTo>
                  <a:pt x="1798" y="2617"/>
                </a:lnTo>
                <a:lnTo>
                  <a:pt x="1797" y="2617"/>
                </a:lnTo>
                <a:lnTo>
                  <a:pt x="1797" y="2616"/>
                </a:lnTo>
                <a:lnTo>
                  <a:pt x="1796" y="2616"/>
                </a:lnTo>
                <a:lnTo>
                  <a:pt x="1795" y="2616"/>
                </a:lnTo>
                <a:lnTo>
                  <a:pt x="1795" y="2617"/>
                </a:lnTo>
                <a:lnTo>
                  <a:pt x="1794" y="2617"/>
                </a:lnTo>
                <a:lnTo>
                  <a:pt x="1792" y="2617"/>
                </a:lnTo>
                <a:lnTo>
                  <a:pt x="1791" y="2617"/>
                </a:lnTo>
                <a:lnTo>
                  <a:pt x="1790" y="2617"/>
                </a:lnTo>
                <a:lnTo>
                  <a:pt x="1789" y="2617"/>
                </a:lnTo>
                <a:lnTo>
                  <a:pt x="1789" y="2618"/>
                </a:lnTo>
                <a:lnTo>
                  <a:pt x="1789" y="2619"/>
                </a:lnTo>
                <a:lnTo>
                  <a:pt x="1789" y="2620"/>
                </a:lnTo>
                <a:lnTo>
                  <a:pt x="1788" y="2622"/>
                </a:lnTo>
                <a:lnTo>
                  <a:pt x="1788" y="2623"/>
                </a:lnTo>
                <a:lnTo>
                  <a:pt x="1787" y="2624"/>
                </a:lnTo>
                <a:lnTo>
                  <a:pt x="1787" y="2625"/>
                </a:lnTo>
                <a:lnTo>
                  <a:pt x="1787" y="2626"/>
                </a:lnTo>
                <a:lnTo>
                  <a:pt x="1787" y="2627"/>
                </a:lnTo>
                <a:lnTo>
                  <a:pt x="1786" y="2628"/>
                </a:lnTo>
                <a:lnTo>
                  <a:pt x="1786" y="2629"/>
                </a:lnTo>
                <a:lnTo>
                  <a:pt x="1786" y="2630"/>
                </a:lnTo>
                <a:lnTo>
                  <a:pt x="1786" y="2631"/>
                </a:lnTo>
                <a:lnTo>
                  <a:pt x="1787" y="2631"/>
                </a:lnTo>
                <a:lnTo>
                  <a:pt x="1787" y="2632"/>
                </a:lnTo>
                <a:lnTo>
                  <a:pt x="1786" y="2632"/>
                </a:lnTo>
                <a:lnTo>
                  <a:pt x="1787" y="2633"/>
                </a:lnTo>
                <a:lnTo>
                  <a:pt x="1788" y="2633"/>
                </a:lnTo>
                <a:lnTo>
                  <a:pt x="1788" y="2634"/>
                </a:lnTo>
                <a:lnTo>
                  <a:pt x="1788" y="2635"/>
                </a:lnTo>
                <a:lnTo>
                  <a:pt x="1788" y="2636"/>
                </a:lnTo>
                <a:lnTo>
                  <a:pt x="1788" y="2637"/>
                </a:lnTo>
                <a:lnTo>
                  <a:pt x="1787" y="2637"/>
                </a:lnTo>
                <a:lnTo>
                  <a:pt x="1787" y="2638"/>
                </a:lnTo>
                <a:lnTo>
                  <a:pt x="1786" y="2638"/>
                </a:lnTo>
                <a:lnTo>
                  <a:pt x="1785" y="2637"/>
                </a:lnTo>
                <a:lnTo>
                  <a:pt x="1784" y="2637"/>
                </a:lnTo>
                <a:lnTo>
                  <a:pt x="1784" y="2638"/>
                </a:lnTo>
                <a:lnTo>
                  <a:pt x="1783" y="2639"/>
                </a:lnTo>
                <a:lnTo>
                  <a:pt x="1782" y="2639"/>
                </a:lnTo>
                <a:lnTo>
                  <a:pt x="1782" y="2641"/>
                </a:lnTo>
                <a:lnTo>
                  <a:pt x="1783" y="2641"/>
                </a:lnTo>
                <a:lnTo>
                  <a:pt x="1782" y="2641"/>
                </a:lnTo>
                <a:lnTo>
                  <a:pt x="1782" y="2642"/>
                </a:lnTo>
                <a:lnTo>
                  <a:pt x="1782" y="2641"/>
                </a:lnTo>
                <a:lnTo>
                  <a:pt x="1782" y="2642"/>
                </a:lnTo>
                <a:lnTo>
                  <a:pt x="1781" y="2642"/>
                </a:lnTo>
                <a:lnTo>
                  <a:pt x="1781" y="2641"/>
                </a:lnTo>
                <a:lnTo>
                  <a:pt x="1780" y="2641"/>
                </a:lnTo>
                <a:lnTo>
                  <a:pt x="1780" y="2642"/>
                </a:lnTo>
                <a:lnTo>
                  <a:pt x="1779" y="2642"/>
                </a:lnTo>
                <a:lnTo>
                  <a:pt x="1778" y="2642"/>
                </a:lnTo>
                <a:lnTo>
                  <a:pt x="1778" y="2643"/>
                </a:lnTo>
                <a:lnTo>
                  <a:pt x="1777" y="2643"/>
                </a:lnTo>
                <a:lnTo>
                  <a:pt x="1777" y="2644"/>
                </a:lnTo>
                <a:lnTo>
                  <a:pt x="1776" y="2644"/>
                </a:lnTo>
                <a:lnTo>
                  <a:pt x="1776" y="2645"/>
                </a:lnTo>
                <a:lnTo>
                  <a:pt x="1774" y="2646"/>
                </a:lnTo>
                <a:lnTo>
                  <a:pt x="1774" y="2647"/>
                </a:lnTo>
                <a:lnTo>
                  <a:pt x="1774" y="2648"/>
                </a:lnTo>
                <a:lnTo>
                  <a:pt x="1774" y="2649"/>
                </a:lnTo>
                <a:lnTo>
                  <a:pt x="1774" y="2650"/>
                </a:lnTo>
                <a:lnTo>
                  <a:pt x="1773" y="2651"/>
                </a:lnTo>
                <a:lnTo>
                  <a:pt x="1772" y="2654"/>
                </a:lnTo>
                <a:lnTo>
                  <a:pt x="1771" y="2655"/>
                </a:lnTo>
                <a:lnTo>
                  <a:pt x="1771" y="2656"/>
                </a:lnTo>
                <a:lnTo>
                  <a:pt x="1770" y="2656"/>
                </a:lnTo>
                <a:lnTo>
                  <a:pt x="1769" y="2656"/>
                </a:lnTo>
                <a:lnTo>
                  <a:pt x="1768" y="2656"/>
                </a:lnTo>
                <a:lnTo>
                  <a:pt x="1767" y="2657"/>
                </a:lnTo>
                <a:lnTo>
                  <a:pt x="1766" y="2659"/>
                </a:lnTo>
                <a:lnTo>
                  <a:pt x="1766" y="2661"/>
                </a:lnTo>
                <a:lnTo>
                  <a:pt x="1765" y="2662"/>
                </a:lnTo>
                <a:lnTo>
                  <a:pt x="1765" y="2663"/>
                </a:lnTo>
                <a:lnTo>
                  <a:pt x="1765" y="2664"/>
                </a:lnTo>
                <a:lnTo>
                  <a:pt x="1763" y="2666"/>
                </a:lnTo>
                <a:lnTo>
                  <a:pt x="1762" y="2667"/>
                </a:lnTo>
                <a:lnTo>
                  <a:pt x="1762" y="2668"/>
                </a:lnTo>
                <a:lnTo>
                  <a:pt x="1762" y="2669"/>
                </a:lnTo>
                <a:lnTo>
                  <a:pt x="1761" y="2669"/>
                </a:lnTo>
                <a:lnTo>
                  <a:pt x="1760" y="2669"/>
                </a:lnTo>
                <a:lnTo>
                  <a:pt x="1759" y="2669"/>
                </a:lnTo>
                <a:lnTo>
                  <a:pt x="1758" y="2670"/>
                </a:lnTo>
                <a:lnTo>
                  <a:pt x="1758" y="2671"/>
                </a:lnTo>
                <a:lnTo>
                  <a:pt x="1757" y="2672"/>
                </a:lnTo>
                <a:lnTo>
                  <a:pt x="1756" y="2672"/>
                </a:lnTo>
                <a:lnTo>
                  <a:pt x="1756" y="2671"/>
                </a:lnTo>
                <a:lnTo>
                  <a:pt x="1755" y="2670"/>
                </a:lnTo>
                <a:lnTo>
                  <a:pt x="1754" y="2670"/>
                </a:lnTo>
                <a:lnTo>
                  <a:pt x="1753" y="2671"/>
                </a:lnTo>
                <a:lnTo>
                  <a:pt x="1753" y="2672"/>
                </a:lnTo>
                <a:lnTo>
                  <a:pt x="1752" y="2672"/>
                </a:lnTo>
                <a:lnTo>
                  <a:pt x="1751" y="2672"/>
                </a:lnTo>
                <a:lnTo>
                  <a:pt x="1750" y="2672"/>
                </a:lnTo>
                <a:lnTo>
                  <a:pt x="1749" y="2673"/>
                </a:lnTo>
                <a:lnTo>
                  <a:pt x="1748" y="2674"/>
                </a:lnTo>
                <a:lnTo>
                  <a:pt x="1748" y="2675"/>
                </a:lnTo>
                <a:lnTo>
                  <a:pt x="1747" y="2675"/>
                </a:lnTo>
                <a:lnTo>
                  <a:pt x="1746" y="2675"/>
                </a:lnTo>
                <a:lnTo>
                  <a:pt x="1745" y="2675"/>
                </a:lnTo>
                <a:lnTo>
                  <a:pt x="1745" y="2676"/>
                </a:lnTo>
                <a:lnTo>
                  <a:pt x="1744" y="2677"/>
                </a:lnTo>
                <a:lnTo>
                  <a:pt x="1743" y="2678"/>
                </a:lnTo>
                <a:lnTo>
                  <a:pt x="1742" y="2678"/>
                </a:lnTo>
                <a:lnTo>
                  <a:pt x="1742" y="2679"/>
                </a:lnTo>
                <a:lnTo>
                  <a:pt x="1741" y="2679"/>
                </a:lnTo>
                <a:lnTo>
                  <a:pt x="1741" y="2680"/>
                </a:lnTo>
                <a:lnTo>
                  <a:pt x="1740" y="2680"/>
                </a:lnTo>
                <a:lnTo>
                  <a:pt x="1739" y="2680"/>
                </a:lnTo>
                <a:lnTo>
                  <a:pt x="1738" y="2681"/>
                </a:lnTo>
                <a:lnTo>
                  <a:pt x="1737" y="2682"/>
                </a:lnTo>
                <a:lnTo>
                  <a:pt x="1737" y="2681"/>
                </a:lnTo>
                <a:lnTo>
                  <a:pt x="1736" y="2681"/>
                </a:lnTo>
                <a:lnTo>
                  <a:pt x="1735" y="2681"/>
                </a:lnTo>
                <a:lnTo>
                  <a:pt x="1734" y="2680"/>
                </a:lnTo>
                <a:lnTo>
                  <a:pt x="1732" y="2680"/>
                </a:lnTo>
                <a:lnTo>
                  <a:pt x="1731" y="2679"/>
                </a:lnTo>
                <a:lnTo>
                  <a:pt x="1729" y="2679"/>
                </a:lnTo>
                <a:lnTo>
                  <a:pt x="1727" y="2679"/>
                </a:lnTo>
                <a:lnTo>
                  <a:pt x="1726" y="2679"/>
                </a:lnTo>
                <a:lnTo>
                  <a:pt x="1723" y="2678"/>
                </a:lnTo>
                <a:lnTo>
                  <a:pt x="1722" y="2678"/>
                </a:lnTo>
                <a:lnTo>
                  <a:pt x="1722" y="2679"/>
                </a:lnTo>
                <a:lnTo>
                  <a:pt x="1719" y="2679"/>
                </a:lnTo>
                <a:lnTo>
                  <a:pt x="1717" y="2678"/>
                </a:lnTo>
                <a:lnTo>
                  <a:pt x="1717" y="2679"/>
                </a:lnTo>
                <a:lnTo>
                  <a:pt x="1717" y="2678"/>
                </a:lnTo>
                <a:lnTo>
                  <a:pt x="1716" y="2678"/>
                </a:lnTo>
                <a:lnTo>
                  <a:pt x="1715" y="2677"/>
                </a:lnTo>
                <a:lnTo>
                  <a:pt x="1714" y="2677"/>
                </a:lnTo>
                <a:lnTo>
                  <a:pt x="1713" y="2677"/>
                </a:lnTo>
                <a:lnTo>
                  <a:pt x="1713" y="2678"/>
                </a:lnTo>
                <a:lnTo>
                  <a:pt x="1712" y="2678"/>
                </a:lnTo>
                <a:lnTo>
                  <a:pt x="1711" y="2678"/>
                </a:lnTo>
                <a:lnTo>
                  <a:pt x="1710" y="2678"/>
                </a:lnTo>
                <a:lnTo>
                  <a:pt x="1709" y="2678"/>
                </a:lnTo>
                <a:lnTo>
                  <a:pt x="1708" y="2677"/>
                </a:lnTo>
                <a:lnTo>
                  <a:pt x="1707" y="2677"/>
                </a:lnTo>
                <a:lnTo>
                  <a:pt x="1706" y="2677"/>
                </a:lnTo>
                <a:lnTo>
                  <a:pt x="1706" y="2678"/>
                </a:lnTo>
                <a:lnTo>
                  <a:pt x="1705" y="2678"/>
                </a:lnTo>
                <a:lnTo>
                  <a:pt x="1704" y="2678"/>
                </a:lnTo>
                <a:lnTo>
                  <a:pt x="1703" y="2678"/>
                </a:lnTo>
                <a:lnTo>
                  <a:pt x="1702" y="2679"/>
                </a:lnTo>
                <a:lnTo>
                  <a:pt x="1701" y="2679"/>
                </a:lnTo>
                <a:lnTo>
                  <a:pt x="1698" y="2679"/>
                </a:lnTo>
                <a:lnTo>
                  <a:pt x="1696" y="2679"/>
                </a:lnTo>
                <a:lnTo>
                  <a:pt x="1695" y="2679"/>
                </a:lnTo>
                <a:lnTo>
                  <a:pt x="1694" y="2679"/>
                </a:lnTo>
                <a:lnTo>
                  <a:pt x="1693" y="2680"/>
                </a:lnTo>
                <a:lnTo>
                  <a:pt x="1692" y="2681"/>
                </a:lnTo>
                <a:lnTo>
                  <a:pt x="1691" y="2682"/>
                </a:lnTo>
                <a:lnTo>
                  <a:pt x="1690" y="2682"/>
                </a:lnTo>
                <a:lnTo>
                  <a:pt x="1688" y="2682"/>
                </a:lnTo>
                <a:lnTo>
                  <a:pt x="1688" y="2683"/>
                </a:lnTo>
                <a:lnTo>
                  <a:pt x="1687" y="2683"/>
                </a:lnTo>
                <a:lnTo>
                  <a:pt x="1688" y="2683"/>
                </a:lnTo>
                <a:lnTo>
                  <a:pt x="1687" y="2683"/>
                </a:lnTo>
                <a:lnTo>
                  <a:pt x="1687" y="2684"/>
                </a:lnTo>
                <a:lnTo>
                  <a:pt x="1686" y="2684"/>
                </a:lnTo>
                <a:lnTo>
                  <a:pt x="1686" y="2685"/>
                </a:lnTo>
                <a:lnTo>
                  <a:pt x="1685" y="2686"/>
                </a:lnTo>
                <a:lnTo>
                  <a:pt x="1685" y="2687"/>
                </a:lnTo>
                <a:lnTo>
                  <a:pt x="1684" y="2687"/>
                </a:lnTo>
                <a:lnTo>
                  <a:pt x="1683" y="2688"/>
                </a:lnTo>
                <a:lnTo>
                  <a:pt x="1682" y="2690"/>
                </a:lnTo>
                <a:lnTo>
                  <a:pt x="1682" y="2691"/>
                </a:lnTo>
                <a:lnTo>
                  <a:pt x="1682" y="2692"/>
                </a:lnTo>
                <a:lnTo>
                  <a:pt x="1681" y="2693"/>
                </a:lnTo>
                <a:lnTo>
                  <a:pt x="1681" y="2694"/>
                </a:lnTo>
                <a:lnTo>
                  <a:pt x="1680" y="2694"/>
                </a:lnTo>
                <a:lnTo>
                  <a:pt x="1680" y="2695"/>
                </a:lnTo>
                <a:lnTo>
                  <a:pt x="1679" y="2695"/>
                </a:lnTo>
                <a:lnTo>
                  <a:pt x="1679" y="2696"/>
                </a:lnTo>
                <a:lnTo>
                  <a:pt x="1679" y="2697"/>
                </a:lnTo>
                <a:lnTo>
                  <a:pt x="1678" y="2697"/>
                </a:lnTo>
                <a:lnTo>
                  <a:pt x="1677" y="2696"/>
                </a:lnTo>
                <a:lnTo>
                  <a:pt x="1677" y="2697"/>
                </a:lnTo>
                <a:lnTo>
                  <a:pt x="1676" y="2697"/>
                </a:lnTo>
                <a:lnTo>
                  <a:pt x="1676" y="2698"/>
                </a:lnTo>
                <a:lnTo>
                  <a:pt x="1674" y="2698"/>
                </a:lnTo>
                <a:lnTo>
                  <a:pt x="1674" y="2697"/>
                </a:lnTo>
                <a:lnTo>
                  <a:pt x="1673" y="2697"/>
                </a:lnTo>
                <a:lnTo>
                  <a:pt x="1672" y="2697"/>
                </a:lnTo>
                <a:lnTo>
                  <a:pt x="1672" y="2698"/>
                </a:lnTo>
                <a:lnTo>
                  <a:pt x="1671" y="2698"/>
                </a:lnTo>
                <a:lnTo>
                  <a:pt x="1671" y="2697"/>
                </a:lnTo>
                <a:lnTo>
                  <a:pt x="1670" y="2697"/>
                </a:lnTo>
                <a:lnTo>
                  <a:pt x="1670" y="2696"/>
                </a:lnTo>
                <a:lnTo>
                  <a:pt x="1669" y="2696"/>
                </a:lnTo>
                <a:lnTo>
                  <a:pt x="1669" y="2695"/>
                </a:lnTo>
                <a:lnTo>
                  <a:pt x="1668" y="2695"/>
                </a:lnTo>
                <a:lnTo>
                  <a:pt x="1668" y="2694"/>
                </a:lnTo>
                <a:lnTo>
                  <a:pt x="1667" y="2693"/>
                </a:lnTo>
                <a:lnTo>
                  <a:pt x="1666" y="2693"/>
                </a:lnTo>
                <a:lnTo>
                  <a:pt x="1666" y="2692"/>
                </a:lnTo>
                <a:lnTo>
                  <a:pt x="1665" y="2692"/>
                </a:lnTo>
                <a:lnTo>
                  <a:pt x="1665" y="2691"/>
                </a:lnTo>
                <a:lnTo>
                  <a:pt x="1665" y="2689"/>
                </a:lnTo>
                <a:lnTo>
                  <a:pt x="1665" y="2688"/>
                </a:lnTo>
                <a:lnTo>
                  <a:pt x="1663" y="2687"/>
                </a:lnTo>
                <a:lnTo>
                  <a:pt x="1662" y="2687"/>
                </a:lnTo>
                <a:lnTo>
                  <a:pt x="1661" y="2686"/>
                </a:lnTo>
                <a:lnTo>
                  <a:pt x="1659" y="2686"/>
                </a:lnTo>
                <a:lnTo>
                  <a:pt x="1657" y="2686"/>
                </a:lnTo>
                <a:lnTo>
                  <a:pt x="1656" y="2685"/>
                </a:lnTo>
                <a:lnTo>
                  <a:pt x="1655" y="2684"/>
                </a:lnTo>
                <a:lnTo>
                  <a:pt x="1652" y="2684"/>
                </a:lnTo>
                <a:lnTo>
                  <a:pt x="1651" y="2683"/>
                </a:lnTo>
                <a:lnTo>
                  <a:pt x="1650" y="2683"/>
                </a:lnTo>
                <a:lnTo>
                  <a:pt x="1648" y="2682"/>
                </a:lnTo>
                <a:lnTo>
                  <a:pt x="1646" y="2681"/>
                </a:lnTo>
                <a:lnTo>
                  <a:pt x="1646" y="2680"/>
                </a:lnTo>
                <a:lnTo>
                  <a:pt x="1645" y="2680"/>
                </a:lnTo>
                <a:lnTo>
                  <a:pt x="1644" y="2679"/>
                </a:lnTo>
                <a:lnTo>
                  <a:pt x="1643" y="2679"/>
                </a:lnTo>
                <a:lnTo>
                  <a:pt x="1642" y="2679"/>
                </a:lnTo>
                <a:lnTo>
                  <a:pt x="1642" y="2678"/>
                </a:lnTo>
                <a:lnTo>
                  <a:pt x="1642" y="2674"/>
                </a:lnTo>
                <a:lnTo>
                  <a:pt x="1642" y="2673"/>
                </a:lnTo>
                <a:lnTo>
                  <a:pt x="1641" y="2671"/>
                </a:lnTo>
                <a:lnTo>
                  <a:pt x="1641" y="2670"/>
                </a:lnTo>
                <a:lnTo>
                  <a:pt x="1640" y="2668"/>
                </a:lnTo>
                <a:lnTo>
                  <a:pt x="1639" y="2668"/>
                </a:lnTo>
                <a:lnTo>
                  <a:pt x="1639" y="2667"/>
                </a:lnTo>
                <a:lnTo>
                  <a:pt x="1638" y="2666"/>
                </a:lnTo>
                <a:lnTo>
                  <a:pt x="1636" y="2664"/>
                </a:lnTo>
                <a:lnTo>
                  <a:pt x="1635" y="2664"/>
                </a:lnTo>
                <a:lnTo>
                  <a:pt x="1634" y="2664"/>
                </a:lnTo>
                <a:lnTo>
                  <a:pt x="1634" y="2663"/>
                </a:lnTo>
                <a:lnTo>
                  <a:pt x="1633" y="2663"/>
                </a:lnTo>
                <a:lnTo>
                  <a:pt x="1632" y="2662"/>
                </a:lnTo>
                <a:lnTo>
                  <a:pt x="1630" y="2661"/>
                </a:lnTo>
                <a:lnTo>
                  <a:pt x="1630" y="2660"/>
                </a:lnTo>
                <a:lnTo>
                  <a:pt x="1631" y="2660"/>
                </a:lnTo>
                <a:lnTo>
                  <a:pt x="1631" y="2659"/>
                </a:lnTo>
                <a:lnTo>
                  <a:pt x="1629" y="2658"/>
                </a:lnTo>
                <a:lnTo>
                  <a:pt x="1628" y="2658"/>
                </a:lnTo>
                <a:lnTo>
                  <a:pt x="1627" y="2659"/>
                </a:lnTo>
                <a:lnTo>
                  <a:pt x="1626" y="2659"/>
                </a:lnTo>
                <a:lnTo>
                  <a:pt x="1624" y="2659"/>
                </a:lnTo>
                <a:lnTo>
                  <a:pt x="1623" y="2659"/>
                </a:lnTo>
                <a:lnTo>
                  <a:pt x="1622" y="2659"/>
                </a:lnTo>
                <a:lnTo>
                  <a:pt x="1621" y="2658"/>
                </a:lnTo>
                <a:lnTo>
                  <a:pt x="1621" y="2659"/>
                </a:lnTo>
                <a:lnTo>
                  <a:pt x="1621" y="2660"/>
                </a:lnTo>
                <a:lnTo>
                  <a:pt x="1620" y="2661"/>
                </a:lnTo>
                <a:lnTo>
                  <a:pt x="1619" y="2661"/>
                </a:lnTo>
                <a:lnTo>
                  <a:pt x="1618" y="2661"/>
                </a:lnTo>
                <a:lnTo>
                  <a:pt x="1617" y="2661"/>
                </a:lnTo>
                <a:lnTo>
                  <a:pt x="1617" y="2662"/>
                </a:lnTo>
                <a:lnTo>
                  <a:pt x="1616" y="2662"/>
                </a:lnTo>
                <a:lnTo>
                  <a:pt x="1612" y="2662"/>
                </a:lnTo>
                <a:lnTo>
                  <a:pt x="1611" y="2662"/>
                </a:lnTo>
                <a:lnTo>
                  <a:pt x="1610" y="2662"/>
                </a:lnTo>
                <a:lnTo>
                  <a:pt x="1610" y="2663"/>
                </a:lnTo>
                <a:lnTo>
                  <a:pt x="1608" y="2663"/>
                </a:lnTo>
                <a:lnTo>
                  <a:pt x="1606" y="2663"/>
                </a:lnTo>
                <a:lnTo>
                  <a:pt x="1605" y="2662"/>
                </a:lnTo>
                <a:lnTo>
                  <a:pt x="1603" y="2662"/>
                </a:lnTo>
                <a:lnTo>
                  <a:pt x="1602" y="2662"/>
                </a:lnTo>
                <a:lnTo>
                  <a:pt x="1600" y="2661"/>
                </a:lnTo>
                <a:lnTo>
                  <a:pt x="1599" y="2661"/>
                </a:lnTo>
                <a:lnTo>
                  <a:pt x="1598" y="2661"/>
                </a:lnTo>
                <a:lnTo>
                  <a:pt x="1597" y="2660"/>
                </a:lnTo>
                <a:lnTo>
                  <a:pt x="1596" y="2660"/>
                </a:lnTo>
                <a:lnTo>
                  <a:pt x="1596" y="2659"/>
                </a:lnTo>
                <a:lnTo>
                  <a:pt x="1595" y="2659"/>
                </a:lnTo>
                <a:lnTo>
                  <a:pt x="1595" y="2660"/>
                </a:lnTo>
                <a:lnTo>
                  <a:pt x="1595" y="2659"/>
                </a:lnTo>
                <a:lnTo>
                  <a:pt x="1594" y="2659"/>
                </a:lnTo>
                <a:lnTo>
                  <a:pt x="1593" y="2658"/>
                </a:lnTo>
                <a:lnTo>
                  <a:pt x="1591" y="2658"/>
                </a:lnTo>
                <a:lnTo>
                  <a:pt x="1590" y="2658"/>
                </a:lnTo>
                <a:lnTo>
                  <a:pt x="1589" y="2659"/>
                </a:lnTo>
                <a:lnTo>
                  <a:pt x="1587" y="2659"/>
                </a:lnTo>
                <a:lnTo>
                  <a:pt x="1586" y="2659"/>
                </a:lnTo>
                <a:lnTo>
                  <a:pt x="1583" y="2659"/>
                </a:lnTo>
                <a:lnTo>
                  <a:pt x="1581" y="2662"/>
                </a:lnTo>
                <a:lnTo>
                  <a:pt x="1580" y="2663"/>
                </a:lnTo>
                <a:lnTo>
                  <a:pt x="1578" y="2664"/>
                </a:lnTo>
                <a:lnTo>
                  <a:pt x="1578" y="2665"/>
                </a:lnTo>
                <a:lnTo>
                  <a:pt x="1577" y="2665"/>
                </a:lnTo>
                <a:lnTo>
                  <a:pt x="1576" y="2665"/>
                </a:lnTo>
                <a:lnTo>
                  <a:pt x="1575" y="2665"/>
                </a:lnTo>
                <a:lnTo>
                  <a:pt x="1574" y="2665"/>
                </a:lnTo>
                <a:lnTo>
                  <a:pt x="1572" y="2666"/>
                </a:lnTo>
                <a:lnTo>
                  <a:pt x="1569" y="2666"/>
                </a:lnTo>
                <a:lnTo>
                  <a:pt x="1568" y="2667"/>
                </a:lnTo>
                <a:lnTo>
                  <a:pt x="1565" y="2667"/>
                </a:lnTo>
                <a:lnTo>
                  <a:pt x="1562" y="2667"/>
                </a:lnTo>
                <a:lnTo>
                  <a:pt x="1559" y="2668"/>
                </a:lnTo>
                <a:lnTo>
                  <a:pt x="1559" y="2669"/>
                </a:lnTo>
                <a:lnTo>
                  <a:pt x="1558" y="2669"/>
                </a:lnTo>
                <a:lnTo>
                  <a:pt x="1557" y="2669"/>
                </a:lnTo>
                <a:lnTo>
                  <a:pt x="1556" y="2669"/>
                </a:lnTo>
                <a:lnTo>
                  <a:pt x="1555" y="2669"/>
                </a:lnTo>
                <a:lnTo>
                  <a:pt x="1555" y="2670"/>
                </a:lnTo>
                <a:lnTo>
                  <a:pt x="1554" y="2670"/>
                </a:lnTo>
                <a:lnTo>
                  <a:pt x="1554" y="2671"/>
                </a:lnTo>
                <a:lnTo>
                  <a:pt x="1551" y="2671"/>
                </a:lnTo>
                <a:lnTo>
                  <a:pt x="1551" y="2672"/>
                </a:lnTo>
                <a:lnTo>
                  <a:pt x="1550" y="2672"/>
                </a:lnTo>
                <a:lnTo>
                  <a:pt x="1548" y="2671"/>
                </a:lnTo>
                <a:lnTo>
                  <a:pt x="1546" y="2672"/>
                </a:lnTo>
                <a:lnTo>
                  <a:pt x="1545" y="2672"/>
                </a:lnTo>
                <a:lnTo>
                  <a:pt x="1545" y="2673"/>
                </a:lnTo>
                <a:lnTo>
                  <a:pt x="1544" y="2673"/>
                </a:lnTo>
                <a:lnTo>
                  <a:pt x="1543" y="2673"/>
                </a:lnTo>
                <a:lnTo>
                  <a:pt x="1542" y="2674"/>
                </a:lnTo>
                <a:lnTo>
                  <a:pt x="1541" y="2675"/>
                </a:lnTo>
                <a:lnTo>
                  <a:pt x="1539" y="2675"/>
                </a:lnTo>
                <a:lnTo>
                  <a:pt x="1537" y="2675"/>
                </a:lnTo>
                <a:lnTo>
                  <a:pt x="1537" y="2676"/>
                </a:lnTo>
                <a:lnTo>
                  <a:pt x="1536" y="2676"/>
                </a:lnTo>
                <a:lnTo>
                  <a:pt x="1535" y="2676"/>
                </a:lnTo>
                <a:lnTo>
                  <a:pt x="1534" y="2676"/>
                </a:lnTo>
                <a:lnTo>
                  <a:pt x="1533" y="2675"/>
                </a:lnTo>
                <a:lnTo>
                  <a:pt x="1532" y="2675"/>
                </a:lnTo>
                <a:lnTo>
                  <a:pt x="1532" y="2674"/>
                </a:lnTo>
                <a:lnTo>
                  <a:pt x="1531" y="2674"/>
                </a:lnTo>
                <a:lnTo>
                  <a:pt x="1530" y="2674"/>
                </a:lnTo>
                <a:lnTo>
                  <a:pt x="1529" y="2674"/>
                </a:lnTo>
                <a:lnTo>
                  <a:pt x="1527" y="2675"/>
                </a:lnTo>
                <a:lnTo>
                  <a:pt x="1525" y="2675"/>
                </a:lnTo>
                <a:lnTo>
                  <a:pt x="1524" y="2675"/>
                </a:lnTo>
                <a:lnTo>
                  <a:pt x="1523" y="2675"/>
                </a:lnTo>
                <a:lnTo>
                  <a:pt x="1521" y="2676"/>
                </a:lnTo>
                <a:lnTo>
                  <a:pt x="1520" y="2676"/>
                </a:lnTo>
                <a:lnTo>
                  <a:pt x="1519" y="2676"/>
                </a:lnTo>
                <a:lnTo>
                  <a:pt x="1517" y="2676"/>
                </a:lnTo>
                <a:lnTo>
                  <a:pt x="1516" y="2676"/>
                </a:lnTo>
                <a:lnTo>
                  <a:pt x="1515" y="2676"/>
                </a:lnTo>
                <a:lnTo>
                  <a:pt x="1515" y="2677"/>
                </a:lnTo>
                <a:lnTo>
                  <a:pt x="1514" y="2677"/>
                </a:lnTo>
                <a:lnTo>
                  <a:pt x="1512" y="2676"/>
                </a:lnTo>
                <a:lnTo>
                  <a:pt x="1511" y="2676"/>
                </a:lnTo>
                <a:lnTo>
                  <a:pt x="1510" y="2676"/>
                </a:lnTo>
                <a:lnTo>
                  <a:pt x="1509" y="2676"/>
                </a:lnTo>
                <a:lnTo>
                  <a:pt x="1508" y="2676"/>
                </a:lnTo>
                <a:lnTo>
                  <a:pt x="1507" y="2676"/>
                </a:lnTo>
                <a:lnTo>
                  <a:pt x="1506" y="2677"/>
                </a:lnTo>
                <a:lnTo>
                  <a:pt x="1505" y="2677"/>
                </a:lnTo>
                <a:lnTo>
                  <a:pt x="1504" y="2677"/>
                </a:lnTo>
                <a:lnTo>
                  <a:pt x="1502" y="2678"/>
                </a:lnTo>
                <a:lnTo>
                  <a:pt x="1501" y="2678"/>
                </a:lnTo>
                <a:lnTo>
                  <a:pt x="1500" y="2679"/>
                </a:lnTo>
                <a:lnTo>
                  <a:pt x="1499" y="2679"/>
                </a:lnTo>
                <a:lnTo>
                  <a:pt x="1498" y="2678"/>
                </a:lnTo>
                <a:lnTo>
                  <a:pt x="1497" y="2678"/>
                </a:lnTo>
                <a:lnTo>
                  <a:pt x="1496" y="2678"/>
                </a:lnTo>
                <a:lnTo>
                  <a:pt x="1494" y="2678"/>
                </a:lnTo>
                <a:lnTo>
                  <a:pt x="1494" y="2679"/>
                </a:lnTo>
                <a:lnTo>
                  <a:pt x="1493" y="2679"/>
                </a:lnTo>
                <a:lnTo>
                  <a:pt x="1491" y="2679"/>
                </a:lnTo>
                <a:lnTo>
                  <a:pt x="1490" y="2679"/>
                </a:lnTo>
                <a:lnTo>
                  <a:pt x="1489" y="2679"/>
                </a:lnTo>
                <a:lnTo>
                  <a:pt x="1488" y="2679"/>
                </a:lnTo>
                <a:lnTo>
                  <a:pt x="1487" y="2679"/>
                </a:lnTo>
                <a:lnTo>
                  <a:pt x="1487" y="2680"/>
                </a:lnTo>
                <a:lnTo>
                  <a:pt x="1487" y="2682"/>
                </a:lnTo>
                <a:lnTo>
                  <a:pt x="1487" y="2683"/>
                </a:lnTo>
                <a:lnTo>
                  <a:pt x="1487" y="2684"/>
                </a:lnTo>
                <a:lnTo>
                  <a:pt x="1488" y="2684"/>
                </a:lnTo>
                <a:lnTo>
                  <a:pt x="1488" y="2685"/>
                </a:lnTo>
                <a:lnTo>
                  <a:pt x="1489" y="2685"/>
                </a:lnTo>
                <a:lnTo>
                  <a:pt x="1490" y="2685"/>
                </a:lnTo>
                <a:lnTo>
                  <a:pt x="1491" y="2685"/>
                </a:lnTo>
                <a:lnTo>
                  <a:pt x="1491" y="2687"/>
                </a:lnTo>
                <a:lnTo>
                  <a:pt x="1490" y="2687"/>
                </a:lnTo>
                <a:lnTo>
                  <a:pt x="1490" y="2688"/>
                </a:lnTo>
                <a:lnTo>
                  <a:pt x="1489" y="2688"/>
                </a:lnTo>
                <a:lnTo>
                  <a:pt x="1488" y="2689"/>
                </a:lnTo>
                <a:lnTo>
                  <a:pt x="1488" y="2690"/>
                </a:lnTo>
                <a:lnTo>
                  <a:pt x="1488" y="2691"/>
                </a:lnTo>
                <a:lnTo>
                  <a:pt x="1487" y="2691"/>
                </a:lnTo>
                <a:lnTo>
                  <a:pt x="1486" y="2693"/>
                </a:lnTo>
                <a:lnTo>
                  <a:pt x="1485" y="2693"/>
                </a:lnTo>
                <a:lnTo>
                  <a:pt x="1485" y="2694"/>
                </a:lnTo>
                <a:lnTo>
                  <a:pt x="1485" y="2695"/>
                </a:lnTo>
                <a:lnTo>
                  <a:pt x="1482" y="2695"/>
                </a:lnTo>
                <a:lnTo>
                  <a:pt x="1481" y="2695"/>
                </a:lnTo>
                <a:lnTo>
                  <a:pt x="1480" y="2695"/>
                </a:lnTo>
                <a:lnTo>
                  <a:pt x="1480" y="2696"/>
                </a:lnTo>
                <a:lnTo>
                  <a:pt x="1479" y="2696"/>
                </a:lnTo>
                <a:lnTo>
                  <a:pt x="1477" y="2697"/>
                </a:lnTo>
                <a:lnTo>
                  <a:pt x="1476" y="2697"/>
                </a:lnTo>
                <a:lnTo>
                  <a:pt x="1475" y="2698"/>
                </a:lnTo>
                <a:lnTo>
                  <a:pt x="1474" y="2698"/>
                </a:lnTo>
                <a:lnTo>
                  <a:pt x="1474" y="2699"/>
                </a:lnTo>
                <a:lnTo>
                  <a:pt x="1473" y="2699"/>
                </a:lnTo>
                <a:lnTo>
                  <a:pt x="1472" y="2699"/>
                </a:lnTo>
                <a:lnTo>
                  <a:pt x="1471" y="2699"/>
                </a:lnTo>
                <a:lnTo>
                  <a:pt x="1470" y="2700"/>
                </a:lnTo>
                <a:lnTo>
                  <a:pt x="1469" y="2700"/>
                </a:lnTo>
                <a:lnTo>
                  <a:pt x="1468" y="2700"/>
                </a:lnTo>
                <a:lnTo>
                  <a:pt x="1466" y="2701"/>
                </a:lnTo>
                <a:lnTo>
                  <a:pt x="1465" y="2702"/>
                </a:lnTo>
                <a:lnTo>
                  <a:pt x="1465" y="2703"/>
                </a:lnTo>
                <a:lnTo>
                  <a:pt x="1464" y="2703"/>
                </a:lnTo>
                <a:lnTo>
                  <a:pt x="1463" y="2703"/>
                </a:lnTo>
                <a:lnTo>
                  <a:pt x="1461" y="2703"/>
                </a:lnTo>
                <a:lnTo>
                  <a:pt x="1460" y="2703"/>
                </a:lnTo>
                <a:lnTo>
                  <a:pt x="1459" y="2703"/>
                </a:lnTo>
                <a:lnTo>
                  <a:pt x="1458" y="2703"/>
                </a:lnTo>
                <a:lnTo>
                  <a:pt x="1456" y="2703"/>
                </a:lnTo>
                <a:lnTo>
                  <a:pt x="1454" y="2703"/>
                </a:lnTo>
                <a:lnTo>
                  <a:pt x="1453" y="2703"/>
                </a:lnTo>
                <a:lnTo>
                  <a:pt x="1450" y="2703"/>
                </a:lnTo>
                <a:lnTo>
                  <a:pt x="1449" y="2703"/>
                </a:lnTo>
                <a:lnTo>
                  <a:pt x="1448" y="2704"/>
                </a:lnTo>
                <a:lnTo>
                  <a:pt x="1447" y="2704"/>
                </a:lnTo>
                <a:lnTo>
                  <a:pt x="1447" y="2703"/>
                </a:lnTo>
                <a:lnTo>
                  <a:pt x="1446" y="2704"/>
                </a:lnTo>
                <a:lnTo>
                  <a:pt x="1445" y="2705"/>
                </a:lnTo>
                <a:lnTo>
                  <a:pt x="1444" y="2705"/>
                </a:lnTo>
                <a:lnTo>
                  <a:pt x="1443" y="2705"/>
                </a:lnTo>
                <a:lnTo>
                  <a:pt x="1441" y="2705"/>
                </a:lnTo>
                <a:lnTo>
                  <a:pt x="1440" y="2706"/>
                </a:lnTo>
                <a:lnTo>
                  <a:pt x="1439" y="2706"/>
                </a:lnTo>
                <a:lnTo>
                  <a:pt x="1438" y="2707"/>
                </a:lnTo>
                <a:lnTo>
                  <a:pt x="1437" y="2708"/>
                </a:lnTo>
                <a:lnTo>
                  <a:pt x="1437" y="2709"/>
                </a:lnTo>
                <a:lnTo>
                  <a:pt x="1436" y="2709"/>
                </a:lnTo>
                <a:lnTo>
                  <a:pt x="1435" y="2709"/>
                </a:lnTo>
                <a:lnTo>
                  <a:pt x="1433" y="2708"/>
                </a:lnTo>
                <a:lnTo>
                  <a:pt x="1431" y="2705"/>
                </a:lnTo>
                <a:lnTo>
                  <a:pt x="1431" y="2704"/>
                </a:lnTo>
                <a:lnTo>
                  <a:pt x="1430" y="2704"/>
                </a:lnTo>
                <a:lnTo>
                  <a:pt x="1429" y="2704"/>
                </a:lnTo>
                <a:lnTo>
                  <a:pt x="1428" y="2704"/>
                </a:lnTo>
                <a:lnTo>
                  <a:pt x="1426" y="2704"/>
                </a:lnTo>
                <a:lnTo>
                  <a:pt x="1425" y="2705"/>
                </a:lnTo>
                <a:lnTo>
                  <a:pt x="1424" y="2706"/>
                </a:lnTo>
                <a:lnTo>
                  <a:pt x="1423" y="2706"/>
                </a:lnTo>
                <a:lnTo>
                  <a:pt x="1423" y="2705"/>
                </a:lnTo>
                <a:lnTo>
                  <a:pt x="1423" y="2704"/>
                </a:lnTo>
                <a:lnTo>
                  <a:pt x="1423" y="2702"/>
                </a:lnTo>
                <a:lnTo>
                  <a:pt x="1423" y="2701"/>
                </a:lnTo>
                <a:lnTo>
                  <a:pt x="1422" y="2701"/>
                </a:lnTo>
                <a:lnTo>
                  <a:pt x="1422" y="2700"/>
                </a:lnTo>
                <a:lnTo>
                  <a:pt x="1422" y="2699"/>
                </a:lnTo>
                <a:lnTo>
                  <a:pt x="1422" y="2698"/>
                </a:lnTo>
                <a:lnTo>
                  <a:pt x="1421" y="2697"/>
                </a:lnTo>
                <a:lnTo>
                  <a:pt x="1421" y="2696"/>
                </a:lnTo>
                <a:lnTo>
                  <a:pt x="1420" y="2695"/>
                </a:lnTo>
                <a:lnTo>
                  <a:pt x="1420" y="2694"/>
                </a:lnTo>
                <a:lnTo>
                  <a:pt x="1419" y="2694"/>
                </a:lnTo>
                <a:lnTo>
                  <a:pt x="1418" y="2693"/>
                </a:lnTo>
                <a:lnTo>
                  <a:pt x="1417" y="2693"/>
                </a:lnTo>
                <a:lnTo>
                  <a:pt x="1417" y="2694"/>
                </a:lnTo>
                <a:lnTo>
                  <a:pt x="1416" y="2694"/>
                </a:lnTo>
                <a:lnTo>
                  <a:pt x="1415" y="2694"/>
                </a:lnTo>
                <a:lnTo>
                  <a:pt x="1415" y="2693"/>
                </a:lnTo>
                <a:lnTo>
                  <a:pt x="1414" y="2693"/>
                </a:lnTo>
                <a:lnTo>
                  <a:pt x="1413" y="2692"/>
                </a:lnTo>
                <a:lnTo>
                  <a:pt x="1412" y="2692"/>
                </a:lnTo>
                <a:lnTo>
                  <a:pt x="1412" y="2691"/>
                </a:lnTo>
                <a:lnTo>
                  <a:pt x="1411" y="2690"/>
                </a:lnTo>
                <a:lnTo>
                  <a:pt x="1410" y="2691"/>
                </a:lnTo>
                <a:lnTo>
                  <a:pt x="1405" y="2691"/>
                </a:lnTo>
                <a:lnTo>
                  <a:pt x="1401" y="2691"/>
                </a:lnTo>
                <a:lnTo>
                  <a:pt x="1400" y="2691"/>
                </a:lnTo>
                <a:lnTo>
                  <a:pt x="1399" y="2691"/>
                </a:lnTo>
                <a:lnTo>
                  <a:pt x="1398" y="2691"/>
                </a:lnTo>
                <a:lnTo>
                  <a:pt x="1398" y="2690"/>
                </a:lnTo>
                <a:lnTo>
                  <a:pt x="1397" y="2690"/>
                </a:lnTo>
                <a:lnTo>
                  <a:pt x="1396" y="2690"/>
                </a:lnTo>
                <a:lnTo>
                  <a:pt x="1394" y="2691"/>
                </a:lnTo>
                <a:lnTo>
                  <a:pt x="1392" y="2693"/>
                </a:lnTo>
                <a:lnTo>
                  <a:pt x="1391" y="2693"/>
                </a:lnTo>
                <a:lnTo>
                  <a:pt x="1391" y="2694"/>
                </a:lnTo>
                <a:lnTo>
                  <a:pt x="1391" y="2695"/>
                </a:lnTo>
                <a:lnTo>
                  <a:pt x="1389" y="2697"/>
                </a:lnTo>
                <a:lnTo>
                  <a:pt x="1388" y="2698"/>
                </a:lnTo>
                <a:lnTo>
                  <a:pt x="1384" y="2698"/>
                </a:lnTo>
                <a:lnTo>
                  <a:pt x="1383" y="2697"/>
                </a:lnTo>
                <a:lnTo>
                  <a:pt x="1382" y="2697"/>
                </a:lnTo>
                <a:lnTo>
                  <a:pt x="1381" y="2697"/>
                </a:lnTo>
                <a:lnTo>
                  <a:pt x="1380" y="2697"/>
                </a:lnTo>
                <a:lnTo>
                  <a:pt x="1379" y="2697"/>
                </a:lnTo>
                <a:lnTo>
                  <a:pt x="1378" y="2697"/>
                </a:lnTo>
                <a:lnTo>
                  <a:pt x="1376" y="2697"/>
                </a:lnTo>
                <a:lnTo>
                  <a:pt x="1375" y="2697"/>
                </a:lnTo>
                <a:lnTo>
                  <a:pt x="1374" y="2697"/>
                </a:lnTo>
                <a:lnTo>
                  <a:pt x="1374" y="2696"/>
                </a:lnTo>
                <a:lnTo>
                  <a:pt x="1374" y="2694"/>
                </a:lnTo>
                <a:lnTo>
                  <a:pt x="1373" y="2694"/>
                </a:lnTo>
                <a:lnTo>
                  <a:pt x="1372" y="2694"/>
                </a:lnTo>
                <a:lnTo>
                  <a:pt x="1371" y="2694"/>
                </a:lnTo>
                <a:lnTo>
                  <a:pt x="1370" y="2694"/>
                </a:lnTo>
                <a:lnTo>
                  <a:pt x="1368" y="2693"/>
                </a:lnTo>
                <a:lnTo>
                  <a:pt x="1366" y="2693"/>
                </a:lnTo>
                <a:lnTo>
                  <a:pt x="1366" y="2692"/>
                </a:lnTo>
                <a:lnTo>
                  <a:pt x="1365" y="2692"/>
                </a:lnTo>
                <a:lnTo>
                  <a:pt x="1364" y="2692"/>
                </a:lnTo>
                <a:lnTo>
                  <a:pt x="1359" y="2691"/>
                </a:lnTo>
                <a:lnTo>
                  <a:pt x="1358" y="2691"/>
                </a:lnTo>
                <a:lnTo>
                  <a:pt x="1357" y="2691"/>
                </a:lnTo>
                <a:lnTo>
                  <a:pt x="1354" y="2692"/>
                </a:lnTo>
                <a:lnTo>
                  <a:pt x="1350" y="2694"/>
                </a:lnTo>
                <a:lnTo>
                  <a:pt x="1349" y="2694"/>
                </a:lnTo>
                <a:lnTo>
                  <a:pt x="1348" y="2694"/>
                </a:lnTo>
                <a:lnTo>
                  <a:pt x="1345" y="2694"/>
                </a:lnTo>
                <a:lnTo>
                  <a:pt x="1344" y="2694"/>
                </a:lnTo>
                <a:lnTo>
                  <a:pt x="1344" y="2693"/>
                </a:lnTo>
                <a:lnTo>
                  <a:pt x="1344" y="2692"/>
                </a:lnTo>
                <a:lnTo>
                  <a:pt x="1339" y="2690"/>
                </a:lnTo>
                <a:lnTo>
                  <a:pt x="1335" y="2690"/>
                </a:lnTo>
                <a:lnTo>
                  <a:pt x="1334" y="2690"/>
                </a:lnTo>
                <a:lnTo>
                  <a:pt x="1333" y="2690"/>
                </a:lnTo>
                <a:lnTo>
                  <a:pt x="1332" y="2690"/>
                </a:lnTo>
                <a:lnTo>
                  <a:pt x="1332" y="2689"/>
                </a:lnTo>
                <a:lnTo>
                  <a:pt x="1332" y="2688"/>
                </a:lnTo>
                <a:lnTo>
                  <a:pt x="1333" y="2688"/>
                </a:lnTo>
                <a:lnTo>
                  <a:pt x="1334" y="2687"/>
                </a:lnTo>
                <a:lnTo>
                  <a:pt x="1334" y="2686"/>
                </a:lnTo>
                <a:lnTo>
                  <a:pt x="1332" y="2685"/>
                </a:lnTo>
                <a:lnTo>
                  <a:pt x="1331" y="2685"/>
                </a:lnTo>
                <a:lnTo>
                  <a:pt x="1330" y="2685"/>
                </a:lnTo>
                <a:lnTo>
                  <a:pt x="1328" y="2685"/>
                </a:lnTo>
                <a:lnTo>
                  <a:pt x="1327" y="2685"/>
                </a:lnTo>
                <a:lnTo>
                  <a:pt x="1326" y="2685"/>
                </a:lnTo>
                <a:lnTo>
                  <a:pt x="1325" y="2685"/>
                </a:lnTo>
                <a:lnTo>
                  <a:pt x="1325" y="2684"/>
                </a:lnTo>
                <a:lnTo>
                  <a:pt x="1325" y="2683"/>
                </a:lnTo>
                <a:lnTo>
                  <a:pt x="1325" y="2682"/>
                </a:lnTo>
                <a:lnTo>
                  <a:pt x="1324" y="2682"/>
                </a:lnTo>
                <a:lnTo>
                  <a:pt x="1323" y="2682"/>
                </a:lnTo>
                <a:lnTo>
                  <a:pt x="1322" y="2682"/>
                </a:lnTo>
                <a:lnTo>
                  <a:pt x="1321" y="2681"/>
                </a:lnTo>
                <a:lnTo>
                  <a:pt x="1321" y="2680"/>
                </a:lnTo>
                <a:lnTo>
                  <a:pt x="1320" y="2679"/>
                </a:lnTo>
                <a:lnTo>
                  <a:pt x="1318" y="2679"/>
                </a:lnTo>
                <a:lnTo>
                  <a:pt x="1318" y="2678"/>
                </a:lnTo>
                <a:lnTo>
                  <a:pt x="1318" y="2679"/>
                </a:lnTo>
                <a:lnTo>
                  <a:pt x="1316" y="2679"/>
                </a:lnTo>
                <a:lnTo>
                  <a:pt x="1316" y="2678"/>
                </a:lnTo>
                <a:lnTo>
                  <a:pt x="1315" y="2678"/>
                </a:lnTo>
                <a:lnTo>
                  <a:pt x="1311" y="2678"/>
                </a:lnTo>
                <a:lnTo>
                  <a:pt x="1308" y="2678"/>
                </a:lnTo>
                <a:lnTo>
                  <a:pt x="1306" y="2677"/>
                </a:lnTo>
                <a:lnTo>
                  <a:pt x="1306" y="2676"/>
                </a:lnTo>
                <a:lnTo>
                  <a:pt x="1306" y="2675"/>
                </a:lnTo>
                <a:lnTo>
                  <a:pt x="1307" y="2674"/>
                </a:lnTo>
                <a:lnTo>
                  <a:pt x="1307" y="2673"/>
                </a:lnTo>
                <a:lnTo>
                  <a:pt x="1305" y="2672"/>
                </a:lnTo>
                <a:lnTo>
                  <a:pt x="1304" y="2672"/>
                </a:lnTo>
                <a:lnTo>
                  <a:pt x="1302" y="2672"/>
                </a:lnTo>
                <a:lnTo>
                  <a:pt x="1301" y="2672"/>
                </a:lnTo>
                <a:lnTo>
                  <a:pt x="1300" y="2672"/>
                </a:lnTo>
                <a:lnTo>
                  <a:pt x="1299" y="2672"/>
                </a:lnTo>
                <a:lnTo>
                  <a:pt x="1297" y="2671"/>
                </a:lnTo>
                <a:lnTo>
                  <a:pt x="1296" y="2670"/>
                </a:lnTo>
                <a:lnTo>
                  <a:pt x="1295" y="2670"/>
                </a:lnTo>
                <a:lnTo>
                  <a:pt x="1295" y="2669"/>
                </a:lnTo>
                <a:lnTo>
                  <a:pt x="1294" y="2668"/>
                </a:lnTo>
                <a:lnTo>
                  <a:pt x="1293" y="2668"/>
                </a:lnTo>
                <a:lnTo>
                  <a:pt x="1293" y="2667"/>
                </a:lnTo>
                <a:lnTo>
                  <a:pt x="1292" y="2667"/>
                </a:lnTo>
                <a:lnTo>
                  <a:pt x="1291" y="2667"/>
                </a:lnTo>
                <a:lnTo>
                  <a:pt x="1291" y="2666"/>
                </a:lnTo>
                <a:lnTo>
                  <a:pt x="1290" y="2664"/>
                </a:lnTo>
                <a:lnTo>
                  <a:pt x="1289" y="2663"/>
                </a:lnTo>
                <a:lnTo>
                  <a:pt x="1288" y="2663"/>
                </a:lnTo>
                <a:lnTo>
                  <a:pt x="1287" y="2664"/>
                </a:lnTo>
                <a:lnTo>
                  <a:pt x="1287" y="2665"/>
                </a:lnTo>
                <a:lnTo>
                  <a:pt x="1286" y="2666"/>
                </a:lnTo>
                <a:lnTo>
                  <a:pt x="1283" y="2667"/>
                </a:lnTo>
                <a:lnTo>
                  <a:pt x="1282" y="2667"/>
                </a:lnTo>
                <a:lnTo>
                  <a:pt x="1281" y="2667"/>
                </a:lnTo>
                <a:lnTo>
                  <a:pt x="1277" y="2668"/>
                </a:lnTo>
                <a:lnTo>
                  <a:pt x="1276" y="2667"/>
                </a:lnTo>
                <a:lnTo>
                  <a:pt x="1274" y="2666"/>
                </a:lnTo>
                <a:lnTo>
                  <a:pt x="1273" y="2665"/>
                </a:lnTo>
                <a:lnTo>
                  <a:pt x="1272" y="2665"/>
                </a:lnTo>
                <a:lnTo>
                  <a:pt x="1270" y="2664"/>
                </a:lnTo>
                <a:lnTo>
                  <a:pt x="1268" y="2664"/>
                </a:lnTo>
                <a:lnTo>
                  <a:pt x="1266" y="2662"/>
                </a:lnTo>
                <a:lnTo>
                  <a:pt x="1266" y="2661"/>
                </a:lnTo>
                <a:lnTo>
                  <a:pt x="1266" y="2660"/>
                </a:lnTo>
                <a:lnTo>
                  <a:pt x="1266" y="2659"/>
                </a:lnTo>
                <a:lnTo>
                  <a:pt x="1265" y="2658"/>
                </a:lnTo>
                <a:lnTo>
                  <a:pt x="1264" y="2657"/>
                </a:lnTo>
                <a:lnTo>
                  <a:pt x="1263" y="2656"/>
                </a:lnTo>
                <a:lnTo>
                  <a:pt x="1263" y="2655"/>
                </a:lnTo>
                <a:lnTo>
                  <a:pt x="1264" y="2655"/>
                </a:lnTo>
                <a:lnTo>
                  <a:pt x="1264" y="2654"/>
                </a:lnTo>
                <a:lnTo>
                  <a:pt x="1264" y="2652"/>
                </a:lnTo>
                <a:lnTo>
                  <a:pt x="1263" y="2650"/>
                </a:lnTo>
                <a:lnTo>
                  <a:pt x="1261" y="2646"/>
                </a:lnTo>
                <a:lnTo>
                  <a:pt x="1260" y="2645"/>
                </a:lnTo>
                <a:lnTo>
                  <a:pt x="1258" y="2644"/>
                </a:lnTo>
                <a:lnTo>
                  <a:pt x="1256" y="2644"/>
                </a:lnTo>
                <a:lnTo>
                  <a:pt x="1255" y="2644"/>
                </a:lnTo>
                <a:lnTo>
                  <a:pt x="1254" y="2644"/>
                </a:lnTo>
                <a:lnTo>
                  <a:pt x="1253" y="2643"/>
                </a:lnTo>
                <a:lnTo>
                  <a:pt x="1253" y="2641"/>
                </a:lnTo>
                <a:lnTo>
                  <a:pt x="1253" y="2639"/>
                </a:lnTo>
                <a:lnTo>
                  <a:pt x="1251" y="2638"/>
                </a:lnTo>
                <a:lnTo>
                  <a:pt x="1252" y="2636"/>
                </a:lnTo>
                <a:lnTo>
                  <a:pt x="1252" y="2634"/>
                </a:lnTo>
                <a:lnTo>
                  <a:pt x="1252" y="2633"/>
                </a:lnTo>
                <a:lnTo>
                  <a:pt x="1251" y="2631"/>
                </a:lnTo>
                <a:lnTo>
                  <a:pt x="1251" y="2630"/>
                </a:lnTo>
                <a:lnTo>
                  <a:pt x="1252" y="2629"/>
                </a:lnTo>
                <a:lnTo>
                  <a:pt x="1253" y="2629"/>
                </a:lnTo>
                <a:lnTo>
                  <a:pt x="1253" y="2628"/>
                </a:lnTo>
                <a:lnTo>
                  <a:pt x="1254" y="2628"/>
                </a:lnTo>
                <a:lnTo>
                  <a:pt x="1254" y="2627"/>
                </a:lnTo>
                <a:lnTo>
                  <a:pt x="1254" y="2624"/>
                </a:lnTo>
                <a:lnTo>
                  <a:pt x="1254" y="2623"/>
                </a:lnTo>
                <a:lnTo>
                  <a:pt x="1255" y="2623"/>
                </a:lnTo>
                <a:lnTo>
                  <a:pt x="1255" y="2622"/>
                </a:lnTo>
                <a:lnTo>
                  <a:pt x="1255" y="2621"/>
                </a:lnTo>
                <a:lnTo>
                  <a:pt x="1255" y="2620"/>
                </a:lnTo>
                <a:lnTo>
                  <a:pt x="1254" y="2620"/>
                </a:lnTo>
                <a:lnTo>
                  <a:pt x="1255" y="2620"/>
                </a:lnTo>
                <a:lnTo>
                  <a:pt x="1255" y="2619"/>
                </a:lnTo>
                <a:lnTo>
                  <a:pt x="1256" y="2617"/>
                </a:lnTo>
                <a:lnTo>
                  <a:pt x="1256" y="2616"/>
                </a:lnTo>
                <a:lnTo>
                  <a:pt x="1255" y="2614"/>
                </a:lnTo>
                <a:lnTo>
                  <a:pt x="1254" y="2613"/>
                </a:lnTo>
                <a:lnTo>
                  <a:pt x="1253" y="2613"/>
                </a:lnTo>
                <a:lnTo>
                  <a:pt x="1253" y="2612"/>
                </a:lnTo>
                <a:lnTo>
                  <a:pt x="1253" y="2611"/>
                </a:lnTo>
                <a:lnTo>
                  <a:pt x="1253" y="2610"/>
                </a:lnTo>
                <a:lnTo>
                  <a:pt x="1253" y="2609"/>
                </a:lnTo>
                <a:lnTo>
                  <a:pt x="1254" y="2608"/>
                </a:lnTo>
                <a:lnTo>
                  <a:pt x="1254" y="2607"/>
                </a:lnTo>
                <a:lnTo>
                  <a:pt x="1255" y="2606"/>
                </a:lnTo>
                <a:lnTo>
                  <a:pt x="1256" y="2605"/>
                </a:lnTo>
                <a:lnTo>
                  <a:pt x="1256" y="2603"/>
                </a:lnTo>
                <a:lnTo>
                  <a:pt x="1254" y="2601"/>
                </a:lnTo>
                <a:lnTo>
                  <a:pt x="1252" y="2601"/>
                </a:lnTo>
                <a:lnTo>
                  <a:pt x="1246" y="2599"/>
                </a:lnTo>
                <a:lnTo>
                  <a:pt x="1243" y="2600"/>
                </a:lnTo>
                <a:lnTo>
                  <a:pt x="1242" y="2598"/>
                </a:lnTo>
                <a:lnTo>
                  <a:pt x="1243" y="2597"/>
                </a:lnTo>
                <a:lnTo>
                  <a:pt x="1243" y="2596"/>
                </a:lnTo>
                <a:lnTo>
                  <a:pt x="1242" y="2596"/>
                </a:lnTo>
                <a:lnTo>
                  <a:pt x="1240" y="2596"/>
                </a:lnTo>
                <a:lnTo>
                  <a:pt x="1239" y="2596"/>
                </a:lnTo>
                <a:lnTo>
                  <a:pt x="1238" y="2596"/>
                </a:lnTo>
                <a:lnTo>
                  <a:pt x="1237" y="2597"/>
                </a:lnTo>
                <a:lnTo>
                  <a:pt x="1236" y="2597"/>
                </a:lnTo>
                <a:lnTo>
                  <a:pt x="1235" y="2597"/>
                </a:lnTo>
                <a:lnTo>
                  <a:pt x="1231" y="2595"/>
                </a:lnTo>
                <a:lnTo>
                  <a:pt x="1230" y="2593"/>
                </a:lnTo>
                <a:lnTo>
                  <a:pt x="1229" y="2593"/>
                </a:lnTo>
                <a:lnTo>
                  <a:pt x="1229" y="2594"/>
                </a:lnTo>
                <a:lnTo>
                  <a:pt x="1228" y="2594"/>
                </a:lnTo>
                <a:lnTo>
                  <a:pt x="1226" y="2597"/>
                </a:lnTo>
                <a:lnTo>
                  <a:pt x="1226" y="2598"/>
                </a:lnTo>
                <a:lnTo>
                  <a:pt x="1225" y="2599"/>
                </a:lnTo>
                <a:lnTo>
                  <a:pt x="1223" y="2599"/>
                </a:lnTo>
                <a:lnTo>
                  <a:pt x="1222" y="2599"/>
                </a:lnTo>
                <a:lnTo>
                  <a:pt x="1221" y="2599"/>
                </a:lnTo>
                <a:lnTo>
                  <a:pt x="1221" y="2600"/>
                </a:lnTo>
                <a:lnTo>
                  <a:pt x="1219" y="2600"/>
                </a:lnTo>
                <a:lnTo>
                  <a:pt x="1218" y="2601"/>
                </a:lnTo>
                <a:lnTo>
                  <a:pt x="1218" y="2602"/>
                </a:lnTo>
                <a:lnTo>
                  <a:pt x="1217" y="2602"/>
                </a:lnTo>
                <a:lnTo>
                  <a:pt x="1216" y="2601"/>
                </a:lnTo>
                <a:lnTo>
                  <a:pt x="1214" y="2598"/>
                </a:lnTo>
                <a:lnTo>
                  <a:pt x="1213" y="2596"/>
                </a:lnTo>
                <a:lnTo>
                  <a:pt x="1213" y="2595"/>
                </a:lnTo>
                <a:lnTo>
                  <a:pt x="1212" y="2595"/>
                </a:lnTo>
                <a:lnTo>
                  <a:pt x="1211" y="2594"/>
                </a:lnTo>
                <a:lnTo>
                  <a:pt x="1211" y="2593"/>
                </a:lnTo>
                <a:lnTo>
                  <a:pt x="1210" y="2593"/>
                </a:lnTo>
                <a:lnTo>
                  <a:pt x="1209" y="2593"/>
                </a:lnTo>
                <a:lnTo>
                  <a:pt x="1207" y="2593"/>
                </a:lnTo>
                <a:lnTo>
                  <a:pt x="1207" y="2589"/>
                </a:lnTo>
                <a:lnTo>
                  <a:pt x="1206" y="2589"/>
                </a:lnTo>
                <a:lnTo>
                  <a:pt x="1206" y="2588"/>
                </a:lnTo>
                <a:lnTo>
                  <a:pt x="1205" y="2588"/>
                </a:lnTo>
                <a:lnTo>
                  <a:pt x="1205" y="2589"/>
                </a:lnTo>
                <a:lnTo>
                  <a:pt x="1204" y="2589"/>
                </a:lnTo>
                <a:lnTo>
                  <a:pt x="1204" y="2588"/>
                </a:lnTo>
                <a:lnTo>
                  <a:pt x="1203" y="2588"/>
                </a:lnTo>
                <a:lnTo>
                  <a:pt x="1203" y="2587"/>
                </a:lnTo>
                <a:lnTo>
                  <a:pt x="1201" y="2585"/>
                </a:lnTo>
                <a:lnTo>
                  <a:pt x="1200" y="2585"/>
                </a:lnTo>
                <a:lnTo>
                  <a:pt x="1199" y="2585"/>
                </a:lnTo>
                <a:lnTo>
                  <a:pt x="1198" y="2585"/>
                </a:lnTo>
                <a:lnTo>
                  <a:pt x="1197" y="2585"/>
                </a:lnTo>
                <a:lnTo>
                  <a:pt x="1195" y="2584"/>
                </a:lnTo>
                <a:lnTo>
                  <a:pt x="1194" y="2583"/>
                </a:lnTo>
                <a:lnTo>
                  <a:pt x="1193" y="2582"/>
                </a:lnTo>
                <a:lnTo>
                  <a:pt x="1191" y="2581"/>
                </a:lnTo>
                <a:lnTo>
                  <a:pt x="1190" y="2581"/>
                </a:lnTo>
                <a:lnTo>
                  <a:pt x="1189" y="2581"/>
                </a:lnTo>
                <a:lnTo>
                  <a:pt x="1188" y="2582"/>
                </a:lnTo>
                <a:lnTo>
                  <a:pt x="1186" y="2582"/>
                </a:lnTo>
                <a:lnTo>
                  <a:pt x="1185" y="2581"/>
                </a:lnTo>
                <a:lnTo>
                  <a:pt x="1184" y="2581"/>
                </a:lnTo>
                <a:lnTo>
                  <a:pt x="1184" y="2580"/>
                </a:lnTo>
                <a:lnTo>
                  <a:pt x="1183" y="2579"/>
                </a:lnTo>
                <a:lnTo>
                  <a:pt x="1181" y="2577"/>
                </a:lnTo>
                <a:lnTo>
                  <a:pt x="1178" y="2576"/>
                </a:lnTo>
                <a:lnTo>
                  <a:pt x="1176" y="2576"/>
                </a:lnTo>
                <a:lnTo>
                  <a:pt x="1172" y="2576"/>
                </a:lnTo>
                <a:lnTo>
                  <a:pt x="1170" y="2575"/>
                </a:lnTo>
                <a:lnTo>
                  <a:pt x="1169" y="2576"/>
                </a:lnTo>
                <a:lnTo>
                  <a:pt x="1168" y="2578"/>
                </a:lnTo>
                <a:lnTo>
                  <a:pt x="1167" y="2580"/>
                </a:lnTo>
                <a:lnTo>
                  <a:pt x="1167" y="2581"/>
                </a:lnTo>
                <a:lnTo>
                  <a:pt x="1167" y="2582"/>
                </a:lnTo>
                <a:lnTo>
                  <a:pt x="1166" y="2584"/>
                </a:lnTo>
                <a:lnTo>
                  <a:pt x="1166" y="2585"/>
                </a:lnTo>
                <a:lnTo>
                  <a:pt x="1165" y="2585"/>
                </a:lnTo>
                <a:lnTo>
                  <a:pt x="1164" y="2586"/>
                </a:lnTo>
                <a:lnTo>
                  <a:pt x="1160" y="2586"/>
                </a:lnTo>
                <a:lnTo>
                  <a:pt x="1159" y="2585"/>
                </a:lnTo>
                <a:lnTo>
                  <a:pt x="1157" y="2584"/>
                </a:lnTo>
                <a:lnTo>
                  <a:pt x="1155" y="2584"/>
                </a:lnTo>
                <a:lnTo>
                  <a:pt x="1154" y="2586"/>
                </a:lnTo>
                <a:lnTo>
                  <a:pt x="1154" y="2587"/>
                </a:lnTo>
                <a:lnTo>
                  <a:pt x="1155" y="2587"/>
                </a:lnTo>
                <a:lnTo>
                  <a:pt x="1155" y="2588"/>
                </a:lnTo>
                <a:lnTo>
                  <a:pt x="1155" y="2589"/>
                </a:lnTo>
                <a:lnTo>
                  <a:pt x="1156" y="2593"/>
                </a:lnTo>
                <a:lnTo>
                  <a:pt x="1155" y="2593"/>
                </a:lnTo>
                <a:lnTo>
                  <a:pt x="1153" y="2595"/>
                </a:lnTo>
                <a:lnTo>
                  <a:pt x="1152" y="2596"/>
                </a:lnTo>
                <a:lnTo>
                  <a:pt x="1151" y="2596"/>
                </a:lnTo>
                <a:lnTo>
                  <a:pt x="1151" y="2598"/>
                </a:lnTo>
                <a:lnTo>
                  <a:pt x="1150" y="2599"/>
                </a:lnTo>
                <a:lnTo>
                  <a:pt x="1151" y="2600"/>
                </a:lnTo>
                <a:lnTo>
                  <a:pt x="1149" y="2602"/>
                </a:lnTo>
                <a:lnTo>
                  <a:pt x="1148" y="2603"/>
                </a:lnTo>
                <a:lnTo>
                  <a:pt x="1147" y="2605"/>
                </a:lnTo>
                <a:lnTo>
                  <a:pt x="1146" y="2605"/>
                </a:lnTo>
                <a:lnTo>
                  <a:pt x="1145" y="2605"/>
                </a:lnTo>
                <a:lnTo>
                  <a:pt x="1142" y="2605"/>
                </a:lnTo>
                <a:lnTo>
                  <a:pt x="1141" y="2605"/>
                </a:lnTo>
                <a:lnTo>
                  <a:pt x="1141" y="2604"/>
                </a:lnTo>
                <a:lnTo>
                  <a:pt x="1140" y="2603"/>
                </a:lnTo>
                <a:lnTo>
                  <a:pt x="1140" y="2602"/>
                </a:lnTo>
                <a:lnTo>
                  <a:pt x="1138" y="2603"/>
                </a:lnTo>
                <a:lnTo>
                  <a:pt x="1137" y="2604"/>
                </a:lnTo>
                <a:lnTo>
                  <a:pt x="1136" y="2606"/>
                </a:lnTo>
                <a:lnTo>
                  <a:pt x="1134" y="2607"/>
                </a:lnTo>
                <a:lnTo>
                  <a:pt x="1133" y="2607"/>
                </a:lnTo>
                <a:lnTo>
                  <a:pt x="1130" y="2607"/>
                </a:lnTo>
                <a:lnTo>
                  <a:pt x="1129" y="2606"/>
                </a:lnTo>
                <a:lnTo>
                  <a:pt x="1128" y="2606"/>
                </a:lnTo>
                <a:lnTo>
                  <a:pt x="1126" y="2606"/>
                </a:lnTo>
                <a:lnTo>
                  <a:pt x="1125" y="2606"/>
                </a:lnTo>
                <a:lnTo>
                  <a:pt x="1125" y="2607"/>
                </a:lnTo>
                <a:lnTo>
                  <a:pt x="1124" y="2607"/>
                </a:lnTo>
                <a:lnTo>
                  <a:pt x="1123" y="2611"/>
                </a:lnTo>
                <a:lnTo>
                  <a:pt x="1122" y="2612"/>
                </a:lnTo>
                <a:lnTo>
                  <a:pt x="1121" y="2612"/>
                </a:lnTo>
                <a:lnTo>
                  <a:pt x="1120" y="2611"/>
                </a:lnTo>
                <a:lnTo>
                  <a:pt x="1120" y="2610"/>
                </a:lnTo>
                <a:lnTo>
                  <a:pt x="1120" y="2609"/>
                </a:lnTo>
                <a:lnTo>
                  <a:pt x="1118" y="2609"/>
                </a:lnTo>
                <a:lnTo>
                  <a:pt x="1118" y="2610"/>
                </a:lnTo>
                <a:lnTo>
                  <a:pt x="1117" y="2610"/>
                </a:lnTo>
                <a:lnTo>
                  <a:pt x="1116" y="2611"/>
                </a:lnTo>
                <a:lnTo>
                  <a:pt x="1114" y="2611"/>
                </a:lnTo>
                <a:lnTo>
                  <a:pt x="1110" y="2612"/>
                </a:lnTo>
                <a:lnTo>
                  <a:pt x="1108" y="2612"/>
                </a:lnTo>
                <a:lnTo>
                  <a:pt x="1107" y="2613"/>
                </a:lnTo>
                <a:lnTo>
                  <a:pt x="1106" y="2613"/>
                </a:lnTo>
                <a:lnTo>
                  <a:pt x="1105" y="2615"/>
                </a:lnTo>
                <a:lnTo>
                  <a:pt x="1104" y="2615"/>
                </a:lnTo>
                <a:lnTo>
                  <a:pt x="1103" y="2615"/>
                </a:lnTo>
                <a:lnTo>
                  <a:pt x="1100" y="2614"/>
                </a:lnTo>
                <a:lnTo>
                  <a:pt x="1099" y="2614"/>
                </a:lnTo>
                <a:lnTo>
                  <a:pt x="1099" y="2613"/>
                </a:lnTo>
                <a:lnTo>
                  <a:pt x="1098" y="2613"/>
                </a:lnTo>
                <a:lnTo>
                  <a:pt x="1097" y="2613"/>
                </a:lnTo>
                <a:lnTo>
                  <a:pt x="1096" y="2614"/>
                </a:lnTo>
                <a:lnTo>
                  <a:pt x="1095" y="2617"/>
                </a:lnTo>
                <a:lnTo>
                  <a:pt x="1095" y="2618"/>
                </a:lnTo>
                <a:lnTo>
                  <a:pt x="1095" y="2620"/>
                </a:lnTo>
                <a:lnTo>
                  <a:pt x="1095" y="2622"/>
                </a:lnTo>
                <a:lnTo>
                  <a:pt x="1095" y="2623"/>
                </a:lnTo>
                <a:lnTo>
                  <a:pt x="1096" y="2627"/>
                </a:lnTo>
                <a:lnTo>
                  <a:pt x="1096" y="2632"/>
                </a:lnTo>
                <a:lnTo>
                  <a:pt x="1095" y="2635"/>
                </a:lnTo>
                <a:lnTo>
                  <a:pt x="1093" y="2637"/>
                </a:lnTo>
                <a:lnTo>
                  <a:pt x="1093" y="2638"/>
                </a:lnTo>
                <a:lnTo>
                  <a:pt x="1092" y="2639"/>
                </a:lnTo>
                <a:lnTo>
                  <a:pt x="1088" y="2639"/>
                </a:lnTo>
                <a:lnTo>
                  <a:pt x="1088" y="2640"/>
                </a:lnTo>
                <a:lnTo>
                  <a:pt x="1087" y="2641"/>
                </a:lnTo>
                <a:lnTo>
                  <a:pt x="1086" y="2641"/>
                </a:lnTo>
                <a:lnTo>
                  <a:pt x="1083" y="2641"/>
                </a:lnTo>
                <a:lnTo>
                  <a:pt x="1082" y="2641"/>
                </a:lnTo>
                <a:lnTo>
                  <a:pt x="1081" y="2639"/>
                </a:lnTo>
                <a:lnTo>
                  <a:pt x="1080" y="2639"/>
                </a:lnTo>
                <a:lnTo>
                  <a:pt x="1078" y="2639"/>
                </a:lnTo>
                <a:lnTo>
                  <a:pt x="1075" y="2641"/>
                </a:lnTo>
                <a:lnTo>
                  <a:pt x="1075" y="2642"/>
                </a:lnTo>
                <a:lnTo>
                  <a:pt x="1074" y="2643"/>
                </a:lnTo>
                <a:lnTo>
                  <a:pt x="1074" y="2644"/>
                </a:lnTo>
                <a:lnTo>
                  <a:pt x="1073" y="2645"/>
                </a:lnTo>
                <a:lnTo>
                  <a:pt x="1072" y="2646"/>
                </a:lnTo>
                <a:lnTo>
                  <a:pt x="1071" y="2646"/>
                </a:lnTo>
                <a:lnTo>
                  <a:pt x="1071" y="2645"/>
                </a:lnTo>
                <a:lnTo>
                  <a:pt x="1070" y="2645"/>
                </a:lnTo>
                <a:lnTo>
                  <a:pt x="1069" y="2645"/>
                </a:lnTo>
                <a:lnTo>
                  <a:pt x="1068" y="2644"/>
                </a:lnTo>
                <a:lnTo>
                  <a:pt x="1067" y="2644"/>
                </a:lnTo>
                <a:lnTo>
                  <a:pt x="1062" y="2645"/>
                </a:lnTo>
                <a:lnTo>
                  <a:pt x="1061" y="2645"/>
                </a:lnTo>
                <a:lnTo>
                  <a:pt x="1060" y="2645"/>
                </a:lnTo>
                <a:lnTo>
                  <a:pt x="1056" y="2643"/>
                </a:lnTo>
                <a:lnTo>
                  <a:pt x="1054" y="2643"/>
                </a:lnTo>
                <a:lnTo>
                  <a:pt x="1053" y="2642"/>
                </a:lnTo>
                <a:lnTo>
                  <a:pt x="1052" y="2641"/>
                </a:lnTo>
                <a:lnTo>
                  <a:pt x="1052" y="2640"/>
                </a:lnTo>
                <a:lnTo>
                  <a:pt x="1051" y="2640"/>
                </a:lnTo>
                <a:lnTo>
                  <a:pt x="1049" y="2640"/>
                </a:lnTo>
                <a:lnTo>
                  <a:pt x="1046" y="2641"/>
                </a:lnTo>
                <a:lnTo>
                  <a:pt x="1045" y="2641"/>
                </a:lnTo>
                <a:lnTo>
                  <a:pt x="1045" y="2640"/>
                </a:lnTo>
                <a:lnTo>
                  <a:pt x="1044" y="2640"/>
                </a:lnTo>
                <a:lnTo>
                  <a:pt x="1043" y="2640"/>
                </a:lnTo>
                <a:lnTo>
                  <a:pt x="1042" y="2640"/>
                </a:lnTo>
                <a:lnTo>
                  <a:pt x="1042" y="2641"/>
                </a:lnTo>
                <a:lnTo>
                  <a:pt x="1041" y="2641"/>
                </a:lnTo>
                <a:lnTo>
                  <a:pt x="1040" y="2640"/>
                </a:lnTo>
                <a:lnTo>
                  <a:pt x="1039" y="2640"/>
                </a:lnTo>
                <a:lnTo>
                  <a:pt x="1038" y="2640"/>
                </a:lnTo>
                <a:lnTo>
                  <a:pt x="1038" y="2641"/>
                </a:lnTo>
                <a:lnTo>
                  <a:pt x="1036" y="2641"/>
                </a:lnTo>
                <a:lnTo>
                  <a:pt x="1035" y="2642"/>
                </a:lnTo>
                <a:lnTo>
                  <a:pt x="1034" y="2643"/>
                </a:lnTo>
                <a:lnTo>
                  <a:pt x="1033" y="2643"/>
                </a:lnTo>
                <a:lnTo>
                  <a:pt x="1031" y="2644"/>
                </a:lnTo>
                <a:lnTo>
                  <a:pt x="1026" y="2643"/>
                </a:lnTo>
                <a:lnTo>
                  <a:pt x="1025" y="2643"/>
                </a:lnTo>
                <a:lnTo>
                  <a:pt x="1022" y="2642"/>
                </a:lnTo>
                <a:lnTo>
                  <a:pt x="1021" y="2642"/>
                </a:lnTo>
                <a:lnTo>
                  <a:pt x="1021" y="2641"/>
                </a:lnTo>
                <a:lnTo>
                  <a:pt x="1020" y="2641"/>
                </a:lnTo>
                <a:lnTo>
                  <a:pt x="1018" y="2641"/>
                </a:lnTo>
                <a:lnTo>
                  <a:pt x="1016" y="2640"/>
                </a:lnTo>
                <a:lnTo>
                  <a:pt x="1014" y="2640"/>
                </a:lnTo>
                <a:lnTo>
                  <a:pt x="1013" y="2639"/>
                </a:lnTo>
                <a:lnTo>
                  <a:pt x="1011" y="2639"/>
                </a:lnTo>
                <a:lnTo>
                  <a:pt x="1010" y="2638"/>
                </a:lnTo>
                <a:lnTo>
                  <a:pt x="1008" y="2637"/>
                </a:lnTo>
                <a:lnTo>
                  <a:pt x="1005" y="2637"/>
                </a:lnTo>
                <a:lnTo>
                  <a:pt x="1004" y="2638"/>
                </a:lnTo>
                <a:lnTo>
                  <a:pt x="1004" y="2637"/>
                </a:lnTo>
                <a:lnTo>
                  <a:pt x="1003" y="2637"/>
                </a:lnTo>
                <a:lnTo>
                  <a:pt x="1003" y="2636"/>
                </a:lnTo>
                <a:lnTo>
                  <a:pt x="1003" y="2635"/>
                </a:lnTo>
                <a:lnTo>
                  <a:pt x="1002" y="2634"/>
                </a:lnTo>
                <a:lnTo>
                  <a:pt x="1002" y="2633"/>
                </a:lnTo>
                <a:lnTo>
                  <a:pt x="1002" y="2632"/>
                </a:lnTo>
                <a:lnTo>
                  <a:pt x="1003" y="2632"/>
                </a:lnTo>
                <a:lnTo>
                  <a:pt x="1003" y="2631"/>
                </a:lnTo>
                <a:lnTo>
                  <a:pt x="1004" y="2630"/>
                </a:lnTo>
                <a:lnTo>
                  <a:pt x="1004" y="2628"/>
                </a:lnTo>
                <a:lnTo>
                  <a:pt x="1004" y="2627"/>
                </a:lnTo>
                <a:lnTo>
                  <a:pt x="1004" y="2626"/>
                </a:lnTo>
                <a:lnTo>
                  <a:pt x="1003" y="2625"/>
                </a:lnTo>
                <a:lnTo>
                  <a:pt x="1002" y="2625"/>
                </a:lnTo>
                <a:lnTo>
                  <a:pt x="1002" y="2624"/>
                </a:lnTo>
                <a:lnTo>
                  <a:pt x="1001" y="2624"/>
                </a:lnTo>
                <a:lnTo>
                  <a:pt x="998" y="2619"/>
                </a:lnTo>
                <a:lnTo>
                  <a:pt x="997" y="2618"/>
                </a:lnTo>
                <a:lnTo>
                  <a:pt x="997" y="2617"/>
                </a:lnTo>
                <a:lnTo>
                  <a:pt x="997" y="2616"/>
                </a:lnTo>
                <a:lnTo>
                  <a:pt x="997" y="2615"/>
                </a:lnTo>
                <a:lnTo>
                  <a:pt x="995" y="2614"/>
                </a:lnTo>
                <a:lnTo>
                  <a:pt x="993" y="2613"/>
                </a:lnTo>
                <a:lnTo>
                  <a:pt x="992" y="2613"/>
                </a:lnTo>
                <a:lnTo>
                  <a:pt x="992" y="2612"/>
                </a:lnTo>
                <a:lnTo>
                  <a:pt x="991" y="2612"/>
                </a:lnTo>
                <a:lnTo>
                  <a:pt x="990" y="2612"/>
                </a:lnTo>
                <a:lnTo>
                  <a:pt x="988" y="2611"/>
                </a:lnTo>
                <a:lnTo>
                  <a:pt x="987" y="2610"/>
                </a:lnTo>
                <a:lnTo>
                  <a:pt x="986" y="2610"/>
                </a:lnTo>
                <a:lnTo>
                  <a:pt x="986" y="2609"/>
                </a:lnTo>
                <a:lnTo>
                  <a:pt x="986" y="2608"/>
                </a:lnTo>
                <a:lnTo>
                  <a:pt x="984" y="2608"/>
                </a:lnTo>
                <a:lnTo>
                  <a:pt x="984" y="2609"/>
                </a:lnTo>
                <a:lnTo>
                  <a:pt x="983" y="2609"/>
                </a:lnTo>
                <a:lnTo>
                  <a:pt x="982" y="2609"/>
                </a:lnTo>
                <a:lnTo>
                  <a:pt x="982" y="2608"/>
                </a:lnTo>
                <a:lnTo>
                  <a:pt x="981" y="2607"/>
                </a:lnTo>
                <a:lnTo>
                  <a:pt x="980" y="2607"/>
                </a:lnTo>
                <a:lnTo>
                  <a:pt x="980" y="2608"/>
                </a:lnTo>
                <a:lnTo>
                  <a:pt x="979" y="2608"/>
                </a:lnTo>
                <a:lnTo>
                  <a:pt x="980" y="2608"/>
                </a:lnTo>
                <a:lnTo>
                  <a:pt x="980" y="2609"/>
                </a:lnTo>
                <a:lnTo>
                  <a:pt x="979" y="2609"/>
                </a:lnTo>
                <a:lnTo>
                  <a:pt x="977" y="2609"/>
                </a:lnTo>
                <a:lnTo>
                  <a:pt x="976" y="2608"/>
                </a:lnTo>
                <a:lnTo>
                  <a:pt x="975" y="2607"/>
                </a:lnTo>
                <a:lnTo>
                  <a:pt x="971" y="2605"/>
                </a:lnTo>
                <a:lnTo>
                  <a:pt x="970" y="2606"/>
                </a:lnTo>
                <a:lnTo>
                  <a:pt x="969" y="2607"/>
                </a:lnTo>
                <a:lnTo>
                  <a:pt x="968" y="2608"/>
                </a:lnTo>
                <a:lnTo>
                  <a:pt x="968" y="2609"/>
                </a:lnTo>
                <a:lnTo>
                  <a:pt x="967" y="2609"/>
                </a:lnTo>
                <a:lnTo>
                  <a:pt x="966" y="2608"/>
                </a:lnTo>
                <a:lnTo>
                  <a:pt x="966" y="2607"/>
                </a:lnTo>
                <a:lnTo>
                  <a:pt x="965" y="2607"/>
                </a:lnTo>
                <a:lnTo>
                  <a:pt x="964" y="2607"/>
                </a:lnTo>
                <a:lnTo>
                  <a:pt x="963" y="2608"/>
                </a:lnTo>
                <a:lnTo>
                  <a:pt x="962" y="2608"/>
                </a:lnTo>
                <a:lnTo>
                  <a:pt x="961" y="2608"/>
                </a:lnTo>
                <a:lnTo>
                  <a:pt x="960" y="2608"/>
                </a:lnTo>
                <a:lnTo>
                  <a:pt x="960" y="2603"/>
                </a:lnTo>
                <a:lnTo>
                  <a:pt x="959" y="2601"/>
                </a:lnTo>
                <a:lnTo>
                  <a:pt x="959" y="2599"/>
                </a:lnTo>
                <a:lnTo>
                  <a:pt x="959" y="2598"/>
                </a:lnTo>
                <a:lnTo>
                  <a:pt x="957" y="2597"/>
                </a:lnTo>
                <a:lnTo>
                  <a:pt x="953" y="2598"/>
                </a:lnTo>
                <a:lnTo>
                  <a:pt x="952" y="2598"/>
                </a:lnTo>
                <a:lnTo>
                  <a:pt x="949" y="2595"/>
                </a:lnTo>
                <a:lnTo>
                  <a:pt x="949" y="2593"/>
                </a:lnTo>
                <a:lnTo>
                  <a:pt x="949" y="2592"/>
                </a:lnTo>
                <a:lnTo>
                  <a:pt x="948" y="2591"/>
                </a:lnTo>
                <a:lnTo>
                  <a:pt x="947" y="2591"/>
                </a:lnTo>
                <a:lnTo>
                  <a:pt x="946" y="2591"/>
                </a:lnTo>
                <a:lnTo>
                  <a:pt x="945" y="2591"/>
                </a:lnTo>
                <a:lnTo>
                  <a:pt x="945" y="2590"/>
                </a:lnTo>
                <a:lnTo>
                  <a:pt x="945" y="2589"/>
                </a:lnTo>
                <a:lnTo>
                  <a:pt x="946" y="2588"/>
                </a:lnTo>
                <a:lnTo>
                  <a:pt x="946" y="2587"/>
                </a:lnTo>
                <a:lnTo>
                  <a:pt x="945" y="2586"/>
                </a:lnTo>
                <a:lnTo>
                  <a:pt x="942" y="2587"/>
                </a:lnTo>
                <a:lnTo>
                  <a:pt x="941" y="2587"/>
                </a:lnTo>
                <a:lnTo>
                  <a:pt x="940" y="2586"/>
                </a:lnTo>
                <a:lnTo>
                  <a:pt x="939" y="2586"/>
                </a:lnTo>
                <a:lnTo>
                  <a:pt x="939" y="2585"/>
                </a:lnTo>
                <a:lnTo>
                  <a:pt x="938" y="2585"/>
                </a:lnTo>
                <a:lnTo>
                  <a:pt x="938" y="2586"/>
                </a:lnTo>
                <a:lnTo>
                  <a:pt x="937" y="2586"/>
                </a:lnTo>
                <a:lnTo>
                  <a:pt x="934" y="2589"/>
                </a:lnTo>
                <a:lnTo>
                  <a:pt x="934" y="2590"/>
                </a:lnTo>
                <a:lnTo>
                  <a:pt x="933" y="2591"/>
                </a:lnTo>
                <a:lnTo>
                  <a:pt x="934" y="2592"/>
                </a:lnTo>
                <a:lnTo>
                  <a:pt x="934" y="2593"/>
                </a:lnTo>
                <a:lnTo>
                  <a:pt x="933" y="2595"/>
                </a:lnTo>
                <a:lnTo>
                  <a:pt x="932" y="2597"/>
                </a:lnTo>
                <a:lnTo>
                  <a:pt x="932" y="2598"/>
                </a:lnTo>
                <a:lnTo>
                  <a:pt x="930" y="2598"/>
                </a:lnTo>
                <a:lnTo>
                  <a:pt x="929" y="2598"/>
                </a:lnTo>
                <a:lnTo>
                  <a:pt x="929" y="2597"/>
                </a:lnTo>
                <a:lnTo>
                  <a:pt x="928" y="2597"/>
                </a:lnTo>
                <a:lnTo>
                  <a:pt x="927" y="2597"/>
                </a:lnTo>
                <a:lnTo>
                  <a:pt x="927" y="2598"/>
                </a:lnTo>
                <a:lnTo>
                  <a:pt x="927" y="2599"/>
                </a:lnTo>
                <a:lnTo>
                  <a:pt x="929" y="2602"/>
                </a:lnTo>
                <a:lnTo>
                  <a:pt x="929" y="2603"/>
                </a:lnTo>
                <a:lnTo>
                  <a:pt x="930" y="2603"/>
                </a:lnTo>
                <a:lnTo>
                  <a:pt x="929" y="2603"/>
                </a:lnTo>
                <a:lnTo>
                  <a:pt x="927" y="2603"/>
                </a:lnTo>
                <a:lnTo>
                  <a:pt x="926" y="2602"/>
                </a:lnTo>
                <a:lnTo>
                  <a:pt x="925" y="2601"/>
                </a:lnTo>
                <a:lnTo>
                  <a:pt x="924" y="2602"/>
                </a:lnTo>
                <a:lnTo>
                  <a:pt x="921" y="2601"/>
                </a:lnTo>
                <a:lnTo>
                  <a:pt x="920" y="2601"/>
                </a:lnTo>
                <a:lnTo>
                  <a:pt x="917" y="2599"/>
                </a:lnTo>
                <a:lnTo>
                  <a:pt x="916" y="2598"/>
                </a:lnTo>
                <a:lnTo>
                  <a:pt x="916" y="2597"/>
                </a:lnTo>
                <a:lnTo>
                  <a:pt x="916" y="2596"/>
                </a:lnTo>
                <a:lnTo>
                  <a:pt x="915" y="2595"/>
                </a:lnTo>
                <a:lnTo>
                  <a:pt x="914" y="2595"/>
                </a:lnTo>
                <a:lnTo>
                  <a:pt x="913" y="2595"/>
                </a:lnTo>
                <a:lnTo>
                  <a:pt x="913" y="2596"/>
                </a:lnTo>
                <a:lnTo>
                  <a:pt x="912" y="2596"/>
                </a:lnTo>
                <a:lnTo>
                  <a:pt x="909" y="2596"/>
                </a:lnTo>
                <a:lnTo>
                  <a:pt x="908" y="2595"/>
                </a:lnTo>
                <a:lnTo>
                  <a:pt x="908" y="2594"/>
                </a:lnTo>
                <a:lnTo>
                  <a:pt x="908" y="2593"/>
                </a:lnTo>
                <a:lnTo>
                  <a:pt x="907" y="2593"/>
                </a:lnTo>
                <a:lnTo>
                  <a:pt x="905" y="2591"/>
                </a:lnTo>
                <a:lnTo>
                  <a:pt x="905" y="2590"/>
                </a:lnTo>
                <a:lnTo>
                  <a:pt x="904" y="2590"/>
                </a:lnTo>
                <a:lnTo>
                  <a:pt x="902" y="2590"/>
                </a:lnTo>
                <a:lnTo>
                  <a:pt x="901" y="2589"/>
                </a:lnTo>
                <a:lnTo>
                  <a:pt x="900" y="2589"/>
                </a:lnTo>
                <a:lnTo>
                  <a:pt x="899" y="2589"/>
                </a:lnTo>
                <a:lnTo>
                  <a:pt x="893" y="2588"/>
                </a:lnTo>
                <a:lnTo>
                  <a:pt x="889" y="2587"/>
                </a:lnTo>
                <a:lnTo>
                  <a:pt x="888" y="2588"/>
                </a:lnTo>
                <a:lnTo>
                  <a:pt x="887" y="2588"/>
                </a:lnTo>
                <a:lnTo>
                  <a:pt x="887" y="2587"/>
                </a:lnTo>
                <a:lnTo>
                  <a:pt x="883" y="2586"/>
                </a:lnTo>
                <a:lnTo>
                  <a:pt x="882" y="2586"/>
                </a:lnTo>
                <a:lnTo>
                  <a:pt x="879" y="2585"/>
                </a:lnTo>
                <a:lnTo>
                  <a:pt x="878" y="2584"/>
                </a:lnTo>
                <a:lnTo>
                  <a:pt x="877" y="2584"/>
                </a:lnTo>
                <a:lnTo>
                  <a:pt x="876" y="2583"/>
                </a:lnTo>
                <a:lnTo>
                  <a:pt x="877" y="2583"/>
                </a:lnTo>
                <a:lnTo>
                  <a:pt x="878" y="2581"/>
                </a:lnTo>
                <a:lnTo>
                  <a:pt x="878" y="2580"/>
                </a:lnTo>
                <a:lnTo>
                  <a:pt x="878" y="2578"/>
                </a:lnTo>
                <a:lnTo>
                  <a:pt x="877" y="2578"/>
                </a:lnTo>
                <a:lnTo>
                  <a:pt x="876" y="2577"/>
                </a:lnTo>
                <a:lnTo>
                  <a:pt x="875" y="2577"/>
                </a:lnTo>
                <a:lnTo>
                  <a:pt x="874" y="2576"/>
                </a:lnTo>
                <a:lnTo>
                  <a:pt x="874" y="2575"/>
                </a:lnTo>
                <a:lnTo>
                  <a:pt x="874" y="2574"/>
                </a:lnTo>
                <a:lnTo>
                  <a:pt x="875" y="2574"/>
                </a:lnTo>
                <a:lnTo>
                  <a:pt x="876" y="2573"/>
                </a:lnTo>
                <a:lnTo>
                  <a:pt x="876" y="2572"/>
                </a:lnTo>
                <a:lnTo>
                  <a:pt x="875" y="2571"/>
                </a:lnTo>
                <a:lnTo>
                  <a:pt x="874" y="2571"/>
                </a:lnTo>
                <a:lnTo>
                  <a:pt x="871" y="2571"/>
                </a:lnTo>
                <a:lnTo>
                  <a:pt x="870" y="2570"/>
                </a:lnTo>
                <a:lnTo>
                  <a:pt x="869" y="2570"/>
                </a:lnTo>
                <a:lnTo>
                  <a:pt x="869" y="2568"/>
                </a:lnTo>
                <a:lnTo>
                  <a:pt x="867" y="2567"/>
                </a:lnTo>
                <a:lnTo>
                  <a:pt x="866" y="2567"/>
                </a:lnTo>
                <a:lnTo>
                  <a:pt x="865" y="2567"/>
                </a:lnTo>
                <a:lnTo>
                  <a:pt x="861" y="2569"/>
                </a:lnTo>
                <a:lnTo>
                  <a:pt x="860" y="2568"/>
                </a:lnTo>
                <a:lnTo>
                  <a:pt x="859" y="2568"/>
                </a:lnTo>
                <a:lnTo>
                  <a:pt x="859" y="2567"/>
                </a:lnTo>
                <a:lnTo>
                  <a:pt x="858" y="2565"/>
                </a:lnTo>
                <a:lnTo>
                  <a:pt x="857" y="2565"/>
                </a:lnTo>
                <a:lnTo>
                  <a:pt x="856" y="2565"/>
                </a:lnTo>
                <a:lnTo>
                  <a:pt x="855" y="2565"/>
                </a:lnTo>
                <a:lnTo>
                  <a:pt x="855" y="2566"/>
                </a:lnTo>
                <a:lnTo>
                  <a:pt x="853" y="2566"/>
                </a:lnTo>
                <a:lnTo>
                  <a:pt x="852" y="2566"/>
                </a:lnTo>
                <a:lnTo>
                  <a:pt x="851" y="2565"/>
                </a:lnTo>
                <a:lnTo>
                  <a:pt x="851" y="2564"/>
                </a:lnTo>
                <a:lnTo>
                  <a:pt x="850" y="2563"/>
                </a:lnTo>
                <a:lnTo>
                  <a:pt x="845" y="2559"/>
                </a:lnTo>
                <a:lnTo>
                  <a:pt x="845" y="2558"/>
                </a:lnTo>
                <a:lnTo>
                  <a:pt x="844" y="2558"/>
                </a:lnTo>
                <a:lnTo>
                  <a:pt x="842" y="2557"/>
                </a:lnTo>
                <a:lnTo>
                  <a:pt x="842" y="2556"/>
                </a:lnTo>
                <a:lnTo>
                  <a:pt x="842" y="2555"/>
                </a:lnTo>
                <a:lnTo>
                  <a:pt x="843" y="2554"/>
                </a:lnTo>
                <a:lnTo>
                  <a:pt x="843" y="2552"/>
                </a:lnTo>
                <a:lnTo>
                  <a:pt x="843" y="2551"/>
                </a:lnTo>
                <a:lnTo>
                  <a:pt x="842" y="2551"/>
                </a:lnTo>
                <a:lnTo>
                  <a:pt x="841" y="2551"/>
                </a:lnTo>
                <a:lnTo>
                  <a:pt x="840" y="2552"/>
                </a:lnTo>
                <a:lnTo>
                  <a:pt x="839" y="2553"/>
                </a:lnTo>
                <a:lnTo>
                  <a:pt x="837" y="2555"/>
                </a:lnTo>
                <a:lnTo>
                  <a:pt x="836" y="2555"/>
                </a:lnTo>
                <a:lnTo>
                  <a:pt x="834" y="2557"/>
                </a:lnTo>
                <a:lnTo>
                  <a:pt x="832" y="2558"/>
                </a:lnTo>
                <a:lnTo>
                  <a:pt x="832" y="2559"/>
                </a:lnTo>
                <a:lnTo>
                  <a:pt x="831" y="2560"/>
                </a:lnTo>
                <a:lnTo>
                  <a:pt x="830" y="2561"/>
                </a:lnTo>
                <a:lnTo>
                  <a:pt x="829" y="2561"/>
                </a:lnTo>
                <a:lnTo>
                  <a:pt x="826" y="2560"/>
                </a:lnTo>
                <a:lnTo>
                  <a:pt x="824" y="2560"/>
                </a:lnTo>
                <a:lnTo>
                  <a:pt x="823" y="2559"/>
                </a:lnTo>
                <a:lnTo>
                  <a:pt x="822" y="2559"/>
                </a:lnTo>
                <a:lnTo>
                  <a:pt x="821" y="2559"/>
                </a:lnTo>
                <a:lnTo>
                  <a:pt x="820" y="2559"/>
                </a:lnTo>
                <a:lnTo>
                  <a:pt x="819" y="2559"/>
                </a:lnTo>
                <a:lnTo>
                  <a:pt x="818" y="2559"/>
                </a:lnTo>
                <a:lnTo>
                  <a:pt x="818" y="2560"/>
                </a:lnTo>
                <a:lnTo>
                  <a:pt x="818" y="2561"/>
                </a:lnTo>
                <a:lnTo>
                  <a:pt x="816" y="2563"/>
                </a:lnTo>
                <a:lnTo>
                  <a:pt x="816" y="2564"/>
                </a:lnTo>
                <a:lnTo>
                  <a:pt x="815" y="2564"/>
                </a:lnTo>
                <a:lnTo>
                  <a:pt x="815" y="2565"/>
                </a:lnTo>
                <a:lnTo>
                  <a:pt x="814" y="2565"/>
                </a:lnTo>
                <a:lnTo>
                  <a:pt x="814" y="2566"/>
                </a:lnTo>
                <a:lnTo>
                  <a:pt x="813" y="2566"/>
                </a:lnTo>
                <a:lnTo>
                  <a:pt x="813" y="2567"/>
                </a:lnTo>
                <a:lnTo>
                  <a:pt x="813" y="2568"/>
                </a:lnTo>
                <a:lnTo>
                  <a:pt x="812" y="2569"/>
                </a:lnTo>
                <a:lnTo>
                  <a:pt x="811" y="2570"/>
                </a:lnTo>
                <a:lnTo>
                  <a:pt x="810" y="2573"/>
                </a:lnTo>
                <a:lnTo>
                  <a:pt x="809" y="2577"/>
                </a:lnTo>
                <a:lnTo>
                  <a:pt x="810" y="2580"/>
                </a:lnTo>
                <a:lnTo>
                  <a:pt x="811" y="2583"/>
                </a:lnTo>
                <a:lnTo>
                  <a:pt x="812" y="2584"/>
                </a:lnTo>
                <a:lnTo>
                  <a:pt x="813" y="2584"/>
                </a:lnTo>
                <a:lnTo>
                  <a:pt x="814" y="2585"/>
                </a:lnTo>
                <a:lnTo>
                  <a:pt x="815" y="2590"/>
                </a:lnTo>
                <a:lnTo>
                  <a:pt x="815" y="2591"/>
                </a:lnTo>
                <a:lnTo>
                  <a:pt x="815" y="2592"/>
                </a:lnTo>
                <a:lnTo>
                  <a:pt x="815" y="2593"/>
                </a:lnTo>
                <a:lnTo>
                  <a:pt x="816" y="2595"/>
                </a:lnTo>
                <a:lnTo>
                  <a:pt x="818" y="2596"/>
                </a:lnTo>
                <a:lnTo>
                  <a:pt x="819" y="2597"/>
                </a:lnTo>
                <a:lnTo>
                  <a:pt x="818" y="2598"/>
                </a:lnTo>
                <a:lnTo>
                  <a:pt x="818" y="2599"/>
                </a:lnTo>
                <a:lnTo>
                  <a:pt x="818" y="2598"/>
                </a:lnTo>
                <a:lnTo>
                  <a:pt x="817" y="2598"/>
                </a:lnTo>
                <a:lnTo>
                  <a:pt x="816" y="2597"/>
                </a:lnTo>
                <a:lnTo>
                  <a:pt x="814" y="2597"/>
                </a:lnTo>
                <a:lnTo>
                  <a:pt x="813" y="2597"/>
                </a:lnTo>
                <a:lnTo>
                  <a:pt x="812" y="2597"/>
                </a:lnTo>
                <a:lnTo>
                  <a:pt x="811" y="2596"/>
                </a:lnTo>
                <a:lnTo>
                  <a:pt x="810" y="2596"/>
                </a:lnTo>
                <a:lnTo>
                  <a:pt x="809" y="2595"/>
                </a:lnTo>
                <a:lnTo>
                  <a:pt x="808" y="2594"/>
                </a:lnTo>
                <a:lnTo>
                  <a:pt x="807" y="2594"/>
                </a:lnTo>
                <a:lnTo>
                  <a:pt x="806" y="2594"/>
                </a:lnTo>
                <a:lnTo>
                  <a:pt x="806" y="2595"/>
                </a:lnTo>
                <a:lnTo>
                  <a:pt x="804" y="2595"/>
                </a:lnTo>
                <a:lnTo>
                  <a:pt x="803" y="2594"/>
                </a:lnTo>
                <a:lnTo>
                  <a:pt x="802" y="2594"/>
                </a:lnTo>
                <a:lnTo>
                  <a:pt x="801" y="2594"/>
                </a:lnTo>
                <a:lnTo>
                  <a:pt x="801" y="2595"/>
                </a:lnTo>
                <a:lnTo>
                  <a:pt x="801" y="2596"/>
                </a:lnTo>
                <a:lnTo>
                  <a:pt x="800" y="2597"/>
                </a:lnTo>
                <a:lnTo>
                  <a:pt x="799" y="2597"/>
                </a:lnTo>
                <a:lnTo>
                  <a:pt x="797" y="2597"/>
                </a:lnTo>
                <a:lnTo>
                  <a:pt x="795" y="2598"/>
                </a:lnTo>
                <a:lnTo>
                  <a:pt x="794" y="2601"/>
                </a:lnTo>
                <a:lnTo>
                  <a:pt x="795" y="2601"/>
                </a:lnTo>
                <a:lnTo>
                  <a:pt x="795" y="2602"/>
                </a:lnTo>
                <a:lnTo>
                  <a:pt x="796" y="2602"/>
                </a:lnTo>
                <a:lnTo>
                  <a:pt x="796" y="2603"/>
                </a:lnTo>
                <a:lnTo>
                  <a:pt x="796" y="2604"/>
                </a:lnTo>
                <a:lnTo>
                  <a:pt x="795" y="2604"/>
                </a:lnTo>
                <a:lnTo>
                  <a:pt x="793" y="2605"/>
                </a:lnTo>
                <a:lnTo>
                  <a:pt x="792" y="2605"/>
                </a:lnTo>
                <a:lnTo>
                  <a:pt x="792" y="2606"/>
                </a:lnTo>
                <a:lnTo>
                  <a:pt x="791" y="2606"/>
                </a:lnTo>
                <a:lnTo>
                  <a:pt x="791" y="2607"/>
                </a:lnTo>
                <a:lnTo>
                  <a:pt x="791" y="2608"/>
                </a:lnTo>
                <a:lnTo>
                  <a:pt x="790" y="2608"/>
                </a:lnTo>
                <a:lnTo>
                  <a:pt x="786" y="2609"/>
                </a:lnTo>
                <a:lnTo>
                  <a:pt x="779" y="2613"/>
                </a:lnTo>
                <a:lnTo>
                  <a:pt x="778" y="2613"/>
                </a:lnTo>
                <a:lnTo>
                  <a:pt x="773" y="2616"/>
                </a:lnTo>
                <a:lnTo>
                  <a:pt x="772" y="2616"/>
                </a:lnTo>
                <a:lnTo>
                  <a:pt x="770" y="2615"/>
                </a:lnTo>
                <a:lnTo>
                  <a:pt x="769" y="2614"/>
                </a:lnTo>
                <a:lnTo>
                  <a:pt x="768" y="2614"/>
                </a:lnTo>
                <a:lnTo>
                  <a:pt x="767" y="2613"/>
                </a:lnTo>
                <a:lnTo>
                  <a:pt x="766" y="2612"/>
                </a:lnTo>
                <a:lnTo>
                  <a:pt x="762" y="2614"/>
                </a:lnTo>
                <a:lnTo>
                  <a:pt x="762" y="2615"/>
                </a:lnTo>
                <a:lnTo>
                  <a:pt x="761" y="2615"/>
                </a:lnTo>
                <a:lnTo>
                  <a:pt x="757" y="2618"/>
                </a:lnTo>
                <a:lnTo>
                  <a:pt x="757" y="2619"/>
                </a:lnTo>
                <a:lnTo>
                  <a:pt x="758" y="2620"/>
                </a:lnTo>
                <a:lnTo>
                  <a:pt x="758" y="2621"/>
                </a:lnTo>
                <a:lnTo>
                  <a:pt x="758" y="2622"/>
                </a:lnTo>
                <a:lnTo>
                  <a:pt x="757" y="2624"/>
                </a:lnTo>
                <a:lnTo>
                  <a:pt x="757" y="2625"/>
                </a:lnTo>
                <a:lnTo>
                  <a:pt x="756" y="2625"/>
                </a:lnTo>
                <a:lnTo>
                  <a:pt x="755" y="2625"/>
                </a:lnTo>
                <a:lnTo>
                  <a:pt x="755" y="2626"/>
                </a:lnTo>
                <a:lnTo>
                  <a:pt x="755" y="2627"/>
                </a:lnTo>
                <a:lnTo>
                  <a:pt x="755" y="2628"/>
                </a:lnTo>
                <a:lnTo>
                  <a:pt x="756" y="2628"/>
                </a:lnTo>
                <a:lnTo>
                  <a:pt x="756" y="2629"/>
                </a:lnTo>
                <a:lnTo>
                  <a:pt x="756" y="2630"/>
                </a:lnTo>
                <a:lnTo>
                  <a:pt x="755" y="2630"/>
                </a:lnTo>
                <a:lnTo>
                  <a:pt x="754" y="2630"/>
                </a:lnTo>
                <a:lnTo>
                  <a:pt x="753" y="2631"/>
                </a:lnTo>
                <a:lnTo>
                  <a:pt x="753" y="2632"/>
                </a:lnTo>
                <a:lnTo>
                  <a:pt x="752" y="2632"/>
                </a:lnTo>
                <a:lnTo>
                  <a:pt x="752" y="2635"/>
                </a:lnTo>
                <a:lnTo>
                  <a:pt x="752" y="2636"/>
                </a:lnTo>
                <a:lnTo>
                  <a:pt x="753" y="2636"/>
                </a:lnTo>
                <a:lnTo>
                  <a:pt x="753" y="2637"/>
                </a:lnTo>
                <a:lnTo>
                  <a:pt x="754" y="2637"/>
                </a:lnTo>
                <a:lnTo>
                  <a:pt x="754" y="2638"/>
                </a:lnTo>
                <a:lnTo>
                  <a:pt x="754" y="2639"/>
                </a:lnTo>
                <a:lnTo>
                  <a:pt x="753" y="2640"/>
                </a:lnTo>
                <a:lnTo>
                  <a:pt x="752" y="2641"/>
                </a:lnTo>
                <a:lnTo>
                  <a:pt x="752" y="2642"/>
                </a:lnTo>
                <a:lnTo>
                  <a:pt x="752" y="2643"/>
                </a:lnTo>
                <a:lnTo>
                  <a:pt x="751" y="2645"/>
                </a:lnTo>
                <a:lnTo>
                  <a:pt x="749" y="2645"/>
                </a:lnTo>
                <a:lnTo>
                  <a:pt x="748" y="2645"/>
                </a:lnTo>
                <a:lnTo>
                  <a:pt x="747" y="2645"/>
                </a:lnTo>
                <a:lnTo>
                  <a:pt x="746" y="2645"/>
                </a:lnTo>
                <a:lnTo>
                  <a:pt x="746" y="2646"/>
                </a:lnTo>
                <a:lnTo>
                  <a:pt x="745" y="2647"/>
                </a:lnTo>
                <a:lnTo>
                  <a:pt x="744" y="2647"/>
                </a:lnTo>
                <a:lnTo>
                  <a:pt x="744" y="2648"/>
                </a:lnTo>
                <a:lnTo>
                  <a:pt x="744" y="2649"/>
                </a:lnTo>
                <a:lnTo>
                  <a:pt x="743" y="2649"/>
                </a:lnTo>
                <a:lnTo>
                  <a:pt x="743" y="2650"/>
                </a:lnTo>
                <a:lnTo>
                  <a:pt x="743" y="2651"/>
                </a:lnTo>
                <a:lnTo>
                  <a:pt x="743" y="2652"/>
                </a:lnTo>
                <a:lnTo>
                  <a:pt x="741" y="2653"/>
                </a:lnTo>
                <a:lnTo>
                  <a:pt x="740" y="2652"/>
                </a:lnTo>
                <a:lnTo>
                  <a:pt x="738" y="2651"/>
                </a:lnTo>
                <a:lnTo>
                  <a:pt x="737" y="2650"/>
                </a:lnTo>
                <a:lnTo>
                  <a:pt x="736" y="2650"/>
                </a:lnTo>
                <a:lnTo>
                  <a:pt x="733" y="2650"/>
                </a:lnTo>
                <a:lnTo>
                  <a:pt x="731" y="2651"/>
                </a:lnTo>
                <a:lnTo>
                  <a:pt x="731" y="2656"/>
                </a:lnTo>
                <a:lnTo>
                  <a:pt x="731" y="2657"/>
                </a:lnTo>
                <a:lnTo>
                  <a:pt x="732" y="2657"/>
                </a:lnTo>
                <a:lnTo>
                  <a:pt x="732" y="2659"/>
                </a:lnTo>
                <a:lnTo>
                  <a:pt x="731" y="2661"/>
                </a:lnTo>
                <a:lnTo>
                  <a:pt x="730" y="2662"/>
                </a:lnTo>
                <a:lnTo>
                  <a:pt x="728" y="2664"/>
                </a:lnTo>
                <a:lnTo>
                  <a:pt x="728" y="2665"/>
                </a:lnTo>
                <a:lnTo>
                  <a:pt x="727" y="2666"/>
                </a:lnTo>
                <a:lnTo>
                  <a:pt x="727" y="2667"/>
                </a:lnTo>
                <a:lnTo>
                  <a:pt x="725" y="2669"/>
                </a:lnTo>
                <a:lnTo>
                  <a:pt x="723" y="2671"/>
                </a:lnTo>
                <a:lnTo>
                  <a:pt x="720" y="2674"/>
                </a:lnTo>
                <a:lnTo>
                  <a:pt x="720" y="2675"/>
                </a:lnTo>
                <a:lnTo>
                  <a:pt x="720" y="2676"/>
                </a:lnTo>
                <a:lnTo>
                  <a:pt x="720" y="2678"/>
                </a:lnTo>
                <a:lnTo>
                  <a:pt x="720" y="2679"/>
                </a:lnTo>
                <a:lnTo>
                  <a:pt x="719" y="2679"/>
                </a:lnTo>
                <a:lnTo>
                  <a:pt x="719" y="2682"/>
                </a:lnTo>
                <a:lnTo>
                  <a:pt x="719" y="2684"/>
                </a:lnTo>
                <a:lnTo>
                  <a:pt x="717" y="2684"/>
                </a:lnTo>
                <a:lnTo>
                  <a:pt x="716" y="2684"/>
                </a:lnTo>
                <a:lnTo>
                  <a:pt x="715" y="2684"/>
                </a:lnTo>
                <a:lnTo>
                  <a:pt x="712" y="2685"/>
                </a:lnTo>
                <a:lnTo>
                  <a:pt x="711" y="2687"/>
                </a:lnTo>
                <a:lnTo>
                  <a:pt x="711" y="2688"/>
                </a:lnTo>
                <a:lnTo>
                  <a:pt x="712" y="2688"/>
                </a:lnTo>
                <a:lnTo>
                  <a:pt x="713" y="2689"/>
                </a:lnTo>
                <a:lnTo>
                  <a:pt x="714" y="2690"/>
                </a:lnTo>
                <a:lnTo>
                  <a:pt x="715" y="2690"/>
                </a:lnTo>
                <a:lnTo>
                  <a:pt x="715" y="2691"/>
                </a:lnTo>
                <a:lnTo>
                  <a:pt x="714" y="2692"/>
                </a:lnTo>
                <a:lnTo>
                  <a:pt x="714" y="2694"/>
                </a:lnTo>
                <a:lnTo>
                  <a:pt x="713" y="2694"/>
                </a:lnTo>
                <a:lnTo>
                  <a:pt x="713" y="2695"/>
                </a:lnTo>
                <a:lnTo>
                  <a:pt x="713" y="2696"/>
                </a:lnTo>
                <a:lnTo>
                  <a:pt x="712" y="2696"/>
                </a:lnTo>
                <a:lnTo>
                  <a:pt x="711" y="2695"/>
                </a:lnTo>
                <a:lnTo>
                  <a:pt x="709" y="2695"/>
                </a:lnTo>
                <a:lnTo>
                  <a:pt x="709" y="2696"/>
                </a:lnTo>
                <a:lnTo>
                  <a:pt x="709" y="2697"/>
                </a:lnTo>
                <a:lnTo>
                  <a:pt x="707" y="2699"/>
                </a:lnTo>
                <a:lnTo>
                  <a:pt x="707" y="2700"/>
                </a:lnTo>
                <a:lnTo>
                  <a:pt x="706" y="2700"/>
                </a:lnTo>
                <a:lnTo>
                  <a:pt x="705" y="2701"/>
                </a:lnTo>
                <a:lnTo>
                  <a:pt x="706" y="2701"/>
                </a:lnTo>
                <a:lnTo>
                  <a:pt x="706" y="2702"/>
                </a:lnTo>
                <a:lnTo>
                  <a:pt x="707" y="2702"/>
                </a:lnTo>
                <a:lnTo>
                  <a:pt x="707" y="2703"/>
                </a:lnTo>
                <a:lnTo>
                  <a:pt x="706" y="2703"/>
                </a:lnTo>
                <a:lnTo>
                  <a:pt x="704" y="2704"/>
                </a:lnTo>
                <a:lnTo>
                  <a:pt x="703" y="2704"/>
                </a:lnTo>
                <a:lnTo>
                  <a:pt x="703" y="2705"/>
                </a:lnTo>
                <a:lnTo>
                  <a:pt x="702" y="2707"/>
                </a:lnTo>
                <a:lnTo>
                  <a:pt x="701" y="2708"/>
                </a:lnTo>
                <a:lnTo>
                  <a:pt x="702" y="2709"/>
                </a:lnTo>
                <a:lnTo>
                  <a:pt x="704" y="2711"/>
                </a:lnTo>
                <a:lnTo>
                  <a:pt x="704" y="2712"/>
                </a:lnTo>
                <a:lnTo>
                  <a:pt x="703" y="2712"/>
                </a:lnTo>
                <a:lnTo>
                  <a:pt x="702" y="2711"/>
                </a:lnTo>
                <a:lnTo>
                  <a:pt x="701" y="2711"/>
                </a:lnTo>
                <a:lnTo>
                  <a:pt x="701" y="2712"/>
                </a:lnTo>
                <a:lnTo>
                  <a:pt x="702" y="2712"/>
                </a:lnTo>
                <a:lnTo>
                  <a:pt x="702" y="2713"/>
                </a:lnTo>
                <a:lnTo>
                  <a:pt x="701" y="2714"/>
                </a:lnTo>
                <a:lnTo>
                  <a:pt x="700" y="2715"/>
                </a:lnTo>
                <a:lnTo>
                  <a:pt x="699" y="2715"/>
                </a:lnTo>
                <a:lnTo>
                  <a:pt x="697" y="2715"/>
                </a:lnTo>
                <a:lnTo>
                  <a:pt x="697" y="2717"/>
                </a:lnTo>
                <a:lnTo>
                  <a:pt x="695" y="2719"/>
                </a:lnTo>
                <a:lnTo>
                  <a:pt x="694" y="2719"/>
                </a:lnTo>
                <a:lnTo>
                  <a:pt x="693" y="2719"/>
                </a:lnTo>
                <a:lnTo>
                  <a:pt x="692" y="2719"/>
                </a:lnTo>
                <a:lnTo>
                  <a:pt x="692" y="2720"/>
                </a:lnTo>
                <a:lnTo>
                  <a:pt x="691" y="2720"/>
                </a:lnTo>
                <a:lnTo>
                  <a:pt x="690" y="2721"/>
                </a:lnTo>
                <a:lnTo>
                  <a:pt x="689" y="2720"/>
                </a:lnTo>
                <a:lnTo>
                  <a:pt x="688" y="2720"/>
                </a:lnTo>
                <a:lnTo>
                  <a:pt x="683" y="2719"/>
                </a:lnTo>
                <a:lnTo>
                  <a:pt x="681" y="2719"/>
                </a:lnTo>
                <a:lnTo>
                  <a:pt x="680" y="2720"/>
                </a:lnTo>
                <a:lnTo>
                  <a:pt x="679" y="2720"/>
                </a:lnTo>
                <a:lnTo>
                  <a:pt x="679" y="2719"/>
                </a:lnTo>
                <a:lnTo>
                  <a:pt x="678" y="2719"/>
                </a:lnTo>
                <a:lnTo>
                  <a:pt x="678" y="2718"/>
                </a:lnTo>
                <a:lnTo>
                  <a:pt x="677" y="2717"/>
                </a:lnTo>
                <a:lnTo>
                  <a:pt x="677" y="2716"/>
                </a:lnTo>
                <a:lnTo>
                  <a:pt x="676" y="2716"/>
                </a:lnTo>
                <a:lnTo>
                  <a:pt x="673" y="2717"/>
                </a:lnTo>
                <a:lnTo>
                  <a:pt x="673" y="2718"/>
                </a:lnTo>
                <a:lnTo>
                  <a:pt x="672" y="2720"/>
                </a:lnTo>
                <a:lnTo>
                  <a:pt x="671" y="2720"/>
                </a:lnTo>
                <a:lnTo>
                  <a:pt x="670" y="2721"/>
                </a:lnTo>
                <a:lnTo>
                  <a:pt x="667" y="2721"/>
                </a:lnTo>
                <a:lnTo>
                  <a:pt x="666" y="2720"/>
                </a:lnTo>
                <a:lnTo>
                  <a:pt x="665" y="2719"/>
                </a:lnTo>
                <a:lnTo>
                  <a:pt x="663" y="2719"/>
                </a:lnTo>
                <a:lnTo>
                  <a:pt x="663" y="2720"/>
                </a:lnTo>
                <a:lnTo>
                  <a:pt x="662" y="2720"/>
                </a:lnTo>
                <a:lnTo>
                  <a:pt x="661" y="2719"/>
                </a:lnTo>
                <a:lnTo>
                  <a:pt x="660" y="2718"/>
                </a:lnTo>
                <a:lnTo>
                  <a:pt x="660" y="2717"/>
                </a:lnTo>
                <a:lnTo>
                  <a:pt x="660" y="2716"/>
                </a:lnTo>
                <a:lnTo>
                  <a:pt x="659" y="2716"/>
                </a:lnTo>
                <a:lnTo>
                  <a:pt x="659" y="2715"/>
                </a:lnTo>
                <a:lnTo>
                  <a:pt x="658" y="2715"/>
                </a:lnTo>
                <a:lnTo>
                  <a:pt x="657" y="2715"/>
                </a:lnTo>
                <a:lnTo>
                  <a:pt x="657" y="2716"/>
                </a:lnTo>
                <a:lnTo>
                  <a:pt x="656" y="2716"/>
                </a:lnTo>
                <a:lnTo>
                  <a:pt x="654" y="2716"/>
                </a:lnTo>
                <a:lnTo>
                  <a:pt x="653" y="2716"/>
                </a:lnTo>
                <a:lnTo>
                  <a:pt x="652" y="2716"/>
                </a:lnTo>
                <a:lnTo>
                  <a:pt x="652" y="2715"/>
                </a:lnTo>
                <a:lnTo>
                  <a:pt x="651" y="2713"/>
                </a:lnTo>
                <a:lnTo>
                  <a:pt x="651" y="2712"/>
                </a:lnTo>
                <a:lnTo>
                  <a:pt x="651" y="2711"/>
                </a:lnTo>
                <a:lnTo>
                  <a:pt x="650" y="2711"/>
                </a:lnTo>
                <a:lnTo>
                  <a:pt x="649" y="2710"/>
                </a:lnTo>
                <a:lnTo>
                  <a:pt x="649" y="2711"/>
                </a:lnTo>
                <a:lnTo>
                  <a:pt x="648" y="2711"/>
                </a:lnTo>
                <a:lnTo>
                  <a:pt x="648" y="2712"/>
                </a:lnTo>
                <a:lnTo>
                  <a:pt x="646" y="2713"/>
                </a:lnTo>
                <a:lnTo>
                  <a:pt x="646" y="2714"/>
                </a:lnTo>
                <a:lnTo>
                  <a:pt x="639" y="2714"/>
                </a:lnTo>
                <a:lnTo>
                  <a:pt x="638" y="2714"/>
                </a:lnTo>
                <a:lnTo>
                  <a:pt x="638" y="2713"/>
                </a:lnTo>
                <a:lnTo>
                  <a:pt x="636" y="2712"/>
                </a:lnTo>
                <a:lnTo>
                  <a:pt x="635" y="2712"/>
                </a:lnTo>
                <a:lnTo>
                  <a:pt x="634" y="2713"/>
                </a:lnTo>
                <a:lnTo>
                  <a:pt x="633" y="2713"/>
                </a:lnTo>
                <a:lnTo>
                  <a:pt x="632" y="2713"/>
                </a:lnTo>
                <a:lnTo>
                  <a:pt x="631" y="2712"/>
                </a:lnTo>
                <a:lnTo>
                  <a:pt x="629" y="2711"/>
                </a:lnTo>
                <a:lnTo>
                  <a:pt x="628" y="2711"/>
                </a:lnTo>
                <a:lnTo>
                  <a:pt x="626" y="2711"/>
                </a:lnTo>
                <a:lnTo>
                  <a:pt x="624" y="2713"/>
                </a:lnTo>
                <a:lnTo>
                  <a:pt x="622" y="2712"/>
                </a:lnTo>
                <a:lnTo>
                  <a:pt x="620" y="2712"/>
                </a:lnTo>
                <a:lnTo>
                  <a:pt x="619" y="2712"/>
                </a:lnTo>
                <a:lnTo>
                  <a:pt x="618" y="2712"/>
                </a:lnTo>
                <a:lnTo>
                  <a:pt x="617" y="2712"/>
                </a:lnTo>
                <a:lnTo>
                  <a:pt x="617" y="2711"/>
                </a:lnTo>
                <a:lnTo>
                  <a:pt x="617" y="2710"/>
                </a:lnTo>
                <a:lnTo>
                  <a:pt x="616" y="2710"/>
                </a:lnTo>
                <a:lnTo>
                  <a:pt x="616" y="2709"/>
                </a:lnTo>
                <a:lnTo>
                  <a:pt x="615" y="2709"/>
                </a:lnTo>
                <a:lnTo>
                  <a:pt x="614" y="2709"/>
                </a:lnTo>
                <a:lnTo>
                  <a:pt x="612" y="2709"/>
                </a:lnTo>
                <a:lnTo>
                  <a:pt x="611" y="2708"/>
                </a:lnTo>
                <a:lnTo>
                  <a:pt x="610" y="2708"/>
                </a:lnTo>
                <a:lnTo>
                  <a:pt x="610" y="2707"/>
                </a:lnTo>
                <a:lnTo>
                  <a:pt x="606" y="2707"/>
                </a:lnTo>
                <a:lnTo>
                  <a:pt x="604" y="2707"/>
                </a:lnTo>
                <a:lnTo>
                  <a:pt x="603" y="2707"/>
                </a:lnTo>
                <a:lnTo>
                  <a:pt x="603" y="2709"/>
                </a:lnTo>
                <a:lnTo>
                  <a:pt x="600" y="2710"/>
                </a:lnTo>
                <a:lnTo>
                  <a:pt x="597" y="2709"/>
                </a:lnTo>
                <a:lnTo>
                  <a:pt x="597" y="2708"/>
                </a:lnTo>
                <a:lnTo>
                  <a:pt x="596" y="2708"/>
                </a:lnTo>
                <a:lnTo>
                  <a:pt x="595" y="2708"/>
                </a:lnTo>
                <a:lnTo>
                  <a:pt x="595" y="2709"/>
                </a:lnTo>
                <a:lnTo>
                  <a:pt x="594" y="2709"/>
                </a:lnTo>
                <a:lnTo>
                  <a:pt x="593" y="2709"/>
                </a:lnTo>
                <a:lnTo>
                  <a:pt x="591" y="2708"/>
                </a:lnTo>
                <a:lnTo>
                  <a:pt x="590" y="2707"/>
                </a:lnTo>
                <a:lnTo>
                  <a:pt x="590" y="2706"/>
                </a:lnTo>
                <a:lnTo>
                  <a:pt x="590" y="2705"/>
                </a:lnTo>
                <a:lnTo>
                  <a:pt x="589" y="2704"/>
                </a:lnTo>
                <a:lnTo>
                  <a:pt x="588" y="2704"/>
                </a:lnTo>
                <a:lnTo>
                  <a:pt x="587" y="2704"/>
                </a:lnTo>
                <a:lnTo>
                  <a:pt x="587" y="2703"/>
                </a:lnTo>
                <a:lnTo>
                  <a:pt x="587" y="2702"/>
                </a:lnTo>
                <a:lnTo>
                  <a:pt x="587" y="2701"/>
                </a:lnTo>
                <a:lnTo>
                  <a:pt x="587" y="2700"/>
                </a:lnTo>
                <a:lnTo>
                  <a:pt x="586" y="2700"/>
                </a:lnTo>
                <a:lnTo>
                  <a:pt x="585" y="2700"/>
                </a:lnTo>
                <a:lnTo>
                  <a:pt x="585" y="2701"/>
                </a:lnTo>
                <a:lnTo>
                  <a:pt x="584" y="2701"/>
                </a:lnTo>
                <a:lnTo>
                  <a:pt x="584" y="2702"/>
                </a:lnTo>
                <a:lnTo>
                  <a:pt x="583" y="2702"/>
                </a:lnTo>
                <a:lnTo>
                  <a:pt x="579" y="2702"/>
                </a:lnTo>
                <a:lnTo>
                  <a:pt x="577" y="2702"/>
                </a:lnTo>
                <a:lnTo>
                  <a:pt x="576" y="2702"/>
                </a:lnTo>
                <a:lnTo>
                  <a:pt x="573" y="2703"/>
                </a:lnTo>
                <a:lnTo>
                  <a:pt x="570" y="2703"/>
                </a:lnTo>
                <a:lnTo>
                  <a:pt x="568" y="2706"/>
                </a:lnTo>
                <a:lnTo>
                  <a:pt x="567" y="2709"/>
                </a:lnTo>
                <a:lnTo>
                  <a:pt x="566" y="2713"/>
                </a:lnTo>
                <a:lnTo>
                  <a:pt x="565" y="2715"/>
                </a:lnTo>
                <a:lnTo>
                  <a:pt x="564" y="2715"/>
                </a:lnTo>
                <a:lnTo>
                  <a:pt x="563" y="2715"/>
                </a:lnTo>
                <a:lnTo>
                  <a:pt x="562" y="2717"/>
                </a:lnTo>
                <a:lnTo>
                  <a:pt x="562" y="2718"/>
                </a:lnTo>
                <a:lnTo>
                  <a:pt x="561" y="2718"/>
                </a:lnTo>
                <a:lnTo>
                  <a:pt x="561" y="2717"/>
                </a:lnTo>
                <a:lnTo>
                  <a:pt x="560" y="2717"/>
                </a:lnTo>
                <a:lnTo>
                  <a:pt x="559" y="2716"/>
                </a:lnTo>
                <a:lnTo>
                  <a:pt x="559" y="2715"/>
                </a:lnTo>
                <a:lnTo>
                  <a:pt x="558" y="2715"/>
                </a:lnTo>
                <a:lnTo>
                  <a:pt x="558" y="2714"/>
                </a:lnTo>
                <a:lnTo>
                  <a:pt x="557" y="2714"/>
                </a:lnTo>
                <a:lnTo>
                  <a:pt x="556" y="2713"/>
                </a:lnTo>
                <a:lnTo>
                  <a:pt x="556" y="2712"/>
                </a:lnTo>
                <a:lnTo>
                  <a:pt x="555" y="2712"/>
                </a:lnTo>
                <a:lnTo>
                  <a:pt x="554" y="2712"/>
                </a:lnTo>
                <a:lnTo>
                  <a:pt x="554" y="2711"/>
                </a:lnTo>
                <a:lnTo>
                  <a:pt x="553" y="2711"/>
                </a:lnTo>
                <a:lnTo>
                  <a:pt x="553" y="2710"/>
                </a:lnTo>
                <a:lnTo>
                  <a:pt x="552" y="2709"/>
                </a:lnTo>
                <a:lnTo>
                  <a:pt x="552" y="2708"/>
                </a:lnTo>
                <a:lnTo>
                  <a:pt x="551" y="2708"/>
                </a:lnTo>
                <a:lnTo>
                  <a:pt x="551" y="2707"/>
                </a:lnTo>
                <a:lnTo>
                  <a:pt x="551" y="2706"/>
                </a:lnTo>
                <a:lnTo>
                  <a:pt x="552" y="2706"/>
                </a:lnTo>
                <a:lnTo>
                  <a:pt x="552" y="2705"/>
                </a:lnTo>
                <a:lnTo>
                  <a:pt x="552" y="2704"/>
                </a:lnTo>
                <a:lnTo>
                  <a:pt x="551" y="2704"/>
                </a:lnTo>
                <a:lnTo>
                  <a:pt x="551" y="2703"/>
                </a:lnTo>
                <a:lnTo>
                  <a:pt x="550" y="2703"/>
                </a:lnTo>
                <a:lnTo>
                  <a:pt x="549" y="2703"/>
                </a:lnTo>
                <a:lnTo>
                  <a:pt x="549" y="2704"/>
                </a:lnTo>
                <a:lnTo>
                  <a:pt x="548" y="2704"/>
                </a:lnTo>
                <a:lnTo>
                  <a:pt x="547" y="2704"/>
                </a:lnTo>
                <a:lnTo>
                  <a:pt x="547" y="2705"/>
                </a:lnTo>
                <a:lnTo>
                  <a:pt x="546" y="2705"/>
                </a:lnTo>
                <a:lnTo>
                  <a:pt x="547" y="2705"/>
                </a:lnTo>
                <a:lnTo>
                  <a:pt x="546" y="2705"/>
                </a:lnTo>
                <a:lnTo>
                  <a:pt x="546" y="2706"/>
                </a:lnTo>
                <a:lnTo>
                  <a:pt x="545" y="2706"/>
                </a:lnTo>
                <a:lnTo>
                  <a:pt x="545" y="2707"/>
                </a:lnTo>
                <a:lnTo>
                  <a:pt x="545" y="2706"/>
                </a:lnTo>
                <a:lnTo>
                  <a:pt x="543" y="2706"/>
                </a:lnTo>
                <a:lnTo>
                  <a:pt x="542" y="2706"/>
                </a:lnTo>
                <a:lnTo>
                  <a:pt x="542" y="2707"/>
                </a:lnTo>
                <a:lnTo>
                  <a:pt x="541" y="2707"/>
                </a:lnTo>
                <a:lnTo>
                  <a:pt x="542" y="2707"/>
                </a:lnTo>
                <a:lnTo>
                  <a:pt x="541" y="2707"/>
                </a:lnTo>
                <a:lnTo>
                  <a:pt x="541" y="2708"/>
                </a:lnTo>
                <a:lnTo>
                  <a:pt x="540" y="2708"/>
                </a:lnTo>
                <a:lnTo>
                  <a:pt x="540" y="2707"/>
                </a:lnTo>
                <a:lnTo>
                  <a:pt x="539" y="2707"/>
                </a:lnTo>
                <a:lnTo>
                  <a:pt x="538" y="2706"/>
                </a:lnTo>
                <a:lnTo>
                  <a:pt x="538" y="2705"/>
                </a:lnTo>
                <a:lnTo>
                  <a:pt x="538" y="2704"/>
                </a:lnTo>
                <a:lnTo>
                  <a:pt x="537" y="2704"/>
                </a:lnTo>
                <a:lnTo>
                  <a:pt x="537" y="2703"/>
                </a:lnTo>
                <a:lnTo>
                  <a:pt x="537" y="2702"/>
                </a:lnTo>
                <a:lnTo>
                  <a:pt x="536" y="2702"/>
                </a:lnTo>
                <a:lnTo>
                  <a:pt x="537" y="2701"/>
                </a:lnTo>
                <a:lnTo>
                  <a:pt x="538" y="2700"/>
                </a:lnTo>
                <a:lnTo>
                  <a:pt x="539" y="2700"/>
                </a:lnTo>
                <a:lnTo>
                  <a:pt x="539" y="2699"/>
                </a:lnTo>
                <a:lnTo>
                  <a:pt x="539" y="2698"/>
                </a:lnTo>
                <a:lnTo>
                  <a:pt x="538" y="2698"/>
                </a:lnTo>
                <a:lnTo>
                  <a:pt x="538" y="2697"/>
                </a:lnTo>
                <a:lnTo>
                  <a:pt x="537" y="2696"/>
                </a:lnTo>
                <a:lnTo>
                  <a:pt x="536" y="2695"/>
                </a:lnTo>
                <a:lnTo>
                  <a:pt x="536" y="2694"/>
                </a:lnTo>
                <a:lnTo>
                  <a:pt x="535" y="2693"/>
                </a:lnTo>
                <a:lnTo>
                  <a:pt x="534" y="2693"/>
                </a:lnTo>
                <a:lnTo>
                  <a:pt x="533" y="2693"/>
                </a:lnTo>
                <a:lnTo>
                  <a:pt x="533" y="2692"/>
                </a:lnTo>
                <a:lnTo>
                  <a:pt x="532" y="2692"/>
                </a:lnTo>
                <a:lnTo>
                  <a:pt x="531" y="2692"/>
                </a:lnTo>
                <a:lnTo>
                  <a:pt x="531" y="2691"/>
                </a:lnTo>
                <a:lnTo>
                  <a:pt x="530" y="2691"/>
                </a:lnTo>
                <a:lnTo>
                  <a:pt x="531" y="2690"/>
                </a:lnTo>
                <a:lnTo>
                  <a:pt x="530" y="2690"/>
                </a:lnTo>
                <a:lnTo>
                  <a:pt x="530" y="2689"/>
                </a:lnTo>
                <a:lnTo>
                  <a:pt x="529" y="2689"/>
                </a:lnTo>
                <a:lnTo>
                  <a:pt x="530" y="2689"/>
                </a:lnTo>
                <a:lnTo>
                  <a:pt x="530" y="2688"/>
                </a:lnTo>
                <a:lnTo>
                  <a:pt x="529" y="2688"/>
                </a:lnTo>
                <a:lnTo>
                  <a:pt x="530" y="2688"/>
                </a:lnTo>
                <a:lnTo>
                  <a:pt x="529" y="2687"/>
                </a:lnTo>
                <a:lnTo>
                  <a:pt x="528" y="2687"/>
                </a:lnTo>
                <a:lnTo>
                  <a:pt x="528" y="2686"/>
                </a:lnTo>
                <a:lnTo>
                  <a:pt x="527" y="2686"/>
                </a:lnTo>
                <a:lnTo>
                  <a:pt x="527" y="2685"/>
                </a:lnTo>
                <a:lnTo>
                  <a:pt x="526" y="2685"/>
                </a:lnTo>
                <a:lnTo>
                  <a:pt x="525" y="2685"/>
                </a:lnTo>
                <a:lnTo>
                  <a:pt x="525" y="2686"/>
                </a:lnTo>
                <a:lnTo>
                  <a:pt x="524" y="2685"/>
                </a:lnTo>
                <a:lnTo>
                  <a:pt x="523" y="2685"/>
                </a:lnTo>
                <a:lnTo>
                  <a:pt x="523" y="2684"/>
                </a:lnTo>
                <a:lnTo>
                  <a:pt x="523" y="2683"/>
                </a:lnTo>
                <a:lnTo>
                  <a:pt x="522" y="2683"/>
                </a:lnTo>
                <a:lnTo>
                  <a:pt x="522" y="2682"/>
                </a:lnTo>
                <a:lnTo>
                  <a:pt x="521" y="2682"/>
                </a:lnTo>
                <a:lnTo>
                  <a:pt x="520" y="2681"/>
                </a:lnTo>
                <a:lnTo>
                  <a:pt x="520" y="2680"/>
                </a:lnTo>
                <a:lnTo>
                  <a:pt x="521" y="2680"/>
                </a:lnTo>
                <a:lnTo>
                  <a:pt x="522" y="2680"/>
                </a:lnTo>
                <a:lnTo>
                  <a:pt x="523" y="2679"/>
                </a:lnTo>
                <a:lnTo>
                  <a:pt x="523" y="2678"/>
                </a:lnTo>
                <a:lnTo>
                  <a:pt x="524" y="2677"/>
                </a:lnTo>
                <a:lnTo>
                  <a:pt x="525" y="2677"/>
                </a:lnTo>
                <a:lnTo>
                  <a:pt x="525" y="2676"/>
                </a:lnTo>
                <a:lnTo>
                  <a:pt x="524" y="2676"/>
                </a:lnTo>
                <a:lnTo>
                  <a:pt x="524" y="2675"/>
                </a:lnTo>
                <a:lnTo>
                  <a:pt x="523" y="2675"/>
                </a:lnTo>
                <a:lnTo>
                  <a:pt x="523" y="2674"/>
                </a:lnTo>
                <a:lnTo>
                  <a:pt x="522" y="2674"/>
                </a:lnTo>
                <a:lnTo>
                  <a:pt x="522" y="2673"/>
                </a:lnTo>
                <a:lnTo>
                  <a:pt x="521" y="2673"/>
                </a:lnTo>
                <a:lnTo>
                  <a:pt x="521" y="2672"/>
                </a:lnTo>
                <a:lnTo>
                  <a:pt x="520" y="2672"/>
                </a:lnTo>
                <a:lnTo>
                  <a:pt x="520" y="2671"/>
                </a:lnTo>
                <a:lnTo>
                  <a:pt x="519" y="2671"/>
                </a:lnTo>
                <a:lnTo>
                  <a:pt x="519" y="2670"/>
                </a:lnTo>
                <a:lnTo>
                  <a:pt x="519" y="2669"/>
                </a:lnTo>
                <a:lnTo>
                  <a:pt x="519" y="2668"/>
                </a:lnTo>
                <a:lnTo>
                  <a:pt x="519" y="2667"/>
                </a:lnTo>
                <a:lnTo>
                  <a:pt x="519" y="2666"/>
                </a:lnTo>
                <a:lnTo>
                  <a:pt x="519" y="2665"/>
                </a:lnTo>
                <a:lnTo>
                  <a:pt x="518" y="2665"/>
                </a:lnTo>
                <a:lnTo>
                  <a:pt x="517" y="2665"/>
                </a:lnTo>
                <a:lnTo>
                  <a:pt x="517" y="2664"/>
                </a:lnTo>
                <a:lnTo>
                  <a:pt x="516" y="2664"/>
                </a:lnTo>
                <a:lnTo>
                  <a:pt x="515" y="2664"/>
                </a:lnTo>
                <a:lnTo>
                  <a:pt x="515" y="2663"/>
                </a:lnTo>
                <a:lnTo>
                  <a:pt x="514" y="2663"/>
                </a:lnTo>
                <a:lnTo>
                  <a:pt x="513" y="2663"/>
                </a:lnTo>
                <a:lnTo>
                  <a:pt x="513" y="2662"/>
                </a:lnTo>
                <a:lnTo>
                  <a:pt x="512" y="2662"/>
                </a:lnTo>
                <a:lnTo>
                  <a:pt x="512" y="2661"/>
                </a:lnTo>
                <a:lnTo>
                  <a:pt x="511" y="2661"/>
                </a:lnTo>
                <a:lnTo>
                  <a:pt x="511" y="2660"/>
                </a:lnTo>
                <a:lnTo>
                  <a:pt x="510" y="2660"/>
                </a:lnTo>
                <a:lnTo>
                  <a:pt x="509" y="2660"/>
                </a:lnTo>
                <a:lnTo>
                  <a:pt x="509" y="2659"/>
                </a:lnTo>
                <a:lnTo>
                  <a:pt x="508" y="2659"/>
                </a:lnTo>
                <a:lnTo>
                  <a:pt x="507" y="2659"/>
                </a:lnTo>
                <a:lnTo>
                  <a:pt x="506" y="2659"/>
                </a:lnTo>
                <a:lnTo>
                  <a:pt x="505" y="2659"/>
                </a:lnTo>
                <a:lnTo>
                  <a:pt x="505" y="2658"/>
                </a:lnTo>
                <a:lnTo>
                  <a:pt x="504" y="2658"/>
                </a:lnTo>
                <a:lnTo>
                  <a:pt x="504" y="2659"/>
                </a:lnTo>
                <a:lnTo>
                  <a:pt x="503" y="2659"/>
                </a:lnTo>
                <a:lnTo>
                  <a:pt x="502" y="2659"/>
                </a:lnTo>
                <a:lnTo>
                  <a:pt x="502" y="2660"/>
                </a:lnTo>
                <a:lnTo>
                  <a:pt x="501" y="2660"/>
                </a:lnTo>
                <a:lnTo>
                  <a:pt x="500" y="2659"/>
                </a:lnTo>
                <a:lnTo>
                  <a:pt x="500" y="2660"/>
                </a:lnTo>
                <a:lnTo>
                  <a:pt x="500" y="2661"/>
                </a:lnTo>
                <a:lnTo>
                  <a:pt x="500" y="2662"/>
                </a:lnTo>
                <a:lnTo>
                  <a:pt x="499" y="2662"/>
                </a:lnTo>
                <a:lnTo>
                  <a:pt x="499" y="2663"/>
                </a:lnTo>
                <a:lnTo>
                  <a:pt x="499" y="2664"/>
                </a:lnTo>
                <a:lnTo>
                  <a:pt x="497" y="2664"/>
                </a:lnTo>
                <a:lnTo>
                  <a:pt x="497" y="2663"/>
                </a:lnTo>
                <a:lnTo>
                  <a:pt x="496" y="2663"/>
                </a:lnTo>
                <a:lnTo>
                  <a:pt x="496" y="2662"/>
                </a:lnTo>
                <a:lnTo>
                  <a:pt x="495" y="2662"/>
                </a:lnTo>
                <a:lnTo>
                  <a:pt x="494" y="2662"/>
                </a:lnTo>
                <a:lnTo>
                  <a:pt x="494" y="2661"/>
                </a:lnTo>
                <a:lnTo>
                  <a:pt x="495" y="2661"/>
                </a:lnTo>
                <a:lnTo>
                  <a:pt x="494" y="2661"/>
                </a:lnTo>
                <a:lnTo>
                  <a:pt x="494" y="2660"/>
                </a:lnTo>
                <a:lnTo>
                  <a:pt x="494" y="2659"/>
                </a:lnTo>
                <a:lnTo>
                  <a:pt x="495" y="2659"/>
                </a:lnTo>
                <a:lnTo>
                  <a:pt x="495" y="2658"/>
                </a:lnTo>
                <a:lnTo>
                  <a:pt x="495" y="2657"/>
                </a:lnTo>
                <a:lnTo>
                  <a:pt x="496" y="2656"/>
                </a:lnTo>
                <a:lnTo>
                  <a:pt x="496" y="2655"/>
                </a:lnTo>
                <a:lnTo>
                  <a:pt x="496" y="2654"/>
                </a:lnTo>
                <a:lnTo>
                  <a:pt x="497" y="2654"/>
                </a:lnTo>
                <a:lnTo>
                  <a:pt x="497" y="2653"/>
                </a:lnTo>
                <a:lnTo>
                  <a:pt x="497" y="2652"/>
                </a:lnTo>
                <a:lnTo>
                  <a:pt x="496" y="2652"/>
                </a:lnTo>
                <a:lnTo>
                  <a:pt x="496" y="2651"/>
                </a:lnTo>
                <a:lnTo>
                  <a:pt x="496" y="2650"/>
                </a:lnTo>
                <a:lnTo>
                  <a:pt x="496" y="2649"/>
                </a:lnTo>
                <a:lnTo>
                  <a:pt x="497" y="2649"/>
                </a:lnTo>
                <a:lnTo>
                  <a:pt x="496" y="2649"/>
                </a:lnTo>
                <a:lnTo>
                  <a:pt x="495" y="2649"/>
                </a:lnTo>
                <a:lnTo>
                  <a:pt x="494" y="2649"/>
                </a:lnTo>
                <a:lnTo>
                  <a:pt x="494" y="2648"/>
                </a:lnTo>
                <a:lnTo>
                  <a:pt x="493" y="2647"/>
                </a:lnTo>
                <a:lnTo>
                  <a:pt x="492" y="2647"/>
                </a:lnTo>
                <a:lnTo>
                  <a:pt x="491" y="2647"/>
                </a:lnTo>
                <a:lnTo>
                  <a:pt x="490" y="2647"/>
                </a:lnTo>
                <a:lnTo>
                  <a:pt x="490" y="2646"/>
                </a:lnTo>
                <a:lnTo>
                  <a:pt x="489" y="2646"/>
                </a:lnTo>
                <a:lnTo>
                  <a:pt x="489" y="2645"/>
                </a:lnTo>
                <a:lnTo>
                  <a:pt x="488" y="2644"/>
                </a:lnTo>
                <a:lnTo>
                  <a:pt x="488" y="2645"/>
                </a:lnTo>
                <a:lnTo>
                  <a:pt x="487" y="2645"/>
                </a:lnTo>
                <a:lnTo>
                  <a:pt x="486" y="2645"/>
                </a:lnTo>
                <a:lnTo>
                  <a:pt x="485" y="2645"/>
                </a:lnTo>
                <a:lnTo>
                  <a:pt x="485" y="2646"/>
                </a:lnTo>
                <a:lnTo>
                  <a:pt x="484" y="2646"/>
                </a:lnTo>
                <a:lnTo>
                  <a:pt x="484" y="2647"/>
                </a:lnTo>
                <a:lnTo>
                  <a:pt x="483" y="2647"/>
                </a:lnTo>
                <a:lnTo>
                  <a:pt x="483" y="2646"/>
                </a:lnTo>
                <a:lnTo>
                  <a:pt x="482" y="2646"/>
                </a:lnTo>
                <a:lnTo>
                  <a:pt x="481" y="2646"/>
                </a:lnTo>
                <a:lnTo>
                  <a:pt x="480" y="2647"/>
                </a:lnTo>
                <a:lnTo>
                  <a:pt x="479" y="2647"/>
                </a:lnTo>
                <a:lnTo>
                  <a:pt x="479" y="2648"/>
                </a:lnTo>
                <a:lnTo>
                  <a:pt x="479" y="2649"/>
                </a:lnTo>
                <a:lnTo>
                  <a:pt x="478" y="2649"/>
                </a:lnTo>
                <a:lnTo>
                  <a:pt x="478" y="2650"/>
                </a:lnTo>
                <a:lnTo>
                  <a:pt x="477" y="2650"/>
                </a:lnTo>
                <a:lnTo>
                  <a:pt x="476" y="2650"/>
                </a:lnTo>
                <a:lnTo>
                  <a:pt x="476" y="2649"/>
                </a:lnTo>
                <a:lnTo>
                  <a:pt x="476" y="2648"/>
                </a:lnTo>
                <a:lnTo>
                  <a:pt x="476" y="2647"/>
                </a:lnTo>
                <a:lnTo>
                  <a:pt x="476" y="2646"/>
                </a:lnTo>
                <a:lnTo>
                  <a:pt x="476" y="2645"/>
                </a:lnTo>
                <a:lnTo>
                  <a:pt x="477" y="2645"/>
                </a:lnTo>
                <a:lnTo>
                  <a:pt x="477" y="2644"/>
                </a:lnTo>
                <a:lnTo>
                  <a:pt x="477" y="2643"/>
                </a:lnTo>
                <a:lnTo>
                  <a:pt x="477" y="2642"/>
                </a:lnTo>
                <a:lnTo>
                  <a:pt x="478" y="2642"/>
                </a:lnTo>
                <a:lnTo>
                  <a:pt x="478" y="2641"/>
                </a:lnTo>
                <a:lnTo>
                  <a:pt x="478" y="2640"/>
                </a:lnTo>
                <a:lnTo>
                  <a:pt x="477" y="2640"/>
                </a:lnTo>
                <a:lnTo>
                  <a:pt x="477" y="2639"/>
                </a:lnTo>
                <a:lnTo>
                  <a:pt x="476" y="2639"/>
                </a:lnTo>
                <a:lnTo>
                  <a:pt x="476" y="2638"/>
                </a:lnTo>
                <a:lnTo>
                  <a:pt x="475" y="2638"/>
                </a:lnTo>
                <a:lnTo>
                  <a:pt x="474" y="2638"/>
                </a:lnTo>
                <a:lnTo>
                  <a:pt x="474" y="2637"/>
                </a:lnTo>
                <a:lnTo>
                  <a:pt x="473" y="2637"/>
                </a:lnTo>
                <a:lnTo>
                  <a:pt x="473" y="2636"/>
                </a:lnTo>
                <a:lnTo>
                  <a:pt x="472" y="2636"/>
                </a:lnTo>
                <a:lnTo>
                  <a:pt x="472" y="2635"/>
                </a:lnTo>
                <a:lnTo>
                  <a:pt x="471" y="2635"/>
                </a:lnTo>
                <a:lnTo>
                  <a:pt x="470" y="2635"/>
                </a:lnTo>
                <a:lnTo>
                  <a:pt x="469" y="2635"/>
                </a:lnTo>
                <a:lnTo>
                  <a:pt x="469" y="2634"/>
                </a:lnTo>
                <a:lnTo>
                  <a:pt x="468" y="2634"/>
                </a:lnTo>
                <a:lnTo>
                  <a:pt x="467" y="2634"/>
                </a:lnTo>
                <a:lnTo>
                  <a:pt x="466" y="2634"/>
                </a:lnTo>
                <a:lnTo>
                  <a:pt x="465" y="2634"/>
                </a:lnTo>
                <a:lnTo>
                  <a:pt x="464" y="2634"/>
                </a:lnTo>
                <a:lnTo>
                  <a:pt x="464" y="2633"/>
                </a:lnTo>
                <a:lnTo>
                  <a:pt x="463" y="2633"/>
                </a:lnTo>
                <a:lnTo>
                  <a:pt x="463" y="2632"/>
                </a:lnTo>
                <a:lnTo>
                  <a:pt x="463" y="2631"/>
                </a:lnTo>
                <a:lnTo>
                  <a:pt x="462" y="2631"/>
                </a:lnTo>
                <a:lnTo>
                  <a:pt x="461" y="2631"/>
                </a:lnTo>
                <a:lnTo>
                  <a:pt x="461" y="2630"/>
                </a:lnTo>
                <a:lnTo>
                  <a:pt x="460" y="2630"/>
                </a:lnTo>
                <a:lnTo>
                  <a:pt x="459" y="2630"/>
                </a:lnTo>
                <a:lnTo>
                  <a:pt x="458" y="2629"/>
                </a:lnTo>
                <a:lnTo>
                  <a:pt x="457" y="2629"/>
                </a:lnTo>
                <a:lnTo>
                  <a:pt x="457" y="2628"/>
                </a:lnTo>
                <a:lnTo>
                  <a:pt x="456" y="2628"/>
                </a:lnTo>
                <a:lnTo>
                  <a:pt x="456" y="2627"/>
                </a:lnTo>
                <a:lnTo>
                  <a:pt x="456" y="2626"/>
                </a:lnTo>
                <a:lnTo>
                  <a:pt x="455" y="2626"/>
                </a:lnTo>
                <a:lnTo>
                  <a:pt x="455" y="2625"/>
                </a:lnTo>
                <a:lnTo>
                  <a:pt x="455" y="2624"/>
                </a:lnTo>
                <a:lnTo>
                  <a:pt x="455" y="2623"/>
                </a:lnTo>
                <a:lnTo>
                  <a:pt x="455" y="2622"/>
                </a:lnTo>
                <a:lnTo>
                  <a:pt x="455" y="2621"/>
                </a:lnTo>
                <a:lnTo>
                  <a:pt x="455" y="2620"/>
                </a:lnTo>
                <a:lnTo>
                  <a:pt x="455" y="2619"/>
                </a:lnTo>
                <a:lnTo>
                  <a:pt x="455" y="2618"/>
                </a:lnTo>
                <a:lnTo>
                  <a:pt x="456" y="2618"/>
                </a:lnTo>
                <a:lnTo>
                  <a:pt x="457" y="2618"/>
                </a:lnTo>
                <a:lnTo>
                  <a:pt x="457" y="2617"/>
                </a:lnTo>
                <a:lnTo>
                  <a:pt x="458" y="2616"/>
                </a:lnTo>
                <a:lnTo>
                  <a:pt x="458" y="2615"/>
                </a:lnTo>
                <a:lnTo>
                  <a:pt x="458" y="2614"/>
                </a:lnTo>
                <a:lnTo>
                  <a:pt x="459" y="2614"/>
                </a:lnTo>
                <a:lnTo>
                  <a:pt x="459" y="2613"/>
                </a:lnTo>
                <a:lnTo>
                  <a:pt x="459" y="2612"/>
                </a:lnTo>
                <a:lnTo>
                  <a:pt x="459" y="2611"/>
                </a:lnTo>
                <a:lnTo>
                  <a:pt x="458" y="2611"/>
                </a:lnTo>
                <a:lnTo>
                  <a:pt x="458" y="2610"/>
                </a:lnTo>
                <a:lnTo>
                  <a:pt x="457" y="2610"/>
                </a:lnTo>
                <a:lnTo>
                  <a:pt x="457" y="2609"/>
                </a:lnTo>
                <a:lnTo>
                  <a:pt x="456" y="2609"/>
                </a:lnTo>
                <a:lnTo>
                  <a:pt x="455" y="2608"/>
                </a:lnTo>
                <a:lnTo>
                  <a:pt x="454" y="2607"/>
                </a:lnTo>
                <a:lnTo>
                  <a:pt x="453" y="2607"/>
                </a:lnTo>
                <a:lnTo>
                  <a:pt x="453" y="2606"/>
                </a:lnTo>
                <a:lnTo>
                  <a:pt x="453" y="2607"/>
                </a:lnTo>
                <a:lnTo>
                  <a:pt x="453" y="2606"/>
                </a:lnTo>
                <a:lnTo>
                  <a:pt x="452" y="2606"/>
                </a:lnTo>
                <a:lnTo>
                  <a:pt x="452" y="2605"/>
                </a:lnTo>
                <a:lnTo>
                  <a:pt x="451" y="2605"/>
                </a:lnTo>
                <a:lnTo>
                  <a:pt x="450" y="2605"/>
                </a:lnTo>
                <a:lnTo>
                  <a:pt x="450" y="2604"/>
                </a:lnTo>
                <a:lnTo>
                  <a:pt x="450" y="2603"/>
                </a:lnTo>
                <a:lnTo>
                  <a:pt x="450" y="2602"/>
                </a:lnTo>
                <a:lnTo>
                  <a:pt x="450" y="2601"/>
                </a:lnTo>
                <a:lnTo>
                  <a:pt x="450" y="2600"/>
                </a:lnTo>
                <a:lnTo>
                  <a:pt x="450" y="2599"/>
                </a:lnTo>
                <a:lnTo>
                  <a:pt x="451" y="2599"/>
                </a:lnTo>
                <a:lnTo>
                  <a:pt x="451" y="2598"/>
                </a:lnTo>
                <a:lnTo>
                  <a:pt x="451" y="2597"/>
                </a:lnTo>
                <a:lnTo>
                  <a:pt x="452" y="2597"/>
                </a:lnTo>
                <a:lnTo>
                  <a:pt x="452" y="2596"/>
                </a:lnTo>
                <a:lnTo>
                  <a:pt x="453" y="2596"/>
                </a:lnTo>
                <a:lnTo>
                  <a:pt x="453" y="2595"/>
                </a:lnTo>
                <a:lnTo>
                  <a:pt x="454" y="2595"/>
                </a:lnTo>
                <a:lnTo>
                  <a:pt x="455" y="2595"/>
                </a:lnTo>
                <a:lnTo>
                  <a:pt x="456" y="2595"/>
                </a:lnTo>
                <a:lnTo>
                  <a:pt x="456" y="2594"/>
                </a:lnTo>
                <a:lnTo>
                  <a:pt x="456" y="2593"/>
                </a:lnTo>
                <a:lnTo>
                  <a:pt x="456" y="2592"/>
                </a:lnTo>
                <a:lnTo>
                  <a:pt x="457" y="2592"/>
                </a:lnTo>
                <a:lnTo>
                  <a:pt x="457" y="2591"/>
                </a:lnTo>
                <a:lnTo>
                  <a:pt x="457" y="2590"/>
                </a:lnTo>
                <a:lnTo>
                  <a:pt x="458" y="2590"/>
                </a:lnTo>
                <a:lnTo>
                  <a:pt x="458" y="2589"/>
                </a:lnTo>
                <a:lnTo>
                  <a:pt x="458" y="2588"/>
                </a:lnTo>
                <a:lnTo>
                  <a:pt x="458" y="2587"/>
                </a:lnTo>
                <a:lnTo>
                  <a:pt x="457" y="2587"/>
                </a:lnTo>
                <a:lnTo>
                  <a:pt x="458" y="2587"/>
                </a:lnTo>
                <a:lnTo>
                  <a:pt x="458" y="2586"/>
                </a:lnTo>
                <a:lnTo>
                  <a:pt x="458" y="2585"/>
                </a:lnTo>
                <a:lnTo>
                  <a:pt x="459" y="2585"/>
                </a:lnTo>
                <a:lnTo>
                  <a:pt x="459" y="2584"/>
                </a:lnTo>
                <a:lnTo>
                  <a:pt x="460" y="2583"/>
                </a:lnTo>
                <a:lnTo>
                  <a:pt x="460" y="2582"/>
                </a:lnTo>
                <a:lnTo>
                  <a:pt x="460" y="2581"/>
                </a:lnTo>
                <a:lnTo>
                  <a:pt x="461" y="2581"/>
                </a:lnTo>
                <a:lnTo>
                  <a:pt x="460" y="2580"/>
                </a:lnTo>
                <a:lnTo>
                  <a:pt x="460" y="2579"/>
                </a:lnTo>
                <a:lnTo>
                  <a:pt x="460" y="2578"/>
                </a:lnTo>
                <a:lnTo>
                  <a:pt x="461" y="2578"/>
                </a:lnTo>
                <a:lnTo>
                  <a:pt x="461" y="2577"/>
                </a:lnTo>
                <a:lnTo>
                  <a:pt x="462" y="2577"/>
                </a:lnTo>
                <a:lnTo>
                  <a:pt x="462" y="2576"/>
                </a:lnTo>
                <a:lnTo>
                  <a:pt x="462" y="2575"/>
                </a:lnTo>
                <a:lnTo>
                  <a:pt x="463" y="2575"/>
                </a:lnTo>
                <a:lnTo>
                  <a:pt x="463" y="2574"/>
                </a:lnTo>
                <a:lnTo>
                  <a:pt x="463" y="2573"/>
                </a:lnTo>
                <a:lnTo>
                  <a:pt x="462" y="2573"/>
                </a:lnTo>
                <a:lnTo>
                  <a:pt x="462" y="2572"/>
                </a:lnTo>
                <a:lnTo>
                  <a:pt x="462" y="2571"/>
                </a:lnTo>
                <a:lnTo>
                  <a:pt x="461" y="2571"/>
                </a:lnTo>
                <a:lnTo>
                  <a:pt x="460" y="2571"/>
                </a:lnTo>
                <a:lnTo>
                  <a:pt x="460" y="2570"/>
                </a:lnTo>
                <a:lnTo>
                  <a:pt x="459" y="2570"/>
                </a:lnTo>
                <a:lnTo>
                  <a:pt x="458" y="2570"/>
                </a:lnTo>
                <a:lnTo>
                  <a:pt x="458" y="2569"/>
                </a:lnTo>
                <a:lnTo>
                  <a:pt x="459" y="2568"/>
                </a:lnTo>
                <a:lnTo>
                  <a:pt x="460" y="2568"/>
                </a:lnTo>
                <a:lnTo>
                  <a:pt x="460" y="2567"/>
                </a:lnTo>
                <a:lnTo>
                  <a:pt x="459" y="2566"/>
                </a:lnTo>
                <a:lnTo>
                  <a:pt x="458" y="2566"/>
                </a:lnTo>
                <a:lnTo>
                  <a:pt x="458" y="2565"/>
                </a:lnTo>
                <a:lnTo>
                  <a:pt x="458" y="2564"/>
                </a:lnTo>
                <a:lnTo>
                  <a:pt x="457" y="2564"/>
                </a:lnTo>
                <a:lnTo>
                  <a:pt x="457" y="2563"/>
                </a:lnTo>
                <a:lnTo>
                  <a:pt x="457" y="2561"/>
                </a:lnTo>
                <a:lnTo>
                  <a:pt x="456" y="2561"/>
                </a:lnTo>
                <a:lnTo>
                  <a:pt x="456" y="2560"/>
                </a:lnTo>
                <a:lnTo>
                  <a:pt x="456" y="2559"/>
                </a:lnTo>
                <a:lnTo>
                  <a:pt x="456" y="2558"/>
                </a:lnTo>
                <a:lnTo>
                  <a:pt x="457" y="2558"/>
                </a:lnTo>
                <a:lnTo>
                  <a:pt x="457" y="2557"/>
                </a:lnTo>
                <a:lnTo>
                  <a:pt x="457" y="2558"/>
                </a:lnTo>
                <a:lnTo>
                  <a:pt x="458" y="2558"/>
                </a:lnTo>
                <a:lnTo>
                  <a:pt x="459" y="2557"/>
                </a:lnTo>
                <a:lnTo>
                  <a:pt x="460" y="2557"/>
                </a:lnTo>
                <a:lnTo>
                  <a:pt x="461" y="2557"/>
                </a:lnTo>
                <a:lnTo>
                  <a:pt x="461" y="2556"/>
                </a:lnTo>
                <a:lnTo>
                  <a:pt x="462" y="2556"/>
                </a:lnTo>
                <a:lnTo>
                  <a:pt x="462" y="2555"/>
                </a:lnTo>
                <a:lnTo>
                  <a:pt x="462" y="2554"/>
                </a:lnTo>
                <a:lnTo>
                  <a:pt x="462" y="2553"/>
                </a:lnTo>
                <a:lnTo>
                  <a:pt x="463" y="2553"/>
                </a:lnTo>
                <a:lnTo>
                  <a:pt x="463" y="2552"/>
                </a:lnTo>
                <a:lnTo>
                  <a:pt x="462" y="2552"/>
                </a:lnTo>
                <a:lnTo>
                  <a:pt x="461" y="2551"/>
                </a:lnTo>
                <a:lnTo>
                  <a:pt x="461" y="2550"/>
                </a:lnTo>
                <a:lnTo>
                  <a:pt x="460" y="2550"/>
                </a:lnTo>
                <a:lnTo>
                  <a:pt x="460" y="2549"/>
                </a:lnTo>
                <a:lnTo>
                  <a:pt x="459" y="2549"/>
                </a:lnTo>
                <a:lnTo>
                  <a:pt x="459" y="2548"/>
                </a:lnTo>
                <a:lnTo>
                  <a:pt x="459" y="2549"/>
                </a:lnTo>
                <a:lnTo>
                  <a:pt x="458" y="2549"/>
                </a:lnTo>
                <a:lnTo>
                  <a:pt x="458" y="2548"/>
                </a:lnTo>
                <a:lnTo>
                  <a:pt x="457" y="2548"/>
                </a:lnTo>
                <a:lnTo>
                  <a:pt x="456" y="2548"/>
                </a:lnTo>
                <a:lnTo>
                  <a:pt x="456" y="2547"/>
                </a:lnTo>
                <a:lnTo>
                  <a:pt x="456" y="2546"/>
                </a:lnTo>
                <a:lnTo>
                  <a:pt x="456" y="2545"/>
                </a:lnTo>
                <a:lnTo>
                  <a:pt x="455" y="2545"/>
                </a:lnTo>
                <a:lnTo>
                  <a:pt x="455" y="2544"/>
                </a:lnTo>
                <a:lnTo>
                  <a:pt x="455" y="2543"/>
                </a:lnTo>
                <a:lnTo>
                  <a:pt x="455" y="2542"/>
                </a:lnTo>
                <a:lnTo>
                  <a:pt x="454" y="2541"/>
                </a:lnTo>
                <a:lnTo>
                  <a:pt x="453" y="2540"/>
                </a:lnTo>
                <a:lnTo>
                  <a:pt x="454" y="2540"/>
                </a:lnTo>
                <a:lnTo>
                  <a:pt x="454" y="2539"/>
                </a:lnTo>
                <a:lnTo>
                  <a:pt x="453" y="2538"/>
                </a:lnTo>
                <a:lnTo>
                  <a:pt x="452" y="2537"/>
                </a:lnTo>
                <a:lnTo>
                  <a:pt x="452" y="2536"/>
                </a:lnTo>
                <a:lnTo>
                  <a:pt x="453" y="2535"/>
                </a:lnTo>
                <a:lnTo>
                  <a:pt x="454" y="2535"/>
                </a:lnTo>
                <a:lnTo>
                  <a:pt x="454" y="2534"/>
                </a:lnTo>
                <a:lnTo>
                  <a:pt x="455" y="2534"/>
                </a:lnTo>
                <a:lnTo>
                  <a:pt x="456" y="2534"/>
                </a:lnTo>
                <a:lnTo>
                  <a:pt x="457" y="2534"/>
                </a:lnTo>
                <a:lnTo>
                  <a:pt x="457" y="2533"/>
                </a:lnTo>
                <a:lnTo>
                  <a:pt x="456" y="2533"/>
                </a:lnTo>
                <a:lnTo>
                  <a:pt x="456" y="2532"/>
                </a:lnTo>
                <a:lnTo>
                  <a:pt x="457" y="2532"/>
                </a:lnTo>
                <a:lnTo>
                  <a:pt x="458" y="2531"/>
                </a:lnTo>
                <a:lnTo>
                  <a:pt x="459" y="2531"/>
                </a:lnTo>
                <a:lnTo>
                  <a:pt x="459" y="2530"/>
                </a:lnTo>
                <a:lnTo>
                  <a:pt x="458" y="2529"/>
                </a:lnTo>
                <a:lnTo>
                  <a:pt x="458" y="2528"/>
                </a:lnTo>
                <a:lnTo>
                  <a:pt x="458" y="2527"/>
                </a:lnTo>
                <a:lnTo>
                  <a:pt x="458" y="2526"/>
                </a:lnTo>
                <a:lnTo>
                  <a:pt x="458" y="2525"/>
                </a:lnTo>
                <a:lnTo>
                  <a:pt x="459" y="2525"/>
                </a:lnTo>
                <a:lnTo>
                  <a:pt x="458" y="2524"/>
                </a:lnTo>
                <a:lnTo>
                  <a:pt x="457" y="2523"/>
                </a:lnTo>
                <a:lnTo>
                  <a:pt x="456" y="2523"/>
                </a:lnTo>
                <a:lnTo>
                  <a:pt x="456" y="2522"/>
                </a:lnTo>
                <a:lnTo>
                  <a:pt x="455" y="2522"/>
                </a:lnTo>
                <a:lnTo>
                  <a:pt x="454" y="2522"/>
                </a:lnTo>
                <a:lnTo>
                  <a:pt x="454" y="2523"/>
                </a:lnTo>
                <a:lnTo>
                  <a:pt x="453" y="2523"/>
                </a:lnTo>
                <a:lnTo>
                  <a:pt x="453" y="2522"/>
                </a:lnTo>
                <a:lnTo>
                  <a:pt x="452" y="2522"/>
                </a:lnTo>
                <a:lnTo>
                  <a:pt x="451" y="2522"/>
                </a:lnTo>
                <a:lnTo>
                  <a:pt x="450" y="2522"/>
                </a:lnTo>
                <a:lnTo>
                  <a:pt x="450" y="2523"/>
                </a:lnTo>
                <a:lnTo>
                  <a:pt x="449" y="2523"/>
                </a:lnTo>
                <a:lnTo>
                  <a:pt x="449" y="2522"/>
                </a:lnTo>
                <a:lnTo>
                  <a:pt x="448" y="2522"/>
                </a:lnTo>
                <a:lnTo>
                  <a:pt x="448" y="2521"/>
                </a:lnTo>
                <a:lnTo>
                  <a:pt x="447" y="2520"/>
                </a:lnTo>
                <a:lnTo>
                  <a:pt x="447" y="2519"/>
                </a:lnTo>
                <a:lnTo>
                  <a:pt x="447" y="2518"/>
                </a:lnTo>
                <a:lnTo>
                  <a:pt x="446" y="2518"/>
                </a:lnTo>
                <a:lnTo>
                  <a:pt x="447" y="2517"/>
                </a:lnTo>
                <a:lnTo>
                  <a:pt x="448" y="2517"/>
                </a:lnTo>
                <a:lnTo>
                  <a:pt x="448" y="2516"/>
                </a:lnTo>
                <a:lnTo>
                  <a:pt x="448" y="2515"/>
                </a:lnTo>
                <a:lnTo>
                  <a:pt x="448" y="2514"/>
                </a:lnTo>
                <a:lnTo>
                  <a:pt x="449" y="2514"/>
                </a:lnTo>
                <a:lnTo>
                  <a:pt x="449" y="2513"/>
                </a:lnTo>
                <a:lnTo>
                  <a:pt x="448" y="2512"/>
                </a:lnTo>
                <a:lnTo>
                  <a:pt x="448" y="2511"/>
                </a:lnTo>
                <a:lnTo>
                  <a:pt x="449" y="2511"/>
                </a:lnTo>
                <a:lnTo>
                  <a:pt x="449" y="2510"/>
                </a:lnTo>
                <a:lnTo>
                  <a:pt x="449" y="2509"/>
                </a:lnTo>
                <a:lnTo>
                  <a:pt x="449" y="2508"/>
                </a:lnTo>
                <a:lnTo>
                  <a:pt x="450" y="2508"/>
                </a:lnTo>
                <a:lnTo>
                  <a:pt x="451" y="2507"/>
                </a:lnTo>
                <a:lnTo>
                  <a:pt x="451" y="2505"/>
                </a:lnTo>
                <a:lnTo>
                  <a:pt x="450" y="2505"/>
                </a:lnTo>
                <a:lnTo>
                  <a:pt x="450" y="2504"/>
                </a:lnTo>
                <a:lnTo>
                  <a:pt x="451" y="2504"/>
                </a:lnTo>
                <a:lnTo>
                  <a:pt x="451" y="2503"/>
                </a:lnTo>
                <a:lnTo>
                  <a:pt x="450" y="2503"/>
                </a:lnTo>
                <a:lnTo>
                  <a:pt x="450" y="2502"/>
                </a:lnTo>
                <a:lnTo>
                  <a:pt x="450" y="2501"/>
                </a:lnTo>
                <a:lnTo>
                  <a:pt x="449" y="2500"/>
                </a:lnTo>
                <a:lnTo>
                  <a:pt x="449" y="2499"/>
                </a:lnTo>
                <a:lnTo>
                  <a:pt x="448" y="2499"/>
                </a:lnTo>
                <a:lnTo>
                  <a:pt x="448" y="2498"/>
                </a:lnTo>
                <a:lnTo>
                  <a:pt x="448" y="2497"/>
                </a:lnTo>
                <a:lnTo>
                  <a:pt x="448" y="2496"/>
                </a:lnTo>
                <a:lnTo>
                  <a:pt x="447" y="2496"/>
                </a:lnTo>
                <a:lnTo>
                  <a:pt x="446" y="2496"/>
                </a:lnTo>
                <a:lnTo>
                  <a:pt x="446" y="2495"/>
                </a:lnTo>
                <a:lnTo>
                  <a:pt x="446" y="2494"/>
                </a:lnTo>
                <a:lnTo>
                  <a:pt x="447" y="2494"/>
                </a:lnTo>
                <a:lnTo>
                  <a:pt x="447" y="2493"/>
                </a:lnTo>
                <a:lnTo>
                  <a:pt x="446" y="2493"/>
                </a:lnTo>
                <a:lnTo>
                  <a:pt x="445" y="2493"/>
                </a:lnTo>
                <a:lnTo>
                  <a:pt x="446" y="2492"/>
                </a:lnTo>
                <a:lnTo>
                  <a:pt x="446" y="2491"/>
                </a:lnTo>
                <a:lnTo>
                  <a:pt x="446" y="2490"/>
                </a:lnTo>
                <a:lnTo>
                  <a:pt x="446" y="2489"/>
                </a:lnTo>
                <a:lnTo>
                  <a:pt x="447" y="2488"/>
                </a:lnTo>
                <a:lnTo>
                  <a:pt x="447" y="2487"/>
                </a:lnTo>
                <a:lnTo>
                  <a:pt x="447" y="2486"/>
                </a:lnTo>
                <a:lnTo>
                  <a:pt x="448" y="2486"/>
                </a:lnTo>
                <a:lnTo>
                  <a:pt x="448" y="2485"/>
                </a:lnTo>
                <a:lnTo>
                  <a:pt x="449" y="2485"/>
                </a:lnTo>
                <a:lnTo>
                  <a:pt x="449" y="2484"/>
                </a:lnTo>
                <a:lnTo>
                  <a:pt x="449" y="2483"/>
                </a:lnTo>
                <a:lnTo>
                  <a:pt x="449" y="2481"/>
                </a:lnTo>
                <a:lnTo>
                  <a:pt x="450" y="2479"/>
                </a:lnTo>
                <a:lnTo>
                  <a:pt x="450" y="2478"/>
                </a:lnTo>
                <a:lnTo>
                  <a:pt x="451" y="2477"/>
                </a:lnTo>
                <a:lnTo>
                  <a:pt x="451" y="2476"/>
                </a:lnTo>
                <a:lnTo>
                  <a:pt x="451" y="2475"/>
                </a:lnTo>
                <a:lnTo>
                  <a:pt x="452" y="2475"/>
                </a:lnTo>
                <a:lnTo>
                  <a:pt x="452" y="2474"/>
                </a:lnTo>
                <a:lnTo>
                  <a:pt x="452" y="2473"/>
                </a:lnTo>
                <a:lnTo>
                  <a:pt x="453" y="2472"/>
                </a:lnTo>
                <a:lnTo>
                  <a:pt x="453" y="2471"/>
                </a:lnTo>
                <a:lnTo>
                  <a:pt x="453" y="2469"/>
                </a:lnTo>
                <a:lnTo>
                  <a:pt x="454" y="2469"/>
                </a:lnTo>
                <a:lnTo>
                  <a:pt x="454" y="2468"/>
                </a:lnTo>
                <a:lnTo>
                  <a:pt x="454" y="2467"/>
                </a:lnTo>
                <a:lnTo>
                  <a:pt x="454" y="2466"/>
                </a:lnTo>
                <a:lnTo>
                  <a:pt x="455" y="2466"/>
                </a:lnTo>
                <a:lnTo>
                  <a:pt x="456" y="2466"/>
                </a:lnTo>
                <a:lnTo>
                  <a:pt x="457" y="2466"/>
                </a:lnTo>
                <a:lnTo>
                  <a:pt x="459" y="2465"/>
                </a:lnTo>
                <a:lnTo>
                  <a:pt x="460" y="2464"/>
                </a:lnTo>
                <a:lnTo>
                  <a:pt x="461" y="2463"/>
                </a:lnTo>
                <a:lnTo>
                  <a:pt x="462" y="2462"/>
                </a:lnTo>
                <a:lnTo>
                  <a:pt x="463" y="2461"/>
                </a:lnTo>
                <a:lnTo>
                  <a:pt x="464" y="2461"/>
                </a:lnTo>
                <a:lnTo>
                  <a:pt x="465" y="2460"/>
                </a:lnTo>
                <a:lnTo>
                  <a:pt x="466" y="2460"/>
                </a:lnTo>
                <a:lnTo>
                  <a:pt x="466" y="2459"/>
                </a:lnTo>
                <a:lnTo>
                  <a:pt x="467" y="2459"/>
                </a:lnTo>
                <a:lnTo>
                  <a:pt x="468" y="2458"/>
                </a:lnTo>
                <a:lnTo>
                  <a:pt x="469" y="2458"/>
                </a:lnTo>
                <a:lnTo>
                  <a:pt x="470" y="2458"/>
                </a:lnTo>
                <a:lnTo>
                  <a:pt x="471" y="2458"/>
                </a:lnTo>
                <a:lnTo>
                  <a:pt x="473" y="2456"/>
                </a:lnTo>
                <a:lnTo>
                  <a:pt x="473" y="2455"/>
                </a:lnTo>
                <a:lnTo>
                  <a:pt x="474" y="2453"/>
                </a:lnTo>
                <a:lnTo>
                  <a:pt x="474" y="2451"/>
                </a:lnTo>
                <a:lnTo>
                  <a:pt x="475" y="2451"/>
                </a:lnTo>
                <a:lnTo>
                  <a:pt x="475" y="2450"/>
                </a:lnTo>
                <a:lnTo>
                  <a:pt x="476" y="2449"/>
                </a:lnTo>
                <a:lnTo>
                  <a:pt x="478" y="2448"/>
                </a:lnTo>
                <a:lnTo>
                  <a:pt x="479" y="2448"/>
                </a:lnTo>
                <a:lnTo>
                  <a:pt x="479" y="2447"/>
                </a:lnTo>
                <a:lnTo>
                  <a:pt x="480" y="2447"/>
                </a:lnTo>
                <a:lnTo>
                  <a:pt x="481" y="2446"/>
                </a:lnTo>
                <a:lnTo>
                  <a:pt x="480" y="2446"/>
                </a:lnTo>
                <a:lnTo>
                  <a:pt x="480" y="2445"/>
                </a:lnTo>
                <a:lnTo>
                  <a:pt x="479" y="2445"/>
                </a:lnTo>
                <a:lnTo>
                  <a:pt x="478" y="2445"/>
                </a:lnTo>
                <a:lnTo>
                  <a:pt x="478" y="2444"/>
                </a:lnTo>
                <a:lnTo>
                  <a:pt x="477" y="2444"/>
                </a:lnTo>
                <a:lnTo>
                  <a:pt x="476" y="2444"/>
                </a:lnTo>
                <a:lnTo>
                  <a:pt x="476" y="2443"/>
                </a:lnTo>
                <a:lnTo>
                  <a:pt x="475" y="2443"/>
                </a:lnTo>
                <a:lnTo>
                  <a:pt x="474" y="2443"/>
                </a:lnTo>
                <a:lnTo>
                  <a:pt x="473" y="2443"/>
                </a:lnTo>
                <a:lnTo>
                  <a:pt x="472" y="2443"/>
                </a:lnTo>
                <a:lnTo>
                  <a:pt x="471" y="2443"/>
                </a:lnTo>
                <a:lnTo>
                  <a:pt x="470" y="2444"/>
                </a:lnTo>
                <a:lnTo>
                  <a:pt x="469" y="2444"/>
                </a:lnTo>
                <a:lnTo>
                  <a:pt x="469" y="2443"/>
                </a:lnTo>
                <a:lnTo>
                  <a:pt x="468" y="2443"/>
                </a:lnTo>
                <a:lnTo>
                  <a:pt x="467" y="2443"/>
                </a:lnTo>
                <a:lnTo>
                  <a:pt x="466" y="2443"/>
                </a:lnTo>
                <a:lnTo>
                  <a:pt x="465" y="2443"/>
                </a:lnTo>
                <a:lnTo>
                  <a:pt x="465" y="2444"/>
                </a:lnTo>
                <a:lnTo>
                  <a:pt x="464" y="2445"/>
                </a:lnTo>
                <a:lnTo>
                  <a:pt x="464" y="2446"/>
                </a:lnTo>
                <a:lnTo>
                  <a:pt x="463" y="2446"/>
                </a:lnTo>
                <a:lnTo>
                  <a:pt x="462" y="2446"/>
                </a:lnTo>
                <a:lnTo>
                  <a:pt x="462" y="2445"/>
                </a:lnTo>
                <a:lnTo>
                  <a:pt x="461" y="2444"/>
                </a:lnTo>
                <a:lnTo>
                  <a:pt x="461" y="2443"/>
                </a:lnTo>
                <a:lnTo>
                  <a:pt x="460" y="2443"/>
                </a:lnTo>
                <a:lnTo>
                  <a:pt x="460" y="2441"/>
                </a:lnTo>
                <a:lnTo>
                  <a:pt x="460" y="2440"/>
                </a:lnTo>
                <a:lnTo>
                  <a:pt x="460" y="2439"/>
                </a:lnTo>
                <a:lnTo>
                  <a:pt x="459" y="2439"/>
                </a:lnTo>
                <a:lnTo>
                  <a:pt x="458" y="2439"/>
                </a:lnTo>
                <a:lnTo>
                  <a:pt x="457" y="2439"/>
                </a:lnTo>
                <a:lnTo>
                  <a:pt x="456" y="2439"/>
                </a:lnTo>
                <a:lnTo>
                  <a:pt x="455" y="2439"/>
                </a:lnTo>
                <a:lnTo>
                  <a:pt x="453" y="2440"/>
                </a:lnTo>
                <a:lnTo>
                  <a:pt x="452" y="2440"/>
                </a:lnTo>
                <a:lnTo>
                  <a:pt x="450" y="2439"/>
                </a:lnTo>
                <a:lnTo>
                  <a:pt x="449" y="2438"/>
                </a:lnTo>
                <a:lnTo>
                  <a:pt x="449" y="2437"/>
                </a:lnTo>
                <a:lnTo>
                  <a:pt x="448" y="2436"/>
                </a:lnTo>
                <a:lnTo>
                  <a:pt x="447" y="2436"/>
                </a:lnTo>
                <a:lnTo>
                  <a:pt x="446" y="2436"/>
                </a:lnTo>
                <a:lnTo>
                  <a:pt x="446" y="2437"/>
                </a:lnTo>
                <a:lnTo>
                  <a:pt x="446" y="2438"/>
                </a:lnTo>
                <a:lnTo>
                  <a:pt x="445" y="2439"/>
                </a:lnTo>
                <a:lnTo>
                  <a:pt x="445" y="2440"/>
                </a:lnTo>
                <a:lnTo>
                  <a:pt x="444" y="2441"/>
                </a:lnTo>
                <a:lnTo>
                  <a:pt x="443" y="2441"/>
                </a:lnTo>
                <a:lnTo>
                  <a:pt x="442" y="2440"/>
                </a:lnTo>
                <a:lnTo>
                  <a:pt x="441" y="2438"/>
                </a:lnTo>
                <a:lnTo>
                  <a:pt x="440" y="2435"/>
                </a:lnTo>
                <a:lnTo>
                  <a:pt x="439" y="2433"/>
                </a:lnTo>
                <a:lnTo>
                  <a:pt x="438" y="2432"/>
                </a:lnTo>
                <a:lnTo>
                  <a:pt x="437" y="2433"/>
                </a:lnTo>
                <a:lnTo>
                  <a:pt x="436" y="2434"/>
                </a:lnTo>
                <a:lnTo>
                  <a:pt x="435" y="2432"/>
                </a:lnTo>
                <a:lnTo>
                  <a:pt x="433" y="2429"/>
                </a:lnTo>
                <a:lnTo>
                  <a:pt x="433" y="2428"/>
                </a:lnTo>
                <a:lnTo>
                  <a:pt x="432" y="2426"/>
                </a:lnTo>
                <a:lnTo>
                  <a:pt x="431" y="2426"/>
                </a:lnTo>
                <a:lnTo>
                  <a:pt x="430" y="2426"/>
                </a:lnTo>
                <a:lnTo>
                  <a:pt x="430" y="2427"/>
                </a:lnTo>
                <a:lnTo>
                  <a:pt x="429" y="2428"/>
                </a:lnTo>
                <a:lnTo>
                  <a:pt x="429" y="2429"/>
                </a:lnTo>
                <a:lnTo>
                  <a:pt x="428" y="2430"/>
                </a:lnTo>
                <a:lnTo>
                  <a:pt x="427" y="2431"/>
                </a:lnTo>
                <a:lnTo>
                  <a:pt x="426" y="2430"/>
                </a:lnTo>
                <a:lnTo>
                  <a:pt x="424" y="2429"/>
                </a:lnTo>
                <a:lnTo>
                  <a:pt x="422" y="2428"/>
                </a:lnTo>
                <a:lnTo>
                  <a:pt x="421" y="2428"/>
                </a:lnTo>
                <a:lnTo>
                  <a:pt x="419" y="2429"/>
                </a:lnTo>
                <a:lnTo>
                  <a:pt x="418" y="2430"/>
                </a:lnTo>
                <a:lnTo>
                  <a:pt x="417" y="2430"/>
                </a:lnTo>
                <a:lnTo>
                  <a:pt x="416" y="2431"/>
                </a:lnTo>
                <a:lnTo>
                  <a:pt x="416" y="2432"/>
                </a:lnTo>
                <a:lnTo>
                  <a:pt x="416" y="2433"/>
                </a:lnTo>
                <a:lnTo>
                  <a:pt x="415" y="2434"/>
                </a:lnTo>
                <a:lnTo>
                  <a:pt x="414" y="2434"/>
                </a:lnTo>
                <a:lnTo>
                  <a:pt x="413" y="2434"/>
                </a:lnTo>
                <a:lnTo>
                  <a:pt x="411" y="2433"/>
                </a:lnTo>
                <a:lnTo>
                  <a:pt x="410" y="2434"/>
                </a:lnTo>
                <a:lnTo>
                  <a:pt x="409" y="2434"/>
                </a:lnTo>
                <a:lnTo>
                  <a:pt x="408" y="2435"/>
                </a:lnTo>
                <a:lnTo>
                  <a:pt x="408" y="2434"/>
                </a:lnTo>
                <a:lnTo>
                  <a:pt x="407" y="2432"/>
                </a:lnTo>
                <a:lnTo>
                  <a:pt x="406" y="2430"/>
                </a:lnTo>
                <a:lnTo>
                  <a:pt x="405" y="2428"/>
                </a:lnTo>
                <a:lnTo>
                  <a:pt x="404" y="2428"/>
                </a:lnTo>
                <a:lnTo>
                  <a:pt x="404" y="2427"/>
                </a:lnTo>
                <a:lnTo>
                  <a:pt x="403" y="2427"/>
                </a:lnTo>
                <a:lnTo>
                  <a:pt x="402" y="2427"/>
                </a:lnTo>
                <a:lnTo>
                  <a:pt x="402" y="2428"/>
                </a:lnTo>
                <a:lnTo>
                  <a:pt x="401" y="2430"/>
                </a:lnTo>
                <a:lnTo>
                  <a:pt x="401" y="2431"/>
                </a:lnTo>
                <a:lnTo>
                  <a:pt x="400" y="2431"/>
                </a:lnTo>
                <a:lnTo>
                  <a:pt x="398" y="2429"/>
                </a:lnTo>
                <a:lnTo>
                  <a:pt x="396" y="2428"/>
                </a:lnTo>
                <a:lnTo>
                  <a:pt x="395" y="2427"/>
                </a:lnTo>
                <a:lnTo>
                  <a:pt x="394" y="2427"/>
                </a:lnTo>
                <a:lnTo>
                  <a:pt x="393" y="2428"/>
                </a:lnTo>
                <a:lnTo>
                  <a:pt x="392" y="2427"/>
                </a:lnTo>
                <a:lnTo>
                  <a:pt x="393" y="2425"/>
                </a:lnTo>
                <a:lnTo>
                  <a:pt x="393" y="2424"/>
                </a:lnTo>
                <a:lnTo>
                  <a:pt x="392" y="2424"/>
                </a:lnTo>
                <a:lnTo>
                  <a:pt x="389" y="2422"/>
                </a:lnTo>
                <a:lnTo>
                  <a:pt x="386" y="2421"/>
                </a:lnTo>
                <a:lnTo>
                  <a:pt x="384" y="2420"/>
                </a:lnTo>
                <a:lnTo>
                  <a:pt x="383" y="2420"/>
                </a:lnTo>
                <a:lnTo>
                  <a:pt x="381" y="2420"/>
                </a:lnTo>
                <a:lnTo>
                  <a:pt x="379" y="2420"/>
                </a:lnTo>
                <a:lnTo>
                  <a:pt x="378" y="2420"/>
                </a:lnTo>
                <a:lnTo>
                  <a:pt x="375" y="2420"/>
                </a:lnTo>
                <a:lnTo>
                  <a:pt x="374" y="2420"/>
                </a:lnTo>
                <a:lnTo>
                  <a:pt x="372" y="2421"/>
                </a:lnTo>
                <a:lnTo>
                  <a:pt x="371" y="2421"/>
                </a:lnTo>
                <a:lnTo>
                  <a:pt x="370" y="2421"/>
                </a:lnTo>
                <a:lnTo>
                  <a:pt x="369" y="2421"/>
                </a:lnTo>
                <a:lnTo>
                  <a:pt x="368" y="2420"/>
                </a:lnTo>
                <a:lnTo>
                  <a:pt x="367" y="2419"/>
                </a:lnTo>
                <a:lnTo>
                  <a:pt x="366" y="2418"/>
                </a:lnTo>
                <a:lnTo>
                  <a:pt x="363" y="2417"/>
                </a:lnTo>
                <a:lnTo>
                  <a:pt x="361" y="2417"/>
                </a:lnTo>
                <a:lnTo>
                  <a:pt x="361" y="2416"/>
                </a:lnTo>
                <a:lnTo>
                  <a:pt x="360" y="2414"/>
                </a:lnTo>
                <a:lnTo>
                  <a:pt x="360" y="2413"/>
                </a:lnTo>
                <a:lnTo>
                  <a:pt x="361" y="2412"/>
                </a:lnTo>
                <a:lnTo>
                  <a:pt x="361" y="2411"/>
                </a:lnTo>
                <a:lnTo>
                  <a:pt x="360" y="2411"/>
                </a:lnTo>
                <a:lnTo>
                  <a:pt x="359" y="2411"/>
                </a:lnTo>
                <a:lnTo>
                  <a:pt x="358" y="2411"/>
                </a:lnTo>
                <a:lnTo>
                  <a:pt x="357" y="2410"/>
                </a:lnTo>
                <a:lnTo>
                  <a:pt x="357" y="2408"/>
                </a:lnTo>
                <a:lnTo>
                  <a:pt x="357" y="2406"/>
                </a:lnTo>
                <a:lnTo>
                  <a:pt x="357" y="2404"/>
                </a:lnTo>
                <a:lnTo>
                  <a:pt x="356" y="2403"/>
                </a:lnTo>
                <a:lnTo>
                  <a:pt x="355" y="2401"/>
                </a:lnTo>
                <a:lnTo>
                  <a:pt x="353" y="2400"/>
                </a:lnTo>
                <a:lnTo>
                  <a:pt x="353" y="2399"/>
                </a:lnTo>
                <a:lnTo>
                  <a:pt x="352" y="2398"/>
                </a:lnTo>
                <a:lnTo>
                  <a:pt x="351" y="2398"/>
                </a:lnTo>
                <a:lnTo>
                  <a:pt x="350" y="2399"/>
                </a:lnTo>
                <a:lnTo>
                  <a:pt x="348" y="2398"/>
                </a:lnTo>
                <a:lnTo>
                  <a:pt x="346" y="2398"/>
                </a:lnTo>
                <a:lnTo>
                  <a:pt x="344" y="2398"/>
                </a:lnTo>
                <a:lnTo>
                  <a:pt x="342" y="2398"/>
                </a:lnTo>
                <a:lnTo>
                  <a:pt x="341" y="2399"/>
                </a:lnTo>
                <a:lnTo>
                  <a:pt x="339" y="2399"/>
                </a:lnTo>
                <a:lnTo>
                  <a:pt x="338" y="2400"/>
                </a:lnTo>
                <a:lnTo>
                  <a:pt x="337" y="2400"/>
                </a:lnTo>
                <a:lnTo>
                  <a:pt x="335" y="2399"/>
                </a:lnTo>
                <a:lnTo>
                  <a:pt x="333" y="2398"/>
                </a:lnTo>
                <a:lnTo>
                  <a:pt x="332" y="2397"/>
                </a:lnTo>
                <a:lnTo>
                  <a:pt x="332" y="2396"/>
                </a:lnTo>
                <a:lnTo>
                  <a:pt x="331" y="2394"/>
                </a:lnTo>
                <a:lnTo>
                  <a:pt x="330" y="2394"/>
                </a:lnTo>
                <a:lnTo>
                  <a:pt x="329" y="2393"/>
                </a:lnTo>
                <a:lnTo>
                  <a:pt x="328" y="2392"/>
                </a:lnTo>
                <a:lnTo>
                  <a:pt x="327" y="2391"/>
                </a:lnTo>
                <a:lnTo>
                  <a:pt x="326" y="2389"/>
                </a:lnTo>
                <a:lnTo>
                  <a:pt x="325" y="2388"/>
                </a:lnTo>
                <a:lnTo>
                  <a:pt x="323" y="2387"/>
                </a:lnTo>
                <a:lnTo>
                  <a:pt x="322" y="2385"/>
                </a:lnTo>
                <a:lnTo>
                  <a:pt x="321" y="2385"/>
                </a:lnTo>
                <a:lnTo>
                  <a:pt x="320" y="2382"/>
                </a:lnTo>
                <a:lnTo>
                  <a:pt x="319" y="2379"/>
                </a:lnTo>
                <a:lnTo>
                  <a:pt x="318" y="2377"/>
                </a:lnTo>
                <a:lnTo>
                  <a:pt x="316" y="2377"/>
                </a:lnTo>
                <a:lnTo>
                  <a:pt x="316" y="2376"/>
                </a:lnTo>
                <a:lnTo>
                  <a:pt x="315" y="2376"/>
                </a:lnTo>
                <a:lnTo>
                  <a:pt x="314" y="2375"/>
                </a:lnTo>
                <a:lnTo>
                  <a:pt x="312" y="2374"/>
                </a:lnTo>
                <a:lnTo>
                  <a:pt x="311" y="2373"/>
                </a:lnTo>
                <a:lnTo>
                  <a:pt x="310" y="2372"/>
                </a:lnTo>
                <a:lnTo>
                  <a:pt x="309" y="2371"/>
                </a:lnTo>
                <a:lnTo>
                  <a:pt x="308" y="2372"/>
                </a:lnTo>
                <a:lnTo>
                  <a:pt x="307" y="2372"/>
                </a:lnTo>
                <a:lnTo>
                  <a:pt x="306" y="2373"/>
                </a:lnTo>
                <a:lnTo>
                  <a:pt x="305" y="2373"/>
                </a:lnTo>
                <a:lnTo>
                  <a:pt x="304" y="2373"/>
                </a:lnTo>
                <a:lnTo>
                  <a:pt x="304" y="2372"/>
                </a:lnTo>
                <a:lnTo>
                  <a:pt x="303" y="2373"/>
                </a:lnTo>
                <a:lnTo>
                  <a:pt x="302" y="2373"/>
                </a:lnTo>
                <a:lnTo>
                  <a:pt x="301" y="2373"/>
                </a:lnTo>
                <a:lnTo>
                  <a:pt x="301" y="2372"/>
                </a:lnTo>
                <a:lnTo>
                  <a:pt x="299" y="2371"/>
                </a:lnTo>
                <a:lnTo>
                  <a:pt x="298" y="2369"/>
                </a:lnTo>
                <a:lnTo>
                  <a:pt x="296" y="2368"/>
                </a:lnTo>
                <a:lnTo>
                  <a:pt x="294" y="2367"/>
                </a:lnTo>
                <a:lnTo>
                  <a:pt x="293" y="2365"/>
                </a:lnTo>
                <a:lnTo>
                  <a:pt x="293" y="2363"/>
                </a:lnTo>
                <a:lnTo>
                  <a:pt x="293" y="2362"/>
                </a:lnTo>
                <a:lnTo>
                  <a:pt x="291" y="2360"/>
                </a:lnTo>
                <a:lnTo>
                  <a:pt x="290" y="2359"/>
                </a:lnTo>
                <a:lnTo>
                  <a:pt x="289" y="2357"/>
                </a:lnTo>
                <a:lnTo>
                  <a:pt x="288" y="2354"/>
                </a:lnTo>
                <a:lnTo>
                  <a:pt x="288" y="2353"/>
                </a:lnTo>
                <a:lnTo>
                  <a:pt x="287" y="2353"/>
                </a:lnTo>
                <a:lnTo>
                  <a:pt x="286" y="2353"/>
                </a:lnTo>
                <a:lnTo>
                  <a:pt x="284" y="2352"/>
                </a:lnTo>
                <a:lnTo>
                  <a:pt x="277" y="2352"/>
                </a:lnTo>
                <a:lnTo>
                  <a:pt x="276" y="2352"/>
                </a:lnTo>
                <a:lnTo>
                  <a:pt x="275" y="2352"/>
                </a:lnTo>
                <a:lnTo>
                  <a:pt x="274" y="2351"/>
                </a:lnTo>
                <a:lnTo>
                  <a:pt x="274" y="2350"/>
                </a:lnTo>
                <a:lnTo>
                  <a:pt x="274" y="2349"/>
                </a:lnTo>
                <a:lnTo>
                  <a:pt x="274" y="2347"/>
                </a:lnTo>
                <a:lnTo>
                  <a:pt x="274" y="2346"/>
                </a:lnTo>
                <a:lnTo>
                  <a:pt x="273" y="2345"/>
                </a:lnTo>
                <a:lnTo>
                  <a:pt x="272" y="2342"/>
                </a:lnTo>
                <a:lnTo>
                  <a:pt x="271" y="2340"/>
                </a:lnTo>
                <a:lnTo>
                  <a:pt x="271" y="2339"/>
                </a:lnTo>
                <a:lnTo>
                  <a:pt x="270" y="2338"/>
                </a:lnTo>
                <a:lnTo>
                  <a:pt x="269" y="2336"/>
                </a:lnTo>
                <a:lnTo>
                  <a:pt x="268" y="2336"/>
                </a:lnTo>
                <a:lnTo>
                  <a:pt x="268" y="2334"/>
                </a:lnTo>
                <a:lnTo>
                  <a:pt x="269" y="2333"/>
                </a:lnTo>
                <a:lnTo>
                  <a:pt x="269" y="2330"/>
                </a:lnTo>
                <a:lnTo>
                  <a:pt x="268" y="2329"/>
                </a:lnTo>
                <a:lnTo>
                  <a:pt x="266" y="2328"/>
                </a:lnTo>
                <a:lnTo>
                  <a:pt x="264" y="2328"/>
                </a:lnTo>
                <a:lnTo>
                  <a:pt x="263" y="2327"/>
                </a:lnTo>
                <a:lnTo>
                  <a:pt x="262" y="2326"/>
                </a:lnTo>
                <a:lnTo>
                  <a:pt x="262" y="2325"/>
                </a:lnTo>
                <a:lnTo>
                  <a:pt x="262" y="2324"/>
                </a:lnTo>
                <a:lnTo>
                  <a:pt x="261" y="2323"/>
                </a:lnTo>
                <a:lnTo>
                  <a:pt x="260" y="2323"/>
                </a:lnTo>
                <a:lnTo>
                  <a:pt x="259" y="2324"/>
                </a:lnTo>
                <a:lnTo>
                  <a:pt x="258" y="2324"/>
                </a:lnTo>
                <a:lnTo>
                  <a:pt x="257" y="2323"/>
                </a:lnTo>
                <a:lnTo>
                  <a:pt x="255" y="2322"/>
                </a:lnTo>
                <a:lnTo>
                  <a:pt x="254" y="2321"/>
                </a:lnTo>
                <a:lnTo>
                  <a:pt x="254" y="2320"/>
                </a:lnTo>
                <a:lnTo>
                  <a:pt x="254" y="2319"/>
                </a:lnTo>
                <a:lnTo>
                  <a:pt x="254" y="2317"/>
                </a:lnTo>
                <a:lnTo>
                  <a:pt x="254" y="2316"/>
                </a:lnTo>
                <a:lnTo>
                  <a:pt x="253" y="2314"/>
                </a:lnTo>
                <a:lnTo>
                  <a:pt x="253" y="2312"/>
                </a:lnTo>
                <a:lnTo>
                  <a:pt x="253" y="2311"/>
                </a:lnTo>
                <a:lnTo>
                  <a:pt x="253" y="2309"/>
                </a:lnTo>
                <a:lnTo>
                  <a:pt x="255" y="2308"/>
                </a:lnTo>
                <a:lnTo>
                  <a:pt x="257" y="2307"/>
                </a:lnTo>
                <a:lnTo>
                  <a:pt x="258" y="2307"/>
                </a:lnTo>
                <a:lnTo>
                  <a:pt x="258" y="2306"/>
                </a:lnTo>
                <a:lnTo>
                  <a:pt x="258" y="2305"/>
                </a:lnTo>
                <a:lnTo>
                  <a:pt x="258" y="2303"/>
                </a:lnTo>
                <a:lnTo>
                  <a:pt x="258" y="2301"/>
                </a:lnTo>
                <a:lnTo>
                  <a:pt x="259" y="2300"/>
                </a:lnTo>
                <a:lnTo>
                  <a:pt x="260" y="2298"/>
                </a:lnTo>
                <a:lnTo>
                  <a:pt x="262" y="2297"/>
                </a:lnTo>
                <a:lnTo>
                  <a:pt x="262" y="2296"/>
                </a:lnTo>
                <a:lnTo>
                  <a:pt x="262" y="2295"/>
                </a:lnTo>
                <a:lnTo>
                  <a:pt x="262" y="2293"/>
                </a:lnTo>
                <a:lnTo>
                  <a:pt x="261" y="2291"/>
                </a:lnTo>
                <a:lnTo>
                  <a:pt x="261" y="2290"/>
                </a:lnTo>
                <a:lnTo>
                  <a:pt x="260" y="2289"/>
                </a:lnTo>
                <a:lnTo>
                  <a:pt x="259" y="2289"/>
                </a:lnTo>
                <a:lnTo>
                  <a:pt x="258" y="2288"/>
                </a:lnTo>
                <a:lnTo>
                  <a:pt x="256" y="2289"/>
                </a:lnTo>
                <a:lnTo>
                  <a:pt x="255" y="2290"/>
                </a:lnTo>
                <a:lnTo>
                  <a:pt x="255" y="2292"/>
                </a:lnTo>
                <a:lnTo>
                  <a:pt x="254" y="2293"/>
                </a:lnTo>
                <a:lnTo>
                  <a:pt x="252" y="2293"/>
                </a:lnTo>
                <a:lnTo>
                  <a:pt x="251" y="2294"/>
                </a:lnTo>
                <a:lnTo>
                  <a:pt x="249" y="2295"/>
                </a:lnTo>
                <a:lnTo>
                  <a:pt x="248" y="2295"/>
                </a:lnTo>
                <a:lnTo>
                  <a:pt x="247" y="2294"/>
                </a:lnTo>
                <a:lnTo>
                  <a:pt x="246" y="2293"/>
                </a:lnTo>
                <a:lnTo>
                  <a:pt x="245" y="2292"/>
                </a:lnTo>
                <a:lnTo>
                  <a:pt x="243" y="2292"/>
                </a:lnTo>
                <a:lnTo>
                  <a:pt x="241" y="2292"/>
                </a:lnTo>
                <a:lnTo>
                  <a:pt x="240" y="2292"/>
                </a:lnTo>
                <a:lnTo>
                  <a:pt x="239" y="2293"/>
                </a:lnTo>
                <a:lnTo>
                  <a:pt x="238" y="2294"/>
                </a:lnTo>
                <a:lnTo>
                  <a:pt x="236" y="2295"/>
                </a:lnTo>
                <a:lnTo>
                  <a:pt x="235" y="2296"/>
                </a:lnTo>
                <a:lnTo>
                  <a:pt x="234" y="2297"/>
                </a:lnTo>
                <a:lnTo>
                  <a:pt x="233" y="2297"/>
                </a:lnTo>
                <a:lnTo>
                  <a:pt x="232" y="2296"/>
                </a:lnTo>
                <a:lnTo>
                  <a:pt x="230" y="2295"/>
                </a:lnTo>
                <a:lnTo>
                  <a:pt x="227" y="2294"/>
                </a:lnTo>
                <a:lnTo>
                  <a:pt x="226" y="2293"/>
                </a:lnTo>
                <a:lnTo>
                  <a:pt x="224" y="2292"/>
                </a:lnTo>
                <a:lnTo>
                  <a:pt x="223" y="2293"/>
                </a:lnTo>
                <a:lnTo>
                  <a:pt x="222" y="2294"/>
                </a:lnTo>
                <a:lnTo>
                  <a:pt x="222" y="2295"/>
                </a:lnTo>
                <a:lnTo>
                  <a:pt x="222" y="2297"/>
                </a:lnTo>
                <a:lnTo>
                  <a:pt x="222" y="2299"/>
                </a:lnTo>
                <a:lnTo>
                  <a:pt x="222" y="2300"/>
                </a:lnTo>
                <a:lnTo>
                  <a:pt x="220" y="2299"/>
                </a:lnTo>
                <a:lnTo>
                  <a:pt x="219" y="2297"/>
                </a:lnTo>
                <a:lnTo>
                  <a:pt x="217" y="2296"/>
                </a:lnTo>
                <a:lnTo>
                  <a:pt x="216" y="2296"/>
                </a:lnTo>
                <a:lnTo>
                  <a:pt x="215" y="2296"/>
                </a:lnTo>
                <a:lnTo>
                  <a:pt x="214" y="2295"/>
                </a:lnTo>
                <a:lnTo>
                  <a:pt x="213" y="2295"/>
                </a:lnTo>
                <a:lnTo>
                  <a:pt x="213" y="2293"/>
                </a:lnTo>
                <a:lnTo>
                  <a:pt x="212" y="2293"/>
                </a:lnTo>
                <a:lnTo>
                  <a:pt x="210" y="2293"/>
                </a:lnTo>
                <a:lnTo>
                  <a:pt x="208" y="2292"/>
                </a:lnTo>
                <a:lnTo>
                  <a:pt x="206" y="2292"/>
                </a:lnTo>
                <a:lnTo>
                  <a:pt x="204" y="2291"/>
                </a:lnTo>
                <a:lnTo>
                  <a:pt x="201" y="2291"/>
                </a:lnTo>
                <a:lnTo>
                  <a:pt x="200" y="2292"/>
                </a:lnTo>
                <a:lnTo>
                  <a:pt x="199" y="2292"/>
                </a:lnTo>
                <a:lnTo>
                  <a:pt x="198" y="2292"/>
                </a:lnTo>
                <a:lnTo>
                  <a:pt x="196" y="2292"/>
                </a:lnTo>
                <a:lnTo>
                  <a:pt x="194" y="2292"/>
                </a:lnTo>
                <a:lnTo>
                  <a:pt x="192" y="2291"/>
                </a:lnTo>
                <a:lnTo>
                  <a:pt x="191" y="2290"/>
                </a:lnTo>
                <a:lnTo>
                  <a:pt x="190" y="2290"/>
                </a:lnTo>
                <a:lnTo>
                  <a:pt x="189" y="2288"/>
                </a:lnTo>
                <a:lnTo>
                  <a:pt x="188" y="2287"/>
                </a:lnTo>
                <a:lnTo>
                  <a:pt x="189" y="2286"/>
                </a:lnTo>
                <a:lnTo>
                  <a:pt x="190" y="2284"/>
                </a:lnTo>
                <a:lnTo>
                  <a:pt x="191" y="2282"/>
                </a:lnTo>
                <a:lnTo>
                  <a:pt x="192" y="2281"/>
                </a:lnTo>
                <a:lnTo>
                  <a:pt x="192" y="2278"/>
                </a:lnTo>
                <a:lnTo>
                  <a:pt x="193" y="2276"/>
                </a:lnTo>
                <a:lnTo>
                  <a:pt x="195" y="2274"/>
                </a:lnTo>
                <a:lnTo>
                  <a:pt x="195" y="2273"/>
                </a:lnTo>
                <a:lnTo>
                  <a:pt x="195" y="2271"/>
                </a:lnTo>
                <a:lnTo>
                  <a:pt x="195" y="2269"/>
                </a:lnTo>
                <a:lnTo>
                  <a:pt x="195" y="2267"/>
                </a:lnTo>
                <a:lnTo>
                  <a:pt x="194" y="2265"/>
                </a:lnTo>
                <a:lnTo>
                  <a:pt x="193" y="2263"/>
                </a:lnTo>
                <a:lnTo>
                  <a:pt x="192" y="2259"/>
                </a:lnTo>
                <a:lnTo>
                  <a:pt x="191" y="2255"/>
                </a:lnTo>
                <a:lnTo>
                  <a:pt x="191" y="2254"/>
                </a:lnTo>
                <a:lnTo>
                  <a:pt x="191" y="2253"/>
                </a:lnTo>
                <a:lnTo>
                  <a:pt x="191" y="2252"/>
                </a:lnTo>
                <a:lnTo>
                  <a:pt x="192" y="2250"/>
                </a:lnTo>
                <a:lnTo>
                  <a:pt x="192" y="2249"/>
                </a:lnTo>
                <a:lnTo>
                  <a:pt x="192" y="2248"/>
                </a:lnTo>
                <a:lnTo>
                  <a:pt x="191" y="2248"/>
                </a:lnTo>
                <a:lnTo>
                  <a:pt x="190" y="2247"/>
                </a:lnTo>
                <a:lnTo>
                  <a:pt x="188" y="2246"/>
                </a:lnTo>
                <a:lnTo>
                  <a:pt x="187" y="2245"/>
                </a:lnTo>
                <a:lnTo>
                  <a:pt x="185" y="2245"/>
                </a:lnTo>
                <a:lnTo>
                  <a:pt x="184" y="2244"/>
                </a:lnTo>
                <a:lnTo>
                  <a:pt x="183" y="2245"/>
                </a:lnTo>
                <a:lnTo>
                  <a:pt x="182" y="2245"/>
                </a:lnTo>
                <a:lnTo>
                  <a:pt x="181" y="2245"/>
                </a:lnTo>
                <a:lnTo>
                  <a:pt x="181" y="2246"/>
                </a:lnTo>
                <a:lnTo>
                  <a:pt x="180" y="2246"/>
                </a:lnTo>
                <a:lnTo>
                  <a:pt x="179" y="2246"/>
                </a:lnTo>
                <a:lnTo>
                  <a:pt x="179" y="2245"/>
                </a:lnTo>
                <a:lnTo>
                  <a:pt x="178" y="2245"/>
                </a:lnTo>
                <a:lnTo>
                  <a:pt x="177" y="2245"/>
                </a:lnTo>
                <a:lnTo>
                  <a:pt x="176" y="2244"/>
                </a:lnTo>
                <a:lnTo>
                  <a:pt x="176" y="2243"/>
                </a:lnTo>
                <a:lnTo>
                  <a:pt x="175" y="2242"/>
                </a:lnTo>
                <a:lnTo>
                  <a:pt x="174" y="2241"/>
                </a:lnTo>
                <a:lnTo>
                  <a:pt x="173" y="2239"/>
                </a:lnTo>
                <a:lnTo>
                  <a:pt x="172" y="2236"/>
                </a:lnTo>
                <a:lnTo>
                  <a:pt x="172" y="2234"/>
                </a:lnTo>
                <a:lnTo>
                  <a:pt x="172" y="2233"/>
                </a:lnTo>
                <a:lnTo>
                  <a:pt x="173" y="2233"/>
                </a:lnTo>
                <a:lnTo>
                  <a:pt x="173" y="2232"/>
                </a:lnTo>
                <a:lnTo>
                  <a:pt x="172" y="2232"/>
                </a:lnTo>
                <a:lnTo>
                  <a:pt x="172" y="2231"/>
                </a:lnTo>
                <a:lnTo>
                  <a:pt x="173" y="2230"/>
                </a:lnTo>
                <a:lnTo>
                  <a:pt x="173" y="2229"/>
                </a:lnTo>
                <a:lnTo>
                  <a:pt x="172" y="2228"/>
                </a:lnTo>
                <a:lnTo>
                  <a:pt x="172" y="2227"/>
                </a:lnTo>
                <a:lnTo>
                  <a:pt x="172" y="2225"/>
                </a:lnTo>
                <a:lnTo>
                  <a:pt x="173" y="2224"/>
                </a:lnTo>
                <a:lnTo>
                  <a:pt x="174" y="2223"/>
                </a:lnTo>
                <a:lnTo>
                  <a:pt x="174" y="2222"/>
                </a:lnTo>
                <a:lnTo>
                  <a:pt x="173" y="2220"/>
                </a:lnTo>
                <a:lnTo>
                  <a:pt x="173" y="2219"/>
                </a:lnTo>
                <a:lnTo>
                  <a:pt x="173" y="2218"/>
                </a:lnTo>
                <a:lnTo>
                  <a:pt x="173" y="2217"/>
                </a:lnTo>
                <a:lnTo>
                  <a:pt x="175" y="2218"/>
                </a:lnTo>
                <a:lnTo>
                  <a:pt x="177" y="2217"/>
                </a:lnTo>
                <a:lnTo>
                  <a:pt x="179" y="2217"/>
                </a:lnTo>
                <a:lnTo>
                  <a:pt x="180" y="2217"/>
                </a:lnTo>
                <a:lnTo>
                  <a:pt x="180" y="2216"/>
                </a:lnTo>
                <a:lnTo>
                  <a:pt x="179" y="2215"/>
                </a:lnTo>
                <a:lnTo>
                  <a:pt x="180" y="2215"/>
                </a:lnTo>
                <a:lnTo>
                  <a:pt x="180" y="2214"/>
                </a:lnTo>
                <a:lnTo>
                  <a:pt x="181" y="2214"/>
                </a:lnTo>
                <a:lnTo>
                  <a:pt x="183" y="2215"/>
                </a:lnTo>
                <a:lnTo>
                  <a:pt x="184" y="2215"/>
                </a:lnTo>
                <a:lnTo>
                  <a:pt x="185" y="2215"/>
                </a:lnTo>
                <a:lnTo>
                  <a:pt x="186" y="2215"/>
                </a:lnTo>
                <a:lnTo>
                  <a:pt x="187" y="2215"/>
                </a:lnTo>
                <a:lnTo>
                  <a:pt x="188" y="2214"/>
                </a:lnTo>
                <a:lnTo>
                  <a:pt x="188" y="2213"/>
                </a:lnTo>
                <a:lnTo>
                  <a:pt x="189" y="2210"/>
                </a:lnTo>
                <a:lnTo>
                  <a:pt x="189" y="2209"/>
                </a:lnTo>
                <a:lnTo>
                  <a:pt x="189" y="2206"/>
                </a:lnTo>
                <a:lnTo>
                  <a:pt x="190" y="2206"/>
                </a:lnTo>
                <a:lnTo>
                  <a:pt x="190" y="2205"/>
                </a:lnTo>
                <a:lnTo>
                  <a:pt x="190" y="2203"/>
                </a:lnTo>
                <a:lnTo>
                  <a:pt x="190" y="2202"/>
                </a:lnTo>
                <a:lnTo>
                  <a:pt x="191" y="2202"/>
                </a:lnTo>
                <a:lnTo>
                  <a:pt x="192" y="2202"/>
                </a:lnTo>
                <a:lnTo>
                  <a:pt x="194" y="2203"/>
                </a:lnTo>
                <a:lnTo>
                  <a:pt x="196" y="2204"/>
                </a:lnTo>
                <a:lnTo>
                  <a:pt x="197" y="2205"/>
                </a:lnTo>
                <a:lnTo>
                  <a:pt x="198" y="2206"/>
                </a:lnTo>
                <a:lnTo>
                  <a:pt x="199" y="2205"/>
                </a:lnTo>
                <a:lnTo>
                  <a:pt x="200" y="2204"/>
                </a:lnTo>
                <a:lnTo>
                  <a:pt x="200" y="2202"/>
                </a:lnTo>
                <a:lnTo>
                  <a:pt x="198" y="2200"/>
                </a:lnTo>
                <a:lnTo>
                  <a:pt x="198" y="2198"/>
                </a:lnTo>
                <a:lnTo>
                  <a:pt x="197" y="2197"/>
                </a:lnTo>
                <a:lnTo>
                  <a:pt x="197" y="2196"/>
                </a:lnTo>
                <a:lnTo>
                  <a:pt x="196" y="2194"/>
                </a:lnTo>
                <a:lnTo>
                  <a:pt x="196" y="2192"/>
                </a:lnTo>
                <a:lnTo>
                  <a:pt x="197" y="2191"/>
                </a:lnTo>
                <a:lnTo>
                  <a:pt x="196" y="2189"/>
                </a:lnTo>
                <a:lnTo>
                  <a:pt x="196" y="2188"/>
                </a:lnTo>
                <a:lnTo>
                  <a:pt x="194" y="2187"/>
                </a:lnTo>
                <a:lnTo>
                  <a:pt x="194" y="2186"/>
                </a:lnTo>
                <a:lnTo>
                  <a:pt x="193" y="2185"/>
                </a:lnTo>
                <a:lnTo>
                  <a:pt x="193" y="2184"/>
                </a:lnTo>
                <a:lnTo>
                  <a:pt x="193" y="2182"/>
                </a:lnTo>
                <a:lnTo>
                  <a:pt x="193" y="2180"/>
                </a:lnTo>
                <a:lnTo>
                  <a:pt x="193" y="2179"/>
                </a:lnTo>
                <a:lnTo>
                  <a:pt x="194" y="2179"/>
                </a:lnTo>
                <a:lnTo>
                  <a:pt x="194" y="2177"/>
                </a:lnTo>
                <a:lnTo>
                  <a:pt x="197" y="2175"/>
                </a:lnTo>
                <a:lnTo>
                  <a:pt x="197" y="2174"/>
                </a:lnTo>
                <a:lnTo>
                  <a:pt x="199" y="2173"/>
                </a:lnTo>
                <a:lnTo>
                  <a:pt x="201" y="2172"/>
                </a:lnTo>
                <a:lnTo>
                  <a:pt x="202" y="2171"/>
                </a:lnTo>
                <a:lnTo>
                  <a:pt x="204" y="2171"/>
                </a:lnTo>
                <a:lnTo>
                  <a:pt x="204" y="2169"/>
                </a:lnTo>
                <a:lnTo>
                  <a:pt x="205" y="2165"/>
                </a:lnTo>
                <a:lnTo>
                  <a:pt x="205" y="2163"/>
                </a:lnTo>
                <a:lnTo>
                  <a:pt x="205" y="2162"/>
                </a:lnTo>
                <a:lnTo>
                  <a:pt x="204" y="2160"/>
                </a:lnTo>
                <a:lnTo>
                  <a:pt x="204" y="2158"/>
                </a:lnTo>
                <a:lnTo>
                  <a:pt x="204" y="2157"/>
                </a:lnTo>
                <a:lnTo>
                  <a:pt x="204" y="2156"/>
                </a:lnTo>
                <a:lnTo>
                  <a:pt x="205" y="2156"/>
                </a:lnTo>
                <a:lnTo>
                  <a:pt x="205" y="2155"/>
                </a:lnTo>
                <a:lnTo>
                  <a:pt x="205" y="2154"/>
                </a:lnTo>
                <a:lnTo>
                  <a:pt x="204" y="2153"/>
                </a:lnTo>
                <a:lnTo>
                  <a:pt x="203" y="2152"/>
                </a:lnTo>
                <a:lnTo>
                  <a:pt x="203" y="2151"/>
                </a:lnTo>
                <a:lnTo>
                  <a:pt x="204" y="2149"/>
                </a:lnTo>
                <a:lnTo>
                  <a:pt x="204" y="2148"/>
                </a:lnTo>
                <a:lnTo>
                  <a:pt x="203" y="2147"/>
                </a:lnTo>
                <a:lnTo>
                  <a:pt x="203" y="2146"/>
                </a:lnTo>
                <a:lnTo>
                  <a:pt x="202" y="2145"/>
                </a:lnTo>
                <a:lnTo>
                  <a:pt x="201" y="2144"/>
                </a:lnTo>
                <a:lnTo>
                  <a:pt x="201" y="2142"/>
                </a:lnTo>
                <a:lnTo>
                  <a:pt x="201" y="2140"/>
                </a:lnTo>
                <a:lnTo>
                  <a:pt x="201" y="2139"/>
                </a:lnTo>
                <a:lnTo>
                  <a:pt x="201" y="2138"/>
                </a:lnTo>
                <a:lnTo>
                  <a:pt x="201" y="2136"/>
                </a:lnTo>
                <a:lnTo>
                  <a:pt x="200" y="2134"/>
                </a:lnTo>
                <a:lnTo>
                  <a:pt x="200" y="2132"/>
                </a:lnTo>
                <a:lnTo>
                  <a:pt x="199" y="2131"/>
                </a:lnTo>
                <a:lnTo>
                  <a:pt x="199" y="2130"/>
                </a:lnTo>
                <a:lnTo>
                  <a:pt x="199" y="2129"/>
                </a:lnTo>
                <a:lnTo>
                  <a:pt x="200" y="2129"/>
                </a:lnTo>
                <a:lnTo>
                  <a:pt x="200" y="2128"/>
                </a:lnTo>
                <a:lnTo>
                  <a:pt x="201" y="2127"/>
                </a:lnTo>
                <a:lnTo>
                  <a:pt x="202" y="2125"/>
                </a:lnTo>
                <a:lnTo>
                  <a:pt x="202" y="2124"/>
                </a:lnTo>
                <a:lnTo>
                  <a:pt x="201" y="2123"/>
                </a:lnTo>
                <a:lnTo>
                  <a:pt x="200" y="2120"/>
                </a:lnTo>
                <a:lnTo>
                  <a:pt x="199" y="2119"/>
                </a:lnTo>
                <a:lnTo>
                  <a:pt x="199" y="2118"/>
                </a:lnTo>
                <a:lnTo>
                  <a:pt x="199" y="2117"/>
                </a:lnTo>
                <a:lnTo>
                  <a:pt x="198" y="2117"/>
                </a:lnTo>
                <a:lnTo>
                  <a:pt x="197" y="2116"/>
                </a:lnTo>
                <a:lnTo>
                  <a:pt x="196" y="2115"/>
                </a:lnTo>
                <a:lnTo>
                  <a:pt x="195" y="2112"/>
                </a:lnTo>
                <a:lnTo>
                  <a:pt x="195" y="2111"/>
                </a:lnTo>
                <a:lnTo>
                  <a:pt x="194" y="2108"/>
                </a:lnTo>
                <a:lnTo>
                  <a:pt x="191" y="2104"/>
                </a:lnTo>
                <a:lnTo>
                  <a:pt x="190" y="2101"/>
                </a:lnTo>
                <a:lnTo>
                  <a:pt x="188" y="2100"/>
                </a:lnTo>
                <a:lnTo>
                  <a:pt x="187" y="2099"/>
                </a:lnTo>
                <a:lnTo>
                  <a:pt x="187" y="2097"/>
                </a:lnTo>
                <a:lnTo>
                  <a:pt x="186" y="2097"/>
                </a:lnTo>
                <a:lnTo>
                  <a:pt x="186" y="2096"/>
                </a:lnTo>
                <a:lnTo>
                  <a:pt x="185" y="2095"/>
                </a:lnTo>
                <a:lnTo>
                  <a:pt x="186" y="2094"/>
                </a:lnTo>
                <a:lnTo>
                  <a:pt x="185" y="2094"/>
                </a:lnTo>
                <a:lnTo>
                  <a:pt x="184" y="2093"/>
                </a:lnTo>
                <a:lnTo>
                  <a:pt x="183" y="2093"/>
                </a:lnTo>
                <a:lnTo>
                  <a:pt x="182" y="2092"/>
                </a:lnTo>
                <a:lnTo>
                  <a:pt x="182" y="2091"/>
                </a:lnTo>
                <a:lnTo>
                  <a:pt x="181" y="2090"/>
                </a:lnTo>
                <a:lnTo>
                  <a:pt x="180" y="2088"/>
                </a:lnTo>
                <a:lnTo>
                  <a:pt x="179" y="2087"/>
                </a:lnTo>
                <a:lnTo>
                  <a:pt x="178" y="2086"/>
                </a:lnTo>
                <a:lnTo>
                  <a:pt x="178" y="2085"/>
                </a:lnTo>
                <a:lnTo>
                  <a:pt x="177" y="2085"/>
                </a:lnTo>
                <a:lnTo>
                  <a:pt x="176" y="2085"/>
                </a:lnTo>
                <a:lnTo>
                  <a:pt x="175" y="2085"/>
                </a:lnTo>
                <a:lnTo>
                  <a:pt x="174" y="2085"/>
                </a:lnTo>
                <a:lnTo>
                  <a:pt x="173" y="2085"/>
                </a:lnTo>
                <a:lnTo>
                  <a:pt x="173" y="2083"/>
                </a:lnTo>
                <a:lnTo>
                  <a:pt x="172" y="2081"/>
                </a:lnTo>
                <a:lnTo>
                  <a:pt x="171" y="2080"/>
                </a:lnTo>
                <a:lnTo>
                  <a:pt x="169" y="2079"/>
                </a:lnTo>
                <a:lnTo>
                  <a:pt x="168" y="2078"/>
                </a:lnTo>
                <a:lnTo>
                  <a:pt x="166" y="2077"/>
                </a:lnTo>
                <a:lnTo>
                  <a:pt x="165" y="2077"/>
                </a:lnTo>
                <a:lnTo>
                  <a:pt x="163" y="2077"/>
                </a:lnTo>
                <a:lnTo>
                  <a:pt x="161" y="2076"/>
                </a:lnTo>
                <a:lnTo>
                  <a:pt x="159" y="2076"/>
                </a:lnTo>
                <a:lnTo>
                  <a:pt x="158" y="2077"/>
                </a:lnTo>
                <a:lnTo>
                  <a:pt x="157" y="2077"/>
                </a:lnTo>
                <a:lnTo>
                  <a:pt x="156" y="2077"/>
                </a:lnTo>
                <a:lnTo>
                  <a:pt x="156" y="2076"/>
                </a:lnTo>
                <a:lnTo>
                  <a:pt x="155" y="2075"/>
                </a:lnTo>
                <a:lnTo>
                  <a:pt x="155" y="2074"/>
                </a:lnTo>
                <a:lnTo>
                  <a:pt x="154" y="2073"/>
                </a:lnTo>
                <a:lnTo>
                  <a:pt x="152" y="2073"/>
                </a:lnTo>
                <a:lnTo>
                  <a:pt x="151" y="2073"/>
                </a:lnTo>
                <a:lnTo>
                  <a:pt x="150" y="2072"/>
                </a:lnTo>
                <a:lnTo>
                  <a:pt x="149" y="2073"/>
                </a:lnTo>
                <a:lnTo>
                  <a:pt x="149" y="2074"/>
                </a:lnTo>
                <a:lnTo>
                  <a:pt x="148" y="2076"/>
                </a:lnTo>
                <a:lnTo>
                  <a:pt x="147" y="2079"/>
                </a:lnTo>
                <a:lnTo>
                  <a:pt x="147" y="2080"/>
                </a:lnTo>
                <a:lnTo>
                  <a:pt x="146" y="2081"/>
                </a:lnTo>
                <a:lnTo>
                  <a:pt x="145" y="2081"/>
                </a:lnTo>
                <a:lnTo>
                  <a:pt x="145" y="2080"/>
                </a:lnTo>
                <a:lnTo>
                  <a:pt x="144" y="2079"/>
                </a:lnTo>
                <a:lnTo>
                  <a:pt x="143" y="2078"/>
                </a:lnTo>
                <a:lnTo>
                  <a:pt x="143" y="2077"/>
                </a:lnTo>
                <a:lnTo>
                  <a:pt x="143" y="2076"/>
                </a:lnTo>
                <a:lnTo>
                  <a:pt x="142" y="2076"/>
                </a:lnTo>
                <a:lnTo>
                  <a:pt x="140" y="2077"/>
                </a:lnTo>
                <a:lnTo>
                  <a:pt x="138" y="2078"/>
                </a:lnTo>
                <a:lnTo>
                  <a:pt x="137" y="2079"/>
                </a:lnTo>
                <a:lnTo>
                  <a:pt x="136" y="2079"/>
                </a:lnTo>
                <a:lnTo>
                  <a:pt x="135" y="2078"/>
                </a:lnTo>
                <a:lnTo>
                  <a:pt x="134" y="2078"/>
                </a:lnTo>
                <a:lnTo>
                  <a:pt x="134" y="2076"/>
                </a:lnTo>
                <a:lnTo>
                  <a:pt x="134" y="2074"/>
                </a:lnTo>
                <a:lnTo>
                  <a:pt x="134" y="2073"/>
                </a:lnTo>
                <a:lnTo>
                  <a:pt x="134" y="2072"/>
                </a:lnTo>
                <a:lnTo>
                  <a:pt x="133" y="2070"/>
                </a:lnTo>
                <a:lnTo>
                  <a:pt x="133" y="2068"/>
                </a:lnTo>
                <a:lnTo>
                  <a:pt x="133" y="2065"/>
                </a:lnTo>
                <a:lnTo>
                  <a:pt x="133" y="2064"/>
                </a:lnTo>
                <a:lnTo>
                  <a:pt x="134" y="2062"/>
                </a:lnTo>
                <a:lnTo>
                  <a:pt x="134" y="2061"/>
                </a:lnTo>
                <a:lnTo>
                  <a:pt x="135" y="2059"/>
                </a:lnTo>
                <a:lnTo>
                  <a:pt x="135" y="2058"/>
                </a:lnTo>
                <a:lnTo>
                  <a:pt x="137" y="2056"/>
                </a:lnTo>
                <a:lnTo>
                  <a:pt x="138" y="2055"/>
                </a:lnTo>
                <a:lnTo>
                  <a:pt x="138" y="2054"/>
                </a:lnTo>
                <a:lnTo>
                  <a:pt x="138" y="2053"/>
                </a:lnTo>
                <a:lnTo>
                  <a:pt x="138" y="2052"/>
                </a:lnTo>
                <a:lnTo>
                  <a:pt x="138" y="2050"/>
                </a:lnTo>
                <a:lnTo>
                  <a:pt x="139" y="2050"/>
                </a:lnTo>
                <a:lnTo>
                  <a:pt x="139" y="2047"/>
                </a:lnTo>
                <a:lnTo>
                  <a:pt x="139" y="2046"/>
                </a:lnTo>
                <a:lnTo>
                  <a:pt x="139" y="2045"/>
                </a:lnTo>
                <a:lnTo>
                  <a:pt x="139" y="2044"/>
                </a:lnTo>
                <a:lnTo>
                  <a:pt x="139" y="2043"/>
                </a:lnTo>
                <a:lnTo>
                  <a:pt x="138" y="2042"/>
                </a:lnTo>
                <a:lnTo>
                  <a:pt x="136" y="2040"/>
                </a:lnTo>
                <a:lnTo>
                  <a:pt x="136" y="2039"/>
                </a:lnTo>
                <a:lnTo>
                  <a:pt x="136" y="2038"/>
                </a:lnTo>
                <a:lnTo>
                  <a:pt x="136" y="2037"/>
                </a:lnTo>
                <a:lnTo>
                  <a:pt x="137" y="2036"/>
                </a:lnTo>
                <a:lnTo>
                  <a:pt x="138" y="2035"/>
                </a:lnTo>
                <a:lnTo>
                  <a:pt x="138" y="2034"/>
                </a:lnTo>
                <a:lnTo>
                  <a:pt x="139" y="2034"/>
                </a:lnTo>
                <a:lnTo>
                  <a:pt x="140" y="2034"/>
                </a:lnTo>
                <a:lnTo>
                  <a:pt x="141" y="2034"/>
                </a:lnTo>
                <a:lnTo>
                  <a:pt x="142" y="2033"/>
                </a:lnTo>
                <a:lnTo>
                  <a:pt x="142" y="2032"/>
                </a:lnTo>
                <a:lnTo>
                  <a:pt x="141" y="2030"/>
                </a:lnTo>
                <a:lnTo>
                  <a:pt x="140" y="2029"/>
                </a:lnTo>
                <a:lnTo>
                  <a:pt x="139" y="2029"/>
                </a:lnTo>
                <a:lnTo>
                  <a:pt x="137" y="2029"/>
                </a:lnTo>
                <a:lnTo>
                  <a:pt x="136" y="2028"/>
                </a:lnTo>
                <a:lnTo>
                  <a:pt x="134" y="2026"/>
                </a:lnTo>
                <a:lnTo>
                  <a:pt x="133" y="2026"/>
                </a:lnTo>
                <a:lnTo>
                  <a:pt x="131" y="2025"/>
                </a:lnTo>
                <a:lnTo>
                  <a:pt x="129" y="2023"/>
                </a:lnTo>
                <a:lnTo>
                  <a:pt x="128" y="2022"/>
                </a:lnTo>
                <a:lnTo>
                  <a:pt x="127" y="2022"/>
                </a:lnTo>
                <a:lnTo>
                  <a:pt x="126" y="2021"/>
                </a:lnTo>
                <a:lnTo>
                  <a:pt x="124" y="2020"/>
                </a:lnTo>
                <a:lnTo>
                  <a:pt x="121" y="2020"/>
                </a:lnTo>
                <a:lnTo>
                  <a:pt x="120" y="2020"/>
                </a:lnTo>
                <a:lnTo>
                  <a:pt x="118" y="2020"/>
                </a:lnTo>
                <a:lnTo>
                  <a:pt x="116" y="2020"/>
                </a:lnTo>
                <a:lnTo>
                  <a:pt x="115" y="2020"/>
                </a:lnTo>
                <a:lnTo>
                  <a:pt x="115" y="2019"/>
                </a:lnTo>
                <a:lnTo>
                  <a:pt x="114" y="2018"/>
                </a:lnTo>
                <a:lnTo>
                  <a:pt x="114" y="2017"/>
                </a:lnTo>
                <a:lnTo>
                  <a:pt x="112" y="2016"/>
                </a:lnTo>
                <a:lnTo>
                  <a:pt x="110" y="2015"/>
                </a:lnTo>
                <a:lnTo>
                  <a:pt x="108" y="2013"/>
                </a:lnTo>
                <a:lnTo>
                  <a:pt x="107" y="2012"/>
                </a:lnTo>
                <a:lnTo>
                  <a:pt x="107" y="2011"/>
                </a:lnTo>
                <a:lnTo>
                  <a:pt x="107" y="2010"/>
                </a:lnTo>
                <a:lnTo>
                  <a:pt x="108" y="2008"/>
                </a:lnTo>
                <a:lnTo>
                  <a:pt x="108" y="2007"/>
                </a:lnTo>
                <a:lnTo>
                  <a:pt x="108" y="2006"/>
                </a:lnTo>
                <a:lnTo>
                  <a:pt x="107" y="2005"/>
                </a:lnTo>
                <a:lnTo>
                  <a:pt x="107" y="2004"/>
                </a:lnTo>
                <a:lnTo>
                  <a:pt x="106" y="2004"/>
                </a:lnTo>
                <a:lnTo>
                  <a:pt x="106" y="2003"/>
                </a:lnTo>
                <a:lnTo>
                  <a:pt x="104" y="2003"/>
                </a:lnTo>
                <a:lnTo>
                  <a:pt x="103" y="2003"/>
                </a:lnTo>
                <a:lnTo>
                  <a:pt x="103" y="2004"/>
                </a:lnTo>
                <a:lnTo>
                  <a:pt x="103" y="2005"/>
                </a:lnTo>
                <a:lnTo>
                  <a:pt x="102" y="2005"/>
                </a:lnTo>
                <a:lnTo>
                  <a:pt x="101" y="2005"/>
                </a:lnTo>
                <a:lnTo>
                  <a:pt x="100" y="2005"/>
                </a:lnTo>
                <a:lnTo>
                  <a:pt x="99" y="2005"/>
                </a:lnTo>
                <a:lnTo>
                  <a:pt x="97" y="2004"/>
                </a:lnTo>
                <a:lnTo>
                  <a:pt x="96" y="2004"/>
                </a:lnTo>
                <a:lnTo>
                  <a:pt x="95" y="2004"/>
                </a:lnTo>
                <a:lnTo>
                  <a:pt x="94" y="2004"/>
                </a:lnTo>
                <a:lnTo>
                  <a:pt x="93" y="2004"/>
                </a:lnTo>
                <a:lnTo>
                  <a:pt x="92" y="2004"/>
                </a:lnTo>
                <a:lnTo>
                  <a:pt x="91" y="2003"/>
                </a:lnTo>
                <a:lnTo>
                  <a:pt x="90" y="2002"/>
                </a:lnTo>
                <a:lnTo>
                  <a:pt x="89" y="2001"/>
                </a:lnTo>
                <a:lnTo>
                  <a:pt x="88" y="2000"/>
                </a:lnTo>
                <a:lnTo>
                  <a:pt x="87" y="2000"/>
                </a:lnTo>
                <a:lnTo>
                  <a:pt x="86" y="2000"/>
                </a:lnTo>
                <a:lnTo>
                  <a:pt x="85" y="2001"/>
                </a:lnTo>
                <a:lnTo>
                  <a:pt x="84" y="2002"/>
                </a:lnTo>
                <a:lnTo>
                  <a:pt x="82" y="2002"/>
                </a:lnTo>
                <a:lnTo>
                  <a:pt x="81" y="2003"/>
                </a:lnTo>
                <a:lnTo>
                  <a:pt x="80" y="2002"/>
                </a:lnTo>
                <a:lnTo>
                  <a:pt x="79" y="2002"/>
                </a:lnTo>
                <a:lnTo>
                  <a:pt x="78" y="2001"/>
                </a:lnTo>
                <a:lnTo>
                  <a:pt x="77" y="2001"/>
                </a:lnTo>
                <a:lnTo>
                  <a:pt x="76" y="2001"/>
                </a:lnTo>
                <a:lnTo>
                  <a:pt x="75" y="2002"/>
                </a:lnTo>
                <a:lnTo>
                  <a:pt x="74" y="2001"/>
                </a:lnTo>
                <a:lnTo>
                  <a:pt x="73" y="2002"/>
                </a:lnTo>
                <a:lnTo>
                  <a:pt x="72" y="2001"/>
                </a:lnTo>
                <a:lnTo>
                  <a:pt x="72" y="2002"/>
                </a:lnTo>
                <a:lnTo>
                  <a:pt x="71" y="2002"/>
                </a:lnTo>
                <a:lnTo>
                  <a:pt x="70" y="2002"/>
                </a:lnTo>
                <a:lnTo>
                  <a:pt x="69" y="2003"/>
                </a:lnTo>
                <a:lnTo>
                  <a:pt x="68" y="2004"/>
                </a:lnTo>
                <a:lnTo>
                  <a:pt x="68" y="2005"/>
                </a:lnTo>
                <a:lnTo>
                  <a:pt x="68" y="2006"/>
                </a:lnTo>
                <a:lnTo>
                  <a:pt x="68" y="2007"/>
                </a:lnTo>
                <a:lnTo>
                  <a:pt x="68" y="2008"/>
                </a:lnTo>
                <a:lnTo>
                  <a:pt x="68" y="2009"/>
                </a:lnTo>
                <a:lnTo>
                  <a:pt x="67" y="2009"/>
                </a:lnTo>
                <a:lnTo>
                  <a:pt x="66" y="2008"/>
                </a:lnTo>
                <a:lnTo>
                  <a:pt x="64" y="2009"/>
                </a:lnTo>
                <a:lnTo>
                  <a:pt x="64" y="2010"/>
                </a:lnTo>
                <a:lnTo>
                  <a:pt x="64" y="2011"/>
                </a:lnTo>
                <a:lnTo>
                  <a:pt x="62" y="2010"/>
                </a:lnTo>
                <a:lnTo>
                  <a:pt x="61" y="2010"/>
                </a:lnTo>
                <a:lnTo>
                  <a:pt x="61" y="2009"/>
                </a:lnTo>
                <a:lnTo>
                  <a:pt x="60" y="2008"/>
                </a:lnTo>
                <a:lnTo>
                  <a:pt x="60" y="2006"/>
                </a:lnTo>
                <a:lnTo>
                  <a:pt x="60" y="2004"/>
                </a:lnTo>
                <a:lnTo>
                  <a:pt x="60" y="2003"/>
                </a:lnTo>
                <a:lnTo>
                  <a:pt x="60" y="2002"/>
                </a:lnTo>
                <a:lnTo>
                  <a:pt x="59" y="1998"/>
                </a:lnTo>
                <a:lnTo>
                  <a:pt x="59" y="1994"/>
                </a:lnTo>
                <a:lnTo>
                  <a:pt x="59" y="1993"/>
                </a:lnTo>
                <a:lnTo>
                  <a:pt x="59" y="1991"/>
                </a:lnTo>
                <a:lnTo>
                  <a:pt x="59" y="1989"/>
                </a:lnTo>
                <a:lnTo>
                  <a:pt x="60" y="1987"/>
                </a:lnTo>
                <a:lnTo>
                  <a:pt x="60" y="1986"/>
                </a:lnTo>
                <a:lnTo>
                  <a:pt x="60" y="1984"/>
                </a:lnTo>
                <a:lnTo>
                  <a:pt x="61" y="1983"/>
                </a:lnTo>
                <a:lnTo>
                  <a:pt x="60" y="1983"/>
                </a:lnTo>
                <a:lnTo>
                  <a:pt x="57" y="1982"/>
                </a:lnTo>
                <a:lnTo>
                  <a:pt x="54" y="1981"/>
                </a:lnTo>
                <a:lnTo>
                  <a:pt x="53" y="1981"/>
                </a:lnTo>
                <a:lnTo>
                  <a:pt x="52" y="1982"/>
                </a:lnTo>
                <a:lnTo>
                  <a:pt x="52" y="1983"/>
                </a:lnTo>
                <a:lnTo>
                  <a:pt x="51" y="1984"/>
                </a:lnTo>
                <a:lnTo>
                  <a:pt x="51" y="1985"/>
                </a:lnTo>
                <a:lnTo>
                  <a:pt x="50" y="1986"/>
                </a:lnTo>
                <a:lnTo>
                  <a:pt x="49" y="1986"/>
                </a:lnTo>
                <a:lnTo>
                  <a:pt x="47" y="1985"/>
                </a:lnTo>
                <a:lnTo>
                  <a:pt x="46" y="1985"/>
                </a:lnTo>
                <a:lnTo>
                  <a:pt x="45" y="1985"/>
                </a:lnTo>
                <a:lnTo>
                  <a:pt x="44" y="1984"/>
                </a:lnTo>
                <a:lnTo>
                  <a:pt x="42" y="1983"/>
                </a:lnTo>
                <a:lnTo>
                  <a:pt x="41" y="1982"/>
                </a:lnTo>
                <a:lnTo>
                  <a:pt x="40" y="1980"/>
                </a:lnTo>
                <a:lnTo>
                  <a:pt x="41" y="1978"/>
                </a:lnTo>
                <a:lnTo>
                  <a:pt x="41" y="1977"/>
                </a:lnTo>
                <a:lnTo>
                  <a:pt x="42" y="1976"/>
                </a:lnTo>
                <a:lnTo>
                  <a:pt x="42" y="1975"/>
                </a:lnTo>
                <a:lnTo>
                  <a:pt x="41" y="1975"/>
                </a:lnTo>
                <a:lnTo>
                  <a:pt x="40" y="1973"/>
                </a:lnTo>
                <a:lnTo>
                  <a:pt x="41" y="1970"/>
                </a:lnTo>
                <a:lnTo>
                  <a:pt x="41" y="1969"/>
                </a:lnTo>
                <a:lnTo>
                  <a:pt x="40" y="1969"/>
                </a:lnTo>
                <a:lnTo>
                  <a:pt x="38" y="1969"/>
                </a:lnTo>
                <a:lnTo>
                  <a:pt x="37" y="1970"/>
                </a:lnTo>
                <a:lnTo>
                  <a:pt x="36" y="1970"/>
                </a:lnTo>
                <a:lnTo>
                  <a:pt x="34" y="1970"/>
                </a:lnTo>
                <a:lnTo>
                  <a:pt x="32" y="1971"/>
                </a:lnTo>
                <a:lnTo>
                  <a:pt x="31" y="1970"/>
                </a:lnTo>
                <a:lnTo>
                  <a:pt x="29" y="1970"/>
                </a:lnTo>
                <a:lnTo>
                  <a:pt x="28" y="1971"/>
                </a:lnTo>
                <a:lnTo>
                  <a:pt x="27" y="1971"/>
                </a:lnTo>
                <a:lnTo>
                  <a:pt x="26" y="1972"/>
                </a:lnTo>
                <a:lnTo>
                  <a:pt x="25" y="1973"/>
                </a:lnTo>
                <a:lnTo>
                  <a:pt x="24" y="1974"/>
                </a:lnTo>
                <a:lnTo>
                  <a:pt x="22" y="1974"/>
                </a:lnTo>
                <a:lnTo>
                  <a:pt x="20" y="1974"/>
                </a:lnTo>
                <a:lnTo>
                  <a:pt x="17" y="1974"/>
                </a:lnTo>
                <a:lnTo>
                  <a:pt x="16" y="1975"/>
                </a:lnTo>
                <a:lnTo>
                  <a:pt x="16" y="1973"/>
                </a:lnTo>
                <a:lnTo>
                  <a:pt x="15" y="1970"/>
                </a:lnTo>
                <a:lnTo>
                  <a:pt x="14" y="1969"/>
                </a:lnTo>
                <a:lnTo>
                  <a:pt x="14" y="1968"/>
                </a:lnTo>
                <a:lnTo>
                  <a:pt x="14" y="1967"/>
                </a:lnTo>
                <a:lnTo>
                  <a:pt x="14" y="1966"/>
                </a:lnTo>
                <a:lnTo>
                  <a:pt x="14" y="1965"/>
                </a:lnTo>
                <a:lnTo>
                  <a:pt x="14" y="1964"/>
                </a:lnTo>
                <a:lnTo>
                  <a:pt x="13" y="1963"/>
                </a:lnTo>
                <a:lnTo>
                  <a:pt x="13" y="1962"/>
                </a:lnTo>
                <a:lnTo>
                  <a:pt x="12" y="1962"/>
                </a:lnTo>
                <a:lnTo>
                  <a:pt x="11" y="1963"/>
                </a:lnTo>
                <a:lnTo>
                  <a:pt x="10" y="1964"/>
                </a:lnTo>
                <a:lnTo>
                  <a:pt x="9" y="1965"/>
                </a:lnTo>
                <a:lnTo>
                  <a:pt x="8" y="1964"/>
                </a:lnTo>
                <a:lnTo>
                  <a:pt x="8" y="1963"/>
                </a:lnTo>
                <a:lnTo>
                  <a:pt x="8" y="1962"/>
                </a:lnTo>
                <a:lnTo>
                  <a:pt x="8" y="1961"/>
                </a:lnTo>
                <a:lnTo>
                  <a:pt x="9" y="1960"/>
                </a:lnTo>
                <a:lnTo>
                  <a:pt x="9" y="1958"/>
                </a:lnTo>
                <a:lnTo>
                  <a:pt x="10" y="1957"/>
                </a:lnTo>
                <a:lnTo>
                  <a:pt x="10" y="1955"/>
                </a:lnTo>
                <a:lnTo>
                  <a:pt x="10" y="1954"/>
                </a:lnTo>
                <a:lnTo>
                  <a:pt x="9" y="1953"/>
                </a:lnTo>
                <a:lnTo>
                  <a:pt x="8" y="1952"/>
                </a:lnTo>
                <a:lnTo>
                  <a:pt x="7" y="1950"/>
                </a:lnTo>
                <a:lnTo>
                  <a:pt x="6" y="1950"/>
                </a:lnTo>
                <a:lnTo>
                  <a:pt x="6" y="1949"/>
                </a:lnTo>
                <a:lnTo>
                  <a:pt x="6" y="1948"/>
                </a:lnTo>
                <a:lnTo>
                  <a:pt x="7" y="1948"/>
                </a:lnTo>
                <a:lnTo>
                  <a:pt x="7" y="1947"/>
                </a:lnTo>
                <a:lnTo>
                  <a:pt x="8" y="1946"/>
                </a:lnTo>
                <a:lnTo>
                  <a:pt x="9" y="1946"/>
                </a:lnTo>
                <a:lnTo>
                  <a:pt x="11" y="1945"/>
                </a:lnTo>
                <a:lnTo>
                  <a:pt x="12" y="1945"/>
                </a:lnTo>
                <a:lnTo>
                  <a:pt x="13" y="1944"/>
                </a:lnTo>
                <a:lnTo>
                  <a:pt x="13" y="1942"/>
                </a:lnTo>
                <a:lnTo>
                  <a:pt x="14" y="1942"/>
                </a:lnTo>
                <a:lnTo>
                  <a:pt x="14" y="1941"/>
                </a:lnTo>
                <a:lnTo>
                  <a:pt x="13" y="1939"/>
                </a:lnTo>
                <a:lnTo>
                  <a:pt x="12" y="1938"/>
                </a:lnTo>
                <a:lnTo>
                  <a:pt x="12" y="1937"/>
                </a:lnTo>
                <a:lnTo>
                  <a:pt x="13" y="1936"/>
                </a:lnTo>
                <a:lnTo>
                  <a:pt x="14" y="1936"/>
                </a:lnTo>
                <a:lnTo>
                  <a:pt x="16" y="1935"/>
                </a:lnTo>
                <a:lnTo>
                  <a:pt x="17" y="1935"/>
                </a:lnTo>
                <a:lnTo>
                  <a:pt x="17" y="1934"/>
                </a:lnTo>
                <a:lnTo>
                  <a:pt x="18" y="1933"/>
                </a:lnTo>
                <a:lnTo>
                  <a:pt x="20" y="1931"/>
                </a:lnTo>
                <a:lnTo>
                  <a:pt x="21" y="1930"/>
                </a:lnTo>
                <a:lnTo>
                  <a:pt x="22" y="1930"/>
                </a:lnTo>
                <a:lnTo>
                  <a:pt x="23" y="1930"/>
                </a:lnTo>
                <a:lnTo>
                  <a:pt x="25" y="1930"/>
                </a:lnTo>
                <a:lnTo>
                  <a:pt x="27" y="1931"/>
                </a:lnTo>
                <a:lnTo>
                  <a:pt x="28" y="1932"/>
                </a:lnTo>
                <a:lnTo>
                  <a:pt x="29" y="1933"/>
                </a:lnTo>
                <a:lnTo>
                  <a:pt x="30" y="1934"/>
                </a:lnTo>
                <a:lnTo>
                  <a:pt x="30" y="1935"/>
                </a:lnTo>
                <a:lnTo>
                  <a:pt x="31" y="1935"/>
                </a:lnTo>
                <a:lnTo>
                  <a:pt x="32" y="1936"/>
                </a:lnTo>
                <a:lnTo>
                  <a:pt x="33" y="1935"/>
                </a:lnTo>
                <a:lnTo>
                  <a:pt x="34" y="1934"/>
                </a:lnTo>
                <a:lnTo>
                  <a:pt x="34" y="1933"/>
                </a:lnTo>
                <a:lnTo>
                  <a:pt x="35" y="1931"/>
                </a:lnTo>
                <a:lnTo>
                  <a:pt x="36" y="1931"/>
                </a:lnTo>
                <a:lnTo>
                  <a:pt x="37" y="1931"/>
                </a:lnTo>
                <a:lnTo>
                  <a:pt x="37" y="1932"/>
                </a:lnTo>
                <a:lnTo>
                  <a:pt x="38" y="1932"/>
                </a:lnTo>
                <a:lnTo>
                  <a:pt x="38" y="1933"/>
                </a:lnTo>
                <a:lnTo>
                  <a:pt x="39" y="1932"/>
                </a:lnTo>
                <a:lnTo>
                  <a:pt x="40" y="1931"/>
                </a:lnTo>
                <a:lnTo>
                  <a:pt x="41" y="1931"/>
                </a:lnTo>
                <a:lnTo>
                  <a:pt x="41" y="1932"/>
                </a:lnTo>
                <a:lnTo>
                  <a:pt x="42" y="1933"/>
                </a:lnTo>
                <a:lnTo>
                  <a:pt x="42" y="1935"/>
                </a:lnTo>
                <a:lnTo>
                  <a:pt x="42" y="1936"/>
                </a:lnTo>
                <a:lnTo>
                  <a:pt x="42" y="1937"/>
                </a:lnTo>
                <a:lnTo>
                  <a:pt x="43" y="1938"/>
                </a:lnTo>
                <a:lnTo>
                  <a:pt x="44" y="1938"/>
                </a:lnTo>
                <a:lnTo>
                  <a:pt x="45" y="1938"/>
                </a:lnTo>
                <a:lnTo>
                  <a:pt x="46" y="1937"/>
                </a:lnTo>
                <a:lnTo>
                  <a:pt x="48" y="1935"/>
                </a:lnTo>
                <a:lnTo>
                  <a:pt x="50" y="1934"/>
                </a:lnTo>
                <a:lnTo>
                  <a:pt x="52" y="1933"/>
                </a:lnTo>
                <a:lnTo>
                  <a:pt x="54" y="1933"/>
                </a:lnTo>
                <a:lnTo>
                  <a:pt x="55" y="1932"/>
                </a:lnTo>
                <a:lnTo>
                  <a:pt x="56" y="1932"/>
                </a:lnTo>
                <a:lnTo>
                  <a:pt x="58" y="1932"/>
                </a:lnTo>
                <a:lnTo>
                  <a:pt x="59" y="1933"/>
                </a:lnTo>
                <a:lnTo>
                  <a:pt x="60" y="1934"/>
                </a:lnTo>
                <a:lnTo>
                  <a:pt x="60" y="1935"/>
                </a:lnTo>
                <a:lnTo>
                  <a:pt x="62" y="1938"/>
                </a:lnTo>
                <a:lnTo>
                  <a:pt x="62" y="1939"/>
                </a:lnTo>
                <a:lnTo>
                  <a:pt x="63" y="1940"/>
                </a:lnTo>
                <a:lnTo>
                  <a:pt x="63" y="1941"/>
                </a:lnTo>
                <a:lnTo>
                  <a:pt x="64" y="1942"/>
                </a:lnTo>
                <a:lnTo>
                  <a:pt x="66" y="1943"/>
                </a:lnTo>
                <a:lnTo>
                  <a:pt x="66" y="1944"/>
                </a:lnTo>
                <a:lnTo>
                  <a:pt x="66" y="1945"/>
                </a:lnTo>
                <a:lnTo>
                  <a:pt x="66" y="1947"/>
                </a:lnTo>
                <a:lnTo>
                  <a:pt x="66" y="1948"/>
                </a:lnTo>
                <a:lnTo>
                  <a:pt x="66" y="1949"/>
                </a:lnTo>
                <a:lnTo>
                  <a:pt x="67" y="1950"/>
                </a:lnTo>
                <a:lnTo>
                  <a:pt x="68" y="1950"/>
                </a:lnTo>
                <a:lnTo>
                  <a:pt x="71" y="1950"/>
                </a:lnTo>
                <a:lnTo>
                  <a:pt x="72" y="1951"/>
                </a:lnTo>
                <a:lnTo>
                  <a:pt x="73" y="1951"/>
                </a:lnTo>
                <a:lnTo>
                  <a:pt x="74" y="1951"/>
                </a:lnTo>
                <a:lnTo>
                  <a:pt x="75" y="1951"/>
                </a:lnTo>
                <a:lnTo>
                  <a:pt x="76" y="1951"/>
                </a:lnTo>
                <a:lnTo>
                  <a:pt x="77" y="1951"/>
                </a:lnTo>
                <a:lnTo>
                  <a:pt x="79" y="1951"/>
                </a:lnTo>
                <a:lnTo>
                  <a:pt x="80" y="1950"/>
                </a:lnTo>
                <a:lnTo>
                  <a:pt x="81" y="1951"/>
                </a:lnTo>
                <a:lnTo>
                  <a:pt x="82" y="1950"/>
                </a:lnTo>
                <a:lnTo>
                  <a:pt x="83" y="1950"/>
                </a:lnTo>
                <a:lnTo>
                  <a:pt x="84" y="1949"/>
                </a:lnTo>
                <a:lnTo>
                  <a:pt x="84" y="1948"/>
                </a:lnTo>
                <a:lnTo>
                  <a:pt x="85" y="1946"/>
                </a:lnTo>
                <a:lnTo>
                  <a:pt x="86" y="1945"/>
                </a:lnTo>
                <a:lnTo>
                  <a:pt x="87" y="1944"/>
                </a:lnTo>
                <a:lnTo>
                  <a:pt x="88" y="1943"/>
                </a:lnTo>
                <a:lnTo>
                  <a:pt x="89" y="1942"/>
                </a:lnTo>
                <a:lnTo>
                  <a:pt x="91" y="1943"/>
                </a:lnTo>
                <a:lnTo>
                  <a:pt x="93" y="1943"/>
                </a:lnTo>
                <a:lnTo>
                  <a:pt x="96" y="1944"/>
                </a:lnTo>
                <a:lnTo>
                  <a:pt x="97" y="1944"/>
                </a:lnTo>
                <a:lnTo>
                  <a:pt x="98" y="1944"/>
                </a:lnTo>
                <a:lnTo>
                  <a:pt x="99" y="1944"/>
                </a:lnTo>
                <a:lnTo>
                  <a:pt x="100" y="1944"/>
                </a:lnTo>
                <a:lnTo>
                  <a:pt x="101" y="1944"/>
                </a:lnTo>
                <a:lnTo>
                  <a:pt x="103" y="1944"/>
                </a:lnTo>
                <a:lnTo>
                  <a:pt x="104" y="1944"/>
                </a:lnTo>
                <a:lnTo>
                  <a:pt x="105" y="1943"/>
                </a:lnTo>
                <a:lnTo>
                  <a:pt x="108" y="1943"/>
                </a:lnTo>
                <a:lnTo>
                  <a:pt x="111" y="1942"/>
                </a:lnTo>
                <a:lnTo>
                  <a:pt x="113" y="1942"/>
                </a:lnTo>
                <a:lnTo>
                  <a:pt x="114" y="1942"/>
                </a:lnTo>
                <a:lnTo>
                  <a:pt x="115" y="1943"/>
                </a:lnTo>
                <a:lnTo>
                  <a:pt x="116" y="1944"/>
                </a:lnTo>
                <a:lnTo>
                  <a:pt x="117" y="1944"/>
                </a:lnTo>
                <a:lnTo>
                  <a:pt x="118" y="1944"/>
                </a:lnTo>
                <a:lnTo>
                  <a:pt x="119" y="1944"/>
                </a:lnTo>
                <a:lnTo>
                  <a:pt x="120" y="1943"/>
                </a:lnTo>
                <a:lnTo>
                  <a:pt x="121" y="1942"/>
                </a:lnTo>
                <a:lnTo>
                  <a:pt x="122" y="1941"/>
                </a:lnTo>
                <a:lnTo>
                  <a:pt x="123" y="1939"/>
                </a:lnTo>
                <a:lnTo>
                  <a:pt x="124" y="1938"/>
                </a:lnTo>
                <a:lnTo>
                  <a:pt x="125" y="1937"/>
                </a:lnTo>
                <a:lnTo>
                  <a:pt x="125" y="1936"/>
                </a:lnTo>
                <a:lnTo>
                  <a:pt x="125" y="1935"/>
                </a:lnTo>
                <a:lnTo>
                  <a:pt x="125" y="1934"/>
                </a:lnTo>
                <a:lnTo>
                  <a:pt x="125" y="1932"/>
                </a:lnTo>
                <a:lnTo>
                  <a:pt x="126" y="1930"/>
                </a:lnTo>
                <a:lnTo>
                  <a:pt x="127" y="1930"/>
                </a:lnTo>
                <a:lnTo>
                  <a:pt x="130" y="1929"/>
                </a:lnTo>
                <a:lnTo>
                  <a:pt x="130" y="1928"/>
                </a:lnTo>
                <a:lnTo>
                  <a:pt x="130" y="1927"/>
                </a:lnTo>
                <a:lnTo>
                  <a:pt x="131" y="1925"/>
                </a:lnTo>
                <a:lnTo>
                  <a:pt x="130" y="1918"/>
                </a:lnTo>
                <a:lnTo>
                  <a:pt x="129" y="1916"/>
                </a:lnTo>
                <a:lnTo>
                  <a:pt x="128" y="1913"/>
                </a:lnTo>
                <a:lnTo>
                  <a:pt x="127" y="1913"/>
                </a:lnTo>
                <a:lnTo>
                  <a:pt x="126" y="1910"/>
                </a:lnTo>
                <a:lnTo>
                  <a:pt x="125" y="1909"/>
                </a:lnTo>
                <a:lnTo>
                  <a:pt x="125" y="1907"/>
                </a:lnTo>
                <a:lnTo>
                  <a:pt x="125" y="1906"/>
                </a:lnTo>
                <a:lnTo>
                  <a:pt x="125" y="1905"/>
                </a:lnTo>
                <a:lnTo>
                  <a:pt x="125" y="1904"/>
                </a:lnTo>
                <a:lnTo>
                  <a:pt x="124" y="1903"/>
                </a:lnTo>
                <a:lnTo>
                  <a:pt x="123" y="1903"/>
                </a:lnTo>
                <a:lnTo>
                  <a:pt x="120" y="1903"/>
                </a:lnTo>
                <a:lnTo>
                  <a:pt x="119" y="1904"/>
                </a:lnTo>
                <a:lnTo>
                  <a:pt x="118" y="1904"/>
                </a:lnTo>
                <a:lnTo>
                  <a:pt x="117" y="1903"/>
                </a:lnTo>
                <a:lnTo>
                  <a:pt x="115" y="1902"/>
                </a:lnTo>
                <a:lnTo>
                  <a:pt x="114" y="1901"/>
                </a:lnTo>
                <a:lnTo>
                  <a:pt x="113" y="1900"/>
                </a:lnTo>
                <a:lnTo>
                  <a:pt x="113" y="1899"/>
                </a:lnTo>
                <a:lnTo>
                  <a:pt x="114" y="1899"/>
                </a:lnTo>
                <a:lnTo>
                  <a:pt x="114" y="1898"/>
                </a:lnTo>
                <a:lnTo>
                  <a:pt x="115" y="1897"/>
                </a:lnTo>
                <a:lnTo>
                  <a:pt x="114" y="1896"/>
                </a:lnTo>
                <a:lnTo>
                  <a:pt x="113" y="1894"/>
                </a:lnTo>
                <a:lnTo>
                  <a:pt x="107" y="1889"/>
                </a:lnTo>
                <a:lnTo>
                  <a:pt x="107" y="1888"/>
                </a:lnTo>
                <a:lnTo>
                  <a:pt x="107" y="1887"/>
                </a:lnTo>
                <a:lnTo>
                  <a:pt x="106" y="1886"/>
                </a:lnTo>
                <a:lnTo>
                  <a:pt x="106" y="1885"/>
                </a:lnTo>
                <a:lnTo>
                  <a:pt x="106" y="1882"/>
                </a:lnTo>
                <a:lnTo>
                  <a:pt x="107" y="1879"/>
                </a:lnTo>
                <a:lnTo>
                  <a:pt x="107" y="1878"/>
                </a:lnTo>
                <a:lnTo>
                  <a:pt x="107" y="1875"/>
                </a:lnTo>
                <a:lnTo>
                  <a:pt x="107" y="1873"/>
                </a:lnTo>
                <a:lnTo>
                  <a:pt x="107" y="1871"/>
                </a:lnTo>
                <a:lnTo>
                  <a:pt x="106" y="1867"/>
                </a:lnTo>
                <a:lnTo>
                  <a:pt x="106" y="1866"/>
                </a:lnTo>
                <a:lnTo>
                  <a:pt x="107" y="1865"/>
                </a:lnTo>
                <a:lnTo>
                  <a:pt x="107" y="1864"/>
                </a:lnTo>
                <a:lnTo>
                  <a:pt x="108" y="1864"/>
                </a:lnTo>
                <a:lnTo>
                  <a:pt x="108" y="1863"/>
                </a:lnTo>
                <a:lnTo>
                  <a:pt x="109" y="1863"/>
                </a:lnTo>
                <a:lnTo>
                  <a:pt x="110" y="1863"/>
                </a:lnTo>
                <a:lnTo>
                  <a:pt x="111" y="1862"/>
                </a:lnTo>
                <a:lnTo>
                  <a:pt x="112" y="1861"/>
                </a:lnTo>
                <a:lnTo>
                  <a:pt x="113" y="1857"/>
                </a:lnTo>
                <a:lnTo>
                  <a:pt x="114" y="1856"/>
                </a:lnTo>
                <a:lnTo>
                  <a:pt x="115" y="1856"/>
                </a:lnTo>
                <a:lnTo>
                  <a:pt x="116" y="1856"/>
                </a:lnTo>
                <a:lnTo>
                  <a:pt x="117" y="1856"/>
                </a:lnTo>
                <a:lnTo>
                  <a:pt x="119" y="1855"/>
                </a:lnTo>
                <a:lnTo>
                  <a:pt x="121" y="1854"/>
                </a:lnTo>
                <a:lnTo>
                  <a:pt x="123" y="1852"/>
                </a:lnTo>
                <a:lnTo>
                  <a:pt x="124" y="1851"/>
                </a:lnTo>
                <a:lnTo>
                  <a:pt x="126" y="1850"/>
                </a:lnTo>
                <a:lnTo>
                  <a:pt x="127" y="1850"/>
                </a:lnTo>
                <a:lnTo>
                  <a:pt x="128" y="1850"/>
                </a:lnTo>
                <a:lnTo>
                  <a:pt x="129" y="1849"/>
                </a:lnTo>
                <a:lnTo>
                  <a:pt x="130" y="1849"/>
                </a:lnTo>
                <a:lnTo>
                  <a:pt x="131" y="1848"/>
                </a:lnTo>
                <a:lnTo>
                  <a:pt x="131" y="1847"/>
                </a:lnTo>
                <a:lnTo>
                  <a:pt x="131" y="1845"/>
                </a:lnTo>
                <a:lnTo>
                  <a:pt x="130" y="1844"/>
                </a:lnTo>
                <a:lnTo>
                  <a:pt x="130" y="1843"/>
                </a:lnTo>
                <a:lnTo>
                  <a:pt x="129" y="1842"/>
                </a:lnTo>
                <a:lnTo>
                  <a:pt x="128" y="1841"/>
                </a:lnTo>
                <a:lnTo>
                  <a:pt x="128" y="1840"/>
                </a:lnTo>
                <a:lnTo>
                  <a:pt x="126" y="1838"/>
                </a:lnTo>
                <a:lnTo>
                  <a:pt x="123" y="1835"/>
                </a:lnTo>
                <a:lnTo>
                  <a:pt x="122" y="1833"/>
                </a:lnTo>
                <a:lnTo>
                  <a:pt x="121" y="1832"/>
                </a:lnTo>
                <a:lnTo>
                  <a:pt x="121" y="1830"/>
                </a:lnTo>
                <a:lnTo>
                  <a:pt x="122" y="1829"/>
                </a:lnTo>
                <a:lnTo>
                  <a:pt x="123" y="1828"/>
                </a:lnTo>
                <a:lnTo>
                  <a:pt x="124" y="1827"/>
                </a:lnTo>
                <a:lnTo>
                  <a:pt x="126" y="1824"/>
                </a:lnTo>
                <a:lnTo>
                  <a:pt x="126" y="1822"/>
                </a:lnTo>
                <a:lnTo>
                  <a:pt x="126" y="1819"/>
                </a:lnTo>
                <a:lnTo>
                  <a:pt x="125" y="1817"/>
                </a:lnTo>
                <a:lnTo>
                  <a:pt x="126" y="1816"/>
                </a:lnTo>
                <a:lnTo>
                  <a:pt x="126" y="1814"/>
                </a:lnTo>
                <a:lnTo>
                  <a:pt x="127" y="1812"/>
                </a:lnTo>
                <a:lnTo>
                  <a:pt x="127" y="1808"/>
                </a:lnTo>
                <a:lnTo>
                  <a:pt x="128" y="1806"/>
                </a:lnTo>
                <a:lnTo>
                  <a:pt x="128" y="1805"/>
                </a:lnTo>
                <a:lnTo>
                  <a:pt x="129" y="1804"/>
                </a:lnTo>
                <a:lnTo>
                  <a:pt x="130" y="1803"/>
                </a:lnTo>
                <a:lnTo>
                  <a:pt x="132" y="1800"/>
                </a:lnTo>
                <a:lnTo>
                  <a:pt x="132" y="1798"/>
                </a:lnTo>
                <a:lnTo>
                  <a:pt x="133" y="1797"/>
                </a:lnTo>
                <a:lnTo>
                  <a:pt x="134" y="1794"/>
                </a:lnTo>
                <a:lnTo>
                  <a:pt x="133" y="1793"/>
                </a:lnTo>
                <a:lnTo>
                  <a:pt x="132" y="1793"/>
                </a:lnTo>
                <a:lnTo>
                  <a:pt x="131" y="1793"/>
                </a:lnTo>
                <a:lnTo>
                  <a:pt x="131" y="1792"/>
                </a:lnTo>
                <a:lnTo>
                  <a:pt x="129" y="1793"/>
                </a:lnTo>
                <a:lnTo>
                  <a:pt x="128" y="1792"/>
                </a:lnTo>
                <a:lnTo>
                  <a:pt x="127" y="1792"/>
                </a:lnTo>
                <a:lnTo>
                  <a:pt x="126" y="1791"/>
                </a:lnTo>
                <a:lnTo>
                  <a:pt x="125" y="1789"/>
                </a:lnTo>
                <a:lnTo>
                  <a:pt x="126" y="1787"/>
                </a:lnTo>
                <a:lnTo>
                  <a:pt x="126" y="1785"/>
                </a:lnTo>
                <a:lnTo>
                  <a:pt x="125" y="1783"/>
                </a:lnTo>
                <a:lnTo>
                  <a:pt x="124" y="1781"/>
                </a:lnTo>
                <a:lnTo>
                  <a:pt x="124" y="1780"/>
                </a:lnTo>
                <a:lnTo>
                  <a:pt x="122" y="1775"/>
                </a:lnTo>
                <a:lnTo>
                  <a:pt x="123" y="1774"/>
                </a:lnTo>
                <a:lnTo>
                  <a:pt x="123" y="1772"/>
                </a:lnTo>
                <a:lnTo>
                  <a:pt x="123" y="1769"/>
                </a:lnTo>
                <a:lnTo>
                  <a:pt x="124" y="1768"/>
                </a:lnTo>
                <a:lnTo>
                  <a:pt x="124" y="1765"/>
                </a:lnTo>
                <a:lnTo>
                  <a:pt x="124" y="1763"/>
                </a:lnTo>
                <a:lnTo>
                  <a:pt x="126" y="1759"/>
                </a:lnTo>
                <a:lnTo>
                  <a:pt x="128" y="1755"/>
                </a:lnTo>
                <a:lnTo>
                  <a:pt x="129" y="1752"/>
                </a:lnTo>
                <a:lnTo>
                  <a:pt x="129" y="1750"/>
                </a:lnTo>
                <a:lnTo>
                  <a:pt x="129" y="1746"/>
                </a:lnTo>
                <a:lnTo>
                  <a:pt x="129" y="1742"/>
                </a:lnTo>
                <a:lnTo>
                  <a:pt x="129" y="1741"/>
                </a:lnTo>
                <a:lnTo>
                  <a:pt x="129" y="1739"/>
                </a:lnTo>
                <a:lnTo>
                  <a:pt x="130" y="1739"/>
                </a:lnTo>
                <a:lnTo>
                  <a:pt x="131" y="1738"/>
                </a:lnTo>
                <a:lnTo>
                  <a:pt x="132" y="1738"/>
                </a:lnTo>
                <a:lnTo>
                  <a:pt x="132" y="1737"/>
                </a:lnTo>
                <a:lnTo>
                  <a:pt x="132" y="1736"/>
                </a:lnTo>
                <a:lnTo>
                  <a:pt x="132" y="1735"/>
                </a:lnTo>
                <a:lnTo>
                  <a:pt x="132" y="1731"/>
                </a:lnTo>
                <a:lnTo>
                  <a:pt x="132" y="1728"/>
                </a:lnTo>
                <a:lnTo>
                  <a:pt x="133" y="1727"/>
                </a:lnTo>
                <a:lnTo>
                  <a:pt x="137" y="1724"/>
                </a:lnTo>
                <a:lnTo>
                  <a:pt x="138" y="1723"/>
                </a:lnTo>
                <a:lnTo>
                  <a:pt x="139" y="1722"/>
                </a:lnTo>
                <a:lnTo>
                  <a:pt x="140" y="1723"/>
                </a:lnTo>
                <a:lnTo>
                  <a:pt x="141" y="1723"/>
                </a:lnTo>
                <a:lnTo>
                  <a:pt x="141" y="1722"/>
                </a:lnTo>
                <a:lnTo>
                  <a:pt x="142" y="1722"/>
                </a:lnTo>
                <a:lnTo>
                  <a:pt x="143" y="1721"/>
                </a:lnTo>
                <a:lnTo>
                  <a:pt x="146" y="1718"/>
                </a:lnTo>
                <a:lnTo>
                  <a:pt x="148" y="1715"/>
                </a:lnTo>
                <a:lnTo>
                  <a:pt x="150" y="1713"/>
                </a:lnTo>
                <a:lnTo>
                  <a:pt x="150" y="1711"/>
                </a:lnTo>
                <a:lnTo>
                  <a:pt x="151" y="1710"/>
                </a:lnTo>
                <a:lnTo>
                  <a:pt x="151" y="1709"/>
                </a:lnTo>
                <a:lnTo>
                  <a:pt x="151" y="1706"/>
                </a:lnTo>
                <a:lnTo>
                  <a:pt x="152" y="1703"/>
                </a:lnTo>
                <a:lnTo>
                  <a:pt x="152" y="1702"/>
                </a:lnTo>
                <a:lnTo>
                  <a:pt x="152" y="1700"/>
                </a:lnTo>
                <a:lnTo>
                  <a:pt x="152" y="1699"/>
                </a:lnTo>
                <a:lnTo>
                  <a:pt x="151" y="1698"/>
                </a:lnTo>
                <a:lnTo>
                  <a:pt x="150" y="1698"/>
                </a:lnTo>
                <a:lnTo>
                  <a:pt x="149" y="1698"/>
                </a:lnTo>
                <a:lnTo>
                  <a:pt x="148" y="1698"/>
                </a:lnTo>
                <a:lnTo>
                  <a:pt x="147" y="1697"/>
                </a:lnTo>
                <a:lnTo>
                  <a:pt x="146" y="1695"/>
                </a:lnTo>
                <a:lnTo>
                  <a:pt x="146" y="1693"/>
                </a:lnTo>
                <a:lnTo>
                  <a:pt x="146" y="1691"/>
                </a:lnTo>
                <a:lnTo>
                  <a:pt x="146" y="1688"/>
                </a:lnTo>
                <a:lnTo>
                  <a:pt x="145" y="1686"/>
                </a:lnTo>
                <a:lnTo>
                  <a:pt x="143" y="1686"/>
                </a:lnTo>
                <a:lnTo>
                  <a:pt x="142" y="1686"/>
                </a:lnTo>
                <a:lnTo>
                  <a:pt x="140" y="1685"/>
                </a:lnTo>
                <a:lnTo>
                  <a:pt x="137" y="1685"/>
                </a:lnTo>
                <a:lnTo>
                  <a:pt x="136" y="1684"/>
                </a:lnTo>
                <a:lnTo>
                  <a:pt x="135" y="1683"/>
                </a:lnTo>
                <a:lnTo>
                  <a:pt x="134" y="1682"/>
                </a:lnTo>
                <a:lnTo>
                  <a:pt x="133" y="1679"/>
                </a:lnTo>
                <a:lnTo>
                  <a:pt x="132" y="1678"/>
                </a:lnTo>
                <a:lnTo>
                  <a:pt x="131" y="1676"/>
                </a:lnTo>
                <a:lnTo>
                  <a:pt x="129" y="1672"/>
                </a:lnTo>
                <a:lnTo>
                  <a:pt x="128" y="1671"/>
                </a:lnTo>
                <a:lnTo>
                  <a:pt x="126" y="1668"/>
                </a:lnTo>
                <a:lnTo>
                  <a:pt x="126" y="1667"/>
                </a:lnTo>
                <a:lnTo>
                  <a:pt x="125" y="1666"/>
                </a:lnTo>
                <a:lnTo>
                  <a:pt x="124" y="1665"/>
                </a:lnTo>
                <a:lnTo>
                  <a:pt x="123" y="1666"/>
                </a:lnTo>
                <a:lnTo>
                  <a:pt x="122" y="1667"/>
                </a:lnTo>
                <a:lnTo>
                  <a:pt x="121" y="1666"/>
                </a:lnTo>
                <a:lnTo>
                  <a:pt x="120" y="1666"/>
                </a:lnTo>
                <a:lnTo>
                  <a:pt x="119" y="1665"/>
                </a:lnTo>
                <a:lnTo>
                  <a:pt x="119" y="1664"/>
                </a:lnTo>
                <a:lnTo>
                  <a:pt x="118" y="1664"/>
                </a:lnTo>
                <a:lnTo>
                  <a:pt x="116" y="1662"/>
                </a:lnTo>
                <a:lnTo>
                  <a:pt x="114" y="1662"/>
                </a:lnTo>
                <a:lnTo>
                  <a:pt x="114" y="1661"/>
                </a:lnTo>
                <a:lnTo>
                  <a:pt x="113" y="1661"/>
                </a:lnTo>
                <a:lnTo>
                  <a:pt x="113" y="1660"/>
                </a:lnTo>
                <a:lnTo>
                  <a:pt x="112" y="1660"/>
                </a:lnTo>
                <a:lnTo>
                  <a:pt x="112" y="1659"/>
                </a:lnTo>
                <a:lnTo>
                  <a:pt x="111" y="1658"/>
                </a:lnTo>
                <a:lnTo>
                  <a:pt x="111" y="1657"/>
                </a:lnTo>
                <a:lnTo>
                  <a:pt x="110" y="1656"/>
                </a:lnTo>
                <a:lnTo>
                  <a:pt x="110" y="1655"/>
                </a:lnTo>
                <a:lnTo>
                  <a:pt x="108" y="1654"/>
                </a:lnTo>
                <a:lnTo>
                  <a:pt x="106" y="1653"/>
                </a:lnTo>
                <a:lnTo>
                  <a:pt x="104" y="1653"/>
                </a:lnTo>
                <a:lnTo>
                  <a:pt x="103" y="1653"/>
                </a:lnTo>
                <a:lnTo>
                  <a:pt x="101" y="1652"/>
                </a:lnTo>
                <a:lnTo>
                  <a:pt x="100" y="1651"/>
                </a:lnTo>
                <a:lnTo>
                  <a:pt x="98" y="1649"/>
                </a:lnTo>
                <a:lnTo>
                  <a:pt x="96" y="1647"/>
                </a:lnTo>
                <a:lnTo>
                  <a:pt x="95" y="1646"/>
                </a:lnTo>
                <a:lnTo>
                  <a:pt x="93" y="1645"/>
                </a:lnTo>
                <a:lnTo>
                  <a:pt x="92" y="1645"/>
                </a:lnTo>
                <a:lnTo>
                  <a:pt x="91" y="1645"/>
                </a:lnTo>
                <a:lnTo>
                  <a:pt x="90" y="1644"/>
                </a:lnTo>
                <a:lnTo>
                  <a:pt x="87" y="1643"/>
                </a:lnTo>
                <a:lnTo>
                  <a:pt x="83" y="1642"/>
                </a:lnTo>
                <a:lnTo>
                  <a:pt x="81" y="1641"/>
                </a:lnTo>
                <a:lnTo>
                  <a:pt x="80" y="1641"/>
                </a:lnTo>
                <a:lnTo>
                  <a:pt x="79" y="1641"/>
                </a:lnTo>
                <a:lnTo>
                  <a:pt x="77" y="1639"/>
                </a:lnTo>
                <a:lnTo>
                  <a:pt x="75" y="1638"/>
                </a:lnTo>
                <a:lnTo>
                  <a:pt x="73" y="1637"/>
                </a:lnTo>
                <a:lnTo>
                  <a:pt x="71" y="1637"/>
                </a:lnTo>
                <a:lnTo>
                  <a:pt x="68" y="1636"/>
                </a:lnTo>
                <a:lnTo>
                  <a:pt x="64" y="1634"/>
                </a:lnTo>
                <a:lnTo>
                  <a:pt x="63" y="1633"/>
                </a:lnTo>
                <a:lnTo>
                  <a:pt x="60" y="1631"/>
                </a:lnTo>
                <a:lnTo>
                  <a:pt x="58" y="1631"/>
                </a:lnTo>
                <a:lnTo>
                  <a:pt x="57" y="1630"/>
                </a:lnTo>
                <a:lnTo>
                  <a:pt x="56" y="1629"/>
                </a:lnTo>
                <a:lnTo>
                  <a:pt x="55" y="1628"/>
                </a:lnTo>
                <a:lnTo>
                  <a:pt x="55" y="1629"/>
                </a:lnTo>
                <a:lnTo>
                  <a:pt x="54" y="1629"/>
                </a:lnTo>
                <a:lnTo>
                  <a:pt x="52" y="1631"/>
                </a:lnTo>
                <a:lnTo>
                  <a:pt x="51" y="1631"/>
                </a:lnTo>
                <a:lnTo>
                  <a:pt x="50" y="1633"/>
                </a:lnTo>
                <a:lnTo>
                  <a:pt x="49" y="1635"/>
                </a:lnTo>
                <a:lnTo>
                  <a:pt x="48" y="1638"/>
                </a:lnTo>
                <a:lnTo>
                  <a:pt x="48" y="1639"/>
                </a:lnTo>
                <a:lnTo>
                  <a:pt x="47" y="1639"/>
                </a:lnTo>
                <a:lnTo>
                  <a:pt x="46" y="1639"/>
                </a:lnTo>
                <a:lnTo>
                  <a:pt x="45" y="1639"/>
                </a:lnTo>
                <a:lnTo>
                  <a:pt x="44" y="1639"/>
                </a:lnTo>
                <a:lnTo>
                  <a:pt x="43" y="1638"/>
                </a:lnTo>
                <a:lnTo>
                  <a:pt x="42" y="1638"/>
                </a:lnTo>
                <a:lnTo>
                  <a:pt x="42" y="1639"/>
                </a:lnTo>
                <a:lnTo>
                  <a:pt x="41" y="1640"/>
                </a:lnTo>
                <a:lnTo>
                  <a:pt x="40" y="1641"/>
                </a:lnTo>
                <a:lnTo>
                  <a:pt x="39" y="1642"/>
                </a:lnTo>
                <a:lnTo>
                  <a:pt x="38" y="1642"/>
                </a:lnTo>
                <a:lnTo>
                  <a:pt x="38" y="1643"/>
                </a:lnTo>
                <a:lnTo>
                  <a:pt x="38" y="1644"/>
                </a:lnTo>
                <a:lnTo>
                  <a:pt x="38" y="1646"/>
                </a:lnTo>
                <a:lnTo>
                  <a:pt x="39" y="1650"/>
                </a:lnTo>
                <a:lnTo>
                  <a:pt x="39" y="1651"/>
                </a:lnTo>
                <a:lnTo>
                  <a:pt x="39" y="1652"/>
                </a:lnTo>
                <a:lnTo>
                  <a:pt x="38" y="1652"/>
                </a:lnTo>
                <a:lnTo>
                  <a:pt x="36" y="1651"/>
                </a:lnTo>
                <a:lnTo>
                  <a:pt x="33" y="1650"/>
                </a:lnTo>
                <a:lnTo>
                  <a:pt x="32" y="1650"/>
                </a:lnTo>
                <a:lnTo>
                  <a:pt x="31" y="1650"/>
                </a:lnTo>
                <a:lnTo>
                  <a:pt x="29" y="1650"/>
                </a:lnTo>
                <a:lnTo>
                  <a:pt x="28" y="1651"/>
                </a:lnTo>
                <a:lnTo>
                  <a:pt x="26" y="1651"/>
                </a:lnTo>
                <a:lnTo>
                  <a:pt x="24" y="1651"/>
                </a:lnTo>
                <a:lnTo>
                  <a:pt x="23" y="1651"/>
                </a:lnTo>
                <a:lnTo>
                  <a:pt x="23" y="1650"/>
                </a:lnTo>
                <a:lnTo>
                  <a:pt x="22" y="1649"/>
                </a:lnTo>
                <a:lnTo>
                  <a:pt x="21" y="1648"/>
                </a:lnTo>
                <a:lnTo>
                  <a:pt x="20" y="1648"/>
                </a:lnTo>
                <a:lnTo>
                  <a:pt x="19" y="1648"/>
                </a:lnTo>
                <a:lnTo>
                  <a:pt x="18" y="1648"/>
                </a:lnTo>
                <a:lnTo>
                  <a:pt x="16" y="1647"/>
                </a:lnTo>
                <a:lnTo>
                  <a:pt x="14" y="1646"/>
                </a:lnTo>
                <a:lnTo>
                  <a:pt x="13" y="1645"/>
                </a:lnTo>
                <a:lnTo>
                  <a:pt x="13" y="1644"/>
                </a:lnTo>
                <a:lnTo>
                  <a:pt x="12" y="1643"/>
                </a:lnTo>
                <a:lnTo>
                  <a:pt x="12" y="1641"/>
                </a:lnTo>
                <a:lnTo>
                  <a:pt x="13" y="1638"/>
                </a:lnTo>
                <a:lnTo>
                  <a:pt x="13" y="1637"/>
                </a:lnTo>
                <a:lnTo>
                  <a:pt x="12" y="1636"/>
                </a:lnTo>
                <a:lnTo>
                  <a:pt x="12" y="1635"/>
                </a:lnTo>
                <a:lnTo>
                  <a:pt x="11" y="1635"/>
                </a:lnTo>
                <a:lnTo>
                  <a:pt x="10" y="1635"/>
                </a:lnTo>
                <a:lnTo>
                  <a:pt x="9" y="1635"/>
                </a:lnTo>
                <a:lnTo>
                  <a:pt x="8" y="1634"/>
                </a:lnTo>
                <a:lnTo>
                  <a:pt x="7" y="1634"/>
                </a:lnTo>
                <a:lnTo>
                  <a:pt x="6" y="1633"/>
                </a:lnTo>
                <a:lnTo>
                  <a:pt x="5" y="1631"/>
                </a:lnTo>
                <a:lnTo>
                  <a:pt x="4" y="1630"/>
                </a:lnTo>
                <a:lnTo>
                  <a:pt x="2" y="1628"/>
                </a:lnTo>
                <a:lnTo>
                  <a:pt x="1" y="1626"/>
                </a:lnTo>
                <a:lnTo>
                  <a:pt x="0" y="1625"/>
                </a:lnTo>
                <a:lnTo>
                  <a:pt x="1" y="1624"/>
                </a:lnTo>
                <a:lnTo>
                  <a:pt x="2" y="1623"/>
                </a:lnTo>
                <a:lnTo>
                  <a:pt x="2" y="1622"/>
                </a:lnTo>
                <a:lnTo>
                  <a:pt x="3" y="1621"/>
                </a:lnTo>
                <a:lnTo>
                  <a:pt x="3" y="1620"/>
                </a:lnTo>
                <a:lnTo>
                  <a:pt x="3" y="1619"/>
                </a:lnTo>
                <a:lnTo>
                  <a:pt x="2" y="1618"/>
                </a:lnTo>
                <a:lnTo>
                  <a:pt x="2" y="1617"/>
                </a:lnTo>
                <a:lnTo>
                  <a:pt x="2" y="1616"/>
                </a:lnTo>
                <a:lnTo>
                  <a:pt x="2" y="1615"/>
                </a:lnTo>
                <a:lnTo>
                  <a:pt x="2" y="1613"/>
                </a:lnTo>
                <a:lnTo>
                  <a:pt x="1" y="1611"/>
                </a:lnTo>
                <a:lnTo>
                  <a:pt x="1" y="1610"/>
                </a:lnTo>
                <a:lnTo>
                  <a:pt x="1" y="1608"/>
                </a:lnTo>
                <a:lnTo>
                  <a:pt x="1" y="1605"/>
                </a:lnTo>
                <a:lnTo>
                  <a:pt x="1" y="1604"/>
                </a:lnTo>
                <a:lnTo>
                  <a:pt x="2" y="1603"/>
                </a:lnTo>
                <a:lnTo>
                  <a:pt x="1" y="1602"/>
                </a:lnTo>
                <a:lnTo>
                  <a:pt x="0" y="1602"/>
                </a:lnTo>
                <a:lnTo>
                  <a:pt x="0" y="1601"/>
                </a:lnTo>
                <a:lnTo>
                  <a:pt x="0" y="1600"/>
                </a:lnTo>
                <a:lnTo>
                  <a:pt x="1" y="1598"/>
                </a:lnTo>
                <a:lnTo>
                  <a:pt x="2" y="1596"/>
                </a:lnTo>
                <a:lnTo>
                  <a:pt x="2" y="1594"/>
                </a:lnTo>
                <a:lnTo>
                  <a:pt x="3" y="1593"/>
                </a:lnTo>
                <a:lnTo>
                  <a:pt x="4" y="1592"/>
                </a:lnTo>
                <a:lnTo>
                  <a:pt x="5" y="1592"/>
                </a:lnTo>
                <a:lnTo>
                  <a:pt x="5" y="1591"/>
                </a:lnTo>
                <a:lnTo>
                  <a:pt x="5" y="1590"/>
                </a:lnTo>
                <a:lnTo>
                  <a:pt x="5" y="1587"/>
                </a:lnTo>
                <a:lnTo>
                  <a:pt x="4" y="1587"/>
                </a:lnTo>
                <a:lnTo>
                  <a:pt x="4" y="1586"/>
                </a:lnTo>
                <a:lnTo>
                  <a:pt x="5" y="1585"/>
                </a:lnTo>
                <a:lnTo>
                  <a:pt x="5" y="1583"/>
                </a:lnTo>
                <a:lnTo>
                  <a:pt x="5" y="1582"/>
                </a:lnTo>
                <a:lnTo>
                  <a:pt x="4" y="1581"/>
                </a:lnTo>
                <a:lnTo>
                  <a:pt x="4" y="1579"/>
                </a:lnTo>
                <a:lnTo>
                  <a:pt x="3" y="1578"/>
                </a:lnTo>
                <a:lnTo>
                  <a:pt x="4" y="1576"/>
                </a:lnTo>
                <a:lnTo>
                  <a:pt x="3" y="1575"/>
                </a:lnTo>
                <a:lnTo>
                  <a:pt x="2" y="1574"/>
                </a:lnTo>
                <a:lnTo>
                  <a:pt x="1" y="1572"/>
                </a:lnTo>
                <a:lnTo>
                  <a:pt x="1" y="1571"/>
                </a:lnTo>
                <a:lnTo>
                  <a:pt x="1" y="1569"/>
                </a:lnTo>
                <a:lnTo>
                  <a:pt x="2" y="1567"/>
                </a:lnTo>
                <a:lnTo>
                  <a:pt x="4" y="1565"/>
                </a:lnTo>
                <a:lnTo>
                  <a:pt x="5" y="1564"/>
                </a:lnTo>
                <a:lnTo>
                  <a:pt x="5" y="1563"/>
                </a:lnTo>
                <a:lnTo>
                  <a:pt x="6" y="1563"/>
                </a:lnTo>
                <a:lnTo>
                  <a:pt x="7" y="1563"/>
                </a:lnTo>
                <a:lnTo>
                  <a:pt x="8" y="1563"/>
                </a:lnTo>
                <a:lnTo>
                  <a:pt x="8" y="1562"/>
                </a:lnTo>
                <a:lnTo>
                  <a:pt x="9" y="1561"/>
                </a:lnTo>
                <a:lnTo>
                  <a:pt x="10" y="1559"/>
                </a:lnTo>
                <a:lnTo>
                  <a:pt x="11" y="1558"/>
                </a:lnTo>
                <a:lnTo>
                  <a:pt x="12" y="1558"/>
                </a:lnTo>
                <a:lnTo>
                  <a:pt x="13" y="1558"/>
                </a:lnTo>
                <a:lnTo>
                  <a:pt x="14" y="1559"/>
                </a:lnTo>
                <a:lnTo>
                  <a:pt x="15" y="1559"/>
                </a:lnTo>
                <a:lnTo>
                  <a:pt x="15" y="1558"/>
                </a:lnTo>
                <a:lnTo>
                  <a:pt x="16" y="1558"/>
                </a:lnTo>
                <a:lnTo>
                  <a:pt x="16" y="1557"/>
                </a:lnTo>
                <a:lnTo>
                  <a:pt x="17" y="1558"/>
                </a:lnTo>
                <a:lnTo>
                  <a:pt x="18" y="1560"/>
                </a:lnTo>
                <a:lnTo>
                  <a:pt x="19" y="1560"/>
                </a:lnTo>
                <a:lnTo>
                  <a:pt x="21" y="1561"/>
                </a:lnTo>
                <a:lnTo>
                  <a:pt x="22" y="1561"/>
                </a:lnTo>
                <a:lnTo>
                  <a:pt x="22" y="1562"/>
                </a:lnTo>
                <a:lnTo>
                  <a:pt x="22" y="1564"/>
                </a:lnTo>
                <a:lnTo>
                  <a:pt x="22" y="1565"/>
                </a:lnTo>
                <a:lnTo>
                  <a:pt x="23" y="1565"/>
                </a:lnTo>
                <a:lnTo>
                  <a:pt x="24" y="1565"/>
                </a:lnTo>
                <a:lnTo>
                  <a:pt x="25" y="1564"/>
                </a:lnTo>
                <a:lnTo>
                  <a:pt x="28" y="1561"/>
                </a:lnTo>
                <a:lnTo>
                  <a:pt x="28" y="1560"/>
                </a:lnTo>
                <a:lnTo>
                  <a:pt x="29" y="1560"/>
                </a:lnTo>
                <a:lnTo>
                  <a:pt x="29" y="1559"/>
                </a:lnTo>
                <a:lnTo>
                  <a:pt x="29" y="1556"/>
                </a:lnTo>
                <a:lnTo>
                  <a:pt x="30" y="1553"/>
                </a:lnTo>
                <a:lnTo>
                  <a:pt x="30" y="1552"/>
                </a:lnTo>
                <a:lnTo>
                  <a:pt x="30" y="1551"/>
                </a:lnTo>
                <a:lnTo>
                  <a:pt x="31" y="1549"/>
                </a:lnTo>
                <a:lnTo>
                  <a:pt x="31" y="1548"/>
                </a:lnTo>
                <a:lnTo>
                  <a:pt x="31" y="1547"/>
                </a:lnTo>
                <a:lnTo>
                  <a:pt x="30" y="1545"/>
                </a:lnTo>
                <a:lnTo>
                  <a:pt x="30" y="1543"/>
                </a:lnTo>
                <a:lnTo>
                  <a:pt x="30" y="1541"/>
                </a:lnTo>
                <a:lnTo>
                  <a:pt x="30" y="1540"/>
                </a:lnTo>
                <a:lnTo>
                  <a:pt x="29" y="1540"/>
                </a:lnTo>
                <a:lnTo>
                  <a:pt x="28" y="1540"/>
                </a:lnTo>
                <a:lnTo>
                  <a:pt x="27" y="1540"/>
                </a:lnTo>
                <a:lnTo>
                  <a:pt x="26" y="1540"/>
                </a:lnTo>
                <a:lnTo>
                  <a:pt x="25" y="1541"/>
                </a:lnTo>
                <a:lnTo>
                  <a:pt x="24" y="1542"/>
                </a:lnTo>
                <a:lnTo>
                  <a:pt x="23" y="1541"/>
                </a:lnTo>
                <a:lnTo>
                  <a:pt x="22" y="1541"/>
                </a:lnTo>
                <a:lnTo>
                  <a:pt x="21" y="1541"/>
                </a:lnTo>
                <a:lnTo>
                  <a:pt x="19" y="1541"/>
                </a:lnTo>
                <a:lnTo>
                  <a:pt x="17" y="1541"/>
                </a:lnTo>
                <a:lnTo>
                  <a:pt x="17" y="1540"/>
                </a:lnTo>
                <a:lnTo>
                  <a:pt x="17" y="1538"/>
                </a:lnTo>
                <a:lnTo>
                  <a:pt x="18" y="1537"/>
                </a:lnTo>
                <a:lnTo>
                  <a:pt x="18" y="1536"/>
                </a:lnTo>
                <a:lnTo>
                  <a:pt x="18" y="1534"/>
                </a:lnTo>
                <a:lnTo>
                  <a:pt x="18" y="1531"/>
                </a:lnTo>
                <a:lnTo>
                  <a:pt x="17" y="1530"/>
                </a:lnTo>
                <a:lnTo>
                  <a:pt x="17" y="1529"/>
                </a:lnTo>
                <a:lnTo>
                  <a:pt x="17" y="1528"/>
                </a:lnTo>
                <a:lnTo>
                  <a:pt x="18" y="1527"/>
                </a:lnTo>
                <a:lnTo>
                  <a:pt x="18" y="1526"/>
                </a:lnTo>
                <a:lnTo>
                  <a:pt x="20" y="1522"/>
                </a:lnTo>
                <a:lnTo>
                  <a:pt x="20" y="1521"/>
                </a:lnTo>
                <a:lnTo>
                  <a:pt x="20" y="1518"/>
                </a:lnTo>
                <a:lnTo>
                  <a:pt x="19" y="1517"/>
                </a:lnTo>
                <a:lnTo>
                  <a:pt x="19" y="1516"/>
                </a:lnTo>
                <a:lnTo>
                  <a:pt x="18" y="1516"/>
                </a:lnTo>
                <a:lnTo>
                  <a:pt x="18" y="1515"/>
                </a:lnTo>
                <a:lnTo>
                  <a:pt x="18" y="1514"/>
                </a:lnTo>
                <a:lnTo>
                  <a:pt x="18" y="1513"/>
                </a:lnTo>
                <a:lnTo>
                  <a:pt x="18" y="1512"/>
                </a:lnTo>
                <a:lnTo>
                  <a:pt x="18" y="1511"/>
                </a:lnTo>
                <a:lnTo>
                  <a:pt x="17" y="1511"/>
                </a:lnTo>
                <a:lnTo>
                  <a:pt x="16" y="1511"/>
                </a:lnTo>
                <a:lnTo>
                  <a:pt x="15" y="1511"/>
                </a:lnTo>
                <a:lnTo>
                  <a:pt x="14" y="1510"/>
                </a:lnTo>
                <a:lnTo>
                  <a:pt x="13" y="1509"/>
                </a:lnTo>
                <a:lnTo>
                  <a:pt x="14" y="1508"/>
                </a:lnTo>
                <a:lnTo>
                  <a:pt x="14" y="1506"/>
                </a:lnTo>
                <a:lnTo>
                  <a:pt x="15" y="1505"/>
                </a:lnTo>
                <a:lnTo>
                  <a:pt x="15" y="1504"/>
                </a:lnTo>
                <a:lnTo>
                  <a:pt x="15" y="1503"/>
                </a:lnTo>
                <a:lnTo>
                  <a:pt x="14" y="1503"/>
                </a:lnTo>
                <a:lnTo>
                  <a:pt x="14" y="1502"/>
                </a:lnTo>
                <a:lnTo>
                  <a:pt x="14" y="1501"/>
                </a:lnTo>
                <a:lnTo>
                  <a:pt x="14" y="1500"/>
                </a:lnTo>
                <a:lnTo>
                  <a:pt x="15" y="1497"/>
                </a:lnTo>
                <a:lnTo>
                  <a:pt x="15" y="1496"/>
                </a:lnTo>
                <a:lnTo>
                  <a:pt x="15" y="1495"/>
                </a:lnTo>
                <a:lnTo>
                  <a:pt x="14" y="1493"/>
                </a:lnTo>
                <a:lnTo>
                  <a:pt x="13" y="1492"/>
                </a:lnTo>
                <a:lnTo>
                  <a:pt x="13" y="1491"/>
                </a:lnTo>
                <a:lnTo>
                  <a:pt x="12" y="1491"/>
                </a:lnTo>
                <a:lnTo>
                  <a:pt x="10" y="1491"/>
                </a:lnTo>
                <a:lnTo>
                  <a:pt x="8" y="1491"/>
                </a:lnTo>
                <a:lnTo>
                  <a:pt x="7" y="1490"/>
                </a:lnTo>
                <a:lnTo>
                  <a:pt x="7" y="1489"/>
                </a:lnTo>
                <a:lnTo>
                  <a:pt x="7" y="1488"/>
                </a:lnTo>
                <a:lnTo>
                  <a:pt x="7" y="1487"/>
                </a:lnTo>
                <a:lnTo>
                  <a:pt x="7" y="1485"/>
                </a:lnTo>
                <a:lnTo>
                  <a:pt x="7" y="1484"/>
                </a:lnTo>
                <a:lnTo>
                  <a:pt x="8" y="1484"/>
                </a:lnTo>
                <a:lnTo>
                  <a:pt x="7" y="1483"/>
                </a:lnTo>
                <a:lnTo>
                  <a:pt x="5" y="1482"/>
                </a:lnTo>
                <a:lnTo>
                  <a:pt x="4" y="1482"/>
                </a:lnTo>
                <a:lnTo>
                  <a:pt x="5" y="1481"/>
                </a:lnTo>
                <a:lnTo>
                  <a:pt x="6" y="1480"/>
                </a:lnTo>
                <a:lnTo>
                  <a:pt x="7" y="1479"/>
                </a:lnTo>
                <a:lnTo>
                  <a:pt x="8" y="1478"/>
                </a:lnTo>
                <a:lnTo>
                  <a:pt x="8" y="1477"/>
                </a:lnTo>
                <a:lnTo>
                  <a:pt x="8" y="1476"/>
                </a:lnTo>
                <a:lnTo>
                  <a:pt x="8" y="1475"/>
                </a:lnTo>
                <a:lnTo>
                  <a:pt x="7" y="1474"/>
                </a:lnTo>
                <a:lnTo>
                  <a:pt x="7" y="1473"/>
                </a:lnTo>
                <a:lnTo>
                  <a:pt x="8" y="1472"/>
                </a:lnTo>
                <a:lnTo>
                  <a:pt x="8" y="1471"/>
                </a:lnTo>
                <a:lnTo>
                  <a:pt x="9" y="1470"/>
                </a:lnTo>
                <a:lnTo>
                  <a:pt x="10" y="1469"/>
                </a:lnTo>
                <a:lnTo>
                  <a:pt x="11" y="1467"/>
                </a:lnTo>
                <a:lnTo>
                  <a:pt x="11" y="1466"/>
                </a:lnTo>
                <a:lnTo>
                  <a:pt x="9" y="1462"/>
                </a:lnTo>
                <a:lnTo>
                  <a:pt x="6" y="1460"/>
                </a:lnTo>
                <a:lnTo>
                  <a:pt x="5" y="1459"/>
                </a:lnTo>
                <a:lnTo>
                  <a:pt x="6" y="1458"/>
                </a:lnTo>
                <a:lnTo>
                  <a:pt x="7" y="1458"/>
                </a:lnTo>
                <a:lnTo>
                  <a:pt x="8" y="1458"/>
                </a:lnTo>
                <a:lnTo>
                  <a:pt x="9" y="1458"/>
                </a:lnTo>
                <a:lnTo>
                  <a:pt x="12" y="1458"/>
                </a:lnTo>
                <a:lnTo>
                  <a:pt x="14" y="1459"/>
                </a:lnTo>
                <a:lnTo>
                  <a:pt x="18" y="1459"/>
                </a:lnTo>
                <a:lnTo>
                  <a:pt x="19" y="1458"/>
                </a:lnTo>
                <a:lnTo>
                  <a:pt x="21" y="1455"/>
                </a:lnTo>
                <a:lnTo>
                  <a:pt x="23" y="1452"/>
                </a:lnTo>
                <a:lnTo>
                  <a:pt x="24" y="1450"/>
                </a:lnTo>
                <a:lnTo>
                  <a:pt x="25" y="1448"/>
                </a:lnTo>
                <a:lnTo>
                  <a:pt x="26" y="1448"/>
                </a:lnTo>
                <a:lnTo>
                  <a:pt x="27" y="1448"/>
                </a:lnTo>
                <a:lnTo>
                  <a:pt x="28" y="1447"/>
                </a:lnTo>
                <a:lnTo>
                  <a:pt x="30" y="1447"/>
                </a:lnTo>
                <a:lnTo>
                  <a:pt x="32" y="1447"/>
                </a:lnTo>
                <a:lnTo>
                  <a:pt x="33" y="1447"/>
                </a:lnTo>
                <a:lnTo>
                  <a:pt x="34" y="1448"/>
                </a:lnTo>
                <a:lnTo>
                  <a:pt x="37" y="1450"/>
                </a:lnTo>
                <a:lnTo>
                  <a:pt x="40" y="1451"/>
                </a:lnTo>
                <a:lnTo>
                  <a:pt x="42" y="1453"/>
                </a:lnTo>
                <a:lnTo>
                  <a:pt x="45" y="1454"/>
                </a:lnTo>
                <a:lnTo>
                  <a:pt x="47" y="1455"/>
                </a:lnTo>
                <a:lnTo>
                  <a:pt x="48" y="1455"/>
                </a:lnTo>
                <a:lnTo>
                  <a:pt x="52" y="1455"/>
                </a:lnTo>
                <a:lnTo>
                  <a:pt x="54" y="1455"/>
                </a:lnTo>
                <a:lnTo>
                  <a:pt x="57" y="1457"/>
                </a:lnTo>
                <a:lnTo>
                  <a:pt x="60" y="1457"/>
                </a:lnTo>
                <a:lnTo>
                  <a:pt x="63" y="1457"/>
                </a:lnTo>
                <a:lnTo>
                  <a:pt x="64" y="1457"/>
                </a:lnTo>
                <a:lnTo>
                  <a:pt x="66" y="1457"/>
                </a:lnTo>
                <a:lnTo>
                  <a:pt x="67" y="1457"/>
                </a:lnTo>
                <a:lnTo>
                  <a:pt x="67" y="1456"/>
                </a:lnTo>
                <a:lnTo>
                  <a:pt x="67" y="1455"/>
                </a:lnTo>
                <a:lnTo>
                  <a:pt x="68" y="1454"/>
                </a:lnTo>
                <a:lnTo>
                  <a:pt x="69" y="1453"/>
                </a:lnTo>
                <a:lnTo>
                  <a:pt x="70" y="1452"/>
                </a:lnTo>
                <a:lnTo>
                  <a:pt x="71" y="1450"/>
                </a:lnTo>
                <a:lnTo>
                  <a:pt x="73" y="1449"/>
                </a:lnTo>
                <a:lnTo>
                  <a:pt x="74" y="1448"/>
                </a:lnTo>
                <a:lnTo>
                  <a:pt x="74" y="1447"/>
                </a:lnTo>
                <a:lnTo>
                  <a:pt x="73" y="1446"/>
                </a:lnTo>
                <a:lnTo>
                  <a:pt x="73" y="1445"/>
                </a:lnTo>
                <a:lnTo>
                  <a:pt x="74" y="1445"/>
                </a:lnTo>
                <a:lnTo>
                  <a:pt x="75" y="1444"/>
                </a:lnTo>
                <a:lnTo>
                  <a:pt x="76" y="1443"/>
                </a:lnTo>
                <a:lnTo>
                  <a:pt x="78" y="1443"/>
                </a:lnTo>
                <a:lnTo>
                  <a:pt x="79" y="1442"/>
                </a:lnTo>
                <a:lnTo>
                  <a:pt x="80" y="1442"/>
                </a:lnTo>
                <a:lnTo>
                  <a:pt x="80" y="1441"/>
                </a:lnTo>
                <a:lnTo>
                  <a:pt x="80" y="1439"/>
                </a:lnTo>
                <a:lnTo>
                  <a:pt x="81" y="1439"/>
                </a:lnTo>
                <a:lnTo>
                  <a:pt x="81" y="1438"/>
                </a:lnTo>
                <a:lnTo>
                  <a:pt x="81" y="1437"/>
                </a:lnTo>
                <a:lnTo>
                  <a:pt x="83" y="1438"/>
                </a:lnTo>
                <a:lnTo>
                  <a:pt x="84" y="1438"/>
                </a:lnTo>
                <a:lnTo>
                  <a:pt x="85" y="1438"/>
                </a:lnTo>
                <a:lnTo>
                  <a:pt x="86" y="1438"/>
                </a:lnTo>
                <a:lnTo>
                  <a:pt x="87" y="1437"/>
                </a:lnTo>
                <a:lnTo>
                  <a:pt x="88" y="1435"/>
                </a:lnTo>
                <a:lnTo>
                  <a:pt x="89" y="1432"/>
                </a:lnTo>
                <a:lnTo>
                  <a:pt x="89" y="1430"/>
                </a:lnTo>
                <a:lnTo>
                  <a:pt x="89" y="1428"/>
                </a:lnTo>
                <a:lnTo>
                  <a:pt x="90" y="1426"/>
                </a:lnTo>
                <a:lnTo>
                  <a:pt x="89" y="1425"/>
                </a:lnTo>
                <a:lnTo>
                  <a:pt x="89" y="1423"/>
                </a:lnTo>
                <a:lnTo>
                  <a:pt x="89" y="1421"/>
                </a:lnTo>
                <a:lnTo>
                  <a:pt x="89" y="1419"/>
                </a:lnTo>
                <a:lnTo>
                  <a:pt x="90" y="1417"/>
                </a:lnTo>
                <a:lnTo>
                  <a:pt x="90" y="1416"/>
                </a:lnTo>
                <a:lnTo>
                  <a:pt x="90" y="1415"/>
                </a:lnTo>
                <a:lnTo>
                  <a:pt x="90" y="1414"/>
                </a:lnTo>
                <a:lnTo>
                  <a:pt x="89" y="1413"/>
                </a:lnTo>
                <a:lnTo>
                  <a:pt x="89" y="1412"/>
                </a:lnTo>
                <a:lnTo>
                  <a:pt x="90" y="1412"/>
                </a:lnTo>
                <a:lnTo>
                  <a:pt x="91" y="1412"/>
                </a:lnTo>
                <a:lnTo>
                  <a:pt x="91" y="1411"/>
                </a:lnTo>
                <a:lnTo>
                  <a:pt x="90" y="1410"/>
                </a:lnTo>
                <a:lnTo>
                  <a:pt x="90" y="1409"/>
                </a:lnTo>
                <a:lnTo>
                  <a:pt x="90" y="1408"/>
                </a:lnTo>
                <a:lnTo>
                  <a:pt x="90" y="1407"/>
                </a:lnTo>
                <a:lnTo>
                  <a:pt x="90" y="1406"/>
                </a:lnTo>
                <a:lnTo>
                  <a:pt x="89" y="1406"/>
                </a:lnTo>
                <a:lnTo>
                  <a:pt x="88" y="1405"/>
                </a:lnTo>
                <a:lnTo>
                  <a:pt x="87" y="1405"/>
                </a:lnTo>
                <a:lnTo>
                  <a:pt x="86" y="1404"/>
                </a:lnTo>
                <a:lnTo>
                  <a:pt x="85" y="1404"/>
                </a:lnTo>
                <a:lnTo>
                  <a:pt x="85" y="1403"/>
                </a:lnTo>
                <a:lnTo>
                  <a:pt x="85" y="1402"/>
                </a:lnTo>
                <a:lnTo>
                  <a:pt x="84" y="1401"/>
                </a:lnTo>
                <a:lnTo>
                  <a:pt x="83" y="1401"/>
                </a:lnTo>
                <a:lnTo>
                  <a:pt x="82" y="1402"/>
                </a:lnTo>
                <a:lnTo>
                  <a:pt x="81" y="1402"/>
                </a:lnTo>
                <a:lnTo>
                  <a:pt x="81" y="1401"/>
                </a:lnTo>
                <a:lnTo>
                  <a:pt x="81" y="1400"/>
                </a:lnTo>
                <a:lnTo>
                  <a:pt x="82" y="1396"/>
                </a:lnTo>
                <a:lnTo>
                  <a:pt x="84" y="1393"/>
                </a:lnTo>
                <a:lnTo>
                  <a:pt x="84" y="1391"/>
                </a:lnTo>
                <a:lnTo>
                  <a:pt x="85" y="1389"/>
                </a:lnTo>
                <a:lnTo>
                  <a:pt x="86" y="1388"/>
                </a:lnTo>
                <a:lnTo>
                  <a:pt x="89" y="1385"/>
                </a:lnTo>
                <a:lnTo>
                  <a:pt x="91" y="1384"/>
                </a:lnTo>
                <a:lnTo>
                  <a:pt x="94" y="1383"/>
                </a:lnTo>
                <a:lnTo>
                  <a:pt x="95" y="1383"/>
                </a:lnTo>
                <a:lnTo>
                  <a:pt x="96" y="1383"/>
                </a:lnTo>
                <a:lnTo>
                  <a:pt x="98" y="1382"/>
                </a:lnTo>
                <a:lnTo>
                  <a:pt x="99" y="1381"/>
                </a:lnTo>
                <a:lnTo>
                  <a:pt x="100" y="1380"/>
                </a:lnTo>
                <a:lnTo>
                  <a:pt x="100" y="1379"/>
                </a:lnTo>
                <a:lnTo>
                  <a:pt x="101" y="1377"/>
                </a:lnTo>
                <a:lnTo>
                  <a:pt x="101" y="1375"/>
                </a:lnTo>
                <a:lnTo>
                  <a:pt x="101" y="1374"/>
                </a:lnTo>
                <a:lnTo>
                  <a:pt x="101" y="1373"/>
                </a:lnTo>
                <a:lnTo>
                  <a:pt x="102" y="1372"/>
                </a:lnTo>
                <a:lnTo>
                  <a:pt x="102" y="1371"/>
                </a:lnTo>
                <a:lnTo>
                  <a:pt x="102" y="1370"/>
                </a:lnTo>
                <a:lnTo>
                  <a:pt x="104" y="1369"/>
                </a:lnTo>
                <a:lnTo>
                  <a:pt x="107" y="1366"/>
                </a:lnTo>
                <a:lnTo>
                  <a:pt x="109" y="1365"/>
                </a:lnTo>
                <a:lnTo>
                  <a:pt x="111" y="1364"/>
                </a:lnTo>
                <a:lnTo>
                  <a:pt x="114" y="1360"/>
                </a:lnTo>
                <a:lnTo>
                  <a:pt x="115" y="1360"/>
                </a:lnTo>
                <a:lnTo>
                  <a:pt x="116" y="1359"/>
                </a:lnTo>
                <a:lnTo>
                  <a:pt x="116" y="1358"/>
                </a:lnTo>
                <a:lnTo>
                  <a:pt x="116" y="1357"/>
                </a:lnTo>
                <a:lnTo>
                  <a:pt x="116" y="1356"/>
                </a:lnTo>
                <a:lnTo>
                  <a:pt x="115" y="1356"/>
                </a:lnTo>
                <a:lnTo>
                  <a:pt x="114" y="1355"/>
                </a:lnTo>
                <a:lnTo>
                  <a:pt x="113" y="1354"/>
                </a:lnTo>
                <a:lnTo>
                  <a:pt x="112" y="1353"/>
                </a:lnTo>
                <a:lnTo>
                  <a:pt x="113" y="1353"/>
                </a:lnTo>
                <a:lnTo>
                  <a:pt x="114" y="1352"/>
                </a:lnTo>
                <a:lnTo>
                  <a:pt x="116" y="1352"/>
                </a:lnTo>
                <a:lnTo>
                  <a:pt x="121" y="1352"/>
                </a:lnTo>
                <a:lnTo>
                  <a:pt x="123" y="1351"/>
                </a:lnTo>
                <a:lnTo>
                  <a:pt x="124" y="1350"/>
                </a:lnTo>
                <a:lnTo>
                  <a:pt x="124" y="1349"/>
                </a:lnTo>
                <a:lnTo>
                  <a:pt x="126" y="1347"/>
                </a:lnTo>
                <a:lnTo>
                  <a:pt x="127" y="1345"/>
                </a:lnTo>
                <a:lnTo>
                  <a:pt x="129" y="1344"/>
                </a:lnTo>
                <a:lnTo>
                  <a:pt x="132" y="1343"/>
                </a:lnTo>
                <a:lnTo>
                  <a:pt x="133" y="1344"/>
                </a:lnTo>
                <a:lnTo>
                  <a:pt x="135" y="1346"/>
                </a:lnTo>
                <a:lnTo>
                  <a:pt x="136" y="1348"/>
                </a:lnTo>
                <a:lnTo>
                  <a:pt x="137" y="1348"/>
                </a:lnTo>
                <a:lnTo>
                  <a:pt x="138" y="1348"/>
                </a:lnTo>
                <a:lnTo>
                  <a:pt x="140" y="1349"/>
                </a:lnTo>
                <a:lnTo>
                  <a:pt x="141" y="1348"/>
                </a:lnTo>
                <a:lnTo>
                  <a:pt x="143" y="1346"/>
                </a:lnTo>
                <a:lnTo>
                  <a:pt x="145" y="1345"/>
                </a:lnTo>
                <a:lnTo>
                  <a:pt x="147" y="1345"/>
                </a:lnTo>
                <a:lnTo>
                  <a:pt x="150" y="1345"/>
                </a:lnTo>
                <a:lnTo>
                  <a:pt x="154" y="1346"/>
                </a:lnTo>
                <a:lnTo>
                  <a:pt x="156" y="1346"/>
                </a:lnTo>
                <a:lnTo>
                  <a:pt x="158" y="1346"/>
                </a:lnTo>
                <a:lnTo>
                  <a:pt x="162" y="1347"/>
                </a:lnTo>
                <a:lnTo>
                  <a:pt x="165" y="1347"/>
                </a:lnTo>
                <a:lnTo>
                  <a:pt x="166" y="1347"/>
                </a:lnTo>
                <a:lnTo>
                  <a:pt x="167" y="1348"/>
                </a:lnTo>
                <a:lnTo>
                  <a:pt x="167" y="1350"/>
                </a:lnTo>
                <a:lnTo>
                  <a:pt x="167" y="1352"/>
                </a:lnTo>
                <a:lnTo>
                  <a:pt x="167" y="1353"/>
                </a:lnTo>
                <a:lnTo>
                  <a:pt x="168" y="1354"/>
                </a:lnTo>
                <a:lnTo>
                  <a:pt x="169" y="1353"/>
                </a:lnTo>
                <a:lnTo>
                  <a:pt x="171" y="1353"/>
                </a:lnTo>
                <a:lnTo>
                  <a:pt x="172" y="1354"/>
                </a:lnTo>
                <a:lnTo>
                  <a:pt x="173" y="1354"/>
                </a:lnTo>
                <a:lnTo>
                  <a:pt x="174" y="1355"/>
                </a:lnTo>
                <a:lnTo>
                  <a:pt x="175" y="1357"/>
                </a:lnTo>
                <a:lnTo>
                  <a:pt x="176" y="1358"/>
                </a:lnTo>
                <a:lnTo>
                  <a:pt x="177" y="1358"/>
                </a:lnTo>
                <a:lnTo>
                  <a:pt x="180" y="1358"/>
                </a:lnTo>
                <a:lnTo>
                  <a:pt x="185" y="1355"/>
                </a:lnTo>
                <a:lnTo>
                  <a:pt x="189" y="1354"/>
                </a:lnTo>
                <a:lnTo>
                  <a:pt x="193" y="1353"/>
                </a:lnTo>
                <a:lnTo>
                  <a:pt x="196" y="1352"/>
                </a:lnTo>
                <a:lnTo>
                  <a:pt x="199" y="1349"/>
                </a:lnTo>
                <a:lnTo>
                  <a:pt x="203" y="1346"/>
                </a:lnTo>
                <a:lnTo>
                  <a:pt x="207" y="1344"/>
                </a:lnTo>
                <a:lnTo>
                  <a:pt x="211" y="1344"/>
                </a:lnTo>
                <a:lnTo>
                  <a:pt x="213" y="1342"/>
                </a:lnTo>
                <a:lnTo>
                  <a:pt x="214" y="1342"/>
                </a:lnTo>
                <a:lnTo>
                  <a:pt x="216" y="1340"/>
                </a:lnTo>
                <a:lnTo>
                  <a:pt x="219" y="1337"/>
                </a:lnTo>
                <a:lnTo>
                  <a:pt x="223" y="1334"/>
                </a:lnTo>
                <a:lnTo>
                  <a:pt x="226" y="1333"/>
                </a:lnTo>
                <a:lnTo>
                  <a:pt x="228" y="1333"/>
                </a:lnTo>
                <a:lnTo>
                  <a:pt x="230" y="1334"/>
                </a:lnTo>
                <a:lnTo>
                  <a:pt x="231" y="1336"/>
                </a:lnTo>
                <a:lnTo>
                  <a:pt x="232" y="1337"/>
                </a:lnTo>
                <a:lnTo>
                  <a:pt x="234" y="1337"/>
                </a:lnTo>
                <a:lnTo>
                  <a:pt x="235" y="1337"/>
                </a:lnTo>
                <a:lnTo>
                  <a:pt x="238" y="1335"/>
                </a:lnTo>
                <a:lnTo>
                  <a:pt x="239" y="1335"/>
                </a:lnTo>
                <a:lnTo>
                  <a:pt x="239" y="1334"/>
                </a:lnTo>
                <a:lnTo>
                  <a:pt x="241" y="1332"/>
                </a:lnTo>
                <a:lnTo>
                  <a:pt x="243" y="1329"/>
                </a:lnTo>
                <a:lnTo>
                  <a:pt x="244" y="1326"/>
                </a:lnTo>
                <a:lnTo>
                  <a:pt x="245" y="1324"/>
                </a:lnTo>
                <a:lnTo>
                  <a:pt x="247" y="1325"/>
                </a:lnTo>
                <a:lnTo>
                  <a:pt x="251" y="1326"/>
                </a:lnTo>
                <a:lnTo>
                  <a:pt x="254" y="1327"/>
                </a:lnTo>
                <a:lnTo>
                  <a:pt x="257" y="1328"/>
                </a:lnTo>
                <a:lnTo>
                  <a:pt x="260" y="1329"/>
                </a:lnTo>
                <a:lnTo>
                  <a:pt x="262" y="1330"/>
                </a:lnTo>
                <a:lnTo>
                  <a:pt x="265" y="1333"/>
                </a:lnTo>
                <a:lnTo>
                  <a:pt x="267" y="1335"/>
                </a:lnTo>
                <a:lnTo>
                  <a:pt x="268" y="1336"/>
                </a:lnTo>
                <a:lnTo>
                  <a:pt x="269" y="1336"/>
                </a:lnTo>
                <a:lnTo>
                  <a:pt x="272" y="1335"/>
                </a:lnTo>
                <a:lnTo>
                  <a:pt x="274" y="1335"/>
                </a:lnTo>
                <a:lnTo>
                  <a:pt x="275" y="1335"/>
                </a:lnTo>
                <a:lnTo>
                  <a:pt x="275" y="1334"/>
                </a:lnTo>
                <a:lnTo>
                  <a:pt x="275" y="1333"/>
                </a:lnTo>
                <a:lnTo>
                  <a:pt x="275" y="1332"/>
                </a:lnTo>
                <a:lnTo>
                  <a:pt x="273" y="1330"/>
                </a:lnTo>
                <a:lnTo>
                  <a:pt x="272" y="1329"/>
                </a:lnTo>
                <a:lnTo>
                  <a:pt x="271" y="1327"/>
                </a:lnTo>
                <a:lnTo>
                  <a:pt x="271" y="1325"/>
                </a:lnTo>
                <a:lnTo>
                  <a:pt x="270" y="1323"/>
                </a:lnTo>
                <a:lnTo>
                  <a:pt x="270" y="1321"/>
                </a:lnTo>
                <a:lnTo>
                  <a:pt x="269" y="1321"/>
                </a:lnTo>
                <a:lnTo>
                  <a:pt x="269" y="1319"/>
                </a:lnTo>
                <a:lnTo>
                  <a:pt x="267" y="1317"/>
                </a:lnTo>
                <a:lnTo>
                  <a:pt x="266" y="1313"/>
                </a:lnTo>
                <a:lnTo>
                  <a:pt x="264" y="1311"/>
                </a:lnTo>
                <a:lnTo>
                  <a:pt x="264" y="1309"/>
                </a:lnTo>
                <a:lnTo>
                  <a:pt x="265" y="1308"/>
                </a:lnTo>
                <a:lnTo>
                  <a:pt x="266" y="1308"/>
                </a:lnTo>
                <a:lnTo>
                  <a:pt x="267" y="1307"/>
                </a:lnTo>
                <a:lnTo>
                  <a:pt x="268" y="1307"/>
                </a:lnTo>
                <a:lnTo>
                  <a:pt x="269" y="1305"/>
                </a:lnTo>
                <a:lnTo>
                  <a:pt x="270" y="1301"/>
                </a:lnTo>
                <a:lnTo>
                  <a:pt x="271" y="1298"/>
                </a:lnTo>
                <a:lnTo>
                  <a:pt x="273" y="1297"/>
                </a:lnTo>
                <a:lnTo>
                  <a:pt x="274" y="1296"/>
                </a:lnTo>
                <a:lnTo>
                  <a:pt x="275" y="1296"/>
                </a:lnTo>
                <a:lnTo>
                  <a:pt x="277" y="1296"/>
                </a:lnTo>
                <a:lnTo>
                  <a:pt x="278" y="1298"/>
                </a:lnTo>
                <a:lnTo>
                  <a:pt x="279" y="1299"/>
                </a:lnTo>
                <a:lnTo>
                  <a:pt x="281" y="1300"/>
                </a:lnTo>
                <a:lnTo>
                  <a:pt x="283" y="1301"/>
                </a:lnTo>
                <a:lnTo>
                  <a:pt x="284" y="1303"/>
                </a:lnTo>
                <a:lnTo>
                  <a:pt x="286" y="1307"/>
                </a:lnTo>
                <a:lnTo>
                  <a:pt x="288" y="1310"/>
                </a:lnTo>
                <a:lnTo>
                  <a:pt x="290" y="1312"/>
                </a:lnTo>
                <a:lnTo>
                  <a:pt x="290" y="1313"/>
                </a:lnTo>
                <a:lnTo>
                  <a:pt x="292" y="1315"/>
                </a:lnTo>
                <a:lnTo>
                  <a:pt x="293" y="1316"/>
                </a:lnTo>
                <a:lnTo>
                  <a:pt x="294" y="1316"/>
                </a:lnTo>
                <a:lnTo>
                  <a:pt x="296" y="1316"/>
                </a:lnTo>
                <a:lnTo>
                  <a:pt x="298" y="1315"/>
                </a:lnTo>
                <a:lnTo>
                  <a:pt x="299" y="1315"/>
                </a:lnTo>
                <a:lnTo>
                  <a:pt x="301" y="1318"/>
                </a:lnTo>
                <a:lnTo>
                  <a:pt x="302" y="1320"/>
                </a:lnTo>
                <a:lnTo>
                  <a:pt x="305" y="1322"/>
                </a:lnTo>
                <a:lnTo>
                  <a:pt x="308" y="1323"/>
                </a:lnTo>
                <a:lnTo>
                  <a:pt x="309" y="1324"/>
                </a:lnTo>
                <a:lnTo>
                  <a:pt x="311" y="1323"/>
                </a:lnTo>
                <a:lnTo>
                  <a:pt x="313" y="1322"/>
                </a:lnTo>
                <a:lnTo>
                  <a:pt x="314" y="1321"/>
                </a:lnTo>
                <a:lnTo>
                  <a:pt x="316" y="1321"/>
                </a:lnTo>
                <a:lnTo>
                  <a:pt x="317" y="1322"/>
                </a:lnTo>
                <a:lnTo>
                  <a:pt x="318" y="1323"/>
                </a:lnTo>
                <a:lnTo>
                  <a:pt x="319" y="1324"/>
                </a:lnTo>
                <a:lnTo>
                  <a:pt x="324" y="1327"/>
                </a:lnTo>
                <a:lnTo>
                  <a:pt x="325" y="1327"/>
                </a:lnTo>
                <a:lnTo>
                  <a:pt x="327" y="1328"/>
                </a:lnTo>
                <a:lnTo>
                  <a:pt x="330" y="1328"/>
                </a:lnTo>
                <a:lnTo>
                  <a:pt x="332" y="1326"/>
                </a:lnTo>
                <a:lnTo>
                  <a:pt x="333" y="1325"/>
                </a:lnTo>
                <a:lnTo>
                  <a:pt x="334" y="1325"/>
                </a:lnTo>
                <a:lnTo>
                  <a:pt x="335" y="1324"/>
                </a:lnTo>
                <a:lnTo>
                  <a:pt x="336" y="1323"/>
                </a:lnTo>
                <a:lnTo>
                  <a:pt x="339" y="1324"/>
                </a:lnTo>
                <a:lnTo>
                  <a:pt x="341" y="1323"/>
                </a:lnTo>
                <a:lnTo>
                  <a:pt x="342" y="1322"/>
                </a:lnTo>
                <a:lnTo>
                  <a:pt x="343" y="1320"/>
                </a:lnTo>
                <a:lnTo>
                  <a:pt x="346" y="1319"/>
                </a:lnTo>
                <a:lnTo>
                  <a:pt x="350" y="1317"/>
                </a:lnTo>
                <a:lnTo>
                  <a:pt x="351" y="1316"/>
                </a:lnTo>
                <a:lnTo>
                  <a:pt x="354" y="1316"/>
                </a:lnTo>
                <a:lnTo>
                  <a:pt x="355" y="1315"/>
                </a:lnTo>
                <a:lnTo>
                  <a:pt x="357" y="1315"/>
                </a:lnTo>
                <a:lnTo>
                  <a:pt x="360" y="1315"/>
                </a:lnTo>
                <a:lnTo>
                  <a:pt x="361" y="1315"/>
                </a:lnTo>
                <a:lnTo>
                  <a:pt x="362" y="1315"/>
                </a:lnTo>
                <a:lnTo>
                  <a:pt x="365" y="1314"/>
                </a:lnTo>
                <a:lnTo>
                  <a:pt x="366" y="1313"/>
                </a:lnTo>
                <a:lnTo>
                  <a:pt x="368" y="1312"/>
                </a:lnTo>
                <a:lnTo>
                  <a:pt x="369" y="1311"/>
                </a:lnTo>
                <a:lnTo>
                  <a:pt x="371" y="1311"/>
                </a:lnTo>
                <a:lnTo>
                  <a:pt x="372" y="1310"/>
                </a:lnTo>
                <a:lnTo>
                  <a:pt x="372" y="1309"/>
                </a:lnTo>
                <a:lnTo>
                  <a:pt x="373" y="1309"/>
                </a:lnTo>
                <a:lnTo>
                  <a:pt x="377" y="1307"/>
                </a:lnTo>
                <a:lnTo>
                  <a:pt x="382" y="1305"/>
                </a:lnTo>
                <a:lnTo>
                  <a:pt x="386" y="1303"/>
                </a:lnTo>
                <a:lnTo>
                  <a:pt x="388" y="1303"/>
                </a:lnTo>
                <a:lnTo>
                  <a:pt x="390" y="1302"/>
                </a:lnTo>
                <a:lnTo>
                  <a:pt x="392" y="1302"/>
                </a:lnTo>
                <a:lnTo>
                  <a:pt x="393" y="1302"/>
                </a:lnTo>
                <a:lnTo>
                  <a:pt x="395" y="1303"/>
                </a:lnTo>
                <a:lnTo>
                  <a:pt x="395" y="1304"/>
                </a:lnTo>
                <a:lnTo>
                  <a:pt x="395" y="1305"/>
                </a:lnTo>
                <a:lnTo>
                  <a:pt x="396" y="1306"/>
                </a:lnTo>
                <a:lnTo>
                  <a:pt x="396" y="1307"/>
                </a:lnTo>
                <a:lnTo>
                  <a:pt x="396" y="1308"/>
                </a:lnTo>
                <a:lnTo>
                  <a:pt x="397" y="1309"/>
                </a:lnTo>
                <a:lnTo>
                  <a:pt x="397" y="1310"/>
                </a:lnTo>
                <a:lnTo>
                  <a:pt x="398" y="1311"/>
                </a:lnTo>
                <a:lnTo>
                  <a:pt x="398" y="1312"/>
                </a:lnTo>
                <a:lnTo>
                  <a:pt x="398" y="1313"/>
                </a:lnTo>
                <a:lnTo>
                  <a:pt x="397" y="1313"/>
                </a:lnTo>
                <a:lnTo>
                  <a:pt x="396" y="1314"/>
                </a:lnTo>
                <a:lnTo>
                  <a:pt x="395" y="1317"/>
                </a:lnTo>
                <a:lnTo>
                  <a:pt x="395" y="1319"/>
                </a:lnTo>
                <a:lnTo>
                  <a:pt x="393" y="1324"/>
                </a:lnTo>
                <a:lnTo>
                  <a:pt x="393" y="1326"/>
                </a:lnTo>
                <a:lnTo>
                  <a:pt x="393" y="1327"/>
                </a:lnTo>
                <a:lnTo>
                  <a:pt x="393" y="1329"/>
                </a:lnTo>
                <a:lnTo>
                  <a:pt x="394" y="1331"/>
                </a:lnTo>
                <a:lnTo>
                  <a:pt x="393" y="1333"/>
                </a:lnTo>
                <a:lnTo>
                  <a:pt x="393" y="1334"/>
                </a:lnTo>
                <a:lnTo>
                  <a:pt x="394" y="1336"/>
                </a:lnTo>
                <a:lnTo>
                  <a:pt x="395" y="1337"/>
                </a:lnTo>
                <a:lnTo>
                  <a:pt x="396" y="1337"/>
                </a:lnTo>
                <a:lnTo>
                  <a:pt x="397" y="1338"/>
                </a:lnTo>
                <a:lnTo>
                  <a:pt x="398" y="1339"/>
                </a:lnTo>
                <a:lnTo>
                  <a:pt x="399" y="1340"/>
                </a:lnTo>
                <a:lnTo>
                  <a:pt x="399" y="1341"/>
                </a:lnTo>
                <a:lnTo>
                  <a:pt x="400" y="1342"/>
                </a:lnTo>
                <a:lnTo>
                  <a:pt x="402" y="1343"/>
                </a:lnTo>
                <a:lnTo>
                  <a:pt x="403" y="1345"/>
                </a:lnTo>
                <a:lnTo>
                  <a:pt x="403" y="1346"/>
                </a:lnTo>
                <a:lnTo>
                  <a:pt x="403" y="1347"/>
                </a:lnTo>
                <a:lnTo>
                  <a:pt x="402" y="1347"/>
                </a:lnTo>
                <a:lnTo>
                  <a:pt x="401" y="1347"/>
                </a:lnTo>
                <a:lnTo>
                  <a:pt x="401" y="1348"/>
                </a:lnTo>
                <a:lnTo>
                  <a:pt x="400" y="1349"/>
                </a:lnTo>
                <a:lnTo>
                  <a:pt x="400" y="1350"/>
                </a:lnTo>
                <a:lnTo>
                  <a:pt x="399" y="1351"/>
                </a:lnTo>
                <a:lnTo>
                  <a:pt x="397" y="1352"/>
                </a:lnTo>
                <a:lnTo>
                  <a:pt x="395" y="1353"/>
                </a:lnTo>
                <a:lnTo>
                  <a:pt x="394" y="1353"/>
                </a:lnTo>
                <a:lnTo>
                  <a:pt x="393" y="1354"/>
                </a:lnTo>
                <a:lnTo>
                  <a:pt x="392" y="1356"/>
                </a:lnTo>
                <a:lnTo>
                  <a:pt x="392" y="1357"/>
                </a:lnTo>
                <a:lnTo>
                  <a:pt x="391" y="1358"/>
                </a:lnTo>
                <a:lnTo>
                  <a:pt x="390" y="1359"/>
                </a:lnTo>
                <a:lnTo>
                  <a:pt x="390" y="1361"/>
                </a:lnTo>
                <a:lnTo>
                  <a:pt x="389" y="1362"/>
                </a:lnTo>
                <a:lnTo>
                  <a:pt x="388" y="1364"/>
                </a:lnTo>
                <a:lnTo>
                  <a:pt x="387" y="1365"/>
                </a:lnTo>
                <a:lnTo>
                  <a:pt x="387" y="1366"/>
                </a:lnTo>
                <a:lnTo>
                  <a:pt x="388" y="1368"/>
                </a:lnTo>
                <a:lnTo>
                  <a:pt x="389" y="1369"/>
                </a:lnTo>
                <a:lnTo>
                  <a:pt x="389" y="1371"/>
                </a:lnTo>
                <a:lnTo>
                  <a:pt x="389" y="1375"/>
                </a:lnTo>
                <a:lnTo>
                  <a:pt x="389" y="1376"/>
                </a:lnTo>
                <a:lnTo>
                  <a:pt x="390" y="1377"/>
                </a:lnTo>
                <a:lnTo>
                  <a:pt x="389" y="1378"/>
                </a:lnTo>
                <a:lnTo>
                  <a:pt x="388" y="1379"/>
                </a:lnTo>
                <a:lnTo>
                  <a:pt x="388" y="1380"/>
                </a:lnTo>
                <a:lnTo>
                  <a:pt x="387" y="1380"/>
                </a:lnTo>
                <a:lnTo>
                  <a:pt x="387" y="1381"/>
                </a:lnTo>
                <a:lnTo>
                  <a:pt x="387" y="1382"/>
                </a:lnTo>
                <a:lnTo>
                  <a:pt x="388" y="1383"/>
                </a:lnTo>
                <a:lnTo>
                  <a:pt x="389" y="1383"/>
                </a:lnTo>
                <a:lnTo>
                  <a:pt x="390" y="1383"/>
                </a:lnTo>
                <a:lnTo>
                  <a:pt x="391" y="1383"/>
                </a:lnTo>
                <a:lnTo>
                  <a:pt x="392" y="1382"/>
                </a:lnTo>
                <a:lnTo>
                  <a:pt x="393" y="1381"/>
                </a:lnTo>
                <a:lnTo>
                  <a:pt x="394" y="1381"/>
                </a:lnTo>
                <a:lnTo>
                  <a:pt x="395" y="1382"/>
                </a:lnTo>
                <a:lnTo>
                  <a:pt x="396" y="1381"/>
                </a:lnTo>
                <a:lnTo>
                  <a:pt x="398" y="1381"/>
                </a:lnTo>
                <a:lnTo>
                  <a:pt x="399" y="1381"/>
                </a:lnTo>
                <a:lnTo>
                  <a:pt x="399" y="1382"/>
                </a:lnTo>
                <a:lnTo>
                  <a:pt x="400" y="1383"/>
                </a:lnTo>
                <a:lnTo>
                  <a:pt x="401" y="1382"/>
                </a:lnTo>
                <a:lnTo>
                  <a:pt x="403" y="1381"/>
                </a:lnTo>
                <a:lnTo>
                  <a:pt x="406" y="1380"/>
                </a:lnTo>
                <a:lnTo>
                  <a:pt x="407" y="1380"/>
                </a:lnTo>
                <a:lnTo>
                  <a:pt x="408" y="1379"/>
                </a:lnTo>
                <a:lnTo>
                  <a:pt x="409" y="1379"/>
                </a:lnTo>
                <a:lnTo>
                  <a:pt x="409" y="1380"/>
                </a:lnTo>
                <a:lnTo>
                  <a:pt x="409" y="1381"/>
                </a:lnTo>
                <a:lnTo>
                  <a:pt x="409" y="1382"/>
                </a:lnTo>
                <a:lnTo>
                  <a:pt x="410" y="1383"/>
                </a:lnTo>
                <a:lnTo>
                  <a:pt x="412" y="1384"/>
                </a:lnTo>
                <a:lnTo>
                  <a:pt x="414" y="1384"/>
                </a:lnTo>
                <a:lnTo>
                  <a:pt x="417" y="1386"/>
                </a:lnTo>
                <a:lnTo>
                  <a:pt x="418" y="1387"/>
                </a:lnTo>
                <a:lnTo>
                  <a:pt x="419" y="1388"/>
                </a:lnTo>
                <a:lnTo>
                  <a:pt x="420" y="1390"/>
                </a:lnTo>
                <a:lnTo>
                  <a:pt x="421" y="1390"/>
                </a:lnTo>
                <a:lnTo>
                  <a:pt x="421" y="1389"/>
                </a:lnTo>
                <a:lnTo>
                  <a:pt x="423" y="1386"/>
                </a:lnTo>
                <a:lnTo>
                  <a:pt x="423" y="1385"/>
                </a:lnTo>
                <a:lnTo>
                  <a:pt x="423" y="1383"/>
                </a:lnTo>
                <a:lnTo>
                  <a:pt x="425" y="1382"/>
                </a:lnTo>
                <a:lnTo>
                  <a:pt x="426" y="1381"/>
                </a:lnTo>
                <a:lnTo>
                  <a:pt x="427" y="1381"/>
                </a:lnTo>
                <a:lnTo>
                  <a:pt x="428" y="1380"/>
                </a:lnTo>
                <a:lnTo>
                  <a:pt x="429" y="1379"/>
                </a:lnTo>
                <a:lnTo>
                  <a:pt x="430" y="1377"/>
                </a:lnTo>
                <a:lnTo>
                  <a:pt x="430" y="1376"/>
                </a:lnTo>
                <a:lnTo>
                  <a:pt x="430" y="1375"/>
                </a:lnTo>
                <a:lnTo>
                  <a:pt x="431" y="1375"/>
                </a:lnTo>
                <a:lnTo>
                  <a:pt x="433" y="1375"/>
                </a:lnTo>
                <a:lnTo>
                  <a:pt x="434" y="1375"/>
                </a:lnTo>
                <a:lnTo>
                  <a:pt x="436" y="1376"/>
                </a:lnTo>
                <a:lnTo>
                  <a:pt x="436" y="1377"/>
                </a:lnTo>
                <a:lnTo>
                  <a:pt x="436" y="1378"/>
                </a:lnTo>
                <a:lnTo>
                  <a:pt x="438" y="1380"/>
                </a:lnTo>
                <a:lnTo>
                  <a:pt x="439" y="1381"/>
                </a:lnTo>
                <a:lnTo>
                  <a:pt x="439" y="1382"/>
                </a:lnTo>
                <a:lnTo>
                  <a:pt x="440" y="1383"/>
                </a:lnTo>
                <a:lnTo>
                  <a:pt x="442" y="1383"/>
                </a:lnTo>
                <a:lnTo>
                  <a:pt x="443" y="1383"/>
                </a:lnTo>
                <a:lnTo>
                  <a:pt x="443" y="1382"/>
                </a:lnTo>
                <a:lnTo>
                  <a:pt x="443" y="1380"/>
                </a:lnTo>
                <a:lnTo>
                  <a:pt x="443" y="1378"/>
                </a:lnTo>
                <a:lnTo>
                  <a:pt x="444" y="1377"/>
                </a:lnTo>
                <a:lnTo>
                  <a:pt x="445" y="1376"/>
                </a:lnTo>
                <a:lnTo>
                  <a:pt x="446" y="1377"/>
                </a:lnTo>
                <a:lnTo>
                  <a:pt x="447" y="1377"/>
                </a:lnTo>
                <a:lnTo>
                  <a:pt x="448" y="1376"/>
                </a:lnTo>
                <a:lnTo>
                  <a:pt x="449" y="1377"/>
                </a:lnTo>
                <a:lnTo>
                  <a:pt x="451" y="1377"/>
                </a:lnTo>
                <a:lnTo>
                  <a:pt x="452" y="1378"/>
                </a:lnTo>
                <a:lnTo>
                  <a:pt x="452" y="1379"/>
                </a:lnTo>
                <a:lnTo>
                  <a:pt x="454" y="1378"/>
                </a:lnTo>
                <a:lnTo>
                  <a:pt x="455" y="1378"/>
                </a:lnTo>
                <a:lnTo>
                  <a:pt x="458" y="1379"/>
                </a:lnTo>
                <a:lnTo>
                  <a:pt x="459" y="1380"/>
                </a:lnTo>
                <a:lnTo>
                  <a:pt x="461" y="1383"/>
                </a:lnTo>
                <a:lnTo>
                  <a:pt x="463" y="1384"/>
                </a:lnTo>
                <a:lnTo>
                  <a:pt x="464" y="1384"/>
                </a:lnTo>
                <a:lnTo>
                  <a:pt x="465" y="1384"/>
                </a:lnTo>
                <a:lnTo>
                  <a:pt x="469" y="1383"/>
                </a:lnTo>
                <a:lnTo>
                  <a:pt x="471" y="1381"/>
                </a:lnTo>
                <a:lnTo>
                  <a:pt x="473" y="1380"/>
                </a:lnTo>
                <a:lnTo>
                  <a:pt x="474" y="1380"/>
                </a:lnTo>
                <a:lnTo>
                  <a:pt x="476" y="1379"/>
                </a:lnTo>
                <a:lnTo>
                  <a:pt x="477" y="1379"/>
                </a:lnTo>
                <a:lnTo>
                  <a:pt x="478" y="1378"/>
                </a:lnTo>
                <a:lnTo>
                  <a:pt x="480" y="1377"/>
                </a:lnTo>
                <a:lnTo>
                  <a:pt x="481" y="1377"/>
                </a:lnTo>
                <a:lnTo>
                  <a:pt x="482" y="1377"/>
                </a:lnTo>
                <a:lnTo>
                  <a:pt x="482" y="1378"/>
                </a:lnTo>
                <a:lnTo>
                  <a:pt x="482" y="1379"/>
                </a:lnTo>
                <a:lnTo>
                  <a:pt x="482" y="1380"/>
                </a:lnTo>
                <a:lnTo>
                  <a:pt x="481" y="1381"/>
                </a:lnTo>
                <a:lnTo>
                  <a:pt x="480" y="1382"/>
                </a:lnTo>
                <a:lnTo>
                  <a:pt x="480" y="1383"/>
                </a:lnTo>
                <a:lnTo>
                  <a:pt x="481" y="1383"/>
                </a:lnTo>
                <a:lnTo>
                  <a:pt x="481" y="1384"/>
                </a:lnTo>
                <a:lnTo>
                  <a:pt x="482" y="1384"/>
                </a:lnTo>
                <a:lnTo>
                  <a:pt x="483" y="1384"/>
                </a:lnTo>
                <a:lnTo>
                  <a:pt x="484" y="1385"/>
                </a:lnTo>
                <a:lnTo>
                  <a:pt x="485" y="1386"/>
                </a:lnTo>
                <a:lnTo>
                  <a:pt x="485" y="1387"/>
                </a:lnTo>
                <a:lnTo>
                  <a:pt x="485" y="1388"/>
                </a:lnTo>
                <a:lnTo>
                  <a:pt x="485" y="1389"/>
                </a:lnTo>
                <a:lnTo>
                  <a:pt x="484" y="1391"/>
                </a:lnTo>
                <a:lnTo>
                  <a:pt x="484" y="1393"/>
                </a:lnTo>
                <a:lnTo>
                  <a:pt x="483" y="1394"/>
                </a:lnTo>
                <a:lnTo>
                  <a:pt x="483" y="1396"/>
                </a:lnTo>
                <a:lnTo>
                  <a:pt x="483" y="1397"/>
                </a:lnTo>
                <a:lnTo>
                  <a:pt x="484" y="1398"/>
                </a:lnTo>
                <a:lnTo>
                  <a:pt x="484" y="1399"/>
                </a:lnTo>
                <a:lnTo>
                  <a:pt x="485" y="1399"/>
                </a:lnTo>
                <a:lnTo>
                  <a:pt x="486" y="1397"/>
                </a:lnTo>
                <a:lnTo>
                  <a:pt x="486" y="1396"/>
                </a:lnTo>
                <a:lnTo>
                  <a:pt x="487" y="1396"/>
                </a:lnTo>
                <a:lnTo>
                  <a:pt x="488" y="1395"/>
                </a:lnTo>
                <a:lnTo>
                  <a:pt x="489" y="1393"/>
                </a:lnTo>
                <a:lnTo>
                  <a:pt x="491" y="1392"/>
                </a:lnTo>
                <a:lnTo>
                  <a:pt x="492" y="1391"/>
                </a:lnTo>
                <a:lnTo>
                  <a:pt x="493" y="1391"/>
                </a:lnTo>
                <a:lnTo>
                  <a:pt x="494" y="1392"/>
                </a:lnTo>
                <a:lnTo>
                  <a:pt x="493" y="1393"/>
                </a:lnTo>
                <a:lnTo>
                  <a:pt x="494" y="1394"/>
                </a:lnTo>
                <a:lnTo>
                  <a:pt x="495" y="1394"/>
                </a:lnTo>
                <a:lnTo>
                  <a:pt x="496" y="1394"/>
                </a:lnTo>
                <a:lnTo>
                  <a:pt x="498" y="1393"/>
                </a:lnTo>
                <a:lnTo>
                  <a:pt x="500" y="1394"/>
                </a:lnTo>
                <a:lnTo>
                  <a:pt x="501" y="1394"/>
                </a:lnTo>
                <a:lnTo>
                  <a:pt x="502" y="1393"/>
                </a:lnTo>
                <a:lnTo>
                  <a:pt x="503" y="1392"/>
                </a:lnTo>
                <a:lnTo>
                  <a:pt x="506" y="1391"/>
                </a:lnTo>
                <a:lnTo>
                  <a:pt x="507" y="1390"/>
                </a:lnTo>
                <a:lnTo>
                  <a:pt x="509" y="1388"/>
                </a:lnTo>
                <a:lnTo>
                  <a:pt x="511" y="1388"/>
                </a:lnTo>
                <a:lnTo>
                  <a:pt x="513" y="1389"/>
                </a:lnTo>
                <a:lnTo>
                  <a:pt x="514" y="1389"/>
                </a:lnTo>
                <a:lnTo>
                  <a:pt x="515" y="1388"/>
                </a:lnTo>
                <a:lnTo>
                  <a:pt x="516" y="1386"/>
                </a:lnTo>
                <a:lnTo>
                  <a:pt x="516" y="1385"/>
                </a:lnTo>
                <a:lnTo>
                  <a:pt x="519" y="1384"/>
                </a:lnTo>
                <a:lnTo>
                  <a:pt x="521" y="1384"/>
                </a:lnTo>
                <a:lnTo>
                  <a:pt x="521" y="1383"/>
                </a:lnTo>
                <a:lnTo>
                  <a:pt x="522" y="1382"/>
                </a:lnTo>
                <a:lnTo>
                  <a:pt x="523" y="1378"/>
                </a:lnTo>
                <a:lnTo>
                  <a:pt x="524" y="1376"/>
                </a:lnTo>
                <a:lnTo>
                  <a:pt x="524" y="1374"/>
                </a:lnTo>
                <a:lnTo>
                  <a:pt x="524" y="1373"/>
                </a:lnTo>
                <a:lnTo>
                  <a:pt x="526" y="1371"/>
                </a:lnTo>
                <a:lnTo>
                  <a:pt x="528" y="1368"/>
                </a:lnTo>
                <a:lnTo>
                  <a:pt x="532" y="1365"/>
                </a:lnTo>
                <a:lnTo>
                  <a:pt x="534" y="1364"/>
                </a:lnTo>
                <a:lnTo>
                  <a:pt x="536" y="1363"/>
                </a:lnTo>
                <a:lnTo>
                  <a:pt x="537" y="1363"/>
                </a:lnTo>
                <a:lnTo>
                  <a:pt x="539" y="1360"/>
                </a:lnTo>
                <a:lnTo>
                  <a:pt x="539" y="1359"/>
                </a:lnTo>
                <a:lnTo>
                  <a:pt x="541" y="1358"/>
                </a:lnTo>
                <a:lnTo>
                  <a:pt x="544" y="1357"/>
                </a:lnTo>
                <a:lnTo>
                  <a:pt x="545" y="1357"/>
                </a:lnTo>
                <a:lnTo>
                  <a:pt x="548" y="1357"/>
                </a:lnTo>
                <a:lnTo>
                  <a:pt x="548" y="1356"/>
                </a:lnTo>
                <a:lnTo>
                  <a:pt x="549" y="1355"/>
                </a:lnTo>
                <a:lnTo>
                  <a:pt x="548" y="1353"/>
                </a:lnTo>
                <a:lnTo>
                  <a:pt x="548" y="1352"/>
                </a:lnTo>
                <a:lnTo>
                  <a:pt x="549" y="1350"/>
                </a:lnTo>
                <a:lnTo>
                  <a:pt x="550" y="1349"/>
                </a:lnTo>
                <a:lnTo>
                  <a:pt x="551" y="1349"/>
                </a:lnTo>
                <a:lnTo>
                  <a:pt x="551" y="1347"/>
                </a:lnTo>
                <a:lnTo>
                  <a:pt x="551" y="1345"/>
                </a:lnTo>
                <a:lnTo>
                  <a:pt x="552" y="1345"/>
                </a:lnTo>
                <a:lnTo>
                  <a:pt x="553" y="1344"/>
                </a:lnTo>
                <a:lnTo>
                  <a:pt x="554" y="1344"/>
                </a:lnTo>
                <a:lnTo>
                  <a:pt x="555" y="1343"/>
                </a:lnTo>
                <a:lnTo>
                  <a:pt x="554" y="1340"/>
                </a:lnTo>
                <a:lnTo>
                  <a:pt x="553" y="1338"/>
                </a:lnTo>
                <a:lnTo>
                  <a:pt x="553" y="1336"/>
                </a:lnTo>
                <a:lnTo>
                  <a:pt x="553" y="1334"/>
                </a:lnTo>
                <a:lnTo>
                  <a:pt x="553" y="1333"/>
                </a:lnTo>
                <a:lnTo>
                  <a:pt x="553" y="1332"/>
                </a:lnTo>
                <a:lnTo>
                  <a:pt x="553" y="1330"/>
                </a:lnTo>
                <a:lnTo>
                  <a:pt x="554" y="1329"/>
                </a:lnTo>
                <a:lnTo>
                  <a:pt x="555" y="1328"/>
                </a:lnTo>
                <a:lnTo>
                  <a:pt x="556" y="1328"/>
                </a:lnTo>
                <a:lnTo>
                  <a:pt x="557" y="1328"/>
                </a:lnTo>
                <a:lnTo>
                  <a:pt x="558" y="1327"/>
                </a:lnTo>
                <a:lnTo>
                  <a:pt x="558" y="1326"/>
                </a:lnTo>
                <a:lnTo>
                  <a:pt x="559" y="1326"/>
                </a:lnTo>
                <a:lnTo>
                  <a:pt x="561" y="1326"/>
                </a:lnTo>
                <a:lnTo>
                  <a:pt x="561" y="1327"/>
                </a:lnTo>
                <a:lnTo>
                  <a:pt x="562" y="1327"/>
                </a:lnTo>
                <a:lnTo>
                  <a:pt x="563" y="1326"/>
                </a:lnTo>
                <a:lnTo>
                  <a:pt x="564" y="1325"/>
                </a:lnTo>
                <a:lnTo>
                  <a:pt x="566" y="1324"/>
                </a:lnTo>
                <a:lnTo>
                  <a:pt x="567" y="1323"/>
                </a:lnTo>
                <a:lnTo>
                  <a:pt x="567" y="1322"/>
                </a:lnTo>
                <a:lnTo>
                  <a:pt x="568" y="1321"/>
                </a:lnTo>
                <a:lnTo>
                  <a:pt x="570" y="1321"/>
                </a:lnTo>
                <a:lnTo>
                  <a:pt x="570" y="1320"/>
                </a:lnTo>
                <a:lnTo>
                  <a:pt x="570" y="1319"/>
                </a:lnTo>
                <a:lnTo>
                  <a:pt x="569" y="1317"/>
                </a:lnTo>
                <a:lnTo>
                  <a:pt x="569" y="1316"/>
                </a:lnTo>
                <a:lnTo>
                  <a:pt x="570" y="1316"/>
                </a:lnTo>
                <a:lnTo>
                  <a:pt x="571" y="1315"/>
                </a:lnTo>
                <a:lnTo>
                  <a:pt x="572" y="1316"/>
                </a:lnTo>
                <a:lnTo>
                  <a:pt x="572" y="1315"/>
                </a:lnTo>
                <a:lnTo>
                  <a:pt x="572" y="1314"/>
                </a:lnTo>
                <a:lnTo>
                  <a:pt x="572" y="1313"/>
                </a:lnTo>
                <a:lnTo>
                  <a:pt x="573" y="1312"/>
                </a:lnTo>
                <a:lnTo>
                  <a:pt x="574" y="1310"/>
                </a:lnTo>
                <a:lnTo>
                  <a:pt x="574" y="1309"/>
                </a:lnTo>
                <a:lnTo>
                  <a:pt x="575" y="1307"/>
                </a:lnTo>
                <a:lnTo>
                  <a:pt x="575" y="1306"/>
                </a:lnTo>
                <a:lnTo>
                  <a:pt x="575" y="1305"/>
                </a:lnTo>
                <a:lnTo>
                  <a:pt x="577" y="1302"/>
                </a:lnTo>
                <a:lnTo>
                  <a:pt x="579" y="1300"/>
                </a:lnTo>
                <a:lnTo>
                  <a:pt x="580" y="1299"/>
                </a:lnTo>
                <a:lnTo>
                  <a:pt x="581" y="1297"/>
                </a:lnTo>
                <a:lnTo>
                  <a:pt x="582" y="1295"/>
                </a:lnTo>
                <a:lnTo>
                  <a:pt x="583" y="1295"/>
                </a:lnTo>
                <a:lnTo>
                  <a:pt x="584" y="1294"/>
                </a:lnTo>
                <a:lnTo>
                  <a:pt x="585" y="1295"/>
                </a:lnTo>
                <a:lnTo>
                  <a:pt x="587" y="1296"/>
                </a:lnTo>
                <a:lnTo>
                  <a:pt x="588" y="1296"/>
                </a:lnTo>
                <a:lnTo>
                  <a:pt x="589" y="1294"/>
                </a:lnTo>
                <a:lnTo>
                  <a:pt x="591" y="1294"/>
                </a:lnTo>
                <a:lnTo>
                  <a:pt x="593" y="1294"/>
                </a:lnTo>
                <a:lnTo>
                  <a:pt x="594" y="1294"/>
                </a:lnTo>
                <a:lnTo>
                  <a:pt x="595" y="1294"/>
                </a:lnTo>
                <a:lnTo>
                  <a:pt x="596" y="1295"/>
                </a:lnTo>
                <a:lnTo>
                  <a:pt x="597" y="1294"/>
                </a:lnTo>
                <a:lnTo>
                  <a:pt x="598" y="1293"/>
                </a:lnTo>
                <a:lnTo>
                  <a:pt x="598" y="1292"/>
                </a:lnTo>
                <a:lnTo>
                  <a:pt x="598" y="1291"/>
                </a:lnTo>
                <a:lnTo>
                  <a:pt x="599" y="1290"/>
                </a:lnTo>
                <a:lnTo>
                  <a:pt x="601" y="1289"/>
                </a:lnTo>
                <a:lnTo>
                  <a:pt x="602" y="1287"/>
                </a:lnTo>
                <a:lnTo>
                  <a:pt x="603" y="1286"/>
                </a:lnTo>
                <a:lnTo>
                  <a:pt x="604" y="1286"/>
                </a:lnTo>
                <a:lnTo>
                  <a:pt x="605" y="1286"/>
                </a:lnTo>
                <a:lnTo>
                  <a:pt x="606" y="1287"/>
                </a:lnTo>
                <a:lnTo>
                  <a:pt x="606" y="1288"/>
                </a:lnTo>
                <a:lnTo>
                  <a:pt x="607" y="1288"/>
                </a:lnTo>
                <a:lnTo>
                  <a:pt x="609" y="1288"/>
                </a:lnTo>
                <a:lnTo>
                  <a:pt x="613" y="1288"/>
                </a:lnTo>
                <a:lnTo>
                  <a:pt x="615" y="1287"/>
                </a:lnTo>
                <a:lnTo>
                  <a:pt x="616" y="1286"/>
                </a:lnTo>
                <a:lnTo>
                  <a:pt x="618" y="1284"/>
                </a:lnTo>
                <a:lnTo>
                  <a:pt x="619" y="1283"/>
                </a:lnTo>
                <a:lnTo>
                  <a:pt x="621" y="1282"/>
                </a:lnTo>
                <a:lnTo>
                  <a:pt x="623" y="1282"/>
                </a:lnTo>
                <a:lnTo>
                  <a:pt x="624" y="1282"/>
                </a:lnTo>
                <a:lnTo>
                  <a:pt x="625" y="1282"/>
                </a:lnTo>
                <a:lnTo>
                  <a:pt x="625" y="1284"/>
                </a:lnTo>
                <a:lnTo>
                  <a:pt x="625" y="1285"/>
                </a:lnTo>
                <a:lnTo>
                  <a:pt x="626" y="1286"/>
                </a:lnTo>
                <a:lnTo>
                  <a:pt x="628" y="1286"/>
                </a:lnTo>
                <a:lnTo>
                  <a:pt x="631" y="1287"/>
                </a:lnTo>
                <a:lnTo>
                  <a:pt x="635" y="1287"/>
                </a:lnTo>
                <a:lnTo>
                  <a:pt x="637" y="1288"/>
                </a:lnTo>
                <a:lnTo>
                  <a:pt x="638" y="1289"/>
                </a:lnTo>
                <a:lnTo>
                  <a:pt x="639" y="1290"/>
                </a:lnTo>
                <a:lnTo>
                  <a:pt x="639" y="1291"/>
                </a:lnTo>
                <a:lnTo>
                  <a:pt x="639" y="1292"/>
                </a:lnTo>
                <a:lnTo>
                  <a:pt x="638" y="1293"/>
                </a:lnTo>
                <a:lnTo>
                  <a:pt x="638" y="1294"/>
                </a:lnTo>
                <a:lnTo>
                  <a:pt x="638" y="1295"/>
                </a:lnTo>
                <a:lnTo>
                  <a:pt x="639" y="1295"/>
                </a:lnTo>
                <a:lnTo>
                  <a:pt x="641" y="1296"/>
                </a:lnTo>
                <a:lnTo>
                  <a:pt x="641" y="1297"/>
                </a:lnTo>
                <a:lnTo>
                  <a:pt x="642" y="1298"/>
                </a:lnTo>
                <a:lnTo>
                  <a:pt x="643" y="1299"/>
                </a:lnTo>
                <a:lnTo>
                  <a:pt x="645" y="1302"/>
                </a:lnTo>
                <a:lnTo>
                  <a:pt x="646" y="1302"/>
                </a:lnTo>
                <a:lnTo>
                  <a:pt x="648" y="1302"/>
                </a:lnTo>
                <a:lnTo>
                  <a:pt x="649" y="1301"/>
                </a:lnTo>
                <a:lnTo>
                  <a:pt x="652" y="1301"/>
                </a:lnTo>
                <a:lnTo>
                  <a:pt x="654" y="1301"/>
                </a:lnTo>
                <a:lnTo>
                  <a:pt x="655" y="1301"/>
                </a:lnTo>
                <a:lnTo>
                  <a:pt x="656" y="1301"/>
                </a:lnTo>
                <a:lnTo>
                  <a:pt x="657" y="1302"/>
                </a:lnTo>
                <a:lnTo>
                  <a:pt x="658" y="1302"/>
                </a:lnTo>
                <a:lnTo>
                  <a:pt x="658" y="1303"/>
                </a:lnTo>
                <a:lnTo>
                  <a:pt x="659" y="1304"/>
                </a:lnTo>
                <a:lnTo>
                  <a:pt x="660" y="1304"/>
                </a:lnTo>
                <a:lnTo>
                  <a:pt x="660" y="1305"/>
                </a:lnTo>
                <a:lnTo>
                  <a:pt x="660" y="1306"/>
                </a:lnTo>
                <a:lnTo>
                  <a:pt x="660" y="1307"/>
                </a:lnTo>
                <a:lnTo>
                  <a:pt x="661" y="1307"/>
                </a:lnTo>
                <a:lnTo>
                  <a:pt x="663" y="1308"/>
                </a:lnTo>
                <a:lnTo>
                  <a:pt x="665" y="1308"/>
                </a:lnTo>
                <a:lnTo>
                  <a:pt x="667" y="1307"/>
                </a:lnTo>
                <a:lnTo>
                  <a:pt x="669" y="1306"/>
                </a:lnTo>
                <a:lnTo>
                  <a:pt x="672" y="1305"/>
                </a:lnTo>
                <a:lnTo>
                  <a:pt x="674" y="1305"/>
                </a:lnTo>
                <a:lnTo>
                  <a:pt x="675" y="1303"/>
                </a:lnTo>
                <a:lnTo>
                  <a:pt x="676" y="1303"/>
                </a:lnTo>
                <a:lnTo>
                  <a:pt x="677" y="1304"/>
                </a:lnTo>
                <a:lnTo>
                  <a:pt x="678" y="1305"/>
                </a:lnTo>
                <a:lnTo>
                  <a:pt x="678" y="1306"/>
                </a:lnTo>
                <a:lnTo>
                  <a:pt x="679" y="1307"/>
                </a:lnTo>
                <a:lnTo>
                  <a:pt x="680" y="1307"/>
                </a:lnTo>
                <a:lnTo>
                  <a:pt x="681" y="1306"/>
                </a:lnTo>
                <a:lnTo>
                  <a:pt x="682" y="1307"/>
                </a:lnTo>
                <a:lnTo>
                  <a:pt x="683" y="1307"/>
                </a:lnTo>
                <a:lnTo>
                  <a:pt x="683" y="1308"/>
                </a:lnTo>
                <a:lnTo>
                  <a:pt x="683" y="1309"/>
                </a:lnTo>
                <a:lnTo>
                  <a:pt x="684" y="1309"/>
                </a:lnTo>
                <a:lnTo>
                  <a:pt x="685" y="1310"/>
                </a:lnTo>
                <a:lnTo>
                  <a:pt x="685" y="1311"/>
                </a:lnTo>
                <a:lnTo>
                  <a:pt x="687" y="1311"/>
                </a:lnTo>
                <a:lnTo>
                  <a:pt x="689" y="1311"/>
                </a:lnTo>
                <a:lnTo>
                  <a:pt x="690" y="1312"/>
                </a:lnTo>
                <a:lnTo>
                  <a:pt x="690" y="1313"/>
                </a:lnTo>
                <a:lnTo>
                  <a:pt x="689" y="1314"/>
                </a:lnTo>
                <a:lnTo>
                  <a:pt x="689" y="1315"/>
                </a:lnTo>
                <a:lnTo>
                  <a:pt x="689" y="1316"/>
                </a:lnTo>
                <a:lnTo>
                  <a:pt x="689" y="1317"/>
                </a:lnTo>
                <a:lnTo>
                  <a:pt x="691" y="1318"/>
                </a:lnTo>
                <a:lnTo>
                  <a:pt x="693" y="1318"/>
                </a:lnTo>
                <a:lnTo>
                  <a:pt x="695" y="1318"/>
                </a:lnTo>
                <a:lnTo>
                  <a:pt x="697" y="1318"/>
                </a:lnTo>
                <a:lnTo>
                  <a:pt x="698" y="1318"/>
                </a:lnTo>
                <a:lnTo>
                  <a:pt x="699" y="1319"/>
                </a:lnTo>
                <a:lnTo>
                  <a:pt x="700" y="1319"/>
                </a:lnTo>
                <a:lnTo>
                  <a:pt x="701" y="1319"/>
                </a:lnTo>
                <a:lnTo>
                  <a:pt x="702" y="1319"/>
                </a:lnTo>
                <a:lnTo>
                  <a:pt x="703" y="1320"/>
                </a:lnTo>
                <a:lnTo>
                  <a:pt x="704" y="1321"/>
                </a:lnTo>
                <a:lnTo>
                  <a:pt x="705" y="1321"/>
                </a:lnTo>
                <a:lnTo>
                  <a:pt x="706" y="1321"/>
                </a:lnTo>
                <a:lnTo>
                  <a:pt x="708" y="1321"/>
                </a:lnTo>
                <a:lnTo>
                  <a:pt x="710" y="1320"/>
                </a:lnTo>
                <a:lnTo>
                  <a:pt x="712" y="1321"/>
                </a:lnTo>
                <a:lnTo>
                  <a:pt x="714" y="1321"/>
                </a:lnTo>
                <a:lnTo>
                  <a:pt x="715" y="1321"/>
                </a:lnTo>
                <a:lnTo>
                  <a:pt x="716" y="1320"/>
                </a:lnTo>
                <a:lnTo>
                  <a:pt x="716" y="1321"/>
                </a:lnTo>
                <a:lnTo>
                  <a:pt x="717" y="1321"/>
                </a:lnTo>
                <a:lnTo>
                  <a:pt x="718" y="1322"/>
                </a:lnTo>
                <a:lnTo>
                  <a:pt x="719" y="1323"/>
                </a:lnTo>
                <a:lnTo>
                  <a:pt x="722" y="1324"/>
                </a:lnTo>
                <a:lnTo>
                  <a:pt x="724" y="1323"/>
                </a:lnTo>
                <a:lnTo>
                  <a:pt x="725" y="1323"/>
                </a:lnTo>
                <a:lnTo>
                  <a:pt x="727" y="1323"/>
                </a:lnTo>
                <a:lnTo>
                  <a:pt x="728" y="1323"/>
                </a:lnTo>
                <a:lnTo>
                  <a:pt x="729" y="1322"/>
                </a:lnTo>
                <a:lnTo>
                  <a:pt x="729" y="1321"/>
                </a:lnTo>
                <a:lnTo>
                  <a:pt x="730" y="1321"/>
                </a:lnTo>
                <a:lnTo>
                  <a:pt x="732" y="1324"/>
                </a:lnTo>
                <a:lnTo>
                  <a:pt x="733" y="1324"/>
                </a:lnTo>
                <a:lnTo>
                  <a:pt x="734" y="1324"/>
                </a:lnTo>
                <a:lnTo>
                  <a:pt x="735" y="1324"/>
                </a:lnTo>
                <a:lnTo>
                  <a:pt x="735" y="1323"/>
                </a:lnTo>
                <a:lnTo>
                  <a:pt x="736" y="1322"/>
                </a:lnTo>
                <a:lnTo>
                  <a:pt x="737" y="1321"/>
                </a:lnTo>
                <a:lnTo>
                  <a:pt x="738" y="1320"/>
                </a:lnTo>
                <a:lnTo>
                  <a:pt x="739" y="1320"/>
                </a:lnTo>
                <a:lnTo>
                  <a:pt x="740" y="1320"/>
                </a:lnTo>
                <a:lnTo>
                  <a:pt x="741" y="1321"/>
                </a:lnTo>
                <a:lnTo>
                  <a:pt x="742" y="1321"/>
                </a:lnTo>
                <a:lnTo>
                  <a:pt x="743" y="1321"/>
                </a:lnTo>
                <a:lnTo>
                  <a:pt x="743" y="1320"/>
                </a:lnTo>
                <a:lnTo>
                  <a:pt x="744" y="1320"/>
                </a:lnTo>
                <a:lnTo>
                  <a:pt x="744" y="1318"/>
                </a:lnTo>
                <a:lnTo>
                  <a:pt x="744" y="1316"/>
                </a:lnTo>
                <a:lnTo>
                  <a:pt x="743" y="1315"/>
                </a:lnTo>
                <a:lnTo>
                  <a:pt x="743" y="1313"/>
                </a:lnTo>
                <a:lnTo>
                  <a:pt x="743" y="1311"/>
                </a:lnTo>
                <a:lnTo>
                  <a:pt x="743" y="1309"/>
                </a:lnTo>
                <a:lnTo>
                  <a:pt x="744" y="1308"/>
                </a:lnTo>
                <a:lnTo>
                  <a:pt x="744" y="1307"/>
                </a:lnTo>
                <a:lnTo>
                  <a:pt x="745" y="1306"/>
                </a:lnTo>
                <a:lnTo>
                  <a:pt x="745" y="1305"/>
                </a:lnTo>
                <a:lnTo>
                  <a:pt x="748" y="1302"/>
                </a:lnTo>
                <a:lnTo>
                  <a:pt x="750" y="1301"/>
                </a:lnTo>
                <a:lnTo>
                  <a:pt x="751" y="1301"/>
                </a:lnTo>
                <a:lnTo>
                  <a:pt x="752" y="1301"/>
                </a:lnTo>
                <a:lnTo>
                  <a:pt x="752" y="1300"/>
                </a:lnTo>
                <a:lnTo>
                  <a:pt x="753" y="1300"/>
                </a:lnTo>
                <a:lnTo>
                  <a:pt x="758" y="1299"/>
                </a:lnTo>
                <a:lnTo>
                  <a:pt x="759" y="1299"/>
                </a:lnTo>
                <a:lnTo>
                  <a:pt x="760" y="1298"/>
                </a:lnTo>
                <a:lnTo>
                  <a:pt x="761" y="1298"/>
                </a:lnTo>
                <a:lnTo>
                  <a:pt x="762" y="1297"/>
                </a:lnTo>
                <a:lnTo>
                  <a:pt x="763" y="1297"/>
                </a:lnTo>
                <a:lnTo>
                  <a:pt x="766" y="1297"/>
                </a:lnTo>
                <a:lnTo>
                  <a:pt x="771" y="1298"/>
                </a:lnTo>
                <a:lnTo>
                  <a:pt x="772" y="1299"/>
                </a:lnTo>
                <a:lnTo>
                  <a:pt x="773" y="1299"/>
                </a:lnTo>
                <a:lnTo>
                  <a:pt x="773" y="1300"/>
                </a:lnTo>
                <a:lnTo>
                  <a:pt x="774" y="1300"/>
                </a:lnTo>
                <a:lnTo>
                  <a:pt x="775" y="1300"/>
                </a:lnTo>
                <a:lnTo>
                  <a:pt x="776" y="1300"/>
                </a:lnTo>
                <a:lnTo>
                  <a:pt x="777" y="1299"/>
                </a:lnTo>
                <a:lnTo>
                  <a:pt x="778" y="1299"/>
                </a:lnTo>
                <a:lnTo>
                  <a:pt x="778" y="1300"/>
                </a:lnTo>
                <a:lnTo>
                  <a:pt x="779" y="1300"/>
                </a:lnTo>
                <a:lnTo>
                  <a:pt x="780" y="1300"/>
                </a:lnTo>
                <a:lnTo>
                  <a:pt x="782" y="1300"/>
                </a:lnTo>
                <a:lnTo>
                  <a:pt x="784" y="1300"/>
                </a:lnTo>
                <a:lnTo>
                  <a:pt x="788" y="1299"/>
                </a:lnTo>
                <a:lnTo>
                  <a:pt x="790" y="1299"/>
                </a:lnTo>
                <a:lnTo>
                  <a:pt x="792" y="1298"/>
                </a:lnTo>
                <a:lnTo>
                  <a:pt x="793" y="1299"/>
                </a:lnTo>
                <a:lnTo>
                  <a:pt x="794" y="1299"/>
                </a:lnTo>
                <a:lnTo>
                  <a:pt x="795" y="1299"/>
                </a:lnTo>
                <a:lnTo>
                  <a:pt x="797" y="1299"/>
                </a:lnTo>
                <a:lnTo>
                  <a:pt x="799" y="1297"/>
                </a:lnTo>
                <a:lnTo>
                  <a:pt x="799" y="1296"/>
                </a:lnTo>
                <a:lnTo>
                  <a:pt x="800" y="1294"/>
                </a:lnTo>
                <a:lnTo>
                  <a:pt x="801" y="1293"/>
                </a:lnTo>
                <a:lnTo>
                  <a:pt x="804" y="1284"/>
                </a:lnTo>
                <a:lnTo>
                  <a:pt x="805" y="1282"/>
                </a:lnTo>
                <a:lnTo>
                  <a:pt x="806" y="1281"/>
                </a:lnTo>
                <a:lnTo>
                  <a:pt x="808" y="1279"/>
                </a:lnTo>
                <a:lnTo>
                  <a:pt x="809" y="1278"/>
                </a:lnTo>
                <a:lnTo>
                  <a:pt x="809" y="1277"/>
                </a:lnTo>
                <a:lnTo>
                  <a:pt x="809" y="1273"/>
                </a:lnTo>
                <a:lnTo>
                  <a:pt x="809" y="1272"/>
                </a:lnTo>
                <a:lnTo>
                  <a:pt x="810" y="1270"/>
                </a:lnTo>
                <a:lnTo>
                  <a:pt x="811" y="1269"/>
                </a:lnTo>
                <a:lnTo>
                  <a:pt x="814" y="1268"/>
                </a:lnTo>
                <a:lnTo>
                  <a:pt x="819" y="1268"/>
                </a:lnTo>
                <a:lnTo>
                  <a:pt x="822" y="1268"/>
                </a:lnTo>
                <a:lnTo>
                  <a:pt x="824" y="1268"/>
                </a:lnTo>
                <a:lnTo>
                  <a:pt x="828" y="1270"/>
                </a:lnTo>
                <a:lnTo>
                  <a:pt x="829" y="1272"/>
                </a:lnTo>
                <a:lnTo>
                  <a:pt x="830" y="1271"/>
                </a:lnTo>
                <a:lnTo>
                  <a:pt x="832" y="1271"/>
                </a:lnTo>
                <a:lnTo>
                  <a:pt x="833" y="1272"/>
                </a:lnTo>
                <a:lnTo>
                  <a:pt x="834" y="1272"/>
                </a:lnTo>
                <a:lnTo>
                  <a:pt x="835" y="1273"/>
                </a:lnTo>
                <a:lnTo>
                  <a:pt x="835" y="1274"/>
                </a:lnTo>
                <a:lnTo>
                  <a:pt x="836" y="1274"/>
                </a:lnTo>
                <a:lnTo>
                  <a:pt x="837" y="1274"/>
                </a:lnTo>
                <a:lnTo>
                  <a:pt x="838" y="1273"/>
                </a:lnTo>
                <a:lnTo>
                  <a:pt x="839" y="1273"/>
                </a:lnTo>
                <a:lnTo>
                  <a:pt x="842" y="1274"/>
                </a:lnTo>
                <a:lnTo>
                  <a:pt x="843" y="1275"/>
                </a:lnTo>
                <a:lnTo>
                  <a:pt x="844" y="1275"/>
                </a:lnTo>
                <a:lnTo>
                  <a:pt x="846" y="1274"/>
                </a:lnTo>
                <a:lnTo>
                  <a:pt x="846" y="1272"/>
                </a:lnTo>
                <a:lnTo>
                  <a:pt x="847" y="1272"/>
                </a:lnTo>
                <a:lnTo>
                  <a:pt x="849" y="1272"/>
                </a:lnTo>
                <a:lnTo>
                  <a:pt x="850" y="1272"/>
                </a:lnTo>
                <a:lnTo>
                  <a:pt x="851" y="1273"/>
                </a:lnTo>
                <a:lnTo>
                  <a:pt x="852" y="1273"/>
                </a:lnTo>
                <a:lnTo>
                  <a:pt x="855" y="1274"/>
                </a:lnTo>
                <a:lnTo>
                  <a:pt x="857" y="1273"/>
                </a:lnTo>
                <a:lnTo>
                  <a:pt x="859" y="1272"/>
                </a:lnTo>
                <a:lnTo>
                  <a:pt x="861" y="1273"/>
                </a:lnTo>
                <a:lnTo>
                  <a:pt x="864" y="1272"/>
                </a:lnTo>
                <a:lnTo>
                  <a:pt x="867" y="1271"/>
                </a:lnTo>
                <a:lnTo>
                  <a:pt x="869" y="1271"/>
                </a:lnTo>
                <a:lnTo>
                  <a:pt x="869" y="1270"/>
                </a:lnTo>
                <a:lnTo>
                  <a:pt x="870" y="1269"/>
                </a:lnTo>
                <a:lnTo>
                  <a:pt x="871" y="1267"/>
                </a:lnTo>
                <a:lnTo>
                  <a:pt x="874" y="1266"/>
                </a:lnTo>
                <a:lnTo>
                  <a:pt x="875" y="1265"/>
                </a:lnTo>
                <a:lnTo>
                  <a:pt x="876" y="1265"/>
                </a:lnTo>
                <a:lnTo>
                  <a:pt x="877" y="1265"/>
                </a:lnTo>
                <a:lnTo>
                  <a:pt x="878" y="1265"/>
                </a:lnTo>
                <a:lnTo>
                  <a:pt x="878" y="1267"/>
                </a:lnTo>
                <a:lnTo>
                  <a:pt x="879" y="1267"/>
                </a:lnTo>
                <a:lnTo>
                  <a:pt x="880" y="1268"/>
                </a:lnTo>
                <a:lnTo>
                  <a:pt x="882" y="1268"/>
                </a:lnTo>
                <a:lnTo>
                  <a:pt x="883" y="1268"/>
                </a:lnTo>
                <a:lnTo>
                  <a:pt x="884" y="1268"/>
                </a:lnTo>
                <a:lnTo>
                  <a:pt x="885" y="1269"/>
                </a:lnTo>
                <a:lnTo>
                  <a:pt x="886" y="1270"/>
                </a:lnTo>
                <a:lnTo>
                  <a:pt x="887" y="1270"/>
                </a:lnTo>
                <a:lnTo>
                  <a:pt x="888" y="1270"/>
                </a:lnTo>
                <a:lnTo>
                  <a:pt x="888" y="1268"/>
                </a:lnTo>
                <a:lnTo>
                  <a:pt x="890" y="1266"/>
                </a:lnTo>
                <a:lnTo>
                  <a:pt x="892" y="1265"/>
                </a:lnTo>
                <a:lnTo>
                  <a:pt x="894" y="1264"/>
                </a:lnTo>
                <a:lnTo>
                  <a:pt x="897" y="1263"/>
                </a:lnTo>
                <a:lnTo>
                  <a:pt x="898" y="1263"/>
                </a:lnTo>
                <a:lnTo>
                  <a:pt x="898" y="1262"/>
                </a:lnTo>
                <a:lnTo>
                  <a:pt x="898" y="1260"/>
                </a:lnTo>
                <a:lnTo>
                  <a:pt x="898" y="1258"/>
                </a:lnTo>
                <a:lnTo>
                  <a:pt x="898" y="1257"/>
                </a:lnTo>
                <a:lnTo>
                  <a:pt x="900" y="1256"/>
                </a:lnTo>
                <a:lnTo>
                  <a:pt x="901" y="1256"/>
                </a:lnTo>
                <a:lnTo>
                  <a:pt x="903" y="1256"/>
                </a:lnTo>
                <a:lnTo>
                  <a:pt x="906" y="1256"/>
                </a:lnTo>
                <a:lnTo>
                  <a:pt x="909" y="1257"/>
                </a:lnTo>
                <a:lnTo>
                  <a:pt x="911" y="1257"/>
                </a:lnTo>
                <a:lnTo>
                  <a:pt x="913" y="1257"/>
                </a:lnTo>
                <a:lnTo>
                  <a:pt x="914" y="1257"/>
                </a:lnTo>
                <a:lnTo>
                  <a:pt x="915" y="1257"/>
                </a:lnTo>
                <a:lnTo>
                  <a:pt x="915" y="1258"/>
                </a:lnTo>
                <a:lnTo>
                  <a:pt x="916" y="1259"/>
                </a:lnTo>
                <a:lnTo>
                  <a:pt x="917" y="1258"/>
                </a:lnTo>
                <a:lnTo>
                  <a:pt x="919" y="1257"/>
                </a:lnTo>
                <a:lnTo>
                  <a:pt x="922" y="1256"/>
                </a:lnTo>
                <a:lnTo>
                  <a:pt x="923" y="1255"/>
                </a:lnTo>
                <a:lnTo>
                  <a:pt x="924" y="1254"/>
                </a:lnTo>
                <a:lnTo>
                  <a:pt x="926" y="1254"/>
                </a:lnTo>
                <a:lnTo>
                  <a:pt x="927" y="1255"/>
                </a:lnTo>
                <a:lnTo>
                  <a:pt x="928" y="1255"/>
                </a:lnTo>
                <a:lnTo>
                  <a:pt x="930" y="1254"/>
                </a:lnTo>
                <a:lnTo>
                  <a:pt x="933" y="1252"/>
                </a:lnTo>
                <a:lnTo>
                  <a:pt x="934" y="1251"/>
                </a:lnTo>
                <a:lnTo>
                  <a:pt x="935" y="1250"/>
                </a:lnTo>
                <a:lnTo>
                  <a:pt x="936" y="1250"/>
                </a:lnTo>
                <a:lnTo>
                  <a:pt x="937" y="1250"/>
                </a:lnTo>
                <a:lnTo>
                  <a:pt x="937" y="1249"/>
                </a:lnTo>
                <a:lnTo>
                  <a:pt x="937" y="1248"/>
                </a:lnTo>
                <a:lnTo>
                  <a:pt x="938" y="1248"/>
                </a:lnTo>
                <a:lnTo>
                  <a:pt x="939" y="1248"/>
                </a:lnTo>
                <a:lnTo>
                  <a:pt x="940" y="1247"/>
                </a:lnTo>
                <a:lnTo>
                  <a:pt x="941" y="1246"/>
                </a:lnTo>
                <a:lnTo>
                  <a:pt x="943" y="1246"/>
                </a:lnTo>
                <a:lnTo>
                  <a:pt x="944" y="1246"/>
                </a:lnTo>
                <a:lnTo>
                  <a:pt x="946" y="1246"/>
                </a:lnTo>
                <a:lnTo>
                  <a:pt x="948" y="1245"/>
                </a:lnTo>
                <a:lnTo>
                  <a:pt x="949" y="1246"/>
                </a:lnTo>
                <a:lnTo>
                  <a:pt x="950" y="1246"/>
                </a:lnTo>
                <a:lnTo>
                  <a:pt x="951" y="1247"/>
                </a:lnTo>
                <a:lnTo>
                  <a:pt x="952" y="1247"/>
                </a:lnTo>
                <a:lnTo>
                  <a:pt x="953" y="1247"/>
                </a:lnTo>
                <a:lnTo>
                  <a:pt x="954" y="1245"/>
                </a:lnTo>
                <a:lnTo>
                  <a:pt x="955" y="1245"/>
                </a:lnTo>
                <a:lnTo>
                  <a:pt x="955" y="1244"/>
                </a:lnTo>
                <a:lnTo>
                  <a:pt x="956" y="1244"/>
                </a:lnTo>
                <a:lnTo>
                  <a:pt x="957" y="1243"/>
                </a:lnTo>
                <a:lnTo>
                  <a:pt x="958" y="1243"/>
                </a:lnTo>
                <a:lnTo>
                  <a:pt x="960" y="1243"/>
                </a:lnTo>
                <a:lnTo>
                  <a:pt x="964" y="1243"/>
                </a:lnTo>
                <a:lnTo>
                  <a:pt x="965" y="1243"/>
                </a:lnTo>
                <a:lnTo>
                  <a:pt x="966" y="1242"/>
                </a:lnTo>
                <a:lnTo>
                  <a:pt x="968" y="1242"/>
                </a:lnTo>
                <a:lnTo>
                  <a:pt x="968" y="1241"/>
                </a:lnTo>
                <a:lnTo>
                  <a:pt x="969" y="1241"/>
                </a:lnTo>
                <a:lnTo>
                  <a:pt x="970" y="1239"/>
                </a:lnTo>
                <a:lnTo>
                  <a:pt x="972" y="1238"/>
                </a:lnTo>
                <a:lnTo>
                  <a:pt x="975" y="1239"/>
                </a:lnTo>
                <a:lnTo>
                  <a:pt x="978" y="1240"/>
                </a:lnTo>
                <a:lnTo>
                  <a:pt x="980" y="1241"/>
                </a:lnTo>
                <a:lnTo>
                  <a:pt x="982" y="1241"/>
                </a:lnTo>
                <a:lnTo>
                  <a:pt x="983" y="1241"/>
                </a:lnTo>
                <a:lnTo>
                  <a:pt x="985" y="1240"/>
                </a:lnTo>
                <a:lnTo>
                  <a:pt x="987" y="1240"/>
                </a:lnTo>
                <a:lnTo>
                  <a:pt x="988" y="1239"/>
                </a:lnTo>
                <a:lnTo>
                  <a:pt x="991" y="1236"/>
                </a:lnTo>
                <a:lnTo>
                  <a:pt x="992" y="1236"/>
                </a:lnTo>
                <a:lnTo>
                  <a:pt x="993" y="1235"/>
                </a:lnTo>
                <a:lnTo>
                  <a:pt x="994" y="1235"/>
                </a:lnTo>
                <a:lnTo>
                  <a:pt x="995" y="1234"/>
                </a:lnTo>
                <a:lnTo>
                  <a:pt x="995" y="1233"/>
                </a:lnTo>
                <a:lnTo>
                  <a:pt x="995" y="1232"/>
                </a:lnTo>
                <a:lnTo>
                  <a:pt x="998" y="1232"/>
                </a:lnTo>
                <a:lnTo>
                  <a:pt x="1000" y="1231"/>
                </a:lnTo>
                <a:lnTo>
                  <a:pt x="1002" y="1230"/>
                </a:lnTo>
                <a:lnTo>
                  <a:pt x="1003" y="1229"/>
                </a:lnTo>
                <a:lnTo>
                  <a:pt x="1004" y="1228"/>
                </a:lnTo>
                <a:lnTo>
                  <a:pt x="1005" y="1229"/>
                </a:lnTo>
                <a:lnTo>
                  <a:pt x="1005" y="1230"/>
                </a:lnTo>
                <a:lnTo>
                  <a:pt x="1006" y="1231"/>
                </a:lnTo>
                <a:lnTo>
                  <a:pt x="1007" y="1232"/>
                </a:lnTo>
                <a:lnTo>
                  <a:pt x="1007" y="1233"/>
                </a:lnTo>
                <a:lnTo>
                  <a:pt x="1008" y="1233"/>
                </a:lnTo>
                <a:lnTo>
                  <a:pt x="1009" y="1232"/>
                </a:lnTo>
                <a:lnTo>
                  <a:pt x="1010" y="1231"/>
                </a:lnTo>
                <a:lnTo>
                  <a:pt x="1012" y="1230"/>
                </a:lnTo>
                <a:lnTo>
                  <a:pt x="1015" y="1228"/>
                </a:lnTo>
                <a:lnTo>
                  <a:pt x="1017" y="1227"/>
                </a:lnTo>
                <a:lnTo>
                  <a:pt x="1019" y="1226"/>
                </a:lnTo>
                <a:lnTo>
                  <a:pt x="1021" y="1226"/>
                </a:lnTo>
                <a:lnTo>
                  <a:pt x="1023" y="1226"/>
                </a:lnTo>
                <a:lnTo>
                  <a:pt x="1025" y="1226"/>
                </a:lnTo>
                <a:lnTo>
                  <a:pt x="1027" y="1226"/>
                </a:lnTo>
                <a:lnTo>
                  <a:pt x="1028" y="1227"/>
                </a:lnTo>
                <a:lnTo>
                  <a:pt x="1029" y="1227"/>
                </a:lnTo>
                <a:lnTo>
                  <a:pt x="1029" y="1228"/>
                </a:lnTo>
                <a:lnTo>
                  <a:pt x="1029" y="1229"/>
                </a:lnTo>
                <a:lnTo>
                  <a:pt x="1030" y="1229"/>
                </a:lnTo>
                <a:lnTo>
                  <a:pt x="1031" y="1230"/>
                </a:lnTo>
                <a:lnTo>
                  <a:pt x="1032" y="1231"/>
                </a:lnTo>
                <a:lnTo>
                  <a:pt x="1036" y="1232"/>
                </a:lnTo>
                <a:lnTo>
                  <a:pt x="1038" y="1232"/>
                </a:lnTo>
                <a:lnTo>
                  <a:pt x="1041" y="1232"/>
                </a:lnTo>
                <a:lnTo>
                  <a:pt x="1044" y="1232"/>
                </a:lnTo>
                <a:lnTo>
                  <a:pt x="1047" y="1231"/>
                </a:lnTo>
                <a:lnTo>
                  <a:pt x="1048" y="1231"/>
                </a:lnTo>
                <a:lnTo>
                  <a:pt x="1049" y="1230"/>
                </a:lnTo>
                <a:lnTo>
                  <a:pt x="1049" y="1229"/>
                </a:lnTo>
                <a:lnTo>
                  <a:pt x="1051" y="1228"/>
                </a:lnTo>
                <a:lnTo>
                  <a:pt x="1053" y="1226"/>
                </a:lnTo>
                <a:lnTo>
                  <a:pt x="1054" y="1225"/>
                </a:lnTo>
                <a:lnTo>
                  <a:pt x="1057" y="1226"/>
                </a:lnTo>
                <a:lnTo>
                  <a:pt x="1060" y="1226"/>
                </a:lnTo>
                <a:lnTo>
                  <a:pt x="1063" y="1226"/>
                </a:lnTo>
                <a:lnTo>
                  <a:pt x="1064" y="1226"/>
                </a:lnTo>
                <a:lnTo>
                  <a:pt x="1066" y="1226"/>
                </a:lnTo>
                <a:lnTo>
                  <a:pt x="1069" y="1226"/>
                </a:lnTo>
                <a:lnTo>
                  <a:pt x="1070" y="1227"/>
                </a:lnTo>
                <a:lnTo>
                  <a:pt x="1072" y="1228"/>
                </a:lnTo>
                <a:lnTo>
                  <a:pt x="1073" y="1228"/>
                </a:lnTo>
                <a:lnTo>
                  <a:pt x="1073" y="1229"/>
                </a:lnTo>
                <a:lnTo>
                  <a:pt x="1074" y="1229"/>
                </a:lnTo>
                <a:lnTo>
                  <a:pt x="1075" y="1228"/>
                </a:lnTo>
                <a:lnTo>
                  <a:pt x="1076" y="1227"/>
                </a:lnTo>
                <a:lnTo>
                  <a:pt x="1077" y="1226"/>
                </a:lnTo>
                <a:lnTo>
                  <a:pt x="1079" y="1225"/>
                </a:lnTo>
                <a:lnTo>
                  <a:pt x="1080" y="1223"/>
                </a:lnTo>
                <a:lnTo>
                  <a:pt x="1081" y="1222"/>
                </a:lnTo>
                <a:lnTo>
                  <a:pt x="1081" y="1221"/>
                </a:lnTo>
                <a:lnTo>
                  <a:pt x="1082" y="1219"/>
                </a:lnTo>
                <a:lnTo>
                  <a:pt x="1082" y="1218"/>
                </a:lnTo>
                <a:lnTo>
                  <a:pt x="1083" y="1217"/>
                </a:lnTo>
                <a:lnTo>
                  <a:pt x="1085" y="1216"/>
                </a:lnTo>
                <a:lnTo>
                  <a:pt x="1087" y="1216"/>
                </a:lnTo>
                <a:lnTo>
                  <a:pt x="1089" y="1214"/>
                </a:lnTo>
                <a:lnTo>
                  <a:pt x="1090" y="1214"/>
                </a:lnTo>
                <a:lnTo>
                  <a:pt x="1091" y="1213"/>
                </a:lnTo>
                <a:lnTo>
                  <a:pt x="1091" y="1211"/>
                </a:lnTo>
                <a:lnTo>
                  <a:pt x="1091" y="1210"/>
                </a:lnTo>
                <a:lnTo>
                  <a:pt x="1091" y="1208"/>
                </a:lnTo>
                <a:lnTo>
                  <a:pt x="1092" y="1208"/>
                </a:lnTo>
                <a:lnTo>
                  <a:pt x="1092" y="1207"/>
                </a:lnTo>
                <a:lnTo>
                  <a:pt x="1094" y="1206"/>
                </a:lnTo>
                <a:lnTo>
                  <a:pt x="1096" y="1206"/>
                </a:lnTo>
                <a:lnTo>
                  <a:pt x="1098" y="1205"/>
                </a:lnTo>
                <a:lnTo>
                  <a:pt x="1100" y="1205"/>
                </a:lnTo>
                <a:lnTo>
                  <a:pt x="1103" y="1204"/>
                </a:lnTo>
                <a:lnTo>
                  <a:pt x="1104" y="1205"/>
                </a:lnTo>
                <a:lnTo>
                  <a:pt x="1106" y="1205"/>
                </a:lnTo>
                <a:lnTo>
                  <a:pt x="1108" y="1205"/>
                </a:lnTo>
                <a:lnTo>
                  <a:pt x="1109" y="1206"/>
                </a:lnTo>
                <a:lnTo>
                  <a:pt x="1111" y="1207"/>
                </a:lnTo>
                <a:lnTo>
                  <a:pt x="1113" y="1207"/>
                </a:lnTo>
                <a:lnTo>
                  <a:pt x="1114" y="1208"/>
                </a:lnTo>
                <a:lnTo>
                  <a:pt x="1116" y="1208"/>
                </a:lnTo>
                <a:lnTo>
                  <a:pt x="1119" y="1208"/>
                </a:lnTo>
                <a:lnTo>
                  <a:pt x="1122" y="1209"/>
                </a:lnTo>
                <a:lnTo>
                  <a:pt x="1124" y="1209"/>
                </a:lnTo>
                <a:lnTo>
                  <a:pt x="1126" y="1210"/>
                </a:lnTo>
                <a:lnTo>
                  <a:pt x="1128" y="1210"/>
                </a:lnTo>
                <a:lnTo>
                  <a:pt x="1128" y="1211"/>
                </a:lnTo>
                <a:lnTo>
                  <a:pt x="1131" y="1212"/>
                </a:lnTo>
                <a:lnTo>
                  <a:pt x="1133" y="1214"/>
                </a:lnTo>
                <a:lnTo>
                  <a:pt x="1135" y="1214"/>
                </a:lnTo>
                <a:lnTo>
                  <a:pt x="1136" y="1215"/>
                </a:lnTo>
                <a:lnTo>
                  <a:pt x="1137" y="1214"/>
                </a:lnTo>
                <a:lnTo>
                  <a:pt x="1138" y="1214"/>
                </a:lnTo>
                <a:lnTo>
                  <a:pt x="1138" y="1213"/>
                </a:lnTo>
                <a:lnTo>
                  <a:pt x="1138" y="1211"/>
                </a:lnTo>
                <a:lnTo>
                  <a:pt x="1139" y="1210"/>
                </a:lnTo>
                <a:lnTo>
                  <a:pt x="1143" y="1208"/>
                </a:lnTo>
                <a:lnTo>
                  <a:pt x="1144" y="1207"/>
                </a:lnTo>
                <a:lnTo>
                  <a:pt x="1144" y="1205"/>
                </a:lnTo>
                <a:lnTo>
                  <a:pt x="1143" y="1204"/>
                </a:lnTo>
                <a:lnTo>
                  <a:pt x="1142" y="1203"/>
                </a:lnTo>
                <a:lnTo>
                  <a:pt x="1141" y="1200"/>
                </a:lnTo>
                <a:lnTo>
                  <a:pt x="1141" y="1197"/>
                </a:lnTo>
                <a:lnTo>
                  <a:pt x="1140" y="1193"/>
                </a:lnTo>
                <a:lnTo>
                  <a:pt x="1140" y="1192"/>
                </a:lnTo>
                <a:lnTo>
                  <a:pt x="1140" y="1191"/>
                </a:lnTo>
                <a:lnTo>
                  <a:pt x="1141" y="1191"/>
                </a:lnTo>
                <a:lnTo>
                  <a:pt x="1143" y="1192"/>
                </a:lnTo>
                <a:lnTo>
                  <a:pt x="1144" y="1191"/>
                </a:lnTo>
                <a:lnTo>
                  <a:pt x="1145" y="1189"/>
                </a:lnTo>
                <a:lnTo>
                  <a:pt x="1146" y="1184"/>
                </a:lnTo>
                <a:lnTo>
                  <a:pt x="1147" y="1182"/>
                </a:lnTo>
                <a:lnTo>
                  <a:pt x="1149" y="1181"/>
                </a:lnTo>
                <a:lnTo>
                  <a:pt x="1151" y="1181"/>
                </a:lnTo>
                <a:lnTo>
                  <a:pt x="1154" y="1182"/>
                </a:lnTo>
                <a:lnTo>
                  <a:pt x="1157" y="1182"/>
                </a:lnTo>
                <a:lnTo>
                  <a:pt x="1160" y="1181"/>
                </a:lnTo>
                <a:lnTo>
                  <a:pt x="1162" y="1181"/>
                </a:lnTo>
                <a:lnTo>
                  <a:pt x="1164" y="1181"/>
                </a:lnTo>
                <a:lnTo>
                  <a:pt x="1165" y="1180"/>
                </a:lnTo>
                <a:lnTo>
                  <a:pt x="1166" y="1179"/>
                </a:lnTo>
                <a:lnTo>
                  <a:pt x="1167" y="1176"/>
                </a:lnTo>
                <a:lnTo>
                  <a:pt x="1168" y="1174"/>
                </a:lnTo>
                <a:lnTo>
                  <a:pt x="1168" y="1172"/>
                </a:lnTo>
                <a:lnTo>
                  <a:pt x="1166" y="1169"/>
                </a:lnTo>
                <a:lnTo>
                  <a:pt x="1167" y="1167"/>
                </a:lnTo>
                <a:lnTo>
                  <a:pt x="1167" y="1166"/>
                </a:lnTo>
                <a:lnTo>
                  <a:pt x="1168" y="1165"/>
                </a:lnTo>
                <a:lnTo>
                  <a:pt x="1169" y="1164"/>
                </a:lnTo>
                <a:lnTo>
                  <a:pt x="1169" y="1163"/>
                </a:lnTo>
                <a:lnTo>
                  <a:pt x="1169" y="1162"/>
                </a:lnTo>
                <a:lnTo>
                  <a:pt x="1167" y="1159"/>
                </a:lnTo>
                <a:lnTo>
                  <a:pt x="1165" y="1156"/>
                </a:lnTo>
                <a:lnTo>
                  <a:pt x="1164" y="1155"/>
                </a:lnTo>
                <a:lnTo>
                  <a:pt x="1164" y="1153"/>
                </a:lnTo>
                <a:lnTo>
                  <a:pt x="1165" y="1150"/>
                </a:lnTo>
                <a:lnTo>
                  <a:pt x="1166" y="1146"/>
                </a:lnTo>
                <a:lnTo>
                  <a:pt x="1166" y="1143"/>
                </a:lnTo>
                <a:lnTo>
                  <a:pt x="1165" y="1140"/>
                </a:lnTo>
                <a:lnTo>
                  <a:pt x="1164" y="1138"/>
                </a:lnTo>
                <a:lnTo>
                  <a:pt x="1165" y="1137"/>
                </a:lnTo>
                <a:lnTo>
                  <a:pt x="1166" y="1133"/>
                </a:lnTo>
                <a:lnTo>
                  <a:pt x="1167" y="1130"/>
                </a:lnTo>
                <a:lnTo>
                  <a:pt x="1169" y="1128"/>
                </a:lnTo>
                <a:lnTo>
                  <a:pt x="1172" y="1127"/>
                </a:lnTo>
                <a:lnTo>
                  <a:pt x="1178" y="1125"/>
                </a:lnTo>
                <a:lnTo>
                  <a:pt x="1179" y="1125"/>
                </a:lnTo>
                <a:lnTo>
                  <a:pt x="1179" y="1124"/>
                </a:lnTo>
                <a:lnTo>
                  <a:pt x="1178" y="1123"/>
                </a:lnTo>
                <a:lnTo>
                  <a:pt x="1177" y="1123"/>
                </a:lnTo>
                <a:lnTo>
                  <a:pt x="1176" y="1123"/>
                </a:lnTo>
                <a:lnTo>
                  <a:pt x="1175" y="1123"/>
                </a:lnTo>
                <a:lnTo>
                  <a:pt x="1175" y="1122"/>
                </a:lnTo>
                <a:lnTo>
                  <a:pt x="1174" y="1121"/>
                </a:lnTo>
                <a:lnTo>
                  <a:pt x="1174" y="1120"/>
                </a:lnTo>
                <a:lnTo>
                  <a:pt x="1173" y="1119"/>
                </a:lnTo>
                <a:lnTo>
                  <a:pt x="1173" y="1118"/>
                </a:lnTo>
                <a:lnTo>
                  <a:pt x="1172" y="1118"/>
                </a:lnTo>
                <a:lnTo>
                  <a:pt x="1172" y="1117"/>
                </a:lnTo>
                <a:lnTo>
                  <a:pt x="1171" y="1115"/>
                </a:lnTo>
                <a:lnTo>
                  <a:pt x="1171" y="1114"/>
                </a:lnTo>
                <a:lnTo>
                  <a:pt x="1171" y="1112"/>
                </a:lnTo>
                <a:lnTo>
                  <a:pt x="1170" y="1108"/>
                </a:lnTo>
                <a:lnTo>
                  <a:pt x="1169" y="1105"/>
                </a:lnTo>
                <a:lnTo>
                  <a:pt x="1169" y="1104"/>
                </a:lnTo>
                <a:lnTo>
                  <a:pt x="1168" y="1099"/>
                </a:lnTo>
                <a:lnTo>
                  <a:pt x="1168" y="1097"/>
                </a:lnTo>
                <a:lnTo>
                  <a:pt x="1169" y="1095"/>
                </a:lnTo>
                <a:lnTo>
                  <a:pt x="1170" y="1094"/>
                </a:lnTo>
                <a:lnTo>
                  <a:pt x="1171" y="1091"/>
                </a:lnTo>
                <a:lnTo>
                  <a:pt x="1172" y="1089"/>
                </a:lnTo>
                <a:lnTo>
                  <a:pt x="1173" y="1088"/>
                </a:lnTo>
                <a:lnTo>
                  <a:pt x="1173" y="1087"/>
                </a:lnTo>
                <a:lnTo>
                  <a:pt x="1177" y="1086"/>
                </a:lnTo>
                <a:lnTo>
                  <a:pt x="1181" y="1085"/>
                </a:lnTo>
                <a:lnTo>
                  <a:pt x="1181" y="1081"/>
                </a:lnTo>
                <a:lnTo>
                  <a:pt x="1190" y="1069"/>
                </a:lnTo>
                <a:lnTo>
                  <a:pt x="1192" y="1061"/>
                </a:lnTo>
                <a:lnTo>
                  <a:pt x="1193" y="1060"/>
                </a:lnTo>
                <a:lnTo>
                  <a:pt x="1194" y="1059"/>
                </a:lnTo>
                <a:lnTo>
                  <a:pt x="1195" y="1059"/>
                </a:lnTo>
                <a:lnTo>
                  <a:pt x="1196" y="1059"/>
                </a:lnTo>
                <a:lnTo>
                  <a:pt x="1196" y="1060"/>
                </a:lnTo>
                <a:lnTo>
                  <a:pt x="1197" y="1060"/>
                </a:lnTo>
                <a:lnTo>
                  <a:pt x="1198" y="1060"/>
                </a:lnTo>
                <a:lnTo>
                  <a:pt x="1199" y="1060"/>
                </a:lnTo>
                <a:lnTo>
                  <a:pt x="1201" y="1060"/>
                </a:lnTo>
                <a:lnTo>
                  <a:pt x="1202" y="1060"/>
                </a:lnTo>
                <a:lnTo>
                  <a:pt x="1203" y="1061"/>
                </a:lnTo>
                <a:lnTo>
                  <a:pt x="1202" y="1061"/>
                </a:lnTo>
                <a:lnTo>
                  <a:pt x="1202" y="1062"/>
                </a:lnTo>
                <a:lnTo>
                  <a:pt x="1202" y="1063"/>
                </a:lnTo>
                <a:lnTo>
                  <a:pt x="1203" y="1063"/>
                </a:lnTo>
                <a:lnTo>
                  <a:pt x="1206" y="1064"/>
                </a:lnTo>
                <a:lnTo>
                  <a:pt x="1206" y="1063"/>
                </a:lnTo>
                <a:lnTo>
                  <a:pt x="1207" y="1063"/>
                </a:lnTo>
                <a:lnTo>
                  <a:pt x="1208" y="1063"/>
                </a:lnTo>
                <a:lnTo>
                  <a:pt x="1208" y="1064"/>
                </a:lnTo>
                <a:lnTo>
                  <a:pt x="1209" y="1064"/>
                </a:lnTo>
                <a:lnTo>
                  <a:pt x="1210" y="1063"/>
                </a:lnTo>
                <a:lnTo>
                  <a:pt x="1211" y="1062"/>
                </a:lnTo>
                <a:lnTo>
                  <a:pt x="1212" y="1062"/>
                </a:lnTo>
                <a:lnTo>
                  <a:pt x="1212" y="1063"/>
                </a:lnTo>
                <a:lnTo>
                  <a:pt x="1212" y="1064"/>
                </a:lnTo>
                <a:lnTo>
                  <a:pt x="1213" y="1064"/>
                </a:lnTo>
                <a:lnTo>
                  <a:pt x="1214" y="1064"/>
                </a:lnTo>
                <a:lnTo>
                  <a:pt x="1215" y="1063"/>
                </a:lnTo>
                <a:lnTo>
                  <a:pt x="1216" y="1063"/>
                </a:lnTo>
                <a:lnTo>
                  <a:pt x="1216" y="1062"/>
                </a:lnTo>
                <a:lnTo>
                  <a:pt x="1217" y="1061"/>
                </a:lnTo>
                <a:lnTo>
                  <a:pt x="1219" y="1061"/>
                </a:lnTo>
                <a:lnTo>
                  <a:pt x="1220" y="1060"/>
                </a:lnTo>
                <a:lnTo>
                  <a:pt x="1221" y="1060"/>
                </a:lnTo>
                <a:lnTo>
                  <a:pt x="1221" y="1061"/>
                </a:lnTo>
                <a:lnTo>
                  <a:pt x="1222" y="1061"/>
                </a:lnTo>
                <a:lnTo>
                  <a:pt x="1223" y="1061"/>
                </a:lnTo>
                <a:lnTo>
                  <a:pt x="1224" y="1060"/>
                </a:lnTo>
                <a:lnTo>
                  <a:pt x="1225" y="1060"/>
                </a:lnTo>
                <a:lnTo>
                  <a:pt x="1226" y="1060"/>
                </a:lnTo>
                <a:lnTo>
                  <a:pt x="1227" y="1060"/>
                </a:lnTo>
                <a:lnTo>
                  <a:pt x="1228" y="1060"/>
                </a:lnTo>
                <a:lnTo>
                  <a:pt x="1228" y="1059"/>
                </a:lnTo>
                <a:lnTo>
                  <a:pt x="1229" y="1059"/>
                </a:lnTo>
                <a:lnTo>
                  <a:pt x="1230" y="1059"/>
                </a:lnTo>
                <a:lnTo>
                  <a:pt x="1231" y="1060"/>
                </a:lnTo>
                <a:lnTo>
                  <a:pt x="1232" y="1060"/>
                </a:lnTo>
                <a:lnTo>
                  <a:pt x="1233" y="1059"/>
                </a:lnTo>
                <a:lnTo>
                  <a:pt x="1234" y="1059"/>
                </a:lnTo>
                <a:lnTo>
                  <a:pt x="1236" y="1059"/>
                </a:lnTo>
                <a:lnTo>
                  <a:pt x="1237" y="1060"/>
                </a:lnTo>
                <a:lnTo>
                  <a:pt x="1237" y="1059"/>
                </a:lnTo>
                <a:lnTo>
                  <a:pt x="1238" y="1059"/>
                </a:lnTo>
                <a:lnTo>
                  <a:pt x="1239" y="1059"/>
                </a:lnTo>
                <a:lnTo>
                  <a:pt x="1240" y="1059"/>
                </a:lnTo>
                <a:lnTo>
                  <a:pt x="1240" y="1060"/>
                </a:lnTo>
                <a:lnTo>
                  <a:pt x="1240" y="1059"/>
                </a:lnTo>
                <a:lnTo>
                  <a:pt x="1241" y="1058"/>
                </a:lnTo>
                <a:lnTo>
                  <a:pt x="1241" y="1059"/>
                </a:lnTo>
                <a:lnTo>
                  <a:pt x="1242" y="1059"/>
                </a:lnTo>
                <a:lnTo>
                  <a:pt x="1243" y="1060"/>
                </a:lnTo>
                <a:lnTo>
                  <a:pt x="1244" y="1059"/>
                </a:lnTo>
                <a:lnTo>
                  <a:pt x="1245" y="1059"/>
                </a:lnTo>
                <a:lnTo>
                  <a:pt x="1245" y="1058"/>
                </a:lnTo>
                <a:lnTo>
                  <a:pt x="1245" y="1057"/>
                </a:lnTo>
                <a:lnTo>
                  <a:pt x="1245" y="1056"/>
                </a:lnTo>
                <a:lnTo>
                  <a:pt x="1244" y="1054"/>
                </a:lnTo>
                <a:lnTo>
                  <a:pt x="1243" y="1053"/>
                </a:lnTo>
                <a:lnTo>
                  <a:pt x="1242" y="1052"/>
                </a:lnTo>
                <a:lnTo>
                  <a:pt x="1241" y="1050"/>
                </a:lnTo>
                <a:lnTo>
                  <a:pt x="1239" y="1049"/>
                </a:lnTo>
                <a:lnTo>
                  <a:pt x="1238" y="1048"/>
                </a:lnTo>
                <a:lnTo>
                  <a:pt x="1237" y="1047"/>
                </a:lnTo>
                <a:lnTo>
                  <a:pt x="1235" y="1047"/>
                </a:lnTo>
                <a:lnTo>
                  <a:pt x="1233" y="1046"/>
                </a:lnTo>
                <a:lnTo>
                  <a:pt x="1232" y="1045"/>
                </a:lnTo>
                <a:lnTo>
                  <a:pt x="1231" y="1045"/>
                </a:lnTo>
                <a:lnTo>
                  <a:pt x="1230" y="1044"/>
                </a:lnTo>
                <a:lnTo>
                  <a:pt x="1229" y="1043"/>
                </a:lnTo>
                <a:lnTo>
                  <a:pt x="1227" y="1040"/>
                </a:lnTo>
                <a:lnTo>
                  <a:pt x="1226" y="1040"/>
                </a:lnTo>
                <a:lnTo>
                  <a:pt x="1226" y="1039"/>
                </a:lnTo>
                <a:lnTo>
                  <a:pt x="1224" y="1037"/>
                </a:lnTo>
                <a:lnTo>
                  <a:pt x="1223" y="1035"/>
                </a:lnTo>
                <a:lnTo>
                  <a:pt x="1221" y="1032"/>
                </a:lnTo>
                <a:lnTo>
                  <a:pt x="1221" y="1031"/>
                </a:lnTo>
                <a:lnTo>
                  <a:pt x="1220" y="1030"/>
                </a:lnTo>
                <a:lnTo>
                  <a:pt x="1220" y="1029"/>
                </a:lnTo>
                <a:lnTo>
                  <a:pt x="1219" y="1027"/>
                </a:lnTo>
                <a:lnTo>
                  <a:pt x="1219" y="1026"/>
                </a:lnTo>
                <a:lnTo>
                  <a:pt x="1219" y="1025"/>
                </a:lnTo>
                <a:lnTo>
                  <a:pt x="1221" y="1023"/>
                </a:lnTo>
                <a:lnTo>
                  <a:pt x="1223" y="1021"/>
                </a:lnTo>
                <a:lnTo>
                  <a:pt x="1226" y="1020"/>
                </a:lnTo>
                <a:lnTo>
                  <a:pt x="1229" y="1019"/>
                </a:lnTo>
                <a:lnTo>
                  <a:pt x="1231" y="1019"/>
                </a:lnTo>
                <a:lnTo>
                  <a:pt x="1234" y="1019"/>
                </a:lnTo>
                <a:lnTo>
                  <a:pt x="1237" y="1019"/>
                </a:lnTo>
                <a:lnTo>
                  <a:pt x="1241" y="1018"/>
                </a:lnTo>
                <a:lnTo>
                  <a:pt x="1245" y="1017"/>
                </a:lnTo>
                <a:lnTo>
                  <a:pt x="1246" y="1016"/>
                </a:lnTo>
                <a:lnTo>
                  <a:pt x="1249" y="1016"/>
                </a:lnTo>
                <a:lnTo>
                  <a:pt x="1252" y="1013"/>
                </a:lnTo>
                <a:lnTo>
                  <a:pt x="1253" y="1013"/>
                </a:lnTo>
                <a:lnTo>
                  <a:pt x="1254" y="1011"/>
                </a:lnTo>
                <a:lnTo>
                  <a:pt x="1256" y="1011"/>
                </a:lnTo>
                <a:lnTo>
                  <a:pt x="1258" y="1011"/>
                </a:lnTo>
                <a:lnTo>
                  <a:pt x="1260" y="1010"/>
                </a:lnTo>
                <a:lnTo>
                  <a:pt x="1262" y="1010"/>
                </a:lnTo>
                <a:lnTo>
                  <a:pt x="1265" y="1010"/>
                </a:lnTo>
                <a:lnTo>
                  <a:pt x="1267" y="1011"/>
                </a:lnTo>
                <a:lnTo>
                  <a:pt x="1268" y="1011"/>
                </a:lnTo>
                <a:lnTo>
                  <a:pt x="1271" y="1013"/>
                </a:lnTo>
                <a:lnTo>
                  <a:pt x="1273" y="1014"/>
                </a:lnTo>
                <a:lnTo>
                  <a:pt x="1273" y="1015"/>
                </a:lnTo>
                <a:lnTo>
                  <a:pt x="1274" y="1016"/>
                </a:lnTo>
                <a:lnTo>
                  <a:pt x="1275" y="1016"/>
                </a:lnTo>
                <a:lnTo>
                  <a:pt x="1277" y="1014"/>
                </a:lnTo>
                <a:lnTo>
                  <a:pt x="1278" y="1014"/>
                </a:lnTo>
                <a:lnTo>
                  <a:pt x="1280" y="1014"/>
                </a:lnTo>
                <a:lnTo>
                  <a:pt x="1281" y="1016"/>
                </a:lnTo>
                <a:lnTo>
                  <a:pt x="1282" y="1017"/>
                </a:lnTo>
                <a:lnTo>
                  <a:pt x="1283" y="1017"/>
                </a:lnTo>
                <a:lnTo>
                  <a:pt x="1284" y="1017"/>
                </a:lnTo>
                <a:lnTo>
                  <a:pt x="1285" y="1017"/>
                </a:lnTo>
                <a:lnTo>
                  <a:pt x="1285" y="1016"/>
                </a:lnTo>
                <a:lnTo>
                  <a:pt x="1285" y="1014"/>
                </a:lnTo>
                <a:lnTo>
                  <a:pt x="1286" y="1013"/>
                </a:lnTo>
                <a:lnTo>
                  <a:pt x="1286" y="1012"/>
                </a:lnTo>
                <a:lnTo>
                  <a:pt x="1287" y="1012"/>
                </a:lnTo>
                <a:lnTo>
                  <a:pt x="1287" y="1011"/>
                </a:lnTo>
                <a:lnTo>
                  <a:pt x="1287" y="1010"/>
                </a:lnTo>
                <a:lnTo>
                  <a:pt x="1288" y="1008"/>
                </a:lnTo>
                <a:lnTo>
                  <a:pt x="1287" y="1006"/>
                </a:lnTo>
                <a:lnTo>
                  <a:pt x="1287" y="1002"/>
                </a:lnTo>
                <a:lnTo>
                  <a:pt x="1287" y="1001"/>
                </a:lnTo>
                <a:lnTo>
                  <a:pt x="1289" y="996"/>
                </a:lnTo>
                <a:lnTo>
                  <a:pt x="1288" y="995"/>
                </a:lnTo>
                <a:lnTo>
                  <a:pt x="1287" y="993"/>
                </a:lnTo>
                <a:lnTo>
                  <a:pt x="1287" y="991"/>
                </a:lnTo>
                <a:lnTo>
                  <a:pt x="1287" y="990"/>
                </a:lnTo>
                <a:lnTo>
                  <a:pt x="1288" y="988"/>
                </a:lnTo>
                <a:lnTo>
                  <a:pt x="1289" y="987"/>
                </a:lnTo>
                <a:lnTo>
                  <a:pt x="1290" y="985"/>
                </a:lnTo>
                <a:lnTo>
                  <a:pt x="1290" y="984"/>
                </a:lnTo>
                <a:lnTo>
                  <a:pt x="1290" y="983"/>
                </a:lnTo>
                <a:lnTo>
                  <a:pt x="1290" y="982"/>
                </a:lnTo>
                <a:lnTo>
                  <a:pt x="1290" y="981"/>
                </a:lnTo>
                <a:lnTo>
                  <a:pt x="1289" y="980"/>
                </a:lnTo>
                <a:lnTo>
                  <a:pt x="1286" y="980"/>
                </a:lnTo>
                <a:lnTo>
                  <a:pt x="1285" y="980"/>
                </a:lnTo>
                <a:lnTo>
                  <a:pt x="1283" y="980"/>
                </a:lnTo>
                <a:lnTo>
                  <a:pt x="1281" y="978"/>
                </a:lnTo>
                <a:lnTo>
                  <a:pt x="1280" y="978"/>
                </a:lnTo>
                <a:lnTo>
                  <a:pt x="1279" y="977"/>
                </a:lnTo>
                <a:lnTo>
                  <a:pt x="1279" y="976"/>
                </a:lnTo>
                <a:lnTo>
                  <a:pt x="1279" y="974"/>
                </a:lnTo>
                <a:lnTo>
                  <a:pt x="1281" y="972"/>
                </a:lnTo>
                <a:lnTo>
                  <a:pt x="1282" y="970"/>
                </a:lnTo>
                <a:lnTo>
                  <a:pt x="1283" y="969"/>
                </a:lnTo>
                <a:lnTo>
                  <a:pt x="1286" y="967"/>
                </a:lnTo>
                <a:lnTo>
                  <a:pt x="1287" y="966"/>
                </a:lnTo>
                <a:lnTo>
                  <a:pt x="1289" y="965"/>
                </a:lnTo>
                <a:lnTo>
                  <a:pt x="1289" y="962"/>
                </a:lnTo>
                <a:lnTo>
                  <a:pt x="1290" y="960"/>
                </a:lnTo>
                <a:lnTo>
                  <a:pt x="1291" y="958"/>
                </a:lnTo>
                <a:lnTo>
                  <a:pt x="1292" y="957"/>
                </a:lnTo>
                <a:lnTo>
                  <a:pt x="1292" y="956"/>
                </a:lnTo>
                <a:lnTo>
                  <a:pt x="1293" y="955"/>
                </a:lnTo>
                <a:lnTo>
                  <a:pt x="1294" y="955"/>
                </a:lnTo>
                <a:lnTo>
                  <a:pt x="1295" y="954"/>
                </a:lnTo>
                <a:lnTo>
                  <a:pt x="1295" y="953"/>
                </a:lnTo>
                <a:lnTo>
                  <a:pt x="1297" y="945"/>
                </a:lnTo>
                <a:lnTo>
                  <a:pt x="1292" y="925"/>
                </a:lnTo>
                <a:lnTo>
                  <a:pt x="1286" y="901"/>
                </a:lnTo>
                <a:lnTo>
                  <a:pt x="1280" y="872"/>
                </a:lnTo>
                <a:lnTo>
                  <a:pt x="1280" y="870"/>
                </a:lnTo>
                <a:lnTo>
                  <a:pt x="1280" y="869"/>
                </a:lnTo>
                <a:lnTo>
                  <a:pt x="1281" y="867"/>
                </a:lnTo>
                <a:lnTo>
                  <a:pt x="1281" y="866"/>
                </a:lnTo>
                <a:lnTo>
                  <a:pt x="1281" y="865"/>
                </a:lnTo>
                <a:lnTo>
                  <a:pt x="1281" y="864"/>
                </a:lnTo>
                <a:lnTo>
                  <a:pt x="1281" y="863"/>
                </a:lnTo>
                <a:lnTo>
                  <a:pt x="1282" y="863"/>
                </a:lnTo>
                <a:lnTo>
                  <a:pt x="1282" y="862"/>
                </a:lnTo>
                <a:lnTo>
                  <a:pt x="1281" y="862"/>
                </a:lnTo>
                <a:lnTo>
                  <a:pt x="1281" y="861"/>
                </a:lnTo>
                <a:lnTo>
                  <a:pt x="1281" y="860"/>
                </a:lnTo>
                <a:lnTo>
                  <a:pt x="1281" y="859"/>
                </a:lnTo>
                <a:lnTo>
                  <a:pt x="1282" y="858"/>
                </a:lnTo>
                <a:lnTo>
                  <a:pt x="1282" y="856"/>
                </a:lnTo>
                <a:lnTo>
                  <a:pt x="1282" y="855"/>
                </a:lnTo>
                <a:lnTo>
                  <a:pt x="1283" y="855"/>
                </a:lnTo>
                <a:lnTo>
                  <a:pt x="1282" y="854"/>
                </a:lnTo>
                <a:lnTo>
                  <a:pt x="1282" y="853"/>
                </a:lnTo>
                <a:lnTo>
                  <a:pt x="1282" y="852"/>
                </a:lnTo>
                <a:lnTo>
                  <a:pt x="1281" y="852"/>
                </a:lnTo>
                <a:lnTo>
                  <a:pt x="1281" y="851"/>
                </a:lnTo>
                <a:lnTo>
                  <a:pt x="1281" y="850"/>
                </a:lnTo>
                <a:lnTo>
                  <a:pt x="1281" y="849"/>
                </a:lnTo>
                <a:lnTo>
                  <a:pt x="1280" y="848"/>
                </a:lnTo>
                <a:lnTo>
                  <a:pt x="1280" y="847"/>
                </a:lnTo>
                <a:lnTo>
                  <a:pt x="1280" y="846"/>
                </a:lnTo>
                <a:lnTo>
                  <a:pt x="1280" y="845"/>
                </a:lnTo>
                <a:lnTo>
                  <a:pt x="1280" y="844"/>
                </a:lnTo>
                <a:lnTo>
                  <a:pt x="1282" y="843"/>
                </a:lnTo>
                <a:lnTo>
                  <a:pt x="1282" y="842"/>
                </a:lnTo>
                <a:lnTo>
                  <a:pt x="1281" y="841"/>
                </a:lnTo>
                <a:lnTo>
                  <a:pt x="1281" y="840"/>
                </a:lnTo>
                <a:lnTo>
                  <a:pt x="1280" y="839"/>
                </a:lnTo>
                <a:lnTo>
                  <a:pt x="1279" y="838"/>
                </a:lnTo>
                <a:lnTo>
                  <a:pt x="1279" y="837"/>
                </a:lnTo>
                <a:lnTo>
                  <a:pt x="1280" y="835"/>
                </a:lnTo>
                <a:lnTo>
                  <a:pt x="1280" y="833"/>
                </a:lnTo>
                <a:lnTo>
                  <a:pt x="1280" y="832"/>
                </a:lnTo>
                <a:lnTo>
                  <a:pt x="1280" y="831"/>
                </a:lnTo>
                <a:lnTo>
                  <a:pt x="1280" y="829"/>
                </a:lnTo>
                <a:lnTo>
                  <a:pt x="1281" y="826"/>
                </a:lnTo>
                <a:lnTo>
                  <a:pt x="1282" y="826"/>
                </a:lnTo>
                <a:lnTo>
                  <a:pt x="1282" y="825"/>
                </a:lnTo>
                <a:lnTo>
                  <a:pt x="1282" y="824"/>
                </a:lnTo>
                <a:lnTo>
                  <a:pt x="1282" y="822"/>
                </a:lnTo>
                <a:lnTo>
                  <a:pt x="1282" y="819"/>
                </a:lnTo>
                <a:lnTo>
                  <a:pt x="1282" y="818"/>
                </a:lnTo>
                <a:lnTo>
                  <a:pt x="1282" y="817"/>
                </a:lnTo>
                <a:lnTo>
                  <a:pt x="1282" y="815"/>
                </a:lnTo>
                <a:lnTo>
                  <a:pt x="1282" y="814"/>
                </a:lnTo>
                <a:lnTo>
                  <a:pt x="1280" y="812"/>
                </a:lnTo>
                <a:lnTo>
                  <a:pt x="1278" y="810"/>
                </a:lnTo>
                <a:lnTo>
                  <a:pt x="1278" y="809"/>
                </a:lnTo>
                <a:lnTo>
                  <a:pt x="1277" y="808"/>
                </a:lnTo>
                <a:lnTo>
                  <a:pt x="1277" y="807"/>
                </a:lnTo>
                <a:lnTo>
                  <a:pt x="1277" y="806"/>
                </a:lnTo>
                <a:lnTo>
                  <a:pt x="1278" y="805"/>
                </a:lnTo>
                <a:lnTo>
                  <a:pt x="1279" y="803"/>
                </a:lnTo>
                <a:lnTo>
                  <a:pt x="1280" y="803"/>
                </a:lnTo>
                <a:lnTo>
                  <a:pt x="1280" y="799"/>
                </a:lnTo>
                <a:lnTo>
                  <a:pt x="1282" y="791"/>
                </a:lnTo>
                <a:lnTo>
                  <a:pt x="1283" y="788"/>
                </a:lnTo>
                <a:lnTo>
                  <a:pt x="1284" y="784"/>
                </a:lnTo>
                <a:lnTo>
                  <a:pt x="1285" y="783"/>
                </a:lnTo>
                <a:lnTo>
                  <a:pt x="1286" y="780"/>
                </a:lnTo>
                <a:lnTo>
                  <a:pt x="1287" y="778"/>
                </a:lnTo>
                <a:lnTo>
                  <a:pt x="1287" y="774"/>
                </a:lnTo>
                <a:lnTo>
                  <a:pt x="1287" y="772"/>
                </a:lnTo>
                <a:lnTo>
                  <a:pt x="1287" y="771"/>
                </a:lnTo>
                <a:lnTo>
                  <a:pt x="1287" y="770"/>
                </a:lnTo>
                <a:lnTo>
                  <a:pt x="1287" y="768"/>
                </a:lnTo>
                <a:lnTo>
                  <a:pt x="1287" y="761"/>
                </a:lnTo>
                <a:lnTo>
                  <a:pt x="1289" y="755"/>
                </a:lnTo>
                <a:lnTo>
                  <a:pt x="1289" y="750"/>
                </a:lnTo>
                <a:lnTo>
                  <a:pt x="1290" y="746"/>
                </a:lnTo>
                <a:lnTo>
                  <a:pt x="1290" y="740"/>
                </a:lnTo>
                <a:lnTo>
                  <a:pt x="1289" y="736"/>
                </a:lnTo>
                <a:lnTo>
                  <a:pt x="1289" y="733"/>
                </a:lnTo>
                <a:lnTo>
                  <a:pt x="1289" y="732"/>
                </a:lnTo>
                <a:lnTo>
                  <a:pt x="1290" y="731"/>
                </a:lnTo>
                <a:lnTo>
                  <a:pt x="1292" y="729"/>
                </a:lnTo>
                <a:lnTo>
                  <a:pt x="1294" y="726"/>
                </a:lnTo>
                <a:lnTo>
                  <a:pt x="1295" y="723"/>
                </a:lnTo>
                <a:lnTo>
                  <a:pt x="1297" y="720"/>
                </a:lnTo>
                <a:lnTo>
                  <a:pt x="1299" y="717"/>
                </a:lnTo>
                <a:lnTo>
                  <a:pt x="1300" y="715"/>
                </a:lnTo>
                <a:lnTo>
                  <a:pt x="1302" y="711"/>
                </a:lnTo>
                <a:lnTo>
                  <a:pt x="1304" y="709"/>
                </a:lnTo>
                <a:lnTo>
                  <a:pt x="1304" y="707"/>
                </a:lnTo>
                <a:lnTo>
                  <a:pt x="1304" y="706"/>
                </a:lnTo>
                <a:lnTo>
                  <a:pt x="1303" y="702"/>
                </a:lnTo>
                <a:lnTo>
                  <a:pt x="1301" y="698"/>
                </a:lnTo>
                <a:lnTo>
                  <a:pt x="1299" y="692"/>
                </a:lnTo>
                <a:lnTo>
                  <a:pt x="1299" y="691"/>
                </a:lnTo>
                <a:lnTo>
                  <a:pt x="1297" y="688"/>
                </a:lnTo>
                <a:lnTo>
                  <a:pt x="1296" y="686"/>
                </a:lnTo>
                <a:lnTo>
                  <a:pt x="1295" y="686"/>
                </a:lnTo>
                <a:lnTo>
                  <a:pt x="1290" y="681"/>
                </a:lnTo>
                <a:lnTo>
                  <a:pt x="1288" y="681"/>
                </a:lnTo>
                <a:lnTo>
                  <a:pt x="1286" y="679"/>
                </a:lnTo>
                <a:lnTo>
                  <a:pt x="1285" y="678"/>
                </a:lnTo>
                <a:lnTo>
                  <a:pt x="1284" y="676"/>
                </a:lnTo>
                <a:lnTo>
                  <a:pt x="1283" y="673"/>
                </a:lnTo>
                <a:lnTo>
                  <a:pt x="1282" y="672"/>
                </a:lnTo>
                <a:lnTo>
                  <a:pt x="1283" y="670"/>
                </a:lnTo>
                <a:lnTo>
                  <a:pt x="1283" y="669"/>
                </a:lnTo>
                <a:lnTo>
                  <a:pt x="1283" y="668"/>
                </a:lnTo>
                <a:lnTo>
                  <a:pt x="1282" y="666"/>
                </a:lnTo>
                <a:lnTo>
                  <a:pt x="1282" y="664"/>
                </a:lnTo>
                <a:lnTo>
                  <a:pt x="1282" y="663"/>
                </a:lnTo>
                <a:lnTo>
                  <a:pt x="1282" y="661"/>
                </a:lnTo>
                <a:lnTo>
                  <a:pt x="1283" y="660"/>
                </a:lnTo>
                <a:lnTo>
                  <a:pt x="1284" y="659"/>
                </a:lnTo>
                <a:lnTo>
                  <a:pt x="1283" y="658"/>
                </a:lnTo>
                <a:lnTo>
                  <a:pt x="1283" y="656"/>
                </a:lnTo>
                <a:lnTo>
                  <a:pt x="1282" y="653"/>
                </a:lnTo>
                <a:lnTo>
                  <a:pt x="1281" y="652"/>
                </a:lnTo>
                <a:lnTo>
                  <a:pt x="1280" y="653"/>
                </a:lnTo>
                <a:lnTo>
                  <a:pt x="1280" y="654"/>
                </a:lnTo>
                <a:lnTo>
                  <a:pt x="1279" y="656"/>
                </a:lnTo>
                <a:lnTo>
                  <a:pt x="1277" y="656"/>
                </a:lnTo>
                <a:lnTo>
                  <a:pt x="1276" y="657"/>
                </a:lnTo>
                <a:lnTo>
                  <a:pt x="1275" y="657"/>
                </a:lnTo>
                <a:lnTo>
                  <a:pt x="1272" y="657"/>
                </a:lnTo>
                <a:lnTo>
                  <a:pt x="1271" y="656"/>
                </a:lnTo>
                <a:lnTo>
                  <a:pt x="1266" y="655"/>
                </a:lnTo>
                <a:lnTo>
                  <a:pt x="1263" y="656"/>
                </a:lnTo>
                <a:lnTo>
                  <a:pt x="1260" y="656"/>
                </a:lnTo>
                <a:lnTo>
                  <a:pt x="1259" y="656"/>
                </a:lnTo>
                <a:lnTo>
                  <a:pt x="1258" y="657"/>
                </a:lnTo>
                <a:lnTo>
                  <a:pt x="1257" y="657"/>
                </a:lnTo>
                <a:lnTo>
                  <a:pt x="1256" y="657"/>
                </a:lnTo>
                <a:lnTo>
                  <a:pt x="1256" y="656"/>
                </a:lnTo>
                <a:lnTo>
                  <a:pt x="1256" y="655"/>
                </a:lnTo>
                <a:lnTo>
                  <a:pt x="1257" y="654"/>
                </a:lnTo>
                <a:lnTo>
                  <a:pt x="1257" y="652"/>
                </a:lnTo>
                <a:lnTo>
                  <a:pt x="1257" y="651"/>
                </a:lnTo>
                <a:lnTo>
                  <a:pt x="1256" y="648"/>
                </a:lnTo>
                <a:lnTo>
                  <a:pt x="1255" y="648"/>
                </a:lnTo>
                <a:lnTo>
                  <a:pt x="1253" y="645"/>
                </a:lnTo>
                <a:lnTo>
                  <a:pt x="1252" y="644"/>
                </a:lnTo>
                <a:lnTo>
                  <a:pt x="1252" y="642"/>
                </a:lnTo>
                <a:lnTo>
                  <a:pt x="1253" y="641"/>
                </a:lnTo>
                <a:lnTo>
                  <a:pt x="1254" y="640"/>
                </a:lnTo>
                <a:lnTo>
                  <a:pt x="1256" y="640"/>
                </a:lnTo>
                <a:lnTo>
                  <a:pt x="1256" y="639"/>
                </a:lnTo>
                <a:lnTo>
                  <a:pt x="1256" y="638"/>
                </a:lnTo>
                <a:lnTo>
                  <a:pt x="1254" y="637"/>
                </a:lnTo>
                <a:lnTo>
                  <a:pt x="1252" y="635"/>
                </a:lnTo>
                <a:lnTo>
                  <a:pt x="1251" y="634"/>
                </a:lnTo>
                <a:lnTo>
                  <a:pt x="1250" y="634"/>
                </a:lnTo>
                <a:lnTo>
                  <a:pt x="1248" y="633"/>
                </a:lnTo>
                <a:lnTo>
                  <a:pt x="1247" y="633"/>
                </a:lnTo>
                <a:lnTo>
                  <a:pt x="1246" y="633"/>
                </a:lnTo>
                <a:lnTo>
                  <a:pt x="1246" y="631"/>
                </a:lnTo>
                <a:lnTo>
                  <a:pt x="1247" y="630"/>
                </a:lnTo>
                <a:lnTo>
                  <a:pt x="1249" y="629"/>
                </a:lnTo>
                <a:lnTo>
                  <a:pt x="1250" y="628"/>
                </a:lnTo>
                <a:lnTo>
                  <a:pt x="1253" y="627"/>
                </a:lnTo>
                <a:lnTo>
                  <a:pt x="1255" y="627"/>
                </a:lnTo>
                <a:lnTo>
                  <a:pt x="1256" y="627"/>
                </a:lnTo>
                <a:lnTo>
                  <a:pt x="1257" y="624"/>
                </a:lnTo>
                <a:lnTo>
                  <a:pt x="1258" y="623"/>
                </a:lnTo>
                <a:lnTo>
                  <a:pt x="1260" y="622"/>
                </a:lnTo>
                <a:lnTo>
                  <a:pt x="1262" y="622"/>
                </a:lnTo>
                <a:lnTo>
                  <a:pt x="1263" y="622"/>
                </a:lnTo>
                <a:lnTo>
                  <a:pt x="1265" y="621"/>
                </a:lnTo>
                <a:lnTo>
                  <a:pt x="1266" y="620"/>
                </a:lnTo>
                <a:lnTo>
                  <a:pt x="1269" y="619"/>
                </a:lnTo>
                <a:lnTo>
                  <a:pt x="1271" y="618"/>
                </a:lnTo>
                <a:lnTo>
                  <a:pt x="1274" y="617"/>
                </a:lnTo>
                <a:lnTo>
                  <a:pt x="1275" y="615"/>
                </a:lnTo>
                <a:lnTo>
                  <a:pt x="1277" y="612"/>
                </a:lnTo>
                <a:lnTo>
                  <a:pt x="1279" y="612"/>
                </a:lnTo>
                <a:lnTo>
                  <a:pt x="1281" y="611"/>
                </a:lnTo>
                <a:lnTo>
                  <a:pt x="1283" y="610"/>
                </a:lnTo>
                <a:lnTo>
                  <a:pt x="1284" y="609"/>
                </a:lnTo>
                <a:lnTo>
                  <a:pt x="1285" y="610"/>
                </a:lnTo>
                <a:lnTo>
                  <a:pt x="1287" y="611"/>
                </a:lnTo>
                <a:lnTo>
                  <a:pt x="1287" y="612"/>
                </a:lnTo>
                <a:lnTo>
                  <a:pt x="1288" y="612"/>
                </a:lnTo>
                <a:lnTo>
                  <a:pt x="1289" y="612"/>
                </a:lnTo>
                <a:lnTo>
                  <a:pt x="1289" y="610"/>
                </a:lnTo>
                <a:lnTo>
                  <a:pt x="1290" y="609"/>
                </a:lnTo>
                <a:lnTo>
                  <a:pt x="1291" y="610"/>
                </a:lnTo>
                <a:lnTo>
                  <a:pt x="1292" y="610"/>
                </a:lnTo>
                <a:lnTo>
                  <a:pt x="1293" y="611"/>
                </a:lnTo>
                <a:lnTo>
                  <a:pt x="1295" y="617"/>
                </a:lnTo>
                <a:lnTo>
                  <a:pt x="1297" y="618"/>
                </a:lnTo>
                <a:lnTo>
                  <a:pt x="1300" y="618"/>
                </a:lnTo>
                <a:lnTo>
                  <a:pt x="1303" y="618"/>
                </a:lnTo>
                <a:lnTo>
                  <a:pt x="1305" y="617"/>
                </a:lnTo>
                <a:lnTo>
                  <a:pt x="1307" y="615"/>
                </a:lnTo>
                <a:lnTo>
                  <a:pt x="1309" y="614"/>
                </a:lnTo>
                <a:lnTo>
                  <a:pt x="1312" y="613"/>
                </a:lnTo>
                <a:lnTo>
                  <a:pt x="1315" y="613"/>
                </a:lnTo>
                <a:lnTo>
                  <a:pt x="1316" y="614"/>
                </a:lnTo>
                <a:lnTo>
                  <a:pt x="1316" y="615"/>
                </a:lnTo>
                <a:lnTo>
                  <a:pt x="1316" y="617"/>
                </a:lnTo>
                <a:lnTo>
                  <a:pt x="1317" y="619"/>
                </a:lnTo>
                <a:lnTo>
                  <a:pt x="1318" y="620"/>
                </a:lnTo>
                <a:lnTo>
                  <a:pt x="1321" y="621"/>
                </a:lnTo>
                <a:lnTo>
                  <a:pt x="1324" y="621"/>
                </a:lnTo>
                <a:lnTo>
                  <a:pt x="1326" y="619"/>
                </a:lnTo>
                <a:lnTo>
                  <a:pt x="1330" y="618"/>
                </a:lnTo>
                <a:lnTo>
                  <a:pt x="1332" y="617"/>
                </a:lnTo>
                <a:lnTo>
                  <a:pt x="1333" y="616"/>
                </a:lnTo>
                <a:lnTo>
                  <a:pt x="1334" y="613"/>
                </a:lnTo>
                <a:lnTo>
                  <a:pt x="1334" y="612"/>
                </a:lnTo>
                <a:lnTo>
                  <a:pt x="1338" y="610"/>
                </a:lnTo>
                <a:lnTo>
                  <a:pt x="1341" y="608"/>
                </a:lnTo>
                <a:lnTo>
                  <a:pt x="1342" y="608"/>
                </a:lnTo>
                <a:lnTo>
                  <a:pt x="1343" y="609"/>
                </a:lnTo>
                <a:lnTo>
                  <a:pt x="1343" y="610"/>
                </a:lnTo>
                <a:lnTo>
                  <a:pt x="1343" y="611"/>
                </a:lnTo>
                <a:lnTo>
                  <a:pt x="1344" y="612"/>
                </a:lnTo>
                <a:lnTo>
                  <a:pt x="1345" y="613"/>
                </a:lnTo>
                <a:lnTo>
                  <a:pt x="1348" y="613"/>
                </a:lnTo>
                <a:lnTo>
                  <a:pt x="1350" y="613"/>
                </a:lnTo>
                <a:lnTo>
                  <a:pt x="1352" y="614"/>
                </a:lnTo>
                <a:lnTo>
                  <a:pt x="1354" y="616"/>
                </a:lnTo>
                <a:lnTo>
                  <a:pt x="1356" y="616"/>
                </a:lnTo>
                <a:lnTo>
                  <a:pt x="1357" y="616"/>
                </a:lnTo>
                <a:lnTo>
                  <a:pt x="1360" y="615"/>
                </a:lnTo>
                <a:lnTo>
                  <a:pt x="1363" y="615"/>
                </a:lnTo>
                <a:lnTo>
                  <a:pt x="1369" y="614"/>
                </a:lnTo>
                <a:lnTo>
                  <a:pt x="1371" y="614"/>
                </a:lnTo>
                <a:lnTo>
                  <a:pt x="1372" y="613"/>
                </a:lnTo>
                <a:lnTo>
                  <a:pt x="1375" y="612"/>
                </a:lnTo>
                <a:lnTo>
                  <a:pt x="1376" y="611"/>
                </a:lnTo>
                <a:lnTo>
                  <a:pt x="1376" y="610"/>
                </a:lnTo>
                <a:lnTo>
                  <a:pt x="1376" y="609"/>
                </a:lnTo>
                <a:lnTo>
                  <a:pt x="1375" y="608"/>
                </a:lnTo>
                <a:lnTo>
                  <a:pt x="1375" y="607"/>
                </a:lnTo>
                <a:lnTo>
                  <a:pt x="1375" y="606"/>
                </a:lnTo>
                <a:lnTo>
                  <a:pt x="1376" y="606"/>
                </a:lnTo>
                <a:lnTo>
                  <a:pt x="1377" y="606"/>
                </a:lnTo>
                <a:lnTo>
                  <a:pt x="1378" y="607"/>
                </a:lnTo>
                <a:lnTo>
                  <a:pt x="1378" y="608"/>
                </a:lnTo>
                <a:lnTo>
                  <a:pt x="1379" y="609"/>
                </a:lnTo>
                <a:lnTo>
                  <a:pt x="1380" y="611"/>
                </a:lnTo>
                <a:lnTo>
                  <a:pt x="1381" y="612"/>
                </a:lnTo>
                <a:lnTo>
                  <a:pt x="1382" y="613"/>
                </a:lnTo>
                <a:lnTo>
                  <a:pt x="1383" y="613"/>
                </a:lnTo>
                <a:lnTo>
                  <a:pt x="1386" y="614"/>
                </a:lnTo>
                <a:lnTo>
                  <a:pt x="1388" y="614"/>
                </a:lnTo>
                <a:lnTo>
                  <a:pt x="1390" y="616"/>
                </a:lnTo>
                <a:lnTo>
                  <a:pt x="1391" y="617"/>
                </a:lnTo>
                <a:lnTo>
                  <a:pt x="1391" y="620"/>
                </a:lnTo>
                <a:lnTo>
                  <a:pt x="1392" y="621"/>
                </a:lnTo>
                <a:lnTo>
                  <a:pt x="1393" y="621"/>
                </a:lnTo>
                <a:lnTo>
                  <a:pt x="1395" y="621"/>
                </a:lnTo>
                <a:lnTo>
                  <a:pt x="1397" y="622"/>
                </a:lnTo>
                <a:lnTo>
                  <a:pt x="1399" y="622"/>
                </a:lnTo>
                <a:lnTo>
                  <a:pt x="1403" y="619"/>
                </a:lnTo>
                <a:lnTo>
                  <a:pt x="1405" y="617"/>
                </a:lnTo>
                <a:lnTo>
                  <a:pt x="1407" y="617"/>
                </a:lnTo>
                <a:lnTo>
                  <a:pt x="1409" y="617"/>
                </a:lnTo>
                <a:lnTo>
                  <a:pt x="1411" y="617"/>
                </a:lnTo>
                <a:lnTo>
                  <a:pt x="1412" y="618"/>
                </a:lnTo>
                <a:lnTo>
                  <a:pt x="1414" y="619"/>
                </a:lnTo>
                <a:lnTo>
                  <a:pt x="1418" y="619"/>
                </a:lnTo>
                <a:lnTo>
                  <a:pt x="1421" y="618"/>
                </a:lnTo>
                <a:lnTo>
                  <a:pt x="1424" y="618"/>
                </a:lnTo>
                <a:lnTo>
                  <a:pt x="1426" y="617"/>
                </a:lnTo>
                <a:lnTo>
                  <a:pt x="1428" y="616"/>
                </a:lnTo>
                <a:lnTo>
                  <a:pt x="1428" y="615"/>
                </a:lnTo>
                <a:lnTo>
                  <a:pt x="1431" y="614"/>
                </a:lnTo>
                <a:lnTo>
                  <a:pt x="1432" y="612"/>
                </a:lnTo>
                <a:lnTo>
                  <a:pt x="1432" y="611"/>
                </a:lnTo>
                <a:lnTo>
                  <a:pt x="1433" y="611"/>
                </a:lnTo>
                <a:lnTo>
                  <a:pt x="1435" y="611"/>
                </a:lnTo>
                <a:lnTo>
                  <a:pt x="1436" y="612"/>
                </a:lnTo>
                <a:lnTo>
                  <a:pt x="1437" y="613"/>
                </a:lnTo>
                <a:lnTo>
                  <a:pt x="1438" y="614"/>
                </a:lnTo>
                <a:lnTo>
                  <a:pt x="1439" y="615"/>
                </a:lnTo>
                <a:lnTo>
                  <a:pt x="1440" y="615"/>
                </a:lnTo>
                <a:lnTo>
                  <a:pt x="1441" y="614"/>
                </a:lnTo>
                <a:lnTo>
                  <a:pt x="1441" y="613"/>
                </a:lnTo>
                <a:lnTo>
                  <a:pt x="1441" y="612"/>
                </a:lnTo>
                <a:lnTo>
                  <a:pt x="1442" y="612"/>
                </a:lnTo>
                <a:lnTo>
                  <a:pt x="1443" y="611"/>
                </a:lnTo>
                <a:lnTo>
                  <a:pt x="1447" y="611"/>
                </a:lnTo>
                <a:lnTo>
                  <a:pt x="1448" y="612"/>
                </a:lnTo>
                <a:lnTo>
                  <a:pt x="1449" y="611"/>
                </a:lnTo>
                <a:lnTo>
                  <a:pt x="1450" y="610"/>
                </a:lnTo>
                <a:lnTo>
                  <a:pt x="1451" y="610"/>
                </a:lnTo>
                <a:lnTo>
                  <a:pt x="1452" y="611"/>
                </a:lnTo>
                <a:lnTo>
                  <a:pt x="1453" y="611"/>
                </a:lnTo>
                <a:lnTo>
                  <a:pt x="1454" y="613"/>
                </a:lnTo>
                <a:lnTo>
                  <a:pt x="1456" y="614"/>
                </a:lnTo>
                <a:lnTo>
                  <a:pt x="1458" y="613"/>
                </a:lnTo>
                <a:lnTo>
                  <a:pt x="1462" y="611"/>
                </a:lnTo>
                <a:lnTo>
                  <a:pt x="1464" y="611"/>
                </a:lnTo>
                <a:lnTo>
                  <a:pt x="1467" y="610"/>
                </a:lnTo>
                <a:lnTo>
                  <a:pt x="1469" y="611"/>
                </a:lnTo>
                <a:lnTo>
                  <a:pt x="1471" y="612"/>
                </a:lnTo>
                <a:lnTo>
                  <a:pt x="1472" y="613"/>
                </a:lnTo>
                <a:lnTo>
                  <a:pt x="1472" y="612"/>
                </a:lnTo>
                <a:lnTo>
                  <a:pt x="1473" y="611"/>
                </a:lnTo>
                <a:lnTo>
                  <a:pt x="1475" y="610"/>
                </a:lnTo>
                <a:lnTo>
                  <a:pt x="1477" y="610"/>
                </a:lnTo>
                <a:lnTo>
                  <a:pt x="1480" y="610"/>
                </a:lnTo>
                <a:lnTo>
                  <a:pt x="1481" y="610"/>
                </a:lnTo>
                <a:lnTo>
                  <a:pt x="1481" y="612"/>
                </a:lnTo>
                <a:lnTo>
                  <a:pt x="1482" y="613"/>
                </a:lnTo>
                <a:lnTo>
                  <a:pt x="1482" y="614"/>
                </a:lnTo>
                <a:lnTo>
                  <a:pt x="1484" y="614"/>
                </a:lnTo>
                <a:lnTo>
                  <a:pt x="1486" y="614"/>
                </a:lnTo>
                <a:lnTo>
                  <a:pt x="1489" y="612"/>
                </a:lnTo>
                <a:lnTo>
                  <a:pt x="1490" y="612"/>
                </a:lnTo>
                <a:lnTo>
                  <a:pt x="1492" y="613"/>
                </a:lnTo>
                <a:lnTo>
                  <a:pt x="1494" y="612"/>
                </a:lnTo>
                <a:lnTo>
                  <a:pt x="1494" y="611"/>
                </a:lnTo>
                <a:lnTo>
                  <a:pt x="1496" y="608"/>
                </a:lnTo>
                <a:lnTo>
                  <a:pt x="1497" y="608"/>
                </a:lnTo>
                <a:lnTo>
                  <a:pt x="1501" y="609"/>
                </a:lnTo>
                <a:lnTo>
                  <a:pt x="1502" y="607"/>
                </a:lnTo>
                <a:lnTo>
                  <a:pt x="1502" y="605"/>
                </a:lnTo>
                <a:lnTo>
                  <a:pt x="1503" y="604"/>
                </a:lnTo>
                <a:lnTo>
                  <a:pt x="1504" y="604"/>
                </a:lnTo>
                <a:lnTo>
                  <a:pt x="1507" y="603"/>
                </a:lnTo>
                <a:lnTo>
                  <a:pt x="1510" y="602"/>
                </a:lnTo>
                <a:lnTo>
                  <a:pt x="1513" y="601"/>
                </a:lnTo>
                <a:lnTo>
                  <a:pt x="1515" y="602"/>
                </a:lnTo>
                <a:lnTo>
                  <a:pt x="1517" y="603"/>
                </a:lnTo>
                <a:lnTo>
                  <a:pt x="1519" y="602"/>
                </a:lnTo>
                <a:lnTo>
                  <a:pt x="1521" y="602"/>
                </a:lnTo>
                <a:lnTo>
                  <a:pt x="1522" y="601"/>
                </a:lnTo>
                <a:lnTo>
                  <a:pt x="1523" y="602"/>
                </a:lnTo>
                <a:lnTo>
                  <a:pt x="1524" y="603"/>
                </a:lnTo>
                <a:lnTo>
                  <a:pt x="1525" y="603"/>
                </a:lnTo>
                <a:lnTo>
                  <a:pt x="1526" y="603"/>
                </a:lnTo>
                <a:lnTo>
                  <a:pt x="1527" y="602"/>
                </a:lnTo>
                <a:lnTo>
                  <a:pt x="1528" y="602"/>
                </a:lnTo>
                <a:lnTo>
                  <a:pt x="1529" y="601"/>
                </a:lnTo>
                <a:lnTo>
                  <a:pt x="1530" y="601"/>
                </a:lnTo>
                <a:lnTo>
                  <a:pt x="1533" y="602"/>
                </a:lnTo>
                <a:lnTo>
                  <a:pt x="1534" y="601"/>
                </a:lnTo>
                <a:lnTo>
                  <a:pt x="1535" y="603"/>
                </a:lnTo>
                <a:lnTo>
                  <a:pt x="1536" y="605"/>
                </a:lnTo>
                <a:lnTo>
                  <a:pt x="1537" y="607"/>
                </a:lnTo>
                <a:lnTo>
                  <a:pt x="1537" y="608"/>
                </a:lnTo>
                <a:lnTo>
                  <a:pt x="1538" y="612"/>
                </a:lnTo>
                <a:lnTo>
                  <a:pt x="1538" y="615"/>
                </a:lnTo>
                <a:lnTo>
                  <a:pt x="1540" y="620"/>
                </a:lnTo>
                <a:lnTo>
                  <a:pt x="1542" y="623"/>
                </a:lnTo>
                <a:lnTo>
                  <a:pt x="1542" y="624"/>
                </a:lnTo>
                <a:lnTo>
                  <a:pt x="1543" y="624"/>
                </a:lnTo>
                <a:lnTo>
                  <a:pt x="1543" y="625"/>
                </a:lnTo>
                <a:lnTo>
                  <a:pt x="1544" y="627"/>
                </a:lnTo>
                <a:lnTo>
                  <a:pt x="1545" y="629"/>
                </a:lnTo>
                <a:lnTo>
                  <a:pt x="1546" y="632"/>
                </a:lnTo>
                <a:lnTo>
                  <a:pt x="1546" y="634"/>
                </a:lnTo>
                <a:lnTo>
                  <a:pt x="1547" y="636"/>
                </a:lnTo>
                <a:lnTo>
                  <a:pt x="1548" y="636"/>
                </a:lnTo>
                <a:lnTo>
                  <a:pt x="1551" y="636"/>
                </a:lnTo>
                <a:lnTo>
                  <a:pt x="1553" y="636"/>
                </a:lnTo>
                <a:lnTo>
                  <a:pt x="1556" y="637"/>
                </a:lnTo>
                <a:lnTo>
                  <a:pt x="1559" y="637"/>
                </a:lnTo>
                <a:lnTo>
                  <a:pt x="1560" y="636"/>
                </a:lnTo>
                <a:lnTo>
                  <a:pt x="1562" y="636"/>
                </a:lnTo>
                <a:lnTo>
                  <a:pt x="1563" y="636"/>
                </a:lnTo>
                <a:lnTo>
                  <a:pt x="1564" y="636"/>
                </a:lnTo>
                <a:lnTo>
                  <a:pt x="1565" y="636"/>
                </a:lnTo>
                <a:lnTo>
                  <a:pt x="1567" y="636"/>
                </a:lnTo>
                <a:lnTo>
                  <a:pt x="1570" y="637"/>
                </a:lnTo>
                <a:lnTo>
                  <a:pt x="1571" y="638"/>
                </a:lnTo>
                <a:lnTo>
                  <a:pt x="1570" y="640"/>
                </a:lnTo>
                <a:lnTo>
                  <a:pt x="1570" y="641"/>
                </a:lnTo>
                <a:lnTo>
                  <a:pt x="1569" y="642"/>
                </a:lnTo>
                <a:lnTo>
                  <a:pt x="1569" y="643"/>
                </a:lnTo>
                <a:lnTo>
                  <a:pt x="1569" y="644"/>
                </a:lnTo>
                <a:lnTo>
                  <a:pt x="1570" y="645"/>
                </a:lnTo>
                <a:lnTo>
                  <a:pt x="1571" y="646"/>
                </a:lnTo>
                <a:lnTo>
                  <a:pt x="1571" y="647"/>
                </a:lnTo>
                <a:lnTo>
                  <a:pt x="1572" y="647"/>
                </a:lnTo>
                <a:lnTo>
                  <a:pt x="1574" y="646"/>
                </a:lnTo>
                <a:lnTo>
                  <a:pt x="1576" y="646"/>
                </a:lnTo>
                <a:lnTo>
                  <a:pt x="1578" y="645"/>
                </a:lnTo>
                <a:lnTo>
                  <a:pt x="1580" y="645"/>
                </a:lnTo>
                <a:lnTo>
                  <a:pt x="1581" y="646"/>
                </a:lnTo>
                <a:lnTo>
                  <a:pt x="1583" y="646"/>
                </a:lnTo>
                <a:lnTo>
                  <a:pt x="1584" y="645"/>
                </a:lnTo>
                <a:lnTo>
                  <a:pt x="1586" y="645"/>
                </a:lnTo>
                <a:lnTo>
                  <a:pt x="1589" y="645"/>
                </a:lnTo>
                <a:lnTo>
                  <a:pt x="1593" y="645"/>
                </a:lnTo>
                <a:lnTo>
                  <a:pt x="1595" y="645"/>
                </a:lnTo>
                <a:lnTo>
                  <a:pt x="1596" y="645"/>
                </a:lnTo>
                <a:lnTo>
                  <a:pt x="1597" y="645"/>
                </a:lnTo>
                <a:lnTo>
                  <a:pt x="1599" y="646"/>
                </a:lnTo>
                <a:lnTo>
                  <a:pt x="1606" y="654"/>
                </a:lnTo>
                <a:lnTo>
                  <a:pt x="1612" y="658"/>
                </a:lnTo>
                <a:lnTo>
                  <a:pt x="1622" y="665"/>
                </a:lnTo>
                <a:lnTo>
                  <a:pt x="1633" y="663"/>
                </a:lnTo>
                <a:lnTo>
                  <a:pt x="1639" y="659"/>
                </a:lnTo>
                <a:lnTo>
                  <a:pt x="1646" y="635"/>
                </a:lnTo>
                <a:lnTo>
                  <a:pt x="1643" y="624"/>
                </a:lnTo>
                <a:lnTo>
                  <a:pt x="1642" y="618"/>
                </a:lnTo>
                <a:lnTo>
                  <a:pt x="1630" y="607"/>
                </a:lnTo>
                <a:lnTo>
                  <a:pt x="1611" y="586"/>
                </a:lnTo>
                <a:lnTo>
                  <a:pt x="1611" y="584"/>
                </a:lnTo>
                <a:lnTo>
                  <a:pt x="1612" y="570"/>
                </a:lnTo>
                <a:lnTo>
                  <a:pt x="1616" y="565"/>
                </a:lnTo>
                <a:lnTo>
                  <a:pt x="1617" y="563"/>
                </a:lnTo>
                <a:lnTo>
                  <a:pt x="1619" y="554"/>
                </a:lnTo>
                <a:lnTo>
                  <a:pt x="1620" y="551"/>
                </a:lnTo>
                <a:lnTo>
                  <a:pt x="1621" y="549"/>
                </a:lnTo>
                <a:lnTo>
                  <a:pt x="1626" y="545"/>
                </a:lnTo>
                <a:lnTo>
                  <a:pt x="1627" y="543"/>
                </a:lnTo>
                <a:lnTo>
                  <a:pt x="1629" y="542"/>
                </a:lnTo>
                <a:lnTo>
                  <a:pt x="1630" y="539"/>
                </a:lnTo>
                <a:lnTo>
                  <a:pt x="1632" y="534"/>
                </a:lnTo>
                <a:lnTo>
                  <a:pt x="1632" y="533"/>
                </a:lnTo>
                <a:lnTo>
                  <a:pt x="1633" y="531"/>
                </a:lnTo>
                <a:lnTo>
                  <a:pt x="1634" y="529"/>
                </a:lnTo>
                <a:lnTo>
                  <a:pt x="1634" y="526"/>
                </a:lnTo>
                <a:lnTo>
                  <a:pt x="1634" y="524"/>
                </a:lnTo>
                <a:lnTo>
                  <a:pt x="1634" y="522"/>
                </a:lnTo>
                <a:lnTo>
                  <a:pt x="1634" y="521"/>
                </a:lnTo>
                <a:lnTo>
                  <a:pt x="1634" y="519"/>
                </a:lnTo>
                <a:lnTo>
                  <a:pt x="1635" y="518"/>
                </a:lnTo>
                <a:lnTo>
                  <a:pt x="1636" y="515"/>
                </a:lnTo>
                <a:lnTo>
                  <a:pt x="1637" y="509"/>
                </a:lnTo>
                <a:lnTo>
                  <a:pt x="1638" y="508"/>
                </a:lnTo>
                <a:lnTo>
                  <a:pt x="1644" y="505"/>
                </a:lnTo>
                <a:lnTo>
                  <a:pt x="1647" y="504"/>
                </a:lnTo>
                <a:lnTo>
                  <a:pt x="1649" y="504"/>
                </a:lnTo>
                <a:lnTo>
                  <a:pt x="1652" y="505"/>
                </a:lnTo>
                <a:lnTo>
                  <a:pt x="1656" y="504"/>
                </a:lnTo>
                <a:lnTo>
                  <a:pt x="1673" y="470"/>
                </a:lnTo>
                <a:lnTo>
                  <a:pt x="1691" y="446"/>
                </a:lnTo>
                <a:lnTo>
                  <a:pt x="1716" y="410"/>
                </a:lnTo>
                <a:lnTo>
                  <a:pt x="1728" y="390"/>
                </a:lnTo>
                <a:lnTo>
                  <a:pt x="1733" y="375"/>
                </a:lnTo>
                <a:lnTo>
                  <a:pt x="1743" y="357"/>
                </a:lnTo>
                <a:lnTo>
                  <a:pt x="1751" y="354"/>
                </a:lnTo>
                <a:lnTo>
                  <a:pt x="1751" y="349"/>
                </a:lnTo>
                <a:lnTo>
                  <a:pt x="1764" y="326"/>
                </a:lnTo>
                <a:lnTo>
                  <a:pt x="1766" y="321"/>
                </a:lnTo>
                <a:lnTo>
                  <a:pt x="1767" y="317"/>
                </a:lnTo>
                <a:lnTo>
                  <a:pt x="1768" y="313"/>
                </a:lnTo>
                <a:lnTo>
                  <a:pt x="1769" y="313"/>
                </a:lnTo>
                <a:lnTo>
                  <a:pt x="1769" y="312"/>
                </a:lnTo>
                <a:lnTo>
                  <a:pt x="1772" y="310"/>
                </a:lnTo>
                <a:lnTo>
                  <a:pt x="1775" y="308"/>
                </a:lnTo>
                <a:lnTo>
                  <a:pt x="1778" y="305"/>
                </a:lnTo>
                <a:lnTo>
                  <a:pt x="1778" y="304"/>
                </a:lnTo>
                <a:lnTo>
                  <a:pt x="1779" y="302"/>
                </a:lnTo>
                <a:lnTo>
                  <a:pt x="1780" y="299"/>
                </a:lnTo>
                <a:lnTo>
                  <a:pt x="1783" y="296"/>
                </a:lnTo>
                <a:lnTo>
                  <a:pt x="1783" y="295"/>
                </a:lnTo>
                <a:lnTo>
                  <a:pt x="1784" y="293"/>
                </a:lnTo>
                <a:lnTo>
                  <a:pt x="1785" y="291"/>
                </a:lnTo>
                <a:lnTo>
                  <a:pt x="1786" y="290"/>
                </a:lnTo>
                <a:lnTo>
                  <a:pt x="1787" y="287"/>
                </a:lnTo>
                <a:lnTo>
                  <a:pt x="1788" y="285"/>
                </a:lnTo>
                <a:lnTo>
                  <a:pt x="1788" y="283"/>
                </a:lnTo>
                <a:lnTo>
                  <a:pt x="1788" y="282"/>
                </a:lnTo>
                <a:lnTo>
                  <a:pt x="1789" y="278"/>
                </a:lnTo>
                <a:lnTo>
                  <a:pt x="1790" y="276"/>
                </a:lnTo>
                <a:lnTo>
                  <a:pt x="1790" y="274"/>
                </a:lnTo>
                <a:lnTo>
                  <a:pt x="1791" y="274"/>
                </a:lnTo>
                <a:lnTo>
                  <a:pt x="1792" y="275"/>
                </a:lnTo>
                <a:lnTo>
                  <a:pt x="1793" y="275"/>
                </a:lnTo>
                <a:lnTo>
                  <a:pt x="1794" y="275"/>
                </a:lnTo>
                <a:lnTo>
                  <a:pt x="1795" y="275"/>
                </a:lnTo>
                <a:lnTo>
                  <a:pt x="1797" y="274"/>
                </a:lnTo>
                <a:lnTo>
                  <a:pt x="1799" y="275"/>
                </a:lnTo>
                <a:lnTo>
                  <a:pt x="1801" y="276"/>
                </a:lnTo>
                <a:lnTo>
                  <a:pt x="1802" y="276"/>
                </a:lnTo>
                <a:lnTo>
                  <a:pt x="1804" y="275"/>
                </a:lnTo>
                <a:lnTo>
                  <a:pt x="1806" y="274"/>
                </a:lnTo>
                <a:lnTo>
                  <a:pt x="1807" y="274"/>
                </a:lnTo>
                <a:lnTo>
                  <a:pt x="1808" y="275"/>
                </a:lnTo>
                <a:lnTo>
                  <a:pt x="1810" y="278"/>
                </a:lnTo>
                <a:lnTo>
                  <a:pt x="1811" y="279"/>
                </a:lnTo>
                <a:lnTo>
                  <a:pt x="1814" y="280"/>
                </a:lnTo>
                <a:lnTo>
                  <a:pt x="1814" y="281"/>
                </a:lnTo>
                <a:lnTo>
                  <a:pt x="1815" y="283"/>
                </a:lnTo>
                <a:lnTo>
                  <a:pt x="1815" y="285"/>
                </a:lnTo>
                <a:lnTo>
                  <a:pt x="1815" y="286"/>
                </a:lnTo>
                <a:lnTo>
                  <a:pt x="1816" y="287"/>
                </a:lnTo>
                <a:lnTo>
                  <a:pt x="1817" y="287"/>
                </a:lnTo>
                <a:lnTo>
                  <a:pt x="1817" y="288"/>
                </a:lnTo>
                <a:lnTo>
                  <a:pt x="1818" y="289"/>
                </a:lnTo>
                <a:lnTo>
                  <a:pt x="1820" y="290"/>
                </a:lnTo>
                <a:lnTo>
                  <a:pt x="1823" y="291"/>
                </a:lnTo>
                <a:lnTo>
                  <a:pt x="1825" y="291"/>
                </a:lnTo>
                <a:lnTo>
                  <a:pt x="1827" y="291"/>
                </a:lnTo>
                <a:lnTo>
                  <a:pt x="1827" y="292"/>
                </a:lnTo>
                <a:lnTo>
                  <a:pt x="1828" y="293"/>
                </a:lnTo>
                <a:lnTo>
                  <a:pt x="1829" y="293"/>
                </a:lnTo>
                <a:lnTo>
                  <a:pt x="1830" y="293"/>
                </a:lnTo>
                <a:lnTo>
                  <a:pt x="1831" y="293"/>
                </a:lnTo>
                <a:lnTo>
                  <a:pt x="1832" y="293"/>
                </a:lnTo>
                <a:lnTo>
                  <a:pt x="1833" y="293"/>
                </a:lnTo>
                <a:lnTo>
                  <a:pt x="1834" y="293"/>
                </a:lnTo>
                <a:lnTo>
                  <a:pt x="1834" y="294"/>
                </a:lnTo>
                <a:lnTo>
                  <a:pt x="1834" y="295"/>
                </a:lnTo>
                <a:lnTo>
                  <a:pt x="1835" y="296"/>
                </a:lnTo>
                <a:lnTo>
                  <a:pt x="1836" y="298"/>
                </a:lnTo>
                <a:lnTo>
                  <a:pt x="1837" y="300"/>
                </a:lnTo>
                <a:lnTo>
                  <a:pt x="1837" y="302"/>
                </a:lnTo>
                <a:lnTo>
                  <a:pt x="1838" y="304"/>
                </a:lnTo>
                <a:lnTo>
                  <a:pt x="1839" y="305"/>
                </a:lnTo>
                <a:lnTo>
                  <a:pt x="1839" y="306"/>
                </a:lnTo>
                <a:lnTo>
                  <a:pt x="1840" y="306"/>
                </a:lnTo>
                <a:lnTo>
                  <a:pt x="1842" y="305"/>
                </a:lnTo>
                <a:lnTo>
                  <a:pt x="1844" y="305"/>
                </a:lnTo>
                <a:lnTo>
                  <a:pt x="1846" y="305"/>
                </a:lnTo>
                <a:lnTo>
                  <a:pt x="1846" y="306"/>
                </a:lnTo>
                <a:lnTo>
                  <a:pt x="1846" y="307"/>
                </a:lnTo>
                <a:lnTo>
                  <a:pt x="1847" y="308"/>
                </a:lnTo>
                <a:lnTo>
                  <a:pt x="1847" y="309"/>
                </a:lnTo>
                <a:lnTo>
                  <a:pt x="1848" y="310"/>
                </a:lnTo>
                <a:lnTo>
                  <a:pt x="1848" y="311"/>
                </a:lnTo>
                <a:lnTo>
                  <a:pt x="1850" y="311"/>
                </a:lnTo>
                <a:lnTo>
                  <a:pt x="1851" y="311"/>
                </a:lnTo>
                <a:lnTo>
                  <a:pt x="1851" y="312"/>
                </a:lnTo>
                <a:lnTo>
                  <a:pt x="1852" y="313"/>
                </a:lnTo>
                <a:lnTo>
                  <a:pt x="1853" y="315"/>
                </a:lnTo>
                <a:lnTo>
                  <a:pt x="1853" y="316"/>
                </a:lnTo>
                <a:lnTo>
                  <a:pt x="1854" y="317"/>
                </a:lnTo>
                <a:lnTo>
                  <a:pt x="1855" y="318"/>
                </a:lnTo>
                <a:lnTo>
                  <a:pt x="1857" y="318"/>
                </a:lnTo>
                <a:lnTo>
                  <a:pt x="1858" y="318"/>
                </a:lnTo>
                <a:lnTo>
                  <a:pt x="1858" y="319"/>
                </a:lnTo>
                <a:lnTo>
                  <a:pt x="1858" y="320"/>
                </a:lnTo>
                <a:lnTo>
                  <a:pt x="1857" y="321"/>
                </a:lnTo>
                <a:lnTo>
                  <a:pt x="1857" y="322"/>
                </a:lnTo>
                <a:lnTo>
                  <a:pt x="1859" y="323"/>
                </a:lnTo>
                <a:lnTo>
                  <a:pt x="1860" y="323"/>
                </a:lnTo>
                <a:lnTo>
                  <a:pt x="1861" y="324"/>
                </a:lnTo>
                <a:lnTo>
                  <a:pt x="1863" y="326"/>
                </a:lnTo>
                <a:lnTo>
                  <a:pt x="1865" y="327"/>
                </a:lnTo>
                <a:lnTo>
                  <a:pt x="1866" y="328"/>
                </a:lnTo>
                <a:lnTo>
                  <a:pt x="1867" y="328"/>
                </a:lnTo>
                <a:lnTo>
                  <a:pt x="1869" y="329"/>
                </a:lnTo>
                <a:lnTo>
                  <a:pt x="1873" y="331"/>
                </a:lnTo>
                <a:lnTo>
                  <a:pt x="1873" y="332"/>
                </a:lnTo>
                <a:lnTo>
                  <a:pt x="1873" y="333"/>
                </a:lnTo>
                <a:lnTo>
                  <a:pt x="1873" y="334"/>
                </a:lnTo>
                <a:lnTo>
                  <a:pt x="1873" y="335"/>
                </a:lnTo>
                <a:lnTo>
                  <a:pt x="1873" y="336"/>
                </a:lnTo>
                <a:lnTo>
                  <a:pt x="1874" y="336"/>
                </a:lnTo>
                <a:lnTo>
                  <a:pt x="1875" y="335"/>
                </a:lnTo>
                <a:lnTo>
                  <a:pt x="1876" y="334"/>
                </a:lnTo>
                <a:lnTo>
                  <a:pt x="1878" y="334"/>
                </a:lnTo>
                <a:lnTo>
                  <a:pt x="1879" y="334"/>
                </a:lnTo>
                <a:lnTo>
                  <a:pt x="1880" y="334"/>
                </a:lnTo>
                <a:lnTo>
                  <a:pt x="1883" y="336"/>
                </a:lnTo>
                <a:lnTo>
                  <a:pt x="1884" y="336"/>
                </a:lnTo>
                <a:lnTo>
                  <a:pt x="1885" y="337"/>
                </a:lnTo>
                <a:lnTo>
                  <a:pt x="1886" y="338"/>
                </a:lnTo>
                <a:lnTo>
                  <a:pt x="1888" y="340"/>
                </a:lnTo>
                <a:lnTo>
                  <a:pt x="1890" y="341"/>
                </a:lnTo>
                <a:lnTo>
                  <a:pt x="1891" y="342"/>
                </a:lnTo>
                <a:lnTo>
                  <a:pt x="1892" y="343"/>
                </a:lnTo>
                <a:lnTo>
                  <a:pt x="1893" y="344"/>
                </a:lnTo>
                <a:lnTo>
                  <a:pt x="1895" y="344"/>
                </a:lnTo>
                <a:lnTo>
                  <a:pt x="1896" y="345"/>
                </a:lnTo>
                <a:lnTo>
                  <a:pt x="1896" y="347"/>
                </a:lnTo>
                <a:lnTo>
                  <a:pt x="1897" y="347"/>
                </a:lnTo>
                <a:lnTo>
                  <a:pt x="1898" y="348"/>
                </a:lnTo>
                <a:lnTo>
                  <a:pt x="1899" y="347"/>
                </a:lnTo>
                <a:lnTo>
                  <a:pt x="1900" y="348"/>
                </a:lnTo>
                <a:lnTo>
                  <a:pt x="1900" y="350"/>
                </a:lnTo>
                <a:lnTo>
                  <a:pt x="1901" y="351"/>
                </a:lnTo>
                <a:lnTo>
                  <a:pt x="1901" y="352"/>
                </a:lnTo>
                <a:lnTo>
                  <a:pt x="1902" y="351"/>
                </a:lnTo>
                <a:lnTo>
                  <a:pt x="1903" y="350"/>
                </a:lnTo>
                <a:lnTo>
                  <a:pt x="1905" y="349"/>
                </a:lnTo>
                <a:lnTo>
                  <a:pt x="1906" y="348"/>
                </a:lnTo>
                <a:lnTo>
                  <a:pt x="1907" y="349"/>
                </a:lnTo>
                <a:lnTo>
                  <a:pt x="1908" y="349"/>
                </a:lnTo>
                <a:lnTo>
                  <a:pt x="1909" y="350"/>
                </a:lnTo>
                <a:lnTo>
                  <a:pt x="1911" y="350"/>
                </a:lnTo>
                <a:lnTo>
                  <a:pt x="1912" y="349"/>
                </a:lnTo>
                <a:lnTo>
                  <a:pt x="1913" y="349"/>
                </a:lnTo>
                <a:lnTo>
                  <a:pt x="1913" y="350"/>
                </a:lnTo>
                <a:lnTo>
                  <a:pt x="1914" y="350"/>
                </a:lnTo>
                <a:lnTo>
                  <a:pt x="1916" y="352"/>
                </a:lnTo>
                <a:lnTo>
                  <a:pt x="1920" y="355"/>
                </a:lnTo>
                <a:lnTo>
                  <a:pt x="1925" y="357"/>
                </a:lnTo>
                <a:lnTo>
                  <a:pt x="1930" y="357"/>
                </a:lnTo>
                <a:lnTo>
                  <a:pt x="1933" y="356"/>
                </a:lnTo>
                <a:lnTo>
                  <a:pt x="1937" y="354"/>
                </a:lnTo>
                <a:lnTo>
                  <a:pt x="1940" y="352"/>
                </a:lnTo>
                <a:lnTo>
                  <a:pt x="1941" y="353"/>
                </a:lnTo>
                <a:lnTo>
                  <a:pt x="1943" y="353"/>
                </a:lnTo>
                <a:lnTo>
                  <a:pt x="1946" y="354"/>
                </a:lnTo>
                <a:lnTo>
                  <a:pt x="1946" y="355"/>
                </a:lnTo>
                <a:lnTo>
                  <a:pt x="1947" y="355"/>
                </a:lnTo>
                <a:lnTo>
                  <a:pt x="1950" y="355"/>
                </a:lnTo>
                <a:lnTo>
                  <a:pt x="1952" y="356"/>
                </a:lnTo>
                <a:lnTo>
                  <a:pt x="1953" y="357"/>
                </a:lnTo>
                <a:lnTo>
                  <a:pt x="1955" y="357"/>
                </a:lnTo>
                <a:lnTo>
                  <a:pt x="1957" y="357"/>
                </a:lnTo>
                <a:lnTo>
                  <a:pt x="1959" y="356"/>
                </a:lnTo>
                <a:lnTo>
                  <a:pt x="1960" y="356"/>
                </a:lnTo>
                <a:lnTo>
                  <a:pt x="1960" y="358"/>
                </a:lnTo>
                <a:lnTo>
                  <a:pt x="1961" y="358"/>
                </a:lnTo>
                <a:lnTo>
                  <a:pt x="1961" y="359"/>
                </a:lnTo>
                <a:lnTo>
                  <a:pt x="1962" y="359"/>
                </a:lnTo>
                <a:lnTo>
                  <a:pt x="1965" y="359"/>
                </a:lnTo>
                <a:lnTo>
                  <a:pt x="1967" y="359"/>
                </a:lnTo>
                <a:lnTo>
                  <a:pt x="1971" y="358"/>
                </a:lnTo>
                <a:lnTo>
                  <a:pt x="1972" y="358"/>
                </a:lnTo>
                <a:lnTo>
                  <a:pt x="1974" y="359"/>
                </a:lnTo>
                <a:lnTo>
                  <a:pt x="1975" y="359"/>
                </a:lnTo>
                <a:lnTo>
                  <a:pt x="1975" y="360"/>
                </a:lnTo>
                <a:lnTo>
                  <a:pt x="1976" y="362"/>
                </a:lnTo>
                <a:lnTo>
                  <a:pt x="1977" y="363"/>
                </a:lnTo>
                <a:lnTo>
                  <a:pt x="1979" y="364"/>
                </a:lnTo>
                <a:lnTo>
                  <a:pt x="1981" y="367"/>
                </a:lnTo>
                <a:lnTo>
                  <a:pt x="1982" y="368"/>
                </a:lnTo>
                <a:lnTo>
                  <a:pt x="1985" y="367"/>
                </a:lnTo>
                <a:lnTo>
                  <a:pt x="1988" y="366"/>
                </a:lnTo>
                <a:lnTo>
                  <a:pt x="1990" y="365"/>
                </a:lnTo>
                <a:lnTo>
                  <a:pt x="1994" y="365"/>
                </a:lnTo>
                <a:lnTo>
                  <a:pt x="1996" y="366"/>
                </a:lnTo>
                <a:lnTo>
                  <a:pt x="1999" y="367"/>
                </a:lnTo>
                <a:lnTo>
                  <a:pt x="2000" y="367"/>
                </a:lnTo>
                <a:lnTo>
                  <a:pt x="2002" y="366"/>
                </a:lnTo>
                <a:lnTo>
                  <a:pt x="2003" y="366"/>
                </a:lnTo>
                <a:lnTo>
                  <a:pt x="2004" y="367"/>
                </a:lnTo>
                <a:lnTo>
                  <a:pt x="2005" y="367"/>
                </a:lnTo>
                <a:lnTo>
                  <a:pt x="2006" y="366"/>
                </a:lnTo>
                <a:lnTo>
                  <a:pt x="2007" y="366"/>
                </a:lnTo>
                <a:lnTo>
                  <a:pt x="2012" y="366"/>
                </a:lnTo>
                <a:lnTo>
                  <a:pt x="2016" y="367"/>
                </a:lnTo>
                <a:lnTo>
                  <a:pt x="2016" y="368"/>
                </a:lnTo>
                <a:lnTo>
                  <a:pt x="2017" y="371"/>
                </a:lnTo>
                <a:lnTo>
                  <a:pt x="2018" y="373"/>
                </a:lnTo>
                <a:lnTo>
                  <a:pt x="2021" y="376"/>
                </a:lnTo>
                <a:lnTo>
                  <a:pt x="2023" y="377"/>
                </a:lnTo>
                <a:lnTo>
                  <a:pt x="2026" y="379"/>
                </a:lnTo>
                <a:lnTo>
                  <a:pt x="2027" y="380"/>
                </a:lnTo>
                <a:lnTo>
                  <a:pt x="2028" y="381"/>
                </a:lnTo>
                <a:lnTo>
                  <a:pt x="2027" y="383"/>
                </a:lnTo>
                <a:lnTo>
                  <a:pt x="2028" y="385"/>
                </a:lnTo>
                <a:lnTo>
                  <a:pt x="2029" y="387"/>
                </a:lnTo>
                <a:lnTo>
                  <a:pt x="2032" y="394"/>
                </a:lnTo>
                <a:lnTo>
                  <a:pt x="2034" y="396"/>
                </a:lnTo>
                <a:lnTo>
                  <a:pt x="2034" y="399"/>
                </a:lnTo>
                <a:lnTo>
                  <a:pt x="2035" y="402"/>
                </a:lnTo>
                <a:lnTo>
                  <a:pt x="2036" y="402"/>
                </a:lnTo>
                <a:lnTo>
                  <a:pt x="2037" y="402"/>
                </a:lnTo>
                <a:lnTo>
                  <a:pt x="2042" y="399"/>
                </a:lnTo>
                <a:lnTo>
                  <a:pt x="2042" y="396"/>
                </a:lnTo>
                <a:lnTo>
                  <a:pt x="2043" y="395"/>
                </a:lnTo>
                <a:lnTo>
                  <a:pt x="2044" y="393"/>
                </a:lnTo>
                <a:lnTo>
                  <a:pt x="2046" y="392"/>
                </a:lnTo>
                <a:lnTo>
                  <a:pt x="2047" y="391"/>
                </a:lnTo>
                <a:lnTo>
                  <a:pt x="2049" y="391"/>
                </a:lnTo>
                <a:lnTo>
                  <a:pt x="2051" y="391"/>
                </a:lnTo>
                <a:lnTo>
                  <a:pt x="2053" y="391"/>
                </a:lnTo>
                <a:lnTo>
                  <a:pt x="2056" y="392"/>
                </a:lnTo>
                <a:lnTo>
                  <a:pt x="2057" y="391"/>
                </a:lnTo>
                <a:lnTo>
                  <a:pt x="2059" y="390"/>
                </a:lnTo>
                <a:lnTo>
                  <a:pt x="2059" y="389"/>
                </a:lnTo>
                <a:lnTo>
                  <a:pt x="2061" y="387"/>
                </a:lnTo>
                <a:lnTo>
                  <a:pt x="2064" y="385"/>
                </a:lnTo>
                <a:lnTo>
                  <a:pt x="2067" y="383"/>
                </a:lnTo>
                <a:lnTo>
                  <a:pt x="2069" y="382"/>
                </a:lnTo>
                <a:lnTo>
                  <a:pt x="2071" y="382"/>
                </a:lnTo>
                <a:lnTo>
                  <a:pt x="2073" y="382"/>
                </a:lnTo>
                <a:lnTo>
                  <a:pt x="2075" y="380"/>
                </a:lnTo>
                <a:lnTo>
                  <a:pt x="2077" y="376"/>
                </a:lnTo>
                <a:lnTo>
                  <a:pt x="2078" y="376"/>
                </a:lnTo>
                <a:lnTo>
                  <a:pt x="2080" y="373"/>
                </a:lnTo>
                <a:lnTo>
                  <a:pt x="2081" y="372"/>
                </a:lnTo>
                <a:lnTo>
                  <a:pt x="2082" y="371"/>
                </a:lnTo>
                <a:lnTo>
                  <a:pt x="2085" y="371"/>
                </a:lnTo>
                <a:lnTo>
                  <a:pt x="2088" y="372"/>
                </a:lnTo>
                <a:lnTo>
                  <a:pt x="2089" y="372"/>
                </a:lnTo>
                <a:lnTo>
                  <a:pt x="2090" y="372"/>
                </a:lnTo>
                <a:lnTo>
                  <a:pt x="2090" y="370"/>
                </a:lnTo>
                <a:lnTo>
                  <a:pt x="2091" y="370"/>
                </a:lnTo>
                <a:lnTo>
                  <a:pt x="2093" y="372"/>
                </a:lnTo>
                <a:lnTo>
                  <a:pt x="2094" y="374"/>
                </a:lnTo>
                <a:lnTo>
                  <a:pt x="2095" y="375"/>
                </a:lnTo>
                <a:lnTo>
                  <a:pt x="2096" y="376"/>
                </a:lnTo>
                <a:lnTo>
                  <a:pt x="2097" y="376"/>
                </a:lnTo>
                <a:lnTo>
                  <a:pt x="2099" y="376"/>
                </a:lnTo>
                <a:lnTo>
                  <a:pt x="2101" y="375"/>
                </a:lnTo>
                <a:lnTo>
                  <a:pt x="2102" y="375"/>
                </a:lnTo>
                <a:lnTo>
                  <a:pt x="2102" y="376"/>
                </a:lnTo>
                <a:lnTo>
                  <a:pt x="2103" y="376"/>
                </a:lnTo>
                <a:lnTo>
                  <a:pt x="2104" y="377"/>
                </a:lnTo>
                <a:lnTo>
                  <a:pt x="2106" y="377"/>
                </a:lnTo>
                <a:lnTo>
                  <a:pt x="2108" y="376"/>
                </a:lnTo>
                <a:lnTo>
                  <a:pt x="2111" y="376"/>
                </a:lnTo>
                <a:lnTo>
                  <a:pt x="2114" y="376"/>
                </a:lnTo>
                <a:lnTo>
                  <a:pt x="2115" y="376"/>
                </a:lnTo>
                <a:lnTo>
                  <a:pt x="2116" y="376"/>
                </a:lnTo>
                <a:lnTo>
                  <a:pt x="2118" y="378"/>
                </a:lnTo>
                <a:lnTo>
                  <a:pt x="2121" y="379"/>
                </a:lnTo>
                <a:lnTo>
                  <a:pt x="2124" y="379"/>
                </a:lnTo>
                <a:lnTo>
                  <a:pt x="2126" y="380"/>
                </a:lnTo>
                <a:lnTo>
                  <a:pt x="2127" y="379"/>
                </a:lnTo>
                <a:lnTo>
                  <a:pt x="2127" y="378"/>
                </a:lnTo>
                <a:lnTo>
                  <a:pt x="2128" y="373"/>
                </a:lnTo>
                <a:lnTo>
                  <a:pt x="2128" y="372"/>
                </a:lnTo>
                <a:lnTo>
                  <a:pt x="2130" y="368"/>
                </a:lnTo>
                <a:lnTo>
                  <a:pt x="2133" y="366"/>
                </a:lnTo>
                <a:lnTo>
                  <a:pt x="2135" y="364"/>
                </a:lnTo>
                <a:lnTo>
                  <a:pt x="2136" y="363"/>
                </a:lnTo>
                <a:lnTo>
                  <a:pt x="2141" y="358"/>
                </a:lnTo>
                <a:lnTo>
                  <a:pt x="2146" y="354"/>
                </a:lnTo>
                <a:lnTo>
                  <a:pt x="2149" y="351"/>
                </a:lnTo>
                <a:lnTo>
                  <a:pt x="2150" y="350"/>
                </a:lnTo>
                <a:lnTo>
                  <a:pt x="2153" y="348"/>
                </a:lnTo>
                <a:lnTo>
                  <a:pt x="2154" y="347"/>
                </a:lnTo>
                <a:lnTo>
                  <a:pt x="2155" y="346"/>
                </a:lnTo>
                <a:lnTo>
                  <a:pt x="2155" y="344"/>
                </a:lnTo>
                <a:lnTo>
                  <a:pt x="2155" y="342"/>
                </a:lnTo>
                <a:lnTo>
                  <a:pt x="2156" y="341"/>
                </a:lnTo>
                <a:lnTo>
                  <a:pt x="2156" y="340"/>
                </a:lnTo>
                <a:lnTo>
                  <a:pt x="2157" y="339"/>
                </a:lnTo>
                <a:lnTo>
                  <a:pt x="2157" y="337"/>
                </a:lnTo>
                <a:lnTo>
                  <a:pt x="2157" y="335"/>
                </a:lnTo>
                <a:lnTo>
                  <a:pt x="2156" y="333"/>
                </a:lnTo>
                <a:lnTo>
                  <a:pt x="2155" y="332"/>
                </a:lnTo>
                <a:lnTo>
                  <a:pt x="2155" y="331"/>
                </a:lnTo>
                <a:lnTo>
                  <a:pt x="2155" y="330"/>
                </a:lnTo>
                <a:lnTo>
                  <a:pt x="2155" y="329"/>
                </a:lnTo>
                <a:lnTo>
                  <a:pt x="2156" y="328"/>
                </a:lnTo>
                <a:lnTo>
                  <a:pt x="2156" y="327"/>
                </a:lnTo>
                <a:lnTo>
                  <a:pt x="2157" y="326"/>
                </a:lnTo>
                <a:lnTo>
                  <a:pt x="2158" y="325"/>
                </a:lnTo>
                <a:lnTo>
                  <a:pt x="2158" y="324"/>
                </a:lnTo>
                <a:lnTo>
                  <a:pt x="2159" y="322"/>
                </a:lnTo>
                <a:lnTo>
                  <a:pt x="2160" y="321"/>
                </a:lnTo>
                <a:lnTo>
                  <a:pt x="2161" y="320"/>
                </a:lnTo>
                <a:lnTo>
                  <a:pt x="2161" y="319"/>
                </a:lnTo>
                <a:lnTo>
                  <a:pt x="2161" y="317"/>
                </a:lnTo>
                <a:lnTo>
                  <a:pt x="2161" y="312"/>
                </a:lnTo>
                <a:lnTo>
                  <a:pt x="2161" y="309"/>
                </a:lnTo>
                <a:lnTo>
                  <a:pt x="2162" y="307"/>
                </a:lnTo>
                <a:lnTo>
                  <a:pt x="2161" y="306"/>
                </a:lnTo>
                <a:lnTo>
                  <a:pt x="2161" y="305"/>
                </a:lnTo>
                <a:lnTo>
                  <a:pt x="2160" y="305"/>
                </a:lnTo>
                <a:lnTo>
                  <a:pt x="2160" y="304"/>
                </a:lnTo>
                <a:lnTo>
                  <a:pt x="2158" y="302"/>
                </a:lnTo>
                <a:lnTo>
                  <a:pt x="2157" y="300"/>
                </a:lnTo>
                <a:lnTo>
                  <a:pt x="2156" y="297"/>
                </a:lnTo>
                <a:lnTo>
                  <a:pt x="2156" y="296"/>
                </a:lnTo>
                <a:lnTo>
                  <a:pt x="2156" y="295"/>
                </a:lnTo>
                <a:lnTo>
                  <a:pt x="2156" y="293"/>
                </a:lnTo>
                <a:lnTo>
                  <a:pt x="2155" y="293"/>
                </a:lnTo>
                <a:lnTo>
                  <a:pt x="2154" y="292"/>
                </a:lnTo>
                <a:lnTo>
                  <a:pt x="2155" y="291"/>
                </a:lnTo>
                <a:lnTo>
                  <a:pt x="2154" y="291"/>
                </a:lnTo>
                <a:lnTo>
                  <a:pt x="2155" y="289"/>
                </a:lnTo>
                <a:lnTo>
                  <a:pt x="2156" y="285"/>
                </a:lnTo>
                <a:lnTo>
                  <a:pt x="2156" y="284"/>
                </a:lnTo>
                <a:lnTo>
                  <a:pt x="2157" y="279"/>
                </a:lnTo>
                <a:lnTo>
                  <a:pt x="2157" y="274"/>
                </a:lnTo>
                <a:lnTo>
                  <a:pt x="2158" y="270"/>
                </a:lnTo>
                <a:lnTo>
                  <a:pt x="2158" y="266"/>
                </a:lnTo>
                <a:lnTo>
                  <a:pt x="2162" y="226"/>
                </a:lnTo>
                <a:lnTo>
                  <a:pt x="2164" y="202"/>
                </a:lnTo>
                <a:lnTo>
                  <a:pt x="2164" y="201"/>
                </a:lnTo>
                <a:lnTo>
                  <a:pt x="2164" y="198"/>
                </a:lnTo>
                <a:lnTo>
                  <a:pt x="2164" y="195"/>
                </a:lnTo>
                <a:lnTo>
                  <a:pt x="2164" y="194"/>
                </a:lnTo>
                <a:lnTo>
                  <a:pt x="2164" y="193"/>
                </a:lnTo>
                <a:lnTo>
                  <a:pt x="2164" y="192"/>
                </a:lnTo>
                <a:lnTo>
                  <a:pt x="2164" y="191"/>
                </a:lnTo>
                <a:lnTo>
                  <a:pt x="2165" y="190"/>
                </a:lnTo>
                <a:lnTo>
                  <a:pt x="2165" y="188"/>
                </a:lnTo>
                <a:lnTo>
                  <a:pt x="2165" y="187"/>
                </a:lnTo>
                <a:lnTo>
                  <a:pt x="2164" y="186"/>
                </a:lnTo>
                <a:lnTo>
                  <a:pt x="2163" y="186"/>
                </a:lnTo>
                <a:lnTo>
                  <a:pt x="2163" y="185"/>
                </a:lnTo>
                <a:lnTo>
                  <a:pt x="2164" y="185"/>
                </a:lnTo>
                <a:lnTo>
                  <a:pt x="2164" y="184"/>
                </a:lnTo>
                <a:lnTo>
                  <a:pt x="2165" y="183"/>
                </a:lnTo>
                <a:lnTo>
                  <a:pt x="2165" y="182"/>
                </a:lnTo>
                <a:lnTo>
                  <a:pt x="2165" y="181"/>
                </a:lnTo>
                <a:lnTo>
                  <a:pt x="2166" y="181"/>
                </a:lnTo>
                <a:lnTo>
                  <a:pt x="2166" y="180"/>
                </a:lnTo>
                <a:lnTo>
                  <a:pt x="2167" y="180"/>
                </a:lnTo>
                <a:lnTo>
                  <a:pt x="2167" y="178"/>
                </a:lnTo>
                <a:lnTo>
                  <a:pt x="2167" y="177"/>
                </a:lnTo>
                <a:lnTo>
                  <a:pt x="2167" y="176"/>
                </a:lnTo>
                <a:lnTo>
                  <a:pt x="2168" y="176"/>
                </a:lnTo>
                <a:lnTo>
                  <a:pt x="2168" y="175"/>
                </a:lnTo>
                <a:lnTo>
                  <a:pt x="2168" y="174"/>
                </a:lnTo>
                <a:lnTo>
                  <a:pt x="2168" y="173"/>
                </a:lnTo>
                <a:lnTo>
                  <a:pt x="2169" y="173"/>
                </a:lnTo>
                <a:lnTo>
                  <a:pt x="2169" y="172"/>
                </a:lnTo>
                <a:lnTo>
                  <a:pt x="2169" y="171"/>
                </a:lnTo>
                <a:lnTo>
                  <a:pt x="2169" y="170"/>
                </a:lnTo>
                <a:lnTo>
                  <a:pt x="2170" y="170"/>
                </a:lnTo>
                <a:lnTo>
                  <a:pt x="2171" y="170"/>
                </a:lnTo>
                <a:lnTo>
                  <a:pt x="2171" y="169"/>
                </a:lnTo>
                <a:lnTo>
                  <a:pt x="2170" y="169"/>
                </a:lnTo>
                <a:lnTo>
                  <a:pt x="2170" y="168"/>
                </a:lnTo>
                <a:lnTo>
                  <a:pt x="2170" y="167"/>
                </a:lnTo>
                <a:lnTo>
                  <a:pt x="2171" y="167"/>
                </a:lnTo>
                <a:lnTo>
                  <a:pt x="2171" y="166"/>
                </a:lnTo>
                <a:lnTo>
                  <a:pt x="2172" y="166"/>
                </a:lnTo>
                <a:lnTo>
                  <a:pt x="2172" y="165"/>
                </a:lnTo>
                <a:lnTo>
                  <a:pt x="2173" y="165"/>
                </a:lnTo>
                <a:lnTo>
                  <a:pt x="2173" y="164"/>
                </a:lnTo>
                <a:lnTo>
                  <a:pt x="2173" y="163"/>
                </a:lnTo>
                <a:lnTo>
                  <a:pt x="2174" y="161"/>
                </a:lnTo>
                <a:lnTo>
                  <a:pt x="2174" y="160"/>
                </a:lnTo>
                <a:lnTo>
                  <a:pt x="2175" y="160"/>
                </a:lnTo>
                <a:lnTo>
                  <a:pt x="2176" y="159"/>
                </a:lnTo>
                <a:lnTo>
                  <a:pt x="2176" y="158"/>
                </a:lnTo>
                <a:lnTo>
                  <a:pt x="2177" y="158"/>
                </a:lnTo>
                <a:lnTo>
                  <a:pt x="2177" y="157"/>
                </a:lnTo>
                <a:lnTo>
                  <a:pt x="2178" y="155"/>
                </a:lnTo>
                <a:lnTo>
                  <a:pt x="2178" y="154"/>
                </a:lnTo>
                <a:lnTo>
                  <a:pt x="2179" y="153"/>
                </a:lnTo>
                <a:lnTo>
                  <a:pt x="2180" y="152"/>
                </a:lnTo>
                <a:lnTo>
                  <a:pt x="2181" y="152"/>
                </a:lnTo>
                <a:lnTo>
                  <a:pt x="2182" y="151"/>
                </a:lnTo>
                <a:lnTo>
                  <a:pt x="2183" y="151"/>
                </a:lnTo>
                <a:lnTo>
                  <a:pt x="2183" y="152"/>
                </a:lnTo>
                <a:lnTo>
                  <a:pt x="2184" y="152"/>
                </a:lnTo>
                <a:lnTo>
                  <a:pt x="2184" y="151"/>
                </a:lnTo>
                <a:lnTo>
                  <a:pt x="2184" y="150"/>
                </a:lnTo>
                <a:lnTo>
                  <a:pt x="2185" y="149"/>
                </a:lnTo>
                <a:lnTo>
                  <a:pt x="2186" y="148"/>
                </a:lnTo>
                <a:lnTo>
                  <a:pt x="2187" y="147"/>
                </a:lnTo>
                <a:lnTo>
                  <a:pt x="2188" y="146"/>
                </a:lnTo>
                <a:lnTo>
                  <a:pt x="2189" y="145"/>
                </a:lnTo>
                <a:lnTo>
                  <a:pt x="2190" y="145"/>
                </a:lnTo>
                <a:lnTo>
                  <a:pt x="2191" y="144"/>
                </a:lnTo>
                <a:lnTo>
                  <a:pt x="2191" y="143"/>
                </a:lnTo>
                <a:lnTo>
                  <a:pt x="2192" y="143"/>
                </a:lnTo>
                <a:lnTo>
                  <a:pt x="2192" y="142"/>
                </a:lnTo>
                <a:lnTo>
                  <a:pt x="2193" y="141"/>
                </a:lnTo>
                <a:lnTo>
                  <a:pt x="2193" y="140"/>
                </a:lnTo>
                <a:lnTo>
                  <a:pt x="2195" y="139"/>
                </a:lnTo>
                <a:lnTo>
                  <a:pt x="2195" y="138"/>
                </a:lnTo>
                <a:lnTo>
                  <a:pt x="2195" y="137"/>
                </a:lnTo>
                <a:lnTo>
                  <a:pt x="2196" y="136"/>
                </a:lnTo>
                <a:lnTo>
                  <a:pt x="2196" y="135"/>
                </a:lnTo>
                <a:lnTo>
                  <a:pt x="2197" y="134"/>
                </a:lnTo>
                <a:lnTo>
                  <a:pt x="2197" y="133"/>
                </a:lnTo>
                <a:lnTo>
                  <a:pt x="2197" y="132"/>
                </a:lnTo>
                <a:lnTo>
                  <a:pt x="2198" y="131"/>
                </a:lnTo>
                <a:lnTo>
                  <a:pt x="2198" y="130"/>
                </a:lnTo>
                <a:lnTo>
                  <a:pt x="2198" y="129"/>
                </a:lnTo>
                <a:lnTo>
                  <a:pt x="2200" y="126"/>
                </a:lnTo>
                <a:lnTo>
                  <a:pt x="2202" y="125"/>
                </a:lnTo>
                <a:lnTo>
                  <a:pt x="2202" y="124"/>
                </a:lnTo>
                <a:lnTo>
                  <a:pt x="2202" y="123"/>
                </a:lnTo>
                <a:lnTo>
                  <a:pt x="2203" y="123"/>
                </a:lnTo>
                <a:lnTo>
                  <a:pt x="2205" y="121"/>
                </a:lnTo>
                <a:lnTo>
                  <a:pt x="2207" y="119"/>
                </a:lnTo>
                <a:lnTo>
                  <a:pt x="2208" y="118"/>
                </a:lnTo>
                <a:lnTo>
                  <a:pt x="2209" y="117"/>
                </a:lnTo>
                <a:lnTo>
                  <a:pt x="2211" y="116"/>
                </a:lnTo>
                <a:lnTo>
                  <a:pt x="2213" y="115"/>
                </a:lnTo>
                <a:lnTo>
                  <a:pt x="2214" y="115"/>
                </a:lnTo>
                <a:lnTo>
                  <a:pt x="2214" y="114"/>
                </a:lnTo>
                <a:lnTo>
                  <a:pt x="2215" y="114"/>
                </a:lnTo>
                <a:lnTo>
                  <a:pt x="2215" y="115"/>
                </a:lnTo>
                <a:lnTo>
                  <a:pt x="2217" y="114"/>
                </a:lnTo>
                <a:lnTo>
                  <a:pt x="2219" y="113"/>
                </a:lnTo>
                <a:lnTo>
                  <a:pt x="2220" y="114"/>
                </a:lnTo>
                <a:lnTo>
                  <a:pt x="2221" y="114"/>
                </a:lnTo>
                <a:lnTo>
                  <a:pt x="2223" y="114"/>
                </a:lnTo>
                <a:lnTo>
                  <a:pt x="2224" y="113"/>
                </a:lnTo>
                <a:lnTo>
                  <a:pt x="2225" y="114"/>
                </a:lnTo>
                <a:lnTo>
                  <a:pt x="2226" y="114"/>
                </a:lnTo>
                <a:lnTo>
                  <a:pt x="2227" y="114"/>
                </a:lnTo>
                <a:lnTo>
                  <a:pt x="2228" y="114"/>
                </a:lnTo>
                <a:lnTo>
                  <a:pt x="2229" y="114"/>
                </a:lnTo>
                <a:lnTo>
                  <a:pt x="2231" y="114"/>
                </a:lnTo>
                <a:lnTo>
                  <a:pt x="2232" y="114"/>
                </a:lnTo>
                <a:lnTo>
                  <a:pt x="2252" y="117"/>
                </a:lnTo>
                <a:lnTo>
                  <a:pt x="2273" y="123"/>
                </a:lnTo>
                <a:lnTo>
                  <a:pt x="2274" y="122"/>
                </a:lnTo>
                <a:lnTo>
                  <a:pt x="2275" y="122"/>
                </a:lnTo>
                <a:lnTo>
                  <a:pt x="2276" y="121"/>
                </a:lnTo>
                <a:lnTo>
                  <a:pt x="2277" y="121"/>
                </a:lnTo>
                <a:lnTo>
                  <a:pt x="2278" y="120"/>
                </a:lnTo>
                <a:lnTo>
                  <a:pt x="2279" y="119"/>
                </a:lnTo>
                <a:lnTo>
                  <a:pt x="2281" y="119"/>
                </a:lnTo>
                <a:lnTo>
                  <a:pt x="2282" y="118"/>
                </a:lnTo>
                <a:lnTo>
                  <a:pt x="2282" y="117"/>
                </a:lnTo>
                <a:lnTo>
                  <a:pt x="2283" y="116"/>
                </a:lnTo>
                <a:lnTo>
                  <a:pt x="2284" y="116"/>
                </a:lnTo>
                <a:lnTo>
                  <a:pt x="2286" y="114"/>
                </a:lnTo>
                <a:lnTo>
                  <a:pt x="2287" y="113"/>
                </a:lnTo>
                <a:lnTo>
                  <a:pt x="2288" y="114"/>
                </a:lnTo>
                <a:lnTo>
                  <a:pt x="2289" y="114"/>
                </a:lnTo>
                <a:lnTo>
                  <a:pt x="2290" y="114"/>
                </a:lnTo>
                <a:lnTo>
                  <a:pt x="2292" y="114"/>
                </a:lnTo>
                <a:lnTo>
                  <a:pt x="2293" y="114"/>
                </a:lnTo>
                <a:lnTo>
                  <a:pt x="2294" y="114"/>
                </a:lnTo>
                <a:lnTo>
                  <a:pt x="2295" y="113"/>
                </a:lnTo>
                <a:lnTo>
                  <a:pt x="2296" y="112"/>
                </a:lnTo>
                <a:lnTo>
                  <a:pt x="2296" y="113"/>
                </a:lnTo>
                <a:lnTo>
                  <a:pt x="2297" y="113"/>
                </a:lnTo>
                <a:lnTo>
                  <a:pt x="2297" y="114"/>
                </a:lnTo>
                <a:lnTo>
                  <a:pt x="2297" y="115"/>
                </a:lnTo>
                <a:lnTo>
                  <a:pt x="2297" y="116"/>
                </a:lnTo>
                <a:lnTo>
                  <a:pt x="2298" y="117"/>
                </a:lnTo>
                <a:lnTo>
                  <a:pt x="2299" y="118"/>
                </a:lnTo>
                <a:lnTo>
                  <a:pt x="2325" y="110"/>
                </a:lnTo>
                <a:lnTo>
                  <a:pt x="2326" y="110"/>
                </a:lnTo>
                <a:lnTo>
                  <a:pt x="2327" y="110"/>
                </a:lnTo>
                <a:lnTo>
                  <a:pt x="2328" y="108"/>
                </a:lnTo>
                <a:lnTo>
                  <a:pt x="2329" y="107"/>
                </a:lnTo>
                <a:lnTo>
                  <a:pt x="2329" y="105"/>
                </a:lnTo>
                <a:lnTo>
                  <a:pt x="2329" y="104"/>
                </a:lnTo>
                <a:lnTo>
                  <a:pt x="2329" y="103"/>
                </a:lnTo>
                <a:lnTo>
                  <a:pt x="2330" y="102"/>
                </a:lnTo>
                <a:lnTo>
                  <a:pt x="2331" y="101"/>
                </a:lnTo>
                <a:lnTo>
                  <a:pt x="2331" y="100"/>
                </a:lnTo>
                <a:lnTo>
                  <a:pt x="2332" y="100"/>
                </a:lnTo>
                <a:lnTo>
                  <a:pt x="2332" y="99"/>
                </a:lnTo>
                <a:lnTo>
                  <a:pt x="2333" y="99"/>
                </a:lnTo>
                <a:lnTo>
                  <a:pt x="2334" y="99"/>
                </a:lnTo>
                <a:lnTo>
                  <a:pt x="2334" y="98"/>
                </a:lnTo>
                <a:lnTo>
                  <a:pt x="2335" y="98"/>
                </a:lnTo>
                <a:lnTo>
                  <a:pt x="2335" y="96"/>
                </a:lnTo>
                <a:lnTo>
                  <a:pt x="2335" y="95"/>
                </a:lnTo>
                <a:lnTo>
                  <a:pt x="2336" y="95"/>
                </a:lnTo>
                <a:lnTo>
                  <a:pt x="2337" y="94"/>
                </a:lnTo>
                <a:lnTo>
                  <a:pt x="2338" y="94"/>
                </a:lnTo>
                <a:lnTo>
                  <a:pt x="2341" y="94"/>
                </a:lnTo>
                <a:lnTo>
                  <a:pt x="2343" y="93"/>
                </a:lnTo>
                <a:lnTo>
                  <a:pt x="2344" y="92"/>
                </a:lnTo>
                <a:lnTo>
                  <a:pt x="2346" y="90"/>
                </a:lnTo>
                <a:lnTo>
                  <a:pt x="2346" y="89"/>
                </a:lnTo>
                <a:lnTo>
                  <a:pt x="2346" y="87"/>
                </a:lnTo>
                <a:lnTo>
                  <a:pt x="2348" y="86"/>
                </a:lnTo>
                <a:lnTo>
                  <a:pt x="2351" y="85"/>
                </a:lnTo>
                <a:lnTo>
                  <a:pt x="2354" y="83"/>
                </a:lnTo>
                <a:lnTo>
                  <a:pt x="2357" y="80"/>
                </a:lnTo>
                <a:lnTo>
                  <a:pt x="2358" y="79"/>
                </a:lnTo>
                <a:lnTo>
                  <a:pt x="2359" y="78"/>
                </a:lnTo>
                <a:lnTo>
                  <a:pt x="2359" y="76"/>
                </a:lnTo>
                <a:lnTo>
                  <a:pt x="2359" y="74"/>
                </a:lnTo>
                <a:lnTo>
                  <a:pt x="2359" y="73"/>
                </a:lnTo>
                <a:lnTo>
                  <a:pt x="2358" y="71"/>
                </a:lnTo>
                <a:lnTo>
                  <a:pt x="2358" y="69"/>
                </a:lnTo>
                <a:lnTo>
                  <a:pt x="2358" y="67"/>
                </a:lnTo>
                <a:lnTo>
                  <a:pt x="2359" y="64"/>
                </a:lnTo>
                <a:lnTo>
                  <a:pt x="2359" y="63"/>
                </a:lnTo>
                <a:lnTo>
                  <a:pt x="2359" y="62"/>
                </a:lnTo>
                <a:lnTo>
                  <a:pt x="2360" y="61"/>
                </a:lnTo>
                <a:lnTo>
                  <a:pt x="2361" y="61"/>
                </a:lnTo>
                <a:lnTo>
                  <a:pt x="2365" y="59"/>
                </a:lnTo>
                <a:lnTo>
                  <a:pt x="2367" y="58"/>
                </a:lnTo>
                <a:lnTo>
                  <a:pt x="2368" y="58"/>
                </a:lnTo>
                <a:lnTo>
                  <a:pt x="2368" y="57"/>
                </a:lnTo>
                <a:lnTo>
                  <a:pt x="2368" y="56"/>
                </a:lnTo>
                <a:lnTo>
                  <a:pt x="2369" y="55"/>
                </a:lnTo>
                <a:lnTo>
                  <a:pt x="2369" y="54"/>
                </a:lnTo>
                <a:lnTo>
                  <a:pt x="2368" y="53"/>
                </a:lnTo>
                <a:lnTo>
                  <a:pt x="2368" y="52"/>
                </a:lnTo>
                <a:lnTo>
                  <a:pt x="2367" y="51"/>
                </a:lnTo>
                <a:lnTo>
                  <a:pt x="2367" y="50"/>
                </a:lnTo>
                <a:lnTo>
                  <a:pt x="2366" y="49"/>
                </a:lnTo>
                <a:lnTo>
                  <a:pt x="2365" y="47"/>
                </a:lnTo>
                <a:lnTo>
                  <a:pt x="2365" y="46"/>
                </a:lnTo>
                <a:lnTo>
                  <a:pt x="2364" y="46"/>
                </a:lnTo>
                <a:lnTo>
                  <a:pt x="2364" y="45"/>
                </a:lnTo>
                <a:lnTo>
                  <a:pt x="2363" y="45"/>
                </a:lnTo>
                <a:lnTo>
                  <a:pt x="2363" y="43"/>
                </a:lnTo>
                <a:lnTo>
                  <a:pt x="2361" y="40"/>
                </a:lnTo>
                <a:lnTo>
                  <a:pt x="2360" y="40"/>
                </a:lnTo>
                <a:lnTo>
                  <a:pt x="2360" y="39"/>
                </a:lnTo>
                <a:lnTo>
                  <a:pt x="2361" y="39"/>
                </a:lnTo>
                <a:lnTo>
                  <a:pt x="2361" y="38"/>
                </a:lnTo>
                <a:lnTo>
                  <a:pt x="2361" y="37"/>
                </a:lnTo>
                <a:lnTo>
                  <a:pt x="2361" y="36"/>
                </a:lnTo>
                <a:lnTo>
                  <a:pt x="2361" y="33"/>
                </a:lnTo>
                <a:lnTo>
                  <a:pt x="2361" y="31"/>
                </a:lnTo>
                <a:lnTo>
                  <a:pt x="2361" y="30"/>
                </a:lnTo>
                <a:lnTo>
                  <a:pt x="2362" y="28"/>
                </a:lnTo>
                <a:lnTo>
                  <a:pt x="2362" y="26"/>
                </a:lnTo>
                <a:lnTo>
                  <a:pt x="2362" y="25"/>
                </a:lnTo>
                <a:lnTo>
                  <a:pt x="2362" y="24"/>
                </a:lnTo>
                <a:lnTo>
                  <a:pt x="2363" y="23"/>
                </a:lnTo>
                <a:lnTo>
                  <a:pt x="2363" y="22"/>
                </a:lnTo>
                <a:lnTo>
                  <a:pt x="2364" y="22"/>
                </a:lnTo>
                <a:lnTo>
                  <a:pt x="2364" y="21"/>
                </a:lnTo>
                <a:lnTo>
                  <a:pt x="2366" y="20"/>
                </a:lnTo>
                <a:lnTo>
                  <a:pt x="2367" y="19"/>
                </a:lnTo>
                <a:lnTo>
                  <a:pt x="2368" y="18"/>
                </a:lnTo>
                <a:lnTo>
                  <a:pt x="2369" y="18"/>
                </a:lnTo>
                <a:lnTo>
                  <a:pt x="2370" y="18"/>
                </a:lnTo>
                <a:lnTo>
                  <a:pt x="2371" y="17"/>
                </a:lnTo>
                <a:lnTo>
                  <a:pt x="2372" y="17"/>
                </a:lnTo>
                <a:lnTo>
                  <a:pt x="2373" y="16"/>
                </a:lnTo>
                <a:lnTo>
                  <a:pt x="2374" y="16"/>
                </a:lnTo>
                <a:lnTo>
                  <a:pt x="2376" y="15"/>
                </a:lnTo>
                <a:lnTo>
                  <a:pt x="2378" y="15"/>
                </a:lnTo>
                <a:lnTo>
                  <a:pt x="2378" y="14"/>
                </a:lnTo>
                <a:lnTo>
                  <a:pt x="2379" y="13"/>
                </a:lnTo>
                <a:lnTo>
                  <a:pt x="2380" y="13"/>
                </a:lnTo>
                <a:lnTo>
                  <a:pt x="2380" y="12"/>
                </a:lnTo>
                <a:lnTo>
                  <a:pt x="2380" y="11"/>
                </a:lnTo>
                <a:lnTo>
                  <a:pt x="2380" y="10"/>
                </a:lnTo>
                <a:lnTo>
                  <a:pt x="2380" y="9"/>
                </a:lnTo>
                <a:lnTo>
                  <a:pt x="2380" y="8"/>
                </a:lnTo>
                <a:lnTo>
                  <a:pt x="2381" y="6"/>
                </a:lnTo>
                <a:lnTo>
                  <a:pt x="2381" y="5"/>
                </a:lnTo>
                <a:lnTo>
                  <a:pt x="2382" y="4"/>
                </a:lnTo>
                <a:lnTo>
                  <a:pt x="2383" y="3"/>
                </a:lnTo>
                <a:lnTo>
                  <a:pt x="2384" y="3"/>
                </a:lnTo>
                <a:lnTo>
                  <a:pt x="2384" y="2"/>
                </a:lnTo>
                <a:lnTo>
                  <a:pt x="2385" y="2"/>
                </a:lnTo>
                <a:lnTo>
                  <a:pt x="2386" y="2"/>
                </a:lnTo>
                <a:lnTo>
                  <a:pt x="2386" y="1"/>
                </a:lnTo>
                <a:lnTo>
                  <a:pt x="2387" y="1"/>
                </a:lnTo>
                <a:lnTo>
                  <a:pt x="2387" y="0"/>
                </a:lnTo>
                <a:lnTo>
                  <a:pt x="2388" y="0"/>
                </a:lnTo>
                <a:lnTo>
                  <a:pt x="2389" y="0"/>
                </a:lnTo>
                <a:lnTo>
                  <a:pt x="2391" y="0"/>
                </a:lnTo>
                <a:lnTo>
                  <a:pt x="2392" y="0"/>
                </a:lnTo>
                <a:lnTo>
                  <a:pt x="2393" y="1"/>
                </a:lnTo>
                <a:lnTo>
                  <a:pt x="2394" y="1"/>
                </a:lnTo>
                <a:lnTo>
                  <a:pt x="2396" y="1"/>
                </a:lnTo>
                <a:lnTo>
                  <a:pt x="2397" y="1"/>
                </a:lnTo>
                <a:lnTo>
                  <a:pt x="2399" y="1"/>
                </a:lnTo>
                <a:lnTo>
                  <a:pt x="2400" y="1"/>
                </a:lnTo>
                <a:lnTo>
                  <a:pt x="2401" y="1"/>
                </a:lnTo>
                <a:lnTo>
                  <a:pt x="2402" y="0"/>
                </a:lnTo>
                <a:lnTo>
                  <a:pt x="2404" y="0"/>
                </a:lnTo>
                <a:lnTo>
                  <a:pt x="2405" y="1"/>
                </a:lnTo>
                <a:lnTo>
                  <a:pt x="2406" y="1"/>
                </a:lnTo>
                <a:lnTo>
                  <a:pt x="2408" y="3"/>
                </a:lnTo>
                <a:lnTo>
                  <a:pt x="2409" y="3"/>
                </a:lnTo>
                <a:lnTo>
                  <a:pt x="2409" y="4"/>
                </a:lnTo>
                <a:lnTo>
                  <a:pt x="2410" y="3"/>
                </a:lnTo>
                <a:lnTo>
                  <a:pt x="2411" y="3"/>
                </a:lnTo>
                <a:lnTo>
                  <a:pt x="2413" y="4"/>
                </a:lnTo>
                <a:lnTo>
                  <a:pt x="2414" y="4"/>
                </a:lnTo>
                <a:lnTo>
                  <a:pt x="2415" y="4"/>
                </a:lnTo>
                <a:lnTo>
                  <a:pt x="2417" y="2"/>
                </a:lnTo>
                <a:lnTo>
                  <a:pt x="2418" y="1"/>
                </a:lnTo>
                <a:lnTo>
                  <a:pt x="2419" y="1"/>
                </a:lnTo>
                <a:lnTo>
                  <a:pt x="2422" y="1"/>
                </a:lnTo>
                <a:lnTo>
                  <a:pt x="2424" y="3"/>
                </a:lnTo>
                <a:lnTo>
                  <a:pt x="2425" y="4"/>
                </a:lnTo>
                <a:lnTo>
                  <a:pt x="2430" y="6"/>
                </a:lnTo>
                <a:lnTo>
                  <a:pt x="2431" y="6"/>
                </a:lnTo>
                <a:lnTo>
                  <a:pt x="2433" y="12"/>
                </a:lnTo>
                <a:lnTo>
                  <a:pt x="2439" y="12"/>
                </a:lnTo>
                <a:lnTo>
                  <a:pt x="2441" y="12"/>
                </a:lnTo>
                <a:lnTo>
                  <a:pt x="2443" y="15"/>
                </a:lnTo>
                <a:lnTo>
                  <a:pt x="2446" y="15"/>
                </a:lnTo>
                <a:lnTo>
                  <a:pt x="2452" y="18"/>
                </a:lnTo>
                <a:lnTo>
                  <a:pt x="2454" y="20"/>
                </a:lnTo>
                <a:lnTo>
                  <a:pt x="2455" y="22"/>
                </a:lnTo>
                <a:lnTo>
                  <a:pt x="2456" y="23"/>
                </a:lnTo>
                <a:lnTo>
                  <a:pt x="2459" y="24"/>
                </a:lnTo>
                <a:lnTo>
                  <a:pt x="2460" y="24"/>
                </a:lnTo>
                <a:lnTo>
                  <a:pt x="2463" y="22"/>
                </a:lnTo>
                <a:lnTo>
                  <a:pt x="2464" y="23"/>
                </a:lnTo>
                <a:lnTo>
                  <a:pt x="2466" y="23"/>
                </a:lnTo>
                <a:lnTo>
                  <a:pt x="2468" y="21"/>
                </a:lnTo>
                <a:lnTo>
                  <a:pt x="2469" y="21"/>
                </a:lnTo>
                <a:lnTo>
                  <a:pt x="2470" y="21"/>
                </a:lnTo>
                <a:lnTo>
                  <a:pt x="2470" y="20"/>
                </a:lnTo>
                <a:lnTo>
                  <a:pt x="2470" y="19"/>
                </a:lnTo>
                <a:lnTo>
                  <a:pt x="2470" y="18"/>
                </a:lnTo>
                <a:lnTo>
                  <a:pt x="2468" y="15"/>
                </a:lnTo>
                <a:lnTo>
                  <a:pt x="2468" y="14"/>
                </a:lnTo>
                <a:lnTo>
                  <a:pt x="2469" y="13"/>
                </a:lnTo>
                <a:lnTo>
                  <a:pt x="2470" y="13"/>
                </a:lnTo>
                <a:lnTo>
                  <a:pt x="2471" y="12"/>
                </a:lnTo>
                <a:lnTo>
                  <a:pt x="2475" y="13"/>
                </a:lnTo>
                <a:lnTo>
                  <a:pt x="2478" y="14"/>
                </a:lnTo>
                <a:lnTo>
                  <a:pt x="2479" y="14"/>
                </a:lnTo>
                <a:lnTo>
                  <a:pt x="2482" y="13"/>
                </a:lnTo>
                <a:lnTo>
                  <a:pt x="2484" y="13"/>
                </a:lnTo>
                <a:lnTo>
                  <a:pt x="2485" y="13"/>
                </a:lnTo>
                <a:lnTo>
                  <a:pt x="2487" y="14"/>
                </a:lnTo>
                <a:lnTo>
                  <a:pt x="2488" y="14"/>
                </a:lnTo>
                <a:lnTo>
                  <a:pt x="2489" y="13"/>
                </a:lnTo>
                <a:lnTo>
                  <a:pt x="2490" y="13"/>
                </a:lnTo>
                <a:lnTo>
                  <a:pt x="2492" y="14"/>
                </a:lnTo>
                <a:lnTo>
                  <a:pt x="2493" y="14"/>
                </a:lnTo>
                <a:lnTo>
                  <a:pt x="2494" y="14"/>
                </a:lnTo>
                <a:lnTo>
                  <a:pt x="2495" y="13"/>
                </a:lnTo>
                <a:lnTo>
                  <a:pt x="2496" y="11"/>
                </a:lnTo>
                <a:lnTo>
                  <a:pt x="2497" y="10"/>
                </a:lnTo>
                <a:lnTo>
                  <a:pt x="2498" y="10"/>
                </a:lnTo>
                <a:lnTo>
                  <a:pt x="2500" y="10"/>
                </a:lnTo>
                <a:lnTo>
                  <a:pt x="2503" y="10"/>
                </a:lnTo>
                <a:lnTo>
                  <a:pt x="2504" y="11"/>
                </a:lnTo>
                <a:lnTo>
                  <a:pt x="2506" y="12"/>
                </a:lnTo>
                <a:lnTo>
                  <a:pt x="2507" y="13"/>
                </a:lnTo>
                <a:lnTo>
                  <a:pt x="2508" y="12"/>
                </a:lnTo>
                <a:lnTo>
                  <a:pt x="2509" y="11"/>
                </a:lnTo>
                <a:lnTo>
                  <a:pt x="2510" y="11"/>
                </a:lnTo>
                <a:lnTo>
                  <a:pt x="2511" y="12"/>
                </a:lnTo>
                <a:lnTo>
                  <a:pt x="2514" y="14"/>
                </a:lnTo>
                <a:lnTo>
                  <a:pt x="2513" y="18"/>
                </a:lnTo>
                <a:lnTo>
                  <a:pt x="2513" y="19"/>
                </a:lnTo>
                <a:lnTo>
                  <a:pt x="2515" y="19"/>
                </a:lnTo>
                <a:lnTo>
                  <a:pt x="2516" y="20"/>
                </a:lnTo>
                <a:lnTo>
                  <a:pt x="2516" y="21"/>
                </a:lnTo>
                <a:lnTo>
                  <a:pt x="2517" y="23"/>
                </a:lnTo>
                <a:lnTo>
                  <a:pt x="2518" y="25"/>
                </a:lnTo>
                <a:lnTo>
                  <a:pt x="2518" y="26"/>
                </a:lnTo>
                <a:lnTo>
                  <a:pt x="2518" y="27"/>
                </a:lnTo>
                <a:lnTo>
                  <a:pt x="2518" y="28"/>
                </a:lnTo>
                <a:lnTo>
                  <a:pt x="2517" y="29"/>
                </a:lnTo>
                <a:lnTo>
                  <a:pt x="2516" y="29"/>
                </a:lnTo>
                <a:lnTo>
                  <a:pt x="2515" y="30"/>
                </a:lnTo>
                <a:lnTo>
                  <a:pt x="2514" y="30"/>
                </a:lnTo>
                <a:lnTo>
                  <a:pt x="2514" y="31"/>
                </a:lnTo>
                <a:lnTo>
                  <a:pt x="2514" y="32"/>
                </a:lnTo>
                <a:lnTo>
                  <a:pt x="2514" y="33"/>
                </a:lnTo>
                <a:lnTo>
                  <a:pt x="2514" y="34"/>
                </a:lnTo>
                <a:lnTo>
                  <a:pt x="2515" y="35"/>
                </a:lnTo>
                <a:lnTo>
                  <a:pt x="2514" y="36"/>
                </a:lnTo>
                <a:lnTo>
                  <a:pt x="2512" y="37"/>
                </a:lnTo>
                <a:lnTo>
                  <a:pt x="2511" y="37"/>
                </a:lnTo>
                <a:lnTo>
                  <a:pt x="2511" y="38"/>
                </a:lnTo>
                <a:lnTo>
                  <a:pt x="2511" y="40"/>
                </a:lnTo>
                <a:lnTo>
                  <a:pt x="2512" y="41"/>
                </a:lnTo>
                <a:lnTo>
                  <a:pt x="2513" y="42"/>
                </a:lnTo>
                <a:lnTo>
                  <a:pt x="2514" y="43"/>
                </a:lnTo>
                <a:lnTo>
                  <a:pt x="2516" y="43"/>
                </a:lnTo>
                <a:lnTo>
                  <a:pt x="2516" y="44"/>
                </a:lnTo>
                <a:lnTo>
                  <a:pt x="2517" y="45"/>
                </a:lnTo>
                <a:lnTo>
                  <a:pt x="2516" y="46"/>
                </a:lnTo>
                <a:lnTo>
                  <a:pt x="2516" y="48"/>
                </a:lnTo>
                <a:lnTo>
                  <a:pt x="2516" y="50"/>
                </a:lnTo>
                <a:lnTo>
                  <a:pt x="2516" y="51"/>
                </a:lnTo>
                <a:lnTo>
                  <a:pt x="2516" y="52"/>
                </a:lnTo>
                <a:lnTo>
                  <a:pt x="2517" y="52"/>
                </a:lnTo>
                <a:lnTo>
                  <a:pt x="2518" y="53"/>
                </a:lnTo>
                <a:lnTo>
                  <a:pt x="2519" y="53"/>
                </a:lnTo>
                <a:lnTo>
                  <a:pt x="2519" y="54"/>
                </a:lnTo>
                <a:lnTo>
                  <a:pt x="2519" y="55"/>
                </a:lnTo>
                <a:lnTo>
                  <a:pt x="2516" y="55"/>
                </a:lnTo>
                <a:lnTo>
                  <a:pt x="2514" y="56"/>
                </a:lnTo>
                <a:lnTo>
                  <a:pt x="2513" y="57"/>
                </a:lnTo>
                <a:lnTo>
                  <a:pt x="2513" y="59"/>
                </a:lnTo>
                <a:lnTo>
                  <a:pt x="2513" y="60"/>
                </a:lnTo>
                <a:lnTo>
                  <a:pt x="2512" y="61"/>
                </a:lnTo>
                <a:lnTo>
                  <a:pt x="2511" y="61"/>
                </a:lnTo>
                <a:lnTo>
                  <a:pt x="2509" y="60"/>
                </a:lnTo>
                <a:lnTo>
                  <a:pt x="2507" y="59"/>
                </a:lnTo>
                <a:lnTo>
                  <a:pt x="2505" y="59"/>
                </a:lnTo>
                <a:lnTo>
                  <a:pt x="2504" y="60"/>
                </a:lnTo>
                <a:lnTo>
                  <a:pt x="2503" y="62"/>
                </a:lnTo>
                <a:lnTo>
                  <a:pt x="2502" y="62"/>
                </a:lnTo>
                <a:lnTo>
                  <a:pt x="2500" y="62"/>
                </a:lnTo>
                <a:lnTo>
                  <a:pt x="2499" y="62"/>
                </a:lnTo>
                <a:lnTo>
                  <a:pt x="2498" y="62"/>
                </a:lnTo>
                <a:lnTo>
                  <a:pt x="2497" y="62"/>
                </a:lnTo>
                <a:lnTo>
                  <a:pt x="2496" y="62"/>
                </a:lnTo>
                <a:lnTo>
                  <a:pt x="2496" y="64"/>
                </a:lnTo>
                <a:lnTo>
                  <a:pt x="2496" y="65"/>
                </a:lnTo>
                <a:lnTo>
                  <a:pt x="2496" y="66"/>
                </a:lnTo>
                <a:lnTo>
                  <a:pt x="2494" y="68"/>
                </a:lnTo>
                <a:lnTo>
                  <a:pt x="2493" y="70"/>
                </a:lnTo>
                <a:lnTo>
                  <a:pt x="2492" y="71"/>
                </a:lnTo>
                <a:lnTo>
                  <a:pt x="2492" y="72"/>
                </a:lnTo>
                <a:lnTo>
                  <a:pt x="2493" y="72"/>
                </a:lnTo>
                <a:lnTo>
                  <a:pt x="2493" y="73"/>
                </a:lnTo>
                <a:lnTo>
                  <a:pt x="2494" y="73"/>
                </a:lnTo>
                <a:lnTo>
                  <a:pt x="2495" y="73"/>
                </a:lnTo>
                <a:lnTo>
                  <a:pt x="2497" y="74"/>
                </a:lnTo>
                <a:lnTo>
                  <a:pt x="2498" y="74"/>
                </a:lnTo>
                <a:lnTo>
                  <a:pt x="2499" y="75"/>
                </a:lnTo>
                <a:lnTo>
                  <a:pt x="2499" y="76"/>
                </a:lnTo>
                <a:lnTo>
                  <a:pt x="2499" y="78"/>
                </a:lnTo>
                <a:lnTo>
                  <a:pt x="2499" y="79"/>
                </a:lnTo>
                <a:lnTo>
                  <a:pt x="2501" y="80"/>
                </a:lnTo>
                <a:lnTo>
                  <a:pt x="2502" y="81"/>
                </a:lnTo>
                <a:lnTo>
                  <a:pt x="2503" y="83"/>
                </a:lnTo>
                <a:lnTo>
                  <a:pt x="2502" y="83"/>
                </a:lnTo>
                <a:lnTo>
                  <a:pt x="2500" y="83"/>
                </a:lnTo>
                <a:lnTo>
                  <a:pt x="2499" y="83"/>
                </a:lnTo>
                <a:lnTo>
                  <a:pt x="2498" y="84"/>
                </a:lnTo>
                <a:lnTo>
                  <a:pt x="2499" y="84"/>
                </a:lnTo>
                <a:lnTo>
                  <a:pt x="2500" y="86"/>
                </a:lnTo>
                <a:lnTo>
                  <a:pt x="2501" y="88"/>
                </a:lnTo>
                <a:lnTo>
                  <a:pt x="2501" y="89"/>
                </a:lnTo>
                <a:lnTo>
                  <a:pt x="2502" y="89"/>
                </a:lnTo>
                <a:lnTo>
                  <a:pt x="2504" y="89"/>
                </a:lnTo>
                <a:lnTo>
                  <a:pt x="2506" y="89"/>
                </a:lnTo>
                <a:lnTo>
                  <a:pt x="2508" y="90"/>
                </a:lnTo>
                <a:lnTo>
                  <a:pt x="2510" y="93"/>
                </a:lnTo>
                <a:lnTo>
                  <a:pt x="2512" y="95"/>
                </a:lnTo>
                <a:lnTo>
                  <a:pt x="2514" y="98"/>
                </a:lnTo>
                <a:lnTo>
                  <a:pt x="2515" y="100"/>
                </a:lnTo>
                <a:lnTo>
                  <a:pt x="2517" y="98"/>
                </a:lnTo>
                <a:lnTo>
                  <a:pt x="2518" y="97"/>
                </a:lnTo>
                <a:lnTo>
                  <a:pt x="2519" y="97"/>
                </a:lnTo>
                <a:lnTo>
                  <a:pt x="2521" y="98"/>
                </a:lnTo>
                <a:lnTo>
                  <a:pt x="2524" y="101"/>
                </a:lnTo>
                <a:lnTo>
                  <a:pt x="2526" y="103"/>
                </a:lnTo>
                <a:lnTo>
                  <a:pt x="2528" y="105"/>
                </a:lnTo>
                <a:lnTo>
                  <a:pt x="2529" y="106"/>
                </a:lnTo>
                <a:lnTo>
                  <a:pt x="2530" y="108"/>
                </a:lnTo>
                <a:lnTo>
                  <a:pt x="2530" y="109"/>
                </a:lnTo>
                <a:lnTo>
                  <a:pt x="2530" y="110"/>
                </a:lnTo>
                <a:lnTo>
                  <a:pt x="2530" y="111"/>
                </a:lnTo>
                <a:lnTo>
                  <a:pt x="2530" y="112"/>
                </a:lnTo>
                <a:lnTo>
                  <a:pt x="2530" y="111"/>
                </a:lnTo>
                <a:lnTo>
                  <a:pt x="2531" y="111"/>
                </a:lnTo>
                <a:lnTo>
                  <a:pt x="2533" y="111"/>
                </a:lnTo>
                <a:lnTo>
                  <a:pt x="2534" y="111"/>
                </a:lnTo>
                <a:lnTo>
                  <a:pt x="2535" y="112"/>
                </a:lnTo>
                <a:lnTo>
                  <a:pt x="2534" y="113"/>
                </a:lnTo>
                <a:lnTo>
                  <a:pt x="2534" y="115"/>
                </a:lnTo>
                <a:lnTo>
                  <a:pt x="2532" y="117"/>
                </a:lnTo>
                <a:lnTo>
                  <a:pt x="2529" y="118"/>
                </a:lnTo>
                <a:lnTo>
                  <a:pt x="2528" y="119"/>
                </a:lnTo>
                <a:lnTo>
                  <a:pt x="2527" y="120"/>
                </a:lnTo>
                <a:lnTo>
                  <a:pt x="2524" y="122"/>
                </a:lnTo>
                <a:lnTo>
                  <a:pt x="2523" y="123"/>
                </a:lnTo>
                <a:lnTo>
                  <a:pt x="2522" y="124"/>
                </a:lnTo>
                <a:lnTo>
                  <a:pt x="2523" y="126"/>
                </a:lnTo>
                <a:lnTo>
                  <a:pt x="2522" y="127"/>
                </a:lnTo>
                <a:lnTo>
                  <a:pt x="2521" y="128"/>
                </a:lnTo>
                <a:lnTo>
                  <a:pt x="2518" y="130"/>
                </a:lnTo>
                <a:lnTo>
                  <a:pt x="2516" y="130"/>
                </a:lnTo>
                <a:lnTo>
                  <a:pt x="2515" y="131"/>
                </a:lnTo>
                <a:lnTo>
                  <a:pt x="2513" y="131"/>
                </a:lnTo>
                <a:lnTo>
                  <a:pt x="2512" y="132"/>
                </a:lnTo>
                <a:lnTo>
                  <a:pt x="2512" y="133"/>
                </a:lnTo>
                <a:lnTo>
                  <a:pt x="2512" y="135"/>
                </a:lnTo>
                <a:lnTo>
                  <a:pt x="2513" y="137"/>
                </a:lnTo>
                <a:lnTo>
                  <a:pt x="2514" y="137"/>
                </a:lnTo>
                <a:lnTo>
                  <a:pt x="2514" y="138"/>
                </a:lnTo>
                <a:lnTo>
                  <a:pt x="2515" y="138"/>
                </a:lnTo>
                <a:lnTo>
                  <a:pt x="2515" y="139"/>
                </a:lnTo>
                <a:lnTo>
                  <a:pt x="2516" y="139"/>
                </a:lnTo>
                <a:lnTo>
                  <a:pt x="2517" y="140"/>
                </a:lnTo>
                <a:lnTo>
                  <a:pt x="2519" y="141"/>
                </a:lnTo>
                <a:lnTo>
                  <a:pt x="2520" y="142"/>
                </a:lnTo>
                <a:lnTo>
                  <a:pt x="2520" y="143"/>
                </a:lnTo>
                <a:lnTo>
                  <a:pt x="2521" y="144"/>
                </a:lnTo>
                <a:lnTo>
                  <a:pt x="2522" y="144"/>
                </a:lnTo>
                <a:lnTo>
                  <a:pt x="2523" y="144"/>
                </a:lnTo>
                <a:lnTo>
                  <a:pt x="2524" y="145"/>
                </a:lnTo>
                <a:lnTo>
                  <a:pt x="2525" y="145"/>
                </a:lnTo>
                <a:lnTo>
                  <a:pt x="2526" y="145"/>
                </a:lnTo>
                <a:lnTo>
                  <a:pt x="2527" y="145"/>
                </a:lnTo>
                <a:lnTo>
                  <a:pt x="2529" y="145"/>
                </a:lnTo>
                <a:lnTo>
                  <a:pt x="2530" y="146"/>
                </a:lnTo>
                <a:lnTo>
                  <a:pt x="2531" y="146"/>
                </a:lnTo>
                <a:lnTo>
                  <a:pt x="2531" y="148"/>
                </a:lnTo>
                <a:lnTo>
                  <a:pt x="2531" y="149"/>
                </a:lnTo>
                <a:lnTo>
                  <a:pt x="2532" y="150"/>
                </a:lnTo>
                <a:lnTo>
                  <a:pt x="2532" y="151"/>
                </a:lnTo>
                <a:lnTo>
                  <a:pt x="2533" y="151"/>
                </a:lnTo>
                <a:lnTo>
                  <a:pt x="2534" y="150"/>
                </a:lnTo>
                <a:lnTo>
                  <a:pt x="2535" y="150"/>
                </a:lnTo>
                <a:lnTo>
                  <a:pt x="2536" y="151"/>
                </a:lnTo>
                <a:lnTo>
                  <a:pt x="2538" y="156"/>
                </a:lnTo>
                <a:lnTo>
                  <a:pt x="2539" y="157"/>
                </a:lnTo>
                <a:lnTo>
                  <a:pt x="2541" y="159"/>
                </a:lnTo>
                <a:lnTo>
                  <a:pt x="2542" y="158"/>
                </a:lnTo>
                <a:lnTo>
                  <a:pt x="2544" y="157"/>
                </a:lnTo>
                <a:lnTo>
                  <a:pt x="2546" y="159"/>
                </a:lnTo>
                <a:lnTo>
                  <a:pt x="2548" y="159"/>
                </a:lnTo>
                <a:lnTo>
                  <a:pt x="2550" y="160"/>
                </a:lnTo>
                <a:lnTo>
                  <a:pt x="2554" y="163"/>
                </a:lnTo>
                <a:lnTo>
                  <a:pt x="2556" y="164"/>
                </a:lnTo>
                <a:lnTo>
                  <a:pt x="2559" y="166"/>
                </a:lnTo>
                <a:lnTo>
                  <a:pt x="2561" y="168"/>
                </a:lnTo>
                <a:lnTo>
                  <a:pt x="2561" y="169"/>
                </a:lnTo>
                <a:lnTo>
                  <a:pt x="2560" y="171"/>
                </a:lnTo>
                <a:lnTo>
                  <a:pt x="2560" y="172"/>
                </a:lnTo>
                <a:lnTo>
                  <a:pt x="2560" y="173"/>
                </a:lnTo>
                <a:lnTo>
                  <a:pt x="2560" y="174"/>
                </a:lnTo>
                <a:lnTo>
                  <a:pt x="2561" y="175"/>
                </a:lnTo>
                <a:lnTo>
                  <a:pt x="2564" y="177"/>
                </a:lnTo>
                <a:lnTo>
                  <a:pt x="2566" y="179"/>
                </a:lnTo>
                <a:lnTo>
                  <a:pt x="2568" y="181"/>
                </a:lnTo>
                <a:lnTo>
                  <a:pt x="2569" y="182"/>
                </a:lnTo>
                <a:lnTo>
                  <a:pt x="2570" y="184"/>
                </a:lnTo>
                <a:lnTo>
                  <a:pt x="2571" y="185"/>
                </a:lnTo>
                <a:lnTo>
                  <a:pt x="2573" y="185"/>
                </a:lnTo>
                <a:lnTo>
                  <a:pt x="2576" y="183"/>
                </a:lnTo>
                <a:lnTo>
                  <a:pt x="2578" y="182"/>
                </a:lnTo>
                <a:lnTo>
                  <a:pt x="2579" y="182"/>
                </a:lnTo>
                <a:lnTo>
                  <a:pt x="2581" y="182"/>
                </a:lnTo>
                <a:lnTo>
                  <a:pt x="2581" y="184"/>
                </a:lnTo>
                <a:lnTo>
                  <a:pt x="2581" y="185"/>
                </a:lnTo>
                <a:lnTo>
                  <a:pt x="2581" y="186"/>
                </a:lnTo>
                <a:lnTo>
                  <a:pt x="2581" y="188"/>
                </a:lnTo>
                <a:lnTo>
                  <a:pt x="2581" y="189"/>
                </a:lnTo>
                <a:lnTo>
                  <a:pt x="2582" y="191"/>
                </a:lnTo>
                <a:lnTo>
                  <a:pt x="2582" y="192"/>
                </a:lnTo>
                <a:lnTo>
                  <a:pt x="2584" y="192"/>
                </a:lnTo>
                <a:lnTo>
                  <a:pt x="2586" y="192"/>
                </a:lnTo>
                <a:lnTo>
                  <a:pt x="2587" y="192"/>
                </a:lnTo>
                <a:lnTo>
                  <a:pt x="2587" y="193"/>
                </a:lnTo>
                <a:lnTo>
                  <a:pt x="2586" y="195"/>
                </a:lnTo>
                <a:lnTo>
                  <a:pt x="2587" y="195"/>
                </a:lnTo>
                <a:lnTo>
                  <a:pt x="2587" y="196"/>
                </a:lnTo>
                <a:lnTo>
                  <a:pt x="2588" y="197"/>
                </a:lnTo>
                <a:lnTo>
                  <a:pt x="2590" y="198"/>
                </a:lnTo>
                <a:lnTo>
                  <a:pt x="2591" y="199"/>
                </a:lnTo>
                <a:lnTo>
                  <a:pt x="2591" y="200"/>
                </a:lnTo>
                <a:lnTo>
                  <a:pt x="2589" y="203"/>
                </a:lnTo>
                <a:lnTo>
                  <a:pt x="2586" y="206"/>
                </a:lnTo>
                <a:lnTo>
                  <a:pt x="2585" y="207"/>
                </a:lnTo>
                <a:lnTo>
                  <a:pt x="2585" y="209"/>
                </a:lnTo>
                <a:lnTo>
                  <a:pt x="2584" y="209"/>
                </a:lnTo>
                <a:lnTo>
                  <a:pt x="2585" y="211"/>
                </a:lnTo>
                <a:lnTo>
                  <a:pt x="2586" y="212"/>
                </a:lnTo>
                <a:lnTo>
                  <a:pt x="2586" y="213"/>
                </a:lnTo>
                <a:lnTo>
                  <a:pt x="2586" y="215"/>
                </a:lnTo>
                <a:lnTo>
                  <a:pt x="2586" y="217"/>
                </a:lnTo>
                <a:lnTo>
                  <a:pt x="2586" y="219"/>
                </a:lnTo>
                <a:lnTo>
                  <a:pt x="2586" y="220"/>
                </a:lnTo>
                <a:lnTo>
                  <a:pt x="2586" y="222"/>
                </a:lnTo>
                <a:lnTo>
                  <a:pt x="2586" y="223"/>
                </a:lnTo>
                <a:lnTo>
                  <a:pt x="2587" y="224"/>
                </a:lnTo>
                <a:lnTo>
                  <a:pt x="2588" y="224"/>
                </a:lnTo>
                <a:lnTo>
                  <a:pt x="2589" y="226"/>
                </a:lnTo>
                <a:lnTo>
                  <a:pt x="2590" y="227"/>
                </a:lnTo>
                <a:lnTo>
                  <a:pt x="2590" y="228"/>
                </a:lnTo>
                <a:lnTo>
                  <a:pt x="2589" y="228"/>
                </a:lnTo>
                <a:lnTo>
                  <a:pt x="2589" y="229"/>
                </a:lnTo>
                <a:lnTo>
                  <a:pt x="2590" y="231"/>
                </a:lnTo>
                <a:lnTo>
                  <a:pt x="2591" y="232"/>
                </a:lnTo>
                <a:lnTo>
                  <a:pt x="2592" y="233"/>
                </a:lnTo>
                <a:lnTo>
                  <a:pt x="2594" y="234"/>
                </a:lnTo>
                <a:lnTo>
                  <a:pt x="2596" y="233"/>
                </a:lnTo>
                <a:lnTo>
                  <a:pt x="2597" y="233"/>
                </a:lnTo>
                <a:lnTo>
                  <a:pt x="2598" y="233"/>
                </a:lnTo>
                <a:lnTo>
                  <a:pt x="2599" y="233"/>
                </a:lnTo>
                <a:lnTo>
                  <a:pt x="2600" y="234"/>
                </a:lnTo>
                <a:lnTo>
                  <a:pt x="2600" y="236"/>
                </a:lnTo>
                <a:lnTo>
                  <a:pt x="2600" y="237"/>
                </a:lnTo>
                <a:lnTo>
                  <a:pt x="2601" y="237"/>
                </a:lnTo>
                <a:lnTo>
                  <a:pt x="2604" y="239"/>
                </a:lnTo>
                <a:lnTo>
                  <a:pt x="2604" y="240"/>
                </a:lnTo>
                <a:lnTo>
                  <a:pt x="2605" y="241"/>
                </a:lnTo>
                <a:lnTo>
                  <a:pt x="2606" y="242"/>
                </a:lnTo>
                <a:lnTo>
                  <a:pt x="2607" y="243"/>
                </a:lnTo>
                <a:lnTo>
                  <a:pt x="2608" y="244"/>
                </a:lnTo>
                <a:lnTo>
                  <a:pt x="2610" y="245"/>
                </a:lnTo>
                <a:lnTo>
                  <a:pt x="2611" y="246"/>
                </a:lnTo>
                <a:lnTo>
                  <a:pt x="2611" y="249"/>
                </a:lnTo>
                <a:lnTo>
                  <a:pt x="2612" y="250"/>
                </a:lnTo>
                <a:lnTo>
                  <a:pt x="2613" y="251"/>
                </a:lnTo>
                <a:lnTo>
                  <a:pt x="2614" y="250"/>
                </a:lnTo>
                <a:lnTo>
                  <a:pt x="2616" y="250"/>
                </a:lnTo>
                <a:lnTo>
                  <a:pt x="2617" y="250"/>
                </a:lnTo>
                <a:lnTo>
                  <a:pt x="2620" y="251"/>
                </a:lnTo>
                <a:lnTo>
                  <a:pt x="2623" y="251"/>
                </a:lnTo>
                <a:lnTo>
                  <a:pt x="2625" y="251"/>
                </a:lnTo>
                <a:lnTo>
                  <a:pt x="2627" y="252"/>
                </a:lnTo>
                <a:lnTo>
                  <a:pt x="2628" y="252"/>
                </a:lnTo>
                <a:lnTo>
                  <a:pt x="2628" y="253"/>
                </a:lnTo>
                <a:lnTo>
                  <a:pt x="2628" y="254"/>
                </a:lnTo>
                <a:lnTo>
                  <a:pt x="2629" y="256"/>
                </a:lnTo>
                <a:lnTo>
                  <a:pt x="2630" y="256"/>
                </a:lnTo>
                <a:lnTo>
                  <a:pt x="2630" y="257"/>
                </a:lnTo>
                <a:lnTo>
                  <a:pt x="2637" y="264"/>
                </a:lnTo>
                <a:lnTo>
                  <a:pt x="2639" y="268"/>
                </a:lnTo>
                <a:lnTo>
                  <a:pt x="2639" y="270"/>
                </a:lnTo>
                <a:lnTo>
                  <a:pt x="2639" y="273"/>
                </a:lnTo>
                <a:lnTo>
                  <a:pt x="2639" y="274"/>
                </a:lnTo>
                <a:lnTo>
                  <a:pt x="2639" y="275"/>
                </a:lnTo>
                <a:lnTo>
                  <a:pt x="2640" y="275"/>
                </a:lnTo>
                <a:lnTo>
                  <a:pt x="2640" y="276"/>
                </a:lnTo>
                <a:lnTo>
                  <a:pt x="2641" y="277"/>
                </a:lnTo>
                <a:lnTo>
                  <a:pt x="2641" y="278"/>
                </a:lnTo>
                <a:lnTo>
                  <a:pt x="2641" y="279"/>
                </a:lnTo>
                <a:lnTo>
                  <a:pt x="2641" y="280"/>
                </a:lnTo>
                <a:lnTo>
                  <a:pt x="2642" y="280"/>
                </a:lnTo>
                <a:lnTo>
                  <a:pt x="2643" y="280"/>
                </a:lnTo>
                <a:lnTo>
                  <a:pt x="2646" y="281"/>
                </a:lnTo>
                <a:lnTo>
                  <a:pt x="2649" y="281"/>
                </a:lnTo>
                <a:lnTo>
                  <a:pt x="2652" y="280"/>
                </a:lnTo>
                <a:lnTo>
                  <a:pt x="2654" y="280"/>
                </a:lnTo>
                <a:lnTo>
                  <a:pt x="2655" y="281"/>
                </a:lnTo>
                <a:lnTo>
                  <a:pt x="2657" y="282"/>
                </a:lnTo>
                <a:lnTo>
                  <a:pt x="2659" y="283"/>
                </a:lnTo>
                <a:lnTo>
                  <a:pt x="2660" y="284"/>
                </a:lnTo>
                <a:lnTo>
                  <a:pt x="2662" y="285"/>
                </a:lnTo>
                <a:lnTo>
                  <a:pt x="2665" y="284"/>
                </a:lnTo>
                <a:lnTo>
                  <a:pt x="2666" y="284"/>
                </a:lnTo>
                <a:lnTo>
                  <a:pt x="2667" y="283"/>
                </a:lnTo>
                <a:lnTo>
                  <a:pt x="2669" y="284"/>
                </a:lnTo>
                <a:lnTo>
                  <a:pt x="2671" y="283"/>
                </a:lnTo>
                <a:lnTo>
                  <a:pt x="2672" y="282"/>
                </a:lnTo>
                <a:lnTo>
                  <a:pt x="2672" y="281"/>
                </a:lnTo>
                <a:lnTo>
                  <a:pt x="2673" y="279"/>
                </a:lnTo>
                <a:lnTo>
                  <a:pt x="2674" y="278"/>
                </a:lnTo>
                <a:lnTo>
                  <a:pt x="2678" y="278"/>
                </a:lnTo>
                <a:lnTo>
                  <a:pt x="2681" y="278"/>
                </a:lnTo>
                <a:lnTo>
                  <a:pt x="2683" y="278"/>
                </a:lnTo>
                <a:lnTo>
                  <a:pt x="2684" y="276"/>
                </a:lnTo>
                <a:lnTo>
                  <a:pt x="2686" y="275"/>
                </a:lnTo>
                <a:lnTo>
                  <a:pt x="2687" y="276"/>
                </a:lnTo>
                <a:lnTo>
                  <a:pt x="2688" y="277"/>
                </a:lnTo>
                <a:lnTo>
                  <a:pt x="2695" y="278"/>
                </a:lnTo>
                <a:lnTo>
                  <a:pt x="2698" y="280"/>
                </a:lnTo>
                <a:lnTo>
                  <a:pt x="2699" y="281"/>
                </a:lnTo>
                <a:lnTo>
                  <a:pt x="2700" y="281"/>
                </a:lnTo>
                <a:lnTo>
                  <a:pt x="2706" y="280"/>
                </a:lnTo>
                <a:lnTo>
                  <a:pt x="2708" y="280"/>
                </a:lnTo>
                <a:lnTo>
                  <a:pt x="2711" y="280"/>
                </a:lnTo>
                <a:lnTo>
                  <a:pt x="2713" y="282"/>
                </a:lnTo>
                <a:lnTo>
                  <a:pt x="2714" y="285"/>
                </a:lnTo>
                <a:lnTo>
                  <a:pt x="2714" y="286"/>
                </a:lnTo>
                <a:lnTo>
                  <a:pt x="2714" y="288"/>
                </a:lnTo>
                <a:lnTo>
                  <a:pt x="2713" y="288"/>
                </a:lnTo>
                <a:lnTo>
                  <a:pt x="2713" y="291"/>
                </a:lnTo>
                <a:lnTo>
                  <a:pt x="2713" y="292"/>
                </a:lnTo>
                <a:lnTo>
                  <a:pt x="2712" y="295"/>
                </a:lnTo>
                <a:lnTo>
                  <a:pt x="2713" y="296"/>
                </a:lnTo>
                <a:lnTo>
                  <a:pt x="2714" y="298"/>
                </a:lnTo>
                <a:lnTo>
                  <a:pt x="2715" y="298"/>
                </a:lnTo>
                <a:lnTo>
                  <a:pt x="2716" y="299"/>
                </a:lnTo>
                <a:lnTo>
                  <a:pt x="2718" y="300"/>
                </a:lnTo>
                <a:lnTo>
                  <a:pt x="2719" y="301"/>
                </a:lnTo>
                <a:lnTo>
                  <a:pt x="2718" y="305"/>
                </a:lnTo>
                <a:lnTo>
                  <a:pt x="2718" y="306"/>
                </a:lnTo>
                <a:lnTo>
                  <a:pt x="2718" y="307"/>
                </a:lnTo>
                <a:lnTo>
                  <a:pt x="2719" y="308"/>
                </a:lnTo>
                <a:lnTo>
                  <a:pt x="2723" y="309"/>
                </a:lnTo>
                <a:lnTo>
                  <a:pt x="2724" y="310"/>
                </a:lnTo>
                <a:lnTo>
                  <a:pt x="2727" y="311"/>
                </a:lnTo>
                <a:lnTo>
                  <a:pt x="2729" y="312"/>
                </a:lnTo>
                <a:lnTo>
                  <a:pt x="2730" y="313"/>
                </a:lnTo>
                <a:lnTo>
                  <a:pt x="2730" y="314"/>
                </a:lnTo>
                <a:lnTo>
                  <a:pt x="2731" y="315"/>
                </a:lnTo>
                <a:lnTo>
                  <a:pt x="2731" y="316"/>
                </a:lnTo>
                <a:lnTo>
                  <a:pt x="2730" y="319"/>
                </a:lnTo>
                <a:lnTo>
                  <a:pt x="2731" y="321"/>
                </a:lnTo>
                <a:lnTo>
                  <a:pt x="2731" y="323"/>
                </a:lnTo>
                <a:lnTo>
                  <a:pt x="2731" y="324"/>
                </a:lnTo>
                <a:lnTo>
                  <a:pt x="2731" y="325"/>
                </a:lnTo>
                <a:lnTo>
                  <a:pt x="2732" y="326"/>
                </a:lnTo>
                <a:lnTo>
                  <a:pt x="2732" y="327"/>
                </a:lnTo>
                <a:lnTo>
                  <a:pt x="2734" y="326"/>
                </a:lnTo>
                <a:lnTo>
                  <a:pt x="2736" y="326"/>
                </a:lnTo>
                <a:lnTo>
                  <a:pt x="2738" y="326"/>
                </a:lnTo>
                <a:lnTo>
                  <a:pt x="2740" y="327"/>
                </a:lnTo>
                <a:lnTo>
                  <a:pt x="2743" y="328"/>
                </a:lnTo>
                <a:lnTo>
                  <a:pt x="2745" y="329"/>
                </a:lnTo>
                <a:lnTo>
                  <a:pt x="2746" y="329"/>
                </a:lnTo>
                <a:lnTo>
                  <a:pt x="2747" y="328"/>
                </a:lnTo>
                <a:lnTo>
                  <a:pt x="2748" y="327"/>
                </a:lnTo>
                <a:lnTo>
                  <a:pt x="2749" y="327"/>
                </a:lnTo>
                <a:lnTo>
                  <a:pt x="2750" y="327"/>
                </a:lnTo>
                <a:lnTo>
                  <a:pt x="2751" y="328"/>
                </a:lnTo>
                <a:lnTo>
                  <a:pt x="2752" y="328"/>
                </a:lnTo>
                <a:lnTo>
                  <a:pt x="2755" y="329"/>
                </a:lnTo>
                <a:lnTo>
                  <a:pt x="2757" y="330"/>
                </a:lnTo>
                <a:lnTo>
                  <a:pt x="2758" y="329"/>
                </a:lnTo>
                <a:lnTo>
                  <a:pt x="2759" y="328"/>
                </a:lnTo>
                <a:lnTo>
                  <a:pt x="2759" y="325"/>
                </a:lnTo>
                <a:lnTo>
                  <a:pt x="2759" y="323"/>
                </a:lnTo>
                <a:lnTo>
                  <a:pt x="2760" y="320"/>
                </a:lnTo>
                <a:lnTo>
                  <a:pt x="2760" y="319"/>
                </a:lnTo>
                <a:lnTo>
                  <a:pt x="2761" y="319"/>
                </a:lnTo>
                <a:lnTo>
                  <a:pt x="2761" y="320"/>
                </a:lnTo>
                <a:lnTo>
                  <a:pt x="2764" y="321"/>
                </a:lnTo>
                <a:lnTo>
                  <a:pt x="2765" y="321"/>
                </a:lnTo>
                <a:lnTo>
                  <a:pt x="2766" y="321"/>
                </a:lnTo>
                <a:lnTo>
                  <a:pt x="2768" y="322"/>
                </a:lnTo>
                <a:lnTo>
                  <a:pt x="2770" y="323"/>
                </a:lnTo>
                <a:lnTo>
                  <a:pt x="2771" y="323"/>
                </a:lnTo>
                <a:lnTo>
                  <a:pt x="2772" y="323"/>
                </a:lnTo>
                <a:lnTo>
                  <a:pt x="2774" y="322"/>
                </a:lnTo>
                <a:lnTo>
                  <a:pt x="2775" y="322"/>
                </a:lnTo>
                <a:lnTo>
                  <a:pt x="2776" y="324"/>
                </a:lnTo>
                <a:lnTo>
                  <a:pt x="2776" y="325"/>
                </a:lnTo>
                <a:lnTo>
                  <a:pt x="2776" y="326"/>
                </a:lnTo>
                <a:lnTo>
                  <a:pt x="2776" y="329"/>
                </a:lnTo>
                <a:lnTo>
                  <a:pt x="2775" y="332"/>
                </a:lnTo>
                <a:lnTo>
                  <a:pt x="2774" y="334"/>
                </a:lnTo>
                <a:lnTo>
                  <a:pt x="2773" y="338"/>
                </a:lnTo>
                <a:lnTo>
                  <a:pt x="2773" y="340"/>
                </a:lnTo>
                <a:lnTo>
                  <a:pt x="2773" y="342"/>
                </a:lnTo>
                <a:lnTo>
                  <a:pt x="2773" y="344"/>
                </a:lnTo>
                <a:lnTo>
                  <a:pt x="2774" y="346"/>
                </a:lnTo>
                <a:lnTo>
                  <a:pt x="2775" y="349"/>
                </a:lnTo>
                <a:lnTo>
                  <a:pt x="2777" y="350"/>
                </a:lnTo>
                <a:lnTo>
                  <a:pt x="2779" y="355"/>
                </a:lnTo>
                <a:lnTo>
                  <a:pt x="2781" y="356"/>
                </a:lnTo>
                <a:lnTo>
                  <a:pt x="2785" y="356"/>
                </a:lnTo>
                <a:lnTo>
                  <a:pt x="2787" y="357"/>
                </a:lnTo>
                <a:lnTo>
                  <a:pt x="2788" y="358"/>
                </a:lnTo>
                <a:lnTo>
                  <a:pt x="2789" y="360"/>
                </a:lnTo>
                <a:lnTo>
                  <a:pt x="2790" y="361"/>
                </a:lnTo>
                <a:lnTo>
                  <a:pt x="2791" y="362"/>
                </a:lnTo>
                <a:lnTo>
                  <a:pt x="2792" y="362"/>
                </a:lnTo>
                <a:lnTo>
                  <a:pt x="2793" y="361"/>
                </a:lnTo>
                <a:lnTo>
                  <a:pt x="2794" y="361"/>
                </a:lnTo>
                <a:lnTo>
                  <a:pt x="2794" y="362"/>
                </a:lnTo>
                <a:lnTo>
                  <a:pt x="2796" y="364"/>
                </a:lnTo>
                <a:lnTo>
                  <a:pt x="2800" y="366"/>
                </a:lnTo>
                <a:lnTo>
                  <a:pt x="2803" y="367"/>
                </a:lnTo>
                <a:lnTo>
                  <a:pt x="2807" y="370"/>
                </a:lnTo>
                <a:lnTo>
                  <a:pt x="2808" y="372"/>
                </a:lnTo>
                <a:lnTo>
                  <a:pt x="2809" y="373"/>
                </a:lnTo>
                <a:lnTo>
                  <a:pt x="2810" y="375"/>
                </a:lnTo>
                <a:lnTo>
                  <a:pt x="2812" y="376"/>
                </a:lnTo>
                <a:lnTo>
                  <a:pt x="2812" y="377"/>
                </a:lnTo>
                <a:lnTo>
                  <a:pt x="2808" y="376"/>
                </a:lnTo>
                <a:lnTo>
                  <a:pt x="2807" y="376"/>
                </a:lnTo>
                <a:lnTo>
                  <a:pt x="2806" y="376"/>
                </a:lnTo>
                <a:lnTo>
                  <a:pt x="2806" y="377"/>
                </a:lnTo>
                <a:lnTo>
                  <a:pt x="2805" y="378"/>
                </a:lnTo>
                <a:lnTo>
                  <a:pt x="2806" y="379"/>
                </a:lnTo>
                <a:lnTo>
                  <a:pt x="2806" y="380"/>
                </a:lnTo>
                <a:lnTo>
                  <a:pt x="2809" y="385"/>
                </a:lnTo>
                <a:lnTo>
                  <a:pt x="2809" y="390"/>
                </a:lnTo>
                <a:lnTo>
                  <a:pt x="2810" y="393"/>
                </a:lnTo>
                <a:lnTo>
                  <a:pt x="2810" y="396"/>
                </a:lnTo>
                <a:lnTo>
                  <a:pt x="2810" y="397"/>
                </a:lnTo>
                <a:lnTo>
                  <a:pt x="2811" y="399"/>
                </a:lnTo>
                <a:lnTo>
                  <a:pt x="2814" y="402"/>
                </a:lnTo>
                <a:lnTo>
                  <a:pt x="2817" y="406"/>
                </a:lnTo>
                <a:lnTo>
                  <a:pt x="2818" y="408"/>
                </a:lnTo>
                <a:lnTo>
                  <a:pt x="2818" y="411"/>
                </a:lnTo>
                <a:lnTo>
                  <a:pt x="2818" y="414"/>
                </a:lnTo>
                <a:lnTo>
                  <a:pt x="2818" y="416"/>
                </a:lnTo>
                <a:lnTo>
                  <a:pt x="2817" y="417"/>
                </a:lnTo>
                <a:lnTo>
                  <a:pt x="2817" y="418"/>
                </a:lnTo>
                <a:lnTo>
                  <a:pt x="2816" y="418"/>
                </a:lnTo>
                <a:lnTo>
                  <a:pt x="2815" y="419"/>
                </a:lnTo>
                <a:lnTo>
                  <a:pt x="2815" y="420"/>
                </a:lnTo>
                <a:lnTo>
                  <a:pt x="2815" y="421"/>
                </a:lnTo>
                <a:lnTo>
                  <a:pt x="2815" y="422"/>
                </a:lnTo>
                <a:lnTo>
                  <a:pt x="2815" y="424"/>
                </a:lnTo>
                <a:lnTo>
                  <a:pt x="2814" y="425"/>
                </a:lnTo>
                <a:lnTo>
                  <a:pt x="2815" y="426"/>
                </a:lnTo>
                <a:lnTo>
                  <a:pt x="2815" y="427"/>
                </a:lnTo>
                <a:lnTo>
                  <a:pt x="2816" y="427"/>
                </a:lnTo>
                <a:lnTo>
                  <a:pt x="2819" y="428"/>
                </a:lnTo>
                <a:lnTo>
                  <a:pt x="2820" y="428"/>
                </a:lnTo>
                <a:lnTo>
                  <a:pt x="2820" y="429"/>
                </a:lnTo>
                <a:lnTo>
                  <a:pt x="2821" y="431"/>
                </a:lnTo>
                <a:lnTo>
                  <a:pt x="2822" y="432"/>
                </a:lnTo>
                <a:lnTo>
                  <a:pt x="2822" y="433"/>
                </a:lnTo>
                <a:lnTo>
                  <a:pt x="2822" y="434"/>
                </a:lnTo>
                <a:lnTo>
                  <a:pt x="2820" y="435"/>
                </a:lnTo>
                <a:lnTo>
                  <a:pt x="2819" y="437"/>
                </a:lnTo>
                <a:lnTo>
                  <a:pt x="2818" y="438"/>
                </a:lnTo>
                <a:lnTo>
                  <a:pt x="2818" y="439"/>
                </a:lnTo>
                <a:lnTo>
                  <a:pt x="2819" y="441"/>
                </a:lnTo>
                <a:lnTo>
                  <a:pt x="2818" y="442"/>
                </a:lnTo>
                <a:lnTo>
                  <a:pt x="2817" y="443"/>
                </a:lnTo>
                <a:lnTo>
                  <a:pt x="2816" y="444"/>
                </a:lnTo>
                <a:lnTo>
                  <a:pt x="2815" y="444"/>
                </a:lnTo>
                <a:lnTo>
                  <a:pt x="2816" y="446"/>
                </a:lnTo>
                <a:lnTo>
                  <a:pt x="2818" y="450"/>
                </a:lnTo>
                <a:lnTo>
                  <a:pt x="2819" y="454"/>
                </a:lnTo>
                <a:lnTo>
                  <a:pt x="2820" y="461"/>
                </a:lnTo>
                <a:lnTo>
                  <a:pt x="2821" y="462"/>
                </a:lnTo>
                <a:lnTo>
                  <a:pt x="2822" y="463"/>
                </a:lnTo>
                <a:lnTo>
                  <a:pt x="2823" y="464"/>
                </a:lnTo>
                <a:lnTo>
                  <a:pt x="2822" y="466"/>
                </a:lnTo>
                <a:lnTo>
                  <a:pt x="2822" y="469"/>
                </a:lnTo>
                <a:lnTo>
                  <a:pt x="2825" y="473"/>
                </a:lnTo>
                <a:lnTo>
                  <a:pt x="2826" y="477"/>
                </a:lnTo>
                <a:lnTo>
                  <a:pt x="2827" y="478"/>
                </a:lnTo>
                <a:lnTo>
                  <a:pt x="2828" y="480"/>
                </a:lnTo>
                <a:lnTo>
                  <a:pt x="2829" y="481"/>
                </a:lnTo>
                <a:lnTo>
                  <a:pt x="2830" y="484"/>
                </a:lnTo>
                <a:lnTo>
                  <a:pt x="2830" y="485"/>
                </a:lnTo>
                <a:lnTo>
                  <a:pt x="2832" y="485"/>
                </a:lnTo>
                <a:lnTo>
                  <a:pt x="2833" y="486"/>
                </a:lnTo>
                <a:lnTo>
                  <a:pt x="2833" y="487"/>
                </a:lnTo>
                <a:lnTo>
                  <a:pt x="2832" y="488"/>
                </a:lnTo>
                <a:lnTo>
                  <a:pt x="2832" y="490"/>
                </a:lnTo>
                <a:lnTo>
                  <a:pt x="2833" y="493"/>
                </a:lnTo>
                <a:lnTo>
                  <a:pt x="2834" y="494"/>
                </a:lnTo>
                <a:lnTo>
                  <a:pt x="2836" y="496"/>
                </a:lnTo>
                <a:lnTo>
                  <a:pt x="2836" y="497"/>
                </a:lnTo>
                <a:lnTo>
                  <a:pt x="2837" y="500"/>
                </a:lnTo>
                <a:lnTo>
                  <a:pt x="2838" y="503"/>
                </a:lnTo>
                <a:lnTo>
                  <a:pt x="2840" y="505"/>
                </a:lnTo>
                <a:lnTo>
                  <a:pt x="2841" y="508"/>
                </a:lnTo>
                <a:lnTo>
                  <a:pt x="2842" y="510"/>
                </a:lnTo>
                <a:lnTo>
                  <a:pt x="2843" y="512"/>
                </a:lnTo>
                <a:lnTo>
                  <a:pt x="2843" y="513"/>
                </a:lnTo>
                <a:lnTo>
                  <a:pt x="2843" y="515"/>
                </a:lnTo>
                <a:lnTo>
                  <a:pt x="2844" y="516"/>
                </a:lnTo>
                <a:lnTo>
                  <a:pt x="2846" y="516"/>
                </a:lnTo>
                <a:lnTo>
                  <a:pt x="2848" y="516"/>
                </a:lnTo>
                <a:lnTo>
                  <a:pt x="2850" y="516"/>
                </a:lnTo>
                <a:lnTo>
                  <a:pt x="2853" y="517"/>
                </a:lnTo>
                <a:lnTo>
                  <a:pt x="2855" y="519"/>
                </a:lnTo>
                <a:lnTo>
                  <a:pt x="2856" y="520"/>
                </a:lnTo>
                <a:lnTo>
                  <a:pt x="2857" y="522"/>
                </a:lnTo>
                <a:lnTo>
                  <a:pt x="2859" y="524"/>
                </a:lnTo>
                <a:lnTo>
                  <a:pt x="2861" y="524"/>
                </a:lnTo>
                <a:lnTo>
                  <a:pt x="2862" y="526"/>
                </a:lnTo>
                <a:lnTo>
                  <a:pt x="2862" y="527"/>
                </a:lnTo>
                <a:lnTo>
                  <a:pt x="2864" y="529"/>
                </a:lnTo>
                <a:lnTo>
                  <a:pt x="2864" y="531"/>
                </a:lnTo>
                <a:lnTo>
                  <a:pt x="2863" y="533"/>
                </a:lnTo>
                <a:lnTo>
                  <a:pt x="2863" y="534"/>
                </a:lnTo>
                <a:lnTo>
                  <a:pt x="2863" y="535"/>
                </a:lnTo>
                <a:lnTo>
                  <a:pt x="2863" y="536"/>
                </a:lnTo>
                <a:lnTo>
                  <a:pt x="2863" y="537"/>
                </a:lnTo>
                <a:lnTo>
                  <a:pt x="2864" y="539"/>
                </a:lnTo>
                <a:lnTo>
                  <a:pt x="2864" y="540"/>
                </a:lnTo>
                <a:lnTo>
                  <a:pt x="2865" y="541"/>
                </a:lnTo>
                <a:lnTo>
                  <a:pt x="2867" y="542"/>
                </a:lnTo>
                <a:lnTo>
                  <a:pt x="2867" y="543"/>
                </a:lnTo>
                <a:lnTo>
                  <a:pt x="2866" y="548"/>
                </a:lnTo>
                <a:lnTo>
                  <a:pt x="2865" y="550"/>
                </a:lnTo>
                <a:lnTo>
                  <a:pt x="2864" y="552"/>
                </a:lnTo>
                <a:lnTo>
                  <a:pt x="2864" y="553"/>
                </a:lnTo>
                <a:lnTo>
                  <a:pt x="2867" y="559"/>
                </a:lnTo>
                <a:lnTo>
                  <a:pt x="2869" y="560"/>
                </a:lnTo>
                <a:lnTo>
                  <a:pt x="2869" y="561"/>
                </a:lnTo>
                <a:lnTo>
                  <a:pt x="2869" y="562"/>
                </a:lnTo>
                <a:lnTo>
                  <a:pt x="2869" y="565"/>
                </a:lnTo>
                <a:lnTo>
                  <a:pt x="2870" y="565"/>
                </a:lnTo>
                <a:lnTo>
                  <a:pt x="2871" y="566"/>
                </a:lnTo>
                <a:lnTo>
                  <a:pt x="2872" y="567"/>
                </a:lnTo>
                <a:lnTo>
                  <a:pt x="2873" y="568"/>
                </a:lnTo>
                <a:lnTo>
                  <a:pt x="2873" y="569"/>
                </a:lnTo>
                <a:lnTo>
                  <a:pt x="2873" y="570"/>
                </a:lnTo>
                <a:lnTo>
                  <a:pt x="2875" y="576"/>
                </a:lnTo>
                <a:lnTo>
                  <a:pt x="2876" y="578"/>
                </a:lnTo>
                <a:lnTo>
                  <a:pt x="2872" y="587"/>
                </a:lnTo>
                <a:lnTo>
                  <a:pt x="2868" y="598"/>
                </a:lnTo>
                <a:lnTo>
                  <a:pt x="2867" y="603"/>
                </a:lnTo>
                <a:lnTo>
                  <a:pt x="2867" y="604"/>
                </a:lnTo>
                <a:lnTo>
                  <a:pt x="2868" y="605"/>
                </a:lnTo>
                <a:lnTo>
                  <a:pt x="2874" y="606"/>
                </a:lnTo>
                <a:lnTo>
                  <a:pt x="2874" y="607"/>
                </a:lnTo>
                <a:lnTo>
                  <a:pt x="2874" y="608"/>
                </a:lnTo>
                <a:lnTo>
                  <a:pt x="2874" y="611"/>
                </a:lnTo>
                <a:lnTo>
                  <a:pt x="2874" y="612"/>
                </a:lnTo>
                <a:lnTo>
                  <a:pt x="2872" y="614"/>
                </a:lnTo>
                <a:lnTo>
                  <a:pt x="2872" y="615"/>
                </a:lnTo>
                <a:lnTo>
                  <a:pt x="2871" y="617"/>
                </a:lnTo>
                <a:lnTo>
                  <a:pt x="2870" y="620"/>
                </a:lnTo>
                <a:lnTo>
                  <a:pt x="2867" y="621"/>
                </a:lnTo>
                <a:lnTo>
                  <a:pt x="2867" y="622"/>
                </a:lnTo>
                <a:lnTo>
                  <a:pt x="2867" y="624"/>
                </a:lnTo>
                <a:lnTo>
                  <a:pt x="2865" y="626"/>
                </a:lnTo>
                <a:lnTo>
                  <a:pt x="2864" y="628"/>
                </a:lnTo>
                <a:lnTo>
                  <a:pt x="2864" y="633"/>
                </a:lnTo>
                <a:lnTo>
                  <a:pt x="2860" y="635"/>
                </a:lnTo>
                <a:lnTo>
                  <a:pt x="2859" y="636"/>
                </a:lnTo>
                <a:lnTo>
                  <a:pt x="2859" y="638"/>
                </a:lnTo>
                <a:lnTo>
                  <a:pt x="2858" y="640"/>
                </a:lnTo>
                <a:lnTo>
                  <a:pt x="2857" y="643"/>
                </a:lnTo>
                <a:lnTo>
                  <a:pt x="2856" y="645"/>
                </a:lnTo>
                <a:lnTo>
                  <a:pt x="2854" y="647"/>
                </a:lnTo>
                <a:lnTo>
                  <a:pt x="2851" y="650"/>
                </a:lnTo>
                <a:lnTo>
                  <a:pt x="2848" y="652"/>
                </a:lnTo>
                <a:lnTo>
                  <a:pt x="2846" y="654"/>
                </a:lnTo>
                <a:lnTo>
                  <a:pt x="2845" y="654"/>
                </a:lnTo>
                <a:lnTo>
                  <a:pt x="2845" y="655"/>
                </a:lnTo>
                <a:lnTo>
                  <a:pt x="2844" y="656"/>
                </a:lnTo>
                <a:lnTo>
                  <a:pt x="2843" y="656"/>
                </a:lnTo>
                <a:lnTo>
                  <a:pt x="2842" y="657"/>
                </a:lnTo>
                <a:lnTo>
                  <a:pt x="2842" y="659"/>
                </a:lnTo>
                <a:lnTo>
                  <a:pt x="2844" y="663"/>
                </a:lnTo>
                <a:lnTo>
                  <a:pt x="2845" y="665"/>
                </a:lnTo>
                <a:lnTo>
                  <a:pt x="2845" y="666"/>
                </a:lnTo>
                <a:lnTo>
                  <a:pt x="2848" y="673"/>
                </a:lnTo>
                <a:lnTo>
                  <a:pt x="2846" y="676"/>
                </a:lnTo>
                <a:lnTo>
                  <a:pt x="2850" y="690"/>
                </a:lnTo>
                <a:lnTo>
                  <a:pt x="2854" y="696"/>
                </a:lnTo>
                <a:lnTo>
                  <a:pt x="2852" y="706"/>
                </a:lnTo>
                <a:lnTo>
                  <a:pt x="2851" y="708"/>
                </a:lnTo>
                <a:lnTo>
                  <a:pt x="2851" y="709"/>
                </a:lnTo>
                <a:lnTo>
                  <a:pt x="2852" y="710"/>
                </a:lnTo>
                <a:lnTo>
                  <a:pt x="2853" y="711"/>
                </a:lnTo>
                <a:lnTo>
                  <a:pt x="2853" y="714"/>
                </a:lnTo>
                <a:lnTo>
                  <a:pt x="2852" y="716"/>
                </a:lnTo>
                <a:lnTo>
                  <a:pt x="2852" y="717"/>
                </a:lnTo>
                <a:lnTo>
                  <a:pt x="2850" y="719"/>
                </a:lnTo>
                <a:lnTo>
                  <a:pt x="2848" y="721"/>
                </a:lnTo>
                <a:lnTo>
                  <a:pt x="2846" y="722"/>
                </a:lnTo>
                <a:lnTo>
                  <a:pt x="2838" y="729"/>
                </a:lnTo>
                <a:lnTo>
                  <a:pt x="2833" y="733"/>
                </a:lnTo>
                <a:lnTo>
                  <a:pt x="2830" y="736"/>
                </a:lnTo>
                <a:lnTo>
                  <a:pt x="2823" y="742"/>
                </a:lnTo>
                <a:lnTo>
                  <a:pt x="2810" y="757"/>
                </a:lnTo>
                <a:lnTo>
                  <a:pt x="2800" y="772"/>
                </a:lnTo>
                <a:lnTo>
                  <a:pt x="2791" y="796"/>
                </a:lnTo>
                <a:lnTo>
                  <a:pt x="2788" y="808"/>
                </a:lnTo>
                <a:lnTo>
                  <a:pt x="2787" y="814"/>
                </a:lnTo>
                <a:lnTo>
                  <a:pt x="2787" y="819"/>
                </a:lnTo>
                <a:lnTo>
                  <a:pt x="2788" y="822"/>
                </a:lnTo>
                <a:lnTo>
                  <a:pt x="2788" y="823"/>
                </a:lnTo>
                <a:lnTo>
                  <a:pt x="2790" y="824"/>
                </a:lnTo>
                <a:lnTo>
                  <a:pt x="2792" y="826"/>
                </a:lnTo>
                <a:lnTo>
                  <a:pt x="2795" y="829"/>
                </a:lnTo>
                <a:lnTo>
                  <a:pt x="2798" y="832"/>
                </a:lnTo>
                <a:lnTo>
                  <a:pt x="2799" y="833"/>
                </a:lnTo>
                <a:lnTo>
                  <a:pt x="2799" y="838"/>
                </a:lnTo>
                <a:lnTo>
                  <a:pt x="2799" y="841"/>
                </a:lnTo>
                <a:lnTo>
                  <a:pt x="2800" y="847"/>
                </a:lnTo>
                <a:lnTo>
                  <a:pt x="2801" y="855"/>
                </a:lnTo>
                <a:lnTo>
                  <a:pt x="2801" y="859"/>
                </a:lnTo>
                <a:lnTo>
                  <a:pt x="2800" y="862"/>
                </a:lnTo>
                <a:lnTo>
                  <a:pt x="2804" y="861"/>
                </a:lnTo>
                <a:lnTo>
                  <a:pt x="2809" y="866"/>
                </a:lnTo>
                <a:lnTo>
                  <a:pt x="2811" y="873"/>
                </a:lnTo>
                <a:lnTo>
                  <a:pt x="2806" y="881"/>
                </a:lnTo>
                <a:lnTo>
                  <a:pt x="2808" y="883"/>
                </a:lnTo>
                <a:lnTo>
                  <a:pt x="2807" y="884"/>
                </a:lnTo>
                <a:lnTo>
                  <a:pt x="2819" y="884"/>
                </a:lnTo>
                <a:lnTo>
                  <a:pt x="2824" y="881"/>
                </a:lnTo>
                <a:lnTo>
                  <a:pt x="2828" y="882"/>
                </a:lnTo>
                <a:lnTo>
                  <a:pt x="2832" y="884"/>
                </a:lnTo>
                <a:lnTo>
                  <a:pt x="2837" y="883"/>
                </a:lnTo>
                <a:lnTo>
                  <a:pt x="2839" y="883"/>
                </a:lnTo>
                <a:lnTo>
                  <a:pt x="2841" y="885"/>
                </a:lnTo>
                <a:lnTo>
                  <a:pt x="2843" y="884"/>
                </a:lnTo>
                <a:lnTo>
                  <a:pt x="2845" y="886"/>
                </a:lnTo>
                <a:lnTo>
                  <a:pt x="2849" y="888"/>
                </a:lnTo>
                <a:lnTo>
                  <a:pt x="2848" y="891"/>
                </a:lnTo>
                <a:lnTo>
                  <a:pt x="2849" y="892"/>
                </a:lnTo>
                <a:lnTo>
                  <a:pt x="2849" y="893"/>
                </a:lnTo>
                <a:lnTo>
                  <a:pt x="2851" y="896"/>
                </a:lnTo>
                <a:lnTo>
                  <a:pt x="2851" y="897"/>
                </a:lnTo>
                <a:lnTo>
                  <a:pt x="2853" y="898"/>
                </a:lnTo>
                <a:lnTo>
                  <a:pt x="2855" y="898"/>
                </a:lnTo>
                <a:lnTo>
                  <a:pt x="2856" y="899"/>
                </a:lnTo>
                <a:lnTo>
                  <a:pt x="2857" y="901"/>
                </a:lnTo>
                <a:lnTo>
                  <a:pt x="2857" y="902"/>
                </a:lnTo>
                <a:lnTo>
                  <a:pt x="2857" y="903"/>
                </a:lnTo>
                <a:lnTo>
                  <a:pt x="2859" y="903"/>
                </a:lnTo>
                <a:lnTo>
                  <a:pt x="2862" y="904"/>
                </a:lnTo>
                <a:lnTo>
                  <a:pt x="2865" y="905"/>
                </a:lnTo>
                <a:lnTo>
                  <a:pt x="2870" y="906"/>
                </a:lnTo>
                <a:lnTo>
                  <a:pt x="2872" y="908"/>
                </a:lnTo>
                <a:lnTo>
                  <a:pt x="2875" y="910"/>
                </a:lnTo>
                <a:lnTo>
                  <a:pt x="2877" y="910"/>
                </a:lnTo>
                <a:lnTo>
                  <a:pt x="2878" y="907"/>
                </a:lnTo>
                <a:lnTo>
                  <a:pt x="2884" y="902"/>
                </a:lnTo>
                <a:lnTo>
                  <a:pt x="2885" y="902"/>
                </a:lnTo>
                <a:lnTo>
                  <a:pt x="2887" y="902"/>
                </a:lnTo>
                <a:lnTo>
                  <a:pt x="2888" y="904"/>
                </a:lnTo>
                <a:lnTo>
                  <a:pt x="2890" y="907"/>
                </a:lnTo>
                <a:lnTo>
                  <a:pt x="2892" y="910"/>
                </a:lnTo>
                <a:lnTo>
                  <a:pt x="2893" y="913"/>
                </a:lnTo>
                <a:lnTo>
                  <a:pt x="2893" y="914"/>
                </a:lnTo>
                <a:lnTo>
                  <a:pt x="2893" y="915"/>
                </a:lnTo>
                <a:lnTo>
                  <a:pt x="2898" y="918"/>
                </a:lnTo>
                <a:lnTo>
                  <a:pt x="2901" y="922"/>
                </a:lnTo>
                <a:lnTo>
                  <a:pt x="2903" y="921"/>
                </a:lnTo>
                <a:lnTo>
                  <a:pt x="2904" y="920"/>
                </a:lnTo>
                <a:lnTo>
                  <a:pt x="2909" y="924"/>
                </a:lnTo>
                <a:lnTo>
                  <a:pt x="2916" y="925"/>
                </a:lnTo>
                <a:lnTo>
                  <a:pt x="2918" y="925"/>
                </a:lnTo>
                <a:lnTo>
                  <a:pt x="2921" y="926"/>
                </a:lnTo>
                <a:lnTo>
                  <a:pt x="2923" y="925"/>
                </a:lnTo>
                <a:lnTo>
                  <a:pt x="2936" y="924"/>
                </a:lnTo>
                <a:lnTo>
                  <a:pt x="2948" y="927"/>
                </a:lnTo>
                <a:lnTo>
                  <a:pt x="2955" y="927"/>
                </a:lnTo>
                <a:lnTo>
                  <a:pt x="2959" y="928"/>
                </a:lnTo>
                <a:lnTo>
                  <a:pt x="2962" y="928"/>
                </a:lnTo>
                <a:lnTo>
                  <a:pt x="2964" y="928"/>
                </a:lnTo>
                <a:lnTo>
                  <a:pt x="2971" y="929"/>
                </a:lnTo>
                <a:lnTo>
                  <a:pt x="2978" y="930"/>
                </a:lnTo>
                <a:lnTo>
                  <a:pt x="2984" y="936"/>
                </a:lnTo>
                <a:lnTo>
                  <a:pt x="2991" y="942"/>
                </a:lnTo>
                <a:lnTo>
                  <a:pt x="2996" y="946"/>
                </a:lnTo>
                <a:lnTo>
                  <a:pt x="2998" y="945"/>
                </a:lnTo>
                <a:lnTo>
                  <a:pt x="3000" y="946"/>
                </a:lnTo>
                <a:lnTo>
                  <a:pt x="3007" y="945"/>
                </a:lnTo>
                <a:lnTo>
                  <a:pt x="3011" y="948"/>
                </a:lnTo>
                <a:lnTo>
                  <a:pt x="3021" y="949"/>
                </a:lnTo>
                <a:lnTo>
                  <a:pt x="3031" y="954"/>
                </a:lnTo>
                <a:lnTo>
                  <a:pt x="3036" y="953"/>
                </a:lnTo>
                <a:lnTo>
                  <a:pt x="3040" y="951"/>
                </a:lnTo>
                <a:lnTo>
                  <a:pt x="3043" y="952"/>
                </a:lnTo>
                <a:lnTo>
                  <a:pt x="3047" y="952"/>
                </a:lnTo>
                <a:lnTo>
                  <a:pt x="3050" y="952"/>
                </a:lnTo>
                <a:lnTo>
                  <a:pt x="3055" y="952"/>
                </a:lnTo>
                <a:lnTo>
                  <a:pt x="3060" y="952"/>
                </a:lnTo>
                <a:lnTo>
                  <a:pt x="3064" y="951"/>
                </a:lnTo>
                <a:lnTo>
                  <a:pt x="3066" y="951"/>
                </a:lnTo>
                <a:lnTo>
                  <a:pt x="3067" y="951"/>
                </a:lnTo>
                <a:lnTo>
                  <a:pt x="3070" y="950"/>
                </a:lnTo>
                <a:lnTo>
                  <a:pt x="3074" y="950"/>
                </a:lnTo>
                <a:lnTo>
                  <a:pt x="3083" y="953"/>
                </a:lnTo>
                <a:lnTo>
                  <a:pt x="3088" y="951"/>
                </a:lnTo>
                <a:lnTo>
                  <a:pt x="3089" y="951"/>
                </a:lnTo>
                <a:lnTo>
                  <a:pt x="3091" y="953"/>
                </a:lnTo>
                <a:lnTo>
                  <a:pt x="3092" y="954"/>
                </a:lnTo>
                <a:lnTo>
                  <a:pt x="3094" y="954"/>
                </a:lnTo>
                <a:lnTo>
                  <a:pt x="3095" y="957"/>
                </a:lnTo>
                <a:lnTo>
                  <a:pt x="3095" y="958"/>
                </a:lnTo>
                <a:lnTo>
                  <a:pt x="3096" y="958"/>
                </a:lnTo>
                <a:lnTo>
                  <a:pt x="3101" y="959"/>
                </a:lnTo>
                <a:lnTo>
                  <a:pt x="3101" y="960"/>
                </a:lnTo>
                <a:lnTo>
                  <a:pt x="3102" y="961"/>
                </a:lnTo>
                <a:lnTo>
                  <a:pt x="3102" y="962"/>
                </a:lnTo>
                <a:lnTo>
                  <a:pt x="3103" y="962"/>
                </a:lnTo>
                <a:lnTo>
                  <a:pt x="3104" y="962"/>
                </a:lnTo>
                <a:lnTo>
                  <a:pt x="3105" y="961"/>
                </a:lnTo>
                <a:lnTo>
                  <a:pt x="3107" y="961"/>
                </a:lnTo>
                <a:lnTo>
                  <a:pt x="3108" y="961"/>
                </a:lnTo>
                <a:lnTo>
                  <a:pt x="3110" y="960"/>
                </a:lnTo>
                <a:lnTo>
                  <a:pt x="3112" y="960"/>
                </a:lnTo>
                <a:lnTo>
                  <a:pt x="3113" y="961"/>
                </a:lnTo>
                <a:lnTo>
                  <a:pt x="3117" y="963"/>
                </a:lnTo>
                <a:lnTo>
                  <a:pt x="3118" y="963"/>
                </a:lnTo>
                <a:lnTo>
                  <a:pt x="3125" y="963"/>
                </a:lnTo>
                <a:lnTo>
                  <a:pt x="3127" y="963"/>
                </a:lnTo>
                <a:lnTo>
                  <a:pt x="3129" y="963"/>
                </a:lnTo>
                <a:lnTo>
                  <a:pt x="3138" y="968"/>
                </a:lnTo>
                <a:lnTo>
                  <a:pt x="3140" y="969"/>
                </a:lnTo>
                <a:lnTo>
                  <a:pt x="3142" y="970"/>
                </a:lnTo>
                <a:lnTo>
                  <a:pt x="3145" y="971"/>
                </a:lnTo>
                <a:lnTo>
                  <a:pt x="3148" y="972"/>
                </a:lnTo>
                <a:lnTo>
                  <a:pt x="3149" y="972"/>
                </a:lnTo>
                <a:lnTo>
                  <a:pt x="3149" y="970"/>
                </a:lnTo>
                <a:lnTo>
                  <a:pt x="3150" y="970"/>
                </a:lnTo>
                <a:lnTo>
                  <a:pt x="3153" y="971"/>
                </a:lnTo>
                <a:lnTo>
                  <a:pt x="3156" y="972"/>
                </a:lnTo>
                <a:lnTo>
                  <a:pt x="3157" y="973"/>
                </a:lnTo>
                <a:lnTo>
                  <a:pt x="3159" y="974"/>
                </a:lnTo>
                <a:lnTo>
                  <a:pt x="3161" y="974"/>
                </a:lnTo>
                <a:lnTo>
                  <a:pt x="3162" y="975"/>
                </a:lnTo>
                <a:lnTo>
                  <a:pt x="3162" y="976"/>
                </a:lnTo>
                <a:lnTo>
                  <a:pt x="3163" y="977"/>
                </a:lnTo>
                <a:lnTo>
                  <a:pt x="3165" y="979"/>
                </a:lnTo>
                <a:lnTo>
                  <a:pt x="3166" y="980"/>
                </a:lnTo>
                <a:lnTo>
                  <a:pt x="3168" y="979"/>
                </a:lnTo>
                <a:lnTo>
                  <a:pt x="3170" y="980"/>
                </a:lnTo>
                <a:lnTo>
                  <a:pt x="3172" y="979"/>
                </a:lnTo>
                <a:lnTo>
                  <a:pt x="3173" y="979"/>
                </a:lnTo>
                <a:lnTo>
                  <a:pt x="3174" y="980"/>
                </a:lnTo>
                <a:lnTo>
                  <a:pt x="3175" y="981"/>
                </a:lnTo>
                <a:lnTo>
                  <a:pt x="3176" y="980"/>
                </a:lnTo>
                <a:lnTo>
                  <a:pt x="3176" y="978"/>
                </a:lnTo>
                <a:lnTo>
                  <a:pt x="3177" y="978"/>
                </a:lnTo>
                <a:lnTo>
                  <a:pt x="3178" y="980"/>
                </a:lnTo>
                <a:lnTo>
                  <a:pt x="3182" y="983"/>
                </a:lnTo>
                <a:lnTo>
                  <a:pt x="3185" y="985"/>
                </a:lnTo>
                <a:lnTo>
                  <a:pt x="3187" y="986"/>
                </a:lnTo>
                <a:lnTo>
                  <a:pt x="3191" y="988"/>
                </a:lnTo>
                <a:lnTo>
                  <a:pt x="3194" y="990"/>
                </a:lnTo>
                <a:lnTo>
                  <a:pt x="3196" y="991"/>
                </a:lnTo>
                <a:lnTo>
                  <a:pt x="3198" y="993"/>
                </a:lnTo>
                <a:lnTo>
                  <a:pt x="3200" y="995"/>
                </a:lnTo>
                <a:lnTo>
                  <a:pt x="3201" y="995"/>
                </a:lnTo>
                <a:lnTo>
                  <a:pt x="3204" y="996"/>
                </a:lnTo>
                <a:lnTo>
                  <a:pt x="3204" y="998"/>
                </a:lnTo>
                <a:lnTo>
                  <a:pt x="3204" y="1001"/>
                </a:lnTo>
                <a:lnTo>
                  <a:pt x="3205" y="1002"/>
                </a:lnTo>
                <a:lnTo>
                  <a:pt x="3206" y="1004"/>
                </a:lnTo>
                <a:lnTo>
                  <a:pt x="3210" y="1006"/>
                </a:lnTo>
                <a:lnTo>
                  <a:pt x="3216" y="1011"/>
                </a:lnTo>
                <a:lnTo>
                  <a:pt x="3219" y="1012"/>
                </a:lnTo>
                <a:lnTo>
                  <a:pt x="3229" y="1019"/>
                </a:lnTo>
                <a:lnTo>
                  <a:pt x="3235" y="1024"/>
                </a:lnTo>
                <a:lnTo>
                  <a:pt x="3240" y="1027"/>
                </a:lnTo>
                <a:lnTo>
                  <a:pt x="3245" y="1031"/>
                </a:lnTo>
                <a:lnTo>
                  <a:pt x="3250" y="1035"/>
                </a:lnTo>
                <a:lnTo>
                  <a:pt x="3262" y="1046"/>
                </a:lnTo>
                <a:lnTo>
                  <a:pt x="3267" y="1048"/>
                </a:lnTo>
                <a:lnTo>
                  <a:pt x="3271" y="1051"/>
                </a:lnTo>
                <a:lnTo>
                  <a:pt x="3272" y="1053"/>
                </a:lnTo>
                <a:lnTo>
                  <a:pt x="3272" y="1055"/>
                </a:lnTo>
                <a:lnTo>
                  <a:pt x="3276" y="1062"/>
                </a:lnTo>
                <a:lnTo>
                  <a:pt x="3279" y="1065"/>
                </a:lnTo>
                <a:lnTo>
                  <a:pt x="3285" y="1069"/>
                </a:lnTo>
                <a:lnTo>
                  <a:pt x="3286" y="1070"/>
                </a:lnTo>
                <a:lnTo>
                  <a:pt x="3287" y="1074"/>
                </a:lnTo>
                <a:lnTo>
                  <a:pt x="3288" y="1078"/>
                </a:lnTo>
                <a:lnTo>
                  <a:pt x="3288" y="1080"/>
                </a:lnTo>
                <a:lnTo>
                  <a:pt x="3287" y="1082"/>
                </a:lnTo>
                <a:lnTo>
                  <a:pt x="3287" y="1083"/>
                </a:lnTo>
                <a:lnTo>
                  <a:pt x="3288" y="1084"/>
                </a:lnTo>
                <a:lnTo>
                  <a:pt x="3292" y="1083"/>
                </a:lnTo>
                <a:lnTo>
                  <a:pt x="3295" y="1084"/>
                </a:lnTo>
                <a:lnTo>
                  <a:pt x="3300" y="1085"/>
                </a:lnTo>
                <a:lnTo>
                  <a:pt x="3306" y="1088"/>
                </a:lnTo>
                <a:lnTo>
                  <a:pt x="3313" y="1096"/>
                </a:lnTo>
                <a:lnTo>
                  <a:pt x="3323" y="1101"/>
                </a:lnTo>
                <a:lnTo>
                  <a:pt x="3331" y="1114"/>
                </a:lnTo>
                <a:lnTo>
                  <a:pt x="3333" y="1116"/>
                </a:lnTo>
                <a:lnTo>
                  <a:pt x="3336" y="1123"/>
                </a:lnTo>
                <a:lnTo>
                  <a:pt x="3338" y="1126"/>
                </a:lnTo>
                <a:lnTo>
                  <a:pt x="3341" y="1126"/>
                </a:lnTo>
                <a:lnTo>
                  <a:pt x="3343" y="1126"/>
                </a:lnTo>
                <a:lnTo>
                  <a:pt x="3345" y="1126"/>
                </a:lnTo>
                <a:lnTo>
                  <a:pt x="3347" y="1128"/>
                </a:lnTo>
                <a:lnTo>
                  <a:pt x="3349" y="1129"/>
                </a:lnTo>
                <a:lnTo>
                  <a:pt x="3350" y="1130"/>
                </a:lnTo>
                <a:lnTo>
                  <a:pt x="3352" y="1131"/>
                </a:lnTo>
                <a:lnTo>
                  <a:pt x="3354" y="1132"/>
                </a:lnTo>
                <a:lnTo>
                  <a:pt x="3356" y="1133"/>
                </a:lnTo>
                <a:lnTo>
                  <a:pt x="3359" y="1134"/>
                </a:lnTo>
                <a:lnTo>
                  <a:pt x="3360" y="1134"/>
                </a:lnTo>
                <a:lnTo>
                  <a:pt x="3361" y="1134"/>
                </a:lnTo>
                <a:lnTo>
                  <a:pt x="3361" y="1135"/>
                </a:lnTo>
                <a:lnTo>
                  <a:pt x="3362" y="1136"/>
                </a:lnTo>
                <a:lnTo>
                  <a:pt x="3364" y="1136"/>
                </a:lnTo>
                <a:lnTo>
                  <a:pt x="3365" y="1137"/>
                </a:lnTo>
                <a:lnTo>
                  <a:pt x="3367" y="1138"/>
                </a:lnTo>
                <a:lnTo>
                  <a:pt x="3368" y="1139"/>
                </a:lnTo>
                <a:lnTo>
                  <a:pt x="3368" y="1141"/>
                </a:lnTo>
                <a:lnTo>
                  <a:pt x="3369" y="1142"/>
                </a:lnTo>
                <a:lnTo>
                  <a:pt x="3372" y="1145"/>
                </a:lnTo>
                <a:lnTo>
                  <a:pt x="3375" y="1148"/>
                </a:lnTo>
                <a:lnTo>
                  <a:pt x="3380" y="1147"/>
                </a:lnTo>
                <a:lnTo>
                  <a:pt x="3393" y="1146"/>
                </a:lnTo>
                <a:lnTo>
                  <a:pt x="3403" y="1147"/>
                </a:lnTo>
                <a:lnTo>
                  <a:pt x="3421" y="1146"/>
                </a:lnTo>
                <a:lnTo>
                  <a:pt x="3435" y="1145"/>
                </a:lnTo>
                <a:lnTo>
                  <a:pt x="3438" y="1148"/>
                </a:lnTo>
                <a:lnTo>
                  <a:pt x="3437" y="1151"/>
                </a:lnTo>
                <a:lnTo>
                  <a:pt x="3434" y="1155"/>
                </a:lnTo>
                <a:lnTo>
                  <a:pt x="3428" y="1159"/>
                </a:lnTo>
                <a:lnTo>
                  <a:pt x="3425" y="1170"/>
                </a:lnTo>
                <a:lnTo>
                  <a:pt x="3422" y="1187"/>
                </a:lnTo>
                <a:lnTo>
                  <a:pt x="3417" y="1199"/>
                </a:lnTo>
                <a:lnTo>
                  <a:pt x="3425" y="1200"/>
                </a:lnTo>
                <a:lnTo>
                  <a:pt x="3432" y="1204"/>
                </a:lnTo>
                <a:lnTo>
                  <a:pt x="3439" y="1205"/>
                </a:lnTo>
                <a:lnTo>
                  <a:pt x="3446" y="1206"/>
                </a:lnTo>
                <a:lnTo>
                  <a:pt x="3446" y="1207"/>
                </a:lnTo>
                <a:lnTo>
                  <a:pt x="3449" y="1215"/>
                </a:lnTo>
                <a:lnTo>
                  <a:pt x="3451" y="1219"/>
                </a:lnTo>
                <a:lnTo>
                  <a:pt x="3452" y="1223"/>
                </a:lnTo>
                <a:lnTo>
                  <a:pt x="3453" y="1227"/>
                </a:lnTo>
                <a:lnTo>
                  <a:pt x="3455" y="1232"/>
                </a:lnTo>
                <a:lnTo>
                  <a:pt x="3457" y="1239"/>
                </a:lnTo>
                <a:lnTo>
                  <a:pt x="3460" y="1255"/>
                </a:lnTo>
                <a:lnTo>
                  <a:pt x="3463" y="1266"/>
                </a:lnTo>
                <a:lnTo>
                  <a:pt x="3466" y="1278"/>
                </a:lnTo>
                <a:lnTo>
                  <a:pt x="3467" y="1281"/>
                </a:lnTo>
                <a:lnTo>
                  <a:pt x="3468" y="1289"/>
                </a:lnTo>
                <a:lnTo>
                  <a:pt x="3469" y="1293"/>
                </a:lnTo>
                <a:lnTo>
                  <a:pt x="3478" y="1319"/>
                </a:lnTo>
                <a:lnTo>
                  <a:pt x="3483" y="1332"/>
                </a:lnTo>
                <a:lnTo>
                  <a:pt x="3484" y="1360"/>
                </a:lnTo>
                <a:lnTo>
                  <a:pt x="3488" y="1369"/>
                </a:lnTo>
                <a:lnTo>
                  <a:pt x="3491" y="1374"/>
                </a:lnTo>
                <a:lnTo>
                  <a:pt x="3500" y="1384"/>
                </a:lnTo>
                <a:lnTo>
                  <a:pt x="3500" y="1385"/>
                </a:lnTo>
                <a:lnTo>
                  <a:pt x="3515" y="1403"/>
                </a:lnTo>
                <a:lnTo>
                  <a:pt x="3548" y="1445"/>
                </a:lnTo>
                <a:lnTo>
                  <a:pt x="3548" y="148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6" name=""/>
          <p:cNvSpPr/>
          <p:nvPr/>
        </p:nvSpPr>
        <p:spPr>
          <a:xfrm>
            <a:off x="8438760" y="250092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7" y="5"/>
                </a:move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  <a:lnTo>
                  <a:pt x="3" y="7"/>
                </a:lnTo>
                <a:lnTo>
                  <a:pt x="3" y="6"/>
                </a:lnTo>
                <a:lnTo>
                  <a:pt x="2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7" y="1"/>
                </a:lnTo>
                <a:lnTo>
                  <a:pt x="7" y="3"/>
                </a:lnTo>
                <a:lnTo>
                  <a:pt x="8" y="3"/>
                </a:lnTo>
                <a:lnTo>
                  <a:pt x="8" y="5"/>
                </a:lnTo>
                <a:lnTo>
                  <a:pt x="7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7" name=""/>
          <p:cNvSpPr/>
          <p:nvPr/>
        </p:nvSpPr>
        <p:spPr>
          <a:xfrm>
            <a:off x="8482680" y="2500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8" name=""/>
          <p:cNvSpPr/>
          <p:nvPr/>
        </p:nvSpPr>
        <p:spPr>
          <a:xfrm>
            <a:off x="8445240" y="2496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9" name=""/>
          <p:cNvSpPr/>
          <p:nvPr/>
        </p:nvSpPr>
        <p:spPr>
          <a:xfrm>
            <a:off x="8451720" y="2496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0" name=""/>
          <p:cNvSpPr/>
          <p:nvPr/>
        </p:nvSpPr>
        <p:spPr>
          <a:xfrm>
            <a:off x="8444520" y="2496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1" name=""/>
          <p:cNvSpPr/>
          <p:nvPr/>
        </p:nvSpPr>
        <p:spPr>
          <a:xfrm>
            <a:off x="8455320" y="2495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2" name=""/>
          <p:cNvSpPr/>
          <p:nvPr/>
        </p:nvSpPr>
        <p:spPr>
          <a:xfrm>
            <a:off x="8444520" y="24890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3" name=""/>
          <p:cNvSpPr/>
          <p:nvPr/>
        </p:nvSpPr>
        <p:spPr>
          <a:xfrm>
            <a:off x="8442360" y="2487600"/>
            <a:ext cx="2160" cy="3600"/>
          </a:xfrm>
          <a:custGeom>
            <a:avLst/>
            <a:gdLst/>
            <a:ahLst/>
            <a:rect l="0" t="0" r="r" b="b"/>
            <a:pathLst>
              <a:path w="6" h="10">
                <a:moveTo>
                  <a:pt x="1" y="2"/>
                </a:move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6" y="9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3" y="10"/>
                </a:lnTo>
                <a:lnTo>
                  <a:pt x="1" y="10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1" y="8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4" name=""/>
          <p:cNvSpPr/>
          <p:nvPr/>
        </p:nvSpPr>
        <p:spPr>
          <a:xfrm>
            <a:off x="8430480" y="24883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5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5" name=""/>
          <p:cNvSpPr/>
          <p:nvPr/>
        </p:nvSpPr>
        <p:spPr>
          <a:xfrm>
            <a:off x="8442360" y="248004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4" y="3"/>
                </a:move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7" y="2"/>
                </a:lnTo>
                <a:lnTo>
                  <a:pt x="5" y="3"/>
                </a:lnTo>
                <a:lnTo>
                  <a:pt x="4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6" name=""/>
          <p:cNvSpPr/>
          <p:nvPr/>
        </p:nvSpPr>
        <p:spPr>
          <a:xfrm>
            <a:off x="8475840" y="2472480"/>
            <a:ext cx="6120" cy="5760"/>
          </a:xfrm>
          <a:custGeom>
            <a:avLst/>
            <a:gdLst/>
            <a:ahLst/>
            <a:rect l="0" t="0" r="r" b="b"/>
            <a:pathLst>
              <a:path w="17" h="16">
                <a:moveTo>
                  <a:pt x="14" y="3"/>
                </a:moveTo>
                <a:lnTo>
                  <a:pt x="13" y="4"/>
                </a:lnTo>
                <a:lnTo>
                  <a:pt x="12" y="5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2" y="8"/>
                </a:lnTo>
                <a:lnTo>
                  <a:pt x="11" y="7"/>
                </a:lnTo>
                <a:lnTo>
                  <a:pt x="9" y="8"/>
                </a:lnTo>
                <a:lnTo>
                  <a:pt x="10" y="8"/>
                </a:lnTo>
                <a:lnTo>
                  <a:pt x="11" y="8"/>
                </a:lnTo>
                <a:lnTo>
                  <a:pt x="11" y="10"/>
                </a:lnTo>
                <a:lnTo>
                  <a:pt x="10" y="10"/>
                </a:lnTo>
                <a:lnTo>
                  <a:pt x="9" y="10"/>
                </a:lnTo>
                <a:lnTo>
                  <a:pt x="10" y="10"/>
                </a:lnTo>
                <a:lnTo>
                  <a:pt x="10" y="9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8" y="11"/>
                </a:lnTo>
                <a:lnTo>
                  <a:pt x="7" y="11"/>
                </a:lnTo>
                <a:lnTo>
                  <a:pt x="6" y="11"/>
                </a:lnTo>
                <a:lnTo>
                  <a:pt x="7" y="11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4" y="14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3" y="16"/>
                </a:lnTo>
                <a:lnTo>
                  <a:pt x="3" y="15"/>
                </a:lnTo>
                <a:lnTo>
                  <a:pt x="3" y="14"/>
                </a:lnTo>
                <a:lnTo>
                  <a:pt x="2" y="14"/>
                </a:lnTo>
                <a:lnTo>
                  <a:pt x="2" y="15"/>
                </a:lnTo>
                <a:lnTo>
                  <a:pt x="1" y="16"/>
                </a:lnTo>
                <a:lnTo>
                  <a:pt x="0" y="15"/>
                </a:lnTo>
                <a:lnTo>
                  <a:pt x="0" y="14"/>
                </a:lnTo>
                <a:lnTo>
                  <a:pt x="1" y="12"/>
                </a:lnTo>
                <a:lnTo>
                  <a:pt x="2" y="10"/>
                </a:lnTo>
                <a:lnTo>
                  <a:pt x="4" y="8"/>
                </a:lnTo>
                <a:lnTo>
                  <a:pt x="5" y="8"/>
                </a:lnTo>
                <a:lnTo>
                  <a:pt x="7" y="6"/>
                </a:lnTo>
                <a:lnTo>
                  <a:pt x="8" y="5"/>
                </a:lnTo>
                <a:lnTo>
                  <a:pt x="9" y="4"/>
                </a:lnTo>
                <a:lnTo>
                  <a:pt x="11" y="3"/>
                </a:lnTo>
                <a:lnTo>
                  <a:pt x="12" y="2"/>
                </a:lnTo>
                <a:lnTo>
                  <a:pt x="12" y="1"/>
                </a:lnTo>
                <a:lnTo>
                  <a:pt x="13" y="0"/>
                </a:lnTo>
                <a:lnTo>
                  <a:pt x="14" y="1"/>
                </a:lnTo>
                <a:lnTo>
                  <a:pt x="15" y="1"/>
                </a:lnTo>
                <a:lnTo>
                  <a:pt x="17" y="1"/>
                </a:lnTo>
                <a:lnTo>
                  <a:pt x="17" y="2"/>
                </a:lnTo>
                <a:lnTo>
                  <a:pt x="17" y="3"/>
                </a:lnTo>
                <a:lnTo>
                  <a:pt x="15" y="3"/>
                </a:lnTo>
                <a:lnTo>
                  <a:pt x="14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7" name=""/>
          <p:cNvSpPr/>
          <p:nvPr/>
        </p:nvSpPr>
        <p:spPr>
          <a:xfrm>
            <a:off x="8444160" y="2470680"/>
            <a:ext cx="10440" cy="8640"/>
          </a:xfrm>
          <a:custGeom>
            <a:avLst/>
            <a:gdLst/>
            <a:ahLst/>
            <a:rect l="0" t="0" r="r" b="b"/>
            <a:pathLst>
              <a:path w="29" h="24">
                <a:moveTo>
                  <a:pt x="20" y="1"/>
                </a:moveTo>
                <a:lnTo>
                  <a:pt x="20" y="2"/>
                </a:lnTo>
                <a:lnTo>
                  <a:pt x="19" y="2"/>
                </a:lnTo>
                <a:lnTo>
                  <a:pt x="20" y="4"/>
                </a:lnTo>
                <a:lnTo>
                  <a:pt x="22" y="4"/>
                </a:lnTo>
                <a:lnTo>
                  <a:pt x="23" y="4"/>
                </a:lnTo>
                <a:lnTo>
                  <a:pt x="23" y="3"/>
                </a:lnTo>
                <a:lnTo>
                  <a:pt x="23" y="2"/>
                </a:lnTo>
                <a:lnTo>
                  <a:pt x="24" y="2"/>
                </a:lnTo>
                <a:lnTo>
                  <a:pt x="25" y="3"/>
                </a:lnTo>
                <a:lnTo>
                  <a:pt x="26" y="5"/>
                </a:lnTo>
                <a:lnTo>
                  <a:pt x="26" y="6"/>
                </a:lnTo>
                <a:lnTo>
                  <a:pt x="26" y="7"/>
                </a:lnTo>
                <a:lnTo>
                  <a:pt x="27" y="8"/>
                </a:lnTo>
                <a:lnTo>
                  <a:pt x="27" y="9"/>
                </a:lnTo>
                <a:lnTo>
                  <a:pt x="28" y="9"/>
                </a:lnTo>
                <a:lnTo>
                  <a:pt x="29" y="9"/>
                </a:lnTo>
                <a:lnTo>
                  <a:pt x="29" y="10"/>
                </a:lnTo>
                <a:lnTo>
                  <a:pt x="28" y="11"/>
                </a:lnTo>
                <a:lnTo>
                  <a:pt x="27" y="11"/>
                </a:lnTo>
                <a:lnTo>
                  <a:pt x="26" y="11"/>
                </a:lnTo>
                <a:lnTo>
                  <a:pt x="25" y="11"/>
                </a:lnTo>
                <a:lnTo>
                  <a:pt x="26" y="10"/>
                </a:lnTo>
                <a:lnTo>
                  <a:pt x="25" y="10"/>
                </a:lnTo>
                <a:lnTo>
                  <a:pt x="25" y="9"/>
                </a:lnTo>
                <a:lnTo>
                  <a:pt x="24" y="9"/>
                </a:lnTo>
                <a:lnTo>
                  <a:pt x="24" y="10"/>
                </a:lnTo>
                <a:lnTo>
                  <a:pt x="23" y="10"/>
                </a:lnTo>
                <a:lnTo>
                  <a:pt x="20" y="10"/>
                </a:lnTo>
                <a:lnTo>
                  <a:pt x="19" y="10"/>
                </a:lnTo>
                <a:lnTo>
                  <a:pt x="18" y="11"/>
                </a:lnTo>
                <a:lnTo>
                  <a:pt x="18" y="13"/>
                </a:lnTo>
                <a:lnTo>
                  <a:pt x="16" y="14"/>
                </a:lnTo>
                <a:lnTo>
                  <a:pt x="16" y="15"/>
                </a:lnTo>
                <a:lnTo>
                  <a:pt x="15" y="16"/>
                </a:lnTo>
                <a:lnTo>
                  <a:pt x="14" y="17"/>
                </a:lnTo>
                <a:lnTo>
                  <a:pt x="13" y="17"/>
                </a:lnTo>
                <a:lnTo>
                  <a:pt x="13" y="18"/>
                </a:lnTo>
                <a:lnTo>
                  <a:pt x="13" y="19"/>
                </a:lnTo>
                <a:lnTo>
                  <a:pt x="12" y="19"/>
                </a:lnTo>
                <a:lnTo>
                  <a:pt x="12" y="20"/>
                </a:lnTo>
                <a:lnTo>
                  <a:pt x="13" y="20"/>
                </a:lnTo>
                <a:lnTo>
                  <a:pt x="14" y="20"/>
                </a:lnTo>
                <a:lnTo>
                  <a:pt x="14" y="21"/>
                </a:lnTo>
                <a:lnTo>
                  <a:pt x="13" y="21"/>
                </a:lnTo>
                <a:lnTo>
                  <a:pt x="13" y="22"/>
                </a:lnTo>
                <a:lnTo>
                  <a:pt x="13" y="23"/>
                </a:lnTo>
                <a:lnTo>
                  <a:pt x="12" y="23"/>
                </a:lnTo>
                <a:lnTo>
                  <a:pt x="11" y="22"/>
                </a:lnTo>
                <a:lnTo>
                  <a:pt x="10" y="22"/>
                </a:lnTo>
                <a:lnTo>
                  <a:pt x="10" y="23"/>
                </a:lnTo>
                <a:lnTo>
                  <a:pt x="9" y="23"/>
                </a:lnTo>
                <a:lnTo>
                  <a:pt x="8" y="23"/>
                </a:lnTo>
                <a:lnTo>
                  <a:pt x="8" y="24"/>
                </a:lnTo>
                <a:lnTo>
                  <a:pt x="7" y="24"/>
                </a:lnTo>
                <a:lnTo>
                  <a:pt x="6" y="24"/>
                </a:lnTo>
                <a:lnTo>
                  <a:pt x="6" y="23"/>
                </a:lnTo>
                <a:lnTo>
                  <a:pt x="7" y="22"/>
                </a:lnTo>
                <a:lnTo>
                  <a:pt x="7" y="21"/>
                </a:lnTo>
                <a:lnTo>
                  <a:pt x="6" y="21"/>
                </a:lnTo>
                <a:lnTo>
                  <a:pt x="5" y="21"/>
                </a:lnTo>
                <a:lnTo>
                  <a:pt x="4" y="21"/>
                </a:lnTo>
                <a:lnTo>
                  <a:pt x="3" y="21"/>
                </a:lnTo>
                <a:lnTo>
                  <a:pt x="3" y="20"/>
                </a:lnTo>
                <a:lnTo>
                  <a:pt x="2" y="19"/>
                </a:lnTo>
                <a:lnTo>
                  <a:pt x="2" y="18"/>
                </a:lnTo>
                <a:lnTo>
                  <a:pt x="1" y="18"/>
                </a:lnTo>
                <a:lnTo>
                  <a:pt x="1" y="19"/>
                </a:lnTo>
                <a:lnTo>
                  <a:pt x="0" y="19"/>
                </a:lnTo>
                <a:lnTo>
                  <a:pt x="0" y="17"/>
                </a:lnTo>
                <a:lnTo>
                  <a:pt x="1" y="16"/>
                </a:lnTo>
                <a:lnTo>
                  <a:pt x="1" y="15"/>
                </a:lnTo>
                <a:lnTo>
                  <a:pt x="1" y="16"/>
                </a:lnTo>
                <a:lnTo>
                  <a:pt x="2" y="17"/>
                </a:lnTo>
                <a:lnTo>
                  <a:pt x="2" y="18"/>
                </a:lnTo>
                <a:lnTo>
                  <a:pt x="3" y="18"/>
                </a:lnTo>
                <a:lnTo>
                  <a:pt x="3" y="19"/>
                </a:lnTo>
                <a:lnTo>
                  <a:pt x="3" y="20"/>
                </a:lnTo>
                <a:lnTo>
                  <a:pt x="3" y="21"/>
                </a:lnTo>
                <a:lnTo>
                  <a:pt x="4" y="21"/>
                </a:lnTo>
                <a:lnTo>
                  <a:pt x="4" y="20"/>
                </a:lnTo>
                <a:lnTo>
                  <a:pt x="5" y="19"/>
                </a:lnTo>
                <a:lnTo>
                  <a:pt x="6" y="19"/>
                </a:lnTo>
                <a:lnTo>
                  <a:pt x="6" y="20"/>
                </a:lnTo>
                <a:lnTo>
                  <a:pt x="6" y="21"/>
                </a:lnTo>
                <a:lnTo>
                  <a:pt x="7" y="21"/>
                </a:lnTo>
                <a:lnTo>
                  <a:pt x="8" y="21"/>
                </a:lnTo>
                <a:lnTo>
                  <a:pt x="8" y="20"/>
                </a:lnTo>
                <a:lnTo>
                  <a:pt x="7" y="20"/>
                </a:lnTo>
                <a:lnTo>
                  <a:pt x="7" y="19"/>
                </a:lnTo>
                <a:lnTo>
                  <a:pt x="8" y="19"/>
                </a:lnTo>
                <a:lnTo>
                  <a:pt x="9" y="19"/>
                </a:lnTo>
                <a:lnTo>
                  <a:pt x="10" y="19"/>
                </a:lnTo>
                <a:lnTo>
                  <a:pt x="10" y="20"/>
                </a:lnTo>
                <a:lnTo>
                  <a:pt x="11" y="20"/>
                </a:lnTo>
                <a:lnTo>
                  <a:pt x="11" y="19"/>
                </a:lnTo>
                <a:lnTo>
                  <a:pt x="11" y="18"/>
                </a:lnTo>
                <a:lnTo>
                  <a:pt x="10" y="18"/>
                </a:lnTo>
                <a:lnTo>
                  <a:pt x="10" y="17"/>
                </a:lnTo>
                <a:lnTo>
                  <a:pt x="11" y="17"/>
                </a:lnTo>
                <a:lnTo>
                  <a:pt x="11" y="15"/>
                </a:lnTo>
                <a:lnTo>
                  <a:pt x="10" y="14"/>
                </a:lnTo>
                <a:lnTo>
                  <a:pt x="9" y="14"/>
                </a:lnTo>
                <a:lnTo>
                  <a:pt x="9" y="15"/>
                </a:lnTo>
                <a:lnTo>
                  <a:pt x="8" y="15"/>
                </a:lnTo>
                <a:lnTo>
                  <a:pt x="8" y="16"/>
                </a:lnTo>
                <a:lnTo>
                  <a:pt x="6" y="16"/>
                </a:lnTo>
                <a:lnTo>
                  <a:pt x="5" y="16"/>
                </a:lnTo>
                <a:lnTo>
                  <a:pt x="4" y="16"/>
                </a:lnTo>
                <a:lnTo>
                  <a:pt x="3" y="15"/>
                </a:lnTo>
                <a:lnTo>
                  <a:pt x="4" y="14"/>
                </a:lnTo>
                <a:lnTo>
                  <a:pt x="4" y="15"/>
                </a:lnTo>
                <a:lnTo>
                  <a:pt x="5" y="15"/>
                </a:lnTo>
                <a:lnTo>
                  <a:pt x="6" y="14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5" y="13"/>
                </a:lnTo>
                <a:lnTo>
                  <a:pt x="4" y="13"/>
                </a:lnTo>
                <a:lnTo>
                  <a:pt x="3" y="13"/>
                </a:lnTo>
                <a:lnTo>
                  <a:pt x="3" y="11"/>
                </a:lnTo>
                <a:lnTo>
                  <a:pt x="4" y="10"/>
                </a:lnTo>
                <a:lnTo>
                  <a:pt x="4" y="9"/>
                </a:lnTo>
                <a:lnTo>
                  <a:pt x="3" y="8"/>
                </a:lnTo>
                <a:lnTo>
                  <a:pt x="2" y="8"/>
                </a:lnTo>
                <a:lnTo>
                  <a:pt x="3" y="8"/>
                </a:lnTo>
                <a:lnTo>
                  <a:pt x="4" y="8"/>
                </a:lnTo>
                <a:lnTo>
                  <a:pt x="5" y="7"/>
                </a:lnTo>
                <a:lnTo>
                  <a:pt x="6" y="6"/>
                </a:lnTo>
                <a:lnTo>
                  <a:pt x="7" y="6"/>
                </a:lnTo>
                <a:lnTo>
                  <a:pt x="7" y="7"/>
                </a:lnTo>
                <a:lnTo>
                  <a:pt x="6" y="8"/>
                </a:lnTo>
                <a:lnTo>
                  <a:pt x="7" y="8"/>
                </a:lnTo>
                <a:lnTo>
                  <a:pt x="7" y="9"/>
                </a:lnTo>
                <a:lnTo>
                  <a:pt x="7" y="10"/>
                </a:lnTo>
                <a:lnTo>
                  <a:pt x="8" y="10"/>
                </a:lnTo>
                <a:lnTo>
                  <a:pt x="9" y="9"/>
                </a:lnTo>
                <a:lnTo>
                  <a:pt x="10" y="9"/>
                </a:lnTo>
                <a:lnTo>
                  <a:pt x="10" y="8"/>
                </a:lnTo>
                <a:lnTo>
                  <a:pt x="9" y="7"/>
                </a:lnTo>
                <a:lnTo>
                  <a:pt x="10" y="7"/>
                </a:lnTo>
                <a:lnTo>
                  <a:pt x="11" y="6"/>
                </a:lnTo>
                <a:lnTo>
                  <a:pt x="11" y="5"/>
                </a:lnTo>
                <a:lnTo>
                  <a:pt x="10" y="4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5" y="1"/>
                </a:lnTo>
                <a:lnTo>
                  <a:pt x="15" y="2"/>
                </a:lnTo>
                <a:lnTo>
                  <a:pt x="14" y="2"/>
                </a:lnTo>
                <a:lnTo>
                  <a:pt x="14" y="3"/>
                </a:lnTo>
                <a:lnTo>
                  <a:pt x="14" y="5"/>
                </a:lnTo>
                <a:lnTo>
                  <a:pt x="14" y="6"/>
                </a:lnTo>
                <a:lnTo>
                  <a:pt x="14" y="7"/>
                </a:lnTo>
                <a:lnTo>
                  <a:pt x="15" y="7"/>
                </a:lnTo>
                <a:lnTo>
                  <a:pt x="15" y="6"/>
                </a:lnTo>
                <a:lnTo>
                  <a:pt x="16" y="5"/>
                </a:lnTo>
                <a:lnTo>
                  <a:pt x="16" y="4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7" y="4"/>
                </a:lnTo>
                <a:lnTo>
                  <a:pt x="16" y="4"/>
                </a:lnTo>
                <a:lnTo>
                  <a:pt x="16" y="5"/>
                </a:lnTo>
                <a:lnTo>
                  <a:pt x="17" y="5"/>
                </a:lnTo>
                <a:lnTo>
                  <a:pt x="18" y="5"/>
                </a:lnTo>
                <a:lnTo>
                  <a:pt x="17" y="5"/>
                </a:lnTo>
                <a:lnTo>
                  <a:pt x="17" y="4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8" y="1"/>
                </a:lnTo>
                <a:lnTo>
                  <a:pt x="18" y="0"/>
                </a:lnTo>
                <a:lnTo>
                  <a:pt x="19" y="0"/>
                </a:lnTo>
                <a:lnTo>
                  <a:pt x="19" y="1"/>
                </a:lnTo>
                <a:lnTo>
                  <a:pt x="2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8" name=""/>
          <p:cNvSpPr/>
          <p:nvPr/>
        </p:nvSpPr>
        <p:spPr>
          <a:xfrm>
            <a:off x="8439120" y="2469240"/>
            <a:ext cx="4320" cy="7200"/>
          </a:xfrm>
          <a:custGeom>
            <a:avLst/>
            <a:gdLst/>
            <a:ahLst/>
            <a:rect l="0" t="0" r="r" b="b"/>
            <a:pathLst>
              <a:path w="12" h="20">
                <a:moveTo>
                  <a:pt x="9" y="1"/>
                </a:move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2" y="1"/>
                </a:lnTo>
                <a:lnTo>
                  <a:pt x="12" y="2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10" y="9"/>
                </a:lnTo>
                <a:lnTo>
                  <a:pt x="10" y="11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8" y="13"/>
                </a:lnTo>
                <a:lnTo>
                  <a:pt x="8" y="14"/>
                </a:lnTo>
                <a:lnTo>
                  <a:pt x="9" y="14"/>
                </a:lnTo>
                <a:lnTo>
                  <a:pt x="9" y="15"/>
                </a:lnTo>
                <a:lnTo>
                  <a:pt x="8" y="15"/>
                </a:lnTo>
                <a:lnTo>
                  <a:pt x="8" y="16"/>
                </a:lnTo>
                <a:lnTo>
                  <a:pt x="9" y="17"/>
                </a:lnTo>
                <a:lnTo>
                  <a:pt x="10" y="17"/>
                </a:lnTo>
                <a:lnTo>
                  <a:pt x="10" y="18"/>
                </a:lnTo>
                <a:lnTo>
                  <a:pt x="9" y="18"/>
                </a:lnTo>
                <a:lnTo>
                  <a:pt x="8" y="18"/>
                </a:lnTo>
                <a:lnTo>
                  <a:pt x="7" y="18"/>
                </a:lnTo>
                <a:lnTo>
                  <a:pt x="6" y="18"/>
                </a:lnTo>
                <a:lnTo>
                  <a:pt x="4" y="18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20"/>
                </a:lnTo>
                <a:lnTo>
                  <a:pt x="1" y="20"/>
                </a:lnTo>
                <a:lnTo>
                  <a:pt x="0" y="20"/>
                </a:lnTo>
                <a:lnTo>
                  <a:pt x="0" y="19"/>
                </a:lnTo>
                <a:lnTo>
                  <a:pt x="1" y="19"/>
                </a:lnTo>
                <a:lnTo>
                  <a:pt x="1" y="18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3" y="18"/>
                </a:lnTo>
                <a:lnTo>
                  <a:pt x="4" y="18"/>
                </a:lnTo>
                <a:lnTo>
                  <a:pt x="4" y="17"/>
                </a:lnTo>
                <a:lnTo>
                  <a:pt x="6" y="17"/>
                </a:lnTo>
                <a:lnTo>
                  <a:pt x="7" y="16"/>
                </a:lnTo>
                <a:lnTo>
                  <a:pt x="7" y="15"/>
                </a:lnTo>
                <a:lnTo>
                  <a:pt x="7" y="14"/>
                </a:lnTo>
                <a:lnTo>
                  <a:pt x="6" y="13"/>
                </a:lnTo>
                <a:lnTo>
                  <a:pt x="4" y="13"/>
                </a:lnTo>
                <a:lnTo>
                  <a:pt x="3" y="13"/>
                </a:lnTo>
                <a:lnTo>
                  <a:pt x="3" y="12"/>
                </a:lnTo>
                <a:lnTo>
                  <a:pt x="4" y="12"/>
                </a:lnTo>
                <a:lnTo>
                  <a:pt x="4" y="13"/>
                </a:lnTo>
                <a:lnTo>
                  <a:pt x="6" y="12"/>
                </a:lnTo>
                <a:lnTo>
                  <a:pt x="6" y="11"/>
                </a:lnTo>
                <a:lnTo>
                  <a:pt x="6" y="9"/>
                </a:lnTo>
                <a:lnTo>
                  <a:pt x="6" y="8"/>
                </a:lnTo>
                <a:lnTo>
                  <a:pt x="7" y="8"/>
                </a:lnTo>
                <a:lnTo>
                  <a:pt x="6" y="7"/>
                </a:lnTo>
                <a:lnTo>
                  <a:pt x="4" y="7"/>
                </a:lnTo>
                <a:lnTo>
                  <a:pt x="4" y="6"/>
                </a:lnTo>
                <a:lnTo>
                  <a:pt x="6" y="6"/>
                </a:lnTo>
                <a:lnTo>
                  <a:pt x="6" y="5"/>
                </a:lnTo>
                <a:lnTo>
                  <a:pt x="4" y="5"/>
                </a:lnTo>
                <a:lnTo>
                  <a:pt x="4" y="4"/>
                </a:lnTo>
                <a:lnTo>
                  <a:pt x="4" y="3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9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9" name=""/>
          <p:cNvSpPr/>
          <p:nvPr/>
        </p:nvSpPr>
        <p:spPr>
          <a:xfrm>
            <a:off x="8447040" y="24703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0" name=""/>
          <p:cNvSpPr/>
          <p:nvPr/>
        </p:nvSpPr>
        <p:spPr>
          <a:xfrm>
            <a:off x="8440920" y="24688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1" name=""/>
          <p:cNvSpPr/>
          <p:nvPr/>
        </p:nvSpPr>
        <p:spPr>
          <a:xfrm>
            <a:off x="8443440" y="2466720"/>
            <a:ext cx="4680" cy="4320"/>
          </a:xfrm>
          <a:custGeom>
            <a:avLst/>
            <a:gdLst/>
            <a:ahLst/>
            <a:rect l="0" t="0" r="r" b="b"/>
            <a:pathLst>
              <a:path w="13" h="12">
                <a:moveTo>
                  <a:pt x="8" y="1"/>
                </a:move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  <a:lnTo>
                  <a:pt x="12" y="2"/>
                </a:lnTo>
                <a:lnTo>
                  <a:pt x="12" y="4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1" y="6"/>
                </a:lnTo>
                <a:lnTo>
                  <a:pt x="11" y="7"/>
                </a:lnTo>
                <a:lnTo>
                  <a:pt x="10" y="8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2" y="9"/>
                </a:lnTo>
                <a:lnTo>
                  <a:pt x="12" y="10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10" y="12"/>
                </a:lnTo>
                <a:lnTo>
                  <a:pt x="9" y="12"/>
                </a:lnTo>
                <a:lnTo>
                  <a:pt x="9" y="11"/>
                </a:lnTo>
                <a:lnTo>
                  <a:pt x="10" y="10"/>
                </a:lnTo>
                <a:lnTo>
                  <a:pt x="10" y="9"/>
                </a:lnTo>
                <a:lnTo>
                  <a:pt x="10" y="8"/>
                </a:lnTo>
                <a:lnTo>
                  <a:pt x="9" y="7"/>
                </a:lnTo>
                <a:lnTo>
                  <a:pt x="8" y="6"/>
                </a:lnTo>
                <a:lnTo>
                  <a:pt x="7" y="6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2" name=""/>
          <p:cNvSpPr/>
          <p:nvPr/>
        </p:nvSpPr>
        <p:spPr>
          <a:xfrm>
            <a:off x="8445600" y="24606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4"/>
                </a:move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1"/>
                </a:lnTo>
                <a:lnTo>
                  <a:pt x="3" y="0"/>
                </a:lnTo>
                <a:lnTo>
                  <a:pt x="5" y="1"/>
                </a:lnTo>
                <a:lnTo>
                  <a:pt x="6" y="2"/>
                </a:lnTo>
                <a:lnTo>
                  <a:pt x="5" y="4"/>
                </a:lnTo>
                <a:lnTo>
                  <a:pt x="4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3" name=""/>
          <p:cNvSpPr/>
          <p:nvPr/>
        </p:nvSpPr>
        <p:spPr>
          <a:xfrm>
            <a:off x="8601480" y="25686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4" name=""/>
          <p:cNvSpPr/>
          <p:nvPr/>
        </p:nvSpPr>
        <p:spPr>
          <a:xfrm>
            <a:off x="8592840" y="2559960"/>
            <a:ext cx="8280" cy="6120"/>
          </a:xfrm>
          <a:custGeom>
            <a:avLst/>
            <a:gdLst/>
            <a:ahLst/>
            <a:rect l="0" t="0" r="r" b="b"/>
            <a:pathLst>
              <a:path w="23" h="17">
                <a:moveTo>
                  <a:pt x="4" y="3"/>
                </a:moveTo>
                <a:lnTo>
                  <a:pt x="5" y="3"/>
                </a:lnTo>
                <a:lnTo>
                  <a:pt x="7" y="3"/>
                </a:lnTo>
                <a:lnTo>
                  <a:pt x="9" y="2"/>
                </a:lnTo>
                <a:lnTo>
                  <a:pt x="10" y="2"/>
                </a:lnTo>
                <a:lnTo>
                  <a:pt x="11" y="0"/>
                </a:lnTo>
                <a:lnTo>
                  <a:pt x="11" y="2"/>
                </a:lnTo>
                <a:lnTo>
                  <a:pt x="12" y="2"/>
                </a:lnTo>
                <a:lnTo>
                  <a:pt x="13" y="0"/>
                </a:lnTo>
                <a:lnTo>
                  <a:pt x="14" y="0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6"/>
                </a:lnTo>
                <a:lnTo>
                  <a:pt x="15" y="5"/>
                </a:lnTo>
                <a:lnTo>
                  <a:pt x="15" y="6"/>
                </a:lnTo>
                <a:lnTo>
                  <a:pt x="14" y="6"/>
                </a:lnTo>
                <a:lnTo>
                  <a:pt x="14" y="7"/>
                </a:lnTo>
                <a:lnTo>
                  <a:pt x="14" y="8"/>
                </a:lnTo>
                <a:lnTo>
                  <a:pt x="14" y="9"/>
                </a:lnTo>
                <a:lnTo>
                  <a:pt x="15" y="9"/>
                </a:lnTo>
                <a:lnTo>
                  <a:pt x="15" y="10"/>
                </a:lnTo>
                <a:lnTo>
                  <a:pt x="16" y="10"/>
                </a:lnTo>
                <a:lnTo>
                  <a:pt x="17" y="11"/>
                </a:lnTo>
                <a:lnTo>
                  <a:pt x="18" y="11"/>
                </a:lnTo>
                <a:lnTo>
                  <a:pt x="20" y="11"/>
                </a:lnTo>
                <a:lnTo>
                  <a:pt x="21" y="12"/>
                </a:lnTo>
                <a:lnTo>
                  <a:pt x="22" y="12"/>
                </a:lnTo>
                <a:lnTo>
                  <a:pt x="23" y="13"/>
                </a:lnTo>
                <a:lnTo>
                  <a:pt x="23" y="14"/>
                </a:lnTo>
                <a:lnTo>
                  <a:pt x="22" y="14"/>
                </a:lnTo>
                <a:lnTo>
                  <a:pt x="22" y="15"/>
                </a:lnTo>
                <a:lnTo>
                  <a:pt x="22" y="16"/>
                </a:lnTo>
                <a:lnTo>
                  <a:pt x="22" y="17"/>
                </a:lnTo>
                <a:lnTo>
                  <a:pt x="21" y="17"/>
                </a:lnTo>
                <a:lnTo>
                  <a:pt x="20" y="17"/>
                </a:lnTo>
                <a:lnTo>
                  <a:pt x="20" y="16"/>
                </a:lnTo>
                <a:lnTo>
                  <a:pt x="18" y="16"/>
                </a:lnTo>
                <a:lnTo>
                  <a:pt x="18" y="17"/>
                </a:lnTo>
                <a:lnTo>
                  <a:pt x="17" y="17"/>
                </a:lnTo>
                <a:lnTo>
                  <a:pt x="16" y="16"/>
                </a:lnTo>
                <a:lnTo>
                  <a:pt x="15" y="14"/>
                </a:lnTo>
                <a:lnTo>
                  <a:pt x="14" y="14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1" y="13"/>
                </a:lnTo>
                <a:lnTo>
                  <a:pt x="10" y="14"/>
                </a:lnTo>
                <a:lnTo>
                  <a:pt x="9" y="14"/>
                </a:lnTo>
                <a:lnTo>
                  <a:pt x="7" y="12"/>
                </a:lnTo>
                <a:lnTo>
                  <a:pt x="7" y="11"/>
                </a:lnTo>
                <a:lnTo>
                  <a:pt x="6" y="11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3" y="6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5" name=""/>
          <p:cNvSpPr/>
          <p:nvPr/>
        </p:nvSpPr>
        <p:spPr>
          <a:xfrm>
            <a:off x="8512200" y="255348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1" y="9"/>
                </a:move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5" y="5"/>
                </a:lnTo>
                <a:lnTo>
                  <a:pt x="5" y="6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9"/>
                </a:lnTo>
                <a:lnTo>
                  <a:pt x="1" y="9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6" name=""/>
          <p:cNvSpPr/>
          <p:nvPr/>
        </p:nvSpPr>
        <p:spPr>
          <a:xfrm>
            <a:off x="8502840" y="2536200"/>
            <a:ext cx="4680" cy="4320"/>
          </a:xfrm>
          <a:custGeom>
            <a:avLst/>
            <a:gdLst/>
            <a:ahLst/>
            <a:rect l="0" t="0" r="r" b="b"/>
            <a:pathLst>
              <a:path w="13" h="12">
                <a:moveTo>
                  <a:pt x="5" y="3"/>
                </a:moveTo>
                <a:lnTo>
                  <a:pt x="6" y="4"/>
                </a:lnTo>
                <a:lnTo>
                  <a:pt x="7" y="5"/>
                </a:lnTo>
                <a:lnTo>
                  <a:pt x="8" y="6"/>
                </a:lnTo>
                <a:lnTo>
                  <a:pt x="9" y="8"/>
                </a:lnTo>
                <a:lnTo>
                  <a:pt x="10" y="8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1" y="11"/>
                </a:lnTo>
                <a:lnTo>
                  <a:pt x="10" y="10"/>
                </a:lnTo>
                <a:lnTo>
                  <a:pt x="10" y="9"/>
                </a:lnTo>
                <a:lnTo>
                  <a:pt x="6" y="6"/>
                </a:lnTo>
                <a:lnTo>
                  <a:pt x="2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7" name=""/>
          <p:cNvSpPr/>
          <p:nvPr/>
        </p:nvSpPr>
        <p:spPr>
          <a:xfrm>
            <a:off x="8583480" y="2518200"/>
            <a:ext cx="3960" cy="3960"/>
          </a:xfrm>
          <a:custGeom>
            <a:avLst/>
            <a:gdLst/>
            <a:ahLst/>
            <a:rect l="0" t="0" r="r" b="b"/>
            <a:pathLst>
              <a:path w="11" h="11">
                <a:moveTo>
                  <a:pt x="7" y="2"/>
                </a:moveTo>
                <a:lnTo>
                  <a:pt x="8" y="0"/>
                </a:lnTo>
                <a:lnTo>
                  <a:pt x="9" y="0"/>
                </a:lnTo>
                <a:lnTo>
                  <a:pt x="11" y="2"/>
                </a:lnTo>
                <a:lnTo>
                  <a:pt x="11" y="3"/>
                </a:lnTo>
                <a:lnTo>
                  <a:pt x="11" y="4"/>
                </a:lnTo>
                <a:lnTo>
                  <a:pt x="11" y="5"/>
                </a:lnTo>
                <a:lnTo>
                  <a:pt x="9" y="5"/>
                </a:lnTo>
                <a:lnTo>
                  <a:pt x="11" y="5"/>
                </a:lnTo>
                <a:lnTo>
                  <a:pt x="11" y="6"/>
                </a:lnTo>
                <a:lnTo>
                  <a:pt x="9" y="6"/>
                </a:lnTo>
                <a:lnTo>
                  <a:pt x="8" y="7"/>
                </a:lnTo>
                <a:lnTo>
                  <a:pt x="9" y="7"/>
                </a:lnTo>
                <a:lnTo>
                  <a:pt x="9" y="8"/>
                </a:lnTo>
                <a:lnTo>
                  <a:pt x="11" y="9"/>
                </a:lnTo>
                <a:lnTo>
                  <a:pt x="9" y="9"/>
                </a:lnTo>
                <a:lnTo>
                  <a:pt x="8" y="11"/>
                </a:lnTo>
                <a:lnTo>
                  <a:pt x="8" y="9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3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8" name=""/>
          <p:cNvSpPr/>
          <p:nvPr/>
        </p:nvSpPr>
        <p:spPr>
          <a:xfrm>
            <a:off x="8586720" y="2519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1800" rIns="18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9" name=""/>
          <p:cNvSpPr/>
          <p:nvPr/>
        </p:nvSpPr>
        <p:spPr>
          <a:xfrm>
            <a:off x="8484120" y="2491560"/>
            <a:ext cx="720" cy="2520"/>
          </a:xfrm>
          <a:custGeom>
            <a:avLst/>
            <a:gdLst/>
            <a:ahLst/>
            <a:rect l="0" t="0" r="r" b="b"/>
            <a:pathLst>
              <a:path w="2" h="7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0" y="5"/>
                </a:lnTo>
                <a:lnTo>
                  <a:pt x="0" y="7"/>
                </a:lnTo>
                <a:lnTo>
                  <a:pt x="0" y="5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0" name=""/>
          <p:cNvSpPr/>
          <p:nvPr/>
        </p:nvSpPr>
        <p:spPr>
          <a:xfrm>
            <a:off x="8484840" y="2471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1" name=""/>
          <p:cNvSpPr/>
          <p:nvPr/>
        </p:nvSpPr>
        <p:spPr>
          <a:xfrm>
            <a:off x="8482680" y="2460240"/>
            <a:ext cx="1440" cy="3600"/>
          </a:xfrm>
          <a:custGeom>
            <a:avLst/>
            <a:gdLst/>
            <a:ahLst/>
            <a:rect l="0" t="0" r="r" b="b"/>
            <a:pathLst>
              <a:path w="4" h="10">
                <a:moveTo>
                  <a:pt x="2" y="8"/>
                </a:move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2" y="7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2" name=""/>
          <p:cNvSpPr/>
          <p:nvPr/>
        </p:nvSpPr>
        <p:spPr>
          <a:xfrm>
            <a:off x="8483040" y="24562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4"/>
                </a:moveTo>
                <a:lnTo>
                  <a:pt x="5" y="5"/>
                </a:lnTo>
                <a:lnTo>
                  <a:pt x="2" y="6"/>
                </a:lnTo>
                <a:lnTo>
                  <a:pt x="0" y="0"/>
                </a:lnTo>
                <a:lnTo>
                  <a:pt x="5" y="0"/>
                </a:lnTo>
                <a:lnTo>
                  <a:pt x="5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3" name=""/>
          <p:cNvSpPr/>
          <p:nvPr/>
        </p:nvSpPr>
        <p:spPr>
          <a:xfrm>
            <a:off x="8481960" y="2328480"/>
            <a:ext cx="109080" cy="253080"/>
          </a:xfrm>
          <a:custGeom>
            <a:avLst/>
            <a:gdLst/>
            <a:ahLst/>
            <a:rect l="0" t="0" r="r" b="b"/>
            <a:pathLst>
              <a:path w="303" h="703">
                <a:moveTo>
                  <a:pt x="214" y="2"/>
                </a:moveTo>
                <a:lnTo>
                  <a:pt x="214" y="1"/>
                </a:lnTo>
                <a:lnTo>
                  <a:pt x="215" y="0"/>
                </a:lnTo>
                <a:lnTo>
                  <a:pt x="216" y="0"/>
                </a:lnTo>
                <a:lnTo>
                  <a:pt x="218" y="1"/>
                </a:lnTo>
                <a:lnTo>
                  <a:pt x="219" y="1"/>
                </a:lnTo>
                <a:lnTo>
                  <a:pt x="220" y="1"/>
                </a:lnTo>
                <a:lnTo>
                  <a:pt x="221" y="2"/>
                </a:lnTo>
                <a:lnTo>
                  <a:pt x="224" y="3"/>
                </a:lnTo>
                <a:lnTo>
                  <a:pt x="225" y="4"/>
                </a:lnTo>
                <a:lnTo>
                  <a:pt x="226" y="4"/>
                </a:lnTo>
                <a:lnTo>
                  <a:pt x="226" y="5"/>
                </a:lnTo>
                <a:lnTo>
                  <a:pt x="227" y="5"/>
                </a:lnTo>
                <a:lnTo>
                  <a:pt x="227" y="6"/>
                </a:lnTo>
                <a:lnTo>
                  <a:pt x="228" y="8"/>
                </a:lnTo>
                <a:lnTo>
                  <a:pt x="228" y="9"/>
                </a:lnTo>
                <a:lnTo>
                  <a:pt x="228" y="10"/>
                </a:lnTo>
                <a:lnTo>
                  <a:pt x="229" y="11"/>
                </a:lnTo>
                <a:lnTo>
                  <a:pt x="230" y="12"/>
                </a:lnTo>
                <a:lnTo>
                  <a:pt x="229" y="12"/>
                </a:lnTo>
                <a:lnTo>
                  <a:pt x="230" y="12"/>
                </a:lnTo>
                <a:lnTo>
                  <a:pt x="231" y="11"/>
                </a:lnTo>
                <a:lnTo>
                  <a:pt x="232" y="12"/>
                </a:lnTo>
                <a:lnTo>
                  <a:pt x="231" y="13"/>
                </a:lnTo>
                <a:lnTo>
                  <a:pt x="232" y="13"/>
                </a:lnTo>
                <a:lnTo>
                  <a:pt x="232" y="14"/>
                </a:lnTo>
                <a:lnTo>
                  <a:pt x="233" y="15"/>
                </a:lnTo>
                <a:lnTo>
                  <a:pt x="234" y="15"/>
                </a:lnTo>
                <a:lnTo>
                  <a:pt x="235" y="16"/>
                </a:lnTo>
                <a:lnTo>
                  <a:pt x="236" y="16"/>
                </a:lnTo>
                <a:lnTo>
                  <a:pt x="236" y="17"/>
                </a:lnTo>
                <a:lnTo>
                  <a:pt x="237" y="17"/>
                </a:lnTo>
                <a:lnTo>
                  <a:pt x="237" y="16"/>
                </a:lnTo>
                <a:lnTo>
                  <a:pt x="239" y="15"/>
                </a:lnTo>
                <a:lnTo>
                  <a:pt x="240" y="15"/>
                </a:lnTo>
                <a:lnTo>
                  <a:pt x="240" y="14"/>
                </a:lnTo>
                <a:lnTo>
                  <a:pt x="240" y="13"/>
                </a:lnTo>
                <a:lnTo>
                  <a:pt x="241" y="13"/>
                </a:lnTo>
                <a:lnTo>
                  <a:pt x="241" y="14"/>
                </a:lnTo>
                <a:lnTo>
                  <a:pt x="240" y="16"/>
                </a:lnTo>
                <a:lnTo>
                  <a:pt x="239" y="17"/>
                </a:lnTo>
                <a:lnTo>
                  <a:pt x="239" y="18"/>
                </a:lnTo>
                <a:lnTo>
                  <a:pt x="239" y="19"/>
                </a:lnTo>
                <a:lnTo>
                  <a:pt x="240" y="19"/>
                </a:lnTo>
                <a:lnTo>
                  <a:pt x="240" y="20"/>
                </a:lnTo>
                <a:lnTo>
                  <a:pt x="241" y="20"/>
                </a:lnTo>
                <a:lnTo>
                  <a:pt x="242" y="20"/>
                </a:lnTo>
                <a:lnTo>
                  <a:pt x="243" y="20"/>
                </a:lnTo>
                <a:lnTo>
                  <a:pt x="243" y="21"/>
                </a:lnTo>
                <a:lnTo>
                  <a:pt x="244" y="21"/>
                </a:lnTo>
                <a:lnTo>
                  <a:pt x="244" y="22"/>
                </a:lnTo>
                <a:lnTo>
                  <a:pt x="244" y="23"/>
                </a:lnTo>
                <a:lnTo>
                  <a:pt x="245" y="23"/>
                </a:lnTo>
                <a:lnTo>
                  <a:pt x="246" y="23"/>
                </a:lnTo>
                <a:lnTo>
                  <a:pt x="247" y="22"/>
                </a:lnTo>
                <a:lnTo>
                  <a:pt x="248" y="22"/>
                </a:lnTo>
                <a:lnTo>
                  <a:pt x="248" y="23"/>
                </a:lnTo>
                <a:lnTo>
                  <a:pt x="249" y="23"/>
                </a:lnTo>
                <a:lnTo>
                  <a:pt x="251" y="23"/>
                </a:lnTo>
                <a:lnTo>
                  <a:pt x="252" y="24"/>
                </a:lnTo>
                <a:lnTo>
                  <a:pt x="253" y="24"/>
                </a:lnTo>
                <a:lnTo>
                  <a:pt x="253" y="25"/>
                </a:lnTo>
                <a:lnTo>
                  <a:pt x="253" y="26"/>
                </a:lnTo>
                <a:lnTo>
                  <a:pt x="252" y="26"/>
                </a:lnTo>
                <a:lnTo>
                  <a:pt x="252" y="27"/>
                </a:lnTo>
                <a:lnTo>
                  <a:pt x="251" y="27"/>
                </a:lnTo>
                <a:lnTo>
                  <a:pt x="251" y="28"/>
                </a:lnTo>
                <a:lnTo>
                  <a:pt x="251" y="29"/>
                </a:lnTo>
                <a:lnTo>
                  <a:pt x="252" y="29"/>
                </a:lnTo>
                <a:lnTo>
                  <a:pt x="252" y="28"/>
                </a:lnTo>
                <a:lnTo>
                  <a:pt x="252" y="27"/>
                </a:lnTo>
                <a:lnTo>
                  <a:pt x="253" y="27"/>
                </a:lnTo>
                <a:lnTo>
                  <a:pt x="254" y="26"/>
                </a:lnTo>
                <a:lnTo>
                  <a:pt x="254" y="25"/>
                </a:lnTo>
                <a:lnTo>
                  <a:pt x="254" y="24"/>
                </a:lnTo>
                <a:lnTo>
                  <a:pt x="255" y="24"/>
                </a:lnTo>
                <a:lnTo>
                  <a:pt x="256" y="23"/>
                </a:lnTo>
                <a:lnTo>
                  <a:pt x="258" y="23"/>
                </a:lnTo>
                <a:lnTo>
                  <a:pt x="258" y="24"/>
                </a:lnTo>
                <a:lnTo>
                  <a:pt x="260" y="24"/>
                </a:lnTo>
                <a:lnTo>
                  <a:pt x="260" y="25"/>
                </a:lnTo>
                <a:lnTo>
                  <a:pt x="261" y="24"/>
                </a:lnTo>
                <a:lnTo>
                  <a:pt x="260" y="24"/>
                </a:lnTo>
                <a:lnTo>
                  <a:pt x="261" y="24"/>
                </a:lnTo>
                <a:lnTo>
                  <a:pt x="263" y="23"/>
                </a:lnTo>
                <a:lnTo>
                  <a:pt x="262" y="25"/>
                </a:lnTo>
                <a:lnTo>
                  <a:pt x="262" y="26"/>
                </a:lnTo>
                <a:lnTo>
                  <a:pt x="263" y="26"/>
                </a:lnTo>
                <a:lnTo>
                  <a:pt x="264" y="26"/>
                </a:lnTo>
                <a:lnTo>
                  <a:pt x="265" y="26"/>
                </a:lnTo>
                <a:lnTo>
                  <a:pt x="266" y="26"/>
                </a:lnTo>
                <a:lnTo>
                  <a:pt x="266" y="27"/>
                </a:lnTo>
                <a:lnTo>
                  <a:pt x="266" y="28"/>
                </a:lnTo>
                <a:lnTo>
                  <a:pt x="267" y="28"/>
                </a:lnTo>
                <a:lnTo>
                  <a:pt x="268" y="28"/>
                </a:lnTo>
                <a:lnTo>
                  <a:pt x="268" y="27"/>
                </a:lnTo>
                <a:lnTo>
                  <a:pt x="269" y="26"/>
                </a:lnTo>
                <a:lnTo>
                  <a:pt x="271" y="26"/>
                </a:lnTo>
                <a:lnTo>
                  <a:pt x="272" y="26"/>
                </a:lnTo>
                <a:lnTo>
                  <a:pt x="274" y="26"/>
                </a:lnTo>
                <a:lnTo>
                  <a:pt x="275" y="26"/>
                </a:lnTo>
                <a:lnTo>
                  <a:pt x="276" y="26"/>
                </a:lnTo>
                <a:lnTo>
                  <a:pt x="278" y="26"/>
                </a:lnTo>
                <a:lnTo>
                  <a:pt x="279" y="26"/>
                </a:lnTo>
                <a:lnTo>
                  <a:pt x="281" y="26"/>
                </a:lnTo>
                <a:lnTo>
                  <a:pt x="282" y="25"/>
                </a:lnTo>
                <a:lnTo>
                  <a:pt x="283" y="25"/>
                </a:lnTo>
                <a:lnTo>
                  <a:pt x="283" y="24"/>
                </a:lnTo>
                <a:lnTo>
                  <a:pt x="284" y="24"/>
                </a:lnTo>
                <a:lnTo>
                  <a:pt x="284" y="23"/>
                </a:lnTo>
                <a:lnTo>
                  <a:pt x="285" y="23"/>
                </a:lnTo>
                <a:lnTo>
                  <a:pt x="285" y="24"/>
                </a:lnTo>
                <a:lnTo>
                  <a:pt x="284" y="25"/>
                </a:lnTo>
                <a:lnTo>
                  <a:pt x="285" y="26"/>
                </a:lnTo>
                <a:lnTo>
                  <a:pt x="285" y="27"/>
                </a:lnTo>
                <a:lnTo>
                  <a:pt x="285" y="28"/>
                </a:lnTo>
                <a:lnTo>
                  <a:pt x="285" y="29"/>
                </a:lnTo>
                <a:lnTo>
                  <a:pt x="285" y="30"/>
                </a:lnTo>
                <a:lnTo>
                  <a:pt x="284" y="32"/>
                </a:lnTo>
                <a:lnTo>
                  <a:pt x="284" y="33"/>
                </a:lnTo>
                <a:lnTo>
                  <a:pt x="285" y="34"/>
                </a:lnTo>
                <a:lnTo>
                  <a:pt x="286" y="35"/>
                </a:lnTo>
                <a:lnTo>
                  <a:pt x="287" y="35"/>
                </a:lnTo>
                <a:lnTo>
                  <a:pt x="288" y="36"/>
                </a:lnTo>
                <a:lnTo>
                  <a:pt x="289" y="36"/>
                </a:lnTo>
                <a:lnTo>
                  <a:pt x="289" y="38"/>
                </a:lnTo>
                <a:lnTo>
                  <a:pt x="288" y="39"/>
                </a:lnTo>
                <a:lnTo>
                  <a:pt x="288" y="40"/>
                </a:lnTo>
                <a:lnTo>
                  <a:pt x="289" y="40"/>
                </a:lnTo>
                <a:lnTo>
                  <a:pt x="289" y="41"/>
                </a:lnTo>
                <a:lnTo>
                  <a:pt x="289" y="42"/>
                </a:lnTo>
                <a:lnTo>
                  <a:pt x="290" y="42"/>
                </a:lnTo>
                <a:lnTo>
                  <a:pt x="290" y="43"/>
                </a:lnTo>
                <a:lnTo>
                  <a:pt x="291" y="43"/>
                </a:lnTo>
                <a:lnTo>
                  <a:pt x="291" y="44"/>
                </a:lnTo>
                <a:lnTo>
                  <a:pt x="292" y="45"/>
                </a:lnTo>
                <a:lnTo>
                  <a:pt x="293" y="45"/>
                </a:lnTo>
                <a:lnTo>
                  <a:pt x="293" y="44"/>
                </a:lnTo>
                <a:lnTo>
                  <a:pt x="295" y="44"/>
                </a:lnTo>
                <a:lnTo>
                  <a:pt x="296" y="43"/>
                </a:lnTo>
                <a:lnTo>
                  <a:pt x="297" y="43"/>
                </a:lnTo>
                <a:lnTo>
                  <a:pt x="298" y="42"/>
                </a:lnTo>
                <a:lnTo>
                  <a:pt x="301" y="43"/>
                </a:lnTo>
                <a:lnTo>
                  <a:pt x="301" y="44"/>
                </a:lnTo>
                <a:lnTo>
                  <a:pt x="301" y="45"/>
                </a:lnTo>
                <a:lnTo>
                  <a:pt x="302" y="44"/>
                </a:lnTo>
                <a:lnTo>
                  <a:pt x="303" y="44"/>
                </a:lnTo>
                <a:lnTo>
                  <a:pt x="303" y="45"/>
                </a:lnTo>
                <a:lnTo>
                  <a:pt x="303" y="46"/>
                </a:lnTo>
                <a:lnTo>
                  <a:pt x="302" y="46"/>
                </a:lnTo>
                <a:lnTo>
                  <a:pt x="302" y="47"/>
                </a:lnTo>
                <a:lnTo>
                  <a:pt x="301" y="47"/>
                </a:lnTo>
                <a:lnTo>
                  <a:pt x="301" y="48"/>
                </a:lnTo>
                <a:lnTo>
                  <a:pt x="299" y="49"/>
                </a:lnTo>
                <a:lnTo>
                  <a:pt x="298" y="50"/>
                </a:lnTo>
                <a:lnTo>
                  <a:pt x="297" y="51"/>
                </a:lnTo>
                <a:lnTo>
                  <a:pt x="296" y="51"/>
                </a:lnTo>
                <a:lnTo>
                  <a:pt x="296" y="52"/>
                </a:lnTo>
                <a:lnTo>
                  <a:pt x="295" y="52"/>
                </a:lnTo>
                <a:lnTo>
                  <a:pt x="294" y="53"/>
                </a:lnTo>
                <a:lnTo>
                  <a:pt x="292" y="54"/>
                </a:lnTo>
                <a:lnTo>
                  <a:pt x="292" y="55"/>
                </a:lnTo>
                <a:lnTo>
                  <a:pt x="291" y="55"/>
                </a:lnTo>
                <a:lnTo>
                  <a:pt x="291" y="56"/>
                </a:lnTo>
                <a:lnTo>
                  <a:pt x="290" y="56"/>
                </a:lnTo>
                <a:lnTo>
                  <a:pt x="290" y="58"/>
                </a:lnTo>
                <a:lnTo>
                  <a:pt x="289" y="59"/>
                </a:lnTo>
                <a:lnTo>
                  <a:pt x="288" y="60"/>
                </a:lnTo>
                <a:lnTo>
                  <a:pt x="288" y="61"/>
                </a:lnTo>
                <a:lnTo>
                  <a:pt x="287" y="61"/>
                </a:lnTo>
                <a:lnTo>
                  <a:pt x="288" y="61"/>
                </a:lnTo>
                <a:lnTo>
                  <a:pt x="287" y="62"/>
                </a:lnTo>
                <a:lnTo>
                  <a:pt x="286" y="62"/>
                </a:lnTo>
                <a:lnTo>
                  <a:pt x="285" y="63"/>
                </a:lnTo>
                <a:lnTo>
                  <a:pt x="285" y="64"/>
                </a:lnTo>
                <a:lnTo>
                  <a:pt x="285" y="65"/>
                </a:lnTo>
                <a:lnTo>
                  <a:pt x="285" y="67"/>
                </a:lnTo>
                <a:lnTo>
                  <a:pt x="284" y="69"/>
                </a:lnTo>
                <a:lnTo>
                  <a:pt x="283" y="69"/>
                </a:lnTo>
                <a:lnTo>
                  <a:pt x="281" y="73"/>
                </a:lnTo>
                <a:lnTo>
                  <a:pt x="280" y="73"/>
                </a:lnTo>
                <a:lnTo>
                  <a:pt x="280" y="74"/>
                </a:lnTo>
                <a:lnTo>
                  <a:pt x="279" y="76"/>
                </a:lnTo>
                <a:lnTo>
                  <a:pt x="278" y="78"/>
                </a:lnTo>
                <a:lnTo>
                  <a:pt x="278" y="79"/>
                </a:lnTo>
                <a:lnTo>
                  <a:pt x="277" y="79"/>
                </a:lnTo>
                <a:lnTo>
                  <a:pt x="278" y="79"/>
                </a:lnTo>
                <a:lnTo>
                  <a:pt x="278" y="80"/>
                </a:lnTo>
                <a:lnTo>
                  <a:pt x="278" y="81"/>
                </a:lnTo>
                <a:lnTo>
                  <a:pt x="277" y="83"/>
                </a:lnTo>
                <a:lnTo>
                  <a:pt x="277" y="84"/>
                </a:lnTo>
                <a:lnTo>
                  <a:pt x="277" y="88"/>
                </a:lnTo>
                <a:lnTo>
                  <a:pt x="277" y="92"/>
                </a:lnTo>
                <a:lnTo>
                  <a:pt x="277" y="93"/>
                </a:lnTo>
                <a:lnTo>
                  <a:pt x="277" y="95"/>
                </a:lnTo>
                <a:lnTo>
                  <a:pt x="277" y="96"/>
                </a:lnTo>
                <a:lnTo>
                  <a:pt x="278" y="97"/>
                </a:lnTo>
                <a:lnTo>
                  <a:pt x="278" y="98"/>
                </a:lnTo>
                <a:lnTo>
                  <a:pt x="278" y="99"/>
                </a:lnTo>
                <a:lnTo>
                  <a:pt x="278" y="100"/>
                </a:lnTo>
                <a:lnTo>
                  <a:pt x="278" y="101"/>
                </a:lnTo>
                <a:lnTo>
                  <a:pt x="279" y="102"/>
                </a:lnTo>
                <a:lnTo>
                  <a:pt x="279" y="103"/>
                </a:lnTo>
                <a:lnTo>
                  <a:pt x="279" y="104"/>
                </a:lnTo>
                <a:lnTo>
                  <a:pt x="280" y="104"/>
                </a:lnTo>
                <a:lnTo>
                  <a:pt x="280" y="105"/>
                </a:lnTo>
                <a:lnTo>
                  <a:pt x="281" y="106"/>
                </a:lnTo>
                <a:lnTo>
                  <a:pt x="281" y="107"/>
                </a:lnTo>
                <a:lnTo>
                  <a:pt x="282" y="108"/>
                </a:lnTo>
                <a:lnTo>
                  <a:pt x="282" y="109"/>
                </a:lnTo>
                <a:lnTo>
                  <a:pt x="281" y="110"/>
                </a:lnTo>
                <a:lnTo>
                  <a:pt x="280" y="111"/>
                </a:lnTo>
                <a:lnTo>
                  <a:pt x="281" y="111"/>
                </a:lnTo>
                <a:lnTo>
                  <a:pt x="282" y="111"/>
                </a:lnTo>
                <a:lnTo>
                  <a:pt x="283" y="111"/>
                </a:lnTo>
                <a:lnTo>
                  <a:pt x="283" y="112"/>
                </a:lnTo>
                <a:lnTo>
                  <a:pt x="284" y="112"/>
                </a:lnTo>
                <a:lnTo>
                  <a:pt x="284" y="113"/>
                </a:lnTo>
                <a:lnTo>
                  <a:pt x="284" y="114"/>
                </a:lnTo>
                <a:lnTo>
                  <a:pt x="284" y="116"/>
                </a:lnTo>
                <a:lnTo>
                  <a:pt x="285" y="117"/>
                </a:lnTo>
                <a:lnTo>
                  <a:pt x="285" y="118"/>
                </a:lnTo>
                <a:lnTo>
                  <a:pt x="285" y="119"/>
                </a:lnTo>
                <a:lnTo>
                  <a:pt x="286" y="120"/>
                </a:lnTo>
                <a:lnTo>
                  <a:pt x="286" y="121"/>
                </a:lnTo>
                <a:lnTo>
                  <a:pt x="286" y="122"/>
                </a:lnTo>
                <a:lnTo>
                  <a:pt x="287" y="123"/>
                </a:lnTo>
                <a:lnTo>
                  <a:pt x="287" y="124"/>
                </a:lnTo>
                <a:lnTo>
                  <a:pt x="288" y="124"/>
                </a:lnTo>
                <a:lnTo>
                  <a:pt x="288" y="125"/>
                </a:lnTo>
                <a:lnTo>
                  <a:pt x="288" y="126"/>
                </a:lnTo>
                <a:lnTo>
                  <a:pt x="289" y="126"/>
                </a:lnTo>
                <a:lnTo>
                  <a:pt x="289" y="127"/>
                </a:lnTo>
                <a:lnTo>
                  <a:pt x="290" y="128"/>
                </a:lnTo>
                <a:lnTo>
                  <a:pt x="291" y="128"/>
                </a:lnTo>
                <a:lnTo>
                  <a:pt x="291" y="129"/>
                </a:lnTo>
                <a:lnTo>
                  <a:pt x="292" y="129"/>
                </a:lnTo>
                <a:lnTo>
                  <a:pt x="292" y="130"/>
                </a:lnTo>
                <a:lnTo>
                  <a:pt x="295" y="130"/>
                </a:lnTo>
                <a:lnTo>
                  <a:pt x="296" y="131"/>
                </a:lnTo>
                <a:lnTo>
                  <a:pt x="295" y="131"/>
                </a:lnTo>
                <a:lnTo>
                  <a:pt x="294" y="131"/>
                </a:lnTo>
                <a:lnTo>
                  <a:pt x="293" y="131"/>
                </a:lnTo>
                <a:lnTo>
                  <a:pt x="292" y="130"/>
                </a:lnTo>
                <a:lnTo>
                  <a:pt x="291" y="131"/>
                </a:lnTo>
                <a:lnTo>
                  <a:pt x="291" y="132"/>
                </a:lnTo>
                <a:lnTo>
                  <a:pt x="292" y="132"/>
                </a:lnTo>
                <a:lnTo>
                  <a:pt x="292" y="133"/>
                </a:lnTo>
                <a:lnTo>
                  <a:pt x="292" y="134"/>
                </a:lnTo>
                <a:lnTo>
                  <a:pt x="293" y="134"/>
                </a:lnTo>
                <a:lnTo>
                  <a:pt x="294" y="134"/>
                </a:lnTo>
                <a:lnTo>
                  <a:pt x="295" y="135"/>
                </a:lnTo>
                <a:lnTo>
                  <a:pt x="294" y="135"/>
                </a:lnTo>
                <a:lnTo>
                  <a:pt x="294" y="136"/>
                </a:lnTo>
                <a:lnTo>
                  <a:pt x="294" y="137"/>
                </a:lnTo>
                <a:lnTo>
                  <a:pt x="294" y="138"/>
                </a:lnTo>
                <a:lnTo>
                  <a:pt x="295" y="140"/>
                </a:lnTo>
                <a:lnTo>
                  <a:pt x="295" y="141"/>
                </a:lnTo>
                <a:lnTo>
                  <a:pt x="296" y="144"/>
                </a:lnTo>
                <a:lnTo>
                  <a:pt x="296" y="145"/>
                </a:lnTo>
                <a:lnTo>
                  <a:pt x="296" y="146"/>
                </a:lnTo>
                <a:lnTo>
                  <a:pt x="295" y="146"/>
                </a:lnTo>
                <a:lnTo>
                  <a:pt x="292" y="147"/>
                </a:lnTo>
                <a:lnTo>
                  <a:pt x="291" y="147"/>
                </a:lnTo>
                <a:lnTo>
                  <a:pt x="291" y="148"/>
                </a:lnTo>
                <a:lnTo>
                  <a:pt x="290" y="149"/>
                </a:lnTo>
                <a:lnTo>
                  <a:pt x="290" y="151"/>
                </a:lnTo>
                <a:lnTo>
                  <a:pt x="291" y="151"/>
                </a:lnTo>
                <a:lnTo>
                  <a:pt x="291" y="152"/>
                </a:lnTo>
                <a:lnTo>
                  <a:pt x="291" y="153"/>
                </a:lnTo>
                <a:lnTo>
                  <a:pt x="292" y="153"/>
                </a:lnTo>
                <a:lnTo>
                  <a:pt x="293" y="153"/>
                </a:lnTo>
                <a:lnTo>
                  <a:pt x="294" y="155"/>
                </a:lnTo>
                <a:lnTo>
                  <a:pt x="293" y="156"/>
                </a:lnTo>
                <a:lnTo>
                  <a:pt x="292" y="157"/>
                </a:lnTo>
                <a:lnTo>
                  <a:pt x="292" y="158"/>
                </a:lnTo>
                <a:lnTo>
                  <a:pt x="290" y="159"/>
                </a:lnTo>
                <a:lnTo>
                  <a:pt x="289" y="160"/>
                </a:lnTo>
                <a:lnTo>
                  <a:pt x="289" y="162"/>
                </a:lnTo>
                <a:lnTo>
                  <a:pt x="288" y="163"/>
                </a:lnTo>
                <a:lnTo>
                  <a:pt x="288" y="164"/>
                </a:lnTo>
                <a:lnTo>
                  <a:pt x="288" y="165"/>
                </a:lnTo>
                <a:lnTo>
                  <a:pt x="287" y="165"/>
                </a:lnTo>
                <a:lnTo>
                  <a:pt x="286" y="166"/>
                </a:lnTo>
                <a:lnTo>
                  <a:pt x="286" y="167"/>
                </a:lnTo>
                <a:lnTo>
                  <a:pt x="286" y="168"/>
                </a:lnTo>
                <a:lnTo>
                  <a:pt x="285" y="170"/>
                </a:lnTo>
                <a:lnTo>
                  <a:pt x="285" y="171"/>
                </a:lnTo>
                <a:lnTo>
                  <a:pt x="285" y="172"/>
                </a:lnTo>
                <a:lnTo>
                  <a:pt x="285" y="174"/>
                </a:lnTo>
                <a:lnTo>
                  <a:pt x="285" y="177"/>
                </a:lnTo>
                <a:lnTo>
                  <a:pt x="285" y="178"/>
                </a:lnTo>
                <a:lnTo>
                  <a:pt x="285" y="181"/>
                </a:lnTo>
                <a:lnTo>
                  <a:pt x="285" y="183"/>
                </a:lnTo>
                <a:lnTo>
                  <a:pt x="284" y="185"/>
                </a:lnTo>
                <a:lnTo>
                  <a:pt x="284" y="186"/>
                </a:lnTo>
                <a:lnTo>
                  <a:pt x="284" y="187"/>
                </a:lnTo>
                <a:lnTo>
                  <a:pt x="284" y="188"/>
                </a:lnTo>
                <a:lnTo>
                  <a:pt x="285" y="189"/>
                </a:lnTo>
                <a:lnTo>
                  <a:pt x="285" y="190"/>
                </a:lnTo>
                <a:lnTo>
                  <a:pt x="285" y="191"/>
                </a:lnTo>
                <a:lnTo>
                  <a:pt x="285" y="192"/>
                </a:lnTo>
                <a:lnTo>
                  <a:pt x="285" y="193"/>
                </a:lnTo>
                <a:lnTo>
                  <a:pt x="285" y="194"/>
                </a:lnTo>
                <a:lnTo>
                  <a:pt x="284" y="194"/>
                </a:lnTo>
                <a:lnTo>
                  <a:pt x="284" y="193"/>
                </a:lnTo>
                <a:lnTo>
                  <a:pt x="283" y="193"/>
                </a:lnTo>
                <a:lnTo>
                  <a:pt x="283" y="194"/>
                </a:lnTo>
                <a:lnTo>
                  <a:pt x="282" y="197"/>
                </a:lnTo>
                <a:lnTo>
                  <a:pt x="282" y="198"/>
                </a:lnTo>
                <a:lnTo>
                  <a:pt x="282" y="199"/>
                </a:lnTo>
                <a:lnTo>
                  <a:pt x="282" y="200"/>
                </a:lnTo>
                <a:lnTo>
                  <a:pt x="281" y="200"/>
                </a:lnTo>
                <a:lnTo>
                  <a:pt x="281" y="203"/>
                </a:lnTo>
                <a:lnTo>
                  <a:pt x="281" y="205"/>
                </a:lnTo>
                <a:lnTo>
                  <a:pt x="280" y="206"/>
                </a:lnTo>
                <a:lnTo>
                  <a:pt x="279" y="207"/>
                </a:lnTo>
                <a:lnTo>
                  <a:pt x="279" y="208"/>
                </a:lnTo>
                <a:lnTo>
                  <a:pt x="278" y="208"/>
                </a:lnTo>
                <a:lnTo>
                  <a:pt x="277" y="208"/>
                </a:lnTo>
                <a:lnTo>
                  <a:pt x="277" y="209"/>
                </a:lnTo>
                <a:lnTo>
                  <a:pt x="277" y="210"/>
                </a:lnTo>
                <a:lnTo>
                  <a:pt x="276" y="210"/>
                </a:lnTo>
                <a:lnTo>
                  <a:pt x="276" y="211"/>
                </a:lnTo>
                <a:lnTo>
                  <a:pt x="276" y="212"/>
                </a:lnTo>
                <a:lnTo>
                  <a:pt x="276" y="213"/>
                </a:lnTo>
                <a:lnTo>
                  <a:pt x="275" y="213"/>
                </a:lnTo>
                <a:lnTo>
                  <a:pt x="274" y="214"/>
                </a:lnTo>
                <a:lnTo>
                  <a:pt x="273" y="215"/>
                </a:lnTo>
                <a:lnTo>
                  <a:pt x="272" y="216"/>
                </a:lnTo>
                <a:lnTo>
                  <a:pt x="271" y="216"/>
                </a:lnTo>
                <a:lnTo>
                  <a:pt x="271" y="217"/>
                </a:lnTo>
                <a:lnTo>
                  <a:pt x="270" y="217"/>
                </a:lnTo>
                <a:lnTo>
                  <a:pt x="269" y="219"/>
                </a:lnTo>
                <a:lnTo>
                  <a:pt x="269" y="220"/>
                </a:lnTo>
                <a:lnTo>
                  <a:pt x="269" y="221"/>
                </a:lnTo>
                <a:lnTo>
                  <a:pt x="269" y="224"/>
                </a:lnTo>
                <a:lnTo>
                  <a:pt x="269" y="225"/>
                </a:lnTo>
                <a:lnTo>
                  <a:pt x="269" y="226"/>
                </a:lnTo>
                <a:lnTo>
                  <a:pt x="270" y="227"/>
                </a:lnTo>
                <a:lnTo>
                  <a:pt x="270" y="228"/>
                </a:lnTo>
                <a:lnTo>
                  <a:pt x="271" y="229"/>
                </a:lnTo>
                <a:lnTo>
                  <a:pt x="271" y="230"/>
                </a:lnTo>
                <a:lnTo>
                  <a:pt x="271" y="232"/>
                </a:lnTo>
                <a:lnTo>
                  <a:pt x="270" y="234"/>
                </a:lnTo>
                <a:lnTo>
                  <a:pt x="270" y="235"/>
                </a:lnTo>
                <a:lnTo>
                  <a:pt x="269" y="236"/>
                </a:lnTo>
                <a:lnTo>
                  <a:pt x="268" y="237"/>
                </a:lnTo>
                <a:lnTo>
                  <a:pt x="267" y="237"/>
                </a:lnTo>
                <a:lnTo>
                  <a:pt x="267" y="238"/>
                </a:lnTo>
                <a:lnTo>
                  <a:pt x="266" y="238"/>
                </a:lnTo>
                <a:lnTo>
                  <a:pt x="266" y="239"/>
                </a:lnTo>
                <a:lnTo>
                  <a:pt x="265" y="240"/>
                </a:lnTo>
                <a:lnTo>
                  <a:pt x="265" y="241"/>
                </a:lnTo>
                <a:lnTo>
                  <a:pt x="265" y="242"/>
                </a:lnTo>
                <a:lnTo>
                  <a:pt x="264" y="242"/>
                </a:lnTo>
                <a:lnTo>
                  <a:pt x="264" y="243"/>
                </a:lnTo>
                <a:lnTo>
                  <a:pt x="264" y="244"/>
                </a:lnTo>
                <a:lnTo>
                  <a:pt x="264" y="245"/>
                </a:lnTo>
                <a:lnTo>
                  <a:pt x="264" y="246"/>
                </a:lnTo>
                <a:lnTo>
                  <a:pt x="265" y="248"/>
                </a:lnTo>
                <a:lnTo>
                  <a:pt x="266" y="250"/>
                </a:lnTo>
                <a:lnTo>
                  <a:pt x="266" y="251"/>
                </a:lnTo>
                <a:lnTo>
                  <a:pt x="268" y="253"/>
                </a:lnTo>
                <a:lnTo>
                  <a:pt x="269" y="254"/>
                </a:lnTo>
                <a:lnTo>
                  <a:pt x="269" y="255"/>
                </a:lnTo>
                <a:lnTo>
                  <a:pt x="270" y="255"/>
                </a:lnTo>
                <a:lnTo>
                  <a:pt x="271" y="255"/>
                </a:lnTo>
                <a:lnTo>
                  <a:pt x="271" y="256"/>
                </a:lnTo>
                <a:lnTo>
                  <a:pt x="272" y="256"/>
                </a:lnTo>
                <a:lnTo>
                  <a:pt x="272" y="257"/>
                </a:lnTo>
                <a:lnTo>
                  <a:pt x="272" y="258"/>
                </a:lnTo>
                <a:lnTo>
                  <a:pt x="272" y="259"/>
                </a:lnTo>
                <a:lnTo>
                  <a:pt x="271" y="260"/>
                </a:lnTo>
                <a:lnTo>
                  <a:pt x="271" y="261"/>
                </a:lnTo>
                <a:lnTo>
                  <a:pt x="271" y="262"/>
                </a:lnTo>
                <a:lnTo>
                  <a:pt x="270" y="263"/>
                </a:lnTo>
                <a:lnTo>
                  <a:pt x="269" y="264"/>
                </a:lnTo>
                <a:lnTo>
                  <a:pt x="268" y="265"/>
                </a:lnTo>
                <a:lnTo>
                  <a:pt x="267" y="266"/>
                </a:lnTo>
                <a:lnTo>
                  <a:pt x="267" y="268"/>
                </a:lnTo>
                <a:lnTo>
                  <a:pt x="266" y="269"/>
                </a:lnTo>
                <a:lnTo>
                  <a:pt x="266" y="270"/>
                </a:lnTo>
                <a:lnTo>
                  <a:pt x="267" y="270"/>
                </a:lnTo>
                <a:lnTo>
                  <a:pt x="267" y="271"/>
                </a:lnTo>
                <a:lnTo>
                  <a:pt x="267" y="272"/>
                </a:lnTo>
                <a:lnTo>
                  <a:pt x="268" y="272"/>
                </a:lnTo>
                <a:lnTo>
                  <a:pt x="268" y="274"/>
                </a:lnTo>
                <a:lnTo>
                  <a:pt x="268" y="276"/>
                </a:lnTo>
                <a:lnTo>
                  <a:pt x="268" y="277"/>
                </a:lnTo>
                <a:lnTo>
                  <a:pt x="268" y="279"/>
                </a:lnTo>
                <a:lnTo>
                  <a:pt x="268" y="280"/>
                </a:lnTo>
                <a:lnTo>
                  <a:pt x="268" y="282"/>
                </a:lnTo>
                <a:lnTo>
                  <a:pt x="268" y="283"/>
                </a:lnTo>
                <a:lnTo>
                  <a:pt x="268" y="284"/>
                </a:lnTo>
                <a:lnTo>
                  <a:pt x="268" y="285"/>
                </a:lnTo>
                <a:lnTo>
                  <a:pt x="268" y="289"/>
                </a:lnTo>
                <a:lnTo>
                  <a:pt x="268" y="290"/>
                </a:lnTo>
                <a:lnTo>
                  <a:pt x="268" y="291"/>
                </a:lnTo>
                <a:lnTo>
                  <a:pt x="268" y="292"/>
                </a:lnTo>
                <a:lnTo>
                  <a:pt x="268" y="293"/>
                </a:lnTo>
                <a:lnTo>
                  <a:pt x="267" y="293"/>
                </a:lnTo>
                <a:lnTo>
                  <a:pt x="267" y="294"/>
                </a:lnTo>
                <a:lnTo>
                  <a:pt x="267" y="295"/>
                </a:lnTo>
                <a:lnTo>
                  <a:pt x="267" y="296"/>
                </a:lnTo>
                <a:lnTo>
                  <a:pt x="267" y="297"/>
                </a:lnTo>
                <a:lnTo>
                  <a:pt x="267" y="298"/>
                </a:lnTo>
                <a:lnTo>
                  <a:pt x="266" y="298"/>
                </a:lnTo>
                <a:lnTo>
                  <a:pt x="266" y="299"/>
                </a:lnTo>
                <a:lnTo>
                  <a:pt x="266" y="300"/>
                </a:lnTo>
                <a:lnTo>
                  <a:pt x="266" y="301"/>
                </a:lnTo>
                <a:lnTo>
                  <a:pt x="266" y="303"/>
                </a:lnTo>
                <a:lnTo>
                  <a:pt x="266" y="306"/>
                </a:lnTo>
                <a:lnTo>
                  <a:pt x="266" y="307"/>
                </a:lnTo>
                <a:lnTo>
                  <a:pt x="266" y="308"/>
                </a:lnTo>
                <a:lnTo>
                  <a:pt x="266" y="309"/>
                </a:lnTo>
                <a:lnTo>
                  <a:pt x="267" y="309"/>
                </a:lnTo>
                <a:lnTo>
                  <a:pt x="267" y="310"/>
                </a:lnTo>
                <a:lnTo>
                  <a:pt x="267" y="311"/>
                </a:lnTo>
                <a:lnTo>
                  <a:pt x="266" y="313"/>
                </a:lnTo>
                <a:lnTo>
                  <a:pt x="266" y="314"/>
                </a:lnTo>
                <a:lnTo>
                  <a:pt x="266" y="315"/>
                </a:lnTo>
                <a:lnTo>
                  <a:pt x="266" y="316"/>
                </a:lnTo>
                <a:lnTo>
                  <a:pt x="265" y="317"/>
                </a:lnTo>
                <a:lnTo>
                  <a:pt x="264" y="317"/>
                </a:lnTo>
                <a:lnTo>
                  <a:pt x="264" y="318"/>
                </a:lnTo>
                <a:lnTo>
                  <a:pt x="264" y="319"/>
                </a:lnTo>
                <a:lnTo>
                  <a:pt x="264" y="320"/>
                </a:lnTo>
                <a:lnTo>
                  <a:pt x="264" y="322"/>
                </a:lnTo>
                <a:lnTo>
                  <a:pt x="265" y="322"/>
                </a:lnTo>
                <a:lnTo>
                  <a:pt x="265" y="324"/>
                </a:lnTo>
                <a:lnTo>
                  <a:pt x="265" y="325"/>
                </a:lnTo>
                <a:lnTo>
                  <a:pt x="265" y="326"/>
                </a:lnTo>
                <a:lnTo>
                  <a:pt x="265" y="327"/>
                </a:lnTo>
                <a:lnTo>
                  <a:pt x="265" y="328"/>
                </a:lnTo>
                <a:lnTo>
                  <a:pt x="265" y="329"/>
                </a:lnTo>
                <a:lnTo>
                  <a:pt x="265" y="330"/>
                </a:lnTo>
                <a:lnTo>
                  <a:pt x="264" y="330"/>
                </a:lnTo>
                <a:lnTo>
                  <a:pt x="264" y="331"/>
                </a:lnTo>
                <a:lnTo>
                  <a:pt x="265" y="331"/>
                </a:lnTo>
                <a:lnTo>
                  <a:pt x="265" y="332"/>
                </a:lnTo>
                <a:lnTo>
                  <a:pt x="264" y="332"/>
                </a:lnTo>
                <a:lnTo>
                  <a:pt x="264" y="333"/>
                </a:lnTo>
                <a:lnTo>
                  <a:pt x="264" y="334"/>
                </a:lnTo>
                <a:lnTo>
                  <a:pt x="263" y="337"/>
                </a:lnTo>
                <a:lnTo>
                  <a:pt x="263" y="338"/>
                </a:lnTo>
                <a:lnTo>
                  <a:pt x="264" y="339"/>
                </a:lnTo>
                <a:lnTo>
                  <a:pt x="264" y="340"/>
                </a:lnTo>
                <a:lnTo>
                  <a:pt x="264" y="342"/>
                </a:lnTo>
                <a:lnTo>
                  <a:pt x="264" y="343"/>
                </a:lnTo>
                <a:lnTo>
                  <a:pt x="264" y="344"/>
                </a:lnTo>
                <a:lnTo>
                  <a:pt x="264" y="345"/>
                </a:lnTo>
                <a:lnTo>
                  <a:pt x="264" y="346"/>
                </a:lnTo>
                <a:lnTo>
                  <a:pt x="264" y="347"/>
                </a:lnTo>
                <a:lnTo>
                  <a:pt x="264" y="348"/>
                </a:lnTo>
                <a:lnTo>
                  <a:pt x="264" y="350"/>
                </a:lnTo>
                <a:lnTo>
                  <a:pt x="263" y="350"/>
                </a:lnTo>
                <a:lnTo>
                  <a:pt x="262" y="353"/>
                </a:lnTo>
                <a:lnTo>
                  <a:pt x="262" y="354"/>
                </a:lnTo>
                <a:lnTo>
                  <a:pt x="262" y="356"/>
                </a:lnTo>
                <a:lnTo>
                  <a:pt x="262" y="357"/>
                </a:lnTo>
                <a:lnTo>
                  <a:pt x="262" y="358"/>
                </a:lnTo>
                <a:lnTo>
                  <a:pt x="262" y="359"/>
                </a:lnTo>
                <a:lnTo>
                  <a:pt x="262" y="360"/>
                </a:lnTo>
                <a:lnTo>
                  <a:pt x="262" y="362"/>
                </a:lnTo>
                <a:lnTo>
                  <a:pt x="263" y="362"/>
                </a:lnTo>
                <a:lnTo>
                  <a:pt x="263" y="363"/>
                </a:lnTo>
                <a:lnTo>
                  <a:pt x="263" y="364"/>
                </a:lnTo>
                <a:lnTo>
                  <a:pt x="263" y="365"/>
                </a:lnTo>
                <a:lnTo>
                  <a:pt x="264" y="365"/>
                </a:lnTo>
                <a:lnTo>
                  <a:pt x="265" y="365"/>
                </a:lnTo>
                <a:lnTo>
                  <a:pt x="265" y="366"/>
                </a:lnTo>
                <a:lnTo>
                  <a:pt x="265" y="367"/>
                </a:lnTo>
                <a:lnTo>
                  <a:pt x="264" y="368"/>
                </a:lnTo>
                <a:lnTo>
                  <a:pt x="264" y="370"/>
                </a:lnTo>
                <a:lnTo>
                  <a:pt x="264" y="371"/>
                </a:lnTo>
                <a:lnTo>
                  <a:pt x="264" y="372"/>
                </a:lnTo>
                <a:lnTo>
                  <a:pt x="263" y="373"/>
                </a:lnTo>
                <a:lnTo>
                  <a:pt x="263" y="376"/>
                </a:lnTo>
                <a:lnTo>
                  <a:pt x="263" y="377"/>
                </a:lnTo>
                <a:lnTo>
                  <a:pt x="263" y="379"/>
                </a:lnTo>
                <a:lnTo>
                  <a:pt x="263" y="380"/>
                </a:lnTo>
                <a:lnTo>
                  <a:pt x="262" y="382"/>
                </a:lnTo>
                <a:lnTo>
                  <a:pt x="262" y="383"/>
                </a:lnTo>
                <a:lnTo>
                  <a:pt x="262" y="384"/>
                </a:lnTo>
                <a:lnTo>
                  <a:pt x="262" y="385"/>
                </a:lnTo>
                <a:lnTo>
                  <a:pt x="261" y="386"/>
                </a:lnTo>
                <a:lnTo>
                  <a:pt x="261" y="387"/>
                </a:lnTo>
                <a:lnTo>
                  <a:pt x="261" y="388"/>
                </a:lnTo>
                <a:lnTo>
                  <a:pt x="261" y="390"/>
                </a:lnTo>
                <a:lnTo>
                  <a:pt x="261" y="391"/>
                </a:lnTo>
                <a:lnTo>
                  <a:pt x="261" y="395"/>
                </a:lnTo>
                <a:lnTo>
                  <a:pt x="262" y="397"/>
                </a:lnTo>
                <a:lnTo>
                  <a:pt x="262" y="399"/>
                </a:lnTo>
                <a:lnTo>
                  <a:pt x="262" y="401"/>
                </a:lnTo>
                <a:lnTo>
                  <a:pt x="261" y="402"/>
                </a:lnTo>
                <a:lnTo>
                  <a:pt x="261" y="403"/>
                </a:lnTo>
                <a:lnTo>
                  <a:pt x="260" y="402"/>
                </a:lnTo>
                <a:lnTo>
                  <a:pt x="260" y="403"/>
                </a:lnTo>
                <a:lnTo>
                  <a:pt x="259" y="403"/>
                </a:lnTo>
                <a:lnTo>
                  <a:pt x="259" y="404"/>
                </a:lnTo>
                <a:lnTo>
                  <a:pt x="258" y="405"/>
                </a:lnTo>
                <a:lnTo>
                  <a:pt x="257" y="406"/>
                </a:lnTo>
                <a:lnTo>
                  <a:pt x="257" y="408"/>
                </a:lnTo>
                <a:lnTo>
                  <a:pt x="256" y="409"/>
                </a:lnTo>
                <a:lnTo>
                  <a:pt x="256" y="410"/>
                </a:lnTo>
                <a:lnTo>
                  <a:pt x="256" y="414"/>
                </a:lnTo>
                <a:lnTo>
                  <a:pt x="255" y="414"/>
                </a:lnTo>
                <a:lnTo>
                  <a:pt x="255" y="415"/>
                </a:lnTo>
                <a:lnTo>
                  <a:pt x="255" y="416"/>
                </a:lnTo>
                <a:lnTo>
                  <a:pt x="255" y="418"/>
                </a:lnTo>
                <a:lnTo>
                  <a:pt x="255" y="419"/>
                </a:lnTo>
                <a:lnTo>
                  <a:pt x="255" y="420"/>
                </a:lnTo>
                <a:lnTo>
                  <a:pt x="255" y="421"/>
                </a:lnTo>
                <a:lnTo>
                  <a:pt x="256" y="421"/>
                </a:lnTo>
                <a:lnTo>
                  <a:pt x="256" y="422"/>
                </a:lnTo>
                <a:lnTo>
                  <a:pt x="255" y="423"/>
                </a:lnTo>
                <a:lnTo>
                  <a:pt x="255" y="424"/>
                </a:lnTo>
                <a:lnTo>
                  <a:pt x="254" y="424"/>
                </a:lnTo>
                <a:lnTo>
                  <a:pt x="253" y="425"/>
                </a:lnTo>
                <a:lnTo>
                  <a:pt x="253" y="428"/>
                </a:lnTo>
                <a:lnTo>
                  <a:pt x="253" y="429"/>
                </a:lnTo>
                <a:lnTo>
                  <a:pt x="253" y="430"/>
                </a:lnTo>
                <a:lnTo>
                  <a:pt x="254" y="430"/>
                </a:lnTo>
                <a:lnTo>
                  <a:pt x="255" y="431"/>
                </a:lnTo>
                <a:lnTo>
                  <a:pt x="256" y="433"/>
                </a:lnTo>
                <a:lnTo>
                  <a:pt x="256" y="434"/>
                </a:lnTo>
                <a:lnTo>
                  <a:pt x="256" y="436"/>
                </a:lnTo>
                <a:lnTo>
                  <a:pt x="255" y="437"/>
                </a:lnTo>
                <a:lnTo>
                  <a:pt x="255" y="439"/>
                </a:lnTo>
                <a:lnTo>
                  <a:pt x="255" y="440"/>
                </a:lnTo>
                <a:lnTo>
                  <a:pt x="256" y="440"/>
                </a:lnTo>
                <a:lnTo>
                  <a:pt x="256" y="441"/>
                </a:lnTo>
                <a:lnTo>
                  <a:pt x="257" y="442"/>
                </a:lnTo>
                <a:lnTo>
                  <a:pt x="258" y="442"/>
                </a:lnTo>
                <a:lnTo>
                  <a:pt x="257" y="443"/>
                </a:lnTo>
                <a:lnTo>
                  <a:pt x="257" y="444"/>
                </a:lnTo>
                <a:lnTo>
                  <a:pt x="256" y="444"/>
                </a:lnTo>
                <a:lnTo>
                  <a:pt x="256" y="443"/>
                </a:lnTo>
                <a:lnTo>
                  <a:pt x="256" y="444"/>
                </a:lnTo>
                <a:lnTo>
                  <a:pt x="255" y="444"/>
                </a:lnTo>
                <a:lnTo>
                  <a:pt x="255" y="445"/>
                </a:lnTo>
                <a:lnTo>
                  <a:pt x="254" y="448"/>
                </a:lnTo>
                <a:lnTo>
                  <a:pt x="253" y="448"/>
                </a:lnTo>
                <a:lnTo>
                  <a:pt x="252" y="448"/>
                </a:lnTo>
                <a:lnTo>
                  <a:pt x="251" y="449"/>
                </a:lnTo>
                <a:lnTo>
                  <a:pt x="250" y="449"/>
                </a:lnTo>
                <a:lnTo>
                  <a:pt x="250" y="450"/>
                </a:lnTo>
                <a:lnTo>
                  <a:pt x="250" y="451"/>
                </a:lnTo>
                <a:lnTo>
                  <a:pt x="249" y="451"/>
                </a:lnTo>
                <a:lnTo>
                  <a:pt x="249" y="452"/>
                </a:lnTo>
                <a:lnTo>
                  <a:pt x="248" y="455"/>
                </a:lnTo>
                <a:lnTo>
                  <a:pt x="248" y="458"/>
                </a:lnTo>
                <a:lnTo>
                  <a:pt x="248" y="459"/>
                </a:lnTo>
                <a:lnTo>
                  <a:pt x="248" y="462"/>
                </a:lnTo>
                <a:lnTo>
                  <a:pt x="247" y="464"/>
                </a:lnTo>
                <a:lnTo>
                  <a:pt x="247" y="465"/>
                </a:lnTo>
                <a:lnTo>
                  <a:pt x="246" y="471"/>
                </a:lnTo>
                <a:lnTo>
                  <a:pt x="245" y="473"/>
                </a:lnTo>
                <a:lnTo>
                  <a:pt x="245" y="474"/>
                </a:lnTo>
                <a:lnTo>
                  <a:pt x="245" y="475"/>
                </a:lnTo>
                <a:lnTo>
                  <a:pt x="244" y="475"/>
                </a:lnTo>
                <a:lnTo>
                  <a:pt x="243" y="477"/>
                </a:lnTo>
                <a:lnTo>
                  <a:pt x="243" y="478"/>
                </a:lnTo>
                <a:lnTo>
                  <a:pt x="242" y="479"/>
                </a:lnTo>
                <a:lnTo>
                  <a:pt x="241" y="479"/>
                </a:lnTo>
                <a:lnTo>
                  <a:pt x="241" y="480"/>
                </a:lnTo>
                <a:lnTo>
                  <a:pt x="240" y="481"/>
                </a:lnTo>
                <a:lnTo>
                  <a:pt x="240" y="482"/>
                </a:lnTo>
                <a:lnTo>
                  <a:pt x="240" y="483"/>
                </a:lnTo>
                <a:lnTo>
                  <a:pt x="237" y="490"/>
                </a:lnTo>
                <a:lnTo>
                  <a:pt x="237" y="492"/>
                </a:lnTo>
                <a:lnTo>
                  <a:pt x="236" y="493"/>
                </a:lnTo>
                <a:lnTo>
                  <a:pt x="236" y="494"/>
                </a:lnTo>
                <a:lnTo>
                  <a:pt x="235" y="495"/>
                </a:lnTo>
                <a:lnTo>
                  <a:pt x="234" y="496"/>
                </a:lnTo>
                <a:lnTo>
                  <a:pt x="234" y="497"/>
                </a:lnTo>
                <a:lnTo>
                  <a:pt x="234" y="498"/>
                </a:lnTo>
                <a:lnTo>
                  <a:pt x="234" y="499"/>
                </a:lnTo>
                <a:lnTo>
                  <a:pt x="233" y="499"/>
                </a:lnTo>
                <a:lnTo>
                  <a:pt x="232" y="499"/>
                </a:lnTo>
                <a:lnTo>
                  <a:pt x="231" y="499"/>
                </a:lnTo>
                <a:lnTo>
                  <a:pt x="230" y="499"/>
                </a:lnTo>
                <a:lnTo>
                  <a:pt x="229" y="500"/>
                </a:lnTo>
                <a:lnTo>
                  <a:pt x="228" y="501"/>
                </a:lnTo>
                <a:lnTo>
                  <a:pt x="227" y="501"/>
                </a:lnTo>
                <a:lnTo>
                  <a:pt x="226" y="503"/>
                </a:lnTo>
                <a:lnTo>
                  <a:pt x="226" y="504"/>
                </a:lnTo>
                <a:lnTo>
                  <a:pt x="226" y="507"/>
                </a:lnTo>
                <a:lnTo>
                  <a:pt x="226" y="508"/>
                </a:lnTo>
                <a:lnTo>
                  <a:pt x="227" y="509"/>
                </a:lnTo>
                <a:lnTo>
                  <a:pt x="228" y="510"/>
                </a:lnTo>
                <a:lnTo>
                  <a:pt x="229" y="512"/>
                </a:lnTo>
                <a:lnTo>
                  <a:pt x="229" y="513"/>
                </a:lnTo>
                <a:lnTo>
                  <a:pt x="229" y="514"/>
                </a:lnTo>
                <a:lnTo>
                  <a:pt x="229" y="515"/>
                </a:lnTo>
                <a:lnTo>
                  <a:pt x="228" y="515"/>
                </a:lnTo>
                <a:lnTo>
                  <a:pt x="227" y="515"/>
                </a:lnTo>
                <a:lnTo>
                  <a:pt x="227" y="516"/>
                </a:lnTo>
                <a:lnTo>
                  <a:pt x="226" y="516"/>
                </a:lnTo>
                <a:lnTo>
                  <a:pt x="226" y="517"/>
                </a:lnTo>
                <a:lnTo>
                  <a:pt x="226" y="518"/>
                </a:lnTo>
                <a:lnTo>
                  <a:pt x="226" y="520"/>
                </a:lnTo>
                <a:lnTo>
                  <a:pt x="226" y="521"/>
                </a:lnTo>
                <a:lnTo>
                  <a:pt x="226" y="522"/>
                </a:lnTo>
                <a:lnTo>
                  <a:pt x="225" y="523"/>
                </a:lnTo>
                <a:lnTo>
                  <a:pt x="224" y="524"/>
                </a:lnTo>
                <a:lnTo>
                  <a:pt x="223" y="524"/>
                </a:lnTo>
                <a:lnTo>
                  <a:pt x="223" y="525"/>
                </a:lnTo>
                <a:lnTo>
                  <a:pt x="222" y="526"/>
                </a:lnTo>
                <a:lnTo>
                  <a:pt x="221" y="527"/>
                </a:lnTo>
                <a:lnTo>
                  <a:pt x="221" y="528"/>
                </a:lnTo>
                <a:lnTo>
                  <a:pt x="220" y="529"/>
                </a:lnTo>
                <a:lnTo>
                  <a:pt x="219" y="529"/>
                </a:lnTo>
                <a:lnTo>
                  <a:pt x="219" y="530"/>
                </a:lnTo>
                <a:lnTo>
                  <a:pt x="218" y="531"/>
                </a:lnTo>
                <a:lnTo>
                  <a:pt x="218" y="532"/>
                </a:lnTo>
                <a:lnTo>
                  <a:pt x="217" y="532"/>
                </a:lnTo>
                <a:lnTo>
                  <a:pt x="217" y="533"/>
                </a:lnTo>
                <a:lnTo>
                  <a:pt x="216" y="533"/>
                </a:lnTo>
                <a:lnTo>
                  <a:pt x="215" y="534"/>
                </a:lnTo>
                <a:lnTo>
                  <a:pt x="214" y="535"/>
                </a:lnTo>
                <a:lnTo>
                  <a:pt x="213" y="535"/>
                </a:lnTo>
                <a:lnTo>
                  <a:pt x="212" y="536"/>
                </a:lnTo>
                <a:lnTo>
                  <a:pt x="211" y="537"/>
                </a:lnTo>
                <a:lnTo>
                  <a:pt x="210" y="537"/>
                </a:lnTo>
                <a:lnTo>
                  <a:pt x="209" y="538"/>
                </a:lnTo>
                <a:lnTo>
                  <a:pt x="209" y="539"/>
                </a:lnTo>
                <a:lnTo>
                  <a:pt x="208" y="539"/>
                </a:lnTo>
                <a:lnTo>
                  <a:pt x="208" y="540"/>
                </a:lnTo>
                <a:lnTo>
                  <a:pt x="208" y="541"/>
                </a:lnTo>
                <a:lnTo>
                  <a:pt x="207" y="541"/>
                </a:lnTo>
                <a:lnTo>
                  <a:pt x="207" y="542"/>
                </a:lnTo>
                <a:lnTo>
                  <a:pt x="206" y="542"/>
                </a:lnTo>
                <a:lnTo>
                  <a:pt x="205" y="543"/>
                </a:lnTo>
                <a:lnTo>
                  <a:pt x="204" y="543"/>
                </a:lnTo>
                <a:lnTo>
                  <a:pt x="204" y="544"/>
                </a:lnTo>
                <a:lnTo>
                  <a:pt x="203" y="544"/>
                </a:lnTo>
                <a:lnTo>
                  <a:pt x="203" y="545"/>
                </a:lnTo>
                <a:lnTo>
                  <a:pt x="202" y="545"/>
                </a:lnTo>
                <a:lnTo>
                  <a:pt x="202" y="546"/>
                </a:lnTo>
                <a:lnTo>
                  <a:pt x="201" y="547"/>
                </a:lnTo>
                <a:lnTo>
                  <a:pt x="201" y="548"/>
                </a:lnTo>
                <a:lnTo>
                  <a:pt x="201" y="549"/>
                </a:lnTo>
                <a:lnTo>
                  <a:pt x="201" y="550"/>
                </a:lnTo>
                <a:lnTo>
                  <a:pt x="200" y="550"/>
                </a:lnTo>
                <a:lnTo>
                  <a:pt x="200" y="552"/>
                </a:lnTo>
                <a:lnTo>
                  <a:pt x="200" y="554"/>
                </a:lnTo>
                <a:lnTo>
                  <a:pt x="200" y="555"/>
                </a:lnTo>
                <a:lnTo>
                  <a:pt x="200" y="556"/>
                </a:lnTo>
                <a:lnTo>
                  <a:pt x="200" y="558"/>
                </a:lnTo>
                <a:lnTo>
                  <a:pt x="200" y="561"/>
                </a:lnTo>
                <a:lnTo>
                  <a:pt x="199" y="563"/>
                </a:lnTo>
                <a:lnTo>
                  <a:pt x="198" y="564"/>
                </a:lnTo>
                <a:lnTo>
                  <a:pt x="197" y="565"/>
                </a:lnTo>
                <a:lnTo>
                  <a:pt x="196" y="566"/>
                </a:lnTo>
                <a:lnTo>
                  <a:pt x="196" y="567"/>
                </a:lnTo>
                <a:lnTo>
                  <a:pt x="196" y="568"/>
                </a:lnTo>
                <a:lnTo>
                  <a:pt x="195" y="568"/>
                </a:lnTo>
                <a:lnTo>
                  <a:pt x="195" y="569"/>
                </a:lnTo>
                <a:lnTo>
                  <a:pt x="195" y="570"/>
                </a:lnTo>
                <a:lnTo>
                  <a:pt x="195" y="571"/>
                </a:lnTo>
                <a:lnTo>
                  <a:pt x="195" y="572"/>
                </a:lnTo>
                <a:lnTo>
                  <a:pt x="195" y="573"/>
                </a:lnTo>
                <a:lnTo>
                  <a:pt x="195" y="574"/>
                </a:lnTo>
                <a:lnTo>
                  <a:pt x="195" y="575"/>
                </a:lnTo>
                <a:lnTo>
                  <a:pt x="194" y="576"/>
                </a:lnTo>
                <a:lnTo>
                  <a:pt x="194" y="578"/>
                </a:lnTo>
                <a:lnTo>
                  <a:pt x="194" y="579"/>
                </a:lnTo>
                <a:lnTo>
                  <a:pt x="193" y="581"/>
                </a:lnTo>
                <a:lnTo>
                  <a:pt x="193" y="583"/>
                </a:lnTo>
                <a:lnTo>
                  <a:pt x="193" y="584"/>
                </a:lnTo>
                <a:lnTo>
                  <a:pt x="193" y="586"/>
                </a:lnTo>
                <a:lnTo>
                  <a:pt x="193" y="587"/>
                </a:lnTo>
                <a:lnTo>
                  <a:pt x="193" y="589"/>
                </a:lnTo>
                <a:lnTo>
                  <a:pt x="192" y="590"/>
                </a:lnTo>
                <a:lnTo>
                  <a:pt x="192" y="592"/>
                </a:lnTo>
                <a:lnTo>
                  <a:pt x="192" y="593"/>
                </a:lnTo>
                <a:lnTo>
                  <a:pt x="191" y="595"/>
                </a:lnTo>
                <a:lnTo>
                  <a:pt x="191" y="597"/>
                </a:lnTo>
                <a:lnTo>
                  <a:pt x="191" y="598"/>
                </a:lnTo>
                <a:lnTo>
                  <a:pt x="190" y="598"/>
                </a:lnTo>
                <a:lnTo>
                  <a:pt x="190" y="599"/>
                </a:lnTo>
                <a:lnTo>
                  <a:pt x="190" y="600"/>
                </a:lnTo>
                <a:lnTo>
                  <a:pt x="190" y="602"/>
                </a:lnTo>
                <a:lnTo>
                  <a:pt x="190" y="603"/>
                </a:lnTo>
                <a:lnTo>
                  <a:pt x="189" y="603"/>
                </a:lnTo>
                <a:lnTo>
                  <a:pt x="189" y="604"/>
                </a:lnTo>
                <a:lnTo>
                  <a:pt x="189" y="605"/>
                </a:lnTo>
                <a:lnTo>
                  <a:pt x="189" y="607"/>
                </a:lnTo>
                <a:lnTo>
                  <a:pt x="189" y="608"/>
                </a:lnTo>
                <a:lnTo>
                  <a:pt x="189" y="610"/>
                </a:lnTo>
                <a:lnTo>
                  <a:pt x="188" y="610"/>
                </a:lnTo>
                <a:lnTo>
                  <a:pt x="188" y="611"/>
                </a:lnTo>
                <a:lnTo>
                  <a:pt x="187" y="613"/>
                </a:lnTo>
                <a:lnTo>
                  <a:pt x="187" y="614"/>
                </a:lnTo>
                <a:lnTo>
                  <a:pt x="187" y="615"/>
                </a:lnTo>
                <a:lnTo>
                  <a:pt x="187" y="616"/>
                </a:lnTo>
                <a:lnTo>
                  <a:pt x="187" y="617"/>
                </a:lnTo>
                <a:lnTo>
                  <a:pt x="187" y="618"/>
                </a:lnTo>
                <a:lnTo>
                  <a:pt x="187" y="621"/>
                </a:lnTo>
                <a:lnTo>
                  <a:pt x="187" y="622"/>
                </a:lnTo>
                <a:lnTo>
                  <a:pt x="188" y="623"/>
                </a:lnTo>
                <a:lnTo>
                  <a:pt x="188" y="624"/>
                </a:lnTo>
                <a:lnTo>
                  <a:pt x="188" y="626"/>
                </a:lnTo>
                <a:lnTo>
                  <a:pt x="188" y="627"/>
                </a:lnTo>
                <a:lnTo>
                  <a:pt x="189" y="629"/>
                </a:lnTo>
                <a:lnTo>
                  <a:pt x="189" y="633"/>
                </a:lnTo>
                <a:lnTo>
                  <a:pt x="191" y="642"/>
                </a:lnTo>
                <a:lnTo>
                  <a:pt x="193" y="653"/>
                </a:lnTo>
                <a:lnTo>
                  <a:pt x="193" y="654"/>
                </a:lnTo>
                <a:lnTo>
                  <a:pt x="192" y="656"/>
                </a:lnTo>
                <a:lnTo>
                  <a:pt x="192" y="657"/>
                </a:lnTo>
                <a:lnTo>
                  <a:pt x="192" y="658"/>
                </a:lnTo>
                <a:lnTo>
                  <a:pt x="193" y="659"/>
                </a:lnTo>
                <a:lnTo>
                  <a:pt x="193" y="660"/>
                </a:lnTo>
                <a:lnTo>
                  <a:pt x="194" y="660"/>
                </a:lnTo>
                <a:lnTo>
                  <a:pt x="195" y="660"/>
                </a:lnTo>
                <a:lnTo>
                  <a:pt x="195" y="661"/>
                </a:lnTo>
                <a:lnTo>
                  <a:pt x="194" y="665"/>
                </a:lnTo>
                <a:lnTo>
                  <a:pt x="194" y="666"/>
                </a:lnTo>
                <a:lnTo>
                  <a:pt x="195" y="667"/>
                </a:lnTo>
                <a:lnTo>
                  <a:pt x="195" y="668"/>
                </a:lnTo>
                <a:lnTo>
                  <a:pt x="195" y="670"/>
                </a:lnTo>
                <a:lnTo>
                  <a:pt x="196" y="670"/>
                </a:lnTo>
                <a:lnTo>
                  <a:pt x="196" y="671"/>
                </a:lnTo>
                <a:lnTo>
                  <a:pt x="196" y="672"/>
                </a:lnTo>
                <a:lnTo>
                  <a:pt x="196" y="673"/>
                </a:lnTo>
                <a:lnTo>
                  <a:pt x="197" y="674"/>
                </a:lnTo>
                <a:lnTo>
                  <a:pt x="198" y="675"/>
                </a:lnTo>
                <a:lnTo>
                  <a:pt x="197" y="675"/>
                </a:lnTo>
                <a:lnTo>
                  <a:pt x="197" y="676"/>
                </a:lnTo>
                <a:lnTo>
                  <a:pt x="196" y="676"/>
                </a:lnTo>
                <a:lnTo>
                  <a:pt x="196" y="677"/>
                </a:lnTo>
                <a:lnTo>
                  <a:pt x="195" y="677"/>
                </a:lnTo>
                <a:lnTo>
                  <a:pt x="196" y="677"/>
                </a:lnTo>
                <a:lnTo>
                  <a:pt x="196" y="678"/>
                </a:lnTo>
                <a:lnTo>
                  <a:pt x="195" y="679"/>
                </a:lnTo>
                <a:lnTo>
                  <a:pt x="194" y="681"/>
                </a:lnTo>
                <a:lnTo>
                  <a:pt x="194" y="682"/>
                </a:lnTo>
                <a:lnTo>
                  <a:pt x="194" y="683"/>
                </a:lnTo>
                <a:lnTo>
                  <a:pt x="193" y="683"/>
                </a:lnTo>
                <a:lnTo>
                  <a:pt x="192" y="683"/>
                </a:lnTo>
                <a:lnTo>
                  <a:pt x="192" y="684"/>
                </a:lnTo>
                <a:lnTo>
                  <a:pt x="190" y="685"/>
                </a:lnTo>
                <a:lnTo>
                  <a:pt x="189" y="685"/>
                </a:lnTo>
                <a:lnTo>
                  <a:pt x="189" y="686"/>
                </a:lnTo>
                <a:lnTo>
                  <a:pt x="189" y="687"/>
                </a:lnTo>
                <a:lnTo>
                  <a:pt x="189" y="688"/>
                </a:lnTo>
                <a:lnTo>
                  <a:pt x="189" y="689"/>
                </a:lnTo>
                <a:lnTo>
                  <a:pt x="189" y="690"/>
                </a:lnTo>
                <a:lnTo>
                  <a:pt x="189" y="691"/>
                </a:lnTo>
                <a:lnTo>
                  <a:pt x="189" y="692"/>
                </a:lnTo>
                <a:lnTo>
                  <a:pt x="189" y="693"/>
                </a:lnTo>
                <a:lnTo>
                  <a:pt x="190" y="695"/>
                </a:lnTo>
                <a:lnTo>
                  <a:pt x="191" y="696"/>
                </a:lnTo>
                <a:lnTo>
                  <a:pt x="191" y="697"/>
                </a:lnTo>
                <a:lnTo>
                  <a:pt x="192" y="697"/>
                </a:lnTo>
                <a:lnTo>
                  <a:pt x="193" y="698"/>
                </a:lnTo>
                <a:lnTo>
                  <a:pt x="194" y="699"/>
                </a:lnTo>
                <a:lnTo>
                  <a:pt x="194" y="700"/>
                </a:lnTo>
                <a:lnTo>
                  <a:pt x="194" y="701"/>
                </a:lnTo>
                <a:lnTo>
                  <a:pt x="195" y="701"/>
                </a:lnTo>
                <a:lnTo>
                  <a:pt x="195" y="702"/>
                </a:lnTo>
                <a:lnTo>
                  <a:pt x="196" y="702"/>
                </a:lnTo>
                <a:lnTo>
                  <a:pt x="195" y="703"/>
                </a:lnTo>
                <a:lnTo>
                  <a:pt x="193" y="703"/>
                </a:lnTo>
                <a:lnTo>
                  <a:pt x="192" y="703"/>
                </a:lnTo>
                <a:lnTo>
                  <a:pt x="192" y="702"/>
                </a:lnTo>
                <a:lnTo>
                  <a:pt x="192" y="701"/>
                </a:lnTo>
                <a:lnTo>
                  <a:pt x="192" y="700"/>
                </a:lnTo>
                <a:lnTo>
                  <a:pt x="191" y="700"/>
                </a:lnTo>
                <a:lnTo>
                  <a:pt x="190" y="700"/>
                </a:lnTo>
                <a:lnTo>
                  <a:pt x="189" y="700"/>
                </a:lnTo>
                <a:lnTo>
                  <a:pt x="189" y="699"/>
                </a:lnTo>
                <a:lnTo>
                  <a:pt x="188" y="699"/>
                </a:lnTo>
                <a:lnTo>
                  <a:pt x="188" y="698"/>
                </a:lnTo>
                <a:lnTo>
                  <a:pt x="187" y="698"/>
                </a:lnTo>
                <a:lnTo>
                  <a:pt x="187" y="697"/>
                </a:lnTo>
                <a:lnTo>
                  <a:pt x="186" y="697"/>
                </a:lnTo>
                <a:lnTo>
                  <a:pt x="185" y="697"/>
                </a:lnTo>
                <a:lnTo>
                  <a:pt x="184" y="697"/>
                </a:lnTo>
                <a:lnTo>
                  <a:pt x="182" y="697"/>
                </a:lnTo>
                <a:lnTo>
                  <a:pt x="178" y="696"/>
                </a:lnTo>
                <a:lnTo>
                  <a:pt x="176" y="695"/>
                </a:lnTo>
                <a:lnTo>
                  <a:pt x="175" y="694"/>
                </a:lnTo>
                <a:lnTo>
                  <a:pt x="174" y="694"/>
                </a:lnTo>
                <a:lnTo>
                  <a:pt x="173" y="695"/>
                </a:lnTo>
                <a:lnTo>
                  <a:pt x="172" y="695"/>
                </a:lnTo>
                <a:lnTo>
                  <a:pt x="171" y="696"/>
                </a:lnTo>
                <a:lnTo>
                  <a:pt x="171" y="697"/>
                </a:lnTo>
                <a:lnTo>
                  <a:pt x="171" y="698"/>
                </a:lnTo>
                <a:lnTo>
                  <a:pt x="172" y="698"/>
                </a:lnTo>
                <a:lnTo>
                  <a:pt x="172" y="699"/>
                </a:lnTo>
                <a:lnTo>
                  <a:pt x="172" y="700"/>
                </a:lnTo>
                <a:lnTo>
                  <a:pt x="172" y="701"/>
                </a:lnTo>
                <a:lnTo>
                  <a:pt x="171" y="702"/>
                </a:lnTo>
                <a:lnTo>
                  <a:pt x="170" y="703"/>
                </a:lnTo>
                <a:lnTo>
                  <a:pt x="169" y="703"/>
                </a:lnTo>
                <a:lnTo>
                  <a:pt x="168" y="703"/>
                </a:lnTo>
                <a:lnTo>
                  <a:pt x="167" y="701"/>
                </a:lnTo>
                <a:lnTo>
                  <a:pt x="165" y="700"/>
                </a:lnTo>
                <a:lnTo>
                  <a:pt x="165" y="699"/>
                </a:lnTo>
                <a:lnTo>
                  <a:pt x="165" y="698"/>
                </a:lnTo>
                <a:lnTo>
                  <a:pt x="165" y="697"/>
                </a:lnTo>
                <a:lnTo>
                  <a:pt x="165" y="696"/>
                </a:lnTo>
                <a:lnTo>
                  <a:pt x="165" y="695"/>
                </a:lnTo>
                <a:lnTo>
                  <a:pt x="165" y="694"/>
                </a:lnTo>
                <a:lnTo>
                  <a:pt x="165" y="693"/>
                </a:lnTo>
                <a:lnTo>
                  <a:pt x="165" y="692"/>
                </a:lnTo>
                <a:lnTo>
                  <a:pt x="164" y="691"/>
                </a:lnTo>
                <a:lnTo>
                  <a:pt x="164" y="690"/>
                </a:lnTo>
                <a:lnTo>
                  <a:pt x="163" y="690"/>
                </a:lnTo>
                <a:lnTo>
                  <a:pt x="161" y="688"/>
                </a:lnTo>
                <a:lnTo>
                  <a:pt x="160" y="688"/>
                </a:lnTo>
                <a:lnTo>
                  <a:pt x="160" y="687"/>
                </a:lnTo>
                <a:lnTo>
                  <a:pt x="159" y="686"/>
                </a:lnTo>
                <a:lnTo>
                  <a:pt x="159" y="685"/>
                </a:lnTo>
                <a:lnTo>
                  <a:pt x="158" y="685"/>
                </a:lnTo>
                <a:lnTo>
                  <a:pt x="158" y="684"/>
                </a:lnTo>
                <a:lnTo>
                  <a:pt x="157" y="683"/>
                </a:lnTo>
                <a:lnTo>
                  <a:pt x="157" y="682"/>
                </a:lnTo>
                <a:lnTo>
                  <a:pt x="158" y="681"/>
                </a:lnTo>
                <a:lnTo>
                  <a:pt x="159" y="680"/>
                </a:lnTo>
                <a:lnTo>
                  <a:pt x="159" y="679"/>
                </a:lnTo>
                <a:lnTo>
                  <a:pt x="159" y="678"/>
                </a:lnTo>
                <a:lnTo>
                  <a:pt x="158" y="678"/>
                </a:lnTo>
                <a:lnTo>
                  <a:pt x="159" y="677"/>
                </a:lnTo>
                <a:lnTo>
                  <a:pt x="160" y="677"/>
                </a:lnTo>
                <a:lnTo>
                  <a:pt x="160" y="676"/>
                </a:lnTo>
                <a:lnTo>
                  <a:pt x="160" y="675"/>
                </a:lnTo>
                <a:lnTo>
                  <a:pt x="160" y="674"/>
                </a:lnTo>
                <a:lnTo>
                  <a:pt x="159" y="672"/>
                </a:lnTo>
                <a:lnTo>
                  <a:pt x="159" y="671"/>
                </a:lnTo>
                <a:lnTo>
                  <a:pt x="158" y="671"/>
                </a:lnTo>
                <a:lnTo>
                  <a:pt x="159" y="671"/>
                </a:lnTo>
                <a:lnTo>
                  <a:pt x="159" y="670"/>
                </a:lnTo>
                <a:lnTo>
                  <a:pt x="160" y="670"/>
                </a:lnTo>
                <a:lnTo>
                  <a:pt x="161" y="669"/>
                </a:lnTo>
                <a:lnTo>
                  <a:pt x="161" y="668"/>
                </a:lnTo>
                <a:lnTo>
                  <a:pt x="161" y="667"/>
                </a:lnTo>
                <a:lnTo>
                  <a:pt x="160" y="666"/>
                </a:lnTo>
                <a:lnTo>
                  <a:pt x="160" y="665"/>
                </a:lnTo>
                <a:lnTo>
                  <a:pt x="159" y="664"/>
                </a:lnTo>
                <a:lnTo>
                  <a:pt x="159" y="663"/>
                </a:lnTo>
                <a:lnTo>
                  <a:pt x="159" y="662"/>
                </a:lnTo>
                <a:lnTo>
                  <a:pt x="153" y="649"/>
                </a:lnTo>
                <a:lnTo>
                  <a:pt x="152" y="647"/>
                </a:lnTo>
                <a:lnTo>
                  <a:pt x="151" y="646"/>
                </a:lnTo>
                <a:lnTo>
                  <a:pt x="151" y="645"/>
                </a:lnTo>
                <a:lnTo>
                  <a:pt x="150" y="645"/>
                </a:lnTo>
                <a:lnTo>
                  <a:pt x="150" y="644"/>
                </a:lnTo>
                <a:lnTo>
                  <a:pt x="149" y="643"/>
                </a:lnTo>
                <a:lnTo>
                  <a:pt x="148" y="642"/>
                </a:lnTo>
                <a:lnTo>
                  <a:pt x="147" y="641"/>
                </a:lnTo>
                <a:lnTo>
                  <a:pt x="145" y="640"/>
                </a:lnTo>
                <a:lnTo>
                  <a:pt x="145" y="639"/>
                </a:lnTo>
                <a:lnTo>
                  <a:pt x="144" y="639"/>
                </a:lnTo>
                <a:lnTo>
                  <a:pt x="143" y="639"/>
                </a:lnTo>
                <a:lnTo>
                  <a:pt x="143" y="638"/>
                </a:lnTo>
                <a:lnTo>
                  <a:pt x="143" y="637"/>
                </a:lnTo>
                <a:lnTo>
                  <a:pt x="144" y="636"/>
                </a:lnTo>
                <a:lnTo>
                  <a:pt x="143" y="636"/>
                </a:lnTo>
                <a:lnTo>
                  <a:pt x="143" y="635"/>
                </a:lnTo>
                <a:lnTo>
                  <a:pt x="142" y="633"/>
                </a:lnTo>
                <a:lnTo>
                  <a:pt x="141" y="632"/>
                </a:lnTo>
                <a:lnTo>
                  <a:pt x="141" y="631"/>
                </a:lnTo>
                <a:lnTo>
                  <a:pt x="141" y="630"/>
                </a:lnTo>
                <a:lnTo>
                  <a:pt x="141" y="629"/>
                </a:lnTo>
                <a:lnTo>
                  <a:pt x="140" y="629"/>
                </a:lnTo>
                <a:lnTo>
                  <a:pt x="140" y="628"/>
                </a:lnTo>
                <a:lnTo>
                  <a:pt x="139" y="628"/>
                </a:lnTo>
                <a:lnTo>
                  <a:pt x="139" y="627"/>
                </a:lnTo>
                <a:lnTo>
                  <a:pt x="136" y="625"/>
                </a:lnTo>
                <a:lnTo>
                  <a:pt x="135" y="624"/>
                </a:lnTo>
                <a:lnTo>
                  <a:pt x="134" y="624"/>
                </a:lnTo>
                <a:lnTo>
                  <a:pt x="133" y="623"/>
                </a:lnTo>
                <a:lnTo>
                  <a:pt x="132" y="623"/>
                </a:lnTo>
                <a:lnTo>
                  <a:pt x="132" y="622"/>
                </a:lnTo>
                <a:lnTo>
                  <a:pt x="132" y="621"/>
                </a:lnTo>
                <a:lnTo>
                  <a:pt x="131" y="621"/>
                </a:lnTo>
                <a:lnTo>
                  <a:pt x="131" y="620"/>
                </a:lnTo>
                <a:lnTo>
                  <a:pt x="130" y="619"/>
                </a:lnTo>
                <a:lnTo>
                  <a:pt x="129" y="619"/>
                </a:lnTo>
                <a:lnTo>
                  <a:pt x="129" y="618"/>
                </a:lnTo>
                <a:lnTo>
                  <a:pt x="128" y="617"/>
                </a:lnTo>
                <a:lnTo>
                  <a:pt x="127" y="617"/>
                </a:lnTo>
                <a:lnTo>
                  <a:pt x="126" y="616"/>
                </a:lnTo>
                <a:lnTo>
                  <a:pt x="123" y="615"/>
                </a:lnTo>
                <a:lnTo>
                  <a:pt x="122" y="614"/>
                </a:lnTo>
                <a:lnTo>
                  <a:pt x="120" y="613"/>
                </a:lnTo>
                <a:lnTo>
                  <a:pt x="119" y="613"/>
                </a:lnTo>
                <a:lnTo>
                  <a:pt x="117" y="612"/>
                </a:lnTo>
                <a:lnTo>
                  <a:pt x="116" y="612"/>
                </a:lnTo>
                <a:lnTo>
                  <a:pt x="115" y="612"/>
                </a:lnTo>
                <a:lnTo>
                  <a:pt x="115" y="611"/>
                </a:lnTo>
                <a:lnTo>
                  <a:pt x="113" y="611"/>
                </a:lnTo>
                <a:lnTo>
                  <a:pt x="112" y="611"/>
                </a:lnTo>
                <a:lnTo>
                  <a:pt x="111" y="610"/>
                </a:lnTo>
                <a:lnTo>
                  <a:pt x="110" y="610"/>
                </a:lnTo>
                <a:lnTo>
                  <a:pt x="108" y="609"/>
                </a:lnTo>
                <a:lnTo>
                  <a:pt x="106" y="608"/>
                </a:lnTo>
                <a:lnTo>
                  <a:pt x="105" y="608"/>
                </a:lnTo>
                <a:lnTo>
                  <a:pt x="104" y="607"/>
                </a:lnTo>
                <a:lnTo>
                  <a:pt x="103" y="607"/>
                </a:lnTo>
                <a:lnTo>
                  <a:pt x="100" y="606"/>
                </a:lnTo>
                <a:lnTo>
                  <a:pt x="100" y="605"/>
                </a:lnTo>
                <a:lnTo>
                  <a:pt x="99" y="605"/>
                </a:lnTo>
                <a:lnTo>
                  <a:pt x="98" y="604"/>
                </a:lnTo>
                <a:lnTo>
                  <a:pt x="97" y="604"/>
                </a:lnTo>
                <a:lnTo>
                  <a:pt x="97" y="603"/>
                </a:lnTo>
                <a:lnTo>
                  <a:pt x="96" y="602"/>
                </a:lnTo>
                <a:lnTo>
                  <a:pt x="94" y="601"/>
                </a:lnTo>
                <a:lnTo>
                  <a:pt x="93" y="601"/>
                </a:lnTo>
                <a:lnTo>
                  <a:pt x="92" y="600"/>
                </a:lnTo>
                <a:lnTo>
                  <a:pt x="92" y="601"/>
                </a:lnTo>
                <a:lnTo>
                  <a:pt x="91" y="601"/>
                </a:lnTo>
                <a:lnTo>
                  <a:pt x="90" y="601"/>
                </a:lnTo>
                <a:lnTo>
                  <a:pt x="89" y="601"/>
                </a:lnTo>
                <a:lnTo>
                  <a:pt x="87" y="600"/>
                </a:lnTo>
                <a:lnTo>
                  <a:pt x="86" y="599"/>
                </a:lnTo>
                <a:lnTo>
                  <a:pt x="85" y="599"/>
                </a:lnTo>
                <a:lnTo>
                  <a:pt x="82" y="597"/>
                </a:lnTo>
                <a:lnTo>
                  <a:pt x="81" y="597"/>
                </a:lnTo>
                <a:lnTo>
                  <a:pt x="80" y="596"/>
                </a:lnTo>
                <a:lnTo>
                  <a:pt x="79" y="597"/>
                </a:lnTo>
                <a:lnTo>
                  <a:pt x="77" y="595"/>
                </a:lnTo>
                <a:lnTo>
                  <a:pt x="76" y="594"/>
                </a:lnTo>
                <a:lnTo>
                  <a:pt x="75" y="594"/>
                </a:lnTo>
                <a:lnTo>
                  <a:pt x="74" y="593"/>
                </a:lnTo>
                <a:lnTo>
                  <a:pt x="74" y="592"/>
                </a:lnTo>
                <a:lnTo>
                  <a:pt x="73" y="592"/>
                </a:lnTo>
                <a:lnTo>
                  <a:pt x="72" y="591"/>
                </a:lnTo>
                <a:lnTo>
                  <a:pt x="71" y="590"/>
                </a:lnTo>
                <a:lnTo>
                  <a:pt x="71" y="589"/>
                </a:lnTo>
                <a:lnTo>
                  <a:pt x="72" y="589"/>
                </a:lnTo>
                <a:lnTo>
                  <a:pt x="73" y="590"/>
                </a:lnTo>
                <a:lnTo>
                  <a:pt x="74" y="590"/>
                </a:lnTo>
                <a:lnTo>
                  <a:pt x="74" y="591"/>
                </a:lnTo>
                <a:lnTo>
                  <a:pt x="75" y="591"/>
                </a:lnTo>
                <a:lnTo>
                  <a:pt x="76" y="591"/>
                </a:lnTo>
                <a:lnTo>
                  <a:pt x="76" y="590"/>
                </a:lnTo>
                <a:lnTo>
                  <a:pt x="74" y="589"/>
                </a:lnTo>
                <a:lnTo>
                  <a:pt x="72" y="588"/>
                </a:lnTo>
                <a:lnTo>
                  <a:pt x="71" y="587"/>
                </a:lnTo>
                <a:lnTo>
                  <a:pt x="69" y="585"/>
                </a:lnTo>
                <a:lnTo>
                  <a:pt x="67" y="585"/>
                </a:lnTo>
                <a:lnTo>
                  <a:pt x="66" y="584"/>
                </a:lnTo>
                <a:lnTo>
                  <a:pt x="66" y="583"/>
                </a:lnTo>
                <a:lnTo>
                  <a:pt x="64" y="581"/>
                </a:lnTo>
                <a:lnTo>
                  <a:pt x="63" y="580"/>
                </a:lnTo>
                <a:lnTo>
                  <a:pt x="62" y="579"/>
                </a:lnTo>
                <a:lnTo>
                  <a:pt x="62" y="578"/>
                </a:lnTo>
                <a:lnTo>
                  <a:pt x="63" y="579"/>
                </a:lnTo>
                <a:lnTo>
                  <a:pt x="64" y="579"/>
                </a:lnTo>
                <a:lnTo>
                  <a:pt x="65" y="578"/>
                </a:lnTo>
                <a:lnTo>
                  <a:pt x="63" y="578"/>
                </a:lnTo>
                <a:lnTo>
                  <a:pt x="64" y="577"/>
                </a:lnTo>
                <a:lnTo>
                  <a:pt x="64" y="576"/>
                </a:lnTo>
                <a:lnTo>
                  <a:pt x="63" y="577"/>
                </a:lnTo>
                <a:lnTo>
                  <a:pt x="63" y="576"/>
                </a:lnTo>
                <a:lnTo>
                  <a:pt x="63" y="577"/>
                </a:lnTo>
                <a:lnTo>
                  <a:pt x="61" y="576"/>
                </a:lnTo>
                <a:lnTo>
                  <a:pt x="61" y="577"/>
                </a:lnTo>
                <a:lnTo>
                  <a:pt x="59" y="578"/>
                </a:lnTo>
                <a:lnTo>
                  <a:pt x="59" y="577"/>
                </a:lnTo>
                <a:lnTo>
                  <a:pt x="58" y="577"/>
                </a:lnTo>
                <a:lnTo>
                  <a:pt x="58" y="575"/>
                </a:lnTo>
                <a:lnTo>
                  <a:pt x="57" y="575"/>
                </a:lnTo>
                <a:lnTo>
                  <a:pt x="57" y="574"/>
                </a:lnTo>
                <a:lnTo>
                  <a:pt x="56" y="574"/>
                </a:lnTo>
                <a:lnTo>
                  <a:pt x="55" y="573"/>
                </a:lnTo>
                <a:lnTo>
                  <a:pt x="55" y="572"/>
                </a:lnTo>
                <a:lnTo>
                  <a:pt x="55" y="571"/>
                </a:lnTo>
                <a:lnTo>
                  <a:pt x="55" y="570"/>
                </a:lnTo>
                <a:lnTo>
                  <a:pt x="55" y="569"/>
                </a:lnTo>
                <a:lnTo>
                  <a:pt x="55" y="568"/>
                </a:lnTo>
                <a:lnTo>
                  <a:pt x="55" y="567"/>
                </a:lnTo>
                <a:lnTo>
                  <a:pt x="56" y="567"/>
                </a:lnTo>
                <a:lnTo>
                  <a:pt x="57" y="566"/>
                </a:lnTo>
                <a:lnTo>
                  <a:pt x="58" y="565"/>
                </a:lnTo>
                <a:lnTo>
                  <a:pt x="58" y="564"/>
                </a:lnTo>
                <a:lnTo>
                  <a:pt x="58" y="563"/>
                </a:lnTo>
                <a:lnTo>
                  <a:pt x="58" y="562"/>
                </a:lnTo>
                <a:lnTo>
                  <a:pt x="58" y="560"/>
                </a:lnTo>
                <a:lnTo>
                  <a:pt x="58" y="559"/>
                </a:lnTo>
                <a:lnTo>
                  <a:pt x="57" y="559"/>
                </a:lnTo>
                <a:lnTo>
                  <a:pt x="56" y="559"/>
                </a:lnTo>
                <a:lnTo>
                  <a:pt x="55" y="559"/>
                </a:lnTo>
                <a:lnTo>
                  <a:pt x="55" y="561"/>
                </a:lnTo>
                <a:lnTo>
                  <a:pt x="54" y="559"/>
                </a:lnTo>
                <a:lnTo>
                  <a:pt x="54" y="558"/>
                </a:lnTo>
                <a:lnTo>
                  <a:pt x="53" y="557"/>
                </a:lnTo>
                <a:lnTo>
                  <a:pt x="52" y="556"/>
                </a:lnTo>
                <a:lnTo>
                  <a:pt x="52" y="555"/>
                </a:lnTo>
                <a:lnTo>
                  <a:pt x="51" y="554"/>
                </a:lnTo>
                <a:lnTo>
                  <a:pt x="51" y="553"/>
                </a:lnTo>
                <a:lnTo>
                  <a:pt x="50" y="552"/>
                </a:lnTo>
                <a:lnTo>
                  <a:pt x="49" y="551"/>
                </a:lnTo>
                <a:lnTo>
                  <a:pt x="48" y="550"/>
                </a:lnTo>
                <a:lnTo>
                  <a:pt x="48" y="549"/>
                </a:lnTo>
                <a:lnTo>
                  <a:pt x="46" y="547"/>
                </a:lnTo>
                <a:lnTo>
                  <a:pt x="45" y="544"/>
                </a:lnTo>
                <a:lnTo>
                  <a:pt x="44" y="543"/>
                </a:lnTo>
                <a:lnTo>
                  <a:pt x="44" y="542"/>
                </a:lnTo>
                <a:lnTo>
                  <a:pt x="43" y="542"/>
                </a:lnTo>
                <a:lnTo>
                  <a:pt x="43" y="541"/>
                </a:lnTo>
                <a:lnTo>
                  <a:pt x="42" y="541"/>
                </a:lnTo>
                <a:lnTo>
                  <a:pt x="41" y="541"/>
                </a:lnTo>
                <a:lnTo>
                  <a:pt x="41" y="540"/>
                </a:lnTo>
                <a:lnTo>
                  <a:pt x="42" y="540"/>
                </a:lnTo>
                <a:lnTo>
                  <a:pt x="42" y="539"/>
                </a:lnTo>
                <a:lnTo>
                  <a:pt x="41" y="538"/>
                </a:lnTo>
                <a:lnTo>
                  <a:pt x="40" y="536"/>
                </a:lnTo>
                <a:lnTo>
                  <a:pt x="39" y="534"/>
                </a:lnTo>
                <a:lnTo>
                  <a:pt x="39" y="533"/>
                </a:lnTo>
                <a:lnTo>
                  <a:pt x="38" y="533"/>
                </a:lnTo>
                <a:lnTo>
                  <a:pt x="37" y="532"/>
                </a:lnTo>
                <a:lnTo>
                  <a:pt x="37" y="531"/>
                </a:lnTo>
                <a:lnTo>
                  <a:pt x="37" y="530"/>
                </a:lnTo>
                <a:lnTo>
                  <a:pt x="37" y="529"/>
                </a:lnTo>
                <a:lnTo>
                  <a:pt x="36" y="527"/>
                </a:lnTo>
                <a:lnTo>
                  <a:pt x="35" y="526"/>
                </a:lnTo>
                <a:lnTo>
                  <a:pt x="35" y="525"/>
                </a:lnTo>
                <a:lnTo>
                  <a:pt x="34" y="525"/>
                </a:lnTo>
                <a:lnTo>
                  <a:pt x="34" y="524"/>
                </a:lnTo>
                <a:lnTo>
                  <a:pt x="33" y="523"/>
                </a:lnTo>
                <a:lnTo>
                  <a:pt x="33" y="522"/>
                </a:lnTo>
                <a:lnTo>
                  <a:pt x="33" y="521"/>
                </a:lnTo>
                <a:lnTo>
                  <a:pt x="32" y="521"/>
                </a:lnTo>
                <a:lnTo>
                  <a:pt x="32" y="520"/>
                </a:lnTo>
                <a:lnTo>
                  <a:pt x="32" y="518"/>
                </a:lnTo>
                <a:lnTo>
                  <a:pt x="32" y="517"/>
                </a:lnTo>
                <a:lnTo>
                  <a:pt x="32" y="516"/>
                </a:lnTo>
                <a:lnTo>
                  <a:pt x="31" y="514"/>
                </a:lnTo>
                <a:lnTo>
                  <a:pt x="31" y="513"/>
                </a:lnTo>
                <a:lnTo>
                  <a:pt x="30" y="512"/>
                </a:lnTo>
                <a:lnTo>
                  <a:pt x="29" y="511"/>
                </a:lnTo>
                <a:lnTo>
                  <a:pt x="28" y="510"/>
                </a:lnTo>
                <a:lnTo>
                  <a:pt x="27" y="509"/>
                </a:lnTo>
                <a:lnTo>
                  <a:pt x="27" y="508"/>
                </a:lnTo>
                <a:lnTo>
                  <a:pt x="26" y="508"/>
                </a:lnTo>
                <a:lnTo>
                  <a:pt x="25" y="507"/>
                </a:lnTo>
                <a:lnTo>
                  <a:pt x="24" y="506"/>
                </a:lnTo>
                <a:lnTo>
                  <a:pt x="23" y="505"/>
                </a:lnTo>
                <a:lnTo>
                  <a:pt x="22" y="505"/>
                </a:lnTo>
                <a:lnTo>
                  <a:pt x="20" y="504"/>
                </a:lnTo>
                <a:lnTo>
                  <a:pt x="19" y="503"/>
                </a:lnTo>
                <a:lnTo>
                  <a:pt x="17" y="502"/>
                </a:lnTo>
                <a:lnTo>
                  <a:pt x="16" y="502"/>
                </a:lnTo>
                <a:lnTo>
                  <a:pt x="16" y="501"/>
                </a:lnTo>
                <a:lnTo>
                  <a:pt x="14" y="500"/>
                </a:lnTo>
                <a:lnTo>
                  <a:pt x="12" y="500"/>
                </a:lnTo>
                <a:lnTo>
                  <a:pt x="11" y="499"/>
                </a:lnTo>
                <a:lnTo>
                  <a:pt x="10" y="499"/>
                </a:lnTo>
                <a:lnTo>
                  <a:pt x="9" y="499"/>
                </a:lnTo>
                <a:lnTo>
                  <a:pt x="8" y="498"/>
                </a:lnTo>
                <a:lnTo>
                  <a:pt x="9" y="497"/>
                </a:lnTo>
                <a:lnTo>
                  <a:pt x="8" y="496"/>
                </a:lnTo>
                <a:lnTo>
                  <a:pt x="8" y="497"/>
                </a:lnTo>
                <a:lnTo>
                  <a:pt x="7" y="497"/>
                </a:lnTo>
                <a:lnTo>
                  <a:pt x="6" y="497"/>
                </a:lnTo>
                <a:lnTo>
                  <a:pt x="5" y="497"/>
                </a:lnTo>
                <a:lnTo>
                  <a:pt x="5" y="496"/>
                </a:lnTo>
                <a:lnTo>
                  <a:pt x="4" y="496"/>
                </a:lnTo>
                <a:lnTo>
                  <a:pt x="3" y="495"/>
                </a:lnTo>
                <a:lnTo>
                  <a:pt x="3" y="496"/>
                </a:lnTo>
                <a:lnTo>
                  <a:pt x="2" y="494"/>
                </a:lnTo>
                <a:lnTo>
                  <a:pt x="2" y="492"/>
                </a:lnTo>
                <a:lnTo>
                  <a:pt x="1" y="491"/>
                </a:lnTo>
                <a:lnTo>
                  <a:pt x="1" y="490"/>
                </a:lnTo>
                <a:lnTo>
                  <a:pt x="1" y="489"/>
                </a:lnTo>
                <a:lnTo>
                  <a:pt x="1" y="488"/>
                </a:lnTo>
                <a:lnTo>
                  <a:pt x="0" y="487"/>
                </a:lnTo>
                <a:lnTo>
                  <a:pt x="1" y="487"/>
                </a:lnTo>
                <a:lnTo>
                  <a:pt x="1" y="486"/>
                </a:lnTo>
                <a:lnTo>
                  <a:pt x="1" y="485"/>
                </a:lnTo>
                <a:lnTo>
                  <a:pt x="1" y="484"/>
                </a:lnTo>
                <a:lnTo>
                  <a:pt x="2" y="484"/>
                </a:lnTo>
                <a:lnTo>
                  <a:pt x="3" y="483"/>
                </a:lnTo>
                <a:lnTo>
                  <a:pt x="3" y="484"/>
                </a:lnTo>
                <a:lnTo>
                  <a:pt x="2" y="484"/>
                </a:lnTo>
                <a:lnTo>
                  <a:pt x="2" y="485"/>
                </a:lnTo>
                <a:lnTo>
                  <a:pt x="1" y="486"/>
                </a:lnTo>
                <a:lnTo>
                  <a:pt x="3" y="485"/>
                </a:lnTo>
                <a:lnTo>
                  <a:pt x="3" y="484"/>
                </a:lnTo>
                <a:lnTo>
                  <a:pt x="6" y="482"/>
                </a:lnTo>
                <a:lnTo>
                  <a:pt x="7" y="482"/>
                </a:lnTo>
                <a:lnTo>
                  <a:pt x="9" y="482"/>
                </a:lnTo>
                <a:lnTo>
                  <a:pt x="9" y="481"/>
                </a:lnTo>
                <a:lnTo>
                  <a:pt x="9" y="480"/>
                </a:lnTo>
                <a:lnTo>
                  <a:pt x="9" y="479"/>
                </a:lnTo>
                <a:lnTo>
                  <a:pt x="9" y="478"/>
                </a:lnTo>
                <a:lnTo>
                  <a:pt x="8" y="477"/>
                </a:lnTo>
                <a:lnTo>
                  <a:pt x="7" y="478"/>
                </a:lnTo>
                <a:lnTo>
                  <a:pt x="6" y="472"/>
                </a:lnTo>
                <a:lnTo>
                  <a:pt x="5" y="472"/>
                </a:lnTo>
                <a:lnTo>
                  <a:pt x="5" y="471"/>
                </a:lnTo>
                <a:lnTo>
                  <a:pt x="4" y="470"/>
                </a:lnTo>
                <a:lnTo>
                  <a:pt x="5" y="469"/>
                </a:lnTo>
                <a:lnTo>
                  <a:pt x="5" y="468"/>
                </a:lnTo>
                <a:lnTo>
                  <a:pt x="5" y="467"/>
                </a:lnTo>
                <a:lnTo>
                  <a:pt x="6" y="466"/>
                </a:lnTo>
                <a:lnTo>
                  <a:pt x="6" y="465"/>
                </a:lnTo>
                <a:lnTo>
                  <a:pt x="6" y="464"/>
                </a:lnTo>
                <a:lnTo>
                  <a:pt x="7" y="464"/>
                </a:lnTo>
                <a:lnTo>
                  <a:pt x="7" y="465"/>
                </a:lnTo>
                <a:lnTo>
                  <a:pt x="7" y="463"/>
                </a:lnTo>
                <a:lnTo>
                  <a:pt x="6" y="463"/>
                </a:lnTo>
                <a:lnTo>
                  <a:pt x="5" y="463"/>
                </a:lnTo>
                <a:lnTo>
                  <a:pt x="6" y="463"/>
                </a:lnTo>
                <a:lnTo>
                  <a:pt x="6" y="461"/>
                </a:lnTo>
                <a:lnTo>
                  <a:pt x="5" y="461"/>
                </a:lnTo>
                <a:lnTo>
                  <a:pt x="5" y="460"/>
                </a:lnTo>
                <a:lnTo>
                  <a:pt x="5" y="459"/>
                </a:lnTo>
                <a:lnTo>
                  <a:pt x="6" y="459"/>
                </a:lnTo>
                <a:lnTo>
                  <a:pt x="6" y="460"/>
                </a:lnTo>
                <a:lnTo>
                  <a:pt x="6" y="461"/>
                </a:lnTo>
                <a:lnTo>
                  <a:pt x="7" y="461"/>
                </a:lnTo>
                <a:lnTo>
                  <a:pt x="7" y="462"/>
                </a:lnTo>
                <a:lnTo>
                  <a:pt x="8" y="462"/>
                </a:lnTo>
                <a:lnTo>
                  <a:pt x="8" y="461"/>
                </a:lnTo>
                <a:lnTo>
                  <a:pt x="8" y="460"/>
                </a:lnTo>
                <a:lnTo>
                  <a:pt x="8" y="459"/>
                </a:lnTo>
                <a:lnTo>
                  <a:pt x="8" y="457"/>
                </a:lnTo>
                <a:lnTo>
                  <a:pt x="9" y="456"/>
                </a:lnTo>
                <a:lnTo>
                  <a:pt x="9" y="455"/>
                </a:lnTo>
                <a:lnTo>
                  <a:pt x="10" y="455"/>
                </a:lnTo>
                <a:lnTo>
                  <a:pt x="10" y="454"/>
                </a:lnTo>
                <a:lnTo>
                  <a:pt x="9" y="454"/>
                </a:lnTo>
                <a:lnTo>
                  <a:pt x="9" y="453"/>
                </a:lnTo>
                <a:lnTo>
                  <a:pt x="9" y="452"/>
                </a:lnTo>
                <a:lnTo>
                  <a:pt x="10" y="452"/>
                </a:lnTo>
                <a:lnTo>
                  <a:pt x="10" y="451"/>
                </a:lnTo>
                <a:lnTo>
                  <a:pt x="11" y="451"/>
                </a:lnTo>
                <a:lnTo>
                  <a:pt x="10" y="451"/>
                </a:lnTo>
                <a:lnTo>
                  <a:pt x="9" y="451"/>
                </a:lnTo>
                <a:lnTo>
                  <a:pt x="9" y="452"/>
                </a:lnTo>
                <a:lnTo>
                  <a:pt x="8" y="452"/>
                </a:lnTo>
                <a:lnTo>
                  <a:pt x="7" y="452"/>
                </a:lnTo>
                <a:lnTo>
                  <a:pt x="7" y="451"/>
                </a:lnTo>
                <a:lnTo>
                  <a:pt x="6" y="450"/>
                </a:lnTo>
                <a:lnTo>
                  <a:pt x="6" y="448"/>
                </a:lnTo>
                <a:lnTo>
                  <a:pt x="6" y="447"/>
                </a:lnTo>
                <a:lnTo>
                  <a:pt x="7" y="447"/>
                </a:lnTo>
                <a:lnTo>
                  <a:pt x="8" y="447"/>
                </a:lnTo>
                <a:lnTo>
                  <a:pt x="9" y="447"/>
                </a:lnTo>
                <a:lnTo>
                  <a:pt x="9" y="446"/>
                </a:lnTo>
                <a:lnTo>
                  <a:pt x="8" y="446"/>
                </a:lnTo>
                <a:lnTo>
                  <a:pt x="8" y="445"/>
                </a:lnTo>
                <a:lnTo>
                  <a:pt x="8" y="444"/>
                </a:lnTo>
                <a:lnTo>
                  <a:pt x="8" y="443"/>
                </a:lnTo>
                <a:lnTo>
                  <a:pt x="9" y="442"/>
                </a:lnTo>
                <a:lnTo>
                  <a:pt x="9" y="441"/>
                </a:lnTo>
                <a:lnTo>
                  <a:pt x="9" y="440"/>
                </a:lnTo>
                <a:lnTo>
                  <a:pt x="10" y="440"/>
                </a:lnTo>
                <a:lnTo>
                  <a:pt x="10" y="439"/>
                </a:lnTo>
                <a:lnTo>
                  <a:pt x="10" y="438"/>
                </a:lnTo>
                <a:lnTo>
                  <a:pt x="11" y="438"/>
                </a:lnTo>
                <a:lnTo>
                  <a:pt x="11" y="437"/>
                </a:lnTo>
                <a:lnTo>
                  <a:pt x="10" y="437"/>
                </a:lnTo>
                <a:lnTo>
                  <a:pt x="9" y="437"/>
                </a:lnTo>
                <a:lnTo>
                  <a:pt x="9" y="436"/>
                </a:lnTo>
                <a:lnTo>
                  <a:pt x="9" y="435"/>
                </a:lnTo>
                <a:lnTo>
                  <a:pt x="10" y="434"/>
                </a:lnTo>
                <a:lnTo>
                  <a:pt x="10" y="433"/>
                </a:lnTo>
                <a:lnTo>
                  <a:pt x="10" y="432"/>
                </a:lnTo>
                <a:lnTo>
                  <a:pt x="10" y="431"/>
                </a:lnTo>
                <a:lnTo>
                  <a:pt x="11" y="431"/>
                </a:lnTo>
                <a:lnTo>
                  <a:pt x="11" y="430"/>
                </a:lnTo>
                <a:lnTo>
                  <a:pt x="12" y="430"/>
                </a:lnTo>
                <a:lnTo>
                  <a:pt x="11" y="431"/>
                </a:lnTo>
                <a:lnTo>
                  <a:pt x="10" y="433"/>
                </a:lnTo>
                <a:lnTo>
                  <a:pt x="11" y="433"/>
                </a:lnTo>
                <a:lnTo>
                  <a:pt x="12" y="433"/>
                </a:lnTo>
                <a:lnTo>
                  <a:pt x="12" y="432"/>
                </a:lnTo>
                <a:lnTo>
                  <a:pt x="12" y="431"/>
                </a:lnTo>
                <a:lnTo>
                  <a:pt x="13" y="431"/>
                </a:lnTo>
                <a:lnTo>
                  <a:pt x="13" y="432"/>
                </a:lnTo>
                <a:lnTo>
                  <a:pt x="14" y="433"/>
                </a:lnTo>
                <a:lnTo>
                  <a:pt x="15" y="432"/>
                </a:lnTo>
                <a:lnTo>
                  <a:pt x="15" y="429"/>
                </a:lnTo>
                <a:lnTo>
                  <a:pt x="14" y="429"/>
                </a:lnTo>
                <a:lnTo>
                  <a:pt x="13" y="429"/>
                </a:lnTo>
                <a:lnTo>
                  <a:pt x="11" y="429"/>
                </a:lnTo>
                <a:lnTo>
                  <a:pt x="11" y="428"/>
                </a:lnTo>
                <a:lnTo>
                  <a:pt x="10" y="428"/>
                </a:lnTo>
                <a:lnTo>
                  <a:pt x="13" y="427"/>
                </a:lnTo>
                <a:lnTo>
                  <a:pt x="14" y="427"/>
                </a:lnTo>
                <a:lnTo>
                  <a:pt x="15" y="427"/>
                </a:lnTo>
                <a:lnTo>
                  <a:pt x="15" y="426"/>
                </a:lnTo>
                <a:lnTo>
                  <a:pt x="15" y="425"/>
                </a:lnTo>
                <a:lnTo>
                  <a:pt x="15" y="424"/>
                </a:lnTo>
                <a:lnTo>
                  <a:pt x="15" y="423"/>
                </a:lnTo>
                <a:lnTo>
                  <a:pt x="14" y="423"/>
                </a:lnTo>
                <a:lnTo>
                  <a:pt x="13" y="423"/>
                </a:lnTo>
                <a:lnTo>
                  <a:pt x="13" y="424"/>
                </a:lnTo>
                <a:lnTo>
                  <a:pt x="12" y="423"/>
                </a:lnTo>
                <a:lnTo>
                  <a:pt x="12" y="421"/>
                </a:lnTo>
                <a:lnTo>
                  <a:pt x="12" y="420"/>
                </a:lnTo>
                <a:lnTo>
                  <a:pt x="13" y="419"/>
                </a:lnTo>
                <a:lnTo>
                  <a:pt x="13" y="418"/>
                </a:lnTo>
                <a:lnTo>
                  <a:pt x="13" y="419"/>
                </a:lnTo>
                <a:lnTo>
                  <a:pt x="12" y="419"/>
                </a:lnTo>
                <a:lnTo>
                  <a:pt x="11" y="419"/>
                </a:lnTo>
                <a:lnTo>
                  <a:pt x="11" y="418"/>
                </a:lnTo>
                <a:lnTo>
                  <a:pt x="11" y="417"/>
                </a:lnTo>
                <a:lnTo>
                  <a:pt x="11" y="416"/>
                </a:lnTo>
                <a:lnTo>
                  <a:pt x="12" y="415"/>
                </a:lnTo>
                <a:lnTo>
                  <a:pt x="11" y="414"/>
                </a:lnTo>
                <a:lnTo>
                  <a:pt x="10" y="414"/>
                </a:lnTo>
                <a:lnTo>
                  <a:pt x="9" y="415"/>
                </a:lnTo>
                <a:lnTo>
                  <a:pt x="8" y="415"/>
                </a:lnTo>
                <a:lnTo>
                  <a:pt x="8" y="414"/>
                </a:lnTo>
                <a:lnTo>
                  <a:pt x="9" y="413"/>
                </a:lnTo>
                <a:lnTo>
                  <a:pt x="10" y="412"/>
                </a:lnTo>
                <a:lnTo>
                  <a:pt x="10" y="411"/>
                </a:lnTo>
                <a:lnTo>
                  <a:pt x="9" y="411"/>
                </a:lnTo>
                <a:lnTo>
                  <a:pt x="10" y="410"/>
                </a:lnTo>
                <a:lnTo>
                  <a:pt x="10" y="409"/>
                </a:lnTo>
                <a:lnTo>
                  <a:pt x="11" y="408"/>
                </a:lnTo>
                <a:lnTo>
                  <a:pt x="11" y="407"/>
                </a:lnTo>
                <a:lnTo>
                  <a:pt x="11" y="406"/>
                </a:lnTo>
                <a:lnTo>
                  <a:pt x="11" y="405"/>
                </a:lnTo>
                <a:lnTo>
                  <a:pt x="8" y="407"/>
                </a:lnTo>
                <a:lnTo>
                  <a:pt x="7" y="407"/>
                </a:lnTo>
                <a:lnTo>
                  <a:pt x="6" y="407"/>
                </a:lnTo>
                <a:lnTo>
                  <a:pt x="5" y="407"/>
                </a:lnTo>
                <a:lnTo>
                  <a:pt x="4" y="407"/>
                </a:lnTo>
                <a:lnTo>
                  <a:pt x="4" y="406"/>
                </a:lnTo>
                <a:lnTo>
                  <a:pt x="4" y="405"/>
                </a:lnTo>
                <a:lnTo>
                  <a:pt x="3" y="402"/>
                </a:lnTo>
                <a:lnTo>
                  <a:pt x="4" y="401"/>
                </a:lnTo>
                <a:lnTo>
                  <a:pt x="8" y="401"/>
                </a:lnTo>
                <a:lnTo>
                  <a:pt x="9" y="401"/>
                </a:lnTo>
                <a:lnTo>
                  <a:pt x="10" y="401"/>
                </a:lnTo>
                <a:lnTo>
                  <a:pt x="10" y="400"/>
                </a:lnTo>
                <a:lnTo>
                  <a:pt x="10" y="399"/>
                </a:lnTo>
                <a:lnTo>
                  <a:pt x="9" y="399"/>
                </a:lnTo>
                <a:lnTo>
                  <a:pt x="9" y="398"/>
                </a:lnTo>
                <a:lnTo>
                  <a:pt x="9" y="397"/>
                </a:lnTo>
                <a:lnTo>
                  <a:pt x="8" y="397"/>
                </a:lnTo>
                <a:lnTo>
                  <a:pt x="7" y="396"/>
                </a:lnTo>
                <a:lnTo>
                  <a:pt x="6" y="395"/>
                </a:lnTo>
                <a:lnTo>
                  <a:pt x="6" y="393"/>
                </a:lnTo>
                <a:lnTo>
                  <a:pt x="6" y="392"/>
                </a:lnTo>
                <a:lnTo>
                  <a:pt x="6" y="390"/>
                </a:lnTo>
                <a:lnTo>
                  <a:pt x="5" y="388"/>
                </a:lnTo>
                <a:lnTo>
                  <a:pt x="5" y="386"/>
                </a:lnTo>
                <a:lnTo>
                  <a:pt x="6" y="386"/>
                </a:lnTo>
                <a:lnTo>
                  <a:pt x="6" y="385"/>
                </a:lnTo>
                <a:lnTo>
                  <a:pt x="7" y="386"/>
                </a:lnTo>
                <a:lnTo>
                  <a:pt x="6" y="385"/>
                </a:lnTo>
                <a:lnTo>
                  <a:pt x="5" y="385"/>
                </a:lnTo>
                <a:lnTo>
                  <a:pt x="5" y="384"/>
                </a:lnTo>
                <a:lnTo>
                  <a:pt x="5" y="383"/>
                </a:lnTo>
                <a:lnTo>
                  <a:pt x="5" y="382"/>
                </a:lnTo>
                <a:lnTo>
                  <a:pt x="4" y="381"/>
                </a:lnTo>
                <a:lnTo>
                  <a:pt x="4" y="380"/>
                </a:lnTo>
                <a:lnTo>
                  <a:pt x="4" y="379"/>
                </a:lnTo>
                <a:lnTo>
                  <a:pt x="4" y="377"/>
                </a:lnTo>
                <a:lnTo>
                  <a:pt x="4" y="376"/>
                </a:lnTo>
                <a:lnTo>
                  <a:pt x="4" y="375"/>
                </a:lnTo>
                <a:lnTo>
                  <a:pt x="4" y="374"/>
                </a:lnTo>
                <a:lnTo>
                  <a:pt x="5" y="373"/>
                </a:lnTo>
                <a:lnTo>
                  <a:pt x="5" y="372"/>
                </a:lnTo>
                <a:lnTo>
                  <a:pt x="5" y="371"/>
                </a:lnTo>
                <a:lnTo>
                  <a:pt x="5" y="370"/>
                </a:lnTo>
                <a:lnTo>
                  <a:pt x="6" y="369"/>
                </a:lnTo>
                <a:lnTo>
                  <a:pt x="6" y="368"/>
                </a:lnTo>
                <a:lnTo>
                  <a:pt x="7" y="367"/>
                </a:lnTo>
                <a:lnTo>
                  <a:pt x="7" y="366"/>
                </a:lnTo>
                <a:lnTo>
                  <a:pt x="8" y="365"/>
                </a:lnTo>
                <a:lnTo>
                  <a:pt x="8" y="364"/>
                </a:lnTo>
                <a:lnTo>
                  <a:pt x="9" y="363"/>
                </a:lnTo>
                <a:lnTo>
                  <a:pt x="10" y="363"/>
                </a:lnTo>
                <a:lnTo>
                  <a:pt x="11" y="363"/>
                </a:lnTo>
                <a:lnTo>
                  <a:pt x="10" y="363"/>
                </a:lnTo>
                <a:lnTo>
                  <a:pt x="7" y="363"/>
                </a:lnTo>
                <a:lnTo>
                  <a:pt x="7" y="362"/>
                </a:lnTo>
                <a:lnTo>
                  <a:pt x="7" y="359"/>
                </a:lnTo>
                <a:lnTo>
                  <a:pt x="7" y="356"/>
                </a:lnTo>
                <a:lnTo>
                  <a:pt x="7" y="355"/>
                </a:lnTo>
                <a:lnTo>
                  <a:pt x="7" y="352"/>
                </a:lnTo>
                <a:lnTo>
                  <a:pt x="8" y="352"/>
                </a:lnTo>
                <a:lnTo>
                  <a:pt x="11" y="351"/>
                </a:lnTo>
                <a:lnTo>
                  <a:pt x="11" y="350"/>
                </a:lnTo>
                <a:lnTo>
                  <a:pt x="11" y="349"/>
                </a:lnTo>
                <a:lnTo>
                  <a:pt x="12" y="346"/>
                </a:lnTo>
                <a:lnTo>
                  <a:pt x="12" y="345"/>
                </a:lnTo>
                <a:lnTo>
                  <a:pt x="13" y="344"/>
                </a:lnTo>
                <a:lnTo>
                  <a:pt x="14" y="344"/>
                </a:lnTo>
                <a:lnTo>
                  <a:pt x="13" y="344"/>
                </a:lnTo>
                <a:lnTo>
                  <a:pt x="12" y="344"/>
                </a:lnTo>
                <a:lnTo>
                  <a:pt x="11" y="346"/>
                </a:lnTo>
                <a:lnTo>
                  <a:pt x="10" y="348"/>
                </a:lnTo>
                <a:lnTo>
                  <a:pt x="10" y="349"/>
                </a:lnTo>
                <a:lnTo>
                  <a:pt x="10" y="350"/>
                </a:lnTo>
                <a:lnTo>
                  <a:pt x="9" y="350"/>
                </a:lnTo>
                <a:lnTo>
                  <a:pt x="9" y="351"/>
                </a:lnTo>
                <a:lnTo>
                  <a:pt x="8" y="351"/>
                </a:lnTo>
                <a:lnTo>
                  <a:pt x="7" y="352"/>
                </a:lnTo>
                <a:lnTo>
                  <a:pt x="6" y="352"/>
                </a:lnTo>
                <a:lnTo>
                  <a:pt x="5" y="352"/>
                </a:lnTo>
                <a:lnTo>
                  <a:pt x="4" y="350"/>
                </a:lnTo>
                <a:lnTo>
                  <a:pt x="5" y="350"/>
                </a:lnTo>
                <a:lnTo>
                  <a:pt x="5" y="349"/>
                </a:lnTo>
                <a:lnTo>
                  <a:pt x="5" y="348"/>
                </a:lnTo>
                <a:lnTo>
                  <a:pt x="6" y="346"/>
                </a:lnTo>
                <a:lnTo>
                  <a:pt x="7" y="344"/>
                </a:lnTo>
                <a:lnTo>
                  <a:pt x="6" y="344"/>
                </a:lnTo>
                <a:lnTo>
                  <a:pt x="5" y="343"/>
                </a:lnTo>
                <a:lnTo>
                  <a:pt x="5" y="342"/>
                </a:lnTo>
                <a:lnTo>
                  <a:pt x="6" y="342"/>
                </a:lnTo>
                <a:lnTo>
                  <a:pt x="8" y="340"/>
                </a:lnTo>
                <a:lnTo>
                  <a:pt x="9" y="339"/>
                </a:lnTo>
                <a:lnTo>
                  <a:pt x="10" y="338"/>
                </a:lnTo>
                <a:lnTo>
                  <a:pt x="12" y="338"/>
                </a:lnTo>
                <a:lnTo>
                  <a:pt x="14" y="338"/>
                </a:lnTo>
                <a:lnTo>
                  <a:pt x="13" y="337"/>
                </a:lnTo>
                <a:lnTo>
                  <a:pt x="13" y="336"/>
                </a:lnTo>
                <a:lnTo>
                  <a:pt x="13" y="335"/>
                </a:lnTo>
                <a:lnTo>
                  <a:pt x="14" y="336"/>
                </a:lnTo>
                <a:lnTo>
                  <a:pt x="16" y="336"/>
                </a:lnTo>
                <a:lnTo>
                  <a:pt x="16" y="337"/>
                </a:lnTo>
                <a:lnTo>
                  <a:pt x="17" y="337"/>
                </a:lnTo>
                <a:lnTo>
                  <a:pt x="18" y="335"/>
                </a:lnTo>
                <a:lnTo>
                  <a:pt x="18" y="334"/>
                </a:lnTo>
                <a:lnTo>
                  <a:pt x="19" y="334"/>
                </a:lnTo>
                <a:lnTo>
                  <a:pt x="20" y="334"/>
                </a:lnTo>
                <a:lnTo>
                  <a:pt x="20" y="333"/>
                </a:lnTo>
                <a:lnTo>
                  <a:pt x="20" y="332"/>
                </a:lnTo>
                <a:lnTo>
                  <a:pt x="19" y="332"/>
                </a:lnTo>
                <a:lnTo>
                  <a:pt x="18" y="331"/>
                </a:lnTo>
                <a:lnTo>
                  <a:pt x="17" y="330"/>
                </a:lnTo>
                <a:lnTo>
                  <a:pt x="18" y="329"/>
                </a:lnTo>
                <a:lnTo>
                  <a:pt x="19" y="329"/>
                </a:lnTo>
                <a:lnTo>
                  <a:pt x="20" y="329"/>
                </a:lnTo>
                <a:lnTo>
                  <a:pt x="20" y="328"/>
                </a:lnTo>
                <a:lnTo>
                  <a:pt x="21" y="328"/>
                </a:lnTo>
                <a:lnTo>
                  <a:pt x="22" y="327"/>
                </a:lnTo>
                <a:lnTo>
                  <a:pt x="23" y="326"/>
                </a:lnTo>
                <a:lnTo>
                  <a:pt x="24" y="325"/>
                </a:lnTo>
                <a:lnTo>
                  <a:pt x="24" y="324"/>
                </a:lnTo>
                <a:lnTo>
                  <a:pt x="24" y="323"/>
                </a:lnTo>
                <a:lnTo>
                  <a:pt x="25" y="322"/>
                </a:lnTo>
                <a:lnTo>
                  <a:pt x="25" y="321"/>
                </a:lnTo>
                <a:lnTo>
                  <a:pt x="25" y="319"/>
                </a:lnTo>
                <a:lnTo>
                  <a:pt x="26" y="318"/>
                </a:lnTo>
                <a:lnTo>
                  <a:pt x="26" y="317"/>
                </a:lnTo>
                <a:lnTo>
                  <a:pt x="26" y="316"/>
                </a:lnTo>
                <a:lnTo>
                  <a:pt x="27" y="315"/>
                </a:lnTo>
                <a:lnTo>
                  <a:pt x="27" y="314"/>
                </a:lnTo>
                <a:lnTo>
                  <a:pt x="27" y="313"/>
                </a:lnTo>
                <a:lnTo>
                  <a:pt x="27" y="312"/>
                </a:lnTo>
                <a:lnTo>
                  <a:pt x="28" y="312"/>
                </a:lnTo>
                <a:lnTo>
                  <a:pt x="25" y="312"/>
                </a:lnTo>
                <a:lnTo>
                  <a:pt x="27" y="306"/>
                </a:lnTo>
                <a:lnTo>
                  <a:pt x="27" y="305"/>
                </a:lnTo>
                <a:lnTo>
                  <a:pt x="28" y="303"/>
                </a:lnTo>
                <a:lnTo>
                  <a:pt x="28" y="302"/>
                </a:lnTo>
                <a:lnTo>
                  <a:pt x="28" y="301"/>
                </a:lnTo>
                <a:lnTo>
                  <a:pt x="31" y="300"/>
                </a:lnTo>
                <a:lnTo>
                  <a:pt x="31" y="298"/>
                </a:lnTo>
                <a:lnTo>
                  <a:pt x="32" y="296"/>
                </a:lnTo>
                <a:lnTo>
                  <a:pt x="32" y="294"/>
                </a:lnTo>
                <a:lnTo>
                  <a:pt x="34" y="291"/>
                </a:lnTo>
                <a:lnTo>
                  <a:pt x="34" y="290"/>
                </a:lnTo>
                <a:lnTo>
                  <a:pt x="35" y="289"/>
                </a:lnTo>
                <a:lnTo>
                  <a:pt x="36" y="288"/>
                </a:lnTo>
                <a:lnTo>
                  <a:pt x="37" y="288"/>
                </a:lnTo>
                <a:lnTo>
                  <a:pt x="38" y="287"/>
                </a:lnTo>
                <a:lnTo>
                  <a:pt x="39" y="286"/>
                </a:lnTo>
                <a:lnTo>
                  <a:pt x="40" y="286"/>
                </a:lnTo>
                <a:lnTo>
                  <a:pt x="40" y="285"/>
                </a:lnTo>
                <a:lnTo>
                  <a:pt x="40" y="284"/>
                </a:lnTo>
                <a:lnTo>
                  <a:pt x="40" y="282"/>
                </a:lnTo>
                <a:lnTo>
                  <a:pt x="41" y="282"/>
                </a:lnTo>
                <a:lnTo>
                  <a:pt x="41" y="281"/>
                </a:lnTo>
                <a:lnTo>
                  <a:pt x="41" y="280"/>
                </a:lnTo>
                <a:lnTo>
                  <a:pt x="42" y="280"/>
                </a:lnTo>
                <a:lnTo>
                  <a:pt x="42" y="279"/>
                </a:lnTo>
                <a:lnTo>
                  <a:pt x="43" y="279"/>
                </a:lnTo>
                <a:lnTo>
                  <a:pt x="44" y="278"/>
                </a:lnTo>
                <a:lnTo>
                  <a:pt x="44" y="277"/>
                </a:lnTo>
                <a:lnTo>
                  <a:pt x="43" y="277"/>
                </a:lnTo>
                <a:lnTo>
                  <a:pt x="43" y="276"/>
                </a:lnTo>
                <a:lnTo>
                  <a:pt x="44" y="273"/>
                </a:lnTo>
                <a:lnTo>
                  <a:pt x="44" y="271"/>
                </a:lnTo>
                <a:lnTo>
                  <a:pt x="43" y="271"/>
                </a:lnTo>
                <a:lnTo>
                  <a:pt x="42" y="271"/>
                </a:lnTo>
                <a:lnTo>
                  <a:pt x="41" y="271"/>
                </a:lnTo>
                <a:lnTo>
                  <a:pt x="40" y="271"/>
                </a:lnTo>
                <a:lnTo>
                  <a:pt x="40" y="272"/>
                </a:lnTo>
                <a:lnTo>
                  <a:pt x="40" y="275"/>
                </a:lnTo>
                <a:lnTo>
                  <a:pt x="40" y="276"/>
                </a:lnTo>
                <a:lnTo>
                  <a:pt x="39" y="276"/>
                </a:lnTo>
                <a:lnTo>
                  <a:pt x="39" y="277"/>
                </a:lnTo>
                <a:lnTo>
                  <a:pt x="38" y="277"/>
                </a:lnTo>
                <a:lnTo>
                  <a:pt x="37" y="277"/>
                </a:lnTo>
                <a:lnTo>
                  <a:pt x="37" y="278"/>
                </a:lnTo>
                <a:lnTo>
                  <a:pt x="37" y="279"/>
                </a:lnTo>
                <a:lnTo>
                  <a:pt x="35" y="279"/>
                </a:lnTo>
                <a:lnTo>
                  <a:pt x="34" y="279"/>
                </a:lnTo>
                <a:lnTo>
                  <a:pt x="34" y="278"/>
                </a:lnTo>
                <a:lnTo>
                  <a:pt x="37" y="272"/>
                </a:lnTo>
                <a:lnTo>
                  <a:pt x="38" y="272"/>
                </a:lnTo>
                <a:lnTo>
                  <a:pt x="39" y="271"/>
                </a:lnTo>
                <a:lnTo>
                  <a:pt x="39" y="270"/>
                </a:lnTo>
                <a:lnTo>
                  <a:pt x="40" y="269"/>
                </a:lnTo>
                <a:lnTo>
                  <a:pt x="41" y="268"/>
                </a:lnTo>
                <a:lnTo>
                  <a:pt x="40" y="267"/>
                </a:lnTo>
                <a:lnTo>
                  <a:pt x="40" y="266"/>
                </a:lnTo>
                <a:lnTo>
                  <a:pt x="41" y="264"/>
                </a:lnTo>
                <a:lnTo>
                  <a:pt x="42" y="264"/>
                </a:lnTo>
                <a:lnTo>
                  <a:pt x="43" y="264"/>
                </a:lnTo>
                <a:lnTo>
                  <a:pt x="46" y="263"/>
                </a:lnTo>
                <a:lnTo>
                  <a:pt x="47" y="263"/>
                </a:lnTo>
                <a:lnTo>
                  <a:pt x="48" y="262"/>
                </a:lnTo>
                <a:lnTo>
                  <a:pt x="47" y="261"/>
                </a:lnTo>
                <a:lnTo>
                  <a:pt x="48" y="260"/>
                </a:lnTo>
                <a:lnTo>
                  <a:pt x="48" y="259"/>
                </a:lnTo>
                <a:lnTo>
                  <a:pt x="49" y="258"/>
                </a:lnTo>
                <a:lnTo>
                  <a:pt x="49" y="257"/>
                </a:lnTo>
                <a:lnTo>
                  <a:pt x="50" y="257"/>
                </a:lnTo>
                <a:lnTo>
                  <a:pt x="50" y="256"/>
                </a:lnTo>
                <a:lnTo>
                  <a:pt x="50" y="255"/>
                </a:lnTo>
                <a:lnTo>
                  <a:pt x="51" y="254"/>
                </a:lnTo>
                <a:lnTo>
                  <a:pt x="51" y="253"/>
                </a:lnTo>
                <a:lnTo>
                  <a:pt x="50" y="253"/>
                </a:lnTo>
                <a:lnTo>
                  <a:pt x="49" y="253"/>
                </a:lnTo>
                <a:lnTo>
                  <a:pt x="48" y="253"/>
                </a:lnTo>
                <a:lnTo>
                  <a:pt x="46" y="252"/>
                </a:lnTo>
                <a:lnTo>
                  <a:pt x="47" y="251"/>
                </a:lnTo>
                <a:lnTo>
                  <a:pt x="47" y="250"/>
                </a:lnTo>
                <a:lnTo>
                  <a:pt x="47" y="249"/>
                </a:lnTo>
                <a:lnTo>
                  <a:pt x="48" y="248"/>
                </a:lnTo>
                <a:lnTo>
                  <a:pt x="48" y="247"/>
                </a:lnTo>
                <a:lnTo>
                  <a:pt x="49" y="243"/>
                </a:lnTo>
                <a:lnTo>
                  <a:pt x="49" y="242"/>
                </a:lnTo>
                <a:lnTo>
                  <a:pt x="50" y="240"/>
                </a:lnTo>
                <a:lnTo>
                  <a:pt x="51" y="240"/>
                </a:lnTo>
                <a:lnTo>
                  <a:pt x="51" y="238"/>
                </a:lnTo>
                <a:lnTo>
                  <a:pt x="52" y="237"/>
                </a:lnTo>
                <a:lnTo>
                  <a:pt x="52" y="239"/>
                </a:lnTo>
                <a:lnTo>
                  <a:pt x="52" y="240"/>
                </a:lnTo>
                <a:lnTo>
                  <a:pt x="52" y="241"/>
                </a:lnTo>
                <a:lnTo>
                  <a:pt x="51" y="242"/>
                </a:lnTo>
                <a:lnTo>
                  <a:pt x="51" y="243"/>
                </a:lnTo>
                <a:lnTo>
                  <a:pt x="51" y="244"/>
                </a:lnTo>
                <a:lnTo>
                  <a:pt x="50" y="244"/>
                </a:lnTo>
                <a:lnTo>
                  <a:pt x="49" y="244"/>
                </a:lnTo>
                <a:lnTo>
                  <a:pt x="49" y="247"/>
                </a:lnTo>
                <a:lnTo>
                  <a:pt x="48" y="250"/>
                </a:lnTo>
                <a:lnTo>
                  <a:pt x="49" y="250"/>
                </a:lnTo>
                <a:lnTo>
                  <a:pt x="50" y="249"/>
                </a:lnTo>
                <a:lnTo>
                  <a:pt x="50" y="248"/>
                </a:lnTo>
                <a:lnTo>
                  <a:pt x="50" y="246"/>
                </a:lnTo>
                <a:lnTo>
                  <a:pt x="51" y="246"/>
                </a:lnTo>
                <a:lnTo>
                  <a:pt x="52" y="248"/>
                </a:lnTo>
                <a:lnTo>
                  <a:pt x="53" y="248"/>
                </a:lnTo>
                <a:lnTo>
                  <a:pt x="53" y="247"/>
                </a:lnTo>
                <a:lnTo>
                  <a:pt x="52" y="246"/>
                </a:lnTo>
                <a:lnTo>
                  <a:pt x="52" y="245"/>
                </a:lnTo>
                <a:lnTo>
                  <a:pt x="53" y="242"/>
                </a:lnTo>
                <a:lnTo>
                  <a:pt x="54" y="238"/>
                </a:lnTo>
                <a:lnTo>
                  <a:pt x="55" y="239"/>
                </a:lnTo>
                <a:lnTo>
                  <a:pt x="54" y="241"/>
                </a:lnTo>
                <a:lnTo>
                  <a:pt x="55" y="241"/>
                </a:lnTo>
                <a:lnTo>
                  <a:pt x="55" y="240"/>
                </a:lnTo>
                <a:lnTo>
                  <a:pt x="55" y="238"/>
                </a:lnTo>
                <a:lnTo>
                  <a:pt x="55" y="237"/>
                </a:lnTo>
                <a:lnTo>
                  <a:pt x="55" y="236"/>
                </a:lnTo>
                <a:lnTo>
                  <a:pt x="56" y="236"/>
                </a:lnTo>
                <a:lnTo>
                  <a:pt x="56" y="235"/>
                </a:lnTo>
                <a:lnTo>
                  <a:pt x="54" y="236"/>
                </a:lnTo>
                <a:lnTo>
                  <a:pt x="53" y="236"/>
                </a:lnTo>
                <a:lnTo>
                  <a:pt x="54" y="235"/>
                </a:lnTo>
                <a:lnTo>
                  <a:pt x="53" y="234"/>
                </a:lnTo>
                <a:lnTo>
                  <a:pt x="52" y="234"/>
                </a:lnTo>
                <a:lnTo>
                  <a:pt x="53" y="233"/>
                </a:lnTo>
                <a:lnTo>
                  <a:pt x="54" y="233"/>
                </a:lnTo>
                <a:lnTo>
                  <a:pt x="54" y="232"/>
                </a:lnTo>
                <a:lnTo>
                  <a:pt x="54" y="231"/>
                </a:lnTo>
                <a:lnTo>
                  <a:pt x="54" y="230"/>
                </a:lnTo>
                <a:lnTo>
                  <a:pt x="55" y="230"/>
                </a:lnTo>
                <a:lnTo>
                  <a:pt x="55" y="231"/>
                </a:lnTo>
                <a:lnTo>
                  <a:pt x="56" y="231"/>
                </a:lnTo>
                <a:lnTo>
                  <a:pt x="57" y="231"/>
                </a:lnTo>
                <a:lnTo>
                  <a:pt x="58" y="232"/>
                </a:lnTo>
                <a:lnTo>
                  <a:pt x="58" y="231"/>
                </a:lnTo>
                <a:lnTo>
                  <a:pt x="59" y="231"/>
                </a:lnTo>
                <a:lnTo>
                  <a:pt x="59" y="230"/>
                </a:lnTo>
                <a:lnTo>
                  <a:pt x="59" y="227"/>
                </a:lnTo>
                <a:lnTo>
                  <a:pt x="58" y="227"/>
                </a:lnTo>
                <a:lnTo>
                  <a:pt x="58" y="226"/>
                </a:lnTo>
                <a:lnTo>
                  <a:pt x="59" y="225"/>
                </a:lnTo>
                <a:lnTo>
                  <a:pt x="59" y="224"/>
                </a:lnTo>
                <a:lnTo>
                  <a:pt x="60" y="222"/>
                </a:lnTo>
                <a:lnTo>
                  <a:pt x="60" y="221"/>
                </a:lnTo>
                <a:lnTo>
                  <a:pt x="61" y="221"/>
                </a:lnTo>
                <a:lnTo>
                  <a:pt x="61" y="220"/>
                </a:lnTo>
                <a:lnTo>
                  <a:pt x="62" y="219"/>
                </a:lnTo>
                <a:lnTo>
                  <a:pt x="62" y="218"/>
                </a:lnTo>
                <a:lnTo>
                  <a:pt x="63" y="218"/>
                </a:lnTo>
                <a:lnTo>
                  <a:pt x="62" y="217"/>
                </a:lnTo>
                <a:lnTo>
                  <a:pt x="62" y="216"/>
                </a:lnTo>
                <a:lnTo>
                  <a:pt x="63" y="214"/>
                </a:lnTo>
                <a:lnTo>
                  <a:pt x="63" y="213"/>
                </a:lnTo>
                <a:lnTo>
                  <a:pt x="63" y="212"/>
                </a:lnTo>
                <a:lnTo>
                  <a:pt x="64" y="211"/>
                </a:lnTo>
                <a:lnTo>
                  <a:pt x="64" y="210"/>
                </a:lnTo>
                <a:lnTo>
                  <a:pt x="65" y="210"/>
                </a:lnTo>
                <a:lnTo>
                  <a:pt x="65" y="209"/>
                </a:lnTo>
                <a:lnTo>
                  <a:pt x="66" y="207"/>
                </a:lnTo>
                <a:lnTo>
                  <a:pt x="66" y="206"/>
                </a:lnTo>
                <a:lnTo>
                  <a:pt x="67" y="206"/>
                </a:lnTo>
                <a:lnTo>
                  <a:pt x="67" y="204"/>
                </a:lnTo>
                <a:lnTo>
                  <a:pt x="69" y="203"/>
                </a:lnTo>
                <a:lnTo>
                  <a:pt x="69" y="201"/>
                </a:lnTo>
                <a:lnTo>
                  <a:pt x="69" y="200"/>
                </a:lnTo>
                <a:lnTo>
                  <a:pt x="70" y="200"/>
                </a:lnTo>
                <a:lnTo>
                  <a:pt x="71" y="200"/>
                </a:lnTo>
                <a:lnTo>
                  <a:pt x="72" y="197"/>
                </a:lnTo>
                <a:lnTo>
                  <a:pt x="73" y="197"/>
                </a:lnTo>
                <a:lnTo>
                  <a:pt x="73" y="196"/>
                </a:lnTo>
                <a:lnTo>
                  <a:pt x="73" y="195"/>
                </a:lnTo>
                <a:lnTo>
                  <a:pt x="75" y="190"/>
                </a:lnTo>
                <a:lnTo>
                  <a:pt x="76" y="189"/>
                </a:lnTo>
                <a:lnTo>
                  <a:pt x="76" y="188"/>
                </a:lnTo>
                <a:lnTo>
                  <a:pt x="76" y="187"/>
                </a:lnTo>
                <a:lnTo>
                  <a:pt x="78" y="183"/>
                </a:lnTo>
                <a:lnTo>
                  <a:pt x="78" y="182"/>
                </a:lnTo>
                <a:lnTo>
                  <a:pt x="79" y="180"/>
                </a:lnTo>
                <a:lnTo>
                  <a:pt x="79" y="178"/>
                </a:lnTo>
                <a:lnTo>
                  <a:pt x="79" y="176"/>
                </a:lnTo>
                <a:lnTo>
                  <a:pt x="80" y="174"/>
                </a:lnTo>
                <a:lnTo>
                  <a:pt x="80" y="173"/>
                </a:lnTo>
                <a:lnTo>
                  <a:pt x="80" y="172"/>
                </a:lnTo>
                <a:lnTo>
                  <a:pt x="81" y="169"/>
                </a:lnTo>
                <a:lnTo>
                  <a:pt x="81" y="167"/>
                </a:lnTo>
                <a:lnTo>
                  <a:pt x="82" y="166"/>
                </a:lnTo>
                <a:lnTo>
                  <a:pt x="82" y="165"/>
                </a:lnTo>
                <a:lnTo>
                  <a:pt x="82" y="164"/>
                </a:lnTo>
                <a:lnTo>
                  <a:pt x="83" y="164"/>
                </a:lnTo>
                <a:lnTo>
                  <a:pt x="84" y="164"/>
                </a:lnTo>
                <a:lnTo>
                  <a:pt x="84" y="163"/>
                </a:lnTo>
                <a:lnTo>
                  <a:pt x="85" y="163"/>
                </a:lnTo>
                <a:lnTo>
                  <a:pt x="86" y="163"/>
                </a:lnTo>
                <a:lnTo>
                  <a:pt x="87" y="162"/>
                </a:lnTo>
                <a:lnTo>
                  <a:pt x="88" y="162"/>
                </a:lnTo>
                <a:lnTo>
                  <a:pt x="89" y="162"/>
                </a:lnTo>
                <a:lnTo>
                  <a:pt x="90" y="163"/>
                </a:lnTo>
                <a:lnTo>
                  <a:pt x="91" y="163"/>
                </a:lnTo>
                <a:lnTo>
                  <a:pt x="91" y="162"/>
                </a:lnTo>
                <a:lnTo>
                  <a:pt x="90" y="162"/>
                </a:lnTo>
                <a:lnTo>
                  <a:pt x="89" y="161"/>
                </a:lnTo>
                <a:lnTo>
                  <a:pt x="88" y="161"/>
                </a:lnTo>
                <a:lnTo>
                  <a:pt x="88" y="160"/>
                </a:lnTo>
                <a:lnTo>
                  <a:pt x="87" y="160"/>
                </a:lnTo>
                <a:lnTo>
                  <a:pt x="88" y="160"/>
                </a:lnTo>
                <a:lnTo>
                  <a:pt x="88" y="159"/>
                </a:lnTo>
                <a:lnTo>
                  <a:pt x="88" y="158"/>
                </a:lnTo>
                <a:lnTo>
                  <a:pt x="88" y="157"/>
                </a:lnTo>
                <a:lnTo>
                  <a:pt x="88" y="156"/>
                </a:lnTo>
                <a:lnTo>
                  <a:pt x="89" y="156"/>
                </a:lnTo>
                <a:lnTo>
                  <a:pt x="90" y="153"/>
                </a:lnTo>
                <a:lnTo>
                  <a:pt x="91" y="152"/>
                </a:lnTo>
                <a:lnTo>
                  <a:pt x="92" y="152"/>
                </a:lnTo>
                <a:lnTo>
                  <a:pt x="92" y="151"/>
                </a:lnTo>
                <a:lnTo>
                  <a:pt x="93" y="151"/>
                </a:lnTo>
                <a:lnTo>
                  <a:pt x="94" y="151"/>
                </a:lnTo>
                <a:lnTo>
                  <a:pt x="95" y="150"/>
                </a:lnTo>
                <a:lnTo>
                  <a:pt x="96" y="150"/>
                </a:lnTo>
                <a:lnTo>
                  <a:pt x="97" y="150"/>
                </a:lnTo>
                <a:lnTo>
                  <a:pt x="97" y="149"/>
                </a:lnTo>
                <a:lnTo>
                  <a:pt x="98" y="149"/>
                </a:lnTo>
                <a:lnTo>
                  <a:pt x="99" y="149"/>
                </a:lnTo>
                <a:lnTo>
                  <a:pt x="99" y="148"/>
                </a:lnTo>
                <a:lnTo>
                  <a:pt x="100" y="148"/>
                </a:lnTo>
                <a:lnTo>
                  <a:pt x="100" y="147"/>
                </a:lnTo>
                <a:lnTo>
                  <a:pt x="101" y="146"/>
                </a:lnTo>
                <a:lnTo>
                  <a:pt x="102" y="145"/>
                </a:lnTo>
                <a:lnTo>
                  <a:pt x="102" y="144"/>
                </a:lnTo>
                <a:lnTo>
                  <a:pt x="104" y="142"/>
                </a:lnTo>
                <a:lnTo>
                  <a:pt x="104" y="140"/>
                </a:lnTo>
                <a:lnTo>
                  <a:pt x="104" y="138"/>
                </a:lnTo>
                <a:lnTo>
                  <a:pt x="104" y="137"/>
                </a:lnTo>
                <a:lnTo>
                  <a:pt x="105" y="137"/>
                </a:lnTo>
                <a:lnTo>
                  <a:pt x="105" y="136"/>
                </a:lnTo>
                <a:lnTo>
                  <a:pt x="106" y="135"/>
                </a:lnTo>
                <a:lnTo>
                  <a:pt x="107" y="134"/>
                </a:lnTo>
                <a:lnTo>
                  <a:pt x="107" y="133"/>
                </a:lnTo>
                <a:lnTo>
                  <a:pt x="108" y="133"/>
                </a:lnTo>
                <a:lnTo>
                  <a:pt x="109" y="132"/>
                </a:lnTo>
                <a:lnTo>
                  <a:pt x="109" y="131"/>
                </a:lnTo>
                <a:lnTo>
                  <a:pt x="110" y="131"/>
                </a:lnTo>
                <a:lnTo>
                  <a:pt x="111" y="131"/>
                </a:lnTo>
                <a:lnTo>
                  <a:pt x="111" y="130"/>
                </a:lnTo>
                <a:lnTo>
                  <a:pt x="111" y="129"/>
                </a:lnTo>
                <a:lnTo>
                  <a:pt x="111" y="128"/>
                </a:lnTo>
                <a:lnTo>
                  <a:pt x="112" y="127"/>
                </a:lnTo>
                <a:lnTo>
                  <a:pt x="112" y="124"/>
                </a:lnTo>
                <a:lnTo>
                  <a:pt x="112" y="120"/>
                </a:lnTo>
                <a:lnTo>
                  <a:pt x="111" y="120"/>
                </a:lnTo>
                <a:lnTo>
                  <a:pt x="110" y="120"/>
                </a:lnTo>
                <a:lnTo>
                  <a:pt x="110" y="119"/>
                </a:lnTo>
                <a:lnTo>
                  <a:pt x="111" y="119"/>
                </a:lnTo>
                <a:lnTo>
                  <a:pt x="112" y="118"/>
                </a:lnTo>
                <a:lnTo>
                  <a:pt x="111" y="118"/>
                </a:lnTo>
                <a:lnTo>
                  <a:pt x="110" y="118"/>
                </a:lnTo>
                <a:lnTo>
                  <a:pt x="109" y="118"/>
                </a:lnTo>
                <a:lnTo>
                  <a:pt x="109" y="117"/>
                </a:lnTo>
                <a:lnTo>
                  <a:pt x="110" y="115"/>
                </a:lnTo>
                <a:lnTo>
                  <a:pt x="110" y="113"/>
                </a:lnTo>
                <a:lnTo>
                  <a:pt x="110" y="111"/>
                </a:lnTo>
                <a:lnTo>
                  <a:pt x="111" y="111"/>
                </a:lnTo>
                <a:lnTo>
                  <a:pt x="111" y="110"/>
                </a:lnTo>
                <a:lnTo>
                  <a:pt x="112" y="110"/>
                </a:lnTo>
                <a:lnTo>
                  <a:pt x="113" y="111"/>
                </a:lnTo>
                <a:lnTo>
                  <a:pt x="115" y="111"/>
                </a:lnTo>
                <a:lnTo>
                  <a:pt x="114" y="110"/>
                </a:lnTo>
                <a:lnTo>
                  <a:pt x="114" y="109"/>
                </a:lnTo>
                <a:lnTo>
                  <a:pt x="113" y="109"/>
                </a:lnTo>
                <a:lnTo>
                  <a:pt x="113" y="108"/>
                </a:lnTo>
                <a:lnTo>
                  <a:pt x="113" y="107"/>
                </a:lnTo>
                <a:lnTo>
                  <a:pt x="114" y="107"/>
                </a:lnTo>
                <a:lnTo>
                  <a:pt x="114" y="106"/>
                </a:lnTo>
                <a:lnTo>
                  <a:pt x="114" y="105"/>
                </a:lnTo>
                <a:lnTo>
                  <a:pt x="115" y="104"/>
                </a:lnTo>
                <a:lnTo>
                  <a:pt x="115" y="103"/>
                </a:lnTo>
                <a:lnTo>
                  <a:pt x="115" y="102"/>
                </a:lnTo>
                <a:lnTo>
                  <a:pt x="115" y="101"/>
                </a:lnTo>
                <a:lnTo>
                  <a:pt x="116" y="101"/>
                </a:lnTo>
                <a:lnTo>
                  <a:pt x="116" y="100"/>
                </a:lnTo>
                <a:lnTo>
                  <a:pt x="116" y="99"/>
                </a:lnTo>
                <a:lnTo>
                  <a:pt x="117" y="99"/>
                </a:lnTo>
                <a:lnTo>
                  <a:pt x="117" y="98"/>
                </a:lnTo>
                <a:lnTo>
                  <a:pt x="117" y="97"/>
                </a:lnTo>
                <a:lnTo>
                  <a:pt x="117" y="96"/>
                </a:lnTo>
                <a:lnTo>
                  <a:pt x="117" y="95"/>
                </a:lnTo>
                <a:lnTo>
                  <a:pt x="117" y="94"/>
                </a:lnTo>
                <a:lnTo>
                  <a:pt x="118" y="93"/>
                </a:lnTo>
                <a:lnTo>
                  <a:pt x="119" y="91"/>
                </a:lnTo>
                <a:lnTo>
                  <a:pt x="120" y="90"/>
                </a:lnTo>
                <a:lnTo>
                  <a:pt x="120" y="89"/>
                </a:lnTo>
                <a:lnTo>
                  <a:pt x="120" y="88"/>
                </a:lnTo>
                <a:lnTo>
                  <a:pt x="121" y="87"/>
                </a:lnTo>
                <a:lnTo>
                  <a:pt x="122" y="87"/>
                </a:lnTo>
                <a:lnTo>
                  <a:pt x="122" y="86"/>
                </a:lnTo>
                <a:lnTo>
                  <a:pt x="122" y="85"/>
                </a:lnTo>
                <a:lnTo>
                  <a:pt x="123" y="84"/>
                </a:lnTo>
                <a:lnTo>
                  <a:pt x="123" y="83"/>
                </a:lnTo>
                <a:lnTo>
                  <a:pt x="124" y="83"/>
                </a:lnTo>
                <a:lnTo>
                  <a:pt x="124" y="82"/>
                </a:lnTo>
                <a:lnTo>
                  <a:pt x="124" y="81"/>
                </a:lnTo>
                <a:lnTo>
                  <a:pt x="124" y="80"/>
                </a:lnTo>
                <a:lnTo>
                  <a:pt x="123" y="80"/>
                </a:lnTo>
                <a:lnTo>
                  <a:pt x="123" y="79"/>
                </a:lnTo>
                <a:lnTo>
                  <a:pt x="124" y="76"/>
                </a:lnTo>
                <a:lnTo>
                  <a:pt x="125" y="74"/>
                </a:lnTo>
                <a:lnTo>
                  <a:pt x="126" y="73"/>
                </a:lnTo>
                <a:lnTo>
                  <a:pt x="126" y="72"/>
                </a:lnTo>
                <a:lnTo>
                  <a:pt x="126" y="71"/>
                </a:lnTo>
                <a:lnTo>
                  <a:pt x="128" y="69"/>
                </a:lnTo>
                <a:lnTo>
                  <a:pt x="129" y="68"/>
                </a:lnTo>
                <a:lnTo>
                  <a:pt x="130" y="67"/>
                </a:lnTo>
                <a:lnTo>
                  <a:pt x="131" y="67"/>
                </a:lnTo>
                <a:lnTo>
                  <a:pt x="132" y="66"/>
                </a:lnTo>
                <a:lnTo>
                  <a:pt x="134" y="64"/>
                </a:lnTo>
                <a:lnTo>
                  <a:pt x="135" y="63"/>
                </a:lnTo>
                <a:lnTo>
                  <a:pt x="136" y="62"/>
                </a:lnTo>
                <a:lnTo>
                  <a:pt x="136" y="61"/>
                </a:lnTo>
                <a:lnTo>
                  <a:pt x="137" y="61"/>
                </a:lnTo>
                <a:lnTo>
                  <a:pt x="139" y="60"/>
                </a:lnTo>
                <a:lnTo>
                  <a:pt x="140" y="59"/>
                </a:lnTo>
                <a:lnTo>
                  <a:pt x="141" y="59"/>
                </a:lnTo>
                <a:lnTo>
                  <a:pt x="143" y="58"/>
                </a:lnTo>
                <a:lnTo>
                  <a:pt x="144" y="58"/>
                </a:lnTo>
                <a:lnTo>
                  <a:pt x="144" y="57"/>
                </a:lnTo>
                <a:lnTo>
                  <a:pt x="145" y="57"/>
                </a:lnTo>
                <a:lnTo>
                  <a:pt x="146" y="57"/>
                </a:lnTo>
                <a:lnTo>
                  <a:pt x="147" y="56"/>
                </a:lnTo>
                <a:lnTo>
                  <a:pt x="148" y="56"/>
                </a:lnTo>
                <a:lnTo>
                  <a:pt x="148" y="55"/>
                </a:lnTo>
                <a:lnTo>
                  <a:pt x="149" y="55"/>
                </a:lnTo>
                <a:lnTo>
                  <a:pt x="150" y="54"/>
                </a:lnTo>
                <a:lnTo>
                  <a:pt x="151" y="53"/>
                </a:lnTo>
                <a:lnTo>
                  <a:pt x="152" y="53"/>
                </a:lnTo>
                <a:lnTo>
                  <a:pt x="153" y="51"/>
                </a:lnTo>
                <a:lnTo>
                  <a:pt x="154" y="50"/>
                </a:lnTo>
                <a:lnTo>
                  <a:pt x="155" y="50"/>
                </a:lnTo>
                <a:lnTo>
                  <a:pt x="155" y="49"/>
                </a:lnTo>
                <a:lnTo>
                  <a:pt x="156" y="49"/>
                </a:lnTo>
                <a:lnTo>
                  <a:pt x="157" y="49"/>
                </a:lnTo>
                <a:lnTo>
                  <a:pt x="158" y="48"/>
                </a:lnTo>
                <a:lnTo>
                  <a:pt x="160" y="48"/>
                </a:lnTo>
                <a:lnTo>
                  <a:pt x="160" y="47"/>
                </a:lnTo>
                <a:lnTo>
                  <a:pt x="161" y="47"/>
                </a:lnTo>
                <a:lnTo>
                  <a:pt x="161" y="46"/>
                </a:lnTo>
                <a:lnTo>
                  <a:pt x="162" y="46"/>
                </a:lnTo>
                <a:lnTo>
                  <a:pt x="164" y="45"/>
                </a:lnTo>
                <a:lnTo>
                  <a:pt x="165" y="45"/>
                </a:lnTo>
                <a:lnTo>
                  <a:pt x="168" y="45"/>
                </a:lnTo>
                <a:lnTo>
                  <a:pt x="169" y="45"/>
                </a:lnTo>
                <a:lnTo>
                  <a:pt x="170" y="45"/>
                </a:lnTo>
                <a:lnTo>
                  <a:pt x="170" y="44"/>
                </a:lnTo>
                <a:lnTo>
                  <a:pt x="171" y="44"/>
                </a:lnTo>
                <a:lnTo>
                  <a:pt x="172" y="43"/>
                </a:lnTo>
                <a:lnTo>
                  <a:pt x="173" y="43"/>
                </a:lnTo>
                <a:lnTo>
                  <a:pt x="174" y="43"/>
                </a:lnTo>
                <a:lnTo>
                  <a:pt x="175" y="43"/>
                </a:lnTo>
                <a:lnTo>
                  <a:pt x="177" y="42"/>
                </a:lnTo>
                <a:lnTo>
                  <a:pt x="178" y="42"/>
                </a:lnTo>
                <a:lnTo>
                  <a:pt x="179" y="41"/>
                </a:lnTo>
                <a:lnTo>
                  <a:pt x="180" y="41"/>
                </a:lnTo>
                <a:lnTo>
                  <a:pt x="181" y="40"/>
                </a:lnTo>
                <a:lnTo>
                  <a:pt x="182" y="40"/>
                </a:lnTo>
                <a:lnTo>
                  <a:pt x="183" y="39"/>
                </a:lnTo>
                <a:lnTo>
                  <a:pt x="184" y="38"/>
                </a:lnTo>
                <a:lnTo>
                  <a:pt x="187" y="36"/>
                </a:lnTo>
                <a:lnTo>
                  <a:pt x="186" y="36"/>
                </a:lnTo>
                <a:lnTo>
                  <a:pt x="186" y="35"/>
                </a:lnTo>
                <a:lnTo>
                  <a:pt x="187" y="34"/>
                </a:lnTo>
                <a:lnTo>
                  <a:pt x="188" y="33"/>
                </a:lnTo>
                <a:lnTo>
                  <a:pt x="189" y="34"/>
                </a:lnTo>
                <a:lnTo>
                  <a:pt x="189" y="33"/>
                </a:lnTo>
                <a:lnTo>
                  <a:pt x="189" y="32"/>
                </a:lnTo>
                <a:lnTo>
                  <a:pt x="190" y="32"/>
                </a:lnTo>
                <a:lnTo>
                  <a:pt x="190" y="31"/>
                </a:lnTo>
                <a:lnTo>
                  <a:pt x="191" y="31"/>
                </a:lnTo>
                <a:lnTo>
                  <a:pt x="192" y="32"/>
                </a:lnTo>
                <a:lnTo>
                  <a:pt x="193" y="32"/>
                </a:lnTo>
                <a:lnTo>
                  <a:pt x="194" y="32"/>
                </a:lnTo>
                <a:lnTo>
                  <a:pt x="195" y="32"/>
                </a:lnTo>
                <a:lnTo>
                  <a:pt x="195" y="33"/>
                </a:lnTo>
                <a:lnTo>
                  <a:pt x="196" y="33"/>
                </a:lnTo>
                <a:lnTo>
                  <a:pt x="197" y="34"/>
                </a:lnTo>
                <a:lnTo>
                  <a:pt x="197" y="35"/>
                </a:lnTo>
                <a:lnTo>
                  <a:pt x="198" y="35"/>
                </a:lnTo>
                <a:lnTo>
                  <a:pt x="198" y="36"/>
                </a:lnTo>
                <a:lnTo>
                  <a:pt x="199" y="38"/>
                </a:lnTo>
                <a:lnTo>
                  <a:pt x="200" y="39"/>
                </a:lnTo>
                <a:lnTo>
                  <a:pt x="201" y="39"/>
                </a:lnTo>
                <a:lnTo>
                  <a:pt x="200" y="38"/>
                </a:lnTo>
                <a:lnTo>
                  <a:pt x="200" y="37"/>
                </a:lnTo>
                <a:lnTo>
                  <a:pt x="200" y="36"/>
                </a:lnTo>
                <a:lnTo>
                  <a:pt x="199" y="35"/>
                </a:lnTo>
                <a:lnTo>
                  <a:pt x="199" y="34"/>
                </a:lnTo>
                <a:lnTo>
                  <a:pt x="199" y="33"/>
                </a:lnTo>
                <a:lnTo>
                  <a:pt x="198" y="33"/>
                </a:lnTo>
                <a:lnTo>
                  <a:pt x="197" y="32"/>
                </a:lnTo>
                <a:lnTo>
                  <a:pt x="196" y="31"/>
                </a:lnTo>
                <a:lnTo>
                  <a:pt x="196" y="30"/>
                </a:lnTo>
                <a:lnTo>
                  <a:pt x="195" y="30"/>
                </a:lnTo>
                <a:lnTo>
                  <a:pt x="194" y="30"/>
                </a:lnTo>
                <a:lnTo>
                  <a:pt x="194" y="29"/>
                </a:lnTo>
                <a:lnTo>
                  <a:pt x="193" y="29"/>
                </a:lnTo>
                <a:lnTo>
                  <a:pt x="192" y="29"/>
                </a:lnTo>
                <a:lnTo>
                  <a:pt x="191" y="29"/>
                </a:lnTo>
                <a:lnTo>
                  <a:pt x="190" y="29"/>
                </a:lnTo>
                <a:lnTo>
                  <a:pt x="189" y="28"/>
                </a:lnTo>
                <a:lnTo>
                  <a:pt x="188" y="28"/>
                </a:lnTo>
                <a:lnTo>
                  <a:pt x="189" y="27"/>
                </a:lnTo>
                <a:lnTo>
                  <a:pt x="190" y="27"/>
                </a:lnTo>
                <a:lnTo>
                  <a:pt x="191" y="26"/>
                </a:lnTo>
                <a:lnTo>
                  <a:pt x="190" y="26"/>
                </a:lnTo>
                <a:lnTo>
                  <a:pt x="190" y="24"/>
                </a:lnTo>
                <a:lnTo>
                  <a:pt x="191" y="24"/>
                </a:lnTo>
                <a:lnTo>
                  <a:pt x="191" y="23"/>
                </a:lnTo>
                <a:lnTo>
                  <a:pt x="192" y="23"/>
                </a:lnTo>
                <a:lnTo>
                  <a:pt x="192" y="22"/>
                </a:lnTo>
                <a:lnTo>
                  <a:pt x="192" y="21"/>
                </a:lnTo>
                <a:lnTo>
                  <a:pt x="193" y="21"/>
                </a:lnTo>
                <a:lnTo>
                  <a:pt x="193" y="20"/>
                </a:lnTo>
                <a:lnTo>
                  <a:pt x="193" y="18"/>
                </a:lnTo>
                <a:lnTo>
                  <a:pt x="194" y="17"/>
                </a:lnTo>
                <a:lnTo>
                  <a:pt x="194" y="16"/>
                </a:lnTo>
                <a:lnTo>
                  <a:pt x="194" y="15"/>
                </a:lnTo>
                <a:lnTo>
                  <a:pt x="194" y="14"/>
                </a:lnTo>
                <a:lnTo>
                  <a:pt x="195" y="14"/>
                </a:lnTo>
                <a:lnTo>
                  <a:pt x="195" y="13"/>
                </a:lnTo>
                <a:lnTo>
                  <a:pt x="195" y="14"/>
                </a:lnTo>
                <a:lnTo>
                  <a:pt x="196" y="14"/>
                </a:lnTo>
                <a:lnTo>
                  <a:pt x="196" y="13"/>
                </a:lnTo>
                <a:lnTo>
                  <a:pt x="197" y="13"/>
                </a:lnTo>
                <a:lnTo>
                  <a:pt x="198" y="13"/>
                </a:lnTo>
                <a:lnTo>
                  <a:pt x="198" y="12"/>
                </a:lnTo>
                <a:lnTo>
                  <a:pt x="199" y="12"/>
                </a:lnTo>
                <a:lnTo>
                  <a:pt x="199" y="11"/>
                </a:lnTo>
                <a:lnTo>
                  <a:pt x="198" y="11"/>
                </a:lnTo>
                <a:lnTo>
                  <a:pt x="199" y="10"/>
                </a:lnTo>
                <a:lnTo>
                  <a:pt x="199" y="9"/>
                </a:lnTo>
                <a:lnTo>
                  <a:pt x="200" y="8"/>
                </a:lnTo>
                <a:lnTo>
                  <a:pt x="202" y="7"/>
                </a:lnTo>
                <a:lnTo>
                  <a:pt x="203" y="6"/>
                </a:lnTo>
                <a:lnTo>
                  <a:pt x="204" y="6"/>
                </a:lnTo>
                <a:lnTo>
                  <a:pt x="204" y="5"/>
                </a:lnTo>
                <a:lnTo>
                  <a:pt x="204" y="4"/>
                </a:lnTo>
                <a:lnTo>
                  <a:pt x="204" y="5"/>
                </a:lnTo>
                <a:lnTo>
                  <a:pt x="206" y="5"/>
                </a:lnTo>
                <a:lnTo>
                  <a:pt x="207" y="4"/>
                </a:lnTo>
                <a:lnTo>
                  <a:pt x="208" y="3"/>
                </a:lnTo>
                <a:lnTo>
                  <a:pt x="208" y="2"/>
                </a:lnTo>
                <a:lnTo>
                  <a:pt x="208" y="1"/>
                </a:lnTo>
                <a:lnTo>
                  <a:pt x="209" y="1"/>
                </a:lnTo>
                <a:lnTo>
                  <a:pt x="209" y="2"/>
                </a:lnTo>
                <a:lnTo>
                  <a:pt x="210" y="2"/>
                </a:lnTo>
                <a:lnTo>
                  <a:pt x="211" y="2"/>
                </a:lnTo>
                <a:lnTo>
                  <a:pt x="213" y="2"/>
                </a:lnTo>
                <a:lnTo>
                  <a:pt x="214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4" name=""/>
          <p:cNvSpPr/>
          <p:nvPr/>
        </p:nvSpPr>
        <p:spPr>
          <a:xfrm>
            <a:off x="8487000" y="244836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4" y="0"/>
                </a:moveTo>
                <a:lnTo>
                  <a:pt x="6" y="0"/>
                </a:lnTo>
                <a:lnTo>
                  <a:pt x="6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5" name=""/>
          <p:cNvSpPr/>
          <p:nvPr/>
        </p:nvSpPr>
        <p:spPr>
          <a:xfrm>
            <a:off x="8493480" y="2428560"/>
            <a:ext cx="4320" cy="2880"/>
          </a:xfrm>
          <a:custGeom>
            <a:avLst/>
            <a:gdLst/>
            <a:ahLst/>
            <a:rect l="0" t="0" r="r" b="b"/>
            <a:pathLst>
              <a:path w="12" h="8">
                <a:moveTo>
                  <a:pt x="0" y="8"/>
                </a:move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8" y="1"/>
                </a:lnTo>
                <a:lnTo>
                  <a:pt x="9" y="0"/>
                </a:lnTo>
                <a:lnTo>
                  <a:pt x="12" y="0"/>
                </a:lnTo>
                <a:lnTo>
                  <a:pt x="10" y="0"/>
                </a:lnTo>
                <a:lnTo>
                  <a:pt x="10" y="2"/>
                </a:lnTo>
                <a:lnTo>
                  <a:pt x="10" y="3"/>
                </a:lnTo>
                <a:lnTo>
                  <a:pt x="9" y="3"/>
                </a:lnTo>
                <a:lnTo>
                  <a:pt x="9" y="5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2" y="8"/>
                </a:lnTo>
                <a:lnTo>
                  <a:pt x="0" y="8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6" name=""/>
          <p:cNvSpPr/>
          <p:nvPr/>
        </p:nvSpPr>
        <p:spPr>
          <a:xfrm>
            <a:off x="8588520" y="23565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2" y="4"/>
                </a:moveTo>
                <a:lnTo>
                  <a:pt x="0" y="3"/>
                </a:lnTo>
                <a:lnTo>
                  <a:pt x="2" y="3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3"/>
                </a:lnTo>
                <a:lnTo>
                  <a:pt x="7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7" name=""/>
          <p:cNvSpPr/>
          <p:nvPr/>
        </p:nvSpPr>
        <p:spPr>
          <a:xfrm>
            <a:off x="8572680" y="23360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1"/>
                </a:moveTo>
                <a:lnTo>
                  <a:pt x="1" y="0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8" name=""/>
          <p:cNvSpPr/>
          <p:nvPr/>
        </p:nvSpPr>
        <p:spPr>
          <a:xfrm>
            <a:off x="8679600" y="22712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7" y="3"/>
                </a:move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9" name=""/>
          <p:cNvSpPr/>
          <p:nvPr/>
        </p:nvSpPr>
        <p:spPr>
          <a:xfrm>
            <a:off x="8688960" y="22572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3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0" name=""/>
          <p:cNvSpPr/>
          <p:nvPr/>
        </p:nvSpPr>
        <p:spPr>
          <a:xfrm>
            <a:off x="8072640" y="26211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4"/>
                </a:move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4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4" y="3"/>
                </a:lnTo>
                <a:lnTo>
                  <a:pt x="5" y="3"/>
                </a:lnTo>
                <a:lnTo>
                  <a:pt x="4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1" name=""/>
          <p:cNvSpPr/>
          <p:nvPr/>
        </p:nvSpPr>
        <p:spPr>
          <a:xfrm>
            <a:off x="8073000" y="2620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2" name=""/>
          <p:cNvSpPr/>
          <p:nvPr/>
        </p:nvSpPr>
        <p:spPr>
          <a:xfrm>
            <a:off x="8078400" y="26186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3" name=""/>
          <p:cNvSpPr/>
          <p:nvPr/>
        </p:nvSpPr>
        <p:spPr>
          <a:xfrm>
            <a:off x="8096400" y="26175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3"/>
                </a:move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4" name=""/>
          <p:cNvSpPr/>
          <p:nvPr/>
        </p:nvSpPr>
        <p:spPr>
          <a:xfrm>
            <a:off x="8080560" y="26168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1"/>
                </a:moveTo>
                <a:lnTo>
                  <a:pt x="2" y="1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3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5" name=""/>
          <p:cNvSpPr/>
          <p:nvPr/>
        </p:nvSpPr>
        <p:spPr>
          <a:xfrm>
            <a:off x="8086320" y="2615040"/>
            <a:ext cx="4320" cy="4680"/>
          </a:xfrm>
          <a:custGeom>
            <a:avLst/>
            <a:gdLst/>
            <a:ahLst/>
            <a:rect l="0" t="0" r="r" b="b"/>
            <a:pathLst>
              <a:path w="12" h="13">
                <a:moveTo>
                  <a:pt x="3" y="1"/>
                </a:moveTo>
                <a:lnTo>
                  <a:pt x="3" y="2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5" y="5"/>
                </a:lnTo>
                <a:lnTo>
                  <a:pt x="7" y="5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5" y="7"/>
                </a:lnTo>
                <a:lnTo>
                  <a:pt x="7" y="8"/>
                </a:lnTo>
                <a:lnTo>
                  <a:pt x="7" y="7"/>
                </a:lnTo>
                <a:lnTo>
                  <a:pt x="8" y="7"/>
                </a:lnTo>
                <a:lnTo>
                  <a:pt x="9" y="6"/>
                </a:lnTo>
                <a:lnTo>
                  <a:pt x="9" y="7"/>
                </a:lnTo>
                <a:lnTo>
                  <a:pt x="10" y="6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1" y="7"/>
                </a:lnTo>
                <a:lnTo>
                  <a:pt x="10" y="8"/>
                </a:lnTo>
                <a:lnTo>
                  <a:pt x="9" y="9"/>
                </a:lnTo>
                <a:lnTo>
                  <a:pt x="10" y="10"/>
                </a:lnTo>
                <a:lnTo>
                  <a:pt x="11" y="12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8" y="10"/>
                </a:lnTo>
                <a:lnTo>
                  <a:pt x="8" y="11"/>
                </a:lnTo>
                <a:lnTo>
                  <a:pt x="9" y="12"/>
                </a:lnTo>
                <a:lnTo>
                  <a:pt x="9" y="13"/>
                </a:lnTo>
                <a:lnTo>
                  <a:pt x="8" y="13"/>
                </a:lnTo>
                <a:lnTo>
                  <a:pt x="8" y="12"/>
                </a:lnTo>
                <a:lnTo>
                  <a:pt x="7" y="12"/>
                </a:lnTo>
                <a:lnTo>
                  <a:pt x="7" y="13"/>
                </a:lnTo>
                <a:lnTo>
                  <a:pt x="5" y="13"/>
                </a:lnTo>
                <a:lnTo>
                  <a:pt x="5" y="12"/>
                </a:lnTo>
                <a:lnTo>
                  <a:pt x="5" y="13"/>
                </a:lnTo>
                <a:lnTo>
                  <a:pt x="4" y="13"/>
                </a:lnTo>
                <a:lnTo>
                  <a:pt x="3" y="13"/>
                </a:lnTo>
                <a:lnTo>
                  <a:pt x="3" y="12"/>
                </a:lnTo>
                <a:lnTo>
                  <a:pt x="3" y="11"/>
                </a:lnTo>
                <a:lnTo>
                  <a:pt x="4" y="11"/>
                </a:lnTo>
                <a:lnTo>
                  <a:pt x="4" y="8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6" name=""/>
          <p:cNvSpPr/>
          <p:nvPr/>
        </p:nvSpPr>
        <p:spPr>
          <a:xfrm>
            <a:off x="8089200" y="2614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4"/>
                </a:moveTo>
                <a:lnTo>
                  <a:pt x="3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7" name=""/>
          <p:cNvSpPr/>
          <p:nvPr/>
        </p:nvSpPr>
        <p:spPr>
          <a:xfrm>
            <a:off x="8080920" y="261396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4"/>
                </a:move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8" name=""/>
          <p:cNvSpPr/>
          <p:nvPr/>
        </p:nvSpPr>
        <p:spPr>
          <a:xfrm>
            <a:off x="8087040" y="2610720"/>
            <a:ext cx="10800" cy="7200"/>
          </a:xfrm>
          <a:custGeom>
            <a:avLst/>
            <a:gdLst/>
            <a:ahLst/>
            <a:rect l="0" t="0" r="r" b="b"/>
            <a:pathLst>
              <a:path w="30" h="20">
                <a:moveTo>
                  <a:pt x="23" y="1"/>
                </a:moveTo>
                <a:lnTo>
                  <a:pt x="24" y="1"/>
                </a:lnTo>
                <a:lnTo>
                  <a:pt x="24" y="2"/>
                </a:lnTo>
                <a:lnTo>
                  <a:pt x="25" y="2"/>
                </a:lnTo>
                <a:lnTo>
                  <a:pt x="25" y="3"/>
                </a:lnTo>
                <a:lnTo>
                  <a:pt x="25" y="4"/>
                </a:lnTo>
                <a:lnTo>
                  <a:pt x="26" y="4"/>
                </a:lnTo>
                <a:lnTo>
                  <a:pt x="28" y="5"/>
                </a:lnTo>
                <a:lnTo>
                  <a:pt x="28" y="6"/>
                </a:lnTo>
                <a:lnTo>
                  <a:pt x="28" y="8"/>
                </a:lnTo>
                <a:lnTo>
                  <a:pt x="27" y="8"/>
                </a:lnTo>
                <a:lnTo>
                  <a:pt x="26" y="8"/>
                </a:lnTo>
                <a:lnTo>
                  <a:pt x="26" y="9"/>
                </a:lnTo>
                <a:lnTo>
                  <a:pt x="27" y="9"/>
                </a:lnTo>
                <a:lnTo>
                  <a:pt x="28" y="10"/>
                </a:lnTo>
                <a:lnTo>
                  <a:pt x="28" y="11"/>
                </a:lnTo>
                <a:lnTo>
                  <a:pt x="27" y="12"/>
                </a:lnTo>
                <a:lnTo>
                  <a:pt x="28" y="13"/>
                </a:lnTo>
                <a:lnTo>
                  <a:pt x="28" y="14"/>
                </a:lnTo>
                <a:lnTo>
                  <a:pt x="28" y="15"/>
                </a:lnTo>
                <a:lnTo>
                  <a:pt x="29" y="15"/>
                </a:lnTo>
                <a:lnTo>
                  <a:pt x="30" y="17"/>
                </a:lnTo>
                <a:lnTo>
                  <a:pt x="29" y="17"/>
                </a:lnTo>
                <a:lnTo>
                  <a:pt x="28" y="17"/>
                </a:lnTo>
                <a:lnTo>
                  <a:pt x="27" y="17"/>
                </a:lnTo>
                <a:lnTo>
                  <a:pt x="26" y="17"/>
                </a:lnTo>
                <a:lnTo>
                  <a:pt x="26" y="15"/>
                </a:lnTo>
                <a:lnTo>
                  <a:pt x="26" y="14"/>
                </a:lnTo>
                <a:lnTo>
                  <a:pt x="25" y="14"/>
                </a:lnTo>
                <a:lnTo>
                  <a:pt x="25" y="13"/>
                </a:lnTo>
                <a:lnTo>
                  <a:pt x="25" y="12"/>
                </a:lnTo>
                <a:lnTo>
                  <a:pt x="24" y="12"/>
                </a:lnTo>
                <a:lnTo>
                  <a:pt x="24" y="11"/>
                </a:lnTo>
                <a:lnTo>
                  <a:pt x="24" y="10"/>
                </a:lnTo>
                <a:lnTo>
                  <a:pt x="23" y="10"/>
                </a:lnTo>
                <a:lnTo>
                  <a:pt x="22" y="9"/>
                </a:lnTo>
                <a:lnTo>
                  <a:pt x="21" y="9"/>
                </a:lnTo>
                <a:lnTo>
                  <a:pt x="22" y="9"/>
                </a:lnTo>
                <a:lnTo>
                  <a:pt x="22" y="10"/>
                </a:lnTo>
                <a:lnTo>
                  <a:pt x="23" y="10"/>
                </a:lnTo>
                <a:lnTo>
                  <a:pt x="23" y="11"/>
                </a:lnTo>
                <a:lnTo>
                  <a:pt x="23" y="12"/>
                </a:lnTo>
                <a:lnTo>
                  <a:pt x="22" y="12"/>
                </a:lnTo>
                <a:lnTo>
                  <a:pt x="22" y="11"/>
                </a:lnTo>
                <a:lnTo>
                  <a:pt x="22" y="12"/>
                </a:lnTo>
                <a:lnTo>
                  <a:pt x="21" y="13"/>
                </a:lnTo>
                <a:lnTo>
                  <a:pt x="20" y="14"/>
                </a:lnTo>
                <a:lnTo>
                  <a:pt x="21" y="14"/>
                </a:lnTo>
                <a:lnTo>
                  <a:pt x="21" y="15"/>
                </a:lnTo>
                <a:lnTo>
                  <a:pt x="22" y="15"/>
                </a:lnTo>
                <a:lnTo>
                  <a:pt x="22" y="17"/>
                </a:lnTo>
                <a:lnTo>
                  <a:pt x="21" y="17"/>
                </a:lnTo>
                <a:lnTo>
                  <a:pt x="22" y="17"/>
                </a:lnTo>
                <a:lnTo>
                  <a:pt x="22" y="18"/>
                </a:lnTo>
                <a:lnTo>
                  <a:pt x="22" y="19"/>
                </a:lnTo>
                <a:lnTo>
                  <a:pt x="23" y="19"/>
                </a:lnTo>
                <a:lnTo>
                  <a:pt x="23" y="20"/>
                </a:lnTo>
                <a:lnTo>
                  <a:pt x="22" y="20"/>
                </a:lnTo>
                <a:lnTo>
                  <a:pt x="21" y="20"/>
                </a:lnTo>
                <a:lnTo>
                  <a:pt x="20" y="20"/>
                </a:lnTo>
                <a:lnTo>
                  <a:pt x="20" y="19"/>
                </a:lnTo>
                <a:lnTo>
                  <a:pt x="20" y="18"/>
                </a:lnTo>
                <a:lnTo>
                  <a:pt x="20" y="17"/>
                </a:lnTo>
                <a:lnTo>
                  <a:pt x="21" y="17"/>
                </a:lnTo>
                <a:lnTo>
                  <a:pt x="21" y="15"/>
                </a:lnTo>
                <a:lnTo>
                  <a:pt x="20" y="15"/>
                </a:lnTo>
                <a:lnTo>
                  <a:pt x="20" y="14"/>
                </a:lnTo>
                <a:lnTo>
                  <a:pt x="19" y="15"/>
                </a:lnTo>
                <a:lnTo>
                  <a:pt x="19" y="17"/>
                </a:lnTo>
                <a:lnTo>
                  <a:pt x="18" y="17"/>
                </a:lnTo>
                <a:lnTo>
                  <a:pt x="17" y="17"/>
                </a:lnTo>
                <a:lnTo>
                  <a:pt x="17" y="15"/>
                </a:lnTo>
                <a:lnTo>
                  <a:pt x="18" y="15"/>
                </a:lnTo>
                <a:lnTo>
                  <a:pt x="18" y="14"/>
                </a:lnTo>
                <a:lnTo>
                  <a:pt x="17" y="14"/>
                </a:lnTo>
                <a:lnTo>
                  <a:pt x="16" y="14"/>
                </a:lnTo>
                <a:lnTo>
                  <a:pt x="17" y="13"/>
                </a:lnTo>
                <a:lnTo>
                  <a:pt x="17" y="14"/>
                </a:lnTo>
                <a:lnTo>
                  <a:pt x="17" y="13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5" y="10"/>
                </a:lnTo>
                <a:lnTo>
                  <a:pt x="15" y="9"/>
                </a:lnTo>
                <a:lnTo>
                  <a:pt x="14" y="10"/>
                </a:lnTo>
                <a:lnTo>
                  <a:pt x="13" y="10"/>
                </a:lnTo>
                <a:lnTo>
                  <a:pt x="13" y="11"/>
                </a:lnTo>
                <a:lnTo>
                  <a:pt x="13" y="12"/>
                </a:lnTo>
                <a:lnTo>
                  <a:pt x="12" y="13"/>
                </a:lnTo>
                <a:lnTo>
                  <a:pt x="11" y="13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0" y="10"/>
                </a:lnTo>
                <a:lnTo>
                  <a:pt x="4" y="10"/>
                </a:lnTo>
                <a:lnTo>
                  <a:pt x="3" y="9"/>
                </a:lnTo>
                <a:lnTo>
                  <a:pt x="3" y="8"/>
                </a:lnTo>
                <a:lnTo>
                  <a:pt x="2" y="7"/>
                </a:lnTo>
                <a:lnTo>
                  <a:pt x="2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7" y="2"/>
                </a:lnTo>
                <a:lnTo>
                  <a:pt x="9" y="2"/>
                </a:lnTo>
                <a:lnTo>
                  <a:pt x="12" y="2"/>
                </a:lnTo>
                <a:lnTo>
                  <a:pt x="13" y="2"/>
                </a:lnTo>
                <a:lnTo>
                  <a:pt x="15" y="1"/>
                </a:lnTo>
                <a:lnTo>
                  <a:pt x="15" y="0"/>
                </a:lnTo>
                <a:lnTo>
                  <a:pt x="18" y="0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1" y="1"/>
                </a:lnTo>
                <a:lnTo>
                  <a:pt x="22" y="1"/>
                </a:lnTo>
                <a:lnTo>
                  <a:pt x="23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9" name=""/>
          <p:cNvSpPr/>
          <p:nvPr/>
        </p:nvSpPr>
        <p:spPr>
          <a:xfrm>
            <a:off x="8082360" y="2613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0" name=""/>
          <p:cNvSpPr/>
          <p:nvPr/>
        </p:nvSpPr>
        <p:spPr>
          <a:xfrm>
            <a:off x="8068320" y="2607480"/>
            <a:ext cx="14760" cy="12960"/>
          </a:xfrm>
          <a:custGeom>
            <a:avLst/>
            <a:gdLst/>
            <a:ahLst/>
            <a:rect l="0" t="0" r="r" b="b"/>
            <a:pathLst>
              <a:path w="41" h="36">
                <a:moveTo>
                  <a:pt x="39" y="2"/>
                </a:moveTo>
                <a:lnTo>
                  <a:pt x="40" y="2"/>
                </a:lnTo>
                <a:lnTo>
                  <a:pt x="40" y="3"/>
                </a:lnTo>
                <a:lnTo>
                  <a:pt x="41" y="3"/>
                </a:lnTo>
                <a:lnTo>
                  <a:pt x="41" y="4"/>
                </a:lnTo>
                <a:lnTo>
                  <a:pt x="40" y="4"/>
                </a:lnTo>
                <a:lnTo>
                  <a:pt x="40" y="5"/>
                </a:lnTo>
                <a:lnTo>
                  <a:pt x="40" y="7"/>
                </a:lnTo>
                <a:lnTo>
                  <a:pt x="40" y="8"/>
                </a:lnTo>
                <a:lnTo>
                  <a:pt x="41" y="8"/>
                </a:lnTo>
                <a:lnTo>
                  <a:pt x="41" y="9"/>
                </a:lnTo>
                <a:lnTo>
                  <a:pt x="40" y="9"/>
                </a:lnTo>
                <a:lnTo>
                  <a:pt x="39" y="9"/>
                </a:lnTo>
                <a:lnTo>
                  <a:pt x="39" y="10"/>
                </a:lnTo>
                <a:lnTo>
                  <a:pt x="38" y="10"/>
                </a:lnTo>
                <a:lnTo>
                  <a:pt x="37" y="10"/>
                </a:lnTo>
                <a:lnTo>
                  <a:pt x="37" y="9"/>
                </a:lnTo>
                <a:lnTo>
                  <a:pt x="36" y="9"/>
                </a:lnTo>
                <a:lnTo>
                  <a:pt x="35" y="9"/>
                </a:lnTo>
                <a:lnTo>
                  <a:pt x="32" y="9"/>
                </a:lnTo>
                <a:lnTo>
                  <a:pt x="32" y="10"/>
                </a:lnTo>
                <a:lnTo>
                  <a:pt x="32" y="11"/>
                </a:lnTo>
                <a:lnTo>
                  <a:pt x="34" y="11"/>
                </a:lnTo>
                <a:lnTo>
                  <a:pt x="32" y="11"/>
                </a:lnTo>
                <a:lnTo>
                  <a:pt x="32" y="12"/>
                </a:lnTo>
                <a:lnTo>
                  <a:pt x="34" y="12"/>
                </a:lnTo>
                <a:lnTo>
                  <a:pt x="35" y="12"/>
                </a:lnTo>
                <a:lnTo>
                  <a:pt x="35" y="13"/>
                </a:lnTo>
                <a:lnTo>
                  <a:pt x="34" y="13"/>
                </a:lnTo>
                <a:lnTo>
                  <a:pt x="34" y="14"/>
                </a:lnTo>
                <a:lnTo>
                  <a:pt x="35" y="14"/>
                </a:lnTo>
                <a:lnTo>
                  <a:pt x="35" y="15"/>
                </a:lnTo>
                <a:lnTo>
                  <a:pt x="35" y="16"/>
                </a:lnTo>
                <a:lnTo>
                  <a:pt x="35" y="18"/>
                </a:lnTo>
                <a:lnTo>
                  <a:pt x="34" y="18"/>
                </a:lnTo>
                <a:lnTo>
                  <a:pt x="32" y="18"/>
                </a:lnTo>
                <a:lnTo>
                  <a:pt x="30" y="17"/>
                </a:lnTo>
                <a:lnTo>
                  <a:pt x="30" y="18"/>
                </a:lnTo>
                <a:lnTo>
                  <a:pt x="29" y="18"/>
                </a:lnTo>
                <a:lnTo>
                  <a:pt x="29" y="19"/>
                </a:lnTo>
                <a:lnTo>
                  <a:pt x="30" y="19"/>
                </a:lnTo>
                <a:lnTo>
                  <a:pt x="30" y="18"/>
                </a:lnTo>
                <a:lnTo>
                  <a:pt x="30" y="19"/>
                </a:lnTo>
                <a:lnTo>
                  <a:pt x="31" y="19"/>
                </a:lnTo>
                <a:lnTo>
                  <a:pt x="31" y="20"/>
                </a:lnTo>
                <a:lnTo>
                  <a:pt x="32" y="21"/>
                </a:lnTo>
                <a:lnTo>
                  <a:pt x="31" y="22"/>
                </a:lnTo>
                <a:lnTo>
                  <a:pt x="30" y="22"/>
                </a:lnTo>
                <a:lnTo>
                  <a:pt x="30" y="23"/>
                </a:lnTo>
                <a:lnTo>
                  <a:pt x="29" y="23"/>
                </a:lnTo>
                <a:lnTo>
                  <a:pt x="29" y="24"/>
                </a:lnTo>
                <a:lnTo>
                  <a:pt x="30" y="24"/>
                </a:lnTo>
                <a:lnTo>
                  <a:pt x="31" y="25"/>
                </a:lnTo>
                <a:lnTo>
                  <a:pt x="32" y="25"/>
                </a:lnTo>
                <a:lnTo>
                  <a:pt x="35" y="25"/>
                </a:lnTo>
                <a:lnTo>
                  <a:pt x="35" y="26"/>
                </a:lnTo>
                <a:lnTo>
                  <a:pt x="34" y="27"/>
                </a:lnTo>
                <a:lnTo>
                  <a:pt x="32" y="28"/>
                </a:lnTo>
                <a:lnTo>
                  <a:pt x="32" y="29"/>
                </a:lnTo>
                <a:lnTo>
                  <a:pt x="31" y="29"/>
                </a:lnTo>
                <a:lnTo>
                  <a:pt x="31" y="28"/>
                </a:lnTo>
                <a:lnTo>
                  <a:pt x="30" y="28"/>
                </a:lnTo>
                <a:lnTo>
                  <a:pt x="30" y="29"/>
                </a:lnTo>
                <a:lnTo>
                  <a:pt x="29" y="29"/>
                </a:lnTo>
                <a:lnTo>
                  <a:pt x="29" y="30"/>
                </a:lnTo>
                <a:lnTo>
                  <a:pt x="28" y="30"/>
                </a:lnTo>
                <a:lnTo>
                  <a:pt x="27" y="29"/>
                </a:lnTo>
                <a:lnTo>
                  <a:pt x="27" y="28"/>
                </a:lnTo>
                <a:lnTo>
                  <a:pt x="28" y="28"/>
                </a:lnTo>
                <a:lnTo>
                  <a:pt x="28" y="27"/>
                </a:lnTo>
                <a:lnTo>
                  <a:pt x="27" y="27"/>
                </a:lnTo>
                <a:lnTo>
                  <a:pt x="26" y="27"/>
                </a:lnTo>
                <a:lnTo>
                  <a:pt x="26" y="26"/>
                </a:lnTo>
                <a:lnTo>
                  <a:pt x="26" y="25"/>
                </a:lnTo>
                <a:lnTo>
                  <a:pt x="27" y="25"/>
                </a:lnTo>
                <a:lnTo>
                  <a:pt x="26" y="24"/>
                </a:lnTo>
                <a:lnTo>
                  <a:pt x="25" y="24"/>
                </a:lnTo>
                <a:lnTo>
                  <a:pt x="24" y="25"/>
                </a:lnTo>
                <a:lnTo>
                  <a:pt x="23" y="25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0" y="26"/>
                </a:lnTo>
                <a:lnTo>
                  <a:pt x="20" y="27"/>
                </a:lnTo>
                <a:lnTo>
                  <a:pt x="18" y="27"/>
                </a:lnTo>
                <a:lnTo>
                  <a:pt x="18" y="28"/>
                </a:lnTo>
                <a:lnTo>
                  <a:pt x="17" y="28"/>
                </a:lnTo>
                <a:lnTo>
                  <a:pt x="16" y="28"/>
                </a:lnTo>
                <a:lnTo>
                  <a:pt x="15" y="29"/>
                </a:lnTo>
                <a:lnTo>
                  <a:pt x="15" y="30"/>
                </a:lnTo>
                <a:lnTo>
                  <a:pt x="16" y="30"/>
                </a:lnTo>
                <a:lnTo>
                  <a:pt x="16" y="29"/>
                </a:lnTo>
                <a:lnTo>
                  <a:pt x="17" y="29"/>
                </a:lnTo>
                <a:lnTo>
                  <a:pt x="17" y="30"/>
                </a:lnTo>
                <a:lnTo>
                  <a:pt x="18" y="30"/>
                </a:lnTo>
                <a:lnTo>
                  <a:pt x="18" y="31"/>
                </a:lnTo>
                <a:lnTo>
                  <a:pt x="17" y="31"/>
                </a:lnTo>
                <a:lnTo>
                  <a:pt x="16" y="31"/>
                </a:lnTo>
                <a:lnTo>
                  <a:pt x="16" y="32"/>
                </a:lnTo>
                <a:lnTo>
                  <a:pt x="15" y="31"/>
                </a:lnTo>
                <a:lnTo>
                  <a:pt x="14" y="32"/>
                </a:lnTo>
                <a:lnTo>
                  <a:pt x="13" y="32"/>
                </a:lnTo>
                <a:lnTo>
                  <a:pt x="13" y="31"/>
                </a:lnTo>
                <a:lnTo>
                  <a:pt x="12" y="31"/>
                </a:lnTo>
                <a:lnTo>
                  <a:pt x="11" y="30"/>
                </a:lnTo>
                <a:lnTo>
                  <a:pt x="11" y="29"/>
                </a:lnTo>
                <a:lnTo>
                  <a:pt x="10" y="29"/>
                </a:lnTo>
                <a:lnTo>
                  <a:pt x="9" y="30"/>
                </a:lnTo>
                <a:lnTo>
                  <a:pt x="8" y="30"/>
                </a:lnTo>
                <a:lnTo>
                  <a:pt x="8" y="31"/>
                </a:lnTo>
                <a:lnTo>
                  <a:pt x="7" y="32"/>
                </a:lnTo>
                <a:lnTo>
                  <a:pt x="6" y="33"/>
                </a:lnTo>
                <a:lnTo>
                  <a:pt x="6" y="34"/>
                </a:lnTo>
                <a:lnTo>
                  <a:pt x="5" y="34"/>
                </a:lnTo>
                <a:lnTo>
                  <a:pt x="5" y="33"/>
                </a:lnTo>
                <a:lnTo>
                  <a:pt x="4" y="33"/>
                </a:lnTo>
                <a:lnTo>
                  <a:pt x="4" y="34"/>
                </a:lnTo>
                <a:lnTo>
                  <a:pt x="3" y="34"/>
                </a:lnTo>
                <a:lnTo>
                  <a:pt x="3" y="36"/>
                </a:lnTo>
                <a:lnTo>
                  <a:pt x="2" y="36"/>
                </a:lnTo>
                <a:lnTo>
                  <a:pt x="2" y="34"/>
                </a:lnTo>
                <a:lnTo>
                  <a:pt x="2" y="33"/>
                </a:lnTo>
                <a:lnTo>
                  <a:pt x="2" y="34"/>
                </a:lnTo>
                <a:lnTo>
                  <a:pt x="2" y="33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0" y="31"/>
                </a:lnTo>
                <a:lnTo>
                  <a:pt x="0" y="30"/>
                </a:lnTo>
                <a:lnTo>
                  <a:pt x="0" y="29"/>
                </a:lnTo>
                <a:lnTo>
                  <a:pt x="0" y="28"/>
                </a:lnTo>
                <a:lnTo>
                  <a:pt x="0" y="27"/>
                </a:lnTo>
                <a:lnTo>
                  <a:pt x="1" y="27"/>
                </a:lnTo>
                <a:lnTo>
                  <a:pt x="1" y="28"/>
                </a:lnTo>
                <a:lnTo>
                  <a:pt x="2" y="28"/>
                </a:lnTo>
                <a:lnTo>
                  <a:pt x="2" y="27"/>
                </a:lnTo>
                <a:lnTo>
                  <a:pt x="2" y="26"/>
                </a:lnTo>
                <a:lnTo>
                  <a:pt x="2" y="25"/>
                </a:lnTo>
                <a:lnTo>
                  <a:pt x="3" y="25"/>
                </a:lnTo>
                <a:lnTo>
                  <a:pt x="4" y="25"/>
                </a:lnTo>
                <a:lnTo>
                  <a:pt x="4" y="24"/>
                </a:lnTo>
                <a:lnTo>
                  <a:pt x="3" y="24"/>
                </a:lnTo>
                <a:lnTo>
                  <a:pt x="4" y="24"/>
                </a:lnTo>
                <a:lnTo>
                  <a:pt x="4" y="23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3" y="22"/>
                </a:lnTo>
                <a:lnTo>
                  <a:pt x="4" y="22"/>
                </a:lnTo>
                <a:lnTo>
                  <a:pt x="5" y="22"/>
                </a:lnTo>
                <a:lnTo>
                  <a:pt x="5" y="21"/>
                </a:lnTo>
                <a:lnTo>
                  <a:pt x="6" y="20"/>
                </a:lnTo>
                <a:lnTo>
                  <a:pt x="8" y="20"/>
                </a:lnTo>
                <a:lnTo>
                  <a:pt x="8" y="19"/>
                </a:lnTo>
                <a:lnTo>
                  <a:pt x="8" y="18"/>
                </a:lnTo>
                <a:lnTo>
                  <a:pt x="9" y="18"/>
                </a:lnTo>
                <a:lnTo>
                  <a:pt x="9" y="17"/>
                </a:lnTo>
                <a:lnTo>
                  <a:pt x="9" y="16"/>
                </a:lnTo>
                <a:lnTo>
                  <a:pt x="10" y="15"/>
                </a:lnTo>
                <a:lnTo>
                  <a:pt x="11" y="15"/>
                </a:lnTo>
                <a:lnTo>
                  <a:pt x="13" y="15"/>
                </a:lnTo>
                <a:lnTo>
                  <a:pt x="14" y="15"/>
                </a:lnTo>
                <a:lnTo>
                  <a:pt x="15" y="15"/>
                </a:lnTo>
                <a:lnTo>
                  <a:pt x="16" y="16"/>
                </a:lnTo>
                <a:lnTo>
                  <a:pt x="16" y="17"/>
                </a:lnTo>
                <a:lnTo>
                  <a:pt x="17" y="17"/>
                </a:lnTo>
                <a:lnTo>
                  <a:pt x="17" y="16"/>
                </a:lnTo>
                <a:lnTo>
                  <a:pt x="17" y="15"/>
                </a:lnTo>
                <a:lnTo>
                  <a:pt x="18" y="14"/>
                </a:lnTo>
                <a:lnTo>
                  <a:pt x="19" y="13"/>
                </a:lnTo>
                <a:lnTo>
                  <a:pt x="20" y="13"/>
                </a:lnTo>
                <a:lnTo>
                  <a:pt x="21" y="13"/>
                </a:lnTo>
                <a:lnTo>
                  <a:pt x="22" y="13"/>
                </a:lnTo>
                <a:lnTo>
                  <a:pt x="23" y="12"/>
                </a:lnTo>
                <a:lnTo>
                  <a:pt x="24" y="12"/>
                </a:lnTo>
                <a:lnTo>
                  <a:pt x="25" y="11"/>
                </a:lnTo>
                <a:lnTo>
                  <a:pt x="26" y="10"/>
                </a:lnTo>
                <a:lnTo>
                  <a:pt x="27" y="10"/>
                </a:lnTo>
                <a:lnTo>
                  <a:pt x="28" y="9"/>
                </a:lnTo>
                <a:lnTo>
                  <a:pt x="28" y="8"/>
                </a:lnTo>
                <a:lnTo>
                  <a:pt x="29" y="8"/>
                </a:lnTo>
                <a:lnTo>
                  <a:pt x="29" y="7"/>
                </a:lnTo>
                <a:lnTo>
                  <a:pt x="31" y="6"/>
                </a:lnTo>
                <a:lnTo>
                  <a:pt x="32" y="5"/>
                </a:lnTo>
                <a:lnTo>
                  <a:pt x="34" y="5"/>
                </a:lnTo>
                <a:lnTo>
                  <a:pt x="34" y="6"/>
                </a:lnTo>
                <a:lnTo>
                  <a:pt x="35" y="6"/>
                </a:lnTo>
                <a:lnTo>
                  <a:pt x="35" y="5"/>
                </a:lnTo>
                <a:lnTo>
                  <a:pt x="35" y="4"/>
                </a:lnTo>
                <a:lnTo>
                  <a:pt x="36" y="4"/>
                </a:lnTo>
                <a:lnTo>
                  <a:pt x="37" y="3"/>
                </a:lnTo>
                <a:lnTo>
                  <a:pt x="38" y="2"/>
                </a:lnTo>
                <a:lnTo>
                  <a:pt x="38" y="0"/>
                </a:lnTo>
                <a:lnTo>
                  <a:pt x="38" y="2"/>
                </a:lnTo>
                <a:lnTo>
                  <a:pt x="39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1" name=""/>
          <p:cNvSpPr/>
          <p:nvPr/>
        </p:nvSpPr>
        <p:spPr>
          <a:xfrm>
            <a:off x="8081280" y="26118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2" name=""/>
          <p:cNvSpPr/>
          <p:nvPr/>
        </p:nvSpPr>
        <p:spPr>
          <a:xfrm>
            <a:off x="8071560" y="2610000"/>
            <a:ext cx="5400" cy="3240"/>
          </a:xfrm>
          <a:custGeom>
            <a:avLst/>
            <a:gdLst/>
            <a:ahLst/>
            <a:rect l="0" t="0" r="r" b="b"/>
            <a:pathLst>
              <a:path w="15" h="9">
                <a:moveTo>
                  <a:pt x="10" y="0"/>
                </a:moveTo>
                <a:lnTo>
                  <a:pt x="11" y="0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1" y="2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2"/>
                </a:lnTo>
                <a:lnTo>
                  <a:pt x="15" y="2"/>
                </a:lnTo>
                <a:lnTo>
                  <a:pt x="13" y="3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9" y="7"/>
                </a:lnTo>
                <a:lnTo>
                  <a:pt x="9" y="9"/>
                </a:lnTo>
                <a:lnTo>
                  <a:pt x="8" y="9"/>
                </a:lnTo>
                <a:lnTo>
                  <a:pt x="5" y="7"/>
                </a:lnTo>
                <a:lnTo>
                  <a:pt x="4" y="7"/>
                </a:lnTo>
                <a:lnTo>
                  <a:pt x="3" y="9"/>
                </a:lnTo>
                <a:lnTo>
                  <a:pt x="2" y="9"/>
                </a:lnTo>
                <a:lnTo>
                  <a:pt x="0" y="9"/>
                </a:lnTo>
                <a:lnTo>
                  <a:pt x="0" y="7"/>
                </a:lnTo>
                <a:lnTo>
                  <a:pt x="2" y="6"/>
                </a:lnTo>
                <a:lnTo>
                  <a:pt x="0" y="5"/>
                </a:lnTo>
                <a:lnTo>
                  <a:pt x="0" y="4"/>
                </a:lnTo>
                <a:lnTo>
                  <a:pt x="8" y="0"/>
                </a:lnTo>
                <a:lnTo>
                  <a:pt x="9" y="2"/>
                </a:lnTo>
                <a:lnTo>
                  <a:pt x="1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3" name=""/>
          <p:cNvSpPr/>
          <p:nvPr/>
        </p:nvSpPr>
        <p:spPr>
          <a:xfrm>
            <a:off x="8083800" y="260604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7" y="2"/>
                </a:moveTo>
                <a:lnTo>
                  <a:pt x="8" y="4"/>
                </a:lnTo>
                <a:lnTo>
                  <a:pt x="8" y="5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4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4" name=""/>
          <p:cNvSpPr/>
          <p:nvPr/>
        </p:nvSpPr>
        <p:spPr>
          <a:xfrm>
            <a:off x="8082360" y="2606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5" name=""/>
          <p:cNvSpPr/>
          <p:nvPr/>
        </p:nvSpPr>
        <p:spPr>
          <a:xfrm>
            <a:off x="8070120" y="2606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6" name=""/>
          <p:cNvSpPr/>
          <p:nvPr/>
        </p:nvSpPr>
        <p:spPr>
          <a:xfrm>
            <a:off x="8071560" y="2591280"/>
            <a:ext cx="34560" cy="21600"/>
          </a:xfrm>
          <a:custGeom>
            <a:avLst/>
            <a:gdLst/>
            <a:ahLst/>
            <a:rect l="0" t="0" r="r" b="b"/>
            <a:pathLst>
              <a:path w="96" h="60">
                <a:moveTo>
                  <a:pt x="50" y="1"/>
                </a:moveTo>
                <a:lnTo>
                  <a:pt x="52" y="1"/>
                </a:lnTo>
                <a:lnTo>
                  <a:pt x="53" y="1"/>
                </a:lnTo>
                <a:lnTo>
                  <a:pt x="54" y="1"/>
                </a:lnTo>
                <a:lnTo>
                  <a:pt x="58" y="0"/>
                </a:lnTo>
                <a:lnTo>
                  <a:pt x="58" y="1"/>
                </a:lnTo>
                <a:lnTo>
                  <a:pt x="59" y="2"/>
                </a:lnTo>
                <a:lnTo>
                  <a:pt x="60" y="2"/>
                </a:lnTo>
                <a:lnTo>
                  <a:pt x="60" y="3"/>
                </a:lnTo>
                <a:lnTo>
                  <a:pt x="59" y="3"/>
                </a:lnTo>
                <a:lnTo>
                  <a:pt x="58" y="3"/>
                </a:lnTo>
                <a:lnTo>
                  <a:pt x="57" y="5"/>
                </a:lnTo>
                <a:lnTo>
                  <a:pt x="57" y="6"/>
                </a:lnTo>
                <a:lnTo>
                  <a:pt x="57" y="7"/>
                </a:lnTo>
                <a:lnTo>
                  <a:pt x="58" y="7"/>
                </a:lnTo>
                <a:lnTo>
                  <a:pt x="61" y="5"/>
                </a:lnTo>
                <a:lnTo>
                  <a:pt x="62" y="5"/>
                </a:lnTo>
                <a:lnTo>
                  <a:pt x="62" y="4"/>
                </a:lnTo>
                <a:lnTo>
                  <a:pt x="62" y="3"/>
                </a:lnTo>
                <a:lnTo>
                  <a:pt x="63" y="2"/>
                </a:lnTo>
                <a:lnTo>
                  <a:pt x="63" y="1"/>
                </a:lnTo>
                <a:lnTo>
                  <a:pt x="64" y="1"/>
                </a:lnTo>
                <a:lnTo>
                  <a:pt x="65" y="1"/>
                </a:lnTo>
                <a:lnTo>
                  <a:pt x="66" y="1"/>
                </a:lnTo>
                <a:lnTo>
                  <a:pt x="67" y="3"/>
                </a:lnTo>
                <a:lnTo>
                  <a:pt x="68" y="4"/>
                </a:lnTo>
                <a:lnTo>
                  <a:pt x="67" y="4"/>
                </a:lnTo>
                <a:lnTo>
                  <a:pt x="67" y="5"/>
                </a:lnTo>
                <a:lnTo>
                  <a:pt x="67" y="6"/>
                </a:lnTo>
                <a:lnTo>
                  <a:pt x="69" y="5"/>
                </a:lnTo>
                <a:lnTo>
                  <a:pt x="70" y="5"/>
                </a:lnTo>
                <a:lnTo>
                  <a:pt x="71" y="5"/>
                </a:lnTo>
                <a:lnTo>
                  <a:pt x="71" y="6"/>
                </a:lnTo>
                <a:lnTo>
                  <a:pt x="70" y="7"/>
                </a:lnTo>
                <a:lnTo>
                  <a:pt x="69" y="8"/>
                </a:lnTo>
                <a:lnTo>
                  <a:pt x="70" y="9"/>
                </a:lnTo>
                <a:lnTo>
                  <a:pt x="71" y="9"/>
                </a:lnTo>
                <a:lnTo>
                  <a:pt x="71" y="8"/>
                </a:lnTo>
                <a:lnTo>
                  <a:pt x="72" y="8"/>
                </a:lnTo>
                <a:lnTo>
                  <a:pt x="73" y="9"/>
                </a:lnTo>
                <a:lnTo>
                  <a:pt x="75" y="10"/>
                </a:lnTo>
                <a:lnTo>
                  <a:pt x="76" y="10"/>
                </a:lnTo>
                <a:lnTo>
                  <a:pt x="77" y="9"/>
                </a:lnTo>
                <a:lnTo>
                  <a:pt x="78" y="9"/>
                </a:lnTo>
                <a:lnTo>
                  <a:pt x="79" y="9"/>
                </a:lnTo>
                <a:lnTo>
                  <a:pt x="80" y="8"/>
                </a:lnTo>
                <a:lnTo>
                  <a:pt x="81" y="8"/>
                </a:lnTo>
                <a:lnTo>
                  <a:pt x="81" y="7"/>
                </a:lnTo>
                <a:lnTo>
                  <a:pt x="81" y="8"/>
                </a:lnTo>
                <a:lnTo>
                  <a:pt x="81" y="9"/>
                </a:lnTo>
                <a:lnTo>
                  <a:pt x="80" y="9"/>
                </a:lnTo>
                <a:lnTo>
                  <a:pt x="79" y="10"/>
                </a:lnTo>
                <a:lnTo>
                  <a:pt x="79" y="11"/>
                </a:lnTo>
                <a:lnTo>
                  <a:pt x="78" y="12"/>
                </a:lnTo>
                <a:lnTo>
                  <a:pt x="77" y="12"/>
                </a:lnTo>
                <a:lnTo>
                  <a:pt x="76" y="13"/>
                </a:lnTo>
                <a:lnTo>
                  <a:pt x="76" y="14"/>
                </a:lnTo>
                <a:lnTo>
                  <a:pt x="73" y="15"/>
                </a:lnTo>
                <a:lnTo>
                  <a:pt x="70" y="18"/>
                </a:lnTo>
                <a:lnTo>
                  <a:pt x="69" y="18"/>
                </a:lnTo>
                <a:lnTo>
                  <a:pt x="68" y="19"/>
                </a:lnTo>
                <a:lnTo>
                  <a:pt x="68" y="20"/>
                </a:lnTo>
                <a:lnTo>
                  <a:pt x="67" y="20"/>
                </a:lnTo>
                <a:lnTo>
                  <a:pt x="66" y="20"/>
                </a:lnTo>
                <a:lnTo>
                  <a:pt x="65" y="20"/>
                </a:lnTo>
                <a:lnTo>
                  <a:pt x="63" y="18"/>
                </a:lnTo>
                <a:lnTo>
                  <a:pt x="62" y="17"/>
                </a:lnTo>
                <a:lnTo>
                  <a:pt x="59" y="17"/>
                </a:lnTo>
                <a:lnTo>
                  <a:pt x="58" y="17"/>
                </a:lnTo>
                <a:lnTo>
                  <a:pt x="58" y="18"/>
                </a:lnTo>
                <a:lnTo>
                  <a:pt x="58" y="19"/>
                </a:lnTo>
                <a:lnTo>
                  <a:pt x="57" y="20"/>
                </a:lnTo>
                <a:lnTo>
                  <a:pt x="56" y="21"/>
                </a:lnTo>
                <a:lnTo>
                  <a:pt x="56" y="22"/>
                </a:lnTo>
                <a:lnTo>
                  <a:pt x="55" y="22"/>
                </a:lnTo>
                <a:lnTo>
                  <a:pt x="54" y="22"/>
                </a:lnTo>
                <a:lnTo>
                  <a:pt x="53" y="22"/>
                </a:lnTo>
                <a:lnTo>
                  <a:pt x="52" y="23"/>
                </a:lnTo>
                <a:lnTo>
                  <a:pt x="52" y="25"/>
                </a:lnTo>
                <a:lnTo>
                  <a:pt x="53" y="25"/>
                </a:lnTo>
                <a:lnTo>
                  <a:pt x="54" y="25"/>
                </a:lnTo>
                <a:lnTo>
                  <a:pt x="55" y="25"/>
                </a:lnTo>
                <a:lnTo>
                  <a:pt x="56" y="25"/>
                </a:lnTo>
                <a:lnTo>
                  <a:pt x="57" y="26"/>
                </a:lnTo>
                <a:lnTo>
                  <a:pt x="59" y="27"/>
                </a:lnTo>
                <a:lnTo>
                  <a:pt x="60" y="28"/>
                </a:lnTo>
                <a:lnTo>
                  <a:pt x="60" y="29"/>
                </a:lnTo>
                <a:lnTo>
                  <a:pt x="60" y="30"/>
                </a:lnTo>
                <a:lnTo>
                  <a:pt x="60" y="31"/>
                </a:lnTo>
                <a:lnTo>
                  <a:pt x="61" y="31"/>
                </a:lnTo>
                <a:lnTo>
                  <a:pt x="61" y="30"/>
                </a:lnTo>
                <a:lnTo>
                  <a:pt x="61" y="29"/>
                </a:lnTo>
                <a:lnTo>
                  <a:pt x="62" y="28"/>
                </a:lnTo>
                <a:lnTo>
                  <a:pt x="62" y="27"/>
                </a:lnTo>
                <a:lnTo>
                  <a:pt x="64" y="25"/>
                </a:lnTo>
                <a:lnTo>
                  <a:pt x="65" y="25"/>
                </a:lnTo>
                <a:lnTo>
                  <a:pt x="70" y="25"/>
                </a:lnTo>
                <a:lnTo>
                  <a:pt x="70" y="26"/>
                </a:lnTo>
                <a:lnTo>
                  <a:pt x="70" y="27"/>
                </a:lnTo>
                <a:lnTo>
                  <a:pt x="71" y="28"/>
                </a:lnTo>
                <a:lnTo>
                  <a:pt x="72" y="28"/>
                </a:lnTo>
                <a:lnTo>
                  <a:pt x="72" y="27"/>
                </a:lnTo>
                <a:lnTo>
                  <a:pt x="73" y="27"/>
                </a:lnTo>
                <a:lnTo>
                  <a:pt x="73" y="26"/>
                </a:lnTo>
                <a:lnTo>
                  <a:pt x="73" y="25"/>
                </a:lnTo>
                <a:lnTo>
                  <a:pt x="72" y="23"/>
                </a:lnTo>
                <a:lnTo>
                  <a:pt x="72" y="22"/>
                </a:lnTo>
                <a:lnTo>
                  <a:pt x="72" y="21"/>
                </a:lnTo>
                <a:lnTo>
                  <a:pt x="72" y="20"/>
                </a:lnTo>
                <a:lnTo>
                  <a:pt x="73" y="20"/>
                </a:lnTo>
                <a:lnTo>
                  <a:pt x="74" y="19"/>
                </a:lnTo>
                <a:lnTo>
                  <a:pt x="75" y="19"/>
                </a:lnTo>
                <a:lnTo>
                  <a:pt x="75" y="20"/>
                </a:lnTo>
                <a:lnTo>
                  <a:pt x="75" y="19"/>
                </a:lnTo>
                <a:lnTo>
                  <a:pt x="76" y="19"/>
                </a:lnTo>
                <a:lnTo>
                  <a:pt x="76" y="18"/>
                </a:lnTo>
                <a:lnTo>
                  <a:pt x="76" y="17"/>
                </a:lnTo>
                <a:lnTo>
                  <a:pt x="77" y="16"/>
                </a:lnTo>
                <a:lnTo>
                  <a:pt x="78" y="15"/>
                </a:lnTo>
                <a:lnTo>
                  <a:pt x="79" y="14"/>
                </a:lnTo>
                <a:lnTo>
                  <a:pt x="79" y="15"/>
                </a:lnTo>
                <a:lnTo>
                  <a:pt x="80" y="15"/>
                </a:lnTo>
                <a:lnTo>
                  <a:pt x="80" y="16"/>
                </a:lnTo>
                <a:lnTo>
                  <a:pt x="81" y="16"/>
                </a:lnTo>
                <a:lnTo>
                  <a:pt x="81" y="17"/>
                </a:lnTo>
                <a:lnTo>
                  <a:pt x="80" y="17"/>
                </a:lnTo>
                <a:lnTo>
                  <a:pt x="80" y="18"/>
                </a:lnTo>
                <a:lnTo>
                  <a:pt x="82" y="17"/>
                </a:lnTo>
                <a:lnTo>
                  <a:pt x="83" y="16"/>
                </a:lnTo>
                <a:lnTo>
                  <a:pt x="83" y="15"/>
                </a:lnTo>
                <a:lnTo>
                  <a:pt x="82" y="15"/>
                </a:lnTo>
                <a:lnTo>
                  <a:pt x="83" y="14"/>
                </a:lnTo>
                <a:lnTo>
                  <a:pt x="83" y="15"/>
                </a:lnTo>
                <a:lnTo>
                  <a:pt x="83" y="16"/>
                </a:lnTo>
                <a:lnTo>
                  <a:pt x="84" y="16"/>
                </a:lnTo>
                <a:lnTo>
                  <a:pt x="84" y="17"/>
                </a:lnTo>
                <a:lnTo>
                  <a:pt x="83" y="17"/>
                </a:lnTo>
                <a:lnTo>
                  <a:pt x="83" y="18"/>
                </a:lnTo>
                <a:lnTo>
                  <a:pt x="83" y="19"/>
                </a:lnTo>
                <a:lnTo>
                  <a:pt x="82" y="19"/>
                </a:lnTo>
                <a:lnTo>
                  <a:pt x="83" y="20"/>
                </a:lnTo>
                <a:lnTo>
                  <a:pt x="83" y="21"/>
                </a:lnTo>
                <a:lnTo>
                  <a:pt x="83" y="22"/>
                </a:lnTo>
                <a:lnTo>
                  <a:pt x="83" y="21"/>
                </a:lnTo>
                <a:lnTo>
                  <a:pt x="82" y="21"/>
                </a:lnTo>
                <a:lnTo>
                  <a:pt x="82" y="22"/>
                </a:lnTo>
                <a:lnTo>
                  <a:pt x="83" y="23"/>
                </a:lnTo>
                <a:lnTo>
                  <a:pt x="83" y="25"/>
                </a:lnTo>
                <a:lnTo>
                  <a:pt x="82" y="25"/>
                </a:lnTo>
                <a:lnTo>
                  <a:pt x="83" y="25"/>
                </a:lnTo>
                <a:lnTo>
                  <a:pt x="84" y="23"/>
                </a:lnTo>
                <a:lnTo>
                  <a:pt x="84" y="22"/>
                </a:lnTo>
                <a:lnTo>
                  <a:pt x="85" y="22"/>
                </a:lnTo>
                <a:lnTo>
                  <a:pt x="86" y="25"/>
                </a:lnTo>
                <a:lnTo>
                  <a:pt x="85" y="25"/>
                </a:lnTo>
                <a:lnTo>
                  <a:pt x="85" y="26"/>
                </a:lnTo>
                <a:lnTo>
                  <a:pt x="86" y="26"/>
                </a:lnTo>
                <a:lnTo>
                  <a:pt x="87" y="26"/>
                </a:lnTo>
                <a:lnTo>
                  <a:pt x="87" y="25"/>
                </a:lnTo>
                <a:lnTo>
                  <a:pt x="86" y="25"/>
                </a:lnTo>
                <a:lnTo>
                  <a:pt x="86" y="23"/>
                </a:lnTo>
                <a:lnTo>
                  <a:pt x="86" y="20"/>
                </a:lnTo>
                <a:lnTo>
                  <a:pt x="86" y="19"/>
                </a:lnTo>
                <a:lnTo>
                  <a:pt x="87" y="19"/>
                </a:lnTo>
                <a:lnTo>
                  <a:pt x="87" y="17"/>
                </a:lnTo>
                <a:lnTo>
                  <a:pt x="88" y="17"/>
                </a:lnTo>
                <a:lnTo>
                  <a:pt x="89" y="18"/>
                </a:lnTo>
                <a:lnTo>
                  <a:pt x="89" y="19"/>
                </a:lnTo>
                <a:lnTo>
                  <a:pt x="88" y="20"/>
                </a:lnTo>
                <a:lnTo>
                  <a:pt x="89" y="21"/>
                </a:lnTo>
                <a:lnTo>
                  <a:pt x="89" y="22"/>
                </a:lnTo>
                <a:lnTo>
                  <a:pt x="91" y="22"/>
                </a:lnTo>
                <a:lnTo>
                  <a:pt x="92" y="21"/>
                </a:lnTo>
                <a:lnTo>
                  <a:pt x="93" y="21"/>
                </a:lnTo>
                <a:lnTo>
                  <a:pt x="94" y="21"/>
                </a:lnTo>
                <a:lnTo>
                  <a:pt x="95" y="22"/>
                </a:lnTo>
                <a:lnTo>
                  <a:pt x="94" y="23"/>
                </a:lnTo>
                <a:lnTo>
                  <a:pt x="94" y="25"/>
                </a:lnTo>
                <a:lnTo>
                  <a:pt x="95" y="25"/>
                </a:lnTo>
                <a:lnTo>
                  <a:pt x="96" y="26"/>
                </a:lnTo>
                <a:lnTo>
                  <a:pt x="96" y="27"/>
                </a:lnTo>
                <a:lnTo>
                  <a:pt x="95" y="27"/>
                </a:lnTo>
                <a:lnTo>
                  <a:pt x="94" y="27"/>
                </a:lnTo>
                <a:lnTo>
                  <a:pt x="94" y="26"/>
                </a:lnTo>
                <a:lnTo>
                  <a:pt x="92" y="26"/>
                </a:lnTo>
                <a:lnTo>
                  <a:pt x="91" y="28"/>
                </a:lnTo>
                <a:lnTo>
                  <a:pt x="90" y="29"/>
                </a:lnTo>
                <a:lnTo>
                  <a:pt x="91" y="30"/>
                </a:lnTo>
                <a:lnTo>
                  <a:pt x="92" y="31"/>
                </a:lnTo>
                <a:lnTo>
                  <a:pt x="92" y="32"/>
                </a:lnTo>
                <a:lnTo>
                  <a:pt x="93" y="32"/>
                </a:lnTo>
                <a:lnTo>
                  <a:pt x="94" y="32"/>
                </a:lnTo>
                <a:lnTo>
                  <a:pt x="94" y="33"/>
                </a:lnTo>
                <a:lnTo>
                  <a:pt x="94" y="34"/>
                </a:lnTo>
                <a:lnTo>
                  <a:pt x="94" y="36"/>
                </a:lnTo>
                <a:lnTo>
                  <a:pt x="94" y="37"/>
                </a:lnTo>
                <a:lnTo>
                  <a:pt x="93" y="36"/>
                </a:lnTo>
                <a:lnTo>
                  <a:pt x="93" y="35"/>
                </a:lnTo>
                <a:lnTo>
                  <a:pt x="92" y="35"/>
                </a:lnTo>
                <a:lnTo>
                  <a:pt x="91" y="35"/>
                </a:lnTo>
                <a:lnTo>
                  <a:pt x="91" y="36"/>
                </a:lnTo>
                <a:lnTo>
                  <a:pt x="92" y="36"/>
                </a:lnTo>
                <a:lnTo>
                  <a:pt x="93" y="37"/>
                </a:lnTo>
                <a:lnTo>
                  <a:pt x="92" y="37"/>
                </a:lnTo>
                <a:lnTo>
                  <a:pt x="91" y="39"/>
                </a:lnTo>
                <a:lnTo>
                  <a:pt x="90" y="39"/>
                </a:lnTo>
                <a:lnTo>
                  <a:pt x="89" y="39"/>
                </a:lnTo>
                <a:lnTo>
                  <a:pt x="89" y="40"/>
                </a:lnTo>
                <a:lnTo>
                  <a:pt x="89" y="42"/>
                </a:lnTo>
                <a:lnTo>
                  <a:pt x="89" y="43"/>
                </a:lnTo>
                <a:lnTo>
                  <a:pt x="88" y="43"/>
                </a:lnTo>
                <a:lnTo>
                  <a:pt x="87" y="40"/>
                </a:lnTo>
                <a:lnTo>
                  <a:pt x="86" y="41"/>
                </a:lnTo>
                <a:lnTo>
                  <a:pt x="85" y="41"/>
                </a:lnTo>
                <a:lnTo>
                  <a:pt x="85" y="40"/>
                </a:lnTo>
                <a:lnTo>
                  <a:pt x="84" y="39"/>
                </a:lnTo>
                <a:lnTo>
                  <a:pt x="83" y="38"/>
                </a:lnTo>
                <a:lnTo>
                  <a:pt x="83" y="37"/>
                </a:lnTo>
                <a:lnTo>
                  <a:pt x="84" y="36"/>
                </a:lnTo>
                <a:lnTo>
                  <a:pt x="83" y="36"/>
                </a:lnTo>
                <a:lnTo>
                  <a:pt x="83" y="35"/>
                </a:lnTo>
                <a:lnTo>
                  <a:pt x="80" y="35"/>
                </a:lnTo>
                <a:lnTo>
                  <a:pt x="79" y="34"/>
                </a:lnTo>
                <a:lnTo>
                  <a:pt x="77" y="34"/>
                </a:lnTo>
                <a:lnTo>
                  <a:pt x="76" y="33"/>
                </a:lnTo>
                <a:lnTo>
                  <a:pt x="74" y="33"/>
                </a:lnTo>
                <a:lnTo>
                  <a:pt x="72" y="33"/>
                </a:lnTo>
                <a:lnTo>
                  <a:pt x="72" y="35"/>
                </a:lnTo>
                <a:lnTo>
                  <a:pt x="72" y="37"/>
                </a:lnTo>
                <a:lnTo>
                  <a:pt x="72" y="38"/>
                </a:lnTo>
                <a:lnTo>
                  <a:pt x="72" y="39"/>
                </a:lnTo>
                <a:lnTo>
                  <a:pt x="72" y="40"/>
                </a:lnTo>
                <a:lnTo>
                  <a:pt x="73" y="40"/>
                </a:lnTo>
                <a:lnTo>
                  <a:pt x="73" y="41"/>
                </a:lnTo>
                <a:lnTo>
                  <a:pt x="73" y="42"/>
                </a:lnTo>
                <a:lnTo>
                  <a:pt x="72" y="42"/>
                </a:lnTo>
                <a:lnTo>
                  <a:pt x="72" y="41"/>
                </a:lnTo>
                <a:lnTo>
                  <a:pt x="71" y="41"/>
                </a:lnTo>
                <a:lnTo>
                  <a:pt x="71" y="40"/>
                </a:lnTo>
                <a:lnTo>
                  <a:pt x="71" y="39"/>
                </a:lnTo>
                <a:lnTo>
                  <a:pt x="71" y="38"/>
                </a:lnTo>
                <a:lnTo>
                  <a:pt x="70" y="38"/>
                </a:lnTo>
                <a:lnTo>
                  <a:pt x="70" y="39"/>
                </a:lnTo>
                <a:lnTo>
                  <a:pt x="69" y="41"/>
                </a:lnTo>
                <a:lnTo>
                  <a:pt x="68" y="41"/>
                </a:lnTo>
                <a:lnTo>
                  <a:pt x="68" y="42"/>
                </a:lnTo>
                <a:lnTo>
                  <a:pt x="69" y="41"/>
                </a:lnTo>
                <a:lnTo>
                  <a:pt x="70" y="41"/>
                </a:lnTo>
                <a:lnTo>
                  <a:pt x="71" y="42"/>
                </a:lnTo>
                <a:lnTo>
                  <a:pt x="71" y="43"/>
                </a:lnTo>
                <a:lnTo>
                  <a:pt x="71" y="44"/>
                </a:lnTo>
                <a:lnTo>
                  <a:pt x="73" y="47"/>
                </a:lnTo>
                <a:lnTo>
                  <a:pt x="74" y="48"/>
                </a:lnTo>
                <a:lnTo>
                  <a:pt x="77" y="49"/>
                </a:lnTo>
                <a:lnTo>
                  <a:pt x="78" y="49"/>
                </a:lnTo>
                <a:lnTo>
                  <a:pt x="79" y="49"/>
                </a:lnTo>
                <a:lnTo>
                  <a:pt x="80" y="51"/>
                </a:lnTo>
                <a:lnTo>
                  <a:pt x="81" y="51"/>
                </a:lnTo>
                <a:lnTo>
                  <a:pt x="81" y="52"/>
                </a:lnTo>
                <a:lnTo>
                  <a:pt x="80" y="53"/>
                </a:lnTo>
                <a:lnTo>
                  <a:pt x="79" y="54"/>
                </a:lnTo>
                <a:lnTo>
                  <a:pt x="78" y="54"/>
                </a:lnTo>
                <a:lnTo>
                  <a:pt x="77" y="54"/>
                </a:lnTo>
                <a:lnTo>
                  <a:pt x="77" y="53"/>
                </a:lnTo>
                <a:lnTo>
                  <a:pt x="76" y="54"/>
                </a:lnTo>
                <a:lnTo>
                  <a:pt x="76" y="55"/>
                </a:lnTo>
                <a:lnTo>
                  <a:pt x="76" y="56"/>
                </a:lnTo>
                <a:lnTo>
                  <a:pt x="77" y="56"/>
                </a:lnTo>
                <a:lnTo>
                  <a:pt x="78" y="56"/>
                </a:lnTo>
                <a:lnTo>
                  <a:pt x="79" y="56"/>
                </a:lnTo>
                <a:lnTo>
                  <a:pt x="79" y="58"/>
                </a:lnTo>
                <a:lnTo>
                  <a:pt x="80" y="58"/>
                </a:lnTo>
                <a:lnTo>
                  <a:pt x="80" y="57"/>
                </a:lnTo>
                <a:lnTo>
                  <a:pt x="80" y="58"/>
                </a:lnTo>
                <a:lnTo>
                  <a:pt x="80" y="59"/>
                </a:lnTo>
                <a:lnTo>
                  <a:pt x="79" y="59"/>
                </a:lnTo>
                <a:lnTo>
                  <a:pt x="78" y="58"/>
                </a:lnTo>
                <a:lnTo>
                  <a:pt x="77" y="58"/>
                </a:lnTo>
                <a:lnTo>
                  <a:pt x="76" y="57"/>
                </a:lnTo>
                <a:lnTo>
                  <a:pt x="75" y="57"/>
                </a:lnTo>
                <a:lnTo>
                  <a:pt x="75" y="58"/>
                </a:lnTo>
                <a:lnTo>
                  <a:pt x="75" y="59"/>
                </a:lnTo>
                <a:lnTo>
                  <a:pt x="74" y="60"/>
                </a:lnTo>
                <a:lnTo>
                  <a:pt x="73" y="58"/>
                </a:lnTo>
                <a:lnTo>
                  <a:pt x="72" y="57"/>
                </a:lnTo>
                <a:lnTo>
                  <a:pt x="72" y="56"/>
                </a:lnTo>
                <a:lnTo>
                  <a:pt x="73" y="55"/>
                </a:lnTo>
                <a:lnTo>
                  <a:pt x="72" y="53"/>
                </a:lnTo>
                <a:lnTo>
                  <a:pt x="71" y="52"/>
                </a:lnTo>
                <a:lnTo>
                  <a:pt x="70" y="52"/>
                </a:lnTo>
                <a:lnTo>
                  <a:pt x="69" y="54"/>
                </a:lnTo>
                <a:lnTo>
                  <a:pt x="68" y="55"/>
                </a:lnTo>
                <a:lnTo>
                  <a:pt x="67" y="55"/>
                </a:lnTo>
                <a:lnTo>
                  <a:pt x="66" y="55"/>
                </a:lnTo>
                <a:lnTo>
                  <a:pt x="66" y="54"/>
                </a:lnTo>
                <a:lnTo>
                  <a:pt x="65" y="53"/>
                </a:lnTo>
                <a:lnTo>
                  <a:pt x="64" y="52"/>
                </a:lnTo>
                <a:lnTo>
                  <a:pt x="63" y="52"/>
                </a:lnTo>
                <a:lnTo>
                  <a:pt x="62" y="52"/>
                </a:lnTo>
                <a:lnTo>
                  <a:pt x="61" y="52"/>
                </a:lnTo>
                <a:lnTo>
                  <a:pt x="58" y="49"/>
                </a:lnTo>
                <a:lnTo>
                  <a:pt x="58" y="50"/>
                </a:lnTo>
                <a:lnTo>
                  <a:pt x="58" y="51"/>
                </a:lnTo>
                <a:lnTo>
                  <a:pt x="58" y="52"/>
                </a:lnTo>
                <a:lnTo>
                  <a:pt x="58" y="53"/>
                </a:lnTo>
                <a:lnTo>
                  <a:pt x="57" y="53"/>
                </a:lnTo>
                <a:lnTo>
                  <a:pt x="56" y="54"/>
                </a:lnTo>
                <a:lnTo>
                  <a:pt x="55" y="55"/>
                </a:lnTo>
                <a:lnTo>
                  <a:pt x="54" y="55"/>
                </a:lnTo>
                <a:lnTo>
                  <a:pt x="53" y="55"/>
                </a:lnTo>
                <a:lnTo>
                  <a:pt x="52" y="55"/>
                </a:lnTo>
                <a:lnTo>
                  <a:pt x="51" y="54"/>
                </a:lnTo>
                <a:lnTo>
                  <a:pt x="50" y="54"/>
                </a:lnTo>
                <a:lnTo>
                  <a:pt x="51" y="53"/>
                </a:lnTo>
                <a:lnTo>
                  <a:pt x="51" y="51"/>
                </a:lnTo>
                <a:lnTo>
                  <a:pt x="50" y="51"/>
                </a:lnTo>
                <a:lnTo>
                  <a:pt x="49" y="51"/>
                </a:lnTo>
                <a:lnTo>
                  <a:pt x="46" y="51"/>
                </a:lnTo>
                <a:lnTo>
                  <a:pt x="45" y="51"/>
                </a:lnTo>
                <a:lnTo>
                  <a:pt x="43" y="50"/>
                </a:lnTo>
                <a:lnTo>
                  <a:pt x="44" y="49"/>
                </a:lnTo>
                <a:lnTo>
                  <a:pt x="43" y="47"/>
                </a:lnTo>
                <a:lnTo>
                  <a:pt x="42" y="45"/>
                </a:lnTo>
                <a:lnTo>
                  <a:pt x="41" y="44"/>
                </a:lnTo>
                <a:lnTo>
                  <a:pt x="41" y="43"/>
                </a:lnTo>
                <a:lnTo>
                  <a:pt x="40" y="42"/>
                </a:lnTo>
                <a:lnTo>
                  <a:pt x="40" y="41"/>
                </a:lnTo>
                <a:lnTo>
                  <a:pt x="39" y="41"/>
                </a:lnTo>
                <a:lnTo>
                  <a:pt x="38" y="41"/>
                </a:lnTo>
                <a:lnTo>
                  <a:pt x="37" y="41"/>
                </a:lnTo>
                <a:lnTo>
                  <a:pt x="36" y="42"/>
                </a:lnTo>
                <a:lnTo>
                  <a:pt x="35" y="42"/>
                </a:lnTo>
                <a:lnTo>
                  <a:pt x="35" y="41"/>
                </a:lnTo>
                <a:lnTo>
                  <a:pt x="34" y="41"/>
                </a:lnTo>
                <a:lnTo>
                  <a:pt x="33" y="42"/>
                </a:lnTo>
                <a:lnTo>
                  <a:pt x="33" y="43"/>
                </a:lnTo>
                <a:lnTo>
                  <a:pt x="32" y="43"/>
                </a:lnTo>
                <a:lnTo>
                  <a:pt x="31" y="43"/>
                </a:lnTo>
                <a:lnTo>
                  <a:pt x="30" y="42"/>
                </a:lnTo>
                <a:lnTo>
                  <a:pt x="30" y="43"/>
                </a:lnTo>
                <a:lnTo>
                  <a:pt x="29" y="43"/>
                </a:lnTo>
                <a:lnTo>
                  <a:pt x="28" y="44"/>
                </a:lnTo>
                <a:lnTo>
                  <a:pt x="27" y="44"/>
                </a:lnTo>
                <a:lnTo>
                  <a:pt x="25" y="45"/>
                </a:lnTo>
                <a:lnTo>
                  <a:pt x="24" y="45"/>
                </a:lnTo>
                <a:lnTo>
                  <a:pt x="23" y="45"/>
                </a:lnTo>
                <a:lnTo>
                  <a:pt x="23" y="44"/>
                </a:lnTo>
                <a:lnTo>
                  <a:pt x="22" y="44"/>
                </a:lnTo>
                <a:lnTo>
                  <a:pt x="21" y="44"/>
                </a:lnTo>
                <a:lnTo>
                  <a:pt x="21" y="43"/>
                </a:lnTo>
                <a:lnTo>
                  <a:pt x="21" y="44"/>
                </a:lnTo>
                <a:lnTo>
                  <a:pt x="20" y="44"/>
                </a:lnTo>
                <a:lnTo>
                  <a:pt x="19" y="44"/>
                </a:lnTo>
                <a:lnTo>
                  <a:pt x="18" y="44"/>
                </a:lnTo>
                <a:lnTo>
                  <a:pt x="16" y="42"/>
                </a:lnTo>
                <a:lnTo>
                  <a:pt x="15" y="42"/>
                </a:lnTo>
                <a:lnTo>
                  <a:pt x="14" y="41"/>
                </a:lnTo>
                <a:lnTo>
                  <a:pt x="13" y="41"/>
                </a:lnTo>
                <a:lnTo>
                  <a:pt x="13" y="42"/>
                </a:lnTo>
                <a:lnTo>
                  <a:pt x="14" y="43"/>
                </a:lnTo>
                <a:lnTo>
                  <a:pt x="12" y="43"/>
                </a:lnTo>
                <a:lnTo>
                  <a:pt x="11" y="43"/>
                </a:lnTo>
                <a:lnTo>
                  <a:pt x="10" y="43"/>
                </a:lnTo>
                <a:lnTo>
                  <a:pt x="9" y="46"/>
                </a:lnTo>
                <a:lnTo>
                  <a:pt x="8" y="46"/>
                </a:lnTo>
                <a:lnTo>
                  <a:pt x="7" y="46"/>
                </a:lnTo>
                <a:lnTo>
                  <a:pt x="6" y="45"/>
                </a:lnTo>
                <a:lnTo>
                  <a:pt x="4" y="44"/>
                </a:lnTo>
                <a:lnTo>
                  <a:pt x="3" y="43"/>
                </a:lnTo>
                <a:lnTo>
                  <a:pt x="3" y="42"/>
                </a:lnTo>
                <a:lnTo>
                  <a:pt x="4" y="42"/>
                </a:lnTo>
                <a:lnTo>
                  <a:pt x="4" y="41"/>
                </a:lnTo>
                <a:lnTo>
                  <a:pt x="3" y="40"/>
                </a:lnTo>
                <a:lnTo>
                  <a:pt x="2" y="38"/>
                </a:lnTo>
                <a:lnTo>
                  <a:pt x="2" y="37"/>
                </a:lnTo>
                <a:lnTo>
                  <a:pt x="1" y="37"/>
                </a:lnTo>
                <a:lnTo>
                  <a:pt x="0" y="37"/>
                </a:lnTo>
                <a:lnTo>
                  <a:pt x="0" y="36"/>
                </a:lnTo>
                <a:lnTo>
                  <a:pt x="2" y="34"/>
                </a:lnTo>
                <a:lnTo>
                  <a:pt x="3" y="33"/>
                </a:lnTo>
                <a:lnTo>
                  <a:pt x="4" y="33"/>
                </a:lnTo>
                <a:lnTo>
                  <a:pt x="5" y="33"/>
                </a:lnTo>
                <a:lnTo>
                  <a:pt x="6" y="32"/>
                </a:lnTo>
                <a:lnTo>
                  <a:pt x="7" y="31"/>
                </a:lnTo>
                <a:lnTo>
                  <a:pt x="8" y="30"/>
                </a:lnTo>
                <a:lnTo>
                  <a:pt x="9" y="28"/>
                </a:lnTo>
                <a:lnTo>
                  <a:pt x="9" y="27"/>
                </a:lnTo>
                <a:lnTo>
                  <a:pt x="11" y="27"/>
                </a:lnTo>
                <a:lnTo>
                  <a:pt x="12" y="26"/>
                </a:lnTo>
                <a:lnTo>
                  <a:pt x="13" y="26"/>
                </a:lnTo>
                <a:lnTo>
                  <a:pt x="13" y="25"/>
                </a:lnTo>
                <a:lnTo>
                  <a:pt x="14" y="23"/>
                </a:lnTo>
                <a:lnTo>
                  <a:pt x="14" y="21"/>
                </a:lnTo>
                <a:lnTo>
                  <a:pt x="15" y="21"/>
                </a:lnTo>
                <a:lnTo>
                  <a:pt x="16" y="20"/>
                </a:lnTo>
                <a:lnTo>
                  <a:pt x="16" y="19"/>
                </a:lnTo>
                <a:lnTo>
                  <a:pt x="16" y="18"/>
                </a:lnTo>
                <a:lnTo>
                  <a:pt x="17" y="18"/>
                </a:lnTo>
                <a:lnTo>
                  <a:pt x="18" y="18"/>
                </a:lnTo>
                <a:lnTo>
                  <a:pt x="19" y="18"/>
                </a:lnTo>
                <a:lnTo>
                  <a:pt x="19" y="20"/>
                </a:lnTo>
                <a:lnTo>
                  <a:pt x="19" y="21"/>
                </a:lnTo>
                <a:lnTo>
                  <a:pt x="20" y="21"/>
                </a:lnTo>
                <a:lnTo>
                  <a:pt x="20" y="20"/>
                </a:lnTo>
                <a:lnTo>
                  <a:pt x="21" y="20"/>
                </a:lnTo>
                <a:lnTo>
                  <a:pt x="21" y="19"/>
                </a:lnTo>
                <a:lnTo>
                  <a:pt x="22" y="19"/>
                </a:lnTo>
                <a:lnTo>
                  <a:pt x="22" y="20"/>
                </a:lnTo>
                <a:lnTo>
                  <a:pt x="22" y="19"/>
                </a:lnTo>
                <a:lnTo>
                  <a:pt x="23" y="19"/>
                </a:lnTo>
                <a:lnTo>
                  <a:pt x="23" y="17"/>
                </a:lnTo>
                <a:lnTo>
                  <a:pt x="23" y="16"/>
                </a:lnTo>
                <a:lnTo>
                  <a:pt x="23" y="15"/>
                </a:lnTo>
                <a:lnTo>
                  <a:pt x="24" y="15"/>
                </a:lnTo>
                <a:lnTo>
                  <a:pt x="24" y="14"/>
                </a:lnTo>
                <a:lnTo>
                  <a:pt x="25" y="14"/>
                </a:lnTo>
                <a:lnTo>
                  <a:pt x="26" y="14"/>
                </a:lnTo>
                <a:lnTo>
                  <a:pt x="27" y="14"/>
                </a:lnTo>
                <a:lnTo>
                  <a:pt x="27" y="13"/>
                </a:lnTo>
                <a:lnTo>
                  <a:pt x="27" y="12"/>
                </a:lnTo>
                <a:lnTo>
                  <a:pt x="28" y="11"/>
                </a:lnTo>
                <a:lnTo>
                  <a:pt x="29" y="11"/>
                </a:lnTo>
                <a:lnTo>
                  <a:pt x="30" y="11"/>
                </a:lnTo>
                <a:lnTo>
                  <a:pt x="31" y="11"/>
                </a:lnTo>
                <a:lnTo>
                  <a:pt x="32" y="10"/>
                </a:lnTo>
                <a:lnTo>
                  <a:pt x="32" y="9"/>
                </a:lnTo>
                <a:lnTo>
                  <a:pt x="31" y="8"/>
                </a:lnTo>
                <a:lnTo>
                  <a:pt x="33" y="7"/>
                </a:lnTo>
                <a:lnTo>
                  <a:pt x="34" y="6"/>
                </a:lnTo>
                <a:lnTo>
                  <a:pt x="35" y="7"/>
                </a:lnTo>
                <a:lnTo>
                  <a:pt x="36" y="7"/>
                </a:lnTo>
                <a:lnTo>
                  <a:pt x="37" y="7"/>
                </a:lnTo>
                <a:lnTo>
                  <a:pt x="37" y="8"/>
                </a:lnTo>
                <a:lnTo>
                  <a:pt x="38" y="7"/>
                </a:lnTo>
                <a:lnTo>
                  <a:pt x="39" y="6"/>
                </a:lnTo>
                <a:lnTo>
                  <a:pt x="40" y="5"/>
                </a:lnTo>
                <a:lnTo>
                  <a:pt x="41" y="5"/>
                </a:lnTo>
                <a:lnTo>
                  <a:pt x="42" y="5"/>
                </a:lnTo>
                <a:lnTo>
                  <a:pt x="43" y="5"/>
                </a:lnTo>
                <a:lnTo>
                  <a:pt x="44" y="5"/>
                </a:lnTo>
                <a:lnTo>
                  <a:pt x="44" y="4"/>
                </a:lnTo>
                <a:lnTo>
                  <a:pt x="44" y="3"/>
                </a:lnTo>
                <a:lnTo>
                  <a:pt x="45" y="2"/>
                </a:lnTo>
                <a:lnTo>
                  <a:pt x="45" y="1"/>
                </a:lnTo>
                <a:lnTo>
                  <a:pt x="46" y="1"/>
                </a:lnTo>
                <a:lnTo>
                  <a:pt x="46" y="0"/>
                </a:lnTo>
                <a:lnTo>
                  <a:pt x="48" y="0"/>
                </a:lnTo>
                <a:lnTo>
                  <a:pt x="50" y="0"/>
                </a:lnTo>
                <a:lnTo>
                  <a:pt x="50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7" name=""/>
          <p:cNvSpPr/>
          <p:nvPr/>
        </p:nvSpPr>
        <p:spPr>
          <a:xfrm>
            <a:off x="8096760" y="26182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4" y="4"/>
                </a:lnTo>
                <a:lnTo>
                  <a:pt x="2" y="6"/>
                </a:lnTo>
                <a:lnTo>
                  <a:pt x="1" y="6"/>
                </a:lnTo>
                <a:lnTo>
                  <a:pt x="2" y="6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4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8" name=""/>
          <p:cNvSpPr/>
          <p:nvPr/>
        </p:nvSpPr>
        <p:spPr>
          <a:xfrm>
            <a:off x="8098920" y="2617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9" name=""/>
          <p:cNvSpPr/>
          <p:nvPr/>
        </p:nvSpPr>
        <p:spPr>
          <a:xfrm>
            <a:off x="8098560" y="2612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1" y="5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0" name=""/>
          <p:cNvSpPr/>
          <p:nvPr/>
        </p:nvSpPr>
        <p:spPr>
          <a:xfrm>
            <a:off x="8103240" y="2607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1" name=""/>
          <p:cNvSpPr/>
          <p:nvPr/>
        </p:nvSpPr>
        <p:spPr>
          <a:xfrm>
            <a:off x="8102520" y="2607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2" name=""/>
          <p:cNvSpPr/>
          <p:nvPr/>
        </p:nvSpPr>
        <p:spPr>
          <a:xfrm>
            <a:off x="8098560" y="2607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3" name=""/>
          <p:cNvSpPr/>
          <p:nvPr/>
        </p:nvSpPr>
        <p:spPr>
          <a:xfrm>
            <a:off x="8100360" y="2606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4" name=""/>
          <p:cNvSpPr/>
          <p:nvPr/>
        </p:nvSpPr>
        <p:spPr>
          <a:xfrm>
            <a:off x="8103240" y="26060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5" name=""/>
          <p:cNvSpPr/>
          <p:nvPr/>
        </p:nvSpPr>
        <p:spPr>
          <a:xfrm>
            <a:off x="8098920" y="2603520"/>
            <a:ext cx="2880" cy="3240"/>
          </a:xfrm>
          <a:custGeom>
            <a:avLst/>
            <a:gdLst/>
            <a:ahLst/>
            <a:rect l="0" t="0" r="r" b="b"/>
            <a:pathLst>
              <a:path w="8" h="9">
                <a:moveTo>
                  <a:pt x="2" y="2"/>
                </a:move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8" y="7"/>
                </a:lnTo>
                <a:lnTo>
                  <a:pt x="6" y="8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4" y="9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6" name=""/>
          <p:cNvSpPr/>
          <p:nvPr/>
        </p:nvSpPr>
        <p:spPr>
          <a:xfrm>
            <a:off x="8098200" y="2603880"/>
            <a:ext cx="1440" cy="2520"/>
          </a:xfrm>
          <a:custGeom>
            <a:avLst/>
            <a:gdLst/>
            <a:ahLst/>
            <a:rect l="0" t="0" r="r" b="b"/>
            <a:pathLst>
              <a:path w="4" h="7">
                <a:moveTo>
                  <a:pt x="2" y="2"/>
                </a:moveTo>
                <a:lnTo>
                  <a:pt x="2" y="3"/>
                </a:lnTo>
                <a:lnTo>
                  <a:pt x="4" y="5"/>
                </a:lnTo>
                <a:lnTo>
                  <a:pt x="4" y="7"/>
                </a:lnTo>
                <a:lnTo>
                  <a:pt x="2" y="7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7" name=""/>
          <p:cNvSpPr/>
          <p:nvPr/>
        </p:nvSpPr>
        <p:spPr>
          <a:xfrm>
            <a:off x="8100360" y="2603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8" name=""/>
          <p:cNvSpPr/>
          <p:nvPr/>
        </p:nvSpPr>
        <p:spPr>
          <a:xfrm>
            <a:off x="8101800" y="2595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3"/>
                </a:move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9" name=""/>
          <p:cNvSpPr/>
          <p:nvPr/>
        </p:nvSpPr>
        <p:spPr>
          <a:xfrm>
            <a:off x="8101800" y="2594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0" name=""/>
          <p:cNvSpPr/>
          <p:nvPr/>
        </p:nvSpPr>
        <p:spPr>
          <a:xfrm>
            <a:off x="8097840" y="25930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3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1" name=""/>
          <p:cNvSpPr/>
          <p:nvPr/>
        </p:nvSpPr>
        <p:spPr>
          <a:xfrm>
            <a:off x="8098200" y="2592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2" name=""/>
          <p:cNvSpPr/>
          <p:nvPr/>
        </p:nvSpPr>
        <p:spPr>
          <a:xfrm>
            <a:off x="8096760" y="259092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4" y="2"/>
                </a:move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3"/>
                </a:lnTo>
                <a:lnTo>
                  <a:pt x="4" y="3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4" y="5"/>
                </a:lnTo>
                <a:lnTo>
                  <a:pt x="5" y="5"/>
                </a:lnTo>
                <a:lnTo>
                  <a:pt x="5" y="7"/>
                </a:lnTo>
                <a:lnTo>
                  <a:pt x="4" y="5"/>
                </a:lnTo>
                <a:lnTo>
                  <a:pt x="3" y="5"/>
                </a:lnTo>
                <a:lnTo>
                  <a:pt x="3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3" y="4"/>
                </a:ln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4" y="2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3" name=""/>
          <p:cNvSpPr/>
          <p:nvPr/>
        </p:nvSpPr>
        <p:spPr>
          <a:xfrm>
            <a:off x="8106120" y="25902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3"/>
                </a:moveTo>
                <a:lnTo>
                  <a:pt x="2" y="3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4" name=""/>
          <p:cNvSpPr/>
          <p:nvPr/>
        </p:nvSpPr>
        <p:spPr>
          <a:xfrm>
            <a:off x="8048160" y="2623680"/>
            <a:ext cx="4680" cy="4680"/>
          </a:xfrm>
          <a:custGeom>
            <a:avLst/>
            <a:gdLst/>
            <a:ahLst/>
            <a:rect l="0" t="0" r="r" b="b"/>
            <a:pathLst>
              <a:path w="13" h="13">
                <a:moveTo>
                  <a:pt x="10" y="0"/>
                </a:moveTo>
                <a:lnTo>
                  <a:pt x="12" y="4"/>
                </a:lnTo>
                <a:lnTo>
                  <a:pt x="13" y="6"/>
                </a:lnTo>
                <a:lnTo>
                  <a:pt x="12" y="6"/>
                </a:lnTo>
                <a:lnTo>
                  <a:pt x="11" y="4"/>
                </a:lnTo>
                <a:lnTo>
                  <a:pt x="11" y="3"/>
                </a:lnTo>
                <a:lnTo>
                  <a:pt x="9" y="2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2" y="7"/>
                </a:lnTo>
                <a:lnTo>
                  <a:pt x="11" y="7"/>
                </a:lnTo>
                <a:lnTo>
                  <a:pt x="9" y="8"/>
                </a:lnTo>
                <a:lnTo>
                  <a:pt x="8" y="8"/>
                </a:lnTo>
                <a:lnTo>
                  <a:pt x="8" y="9"/>
                </a:lnTo>
                <a:lnTo>
                  <a:pt x="7" y="10"/>
                </a:lnTo>
                <a:lnTo>
                  <a:pt x="8" y="10"/>
                </a:lnTo>
                <a:lnTo>
                  <a:pt x="8" y="12"/>
                </a:lnTo>
                <a:lnTo>
                  <a:pt x="7" y="12"/>
                </a:lnTo>
                <a:lnTo>
                  <a:pt x="6" y="12"/>
                </a:lnTo>
                <a:lnTo>
                  <a:pt x="5" y="12"/>
                </a:lnTo>
                <a:lnTo>
                  <a:pt x="5" y="13"/>
                </a:lnTo>
                <a:lnTo>
                  <a:pt x="4" y="12"/>
                </a:lnTo>
                <a:lnTo>
                  <a:pt x="4" y="10"/>
                </a:lnTo>
                <a:lnTo>
                  <a:pt x="4" y="9"/>
                </a:lnTo>
                <a:lnTo>
                  <a:pt x="4" y="5"/>
                </a:lnTo>
                <a:lnTo>
                  <a:pt x="4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7" y="0"/>
                </a:lnTo>
                <a:lnTo>
                  <a:pt x="8" y="1"/>
                </a:lnTo>
                <a:lnTo>
                  <a:pt x="10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5" name=""/>
          <p:cNvSpPr/>
          <p:nvPr/>
        </p:nvSpPr>
        <p:spPr>
          <a:xfrm>
            <a:off x="8049600" y="26211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6" name=""/>
          <p:cNvSpPr/>
          <p:nvPr/>
        </p:nvSpPr>
        <p:spPr>
          <a:xfrm>
            <a:off x="8047080" y="2620080"/>
            <a:ext cx="2880" cy="3240"/>
          </a:xfrm>
          <a:custGeom>
            <a:avLst/>
            <a:gdLst/>
            <a:ahLst/>
            <a:rect l="0" t="0" r="r" b="b"/>
            <a:pathLst>
              <a:path w="8" h="9">
                <a:moveTo>
                  <a:pt x="7" y="7"/>
                </a:move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3" y="9"/>
                </a:lnTo>
                <a:lnTo>
                  <a:pt x="1" y="9"/>
                </a:lnTo>
                <a:lnTo>
                  <a:pt x="0" y="8"/>
                </a:lnTo>
                <a:lnTo>
                  <a:pt x="1" y="7"/>
                </a:lnTo>
                <a:lnTo>
                  <a:pt x="2" y="2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7" y="1"/>
                </a:lnTo>
                <a:lnTo>
                  <a:pt x="8" y="3"/>
                </a:lnTo>
                <a:lnTo>
                  <a:pt x="7" y="4"/>
                </a:lnTo>
                <a:lnTo>
                  <a:pt x="7" y="7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7" name=""/>
          <p:cNvSpPr/>
          <p:nvPr/>
        </p:nvSpPr>
        <p:spPr>
          <a:xfrm>
            <a:off x="8049960" y="26200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0"/>
                </a:moveTo>
                <a:lnTo>
                  <a:pt x="4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5F5F5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8" name=""/>
          <p:cNvSpPr/>
          <p:nvPr/>
        </p:nvSpPr>
        <p:spPr>
          <a:xfrm>
            <a:off x="8060400" y="1687320"/>
            <a:ext cx="309240" cy="375480"/>
          </a:xfrm>
          <a:custGeom>
            <a:avLst/>
            <a:gdLst/>
            <a:ahLst/>
            <a:rect l="0" t="0" r="r" b="b"/>
            <a:pathLst>
              <a:path w="859" h="1043">
                <a:moveTo>
                  <a:pt x="718" y="394"/>
                </a:moveTo>
                <a:lnTo>
                  <a:pt x="719" y="392"/>
                </a:lnTo>
                <a:lnTo>
                  <a:pt x="718" y="391"/>
                </a:lnTo>
                <a:lnTo>
                  <a:pt x="717" y="389"/>
                </a:lnTo>
                <a:lnTo>
                  <a:pt x="716" y="388"/>
                </a:lnTo>
                <a:lnTo>
                  <a:pt x="715" y="387"/>
                </a:lnTo>
                <a:lnTo>
                  <a:pt x="713" y="384"/>
                </a:lnTo>
                <a:lnTo>
                  <a:pt x="711" y="383"/>
                </a:lnTo>
                <a:lnTo>
                  <a:pt x="709" y="384"/>
                </a:lnTo>
                <a:lnTo>
                  <a:pt x="706" y="387"/>
                </a:lnTo>
                <a:lnTo>
                  <a:pt x="704" y="387"/>
                </a:lnTo>
                <a:lnTo>
                  <a:pt x="702" y="387"/>
                </a:lnTo>
                <a:lnTo>
                  <a:pt x="701" y="385"/>
                </a:lnTo>
                <a:lnTo>
                  <a:pt x="701" y="384"/>
                </a:lnTo>
                <a:lnTo>
                  <a:pt x="701" y="383"/>
                </a:lnTo>
                <a:lnTo>
                  <a:pt x="700" y="383"/>
                </a:lnTo>
                <a:lnTo>
                  <a:pt x="700" y="382"/>
                </a:lnTo>
                <a:lnTo>
                  <a:pt x="697" y="380"/>
                </a:lnTo>
                <a:lnTo>
                  <a:pt x="696" y="379"/>
                </a:lnTo>
                <a:lnTo>
                  <a:pt x="695" y="379"/>
                </a:lnTo>
                <a:lnTo>
                  <a:pt x="695" y="378"/>
                </a:lnTo>
                <a:lnTo>
                  <a:pt x="694" y="378"/>
                </a:lnTo>
                <a:lnTo>
                  <a:pt x="694" y="377"/>
                </a:lnTo>
                <a:lnTo>
                  <a:pt x="691" y="377"/>
                </a:lnTo>
                <a:lnTo>
                  <a:pt x="690" y="377"/>
                </a:lnTo>
                <a:lnTo>
                  <a:pt x="690" y="378"/>
                </a:lnTo>
                <a:lnTo>
                  <a:pt x="691" y="378"/>
                </a:lnTo>
                <a:lnTo>
                  <a:pt x="691" y="379"/>
                </a:lnTo>
                <a:lnTo>
                  <a:pt x="690" y="379"/>
                </a:lnTo>
                <a:lnTo>
                  <a:pt x="689" y="379"/>
                </a:lnTo>
                <a:lnTo>
                  <a:pt x="689" y="378"/>
                </a:lnTo>
                <a:lnTo>
                  <a:pt x="689" y="379"/>
                </a:lnTo>
                <a:lnTo>
                  <a:pt x="688" y="380"/>
                </a:lnTo>
                <a:lnTo>
                  <a:pt x="686" y="379"/>
                </a:lnTo>
                <a:lnTo>
                  <a:pt x="686" y="378"/>
                </a:lnTo>
                <a:lnTo>
                  <a:pt x="687" y="377"/>
                </a:lnTo>
                <a:lnTo>
                  <a:pt x="687" y="376"/>
                </a:lnTo>
                <a:lnTo>
                  <a:pt x="687" y="375"/>
                </a:lnTo>
                <a:lnTo>
                  <a:pt x="687" y="374"/>
                </a:lnTo>
                <a:lnTo>
                  <a:pt x="687" y="373"/>
                </a:lnTo>
                <a:lnTo>
                  <a:pt x="688" y="373"/>
                </a:lnTo>
                <a:lnTo>
                  <a:pt x="687" y="372"/>
                </a:lnTo>
                <a:lnTo>
                  <a:pt x="685" y="372"/>
                </a:lnTo>
                <a:lnTo>
                  <a:pt x="684" y="372"/>
                </a:lnTo>
                <a:lnTo>
                  <a:pt x="684" y="373"/>
                </a:lnTo>
                <a:lnTo>
                  <a:pt x="683" y="374"/>
                </a:lnTo>
                <a:lnTo>
                  <a:pt x="682" y="375"/>
                </a:lnTo>
                <a:lnTo>
                  <a:pt x="679" y="377"/>
                </a:lnTo>
                <a:lnTo>
                  <a:pt x="678" y="377"/>
                </a:lnTo>
                <a:lnTo>
                  <a:pt x="675" y="377"/>
                </a:lnTo>
                <a:lnTo>
                  <a:pt x="674" y="375"/>
                </a:lnTo>
                <a:lnTo>
                  <a:pt x="673" y="374"/>
                </a:lnTo>
                <a:lnTo>
                  <a:pt x="674" y="373"/>
                </a:lnTo>
                <a:lnTo>
                  <a:pt x="674" y="371"/>
                </a:lnTo>
                <a:lnTo>
                  <a:pt x="673" y="371"/>
                </a:lnTo>
                <a:lnTo>
                  <a:pt x="672" y="371"/>
                </a:lnTo>
                <a:lnTo>
                  <a:pt x="672" y="372"/>
                </a:lnTo>
                <a:lnTo>
                  <a:pt x="671" y="373"/>
                </a:lnTo>
                <a:lnTo>
                  <a:pt x="671" y="374"/>
                </a:lnTo>
                <a:lnTo>
                  <a:pt x="671" y="375"/>
                </a:lnTo>
                <a:lnTo>
                  <a:pt x="670" y="375"/>
                </a:lnTo>
                <a:lnTo>
                  <a:pt x="668" y="375"/>
                </a:lnTo>
                <a:lnTo>
                  <a:pt x="666" y="374"/>
                </a:lnTo>
                <a:lnTo>
                  <a:pt x="666" y="373"/>
                </a:lnTo>
                <a:lnTo>
                  <a:pt x="666" y="372"/>
                </a:lnTo>
                <a:lnTo>
                  <a:pt x="665" y="372"/>
                </a:lnTo>
                <a:lnTo>
                  <a:pt x="663" y="372"/>
                </a:lnTo>
                <a:lnTo>
                  <a:pt x="662" y="372"/>
                </a:lnTo>
                <a:lnTo>
                  <a:pt x="662" y="373"/>
                </a:lnTo>
                <a:lnTo>
                  <a:pt x="661" y="373"/>
                </a:lnTo>
                <a:lnTo>
                  <a:pt x="661" y="374"/>
                </a:lnTo>
                <a:lnTo>
                  <a:pt x="661" y="375"/>
                </a:lnTo>
                <a:lnTo>
                  <a:pt x="660" y="375"/>
                </a:lnTo>
                <a:lnTo>
                  <a:pt x="659" y="375"/>
                </a:lnTo>
                <a:lnTo>
                  <a:pt x="658" y="375"/>
                </a:lnTo>
                <a:lnTo>
                  <a:pt x="658" y="374"/>
                </a:lnTo>
                <a:lnTo>
                  <a:pt x="657" y="373"/>
                </a:lnTo>
                <a:lnTo>
                  <a:pt x="657" y="372"/>
                </a:lnTo>
                <a:lnTo>
                  <a:pt x="656" y="371"/>
                </a:lnTo>
                <a:lnTo>
                  <a:pt x="654" y="373"/>
                </a:lnTo>
                <a:lnTo>
                  <a:pt x="652" y="373"/>
                </a:lnTo>
                <a:lnTo>
                  <a:pt x="653" y="374"/>
                </a:lnTo>
                <a:lnTo>
                  <a:pt x="654" y="376"/>
                </a:lnTo>
                <a:lnTo>
                  <a:pt x="654" y="377"/>
                </a:lnTo>
                <a:lnTo>
                  <a:pt x="653" y="377"/>
                </a:lnTo>
                <a:lnTo>
                  <a:pt x="652" y="377"/>
                </a:lnTo>
                <a:lnTo>
                  <a:pt x="651" y="377"/>
                </a:lnTo>
                <a:lnTo>
                  <a:pt x="651" y="376"/>
                </a:lnTo>
                <a:lnTo>
                  <a:pt x="650" y="376"/>
                </a:lnTo>
                <a:lnTo>
                  <a:pt x="649" y="376"/>
                </a:lnTo>
                <a:lnTo>
                  <a:pt x="646" y="375"/>
                </a:lnTo>
                <a:lnTo>
                  <a:pt x="645" y="375"/>
                </a:lnTo>
                <a:lnTo>
                  <a:pt x="645" y="376"/>
                </a:lnTo>
                <a:lnTo>
                  <a:pt x="645" y="377"/>
                </a:lnTo>
                <a:lnTo>
                  <a:pt x="644" y="379"/>
                </a:lnTo>
                <a:lnTo>
                  <a:pt x="643" y="379"/>
                </a:lnTo>
                <a:lnTo>
                  <a:pt x="643" y="380"/>
                </a:lnTo>
                <a:lnTo>
                  <a:pt x="642" y="379"/>
                </a:lnTo>
                <a:lnTo>
                  <a:pt x="642" y="378"/>
                </a:lnTo>
                <a:lnTo>
                  <a:pt x="641" y="378"/>
                </a:lnTo>
                <a:lnTo>
                  <a:pt x="640" y="377"/>
                </a:lnTo>
                <a:lnTo>
                  <a:pt x="638" y="377"/>
                </a:lnTo>
                <a:lnTo>
                  <a:pt x="637" y="377"/>
                </a:lnTo>
                <a:lnTo>
                  <a:pt x="636" y="377"/>
                </a:lnTo>
                <a:lnTo>
                  <a:pt x="634" y="378"/>
                </a:lnTo>
                <a:lnTo>
                  <a:pt x="633" y="378"/>
                </a:lnTo>
                <a:lnTo>
                  <a:pt x="632" y="380"/>
                </a:lnTo>
                <a:lnTo>
                  <a:pt x="631" y="384"/>
                </a:lnTo>
                <a:lnTo>
                  <a:pt x="631" y="385"/>
                </a:lnTo>
                <a:lnTo>
                  <a:pt x="632" y="385"/>
                </a:lnTo>
                <a:lnTo>
                  <a:pt x="633" y="386"/>
                </a:lnTo>
                <a:lnTo>
                  <a:pt x="634" y="387"/>
                </a:lnTo>
                <a:lnTo>
                  <a:pt x="635" y="387"/>
                </a:lnTo>
                <a:lnTo>
                  <a:pt x="636" y="387"/>
                </a:lnTo>
                <a:lnTo>
                  <a:pt x="638" y="388"/>
                </a:lnTo>
                <a:lnTo>
                  <a:pt x="639" y="388"/>
                </a:lnTo>
                <a:lnTo>
                  <a:pt x="640" y="389"/>
                </a:lnTo>
                <a:lnTo>
                  <a:pt x="639" y="390"/>
                </a:lnTo>
                <a:lnTo>
                  <a:pt x="639" y="391"/>
                </a:lnTo>
                <a:lnTo>
                  <a:pt x="640" y="392"/>
                </a:lnTo>
                <a:lnTo>
                  <a:pt x="641" y="392"/>
                </a:lnTo>
                <a:lnTo>
                  <a:pt x="641" y="393"/>
                </a:lnTo>
                <a:lnTo>
                  <a:pt x="642" y="394"/>
                </a:lnTo>
                <a:lnTo>
                  <a:pt x="641" y="396"/>
                </a:lnTo>
                <a:lnTo>
                  <a:pt x="640" y="396"/>
                </a:lnTo>
                <a:lnTo>
                  <a:pt x="639" y="396"/>
                </a:lnTo>
                <a:lnTo>
                  <a:pt x="638" y="396"/>
                </a:lnTo>
                <a:lnTo>
                  <a:pt x="638" y="397"/>
                </a:lnTo>
                <a:lnTo>
                  <a:pt x="638" y="400"/>
                </a:lnTo>
                <a:lnTo>
                  <a:pt x="638" y="401"/>
                </a:lnTo>
                <a:lnTo>
                  <a:pt x="639" y="401"/>
                </a:lnTo>
                <a:lnTo>
                  <a:pt x="640" y="402"/>
                </a:lnTo>
                <a:lnTo>
                  <a:pt x="642" y="402"/>
                </a:lnTo>
                <a:lnTo>
                  <a:pt x="645" y="403"/>
                </a:lnTo>
                <a:lnTo>
                  <a:pt x="647" y="402"/>
                </a:lnTo>
                <a:lnTo>
                  <a:pt x="649" y="400"/>
                </a:lnTo>
                <a:lnTo>
                  <a:pt x="649" y="401"/>
                </a:lnTo>
                <a:lnTo>
                  <a:pt x="650" y="401"/>
                </a:lnTo>
                <a:lnTo>
                  <a:pt x="652" y="401"/>
                </a:lnTo>
                <a:lnTo>
                  <a:pt x="653" y="401"/>
                </a:lnTo>
                <a:lnTo>
                  <a:pt x="654" y="401"/>
                </a:lnTo>
                <a:lnTo>
                  <a:pt x="654" y="400"/>
                </a:lnTo>
                <a:lnTo>
                  <a:pt x="655" y="400"/>
                </a:lnTo>
                <a:lnTo>
                  <a:pt x="656" y="402"/>
                </a:lnTo>
                <a:lnTo>
                  <a:pt x="656" y="403"/>
                </a:lnTo>
                <a:lnTo>
                  <a:pt x="656" y="406"/>
                </a:lnTo>
                <a:lnTo>
                  <a:pt x="656" y="409"/>
                </a:lnTo>
                <a:lnTo>
                  <a:pt x="656" y="410"/>
                </a:lnTo>
                <a:lnTo>
                  <a:pt x="656" y="411"/>
                </a:lnTo>
                <a:lnTo>
                  <a:pt x="657" y="411"/>
                </a:lnTo>
                <a:lnTo>
                  <a:pt x="656" y="414"/>
                </a:lnTo>
                <a:lnTo>
                  <a:pt x="656" y="415"/>
                </a:lnTo>
                <a:lnTo>
                  <a:pt x="656" y="416"/>
                </a:lnTo>
                <a:lnTo>
                  <a:pt x="656" y="417"/>
                </a:lnTo>
                <a:lnTo>
                  <a:pt x="655" y="417"/>
                </a:lnTo>
                <a:lnTo>
                  <a:pt x="656" y="417"/>
                </a:lnTo>
                <a:lnTo>
                  <a:pt x="656" y="418"/>
                </a:lnTo>
                <a:lnTo>
                  <a:pt x="657" y="418"/>
                </a:lnTo>
                <a:lnTo>
                  <a:pt x="657" y="419"/>
                </a:lnTo>
                <a:lnTo>
                  <a:pt x="658" y="419"/>
                </a:lnTo>
                <a:lnTo>
                  <a:pt x="659" y="419"/>
                </a:lnTo>
                <a:lnTo>
                  <a:pt x="659" y="418"/>
                </a:lnTo>
                <a:lnTo>
                  <a:pt x="659" y="419"/>
                </a:lnTo>
                <a:lnTo>
                  <a:pt x="660" y="419"/>
                </a:lnTo>
                <a:lnTo>
                  <a:pt x="660" y="421"/>
                </a:lnTo>
                <a:lnTo>
                  <a:pt x="660" y="422"/>
                </a:lnTo>
                <a:lnTo>
                  <a:pt x="660" y="421"/>
                </a:lnTo>
                <a:lnTo>
                  <a:pt x="659" y="422"/>
                </a:lnTo>
                <a:lnTo>
                  <a:pt x="659" y="425"/>
                </a:lnTo>
                <a:lnTo>
                  <a:pt x="660" y="427"/>
                </a:lnTo>
                <a:lnTo>
                  <a:pt x="661" y="427"/>
                </a:lnTo>
                <a:lnTo>
                  <a:pt x="662" y="427"/>
                </a:lnTo>
                <a:lnTo>
                  <a:pt x="662" y="429"/>
                </a:lnTo>
                <a:lnTo>
                  <a:pt x="661" y="429"/>
                </a:lnTo>
                <a:lnTo>
                  <a:pt x="661" y="430"/>
                </a:lnTo>
                <a:lnTo>
                  <a:pt x="660" y="430"/>
                </a:lnTo>
                <a:lnTo>
                  <a:pt x="658" y="431"/>
                </a:lnTo>
                <a:lnTo>
                  <a:pt x="657" y="433"/>
                </a:lnTo>
                <a:lnTo>
                  <a:pt x="658" y="433"/>
                </a:lnTo>
                <a:lnTo>
                  <a:pt x="657" y="433"/>
                </a:lnTo>
                <a:lnTo>
                  <a:pt x="657" y="434"/>
                </a:lnTo>
                <a:lnTo>
                  <a:pt x="656" y="434"/>
                </a:lnTo>
                <a:lnTo>
                  <a:pt x="656" y="435"/>
                </a:lnTo>
                <a:lnTo>
                  <a:pt x="655" y="435"/>
                </a:lnTo>
                <a:lnTo>
                  <a:pt x="655" y="436"/>
                </a:lnTo>
                <a:lnTo>
                  <a:pt x="655" y="437"/>
                </a:lnTo>
                <a:lnTo>
                  <a:pt x="656" y="437"/>
                </a:lnTo>
                <a:lnTo>
                  <a:pt x="657" y="437"/>
                </a:lnTo>
                <a:lnTo>
                  <a:pt x="657" y="438"/>
                </a:lnTo>
                <a:lnTo>
                  <a:pt x="657" y="439"/>
                </a:lnTo>
                <a:lnTo>
                  <a:pt x="657" y="440"/>
                </a:lnTo>
                <a:lnTo>
                  <a:pt x="657" y="441"/>
                </a:lnTo>
                <a:lnTo>
                  <a:pt x="656" y="442"/>
                </a:lnTo>
                <a:lnTo>
                  <a:pt x="656" y="443"/>
                </a:lnTo>
                <a:lnTo>
                  <a:pt x="656" y="444"/>
                </a:lnTo>
                <a:lnTo>
                  <a:pt x="657" y="445"/>
                </a:lnTo>
                <a:lnTo>
                  <a:pt x="658" y="445"/>
                </a:lnTo>
                <a:lnTo>
                  <a:pt x="659" y="445"/>
                </a:lnTo>
                <a:lnTo>
                  <a:pt x="659" y="446"/>
                </a:lnTo>
                <a:lnTo>
                  <a:pt x="659" y="447"/>
                </a:lnTo>
                <a:lnTo>
                  <a:pt x="658" y="449"/>
                </a:lnTo>
                <a:lnTo>
                  <a:pt x="658" y="450"/>
                </a:lnTo>
                <a:lnTo>
                  <a:pt x="657" y="451"/>
                </a:lnTo>
                <a:lnTo>
                  <a:pt x="657" y="452"/>
                </a:lnTo>
                <a:lnTo>
                  <a:pt x="656" y="452"/>
                </a:lnTo>
                <a:lnTo>
                  <a:pt x="656" y="453"/>
                </a:lnTo>
                <a:lnTo>
                  <a:pt x="656" y="454"/>
                </a:lnTo>
                <a:lnTo>
                  <a:pt x="655" y="454"/>
                </a:lnTo>
                <a:lnTo>
                  <a:pt x="655" y="455"/>
                </a:lnTo>
                <a:lnTo>
                  <a:pt x="654" y="456"/>
                </a:lnTo>
                <a:lnTo>
                  <a:pt x="653" y="457"/>
                </a:lnTo>
                <a:lnTo>
                  <a:pt x="652" y="457"/>
                </a:lnTo>
                <a:lnTo>
                  <a:pt x="651" y="457"/>
                </a:lnTo>
                <a:lnTo>
                  <a:pt x="650" y="457"/>
                </a:lnTo>
                <a:lnTo>
                  <a:pt x="649" y="458"/>
                </a:lnTo>
                <a:lnTo>
                  <a:pt x="648" y="458"/>
                </a:lnTo>
                <a:lnTo>
                  <a:pt x="647" y="458"/>
                </a:lnTo>
                <a:lnTo>
                  <a:pt x="647" y="459"/>
                </a:lnTo>
                <a:lnTo>
                  <a:pt x="647" y="460"/>
                </a:lnTo>
                <a:lnTo>
                  <a:pt x="647" y="459"/>
                </a:lnTo>
                <a:lnTo>
                  <a:pt x="646" y="459"/>
                </a:lnTo>
                <a:lnTo>
                  <a:pt x="646" y="458"/>
                </a:lnTo>
                <a:lnTo>
                  <a:pt x="646" y="459"/>
                </a:lnTo>
                <a:lnTo>
                  <a:pt x="645" y="459"/>
                </a:lnTo>
                <a:lnTo>
                  <a:pt x="644" y="459"/>
                </a:lnTo>
                <a:lnTo>
                  <a:pt x="644" y="458"/>
                </a:lnTo>
                <a:lnTo>
                  <a:pt x="644" y="457"/>
                </a:lnTo>
                <a:lnTo>
                  <a:pt x="643" y="457"/>
                </a:lnTo>
                <a:lnTo>
                  <a:pt x="642" y="459"/>
                </a:lnTo>
                <a:lnTo>
                  <a:pt x="641" y="460"/>
                </a:lnTo>
                <a:lnTo>
                  <a:pt x="640" y="460"/>
                </a:lnTo>
                <a:lnTo>
                  <a:pt x="640" y="459"/>
                </a:lnTo>
                <a:lnTo>
                  <a:pt x="639" y="459"/>
                </a:lnTo>
                <a:lnTo>
                  <a:pt x="639" y="460"/>
                </a:lnTo>
                <a:lnTo>
                  <a:pt x="639" y="461"/>
                </a:lnTo>
                <a:lnTo>
                  <a:pt x="638" y="461"/>
                </a:lnTo>
                <a:lnTo>
                  <a:pt x="637" y="461"/>
                </a:lnTo>
                <a:lnTo>
                  <a:pt x="636" y="461"/>
                </a:lnTo>
                <a:lnTo>
                  <a:pt x="636" y="462"/>
                </a:lnTo>
                <a:lnTo>
                  <a:pt x="635" y="462"/>
                </a:lnTo>
                <a:lnTo>
                  <a:pt x="635" y="463"/>
                </a:lnTo>
                <a:lnTo>
                  <a:pt x="634" y="462"/>
                </a:lnTo>
                <a:lnTo>
                  <a:pt x="633" y="462"/>
                </a:lnTo>
                <a:lnTo>
                  <a:pt x="633" y="463"/>
                </a:lnTo>
                <a:lnTo>
                  <a:pt x="633" y="464"/>
                </a:lnTo>
                <a:lnTo>
                  <a:pt x="632" y="465"/>
                </a:lnTo>
                <a:lnTo>
                  <a:pt x="631" y="464"/>
                </a:lnTo>
                <a:lnTo>
                  <a:pt x="631" y="465"/>
                </a:lnTo>
                <a:lnTo>
                  <a:pt x="631" y="466"/>
                </a:lnTo>
                <a:lnTo>
                  <a:pt x="631" y="469"/>
                </a:lnTo>
                <a:lnTo>
                  <a:pt x="632" y="469"/>
                </a:lnTo>
                <a:lnTo>
                  <a:pt x="634" y="473"/>
                </a:lnTo>
                <a:lnTo>
                  <a:pt x="633" y="473"/>
                </a:lnTo>
                <a:lnTo>
                  <a:pt x="632" y="473"/>
                </a:lnTo>
                <a:lnTo>
                  <a:pt x="632" y="474"/>
                </a:lnTo>
                <a:lnTo>
                  <a:pt x="632" y="475"/>
                </a:lnTo>
                <a:lnTo>
                  <a:pt x="632" y="476"/>
                </a:lnTo>
                <a:lnTo>
                  <a:pt x="633" y="476"/>
                </a:lnTo>
                <a:lnTo>
                  <a:pt x="633" y="477"/>
                </a:lnTo>
                <a:lnTo>
                  <a:pt x="632" y="477"/>
                </a:lnTo>
                <a:lnTo>
                  <a:pt x="631" y="477"/>
                </a:lnTo>
                <a:lnTo>
                  <a:pt x="630" y="478"/>
                </a:lnTo>
                <a:lnTo>
                  <a:pt x="629" y="478"/>
                </a:lnTo>
                <a:lnTo>
                  <a:pt x="629" y="479"/>
                </a:lnTo>
                <a:lnTo>
                  <a:pt x="628" y="480"/>
                </a:lnTo>
                <a:lnTo>
                  <a:pt x="628" y="481"/>
                </a:lnTo>
                <a:lnTo>
                  <a:pt x="627" y="482"/>
                </a:lnTo>
                <a:lnTo>
                  <a:pt x="626" y="482"/>
                </a:lnTo>
                <a:lnTo>
                  <a:pt x="625" y="483"/>
                </a:lnTo>
                <a:lnTo>
                  <a:pt x="625" y="484"/>
                </a:lnTo>
                <a:lnTo>
                  <a:pt x="624" y="484"/>
                </a:lnTo>
                <a:lnTo>
                  <a:pt x="623" y="485"/>
                </a:lnTo>
                <a:lnTo>
                  <a:pt x="623" y="486"/>
                </a:lnTo>
                <a:lnTo>
                  <a:pt x="622" y="486"/>
                </a:lnTo>
                <a:lnTo>
                  <a:pt x="621" y="486"/>
                </a:lnTo>
                <a:lnTo>
                  <a:pt x="620" y="486"/>
                </a:lnTo>
                <a:lnTo>
                  <a:pt x="619" y="486"/>
                </a:lnTo>
                <a:lnTo>
                  <a:pt x="619" y="487"/>
                </a:lnTo>
                <a:lnTo>
                  <a:pt x="618" y="487"/>
                </a:lnTo>
                <a:lnTo>
                  <a:pt x="618" y="488"/>
                </a:lnTo>
                <a:lnTo>
                  <a:pt x="617" y="488"/>
                </a:lnTo>
                <a:lnTo>
                  <a:pt x="616" y="488"/>
                </a:lnTo>
                <a:lnTo>
                  <a:pt x="616" y="489"/>
                </a:lnTo>
                <a:lnTo>
                  <a:pt x="617" y="489"/>
                </a:lnTo>
                <a:lnTo>
                  <a:pt x="617" y="491"/>
                </a:lnTo>
                <a:lnTo>
                  <a:pt x="616" y="491"/>
                </a:lnTo>
                <a:lnTo>
                  <a:pt x="616" y="492"/>
                </a:lnTo>
                <a:lnTo>
                  <a:pt x="615" y="492"/>
                </a:lnTo>
                <a:lnTo>
                  <a:pt x="615" y="493"/>
                </a:lnTo>
                <a:lnTo>
                  <a:pt x="616" y="493"/>
                </a:lnTo>
                <a:lnTo>
                  <a:pt x="616" y="494"/>
                </a:lnTo>
                <a:lnTo>
                  <a:pt x="617" y="495"/>
                </a:lnTo>
                <a:lnTo>
                  <a:pt x="616" y="496"/>
                </a:lnTo>
                <a:lnTo>
                  <a:pt x="616" y="497"/>
                </a:lnTo>
                <a:lnTo>
                  <a:pt x="616" y="498"/>
                </a:lnTo>
                <a:lnTo>
                  <a:pt x="616" y="499"/>
                </a:lnTo>
                <a:lnTo>
                  <a:pt x="617" y="499"/>
                </a:lnTo>
                <a:lnTo>
                  <a:pt x="618" y="499"/>
                </a:lnTo>
                <a:lnTo>
                  <a:pt x="619" y="499"/>
                </a:lnTo>
                <a:lnTo>
                  <a:pt x="619" y="500"/>
                </a:lnTo>
                <a:lnTo>
                  <a:pt x="619" y="501"/>
                </a:lnTo>
                <a:lnTo>
                  <a:pt x="618" y="501"/>
                </a:lnTo>
                <a:lnTo>
                  <a:pt x="618" y="500"/>
                </a:lnTo>
                <a:lnTo>
                  <a:pt x="617" y="501"/>
                </a:lnTo>
                <a:lnTo>
                  <a:pt x="617" y="502"/>
                </a:lnTo>
                <a:lnTo>
                  <a:pt x="617" y="504"/>
                </a:lnTo>
                <a:lnTo>
                  <a:pt x="618" y="504"/>
                </a:lnTo>
                <a:lnTo>
                  <a:pt x="618" y="505"/>
                </a:lnTo>
                <a:lnTo>
                  <a:pt x="619" y="505"/>
                </a:lnTo>
                <a:lnTo>
                  <a:pt x="619" y="506"/>
                </a:lnTo>
                <a:lnTo>
                  <a:pt x="618" y="507"/>
                </a:lnTo>
                <a:lnTo>
                  <a:pt x="618" y="508"/>
                </a:lnTo>
                <a:lnTo>
                  <a:pt x="617" y="509"/>
                </a:lnTo>
                <a:lnTo>
                  <a:pt x="616" y="508"/>
                </a:lnTo>
                <a:lnTo>
                  <a:pt x="615" y="508"/>
                </a:lnTo>
                <a:lnTo>
                  <a:pt x="616" y="509"/>
                </a:lnTo>
                <a:lnTo>
                  <a:pt x="616" y="510"/>
                </a:lnTo>
                <a:lnTo>
                  <a:pt x="617" y="511"/>
                </a:lnTo>
                <a:lnTo>
                  <a:pt x="615" y="512"/>
                </a:lnTo>
                <a:lnTo>
                  <a:pt x="616" y="512"/>
                </a:lnTo>
                <a:lnTo>
                  <a:pt x="616" y="513"/>
                </a:lnTo>
                <a:lnTo>
                  <a:pt x="616" y="514"/>
                </a:lnTo>
                <a:lnTo>
                  <a:pt x="615" y="514"/>
                </a:lnTo>
                <a:lnTo>
                  <a:pt x="615" y="515"/>
                </a:lnTo>
                <a:lnTo>
                  <a:pt x="615" y="516"/>
                </a:lnTo>
                <a:lnTo>
                  <a:pt x="616" y="516"/>
                </a:lnTo>
                <a:lnTo>
                  <a:pt x="616" y="517"/>
                </a:lnTo>
                <a:lnTo>
                  <a:pt x="615" y="518"/>
                </a:lnTo>
                <a:lnTo>
                  <a:pt x="614" y="519"/>
                </a:lnTo>
                <a:lnTo>
                  <a:pt x="615" y="519"/>
                </a:lnTo>
                <a:lnTo>
                  <a:pt x="615" y="520"/>
                </a:lnTo>
                <a:lnTo>
                  <a:pt x="616" y="519"/>
                </a:lnTo>
                <a:lnTo>
                  <a:pt x="617" y="519"/>
                </a:lnTo>
                <a:lnTo>
                  <a:pt x="617" y="520"/>
                </a:lnTo>
                <a:lnTo>
                  <a:pt x="617" y="521"/>
                </a:lnTo>
                <a:lnTo>
                  <a:pt x="618" y="521"/>
                </a:lnTo>
                <a:lnTo>
                  <a:pt x="618" y="522"/>
                </a:lnTo>
                <a:lnTo>
                  <a:pt x="617" y="522"/>
                </a:lnTo>
                <a:lnTo>
                  <a:pt x="618" y="523"/>
                </a:lnTo>
                <a:lnTo>
                  <a:pt x="619" y="523"/>
                </a:lnTo>
                <a:lnTo>
                  <a:pt x="620" y="523"/>
                </a:lnTo>
                <a:lnTo>
                  <a:pt x="620" y="522"/>
                </a:lnTo>
                <a:lnTo>
                  <a:pt x="621" y="521"/>
                </a:lnTo>
                <a:lnTo>
                  <a:pt x="623" y="522"/>
                </a:lnTo>
                <a:lnTo>
                  <a:pt x="624" y="522"/>
                </a:lnTo>
                <a:lnTo>
                  <a:pt x="624" y="523"/>
                </a:lnTo>
                <a:lnTo>
                  <a:pt x="624" y="524"/>
                </a:lnTo>
                <a:lnTo>
                  <a:pt x="624" y="525"/>
                </a:lnTo>
                <a:lnTo>
                  <a:pt x="625" y="526"/>
                </a:lnTo>
                <a:lnTo>
                  <a:pt x="625" y="527"/>
                </a:lnTo>
                <a:lnTo>
                  <a:pt x="626" y="527"/>
                </a:lnTo>
                <a:lnTo>
                  <a:pt x="627" y="527"/>
                </a:lnTo>
                <a:lnTo>
                  <a:pt x="627" y="526"/>
                </a:lnTo>
                <a:lnTo>
                  <a:pt x="627" y="525"/>
                </a:lnTo>
                <a:lnTo>
                  <a:pt x="628" y="524"/>
                </a:lnTo>
                <a:lnTo>
                  <a:pt x="630" y="525"/>
                </a:lnTo>
                <a:lnTo>
                  <a:pt x="630" y="526"/>
                </a:lnTo>
                <a:lnTo>
                  <a:pt x="631" y="526"/>
                </a:lnTo>
                <a:lnTo>
                  <a:pt x="631" y="527"/>
                </a:lnTo>
                <a:lnTo>
                  <a:pt x="632" y="527"/>
                </a:lnTo>
                <a:lnTo>
                  <a:pt x="633" y="526"/>
                </a:lnTo>
                <a:lnTo>
                  <a:pt x="634" y="526"/>
                </a:lnTo>
                <a:lnTo>
                  <a:pt x="636" y="526"/>
                </a:lnTo>
                <a:lnTo>
                  <a:pt x="637" y="528"/>
                </a:lnTo>
                <a:lnTo>
                  <a:pt x="636" y="529"/>
                </a:lnTo>
                <a:lnTo>
                  <a:pt x="635" y="529"/>
                </a:lnTo>
                <a:lnTo>
                  <a:pt x="634" y="529"/>
                </a:lnTo>
                <a:lnTo>
                  <a:pt x="634" y="530"/>
                </a:lnTo>
                <a:lnTo>
                  <a:pt x="634" y="531"/>
                </a:lnTo>
                <a:lnTo>
                  <a:pt x="635" y="532"/>
                </a:lnTo>
                <a:lnTo>
                  <a:pt x="636" y="533"/>
                </a:lnTo>
                <a:lnTo>
                  <a:pt x="637" y="533"/>
                </a:lnTo>
                <a:lnTo>
                  <a:pt x="639" y="534"/>
                </a:lnTo>
                <a:lnTo>
                  <a:pt x="640" y="534"/>
                </a:lnTo>
                <a:lnTo>
                  <a:pt x="641" y="534"/>
                </a:lnTo>
                <a:lnTo>
                  <a:pt x="642" y="534"/>
                </a:lnTo>
                <a:lnTo>
                  <a:pt x="641" y="536"/>
                </a:lnTo>
                <a:lnTo>
                  <a:pt x="641" y="540"/>
                </a:lnTo>
                <a:lnTo>
                  <a:pt x="640" y="542"/>
                </a:lnTo>
                <a:lnTo>
                  <a:pt x="639" y="545"/>
                </a:lnTo>
                <a:lnTo>
                  <a:pt x="639" y="546"/>
                </a:lnTo>
                <a:lnTo>
                  <a:pt x="640" y="547"/>
                </a:lnTo>
                <a:lnTo>
                  <a:pt x="640" y="548"/>
                </a:lnTo>
                <a:lnTo>
                  <a:pt x="641" y="548"/>
                </a:lnTo>
                <a:lnTo>
                  <a:pt x="642" y="548"/>
                </a:lnTo>
                <a:lnTo>
                  <a:pt x="643" y="548"/>
                </a:lnTo>
                <a:lnTo>
                  <a:pt x="644" y="548"/>
                </a:lnTo>
                <a:lnTo>
                  <a:pt x="644" y="549"/>
                </a:lnTo>
                <a:lnTo>
                  <a:pt x="645" y="549"/>
                </a:lnTo>
                <a:lnTo>
                  <a:pt x="646" y="550"/>
                </a:lnTo>
                <a:lnTo>
                  <a:pt x="647" y="550"/>
                </a:lnTo>
                <a:lnTo>
                  <a:pt x="647" y="549"/>
                </a:lnTo>
                <a:lnTo>
                  <a:pt x="648" y="549"/>
                </a:lnTo>
                <a:lnTo>
                  <a:pt x="649" y="549"/>
                </a:lnTo>
                <a:lnTo>
                  <a:pt x="651" y="550"/>
                </a:lnTo>
                <a:lnTo>
                  <a:pt x="650" y="550"/>
                </a:lnTo>
                <a:lnTo>
                  <a:pt x="649" y="551"/>
                </a:lnTo>
                <a:lnTo>
                  <a:pt x="650" y="551"/>
                </a:lnTo>
                <a:lnTo>
                  <a:pt x="650" y="552"/>
                </a:lnTo>
                <a:lnTo>
                  <a:pt x="649" y="552"/>
                </a:lnTo>
                <a:lnTo>
                  <a:pt x="648" y="552"/>
                </a:lnTo>
                <a:lnTo>
                  <a:pt x="647" y="553"/>
                </a:lnTo>
                <a:lnTo>
                  <a:pt x="647" y="554"/>
                </a:lnTo>
                <a:lnTo>
                  <a:pt x="648" y="554"/>
                </a:lnTo>
                <a:lnTo>
                  <a:pt x="649" y="554"/>
                </a:lnTo>
                <a:lnTo>
                  <a:pt x="649" y="555"/>
                </a:lnTo>
                <a:lnTo>
                  <a:pt x="650" y="554"/>
                </a:lnTo>
                <a:lnTo>
                  <a:pt x="650" y="555"/>
                </a:lnTo>
                <a:lnTo>
                  <a:pt x="650" y="556"/>
                </a:lnTo>
                <a:lnTo>
                  <a:pt x="651" y="556"/>
                </a:lnTo>
                <a:lnTo>
                  <a:pt x="651" y="555"/>
                </a:lnTo>
                <a:lnTo>
                  <a:pt x="652" y="555"/>
                </a:lnTo>
                <a:lnTo>
                  <a:pt x="653" y="556"/>
                </a:lnTo>
                <a:lnTo>
                  <a:pt x="654" y="556"/>
                </a:lnTo>
                <a:lnTo>
                  <a:pt x="654" y="555"/>
                </a:lnTo>
                <a:lnTo>
                  <a:pt x="655" y="553"/>
                </a:lnTo>
                <a:lnTo>
                  <a:pt x="655" y="552"/>
                </a:lnTo>
                <a:lnTo>
                  <a:pt x="656" y="552"/>
                </a:lnTo>
                <a:lnTo>
                  <a:pt x="656" y="553"/>
                </a:lnTo>
                <a:lnTo>
                  <a:pt x="657" y="553"/>
                </a:lnTo>
                <a:lnTo>
                  <a:pt x="658" y="552"/>
                </a:lnTo>
                <a:lnTo>
                  <a:pt x="659" y="552"/>
                </a:lnTo>
                <a:lnTo>
                  <a:pt x="660" y="551"/>
                </a:lnTo>
                <a:lnTo>
                  <a:pt x="660" y="550"/>
                </a:lnTo>
                <a:lnTo>
                  <a:pt x="661" y="549"/>
                </a:lnTo>
                <a:lnTo>
                  <a:pt x="662" y="549"/>
                </a:lnTo>
                <a:lnTo>
                  <a:pt x="663" y="550"/>
                </a:lnTo>
                <a:lnTo>
                  <a:pt x="664" y="550"/>
                </a:lnTo>
                <a:lnTo>
                  <a:pt x="664" y="549"/>
                </a:lnTo>
                <a:lnTo>
                  <a:pt x="665" y="548"/>
                </a:lnTo>
                <a:lnTo>
                  <a:pt x="667" y="548"/>
                </a:lnTo>
                <a:lnTo>
                  <a:pt x="668" y="549"/>
                </a:lnTo>
                <a:lnTo>
                  <a:pt x="669" y="549"/>
                </a:lnTo>
                <a:lnTo>
                  <a:pt x="669" y="550"/>
                </a:lnTo>
                <a:lnTo>
                  <a:pt x="668" y="550"/>
                </a:lnTo>
                <a:lnTo>
                  <a:pt x="668" y="551"/>
                </a:lnTo>
                <a:lnTo>
                  <a:pt x="669" y="551"/>
                </a:lnTo>
                <a:lnTo>
                  <a:pt x="670" y="552"/>
                </a:lnTo>
                <a:lnTo>
                  <a:pt x="670" y="553"/>
                </a:lnTo>
                <a:lnTo>
                  <a:pt x="671" y="553"/>
                </a:lnTo>
                <a:lnTo>
                  <a:pt x="672" y="553"/>
                </a:lnTo>
                <a:lnTo>
                  <a:pt x="674" y="553"/>
                </a:lnTo>
                <a:lnTo>
                  <a:pt x="676" y="554"/>
                </a:lnTo>
                <a:lnTo>
                  <a:pt x="677" y="554"/>
                </a:lnTo>
                <a:lnTo>
                  <a:pt x="676" y="555"/>
                </a:lnTo>
                <a:lnTo>
                  <a:pt x="676" y="556"/>
                </a:lnTo>
                <a:lnTo>
                  <a:pt x="677" y="556"/>
                </a:lnTo>
                <a:lnTo>
                  <a:pt x="677" y="557"/>
                </a:lnTo>
                <a:lnTo>
                  <a:pt x="677" y="558"/>
                </a:lnTo>
                <a:lnTo>
                  <a:pt x="676" y="559"/>
                </a:lnTo>
                <a:lnTo>
                  <a:pt x="675" y="560"/>
                </a:lnTo>
                <a:lnTo>
                  <a:pt x="674" y="560"/>
                </a:lnTo>
                <a:lnTo>
                  <a:pt x="674" y="562"/>
                </a:lnTo>
                <a:lnTo>
                  <a:pt x="673" y="563"/>
                </a:lnTo>
                <a:lnTo>
                  <a:pt x="673" y="564"/>
                </a:lnTo>
                <a:lnTo>
                  <a:pt x="672" y="564"/>
                </a:lnTo>
                <a:lnTo>
                  <a:pt x="671" y="564"/>
                </a:lnTo>
                <a:lnTo>
                  <a:pt x="670" y="564"/>
                </a:lnTo>
                <a:lnTo>
                  <a:pt x="670" y="566"/>
                </a:lnTo>
                <a:lnTo>
                  <a:pt x="671" y="567"/>
                </a:lnTo>
                <a:lnTo>
                  <a:pt x="671" y="568"/>
                </a:lnTo>
                <a:lnTo>
                  <a:pt x="671" y="569"/>
                </a:lnTo>
                <a:lnTo>
                  <a:pt x="671" y="570"/>
                </a:lnTo>
                <a:lnTo>
                  <a:pt x="672" y="570"/>
                </a:lnTo>
                <a:lnTo>
                  <a:pt x="672" y="571"/>
                </a:lnTo>
                <a:lnTo>
                  <a:pt x="673" y="571"/>
                </a:lnTo>
                <a:lnTo>
                  <a:pt x="674" y="572"/>
                </a:lnTo>
                <a:lnTo>
                  <a:pt x="675" y="571"/>
                </a:lnTo>
                <a:lnTo>
                  <a:pt x="676" y="571"/>
                </a:lnTo>
                <a:lnTo>
                  <a:pt x="677" y="572"/>
                </a:lnTo>
                <a:lnTo>
                  <a:pt x="678" y="572"/>
                </a:lnTo>
                <a:lnTo>
                  <a:pt x="679" y="572"/>
                </a:lnTo>
                <a:lnTo>
                  <a:pt x="679" y="571"/>
                </a:lnTo>
                <a:lnTo>
                  <a:pt x="680" y="571"/>
                </a:lnTo>
                <a:lnTo>
                  <a:pt x="681" y="571"/>
                </a:lnTo>
                <a:lnTo>
                  <a:pt x="682" y="571"/>
                </a:lnTo>
                <a:lnTo>
                  <a:pt x="682" y="570"/>
                </a:lnTo>
                <a:lnTo>
                  <a:pt x="683" y="570"/>
                </a:lnTo>
                <a:lnTo>
                  <a:pt x="683" y="571"/>
                </a:lnTo>
                <a:lnTo>
                  <a:pt x="683" y="572"/>
                </a:lnTo>
                <a:lnTo>
                  <a:pt x="684" y="573"/>
                </a:lnTo>
                <a:lnTo>
                  <a:pt x="685" y="573"/>
                </a:lnTo>
                <a:lnTo>
                  <a:pt x="686" y="572"/>
                </a:lnTo>
                <a:lnTo>
                  <a:pt x="685" y="572"/>
                </a:lnTo>
                <a:lnTo>
                  <a:pt x="685" y="571"/>
                </a:lnTo>
                <a:lnTo>
                  <a:pt x="686" y="571"/>
                </a:lnTo>
                <a:lnTo>
                  <a:pt x="687" y="571"/>
                </a:lnTo>
                <a:lnTo>
                  <a:pt x="687" y="570"/>
                </a:lnTo>
                <a:lnTo>
                  <a:pt x="687" y="568"/>
                </a:lnTo>
                <a:lnTo>
                  <a:pt x="687" y="567"/>
                </a:lnTo>
                <a:lnTo>
                  <a:pt x="688" y="567"/>
                </a:lnTo>
                <a:lnTo>
                  <a:pt x="688" y="566"/>
                </a:lnTo>
                <a:lnTo>
                  <a:pt x="688" y="565"/>
                </a:lnTo>
                <a:lnTo>
                  <a:pt x="688" y="564"/>
                </a:lnTo>
                <a:lnTo>
                  <a:pt x="687" y="564"/>
                </a:lnTo>
                <a:lnTo>
                  <a:pt x="688" y="563"/>
                </a:lnTo>
                <a:lnTo>
                  <a:pt x="688" y="562"/>
                </a:lnTo>
                <a:lnTo>
                  <a:pt x="689" y="561"/>
                </a:lnTo>
                <a:lnTo>
                  <a:pt x="691" y="561"/>
                </a:lnTo>
                <a:lnTo>
                  <a:pt x="692" y="561"/>
                </a:lnTo>
                <a:lnTo>
                  <a:pt x="692" y="560"/>
                </a:lnTo>
                <a:lnTo>
                  <a:pt x="693" y="561"/>
                </a:lnTo>
                <a:lnTo>
                  <a:pt x="694" y="562"/>
                </a:lnTo>
                <a:lnTo>
                  <a:pt x="695" y="562"/>
                </a:lnTo>
                <a:lnTo>
                  <a:pt x="696" y="563"/>
                </a:lnTo>
                <a:lnTo>
                  <a:pt x="696" y="564"/>
                </a:lnTo>
                <a:lnTo>
                  <a:pt x="695" y="565"/>
                </a:lnTo>
                <a:lnTo>
                  <a:pt x="694" y="565"/>
                </a:lnTo>
                <a:lnTo>
                  <a:pt x="694" y="566"/>
                </a:lnTo>
                <a:lnTo>
                  <a:pt x="695" y="566"/>
                </a:lnTo>
                <a:lnTo>
                  <a:pt x="696" y="568"/>
                </a:lnTo>
                <a:lnTo>
                  <a:pt x="696" y="569"/>
                </a:lnTo>
                <a:lnTo>
                  <a:pt x="696" y="570"/>
                </a:lnTo>
                <a:lnTo>
                  <a:pt x="696" y="571"/>
                </a:lnTo>
                <a:lnTo>
                  <a:pt x="697" y="571"/>
                </a:lnTo>
                <a:lnTo>
                  <a:pt x="698" y="571"/>
                </a:lnTo>
                <a:lnTo>
                  <a:pt x="698" y="572"/>
                </a:lnTo>
                <a:lnTo>
                  <a:pt x="699" y="573"/>
                </a:lnTo>
                <a:lnTo>
                  <a:pt x="700" y="572"/>
                </a:lnTo>
                <a:lnTo>
                  <a:pt x="701" y="572"/>
                </a:lnTo>
                <a:lnTo>
                  <a:pt x="701" y="571"/>
                </a:lnTo>
                <a:lnTo>
                  <a:pt x="701" y="570"/>
                </a:lnTo>
                <a:lnTo>
                  <a:pt x="702" y="570"/>
                </a:lnTo>
                <a:lnTo>
                  <a:pt x="703" y="570"/>
                </a:lnTo>
                <a:lnTo>
                  <a:pt x="704" y="569"/>
                </a:lnTo>
                <a:lnTo>
                  <a:pt x="705" y="569"/>
                </a:lnTo>
                <a:lnTo>
                  <a:pt x="705" y="570"/>
                </a:lnTo>
                <a:lnTo>
                  <a:pt x="706" y="570"/>
                </a:lnTo>
                <a:lnTo>
                  <a:pt x="707" y="570"/>
                </a:lnTo>
                <a:lnTo>
                  <a:pt x="708" y="570"/>
                </a:lnTo>
                <a:lnTo>
                  <a:pt x="708" y="571"/>
                </a:lnTo>
                <a:lnTo>
                  <a:pt x="709" y="572"/>
                </a:lnTo>
                <a:lnTo>
                  <a:pt x="710" y="572"/>
                </a:lnTo>
                <a:lnTo>
                  <a:pt x="710" y="573"/>
                </a:lnTo>
                <a:lnTo>
                  <a:pt x="711" y="573"/>
                </a:lnTo>
                <a:lnTo>
                  <a:pt x="711" y="574"/>
                </a:lnTo>
                <a:lnTo>
                  <a:pt x="711" y="575"/>
                </a:lnTo>
                <a:lnTo>
                  <a:pt x="711" y="576"/>
                </a:lnTo>
                <a:lnTo>
                  <a:pt x="710" y="576"/>
                </a:lnTo>
                <a:lnTo>
                  <a:pt x="709" y="576"/>
                </a:lnTo>
                <a:lnTo>
                  <a:pt x="710" y="577"/>
                </a:lnTo>
                <a:lnTo>
                  <a:pt x="711" y="577"/>
                </a:lnTo>
                <a:lnTo>
                  <a:pt x="711" y="576"/>
                </a:lnTo>
                <a:lnTo>
                  <a:pt x="712" y="576"/>
                </a:lnTo>
                <a:lnTo>
                  <a:pt x="712" y="577"/>
                </a:lnTo>
                <a:lnTo>
                  <a:pt x="712" y="578"/>
                </a:lnTo>
                <a:lnTo>
                  <a:pt x="712" y="579"/>
                </a:lnTo>
                <a:lnTo>
                  <a:pt x="712" y="580"/>
                </a:lnTo>
                <a:lnTo>
                  <a:pt x="712" y="581"/>
                </a:lnTo>
                <a:lnTo>
                  <a:pt x="711" y="581"/>
                </a:lnTo>
                <a:lnTo>
                  <a:pt x="712" y="580"/>
                </a:lnTo>
                <a:lnTo>
                  <a:pt x="711" y="580"/>
                </a:lnTo>
                <a:lnTo>
                  <a:pt x="711" y="581"/>
                </a:lnTo>
                <a:lnTo>
                  <a:pt x="712" y="581"/>
                </a:lnTo>
                <a:lnTo>
                  <a:pt x="713" y="581"/>
                </a:lnTo>
                <a:lnTo>
                  <a:pt x="714" y="581"/>
                </a:lnTo>
                <a:lnTo>
                  <a:pt x="714" y="582"/>
                </a:lnTo>
                <a:lnTo>
                  <a:pt x="713" y="583"/>
                </a:lnTo>
                <a:lnTo>
                  <a:pt x="712" y="584"/>
                </a:lnTo>
                <a:lnTo>
                  <a:pt x="713" y="585"/>
                </a:lnTo>
                <a:lnTo>
                  <a:pt x="713" y="586"/>
                </a:lnTo>
                <a:lnTo>
                  <a:pt x="713" y="587"/>
                </a:lnTo>
                <a:lnTo>
                  <a:pt x="714" y="587"/>
                </a:lnTo>
                <a:lnTo>
                  <a:pt x="714" y="588"/>
                </a:lnTo>
                <a:lnTo>
                  <a:pt x="715" y="588"/>
                </a:lnTo>
                <a:lnTo>
                  <a:pt x="716" y="589"/>
                </a:lnTo>
                <a:lnTo>
                  <a:pt x="716" y="594"/>
                </a:lnTo>
                <a:lnTo>
                  <a:pt x="716" y="596"/>
                </a:lnTo>
                <a:lnTo>
                  <a:pt x="716" y="599"/>
                </a:lnTo>
                <a:lnTo>
                  <a:pt x="716" y="600"/>
                </a:lnTo>
                <a:lnTo>
                  <a:pt x="717" y="606"/>
                </a:lnTo>
                <a:lnTo>
                  <a:pt x="716" y="609"/>
                </a:lnTo>
                <a:lnTo>
                  <a:pt x="716" y="611"/>
                </a:lnTo>
                <a:lnTo>
                  <a:pt x="715" y="612"/>
                </a:lnTo>
                <a:lnTo>
                  <a:pt x="714" y="615"/>
                </a:lnTo>
                <a:lnTo>
                  <a:pt x="714" y="616"/>
                </a:lnTo>
                <a:lnTo>
                  <a:pt x="714" y="617"/>
                </a:lnTo>
                <a:lnTo>
                  <a:pt x="713" y="617"/>
                </a:lnTo>
                <a:lnTo>
                  <a:pt x="713" y="618"/>
                </a:lnTo>
                <a:lnTo>
                  <a:pt x="712" y="618"/>
                </a:lnTo>
                <a:lnTo>
                  <a:pt x="712" y="619"/>
                </a:lnTo>
                <a:lnTo>
                  <a:pt x="711" y="619"/>
                </a:lnTo>
                <a:lnTo>
                  <a:pt x="711" y="620"/>
                </a:lnTo>
                <a:lnTo>
                  <a:pt x="710" y="621"/>
                </a:lnTo>
                <a:lnTo>
                  <a:pt x="710" y="622"/>
                </a:lnTo>
                <a:lnTo>
                  <a:pt x="709" y="622"/>
                </a:lnTo>
                <a:lnTo>
                  <a:pt x="708" y="622"/>
                </a:lnTo>
                <a:lnTo>
                  <a:pt x="708" y="623"/>
                </a:lnTo>
                <a:lnTo>
                  <a:pt x="707" y="623"/>
                </a:lnTo>
                <a:lnTo>
                  <a:pt x="706" y="624"/>
                </a:lnTo>
                <a:lnTo>
                  <a:pt x="705" y="624"/>
                </a:lnTo>
                <a:lnTo>
                  <a:pt x="704" y="624"/>
                </a:lnTo>
                <a:lnTo>
                  <a:pt x="703" y="624"/>
                </a:lnTo>
                <a:lnTo>
                  <a:pt x="701" y="625"/>
                </a:lnTo>
                <a:lnTo>
                  <a:pt x="701" y="626"/>
                </a:lnTo>
                <a:lnTo>
                  <a:pt x="700" y="626"/>
                </a:lnTo>
                <a:lnTo>
                  <a:pt x="700" y="625"/>
                </a:lnTo>
                <a:lnTo>
                  <a:pt x="700" y="624"/>
                </a:lnTo>
                <a:lnTo>
                  <a:pt x="700" y="623"/>
                </a:lnTo>
                <a:lnTo>
                  <a:pt x="699" y="622"/>
                </a:lnTo>
                <a:lnTo>
                  <a:pt x="699" y="621"/>
                </a:lnTo>
                <a:lnTo>
                  <a:pt x="698" y="621"/>
                </a:lnTo>
                <a:lnTo>
                  <a:pt x="697" y="622"/>
                </a:lnTo>
                <a:lnTo>
                  <a:pt x="696" y="625"/>
                </a:lnTo>
                <a:lnTo>
                  <a:pt x="695" y="630"/>
                </a:lnTo>
                <a:lnTo>
                  <a:pt x="693" y="634"/>
                </a:lnTo>
                <a:lnTo>
                  <a:pt x="693" y="635"/>
                </a:lnTo>
                <a:lnTo>
                  <a:pt x="693" y="636"/>
                </a:lnTo>
                <a:lnTo>
                  <a:pt x="693" y="641"/>
                </a:lnTo>
                <a:lnTo>
                  <a:pt x="691" y="640"/>
                </a:lnTo>
                <a:lnTo>
                  <a:pt x="691" y="641"/>
                </a:lnTo>
                <a:lnTo>
                  <a:pt x="692" y="641"/>
                </a:lnTo>
                <a:lnTo>
                  <a:pt x="693" y="642"/>
                </a:lnTo>
                <a:lnTo>
                  <a:pt x="694" y="642"/>
                </a:lnTo>
                <a:lnTo>
                  <a:pt x="694" y="641"/>
                </a:lnTo>
                <a:lnTo>
                  <a:pt x="695" y="641"/>
                </a:lnTo>
                <a:lnTo>
                  <a:pt x="695" y="642"/>
                </a:lnTo>
                <a:lnTo>
                  <a:pt x="695" y="643"/>
                </a:lnTo>
                <a:lnTo>
                  <a:pt x="696" y="644"/>
                </a:lnTo>
                <a:lnTo>
                  <a:pt x="697" y="644"/>
                </a:lnTo>
                <a:lnTo>
                  <a:pt x="697" y="643"/>
                </a:lnTo>
                <a:lnTo>
                  <a:pt x="698" y="643"/>
                </a:lnTo>
                <a:lnTo>
                  <a:pt x="701" y="643"/>
                </a:lnTo>
                <a:lnTo>
                  <a:pt x="701" y="644"/>
                </a:lnTo>
                <a:lnTo>
                  <a:pt x="703" y="645"/>
                </a:lnTo>
                <a:lnTo>
                  <a:pt x="704" y="646"/>
                </a:lnTo>
                <a:lnTo>
                  <a:pt x="705" y="646"/>
                </a:lnTo>
                <a:lnTo>
                  <a:pt x="705" y="647"/>
                </a:lnTo>
                <a:lnTo>
                  <a:pt x="705" y="648"/>
                </a:lnTo>
                <a:lnTo>
                  <a:pt x="705" y="649"/>
                </a:lnTo>
                <a:lnTo>
                  <a:pt x="705" y="650"/>
                </a:lnTo>
                <a:lnTo>
                  <a:pt x="706" y="651"/>
                </a:lnTo>
                <a:lnTo>
                  <a:pt x="707" y="652"/>
                </a:lnTo>
                <a:lnTo>
                  <a:pt x="708" y="652"/>
                </a:lnTo>
                <a:lnTo>
                  <a:pt x="708" y="653"/>
                </a:lnTo>
                <a:lnTo>
                  <a:pt x="709" y="653"/>
                </a:lnTo>
                <a:lnTo>
                  <a:pt x="710" y="653"/>
                </a:lnTo>
                <a:lnTo>
                  <a:pt x="711" y="652"/>
                </a:lnTo>
                <a:lnTo>
                  <a:pt x="711" y="651"/>
                </a:lnTo>
                <a:lnTo>
                  <a:pt x="712" y="651"/>
                </a:lnTo>
                <a:lnTo>
                  <a:pt x="713" y="651"/>
                </a:lnTo>
                <a:lnTo>
                  <a:pt x="713" y="652"/>
                </a:lnTo>
                <a:lnTo>
                  <a:pt x="714" y="652"/>
                </a:lnTo>
                <a:lnTo>
                  <a:pt x="715" y="652"/>
                </a:lnTo>
                <a:lnTo>
                  <a:pt x="715" y="651"/>
                </a:lnTo>
                <a:lnTo>
                  <a:pt x="716" y="651"/>
                </a:lnTo>
                <a:lnTo>
                  <a:pt x="715" y="651"/>
                </a:lnTo>
                <a:lnTo>
                  <a:pt x="716" y="651"/>
                </a:lnTo>
                <a:lnTo>
                  <a:pt x="716" y="650"/>
                </a:lnTo>
                <a:lnTo>
                  <a:pt x="717" y="649"/>
                </a:lnTo>
                <a:lnTo>
                  <a:pt x="718" y="649"/>
                </a:lnTo>
                <a:lnTo>
                  <a:pt x="720" y="649"/>
                </a:lnTo>
                <a:lnTo>
                  <a:pt x="721" y="648"/>
                </a:lnTo>
                <a:lnTo>
                  <a:pt x="721" y="649"/>
                </a:lnTo>
                <a:lnTo>
                  <a:pt x="722" y="649"/>
                </a:lnTo>
                <a:lnTo>
                  <a:pt x="723" y="649"/>
                </a:lnTo>
                <a:lnTo>
                  <a:pt x="724" y="649"/>
                </a:lnTo>
                <a:lnTo>
                  <a:pt x="724" y="650"/>
                </a:lnTo>
                <a:lnTo>
                  <a:pt x="726" y="650"/>
                </a:lnTo>
                <a:lnTo>
                  <a:pt x="727" y="649"/>
                </a:lnTo>
                <a:lnTo>
                  <a:pt x="729" y="648"/>
                </a:lnTo>
                <a:lnTo>
                  <a:pt x="729" y="647"/>
                </a:lnTo>
                <a:lnTo>
                  <a:pt x="730" y="647"/>
                </a:lnTo>
                <a:lnTo>
                  <a:pt x="731" y="647"/>
                </a:lnTo>
                <a:lnTo>
                  <a:pt x="732" y="647"/>
                </a:lnTo>
                <a:lnTo>
                  <a:pt x="733" y="647"/>
                </a:lnTo>
                <a:lnTo>
                  <a:pt x="734" y="648"/>
                </a:lnTo>
                <a:lnTo>
                  <a:pt x="735" y="647"/>
                </a:lnTo>
                <a:lnTo>
                  <a:pt x="736" y="647"/>
                </a:lnTo>
                <a:lnTo>
                  <a:pt x="737" y="647"/>
                </a:lnTo>
                <a:lnTo>
                  <a:pt x="738" y="646"/>
                </a:lnTo>
                <a:lnTo>
                  <a:pt x="739" y="647"/>
                </a:lnTo>
                <a:lnTo>
                  <a:pt x="738" y="647"/>
                </a:lnTo>
                <a:lnTo>
                  <a:pt x="740" y="647"/>
                </a:lnTo>
                <a:lnTo>
                  <a:pt x="740" y="646"/>
                </a:lnTo>
                <a:lnTo>
                  <a:pt x="741" y="647"/>
                </a:lnTo>
                <a:lnTo>
                  <a:pt x="742" y="648"/>
                </a:lnTo>
                <a:lnTo>
                  <a:pt x="743" y="647"/>
                </a:lnTo>
                <a:lnTo>
                  <a:pt x="744" y="647"/>
                </a:lnTo>
                <a:lnTo>
                  <a:pt x="745" y="646"/>
                </a:lnTo>
                <a:lnTo>
                  <a:pt x="745" y="645"/>
                </a:lnTo>
                <a:lnTo>
                  <a:pt x="747" y="644"/>
                </a:lnTo>
                <a:lnTo>
                  <a:pt x="748" y="645"/>
                </a:lnTo>
                <a:lnTo>
                  <a:pt x="749" y="645"/>
                </a:lnTo>
                <a:lnTo>
                  <a:pt x="749" y="646"/>
                </a:lnTo>
                <a:lnTo>
                  <a:pt x="750" y="646"/>
                </a:lnTo>
                <a:lnTo>
                  <a:pt x="750" y="645"/>
                </a:lnTo>
                <a:lnTo>
                  <a:pt x="751" y="645"/>
                </a:lnTo>
                <a:lnTo>
                  <a:pt x="751" y="646"/>
                </a:lnTo>
                <a:lnTo>
                  <a:pt x="752" y="646"/>
                </a:lnTo>
                <a:lnTo>
                  <a:pt x="753" y="646"/>
                </a:lnTo>
                <a:lnTo>
                  <a:pt x="753" y="645"/>
                </a:lnTo>
                <a:lnTo>
                  <a:pt x="753" y="644"/>
                </a:lnTo>
                <a:lnTo>
                  <a:pt x="755" y="644"/>
                </a:lnTo>
                <a:lnTo>
                  <a:pt x="756" y="645"/>
                </a:lnTo>
                <a:lnTo>
                  <a:pt x="757" y="645"/>
                </a:lnTo>
                <a:lnTo>
                  <a:pt x="758" y="645"/>
                </a:lnTo>
                <a:lnTo>
                  <a:pt x="758" y="644"/>
                </a:lnTo>
                <a:lnTo>
                  <a:pt x="759" y="643"/>
                </a:lnTo>
                <a:lnTo>
                  <a:pt x="760" y="643"/>
                </a:lnTo>
                <a:lnTo>
                  <a:pt x="760" y="644"/>
                </a:lnTo>
                <a:lnTo>
                  <a:pt x="761" y="644"/>
                </a:lnTo>
                <a:lnTo>
                  <a:pt x="761" y="643"/>
                </a:lnTo>
                <a:lnTo>
                  <a:pt x="761" y="641"/>
                </a:lnTo>
                <a:lnTo>
                  <a:pt x="761" y="640"/>
                </a:lnTo>
                <a:lnTo>
                  <a:pt x="762" y="639"/>
                </a:lnTo>
                <a:lnTo>
                  <a:pt x="763" y="639"/>
                </a:lnTo>
                <a:lnTo>
                  <a:pt x="762" y="639"/>
                </a:lnTo>
                <a:lnTo>
                  <a:pt x="763" y="638"/>
                </a:lnTo>
                <a:lnTo>
                  <a:pt x="764" y="638"/>
                </a:lnTo>
                <a:lnTo>
                  <a:pt x="765" y="638"/>
                </a:lnTo>
                <a:lnTo>
                  <a:pt x="766" y="636"/>
                </a:lnTo>
                <a:lnTo>
                  <a:pt x="767" y="636"/>
                </a:lnTo>
                <a:lnTo>
                  <a:pt x="767" y="635"/>
                </a:lnTo>
                <a:lnTo>
                  <a:pt x="768" y="634"/>
                </a:lnTo>
                <a:lnTo>
                  <a:pt x="768" y="633"/>
                </a:lnTo>
                <a:lnTo>
                  <a:pt x="768" y="632"/>
                </a:lnTo>
                <a:lnTo>
                  <a:pt x="768" y="631"/>
                </a:lnTo>
                <a:lnTo>
                  <a:pt x="769" y="630"/>
                </a:lnTo>
                <a:lnTo>
                  <a:pt x="770" y="631"/>
                </a:lnTo>
                <a:lnTo>
                  <a:pt x="771" y="631"/>
                </a:lnTo>
                <a:lnTo>
                  <a:pt x="772" y="630"/>
                </a:lnTo>
                <a:lnTo>
                  <a:pt x="772" y="629"/>
                </a:lnTo>
                <a:lnTo>
                  <a:pt x="773" y="629"/>
                </a:lnTo>
                <a:lnTo>
                  <a:pt x="773" y="628"/>
                </a:lnTo>
                <a:lnTo>
                  <a:pt x="773" y="629"/>
                </a:lnTo>
                <a:lnTo>
                  <a:pt x="774" y="630"/>
                </a:lnTo>
                <a:lnTo>
                  <a:pt x="775" y="630"/>
                </a:lnTo>
                <a:lnTo>
                  <a:pt x="775" y="629"/>
                </a:lnTo>
                <a:lnTo>
                  <a:pt x="776" y="629"/>
                </a:lnTo>
                <a:lnTo>
                  <a:pt x="776" y="630"/>
                </a:lnTo>
                <a:lnTo>
                  <a:pt x="776" y="631"/>
                </a:lnTo>
                <a:lnTo>
                  <a:pt x="776" y="632"/>
                </a:lnTo>
                <a:lnTo>
                  <a:pt x="776" y="633"/>
                </a:lnTo>
                <a:lnTo>
                  <a:pt x="776" y="634"/>
                </a:lnTo>
                <a:lnTo>
                  <a:pt x="776" y="635"/>
                </a:lnTo>
                <a:lnTo>
                  <a:pt x="777" y="635"/>
                </a:lnTo>
                <a:lnTo>
                  <a:pt x="778" y="635"/>
                </a:lnTo>
                <a:lnTo>
                  <a:pt x="778" y="634"/>
                </a:lnTo>
                <a:lnTo>
                  <a:pt x="777" y="634"/>
                </a:lnTo>
                <a:lnTo>
                  <a:pt x="778" y="634"/>
                </a:lnTo>
                <a:lnTo>
                  <a:pt x="778" y="633"/>
                </a:lnTo>
                <a:lnTo>
                  <a:pt x="779" y="633"/>
                </a:lnTo>
                <a:lnTo>
                  <a:pt x="779" y="634"/>
                </a:lnTo>
                <a:lnTo>
                  <a:pt x="780" y="634"/>
                </a:lnTo>
                <a:lnTo>
                  <a:pt x="781" y="635"/>
                </a:lnTo>
                <a:lnTo>
                  <a:pt x="782" y="635"/>
                </a:lnTo>
                <a:lnTo>
                  <a:pt x="782" y="636"/>
                </a:lnTo>
                <a:lnTo>
                  <a:pt x="783" y="636"/>
                </a:lnTo>
                <a:lnTo>
                  <a:pt x="784" y="637"/>
                </a:lnTo>
                <a:lnTo>
                  <a:pt x="785" y="636"/>
                </a:lnTo>
                <a:lnTo>
                  <a:pt x="786" y="636"/>
                </a:lnTo>
                <a:lnTo>
                  <a:pt x="786" y="635"/>
                </a:lnTo>
                <a:lnTo>
                  <a:pt x="785" y="635"/>
                </a:lnTo>
                <a:lnTo>
                  <a:pt x="786" y="634"/>
                </a:lnTo>
                <a:lnTo>
                  <a:pt x="788" y="635"/>
                </a:lnTo>
                <a:lnTo>
                  <a:pt x="788" y="636"/>
                </a:lnTo>
                <a:lnTo>
                  <a:pt x="789" y="636"/>
                </a:lnTo>
                <a:lnTo>
                  <a:pt x="790" y="636"/>
                </a:lnTo>
                <a:lnTo>
                  <a:pt x="790" y="635"/>
                </a:lnTo>
                <a:lnTo>
                  <a:pt x="791" y="634"/>
                </a:lnTo>
                <a:lnTo>
                  <a:pt x="792" y="635"/>
                </a:lnTo>
                <a:lnTo>
                  <a:pt x="793" y="634"/>
                </a:lnTo>
                <a:lnTo>
                  <a:pt x="793" y="633"/>
                </a:lnTo>
                <a:lnTo>
                  <a:pt x="794" y="632"/>
                </a:lnTo>
                <a:lnTo>
                  <a:pt x="795" y="633"/>
                </a:lnTo>
                <a:lnTo>
                  <a:pt x="797" y="633"/>
                </a:lnTo>
                <a:lnTo>
                  <a:pt x="799" y="633"/>
                </a:lnTo>
                <a:lnTo>
                  <a:pt x="799" y="632"/>
                </a:lnTo>
                <a:lnTo>
                  <a:pt x="801" y="632"/>
                </a:lnTo>
                <a:lnTo>
                  <a:pt x="801" y="633"/>
                </a:lnTo>
                <a:lnTo>
                  <a:pt x="802" y="633"/>
                </a:lnTo>
                <a:lnTo>
                  <a:pt x="803" y="633"/>
                </a:lnTo>
                <a:lnTo>
                  <a:pt x="802" y="632"/>
                </a:lnTo>
                <a:lnTo>
                  <a:pt x="800" y="630"/>
                </a:lnTo>
                <a:lnTo>
                  <a:pt x="802" y="630"/>
                </a:lnTo>
                <a:lnTo>
                  <a:pt x="802" y="629"/>
                </a:lnTo>
                <a:lnTo>
                  <a:pt x="802" y="628"/>
                </a:lnTo>
                <a:lnTo>
                  <a:pt x="801" y="627"/>
                </a:lnTo>
                <a:lnTo>
                  <a:pt x="801" y="626"/>
                </a:lnTo>
                <a:lnTo>
                  <a:pt x="802" y="626"/>
                </a:lnTo>
                <a:lnTo>
                  <a:pt x="801" y="625"/>
                </a:lnTo>
                <a:lnTo>
                  <a:pt x="801" y="624"/>
                </a:lnTo>
                <a:lnTo>
                  <a:pt x="802" y="624"/>
                </a:lnTo>
                <a:lnTo>
                  <a:pt x="803" y="624"/>
                </a:lnTo>
                <a:lnTo>
                  <a:pt x="803" y="625"/>
                </a:lnTo>
                <a:lnTo>
                  <a:pt x="804" y="625"/>
                </a:lnTo>
                <a:lnTo>
                  <a:pt x="804" y="626"/>
                </a:lnTo>
                <a:lnTo>
                  <a:pt x="805" y="626"/>
                </a:lnTo>
                <a:lnTo>
                  <a:pt x="804" y="626"/>
                </a:lnTo>
                <a:lnTo>
                  <a:pt x="804" y="627"/>
                </a:lnTo>
                <a:lnTo>
                  <a:pt x="805" y="628"/>
                </a:lnTo>
                <a:lnTo>
                  <a:pt x="806" y="629"/>
                </a:lnTo>
                <a:lnTo>
                  <a:pt x="805" y="629"/>
                </a:lnTo>
                <a:lnTo>
                  <a:pt x="805" y="630"/>
                </a:lnTo>
                <a:lnTo>
                  <a:pt x="806" y="630"/>
                </a:lnTo>
                <a:lnTo>
                  <a:pt x="807" y="630"/>
                </a:lnTo>
                <a:lnTo>
                  <a:pt x="808" y="631"/>
                </a:lnTo>
                <a:lnTo>
                  <a:pt x="808" y="632"/>
                </a:lnTo>
                <a:lnTo>
                  <a:pt x="808" y="633"/>
                </a:lnTo>
                <a:lnTo>
                  <a:pt x="807" y="633"/>
                </a:lnTo>
                <a:lnTo>
                  <a:pt x="807" y="632"/>
                </a:lnTo>
                <a:lnTo>
                  <a:pt x="807" y="633"/>
                </a:lnTo>
                <a:lnTo>
                  <a:pt x="807" y="634"/>
                </a:lnTo>
                <a:lnTo>
                  <a:pt x="807" y="635"/>
                </a:lnTo>
                <a:lnTo>
                  <a:pt x="806" y="636"/>
                </a:lnTo>
                <a:lnTo>
                  <a:pt x="806" y="637"/>
                </a:lnTo>
                <a:lnTo>
                  <a:pt x="805" y="637"/>
                </a:lnTo>
                <a:lnTo>
                  <a:pt x="806" y="638"/>
                </a:lnTo>
                <a:lnTo>
                  <a:pt x="805" y="639"/>
                </a:lnTo>
                <a:lnTo>
                  <a:pt x="806" y="640"/>
                </a:lnTo>
                <a:lnTo>
                  <a:pt x="807" y="640"/>
                </a:lnTo>
                <a:lnTo>
                  <a:pt x="806" y="641"/>
                </a:lnTo>
                <a:lnTo>
                  <a:pt x="806" y="642"/>
                </a:lnTo>
                <a:lnTo>
                  <a:pt x="806" y="644"/>
                </a:lnTo>
                <a:lnTo>
                  <a:pt x="807" y="645"/>
                </a:lnTo>
                <a:lnTo>
                  <a:pt x="807" y="646"/>
                </a:lnTo>
                <a:lnTo>
                  <a:pt x="808" y="646"/>
                </a:lnTo>
                <a:lnTo>
                  <a:pt x="809" y="646"/>
                </a:lnTo>
                <a:lnTo>
                  <a:pt x="809" y="647"/>
                </a:lnTo>
                <a:lnTo>
                  <a:pt x="810" y="647"/>
                </a:lnTo>
                <a:lnTo>
                  <a:pt x="810" y="646"/>
                </a:lnTo>
                <a:lnTo>
                  <a:pt x="811" y="646"/>
                </a:lnTo>
                <a:lnTo>
                  <a:pt x="812" y="646"/>
                </a:lnTo>
                <a:lnTo>
                  <a:pt x="812" y="645"/>
                </a:lnTo>
                <a:lnTo>
                  <a:pt x="812" y="644"/>
                </a:lnTo>
                <a:lnTo>
                  <a:pt x="814" y="645"/>
                </a:lnTo>
                <a:lnTo>
                  <a:pt x="814" y="646"/>
                </a:lnTo>
                <a:lnTo>
                  <a:pt x="813" y="646"/>
                </a:lnTo>
                <a:lnTo>
                  <a:pt x="813" y="645"/>
                </a:lnTo>
                <a:lnTo>
                  <a:pt x="812" y="646"/>
                </a:lnTo>
                <a:lnTo>
                  <a:pt x="812" y="647"/>
                </a:lnTo>
                <a:lnTo>
                  <a:pt x="812" y="648"/>
                </a:lnTo>
                <a:lnTo>
                  <a:pt x="812" y="649"/>
                </a:lnTo>
                <a:lnTo>
                  <a:pt x="812" y="650"/>
                </a:lnTo>
                <a:lnTo>
                  <a:pt x="811" y="651"/>
                </a:lnTo>
                <a:lnTo>
                  <a:pt x="812" y="651"/>
                </a:lnTo>
                <a:lnTo>
                  <a:pt x="813" y="650"/>
                </a:lnTo>
                <a:lnTo>
                  <a:pt x="813" y="649"/>
                </a:lnTo>
                <a:lnTo>
                  <a:pt x="814" y="648"/>
                </a:lnTo>
                <a:lnTo>
                  <a:pt x="815" y="647"/>
                </a:lnTo>
                <a:lnTo>
                  <a:pt x="815" y="648"/>
                </a:lnTo>
                <a:lnTo>
                  <a:pt x="816" y="649"/>
                </a:lnTo>
                <a:lnTo>
                  <a:pt x="817" y="649"/>
                </a:lnTo>
                <a:lnTo>
                  <a:pt x="817" y="648"/>
                </a:lnTo>
                <a:lnTo>
                  <a:pt x="818" y="647"/>
                </a:lnTo>
                <a:lnTo>
                  <a:pt x="818" y="646"/>
                </a:lnTo>
                <a:lnTo>
                  <a:pt x="819" y="647"/>
                </a:lnTo>
                <a:lnTo>
                  <a:pt x="819" y="648"/>
                </a:lnTo>
                <a:lnTo>
                  <a:pt x="820" y="648"/>
                </a:lnTo>
                <a:lnTo>
                  <a:pt x="821" y="648"/>
                </a:lnTo>
                <a:lnTo>
                  <a:pt x="822" y="648"/>
                </a:lnTo>
                <a:lnTo>
                  <a:pt x="822" y="649"/>
                </a:lnTo>
                <a:lnTo>
                  <a:pt x="823" y="649"/>
                </a:lnTo>
                <a:lnTo>
                  <a:pt x="824" y="650"/>
                </a:lnTo>
                <a:lnTo>
                  <a:pt x="824" y="651"/>
                </a:lnTo>
                <a:lnTo>
                  <a:pt x="826" y="651"/>
                </a:lnTo>
                <a:lnTo>
                  <a:pt x="827" y="651"/>
                </a:lnTo>
                <a:lnTo>
                  <a:pt x="827" y="650"/>
                </a:lnTo>
                <a:lnTo>
                  <a:pt x="828" y="651"/>
                </a:lnTo>
                <a:lnTo>
                  <a:pt x="828" y="652"/>
                </a:lnTo>
                <a:lnTo>
                  <a:pt x="829" y="652"/>
                </a:lnTo>
                <a:lnTo>
                  <a:pt x="829" y="651"/>
                </a:lnTo>
                <a:lnTo>
                  <a:pt x="829" y="650"/>
                </a:lnTo>
                <a:lnTo>
                  <a:pt x="829" y="649"/>
                </a:lnTo>
                <a:lnTo>
                  <a:pt x="830" y="649"/>
                </a:lnTo>
                <a:lnTo>
                  <a:pt x="831" y="649"/>
                </a:lnTo>
                <a:lnTo>
                  <a:pt x="832" y="650"/>
                </a:lnTo>
                <a:lnTo>
                  <a:pt x="833" y="650"/>
                </a:lnTo>
                <a:lnTo>
                  <a:pt x="834" y="650"/>
                </a:lnTo>
                <a:lnTo>
                  <a:pt x="834" y="649"/>
                </a:lnTo>
                <a:lnTo>
                  <a:pt x="835" y="649"/>
                </a:lnTo>
                <a:lnTo>
                  <a:pt x="837" y="649"/>
                </a:lnTo>
                <a:lnTo>
                  <a:pt x="837" y="650"/>
                </a:lnTo>
                <a:lnTo>
                  <a:pt x="838" y="650"/>
                </a:lnTo>
                <a:lnTo>
                  <a:pt x="838" y="649"/>
                </a:lnTo>
                <a:lnTo>
                  <a:pt x="839" y="650"/>
                </a:lnTo>
                <a:lnTo>
                  <a:pt x="839" y="651"/>
                </a:lnTo>
                <a:lnTo>
                  <a:pt x="839" y="652"/>
                </a:lnTo>
                <a:lnTo>
                  <a:pt x="840" y="651"/>
                </a:lnTo>
                <a:lnTo>
                  <a:pt x="841" y="651"/>
                </a:lnTo>
                <a:lnTo>
                  <a:pt x="841" y="652"/>
                </a:lnTo>
                <a:lnTo>
                  <a:pt x="842" y="652"/>
                </a:lnTo>
                <a:lnTo>
                  <a:pt x="842" y="653"/>
                </a:lnTo>
                <a:lnTo>
                  <a:pt x="843" y="653"/>
                </a:lnTo>
                <a:lnTo>
                  <a:pt x="844" y="654"/>
                </a:lnTo>
                <a:lnTo>
                  <a:pt x="845" y="653"/>
                </a:lnTo>
                <a:lnTo>
                  <a:pt x="845" y="654"/>
                </a:lnTo>
                <a:lnTo>
                  <a:pt x="845" y="655"/>
                </a:lnTo>
                <a:lnTo>
                  <a:pt x="844" y="655"/>
                </a:lnTo>
                <a:lnTo>
                  <a:pt x="845" y="656"/>
                </a:lnTo>
                <a:lnTo>
                  <a:pt x="845" y="657"/>
                </a:lnTo>
                <a:lnTo>
                  <a:pt x="846" y="658"/>
                </a:lnTo>
                <a:lnTo>
                  <a:pt x="846" y="657"/>
                </a:lnTo>
                <a:lnTo>
                  <a:pt x="847" y="657"/>
                </a:lnTo>
                <a:lnTo>
                  <a:pt x="848" y="658"/>
                </a:lnTo>
                <a:lnTo>
                  <a:pt x="848" y="659"/>
                </a:lnTo>
                <a:lnTo>
                  <a:pt x="849" y="658"/>
                </a:lnTo>
                <a:lnTo>
                  <a:pt x="848" y="658"/>
                </a:lnTo>
                <a:lnTo>
                  <a:pt x="848" y="657"/>
                </a:lnTo>
                <a:lnTo>
                  <a:pt x="849" y="657"/>
                </a:lnTo>
                <a:lnTo>
                  <a:pt x="851" y="658"/>
                </a:lnTo>
                <a:lnTo>
                  <a:pt x="851" y="659"/>
                </a:lnTo>
                <a:lnTo>
                  <a:pt x="852" y="658"/>
                </a:lnTo>
                <a:lnTo>
                  <a:pt x="851" y="657"/>
                </a:lnTo>
                <a:lnTo>
                  <a:pt x="850" y="657"/>
                </a:lnTo>
                <a:lnTo>
                  <a:pt x="850" y="656"/>
                </a:lnTo>
                <a:lnTo>
                  <a:pt x="851" y="655"/>
                </a:lnTo>
                <a:lnTo>
                  <a:pt x="851" y="654"/>
                </a:lnTo>
                <a:lnTo>
                  <a:pt x="852" y="654"/>
                </a:lnTo>
                <a:lnTo>
                  <a:pt x="852" y="653"/>
                </a:lnTo>
                <a:lnTo>
                  <a:pt x="853" y="652"/>
                </a:lnTo>
                <a:lnTo>
                  <a:pt x="853" y="653"/>
                </a:lnTo>
                <a:lnTo>
                  <a:pt x="853" y="654"/>
                </a:lnTo>
                <a:lnTo>
                  <a:pt x="853" y="655"/>
                </a:lnTo>
                <a:lnTo>
                  <a:pt x="854" y="655"/>
                </a:lnTo>
                <a:lnTo>
                  <a:pt x="854" y="656"/>
                </a:lnTo>
                <a:lnTo>
                  <a:pt x="855" y="656"/>
                </a:lnTo>
                <a:lnTo>
                  <a:pt x="856" y="655"/>
                </a:lnTo>
                <a:lnTo>
                  <a:pt x="857" y="655"/>
                </a:lnTo>
                <a:lnTo>
                  <a:pt x="857" y="656"/>
                </a:lnTo>
                <a:lnTo>
                  <a:pt x="856" y="656"/>
                </a:lnTo>
                <a:lnTo>
                  <a:pt x="857" y="656"/>
                </a:lnTo>
                <a:lnTo>
                  <a:pt x="858" y="657"/>
                </a:lnTo>
                <a:lnTo>
                  <a:pt x="859" y="657"/>
                </a:lnTo>
                <a:lnTo>
                  <a:pt x="859" y="658"/>
                </a:lnTo>
                <a:lnTo>
                  <a:pt x="858" y="658"/>
                </a:lnTo>
                <a:lnTo>
                  <a:pt x="857" y="658"/>
                </a:lnTo>
                <a:lnTo>
                  <a:pt x="856" y="659"/>
                </a:lnTo>
                <a:lnTo>
                  <a:pt x="856" y="660"/>
                </a:lnTo>
                <a:lnTo>
                  <a:pt x="856" y="661"/>
                </a:lnTo>
                <a:lnTo>
                  <a:pt x="855" y="663"/>
                </a:lnTo>
                <a:lnTo>
                  <a:pt x="855" y="664"/>
                </a:lnTo>
                <a:lnTo>
                  <a:pt x="856" y="664"/>
                </a:lnTo>
                <a:lnTo>
                  <a:pt x="856" y="665"/>
                </a:lnTo>
                <a:lnTo>
                  <a:pt x="857" y="666"/>
                </a:lnTo>
                <a:lnTo>
                  <a:pt x="856" y="666"/>
                </a:lnTo>
                <a:lnTo>
                  <a:pt x="856" y="667"/>
                </a:lnTo>
                <a:lnTo>
                  <a:pt x="856" y="668"/>
                </a:lnTo>
                <a:lnTo>
                  <a:pt x="857" y="669"/>
                </a:lnTo>
                <a:lnTo>
                  <a:pt x="857" y="670"/>
                </a:lnTo>
                <a:lnTo>
                  <a:pt x="857" y="671"/>
                </a:lnTo>
                <a:lnTo>
                  <a:pt x="857" y="673"/>
                </a:lnTo>
                <a:lnTo>
                  <a:pt x="858" y="673"/>
                </a:lnTo>
                <a:lnTo>
                  <a:pt x="859" y="673"/>
                </a:lnTo>
                <a:lnTo>
                  <a:pt x="858" y="674"/>
                </a:lnTo>
                <a:lnTo>
                  <a:pt x="858" y="675"/>
                </a:lnTo>
                <a:lnTo>
                  <a:pt x="858" y="676"/>
                </a:lnTo>
                <a:lnTo>
                  <a:pt x="858" y="677"/>
                </a:lnTo>
                <a:lnTo>
                  <a:pt x="857" y="678"/>
                </a:lnTo>
                <a:lnTo>
                  <a:pt x="856" y="679"/>
                </a:lnTo>
                <a:lnTo>
                  <a:pt x="856" y="680"/>
                </a:lnTo>
                <a:lnTo>
                  <a:pt x="856" y="681"/>
                </a:lnTo>
                <a:lnTo>
                  <a:pt x="855" y="681"/>
                </a:lnTo>
                <a:lnTo>
                  <a:pt x="854" y="682"/>
                </a:lnTo>
                <a:lnTo>
                  <a:pt x="853" y="683"/>
                </a:lnTo>
                <a:lnTo>
                  <a:pt x="853" y="684"/>
                </a:lnTo>
                <a:lnTo>
                  <a:pt x="853" y="685"/>
                </a:lnTo>
                <a:lnTo>
                  <a:pt x="853" y="686"/>
                </a:lnTo>
                <a:lnTo>
                  <a:pt x="852" y="687"/>
                </a:lnTo>
                <a:lnTo>
                  <a:pt x="851" y="688"/>
                </a:lnTo>
                <a:lnTo>
                  <a:pt x="851" y="689"/>
                </a:lnTo>
                <a:lnTo>
                  <a:pt x="852" y="689"/>
                </a:lnTo>
                <a:lnTo>
                  <a:pt x="853" y="690"/>
                </a:lnTo>
                <a:lnTo>
                  <a:pt x="853" y="691"/>
                </a:lnTo>
                <a:lnTo>
                  <a:pt x="852" y="691"/>
                </a:lnTo>
                <a:lnTo>
                  <a:pt x="852" y="692"/>
                </a:lnTo>
                <a:lnTo>
                  <a:pt x="851" y="693"/>
                </a:lnTo>
                <a:lnTo>
                  <a:pt x="852" y="693"/>
                </a:lnTo>
                <a:lnTo>
                  <a:pt x="852" y="694"/>
                </a:lnTo>
                <a:lnTo>
                  <a:pt x="853" y="694"/>
                </a:lnTo>
                <a:lnTo>
                  <a:pt x="852" y="695"/>
                </a:lnTo>
                <a:lnTo>
                  <a:pt x="851" y="695"/>
                </a:lnTo>
                <a:lnTo>
                  <a:pt x="851" y="696"/>
                </a:lnTo>
                <a:lnTo>
                  <a:pt x="851" y="697"/>
                </a:lnTo>
                <a:lnTo>
                  <a:pt x="850" y="698"/>
                </a:lnTo>
                <a:lnTo>
                  <a:pt x="849" y="698"/>
                </a:lnTo>
                <a:lnTo>
                  <a:pt x="849" y="699"/>
                </a:lnTo>
                <a:lnTo>
                  <a:pt x="850" y="699"/>
                </a:lnTo>
                <a:lnTo>
                  <a:pt x="850" y="700"/>
                </a:lnTo>
                <a:lnTo>
                  <a:pt x="849" y="700"/>
                </a:lnTo>
                <a:lnTo>
                  <a:pt x="848" y="701"/>
                </a:lnTo>
                <a:lnTo>
                  <a:pt x="848" y="702"/>
                </a:lnTo>
                <a:lnTo>
                  <a:pt x="849" y="703"/>
                </a:lnTo>
                <a:lnTo>
                  <a:pt x="849" y="704"/>
                </a:lnTo>
                <a:lnTo>
                  <a:pt x="849" y="705"/>
                </a:lnTo>
                <a:lnTo>
                  <a:pt x="849" y="706"/>
                </a:lnTo>
                <a:lnTo>
                  <a:pt x="850" y="706"/>
                </a:lnTo>
                <a:lnTo>
                  <a:pt x="850" y="707"/>
                </a:lnTo>
                <a:lnTo>
                  <a:pt x="850" y="708"/>
                </a:lnTo>
                <a:lnTo>
                  <a:pt x="851" y="709"/>
                </a:lnTo>
                <a:lnTo>
                  <a:pt x="852" y="709"/>
                </a:lnTo>
                <a:lnTo>
                  <a:pt x="853" y="709"/>
                </a:lnTo>
                <a:lnTo>
                  <a:pt x="853" y="710"/>
                </a:lnTo>
                <a:lnTo>
                  <a:pt x="853" y="711"/>
                </a:lnTo>
                <a:lnTo>
                  <a:pt x="853" y="712"/>
                </a:lnTo>
                <a:lnTo>
                  <a:pt x="853" y="713"/>
                </a:lnTo>
                <a:lnTo>
                  <a:pt x="854" y="713"/>
                </a:lnTo>
                <a:lnTo>
                  <a:pt x="854" y="714"/>
                </a:lnTo>
                <a:lnTo>
                  <a:pt x="855" y="715"/>
                </a:lnTo>
                <a:lnTo>
                  <a:pt x="854" y="716"/>
                </a:lnTo>
                <a:lnTo>
                  <a:pt x="854" y="715"/>
                </a:lnTo>
                <a:lnTo>
                  <a:pt x="852" y="716"/>
                </a:lnTo>
                <a:lnTo>
                  <a:pt x="851" y="716"/>
                </a:lnTo>
                <a:lnTo>
                  <a:pt x="850" y="717"/>
                </a:lnTo>
                <a:lnTo>
                  <a:pt x="850" y="718"/>
                </a:lnTo>
                <a:lnTo>
                  <a:pt x="849" y="719"/>
                </a:lnTo>
                <a:lnTo>
                  <a:pt x="849" y="720"/>
                </a:lnTo>
                <a:lnTo>
                  <a:pt x="849" y="721"/>
                </a:lnTo>
                <a:lnTo>
                  <a:pt x="849" y="722"/>
                </a:lnTo>
                <a:lnTo>
                  <a:pt x="849" y="723"/>
                </a:lnTo>
                <a:lnTo>
                  <a:pt x="848" y="723"/>
                </a:lnTo>
                <a:lnTo>
                  <a:pt x="848" y="724"/>
                </a:lnTo>
                <a:lnTo>
                  <a:pt x="847" y="725"/>
                </a:lnTo>
                <a:lnTo>
                  <a:pt x="848" y="726"/>
                </a:lnTo>
                <a:lnTo>
                  <a:pt x="848" y="727"/>
                </a:lnTo>
                <a:lnTo>
                  <a:pt x="847" y="727"/>
                </a:lnTo>
                <a:lnTo>
                  <a:pt x="847" y="728"/>
                </a:lnTo>
                <a:lnTo>
                  <a:pt x="846" y="728"/>
                </a:lnTo>
                <a:lnTo>
                  <a:pt x="845" y="728"/>
                </a:lnTo>
                <a:lnTo>
                  <a:pt x="845" y="729"/>
                </a:lnTo>
                <a:lnTo>
                  <a:pt x="843" y="729"/>
                </a:lnTo>
                <a:lnTo>
                  <a:pt x="842" y="729"/>
                </a:lnTo>
                <a:lnTo>
                  <a:pt x="842" y="728"/>
                </a:lnTo>
                <a:lnTo>
                  <a:pt x="841" y="728"/>
                </a:lnTo>
                <a:lnTo>
                  <a:pt x="840" y="729"/>
                </a:lnTo>
                <a:lnTo>
                  <a:pt x="839" y="729"/>
                </a:lnTo>
                <a:lnTo>
                  <a:pt x="840" y="731"/>
                </a:lnTo>
                <a:lnTo>
                  <a:pt x="840" y="732"/>
                </a:lnTo>
                <a:lnTo>
                  <a:pt x="840" y="733"/>
                </a:lnTo>
                <a:lnTo>
                  <a:pt x="840" y="734"/>
                </a:lnTo>
                <a:lnTo>
                  <a:pt x="841" y="734"/>
                </a:lnTo>
                <a:lnTo>
                  <a:pt x="841" y="735"/>
                </a:lnTo>
                <a:lnTo>
                  <a:pt x="841" y="736"/>
                </a:lnTo>
                <a:lnTo>
                  <a:pt x="840" y="736"/>
                </a:lnTo>
                <a:lnTo>
                  <a:pt x="840" y="737"/>
                </a:lnTo>
                <a:lnTo>
                  <a:pt x="841" y="737"/>
                </a:lnTo>
                <a:lnTo>
                  <a:pt x="842" y="739"/>
                </a:lnTo>
                <a:lnTo>
                  <a:pt x="843" y="740"/>
                </a:lnTo>
                <a:lnTo>
                  <a:pt x="842" y="740"/>
                </a:lnTo>
                <a:lnTo>
                  <a:pt x="842" y="741"/>
                </a:lnTo>
                <a:lnTo>
                  <a:pt x="842" y="742"/>
                </a:lnTo>
                <a:lnTo>
                  <a:pt x="842" y="743"/>
                </a:lnTo>
                <a:lnTo>
                  <a:pt x="842" y="744"/>
                </a:lnTo>
                <a:lnTo>
                  <a:pt x="840" y="745"/>
                </a:lnTo>
                <a:lnTo>
                  <a:pt x="840" y="746"/>
                </a:lnTo>
                <a:lnTo>
                  <a:pt x="840" y="747"/>
                </a:lnTo>
                <a:lnTo>
                  <a:pt x="839" y="748"/>
                </a:lnTo>
                <a:lnTo>
                  <a:pt x="839" y="749"/>
                </a:lnTo>
                <a:lnTo>
                  <a:pt x="838" y="750"/>
                </a:lnTo>
                <a:lnTo>
                  <a:pt x="837" y="751"/>
                </a:lnTo>
                <a:lnTo>
                  <a:pt x="837" y="752"/>
                </a:lnTo>
                <a:lnTo>
                  <a:pt x="837" y="754"/>
                </a:lnTo>
                <a:lnTo>
                  <a:pt x="837" y="755"/>
                </a:lnTo>
                <a:lnTo>
                  <a:pt x="836" y="755"/>
                </a:lnTo>
                <a:lnTo>
                  <a:pt x="835" y="756"/>
                </a:lnTo>
                <a:lnTo>
                  <a:pt x="835" y="757"/>
                </a:lnTo>
                <a:lnTo>
                  <a:pt x="834" y="757"/>
                </a:lnTo>
                <a:lnTo>
                  <a:pt x="833" y="757"/>
                </a:lnTo>
                <a:lnTo>
                  <a:pt x="832" y="758"/>
                </a:lnTo>
                <a:lnTo>
                  <a:pt x="831" y="757"/>
                </a:lnTo>
                <a:lnTo>
                  <a:pt x="830" y="756"/>
                </a:lnTo>
                <a:lnTo>
                  <a:pt x="829" y="756"/>
                </a:lnTo>
                <a:lnTo>
                  <a:pt x="829" y="754"/>
                </a:lnTo>
                <a:lnTo>
                  <a:pt x="829" y="753"/>
                </a:lnTo>
                <a:lnTo>
                  <a:pt x="828" y="752"/>
                </a:lnTo>
                <a:lnTo>
                  <a:pt x="828" y="751"/>
                </a:lnTo>
                <a:lnTo>
                  <a:pt x="827" y="750"/>
                </a:lnTo>
                <a:lnTo>
                  <a:pt x="827" y="749"/>
                </a:lnTo>
                <a:lnTo>
                  <a:pt x="826" y="749"/>
                </a:lnTo>
                <a:lnTo>
                  <a:pt x="826" y="750"/>
                </a:lnTo>
                <a:lnTo>
                  <a:pt x="825" y="750"/>
                </a:lnTo>
                <a:lnTo>
                  <a:pt x="825" y="751"/>
                </a:lnTo>
                <a:lnTo>
                  <a:pt x="824" y="750"/>
                </a:lnTo>
                <a:lnTo>
                  <a:pt x="823" y="751"/>
                </a:lnTo>
                <a:lnTo>
                  <a:pt x="823" y="752"/>
                </a:lnTo>
                <a:lnTo>
                  <a:pt x="822" y="752"/>
                </a:lnTo>
                <a:lnTo>
                  <a:pt x="822" y="753"/>
                </a:lnTo>
                <a:lnTo>
                  <a:pt x="821" y="754"/>
                </a:lnTo>
                <a:lnTo>
                  <a:pt x="820" y="754"/>
                </a:lnTo>
                <a:lnTo>
                  <a:pt x="820" y="755"/>
                </a:lnTo>
                <a:lnTo>
                  <a:pt x="819" y="755"/>
                </a:lnTo>
                <a:lnTo>
                  <a:pt x="818" y="755"/>
                </a:lnTo>
                <a:lnTo>
                  <a:pt x="819" y="756"/>
                </a:lnTo>
                <a:lnTo>
                  <a:pt x="818" y="757"/>
                </a:lnTo>
                <a:lnTo>
                  <a:pt x="818" y="758"/>
                </a:lnTo>
                <a:lnTo>
                  <a:pt x="818" y="759"/>
                </a:lnTo>
                <a:lnTo>
                  <a:pt x="817" y="759"/>
                </a:lnTo>
                <a:lnTo>
                  <a:pt x="817" y="760"/>
                </a:lnTo>
                <a:lnTo>
                  <a:pt x="817" y="761"/>
                </a:lnTo>
                <a:lnTo>
                  <a:pt x="817" y="762"/>
                </a:lnTo>
                <a:lnTo>
                  <a:pt x="816" y="763"/>
                </a:lnTo>
                <a:lnTo>
                  <a:pt x="815" y="764"/>
                </a:lnTo>
                <a:lnTo>
                  <a:pt x="814" y="765"/>
                </a:lnTo>
                <a:lnTo>
                  <a:pt x="813" y="765"/>
                </a:lnTo>
                <a:lnTo>
                  <a:pt x="812" y="765"/>
                </a:lnTo>
                <a:lnTo>
                  <a:pt x="812" y="766"/>
                </a:lnTo>
                <a:lnTo>
                  <a:pt x="811" y="766"/>
                </a:lnTo>
                <a:lnTo>
                  <a:pt x="810" y="766"/>
                </a:lnTo>
                <a:lnTo>
                  <a:pt x="809" y="766"/>
                </a:lnTo>
                <a:lnTo>
                  <a:pt x="808" y="766"/>
                </a:lnTo>
                <a:lnTo>
                  <a:pt x="807" y="767"/>
                </a:lnTo>
                <a:lnTo>
                  <a:pt x="806" y="767"/>
                </a:lnTo>
                <a:lnTo>
                  <a:pt x="805" y="767"/>
                </a:lnTo>
                <a:lnTo>
                  <a:pt x="805" y="766"/>
                </a:lnTo>
                <a:lnTo>
                  <a:pt x="804" y="766"/>
                </a:lnTo>
                <a:lnTo>
                  <a:pt x="803" y="767"/>
                </a:lnTo>
                <a:lnTo>
                  <a:pt x="803" y="768"/>
                </a:lnTo>
                <a:lnTo>
                  <a:pt x="803" y="769"/>
                </a:lnTo>
                <a:lnTo>
                  <a:pt x="804" y="770"/>
                </a:lnTo>
                <a:lnTo>
                  <a:pt x="805" y="771"/>
                </a:lnTo>
                <a:lnTo>
                  <a:pt x="806" y="771"/>
                </a:lnTo>
                <a:lnTo>
                  <a:pt x="806" y="772"/>
                </a:lnTo>
                <a:lnTo>
                  <a:pt x="807" y="772"/>
                </a:lnTo>
                <a:lnTo>
                  <a:pt x="807" y="773"/>
                </a:lnTo>
                <a:lnTo>
                  <a:pt x="808" y="774"/>
                </a:lnTo>
                <a:lnTo>
                  <a:pt x="809" y="775"/>
                </a:lnTo>
                <a:lnTo>
                  <a:pt x="808" y="775"/>
                </a:lnTo>
                <a:lnTo>
                  <a:pt x="808" y="776"/>
                </a:lnTo>
                <a:lnTo>
                  <a:pt x="807" y="776"/>
                </a:lnTo>
                <a:lnTo>
                  <a:pt x="806" y="777"/>
                </a:lnTo>
                <a:lnTo>
                  <a:pt x="806" y="778"/>
                </a:lnTo>
                <a:lnTo>
                  <a:pt x="805" y="778"/>
                </a:lnTo>
                <a:lnTo>
                  <a:pt x="806" y="779"/>
                </a:lnTo>
                <a:lnTo>
                  <a:pt x="805" y="780"/>
                </a:lnTo>
                <a:lnTo>
                  <a:pt x="805" y="781"/>
                </a:lnTo>
                <a:lnTo>
                  <a:pt x="804" y="782"/>
                </a:lnTo>
                <a:lnTo>
                  <a:pt x="805" y="782"/>
                </a:lnTo>
                <a:lnTo>
                  <a:pt x="805" y="783"/>
                </a:lnTo>
                <a:lnTo>
                  <a:pt x="805" y="784"/>
                </a:lnTo>
                <a:lnTo>
                  <a:pt x="806" y="786"/>
                </a:lnTo>
                <a:lnTo>
                  <a:pt x="807" y="786"/>
                </a:lnTo>
                <a:lnTo>
                  <a:pt x="807" y="785"/>
                </a:lnTo>
                <a:lnTo>
                  <a:pt x="808" y="785"/>
                </a:lnTo>
                <a:lnTo>
                  <a:pt x="809" y="785"/>
                </a:lnTo>
                <a:lnTo>
                  <a:pt x="809" y="786"/>
                </a:lnTo>
                <a:lnTo>
                  <a:pt x="809" y="787"/>
                </a:lnTo>
                <a:lnTo>
                  <a:pt x="811" y="788"/>
                </a:lnTo>
                <a:lnTo>
                  <a:pt x="813" y="788"/>
                </a:lnTo>
                <a:lnTo>
                  <a:pt x="814" y="788"/>
                </a:lnTo>
                <a:lnTo>
                  <a:pt x="814" y="787"/>
                </a:lnTo>
                <a:lnTo>
                  <a:pt x="815" y="786"/>
                </a:lnTo>
                <a:lnTo>
                  <a:pt x="816" y="785"/>
                </a:lnTo>
                <a:lnTo>
                  <a:pt x="817" y="785"/>
                </a:lnTo>
                <a:lnTo>
                  <a:pt x="818" y="783"/>
                </a:lnTo>
                <a:lnTo>
                  <a:pt x="818" y="782"/>
                </a:lnTo>
                <a:lnTo>
                  <a:pt x="819" y="782"/>
                </a:lnTo>
                <a:lnTo>
                  <a:pt x="821" y="782"/>
                </a:lnTo>
                <a:lnTo>
                  <a:pt x="821" y="783"/>
                </a:lnTo>
                <a:lnTo>
                  <a:pt x="821" y="784"/>
                </a:lnTo>
                <a:lnTo>
                  <a:pt x="821" y="785"/>
                </a:lnTo>
                <a:lnTo>
                  <a:pt x="822" y="786"/>
                </a:lnTo>
                <a:lnTo>
                  <a:pt x="823" y="788"/>
                </a:lnTo>
                <a:lnTo>
                  <a:pt x="822" y="789"/>
                </a:lnTo>
                <a:lnTo>
                  <a:pt x="822" y="790"/>
                </a:lnTo>
                <a:lnTo>
                  <a:pt x="822" y="791"/>
                </a:lnTo>
                <a:lnTo>
                  <a:pt x="822" y="792"/>
                </a:lnTo>
                <a:lnTo>
                  <a:pt x="822" y="793"/>
                </a:lnTo>
                <a:lnTo>
                  <a:pt x="823" y="793"/>
                </a:lnTo>
                <a:lnTo>
                  <a:pt x="824" y="794"/>
                </a:lnTo>
                <a:lnTo>
                  <a:pt x="824" y="795"/>
                </a:lnTo>
                <a:lnTo>
                  <a:pt x="823" y="795"/>
                </a:lnTo>
                <a:lnTo>
                  <a:pt x="823" y="796"/>
                </a:lnTo>
                <a:lnTo>
                  <a:pt x="824" y="796"/>
                </a:lnTo>
                <a:lnTo>
                  <a:pt x="824" y="798"/>
                </a:lnTo>
                <a:lnTo>
                  <a:pt x="824" y="799"/>
                </a:lnTo>
                <a:lnTo>
                  <a:pt x="825" y="800"/>
                </a:lnTo>
                <a:lnTo>
                  <a:pt x="826" y="801"/>
                </a:lnTo>
                <a:lnTo>
                  <a:pt x="827" y="802"/>
                </a:lnTo>
                <a:lnTo>
                  <a:pt x="828" y="803"/>
                </a:lnTo>
                <a:lnTo>
                  <a:pt x="828" y="804"/>
                </a:lnTo>
                <a:lnTo>
                  <a:pt x="828" y="805"/>
                </a:lnTo>
                <a:lnTo>
                  <a:pt x="829" y="805"/>
                </a:lnTo>
                <a:lnTo>
                  <a:pt x="830" y="805"/>
                </a:lnTo>
                <a:lnTo>
                  <a:pt x="829" y="806"/>
                </a:lnTo>
                <a:lnTo>
                  <a:pt x="829" y="807"/>
                </a:lnTo>
                <a:lnTo>
                  <a:pt x="830" y="809"/>
                </a:lnTo>
                <a:lnTo>
                  <a:pt x="831" y="809"/>
                </a:lnTo>
                <a:lnTo>
                  <a:pt x="831" y="810"/>
                </a:lnTo>
                <a:lnTo>
                  <a:pt x="831" y="811"/>
                </a:lnTo>
                <a:lnTo>
                  <a:pt x="832" y="811"/>
                </a:lnTo>
                <a:lnTo>
                  <a:pt x="833" y="811"/>
                </a:lnTo>
                <a:lnTo>
                  <a:pt x="836" y="811"/>
                </a:lnTo>
                <a:lnTo>
                  <a:pt x="838" y="812"/>
                </a:lnTo>
                <a:lnTo>
                  <a:pt x="838" y="813"/>
                </a:lnTo>
                <a:lnTo>
                  <a:pt x="838" y="814"/>
                </a:lnTo>
                <a:lnTo>
                  <a:pt x="837" y="814"/>
                </a:lnTo>
                <a:lnTo>
                  <a:pt x="836" y="815"/>
                </a:lnTo>
                <a:lnTo>
                  <a:pt x="835" y="815"/>
                </a:lnTo>
                <a:lnTo>
                  <a:pt x="835" y="816"/>
                </a:lnTo>
                <a:lnTo>
                  <a:pt x="834" y="817"/>
                </a:lnTo>
                <a:lnTo>
                  <a:pt x="833" y="818"/>
                </a:lnTo>
                <a:lnTo>
                  <a:pt x="832" y="818"/>
                </a:lnTo>
                <a:lnTo>
                  <a:pt x="831" y="818"/>
                </a:lnTo>
                <a:lnTo>
                  <a:pt x="831" y="819"/>
                </a:lnTo>
                <a:lnTo>
                  <a:pt x="830" y="819"/>
                </a:lnTo>
                <a:lnTo>
                  <a:pt x="831" y="819"/>
                </a:lnTo>
                <a:lnTo>
                  <a:pt x="830" y="819"/>
                </a:lnTo>
                <a:lnTo>
                  <a:pt x="829" y="819"/>
                </a:lnTo>
                <a:lnTo>
                  <a:pt x="828" y="818"/>
                </a:lnTo>
                <a:lnTo>
                  <a:pt x="828" y="817"/>
                </a:lnTo>
                <a:lnTo>
                  <a:pt x="828" y="816"/>
                </a:lnTo>
                <a:lnTo>
                  <a:pt x="827" y="816"/>
                </a:lnTo>
                <a:lnTo>
                  <a:pt x="826" y="816"/>
                </a:lnTo>
                <a:lnTo>
                  <a:pt x="826" y="815"/>
                </a:lnTo>
                <a:lnTo>
                  <a:pt x="825" y="815"/>
                </a:lnTo>
                <a:lnTo>
                  <a:pt x="824" y="815"/>
                </a:lnTo>
                <a:lnTo>
                  <a:pt x="823" y="816"/>
                </a:lnTo>
                <a:lnTo>
                  <a:pt x="822" y="817"/>
                </a:lnTo>
                <a:lnTo>
                  <a:pt x="821" y="817"/>
                </a:lnTo>
                <a:lnTo>
                  <a:pt x="820" y="819"/>
                </a:lnTo>
                <a:lnTo>
                  <a:pt x="820" y="820"/>
                </a:lnTo>
                <a:lnTo>
                  <a:pt x="819" y="820"/>
                </a:lnTo>
                <a:lnTo>
                  <a:pt x="818" y="821"/>
                </a:lnTo>
                <a:lnTo>
                  <a:pt x="818" y="822"/>
                </a:lnTo>
                <a:lnTo>
                  <a:pt x="817" y="822"/>
                </a:lnTo>
                <a:lnTo>
                  <a:pt x="817" y="823"/>
                </a:lnTo>
                <a:lnTo>
                  <a:pt x="816" y="822"/>
                </a:lnTo>
                <a:lnTo>
                  <a:pt x="815" y="823"/>
                </a:lnTo>
                <a:lnTo>
                  <a:pt x="815" y="824"/>
                </a:lnTo>
                <a:lnTo>
                  <a:pt x="814" y="824"/>
                </a:lnTo>
                <a:lnTo>
                  <a:pt x="814" y="823"/>
                </a:lnTo>
                <a:lnTo>
                  <a:pt x="812" y="823"/>
                </a:lnTo>
                <a:lnTo>
                  <a:pt x="812" y="825"/>
                </a:lnTo>
                <a:lnTo>
                  <a:pt x="812" y="826"/>
                </a:lnTo>
                <a:lnTo>
                  <a:pt x="812" y="828"/>
                </a:lnTo>
                <a:lnTo>
                  <a:pt x="812" y="830"/>
                </a:lnTo>
                <a:lnTo>
                  <a:pt x="812" y="831"/>
                </a:lnTo>
                <a:lnTo>
                  <a:pt x="812" y="832"/>
                </a:lnTo>
                <a:lnTo>
                  <a:pt x="812" y="833"/>
                </a:lnTo>
                <a:lnTo>
                  <a:pt x="811" y="833"/>
                </a:lnTo>
                <a:lnTo>
                  <a:pt x="811" y="834"/>
                </a:lnTo>
                <a:lnTo>
                  <a:pt x="810" y="834"/>
                </a:lnTo>
                <a:lnTo>
                  <a:pt x="809" y="833"/>
                </a:lnTo>
                <a:lnTo>
                  <a:pt x="810" y="833"/>
                </a:lnTo>
                <a:lnTo>
                  <a:pt x="809" y="832"/>
                </a:lnTo>
                <a:lnTo>
                  <a:pt x="808" y="833"/>
                </a:lnTo>
                <a:lnTo>
                  <a:pt x="808" y="834"/>
                </a:lnTo>
                <a:lnTo>
                  <a:pt x="807" y="833"/>
                </a:lnTo>
                <a:lnTo>
                  <a:pt x="806" y="832"/>
                </a:lnTo>
                <a:lnTo>
                  <a:pt x="807" y="833"/>
                </a:lnTo>
                <a:lnTo>
                  <a:pt x="807" y="834"/>
                </a:lnTo>
                <a:lnTo>
                  <a:pt x="806" y="835"/>
                </a:lnTo>
                <a:lnTo>
                  <a:pt x="804" y="835"/>
                </a:lnTo>
                <a:lnTo>
                  <a:pt x="803" y="835"/>
                </a:lnTo>
                <a:lnTo>
                  <a:pt x="803" y="834"/>
                </a:lnTo>
                <a:lnTo>
                  <a:pt x="802" y="834"/>
                </a:lnTo>
                <a:lnTo>
                  <a:pt x="801" y="834"/>
                </a:lnTo>
                <a:lnTo>
                  <a:pt x="800" y="834"/>
                </a:lnTo>
                <a:lnTo>
                  <a:pt x="799" y="834"/>
                </a:lnTo>
                <a:lnTo>
                  <a:pt x="798" y="834"/>
                </a:lnTo>
                <a:lnTo>
                  <a:pt x="797" y="833"/>
                </a:lnTo>
                <a:lnTo>
                  <a:pt x="796" y="833"/>
                </a:lnTo>
                <a:lnTo>
                  <a:pt x="795" y="833"/>
                </a:lnTo>
                <a:lnTo>
                  <a:pt x="794" y="833"/>
                </a:lnTo>
                <a:lnTo>
                  <a:pt x="794" y="834"/>
                </a:lnTo>
                <a:lnTo>
                  <a:pt x="792" y="834"/>
                </a:lnTo>
                <a:lnTo>
                  <a:pt x="792" y="833"/>
                </a:lnTo>
                <a:lnTo>
                  <a:pt x="791" y="833"/>
                </a:lnTo>
                <a:lnTo>
                  <a:pt x="790" y="833"/>
                </a:lnTo>
                <a:lnTo>
                  <a:pt x="789" y="833"/>
                </a:lnTo>
                <a:lnTo>
                  <a:pt x="788" y="832"/>
                </a:lnTo>
                <a:lnTo>
                  <a:pt x="787" y="832"/>
                </a:lnTo>
                <a:lnTo>
                  <a:pt x="786" y="831"/>
                </a:lnTo>
                <a:lnTo>
                  <a:pt x="785" y="831"/>
                </a:lnTo>
                <a:lnTo>
                  <a:pt x="784" y="832"/>
                </a:lnTo>
                <a:lnTo>
                  <a:pt x="783" y="833"/>
                </a:lnTo>
                <a:lnTo>
                  <a:pt x="782" y="835"/>
                </a:lnTo>
                <a:lnTo>
                  <a:pt x="781" y="836"/>
                </a:lnTo>
                <a:lnTo>
                  <a:pt x="780" y="836"/>
                </a:lnTo>
                <a:lnTo>
                  <a:pt x="779" y="835"/>
                </a:lnTo>
                <a:lnTo>
                  <a:pt x="779" y="834"/>
                </a:lnTo>
                <a:lnTo>
                  <a:pt x="778" y="834"/>
                </a:lnTo>
                <a:lnTo>
                  <a:pt x="777" y="834"/>
                </a:lnTo>
                <a:lnTo>
                  <a:pt x="776" y="834"/>
                </a:lnTo>
                <a:lnTo>
                  <a:pt x="775" y="833"/>
                </a:lnTo>
                <a:lnTo>
                  <a:pt x="775" y="832"/>
                </a:lnTo>
                <a:lnTo>
                  <a:pt x="775" y="831"/>
                </a:lnTo>
                <a:lnTo>
                  <a:pt x="773" y="831"/>
                </a:lnTo>
                <a:lnTo>
                  <a:pt x="772" y="831"/>
                </a:lnTo>
                <a:lnTo>
                  <a:pt x="771" y="831"/>
                </a:lnTo>
                <a:lnTo>
                  <a:pt x="771" y="832"/>
                </a:lnTo>
                <a:lnTo>
                  <a:pt x="770" y="832"/>
                </a:lnTo>
                <a:lnTo>
                  <a:pt x="768" y="832"/>
                </a:lnTo>
                <a:lnTo>
                  <a:pt x="767" y="831"/>
                </a:lnTo>
                <a:lnTo>
                  <a:pt x="767" y="830"/>
                </a:lnTo>
                <a:lnTo>
                  <a:pt x="767" y="828"/>
                </a:lnTo>
                <a:lnTo>
                  <a:pt x="766" y="828"/>
                </a:lnTo>
                <a:lnTo>
                  <a:pt x="766" y="829"/>
                </a:lnTo>
                <a:lnTo>
                  <a:pt x="765" y="829"/>
                </a:lnTo>
                <a:lnTo>
                  <a:pt x="764" y="828"/>
                </a:lnTo>
                <a:lnTo>
                  <a:pt x="763" y="828"/>
                </a:lnTo>
                <a:lnTo>
                  <a:pt x="763" y="829"/>
                </a:lnTo>
                <a:lnTo>
                  <a:pt x="762" y="829"/>
                </a:lnTo>
                <a:lnTo>
                  <a:pt x="762" y="828"/>
                </a:lnTo>
                <a:lnTo>
                  <a:pt x="761" y="827"/>
                </a:lnTo>
                <a:lnTo>
                  <a:pt x="760" y="827"/>
                </a:lnTo>
                <a:lnTo>
                  <a:pt x="760" y="828"/>
                </a:lnTo>
                <a:lnTo>
                  <a:pt x="759" y="828"/>
                </a:lnTo>
                <a:lnTo>
                  <a:pt x="759" y="829"/>
                </a:lnTo>
                <a:lnTo>
                  <a:pt x="759" y="830"/>
                </a:lnTo>
                <a:lnTo>
                  <a:pt x="758" y="831"/>
                </a:lnTo>
                <a:lnTo>
                  <a:pt x="757" y="831"/>
                </a:lnTo>
                <a:lnTo>
                  <a:pt x="756" y="831"/>
                </a:lnTo>
                <a:lnTo>
                  <a:pt x="756" y="832"/>
                </a:lnTo>
                <a:lnTo>
                  <a:pt x="756" y="833"/>
                </a:lnTo>
                <a:lnTo>
                  <a:pt x="755" y="833"/>
                </a:lnTo>
                <a:lnTo>
                  <a:pt x="754" y="833"/>
                </a:lnTo>
                <a:lnTo>
                  <a:pt x="753" y="834"/>
                </a:lnTo>
                <a:lnTo>
                  <a:pt x="753" y="835"/>
                </a:lnTo>
                <a:lnTo>
                  <a:pt x="753" y="836"/>
                </a:lnTo>
                <a:lnTo>
                  <a:pt x="751" y="837"/>
                </a:lnTo>
                <a:lnTo>
                  <a:pt x="750" y="837"/>
                </a:lnTo>
                <a:lnTo>
                  <a:pt x="749" y="837"/>
                </a:lnTo>
                <a:lnTo>
                  <a:pt x="749" y="838"/>
                </a:lnTo>
                <a:lnTo>
                  <a:pt x="750" y="838"/>
                </a:lnTo>
                <a:lnTo>
                  <a:pt x="750" y="839"/>
                </a:lnTo>
                <a:lnTo>
                  <a:pt x="750" y="840"/>
                </a:lnTo>
                <a:lnTo>
                  <a:pt x="750" y="842"/>
                </a:lnTo>
                <a:lnTo>
                  <a:pt x="750" y="843"/>
                </a:lnTo>
                <a:lnTo>
                  <a:pt x="750" y="844"/>
                </a:lnTo>
                <a:lnTo>
                  <a:pt x="751" y="845"/>
                </a:lnTo>
                <a:lnTo>
                  <a:pt x="751" y="846"/>
                </a:lnTo>
                <a:lnTo>
                  <a:pt x="752" y="847"/>
                </a:lnTo>
                <a:lnTo>
                  <a:pt x="753" y="847"/>
                </a:lnTo>
                <a:lnTo>
                  <a:pt x="754" y="849"/>
                </a:lnTo>
                <a:lnTo>
                  <a:pt x="753" y="850"/>
                </a:lnTo>
                <a:lnTo>
                  <a:pt x="752" y="850"/>
                </a:lnTo>
                <a:lnTo>
                  <a:pt x="752" y="851"/>
                </a:lnTo>
                <a:lnTo>
                  <a:pt x="752" y="852"/>
                </a:lnTo>
                <a:lnTo>
                  <a:pt x="752" y="853"/>
                </a:lnTo>
                <a:lnTo>
                  <a:pt x="753" y="853"/>
                </a:lnTo>
                <a:lnTo>
                  <a:pt x="754" y="854"/>
                </a:lnTo>
                <a:lnTo>
                  <a:pt x="755" y="855"/>
                </a:lnTo>
                <a:lnTo>
                  <a:pt x="756" y="856"/>
                </a:lnTo>
                <a:lnTo>
                  <a:pt x="757" y="856"/>
                </a:lnTo>
                <a:lnTo>
                  <a:pt x="756" y="857"/>
                </a:lnTo>
                <a:lnTo>
                  <a:pt x="757" y="857"/>
                </a:lnTo>
                <a:lnTo>
                  <a:pt x="758" y="858"/>
                </a:lnTo>
                <a:lnTo>
                  <a:pt x="759" y="857"/>
                </a:lnTo>
                <a:lnTo>
                  <a:pt x="760" y="857"/>
                </a:lnTo>
                <a:lnTo>
                  <a:pt x="760" y="858"/>
                </a:lnTo>
                <a:lnTo>
                  <a:pt x="761" y="858"/>
                </a:lnTo>
                <a:lnTo>
                  <a:pt x="761" y="859"/>
                </a:lnTo>
                <a:lnTo>
                  <a:pt x="762" y="859"/>
                </a:lnTo>
                <a:lnTo>
                  <a:pt x="761" y="860"/>
                </a:lnTo>
                <a:lnTo>
                  <a:pt x="760" y="860"/>
                </a:lnTo>
                <a:lnTo>
                  <a:pt x="759" y="860"/>
                </a:lnTo>
                <a:lnTo>
                  <a:pt x="759" y="861"/>
                </a:lnTo>
                <a:lnTo>
                  <a:pt x="758" y="862"/>
                </a:lnTo>
                <a:lnTo>
                  <a:pt x="758" y="863"/>
                </a:lnTo>
                <a:lnTo>
                  <a:pt x="757" y="864"/>
                </a:lnTo>
                <a:lnTo>
                  <a:pt x="757" y="865"/>
                </a:lnTo>
                <a:lnTo>
                  <a:pt x="756" y="865"/>
                </a:lnTo>
                <a:lnTo>
                  <a:pt x="755" y="865"/>
                </a:lnTo>
                <a:lnTo>
                  <a:pt x="754" y="866"/>
                </a:lnTo>
                <a:lnTo>
                  <a:pt x="751" y="868"/>
                </a:lnTo>
                <a:lnTo>
                  <a:pt x="750" y="868"/>
                </a:lnTo>
                <a:lnTo>
                  <a:pt x="749" y="869"/>
                </a:lnTo>
                <a:lnTo>
                  <a:pt x="748" y="869"/>
                </a:lnTo>
                <a:lnTo>
                  <a:pt x="748" y="870"/>
                </a:lnTo>
                <a:lnTo>
                  <a:pt x="748" y="871"/>
                </a:lnTo>
                <a:lnTo>
                  <a:pt x="748" y="872"/>
                </a:lnTo>
                <a:lnTo>
                  <a:pt x="749" y="871"/>
                </a:lnTo>
                <a:lnTo>
                  <a:pt x="750" y="872"/>
                </a:lnTo>
                <a:lnTo>
                  <a:pt x="750" y="873"/>
                </a:lnTo>
                <a:lnTo>
                  <a:pt x="750" y="874"/>
                </a:lnTo>
                <a:lnTo>
                  <a:pt x="752" y="874"/>
                </a:lnTo>
                <a:lnTo>
                  <a:pt x="753" y="874"/>
                </a:lnTo>
                <a:lnTo>
                  <a:pt x="754" y="874"/>
                </a:lnTo>
                <a:lnTo>
                  <a:pt x="755" y="875"/>
                </a:lnTo>
                <a:lnTo>
                  <a:pt x="755" y="874"/>
                </a:lnTo>
                <a:lnTo>
                  <a:pt x="755" y="873"/>
                </a:lnTo>
                <a:lnTo>
                  <a:pt x="756" y="872"/>
                </a:lnTo>
                <a:lnTo>
                  <a:pt x="756" y="871"/>
                </a:lnTo>
                <a:lnTo>
                  <a:pt x="758" y="872"/>
                </a:lnTo>
                <a:lnTo>
                  <a:pt x="758" y="874"/>
                </a:lnTo>
                <a:lnTo>
                  <a:pt x="757" y="874"/>
                </a:lnTo>
                <a:lnTo>
                  <a:pt x="757" y="875"/>
                </a:lnTo>
                <a:lnTo>
                  <a:pt x="755" y="876"/>
                </a:lnTo>
                <a:lnTo>
                  <a:pt x="754" y="876"/>
                </a:lnTo>
                <a:lnTo>
                  <a:pt x="753" y="875"/>
                </a:lnTo>
                <a:lnTo>
                  <a:pt x="752" y="875"/>
                </a:lnTo>
                <a:lnTo>
                  <a:pt x="751" y="875"/>
                </a:lnTo>
                <a:lnTo>
                  <a:pt x="751" y="876"/>
                </a:lnTo>
                <a:lnTo>
                  <a:pt x="751" y="878"/>
                </a:lnTo>
                <a:lnTo>
                  <a:pt x="752" y="877"/>
                </a:lnTo>
                <a:lnTo>
                  <a:pt x="753" y="878"/>
                </a:lnTo>
                <a:lnTo>
                  <a:pt x="752" y="878"/>
                </a:lnTo>
                <a:lnTo>
                  <a:pt x="752" y="879"/>
                </a:lnTo>
                <a:lnTo>
                  <a:pt x="752" y="880"/>
                </a:lnTo>
                <a:lnTo>
                  <a:pt x="753" y="881"/>
                </a:lnTo>
                <a:lnTo>
                  <a:pt x="753" y="882"/>
                </a:lnTo>
                <a:lnTo>
                  <a:pt x="754" y="882"/>
                </a:lnTo>
                <a:lnTo>
                  <a:pt x="754" y="881"/>
                </a:lnTo>
                <a:lnTo>
                  <a:pt x="755" y="881"/>
                </a:lnTo>
                <a:lnTo>
                  <a:pt x="756" y="881"/>
                </a:lnTo>
                <a:lnTo>
                  <a:pt x="756" y="882"/>
                </a:lnTo>
                <a:lnTo>
                  <a:pt x="757" y="884"/>
                </a:lnTo>
                <a:lnTo>
                  <a:pt x="757" y="885"/>
                </a:lnTo>
                <a:lnTo>
                  <a:pt x="758" y="886"/>
                </a:lnTo>
                <a:lnTo>
                  <a:pt x="758" y="887"/>
                </a:lnTo>
                <a:lnTo>
                  <a:pt x="758" y="888"/>
                </a:lnTo>
                <a:lnTo>
                  <a:pt x="759" y="889"/>
                </a:lnTo>
                <a:lnTo>
                  <a:pt x="759" y="890"/>
                </a:lnTo>
                <a:lnTo>
                  <a:pt x="759" y="892"/>
                </a:lnTo>
                <a:lnTo>
                  <a:pt x="759" y="893"/>
                </a:lnTo>
                <a:lnTo>
                  <a:pt x="759" y="894"/>
                </a:lnTo>
                <a:lnTo>
                  <a:pt x="760" y="895"/>
                </a:lnTo>
                <a:lnTo>
                  <a:pt x="761" y="896"/>
                </a:lnTo>
                <a:lnTo>
                  <a:pt x="762" y="896"/>
                </a:lnTo>
                <a:lnTo>
                  <a:pt x="761" y="897"/>
                </a:lnTo>
                <a:lnTo>
                  <a:pt x="761" y="898"/>
                </a:lnTo>
                <a:lnTo>
                  <a:pt x="761" y="899"/>
                </a:lnTo>
                <a:lnTo>
                  <a:pt x="760" y="899"/>
                </a:lnTo>
                <a:lnTo>
                  <a:pt x="760" y="900"/>
                </a:lnTo>
                <a:lnTo>
                  <a:pt x="761" y="900"/>
                </a:lnTo>
                <a:lnTo>
                  <a:pt x="761" y="901"/>
                </a:lnTo>
                <a:lnTo>
                  <a:pt x="761" y="902"/>
                </a:lnTo>
                <a:lnTo>
                  <a:pt x="760" y="902"/>
                </a:lnTo>
                <a:lnTo>
                  <a:pt x="760" y="903"/>
                </a:lnTo>
                <a:lnTo>
                  <a:pt x="761" y="903"/>
                </a:lnTo>
                <a:lnTo>
                  <a:pt x="762" y="904"/>
                </a:lnTo>
                <a:lnTo>
                  <a:pt x="762" y="905"/>
                </a:lnTo>
                <a:lnTo>
                  <a:pt x="762" y="906"/>
                </a:lnTo>
                <a:lnTo>
                  <a:pt x="762" y="907"/>
                </a:lnTo>
                <a:lnTo>
                  <a:pt x="761" y="908"/>
                </a:lnTo>
                <a:lnTo>
                  <a:pt x="761" y="910"/>
                </a:lnTo>
                <a:lnTo>
                  <a:pt x="762" y="910"/>
                </a:lnTo>
                <a:lnTo>
                  <a:pt x="762" y="911"/>
                </a:lnTo>
                <a:lnTo>
                  <a:pt x="762" y="912"/>
                </a:lnTo>
                <a:lnTo>
                  <a:pt x="762" y="915"/>
                </a:lnTo>
                <a:lnTo>
                  <a:pt x="761" y="914"/>
                </a:lnTo>
                <a:lnTo>
                  <a:pt x="760" y="913"/>
                </a:lnTo>
                <a:lnTo>
                  <a:pt x="759" y="913"/>
                </a:lnTo>
                <a:lnTo>
                  <a:pt x="758" y="914"/>
                </a:lnTo>
                <a:lnTo>
                  <a:pt x="758" y="915"/>
                </a:lnTo>
                <a:lnTo>
                  <a:pt x="757" y="915"/>
                </a:lnTo>
                <a:lnTo>
                  <a:pt x="756" y="915"/>
                </a:lnTo>
                <a:lnTo>
                  <a:pt x="755" y="915"/>
                </a:lnTo>
                <a:lnTo>
                  <a:pt x="754" y="916"/>
                </a:lnTo>
                <a:lnTo>
                  <a:pt x="754" y="917"/>
                </a:lnTo>
                <a:lnTo>
                  <a:pt x="754" y="918"/>
                </a:lnTo>
                <a:lnTo>
                  <a:pt x="755" y="919"/>
                </a:lnTo>
                <a:lnTo>
                  <a:pt x="754" y="919"/>
                </a:lnTo>
                <a:lnTo>
                  <a:pt x="755" y="921"/>
                </a:lnTo>
                <a:lnTo>
                  <a:pt x="755" y="923"/>
                </a:lnTo>
                <a:lnTo>
                  <a:pt x="755" y="924"/>
                </a:lnTo>
                <a:lnTo>
                  <a:pt x="755" y="925"/>
                </a:lnTo>
                <a:lnTo>
                  <a:pt x="754" y="926"/>
                </a:lnTo>
                <a:lnTo>
                  <a:pt x="753" y="927"/>
                </a:lnTo>
                <a:lnTo>
                  <a:pt x="752" y="928"/>
                </a:lnTo>
                <a:lnTo>
                  <a:pt x="751" y="929"/>
                </a:lnTo>
                <a:lnTo>
                  <a:pt x="750" y="930"/>
                </a:lnTo>
                <a:lnTo>
                  <a:pt x="750" y="931"/>
                </a:lnTo>
                <a:lnTo>
                  <a:pt x="749" y="932"/>
                </a:lnTo>
                <a:lnTo>
                  <a:pt x="748" y="933"/>
                </a:lnTo>
                <a:lnTo>
                  <a:pt x="748" y="934"/>
                </a:lnTo>
                <a:lnTo>
                  <a:pt x="747" y="934"/>
                </a:lnTo>
                <a:lnTo>
                  <a:pt x="747" y="935"/>
                </a:lnTo>
                <a:lnTo>
                  <a:pt x="746" y="936"/>
                </a:lnTo>
                <a:lnTo>
                  <a:pt x="746" y="937"/>
                </a:lnTo>
                <a:lnTo>
                  <a:pt x="745" y="937"/>
                </a:lnTo>
                <a:lnTo>
                  <a:pt x="745" y="936"/>
                </a:lnTo>
                <a:lnTo>
                  <a:pt x="744" y="936"/>
                </a:lnTo>
                <a:lnTo>
                  <a:pt x="743" y="935"/>
                </a:lnTo>
                <a:lnTo>
                  <a:pt x="743" y="936"/>
                </a:lnTo>
                <a:lnTo>
                  <a:pt x="742" y="936"/>
                </a:lnTo>
                <a:lnTo>
                  <a:pt x="741" y="937"/>
                </a:lnTo>
                <a:lnTo>
                  <a:pt x="741" y="938"/>
                </a:lnTo>
                <a:lnTo>
                  <a:pt x="741" y="939"/>
                </a:lnTo>
                <a:lnTo>
                  <a:pt x="742" y="940"/>
                </a:lnTo>
                <a:lnTo>
                  <a:pt x="743" y="940"/>
                </a:lnTo>
                <a:lnTo>
                  <a:pt x="743" y="941"/>
                </a:lnTo>
                <a:lnTo>
                  <a:pt x="743" y="942"/>
                </a:lnTo>
                <a:lnTo>
                  <a:pt x="742" y="942"/>
                </a:lnTo>
                <a:lnTo>
                  <a:pt x="741" y="942"/>
                </a:lnTo>
                <a:lnTo>
                  <a:pt x="740" y="942"/>
                </a:lnTo>
                <a:lnTo>
                  <a:pt x="739" y="943"/>
                </a:lnTo>
                <a:lnTo>
                  <a:pt x="739" y="944"/>
                </a:lnTo>
                <a:lnTo>
                  <a:pt x="739" y="946"/>
                </a:lnTo>
                <a:lnTo>
                  <a:pt x="739" y="947"/>
                </a:lnTo>
                <a:lnTo>
                  <a:pt x="739" y="948"/>
                </a:lnTo>
                <a:lnTo>
                  <a:pt x="739" y="949"/>
                </a:lnTo>
                <a:lnTo>
                  <a:pt x="740" y="949"/>
                </a:lnTo>
                <a:lnTo>
                  <a:pt x="741" y="950"/>
                </a:lnTo>
                <a:lnTo>
                  <a:pt x="742" y="951"/>
                </a:lnTo>
                <a:lnTo>
                  <a:pt x="742" y="952"/>
                </a:lnTo>
                <a:lnTo>
                  <a:pt x="742" y="953"/>
                </a:lnTo>
                <a:lnTo>
                  <a:pt x="743" y="954"/>
                </a:lnTo>
                <a:lnTo>
                  <a:pt x="743" y="955"/>
                </a:lnTo>
                <a:lnTo>
                  <a:pt x="743" y="956"/>
                </a:lnTo>
                <a:lnTo>
                  <a:pt x="743" y="957"/>
                </a:lnTo>
                <a:lnTo>
                  <a:pt x="742" y="958"/>
                </a:lnTo>
                <a:lnTo>
                  <a:pt x="743" y="958"/>
                </a:lnTo>
                <a:lnTo>
                  <a:pt x="742" y="959"/>
                </a:lnTo>
                <a:lnTo>
                  <a:pt x="741" y="959"/>
                </a:lnTo>
                <a:lnTo>
                  <a:pt x="741" y="960"/>
                </a:lnTo>
                <a:lnTo>
                  <a:pt x="740" y="961"/>
                </a:lnTo>
                <a:lnTo>
                  <a:pt x="740" y="962"/>
                </a:lnTo>
                <a:lnTo>
                  <a:pt x="739" y="961"/>
                </a:lnTo>
                <a:lnTo>
                  <a:pt x="739" y="962"/>
                </a:lnTo>
                <a:lnTo>
                  <a:pt x="739" y="964"/>
                </a:lnTo>
                <a:lnTo>
                  <a:pt x="739" y="965"/>
                </a:lnTo>
                <a:lnTo>
                  <a:pt x="738" y="966"/>
                </a:lnTo>
                <a:lnTo>
                  <a:pt x="737" y="966"/>
                </a:lnTo>
                <a:lnTo>
                  <a:pt x="736" y="966"/>
                </a:lnTo>
                <a:lnTo>
                  <a:pt x="734" y="968"/>
                </a:lnTo>
                <a:lnTo>
                  <a:pt x="735" y="969"/>
                </a:lnTo>
                <a:lnTo>
                  <a:pt x="734" y="969"/>
                </a:lnTo>
                <a:lnTo>
                  <a:pt x="734" y="970"/>
                </a:lnTo>
                <a:lnTo>
                  <a:pt x="733" y="970"/>
                </a:lnTo>
                <a:lnTo>
                  <a:pt x="733" y="971"/>
                </a:lnTo>
                <a:lnTo>
                  <a:pt x="733" y="972"/>
                </a:lnTo>
                <a:lnTo>
                  <a:pt x="732" y="973"/>
                </a:lnTo>
                <a:lnTo>
                  <a:pt x="732" y="974"/>
                </a:lnTo>
                <a:lnTo>
                  <a:pt x="732" y="975"/>
                </a:lnTo>
                <a:lnTo>
                  <a:pt x="731" y="975"/>
                </a:lnTo>
                <a:lnTo>
                  <a:pt x="730" y="976"/>
                </a:lnTo>
                <a:lnTo>
                  <a:pt x="730" y="978"/>
                </a:lnTo>
                <a:lnTo>
                  <a:pt x="729" y="978"/>
                </a:lnTo>
                <a:lnTo>
                  <a:pt x="729" y="979"/>
                </a:lnTo>
                <a:lnTo>
                  <a:pt x="729" y="980"/>
                </a:lnTo>
                <a:lnTo>
                  <a:pt x="727" y="981"/>
                </a:lnTo>
                <a:lnTo>
                  <a:pt x="726" y="981"/>
                </a:lnTo>
                <a:lnTo>
                  <a:pt x="726" y="980"/>
                </a:lnTo>
                <a:lnTo>
                  <a:pt x="725" y="979"/>
                </a:lnTo>
                <a:lnTo>
                  <a:pt x="724" y="979"/>
                </a:lnTo>
                <a:lnTo>
                  <a:pt x="723" y="979"/>
                </a:lnTo>
                <a:lnTo>
                  <a:pt x="722" y="979"/>
                </a:lnTo>
                <a:lnTo>
                  <a:pt x="721" y="980"/>
                </a:lnTo>
                <a:lnTo>
                  <a:pt x="721" y="981"/>
                </a:lnTo>
                <a:lnTo>
                  <a:pt x="720" y="981"/>
                </a:lnTo>
                <a:lnTo>
                  <a:pt x="719" y="981"/>
                </a:lnTo>
                <a:lnTo>
                  <a:pt x="718" y="982"/>
                </a:lnTo>
                <a:lnTo>
                  <a:pt x="717" y="982"/>
                </a:lnTo>
                <a:lnTo>
                  <a:pt x="715" y="983"/>
                </a:lnTo>
                <a:lnTo>
                  <a:pt x="715" y="984"/>
                </a:lnTo>
                <a:lnTo>
                  <a:pt x="715" y="985"/>
                </a:lnTo>
                <a:lnTo>
                  <a:pt x="714" y="986"/>
                </a:lnTo>
                <a:lnTo>
                  <a:pt x="714" y="987"/>
                </a:lnTo>
                <a:lnTo>
                  <a:pt x="713" y="987"/>
                </a:lnTo>
                <a:lnTo>
                  <a:pt x="713" y="988"/>
                </a:lnTo>
                <a:lnTo>
                  <a:pt x="713" y="989"/>
                </a:lnTo>
                <a:lnTo>
                  <a:pt x="712" y="989"/>
                </a:lnTo>
                <a:lnTo>
                  <a:pt x="711" y="991"/>
                </a:lnTo>
                <a:lnTo>
                  <a:pt x="710" y="993"/>
                </a:lnTo>
                <a:lnTo>
                  <a:pt x="710" y="994"/>
                </a:lnTo>
                <a:lnTo>
                  <a:pt x="708" y="995"/>
                </a:lnTo>
                <a:lnTo>
                  <a:pt x="707" y="995"/>
                </a:lnTo>
                <a:lnTo>
                  <a:pt x="707" y="996"/>
                </a:lnTo>
                <a:lnTo>
                  <a:pt x="706" y="996"/>
                </a:lnTo>
                <a:lnTo>
                  <a:pt x="706" y="997"/>
                </a:lnTo>
                <a:lnTo>
                  <a:pt x="704" y="998"/>
                </a:lnTo>
                <a:lnTo>
                  <a:pt x="704" y="999"/>
                </a:lnTo>
                <a:lnTo>
                  <a:pt x="704" y="1001"/>
                </a:lnTo>
                <a:lnTo>
                  <a:pt x="704" y="1002"/>
                </a:lnTo>
                <a:lnTo>
                  <a:pt x="704" y="1003"/>
                </a:lnTo>
                <a:lnTo>
                  <a:pt x="705" y="1004"/>
                </a:lnTo>
                <a:lnTo>
                  <a:pt x="705" y="1005"/>
                </a:lnTo>
                <a:lnTo>
                  <a:pt x="705" y="1006"/>
                </a:lnTo>
                <a:lnTo>
                  <a:pt x="705" y="1007"/>
                </a:lnTo>
                <a:lnTo>
                  <a:pt x="705" y="1008"/>
                </a:lnTo>
                <a:lnTo>
                  <a:pt x="705" y="1009"/>
                </a:lnTo>
                <a:lnTo>
                  <a:pt x="705" y="1010"/>
                </a:lnTo>
                <a:lnTo>
                  <a:pt x="704" y="1010"/>
                </a:lnTo>
                <a:lnTo>
                  <a:pt x="703" y="1010"/>
                </a:lnTo>
                <a:lnTo>
                  <a:pt x="703" y="1011"/>
                </a:lnTo>
                <a:lnTo>
                  <a:pt x="702" y="1012"/>
                </a:lnTo>
                <a:lnTo>
                  <a:pt x="701" y="1012"/>
                </a:lnTo>
                <a:lnTo>
                  <a:pt x="701" y="1011"/>
                </a:lnTo>
                <a:lnTo>
                  <a:pt x="700" y="1011"/>
                </a:lnTo>
                <a:lnTo>
                  <a:pt x="699" y="1011"/>
                </a:lnTo>
                <a:lnTo>
                  <a:pt x="699" y="1012"/>
                </a:lnTo>
                <a:lnTo>
                  <a:pt x="699" y="1013"/>
                </a:lnTo>
                <a:lnTo>
                  <a:pt x="698" y="1013"/>
                </a:lnTo>
                <a:lnTo>
                  <a:pt x="698" y="1012"/>
                </a:lnTo>
                <a:lnTo>
                  <a:pt x="697" y="1012"/>
                </a:lnTo>
                <a:lnTo>
                  <a:pt x="696" y="1012"/>
                </a:lnTo>
                <a:lnTo>
                  <a:pt x="696" y="1011"/>
                </a:lnTo>
                <a:lnTo>
                  <a:pt x="695" y="1012"/>
                </a:lnTo>
                <a:lnTo>
                  <a:pt x="695" y="1013"/>
                </a:lnTo>
                <a:lnTo>
                  <a:pt x="695" y="1014"/>
                </a:lnTo>
                <a:lnTo>
                  <a:pt x="694" y="1014"/>
                </a:lnTo>
                <a:lnTo>
                  <a:pt x="694" y="1015"/>
                </a:lnTo>
                <a:lnTo>
                  <a:pt x="693" y="1014"/>
                </a:lnTo>
                <a:lnTo>
                  <a:pt x="691" y="1013"/>
                </a:lnTo>
                <a:lnTo>
                  <a:pt x="690" y="1013"/>
                </a:lnTo>
                <a:lnTo>
                  <a:pt x="690" y="1014"/>
                </a:lnTo>
                <a:lnTo>
                  <a:pt x="689" y="1014"/>
                </a:lnTo>
                <a:lnTo>
                  <a:pt x="688" y="1014"/>
                </a:lnTo>
                <a:lnTo>
                  <a:pt x="687" y="1014"/>
                </a:lnTo>
                <a:lnTo>
                  <a:pt x="686" y="1014"/>
                </a:lnTo>
                <a:lnTo>
                  <a:pt x="685" y="1015"/>
                </a:lnTo>
                <a:lnTo>
                  <a:pt x="686" y="1015"/>
                </a:lnTo>
                <a:lnTo>
                  <a:pt x="685" y="1016"/>
                </a:lnTo>
                <a:lnTo>
                  <a:pt x="684" y="1016"/>
                </a:lnTo>
                <a:lnTo>
                  <a:pt x="684" y="1017"/>
                </a:lnTo>
                <a:lnTo>
                  <a:pt x="684" y="1018"/>
                </a:lnTo>
                <a:lnTo>
                  <a:pt x="683" y="1019"/>
                </a:lnTo>
                <a:lnTo>
                  <a:pt x="683" y="1020"/>
                </a:lnTo>
                <a:lnTo>
                  <a:pt x="682" y="1021"/>
                </a:lnTo>
                <a:lnTo>
                  <a:pt x="681" y="1021"/>
                </a:lnTo>
                <a:lnTo>
                  <a:pt x="681" y="1022"/>
                </a:lnTo>
                <a:lnTo>
                  <a:pt x="680" y="1022"/>
                </a:lnTo>
                <a:lnTo>
                  <a:pt x="680" y="1021"/>
                </a:lnTo>
                <a:lnTo>
                  <a:pt x="679" y="1021"/>
                </a:lnTo>
                <a:lnTo>
                  <a:pt x="678" y="1021"/>
                </a:lnTo>
                <a:lnTo>
                  <a:pt x="677" y="1019"/>
                </a:lnTo>
                <a:lnTo>
                  <a:pt x="677" y="1018"/>
                </a:lnTo>
                <a:lnTo>
                  <a:pt x="676" y="1018"/>
                </a:lnTo>
                <a:lnTo>
                  <a:pt x="675" y="1018"/>
                </a:lnTo>
                <a:lnTo>
                  <a:pt x="675" y="1019"/>
                </a:lnTo>
                <a:lnTo>
                  <a:pt x="674" y="1019"/>
                </a:lnTo>
                <a:lnTo>
                  <a:pt x="674" y="1018"/>
                </a:lnTo>
                <a:lnTo>
                  <a:pt x="673" y="1018"/>
                </a:lnTo>
                <a:lnTo>
                  <a:pt x="673" y="1019"/>
                </a:lnTo>
                <a:lnTo>
                  <a:pt x="673" y="1022"/>
                </a:lnTo>
                <a:lnTo>
                  <a:pt x="674" y="1024"/>
                </a:lnTo>
                <a:lnTo>
                  <a:pt x="675" y="1025"/>
                </a:lnTo>
                <a:lnTo>
                  <a:pt x="675" y="1026"/>
                </a:lnTo>
                <a:lnTo>
                  <a:pt x="675" y="1027"/>
                </a:lnTo>
                <a:lnTo>
                  <a:pt x="676" y="1028"/>
                </a:lnTo>
                <a:lnTo>
                  <a:pt x="676" y="1029"/>
                </a:lnTo>
                <a:lnTo>
                  <a:pt x="676" y="1030"/>
                </a:lnTo>
                <a:lnTo>
                  <a:pt x="676" y="1031"/>
                </a:lnTo>
                <a:lnTo>
                  <a:pt x="676" y="1033"/>
                </a:lnTo>
                <a:lnTo>
                  <a:pt x="676" y="1034"/>
                </a:lnTo>
                <a:lnTo>
                  <a:pt x="675" y="1034"/>
                </a:lnTo>
                <a:lnTo>
                  <a:pt x="673" y="1035"/>
                </a:lnTo>
                <a:lnTo>
                  <a:pt x="672" y="1035"/>
                </a:lnTo>
                <a:lnTo>
                  <a:pt x="672" y="1034"/>
                </a:lnTo>
                <a:lnTo>
                  <a:pt x="671" y="1033"/>
                </a:lnTo>
                <a:lnTo>
                  <a:pt x="670" y="1033"/>
                </a:lnTo>
                <a:lnTo>
                  <a:pt x="670" y="1034"/>
                </a:lnTo>
                <a:lnTo>
                  <a:pt x="669" y="1034"/>
                </a:lnTo>
                <a:lnTo>
                  <a:pt x="668" y="1033"/>
                </a:lnTo>
                <a:lnTo>
                  <a:pt x="667" y="1034"/>
                </a:lnTo>
                <a:lnTo>
                  <a:pt x="666" y="1034"/>
                </a:lnTo>
                <a:lnTo>
                  <a:pt x="664" y="1033"/>
                </a:lnTo>
                <a:lnTo>
                  <a:pt x="664" y="1034"/>
                </a:lnTo>
                <a:lnTo>
                  <a:pt x="663" y="1035"/>
                </a:lnTo>
                <a:lnTo>
                  <a:pt x="662" y="1035"/>
                </a:lnTo>
                <a:lnTo>
                  <a:pt x="661" y="1035"/>
                </a:lnTo>
                <a:lnTo>
                  <a:pt x="660" y="1035"/>
                </a:lnTo>
                <a:lnTo>
                  <a:pt x="660" y="1036"/>
                </a:lnTo>
                <a:lnTo>
                  <a:pt x="659" y="1037"/>
                </a:lnTo>
                <a:lnTo>
                  <a:pt x="659" y="1038"/>
                </a:lnTo>
                <a:lnTo>
                  <a:pt x="658" y="1041"/>
                </a:lnTo>
                <a:lnTo>
                  <a:pt x="658" y="1042"/>
                </a:lnTo>
                <a:lnTo>
                  <a:pt x="657" y="1043"/>
                </a:lnTo>
                <a:lnTo>
                  <a:pt x="656" y="1043"/>
                </a:lnTo>
                <a:lnTo>
                  <a:pt x="656" y="1042"/>
                </a:lnTo>
                <a:lnTo>
                  <a:pt x="655" y="1042"/>
                </a:lnTo>
                <a:lnTo>
                  <a:pt x="655" y="1041"/>
                </a:lnTo>
                <a:lnTo>
                  <a:pt x="654" y="1041"/>
                </a:lnTo>
                <a:lnTo>
                  <a:pt x="653" y="1041"/>
                </a:lnTo>
                <a:lnTo>
                  <a:pt x="652" y="1041"/>
                </a:lnTo>
                <a:lnTo>
                  <a:pt x="651" y="1041"/>
                </a:lnTo>
                <a:lnTo>
                  <a:pt x="650" y="1041"/>
                </a:lnTo>
                <a:lnTo>
                  <a:pt x="649" y="1040"/>
                </a:lnTo>
                <a:lnTo>
                  <a:pt x="648" y="1040"/>
                </a:lnTo>
                <a:lnTo>
                  <a:pt x="646" y="1040"/>
                </a:lnTo>
                <a:lnTo>
                  <a:pt x="646" y="1038"/>
                </a:lnTo>
                <a:lnTo>
                  <a:pt x="644" y="1036"/>
                </a:lnTo>
                <a:lnTo>
                  <a:pt x="644" y="1035"/>
                </a:lnTo>
                <a:lnTo>
                  <a:pt x="643" y="1034"/>
                </a:lnTo>
                <a:lnTo>
                  <a:pt x="644" y="1034"/>
                </a:lnTo>
                <a:lnTo>
                  <a:pt x="645" y="1034"/>
                </a:lnTo>
                <a:lnTo>
                  <a:pt x="645" y="1033"/>
                </a:lnTo>
                <a:lnTo>
                  <a:pt x="644" y="1032"/>
                </a:lnTo>
                <a:lnTo>
                  <a:pt x="644" y="1031"/>
                </a:lnTo>
                <a:lnTo>
                  <a:pt x="644" y="1030"/>
                </a:lnTo>
                <a:lnTo>
                  <a:pt x="644" y="1029"/>
                </a:lnTo>
                <a:lnTo>
                  <a:pt x="643" y="1029"/>
                </a:lnTo>
                <a:lnTo>
                  <a:pt x="642" y="1029"/>
                </a:lnTo>
                <a:lnTo>
                  <a:pt x="641" y="1028"/>
                </a:lnTo>
                <a:lnTo>
                  <a:pt x="641" y="1027"/>
                </a:lnTo>
                <a:lnTo>
                  <a:pt x="642" y="1027"/>
                </a:lnTo>
                <a:lnTo>
                  <a:pt x="642" y="1026"/>
                </a:lnTo>
                <a:lnTo>
                  <a:pt x="643" y="1025"/>
                </a:lnTo>
                <a:lnTo>
                  <a:pt x="644" y="1024"/>
                </a:lnTo>
                <a:lnTo>
                  <a:pt x="644" y="1023"/>
                </a:lnTo>
                <a:lnTo>
                  <a:pt x="643" y="1022"/>
                </a:lnTo>
                <a:lnTo>
                  <a:pt x="643" y="1021"/>
                </a:lnTo>
                <a:lnTo>
                  <a:pt x="642" y="1019"/>
                </a:lnTo>
                <a:lnTo>
                  <a:pt x="641" y="1019"/>
                </a:lnTo>
                <a:lnTo>
                  <a:pt x="641" y="1020"/>
                </a:lnTo>
                <a:lnTo>
                  <a:pt x="640" y="1019"/>
                </a:lnTo>
                <a:lnTo>
                  <a:pt x="639" y="1019"/>
                </a:lnTo>
                <a:lnTo>
                  <a:pt x="639" y="1018"/>
                </a:lnTo>
                <a:lnTo>
                  <a:pt x="638" y="1018"/>
                </a:lnTo>
                <a:lnTo>
                  <a:pt x="637" y="1018"/>
                </a:lnTo>
                <a:lnTo>
                  <a:pt x="637" y="1017"/>
                </a:lnTo>
                <a:lnTo>
                  <a:pt x="637" y="1016"/>
                </a:lnTo>
                <a:lnTo>
                  <a:pt x="636" y="1015"/>
                </a:lnTo>
                <a:lnTo>
                  <a:pt x="635" y="1015"/>
                </a:lnTo>
                <a:lnTo>
                  <a:pt x="634" y="1016"/>
                </a:lnTo>
                <a:lnTo>
                  <a:pt x="633" y="1016"/>
                </a:lnTo>
                <a:lnTo>
                  <a:pt x="632" y="1015"/>
                </a:lnTo>
                <a:lnTo>
                  <a:pt x="631" y="1015"/>
                </a:lnTo>
                <a:lnTo>
                  <a:pt x="630" y="1016"/>
                </a:lnTo>
                <a:lnTo>
                  <a:pt x="628" y="1016"/>
                </a:lnTo>
                <a:lnTo>
                  <a:pt x="626" y="1014"/>
                </a:lnTo>
                <a:lnTo>
                  <a:pt x="626" y="1013"/>
                </a:lnTo>
                <a:lnTo>
                  <a:pt x="626" y="1012"/>
                </a:lnTo>
                <a:lnTo>
                  <a:pt x="625" y="1012"/>
                </a:lnTo>
                <a:lnTo>
                  <a:pt x="624" y="1011"/>
                </a:lnTo>
                <a:lnTo>
                  <a:pt x="623" y="1010"/>
                </a:lnTo>
                <a:lnTo>
                  <a:pt x="622" y="1009"/>
                </a:lnTo>
                <a:lnTo>
                  <a:pt x="620" y="1009"/>
                </a:lnTo>
                <a:lnTo>
                  <a:pt x="619" y="1009"/>
                </a:lnTo>
                <a:lnTo>
                  <a:pt x="618" y="1010"/>
                </a:lnTo>
                <a:lnTo>
                  <a:pt x="617" y="1009"/>
                </a:lnTo>
                <a:lnTo>
                  <a:pt x="617" y="1010"/>
                </a:lnTo>
                <a:lnTo>
                  <a:pt x="616" y="1010"/>
                </a:lnTo>
                <a:lnTo>
                  <a:pt x="616" y="1011"/>
                </a:lnTo>
                <a:lnTo>
                  <a:pt x="616" y="1012"/>
                </a:lnTo>
                <a:lnTo>
                  <a:pt x="615" y="1013"/>
                </a:lnTo>
                <a:lnTo>
                  <a:pt x="614" y="1013"/>
                </a:lnTo>
                <a:lnTo>
                  <a:pt x="613" y="1012"/>
                </a:lnTo>
                <a:lnTo>
                  <a:pt x="610" y="1012"/>
                </a:lnTo>
                <a:lnTo>
                  <a:pt x="609" y="1012"/>
                </a:lnTo>
                <a:lnTo>
                  <a:pt x="609" y="1013"/>
                </a:lnTo>
                <a:lnTo>
                  <a:pt x="609" y="1014"/>
                </a:lnTo>
                <a:lnTo>
                  <a:pt x="608" y="1015"/>
                </a:lnTo>
                <a:lnTo>
                  <a:pt x="608" y="1016"/>
                </a:lnTo>
                <a:lnTo>
                  <a:pt x="607" y="1016"/>
                </a:lnTo>
                <a:lnTo>
                  <a:pt x="606" y="1015"/>
                </a:lnTo>
                <a:lnTo>
                  <a:pt x="603" y="1015"/>
                </a:lnTo>
                <a:lnTo>
                  <a:pt x="603" y="1016"/>
                </a:lnTo>
                <a:lnTo>
                  <a:pt x="602" y="1017"/>
                </a:lnTo>
                <a:lnTo>
                  <a:pt x="601" y="1017"/>
                </a:lnTo>
                <a:lnTo>
                  <a:pt x="600" y="1017"/>
                </a:lnTo>
                <a:lnTo>
                  <a:pt x="600" y="1018"/>
                </a:lnTo>
                <a:lnTo>
                  <a:pt x="599" y="1018"/>
                </a:lnTo>
                <a:lnTo>
                  <a:pt x="598" y="1018"/>
                </a:lnTo>
                <a:lnTo>
                  <a:pt x="598" y="1019"/>
                </a:lnTo>
                <a:lnTo>
                  <a:pt x="597" y="1019"/>
                </a:lnTo>
                <a:lnTo>
                  <a:pt x="596" y="1018"/>
                </a:lnTo>
                <a:lnTo>
                  <a:pt x="596" y="1017"/>
                </a:lnTo>
                <a:lnTo>
                  <a:pt x="596" y="1016"/>
                </a:lnTo>
                <a:lnTo>
                  <a:pt x="596" y="1017"/>
                </a:lnTo>
                <a:lnTo>
                  <a:pt x="595" y="1017"/>
                </a:lnTo>
                <a:lnTo>
                  <a:pt x="594" y="1017"/>
                </a:lnTo>
                <a:lnTo>
                  <a:pt x="594" y="1016"/>
                </a:lnTo>
                <a:lnTo>
                  <a:pt x="594" y="1015"/>
                </a:lnTo>
                <a:lnTo>
                  <a:pt x="593" y="1015"/>
                </a:lnTo>
                <a:lnTo>
                  <a:pt x="592" y="1015"/>
                </a:lnTo>
                <a:lnTo>
                  <a:pt x="591" y="1016"/>
                </a:lnTo>
                <a:lnTo>
                  <a:pt x="590" y="1016"/>
                </a:lnTo>
                <a:lnTo>
                  <a:pt x="589" y="1016"/>
                </a:lnTo>
                <a:lnTo>
                  <a:pt x="588" y="1016"/>
                </a:lnTo>
                <a:lnTo>
                  <a:pt x="587" y="1015"/>
                </a:lnTo>
                <a:lnTo>
                  <a:pt x="586" y="1015"/>
                </a:lnTo>
                <a:lnTo>
                  <a:pt x="586" y="1014"/>
                </a:lnTo>
                <a:lnTo>
                  <a:pt x="585" y="1014"/>
                </a:lnTo>
                <a:lnTo>
                  <a:pt x="584" y="1014"/>
                </a:lnTo>
                <a:lnTo>
                  <a:pt x="583" y="1015"/>
                </a:lnTo>
                <a:lnTo>
                  <a:pt x="582" y="1015"/>
                </a:lnTo>
                <a:lnTo>
                  <a:pt x="581" y="1016"/>
                </a:lnTo>
                <a:lnTo>
                  <a:pt x="580" y="1017"/>
                </a:lnTo>
                <a:lnTo>
                  <a:pt x="580" y="1018"/>
                </a:lnTo>
                <a:lnTo>
                  <a:pt x="578" y="1018"/>
                </a:lnTo>
                <a:lnTo>
                  <a:pt x="579" y="1016"/>
                </a:lnTo>
                <a:lnTo>
                  <a:pt x="578" y="1016"/>
                </a:lnTo>
                <a:lnTo>
                  <a:pt x="578" y="1015"/>
                </a:lnTo>
                <a:lnTo>
                  <a:pt x="577" y="1015"/>
                </a:lnTo>
                <a:lnTo>
                  <a:pt x="577" y="1016"/>
                </a:lnTo>
                <a:lnTo>
                  <a:pt x="577" y="1017"/>
                </a:lnTo>
                <a:lnTo>
                  <a:pt x="577" y="1018"/>
                </a:lnTo>
                <a:lnTo>
                  <a:pt x="577" y="1019"/>
                </a:lnTo>
                <a:lnTo>
                  <a:pt x="575" y="1019"/>
                </a:lnTo>
                <a:lnTo>
                  <a:pt x="575" y="1018"/>
                </a:lnTo>
                <a:lnTo>
                  <a:pt x="574" y="1018"/>
                </a:lnTo>
                <a:lnTo>
                  <a:pt x="574" y="1019"/>
                </a:lnTo>
                <a:lnTo>
                  <a:pt x="573" y="1019"/>
                </a:lnTo>
                <a:lnTo>
                  <a:pt x="572" y="1020"/>
                </a:lnTo>
                <a:lnTo>
                  <a:pt x="572" y="1021"/>
                </a:lnTo>
                <a:lnTo>
                  <a:pt x="571" y="1021"/>
                </a:lnTo>
                <a:lnTo>
                  <a:pt x="570" y="1021"/>
                </a:lnTo>
                <a:lnTo>
                  <a:pt x="570" y="1020"/>
                </a:lnTo>
                <a:lnTo>
                  <a:pt x="568" y="1019"/>
                </a:lnTo>
                <a:lnTo>
                  <a:pt x="567" y="1019"/>
                </a:lnTo>
                <a:lnTo>
                  <a:pt x="567" y="1020"/>
                </a:lnTo>
                <a:lnTo>
                  <a:pt x="567" y="1021"/>
                </a:lnTo>
                <a:lnTo>
                  <a:pt x="565" y="1020"/>
                </a:lnTo>
                <a:lnTo>
                  <a:pt x="565" y="1021"/>
                </a:lnTo>
                <a:lnTo>
                  <a:pt x="564" y="1021"/>
                </a:lnTo>
                <a:lnTo>
                  <a:pt x="563" y="1021"/>
                </a:lnTo>
                <a:lnTo>
                  <a:pt x="563" y="1020"/>
                </a:lnTo>
                <a:lnTo>
                  <a:pt x="562" y="1019"/>
                </a:lnTo>
                <a:lnTo>
                  <a:pt x="561" y="1018"/>
                </a:lnTo>
                <a:lnTo>
                  <a:pt x="562" y="1017"/>
                </a:lnTo>
                <a:lnTo>
                  <a:pt x="562" y="1015"/>
                </a:lnTo>
                <a:lnTo>
                  <a:pt x="561" y="1013"/>
                </a:lnTo>
                <a:lnTo>
                  <a:pt x="560" y="1013"/>
                </a:lnTo>
                <a:lnTo>
                  <a:pt x="559" y="1013"/>
                </a:lnTo>
                <a:lnTo>
                  <a:pt x="558" y="1013"/>
                </a:lnTo>
                <a:lnTo>
                  <a:pt x="558" y="1012"/>
                </a:lnTo>
                <a:lnTo>
                  <a:pt x="557" y="1010"/>
                </a:lnTo>
                <a:lnTo>
                  <a:pt x="556" y="1010"/>
                </a:lnTo>
                <a:lnTo>
                  <a:pt x="555" y="1010"/>
                </a:lnTo>
                <a:lnTo>
                  <a:pt x="554" y="1009"/>
                </a:lnTo>
                <a:lnTo>
                  <a:pt x="553" y="1010"/>
                </a:lnTo>
                <a:lnTo>
                  <a:pt x="552" y="1011"/>
                </a:lnTo>
                <a:lnTo>
                  <a:pt x="551" y="1012"/>
                </a:lnTo>
                <a:lnTo>
                  <a:pt x="551" y="1013"/>
                </a:lnTo>
                <a:lnTo>
                  <a:pt x="549" y="1015"/>
                </a:lnTo>
                <a:lnTo>
                  <a:pt x="548" y="1015"/>
                </a:lnTo>
                <a:lnTo>
                  <a:pt x="548" y="1016"/>
                </a:lnTo>
                <a:lnTo>
                  <a:pt x="547" y="1016"/>
                </a:lnTo>
                <a:lnTo>
                  <a:pt x="547" y="1017"/>
                </a:lnTo>
                <a:lnTo>
                  <a:pt x="546" y="1017"/>
                </a:lnTo>
                <a:lnTo>
                  <a:pt x="545" y="1017"/>
                </a:lnTo>
                <a:lnTo>
                  <a:pt x="545" y="1016"/>
                </a:lnTo>
                <a:lnTo>
                  <a:pt x="544" y="1015"/>
                </a:lnTo>
                <a:lnTo>
                  <a:pt x="542" y="1016"/>
                </a:lnTo>
                <a:lnTo>
                  <a:pt x="541" y="1016"/>
                </a:lnTo>
                <a:lnTo>
                  <a:pt x="539" y="1016"/>
                </a:lnTo>
                <a:lnTo>
                  <a:pt x="537" y="1016"/>
                </a:lnTo>
                <a:lnTo>
                  <a:pt x="537" y="1017"/>
                </a:lnTo>
                <a:lnTo>
                  <a:pt x="536" y="1016"/>
                </a:lnTo>
                <a:lnTo>
                  <a:pt x="536" y="1015"/>
                </a:lnTo>
                <a:lnTo>
                  <a:pt x="534" y="1014"/>
                </a:lnTo>
                <a:lnTo>
                  <a:pt x="534" y="1013"/>
                </a:lnTo>
                <a:lnTo>
                  <a:pt x="533" y="1012"/>
                </a:lnTo>
                <a:lnTo>
                  <a:pt x="533" y="1011"/>
                </a:lnTo>
                <a:lnTo>
                  <a:pt x="533" y="1010"/>
                </a:lnTo>
                <a:lnTo>
                  <a:pt x="532" y="1009"/>
                </a:lnTo>
                <a:lnTo>
                  <a:pt x="532" y="1006"/>
                </a:lnTo>
                <a:lnTo>
                  <a:pt x="533" y="1006"/>
                </a:lnTo>
                <a:lnTo>
                  <a:pt x="533" y="1005"/>
                </a:lnTo>
                <a:lnTo>
                  <a:pt x="533" y="1004"/>
                </a:lnTo>
                <a:lnTo>
                  <a:pt x="532" y="1003"/>
                </a:lnTo>
                <a:lnTo>
                  <a:pt x="531" y="1003"/>
                </a:lnTo>
                <a:lnTo>
                  <a:pt x="530" y="1002"/>
                </a:lnTo>
                <a:lnTo>
                  <a:pt x="529" y="1001"/>
                </a:lnTo>
                <a:lnTo>
                  <a:pt x="528" y="1002"/>
                </a:lnTo>
                <a:lnTo>
                  <a:pt x="527" y="1002"/>
                </a:lnTo>
                <a:lnTo>
                  <a:pt x="527" y="1003"/>
                </a:lnTo>
                <a:lnTo>
                  <a:pt x="526" y="1003"/>
                </a:lnTo>
                <a:lnTo>
                  <a:pt x="526" y="1004"/>
                </a:lnTo>
                <a:lnTo>
                  <a:pt x="525" y="1003"/>
                </a:lnTo>
                <a:lnTo>
                  <a:pt x="525" y="1002"/>
                </a:lnTo>
                <a:lnTo>
                  <a:pt x="524" y="1003"/>
                </a:lnTo>
                <a:lnTo>
                  <a:pt x="523" y="1003"/>
                </a:lnTo>
                <a:lnTo>
                  <a:pt x="522" y="1002"/>
                </a:lnTo>
                <a:lnTo>
                  <a:pt x="523" y="1001"/>
                </a:lnTo>
                <a:lnTo>
                  <a:pt x="523" y="1000"/>
                </a:lnTo>
                <a:lnTo>
                  <a:pt x="522" y="1000"/>
                </a:lnTo>
                <a:lnTo>
                  <a:pt x="522" y="999"/>
                </a:lnTo>
                <a:lnTo>
                  <a:pt x="521" y="999"/>
                </a:lnTo>
                <a:lnTo>
                  <a:pt x="521" y="1000"/>
                </a:lnTo>
                <a:lnTo>
                  <a:pt x="520" y="1001"/>
                </a:lnTo>
                <a:lnTo>
                  <a:pt x="519" y="1000"/>
                </a:lnTo>
                <a:lnTo>
                  <a:pt x="520" y="999"/>
                </a:lnTo>
                <a:lnTo>
                  <a:pt x="519" y="999"/>
                </a:lnTo>
                <a:lnTo>
                  <a:pt x="518" y="998"/>
                </a:lnTo>
                <a:lnTo>
                  <a:pt x="518" y="997"/>
                </a:lnTo>
                <a:lnTo>
                  <a:pt x="518" y="996"/>
                </a:lnTo>
                <a:lnTo>
                  <a:pt x="518" y="995"/>
                </a:lnTo>
                <a:lnTo>
                  <a:pt x="519" y="994"/>
                </a:lnTo>
                <a:lnTo>
                  <a:pt x="519" y="993"/>
                </a:lnTo>
                <a:lnTo>
                  <a:pt x="518" y="992"/>
                </a:lnTo>
                <a:lnTo>
                  <a:pt x="517" y="991"/>
                </a:lnTo>
                <a:lnTo>
                  <a:pt x="518" y="990"/>
                </a:lnTo>
                <a:lnTo>
                  <a:pt x="519" y="989"/>
                </a:lnTo>
                <a:lnTo>
                  <a:pt x="518" y="989"/>
                </a:lnTo>
                <a:lnTo>
                  <a:pt x="516" y="987"/>
                </a:lnTo>
                <a:lnTo>
                  <a:pt x="515" y="986"/>
                </a:lnTo>
                <a:lnTo>
                  <a:pt x="516" y="986"/>
                </a:lnTo>
                <a:lnTo>
                  <a:pt x="516" y="985"/>
                </a:lnTo>
                <a:lnTo>
                  <a:pt x="516" y="984"/>
                </a:lnTo>
                <a:lnTo>
                  <a:pt x="515" y="984"/>
                </a:lnTo>
                <a:lnTo>
                  <a:pt x="514" y="984"/>
                </a:lnTo>
                <a:lnTo>
                  <a:pt x="514" y="985"/>
                </a:lnTo>
                <a:lnTo>
                  <a:pt x="513" y="984"/>
                </a:lnTo>
                <a:lnTo>
                  <a:pt x="512" y="983"/>
                </a:lnTo>
                <a:lnTo>
                  <a:pt x="512" y="982"/>
                </a:lnTo>
                <a:lnTo>
                  <a:pt x="511" y="982"/>
                </a:lnTo>
                <a:lnTo>
                  <a:pt x="511" y="981"/>
                </a:lnTo>
                <a:lnTo>
                  <a:pt x="510" y="980"/>
                </a:lnTo>
                <a:lnTo>
                  <a:pt x="509" y="979"/>
                </a:lnTo>
                <a:lnTo>
                  <a:pt x="509" y="978"/>
                </a:lnTo>
                <a:lnTo>
                  <a:pt x="509" y="977"/>
                </a:lnTo>
                <a:lnTo>
                  <a:pt x="508" y="977"/>
                </a:lnTo>
                <a:lnTo>
                  <a:pt x="508" y="976"/>
                </a:lnTo>
                <a:lnTo>
                  <a:pt x="509" y="975"/>
                </a:lnTo>
                <a:lnTo>
                  <a:pt x="509" y="974"/>
                </a:lnTo>
                <a:lnTo>
                  <a:pt x="509" y="973"/>
                </a:lnTo>
                <a:lnTo>
                  <a:pt x="509" y="972"/>
                </a:lnTo>
                <a:lnTo>
                  <a:pt x="510" y="971"/>
                </a:lnTo>
                <a:lnTo>
                  <a:pt x="510" y="970"/>
                </a:lnTo>
                <a:lnTo>
                  <a:pt x="510" y="969"/>
                </a:lnTo>
                <a:lnTo>
                  <a:pt x="510" y="968"/>
                </a:lnTo>
                <a:lnTo>
                  <a:pt x="510" y="967"/>
                </a:lnTo>
                <a:lnTo>
                  <a:pt x="509" y="966"/>
                </a:lnTo>
                <a:lnTo>
                  <a:pt x="508" y="966"/>
                </a:lnTo>
                <a:lnTo>
                  <a:pt x="506" y="967"/>
                </a:lnTo>
                <a:lnTo>
                  <a:pt x="504" y="967"/>
                </a:lnTo>
                <a:lnTo>
                  <a:pt x="503" y="969"/>
                </a:lnTo>
                <a:lnTo>
                  <a:pt x="503" y="971"/>
                </a:lnTo>
                <a:lnTo>
                  <a:pt x="503" y="972"/>
                </a:lnTo>
                <a:lnTo>
                  <a:pt x="503" y="973"/>
                </a:lnTo>
                <a:lnTo>
                  <a:pt x="502" y="973"/>
                </a:lnTo>
                <a:lnTo>
                  <a:pt x="502" y="974"/>
                </a:lnTo>
                <a:lnTo>
                  <a:pt x="501" y="975"/>
                </a:lnTo>
                <a:lnTo>
                  <a:pt x="500" y="975"/>
                </a:lnTo>
                <a:lnTo>
                  <a:pt x="499" y="975"/>
                </a:lnTo>
                <a:lnTo>
                  <a:pt x="498" y="974"/>
                </a:lnTo>
                <a:lnTo>
                  <a:pt x="497" y="973"/>
                </a:lnTo>
                <a:lnTo>
                  <a:pt x="497" y="972"/>
                </a:lnTo>
                <a:lnTo>
                  <a:pt x="496" y="971"/>
                </a:lnTo>
                <a:lnTo>
                  <a:pt x="495" y="971"/>
                </a:lnTo>
                <a:lnTo>
                  <a:pt x="496" y="970"/>
                </a:lnTo>
                <a:lnTo>
                  <a:pt x="496" y="969"/>
                </a:lnTo>
                <a:lnTo>
                  <a:pt x="495" y="968"/>
                </a:lnTo>
                <a:lnTo>
                  <a:pt x="494" y="967"/>
                </a:lnTo>
                <a:lnTo>
                  <a:pt x="491" y="970"/>
                </a:lnTo>
                <a:lnTo>
                  <a:pt x="492" y="971"/>
                </a:lnTo>
                <a:lnTo>
                  <a:pt x="491" y="971"/>
                </a:lnTo>
                <a:lnTo>
                  <a:pt x="490" y="971"/>
                </a:lnTo>
                <a:lnTo>
                  <a:pt x="489" y="971"/>
                </a:lnTo>
                <a:lnTo>
                  <a:pt x="487" y="972"/>
                </a:lnTo>
                <a:lnTo>
                  <a:pt x="486" y="972"/>
                </a:lnTo>
                <a:lnTo>
                  <a:pt x="487" y="973"/>
                </a:lnTo>
                <a:lnTo>
                  <a:pt x="487" y="974"/>
                </a:lnTo>
                <a:lnTo>
                  <a:pt x="487" y="975"/>
                </a:lnTo>
                <a:lnTo>
                  <a:pt x="486" y="975"/>
                </a:lnTo>
                <a:lnTo>
                  <a:pt x="485" y="975"/>
                </a:lnTo>
                <a:lnTo>
                  <a:pt x="484" y="975"/>
                </a:lnTo>
                <a:lnTo>
                  <a:pt x="484" y="974"/>
                </a:lnTo>
                <a:lnTo>
                  <a:pt x="483" y="973"/>
                </a:lnTo>
                <a:lnTo>
                  <a:pt x="482" y="973"/>
                </a:lnTo>
                <a:lnTo>
                  <a:pt x="481" y="973"/>
                </a:lnTo>
                <a:lnTo>
                  <a:pt x="480" y="973"/>
                </a:lnTo>
                <a:lnTo>
                  <a:pt x="479" y="972"/>
                </a:lnTo>
                <a:lnTo>
                  <a:pt x="479" y="971"/>
                </a:lnTo>
                <a:lnTo>
                  <a:pt x="478" y="971"/>
                </a:lnTo>
                <a:lnTo>
                  <a:pt x="478" y="970"/>
                </a:lnTo>
                <a:lnTo>
                  <a:pt x="479" y="969"/>
                </a:lnTo>
                <a:lnTo>
                  <a:pt x="479" y="968"/>
                </a:lnTo>
                <a:lnTo>
                  <a:pt x="480" y="968"/>
                </a:lnTo>
                <a:lnTo>
                  <a:pt x="480" y="966"/>
                </a:lnTo>
                <a:lnTo>
                  <a:pt x="480" y="965"/>
                </a:lnTo>
                <a:lnTo>
                  <a:pt x="481" y="964"/>
                </a:lnTo>
                <a:lnTo>
                  <a:pt x="481" y="963"/>
                </a:lnTo>
                <a:lnTo>
                  <a:pt x="481" y="962"/>
                </a:lnTo>
                <a:lnTo>
                  <a:pt x="480" y="961"/>
                </a:lnTo>
                <a:lnTo>
                  <a:pt x="480" y="960"/>
                </a:lnTo>
                <a:lnTo>
                  <a:pt x="479" y="959"/>
                </a:lnTo>
                <a:lnTo>
                  <a:pt x="479" y="958"/>
                </a:lnTo>
                <a:lnTo>
                  <a:pt x="478" y="958"/>
                </a:lnTo>
                <a:lnTo>
                  <a:pt x="478" y="957"/>
                </a:lnTo>
                <a:lnTo>
                  <a:pt x="477" y="957"/>
                </a:lnTo>
                <a:lnTo>
                  <a:pt x="475" y="957"/>
                </a:lnTo>
                <a:lnTo>
                  <a:pt x="474" y="957"/>
                </a:lnTo>
                <a:lnTo>
                  <a:pt x="473" y="957"/>
                </a:lnTo>
                <a:lnTo>
                  <a:pt x="473" y="956"/>
                </a:lnTo>
                <a:lnTo>
                  <a:pt x="472" y="956"/>
                </a:lnTo>
                <a:lnTo>
                  <a:pt x="471" y="955"/>
                </a:lnTo>
                <a:lnTo>
                  <a:pt x="469" y="954"/>
                </a:lnTo>
                <a:lnTo>
                  <a:pt x="469" y="955"/>
                </a:lnTo>
                <a:lnTo>
                  <a:pt x="469" y="956"/>
                </a:lnTo>
                <a:lnTo>
                  <a:pt x="468" y="956"/>
                </a:lnTo>
                <a:lnTo>
                  <a:pt x="467" y="956"/>
                </a:lnTo>
                <a:lnTo>
                  <a:pt x="466" y="956"/>
                </a:lnTo>
                <a:lnTo>
                  <a:pt x="466" y="957"/>
                </a:lnTo>
                <a:lnTo>
                  <a:pt x="465" y="957"/>
                </a:lnTo>
                <a:lnTo>
                  <a:pt x="464" y="958"/>
                </a:lnTo>
                <a:lnTo>
                  <a:pt x="463" y="958"/>
                </a:lnTo>
                <a:lnTo>
                  <a:pt x="462" y="957"/>
                </a:lnTo>
                <a:lnTo>
                  <a:pt x="461" y="958"/>
                </a:lnTo>
                <a:lnTo>
                  <a:pt x="460" y="958"/>
                </a:lnTo>
                <a:lnTo>
                  <a:pt x="460" y="959"/>
                </a:lnTo>
                <a:lnTo>
                  <a:pt x="459" y="959"/>
                </a:lnTo>
                <a:lnTo>
                  <a:pt x="459" y="960"/>
                </a:lnTo>
                <a:lnTo>
                  <a:pt x="458" y="961"/>
                </a:lnTo>
                <a:lnTo>
                  <a:pt x="457" y="962"/>
                </a:lnTo>
                <a:lnTo>
                  <a:pt x="456" y="963"/>
                </a:lnTo>
                <a:lnTo>
                  <a:pt x="456" y="964"/>
                </a:lnTo>
                <a:lnTo>
                  <a:pt x="457" y="965"/>
                </a:lnTo>
                <a:lnTo>
                  <a:pt x="458" y="966"/>
                </a:lnTo>
                <a:lnTo>
                  <a:pt x="458" y="967"/>
                </a:lnTo>
                <a:lnTo>
                  <a:pt x="458" y="968"/>
                </a:lnTo>
                <a:lnTo>
                  <a:pt x="458" y="969"/>
                </a:lnTo>
                <a:lnTo>
                  <a:pt x="458" y="970"/>
                </a:lnTo>
                <a:lnTo>
                  <a:pt x="456" y="971"/>
                </a:lnTo>
                <a:lnTo>
                  <a:pt x="455" y="971"/>
                </a:lnTo>
                <a:lnTo>
                  <a:pt x="455" y="972"/>
                </a:lnTo>
                <a:lnTo>
                  <a:pt x="454" y="972"/>
                </a:lnTo>
                <a:lnTo>
                  <a:pt x="453" y="973"/>
                </a:lnTo>
                <a:lnTo>
                  <a:pt x="453" y="974"/>
                </a:lnTo>
                <a:lnTo>
                  <a:pt x="452" y="976"/>
                </a:lnTo>
                <a:lnTo>
                  <a:pt x="450" y="977"/>
                </a:lnTo>
                <a:lnTo>
                  <a:pt x="450" y="976"/>
                </a:lnTo>
                <a:lnTo>
                  <a:pt x="449" y="977"/>
                </a:lnTo>
                <a:lnTo>
                  <a:pt x="448" y="978"/>
                </a:lnTo>
                <a:lnTo>
                  <a:pt x="448" y="979"/>
                </a:lnTo>
                <a:lnTo>
                  <a:pt x="449" y="979"/>
                </a:lnTo>
                <a:lnTo>
                  <a:pt x="449" y="980"/>
                </a:lnTo>
                <a:lnTo>
                  <a:pt x="450" y="980"/>
                </a:lnTo>
                <a:lnTo>
                  <a:pt x="451" y="980"/>
                </a:lnTo>
                <a:lnTo>
                  <a:pt x="452" y="980"/>
                </a:lnTo>
                <a:lnTo>
                  <a:pt x="452" y="981"/>
                </a:lnTo>
                <a:lnTo>
                  <a:pt x="453" y="981"/>
                </a:lnTo>
                <a:lnTo>
                  <a:pt x="453" y="980"/>
                </a:lnTo>
                <a:lnTo>
                  <a:pt x="454" y="981"/>
                </a:lnTo>
                <a:lnTo>
                  <a:pt x="454" y="982"/>
                </a:lnTo>
                <a:lnTo>
                  <a:pt x="455" y="982"/>
                </a:lnTo>
                <a:lnTo>
                  <a:pt x="456" y="984"/>
                </a:lnTo>
                <a:lnTo>
                  <a:pt x="458" y="983"/>
                </a:lnTo>
                <a:lnTo>
                  <a:pt x="459" y="984"/>
                </a:lnTo>
                <a:lnTo>
                  <a:pt x="459" y="985"/>
                </a:lnTo>
                <a:lnTo>
                  <a:pt x="460" y="985"/>
                </a:lnTo>
                <a:lnTo>
                  <a:pt x="461" y="985"/>
                </a:lnTo>
                <a:lnTo>
                  <a:pt x="461" y="986"/>
                </a:lnTo>
                <a:lnTo>
                  <a:pt x="461" y="987"/>
                </a:lnTo>
                <a:lnTo>
                  <a:pt x="461" y="988"/>
                </a:lnTo>
                <a:lnTo>
                  <a:pt x="461" y="989"/>
                </a:lnTo>
                <a:lnTo>
                  <a:pt x="460" y="989"/>
                </a:lnTo>
                <a:lnTo>
                  <a:pt x="459" y="989"/>
                </a:lnTo>
                <a:lnTo>
                  <a:pt x="459" y="990"/>
                </a:lnTo>
                <a:lnTo>
                  <a:pt x="458" y="991"/>
                </a:lnTo>
                <a:lnTo>
                  <a:pt x="458" y="992"/>
                </a:lnTo>
                <a:lnTo>
                  <a:pt x="457" y="993"/>
                </a:lnTo>
                <a:lnTo>
                  <a:pt x="456" y="993"/>
                </a:lnTo>
                <a:lnTo>
                  <a:pt x="456" y="994"/>
                </a:lnTo>
                <a:lnTo>
                  <a:pt x="457" y="995"/>
                </a:lnTo>
                <a:lnTo>
                  <a:pt x="457" y="996"/>
                </a:lnTo>
                <a:lnTo>
                  <a:pt x="458" y="996"/>
                </a:lnTo>
                <a:lnTo>
                  <a:pt x="459" y="998"/>
                </a:lnTo>
                <a:lnTo>
                  <a:pt x="459" y="1000"/>
                </a:lnTo>
                <a:lnTo>
                  <a:pt x="459" y="1001"/>
                </a:lnTo>
                <a:lnTo>
                  <a:pt x="459" y="1002"/>
                </a:lnTo>
                <a:lnTo>
                  <a:pt x="458" y="1003"/>
                </a:lnTo>
                <a:lnTo>
                  <a:pt x="457" y="1003"/>
                </a:lnTo>
                <a:lnTo>
                  <a:pt x="456" y="1003"/>
                </a:lnTo>
                <a:lnTo>
                  <a:pt x="455" y="1003"/>
                </a:lnTo>
                <a:lnTo>
                  <a:pt x="455" y="1004"/>
                </a:lnTo>
                <a:lnTo>
                  <a:pt x="455" y="1005"/>
                </a:lnTo>
                <a:lnTo>
                  <a:pt x="454" y="1004"/>
                </a:lnTo>
                <a:lnTo>
                  <a:pt x="453" y="1005"/>
                </a:lnTo>
                <a:lnTo>
                  <a:pt x="452" y="1005"/>
                </a:lnTo>
                <a:lnTo>
                  <a:pt x="451" y="1006"/>
                </a:lnTo>
                <a:lnTo>
                  <a:pt x="451" y="1007"/>
                </a:lnTo>
                <a:lnTo>
                  <a:pt x="450" y="1007"/>
                </a:lnTo>
                <a:lnTo>
                  <a:pt x="449" y="1007"/>
                </a:lnTo>
                <a:lnTo>
                  <a:pt x="448" y="1007"/>
                </a:lnTo>
                <a:lnTo>
                  <a:pt x="447" y="1008"/>
                </a:lnTo>
                <a:lnTo>
                  <a:pt x="447" y="1009"/>
                </a:lnTo>
                <a:lnTo>
                  <a:pt x="446" y="1009"/>
                </a:lnTo>
                <a:lnTo>
                  <a:pt x="445" y="1009"/>
                </a:lnTo>
                <a:lnTo>
                  <a:pt x="444" y="1008"/>
                </a:lnTo>
                <a:lnTo>
                  <a:pt x="443" y="1008"/>
                </a:lnTo>
                <a:lnTo>
                  <a:pt x="442" y="1008"/>
                </a:lnTo>
                <a:lnTo>
                  <a:pt x="442" y="1009"/>
                </a:lnTo>
                <a:lnTo>
                  <a:pt x="441" y="1009"/>
                </a:lnTo>
                <a:lnTo>
                  <a:pt x="440" y="1009"/>
                </a:lnTo>
                <a:lnTo>
                  <a:pt x="439" y="1009"/>
                </a:lnTo>
                <a:lnTo>
                  <a:pt x="438" y="1010"/>
                </a:lnTo>
                <a:lnTo>
                  <a:pt x="438" y="1011"/>
                </a:lnTo>
                <a:lnTo>
                  <a:pt x="438" y="1012"/>
                </a:lnTo>
                <a:lnTo>
                  <a:pt x="437" y="1013"/>
                </a:lnTo>
                <a:lnTo>
                  <a:pt x="437" y="1014"/>
                </a:lnTo>
                <a:lnTo>
                  <a:pt x="436" y="1014"/>
                </a:lnTo>
                <a:lnTo>
                  <a:pt x="436" y="1015"/>
                </a:lnTo>
                <a:lnTo>
                  <a:pt x="436" y="1016"/>
                </a:lnTo>
                <a:lnTo>
                  <a:pt x="436" y="1017"/>
                </a:lnTo>
                <a:lnTo>
                  <a:pt x="435" y="1017"/>
                </a:lnTo>
                <a:lnTo>
                  <a:pt x="435" y="1016"/>
                </a:lnTo>
                <a:lnTo>
                  <a:pt x="434" y="1016"/>
                </a:lnTo>
                <a:lnTo>
                  <a:pt x="434" y="1017"/>
                </a:lnTo>
                <a:lnTo>
                  <a:pt x="433" y="1017"/>
                </a:lnTo>
                <a:lnTo>
                  <a:pt x="432" y="1017"/>
                </a:lnTo>
                <a:lnTo>
                  <a:pt x="431" y="1017"/>
                </a:lnTo>
                <a:lnTo>
                  <a:pt x="431" y="1018"/>
                </a:lnTo>
                <a:lnTo>
                  <a:pt x="430" y="1019"/>
                </a:lnTo>
                <a:lnTo>
                  <a:pt x="429" y="1019"/>
                </a:lnTo>
                <a:lnTo>
                  <a:pt x="429" y="1018"/>
                </a:lnTo>
                <a:lnTo>
                  <a:pt x="428" y="1018"/>
                </a:lnTo>
                <a:lnTo>
                  <a:pt x="428" y="1019"/>
                </a:lnTo>
                <a:lnTo>
                  <a:pt x="427" y="1020"/>
                </a:lnTo>
                <a:lnTo>
                  <a:pt x="426" y="1021"/>
                </a:lnTo>
                <a:lnTo>
                  <a:pt x="425" y="1022"/>
                </a:lnTo>
                <a:lnTo>
                  <a:pt x="425" y="1023"/>
                </a:lnTo>
                <a:lnTo>
                  <a:pt x="424" y="1024"/>
                </a:lnTo>
                <a:lnTo>
                  <a:pt x="423" y="1024"/>
                </a:lnTo>
                <a:lnTo>
                  <a:pt x="422" y="1025"/>
                </a:lnTo>
                <a:lnTo>
                  <a:pt x="420" y="1026"/>
                </a:lnTo>
                <a:lnTo>
                  <a:pt x="420" y="1027"/>
                </a:lnTo>
                <a:lnTo>
                  <a:pt x="419" y="1029"/>
                </a:lnTo>
                <a:lnTo>
                  <a:pt x="418" y="1030"/>
                </a:lnTo>
                <a:lnTo>
                  <a:pt x="417" y="1030"/>
                </a:lnTo>
                <a:lnTo>
                  <a:pt x="417" y="1031"/>
                </a:lnTo>
                <a:lnTo>
                  <a:pt x="416" y="1032"/>
                </a:lnTo>
                <a:lnTo>
                  <a:pt x="416" y="1033"/>
                </a:lnTo>
                <a:lnTo>
                  <a:pt x="416" y="1034"/>
                </a:lnTo>
                <a:lnTo>
                  <a:pt x="416" y="1035"/>
                </a:lnTo>
                <a:lnTo>
                  <a:pt x="414" y="1036"/>
                </a:lnTo>
                <a:lnTo>
                  <a:pt x="413" y="1037"/>
                </a:lnTo>
                <a:lnTo>
                  <a:pt x="411" y="1037"/>
                </a:lnTo>
                <a:lnTo>
                  <a:pt x="410" y="1038"/>
                </a:lnTo>
                <a:lnTo>
                  <a:pt x="410" y="1037"/>
                </a:lnTo>
                <a:lnTo>
                  <a:pt x="409" y="1038"/>
                </a:lnTo>
                <a:lnTo>
                  <a:pt x="408" y="1038"/>
                </a:lnTo>
                <a:lnTo>
                  <a:pt x="408" y="1040"/>
                </a:lnTo>
                <a:lnTo>
                  <a:pt x="407" y="1040"/>
                </a:lnTo>
                <a:lnTo>
                  <a:pt x="407" y="1038"/>
                </a:lnTo>
                <a:lnTo>
                  <a:pt x="406" y="1037"/>
                </a:lnTo>
                <a:lnTo>
                  <a:pt x="405" y="1038"/>
                </a:lnTo>
                <a:lnTo>
                  <a:pt x="404" y="1037"/>
                </a:lnTo>
                <a:lnTo>
                  <a:pt x="404" y="1036"/>
                </a:lnTo>
                <a:lnTo>
                  <a:pt x="404" y="1035"/>
                </a:lnTo>
                <a:lnTo>
                  <a:pt x="404" y="1033"/>
                </a:lnTo>
                <a:lnTo>
                  <a:pt x="405" y="1033"/>
                </a:lnTo>
                <a:lnTo>
                  <a:pt x="404" y="1033"/>
                </a:lnTo>
                <a:lnTo>
                  <a:pt x="403" y="1032"/>
                </a:lnTo>
                <a:lnTo>
                  <a:pt x="402" y="1032"/>
                </a:lnTo>
                <a:lnTo>
                  <a:pt x="402" y="1033"/>
                </a:lnTo>
                <a:lnTo>
                  <a:pt x="401" y="1033"/>
                </a:lnTo>
                <a:lnTo>
                  <a:pt x="402" y="1032"/>
                </a:lnTo>
                <a:lnTo>
                  <a:pt x="402" y="1031"/>
                </a:lnTo>
                <a:lnTo>
                  <a:pt x="401" y="1031"/>
                </a:lnTo>
                <a:lnTo>
                  <a:pt x="400" y="1031"/>
                </a:lnTo>
                <a:lnTo>
                  <a:pt x="400" y="1032"/>
                </a:lnTo>
                <a:lnTo>
                  <a:pt x="400" y="1033"/>
                </a:lnTo>
                <a:lnTo>
                  <a:pt x="400" y="1034"/>
                </a:lnTo>
                <a:lnTo>
                  <a:pt x="400" y="1033"/>
                </a:lnTo>
                <a:lnTo>
                  <a:pt x="399" y="1033"/>
                </a:lnTo>
                <a:lnTo>
                  <a:pt x="398" y="1033"/>
                </a:lnTo>
                <a:lnTo>
                  <a:pt x="397" y="1033"/>
                </a:lnTo>
                <a:lnTo>
                  <a:pt x="396" y="1034"/>
                </a:lnTo>
                <a:lnTo>
                  <a:pt x="396" y="1035"/>
                </a:lnTo>
                <a:lnTo>
                  <a:pt x="396" y="1036"/>
                </a:lnTo>
                <a:lnTo>
                  <a:pt x="396" y="1037"/>
                </a:lnTo>
                <a:lnTo>
                  <a:pt x="395" y="1037"/>
                </a:lnTo>
                <a:lnTo>
                  <a:pt x="395" y="1038"/>
                </a:lnTo>
                <a:lnTo>
                  <a:pt x="395" y="1040"/>
                </a:lnTo>
                <a:lnTo>
                  <a:pt x="395" y="1041"/>
                </a:lnTo>
                <a:lnTo>
                  <a:pt x="394" y="1041"/>
                </a:lnTo>
                <a:lnTo>
                  <a:pt x="394" y="1040"/>
                </a:lnTo>
                <a:lnTo>
                  <a:pt x="393" y="1040"/>
                </a:lnTo>
                <a:lnTo>
                  <a:pt x="393" y="1038"/>
                </a:lnTo>
                <a:lnTo>
                  <a:pt x="393" y="1037"/>
                </a:lnTo>
                <a:lnTo>
                  <a:pt x="393" y="1036"/>
                </a:lnTo>
                <a:lnTo>
                  <a:pt x="392" y="1034"/>
                </a:lnTo>
                <a:lnTo>
                  <a:pt x="391" y="1034"/>
                </a:lnTo>
                <a:lnTo>
                  <a:pt x="389" y="1033"/>
                </a:lnTo>
                <a:lnTo>
                  <a:pt x="388" y="1033"/>
                </a:lnTo>
                <a:lnTo>
                  <a:pt x="387" y="1033"/>
                </a:lnTo>
                <a:lnTo>
                  <a:pt x="386" y="1034"/>
                </a:lnTo>
                <a:lnTo>
                  <a:pt x="385" y="1033"/>
                </a:lnTo>
                <a:lnTo>
                  <a:pt x="386" y="1032"/>
                </a:lnTo>
                <a:lnTo>
                  <a:pt x="386" y="1029"/>
                </a:lnTo>
                <a:lnTo>
                  <a:pt x="385" y="1029"/>
                </a:lnTo>
                <a:lnTo>
                  <a:pt x="383" y="1028"/>
                </a:lnTo>
                <a:lnTo>
                  <a:pt x="382" y="1027"/>
                </a:lnTo>
                <a:lnTo>
                  <a:pt x="381" y="1027"/>
                </a:lnTo>
                <a:lnTo>
                  <a:pt x="380" y="1026"/>
                </a:lnTo>
                <a:lnTo>
                  <a:pt x="380" y="1025"/>
                </a:lnTo>
                <a:lnTo>
                  <a:pt x="381" y="1022"/>
                </a:lnTo>
                <a:lnTo>
                  <a:pt x="382" y="1021"/>
                </a:lnTo>
                <a:lnTo>
                  <a:pt x="382" y="1020"/>
                </a:lnTo>
                <a:lnTo>
                  <a:pt x="383" y="1020"/>
                </a:lnTo>
                <a:lnTo>
                  <a:pt x="383" y="1019"/>
                </a:lnTo>
                <a:lnTo>
                  <a:pt x="384" y="1019"/>
                </a:lnTo>
                <a:lnTo>
                  <a:pt x="385" y="1018"/>
                </a:lnTo>
                <a:lnTo>
                  <a:pt x="385" y="1017"/>
                </a:lnTo>
                <a:lnTo>
                  <a:pt x="384" y="1016"/>
                </a:lnTo>
                <a:lnTo>
                  <a:pt x="383" y="1015"/>
                </a:lnTo>
                <a:lnTo>
                  <a:pt x="382" y="1015"/>
                </a:lnTo>
                <a:lnTo>
                  <a:pt x="381" y="1016"/>
                </a:lnTo>
                <a:lnTo>
                  <a:pt x="380" y="1016"/>
                </a:lnTo>
                <a:lnTo>
                  <a:pt x="379" y="1016"/>
                </a:lnTo>
                <a:lnTo>
                  <a:pt x="378" y="1016"/>
                </a:lnTo>
                <a:lnTo>
                  <a:pt x="378" y="1015"/>
                </a:lnTo>
                <a:lnTo>
                  <a:pt x="378" y="1014"/>
                </a:lnTo>
                <a:lnTo>
                  <a:pt x="379" y="1013"/>
                </a:lnTo>
                <a:lnTo>
                  <a:pt x="380" y="1013"/>
                </a:lnTo>
                <a:lnTo>
                  <a:pt x="381" y="1013"/>
                </a:lnTo>
                <a:lnTo>
                  <a:pt x="382" y="1012"/>
                </a:lnTo>
                <a:lnTo>
                  <a:pt x="381" y="1011"/>
                </a:lnTo>
                <a:lnTo>
                  <a:pt x="382" y="1010"/>
                </a:lnTo>
                <a:lnTo>
                  <a:pt x="382" y="1009"/>
                </a:lnTo>
                <a:lnTo>
                  <a:pt x="382" y="1008"/>
                </a:lnTo>
                <a:lnTo>
                  <a:pt x="382" y="1007"/>
                </a:lnTo>
                <a:lnTo>
                  <a:pt x="383" y="1007"/>
                </a:lnTo>
                <a:lnTo>
                  <a:pt x="383" y="1006"/>
                </a:lnTo>
                <a:lnTo>
                  <a:pt x="384" y="1004"/>
                </a:lnTo>
                <a:lnTo>
                  <a:pt x="385" y="1004"/>
                </a:lnTo>
                <a:lnTo>
                  <a:pt x="386" y="1004"/>
                </a:lnTo>
                <a:lnTo>
                  <a:pt x="386" y="1003"/>
                </a:lnTo>
                <a:lnTo>
                  <a:pt x="387" y="1003"/>
                </a:lnTo>
                <a:lnTo>
                  <a:pt x="388" y="1002"/>
                </a:lnTo>
                <a:lnTo>
                  <a:pt x="388" y="1000"/>
                </a:lnTo>
                <a:lnTo>
                  <a:pt x="389" y="999"/>
                </a:lnTo>
                <a:lnTo>
                  <a:pt x="390" y="997"/>
                </a:lnTo>
                <a:lnTo>
                  <a:pt x="391" y="997"/>
                </a:lnTo>
                <a:lnTo>
                  <a:pt x="391" y="996"/>
                </a:lnTo>
                <a:lnTo>
                  <a:pt x="392" y="995"/>
                </a:lnTo>
                <a:lnTo>
                  <a:pt x="392" y="994"/>
                </a:lnTo>
                <a:lnTo>
                  <a:pt x="392" y="993"/>
                </a:lnTo>
                <a:lnTo>
                  <a:pt x="393" y="992"/>
                </a:lnTo>
                <a:lnTo>
                  <a:pt x="393" y="991"/>
                </a:lnTo>
                <a:lnTo>
                  <a:pt x="394" y="991"/>
                </a:lnTo>
                <a:lnTo>
                  <a:pt x="395" y="991"/>
                </a:lnTo>
                <a:lnTo>
                  <a:pt x="395" y="990"/>
                </a:lnTo>
                <a:lnTo>
                  <a:pt x="395" y="989"/>
                </a:lnTo>
                <a:lnTo>
                  <a:pt x="396" y="990"/>
                </a:lnTo>
                <a:lnTo>
                  <a:pt x="397" y="990"/>
                </a:lnTo>
                <a:lnTo>
                  <a:pt x="397" y="991"/>
                </a:lnTo>
                <a:lnTo>
                  <a:pt x="398" y="991"/>
                </a:lnTo>
                <a:lnTo>
                  <a:pt x="399" y="992"/>
                </a:lnTo>
                <a:lnTo>
                  <a:pt x="400" y="992"/>
                </a:lnTo>
                <a:lnTo>
                  <a:pt x="400" y="991"/>
                </a:lnTo>
                <a:lnTo>
                  <a:pt x="401" y="990"/>
                </a:lnTo>
                <a:lnTo>
                  <a:pt x="402" y="990"/>
                </a:lnTo>
                <a:lnTo>
                  <a:pt x="402" y="989"/>
                </a:lnTo>
                <a:lnTo>
                  <a:pt x="403" y="989"/>
                </a:lnTo>
                <a:lnTo>
                  <a:pt x="402" y="989"/>
                </a:lnTo>
                <a:lnTo>
                  <a:pt x="402" y="988"/>
                </a:lnTo>
                <a:lnTo>
                  <a:pt x="403" y="987"/>
                </a:lnTo>
                <a:lnTo>
                  <a:pt x="403" y="986"/>
                </a:lnTo>
                <a:lnTo>
                  <a:pt x="404" y="986"/>
                </a:lnTo>
                <a:lnTo>
                  <a:pt x="405" y="986"/>
                </a:lnTo>
                <a:lnTo>
                  <a:pt x="406" y="985"/>
                </a:lnTo>
                <a:lnTo>
                  <a:pt x="406" y="984"/>
                </a:lnTo>
                <a:lnTo>
                  <a:pt x="406" y="983"/>
                </a:lnTo>
                <a:lnTo>
                  <a:pt x="405" y="983"/>
                </a:lnTo>
                <a:lnTo>
                  <a:pt x="405" y="982"/>
                </a:lnTo>
                <a:lnTo>
                  <a:pt x="406" y="981"/>
                </a:lnTo>
                <a:lnTo>
                  <a:pt x="408" y="980"/>
                </a:lnTo>
                <a:lnTo>
                  <a:pt x="408" y="979"/>
                </a:lnTo>
                <a:lnTo>
                  <a:pt x="410" y="977"/>
                </a:lnTo>
                <a:lnTo>
                  <a:pt x="410" y="976"/>
                </a:lnTo>
                <a:lnTo>
                  <a:pt x="410" y="975"/>
                </a:lnTo>
                <a:lnTo>
                  <a:pt x="411" y="975"/>
                </a:lnTo>
                <a:lnTo>
                  <a:pt x="412" y="973"/>
                </a:lnTo>
                <a:lnTo>
                  <a:pt x="412" y="972"/>
                </a:lnTo>
                <a:lnTo>
                  <a:pt x="413" y="971"/>
                </a:lnTo>
                <a:lnTo>
                  <a:pt x="414" y="970"/>
                </a:lnTo>
                <a:lnTo>
                  <a:pt x="414" y="969"/>
                </a:lnTo>
                <a:lnTo>
                  <a:pt x="415" y="969"/>
                </a:lnTo>
                <a:lnTo>
                  <a:pt x="415" y="967"/>
                </a:lnTo>
                <a:lnTo>
                  <a:pt x="414" y="967"/>
                </a:lnTo>
                <a:lnTo>
                  <a:pt x="415" y="965"/>
                </a:lnTo>
                <a:lnTo>
                  <a:pt x="416" y="965"/>
                </a:lnTo>
                <a:lnTo>
                  <a:pt x="416" y="964"/>
                </a:lnTo>
                <a:lnTo>
                  <a:pt x="416" y="963"/>
                </a:lnTo>
                <a:lnTo>
                  <a:pt x="415" y="963"/>
                </a:lnTo>
                <a:lnTo>
                  <a:pt x="415" y="959"/>
                </a:lnTo>
                <a:lnTo>
                  <a:pt x="416" y="959"/>
                </a:lnTo>
                <a:lnTo>
                  <a:pt x="416" y="958"/>
                </a:lnTo>
                <a:lnTo>
                  <a:pt x="416" y="957"/>
                </a:lnTo>
                <a:lnTo>
                  <a:pt x="416" y="956"/>
                </a:lnTo>
                <a:lnTo>
                  <a:pt x="415" y="955"/>
                </a:lnTo>
                <a:lnTo>
                  <a:pt x="415" y="954"/>
                </a:lnTo>
                <a:lnTo>
                  <a:pt x="415" y="953"/>
                </a:lnTo>
                <a:lnTo>
                  <a:pt x="414" y="953"/>
                </a:lnTo>
                <a:lnTo>
                  <a:pt x="413" y="953"/>
                </a:lnTo>
                <a:lnTo>
                  <a:pt x="413" y="954"/>
                </a:lnTo>
                <a:lnTo>
                  <a:pt x="413" y="953"/>
                </a:lnTo>
                <a:lnTo>
                  <a:pt x="412" y="952"/>
                </a:lnTo>
                <a:lnTo>
                  <a:pt x="411" y="953"/>
                </a:lnTo>
                <a:lnTo>
                  <a:pt x="411" y="952"/>
                </a:lnTo>
                <a:lnTo>
                  <a:pt x="410" y="951"/>
                </a:lnTo>
                <a:lnTo>
                  <a:pt x="409" y="951"/>
                </a:lnTo>
                <a:lnTo>
                  <a:pt x="408" y="952"/>
                </a:lnTo>
                <a:lnTo>
                  <a:pt x="408" y="953"/>
                </a:lnTo>
                <a:lnTo>
                  <a:pt x="407" y="954"/>
                </a:lnTo>
                <a:lnTo>
                  <a:pt x="405" y="954"/>
                </a:lnTo>
                <a:lnTo>
                  <a:pt x="404" y="954"/>
                </a:lnTo>
                <a:lnTo>
                  <a:pt x="404" y="956"/>
                </a:lnTo>
                <a:lnTo>
                  <a:pt x="404" y="957"/>
                </a:lnTo>
                <a:lnTo>
                  <a:pt x="403" y="956"/>
                </a:lnTo>
                <a:lnTo>
                  <a:pt x="402" y="954"/>
                </a:lnTo>
                <a:lnTo>
                  <a:pt x="402" y="953"/>
                </a:lnTo>
                <a:lnTo>
                  <a:pt x="402" y="952"/>
                </a:lnTo>
                <a:lnTo>
                  <a:pt x="402" y="951"/>
                </a:lnTo>
                <a:lnTo>
                  <a:pt x="402" y="950"/>
                </a:lnTo>
                <a:lnTo>
                  <a:pt x="402" y="949"/>
                </a:lnTo>
                <a:lnTo>
                  <a:pt x="402" y="948"/>
                </a:lnTo>
                <a:lnTo>
                  <a:pt x="402" y="946"/>
                </a:lnTo>
                <a:lnTo>
                  <a:pt x="401" y="946"/>
                </a:lnTo>
                <a:lnTo>
                  <a:pt x="401" y="947"/>
                </a:lnTo>
                <a:lnTo>
                  <a:pt x="401" y="948"/>
                </a:lnTo>
                <a:lnTo>
                  <a:pt x="399" y="949"/>
                </a:lnTo>
                <a:lnTo>
                  <a:pt x="398" y="949"/>
                </a:lnTo>
                <a:lnTo>
                  <a:pt x="397" y="950"/>
                </a:lnTo>
                <a:lnTo>
                  <a:pt x="397" y="949"/>
                </a:lnTo>
                <a:lnTo>
                  <a:pt x="396" y="948"/>
                </a:lnTo>
                <a:lnTo>
                  <a:pt x="395" y="948"/>
                </a:lnTo>
                <a:lnTo>
                  <a:pt x="396" y="947"/>
                </a:lnTo>
                <a:lnTo>
                  <a:pt x="395" y="947"/>
                </a:lnTo>
                <a:lnTo>
                  <a:pt x="395" y="946"/>
                </a:lnTo>
                <a:lnTo>
                  <a:pt x="395" y="945"/>
                </a:lnTo>
                <a:lnTo>
                  <a:pt x="394" y="945"/>
                </a:lnTo>
                <a:lnTo>
                  <a:pt x="393" y="944"/>
                </a:lnTo>
                <a:lnTo>
                  <a:pt x="393" y="943"/>
                </a:lnTo>
                <a:lnTo>
                  <a:pt x="391" y="941"/>
                </a:lnTo>
                <a:lnTo>
                  <a:pt x="391" y="940"/>
                </a:lnTo>
                <a:lnTo>
                  <a:pt x="389" y="940"/>
                </a:lnTo>
                <a:lnTo>
                  <a:pt x="388" y="940"/>
                </a:lnTo>
                <a:lnTo>
                  <a:pt x="387" y="938"/>
                </a:lnTo>
                <a:lnTo>
                  <a:pt x="386" y="938"/>
                </a:lnTo>
                <a:lnTo>
                  <a:pt x="386" y="939"/>
                </a:lnTo>
                <a:lnTo>
                  <a:pt x="385" y="939"/>
                </a:lnTo>
                <a:lnTo>
                  <a:pt x="384" y="939"/>
                </a:lnTo>
                <a:lnTo>
                  <a:pt x="382" y="939"/>
                </a:lnTo>
                <a:lnTo>
                  <a:pt x="380" y="939"/>
                </a:lnTo>
                <a:lnTo>
                  <a:pt x="380" y="938"/>
                </a:lnTo>
                <a:lnTo>
                  <a:pt x="378" y="938"/>
                </a:lnTo>
                <a:lnTo>
                  <a:pt x="377" y="938"/>
                </a:lnTo>
                <a:lnTo>
                  <a:pt x="376" y="937"/>
                </a:lnTo>
                <a:lnTo>
                  <a:pt x="375" y="937"/>
                </a:lnTo>
                <a:lnTo>
                  <a:pt x="374" y="936"/>
                </a:lnTo>
                <a:lnTo>
                  <a:pt x="373" y="936"/>
                </a:lnTo>
                <a:lnTo>
                  <a:pt x="372" y="936"/>
                </a:lnTo>
                <a:lnTo>
                  <a:pt x="371" y="936"/>
                </a:lnTo>
                <a:lnTo>
                  <a:pt x="370" y="936"/>
                </a:lnTo>
                <a:lnTo>
                  <a:pt x="367" y="937"/>
                </a:lnTo>
                <a:lnTo>
                  <a:pt x="365" y="937"/>
                </a:lnTo>
                <a:lnTo>
                  <a:pt x="363" y="938"/>
                </a:lnTo>
                <a:lnTo>
                  <a:pt x="362" y="939"/>
                </a:lnTo>
                <a:lnTo>
                  <a:pt x="361" y="940"/>
                </a:lnTo>
                <a:lnTo>
                  <a:pt x="360" y="941"/>
                </a:lnTo>
                <a:lnTo>
                  <a:pt x="358" y="944"/>
                </a:lnTo>
                <a:lnTo>
                  <a:pt x="357" y="947"/>
                </a:lnTo>
                <a:lnTo>
                  <a:pt x="357" y="951"/>
                </a:lnTo>
                <a:lnTo>
                  <a:pt x="357" y="954"/>
                </a:lnTo>
                <a:lnTo>
                  <a:pt x="357" y="956"/>
                </a:lnTo>
                <a:lnTo>
                  <a:pt x="358" y="963"/>
                </a:lnTo>
                <a:lnTo>
                  <a:pt x="357" y="966"/>
                </a:lnTo>
                <a:lnTo>
                  <a:pt x="356" y="967"/>
                </a:lnTo>
                <a:lnTo>
                  <a:pt x="356" y="968"/>
                </a:lnTo>
                <a:lnTo>
                  <a:pt x="357" y="969"/>
                </a:lnTo>
                <a:lnTo>
                  <a:pt x="357" y="970"/>
                </a:lnTo>
                <a:lnTo>
                  <a:pt x="356" y="972"/>
                </a:lnTo>
                <a:lnTo>
                  <a:pt x="355" y="973"/>
                </a:lnTo>
                <a:lnTo>
                  <a:pt x="354" y="974"/>
                </a:lnTo>
                <a:lnTo>
                  <a:pt x="354" y="975"/>
                </a:lnTo>
                <a:lnTo>
                  <a:pt x="353" y="975"/>
                </a:lnTo>
                <a:lnTo>
                  <a:pt x="352" y="975"/>
                </a:lnTo>
                <a:lnTo>
                  <a:pt x="351" y="975"/>
                </a:lnTo>
                <a:lnTo>
                  <a:pt x="345" y="975"/>
                </a:lnTo>
                <a:lnTo>
                  <a:pt x="344" y="976"/>
                </a:lnTo>
                <a:lnTo>
                  <a:pt x="343" y="976"/>
                </a:lnTo>
                <a:lnTo>
                  <a:pt x="342" y="976"/>
                </a:lnTo>
                <a:lnTo>
                  <a:pt x="341" y="977"/>
                </a:lnTo>
                <a:lnTo>
                  <a:pt x="341" y="978"/>
                </a:lnTo>
                <a:lnTo>
                  <a:pt x="340" y="978"/>
                </a:lnTo>
                <a:lnTo>
                  <a:pt x="340" y="979"/>
                </a:lnTo>
                <a:lnTo>
                  <a:pt x="337" y="981"/>
                </a:lnTo>
                <a:lnTo>
                  <a:pt x="336" y="982"/>
                </a:lnTo>
                <a:lnTo>
                  <a:pt x="335" y="983"/>
                </a:lnTo>
                <a:lnTo>
                  <a:pt x="334" y="983"/>
                </a:lnTo>
                <a:lnTo>
                  <a:pt x="334" y="984"/>
                </a:lnTo>
                <a:lnTo>
                  <a:pt x="333" y="984"/>
                </a:lnTo>
                <a:lnTo>
                  <a:pt x="332" y="985"/>
                </a:lnTo>
                <a:lnTo>
                  <a:pt x="330" y="986"/>
                </a:lnTo>
                <a:lnTo>
                  <a:pt x="330" y="987"/>
                </a:lnTo>
                <a:lnTo>
                  <a:pt x="329" y="987"/>
                </a:lnTo>
                <a:lnTo>
                  <a:pt x="328" y="988"/>
                </a:lnTo>
                <a:lnTo>
                  <a:pt x="327" y="988"/>
                </a:lnTo>
                <a:lnTo>
                  <a:pt x="326" y="989"/>
                </a:lnTo>
                <a:lnTo>
                  <a:pt x="325" y="989"/>
                </a:lnTo>
                <a:lnTo>
                  <a:pt x="325" y="990"/>
                </a:lnTo>
                <a:lnTo>
                  <a:pt x="324" y="990"/>
                </a:lnTo>
                <a:lnTo>
                  <a:pt x="323" y="991"/>
                </a:lnTo>
                <a:lnTo>
                  <a:pt x="322" y="991"/>
                </a:lnTo>
                <a:lnTo>
                  <a:pt x="322" y="992"/>
                </a:lnTo>
                <a:lnTo>
                  <a:pt x="320" y="992"/>
                </a:lnTo>
                <a:lnTo>
                  <a:pt x="319" y="993"/>
                </a:lnTo>
                <a:lnTo>
                  <a:pt x="318" y="994"/>
                </a:lnTo>
                <a:lnTo>
                  <a:pt x="318" y="995"/>
                </a:lnTo>
                <a:lnTo>
                  <a:pt x="317" y="995"/>
                </a:lnTo>
                <a:lnTo>
                  <a:pt x="317" y="996"/>
                </a:lnTo>
                <a:lnTo>
                  <a:pt x="316" y="997"/>
                </a:lnTo>
                <a:lnTo>
                  <a:pt x="315" y="998"/>
                </a:lnTo>
                <a:lnTo>
                  <a:pt x="314" y="999"/>
                </a:lnTo>
                <a:lnTo>
                  <a:pt x="313" y="1000"/>
                </a:lnTo>
                <a:lnTo>
                  <a:pt x="310" y="1002"/>
                </a:lnTo>
                <a:lnTo>
                  <a:pt x="310" y="1003"/>
                </a:lnTo>
                <a:lnTo>
                  <a:pt x="308" y="1005"/>
                </a:lnTo>
                <a:lnTo>
                  <a:pt x="307" y="1005"/>
                </a:lnTo>
                <a:lnTo>
                  <a:pt x="307" y="1004"/>
                </a:lnTo>
                <a:lnTo>
                  <a:pt x="306" y="1004"/>
                </a:lnTo>
                <a:lnTo>
                  <a:pt x="305" y="1003"/>
                </a:lnTo>
                <a:lnTo>
                  <a:pt x="304" y="1003"/>
                </a:lnTo>
                <a:lnTo>
                  <a:pt x="304" y="1002"/>
                </a:lnTo>
                <a:lnTo>
                  <a:pt x="303" y="1002"/>
                </a:lnTo>
                <a:lnTo>
                  <a:pt x="303" y="1001"/>
                </a:lnTo>
                <a:lnTo>
                  <a:pt x="303" y="1000"/>
                </a:lnTo>
                <a:lnTo>
                  <a:pt x="302" y="999"/>
                </a:lnTo>
                <a:lnTo>
                  <a:pt x="300" y="997"/>
                </a:lnTo>
                <a:lnTo>
                  <a:pt x="299" y="997"/>
                </a:lnTo>
                <a:lnTo>
                  <a:pt x="299" y="996"/>
                </a:lnTo>
                <a:lnTo>
                  <a:pt x="298" y="996"/>
                </a:lnTo>
                <a:lnTo>
                  <a:pt x="295" y="996"/>
                </a:lnTo>
                <a:lnTo>
                  <a:pt x="294" y="996"/>
                </a:lnTo>
                <a:lnTo>
                  <a:pt x="292" y="996"/>
                </a:lnTo>
                <a:lnTo>
                  <a:pt x="291" y="996"/>
                </a:lnTo>
                <a:lnTo>
                  <a:pt x="290" y="996"/>
                </a:lnTo>
                <a:lnTo>
                  <a:pt x="289" y="997"/>
                </a:lnTo>
                <a:lnTo>
                  <a:pt x="287" y="997"/>
                </a:lnTo>
                <a:lnTo>
                  <a:pt x="286" y="997"/>
                </a:lnTo>
                <a:lnTo>
                  <a:pt x="286" y="998"/>
                </a:lnTo>
                <a:lnTo>
                  <a:pt x="285" y="998"/>
                </a:lnTo>
                <a:lnTo>
                  <a:pt x="284" y="998"/>
                </a:lnTo>
                <a:lnTo>
                  <a:pt x="284" y="996"/>
                </a:lnTo>
                <a:lnTo>
                  <a:pt x="283" y="994"/>
                </a:lnTo>
                <a:lnTo>
                  <a:pt x="283" y="993"/>
                </a:lnTo>
                <a:lnTo>
                  <a:pt x="283" y="992"/>
                </a:lnTo>
                <a:lnTo>
                  <a:pt x="282" y="991"/>
                </a:lnTo>
                <a:lnTo>
                  <a:pt x="283" y="990"/>
                </a:lnTo>
                <a:lnTo>
                  <a:pt x="283" y="989"/>
                </a:lnTo>
                <a:lnTo>
                  <a:pt x="283" y="988"/>
                </a:lnTo>
                <a:lnTo>
                  <a:pt x="283" y="987"/>
                </a:lnTo>
                <a:lnTo>
                  <a:pt x="282" y="987"/>
                </a:lnTo>
                <a:lnTo>
                  <a:pt x="281" y="986"/>
                </a:lnTo>
                <a:lnTo>
                  <a:pt x="281" y="985"/>
                </a:lnTo>
                <a:lnTo>
                  <a:pt x="282" y="985"/>
                </a:lnTo>
                <a:lnTo>
                  <a:pt x="282" y="983"/>
                </a:lnTo>
                <a:lnTo>
                  <a:pt x="282" y="984"/>
                </a:lnTo>
                <a:lnTo>
                  <a:pt x="271" y="972"/>
                </a:lnTo>
                <a:lnTo>
                  <a:pt x="271" y="971"/>
                </a:lnTo>
                <a:lnTo>
                  <a:pt x="270" y="971"/>
                </a:lnTo>
                <a:lnTo>
                  <a:pt x="270" y="970"/>
                </a:lnTo>
                <a:lnTo>
                  <a:pt x="270" y="969"/>
                </a:lnTo>
                <a:lnTo>
                  <a:pt x="271" y="968"/>
                </a:lnTo>
                <a:lnTo>
                  <a:pt x="271" y="967"/>
                </a:lnTo>
                <a:lnTo>
                  <a:pt x="271" y="966"/>
                </a:lnTo>
                <a:lnTo>
                  <a:pt x="271" y="965"/>
                </a:lnTo>
                <a:lnTo>
                  <a:pt x="270" y="963"/>
                </a:lnTo>
                <a:lnTo>
                  <a:pt x="270" y="961"/>
                </a:lnTo>
                <a:lnTo>
                  <a:pt x="271" y="960"/>
                </a:lnTo>
                <a:lnTo>
                  <a:pt x="271" y="959"/>
                </a:lnTo>
                <a:lnTo>
                  <a:pt x="270" y="958"/>
                </a:lnTo>
                <a:lnTo>
                  <a:pt x="271" y="958"/>
                </a:lnTo>
                <a:lnTo>
                  <a:pt x="272" y="957"/>
                </a:lnTo>
                <a:lnTo>
                  <a:pt x="272" y="956"/>
                </a:lnTo>
                <a:lnTo>
                  <a:pt x="271" y="955"/>
                </a:lnTo>
                <a:lnTo>
                  <a:pt x="270" y="954"/>
                </a:lnTo>
                <a:lnTo>
                  <a:pt x="270" y="953"/>
                </a:lnTo>
                <a:lnTo>
                  <a:pt x="270" y="952"/>
                </a:lnTo>
                <a:lnTo>
                  <a:pt x="269" y="952"/>
                </a:lnTo>
                <a:lnTo>
                  <a:pt x="268" y="950"/>
                </a:lnTo>
                <a:lnTo>
                  <a:pt x="269" y="949"/>
                </a:lnTo>
                <a:lnTo>
                  <a:pt x="270" y="949"/>
                </a:lnTo>
                <a:lnTo>
                  <a:pt x="270" y="947"/>
                </a:lnTo>
                <a:lnTo>
                  <a:pt x="269" y="946"/>
                </a:lnTo>
                <a:lnTo>
                  <a:pt x="269" y="945"/>
                </a:lnTo>
                <a:lnTo>
                  <a:pt x="269" y="944"/>
                </a:lnTo>
                <a:lnTo>
                  <a:pt x="269" y="943"/>
                </a:lnTo>
                <a:lnTo>
                  <a:pt x="270" y="942"/>
                </a:lnTo>
                <a:lnTo>
                  <a:pt x="270" y="941"/>
                </a:lnTo>
                <a:lnTo>
                  <a:pt x="269" y="941"/>
                </a:lnTo>
                <a:lnTo>
                  <a:pt x="269" y="940"/>
                </a:lnTo>
                <a:lnTo>
                  <a:pt x="269" y="939"/>
                </a:lnTo>
                <a:lnTo>
                  <a:pt x="269" y="938"/>
                </a:lnTo>
                <a:lnTo>
                  <a:pt x="269" y="937"/>
                </a:lnTo>
                <a:lnTo>
                  <a:pt x="268" y="936"/>
                </a:lnTo>
                <a:lnTo>
                  <a:pt x="267" y="936"/>
                </a:lnTo>
                <a:lnTo>
                  <a:pt x="266" y="937"/>
                </a:lnTo>
                <a:lnTo>
                  <a:pt x="266" y="936"/>
                </a:lnTo>
                <a:lnTo>
                  <a:pt x="266" y="935"/>
                </a:lnTo>
                <a:lnTo>
                  <a:pt x="265" y="934"/>
                </a:lnTo>
                <a:lnTo>
                  <a:pt x="265" y="933"/>
                </a:lnTo>
                <a:lnTo>
                  <a:pt x="264" y="933"/>
                </a:lnTo>
                <a:lnTo>
                  <a:pt x="264" y="932"/>
                </a:lnTo>
                <a:lnTo>
                  <a:pt x="263" y="932"/>
                </a:lnTo>
                <a:lnTo>
                  <a:pt x="264" y="932"/>
                </a:lnTo>
                <a:lnTo>
                  <a:pt x="264" y="930"/>
                </a:lnTo>
                <a:lnTo>
                  <a:pt x="263" y="929"/>
                </a:lnTo>
                <a:lnTo>
                  <a:pt x="263" y="928"/>
                </a:lnTo>
                <a:lnTo>
                  <a:pt x="262" y="926"/>
                </a:lnTo>
                <a:lnTo>
                  <a:pt x="264" y="924"/>
                </a:lnTo>
                <a:lnTo>
                  <a:pt x="264" y="923"/>
                </a:lnTo>
                <a:lnTo>
                  <a:pt x="263" y="923"/>
                </a:lnTo>
                <a:lnTo>
                  <a:pt x="263" y="922"/>
                </a:lnTo>
                <a:lnTo>
                  <a:pt x="263" y="921"/>
                </a:lnTo>
                <a:lnTo>
                  <a:pt x="262" y="920"/>
                </a:lnTo>
                <a:lnTo>
                  <a:pt x="261" y="920"/>
                </a:lnTo>
                <a:lnTo>
                  <a:pt x="260" y="919"/>
                </a:lnTo>
                <a:lnTo>
                  <a:pt x="260" y="918"/>
                </a:lnTo>
                <a:lnTo>
                  <a:pt x="259" y="918"/>
                </a:lnTo>
                <a:lnTo>
                  <a:pt x="258" y="918"/>
                </a:lnTo>
                <a:lnTo>
                  <a:pt x="258" y="919"/>
                </a:lnTo>
                <a:lnTo>
                  <a:pt x="258" y="918"/>
                </a:lnTo>
                <a:lnTo>
                  <a:pt x="258" y="917"/>
                </a:lnTo>
                <a:lnTo>
                  <a:pt x="257" y="917"/>
                </a:lnTo>
                <a:lnTo>
                  <a:pt x="256" y="916"/>
                </a:lnTo>
                <a:lnTo>
                  <a:pt x="256" y="915"/>
                </a:lnTo>
                <a:lnTo>
                  <a:pt x="255" y="915"/>
                </a:lnTo>
                <a:lnTo>
                  <a:pt x="254" y="915"/>
                </a:lnTo>
                <a:lnTo>
                  <a:pt x="253" y="915"/>
                </a:lnTo>
                <a:lnTo>
                  <a:pt x="254" y="915"/>
                </a:lnTo>
                <a:lnTo>
                  <a:pt x="254" y="914"/>
                </a:lnTo>
                <a:lnTo>
                  <a:pt x="253" y="914"/>
                </a:lnTo>
                <a:lnTo>
                  <a:pt x="253" y="913"/>
                </a:lnTo>
                <a:lnTo>
                  <a:pt x="253" y="912"/>
                </a:lnTo>
                <a:lnTo>
                  <a:pt x="252" y="912"/>
                </a:lnTo>
                <a:lnTo>
                  <a:pt x="251" y="913"/>
                </a:lnTo>
                <a:lnTo>
                  <a:pt x="251" y="912"/>
                </a:lnTo>
                <a:lnTo>
                  <a:pt x="250" y="912"/>
                </a:lnTo>
                <a:lnTo>
                  <a:pt x="249" y="912"/>
                </a:lnTo>
                <a:lnTo>
                  <a:pt x="248" y="911"/>
                </a:lnTo>
                <a:lnTo>
                  <a:pt x="249" y="911"/>
                </a:lnTo>
                <a:lnTo>
                  <a:pt x="249" y="910"/>
                </a:lnTo>
                <a:lnTo>
                  <a:pt x="249" y="909"/>
                </a:lnTo>
                <a:lnTo>
                  <a:pt x="248" y="909"/>
                </a:lnTo>
                <a:lnTo>
                  <a:pt x="248" y="908"/>
                </a:lnTo>
                <a:lnTo>
                  <a:pt x="248" y="907"/>
                </a:lnTo>
                <a:lnTo>
                  <a:pt x="248" y="906"/>
                </a:lnTo>
                <a:lnTo>
                  <a:pt x="247" y="906"/>
                </a:lnTo>
                <a:lnTo>
                  <a:pt x="246" y="905"/>
                </a:lnTo>
                <a:lnTo>
                  <a:pt x="246" y="904"/>
                </a:lnTo>
                <a:lnTo>
                  <a:pt x="245" y="904"/>
                </a:lnTo>
                <a:lnTo>
                  <a:pt x="244" y="904"/>
                </a:lnTo>
                <a:lnTo>
                  <a:pt x="243" y="904"/>
                </a:lnTo>
                <a:lnTo>
                  <a:pt x="242" y="904"/>
                </a:lnTo>
                <a:lnTo>
                  <a:pt x="242" y="903"/>
                </a:lnTo>
                <a:lnTo>
                  <a:pt x="241" y="903"/>
                </a:lnTo>
                <a:lnTo>
                  <a:pt x="240" y="903"/>
                </a:lnTo>
                <a:lnTo>
                  <a:pt x="239" y="903"/>
                </a:lnTo>
                <a:lnTo>
                  <a:pt x="239" y="904"/>
                </a:lnTo>
                <a:lnTo>
                  <a:pt x="238" y="905"/>
                </a:lnTo>
                <a:lnTo>
                  <a:pt x="238" y="904"/>
                </a:lnTo>
                <a:lnTo>
                  <a:pt x="237" y="904"/>
                </a:lnTo>
                <a:lnTo>
                  <a:pt x="237" y="905"/>
                </a:lnTo>
                <a:lnTo>
                  <a:pt x="236" y="905"/>
                </a:lnTo>
                <a:lnTo>
                  <a:pt x="236" y="904"/>
                </a:lnTo>
                <a:lnTo>
                  <a:pt x="235" y="904"/>
                </a:lnTo>
                <a:lnTo>
                  <a:pt x="234" y="904"/>
                </a:lnTo>
                <a:lnTo>
                  <a:pt x="233" y="903"/>
                </a:lnTo>
                <a:lnTo>
                  <a:pt x="234" y="903"/>
                </a:lnTo>
                <a:lnTo>
                  <a:pt x="234" y="902"/>
                </a:lnTo>
                <a:lnTo>
                  <a:pt x="233" y="901"/>
                </a:lnTo>
                <a:lnTo>
                  <a:pt x="234" y="900"/>
                </a:lnTo>
                <a:lnTo>
                  <a:pt x="235" y="900"/>
                </a:lnTo>
                <a:lnTo>
                  <a:pt x="235" y="898"/>
                </a:lnTo>
                <a:lnTo>
                  <a:pt x="234" y="897"/>
                </a:lnTo>
                <a:lnTo>
                  <a:pt x="233" y="897"/>
                </a:lnTo>
                <a:lnTo>
                  <a:pt x="232" y="897"/>
                </a:lnTo>
                <a:lnTo>
                  <a:pt x="232" y="896"/>
                </a:lnTo>
                <a:lnTo>
                  <a:pt x="232" y="895"/>
                </a:lnTo>
                <a:lnTo>
                  <a:pt x="231" y="894"/>
                </a:lnTo>
                <a:lnTo>
                  <a:pt x="231" y="895"/>
                </a:lnTo>
                <a:lnTo>
                  <a:pt x="230" y="895"/>
                </a:lnTo>
                <a:lnTo>
                  <a:pt x="230" y="894"/>
                </a:lnTo>
                <a:lnTo>
                  <a:pt x="230" y="893"/>
                </a:lnTo>
                <a:lnTo>
                  <a:pt x="230" y="892"/>
                </a:lnTo>
                <a:lnTo>
                  <a:pt x="229" y="891"/>
                </a:lnTo>
                <a:lnTo>
                  <a:pt x="228" y="890"/>
                </a:lnTo>
                <a:lnTo>
                  <a:pt x="228" y="889"/>
                </a:lnTo>
                <a:lnTo>
                  <a:pt x="228" y="888"/>
                </a:lnTo>
                <a:lnTo>
                  <a:pt x="229" y="887"/>
                </a:lnTo>
                <a:lnTo>
                  <a:pt x="230" y="887"/>
                </a:lnTo>
                <a:lnTo>
                  <a:pt x="230" y="886"/>
                </a:lnTo>
                <a:lnTo>
                  <a:pt x="230" y="885"/>
                </a:lnTo>
                <a:lnTo>
                  <a:pt x="231" y="885"/>
                </a:lnTo>
                <a:lnTo>
                  <a:pt x="232" y="885"/>
                </a:lnTo>
                <a:lnTo>
                  <a:pt x="233" y="883"/>
                </a:lnTo>
                <a:lnTo>
                  <a:pt x="233" y="881"/>
                </a:lnTo>
                <a:lnTo>
                  <a:pt x="234" y="881"/>
                </a:lnTo>
                <a:lnTo>
                  <a:pt x="234" y="880"/>
                </a:lnTo>
                <a:lnTo>
                  <a:pt x="235" y="880"/>
                </a:lnTo>
                <a:lnTo>
                  <a:pt x="236" y="881"/>
                </a:lnTo>
                <a:lnTo>
                  <a:pt x="236" y="880"/>
                </a:lnTo>
                <a:lnTo>
                  <a:pt x="237" y="880"/>
                </a:lnTo>
                <a:lnTo>
                  <a:pt x="238" y="879"/>
                </a:lnTo>
                <a:lnTo>
                  <a:pt x="237" y="878"/>
                </a:lnTo>
                <a:lnTo>
                  <a:pt x="234" y="878"/>
                </a:lnTo>
                <a:lnTo>
                  <a:pt x="234" y="879"/>
                </a:lnTo>
                <a:lnTo>
                  <a:pt x="233" y="879"/>
                </a:lnTo>
                <a:lnTo>
                  <a:pt x="233" y="878"/>
                </a:lnTo>
                <a:lnTo>
                  <a:pt x="232" y="876"/>
                </a:lnTo>
                <a:lnTo>
                  <a:pt x="232" y="875"/>
                </a:lnTo>
                <a:lnTo>
                  <a:pt x="231" y="875"/>
                </a:lnTo>
                <a:lnTo>
                  <a:pt x="230" y="875"/>
                </a:lnTo>
                <a:lnTo>
                  <a:pt x="228" y="875"/>
                </a:lnTo>
                <a:lnTo>
                  <a:pt x="228" y="874"/>
                </a:lnTo>
                <a:lnTo>
                  <a:pt x="228" y="872"/>
                </a:lnTo>
                <a:lnTo>
                  <a:pt x="229" y="872"/>
                </a:lnTo>
                <a:lnTo>
                  <a:pt x="229" y="871"/>
                </a:lnTo>
                <a:lnTo>
                  <a:pt x="229" y="870"/>
                </a:lnTo>
                <a:lnTo>
                  <a:pt x="228" y="870"/>
                </a:lnTo>
                <a:lnTo>
                  <a:pt x="228" y="869"/>
                </a:lnTo>
                <a:lnTo>
                  <a:pt x="228" y="868"/>
                </a:lnTo>
                <a:lnTo>
                  <a:pt x="228" y="867"/>
                </a:lnTo>
                <a:lnTo>
                  <a:pt x="229" y="867"/>
                </a:lnTo>
                <a:lnTo>
                  <a:pt x="228" y="866"/>
                </a:lnTo>
                <a:lnTo>
                  <a:pt x="229" y="865"/>
                </a:lnTo>
                <a:lnTo>
                  <a:pt x="229" y="864"/>
                </a:lnTo>
                <a:lnTo>
                  <a:pt x="229" y="863"/>
                </a:lnTo>
                <a:lnTo>
                  <a:pt x="230" y="863"/>
                </a:lnTo>
                <a:lnTo>
                  <a:pt x="230" y="862"/>
                </a:lnTo>
                <a:lnTo>
                  <a:pt x="231" y="860"/>
                </a:lnTo>
                <a:lnTo>
                  <a:pt x="230" y="860"/>
                </a:lnTo>
                <a:lnTo>
                  <a:pt x="228" y="860"/>
                </a:lnTo>
                <a:lnTo>
                  <a:pt x="228" y="859"/>
                </a:lnTo>
                <a:lnTo>
                  <a:pt x="227" y="857"/>
                </a:lnTo>
                <a:lnTo>
                  <a:pt x="226" y="856"/>
                </a:lnTo>
                <a:lnTo>
                  <a:pt x="225" y="856"/>
                </a:lnTo>
                <a:lnTo>
                  <a:pt x="224" y="855"/>
                </a:lnTo>
                <a:lnTo>
                  <a:pt x="224" y="854"/>
                </a:lnTo>
                <a:lnTo>
                  <a:pt x="224" y="853"/>
                </a:lnTo>
                <a:lnTo>
                  <a:pt x="223" y="851"/>
                </a:lnTo>
                <a:lnTo>
                  <a:pt x="222" y="851"/>
                </a:lnTo>
                <a:lnTo>
                  <a:pt x="222" y="850"/>
                </a:lnTo>
                <a:lnTo>
                  <a:pt x="223" y="849"/>
                </a:lnTo>
                <a:lnTo>
                  <a:pt x="222" y="848"/>
                </a:lnTo>
                <a:lnTo>
                  <a:pt x="220" y="847"/>
                </a:lnTo>
                <a:lnTo>
                  <a:pt x="219" y="847"/>
                </a:lnTo>
                <a:lnTo>
                  <a:pt x="218" y="847"/>
                </a:lnTo>
                <a:lnTo>
                  <a:pt x="218" y="846"/>
                </a:lnTo>
                <a:lnTo>
                  <a:pt x="217" y="845"/>
                </a:lnTo>
                <a:lnTo>
                  <a:pt x="217" y="844"/>
                </a:lnTo>
                <a:lnTo>
                  <a:pt x="216" y="845"/>
                </a:lnTo>
                <a:lnTo>
                  <a:pt x="215" y="845"/>
                </a:lnTo>
                <a:lnTo>
                  <a:pt x="214" y="844"/>
                </a:lnTo>
                <a:lnTo>
                  <a:pt x="213" y="844"/>
                </a:lnTo>
                <a:lnTo>
                  <a:pt x="213" y="845"/>
                </a:lnTo>
                <a:lnTo>
                  <a:pt x="213" y="846"/>
                </a:lnTo>
                <a:lnTo>
                  <a:pt x="212" y="846"/>
                </a:lnTo>
                <a:lnTo>
                  <a:pt x="211" y="845"/>
                </a:lnTo>
                <a:lnTo>
                  <a:pt x="210" y="844"/>
                </a:lnTo>
                <a:lnTo>
                  <a:pt x="209" y="842"/>
                </a:lnTo>
                <a:lnTo>
                  <a:pt x="210" y="841"/>
                </a:lnTo>
                <a:lnTo>
                  <a:pt x="211" y="841"/>
                </a:lnTo>
                <a:lnTo>
                  <a:pt x="210" y="840"/>
                </a:lnTo>
                <a:lnTo>
                  <a:pt x="210" y="839"/>
                </a:lnTo>
                <a:lnTo>
                  <a:pt x="210" y="838"/>
                </a:lnTo>
                <a:lnTo>
                  <a:pt x="209" y="837"/>
                </a:lnTo>
                <a:lnTo>
                  <a:pt x="208" y="837"/>
                </a:lnTo>
                <a:lnTo>
                  <a:pt x="207" y="835"/>
                </a:lnTo>
                <a:lnTo>
                  <a:pt x="207" y="834"/>
                </a:lnTo>
                <a:lnTo>
                  <a:pt x="207" y="833"/>
                </a:lnTo>
                <a:lnTo>
                  <a:pt x="204" y="833"/>
                </a:lnTo>
                <a:lnTo>
                  <a:pt x="204" y="832"/>
                </a:lnTo>
                <a:lnTo>
                  <a:pt x="202" y="832"/>
                </a:lnTo>
                <a:lnTo>
                  <a:pt x="202" y="831"/>
                </a:lnTo>
                <a:lnTo>
                  <a:pt x="201" y="830"/>
                </a:lnTo>
                <a:lnTo>
                  <a:pt x="200" y="829"/>
                </a:lnTo>
                <a:lnTo>
                  <a:pt x="200" y="828"/>
                </a:lnTo>
                <a:lnTo>
                  <a:pt x="201" y="827"/>
                </a:lnTo>
                <a:lnTo>
                  <a:pt x="200" y="826"/>
                </a:lnTo>
                <a:lnTo>
                  <a:pt x="200" y="824"/>
                </a:lnTo>
                <a:lnTo>
                  <a:pt x="201" y="823"/>
                </a:lnTo>
                <a:lnTo>
                  <a:pt x="201" y="822"/>
                </a:lnTo>
                <a:lnTo>
                  <a:pt x="200" y="822"/>
                </a:lnTo>
                <a:lnTo>
                  <a:pt x="201" y="821"/>
                </a:lnTo>
                <a:lnTo>
                  <a:pt x="201" y="820"/>
                </a:lnTo>
                <a:lnTo>
                  <a:pt x="202" y="820"/>
                </a:lnTo>
                <a:lnTo>
                  <a:pt x="201" y="820"/>
                </a:lnTo>
                <a:lnTo>
                  <a:pt x="201" y="817"/>
                </a:lnTo>
                <a:lnTo>
                  <a:pt x="202" y="817"/>
                </a:lnTo>
                <a:lnTo>
                  <a:pt x="202" y="816"/>
                </a:lnTo>
                <a:lnTo>
                  <a:pt x="201" y="816"/>
                </a:lnTo>
                <a:lnTo>
                  <a:pt x="203" y="814"/>
                </a:lnTo>
                <a:lnTo>
                  <a:pt x="203" y="813"/>
                </a:lnTo>
                <a:lnTo>
                  <a:pt x="205" y="813"/>
                </a:lnTo>
                <a:lnTo>
                  <a:pt x="208" y="814"/>
                </a:lnTo>
                <a:lnTo>
                  <a:pt x="209" y="814"/>
                </a:lnTo>
                <a:lnTo>
                  <a:pt x="210" y="814"/>
                </a:lnTo>
                <a:lnTo>
                  <a:pt x="211" y="813"/>
                </a:lnTo>
                <a:lnTo>
                  <a:pt x="212" y="813"/>
                </a:lnTo>
                <a:lnTo>
                  <a:pt x="213" y="813"/>
                </a:lnTo>
                <a:lnTo>
                  <a:pt x="214" y="813"/>
                </a:lnTo>
                <a:lnTo>
                  <a:pt x="214" y="812"/>
                </a:lnTo>
                <a:lnTo>
                  <a:pt x="214" y="811"/>
                </a:lnTo>
                <a:lnTo>
                  <a:pt x="214" y="810"/>
                </a:lnTo>
                <a:lnTo>
                  <a:pt x="215" y="810"/>
                </a:lnTo>
                <a:lnTo>
                  <a:pt x="216" y="809"/>
                </a:lnTo>
                <a:lnTo>
                  <a:pt x="217" y="807"/>
                </a:lnTo>
                <a:lnTo>
                  <a:pt x="216" y="807"/>
                </a:lnTo>
                <a:lnTo>
                  <a:pt x="214" y="807"/>
                </a:lnTo>
                <a:lnTo>
                  <a:pt x="214" y="806"/>
                </a:lnTo>
                <a:lnTo>
                  <a:pt x="214" y="805"/>
                </a:lnTo>
                <a:lnTo>
                  <a:pt x="214" y="804"/>
                </a:lnTo>
                <a:lnTo>
                  <a:pt x="215" y="804"/>
                </a:lnTo>
                <a:lnTo>
                  <a:pt x="215" y="803"/>
                </a:lnTo>
                <a:lnTo>
                  <a:pt x="214" y="802"/>
                </a:lnTo>
                <a:lnTo>
                  <a:pt x="214" y="801"/>
                </a:lnTo>
                <a:lnTo>
                  <a:pt x="215" y="800"/>
                </a:lnTo>
                <a:lnTo>
                  <a:pt x="214" y="800"/>
                </a:lnTo>
                <a:lnTo>
                  <a:pt x="212" y="799"/>
                </a:lnTo>
                <a:lnTo>
                  <a:pt x="211" y="797"/>
                </a:lnTo>
                <a:lnTo>
                  <a:pt x="211" y="795"/>
                </a:lnTo>
                <a:lnTo>
                  <a:pt x="212" y="794"/>
                </a:lnTo>
                <a:lnTo>
                  <a:pt x="213" y="793"/>
                </a:lnTo>
                <a:lnTo>
                  <a:pt x="214" y="792"/>
                </a:lnTo>
                <a:lnTo>
                  <a:pt x="214" y="791"/>
                </a:lnTo>
                <a:lnTo>
                  <a:pt x="213" y="791"/>
                </a:lnTo>
                <a:lnTo>
                  <a:pt x="214" y="790"/>
                </a:lnTo>
                <a:lnTo>
                  <a:pt x="214" y="789"/>
                </a:lnTo>
                <a:lnTo>
                  <a:pt x="215" y="789"/>
                </a:lnTo>
                <a:lnTo>
                  <a:pt x="216" y="789"/>
                </a:lnTo>
                <a:lnTo>
                  <a:pt x="216" y="788"/>
                </a:lnTo>
                <a:lnTo>
                  <a:pt x="217" y="787"/>
                </a:lnTo>
                <a:lnTo>
                  <a:pt x="218" y="786"/>
                </a:lnTo>
                <a:lnTo>
                  <a:pt x="219" y="786"/>
                </a:lnTo>
                <a:lnTo>
                  <a:pt x="220" y="786"/>
                </a:lnTo>
                <a:lnTo>
                  <a:pt x="221" y="785"/>
                </a:lnTo>
                <a:lnTo>
                  <a:pt x="220" y="785"/>
                </a:lnTo>
                <a:lnTo>
                  <a:pt x="221" y="785"/>
                </a:lnTo>
                <a:lnTo>
                  <a:pt x="222" y="784"/>
                </a:lnTo>
                <a:lnTo>
                  <a:pt x="222" y="785"/>
                </a:lnTo>
                <a:lnTo>
                  <a:pt x="223" y="785"/>
                </a:lnTo>
                <a:lnTo>
                  <a:pt x="224" y="785"/>
                </a:lnTo>
                <a:lnTo>
                  <a:pt x="225" y="784"/>
                </a:lnTo>
                <a:lnTo>
                  <a:pt x="225" y="783"/>
                </a:lnTo>
                <a:lnTo>
                  <a:pt x="225" y="782"/>
                </a:lnTo>
                <a:lnTo>
                  <a:pt x="225" y="781"/>
                </a:lnTo>
                <a:lnTo>
                  <a:pt x="226" y="781"/>
                </a:lnTo>
                <a:lnTo>
                  <a:pt x="227" y="781"/>
                </a:lnTo>
                <a:lnTo>
                  <a:pt x="227" y="780"/>
                </a:lnTo>
                <a:lnTo>
                  <a:pt x="228" y="779"/>
                </a:lnTo>
                <a:lnTo>
                  <a:pt x="228" y="778"/>
                </a:lnTo>
                <a:lnTo>
                  <a:pt x="230" y="777"/>
                </a:lnTo>
                <a:lnTo>
                  <a:pt x="231" y="776"/>
                </a:lnTo>
                <a:lnTo>
                  <a:pt x="230" y="775"/>
                </a:lnTo>
                <a:lnTo>
                  <a:pt x="231" y="775"/>
                </a:lnTo>
                <a:lnTo>
                  <a:pt x="232" y="774"/>
                </a:lnTo>
                <a:lnTo>
                  <a:pt x="233" y="774"/>
                </a:lnTo>
                <a:lnTo>
                  <a:pt x="234" y="773"/>
                </a:lnTo>
                <a:lnTo>
                  <a:pt x="235" y="772"/>
                </a:lnTo>
                <a:lnTo>
                  <a:pt x="235" y="771"/>
                </a:lnTo>
                <a:lnTo>
                  <a:pt x="236" y="771"/>
                </a:lnTo>
                <a:lnTo>
                  <a:pt x="236" y="770"/>
                </a:lnTo>
                <a:lnTo>
                  <a:pt x="237" y="770"/>
                </a:lnTo>
                <a:lnTo>
                  <a:pt x="238" y="770"/>
                </a:lnTo>
                <a:lnTo>
                  <a:pt x="239" y="770"/>
                </a:lnTo>
                <a:lnTo>
                  <a:pt x="239" y="769"/>
                </a:lnTo>
                <a:lnTo>
                  <a:pt x="240" y="769"/>
                </a:lnTo>
                <a:lnTo>
                  <a:pt x="241" y="769"/>
                </a:lnTo>
                <a:lnTo>
                  <a:pt x="241" y="768"/>
                </a:lnTo>
                <a:lnTo>
                  <a:pt x="242" y="768"/>
                </a:lnTo>
                <a:lnTo>
                  <a:pt x="243" y="767"/>
                </a:lnTo>
                <a:lnTo>
                  <a:pt x="244" y="768"/>
                </a:lnTo>
                <a:lnTo>
                  <a:pt x="245" y="768"/>
                </a:lnTo>
                <a:lnTo>
                  <a:pt x="245" y="767"/>
                </a:lnTo>
                <a:lnTo>
                  <a:pt x="246" y="767"/>
                </a:lnTo>
                <a:lnTo>
                  <a:pt x="247" y="767"/>
                </a:lnTo>
                <a:lnTo>
                  <a:pt x="247" y="768"/>
                </a:lnTo>
                <a:lnTo>
                  <a:pt x="247" y="767"/>
                </a:lnTo>
                <a:lnTo>
                  <a:pt x="247" y="766"/>
                </a:lnTo>
                <a:lnTo>
                  <a:pt x="247" y="765"/>
                </a:lnTo>
                <a:lnTo>
                  <a:pt x="246" y="765"/>
                </a:lnTo>
                <a:lnTo>
                  <a:pt x="246" y="764"/>
                </a:lnTo>
                <a:lnTo>
                  <a:pt x="246" y="762"/>
                </a:lnTo>
                <a:lnTo>
                  <a:pt x="245" y="761"/>
                </a:lnTo>
                <a:lnTo>
                  <a:pt x="244" y="759"/>
                </a:lnTo>
                <a:lnTo>
                  <a:pt x="244" y="757"/>
                </a:lnTo>
                <a:lnTo>
                  <a:pt x="244" y="756"/>
                </a:lnTo>
                <a:lnTo>
                  <a:pt x="243" y="756"/>
                </a:lnTo>
                <a:lnTo>
                  <a:pt x="242" y="756"/>
                </a:lnTo>
                <a:lnTo>
                  <a:pt x="241" y="756"/>
                </a:lnTo>
                <a:lnTo>
                  <a:pt x="240" y="756"/>
                </a:lnTo>
                <a:lnTo>
                  <a:pt x="239" y="757"/>
                </a:lnTo>
                <a:lnTo>
                  <a:pt x="239" y="758"/>
                </a:lnTo>
                <a:lnTo>
                  <a:pt x="238" y="757"/>
                </a:lnTo>
                <a:lnTo>
                  <a:pt x="237" y="757"/>
                </a:lnTo>
                <a:lnTo>
                  <a:pt x="236" y="757"/>
                </a:lnTo>
                <a:lnTo>
                  <a:pt x="235" y="756"/>
                </a:lnTo>
                <a:lnTo>
                  <a:pt x="235" y="755"/>
                </a:lnTo>
                <a:lnTo>
                  <a:pt x="235" y="754"/>
                </a:lnTo>
                <a:lnTo>
                  <a:pt x="234" y="753"/>
                </a:lnTo>
                <a:lnTo>
                  <a:pt x="233" y="753"/>
                </a:lnTo>
                <a:lnTo>
                  <a:pt x="232" y="753"/>
                </a:lnTo>
                <a:lnTo>
                  <a:pt x="232" y="752"/>
                </a:lnTo>
                <a:lnTo>
                  <a:pt x="231" y="752"/>
                </a:lnTo>
                <a:lnTo>
                  <a:pt x="231" y="753"/>
                </a:lnTo>
                <a:lnTo>
                  <a:pt x="230" y="752"/>
                </a:lnTo>
                <a:lnTo>
                  <a:pt x="230" y="751"/>
                </a:lnTo>
                <a:lnTo>
                  <a:pt x="229" y="752"/>
                </a:lnTo>
                <a:lnTo>
                  <a:pt x="228" y="752"/>
                </a:lnTo>
                <a:lnTo>
                  <a:pt x="228" y="753"/>
                </a:lnTo>
                <a:lnTo>
                  <a:pt x="227" y="753"/>
                </a:lnTo>
                <a:lnTo>
                  <a:pt x="226" y="752"/>
                </a:lnTo>
                <a:lnTo>
                  <a:pt x="225" y="752"/>
                </a:lnTo>
                <a:lnTo>
                  <a:pt x="224" y="752"/>
                </a:lnTo>
                <a:lnTo>
                  <a:pt x="224" y="753"/>
                </a:lnTo>
                <a:lnTo>
                  <a:pt x="223" y="753"/>
                </a:lnTo>
                <a:lnTo>
                  <a:pt x="223" y="752"/>
                </a:lnTo>
                <a:lnTo>
                  <a:pt x="222" y="752"/>
                </a:lnTo>
                <a:lnTo>
                  <a:pt x="223" y="750"/>
                </a:lnTo>
                <a:lnTo>
                  <a:pt x="223" y="749"/>
                </a:lnTo>
                <a:lnTo>
                  <a:pt x="223" y="748"/>
                </a:lnTo>
                <a:lnTo>
                  <a:pt x="223" y="747"/>
                </a:lnTo>
                <a:lnTo>
                  <a:pt x="222" y="747"/>
                </a:lnTo>
                <a:lnTo>
                  <a:pt x="221" y="747"/>
                </a:lnTo>
                <a:lnTo>
                  <a:pt x="220" y="746"/>
                </a:lnTo>
                <a:lnTo>
                  <a:pt x="219" y="745"/>
                </a:lnTo>
                <a:lnTo>
                  <a:pt x="219" y="744"/>
                </a:lnTo>
                <a:lnTo>
                  <a:pt x="218" y="744"/>
                </a:lnTo>
                <a:lnTo>
                  <a:pt x="217" y="743"/>
                </a:lnTo>
                <a:lnTo>
                  <a:pt x="216" y="743"/>
                </a:lnTo>
                <a:lnTo>
                  <a:pt x="215" y="743"/>
                </a:lnTo>
                <a:lnTo>
                  <a:pt x="214" y="743"/>
                </a:lnTo>
                <a:lnTo>
                  <a:pt x="214" y="742"/>
                </a:lnTo>
                <a:lnTo>
                  <a:pt x="213" y="741"/>
                </a:lnTo>
                <a:lnTo>
                  <a:pt x="213" y="739"/>
                </a:lnTo>
                <a:lnTo>
                  <a:pt x="213" y="738"/>
                </a:lnTo>
                <a:lnTo>
                  <a:pt x="212" y="738"/>
                </a:lnTo>
                <a:lnTo>
                  <a:pt x="212" y="737"/>
                </a:lnTo>
                <a:lnTo>
                  <a:pt x="213" y="737"/>
                </a:lnTo>
                <a:lnTo>
                  <a:pt x="213" y="736"/>
                </a:lnTo>
                <a:lnTo>
                  <a:pt x="212" y="736"/>
                </a:lnTo>
                <a:lnTo>
                  <a:pt x="212" y="735"/>
                </a:lnTo>
                <a:lnTo>
                  <a:pt x="211" y="734"/>
                </a:lnTo>
                <a:lnTo>
                  <a:pt x="211" y="733"/>
                </a:lnTo>
                <a:lnTo>
                  <a:pt x="210" y="732"/>
                </a:lnTo>
                <a:lnTo>
                  <a:pt x="209" y="732"/>
                </a:lnTo>
                <a:lnTo>
                  <a:pt x="207" y="733"/>
                </a:lnTo>
                <a:lnTo>
                  <a:pt x="206" y="733"/>
                </a:lnTo>
                <a:lnTo>
                  <a:pt x="205" y="734"/>
                </a:lnTo>
                <a:lnTo>
                  <a:pt x="205" y="735"/>
                </a:lnTo>
                <a:lnTo>
                  <a:pt x="204" y="735"/>
                </a:lnTo>
                <a:lnTo>
                  <a:pt x="204" y="736"/>
                </a:lnTo>
                <a:lnTo>
                  <a:pt x="204" y="737"/>
                </a:lnTo>
                <a:lnTo>
                  <a:pt x="201" y="738"/>
                </a:lnTo>
                <a:lnTo>
                  <a:pt x="200" y="738"/>
                </a:lnTo>
                <a:lnTo>
                  <a:pt x="199" y="737"/>
                </a:lnTo>
                <a:lnTo>
                  <a:pt x="198" y="738"/>
                </a:lnTo>
                <a:lnTo>
                  <a:pt x="197" y="738"/>
                </a:lnTo>
                <a:lnTo>
                  <a:pt x="196" y="738"/>
                </a:lnTo>
                <a:lnTo>
                  <a:pt x="195" y="738"/>
                </a:lnTo>
                <a:lnTo>
                  <a:pt x="195" y="739"/>
                </a:lnTo>
                <a:lnTo>
                  <a:pt x="195" y="740"/>
                </a:lnTo>
                <a:lnTo>
                  <a:pt x="195" y="741"/>
                </a:lnTo>
                <a:lnTo>
                  <a:pt x="194" y="742"/>
                </a:lnTo>
                <a:lnTo>
                  <a:pt x="193" y="743"/>
                </a:lnTo>
                <a:lnTo>
                  <a:pt x="192" y="743"/>
                </a:lnTo>
                <a:lnTo>
                  <a:pt x="192" y="742"/>
                </a:lnTo>
                <a:lnTo>
                  <a:pt x="191" y="741"/>
                </a:lnTo>
                <a:lnTo>
                  <a:pt x="192" y="741"/>
                </a:lnTo>
                <a:lnTo>
                  <a:pt x="192" y="740"/>
                </a:lnTo>
                <a:lnTo>
                  <a:pt x="191" y="739"/>
                </a:lnTo>
                <a:lnTo>
                  <a:pt x="190" y="738"/>
                </a:lnTo>
                <a:lnTo>
                  <a:pt x="190" y="737"/>
                </a:lnTo>
                <a:lnTo>
                  <a:pt x="189" y="736"/>
                </a:lnTo>
                <a:lnTo>
                  <a:pt x="189" y="735"/>
                </a:lnTo>
                <a:lnTo>
                  <a:pt x="188" y="735"/>
                </a:lnTo>
                <a:lnTo>
                  <a:pt x="188" y="734"/>
                </a:lnTo>
                <a:lnTo>
                  <a:pt x="187" y="733"/>
                </a:lnTo>
                <a:lnTo>
                  <a:pt x="186" y="733"/>
                </a:lnTo>
                <a:lnTo>
                  <a:pt x="185" y="733"/>
                </a:lnTo>
                <a:lnTo>
                  <a:pt x="185" y="732"/>
                </a:lnTo>
                <a:lnTo>
                  <a:pt x="185" y="731"/>
                </a:lnTo>
                <a:lnTo>
                  <a:pt x="184" y="730"/>
                </a:lnTo>
                <a:lnTo>
                  <a:pt x="184" y="729"/>
                </a:lnTo>
                <a:lnTo>
                  <a:pt x="183" y="728"/>
                </a:lnTo>
                <a:lnTo>
                  <a:pt x="182" y="728"/>
                </a:lnTo>
                <a:lnTo>
                  <a:pt x="180" y="728"/>
                </a:lnTo>
                <a:lnTo>
                  <a:pt x="180" y="727"/>
                </a:lnTo>
                <a:lnTo>
                  <a:pt x="180" y="726"/>
                </a:lnTo>
                <a:lnTo>
                  <a:pt x="180" y="725"/>
                </a:lnTo>
                <a:lnTo>
                  <a:pt x="180" y="724"/>
                </a:lnTo>
                <a:lnTo>
                  <a:pt x="179" y="724"/>
                </a:lnTo>
                <a:lnTo>
                  <a:pt x="178" y="724"/>
                </a:lnTo>
                <a:lnTo>
                  <a:pt x="177" y="724"/>
                </a:lnTo>
                <a:lnTo>
                  <a:pt x="176" y="724"/>
                </a:lnTo>
                <a:lnTo>
                  <a:pt x="175" y="724"/>
                </a:lnTo>
                <a:lnTo>
                  <a:pt x="174" y="723"/>
                </a:lnTo>
                <a:lnTo>
                  <a:pt x="173" y="723"/>
                </a:lnTo>
                <a:lnTo>
                  <a:pt x="172" y="723"/>
                </a:lnTo>
                <a:lnTo>
                  <a:pt x="171" y="723"/>
                </a:lnTo>
                <a:lnTo>
                  <a:pt x="171" y="722"/>
                </a:lnTo>
                <a:lnTo>
                  <a:pt x="169" y="722"/>
                </a:lnTo>
                <a:lnTo>
                  <a:pt x="169" y="721"/>
                </a:lnTo>
                <a:lnTo>
                  <a:pt x="168" y="721"/>
                </a:lnTo>
                <a:lnTo>
                  <a:pt x="168" y="722"/>
                </a:lnTo>
                <a:lnTo>
                  <a:pt x="168" y="723"/>
                </a:lnTo>
                <a:lnTo>
                  <a:pt x="168" y="725"/>
                </a:lnTo>
                <a:lnTo>
                  <a:pt x="168" y="726"/>
                </a:lnTo>
                <a:lnTo>
                  <a:pt x="167" y="727"/>
                </a:lnTo>
                <a:lnTo>
                  <a:pt x="167" y="729"/>
                </a:lnTo>
                <a:lnTo>
                  <a:pt x="166" y="729"/>
                </a:lnTo>
                <a:lnTo>
                  <a:pt x="165" y="729"/>
                </a:lnTo>
                <a:lnTo>
                  <a:pt x="164" y="730"/>
                </a:lnTo>
                <a:lnTo>
                  <a:pt x="163" y="731"/>
                </a:lnTo>
                <a:lnTo>
                  <a:pt x="162" y="732"/>
                </a:lnTo>
                <a:lnTo>
                  <a:pt x="162" y="733"/>
                </a:lnTo>
                <a:lnTo>
                  <a:pt x="162" y="734"/>
                </a:lnTo>
                <a:lnTo>
                  <a:pt x="162" y="735"/>
                </a:lnTo>
                <a:lnTo>
                  <a:pt x="161" y="734"/>
                </a:lnTo>
                <a:lnTo>
                  <a:pt x="161" y="735"/>
                </a:lnTo>
                <a:lnTo>
                  <a:pt x="161" y="736"/>
                </a:lnTo>
                <a:lnTo>
                  <a:pt x="161" y="737"/>
                </a:lnTo>
                <a:lnTo>
                  <a:pt x="161" y="738"/>
                </a:lnTo>
                <a:lnTo>
                  <a:pt x="160" y="738"/>
                </a:lnTo>
                <a:lnTo>
                  <a:pt x="159" y="738"/>
                </a:lnTo>
                <a:lnTo>
                  <a:pt x="158" y="737"/>
                </a:lnTo>
                <a:lnTo>
                  <a:pt x="156" y="736"/>
                </a:lnTo>
                <a:lnTo>
                  <a:pt x="155" y="735"/>
                </a:lnTo>
                <a:lnTo>
                  <a:pt x="154" y="735"/>
                </a:lnTo>
                <a:lnTo>
                  <a:pt x="154" y="734"/>
                </a:lnTo>
                <a:lnTo>
                  <a:pt x="154" y="733"/>
                </a:lnTo>
                <a:lnTo>
                  <a:pt x="154" y="732"/>
                </a:lnTo>
                <a:lnTo>
                  <a:pt x="153" y="732"/>
                </a:lnTo>
                <a:lnTo>
                  <a:pt x="152" y="731"/>
                </a:lnTo>
                <a:lnTo>
                  <a:pt x="152" y="730"/>
                </a:lnTo>
                <a:lnTo>
                  <a:pt x="152" y="729"/>
                </a:lnTo>
                <a:lnTo>
                  <a:pt x="151" y="729"/>
                </a:lnTo>
                <a:lnTo>
                  <a:pt x="150" y="728"/>
                </a:lnTo>
                <a:lnTo>
                  <a:pt x="149" y="727"/>
                </a:lnTo>
                <a:lnTo>
                  <a:pt x="149" y="726"/>
                </a:lnTo>
                <a:lnTo>
                  <a:pt x="150" y="726"/>
                </a:lnTo>
                <a:lnTo>
                  <a:pt x="150" y="725"/>
                </a:lnTo>
                <a:lnTo>
                  <a:pt x="150" y="724"/>
                </a:lnTo>
                <a:lnTo>
                  <a:pt x="150" y="723"/>
                </a:lnTo>
                <a:lnTo>
                  <a:pt x="150" y="722"/>
                </a:lnTo>
                <a:lnTo>
                  <a:pt x="150" y="721"/>
                </a:lnTo>
                <a:lnTo>
                  <a:pt x="150" y="720"/>
                </a:lnTo>
                <a:lnTo>
                  <a:pt x="149" y="719"/>
                </a:lnTo>
                <a:lnTo>
                  <a:pt x="148" y="719"/>
                </a:lnTo>
                <a:lnTo>
                  <a:pt x="148" y="718"/>
                </a:lnTo>
                <a:lnTo>
                  <a:pt x="147" y="717"/>
                </a:lnTo>
                <a:lnTo>
                  <a:pt x="146" y="716"/>
                </a:lnTo>
                <a:lnTo>
                  <a:pt x="146" y="715"/>
                </a:lnTo>
                <a:lnTo>
                  <a:pt x="145" y="714"/>
                </a:lnTo>
                <a:lnTo>
                  <a:pt x="144" y="714"/>
                </a:lnTo>
                <a:lnTo>
                  <a:pt x="143" y="714"/>
                </a:lnTo>
                <a:lnTo>
                  <a:pt x="143" y="715"/>
                </a:lnTo>
                <a:lnTo>
                  <a:pt x="142" y="716"/>
                </a:lnTo>
                <a:lnTo>
                  <a:pt x="142" y="715"/>
                </a:lnTo>
                <a:lnTo>
                  <a:pt x="141" y="715"/>
                </a:lnTo>
                <a:lnTo>
                  <a:pt x="139" y="714"/>
                </a:lnTo>
                <a:lnTo>
                  <a:pt x="139" y="715"/>
                </a:lnTo>
                <a:lnTo>
                  <a:pt x="138" y="716"/>
                </a:lnTo>
                <a:lnTo>
                  <a:pt x="137" y="715"/>
                </a:lnTo>
                <a:lnTo>
                  <a:pt x="137" y="714"/>
                </a:lnTo>
                <a:lnTo>
                  <a:pt x="136" y="713"/>
                </a:lnTo>
                <a:lnTo>
                  <a:pt x="135" y="712"/>
                </a:lnTo>
                <a:lnTo>
                  <a:pt x="134" y="712"/>
                </a:lnTo>
                <a:lnTo>
                  <a:pt x="134" y="711"/>
                </a:lnTo>
                <a:lnTo>
                  <a:pt x="134" y="710"/>
                </a:lnTo>
                <a:lnTo>
                  <a:pt x="135" y="710"/>
                </a:lnTo>
                <a:lnTo>
                  <a:pt x="135" y="709"/>
                </a:lnTo>
                <a:lnTo>
                  <a:pt x="134" y="707"/>
                </a:lnTo>
                <a:lnTo>
                  <a:pt x="135" y="707"/>
                </a:lnTo>
                <a:lnTo>
                  <a:pt x="135" y="706"/>
                </a:lnTo>
                <a:lnTo>
                  <a:pt x="135" y="704"/>
                </a:lnTo>
                <a:lnTo>
                  <a:pt x="134" y="704"/>
                </a:lnTo>
                <a:lnTo>
                  <a:pt x="134" y="705"/>
                </a:lnTo>
                <a:lnTo>
                  <a:pt x="134" y="706"/>
                </a:lnTo>
                <a:lnTo>
                  <a:pt x="133" y="706"/>
                </a:lnTo>
                <a:lnTo>
                  <a:pt x="132" y="705"/>
                </a:lnTo>
                <a:lnTo>
                  <a:pt x="132" y="704"/>
                </a:lnTo>
                <a:lnTo>
                  <a:pt x="131" y="703"/>
                </a:lnTo>
                <a:lnTo>
                  <a:pt x="131" y="701"/>
                </a:lnTo>
                <a:lnTo>
                  <a:pt x="131" y="700"/>
                </a:lnTo>
                <a:lnTo>
                  <a:pt x="130" y="699"/>
                </a:lnTo>
                <a:lnTo>
                  <a:pt x="129" y="699"/>
                </a:lnTo>
                <a:lnTo>
                  <a:pt x="128" y="698"/>
                </a:lnTo>
                <a:lnTo>
                  <a:pt x="128" y="699"/>
                </a:lnTo>
                <a:lnTo>
                  <a:pt x="127" y="699"/>
                </a:lnTo>
                <a:lnTo>
                  <a:pt x="126" y="699"/>
                </a:lnTo>
                <a:lnTo>
                  <a:pt x="126" y="700"/>
                </a:lnTo>
                <a:lnTo>
                  <a:pt x="126" y="701"/>
                </a:lnTo>
                <a:lnTo>
                  <a:pt x="125" y="701"/>
                </a:lnTo>
                <a:lnTo>
                  <a:pt x="125" y="702"/>
                </a:lnTo>
                <a:lnTo>
                  <a:pt x="124" y="702"/>
                </a:lnTo>
                <a:lnTo>
                  <a:pt x="124" y="701"/>
                </a:lnTo>
                <a:lnTo>
                  <a:pt x="123" y="701"/>
                </a:lnTo>
                <a:lnTo>
                  <a:pt x="122" y="700"/>
                </a:lnTo>
                <a:lnTo>
                  <a:pt x="122" y="701"/>
                </a:lnTo>
                <a:lnTo>
                  <a:pt x="121" y="701"/>
                </a:lnTo>
                <a:lnTo>
                  <a:pt x="119" y="700"/>
                </a:lnTo>
                <a:lnTo>
                  <a:pt x="118" y="700"/>
                </a:lnTo>
                <a:lnTo>
                  <a:pt x="119" y="699"/>
                </a:lnTo>
                <a:lnTo>
                  <a:pt x="120" y="697"/>
                </a:lnTo>
                <a:lnTo>
                  <a:pt x="119" y="696"/>
                </a:lnTo>
                <a:lnTo>
                  <a:pt x="118" y="695"/>
                </a:lnTo>
                <a:lnTo>
                  <a:pt x="119" y="695"/>
                </a:lnTo>
                <a:lnTo>
                  <a:pt x="119" y="694"/>
                </a:lnTo>
                <a:lnTo>
                  <a:pt x="120" y="693"/>
                </a:lnTo>
                <a:lnTo>
                  <a:pt x="121" y="692"/>
                </a:lnTo>
                <a:lnTo>
                  <a:pt x="121" y="691"/>
                </a:lnTo>
                <a:lnTo>
                  <a:pt x="120" y="690"/>
                </a:lnTo>
                <a:lnTo>
                  <a:pt x="119" y="690"/>
                </a:lnTo>
                <a:lnTo>
                  <a:pt x="119" y="689"/>
                </a:lnTo>
                <a:lnTo>
                  <a:pt x="118" y="689"/>
                </a:lnTo>
                <a:lnTo>
                  <a:pt x="117" y="688"/>
                </a:lnTo>
                <a:lnTo>
                  <a:pt x="117" y="687"/>
                </a:lnTo>
                <a:lnTo>
                  <a:pt x="118" y="686"/>
                </a:lnTo>
                <a:lnTo>
                  <a:pt x="119" y="686"/>
                </a:lnTo>
                <a:lnTo>
                  <a:pt x="119" y="685"/>
                </a:lnTo>
                <a:lnTo>
                  <a:pt x="119" y="684"/>
                </a:lnTo>
                <a:lnTo>
                  <a:pt x="119" y="683"/>
                </a:lnTo>
                <a:lnTo>
                  <a:pt x="119" y="682"/>
                </a:lnTo>
                <a:lnTo>
                  <a:pt x="119" y="681"/>
                </a:lnTo>
                <a:lnTo>
                  <a:pt x="119" y="680"/>
                </a:lnTo>
                <a:lnTo>
                  <a:pt x="119" y="679"/>
                </a:lnTo>
                <a:lnTo>
                  <a:pt x="119" y="678"/>
                </a:lnTo>
                <a:lnTo>
                  <a:pt x="118" y="678"/>
                </a:lnTo>
                <a:lnTo>
                  <a:pt x="118" y="677"/>
                </a:lnTo>
                <a:lnTo>
                  <a:pt x="118" y="676"/>
                </a:lnTo>
                <a:lnTo>
                  <a:pt x="117" y="675"/>
                </a:lnTo>
                <a:lnTo>
                  <a:pt x="116" y="675"/>
                </a:lnTo>
                <a:lnTo>
                  <a:pt x="117" y="674"/>
                </a:lnTo>
                <a:lnTo>
                  <a:pt x="116" y="674"/>
                </a:lnTo>
                <a:lnTo>
                  <a:pt x="116" y="673"/>
                </a:lnTo>
                <a:lnTo>
                  <a:pt x="116" y="672"/>
                </a:lnTo>
                <a:lnTo>
                  <a:pt x="116" y="671"/>
                </a:lnTo>
                <a:lnTo>
                  <a:pt x="115" y="671"/>
                </a:lnTo>
                <a:lnTo>
                  <a:pt x="115" y="670"/>
                </a:lnTo>
                <a:lnTo>
                  <a:pt x="115" y="669"/>
                </a:lnTo>
                <a:lnTo>
                  <a:pt x="116" y="669"/>
                </a:lnTo>
                <a:lnTo>
                  <a:pt x="116" y="668"/>
                </a:lnTo>
                <a:lnTo>
                  <a:pt x="117" y="668"/>
                </a:lnTo>
                <a:lnTo>
                  <a:pt x="118" y="667"/>
                </a:lnTo>
                <a:lnTo>
                  <a:pt x="119" y="666"/>
                </a:lnTo>
                <a:lnTo>
                  <a:pt x="119" y="665"/>
                </a:lnTo>
                <a:lnTo>
                  <a:pt x="120" y="665"/>
                </a:lnTo>
                <a:lnTo>
                  <a:pt x="120" y="664"/>
                </a:lnTo>
                <a:lnTo>
                  <a:pt x="121" y="664"/>
                </a:lnTo>
                <a:lnTo>
                  <a:pt x="122" y="663"/>
                </a:lnTo>
                <a:lnTo>
                  <a:pt x="122" y="662"/>
                </a:lnTo>
                <a:lnTo>
                  <a:pt x="123" y="661"/>
                </a:lnTo>
                <a:lnTo>
                  <a:pt x="123" y="660"/>
                </a:lnTo>
                <a:lnTo>
                  <a:pt x="123" y="659"/>
                </a:lnTo>
                <a:lnTo>
                  <a:pt x="123" y="658"/>
                </a:lnTo>
                <a:lnTo>
                  <a:pt x="124" y="658"/>
                </a:lnTo>
                <a:lnTo>
                  <a:pt x="123" y="658"/>
                </a:lnTo>
                <a:lnTo>
                  <a:pt x="124" y="657"/>
                </a:lnTo>
                <a:lnTo>
                  <a:pt x="124" y="656"/>
                </a:lnTo>
                <a:lnTo>
                  <a:pt x="124" y="655"/>
                </a:lnTo>
                <a:lnTo>
                  <a:pt x="123" y="655"/>
                </a:lnTo>
                <a:lnTo>
                  <a:pt x="123" y="654"/>
                </a:lnTo>
                <a:lnTo>
                  <a:pt x="123" y="653"/>
                </a:lnTo>
                <a:lnTo>
                  <a:pt x="124" y="653"/>
                </a:lnTo>
                <a:lnTo>
                  <a:pt x="124" y="652"/>
                </a:lnTo>
                <a:lnTo>
                  <a:pt x="125" y="652"/>
                </a:lnTo>
                <a:lnTo>
                  <a:pt x="125" y="651"/>
                </a:lnTo>
                <a:lnTo>
                  <a:pt x="125" y="650"/>
                </a:lnTo>
                <a:lnTo>
                  <a:pt x="124" y="650"/>
                </a:lnTo>
                <a:lnTo>
                  <a:pt x="124" y="649"/>
                </a:lnTo>
                <a:lnTo>
                  <a:pt x="125" y="649"/>
                </a:lnTo>
                <a:lnTo>
                  <a:pt x="126" y="649"/>
                </a:lnTo>
                <a:lnTo>
                  <a:pt x="126" y="648"/>
                </a:lnTo>
                <a:lnTo>
                  <a:pt x="127" y="648"/>
                </a:lnTo>
                <a:lnTo>
                  <a:pt x="128" y="648"/>
                </a:lnTo>
                <a:lnTo>
                  <a:pt x="128" y="647"/>
                </a:lnTo>
                <a:lnTo>
                  <a:pt x="129" y="646"/>
                </a:lnTo>
                <a:lnTo>
                  <a:pt x="130" y="646"/>
                </a:lnTo>
                <a:lnTo>
                  <a:pt x="131" y="645"/>
                </a:lnTo>
                <a:lnTo>
                  <a:pt x="132" y="644"/>
                </a:lnTo>
                <a:lnTo>
                  <a:pt x="133" y="643"/>
                </a:lnTo>
                <a:lnTo>
                  <a:pt x="133" y="642"/>
                </a:lnTo>
                <a:lnTo>
                  <a:pt x="133" y="641"/>
                </a:lnTo>
                <a:lnTo>
                  <a:pt x="132" y="641"/>
                </a:lnTo>
                <a:lnTo>
                  <a:pt x="132" y="640"/>
                </a:lnTo>
                <a:lnTo>
                  <a:pt x="131" y="640"/>
                </a:lnTo>
                <a:lnTo>
                  <a:pt x="131" y="639"/>
                </a:lnTo>
                <a:lnTo>
                  <a:pt x="131" y="638"/>
                </a:lnTo>
                <a:lnTo>
                  <a:pt x="130" y="638"/>
                </a:lnTo>
                <a:lnTo>
                  <a:pt x="130" y="637"/>
                </a:lnTo>
                <a:lnTo>
                  <a:pt x="131" y="637"/>
                </a:lnTo>
                <a:lnTo>
                  <a:pt x="131" y="636"/>
                </a:lnTo>
                <a:lnTo>
                  <a:pt x="131" y="635"/>
                </a:lnTo>
                <a:lnTo>
                  <a:pt x="131" y="634"/>
                </a:lnTo>
                <a:lnTo>
                  <a:pt x="131" y="633"/>
                </a:lnTo>
                <a:lnTo>
                  <a:pt x="132" y="633"/>
                </a:lnTo>
                <a:lnTo>
                  <a:pt x="132" y="632"/>
                </a:lnTo>
                <a:lnTo>
                  <a:pt x="132" y="631"/>
                </a:lnTo>
                <a:lnTo>
                  <a:pt x="133" y="631"/>
                </a:lnTo>
                <a:lnTo>
                  <a:pt x="133" y="630"/>
                </a:lnTo>
                <a:lnTo>
                  <a:pt x="134" y="630"/>
                </a:lnTo>
                <a:lnTo>
                  <a:pt x="135" y="629"/>
                </a:lnTo>
                <a:lnTo>
                  <a:pt x="136" y="628"/>
                </a:lnTo>
                <a:lnTo>
                  <a:pt x="136" y="627"/>
                </a:lnTo>
                <a:lnTo>
                  <a:pt x="136" y="626"/>
                </a:lnTo>
                <a:lnTo>
                  <a:pt x="137" y="626"/>
                </a:lnTo>
                <a:lnTo>
                  <a:pt x="137" y="625"/>
                </a:lnTo>
                <a:lnTo>
                  <a:pt x="136" y="625"/>
                </a:lnTo>
                <a:lnTo>
                  <a:pt x="137" y="625"/>
                </a:lnTo>
                <a:lnTo>
                  <a:pt x="138" y="625"/>
                </a:lnTo>
                <a:lnTo>
                  <a:pt x="139" y="625"/>
                </a:lnTo>
                <a:lnTo>
                  <a:pt x="140" y="625"/>
                </a:lnTo>
                <a:lnTo>
                  <a:pt x="141" y="625"/>
                </a:lnTo>
                <a:lnTo>
                  <a:pt x="142" y="625"/>
                </a:lnTo>
                <a:lnTo>
                  <a:pt x="142" y="624"/>
                </a:lnTo>
                <a:lnTo>
                  <a:pt x="143" y="623"/>
                </a:lnTo>
                <a:lnTo>
                  <a:pt x="144" y="622"/>
                </a:lnTo>
                <a:lnTo>
                  <a:pt x="145" y="622"/>
                </a:lnTo>
                <a:lnTo>
                  <a:pt x="146" y="622"/>
                </a:lnTo>
                <a:lnTo>
                  <a:pt x="147" y="621"/>
                </a:lnTo>
                <a:lnTo>
                  <a:pt x="147" y="620"/>
                </a:lnTo>
                <a:lnTo>
                  <a:pt x="147" y="619"/>
                </a:lnTo>
                <a:lnTo>
                  <a:pt x="148" y="619"/>
                </a:lnTo>
                <a:lnTo>
                  <a:pt x="148" y="618"/>
                </a:lnTo>
                <a:lnTo>
                  <a:pt x="149" y="618"/>
                </a:lnTo>
                <a:lnTo>
                  <a:pt x="149" y="617"/>
                </a:lnTo>
                <a:lnTo>
                  <a:pt x="150" y="617"/>
                </a:lnTo>
                <a:lnTo>
                  <a:pt x="150" y="616"/>
                </a:lnTo>
                <a:lnTo>
                  <a:pt x="151" y="616"/>
                </a:lnTo>
                <a:lnTo>
                  <a:pt x="152" y="615"/>
                </a:lnTo>
                <a:lnTo>
                  <a:pt x="153" y="615"/>
                </a:lnTo>
                <a:lnTo>
                  <a:pt x="153" y="614"/>
                </a:lnTo>
                <a:lnTo>
                  <a:pt x="154" y="613"/>
                </a:lnTo>
                <a:lnTo>
                  <a:pt x="154" y="612"/>
                </a:lnTo>
                <a:lnTo>
                  <a:pt x="155" y="611"/>
                </a:lnTo>
                <a:lnTo>
                  <a:pt x="156" y="611"/>
                </a:lnTo>
                <a:lnTo>
                  <a:pt x="157" y="610"/>
                </a:lnTo>
                <a:lnTo>
                  <a:pt x="158" y="610"/>
                </a:lnTo>
                <a:lnTo>
                  <a:pt x="159" y="610"/>
                </a:lnTo>
                <a:lnTo>
                  <a:pt x="159" y="609"/>
                </a:lnTo>
                <a:lnTo>
                  <a:pt x="160" y="609"/>
                </a:lnTo>
                <a:lnTo>
                  <a:pt x="159" y="609"/>
                </a:lnTo>
                <a:lnTo>
                  <a:pt x="160" y="608"/>
                </a:lnTo>
                <a:lnTo>
                  <a:pt x="160" y="607"/>
                </a:lnTo>
                <a:lnTo>
                  <a:pt x="161" y="607"/>
                </a:lnTo>
                <a:lnTo>
                  <a:pt x="161" y="606"/>
                </a:lnTo>
                <a:lnTo>
                  <a:pt x="162" y="606"/>
                </a:lnTo>
                <a:lnTo>
                  <a:pt x="163" y="606"/>
                </a:lnTo>
                <a:lnTo>
                  <a:pt x="164" y="607"/>
                </a:lnTo>
                <a:lnTo>
                  <a:pt x="165" y="607"/>
                </a:lnTo>
                <a:lnTo>
                  <a:pt x="165" y="608"/>
                </a:lnTo>
                <a:lnTo>
                  <a:pt x="166" y="608"/>
                </a:lnTo>
                <a:lnTo>
                  <a:pt x="166" y="607"/>
                </a:lnTo>
                <a:lnTo>
                  <a:pt x="167" y="607"/>
                </a:lnTo>
                <a:lnTo>
                  <a:pt x="168" y="607"/>
                </a:lnTo>
                <a:lnTo>
                  <a:pt x="168" y="608"/>
                </a:lnTo>
                <a:lnTo>
                  <a:pt x="169" y="608"/>
                </a:lnTo>
                <a:lnTo>
                  <a:pt x="170" y="608"/>
                </a:lnTo>
                <a:lnTo>
                  <a:pt x="171" y="608"/>
                </a:lnTo>
                <a:lnTo>
                  <a:pt x="172" y="608"/>
                </a:lnTo>
                <a:lnTo>
                  <a:pt x="172" y="607"/>
                </a:lnTo>
                <a:lnTo>
                  <a:pt x="171" y="607"/>
                </a:lnTo>
                <a:lnTo>
                  <a:pt x="170" y="607"/>
                </a:lnTo>
                <a:lnTo>
                  <a:pt x="171" y="606"/>
                </a:lnTo>
                <a:lnTo>
                  <a:pt x="172" y="605"/>
                </a:lnTo>
                <a:lnTo>
                  <a:pt x="172" y="604"/>
                </a:lnTo>
                <a:lnTo>
                  <a:pt x="175" y="604"/>
                </a:lnTo>
                <a:lnTo>
                  <a:pt x="176" y="603"/>
                </a:lnTo>
                <a:lnTo>
                  <a:pt x="176" y="602"/>
                </a:lnTo>
                <a:lnTo>
                  <a:pt x="177" y="602"/>
                </a:lnTo>
                <a:lnTo>
                  <a:pt x="177" y="603"/>
                </a:lnTo>
                <a:lnTo>
                  <a:pt x="178" y="603"/>
                </a:lnTo>
                <a:lnTo>
                  <a:pt x="179" y="603"/>
                </a:lnTo>
                <a:lnTo>
                  <a:pt x="180" y="603"/>
                </a:lnTo>
                <a:lnTo>
                  <a:pt x="180" y="604"/>
                </a:lnTo>
                <a:lnTo>
                  <a:pt x="181" y="605"/>
                </a:lnTo>
                <a:lnTo>
                  <a:pt x="183" y="605"/>
                </a:lnTo>
                <a:lnTo>
                  <a:pt x="183" y="604"/>
                </a:lnTo>
                <a:lnTo>
                  <a:pt x="183" y="605"/>
                </a:lnTo>
                <a:lnTo>
                  <a:pt x="184" y="605"/>
                </a:lnTo>
                <a:lnTo>
                  <a:pt x="183" y="605"/>
                </a:lnTo>
                <a:lnTo>
                  <a:pt x="183" y="606"/>
                </a:lnTo>
                <a:lnTo>
                  <a:pt x="184" y="606"/>
                </a:lnTo>
                <a:lnTo>
                  <a:pt x="185" y="606"/>
                </a:lnTo>
                <a:lnTo>
                  <a:pt x="186" y="606"/>
                </a:lnTo>
                <a:lnTo>
                  <a:pt x="186" y="605"/>
                </a:lnTo>
                <a:lnTo>
                  <a:pt x="187" y="604"/>
                </a:lnTo>
                <a:lnTo>
                  <a:pt x="187" y="603"/>
                </a:lnTo>
                <a:lnTo>
                  <a:pt x="188" y="603"/>
                </a:lnTo>
                <a:lnTo>
                  <a:pt x="188" y="604"/>
                </a:lnTo>
                <a:lnTo>
                  <a:pt x="189" y="604"/>
                </a:lnTo>
                <a:lnTo>
                  <a:pt x="189" y="603"/>
                </a:lnTo>
                <a:lnTo>
                  <a:pt x="189" y="602"/>
                </a:lnTo>
                <a:lnTo>
                  <a:pt x="190" y="602"/>
                </a:lnTo>
                <a:lnTo>
                  <a:pt x="190" y="601"/>
                </a:lnTo>
                <a:lnTo>
                  <a:pt x="191" y="601"/>
                </a:lnTo>
                <a:lnTo>
                  <a:pt x="191" y="602"/>
                </a:lnTo>
                <a:lnTo>
                  <a:pt x="191" y="603"/>
                </a:lnTo>
                <a:lnTo>
                  <a:pt x="192" y="603"/>
                </a:lnTo>
                <a:lnTo>
                  <a:pt x="192" y="604"/>
                </a:lnTo>
                <a:lnTo>
                  <a:pt x="192" y="603"/>
                </a:lnTo>
                <a:lnTo>
                  <a:pt x="193" y="603"/>
                </a:lnTo>
                <a:lnTo>
                  <a:pt x="194" y="603"/>
                </a:lnTo>
                <a:lnTo>
                  <a:pt x="195" y="603"/>
                </a:lnTo>
                <a:lnTo>
                  <a:pt x="196" y="603"/>
                </a:lnTo>
                <a:lnTo>
                  <a:pt x="197" y="602"/>
                </a:lnTo>
                <a:lnTo>
                  <a:pt x="197" y="601"/>
                </a:lnTo>
                <a:lnTo>
                  <a:pt x="197" y="600"/>
                </a:lnTo>
                <a:lnTo>
                  <a:pt x="198" y="599"/>
                </a:lnTo>
                <a:lnTo>
                  <a:pt x="199" y="599"/>
                </a:lnTo>
                <a:lnTo>
                  <a:pt x="200" y="599"/>
                </a:lnTo>
                <a:lnTo>
                  <a:pt x="201" y="599"/>
                </a:lnTo>
                <a:lnTo>
                  <a:pt x="201" y="598"/>
                </a:lnTo>
                <a:lnTo>
                  <a:pt x="201" y="597"/>
                </a:lnTo>
                <a:lnTo>
                  <a:pt x="201" y="595"/>
                </a:lnTo>
                <a:lnTo>
                  <a:pt x="201" y="594"/>
                </a:lnTo>
                <a:lnTo>
                  <a:pt x="201" y="593"/>
                </a:lnTo>
                <a:lnTo>
                  <a:pt x="200" y="593"/>
                </a:lnTo>
                <a:lnTo>
                  <a:pt x="199" y="592"/>
                </a:lnTo>
                <a:lnTo>
                  <a:pt x="198" y="591"/>
                </a:lnTo>
                <a:lnTo>
                  <a:pt x="197" y="591"/>
                </a:lnTo>
                <a:lnTo>
                  <a:pt x="197" y="590"/>
                </a:lnTo>
                <a:lnTo>
                  <a:pt x="196" y="589"/>
                </a:lnTo>
                <a:lnTo>
                  <a:pt x="196" y="588"/>
                </a:lnTo>
                <a:lnTo>
                  <a:pt x="197" y="587"/>
                </a:lnTo>
                <a:lnTo>
                  <a:pt x="197" y="585"/>
                </a:lnTo>
                <a:lnTo>
                  <a:pt x="196" y="585"/>
                </a:lnTo>
                <a:lnTo>
                  <a:pt x="196" y="584"/>
                </a:lnTo>
                <a:lnTo>
                  <a:pt x="196" y="583"/>
                </a:lnTo>
                <a:lnTo>
                  <a:pt x="196" y="582"/>
                </a:lnTo>
                <a:lnTo>
                  <a:pt x="196" y="581"/>
                </a:lnTo>
                <a:lnTo>
                  <a:pt x="197" y="580"/>
                </a:lnTo>
                <a:lnTo>
                  <a:pt x="198" y="581"/>
                </a:lnTo>
                <a:lnTo>
                  <a:pt x="198" y="580"/>
                </a:lnTo>
                <a:lnTo>
                  <a:pt x="198" y="579"/>
                </a:lnTo>
                <a:lnTo>
                  <a:pt x="198" y="578"/>
                </a:lnTo>
                <a:lnTo>
                  <a:pt x="198" y="577"/>
                </a:lnTo>
                <a:lnTo>
                  <a:pt x="199" y="577"/>
                </a:lnTo>
                <a:lnTo>
                  <a:pt x="199" y="576"/>
                </a:lnTo>
                <a:lnTo>
                  <a:pt x="199" y="575"/>
                </a:lnTo>
                <a:lnTo>
                  <a:pt x="199" y="574"/>
                </a:lnTo>
                <a:lnTo>
                  <a:pt x="199" y="573"/>
                </a:lnTo>
                <a:lnTo>
                  <a:pt x="200" y="573"/>
                </a:lnTo>
                <a:lnTo>
                  <a:pt x="200" y="572"/>
                </a:lnTo>
                <a:lnTo>
                  <a:pt x="199" y="572"/>
                </a:lnTo>
                <a:lnTo>
                  <a:pt x="199" y="571"/>
                </a:lnTo>
                <a:lnTo>
                  <a:pt x="198" y="570"/>
                </a:lnTo>
                <a:lnTo>
                  <a:pt x="199" y="570"/>
                </a:lnTo>
                <a:lnTo>
                  <a:pt x="199" y="569"/>
                </a:lnTo>
                <a:lnTo>
                  <a:pt x="198" y="569"/>
                </a:lnTo>
                <a:lnTo>
                  <a:pt x="198" y="568"/>
                </a:lnTo>
                <a:lnTo>
                  <a:pt x="197" y="568"/>
                </a:lnTo>
                <a:lnTo>
                  <a:pt x="197" y="567"/>
                </a:lnTo>
                <a:lnTo>
                  <a:pt x="197" y="566"/>
                </a:lnTo>
                <a:lnTo>
                  <a:pt x="197" y="565"/>
                </a:lnTo>
                <a:lnTo>
                  <a:pt x="197" y="564"/>
                </a:lnTo>
                <a:lnTo>
                  <a:pt x="197" y="563"/>
                </a:lnTo>
                <a:lnTo>
                  <a:pt x="198" y="562"/>
                </a:lnTo>
                <a:lnTo>
                  <a:pt x="198" y="561"/>
                </a:lnTo>
                <a:lnTo>
                  <a:pt x="198" y="560"/>
                </a:lnTo>
                <a:lnTo>
                  <a:pt x="199" y="560"/>
                </a:lnTo>
                <a:lnTo>
                  <a:pt x="199" y="559"/>
                </a:lnTo>
                <a:lnTo>
                  <a:pt x="198" y="559"/>
                </a:lnTo>
                <a:lnTo>
                  <a:pt x="198" y="558"/>
                </a:lnTo>
                <a:lnTo>
                  <a:pt x="198" y="557"/>
                </a:lnTo>
                <a:lnTo>
                  <a:pt x="198" y="556"/>
                </a:lnTo>
                <a:lnTo>
                  <a:pt x="199" y="556"/>
                </a:lnTo>
                <a:lnTo>
                  <a:pt x="200" y="557"/>
                </a:lnTo>
                <a:lnTo>
                  <a:pt x="200" y="556"/>
                </a:lnTo>
                <a:lnTo>
                  <a:pt x="199" y="555"/>
                </a:lnTo>
                <a:lnTo>
                  <a:pt x="198" y="554"/>
                </a:lnTo>
                <a:lnTo>
                  <a:pt x="198" y="552"/>
                </a:lnTo>
                <a:lnTo>
                  <a:pt x="198" y="551"/>
                </a:lnTo>
                <a:lnTo>
                  <a:pt x="197" y="551"/>
                </a:lnTo>
                <a:lnTo>
                  <a:pt x="197" y="550"/>
                </a:lnTo>
                <a:lnTo>
                  <a:pt x="197" y="549"/>
                </a:lnTo>
                <a:lnTo>
                  <a:pt x="197" y="548"/>
                </a:lnTo>
                <a:lnTo>
                  <a:pt x="198" y="548"/>
                </a:lnTo>
                <a:lnTo>
                  <a:pt x="198" y="547"/>
                </a:lnTo>
                <a:lnTo>
                  <a:pt x="197" y="547"/>
                </a:lnTo>
                <a:lnTo>
                  <a:pt x="197" y="545"/>
                </a:lnTo>
                <a:lnTo>
                  <a:pt x="197" y="544"/>
                </a:lnTo>
                <a:lnTo>
                  <a:pt x="198" y="544"/>
                </a:lnTo>
                <a:lnTo>
                  <a:pt x="199" y="542"/>
                </a:lnTo>
                <a:lnTo>
                  <a:pt x="200" y="541"/>
                </a:lnTo>
                <a:lnTo>
                  <a:pt x="200" y="540"/>
                </a:lnTo>
                <a:lnTo>
                  <a:pt x="200" y="539"/>
                </a:lnTo>
                <a:lnTo>
                  <a:pt x="199" y="539"/>
                </a:lnTo>
                <a:lnTo>
                  <a:pt x="198" y="539"/>
                </a:lnTo>
                <a:lnTo>
                  <a:pt x="198" y="538"/>
                </a:lnTo>
                <a:lnTo>
                  <a:pt x="197" y="538"/>
                </a:lnTo>
                <a:lnTo>
                  <a:pt x="196" y="535"/>
                </a:lnTo>
                <a:lnTo>
                  <a:pt x="196" y="534"/>
                </a:lnTo>
                <a:lnTo>
                  <a:pt x="196" y="533"/>
                </a:lnTo>
                <a:lnTo>
                  <a:pt x="197" y="533"/>
                </a:lnTo>
                <a:lnTo>
                  <a:pt x="197" y="532"/>
                </a:lnTo>
                <a:lnTo>
                  <a:pt x="197" y="531"/>
                </a:lnTo>
                <a:lnTo>
                  <a:pt x="197" y="530"/>
                </a:lnTo>
                <a:lnTo>
                  <a:pt x="197" y="529"/>
                </a:lnTo>
                <a:lnTo>
                  <a:pt x="197" y="528"/>
                </a:lnTo>
                <a:lnTo>
                  <a:pt x="197" y="527"/>
                </a:lnTo>
                <a:lnTo>
                  <a:pt x="197" y="525"/>
                </a:lnTo>
                <a:lnTo>
                  <a:pt x="197" y="524"/>
                </a:lnTo>
                <a:lnTo>
                  <a:pt x="197" y="522"/>
                </a:lnTo>
                <a:lnTo>
                  <a:pt x="197" y="521"/>
                </a:lnTo>
                <a:lnTo>
                  <a:pt x="196" y="519"/>
                </a:lnTo>
                <a:lnTo>
                  <a:pt x="196" y="518"/>
                </a:lnTo>
                <a:lnTo>
                  <a:pt x="195" y="517"/>
                </a:lnTo>
                <a:lnTo>
                  <a:pt x="194" y="517"/>
                </a:lnTo>
                <a:lnTo>
                  <a:pt x="193" y="514"/>
                </a:lnTo>
                <a:lnTo>
                  <a:pt x="193" y="513"/>
                </a:lnTo>
                <a:lnTo>
                  <a:pt x="192" y="513"/>
                </a:lnTo>
                <a:lnTo>
                  <a:pt x="192" y="510"/>
                </a:lnTo>
                <a:lnTo>
                  <a:pt x="191" y="509"/>
                </a:lnTo>
                <a:lnTo>
                  <a:pt x="191" y="508"/>
                </a:lnTo>
                <a:lnTo>
                  <a:pt x="191" y="507"/>
                </a:lnTo>
                <a:lnTo>
                  <a:pt x="191" y="505"/>
                </a:lnTo>
                <a:lnTo>
                  <a:pt x="191" y="504"/>
                </a:lnTo>
                <a:lnTo>
                  <a:pt x="191" y="503"/>
                </a:lnTo>
                <a:lnTo>
                  <a:pt x="191" y="502"/>
                </a:lnTo>
                <a:lnTo>
                  <a:pt x="192" y="501"/>
                </a:lnTo>
                <a:lnTo>
                  <a:pt x="192" y="500"/>
                </a:lnTo>
                <a:lnTo>
                  <a:pt x="191" y="499"/>
                </a:lnTo>
                <a:lnTo>
                  <a:pt x="189" y="498"/>
                </a:lnTo>
                <a:lnTo>
                  <a:pt x="189" y="497"/>
                </a:lnTo>
                <a:lnTo>
                  <a:pt x="189" y="495"/>
                </a:lnTo>
                <a:lnTo>
                  <a:pt x="189" y="494"/>
                </a:lnTo>
                <a:lnTo>
                  <a:pt x="188" y="490"/>
                </a:lnTo>
                <a:lnTo>
                  <a:pt x="188" y="489"/>
                </a:lnTo>
                <a:lnTo>
                  <a:pt x="187" y="486"/>
                </a:lnTo>
                <a:lnTo>
                  <a:pt x="186" y="486"/>
                </a:lnTo>
                <a:lnTo>
                  <a:pt x="186" y="485"/>
                </a:lnTo>
                <a:lnTo>
                  <a:pt x="186" y="483"/>
                </a:lnTo>
                <a:lnTo>
                  <a:pt x="185" y="482"/>
                </a:lnTo>
                <a:lnTo>
                  <a:pt x="185" y="481"/>
                </a:lnTo>
                <a:lnTo>
                  <a:pt x="185" y="480"/>
                </a:lnTo>
                <a:lnTo>
                  <a:pt x="185" y="479"/>
                </a:lnTo>
                <a:lnTo>
                  <a:pt x="185" y="478"/>
                </a:lnTo>
                <a:lnTo>
                  <a:pt x="185" y="477"/>
                </a:lnTo>
                <a:lnTo>
                  <a:pt x="185" y="476"/>
                </a:lnTo>
                <a:lnTo>
                  <a:pt x="185" y="475"/>
                </a:lnTo>
                <a:lnTo>
                  <a:pt x="183" y="472"/>
                </a:lnTo>
                <a:lnTo>
                  <a:pt x="181" y="468"/>
                </a:lnTo>
                <a:lnTo>
                  <a:pt x="181" y="465"/>
                </a:lnTo>
                <a:lnTo>
                  <a:pt x="181" y="464"/>
                </a:lnTo>
                <a:lnTo>
                  <a:pt x="181" y="463"/>
                </a:lnTo>
                <a:lnTo>
                  <a:pt x="180" y="462"/>
                </a:lnTo>
                <a:lnTo>
                  <a:pt x="179" y="462"/>
                </a:lnTo>
                <a:lnTo>
                  <a:pt x="178" y="462"/>
                </a:lnTo>
                <a:lnTo>
                  <a:pt x="177" y="462"/>
                </a:lnTo>
                <a:lnTo>
                  <a:pt x="178" y="461"/>
                </a:lnTo>
                <a:lnTo>
                  <a:pt x="179" y="460"/>
                </a:lnTo>
                <a:lnTo>
                  <a:pt x="179" y="459"/>
                </a:lnTo>
                <a:lnTo>
                  <a:pt x="180" y="459"/>
                </a:lnTo>
                <a:lnTo>
                  <a:pt x="180" y="458"/>
                </a:lnTo>
                <a:lnTo>
                  <a:pt x="180" y="457"/>
                </a:lnTo>
                <a:lnTo>
                  <a:pt x="180" y="456"/>
                </a:lnTo>
                <a:lnTo>
                  <a:pt x="180" y="455"/>
                </a:lnTo>
                <a:lnTo>
                  <a:pt x="179" y="455"/>
                </a:lnTo>
                <a:lnTo>
                  <a:pt x="178" y="454"/>
                </a:lnTo>
                <a:lnTo>
                  <a:pt x="178" y="453"/>
                </a:lnTo>
                <a:lnTo>
                  <a:pt x="177" y="453"/>
                </a:lnTo>
                <a:lnTo>
                  <a:pt x="176" y="453"/>
                </a:lnTo>
                <a:lnTo>
                  <a:pt x="175" y="453"/>
                </a:lnTo>
                <a:lnTo>
                  <a:pt x="174" y="453"/>
                </a:lnTo>
                <a:lnTo>
                  <a:pt x="174" y="454"/>
                </a:lnTo>
                <a:lnTo>
                  <a:pt x="173" y="454"/>
                </a:lnTo>
                <a:lnTo>
                  <a:pt x="173" y="453"/>
                </a:lnTo>
                <a:lnTo>
                  <a:pt x="173" y="452"/>
                </a:lnTo>
                <a:lnTo>
                  <a:pt x="174" y="452"/>
                </a:lnTo>
                <a:lnTo>
                  <a:pt x="174" y="451"/>
                </a:lnTo>
                <a:lnTo>
                  <a:pt x="175" y="451"/>
                </a:lnTo>
                <a:lnTo>
                  <a:pt x="176" y="450"/>
                </a:lnTo>
                <a:lnTo>
                  <a:pt x="176" y="449"/>
                </a:lnTo>
                <a:lnTo>
                  <a:pt x="177" y="449"/>
                </a:lnTo>
                <a:lnTo>
                  <a:pt x="178" y="448"/>
                </a:lnTo>
                <a:lnTo>
                  <a:pt x="178" y="447"/>
                </a:lnTo>
                <a:lnTo>
                  <a:pt x="178" y="446"/>
                </a:lnTo>
                <a:lnTo>
                  <a:pt x="178" y="445"/>
                </a:lnTo>
                <a:lnTo>
                  <a:pt x="179" y="443"/>
                </a:lnTo>
                <a:lnTo>
                  <a:pt x="180" y="443"/>
                </a:lnTo>
                <a:lnTo>
                  <a:pt x="181" y="442"/>
                </a:lnTo>
                <a:lnTo>
                  <a:pt x="181" y="441"/>
                </a:lnTo>
                <a:lnTo>
                  <a:pt x="182" y="441"/>
                </a:lnTo>
                <a:lnTo>
                  <a:pt x="182" y="440"/>
                </a:lnTo>
                <a:lnTo>
                  <a:pt x="183" y="440"/>
                </a:lnTo>
                <a:lnTo>
                  <a:pt x="183" y="439"/>
                </a:lnTo>
                <a:lnTo>
                  <a:pt x="184" y="439"/>
                </a:lnTo>
                <a:lnTo>
                  <a:pt x="185" y="439"/>
                </a:lnTo>
                <a:lnTo>
                  <a:pt x="186" y="439"/>
                </a:lnTo>
                <a:lnTo>
                  <a:pt x="185" y="439"/>
                </a:lnTo>
                <a:lnTo>
                  <a:pt x="185" y="438"/>
                </a:lnTo>
                <a:lnTo>
                  <a:pt x="184" y="438"/>
                </a:lnTo>
                <a:lnTo>
                  <a:pt x="184" y="437"/>
                </a:lnTo>
                <a:lnTo>
                  <a:pt x="183" y="437"/>
                </a:lnTo>
                <a:lnTo>
                  <a:pt x="181" y="437"/>
                </a:lnTo>
                <a:lnTo>
                  <a:pt x="180" y="437"/>
                </a:lnTo>
                <a:lnTo>
                  <a:pt x="180" y="438"/>
                </a:lnTo>
                <a:lnTo>
                  <a:pt x="179" y="438"/>
                </a:lnTo>
                <a:lnTo>
                  <a:pt x="179" y="439"/>
                </a:lnTo>
                <a:lnTo>
                  <a:pt x="179" y="440"/>
                </a:lnTo>
                <a:lnTo>
                  <a:pt x="178" y="441"/>
                </a:lnTo>
                <a:lnTo>
                  <a:pt x="178" y="442"/>
                </a:lnTo>
                <a:lnTo>
                  <a:pt x="176" y="445"/>
                </a:lnTo>
                <a:lnTo>
                  <a:pt x="175" y="447"/>
                </a:lnTo>
                <a:lnTo>
                  <a:pt x="174" y="447"/>
                </a:lnTo>
                <a:lnTo>
                  <a:pt x="173" y="447"/>
                </a:lnTo>
                <a:lnTo>
                  <a:pt x="173" y="448"/>
                </a:lnTo>
                <a:lnTo>
                  <a:pt x="172" y="448"/>
                </a:lnTo>
                <a:lnTo>
                  <a:pt x="172" y="449"/>
                </a:lnTo>
                <a:lnTo>
                  <a:pt x="172" y="450"/>
                </a:lnTo>
                <a:lnTo>
                  <a:pt x="172" y="451"/>
                </a:lnTo>
                <a:lnTo>
                  <a:pt x="173" y="454"/>
                </a:lnTo>
                <a:lnTo>
                  <a:pt x="172" y="454"/>
                </a:lnTo>
                <a:lnTo>
                  <a:pt x="171" y="454"/>
                </a:lnTo>
                <a:lnTo>
                  <a:pt x="170" y="454"/>
                </a:lnTo>
                <a:lnTo>
                  <a:pt x="169" y="454"/>
                </a:lnTo>
                <a:lnTo>
                  <a:pt x="169" y="455"/>
                </a:lnTo>
                <a:lnTo>
                  <a:pt x="169" y="456"/>
                </a:lnTo>
                <a:lnTo>
                  <a:pt x="168" y="456"/>
                </a:lnTo>
                <a:lnTo>
                  <a:pt x="168" y="457"/>
                </a:lnTo>
                <a:lnTo>
                  <a:pt x="167" y="458"/>
                </a:lnTo>
                <a:lnTo>
                  <a:pt x="166" y="459"/>
                </a:lnTo>
                <a:lnTo>
                  <a:pt x="166" y="460"/>
                </a:lnTo>
                <a:lnTo>
                  <a:pt x="164" y="462"/>
                </a:lnTo>
                <a:lnTo>
                  <a:pt x="163" y="462"/>
                </a:lnTo>
                <a:lnTo>
                  <a:pt x="164" y="461"/>
                </a:lnTo>
                <a:lnTo>
                  <a:pt x="164" y="460"/>
                </a:lnTo>
                <a:lnTo>
                  <a:pt x="164" y="459"/>
                </a:lnTo>
                <a:lnTo>
                  <a:pt x="164" y="458"/>
                </a:lnTo>
                <a:lnTo>
                  <a:pt x="163" y="458"/>
                </a:lnTo>
                <a:lnTo>
                  <a:pt x="163" y="457"/>
                </a:lnTo>
                <a:lnTo>
                  <a:pt x="162" y="456"/>
                </a:lnTo>
                <a:lnTo>
                  <a:pt x="161" y="455"/>
                </a:lnTo>
                <a:lnTo>
                  <a:pt x="160" y="455"/>
                </a:lnTo>
                <a:lnTo>
                  <a:pt x="160" y="456"/>
                </a:lnTo>
                <a:lnTo>
                  <a:pt x="160" y="458"/>
                </a:lnTo>
                <a:lnTo>
                  <a:pt x="160" y="459"/>
                </a:lnTo>
                <a:lnTo>
                  <a:pt x="159" y="460"/>
                </a:lnTo>
                <a:lnTo>
                  <a:pt x="158" y="460"/>
                </a:lnTo>
                <a:lnTo>
                  <a:pt x="157" y="461"/>
                </a:lnTo>
                <a:lnTo>
                  <a:pt x="156" y="461"/>
                </a:lnTo>
                <a:lnTo>
                  <a:pt x="154" y="460"/>
                </a:lnTo>
                <a:lnTo>
                  <a:pt x="153" y="460"/>
                </a:lnTo>
                <a:lnTo>
                  <a:pt x="152" y="459"/>
                </a:lnTo>
                <a:lnTo>
                  <a:pt x="151" y="459"/>
                </a:lnTo>
                <a:lnTo>
                  <a:pt x="150" y="459"/>
                </a:lnTo>
                <a:lnTo>
                  <a:pt x="150" y="458"/>
                </a:lnTo>
                <a:lnTo>
                  <a:pt x="149" y="458"/>
                </a:lnTo>
                <a:lnTo>
                  <a:pt x="149" y="459"/>
                </a:lnTo>
                <a:lnTo>
                  <a:pt x="148" y="459"/>
                </a:lnTo>
                <a:lnTo>
                  <a:pt x="148" y="461"/>
                </a:lnTo>
                <a:lnTo>
                  <a:pt x="149" y="462"/>
                </a:lnTo>
                <a:lnTo>
                  <a:pt x="150" y="462"/>
                </a:lnTo>
                <a:lnTo>
                  <a:pt x="150" y="463"/>
                </a:lnTo>
                <a:lnTo>
                  <a:pt x="149" y="463"/>
                </a:lnTo>
                <a:lnTo>
                  <a:pt x="149" y="464"/>
                </a:lnTo>
                <a:lnTo>
                  <a:pt x="148" y="464"/>
                </a:lnTo>
                <a:lnTo>
                  <a:pt x="147" y="464"/>
                </a:lnTo>
                <a:lnTo>
                  <a:pt x="146" y="464"/>
                </a:lnTo>
                <a:lnTo>
                  <a:pt x="145" y="464"/>
                </a:lnTo>
                <a:lnTo>
                  <a:pt x="145" y="465"/>
                </a:lnTo>
                <a:lnTo>
                  <a:pt x="146" y="465"/>
                </a:lnTo>
                <a:lnTo>
                  <a:pt x="146" y="466"/>
                </a:lnTo>
                <a:lnTo>
                  <a:pt x="146" y="467"/>
                </a:lnTo>
                <a:lnTo>
                  <a:pt x="147" y="467"/>
                </a:lnTo>
                <a:lnTo>
                  <a:pt x="147" y="468"/>
                </a:lnTo>
                <a:lnTo>
                  <a:pt x="147" y="470"/>
                </a:lnTo>
                <a:lnTo>
                  <a:pt x="146" y="475"/>
                </a:lnTo>
                <a:lnTo>
                  <a:pt x="146" y="476"/>
                </a:lnTo>
                <a:lnTo>
                  <a:pt x="145" y="476"/>
                </a:lnTo>
                <a:lnTo>
                  <a:pt x="145" y="477"/>
                </a:lnTo>
                <a:lnTo>
                  <a:pt x="144" y="477"/>
                </a:lnTo>
                <a:lnTo>
                  <a:pt x="143" y="476"/>
                </a:lnTo>
                <a:lnTo>
                  <a:pt x="143" y="474"/>
                </a:lnTo>
                <a:lnTo>
                  <a:pt x="142" y="473"/>
                </a:lnTo>
                <a:lnTo>
                  <a:pt x="142" y="474"/>
                </a:lnTo>
                <a:lnTo>
                  <a:pt x="142" y="475"/>
                </a:lnTo>
                <a:lnTo>
                  <a:pt x="141" y="475"/>
                </a:lnTo>
                <a:lnTo>
                  <a:pt x="141" y="476"/>
                </a:lnTo>
                <a:lnTo>
                  <a:pt x="139" y="478"/>
                </a:lnTo>
                <a:lnTo>
                  <a:pt x="138" y="478"/>
                </a:lnTo>
                <a:lnTo>
                  <a:pt x="138" y="477"/>
                </a:lnTo>
                <a:lnTo>
                  <a:pt x="137" y="477"/>
                </a:lnTo>
                <a:lnTo>
                  <a:pt x="137" y="476"/>
                </a:lnTo>
                <a:lnTo>
                  <a:pt x="136" y="476"/>
                </a:lnTo>
                <a:lnTo>
                  <a:pt x="136" y="475"/>
                </a:lnTo>
                <a:lnTo>
                  <a:pt x="135" y="475"/>
                </a:lnTo>
                <a:lnTo>
                  <a:pt x="135" y="474"/>
                </a:lnTo>
                <a:lnTo>
                  <a:pt x="134" y="474"/>
                </a:lnTo>
                <a:lnTo>
                  <a:pt x="133" y="474"/>
                </a:lnTo>
                <a:lnTo>
                  <a:pt x="133" y="475"/>
                </a:lnTo>
                <a:lnTo>
                  <a:pt x="132" y="475"/>
                </a:lnTo>
                <a:lnTo>
                  <a:pt x="130" y="477"/>
                </a:lnTo>
                <a:lnTo>
                  <a:pt x="129" y="478"/>
                </a:lnTo>
                <a:lnTo>
                  <a:pt x="128" y="479"/>
                </a:lnTo>
                <a:lnTo>
                  <a:pt x="127" y="479"/>
                </a:lnTo>
                <a:lnTo>
                  <a:pt x="126" y="479"/>
                </a:lnTo>
                <a:lnTo>
                  <a:pt x="126" y="478"/>
                </a:lnTo>
                <a:lnTo>
                  <a:pt x="127" y="478"/>
                </a:lnTo>
                <a:lnTo>
                  <a:pt x="128" y="478"/>
                </a:lnTo>
                <a:lnTo>
                  <a:pt x="128" y="477"/>
                </a:lnTo>
                <a:lnTo>
                  <a:pt x="129" y="477"/>
                </a:lnTo>
                <a:lnTo>
                  <a:pt x="129" y="476"/>
                </a:lnTo>
                <a:lnTo>
                  <a:pt x="128" y="476"/>
                </a:lnTo>
                <a:lnTo>
                  <a:pt x="128" y="475"/>
                </a:lnTo>
                <a:lnTo>
                  <a:pt x="127" y="475"/>
                </a:lnTo>
                <a:lnTo>
                  <a:pt x="126" y="475"/>
                </a:lnTo>
                <a:lnTo>
                  <a:pt x="125" y="476"/>
                </a:lnTo>
                <a:lnTo>
                  <a:pt x="125" y="475"/>
                </a:lnTo>
                <a:lnTo>
                  <a:pt x="124" y="475"/>
                </a:lnTo>
                <a:lnTo>
                  <a:pt x="124" y="474"/>
                </a:lnTo>
                <a:lnTo>
                  <a:pt x="123" y="473"/>
                </a:lnTo>
                <a:lnTo>
                  <a:pt x="123" y="472"/>
                </a:lnTo>
                <a:lnTo>
                  <a:pt x="122" y="472"/>
                </a:lnTo>
                <a:lnTo>
                  <a:pt x="122" y="473"/>
                </a:lnTo>
                <a:lnTo>
                  <a:pt x="121" y="473"/>
                </a:lnTo>
                <a:lnTo>
                  <a:pt x="120" y="472"/>
                </a:lnTo>
                <a:lnTo>
                  <a:pt x="120" y="471"/>
                </a:lnTo>
                <a:lnTo>
                  <a:pt x="119" y="471"/>
                </a:lnTo>
                <a:lnTo>
                  <a:pt x="119" y="470"/>
                </a:lnTo>
                <a:lnTo>
                  <a:pt x="118" y="470"/>
                </a:lnTo>
                <a:lnTo>
                  <a:pt x="118" y="468"/>
                </a:lnTo>
                <a:lnTo>
                  <a:pt x="117" y="466"/>
                </a:lnTo>
                <a:lnTo>
                  <a:pt x="116" y="464"/>
                </a:lnTo>
                <a:lnTo>
                  <a:pt x="115" y="462"/>
                </a:lnTo>
                <a:lnTo>
                  <a:pt x="114" y="462"/>
                </a:lnTo>
                <a:lnTo>
                  <a:pt x="113" y="461"/>
                </a:lnTo>
                <a:lnTo>
                  <a:pt x="112" y="459"/>
                </a:lnTo>
                <a:lnTo>
                  <a:pt x="112" y="458"/>
                </a:lnTo>
                <a:lnTo>
                  <a:pt x="112" y="459"/>
                </a:lnTo>
                <a:lnTo>
                  <a:pt x="111" y="459"/>
                </a:lnTo>
                <a:lnTo>
                  <a:pt x="111" y="457"/>
                </a:lnTo>
                <a:lnTo>
                  <a:pt x="110" y="457"/>
                </a:lnTo>
                <a:lnTo>
                  <a:pt x="109" y="457"/>
                </a:lnTo>
                <a:lnTo>
                  <a:pt x="108" y="457"/>
                </a:lnTo>
                <a:lnTo>
                  <a:pt x="107" y="456"/>
                </a:lnTo>
                <a:lnTo>
                  <a:pt x="106" y="456"/>
                </a:lnTo>
                <a:lnTo>
                  <a:pt x="105" y="456"/>
                </a:lnTo>
                <a:lnTo>
                  <a:pt x="104" y="455"/>
                </a:lnTo>
                <a:lnTo>
                  <a:pt x="104" y="454"/>
                </a:lnTo>
                <a:lnTo>
                  <a:pt x="104" y="453"/>
                </a:lnTo>
                <a:lnTo>
                  <a:pt x="104" y="452"/>
                </a:lnTo>
                <a:lnTo>
                  <a:pt x="102" y="451"/>
                </a:lnTo>
                <a:lnTo>
                  <a:pt x="100" y="451"/>
                </a:lnTo>
                <a:lnTo>
                  <a:pt x="99" y="450"/>
                </a:lnTo>
                <a:lnTo>
                  <a:pt x="99" y="449"/>
                </a:lnTo>
                <a:lnTo>
                  <a:pt x="98" y="447"/>
                </a:lnTo>
                <a:lnTo>
                  <a:pt x="98" y="446"/>
                </a:lnTo>
                <a:lnTo>
                  <a:pt x="97" y="446"/>
                </a:lnTo>
                <a:lnTo>
                  <a:pt x="97" y="447"/>
                </a:lnTo>
                <a:lnTo>
                  <a:pt x="96" y="447"/>
                </a:lnTo>
                <a:lnTo>
                  <a:pt x="95" y="448"/>
                </a:lnTo>
                <a:lnTo>
                  <a:pt x="93" y="448"/>
                </a:lnTo>
                <a:lnTo>
                  <a:pt x="87" y="450"/>
                </a:lnTo>
                <a:lnTo>
                  <a:pt x="86" y="451"/>
                </a:lnTo>
                <a:lnTo>
                  <a:pt x="85" y="451"/>
                </a:lnTo>
                <a:lnTo>
                  <a:pt x="84" y="452"/>
                </a:lnTo>
                <a:lnTo>
                  <a:pt x="84" y="453"/>
                </a:lnTo>
                <a:lnTo>
                  <a:pt x="82" y="453"/>
                </a:lnTo>
                <a:lnTo>
                  <a:pt x="81" y="453"/>
                </a:lnTo>
                <a:lnTo>
                  <a:pt x="80" y="453"/>
                </a:lnTo>
                <a:lnTo>
                  <a:pt x="80" y="452"/>
                </a:lnTo>
                <a:lnTo>
                  <a:pt x="79" y="452"/>
                </a:lnTo>
                <a:lnTo>
                  <a:pt x="79" y="451"/>
                </a:lnTo>
                <a:lnTo>
                  <a:pt x="80" y="450"/>
                </a:lnTo>
                <a:lnTo>
                  <a:pt x="80" y="447"/>
                </a:lnTo>
                <a:lnTo>
                  <a:pt x="80" y="446"/>
                </a:lnTo>
                <a:lnTo>
                  <a:pt x="79" y="446"/>
                </a:lnTo>
                <a:lnTo>
                  <a:pt x="76" y="446"/>
                </a:lnTo>
                <a:lnTo>
                  <a:pt x="76" y="447"/>
                </a:lnTo>
                <a:lnTo>
                  <a:pt x="74" y="449"/>
                </a:lnTo>
                <a:lnTo>
                  <a:pt x="73" y="449"/>
                </a:lnTo>
                <a:lnTo>
                  <a:pt x="73" y="448"/>
                </a:lnTo>
                <a:lnTo>
                  <a:pt x="72" y="447"/>
                </a:lnTo>
                <a:lnTo>
                  <a:pt x="73" y="447"/>
                </a:lnTo>
                <a:lnTo>
                  <a:pt x="73" y="446"/>
                </a:lnTo>
                <a:lnTo>
                  <a:pt x="72" y="446"/>
                </a:lnTo>
                <a:lnTo>
                  <a:pt x="72" y="445"/>
                </a:lnTo>
                <a:lnTo>
                  <a:pt x="71" y="446"/>
                </a:lnTo>
                <a:lnTo>
                  <a:pt x="70" y="446"/>
                </a:lnTo>
                <a:lnTo>
                  <a:pt x="69" y="446"/>
                </a:lnTo>
                <a:lnTo>
                  <a:pt x="69" y="447"/>
                </a:lnTo>
                <a:lnTo>
                  <a:pt x="68" y="447"/>
                </a:lnTo>
                <a:lnTo>
                  <a:pt x="67" y="447"/>
                </a:lnTo>
                <a:lnTo>
                  <a:pt x="66" y="447"/>
                </a:lnTo>
                <a:lnTo>
                  <a:pt x="65" y="447"/>
                </a:lnTo>
                <a:lnTo>
                  <a:pt x="65" y="448"/>
                </a:lnTo>
                <a:lnTo>
                  <a:pt x="64" y="447"/>
                </a:lnTo>
                <a:lnTo>
                  <a:pt x="63" y="447"/>
                </a:lnTo>
                <a:lnTo>
                  <a:pt x="62" y="447"/>
                </a:lnTo>
                <a:lnTo>
                  <a:pt x="62" y="446"/>
                </a:lnTo>
                <a:lnTo>
                  <a:pt x="61" y="445"/>
                </a:lnTo>
                <a:lnTo>
                  <a:pt x="61" y="444"/>
                </a:lnTo>
                <a:lnTo>
                  <a:pt x="62" y="444"/>
                </a:lnTo>
                <a:lnTo>
                  <a:pt x="63" y="442"/>
                </a:lnTo>
                <a:lnTo>
                  <a:pt x="62" y="441"/>
                </a:lnTo>
                <a:lnTo>
                  <a:pt x="62" y="440"/>
                </a:lnTo>
                <a:lnTo>
                  <a:pt x="62" y="439"/>
                </a:lnTo>
                <a:lnTo>
                  <a:pt x="62" y="438"/>
                </a:lnTo>
                <a:lnTo>
                  <a:pt x="61" y="438"/>
                </a:lnTo>
                <a:lnTo>
                  <a:pt x="61" y="439"/>
                </a:lnTo>
                <a:lnTo>
                  <a:pt x="60" y="439"/>
                </a:lnTo>
                <a:lnTo>
                  <a:pt x="60" y="436"/>
                </a:lnTo>
                <a:lnTo>
                  <a:pt x="61" y="436"/>
                </a:lnTo>
                <a:lnTo>
                  <a:pt x="61" y="435"/>
                </a:lnTo>
                <a:lnTo>
                  <a:pt x="62" y="434"/>
                </a:lnTo>
                <a:lnTo>
                  <a:pt x="62" y="433"/>
                </a:lnTo>
                <a:lnTo>
                  <a:pt x="62" y="431"/>
                </a:lnTo>
                <a:lnTo>
                  <a:pt x="61" y="431"/>
                </a:lnTo>
                <a:lnTo>
                  <a:pt x="60" y="431"/>
                </a:lnTo>
                <a:lnTo>
                  <a:pt x="59" y="432"/>
                </a:lnTo>
                <a:lnTo>
                  <a:pt x="58" y="433"/>
                </a:lnTo>
                <a:lnTo>
                  <a:pt x="57" y="433"/>
                </a:lnTo>
                <a:lnTo>
                  <a:pt x="57" y="432"/>
                </a:lnTo>
                <a:lnTo>
                  <a:pt x="58" y="432"/>
                </a:lnTo>
                <a:lnTo>
                  <a:pt x="58" y="431"/>
                </a:lnTo>
                <a:lnTo>
                  <a:pt x="58" y="430"/>
                </a:lnTo>
                <a:lnTo>
                  <a:pt x="58" y="429"/>
                </a:lnTo>
                <a:lnTo>
                  <a:pt x="57" y="430"/>
                </a:lnTo>
                <a:lnTo>
                  <a:pt x="57" y="429"/>
                </a:lnTo>
                <a:lnTo>
                  <a:pt x="57" y="428"/>
                </a:lnTo>
                <a:lnTo>
                  <a:pt x="57" y="426"/>
                </a:lnTo>
                <a:lnTo>
                  <a:pt x="57" y="420"/>
                </a:lnTo>
                <a:lnTo>
                  <a:pt x="56" y="420"/>
                </a:lnTo>
                <a:lnTo>
                  <a:pt x="56" y="419"/>
                </a:lnTo>
                <a:lnTo>
                  <a:pt x="55" y="418"/>
                </a:lnTo>
                <a:lnTo>
                  <a:pt x="55" y="417"/>
                </a:lnTo>
                <a:lnTo>
                  <a:pt x="56" y="416"/>
                </a:lnTo>
                <a:lnTo>
                  <a:pt x="57" y="414"/>
                </a:lnTo>
                <a:lnTo>
                  <a:pt x="57" y="411"/>
                </a:lnTo>
                <a:lnTo>
                  <a:pt x="57" y="410"/>
                </a:lnTo>
                <a:lnTo>
                  <a:pt x="56" y="410"/>
                </a:lnTo>
                <a:lnTo>
                  <a:pt x="56" y="409"/>
                </a:lnTo>
                <a:lnTo>
                  <a:pt x="55" y="409"/>
                </a:lnTo>
                <a:lnTo>
                  <a:pt x="55" y="408"/>
                </a:lnTo>
                <a:lnTo>
                  <a:pt x="55" y="407"/>
                </a:lnTo>
                <a:lnTo>
                  <a:pt x="56" y="406"/>
                </a:lnTo>
                <a:lnTo>
                  <a:pt x="57" y="406"/>
                </a:lnTo>
                <a:lnTo>
                  <a:pt x="57" y="407"/>
                </a:lnTo>
                <a:lnTo>
                  <a:pt x="58" y="408"/>
                </a:lnTo>
                <a:lnTo>
                  <a:pt x="60" y="407"/>
                </a:lnTo>
                <a:lnTo>
                  <a:pt x="60" y="406"/>
                </a:lnTo>
                <a:lnTo>
                  <a:pt x="60" y="405"/>
                </a:lnTo>
                <a:lnTo>
                  <a:pt x="59" y="404"/>
                </a:lnTo>
                <a:lnTo>
                  <a:pt x="58" y="404"/>
                </a:lnTo>
                <a:lnTo>
                  <a:pt x="57" y="404"/>
                </a:lnTo>
                <a:lnTo>
                  <a:pt x="56" y="403"/>
                </a:lnTo>
                <a:lnTo>
                  <a:pt x="56" y="401"/>
                </a:lnTo>
                <a:lnTo>
                  <a:pt x="57" y="399"/>
                </a:lnTo>
                <a:lnTo>
                  <a:pt x="57" y="398"/>
                </a:lnTo>
                <a:lnTo>
                  <a:pt x="56" y="398"/>
                </a:lnTo>
                <a:lnTo>
                  <a:pt x="55" y="398"/>
                </a:lnTo>
                <a:lnTo>
                  <a:pt x="55" y="397"/>
                </a:lnTo>
                <a:lnTo>
                  <a:pt x="55" y="396"/>
                </a:lnTo>
                <a:lnTo>
                  <a:pt x="57" y="396"/>
                </a:lnTo>
                <a:lnTo>
                  <a:pt x="58" y="395"/>
                </a:lnTo>
                <a:lnTo>
                  <a:pt x="57" y="393"/>
                </a:lnTo>
                <a:lnTo>
                  <a:pt x="56" y="393"/>
                </a:lnTo>
                <a:lnTo>
                  <a:pt x="55" y="392"/>
                </a:lnTo>
                <a:lnTo>
                  <a:pt x="53" y="393"/>
                </a:lnTo>
                <a:lnTo>
                  <a:pt x="52" y="393"/>
                </a:lnTo>
                <a:lnTo>
                  <a:pt x="51" y="393"/>
                </a:lnTo>
                <a:lnTo>
                  <a:pt x="51" y="392"/>
                </a:lnTo>
                <a:lnTo>
                  <a:pt x="49" y="392"/>
                </a:lnTo>
                <a:lnTo>
                  <a:pt x="49" y="391"/>
                </a:lnTo>
                <a:lnTo>
                  <a:pt x="49" y="390"/>
                </a:lnTo>
                <a:lnTo>
                  <a:pt x="49" y="389"/>
                </a:lnTo>
                <a:lnTo>
                  <a:pt x="48" y="389"/>
                </a:lnTo>
                <a:lnTo>
                  <a:pt x="47" y="388"/>
                </a:lnTo>
                <a:lnTo>
                  <a:pt x="47" y="387"/>
                </a:lnTo>
                <a:lnTo>
                  <a:pt x="46" y="386"/>
                </a:lnTo>
                <a:lnTo>
                  <a:pt x="45" y="385"/>
                </a:lnTo>
                <a:lnTo>
                  <a:pt x="42" y="385"/>
                </a:lnTo>
                <a:lnTo>
                  <a:pt x="41" y="385"/>
                </a:lnTo>
                <a:lnTo>
                  <a:pt x="40" y="386"/>
                </a:lnTo>
                <a:lnTo>
                  <a:pt x="39" y="386"/>
                </a:lnTo>
                <a:lnTo>
                  <a:pt x="38" y="386"/>
                </a:lnTo>
                <a:lnTo>
                  <a:pt x="37" y="385"/>
                </a:lnTo>
                <a:lnTo>
                  <a:pt x="36" y="385"/>
                </a:lnTo>
                <a:lnTo>
                  <a:pt x="35" y="385"/>
                </a:lnTo>
                <a:lnTo>
                  <a:pt x="32" y="385"/>
                </a:lnTo>
                <a:lnTo>
                  <a:pt x="29" y="385"/>
                </a:lnTo>
                <a:lnTo>
                  <a:pt x="28" y="386"/>
                </a:lnTo>
                <a:lnTo>
                  <a:pt x="27" y="386"/>
                </a:lnTo>
                <a:lnTo>
                  <a:pt x="27" y="385"/>
                </a:lnTo>
                <a:lnTo>
                  <a:pt x="25" y="385"/>
                </a:lnTo>
                <a:lnTo>
                  <a:pt x="25" y="384"/>
                </a:lnTo>
                <a:lnTo>
                  <a:pt x="26" y="383"/>
                </a:lnTo>
                <a:lnTo>
                  <a:pt x="28" y="383"/>
                </a:lnTo>
                <a:lnTo>
                  <a:pt x="28" y="382"/>
                </a:lnTo>
                <a:lnTo>
                  <a:pt x="29" y="380"/>
                </a:lnTo>
                <a:lnTo>
                  <a:pt x="29" y="379"/>
                </a:lnTo>
                <a:lnTo>
                  <a:pt x="28" y="379"/>
                </a:lnTo>
                <a:lnTo>
                  <a:pt x="28" y="378"/>
                </a:lnTo>
                <a:lnTo>
                  <a:pt x="27" y="379"/>
                </a:lnTo>
                <a:lnTo>
                  <a:pt x="26" y="380"/>
                </a:lnTo>
                <a:lnTo>
                  <a:pt x="24" y="380"/>
                </a:lnTo>
                <a:lnTo>
                  <a:pt x="24" y="379"/>
                </a:lnTo>
                <a:lnTo>
                  <a:pt x="23" y="379"/>
                </a:lnTo>
                <a:lnTo>
                  <a:pt x="22" y="379"/>
                </a:lnTo>
                <a:lnTo>
                  <a:pt x="18" y="379"/>
                </a:lnTo>
                <a:lnTo>
                  <a:pt x="16" y="379"/>
                </a:lnTo>
                <a:lnTo>
                  <a:pt x="14" y="381"/>
                </a:lnTo>
                <a:lnTo>
                  <a:pt x="13" y="381"/>
                </a:lnTo>
                <a:lnTo>
                  <a:pt x="12" y="381"/>
                </a:lnTo>
                <a:lnTo>
                  <a:pt x="11" y="380"/>
                </a:lnTo>
                <a:lnTo>
                  <a:pt x="11" y="379"/>
                </a:lnTo>
                <a:lnTo>
                  <a:pt x="10" y="378"/>
                </a:lnTo>
                <a:lnTo>
                  <a:pt x="10" y="377"/>
                </a:lnTo>
                <a:lnTo>
                  <a:pt x="7" y="374"/>
                </a:lnTo>
                <a:lnTo>
                  <a:pt x="5" y="374"/>
                </a:lnTo>
                <a:lnTo>
                  <a:pt x="4" y="374"/>
                </a:lnTo>
                <a:lnTo>
                  <a:pt x="3" y="374"/>
                </a:lnTo>
                <a:lnTo>
                  <a:pt x="2" y="374"/>
                </a:lnTo>
                <a:lnTo>
                  <a:pt x="1" y="374"/>
                </a:lnTo>
                <a:lnTo>
                  <a:pt x="1" y="373"/>
                </a:lnTo>
                <a:lnTo>
                  <a:pt x="1" y="371"/>
                </a:lnTo>
                <a:lnTo>
                  <a:pt x="1" y="370"/>
                </a:lnTo>
                <a:lnTo>
                  <a:pt x="3" y="369"/>
                </a:lnTo>
                <a:lnTo>
                  <a:pt x="3" y="368"/>
                </a:lnTo>
                <a:lnTo>
                  <a:pt x="4" y="368"/>
                </a:lnTo>
                <a:lnTo>
                  <a:pt x="3" y="367"/>
                </a:lnTo>
                <a:lnTo>
                  <a:pt x="3" y="366"/>
                </a:lnTo>
                <a:lnTo>
                  <a:pt x="2" y="365"/>
                </a:lnTo>
                <a:lnTo>
                  <a:pt x="2" y="364"/>
                </a:lnTo>
                <a:lnTo>
                  <a:pt x="3" y="364"/>
                </a:lnTo>
                <a:lnTo>
                  <a:pt x="4" y="364"/>
                </a:lnTo>
                <a:lnTo>
                  <a:pt x="5" y="364"/>
                </a:lnTo>
                <a:lnTo>
                  <a:pt x="6" y="364"/>
                </a:lnTo>
                <a:lnTo>
                  <a:pt x="7" y="364"/>
                </a:lnTo>
                <a:lnTo>
                  <a:pt x="8" y="363"/>
                </a:lnTo>
                <a:lnTo>
                  <a:pt x="8" y="362"/>
                </a:lnTo>
                <a:lnTo>
                  <a:pt x="8" y="361"/>
                </a:lnTo>
                <a:lnTo>
                  <a:pt x="6" y="360"/>
                </a:lnTo>
                <a:lnTo>
                  <a:pt x="6" y="359"/>
                </a:lnTo>
                <a:lnTo>
                  <a:pt x="6" y="358"/>
                </a:lnTo>
                <a:lnTo>
                  <a:pt x="6" y="357"/>
                </a:lnTo>
                <a:lnTo>
                  <a:pt x="5" y="354"/>
                </a:lnTo>
                <a:lnTo>
                  <a:pt x="5" y="352"/>
                </a:lnTo>
                <a:lnTo>
                  <a:pt x="4" y="352"/>
                </a:lnTo>
                <a:lnTo>
                  <a:pt x="4" y="351"/>
                </a:lnTo>
                <a:lnTo>
                  <a:pt x="3" y="350"/>
                </a:lnTo>
                <a:lnTo>
                  <a:pt x="1" y="351"/>
                </a:lnTo>
                <a:lnTo>
                  <a:pt x="1" y="348"/>
                </a:lnTo>
                <a:lnTo>
                  <a:pt x="1" y="347"/>
                </a:lnTo>
                <a:lnTo>
                  <a:pt x="1" y="346"/>
                </a:lnTo>
                <a:lnTo>
                  <a:pt x="2" y="346"/>
                </a:lnTo>
                <a:lnTo>
                  <a:pt x="2" y="344"/>
                </a:lnTo>
                <a:lnTo>
                  <a:pt x="2" y="343"/>
                </a:lnTo>
                <a:lnTo>
                  <a:pt x="0" y="342"/>
                </a:lnTo>
                <a:lnTo>
                  <a:pt x="1" y="341"/>
                </a:lnTo>
                <a:lnTo>
                  <a:pt x="2" y="340"/>
                </a:lnTo>
                <a:lnTo>
                  <a:pt x="3" y="339"/>
                </a:lnTo>
                <a:lnTo>
                  <a:pt x="4" y="339"/>
                </a:lnTo>
                <a:lnTo>
                  <a:pt x="5" y="339"/>
                </a:lnTo>
                <a:lnTo>
                  <a:pt x="6" y="338"/>
                </a:lnTo>
                <a:lnTo>
                  <a:pt x="6" y="336"/>
                </a:lnTo>
                <a:lnTo>
                  <a:pt x="10" y="336"/>
                </a:lnTo>
                <a:lnTo>
                  <a:pt x="11" y="336"/>
                </a:lnTo>
                <a:lnTo>
                  <a:pt x="13" y="336"/>
                </a:lnTo>
                <a:lnTo>
                  <a:pt x="14" y="336"/>
                </a:lnTo>
                <a:lnTo>
                  <a:pt x="14" y="337"/>
                </a:lnTo>
                <a:lnTo>
                  <a:pt x="13" y="337"/>
                </a:lnTo>
                <a:lnTo>
                  <a:pt x="13" y="338"/>
                </a:lnTo>
                <a:lnTo>
                  <a:pt x="12" y="338"/>
                </a:lnTo>
                <a:lnTo>
                  <a:pt x="12" y="339"/>
                </a:lnTo>
                <a:lnTo>
                  <a:pt x="12" y="340"/>
                </a:lnTo>
                <a:lnTo>
                  <a:pt x="13" y="341"/>
                </a:lnTo>
                <a:lnTo>
                  <a:pt x="14" y="341"/>
                </a:lnTo>
                <a:lnTo>
                  <a:pt x="15" y="341"/>
                </a:lnTo>
                <a:lnTo>
                  <a:pt x="15" y="342"/>
                </a:lnTo>
                <a:lnTo>
                  <a:pt x="16" y="343"/>
                </a:lnTo>
                <a:lnTo>
                  <a:pt x="16" y="344"/>
                </a:lnTo>
                <a:lnTo>
                  <a:pt x="16" y="345"/>
                </a:lnTo>
                <a:lnTo>
                  <a:pt x="17" y="346"/>
                </a:lnTo>
                <a:lnTo>
                  <a:pt x="20" y="346"/>
                </a:lnTo>
                <a:lnTo>
                  <a:pt x="21" y="347"/>
                </a:lnTo>
                <a:lnTo>
                  <a:pt x="21" y="348"/>
                </a:lnTo>
                <a:lnTo>
                  <a:pt x="22" y="348"/>
                </a:lnTo>
                <a:lnTo>
                  <a:pt x="23" y="348"/>
                </a:lnTo>
                <a:lnTo>
                  <a:pt x="25" y="348"/>
                </a:lnTo>
                <a:lnTo>
                  <a:pt x="25" y="347"/>
                </a:lnTo>
                <a:lnTo>
                  <a:pt x="26" y="346"/>
                </a:lnTo>
                <a:lnTo>
                  <a:pt x="27" y="346"/>
                </a:lnTo>
                <a:lnTo>
                  <a:pt x="27" y="347"/>
                </a:lnTo>
                <a:lnTo>
                  <a:pt x="27" y="348"/>
                </a:lnTo>
                <a:lnTo>
                  <a:pt x="29" y="349"/>
                </a:lnTo>
                <a:lnTo>
                  <a:pt x="29" y="348"/>
                </a:lnTo>
                <a:lnTo>
                  <a:pt x="30" y="347"/>
                </a:lnTo>
                <a:lnTo>
                  <a:pt x="31" y="347"/>
                </a:lnTo>
                <a:lnTo>
                  <a:pt x="32" y="347"/>
                </a:lnTo>
                <a:lnTo>
                  <a:pt x="34" y="347"/>
                </a:lnTo>
                <a:lnTo>
                  <a:pt x="34" y="348"/>
                </a:lnTo>
                <a:lnTo>
                  <a:pt x="38" y="349"/>
                </a:lnTo>
                <a:lnTo>
                  <a:pt x="39" y="348"/>
                </a:lnTo>
                <a:lnTo>
                  <a:pt x="41" y="347"/>
                </a:lnTo>
                <a:lnTo>
                  <a:pt x="43" y="347"/>
                </a:lnTo>
                <a:lnTo>
                  <a:pt x="44" y="347"/>
                </a:lnTo>
                <a:lnTo>
                  <a:pt x="46" y="346"/>
                </a:lnTo>
                <a:lnTo>
                  <a:pt x="47" y="344"/>
                </a:lnTo>
                <a:lnTo>
                  <a:pt x="46" y="344"/>
                </a:lnTo>
                <a:lnTo>
                  <a:pt x="46" y="343"/>
                </a:lnTo>
                <a:lnTo>
                  <a:pt x="46" y="341"/>
                </a:lnTo>
                <a:lnTo>
                  <a:pt x="47" y="341"/>
                </a:lnTo>
                <a:lnTo>
                  <a:pt x="47" y="340"/>
                </a:lnTo>
                <a:lnTo>
                  <a:pt x="49" y="339"/>
                </a:lnTo>
                <a:lnTo>
                  <a:pt x="50" y="339"/>
                </a:lnTo>
                <a:lnTo>
                  <a:pt x="50" y="338"/>
                </a:lnTo>
                <a:lnTo>
                  <a:pt x="51" y="338"/>
                </a:lnTo>
                <a:lnTo>
                  <a:pt x="52" y="338"/>
                </a:lnTo>
                <a:lnTo>
                  <a:pt x="52" y="339"/>
                </a:lnTo>
                <a:lnTo>
                  <a:pt x="57" y="337"/>
                </a:lnTo>
                <a:lnTo>
                  <a:pt x="57" y="336"/>
                </a:lnTo>
                <a:lnTo>
                  <a:pt x="58" y="336"/>
                </a:lnTo>
                <a:lnTo>
                  <a:pt x="58" y="335"/>
                </a:lnTo>
                <a:lnTo>
                  <a:pt x="58" y="334"/>
                </a:lnTo>
                <a:lnTo>
                  <a:pt x="59" y="334"/>
                </a:lnTo>
                <a:lnTo>
                  <a:pt x="61" y="334"/>
                </a:lnTo>
                <a:lnTo>
                  <a:pt x="62" y="334"/>
                </a:lnTo>
                <a:lnTo>
                  <a:pt x="64" y="333"/>
                </a:lnTo>
                <a:lnTo>
                  <a:pt x="65" y="334"/>
                </a:lnTo>
                <a:lnTo>
                  <a:pt x="66" y="334"/>
                </a:lnTo>
                <a:lnTo>
                  <a:pt x="66" y="333"/>
                </a:lnTo>
                <a:lnTo>
                  <a:pt x="65" y="333"/>
                </a:lnTo>
                <a:lnTo>
                  <a:pt x="65" y="332"/>
                </a:lnTo>
                <a:lnTo>
                  <a:pt x="66" y="332"/>
                </a:lnTo>
                <a:lnTo>
                  <a:pt x="67" y="332"/>
                </a:lnTo>
                <a:lnTo>
                  <a:pt x="68" y="332"/>
                </a:lnTo>
                <a:lnTo>
                  <a:pt x="68" y="330"/>
                </a:lnTo>
                <a:lnTo>
                  <a:pt x="67" y="328"/>
                </a:lnTo>
                <a:lnTo>
                  <a:pt x="67" y="326"/>
                </a:lnTo>
                <a:lnTo>
                  <a:pt x="66" y="323"/>
                </a:lnTo>
                <a:lnTo>
                  <a:pt x="65" y="322"/>
                </a:lnTo>
                <a:lnTo>
                  <a:pt x="65" y="321"/>
                </a:lnTo>
                <a:lnTo>
                  <a:pt x="65" y="320"/>
                </a:lnTo>
                <a:lnTo>
                  <a:pt x="66" y="319"/>
                </a:lnTo>
                <a:lnTo>
                  <a:pt x="67" y="319"/>
                </a:lnTo>
                <a:lnTo>
                  <a:pt x="68" y="319"/>
                </a:lnTo>
                <a:lnTo>
                  <a:pt x="70" y="317"/>
                </a:lnTo>
                <a:lnTo>
                  <a:pt x="71" y="316"/>
                </a:lnTo>
                <a:lnTo>
                  <a:pt x="70" y="316"/>
                </a:lnTo>
                <a:lnTo>
                  <a:pt x="68" y="316"/>
                </a:lnTo>
                <a:lnTo>
                  <a:pt x="68" y="315"/>
                </a:lnTo>
                <a:lnTo>
                  <a:pt x="68" y="314"/>
                </a:lnTo>
                <a:lnTo>
                  <a:pt x="69" y="314"/>
                </a:lnTo>
                <a:lnTo>
                  <a:pt x="70" y="314"/>
                </a:lnTo>
                <a:lnTo>
                  <a:pt x="71" y="313"/>
                </a:lnTo>
                <a:lnTo>
                  <a:pt x="71" y="312"/>
                </a:lnTo>
                <a:lnTo>
                  <a:pt x="70" y="312"/>
                </a:lnTo>
                <a:lnTo>
                  <a:pt x="70" y="311"/>
                </a:lnTo>
                <a:lnTo>
                  <a:pt x="70" y="310"/>
                </a:lnTo>
                <a:lnTo>
                  <a:pt x="70" y="308"/>
                </a:lnTo>
                <a:lnTo>
                  <a:pt x="71" y="307"/>
                </a:lnTo>
                <a:lnTo>
                  <a:pt x="72" y="307"/>
                </a:lnTo>
                <a:lnTo>
                  <a:pt x="72" y="306"/>
                </a:lnTo>
                <a:lnTo>
                  <a:pt x="71" y="305"/>
                </a:lnTo>
                <a:lnTo>
                  <a:pt x="71" y="304"/>
                </a:lnTo>
                <a:lnTo>
                  <a:pt x="71" y="303"/>
                </a:lnTo>
                <a:lnTo>
                  <a:pt x="70" y="302"/>
                </a:lnTo>
                <a:lnTo>
                  <a:pt x="70" y="299"/>
                </a:lnTo>
                <a:lnTo>
                  <a:pt x="71" y="299"/>
                </a:lnTo>
                <a:lnTo>
                  <a:pt x="71" y="298"/>
                </a:lnTo>
                <a:lnTo>
                  <a:pt x="72" y="298"/>
                </a:lnTo>
                <a:lnTo>
                  <a:pt x="73" y="299"/>
                </a:lnTo>
                <a:lnTo>
                  <a:pt x="74" y="299"/>
                </a:lnTo>
                <a:lnTo>
                  <a:pt x="74" y="298"/>
                </a:lnTo>
                <a:lnTo>
                  <a:pt x="74" y="297"/>
                </a:lnTo>
                <a:lnTo>
                  <a:pt x="74" y="295"/>
                </a:lnTo>
                <a:lnTo>
                  <a:pt x="74" y="293"/>
                </a:lnTo>
                <a:lnTo>
                  <a:pt x="75" y="292"/>
                </a:lnTo>
                <a:lnTo>
                  <a:pt x="75" y="291"/>
                </a:lnTo>
                <a:lnTo>
                  <a:pt x="74" y="290"/>
                </a:lnTo>
                <a:lnTo>
                  <a:pt x="73" y="290"/>
                </a:lnTo>
                <a:lnTo>
                  <a:pt x="72" y="290"/>
                </a:lnTo>
                <a:lnTo>
                  <a:pt x="71" y="288"/>
                </a:lnTo>
                <a:lnTo>
                  <a:pt x="70" y="287"/>
                </a:lnTo>
                <a:lnTo>
                  <a:pt x="70" y="286"/>
                </a:lnTo>
                <a:lnTo>
                  <a:pt x="69" y="285"/>
                </a:lnTo>
                <a:lnTo>
                  <a:pt x="70" y="285"/>
                </a:lnTo>
                <a:lnTo>
                  <a:pt x="70" y="284"/>
                </a:lnTo>
                <a:lnTo>
                  <a:pt x="68" y="284"/>
                </a:lnTo>
                <a:lnTo>
                  <a:pt x="68" y="285"/>
                </a:lnTo>
                <a:lnTo>
                  <a:pt x="67" y="286"/>
                </a:lnTo>
                <a:lnTo>
                  <a:pt x="66" y="286"/>
                </a:lnTo>
                <a:lnTo>
                  <a:pt x="65" y="285"/>
                </a:lnTo>
                <a:lnTo>
                  <a:pt x="65" y="284"/>
                </a:lnTo>
                <a:lnTo>
                  <a:pt x="64" y="281"/>
                </a:lnTo>
                <a:lnTo>
                  <a:pt x="65" y="280"/>
                </a:lnTo>
                <a:lnTo>
                  <a:pt x="66" y="280"/>
                </a:lnTo>
                <a:lnTo>
                  <a:pt x="67" y="279"/>
                </a:lnTo>
                <a:lnTo>
                  <a:pt x="67" y="278"/>
                </a:lnTo>
                <a:lnTo>
                  <a:pt x="67" y="277"/>
                </a:lnTo>
                <a:lnTo>
                  <a:pt x="66" y="277"/>
                </a:lnTo>
                <a:lnTo>
                  <a:pt x="65" y="276"/>
                </a:lnTo>
                <a:lnTo>
                  <a:pt x="64" y="274"/>
                </a:lnTo>
                <a:lnTo>
                  <a:pt x="64" y="273"/>
                </a:lnTo>
                <a:lnTo>
                  <a:pt x="64" y="271"/>
                </a:lnTo>
                <a:lnTo>
                  <a:pt x="64" y="270"/>
                </a:lnTo>
                <a:lnTo>
                  <a:pt x="64" y="269"/>
                </a:lnTo>
                <a:lnTo>
                  <a:pt x="65" y="267"/>
                </a:lnTo>
                <a:lnTo>
                  <a:pt x="66" y="268"/>
                </a:lnTo>
                <a:lnTo>
                  <a:pt x="67" y="268"/>
                </a:lnTo>
                <a:lnTo>
                  <a:pt x="68" y="269"/>
                </a:lnTo>
                <a:lnTo>
                  <a:pt x="69" y="268"/>
                </a:lnTo>
                <a:lnTo>
                  <a:pt x="69" y="267"/>
                </a:lnTo>
                <a:lnTo>
                  <a:pt x="69" y="266"/>
                </a:lnTo>
                <a:lnTo>
                  <a:pt x="68" y="266"/>
                </a:lnTo>
                <a:lnTo>
                  <a:pt x="68" y="265"/>
                </a:lnTo>
                <a:lnTo>
                  <a:pt x="68" y="264"/>
                </a:lnTo>
                <a:lnTo>
                  <a:pt x="69" y="263"/>
                </a:lnTo>
                <a:lnTo>
                  <a:pt x="69" y="262"/>
                </a:lnTo>
                <a:lnTo>
                  <a:pt x="68" y="260"/>
                </a:lnTo>
                <a:lnTo>
                  <a:pt x="67" y="257"/>
                </a:lnTo>
                <a:lnTo>
                  <a:pt x="69" y="255"/>
                </a:lnTo>
                <a:lnTo>
                  <a:pt x="70" y="253"/>
                </a:lnTo>
                <a:lnTo>
                  <a:pt x="70" y="252"/>
                </a:lnTo>
                <a:lnTo>
                  <a:pt x="72" y="253"/>
                </a:lnTo>
                <a:lnTo>
                  <a:pt x="74" y="254"/>
                </a:lnTo>
                <a:lnTo>
                  <a:pt x="76" y="255"/>
                </a:lnTo>
                <a:lnTo>
                  <a:pt x="76" y="256"/>
                </a:lnTo>
                <a:lnTo>
                  <a:pt x="76" y="255"/>
                </a:lnTo>
                <a:lnTo>
                  <a:pt x="77" y="254"/>
                </a:lnTo>
                <a:lnTo>
                  <a:pt x="77" y="253"/>
                </a:lnTo>
                <a:lnTo>
                  <a:pt x="77" y="252"/>
                </a:lnTo>
                <a:lnTo>
                  <a:pt x="76" y="251"/>
                </a:lnTo>
                <a:lnTo>
                  <a:pt x="76" y="249"/>
                </a:lnTo>
                <a:lnTo>
                  <a:pt x="77" y="246"/>
                </a:lnTo>
                <a:lnTo>
                  <a:pt x="78" y="245"/>
                </a:lnTo>
                <a:lnTo>
                  <a:pt x="82" y="243"/>
                </a:lnTo>
                <a:lnTo>
                  <a:pt x="83" y="242"/>
                </a:lnTo>
                <a:lnTo>
                  <a:pt x="83" y="241"/>
                </a:lnTo>
                <a:lnTo>
                  <a:pt x="84" y="241"/>
                </a:lnTo>
                <a:lnTo>
                  <a:pt x="85" y="241"/>
                </a:lnTo>
                <a:lnTo>
                  <a:pt x="86" y="242"/>
                </a:lnTo>
                <a:lnTo>
                  <a:pt x="86" y="243"/>
                </a:lnTo>
                <a:lnTo>
                  <a:pt x="87" y="243"/>
                </a:lnTo>
                <a:lnTo>
                  <a:pt x="88" y="243"/>
                </a:lnTo>
                <a:lnTo>
                  <a:pt x="90" y="242"/>
                </a:lnTo>
                <a:lnTo>
                  <a:pt x="91" y="241"/>
                </a:lnTo>
                <a:lnTo>
                  <a:pt x="92" y="241"/>
                </a:lnTo>
                <a:lnTo>
                  <a:pt x="92" y="242"/>
                </a:lnTo>
                <a:lnTo>
                  <a:pt x="92" y="243"/>
                </a:lnTo>
                <a:lnTo>
                  <a:pt x="93" y="243"/>
                </a:lnTo>
                <a:lnTo>
                  <a:pt x="94" y="243"/>
                </a:lnTo>
                <a:lnTo>
                  <a:pt x="96" y="241"/>
                </a:lnTo>
                <a:lnTo>
                  <a:pt x="97" y="240"/>
                </a:lnTo>
                <a:lnTo>
                  <a:pt x="99" y="240"/>
                </a:lnTo>
                <a:lnTo>
                  <a:pt x="100" y="240"/>
                </a:lnTo>
                <a:lnTo>
                  <a:pt x="101" y="241"/>
                </a:lnTo>
                <a:lnTo>
                  <a:pt x="102" y="240"/>
                </a:lnTo>
                <a:lnTo>
                  <a:pt x="102" y="239"/>
                </a:lnTo>
                <a:lnTo>
                  <a:pt x="102" y="238"/>
                </a:lnTo>
                <a:lnTo>
                  <a:pt x="106" y="237"/>
                </a:lnTo>
                <a:lnTo>
                  <a:pt x="108" y="237"/>
                </a:lnTo>
                <a:lnTo>
                  <a:pt x="111" y="237"/>
                </a:lnTo>
                <a:lnTo>
                  <a:pt x="112" y="236"/>
                </a:lnTo>
                <a:lnTo>
                  <a:pt x="112" y="235"/>
                </a:lnTo>
                <a:lnTo>
                  <a:pt x="113" y="235"/>
                </a:lnTo>
                <a:lnTo>
                  <a:pt x="114" y="235"/>
                </a:lnTo>
                <a:lnTo>
                  <a:pt x="115" y="235"/>
                </a:lnTo>
                <a:lnTo>
                  <a:pt x="114" y="234"/>
                </a:lnTo>
                <a:lnTo>
                  <a:pt x="114" y="233"/>
                </a:lnTo>
                <a:lnTo>
                  <a:pt x="113" y="231"/>
                </a:lnTo>
                <a:lnTo>
                  <a:pt x="113" y="230"/>
                </a:lnTo>
                <a:lnTo>
                  <a:pt x="111" y="227"/>
                </a:lnTo>
                <a:lnTo>
                  <a:pt x="111" y="226"/>
                </a:lnTo>
                <a:lnTo>
                  <a:pt x="110" y="226"/>
                </a:lnTo>
                <a:lnTo>
                  <a:pt x="110" y="225"/>
                </a:lnTo>
                <a:lnTo>
                  <a:pt x="109" y="225"/>
                </a:lnTo>
                <a:lnTo>
                  <a:pt x="109" y="224"/>
                </a:lnTo>
                <a:lnTo>
                  <a:pt x="108" y="223"/>
                </a:lnTo>
                <a:lnTo>
                  <a:pt x="108" y="222"/>
                </a:lnTo>
                <a:lnTo>
                  <a:pt x="107" y="222"/>
                </a:lnTo>
                <a:lnTo>
                  <a:pt x="107" y="220"/>
                </a:lnTo>
                <a:lnTo>
                  <a:pt x="106" y="220"/>
                </a:lnTo>
                <a:lnTo>
                  <a:pt x="107" y="220"/>
                </a:lnTo>
                <a:lnTo>
                  <a:pt x="106" y="220"/>
                </a:lnTo>
                <a:lnTo>
                  <a:pt x="106" y="219"/>
                </a:lnTo>
                <a:lnTo>
                  <a:pt x="107" y="217"/>
                </a:lnTo>
                <a:lnTo>
                  <a:pt x="106" y="217"/>
                </a:lnTo>
                <a:lnTo>
                  <a:pt x="105" y="217"/>
                </a:lnTo>
                <a:lnTo>
                  <a:pt x="106" y="214"/>
                </a:lnTo>
                <a:lnTo>
                  <a:pt x="106" y="212"/>
                </a:lnTo>
                <a:lnTo>
                  <a:pt x="105" y="211"/>
                </a:lnTo>
                <a:lnTo>
                  <a:pt x="105" y="209"/>
                </a:lnTo>
                <a:lnTo>
                  <a:pt x="105" y="208"/>
                </a:lnTo>
                <a:lnTo>
                  <a:pt x="105" y="207"/>
                </a:lnTo>
                <a:lnTo>
                  <a:pt x="104" y="206"/>
                </a:lnTo>
                <a:lnTo>
                  <a:pt x="104" y="205"/>
                </a:lnTo>
                <a:lnTo>
                  <a:pt x="103" y="203"/>
                </a:lnTo>
                <a:lnTo>
                  <a:pt x="101" y="202"/>
                </a:lnTo>
                <a:lnTo>
                  <a:pt x="100" y="201"/>
                </a:lnTo>
                <a:lnTo>
                  <a:pt x="100" y="200"/>
                </a:lnTo>
                <a:lnTo>
                  <a:pt x="99" y="198"/>
                </a:lnTo>
                <a:lnTo>
                  <a:pt x="98" y="198"/>
                </a:lnTo>
                <a:lnTo>
                  <a:pt x="98" y="197"/>
                </a:lnTo>
                <a:lnTo>
                  <a:pt x="98" y="196"/>
                </a:lnTo>
                <a:lnTo>
                  <a:pt x="99" y="194"/>
                </a:lnTo>
                <a:lnTo>
                  <a:pt x="100" y="193"/>
                </a:lnTo>
                <a:lnTo>
                  <a:pt x="100" y="194"/>
                </a:lnTo>
                <a:lnTo>
                  <a:pt x="101" y="194"/>
                </a:lnTo>
                <a:lnTo>
                  <a:pt x="102" y="194"/>
                </a:lnTo>
                <a:lnTo>
                  <a:pt x="103" y="194"/>
                </a:lnTo>
                <a:lnTo>
                  <a:pt x="103" y="195"/>
                </a:lnTo>
                <a:lnTo>
                  <a:pt x="104" y="195"/>
                </a:lnTo>
                <a:lnTo>
                  <a:pt x="105" y="195"/>
                </a:lnTo>
                <a:lnTo>
                  <a:pt x="106" y="196"/>
                </a:lnTo>
                <a:lnTo>
                  <a:pt x="106" y="195"/>
                </a:lnTo>
                <a:lnTo>
                  <a:pt x="106" y="194"/>
                </a:lnTo>
                <a:lnTo>
                  <a:pt x="106" y="188"/>
                </a:lnTo>
                <a:lnTo>
                  <a:pt x="106" y="187"/>
                </a:lnTo>
                <a:lnTo>
                  <a:pt x="105" y="187"/>
                </a:lnTo>
                <a:lnTo>
                  <a:pt x="105" y="186"/>
                </a:lnTo>
                <a:lnTo>
                  <a:pt x="106" y="186"/>
                </a:lnTo>
                <a:lnTo>
                  <a:pt x="107" y="183"/>
                </a:lnTo>
                <a:lnTo>
                  <a:pt x="107" y="182"/>
                </a:lnTo>
                <a:lnTo>
                  <a:pt x="108" y="182"/>
                </a:lnTo>
                <a:lnTo>
                  <a:pt x="108" y="181"/>
                </a:lnTo>
                <a:lnTo>
                  <a:pt x="108" y="180"/>
                </a:lnTo>
                <a:lnTo>
                  <a:pt x="108" y="177"/>
                </a:lnTo>
                <a:lnTo>
                  <a:pt x="107" y="177"/>
                </a:lnTo>
                <a:lnTo>
                  <a:pt x="106" y="176"/>
                </a:lnTo>
                <a:lnTo>
                  <a:pt x="106" y="175"/>
                </a:lnTo>
                <a:lnTo>
                  <a:pt x="105" y="175"/>
                </a:lnTo>
                <a:lnTo>
                  <a:pt x="105" y="176"/>
                </a:lnTo>
                <a:lnTo>
                  <a:pt x="104" y="176"/>
                </a:lnTo>
                <a:lnTo>
                  <a:pt x="103" y="177"/>
                </a:lnTo>
                <a:lnTo>
                  <a:pt x="101" y="177"/>
                </a:lnTo>
                <a:lnTo>
                  <a:pt x="100" y="177"/>
                </a:lnTo>
                <a:lnTo>
                  <a:pt x="99" y="177"/>
                </a:lnTo>
                <a:lnTo>
                  <a:pt x="99" y="176"/>
                </a:lnTo>
                <a:lnTo>
                  <a:pt x="98" y="175"/>
                </a:lnTo>
                <a:lnTo>
                  <a:pt x="97" y="176"/>
                </a:lnTo>
                <a:lnTo>
                  <a:pt x="96" y="176"/>
                </a:lnTo>
                <a:lnTo>
                  <a:pt x="96" y="177"/>
                </a:lnTo>
                <a:lnTo>
                  <a:pt x="95" y="177"/>
                </a:lnTo>
                <a:lnTo>
                  <a:pt x="95" y="176"/>
                </a:lnTo>
                <a:lnTo>
                  <a:pt x="94" y="176"/>
                </a:lnTo>
                <a:lnTo>
                  <a:pt x="93" y="176"/>
                </a:lnTo>
                <a:lnTo>
                  <a:pt x="92" y="176"/>
                </a:lnTo>
                <a:lnTo>
                  <a:pt x="92" y="175"/>
                </a:lnTo>
                <a:lnTo>
                  <a:pt x="92" y="173"/>
                </a:lnTo>
                <a:lnTo>
                  <a:pt x="93" y="173"/>
                </a:lnTo>
                <a:lnTo>
                  <a:pt x="93" y="172"/>
                </a:lnTo>
                <a:lnTo>
                  <a:pt x="93" y="170"/>
                </a:lnTo>
                <a:lnTo>
                  <a:pt x="95" y="169"/>
                </a:lnTo>
                <a:lnTo>
                  <a:pt x="94" y="168"/>
                </a:lnTo>
                <a:lnTo>
                  <a:pt x="94" y="167"/>
                </a:lnTo>
                <a:lnTo>
                  <a:pt x="94" y="166"/>
                </a:lnTo>
                <a:lnTo>
                  <a:pt x="94" y="165"/>
                </a:lnTo>
                <a:lnTo>
                  <a:pt x="95" y="165"/>
                </a:lnTo>
                <a:lnTo>
                  <a:pt x="95" y="162"/>
                </a:lnTo>
                <a:lnTo>
                  <a:pt x="95" y="161"/>
                </a:lnTo>
                <a:lnTo>
                  <a:pt x="96" y="161"/>
                </a:lnTo>
                <a:lnTo>
                  <a:pt x="96" y="160"/>
                </a:lnTo>
                <a:lnTo>
                  <a:pt x="96" y="158"/>
                </a:lnTo>
                <a:lnTo>
                  <a:pt x="96" y="156"/>
                </a:lnTo>
                <a:lnTo>
                  <a:pt x="96" y="155"/>
                </a:lnTo>
                <a:lnTo>
                  <a:pt x="97" y="155"/>
                </a:lnTo>
                <a:lnTo>
                  <a:pt x="98" y="154"/>
                </a:lnTo>
                <a:lnTo>
                  <a:pt x="98" y="153"/>
                </a:lnTo>
                <a:lnTo>
                  <a:pt x="97" y="153"/>
                </a:lnTo>
                <a:lnTo>
                  <a:pt x="97" y="152"/>
                </a:lnTo>
                <a:lnTo>
                  <a:pt x="96" y="152"/>
                </a:lnTo>
                <a:lnTo>
                  <a:pt x="96" y="151"/>
                </a:lnTo>
                <a:lnTo>
                  <a:pt x="97" y="147"/>
                </a:lnTo>
                <a:lnTo>
                  <a:pt x="98" y="147"/>
                </a:lnTo>
                <a:lnTo>
                  <a:pt x="99" y="147"/>
                </a:lnTo>
                <a:lnTo>
                  <a:pt x="100" y="147"/>
                </a:lnTo>
                <a:lnTo>
                  <a:pt x="99" y="146"/>
                </a:lnTo>
                <a:lnTo>
                  <a:pt x="99" y="145"/>
                </a:lnTo>
                <a:lnTo>
                  <a:pt x="99" y="143"/>
                </a:lnTo>
                <a:lnTo>
                  <a:pt x="100" y="142"/>
                </a:lnTo>
                <a:lnTo>
                  <a:pt x="103" y="142"/>
                </a:lnTo>
                <a:lnTo>
                  <a:pt x="104" y="142"/>
                </a:lnTo>
                <a:lnTo>
                  <a:pt x="104" y="143"/>
                </a:lnTo>
                <a:lnTo>
                  <a:pt x="106" y="142"/>
                </a:lnTo>
                <a:lnTo>
                  <a:pt x="107" y="137"/>
                </a:lnTo>
                <a:lnTo>
                  <a:pt x="106" y="136"/>
                </a:lnTo>
                <a:lnTo>
                  <a:pt x="107" y="136"/>
                </a:lnTo>
                <a:lnTo>
                  <a:pt x="108" y="136"/>
                </a:lnTo>
                <a:lnTo>
                  <a:pt x="108" y="137"/>
                </a:lnTo>
                <a:lnTo>
                  <a:pt x="109" y="137"/>
                </a:lnTo>
                <a:lnTo>
                  <a:pt x="110" y="136"/>
                </a:lnTo>
                <a:lnTo>
                  <a:pt x="111" y="135"/>
                </a:lnTo>
                <a:lnTo>
                  <a:pt x="112" y="135"/>
                </a:lnTo>
                <a:lnTo>
                  <a:pt x="112" y="134"/>
                </a:lnTo>
                <a:lnTo>
                  <a:pt x="114" y="134"/>
                </a:lnTo>
                <a:lnTo>
                  <a:pt x="115" y="135"/>
                </a:lnTo>
                <a:lnTo>
                  <a:pt x="116" y="135"/>
                </a:lnTo>
                <a:lnTo>
                  <a:pt x="117" y="133"/>
                </a:lnTo>
                <a:lnTo>
                  <a:pt x="119" y="132"/>
                </a:lnTo>
                <a:lnTo>
                  <a:pt x="119" y="131"/>
                </a:lnTo>
                <a:lnTo>
                  <a:pt x="120" y="131"/>
                </a:lnTo>
                <a:lnTo>
                  <a:pt x="121" y="132"/>
                </a:lnTo>
                <a:lnTo>
                  <a:pt x="122" y="133"/>
                </a:lnTo>
                <a:lnTo>
                  <a:pt x="124" y="133"/>
                </a:lnTo>
                <a:lnTo>
                  <a:pt x="124" y="134"/>
                </a:lnTo>
                <a:lnTo>
                  <a:pt x="124" y="135"/>
                </a:lnTo>
                <a:lnTo>
                  <a:pt x="126" y="134"/>
                </a:lnTo>
                <a:lnTo>
                  <a:pt x="127" y="134"/>
                </a:lnTo>
                <a:lnTo>
                  <a:pt x="127" y="132"/>
                </a:lnTo>
                <a:lnTo>
                  <a:pt x="128" y="132"/>
                </a:lnTo>
                <a:lnTo>
                  <a:pt x="129" y="133"/>
                </a:lnTo>
                <a:lnTo>
                  <a:pt x="130" y="133"/>
                </a:lnTo>
                <a:lnTo>
                  <a:pt x="132" y="133"/>
                </a:lnTo>
                <a:lnTo>
                  <a:pt x="132" y="132"/>
                </a:lnTo>
                <a:lnTo>
                  <a:pt x="133" y="133"/>
                </a:lnTo>
                <a:lnTo>
                  <a:pt x="134" y="133"/>
                </a:lnTo>
                <a:lnTo>
                  <a:pt x="134" y="134"/>
                </a:lnTo>
                <a:lnTo>
                  <a:pt x="133" y="135"/>
                </a:lnTo>
                <a:lnTo>
                  <a:pt x="136" y="137"/>
                </a:lnTo>
                <a:lnTo>
                  <a:pt x="137" y="139"/>
                </a:lnTo>
                <a:lnTo>
                  <a:pt x="138" y="139"/>
                </a:lnTo>
                <a:lnTo>
                  <a:pt x="139" y="139"/>
                </a:lnTo>
                <a:lnTo>
                  <a:pt x="140" y="139"/>
                </a:lnTo>
                <a:lnTo>
                  <a:pt x="140" y="140"/>
                </a:lnTo>
                <a:lnTo>
                  <a:pt x="140" y="142"/>
                </a:lnTo>
                <a:lnTo>
                  <a:pt x="140" y="144"/>
                </a:lnTo>
                <a:lnTo>
                  <a:pt x="141" y="145"/>
                </a:lnTo>
                <a:lnTo>
                  <a:pt x="145" y="144"/>
                </a:lnTo>
                <a:lnTo>
                  <a:pt x="144" y="142"/>
                </a:lnTo>
                <a:lnTo>
                  <a:pt x="144" y="141"/>
                </a:lnTo>
                <a:lnTo>
                  <a:pt x="144" y="140"/>
                </a:lnTo>
                <a:lnTo>
                  <a:pt x="144" y="139"/>
                </a:lnTo>
                <a:lnTo>
                  <a:pt x="145" y="139"/>
                </a:lnTo>
                <a:lnTo>
                  <a:pt x="147" y="139"/>
                </a:lnTo>
                <a:lnTo>
                  <a:pt x="148" y="139"/>
                </a:lnTo>
                <a:lnTo>
                  <a:pt x="148" y="140"/>
                </a:lnTo>
                <a:lnTo>
                  <a:pt x="147" y="140"/>
                </a:lnTo>
                <a:lnTo>
                  <a:pt x="147" y="141"/>
                </a:lnTo>
                <a:lnTo>
                  <a:pt x="147" y="142"/>
                </a:lnTo>
                <a:lnTo>
                  <a:pt x="149" y="144"/>
                </a:lnTo>
                <a:lnTo>
                  <a:pt x="150" y="144"/>
                </a:lnTo>
                <a:lnTo>
                  <a:pt x="151" y="144"/>
                </a:lnTo>
                <a:lnTo>
                  <a:pt x="151" y="143"/>
                </a:lnTo>
                <a:lnTo>
                  <a:pt x="153" y="142"/>
                </a:lnTo>
                <a:lnTo>
                  <a:pt x="155" y="143"/>
                </a:lnTo>
                <a:lnTo>
                  <a:pt x="156" y="143"/>
                </a:lnTo>
                <a:lnTo>
                  <a:pt x="157" y="143"/>
                </a:lnTo>
                <a:lnTo>
                  <a:pt x="158" y="142"/>
                </a:lnTo>
                <a:lnTo>
                  <a:pt x="159" y="143"/>
                </a:lnTo>
                <a:lnTo>
                  <a:pt x="162" y="144"/>
                </a:lnTo>
                <a:lnTo>
                  <a:pt x="163" y="145"/>
                </a:lnTo>
                <a:lnTo>
                  <a:pt x="164" y="146"/>
                </a:lnTo>
                <a:lnTo>
                  <a:pt x="164" y="147"/>
                </a:lnTo>
                <a:lnTo>
                  <a:pt x="166" y="149"/>
                </a:lnTo>
                <a:lnTo>
                  <a:pt x="166" y="150"/>
                </a:lnTo>
                <a:lnTo>
                  <a:pt x="167" y="151"/>
                </a:lnTo>
                <a:lnTo>
                  <a:pt x="165" y="154"/>
                </a:lnTo>
                <a:lnTo>
                  <a:pt x="166" y="155"/>
                </a:lnTo>
                <a:lnTo>
                  <a:pt x="165" y="156"/>
                </a:lnTo>
                <a:lnTo>
                  <a:pt x="164" y="157"/>
                </a:lnTo>
                <a:lnTo>
                  <a:pt x="164" y="161"/>
                </a:lnTo>
                <a:lnTo>
                  <a:pt x="165" y="163"/>
                </a:lnTo>
                <a:lnTo>
                  <a:pt x="167" y="164"/>
                </a:lnTo>
                <a:lnTo>
                  <a:pt x="168" y="163"/>
                </a:lnTo>
                <a:lnTo>
                  <a:pt x="169" y="163"/>
                </a:lnTo>
                <a:lnTo>
                  <a:pt x="170" y="164"/>
                </a:lnTo>
                <a:lnTo>
                  <a:pt x="170" y="166"/>
                </a:lnTo>
                <a:lnTo>
                  <a:pt x="172" y="166"/>
                </a:lnTo>
                <a:lnTo>
                  <a:pt x="173" y="167"/>
                </a:lnTo>
                <a:lnTo>
                  <a:pt x="174" y="167"/>
                </a:lnTo>
                <a:lnTo>
                  <a:pt x="175" y="167"/>
                </a:lnTo>
                <a:lnTo>
                  <a:pt x="176" y="168"/>
                </a:lnTo>
                <a:lnTo>
                  <a:pt x="177" y="170"/>
                </a:lnTo>
                <a:lnTo>
                  <a:pt x="178" y="172"/>
                </a:lnTo>
                <a:lnTo>
                  <a:pt x="179" y="173"/>
                </a:lnTo>
                <a:lnTo>
                  <a:pt x="180" y="173"/>
                </a:lnTo>
                <a:lnTo>
                  <a:pt x="180" y="178"/>
                </a:lnTo>
                <a:lnTo>
                  <a:pt x="179" y="178"/>
                </a:lnTo>
                <a:lnTo>
                  <a:pt x="179" y="177"/>
                </a:lnTo>
                <a:lnTo>
                  <a:pt x="178" y="177"/>
                </a:lnTo>
                <a:lnTo>
                  <a:pt x="177" y="177"/>
                </a:lnTo>
                <a:lnTo>
                  <a:pt x="177" y="176"/>
                </a:lnTo>
                <a:lnTo>
                  <a:pt x="177" y="177"/>
                </a:lnTo>
                <a:lnTo>
                  <a:pt x="177" y="179"/>
                </a:lnTo>
                <a:lnTo>
                  <a:pt x="178" y="179"/>
                </a:lnTo>
                <a:lnTo>
                  <a:pt x="178" y="178"/>
                </a:lnTo>
                <a:lnTo>
                  <a:pt x="179" y="178"/>
                </a:lnTo>
                <a:lnTo>
                  <a:pt x="179" y="179"/>
                </a:lnTo>
                <a:lnTo>
                  <a:pt x="180" y="180"/>
                </a:lnTo>
                <a:lnTo>
                  <a:pt x="179" y="181"/>
                </a:lnTo>
                <a:lnTo>
                  <a:pt x="180" y="182"/>
                </a:lnTo>
                <a:lnTo>
                  <a:pt x="181" y="183"/>
                </a:lnTo>
                <a:lnTo>
                  <a:pt x="182" y="185"/>
                </a:lnTo>
                <a:lnTo>
                  <a:pt x="182" y="186"/>
                </a:lnTo>
                <a:lnTo>
                  <a:pt x="184" y="186"/>
                </a:lnTo>
                <a:lnTo>
                  <a:pt x="186" y="186"/>
                </a:lnTo>
                <a:lnTo>
                  <a:pt x="187" y="186"/>
                </a:lnTo>
                <a:lnTo>
                  <a:pt x="187" y="187"/>
                </a:lnTo>
                <a:lnTo>
                  <a:pt x="187" y="188"/>
                </a:lnTo>
                <a:lnTo>
                  <a:pt x="188" y="189"/>
                </a:lnTo>
                <a:lnTo>
                  <a:pt x="188" y="190"/>
                </a:lnTo>
                <a:lnTo>
                  <a:pt x="189" y="190"/>
                </a:lnTo>
                <a:lnTo>
                  <a:pt x="190" y="191"/>
                </a:lnTo>
                <a:lnTo>
                  <a:pt x="191" y="191"/>
                </a:lnTo>
                <a:lnTo>
                  <a:pt x="192" y="191"/>
                </a:lnTo>
                <a:lnTo>
                  <a:pt x="193" y="192"/>
                </a:lnTo>
                <a:lnTo>
                  <a:pt x="195" y="194"/>
                </a:lnTo>
                <a:lnTo>
                  <a:pt x="196" y="196"/>
                </a:lnTo>
                <a:lnTo>
                  <a:pt x="197" y="198"/>
                </a:lnTo>
                <a:lnTo>
                  <a:pt x="198" y="200"/>
                </a:lnTo>
                <a:lnTo>
                  <a:pt x="202" y="200"/>
                </a:lnTo>
                <a:lnTo>
                  <a:pt x="203" y="199"/>
                </a:lnTo>
                <a:lnTo>
                  <a:pt x="204" y="199"/>
                </a:lnTo>
                <a:lnTo>
                  <a:pt x="204" y="197"/>
                </a:lnTo>
                <a:lnTo>
                  <a:pt x="204" y="196"/>
                </a:lnTo>
                <a:lnTo>
                  <a:pt x="205" y="195"/>
                </a:lnTo>
                <a:lnTo>
                  <a:pt x="205" y="196"/>
                </a:lnTo>
                <a:lnTo>
                  <a:pt x="206" y="197"/>
                </a:lnTo>
                <a:lnTo>
                  <a:pt x="209" y="196"/>
                </a:lnTo>
                <a:lnTo>
                  <a:pt x="209" y="195"/>
                </a:lnTo>
                <a:lnTo>
                  <a:pt x="209" y="194"/>
                </a:lnTo>
                <a:lnTo>
                  <a:pt x="209" y="193"/>
                </a:lnTo>
                <a:lnTo>
                  <a:pt x="208" y="193"/>
                </a:lnTo>
                <a:lnTo>
                  <a:pt x="208" y="192"/>
                </a:lnTo>
                <a:lnTo>
                  <a:pt x="210" y="191"/>
                </a:lnTo>
                <a:lnTo>
                  <a:pt x="211" y="191"/>
                </a:lnTo>
                <a:lnTo>
                  <a:pt x="211" y="192"/>
                </a:lnTo>
                <a:lnTo>
                  <a:pt x="211" y="193"/>
                </a:lnTo>
                <a:lnTo>
                  <a:pt x="212" y="193"/>
                </a:lnTo>
                <a:lnTo>
                  <a:pt x="214" y="194"/>
                </a:lnTo>
                <a:lnTo>
                  <a:pt x="215" y="194"/>
                </a:lnTo>
                <a:lnTo>
                  <a:pt x="215" y="192"/>
                </a:lnTo>
                <a:lnTo>
                  <a:pt x="216" y="189"/>
                </a:lnTo>
                <a:lnTo>
                  <a:pt x="217" y="188"/>
                </a:lnTo>
                <a:lnTo>
                  <a:pt x="218" y="188"/>
                </a:lnTo>
                <a:lnTo>
                  <a:pt x="220" y="188"/>
                </a:lnTo>
                <a:lnTo>
                  <a:pt x="221" y="188"/>
                </a:lnTo>
                <a:lnTo>
                  <a:pt x="223" y="185"/>
                </a:lnTo>
                <a:lnTo>
                  <a:pt x="224" y="185"/>
                </a:lnTo>
                <a:lnTo>
                  <a:pt x="225" y="184"/>
                </a:lnTo>
                <a:lnTo>
                  <a:pt x="225" y="183"/>
                </a:lnTo>
                <a:lnTo>
                  <a:pt x="225" y="182"/>
                </a:lnTo>
                <a:lnTo>
                  <a:pt x="226" y="181"/>
                </a:lnTo>
                <a:lnTo>
                  <a:pt x="227" y="181"/>
                </a:lnTo>
                <a:lnTo>
                  <a:pt x="228" y="181"/>
                </a:lnTo>
                <a:lnTo>
                  <a:pt x="228" y="182"/>
                </a:lnTo>
                <a:lnTo>
                  <a:pt x="229" y="182"/>
                </a:lnTo>
                <a:lnTo>
                  <a:pt x="230" y="182"/>
                </a:lnTo>
                <a:lnTo>
                  <a:pt x="231" y="182"/>
                </a:lnTo>
                <a:lnTo>
                  <a:pt x="234" y="181"/>
                </a:lnTo>
                <a:lnTo>
                  <a:pt x="234" y="180"/>
                </a:lnTo>
                <a:lnTo>
                  <a:pt x="235" y="180"/>
                </a:lnTo>
                <a:lnTo>
                  <a:pt x="236" y="180"/>
                </a:lnTo>
                <a:lnTo>
                  <a:pt x="236" y="178"/>
                </a:lnTo>
                <a:lnTo>
                  <a:pt x="236" y="176"/>
                </a:lnTo>
                <a:lnTo>
                  <a:pt x="237" y="175"/>
                </a:lnTo>
                <a:lnTo>
                  <a:pt x="238" y="175"/>
                </a:lnTo>
                <a:lnTo>
                  <a:pt x="239" y="175"/>
                </a:lnTo>
                <a:lnTo>
                  <a:pt x="239" y="176"/>
                </a:lnTo>
                <a:lnTo>
                  <a:pt x="240" y="176"/>
                </a:lnTo>
                <a:lnTo>
                  <a:pt x="240" y="177"/>
                </a:lnTo>
                <a:lnTo>
                  <a:pt x="240" y="176"/>
                </a:lnTo>
                <a:lnTo>
                  <a:pt x="241" y="176"/>
                </a:lnTo>
                <a:lnTo>
                  <a:pt x="242" y="177"/>
                </a:lnTo>
                <a:lnTo>
                  <a:pt x="242" y="176"/>
                </a:lnTo>
                <a:lnTo>
                  <a:pt x="243" y="176"/>
                </a:lnTo>
                <a:lnTo>
                  <a:pt x="242" y="175"/>
                </a:lnTo>
                <a:lnTo>
                  <a:pt x="242" y="173"/>
                </a:lnTo>
                <a:lnTo>
                  <a:pt x="241" y="173"/>
                </a:lnTo>
                <a:lnTo>
                  <a:pt x="241" y="172"/>
                </a:lnTo>
                <a:lnTo>
                  <a:pt x="241" y="167"/>
                </a:lnTo>
                <a:lnTo>
                  <a:pt x="242" y="166"/>
                </a:lnTo>
                <a:lnTo>
                  <a:pt x="243" y="166"/>
                </a:lnTo>
                <a:lnTo>
                  <a:pt x="245" y="165"/>
                </a:lnTo>
                <a:lnTo>
                  <a:pt x="245" y="164"/>
                </a:lnTo>
                <a:lnTo>
                  <a:pt x="245" y="163"/>
                </a:lnTo>
                <a:lnTo>
                  <a:pt x="246" y="162"/>
                </a:lnTo>
                <a:lnTo>
                  <a:pt x="247" y="162"/>
                </a:lnTo>
                <a:lnTo>
                  <a:pt x="249" y="160"/>
                </a:lnTo>
                <a:lnTo>
                  <a:pt x="250" y="160"/>
                </a:lnTo>
                <a:lnTo>
                  <a:pt x="250" y="161"/>
                </a:lnTo>
                <a:lnTo>
                  <a:pt x="251" y="161"/>
                </a:lnTo>
                <a:lnTo>
                  <a:pt x="254" y="160"/>
                </a:lnTo>
                <a:lnTo>
                  <a:pt x="255" y="160"/>
                </a:lnTo>
                <a:lnTo>
                  <a:pt x="255" y="157"/>
                </a:lnTo>
                <a:lnTo>
                  <a:pt x="256" y="157"/>
                </a:lnTo>
                <a:lnTo>
                  <a:pt x="257" y="157"/>
                </a:lnTo>
                <a:lnTo>
                  <a:pt x="257" y="158"/>
                </a:lnTo>
                <a:lnTo>
                  <a:pt x="258" y="158"/>
                </a:lnTo>
                <a:lnTo>
                  <a:pt x="261" y="157"/>
                </a:lnTo>
                <a:lnTo>
                  <a:pt x="261" y="155"/>
                </a:lnTo>
                <a:lnTo>
                  <a:pt x="260" y="155"/>
                </a:lnTo>
                <a:lnTo>
                  <a:pt x="260" y="154"/>
                </a:lnTo>
                <a:lnTo>
                  <a:pt x="260" y="153"/>
                </a:lnTo>
                <a:lnTo>
                  <a:pt x="260" y="151"/>
                </a:lnTo>
                <a:lnTo>
                  <a:pt x="261" y="151"/>
                </a:lnTo>
                <a:lnTo>
                  <a:pt x="262" y="150"/>
                </a:lnTo>
                <a:lnTo>
                  <a:pt x="263" y="150"/>
                </a:lnTo>
                <a:lnTo>
                  <a:pt x="264" y="151"/>
                </a:lnTo>
                <a:lnTo>
                  <a:pt x="264" y="152"/>
                </a:lnTo>
                <a:lnTo>
                  <a:pt x="265" y="152"/>
                </a:lnTo>
                <a:lnTo>
                  <a:pt x="266" y="152"/>
                </a:lnTo>
                <a:lnTo>
                  <a:pt x="267" y="152"/>
                </a:lnTo>
                <a:lnTo>
                  <a:pt x="268" y="152"/>
                </a:lnTo>
                <a:lnTo>
                  <a:pt x="268" y="153"/>
                </a:lnTo>
                <a:lnTo>
                  <a:pt x="269" y="153"/>
                </a:lnTo>
                <a:lnTo>
                  <a:pt x="269" y="154"/>
                </a:lnTo>
                <a:lnTo>
                  <a:pt x="270" y="154"/>
                </a:lnTo>
                <a:lnTo>
                  <a:pt x="274" y="154"/>
                </a:lnTo>
                <a:lnTo>
                  <a:pt x="275" y="154"/>
                </a:lnTo>
                <a:lnTo>
                  <a:pt x="275" y="151"/>
                </a:lnTo>
                <a:lnTo>
                  <a:pt x="275" y="150"/>
                </a:lnTo>
                <a:lnTo>
                  <a:pt x="274" y="150"/>
                </a:lnTo>
                <a:lnTo>
                  <a:pt x="274" y="149"/>
                </a:lnTo>
                <a:lnTo>
                  <a:pt x="273" y="149"/>
                </a:lnTo>
                <a:lnTo>
                  <a:pt x="273" y="148"/>
                </a:lnTo>
                <a:lnTo>
                  <a:pt x="273" y="145"/>
                </a:lnTo>
                <a:lnTo>
                  <a:pt x="274" y="144"/>
                </a:lnTo>
                <a:lnTo>
                  <a:pt x="273" y="142"/>
                </a:lnTo>
                <a:lnTo>
                  <a:pt x="273" y="140"/>
                </a:lnTo>
                <a:lnTo>
                  <a:pt x="274" y="140"/>
                </a:lnTo>
                <a:lnTo>
                  <a:pt x="274" y="139"/>
                </a:lnTo>
                <a:lnTo>
                  <a:pt x="274" y="138"/>
                </a:lnTo>
                <a:lnTo>
                  <a:pt x="274" y="137"/>
                </a:lnTo>
                <a:lnTo>
                  <a:pt x="274" y="136"/>
                </a:lnTo>
                <a:lnTo>
                  <a:pt x="273" y="136"/>
                </a:lnTo>
                <a:lnTo>
                  <a:pt x="273" y="135"/>
                </a:lnTo>
                <a:lnTo>
                  <a:pt x="272" y="135"/>
                </a:lnTo>
                <a:lnTo>
                  <a:pt x="271" y="135"/>
                </a:lnTo>
                <a:lnTo>
                  <a:pt x="269" y="134"/>
                </a:lnTo>
                <a:lnTo>
                  <a:pt x="268" y="132"/>
                </a:lnTo>
                <a:lnTo>
                  <a:pt x="267" y="132"/>
                </a:lnTo>
                <a:lnTo>
                  <a:pt x="266" y="131"/>
                </a:lnTo>
                <a:lnTo>
                  <a:pt x="266" y="130"/>
                </a:lnTo>
                <a:lnTo>
                  <a:pt x="266" y="129"/>
                </a:lnTo>
                <a:lnTo>
                  <a:pt x="265" y="129"/>
                </a:lnTo>
                <a:lnTo>
                  <a:pt x="265" y="128"/>
                </a:lnTo>
                <a:lnTo>
                  <a:pt x="265" y="127"/>
                </a:lnTo>
                <a:lnTo>
                  <a:pt x="265" y="126"/>
                </a:lnTo>
                <a:lnTo>
                  <a:pt x="264" y="125"/>
                </a:lnTo>
                <a:lnTo>
                  <a:pt x="264" y="124"/>
                </a:lnTo>
                <a:lnTo>
                  <a:pt x="263" y="123"/>
                </a:lnTo>
                <a:lnTo>
                  <a:pt x="262" y="123"/>
                </a:lnTo>
                <a:lnTo>
                  <a:pt x="262" y="122"/>
                </a:lnTo>
                <a:lnTo>
                  <a:pt x="261" y="122"/>
                </a:lnTo>
                <a:lnTo>
                  <a:pt x="261" y="121"/>
                </a:lnTo>
                <a:lnTo>
                  <a:pt x="260" y="120"/>
                </a:lnTo>
                <a:lnTo>
                  <a:pt x="260" y="119"/>
                </a:lnTo>
                <a:lnTo>
                  <a:pt x="259" y="118"/>
                </a:lnTo>
                <a:lnTo>
                  <a:pt x="258" y="117"/>
                </a:lnTo>
                <a:lnTo>
                  <a:pt x="257" y="116"/>
                </a:lnTo>
                <a:lnTo>
                  <a:pt x="257" y="115"/>
                </a:lnTo>
                <a:lnTo>
                  <a:pt x="257" y="114"/>
                </a:lnTo>
                <a:lnTo>
                  <a:pt x="255" y="112"/>
                </a:lnTo>
                <a:lnTo>
                  <a:pt x="254" y="112"/>
                </a:lnTo>
                <a:lnTo>
                  <a:pt x="253" y="112"/>
                </a:lnTo>
                <a:lnTo>
                  <a:pt x="252" y="112"/>
                </a:lnTo>
                <a:lnTo>
                  <a:pt x="252" y="111"/>
                </a:lnTo>
                <a:lnTo>
                  <a:pt x="252" y="110"/>
                </a:lnTo>
                <a:lnTo>
                  <a:pt x="251" y="108"/>
                </a:lnTo>
                <a:lnTo>
                  <a:pt x="251" y="103"/>
                </a:lnTo>
                <a:lnTo>
                  <a:pt x="252" y="99"/>
                </a:lnTo>
                <a:lnTo>
                  <a:pt x="253" y="97"/>
                </a:lnTo>
                <a:lnTo>
                  <a:pt x="253" y="98"/>
                </a:lnTo>
                <a:lnTo>
                  <a:pt x="254" y="97"/>
                </a:lnTo>
                <a:lnTo>
                  <a:pt x="255" y="97"/>
                </a:lnTo>
                <a:lnTo>
                  <a:pt x="255" y="96"/>
                </a:lnTo>
                <a:lnTo>
                  <a:pt x="254" y="96"/>
                </a:lnTo>
                <a:lnTo>
                  <a:pt x="254" y="95"/>
                </a:lnTo>
                <a:lnTo>
                  <a:pt x="254" y="94"/>
                </a:lnTo>
                <a:lnTo>
                  <a:pt x="254" y="93"/>
                </a:lnTo>
                <a:lnTo>
                  <a:pt x="253" y="93"/>
                </a:lnTo>
                <a:lnTo>
                  <a:pt x="253" y="94"/>
                </a:lnTo>
                <a:lnTo>
                  <a:pt x="252" y="93"/>
                </a:lnTo>
                <a:lnTo>
                  <a:pt x="251" y="92"/>
                </a:lnTo>
                <a:lnTo>
                  <a:pt x="250" y="90"/>
                </a:lnTo>
                <a:lnTo>
                  <a:pt x="250" y="87"/>
                </a:lnTo>
                <a:lnTo>
                  <a:pt x="250" y="86"/>
                </a:lnTo>
                <a:lnTo>
                  <a:pt x="250" y="85"/>
                </a:lnTo>
                <a:lnTo>
                  <a:pt x="250" y="84"/>
                </a:lnTo>
                <a:lnTo>
                  <a:pt x="250" y="83"/>
                </a:lnTo>
                <a:lnTo>
                  <a:pt x="250" y="82"/>
                </a:lnTo>
                <a:lnTo>
                  <a:pt x="251" y="82"/>
                </a:lnTo>
                <a:lnTo>
                  <a:pt x="252" y="82"/>
                </a:lnTo>
                <a:lnTo>
                  <a:pt x="252" y="81"/>
                </a:lnTo>
                <a:lnTo>
                  <a:pt x="253" y="80"/>
                </a:lnTo>
                <a:lnTo>
                  <a:pt x="254" y="80"/>
                </a:lnTo>
                <a:lnTo>
                  <a:pt x="254" y="79"/>
                </a:lnTo>
                <a:lnTo>
                  <a:pt x="255" y="78"/>
                </a:lnTo>
                <a:lnTo>
                  <a:pt x="255" y="77"/>
                </a:lnTo>
                <a:lnTo>
                  <a:pt x="255" y="75"/>
                </a:lnTo>
                <a:lnTo>
                  <a:pt x="256" y="75"/>
                </a:lnTo>
                <a:lnTo>
                  <a:pt x="253" y="74"/>
                </a:lnTo>
                <a:lnTo>
                  <a:pt x="252" y="74"/>
                </a:lnTo>
                <a:lnTo>
                  <a:pt x="252" y="73"/>
                </a:lnTo>
                <a:lnTo>
                  <a:pt x="251" y="73"/>
                </a:lnTo>
                <a:lnTo>
                  <a:pt x="250" y="72"/>
                </a:lnTo>
                <a:lnTo>
                  <a:pt x="248" y="72"/>
                </a:lnTo>
                <a:lnTo>
                  <a:pt x="246" y="73"/>
                </a:lnTo>
                <a:lnTo>
                  <a:pt x="245" y="73"/>
                </a:lnTo>
                <a:lnTo>
                  <a:pt x="245" y="72"/>
                </a:lnTo>
                <a:lnTo>
                  <a:pt x="244" y="72"/>
                </a:lnTo>
                <a:lnTo>
                  <a:pt x="243" y="72"/>
                </a:lnTo>
                <a:lnTo>
                  <a:pt x="241" y="72"/>
                </a:lnTo>
                <a:lnTo>
                  <a:pt x="240" y="73"/>
                </a:lnTo>
                <a:lnTo>
                  <a:pt x="238" y="77"/>
                </a:lnTo>
                <a:lnTo>
                  <a:pt x="238" y="78"/>
                </a:lnTo>
                <a:lnTo>
                  <a:pt x="236" y="78"/>
                </a:lnTo>
                <a:lnTo>
                  <a:pt x="234" y="78"/>
                </a:lnTo>
                <a:lnTo>
                  <a:pt x="233" y="76"/>
                </a:lnTo>
                <a:lnTo>
                  <a:pt x="233" y="75"/>
                </a:lnTo>
                <a:lnTo>
                  <a:pt x="234" y="75"/>
                </a:lnTo>
                <a:lnTo>
                  <a:pt x="233" y="75"/>
                </a:lnTo>
                <a:lnTo>
                  <a:pt x="232" y="75"/>
                </a:lnTo>
                <a:lnTo>
                  <a:pt x="231" y="75"/>
                </a:lnTo>
                <a:lnTo>
                  <a:pt x="231" y="76"/>
                </a:lnTo>
                <a:lnTo>
                  <a:pt x="230" y="76"/>
                </a:lnTo>
                <a:lnTo>
                  <a:pt x="230" y="77"/>
                </a:lnTo>
                <a:lnTo>
                  <a:pt x="230" y="78"/>
                </a:lnTo>
                <a:lnTo>
                  <a:pt x="231" y="79"/>
                </a:lnTo>
                <a:lnTo>
                  <a:pt x="228" y="79"/>
                </a:lnTo>
                <a:lnTo>
                  <a:pt x="227" y="79"/>
                </a:lnTo>
                <a:lnTo>
                  <a:pt x="226" y="78"/>
                </a:lnTo>
                <a:lnTo>
                  <a:pt x="224" y="78"/>
                </a:lnTo>
                <a:lnTo>
                  <a:pt x="223" y="79"/>
                </a:lnTo>
                <a:lnTo>
                  <a:pt x="222" y="79"/>
                </a:lnTo>
                <a:lnTo>
                  <a:pt x="221" y="79"/>
                </a:lnTo>
                <a:lnTo>
                  <a:pt x="221" y="80"/>
                </a:lnTo>
                <a:lnTo>
                  <a:pt x="220" y="80"/>
                </a:lnTo>
                <a:lnTo>
                  <a:pt x="219" y="80"/>
                </a:lnTo>
                <a:lnTo>
                  <a:pt x="219" y="79"/>
                </a:lnTo>
                <a:lnTo>
                  <a:pt x="219" y="78"/>
                </a:lnTo>
                <a:lnTo>
                  <a:pt x="220" y="76"/>
                </a:lnTo>
                <a:lnTo>
                  <a:pt x="220" y="75"/>
                </a:lnTo>
                <a:lnTo>
                  <a:pt x="220" y="74"/>
                </a:lnTo>
                <a:lnTo>
                  <a:pt x="219" y="72"/>
                </a:lnTo>
                <a:lnTo>
                  <a:pt x="218" y="71"/>
                </a:lnTo>
                <a:lnTo>
                  <a:pt x="217" y="70"/>
                </a:lnTo>
                <a:lnTo>
                  <a:pt x="216" y="69"/>
                </a:lnTo>
                <a:lnTo>
                  <a:pt x="215" y="69"/>
                </a:lnTo>
                <a:lnTo>
                  <a:pt x="213" y="69"/>
                </a:lnTo>
                <a:lnTo>
                  <a:pt x="212" y="68"/>
                </a:lnTo>
                <a:lnTo>
                  <a:pt x="211" y="67"/>
                </a:lnTo>
                <a:lnTo>
                  <a:pt x="209" y="67"/>
                </a:lnTo>
                <a:lnTo>
                  <a:pt x="209" y="68"/>
                </a:lnTo>
                <a:lnTo>
                  <a:pt x="208" y="68"/>
                </a:lnTo>
                <a:lnTo>
                  <a:pt x="207" y="66"/>
                </a:lnTo>
                <a:lnTo>
                  <a:pt x="206" y="65"/>
                </a:lnTo>
                <a:lnTo>
                  <a:pt x="206" y="64"/>
                </a:lnTo>
                <a:lnTo>
                  <a:pt x="206" y="63"/>
                </a:lnTo>
                <a:lnTo>
                  <a:pt x="205" y="63"/>
                </a:lnTo>
                <a:lnTo>
                  <a:pt x="204" y="63"/>
                </a:lnTo>
                <a:lnTo>
                  <a:pt x="204" y="64"/>
                </a:lnTo>
                <a:lnTo>
                  <a:pt x="203" y="63"/>
                </a:lnTo>
                <a:lnTo>
                  <a:pt x="202" y="63"/>
                </a:lnTo>
                <a:lnTo>
                  <a:pt x="202" y="62"/>
                </a:lnTo>
                <a:lnTo>
                  <a:pt x="201" y="61"/>
                </a:lnTo>
                <a:lnTo>
                  <a:pt x="199" y="60"/>
                </a:lnTo>
                <a:lnTo>
                  <a:pt x="198" y="60"/>
                </a:lnTo>
                <a:lnTo>
                  <a:pt x="197" y="61"/>
                </a:lnTo>
                <a:lnTo>
                  <a:pt x="196" y="61"/>
                </a:lnTo>
                <a:lnTo>
                  <a:pt x="195" y="61"/>
                </a:lnTo>
                <a:lnTo>
                  <a:pt x="192" y="61"/>
                </a:lnTo>
                <a:lnTo>
                  <a:pt x="191" y="60"/>
                </a:lnTo>
                <a:lnTo>
                  <a:pt x="190" y="60"/>
                </a:lnTo>
                <a:lnTo>
                  <a:pt x="190" y="59"/>
                </a:lnTo>
                <a:lnTo>
                  <a:pt x="190" y="58"/>
                </a:lnTo>
                <a:lnTo>
                  <a:pt x="191" y="56"/>
                </a:lnTo>
                <a:lnTo>
                  <a:pt x="192" y="56"/>
                </a:lnTo>
                <a:lnTo>
                  <a:pt x="192" y="55"/>
                </a:lnTo>
                <a:lnTo>
                  <a:pt x="190" y="53"/>
                </a:lnTo>
                <a:lnTo>
                  <a:pt x="189" y="54"/>
                </a:lnTo>
                <a:lnTo>
                  <a:pt x="188" y="52"/>
                </a:lnTo>
                <a:lnTo>
                  <a:pt x="186" y="52"/>
                </a:lnTo>
                <a:lnTo>
                  <a:pt x="185" y="52"/>
                </a:lnTo>
                <a:lnTo>
                  <a:pt x="185" y="51"/>
                </a:lnTo>
                <a:lnTo>
                  <a:pt x="186" y="51"/>
                </a:lnTo>
                <a:lnTo>
                  <a:pt x="186" y="50"/>
                </a:lnTo>
                <a:lnTo>
                  <a:pt x="186" y="49"/>
                </a:lnTo>
                <a:lnTo>
                  <a:pt x="185" y="48"/>
                </a:lnTo>
                <a:lnTo>
                  <a:pt x="184" y="48"/>
                </a:lnTo>
                <a:lnTo>
                  <a:pt x="183" y="48"/>
                </a:lnTo>
                <a:lnTo>
                  <a:pt x="183" y="47"/>
                </a:lnTo>
                <a:lnTo>
                  <a:pt x="182" y="47"/>
                </a:lnTo>
                <a:lnTo>
                  <a:pt x="181" y="47"/>
                </a:lnTo>
                <a:lnTo>
                  <a:pt x="181" y="45"/>
                </a:lnTo>
                <a:lnTo>
                  <a:pt x="182" y="45"/>
                </a:lnTo>
                <a:lnTo>
                  <a:pt x="182" y="44"/>
                </a:lnTo>
                <a:lnTo>
                  <a:pt x="182" y="43"/>
                </a:lnTo>
                <a:lnTo>
                  <a:pt x="182" y="42"/>
                </a:lnTo>
                <a:lnTo>
                  <a:pt x="183" y="42"/>
                </a:lnTo>
                <a:lnTo>
                  <a:pt x="183" y="41"/>
                </a:lnTo>
                <a:lnTo>
                  <a:pt x="184" y="39"/>
                </a:lnTo>
                <a:lnTo>
                  <a:pt x="184" y="38"/>
                </a:lnTo>
                <a:lnTo>
                  <a:pt x="185" y="35"/>
                </a:lnTo>
                <a:lnTo>
                  <a:pt x="186" y="35"/>
                </a:lnTo>
                <a:lnTo>
                  <a:pt x="187" y="35"/>
                </a:lnTo>
                <a:lnTo>
                  <a:pt x="188" y="34"/>
                </a:lnTo>
                <a:lnTo>
                  <a:pt x="188" y="33"/>
                </a:lnTo>
                <a:lnTo>
                  <a:pt x="186" y="31"/>
                </a:lnTo>
                <a:lnTo>
                  <a:pt x="185" y="30"/>
                </a:lnTo>
                <a:lnTo>
                  <a:pt x="185" y="28"/>
                </a:lnTo>
                <a:lnTo>
                  <a:pt x="185" y="26"/>
                </a:lnTo>
                <a:lnTo>
                  <a:pt x="185" y="23"/>
                </a:lnTo>
                <a:lnTo>
                  <a:pt x="185" y="22"/>
                </a:lnTo>
                <a:lnTo>
                  <a:pt x="185" y="21"/>
                </a:lnTo>
                <a:lnTo>
                  <a:pt x="184" y="20"/>
                </a:lnTo>
                <a:lnTo>
                  <a:pt x="185" y="20"/>
                </a:lnTo>
                <a:lnTo>
                  <a:pt x="186" y="20"/>
                </a:lnTo>
                <a:lnTo>
                  <a:pt x="187" y="20"/>
                </a:lnTo>
                <a:lnTo>
                  <a:pt x="188" y="20"/>
                </a:lnTo>
                <a:lnTo>
                  <a:pt x="189" y="21"/>
                </a:lnTo>
                <a:lnTo>
                  <a:pt x="189" y="22"/>
                </a:lnTo>
                <a:lnTo>
                  <a:pt x="190" y="23"/>
                </a:lnTo>
                <a:lnTo>
                  <a:pt x="190" y="24"/>
                </a:lnTo>
                <a:lnTo>
                  <a:pt x="191" y="24"/>
                </a:lnTo>
                <a:lnTo>
                  <a:pt x="192" y="24"/>
                </a:lnTo>
                <a:lnTo>
                  <a:pt x="193" y="24"/>
                </a:lnTo>
                <a:lnTo>
                  <a:pt x="194" y="22"/>
                </a:lnTo>
                <a:lnTo>
                  <a:pt x="194" y="21"/>
                </a:lnTo>
                <a:lnTo>
                  <a:pt x="195" y="20"/>
                </a:lnTo>
                <a:lnTo>
                  <a:pt x="196" y="18"/>
                </a:lnTo>
                <a:lnTo>
                  <a:pt x="197" y="18"/>
                </a:lnTo>
                <a:lnTo>
                  <a:pt x="198" y="17"/>
                </a:lnTo>
                <a:lnTo>
                  <a:pt x="198" y="15"/>
                </a:lnTo>
                <a:lnTo>
                  <a:pt x="198" y="14"/>
                </a:lnTo>
                <a:lnTo>
                  <a:pt x="197" y="14"/>
                </a:lnTo>
                <a:lnTo>
                  <a:pt x="197" y="13"/>
                </a:lnTo>
                <a:lnTo>
                  <a:pt x="200" y="12"/>
                </a:lnTo>
                <a:lnTo>
                  <a:pt x="201" y="13"/>
                </a:lnTo>
                <a:lnTo>
                  <a:pt x="202" y="13"/>
                </a:lnTo>
                <a:lnTo>
                  <a:pt x="203" y="14"/>
                </a:lnTo>
                <a:lnTo>
                  <a:pt x="204" y="14"/>
                </a:lnTo>
                <a:lnTo>
                  <a:pt x="204" y="13"/>
                </a:lnTo>
                <a:lnTo>
                  <a:pt x="205" y="13"/>
                </a:lnTo>
                <a:lnTo>
                  <a:pt x="205" y="12"/>
                </a:lnTo>
                <a:lnTo>
                  <a:pt x="206" y="11"/>
                </a:lnTo>
                <a:lnTo>
                  <a:pt x="206" y="8"/>
                </a:lnTo>
                <a:lnTo>
                  <a:pt x="207" y="8"/>
                </a:lnTo>
                <a:lnTo>
                  <a:pt x="208" y="8"/>
                </a:lnTo>
                <a:lnTo>
                  <a:pt x="209" y="8"/>
                </a:lnTo>
                <a:lnTo>
                  <a:pt x="211" y="6"/>
                </a:lnTo>
                <a:lnTo>
                  <a:pt x="212" y="5"/>
                </a:lnTo>
                <a:lnTo>
                  <a:pt x="212" y="4"/>
                </a:lnTo>
                <a:lnTo>
                  <a:pt x="213" y="4"/>
                </a:lnTo>
                <a:lnTo>
                  <a:pt x="214" y="5"/>
                </a:lnTo>
                <a:lnTo>
                  <a:pt x="215" y="4"/>
                </a:lnTo>
                <a:lnTo>
                  <a:pt x="216" y="2"/>
                </a:lnTo>
                <a:lnTo>
                  <a:pt x="217" y="2"/>
                </a:lnTo>
                <a:lnTo>
                  <a:pt x="218" y="2"/>
                </a:lnTo>
                <a:lnTo>
                  <a:pt x="219" y="1"/>
                </a:lnTo>
                <a:lnTo>
                  <a:pt x="221" y="0"/>
                </a:lnTo>
                <a:lnTo>
                  <a:pt x="222" y="2"/>
                </a:lnTo>
                <a:lnTo>
                  <a:pt x="223" y="3"/>
                </a:lnTo>
                <a:lnTo>
                  <a:pt x="223" y="4"/>
                </a:lnTo>
                <a:lnTo>
                  <a:pt x="223" y="6"/>
                </a:lnTo>
                <a:lnTo>
                  <a:pt x="224" y="6"/>
                </a:lnTo>
                <a:lnTo>
                  <a:pt x="225" y="6"/>
                </a:lnTo>
                <a:lnTo>
                  <a:pt x="226" y="6"/>
                </a:lnTo>
                <a:lnTo>
                  <a:pt x="227" y="8"/>
                </a:lnTo>
                <a:lnTo>
                  <a:pt x="228" y="8"/>
                </a:lnTo>
                <a:lnTo>
                  <a:pt x="230" y="8"/>
                </a:lnTo>
                <a:lnTo>
                  <a:pt x="231" y="8"/>
                </a:lnTo>
                <a:lnTo>
                  <a:pt x="231" y="10"/>
                </a:lnTo>
                <a:lnTo>
                  <a:pt x="231" y="11"/>
                </a:lnTo>
                <a:lnTo>
                  <a:pt x="232" y="12"/>
                </a:lnTo>
                <a:lnTo>
                  <a:pt x="234" y="12"/>
                </a:lnTo>
                <a:lnTo>
                  <a:pt x="234" y="13"/>
                </a:lnTo>
                <a:lnTo>
                  <a:pt x="233" y="13"/>
                </a:lnTo>
                <a:lnTo>
                  <a:pt x="233" y="14"/>
                </a:lnTo>
                <a:lnTo>
                  <a:pt x="233" y="16"/>
                </a:lnTo>
                <a:lnTo>
                  <a:pt x="234" y="17"/>
                </a:lnTo>
                <a:lnTo>
                  <a:pt x="236" y="18"/>
                </a:lnTo>
                <a:lnTo>
                  <a:pt x="237" y="18"/>
                </a:lnTo>
                <a:lnTo>
                  <a:pt x="238" y="18"/>
                </a:lnTo>
                <a:lnTo>
                  <a:pt x="239" y="19"/>
                </a:lnTo>
                <a:lnTo>
                  <a:pt x="238" y="20"/>
                </a:lnTo>
                <a:lnTo>
                  <a:pt x="238" y="21"/>
                </a:lnTo>
                <a:lnTo>
                  <a:pt x="240" y="21"/>
                </a:lnTo>
                <a:lnTo>
                  <a:pt x="243" y="20"/>
                </a:lnTo>
                <a:lnTo>
                  <a:pt x="244" y="21"/>
                </a:lnTo>
                <a:lnTo>
                  <a:pt x="244" y="22"/>
                </a:lnTo>
                <a:lnTo>
                  <a:pt x="245" y="22"/>
                </a:lnTo>
                <a:lnTo>
                  <a:pt x="248" y="23"/>
                </a:lnTo>
                <a:lnTo>
                  <a:pt x="249" y="24"/>
                </a:lnTo>
                <a:lnTo>
                  <a:pt x="249" y="25"/>
                </a:lnTo>
                <a:lnTo>
                  <a:pt x="250" y="26"/>
                </a:lnTo>
                <a:lnTo>
                  <a:pt x="251" y="26"/>
                </a:lnTo>
                <a:lnTo>
                  <a:pt x="252" y="26"/>
                </a:lnTo>
                <a:lnTo>
                  <a:pt x="253" y="27"/>
                </a:lnTo>
                <a:lnTo>
                  <a:pt x="252" y="28"/>
                </a:lnTo>
                <a:lnTo>
                  <a:pt x="252" y="29"/>
                </a:lnTo>
                <a:lnTo>
                  <a:pt x="251" y="30"/>
                </a:lnTo>
                <a:lnTo>
                  <a:pt x="250" y="30"/>
                </a:lnTo>
                <a:lnTo>
                  <a:pt x="250" y="29"/>
                </a:lnTo>
                <a:lnTo>
                  <a:pt x="249" y="29"/>
                </a:lnTo>
                <a:lnTo>
                  <a:pt x="248" y="29"/>
                </a:lnTo>
                <a:lnTo>
                  <a:pt x="248" y="30"/>
                </a:lnTo>
                <a:lnTo>
                  <a:pt x="247" y="30"/>
                </a:lnTo>
                <a:lnTo>
                  <a:pt x="248" y="30"/>
                </a:lnTo>
                <a:lnTo>
                  <a:pt x="248" y="31"/>
                </a:lnTo>
                <a:lnTo>
                  <a:pt x="248" y="32"/>
                </a:lnTo>
                <a:lnTo>
                  <a:pt x="249" y="32"/>
                </a:lnTo>
                <a:lnTo>
                  <a:pt x="250" y="32"/>
                </a:lnTo>
                <a:lnTo>
                  <a:pt x="250" y="31"/>
                </a:lnTo>
                <a:lnTo>
                  <a:pt x="254" y="31"/>
                </a:lnTo>
                <a:lnTo>
                  <a:pt x="256" y="30"/>
                </a:lnTo>
                <a:lnTo>
                  <a:pt x="257" y="30"/>
                </a:lnTo>
                <a:lnTo>
                  <a:pt x="258" y="31"/>
                </a:lnTo>
                <a:lnTo>
                  <a:pt x="259" y="31"/>
                </a:lnTo>
                <a:lnTo>
                  <a:pt x="261" y="32"/>
                </a:lnTo>
                <a:lnTo>
                  <a:pt x="263" y="32"/>
                </a:lnTo>
                <a:lnTo>
                  <a:pt x="263" y="33"/>
                </a:lnTo>
                <a:lnTo>
                  <a:pt x="264" y="33"/>
                </a:lnTo>
                <a:lnTo>
                  <a:pt x="266" y="32"/>
                </a:lnTo>
                <a:lnTo>
                  <a:pt x="268" y="32"/>
                </a:lnTo>
                <a:lnTo>
                  <a:pt x="270" y="32"/>
                </a:lnTo>
                <a:lnTo>
                  <a:pt x="271" y="32"/>
                </a:lnTo>
                <a:lnTo>
                  <a:pt x="272" y="31"/>
                </a:lnTo>
                <a:lnTo>
                  <a:pt x="273" y="32"/>
                </a:lnTo>
                <a:lnTo>
                  <a:pt x="274" y="32"/>
                </a:lnTo>
                <a:lnTo>
                  <a:pt x="275" y="32"/>
                </a:lnTo>
                <a:lnTo>
                  <a:pt x="276" y="32"/>
                </a:lnTo>
                <a:lnTo>
                  <a:pt x="278" y="32"/>
                </a:lnTo>
                <a:lnTo>
                  <a:pt x="279" y="32"/>
                </a:lnTo>
                <a:lnTo>
                  <a:pt x="280" y="33"/>
                </a:lnTo>
                <a:lnTo>
                  <a:pt x="282" y="34"/>
                </a:lnTo>
                <a:lnTo>
                  <a:pt x="283" y="35"/>
                </a:lnTo>
                <a:lnTo>
                  <a:pt x="284" y="37"/>
                </a:lnTo>
                <a:lnTo>
                  <a:pt x="284" y="38"/>
                </a:lnTo>
                <a:lnTo>
                  <a:pt x="284" y="39"/>
                </a:lnTo>
                <a:lnTo>
                  <a:pt x="285" y="39"/>
                </a:lnTo>
                <a:lnTo>
                  <a:pt x="286" y="39"/>
                </a:lnTo>
                <a:lnTo>
                  <a:pt x="286" y="40"/>
                </a:lnTo>
                <a:lnTo>
                  <a:pt x="286" y="41"/>
                </a:lnTo>
                <a:lnTo>
                  <a:pt x="287" y="42"/>
                </a:lnTo>
                <a:lnTo>
                  <a:pt x="288" y="42"/>
                </a:lnTo>
                <a:lnTo>
                  <a:pt x="289" y="43"/>
                </a:lnTo>
                <a:lnTo>
                  <a:pt x="290" y="43"/>
                </a:lnTo>
                <a:lnTo>
                  <a:pt x="291" y="43"/>
                </a:lnTo>
                <a:lnTo>
                  <a:pt x="291" y="44"/>
                </a:lnTo>
                <a:lnTo>
                  <a:pt x="293" y="47"/>
                </a:lnTo>
                <a:lnTo>
                  <a:pt x="294" y="47"/>
                </a:lnTo>
                <a:lnTo>
                  <a:pt x="295" y="46"/>
                </a:lnTo>
                <a:lnTo>
                  <a:pt x="295" y="45"/>
                </a:lnTo>
                <a:lnTo>
                  <a:pt x="296" y="45"/>
                </a:lnTo>
                <a:lnTo>
                  <a:pt x="297" y="44"/>
                </a:lnTo>
                <a:lnTo>
                  <a:pt x="298" y="44"/>
                </a:lnTo>
                <a:lnTo>
                  <a:pt x="299" y="45"/>
                </a:lnTo>
                <a:lnTo>
                  <a:pt x="300" y="45"/>
                </a:lnTo>
                <a:lnTo>
                  <a:pt x="300" y="44"/>
                </a:lnTo>
                <a:lnTo>
                  <a:pt x="300" y="42"/>
                </a:lnTo>
                <a:lnTo>
                  <a:pt x="301" y="41"/>
                </a:lnTo>
                <a:lnTo>
                  <a:pt x="301" y="42"/>
                </a:lnTo>
                <a:lnTo>
                  <a:pt x="302" y="42"/>
                </a:lnTo>
                <a:lnTo>
                  <a:pt x="304" y="42"/>
                </a:lnTo>
                <a:lnTo>
                  <a:pt x="305" y="42"/>
                </a:lnTo>
                <a:lnTo>
                  <a:pt x="307" y="42"/>
                </a:lnTo>
                <a:lnTo>
                  <a:pt x="310" y="42"/>
                </a:lnTo>
                <a:lnTo>
                  <a:pt x="314" y="43"/>
                </a:lnTo>
                <a:lnTo>
                  <a:pt x="316" y="43"/>
                </a:lnTo>
                <a:lnTo>
                  <a:pt x="316" y="44"/>
                </a:lnTo>
                <a:lnTo>
                  <a:pt x="315" y="47"/>
                </a:lnTo>
                <a:lnTo>
                  <a:pt x="315" y="49"/>
                </a:lnTo>
                <a:lnTo>
                  <a:pt x="317" y="49"/>
                </a:lnTo>
                <a:lnTo>
                  <a:pt x="318" y="49"/>
                </a:lnTo>
                <a:lnTo>
                  <a:pt x="319" y="50"/>
                </a:lnTo>
                <a:lnTo>
                  <a:pt x="319" y="51"/>
                </a:lnTo>
                <a:lnTo>
                  <a:pt x="319" y="53"/>
                </a:lnTo>
                <a:lnTo>
                  <a:pt x="319" y="54"/>
                </a:lnTo>
                <a:lnTo>
                  <a:pt x="319" y="55"/>
                </a:lnTo>
                <a:lnTo>
                  <a:pt x="318" y="55"/>
                </a:lnTo>
                <a:lnTo>
                  <a:pt x="318" y="56"/>
                </a:lnTo>
                <a:lnTo>
                  <a:pt x="318" y="57"/>
                </a:lnTo>
                <a:lnTo>
                  <a:pt x="318" y="58"/>
                </a:lnTo>
                <a:lnTo>
                  <a:pt x="319" y="58"/>
                </a:lnTo>
                <a:lnTo>
                  <a:pt x="319" y="59"/>
                </a:lnTo>
                <a:lnTo>
                  <a:pt x="319" y="60"/>
                </a:lnTo>
                <a:lnTo>
                  <a:pt x="320" y="61"/>
                </a:lnTo>
                <a:lnTo>
                  <a:pt x="319" y="61"/>
                </a:lnTo>
                <a:lnTo>
                  <a:pt x="319" y="62"/>
                </a:lnTo>
                <a:lnTo>
                  <a:pt x="319" y="63"/>
                </a:lnTo>
                <a:lnTo>
                  <a:pt x="320" y="65"/>
                </a:lnTo>
                <a:lnTo>
                  <a:pt x="322" y="66"/>
                </a:lnTo>
                <a:lnTo>
                  <a:pt x="323" y="68"/>
                </a:lnTo>
                <a:lnTo>
                  <a:pt x="325" y="68"/>
                </a:lnTo>
                <a:lnTo>
                  <a:pt x="325" y="69"/>
                </a:lnTo>
                <a:lnTo>
                  <a:pt x="326" y="70"/>
                </a:lnTo>
                <a:lnTo>
                  <a:pt x="325" y="70"/>
                </a:lnTo>
                <a:lnTo>
                  <a:pt x="326" y="70"/>
                </a:lnTo>
                <a:lnTo>
                  <a:pt x="326" y="71"/>
                </a:lnTo>
                <a:lnTo>
                  <a:pt x="327" y="70"/>
                </a:lnTo>
                <a:lnTo>
                  <a:pt x="328" y="69"/>
                </a:lnTo>
                <a:lnTo>
                  <a:pt x="329" y="70"/>
                </a:lnTo>
                <a:lnTo>
                  <a:pt x="329" y="71"/>
                </a:lnTo>
                <a:lnTo>
                  <a:pt x="329" y="72"/>
                </a:lnTo>
                <a:lnTo>
                  <a:pt x="329" y="73"/>
                </a:lnTo>
                <a:lnTo>
                  <a:pt x="330" y="73"/>
                </a:lnTo>
                <a:lnTo>
                  <a:pt x="331" y="73"/>
                </a:lnTo>
                <a:lnTo>
                  <a:pt x="332" y="71"/>
                </a:lnTo>
                <a:lnTo>
                  <a:pt x="333" y="71"/>
                </a:lnTo>
                <a:lnTo>
                  <a:pt x="334" y="72"/>
                </a:lnTo>
                <a:lnTo>
                  <a:pt x="334" y="73"/>
                </a:lnTo>
                <a:lnTo>
                  <a:pt x="334" y="74"/>
                </a:lnTo>
                <a:lnTo>
                  <a:pt x="333" y="75"/>
                </a:lnTo>
                <a:lnTo>
                  <a:pt x="334" y="76"/>
                </a:lnTo>
                <a:lnTo>
                  <a:pt x="335" y="80"/>
                </a:lnTo>
                <a:lnTo>
                  <a:pt x="333" y="83"/>
                </a:lnTo>
                <a:lnTo>
                  <a:pt x="332" y="85"/>
                </a:lnTo>
                <a:lnTo>
                  <a:pt x="332" y="88"/>
                </a:lnTo>
                <a:lnTo>
                  <a:pt x="333" y="89"/>
                </a:lnTo>
                <a:lnTo>
                  <a:pt x="335" y="89"/>
                </a:lnTo>
                <a:lnTo>
                  <a:pt x="337" y="90"/>
                </a:lnTo>
                <a:lnTo>
                  <a:pt x="339" y="90"/>
                </a:lnTo>
                <a:lnTo>
                  <a:pt x="339" y="91"/>
                </a:lnTo>
                <a:lnTo>
                  <a:pt x="339" y="92"/>
                </a:lnTo>
                <a:lnTo>
                  <a:pt x="340" y="92"/>
                </a:lnTo>
                <a:lnTo>
                  <a:pt x="341" y="92"/>
                </a:lnTo>
                <a:lnTo>
                  <a:pt x="344" y="92"/>
                </a:lnTo>
                <a:lnTo>
                  <a:pt x="345" y="93"/>
                </a:lnTo>
                <a:lnTo>
                  <a:pt x="346" y="94"/>
                </a:lnTo>
                <a:lnTo>
                  <a:pt x="347" y="95"/>
                </a:lnTo>
                <a:lnTo>
                  <a:pt x="348" y="94"/>
                </a:lnTo>
                <a:lnTo>
                  <a:pt x="349" y="94"/>
                </a:lnTo>
                <a:lnTo>
                  <a:pt x="350" y="95"/>
                </a:lnTo>
                <a:lnTo>
                  <a:pt x="351" y="96"/>
                </a:lnTo>
                <a:lnTo>
                  <a:pt x="352" y="97"/>
                </a:lnTo>
                <a:lnTo>
                  <a:pt x="352" y="98"/>
                </a:lnTo>
                <a:lnTo>
                  <a:pt x="350" y="98"/>
                </a:lnTo>
                <a:lnTo>
                  <a:pt x="349" y="98"/>
                </a:lnTo>
                <a:lnTo>
                  <a:pt x="349" y="99"/>
                </a:lnTo>
                <a:lnTo>
                  <a:pt x="349" y="100"/>
                </a:lnTo>
                <a:lnTo>
                  <a:pt x="350" y="100"/>
                </a:lnTo>
                <a:lnTo>
                  <a:pt x="352" y="100"/>
                </a:lnTo>
                <a:lnTo>
                  <a:pt x="354" y="100"/>
                </a:lnTo>
                <a:lnTo>
                  <a:pt x="356" y="100"/>
                </a:lnTo>
                <a:lnTo>
                  <a:pt x="355" y="101"/>
                </a:lnTo>
                <a:lnTo>
                  <a:pt x="355" y="102"/>
                </a:lnTo>
                <a:lnTo>
                  <a:pt x="355" y="104"/>
                </a:lnTo>
                <a:lnTo>
                  <a:pt x="357" y="104"/>
                </a:lnTo>
                <a:lnTo>
                  <a:pt x="360" y="105"/>
                </a:lnTo>
                <a:lnTo>
                  <a:pt x="363" y="105"/>
                </a:lnTo>
                <a:lnTo>
                  <a:pt x="365" y="105"/>
                </a:lnTo>
                <a:lnTo>
                  <a:pt x="366" y="104"/>
                </a:lnTo>
                <a:lnTo>
                  <a:pt x="367" y="105"/>
                </a:lnTo>
                <a:lnTo>
                  <a:pt x="368" y="105"/>
                </a:lnTo>
                <a:lnTo>
                  <a:pt x="369" y="105"/>
                </a:lnTo>
                <a:lnTo>
                  <a:pt x="371" y="104"/>
                </a:lnTo>
                <a:lnTo>
                  <a:pt x="373" y="103"/>
                </a:lnTo>
                <a:lnTo>
                  <a:pt x="374" y="103"/>
                </a:lnTo>
                <a:lnTo>
                  <a:pt x="375" y="102"/>
                </a:lnTo>
                <a:lnTo>
                  <a:pt x="376" y="102"/>
                </a:lnTo>
                <a:lnTo>
                  <a:pt x="378" y="102"/>
                </a:lnTo>
                <a:lnTo>
                  <a:pt x="378" y="103"/>
                </a:lnTo>
                <a:lnTo>
                  <a:pt x="380" y="104"/>
                </a:lnTo>
                <a:lnTo>
                  <a:pt x="381" y="104"/>
                </a:lnTo>
                <a:lnTo>
                  <a:pt x="382" y="104"/>
                </a:lnTo>
                <a:lnTo>
                  <a:pt x="382" y="102"/>
                </a:lnTo>
                <a:lnTo>
                  <a:pt x="382" y="101"/>
                </a:lnTo>
                <a:lnTo>
                  <a:pt x="383" y="100"/>
                </a:lnTo>
                <a:lnTo>
                  <a:pt x="385" y="99"/>
                </a:lnTo>
                <a:lnTo>
                  <a:pt x="389" y="98"/>
                </a:lnTo>
                <a:lnTo>
                  <a:pt x="389" y="99"/>
                </a:lnTo>
                <a:lnTo>
                  <a:pt x="391" y="99"/>
                </a:lnTo>
                <a:lnTo>
                  <a:pt x="391" y="100"/>
                </a:lnTo>
                <a:lnTo>
                  <a:pt x="391" y="99"/>
                </a:lnTo>
                <a:lnTo>
                  <a:pt x="392" y="99"/>
                </a:lnTo>
                <a:lnTo>
                  <a:pt x="392" y="100"/>
                </a:lnTo>
                <a:lnTo>
                  <a:pt x="393" y="100"/>
                </a:lnTo>
                <a:lnTo>
                  <a:pt x="393" y="101"/>
                </a:lnTo>
                <a:lnTo>
                  <a:pt x="393" y="102"/>
                </a:lnTo>
                <a:lnTo>
                  <a:pt x="392" y="102"/>
                </a:lnTo>
                <a:lnTo>
                  <a:pt x="392" y="103"/>
                </a:lnTo>
                <a:lnTo>
                  <a:pt x="392" y="104"/>
                </a:lnTo>
                <a:lnTo>
                  <a:pt x="393" y="104"/>
                </a:lnTo>
                <a:lnTo>
                  <a:pt x="394" y="104"/>
                </a:lnTo>
                <a:lnTo>
                  <a:pt x="395" y="104"/>
                </a:lnTo>
                <a:lnTo>
                  <a:pt x="396" y="104"/>
                </a:lnTo>
                <a:lnTo>
                  <a:pt x="397" y="106"/>
                </a:lnTo>
                <a:lnTo>
                  <a:pt x="397" y="107"/>
                </a:lnTo>
                <a:lnTo>
                  <a:pt x="397" y="109"/>
                </a:lnTo>
                <a:lnTo>
                  <a:pt x="398" y="109"/>
                </a:lnTo>
                <a:lnTo>
                  <a:pt x="400" y="110"/>
                </a:lnTo>
                <a:lnTo>
                  <a:pt x="401" y="110"/>
                </a:lnTo>
                <a:lnTo>
                  <a:pt x="403" y="110"/>
                </a:lnTo>
                <a:lnTo>
                  <a:pt x="403" y="109"/>
                </a:lnTo>
                <a:lnTo>
                  <a:pt x="405" y="109"/>
                </a:lnTo>
                <a:lnTo>
                  <a:pt x="407" y="109"/>
                </a:lnTo>
                <a:lnTo>
                  <a:pt x="407" y="108"/>
                </a:lnTo>
                <a:lnTo>
                  <a:pt x="406" y="107"/>
                </a:lnTo>
                <a:lnTo>
                  <a:pt x="409" y="105"/>
                </a:lnTo>
                <a:lnTo>
                  <a:pt x="410" y="104"/>
                </a:lnTo>
                <a:lnTo>
                  <a:pt x="413" y="104"/>
                </a:lnTo>
                <a:lnTo>
                  <a:pt x="413" y="103"/>
                </a:lnTo>
                <a:lnTo>
                  <a:pt x="414" y="101"/>
                </a:lnTo>
                <a:lnTo>
                  <a:pt x="415" y="100"/>
                </a:lnTo>
                <a:lnTo>
                  <a:pt x="416" y="100"/>
                </a:lnTo>
                <a:lnTo>
                  <a:pt x="416" y="101"/>
                </a:lnTo>
                <a:lnTo>
                  <a:pt x="417" y="101"/>
                </a:lnTo>
                <a:lnTo>
                  <a:pt x="418" y="101"/>
                </a:lnTo>
                <a:lnTo>
                  <a:pt x="419" y="101"/>
                </a:lnTo>
                <a:lnTo>
                  <a:pt x="420" y="102"/>
                </a:lnTo>
                <a:lnTo>
                  <a:pt x="421" y="103"/>
                </a:lnTo>
                <a:lnTo>
                  <a:pt x="421" y="107"/>
                </a:lnTo>
                <a:lnTo>
                  <a:pt x="421" y="108"/>
                </a:lnTo>
                <a:lnTo>
                  <a:pt x="422" y="111"/>
                </a:lnTo>
                <a:lnTo>
                  <a:pt x="423" y="111"/>
                </a:lnTo>
                <a:lnTo>
                  <a:pt x="424" y="111"/>
                </a:lnTo>
                <a:lnTo>
                  <a:pt x="426" y="112"/>
                </a:lnTo>
                <a:lnTo>
                  <a:pt x="426" y="113"/>
                </a:lnTo>
                <a:lnTo>
                  <a:pt x="426" y="114"/>
                </a:lnTo>
                <a:lnTo>
                  <a:pt x="426" y="115"/>
                </a:lnTo>
                <a:lnTo>
                  <a:pt x="426" y="116"/>
                </a:lnTo>
                <a:lnTo>
                  <a:pt x="427" y="116"/>
                </a:lnTo>
                <a:lnTo>
                  <a:pt x="428" y="116"/>
                </a:lnTo>
                <a:lnTo>
                  <a:pt x="430" y="114"/>
                </a:lnTo>
                <a:lnTo>
                  <a:pt x="430" y="113"/>
                </a:lnTo>
                <a:lnTo>
                  <a:pt x="430" y="112"/>
                </a:lnTo>
                <a:lnTo>
                  <a:pt x="431" y="112"/>
                </a:lnTo>
                <a:lnTo>
                  <a:pt x="433" y="111"/>
                </a:lnTo>
                <a:lnTo>
                  <a:pt x="434" y="110"/>
                </a:lnTo>
                <a:lnTo>
                  <a:pt x="433" y="109"/>
                </a:lnTo>
                <a:lnTo>
                  <a:pt x="433" y="108"/>
                </a:lnTo>
                <a:lnTo>
                  <a:pt x="434" y="108"/>
                </a:lnTo>
                <a:lnTo>
                  <a:pt x="434" y="107"/>
                </a:lnTo>
                <a:lnTo>
                  <a:pt x="433" y="106"/>
                </a:lnTo>
                <a:lnTo>
                  <a:pt x="432" y="105"/>
                </a:lnTo>
                <a:lnTo>
                  <a:pt x="432" y="104"/>
                </a:lnTo>
                <a:lnTo>
                  <a:pt x="434" y="104"/>
                </a:lnTo>
                <a:lnTo>
                  <a:pt x="435" y="104"/>
                </a:lnTo>
                <a:lnTo>
                  <a:pt x="435" y="105"/>
                </a:lnTo>
                <a:lnTo>
                  <a:pt x="438" y="108"/>
                </a:lnTo>
                <a:lnTo>
                  <a:pt x="439" y="108"/>
                </a:lnTo>
                <a:lnTo>
                  <a:pt x="440" y="109"/>
                </a:lnTo>
                <a:lnTo>
                  <a:pt x="441" y="109"/>
                </a:lnTo>
                <a:lnTo>
                  <a:pt x="442" y="109"/>
                </a:lnTo>
                <a:lnTo>
                  <a:pt x="443" y="110"/>
                </a:lnTo>
                <a:lnTo>
                  <a:pt x="443" y="112"/>
                </a:lnTo>
                <a:lnTo>
                  <a:pt x="443" y="113"/>
                </a:lnTo>
                <a:lnTo>
                  <a:pt x="442" y="115"/>
                </a:lnTo>
                <a:lnTo>
                  <a:pt x="442" y="116"/>
                </a:lnTo>
                <a:lnTo>
                  <a:pt x="443" y="118"/>
                </a:lnTo>
                <a:lnTo>
                  <a:pt x="444" y="119"/>
                </a:lnTo>
                <a:lnTo>
                  <a:pt x="445" y="120"/>
                </a:lnTo>
                <a:lnTo>
                  <a:pt x="445" y="121"/>
                </a:lnTo>
                <a:lnTo>
                  <a:pt x="445" y="122"/>
                </a:lnTo>
                <a:lnTo>
                  <a:pt x="445" y="123"/>
                </a:lnTo>
                <a:lnTo>
                  <a:pt x="445" y="124"/>
                </a:lnTo>
                <a:lnTo>
                  <a:pt x="446" y="124"/>
                </a:lnTo>
                <a:lnTo>
                  <a:pt x="447" y="124"/>
                </a:lnTo>
                <a:lnTo>
                  <a:pt x="448" y="125"/>
                </a:lnTo>
                <a:lnTo>
                  <a:pt x="449" y="127"/>
                </a:lnTo>
                <a:lnTo>
                  <a:pt x="451" y="129"/>
                </a:lnTo>
                <a:lnTo>
                  <a:pt x="451" y="131"/>
                </a:lnTo>
                <a:lnTo>
                  <a:pt x="451" y="132"/>
                </a:lnTo>
                <a:lnTo>
                  <a:pt x="453" y="133"/>
                </a:lnTo>
                <a:lnTo>
                  <a:pt x="454" y="133"/>
                </a:lnTo>
                <a:lnTo>
                  <a:pt x="455" y="133"/>
                </a:lnTo>
                <a:lnTo>
                  <a:pt x="455" y="132"/>
                </a:lnTo>
                <a:lnTo>
                  <a:pt x="455" y="131"/>
                </a:lnTo>
                <a:lnTo>
                  <a:pt x="456" y="131"/>
                </a:lnTo>
                <a:lnTo>
                  <a:pt x="457" y="130"/>
                </a:lnTo>
                <a:lnTo>
                  <a:pt x="459" y="130"/>
                </a:lnTo>
                <a:lnTo>
                  <a:pt x="460" y="131"/>
                </a:lnTo>
                <a:lnTo>
                  <a:pt x="461" y="131"/>
                </a:lnTo>
                <a:lnTo>
                  <a:pt x="461" y="133"/>
                </a:lnTo>
                <a:lnTo>
                  <a:pt x="461" y="134"/>
                </a:lnTo>
                <a:lnTo>
                  <a:pt x="461" y="136"/>
                </a:lnTo>
                <a:lnTo>
                  <a:pt x="461" y="138"/>
                </a:lnTo>
                <a:lnTo>
                  <a:pt x="461" y="140"/>
                </a:lnTo>
                <a:lnTo>
                  <a:pt x="461" y="143"/>
                </a:lnTo>
                <a:lnTo>
                  <a:pt x="460" y="143"/>
                </a:lnTo>
                <a:lnTo>
                  <a:pt x="460" y="144"/>
                </a:lnTo>
                <a:lnTo>
                  <a:pt x="460" y="145"/>
                </a:lnTo>
                <a:lnTo>
                  <a:pt x="461" y="146"/>
                </a:lnTo>
                <a:lnTo>
                  <a:pt x="462" y="149"/>
                </a:lnTo>
                <a:lnTo>
                  <a:pt x="462" y="150"/>
                </a:lnTo>
                <a:lnTo>
                  <a:pt x="462" y="151"/>
                </a:lnTo>
                <a:lnTo>
                  <a:pt x="461" y="153"/>
                </a:lnTo>
                <a:lnTo>
                  <a:pt x="461" y="154"/>
                </a:lnTo>
                <a:lnTo>
                  <a:pt x="460" y="154"/>
                </a:lnTo>
                <a:lnTo>
                  <a:pt x="461" y="155"/>
                </a:lnTo>
                <a:lnTo>
                  <a:pt x="461" y="156"/>
                </a:lnTo>
                <a:lnTo>
                  <a:pt x="461" y="157"/>
                </a:lnTo>
                <a:lnTo>
                  <a:pt x="460" y="160"/>
                </a:lnTo>
                <a:lnTo>
                  <a:pt x="459" y="161"/>
                </a:lnTo>
                <a:lnTo>
                  <a:pt x="459" y="162"/>
                </a:lnTo>
                <a:lnTo>
                  <a:pt x="460" y="163"/>
                </a:lnTo>
                <a:lnTo>
                  <a:pt x="461" y="163"/>
                </a:lnTo>
                <a:lnTo>
                  <a:pt x="461" y="164"/>
                </a:lnTo>
                <a:lnTo>
                  <a:pt x="462" y="165"/>
                </a:lnTo>
                <a:lnTo>
                  <a:pt x="464" y="165"/>
                </a:lnTo>
                <a:lnTo>
                  <a:pt x="465" y="166"/>
                </a:lnTo>
                <a:lnTo>
                  <a:pt x="466" y="166"/>
                </a:lnTo>
                <a:lnTo>
                  <a:pt x="466" y="165"/>
                </a:lnTo>
                <a:lnTo>
                  <a:pt x="466" y="164"/>
                </a:lnTo>
                <a:lnTo>
                  <a:pt x="467" y="164"/>
                </a:lnTo>
                <a:lnTo>
                  <a:pt x="468" y="164"/>
                </a:lnTo>
                <a:lnTo>
                  <a:pt x="469" y="164"/>
                </a:lnTo>
                <a:lnTo>
                  <a:pt x="470" y="163"/>
                </a:lnTo>
                <a:lnTo>
                  <a:pt x="470" y="162"/>
                </a:lnTo>
                <a:lnTo>
                  <a:pt x="471" y="161"/>
                </a:lnTo>
                <a:lnTo>
                  <a:pt x="472" y="161"/>
                </a:lnTo>
                <a:lnTo>
                  <a:pt x="473" y="161"/>
                </a:lnTo>
                <a:lnTo>
                  <a:pt x="474" y="161"/>
                </a:lnTo>
                <a:lnTo>
                  <a:pt x="475" y="161"/>
                </a:lnTo>
                <a:lnTo>
                  <a:pt x="475" y="160"/>
                </a:lnTo>
                <a:lnTo>
                  <a:pt x="476" y="160"/>
                </a:lnTo>
                <a:lnTo>
                  <a:pt x="477" y="160"/>
                </a:lnTo>
                <a:lnTo>
                  <a:pt x="478" y="161"/>
                </a:lnTo>
                <a:lnTo>
                  <a:pt x="478" y="160"/>
                </a:lnTo>
                <a:lnTo>
                  <a:pt x="479" y="160"/>
                </a:lnTo>
                <a:lnTo>
                  <a:pt x="481" y="160"/>
                </a:lnTo>
                <a:lnTo>
                  <a:pt x="484" y="161"/>
                </a:lnTo>
                <a:lnTo>
                  <a:pt x="485" y="161"/>
                </a:lnTo>
                <a:lnTo>
                  <a:pt x="486" y="161"/>
                </a:lnTo>
                <a:lnTo>
                  <a:pt x="487" y="161"/>
                </a:lnTo>
                <a:lnTo>
                  <a:pt x="489" y="161"/>
                </a:lnTo>
                <a:lnTo>
                  <a:pt x="488" y="161"/>
                </a:lnTo>
                <a:lnTo>
                  <a:pt x="488" y="160"/>
                </a:lnTo>
                <a:lnTo>
                  <a:pt x="488" y="159"/>
                </a:lnTo>
                <a:lnTo>
                  <a:pt x="490" y="158"/>
                </a:lnTo>
                <a:lnTo>
                  <a:pt x="491" y="158"/>
                </a:lnTo>
                <a:lnTo>
                  <a:pt x="491" y="159"/>
                </a:lnTo>
                <a:lnTo>
                  <a:pt x="493" y="160"/>
                </a:lnTo>
                <a:lnTo>
                  <a:pt x="494" y="160"/>
                </a:lnTo>
                <a:lnTo>
                  <a:pt x="497" y="159"/>
                </a:lnTo>
                <a:lnTo>
                  <a:pt x="497" y="158"/>
                </a:lnTo>
                <a:lnTo>
                  <a:pt x="497" y="157"/>
                </a:lnTo>
                <a:lnTo>
                  <a:pt x="497" y="155"/>
                </a:lnTo>
                <a:lnTo>
                  <a:pt x="497" y="153"/>
                </a:lnTo>
                <a:lnTo>
                  <a:pt x="497" y="152"/>
                </a:lnTo>
                <a:lnTo>
                  <a:pt x="498" y="152"/>
                </a:lnTo>
                <a:lnTo>
                  <a:pt x="499" y="153"/>
                </a:lnTo>
                <a:lnTo>
                  <a:pt x="499" y="154"/>
                </a:lnTo>
                <a:lnTo>
                  <a:pt x="500" y="154"/>
                </a:lnTo>
                <a:lnTo>
                  <a:pt x="500" y="155"/>
                </a:lnTo>
                <a:lnTo>
                  <a:pt x="501" y="155"/>
                </a:lnTo>
                <a:lnTo>
                  <a:pt x="505" y="155"/>
                </a:lnTo>
                <a:lnTo>
                  <a:pt x="506" y="154"/>
                </a:lnTo>
                <a:lnTo>
                  <a:pt x="507" y="154"/>
                </a:lnTo>
                <a:lnTo>
                  <a:pt x="508" y="155"/>
                </a:lnTo>
                <a:lnTo>
                  <a:pt x="508" y="156"/>
                </a:lnTo>
                <a:lnTo>
                  <a:pt x="509" y="155"/>
                </a:lnTo>
                <a:lnTo>
                  <a:pt x="509" y="154"/>
                </a:lnTo>
                <a:lnTo>
                  <a:pt x="509" y="153"/>
                </a:lnTo>
                <a:lnTo>
                  <a:pt x="511" y="153"/>
                </a:lnTo>
                <a:lnTo>
                  <a:pt x="512" y="152"/>
                </a:lnTo>
                <a:lnTo>
                  <a:pt x="513" y="151"/>
                </a:lnTo>
                <a:lnTo>
                  <a:pt x="514" y="151"/>
                </a:lnTo>
                <a:lnTo>
                  <a:pt x="515" y="150"/>
                </a:lnTo>
                <a:lnTo>
                  <a:pt x="515" y="149"/>
                </a:lnTo>
                <a:lnTo>
                  <a:pt x="516" y="149"/>
                </a:lnTo>
                <a:lnTo>
                  <a:pt x="517" y="149"/>
                </a:lnTo>
                <a:lnTo>
                  <a:pt x="521" y="148"/>
                </a:lnTo>
                <a:lnTo>
                  <a:pt x="522" y="147"/>
                </a:lnTo>
                <a:lnTo>
                  <a:pt x="523" y="147"/>
                </a:lnTo>
                <a:lnTo>
                  <a:pt x="524" y="148"/>
                </a:lnTo>
                <a:lnTo>
                  <a:pt x="524" y="149"/>
                </a:lnTo>
                <a:lnTo>
                  <a:pt x="525" y="149"/>
                </a:lnTo>
                <a:lnTo>
                  <a:pt x="525" y="150"/>
                </a:lnTo>
                <a:lnTo>
                  <a:pt x="526" y="150"/>
                </a:lnTo>
                <a:lnTo>
                  <a:pt x="526" y="151"/>
                </a:lnTo>
                <a:lnTo>
                  <a:pt x="528" y="151"/>
                </a:lnTo>
                <a:lnTo>
                  <a:pt x="529" y="151"/>
                </a:lnTo>
                <a:lnTo>
                  <a:pt x="531" y="150"/>
                </a:lnTo>
                <a:lnTo>
                  <a:pt x="532" y="150"/>
                </a:lnTo>
                <a:lnTo>
                  <a:pt x="533" y="150"/>
                </a:lnTo>
                <a:lnTo>
                  <a:pt x="535" y="151"/>
                </a:lnTo>
                <a:lnTo>
                  <a:pt x="535" y="152"/>
                </a:lnTo>
                <a:lnTo>
                  <a:pt x="535" y="154"/>
                </a:lnTo>
                <a:lnTo>
                  <a:pt x="534" y="154"/>
                </a:lnTo>
                <a:lnTo>
                  <a:pt x="532" y="154"/>
                </a:lnTo>
                <a:lnTo>
                  <a:pt x="531" y="156"/>
                </a:lnTo>
                <a:lnTo>
                  <a:pt x="533" y="159"/>
                </a:lnTo>
                <a:lnTo>
                  <a:pt x="533" y="160"/>
                </a:lnTo>
                <a:lnTo>
                  <a:pt x="533" y="162"/>
                </a:lnTo>
                <a:lnTo>
                  <a:pt x="534" y="166"/>
                </a:lnTo>
                <a:lnTo>
                  <a:pt x="534" y="168"/>
                </a:lnTo>
                <a:lnTo>
                  <a:pt x="535" y="168"/>
                </a:lnTo>
                <a:lnTo>
                  <a:pt x="534" y="168"/>
                </a:lnTo>
                <a:lnTo>
                  <a:pt x="534" y="169"/>
                </a:lnTo>
                <a:lnTo>
                  <a:pt x="532" y="171"/>
                </a:lnTo>
                <a:lnTo>
                  <a:pt x="531" y="173"/>
                </a:lnTo>
                <a:lnTo>
                  <a:pt x="530" y="174"/>
                </a:lnTo>
                <a:lnTo>
                  <a:pt x="529" y="176"/>
                </a:lnTo>
                <a:lnTo>
                  <a:pt x="528" y="177"/>
                </a:lnTo>
                <a:lnTo>
                  <a:pt x="528" y="178"/>
                </a:lnTo>
                <a:lnTo>
                  <a:pt x="527" y="179"/>
                </a:lnTo>
                <a:lnTo>
                  <a:pt x="526" y="179"/>
                </a:lnTo>
                <a:lnTo>
                  <a:pt x="527" y="180"/>
                </a:lnTo>
                <a:lnTo>
                  <a:pt x="527" y="181"/>
                </a:lnTo>
                <a:lnTo>
                  <a:pt x="528" y="182"/>
                </a:lnTo>
                <a:lnTo>
                  <a:pt x="528" y="183"/>
                </a:lnTo>
                <a:lnTo>
                  <a:pt x="528" y="187"/>
                </a:lnTo>
                <a:lnTo>
                  <a:pt x="528" y="191"/>
                </a:lnTo>
                <a:lnTo>
                  <a:pt x="528" y="195"/>
                </a:lnTo>
                <a:lnTo>
                  <a:pt x="529" y="198"/>
                </a:lnTo>
                <a:lnTo>
                  <a:pt x="529" y="199"/>
                </a:lnTo>
                <a:lnTo>
                  <a:pt x="529" y="201"/>
                </a:lnTo>
                <a:lnTo>
                  <a:pt x="529" y="202"/>
                </a:lnTo>
                <a:lnTo>
                  <a:pt x="529" y="206"/>
                </a:lnTo>
                <a:lnTo>
                  <a:pt x="529" y="207"/>
                </a:lnTo>
                <a:lnTo>
                  <a:pt x="530" y="207"/>
                </a:lnTo>
                <a:lnTo>
                  <a:pt x="529" y="207"/>
                </a:lnTo>
                <a:lnTo>
                  <a:pt x="529" y="208"/>
                </a:lnTo>
                <a:lnTo>
                  <a:pt x="528" y="207"/>
                </a:lnTo>
                <a:lnTo>
                  <a:pt x="526" y="207"/>
                </a:lnTo>
                <a:lnTo>
                  <a:pt x="525" y="207"/>
                </a:lnTo>
                <a:lnTo>
                  <a:pt x="523" y="206"/>
                </a:lnTo>
                <a:lnTo>
                  <a:pt x="522" y="206"/>
                </a:lnTo>
                <a:lnTo>
                  <a:pt x="521" y="206"/>
                </a:lnTo>
                <a:lnTo>
                  <a:pt x="521" y="205"/>
                </a:lnTo>
                <a:lnTo>
                  <a:pt x="520" y="205"/>
                </a:lnTo>
                <a:lnTo>
                  <a:pt x="520" y="206"/>
                </a:lnTo>
                <a:lnTo>
                  <a:pt x="519" y="208"/>
                </a:lnTo>
                <a:lnTo>
                  <a:pt x="519" y="210"/>
                </a:lnTo>
                <a:lnTo>
                  <a:pt x="518" y="211"/>
                </a:lnTo>
                <a:lnTo>
                  <a:pt x="517" y="213"/>
                </a:lnTo>
                <a:lnTo>
                  <a:pt x="517" y="216"/>
                </a:lnTo>
                <a:lnTo>
                  <a:pt x="517" y="217"/>
                </a:lnTo>
                <a:lnTo>
                  <a:pt x="517" y="220"/>
                </a:lnTo>
                <a:lnTo>
                  <a:pt x="517" y="221"/>
                </a:lnTo>
                <a:lnTo>
                  <a:pt x="517" y="222"/>
                </a:lnTo>
                <a:lnTo>
                  <a:pt x="517" y="223"/>
                </a:lnTo>
                <a:lnTo>
                  <a:pt x="516" y="225"/>
                </a:lnTo>
                <a:lnTo>
                  <a:pt x="517" y="225"/>
                </a:lnTo>
                <a:lnTo>
                  <a:pt x="519" y="227"/>
                </a:lnTo>
                <a:lnTo>
                  <a:pt x="519" y="230"/>
                </a:lnTo>
                <a:lnTo>
                  <a:pt x="519" y="231"/>
                </a:lnTo>
                <a:lnTo>
                  <a:pt x="518" y="234"/>
                </a:lnTo>
                <a:lnTo>
                  <a:pt x="517" y="234"/>
                </a:lnTo>
                <a:lnTo>
                  <a:pt x="515" y="237"/>
                </a:lnTo>
                <a:lnTo>
                  <a:pt x="514" y="237"/>
                </a:lnTo>
                <a:lnTo>
                  <a:pt x="513" y="236"/>
                </a:lnTo>
                <a:lnTo>
                  <a:pt x="512" y="237"/>
                </a:lnTo>
                <a:lnTo>
                  <a:pt x="510" y="237"/>
                </a:lnTo>
                <a:lnTo>
                  <a:pt x="510" y="238"/>
                </a:lnTo>
                <a:lnTo>
                  <a:pt x="511" y="239"/>
                </a:lnTo>
                <a:lnTo>
                  <a:pt x="512" y="240"/>
                </a:lnTo>
                <a:lnTo>
                  <a:pt x="512" y="239"/>
                </a:lnTo>
                <a:lnTo>
                  <a:pt x="513" y="239"/>
                </a:lnTo>
                <a:lnTo>
                  <a:pt x="514" y="239"/>
                </a:lnTo>
                <a:lnTo>
                  <a:pt x="514" y="242"/>
                </a:lnTo>
                <a:lnTo>
                  <a:pt x="514" y="243"/>
                </a:lnTo>
                <a:lnTo>
                  <a:pt x="514" y="245"/>
                </a:lnTo>
                <a:lnTo>
                  <a:pt x="514" y="246"/>
                </a:lnTo>
                <a:lnTo>
                  <a:pt x="514" y="247"/>
                </a:lnTo>
                <a:lnTo>
                  <a:pt x="514" y="248"/>
                </a:lnTo>
                <a:lnTo>
                  <a:pt x="513" y="248"/>
                </a:lnTo>
                <a:lnTo>
                  <a:pt x="513" y="249"/>
                </a:lnTo>
                <a:lnTo>
                  <a:pt x="512" y="250"/>
                </a:lnTo>
                <a:lnTo>
                  <a:pt x="512" y="251"/>
                </a:lnTo>
                <a:lnTo>
                  <a:pt x="512" y="252"/>
                </a:lnTo>
                <a:lnTo>
                  <a:pt x="511" y="252"/>
                </a:lnTo>
                <a:lnTo>
                  <a:pt x="509" y="253"/>
                </a:lnTo>
                <a:lnTo>
                  <a:pt x="509" y="254"/>
                </a:lnTo>
                <a:lnTo>
                  <a:pt x="508" y="254"/>
                </a:lnTo>
                <a:lnTo>
                  <a:pt x="508" y="255"/>
                </a:lnTo>
                <a:lnTo>
                  <a:pt x="508" y="256"/>
                </a:lnTo>
                <a:lnTo>
                  <a:pt x="509" y="256"/>
                </a:lnTo>
                <a:lnTo>
                  <a:pt x="509" y="257"/>
                </a:lnTo>
                <a:lnTo>
                  <a:pt x="509" y="259"/>
                </a:lnTo>
                <a:lnTo>
                  <a:pt x="509" y="260"/>
                </a:lnTo>
                <a:lnTo>
                  <a:pt x="509" y="261"/>
                </a:lnTo>
                <a:lnTo>
                  <a:pt x="508" y="261"/>
                </a:lnTo>
                <a:lnTo>
                  <a:pt x="508" y="262"/>
                </a:lnTo>
                <a:lnTo>
                  <a:pt x="509" y="262"/>
                </a:lnTo>
                <a:lnTo>
                  <a:pt x="509" y="263"/>
                </a:lnTo>
                <a:lnTo>
                  <a:pt x="510" y="263"/>
                </a:lnTo>
                <a:lnTo>
                  <a:pt x="511" y="263"/>
                </a:lnTo>
                <a:lnTo>
                  <a:pt x="512" y="263"/>
                </a:lnTo>
                <a:lnTo>
                  <a:pt x="513" y="263"/>
                </a:lnTo>
                <a:lnTo>
                  <a:pt x="513" y="262"/>
                </a:lnTo>
                <a:lnTo>
                  <a:pt x="514" y="262"/>
                </a:lnTo>
                <a:lnTo>
                  <a:pt x="514" y="261"/>
                </a:lnTo>
                <a:lnTo>
                  <a:pt x="515" y="261"/>
                </a:lnTo>
                <a:lnTo>
                  <a:pt x="515" y="262"/>
                </a:lnTo>
                <a:lnTo>
                  <a:pt x="517" y="263"/>
                </a:lnTo>
                <a:lnTo>
                  <a:pt x="517" y="266"/>
                </a:lnTo>
                <a:lnTo>
                  <a:pt x="516" y="267"/>
                </a:lnTo>
                <a:lnTo>
                  <a:pt x="516" y="268"/>
                </a:lnTo>
                <a:lnTo>
                  <a:pt x="518" y="271"/>
                </a:lnTo>
                <a:lnTo>
                  <a:pt x="519" y="271"/>
                </a:lnTo>
                <a:lnTo>
                  <a:pt x="520" y="271"/>
                </a:lnTo>
                <a:lnTo>
                  <a:pt x="521" y="271"/>
                </a:lnTo>
                <a:lnTo>
                  <a:pt x="521" y="272"/>
                </a:lnTo>
                <a:lnTo>
                  <a:pt x="521" y="273"/>
                </a:lnTo>
                <a:lnTo>
                  <a:pt x="522" y="273"/>
                </a:lnTo>
                <a:lnTo>
                  <a:pt x="525" y="275"/>
                </a:lnTo>
                <a:lnTo>
                  <a:pt x="526" y="276"/>
                </a:lnTo>
                <a:lnTo>
                  <a:pt x="527" y="277"/>
                </a:lnTo>
                <a:lnTo>
                  <a:pt x="527" y="278"/>
                </a:lnTo>
                <a:lnTo>
                  <a:pt x="527" y="279"/>
                </a:lnTo>
                <a:lnTo>
                  <a:pt x="528" y="279"/>
                </a:lnTo>
                <a:lnTo>
                  <a:pt x="528" y="278"/>
                </a:lnTo>
                <a:lnTo>
                  <a:pt x="528" y="277"/>
                </a:lnTo>
                <a:lnTo>
                  <a:pt x="528" y="276"/>
                </a:lnTo>
                <a:lnTo>
                  <a:pt x="529" y="276"/>
                </a:lnTo>
                <a:lnTo>
                  <a:pt x="531" y="276"/>
                </a:lnTo>
                <a:lnTo>
                  <a:pt x="532" y="278"/>
                </a:lnTo>
                <a:lnTo>
                  <a:pt x="533" y="277"/>
                </a:lnTo>
                <a:lnTo>
                  <a:pt x="534" y="276"/>
                </a:lnTo>
                <a:lnTo>
                  <a:pt x="535" y="276"/>
                </a:lnTo>
                <a:lnTo>
                  <a:pt x="535" y="275"/>
                </a:lnTo>
                <a:lnTo>
                  <a:pt x="537" y="274"/>
                </a:lnTo>
                <a:lnTo>
                  <a:pt x="539" y="273"/>
                </a:lnTo>
                <a:lnTo>
                  <a:pt x="540" y="272"/>
                </a:lnTo>
                <a:lnTo>
                  <a:pt x="541" y="272"/>
                </a:lnTo>
                <a:lnTo>
                  <a:pt x="542" y="271"/>
                </a:lnTo>
                <a:lnTo>
                  <a:pt x="543" y="271"/>
                </a:lnTo>
                <a:lnTo>
                  <a:pt x="544" y="270"/>
                </a:lnTo>
                <a:lnTo>
                  <a:pt x="545" y="270"/>
                </a:lnTo>
                <a:lnTo>
                  <a:pt x="545" y="269"/>
                </a:lnTo>
                <a:lnTo>
                  <a:pt x="546" y="268"/>
                </a:lnTo>
                <a:lnTo>
                  <a:pt x="546" y="267"/>
                </a:lnTo>
                <a:lnTo>
                  <a:pt x="546" y="266"/>
                </a:lnTo>
                <a:lnTo>
                  <a:pt x="545" y="265"/>
                </a:lnTo>
                <a:lnTo>
                  <a:pt x="545" y="264"/>
                </a:lnTo>
                <a:lnTo>
                  <a:pt x="546" y="263"/>
                </a:lnTo>
                <a:lnTo>
                  <a:pt x="546" y="262"/>
                </a:lnTo>
                <a:lnTo>
                  <a:pt x="547" y="260"/>
                </a:lnTo>
                <a:lnTo>
                  <a:pt x="548" y="260"/>
                </a:lnTo>
                <a:lnTo>
                  <a:pt x="548" y="259"/>
                </a:lnTo>
                <a:lnTo>
                  <a:pt x="549" y="260"/>
                </a:lnTo>
                <a:lnTo>
                  <a:pt x="551" y="260"/>
                </a:lnTo>
                <a:lnTo>
                  <a:pt x="552" y="260"/>
                </a:lnTo>
                <a:lnTo>
                  <a:pt x="553" y="261"/>
                </a:lnTo>
                <a:lnTo>
                  <a:pt x="554" y="262"/>
                </a:lnTo>
                <a:lnTo>
                  <a:pt x="555" y="263"/>
                </a:lnTo>
                <a:lnTo>
                  <a:pt x="556" y="264"/>
                </a:lnTo>
                <a:lnTo>
                  <a:pt x="556" y="265"/>
                </a:lnTo>
                <a:lnTo>
                  <a:pt x="557" y="265"/>
                </a:lnTo>
                <a:lnTo>
                  <a:pt x="557" y="266"/>
                </a:lnTo>
                <a:lnTo>
                  <a:pt x="557" y="267"/>
                </a:lnTo>
                <a:lnTo>
                  <a:pt x="557" y="268"/>
                </a:lnTo>
                <a:lnTo>
                  <a:pt x="557" y="269"/>
                </a:lnTo>
                <a:lnTo>
                  <a:pt x="557" y="270"/>
                </a:lnTo>
                <a:lnTo>
                  <a:pt x="558" y="271"/>
                </a:lnTo>
                <a:lnTo>
                  <a:pt x="558" y="272"/>
                </a:lnTo>
                <a:lnTo>
                  <a:pt x="558" y="274"/>
                </a:lnTo>
                <a:lnTo>
                  <a:pt x="558" y="275"/>
                </a:lnTo>
                <a:lnTo>
                  <a:pt x="558" y="278"/>
                </a:lnTo>
                <a:lnTo>
                  <a:pt x="558" y="279"/>
                </a:lnTo>
                <a:lnTo>
                  <a:pt x="558" y="280"/>
                </a:lnTo>
                <a:lnTo>
                  <a:pt x="557" y="280"/>
                </a:lnTo>
                <a:lnTo>
                  <a:pt x="556" y="280"/>
                </a:lnTo>
                <a:lnTo>
                  <a:pt x="556" y="281"/>
                </a:lnTo>
                <a:lnTo>
                  <a:pt x="557" y="282"/>
                </a:lnTo>
                <a:lnTo>
                  <a:pt x="558" y="281"/>
                </a:lnTo>
                <a:lnTo>
                  <a:pt x="559" y="281"/>
                </a:lnTo>
                <a:lnTo>
                  <a:pt x="559" y="282"/>
                </a:lnTo>
                <a:lnTo>
                  <a:pt x="560" y="283"/>
                </a:lnTo>
                <a:lnTo>
                  <a:pt x="560" y="285"/>
                </a:lnTo>
                <a:lnTo>
                  <a:pt x="559" y="285"/>
                </a:lnTo>
                <a:lnTo>
                  <a:pt x="558" y="285"/>
                </a:lnTo>
                <a:lnTo>
                  <a:pt x="557" y="285"/>
                </a:lnTo>
                <a:lnTo>
                  <a:pt x="559" y="285"/>
                </a:lnTo>
                <a:lnTo>
                  <a:pt x="559" y="286"/>
                </a:lnTo>
                <a:lnTo>
                  <a:pt x="560" y="286"/>
                </a:lnTo>
                <a:lnTo>
                  <a:pt x="560" y="285"/>
                </a:lnTo>
                <a:lnTo>
                  <a:pt x="560" y="286"/>
                </a:lnTo>
                <a:lnTo>
                  <a:pt x="561" y="288"/>
                </a:lnTo>
                <a:lnTo>
                  <a:pt x="560" y="288"/>
                </a:lnTo>
                <a:lnTo>
                  <a:pt x="559" y="288"/>
                </a:lnTo>
                <a:lnTo>
                  <a:pt x="558" y="290"/>
                </a:lnTo>
                <a:lnTo>
                  <a:pt x="558" y="291"/>
                </a:lnTo>
                <a:lnTo>
                  <a:pt x="561" y="291"/>
                </a:lnTo>
                <a:lnTo>
                  <a:pt x="561" y="290"/>
                </a:lnTo>
                <a:lnTo>
                  <a:pt x="562" y="290"/>
                </a:lnTo>
                <a:lnTo>
                  <a:pt x="563" y="291"/>
                </a:lnTo>
                <a:lnTo>
                  <a:pt x="564" y="293"/>
                </a:lnTo>
                <a:lnTo>
                  <a:pt x="564" y="295"/>
                </a:lnTo>
                <a:lnTo>
                  <a:pt x="565" y="297"/>
                </a:lnTo>
                <a:lnTo>
                  <a:pt x="565" y="298"/>
                </a:lnTo>
                <a:lnTo>
                  <a:pt x="565" y="301"/>
                </a:lnTo>
                <a:lnTo>
                  <a:pt x="565" y="302"/>
                </a:lnTo>
                <a:lnTo>
                  <a:pt x="566" y="303"/>
                </a:lnTo>
                <a:lnTo>
                  <a:pt x="566" y="304"/>
                </a:lnTo>
                <a:lnTo>
                  <a:pt x="567" y="305"/>
                </a:lnTo>
                <a:lnTo>
                  <a:pt x="568" y="307"/>
                </a:lnTo>
                <a:lnTo>
                  <a:pt x="569" y="307"/>
                </a:lnTo>
                <a:lnTo>
                  <a:pt x="570" y="308"/>
                </a:lnTo>
                <a:lnTo>
                  <a:pt x="572" y="308"/>
                </a:lnTo>
                <a:lnTo>
                  <a:pt x="573" y="308"/>
                </a:lnTo>
                <a:lnTo>
                  <a:pt x="574" y="307"/>
                </a:lnTo>
                <a:lnTo>
                  <a:pt x="575" y="307"/>
                </a:lnTo>
                <a:lnTo>
                  <a:pt x="576" y="307"/>
                </a:lnTo>
                <a:lnTo>
                  <a:pt x="577" y="308"/>
                </a:lnTo>
                <a:lnTo>
                  <a:pt x="578" y="308"/>
                </a:lnTo>
                <a:lnTo>
                  <a:pt x="578" y="309"/>
                </a:lnTo>
                <a:lnTo>
                  <a:pt x="576" y="312"/>
                </a:lnTo>
                <a:lnTo>
                  <a:pt x="575" y="312"/>
                </a:lnTo>
                <a:lnTo>
                  <a:pt x="574" y="313"/>
                </a:lnTo>
                <a:lnTo>
                  <a:pt x="573" y="313"/>
                </a:lnTo>
                <a:lnTo>
                  <a:pt x="572" y="313"/>
                </a:lnTo>
                <a:lnTo>
                  <a:pt x="571" y="313"/>
                </a:lnTo>
                <a:lnTo>
                  <a:pt x="570" y="314"/>
                </a:lnTo>
                <a:lnTo>
                  <a:pt x="568" y="315"/>
                </a:lnTo>
                <a:lnTo>
                  <a:pt x="567" y="315"/>
                </a:lnTo>
                <a:lnTo>
                  <a:pt x="566" y="316"/>
                </a:lnTo>
                <a:lnTo>
                  <a:pt x="566" y="317"/>
                </a:lnTo>
                <a:lnTo>
                  <a:pt x="565" y="317"/>
                </a:lnTo>
                <a:lnTo>
                  <a:pt x="565" y="318"/>
                </a:lnTo>
                <a:lnTo>
                  <a:pt x="565" y="319"/>
                </a:lnTo>
                <a:lnTo>
                  <a:pt x="566" y="322"/>
                </a:lnTo>
                <a:lnTo>
                  <a:pt x="567" y="324"/>
                </a:lnTo>
                <a:lnTo>
                  <a:pt x="567" y="325"/>
                </a:lnTo>
                <a:lnTo>
                  <a:pt x="568" y="326"/>
                </a:lnTo>
                <a:lnTo>
                  <a:pt x="568" y="327"/>
                </a:lnTo>
                <a:lnTo>
                  <a:pt x="569" y="327"/>
                </a:lnTo>
                <a:lnTo>
                  <a:pt x="569" y="328"/>
                </a:lnTo>
                <a:lnTo>
                  <a:pt x="569" y="330"/>
                </a:lnTo>
                <a:lnTo>
                  <a:pt x="570" y="332"/>
                </a:lnTo>
                <a:lnTo>
                  <a:pt x="570" y="333"/>
                </a:lnTo>
                <a:lnTo>
                  <a:pt x="571" y="334"/>
                </a:lnTo>
                <a:lnTo>
                  <a:pt x="572" y="333"/>
                </a:lnTo>
                <a:lnTo>
                  <a:pt x="572" y="332"/>
                </a:lnTo>
                <a:lnTo>
                  <a:pt x="573" y="332"/>
                </a:lnTo>
                <a:lnTo>
                  <a:pt x="573" y="331"/>
                </a:lnTo>
                <a:lnTo>
                  <a:pt x="575" y="331"/>
                </a:lnTo>
                <a:lnTo>
                  <a:pt x="576" y="331"/>
                </a:lnTo>
                <a:lnTo>
                  <a:pt x="577" y="331"/>
                </a:lnTo>
                <a:lnTo>
                  <a:pt x="577" y="332"/>
                </a:lnTo>
                <a:lnTo>
                  <a:pt x="576" y="332"/>
                </a:lnTo>
                <a:lnTo>
                  <a:pt x="577" y="333"/>
                </a:lnTo>
                <a:lnTo>
                  <a:pt x="579" y="334"/>
                </a:lnTo>
                <a:lnTo>
                  <a:pt x="580" y="336"/>
                </a:lnTo>
                <a:lnTo>
                  <a:pt x="581" y="339"/>
                </a:lnTo>
                <a:lnTo>
                  <a:pt x="581" y="340"/>
                </a:lnTo>
                <a:lnTo>
                  <a:pt x="581" y="341"/>
                </a:lnTo>
                <a:lnTo>
                  <a:pt x="581" y="342"/>
                </a:lnTo>
                <a:lnTo>
                  <a:pt x="580" y="342"/>
                </a:lnTo>
                <a:lnTo>
                  <a:pt x="580" y="343"/>
                </a:lnTo>
                <a:lnTo>
                  <a:pt x="581" y="346"/>
                </a:lnTo>
                <a:lnTo>
                  <a:pt x="582" y="346"/>
                </a:lnTo>
                <a:lnTo>
                  <a:pt x="583" y="346"/>
                </a:lnTo>
                <a:lnTo>
                  <a:pt x="584" y="346"/>
                </a:lnTo>
                <a:lnTo>
                  <a:pt x="585" y="347"/>
                </a:lnTo>
                <a:lnTo>
                  <a:pt x="585" y="348"/>
                </a:lnTo>
                <a:lnTo>
                  <a:pt x="585" y="349"/>
                </a:lnTo>
                <a:lnTo>
                  <a:pt x="586" y="350"/>
                </a:lnTo>
                <a:lnTo>
                  <a:pt x="587" y="349"/>
                </a:lnTo>
                <a:lnTo>
                  <a:pt x="587" y="348"/>
                </a:lnTo>
                <a:lnTo>
                  <a:pt x="588" y="347"/>
                </a:lnTo>
                <a:lnTo>
                  <a:pt x="589" y="346"/>
                </a:lnTo>
                <a:lnTo>
                  <a:pt x="590" y="346"/>
                </a:lnTo>
                <a:lnTo>
                  <a:pt x="592" y="346"/>
                </a:lnTo>
                <a:lnTo>
                  <a:pt x="592" y="347"/>
                </a:lnTo>
                <a:lnTo>
                  <a:pt x="593" y="349"/>
                </a:lnTo>
                <a:lnTo>
                  <a:pt x="594" y="350"/>
                </a:lnTo>
                <a:lnTo>
                  <a:pt x="594" y="353"/>
                </a:lnTo>
                <a:lnTo>
                  <a:pt x="593" y="353"/>
                </a:lnTo>
                <a:lnTo>
                  <a:pt x="593" y="356"/>
                </a:lnTo>
                <a:lnTo>
                  <a:pt x="594" y="356"/>
                </a:lnTo>
                <a:lnTo>
                  <a:pt x="594" y="357"/>
                </a:lnTo>
                <a:lnTo>
                  <a:pt x="596" y="357"/>
                </a:lnTo>
                <a:lnTo>
                  <a:pt x="598" y="356"/>
                </a:lnTo>
                <a:lnTo>
                  <a:pt x="599" y="357"/>
                </a:lnTo>
                <a:lnTo>
                  <a:pt x="601" y="357"/>
                </a:lnTo>
                <a:lnTo>
                  <a:pt x="602" y="357"/>
                </a:lnTo>
                <a:lnTo>
                  <a:pt x="603" y="357"/>
                </a:lnTo>
                <a:lnTo>
                  <a:pt x="604" y="356"/>
                </a:lnTo>
                <a:lnTo>
                  <a:pt x="604" y="355"/>
                </a:lnTo>
                <a:lnTo>
                  <a:pt x="605" y="355"/>
                </a:lnTo>
                <a:lnTo>
                  <a:pt x="606" y="354"/>
                </a:lnTo>
                <a:lnTo>
                  <a:pt x="606" y="353"/>
                </a:lnTo>
                <a:lnTo>
                  <a:pt x="606" y="352"/>
                </a:lnTo>
                <a:lnTo>
                  <a:pt x="606" y="351"/>
                </a:lnTo>
                <a:lnTo>
                  <a:pt x="607" y="350"/>
                </a:lnTo>
                <a:lnTo>
                  <a:pt x="608" y="350"/>
                </a:lnTo>
                <a:lnTo>
                  <a:pt x="608" y="351"/>
                </a:lnTo>
                <a:lnTo>
                  <a:pt x="608" y="352"/>
                </a:lnTo>
                <a:lnTo>
                  <a:pt x="608" y="353"/>
                </a:lnTo>
                <a:lnTo>
                  <a:pt x="609" y="354"/>
                </a:lnTo>
                <a:lnTo>
                  <a:pt x="610" y="354"/>
                </a:lnTo>
                <a:lnTo>
                  <a:pt x="611" y="354"/>
                </a:lnTo>
                <a:lnTo>
                  <a:pt x="614" y="354"/>
                </a:lnTo>
                <a:lnTo>
                  <a:pt x="616" y="354"/>
                </a:lnTo>
                <a:lnTo>
                  <a:pt x="619" y="353"/>
                </a:lnTo>
                <a:lnTo>
                  <a:pt x="621" y="352"/>
                </a:lnTo>
                <a:lnTo>
                  <a:pt x="623" y="351"/>
                </a:lnTo>
                <a:lnTo>
                  <a:pt x="625" y="350"/>
                </a:lnTo>
                <a:lnTo>
                  <a:pt x="626" y="350"/>
                </a:lnTo>
                <a:lnTo>
                  <a:pt x="627" y="351"/>
                </a:lnTo>
                <a:lnTo>
                  <a:pt x="630" y="352"/>
                </a:lnTo>
                <a:lnTo>
                  <a:pt x="634" y="350"/>
                </a:lnTo>
                <a:lnTo>
                  <a:pt x="634" y="349"/>
                </a:lnTo>
                <a:lnTo>
                  <a:pt x="634" y="348"/>
                </a:lnTo>
                <a:lnTo>
                  <a:pt x="635" y="348"/>
                </a:lnTo>
                <a:lnTo>
                  <a:pt x="635" y="347"/>
                </a:lnTo>
                <a:lnTo>
                  <a:pt x="636" y="347"/>
                </a:lnTo>
                <a:lnTo>
                  <a:pt x="639" y="346"/>
                </a:lnTo>
                <a:lnTo>
                  <a:pt x="641" y="346"/>
                </a:lnTo>
                <a:lnTo>
                  <a:pt x="642" y="347"/>
                </a:lnTo>
                <a:lnTo>
                  <a:pt x="645" y="348"/>
                </a:lnTo>
                <a:lnTo>
                  <a:pt x="648" y="348"/>
                </a:lnTo>
                <a:lnTo>
                  <a:pt x="650" y="349"/>
                </a:lnTo>
                <a:lnTo>
                  <a:pt x="651" y="349"/>
                </a:lnTo>
                <a:lnTo>
                  <a:pt x="654" y="348"/>
                </a:lnTo>
                <a:lnTo>
                  <a:pt x="655" y="346"/>
                </a:lnTo>
                <a:lnTo>
                  <a:pt x="657" y="345"/>
                </a:lnTo>
                <a:lnTo>
                  <a:pt x="658" y="345"/>
                </a:lnTo>
                <a:lnTo>
                  <a:pt x="659" y="345"/>
                </a:lnTo>
                <a:lnTo>
                  <a:pt x="659" y="344"/>
                </a:lnTo>
                <a:lnTo>
                  <a:pt x="658" y="343"/>
                </a:lnTo>
                <a:lnTo>
                  <a:pt x="658" y="342"/>
                </a:lnTo>
                <a:lnTo>
                  <a:pt x="657" y="341"/>
                </a:lnTo>
                <a:lnTo>
                  <a:pt x="656" y="340"/>
                </a:lnTo>
                <a:lnTo>
                  <a:pt x="655" y="339"/>
                </a:lnTo>
                <a:lnTo>
                  <a:pt x="654" y="338"/>
                </a:lnTo>
                <a:lnTo>
                  <a:pt x="654" y="337"/>
                </a:lnTo>
                <a:lnTo>
                  <a:pt x="654" y="336"/>
                </a:lnTo>
                <a:lnTo>
                  <a:pt x="654" y="334"/>
                </a:lnTo>
                <a:lnTo>
                  <a:pt x="654" y="333"/>
                </a:lnTo>
                <a:lnTo>
                  <a:pt x="654" y="332"/>
                </a:lnTo>
                <a:lnTo>
                  <a:pt x="655" y="332"/>
                </a:lnTo>
                <a:lnTo>
                  <a:pt x="655" y="331"/>
                </a:lnTo>
                <a:lnTo>
                  <a:pt x="655" y="329"/>
                </a:lnTo>
                <a:lnTo>
                  <a:pt x="654" y="328"/>
                </a:lnTo>
                <a:lnTo>
                  <a:pt x="654" y="326"/>
                </a:lnTo>
                <a:lnTo>
                  <a:pt x="653" y="325"/>
                </a:lnTo>
                <a:lnTo>
                  <a:pt x="653" y="323"/>
                </a:lnTo>
                <a:lnTo>
                  <a:pt x="653" y="322"/>
                </a:lnTo>
                <a:lnTo>
                  <a:pt x="653" y="321"/>
                </a:lnTo>
                <a:lnTo>
                  <a:pt x="654" y="320"/>
                </a:lnTo>
                <a:lnTo>
                  <a:pt x="655" y="320"/>
                </a:lnTo>
                <a:lnTo>
                  <a:pt x="656" y="320"/>
                </a:lnTo>
                <a:lnTo>
                  <a:pt x="657" y="321"/>
                </a:lnTo>
                <a:lnTo>
                  <a:pt x="658" y="321"/>
                </a:lnTo>
                <a:lnTo>
                  <a:pt x="659" y="321"/>
                </a:lnTo>
                <a:lnTo>
                  <a:pt x="660" y="321"/>
                </a:lnTo>
                <a:lnTo>
                  <a:pt x="661" y="321"/>
                </a:lnTo>
                <a:lnTo>
                  <a:pt x="662" y="321"/>
                </a:lnTo>
                <a:lnTo>
                  <a:pt x="662" y="320"/>
                </a:lnTo>
                <a:lnTo>
                  <a:pt x="663" y="320"/>
                </a:lnTo>
                <a:lnTo>
                  <a:pt x="664" y="319"/>
                </a:lnTo>
                <a:lnTo>
                  <a:pt x="665" y="319"/>
                </a:lnTo>
                <a:lnTo>
                  <a:pt x="665" y="318"/>
                </a:lnTo>
                <a:lnTo>
                  <a:pt x="664" y="314"/>
                </a:lnTo>
                <a:lnTo>
                  <a:pt x="664" y="313"/>
                </a:lnTo>
                <a:lnTo>
                  <a:pt x="664" y="312"/>
                </a:lnTo>
                <a:lnTo>
                  <a:pt x="664" y="310"/>
                </a:lnTo>
                <a:lnTo>
                  <a:pt x="662" y="308"/>
                </a:lnTo>
                <a:lnTo>
                  <a:pt x="662" y="307"/>
                </a:lnTo>
                <a:lnTo>
                  <a:pt x="664" y="305"/>
                </a:lnTo>
                <a:lnTo>
                  <a:pt x="665" y="305"/>
                </a:lnTo>
                <a:lnTo>
                  <a:pt x="665" y="306"/>
                </a:lnTo>
                <a:lnTo>
                  <a:pt x="666" y="306"/>
                </a:lnTo>
                <a:lnTo>
                  <a:pt x="667" y="306"/>
                </a:lnTo>
                <a:lnTo>
                  <a:pt x="669" y="304"/>
                </a:lnTo>
                <a:lnTo>
                  <a:pt x="669" y="303"/>
                </a:lnTo>
                <a:lnTo>
                  <a:pt x="669" y="302"/>
                </a:lnTo>
                <a:lnTo>
                  <a:pt x="668" y="301"/>
                </a:lnTo>
                <a:lnTo>
                  <a:pt x="667" y="300"/>
                </a:lnTo>
                <a:lnTo>
                  <a:pt x="668" y="297"/>
                </a:lnTo>
                <a:lnTo>
                  <a:pt x="674" y="296"/>
                </a:lnTo>
                <a:lnTo>
                  <a:pt x="675" y="296"/>
                </a:lnTo>
                <a:lnTo>
                  <a:pt x="676" y="296"/>
                </a:lnTo>
                <a:lnTo>
                  <a:pt x="675" y="297"/>
                </a:lnTo>
                <a:lnTo>
                  <a:pt x="675" y="298"/>
                </a:lnTo>
                <a:lnTo>
                  <a:pt x="676" y="300"/>
                </a:lnTo>
                <a:lnTo>
                  <a:pt x="678" y="299"/>
                </a:lnTo>
                <a:lnTo>
                  <a:pt x="678" y="298"/>
                </a:lnTo>
                <a:lnTo>
                  <a:pt x="682" y="299"/>
                </a:lnTo>
                <a:lnTo>
                  <a:pt x="683" y="299"/>
                </a:lnTo>
                <a:lnTo>
                  <a:pt x="684" y="299"/>
                </a:lnTo>
                <a:lnTo>
                  <a:pt x="684" y="298"/>
                </a:lnTo>
                <a:lnTo>
                  <a:pt x="685" y="297"/>
                </a:lnTo>
                <a:lnTo>
                  <a:pt x="687" y="297"/>
                </a:lnTo>
                <a:lnTo>
                  <a:pt x="688" y="296"/>
                </a:lnTo>
                <a:lnTo>
                  <a:pt x="689" y="295"/>
                </a:lnTo>
                <a:lnTo>
                  <a:pt x="690" y="295"/>
                </a:lnTo>
                <a:lnTo>
                  <a:pt x="691" y="294"/>
                </a:lnTo>
                <a:lnTo>
                  <a:pt x="692" y="294"/>
                </a:lnTo>
                <a:lnTo>
                  <a:pt x="692" y="293"/>
                </a:lnTo>
                <a:lnTo>
                  <a:pt x="693" y="293"/>
                </a:lnTo>
                <a:lnTo>
                  <a:pt x="695" y="293"/>
                </a:lnTo>
                <a:lnTo>
                  <a:pt x="697" y="294"/>
                </a:lnTo>
                <a:lnTo>
                  <a:pt x="698" y="295"/>
                </a:lnTo>
                <a:lnTo>
                  <a:pt x="698" y="296"/>
                </a:lnTo>
                <a:lnTo>
                  <a:pt x="699" y="299"/>
                </a:lnTo>
                <a:lnTo>
                  <a:pt x="699" y="300"/>
                </a:lnTo>
                <a:lnTo>
                  <a:pt x="698" y="300"/>
                </a:lnTo>
                <a:lnTo>
                  <a:pt x="697" y="300"/>
                </a:lnTo>
                <a:lnTo>
                  <a:pt x="697" y="303"/>
                </a:lnTo>
                <a:lnTo>
                  <a:pt x="697" y="304"/>
                </a:lnTo>
                <a:lnTo>
                  <a:pt x="698" y="304"/>
                </a:lnTo>
                <a:lnTo>
                  <a:pt x="701" y="303"/>
                </a:lnTo>
                <a:lnTo>
                  <a:pt x="701" y="302"/>
                </a:lnTo>
                <a:lnTo>
                  <a:pt x="702" y="302"/>
                </a:lnTo>
                <a:lnTo>
                  <a:pt x="703" y="305"/>
                </a:lnTo>
                <a:lnTo>
                  <a:pt x="703" y="306"/>
                </a:lnTo>
                <a:lnTo>
                  <a:pt x="704" y="307"/>
                </a:lnTo>
                <a:lnTo>
                  <a:pt x="704" y="308"/>
                </a:lnTo>
                <a:lnTo>
                  <a:pt x="704" y="309"/>
                </a:lnTo>
                <a:lnTo>
                  <a:pt x="705" y="310"/>
                </a:lnTo>
                <a:lnTo>
                  <a:pt x="706" y="311"/>
                </a:lnTo>
                <a:lnTo>
                  <a:pt x="707" y="311"/>
                </a:lnTo>
                <a:lnTo>
                  <a:pt x="708" y="311"/>
                </a:lnTo>
                <a:lnTo>
                  <a:pt x="708" y="312"/>
                </a:lnTo>
                <a:lnTo>
                  <a:pt x="709" y="312"/>
                </a:lnTo>
                <a:lnTo>
                  <a:pt x="710" y="313"/>
                </a:lnTo>
                <a:lnTo>
                  <a:pt x="714" y="317"/>
                </a:lnTo>
                <a:lnTo>
                  <a:pt x="716" y="318"/>
                </a:lnTo>
                <a:lnTo>
                  <a:pt x="719" y="318"/>
                </a:lnTo>
                <a:lnTo>
                  <a:pt x="720" y="317"/>
                </a:lnTo>
                <a:lnTo>
                  <a:pt x="721" y="317"/>
                </a:lnTo>
                <a:lnTo>
                  <a:pt x="722" y="317"/>
                </a:lnTo>
                <a:lnTo>
                  <a:pt x="723" y="317"/>
                </a:lnTo>
                <a:lnTo>
                  <a:pt x="724" y="317"/>
                </a:lnTo>
                <a:lnTo>
                  <a:pt x="725" y="317"/>
                </a:lnTo>
                <a:lnTo>
                  <a:pt x="726" y="317"/>
                </a:lnTo>
                <a:lnTo>
                  <a:pt x="727" y="316"/>
                </a:lnTo>
                <a:lnTo>
                  <a:pt x="728" y="316"/>
                </a:lnTo>
                <a:lnTo>
                  <a:pt x="728" y="317"/>
                </a:lnTo>
                <a:lnTo>
                  <a:pt x="729" y="318"/>
                </a:lnTo>
                <a:lnTo>
                  <a:pt x="729" y="319"/>
                </a:lnTo>
                <a:lnTo>
                  <a:pt x="729" y="320"/>
                </a:lnTo>
                <a:lnTo>
                  <a:pt x="730" y="321"/>
                </a:lnTo>
                <a:lnTo>
                  <a:pt x="730" y="323"/>
                </a:lnTo>
                <a:lnTo>
                  <a:pt x="731" y="323"/>
                </a:lnTo>
                <a:lnTo>
                  <a:pt x="731" y="324"/>
                </a:lnTo>
                <a:lnTo>
                  <a:pt x="731" y="325"/>
                </a:lnTo>
                <a:lnTo>
                  <a:pt x="731" y="326"/>
                </a:lnTo>
                <a:lnTo>
                  <a:pt x="732" y="326"/>
                </a:lnTo>
                <a:lnTo>
                  <a:pt x="732" y="327"/>
                </a:lnTo>
                <a:lnTo>
                  <a:pt x="732" y="328"/>
                </a:lnTo>
                <a:lnTo>
                  <a:pt x="733" y="329"/>
                </a:lnTo>
                <a:lnTo>
                  <a:pt x="733" y="331"/>
                </a:lnTo>
                <a:lnTo>
                  <a:pt x="734" y="332"/>
                </a:lnTo>
                <a:lnTo>
                  <a:pt x="735" y="336"/>
                </a:lnTo>
                <a:lnTo>
                  <a:pt x="736" y="339"/>
                </a:lnTo>
                <a:lnTo>
                  <a:pt x="736" y="343"/>
                </a:lnTo>
                <a:lnTo>
                  <a:pt x="737" y="345"/>
                </a:lnTo>
                <a:lnTo>
                  <a:pt x="737" y="346"/>
                </a:lnTo>
                <a:lnTo>
                  <a:pt x="737" y="347"/>
                </a:lnTo>
                <a:lnTo>
                  <a:pt x="738" y="353"/>
                </a:lnTo>
                <a:lnTo>
                  <a:pt x="738" y="355"/>
                </a:lnTo>
                <a:lnTo>
                  <a:pt x="739" y="356"/>
                </a:lnTo>
                <a:lnTo>
                  <a:pt x="739" y="355"/>
                </a:lnTo>
                <a:lnTo>
                  <a:pt x="740" y="356"/>
                </a:lnTo>
                <a:lnTo>
                  <a:pt x="739" y="358"/>
                </a:lnTo>
                <a:lnTo>
                  <a:pt x="738" y="358"/>
                </a:lnTo>
                <a:lnTo>
                  <a:pt x="738" y="359"/>
                </a:lnTo>
                <a:lnTo>
                  <a:pt x="740" y="360"/>
                </a:lnTo>
                <a:lnTo>
                  <a:pt x="741" y="360"/>
                </a:lnTo>
                <a:lnTo>
                  <a:pt x="741" y="359"/>
                </a:lnTo>
                <a:lnTo>
                  <a:pt x="742" y="359"/>
                </a:lnTo>
                <a:lnTo>
                  <a:pt x="742" y="360"/>
                </a:lnTo>
                <a:lnTo>
                  <a:pt x="742" y="361"/>
                </a:lnTo>
                <a:lnTo>
                  <a:pt x="741" y="361"/>
                </a:lnTo>
                <a:lnTo>
                  <a:pt x="740" y="363"/>
                </a:lnTo>
                <a:lnTo>
                  <a:pt x="741" y="366"/>
                </a:lnTo>
                <a:lnTo>
                  <a:pt x="742" y="366"/>
                </a:lnTo>
                <a:lnTo>
                  <a:pt x="740" y="368"/>
                </a:lnTo>
                <a:lnTo>
                  <a:pt x="737" y="366"/>
                </a:lnTo>
                <a:lnTo>
                  <a:pt x="736" y="366"/>
                </a:lnTo>
                <a:lnTo>
                  <a:pt x="736" y="365"/>
                </a:lnTo>
                <a:lnTo>
                  <a:pt x="736" y="363"/>
                </a:lnTo>
                <a:lnTo>
                  <a:pt x="735" y="363"/>
                </a:lnTo>
                <a:lnTo>
                  <a:pt x="734" y="364"/>
                </a:lnTo>
                <a:lnTo>
                  <a:pt x="734" y="365"/>
                </a:lnTo>
                <a:lnTo>
                  <a:pt x="734" y="366"/>
                </a:lnTo>
                <a:lnTo>
                  <a:pt x="734" y="368"/>
                </a:lnTo>
                <a:lnTo>
                  <a:pt x="732" y="370"/>
                </a:lnTo>
                <a:lnTo>
                  <a:pt x="731" y="372"/>
                </a:lnTo>
                <a:lnTo>
                  <a:pt x="732" y="373"/>
                </a:lnTo>
                <a:lnTo>
                  <a:pt x="733" y="374"/>
                </a:lnTo>
                <a:lnTo>
                  <a:pt x="734" y="376"/>
                </a:lnTo>
                <a:lnTo>
                  <a:pt x="733" y="377"/>
                </a:lnTo>
                <a:lnTo>
                  <a:pt x="732" y="377"/>
                </a:lnTo>
                <a:lnTo>
                  <a:pt x="732" y="376"/>
                </a:lnTo>
                <a:lnTo>
                  <a:pt x="731" y="377"/>
                </a:lnTo>
                <a:lnTo>
                  <a:pt x="731" y="379"/>
                </a:lnTo>
                <a:lnTo>
                  <a:pt x="731" y="380"/>
                </a:lnTo>
                <a:lnTo>
                  <a:pt x="732" y="380"/>
                </a:lnTo>
                <a:lnTo>
                  <a:pt x="732" y="381"/>
                </a:lnTo>
                <a:lnTo>
                  <a:pt x="732" y="382"/>
                </a:lnTo>
                <a:lnTo>
                  <a:pt x="732" y="383"/>
                </a:lnTo>
                <a:lnTo>
                  <a:pt x="731" y="384"/>
                </a:lnTo>
                <a:lnTo>
                  <a:pt x="730" y="386"/>
                </a:lnTo>
                <a:lnTo>
                  <a:pt x="729" y="386"/>
                </a:lnTo>
                <a:lnTo>
                  <a:pt x="727" y="389"/>
                </a:lnTo>
                <a:lnTo>
                  <a:pt x="724" y="391"/>
                </a:lnTo>
                <a:lnTo>
                  <a:pt x="723" y="390"/>
                </a:lnTo>
                <a:lnTo>
                  <a:pt x="723" y="391"/>
                </a:lnTo>
                <a:lnTo>
                  <a:pt x="723" y="392"/>
                </a:lnTo>
                <a:lnTo>
                  <a:pt x="723" y="393"/>
                </a:lnTo>
                <a:lnTo>
                  <a:pt x="723" y="394"/>
                </a:lnTo>
                <a:lnTo>
                  <a:pt x="722" y="395"/>
                </a:lnTo>
                <a:lnTo>
                  <a:pt x="722" y="396"/>
                </a:lnTo>
                <a:lnTo>
                  <a:pt x="721" y="395"/>
                </a:lnTo>
                <a:lnTo>
                  <a:pt x="720" y="395"/>
                </a:lnTo>
                <a:lnTo>
                  <a:pt x="720" y="394"/>
                </a:lnTo>
                <a:lnTo>
                  <a:pt x="719" y="394"/>
                </a:lnTo>
                <a:lnTo>
                  <a:pt x="718" y="394"/>
                </a:lnTo>
                <a:close/>
              </a:path>
            </a:pathLst>
          </a:custGeom>
          <a:solidFill>
            <a:srgbClr val="FFAB6C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9" name=""/>
          <p:cNvSpPr/>
          <p:nvPr/>
        </p:nvSpPr>
        <p:spPr>
          <a:xfrm>
            <a:off x="8038440" y="1210320"/>
            <a:ext cx="109440" cy="121680"/>
          </a:xfrm>
          <a:custGeom>
            <a:avLst/>
            <a:gdLst/>
            <a:ahLst/>
            <a:rect l="0" t="0" r="r" b="b"/>
            <a:pathLst>
              <a:path w="304" h="338">
                <a:moveTo>
                  <a:pt x="168" y="3"/>
                </a:moveTo>
                <a:lnTo>
                  <a:pt x="168" y="2"/>
                </a:lnTo>
                <a:lnTo>
                  <a:pt x="169" y="2"/>
                </a:lnTo>
                <a:lnTo>
                  <a:pt x="169" y="3"/>
                </a:lnTo>
                <a:lnTo>
                  <a:pt x="170" y="4"/>
                </a:lnTo>
                <a:lnTo>
                  <a:pt x="170" y="5"/>
                </a:lnTo>
                <a:lnTo>
                  <a:pt x="170" y="6"/>
                </a:lnTo>
                <a:lnTo>
                  <a:pt x="172" y="7"/>
                </a:lnTo>
                <a:lnTo>
                  <a:pt x="170" y="10"/>
                </a:lnTo>
                <a:lnTo>
                  <a:pt x="169" y="11"/>
                </a:lnTo>
                <a:lnTo>
                  <a:pt x="169" y="12"/>
                </a:lnTo>
                <a:lnTo>
                  <a:pt x="169" y="13"/>
                </a:lnTo>
                <a:lnTo>
                  <a:pt x="169" y="14"/>
                </a:lnTo>
                <a:lnTo>
                  <a:pt x="168" y="16"/>
                </a:lnTo>
                <a:lnTo>
                  <a:pt x="169" y="17"/>
                </a:lnTo>
                <a:lnTo>
                  <a:pt x="169" y="18"/>
                </a:lnTo>
                <a:lnTo>
                  <a:pt x="170" y="19"/>
                </a:lnTo>
                <a:lnTo>
                  <a:pt x="172" y="20"/>
                </a:lnTo>
                <a:lnTo>
                  <a:pt x="172" y="21"/>
                </a:lnTo>
                <a:lnTo>
                  <a:pt x="174" y="24"/>
                </a:lnTo>
                <a:lnTo>
                  <a:pt x="175" y="25"/>
                </a:lnTo>
                <a:lnTo>
                  <a:pt x="176" y="25"/>
                </a:lnTo>
                <a:lnTo>
                  <a:pt x="177" y="26"/>
                </a:lnTo>
                <a:lnTo>
                  <a:pt x="177" y="27"/>
                </a:lnTo>
                <a:lnTo>
                  <a:pt x="176" y="29"/>
                </a:lnTo>
                <a:lnTo>
                  <a:pt x="177" y="29"/>
                </a:lnTo>
                <a:lnTo>
                  <a:pt x="178" y="30"/>
                </a:lnTo>
                <a:lnTo>
                  <a:pt x="179" y="31"/>
                </a:lnTo>
                <a:lnTo>
                  <a:pt x="180" y="31"/>
                </a:lnTo>
                <a:lnTo>
                  <a:pt x="180" y="32"/>
                </a:lnTo>
                <a:lnTo>
                  <a:pt x="181" y="32"/>
                </a:lnTo>
                <a:lnTo>
                  <a:pt x="183" y="33"/>
                </a:lnTo>
                <a:lnTo>
                  <a:pt x="184" y="33"/>
                </a:lnTo>
                <a:lnTo>
                  <a:pt x="184" y="34"/>
                </a:lnTo>
                <a:lnTo>
                  <a:pt x="184" y="35"/>
                </a:lnTo>
                <a:lnTo>
                  <a:pt x="185" y="35"/>
                </a:lnTo>
                <a:lnTo>
                  <a:pt x="185" y="34"/>
                </a:lnTo>
                <a:lnTo>
                  <a:pt x="187" y="35"/>
                </a:lnTo>
                <a:lnTo>
                  <a:pt x="188" y="35"/>
                </a:lnTo>
                <a:lnTo>
                  <a:pt x="190" y="38"/>
                </a:lnTo>
                <a:lnTo>
                  <a:pt x="190" y="39"/>
                </a:lnTo>
                <a:lnTo>
                  <a:pt x="191" y="40"/>
                </a:lnTo>
                <a:lnTo>
                  <a:pt x="191" y="41"/>
                </a:lnTo>
                <a:lnTo>
                  <a:pt x="192" y="42"/>
                </a:lnTo>
                <a:lnTo>
                  <a:pt x="193" y="41"/>
                </a:lnTo>
                <a:lnTo>
                  <a:pt x="193" y="40"/>
                </a:lnTo>
                <a:lnTo>
                  <a:pt x="194" y="40"/>
                </a:lnTo>
                <a:lnTo>
                  <a:pt x="195" y="41"/>
                </a:lnTo>
                <a:lnTo>
                  <a:pt x="196" y="41"/>
                </a:lnTo>
                <a:lnTo>
                  <a:pt x="197" y="41"/>
                </a:lnTo>
                <a:lnTo>
                  <a:pt x="199" y="42"/>
                </a:lnTo>
                <a:lnTo>
                  <a:pt x="200" y="42"/>
                </a:lnTo>
                <a:lnTo>
                  <a:pt x="200" y="43"/>
                </a:lnTo>
                <a:lnTo>
                  <a:pt x="201" y="43"/>
                </a:lnTo>
                <a:lnTo>
                  <a:pt x="201" y="44"/>
                </a:lnTo>
                <a:lnTo>
                  <a:pt x="203" y="45"/>
                </a:lnTo>
                <a:lnTo>
                  <a:pt x="204" y="46"/>
                </a:lnTo>
                <a:lnTo>
                  <a:pt x="204" y="47"/>
                </a:lnTo>
                <a:lnTo>
                  <a:pt x="205" y="47"/>
                </a:lnTo>
                <a:lnTo>
                  <a:pt x="204" y="47"/>
                </a:lnTo>
                <a:lnTo>
                  <a:pt x="204" y="48"/>
                </a:lnTo>
                <a:lnTo>
                  <a:pt x="205" y="48"/>
                </a:lnTo>
                <a:lnTo>
                  <a:pt x="205" y="49"/>
                </a:lnTo>
                <a:lnTo>
                  <a:pt x="206" y="49"/>
                </a:lnTo>
                <a:lnTo>
                  <a:pt x="207" y="49"/>
                </a:lnTo>
                <a:lnTo>
                  <a:pt x="207" y="50"/>
                </a:lnTo>
                <a:lnTo>
                  <a:pt x="207" y="51"/>
                </a:lnTo>
                <a:lnTo>
                  <a:pt x="207" y="53"/>
                </a:lnTo>
                <a:lnTo>
                  <a:pt x="207" y="52"/>
                </a:lnTo>
                <a:lnTo>
                  <a:pt x="207" y="53"/>
                </a:lnTo>
                <a:lnTo>
                  <a:pt x="208" y="53"/>
                </a:lnTo>
                <a:lnTo>
                  <a:pt x="208" y="54"/>
                </a:lnTo>
                <a:lnTo>
                  <a:pt x="208" y="53"/>
                </a:lnTo>
                <a:lnTo>
                  <a:pt x="210" y="53"/>
                </a:lnTo>
                <a:lnTo>
                  <a:pt x="211" y="54"/>
                </a:lnTo>
                <a:lnTo>
                  <a:pt x="212" y="54"/>
                </a:lnTo>
                <a:lnTo>
                  <a:pt x="212" y="55"/>
                </a:lnTo>
                <a:lnTo>
                  <a:pt x="212" y="56"/>
                </a:lnTo>
                <a:lnTo>
                  <a:pt x="212" y="58"/>
                </a:lnTo>
                <a:lnTo>
                  <a:pt x="213" y="59"/>
                </a:lnTo>
                <a:lnTo>
                  <a:pt x="214" y="60"/>
                </a:lnTo>
                <a:lnTo>
                  <a:pt x="215" y="60"/>
                </a:lnTo>
                <a:lnTo>
                  <a:pt x="216" y="62"/>
                </a:lnTo>
                <a:lnTo>
                  <a:pt x="216" y="63"/>
                </a:lnTo>
                <a:lnTo>
                  <a:pt x="217" y="63"/>
                </a:lnTo>
                <a:lnTo>
                  <a:pt x="219" y="64"/>
                </a:lnTo>
                <a:lnTo>
                  <a:pt x="220" y="65"/>
                </a:lnTo>
                <a:lnTo>
                  <a:pt x="220" y="66"/>
                </a:lnTo>
                <a:lnTo>
                  <a:pt x="222" y="67"/>
                </a:lnTo>
                <a:lnTo>
                  <a:pt x="223" y="67"/>
                </a:lnTo>
                <a:lnTo>
                  <a:pt x="226" y="68"/>
                </a:lnTo>
                <a:lnTo>
                  <a:pt x="230" y="68"/>
                </a:lnTo>
                <a:lnTo>
                  <a:pt x="231" y="67"/>
                </a:lnTo>
                <a:lnTo>
                  <a:pt x="232" y="67"/>
                </a:lnTo>
                <a:lnTo>
                  <a:pt x="232" y="66"/>
                </a:lnTo>
                <a:lnTo>
                  <a:pt x="234" y="66"/>
                </a:lnTo>
                <a:lnTo>
                  <a:pt x="236" y="66"/>
                </a:lnTo>
                <a:lnTo>
                  <a:pt x="237" y="66"/>
                </a:lnTo>
                <a:lnTo>
                  <a:pt x="238" y="66"/>
                </a:lnTo>
                <a:lnTo>
                  <a:pt x="238" y="65"/>
                </a:lnTo>
                <a:lnTo>
                  <a:pt x="239" y="65"/>
                </a:lnTo>
                <a:lnTo>
                  <a:pt x="240" y="65"/>
                </a:lnTo>
                <a:lnTo>
                  <a:pt x="241" y="64"/>
                </a:lnTo>
                <a:lnTo>
                  <a:pt x="242" y="64"/>
                </a:lnTo>
                <a:lnTo>
                  <a:pt x="242" y="65"/>
                </a:lnTo>
                <a:lnTo>
                  <a:pt x="243" y="65"/>
                </a:lnTo>
                <a:lnTo>
                  <a:pt x="245" y="65"/>
                </a:lnTo>
                <a:lnTo>
                  <a:pt x="246" y="66"/>
                </a:lnTo>
                <a:lnTo>
                  <a:pt x="249" y="65"/>
                </a:lnTo>
                <a:lnTo>
                  <a:pt x="251" y="65"/>
                </a:lnTo>
                <a:lnTo>
                  <a:pt x="254" y="65"/>
                </a:lnTo>
                <a:lnTo>
                  <a:pt x="257" y="65"/>
                </a:lnTo>
                <a:lnTo>
                  <a:pt x="258" y="65"/>
                </a:lnTo>
                <a:lnTo>
                  <a:pt x="260" y="66"/>
                </a:lnTo>
                <a:lnTo>
                  <a:pt x="261" y="67"/>
                </a:lnTo>
                <a:lnTo>
                  <a:pt x="262" y="68"/>
                </a:lnTo>
                <a:lnTo>
                  <a:pt x="263" y="68"/>
                </a:lnTo>
                <a:lnTo>
                  <a:pt x="264" y="67"/>
                </a:lnTo>
                <a:lnTo>
                  <a:pt x="265" y="66"/>
                </a:lnTo>
                <a:lnTo>
                  <a:pt x="266" y="67"/>
                </a:lnTo>
                <a:lnTo>
                  <a:pt x="268" y="69"/>
                </a:lnTo>
                <a:lnTo>
                  <a:pt x="269" y="70"/>
                </a:lnTo>
                <a:lnTo>
                  <a:pt x="270" y="70"/>
                </a:lnTo>
                <a:lnTo>
                  <a:pt x="275" y="70"/>
                </a:lnTo>
                <a:lnTo>
                  <a:pt x="277" y="69"/>
                </a:lnTo>
                <a:lnTo>
                  <a:pt x="277" y="68"/>
                </a:lnTo>
                <a:lnTo>
                  <a:pt x="277" y="67"/>
                </a:lnTo>
                <a:lnTo>
                  <a:pt x="278" y="66"/>
                </a:lnTo>
                <a:lnTo>
                  <a:pt x="280" y="66"/>
                </a:lnTo>
                <a:lnTo>
                  <a:pt x="281" y="65"/>
                </a:lnTo>
                <a:lnTo>
                  <a:pt x="283" y="65"/>
                </a:lnTo>
                <a:lnTo>
                  <a:pt x="285" y="64"/>
                </a:lnTo>
                <a:lnTo>
                  <a:pt x="287" y="62"/>
                </a:lnTo>
                <a:lnTo>
                  <a:pt x="288" y="62"/>
                </a:lnTo>
                <a:lnTo>
                  <a:pt x="289" y="62"/>
                </a:lnTo>
                <a:lnTo>
                  <a:pt x="290" y="63"/>
                </a:lnTo>
                <a:lnTo>
                  <a:pt x="293" y="64"/>
                </a:lnTo>
                <a:lnTo>
                  <a:pt x="296" y="64"/>
                </a:lnTo>
                <a:lnTo>
                  <a:pt x="297" y="64"/>
                </a:lnTo>
                <a:lnTo>
                  <a:pt x="299" y="63"/>
                </a:lnTo>
                <a:lnTo>
                  <a:pt x="301" y="63"/>
                </a:lnTo>
                <a:lnTo>
                  <a:pt x="302" y="64"/>
                </a:lnTo>
                <a:lnTo>
                  <a:pt x="302" y="65"/>
                </a:lnTo>
                <a:lnTo>
                  <a:pt x="303" y="65"/>
                </a:lnTo>
                <a:lnTo>
                  <a:pt x="304" y="66"/>
                </a:lnTo>
                <a:lnTo>
                  <a:pt x="304" y="67"/>
                </a:lnTo>
                <a:lnTo>
                  <a:pt x="303" y="67"/>
                </a:lnTo>
                <a:lnTo>
                  <a:pt x="303" y="68"/>
                </a:lnTo>
                <a:lnTo>
                  <a:pt x="303" y="69"/>
                </a:lnTo>
                <a:lnTo>
                  <a:pt x="303" y="71"/>
                </a:lnTo>
                <a:lnTo>
                  <a:pt x="301" y="72"/>
                </a:lnTo>
                <a:lnTo>
                  <a:pt x="299" y="72"/>
                </a:lnTo>
                <a:lnTo>
                  <a:pt x="299" y="71"/>
                </a:lnTo>
                <a:lnTo>
                  <a:pt x="299" y="70"/>
                </a:lnTo>
                <a:lnTo>
                  <a:pt x="298" y="70"/>
                </a:lnTo>
                <a:lnTo>
                  <a:pt x="298" y="69"/>
                </a:lnTo>
                <a:lnTo>
                  <a:pt x="297" y="68"/>
                </a:lnTo>
                <a:lnTo>
                  <a:pt x="296" y="68"/>
                </a:lnTo>
                <a:lnTo>
                  <a:pt x="295" y="69"/>
                </a:lnTo>
                <a:lnTo>
                  <a:pt x="294" y="69"/>
                </a:lnTo>
                <a:lnTo>
                  <a:pt x="295" y="70"/>
                </a:lnTo>
                <a:lnTo>
                  <a:pt x="295" y="72"/>
                </a:lnTo>
                <a:lnTo>
                  <a:pt x="295" y="73"/>
                </a:lnTo>
                <a:lnTo>
                  <a:pt x="295" y="74"/>
                </a:lnTo>
                <a:lnTo>
                  <a:pt x="294" y="74"/>
                </a:lnTo>
                <a:lnTo>
                  <a:pt x="293" y="75"/>
                </a:lnTo>
                <a:lnTo>
                  <a:pt x="293" y="74"/>
                </a:lnTo>
                <a:lnTo>
                  <a:pt x="292" y="73"/>
                </a:lnTo>
                <a:lnTo>
                  <a:pt x="292" y="72"/>
                </a:lnTo>
                <a:lnTo>
                  <a:pt x="291" y="72"/>
                </a:lnTo>
                <a:lnTo>
                  <a:pt x="291" y="73"/>
                </a:lnTo>
                <a:lnTo>
                  <a:pt x="291" y="74"/>
                </a:lnTo>
                <a:lnTo>
                  <a:pt x="291" y="75"/>
                </a:lnTo>
                <a:lnTo>
                  <a:pt x="292" y="76"/>
                </a:lnTo>
                <a:lnTo>
                  <a:pt x="291" y="76"/>
                </a:lnTo>
                <a:lnTo>
                  <a:pt x="291" y="77"/>
                </a:lnTo>
                <a:lnTo>
                  <a:pt x="290" y="78"/>
                </a:lnTo>
                <a:lnTo>
                  <a:pt x="290" y="79"/>
                </a:lnTo>
                <a:lnTo>
                  <a:pt x="290" y="80"/>
                </a:lnTo>
                <a:lnTo>
                  <a:pt x="292" y="84"/>
                </a:lnTo>
                <a:lnTo>
                  <a:pt x="293" y="84"/>
                </a:lnTo>
                <a:lnTo>
                  <a:pt x="294" y="85"/>
                </a:lnTo>
                <a:lnTo>
                  <a:pt x="293" y="85"/>
                </a:lnTo>
                <a:lnTo>
                  <a:pt x="292" y="86"/>
                </a:lnTo>
                <a:lnTo>
                  <a:pt x="292" y="87"/>
                </a:lnTo>
                <a:lnTo>
                  <a:pt x="290" y="86"/>
                </a:lnTo>
                <a:lnTo>
                  <a:pt x="289" y="86"/>
                </a:lnTo>
                <a:lnTo>
                  <a:pt x="288" y="88"/>
                </a:lnTo>
                <a:lnTo>
                  <a:pt x="288" y="89"/>
                </a:lnTo>
                <a:lnTo>
                  <a:pt x="287" y="89"/>
                </a:lnTo>
                <a:lnTo>
                  <a:pt x="286" y="89"/>
                </a:lnTo>
                <a:lnTo>
                  <a:pt x="286" y="88"/>
                </a:lnTo>
                <a:lnTo>
                  <a:pt x="283" y="86"/>
                </a:lnTo>
                <a:lnTo>
                  <a:pt x="281" y="85"/>
                </a:lnTo>
                <a:lnTo>
                  <a:pt x="280" y="85"/>
                </a:lnTo>
                <a:lnTo>
                  <a:pt x="279" y="86"/>
                </a:lnTo>
                <a:lnTo>
                  <a:pt x="278" y="87"/>
                </a:lnTo>
                <a:lnTo>
                  <a:pt x="278" y="86"/>
                </a:lnTo>
                <a:lnTo>
                  <a:pt x="276" y="87"/>
                </a:lnTo>
                <a:lnTo>
                  <a:pt x="275" y="87"/>
                </a:lnTo>
                <a:lnTo>
                  <a:pt x="275" y="88"/>
                </a:lnTo>
                <a:lnTo>
                  <a:pt x="274" y="89"/>
                </a:lnTo>
                <a:lnTo>
                  <a:pt x="272" y="90"/>
                </a:lnTo>
                <a:lnTo>
                  <a:pt x="271" y="91"/>
                </a:lnTo>
                <a:lnTo>
                  <a:pt x="270" y="91"/>
                </a:lnTo>
                <a:lnTo>
                  <a:pt x="267" y="94"/>
                </a:lnTo>
                <a:lnTo>
                  <a:pt x="267" y="95"/>
                </a:lnTo>
                <a:lnTo>
                  <a:pt x="268" y="98"/>
                </a:lnTo>
                <a:lnTo>
                  <a:pt x="269" y="100"/>
                </a:lnTo>
                <a:lnTo>
                  <a:pt x="270" y="100"/>
                </a:lnTo>
                <a:lnTo>
                  <a:pt x="270" y="101"/>
                </a:lnTo>
                <a:lnTo>
                  <a:pt x="269" y="101"/>
                </a:lnTo>
                <a:lnTo>
                  <a:pt x="267" y="101"/>
                </a:lnTo>
                <a:lnTo>
                  <a:pt x="266" y="101"/>
                </a:lnTo>
                <a:lnTo>
                  <a:pt x="265" y="102"/>
                </a:lnTo>
                <a:lnTo>
                  <a:pt x="264" y="102"/>
                </a:lnTo>
                <a:lnTo>
                  <a:pt x="263" y="102"/>
                </a:lnTo>
                <a:lnTo>
                  <a:pt x="263" y="101"/>
                </a:lnTo>
                <a:lnTo>
                  <a:pt x="263" y="102"/>
                </a:lnTo>
                <a:lnTo>
                  <a:pt x="262" y="102"/>
                </a:lnTo>
                <a:lnTo>
                  <a:pt x="262" y="105"/>
                </a:lnTo>
                <a:lnTo>
                  <a:pt x="263" y="106"/>
                </a:lnTo>
                <a:lnTo>
                  <a:pt x="263" y="105"/>
                </a:lnTo>
                <a:lnTo>
                  <a:pt x="263" y="106"/>
                </a:lnTo>
                <a:lnTo>
                  <a:pt x="264" y="106"/>
                </a:lnTo>
                <a:lnTo>
                  <a:pt x="265" y="108"/>
                </a:lnTo>
                <a:lnTo>
                  <a:pt x="265" y="109"/>
                </a:lnTo>
                <a:lnTo>
                  <a:pt x="266" y="110"/>
                </a:lnTo>
                <a:lnTo>
                  <a:pt x="267" y="112"/>
                </a:lnTo>
                <a:lnTo>
                  <a:pt x="267" y="113"/>
                </a:lnTo>
                <a:lnTo>
                  <a:pt x="269" y="114"/>
                </a:lnTo>
                <a:lnTo>
                  <a:pt x="271" y="116"/>
                </a:lnTo>
                <a:lnTo>
                  <a:pt x="271" y="117"/>
                </a:lnTo>
                <a:lnTo>
                  <a:pt x="270" y="119"/>
                </a:lnTo>
                <a:lnTo>
                  <a:pt x="269" y="120"/>
                </a:lnTo>
                <a:lnTo>
                  <a:pt x="268" y="121"/>
                </a:lnTo>
                <a:lnTo>
                  <a:pt x="269" y="125"/>
                </a:lnTo>
                <a:lnTo>
                  <a:pt x="269" y="126"/>
                </a:lnTo>
                <a:lnTo>
                  <a:pt x="268" y="128"/>
                </a:lnTo>
                <a:lnTo>
                  <a:pt x="267" y="130"/>
                </a:lnTo>
                <a:lnTo>
                  <a:pt x="267" y="131"/>
                </a:lnTo>
                <a:lnTo>
                  <a:pt x="268" y="131"/>
                </a:lnTo>
                <a:lnTo>
                  <a:pt x="269" y="131"/>
                </a:lnTo>
                <a:lnTo>
                  <a:pt x="270" y="131"/>
                </a:lnTo>
                <a:lnTo>
                  <a:pt x="271" y="131"/>
                </a:lnTo>
                <a:lnTo>
                  <a:pt x="271" y="132"/>
                </a:lnTo>
                <a:lnTo>
                  <a:pt x="272" y="134"/>
                </a:lnTo>
                <a:lnTo>
                  <a:pt x="273" y="134"/>
                </a:lnTo>
                <a:lnTo>
                  <a:pt x="273" y="135"/>
                </a:lnTo>
                <a:lnTo>
                  <a:pt x="273" y="136"/>
                </a:lnTo>
                <a:lnTo>
                  <a:pt x="274" y="137"/>
                </a:lnTo>
                <a:lnTo>
                  <a:pt x="274" y="138"/>
                </a:lnTo>
                <a:lnTo>
                  <a:pt x="275" y="138"/>
                </a:lnTo>
                <a:lnTo>
                  <a:pt x="275" y="137"/>
                </a:lnTo>
                <a:lnTo>
                  <a:pt x="276" y="138"/>
                </a:lnTo>
                <a:lnTo>
                  <a:pt x="276" y="139"/>
                </a:lnTo>
                <a:lnTo>
                  <a:pt x="276" y="140"/>
                </a:lnTo>
                <a:lnTo>
                  <a:pt x="276" y="141"/>
                </a:lnTo>
                <a:lnTo>
                  <a:pt x="277" y="143"/>
                </a:lnTo>
                <a:lnTo>
                  <a:pt x="279" y="144"/>
                </a:lnTo>
                <a:lnTo>
                  <a:pt x="280" y="145"/>
                </a:lnTo>
                <a:lnTo>
                  <a:pt x="280" y="146"/>
                </a:lnTo>
                <a:lnTo>
                  <a:pt x="280" y="147"/>
                </a:lnTo>
                <a:lnTo>
                  <a:pt x="280" y="148"/>
                </a:lnTo>
                <a:lnTo>
                  <a:pt x="281" y="149"/>
                </a:lnTo>
                <a:lnTo>
                  <a:pt x="282" y="149"/>
                </a:lnTo>
                <a:lnTo>
                  <a:pt x="282" y="148"/>
                </a:lnTo>
                <a:lnTo>
                  <a:pt x="283" y="148"/>
                </a:lnTo>
                <a:lnTo>
                  <a:pt x="285" y="147"/>
                </a:lnTo>
                <a:lnTo>
                  <a:pt x="285" y="146"/>
                </a:lnTo>
                <a:lnTo>
                  <a:pt x="286" y="146"/>
                </a:lnTo>
                <a:lnTo>
                  <a:pt x="287" y="148"/>
                </a:lnTo>
                <a:lnTo>
                  <a:pt x="287" y="150"/>
                </a:lnTo>
                <a:lnTo>
                  <a:pt x="288" y="152"/>
                </a:lnTo>
                <a:lnTo>
                  <a:pt x="289" y="153"/>
                </a:lnTo>
                <a:lnTo>
                  <a:pt x="288" y="153"/>
                </a:lnTo>
                <a:lnTo>
                  <a:pt x="288" y="154"/>
                </a:lnTo>
                <a:lnTo>
                  <a:pt x="288" y="155"/>
                </a:lnTo>
                <a:lnTo>
                  <a:pt x="290" y="156"/>
                </a:lnTo>
                <a:lnTo>
                  <a:pt x="290" y="158"/>
                </a:lnTo>
                <a:lnTo>
                  <a:pt x="291" y="158"/>
                </a:lnTo>
                <a:lnTo>
                  <a:pt x="292" y="157"/>
                </a:lnTo>
                <a:lnTo>
                  <a:pt x="293" y="157"/>
                </a:lnTo>
                <a:lnTo>
                  <a:pt x="294" y="157"/>
                </a:lnTo>
                <a:lnTo>
                  <a:pt x="295" y="157"/>
                </a:lnTo>
                <a:lnTo>
                  <a:pt x="296" y="158"/>
                </a:lnTo>
                <a:lnTo>
                  <a:pt x="296" y="157"/>
                </a:lnTo>
                <a:lnTo>
                  <a:pt x="297" y="158"/>
                </a:lnTo>
                <a:lnTo>
                  <a:pt x="297" y="159"/>
                </a:lnTo>
                <a:lnTo>
                  <a:pt x="296" y="159"/>
                </a:lnTo>
                <a:lnTo>
                  <a:pt x="295" y="159"/>
                </a:lnTo>
                <a:lnTo>
                  <a:pt x="295" y="161"/>
                </a:lnTo>
                <a:lnTo>
                  <a:pt x="296" y="162"/>
                </a:lnTo>
                <a:lnTo>
                  <a:pt x="298" y="162"/>
                </a:lnTo>
                <a:lnTo>
                  <a:pt x="297" y="162"/>
                </a:lnTo>
                <a:lnTo>
                  <a:pt x="296" y="163"/>
                </a:lnTo>
                <a:lnTo>
                  <a:pt x="296" y="162"/>
                </a:lnTo>
                <a:lnTo>
                  <a:pt x="296" y="163"/>
                </a:lnTo>
                <a:lnTo>
                  <a:pt x="297" y="167"/>
                </a:lnTo>
                <a:lnTo>
                  <a:pt x="297" y="165"/>
                </a:lnTo>
                <a:lnTo>
                  <a:pt x="298" y="165"/>
                </a:lnTo>
                <a:lnTo>
                  <a:pt x="298" y="164"/>
                </a:lnTo>
                <a:lnTo>
                  <a:pt x="299" y="164"/>
                </a:lnTo>
                <a:lnTo>
                  <a:pt x="299" y="165"/>
                </a:lnTo>
                <a:lnTo>
                  <a:pt x="300" y="165"/>
                </a:lnTo>
                <a:lnTo>
                  <a:pt x="300" y="167"/>
                </a:lnTo>
                <a:lnTo>
                  <a:pt x="298" y="168"/>
                </a:lnTo>
                <a:lnTo>
                  <a:pt x="297" y="169"/>
                </a:lnTo>
                <a:lnTo>
                  <a:pt x="295" y="170"/>
                </a:lnTo>
                <a:lnTo>
                  <a:pt x="292" y="170"/>
                </a:lnTo>
                <a:lnTo>
                  <a:pt x="292" y="171"/>
                </a:lnTo>
                <a:lnTo>
                  <a:pt x="293" y="172"/>
                </a:lnTo>
                <a:lnTo>
                  <a:pt x="294" y="173"/>
                </a:lnTo>
                <a:lnTo>
                  <a:pt x="294" y="174"/>
                </a:lnTo>
                <a:lnTo>
                  <a:pt x="293" y="175"/>
                </a:lnTo>
                <a:lnTo>
                  <a:pt x="294" y="176"/>
                </a:lnTo>
                <a:lnTo>
                  <a:pt x="294" y="177"/>
                </a:lnTo>
                <a:lnTo>
                  <a:pt x="293" y="177"/>
                </a:lnTo>
                <a:lnTo>
                  <a:pt x="293" y="178"/>
                </a:lnTo>
                <a:lnTo>
                  <a:pt x="292" y="178"/>
                </a:lnTo>
                <a:lnTo>
                  <a:pt x="291" y="179"/>
                </a:lnTo>
                <a:lnTo>
                  <a:pt x="290" y="179"/>
                </a:lnTo>
                <a:lnTo>
                  <a:pt x="289" y="178"/>
                </a:lnTo>
                <a:lnTo>
                  <a:pt x="287" y="178"/>
                </a:lnTo>
                <a:lnTo>
                  <a:pt x="286" y="179"/>
                </a:lnTo>
                <a:lnTo>
                  <a:pt x="286" y="180"/>
                </a:lnTo>
                <a:lnTo>
                  <a:pt x="286" y="181"/>
                </a:lnTo>
                <a:lnTo>
                  <a:pt x="285" y="182"/>
                </a:lnTo>
                <a:lnTo>
                  <a:pt x="285" y="183"/>
                </a:lnTo>
                <a:lnTo>
                  <a:pt x="284" y="182"/>
                </a:lnTo>
                <a:lnTo>
                  <a:pt x="283" y="182"/>
                </a:lnTo>
                <a:lnTo>
                  <a:pt x="282" y="184"/>
                </a:lnTo>
                <a:lnTo>
                  <a:pt x="281" y="184"/>
                </a:lnTo>
                <a:lnTo>
                  <a:pt x="280" y="184"/>
                </a:lnTo>
                <a:lnTo>
                  <a:pt x="278" y="184"/>
                </a:lnTo>
                <a:lnTo>
                  <a:pt x="276" y="185"/>
                </a:lnTo>
                <a:lnTo>
                  <a:pt x="275" y="187"/>
                </a:lnTo>
                <a:lnTo>
                  <a:pt x="275" y="188"/>
                </a:lnTo>
                <a:lnTo>
                  <a:pt x="275" y="189"/>
                </a:lnTo>
                <a:lnTo>
                  <a:pt x="273" y="189"/>
                </a:lnTo>
                <a:lnTo>
                  <a:pt x="273" y="190"/>
                </a:lnTo>
                <a:lnTo>
                  <a:pt x="273" y="191"/>
                </a:lnTo>
                <a:lnTo>
                  <a:pt x="273" y="192"/>
                </a:lnTo>
                <a:lnTo>
                  <a:pt x="272" y="192"/>
                </a:lnTo>
                <a:lnTo>
                  <a:pt x="272" y="193"/>
                </a:lnTo>
                <a:lnTo>
                  <a:pt x="273" y="193"/>
                </a:lnTo>
                <a:lnTo>
                  <a:pt x="272" y="194"/>
                </a:lnTo>
                <a:lnTo>
                  <a:pt x="271" y="195"/>
                </a:lnTo>
                <a:lnTo>
                  <a:pt x="271" y="194"/>
                </a:lnTo>
                <a:lnTo>
                  <a:pt x="270" y="194"/>
                </a:lnTo>
                <a:lnTo>
                  <a:pt x="270" y="193"/>
                </a:lnTo>
                <a:lnTo>
                  <a:pt x="270" y="192"/>
                </a:lnTo>
                <a:lnTo>
                  <a:pt x="269" y="192"/>
                </a:lnTo>
                <a:lnTo>
                  <a:pt x="268" y="192"/>
                </a:lnTo>
                <a:lnTo>
                  <a:pt x="268" y="193"/>
                </a:lnTo>
                <a:lnTo>
                  <a:pt x="269" y="193"/>
                </a:lnTo>
                <a:lnTo>
                  <a:pt x="269" y="194"/>
                </a:lnTo>
                <a:lnTo>
                  <a:pt x="269" y="195"/>
                </a:lnTo>
                <a:lnTo>
                  <a:pt x="268" y="195"/>
                </a:lnTo>
                <a:lnTo>
                  <a:pt x="267" y="194"/>
                </a:lnTo>
                <a:lnTo>
                  <a:pt x="266" y="194"/>
                </a:lnTo>
                <a:lnTo>
                  <a:pt x="265" y="194"/>
                </a:lnTo>
                <a:lnTo>
                  <a:pt x="265" y="195"/>
                </a:lnTo>
                <a:lnTo>
                  <a:pt x="263" y="196"/>
                </a:lnTo>
                <a:lnTo>
                  <a:pt x="262" y="197"/>
                </a:lnTo>
                <a:lnTo>
                  <a:pt x="261" y="197"/>
                </a:lnTo>
                <a:lnTo>
                  <a:pt x="260" y="196"/>
                </a:lnTo>
                <a:lnTo>
                  <a:pt x="259" y="195"/>
                </a:lnTo>
                <a:lnTo>
                  <a:pt x="256" y="195"/>
                </a:lnTo>
                <a:lnTo>
                  <a:pt x="254" y="195"/>
                </a:lnTo>
                <a:lnTo>
                  <a:pt x="254" y="196"/>
                </a:lnTo>
                <a:lnTo>
                  <a:pt x="253" y="197"/>
                </a:lnTo>
                <a:lnTo>
                  <a:pt x="252" y="197"/>
                </a:lnTo>
                <a:lnTo>
                  <a:pt x="251" y="198"/>
                </a:lnTo>
                <a:lnTo>
                  <a:pt x="251" y="199"/>
                </a:lnTo>
                <a:lnTo>
                  <a:pt x="250" y="199"/>
                </a:lnTo>
                <a:lnTo>
                  <a:pt x="249" y="200"/>
                </a:lnTo>
                <a:lnTo>
                  <a:pt x="248" y="201"/>
                </a:lnTo>
                <a:lnTo>
                  <a:pt x="247" y="202"/>
                </a:lnTo>
                <a:lnTo>
                  <a:pt x="246" y="204"/>
                </a:lnTo>
                <a:lnTo>
                  <a:pt x="246" y="205"/>
                </a:lnTo>
                <a:lnTo>
                  <a:pt x="246" y="206"/>
                </a:lnTo>
                <a:lnTo>
                  <a:pt x="245" y="206"/>
                </a:lnTo>
                <a:lnTo>
                  <a:pt x="242" y="206"/>
                </a:lnTo>
                <a:lnTo>
                  <a:pt x="241" y="205"/>
                </a:lnTo>
                <a:lnTo>
                  <a:pt x="240" y="205"/>
                </a:lnTo>
                <a:lnTo>
                  <a:pt x="239" y="205"/>
                </a:lnTo>
                <a:lnTo>
                  <a:pt x="238" y="205"/>
                </a:lnTo>
                <a:lnTo>
                  <a:pt x="237" y="203"/>
                </a:lnTo>
                <a:lnTo>
                  <a:pt x="235" y="203"/>
                </a:lnTo>
                <a:lnTo>
                  <a:pt x="235" y="204"/>
                </a:lnTo>
                <a:lnTo>
                  <a:pt x="234" y="204"/>
                </a:lnTo>
                <a:lnTo>
                  <a:pt x="233" y="205"/>
                </a:lnTo>
                <a:lnTo>
                  <a:pt x="232" y="204"/>
                </a:lnTo>
                <a:lnTo>
                  <a:pt x="231" y="203"/>
                </a:lnTo>
                <a:lnTo>
                  <a:pt x="230" y="204"/>
                </a:lnTo>
                <a:lnTo>
                  <a:pt x="229" y="204"/>
                </a:lnTo>
                <a:lnTo>
                  <a:pt x="228" y="203"/>
                </a:lnTo>
                <a:lnTo>
                  <a:pt x="227" y="203"/>
                </a:lnTo>
                <a:lnTo>
                  <a:pt x="227" y="204"/>
                </a:lnTo>
                <a:lnTo>
                  <a:pt x="226" y="205"/>
                </a:lnTo>
                <a:lnTo>
                  <a:pt x="225" y="205"/>
                </a:lnTo>
                <a:lnTo>
                  <a:pt x="224" y="205"/>
                </a:lnTo>
                <a:lnTo>
                  <a:pt x="223" y="206"/>
                </a:lnTo>
                <a:lnTo>
                  <a:pt x="222" y="206"/>
                </a:lnTo>
                <a:lnTo>
                  <a:pt x="222" y="207"/>
                </a:lnTo>
                <a:lnTo>
                  <a:pt x="221" y="206"/>
                </a:lnTo>
                <a:lnTo>
                  <a:pt x="220" y="205"/>
                </a:lnTo>
                <a:lnTo>
                  <a:pt x="220" y="204"/>
                </a:lnTo>
                <a:lnTo>
                  <a:pt x="218" y="204"/>
                </a:lnTo>
                <a:lnTo>
                  <a:pt x="218" y="205"/>
                </a:lnTo>
                <a:lnTo>
                  <a:pt x="216" y="205"/>
                </a:lnTo>
                <a:lnTo>
                  <a:pt x="215" y="207"/>
                </a:lnTo>
                <a:lnTo>
                  <a:pt x="214" y="208"/>
                </a:lnTo>
                <a:lnTo>
                  <a:pt x="214" y="209"/>
                </a:lnTo>
                <a:lnTo>
                  <a:pt x="214" y="210"/>
                </a:lnTo>
                <a:lnTo>
                  <a:pt x="211" y="210"/>
                </a:lnTo>
                <a:lnTo>
                  <a:pt x="210" y="210"/>
                </a:lnTo>
                <a:lnTo>
                  <a:pt x="210" y="209"/>
                </a:lnTo>
                <a:lnTo>
                  <a:pt x="208" y="209"/>
                </a:lnTo>
                <a:lnTo>
                  <a:pt x="208" y="210"/>
                </a:lnTo>
                <a:lnTo>
                  <a:pt x="208" y="211"/>
                </a:lnTo>
                <a:lnTo>
                  <a:pt x="208" y="214"/>
                </a:lnTo>
                <a:lnTo>
                  <a:pt x="208" y="215"/>
                </a:lnTo>
                <a:lnTo>
                  <a:pt x="208" y="216"/>
                </a:lnTo>
                <a:lnTo>
                  <a:pt x="208" y="217"/>
                </a:lnTo>
                <a:lnTo>
                  <a:pt x="208" y="218"/>
                </a:lnTo>
                <a:lnTo>
                  <a:pt x="209" y="218"/>
                </a:lnTo>
                <a:lnTo>
                  <a:pt x="208" y="218"/>
                </a:lnTo>
                <a:lnTo>
                  <a:pt x="208" y="219"/>
                </a:lnTo>
                <a:lnTo>
                  <a:pt x="208" y="220"/>
                </a:lnTo>
                <a:lnTo>
                  <a:pt x="207" y="221"/>
                </a:lnTo>
                <a:lnTo>
                  <a:pt x="207" y="222"/>
                </a:lnTo>
                <a:lnTo>
                  <a:pt x="207" y="223"/>
                </a:lnTo>
                <a:lnTo>
                  <a:pt x="206" y="224"/>
                </a:lnTo>
                <a:lnTo>
                  <a:pt x="206" y="225"/>
                </a:lnTo>
                <a:lnTo>
                  <a:pt x="207" y="226"/>
                </a:lnTo>
                <a:lnTo>
                  <a:pt x="208" y="226"/>
                </a:lnTo>
                <a:lnTo>
                  <a:pt x="209" y="226"/>
                </a:lnTo>
                <a:lnTo>
                  <a:pt x="210" y="226"/>
                </a:lnTo>
                <a:lnTo>
                  <a:pt x="210" y="227"/>
                </a:lnTo>
                <a:lnTo>
                  <a:pt x="211" y="228"/>
                </a:lnTo>
                <a:lnTo>
                  <a:pt x="211" y="230"/>
                </a:lnTo>
                <a:lnTo>
                  <a:pt x="211" y="231"/>
                </a:lnTo>
                <a:lnTo>
                  <a:pt x="211" y="233"/>
                </a:lnTo>
                <a:lnTo>
                  <a:pt x="211" y="234"/>
                </a:lnTo>
                <a:lnTo>
                  <a:pt x="212" y="235"/>
                </a:lnTo>
                <a:lnTo>
                  <a:pt x="212" y="236"/>
                </a:lnTo>
                <a:lnTo>
                  <a:pt x="212" y="238"/>
                </a:lnTo>
                <a:lnTo>
                  <a:pt x="212" y="240"/>
                </a:lnTo>
                <a:lnTo>
                  <a:pt x="213" y="240"/>
                </a:lnTo>
                <a:lnTo>
                  <a:pt x="214" y="241"/>
                </a:lnTo>
                <a:lnTo>
                  <a:pt x="215" y="241"/>
                </a:lnTo>
                <a:lnTo>
                  <a:pt x="216" y="241"/>
                </a:lnTo>
                <a:lnTo>
                  <a:pt x="216" y="240"/>
                </a:lnTo>
                <a:lnTo>
                  <a:pt x="216" y="239"/>
                </a:lnTo>
                <a:lnTo>
                  <a:pt x="217" y="239"/>
                </a:lnTo>
                <a:lnTo>
                  <a:pt x="217" y="240"/>
                </a:lnTo>
                <a:lnTo>
                  <a:pt x="218" y="241"/>
                </a:lnTo>
                <a:lnTo>
                  <a:pt x="219" y="241"/>
                </a:lnTo>
                <a:lnTo>
                  <a:pt x="220" y="242"/>
                </a:lnTo>
                <a:lnTo>
                  <a:pt x="220" y="243"/>
                </a:lnTo>
                <a:lnTo>
                  <a:pt x="222" y="245"/>
                </a:lnTo>
                <a:lnTo>
                  <a:pt x="223" y="245"/>
                </a:lnTo>
                <a:lnTo>
                  <a:pt x="224" y="246"/>
                </a:lnTo>
                <a:lnTo>
                  <a:pt x="225" y="246"/>
                </a:lnTo>
                <a:lnTo>
                  <a:pt x="227" y="246"/>
                </a:lnTo>
                <a:lnTo>
                  <a:pt x="228" y="246"/>
                </a:lnTo>
                <a:lnTo>
                  <a:pt x="229" y="246"/>
                </a:lnTo>
                <a:lnTo>
                  <a:pt x="229" y="247"/>
                </a:lnTo>
                <a:lnTo>
                  <a:pt x="230" y="248"/>
                </a:lnTo>
                <a:lnTo>
                  <a:pt x="231" y="249"/>
                </a:lnTo>
                <a:lnTo>
                  <a:pt x="232" y="249"/>
                </a:lnTo>
                <a:lnTo>
                  <a:pt x="233" y="249"/>
                </a:lnTo>
                <a:lnTo>
                  <a:pt x="233" y="248"/>
                </a:lnTo>
                <a:lnTo>
                  <a:pt x="232" y="248"/>
                </a:lnTo>
                <a:lnTo>
                  <a:pt x="232" y="247"/>
                </a:lnTo>
                <a:lnTo>
                  <a:pt x="231" y="246"/>
                </a:lnTo>
                <a:lnTo>
                  <a:pt x="231" y="245"/>
                </a:lnTo>
                <a:lnTo>
                  <a:pt x="232" y="245"/>
                </a:lnTo>
                <a:lnTo>
                  <a:pt x="233" y="245"/>
                </a:lnTo>
                <a:lnTo>
                  <a:pt x="234" y="246"/>
                </a:lnTo>
                <a:lnTo>
                  <a:pt x="235" y="246"/>
                </a:lnTo>
                <a:lnTo>
                  <a:pt x="236" y="248"/>
                </a:lnTo>
                <a:lnTo>
                  <a:pt x="236" y="249"/>
                </a:lnTo>
                <a:lnTo>
                  <a:pt x="236" y="251"/>
                </a:lnTo>
                <a:lnTo>
                  <a:pt x="236" y="252"/>
                </a:lnTo>
                <a:lnTo>
                  <a:pt x="236" y="253"/>
                </a:lnTo>
                <a:lnTo>
                  <a:pt x="237" y="253"/>
                </a:lnTo>
                <a:lnTo>
                  <a:pt x="238" y="254"/>
                </a:lnTo>
                <a:lnTo>
                  <a:pt x="238" y="255"/>
                </a:lnTo>
                <a:lnTo>
                  <a:pt x="238" y="256"/>
                </a:lnTo>
                <a:lnTo>
                  <a:pt x="239" y="257"/>
                </a:lnTo>
                <a:lnTo>
                  <a:pt x="240" y="258"/>
                </a:lnTo>
                <a:lnTo>
                  <a:pt x="240" y="259"/>
                </a:lnTo>
                <a:lnTo>
                  <a:pt x="240" y="260"/>
                </a:lnTo>
                <a:lnTo>
                  <a:pt x="240" y="259"/>
                </a:lnTo>
                <a:lnTo>
                  <a:pt x="239" y="259"/>
                </a:lnTo>
                <a:lnTo>
                  <a:pt x="238" y="259"/>
                </a:lnTo>
                <a:lnTo>
                  <a:pt x="237" y="259"/>
                </a:lnTo>
                <a:lnTo>
                  <a:pt x="236" y="259"/>
                </a:lnTo>
                <a:lnTo>
                  <a:pt x="236" y="260"/>
                </a:lnTo>
                <a:lnTo>
                  <a:pt x="235" y="260"/>
                </a:lnTo>
                <a:lnTo>
                  <a:pt x="235" y="261"/>
                </a:lnTo>
                <a:lnTo>
                  <a:pt x="235" y="262"/>
                </a:lnTo>
                <a:lnTo>
                  <a:pt x="234" y="262"/>
                </a:lnTo>
                <a:lnTo>
                  <a:pt x="234" y="263"/>
                </a:lnTo>
                <a:lnTo>
                  <a:pt x="233" y="263"/>
                </a:lnTo>
                <a:lnTo>
                  <a:pt x="233" y="264"/>
                </a:lnTo>
                <a:lnTo>
                  <a:pt x="233" y="265"/>
                </a:lnTo>
                <a:lnTo>
                  <a:pt x="234" y="265"/>
                </a:lnTo>
                <a:lnTo>
                  <a:pt x="235" y="265"/>
                </a:lnTo>
                <a:lnTo>
                  <a:pt x="236" y="266"/>
                </a:lnTo>
                <a:lnTo>
                  <a:pt x="236" y="267"/>
                </a:lnTo>
                <a:lnTo>
                  <a:pt x="236" y="268"/>
                </a:lnTo>
                <a:lnTo>
                  <a:pt x="235" y="268"/>
                </a:lnTo>
                <a:lnTo>
                  <a:pt x="236" y="269"/>
                </a:lnTo>
                <a:lnTo>
                  <a:pt x="236" y="270"/>
                </a:lnTo>
                <a:lnTo>
                  <a:pt x="235" y="270"/>
                </a:lnTo>
                <a:lnTo>
                  <a:pt x="234" y="270"/>
                </a:lnTo>
                <a:lnTo>
                  <a:pt x="235" y="270"/>
                </a:lnTo>
                <a:lnTo>
                  <a:pt x="234" y="271"/>
                </a:lnTo>
                <a:lnTo>
                  <a:pt x="233" y="271"/>
                </a:lnTo>
                <a:lnTo>
                  <a:pt x="232" y="271"/>
                </a:lnTo>
                <a:lnTo>
                  <a:pt x="232" y="273"/>
                </a:lnTo>
                <a:lnTo>
                  <a:pt x="233" y="274"/>
                </a:lnTo>
                <a:lnTo>
                  <a:pt x="233" y="275"/>
                </a:lnTo>
                <a:lnTo>
                  <a:pt x="233" y="276"/>
                </a:lnTo>
                <a:lnTo>
                  <a:pt x="234" y="277"/>
                </a:lnTo>
                <a:lnTo>
                  <a:pt x="234" y="278"/>
                </a:lnTo>
                <a:lnTo>
                  <a:pt x="235" y="278"/>
                </a:lnTo>
                <a:lnTo>
                  <a:pt x="236" y="278"/>
                </a:lnTo>
                <a:lnTo>
                  <a:pt x="236" y="279"/>
                </a:lnTo>
                <a:lnTo>
                  <a:pt x="237" y="280"/>
                </a:lnTo>
                <a:lnTo>
                  <a:pt x="236" y="280"/>
                </a:lnTo>
                <a:lnTo>
                  <a:pt x="236" y="281"/>
                </a:lnTo>
                <a:lnTo>
                  <a:pt x="235" y="281"/>
                </a:lnTo>
                <a:lnTo>
                  <a:pt x="234" y="282"/>
                </a:lnTo>
                <a:lnTo>
                  <a:pt x="234" y="281"/>
                </a:lnTo>
                <a:lnTo>
                  <a:pt x="233" y="282"/>
                </a:lnTo>
                <a:lnTo>
                  <a:pt x="232" y="282"/>
                </a:lnTo>
                <a:lnTo>
                  <a:pt x="231" y="283"/>
                </a:lnTo>
                <a:lnTo>
                  <a:pt x="230" y="283"/>
                </a:lnTo>
                <a:lnTo>
                  <a:pt x="230" y="284"/>
                </a:lnTo>
                <a:lnTo>
                  <a:pt x="229" y="284"/>
                </a:lnTo>
                <a:lnTo>
                  <a:pt x="228" y="284"/>
                </a:lnTo>
                <a:lnTo>
                  <a:pt x="228" y="285"/>
                </a:lnTo>
                <a:lnTo>
                  <a:pt x="228" y="286"/>
                </a:lnTo>
                <a:lnTo>
                  <a:pt x="228" y="287"/>
                </a:lnTo>
                <a:lnTo>
                  <a:pt x="227" y="288"/>
                </a:lnTo>
                <a:lnTo>
                  <a:pt x="226" y="289"/>
                </a:lnTo>
                <a:lnTo>
                  <a:pt x="225" y="290"/>
                </a:lnTo>
                <a:lnTo>
                  <a:pt x="225" y="291"/>
                </a:lnTo>
                <a:lnTo>
                  <a:pt x="225" y="292"/>
                </a:lnTo>
                <a:lnTo>
                  <a:pt x="226" y="292"/>
                </a:lnTo>
                <a:lnTo>
                  <a:pt x="226" y="293"/>
                </a:lnTo>
                <a:lnTo>
                  <a:pt x="227" y="293"/>
                </a:lnTo>
                <a:lnTo>
                  <a:pt x="227" y="295"/>
                </a:lnTo>
                <a:lnTo>
                  <a:pt x="226" y="295"/>
                </a:lnTo>
                <a:lnTo>
                  <a:pt x="225" y="295"/>
                </a:lnTo>
                <a:lnTo>
                  <a:pt x="225" y="294"/>
                </a:lnTo>
                <a:lnTo>
                  <a:pt x="224" y="294"/>
                </a:lnTo>
                <a:lnTo>
                  <a:pt x="224" y="295"/>
                </a:lnTo>
                <a:lnTo>
                  <a:pt x="223" y="295"/>
                </a:lnTo>
                <a:lnTo>
                  <a:pt x="223" y="296"/>
                </a:lnTo>
                <a:lnTo>
                  <a:pt x="222" y="296"/>
                </a:lnTo>
                <a:lnTo>
                  <a:pt x="220" y="297"/>
                </a:lnTo>
                <a:lnTo>
                  <a:pt x="220" y="298"/>
                </a:lnTo>
                <a:lnTo>
                  <a:pt x="220" y="300"/>
                </a:lnTo>
                <a:lnTo>
                  <a:pt x="219" y="301"/>
                </a:lnTo>
                <a:lnTo>
                  <a:pt x="219" y="300"/>
                </a:lnTo>
                <a:lnTo>
                  <a:pt x="218" y="299"/>
                </a:lnTo>
                <a:lnTo>
                  <a:pt x="218" y="298"/>
                </a:lnTo>
                <a:lnTo>
                  <a:pt x="217" y="298"/>
                </a:lnTo>
                <a:lnTo>
                  <a:pt x="216" y="297"/>
                </a:lnTo>
                <a:lnTo>
                  <a:pt x="216" y="296"/>
                </a:lnTo>
                <a:lnTo>
                  <a:pt x="214" y="296"/>
                </a:lnTo>
                <a:lnTo>
                  <a:pt x="213" y="296"/>
                </a:lnTo>
                <a:lnTo>
                  <a:pt x="212" y="296"/>
                </a:lnTo>
                <a:lnTo>
                  <a:pt x="212" y="297"/>
                </a:lnTo>
                <a:lnTo>
                  <a:pt x="211" y="296"/>
                </a:lnTo>
                <a:lnTo>
                  <a:pt x="210" y="295"/>
                </a:lnTo>
                <a:lnTo>
                  <a:pt x="209" y="295"/>
                </a:lnTo>
                <a:lnTo>
                  <a:pt x="209" y="296"/>
                </a:lnTo>
                <a:lnTo>
                  <a:pt x="208" y="296"/>
                </a:lnTo>
                <a:lnTo>
                  <a:pt x="208" y="297"/>
                </a:lnTo>
                <a:lnTo>
                  <a:pt x="207" y="296"/>
                </a:lnTo>
                <a:lnTo>
                  <a:pt x="206" y="296"/>
                </a:lnTo>
                <a:lnTo>
                  <a:pt x="206" y="297"/>
                </a:lnTo>
                <a:lnTo>
                  <a:pt x="207" y="298"/>
                </a:lnTo>
                <a:lnTo>
                  <a:pt x="207" y="299"/>
                </a:lnTo>
                <a:lnTo>
                  <a:pt x="208" y="299"/>
                </a:lnTo>
                <a:lnTo>
                  <a:pt x="209" y="300"/>
                </a:lnTo>
                <a:lnTo>
                  <a:pt x="211" y="301"/>
                </a:lnTo>
                <a:lnTo>
                  <a:pt x="211" y="302"/>
                </a:lnTo>
                <a:lnTo>
                  <a:pt x="210" y="302"/>
                </a:lnTo>
                <a:lnTo>
                  <a:pt x="209" y="302"/>
                </a:lnTo>
                <a:lnTo>
                  <a:pt x="208" y="303"/>
                </a:lnTo>
                <a:lnTo>
                  <a:pt x="207" y="303"/>
                </a:lnTo>
                <a:lnTo>
                  <a:pt x="207" y="302"/>
                </a:lnTo>
                <a:lnTo>
                  <a:pt x="206" y="302"/>
                </a:lnTo>
                <a:lnTo>
                  <a:pt x="206" y="301"/>
                </a:lnTo>
                <a:lnTo>
                  <a:pt x="205" y="301"/>
                </a:lnTo>
                <a:lnTo>
                  <a:pt x="203" y="301"/>
                </a:lnTo>
                <a:lnTo>
                  <a:pt x="202" y="300"/>
                </a:lnTo>
                <a:lnTo>
                  <a:pt x="201" y="300"/>
                </a:lnTo>
                <a:lnTo>
                  <a:pt x="200" y="300"/>
                </a:lnTo>
                <a:lnTo>
                  <a:pt x="200" y="301"/>
                </a:lnTo>
                <a:lnTo>
                  <a:pt x="198" y="302"/>
                </a:lnTo>
                <a:lnTo>
                  <a:pt x="198" y="301"/>
                </a:lnTo>
                <a:lnTo>
                  <a:pt x="197" y="301"/>
                </a:lnTo>
                <a:lnTo>
                  <a:pt x="197" y="302"/>
                </a:lnTo>
                <a:lnTo>
                  <a:pt x="196" y="302"/>
                </a:lnTo>
                <a:lnTo>
                  <a:pt x="195" y="302"/>
                </a:lnTo>
                <a:lnTo>
                  <a:pt x="194" y="302"/>
                </a:lnTo>
                <a:lnTo>
                  <a:pt x="193" y="301"/>
                </a:lnTo>
                <a:lnTo>
                  <a:pt x="193" y="300"/>
                </a:lnTo>
                <a:lnTo>
                  <a:pt x="193" y="299"/>
                </a:lnTo>
                <a:lnTo>
                  <a:pt x="192" y="298"/>
                </a:lnTo>
                <a:lnTo>
                  <a:pt x="192" y="297"/>
                </a:lnTo>
                <a:lnTo>
                  <a:pt x="191" y="297"/>
                </a:lnTo>
                <a:lnTo>
                  <a:pt x="190" y="298"/>
                </a:lnTo>
                <a:lnTo>
                  <a:pt x="191" y="298"/>
                </a:lnTo>
                <a:lnTo>
                  <a:pt x="190" y="299"/>
                </a:lnTo>
                <a:lnTo>
                  <a:pt x="189" y="298"/>
                </a:lnTo>
                <a:lnTo>
                  <a:pt x="188" y="298"/>
                </a:lnTo>
                <a:lnTo>
                  <a:pt x="187" y="298"/>
                </a:lnTo>
                <a:lnTo>
                  <a:pt x="187" y="299"/>
                </a:lnTo>
                <a:lnTo>
                  <a:pt x="186" y="299"/>
                </a:lnTo>
                <a:lnTo>
                  <a:pt x="185" y="299"/>
                </a:lnTo>
                <a:lnTo>
                  <a:pt x="185" y="300"/>
                </a:lnTo>
                <a:lnTo>
                  <a:pt x="186" y="300"/>
                </a:lnTo>
                <a:lnTo>
                  <a:pt x="186" y="301"/>
                </a:lnTo>
                <a:lnTo>
                  <a:pt x="185" y="302"/>
                </a:lnTo>
                <a:lnTo>
                  <a:pt x="184" y="303"/>
                </a:lnTo>
                <a:lnTo>
                  <a:pt x="183" y="304"/>
                </a:lnTo>
                <a:lnTo>
                  <a:pt x="182" y="304"/>
                </a:lnTo>
                <a:lnTo>
                  <a:pt x="183" y="304"/>
                </a:lnTo>
                <a:lnTo>
                  <a:pt x="183" y="303"/>
                </a:lnTo>
                <a:lnTo>
                  <a:pt x="182" y="303"/>
                </a:lnTo>
                <a:lnTo>
                  <a:pt x="182" y="304"/>
                </a:lnTo>
                <a:lnTo>
                  <a:pt x="181" y="305"/>
                </a:lnTo>
                <a:lnTo>
                  <a:pt x="181" y="304"/>
                </a:lnTo>
                <a:lnTo>
                  <a:pt x="180" y="304"/>
                </a:lnTo>
                <a:lnTo>
                  <a:pt x="179" y="306"/>
                </a:lnTo>
                <a:lnTo>
                  <a:pt x="179" y="307"/>
                </a:lnTo>
                <a:lnTo>
                  <a:pt x="179" y="308"/>
                </a:lnTo>
                <a:lnTo>
                  <a:pt x="180" y="308"/>
                </a:lnTo>
                <a:lnTo>
                  <a:pt x="180" y="309"/>
                </a:lnTo>
                <a:lnTo>
                  <a:pt x="179" y="310"/>
                </a:lnTo>
                <a:lnTo>
                  <a:pt x="179" y="311"/>
                </a:lnTo>
                <a:lnTo>
                  <a:pt x="178" y="311"/>
                </a:lnTo>
                <a:lnTo>
                  <a:pt x="178" y="312"/>
                </a:lnTo>
                <a:lnTo>
                  <a:pt x="178" y="313"/>
                </a:lnTo>
                <a:lnTo>
                  <a:pt x="178" y="314"/>
                </a:lnTo>
                <a:lnTo>
                  <a:pt x="176" y="314"/>
                </a:lnTo>
                <a:lnTo>
                  <a:pt x="175" y="315"/>
                </a:lnTo>
                <a:lnTo>
                  <a:pt x="175" y="314"/>
                </a:lnTo>
                <a:lnTo>
                  <a:pt x="173" y="314"/>
                </a:lnTo>
                <a:lnTo>
                  <a:pt x="173" y="315"/>
                </a:lnTo>
                <a:lnTo>
                  <a:pt x="174" y="316"/>
                </a:lnTo>
                <a:lnTo>
                  <a:pt x="174" y="317"/>
                </a:lnTo>
                <a:lnTo>
                  <a:pt x="174" y="318"/>
                </a:lnTo>
                <a:lnTo>
                  <a:pt x="173" y="318"/>
                </a:lnTo>
                <a:lnTo>
                  <a:pt x="172" y="318"/>
                </a:lnTo>
                <a:lnTo>
                  <a:pt x="172" y="319"/>
                </a:lnTo>
                <a:lnTo>
                  <a:pt x="172" y="320"/>
                </a:lnTo>
                <a:lnTo>
                  <a:pt x="169" y="320"/>
                </a:lnTo>
                <a:lnTo>
                  <a:pt x="167" y="320"/>
                </a:lnTo>
                <a:lnTo>
                  <a:pt x="167" y="321"/>
                </a:lnTo>
                <a:lnTo>
                  <a:pt x="167" y="323"/>
                </a:lnTo>
                <a:lnTo>
                  <a:pt x="168" y="323"/>
                </a:lnTo>
                <a:lnTo>
                  <a:pt x="168" y="324"/>
                </a:lnTo>
                <a:lnTo>
                  <a:pt x="167" y="324"/>
                </a:lnTo>
                <a:lnTo>
                  <a:pt x="166" y="324"/>
                </a:lnTo>
                <a:lnTo>
                  <a:pt x="165" y="324"/>
                </a:lnTo>
                <a:lnTo>
                  <a:pt x="165" y="323"/>
                </a:lnTo>
                <a:lnTo>
                  <a:pt x="165" y="322"/>
                </a:lnTo>
                <a:lnTo>
                  <a:pt x="164" y="321"/>
                </a:lnTo>
                <a:lnTo>
                  <a:pt x="163" y="321"/>
                </a:lnTo>
                <a:lnTo>
                  <a:pt x="162" y="321"/>
                </a:lnTo>
                <a:lnTo>
                  <a:pt x="161" y="321"/>
                </a:lnTo>
                <a:lnTo>
                  <a:pt x="162" y="322"/>
                </a:lnTo>
                <a:lnTo>
                  <a:pt x="162" y="324"/>
                </a:lnTo>
                <a:lnTo>
                  <a:pt x="163" y="324"/>
                </a:lnTo>
                <a:lnTo>
                  <a:pt x="164" y="325"/>
                </a:lnTo>
                <a:lnTo>
                  <a:pt x="165" y="326"/>
                </a:lnTo>
                <a:lnTo>
                  <a:pt x="165" y="327"/>
                </a:lnTo>
                <a:lnTo>
                  <a:pt x="164" y="327"/>
                </a:lnTo>
                <a:lnTo>
                  <a:pt x="164" y="328"/>
                </a:lnTo>
                <a:lnTo>
                  <a:pt x="164" y="329"/>
                </a:lnTo>
                <a:lnTo>
                  <a:pt x="164" y="330"/>
                </a:lnTo>
                <a:lnTo>
                  <a:pt x="165" y="329"/>
                </a:lnTo>
                <a:lnTo>
                  <a:pt x="166" y="329"/>
                </a:lnTo>
                <a:lnTo>
                  <a:pt x="167" y="330"/>
                </a:lnTo>
                <a:lnTo>
                  <a:pt x="166" y="330"/>
                </a:lnTo>
                <a:lnTo>
                  <a:pt x="166" y="331"/>
                </a:lnTo>
                <a:lnTo>
                  <a:pt x="167" y="331"/>
                </a:lnTo>
                <a:lnTo>
                  <a:pt x="167" y="330"/>
                </a:lnTo>
                <a:lnTo>
                  <a:pt x="168" y="330"/>
                </a:lnTo>
                <a:lnTo>
                  <a:pt x="168" y="329"/>
                </a:lnTo>
                <a:lnTo>
                  <a:pt x="169" y="329"/>
                </a:lnTo>
                <a:lnTo>
                  <a:pt x="169" y="330"/>
                </a:lnTo>
                <a:lnTo>
                  <a:pt x="170" y="331"/>
                </a:lnTo>
                <a:lnTo>
                  <a:pt x="170" y="332"/>
                </a:lnTo>
                <a:lnTo>
                  <a:pt x="170" y="333"/>
                </a:lnTo>
                <a:lnTo>
                  <a:pt x="172" y="334"/>
                </a:lnTo>
                <a:lnTo>
                  <a:pt x="172" y="335"/>
                </a:lnTo>
                <a:lnTo>
                  <a:pt x="172" y="336"/>
                </a:lnTo>
                <a:lnTo>
                  <a:pt x="170" y="337"/>
                </a:lnTo>
                <a:lnTo>
                  <a:pt x="169" y="337"/>
                </a:lnTo>
                <a:lnTo>
                  <a:pt x="168" y="337"/>
                </a:lnTo>
                <a:lnTo>
                  <a:pt x="168" y="338"/>
                </a:lnTo>
                <a:lnTo>
                  <a:pt x="167" y="337"/>
                </a:lnTo>
                <a:lnTo>
                  <a:pt x="166" y="337"/>
                </a:lnTo>
                <a:lnTo>
                  <a:pt x="164" y="337"/>
                </a:lnTo>
                <a:lnTo>
                  <a:pt x="163" y="337"/>
                </a:lnTo>
                <a:lnTo>
                  <a:pt x="162" y="337"/>
                </a:lnTo>
                <a:lnTo>
                  <a:pt x="162" y="336"/>
                </a:lnTo>
                <a:lnTo>
                  <a:pt x="161" y="337"/>
                </a:lnTo>
                <a:lnTo>
                  <a:pt x="160" y="337"/>
                </a:lnTo>
                <a:lnTo>
                  <a:pt x="158" y="337"/>
                </a:lnTo>
                <a:lnTo>
                  <a:pt x="157" y="337"/>
                </a:lnTo>
                <a:lnTo>
                  <a:pt x="155" y="337"/>
                </a:lnTo>
                <a:lnTo>
                  <a:pt x="154" y="337"/>
                </a:lnTo>
                <a:lnTo>
                  <a:pt x="152" y="337"/>
                </a:lnTo>
                <a:lnTo>
                  <a:pt x="151" y="336"/>
                </a:lnTo>
                <a:lnTo>
                  <a:pt x="150" y="335"/>
                </a:lnTo>
                <a:lnTo>
                  <a:pt x="150" y="334"/>
                </a:lnTo>
                <a:lnTo>
                  <a:pt x="149" y="333"/>
                </a:lnTo>
                <a:lnTo>
                  <a:pt x="148" y="332"/>
                </a:lnTo>
                <a:lnTo>
                  <a:pt x="148" y="331"/>
                </a:lnTo>
                <a:lnTo>
                  <a:pt x="147" y="330"/>
                </a:lnTo>
                <a:lnTo>
                  <a:pt x="145" y="330"/>
                </a:lnTo>
                <a:lnTo>
                  <a:pt x="143" y="330"/>
                </a:lnTo>
                <a:lnTo>
                  <a:pt x="140" y="329"/>
                </a:lnTo>
                <a:lnTo>
                  <a:pt x="140" y="328"/>
                </a:lnTo>
                <a:lnTo>
                  <a:pt x="139" y="328"/>
                </a:lnTo>
                <a:lnTo>
                  <a:pt x="139" y="327"/>
                </a:lnTo>
                <a:lnTo>
                  <a:pt x="138" y="327"/>
                </a:lnTo>
                <a:lnTo>
                  <a:pt x="137" y="326"/>
                </a:lnTo>
                <a:lnTo>
                  <a:pt x="137" y="325"/>
                </a:lnTo>
                <a:lnTo>
                  <a:pt x="137" y="323"/>
                </a:lnTo>
                <a:lnTo>
                  <a:pt x="137" y="322"/>
                </a:lnTo>
                <a:lnTo>
                  <a:pt x="137" y="321"/>
                </a:lnTo>
                <a:lnTo>
                  <a:pt x="137" y="320"/>
                </a:lnTo>
                <a:lnTo>
                  <a:pt x="136" y="320"/>
                </a:lnTo>
                <a:lnTo>
                  <a:pt x="136" y="318"/>
                </a:lnTo>
                <a:lnTo>
                  <a:pt x="137" y="318"/>
                </a:lnTo>
                <a:lnTo>
                  <a:pt x="137" y="317"/>
                </a:lnTo>
                <a:lnTo>
                  <a:pt x="136" y="317"/>
                </a:lnTo>
                <a:lnTo>
                  <a:pt x="136" y="316"/>
                </a:lnTo>
                <a:lnTo>
                  <a:pt x="135" y="316"/>
                </a:lnTo>
                <a:lnTo>
                  <a:pt x="134" y="316"/>
                </a:lnTo>
                <a:lnTo>
                  <a:pt x="133" y="316"/>
                </a:lnTo>
                <a:lnTo>
                  <a:pt x="133" y="315"/>
                </a:lnTo>
                <a:lnTo>
                  <a:pt x="133" y="314"/>
                </a:lnTo>
                <a:lnTo>
                  <a:pt x="132" y="313"/>
                </a:lnTo>
                <a:lnTo>
                  <a:pt x="132" y="314"/>
                </a:lnTo>
                <a:lnTo>
                  <a:pt x="131" y="314"/>
                </a:lnTo>
                <a:lnTo>
                  <a:pt x="130" y="314"/>
                </a:lnTo>
                <a:lnTo>
                  <a:pt x="129" y="313"/>
                </a:lnTo>
                <a:lnTo>
                  <a:pt x="129" y="312"/>
                </a:lnTo>
                <a:lnTo>
                  <a:pt x="128" y="312"/>
                </a:lnTo>
                <a:lnTo>
                  <a:pt x="127" y="312"/>
                </a:lnTo>
                <a:lnTo>
                  <a:pt x="126" y="312"/>
                </a:lnTo>
                <a:lnTo>
                  <a:pt x="125" y="312"/>
                </a:lnTo>
                <a:lnTo>
                  <a:pt x="125" y="313"/>
                </a:lnTo>
                <a:lnTo>
                  <a:pt x="123" y="313"/>
                </a:lnTo>
                <a:lnTo>
                  <a:pt x="123" y="314"/>
                </a:lnTo>
                <a:lnTo>
                  <a:pt x="122" y="314"/>
                </a:lnTo>
                <a:lnTo>
                  <a:pt x="121" y="314"/>
                </a:lnTo>
                <a:lnTo>
                  <a:pt x="121" y="315"/>
                </a:lnTo>
                <a:lnTo>
                  <a:pt x="121" y="316"/>
                </a:lnTo>
                <a:lnTo>
                  <a:pt x="120" y="316"/>
                </a:lnTo>
                <a:lnTo>
                  <a:pt x="120" y="317"/>
                </a:lnTo>
                <a:lnTo>
                  <a:pt x="119" y="317"/>
                </a:lnTo>
                <a:lnTo>
                  <a:pt x="117" y="317"/>
                </a:lnTo>
                <a:lnTo>
                  <a:pt x="117" y="316"/>
                </a:lnTo>
                <a:lnTo>
                  <a:pt x="116" y="316"/>
                </a:lnTo>
                <a:lnTo>
                  <a:pt x="116" y="317"/>
                </a:lnTo>
                <a:lnTo>
                  <a:pt x="115" y="317"/>
                </a:lnTo>
                <a:lnTo>
                  <a:pt x="114" y="317"/>
                </a:lnTo>
                <a:lnTo>
                  <a:pt x="114" y="316"/>
                </a:lnTo>
                <a:lnTo>
                  <a:pt x="114" y="315"/>
                </a:lnTo>
                <a:lnTo>
                  <a:pt x="114" y="316"/>
                </a:lnTo>
                <a:lnTo>
                  <a:pt x="113" y="316"/>
                </a:lnTo>
                <a:lnTo>
                  <a:pt x="110" y="317"/>
                </a:lnTo>
                <a:lnTo>
                  <a:pt x="107" y="317"/>
                </a:lnTo>
                <a:lnTo>
                  <a:pt x="104" y="318"/>
                </a:lnTo>
                <a:lnTo>
                  <a:pt x="103" y="318"/>
                </a:lnTo>
                <a:lnTo>
                  <a:pt x="103" y="317"/>
                </a:lnTo>
                <a:lnTo>
                  <a:pt x="102" y="317"/>
                </a:lnTo>
                <a:lnTo>
                  <a:pt x="102" y="318"/>
                </a:lnTo>
                <a:lnTo>
                  <a:pt x="102" y="316"/>
                </a:lnTo>
                <a:lnTo>
                  <a:pt x="102" y="315"/>
                </a:lnTo>
                <a:lnTo>
                  <a:pt x="101" y="315"/>
                </a:lnTo>
                <a:lnTo>
                  <a:pt x="100" y="315"/>
                </a:lnTo>
                <a:lnTo>
                  <a:pt x="100" y="316"/>
                </a:lnTo>
                <a:lnTo>
                  <a:pt x="100" y="317"/>
                </a:lnTo>
                <a:lnTo>
                  <a:pt x="99" y="317"/>
                </a:lnTo>
                <a:lnTo>
                  <a:pt x="99" y="318"/>
                </a:lnTo>
                <a:lnTo>
                  <a:pt x="97" y="318"/>
                </a:lnTo>
                <a:lnTo>
                  <a:pt x="97" y="317"/>
                </a:lnTo>
                <a:lnTo>
                  <a:pt x="97" y="316"/>
                </a:lnTo>
                <a:lnTo>
                  <a:pt x="96" y="316"/>
                </a:lnTo>
                <a:lnTo>
                  <a:pt x="96" y="315"/>
                </a:lnTo>
                <a:lnTo>
                  <a:pt x="96" y="314"/>
                </a:lnTo>
                <a:lnTo>
                  <a:pt x="94" y="314"/>
                </a:lnTo>
                <a:lnTo>
                  <a:pt x="94" y="315"/>
                </a:lnTo>
                <a:lnTo>
                  <a:pt x="94" y="318"/>
                </a:lnTo>
                <a:lnTo>
                  <a:pt x="95" y="318"/>
                </a:lnTo>
                <a:lnTo>
                  <a:pt x="95" y="319"/>
                </a:lnTo>
                <a:lnTo>
                  <a:pt x="94" y="319"/>
                </a:lnTo>
                <a:lnTo>
                  <a:pt x="93" y="319"/>
                </a:lnTo>
                <a:lnTo>
                  <a:pt x="93" y="320"/>
                </a:lnTo>
                <a:lnTo>
                  <a:pt x="93" y="321"/>
                </a:lnTo>
                <a:lnTo>
                  <a:pt x="92" y="322"/>
                </a:lnTo>
                <a:lnTo>
                  <a:pt x="92" y="321"/>
                </a:lnTo>
                <a:lnTo>
                  <a:pt x="91" y="321"/>
                </a:lnTo>
                <a:lnTo>
                  <a:pt x="90" y="320"/>
                </a:lnTo>
                <a:lnTo>
                  <a:pt x="90" y="319"/>
                </a:lnTo>
                <a:lnTo>
                  <a:pt x="89" y="319"/>
                </a:lnTo>
                <a:lnTo>
                  <a:pt x="88" y="319"/>
                </a:lnTo>
                <a:lnTo>
                  <a:pt x="88" y="318"/>
                </a:lnTo>
                <a:lnTo>
                  <a:pt x="88" y="317"/>
                </a:lnTo>
                <a:lnTo>
                  <a:pt x="88" y="316"/>
                </a:lnTo>
                <a:lnTo>
                  <a:pt x="87" y="315"/>
                </a:lnTo>
                <a:lnTo>
                  <a:pt x="85" y="315"/>
                </a:lnTo>
                <a:lnTo>
                  <a:pt x="85" y="314"/>
                </a:lnTo>
                <a:lnTo>
                  <a:pt x="84" y="315"/>
                </a:lnTo>
                <a:lnTo>
                  <a:pt x="84" y="314"/>
                </a:lnTo>
                <a:lnTo>
                  <a:pt x="83" y="316"/>
                </a:lnTo>
                <a:lnTo>
                  <a:pt x="84" y="318"/>
                </a:lnTo>
                <a:lnTo>
                  <a:pt x="85" y="318"/>
                </a:lnTo>
                <a:lnTo>
                  <a:pt x="85" y="319"/>
                </a:lnTo>
                <a:lnTo>
                  <a:pt x="85" y="320"/>
                </a:lnTo>
                <a:lnTo>
                  <a:pt x="84" y="321"/>
                </a:lnTo>
                <a:lnTo>
                  <a:pt x="83" y="321"/>
                </a:lnTo>
                <a:lnTo>
                  <a:pt x="82" y="321"/>
                </a:lnTo>
                <a:lnTo>
                  <a:pt x="81" y="321"/>
                </a:lnTo>
                <a:lnTo>
                  <a:pt x="81" y="322"/>
                </a:lnTo>
                <a:lnTo>
                  <a:pt x="82" y="322"/>
                </a:lnTo>
                <a:lnTo>
                  <a:pt x="82" y="323"/>
                </a:lnTo>
                <a:lnTo>
                  <a:pt x="82" y="324"/>
                </a:lnTo>
                <a:lnTo>
                  <a:pt x="81" y="325"/>
                </a:lnTo>
                <a:lnTo>
                  <a:pt x="81" y="326"/>
                </a:lnTo>
                <a:lnTo>
                  <a:pt x="80" y="326"/>
                </a:lnTo>
                <a:lnTo>
                  <a:pt x="79" y="326"/>
                </a:lnTo>
                <a:lnTo>
                  <a:pt x="78" y="326"/>
                </a:lnTo>
                <a:lnTo>
                  <a:pt x="77" y="326"/>
                </a:lnTo>
                <a:lnTo>
                  <a:pt x="77" y="325"/>
                </a:lnTo>
                <a:lnTo>
                  <a:pt x="76" y="325"/>
                </a:lnTo>
                <a:lnTo>
                  <a:pt x="75" y="326"/>
                </a:lnTo>
                <a:lnTo>
                  <a:pt x="75" y="327"/>
                </a:lnTo>
                <a:lnTo>
                  <a:pt x="74" y="328"/>
                </a:lnTo>
                <a:lnTo>
                  <a:pt x="73" y="328"/>
                </a:lnTo>
                <a:lnTo>
                  <a:pt x="72" y="328"/>
                </a:lnTo>
                <a:lnTo>
                  <a:pt x="72" y="329"/>
                </a:lnTo>
                <a:lnTo>
                  <a:pt x="72" y="330"/>
                </a:lnTo>
                <a:lnTo>
                  <a:pt x="71" y="330"/>
                </a:lnTo>
                <a:lnTo>
                  <a:pt x="72" y="333"/>
                </a:lnTo>
                <a:lnTo>
                  <a:pt x="72" y="334"/>
                </a:lnTo>
                <a:lnTo>
                  <a:pt x="73" y="334"/>
                </a:lnTo>
                <a:lnTo>
                  <a:pt x="73" y="335"/>
                </a:lnTo>
                <a:lnTo>
                  <a:pt x="72" y="335"/>
                </a:lnTo>
                <a:lnTo>
                  <a:pt x="69" y="335"/>
                </a:lnTo>
                <a:lnTo>
                  <a:pt x="68" y="335"/>
                </a:lnTo>
                <a:lnTo>
                  <a:pt x="67" y="335"/>
                </a:lnTo>
                <a:lnTo>
                  <a:pt x="66" y="335"/>
                </a:lnTo>
                <a:lnTo>
                  <a:pt x="65" y="335"/>
                </a:lnTo>
                <a:lnTo>
                  <a:pt x="63" y="334"/>
                </a:lnTo>
                <a:lnTo>
                  <a:pt x="64" y="335"/>
                </a:lnTo>
                <a:lnTo>
                  <a:pt x="64" y="336"/>
                </a:lnTo>
                <a:lnTo>
                  <a:pt x="63" y="335"/>
                </a:lnTo>
                <a:lnTo>
                  <a:pt x="63" y="334"/>
                </a:lnTo>
                <a:lnTo>
                  <a:pt x="62" y="335"/>
                </a:lnTo>
                <a:lnTo>
                  <a:pt x="61" y="335"/>
                </a:lnTo>
                <a:lnTo>
                  <a:pt x="61" y="334"/>
                </a:lnTo>
                <a:lnTo>
                  <a:pt x="60" y="333"/>
                </a:lnTo>
                <a:lnTo>
                  <a:pt x="60" y="332"/>
                </a:lnTo>
                <a:lnTo>
                  <a:pt x="59" y="330"/>
                </a:lnTo>
                <a:lnTo>
                  <a:pt x="59" y="329"/>
                </a:lnTo>
                <a:lnTo>
                  <a:pt x="58" y="328"/>
                </a:lnTo>
                <a:lnTo>
                  <a:pt x="57" y="328"/>
                </a:lnTo>
                <a:lnTo>
                  <a:pt x="57" y="329"/>
                </a:lnTo>
                <a:lnTo>
                  <a:pt x="56" y="329"/>
                </a:lnTo>
                <a:lnTo>
                  <a:pt x="56" y="328"/>
                </a:lnTo>
                <a:lnTo>
                  <a:pt x="55" y="328"/>
                </a:lnTo>
                <a:lnTo>
                  <a:pt x="55" y="327"/>
                </a:lnTo>
                <a:lnTo>
                  <a:pt x="55" y="326"/>
                </a:lnTo>
                <a:lnTo>
                  <a:pt x="54" y="326"/>
                </a:lnTo>
                <a:lnTo>
                  <a:pt x="53" y="325"/>
                </a:lnTo>
                <a:lnTo>
                  <a:pt x="52" y="326"/>
                </a:lnTo>
                <a:lnTo>
                  <a:pt x="51" y="325"/>
                </a:lnTo>
                <a:lnTo>
                  <a:pt x="51" y="324"/>
                </a:lnTo>
                <a:lnTo>
                  <a:pt x="52" y="324"/>
                </a:lnTo>
                <a:lnTo>
                  <a:pt x="52" y="323"/>
                </a:lnTo>
                <a:lnTo>
                  <a:pt x="51" y="322"/>
                </a:lnTo>
                <a:lnTo>
                  <a:pt x="51" y="321"/>
                </a:lnTo>
                <a:lnTo>
                  <a:pt x="50" y="320"/>
                </a:lnTo>
                <a:lnTo>
                  <a:pt x="49" y="318"/>
                </a:lnTo>
                <a:lnTo>
                  <a:pt x="48" y="317"/>
                </a:lnTo>
                <a:lnTo>
                  <a:pt x="47" y="317"/>
                </a:lnTo>
                <a:lnTo>
                  <a:pt x="47" y="316"/>
                </a:lnTo>
                <a:lnTo>
                  <a:pt x="46" y="316"/>
                </a:lnTo>
                <a:lnTo>
                  <a:pt x="46" y="315"/>
                </a:lnTo>
                <a:lnTo>
                  <a:pt x="46" y="316"/>
                </a:lnTo>
                <a:lnTo>
                  <a:pt x="46" y="317"/>
                </a:lnTo>
                <a:lnTo>
                  <a:pt x="45" y="319"/>
                </a:lnTo>
                <a:lnTo>
                  <a:pt x="44" y="319"/>
                </a:lnTo>
                <a:lnTo>
                  <a:pt x="43" y="319"/>
                </a:lnTo>
                <a:lnTo>
                  <a:pt x="42" y="319"/>
                </a:lnTo>
                <a:lnTo>
                  <a:pt x="42" y="318"/>
                </a:lnTo>
                <a:lnTo>
                  <a:pt x="41" y="318"/>
                </a:lnTo>
                <a:lnTo>
                  <a:pt x="41" y="319"/>
                </a:lnTo>
                <a:lnTo>
                  <a:pt x="41" y="320"/>
                </a:lnTo>
                <a:lnTo>
                  <a:pt x="40" y="319"/>
                </a:lnTo>
                <a:lnTo>
                  <a:pt x="39" y="319"/>
                </a:lnTo>
                <a:lnTo>
                  <a:pt x="38" y="319"/>
                </a:lnTo>
                <a:lnTo>
                  <a:pt x="37" y="319"/>
                </a:lnTo>
                <a:lnTo>
                  <a:pt x="37" y="320"/>
                </a:lnTo>
                <a:lnTo>
                  <a:pt x="36" y="320"/>
                </a:lnTo>
                <a:lnTo>
                  <a:pt x="35" y="320"/>
                </a:lnTo>
                <a:lnTo>
                  <a:pt x="35" y="321"/>
                </a:lnTo>
                <a:lnTo>
                  <a:pt x="34" y="321"/>
                </a:lnTo>
                <a:lnTo>
                  <a:pt x="34" y="322"/>
                </a:lnTo>
                <a:lnTo>
                  <a:pt x="33" y="322"/>
                </a:lnTo>
                <a:lnTo>
                  <a:pt x="32" y="322"/>
                </a:lnTo>
                <a:lnTo>
                  <a:pt x="32" y="321"/>
                </a:lnTo>
                <a:lnTo>
                  <a:pt x="31" y="320"/>
                </a:lnTo>
                <a:lnTo>
                  <a:pt x="30" y="320"/>
                </a:lnTo>
                <a:lnTo>
                  <a:pt x="30" y="319"/>
                </a:lnTo>
                <a:lnTo>
                  <a:pt x="29" y="319"/>
                </a:lnTo>
                <a:lnTo>
                  <a:pt x="28" y="317"/>
                </a:lnTo>
                <a:lnTo>
                  <a:pt x="27" y="317"/>
                </a:lnTo>
                <a:lnTo>
                  <a:pt x="26" y="317"/>
                </a:lnTo>
                <a:lnTo>
                  <a:pt x="25" y="318"/>
                </a:lnTo>
                <a:lnTo>
                  <a:pt x="25" y="319"/>
                </a:lnTo>
                <a:lnTo>
                  <a:pt x="25" y="320"/>
                </a:lnTo>
                <a:lnTo>
                  <a:pt x="24" y="321"/>
                </a:lnTo>
                <a:lnTo>
                  <a:pt x="23" y="322"/>
                </a:lnTo>
                <a:lnTo>
                  <a:pt x="23" y="323"/>
                </a:lnTo>
                <a:lnTo>
                  <a:pt x="23" y="322"/>
                </a:lnTo>
                <a:lnTo>
                  <a:pt x="22" y="321"/>
                </a:lnTo>
                <a:lnTo>
                  <a:pt x="22" y="320"/>
                </a:lnTo>
                <a:lnTo>
                  <a:pt x="22" y="319"/>
                </a:lnTo>
                <a:lnTo>
                  <a:pt x="22" y="318"/>
                </a:lnTo>
                <a:lnTo>
                  <a:pt x="23" y="317"/>
                </a:lnTo>
                <a:lnTo>
                  <a:pt x="23" y="316"/>
                </a:lnTo>
                <a:lnTo>
                  <a:pt x="23" y="315"/>
                </a:lnTo>
                <a:lnTo>
                  <a:pt x="23" y="314"/>
                </a:lnTo>
                <a:lnTo>
                  <a:pt x="23" y="313"/>
                </a:lnTo>
                <a:lnTo>
                  <a:pt x="22" y="313"/>
                </a:lnTo>
                <a:lnTo>
                  <a:pt x="21" y="312"/>
                </a:lnTo>
                <a:lnTo>
                  <a:pt x="21" y="311"/>
                </a:lnTo>
                <a:lnTo>
                  <a:pt x="20" y="311"/>
                </a:lnTo>
                <a:lnTo>
                  <a:pt x="20" y="310"/>
                </a:lnTo>
                <a:lnTo>
                  <a:pt x="19" y="310"/>
                </a:lnTo>
                <a:lnTo>
                  <a:pt x="19" y="311"/>
                </a:lnTo>
                <a:lnTo>
                  <a:pt x="18" y="311"/>
                </a:lnTo>
                <a:lnTo>
                  <a:pt x="16" y="311"/>
                </a:lnTo>
                <a:lnTo>
                  <a:pt x="16" y="310"/>
                </a:lnTo>
                <a:lnTo>
                  <a:pt x="16" y="309"/>
                </a:lnTo>
                <a:lnTo>
                  <a:pt x="16" y="308"/>
                </a:lnTo>
                <a:lnTo>
                  <a:pt x="17" y="308"/>
                </a:lnTo>
                <a:lnTo>
                  <a:pt x="17" y="307"/>
                </a:lnTo>
                <a:lnTo>
                  <a:pt x="18" y="307"/>
                </a:lnTo>
                <a:lnTo>
                  <a:pt x="17" y="307"/>
                </a:lnTo>
                <a:lnTo>
                  <a:pt x="17" y="306"/>
                </a:lnTo>
                <a:lnTo>
                  <a:pt x="17" y="305"/>
                </a:lnTo>
                <a:lnTo>
                  <a:pt x="17" y="304"/>
                </a:lnTo>
                <a:lnTo>
                  <a:pt x="18" y="304"/>
                </a:lnTo>
                <a:lnTo>
                  <a:pt x="18" y="303"/>
                </a:lnTo>
                <a:lnTo>
                  <a:pt x="18" y="302"/>
                </a:lnTo>
                <a:lnTo>
                  <a:pt x="18" y="301"/>
                </a:lnTo>
                <a:lnTo>
                  <a:pt x="17" y="301"/>
                </a:lnTo>
                <a:lnTo>
                  <a:pt x="17" y="300"/>
                </a:lnTo>
                <a:lnTo>
                  <a:pt x="17" y="299"/>
                </a:lnTo>
                <a:lnTo>
                  <a:pt x="17" y="298"/>
                </a:lnTo>
                <a:lnTo>
                  <a:pt x="16" y="296"/>
                </a:lnTo>
                <a:lnTo>
                  <a:pt x="16" y="295"/>
                </a:lnTo>
                <a:lnTo>
                  <a:pt x="16" y="294"/>
                </a:lnTo>
                <a:lnTo>
                  <a:pt x="16" y="293"/>
                </a:lnTo>
                <a:lnTo>
                  <a:pt x="15" y="292"/>
                </a:lnTo>
                <a:lnTo>
                  <a:pt x="13" y="292"/>
                </a:lnTo>
                <a:lnTo>
                  <a:pt x="13" y="293"/>
                </a:lnTo>
                <a:lnTo>
                  <a:pt x="12" y="293"/>
                </a:lnTo>
                <a:lnTo>
                  <a:pt x="9" y="292"/>
                </a:lnTo>
                <a:lnTo>
                  <a:pt x="8" y="291"/>
                </a:lnTo>
                <a:lnTo>
                  <a:pt x="7" y="291"/>
                </a:lnTo>
                <a:lnTo>
                  <a:pt x="7" y="290"/>
                </a:lnTo>
                <a:lnTo>
                  <a:pt x="7" y="289"/>
                </a:lnTo>
                <a:lnTo>
                  <a:pt x="7" y="288"/>
                </a:lnTo>
                <a:lnTo>
                  <a:pt x="7" y="287"/>
                </a:lnTo>
                <a:lnTo>
                  <a:pt x="6" y="287"/>
                </a:lnTo>
                <a:lnTo>
                  <a:pt x="5" y="288"/>
                </a:lnTo>
                <a:lnTo>
                  <a:pt x="5" y="287"/>
                </a:lnTo>
                <a:lnTo>
                  <a:pt x="5" y="286"/>
                </a:lnTo>
                <a:lnTo>
                  <a:pt x="6" y="286"/>
                </a:lnTo>
                <a:lnTo>
                  <a:pt x="6" y="285"/>
                </a:lnTo>
                <a:lnTo>
                  <a:pt x="8" y="284"/>
                </a:lnTo>
                <a:lnTo>
                  <a:pt x="9" y="285"/>
                </a:lnTo>
                <a:lnTo>
                  <a:pt x="10" y="285"/>
                </a:lnTo>
                <a:lnTo>
                  <a:pt x="10" y="284"/>
                </a:lnTo>
                <a:lnTo>
                  <a:pt x="11" y="283"/>
                </a:lnTo>
                <a:lnTo>
                  <a:pt x="12" y="283"/>
                </a:lnTo>
                <a:lnTo>
                  <a:pt x="12" y="282"/>
                </a:lnTo>
                <a:lnTo>
                  <a:pt x="13" y="281"/>
                </a:lnTo>
                <a:lnTo>
                  <a:pt x="15" y="281"/>
                </a:lnTo>
                <a:lnTo>
                  <a:pt x="16" y="282"/>
                </a:lnTo>
                <a:lnTo>
                  <a:pt x="17" y="283"/>
                </a:lnTo>
                <a:lnTo>
                  <a:pt x="18" y="283"/>
                </a:lnTo>
                <a:lnTo>
                  <a:pt x="18" y="282"/>
                </a:lnTo>
                <a:lnTo>
                  <a:pt x="19" y="282"/>
                </a:lnTo>
                <a:lnTo>
                  <a:pt x="20" y="282"/>
                </a:lnTo>
                <a:lnTo>
                  <a:pt x="22" y="281"/>
                </a:lnTo>
                <a:lnTo>
                  <a:pt x="22" y="280"/>
                </a:lnTo>
                <a:lnTo>
                  <a:pt x="23" y="280"/>
                </a:lnTo>
                <a:lnTo>
                  <a:pt x="24" y="280"/>
                </a:lnTo>
                <a:lnTo>
                  <a:pt x="25" y="279"/>
                </a:lnTo>
                <a:lnTo>
                  <a:pt x="26" y="278"/>
                </a:lnTo>
                <a:lnTo>
                  <a:pt x="26" y="277"/>
                </a:lnTo>
                <a:lnTo>
                  <a:pt x="26" y="276"/>
                </a:lnTo>
                <a:lnTo>
                  <a:pt x="26" y="275"/>
                </a:lnTo>
                <a:lnTo>
                  <a:pt x="26" y="276"/>
                </a:lnTo>
                <a:lnTo>
                  <a:pt x="25" y="276"/>
                </a:lnTo>
                <a:lnTo>
                  <a:pt x="24" y="275"/>
                </a:lnTo>
                <a:lnTo>
                  <a:pt x="23" y="274"/>
                </a:lnTo>
                <a:lnTo>
                  <a:pt x="22" y="274"/>
                </a:lnTo>
                <a:lnTo>
                  <a:pt x="21" y="273"/>
                </a:lnTo>
                <a:lnTo>
                  <a:pt x="20" y="273"/>
                </a:lnTo>
                <a:lnTo>
                  <a:pt x="19" y="272"/>
                </a:lnTo>
                <a:lnTo>
                  <a:pt x="18" y="272"/>
                </a:lnTo>
                <a:lnTo>
                  <a:pt x="17" y="271"/>
                </a:lnTo>
                <a:lnTo>
                  <a:pt x="17" y="270"/>
                </a:lnTo>
                <a:lnTo>
                  <a:pt x="18" y="269"/>
                </a:lnTo>
                <a:lnTo>
                  <a:pt x="18" y="268"/>
                </a:lnTo>
                <a:lnTo>
                  <a:pt x="18" y="267"/>
                </a:lnTo>
                <a:lnTo>
                  <a:pt x="18" y="266"/>
                </a:lnTo>
                <a:lnTo>
                  <a:pt x="18" y="265"/>
                </a:lnTo>
                <a:lnTo>
                  <a:pt x="19" y="265"/>
                </a:lnTo>
                <a:lnTo>
                  <a:pt x="19" y="264"/>
                </a:lnTo>
                <a:lnTo>
                  <a:pt x="18" y="264"/>
                </a:lnTo>
                <a:lnTo>
                  <a:pt x="17" y="263"/>
                </a:lnTo>
                <a:lnTo>
                  <a:pt x="16" y="263"/>
                </a:lnTo>
                <a:lnTo>
                  <a:pt x="16" y="262"/>
                </a:lnTo>
                <a:lnTo>
                  <a:pt x="16" y="261"/>
                </a:lnTo>
                <a:lnTo>
                  <a:pt x="17" y="261"/>
                </a:lnTo>
                <a:lnTo>
                  <a:pt x="17" y="260"/>
                </a:lnTo>
                <a:lnTo>
                  <a:pt x="17" y="259"/>
                </a:lnTo>
                <a:lnTo>
                  <a:pt x="17" y="258"/>
                </a:lnTo>
                <a:lnTo>
                  <a:pt x="16" y="258"/>
                </a:lnTo>
                <a:lnTo>
                  <a:pt x="15" y="257"/>
                </a:lnTo>
                <a:lnTo>
                  <a:pt x="15" y="256"/>
                </a:lnTo>
                <a:lnTo>
                  <a:pt x="14" y="256"/>
                </a:lnTo>
                <a:lnTo>
                  <a:pt x="13" y="256"/>
                </a:lnTo>
                <a:lnTo>
                  <a:pt x="12" y="256"/>
                </a:lnTo>
                <a:lnTo>
                  <a:pt x="11" y="255"/>
                </a:lnTo>
                <a:lnTo>
                  <a:pt x="11" y="254"/>
                </a:lnTo>
                <a:lnTo>
                  <a:pt x="10" y="252"/>
                </a:lnTo>
                <a:lnTo>
                  <a:pt x="9" y="252"/>
                </a:lnTo>
                <a:lnTo>
                  <a:pt x="8" y="252"/>
                </a:lnTo>
                <a:lnTo>
                  <a:pt x="7" y="251"/>
                </a:lnTo>
                <a:lnTo>
                  <a:pt x="6" y="251"/>
                </a:lnTo>
                <a:lnTo>
                  <a:pt x="5" y="250"/>
                </a:lnTo>
                <a:lnTo>
                  <a:pt x="4" y="250"/>
                </a:lnTo>
                <a:lnTo>
                  <a:pt x="4" y="249"/>
                </a:lnTo>
                <a:lnTo>
                  <a:pt x="3" y="249"/>
                </a:lnTo>
                <a:lnTo>
                  <a:pt x="3" y="250"/>
                </a:lnTo>
                <a:lnTo>
                  <a:pt x="2" y="250"/>
                </a:lnTo>
                <a:lnTo>
                  <a:pt x="1" y="250"/>
                </a:lnTo>
                <a:lnTo>
                  <a:pt x="1" y="249"/>
                </a:lnTo>
                <a:lnTo>
                  <a:pt x="1" y="248"/>
                </a:lnTo>
                <a:lnTo>
                  <a:pt x="1" y="247"/>
                </a:lnTo>
                <a:lnTo>
                  <a:pt x="1" y="246"/>
                </a:lnTo>
                <a:lnTo>
                  <a:pt x="0" y="246"/>
                </a:lnTo>
                <a:lnTo>
                  <a:pt x="1" y="245"/>
                </a:lnTo>
                <a:lnTo>
                  <a:pt x="1" y="244"/>
                </a:lnTo>
                <a:lnTo>
                  <a:pt x="1" y="242"/>
                </a:lnTo>
                <a:lnTo>
                  <a:pt x="3" y="241"/>
                </a:lnTo>
                <a:lnTo>
                  <a:pt x="4" y="240"/>
                </a:lnTo>
                <a:lnTo>
                  <a:pt x="4" y="239"/>
                </a:lnTo>
                <a:lnTo>
                  <a:pt x="3" y="238"/>
                </a:lnTo>
                <a:lnTo>
                  <a:pt x="2" y="238"/>
                </a:lnTo>
                <a:lnTo>
                  <a:pt x="3" y="236"/>
                </a:lnTo>
                <a:lnTo>
                  <a:pt x="4" y="236"/>
                </a:lnTo>
                <a:lnTo>
                  <a:pt x="4" y="235"/>
                </a:lnTo>
                <a:lnTo>
                  <a:pt x="4" y="233"/>
                </a:lnTo>
                <a:lnTo>
                  <a:pt x="5" y="233"/>
                </a:lnTo>
                <a:lnTo>
                  <a:pt x="6" y="233"/>
                </a:lnTo>
                <a:lnTo>
                  <a:pt x="7" y="232"/>
                </a:lnTo>
                <a:lnTo>
                  <a:pt x="8" y="231"/>
                </a:lnTo>
                <a:lnTo>
                  <a:pt x="9" y="230"/>
                </a:lnTo>
                <a:lnTo>
                  <a:pt x="9" y="229"/>
                </a:lnTo>
                <a:lnTo>
                  <a:pt x="10" y="228"/>
                </a:lnTo>
                <a:lnTo>
                  <a:pt x="11" y="227"/>
                </a:lnTo>
                <a:lnTo>
                  <a:pt x="12" y="226"/>
                </a:lnTo>
                <a:lnTo>
                  <a:pt x="12" y="225"/>
                </a:lnTo>
                <a:lnTo>
                  <a:pt x="14" y="223"/>
                </a:lnTo>
                <a:lnTo>
                  <a:pt x="15" y="222"/>
                </a:lnTo>
                <a:lnTo>
                  <a:pt x="16" y="222"/>
                </a:lnTo>
                <a:lnTo>
                  <a:pt x="17" y="222"/>
                </a:lnTo>
                <a:lnTo>
                  <a:pt x="18" y="222"/>
                </a:lnTo>
                <a:lnTo>
                  <a:pt x="18" y="221"/>
                </a:lnTo>
                <a:lnTo>
                  <a:pt x="18" y="220"/>
                </a:lnTo>
                <a:lnTo>
                  <a:pt x="18" y="219"/>
                </a:lnTo>
                <a:lnTo>
                  <a:pt x="18" y="218"/>
                </a:lnTo>
                <a:lnTo>
                  <a:pt x="19" y="217"/>
                </a:lnTo>
                <a:lnTo>
                  <a:pt x="21" y="217"/>
                </a:lnTo>
                <a:lnTo>
                  <a:pt x="22" y="218"/>
                </a:lnTo>
                <a:lnTo>
                  <a:pt x="23" y="218"/>
                </a:lnTo>
                <a:lnTo>
                  <a:pt x="23" y="217"/>
                </a:lnTo>
                <a:lnTo>
                  <a:pt x="24" y="217"/>
                </a:lnTo>
                <a:lnTo>
                  <a:pt x="24" y="216"/>
                </a:lnTo>
                <a:lnTo>
                  <a:pt x="23" y="216"/>
                </a:lnTo>
                <a:lnTo>
                  <a:pt x="23" y="215"/>
                </a:lnTo>
                <a:lnTo>
                  <a:pt x="24" y="213"/>
                </a:lnTo>
                <a:lnTo>
                  <a:pt x="24" y="212"/>
                </a:lnTo>
                <a:lnTo>
                  <a:pt x="25" y="212"/>
                </a:lnTo>
                <a:lnTo>
                  <a:pt x="26" y="212"/>
                </a:lnTo>
                <a:lnTo>
                  <a:pt x="30" y="213"/>
                </a:lnTo>
                <a:lnTo>
                  <a:pt x="31" y="212"/>
                </a:lnTo>
                <a:lnTo>
                  <a:pt x="31" y="211"/>
                </a:lnTo>
                <a:lnTo>
                  <a:pt x="31" y="210"/>
                </a:lnTo>
                <a:lnTo>
                  <a:pt x="32" y="209"/>
                </a:lnTo>
                <a:lnTo>
                  <a:pt x="33" y="209"/>
                </a:lnTo>
                <a:lnTo>
                  <a:pt x="34" y="209"/>
                </a:lnTo>
                <a:lnTo>
                  <a:pt x="35" y="209"/>
                </a:lnTo>
                <a:lnTo>
                  <a:pt x="36" y="209"/>
                </a:lnTo>
                <a:lnTo>
                  <a:pt x="36" y="208"/>
                </a:lnTo>
                <a:lnTo>
                  <a:pt x="38" y="208"/>
                </a:lnTo>
                <a:lnTo>
                  <a:pt x="39" y="209"/>
                </a:lnTo>
                <a:lnTo>
                  <a:pt x="40" y="209"/>
                </a:lnTo>
                <a:lnTo>
                  <a:pt x="40" y="208"/>
                </a:lnTo>
                <a:lnTo>
                  <a:pt x="39" y="208"/>
                </a:lnTo>
                <a:lnTo>
                  <a:pt x="41" y="207"/>
                </a:lnTo>
                <a:lnTo>
                  <a:pt x="42" y="208"/>
                </a:lnTo>
                <a:lnTo>
                  <a:pt x="43" y="208"/>
                </a:lnTo>
                <a:lnTo>
                  <a:pt x="45" y="208"/>
                </a:lnTo>
                <a:lnTo>
                  <a:pt x="46" y="207"/>
                </a:lnTo>
                <a:lnTo>
                  <a:pt x="47" y="206"/>
                </a:lnTo>
                <a:lnTo>
                  <a:pt x="47" y="205"/>
                </a:lnTo>
                <a:lnTo>
                  <a:pt x="48" y="204"/>
                </a:lnTo>
                <a:lnTo>
                  <a:pt x="47" y="204"/>
                </a:lnTo>
                <a:lnTo>
                  <a:pt x="47" y="203"/>
                </a:lnTo>
                <a:lnTo>
                  <a:pt x="46" y="203"/>
                </a:lnTo>
                <a:lnTo>
                  <a:pt x="47" y="201"/>
                </a:lnTo>
                <a:lnTo>
                  <a:pt x="49" y="199"/>
                </a:lnTo>
                <a:lnTo>
                  <a:pt x="50" y="198"/>
                </a:lnTo>
                <a:lnTo>
                  <a:pt x="50" y="197"/>
                </a:lnTo>
                <a:lnTo>
                  <a:pt x="51" y="197"/>
                </a:lnTo>
                <a:lnTo>
                  <a:pt x="52" y="197"/>
                </a:lnTo>
                <a:lnTo>
                  <a:pt x="52" y="198"/>
                </a:lnTo>
                <a:lnTo>
                  <a:pt x="52" y="199"/>
                </a:lnTo>
                <a:lnTo>
                  <a:pt x="53" y="200"/>
                </a:lnTo>
                <a:lnTo>
                  <a:pt x="54" y="201"/>
                </a:lnTo>
                <a:lnTo>
                  <a:pt x="55" y="202"/>
                </a:lnTo>
                <a:lnTo>
                  <a:pt x="56" y="202"/>
                </a:lnTo>
                <a:lnTo>
                  <a:pt x="57" y="202"/>
                </a:lnTo>
                <a:lnTo>
                  <a:pt x="58" y="202"/>
                </a:lnTo>
                <a:lnTo>
                  <a:pt x="59" y="202"/>
                </a:lnTo>
                <a:lnTo>
                  <a:pt x="59" y="203"/>
                </a:lnTo>
                <a:lnTo>
                  <a:pt x="60" y="203"/>
                </a:lnTo>
                <a:lnTo>
                  <a:pt x="62" y="203"/>
                </a:lnTo>
                <a:lnTo>
                  <a:pt x="62" y="202"/>
                </a:lnTo>
                <a:lnTo>
                  <a:pt x="63" y="202"/>
                </a:lnTo>
                <a:lnTo>
                  <a:pt x="62" y="201"/>
                </a:lnTo>
                <a:lnTo>
                  <a:pt x="61" y="200"/>
                </a:lnTo>
                <a:lnTo>
                  <a:pt x="61" y="199"/>
                </a:lnTo>
                <a:lnTo>
                  <a:pt x="61" y="198"/>
                </a:lnTo>
                <a:lnTo>
                  <a:pt x="61" y="197"/>
                </a:lnTo>
                <a:lnTo>
                  <a:pt x="62" y="196"/>
                </a:lnTo>
                <a:lnTo>
                  <a:pt x="62" y="195"/>
                </a:lnTo>
                <a:lnTo>
                  <a:pt x="61" y="195"/>
                </a:lnTo>
                <a:lnTo>
                  <a:pt x="62" y="194"/>
                </a:lnTo>
                <a:lnTo>
                  <a:pt x="63" y="194"/>
                </a:lnTo>
                <a:lnTo>
                  <a:pt x="64" y="194"/>
                </a:lnTo>
                <a:lnTo>
                  <a:pt x="66" y="190"/>
                </a:lnTo>
                <a:lnTo>
                  <a:pt x="66" y="189"/>
                </a:lnTo>
                <a:lnTo>
                  <a:pt x="66" y="188"/>
                </a:lnTo>
                <a:lnTo>
                  <a:pt x="67" y="185"/>
                </a:lnTo>
                <a:lnTo>
                  <a:pt x="67" y="184"/>
                </a:lnTo>
                <a:lnTo>
                  <a:pt x="70" y="184"/>
                </a:lnTo>
                <a:lnTo>
                  <a:pt x="70" y="183"/>
                </a:lnTo>
                <a:lnTo>
                  <a:pt x="70" y="182"/>
                </a:lnTo>
                <a:lnTo>
                  <a:pt x="70" y="181"/>
                </a:lnTo>
                <a:lnTo>
                  <a:pt x="71" y="180"/>
                </a:lnTo>
                <a:lnTo>
                  <a:pt x="72" y="179"/>
                </a:lnTo>
                <a:lnTo>
                  <a:pt x="73" y="179"/>
                </a:lnTo>
                <a:lnTo>
                  <a:pt x="74" y="179"/>
                </a:lnTo>
                <a:lnTo>
                  <a:pt x="76" y="178"/>
                </a:lnTo>
                <a:lnTo>
                  <a:pt x="77" y="177"/>
                </a:lnTo>
                <a:lnTo>
                  <a:pt x="77" y="176"/>
                </a:lnTo>
                <a:lnTo>
                  <a:pt x="76" y="176"/>
                </a:lnTo>
                <a:lnTo>
                  <a:pt x="75" y="173"/>
                </a:lnTo>
                <a:lnTo>
                  <a:pt x="74" y="173"/>
                </a:lnTo>
                <a:lnTo>
                  <a:pt x="74" y="171"/>
                </a:lnTo>
                <a:lnTo>
                  <a:pt x="73" y="169"/>
                </a:lnTo>
                <a:lnTo>
                  <a:pt x="72" y="169"/>
                </a:lnTo>
                <a:lnTo>
                  <a:pt x="72" y="167"/>
                </a:lnTo>
                <a:lnTo>
                  <a:pt x="71" y="167"/>
                </a:lnTo>
                <a:lnTo>
                  <a:pt x="70" y="165"/>
                </a:lnTo>
                <a:lnTo>
                  <a:pt x="69" y="163"/>
                </a:lnTo>
                <a:lnTo>
                  <a:pt x="69" y="161"/>
                </a:lnTo>
                <a:lnTo>
                  <a:pt x="68" y="159"/>
                </a:lnTo>
                <a:lnTo>
                  <a:pt x="68" y="158"/>
                </a:lnTo>
                <a:lnTo>
                  <a:pt x="66" y="157"/>
                </a:lnTo>
                <a:lnTo>
                  <a:pt x="65" y="157"/>
                </a:lnTo>
                <a:lnTo>
                  <a:pt x="63" y="157"/>
                </a:lnTo>
                <a:lnTo>
                  <a:pt x="62" y="157"/>
                </a:lnTo>
                <a:lnTo>
                  <a:pt x="59" y="158"/>
                </a:lnTo>
                <a:lnTo>
                  <a:pt x="59" y="157"/>
                </a:lnTo>
                <a:lnTo>
                  <a:pt x="58" y="157"/>
                </a:lnTo>
                <a:lnTo>
                  <a:pt x="59" y="157"/>
                </a:lnTo>
                <a:lnTo>
                  <a:pt x="59" y="156"/>
                </a:lnTo>
                <a:lnTo>
                  <a:pt x="59" y="155"/>
                </a:lnTo>
                <a:lnTo>
                  <a:pt x="58" y="154"/>
                </a:lnTo>
                <a:lnTo>
                  <a:pt x="57" y="154"/>
                </a:lnTo>
                <a:lnTo>
                  <a:pt x="57" y="155"/>
                </a:lnTo>
                <a:lnTo>
                  <a:pt x="56" y="155"/>
                </a:lnTo>
                <a:lnTo>
                  <a:pt x="55" y="154"/>
                </a:lnTo>
                <a:lnTo>
                  <a:pt x="55" y="153"/>
                </a:lnTo>
                <a:lnTo>
                  <a:pt x="54" y="152"/>
                </a:lnTo>
                <a:lnTo>
                  <a:pt x="48" y="145"/>
                </a:lnTo>
                <a:lnTo>
                  <a:pt x="44" y="142"/>
                </a:lnTo>
                <a:lnTo>
                  <a:pt x="43" y="142"/>
                </a:lnTo>
                <a:lnTo>
                  <a:pt x="43" y="141"/>
                </a:lnTo>
                <a:lnTo>
                  <a:pt x="43" y="139"/>
                </a:lnTo>
                <a:lnTo>
                  <a:pt x="43" y="138"/>
                </a:lnTo>
                <a:lnTo>
                  <a:pt x="43" y="137"/>
                </a:lnTo>
                <a:lnTo>
                  <a:pt x="42" y="137"/>
                </a:lnTo>
                <a:lnTo>
                  <a:pt x="42" y="136"/>
                </a:lnTo>
                <a:lnTo>
                  <a:pt x="43" y="136"/>
                </a:lnTo>
                <a:lnTo>
                  <a:pt x="44" y="132"/>
                </a:lnTo>
                <a:lnTo>
                  <a:pt x="44" y="131"/>
                </a:lnTo>
                <a:lnTo>
                  <a:pt x="43" y="131"/>
                </a:lnTo>
                <a:lnTo>
                  <a:pt x="41" y="130"/>
                </a:lnTo>
                <a:lnTo>
                  <a:pt x="38" y="131"/>
                </a:lnTo>
                <a:lnTo>
                  <a:pt x="37" y="131"/>
                </a:lnTo>
                <a:lnTo>
                  <a:pt x="36" y="130"/>
                </a:lnTo>
                <a:lnTo>
                  <a:pt x="37" y="129"/>
                </a:lnTo>
                <a:lnTo>
                  <a:pt x="37" y="128"/>
                </a:lnTo>
                <a:lnTo>
                  <a:pt x="37" y="127"/>
                </a:lnTo>
                <a:lnTo>
                  <a:pt x="38" y="126"/>
                </a:lnTo>
                <a:lnTo>
                  <a:pt x="38" y="125"/>
                </a:lnTo>
                <a:lnTo>
                  <a:pt x="39" y="124"/>
                </a:lnTo>
                <a:lnTo>
                  <a:pt x="38" y="123"/>
                </a:lnTo>
                <a:lnTo>
                  <a:pt x="39" y="122"/>
                </a:lnTo>
                <a:lnTo>
                  <a:pt x="41" y="120"/>
                </a:lnTo>
                <a:lnTo>
                  <a:pt x="42" y="119"/>
                </a:lnTo>
                <a:lnTo>
                  <a:pt x="43" y="118"/>
                </a:lnTo>
                <a:lnTo>
                  <a:pt x="44" y="117"/>
                </a:lnTo>
                <a:lnTo>
                  <a:pt x="45" y="118"/>
                </a:lnTo>
                <a:lnTo>
                  <a:pt x="47" y="118"/>
                </a:lnTo>
                <a:lnTo>
                  <a:pt x="48" y="117"/>
                </a:lnTo>
                <a:lnTo>
                  <a:pt x="48" y="116"/>
                </a:lnTo>
                <a:lnTo>
                  <a:pt x="48" y="115"/>
                </a:lnTo>
                <a:lnTo>
                  <a:pt x="48" y="112"/>
                </a:lnTo>
                <a:lnTo>
                  <a:pt x="49" y="111"/>
                </a:lnTo>
                <a:lnTo>
                  <a:pt x="50" y="110"/>
                </a:lnTo>
                <a:lnTo>
                  <a:pt x="51" y="110"/>
                </a:lnTo>
                <a:lnTo>
                  <a:pt x="52" y="110"/>
                </a:lnTo>
                <a:lnTo>
                  <a:pt x="53" y="110"/>
                </a:lnTo>
                <a:lnTo>
                  <a:pt x="54" y="110"/>
                </a:lnTo>
                <a:lnTo>
                  <a:pt x="57" y="108"/>
                </a:lnTo>
                <a:lnTo>
                  <a:pt x="58" y="108"/>
                </a:lnTo>
                <a:lnTo>
                  <a:pt x="58" y="107"/>
                </a:lnTo>
                <a:lnTo>
                  <a:pt x="58" y="106"/>
                </a:lnTo>
                <a:lnTo>
                  <a:pt x="60" y="104"/>
                </a:lnTo>
                <a:lnTo>
                  <a:pt x="61" y="104"/>
                </a:lnTo>
                <a:lnTo>
                  <a:pt x="62" y="104"/>
                </a:lnTo>
                <a:lnTo>
                  <a:pt x="64" y="104"/>
                </a:lnTo>
                <a:lnTo>
                  <a:pt x="69" y="105"/>
                </a:lnTo>
                <a:lnTo>
                  <a:pt x="70" y="105"/>
                </a:lnTo>
                <a:lnTo>
                  <a:pt x="70" y="106"/>
                </a:lnTo>
                <a:lnTo>
                  <a:pt x="71" y="106"/>
                </a:lnTo>
                <a:lnTo>
                  <a:pt x="71" y="107"/>
                </a:lnTo>
                <a:lnTo>
                  <a:pt x="71" y="108"/>
                </a:lnTo>
                <a:lnTo>
                  <a:pt x="72" y="110"/>
                </a:lnTo>
                <a:lnTo>
                  <a:pt x="73" y="110"/>
                </a:lnTo>
                <a:lnTo>
                  <a:pt x="74" y="110"/>
                </a:lnTo>
                <a:lnTo>
                  <a:pt x="76" y="108"/>
                </a:lnTo>
                <a:lnTo>
                  <a:pt x="77" y="107"/>
                </a:lnTo>
                <a:lnTo>
                  <a:pt x="77" y="106"/>
                </a:lnTo>
                <a:lnTo>
                  <a:pt x="78" y="105"/>
                </a:lnTo>
                <a:lnTo>
                  <a:pt x="78" y="104"/>
                </a:lnTo>
                <a:lnTo>
                  <a:pt x="79" y="104"/>
                </a:lnTo>
                <a:lnTo>
                  <a:pt x="79" y="105"/>
                </a:lnTo>
                <a:lnTo>
                  <a:pt x="79" y="106"/>
                </a:lnTo>
                <a:lnTo>
                  <a:pt x="80" y="105"/>
                </a:lnTo>
                <a:lnTo>
                  <a:pt x="81" y="104"/>
                </a:lnTo>
                <a:lnTo>
                  <a:pt x="82" y="104"/>
                </a:lnTo>
                <a:lnTo>
                  <a:pt x="84" y="102"/>
                </a:lnTo>
                <a:lnTo>
                  <a:pt x="86" y="101"/>
                </a:lnTo>
                <a:lnTo>
                  <a:pt x="86" y="100"/>
                </a:lnTo>
                <a:lnTo>
                  <a:pt x="87" y="99"/>
                </a:lnTo>
                <a:lnTo>
                  <a:pt x="88" y="98"/>
                </a:lnTo>
                <a:lnTo>
                  <a:pt x="89" y="98"/>
                </a:lnTo>
                <a:lnTo>
                  <a:pt x="90" y="98"/>
                </a:lnTo>
                <a:lnTo>
                  <a:pt x="91" y="98"/>
                </a:lnTo>
                <a:lnTo>
                  <a:pt x="92" y="98"/>
                </a:lnTo>
                <a:lnTo>
                  <a:pt x="92" y="97"/>
                </a:lnTo>
                <a:lnTo>
                  <a:pt x="91" y="96"/>
                </a:lnTo>
                <a:lnTo>
                  <a:pt x="91" y="95"/>
                </a:lnTo>
                <a:lnTo>
                  <a:pt x="90" y="94"/>
                </a:lnTo>
                <a:lnTo>
                  <a:pt x="91" y="94"/>
                </a:lnTo>
                <a:lnTo>
                  <a:pt x="91" y="93"/>
                </a:lnTo>
                <a:lnTo>
                  <a:pt x="92" y="92"/>
                </a:lnTo>
                <a:lnTo>
                  <a:pt x="93" y="91"/>
                </a:lnTo>
                <a:lnTo>
                  <a:pt x="93" y="90"/>
                </a:lnTo>
                <a:lnTo>
                  <a:pt x="94" y="90"/>
                </a:lnTo>
                <a:lnTo>
                  <a:pt x="95" y="90"/>
                </a:lnTo>
                <a:lnTo>
                  <a:pt x="96" y="90"/>
                </a:lnTo>
                <a:lnTo>
                  <a:pt x="98" y="90"/>
                </a:lnTo>
                <a:lnTo>
                  <a:pt x="99" y="86"/>
                </a:lnTo>
                <a:lnTo>
                  <a:pt x="99" y="84"/>
                </a:lnTo>
                <a:lnTo>
                  <a:pt x="99" y="82"/>
                </a:lnTo>
                <a:lnTo>
                  <a:pt x="99" y="80"/>
                </a:lnTo>
                <a:lnTo>
                  <a:pt x="101" y="77"/>
                </a:lnTo>
                <a:lnTo>
                  <a:pt x="101" y="76"/>
                </a:lnTo>
                <a:lnTo>
                  <a:pt x="103" y="74"/>
                </a:lnTo>
                <a:lnTo>
                  <a:pt x="105" y="72"/>
                </a:lnTo>
                <a:lnTo>
                  <a:pt x="105" y="71"/>
                </a:lnTo>
                <a:lnTo>
                  <a:pt x="105" y="70"/>
                </a:lnTo>
                <a:lnTo>
                  <a:pt x="106" y="68"/>
                </a:lnTo>
                <a:lnTo>
                  <a:pt x="106" y="66"/>
                </a:lnTo>
                <a:lnTo>
                  <a:pt x="106" y="64"/>
                </a:lnTo>
                <a:lnTo>
                  <a:pt x="108" y="62"/>
                </a:lnTo>
                <a:lnTo>
                  <a:pt x="109" y="62"/>
                </a:lnTo>
                <a:lnTo>
                  <a:pt x="109" y="63"/>
                </a:lnTo>
                <a:lnTo>
                  <a:pt x="111" y="65"/>
                </a:lnTo>
                <a:lnTo>
                  <a:pt x="112" y="65"/>
                </a:lnTo>
                <a:lnTo>
                  <a:pt x="112" y="66"/>
                </a:lnTo>
                <a:lnTo>
                  <a:pt x="112" y="67"/>
                </a:lnTo>
                <a:lnTo>
                  <a:pt x="113" y="67"/>
                </a:lnTo>
                <a:lnTo>
                  <a:pt x="114" y="67"/>
                </a:lnTo>
                <a:lnTo>
                  <a:pt x="115" y="67"/>
                </a:lnTo>
                <a:lnTo>
                  <a:pt x="116" y="68"/>
                </a:lnTo>
                <a:lnTo>
                  <a:pt x="118" y="69"/>
                </a:lnTo>
                <a:lnTo>
                  <a:pt x="118" y="68"/>
                </a:lnTo>
                <a:lnTo>
                  <a:pt x="118" y="67"/>
                </a:lnTo>
                <a:lnTo>
                  <a:pt x="118" y="66"/>
                </a:lnTo>
                <a:lnTo>
                  <a:pt x="118" y="65"/>
                </a:lnTo>
                <a:lnTo>
                  <a:pt x="119" y="65"/>
                </a:lnTo>
                <a:lnTo>
                  <a:pt x="120" y="64"/>
                </a:lnTo>
                <a:lnTo>
                  <a:pt x="122" y="64"/>
                </a:lnTo>
                <a:lnTo>
                  <a:pt x="123" y="64"/>
                </a:lnTo>
                <a:lnTo>
                  <a:pt x="124" y="64"/>
                </a:lnTo>
                <a:lnTo>
                  <a:pt x="125" y="64"/>
                </a:lnTo>
                <a:lnTo>
                  <a:pt x="128" y="64"/>
                </a:lnTo>
                <a:lnTo>
                  <a:pt x="129" y="63"/>
                </a:lnTo>
                <a:lnTo>
                  <a:pt x="130" y="63"/>
                </a:lnTo>
                <a:lnTo>
                  <a:pt x="132" y="62"/>
                </a:lnTo>
                <a:lnTo>
                  <a:pt x="133" y="62"/>
                </a:lnTo>
                <a:lnTo>
                  <a:pt x="134" y="63"/>
                </a:lnTo>
                <a:lnTo>
                  <a:pt x="134" y="64"/>
                </a:lnTo>
                <a:lnTo>
                  <a:pt x="135" y="64"/>
                </a:lnTo>
                <a:lnTo>
                  <a:pt x="137" y="64"/>
                </a:lnTo>
                <a:lnTo>
                  <a:pt x="139" y="63"/>
                </a:lnTo>
                <a:lnTo>
                  <a:pt x="140" y="64"/>
                </a:lnTo>
                <a:lnTo>
                  <a:pt x="141" y="63"/>
                </a:lnTo>
                <a:lnTo>
                  <a:pt x="141" y="62"/>
                </a:lnTo>
                <a:lnTo>
                  <a:pt x="141" y="61"/>
                </a:lnTo>
                <a:lnTo>
                  <a:pt x="140" y="60"/>
                </a:lnTo>
                <a:lnTo>
                  <a:pt x="140" y="59"/>
                </a:lnTo>
                <a:lnTo>
                  <a:pt x="140" y="58"/>
                </a:lnTo>
                <a:lnTo>
                  <a:pt x="140" y="57"/>
                </a:lnTo>
                <a:lnTo>
                  <a:pt x="139" y="57"/>
                </a:lnTo>
                <a:lnTo>
                  <a:pt x="138" y="56"/>
                </a:lnTo>
                <a:lnTo>
                  <a:pt x="137" y="56"/>
                </a:lnTo>
                <a:lnTo>
                  <a:pt x="137" y="55"/>
                </a:lnTo>
                <a:lnTo>
                  <a:pt x="137" y="54"/>
                </a:lnTo>
                <a:lnTo>
                  <a:pt x="136" y="53"/>
                </a:lnTo>
                <a:lnTo>
                  <a:pt x="135" y="53"/>
                </a:lnTo>
                <a:lnTo>
                  <a:pt x="133" y="53"/>
                </a:lnTo>
                <a:lnTo>
                  <a:pt x="131" y="51"/>
                </a:lnTo>
                <a:lnTo>
                  <a:pt x="131" y="50"/>
                </a:lnTo>
                <a:lnTo>
                  <a:pt x="131" y="49"/>
                </a:lnTo>
                <a:lnTo>
                  <a:pt x="130" y="47"/>
                </a:lnTo>
                <a:lnTo>
                  <a:pt x="129" y="47"/>
                </a:lnTo>
                <a:lnTo>
                  <a:pt x="128" y="46"/>
                </a:lnTo>
                <a:lnTo>
                  <a:pt x="127" y="45"/>
                </a:lnTo>
                <a:lnTo>
                  <a:pt x="126" y="45"/>
                </a:lnTo>
                <a:lnTo>
                  <a:pt x="124" y="43"/>
                </a:lnTo>
                <a:lnTo>
                  <a:pt x="124" y="42"/>
                </a:lnTo>
                <a:lnTo>
                  <a:pt x="123" y="42"/>
                </a:lnTo>
                <a:lnTo>
                  <a:pt x="123" y="41"/>
                </a:lnTo>
                <a:lnTo>
                  <a:pt x="122" y="41"/>
                </a:lnTo>
                <a:lnTo>
                  <a:pt x="122" y="40"/>
                </a:lnTo>
                <a:lnTo>
                  <a:pt x="121" y="40"/>
                </a:lnTo>
                <a:lnTo>
                  <a:pt x="118" y="37"/>
                </a:lnTo>
                <a:lnTo>
                  <a:pt x="118" y="34"/>
                </a:lnTo>
                <a:lnTo>
                  <a:pt x="119" y="32"/>
                </a:lnTo>
                <a:lnTo>
                  <a:pt x="120" y="31"/>
                </a:lnTo>
                <a:lnTo>
                  <a:pt x="120" y="30"/>
                </a:lnTo>
                <a:lnTo>
                  <a:pt x="121" y="30"/>
                </a:lnTo>
                <a:lnTo>
                  <a:pt x="122" y="29"/>
                </a:lnTo>
                <a:lnTo>
                  <a:pt x="123" y="29"/>
                </a:lnTo>
                <a:lnTo>
                  <a:pt x="124" y="29"/>
                </a:lnTo>
                <a:lnTo>
                  <a:pt x="124" y="30"/>
                </a:lnTo>
                <a:lnTo>
                  <a:pt x="125" y="31"/>
                </a:lnTo>
                <a:lnTo>
                  <a:pt x="125" y="32"/>
                </a:lnTo>
                <a:lnTo>
                  <a:pt x="126" y="34"/>
                </a:lnTo>
                <a:lnTo>
                  <a:pt x="128" y="36"/>
                </a:lnTo>
                <a:lnTo>
                  <a:pt x="130" y="37"/>
                </a:lnTo>
                <a:lnTo>
                  <a:pt x="131" y="37"/>
                </a:lnTo>
                <a:lnTo>
                  <a:pt x="131" y="36"/>
                </a:lnTo>
                <a:lnTo>
                  <a:pt x="133" y="36"/>
                </a:lnTo>
                <a:lnTo>
                  <a:pt x="134" y="36"/>
                </a:lnTo>
                <a:lnTo>
                  <a:pt x="134" y="37"/>
                </a:lnTo>
                <a:lnTo>
                  <a:pt x="135" y="36"/>
                </a:lnTo>
                <a:lnTo>
                  <a:pt x="136" y="36"/>
                </a:lnTo>
                <a:lnTo>
                  <a:pt x="137" y="36"/>
                </a:lnTo>
                <a:lnTo>
                  <a:pt x="138" y="36"/>
                </a:lnTo>
                <a:lnTo>
                  <a:pt x="138" y="37"/>
                </a:lnTo>
                <a:lnTo>
                  <a:pt x="139" y="37"/>
                </a:lnTo>
                <a:lnTo>
                  <a:pt x="140" y="37"/>
                </a:lnTo>
                <a:lnTo>
                  <a:pt x="140" y="36"/>
                </a:lnTo>
                <a:lnTo>
                  <a:pt x="140" y="35"/>
                </a:lnTo>
                <a:lnTo>
                  <a:pt x="139" y="32"/>
                </a:lnTo>
                <a:lnTo>
                  <a:pt x="139" y="31"/>
                </a:lnTo>
                <a:lnTo>
                  <a:pt x="138" y="31"/>
                </a:lnTo>
                <a:lnTo>
                  <a:pt x="137" y="29"/>
                </a:lnTo>
                <a:lnTo>
                  <a:pt x="135" y="26"/>
                </a:lnTo>
                <a:lnTo>
                  <a:pt x="135" y="24"/>
                </a:lnTo>
                <a:lnTo>
                  <a:pt x="134" y="22"/>
                </a:lnTo>
                <a:lnTo>
                  <a:pt x="135" y="21"/>
                </a:lnTo>
                <a:lnTo>
                  <a:pt x="135" y="20"/>
                </a:lnTo>
                <a:lnTo>
                  <a:pt x="136" y="19"/>
                </a:lnTo>
                <a:lnTo>
                  <a:pt x="137" y="19"/>
                </a:lnTo>
                <a:lnTo>
                  <a:pt x="139" y="19"/>
                </a:lnTo>
                <a:lnTo>
                  <a:pt x="140" y="19"/>
                </a:lnTo>
                <a:lnTo>
                  <a:pt x="141" y="19"/>
                </a:lnTo>
                <a:lnTo>
                  <a:pt x="142" y="20"/>
                </a:lnTo>
                <a:lnTo>
                  <a:pt x="144" y="20"/>
                </a:lnTo>
                <a:lnTo>
                  <a:pt x="144" y="19"/>
                </a:lnTo>
                <a:lnTo>
                  <a:pt x="146" y="18"/>
                </a:lnTo>
                <a:lnTo>
                  <a:pt x="146" y="17"/>
                </a:lnTo>
                <a:lnTo>
                  <a:pt x="148" y="16"/>
                </a:lnTo>
                <a:lnTo>
                  <a:pt x="149" y="16"/>
                </a:lnTo>
                <a:lnTo>
                  <a:pt x="150" y="16"/>
                </a:lnTo>
                <a:lnTo>
                  <a:pt x="150" y="15"/>
                </a:lnTo>
                <a:lnTo>
                  <a:pt x="151" y="15"/>
                </a:lnTo>
                <a:lnTo>
                  <a:pt x="152" y="15"/>
                </a:lnTo>
                <a:lnTo>
                  <a:pt x="153" y="16"/>
                </a:lnTo>
                <a:lnTo>
                  <a:pt x="153" y="17"/>
                </a:lnTo>
                <a:lnTo>
                  <a:pt x="154" y="17"/>
                </a:lnTo>
                <a:lnTo>
                  <a:pt x="155" y="18"/>
                </a:lnTo>
                <a:lnTo>
                  <a:pt x="156" y="18"/>
                </a:lnTo>
                <a:lnTo>
                  <a:pt x="157" y="18"/>
                </a:lnTo>
                <a:lnTo>
                  <a:pt x="159" y="16"/>
                </a:lnTo>
                <a:lnTo>
                  <a:pt x="159" y="15"/>
                </a:lnTo>
                <a:lnTo>
                  <a:pt x="159" y="13"/>
                </a:lnTo>
                <a:lnTo>
                  <a:pt x="159" y="11"/>
                </a:lnTo>
                <a:lnTo>
                  <a:pt x="159" y="9"/>
                </a:lnTo>
                <a:lnTo>
                  <a:pt x="159" y="8"/>
                </a:lnTo>
                <a:lnTo>
                  <a:pt x="159" y="7"/>
                </a:lnTo>
                <a:lnTo>
                  <a:pt x="158" y="6"/>
                </a:lnTo>
                <a:lnTo>
                  <a:pt x="158" y="5"/>
                </a:lnTo>
                <a:lnTo>
                  <a:pt x="157" y="5"/>
                </a:lnTo>
                <a:lnTo>
                  <a:pt x="157" y="4"/>
                </a:lnTo>
                <a:lnTo>
                  <a:pt x="158" y="2"/>
                </a:lnTo>
                <a:lnTo>
                  <a:pt x="160" y="0"/>
                </a:lnTo>
                <a:lnTo>
                  <a:pt x="161" y="0"/>
                </a:lnTo>
                <a:lnTo>
                  <a:pt x="162" y="0"/>
                </a:lnTo>
                <a:lnTo>
                  <a:pt x="163" y="0"/>
                </a:lnTo>
                <a:lnTo>
                  <a:pt x="164" y="1"/>
                </a:lnTo>
                <a:lnTo>
                  <a:pt x="164" y="2"/>
                </a:lnTo>
                <a:lnTo>
                  <a:pt x="165" y="2"/>
                </a:lnTo>
                <a:lnTo>
                  <a:pt x="167" y="3"/>
                </a:lnTo>
                <a:lnTo>
                  <a:pt x="168" y="3"/>
                </a:lnTo>
                <a:close/>
              </a:path>
            </a:pathLst>
          </a:custGeom>
          <a:solidFill>
            <a:srgbClr val="D5ECF4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0" name=""/>
          <p:cNvSpPr/>
          <p:nvPr/>
        </p:nvSpPr>
        <p:spPr>
          <a:xfrm>
            <a:off x="7479000" y="1905480"/>
            <a:ext cx="304920" cy="298800"/>
          </a:xfrm>
          <a:custGeom>
            <a:avLst/>
            <a:gdLst/>
            <a:ahLst/>
            <a:rect l="0" t="0" r="r" b="b"/>
            <a:pathLst>
              <a:path w="847" h="830">
                <a:moveTo>
                  <a:pt x="552" y="4"/>
                </a:moveTo>
                <a:lnTo>
                  <a:pt x="553" y="5"/>
                </a:lnTo>
                <a:lnTo>
                  <a:pt x="554" y="5"/>
                </a:lnTo>
                <a:lnTo>
                  <a:pt x="555" y="5"/>
                </a:lnTo>
                <a:lnTo>
                  <a:pt x="556" y="5"/>
                </a:lnTo>
                <a:lnTo>
                  <a:pt x="557" y="5"/>
                </a:lnTo>
                <a:lnTo>
                  <a:pt x="559" y="5"/>
                </a:lnTo>
                <a:lnTo>
                  <a:pt x="559" y="6"/>
                </a:lnTo>
                <a:lnTo>
                  <a:pt x="560" y="6"/>
                </a:lnTo>
                <a:lnTo>
                  <a:pt x="561" y="6"/>
                </a:lnTo>
                <a:lnTo>
                  <a:pt x="561" y="7"/>
                </a:lnTo>
                <a:lnTo>
                  <a:pt x="561" y="8"/>
                </a:lnTo>
                <a:lnTo>
                  <a:pt x="562" y="9"/>
                </a:lnTo>
                <a:lnTo>
                  <a:pt x="563" y="9"/>
                </a:lnTo>
                <a:lnTo>
                  <a:pt x="564" y="9"/>
                </a:lnTo>
                <a:lnTo>
                  <a:pt x="565" y="10"/>
                </a:lnTo>
                <a:lnTo>
                  <a:pt x="567" y="11"/>
                </a:lnTo>
                <a:lnTo>
                  <a:pt x="567" y="12"/>
                </a:lnTo>
                <a:lnTo>
                  <a:pt x="568" y="13"/>
                </a:lnTo>
                <a:lnTo>
                  <a:pt x="569" y="13"/>
                </a:lnTo>
                <a:lnTo>
                  <a:pt x="570" y="14"/>
                </a:lnTo>
                <a:lnTo>
                  <a:pt x="571" y="14"/>
                </a:lnTo>
                <a:lnTo>
                  <a:pt x="572" y="15"/>
                </a:lnTo>
                <a:lnTo>
                  <a:pt x="572" y="16"/>
                </a:lnTo>
                <a:lnTo>
                  <a:pt x="572" y="17"/>
                </a:lnTo>
                <a:lnTo>
                  <a:pt x="573" y="17"/>
                </a:lnTo>
                <a:lnTo>
                  <a:pt x="574" y="17"/>
                </a:lnTo>
                <a:lnTo>
                  <a:pt x="575" y="18"/>
                </a:lnTo>
                <a:lnTo>
                  <a:pt x="575" y="19"/>
                </a:lnTo>
                <a:lnTo>
                  <a:pt x="576" y="20"/>
                </a:lnTo>
                <a:lnTo>
                  <a:pt x="578" y="19"/>
                </a:lnTo>
                <a:lnTo>
                  <a:pt x="579" y="19"/>
                </a:lnTo>
                <a:lnTo>
                  <a:pt x="580" y="19"/>
                </a:lnTo>
                <a:lnTo>
                  <a:pt x="582" y="19"/>
                </a:lnTo>
                <a:lnTo>
                  <a:pt x="583" y="19"/>
                </a:lnTo>
                <a:lnTo>
                  <a:pt x="584" y="19"/>
                </a:lnTo>
                <a:lnTo>
                  <a:pt x="585" y="18"/>
                </a:lnTo>
                <a:lnTo>
                  <a:pt x="586" y="18"/>
                </a:lnTo>
                <a:lnTo>
                  <a:pt x="587" y="19"/>
                </a:lnTo>
                <a:lnTo>
                  <a:pt x="588" y="19"/>
                </a:lnTo>
                <a:lnTo>
                  <a:pt x="588" y="20"/>
                </a:lnTo>
                <a:lnTo>
                  <a:pt x="589" y="20"/>
                </a:lnTo>
                <a:lnTo>
                  <a:pt x="589" y="21"/>
                </a:lnTo>
                <a:lnTo>
                  <a:pt x="589" y="22"/>
                </a:lnTo>
                <a:lnTo>
                  <a:pt x="589" y="23"/>
                </a:lnTo>
                <a:lnTo>
                  <a:pt x="589" y="24"/>
                </a:lnTo>
                <a:lnTo>
                  <a:pt x="589" y="25"/>
                </a:lnTo>
                <a:lnTo>
                  <a:pt x="590" y="26"/>
                </a:lnTo>
                <a:lnTo>
                  <a:pt x="591" y="26"/>
                </a:lnTo>
                <a:lnTo>
                  <a:pt x="592" y="27"/>
                </a:lnTo>
                <a:lnTo>
                  <a:pt x="592" y="28"/>
                </a:lnTo>
                <a:lnTo>
                  <a:pt x="593" y="29"/>
                </a:lnTo>
                <a:lnTo>
                  <a:pt x="594" y="29"/>
                </a:lnTo>
                <a:lnTo>
                  <a:pt x="596" y="30"/>
                </a:lnTo>
                <a:lnTo>
                  <a:pt x="597" y="31"/>
                </a:lnTo>
                <a:lnTo>
                  <a:pt x="598" y="31"/>
                </a:lnTo>
                <a:lnTo>
                  <a:pt x="599" y="31"/>
                </a:lnTo>
                <a:lnTo>
                  <a:pt x="600" y="30"/>
                </a:lnTo>
                <a:lnTo>
                  <a:pt x="602" y="31"/>
                </a:lnTo>
                <a:lnTo>
                  <a:pt x="603" y="32"/>
                </a:lnTo>
                <a:lnTo>
                  <a:pt x="604" y="32"/>
                </a:lnTo>
                <a:lnTo>
                  <a:pt x="605" y="32"/>
                </a:lnTo>
                <a:lnTo>
                  <a:pt x="605" y="33"/>
                </a:lnTo>
                <a:lnTo>
                  <a:pt x="606" y="33"/>
                </a:lnTo>
                <a:lnTo>
                  <a:pt x="606" y="34"/>
                </a:lnTo>
                <a:lnTo>
                  <a:pt x="607" y="35"/>
                </a:lnTo>
                <a:lnTo>
                  <a:pt x="607" y="36"/>
                </a:lnTo>
                <a:lnTo>
                  <a:pt x="608" y="37"/>
                </a:lnTo>
                <a:lnTo>
                  <a:pt x="610" y="39"/>
                </a:lnTo>
                <a:lnTo>
                  <a:pt x="611" y="40"/>
                </a:lnTo>
                <a:lnTo>
                  <a:pt x="612" y="40"/>
                </a:lnTo>
                <a:lnTo>
                  <a:pt x="613" y="41"/>
                </a:lnTo>
                <a:lnTo>
                  <a:pt x="614" y="42"/>
                </a:lnTo>
                <a:lnTo>
                  <a:pt x="615" y="42"/>
                </a:lnTo>
                <a:lnTo>
                  <a:pt x="616" y="42"/>
                </a:lnTo>
                <a:lnTo>
                  <a:pt x="617" y="42"/>
                </a:lnTo>
                <a:lnTo>
                  <a:pt x="618" y="42"/>
                </a:lnTo>
                <a:lnTo>
                  <a:pt x="619" y="42"/>
                </a:lnTo>
                <a:lnTo>
                  <a:pt x="620" y="42"/>
                </a:lnTo>
                <a:lnTo>
                  <a:pt x="621" y="41"/>
                </a:lnTo>
                <a:lnTo>
                  <a:pt x="623" y="42"/>
                </a:lnTo>
                <a:lnTo>
                  <a:pt x="624" y="43"/>
                </a:lnTo>
                <a:lnTo>
                  <a:pt x="625" y="43"/>
                </a:lnTo>
                <a:lnTo>
                  <a:pt x="626" y="43"/>
                </a:lnTo>
                <a:lnTo>
                  <a:pt x="626" y="42"/>
                </a:lnTo>
                <a:lnTo>
                  <a:pt x="629" y="43"/>
                </a:lnTo>
                <a:lnTo>
                  <a:pt x="631" y="43"/>
                </a:lnTo>
                <a:lnTo>
                  <a:pt x="632" y="44"/>
                </a:lnTo>
                <a:lnTo>
                  <a:pt x="633" y="44"/>
                </a:lnTo>
                <a:lnTo>
                  <a:pt x="634" y="44"/>
                </a:lnTo>
                <a:lnTo>
                  <a:pt x="635" y="45"/>
                </a:lnTo>
                <a:lnTo>
                  <a:pt x="636" y="46"/>
                </a:lnTo>
                <a:lnTo>
                  <a:pt x="638" y="47"/>
                </a:lnTo>
                <a:lnTo>
                  <a:pt x="639" y="46"/>
                </a:lnTo>
                <a:lnTo>
                  <a:pt x="640" y="47"/>
                </a:lnTo>
                <a:lnTo>
                  <a:pt x="640" y="48"/>
                </a:lnTo>
                <a:lnTo>
                  <a:pt x="641" y="48"/>
                </a:lnTo>
                <a:lnTo>
                  <a:pt x="641" y="49"/>
                </a:lnTo>
                <a:lnTo>
                  <a:pt x="642" y="50"/>
                </a:lnTo>
                <a:lnTo>
                  <a:pt x="643" y="50"/>
                </a:lnTo>
                <a:lnTo>
                  <a:pt x="643" y="51"/>
                </a:lnTo>
                <a:lnTo>
                  <a:pt x="644" y="51"/>
                </a:lnTo>
                <a:lnTo>
                  <a:pt x="645" y="51"/>
                </a:lnTo>
                <a:lnTo>
                  <a:pt x="646" y="51"/>
                </a:lnTo>
                <a:lnTo>
                  <a:pt x="646" y="52"/>
                </a:lnTo>
                <a:lnTo>
                  <a:pt x="647" y="52"/>
                </a:lnTo>
                <a:lnTo>
                  <a:pt x="648" y="53"/>
                </a:lnTo>
                <a:lnTo>
                  <a:pt x="649" y="55"/>
                </a:lnTo>
                <a:lnTo>
                  <a:pt x="650" y="56"/>
                </a:lnTo>
                <a:lnTo>
                  <a:pt x="651" y="56"/>
                </a:lnTo>
                <a:lnTo>
                  <a:pt x="652" y="57"/>
                </a:lnTo>
                <a:lnTo>
                  <a:pt x="653" y="58"/>
                </a:lnTo>
                <a:lnTo>
                  <a:pt x="653" y="59"/>
                </a:lnTo>
                <a:lnTo>
                  <a:pt x="654" y="60"/>
                </a:lnTo>
                <a:lnTo>
                  <a:pt x="656" y="60"/>
                </a:lnTo>
                <a:lnTo>
                  <a:pt x="656" y="61"/>
                </a:lnTo>
                <a:lnTo>
                  <a:pt x="659" y="62"/>
                </a:lnTo>
                <a:lnTo>
                  <a:pt x="660" y="62"/>
                </a:lnTo>
                <a:lnTo>
                  <a:pt x="661" y="63"/>
                </a:lnTo>
                <a:lnTo>
                  <a:pt x="662" y="63"/>
                </a:lnTo>
                <a:lnTo>
                  <a:pt x="662" y="64"/>
                </a:lnTo>
                <a:lnTo>
                  <a:pt x="664" y="66"/>
                </a:lnTo>
                <a:lnTo>
                  <a:pt x="665" y="66"/>
                </a:lnTo>
                <a:lnTo>
                  <a:pt x="666" y="67"/>
                </a:lnTo>
                <a:lnTo>
                  <a:pt x="666" y="68"/>
                </a:lnTo>
                <a:lnTo>
                  <a:pt x="666" y="69"/>
                </a:lnTo>
                <a:lnTo>
                  <a:pt x="667" y="69"/>
                </a:lnTo>
                <a:lnTo>
                  <a:pt x="668" y="69"/>
                </a:lnTo>
                <a:lnTo>
                  <a:pt x="667" y="70"/>
                </a:lnTo>
                <a:lnTo>
                  <a:pt x="667" y="71"/>
                </a:lnTo>
                <a:lnTo>
                  <a:pt x="667" y="72"/>
                </a:lnTo>
                <a:lnTo>
                  <a:pt x="667" y="73"/>
                </a:lnTo>
                <a:lnTo>
                  <a:pt x="666" y="73"/>
                </a:lnTo>
                <a:lnTo>
                  <a:pt x="667" y="75"/>
                </a:lnTo>
                <a:lnTo>
                  <a:pt x="669" y="75"/>
                </a:lnTo>
                <a:lnTo>
                  <a:pt x="670" y="75"/>
                </a:lnTo>
                <a:lnTo>
                  <a:pt x="671" y="75"/>
                </a:lnTo>
                <a:lnTo>
                  <a:pt x="673" y="76"/>
                </a:lnTo>
                <a:lnTo>
                  <a:pt x="674" y="76"/>
                </a:lnTo>
                <a:lnTo>
                  <a:pt x="675" y="76"/>
                </a:lnTo>
                <a:lnTo>
                  <a:pt x="676" y="76"/>
                </a:lnTo>
                <a:lnTo>
                  <a:pt x="677" y="77"/>
                </a:lnTo>
                <a:lnTo>
                  <a:pt x="678" y="77"/>
                </a:lnTo>
                <a:lnTo>
                  <a:pt x="679" y="78"/>
                </a:lnTo>
                <a:lnTo>
                  <a:pt x="680" y="78"/>
                </a:lnTo>
                <a:lnTo>
                  <a:pt x="681" y="78"/>
                </a:lnTo>
                <a:lnTo>
                  <a:pt x="681" y="79"/>
                </a:lnTo>
                <a:lnTo>
                  <a:pt x="681" y="80"/>
                </a:lnTo>
                <a:lnTo>
                  <a:pt x="681" y="81"/>
                </a:lnTo>
                <a:lnTo>
                  <a:pt x="682" y="82"/>
                </a:lnTo>
                <a:lnTo>
                  <a:pt x="682" y="83"/>
                </a:lnTo>
                <a:lnTo>
                  <a:pt x="681" y="83"/>
                </a:lnTo>
                <a:lnTo>
                  <a:pt x="680" y="83"/>
                </a:lnTo>
                <a:lnTo>
                  <a:pt x="679" y="84"/>
                </a:lnTo>
                <a:lnTo>
                  <a:pt x="679" y="85"/>
                </a:lnTo>
                <a:lnTo>
                  <a:pt x="678" y="85"/>
                </a:lnTo>
                <a:lnTo>
                  <a:pt x="678" y="87"/>
                </a:lnTo>
                <a:lnTo>
                  <a:pt x="679" y="87"/>
                </a:lnTo>
                <a:lnTo>
                  <a:pt x="680" y="87"/>
                </a:lnTo>
                <a:lnTo>
                  <a:pt x="681" y="87"/>
                </a:lnTo>
                <a:lnTo>
                  <a:pt x="681" y="88"/>
                </a:lnTo>
                <a:lnTo>
                  <a:pt x="680" y="88"/>
                </a:lnTo>
                <a:lnTo>
                  <a:pt x="681" y="89"/>
                </a:lnTo>
                <a:lnTo>
                  <a:pt x="682" y="89"/>
                </a:lnTo>
                <a:lnTo>
                  <a:pt x="683" y="90"/>
                </a:lnTo>
                <a:lnTo>
                  <a:pt x="683" y="91"/>
                </a:lnTo>
                <a:lnTo>
                  <a:pt x="682" y="93"/>
                </a:lnTo>
                <a:lnTo>
                  <a:pt x="682" y="94"/>
                </a:lnTo>
                <a:lnTo>
                  <a:pt x="682" y="95"/>
                </a:lnTo>
                <a:lnTo>
                  <a:pt x="683" y="95"/>
                </a:lnTo>
                <a:lnTo>
                  <a:pt x="684" y="95"/>
                </a:lnTo>
                <a:lnTo>
                  <a:pt x="684" y="97"/>
                </a:lnTo>
                <a:lnTo>
                  <a:pt x="685" y="97"/>
                </a:lnTo>
                <a:lnTo>
                  <a:pt x="687" y="97"/>
                </a:lnTo>
                <a:lnTo>
                  <a:pt x="688" y="97"/>
                </a:lnTo>
                <a:lnTo>
                  <a:pt x="689" y="97"/>
                </a:lnTo>
                <a:lnTo>
                  <a:pt x="690" y="97"/>
                </a:lnTo>
                <a:lnTo>
                  <a:pt x="690" y="98"/>
                </a:lnTo>
                <a:lnTo>
                  <a:pt x="692" y="98"/>
                </a:lnTo>
                <a:lnTo>
                  <a:pt x="695" y="97"/>
                </a:lnTo>
                <a:lnTo>
                  <a:pt x="697" y="97"/>
                </a:lnTo>
                <a:lnTo>
                  <a:pt x="698" y="97"/>
                </a:lnTo>
                <a:lnTo>
                  <a:pt x="698" y="98"/>
                </a:lnTo>
                <a:lnTo>
                  <a:pt x="699" y="98"/>
                </a:lnTo>
                <a:lnTo>
                  <a:pt x="700" y="98"/>
                </a:lnTo>
                <a:lnTo>
                  <a:pt x="701" y="98"/>
                </a:lnTo>
                <a:lnTo>
                  <a:pt x="702" y="97"/>
                </a:lnTo>
                <a:lnTo>
                  <a:pt x="703" y="97"/>
                </a:lnTo>
                <a:lnTo>
                  <a:pt x="704" y="97"/>
                </a:lnTo>
                <a:lnTo>
                  <a:pt x="705" y="97"/>
                </a:lnTo>
                <a:lnTo>
                  <a:pt x="706" y="97"/>
                </a:lnTo>
                <a:lnTo>
                  <a:pt x="706" y="95"/>
                </a:lnTo>
                <a:lnTo>
                  <a:pt x="705" y="94"/>
                </a:lnTo>
                <a:lnTo>
                  <a:pt x="706" y="94"/>
                </a:lnTo>
                <a:lnTo>
                  <a:pt x="706" y="93"/>
                </a:lnTo>
                <a:lnTo>
                  <a:pt x="707" y="93"/>
                </a:lnTo>
                <a:lnTo>
                  <a:pt x="709" y="93"/>
                </a:lnTo>
                <a:lnTo>
                  <a:pt x="710" y="93"/>
                </a:lnTo>
                <a:lnTo>
                  <a:pt x="711" y="93"/>
                </a:lnTo>
                <a:lnTo>
                  <a:pt x="712" y="92"/>
                </a:lnTo>
                <a:lnTo>
                  <a:pt x="712" y="93"/>
                </a:lnTo>
                <a:lnTo>
                  <a:pt x="713" y="93"/>
                </a:lnTo>
                <a:lnTo>
                  <a:pt x="713" y="94"/>
                </a:lnTo>
                <a:lnTo>
                  <a:pt x="714" y="94"/>
                </a:lnTo>
                <a:lnTo>
                  <a:pt x="715" y="94"/>
                </a:lnTo>
                <a:lnTo>
                  <a:pt x="716" y="94"/>
                </a:lnTo>
                <a:lnTo>
                  <a:pt x="716" y="93"/>
                </a:lnTo>
                <a:lnTo>
                  <a:pt x="718" y="93"/>
                </a:lnTo>
                <a:lnTo>
                  <a:pt x="719" y="93"/>
                </a:lnTo>
                <a:lnTo>
                  <a:pt x="720" y="93"/>
                </a:lnTo>
                <a:lnTo>
                  <a:pt x="721" y="93"/>
                </a:lnTo>
                <a:lnTo>
                  <a:pt x="722" y="93"/>
                </a:lnTo>
                <a:lnTo>
                  <a:pt x="723" y="93"/>
                </a:lnTo>
                <a:lnTo>
                  <a:pt x="725" y="92"/>
                </a:lnTo>
                <a:lnTo>
                  <a:pt x="726" y="92"/>
                </a:lnTo>
                <a:lnTo>
                  <a:pt x="728" y="90"/>
                </a:lnTo>
                <a:lnTo>
                  <a:pt x="729" y="90"/>
                </a:lnTo>
                <a:lnTo>
                  <a:pt x="729" y="91"/>
                </a:lnTo>
                <a:lnTo>
                  <a:pt x="731" y="91"/>
                </a:lnTo>
                <a:lnTo>
                  <a:pt x="733" y="91"/>
                </a:lnTo>
                <a:lnTo>
                  <a:pt x="734" y="90"/>
                </a:lnTo>
                <a:lnTo>
                  <a:pt x="734" y="91"/>
                </a:lnTo>
                <a:lnTo>
                  <a:pt x="735" y="91"/>
                </a:lnTo>
                <a:lnTo>
                  <a:pt x="736" y="91"/>
                </a:lnTo>
                <a:lnTo>
                  <a:pt x="737" y="92"/>
                </a:lnTo>
                <a:lnTo>
                  <a:pt x="738" y="93"/>
                </a:lnTo>
                <a:lnTo>
                  <a:pt x="739" y="94"/>
                </a:lnTo>
                <a:lnTo>
                  <a:pt x="740" y="94"/>
                </a:lnTo>
                <a:lnTo>
                  <a:pt x="741" y="94"/>
                </a:lnTo>
                <a:lnTo>
                  <a:pt x="741" y="93"/>
                </a:lnTo>
                <a:lnTo>
                  <a:pt x="742" y="93"/>
                </a:lnTo>
                <a:lnTo>
                  <a:pt x="745" y="92"/>
                </a:lnTo>
                <a:lnTo>
                  <a:pt x="746" y="92"/>
                </a:lnTo>
                <a:lnTo>
                  <a:pt x="747" y="92"/>
                </a:lnTo>
                <a:lnTo>
                  <a:pt x="748" y="92"/>
                </a:lnTo>
                <a:lnTo>
                  <a:pt x="749" y="92"/>
                </a:lnTo>
                <a:lnTo>
                  <a:pt x="750" y="92"/>
                </a:lnTo>
                <a:lnTo>
                  <a:pt x="751" y="92"/>
                </a:lnTo>
                <a:lnTo>
                  <a:pt x="752" y="92"/>
                </a:lnTo>
                <a:lnTo>
                  <a:pt x="753" y="92"/>
                </a:lnTo>
                <a:lnTo>
                  <a:pt x="753" y="94"/>
                </a:lnTo>
                <a:lnTo>
                  <a:pt x="754" y="94"/>
                </a:lnTo>
                <a:lnTo>
                  <a:pt x="755" y="94"/>
                </a:lnTo>
                <a:lnTo>
                  <a:pt x="756" y="95"/>
                </a:lnTo>
                <a:lnTo>
                  <a:pt x="758" y="95"/>
                </a:lnTo>
                <a:lnTo>
                  <a:pt x="759" y="95"/>
                </a:lnTo>
                <a:lnTo>
                  <a:pt x="760" y="95"/>
                </a:lnTo>
                <a:lnTo>
                  <a:pt x="761" y="97"/>
                </a:lnTo>
                <a:lnTo>
                  <a:pt x="761" y="98"/>
                </a:lnTo>
                <a:lnTo>
                  <a:pt x="760" y="98"/>
                </a:lnTo>
                <a:lnTo>
                  <a:pt x="760" y="99"/>
                </a:lnTo>
                <a:lnTo>
                  <a:pt x="760" y="102"/>
                </a:lnTo>
                <a:lnTo>
                  <a:pt x="761" y="102"/>
                </a:lnTo>
                <a:lnTo>
                  <a:pt x="761" y="103"/>
                </a:lnTo>
                <a:lnTo>
                  <a:pt x="762" y="103"/>
                </a:lnTo>
                <a:lnTo>
                  <a:pt x="762" y="104"/>
                </a:lnTo>
                <a:lnTo>
                  <a:pt x="762" y="105"/>
                </a:lnTo>
                <a:lnTo>
                  <a:pt x="762" y="106"/>
                </a:lnTo>
                <a:lnTo>
                  <a:pt x="762" y="107"/>
                </a:lnTo>
                <a:lnTo>
                  <a:pt x="762" y="108"/>
                </a:lnTo>
                <a:lnTo>
                  <a:pt x="762" y="109"/>
                </a:lnTo>
                <a:lnTo>
                  <a:pt x="762" y="111"/>
                </a:lnTo>
                <a:lnTo>
                  <a:pt x="763" y="111"/>
                </a:lnTo>
                <a:lnTo>
                  <a:pt x="763" y="112"/>
                </a:lnTo>
                <a:lnTo>
                  <a:pt x="764" y="113"/>
                </a:lnTo>
                <a:lnTo>
                  <a:pt x="764" y="114"/>
                </a:lnTo>
                <a:lnTo>
                  <a:pt x="765" y="115"/>
                </a:lnTo>
                <a:lnTo>
                  <a:pt x="766" y="115"/>
                </a:lnTo>
                <a:lnTo>
                  <a:pt x="767" y="115"/>
                </a:lnTo>
                <a:lnTo>
                  <a:pt x="767" y="116"/>
                </a:lnTo>
                <a:lnTo>
                  <a:pt x="765" y="116"/>
                </a:lnTo>
                <a:lnTo>
                  <a:pt x="765" y="117"/>
                </a:lnTo>
                <a:lnTo>
                  <a:pt x="764" y="116"/>
                </a:lnTo>
                <a:lnTo>
                  <a:pt x="763" y="117"/>
                </a:lnTo>
                <a:lnTo>
                  <a:pt x="763" y="118"/>
                </a:lnTo>
                <a:lnTo>
                  <a:pt x="764" y="118"/>
                </a:lnTo>
                <a:lnTo>
                  <a:pt x="764" y="119"/>
                </a:lnTo>
                <a:lnTo>
                  <a:pt x="763" y="119"/>
                </a:lnTo>
                <a:lnTo>
                  <a:pt x="763" y="120"/>
                </a:lnTo>
                <a:lnTo>
                  <a:pt x="764" y="120"/>
                </a:lnTo>
                <a:lnTo>
                  <a:pt x="765" y="121"/>
                </a:lnTo>
                <a:lnTo>
                  <a:pt x="764" y="121"/>
                </a:lnTo>
                <a:lnTo>
                  <a:pt x="763" y="121"/>
                </a:lnTo>
                <a:lnTo>
                  <a:pt x="762" y="122"/>
                </a:lnTo>
                <a:lnTo>
                  <a:pt x="761" y="123"/>
                </a:lnTo>
                <a:lnTo>
                  <a:pt x="760" y="123"/>
                </a:lnTo>
                <a:lnTo>
                  <a:pt x="760" y="124"/>
                </a:lnTo>
                <a:lnTo>
                  <a:pt x="760" y="125"/>
                </a:lnTo>
                <a:lnTo>
                  <a:pt x="759" y="126"/>
                </a:lnTo>
                <a:lnTo>
                  <a:pt x="760" y="127"/>
                </a:lnTo>
                <a:lnTo>
                  <a:pt x="761" y="128"/>
                </a:lnTo>
                <a:lnTo>
                  <a:pt x="762" y="128"/>
                </a:lnTo>
                <a:lnTo>
                  <a:pt x="764" y="127"/>
                </a:lnTo>
                <a:lnTo>
                  <a:pt x="765" y="127"/>
                </a:lnTo>
                <a:lnTo>
                  <a:pt x="766" y="127"/>
                </a:lnTo>
                <a:lnTo>
                  <a:pt x="766" y="128"/>
                </a:lnTo>
                <a:lnTo>
                  <a:pt x="767" y="128"/>
                </a:lnTo>
                <a:lnTo>
                  <a:pt x="767" y="127"/>
                </a:lnTo>
                <a:lnTo>
                  <a:pt x="768" y="127"/>
                </a:lnTo>
                <a:lnTo>
                  <a:pt x="769" y="127"/>
                </a:lnTo>
                <a:lnTo>
                  <a:pt x="770" y="127"/>
                </a:lnTo>
                <a:lnTo>
                  <a:pt x="771" y="126"/>
                </a:lnTo>
                <a:lnTo>
                  <a:pt x="772" y="126"/>
                </a:lnTo>
                <a:lnTo>
                  <a:pt x="772" y="127"/>
                </a:lnTo>
                <a:lnTo>
                  <a:pt x="772" y="128"/>
                </a:lnTo>
                <a:lnTo>
                  <a:pt x="773" y="128"/>
                </a:lnTo>
                <a:lnTo>
                  <a:pt x="773" y="129"/>
                </a:lnTo>
                <a:lnTo>
                  <a:pt x="774" y="128"/>
                </a:lnTo>
                <a:lnTo>
                  <a:pt x="776" y="126"/>
                </a:lnTo>
                <a:lnTo>
                  <a:pt x="777" y="126"/>
                </a:lnTo>
                <a:lnTo>
                  <a:pt x="778" y="125"/>
                </a:lnTo>
                <a:lnTo>
                  <a:pt x="779" y="125"/>
                </a:lnTo>
                <a:lnTo>
                  <a:pt x="780" y="125"/>
                </a:lnTo>
                <a:lnTo>
                  <a:pt x="782" y="126"/>
                </a:lnTo>
                <a:lnTo>
                  <a:pt x="783" y="127"/>
                </a:lnTo>
                <a:lnTo>
                  <a:pt x="784" y="127"/>
                </a:lnTo>
                <a:lnTo>
                  <a:pt x="784" y="128"/>
                </a:lnTo>
                <a:lnTo>
                  <a:pt x="784" y="130"/>
                </a:lnTo>
                <a:lnTo>
                  <a:pt x="785" y="130"/>
                </a:lnTo>
                <a:lnTo>
                  <a:pt x="786" y="130"/>
                </a:lnTo>
                <a:lnTo>
                  <a:pt x="787" y="130"/>
                </a:lnTo>
                <a:lnTo>
                  <a:pt x="788" y="130"/>
                </a:lnTo>
                <a:lnTo>
                  <a:pt x="788" y="131"/>
                </a:lnTo>
                <a:lnTo>
                  <a:pt x="789" y="132"/>
                </a:lnTo>
                <a:lnTo>
                  <a:pt x="790" y="132"/>
                </a:lnTo>
                <a:lnTo>
                  <a:pt x="793" y="132"/>
                </a:lnTo>
                <a:lnTo>
                  <a:pt x="794" y="132"/>
                </a:lnTo>
                <a:lnTo>
                  <a:pt x="795" y="131"/>
                </a:lnTo>
                <a:lnTo>
                  <a:pt x="795" y="132"/>
                </a:lnTo>
                <a:lnTo>
                  <a:pt x="796" y="132"/>
                </a:lnTo>
                <a:lnTo>
                  <a:pt x="796" y="131"/>
                </a:lnTo>
                <a:lnTo>
                  <a:pt x="797" y="132"/>
                </a:lnTo>
                <a:lnTo>
                  <a:pt x="797" y="133"/>
                </a:lnTo>
                <a:lnTo>
                  <a:pt x="799" y="133"/>
                </a:lnTo>
                <a:lnTo>
                  <a:pt x="800" y="134"/>
                </a:lnTo>
                <a:lnTo>
                  <a:pt x="801" y="134"/>
                </a:lnTo>
                <a:lnTo>
                  <a:pt x="802" y="134"/>
                </a:lnTo>
                <a:lnTo>
                  <a:pt x="803" y="134"/>
                </a:lnTo>
                <a:lnTo>
                  <a:pt x="804" y="134"/>
                </a:lnTo>
                <a:lnTo>
                  <a:pt x="804" y="133"/>
                </a:lnTo>
                <a:lnTo>
                  <a:pt x="805" y="133"/>
                </a:lnTo>
                <a:lnTo>
                  <a:pt x="806" y="133"/>
                </a:lnTo>
                <a:lnTo>
                  <a:pt x="805" y="133"/>
                </a:lnTo>
                <a:lnTo>
                  <a:pt x="805" y="134"/>
                </a:lnTo>
                <a:lnTo>
                  <a:pt x="804" y="135"/>
                </a:lnTo>
                <a:lnTo>
                  <a:pt x="803" y="135"/>
                </a:lnTo>
                <a:lnTo>
                  <a:pt x="803" y="136"/>
                </a:lnTo>
                <a:lnTo>
                  <a:pt x="802" y="136"/>
                </a:lnTo>
                <a:lnTo>
                  <a:pt x="803" y="137"/>
                </a:lnTo>
                <a:lnTo>
                  <a:pt x="802" y="137"/>
                </a:lnTo>
                <a:lnTo>
                  <a:pt x="802" y="138"/>
                </a:lnTo>
                <a:lnTo>
                  <a:pt x="801" y="138"/>
                </a:lnTo>
                <a:lnTo>
                  <a:pt x="800" y="138"/>
                </a:lnTo>
                <a:lnTo>
                  <a:pt x="800" y="139"/>
                </a:lnTo>
                <a:lnTo>
                  <a:pt x="799" y="139"/>
                </a:lnTo>
                <a:lnTo>
                  <a:pt x="799" y="140"/>
                </a:lnTo>
                <a:lnTo>
                  <a:pt x="800" y="141"/>
                </a:lnTo>
                <a:lnTo>
                  <a:pt x="800" y="142"/>
                </a:lnTo>
                <a:lnTo>
                  <a:pt x="801" y="142"/>
                </a:lnTo>
                <a:lnTo>
                  <a:pt x="802" y="142"/>
                </a:lnTo>
                <a:lnTo>
                  <a:pt x="803" y="142"/>
                </a:lnTo>
                <a:lnTo>
                  <a:pt x="803" y="141"/>
                </a:lnTo>
                <a:lnTo>
                  <a:pt x="804" y="141"/>
                </a:lnTo>
                <a:lnTo>
                  <a:pt x="805" y="141"/>
                </a:lnTo>
                <a:lnTo>
                  <a:pt x="806" y="141"/>
                </a:lnTo>
                <a:lnTo>
                  <a:pt x="806" y="140"/>
                </a:lnTo>
                <a:lnTo>
                  <a:pt x="806" y="141"/>
                </a:lnTo>
                <a:lnTo>
                  <a:pt x="807" y="141"/>
                </a:lnTo>
                <a:lnTo>
                  <a:pt x="808" y="141"/>
                </a:lnTo>
                <a:lnTo>
                  <a:pt x="808" y="142"/>
                </a:lnTo>
                <a:lnTo>
                  <a:pt x="809" y="142"/>
                </a:lnTo>
                <a:lnTo>
                  <a:pt x="810" y="143"/>
                </a:lnTo>
                <a:lnTo>
                  <a:pt x="810" y="144"/>
                </a:lnTo>
                <a:lnTo>
                  <a:pt x="810" y="145"/>
                </a:lnTo>
                <a:lnTo>
                  <a:pt x="812" y="146"/>
                </a:lnTo>
                <a:lnTo>
                  <a:pt x="812" y="147"/>
                </a:lnTo>
                <a:lnTo>
                  <a:pt x="813" y="147"/>
                </a:lnTo>
                <a:lnTo>
                  <a:pt x="814" y="147"/>
                </a:lnTo>
                <a:lnTo>
                  <a:pt x="815" y="147"/>
                </a:lnTo>
                <a:lnTo>
                  <a:pt x="816" y="147"/>
                </a:lnTo>
                <a:lnTo>
                  <a:pt x="816" y="148"/>
                </a:lnTo>
                <a:lnTo>
                  <a:pt x="816" y="149"/>
                </a:lnTo>
                <a:lnTo>
                  <a:pt x="815" y="149"/>
                </a:lnTo>
                <a:lnTo>
                  <a:pt x="816" y="149"/>
                </a:lnTo>
                <a:lnTo>
                  <a:pt x="816" y="150"/>
                </a:lnTo>
                <a:lnTo>
                  <a:pt x="817" y="150"/>
                </a:lnTo>
                <a:lnTo>
                  <a:pt x="818" y="151"/>
                </a:lnTo>
                <a:lnTo>
                  <a:pt x="818" y="152"/>
                </a:lnTo>
                <a:lnTo>
                  <a:pt x="820" y="154"/>
                </a:lnTo>
                <a:lnTo>
                  <a:pt x="823" y="154"/>
                </a:lnTo>
                <a:lnTo>
                  <a:pt x="823" y="153"/>
                </a:lnTo>
                <a:lnTo>
                  <a:pt x="824" y="153"/>
                </a:lnTo>
                <a:lnTo>
                  <a:pt x="825" y="153"/>
                </a:lnTo>
                <a:lnTo>
                  <a:pt x="826" y="153"/>
                </a:lnTo>
                <a:lnTo>
                  <a:pt x="827" y="153"/>
                </a:lnTo>
                <a:lnTo>
                  <a:pt x="828" y="153"/>
                </a:lnTo>
                <a:lnTo>
                  <a:pt x="829" y="153"/>
                </a:lnTo>
                <a:lnTo>
                  <a:pt x="830" y="152"/>
                </a:lnTo>
                <a:lnTo>
                  <a:pt x="830" y="153"/>
                </a:lnTo>
                <a:lnTo>
                  <a:pt x="830" y="154"/>
                </a:lnTo>
                <a:lnTo>
                  <a:pt x="831" y="155"/>
                </a:lnTo>
                <a:lnTo>
                  <a:pt x="831" y="156"/>
                </a:lnTo>
                <a:lnTo>
                  <a:pt x="832" y="156"/>
                </a:lnTo>
                <a:lnTo>
                  <a:pt x="834" y="157"/>
                </a:lnTo>
                <a:lnTo>
                  <a:pt x="835" y="157"/>
                </a:lnTo>
                <a:lnTo>
                  <a:pt x="835" y="158"/>
                </a:lnTo>
                <a:lnTo>
                  <a:pt x="835" y="159"/>
                </a:lnTo>
                <a:lnTo>
                  <a:pt x="835" y="160"/>
                </a:lnTo>
                <a:lnTo>
                  <a:pt x="835" y="161"/>
                </a:lnTo>
                <a:lnTo>
                  <a:pt x="835" y="162"/>
                </a:lnTo>
                <a:lnTo>
                  <a:pt x="836" y="163"/>
                </a:lnTo>
                <a:lnTo>
                  <a:pt x="836" y="164"/>
                </a:lnTo>
                <a:lnTo>
                  <a:pt x="836" y="165"/>
                </a:lnTo>
                <a:lnTo>
                  <a:pt x="836" y="166"/>
                </a:lnTo>
                <a:lnTo>
                  <a:pt x="837" y="167"/>
                </a:lnTo>
                <a:lnTo>
                  <a:pt x="837" y="168"/>
                </a:lnTo>
                <a:lnTo>
                  <a:pt x="838" y="169"/>
                </a:lnTo>
                <a:lnTo>
                  <a:pt x="838" y="170"/>
                </a:lnTo>
                <a:lnTo>
                  <a:pt x="837" y="172"/>
                </a:lnTo>
                <a:lnTo>
                  <a:pt x="839" y="172"/>
                </a:lnTo>
                <a:lnTo>
                  <a:pt x="839" y="173"/>
                </a:lnTo>
                <a:lnTo>
                  <a:pt x="839" y="174"/>
                </a:lnTo>
                <a:lnTo>
                  <a:pt x="839" y="176"/>
                </a:lnTo>
                <a:lnTo>
                  <a:pt x="839" y="177"/>
                </a:lnTo>
                <a:lnTo>
                  <a:pt x="839" y="178"/>
                </a:lnTo>
                <a:lnTo>
                  <a:pt x="838" y="178"/>
                </a:lnTo>
                <a:lnTo>
                  <a:pt x="838" y="180"/>
                </a:lnTo>
                <a:lnTo>
                  <a:pt x="838" y="181"/>
                </a:lnTo>
                <a:lnTo>
                  <a:pt x="839" y="181"/>
                </a:lnTo>
                <a:lnTo>
                  <a:pt x="839" y="183"/>
                </a:lnTo>
                <a:lnTo>
                  <a:pt x="839" y="184"/>
                </a:lnTo>
                <a:lnTo>
                  <a:pt x="839" y="185"/>
                </a:lnTo>
                <a:lnTo>
                  <a:pt x="840" y="185"/>
                </a:lnTo>
                <a:lnTo>
                  <a:pt x="841" y="185"/>
                </a:lnTo>
                <a:lnTo>
                  <a:pt x="841" y="186"/>
                </a:lnTo>
                <a:lnTo>
                  <a:pt x="842" y="187"/>
                </a:lnTo>
                <a:lnTo>
                  <a:pt x="842" y="188"/>
                </a:lnTo>
                <a:lnTo>
                  <a:pt x="842" y="190"/>
                </a:lnTo>
                <a:lnTo>
                  <a:pt x="841" y="190"/>
                </a:lnTo>
                <a:lnTo>
                  <a:pt x="841" y="191"/>
                </a:lnTo>
                <a:lnTo>
                  <a:pt x="842" y="192"/>
                </a:lnTo>
                <a:lnTo>
                  <a:pt x="842" y="193"/>
                </a:lnTo>
                <a:lnTo>
                  <a:pt x="843" y="193"/>
                </a:lnTo>
                <a:lnTo>
                  <a:pt x="843" y="195"/>
                </a:lnTo>
                <a:lnTo>
                  <a:pt x="843" y="196"/>
                </a:lnTo>
                <a:lnTo>
                  <a:pt x="843" y="197"/>
                </a:lnTo>
                <a:lnTo>
                  <a:pt x="843" y="198"/>
                </a:lnTo>
                <a:lnTo>
                  <a:pt x="844" y="199"/>
                </a:lnTo>
                <a:lnTo>
                  <a:pt x="844" y="200"/>
                </a:lnTo>
                <a:lnTo>
                  <a:pt x="844" y="201"/>
                </a:lnTo>
                <a:lnTo>
                  <a:pt x="844" y="202"/>
                </a:lnTo>
                <a:lnTo>
                  <a:pt x="846" y="203"/>
                </a:lnTo>
                <a:lnTo>
                  <a:pt x="847" y="203"/>
                </a:lnTo>
                <a:lnTo>
                  <a:pt x="847" y="204"/>
                </a:lnTo>
                <a:lnTo>
                  <a:pt x="847" y="205"/>
                </a:lnTo>
                <a:lnTo>
                  <a:pt x="846" y="206"/>
                </a:lnTo>
                <a:lnTo>
                  <a:pt x="845" y="206"/>
                </a:lnTo>
                <a:lnTo>
                  <a:pt x="845" y="207"/>
                </a:lnTo>
                <a:lnTo>
                  <a:pt x="845" y="209"/>
                </a:lnTo>
                <a:lnTo>
                  <a:pt x="845" y="210"/>
                </a:lnTo>
                <a:lnTo>
                  <a:pt x="844" y="212"/>
                </a:lnTo>
                <a:lnTo>
                  <a:pt x="844" y="211"/>
                </a:lnTo>
                <a:lnTo>
                  <a:pt x="844" y="212"/>
                </a:lnTo>
                <a:lnTo>
                  <a:pt x="843" y="212"/>
                </a:lnTo>
                <a:lnTo>
                  <a:pt x="842" y="212"/>
                </a:lnTo>
                <a:lnTo>
                  <a:pt x="842" y="213"/>
                </a:lnTo>
                <a:lnTo>
                  <a:pt x="841" y="213"/>
                </a:lnTo>
                <a:lnTo>
                  <a:pt x="840" y="213"/>
                </a:lnTo>
                <a:lnTo>
                  <a:pt x="839" y="213"/>
                </a:lnTo>
                <a:lnTo>
                  <a:pt x="838" y="213"/>
                </a:lnTo>
                <a:lnTo>
                  <a:pt x="838" y="214"/>
                </a:lnTo>
                <a:lnTo>
                  <a:pt x="839" y="214"/>
                </a:lnTo>
                <a:lnTo>
                  <a:pt x="839" y="215"/>
                </a:lnTo>
                <a:lnTo>
                  <a:pt x="837" y="215"/>
                </a:lnTo>
                <a:lnTo>
                  <a:pt x="837" y="216"/>
                </a:lnTo>
                <a:lnTo>
                  <a:pt x="836" y="216"/>
                </a:lnTo>
                <a:lnTo>
                  <a:pt x="836" y="217"/>
                </a:lnTo>
                <a:lnTo>
                  <a:pt x="835" y="219"/>
                </a:lnTo>
                <a:lnTo>
                  <a:pt x="835" y="220"/>
                </a:lnTo>
                <a:lnTo>
                  <a:pt x="834" y="221"/>
                </a:lnTo>
                <a:lnTo>
                  <a:pt x="834" y="222"/>
                </a:lnTo>
                <a:lnTo>
                  <a:pt x="835" y="223"/>
                </a:lnTo>
                <a:lnTo>
                  <a:pt x="835" y="224"/>
                </a:lnTo>
                <a:lnTo>
                  <a:pt x="836" y="224"/>
                </a:lnTo>
                <a:lnTo>
                  <a:pt x="837" y="224"/>
                </a:lnTo>
                <a:lnTo>
                  <a:pt x="837" y="225"/>
                </a:lnTo>
                <a:lnTo>
                  <a:pt x="836" y="225"/>
                </a:lnTo>
                <a:lnTo>
                  <a:pt x="836" y="227"/>
                </a:lnTo>
                <a:lnTo>
                  <a:pt x="835" y="227"/>
                </a:lnTo>
                <a:lnTo>
                  <a:pt x="836" y="228"/>
                </a:lnTo>
                <a:lnTo>
                  <a:pt x="836" y="229"/>
                </a:lnTo>
                <a:lnTo>
                  <a:pt x="835" y="229"/>
                </a:lnTo>
                <a:lnTo>
                  <a:pt x="835" y="230"/>
                </a:lnTo>
                <a:lnTo>
                  <a:pt x="835" y="231"/>
                </a:lnTo>
                <a:lnTo>
                  <a:pt x="836" y="231"/>
                </a:lnTo>
                <a:lnTo>
                  <a:pt x="837" y="231"/>
                </a:lnTo>
                <a:lnTo>
                  <a:pt x="838" y="231"/>
                </a:lnTo>
                <a:lnTo>
                  <a:pt x="839" y="233"/>
                </a:lnTo>
                <a:lnTo>
                  <a:pt x="839" y="234"/>
                </a:lnTo>
                <a:lnTo>
                  <a:pt x="839" y="236"/>
                </a:lnTo>
                <a:lnTo>
                  <a:pt x="839" y="237"/>
                </a:lnTo>
                <a:lnTo>
                  <a:pt x="838" y="237"/>
                </a:lnTo>
                <a:lnTo>
                  <a:pt x="838" y="238"/>
                </a:lnTo>
                <a:lnTo>
                  <a:pt x="838" y="239"/>
                </a:lnTo>
                <a:lnTo>
                  <a:pt x="838" y="240"/>
                </a:lnTo>
                <a:lnTo>
                  <a:pt x="839" y="240"/>
                </a:lnTo>
                <a:lnTo>
                  <a:pt x="840" y="239"/>
                </a:lnTo>
                <a:lnTo>
                  <a:pt x="842" y="239"/>
                </a:lnTo>
                <a:lnTo>
                  <a:pt x="843" y="239"/>
                </a:lnTo>
                <a:lnTo>
                  <a:pt x="844" y="239"/>
                </a:lnTo>
                <a:lnTo>
                  <a:pt x="844" y="241"/>
                </a:lnTo>
                <a:lnTo>
                  <a:pt x="844" y="242"/>
                </a:lnTo>
                <a:lnTo>
                  <a:pt x="843" y="243"/>
                </a:lnTo>
                <a:lnTo>
                  <a:pt x="843" y="244"/>
                </a:lnTo>
                <a:lnTo>
                  <a:pt x="843" y="245"/>
                </a:lnTo>
                <a:lnTo>
                  <a:pt x="842" y="246"/>
                </a:lnTo>
                <a:lnTo>
                  <a:pt x="841" y="247"/>
                </a:lnTo>
                <a:lnTo>
                  <a:pt x="841" y="248"/>
                </a:lnTo>
                <a:lnTo>
                  <a:pt x="841" y="249"/>
                </a:lnTo>
                <a:lnTo>
                  <a:pt x="840" y="252"/>
                </a:lnTo>
                <a:lnTo>
                  <a:pt x="840" y="253"/>
                </a:lnTo>
                <a:lnTo>
                  <a:pt x="841" y="254"/>
                </a:lnTo>
                <a:lnTo>
                  <a:pt x="842" y="255"/>
                </a:lnTo>
                <a:lnTo>
                  <a:pt x="841" y="257"/>
                </a:lnTo>
                <a:lnTo>
                  <a:pt x="840" y="258"/>
                </a:lnTo>
                <a:lnTo>
                  <a:pt x="840" y="259"/>
                </a:lnTo>
                <a:lnTo>
                  <a:pt x="839" y="260"/>
                </a:lnTo>
                <a:lnTo>
                  <a:pt x="839" y="261"/>
                </a:lnTo>
                <a:lnTo>
                  <a:pt x="839" y="262"/>
                </a:lnTo>
                <a:lnTo>
                  <a:pt x="838" y="263"/>
                </a:lnTo>
                <a:lnTo>
                  <a:pt x="837" y="264"/>
                </a:lnTo>
                <a:lnTo>
                  <a:pt x="837" y="265"/>
                </a:lnTo>
                <a:lnTo>
                  <a:pt x="837" y="266"/>
                </a:lnTo>
                <a:lnTo>
                  <a:pt x="837" y="267"/>
                </a:lnTo>
                <a:lnTo>
                  <a:pt x="836" y="268"/>
                </a:lnTo>
                <a:lnTo>
                  <a:pt x="836" y="269"/>
                </a:lnTo>
                <a:lnTo>
                  <a:pt x="836" y="270"/>
                </a:lnTo>
                <a:lnTo>
                  <a:pt x="835" y="270"/>
                </a:lnTo>
                <a:lnTo>
                  <a:pt x="834" y="271"/>
                </a:lnTo>
                <a:lnTo>
                  <a:pt x="833" y="273"/>
                </a:lnTo>
                <a:lnTo>
                  <a:pt x="832" y="275"/>
                </a:lnTo>
                <a:lnTo>
                  <a:pt x="832" y="276"/>
                </a:lnTo>
                <a:lnTo>
                  <a:pt x="831" y="277"/>
                </a:lnTo>
                <a:lnTo>
                  <a:pt x="831" y="278"/>
                </a:lnTo>
                <a:lnTo>
                  <a:pt x="830" y="278"/>
                </a:lnTo>
                <a:lnTo>
                  <a:pt x="827" y="279"/>
                </a:lnTo>
                <a:lnTo>
                  <a:pt x="826" y="279"/>
                </a:lnTo>
                <a:lnTo>
                  <a:pt x="825" y="279"/>
                </a:lnTo>
                <a:lnTo>
                  <a:pt x="824" y="279"/>
                </a:lnTo>
                <a:lnTo>
                  <a:pt x="824" y="278"/>
                </a:lnTo>
                <a:lnTo>
                  <a:pt x="824" y="277"/>
                </a:lnTo>
                <a:lnTo>
                  <a:pt x="823" y="276"/>
                </a:lnTo>
                <a:lnTo>
                  <a:pt x="822" y="275"/>
                </a:lnTo>
                <a:lnTo>
                  <a:pt x="820" y="274"/>
                </a:lnTo>
                <a:lnTo>
                  <a:pt x="819" y="274"/>
                </a:lnTo>
                <a:lnTo>
                  <a:pt x="819" y="273"/>
                </a:lnTo>
                <a:lnTo>
                  <a:pt x="819" y="271"/>
                </a:lnTo>
                <a:lnTo>
                  <a:pt x="819" y="270"/>
                </a:lnTo>
                <a:lnTo>
                  <a:pt x="819" y="269"/>
                </a:lnTo>
                <a:lnTo>
                  <a:pt x="819" y="268"/>
                </a:lnTo>
                <a:lnTo>
                  <a:pt x="818" y="267"/>
                </a:lnTo>
                <a:lnTo>
                  <a:pt x="817" y="266"/>
                </a:lnTo>
                <a:lnTo>
                  <a:pt x="817" y="265"/>
                </a:lnTo>
                <a:lnTo>
                  <a:pt x="817" y="264"/>
                </a:lnTo>
                <a:lnTo>
                  <a:pt x="817" y="263"/>
                </a:lnTo>
                <a:lnTo>
                  <a:pt x="817" y="262"/>
                </a:lnTo>
                <a:lnTo>
                  <a:pt x="816" y="262"/>
                </a:lnTo>
                <a:lnTo>
                  <a:pt x="815" y="262"/>
                </a:lnTo>
                <a:lnTo>
                  <a:pt x="814" y="262"/>
                </a:lnTo>
                <a:lnTo>
                  <a:pt x="813" y="262"/>
                </a:lnTo>
                <a:lnTo>
                  <a:pt x="812" y="262"/>
                </a:lnTo>
                <a:lnTo>
                  <a:pt x="812" y="261"/>
                </a:lnTo>
                <a:lnTo>
                  <a:pt x="811" y="261"/>
                </a:lnTo>
                <a:lnTo>
                  <a:pt x="811" y="262"/>
                </a:lnTo>
                <a:lnTo>
                  <a:pt x="810" y="263"/>
                </a:lnTo>
                <a:lnTo>
                  <a:pt x="809" y="263"/>
                </a:lnTo>
                <a:lnTo>
                  <a:pt x="809" y="264"/>
                </a:lnTo>
                <a:lnTo>
                  <a:pt x="808" y="264"/>
                </a:lnTo>
                <a:lnTo>
                  <a:pt x="807" y="264"/>
                </a:lnTo>
                <a:lnTo>
                  <a:pt x="806" y="264"/>
                </a:lnTo>
                <a:lnTo>
                  <a:pt x="806" y="263"/>
                </a:lnTo>
                <a:lnTo>
                  <a:pt x="805" y="262"/>
                </a:lnTo>
                <a:lnTo>
                  <a:pt x="805" y="261"/>
                </a:lnTo>
                <a:lnTo>
                  <a:pt x="805" y="262"/>
                </a:lnTo>
                <a:lnTo>
                  <a:pt x="804" y="262"/>
                </a:lnTo>
                <a:lnTo>
                  <a:pt x="803" y="261"/>
                </a:lnTo>
                <a:lnTo>
                  <a:pt x="802" y="261"/>
                </a:lnTo>
                <a:lnTo>
                  <a:pt x="801" y="261"/>
                </a:lnTo>
                <a:lnTo>
                  <a:pt x="799" y="260"/>
                </a:lnTo>
                <a:lnTo>
                  <a:pt x="797" y="259"/>
                </a:lnTo>
                <a:lnTo>
                  <a:pt x="796" y="260"/>
                </a:lnTo>
                <a:lnTo>
                  <a:pt x="795" y="260"/>
                </a:lnTo>
                <a:lnTo>
                  <a:pt x="795" y="261"/>
                </a:lnTo>
                <a:lnTo>
                  <a:pt x="795" y="262"/>
                </a:lnTo>
                <a:lnTo>
                  <a:pt x="794" y="262"/>
                </a:lnTo>
                <a:lnTo>
                  <a:pt x="794" y="263"/>
                </a:lnTo>
                <a:lnTo>
                  <a:pt x="793" y="263"/>
                </a:lnTo>
                <a:lnTo>
                  <a:pt x="792" y="263"/>
                </a:lnTo>
                <a:lnTo>
                  <a:pt x="791" y="263"/>
                </a:lnTo>
                <a:lnTo>
                  <a:pt x="791" y="264"/>
                </a:lnTo>
                <a:lnTo>
                  <a:pt x="790" y="264"/>
                </a:lnTo>
                <a:lnTo>
                  <a:pt x="789" y="265"/>
                </a:lnTo>
                <a:lnTo>
                  <a:pt x="788" y="265"/>
                </a:lnTo>
                <a:lnTo>
                  <a:pt x="787" y="266"/>
                </a:lnTo>
                <a:lnTo>
                  <a:pt x="786" y="267"/>
                </a:lnTo>
                <a:lnTo>
                  <a:pt x="784" y="268"/>
                </a:lnTo>
                <a:lnTo>
                  <a:pt x="784" y="269"/>
                </a:lnTo>
                <a:lnTo>
                  <a:pt x="782" y="269"/>
                </a:lnTo>
                <a:lnTo>
                  <a:pt x="780" y="270"/>
                </a:lnTo>
                <a:lnTo>
                  <a:pt x="779" y="270"/>
                </a:lnTo>
                <a:lnTo>
                  <a:pt x="777" y="271"/>
                </a:lnTo>
                <a:lnTo>
                  <a:pt x="776" y="272"/>
                </a:lnTo>
                <a:lnTo>
                  <a:pt x="776" y="273"/>
                </a:lnTo>
                <a:lnTo>
                  <a:pt x="776" y="274"/>
                </a:lnTo>
                <a:lnTo>
                  <a:pt x="775" y="274"/>
                </a:lnTo>
                <a:lnTo>
                  <a:pt x="774" y="274"/>
                </a:lnTo>
                <a:lnTo>
                  <a:pt x="773" y="275"/>
                </a:lnTo>
                <a:lnTo>
                  <a:pt x="772" y="275"/>
                </a:lnTo>
                <a:lnTo>
                  <a:pt x="772" y="276"/>
                </a:lnTo>
                <a:lnTo>
                  <a:pt x="771" y="277"/>
                </a:lnTo>
                <a:lnTo>
                  <a:pt x="770" y="278"/>
                </a:lnTo>
                <a:lnTo>
                  <a:pt x="768" y="280"/>
                </a:lnTo>
                <a:lnTo>
                  <a:pt x="767" y="280"/>
                </a:lnTo>
                <a:lnTo>
                  <a:pt x="766" y="282"/>
                </a:lnTo>
                <a:lnTo>
                  <a:pt x="766" y="283"/>
                </a:lnTo>
                <a:lnTo>
                  <a:pt x="766" y="284"/>
                </a:lnTo>
                <a:lnTo>
                  <a:pt x="766" y="285"/>
                </a:lnTo>
                <a:lnTo>
                  <a:pt x="767" y="285"/>
                </a:lnTo>
                <a:lnTo>
                  <a:pt x="767" y="286"/>
                </a:lnTo>
                <a:lnTo>
                  <a:pt x="767" y="287"/>
                </a:lnTo>
                <a:lnTo>
                  <a:pt x="766" y="287"/>
                </a:lnTo>
                <a:lnTo>
                  <a:pt x="765" y="287"/>
                </a:lnTo>
                <a:lnTo>
                  <a:pt x="765" y="288"/>
                </a:lnTo>
                <a:lnTo>
                  <a:pt x="764" y="288"/>
                </a:lnTo>
                <a:lnTo>
                  <a:pt x="764" y="289"/>
                </a:lnTo>
                <a:lnTo>
                  <a:pt x="764" y="288"/>
                </a:lnTo>
                <a:lnTo>
                  <a:pt x="764" y="287"/>
                </a:lnTo>
                <a:lnTo>
                  <a:pt x="764" y="286"/>
                </a:lnTo>
                <a:lnTo>
                  <a:pt x="764" y="285"/>
                </a:lnTo>
                <a:lnTo>
                  <a:pt x="764" y="286"/>
                </a:lnTo>
                <a:lnTo>
                  <a:pt x="762" y="287"/>
                </a:lnTo>
                <a:lnTo>
                  <a:pt x="761" y="288"/>
                </a:lnTo>
                <a:lnTo>
                  <a:pt x="761" y="289"/>
                </a:lnTo>
                <a:lnTo>
                  <a:pt x="760" y="290"/>
                </a:lnTo>
                <a:lnTo>
                  <a:pt x="759" y="290"/>
                </a:lnTo>
                <a:lnTo>
                  <a:pt x="757" y="290"/>
                </a:lnTo>
                <a:lnTo>
                  <a:pt x="756" y="290"/>
                </a:lnTo>
                <a:lnTo>
                  <a:pt x="756" y="291"/>
                </a:lnTo>
                <a:lnTo>
                  <a:pt x="756" y="292"/>
                </a:lnTo>
                <a:lnTo>
                  <a:pt x="757" y="293"/>
                </a:lnTo>
                <a:lnTo>
                  <a:pt x="757" y="294"/>
                </a:lnTo>
                <a:lnTo>
                  <a:pt x="758" y="295"/>
                </a:lnTo>
                <a:lnTo>
                  <a:pt x="757" y="296"/>
                </a:lnTo>
                <a:lnTo>
                  <a:pt x="757" y="298"/>
                </a:lnTo>
                <a:lnTo>
                  <a:pt x="756" y="299"/>
                </a:lnTo>
                <a:lnTo>
                  <a:pt x="755" y="299"/>
                </a:lnTo>
                <a:lnTo>
                  <a:pt x="755" y="300"/>
                </a:lnTo>
                <a:lnTo>
                  <a:pt x="753" y="301"/>
                </a:lnTo>
                <a:lnTo>
                  <a:pt x="752" y="302"/>
                </a:lnTo>
                <a:lnTo>
                  <a:pt x="751" y="303"/>
                </a:lnTo>
                <a:lnTo>
                  <a:pt x="750" y="303"/>
                </a:lnTo>
                <a:lnTo>
                  <a:pt x="749" y="303"/>
                </a:lnTo>
                <a:lnTo>
                  <a:pt x="748" y="304"/>
                </a:lnTo>
                <a:lnTo>
                  <a:pt x="746" y="304"/>
                </a:lnTo>
                <a:lnTo>
                  <a:pt x="745" y="305"/>
                </a:lnTo>
                <a:lnTo>
                  <a:pt x="745" y="306"/>
                </a:lnTo>
                <a:lnTo>
                  <a:pt x="745" y="307"/>
                </a:lnTo>
                <a:lnTo>
                  <a:pt x="745" y="308"/>
                </a:lnTo>
                <a:lnTo>
                  <a:pt x="744" y="309"/>
                </a:lnTo>
                <a:lnTo>
                  <a:pt x="744" y="310"/>
                </a:lnTo>
                <a:lnTo>
                  <a:pt x="745" y="310"/>
                </a:lnTo>
                <a:lnTo>
                  <a:pt x="745" y="311"/>
                </a:lnTo>
                <a:lnTo>
                  <a:pt x="744" y="311"/>
                </a:lnTo>
                <a:lnTo>
                  <a:pt x="744" y="312"/>
                </a:lnTo>
                <a:lnTo>
                  <a:pt x="743" y="313"/>
                </a:lnTo>
                <a:lnTo>
                  <a:pt x="744" y="313"/>
                </a:lnTo>
                <a:lnTo>
                  <a:pt x="744" y="314"/>
                </a:lnTo>
                <a:lnTo>
                  <a:pt x="743" y="314"/>
                </a:lnTo>
                <a:lnTo>
                  <a:pt x="742" y="315"/>
                </a:lnTo>
                <a:lnTo>
                  <a:pt x="741" y="315"/>
                </a:lnTo>
                <a:lnTo>
                  <a:pt x="740" y="315"/>
                </a:lnTo>
                <a:lnTo>
                  <a:pt x="739" y="316"/>
                </a:lnTo>
                <a:lnTo>
                  <a:pt x="738" y="316"/>
                </a:lnTo>
                <a:lnTo>
                  <a:pt x="738" y="317"/>
                </a:lnTo>
                <a:lnTo>
                  <a:pt x="737" y="317"/>
                </a:lnTo>
                <a:lnTo>
                  <a:pt x="736" y="317"/>
                </a:lnTo>
                <a:lnTo>
                  <a:pt x="736" y="316"/>
                </a:lnTo>
                <a:lnTo>
                  <a:pt x="737" y="316"/>
                </a:lnTo>
                <a:lnTo>
                  <a:pt x="737" y="315"/>
                </a:lnTo>
                <a:lnTo>
                  <a:pt x="737" y="314"/>
                </a:lnTo>
                <a:lnTo>
                  <a:pt x="737" y="313"/>
                </a:lnTo>
                <a:lnTo>
                  <a:pt x="736" y="311"/>
                </a:lnTo>
                <a:lnTo>
                  <a:pt x="735" y="311"/>
                </a:lnTo>
                <a:lnTo>
                  <a:pt x="735" y="312"/>
                </a:lnTo>
                <a:lnTo>
                  <a:pt x="734" y="313"/>
                </a:lnTo>
                <a:lnTo>
                  <a:pt x="733" y="313"/>
                </a:lnTo>
                <a:lnTo>
                  <a:pt x="732" y="313"/>
                </a:lnTo>
                <a:lnTo>
                  <a:pt x="732" y="314"/>
                </a:lnTo>
                <a:lnTo>
                  <a:pt x="731" y="315"/>
                </a:lnTo>
                <a:lnTo>
                  <a:pt x="730" y="317"/>
                </a:lnTo>
                <a:lnTo>
                  <a:pt x="729" y="317"/>
                </a:lnTo>
                <a:lnTo>
                  <a:pt x="729" y="318"/>
                </a:lnTo>
                <a:lnTo>
                  <a:pt x="728" y="319"/>
                </a:lnTo>
                <a:lnTo>
                  <a:pt x="728" y="320"/>
                </a:lnTo>
                <a:lnTo>
                  <a:pt x="727" y="321"/>
                </a:lnTo>
                <a:lnTo>
                  <a:pt x="726" y="321"/>
                </a:lnTo>
                <a:lnTo>
                  <a:pt x="725" y="321"/>
                </a:lnTo>
                <a:lnTo>
                  <a:pt x="724" y="321"/>
                </a:lnTo>
                <a:lnTo>
                  <a:pt x="722" y="323"/>
                </a:lnTo>
                <a:lnTo>
                  <a:pt x="722" y="324"/>
                </a:lnTo>
                <a:lnTo>
                  <a:pt x="721" y="325"/>
                </a:lnTo>
                <a:lnTo>
                  <a:pt x="720" y="326"/>
                </a:lnTo>
                <a:lnTo>
                  <a:pt x="719" y="327"/>
                </a:lnTo>
                <a:lnTo>
                  <a:pt x="719" y="328"/>
                </a:lnTo>
                <a:lnTo>
                  <a:pt x="719" y="329"/>
                </a:lnTo>
                <a:lnTo>
                  <a:pt x="718" y="332"/>
                </a:lnTo>
                <a:lnTo>
                  <a:pt x="717" y="332"/>
                </a:lnTo>
                <a:lnTo>
                  <a:pt x="717" y="333"/>
                </a:lnTo>
                <a:lnTo>
                  <a:pt x="717" y="334"/>
                </a:lnTo>
                <a:lnTo>
                  <a:pt x="716" y="335"/>
                </a:lnTo>
                <a:lnTo>
                  <a:pt x="715" y="336"/>
                </a:lnTo>
                <a:lnTo>
                  <a:pt x="715" y="337"/>
                </a:lnTo>
                <a:lnTo>
                  <a:pt x="714" y="339"/>
                </a:lnTo>
                <a:lnTo>
                  <a:pt x="713" y="340"/>
                </a:lnTo>
                <a:lnTo>
                  <a:pt x="712" y="340"/>
                </a:lnTo>
                <a:lnTo>
                  <a:pt x="712" y="341"/>
                </a:lnTo>
                <a:lnTo>
                  <a:pt x="711" y="342"/>
                </a:lnTo>
                <a:lnTo>
                  <a:pt x="711" y="343"/>
                </a:lnTo>
                <a:lnTo>
                  <a:pt x="710" y="344"/>
                </a:lnTo>
                <a:lnTo>
                  <a:pt x="709" y="345"/>
                </a:lnTo>
                <a:lnTo>
                  <a:pt x="709" y="346"/>
                </a:lnTo>
                <a:lnTo>
                  <a:pt x="708" y="347"/>
                </a:lnTo>
                <a:lnTo>
                  <a:pt x="707" y="348"/>
                </a:lnTo>
                <a:lnTo>
                  <a:pt x="707" y="349"/>
                </a:lnTo>
                <a:lnTo>
                  <a:pt x="706" y="349"/>
                </a:lnTo>
                <a:lnTo>
                  <a:pt x="705" y="349"/>
                </a:lnTo>
                <a:lnTo>
                  <a:pt x="705" y="348"/>
                </a:lnTo>
                <a:lnTo>
                  <a:pt x="705" y="347"/>
                </a:lnTo>
                <a:lnTo>
                  <a:pt x="704" y="347"/>
                </a:lnTo>
                <a:lnTo>
                  <a:pt x="704" y="346"/>
                </a:lnTo>
                <a:lnTo>
                  <a:pt x="703" y="346"/>
                </a:lnTo>
                <a:lnTo>
                  <a:pt x="703" y="345"/>
                </a:lnTo>
                <a:lnTo>
                  <a:pt x="704" y="345"/>
                </a:lnTo>
                <a:lnTo>
                  <a:pt x="704" y="344"/>
                </a:lnTo>
                <a:lnTo>
                  <a:pt x="704" y="343"/>
                </a:lnTo>
                <a:lnTo>
                  <a:pt x="703" y="343"/>
                </a:lnTo>
                <a:lnTo>
                  <a:pt x="703" y="342"/>
                </a:lnTo>
                <a:lnTo>
                  <a:pt x="703" y="341"/>
                </a:lnTo>
                <a:lnTo>
                  <a:pt x="704" y="341"/>
                </a:lnTo>
                <a:lnTo>
                  <a:pt x="704" y="340"/>
                </a:lnTo>
                <a:lnTo>
                  <a:pt x="705" y="340"/>
                </a:lnTo>
                <a:lnTo>
                  <a:pt x="705" y="339"/>
                </a:lnTo>
                <a:lnTo>
                  <a:pt x="706" y="337"/>
                </a:lnTo>
                <a:lnTo>
                  <a:pt x="707" y="336"/>
                </a:lnTo>
                <a:lnTo>
                  <a:pt x="707" y="335"/>
                </a:lnTo>
                <a:lnTo>
                  <a:pt x="707" y="334"/>
                </a:lnTo>
                <a:lnTo>
                  <a:pt x="706" y="334"/>
                </a:lnTo>
                <a:lnTo>
                  <a:pt x="705" y="334"/>
                </a:lnTo>
                <a:lnTo>
                  <a:pt x="705" y="333"/>
                </a:lnTo>
                <a:lnTo>
                  <a:pt x="705" y="332"/>
                </a:lnTo>
                <a:lnTo>
                  <a:pt x="704" y="331"/>
                </a:lnTo>
                <a:lnTo>
                  <a:pt x="702" y="329"/>
                </a:lnTo>
                <a:lnTo>
                  <a:pt x="700" y="328"/>
                </a:lnTo>
                <a:lnTo>
                  <a:pt x="699" y="327"/>
                </a:lnTo>
                <a:lnTo>
                  <a:pt x="698" y="327"/>
                </a:lnTo>
                <a:lnTo>
                  <a:pt x="698" y="326"/>
                </a:lnTo>
                <a:lnTo>
                  <a:pt x="699" y="326"/>
                </a:lnTo>
                <a:lnTo>
                  <a:pt x="700" y="326"/>
                </a:lnTo>
                <a:lnTo>
                  <a:pt x="700" y="325"/>
                </a:lnTo>
                <a:lnTo>
                  <a:pt x="701" y="323"/>
                </a:lnTo>
                <a:lnTo>
                  <a:pt x="700" y="322"/>
                </a:lnTo>
                <a:lnTo>
                  <a:pt x="700" y="323"/>
                </a:lnTo>
                <a:lnTo>
                  <a:pt x="699" y="324"/>
                </a:lnTo>
                <a:lnTo>
                  <a:pt x="698" y="325"/>
                </a:lnTo>
                <a:lnTo>
                  <a:pt x="698" y="324"/>
                </a:lnTo>
                <a:lnTo>
                  <a:pt x="697" y="323"/>
                </a:lnTo>
                <a:lnTo>
                  <a:pt x="697" y="322"/>
                </a:lnTo>
                <a:lnTo>
                  <a:pt x="696" y="322"/>
                </a:lnTo>
                <a:lnTo>
                  <a:pt x="695" y="322"/>
                </a:lnTo>
                <a:lnTo>
                  <a:pt x="695" y="321"/>
                </a:lnTo>
                <a:lnTo>
                  <a:pt x="696" y="321"/>
                </a:lnTo>
                <a:lnTo>
                  <a:pt x="696" y="320"/>
                </a:lnTo>
                <a:lnTo>
                  <a:pt x="695" y="320"/>
                </a:lnTo>
                <a:lnTo>
                  <a:pt x="695" y="321"/>
                </a:lnTo>
                <a:lnTo>
                  <a:pt x="695" y="322"/>
                </a:lnTo>
                <a:lnTo>
                  <a:pt x="694" y="322"/>
                </a:lnTo>
                <a:lnTo>
                  <a:pt x="693" y="323"/>
                </a:lnTo>
                <a:lnTo>
                  <a:pt x="693" y="324"/>
                </a:lnTo>
                <a:lnTo>
                  <a:pt x="692" y="325"/>
                </a:lnTo>
                <a:lnTo>
                  <a:pt x="690" y="326"/>
                </a:lnTo>
                <a:lnTo>
                  <a:pt x="689" y="326"/>
                </a:lnTo>
                <a:lnTo>
                  <a:pt x="688" y="327"/>
                </a:lnTo>
                <a:lnTo>
                  <a:pt x="688" y="328"/>
                </a:lnTo>
                <a:lnTo>
                  <a:pt x="687" y="328"/>
                </a:lnTo>
                <a:lnTo>
                  <a:pt x="686" y="329"/>
                </a:lnTo>
                <a:lnTo>
                  <a:pt x="684" y="329"/>
                </a:lnTo>
                <a:lnTo>
                  <a:pt x="684" y="331"/>
                </a:lnTo>
                <a:lnTo>
                  <a:pt x="685" y="330"/>
                </a:lnTo>
                <a:lnTo>
                  <a:pt x="686" y="329"/>
                </a:lnTo>
                <a:lnTo>
                  <a:pt x="687" y="330"/>
                </a:lnTo>
                <a:lnTo>
                  <a:pt x="686" y="331"/>
                </a:lnTo>
                <a:lnTo>
                  <a:pt x="685" y="332"/>
                </a:lnTo>
                <a:lnTo>
                  <a:pt x="684" y="333"/>
                </a:lnTo>
                <a:lnTo>
                  <a:pt x="683" y="333"/>
                </a:lnTo>
                <a:lnTo>
                  <a:pt x="682" y="334"/>
                </a:lnTo>
                <a:lnTo>
                  <a:pt x="682" y="335"/>
                </a:lnTo>
                <a:lnTo>
                  <a:pt x="681" y="335"/>
                </a:lnTo>
                <a:lnTo>
                  <a:pt x="680" y="335"/>
                </a:lnTo>
                <a:lnTo>
                  <a:pt x="679" y="337"/>
                </a:lnTo>
                <a:lnTo>
                  <a:pt x="678" y="339"/>
                </a:lnTo>
                <a:lnTo>
                  <a:pt x="677" y="338"/>
                </a:lnTo>
                <a:lnTo>
                  <a:pt x="674" y="338"/>
                </a:lnTo>
                <a:lnTo>
                  <a:pt x="673" y="338"/>
                </a:lnTo>
                <a:lnTo>
                  <a:pt x="673" y="339"/>
                </a:lnTo>
                <a:lnTo>
                  <a:pt x="674" y="339"/>
                </a:lnTo>
                <a:lnTo>
                  <a:pt x="673" y="340"/>
                </a:lnTo>
                <a:lnTo>
                  <a:pt x="671" y="342"/>
                </a:lnTo>
                <a:lnTo>
                  <a:pt x="670" y="343"/>
                </a:lnTo>
                <a:lnTo>
                  <a:pt x="670" y="344"/>
                </a:lnTo>
                <a:lnTo>
                  <a:pt x="669" y="344"/>
                </a:lnTo>
                <a:lnTo>
                  <a:pt x="669" y="343"/>
                </a:lnTo>
                <a:lnTo>
                  <a:pt x="669" y="342"/>
                </a:lnTo>
                <a:lnTo>
                  <a:pt x="669" y="341"/>
                </a:lnTo>
                <a:lnTo>
                  <a:pt x="668" y="341"/>
                </a:lnTo>
                <a:lnTo>
                  <a:pt x="668" y="342"/>
                </a:lnTo>
                <a:lnTo>
                  <a:pt x="667" y="342"/>
                </a:lnTo>
                <a:lnTo>
                  <a:pt x="666" y="342"/>
                </a:lnTo>
                <a:lnTo>
                  <a:pt x="665" y="342"/>
                </a:lnTo>
                <a:lnTo>
                  <a:pt x="665" y="341"/>
                </a:lnTo>
                <a:lnTo>
                  <a:pt x="666" y="341"/>
                </a:lnTo>
                <a:lnTo>
                  <a:pt x="665" y="340"/>
                </a:lnTo>
                <a:lnTo>
                  <a:pt x="664" y="340"/>
                </a:lnTo>
                <a:lnTo>
                  <a:pt x="664" y="339"/>
                </a:lnTo>
                <a:lnTo>
                  <a:pt x="664" y="338"/>
                </a:lnTo>
                <a:lnTo>
                  <a:pt x="663" y="336"/>
                </a:lnTo>
                <a:lnTo>
                  <a:pt x="662" y="334"/>
                </a:lnTo>
                <a:lnTo>
                  <a:pt x="661" y="334"/>
                </a:lnTo>
                <a:lnTo>
                  <a:pt x="660" y="334"/>
                </a:lnTo>
                <a:lnTo>
                  <a:pt x="660" y="333"/>
                </a:lnTo>
                <a:lnTo>
                  <a:pt x="659" y="330"/>
                </a:lnTo>
                <a:lnTo>
                  <a:pt x="659" y="329"/>
                </a:lnTo>
                <a:lnTo>
                  <a:pt x="658" y="329"/>
                </a:lnTo>
                <a:lnTo>
                  <a:pt x="658" y="328"/>
                </a:lnTo>
                <a:lnTo>
                  <a:pt x="658" y="327"/>
                </a:lnTo>
                <a:lnTo>
                  <a:pt x="660" y="326"/>
                </a:lnTo>
                <a:lnTo>
                  <a:pt x="661" y="326"/>
                </a:lnTo>
                <a:lnTo>
                  <a:pt x="662" y="326"/>
                </a:lnTo>
                <a:lnTo>
                  <a:pt x="663" y="326"/>
                </a:lnTo>
                <a:lnTo>
                  <a:pt x="663" y="325"/>
                </a:lnTo>
                <a:lnTo>
                  <a:pt x="664" y="323"/>
                </a:lnTo>
                <a:lnTo>
                  <a:pt x="665" y="322"/>
                </a:lnTo>
                <a:lnTo>
                  <a:pt x="665" y="321"/>
                </a:lnTo>
                <a:lnTo>
                  <a:pt x="664" y="321"/>
                </a:lnTo>
                <a:lnTo>
                  <a:pt x="664" y="320"/>
                </a:lnTo>
                <a:lnTo>
                  <a:pt x="663" y="319"/>
                </a:lnTo>
                <a:lnTo>
                  <a:pt x="660" y="319"/>
                </a:lnTo>
                <a:lnTo>
                  <a:pt x="659" y="318"/>
                </a:lnTo>
                <a:lnTo>
                  <a:pt x="658" y="319"/>
                </a:lnTo>
                <a:lnTo>
                  <a:pt x="657" y="320"/>
                </a:lnTo>
                <a:lnTo>
                  <a:pt x="656" y="320"/>
                </a:lnTo>
                <a:lnTo>
                  <a:pt x="655" y="319"/>
                </a:lnTo>
                <a:lnTo>
                  <a:pt x="654" y="319"/>
                </a:lnTo>
                <a:lnTo>
                  <a:pt x="653" y="320"/>
                </a:lnTo>
                <a:lnTo>
                  <a:pt x="652" y="319"/>
                </a:lnTo>
                <a:lnTo>
                  <a:pt x="651" y="318"/>
                </a:lnTo>
                <a:lnTo>
                  <a:pt x="651" y="317"/>
                </a:lnTo>
                <a:lnTo>
                  <a:pt x="650" y="318"/>
                </a:lnTo>
                <a:lnTo>
                  <a:pt x="648" y="320"/>
                </a:lnTo>
                <a:lnTo>
                  <a:pt x="647" y="320"/>
                </a:lnTo>
                <a:lnTo>
                  <a:pt x="646" y="322"/>
                </a:lnTo>
                <a:lnTo>
                  <a:pt x="645" y="323"/>
                </a:lnTo>
                <a:lnTo>
                  <a:pt x="644" y="323"/>
                </a:lnTo>
                <a:lnTo>
                  <a:pt x="644" y="322"/>
                </a:lnTo>
                <a:lnTo>
                  <a:pt x="643" y="322"/>
                </a:lnTo>
                <a:lnTo>
                  <a:pt x="643" y="323"/>
                </a:lnTo>
                <a:lnTo>
                  <a:pt x="641" y="324"/>
                </a:lnTo>
                <a:lnTo>
                  <a:pt x="641" y="323"/>
                </a:lnTo>
                <a:lnTo>
                  <a:pt x="640" y="323"/>
                </a:lnTo>
                <a:lnTo>
                  <a:pt x="639" y="323"/>
                </a:lnTo>
                <a:lnTo>
                  <a:pt x="638" y="324"/>
                </a:lnTo>
                <a:lnTo>
                  <a:pt x="637" y="324"/>
                </a:lnTo>
                <a:lnTo>
                  <a:pt x="637" y="325"/>
                </a:lnTo>
                <a:lnTo>
                  <a:pt x="636" y="326"/>
                </a:lnTo>
                <a:lnTo>
                  <a:pt x="636" y="327"/>
                </a:lnTo>
                <a:lnTo>
                  <a:pt x="635" y="327"/>
                </a:lnTo>
                <a:lnTo>
                  <a:pt x="634" y="328"/>
                </a:lnTo>
                <a:lnTo>
                  <a:pt x="634" y="329"/>
                </a:lnTo>
                <a:lnTo>
                  <a:pt x="633" y="330"/>
                </a:lnTo>
                <a:lnTo>
                  <a:pt x="632" y="330"/>
                </a:lnTo>
                <a:lnTo>
                  <a:pt x="631" y="331"/>
                </a:lnTo>
                <a:lnTo>
                  <a:pt x="630" y="332"/>
                </a:lnTo>
                <a:lnTo>
                  <a:pt x="629" y="333"/>
                </a:lnTo>
                <a:lnTo>
                  <a:pt x="629" y="334"/>
                </a:lnTo>
                <a:lnTo>
                  <a:pt x="628" y="334"/>
                </a:lnTo>
                <a:lnTo>
                  <a:pt x="628" y="335"/>
                </a:lnTo>
                <a:lnTo>
                  <a:pt x="626" y="336"/>
                </a:lnTo>
                <a:lnTo>
                  <a:pt x="626" y="337"/>
                </a:lnTo>
                <a:lnTo>
                  <a:pt x="626" y="338"/>
                </a:lnTo>
                <a:lnTo>
                  <a:pt x="625" y="339"/>
                </a:lnTo>
                <a:lnTo>
                  <a:pt x="624" y="340"/>
                </a:lnTo>
                <a:lnTo>
                  <a:pt x="624" y="341"/>
                </a:lnTo>
                <a:lnTo>
                  <a:pt x="623" y="341"/>
                </a:lnTo>
                <a:lnTo>
                  <a:pt x="623" y="342"/>
                </a:lnTo>
                <a:lnTo>
                  <a:pt x="622" y="343"/>
                </a:lnTo>
                <a:lnTo>
                  <a:pt x="621" y="344"/>
                </a:lnTo>
                <a:lnTo>
                  <a:pt x="619" y="346"/>
                </a:lnTo>
                <a:lnTo>
                  <a:pt x="618" y="348"/>
                </a:lnTo>
                <a:lnTo>
                  <a:pt x="617" y="350"/>
                </a:lnTo>
                <a:lnTo>
                  <a:pt x="616" y="350"/>
                </a:lnTo>
                <a:lnTo>
                  <a:pt x="615" y="351"/>
                </a:lnTo>
                <a:lnTo>
                  <a:pt x="615" y="352"/>
                </a:lnTo>
                <a:lnTo>
                  <a:pt x="613" y="352"/>
                </a:lnTo>
                <a:lnTo>
                  <a:pt x="612" y="352"/>
                </a:lnTo>
                <a:lnTo>
                  <a:pt x="611" y="353"/>
                </a:lnTo>
                <a:lnTo>
                  <a:pt x="611" y="352"/>
                </a:lnTo>
                <a:lnTo>
                  <a:pt x="611" y="351"/>
                </a:lnTo>
                <a:lnTo>
                  <a:pt x="610" y="350"/>
                </a:lnTo>
                <a:lnTo>
                  <a:pt x="609" y="350"/>
                </a:lnTo>
                <a:lnTo>
                  <a:pt x="609" y="349"/>
                </a:lnTo>
                <a:lnTo>
                  <a:pt x="608" y="348"/>
                </a:lnTo>
                <a:lnTo>
                  <a:pt x="607" y="348"/>
                </a:lnTo>
                <a:lnTo>
                  <a:pt x="605" y="350"/>
                </a:lnTo>
                <a:lnTo>
                  <a:pt x="604" y="350"/>
                </a:lnTo>
                <a:lnTo>
                  <a:pt x="602" y="350"/>
                </a:lnTo>
                <a:lnTo>
                  <a:pt x="602" y="351"/>
                </a:lnTo>
                <a:lnTo>
                  <a:pt x="601" y="352"/>
                </a:lnTo>
                <a:lnTo>
                  <a:pt x="600" y="352"/>
                </a:lnTo>
                <a:lnTo>
                  <a:pt x="597" y="350"/>
                </a:lnTo>
                <a:lnTo>
                  <a:pt x="597" y="349"/>
                </a:lnTo>
                <a:lnTo>
                  <a:pt x="597" y="348"/>
                </a:lnTo>
                <a:lnTo>
                  <a:pt x="596" y="348"/>
                </a:lnTo>
                <a:lnTo>
                  <a:pt x="595" y="347"/>
                </a:lnTo>
                <a:lnTo>
                  <a:pt x="594" y="347"/>
                </a:lnTo>
                <a:lnTo>
                  <a:pt x="594" y="346"/>
                </a:lnTo>
                <a:lnTo>
                  <a:pt x="594" y="345"/>
                </a:lnTo>
                <a:lnTo>
                  <a:pt x="595" y="345"/>
                </a:lnTo>
                <a:lnTo>
                  <a:pt x="594" y="344"/>
                </a:lnTo>
                <a:lnTo>
                  <a:pt x="593" y="343"/>
                </a:lnTo>
                <a:lnTo>
                  <a:pt x="592" y="342"/>
                </a:lnTo>
                <a:lnTo>
                  <a:pt x="592" y="341"/>
                </a:lnTo>
                <a:lnTo>
                  <a:pt x="592" y="339"/>
                </a:lnTo>
                <a:lnTo>
                  <a:pt x="591" y="338"/>
                </a:lnTo>
                <a:lnTo>
                  <a:pt x="591" y="337"/>
                </a:lnTo>
                <a:lnTo>
                  <a:pt x="591" y="335"/>
                </a:lnTo>
                <a:lnTo>
                  <a:pt x="591" y="334"/>
                </a:lnTo>
                <a:lnTo>
                  <a:pt x="590" y="333"/>
                </a:lnTo>
                <a:lnTo>
                  <a:pt x="589" y="333"/>
                </a:lnTo>
                <a:lnTo>
                  <a:pt x="586" y="333"/>
                </a:lnTo>
                <a:lnTo>
                  <a:pt x="585" y="333"/>
                </a:lnTo>
                <a:lnTo>
                  <a:pt x="584" y="334"/>
                </a:lnTo>
                <a:lnTo>
                  <a:pt x="582" y="335"/>
                </a:lnTo>
                <a:lnTo>
                  <a:pt x="582" y="336"/>
                </a:lnTo>
                <a:lnTo>
                  <a:pt x="581" y="336"/>
                </a:lnTo>
                <a:lnTo>
                  <a:pt x="582" y="337"/>
                </a:lnTo>
                <a:lnTo>
                  <a:pt x="582" y="339"/>
                </a:lnTo>
                <a:lnTo>
                  <a:pt x="583" y="340"/>
                </a:lnTo>
                <a:lnTo>
                  <a:pt x="583" y="341"/>
                </a:lnTo>
                <a:lnTo>
                  <a:pt x="583" y="342"/>
                </a:lnTo>
                <a:lnTo>
                  <a:pt x="583" y="344"/>
                </a:lnTo>
                <a:lnTo>
                  <a:pt x="582" y="345"/>
                </a:lnTo>
                <a:lnTo>
                  <a:pt x="582" y="346"/>
                </a:lnTo>
                <a:lnTo>
                  <a:pt x="582" y="347"/>
                </a:lnTo>
                <a:lnTo>
                  <a:pt x="583" y="347"/>
                </a:lnTo>
                <a:lnTo>
                  <a:pt x="583" y="348"/>
                </a:lnTo>
                <a:lnTo>
                  <a:pt x="582" y="348"/>
                </a:lnTo>
                <a:lnTo>
                  <a:pt x="582" y="347"/>
                </a:lnTo>
                <a:lnTo>
                  <a:pt x="582" y="346"/>
                </a:lnTo>
                <a:lnTo>
                  <a:pt x="581" y="345"/>
                </a:lnTo>
                <a:lnTo>
                  <a:pt x="580" y="346"/>
                </a:lnTo>
                <a:lnTo>
                  <a:pt x="579" y="347"/>
                </a:lnTo>
                <a:lnTo>
                  <a:pt x="578" y="347"/>
                </a:lnTo>
                <a:lnTo>
                  <a:pt x="579" y="348"/>
                </a:lnTo>
                <a:lnTo>
                  <a:pt x="578" y="349"/>
                </a:lnTo>
                <a:lnTo>
                  <a:pt x="577" y="349"/>
                </a:lnTo>
                <a:lnTo>
                  <a:pt x="576" y="350"/>
                </a:lnTo>
                <a:lnTo>
                  <a:pt x="576" y="351"/>
                </a:lnTo>
                <a:lnTo>
                  <a:pt x="577" y="351"/>
                </a:lnTo>
                <a:lnTo>
                  <a:pt x="575" y="353"/>
                </a:lnTo>
                <a:lnTo>
                  <a:pt x="574" y="353"/>
                </a:lnTo>
                <a:lnTo>
                  <a:pt x="573" y="353"/>
                </a:lnTo>
                <a:lnTo>
                  <a:pt x="573" y="354"/>
                </a:lnTo>
                <a:lnTo>
                  <a:pt x="574" y="354"/>
                </a:lnTo>
                <a:lnTo>
                  <a:pt x="573" y="355"/>
                </a:lnTo>
                <a:lnTo>
                  <a:pt x="572" y="355"/>
                </a:lnTo>
                <a:lnTo>
                  <a:pt x="572" y="356"/>
                </a:lnTo>
                <a:lnTo>
                  <a:pt x="571" y="357"/>
                </a:lnTo>
                <a:lnTo>
                  <a:pt x="570" y="357"/>
                </a:lnTo>
                <a:lnTo>
                  <a:pt x="570" y="358"/>
                </a:lnTo>
                <a:lnTo>
                  <a:pt x="570" y="359"/>
                </a:lnTo>
                <a:lnTo>
                  <a:pt x="569" y="359"/>
                </a:lnTo>
                <a:lnTo>
                  <a:pt x="569" y="358"/>
                </a:lnTo>
                <a:lnTo>
                  <a:pt x="569" y="357"/>
                </a:lnTo>
                <a:lnTo>
                  <a:pt x="568" y="356"/>
                </a:lnTo>
                <a:lnTo>
                  <a:pt x="567" y="356"/>
                </a:lnTo>
                <a:lnTo>
                  <a:pt x="566" y="355"/>
                </a:lnTo>
                <a:lnTo>
                  <a:pt x="565" y="354"/>
                </a:lnTo>
                <a:lnTo>
                  <a:pt x="564" y="354"/>
                </a:lnTo>
                <a:lnTo>
                  <a:pt x="564" y="355"/>
                </a:lnTo>
                <a:lnTo>
                  <a:pt x="565" y="355"/>
                </a:lnTo>
                <a:lnTo>
                  <a:pt x="564" y="355"/>
                </a:lnTo>
                <a:lnTo>
                  <a:pt x="563" y="355"/>
                </a:lnTo>
                <a:lnTo>
                  <a:pt x="562" y="355"/>
                </a:lnTo>
                <a:lnTo>
                  <a:pt x="562" y="354"/>
                </a:lnTo>
                <a:lnTo>
                  <a:pt x="561" y="354"/>
                </a:lnTo>
                <a:lnTo>
                  <a:pt x="560" y="353"/>
                </a:lnTo>
                <a:lnTo>
                  <a:pt x="560" y="352"/>
                </a:lnTo>
                <a:lnTo>
                  <a:pt x="557" y="352"/>
                </a:lnTo>
                <a:lnTo>
                  <a:pt x="556" y="352"/>
                </a:lnTo>
                <a:lnTo>
                  <a:pt x="555" y="353"/>
                </a:lnTo>
                <a:lnTo>
                  <a:pt x="555" y="354"/>
                </a:lnTo>
                <a:lnTo>
                  <a:pt x="555" y="355"/>
                </a:lnTo>
                <a:lnTo>
                  <a:pt x="554" y="355"/>
                </a:lnTo>
                <a:lnTo>
                  <a:pt x="553" y="356"/>
                </a:lnTo>
                <a:lnTo>
                  <a:pt x="552" y="356"/>
                </a:lnTo>
                <a:lnTo>
                  <a:pt x="551" y="356"/>
                </a:lnTo>
                <a:lnTo>
                  <a:pt x="552" y="355"/>
                </a:lnTo>
                <a:lnTo>
                  <a:pt x="551" y="355"/>
                </a:lnTo>
                <a:lnTo>
                  <a:pt x="550" y="355"/>
                </a:lnTo>
                <a:lnTo>
                  <a:pt x="550" y="354"/>
                </a:lnTo>
                <a:lnTo>
                  <a:pt x="549" y="354"/>
                </a:lnTo>
                <a:lnTo>
                  <a:pt x="548" y="355"/>
                </a:lnTo>
                <a:lnTo>
                  <a:pt x="548" y="356"/>
                </a:lnTo>
                <a:lnTo>
                  <a:pt x="547" y="356"/>
                </a:lnTo>
                <a:lnTo>
                  <a:pt x="547" y="355"/>
                </a:lnTo>
                <a:lnTo>
                  <a:pt x="546" y="355"/>
                </a:lnTo>
                <a:lnTo>
                  <a:pt x="545" y="355"/>
                </a:lnTo>
                <a:lnTo>
                  <a:pt x="544" y="355"/>
                </a:lnTo>
                <a:lnTo>
                  <a:pt x="544" y="356"/>
                </a:lnTo>
                <a:lnTo>
                  <a:pt x="543" y="357"/>
                </a:lnTo>
                <a:lnTo>
                  <a:pt x="543" y="358"/>
                </a:lnTo>
                <a:lnTo>
                  <a:pt x="543" y="359"/>
                </a:lnTo>
                <a:lnTo>
                  <a:pt x="544" y="359"/>
                </a:lnTo>
                <a:lnTo>
                  <a:pt x="544" y="360"/>
                </a:lnTo>
                <a:lnTo>
                  <a:pt x="544" y="361"/>
                </a:lnTo>
                <a:lnTo>
                  <a:pt x="544" y="362"/>
                </a:lnTo>
                <a:lnTo>
                  <a:pt x="544" y="363"/>
                </a:lnTo>
                <a:lnTo>
                  <a:pt x="544" y="364"/>
                </a:lnTo>
                <a:lnTo>
                  <a:pt x="543" y="364"/>
                </a:lnTo>
                <a:lnTo>
                  <a:pt x="543" y="365"/>
                </a:lnTo>
                <a:lnTo>
                  <a:pt x="542" y="366"/>
                </a:lnTo>
                <a:lnTo>
                  <a:pt x="543" y="367"/>
                </a:lnTo>
                <a:lnTo>
                  <a:pt x="543" y="368"/>
                </a:lnTo>
                <a:lnTo>
                  <a:pt x="544" y="367"/>
                </a:lnTo>
                <a:lnTo>
                  <a:pt x="544" y="368"/>
                </a:lnTo>
                <a:lnTo>
                  <a:pt x="545" y="368"/>
                </a:lnTo>
                <a:lnTo>
                  <a:pt x="546" y="370"/>
                </a:lnTo>
                <a:lnTo>
                  <a:pt x="546" y="371"/>
                </a:lnTo>
                <a:lnTo>
                  <a:pt x="545" y="371"/>
                </a:lnTo>
                <a:lnTo>
                  <a:pt x="545" y="372"/>
                </a:lnTo>
                <a:lnTo>
                  <a:pt x="544" y="372"/>
                </a:lnTo>
                <a:lnTo>
                  <a:pt x="545" y="373"/>
                </a:lnTo>
                <a:lnTo>
                  <a:pt x="545" y="374"/>
                </a:lnTo>
                <a:lnTo>
                  <a:pt x="545" y="375"/>
                </a:lnTo>
                <a:lnTo>
                  <a:pt x="542" y="376"/>
                </a:lnTo>
                <a:lnTo>
                  <a:pt x="542" y="375"/>
                </a:lnTo>
                <a:lnTo>
                  <a:pt x="541" y="376"/>
                </a:lnTo>
                <a:lnTo>
                  <a:pt x="541" y="379"/>
                </a:lnTo>
                <a:lnTo>
                  <a:pt x="544" y="380"/>
                </a:lnTo>
                <a:lnTo>
                  <a:pt x="545" y="381"/>
                </a:lnTo>
                <a:lnTo>
                  <a:pt x="546" y="382"/>
                </a:lnTo>
                <a:lnTo>
                  <a:pt x="546" y="383"/>
                </a:lnTo>
                <a:lnTo>
                  <a:pt x="547" y="383"/>
                </a:lnTo>
                <a:lnTo>
                  <a:pt x="548" y="383"/>
                </a:lnTo>
                <a:lnTo>
                  <a:pt x="550" y="383"/>
                </a:lnTo>
                <a:lnTo>
                  <a:pt x="551" y="382"/>
                </a:lnTo>
                <a:lnTo>
                  <a:pt x="552" y="382"/>
                </a:lnTo>
                <a:lnTo>
                  <a:pt x="552" y="383"/>
                </a:lnTo>
                <a:lnTo>
                  <a:pt x="553" y="383"/>
                </a:lnTo>
                <a:lnTo>
                  <a:pt x="553" y="385"/>
                </a:lnTo>
                <a:lnTo>
                  <a:pt x="554" y="385"/>
                </a:lnTo>
                <a:lnTo>
                  <a:pt x="554" y="386"/>
                </a:lnTo>
                <a:lnTo>
                  <a:pt x="555" y="386"/>
                </a:lnTo>
                <a:lnTo>
                  <a:pt x="556" y="387"/>
                </a:lnTo>
                <a:lnTo>
                  <a:pt x="557" y="388"/>
                </a:lnTo>
                <a:lnTo>
                  <a:pt x="558" y="389"/>
                </a:lnTo>
                <a:lnTo>
                  <a:pt x="559" y="390"/>
                </a:lnTo>
                <a:lnTo>
                  <a:pt x="559" y="391"/>
                </a:lnTo>
                <a:lnTo>
                  <a:pt x="560" y="391"/>
                </a:lnTo>
                <a:lnTo>
                  <a:pt x="561" y="391"/>
                </a:lnTo>
                <a:lnTo>
                  <a:pt x="562" y="391"/>
                </a:lnTo>
                <a:lnTo>
                  <a:pt x="563" y="392"/>
                </a:lnTo>
                <a:lnTo>
                  <a:pt x="564" y="393"/>
                </a:lnTo>
                <a:lnTo>
                  <a:pt x="564" y="394"/>
                </a:lnTo>
                <a:lnTo>
                  <a:pt x="563" y="394"/>
                </a:lnTo>
                <a:lnTo>
                  <a:pt x="563" y="395"/>
                </a:lnTo>
                <a:lnTo>
                  <a:pt x="564" y="395"/>
                </a:lnTo>
                <a:lnTo>
                  <a:pt x="565" y="395"/>
                </a:lnTo>
                <a:lnTo>
                  <a:pt x="565" y="396"/>
                </a:lnTo>
                <a:lnTo>
                  <a:pt x="565" y="397"/>
                </a:lnTo>
                <a:lnTo>
                  <a:pt x="566" y="398"/>
                </a:lnTo>
                <a:lnTo>
                  <a:pt x="567" y="398"/>
                </a:lnTo>
                <a:lnTo>
                  <a:pt x="567" y="399"/>
                </a:lnTo>
                <a:lnTo>
                  <a:pt x="567" y="400"/>
                </a:lnTo>
                <a:lnTo>
                  <a:pt x="568" y="401"/>
                </a:lnTo>
                <a:lnTo>
                  <a:pt x="569" y="401"/>
                </a:lnTo>
                <a:lnTo>
                  <a:pt x="570" y="401"/>
                </a:lnTo>
                <a:lnTo>
                  <a:pt x="570" y="402"/>
                </a:lnTo>
                <a:lnTo>
                  <a:pt x="570" y="403"/>
                </a:lnTo>
                <a:lnTo>
                  <a:pt x="571" y="403"/>
                </a:lnTo>
                <a:lnTo>
                  <a:pt x="572" y="403"/>
                </a:lnTo>
                <a:lnTo>
                  <a:pt x="573" y="403"/>
                </a:lnTo>
                <a:lnTo>
                  <a:pt x="573" y="402"/>
                </a:lnTo>
                <a:lnTo>
                  <a:pt x="574" y="402"/>
                </a:lnTo>
                <a:lnTo>
                  <a:pt x="574" y="403"/>
                </a:lnTo>
                <a:lnTo>
                  <a:pt x="573" y="406"/>
                </a:lnTo>
                <a:lnTo>
                  <a:pt x="572" y="407"/>
                </a:lnTo>
                <a:lnTo>
                  <a:pt x="571" y="407"/>
                </a:lnTo>
                <a:lnTo>
                  <a:pt x="571" y="408"/>
                </a:lnTo>
                <a:lnTo>
                  <a:pt x="572" y="409"/>
                </a:lnTo>
                <a:lnTo>
                  <a:pt x="571" y="410"/>
                </a:lnTo>
                <a:lnTo>
                  <a:pt x="571" y="411"/>
                </a:lnTo>
                <a:lnTo>
                  <a:pt x="571" y="412"/>
                </a:lnTo>
                <a:lnTo>
                  <a:pt x="570" y="414"/>
                </a:lnTo>
                <a:lnTo>
                  <a:pt x="570" y="415"/>
                </a:lnTo>
                <a:lnTo>
                  <a:pt x="570" y="417"/>
                </a:lnTo>
                <a:lnTo>
                  <a:pt x="570" y="419"/>
                </a:lnTo>
                <a:lnTo>
                  <a:pt x="569" y="419"/>
                </a:lnTo>
                <a:lnTo>
                  <a:pt x="569" y="420"/>
                </a:lnTo>
                <a:lnTo>
                  <a:pt x="569" y="422"/>
                </a:lnTo>
                <a:lnTo>
                  <a:pt x="570" y="422"/>
                </a:lnTo>
                <a:lnTo>
                  <a:pt x="571" y="422"/>
                </a:lnTo>
                <a:lnTo>
                  <a:pt x="572" y="423"/>
                </a:lnTo>
                <a:lnTo>
                  <a:pt x="572" y="424"/>
                </a:lnTo>
                <a:lnTo>
                  <a:pt x="571" y="426"/>
                </a:lnTo>
                <a:lnTo>
                  <a:pt x="570" y="430"/>
                </a:lnTo>
                <a:lnTo>
                  <a:pt x="569" y="431"/>
                </a:lnTo>
                <a:lnTo>
                  <a:pt x="569" y="432"/>
                </a:lnTo>
                <a:lnTo>
                  <a:pt x="569" y="433"/>
                </a:lnTo>
                <a:lnTo>
                  <a:pt x="569" y="434"/>
                </a:lnTo>
                <a:lnTo>
                  <a:pt x="568" y="435"/>
                </a:lnTo>
                <a:lnTo>
                  <a:pt x="568" y="436"/>
                </a:lnTo>
                <a:lnTo>
                  <a:pt x="567" y="437"/>
                </a:lnTo>
                <a:lnTo>
                  <a:pt x="566" y="438"/>
                </a:lnTo>
                <a:lnTo>
                  <a:pt x="566" y="440"/>
                </a:lnTo>
                <a:lnTo>
                  <a:pt x="566" y="441"/>
                </a:lnTo>
                <a:lnTo>
                  <a:pt x="565" y="441"/>
                </a:lnTo>
                <a:lnTo>
                  <a:pt x="565" y="440"/>
                </a:lnTo>
                <a:lnTo>
                  <a:pt x="564" y="441"/>
                </a:lnTo>
                <a:lnTo>
                  <a:pt x="563" y="444"/>
                </a:lnTo>
                <a:lnTo>
                  <a:pt x="563" y="445"/>
                </a:lnTo>
                <a:lnTo>
                  <a:pt x="564" y="445"/>
                </a:lnTo>
                <a:lnTo>
                  <a:pt x="564" y="444"/>
                </a:lnTo>
                <a:lnTo>
                  <a:pt x="565" y="444"/>
                </a:lnTo>
                <a:lnTo>
                  <a:pt x="565" y="443"/>
                </a:lnTo>
                <a:lnTo>
                  <a:pt x="566" y="444"/>
                </a:lnTo>
                <a:lnTo>
                  <a:pt x="567" y="445"/>
                </a:lnTo>
                <a:lnTo>
                  <a:pt x="567" y="446"/>
                </a:lnTo>
                <a:lnTo>
                  <a:pt x="566" y="447"/>
                </a:lnTo>
                <a:lnTo>
                  <a:pt x="566" y="454"/>
                </a:lnTo>
                <a:lnTo>
                  <a:pt x="567" y="454"/>
                </a:lnTo>
                <a:lnTo>
                  <a:pt x="568" y="455"/>
                </a:lnTo>
                <a:lnTo>
                  <a:pt x="568" y="456"/>
                </a:lnTo>
                <a:lnTo>
                  <a:pt x="569" y="457"/>
                </a:lnTo>
                <a:lnTo>
                  <a:pt x="570" y="459"/>
                </a:lnTo>
                <a:lnTo>
                  <a:pt x="570" y="460"/>
                </a:lnTo>
                <a:lnTo>
                  <a:pt x="569" y="458"/>
                </a:lnTo>
                <a:lnTo>
                  <a:pt x="568" y="459"/>
                </a:lnTo>
                <a:lnTo>
                  <a:pt x="568" y="460"/>
                </a:lnTo>
                <a:lnTo>
                  <a:pt x="568" y="461"/>
                </a:lnTo>
                <a:lnTo>
                  <a:pt x="567" y="463"/>
                </a:lnTo>
                <a:lnTo>
                  <a:pt x="567" y="464"/>
                </a:lnTo>
                <a:lnTo>
                  <a:pt x="566" y="464"/>
                </a:lnTo>
                <a:lnTo>
                  <a:pt x="566" y="465"/>
                </a:lnTo>
                <a:lnTo>
                  <a:pt x="566" y="466"/>
                </a:lnTo>
                <a:lnTo>
                  <a:pt x="565" y="467"/>
                </a:lnTo>
                <a:lnTo>
                  <a:pt x="565" y="469"/>
                </a:lnTo>
                <a:lnTo>
                  <a:pt x="564" y="469"/>
                </a:lnTo>
                <a:lnTo>
                  <a:pt x="564" y="470"/>
                </a:lnTo>
                <a:lnTo>
                  <a:pt x="565" y="471"/>
                </a:lnTo>
                <a:lnTo>
                  <a:pt x="565" y="472"/>
                </a:lnTo>
                <a:lnTo>
                  <a:pt x="565" y="473"/>
                </a:lnTo>
                <a:lnTo>
                  <a:pt x="566" y="473"/>
                </a:lnTo>
                <a:lnTo>
                  <a:pt x="566" y="474"/>
                </a:lnTo>
                <a:lnTo>
                  <a:pt x="566" y="475"/>
                </a:lnTo>
                <a:lnTo>
                  <a:pt x="566" y="477"/>
                </a:lnTo>
                <a:lnTo>
                  <a:pt x="566" y="479"/>
                </a:lnTo>
                <a:lnTo>
                  <a:pt x="565" y="479"/>
                </a:lnTo>
                <a:lnTo>
                  <a:pt x="565" y="481"/>
                </a:lnTo>
                <a:lnTo>
                  <a:pt x="565" y="482"/>
                </a:lnTo>
                <a:lnTo>
                  <a:pt x="566" y="482"/>
                </a:lnTo>
                <a:lnTo>
                  <a:pt x="566" y="483"/>
                </a:lnTo>
                <a:lnTo>
                  <a:pt x="567" y="483"/>
                </a:lnTo>
                <a:lnTo>
                  <a:pt x="565" y="483"/>
                </a:lnTo>
                <a:lnTo>
                  <a:pt x="564" y="482"/>
                </a:lnTo>
                <a:lnTo>
                  <a:pt x="564" y="481"/>
                </a:lnTo>
                <a:lnTo>
                  <a:pt x="563" y="479"/>
                </a:lnTo>
                <a:lnTo>
                  <a:pt x="562" y="481"/>
                </a:lnTo>
                <a:lnTo>
                  <a:pt x="561" y="483"/>
                </a:lnTo>
                <a:lnTo>
                  <a:pt x="560" y="483"/>
                </a:lnTo>
                <a:lnTo>
                  <a:pt x="559" y="483"/>
                </a:lnTo>
                <a:lnTo>
                  <a:pt x="558" y="483"/>
                </a:lnTo>
                <a:lnTo>
                  <a:pt x="558" y="484"/>
                </a:lnTo>
                <a:lnTo>
                  <a:pt x="557" y="484"/>
                </a:lnTo>
                <a:lnTo>
                  <a:pt x="556" y="484"/>
                </a:lnTo>
                <a:lnTo>
                  <a:pt x="555" y="484"/>
                </a:lnTo>
                <a:lnTo>
                  <a:pt x="554" y="483"/>
                </a:lnTo>
                <a:lnTo>
                  <a:pt x="554" y="482"/>
                </a:lnTo>
                <a:lnTo>
                  <a:pt x="553" y="482"/>
                </a:lnTo>
                <a:lnTo>
                  <a:pt x="551" y="481"/>
                </a:lnTo>
                <a:lnTo>
                  <a:pt x="550" y="481"/>
                </a:lnTo>
                <a:lnTo>
                  <a:pt x="549" y="481"/>
                </a:lnTo>
                <a:lnTo>
                  <a:pt x="549" y="482"/>
                </a:lnTo>
                <a:lnTo>
                  <a:pt x="549" y="483"/>
                </a:lnTo>
                <a:lnTo>
                  <a:pt x="548" y="484"/>
                </a:lnTo>
                <a:lnTo>
                  <a:pt x="547" y="484"/>
                </a:lnTo>
                <a:lnTo>
                  <a:pt x="546" y="485"/>
                </a:lnTo>
                <a:lnTo>
                  <a:pt x="546" y="486"/>
                </a:lnTo>
                <a:lnTo>
                  <a:pt x="545" y="486"/>
                </a:lnTo>
                <a:lnTo>
                  <a:pt x="544" y="485"/>
                </a:lnTo>
                <a:lnTo>
                  <a:pt x="543" y="485"/>
                </a:lnTo>
                <a:lnTo>
                  <a:pt x="543" y="486"/>
                </a:lnTo>
                <a:lnTo>
                  <a:pt x="542" y="487"/>
                </a:lnTo>
                <a:lnTo>
                  <a:pt x="542" y="488"/>
                </a:lnTo>
                <a:lnTo>
                  <a:pt x="541" y="489"/>
                </a:lnTo>
                <a:lnTo>
                  <a:pt x="540" y="489"/>
                </a:lnTo>
                <a:lnTo>
                  <a:pt x="540" y="490"/>
                </a:lnTo>
                <a:lnTo>
                  <a:pt x="540" y="491"/>
                </a:lnTo>
                <a:lnTo>
                  <a:pt x="539" y="493"/>
                </a:lnTo>
                <a:lnTo>
                  <a:pt x="539" y="494"/>
                </a:lnTo>
                <a:lnTo>
                  <a:pt x="540" y="494"/>
                </a:lnTo>
                <a:lnTo>
                  <a:pt x="541" y="494"/>
                </a:lnTo>
                <a:lnTo>
                  <a:pt x="541" y="495"/>
                </a:lnTo>
                <a:lnTo>
                  <a:pt x="542" y="495"/>
                </a:lnTo>
                <a:lnTo>
                  <a:pt x="544" y="495"/>
                </a:lnTo>
                <a:lnTo>
                  <a:pt x="544" y="494"/>
                </a:lnTo>
                <a:lnTo>
                  <a:pt x="544" y="493"/>
                </a:lnTo>
                <a:lnTo>
                  <a:pt x="544" y="492"/>
                </a:lnTo>
                <a:lnTo>
                  <a:pt x="544" y="491"/>
                </a:lnTo>
                <a:lnTo>
                  <a:pt x="544" y="490"/>
                </a:lnTo>
                <a:lnTo>
                  <a:pt x="545" y="490"/>
                </a:lnTo>
                <a:lnTo>
                  <a:pt x="546" y="490"/>
                </a:lnTo>
                <a:lnTo>
                  <a:pt x="546" y="492"/>
                </a:lnTo>
                <a:lnTo>
                  <a:pt x="546" y="493"/>
                </a:lnTo>
                <a:lnTo>
                  <a:pt x="548" y="494"/>
                </a:lnTo>
                <a:lnTo>
                  <a:pt x="549" y="494"/>
                </a:lnTo>
                <a:lnTo>
                  <a:pt x="550" y="496"/>
                </a:lnTo>
                <a:lnTo>
                  <a:pt x="549" y="497"/>
                </a:lnTo>
                <a:lnTo>
                  <a:pt x="549" y="498"/>
                </a:lnTo>
                <a:lnTo>
                  <a:pt x="548" y="500"/>
                </a:lnTo>
                <a:lnTo>
                  <a:pt x="548" y="501"/>
                </a:lnTo>
                <a:lnTo>
                  <a:pt x="549" y="502"/>
                </a:lnTo>
                <a:lnTo>
                  <a:pt x="549" y="503"/>
                </a:lnTo>
                <a:lnTo>
                  <a:pt x="550" y="503"/>
                </a:lnTo>
                <a:lnTo>
                  <a:pt x="551" y="503"/>
                </a:lnTo>
                <a:lnTo>
                  <a:pt x="551" y="502"/>
                </a:lnTo>
                <a:lnTo>
                  <a:pt x="552" y="502"/>
                </a:lnTo>
                <a:lnTo>
                  <a:pt x="553" y="502"/>
                </a:lnTo>
                <a:lnTo>
                  <a:pt x="553" y="504"/>
                </a:lnTo>
                <a:lnTo>
                  <a:pt x="553" y="505"/>
                </a:lnTo>
                <a:lnTo>
                  <a:pt x="553" y="506"/>
                </a:lnTo>
                <a:lnTo>
                  <a:pt x="552" y="506"/>
                </a:lnTo>
                <a:lnTo>
                  <a:pt x="552" y="507"/>
                </a:lnTo>
                <a:lnTo>
                  <a:pt x="552" y="508"/>
                </a:lnTo>
                <a:lnTo>
                  <a:pt x="552" y="509"/>
                </a:lnTo>
                <a:lnTo>
                  <a:pt x="552" y="510"/>
                </a:lnTo>
                <a:lnTo>
                  <a:pt x="553" y="510"/>
                </a:lnTo>
                <a:lnTo>
                  <a:pt x="554" y="510"/>
                </a:lnTo>
                <a:lnTo>
                  <a:pt x="555" y="510"/>
                </a:lnTo>
                <a:lnTo>
                  <a:pt x="556" y="510"/>
                </a:lnTo>
                <a:lnTo>
                  <a:pt x="557" y="510"/>
                </a:lnTo>
                <a:lnTo>
                  <a:pt x="557" y="511"/>
                </a:lnTo>
                <a:lnTo>
                  <a:pt x="557" y="512"/>
                </a:lnTo>
                <a:lnTo>
                  <a:pt x="558" y="512"/>
                </a:lnTo>
                <a:lnTo>
                  <a:pt x="559" y="512"/>
                </a:lnTo>
                <a:lnTo>
                  <a:pt x="560" y="513"/>
                </a:lnTo>
                <a:lnTo>
                  <a:pt x="561" y="513"/>
                </a:lnTo>
                <a:lnTo>
                  <a:pt x="561" y="514"/>
                </a:lnTo>
                <a:lnTo>
                  <a:pt x="562" y="515"/>
                </a:lnTo>
                <a:lnTo>
                  <a:pt x="564" y="516"/>
                </a:lnTo>
                <a:lnTo>
                  <a:pt x="565" y="516"/>
                </a:lnTo>
                <a:lnTo>
                  <a:pt x="564" y="516"/>
                </a:lnTo>
                <a:lnTo>
                  <a:pt x="564" y="515"/>
                </a:lnTo>
                <a:lnTo>
                  <a:pt x="565" y="515"/>
                </a:lnTo>
                <a:lnTo>
                  <a:pt x="565" y="514"/>
                </a:lnTo>
                <a:lnTo>
                  <a:pt x="566" y="513"/>
                </a:lnTo>
                <a:lnTo>
                  <a:pt x="565" y="512"/>
                </a:lnTo>
                <a:lnTo>
                  <a:pt x="564" y="512"/>
                </a:lnTo>
                <a:lnTo>
                  <a:pt x="563" y="512"/>
                </a:lnTo>
                <a:lnTo>
                  <a:pt x="563" y="511"/>
                </a:lnTo>
                <a:lnTo>
                  <a:pt x="564" y="511"/>
                </a:lnTo>
                <a:lnTo>
                  <a:pt x="565" y="511"/>
                </a:lnTo>
                <a:lnTo>
                  <a:pt x="566" y="510"/>
                </a:lnTo>
                <a:lnTo>
                  <a:pt x="567" y="511"/>
                </a:lnTo>
                <a:lnTo>
                  <a:pt x="568" y="511"/>
                </a:lnTo>
                <a:lnTo>
                  <a:pt x="569" y="510"/>
                </a:lnTo>
                <a:lnTo>
                  <a:pt x="569" y="509"/>
                </a:lnTo>
                <a:lnTo>
                  <a:pt x="570" y="509"/>
                </a:lnTo>
                <a:lnTo>
                  <a:pt x="571" y="509"/>
                </a:lnTo>
                <a:lnTo>
                  <a:pt x="572" y="508"/>
                </a:lnTo>
                <a:lnTo>
                  <a:pt x="572" y="507"/>
                </a:lnTo>
                <a:lnTo>
                  <a:pt x="570" y="506"/>
                </a:lnTo>
                <a:lnTo>
                  <a:pt x="568" y="506"/>
                </a:lnTo>
                <a:lnTo>
                  <a:pt x="568" y="505"/>
                </a:lnTo>
                <a:lnTo>
                  <a:pt x="567" y="505"/>
                </a:lnTo>
                <a:lnTo>
                  <a:pt x="567" y="504"/>
                </a:lnTo>
                <a:lnTo>
                  <a:pt x="567" y="503"/>
                </a:lnTo>
                <a:lnTo>
                  <a:pt x="569" y="500"/>
                </a:lnTo>
                <a:lnTo>
                  <a:pt x="570" y="499"/>
                </a:lnTo>
                <a:lnTo>
                  <a:pt x="569" y="499"/>
                </a:lnTo>
                <a:lnTo>
                  <a:pt x="570" y="496"/>
                </a:lnTo>
                <a:lnTo>
                  <a:pt x="571" y="495"/>
                </a:lnTo>
                <a:lnTo>
                  <a:pt x="572" y="494"/>
                </a:lnTo>
                <a:lnTo>
                  <a:pt x="572" y="493"/>
                </a:lnTo>
                <a:lnTo>
                  <a:pt x="573" y="493"/>
                </a:lnTo>
                <a:lnTo>
                  <a:pt x="574" y="493"/>
                </a:lnTo>
                <a:lnTo>
                  <a:pt x="574" y="492"/>
                </a:lnTo>
                <a:lnTo>
                  <a:pt x="575" y="492"/>
                </a:lnTo>
                <a:lnTo>
                  <a:pt x="575" y="491"/>
                </a:lnTo>
                <a:lnTo>
                  <a:pt x="576" y="490"/>
                </a:lnTo>
                <a:lnTo>
                  <a:pt x="577" y="490"/>
                </a:lnTo>
                <a:lnTo>
                  <a:pt x="577" y="489"/>
                </a:lnTo>
                <a:lnTo>
                  <a:pt x="576" y="489"/>
                </a:lnTo>
                <a:lnTo>
                  <a:pt x="576" y="488"/>
                </a:lnTo>
                <a:lnTo>
                  <a:pt x="576" y="487"/>
                </a:lnTo>
                <a:lnTo>
                  <a:pt x="577" y="487"/>
                </a:lnTo>
                <a:lnTo>
                  <a:pt x="578" y="486"/>
                </a:lnTo>
                <a:lnTo>
                  <a:pt x="579" y="486"/>
                </a:lnTo>
                <a:lnTo>
                  <a:pt x="578" y="486"/>
                </a:lnTo>
                <a:lnTo>
                  <a:pt x="578" y="485"/>
                </a:lnTo>
                <a:lnTo>
                  <a:pt x="579" y="484"/>
                </a:lnTo>
                <a:lnTo>
                  <a:pt x="580" y="484"/>
                </a:lnTo>
                <a:lnTo>
                  <a:pt x="582" y="483"/>
                </a:lnTo>
                <a:lnTo>
                  <a:pt x="584" y="483"/>
                </a:lnTo>
                <a:lnTo>
                  <a:pt x="584" y="482"/>
                </a:lnTo>
                <a:lnTo>
                  <a:pt x="585" y="483"/>
                </a:lnTo>
                <a:lnTo>
                  <a:pt x="586" y="483"/>
                </a:lnTo>
                <a:lnTo>
                  <a:pt x="586" y="484"/>
                </a:lnTo>
                <a:lnTo>
                  <a:pt x="586" y="485"/>
                </a:lnTo>
                <a:lnTo>
                  <a:pt x="587" y="485"/>
                </a:lnTo>
                <a:lnTo>
                  <a:pt x="587" y="484"/>
                </a:lnTo>
                <a:lnTo>
                  <a:pt x="589" y="485"/>
                </a:lnTo>
                <a:lnTo>
                  <a:pt x="590" y="485"/>
                </a:lnTo>
                <a:lnTo>
                  <a:pt x="591" y="485"/>
                </a:lnTo>
                <a:lnTo>
                  <a:pt x="591" y="486"/>
                </a:lnTo>
                <a:lnTo>
                  <a:pt x="591" y="487"/>
                </a:lnTo>
                <a:lnTo>
                  <a:pt x="592" y="488"/>
                </a:lnTo>
                <a:lnTo>
                  <a:pt x="592" y="489"/>
                </a:lnTo>
                <a:lnTo>
                  <a:pt x="592" y="490"/>
                </a:lnTo>
                <a:lnTo>
                  <a:pt x="592" y="492"/>
                </a:lnTo>
                <a:lnTo>
                  <a:pt x="591" y="492"/>
                </a:lnTo>
                <a:lnTo>
                  <a:pt x="590" y="492"/>
                </a:lnTo>
                <a:lnTo>
                  <a:pt x="591" y="493"/>
                </a:lnTo>
                <a:lnTo>
                  <a:pt x="592" y="493"/>
                </a:lnTo>
                <a:lnTo>
                  <a:pt x="592" y="494"/>
                </a:lnTo>
                <a:lnTo>
                  <a:pt x="592" y="493"/>
                </a:lnTo>
                <a:lnTo>
                  <a:pt x="593" y="493"/>
                </a:lnTo>
                <a:lnTo>
                  <a:pt x="593" y="494"/>
                </a:lnTo>
                <a:lnTo>
                  <a:pt x="594" y="495"/>
                </a:lnTo>
                <a:lnTo>
                  <a:pt x="594" y="496"/>
                </a:lnTo>
                <a:lnTo>
                  <a:pt x="594" y="497"/>
                </a:lnTo>
                <a:lnTo>
                  <a:pt x="594" y="498"/>
                </a:lnTo>
                <a:lnTo>
                  <a:pt x="594" y="499"/>
                </a:lnTo>
                <a:lnTo>
                  <a:pt x="594" y="501"/>
                </a:lnTo>
                <a:lnTo>
                  <a:pt x="595" y="502"/>
                </a:lnTo>
                <a:lnTo>
                  <a:pt x="595" y="503"/>
                </a:lnTo>
                <a:lnTo>
                  <a:pt x="594" y="503"/>
                </a:lnTo>
                <a:lnTo>
                  <a:pt x="594" y="504"/>
                </a:lnTo>
                <a:lnTo>
                  <a:pt x="594" y="506"/>
                </a:lnTo>
                <a:lnTo>
                  <a:pt x="595" y="506"/>
                </a:lnTo>
                <a:lnTo>
                  <a:pt x="595" y="507"/>
                </a:lnTo>
                <a:lnTo>
                  <a:pt x="596" y="507"/>
                </a:lnTo>
                <a:lnTo>
                  <a:pt x="596" y="508"/>
                </a:lnTo>
                <a:lnTo>
                  <a:pt x="595" y="510"/>
                </a:lnTo>
                <a:lnTo>
                  <a:pt x="595" y="511"/>
                </a:lnTo>
                <a:lnTo>
                  <a:pt x="595" y="512"/>
                </a:lnTo>
                <a:lnTo>
                  <a:pt x="596" y="514"/>
                </a:lnTo>
                <a:lnTo>
                  <a:pt x="598" y="515"/>
                </a:lnTo>
                <a:lnTo>
                  <a:pt x="598" y="516"/>
                </a:lnTo>
                <a:lnTo>
                  <a:pt x="597" y="516"/>
                </a:lnTo>
                <a:lnTo>
                  <a:pt x="596" y="517"/>
                </a:lnTo>
                <a:lnTo>
                  <a:pt x="596" y="518"/>
                </a:lnTo>
                <a:lnTo>
                  <a:pt x="597" y="518"/>
                </a:lnTo>
                <a:lnTo>
                  <a:pt x="599" y="518"/>
                </a:lnTo>
                <a:lnTo>
                  <a:pt x="599" y="517"/>
                </a:lnTo>
                <a:lnTo>
                  <a:pt x="600" y="516"/>
                </a:lnTo>
                <a:lnTo>
                  <a:pt x="601" y="516"/>
                </a:lnTo>
                <a:lnTo>
                  <a:pt x="602" y="517"/>
                </a:lnTo>
                <a:lnTo>
                  <a:pt x="602" y="518"/>
                </a:lnTo>
                <a:lnTo>
                  <a:pt x="601" y="519"/>
                </a:lnTo>
                <a:lnTo>
                  <a:pt x="601" y="520"/>
                </a:lnTo>
                <a:lnTo>
                  <a:pt x="600" y="520"/>
                </a:lnTo>
                <a:lnTo>
                  <a:pt x="601" y="520"/>
                </a:lnTo>
                <a:lnTo>
                  <a:pt x="601" y="521"/>
                </a:lnTo>
                <a:lnTo>
                  <a:pt x="602" y="521"/>
                </a:lnTo>
                <a:lnTo>
                  <a:pt x="603" y="521"/>
                </a:lnTo>
                <a:lnTo>
                  <a:pt x="604" y="522"/>
                </a:lnTo>
                <a:lnTo>
                  <a:pt x="606" y="523"/>
                </a:lnTo>
                <a:lnTo>
                  <a:pt x="607" y="524"/>
                </a:lnTo>
                <a:lnTo>
                  <a:pt x="607" y="525"/>
                </a:lnTo>
                <a:lnTo>
                  <a:pt x="607" y="526"/>
                </a:lnTo>
                <a:lnTo>
                  <a:pt x="608" y="526"/>
                </a:lnTo>
                <a:lnTo>
                  <a:pt x="609" y="527"/>
                </a:lnTo>
                <a:lnTo>
                  <a:pt x="610" y="528"/>
                </a:lnTo>
                <a:lnTo>
                  <a:pt x="611" y="529"/>
                </a:lnTo>
                <a:lnTo>
                  <a:pt x="611" y="528"/>
                </a:lnTo>
                <a:lnTo>
                  <a:pt x="610" y="525"/>
                </a:lnTo>
                <a:lnTo>
                  <a:pt x="609" y="524"/>
                </a:lnTo>
                <a:lnTo>
                  <a:pt x="610" y="524"/>
                </a:lnTo>
                <a:lnTo>
                  <a:pt x="611" y="524"/>
                </a:lnTo>
                <a:lnTo>
                  <a:pt x="611" y="525"/>
                </a:lnTo>
                <a:lnTo>
                  <a:pt x="612" y="526"/>
                </a:lnTo>
                <a:lnTo>
                  <a:pt x="613" y="526"/>
                </a:lnTo>
                <a:lnTo>
                  <a:pt x="614" y="525"/>
                </a:lnTo>
                <a:lnTo>
                  <a:pt x="613" y="524"/>
                </a:lnTo>
                <a:lnTo>
                  <a:pt x="612" y="525"/>
                </a:lnTo>
                <a:lnTo>
                  <a:pt x="612" y="524"/>
                </a:lnTo>
                <a:lnTo>
                  <a:pt x="612" y="523"/>
                </a:lnTo>
                <a:lnTo>
                  <a:pt x="612" y="522"/>
                </a:lnTo>
                <a:lnTo>
                  <a:pt x="612" y="521"/>
                </a:lnTo>
                <a:lnTo>
                  <a:pt x="611" y="520"/>
                </a:lnTo>
                <a:lnTo>
                  <a:pt x="610" y="519"/>
                </a:lnTo>
                <a:lnTo>
                  <a:pt x="610" y="520"/>
                </a:lnTo>
                <a:lnTo>
                  <a:pt x="609" y="520"/>
                </a:lnTo>
                <a:lnTo>
                  <a:pt x="608" y="520"/>
                </a:lnTo>
                <a:lnTo>
                  <a:pt x="608" y="519"/>
                </a:lnTo>
                <a:lnTo>
                  <a:pt x="608" y="518"/>
                </a:lnTo>
                <a:lnTo>
                  <a:pt x="609" y="517"/>
                </a:lnTo>
                <a:lnTo>
                  <a:pt x="611" y="517"/>
                </a:lnTo>
                <a:lnTo>
                  <a:pt x="612" y="517"/>
                </a:lnTo>
                <a:lnTo>
                  <a:pt x="614" y="517"/>
                </a:lnTo>
                <a:lnTo>
                  <a:pt x="614" y="518"/>
                </a:lnTo>
                <a:lnTo>
                  <a:pt x="614" y="520"/>
                </a:lnTo>
                <a:lnTo>
                  <a:pt x="614" y="521"/>
                </a:lnTo>
                <a:lnTo>
                  <a:pt x="615" y="521"/>
                </a:lnTo>
                <a:lnTo>
                  <a:pt x="615" y="522"/>
                </a:lnTo>
                <a:lnTo>
                  <a:pt x="616" y="524"/>
                </a:lnTo>
                <a:lnTo>
                  <a:pt x="615" y="525"/>
                </a:lnTo>
                <a:lnTo>
                  <a:pt x="615" y="526"/>
                </a:lnTo>
                <a:lnTo>
                  <a:pt x="615" y="527"/>
                </a:lnTo>
                <a:lnTo>
                  <a:pt x="614" y="527"/>
                </a:lnTo>
                <a:lnTo>
                  <a:pt x="613" y="527"/>
                </a:lnTo>
                <a:lnTo>
                  <a:pt x="613" y="529"/>
                </a:lnTo>
                <a:lnTo>
                  <a:pt x="614" y="529"/>
                </a:lnTo>
                <a:lnTo>
                  <a:pt x="615" y="529"/>
                </a:lnTo>
                <a:lnTo>
                  <a:pt x="616" y="529"/>
                </a:lnTo>
                <a:lnTo>
                  <a:pt x="617" y="528"/>
                </a:lnTo>
                <a:lnTo>
                  <a:pt x="618" y="528"/>
                </a:lnTo>
                <a:lnTo>
                  <a:pt x="618" y="529"/>
                </a:lnTo>
                <a:lnTo>
                  <a:pt x="619" y="529"/>
                </a:lnTo>
                <a:lnTo>
                  <a:pt x="619" y="530"/>
                </a:lnTo>
                <a:lnTo>
                  <a:pt x="620" y="530"/>
                </a:lnTo>
                <a:lnTo>
                  <a:pt x="620" y="529"/>
                </a:lnTo>
                <a:lnTo>
                  <a:pt x="620" y="528"/>
                </a:lnTo>
                <a:lnTo>
                  <a:pt x="619" y="527"/>
                </a:lnTo>
                <a:lnTo>
                  <a:pt x="620" y="527"/>
                </a:lnTo>
                <a:lnTo>
                  <a:pt x="620" y="526"/>
                </a:lnTo>
                <a:lnTo>
                  <a:pt x="621" y="525"/>
                </a:lnTo>
                <a:lnTo>
                  <a:pt x="621" y="524"/>
                </a:lnTo>
                <a:lnTo>
                  <a:pt x="621" y="522"/>
                </a:lnTo>
                <a:lnTo>
                  <a:pt x="621" y="521"/>
                </a:lnTo>
                <a:lnTo>
                  <a:pt x="623" y="522"/>
                </a:lnTo>
                <a:lnTo>
                  <a:pt x="622" y="523"/>
                </a:lnTo>
                <a:lnTo>
                  <a:pt x="621" y="524"/>
                </a:lnTo>
                <a:lnTo>
                  <a:pt x="621" y="525"/>
                </a:lnTo>
                <a:lnTo>
                  <a:pt x="622" y="525"/>
                </a:lnTo>
                <a:lnTo>
                  <a:pt x="623" y="525"/>
                </a:lnTo>
                <a:lnTo>
                  <a:pt x="624" y="525"/>
                </a:lnTo>
                <a:lnTo>
                  <a:pt x="624" y="524"/>
                </a:lnTo>
                <a:lnTo>
                  <a:pt x="625" y="524"/>
                </a:lnTo>
                <a:lnTo>
                  <a:pt x="625" y="525"/>
                </a:lnTo>
                <a:lnTo>
                  <a:pt x="625" y="526"/>
                </a:lnTo>
                <a:lnTo>
                  <a:pt x="626" y="528"/>
                </a:lnTo>
                <a:lnTo>
                  <a:pt x="627" y="528"/>
                </a:lnTo>
                <a:lnTo>
                  <a:pt x="628" y="528"/>
                </a:lnTo>
                <a:lnTo>
                  <a:pt x="628" y="527"/>
                </a:lnTo>
                <a:lnTo>
                  <a:pt x="629" y="527"/>
                </a:lnTo>
                <a:lnTo>
                  <a:pt x="630" y="527"/>
                </a:lnTo>
                <a:lnTo>
                  <a:pt x="630" y="528"/>
                </a:lnTo>
                <a:lnTo>
                  <a:pt x="631" y="528"/>
                </a:lnTo>
                <a:lnTo>
                  <a:pt x="632" y="528"/>
                </a:lnTo>
                <a:lnTo>
                  <a:pt x="632" y="530"/>
                </a:lnTo>
                <a:lnTo>
                  <a:pt x="632" y="532"/>
                </a:lnTo>
                <a:lnTo>
                  <a:pt x="631" y="532"/>
                </a:lnTo>
                <a:lnTo>
                  <a:pt x="631" y="533"/>
                </a:lnTo>
                <a:lnTo>
                  <a:pt x="630" y="534"/>
                </a:lnTo>
                <a:lnTo>
                  <a:pt x="630" y="535"/>
                </a:lnTo>
                <a:lnTo>
                  <a:pt x="631" y="535"/>
                </a:lnTo>
                <a:lnTo>
                  <a:pt x="630" y="535"/>
                </a:lnTo>
                <a:lnTo>
                  <a:pt x="629" y="535"/>
                </a:lnTo>
                <a:lnTo>
                  <a:pt x="628" y="535"/>
                </a:lnTo>
                <a:lnTo>
                  <a:pt x="629" y="536"/>
                </a:lnTo>
                <a:lnTo>
                  <a:pt x="630" y="536"/>
                </a:lnTo>
                <a:lnTo>
                  <a:pt x="631" y="537"/>
                </a:lnTo>
                <a:lnTo>
                  <a:pt x="631" y="538"/>
                </a:lnTo>
                <a:lnTo>
                  <a:pt x="632" y="538"/>
                </a:lnTo>
                <a:lnTo>
                  <a:pt x="634" y="537"/>
                </a:lnTo>
                <a:lnTo>
                  <a:pt x="634" y="536"/>
                </a:lnTo>
                <a:lnTo>
                  <a:pt x="634" y="535"/>
                </a:lnTo>
                <a:lnTo>
                  <a:pt x="635" y="535"/>
                </a:lnTo>
                <a:lnTo>
                  <a:pt x="635" y="536"/>
                </a:lnTo>
                <a:lnTo>
                  <a:pt x="636" y="536"/>
                </a:lnTo>
                <a:lnTo>
                  <a:pt x="636" y="537"/>
                </a:lnTo>
                <a:lnTo>
                  <a:pt x="635" y="538"/>
                </a:lnTo>
                <a:lnTo>
                  <a:pt x="635" y="539"/>
                </a:lnTo>
                <a:lnTo>
                  <a:pt x="634" y="539"/>
                </a:lnTo>
                <a:lnTo>
                  <a:pt x="635" y="539"/>
                </a:lnTo>
                <a:lnTo>
                  <a:pt x="635" y="540"/>
                </a:lnTo>
                <a:lnTo>
                  <a:pt x="636" y="540"/>
                </a:lnTo>
                <a:lnTo>
                  <a:pt x="636" y="539"/>
                </a:lnTo>
                <a:lnTo>
                  <a:pt x="637" y="541"/>
                </a:lnTo>
                <a:lnTo>
                  <a:pt x="634" y="544"/>
                </a:lnTo>
                <a:lnTo>
                  <a:pt x="633" y="544"/>
                </a:lnTo>
                <a:lnTo>
                  <a:pt x="633" y="545"/>
                </a:lnTo>
                <a:lnTo>
                  <a:pt x="632" y="545"/>
                </a:lnTo>
                <a:lnTo>
                  <a:pt x="632" y="546"/>
                </a:lnTo>
                <a:lnTo>
                  <a:pt x="632" y="547"/>
                </a:lnTo>
                <a:lnTo>
                  <a:pt x="631" y="548"/>
                </a:lnTo>
                <a:lnTo>
                  <a:pt x="631" y="549"/>
                </a:lnTo>
                <a:lnTo>
                  <a:pt x="632" y="549"/>
                </a:lnTo>
                <a:lnTo>
                  <a:pt x="633" y="549"/>
                </a:lnTo>
                <a:lnTo>
                  <a:pt x="634" y="550"/>
                </a:lnTo>
                <a:lnTo>
                  <a:pt x="634" y="551"/>
                </a:lnTo>
                <a:lnTo>
                  <a:pt x="633" y="551"/>
                </a:lnTo>
                <a:lnTo>
                  <a:pt x="633" y="552"/>
                </a:lnTo>
                <a:lnTo>
                  <a:pt x="633" y="553"/>
                </a:lnTo>
                <a:lnTo>
                  <a:pt x="633" y="554"/>
                </a:lnTo>
                <a:lnTo>
                  <a:pt x="633" y="555"/>
                </a:lnTo>
                <a:lnTo>
                  <a:pt x="633" y="556"/>
                </a:lnTo>
                <a:lnTo>
                  <a:pt x="633" y="557"/>
                </a:lnTo>
                <a:lnTo>
                  <a:pt x="632" y="558"/>
                </a:lnTo>
                <a:lnTo>
                  <a:pt x="630" y="558"/>
                </a:lnTo>
                <a:lnTo>
                  <a:pt x="630" y="559"/>
                </a:lnTo>
                <a:lnTo>
                  <a:pt x="630" y="560"/>
                </a:lnTo>
                <a:lnTo>
                  <a:pt x="629" y="562"/>
                </a:lnTo>
                <a:lnTo>
                  <a:pt x="630" y="563"/>
                </a:lnTo>
                <a:lnTo>
                  <a:pt x="631" y="563"/>
                </a:lnTo>
                <a:lnTo>
                  <a:pt x="631" y="564"/>
                </a:lnTo>
                <a:lnTo>
                  <a:pt x="631" y="565"/>
                </a:lnTo>
                <a:lnTo>
                  <a:pt x="631" y="566"/>
                </a:lnTo>
                <a:lnTo>
                  <a:pt x="632" y="567"/>
                </a:lnTo>
                <a:lnTo>
                  <a:pt x="633" y="568"/>
                </a:lnTo>
                <a:lnTo>
                  <a:pt x="634" y="569"/>
                </a:lnTo>
                <a:lnTo>
                  <a:pt x="635" y="569"/>
                </a:lnTo>
                <a:lnTo>
                  <a:pt x="635" y="568"/>
                </a:lnTo>
                <a:lnTo>
                  <a:pt x="636" y="568"/>
                </a:lnTo>
                <a:lnTo>
                  <a:pt x="636" y="569"/>
                </a:lnTo>
                <a:lnTo>
                  <a:pt x="637" y="569"/>
                </a:lnTo>
                <a:lnTo>
                  <a:pt x="639" y="570"/>
                </a:lnTo>
                <a:lnTo>
                  <a:pt x="641" y="569"/>
                </a:lnTo>
                <a:lnTo>
                  <a:pt x="642" y="570"/>
                </a:lnTo>
                <a:lnTo>
                  <a:pt x="642" y="571"/>
                </a:lnTo>
                <a:lnTo>
                  <a:pt x="642" y="572"/>
                </a:lnTo>
                <a:lnTo>
                  <a:pt x="643" y="573"/>
                </a:lnTo>
                <a:lnTo>
                  <a:pt x="643" y="574"/>
                </a:lnTo>
                <a:lnTo>
                  <a:pt x="644" y="574"/>
                </a:lnTo>
                <a:lnTo>
                  <a:pt x="643" y="575"/>
                </a:lnTo>
                <a:lnTo>
                  <a:pt x="642" y="576"/>
                </a:lnTo>
                <a:lnTo>
                  <a:pt x="642" y="578"/>
                </a:lnTo>
                <a:lnTo>
                  <a:pt x="642" y="579"/>
                </a:lnTo>
                <a:lnTo>
                  <a:pt x="642" y="580"/>
                </a:lnTo>
                <a:lnTo>
                  <a:pt x="642" y="581"/>
                </a:lnTo>
                <a:lnTo>
                  <a:pt x="642" y="583"/>
                </a:lnTo>
                <a:lnTo>
                  <a:pt x="641" y="585"/>
                </a:lnTo>
                <a:lnTo>
                  <a:pt x="641" y="586"/>
                </a:lnTo>
                <a:lnTo>
                  <a:pt x="641" y="587"/>
                </a:lnTo>
                <a:lnTo>
                  <a:pt x="640" y="587"/>
                </a:lnTo>
                <a:lnTo>
                  <a:pt x="640" y="588"/>
                </a:lnTo>
                <a:lnTo>
                  <a:pt x="640" y="589"/>
                </a:lnTo>
                <a:lnTo>
                  <a:pt x="640" y="590"/>
                </a:lnTo>
                <a:lnTo>
                  <a:pt x="639" y="590"/>
                </a:lnTo>
                <a:lnTo>
                  <a:pt x="640" y="591"/>
                </a:lnTo>
                <a:lnTo>
                  <a:pt x="640" y="592"/>
                </a:lnTo>
                <a:lnTo>
                  <a:pt x="643" y="591"/>
                </a:lnTo>
                <a:lnTo>
                  <a:pt x="644" y="591"/>
                </a:lnTo>
                <a:lnTo>
                  <a:pt x="645" y="591"/>
                </a:lnTo>
                <a:lnTo>
                  <a:pt x="646" y="590"/>
                </a:lnTo>
                <a:lnTo>
                  <a:pt x="647" y="590"/>
                </a:lnTo>
                <a:lnTo>
                  <a:pt x="648" y="591"/>
                </a:lnTo>
                <a:lnTo>
                  <a:pt x="649" y="591"/>
                </a:lnTo>
                <a:lnTo>
                  <a:pt x="651" y="590"/>
                </a:lnTo>
                <a:lnTo>
                  <a:pt x="652" y="590"/>
                </a:lnTo>
                <a:lnTo>
                  <a:pt x="652" y="589"/>
                </a:lnTo>
                <a:lnTo>
                  <a:pt x="652" y="588"/>
                </a:lnTo>
                <a:lnTo>
                  <a:pt x="652" y="586"/>
                </a:lnTo>
                <a:lnTo>
                  <a:pt x="652" y="585"/>
                </a:lnTo>
                <a:lnTo>
                  <a:pt x="653" y="585"/>
                </a:lnTo>
                <a:lnTo>
                  <a:pt x="653" y="586"/>
                </a:lnTo>
                <a:lnTo>
                  <a:pt x="654" y="584"/>
                </a:lnTo>
                <a:lnTo>
                  <a:pt x="654" y="583"/>
                </a:lnTo>
                <a:lnTo>
                  <a:pt x="654" y="584"/>
                </a:lnTo>
                <a:lnTo>
                  <a:pt x="655" y="584"/>
                </a:lnTo>
                <a:lnTo>
                  <a:pt x="656" y="584"/>
                </a:lnTo>
                <a:lnTo>
                  <a:pt x="657" y="584"/>
                </a:lnTo>
                <a:lnTo>
                  <a:pt x="659" y="584"/>
                </a:lnTo>
                <a:lnTo>
                  <a:pt x="660" y="584"/>
                </a:lnTo>
                <a:lnTo>
                  <a:pt x="660" y="582"/>
                </a:lnTo>
                <a:lnTo>
                  <a:pt x="659" y="580"/>
                </a:lnTo>
                <a:lnTo>
                  <a:pt x="659" y="579"/>
                </a:lnTo>
                <a:lnTo>
                  <a:pt x="660" y="580"/>
                </a:lnTo>
                <a:lnTo>
                  <a:pt x="661" y="579"/>
                </a:lnTo>
                <a:lnTo>
                  <a:pt x="662" y="577"/>
                </a:lnTo>
                <a:lnTo>
                  <a:pt x="662" y="576"/>
                </a:lnTo>
                <a:lnTo>
                  <a:pt x="663" y="576"/>
                </a:lnTo>
                <a:lnTo>
                  <a:pt x="663" y="575"/>
                </a:lnTo>
                <a:lnTo>
                  <a:pt x="664" y="575"/>
                </a:lnTo>
                <a:lnTo>
                  <a:pt x="666" y="576"/>
                </a:lnTo>
                <a:lnTo>
                  <a:pt x="667" y="577"/>
                </a:lnTo>
                <a:lnTo>
                  <a:pt x="668" y="578"/>
                </a:lnTo>
                <a:lnTo>
                  <a:pt x="669" y="578"/>
                </a:lnTo>
                <a:lnTo>
                  <a:pt x="670" y="579"/>
                </a:lnTo>
                <a:lnTo>
                  <a:pt x="671" y="580"/>
                </a:lnTo>
                <a:lnTo>
                  <a:pt x="671" y="581"/>
                </a:lnTo>
                <a:lnTo>
                  <a:pt x="672" y="581"/>
                </a:lnTo>
                <a:lnTo>
                  <a:pt x="673" y="582"/>
                </a:lnTo>
                <a:lnTo>
                  <a:pt x="673" y="583"/>
                </a:lnTo>
                <a:lnTo>
                  <a:pt x="674" y="583"/>
                </a:lnTo>
                <a:lnTo>
                  <a:pt x="674" y="584"/>
                </a:lnTo>
                <a:lnTo>
                  <a:pt x="674" y="585"/>
                </a:lnTo>
                <a:lnTo>
                  <a:pt x="674" y="586"/>
                </a:lnTo>
                <a:lnTo>
                  <a:pt x="674" y="587"/>
                </a:lnTo>
                <a:lnTo>
                  <a:pt x="674" y="588"/>
                </a:lnTo>
                <a:lnTo>
                  <a:pt x="675" y="589"/>
                </a:lnTo>
                <a:lnTo>
                  <a:pt x="674" y="589"/>
                </a:lnTo>
                <a:lnTo>
                  <a:pt x="674" y="590"/>
                </a:lnTo>
                <a:lnTo>
                  <a:pt x="673" y="592"/>
                </a:lnTo>
                <a:lnTo>
                  <a:pt x="674" y="593"/>
                </a:lnTo>
                <a:lnTo>
                  <a:pt x="675" y="593"/>
                </a:lnTo>
                <a:lnTo>
                  <a:pt x="674" y="594"/>
                </a:lnTo>
                <a:lnTo>
                  <a:pt x="674" y="595"/>
                </a:lnTo>
                <a:lnTo>
                  <a:pt x="673" y="597"/>
                </a:lnTo>
                <a:lnTo>
                  <a:pt x="673" y="598"/>
                </a:lnTo>
                <a:lnTo>
                  <a:pt x="674" y="598"/>
                </a:lnTo>
                <a:lnTo>
                  <a:pt x="675" y="599"/>
                </a:lnTo>
                <a:lnTo>
                  <a:pt x="675" y="598"/>
                </a:lnTo>
                <a:lnTo>
                  <a:pt x="676" y="598"/>
                </a:lnTo>
                <a:lnTo>
                  <a:pt x="676" y="599"/>
                </a:lnTo>
                <a:lnTo>
                  <a:pt x="677" y="599"/>
                </a:lnTo>
                <a:lnTo>
                  <a:pt x="677" y="600"/>
                </a:lnTo>
                <a:lnTo>
                  <a:pt x="678" y="600"/>
                </a:lnTo>
                <a:lnTo>
                  <a:pt x="679" y="601"/>
                </a:lnTo>
                <a:lnTo>
                  <a:pt x="680" y="602"/>
                </a:lnTo>
                <a:lnTo>
                  <a:pt x="680" y="603"/>
                </a:lnTo>
                <a:lnTo>
                  <a:pt x="679" y="603"/>
                </a:lnTo>
                <a:lnTo>
                  <a:pt x="678" y="605"/>
                </a:lnTo>
                <a:lnTo>
                  <a:pt x="677" y="607"/>
                </a:lnTo>
                <a:lnTo>
                  <a:pt x="676" y="608"/>
                </a:lnTo>
                <a:lnTo>
                  <a:pt x="675" y="609"/>
                </a:lnTo>
                <a:lnTo>
                  <a:pt x="676" y="609"/>
                </a:lnTo>
                <a:lnTo>
                  <a:pt x="675" y="611"/>
                </a:lnTo>
                <a:lnTo>
                  <a:pt x="675" y="613"/>
                </a:lnTo>
                <a:lnTo>
                  <a:pt x="675" y="615"/>
                </a:lnTo>
                <a:lnTo>
                  <a:pt x="676" y="615"/>
                </a:lnTo>
                <a:lnTo>
                  <a:pt x="676" y="616"/>
                </a:lnTo>
                <a:lnTo>
                  <a:pt x="676" y="617"/>
                </a:lnTo>
                <a:lnTo>
                  <a:pt x="677" y="617"/>
                </a:lnTo>
                <a:lnTo>
                  <a:pt x="677" y="618"/>
                </a:lnTo>
                <a:lnTo>
                  <a:pt x="679" y="621"/>
                </a:lnTo>
                <a:lnTo>
                  <a:pt x="679" y="622"/>
                </a:lnTo>
                <a:lnTo>
                  <a:pt x="680" y="622"/>
                </a:lnTo>
                <a:lnTo>
                  <a:pt x="681" y="622"/>
                </a:lnTo>
                <a:lnTo>
                  <a:pt x="681" y="623"/>
                </a:lnTo>
                <a:lnTo>
                  <a:pt x="683" y="623"/>
                </a:lnTo>
                <a:lnTo>
                  <a:pt x="684" y="622"/>
                </a:lnTo>
                <a:lnTo>
                  <a:pt x="684" y="621"/>
                </a:lnTo>
                <a:lnTo>
                  <a:pt x="683" y="621"/>
                </a:lnTo>
                <a:lnTo>
                  <a:pt x="684" y="620"/>
                </a:lnTo>
                <a:lnTo>
                  <a:pt x="685" y="620"/>
                </a:lnTo>
                <a:lnTo>
                  <a:pt x="686" y="620"/>
                </a:lnTo>
                <a:lnTo>
                  <a:pt x="686" y="621"/>
                </a:lnTo>
                <a:lnTo>
                  <a:pt x="687" y="621"/>
                </a:lnTo>
                <a:lnTo>
                  <a:pt x="687" y="622"/>
                </a:lnTo>
                <a:lnTo>
                  <a:pt x="688" y="622"/>
                </a:lnTo>
                <a:lnTo>
                  <a:pt x="688" y="623"/>
                </a:lnTo>
                <a:lnTo>
                  <a:pt x="690" y="623"/>
                </a:lnTo>
                <a:lnTo>
                  <a:pt x="690" y="624"/>
                </a:lnTo>
                <a:lnTo>
                  <a:pt x="691" y="625"/>
                </a:lnTo>
                <a:lnTo>
                  <a:pt x="692" y="625"/>
                </a:lnTo>
                <a:lnTo>
                  <a:pt x="692" y="626"/>
                </a:lnTo>
                <a:lnTo>
                  <a:pt x="693" y="627"/>
                </a:lnTo>
                <a:lnTo>
                  <a:pt x="693" y="626"/>
                </a:lnTo>
                <a:lnTo>
                  <a:pt x="695" y="626"/>
                </a:lnTo>
                <a:lnTo>
                  <a:pt x="695" y="627"/>
                </a:lnTo>
                <a:lnTo>
                  <a:pt x="695" y="628"/>
                </a:lnTo>
                <a:lnTo>
                  <a:pt x="695" y="629"/>
                </a:lnTo>
                <a:lnTo>
                  <a:pt x="696" y="630"/>
                </a:lnTo>
                <a:lnTo>
                  <a:pt x="696" y="632"/>
                </a:lnTo>
                <a:lnTo>
                  <a:pt x="697" y="633"/>
                </a:lnTo>
                <a:lnTo>
                  <a:pt x="696" y="633"/>
                </a:lnTo>
                <a:lnTo>
                  <a:pt x="697" y="635"/>
                </a:lnTo>
                <a:lnTo>
                  <a:pt x="697" y="636"/>
                </a:lnTo>
                <a:lnTo>
                  <a:pt x="698" y="637"/>
                </a:lnTo>
                <a:lnTo>
                  <a:pt x="698" y="638"/>
                </a:lnTo>
                <a:lnTo>
                  <a:pt x="698" y="639"/>
                </a:lnTo>
                <a:lnTo>
                  <a:pt x="699" y="639"/>
                </a:lnTo>
                <a:lnTo>
                  <a:pt x="700" y="639"/>
                </a:lnTo>
                <a:lnTo>
                  <a:pt x="701" y="638"/>
                </a:lnTo>
                <a:lnTo>
                  <a:pt x="702" y="638"/>
                </a:lnTo>
                <a:lnTo>
                  <a:pt x="702" y="639"/>
                </a:lnTo>
                <a:lnTo>
                  <a:pt x="703" y="640"/>
                </a:lnTo>
                <a:lnTo>
                  <a:pt x="704" y="640"/>
                </a:lnTo>
                <a:lnTo>
                  <a:pt x="705" y="640"/>
                </a:lnTo>
                <a:lnTo>
                  <a:pt x="706" y="641"/>
                </a:lnTo>
                <a:lnTo>
                  <a:pt x="708" y="642"/>
                </a:lnTo>
                <a:lnTo>
                  <a:pt x="709" y="642"/>
                </a:lnTo>
                <a:lnTo>
                  <a:pt x="709" y="641"/>
                </a:lnTo>
                <a:lnTo>
                  <a:pt x="710" y="641"/>
                </a:lnTo>
                <a:lnTo>
                  <a:pt x="711" y="642"/>
                </a:lnTo>
                <a:lnTo>
                  <a:pt x="712" y="644"/>
                </a:lnTo>
                <a:lnTo>
                  <a:pt x="712" y="645"/>
                </a:lnTo>
                <a:lnTo>
                  <a:pt x="713" y="646"/>
                </a:lnTo>
                <a:lnTo>
                  <a:pt x="713" y="647"/>
                </a:lnTo>
                <a:lnTo>
                  <a:pt x="713" y="648"/>
                </a:lnTo>
                <a:lnTo>
                  <a:pt x="712" y="648"/>
                </a:lnTo>
                <a:lnTo>
                  <a:pt x="712" y="649"/>
                </a:lnTo>
                <a:lnTo>
                  <a:pt x="712" y="650"/>
                </a:lnTo>
                <a:lnTo>
                  <a:pt x="710" y="652"/>
                </a:lnTo>
                <a:lnTo>
                  <a:pt x="709" y="652"/>
                </a:lnTo>
                <a:lnTo>
                  <a:pt x="709" y="653"/>
                </a:lnTo>
                <a:lnTo>
                  <a:pt x="709" y="656"/>
                </a:lnTo>
                <a:lnTo>
                  <a:pt x="709" y="657"/>
                </a:lnTo>
                <a:lnTo>
                  <a:pt x="709" y="658"/>
                </a:lnTo>
                <a:lnTo>
                  <a:pt x="709" y="659"/>
                </a:lnTo>
                <a:lnTo>
                  <a:pt x="709" y="660"/>
                </a:lnTo>
                <a:lnTo>
                  <a:pt x="708" y="661"/>
                </a:lnTo>
                <a:lnTo>
                  <a:pt x="708" y="662"/>
                </a:lnTo>
                <a:lnTo>
                  <a:pt x="707" y="662"/>
                </a:lnTo>
                <a:lnTo>
                  <a:pt x="706" y="662"/>
                </a:lnTo>
                <a:lnTo>
                  <a:pt x="705" y="662"/>
                </a:lnTo>
                <a:lnTo>
                  <a:pt x="705" y="663"/>
                </a:lnTo>
                <a:lnTo>
                  <a:pt x="704" y="664"/>
                </a:lnTo>
                <a:lnTo>
                  <a:pt x="704" y="665"/>
                </a:lnTo>
                <a:lnTo>
                  <a:pt x="703" y="670"/>
                </a:lnTo>
                <a:lnTo>
                  <a:pt x="703" y="671"/>
                </a:lnTo>
                <a:lnTo>
                  <a:pt x="703" y="672"/>
                </a:lnTo>
                <a:lnTo>
                  <a:pt x="703" y="675"/>
                </a:lnTo>
                <a:lnTo>
                  <a:pt x="703" y="676"/>
                </a:lnTo>
                <a:lnTo>
                  <a:pt x="702" y="676"/>
                </a:lnTo>
                <a:lnTo>
                  <a:pt x="702" y="677"/>
                </a:lnTo>
                <a:lnTo>
                  <a:pt x="702" y="678"/>
                </a:lnTo>
                <a:lnTo>
                  <a:pt x="701" y="679"/>
                </a:lnTo>
                <a:lnTo>
                  <a:pt x="700" y="679"/>
                </a:lnTo>
                <a:lnTo>
                  <a:pt x="700" y="680"/>
                </a:lnTo>
                <a:lnTo>
                  <a:pt x="700" y="681"/>
                </a:lnTo>
                <a:lnTo>
                  <a:pt x="700" y="683"/>
                </a:lnTo>
                <a:lnTo>
                  <a:pt x="700" y="684"/>
                </a:lnTo>
                <a:lnTo>
                  <a:pt x="700" y="685"/>
                </a:lnTo>
                <a:lnTo>
                  <a:pt x="701" y="685"/>
                </a:lnTo>
                <a:lnTo>
                  <a:pt x="701" y="686"/>
                </a:lnTo>
                <a:lnTo>
                  <a:pt x="701" y="687"/>
                </a:lnTo>
                <a:lnTo>
                  <a:pt x="701" y="689"/>
                </a:lnTo>
                <a:lnTo>
                  <a:pt x="701" y="690"/>
                </a:lnTo>
                <a:lnTo>
                  <a:pt x="701" y="691"/>
                </a:lnTo>
                <a:lnTo>
                  <a:pt x="701" y="692"/>
                </a:lnTo>
                <a:lnTo>
                  <a:pt x="701" y="694"/>
                </a:lnTo>
                <a:lnTo>
                  <a:pt x="702" y="695"/>
                </a:lnTo>
                <a:lnTo>
                  <a:pt x="702" y="696"/>
                </a:lnTo>
                <a:lnTo>
                  <a:pt x="702" y="697"/>
                </a:lnTo>
                <a:lnTo>
                  <a:pt x="702" y="698"/>
                </a:lnTo>
                <a:lnTo>
                  <a:pt x="702" y="699"/>
                </a:lnTo>
                <a:lnTo>
                  <a:pt x="701" y="700"/>
                </a:lnTo>
                <a:lnTo>
                  <a:pt x="702" y="702"/>
                </a:lnTo>
                <a:lnTo>
                  <a:pt x="703" y="703"/>
                </a:lnTo>
                <a:lnTo>
                  <a:pt x="704" y="702"/>
                </a:lnTo>
                <a:lnTo>
                  <a:pt x="705" y="703"/>
                </a:lnTo>
                <a:lnTo>
                  <a:pt x="704" y="704"/>
                </a:lnTo>
                <a:lnTo>
                  <a:pt x="705" y="705"/>
                </a:lnTo>
                <a:lnTo>
                  <a:pt x="707" y="706"/>
                </a:lnTo>
                <a:lnTo>
                  <a:pt x="707" y="705"/>
                </a:lnTo>
                <a:lnTo>
                  <a:pt x="708" y="706"/>
                </a:lnTo>
                <a:lnTo>
                  <a:pt x="708" y="707"/>
                </a:lnTo>
                <a:lnTo>
                  <a:pt x="710" y="707"/>
                </a:lnTo>
                <a:lnTo>
                  <a:pt x="711" y="707"/>
                </a:lnTo>
                <a:lnTo>
                  <a:pt x="712" y="708"/>
                </a:lnTo>
                <a:lnTo>
                  <a:pt x="712" y="709"/>
                </a:lnTo>
                <a:lnTo>
                  <a:pt x="713" y="709"/>
                </a:lnTo>
                <a:lnTo>
                  <a:pt x="713" y="710"/>
                </a:lnTo>
                <a:lnTo>
                  <a:pt x="712" y="710"/>
                </a:lnTo>
                <a:lnTo>
                  <a:pt x="712" y="711"/>
                </a:lnTo>
                <a:lnTo>
                  <a:pt x="711" y="711"/>
                </a:lnTo>
                <a:lnTo>
                  <a:pt x="711" y="712"/>
                </a:lnTo>
                <a:lnTo>
                  <a:pt x="710" y="712"/>
                </a:lnTo>
                <a:lnTo>
                  <a:pt x="711" y="713"/>
                </a:lnTo>
                <a:lnTo>
                  <a:pt x="712" y="713"/>
                </a:lnTo>
                <a:lnTo>
                  <a:pt x="712" y="714"/>
                </a:lnTo>
                <a:lnTo>
                  <a:pt x="711" y="714"/>
                </a:lnTo>
                <a:lnTo>
                  <a:pt x="710" y="715"/>
                </a:lnTo>
                <a:lnTo>
                  <a:pt x="709" y="716"/>
                </a:lnTo>
                <a:lnTo>
                  <a:pt x="709" y="717"/>
                </a:lnTo>
                <a:lnTo>
                  <a:pt x="708" y="717"/>
                </a:lnTo>
                <a:lnTo>
                  <a:pt x="708" y="718"/>
                </a:lnTo>
                <a:lnTo>
                  <a:pt x="707" y="718"/>
                </a:lnTo>
                <a:lnTo>
                  <a:pt x="706" y="718"/>
                </a:lnTo>
                <a:lnTo>
                  <a:pt x="705" y="719"/>
                </a:lnTo>
                <a:lnTo>
                  <a:pt x="705" y="720"/>
                </a:lnTo>
                <a:lnTo>
                  <a:pt x="705" y="721"/>
                </a:lnTo>
                <a:lnTo>
                  <a:pt x="705" y="722"/>
                </a:lnTo>
                <a:lnTo>
                  <a:pt x="706" y="722"/>
                </a:lnTo>
                <a:lnTo>
                  <a:pt x="707" y="722"/>
                </a:lnTo>
                <a:lnTo>
                  <a:pt x="708" y="723"/>
                </a:lnTo>
                <a:lnTo>
                  <a:pt x="708" y="724"/>
                </a:lnTo>
                <a:lnTo>
                  <a:pt x="707" y="725"/>
                </a:lnTo>
                <a:lnTo>
                  <a:pt x="706" y="725"/>
                </a:lnTo>
                <a:lnTo>
                  <a:pt x="705" y="726"/>
                </a:lnTo>
                <a:lnTo>
                  <a:pt x="704" y="726"/>
                </a:lnTo>
                <a:lnTo>
                  <a:pt x="703" y="727"/>
                </a:lnTo>
                <a:lnTo>
                  <a:pt x="701" y="728"/>
                </a:lnTo>
                <a:lnTo>
                  <a:pt x="700" y="728"/>
                </a:lnTo>
                <a:lnTo>
                  <a:pt x="699" y="729"/>
                </a:lnTo>
                <a:lnTo>
                  <a:pt x="698" y="729"/>
                </a:lnTo>
                <a:lnTo>
                  <a:pt x="697" y="730"/>
                </a:lnTo>
                <a:lnTo>
                  <a:pt x="696" y="731"/>
                </a:lnTo>
                <a:lnTo>
                  <a:pt x="695" y="731"/>
                </a:lnTo>
                <a:lnTo>
                  <a:pt x="694" y="731"/>
                </a:lnTo>
                <a:lnTo>
                  <a:pt x="694" y="732"/>
                </a:lnTo>
                <a:lnTo>
                  <a:pt x="694" y="733"/>
                </a:lnTo>
                <a:lnTo>
                  <a:pt x="693" y="734"/>
                </a:lnTo>
                <a:lnTo>
                  <a:pt x="692" y="735"/>
                </a:lnTo>
                <a:lnTo>
                  <a:pt x="693" y="736"/>
                </a:lnTo>
                <a:lnTo>
                  <a:pt x="693" y="737"/>
                </a:lnTo>
                <a:lnTo>
                  <a:pt x="694" y="737"/>
                </a:lnTo>
                <a:lnTo>
                  <a:pt x="695" y="738"/>
                </a:lnTo>
                <a:lnTo>
                  <a:pt x="696" y="738"/>
                </a:lnTo>
                <a:lnTo>
                  <a:pt x="696" y="739"/>
                </a:lnTo>
                <a:lnTo>
                  <a:pt x="697" y="738"/>
                </a:lnTo>
                <a:lnTo>
                  <a:pt x="699" y="737"/>
                </a:lnTo>
                <a:lnTo>
                  <a:pt x="700" y="736"/>
                </a:lnTo>
                <a:lnTo>
                  <a:pt x="701" y="735"/>
                </a:lnTo>
                <a:lnTo>
                  <a:pt x="702" y="734"/>
                </a:lnTo>
                <a:lnTo>
                  <a:pt x="702" y="735"/>
                </a:lnTo>
                <a:lnTo>
                  <a:pt x="703" y="735"/>
                </a:lnTo>
                <a:lnTo>
                  <a:pt x="705" y="737"/>
                </a:lnTo>
                <a:lnTo>
                  <a:pt x="706" y="737"/>
                </a:lnTo>
                <a:lnTo>
                  <a:pt x="708" y="736"/>
                </a:lnTo>
                <a:lnTo>
                  <a:pt x="709" y="736"/>
                </a:lnTo>
                <a:lnTo>
                  <a:pt x="710" y="736"/>
                </a:lnTo>
                <a:lnTo>
                  <a:pt x="710" y="735"/>
                </a:lnTo>
                <a:lnTo>
                  <a:pt x="711" y="733"/>
                </a:lnTo>
                <a:lnTo>
                  <a:pt x="712" y="732"/>
                </a:lnTo>
                <a:lnTo>
                  <a:pt x="713" y="733"/>
                </a:lnTo>
                <a:lnTo>
                  <a:pt x="714" y="733"/>
                </a:lnTo>
                <a:lnTo>
                  <a:pt x="715" y="734"/>
                </a:lnTo>
                <a:lnTo>
                  <a:pt x="715" y="735"/>
                </a:lnTo>
                <a:lnTo>
                  <a:pt x="715" y="736"/>
                </a:lnTo>
                <a:lnTo>
                  <a:pt x="715" y="737"/>
                </a:lnTo>
                <a:lnTo>
                  <a:pt x="714" y="737"/>
                </a:lnTo>
                <a:lnTo>
                  <a:pt x="714" y="738"/>
                </a:lnTo>
                <a:lnTo>
                  <a:pt x="715" y="738"/>
                </a:lnTo>
                <a:lnTo>
                  <a:pt x="716" y="739"/>
                </a:lnTo>
                <a:lnTo>
                  <a:pt x="716" y="740"/>
                </a:lnTo>
                <a:lnTo>
                  <a:pt x="717" y="740"/>
                </a:lnTo>
                <a:lnTo>
                  <a:pt x="717" y="741"/>
                </a:lnTo>
                <a:lnTo>
                  <a:pt x="718" y="741"/>
                </a:lnTo>
                <a:lnTo>
                  <a:pt x="717" y="742"/>
                </a:lnTo>
                <a:lnTo>
                  <a:pt x="716" y="742"/>
                </a:lnTo>
                <a:lnTo>
                  <a:pt x="715" y="742"/>
                </a:lnTo>
                <a:lnTo>
                  <a:pt x="715" y="743"/>
                </a:lnTo>
                <a:lnTo>
                  <a:pt x="714" y="743"/>
                </a:lnTo>
                <a:lnTo>
                  <a:pt x="714" y="744"/>
                </a:lnTo>
                <a:lnTo>
                  <a:pt x="713" y="744"/>
                </a:lnTo>
                <a:lnTo>
                  <a:pt x="713" y="745"/>
                </a:lnTo>
                <a:lnTo>
                  <a:pt x="713" y="747"/>
                </a:lnTo>
                <a:lnTo>
                  <a:pt x="713" y="748"/>
                </a:lnTo>
                <a:lnTo>
                  <a:pt x="713" y="749"/>
                </a:lnTo>
                <a:lnTo>
                  <a:pt x="712" y="749"/>
                </a:lnTo>
                <a:lnTo>
                  <a:pt x="711" y="750"/>
                </a:lnTo>
                <a:lnTo>
                  <a:pt x="710" y="751"/>
                </a:lnTo>
                <a:lnTo>
                  <a:pt x="710" y="752"/>
                </a:lnTo>
                <a:lnTo>
                  <a:pt x="710" y="754"/>
                </a:lnTo>
                <a:lnTo>
                  <a:pt x="711" y="754"/>
                </a:lnTo>
                <a:lnTo>
                  <a:pt x="711" y="755"/>
                </a:lnTo>
                <a:lnTo>
                  <a:pt x="710" y="756"/>
                </a:lnTo>
                <a:lnTo>
                  <a:pt x="709" y="756"/>
                </a:lnTo>
                <a:lnTo>
                  <a:pt x="709" y="757"/>
                </a:lnTo>
                <a:lnTo>
                  <a:pt x="710" y="758"/>
                </a:lnTo>
                <a:lnTo>
                  <a:pt x="710" y="760"/>
                </a:lnTo>
                <a:lnTo>
                  <a:pt x="709" y="760"/>
                </a:lnTo>
                <a:lnTo>
                  <a:pt x="708" y="760"/>
                </a:lnTo>
                <a:lnTo>
                  <a:pt x="707" y="761"/>
                </a:lnTo>
                <a:lnTo>
                  <a:pt x="706" y="762"/>
                </a:lnTo>
                <a:lnTo>
                  <a:pt x="705" y="763"/>
                </a:lnTo>
                <a:lnTo>
                  <a:pt x="703" y="765"/>
                </a:lnTo>
                <a:lnTo>
                  <a:pt x="702" y="764"/>
                </a:lnTo>
                <a:lnTo>
                  <a:pt x="701" y="764"/>
                </a:lnTo>
                <a:lnTo>
                  <a:pt x="700" y="763"/>
                </a:lnTo>
                <a:lnTo>
                  <a:pt x="700" y="764"/>
                </a:lnTo>
                <a:lnTo>
                  <a:pt x="699" y="764"/>
                </a:lnTo>
                <a:lnTo>
                  <a:pt x="698" y="765"/>
                </a:lnTo>
                <a:lnTo>
                  <a:pt x="698" y="764"/>
                </a:lnTo>
                <a:lnTo>
                  <a:pt x="697" y="765"/>
                </a:lnTo>
                <a:lnTo>
                  <a:pt x="695" y="766"/>
                </a:lnTo>
                <a:lnTo>
                  <a:pt x="696" y="767"/>
                </a:lnTo>
                <a:lnTo>
                  <a:pt x="695" y="768"/>
                </a:lnTo>
                <a:lnTo>
                  <a:pt x="695" y="769"/>
                </a:lnTo>
                <a:lnTo>
                  <a:pt x="694" y="769"/>
                </a:lnTo>
                <a:lnTo>
                  <a:pt x="693" y="770"/>
                </a:lnTo>
                <a:lnTo>
                  <a:pt x="692" y="770"/>
                </a:lnTo>
                <a:lnTo>
                  <a:pt x="693" y="771"/>
                </a:lnTo>
                <a:lnTo>
                  <a:pt x="694" y="771"/>
                </a:lnTo>
                <a:lnTo>
                  <a:pt x="694" y="772"/>
                </a:lnTo>
                <a:lnTo>
                  <a:pt x="694" y="773"/>
                </a:lnTo>
                <a:lnTo>
                  <a:pt x="693" y="774"/>
                </a:lnTo>
                <a:lnTo>
                  <a:pt x="692" y="774"/>
                </a:lnTo>
                <a:lnTo>
                  <a:pt x="691" y="774"/>
                </a:lnTo>
                <a:lnTo>
                  <a:pt x="692" y="775"/>
                </a:lnTo>
                <a:lnTo>
                  <a:pt x="692" y="776"/>
                </a:lnTo>
                <a:lnTo>
                  <a:pt x="691" y="777"/>
                </a:lnTo>
                <a:lnTo>
                  <a:pt x="690" y="777"/>
                </a:lnTo>
                <a:lnTo>
                  <a:pt x="689" y="777"/>
                </a:lnTo>
                <a:lnTo>
                  <a:pt x="688" y="778"/>
                </a:lnTo>
                <a:lnTo>
                  <a:pt x="689" y="779"/>
                </a:lnTo>
                <a:lnTo>
                  <a:pt x="690" y="780"/>
                </a:lnTo>
                <a:lnTo>
                  <a:pt x="689" y="780"/>
                </a:lnTo>
                <a:lnTo>
                  <a:pt x="689" y="781"/>
                </a:lnTo>
                <a:lnTo>
                  <a:pt x="689" y="782"/>
                </a:lnTo>
                <a:lnTo>
                  <a:pt x="690" y="782"/>
                </a:lnTo>
                <a:lnTo>
                  <a:pt x="689" y="785"/>
                </a:lnTo>
                <a:lnTo>
                  <a:pt x="689" y="786"/>
                </a:lnTo>
                <a:lnTo>
                  <a:pt x="688" y="788"/>
                </a:lnTo>
                <a:lnTo>
                  <a:pt x="687" y="789"/>
                </a:lnTo>
                <a:lnTo>
                  <a:pt x="688" y="789"/>
                </a:lnTo>
                <a:lnTo>
                  <a:pt x="689" y="790"/>
                </a:lnTo>
                <a:lnTo>
                  <a:pt x="689" y="791"/>
                </a:lnTo>
                <a:lnTo>
                  <a:pt x="690" y="791"/>
                </a:lnTo>
                <a:lnTo>
                  <a:pt x="689" y="792"/>
                </a:lnTo>
                <a:lnTo>
                  <a:pt x="688" y="792"/>
                </a:lnTo>
                <a:lnTo>
                  <a:pt x="687" y="794"/>
                </a:lnTo>
                <a:lnTo>
                  <a:pt x="687" y="795"/>
                </a:lnTo>
                <a:lnTo>
                  <a:pt x="688" y="796"/>
                </a:lnTo>
                <a:lnTo>
                  <a:pt x="688" y="797"/>
                </a:lnTo>
                <a:lnTo>
                  <a:pt x="687" y="797"/>
                </a:lnTo>
                <a:lnTo>
                  <a:pt x="687" y="798"/>
                </a:lnTo>
                <a:lnTo>
                  <a:pt x="686" y="800"/>
                </a:lnTo>
                <a:lnTo>
                  <a:pt x="686" y="801"/>
                </a:lnTo>
                <a:lnTo>
                  <a:pt x="685" y="802"/>
                </a:lnTo>
                <a:lnTo>
                  <a:pt x="684" y="803"/>
                </a:lnTo>
                <a:lnTo>
                  <a:pt x="684" y="804"/>
                </a:lnTo>
                <a:lnTo>
                  <a:pt x="684" y="805"/>
                </a:lnTo>
                <a:lnTo>
                  <a:pt x="683" y="807"/>
                </a:lnTo>
                <a:lnTo>
                  <a:pt x="682" y="807"/>
                </a:lnTo>
                <a:lnTo>
                  <a:pt x="682" y="808"/>
                </a:lnTo>
                <a:lnTo>
                  <a:pt x="681" y="809"/>
                </a:lnTo>
                <a:lnTo>
                  <a:pt x="680" y="809"/>
                </a:lnTo>
                <a:lnTo>
                  <a:pt x="679" y="809"/>
                </a:lnTo>
                <a:lnTo>
                  <a:pt x="678" y="810"/>
                </a:lnTo>
                <a:lnTo>
                  <a:pt x="678" y="811"/>
                </a:lnTo>
                <a:lnTo>
                  <a:pt x="678" y="812"/>
                </a:lnTo>
                <a:lnTo>
                  <a:pt x="678" y="813"/>
                </a:lnTo>
                <a:lnTo>
                  <a:pt x="679" y="814"/>
                </a:lnTo>
                <a:lnTo>
                  <a:pt x="678" y="815"/>
                </a:lnTo>
                <a:lnTo>
                  <a:pt x="679" y="816"/>
                </a:lnTo>
                <a:lnTo>
                  <a:pt x="680" y="817"/>
                </a:lnTo>
                <a:lnTo>
                  <a:pt x="681" y="817"/>
                </a:lnTo>
                <a:lnTo>
                  <a:pt x="681" y="818"/>
                </a:lnTo>
                <a:lnTo>
                  <a:pt x="682" y="820"/>
                </a:lnTo>
                <a:lnTo>
                  <a:pt x="682" y="822"/>
                </a:lnTo>
                <a:lnTo>
                  <a:pt x="681" y="822"/>
                </a:lnTo>
                <a:lnTo>
                  <a:pt x="680" y="822"/>
                </a:lnTo>
                <a:lnTo>
                  <a:pt x="679" y="823"/>
                </a:lnTo>
                <a:lnTo>
                  <a:pt x="679" y="824"/>
                </a:lnTo>
                <a:lnTo>
                  <a:pt x="679" y="825"/>
                </a:lnTo>
                <a:lnTo>
                  <a:pt x="678" y="825"/>
                </a:lnTo>
                <a:lnTo>
                  <a:pt x="676" y="824"/>
                </a:lnTo>
                <a:lnTo>
                  <a:pt x="676" y="823"/>
                </a:lnTo>
                <a:lnTo>
                  <a:pt x="674" y="822"/>
                </a:lnTo>
                <a:lnTo>
                  <a:pt x="673" y="822"/>
                </a:lnTo>
                <a:lnTo>
                  <a:pt x="671" y="822"/>
                </a:lnTo>
                <a:lnTo>
                  <a:pt x="671" y="821"/>
                </a:lnTo>
                <a:lnTo>
                  <a:pt x="671" y="820"/>
                </a:lnTo>
                <a:lnTo>
                  <a:pt x="670" y="819"/>
                </a:lnTo>
                <a:lnTo>
                  <a:pt x="668" y="818"/>
                </a:lnTo>
                <a:lnTo>
                  <a:pt x="668" y="819"/>
                </a:lnTo>
                <a:lnTo>
                  <a:pt x="668" y="820"/>
                </a:lnTo>
                <a:lnTo>
                  <a:pt x="667" y="821"/>
                </a:lnTo>
                <a:lnTo>
                  <a:pt x="666" y="822"/>
                </a:lnTo>
                <a:lnTo>
                  <a:pt x="666" y="823"/>
                </a:lnTo>
                <a:lnTo>
                  <a:pt x="666" y="824"/>
                </a:lnTo>
                <a:lnTo>
                  <a:pt x="666" y="825"/>
                </a:lnTo>
                <a:lnTo>
                  <a:pt x="666" y="826"/>
                </a:lnTo>
                <a:lnTo>
                  <a:pt x="666" y="828"/>
                </a:lnTo>
                <a:lnTo>
                  <a:pt x="665" y="830"/>
                </a:lnTo>
                <a:lnTo>
                  <a:pt x="663" y="830"/>
                </a:lnTo>
                <a:lnTo>
                  <a:pt x="661" y="830"/>
                </a:lnTo>
                <a:lnTo>
                  <a:pt x="660" y="828"/>
                </a:lnTo>
                <a:lnTo>
                  <a:pt x="659" y="828"/>
                </a:lnTo>
                <a:lnTo>
                  <a:pt x="657" y="827"/>
                </a:lnTo>
                <a:lnTo>
                  <a:pt x="656" y="826"/>
                </a:lnTo>
                <a:lnTo>
                  <a:pt x="653" y="825"/>
                </a:lnTo>
                <a:lnTo>
                  <a:pt x="652" y="825"/>
                </a:lnTo>
                <a:lnTo>
                  <a:pt x="651" y="825"/>
                </a:lnTo>
                <a:lnTo>
                  <a:pt x="651" y="824"/>
                </a:lnTo>
                <a:lnTo>
                  <a:pt x="651" y="823"/>
                </a:lnTo>
                <a:lnTo>
                  <a:pt x="651" y="822"/>
                </a:lnTo>
                <a:lnTo>
                  <a:pt x="652" y="822"/>
                </a:lnTo>
                <a:lnTo>
                  <a:pt x="651" y="821"/>
                </a:lnTo>
                <a:lnTo>
                  <a:pt x="651" y="820"/>
                </a:lnTo>
                <a:lnTo>
                  <a:pt x="650" y="819"/>
                </a:lnTo>
                <a:lnTo>
                  <a:pt x="649" y="819"/>
                </a:lnTo>
                <a:lnTo>
                  <a:pt x="649" y="820"/>
                </a:lnTo>
                <a:lnTo>
                  <a:pt x="648" y="820"/>
                </a:lnTo>
                <a:lnTo>
                  <a:pt x="647" y="820"/>
                </a:lnTo>
                <a:lnTo>
                  <a:pt x="645" y="819"/>
                </a:lnTo>
                <a:lnTo>
                  <a:pt x="644" y="820"/>
                </a:lnTo>
                <a:lnTo>
                  <a:pt x="642" y="821"/>
                </a:lnTo>
                <a:lnTo>
                  <a:pt x="640" y="822"/>
                </a:lnTo>
                <a:lnTo>
                  <a:pt x="639" y="822"/>
                </a:lnTo>
                <a:lnTo>
                  <a:pt x="639" y="823"/>
                </a:lnTo>
                <a:lnTo>
                  <a:pt x="638" y="823"/>
                </a:lnTo>
                <a:lnTo>
                  <a:pt x="638" y="824"/>
                </a:lnTo>
                <a:lnTo>
                  <a:pt x="636" y="824"/>
                </a:lnTo>
                <a:lnTo>
                  <a:pt x="635" y="823"/>
                </a:lnTo>
                <a:lnTo>
                  <a:pt x="634" y="822"/>
                </a:lnTo>
                <a:lnTo>
                  <a:pt x="634" y="820"/>
                </a:lnTo>
                <a:lnTo>
                  <a:pt x="633" y="820"/>
                </a:lnTo>
                <a:lnTo>
                  <a:pt x="633" y="819"/>
                </a:lnTo>
                <a:lnTo>
                  <a:pt x="632" y="818"/>
                </a:lnTo>
                <a:lnTo>
                  <a:pt x="632" y="816"/>
                </a:lnTo>
                <a:lnTo>
                  <a:pt x="632" y="815"/>
                </a:lnTo>
                <a:lnTo>
                  <a:pt x="631" y="815"/>
                </a:lnTo>
                <a:lnTo>
                  <a:pt x="631" y="814"/>
                </a:lnTo>
                <a:lnTo>
                  <a:pt x="631" y="815"/>
                </a:lnTo>
                <a:lnTo>
                  <a:pt x="630" y="815"/>
                </a:lnTo>
                <a:lnTo>
                  <a:pt x="629" y="815"/>
                </a:lnTo>
                <a:lnTo>
                  <a:pt x="628" y="815"/>
                </a:lnTo>
                <a:lnTo>
                  <a:pt x="628" y="817"/>
                </a:lnTo>
                <a:lnTo>
                  <a:pt x="628" y="818"/>
                </a:lnTo>
                <a:lnTo>
                  <a:pt x="627" y="819"/>
                </a:lnTo>
                <a:lnTo>
                  <a:pt x="626" y="820"/>
                </a:lnTo>
                <a:lnTo>
                  <a:pt x="625" y="820"/>
                </a:lnTo>
                <a:lnTo>
                  <a:pt x="624" y="820"/>
                </a:lnTo>
                <a:lnTo>
                  <a:pt x="623" y="821"/>
                </a:lnTo>
                <a:lnTo>
                  <a:pt x="623" y="822"/>
                </a:lnTo>
                <a:lnTo>
                  <a:pt x="623" y="823"/>
                </a:lnTo>
                <a:lnTo>
                  <a:pt x="623" y="824"/>
                </a:lnTo>
                <a:lnTo>
                  <a:pt x="621" y="826"/>
                </a:lnTo>
                <a:lnTo>
                  <a:pt x="620" y="825"/>
                </a:lnTo>
                <a:lnTo>
                  <a:pt x="620" y="822"/>
                </a:lnTo>
                <a:lnTo>
                  <a:pt x="621" y="822"/>
                </a:lnTo>
                <a:lnTo>
                  <a:pt x="621" y="821"/>
                </a:lnTo>
                <a:lnTo>
                  <a:pt x="620" y="820"/>
                </a:lnTo>
                <a:lnTo>
                  <a:pt x="620" y="819"/>
                </a:lnTo>
                <a:lnTo>
                  <a:pt x="619" y="819"/>
                </a:lnTo>
                <a:lnTo>
                  <a:pt x="618" y="819"/>
                </a:lnTo>
                <a:lnTo>
                  <a:pt x="617" y="819"/>
                </a:lnTo>
                <a:lnTo>
                  <a:pt x="617" y="818"/>
                </a:lnTo>
                <a:lnTo>
                  <a:pt x="616" y="817"/>
                </a:lnTo>
                <a:lnTo>
                  <a:pt x="616" y="816"/>
                </a:lnTo>
                <a:lnTo>
                  <a:pt x="616" y="814"/>
                </a:lnTo>
                <a:lnTo>
                  <a:pt x="616" y="813"/>
                </a:lnTo>
                <a:lnTo>
                  <a:pt x="615" y="813"/>
                </a:lnTo>
                <a:lnTo>
                  <a:pt x="615" y="812"/>
                </a:lnTo>
                <a:lnTo>
                  <a:pt x="614" y="812"/>
                </a:lnTo>
                <a:lnTo>
                  <a:pt x="614" y="809"/>
                </a:lnTo>
                <a:lnTo>
                  <a:pt x="614" y="808"/>
                </a:lnTo>
                <a:lnTo>
                  <a:pt x="615" y="807"/>
                </a:lnTo>
                <a:lnTo>
                  <a:pt x="616" y="806"/>
                </a:lnTo>
                <a:lnTo>
                  <a:pt x="616" y="805"/>
                </a:lnTo>
                <a:lnTo>
                  <a:pt x="618" y="804"/>
                </a:lnTo>
                <a:lnTo>
                  <a:pt x="620" y="803"/>
                </a:lnTo>
                <a:lnTo>
                  <a:pt x="621" y="803"/>
                </a:lnTo>
                <a:lnTo>
                  <a:pt x="621" y="802"/>
                </a:lnTo>
                <a:lnTo>
                  <a:pt x="622" y="801"/>
                </a:lnTo>
                <a:lnTo>
                  <a:pt x="622" y="800"/>
                </a:lnTo>
                <a:lnTo>
                  <a:pt x="621" y="800"/>
                </a:lnTo>
                <a:lnTo>
                  <a:pt x="621" y="799"/>
                </a:lnTo>
                <a:lnTo>
                  <a:pt x="620" y="799"/>
                </a:lnTo>
                <a:lnTo>
                  <a:pt x="620" y="798"/>
                </a:lnTo>
                <a:lnTo>
                  <a:pt x="621" y="796"/>
                </a:lnTo>
                <a:lnTo>
                  <a:pt x="623" y="795"/>
                </a:lnTo>
                <a:lnTo>
                  <a:pt x="623" y="793"/>
                </a:lnTo>
                <a:lnTo>
                  <a:pt x="623" y="792"/>
                </a:lnTo>
                <a:lnTo>
                  <a:pt x="622" y="790"/>
                </a:lnTo>
                <a:lnTo>
                  <a:pt x="623" y="789"/>
                </a:lnTo>
                <a:lnTo>
                  <a:pt x="624" y="788"/>
                </a:lnTo>
                <a:lnTo>
                  <a:pt x="624" y="787"/>
                </a:lnTo>
                <a:lnTo>
                  <a:pt x="623" y="787"/>
                </a:lnTo>
                <a:lnTo>
                  <a:pt x="622" y="787"/>
                </a:lnTo>
                <a:lnTo>
                  <a:pt x="620" y="786"/>
                </a:lnTo>
                <a:lnTo>
                  <a:pt x="619" y="786"/>
                </a:lnTo>
                <a:lnTo>
                  <a:pt x="620" y="784"/>
                </a:lnTo>
                <a:lnTo>
                  <a:pt x="621" y="782"/>
                </a:lnTo>
                <a:lnTo>
                  <a:pt x="621" y="781"/>
                </a:lnTo>
                <a:lnTo>
                  <a:pt x="622" y="779"/>
                </a:lnTo>
                <a:lnTo>
                  <a:pt x="623" y="777"/>
                </a:lnTo>
                <a:lnTo>
                  <a:pt x="622" y="776"/>
                </a:lnTo>
                <a:lnTo>
                  <a:pt x="621" y="775"/>
                </a:lnTo>
                <a:lnTo>
                  <a:pt x="620" y="775"/>
                </a:lnTo>
                <a:lnTo>
                  <a:pt x="618" y="774"/>
                </a:lnTo>
                <a:lnTo>
                  <a:pt x="617" y="773"/>
                </a:lnTo>
                <a:lnTo>
                  <a:pt x="616" y="773"/>
                </a:lnTo>
                <a:lnTo>
                  <a:pt x="616" y="772"/>
                </a:lnTo>
                <a:lnTo>
                  <a:pt x="617" y="772"/>
                </a:lnTo>
                <a:lnTo>
                  <a:pt x="617" y="771"/>
                </a:lnTo>
                <a:lnTo>
                  <a:pt x="616" y="771"/>
                </a:lnTo>
                <a:lnTo>
                  <a:pt x="615" y="769"/>
                </a:lnTo>
                <a:lnTo>
                  <a:pt x="614" y="769"/>
                </a:lnTo>
                <a:lnTo>
                  <a:pt x="613" y="769"/>
                </a:lnTo>
                <a:lnTo>
                  <a:pt x="613" y="768"/>
                </a:lnTo>
                <a:lnTo>
                  <a:pt x="612" y="767"/>
                </a:lnTo>
                <a:lnTo>
                  <a:pt x="612" y="766"/>
                </a:lnTo>
                <a:lnTo>
                  <a:pt x="612" y="765"/>
                </a:lnTo>
                <a:lnTo>
                  <a:pt x="612" y="764"/>
                </a:lnTo>
                <a:lnTo>
                  <a:pt x="611" y="764"/>
                </a:lnTo>
                <a:lnTo>
                  <a:pt x="610" y="763"/>
                </a:lnTo>
                <a:lnTo>
                  <a:pt x="609" y="763"/>
                </a:lnTo>
                <a:lnTo>
                  <a:pt x="609" y="764"/>
                </a:lnTo>
                <a:lnTo>
                  <a:pt x="609" y="765"/>
                </a:lnTo>
                <a:lnTo>
                  <a:pt x="608" y="766"/>
                </a:lnTo>
                <a:lnTo>
                  <a:pt x="608" y="767"/>
                </a:lnTo>
                <a:lnTo>
                  <a:pt x="607" y="767"/>
                </a:lnTo>
                <a:lnTo>
                  <a:pt x="605" y="767"/>
                </a:lnTo>
                <a:lnTo>
                  <a:pt x="605" y="768"/>
                </a:lnTo>
                <a:lnTo>
                  <a:pt x="604" y="768"/>
                </a:lnTo>
                <a:lnTo>
                  <a:pt x="603" y="768"/>
                </a:lnTo>
                <a:lnTo>
                  <a:pt x="602" y="768"/>
                </a:lnTo>
                <a:lnTo>
                  <a:pt x="601" y="768"/>
                </a:lnTo>
                <a:lnTo>
                  <a:pt x="600" y="769"/>
                </a:lnTo>
                <a:lnTo>
                  <a:pt x="598" y="769"/>
                </a:lnTo>
                <a:lnTo>
                  <a:pt x="598" y="770"/>
                </a:lnTo>
                <a:lnTo>
                  <a:pt x="598" y="772"/>
                </a:lnTo>
                <a:lnTo>
                  <a:pt x="597" y="772"/>
                </a:lnTo>
                <a:lnTo>
                  <a:pt x="598" y="773"/>
                </a:lnTo>
                <a:lnTo>
                  <a:pt x="600" y="774"/>
                </a:lnTo>
                <a:lnTo>
                  <a:pt x="601" y="774"/>
                </a:lnTo>
                <a:lnTo>
                  <a:pt x="602" y="775"/>
                </a:lnTo>
                <a:lnTo>
                  <a:pt x="602" y="776"/>
                </a:lnTo>
                <a:lnTo>
                  <a:pt x="603" y="777"/>
                </a:lnTo>
                <a:lnTo>
                  <a:pt x="604" y="778"/>
                </a:lnTo>
                <a:lnTo>
                  <a:pt x="605" y="778"/>
                </a:lnTo>
                <a:lnTo>
                  <a:pt x="606" y="779"/>
                </a:lnTo>
                <a:lnTo>
                  <a:pt x="607" y="781"/>
                </a:lnTo>
                <a:lnTo>
                  <a:pt x="608" y="782"/>
                </a:lnTo>
                <a:lnTo>
                  <a:pt x="608" y="783"/>
                </a:lnTo>
                <a:lnTo>
                  <a:pt x="608" y="784"/>
                </a:lnTo>
                <a:lnTo>
                  <a:pt x="608" y="785"/>
                </a:lnTo>
                <a:lnTo>
                  <a:pt x="607" y="785"/>
                </a:lnTo>
                <a:lnTo>
                  <a:pt x="606" y="785"/>
                </a:lnTo>
                <a:lnTo>
                  <a:pt x="604" y="786"/>
                </a:lnTo>
                <a:lnTo>
                  <a:pt x="603" y="787"/>
                </a:lnTo>
                <a:lnTo>
                  <a:pt x="602" y="787"/>
                </a:lnTo>
                <a:lnTo>
                  <a:pt x="602" y="788"/>
                </a:lnTo>
                <a:lnTo>
                  <a:pt x="602" y="789"/>
                </a:lnTo>
                <a:lnTo>
                  <a:pt x="601" y="790"/>
                </a:lnTo>
                <a:lnTo>
                  <a:pt x="601" y="791"/>
                </a:lnTo>
                <a:lnTo>
                  <a:pt x="601" y="793"/>
                </a:lnTo>
                <a:lnTo>
                  <a:pt x="601" y="794"/>
                </a:lnTo>
                <a:lnTo>
                  <a:pt x="602" y="794"/>
                </a:lnTo>
                <a:lnTo>
                  <a:pt x="603" y="794"/>
                </a:lnTo>
                <a:lnTo>
                  <a:pt x="603" y="793"/>
                </a:lnTo>
                <a:lnTo>
                  <a:pt x="604" y="793"/>
                </a:lnTo>
                <a:lnTo>
                  <a:pt x="605" y="794"/>
                </a:lnTo>
                <a:lnTo>
                  <a:pt x="605" y="795"/>
                </a:lnTo>
                <a:lnTo>
                  <a:pt x="604" y="797"/>
                </a:lnTo>
                <a:lnTo>
                  <a:pt x="603" y="797"/>
                </a:lnTo>
                <a:lnTo>
                  <a:pt x="602" y="797"/>
                </a:lnTo>
                <a:lnTo>
                  <a:pt x="601" y="797"/>
                </a:lnTo>
                <a:lnTo>
                  <a:pt x="600" y="798"/>
                </a:lnTo>
                <a:lnTo>
                  <a:pt x="599" y="798"/>
                </a:lnTo>
                <a:lnTo>
                  <a:pt x="598" y="798"/>
                </a:lnTo>
                <a:lnTo>
                  <a:pt x="595" y="799"/>
                </a:lnTo>
                <a:lnTo>
                  <a:pt x="594" y="800"/>
                </a:lnTo>
                <a:lnTo>
                  <a:pt x="593" y="800"/>
                </a:lnTo>
                <a:lnTo>
                  <a:pt x="593" y="798"/>
                </a:lnTo>
                <a:lnTo>
                  <a:pt x="592" y="798"/>
                </a:lnTo>
                <a:lnTo>
                  <a:pt x="592" y="797"/>
                </a:lnTo>
                <a:lnTo>
                  <a:pt x="591" y="796"/>
                </a:lnTo>
                <a:lnTo>
                  <a:pt x="590" y="796"/>
                </a:lnTo>
                <a:lnTo>
                  <a:pt x="588" y="796"/>
                </a:lnTo>
                <a:lnTo>
                  <a:pt x="587" y="796"/>
                </a:lnTo>
                <a:lnTo>
                  <a:pt x="587" y="793"/>
                </a:lnTo>
                <a:lnTo>
                  <a:pt x="587" y="792"/>
                </a:lnTo>
                <a:lnTo>
                  <a:pt x="587" y="790"/>
                </a:lnTo>
                <a:lnTo>
                  <a:pt x="587" y="789"/>
                </a:lnTo>
                <a:lnTo>
                  <a:pt x="587" y="788"/>
                </a:lnTo>
                <a:lnTo>
                  <a:pt x="587" y="787"/>
                </a:lnTo>
                <a:lnTo>
                  <a:pt x="587" y="786"/>
                </a:lnTo>
                <a:lnTo>
                  <a:pt x="587" y="785"/>
                </a:lnTo>
                <a:lnTo>
                  <a:pt x="588" y="784"/>
                </a:lnTo>
                <a:lnTo>
                  <a:pt x="589" y="783"/>
                </a:lnTo>
                <a:lnTo>
                  <a:pt x="590" y="783"/>
                </a:lnTo>
                <a:lnTo>
                  <a:pt x="592" y="783"/>
                </a:lnTo>
                <a:lnTo>
                  <a:pt x="592" y="782"/>
                </a:lnTo>
                <a:lnTo>
                  <a:pt x="592" y="780"/>
                </a:lnTo>
                <a:lnTo>
                  <a:pt x="592" y="779"/>
                </a:lnTo>
                <a:lnTo>
                  <a:pt x="592" y="777"/>
                </a:lnTo>
                <a:lnTo>
                  <a:pt x="592" y="776"/>
                </a:lnTo>
                <a:lnTo>
                  <a:pt x="591" y="776"/>
                </a:lnTo>
                <a:lnTo>
                  <a:pt x="590" y="774"/>
                </a:lnTo>
                <a:lnTo>
                  <a:pt x="590" y="773"/>
                </a:lnTo>
                <a:lnTo>
                  <a:pt x="590" y="772"/>
                </a:lnTo>
                <a:lnTo>
                  <a:pt x="589" y="772"/>
                </a:lnTo>
                <a:lnTo>
                  <a:pt x="588" y="772"/>
                </a:lnTo>
                <a:lnTo>
                  <a:pt x="588" y="771"/>
                </a:lnTo>
                <a:lnTo>
                  <a:pt x="588" y="770"/>
                </a:lnTo>
                <a:lnTo>
                  <a:pt x="588" y="769"/>
                </a:lnTo>
                <a:lnTo>
                  <a:pt x="588" y="768"/>
                </a:lnTo>
                <a:lnTo>
                  <a:pt x="587" y="767"/>
                </a:lnTo>
                <a:lnTo>
                  <a:pt x="586" y="766"/>
                </a:lnTo>
                <a:lnTo>
                  <a:pt x="586" y="765"/>
                </a:lnTo>
                <a:lnTo>
                  <a:pt x="586" y="764"/>
                </a:lnTo>
                <a:lnTo>
                  <a:pt x="586" y="763"/>
                </a:lnTo>
                <a:lnTo>
                  <a:pt x="587" y="762"/>
                </a:lnTo>
                <a:lnTo>
                  <a:pt x="586" y="762"/>
                </a:lnTo>
                <a:lnTo>
                  <a:pt x="585" y="758"/>
                </a:lnTo>
                <a:lnTo>
                  <a:pt x="586" y="756"/>
                </a:lnTo>
                <a:lnTo>
                  <a:pt x="587" y="756"/>
                </a:lnTo>
                <a:lnTo>
                  <a:pt x="589" y="756"/>
                </a:lnTo>
                <a:lnTo>
                  <a:pt x="591" y="756"/>
                </a:lnTo>
                <a:lnTo>
                  <a:pt x="591" y="755"/>
                </a:lnTo>
                <a:lnTo>
                  <a:pt x="592" y="755"/>
                </a:lnTo>
                <a:lnTo>
                  <a:pt x="591" y="753"/>
                </a:lnTo>
                <a:lnTo>
                  <a:pt x="591" y="752"/>
                </a:lnTo>
                <a:lnTo>
                  <a:pt x="591" y="751"/>
                </a:lnTo>
                <a:lnTo>
                  <a:pt x="591" y="749"/>
                </a:lnTo>
                <a:lnTo>
                  <a:pt x="591" y="748"/>
                </a:lnTo>
                <a:lnTo>
                  <a:pt x="590" y="747"/>
                </a:lnTo>
                <a:lnTo>
                  <a:pt x="590" y="746"/>
                </a:lnTo>
                <a:lnTo>
                  <a:pt x="590" y="745"/>
                </a:lnTo>
                <a:lnTo>
                  <a:pt x="591" y="743"/>
                </a:lnTo>
                <a:lnTo>
                  <a:pt x="592" y="742"/>
                </a:lnTo>
                <a:lnTo>
                  <a:pt x="593" y="741"/>
                </a:lnTo>
                <a:lnTo>
                  <a:pt x="594" y="740"/>
                </a:lnTo>
                <a:lnTo>
                  <a:pt x="595" y="739"/>
                </a:lnTo>
                <a:lnTo>
                  <a:pt x="595" y="738"/>
                </a:lnTo>
                <a:lnTo>
                  <a:pt x="595" y="737"/>
                </a:lnTo>
                <a:lnTo>
                  <a:pt x="595" y="736"/>
                </a:lnTo>
                <a:lnTo>
                  <a:pt x="594" y="735"/>
                </a:lnTo>
                <a:lnTo>
                  <a:pt x="594" y="734"/>
                </a:lnTo>
                <a:lnTo>
                  <a:pt x="593" y="734"/>
                </a:lnTo>
                <a:lnTo>
                  <a:pt x="592" y="735"/>
                </a:lnTo>
                <a:lnTo>
                  <a:pt x="590" y="736"/>
                </a:lnTo>
                <a:lnTo>
                  <a:pt x="589" y="736"/>
                </a:lnTo>
                <a:lnTo>
                  <a:pt x="589" y="735"/>
                </a:lnTo>
                <a:lnTo>
                  <a:pt x="589" y="734"/>
                </a:lnTo>
                <a:lnTo>
                  <a:pt x="588" y="735"/>
                </a:lnTo>
                <a:lnTo>
                  <a:pt x="587" y="735"/>
                </a:lnTo>
                <a:lnTo>
                  <a:pt x="586" y="735"/>
                </a:lnTo>
                <a:lnTo>
                  <a:pt x="586" y="734"/>
                </a:lnTo>
                <a:lnTo>
                  <a:pt x="587" y="734"/>
                </a:lnTo>
                <a:lnTo>
                  <a:pt x="587" y="733"/>
                </a:lnTo>
                <a:lnTo>
                  <a:pt x="585" y="731"/>
                </a:lnTo>
                <a:lnTo>
                  <a:pt x="584" y="731"/>
                </a:lnTo>
                <a:lnTo>
                  <a:pt x="583" y="730"/>
                </a:lnTo>
                <a:lnTo>
                  <a:pt x="583" y="731"/>
                </a:lnTo>
                <a:lnTo>
                  <a:pt x="582" y="731"/>
                </a:lnTo>
                <a:lnTo>
                  <a:pt x="582" y="732"/>
                </a:lnTo>
                <a:lnTo>
                  <a:pt x="582" y="733"/>
                </a:lnTo>
                <a:lnTo>
                  <a:pt x="582" y="734"/>
                </a:lnTo>
                <a:lnTo>
                  <a:pt x="580" y="734"/>
                </a:lnTo>
                <a:lnTo>
                  <a:pt x="579" y="734"/>
                </a:lnTo>
                <a:lnTo>
                  <a:pt x="579" y="733"/>
                </a:lnTo>
                <a:lnTo>
                  <a:pt x="578" y="733"/>
                </a:lnTo>
                <a:lnTo>
                  <a:pt x="577" y="733"/>
                </a:lnTo>
                <a:lnTo>
                  <a:pt x="577" y="734"/>
                </a:lnTo>
                <a:lnTo>
                  <a:pt x="575" y="735"/>
                </a:lnTo>
                <a:lnTo>
                  <a:pt x="573" y="735"/>
                </a:lnTo>
                <a:lnTo>
                  <a:pt x="572" y="736"/>
                </a:lnTo>
                <a:lnTo>
                  <a:pt x="572" y="737"/>
                </a:lnTo>
                <a:lnTo>
                  <a:pt x="572" y="738"/>
                </a:lnTo>
                <a:lnTo>
                  <a:pt x="571" y="738"/>
                </a:lnTo>
                <a:lnTo>
                  <a:pt x="570" y="738"/>
                </a:lnTo>
                <a:lnTo>
                  <a:pt x="569" y="738"/>
                </a:lnTo>
                <a:lnTo>
                  <a:pt x="567" y="738"/>
                </a:lnTo>
                <a:lnTo>
                  <a:pt x="566" y="738"/>
                </a:lnTo>
                <a:lnTo>
                  <a:pt x="564" y="737"/>
                </a:lnTo>
                <a:lnTo>
                  <a:pt x="563" y="737"/>
                </a:lnTo>
                <a:lnTo>
                  <a:pt x="562" y="737"/>
                </a:lnTo>
                <a:lnTo>
                  <a:pt x="561" y="737"/>
                </a:lnTo>
                <a:lnTo>
                  <a:pt x="559" y="737"/>
                </a:lnTo>
                <a:lnTo>
                  <a:pt x="558" y="736"/>
                </a:lnTo>
                <a:lnTo>
                  <a:pt x="557" y="735"/>
                </a:lnTo>
                <a:lnTo>
                  <a:pt x="556" y="735"/>
                </a:lnTo>
                <a:lnTo>
                  <a:pt x="553" y="734"/>
                </a:lnTo>
                <a:lnTo>
                  <a:pt x="552" y="734"/>
                </a:lnTo>
                <a:lnTo>
                  <a:pt x="551" y="734"/>
                </a:lnTo>
                <a:lnTo>
                  <a:pt x="550" y="733"/>
                </a:lnTo>
                <a:lnTo>
                  <a:pt x="548" y="731"/>
                </a:lnTo>
                <a:lnTo>
                  <a:pt x="546" y="731"/>
                </a:lnTo>
                <a:lnTo>
                  <a:pt x="546" y="730"/>
                </a:lnTo>
                <a:lnTo>
                  <a:pt x="545" y="730"/>
                </a:lnTo>
                <a:lnTo>
                  <a:pt x="545" y="729"/>
                </a:lnTo>
                <a:lnTo>
                  <a:pt x="544" y="729"/>
                </a:lnTo>
                <a:lnTo>
                  <a:pt x="543" y="729"/>
                </a:lnTo>
                <a:lnTo>
                  <a:pt x="542" y="729"/>
                </a:lnTo>
                <a:lnTo>
                  <a:pt x="541" y="729"/>
                </a:lnTo>
                <a:lnTo>
                  <a:pt x="542" y="728"/>
                </a:lnTo>
                <a:lnTo>
                  <a:pt x="542" y="727"/>
                </a:lnTo>
                <a:lnTo>
                  <a:pt x="543" y="725"/>
                </a:lnTo>
                <a:lnTo>
                  <a:pt x="543" y="723"/>
                </a:lnTo>
                <a:lnTo>
                  <a:pt x="544" y="722"/>
                </a:lnTo>
                <a:lnTo>
                  <a:pt x="543" y="721"/>
                </a:lnTo>
                <a:lnTo>
                  <a:pt x="543" y="718"/>
                </a:lnTo>
                <a:lnTo>
                  <a:pt x="543" y="717"/>
                </a:lnTo>
                <a:lnTo>
                  <a:pt x="544" y="717"/>
                </a:lnTo>
                <a:lnTo>
                  <a:pt x="544" y="716"/>
                </a:lnTo>
                <a:lnTo>
                  <a:pt x="545" y="716"/>
                </a:lnTo>
                <a:lnTo>
                  <a:pt x="545" y="715"/>
                </a:lnTo>
                <a:lnTo>
                  <a:pt x="545" y="714"/>
                </a:lnTo>
                <a:lnTo>
                  <a:pt x="548" y="711"/>
                </a:lnTo>
                <a:lnTo>
                  <a:pt x="548" y="710"/>
                </a:lnTo>
                <a:lnTo>
                  <a:pt x="549" y="709"/>
                </a:lnTo>
                <a:lnTo>
                  <a:pt x="550" y="709"/>
                </a:lnTo>
                <a:lnTo>
                  <a:pt x="550" y="708"/>
                </a:lnTo>
                <a:lnTo>
                  <a:pt x="550" y="707"/>
                </a:lnTo>
                <a:lnTo>
                  <a:pt x="550" y="706"/>
                </a:lnTo>
                <a:lnTo>
                  <a:pt x="550" y="705"/>
                </a:lnTo>
                <a:lnTo>
                  <a:pt x="550" y="703"/>
                </a:lnTo>
                <a:lnTo>
                  <a:pt x="549" y="703"/>
                </a:lnTo>
                <a:lnTo>
                  <a:pt x="549" y="702"/>
                </a:lnTo>
                <a:lnTo>
                  <a:pt x="545" y="701"/>
                </a:lnTo>
                <a:lnTo>
                  <a:pt x="544" y="701"/>
                </a:lnTo>
                <a:lnTo>
                  <a:pt x="544" y="700"/>
                </a:lnTo>
                <a:lnTo>
                  <a:pt x="544" y="699"/>
                </a:lnTo>
                <a:lnTo>
                  <a:pt x="544" y="697"/>
                </a:lnTo>
                <a:lnTo>
                  <a:pt x="544" y="696"/>
                </a:lnTo>
                <a:lnTo>
                  <a:pt x="543" y="695"/>
                </a:lnTo>
                <a:lnTo>
                  <a:pt x="543" y="694"/>
                </a:lnTo>
                <a:lnTo>
                  <a:pt x="542" y="692"/>
                </a:lnTo>
                <a:lnTo>
                  <a:pt x="542" y="691"/>
                </a:lnTo>
                <a:lnTo>
                  <a:pt x="543" y="690"/>
                </a:lnTo>
                <a:lnTo>
                  <a:pt x="544" y="689"/>
                </a:lnTo>
                <a:lnTo>
                  <a:pt x="544" y="688"/>
                </a:lnTo>
                <a:lnTo>
                  <a:pt x="544" y="687"/>
                </a:lnTo>
                <a:lnTo>
                  <a:pt x="544" y="686"/>
                </a:lnTo>
                <a:lnTo>
                  <a:pt x="544" y="685"/>
                </a:lnTo>
                <a:lnTo>
                  <a:pt x="544" y="684"/>
                </a:lnTo>
                <a:lnTo>
                  <a:pt x="543" y="683"/>
                </a:lnTo>
                <a:lnTo>
                  <a:pt x="543" y="682"/>
                </a:lnTo>
                <a:lnTo>
                  <a:pt x="542" y="680"/>
                </a:lnTo>
                <a:lnTo>
                  <a:pt x="542" y="677"/>
                </a:lnTo>
                <a:lnTo>
                  <a:pt x="542" y="676"/>
                </a:lnTo>
                <a:lnTo>
                  <a:pt x="542" y="675"/>
                </a:lnTo>
                <a:lnTo>
                  <a:pt x="542" y="674"/>
                </a:lnTo>
                <a:lnTo>
                  <a:pt x="541" y="673"/>
                </a:lnTo>
                <a:lnTo>
                  <a:pt x="539" y="673"/>
                </a:lnTo>
                <a:lnTo>
                  <a:pt x="538" y="672"/>
                </a:lnTo>
                <a:lnTo>
                  <a:pt x="537" y="672"/>
                </a:lnTo>
                <a:lnTo>
                  <a:pt x="537" y="671"/>
                </a:lnTo>
                <a:lnTo>
                  <a:pt x="537" y="670"/>
                </a:lnTo>
                <a:lnTo>
                  <a:pt x="536" y="668"/>
                </a:lnTo>
                <a:lnTo>
                  <a:pt x="536" y="665"/>
                </a:lnTo>
                <a:lnTo>
                  <a:pt x="535" y="663"/>
                </a:lnTo>
                <a:lnTo>
                  <a:pt x="534" y="662"/>
                </a:lnTo>
                <a:lnTo>
                  <a:pt x="534" y="660"/>
                </a:lnTo>
                <a:lnTo>
                  <a:pt x="535" y="659"/>
                </a:lnTo>
                <a:lnTo>
                  <a:pt x="534" y="658"/>
                </a:lnTo>
                <a:lnTo>
                  <a:pt x="533" y="655"/>
                </a:lnTo>
                <a:lnTo>
                  <a:pt x="533" y="654"/>
                </a:lnTo>
                <a:lnTo>
                  <a:pt x="532" y="653"/>
                </a:lnTo>
                <a:lnTo>
                  <a:pt x="532" y="652"/>
                </a:lnTo>
                <a:lnTo>
                  <a:pt x="533" y="650"/>
                </a:lnTo>
                <a:lnTo>
                  <a:pt x="534" y="648"/>
                </a:lnTo>
                <a:lnTo>
                  <a:pt x="534" y="646"/>
                </a:lnTo>
                <a:lnTo>
                  <a:pt x="533" y="646"/>
                </a:lnTo>
                <a:lnTo>
                  <a:pt x="532" y="645"/>
                </a:lnTo>
                <a:lnTo>
                  <a:pt x="531" y="645"/>
                </a:lnTo>
                <a:lnTo>
                  <a:pt x="530" y="645"/>
                </a:lnTo>
                <a:lnTo>
                  <a:pt x="529" y="644"/>
                </a:lnTo>
                <a:lnTo>
                  <a:pt x="528" y="644"/>
                </a:lnTo>
                <a:lnTo>
                  <a:pt x="527" y="644"/>
                </a:lnTo>
                <a:lnTo>
                  <a:pt x="527" y="645"/>
                </a:lnTo>
                <a:lnTo>
                  <a:pt x="527" y="646"/>
                </a:lnTo>
                <a:lnTo>
                  <a:pt x="527" y="647"/>
                </a:lnTo>
                <a:lnTo>
                  <a:pt x="526" y="648"/>
                </a:lnTo>
                <a:lnTo>
                  <a:pt x="526" y="649"/>
                </a:lnTo>
                <a:lnTo>
                  <a:pt x="525" y="650"/>
                </a:lnTo>
                <a:lnTo>
                  <a:pt x="525" y="652"/>
                </a:lnTo>
                <a:lnTo>
                  <a:pt x="526" y="652"/>
                </a:lnTo>
                <a:lnTo>
                  <a:pt x="526" y="653"/>
                </a:lnTo>
                <a:lnTo>
                  <a:pt x="525" y="654"/>
                </a:lnTo>
                <a:lnTo>
                  <a:pt x="525" y="655"/>
                </a:lnTo>
                <a:lnTo>
                  <a:pt x="524" y="656"/>
                </a:lnTo>
                <a:lnTo>
                  <a:pt x="523" y="656"/>
                </a:lnTo>
                <a:lnTo>
                  <a:pt x="523" y="657"/>
                </a:lnTo>
                <a:lnTo>
                  <a:pt x="522" y="657"/>
                </a:lnTo>
                <a:lnTo>
                  <a:pt x="521" y="657"/>
                </a:lnTo>
                <a:lnTo>
                  <a:pt x="520" y="657"/>
                </a:lnTo>
                <a:lnTo>
                  <a:pt x="519" y="657"/>
                </a:lnTo>
                <a:lnTo>
                  <a:pt x="519" y="656"/>
                </a:lnTo>
                <a:lnTo>
                  <a:pt x="519" y="655"/>
                </a:lnTo>
                <a:lnTo>
                  <a:pt x="520" y="655"/>
                </a:lnTo>
                <a:lnTo>
                  <a:pt x="520" y="654"/>
                </a:lnTo>
                <a:lnTo>
                  <a:pt x="520" y="653"/>
                </a:lnTo>
                <a:lnTo>
                  <a:pt x="519" y="653"/>
                </a:lnTo>
                <a:lnTo>
                  <a:pt x="517" y="652"/>
                </a:lnTo>
                <a:lnTo>
                  <a:pt x="516" y="652"/>
                </a:lnTo>
                <a:lnTo>
                  <a:pt x="515" y="651"/>
                </a:lnTo>
                <a:lnTo>
                  <a:pt x="515" y="650"/>
                </a:lnTo>
                <a:lnTo>
                  <a:pt x="514" y="649"/>
                </a:lnTo>
                <a:lnTo>
                  <a:pt x="514" y="648"/>
                </a:lnTo>
                <a:lnTo>
                  <a:pt x="514" y="649"/>
                </a:lnTo>
                <a:lnTo>
                  <a:pt x="513" y="649"/>
                </a:lnTo>
                <a:lnTo>
                  <a:pt x="512" y="649"/>
                </a:lnTo>
                <a:lnTo>
                  <a:pt x="510" y="650"/>
                </a:lnTo>
                <a:lnTo>
                  <a:pt x="508" y="651"/>
                </a:lnTo>
                <a:lnTo>
                  <a:pt x="507" y="652"/>
                </a:lnTo>
                <a:lnTo>
                  <a:pt x="507" y="653"/>
                </a:lnTo>
                <a:lnTo>
                  <a:pt x="506" y="653"/>
                </a:lnTo>
                <a:lnTo>
                  <a:pt x="503" y="653"/>
                </a:lnTo>
                <a:lnTo>
                  <a:pt x="503" y="652"/>
                </a:lnTo>
                <a:lnTo>
                  <a:pt x="503" y="651"/>
                </a:lnTo>
                <a:lnTo>
                  <a:pt x="502" y="650"/>
                </a:lnTo>
                <a:lnTo>
                  <a:pt x="501" y="649"/>
                </a:lnTo>
                <a:lnTo>
                  <a:pt x="499" y="648"/>
                </a:lnTo>
                <a:lnTo>
                  <a:pt x="498" y="648"/>
                </a:lnTo>
                <a:lnTo>
                  <a:pt x="496" y="648"/>
                </a:lnTo>
                <a:lnTo>
                  <a:pt x="494" y="647"/>
                </a:lnTo>
                <a:lnTo>
                  <a:pt x="491" y="646"/>
                </a:lnTo>
                <a:lnTo>
                  <a:pt x="490" y="647"/>
                </a:lnTo>
                <a:lnTo>
                  <a:pt x="490" y="648"/>
                </a:lnTo>
                <a:lnTo>
                  <a:pt x="489" y="649"/>
                </a:lnTo>
                <a:lnTo>
                  <a:pt x="488" y="650"/>
                </a:lnTo>
                <a:lnTo>
                  <a:pt x="488" y="651"/>
                </a:lnTo>
                <a:lnTo>
                  <a:pt x="487" y="651"/>
                </a:lnTo>
                <a:lnTo>
                  <a:pt x="486" y="653"/>
                </a:lnTo>
                <a:lnTo>
                  <a:pt x="486" y="654"/>
                </a:lnTo>
                <a:lnTo>
                  <a:pt x="486" y="655"/>
                </a:lnTo>
                <a:lnTo>
                  <a:pt x="485" y="655"/>
                </a:lnTo>
                <a:lnTo>
                  <a:pt x="484" y="656"/>
                </a:lnTo>
                <a:lnTo>
                  <a:pt x="484" y="657"/>
                </a:lnTo>
                <a:lnTo>
                  <a:pt x="481" y="657"/>
                </a:lnTo>
                <a:lnTo>
                  <a:pt x="480" y="657"/>
                </a:lnTo>
                <a:lnTo>
                  <a:pt x="479" y="657"/>
                </a:lnTo>
                <a:lnTo>
                  <a:pt x="478" y="657"/>
                </a:lnTo>
                <a:lnTo>
                  <a:pt x="476" y="658"/>
                </a:lnTo>
                <a:lnTo>
                  <a:pt x="471" y="658"/>
                </a:lnTo>
                <a:lnTo>
                  <a:pt x="469" y="657"/>
                </a:lnTo>
                <a:lnTo>
                  <a:pt x="467" y="657"/>
                </a:lnTo>
                <a:lnTo>
                  <a:pt x="467" y="658"/>
                </a:lnTo>
                <a:lnTo>
                  <a:pt x="467" y="659"/>
                </a:lnTo>
                <a:lnTo>
                  <a:pt x="466" y="660"/>
                </a:lnTo>
                <a:lnTo>
                  <a:pt x="466" y="661"/>
                </a:lnTo>
                <a:lnTo>
                  <a:pt x="464" y="663"/>
                </a:lnTo>
                <a:lnTo>
                  <a:pt x="463" y="664"/>
                </a:lnTo>
                <a:lnTo>
                  <a:pt x="462" y="664"/>
                </a:lnTo>
                <a:lnTo>
                  <a:pt x="461" y="663"/>
                </a:lnTo>
                <a:lnTo>
                  <a:pt x="459" y="663"/>
                </a:lnTo>
                <a:lnTo>
                  <a:pt x="459" y="664"/>
                </a:lnTo>
                <a:lnTo>
                  <a:pt x="460" y="664"/>
                </a:lnTo>
                <a:lnTo>
                  <a:pt x="460" y="665"/>
                </a:lnTo>
                <a:lnTo>
                  <a:pt x="460" y="666"/>
                </a:lnTo>
                <a:lnTo>
                  <a:pt x="460" y="668"/>
                </a:lnTo>
                <a:lnTo>
                  <a:pt x="459" y="668"/>
                </a:lnTo>
                <a:lnTo>
                  <a:pt x="458" y="668"/>
                </a:lnTo>
                <a:lnTo>
                  <a:pt x="457" y="668"/>
                </a:lnTo>
                <a:lnTo>
                  <a:pt x="457" y="669"/>
                </a:lnTo>
                <a:lnTo>
                  <a:pt x="457" y="671"/>
                </a:lnTo>
                <a:lnTo>
                  <a:pt x="457" y="674"/>
                </a:lnTo>
                <a:lnTo>
                  <a:pt x="456" y="673"/>
                </a:lnTo>
                <a:lnTo>
                  <a:pt x="455" y="672"/>
                </a:lnTo>
                <a:lnTo>
                  <a:pt x="454" y="672"/>
                </a:lnTo>
                <a:lnTo>
                  <a:pt x="454" y="673"/>
                </a:lnTo>
                <a:lnTo>
                  <a:pt x="453" y="673"/>
                </a:lnTo>
                <a:lnTo>
                  <a:pt x="452" y="673"/>
                </a:lnTo>
                <a:lnTo>
                  <a:pt x="451" y="672"/>
                </a:lnTo>
                <a:lnTo>
                  <a:pt x="451" y="671"/>
                </a:lnTo>
                <a:lnTo>
                  <a:pt x="449" y="670"/>
                </a:lnTo>
                <a:lnTo>
                  <a:pt x="448" y="670"/>
                </a:lnTo>
                <a:lnTo>
                  <a:pt x="447" y="670"/>
                </a:lnTo>
                <a:lnTo>
                  <a:pt x="447" y="669"/>
                </a:lnTo>
                <a:lnTo>
                  <a:pt x="446" y="669"/>
                </a:lnTo>
                <a:lnTo>
                  <a:pt x="446" y="668"/>
                </a:lnTo>
                <a:lnTo>
                  <a:pt x="447" y="668"/>
                </a:lnTo>
                <a:lnTo>
                  <a:pt x="447" y="667"/>
                </a:lnTo>
                <a:lnTo>
                  <a:pt x="448" y="666"/>
                </a:lnTo>
                <a:lnTo>
                  <a:pt x="448" y="664"/>
                </a:lnTo>
                <a:lnTo>
                  <a:pt x="448" y="659"/>
                </a:lnTo>
                <a:lnTo>
                  <a:pt x="447" y="658"/>
                </a:lnTo>
                <a:lnTo>
                  <a:pt x="446" y="658"/>
                </a:lnTo>
                <a:lnTo>
                  <a:pt x="446" y="657"/>
                </a:lnTo>
                <a:lnTo>
                  <a:pt x="445" y="657"/>
                </a:lnTo>
                <a:lnTo>
                  <a:pt x="444" y="656"/>
                </a:lnTo>
                <a:lnTo>
                  <a:pt x="443" y="656"/>
                </a:lnTo>
                <a:lnTo>
                  <a:pt x="442" y="656"/>
                </a:lnTo>
                <a:lnTo>
                  <a:pt x="441" y="656"/>
                </a:lnTo>
                <a:lnTo>
                  <a:pt x="441" y="655"/>
                </a:lnTo>
                <a:lnTo>
                  <a:pt x="442" y="653"/>
                </a:lnTo>
                <a:lnTo>
                  <a:pt x="442" y="648"/>
                </a:lnTo>
                <a:lnTo>
                  <a:pt x="442" y="647"/>
                </a:lnTo>
                <a:lnTo>
                  <a:pt x="443" y="645"/>
                </a:lnTo>
                <a:lnTo>
                  <a:pt x="444" y="644"/>
                </a:lnTo>
                <a:lnTo>
                  <a:pt x="444" y="643"/>
                </a:lnTo>
                <a:lnTo>
                  <a:pt x="444" y="641"/>
                </a:lnTo>
                <a:lnTo>
                  <a:pt x="445" y="640"/>
                </a:lnTo>
                <a:lnTo>
                  <a:pt x="445" y="639"/>
                </a:lnTo>
                <a:lnTo>
                  <a:pt x="445" y="638"/>
                </a:lnTo>
                <a:lnTo>
                  <a:pt x="445" y="637"/>
                </a:lnTo>
                <a:lnTo>
                  <a:pt x="446" y="637"/>
                </a:lnTo>
                <a:lnTo>
                  <a:pt x="445" y="636"/>
                </a:lnTo>
                <a:lnTo>
                  <a:pt x="444" y="636"/>
                </a:lnTo>
                <a:lnTo>
                  <a:pt x="442" y="635"/>
                </a:lnTo>
                <a:lnTo>
                  <a:pt x="441" y="634"/>
                </a:lnTo>
                <a:lnTo>
                  <a:pt x="441" y="633"/>
                </a:lnTo>
                <a:lnTo>
                  <a:pt x="440" y="632"/>
                </a:lnTo>
                <a:lnTo>
                  <a:pt x="439" y="632"/>
                </a:lnTo>
                <a:lnTo>
                  <a:pt x="438" y="630"/>
                </a:lnTo>
                <a:lnTo>
                  <a:pt x="437" y="628"/>
                </a:lnTo>
                <a:lnTo>
                  <a:pt x="436" y="626"/>
                </a:lnTo>
                <a:lnTo>
                  <a:pt x="435" y="625"/>
                </a:lnTo>
                <a:lnTo>
                  <a:pt x="434" y="625"/>
                </a:lnTo>
                <a:lnTo>
                  <a:pt x="434" y="626"/>
                </a:lnTo>
                <a:lnTo>
                  <a:pt x="433" y="627"/>
                </a:lnTo>
                <a:lnTo>
                  <a:pt x="431" y="628"/>
                </a:lnTo>
                <a:lnTo>
                  <a:pt x="430" y="628"/>
                </a:lnTo>
                <a:lnTo>
                  <a:pt x="430" y="629"/>
                </a:lnTo>
                <a:lnTo>
                  <a:pt x="429" y="629"/>
                </a:lnTo>
                <a:lnTo>
                  <a:pt x="430" y="630"/>
                </a:lnTo>
                <a:lnTo>
                  <a:pt x="431" y="630"/>
                </a:lnTo>
                <a:lnTo>
                  <a:pt x="430" y="630"/>
                </a:lnTo>
                <a:lnTo>
                  <a:pt x="430" y="631"/>
                </a:lnTo>
                <a:lnTo>
                  <a:pt x="429" y="634"/>
                </a:lnTo>
                <a:lnTo>
                  <a:pt x="428" y="634"/>
                </a:lnTo>
                <a:lnTo>
                  <a:pt x="427" y="634"/>
                </a:lnTo>
                <a:lnTo>
                  <a:pt x="428" y="633"/>
                </a:lnTo>
                <a:lnTo>
                  <a:pt x="428" y="632"/>
                </a:lnTo>
                <a:lnTo>
                  <a:pt x="426" y="635"/>
                </a:lnTo>
                <a:lnTo>
                  <a:pt x="426" y="636"/>
                </a:lnTo>
                <a:lnTo>
                  <a:pt x="425" y="637"/>
                </a:lnTo>
                <a:lnTo>
                  <a:pt x="424" y="636"/>
                </a:lnTo>
                <a:lnTo>
                  <a:pt x="423" y="636"/>
                </a:lnTo>
                <a:lnTo>
                  <a:pt x="421" y="636"/>
                </a:lnTo>
                <a:lnTo>
                  <a:pt x="420" y="636"/>
                </a:lnTo>
                <a:lnTo>
                  <a:pt x="419" y="636"/>
                </a:lnTo>
                <a:lnTo>
                  <a:pt x="419" y="635"/>
                </a:lnTo>
                <a:lnTo>
                  <a:pt x="419" y="634"/>
                </a:lnTo>
                <a:lnTo>
                  <a:pt x="418" y="633"/>
                </a:lnTo>
                <a:lnTo>
                  <a:pt x="417" y="633"/>
                </a:lnTo>
                <a:lnTo>
                  <a:pt x="416" y="633"/>
                </a:lnTo>
                <a:lnTo>
                  <a:pt x="415" y="633"/>
                </a:lnTo>
                <a:lnTo>
                  <a:pt x="414" y="633"/>
                </a:lnTo>
                <a:lnTo>
                  <a:pt x="413" y="632"/>
                </a:lnTo>
                <a:lnTo>
                  <a:pt x="413" y="631"/>
                </a:lnTo>
                <a:lnTo>
                  <a:pt x="412" y="631"/>
                </a:lnTo>
                <a:lnTo>
                  <a:pt x="409" y="633"/>
                </a:lnTo>
                <a:lnTo>
                  <a:pt x="408" y="633"/>
                </a:lnTo>
                <a:lnTo>
                  <a:pt x="408" y="634"/>
                </a:lnTo>
                <a:lnTo>
                  <a:pt x="409" y="634"/>
                </a:lnTo>
                <a:lnTo>
                  <a:pt x="409" y="635"/>
                </a:lnTo>
                <a:lnTo>
                  <a:pt x="408" y="636"/>
                </a:lnTo>
                <a:lnTo>
                  <a:pt x="408" y="637"/>
                </a:lnTo>
                <a:lnTo>
                  <a:pt x="407" y="637"/>
                </a:lnTo>
                <a:lnTo>
                  <a:pt x="406" y="636"/>
                </a:lnTo>
                <a:lnTo>
                  <a:pt x="406" y="635"/>
                </a:lnTo>
                <a:lnTo>
                  <a:pt x="405" y="634"/>
                </a:lnTo>
                <a:lnTo>
                  <a:pt x="405" y="633"/>
                </a:lnTo>
                <a:lnTo>
                  <a:pt x="405" y="632"/>
                </a:lnTo>
                <a:lnTo>
                  <a:pt x="405" y="631"/>
                </a:lnTo>
                <a:lnTo>
                  <a:pt x="405" y="629"/>
                </a:lnTo>
                <a:lnTo>
                  <a:pt x="404" y="629"/>
                </a:lnTo>
                <a:lnTo>
                  <a:pt x="404" y="628"/>
                </a:lnTo>
                <a:lnTo>
                  <a:pt x="403" y="627"/>
                </a:lnTo>
                <a:lnTo>
                  <a:pt x="403" y="625"/>
                </a:lnTo>
                <a:lnTo>
                  <a:pt x="403" y="624"/>
                </a:lnTo>
                <a:lnTo>
                  <a:pt x="403" y="622"/>
                </a:lnTo>
                <a:lnTo>
                  <a:pt x="402" y="622"/>
                </a:lnTo>
                <a:lnTo>
                  <a:pt x="401" y="621"/>
                </a:lnTo>
                <a:lnTo>
                  <a:pt x="400" y="621"/>
                </a:lnTo>
                <a:lnTo>
                  <a:pt x="400" y="622"/>
                </a:lnTo>
                <a:lnTo>
                  <a:pt x="399" y="622"/>
                </a:lnTo>
                <a:lnTo>
                  <a:pt x="399" y="623"/>
                </a:lnTo>
                <a:lnTo>
                  <a:pt x="398" y="624"/>
                </a:lnTo>
                <a:lnTo>
                  <a:pt x="398" y="625"/>
                </a:lnTo>
                <a:lnTo>
                  <a:pt x="396" y="627"/>
                </a:lnTo>
                <a:lnTo>
                  <a:pt x="395" y="627"/>
                </a:lnTo>
                <a:lnTo>
                  <a:pt x="394" y="626"/>
                </a:lnTo>
                <a:lnTo>
                  <a:pt x="393" y="627"/>
                </a:lnTo>
                <a:lnTo>
                  <a:pt x="392" y="628"/>
                </a:lnTo>
                <a:lnTo>
                  <a:pt x="391" y="629"/>
                </a:lnTo>
                <a:lnTo>
                  <a:pt x="390" y="629"/>
                </a:lnTo>
                <a:lnTo>
                  <a:pt x="390" y="630"/>
                </a:lnTo>
                <a:lnTo>
                  <a:pt x="389" y="630"/>
                </a:lnTo>
                <a:lnTo>
                  <a:pt x="389" y="631"/>
                </a:lnTo>
                <a:lnTo>
                  <a:pt x="388" y="631"/>
                </a:lnTo>
                <a:lnTo>
                  <a:pt x="386" y="632"/>
                </a:lnTo>
                <a:lnTo>
                  <a:pt x="385" y="632"/>
                </a:lnTo>
                <a:lnTo>
                  <a:pt x="384" y="631"/>
                </a:lnTo>
                <a:lnTo>
                  <a:pt x="384" y="630"/>
                </a:lnTo>
                <a:lnTo>
                  <a:pt x="384" y="629"/>
                </a:lnTo>
                <a:lnTo>
                  <a:pt x="384" y="627"/>
                </a:lnTo>
                <a:lnTo>
                  <a:pt x="383" y="627"/>
                </a:lnTo>
                <a:lnTo>
                  <a:pt x="383" y="626"/>
                </a:lnTo>
                <a:lnTo>
                  <a:pt x="383" y="627"/>
                </a:lnTo>
                <a:lnTo>
                  <a:pt x="382" y="627"/>
                </a:lnTo>
                <a:lnTo>
                  <a:pt x="381" y="626"/>
                </a:lnTo>
                <a:lnTo>
                  <a:pt x="380" y="625"/>
                </a:lnTo>
                <a:lnTo>
                  <a:pt x="379" y="626"/>
                </a:lnTo>
                <a:lnTo>
                  <a:pt x="379" y="627"/>
                </a:lnTo>
                <a:lnTo>
                  <a:pt x="378" y="627"/>
                </a:lnTo>
                <a:lnTo>
                  <a:pt x="378" y="628"/>
                </a:lnTo>
                <a:lnTo>
                  <a:pt x="377" y="628"/>
                </a:lnTo>
                <a:lnTo>
                  <a:pt x="376" y="628"/>
                </a:lnTo>
                <a:lnTo>
                  <a:pt x="375" y="628"/>
                </a:lnTo>
                <a:lnTo>
                  <a:pt x="374" y="628"/>
                </a:lnTo>
                <a:lnTo>
                  <a:pt x="374" y="629"/>
                </a:lnTo>
                <a:lnTo>
                  <a:pt x="373" y="629"/>
                </a:lnTo>
                <a:lnTo>
                  <a:pt x="373" y="630"/>
                </a:lnTo>
                <a:lnTo>
                  <a:pt x="373" y="631"/>
                </a:lnTo>
                <a:lnTo>
                  <a:pt x="373" y="632"/>
                </a:lnTo>
                <a:lnTo>
                  <a:pt x="374" y="633"/>
                </a:lnTo>
                <a:lnTo>
                  <a:pt x="375" y="634"/>
                </a:lnTo>
                <a:lnTo>
                  <a:pt x="374" y="636"/>
                </a:lnTo>
                <a:lnTo>
                  <a:pt x="374" y="638"/>
                </a:lnTo>
                <a:lnTo>
                  <a:pt x="374" y="639"/>
                </a:lnTo>
                <a:lnTo>
                  <a:pt x="375" y="639"/>
                </a:lnTo>
                <a:lnTo>
                  <a:pt x="375" y="640"/>
                </a:lnTo>
                <a:lnTo>
                  <a:pt x="376" y="639"/>
                </a:lnTo>
                <a:lnTo>
                  <a:pt x="377" y="639"/>
                </a:lnTo>
                <a:lnTo>
                  <a:pt x="378" y="640"/>
                </a:lnTo>
                <a:lnTo>
                  <a:pt x="378" y="641"/>
                </a:lnTo>
                <a:lnTo>
                  <a:pt x="377" y="642"/>
                </a:lnTo>
                <a:lnTo>
                  <a:pt x="377" y="643"/>
                </a:lnTo>
                <a:lnTo>
                  <a:pt x="376" y="644"/>
                </a:lnTo>
                <a:lnTo>
                  <a:pt x="376" y="645"/>
                </a:lnTo>
                <a:lnTo>
                  <a:pt x="376" y="646"/>
                </a:lnTo>
                <a:lnTo>
                  <a:pt x="375" y="647"/>
                </a:lnTo>
                <a:lnTo>
                  <a:pt x="375" y="648"/>
                </a:lnTo>
                <a:lnTo>
                  <a:pt x="374" y="648"/>
                </a:lnTo>
                <a:lnTo>
                  <a:pt x="373" y="648"/>
                </a:lnTo>
                <a:lnTo>
                  <a:pt x="372" y="648"/>
                </a:lnTo>
                <a:lnTo>
                  <a:pt x="372" y="649"/>
                </a:lnTo>
                <a:lnTo>
                  <a:pt x="372" y="648"/>
                </a:lnTo>
                <a:lnTo>
                  <a:pt x="370" y="648"/>
                </a:lnTo>
                <a:lnTo>
                  <a:pt x="369" y="646"/>
                </a:lnTo>
                <a:lnTo>
                  <a:pt x="368" y="646"/>
                </a:lnTo>
                <a:lnTo>
                  <a:pt x="368" y="648"/>
                </a:lnTo>
                <a:lnTo>
                  <a:pt x="368" y="649"/>
                </a:lnTo>
                <a:lnTo>
                  <a:pt x="368" y="651"/>
                </a:lnTo>
                <a:lnTo>
                  <a:pt x="369" y="653"/>
                </a:lnTo>
                <a:lnTo>
                  <a:pt x="369" y="654"/>
                </a:lnTo>
                <a:lnTo>
                  <a:pt x="371" y="655"/>
                </a:lnTo>
                <a:lnTo>
                  <a:pt x="372" y="655"/>
                </a:lnTo>
                <a:lnTo>
                  <a:pt x="372" y="657"/>
                </a:lnTo>
                <a:lnTo>
                  <a:pt x="372" y="658"/>
                </a:lnTo>
                <a:lnTo>
                  <a:pt x="372" y="659"/>
                </a:lnTo>
                <a:lnTo>
                  <a:pt x="372" y="660"/>
                </a:lnTo>
                <a:lnTo>
                  <a:pt x="371" y="661"/>
                </a:lnTo>
                <a:lnTo>
                  <a:pt x="370" y="661"/>
                </a:lnTo>
                <a:lnTo>
                  <a:pt x="370" y="662"/>
                </a:lnTo>
                <a:lnTo>
                  <a:pt x="369" y="662"/>
                </a:lnTo>
                <a:lnTo>
                  <a:pt x="367" y="665"/>
                </a:lnTo>
                <a:lnTo>
                  <a:pt x="367" y="666"/>
                </a:lnTo>
                <a:lnTo>
                  <a:pt x="368" y="668"/>
                </a:lnTo>
                <a:lnTo>
                  <a:pt x="368" y="669"/>
                </a:lnTo>
                <a:lnTo>
                  <a:pt x="369" y="669"/>
                </a:lnTo>
                <a:lnTo>
                  <a:pt x="370" y="669"/>
                </a:lnTo>
                <a:lnTo>
                  <a:pt x="372" y="668"/>
                </a:lnTo>
                <a:lnTo>
                  <a:pt x="373" y="669"/>
                </a:lnTo>
                <a:lnTo>
                  <a:pt x="374" y="670"/>
                </a:lnTo>
                <a:lnTo>
                  <a:pt x="374" y="671"/>
                </a:lnTo>
                <a:lnTo>
                  <a:pt x="375" y="672"/>
                </a:lnTo>
                <a:lnTo>
                  <a:pt x="374" y="672"/>
                </a:lnTo>
                <a:lnTo>
                  <a:pt x="374" y="673"/>
                </a:lnTo>
                <a:lnTo>
                  <a:pt x="375" y="675"/>
                </a:lnTo>
                <a:lnTo>
                  <a:pt x="376" y="676"/>
                </a:lnTo>
                <a:lnTo>
                  <a:pt x="378" y="676"/>
                </a:lnTo>
                <a:lnTo>
                  <a:pt x="379" y="677"/>
                </a:lnTo>
                <a:lnTo>
                  <a:pt x="380" y="677"/>
                </a:lnTo>
                <a:lnTo>
                  <a:pt x="380" y="676"/>
                </a:lnTo>
                <a:lnTo>
                  <a:pt x="381" y="677"/>
                </a:lnTo>
                <a:lnTo>
                  <a:pt x="381" y="678"/>
                </a:lnTo>
                <a:lnTo>
                  <a:pt x="379" y="680"/>
                </a:lnTo>
                <a:lnTo>
                  <a:pt x="378" y="682"/>
                </a:lnTo>
                <a:lnTo>
                  <a:pt x="377" y="685"/>
                </a:lnTo>
                <a:lnTo>
                  <a:pt x="376" y="685"/>
                </a:lnTo>
                <a:lnTo>
                  <a:pt x="377" y="687"/>
                </a:lnTo>
                <a:lnTo>
                  <a:pt x="377" y="688"/>
                </a:lnTo>
                <a:lnTo>
                  <a:pt x="377" y="689"/>
                </a:lnTo>
                <a:lnTo>
                  <a:pt x="377" y="690"/>
                </a:lnTo>
                <a:lnTo>
                  <a:pt x="377" y="691"/>
                </a:lnTo>
                <a:lnTo>
                  <a:pt x="376" y="691"/>
                </a:lnTo>
                <a:lnTo>
                  <a:pt x="375" y="691"/>
                </a:lnTo>
                <a:lnTo>
                  <a:pt x="374" y="691"/>
                </a:lnTo>
                <a:lnTo>
                  <a:pt x="374" y="692"/>
                </a:lnTo>
                <a:lnTo>
                  <a:pt x="373" y="693"/>
                </a:lnTo>
                <a:lnTo>
                  <a:pt x="373" y="694"/>
                </a:lnTo>
                <a:lnTo>
                  <a:pt x="373" y="695"/>
                </a:lnTo>
                <a:lnTo>
                  <a:pt x="374" y="696"/>
                </a:lnTo>
                <a:lnTo>
                  <a:pt x="373" y="696"/>
                </a:lnTo>
                <a:lnTo>
                  <a:pt x="373" y="697"/>
                </a:lnTo>
                <a:lnTo>
                  <a:pt x="372" y="698"/>
                </a:lnTo>
                <a:lnTo>
                  <a:pt x="371" y="698"/>
                </a:lnTo>
                <a:lnTo>
                  <a:pt x="370" y="699"/>
                </a:lnTo>
                <a:lnTo>
                  <a:pt x="369" y="699"/>
                </a:lnTo>
                <a:lnTo>
                  <a:pt x="368" y="699"/>
                </a:lnTo>
                <a:lnTo>
                  <a:pt x="367" y="699"/>
                </a:lnTo>
                <a:lnTo>
                  <a:pt x="363" y="700"/>
                </a:lnTo>
                <a:lnTo>
                  <a:pt x="362" y="700"/>
                </a:lnTo>
                <a:lnTo>
                  <a:pt x="362" y="701"/>
                </a:lnTo>
                <a:lnTo>
                  <a:pt x="363" y="701"/>
                </a:lnTo>
                <a:lnTo>
                  <a:pt x="363" y="702"/>
                </a:lnTo>
                <a:lnTo>
                  <a:pt x="364" y="702"/>
                </a:lnTo>
                <a:lnTo>
                  <a:pt x="364" y="703"/>
                </a:lnTo>
                <a:lnTo>
                  <a:pt x="365" y="703"/>
                </a:lnTo>
                <a:lnTo>
                  <a:pt x="364" y="704"/>
                </a:lnTo>
                <a:lnTo>
                  <a:pt x="363" y="704"/>
                </a:lnTo>
                <a:lnTo>
                  <a:pt x="363" y="705"/>
                </a:lnTo>
                <a:lnTo>
                  <a:pt x="362" y="705"/>
                </a:lnTo>
                <a:lnTo>
                  <a:pt x="363" y="706"/>
                </a:lnTo>
                <a:lnTo>
                  <a:pt x="363" y="707"/>
                </a:lnTo>
                <a:lnTo>
                  <a:pt x="362" y="707"/>
                </a:lnTo>
                <a:lnTo>
                  <a:pt x="361" y="707"/>
                </a:lnTo>
                <a:lnTo>
                  <a:pt x="359" y="707"/>
                </a:lnTo>
                <a:lnTo>
                  <a:pt x="357" y="707"/>
                </a:lnTo>
                <a:lnTo>
                  <a:pt x="357" y="708"/>
                </a:lnTo>
                <a:lnTo>
                  <a:pt x="356" y="708"/>
                </a:lnTo>
                <a:lnTo>
                  <a:pt x="355" y="709"/>
                </a:lnTo>
                <a:lnTo>
                  <a:pt x="354" y="709"/>
                </a:lnTo>
                <a:lnTo>
                  <a:pt x="352" y="709"/>
                </a:lnTo>
                <a:lnTo>
                  <a:pt x="352" y="710"/>
                </a:lnTo>
                <a:lnTo>
                  <a:pt x="351" y="710"/>
                </a:lnTo>
                <a:lnTo>
                  <a:pt x="351" y="711"/>
                </a:lnTo>
                <a:lnTo>
                  <a:pt x="350" y="711"/>
                </a:lnTo>
                <a:lnTo>
                  <a:pt x="349" y="711"/>
                </a:lnTo>
                <a:lnTo>
                  <a:pt x="349" y="710"/>
                </a:lnTo>
                <a:lnTo>
                  <a:pt x="349" y="711"/>
                </a:lnTo>
                <a:lnTo>
                  <a:pt x="348" y="713"/>
                </a:lnTo>
                <a:lnTo>
                  <a:pt x="349" y="714"/>
                </a:lnTo>
                <a:lnTo>
                  <a:pt x="349" y="715"/>
                </a:lnTo>
                <a:lnTo>
                  <a:pt x="349" y="716"/>
                </a:lnTo>
                <a:lnTo>
                  <a:pt x="348" y="716"/>
                </a:lnTo>
                <a:lnTo>
                  <a:pt x="348" y="717"/>
                </a:lnTo>
                <a:lnTo>
                  <a:pt x="347" y="717"/>
                </a:lnTo>
                <a:lnTo>
                  <a:pt x="344" y="715"/>
                </a:lnTo>
                <a:lnTo>
                  <a:pt x="343" y="715"/>
                </a:lnTo>
                <a:lnTo>
                  <a:pt x="342" y="715"/>
                </a:lnTo>
                <a:lnTo>
                  <a:pt x="342" y="714"/>
                </a:lnTo>
                <a:lnTo>
                  <a:pt x="342" y="713"/>
                </a:lnTo>
                <a:lnTo>
                  <a:pt x="342" y="712"/>
                </a:lnTo>
                <a:lnTo>
                  <a:pt x="342" y="711"/>
                </a:lnTo>
                <a:lnTo>
                  <a:pt x="341" y="710"/>
                </a:lnTo>
                <a:lnTo>
                  <a:pt x="341" y="708"/>
                </a:lnTo>
                <a:lnTo>
                  <a:pt x="341" y="706"/>
                </a:lnTo>
                <a:lnTo>
                  <a:pt x="341" y="705"/>
                </a:lnTo>
                <a:lnTo>
                  <a:pt x="342" y="703"/>
                </a:lnTo>
                <a:lnTo>
                  <a:pt x="343" y="703"/>
                </a:lnTo>
                <a:lnTo>
                  <a:pt x="343" y="702"/>
                </a:lnTo>
                <a:lnTo>
                  <a:pt x="340" y="701"/>
                </a:lnTo>
                <a:lnTo>
                  <a:pt x="340" y="702"/>
                </a:lnTo>
                <a:lnTo>
                  <a:pt x="338" y="701"/>
                </a:lnTo>
                <a:lnTo>
                  <a:pt x="338" y="700"/>
                </a:lnTo>
                <a:lnTo>
                  <a:pt x="338" y="698"/>
                </a:lnTo>
                <a:lnTo>
                  <a:pt x="339" y="697"/>
                </a:lnTo>
                <a:lnTo>
                  <a:pt x="339" y="696"/>
                </a:lnTo>
                <a:lnTo>
                  <a:pt x="339" y="695"/>
                </a:lnTo>
                <a:lnTo>
                  <a:pt x="338" y="693"/>
                </a:lnTo>
                <a:lnTo>
                  <a:pt x="337" y="691"/>
                </a:lnTo>
                <a:lnTo>
                  <a:pt x="336" y="691"/>
                </a:lnTo>
                <a:lnTo>
                  <a:pt x="335" y="691"/>
                </a:lnTo>
                <a:lnTo>
                  <a:pt x="334" y="692"/>
                </a:lnTo>
                <a:lnTo>
                  <a:pt x="333" y="693"/>
                </a:lnTo>
                <a:lnTo>
                  <a:pt x="332" y="693"/>
                </a:lnTo>
                <a:lnTo>
                  <a:pt x="331" y="692"/>
                </a:lnTo>
                <a:lnTo>
                  <a:pt x="330" y="692"/>
                </a:lnTo>
                <a:lnTo>
                  <a:pt x="330" y="693"/>
                </a:lnTo>
                <a:lnTo>
                  <a:pt x="330" y="694"/>
                </a:lnTo>
                <a:lnTo>
                  <a:pt x="329" y="694"/>
                </a:lnTo>
                <a:lnTo>
                  <a:pt x="328" y="693"/>
                </a:lnTo>
                <a:lnTo>
                  <a:pt x="329" y="692"/>
                </a:lnTo>
                <a:lnTo>
                  <a:pt x="328" y="692"/>
                </a:lnTo>
                <a:lnTo>
                  <a:pt x="325" y="691"/>
                </a:lnTo>
                <a:lnTo>
                  <a:pt x="324" y="691"/>
                </a:lnTo>
                <a:lnTo>
                  <a:pt x="323" y="691"/>
                </a:lnTo>
                <a:lnTo>
                  <a:pt x="320" y="691"/>
                </a:lnTo>
                <a:lnTo>
                  <a:pt x="320" y="692"/>
                </a:lnTo>
                <a:lnTo>
                  <a:pt x="319" y="694"/>
                </a:lnTo>
                <a:lnTo>
                  <a:pt x="319" y="695"/>
                </a:lnTo>
                <a:lnTo>
                  <a:pt x="318" y="695"/>
                </a:lnTo>
                <a:lnTo>
                  <a:pt x="316" y="696"/>
                </a:lnTo>
                <a:lnTo>
                  <a:pt x="315" y="696"/>
                </a:lnTo>
                <a:lnTo>
                  <a:pt x="314" y="696"/>
                </a:lnTo>
                <a:lnTo>
                  <a:pt x="314" y="695"/>
                </a:lnTo>
                <a:lnTo>
                  <a:pt x="314" y="694"/>
                </a:lnTo>
                <a:lnTo>
                  <a:pt x="315" y="694"/>
                </a:lnTo>
                <a:lnTo>
                  <a:pt x="316" y="694"/>
                </a:lnTo>
                <a:lnTo>
                  <a:pt x="316" y="693"/>
                </a:lnTo>
                <a:lnTo>
                  <a:pt x="316" y="692"/>
                </a:lnTo>
                <a:lnTo>
                  <a:pt x="316" y="691"/>
                </a:lnTo>
                <a:lnTo>
                  <a:pt x="315" y="690"/>
                </a:lnTo>
                <a:lnTo>
                  <a:pt x="314" y="690"/>
                </a:lnTo>
                <a:lnTo>
                  <a:pt x="313" y="690"/>
                </a:lnTo>
                <a:lnTo>
                  <a:pt x="313" y="691"/>
                </a:lnTo>
                <a:lnTo>
                  <a:pt x="312" y="692"/>
                </a:lnTo>
                <a:lnTo>
                  <a:pt x="312" y="694"/>
                </a:lnTo>
                <a:lnTo>
                  <a:pt x="311" y="694"/>
                </a:lnTo>
                <a:lnTo>
                  <a:pt x="311" y="695"/>
                </a:lnTo>
                <a:lnTo>
                  <a:pt x="312" y="695"/>
                </a:lnTo>
                <a:lnTo>
                  <a:pt x="313" y="695"/>
                </a:lnTo>
                <a:lnTo>
                  <a:pt x="312" y="696"/>
                </a:lnTo>
                <a:lnTo>
                  <a:pt x="311" y="696"/>
                </a:lnTo>
                <a:lnTo>
                  <a:pt x="310" y="697"/>
                </a:lnTo>
                <a:lnTo>
                  <a:pt x="310" y="696"/>
                </a:lnTo>
                <a:lnTo>
                  <a:pt x="310" y="695"/>
                </a:lnTo>
                <a:lnTo>
                  <a:pt x="310" y="694"/>
                </a:lnTo>
                <a:lnTo>
                  <a:pt x="310" y="693"/>
                </a:lnTo>
                <a:lnTo>
                  <a:pt x="306" y="692"/>
                </a:lnTo>
                <a:lnTo>
                  <a:pt x="306" y="693"/>
                </a:lnTo>
                <a:lnTo>
                  <a:pt x="306" y="694"/>
                </a:lnTo>
                <a:lnTo>
                  <a:pt x="306" y="695"/>
                </a:lnTo>
                <a:lnTo>
                  <a:pt x="306" y="696"/>
                </a:lnTo>
                <a:lnTo>
                  <a:pt x="306" y="697"/>
                </a:lnTo>
                <a:lnTo>
                  <a:pt x="306" y="698"/>
                </a:lnTo>
                <a:lnTo>
                  <a:pt x="304" y="699"/>
                </a:lnTo>
                <a:lnTo>
                  <a:pt x="303" y="699"/>
                </a:lnTo>
                <a:lnTo>
                  <a:pt x="302" y="699"/>
                </a:lnTo>
                <a:lnTo>
                  <a:pt x="301" y="699"/>
                </a:lnTo>
                <a:lnTo>
                  <a:pt x="300" y="700"/>
                </a:lnTo>
                <a:lnTo>
                  <a:pt x="301" y="702"/>
                </a:lnTo>
                <a:lnTo>
                  <a:pt x="301" y="703"/>
                </a:lnTo>
                <a:lnTo>
                  <a:pt x="301" y="704"/>
                </a:lnTo>
                <a:lnTo>
                  <a:pt x="301" y="706"/>
                </a:lnTo>
                <a:lnTo>
                  <a:pt x="300" y="707"/>
                </a:lnTo>
                <a:lnTo>
                  <a:pt x="300" y="709"/>
                </a:lnTo>
                <a:lnTo>
                  <a:pt x="301" y="711"/>
                </a:lnTo>
                <a:lnTo>
                  <a:pt x="301" y="712"/>
                </a:lnTo>
                <a:lnTo>
                  <a:pt x="302" y="713"/>
                </a:lnTo>
                <a:lnTo>
                  <a:pt x="302" y="714"/>
                </a:lnTo>
                <a:lnTo>
                  <a:pt x="302" y="716"/>
                </a:lnTo>
                <a:lnTo>
                  <a:pt x="300" y="716"/>
                </a:lnTo>
                <a:lnTo>
                  <a:pt x="299" y="716"/>
                </a:lnTo>
                <a:lnTo>
                  <a:pt x="299" y="715"/>
                </a:lnTo>
                <a:lnTo>
                  <a:pt x="298" y="715"/>
                </a:lnTo>
                <a:lnTo>
                  <a:pt x="297" y="716"/>
                </a:lnTo>
                <a:lnTo>
                  <a:pt x="295" y="717"/>
                </a:lnTo>
                <a:lnTo>
                  <a:pt x="294" y="714"/>
                </a:lnTo>
                <a:lnTo>
                  <a:pt x="293" y="714"/>
                </a:lnTo>
                <a:lnTo>
                  <a:pt x="293" y="713"/>
                </a:lnTo>
                <a:lnTo>
                  <a:pt x="292" y="712"/>
                </a:lnTo>
                <a:lnTo>
                  <a:pt x="292" y="711"/>
                </a:lnTo>
                <a:lnTo>
                  <a:pt x="290" y="708"/>
                </a:lnTo>
                <a:lnTo>
                  <a:pt x="289" y="709"/>
                </a:lnTo>
                <a:lnTo>
                  <a:pt x="289" y="710"/>
                </a:lnTo>
                <a:lnTo>
                  <a:pt x="288" y="710"/>
                </a:lnTo>
                <a:lnTo>
                  <a:pt x="287" y="710"/>
                </a:lnTo>
                <a:lnTo>
                  <a:pt x="286" y="711"/>
                </a:lnTo>
                <a:lnTo>
                  <a:pt x="285" y="711"/>
                </a:lnTo>
                <a:lnTo>
                  <a:pt x="285" y="710"/>
                </a:lnTo>
                <a:lnTo>
                  <a:pt x="284" y="711"/>
                </a:lnTo>
                <a:lnTo>
                  <a:pt x="283" y="711"/>
                </a:lnTo>
                <a:lnTo>
                  <a:pt x="282" y="713"/>
                </a:lnTo>
                <a:lnTo>
                  <a:pt x="282" y="714"/>
                </a:lnTo>
                <a:lnTo>
                  <a:pt x="281" y="714"/>
                </a:lnTo>
                <a:lnTo>
                  <a:pt x="280" y="715"/>
                </a:lnTo>
                <a:lnTo>
                  <a:pt x="280" y="716"/>
                </a:lnTo>
                <a:lnTo>
                  <a:pt x="279" y="716"/>
                </a:lnTo>
                <a:lnTo>
                  <a:pt x="279" y="715"/>
                </a:lnTo>
                <a:lnTo>
                  <a:pt x="279" y="714"/>
                </a:lnTo>
                <a:lnTo>
                  <a:pt x="278" y="714"/>
                </a:lnTo>
                <a:lnTo>
                  <a:pt x="276" y="714"/>
                </a:lnTo>
                <a:lnTo>
                  <a:pt x="275" y="714"/>
                </a:lnTo>
                <a:lnTo>
                  <a:pt x="274" y="717"/>
                </a:lnTo>
                <a:lnTo>
                  <a:pt x="273" y="718"/>
                </a:lnTo>
                <a:lnTo>
                  <a:pt x="273" y="719"/>
                </a:lnTo>
                <a:lnTo>
                  <a:pt x="272" y="721"/>
                </a:lnTo>
                <a:lnTo>
                  <a:pt x="273" y="723"/>
                </a:lnTo>
                <a:lnTo>
                  <a:pt x="273" y="724"/>
                </a:lnTo>
                <a:lnTo>
                  <a:pt x="274" y="724"/>
                </a:lnTo>
                <a:lnTo>
                  <a:pt x="275" y="725"/>
                </a:lnTo>
                <a:lnTo>
                  <a:pt x="276" y="725"/>
                </a:lnTo>
                <a:lnTo>
                  <a:pt x="277" y="725"/>
                </a:lnTo>
                <a:lnTo>
                  <a:pt x="278" y="726"/>
                </a:lnTo>
                <a:lnTo>
                  <a:pt x="278" y="727"/>
                </a:lnTo>
                <a:lnTo>
                  <a:pt x="279" y="729"/>
                </a:lnTo>
                <a:lnTo>
                  <a:pt x="279" y="730"/>
                </a:lnTo>
                <a:lnTo>
                  <a:pt x="278" y="730"/>
                </a:lnTo>
                <a:lnTo>
                  <a:pt x="278" y="731"/>
                </a:lnTo>
                <a:lnTo>
                  <a:pt x="279" y="733"/>
                </a:lnTo>
                <a:lnTo>
                  <a:pt x="280" y="733"/>
                </a:lnTo>
                <a:lnTo>
                  <a:pt x="281" y="732"/>
                </a:lnTo>
                <a:lnTo>
                  <a:pt x="284" y="732"/>
                </a:lnTo>
                <a:lnTo>
                  <a:pt x="284" y="733"/>
                </a:lnTo>
                <a:lnTo>
                  <a:pt x="282" y="738"/>
                </a:lnTo>
                <a:lnTo>
                  <a:pt x="281" y="739"/>
                </a:lnTo>
                <a:lnTo>
                  <a:pt x="280" y="741"/>
                </a:lnTo>
                <a:lnTo>
                  <a:pt x="281" y="741"/>
                </a:lnTo>
                <a:lnTo>
                  <a:pt x="281" y="742"/>
                </a:lnTo>
                <a:lnTo>
                  <a:pt x="281" y="744"/>
                </a:lnTo>
                <a:lnTo>
                  <a:pt x="281" y="745"/>
                </a:lnTo>
                <a:lnTo>
                  <a:pt x="281" y="746"/>
                </a:lnTo>
                <a:lnTo>
                  <a:pt x="280" y="746"/>
                </a:lnTo>
                <a:lnTo>
                  <a:pt x="280" y="747"/>
                </a:lnTo>
                <a:lnTo>
                  <a:pt x="279" y="747"/>
                </a:lnTo>
                <a:lnTo>
                  <a:pt x="278" y="747"/>
                </a:lnTo>
                <a:lnTo>
                  <a:pt x="276" y="747"/>
                </a:lnTo>
                <a:lnTo>
                  <a:pt x="275" y="747"/>
                </a:lnTo>
                <a:lnTo>
                  <a:pt x="274" y="747"/>
                </a:lnTo>
                <a:lnTo>
                  <a:pt x="273" y="748"/>
                </a:lnTo>
                <a:lnTo>
                  <a:pt x="274" y="749"/>
                </a:lnTo>
                <a:lnTo>
                  <a:pt x="274" y="750"/>
                </a:lnTo>
                <a:lnTo>
                  <a:pt x="273" y="752"/>
                </a:lnTo>
                <a:lnTo>
                  <a:pt x="272" y="752"/>
                </a:lnTo>
                <a:lnTo>
                  <a:pt x="272" y="753"/>
                </a:lnTo>
                <a:lnTo>
                  <a:pt x="271" y="753"/>
                </a:lnTo>
                <a:lnTo>
                  <a:pt x="271" y="754"/>
                </a:lnTo>
                <a:lnTo>
                  <a:pt x="270" y="754"/>
                </a:lnTo>
                <a:lnTo>
                  <a:pt x="268" y="752"/>
                </a:lnTo>
                <a:lnTo>
                  <a:pt x="268" y="751"/>
                </a:lnTo>
                <a:lnTo>
                  <a:pt x="267" y="750"/>
                </a:lnTo>
                <a:lnTo>
                  <a:pt x="267" y="749"/>
                </a:lnTo>
                <a:lnTo>
                  <a:pt x="267" y="748"/>
                </a:lnTo>
                <a:lnTo>
                  <a:pt x="266" y="747"/>
                </a:lnTo>
                <a:lnTo>
                  <a:pt x="265" y="747"/>
                </a:lnTo>
                <a:lnTo>
                  <a:pt x="265" y="748"/>
                </a:lnTo>
                <a:lnTo>
                  <a:pt x="263" y="749"/>
                </a:lnTo>
                <a:lnTo>
                  <a:pt x="262" y="749"/>
                </a:lnTo>
                <a:lnTo>
                  <a:pt x="261" y="750"/>
                </a:lnTo>
                <a:lnTo>
                  <a:pt x="261" y="751"/>
                </a:lnTo>
                <a:lnTo>
                  <a:pt x="261" y="754"/>
                </a:lnTo>
                <a:lnTo>
                  <a:pt x="261" y="755"/>
                </a:lnTo>
                <a:lnTo>
                  <a:pt x="262" y="755"/>
                </a:lnTo>
                <a:lnTo>
                  <a:pt x="263" y="756"/>
                </a:lnTo>
                <a:lnTo>
                  <a:pt x="264" y="756"/>
                </a:lnTo>
                <a:lnTo>
                  <a:pt x="264" y="757"/>
                </a:lnTo>
                <a:lnTo>
                  <a:pt x="265" y="757"/>
                </a:lnTo>
                <a:lnTo>
                  <a:pt x="266" y="757"/>
                </a:lnTo>
                <a:lnTo>
                  <a:pt x="266" y="759"/>
                </a:lnTo>
                <a:lnTo>
                  <a:pt x="265" y="759"/>
                </a:lnTo>
                <a:lnTo>
                  <a:pt x="265" y="760"/>
                </a:lnTo>
                <a:lnTo>
                  <a:pt x="263" y="760"/>
                </a:lnTo>
                <a:lnTo>
                  <a:pt x="261" y="761"/>
                </a:lnTo>
                <a:lnTo>
                  <a:pt x="258" y="761"/>
                </a:lnTo>
                <a:lnTo>
                  <a:pt x="257" y="763"/>
                </a:lnTo>
                <a:lnTo>
                  <a:pt x="256" y="764"/>
                </a:lnTo>
                <a:lnTo>
                  <a:pt x="255" y="766"/>
                </a:lnTo>
                <a:lnTo>
                  <a:pt x="255" y="767"/>
                </a:lnTo>
                <a:lnTo>
                  <a:pt x="255" y="768"/>
                </a:lnTo>
                <a:lnTo>
                  <a:pt x="256" y="769"/>
                </a:lnTo>
                <a:lnTo>
                  <a:pt x="258" y="772"/>
                </a:lnTo>
                <a:lnTo>
                  <a:pt x="259" y="773"/>
                </a:lnTo>
                <a:lnTo>
                  <a:pt x="259" y="774"/>
                </a:lnTo>
                <a:lnTo>
                  <a:pt x="259" y="775"/>
                </a:lnTo>
                <a:lnTo>
                  <a:pt x="259" y="776"/>
                </a:lnTo>
                <a:lnTo>
                  <a:pt x="259" y="779"/>
                </a:lnTo>
                <a:lnTo>
                  <a:pt x="257" y="780"/>
                </a:lnTo>
                <a:lnTo>
                  <a:pt x="255" y="782"/>
                </a:lnTo>
                <a:lnTo>
                  <a:pt x="254" y="782"/>
                </a:lnTo>
                <a:lnTo>
                  <a:pt x="253" y="783"/>
                </a:lnTo>
                <a:lnTo>
                  <a:pt x="252" y="782"/>
                </a:lnTo>
                <a:lnTo>
                  <a:pt x="251" y="782"/>
                </a:lnTo>
                <a:lnTo>
                  <a:pt x="250" y="781"/>
                </a:lnTo>
                <a:lnTo>
                  <a:pt x="250" y="779"/>
                </a:lnTo>
                <a:lnTo>
                  <a:pt x="251" y="778"/>
                </a:lnTo>
                <a:lnTo>
                  <a:pt x="251" y="777"/>
                </a:lnTo>
                <a:lnTo>
                  <a:pt x="249" y="776"/>
                </a:lnTo>
                <a:lnTo>
                  <a:pt x="248" y="776"/>
                </a:lnTo>
                <a:lnTo>
                  <a:pt x="247" y="777"/>
                </a:lnTo>
                <a:lnTo>
                  <a:pt x="245" y="776"/>
                </a:lnTo>
                <a:lnTo>
                  <a:pt x="245" y="774"/>
                </a:lnTo>
                <a:lnTo>
                  <a:pt x="244" y="775"/>
                </a:lnTo>
                <a:lnTo>
                  <a:pt x="244" y="776"/>
                </a:lnTo>
                <a:lnTo>
                  <a:pt x="243" y="776"/>
                </a:lnTo>
                <a:lnTo>
                  <a:pt x="242" y="777"/>
                </a:lnTo>
                <a:lnTo>
                  <a:pt x="240" y="776"/>
                </a:lnTo>
                <a:lnTo>
                  <a:pt x="239" y="775"/>
                </a:lnTo>
                <a:lnTo>
                  <a:pt x="239" y="774"/>
                </a:lnTo>
                <a:lnTo>
                  <a:pt x="239" y="773"/>
                </a:lnTo>
                <a:lnTo>
                  <a:pt x="239" y="772"/>
                </a:lnTo>
                <a:lnTo>
                  <a:pt x="238" y="772"/>
                </a:lnTo>
                <a:lnTo>
                  <a:pt x="237" y="772"/>
                </a:lnTo>
                <a:lnTo>
                  <a:pt x="236" y="773"/>
                </a:lnTo>
                <a:lnTo>
                  <a:pt x="234" y="772"/>
                </a:lnTo>
                <a:lnTo>
                  <a:pt x="233" y="770"/>
                </a:lnTo>
                <a:lnTo>
                  <a:pt x="232" y="770"/>
                </a:lnTo>
                <a:lnTo>
                  <a:pt x="231" y="771"/>
                </a:lnTo>
                <a:lnTo>
                  <a:pt x="230" y="771"/>
                </a:lnTo>
                <a:lnTo>
                  <a:pt x="230" y="772"/>
                </a:lnTo>
                <a:lnTo>
                  <a:pt x="231" y="772"/>
                </a:lnTo>
                <a:lnTo>
                  <a:pt x="232" y="773"/>
                </a:lnTo>
                <a:lnTo>
                  <a:pt x="232" y="774"/>
                </a:lnTo>
                <a:lnTo>
                  <a:pt x="232" y="775"/>
                </a:lnTo>
                <a:lnTo>
                  <a:pt x="231" y="775"/>
                </a:lnTo>
                <a:lnTo>
                  <a:pt x="231" y="776"/>
                </a:lnTo>
                <a:lnTo>
                  <a:pt x="231" y="775"/>
                </a:lnTo>
                <a:lnTo>
                  <a:pt x="230" y="775"/>
                </a:lnTo>
                <a:lnTo>
                  <a:pt x="229" y="776"/>
                </a:lnTo>
                <a:lnTo>
                  <a:pt x="228" y="776"/>
                </a:lnTo>
                <a:lnTo>
                  <a:pt x="227" y="776"/>
                </a:lnTo>
                <a:lnTo>
                  <a:pt x="227" y="775"/>
                </a:lnTo>
                <a:lnTo>
                  <a:pt x="227" y="774"/>
                </a:lnTo>
                <a:lnTo>
                  <a:pt x="227" y="773"/>
                </a:lnTo>
                <a:lnTo>
                  <a:pt x="226" y="771"/>
                </a:lnTo>
                <a:lnTo>
                  <a:pt x="226" y="770"/>
                </a:lnTo>
                <a:lnTo>
                  <a:pt x="227" y="769"/>
                </a:lnTo>
                <a:lnTo>
                  <a:pt x="227" y="768"/>
                </a:lnTo>
                <a:lnTo>
                  <a:pt x="230" y="768"/>
                </a:lnTo>
                <a:lnTo>
                  <a:pt x="231" y="768"/>
                </a:lnTo>
                <a:lnTo>
                  <a:pt x="231" y="767"/>
                </a:lnTo>
                <a:lnTo>
                  <a:pt x="232" y="766"/>
                </a:lnTo>
                <a:lnTo>
                  <a:pt x="233" y="766"/>
                </a:lnTo>
                <a:lnTo>
                  <a:pt x="234" y="765"/>
                </a:lnTo>
                <a:lnTo>
                  <a:pt x="236" y="763"/>
                </a:lnTo>
                <a:lnTo>
                  <a:pt x="236" y="762"/>
                </a:lnTo>
                <a:lnTo>
                  <a:pt x="236" y="760"/>
                </a:lnTo>
                <a:lnTo>
                  <a:pt x="236" y="759"/>
                </a:lnTo>
                <a:lnTo>
                  <a:pt x="235" y="757"/>
                </a:lnTo>
                <a:lnTo>
                  <a:pt x="235" y="756"/>
                </a:lnTo>
                <a:lnTo>
                  <a:pt x="235" y="755"/>
                </a:lnTo>
                <a:lnTo>
                  <a:pt x="234" y="754"/>
                </a:lnTo>
                <a:lnTo>
                  <a:pt x="234" y="753"/>
                </a:lnTo>
                <a:lnTo>
                  <a:pt x="234" y="752"/>
                </a:lnTo>
                <a:lnTo>
                  <a:pt x="235" y="751"/>
                </a:lnTo>
                <a:lnTo>
                  <a:pt x="235" y="750"/>
                </a:lnTo>
                <a:lnTo>
                  <a:pt x="236" y="750"/>
                </a:lnTo>
                <a:lnTo>
                  <a:pt x="237" y="751"/>
                </a:lnTo>
                <a:lnTo>
                  <a:pt x="237" y="752"/>
                </a:lnTo>
                <a:lnTo>
                  <a:pt x="238" y="752"/>
                </a:lnTo>
                <a:lnTo>
                  <a:pt x="238" y="751"/>
                </a:lnTo>
                <a:lnTo>
                  <a:pt x="239" y="750"/>
                </a:lnTo>
                <a:lnTo>
                  <a:pt x="240" y="747"/>
                </a:lnTo>
                <a:lnTo>
                  <a:pt x="239" y="747"/>
                </a:lnTo>
                <a:lnTo>
                  <a:pt x="239" y="746"/>
                </a:lnTo>
                <a:lnTo>
                  <a:pt x="238" y="746"/>
                </a:lnTo>
                <a:lnTo>
                  <a:pt x="237" y="745"/>
                </a:lnTo>
                <a:lnTo>
                  <a:pt x="236" y="744"/>
                </a:lnTo>
                <a:lnTo>
                  <a:pt x="236" y="743"/>
                </a:lnTo>
                <a:lnTo>
                  <a:pt x="237" y="743"/>
                </a:lnTo>
                <a:lnTo>
                  <a:pt x="238" y="743"/>
                </a:lnTo>
                <a:lnTo>
                  <a:pt x="239" y="744"/>
                </a:lnTo>
                <a:lnTo>
                  <a:pt x="241" y="743"/>
                </a:lnTo>
                <a:lnTo>
                  <a:pt x="242" y="742"/>
                </a:lnTo>
                <a:lnTo>
                  <a:pt x="241" y="739"/>
                </a:lnTo>
                <a:lnTo>
                  <a:pt x="240" y="739"/>
                </a:lnTo>
                <a:lnTo>
                  <a:pt x="239" y="740"/>
                </a:lnTo>
                <a:lnTo>
                  <a:pt x="238" y="740"/>
                </a:lnTo>
                <a:lnTo>
                  <a:pt x="237" y="739"/>
                </a:lnTo>
                <a:lnTo>
                  <a:pt x="236" y="739"/>
                </a:lnTo>
                <a:lnTo>
                  <a:pt x="235" y="736"/>
                </a:lnTo>
                <a:lnTo>
                  <a:pt x="235" y="735"/>
                </a:lnTo>
                <a:lnTo>
                  <a:pt x="235" y="734"/>
                </a:lnTo>
                <a:lnTo>
                  <a:pt x="232" y="733"/>
                </a:lnTo>
                <a:lnTo>
                  <a:pt x="231" y="733"/>
                </a:lnTo>
                <a:lnTo>
                  <a:pt x="230" y="732"/>
                </a:lnTo>
                <a:lnTo>
                  <a:pt x="228" y="731"/>
                </a:lnTo>
                <a:lnTo>
                  <a:pt x="226" y="729"/>
                </a:lnTo>
                <a:lnTo>
                  <a:pt x="226" y="728"/>
                </a:lnTo>
                <a:lnTo>
                  <a:pt x="226" y="727"/>
                </a:lnTo>
                <a:lnTo>
                  <a:pt x="225" y="725"/>
                </a:lnTo>
                <a:lnTo>
                  <a:pt x="226" y="724"/>
                </a:lnTo>
                <a:lnTo>
                  <a:pt x="226" y="722"/>
                </a:lnTo>
                <a:lnTo>
                  <a:pt x="226" y="721"/>
                </a:lnTo>
                <a:lnTo>
                  <a:pt x="226" y="720"/>
                </a:lnTo>
                <a:lnTo>
                  <a:pt x="225" y="719"/>
                </a:lnTo>
                <a:lnTo>
                  <a:pt x="224" y="718"/>
                </a:lnTo>
                <a:lnTo>
                  <a:pt x="223" y="718"/>
                </a:lnTo>
                <a:lnTo>
                  <a:pt x="221" y="718"/>
                </a:lnTo>
                <a:lnTo>
                  <a:pt x="221" y="716"/>
                </a:lnTo>
                <a:lnTo>
                  <a:pt x="220" y="715"/>
                </a:lnTo>
                <a:lnTo>
                  <a:pt x="219" y="715"/>
                </a:lnTo>
                <a:lnTo>
                  <a:pt x="219" y="716"/>
                </a:lnTo>
                <a:lnTo>
                  <a:pt x="219" y="715"/>
                </a:lnTo>
                <a:lnTo>
                  <a:pt x="218" y="714"/>
                </a:lnTo>
                <a:lnTo>
                  <a:pt x="219" y="714"/>
                </a:lnTo>
                <a:lnTo>
                  <a:pt x="218" y="713"/>
                </a:lnTo>
                <a:lnTo>
                  <a:pt x="217" y="713"/>
                </a:lnTo>
                <a:lnTo>
                  <a:pt x="216" y="712"/>
                </a:lnTo>
                <a:lnTo>
                  <a:pt x="215" y="712"/>
                </a:lnTo>
                <a:lnTo>
                  <a:pt x="213" y="710"/>
                </a:lnTo>
                <a:lnTo>
                  <a:pt x="212" y="708"/>
                </a:lnTo>
                <a:lnTo>
                  <a:pt x="211" y="708"/>
                </a:lnTo>
                <a:lnTo>
                  <a:pt x="211" y="707"/>
                </a:lnTo>
                <a:lnTo>
                  <a:pt x="210" y="706"/>
                </a:lnTo>
                <a:lnTo>
                  <a:pt x="210" y="705"/>
                </a:lnTo>
                <a:lnTo>
                  <a:pt x="209" y="705"/>
                </a:lnTo>
                <a:lnTo>
                  <a:pt x="208" y="705"/>
                </a:lnTo>
                <a:lnTo>
                  <a:pt x="209" y="706"/>
                </a:lnTo>
                <a:lnTo>
                  <a:pt x="209" y="707"/>
                </a:lnTo>
                <a:lnTo>
                  <a:pt x="208" y="708"/>
                </a:lnTo>
                <a:lnTo>
                  <a:pt x="206" y="708"/>
                </a:lnTo>
                <a:lnTo>
                  <a:pt x="206" y="709"/>
                </a:lnTo>
                <a:lnTo>
                  <a:pt x="206" y="710"/>
                </a:lnTo>
                <a:lnTo>
                  <a:pt x="207" y="710"/>
                </a:lnTo>
                <a:lnTo>
                  <a:pt x="208" y="711"/>
                </a:lnTo>
                <a:lnTo>
                  <a:pt x="208" y="712"/>
                </a:lnTo>
                <a:lnTo>
                  <a:pt x="209" y="712"/>
                </a:lnTo>
                <a:lnTo>
                  <a:pt x="209" y="713"/>
                </a:lnTo>
                <a:lnTo>
                  <a:pt x="208" y="713"/>
                </a:lnTo>
                <a:lnTo>
                  <a:pt x="207" y="713"/>
                </a:lnTo>
                <a:lnTo>
                  <a:pt x="206" y="713"/>
                </a:lnTo>
                <a:lnTo>
                  <a:pt x="207" y="715"/>
                </a:lnTo>
                <a:lnTo>
                  <a:pt x="207" y="716"/>
                </a:lnTo>
                <a:lnTo>
                  <a:pt x="207" y="717"/>
                </a:lnTo>
                <a:lnTo>
                  <a:pt x="207" y="718"/>
                </a:lnTo>
                <a:lnTo>
                  <a:pt x="208" y="718"/>
                </a:lnTo>
                <a:lnTo>
                  <a:pt x="208" y="719"/>
                </a:lnTo>
                <a:lnTo>
                  <a:pt x="209" y="720"/>
                </a:lnTo>
                <a:lnTo>
                  <a:pt x="209" y="721"/>
                </a:lnTo>
                <a:lnTo>
                  <a:pt x="211" y="722"/>
                </a:lnTo>
                <a:lnTo>
                  <a:pt x="212" y="722"/>
                </a:lnTo>
                <a:lnTo>
                  <a:pt x="212" y="723"/>
                </a:lnTo>
                <a:lnTo>
                  <a:pt x="213" y="723"/>
                </a:lnTo>
                <a:lnTo>
                  <a:pt x="214" y="725"/>
                </a:lnTo>
                <a:lnTo>
                  <a:pt x="214" y="726"/>
                </a:lnTo>
                <a:lnTo>
                  <a:pt x="215" y="727"/>
                </a:lnTo>
                <a:lnTo>
                  <a:pt x="215" y="728"/>
                </a:lnTo>
                <a:lnTo>
                  <a:pt x="215" y="729"/>
                </a:lnTo>
                <a:lnTo>
                  <a:pt x="216" y="729"/>
                </a:lnTo>
                <a:lnTo>
                  <a:pt x="217" y="730"/>
                </a:lnTo>
                <a:lnTo>
                  <a:pt x="217" y="731"/>
                </a:lnTo>
                <a:lnTo>
                  <a:pt x="218" y="732"/>
                </a:lnTo>
                <a:lnTo>
                  <a:pt x="217" y="733"/>
                </a:lnTo>
                <a:lnTo>
                  <a:pt x="218" y="734"/>
                </a:lnTo>
                <a:lnTo>
                  <a:pt x="218" y="735"/>
                </a:lnTo>
                <a:lnTo>
                  <a:pt x="219" y="736"/>
                </a:lnTo>
                <a:lnTo>
                  <a:pt x="220" y="737"/>
                </a:lnTo>
                <a:lnTo>
                  <a:pt x="220" y="738"/>
                </a:lnTo>
                <a:lnTo>
                  <a:pt x="219" y="739"/>
                </a:lnTo>
                <a:lnTo>
                  <a:pt x="219" y="740"/>
                </a:lnTo>
                <a:lnTo>
                  <a:pt x="218" y="740"/>
                </a:lnTo>
                <a:lnTo>
                  <a:pt x="217" y="741"/>
                </a:lnTo>
                <a:lnTo>
                  <a:pt x="216" y="740"/>
                </a:lnTo>
                <a:lnTo>
                  <a:pt x="216" y="742"/>
                </a:lnTo>
                <a:lnTo>
                  <a:pt x="216" y="743"/>
                </a:lnTo>
                <a:lnTo>
                  <a:pt x="216" y="744"/>
                </a:lnTo>
                <a:lnTo>
                  <a:pt x="216" y="745"/>
                </a:lnTo>
                <a:lnTo>
                  <a:pt x="216" y="746"/>
                </a:lnTo>
                <a:lnTo>
                  <a:pt x="215" y="748"/>
                </a:lnTo>
                <a:lnTo>
                  <a:pt x="215" y="749"/>
                </a:lnTo>
                <a:lnTo>
                  <a:pt x="214" y="749"/>
                </a:lnTo>
                <a:lnTo>
                  <a:pt x="214" y="750"/>
                </a:lnTo>
                <a:lnTo>
                  <a:pt x="214" y="751"/>
                </a:lnTo>
                <a:lnTo>
                  <a:pt x="214" y="752"/>
                </a:lnTo>
                <a:lnTo>
                  <a:pt x="214" y="753"/>
                </a:lnTo>
                <a:lnTo>
                  <a:pt x="215" y="754"/>
                </a:lnTo>
                <a:lnTo>
                  <a:pt x="216" y="755"/>
                </a:lnTo>
                <a:lnTo>
                  <a:pt x="216" y="756"/>
                </a:lnTo>
                <a:lnTo>
                  <a:pt x="217" y="756"/>
                </a:lnTo>
                <a:lnTo>
                  <a:pt x="217" y="757"/>
                </a:lnTo>
                <a:lnTo>
                  <a:pt x="218" y="757"/>
                </a:lnTo>
                <a:lnTo>
                  <a:pt x="220" y="757"/>
                </a:lnTo>
                <a:lnTo>
                  <a:pt x="220" y="758"/>
                </a:lnTo>
                <a:lnTo>
                  <a:pt x="218" y="760"/>
                </a:lnTo>
                <a:lnTo>
                  <a:pt x="217" y="760"/>
                </a:lnTo>
                <a:lnTo>
                  <a:pt x="216" y="759"/>
                </a:lnTo>
                <a:lnTo>
                  <a:pt x="216" y="758"/>
                </a:lnTo>
                <a:lnTo>
                  <a:pt x="216" y="757"/>
                </a:lnTo>
                <a:lnTo>
                  <a:pt x="215" y="756"/>
                </a:lnTo>
                <a:lnTo>
                  <a:pt x="215" y="755"/>
                </a:lnTo>
                <a:lnTo>
                  <a:pt x="214" y="755"/>
                </a:lnTo>
                <a:lnTo>
                  <a:pt x="213" y="755"/>
                </a:lnTo>
                <a:lnTo>
                  <a:pt x="211" y="754"/>
                </a:lnTo>
                <a:lnTo>
                  <a:pt x="211" y="753"/>
                </a:lnTo>
                <a:lnTo>
                  <a:pt x="209" y="755"/>
                </a:lnTo>
                <a:lnTo>
                  <a:pt x="209" y="756"/>
                </a:lnTo>
                <a:lnTo>
                  <a:pt x="210" y="757"/>
                </a:lnTo>
                <a:lnTo>
                  <a:pt x="211" y="757"/>
                </a:lnTo>
                <a:lnTo>
                  <a:pt x="211" y="758"/>
                </a:lnTo>
                <a:lnTo>
                  <a:pt x="212" y="758"/>
                </a:lnTo>
                <a:lnTo>
                  <a:pt x="213" y="760"/>
                </a:lnTo>
                <a:lnTo>
                  <a:pt x="213" y="761"/>
                </a:lnTo>
                <a:lnTo>
                  <a:pt x="214" y="762"/>
                </a:lnTo>
                <a:lnTo>
                  <a:pt x="215" y="763"/>
                </a:lnTo>
                <a:lnTo>
                  <a:pt x="216" y="764"/>
                </a:lnTo>
                <a:lnTo>
                  <a:pt x="217" y="765"/>
                </a:lnTo>
                <a:lnTo>
                  <a:pt x="216" y="766"/>
                </a:lnTo>
                <a:lnTo>
                  <a:pt x="215" y="766"/>
                </a:lnTo>
                <a:lnTo>
                  <a:pt x="215" y="765"/>
                </a:lnTo>
                <a:lnTo>
                  <a:pt x="214" y="765"/>
                </a:lnTo>
                <a:lnTo>
                  <a:pt x="213" y="766"/>
                </a:lnTo>
                <a:lnTo>
                  <a:pt x="213" y="767"/>
                </a:lnTo>
                <a:lnTo>
                  <a:pt x="212" y="767"/>
                </a:lnTo>
                <a:lnTo>
                  <a:pt x="211" y="767"/>
                </a:lnTo>
                <a:lnTo>
                  <a:pt x="210" y="767"/>
                </a:lnTo>
                <a:lnTo>
                  <a:pt x="210" y="766"/>
                </a:lnTo>
                <a:lnTo>
                  <a:pt x="210" y="765"/>
                </a:lnTo>
                <a:lnTo>
                  <a:pt x="205" y="761"/>
                </a:lnTo>
                <a:lnTo>
                  <a:pt x="204" y="761"/>
                </a:lnTo>
                <a:lnTo>
                  <a:pt x="204" y="762"/>
                </a:lnTo>
                <a:lnTo>
                  <a:pt x="203" y="762"/>
                </a:lnTo>
                <a:lnTo>
                  <a:pt x="201" y="761"/>
                </a:lnTo>
                <a:lnTo>
                  <a:pt x="200" y="761"/>
                </a:lnTo>
                <a:lnTo>
                  <a:pt x="199" y="760"/>
                </a:lnTo>
                <a:lnTo>
                  <a:pt x="199" y="759"/>
                </a:lnTo>
                <a:lnTo>
                  <a:pt x="198" y="759"/>
                </a:lnTo>
                <a:lnTo>
                  <a:pt x="197" y="759"/>
                </a:lnTo>
                <a:lnTo>
                  <a:pt x="196" y="760"/>
                </a:lnTo>
                <a:lnTo>
                  <a:pt x="195" y="760"/>
                </a:lnTo>
                <a:lnTo>
                  <a:pt x="195" y="761"/>
                </a:lnTo>
                <a:lnTo>
                  <a:pt x="195" y="762"/>
                </a:lnTo>
                <a:lnTo>
                  <a:pt x="196" y="762"/>
                </a:lnTo>
                <a:lnTo>
                  <a:pt x="195" y="763"/>
                </a:lnTo>
                <a:lnTo>
                  <a:pt x="195" y="764"/>
                </a:lnTo>
                <a:lnTo>
                  <a:pt x="195" y="765"/>
                </a:lnTo>
                <a:lnTo>
                  <a:pt x="194" y="767"/>
                </a:lnTo>
                <a:lnTo>
                  <a:pt x="193" y="768"/>
                </a:lnTo>
                <a:lnTo>
                  <a:pt x="192" y="769"/>
                </a:lnTo>
                <a:lnTo>
                  <a:pt x="191" y="768"/>
                </a:lnTo>
                <a:lnTo>
                  <a:pt x="191" y="767"/>
                </a:lnTo>
                <a:lnTo>
                  <a:pt x="190" y="766"/>
                </a:lnTo>
                <a:lnTo>
                  <a:pt x="189" y="766"/>
                </a:lnTo>
                <a:lnTo>
                  <a:pt x="188" y="766"/>
                </a:lnTo>
                <a:lnTo>
                  <a:pt x="188" y="767"/>
                </a:lnTo>
                <a:lnTo>
                  <a:pt x="187" y="767"/>
                </a:lnTo>
                <a:lnTo>
                  <a:pt x="187" y="766"/>
                </a:lnTo>
                <a:lnTo>
                  <a:pt x="186" y="765"/>
                </a:lnTo>
                <a:lnTo>
                  <a:pt x="186" y="763"/>
                </a:lnTo>
                <a:lnTo>
                  <a:pt x="185" y="763"/>
                </a:lnTo>
                <a:lnTo>
                  <a:pt x="187" y="762"/>
                </a:lnTo>
                <a:lnTo>
                  <a:pt x="188" y="760"/>
                </a:lnTo>
                <a:lnTo>
                  <a:pt x="188" y="757"/>
                </a:lnTo>
                <a:lnTo>
                  <a:pt x="188" y="756"/>
                </a:lnTo>
                <a:lnTo>
                  <a:pt x="187" y="754"/>
                </a:lnTo>
                <a:lnTo>
                  <a:pt x="186" y="753"/>
                </a:lnTo>
                <a:lnTo>
                  <a:pt x="185" y="752"/>
                </a:lnTo>
                <a:lnTo>
                  <a:pt x="184" y="750"/>
                </a:lnTo>
                <a:lnTo>
                  <a:pt x="183" y="749"/>
                </a:lnTo>
                <a:lnTo>
                  <a:pt x="184" y="749"/>
                </a:lnTo>
                <a:lnTo>
                  <a:pt x="184" y="748"/>
                </a:lnTo>
                <a:lnTo>
                  <a:pt x="185" y="747"/>
                </a:lnTo>
                <a:lnTo>
                  <a:pt x="185" y="746"/>
                </a:lnTo>
                <a:lnTo>
                  <a:pt x="184" y="745"/>
                </a:lnTo>
                <a:lnTo>
                  <a:pt x="183" y="745"/>
                </a:lnTo>
                <a:lnTo>
                  <a:pt x="183" y="746"/>
                </a:lnTo>
                <a:lnTo>
                  <a:pt x="183" y="745"/>
                </a:lnTo>
                <a:lnTo>
                  <a:pt x="182" y="745"/>
                </a:lnTo>
                <a:lnTo>
                  <a:pt x="181" y="745"/>
                </a:lnTo>
                <a:lnTo>
                  <a:pt x="181" y="744"/>
                </a:lnTo>
                <a:lnTo>
                  <a:pt x="180" y="743"/>
                </a:lnTo>
                <a:lnTo>
                  <a:pt x="181" y="742"/>
                </a:lnTo>
                <a:lnTo>
                  <a:pt x="181" y="741"/>
                </a:lnTo>
                <a:lnTo>
                  <a:pt x="182" y="741"/>
                </a:lnTo>
                <a:lnTo>
                  <a:pt x="183" y="740"/>
                </a:lnTo>
                <a:lnTo>
                  <a:pt x="183" y="739"/>
                </a:lnTo>
                <a:lnTo>
                  <a:pt x="182" y="739"/>
                </a:lnTo>
                <a:lnTo>
                  <a:pt x="181" y="738"/>
                </a:lnTo>
                <a:lnTo>
                  <a:pt x="180" y="734"/>
                </a:lnTo>
                <a:lnTo>
                  <a:pt x="180" y="731"/>
                </a:lnTo>
                <a:lnTo>
                  <a:pt x="180" y="730"/>
                </a:lnTo>
                <a:lnTo>
                  <a:pt x="179" y="730"/>
                </a:lnTo>
                <a:lnTo>
                  <a:pt x="178" y="730"/>
                </a:lnTo>
                <a:lnTo>
                  <a:pt x="177" y="729"/>
                </a:lnTo>
                <a:lnTo>
                  <a:pt x="177" y="728"/>
                </a:lnTo>
                <a:lnTo>
                  <a:pt x="178" y="728"/>
                </a:lnTo>
                <a:lnTo>
                  <a:pt x="177" y="727"/>
                </a:lnTo>
                <a:lnTo>
                  <a:pt x="177" y="726"/>
                </a:lnTo>
                <a:lnTo>
                  <a:pt x="176" y="726"/>
                </a:lnTo>
                <a:lnTo>
                  <a:pt x="176" y="725"/>
                </a:lnTo>
                <a:lnTo>
                  <a:pt x="174" y="725"/>
                </a:lnTo>
                <a:lnTo>
                  <a:pt x="174" y="724"/>
                </a:lnTo>
                <a:lnTo>
                  <a:pt x="174" y="722"/>
                </a:lnTo>
                <a:lnTo>
                  <a:pt x="174" y="720"/>
                </a:lnTo>
                <a:lnTo>
                  <a:pt x="175" y="719"/>
                </a:lnTo>
                <a:lnTo>
                  <a:pt x="176" y="718"/>
                </a:lnTo>
                <a:lnTo>
                  <a:pt x="173" y="715"/>
                </a:lnTo>
                <a:lnTo>
                  <a:pt x="172" y="715"/>
                </a:lnTo>
                <a:lnTo>
                  <a:pt x="171" y="715"/>
                </a:lnTo>
                <a:lnTo>
                  <a:pt x="170" y="715"/>
                </a:lnTo>
                <a:lnTo>
                  <a:pt x="170" y="714"/>
                </a:lnTo>
                <a:lnTo>
                  <a:pt x="170" y="713"/>
                </a:lnTo>
                <a:lnTo>
                  <a:pt x="170" y="712"/>
                </a:lnTo>
                <a:lnTo>
                  <a:pt x="170" y="711"/>
                </a:lnTo>
                <a:lnTo>
                  <a:pt x="170" y="710"/>
                </a:lnTo>
                <a:lnTo>
                  <a:pt x="171" y="709"/>
                </a:lnTo>
                <a:lnTo>
                  <a:pt x="171" y="706"/>
                </a:lnTo>
                <a:lnTo>
                  <a:pt x="171" y="704"/>
                </a:lnTo>
                <a:lnTo>
                  <a:pt x="172" y="703"/>
                </a:lnTo>
                <a:lnTo>
                  <a:pt x="173" y="703"/>
                </a:lnTo>
                <a:lnTo>
                  <a:pt x="173" y="702"/>
                </a:lnTo>
                <a:lnTo>
                  <a:pt x="172" y="702"/>
                </a:lnTo>
                <a:lnTo>
                  <a:pt x="171" y="701"/>
                </a:lnTo>
                <a:lnTo>
                  <a:pt x="171" y="699"/>
                </a:lnTo>
                <a:lnTo>
                  <a:pt x="170" y="698"/>
                </a:lnTo>
                <a:lnTo>
                  <a:pt x="169" y="699"/>
                </a:lnTo>
                <a:lnTo>
                  <a:pt x="169" y="698"/>
                </a:lnTo>
                <a:lnTo>
                  <a:pt x="167" y="697"/>
                </a:lnTo>
                <a:lnTo>
                  <a:pt x="166" y="695"/>
                </a:lnTo>
                <a:lnTo>
                  <a:pt x="166" y="694"/>
                </a:lnTo>
                <a:lnTo>
                  <a:pt x="165" y="693"/>
                </a:lnTo>
                <a:lnTo>
                  <a:pt x="164" y="694"/>
                </a:lnTo>
                <a:lnTo>
                  <a:pt x="164" y="693"/>
                </a:lnTo>
                <a:lnTo>
                  <a:pt x="163" y="693"/>
                </a:lnTo>
                <a:lnTo>
                  <a:pt x="163" y="692"/>
                </a:lnTo>
                <a:lnTo>
                  <a:pt x="162" y="691"/>
                </a:lnTo>
                <a:lnTo>
                  <a:pt x="161" y="690"/>
                </a:lnTo>
                <a:lnTo>
                  <a:pt x="160" y="690"/>
                </a:lnTo>
                <a:lnTo>
                  <a:pt x="159" y="689"/>
                </a:lnTo>
                <a:lnTo>
                  <a:pt x="158" y="689"/>
                </a:lnTo>
                <a:lnTo>
                  <a:pt x="157" y="688"/>
                </a:lnTo>
                <a:lnTo>
                  <a:pt x="156" y="688"/>
                </a:lnTo>
                <a:lnTo>
                  <a:pt x="156" y="689"/>
                </a:lnTo>
                <a:lnTo>
                  <a:pt x="155" y="690"/>
                </a:lnTo>
                <a:lnTo>
                  <a:pt x="154" y="690"/>
                </a:lnTo>
                <a:lnTo>
                  <a:pt x="152" y="691"/>
                </a:lnTo>
                <a:lnTo>
                  <a:pt x="151" y="691"/>
                </a:lnTo>
                <a:lnTo>
                  <a:pt x="150" y="691"/>
                </a:lnTo>
                <a:lnTo>
                  <a:pt x="149" y="691"/>
                </a:lnTo>
                <a:lnTo>
                  <a:pt x="148" y="691"/>
                </a:lnTo>
                <a:lnTo>
                  <a:pt x="146" y="691"/>
                </a:lnTo>
                <a:lnTo>
                  <a:pt x="146" y="692"/>
                </a:lnTo>
                <a:lnTo>
                  <a:pt x="145" y="692"/>
                </a:lnTo>
                <a:lnTo>
                  <a:pt x="144" y="692"/>
                </a:lnTo>
                <a:lnTo>
                  <a:pt x="142" y="692"/>
                </a:lnTo>
                <a:lnTo>
                  <a:pt x="141" y="691"/>
                </a:lnTo>
                <a:lnTo>
                  <a:pt x="139" y="689"/>
                </a:lnTo>
                <a:lnTo>
                  <a:pt x="139" y="688"/>
                </a:lnTo>
                <a:lnTo>
                  <a:pt x="138" y="688"/>
                </a:lnTo>
                <a:lnTo>
                  <a:pt x="136" y="689"/>
                </a:lnTo>
                <a:lnTo>
                  <a:pt x="136" y="690"/>
                </a:lnTo>
                <a:lnTo>
                  <a:pt x="135" y="691"/>
                </a:lnTo>
                <a:lnTo>
                  <a:pt x="134" y="691"/>
                </a:lnTo>
                <a:lnTo>
                  <a:pt x="132" y="690"/>
                </a:lnTo>
                <a:lnTo>
                  <a:pt x="132" y="689"/>
                </a:lnTo>
                <a:lnTo>
                  <a:pt x="133" y="688"/>
                </a:lnTo>
                <a:lnTo>
                  <a:pt x="133" y="687"/>
                </a:lnTo>
                <a:lnTo>
                  <a:pt x="133" y="686"/>
                </a:lnTo>
                <a:lnTo>
                  <a:pt x="133" y="685"/>
                </a:lnTo>
                <a:lnTo>
                  <a:pt x="132" y="685"/>
                </a:lnTo>
                <a:lnTo>
                  <a:pt x="133" y="684"/>
                </a:lnTo>
                <a:lnTo>
                  <a:pt x="133" y="683"/>
                </a:lnTo>
                <a:lnTo>
                  <a:pt x="134" y="683"/>
                </a:lnTo>
                <a:lnTo>
                  <a:pt x="134" y="682"/>
                </a:lnTo>
                <a:lnTo>
                  <a:pt x="133" y="681"/>
                </a:lnTo>
                <a:lnTo>
                  <a:pt x="132" y="681"/>
                </a:lnTo>
                <a:lnTo>
                  <a:pt x="131" y="681"/>
                </a:lnTo>
                <a:lnTo>
                  <a:pt x="130" y="681"/>
                </a:lnTo>
                <a:lnTo>
                  <a:pt x="130" y="682"/>
                </a:lnTo>
                <a:lnTo>
                  <a:pt x="129" y="681"/>
                </a:lnTo>
                <a:lnTo>
                  <a:pt x="128" y="681"/>
                </a:lnTo>
                <a:lnTo>
                  <a:pt x="127" y="679"/>
                </a:lnTo>
                <a:lnTo>
                  <a:pt x="126" y="678"/>
                </a:lnTo>
                <a:lnTo>
                  <a:pt x="126" y="677"/>
                </a:lnTo>
                <a:lnTo>
                  <a:pt x="125" y="676"/>
                </a:lnTo>
                <a:lnTo>
                  <a:pt x="123" y="676"/>
                </a:lnTo>
                <a:lnTo>
                  <a:pt x="122" y="676"/>
                </a:lnTo>
                <a:lnTo>
                  <a:pt x="121" y="676"/>
                </a:lnTo>
                <a:lnTo>
                  <a:pt x="121" y="677"/>
                </a:lnTo>
                <a:lnTo>
                  <a:pt x="122" y="678"/>
                </a:lnTo>
                <a:lnTo>
                  <a:pt x="123" y="678"/>
                </a:lnTo>
                <a:lnTo>
                  <a:pt x="124" y="678"/>
                </a:lnTo>
                <a:lnTo>
                  <a:pt x="124" y="679"/>
                </a:lnTo>
                <a:lnTo>
                  <a:pt x="123" y="679"/>
                </a:lnTo>
                <a:lnTo>
                  <a:pt x="122" y="679"/>
                </a:lnTo>
                <a:lnTo>
                  <a:pt x="121" y="680"/>
                </a:lnTo>
                <a:lnTo>
                  <a:pt x="120" y="678"/>
                </a:lnTo>
                <a:lnTo>
                  <a:pt x="119" y="679"/>
                </a:lnTo>
                <a:lnTo>
                  <a:pt x="119" y="680"/>
                </a:lnTo>
                <a:lnTo>
                  <a:pt x="118" y="681"/>
                </a:lnTo>
                <a:lnTo>
                  <a:pt x="117" y="682"/>
                </a:lnTo>
                <a:lnTo>
                  <a:pt x="117" y="683"/>
                </a:lnTo>
                <a:lnTo>
                  <a:pt x="116" y="684"/>
                </a:lnTo>
                <a:lnTo>
                  <a:pt x="115" y="684"/>
                </a:lnTo>
                <a:lnTo>
                  <a:pt x="114" y="685"/>
                </a:lnTo>
                <a:lnTo>
                  <a:pt x="113" y="685"/>
                </a:lnTo>
                <a:lnTo>
                  <a:pt x="112" y="686"/>
                </a:lnTo>
                <a:lnTo>
                  <a:pt x="109" y="688"/>
                </a:lnTo>
                <a:lnTo>
                  <a:pt x="110" y="689"/>
                </a:lnTo>
                <a:lnTo>
                  <a:pt x="110" y="690"/>
                </a:lnTo>
                <a:lnTo>
                  <a:pt x="111" y="691"/>
                </a:lnTo>
                <a:lnTo>
                  <a:pt x="111" y="692"/>
                </a:lnTo>
                <a:lnTo>
                  <a:pt x="110" y="692"/>
                </a:lnTo>
                <a:lnTo>
                  <a:pt x="109" y="692"/>
                </a:lnTo>
                <a:lnTo>
                  <a:pt x="109" y="691"/>
                </a:lnTo>
                <a:lnTo>
                  <a:pt x="108" y="691"/>
                </a:lnTo>
                <a:lnTo>
                  <a:pt x="107" y="690"/>
                </a:lnTo>
                <a:lnTo>
                  <a:pt x="106" y="691"/>
                </a:lnTo>
                <a:lnTo>
                  <a:pt x="105" y="690"/>
                </a:lnTo>
                <a:lnTo>
                  <a:pt x="106" y="689"/>
                </a:lnTo>
                <a:lnTo>
                  <a:pt x="106" y="688"/>
                </a:lnTo>
                <a:lnTo>
                  <a:pt x="106" y="687"/>
                </a:lnTo>
                <a:lnTo>
                  <a:pt x="105" y="686"/>
                </a:lnTo>
                <a:lnTo>
                  <a:pt x="105" y="685"/>
                </a:lnTo>
                <a:lnTo>
                  <a:pt x="104" y="685"/>
                </a:lnTo>
                <a:lnTo>
                  <a:pt x="103" y="685"/>
                </a:lnTo>
                <a:lnTo>
                  <a:pt x="102" y="686"/>
                </a:lnTo>
                <a:lnTo>
                  <a:pt x="100" y="687"/>
                </a:lnTo>
                <a:lnTo>
                  <a:pt x="98" y="686"/>
                </a:lnTo>
                <a:lnTo>
                  <a:pt x="97" y="685"/>
                </a:lnTo>
                <a:lnTo>
                  <a:pt x="97" y="684"/>
                </a:lnTo>
                <a:lnTo>
                  <a:pt x="95" y="683"/>
                </a:lnTo>
                <a:lnTo>
                  <a:pt x="94" y="684"/>
                </a:lnTo>
                <a:lnTo>
                  <a:pt x="92" y="684"/>
                </a:lnTo>
                <a:lnTo>
                  <a:pt x="91" y="684"/>
                </a:lnTo>
                <a:lnTo>
                  <a:pt x="91" y="685"/>
                </a:lnTo>
                <a:lnTo>
                  <a:pt x="90" y="685"/>
                </a:lnTo>
                <a:lnTo>
                  <a:pt x="89" y="685"/>
                </a:lnTo>
                <a:lnTo>
                  <a:pt x="89" y="684"/>
                </a:lnTo>
                <a:lnTo>
                  <a:pt x="89" y="683"/>
                </a:lnTo>
                <a:lnTo>
                  <a:pt x="89" y="682"/>
                </a:lnTo>
                <a:lnTo>
                  <a:pt x="90" y="682"/>
                </a:lnTo>
                <a:lnTo>
                  <a:pt x="90" y="683"/>
                </a:lnTo>
                <a:lnTo>
                  <a:pt x="91" y="683"/>
                </a:lnTo>
                <a:lnTo>
                  <a:pt x="92" y="681"/>
                </a:lnTo>
                <a:lnTo>
                  <a:pt x="91" y="681"/>
                </a:lnTo>
                <a:lnTo>
                  <a:pt x="90" y="681"/>
                </a:lnTo>
                <a:lnTo>
                  <a:pt x="89" y="680"/>
                </a:lnTo>
                <a:lnTo>
                  <a:pt x="90" y="679"/>
                </a:lnTo>
                <a:lnTo>
                  <a:pt x="89" y="679"/>
                </a:lnTo>
                <a:lnTo>
                  <a:pt x="89" y="678"/>
                </a:lnTo>
                <a:lnTo>
                  <a:pt x="88" y="676"/>
                </a:lnTo>
                <a:lnTo>
                  <a:pt x="87" y="676"/>
                </a:lnTo>
                <a:lnTo>
                  <a:pt x="86" y="676"/>
                </a:lnTo>
                <a:lnTo>
                  <a:pt x="85" y="675"/>
                </a:lnTo>
                <a:lnTo>
                  <a:pt x="84" y="675"/>
                </a:lnTo>
                <a:lnTo>
                  <a:pt x="83" y="674"/>
                </a:lnTo>
                <a:lnTo>
                  <a:pt x="83" y="671"/>
                </a:lnTo>
                <a:lnTo>
                  <a:pt x="84" y="670"/>
                </a:lnTo>
                <a:lnTo>
                  <a:pt x="84" y="669"/>
                </a:lnTo>
                <a:lnTo>
                  <a:pt x="83" y="668"/>
                </a:lnTo>
                <a:lnTo>
                  <a:pt x="82" y="667"/>
                </a:lnTo>
                <a:lnTo>
                  <a:pt x="82" y="666"/>
                </a:lnTo>
                <a:lnTo>
                  <a:pt x="81" y="666"/>
                </a:lnTo>
                <a:lnTo>
                  <a:pt x="81" y="665"/>
                </a:lnTo>
                <a:lnTo>
                  <a:pt x="80" y="665"/>
                </a:lnTo>
                <a:lnTo>
                  <a:pt x="80" y="664"/>
                </a:lnTo>
                <a:lnTo>
                  <a:pt x="80" y="662"/>
                </a:lnTo>
                <a:lnTo>
                  <a:pt x="81" y="661"/>
                </a:lnTo>
                <a:lnTo>
                  <a:pt x="82" y="660"/>
                </a:lnTo>
                <a:lnTo>
                  <a:pt x="82" y="659"/>
                </a:lnTo>
                <a:lnTo>
                  <a:pt x="82" y="658"/>
                </a:lnTo>
                <a:lnTo>
                  <a:pt x="82" y="657"/>
                </a:lnTo>
                <a:lnTo>
                  <a:pt x="81" y="657"/>
                </a:lnTo>
                <a:lnTo>
                  <a:pt x="80" y="657"/>
                </a:lnTo>
                <a:lnTo>
                  <a:pt x="80" y="656"/>
                </a:lnTo>
                <a:lnTo>
                  <a:pt x="79" y="656"/>
                </a:lnTo>
                <a:lnTo>
                  <a:pt x="79" y="655"/>
                </a:lnTo>
                <a:lnTo>
                  <a:pt x="80" y="655"/>
                </a:lnTo>
                <a:lnTo>
                  <a:pt x="80" y="654"/>
                </a:lnTo>
                <a:lnTo>
                  <a:pt x="79" y="652"/>
                </a:lnTo>
                <a:lnTo>
                  <a:pt x="78" y="652"/>
                </a:lnTo>
                <a:lnTo>
                  <a:pt x="77" y="652"/>
                </a:lnTo>
                <a:lnTo>
                  <a:pt x="77" y="650"/>
                </a:lnTo>
                <a:lnTo>
                  <a:pt x="78" y="649"/>
                </a:lnTo>
                <a:lnTo>
                  <a:pt x="78" y="648"/>
                </a:lnTo>
                <a:lnTo>
                  <a:pt x="77" y="648"/>
                </a:lnTo>
                <a:lnTo>
                  <a:pt x="77" y="647"/>
                </a:lnTo>
                <a:lnTo>
                  <a:pt x="78" y="647"/>
                </a:lnTo>
                <a:lnTo>
                  <a:pt x="79" y="645"/>
                </a:lnTo>
                <a:lnTo>
                  <a:pt x="79" y="646"/>
                </a:lnTo>
                <a:lnTo>
                  <a:pt x="80" y="646"/>
                </a:lnTo>
                <a:lnTo>
                  <a:pt x="81" y="645"/>
                </a:lnTo>
                <a:lnTo>
                  <a:pt x="80" y="643"/>
                </a:lnTo>
                <a:lnTo>
                  <a:pt x="79" y="644"/>
                </a:lnTo>
                <a:lnTo>
                  <a:pt x="79" y="645"/>
                </a:lnTo>
                <a:lnTo>
                  <a:pt x="78" y="645"/>
                </a:lnTo>
                <a:lnTo>
                  <a:pt x="77" y="645"/>
                </a:lnTo>
                <a:lnTo>
                  <a:pt x="77" y="644"/>
                </a:lnTo>
                <a:lnTo>
                  <a:pt x="77" y="643"/>
                </a:lnTo>
                <a:lnTo>
                  <a:pt x="77" y="642"/>
                </a:lnTo>
                <a:lnTo>
                  <a:pt x="77" y="641"/>
                </a:lnTo>
                <a:lnTo>
                  <a:pt x="77" y="640"/>
                </a:lnTo>
                <a:lnTo>
                  <a:pt x="77" y="639"/>
                </a:lnTo>
                <a:lnTo>
                  <a:pt x="76" y="637"/>
                </a:lnTo>
                <a:lnTo>
                  <a:pt x="75" y="636"/>
                </a:lnTo>
                <a:lnTo>
                  <a:pt x="74" y="636"/>
                </a:lnTo>
                <a:lnTo>
                  <a:pt x="74" y="635"/>
                </a:lnTo>
                <a:lnTo>
                  <a:pt x="74" y="634"/>
                </a:lnTo>
                <a:lnTo>
                  <a:pt x="75" y="633"/>
                </a:lnTo>
                <a:lnTo>
                  <a:pt x="76" y="633"/>
                </a:lnTo>
                <a:lnTo>
                  <a:pt x="76" y="632"/>
                </a:lnTo>
                <a:lnTo>
                  <a:pt x="75" y="630"/>
                </a:lnTo>
                <a:lnTo>
                  <a:pt x="74" y="630"/>
                </a:lnTo>
                <a:lnTo>
                  <a:pt x="73" y="629"/>
                </a:lnTo>
                <a:lnTo>
                  <a:pt x="74" y="628"/>
                </a:lnTo>
                <a:lnTo>
                  <a:pt x="74" y="627"/>
                </a:lnTo>
                <a:lnTo>
                  <a:pt x="73" y="627"/>
                </a:lnTo>
                <a:lnTo>
                  <a:pt x="73" y="626"/>
                </a:lnTo>
                <a:lnTo>
                  <a:pt x="73" y="625"/>
                </a:lnTo>
                <a:lnTo>
                  <a:pt x="73" y="624"/>
                </a:lnTo>
                <a:lnTo>
                  <a:pt x="73" y="623"/>
                </a:lnTo>
                <a:lnTo>
                  <a:pt x="73" y="622"/>
                </a:lnTo>
                <a:lnTo>
                  <a:pt x="72" y="620"/>
                </a:lnTo>
                <a:lnTo>
                  <a:pt x="72" y="619"/>
                </a:lnTo>
                <a:lnTo>
                  <a:pt x="71" y="617"/>
                </a:lnTo>
                <a:lnTo>
                  <a:pt x="70" y="617"/>
                </a:lnTo>
                <a:lnTo>
                  <a:pt x="70" y="616"/>
                </a:lnTo>
                <a:lnTo>
                  <a:pt x="70" y="614"/>
                </a:lnTo>
                <a:lnTo>
                  <a:pt x="71" y="613"/>
                </a:lnTo>
                <a:lnTo>
                  <a:pt x="71" y="612"/>
                </a:lnTo>
                <a:lnTo>
                  <a:pt x="72" y="613"/>
                </a:lnTo>
                <a:lnTo>
                  <a:pt x="73" y="612"/>
                </a:lnTo>
                <a:lnTo>
                  <a:pt x="74" y="612"/>
                </a:lnTo>
                <a:lnTo>
                  <a:pt x="75" y="612"/>
                </a:lnTo>
                <a:lnTo>
                  <a:pt x="74" y="611"/>
                </a:lnTo>
                <a:lnTo>
                  <a:pt x="72" y="611"/>
                </a:lnTo>
                <a:lnTo>
                  <a:pt x="72" y="610"/>
                </a:lnTo>
                <a:lnTo>
                  <a:pt x="72" y="611"/>
                </a:lnTo>
                <a:lnTo>
                  <a:pt x="70" y="611"/>
                </a:lnTo>
                <a:lnTo>
                  <a:pt x="70" y="612"/>
                </a:lnTo>
                <a:lnTo>
                  <a:pt x="69" y="613"/>
                </a:lnTo>
                <a:lnTo>
                  <a:pt x="68" y="615"/>
                </a:lnTo>
                <a:lnTo>
                  <a:pt x="68" y="616"/>
                </a:lnTo>
                <a:lnTo>
                  <a:pt x="67" y="615"/>
                </a:lnTo>
                <a:lnTo>
                  <a:pt x="66" y="615"/>
                </a:lnTo>
                <a:lnTo>
                  <a:pt x="65" y="616"/>
                </a:lnTo>
                <a:lnTo>
                  <a:pt x="65" y="617"/>
                </a:lnTo>
                <a:lnTo>
                  <a:pt x="66" y="617"/>
                </a:lnTo>
                <a:lnTo>
                  <a:pt x="67" y="618"/>
                </a:lnTo>
                <a:lnTo>
                  <a:pt x="67" y="619"/>
                </a:lnTo>
                <a:lnTo>
                  <a:pt x="66" y="620"/>
                </a:lnTo>
                <a:lnTo>
                  <a:pt x="65" y="620"/>
                </a:lnTo>
                <a:lnTo>
                  <a:pt x="64" y="620"/>
                </a:lnTo>
                <a:lnTo>
                  <a:pt x="63" y="620"/>
                </a:lnTo>
                <a:lnTo>
                  <a:pt x="62" y="620"/>
                </a:lnTo>
                <a:lnTo>
                  <a:pt x="61" y="618"/>
                </a:lnTo>
                <a:lnTo>
                  <a:pt x="62" y="617"/>
                </a:lnTo>
                <a:lnTo>
                  <a:pt x="62" y="616"/>
                </a:lnTo>
                <a:lnTo>
                  <a:pt x="62" y="615"/>
                </a:lnTo>
                <a:lnTo>
                  <a:pt x="60" y="614"/>
                </a:lnTo>
                <a:lnTo>
                  <a:pt x="59" y="614"/>
                </a:lnTo>
                <a:lnTo>
                  <a:pt x="59" y="615"/>
                </a:lnTo>
                <a:lnTo>
                  <a:pt x="58" y="616"/>
                </a:lnTo>
                <a:lnTo>
                  <a:pt x="57" y="617"/>
                </a:lnTo>
                <a:lnTo>
                  <a:pt x="58" y="618"/>
                </a:lnTo>
                <a:lnTo>
                  <a:pt x="57" y="618"/>
                </a:lnTo>
                <a:lnTo>
                  <a:pt x="57" y="619"/>
                </a:lnTo>
                <a:lnTo>
                  <a:pt x="56" y="619"/>
                </a:lnTo>
                <a:lnTo>
                  <a:pt x="56" y="620"/>
                </a:lnTo>
                <a:lnTo>
                  <a:pt x="55" y="620"/>
                </a:lnTo>
                <a:lnTo>
                  <a:pt x="55" y="619"/>
                </a:lnTo>
                <a:lnTo>
                  <a:pt x="56" y="619"/>
                </a:lnTo>
                <a:lnTo>
                  <a:pt x="56" y="618"/>
                </a:lnTo>
                <a:lnTo>
                  <a:pt x="56" y="616"/>
                </a:lnTo>
                <a:lnTo>
                  <a:pt x="55" y="615"/>
                </a:lnTo>
                <a:lnTo>
                  <a:pt x="55" y="616"/>
                </a:lnTo>
                <a:lnTo>
                  <a:pt x="54" y="616"/>
                </a:lnTo>
                <a:lnTo>
                  <a:pt x="51" y="617"/>
                </a:lnTo>
                <a:lnTo>
                  <a:pt x="50" y="616"/>
                </a:lnTo>
                <a:lnTo>
                  <a:pt x="49" y="616"/>
                </a:lnTo>
                <a:lnTo>
                  <a:pt x="47" y="615"/>
                </a:lnTo>
                <a:lnTo>
                  <a:pt x="43" y="616"/>
                </a:lnTo>
                <a:lnTo>
                  <a:pt x="42" y="616"/>
                </a:lnTo>
                <a:lnTo>
                  <a:pt x="42" y="617"/>
                </a:lnTo>
                <a:lnTo>
                  <a:pt x="41" y="617"/>
                </a:lnTo>
                <a:lnTo>
                  <a:pt x="40" y="618"/>
                </a:lnTo>
                <a:lnTo>
                  <a:pt x="38" y="617"/>
                </a:lnTo>
                <a:lnTo>
                  <a:pt x="38" y="616"/>
                </a:lnTo>
                <a:lnTo>
                  <a:pt x="38" y="615"/>
                </a:lnTo>
                <a:lnTo>
                  <a:pt x="39" y="615"/>
                </a:lnTo>
                <a:lnTo>
                  <a:pt x="39" y="614"/>
                </a:lnTo>
                <a:lnTo>
                  <a:pt x="38" y="613"/>
                </a:lnTo>
                <a:lnTo>
                  <a:pt x="37" y="614"/>
                </a:lnTo>
                <a:lnTo>
                  <a:pt x="35" y="614"/>
                </a:lnTo>
                <a:lnTo>
                  <a:pt x="35" y="615"/>
                </a:lnTo>
                <a:lnTo>
                  <a:pt x="34" y="615"/>
                </a:lnTo>
                <a:lnTo>
                  <a:pt x="32" y="615"/>
                </a:lnTo>
                <a:lnTo>
                  <a:pt x="32" y="614"/>
                </a:lnTo>
                <a:lnTo>
                  <a:pt x="31" y="613"/>
                </a:lnTo>
                <a:lnTo>
                  <a:pt x="29" y="613"/>
                </a:lnTo>
                <a:lnTo>
                  <a:pt x="31" y="607"/>
                </a:lnTo>
                <a:lnTo>
                  <a:pt x="31" y="606"/>
                </a:lnTo>
                <a:lnTo>
                  <a:pt x="30" y="606"/>
                </a:lnTo>
                <a:lnTo>
                  <a:pt x="30" y="605"/>
                </a:lnTo>
                <a:lnTo>
                  <a:pt x="29" y="605"/>
                </a:lnTo>
                <a:lnTo>
                  <a:pt x="28" y="605"/>
                </a:lnTo>
                <a:lnTo>
                  <a:pt x="28" y="606"/>
                </a:lnTo>
                <a:lnTo>
                  <a:pt x="27" y="606"/>
                </a:lnTo>
                <a:lnTo>
                  <a:pt x="26" y="606"/>
                </a:lnTo>
                <a:lnTo>
                  <a:pt x="25" y="607"/>
                </a:lnTo>
                <a:lnTo>
                  <a:pt x="24" y="607"/>
                </a:lnTo>
                <a:lnTo>
                  <a:pt x="23" y="608"/>
                </a:lnTo>
                <a:lnTo>
                  <a:pt x="23" y="609"/>
                </a:lnTo>
                <a:lnTo>
                  <a:pt x="22" y="608"/>
                </a:lnTo>
                <a:lnTo>
                  <a:pt x="22" y="607"/>
                </a:lnTo>
                <a:lnTo>
                  <a:pt x="23" y="607"/>
                </a:lnTo>
                <a:lnTo>
                  <a:pt x="23" y="606"/>
                </a:lnTo>
                <a:lnTo>
                  <a:pt x="23" y="605"/>
                </a:lnTo>
                <a:lnTo>
                  <a:pt x="23" y="604"/>
                </a:lnTo>
                <a:lnTo>
                  <a:pt x="22" y="602"/>
                </a:lnTo>
                <a:lnTo>
                  <a:pt x="22" y="601"/>
                </a:lnTo>
                <a:lnTo>
                  <a:pt x="22" y="600"/>
                </a:lnTo>
                <a:lnTo>
                  <a:pt x="23" y="599"/>
                </a:lnTo>
                <a:lnTo>
                  <a:pt x="24" y="598"/>
                </a:lnTo>
                <a:lnTo>
                  <a:pt x="25" y="597"/>
                </a:lnTo>
                <a:lnTo>
                  <a:pt x="26" y="597"/>
                </a:lnTo>
                <a:lnTo>
                  <a:pt x="26" y="596"/>
                </a:lnTo>
                <a:lnTo>
                  <a:pt x="25" y="596"/>
                </a:lnTo>
                <a:lnTo>
                  <a:pt x="24" y="595"/>
                </a:lnTo>
                <a:lnTo>
                  <a:pt x="24" y="594"/>
                </a:lnTo>
                <a:lnTo>
                  <a:pt x="25" y="593"/>
                </a:lnTo>
                <a:lnTo>
                  <a:pt x="26" y="592"/>
                </a:lnTo>
                <a:lnTo>
                  <a:pt x="26" y="591"/>
                </a:lnTo>
                <a:lnTo>
                  <a:pt x="26" y="590"/>
                </a:lnTo>
                <a:lnTo>
                  <a:pt x="24" y="588"/>
                </a:lnTo>
                <a:lnTo>
                  <a:pt x="24" y="586"/>
                </a:lnTo>
                <a:lnTo>
                  <a:pt x="23" y="586"/>
                </a:lnTo>
                <a:lnTo>
                  <a:pt x="22" y="586"/>
                </a:lnTo>
                <a:lnTo>
                  <a:pt x="21" y="586"/>
                </a:lnTo>
                <a:lnTo>
                  <a:pt x="19" y="585"/>
                </a:lnTo>
                <a:lnTo>
                  <a:pt x="17" y="585"/>
                </a:lnTo>
                <a:lnTo>
                  <a:pt x="16" y="585"/>
                </a:lnTo>
                <a:lnTo>
                  <a:pt x="16" y="586"/>
                </a:lnTo>
                <a:lnTo>
                  <a:pt x="15" y="586"/>
                </a:lnTo>
                <a:lnTo>
                  <a:pt x="14" y="586"/>
                </a:lnTo>
                <a:lnTo>
                  <a:pt x="14" y="585"/>
                </a:lnTo>
                <a:lnTo>
                  <a:pt x="15" y="584"/>
                </a:lnTo>
                <a:lnTo>
                  <a:pt x="16" y="584"/>
                </a:lnTo>
                <a:lnTo>
                  <a:pt x="17" y="583"/>
                </a:lnTo>
                <a:lnTo>
                  <a:pt x="18" y="582"/>
                </a:lnTo>
                <a:lnTo>
                  <a:pt x="18" y="581"/>
                </a:lnTo>
                <a:lnTo>
                  <a:pt x="17" y="579"/>
                </a:lnTo>
                <a:lnTo>
                  <a:pt x="16" y="579"/>
                </a:lnTo>
                <a:lnTo>
                  <a:pt x="15" y="578"/>
                </a:lnTo>
                <a:lnTo>
                  <a:pt x="14" y="578"/>
                </a:lnTo>
                <a:lnTo>
                  <a:pt x="13" y="578"/>
                </a:lnTo>
                <a:lnTo>
                  <a:pt x="12" y="578"/>
                </a:lnTo>
                <a:lnTo>
                  <a:pt x="12" y="579"/>
                </a:lnTo>
                <a:lnTo>
                  <a:pt x="11" y="580"/>
                </a:lnTo>
                <a:lnTo>
                  <a:pt x="10" y="580"/>
                </a:lnTo>
                <a:lnTo>
                  <a:pt x="9" y="580"/>
                </a:lnTo>
                <a:lnTo>
                  <a:pt x="8" y="581"/>
                </a:lnTo>
                <a:lnTo>
                  <a:pt x="8" y="582"/>
                </a:lnTo>
                <a:lnTo>
                  <a:pt x="7" y="581"/>
                </a:lnTo>
                <a:lnTo>
                  <a:pt x="6" y="581"/>
                </a:lnTo>
                <a:lnTo>
                  <a:pt x="6" y="580"/>
                </a:lnTo>
                <a:lnTo>
                  <a:pt x="5" y="580"/>
                </a:lnTo>
                <a:lnTo>
                  <a:pt x="5" y="579"/>
                </a:lnTo>
                <a:lnTo>
                  <a:pt x="6" y="579"/>
                </a:lnTo>
                <a:lnTo>
                  <a:pt x="6" y="580"/>
                </a:lnTo>
                <a:lnTo>
                  <a:pt x="7" y="580"/>
                </a:lnTo>
                <a:lnTo>
                  <a:pt x="7" y="579"/>
                </a:lnTo>
                <a:lnTo>
                  <a:pt x="8" y="578"/>
                </a:lnTo>
                <a:lnTo>
                  <a:pt x="8" y="577"/>
                </a:lnTo>
                <a:lnTo>
                  <a:pt x="7" y="575"/>
                </a:lnTo>
                <a:lnTo>
                  <a:pt x="6" y="575"/>
                </a:lnTo>
                <a:lnTo>
                  <a:pt x="5" y="575"/>
                </a:lnTo>
                <a:lnTo>
                  <a:pt x="5" y="574"/>
                </a:lnTo>
                <a:lnTo>
                  <a:pt x="4" y="573"/>
                </a:lnTo>
                <a:lnTo>
                  <a:pt x="5" y="573"/>
                </a:lnTo>
                <a:lnTo>
                  <a:pt x="5" y="572"/>
                </a:lnTo>
                <a:lnTo>
                  <a:pt x="5" y="571"/>
                </a:lnTo>
                <a:lnTo>
                  <a:pt x="5" y="570"/>
                </a:lnTo>
                <a:lnTo>
                  <a:pt x="5" y="569"/>
                </a:lnTo>
                <a:lnTo>
                  <a:pt x="4" y="568"/>
                </a:lnTo>
                <a:lnTo>
                  <a:pt x="4" y="567"/>
                </a:lnTo>
                <a:lnTo>
                  <a:pt x="4" y="566"/>
                </a:lnTo>
                <a:lnTo>
                  <a:pt x="3" y="565"/>
                </a:lnTo>
                <a:lnTo>
                  <a:pt x="3" y="564"/>
                </a:lnTo>
                <a:lnTo>
                  <a:pt x="2" y="564"/>
                </a:lnTo>
                <a:lnTo>
                  <a:pt x="2" y="563"/>
                </a:lnTo>
                <a:lnTo>
                  <a:pt x="1" y="563"/>
                </a:lnTo>
                <a:lnTo>
                  <a:pt x="0" y="562"/>
                </a:lnTo>
                <a:lnTo>
                  <a:pt x="0" y="560"/>
                </a:lnTo>
                <a:lnTo>
                  <a:pt x="0" y="559"/>
                </a:lnTo>
                <a:lnTo>
                  <a:pt x="0" y="558"/>
                </a:lnTo>
                <a:lnTo>
                  <a:pt x="0" y="556"/>
                </a:lnTo>
                <a:lnTo>
                  <a:pt x="1" y="555"/>
                </a:lnTo>
                <a:lnTo>
                  <a:pt x="1" y="554"/>
                </a:lnTo>
                <a:lnTo>
                  <a:pt x="2" y="554"/>
                </a:lnTo>
                <a:lnTo>
                  <a:pt x="3" y="554"/>
                </a:lnTo>
                <a:lnTo>
                  <a:pt x="4" y="554"/>
                </a:lnTo>
                <a:lnTo>
                  <a:pt x="4" y="553"/>
                </a:lnTo>
                <a:lnTo>
                  <a:pt x="4" y="552"/>
                </a:lnTo>
                <a:lnTo>
                  <a:pt x="3" y="551"/>
                </a:lnTo>
                <a:lnTo>
                  <a:pt x="3" y="550"/>
                </a:lnTo>
                <a:lnTo>
                  <a:pt x="4" y="547"/>
                </a:lnTo>
                <a:lnTo>
                  <a:pt x="5" y="547"/>
                </a:lnTo>
                <a:lnTo>
                  <a:pt x="6" y="548"/>
                </a:lnTo>
                <a:lnTo>
                  <a:pt x="6" y="549"/>
                </a:lnTo>
                <a:lnTo>
                  <a:pt x="5" y="549"/>
                </a:lnTo>
                <a:lnTo>
                  <a:pt x="5" y="550"/>
                </a:lnTo>
                <a:lnTo>
                  <a:pt x="7" y="550"/>
                </a:lnTo>
                <a:lnTo>
                  <a:pt x="8" y="548"/>
                </a:lnTo>
                <a:lnTo>
                  <a:pt x="8" y="547"/>
                </a:lnTo>
                <a:lnTo>
                  <a:pt x="9" y="547"/>
                </a:lnTo>
                <a:lnTo>
                  <a:pt x="9" y="546"/>
                </a:lnTo>
                <a:lnTo>
                  <a:pt x="9" y="545"/>
                </a:lnTo>
                <a:lnTo>
                  <a:pt x="9" y="544"/>
                </a:lnTo>
                <a:lnTo>
                  <a:pt x="10" y="544"/>
                </a:lnTo>
                <a:lnTo>
                  <a:pt x="11" y="543"/>
                </a:lnTo>
                <a:lnTo>
                  <a:pt x="12" y="543"/>
                </a:lnTo>
                <a:lnTo>
                  <a:pt x="13" y="543"/>
                </a:lnTo>
                <a:lnTo>
                  <a:pt x="12" y="544"/>
                </a:lnTo>
                <a:lnTo>
                  <a:pt x="13" y="544"/>
                </a:lnTo>
                <a:lnTo>
                  <a:pt x="14" y="545"/>
                </a:lnTo>
                <a:lnTo>
                  <a:pt x="14" y="544"/>
                </a:lnTo>
                <a:lnTo>
                  <a:pt x="15" y="544"/>
                </a:lnTo>
                <a:lnTo>
                  <a:pt x="15" y="543"/>
                </a:lnTo>
                <a:lnTo>
                  <a:pt x="15" y="542"/>
                </a:lnTo>
                <a:lnTo>
                  <a:pt x="14" y="542"/>
                </a:lnTo>
                <a:lnTo>
                  <a:pt x="14" y="541"/>
                </a:lnTo>
                <a:lnTo>
                  <a:pt x="14" y="540"/>
                </a:lnTo>
                <a:lnTo>
                  <a:pt x="15" y="540"/>
                </a:lnTo>
                <a:lnTo>
                  <a:pt x="15" y="539"/>
                </a:lnTo>
                <a:lnTo>
                  <a:pt x="16" y="539"/>
                </a:lnTo>
                <a:lnTo>
                  <a:pt x="17" y="539"/>
                </a:lnTo>
                <a:lnTo>
                  <a:pt x="17" y="538"/>
                </a:lnTo>
                <a:lnTo>
                  <a:pt x="17" y="537"/>
                </a:lnTo>
                <a:lnTo>
                  <a:pt x="17" y="536"/>
                </a:lnTo>
                <a:lnTo>
                  <a:pt x="16" y="536"/>
                </a:lnTo>
                <a:lnTo>
                  <a:pt x="16" y="535"/>
                </a:lnTo>
                <a:lnTo>
                  <a:pt x="16" y="534"/>
                </a:lnTo>
                <a:lnTo>
                  <a:pt x="16" y="533"/>
                </a:lnTo>
                <a:lnTo>
                  <a:pt x="17" y="533"/>
                </a:lnTo>
                <a:lnTo>
                  <a:pt x="18" y="534"/>
                </a:lnTo>
                <a:lnTo>
                  <a:pt x="19" y="534"/>
                </a:lnTo>
                <a:lnTo>
                  <a:pt x="20" y="533"/>
                </a:lnTo>
                <a:lnTo>
                  <a:pt x="20" y="532"/>
                </a:lnTo>
                <a:lnTo>
                  <a:pt x="21" y="532"/>
                </a:lnTo>
                <a:lnTo>
                  <a:pt x="22" y="531"/>
                </a:lnTo>
                <a:lnTo>
                  <a:pt x="23" y="531"/>
                </a:lnTo>
                <a:lnTo>
                  <a:pt x="24" y="533"/>
                </a:lnTo>
                <a:lnTo>
                  <a:pt x="25" y="533"/>
                </a:lnTo>
                <a:lnTo>
                  <a:pt x="27" y="533"/>
                </a:lnTo>
                <a:lnTo>
                  <a:pt x="28" y="533"/>
                </a:lnTo>
                <a:lnTo>
                  <a:pt x="29" y="533"/>
                </a:lnTo>
                <a:lnTo>
                  <a:pt x="30" y="534"/>
                </a:lnTo>
                <a:lnTo>
                  <a:pt x="32" y="533"/>
                </a:lnTo>
                <a:lnTo>
                  <a:pt x="33" y="533"/>
                </a:lnTo>
                <a:lnTo>
                  <a:pt x="33" y="532"/>
                </a:lnTo>
                <a:lnTo>
                  <a:pt x="31" y="529"/>
                </a:lnTo>
                <a:lnTo>
                  <a:pt x="31" y="528"/>
                </a:lnTo>
                <a:lnTo>
                  <a:pt x="31" y="527"/>
                </a:lnTo>
                <a:lnTo>
                  <a:pt x="31" y="526"/>
                </a:lnTo>
                <a:lnTo>
                  <a:pt x="32" y="525"/>
                </a:lnTo>
                <a:lnTo>
                  <a:pt x="33" y="524"/>
                </a:lnTo>
                <a:lnTo>
                  <a:pt x="35" y="524"/>
                </a:lnTo>
                <a:lnTo>
                  <a:pt x="35" y="525"/>
                </a:lnTo>
                <a:lnTo>
                  <a:pt x="35" y="526"/>
                </a:lnTo>
                <a:lnTo>
                  <a:pt x="36" y="526"/>
                </a:lnTo>
                <a:lnTo>
                  <a:pt x="38" y="527"/>
                </a:lnTo>
                <a:lnTo>
                  <a:pt x="39" y="527"/>
                </a:lnTo>
                <a:lnTo>
                  <a:pt x="40" y="527"/>
                </a:lnTo>
                <a:lnTo>
                  <a:pt x="40" y="528"/>
                </a:lnTo>
                <a:lnTo>
                  <a:pt x="41" y="529"/>
                </a:lnTo>
                <a:lnTo>
                  <a:pt x="43" y="529"/>
                </a:lnTo>
                <a:lnTo>
                  <a:pt x="43" y="528"/>
                </a:lnTo>
                <a:lnTo>
                  <a:pt x="42" y="528"/>
                </a:lnTo>
                <a:lnTo>
                  <a:pt x="41" y="527"/>
                </a:lnTo>
                <a:lnTo>
                  <a:pt x="41" y="526"/>
                </a:lnTo>
                <a:lnTo>
                  <a:pt x="44" y="524"/>
                </a:lnTo>
                <a:lnTo>
                  <a:pt x="44" y="523"/>
                </a:lnTo>
                <a:lnTo>
                  <a:pt x="43" y="522"/>
                </a:lnTo>
                <a:lnTo>
                  <a:pt x="43" y="521"/>
                </a:lnTo>
                <a:lnTo>
                  <a:pt x="44" y="521"/>
                </a:lnTo>
                <a:lnTo>
                  <a:pt x="45" y="521"/>
                </a:lnTo>
                <a:lnTo>
                  <a:pt x="46" y="522"/>
                </a:lnTo>
                <a:lnTo>
                  <a:pt x="46" y="523"/>
                </a:lnTo>
                <a:lnTo>
                  <a:pt x="47" y="523"/>
                </a:lnTo>
                <a:lnTo>
                  <a:pt x="48" y="523"/>
                </a:lnTo>
                <a:lnTo>
                  <a:pt x="48" y="522"/>
                </a:lnTo>
                <a:lnTo>
                  <a:pt x="47" y="521"/>
                </a:lnTo>
                <a:lnTo>
                  <a:pt x="47" y="520"/>
                </a:lnTo>
                <a:lnTo>
                  <a:pt x="48" y="520"/>
                </a:lnTo>
                <a:lnTo>
                  <a:pt x="48" y="519"/>
                </a:lnTo>
                <a:lnTo>
                  <a:pt x="49" y="519"/>
                </a:lnTo>
                <a:lnTo>
                  <a:pt x="49" y="516"/>
                </a:lnTo>
                <a:lnTo>
                  <a:pt x="48" y="516"/>
                </a:lnTo>
                <a:lnTo>
                  <a:pt x="48" y="514"/>
                </a:lnTo>
                <a:lnTo>
                  <a:pt x="49" y="514"/>
                </a:lnTo>
                <a:lnTo>
                  <a:pt x="49" y="513"/>
                </a:lnTo>
                <a:lnTo>
                  <a:pt x="50" y="513"/>
                </a:lnTo>
                <a:lnTo>
                  <a:pt x="50" y="512"/>
                </a:lnTo>
                <a:lnTo>
                  <a:pt x="51" y="511"/>
                </a:lnTo>
                <a:lnTo>
                  <a:pt x="51" y="510"/>
                </a:lnTo>
                <a:lnTo>
                  <a:pt x="50" y="510"/>
                </a:lnTo>
                <a:lnTo>
                  <a:pt x="50" y="509"/>
                </a:lnTo>
                <a:lnTo>
                  <a:pt x="50" y="508"/>
                </a:lnTo>
                <a:lnTo>
                  <a:pt x="50" y="507"/>
                </a:lnTo>
                <a:lnTo>
                  <a:pt x="51" y="507"/>
                </a:lnTo>
                <a:lnTo>
                  <a:pt x="51" y="506"/>
                </a:lnTo>
                <a:lnTo>
                  <a:pt x="51" y="505"/>
                </a:lnTo>
                <a:lnTo>
                  <a:pt x="51" y="504"/>
                </a:lnTo>
                <a:lnTo>
                  <a:pt x="50" y="504"/>
                </a:lnTo>
                <a:lnTo>
                  <a:pt x="51" y="503"/>
                </a:lnTo>
                <a:lnTo>
                  <a:pt x="52" y="503"/>
                </a:lnTo>
                <a:lnTo>
                  <a:pt x="53" y="503"/>
                </a:lnTo>
                <a:lnTo>
                  <a:pt x="53" y="504"/>
                </a:lnTo>
                <a:lnTo>
                  <a:pt x="54" y="504"/>
                </a:lnTo>
                <a:lnTo>
                  <a:pt x="55" y="503"/>
                </a:lnTo>
                <a:lnTo>
                  <a:pt x="55" y="502"/>
                </a:lnTo>
                <a:lnTo>
                  <a:pt x="55" y="501"/>
                </a:lnTo>
                <a:lnTo>
                  <a:pt x="55" y="500"/>
                </a:lnTo>
                <a:lnTo>
                  <a:pt x="56" y="499"/>
                </a:lnTo>
                <a:lnTo>
                  <a:pt x="56" y="498"/>
                </a:lnTo>
                <a:lnTo>
                  <a:pt x="57" y="498"/>
                </a:lnTo>
                <a:lnTo>
                  <a:pt x="57" y="499"/>
                </a:lnTo>
                <a:lnTo>
                  <a:pt x="58" y="500"/>
                </a:lnTo>
                <a:lnTo>
                  <a:pt x="59" y="500"/>
                </a:lnTo>
                <a:lnTo>
                  <a:pt x="61" y="500"/>
                </a:lnTo>
                <a:lnTo>
                  <a:pt x="61" y="499"/>
                </a:lnTo>
                <a:lnTo>
                  <a:pt x="62" y="499"/>
                </a:lnTo>
                <a:lnTo>
                  <a:pt x="63" y="499"/>
                </a:lnTo>
                <a:lnTo>
                  <a:pt x="64" y="499"/>
                </a:lnTo>
                <a:lnTo>
                  <a:pt x="66" y="498"/>
                </a:lnTo>
                <a:lnTo>
                  <a:pt x="66" y="497"/>
                </a:lnTo>
                <a:lnTo>
                  <a:pt x="67" y="496"/>
                </a:lnTo>
                <a:lnTo>
                  <a:pt x="69" y="497"/>
                </a:lnTo>
                <a:lnTo>
                  <a:pt x="70" y="497"/>
                </a:lnTo>
                <a:lnTo>
                  <a:pt x="70" y="498"/>
                </a:lnTo>
                <a:lnTo>
                  <a:pt x="71" y="498"/>
                </a:lnTo>
                <a:lnTo>
                  <a:pt x="71" y="499"/>
                </a:lnTo>
                <a:lnTo>
                  <a:pt x="72" y="499"/>
                </a:lnTo>
                <a:lnTo>
                  <a:pt x="73" y="499"/>
                </a:lnTo>
                <a:lnTo>
                  <a:pt x="73" y="498"/>
                </a:lnTo>
                <a:lnTo>
                  <a:pt x="74" y="498"/>
                </a:lnTo>
                <a:lnTo>
                  <a:pt x="74" y="497"/>
                </a:lnTo>
                <a:lnTo>
                  <a:pt x="74" y="496"/>
                </a:lnTo>
                <a:lnTo>
                  <a:pt x="75" y="495"/>
                </a:lnTo>
                <a:lnTo>
                  <a:pt x="76" y="495"/>
                </a:lnTo>
                <a:lnTo>
                  <a:pt x="77" y="495"/>
                </a:lnTo>
                <a:lnTo>
                  <a:pt x="78" y="495"/>
                </a:lnTo>
                <a:lnTo>
                  <a:pt x="78" y="494"/>
                </a:lnTo>
                <a:lnTo>
                  <a:pt x="77" y="494"/>
                </a:lnTo>
                <a:lnTo>
                  <a:pt x="77" y="493"/>
                </a:lnTo>
                <a:lnTo>
                  <a:pt x="77" y="492"/>
                </a:lnTo>
                <a:lnTo>
                  <a:pt x="77" y="491"/>
                </a:lnTo>
                <a:lnTo>
                  <a:pt x="77" y="490"/>
                </a:lnTo>
                <a:lnTo>
                  <a:pt x="77" y="489"/>
                </a:lnTo>
                <a:lnTo>
                  <a:pt x="76" y="488"/>
                </a:lnTo>
                <a:lnTo>
                  <a:pt x="75" y="488"/>
                </a:lnTo>
                <a:lnTo>
                  <a:pt x="74" y="488"/>
                </a:lnTo>
                <a:lnTo>
                  <a:pt x="73" y="487"/>
                </a:lnTo>
                <a:lnTo>
                  <a:pt x="73" y="486"/>
                </a:lnTo>
                <a:lnTo>
                  <a:pt x="74" y="486"/>
                </a:lnTo>
                <a:lnTo>
                  <a:pt x="74" y="485"/>
                </a:lnTo>
                <a:lnTo>
                  <a:pt x="74" y="484"/>
                </a:lnTo>
                <a:lnTo>
                  <a:pt x="73" y="483"/>
                </a:lnTo>
                <a:lnTo>
                  <a:pt x="72" y="483"/>
                </a:lnTo>
                <a:lnTo>
                  <a:pt x="72" y="482"/>
                </a:lnTo>
                <a:lnTo>
                  <a:pt x="71" y="481"/>
                </a:lnTo>
                <a:lnTo>
                  <a:pt x="72" y="481"/>
                </a:lnTo>
                <a:lnTo>
                  <a:pt x="73" y="481"/>
                </a:lnTo>
                <a:lnTo>
                  <a:pt x="73" y="480"/>
                </a:lnTo>
                <a:lnTo>
                  <a:pt x="74" y="479"/>
                </a:lnTo>
                <a:lnTo>
                  <a:pt x="74" y="478"/>
                </a:lnTo>
                <a:lnTo>
                  <a:pt x="74" y="477"/>
                </a:lnTo>
                <a:lnTo>
                  <a:pt x="75" y="476"/>
                </a:lnTo>
                <a:lnTo>
                  <a:pt x="76" y="475"/>
                </a:lnTo>
                <a:lnTo>
                  <a:pt x="76" y="474"/>
                </a:lnTo>
                <a:lnTo>
                  <a:pt x="76" y="473"/>
                </a:lnTo>
                <a:lnTo>
                  <a:pt x="76" y="472"/>
                </a:lnTo>
                <a:lnTo>
                  <a:pt x="75" y="472"/>
                </a:lnTo>
                <a:lnTo>
                  <a:pt x="75" y="471"/>
                </a:lnTo>
                <a:lnTo>
                  <a:pt x="75" y="469"/>
                </a:lnTo>
                <a:lnTo>
                  <a:pt x="76" y="467"/>
                </a:lnTo>
                <a:lnTo>
                  <a:pt x="76" y="466"/>
                </a:lnTo>
                <a:lnTo>
                  <a:pt x="78" y="466"/>
                </a:lnTo>
                <a:lnTo>
                  <a:pt x="79" y="466"/>
                </a:lnTo>
                <a:lnTo>
                  <a:pt x="81" y="463"/>
                </a:lnTo>
                <a:lnTo>
                  <a:pt x="80" y="461"/>
                </a:lnTo>
                <a:lnTo>
                  <a:pt x="79" y="459"/>
                </a:lnTo>
                <a:lnTo>
                  <a:pt x="78" y="459"/>
                </a:lnTo>
                <a:lnTo>
                  <a:pt x="77" y="460"/>
                </a:lnTo>
                <a:lnTo>
                  <a:pt x="76" y="461"/>
                </a:lnTo>
                <a:lnTo>
                  <a:pt x="75" y="460"/>
                </a:lnTo>
                <a:lnTo>
                  <a:pt x="75" y="459"/>
                </a:lnTo>
                <a:lnTo>
                  <a:pt x="75" y="458"/>
                </a:lnTo>
                <a:lnTo>
                  <a:pt x="74" y="457"/>
                </a:lnTo>
                <a:lnTo>
                  <a:pt x="73" y="458"/>
                </a:lnTo>
                <a:lnTo>
                  <a:pt x="72" y="459"/>
                </a:lnTo>
                <a:lnTo>
                  <a:pt x="69" y="458"/>
                </a:lnTo>
                <a:lnTo>
                  <a:pt x="68" y="458"/>
                </a:lnTo>
                <a:lnTo>
                  <a:pt x="68" y="456"/>
                </a:lnTo>
                <a:lnTo>
                  <a:pt x="67" y="454"/>
                </a:lnTo>
                <a:lnTo>
                  <a:pt x="67" y="453"/>
                </a:lnTo>
                <a:lnTo>
                  <a:pt x="67" y="452"/>
                </a:lnTo>
                <a:lnTo>
                  <a:pt x="66" y="452"/>
                </a:lnTo>
                <a:lnTo>
                  <a:pt x="66" y="451"/>
                </a:lnTo>
                <a:lnTo>
                  <a:pt x="65" y="451"/>
                </a:lnTo>
                <a:lnTo>
                  <a:pt x="65" y="452"/>
                </a:lnTo>
                <a:lnTo>
                  <a:pt x="64" y="452"/>
                </a:lnTo>
                <a:lnTo>
                  <a:pt x="63" y="452"/>
                </a:lnTo>
                <a:lnTo>
                  <a:pt x="60" y="451"/>
                </a:lnTo>
                <a:lnTo>
                  <a:pt x="60" y="450"/>
                </a:lnTo>
                <a:lnTo>
                  <a:pt x="59" y="447"/>
                </a:lnTo>
                <a:lnTo>
                  <a:pt x="60" y="446"/>
                </a:lnTo>
                <a:lnTo>
                  <a:pt x="60" y="445"/>
                </a:lnTo>
                <a:lnTo>
                  <a:pt x="59" y="445"/>
                </a:lnTo>
                <a:lnTo>
                  <a:pt x="58" y="445"/>
                </a:lnTo>
                <a:lnTo>
                  <a:pt x="58" y="444"/>
                </a:lnTo>
                <a:lnTo>
                  <a:pt x="55" y="444"/>
                </a:lnTo>
                <a:lnTo>
                  <a:pt x="54" y="444"/>
                </a:lnTo>
                <a:lnTo>
                  <a:pt x="52" y="444"/>
                </a:lnTo>
                <a:lnTo>
                  <a:pt x="52" y="443"/>
                </a:lnTo>
                <a:lnTo>
                  <a:pt x="51" y="442"/>
                </a:lnTo>
                <a:lnTo>
                  <a:pt x="51" y="441"/>
                </a:lnTo>
                <a:lnTo>
                  <a:pt x="50" y="441"/>
                </a:lnTo>
                <a:lnTo>
                  <a:pt x="50" y="440"/>
                </a:lnTo>
                <a:lnTo>
                  <a:pt x="49" y="440"/>
                </a:lnTo>
                <a:lnTo>
                  <a:pt x="49" y="441"/>
                </a:lnTo>
                <a:lnTo>
                  <a:pt x="48" y="441"/>
                </a:lnTo>
                <a:lnTo>
                  <a:pt x="48" y="440"/>
                </a:lnTo>
                <a:lnTo>
                  <a:pt x="48" y="439"/>
                </a:lnTo>
                <a:lnTo>
                  <a:pt x="49" y="438"/>
                </a:lnTo>
                <a:lnTo>
                  <a:pt x="49" y="437"/>
                </a:lnTo>
                <a:lnTo>
                  <a:pt x="50" y="437"/>
                </a:lnTo>
                <a:lnTo>
                  <a:pt x="51" y="436"/>
                </a:lnTo>
                <a:lnTo>
                  <a:pt x="51" y="437"/>
                </a:lnTo>
                <a:lnTo>
                  <a:pt x="52" y="437"/>
                </a:lnTo>
                <a:lnTo>
                  <a:pt x="52" y="436"/>
                </a:lnTo>
                <a:lnTo>
                  <a:pt x="52" y="435"/>
                </a:lnTo>
                <a:lnTo>
                  <a:pt x="52" y="434"/>
                </a:lnTo>
                <a:lnTo>
                  <a:pt x="53" y="434"/>
                </a:lnTo>
                <a:lnTo>
                  <a:pt x="51" y="433"/>
                </a:lnTo>
                <a:lnTo>
                  <a:pt x="50" y="433"/>
                </a:lnTo>
                <a:lnTo>
                  <a:pt x="48" y="433"/>
                </a:lnTo>
                <a:lnTo>
                  <a:pt x="47" y="434"/>
                </a:lnTo>
                <a:lnTo>
                  <a:pt x="46" y="435"/>
                </a:lnTo>
                <a:lnTo>
                  <a:pt x="45" y="436"/>
                </a:lnTo>
                <a:lnTo>
                  <a:pt x="45" y="437"/>
                </a:lnTo>
                <a:lnTo>
                  <a:pt x="44" y="436"/>
                </a:lnTo>
                <a:lnTo>
                  <a:pt x="42" y="435"/>
                </a:lnTo>
                <a:lnTo>
                  <a:pt x="42" y="434"/>
                </a:lnTo>
                <a:lnTo>
                  <a:pt x="42" y="433"/>
                </a:lnTo>
                <a:lnTo>
                  <a:pt x="42" y="432"/>
                </a:lnTo>
                <a:lnTo>
                  <a:pt x="43" y="430"/>
                </a:lnTo>
                <a:lnTo>
                  <a:pt x="44" y="429"/>
                </a:lnTo>
                <a:lnTo>
                  <a:pt x="46" y="429"/>
                </a:lnTo>
                <a:lnTo>
                  <a:pt x="46" y="428"/>
                </a:lnTo>
                <a:lnTo>
                  <a:pt x="47" y="428"/>
                </a:lnTo>
                <a:lnTo>
                  <a:pt x="48" y="428"/>
                </a:lnTo>
                <a:lnTo>
                  <a:pt x="48" y="429"/>
                </a:lnTo>
                <a:lnTo>
                  <a:pt x="48" y="430"/>
                </a:lnTo>
                <a:lnTo>
                  <a:pt x="49" y="431"/>
                </a:lnTo>
                <a:lnTo>
                  <a:pt x="50" y="431"/>
                </a:lnTo>
                <a:lnTo>
                  <a:pt x="51" y="430"/>
                </a:lnTo>
                <a:lnTo>
                  <a:pt x="51" y="429"/>
                </a:lnTo>
                <a:lnTo>
                  <a:pt x="51" y="428"/>
                </a:lnTo>
                <a:lnTo>
                  <a:pt x="53" y="428"/>
                </a:lnTo>
                <a:lnTo>
                  <a:pt x="53" y="429"/>
                </a:lnTo>
                <a:lnTo>
                  <a:pt x="54" y="429"/>
                </a:lnTo>
                <a:lnTo>
                  <a:pt x="54" y="430"/>
                </a:lnTo>
                <a:lnTo>
                  <a:pt x="55" y="429"/>
                </a:lnTo>
                <a:lnTo>
                  <a:pt x="56" y="428"/>
                </a:lnTo>
                <a:lnTo>
                  <a:pt x="56" y="427"/>
                </a:lnTo>
                <a:lnTo>
                  <a:pt x="57" y="428"/>
                </a:lnTo>
                <a:lnTo>
                  <a:pt x="58" y="428"/>
                </a:lnTo>
                <a:lnTo>
                  <a:pt x="60" y="428"/>
                </a:lnTo>
                <a:lnTo>
                  <a:pt x="61" y="428"/>
                </a:lnTo>
                <a:lnTo>
                  <a:pt x="61" y="427"/>
                </a:lnTo>
                <a:lnTo>
                  <a:pt x="61" y="426"/>
                </a:lnTo>
                <a:lnTo>
                  <a:pt x="61" y="425"/>
                </a:lnTo>
                <a:lnTo>
                  <a:pt x="60" y="425"/>
                </a:lnTo>
                <a:lnTo>
                  <a:pt x="61" y="424"/>
                </a:lnTo>
                <a:lnTo>
                  <a:pt x="61" y="423"/>
                </a:lnTo>
                <a:lnTo>
                  <a:pt x="62" y="423"/>
                </a:lnTo>
                <a:lnTo>
                  <a:pt x="63" y="423"/>
                </a:lnTo>
                <a:lnTo>
                  <a:pt x="64" y="422"/>
                </a:lnTo>
                <a:lnTo>
                  <a:pt x="63" y="421"/>
                </a:lnTo>
                <a:lnTo>
                  <a:pt x="63" y="420"/>
                </a:lnTo>
                <a:lnTo>
                  <a:pt x="62" y="420"/>
                </a:lnTo>
                <a:lnTo>
                  <a:pt x="62" y="421"/>
                </a:lnTo>
                <a:lnTo>
                  <a:pt x="61" y="421"/>
                </a:lnTo>
                <a:lnTo>
                  <a:pt x="59" y="421"/>
                </a:lnTo>
                <a:lnTo>
                  <a:pt x="56" y="418"/>
                </a:lnTo>
                <a:lnTo>
                  <a:pt x="57" y="416"/>
                </a:lnTo>
                <a:lnTo>
                  <a:pt x="56" y="416"/>
                </a:lnTo>
                <a:lnTo>
                  <a:pt x="56" y="414"/>
                </a:lnTo>
                <a:lnTo>
                  <a:pt x="56" y="413"/>
                </a:lnTo>
                <a:lnTo>
                  <a:pt x="57" y="409"/>
                </a:lnTo>
                <a:lnTo>
                  <a:pt x="61" y="410"/>
                </a:lnTo>
                <a:lnTo>
                  <a:pt x="62" y="411"/>
                </a:lnTo>
                <a:lnTo>
                  <a:pt x="63" y="412"/>
                </a:lnTo>
                <a:lnTo>
                  <a:pt x="64" y="412"/>
                </a:lnTo>
                <a:lnTo>
                  <a:pt x="64" y="411"/>
                </a:lnTo>
                <a:lnTo>
                  <a:pt x="65" y="411"/>
                </a:lnTo>
                <a:lnTo>
                  <a:pt x="65" y="412"/>
                </a:lnTo>
                <a:lnTo>
                  <a:pt x="65" y="414"/>
                </a:lnTo>
                <a:lnTo>
                  <a:pt x="66" y="414"/>
                </a:lnTo>
                <a:lnTo>
                  <a:pt x="67" y="414"/>
                </a:lnTo>
                <a:lnTo>
                  <a:pt x="68" y="414"/>
                </a:lnTo>
                <a:lnTo>
                  <a:pt x="69" y="413"/>
                </a:lnTo>
                <a:lnTo>
                  <a:pt x="71" y="413"/>
                </a:lnTo>
                <a:lnTo>
                  <a:pt x="72" y="413"/>
                </a:lnTo>
                <a:lnTo>
                  <a:pt x="73" y="414"/>
                </a:lnTo>
                <a:lnTo>
                  <a:pt x="74" y="414"/>
                </a:lnTo>
                <a:lnTo>
                  <a:pt x="75" y="413"/>
                </a:lnTo>
                <a:lnTo>
                  <a:pt x="74" y="413"/>
                </a:lnTo>
                <a:lnTo>
                  <a:pt x="74" y="412"/>
                </a:lnTo>
                <a:lnTo>
                  <a:pt x="74" y="411"/>
                </a:lnTo>
                <a:lnTo>
                  <a:pt x="75" y="411"/>
                </a:lnTo>
                <a:lnTo>
                  <a:pt x="76" y="411"/>
                </a:lnTo>
                <a:lnTo>
                  <a:pt x="76" y="410"/>
                </a:lnTo>
                <a:lnTo>
                  <a:pt x="77" y="410"/>
                </a:lnTo>
                <a:lnTo>
                  <a:pt x="77" y="409"/>
                </a:lnTo>
                <a:lnTo>
                  <a:pt x="76" y="409"/>
                </a:lnTo>
                <a:lnTo>
                  <a:pt x="75" y="409"/>
                </a:lnTo>
                <a:lnTo>
                  <a:pt x="74" y="409"/>
                </a:lnTo>
                <a:lnTo>
                  <a:pt x="73" y="408"/>
                </a:lnTo>
                <a:lnTo>
                  <a:pt x="73" y="407"/>
                </a:lnTo>
                <a:lnTo>
                  <a:pt x="72" y="407"/>
                </a:lnTo>
                <a:lnTo>
                  <a:pt x="72" y="404"/>
                </a:lnTo>
                <a:lnTo>
                  <a:pt x="72" y="403"/>
                </a:lnTo>
                <a:lnTo>
                  <a:pt x="72" y="401"/>
                </a:lnTo>
                <a:lnTo>
                  <a:pt x="72" y="400"/>
                </a:lnTo>
                <a:lnTo>
                  <a:pt x="73" y="399"/>
                </a:lnTo>
                <a:lnTo>
                  <a:pt x="74" y="400"/>
                </a:lnTo>
                <a:lnTo>
                  <a:pt x="75" y="400"/>
                </a:lnTo>
                <a:lnTo>
                  <a:pt x="75" y="401"/>
                </a:lnTo>
                <a:lnTo>
                  <a:pt x="76" y="401"/>
                </a:lnTo>
                <a:lnTo>
                  <a:pt x="76" y="400"/>
                </a:lnTo>
                <a:lnTo>
                  <a:pt x="77" y="400"/>
                </a:lnTo>
                <a:lnTo>
                  <a:pt x="78" y="400"/>
                </a:lnTo>
                <a:lnTo>
                  <a:pt x="77" y="400"/>
                </a:lnTo>
                <a:lnTo>
                  <a:pt x="77" y="399"/>
                </a:lnTo>
                <a:lnTo>
                  <a:pt x="76" y="397"/>
                </a:lnTo>
                <a:lnTo>
                  <a:pt x="76" y="396"/>
                </a:lnTo>
                <a:lnTo>
                  <a:pt x="77" y="396"/>
                </a:lnTo>
                <a:lnTo>
                  <a:pt x="78" y="396"/>
                </a:lnTo>
                <a:lnTo>
                  <a:pt x="79" y="396"/>
                </a:lnTo>
                <a:lnTo>
                  <a:pt x="80" y="395"/>
                </a:lnTo>
                <a:lnTo>
                  <a:pt x="80" y="394"/>
                </a:lnTo>
                <a:lnTo>
                  <a:pt x="80" y="393"/>
                </a:lnTo>
                <a:lnTo>
                  <a:pt x="79" y="393"/>
                </a:lnTo>
                <a:lnTo>
                  <a:pt x="79" y="392"/>
                </a:lnTo>
                <a:lnTo>
                  <a:pt x="80" y="391"/>
                </a:lnTo>
                <a:lnTo>
                  <a:pt x="81" y="391"/>
                </a:lnTo>
                <a:lnTo>
                  <a:pt x="81" y="390"/>
                </a:lnTo>
                <a:lnTo>
                  <a:pt x="82" y="388"/>
                </a:lnTo>
                <a:lnTo>
                  <a:pt x="82" y="387"/>
                </a:lnTo>
                <a:lnTo>
                  <a:pt x="81" y="387"/>
                </a:lnTo>
                <a:lnTo>
                  <a:pt x="81" y="386"/>
                </a:lnTo>
                <a:lnTo>
                  <a:pt x="82" y="386"/>
                </a:lnTo>
                <a:lnTo>
                  <a:pt x="82" y="385"/>
                </a:lnTo>
                <a:lnTo>
                  <a:pt x="82" y="384"/>
                </a:lnTo>
                <a:lnTo>
                  <a:pt x="82" y="383"/>
                </a:lnTo>
                <a:lnTo>
                  <a:pt x="83" y="382"/>
                </a:lnTo>
                <a:lnTo>
                  <a:pt x="84" y="382"/>
                </a:lnTo>
                <a:lnTo>
                  <a:pt x="85" y="382"/>
                </a:lnTo>
                <a:lnTo>
                  <a:pt x="86" y="382"/>
                </a:lnTo>
                <a:lnTo>
                  <a:pt x="87" y="380"/>
                </a:lnTo>
                <a:lnTo>
                  <a:pt x="87" y="379"/>
                </a:lnTo>
                <a:lnTo>
                  <a:pt x="86" y="379"/>
                </a:lnTo>
                <a:lnTo>
                  <a:pt x="86" y="378"/>
                </a:lnTo>
                <a:lnTo>
                  <a:pt x="87" y="377"/>
                </a:lnTo>
                <a:lnTo>
                  <a:pt x="87" y="378"/>
                </a:lnTo>
                <a:lnTo>
                  <a:pt x="88" y="378"/>
                </a:lnTo>
                <a:lnTo>
                  <a:pt x="88" y="377"/>
                </a:lnTo>
                <a:lnTo>
                  <a:pt x="89" y="377"/>
                </a:lnTo>
                <a:lnTo>
                  <a:pt x="90" y="376"/>
                </a:lnTo>
                <a:lnTo>
                  <a:pt x="92" y="376"/>
                </a:lnTo>
                <a:lnTo>
                  <a:pt x="93" y="377"/>
                </a:lnTo>
                <a:lnTo>
                  <a:pt x="93" y="378"/>
                </a:lnTo>
                <a:lnTo>
                  <a:pt x="94" y="379"/>
                </a:lnTo>
                <a:lnTo>
                  <a:pt x="95" y="380"/>
                </a:lnTo>
                <a:lnTo>
                  <a:pt x="95" y="381"/>
                </a:lnTo>
                <a:lnTo>
                  <a:pt x="94" y="382"/>
                </a:lnTo>
                <a:lnTo>
                  <a:pt x="94" y="383"/>
                </a:lnTo>
                <a:lnTo>
                  <a:pt x="94" y="384"/>
                </a:lnTo>
                <a:lnTo>
                  <a:pt x="95" y="384"/>
                </a:lnTo>
                <a:lnTo>
                  <a:pt x="95" y="385"/>
                </a:lnTo>
                <a:lnTo>
                  <a:pt x="96" y="385"/>
                </a:lnTo>
                <a:lnTo>
                  <a:pt x="97" y="384"/>
                </a:lnTo>
                <a:lnTo>
                  <a:pt x="98" y="383"/>
                </a:lnTo>
                <a:lnTo>
                  <a:pt x="98" y="381"/>
                </a:lnTo>
                <a:lnTo>
                  <a:pt x="99" y="381"/>
                </a:lnTo>
                <a:lnTo>
                  <a:pt x="100" y="382"/>
                </a:lnTo>
                <a:lnTo>
                  <a:pt x="100" y="383"/>
                </a:lnTo>
                <a:lnTo>
                  <a:pt x="100" y="384"/>
                </a:lnTo>
                <a:lnTo>
                  <a:pt x="100" y="385"/>
                </a:lnTo>
                <a:lnTo>
                  <a:pt x="101" y="386"/>
                </a:lnTo>
                <a:lnTo>
                  <a:pt x="102" y="386"/>
                </a:lnTo>
                <a:lnTo>
                  <a:pt x="103" y="385"/>
                </a:lnTo>
                <a:lnTo>
                  <a:pt x="103" y="383"/>
                </a:lnTo>
                <a:lnTo>
                  <a:pt x="102" y="382"/>
                </a:lnTo>
                <a:lnTo>
                  <a:pt x="103" y="382"/>
                </a:lnTo>
                <a:lnTo>
                  <a:pt x="103" y="381"/>
                </a:lnTo>
                <a:lnTo>
                  <a:pt x="104" y="381"/>
                </a:lnTo>
                <a:lnTo>
                  <a:pt x="104" y="382"/>
                </a:lnTo>
                <a:lnTo>
                  <a:pt x="105" y="383"/>
                </a:lnTo>
                <a:lnTo>
                  <a:pt x="105" y="382"/>
                </a:lnTo>
                <a:lnTo>
                  <a:pt x="106" y="382"/>
                </a:lnTo>
                <a:lnTo>
                  <a:pt x="106" y="383"/>
                </a:lnTo>
                <a:lnTo>
                  <a:pt x="106" y="384"/>
                </a:lnTo>
                <a:lnTo>
                  <a:pt x="105" y="384"/>
                </a:lnTo>
                <a:lnTo>
                  <a:pt x="105" y="385"/>
                </a:lnTo>
                <a:lnTo>
                  <a:pt x="105" y="386"/>
                </a:lnTo>
                <a:lnTo>
                  <a:pt x="106" y="386"/>
                </a:lnTo>
                <a:lnTo>
                  <a:pt x="107" y="385"/>
                </a:lnTo>
                <a:lnTo>
                  <a:pt x="108" y="384"/>
                </a:lnTo>
                <a:lnTo>
                  <a:pt x="109" y="385"/>
                </a:lnTo>
                <a:lnTo>
                  <a:pt x="110" y="386"/>
                </a:lnTo>
                <a:lnTo>
                  <a:pt x="111" y="386"/>
                </a:lnTo>
                <a:lnTo>
                  <a:pt x="112" y="388"/>
                </a:lnTo>
                <a:lnTo>
                  <a:pt x="113" y="388"/>
                </a:lnTo>
                <a:lnTo>
                  <a:pt x="113" y="389"/>
                </a:lnTo>
                <a:lnTo>
                  <a:pt x="114" y="389"/>
                </a:lnTo>
                <a:lnTo>
                  <a:pt x="114" y="388"/>
                </a:lnTo>
                <a:lnTo>
                  <a:pt x="115" y="388"/>
                </a:lnTo>
                <a:lnTo>
                  <a:pt x="117" y="388"/>
                </a:lnTo>
                <a:lnTo>
                  <a:pt x="118" y="389"/>
                </a:lnTo>
                <a:lnTo>
                  <a:pt x="119" y="389"/>
                </a:lnTo>
                <a:lnTo>
                  <a:pt x="119" y="388"/>
                </a:lnTo>
                <a:lnTo>
                  <a:pt x="120" y="388"/>
                </a:lnTo>
                <a:lnTo>
                  <a:pt x="121" y="388"/>
                </a:lnTo>
                <a:lnTo>
                  <a:pt x="121" y="387"/>
                </a:lnTo>
                <a:lnTo>
                  <a:pt x="121" y="388"/>
                </a:lnTo>
                <a:lnTo>
                  <a:pt x="120" y="388"/>
                </a:lnTo>
                <a:lnTo>
                  <a:pt x="120" y="389"/>
                </a:lnTo>
                <a:lnTo>
                  <a:pt x="121" y="389"/>
                </a:lnTo>
                <a:lnTo>
                  <a:pt x="121" y="390"/>
                </a:lnTo>
                <a:lnTo>
                  <a:pt x="122" y="390"/>
                </a:lnTo>
                <a:lnTo>
                  <a:pt x="122" y="389"/>
                </a:lnTo>
                <a:lnTo>
                  <a:pt x="123" y="389"/>
                </a:lnTo>
                <a:lnTo>
                  <a:pt x="123" y="388"/>
                </a:lnTo>
                <a:lnTo>
                  <a:pt x="124" y="388"/>
                </a:lnTo>
                <a:lnTo>
                  <a:pt x="127" y="389"/>
                </a:lnTo>
                <a:lnTo>
                  <a:pt x="128" y="390"/>
                </a:lnTo>
                <a:lnTo>
                  <a:pt x="129" y="391"/>
                </a:lnTo>
                <a:lnTo>
                  <a:pt x="130" y="392"/>
                </a:lnTo>
                <a:lnTo>
                  <a:pt x="131" y="393"/>
                </a:lnTo>
                <a:lnTo>
                  <a:pt x="132" y="394"/>
                </a:lnTo>
                <a:lnTo>
                  <a:pt x="133" y="395"/>
                </a:lnTo>
                <a:lnTo>
                  <a:pt x="134" y="395"/>
                </a:lnTo>
                <a:lnTo>
                  <a:pt x="135" y="395"/>
                </a:lnTo>
                <a:lnTo>
                  <a:pt x="136" y="396"/>
                </a:lnTo>
                <a:lnTo>
                  <a:pt x="136" y="395"/>
                </a:lnTo>
                <a:lnTo>
                  <a:pt x="136" y="394"/>
                </a:lnTo>
                <a:lnTo>
                  <a:pt x="137" y="394"/>
                </a:lnTo>
                <a:lnTo>
                  <a:pt x="138" y="394"/>
                </a:lnTo>
                <a:lnTo>
                  <a:pt x="139" y="396"/>
                </a:lnTo>
                <a:lnTo>
                  <a:pt x="139" y="397"/>
                </a:lnTo>
                <a:lnTo>
                  <a:pt x="138" y="398"/>
                </a:lnTo>
                <a:lnTo>
                  <a:pt x="140" y="399"/>
                </a:lnTo>
                <a:lnTo>
                  <a:pt x="141" y="399"/>
                </a:lnTo>
                <a:lnTo>
                  <a:pt x="141" y="400"/>
                </a:lnTo>
                <a:lnTo>
                  <a:pt x="140" y="400"/>
                </a:lnTo>
                <a:lnTo>
                  <a:pt x="141" y="401"/>
                </a:lnTo>
                <a:lnTo>
                  <a:pt x="142" y="401"/>
                </a:lnTo>
                <a:lnTo>
                  <a:pt x="141" y="401"/>
                </a:lnTo>
                <a:lnTo>
                  <a:pt x="142" y="401"/>
                </a:lnTo>
                <a:lnTo>
                  <a:pt x="142" y="400"/>
                </a:lnTo>
                <a:lnTo>
                  <a:pt x="143" y="400"/>
                </a:lnTo>
                <a:lnTo>
                  <a:pt x="144" y="401"/>
                </a:lnTo>
                <a:lnTo>
                  <a:pt x="144" y="400"/>
                </a:lnTo>
                <a:lnTo>
                  <a:pt x="144" y="401"/>
                </a:lnTo>
                <a:lnTo>
                  <a:pt x="144" y="402"/>
                </a:lnTo>
                <a:lnTo>
                  <a:pt x="145" y="403"/>
                </a:lnTo>
                <a:lnTo>
                  <a:pt x="146" y="403"/>
                </a:lnTo>
                <a:lnTo>
                  <a:pt x="146" y="402"/>
                </a:lnTo>
                <a:lnTo>
                  <a:pt x="146" y="401"/>
                </a:lnTo>
                <a:lnTo>
                  <a:pt x="145" y="401"/>
                </a:lnTo>
                <a:lnTo>
                  <a:pt x="145" y="400"/>
                </a:lnTo>
                <a:lnTo>
                  <a:pt x="145" y="399"/>
                </a:lnTo>
                <a:lnTo>
                  <a:pt x="144" y="399"/>
                </a:lnTo>
                <a:lnTo>
                  <a:pt x="144" y="398"/>
                </a:lnTo>
                <a:lnTo>
                  <a:pt x="146" y="398"/>
                </a:lnTo>
                <a:lnTo>
                  <a:pt x="146" y="399"/>
                </a:lnTo>
                <a:lnTo>
                  <a:pt x="146" y="400"/>
                </a:lnTo>
                <a:lnTo>
                  <a:pt x="146" y="401"/>
                </a:lnTo>
                <a:lnTo>
                  <a:pt x="147" y="400"/>
                </a:lnTo>
                <a:lnTo>
                  <a:pt x="148" y="401"/>
                </a:lnTo>
                <a:lnTo>
                  <a:pt x="150" y="401"/>
                </a:lnTo>
                <a:lnTo>
                  <a:pt x="151" y="401"/>
                </a:lnTo>
                <a:lnTo>
                  <a:pt x="151" y="402"/>
                </a:lnTo>
                <a:lnTo>
                  <a:pt x="152" y="402"/>
                </a:lnTo>
                <a:lnTo>
                  <a:pt x="152" y="403"/>
                </a:lnTo>
                <a:lnTo>
                  <a:pt x="153" y="404"/>
                </a:lnTo>
                <a:lnTo>
                  <a:pt x="153" y="405"/>
                </a:lnTo>
                <a:lnTo>
                  <a:pt x="154" y="407"/>
                </a:lnTo>
                <a:lnTo>
                  <a:pt x="154" y="408"/>
                </a:lnTo>
                <a:lnTo>
                  <a:pt x="153" y="409"/>
                </a:lnTo>
                <a:lnTo>
                  <a:pt x="154" y="409"/>
                </a:lnTo>
                <a:lnTo>
                  <a:pt x="154" y="411"/>
                </a:lnTo>
                <a:lnTo>
                  <a:pt x="154" y="412"/>
                </a:lnTo>
                <a:lnTo>
                  <a:pt x="153" y="412"/>
                </a:lnTo>
                <a:lnTo>
                  <a:pt x="153" y="413"/>
                </a:lnTo>
                <a:lnTo>
                  <a:pt x="153" y="414"/>
                </a:lnTo>
                <a:lnTo>
                  <a:pt x="154" y="416"/>
                </a:lnTo>
                <a:lnTo>
                  <a:pt x="155" y="416"/>
                </a:lnTo>
                <a:lnTo>
                  <a:pt x="154" y="418"/>
                </a:lnTo>
                <a:lnTo>
                  <a:pt x="156" y="417"/>
                </a:lnTo>
                <a:lnTo>
                  <a:pt x="158" y="417"/>
                </a:lnTo>
                <a:lnTo>
                  <a:pt x="158" y="418"/>
                </a:lnTo>
                <a:lnTo>
                  <a:pt x="157" y="420"/>
                </a:lnTo>
                <a:lnTo>
                  <a:pt x="156" y="421"/>
                </a:lnTo>
                <a:lnTo>
                  <a:pt x="157" y="421"/>
                </a:lnTo>
                <a:lnTo>
                  <a:pt x="158" y="423"/>
                </a:lnTo>
                <a:lnTo>
                  <a:pt x="159" y="423"/>
                </a:lnTo>
                <a:lnTo>
                  <a:pt x="160" y="423"/>
                </a:lnTo>
                <a:lnTo>
                  <a:pt x="161" y="423"/>
                </a:lnTo>
                <a:lnTo>
                  <a:pt x="161" y="422"/>
                </a:lnTo>
                <a:lnTo>
                  <a:pt x="162" y="422"/>
                </a:lnTo>
                <a:lnTo>
                  <a:pt x="163" y="421"/>
                </a:lnTo>
                <a:lnTo>
                  <a:pt x="164" y="422"/>
                </a:lnTo>
                <a:lnTo>
                  <a:pt x="165" y="423"/>
                </a:lnTo>
                <a:lnTo>
                  <a:pt x="165" y="424"/>
                </a:lnTo>
                <a:lnTo>
                  <a:pt x="164" y="425"/>
                </a:lnTo>
                <a:lnTo>
                  <a:pt x="164" y="426"/>
                </a:lnTo>
                <a:lnTo>
                  <a:pt x="164" y="427"/>
                </a:lnTo>
                <a:lnTo>
                  <a:pt x="165" y="428"/>
                </a:lnTo>
                <a:lnTo>
                  <a:pt x="166" y="428"/>
                </a:lnTo>
                <a:lnTo>
                  <a:pt x="167" y="426"/>
                </a:lnTo>
                <a:lnTo>
                  <a:pt x="166" y="426"/>
                </a:lnTo>
                <a:lnTo>
                  <a:pt x="166" y="425"/>
                </a:lnTo>
                <a:lnTo>
                  <a:pt x="166" y="424"/>
                </a:lnTo>
                <a:lnTo>
                  <a:pt x="167" y="424"/>
                </a:lnTo>
                <a:lnTo>
                  <a:pt x="168" y="424"/>
                </a:lnTo>
                <a:lnTo>
                  <a:pt x="168" y="425"/>
                </a:lnTo>
                <a:lnTo>
                  <a:pt x="168" y="424"/>
                </a:lnTo>
                <a:lnTo>
                  <a:pt x="169" y="424"/>
                </a:lnTo>
                <a:lnTo>
                  <a:pt x="169" y="425"/>
                </a:lnTo>
                <a:lnTo>
                  <a:pt x="169" y="426"/>
                </a:lnTo>
                <a:lnTo>
                  <a:pt x="169" y="427"/>
                </a:lnTo>
                <a:lnTo>
                  <a:pt x="170" y="427"/>
                </a:lnTo>
                <a:lnTo>
                  <a:pt x="170" y="423"/>
                </a:lnTo>
                <a:lnTo>
                  <a:pt x="170" y="422"/>
                </a:lnTo>
                <a:lnTo>
                  <a:pt x="169" y="422"/>
                </a:lnTo>
                <a:lnTo>
                  <a:pt x="168" y="421"/>
                </a:lnTo>
                <a:lnTo>
                  <a:pt x="169" y="421"/>
                </a:lnTo>
                <a:lnTo>
                  <a:pt x="171" y="422"/>
                </a:lnTo>
                <a:lnTo>
                  <a:pt x="172" y="422"/>
                </a:lnTo>
                <a:lnTo>
                  <a:pt x="172" y="423"/>
                </a:lnTo>
                <a:lnTo>
                  <a:pt x="171" y="423"/>
                </a:lnTo>
                <a:lnTo>
                  <a:pt x="171" y="425"/>
                </a:lnTo>
                <a:lnTo>
                  <a:pt x="172" y="425"/>
                </a:lnTo>
                <a:lnTo>
                  <a:pt x="173" y="424"/>
                </a:lnTo>
                <a:lnTo>
                  <a:pt x="174" y="423"/>
                </a:lnTo>
                <a:lnTo>
                  <a:pt x="174" y="422"/>
                </a:lnTo>
                <a:lnTo>
                  <a:pt x="174" y="421"/>
                </a:lnTo>
                <a:lnTo>
                  <a:pt x="174" y="420"/>
                </a:lnTo>
                <a:lnTo>
                  <a:pt x="175" y="419"/>
                </a:lnTo>
                <a:lnTo>
                  <a:pt x="176" y="419"/>
                </a:lnTo>
                <a:lnTo>
                  <a:pt x="176" y="418"/>
                </a:lnTo>
                <a:lnTo>
                  <a:pt x="176" y="417"/>
                </a:lnTo>
                <a:lnTo>
                  <a:pt x="175" y="416"/>
                </a:lnTo>
                <a:lnTo>
                  <a:pt x="176" y="416"/>
                </a:lnTo>
                <a:lnTo>
                  <a:pt x="177" y="416"/>
                </a:lnTo>
                <a:lnTo>
                  <a:pt x="178" y="416"/>
                </a:lnTo>
                <a:lnTo>
                  <a:pt x="179" y="418"/>
                </a:lnTo>
                <a:lnTo>
                  <a:pt x="180" y="418"/>
                </a:lnTo>
                <a:lnTo>
                  <a:pt x="181" y="418"/>
                </a:lnTo>
                <a:lnTo>
                  <a:pt x="182" y="417"/>
                </a:lnTo>
                <a:lnTo>
                  <a:pt x="182" y="416"/>
                </a:lnTo>
                <a:lnTo>
                  <a:pt x="183" y="415"/>
                </a:lnTo>
                <a:lnTo>
                  <a:pt x="185" y="415"/>
                </a:lnTo>
                <a:lnTo>
                  <a:pt x="187" y="415"/>
                </a:lnTo>
                <a:lnTo>
                  <a:pt x="187" y="414"/>
                </a:lnTo>
                <a:lnTo>
                  <a:pt x="188" y="414"/>
                </a:lnTo>
                <a:lnTo>
                  <a:pt x="189" y="414"/>
                </a:lnTo>
                <a:lnTo>
                  <a:pt x="190" y="415"/>
                </a:lnTo>
                <a:lnTo>
                  <a:pt x="191" y="415"/>
                </a:lnTo>
                <a:lnTo>
                  <a:pt x="191" y="414"/>
                </a:lnTo>
                <a:lnTo>
                  <a:pt x="190" y="413"/>
                </a:lnTo>
                <a:lnTo>
                  <a:pt x="190" y="412"/>
                </a:lnTo>
                <a:lnTo>
                  <a:pt x="191" y="412"/>
                </a:lnTo>
                <a:lnTo>
                  <a:pt x="192" y="413"/>
                </a:lnTo>
                <a:lnTo>
                  <a:pt x="192" y="414"/>
                </a:lnTo>
                <a:lnTo>
                  <a:pt x="193" y="414"/>
                </a:lnTo>
                <a:lnTo>
                  <a:pt x="193" y="415"/>
                </a:lnTo>
                <a:lnTo>
                  <a:pt x="195" y="415"/>
                </a:lnTo>
                <a:lnTo>
                  <a:pt x="197" y="413"/>
                </a:lnTo>
                <a:lnTo>
                  <a:pt x="198" y="412"/>
                </a:lnTo>
                <a:lnTo>
                  <a:pt x="198" y="411"/>
                </a:lnTo>
                <a:lnTo>
                  <a:pt x="197" y="411"/>
                </a:lnTo>
                <a:lnTo>
                  <a:pt x="196" y="410"/>
                </a:lnTo>
                <a:lnTo>
                  <a:pt x="195" y="409"/>
                </a:lnTo>
                <a:lnTo>
                  <a:pt x="194" y="408"/>
                </a:lnTo>
                <a:lnTo>
                  <a:pt x="195" y="407"/>
                </a:lnTo>
                <a:lnTo>
                  <a:pt x="196" y="407"/>
                </a:lnTo>
                <a:lnTo>
                  <a:pt x="196" y="408"/>
                </a:lnTo>
                <a:lnTo>
                  <a:pt x="197" y="408"/>
                </a:lnTo>
                <a:lnTo>
                  <a:pt x="198" y="408"/>
                </a:lnTo>
                <a:lnTo>
                  <a:pt x="199" y="408"/>
                </a:lnTo>
                <a:lnTo>
                  <a:pt x="199" y="407"/>
                </a:lnTo>
                <a:lnTo>
                  <a:pt x="198" y="406"/>
                </a:lnTo>
                <a:lnTo>
                  <a:pt x="198" y="405"/>
                </a:lnTo>
                <a:lnTo>
                  <a:pt x="198" y="404"/>
                </a:lnTo>
                <a:lnTo>
                  <a:pt x="199" y="404"/>
                </a:lnTo>
                <a:lnTo>
                  <a:pt x="199" y="405"/>
                </a:lnTo>
                <a:lnTo>
                  <a:pt x="200" y="405"/>
                </a:lnTo>
                <a:lnTo>
                  <a:pt x="201" y="404"/>
                </a:lnTo>
                <a:lnTo>
                  <a:pt x="200" y="404"/>
                </a:lnTo>
                <a:lnTo>
                  <a:pt x="200" y="403"/>
                </a:lnTo>
                <a:lnTo>
                  <a:pt x="199" y="402"/>
                </a:lnTo>
                <a:lnTo>
                  <a:pt x="199" y="401"/>
                </a:lnTo>
                <a:lnTo>
                  <a:pt x="200" y="401"/>
                </a:lnTo>
                <a:lnTo>
                  <a:pt x="201" y="401"/>
                </a:lnTo>
                <a:lnTo>
                  <a:pt x="202" y="402"/>
                </a:lnTo>
                <a:lnTo>
                  <a:pt x="201" y="402"/>
                </a:lnTo>
                <a:lnTo>
                  <a:pt x="201" y="403"/>
                </a:lnTo>
                <a:lnTo>
                  <a:pt x="202" y="403"/>
                </a:lnTo>
                <a:lnTo>
                  <a:pt x="202" y="402"/>
                </a:lnTo>
                <a:lnTo>
                  <a:pt x="203" y="402"/>
                </a:lnTo>
                <a:lnTo>
                  <a:pt x="204" y="403"/>
                </a:lnTo>
                <a:lnTo>
                  <a:pt x="205" y="403"/>
                </a:lnTo>
                <a:lnTo>
                  <a:pt x="205" y="402"/>
                </a:lnTo>
                <a:lnTo>
                  <a:pt x="206" y="402"/>
                </a:lnTo>
                <a:lnTo>
                  <a:pt x="209" y="403"/>
                </a:lnTo>
                <a:lnTo>
                  <a:pt x="210" y="404"/>
                </a:lnTo>
                <a:lnTo>
                  <a:pt x="210" y="405"/>
                </a:lnTo>
                <a:lnTo>
                  <a:pt x="212" y="405"/>
                </a:lnTo>
                <a:lnTo>
                  <a:pt x="212" y="404"/>
                </a:lnTo>
                <a:lnTo>
                  <a:pt x="212" y="403"/>
                </a:lnTo>
                <a:lnTo>
                  <a:pt x="213" y="403"/>
                </a:lnTo>
                <a:lnTo>
                  <a:pt x="214" y="403"/>
                </a:lnTo>
                <a:lnTo>
                  <a:pt x="214" y="402"/>
                </a:lnTo>
                <a:lnTo>
                  <a:pt x="215" y="402"/>
                </a:lnTo>
                <a:lnTo>
                  <a:pt x="216" y="403"/>
                </a:lnTo>
                <a:lnTo>
                  <a:pt x="217" y="403"/>
                </a:lnTo>
                <a:lnTo>
                  <a:pt x="218" y="403"/>
                </a:lnTo>
                <a:lnTo>
                  <a:pt x="218" y="401"/>
                </a:lnTo>
                <a:lnTo>
                  <a:pt x="218" y="400"/>
                </a:lnTo>
                <a:lnTo>
                  <a:pt x="219" y="399"/>
                </a:lnTo>
                <a:lnTo>
                  <a:pt x="220" y="399"/>
                </a:lnTo>
                <a:lnTo>
                  <a:pt x="221" y="399"/>
                </a:lnTo>
                <a:lnTo>
                  <a:pt x="221" y="400"/>
                </a:lnTo>
                <a:lnTo>
                  <a:pt x="222" y="400"/>
                </a:lnTo>
                <a:lnTo>
                  <a:pt x="222" y="401"/>
                </a:lnTo>
                <a:lnTo>
                  <a:pt x="223" y="401"/>
                </a:lnTo>
                <a:lnTo>
                  <a:pt x="224" y="402"/>
                </a:lnTo>
                <a:lnTo>
                  <a:pt x="225" y="402"/>
                </a:lnTo>
                <a:lnTo>
                  <a:pt x="226" y="403"/>
                </a:lnTo>
                <a:lnTo>
                  <a:pt x="226" y="404"/>
                </a:lnTo>
                <a:lnTo>
                  <a:pt x="227" y="404"/>
                </a:lnTo>
                <a:lnTo>
                  <a:pt x="228" y="404"/>
                </a:lnTo>
                <a:lnTo>
                  <a:pt x="229" y="404"/>
                </a:lnTo>
                <a:lnTo>
                  <a:pt x="230" y="404"/>
                </a:lnTo>
                <a:lnTo>
                  <a:pt x="231" y="405"/>
                </a:lnTo>
                <a:lnTo>
                  <a:pt x="231" y="406"/>
                </a:lnTo>
                <a:lnTo>
                  <a:pt x="232" y="406"/>
                </a:lnTo>
                <a:lnTo>
                  <a:pt x="232" y="408"/>
                </a:lnTo>
                <a:lnTo>
                  <a:pt x="232" y="409"/>
                </a:lnTo>
                <a:lnTo>
                  <a:pt x="233" y="409"/>
                </a:lnTo>
                <a:lnTo>
                  <a:pt x="234" y="409"/>
                </a:lnTo>
                <a:lnTo>
                  <a:pt x="234" y="410"/>
                </a:lnTo>
                <a:lnTo>
                  <a:pt x="234" y="411"/>
                </a:lnTo>
                <a:lnTo>
                  <a:pt x="235" y="413"/>
                </a:lnTo>
                <a:lnTo>
                  <a:pt x="234" y="413"/>
                </a:lnTo>
                <a:lnTo>
                  <a:pt x="232" y="414"/>
                </a:lnTo>
                <a:lnTo>
                  <a:pt x="230" y="416"/>
                </a:lnTo>
                <a:lnTo>
                  <a:pt x="229" y="416"/>
                </a:lnTo>
                <a:lnTo>
                  <a:pt x="229" y="417"/>
                </a:lnTo>
                <a:lnTo>
                  <a:pt x="230" y="417"/>
                </a:lnTo>
                <a:lnTo>
                  <a:pt x="231" y="417"/>
                </a:lnTo>
                <a:lnTo>
                  <a:pt x="232" y="417"/>
                </a:lnTo>
                <a:lnTo>
                  <a:pt x="232" y="418"/>
                </a:lnTo>
                <a:lnTo>
                  <a:pt x="233" y="418"/>
                </a:lnTo>
                <a:lnTo>
                  <a:pt x="233" y="419"/>
                </a:lnTo>
                <a:lnTo>
                  <a:pt x="233" y="420"/>
                </a:lnTo>
                <a:lnTo>
                  <a:pt x="232" y="421"/>
                </a:lnTo>
                <a:lnTo>
                  <a:pt x="232" y="422"/>
                </a:lnTo>
                <a:lnTo>
                  <a:pt x="232" y="423"/>
                </a:lnTo>
                <a:lnTo>
                  <a:pt x="233" y="423"/>
                </a:lnTo>
                <a:lnTo>
                  <a:pt x="234" y="424"/>
                </a:lnTo>
                <a:lnTo>
                  <a:pt x="236" y="425"/>
                </a:lnTo>
                <a:lnTo>
                  <a:pt x="235" y="426"/>
                </a:lnTo>
                <a:lnTo>
                  <a:pt x="235" y="427"/>
                </a:lnTo>
                <a:lnTo>
                  <a:pt x="234" y="427"/>
                </a:lnTo>
                <a:lnTo>
                  <a:pt x="235" y="427"/>
                </a:lnTo>
                <a:lnTo>
                  <a:pt x="235" y="428"/>
                </a:lnTo>
                <a:lnTo>
                  <a:pt x="236" y="428"/>
                </a:lnTo>
                <a:lnTo>
                  <a:pt x="237" y="428"/>
                </a:lnTo>
                <a:lnTo>
                  <a:pt x="238" y="429"/>
                </a:lnTo>
                <a:lnTo>
                  <a:pt x="239" y="430"/>
                </a:lnTo>
                <a:lnTo>
                  <a:pt x="239" y="431"/>
                </a:lnTo>
                <a:lnTo>
                  <a:pt x="240" y="431"/>
                </a:lnTo>
                <a:lnTo>
                  <a:pt x="241" y="431"/>
                </a:lnTo>
                <a:lnTo>
                  <a:pt x="242" y="432"/>
                </a:lnTo>
                <a:lnTo>
                  <a:pt x="241" y="434"/>
                </a:lnTo>
                <a:lnTo>
                  <a:pt x="241" y="437"/>
                </a:lnTo>
                <a:lnTo>
                  <a:pt x="241" y="438"/>
                </a:lnTo>
                <a:lnTo>
                  <a:pt x="240" y="438"/>
                </a:lnTo>
                <a:lnTo>
                  <a:pt x="241" y="439"/>
                </a:lnTo>
                <a:lnTo>
                  <a:pt x="242" y="439"/>
                </a:lnTo>
                <a:lnTo>
                  <a:pt x="243" y="438"/>
                </a:lnTo>
                <a:lnTo>
                  <a:pt x="244" y="438"/>
                </a:lnTo>
                <a:lnTo>
                  <a:pt x="244" y="439"/>
                </a:lnTo>
                <a:lnTo>
                  <a:pt x="244" y="440"/>
                </a:lnTo>
                <a:lnTo>
                  <a:pt x="246" y="440"/>
                </a:lnTo>
                <a:lnTo>
                  <a:pt x="246" y="441"/>
                </a:lnTo>
                <a:lnTo>
                  <a:pt x="246" y="444"/>
                </a:lnTo>
                <a:lnTo>
                  <a:pt x="246" y="445"/>
                </a:lnTo>
                <a:lnTo>
                  <a:pt x="246" y="446"/>
                </a:lnTo>
                <a:lnTo>
                  <a:pt x="245" y="447"/>
                </a:lnTo>
                <a:lnTo>
                  <a:pt x="246" y="449"/>
                </a:lnTo>
                <a:lnTo>
                  <a:pt x="246" y="450"/>
                </a:lnTo>
                <a:lnTo>
                  <a:pt x="247" y="450"/>
                </a:lnTo>
                <a:lnTo>
                  <a:pt x="248" y="450"/>
                </a:lnTo>
                <a:lnTo>
                  <a:pt x="250" y="452"/>
                </a:lnTo>
                <a:lnTo>
                  <a:pt x="251" y="452"/>
                </a:lnTo>
                <a:lnTo>
                  <a:pt x="251" y="453"/>
                </a:lnTo>
                <a:lnTo>
                  <a:pt x="250" y="454"/>
                </a:lnTo>
                <a:lnTo>
                  <a:pt x="250" y="455"/>
                </a:lnTo>
                <a:lnTo>
                  <a:pt x="250" y="456"/>
                </a:lnTo>
                <a:lnTo>
                  <a:pt x="250" y="457"/>
                </a:lnTo>
                <a:lnTo>
                  <a:pt x="251" y="457"/>
                </a:lnTo>
                <a:lnTo>
                  <a:pt x="251" y="458"/>
                </a:lnTo>
                <a:lnTo>
                  <a:pt x="252" y="458"/>
                </a:lnTo>
                <a:lnTo>
                  <a:pt x="253" y="458"/>
                </a:lnTo>
                <a:lnTo>
                  <a:pt x="253" y="459"/>
                </a:lnTo>
                <a:lnTo>
                  <a:pt x="254" y="459"/>
                </a:lnTo>
                <a:lnTo>
                  <a:pt x="255" y="460"/>
                </a:lnTo>
                <a:lnTo>
                  <a:pt x="258" y="460"/>
                </a:lnTo>
                <a:lnTo>
                  <a:pt x="258" y="461"/>
                </a:lnTo>
                <a:lnTo>
                  <a:pt x="259" y="461"/>
                </a:lnTo>
                <a:lnTo>
                  <a:pt x="261" y="460"/>
                </a:lnTo>
                <a:lnTo>
                  <a:pt x="262" y="460"/>
                </a:lnTo>
                <a:lnTo>
                  <a:pt x="263" y="459"/>
                </a:lnTo>
                <a:lnTo>
                  <a:pt x="265" y="458"/>
                </a:lnTo>
                <a:lnTo>
                  <a:pt x="265" y="457"/>
                </a:lnTo>
                <a:lnTo>
                  <a:pt x="266" y="457"/>
                </a:lnTo>
                <a:lnTo>
                  <a:pt x="267" y="457"/>
                </a:lnTo>
                <a:lnTo>
                  <a:pt x="268" y="457"/>
                </a:lnTo>
                <a:lnTo>
                  <a:pt x="269" y="455"/>
                </a:lnTo>
                <a:lnTo>
                  <a:pt x="270" y="453"/>
                </a:lnTo>
                <a:lnTo>
                  <a:pt x="271" y="453"/>
                </a:lnTo>
                <a:lnTo>
                  <a:pt x="272" y="454"/>
                </a:lnTo>
                <a:lnTo>
                  <a:pt x="272" y="455"/>
                </a:lnTo>
                <a:lnTo>
                  <a:pt x="273" y="456"/>
                </a:lnTo>
                <a:lnTo>
                  <a:pt x="274" y="457"/>
                </a:lnTo>
                <a:lnTo>
                  <a:pt x="274" y="458"/>
                </a:lnTo>
                <a:lnTo>
                  <a:pt x="277" y="457"/>
                </a:lnTo>
                <a:lnTo>
                  <a:pt x="279" y="456"/>
                </a:lnTo>
                <a:lnTo>
                  <a:pt x="279" y="457"/>
                </a:lnTo>
                <a:lnTo>
                  <a:pt x="280" y="457"/>
                </a:lnTo>
                <a:lnTo>
                  <a:pt x="281" y="457"/>
                </a:lnTo>
                <a:lnTo>
                  <a:pt x="282" y="457"/>
                </a:lnTo>
                <a:lnTo>
                  <a:pt x="282" y="458"/>
                </a:lnTo>
                <a:lnTo>
                  <a:pt x="283" y="458"/>
                </a:lnTo>
                <a:lnTo>
                  <a:pt x="285" y="456"/>
                </a:lnTo>
                <a:lnTo>
                  <a:pt x="286" y="456"/>
                </a:lnTo>
                <a:lnTo>
                  <a:pt x="286" y="455"/>
                </a:lnTo>
                <a:lnTo>
                  <a:pt x="287" y="455"/>
                </a:lnTo>
                <a:lnTo>
                  <a:pt x="289" y="456"/>
                </a:lnTo>
                <a:lnTo>
                  <a:pt x="289" y="455"/>
                </a:lnTo>
                <a:lnTo>
                  <a:pt x="291" y="452"/>
                </a:lnTo>
                <a:lnTo>
                  <a:pt x="291" y="451"/>
                </a:lnTo>
                <a:lnTo>
                  <a:pt x="290" y="451"/>
                </a:lnTo>
                <a:lnTo>
                  <a:pt x="290" y="450"/>
                </a:lnTo>
                <a:lnTo>
                  <a:pt x="291" y="449"/>
                </a:lnTo>
                <a:lnTo>
                  <a:pt x="291" y="448"/>
                </a:lnTo>
                <a:lnTo>
                  <a:pt x="292" y="447"/>
                </a:lnTo>
                <a:lnTo>
                  <a:pt x="293" y="446"/>
                </a:lnTo>
                <a:lnTo>
                  <a:pt x="294" y="446"/>
                </a:lnTo>
                <a:lnTo>
                  <a:pt x="295" y="445"/>
                </a:lnTo>
                <a:lnTo>
                  <a:pt x="295" y="446"/>
                </a:lnTo>
                <a:lnTo>
                  <a:pt x="296" y="446"/>
                </a:lnTo>
                <a:lnTo>
                  <a:pt x="297" y="448"/>
                </a:lnTo>
                <a:lnTo>
                  <a:pt x="298" y="450"/>
                </a:lnTo>
                <a:lnTo>
                  <a:pt x="298" y="451"/>
                </a:lnTo>
                <a:lnTo>
                  <a:pt x="299" y="452"/>
                </a:lnTo>
                <a:lnTo>
                  <a:pt x="300" y="452"/>
                </a:lnTo>
                <a:lnTo>
                  <a:pt x="301" y="452"/>
                </a:lnTo>
                <a:lnTo>
                  <a:pt x="301" y="453"/>
                </a:lnTo>
                <a:lnTo>
                  <a:pt x="301" y="454"/>
                </a:lnTo>
                <a:lnTo>
                  <a:pt x="302" y="454"/>
                </a:lnTo>
                <a:lnTo>
                  <a:pt x="302" y="455"/>
                </a:lnTo>
                <a:lnTo>
                  <a:pt x="303" y="456"/>
                </a:lnTo>
                <a:lnTo>
                  <a:pt x="304" y="456"/>
                </a:lnTo>
                <a:lnTo>
                  <a:pt x="306" y="456"/>
                </a:lnTo>
                <a:lnTo>
                  <a:pt x="306" y="455"/>
                </a:lnTo>
                <a:lnTo>
                  <a:pt x="305" y="454"/>
                </a:lnTo>
                <a:lnTo>
                  <a:pt x="305" y="453"/>
                </a:lnTo>
                <a:lnTo>
                  <a:pt x="305" y="452"/>
                </a:lnTo>
                <a:lnTo>
                  <a:pt x="306" y="451"/>
                </a:lnTo>
                <a:lnTo>
                  <a:pt x="307" y="452"/>
                </a:lnTo>
                <a:lnTo>
                  <a:pt x="307" y="453"/>
                </a:lnTo>
                <a:lnTo>
                  <a:pt x="307" y="454"/>
                </a:lnTo>
                <a:lnTo>
                  <a:pt x="308" y="454"/>
                </a:lnTo>
                <a:lnTo>
                  <a:pt x="309" y="454"/>
                </a:lnTo>
                <a:lnTo>
                  <a:pt x="310" y="453"/>
                </a:lnTo>
                <a:lnTo>
                  <a:pt x="311" y="453"/>
                </a:lnTo>
                <a:lnTo>
                  <a:pt x="312" y="452"/>
                </a:lnTo>
                <a:lnTo>
                  <a:pt x="313" y="450"/>
                </a:lnTo>
                <a:lnTo>
                  <a:pt x="313" y="449"/>
                </a:lnTo>
                <a:lnTo>
                  <a:pt x="312" y="449"/>
                </a:lnTo>
                <a:lnTo>
                  <a:pt x="312" y="448"/>
                </a:lnTo>
                <a:lnTo>
                  <a:pt x="311" y="447"/>
                </a:lnTo>
                <a:lnTo>
                  <a:pt x="311" y="446"/>
                </a:lnTo>
                <a:lnTo>
                  <a:pt x="312" y="443"/>
                </a:lnTo>
                <a:lnTo>
                  <a:pt x="312" y="442"/>
                </a:lnTo>
                <a:lnTo>
                  <a:pt x="314" y="443"/>
                </a:lnTo>
                <a:lnTo>
                  <a:pt x="315" y="444"/>
                </a:lnTo>
                <a:lnTo>
                  <a:pt x="316" y="443"/>
                </a:lnTo>
                <a:lnTo>
                  <a:pt x="317" y="442"/>
                </a:lnTo>
                <a:lnTo>
                  <a:pt x="316" y="440"/>
                </a:lnTo>
                <a:lnTo>
                  <a:pt x="317" y="439"/>
                </a:lnTo>
                <a:lnTo>
                  <a:pt x="317" y="438"/>
                </a:lnTo>
                <a:lnTo>
                  <a:pt x="318" y="438"/>
                </a:lnTo>
                <a:lnTo>
                  <a:pt x="318" y="439"/>
                </a:lnTo>
                <a:lnTo>
                  <a:pt x="319" y="439"/>
                </a:lnTo>
                <a:lnTo>
                  <a:pt x="321" y="438"/>
                </a:lnTo>
                <a:lnTo>
                  <a:pt x="321" y="437"/>
                </a:lnTo>
                <a:lnTo>
                  <a:pt x="323" y="435"/>
                </a:lnTo>
                <a:lnTo>
                  <a:pt x="323" y="433"/>
                </a:lnTo>
                <a:lnTo>
                  <a:pt x="324" y="432"/>
                </a:lnTo>
                <a:lnTo>
                  <a:pt x="327" y="429"/>
                </a:lnTo>
                <a:lnTo>
                  <a:pt x="329" y="427"/>
                </a:lnTo>
                <a:lnTo>
                  <a:pt x="330" y="426"/>
                </a:lnTo>
                <a:lnTo>
                  <a:pt x="330" y="425"/>
                </a:lnTo>
                <a:lnTo>
                  <a:pt x="332" y="423"/>
                </a:lnTo>
                <a:lnTo>
                  <a:pt x="334" y="421"/>
                </a:lnTo>
                <a:lnTo>
                  <a:pt x="336" y="418"/>
                </a:lnTo>
                <a:lnTo>
                  <a:pt x="337" y="417"/>
                </a:lnTo>
                <a:lnTo>
                  <a:pt x="337" y="416"/>
                </a:lnTo>
                <a:lnTo>
                  <a:pt x="339" y="413"/>
                </a:lnTo>
                <a:lnTo>
                  <a:pt x="342" y="408"/>
                </a:lnTo>
                <a:lnTo>
                  <a:pt x="342" y="407"/>
                </a:lnTo>
                <a:lnTo>
                  <a:pt x="343" y="406"/>
                </a:lnTo>
                <a:lnTo>
                  <a:pt x="343" y="405"/>
                </a:lnTo>
                <a:lnTo>
                  <a:pt x="342" y="405"/>
                </a:lnTo>
                <a:lnTo>
                  <a:pt x="343" y="404"/>
                </a:lnTo>
                <a:lnTo>
                  <a:pt x="343" y="403"/>
                </a:lnTo>
                <a:lnTo>
                  <a:pt x="344" y="402"/>
                </a:lnTo>
                <a:lnTo>
                  <a:pt x="344" y="401"/>
                </a:lnTo>
                <a:lnTo>
                  <a:pt x="344" y="400"/>
                </a:lnTo>
                <a:lnTo>
                  <a:pt x="344" y="399"/>
                </a:lnTo>
                <a:lnTo>
                  <a:pt x="345" y="399"/>
                </a:lnTo>
                <a:lnTo>
                  <a:pt x="346" y="398"/>
                </a:lnTo>
                <a:lnTo>
                  <a:pt x="346" y="397"/>
                </a:lnTo>
                <a:lnTo>
                  <a:pt x="346" y="396"/>
                </a:lnTo>
                <a:lnTo>
                  <a:pt x="346" y="395"/>
                </a:lnTo>
                <a:lnTo>
                  <a:pt x="347" y="394"/>
                </a:lnTo>
                <a:lnTo>
                  <a:pt x="347" y="393"/>
                </a:lnTo>
                <a:lnTo>
                  <a:pt x="348" y="392"/>
                </a:lnTo>
                <a:lnTo>
                  <a:pt x="348" y="391"/>
                </a:lnTo>
                <a:lnTo>
                  <a:pt x="349" y="391"/>
                </a:lnTo>
                <a:lnTo>
                  <a:pt x="349" y="390"/>
                </a:lnTo>
                <a:lnTo>
                  <a:pt x="350" y="389"/>
                </a:lnTo>
                <a:lnTo>
                  <a:pt x="351" y="389"/>
                </a:lnTo>
                <a:lnTo>
                  <a:pt x="351" y="388"/>
                </a:lnTo>
                <a:lnTo>
                  <a:pt x="352" y="388"/>
                </a:lnTo>
                <a:lnTo>
                  <a:pt x="354" y="386"/>
                </a:lnTo>
                <a:lnTo>
                  <a:pt x="355" y="384"/>
                </a:lnTo>
                <a:lnTo>
                  <a:pt x="356" y="384"/>
                </a:lnTo>
                <a:lnTo>
                  <a:pt x="356" y="383"/>
                </a:lnTo>
                <a:lnTo>
                  <a:pt x="355" y="383"/>
                </a:lnTo>
                <a:lnTo>
                  <a:pt x="356" y="381"/>
                </a:lnTo>
                <a:lnTo>
                  <a:pt x="356" y="380"/>
                </a:lnTo>
                <a:lnTo>
                  <a:pt x="357" y="379"/>
                </a:lnTo>
                <a:lnTo>
                  <a:pt x="357" y="376"/>
                </a:lnTo>
                <a:lnTo>
                  <a:pt x="357" y="375"/>
                </a:lnTo>
                <a:lnTo>
                  <a:pt x="357" y="374"/>
                </a:lnTo>
                <a:lnTo>
                  <a:pt x="359" y="367"/>
                </a:lnTo>
                <a:lnTo>
                  <a:pt x="359" y="366"/>
                </a:lnTo>
                <a:lnTo>
                  <a:pt x="361" y="363"/>
                </a:lnTo>
                <a:lnTo>
                  <a:pt x="363" y="362"/>
                </a:lnTo>
                <a:lnTo>
                  <a:pt x="363" y="361"/>
                </a:lnTo>
                <a:lnTo>
                  <a:pt x="364" y="359"/>
                </a:lnTo>
                <a:lnTo>
                  <a:pt x="365" y="359"/>
                </a:lnTo>
                <a:lnTo>
                  <a:pt x="365" y="358"/>
                </a:lnTo>
                <a:lnTo>
                  <a:pt x="366" y="357"/>
                </a:lnTo>
                <a:lnTo>
                  <a:pt x="366" y="356"/>
                </a:lnTo>
                <a:lnTo>
                  <a:pt x="367" y="356"/>
                </a:lnTo>
                <a:lnTo>
                  <a:pt x="367" y="355"/>
                </a:lnTo>
                <a:lnTo>
                  <a:pt x="367" y="354"/>
                </a:lnTo>
                <a:lnTo>
                  <a:pt x="368" y="354"/>
                </a:lnTo>
                <a:lnTo>
                  <a:pt x="368" y="355"/>
                </a:lnTo>
                <a:lnTo>
                  <a:pt x="369" y="355"/>
                </a:lnTo>
                <a:lnTo>
                  <a:pt x="371" y="354"/>
                </a:lnTo>
                <a:lnTo>
                  <a:pt x="373" y="351"/>
                </a:lnTo>
                <a:lnTo>
                  <a:pt x="372" y="350"/>
                </a:lnTo>
                <a:lnTo>
                  <a:pt x="371" y="350"/>
                </a:lnTo>
                <a:lnTo>
                  <a:pt x="371" y="349"/>
                </a:lnTo>
                <a:lnTo>
                  <a:pt x="371" y="348"/>
                </a:lnTo>
                <a:lnTo>
                  <a:pt x="373" y="346"/>
                </a:lnTo>
                <a:lnTo>
                  <a:pt x="376" y="343"/>
                </a:lnTo>
                <a:lnTo>
                  <a:pt x="377" y="342"/>
                </a:lnTo>
                <a:lnTo>
                  <a:pt x="377" y="341"/>
                </a:lnTo>
                <a:lnTo>
                  <a:pt x="377" y="340"/>
                </a:lnTo>
                <a:lnTo>
                  <a:pt x="379" y="339"/>
                </a:lnTo>
                <a:lnTo>
                  <a:pt x="379" y="338"/>
                </a:lnTo>
                <a:lnTo>
                  <a:pt x="380" y="338"/>
                </a:lnTo>
                <a:lnTo>
                  <a:pt x="381" y="337"/>
                </a:lnTo>
                <a:lnTo>
                  <a:pt x="381" y="336"/>
                </a:lnTo>
                <a:lnTo>
                  <a:pt x="381" y="335"/>
                </a:lnTo>
                <a:lnTo>
                  <a:pt x="381" y="334"/>
                </a:lnTo>
                <a:lnTo>
                  <a:pt x="382" y="334"/>
                </a:lnTo>
                <a:lnTo>
                  <a:pt x="382" y="333"/>
                </a:lnTo>
                <a:lnTo>
                  <a:pt x="383" y="332"/>
                </a:lnTo>
                <a:lnTo>
                  <a:pt x="385" y="329"/>
                </a:lnTo>
                <a:lnTo>
                  <a:pt x="385" y="328"/>
                </a:lnTo>
                <a:lnTo>
                  <a:pt x="385" y="327"/>
                </a:lnTo>
                <a:lnTo>
                  <a:pt x="382" y="324"/>
                </a:lnTo>
                <a:lnTo>
                  <a:pt x="381" y="324"/>
                </a:lnTo>
                <a:lnTo>
                  <a:pt x="380" y="324"/>
                </a:lnTo>
                <a:lnTo>
                  <a:pt x="379" y="324"/>
                </a:lnTo>
                <a:lnTo>
                  <a:pt x="378" y="324"/>
                </a:lnTo>
                <a:lnTo>
                  <a:pt x="378" y="323"/>
                </a:lnTo>
                <a:lnTo>
                  <a:pt x="376" y="321"/>
                </a:lnTo>
                <a:lnTo>
                  <a:pt x="376" y="320"/>
                </a:lnTo>
                <a:lnTo>
                  <a:pt x="376" y="318"/>
                </a:lnTo>
                <a:lnTo>
                  <a:pt x="375" y="317"/>
                </a:lnTo>
                <a:lnTo>
                  <a:pt x="375" y="316"/>
                </a:lnTo>
                <a:lnTo>
                  <a:pt x="373" y="314"/>
                </a:lnTo>
                <a:lnTo>
                  <a:pt x="372" y="313"/>
                </a:lnTo>
                <a:lnTo>
                  <a:pt x="371" y="313"/>
                </a:lnTo>
                <a:lnTo>
                  <a:pt x="370" y="311"/>
                </a:lnTo>
                <a:lnTo>
                  <a:pt x="369" y="309"/>
                </a:lnTo>
                <a:lnTo>
                  <a:pt x="369" y="308"/>
                </a:lnTo>
                <a:lnTo>
                  <a:pt x="371" y="308"/>
                </a:lnTo>
                <a:lnTo>
                  <a:pt x="371" y="307"/>
                </a:lnTo>
                <a:lnTo>
                  <a:pt x="372" y="307"/>
                </a:lnTo>
                <a:lnTo>
                  <a:pt x="373" y="306"/>
                </a:lnTo>
                <a:lnTo>
                  <a:pt x="372" y="306"/>
                </a:lnTo>
                <a:lnTo>
                  <a:pt x="372" y="305"/>
                </a:lnTo>
                <a:lnTo>
                  <a:pt x="371" y="305"/>
                </a:lnTo>
                <a:lnTo>
                  <a:pt x="372" y="304"/>
                </a:lnTo>
                <a:lnTo>
                  <a:pt x="372" y="302"/>
                </a:lnTo>
                <a:lnTo>
                  <a:pt x="372" y="301"/>
                </a:lnTo>
                <a:lnTo>
                  <a:pt x="373" y="301"/>
                </a:lnTo>
                <a:lnTo>
                  <a:pt x="374" y="301"/>
                </a:lnTo>
                <a:lnTo>
                  <a:pt x="375" y="302"/>
                </a:lnTo>
                <a:lnTo>
                  <a:pt x="376" y="302"/>
                </a:lnTo>
                <a:lnTo>
                  <a:pt x="376" y="301"/>
                </a:lnTo>
                <a:lnTo>
                  <a:pt x="376" y="300"/>
                </a:lnTo>
                <a:lnTo>
                  <a:pt x="375" y="299"/>
                </a:lnTo>
                <a:lnTo>
                  <a:pt x="376" y="299"/>
                </a:lnTo>
                <a:lnTo>
                  <a:pt x="377" y="299"/>
                </a:lnTo>
                <a:lnTo>
                  <a:pt x="378" y="298"/>
                </a:lnTo>
                <a:lnTo>
                  <a:pt x="378" y="297"/>
                </a:lnTo>
                <a:lnTo>
                  <a:pt x="378" y="296"/>
                </a:lnTo>
                <a:lnTo>
                  <a:pt x="379" y="295"/>
                </a:lnTo>
                <a:lnTo>
                  <a:pt x="381" y="294"/>
                </a:lnTo>
                <a:lnTo>
                  <a:pt x="382" y="294"/>
                </a:lnTo>
                <a:lnTo>
                  <a:pt x="381" y="293"/>
                </a:lnTo>
                <a:lnTo>
                  <a:pt x="380" y="293"/>
                </a:lnTo>
                <a:lnTo>
                  <a:pt x="380" y="292"/>
                </a:lnTo>
                <a:lnTo>
                  <a:pt x="380" y="291"/>
                </a:lnTo>
                <a:lnTo>
                  <a:pt x="380" y="290"/>
                </a:lnTo>
                <a:lnTo>
                  <a:pt x="380" y="289"/>
                </a:lnTo>
                <a:lnTo>
                  <a:pt x="379" y="289"/>
                </a:lnTo>
                <a:lnTo>
                  <a:pt x="379" y="288"/>
                </a:lnTo>
                <a:lnTo>
                  <a:pt x="380" y="288"/>
                </a:lnTo>
                <a:lnTo>
                  <a:pt x="382" y="286"/>
                </a:lnTo>
                <a:lnTo>
                  <a:pt x="383" y="286"/>
                </a:lnTo>
                <a:lnTo>
                  <a:pt x="384" y="285"/>
                </a:lnTo>
                <a:lnTo>
                  <a:pt x="385" y="284"/>
                </a:lnTo>
                <a:lnTo>
                  <a:pt x="386" y="287"/>
                </a:lnTo>
                <a:lnTo>
                  <a:pt x="388" y="286"/>
                </a:lnTo>
                <a:lnTo>
                  <a:pt x="390" y="286"/>
                </a:lnTo>
                <a:lnTo>
                  <a:pt x="391" y="286"/>
                </a:lnTo>
                <a:lnTo>
                  <a:pt x="392" y="286"/>
                </a:lnTo>
                <a:lnTo>
                  <a:pt x="392" y="285"/>
                </a:lnTo>
                <a:lnTo>
                  <a:pt x="394" y="286"/>
                </a:lnTo>
                <a:lnTo>
                  <a:pt x="396" y="287"/>
                </a:lnTo>
                <a:lnTo>
                  <a:pt x="397" y="287"/>
                </a:lnTo>
                <a:lnTo>
                  <a:pt x="398" y="288"/>
                </a:lnTo>
                <a:lnTo>
                  <a:pt x="399" y="288"/>
                </a:lnTo>
                <a:lnTo>
                  <a:pt x="400" y="287"/>
                </a:lnTo>
                <a:lnTo>
                  <a:pt x="401" y="287"/>
                </a:lnTo>
                <a:lnTo>
                  <a:pt x="402" y="288"/>
                </a:lnTo>
                <a:lnTo>
                  <a:pt x="402" y="289"/>
                </a:lnTo>
                <a:lnTo>
                  <a:pt x="402" y="290"/>
                </a:lnTo>
                <a:lnTo>
                  <a:pt x="403" y="290"/>
                </a:lnTo>
                <a:lnTo>
                  <a:pt x="404" y="292"/>
                </a:lnTo>
                <a:lnTo>
                  <a:pt x="405" y="293"/>
                </a:lnTo>
                <a:lnTo>
                  <a:pt x="406" y="293"/>
                </a:lnTo>
                <a:lnTo>
                  <a:pt x="407" y="293"/>
                </a:lnTo>
                <a:lnTo>
                  <a:pt x="406" y="292"/>
                </a:lnTo>
                <a:lnTo>
                  <a:pt x="407" y="290"/>
                </a:lnTo>
                <a:lnTo>
                  <a:pt x="408" y="290"/>
                </a:lnTo>
                <a:lnTo>
                  <a:pt x="409" y="288"/>
                </a:lnTo>
                <a:lnTo>
                  <a:pt x="411" y="286"/>
                </a:lnTo>
                <a:lnTo>
                  <a:pt x="412" y="285"/>
                </a:lnTo>
                <a:lnTo>
                  <a:pt x="413" y="283"/>
                </a:lnTo>
                <a:lnTo>
                  <a:pt x="413" y="282"/>
                </a:lnTo>
                <a:lnTo>
                  <a:pt x="414" y="281"/>
                </a:lnTo>
                <a:lnTo>
                  <a:pt x="415" y="280"/>
                </a:lnTo>
                <a:lnTo>
                  <a:pt x="416" y="280"/>
                </a:lnTo>
                <a:lnTo>
                  <a:pt x="417" y="280"/>
                </a:lnTo>
                <a:lnTo>
                  <a:pt x="418" y="278"/>
                </a:lnTo>
                <a:lnTo>
                  <a:pt x="419" y="276"/>
                </a:lnTo>
                <a:lnTo>
                  <a:pt x="423" y="277"/>
                </a:lnTo>
                <a:lnTo>
                  <a:pt x="423" y="278"/>
                </a:lnTo>
                <a:lnTo>
                  <a:pt x="425" y="280"/>
                </a:lnTo>
                <a:lnTo>
                  <a:pt x="426" y="282"/>
                </a:lnTo>
                <a:lnTo>
                  <a:pt x="426" y="284"/>
                </a:lnTo>
                <a:lnTo>
                  <a:pt x="425" y="284"/>
                </a:lnTo>
                <a:lnTo>
                  <a:pt x="425" y="285"/>
                </a:lnTo>
                <a:lnTo>
                  <a:pt x="426" y="286"/>
                </a:lnTo>
                <a:lnTo>
                  <a:pt x="426" y="287"/>
                </a:lnTo>
                <a:lnTo>
                  <a:pt x="426" y="288"/>
                </a:lnTo>
                <a:lnTo>
                  <a:pt x="426" y="289"/>
                </a:lnTo>
                <a:lnTo>
                  <a:pt x="427" y="289"/>
                </a:lnTo>
                <a:lnTo>
                  <a:pt x="427" y="290"/>
                </a:lnTo>
                <a:lnTo>
                  <a:pt x="427" y="291"/>
                </a:lnTo>
                <a:lnTo>
                  <a:pt x="428" y="292"/>
                </a:lnTo>
                <a:lnTo>
                  <a:pt x="429" y="292"/>
                </a:lnTo>
                <a:lnTo>
                  <a:pt x="429" y="291"/>
                </a:lnTo>
                <a:lnTo>
                  <a:pt x="430" y="292"/>
                </a:lnTo>
                <a:lnTo>
                  <a:pt x="430" y="291"/>
                </a:lnTo>
                <a:lnTo>
                  <a:pt x="431" y="291"/>
                </a:lnTo>
                <a:lnTo>
                  <a:pt x="432" y="291"/>
                </a:lnTo>
                <a:lnTo>
                  <a:pt x="433" y="291"/>
                </a:lnTo>
                <a:lnTo>
                  <a:pt x="434" y="292"/>
                </a:lnTo>
                <a:lnTo>
                  <a:pt x="435" y="293"/>
                </a:lnTo>
                <a:lnTo>
                  <a:pt x="436" y="293"/>
                </a:lnTo>
                <a:lnTo>
                  <a:pt x="436" y="294"/>
                </a:lnTo>
                <a:lnTo>
                  <a:pt x="437" y="294"/>
                </a:lnTo>
                <a:lnTo>
                  <a:pt x="438" y="294"/>
                </a:lnTo>
                <a:lnTo>
                  <a:pt x="440" y="295"/>
                </a:lnTo>
                <a:lnTo>
                  <a:pt x="441" y="296"/>
                </a:lnTo>
                <a:lnTo>
                  <a:pt x="442" y="296"/>
                </a:lnTo>
                <a:lnTo>
                  <a:pt x="443" y="296"/>
                </a:lnTo>
                <a:lnTo>
                  <a:pt x="443" y="295"/>
                </a:lnTo>
                <a:lnTo>
                  <a:pt x="444" y="295"/>
                </a:lnTo>
                <a:lnTo>
                  <a:pt x="445" y="294"/>
                </a:lnTo>
                <a:lnTo>
                  <a:pt x="445" y="293"/>
                </a:lnTo>
                <a:lnTo>
                  <a:pt x="446" y="292"/>
                </a:lnTo>
                <a:lnTo>
                  <a:pt x="447" y="292"/>
                </a:lnTo>
                <a:lnTo>
                  <a:pt x="448" y="291"/>
                </a:lnTo>
                <a:lnTo>
                  <a:pt x="448" y="290"/>
                </a:lnTo>
                <a:lnTo>
                  <a:pt x="449" y="290"/>
                </a:lnTo>
                <a:lnTo>
                  <a:pt x="449" y="289"/>
                </a:lnTo>
                <a:lnTo>
                  <a:pt x="450" y="288"/>
                </a:lnTo>
                <a:lnTo>
                  <a:pt x="451" y="286"/>
                </a:lnTo>
                <a:lnTo>
                  <a:pt x="452" y="286"/>
                </a:lnTo>
                <a:lnTo>
                  <a:pt x="453" y="284"/>
                </a:lnTo>
                <a:lnTo>
                  <a:pt x="454" y="284"/>
                </a:lnTo>
                <a:lnTo>
                  <a:pt x="455" y="283"/>
                </a:lnTo>
                <a:lnTo>
                  <a:pt x="456" y="282"/>
                </a:lnTo>
                <a:lnTo>
                  <a:pt x="457" y="281"/>
                </a:lnTo>
                <a:lnTo>
                  <a:pt x="460" y="280"/>
                </a:lnTo>
                <a:lnTo>
                  <a:pt x="460" y="279"/>
                </a:lnTo>
                <a:lnTo>
                  <a:pt x="461" y="278"/>
                </a:lnTo>
                <a:lnTo>
                  <a:pt x="460" y="278"/>
                </a:lnTo>
                <a:lnTo>
                  <a:pt x="460" y="277"/>
                </a:lnTo>
                <a:lnTo>
                  <a:pt x="461" y="277"/>
                </a:lnTo>
                <a:lnTo>
                  <a:pt x="463" y="275"/>
                </a:lnTo>
                <a:lnTo>
                  <a:pt x="465" y="273"/>
                </a:lnTo>
                <a:lnTo>
                  <a:pt x="466" y="273"/>
                </a:lnTo>
                <a:lnTo>
                  <a:pt x="467" y="272"/>
                </a:lnTo>
                <a:lnTo>
                  <a:pt x="467" y="271"/>
                </a:lnTo>
                <a:lnTo>
                  <a:pt x="465" y="270"/>
                </a:lnTo>
                <a:lnTo>
                  <a:pt x="464" y="270"/>
                </a:lnTo>
                <a:lnTo>
                  <a:pt x="463" y="270"/>
                </a:lnTo>
                <a:lnTo>
                  <a:pt x="462" y="270"/>
                </a:lnTo>
                <a:lnTo>
                  <a:pt x="460" y="270"/>
                </a:lnTo>
                <a:lnTo>
                  <a:pt x="459" y="270"/>
                </a:lnTo>
                <a:lnTo>
                  <a:pt x="457" y="268"/>
                </a:lnTo>
                <a:lnTo>
                  <a:pt x="457" y="267"/>
                </a:lnTo>
                <a:lnTo>
                  <a:pt x="457" y="265"/>
                </a:lnTo>
                <a:lnTo>
                  <a:pt x="457" y="264"/>
                </a:lnTo>
                <a:lnTo>
                  <a:pt x="457" y="263"/>
                </a:lnTo>
                <a:lnTo>
                  <a:pt x="457" y="262"/>
                </a:lnTo>
                <a:lnTo>
                  <a:pt x="457" y="259"/>
                </a:lnTo>
                <a:lnTo>
                  <a:pt x="457" y="255"/>
                </a:lnTo>
                <a:lnTo>
                  <a:pt x="458" y="255"/>
                </a:lnTo>
                <a:lnTo>
                  <a:pt x="459" y="255"/>
                </a:lnTo>
                <a:lnTo>
                  <a:pt x="459" y="256"/>
                </a:lnTo>
                <a:lnTo>
                  <a:pt x="462" y="256"/>
                </a:lnTo>
                <a:lnTo>
                  <a:pt x="464" y="256"/>
                </a:lnTo>
                <a:lnTo>
                  <a:pt x="465" y="256"/>
                </a:lnTo>
                <a:lnTo>
                  <a:pt x="465" y="255"/>
                </a:lnTo>
                <a:lnTo>
                  <a:pt x="467" y="251"/>
                </a:lnTo>
                <a:lnTo>
                  <a:pt x="468" y="249"/>
                </a:lnTo>
                <a:lnTo>
                  <a:pt x="468" y="247"/>
                </a:lnTo>
                <a:lnTo>
                  <a:pt x="469" y="247"/>
                </a:lnTo>
                <a:lnTo>
                  <a:pt x="470" y="247"/>
                </a:lnTo>
                <a:lnTo>
                  <a:pt x="471" y="246"/>
                </a:lnTo>
                <a:lnTo>
                  <a:pt x="471" y="245"/>
                </a:lnTo>
                <a:lnTo>
                  <a:pt x="473" y="244"/>
                </a:lnTo>
                <a:lnTo>
                  <a:pt x="474" y="244"/>
                </a:lnTo>
                <a:lnTo>
                  <a:pt x="475" y="244"/>
                </a:lnTo>
                <a:lnTo>
                  <a:pt x="476" y="244"/>
                </a:lnTo>
                <a:lnTo>
                  <a:pt x="477" y="242"/>
                </a:lnTo>
                <a:lnTo>
                  <a:pt x="477" y="241"/>
                </a:lnTo>
                <a:lnTo>
                  <a:pt x="476" y="240"/>
                </a:lnTo>
                <a:lnTo>
                  <a:pt x="475" y="240"/>
                </a:lnTo>
                <a:lnTo>
                  <a:pt x="475" y="239"/>
                </a:lnTo>
                <a:lnTo>
                  <a:pt x="474" y="239"/>
                </a:lnTo>
                <a:lnTo>
                  <a:pt x="473" y="239"/>
                </a:lnTo>
                <a:lnTo>
                  <a:pt x="472" y="239"/>
                </a:lnTo>
                <a:lnTo>
                  <a:pt x="471" y="239"/>
                </a:lnTo>
                <a:lnTo>
                  <a:pt x="471" y="238"/>
                </a:lnTo>
                <a:lnTo>
                  <a:pt x="472" y="238"/>
                </a:lnTo>
                <a:lnTo>
                  <a:pt x="472" y="237"/>
                </a:lnTo>
                <a:lnTo>
                  <a:pt x="471" y="237"/>
                </a:lnTo>
                <a:lnTo>
                  <a:pt x="471" y="236"/>
                </a:lnTo>
                <a:lnTo>
                  <a:pt x="471" y="235"/>
                </a:lnTo>
                <a:lnTo>
                  <a:pt x="471" y="234"/>
                </a:lnTo>
                <a:lnTo>
                  <a:pt x="471" y="233"/>
                </a:lnTo>
                <a:lnTo>
                  <a:pt x="470" y="233"/>
                </a:lnTo>
                <a:lnTo>
                  <a:pt x="469" y="232"/>
                </a:lnTo>
                <a:lnTo>
                  <a:pt x="468" y="230"/>
                </a:lnTo>
                <a:lnTo>
                  <a:pt x="468" y="229"/>
                </a:lnTo>
                <a:lnTo>
                  <a:pt x="469" y="229"/>
                </a:lnTo>
                <a:lnTo>
                  <a:pt x="469" y="228"/>
                </a:lnTo>
                <a:lnTo>
                  <a:pt x="470" y="229"/>
                </a:lnTo>
                <a:lnTo>
                  <a:pt x="471" y="228"/>
                </a:lnTo>
                <a:lnTo>
                  <a:pt x="471" y="227"/>
                </a:lnTo>
                <a:lnTo>
                  <a:pt x="472" y="224"/>
                </a:lnTo>
                <a:lnTo>
                  <a:pt x="473" y="224"/>
                </a:lnTo>
                <a:lnTo>
                  <a:pt x="473" y="223"/>
                </a:lnTo>
                <a:lnTo>
                  <a:pt x="474" y="222"/>
                </a:lnTo>
                <a:lnTo>
                  <a:pt x="475" y="222"/>
                </a:lnTo>
                <a:lnTo>
                  <a:pt x="476" y="222"/>
                </a:lnTo>
                <a:lnTo>
                  <a:pt x="476" y="221"/>
                </a:lnTo>
                <a:lnTo>
                  <a:pt x="476" y="220"/>
                </a:lnTo>
                <a:lnTo>
                  <a:pt x="477" y="218"/>
                </a:lnTo>
                <a:lnTo>
                  <a:pt x="478" y="217"/>
                </a:lnTo>
                <a:lnTo>
                  <a:pt x="479" y="216"/>
                </a:lnTo>
                <a:lnTo>
                  <a:pt x="478" y="216"/>
                </a:lnTo>
                <a:lnTo>
                  <a:pt x="478" y="215"/>
                </a:lnTo>
                <a:lnTo>
                  <a:pt x="480" y="213"/>
                </a:lnTo>
                <a:lnTo>
                  <a:pt x="482" y="212"/>
                </a:lnTo>
                <a:lnTo>
                  <a:pt x="482" y="209"/>
                </a:lnTo>
                <a:lnTo>
                  <a:pt x="480" y="208"/>
                </a:lnTo>
                <a:lnTo>
                  <a:pt x="480" y="207"/>
                </a:lnTo>
                <a:lnTo>
                  <a:pt x="479" y="207"/>
                </a:lnTo>
                <a:lnTo>
                  <a:pt x="478" y="207"/>
                </a:lnTo>
                <a:lnTo>
                  <a:pt x="478" y="206"/>
                </a:lnTo>
                <a:lnTo>
                  <a:pt x="480" y="205"/>
                </a:lnTo>
                <a:lnTo>
                  <a:pt x="479" y="204"/>
                </a:lnTo>
                <a:lnTo>
                  <a:pt x="478" y="204"/>
                </a:lnTo>
                <a:lnTo>
                  <a:pt x="478" y="205"/>
                </a:lnTo>
                <a:lnTo>
                  <a:pt x="477" y="205"/>
                </a:lnTo>
                <a:lnTo>
                  <a:pt x="476" y="205"/>
                </a:lnTo>
                <a:lnTo>
                  <a:pt x="475" y="206"/>
                </a:lnTo>
                <a:lnTo>
                  <a:pt x="472" y="207"/>
                </a:lnTo>
                <a:lnTo>
                  <a:pt x="471" y="207"/>
                </a:lnTo>
                <a:lnTo>
                  <a:pt x="471" y="206"/>
                </a:lnTo>
                <a:lnTo>
                  <a:pt x="471" y="205"/>
                </a:lnTo>
                <a:lnTo>
                  <a:pt x="471" y="204"/>
                </a:lnTo>
                <a:lnTo>
                  <a:pt x="471" y="203"/>
                </a:lnTo>
                <a:lnTo>
                  <a:pt x="471" y="202"/>
                </a:lnTo>
                <a:lnTo>
                  <a:pt x="469" y="202"/>
                </a:lnTo>
                <a:lnTo>
                  <a:pt x="471" y="200"/>
                </a:lnTo>
                <a:lnTo>
                  <a:pt x="474" y="199"/>
                </a:lnTo>
                <a:lnTo>
                  <a:pt x="475" y="200"/>
                </a:lnTo>
                <a:lnTo>
                  <a:pt x="476" y="200"/>
                </a:lnTo>
                <a:lnTo>
                  <a:pt x="476" y="199"/>
                </a:lnTo>
                <a:lnTo>
                  <a:pt x="477" y="199"/>
                </a:lnTo>
                <a:lnTo>
                  <a:pt x="477" y="198"/>
                </a:lnTo>
                <a:lnTo>
                  <a:pt x="479" y="198"/>
                </a:lnTo>
                <a:lnTo>
                  <a:pt x="480" y="198"/>
                </a:lnTo>
                <a:lnTo>
                  <a:pt x="481" y="197"/>
                </a:lnTo>
                <a:lnTo>
                  <a:pt x="482" y="197"/>
                </a:lnTo>
                <a:lnTo>
                  <a:pt x="482" y="196"/>
                </a:lnTo>
                <a:lnTo>
                  <a:pt x="482" y="195"/>
                </a:lnTo>
                <a:lnTo>
                  <a:pt x="483" y="194"/>
                </a:lnTo>
                <a:lnTo>
                  <a:pt x="484" y="193"/>
                </a:lnTo>
                <a:lnTo>
                  <a:pt x="486" y="192"/>
                </a:lnTo>
                <a:lnTo>
                  <a:pt x="488" y="191"/>
                </a:lnTo>
                <a:lnTo>
                  <a:pt x="489" y="190"/>
                </a:lnTo>
                <a:lnTo>
                  <a:pt x="490" y="190"/>
                </a:lnTo>
                <a:lnTo>
                  <a:pt x="491" y="189"/>
                </a:lnTo>
                <a:lnTo>
                  <a:pt x="492" y="188"/>
                </a:lnTo>
                <a:lnTo>
                  <a:pt x="493" y="187"/>
                </a:lnTo>
                <a:lnTo>
                  <a:pt x="493" y="186"/>
                </a:lnTo>
                <a:lnTo>
                  <a:pt x="494" y="185"/>
                </a:lnTo>
                <a:lnTo>
                  <a:pt x="495" y="185"/>
                </a:lnTo>
                <a:lnTo>
                  <a:pt x="496" y="184"/>
                </a:lnTo>
                <a:lnTo>
                  <a:pt x="497" y="184"/>
                </a:lnTo>
                <a:lnTo>
                  <a:pt x="497" y="182"/>
                </a:lnTo>
                <a:lnTo>
                  <a:pt x="497" y="181"/>
                </a:lnTo>
                <a:lnTo>
                  <a:pt x="496" y="181"/>
                </a:lnTo>
                <a:lnTo>
                  <a:pt x="496" y="179"/>
                </a:lnTo>
                <a:lnTo>
                  <a:pt x="496" y="178"/>
                </a:lnTo>
                <a:lnTo>
                  <a:pt x="495" y="178"/>
                </a:lnTo>
                <a:lnTo>
                  <a:pt x="495" y="177"/>
                </a:lnTo>
                <a:lnTo>
                  <a:pt x="494" y="177"/>
                </a:lnTo>
                <a:lnTo>
                  <a:pt x="493" y="177"/>
                </a:lnTo>
                <a:lnTo>
                  <a:pt x="492" y="177"/>
                </a:lnTo>
                <a:lnTo>
                  <a:pt x="492" y="176"/>
                </a:lnTo>
                <a:lnTo>
                  <a:pt x="493" y="176"/>
                </a:lnTo>
                <a:lnTo>
                  <a:pt x="492" y="176"/>
                </a:lnTo>
                <a:lnTo>
                  <a:pt x="492" y="175"/>
                </a:lnTo>
                <a:lnTo>
                  <a:pt x="492" y="174"/>
                </a:lnTo>
                <a:lnTo>
                  <a:pt x="493" y="173"/>
                </a:lnTo>
                <a:lnTo>
                  <a:pt x="494" y="173"/>
                </a:lnTo>
                <a:lnTo>
                  <a:pt x="495" y="173"/>
                </a:lnTo>
                <a:lnTo>
                  <a:pt x="495" y="172"/>
                </a:lnTo>
                <a:lnTo>
                  <a:pt x="495" y="171"/>
                </a:lnTo>
                <a:lnTo>
                  <a:pt x="496" y="170"/>
                </a:lnTo>
                <a:lnTo>
                  <a:pt x="498" y="170"/>
                </a:lnTo>
                <a:lnTo>
                  <a:pt x="499" y="170"/>
                </a:lnTo>
                <a:lnTo>
                  <a:pt x="500" y="170"/>
                </a:lnTo>
                <a:lnTo>
                  <a:pt x="501" y="169"/>
                </a:lnTo>
                <a:lnTo>
                  <a:pt x="501" y="168"/>
                </a:lnTo>
                <a:lnTo>
                  <a:pt x="502" y="166"/>
                </a:lnTo>
                <a:lnTo>
                  <a:pt x="502" y="163"/>
                </a:lnTo>
                <a:lnTo>
                  <a:pt x="501" y="162"/>
                </a:lnTo>
                <a:lnTo>
                  <a:pt x="501" y="161"/>
                </a:lnTo>
                <a:lnTo>
                  <a:pt x="501" y="160"/>
                </a:lnTo>
                <a:lnTo>
                  <a:pt x="502" y="159"/>
                </a:lnTo>
                <a:lnTo>
                  <a:pt x="503" y="159"/>
                </a:lnTo>
                <a:lnTo>
                  <a:pt x="503" y="158"/>
                </a:lnTo>
                <a:lnTo>
                  <a:pt x="503" y="157"/>
                </a:lnTo>
                <a:lnTo>
                  <a:pt x="503" y="156"/>
                </a:lnTo>
                <a:lnTo>
                  <a:pt x="503" y="155"/>
                </a:lnTo>
                <a:lnTo>
                  <a:pt x="501" y="154"/>
                </a:lnTo>
                <a:lnTo>
                  <a:pt x="501" y="155"/>
                </a:lnTo>
                <a:lnTo>
                  <a:pt x="500" y="155"/>
                </a:lnTo>
                <a:lnTo>
                  <a:pt x="499" y="155"/>
                </a:lnTo>
                <a:lnTo>
                  <a:pt x="498" y="155"/>
                </a:lnTo>
                <a:lnTo>
                  <a:pt x="498" y="154"/>
                </a:lnTo>
                <a:lnTo>
                  <a:pt x="498" y="153"/>
                </a:lnTo>
                <a:lnTo>
                  <a:pt x="497" y="152"/>
                </a:lnTo>
                <a:lnTo>
                  <a:pt x="497" y="150"/>
                </a:lnTo>
                <a:lnTo>
                  <a:pt x="500" y="149"/>
                </a:lnTo>
                <a:lnTo>
                  <a:pt x="501" y="149"/>
                </a:lnTo>
                <a:lnTo>
                  <a:pt x="502" y="149"/>
                </a:lnTo>
                <a:lnTo>
                  <a:pt x="502" y="148"/>
                </a:lnTo>
                <a:lnTo>
                  <a:pt x="503" y="148"/>
                </a:lnTo>
                <a:lnTo>
                  <a:pt x="503" y="147"/>
                </a:lnTo>
                <a:lnTo>
                  <a:pt x="504" y="146"/>
                </a:lnTo>
                <a:lnTo>
                  <a:pt x="505" y="146"/>
                </a:lnTo>
                <a:lnTo>
                  <a:pt x="507" y="147"/>
                </a:lnTo>
                <a:lnTo>
                  <a:pt x="507" y="148"/>
                </a:lnTo>
                <a:lnTo>
                  <a:pt x="508" y="148"/>
                </a:lnTo>
                <a:lnTo>
                  <a:pt x="509" y="148"/>
                </a:lnTo>
                <a:lnTo>
                  <a:pt x="509" y="147"/>
                </a:lnTo>
                <a:lnTo>
                  <a:pt x="510" y="147"/>
                </a:lnTo>
                <a:lnTo>
                  <a:pt x="511" y="147"/>
                </a:lnTo>
                <a:lnTo>
                  <a:pt x="512" y="147"/>
                </a:lnTo>
                <a:lnTo>
                  <a:pt x="513" y="146"/>
                </a:lnTo>
                <a:lnTo>
                  <a:pt x="514" y="146"/>
                </a:lnTo>
                <a:lnTo>
                  <a:pt x="515" y="146"/>
                </a:lnTo>
                <a:lnTo>
                  <a:pt x="515" y="147"/>
                </a:lnTo>
                <a:lnTo>
                  <a:pt x="516" y="147"/>
                </a:lnTo>
                <a:lnTo>
                  <a:pt x="518" y="146"/>
                </a:lnTo>
                <a:lnTo>
                  <a:pt x="519" y="147"/>
                </a:lnTo>
                <a:lnTo>
                  <a:pt x="520" y="147"/>
                </a:lnTo>
                <a:lnTo>
                  <a:pt x="520" y="146"/>
                </a:lnTo>
                <a:lnTo>
                  <a:pt x="521" y="146"/>
                </a:lnTo>
                <a:lnTo>
                  <a:pt x="522" y="145"/>
                </a:lnTo>
                <a:lnTo>
                  <a:pt x="523" y="145"/>
                </a:lnTo>
                <a:lnTo>
                  <a:pt x="524" y="144"/>
                </a:lnTo>
                <a:lnTo>
                  <a:pt x="524" y="143"/>
                </a:lnTo>
                <a:lnTo>
                  <a:pt x="524" y="142"/>
                </a:lnTo>
                <a:lnTo>
                  <a:pt x="523" y="142"/>
                </a:lnTo>
                <a:lnTo>
                  <a:pt x="523" y="141"/>
                </a:lnTo>
                <a:lnTo>
                  <a:pt x="523" y="139"/>
                </a:lnTo>
                <a:lnTo>
                  <a:pt x="524" y="138"/>
                </a:lnTo>
                <a:lnTo>
                  <a:pt x="524" y="137"/>
                </a:lnTo>
                <a:lnTo>
                  <a:pt x="526" y="138"/>
                </a:lnTo>
                <a:lnTo>
                  <a:pt x="527" y="138"/>
                </a:lnTo>
                <a:lnTo>
                  <a:pt x="528" y="138"/>
                </a:lnTo>
                <a:lnTo>
                  <a:pt x="529" y="138"/>
                </a:lnTo>
                <a:lnTo>
                  <a:pt x="530" y="138"/>
                </a:lnTo>
                <a:lnTo>
                  <a:pt x="531" y="137"/>
                </a:lnTo>
                <a:lnTo>
                  <a:pt x="531" y="135"/>
                </a:lnTo>
                <a:lnTo>
                  <a:pt x="531" y="134"/>
                </a:lnTo>
                <a:lnTo>
                  <a:pt x="530" y="134"/>
                </a:lnTo>
                <a:lnTo>
                  <a:pt x="529" y="133"/>
                </a:lnTo>
                <a:lnTo>
                  <a:pt x="529" y="132"/>
                </a:lnTo>
                <a:lnTo>
                  <a:pt x="530" y="132"/>
                </a:lnTo>
                <a:lnTo>
                  <a:pt x="532" y="131"/>
                </a:lnTo>
                <a:lnTo>
                  <a:pt x="531" y="131"/>
                </a:lnTo>
                <a:lnTo>
                  <a:pt x="531" y="130"/>
                </a:lnTo>
                <a:lnTo>
                  <a:pt x="530" y="129"/>
                </a:lnTo>
                <a:lnTo>
                  <a:pt x="531" y="128"/>
                </a:lnTo>
                <a:lnTo>
                  <a:pt x="531" y="127"/>
                </a:lnTo>
                <a:lnTo>
                  <a:pt x="533" y="125"/>
                </a:lnTo>
                <a:lnTo>
                  <a:pt x="534" y="125"/>
                </a:lnTo>
                <a:lnTo>
                  <a:pt x="535" y="125"/>
                </a:lnTo>
                <a:lnTo>
                  <a:pt x="535" y="124"/>
                </a:lnTo>
                <a:lnTo>
                  <a:pt x="536" y="123"/>
                </a:lnTo>
                <a:lnTo>
                  <a:pt x="536" y="122"/>
                </a:lnTo>
                <a:lnTo>
                  <a:pt x="537" y="121"/>
                </a:lnTo>
                <a:lnTo>
                  <a:pt x="538" y="120"/>
                </a:lnTo>
                <a:lnTo>
                  <a:pt x="538" y="119"/>
                </a:lnTo>
                <a:lnTo>
                  <a:pt x="540" y="119"/>
                </a:lnTo>
                <a:lnTo>
                  <a:pt x="541" y="119"/>
                </a:lnTo>
                <a:lnTo>
                  <a:pt x="542" y="119"/>
                </a:lnTo>
                <a:lnTo>
                  <a:pt x="542" y="120"/>
                </a:lnTo>
                <a:lnTo>
                  <a:pt x="542" y="121"/>
                </a:lnTo>
                <a:lnTo>
                  <a:pt x="543" y="121"/>
                </a:lnTo>
                <a:lnTo>
                  <a:pt x="543" y="122"/>
                </a:lnTo>
                <a:lnTo>
                  <a:pt x="544" y="122"/>
                </a:lnTo>
                <a:lnTo>
                  <a:pt x="544" y="120"/>
                </a:lnTo>
                <a:lnTo>
                  <a:pt x="544" y="119"/>
                </a:lnTo>
                <a:lnTo>
                  <a:pt x="544" y="118"/>
                </a:lnTo>
                <a:lnTo>
                  <a:pt x="545" y="118"/>
                </a:lnTo>
                <a:lnTo>
                  <a:pt x="545" y="117"/>
                </a:lnTo>
                <a:lnTo>
                  <a:pt x="546" y="117"/>
                </a:lnTo>
                <a:lnTo>
                  <a:pt x="547" y="117"/>
                </a:lnTo>
                <a:lnTo>
                  <a:pt x="548" y="117"/>
                </a:lnTo>
                <a:lnTo>
                  <a:pt x="548" y="116"/>
                </a:lnTo>
                <a:lnTo>
                  <a:pt x="548" y="115"/>
                </a:lnTo>
                <a:lnTo>
                  <a:pt x="550" y="114"/>
                </a:lnTo>
                <a:lnTo>
                  <a:pt x="551" y="114"/>
                </a:lnTo>
                <a:lnTo>
                  <a:pt x="552" y="114"/>
                </a:lnTo>
                <a:lnTo>
                  <a:pt x="552" y="113"/>
                </a:lnTo>
                <a:lnTo>
                  <a:pt x="552" y="112"/>
                </a:lnTo>
                <a:lnTo>
                  <a:pt x="553" y="112"/>
                </a:lnTo>
                <a:lnTo>
                  <a:pt x="554" y="112"/>
                </a:lnTo>
                <a:lnTo>
                  <a:pt x="555" y="111"/>
                </a:lnTo>
                <a:lnTo>
                  <a:pt x="556" y="111"/>
                </a:lnTo>
                <a:lnTo>
                  <a:pt x="556" y="112"/>
                </a:lnTo>
                <a:lnTo>
                  <a:pt x="557" y="112"/>
                </a:lnTo>
                <a:lnTo>
                  <a:pt x="557" y="111"/>
                </a:lnTo>
                <a:lnTo>
                  <a:pt x="557" y="110"/>
                </a:lnTo>
                <a:lnTo>
                  <a:pt x="555" y="109"/>
                </a:lnTo>
                <a:lnTo>
                  <a:pt x="554" y="108"/>
                </a:lnTo>
                <a:lnTo>
                  <a:pt x="552" y="106"/>
                </a:lnTo>
                <a:lnTo>
                  <a:pt x="552" y="105"/>
                </a:lnTo>
                <a:lnTo>
                  <a:pt x="553" y="105"/>
                </a:lnTo>
                <a:lnTo>
                  <a:pt x="553" y="104"/>
                </a:lnTo>
                <a:lnTo>
                  <a:pt x="553" y="103"/>
                </a:lnTo>
                <a:lnTo>
                  <a:pt x="553" y="102"/>
                </a:lnTo>
                <a:lnTo>
                  <a:pt x="552" y="99"/>
                </a:lnTo>
                <a:lnTo>
                  <a:pt x="551" y="99"/>
                </a:lnTo>
                <a:lnTo>
                  <a:pt x="550" y="99"/>
                </a:lnTo>
                <a:lnTo>
                  <a:pt x="550" y="98"/>
                </a:lnTo>
                <a:lnTo>
                  <a:pt x="552" y="94"/>
                </a:lnTo>
                <a:lnTo>
                  <a:pt x="553" y="94"/>
                </a:lnTo>
                <a:lnTo>
                  <a:pt x="553" y="93"/>
                </a:lnTo>
                <a:lnTo>
                  <a:pt x="554" y="92"/>
                </a:lnTo>
                <a:lnTo>
                  <a:pt x="555" y="92"/>
                </a:lnTo>
                <a:lnTo>
                  <a:pt x="554" y="92"/>
                </a:lnTo>
                <a:lnTo>
                  <a:pt x="551" y="91"/>
                </a:lnTo>
                <a:lnTo>
                  <a:pt x="551" y="90"/>
                </a:lnTo>
                <a:lnTo>
                  <a:pt x="550" y="90"/>
                </a:lnTo>
                <a:lnTo>
                  <a:pt x="549" y="90"/>
                </a:lnTo>
                <a:lnTo>
                  <a:pt x="548" y="89"/>
                </a:lnTo>
                <a:lnTo>
                  <a:pt x="547" y="89"/>
                </a:lnTo>
                <a:lnTo>
                  <a:pt x="546" y="89"/>
                </a:lnTo>
                <a:lnTo>
                  <a:pt x="546" y="88"/>
                </a:lnTo>
                <a:lnTo>
                  <a:pt x="546" y="87"/>
                </a:lnTo>
                <a:lnTo>
                  <a:pt x="545" y="88"/>
                </a:lnTo>
                <a:lnTo>
                  <a:pt x="544" y="88"/>
                </a:lnTo>
                <a:lnTo>
                  <a:pt x="543" y="87"/>
                </a:lnTo>
                <a:lnTo>
                  <a:pt x="542" y="87"/>
                </a:lnTo>
                <a:lnTo>
                  <a:pt x="541" y="87"/>
                </a:lnTo>
                <a:lnTo>
                  <a:pt x="541" y="86"/>
                </a:lnTo>
                <a:lnTo>
                  <a:pt x="540" y="86"/>
                </a:lnTo>
                <a:lnTo>
                  <a:pt x="541" y="85"/>
                </a:lnTo>
                <a:lnTo>
                  <a:pt x="542" y="83"/>
                </a:lnTo>
                <a:lnTo>
                  <a:pt x="542" y="82"/>
                </a:lnTo>
                <a:lnTo>
                  <a:pt x="542" y="81"/>
                </a:lnTo>
                <a:lnTo>
                  <a:pt x="540" y="81"/>
                </a:lnTo>
                <a:lnTo>
                  <a:pt x="539" y="82"/>
                </a:lnTo>
                <a:lnTo>
                  <a:pt x="538" y="82"/>
                </a:lnTo>
                <a:lnTo>
                  <a:pt x="536" y="82"/>
                </a:lnTo>
                <a:lnTo>
                  <a:pt x="535" y="81"/>
                </a:lnTo>
                <a:lnTo>
                  <a:pt x="534" y="81"/>
                </a:lnTo>
                <a:lnTo>
                  <a:pt x="533" y="80"/>
                </a:lnTo>
                <a:lnTo>
                  <a:pt x="532" y="80"/>
                </a:lnTo>
                <a:lnTo>
                  <a:pt x="531" y="79"/>
                </a:lnTo>
                <a:lnTo>
                  <a:pt x="530" y="78"/>
                </a:lnTo>
                <a:lnTo>
                  <a:pt x="529" y="77"/>
                </a:lnTo>
                <a:lnTo>
                  <a:pt x="529" y="76"/>
                </a:lnTo>
                <a:lnTo>
                  <a:pt x="529" y="75"/>
                </a:lnTo>
                <a:lnTo>
                  <a:pt x="528" y="75"/>
                </a:lnTo>
                <a:lnTo>
                  <a:pt x="528" y="73"/>
                </a:lnTo>
                <a:lnTo>
                  <a:pt x="527" y="72"/>
                </a:lnTo>
                <a:lnTo>
                  <a:pt x="526" y="72"/>
                </a:lnTo>
                <a:lnTo>
                  <a:pt x="526" y="73"/>
                </a:lnTo>
                <a:lnTo>
                  <a:pt x="524" y="73"/>
                </a:lnTo>
                <a:lnTo>
                  <a:pt x="523" y="73"/>
                </a:lnTo>
                <a:lnTo>
                  <a:pt x="522" y="72"/>
                </a:lnTo>
                <a:lnTo>
                  <a:pt x="520" y="70"/>
                </a:lnTo>
                <a:lnTo>
                  <a:pt x="519" y="70"/>
                </a:lnTo>
                <a:lnTo>
                  <a:pt x="519" y="69"/>
                </a:lnTo>
                <a:lnTo>
                  <a:pt x="518" y="67"/>
                </a:lnTo>
                <a:lnTo>
                  <a:pt x="517" y="66"/>
                </a:lnTo>
                <a:lnTo>
                  <a:pt x="517" y="65"/>
                </a:lnTo>
                <a:lnTo>
                  <a:pt x="515" y="64"/>
                </a:lnTo>
                <a:lnTo>
                  <a:pt x="515" y="63"/>
                </a:lnTo>
                <a:lnTo>
                  <a:pt x="514" y="62"/>
                </a:lnTo>
                <a:lnTo>
                  <a:pt x="513" y="61"/>
                </a:lnTo>
                <a:lnTo>
                  <a:pt x="511" y="62"/>
                </a:lnTo>
                <a:lnTo>
                  <a:pt x="510" y="60"/>
                </a:lnTo>
                <a:lnTo>
                  <a:pt x="510" y="59"/>
                </a:lnTo>
                <a:lnTo>
                  <a:pt x="510" y="58"/>
                </a:lnTo>
                <a:lnTo>
                  <a:pt x="511" y="56"/>
                </a:lnTo>
                <a:lnTo>
                  <a:pt x="510" y="55"/>
                </a:lnTo>
                <a:lnTo>
                  <a:pt x="510" y="53"/>
                </a:lnTo>
                <a:lnTo>
                  <a:pt x="509" y="52"/>
                </a:lnTo>
                <a:lnTo>
                  <a:pt x="507" y="50"/>
                </a:lnTo>
                <a:lnTo>
                  <a:pt x="506" y="50"/>
                </a:lnTo>
                <a:lnTo>
                  <a:pt x="507" y="47"/>
                </a:lnTo>
                <a:lnTo>
                  <a:pt x="508" y="47"/>
                </a:lnTo>
                <a:lnTo>
                  <a:pt x="509" y="47"/>
                </a:lnTo>
                <a:lnTo>
                  <a:pt x="510" y="47"/>
                </a:lnTo>
                <a:lnTo>
                  <a:pt x="510" y="45"/>
                </a:lnTo>
                <a:lnTo>
                  <a:pt x="511" y="45"/>
                </a:lnTo>
                <a:lnTo>
                  <a:pt x="513" y="45"/>
                </a:lnTo>
                <a:lnTo>
                  <a:pt x="513" y="44"/>
                </a:lnTo>
                <a:lnTo>
                  <a:pt x="514" y="43"/>
                </a:lnTo>
                <a:lnTo>
                  <a:pt x="514" y="44"/>
                </a:lnTo>
                <a:lnTo>
                  <a:pt x="515" y="44"/>
                </a:lnTo>
                <a:lnTo>
                  <a:pt x="515" y="45"/>
                </a:lnTo>
                <a:lnTo>
                  <a:pt x="516" y="45"/>
                </a:lnTo>
                <a:lnTo>
                  <a:pt x="517" y="46"/>
                </a:lnTo>
                <a:lnTo>
                  <a:pt x="518" y="46"/>
                </a:lnTo>
                <a:lnTo>
                  <a:pt x="519" y="47"/>
                </a:lnTo>
                <a:lnTo>
                  <a:pt x="520" y="47"/>
                </a:lnTo>
                <a:lnTo>
                  <a:pt x="520" y="48"/>
                </a:lnTo>
                <a:lnTo>
                  <a:pt x="521" y="48"/>
                </a:lnTo>
                <a:lnTo>
                  <a:pt x="522" y="48"/>
                </a:lnTo>
                <a:lnTo>
                  <a:pt x="522" y="47"/>
                </a:lnTo>
                <a:lnTo>
                  <a:pt x="523" y="46"/>
                </a:lnTo>
                <a:lnTo>
                  <a:pt x="524" y="46"/>
                </a:lnTo>
                <a:lnTo>
                  <a:pt x="525" y="45"/>
                </a:lnTo>
                <a:lnTo>
                  <a:pt x="524" y="44"/>
                </a:lnTo>
                <a:lnTo>
                  <a:pt x="523" y="44"/>
                </a:lnTo>
                <a:lnTo>
                  <a:pt x="523" y="43"/>
                </a:lnTo>
                <a:lnTo>
                  <a:pt x="522" y="43"/>
                </a:lnTo>
                <a:lnTo>
                  <a:pt x="521" y="42"/>
                </a:lnTo>
                <a:lnTo>
                  <a:pt x="520" y="42"/>
                </a:lnTo>
                <a:lnTo>
                  <a:pt x="519" y="41"/>
                </a:lnTo>
                <a:lnTo>
                  <a:pt x="519" y="40"/>
                </a:lnTo>
                <a:lnTo>
                  <a:pt x="518" y="40"/>
                </a:lnTo>
                <a:lnTo>
                  <a:pt x="517" y="40"/>
                </a:lnTo>
                <a:lnTo>
                  <a:pt x="517" y="39"/>
                </a:lnTo>
                <a:lnTo>
                  <a:pt x="519" y="37"/>
                </a:lnTo>
                <a:lnTo>
                  <a:pt x="519" y="36"/>
                </a:lnTo>
                <a:lnTo>
                  <a:pt x="522" y="36"/>
                </a:lnTo>
                <a:lnTo>
                  <a:pt x="523" y="36"/>
                </a:lnTo>
                <a:lnTo>
                  <a:pt x="523" y="35"/>
                </a:lnTo>
                <a:lnTo>
                  <a:pt x="523" y="34"/>
                </a:lnTo>
                <a:lnTo>
                  <a:pt x="522" y="33"/>
                </a:lnTo>
                <a:lnTo>
                  <a:pt x="522" y="32"/>
                </a:lnTo>
                <a:lnTo>
                  <a:pt x="522" y="31"/>
                </a:lnTo>
                <a:lnTo>
                  <a:pt x="521" y="31"/>
                </a:lnTo>
                <a:lnTo>
                  <a:pt x="520" y="31"/>
                </a:lnTo>
                <a:lnTo>
                  <a:pt x="520" y="30"/>
                </a:lnTo>
                <a:lnTo>
                  <a:pt x="519" y="29"/>
                </a:lnTo>
                <a:lnTo>
                  <a:pt x="520" y="28"/>
                </a:lnTo>
                <a:lnTo>
                  <a:pt x="521" y="28"/>
                </a:lnTo>
                <a:lnTo>
                  <a:pt x="522" y="28"/>
                </a:lnTo>
                <a:lnTo>
                  <a:pt x="523" y="28"/>
                </a:lnTo>
                <a:lnTo>
                  <a:pt x="524" y="28"/>
                </a:lnTo>
                <a:lnTo>
                  <a:pt x="524" y="27"/>
                </a:lnTo>
                <a:lnTo>
                  <a:pt x="525" y="27"/>
                </a:lnTo>
                <a:lnTo>
                  <a:pt x="526" y="28"/>
                </a:lnTo>
                <a:lnTo>
                  <a:pt x="528" y="28"/>
                </a:lnTo>
                <a:lnTo>
                  <a:pt x="529" y="28"/>
                </a:lnTo>
                <a:lnTo>
                  <a:pt x="531" y="28"/>
                </a:lnTo>
                <a:lnTo>
                  <a:pt x="532" y="29"/>
                </a:lnTo>
                <a:lnTo>
                  <a:pt x="533" y="29"/>
                </a:lnTo>
                <a:lnTo>
                  <a:pt x="534" y="30"/>
                </a:lnTo>
                <a:lnTo>
                  <a:pt x="535" y="29"/>
                </a:lnTo>
                <a:lnTo>
                  <a:pt x="537" y="28"/>
                </a:lnTo>
                <a:lnTo>
                  <a:pt x="537" y="27"/>
                </a:lnTo>
                <a:lnTo>
                  <a:pt x="538" y="27"/>
                </a:lnTo>
                <a:lnTo>
                  <a:pt x="538" y="26"/>
                </a:lnTo>
                <a:lnTo>
                  <a:pt x="538" y="23"/>
                </a:lnTo>
                <a:lnTo>
                  <a:pt x="537" y="23"/>
                </a:lnTo>
                <a:lnTo>
                  <a:pt x="536" y="23"/>
                </a:lnTo>
                <a:lnTo>
                  <a:pt x="534" y="21"/>
                </a:lnTo>
                <a:lnTo>
                  <a:pt x="534" y="20"/>
                </a:lnTo>
                <a:lnTo>
                  <a:pt x="533" y="19"/>
                </a:lnTo>
                <a:lnTo>
                  <a:pt x="533" y="18"/>
                </a:lnTo>
                <a:lnTo>
                  <a:pt x="532" y="17"/>
                </a:lnTo>
                <a:lnTo>
                  <a:pt x="531" y="16"/>
                </a:lnTo>
                <a:lnTo>
                  <a:pt x="531" y="15"/>
                </a:lnTo>
                <a:lnTo>
                  <a:pt x="531" y="14"/>
                </a:lnTo>
                <a:lnTo>
                  <a:pt x="530" y="14"/>
                </a:lnTo>
                <a:lnTo>
                  <a:pt x="530" y="13"/>
                </a:lnTo>
                <a:lnTo>
                  <a:pt x="529" y="13"/>
                </a:lnTo>
                <a:lnTo>
                  <a:pt x="529" y="12"/>
                </a:lnTo>
                <a:lnTo>
                  <a:pt x="527" y="12"/>
                </a:lnTo>
                <a:lnTo>
                  <a:pt x="525" y="11"/>
                </a:lnTo>
                <a:lnTo>
                  <a:pt x="526" y="11"/>
                </a:lnTo>
                <a:lnTo>
                  <a:pt x="526" y="10"/>
                </a:lnTo>
                <a:lnTo>
                  <a:pt x="525" y="8"/>
                </a:lnTo>
                <a:lnTo>
                  <a:pt x="524" y="8"/>
                </a:lnTo>
                <a:lnTo>
                  <a:pt x="524" y="7"/>
                </a:lnTo>
                <a:lnTo>
                  <a:pt x="523" y="7"/>
                </a:lnTo>
                <a:lnTo>
                  <a:pt x="523" y="6"/>
                </a:lnTo>
                <a:lnTo>
                  <a:pt x="524" y="6"/>
                </a:lnTo>
                <a:lnTo>
                  <a:pt x="525" y="5"/>
                </a:lnTo>
                <a:lnTo>
                  <a:pt x="526" y="5"/>
                </a:lnTo>
                <a:lnTo>
                  <a:pt x="528" y="3"/>
                </a:lnTo>
                <a:lnTo>
                  <a:pt x="528" y="2"/>
                </a:lnTo>
                <a:lnTo>
                  <a:pt x="529" y="2"/>
                </a:lnTo>
                <a:lnTo>
                  <a:pt x="530" y="2"/>
                </a:lnTo>
                <a:lnTo>
                  <a:pt x="532" y="3"/>
                </a:lnTo>
                <a:lnTo>
                  <a:pt x="533" y="3"/>
                </a:lnTo>
                <a:lnTo>
                  <a:pt x="534" y="3"/>
                </a:lnTo>
                <a:lnTo>
                  <a:pt x="536" y="3"/>
                </a:lnTo>
                <a:lnTo>
                  <a:pt x="538" y="5"/>
                </a:lnTo>
                <a:lnTo>
                  <a:pt x="540" y="4"/>
                </a:lnTo>
                <a:lnTo>
                  <a:pt x="542" y="5"/>
                </a:lnTo>
                <a:lnTo>
                  <a:pt x="542" y="4"/>
                </a:lnTo>
                <a:lnTo>
                  <a:pt x="543" y="4"/>
                </a:lnTo>
                <a:lnTo>
                  <a:pt x="543" y="3"/>
                </a:lnTo>
                <a:lnTo>
                  <a:pt x="544" y="2"/>
                </a:lnTo>
                <a:lnTo>
                  <a:pt x="545" y="1"/>
                </a:lnTo>
                <a:lnTo>
                  <a:pt x="546" y="1"/>
                </a:lnTo>
                <a:lnTo>
                  <a:pt x="547" y="0"/>
                </a:lnTo>
                <a:lnTo>
                  <a:pt x="547" y="1"/>
                </a:lnTo>
                <a:lnTo>
                  <a:pt x="549" y="2"/>
                </a:lnTo>
                <a:lnTo>
                  <a:pt x="550" y="2"/>
                </a:lnTo>
                <a:lnTo>
                  <a:pt x="551" y="3"/>
                </a:lnTo>
                <a:lnTo>
                  <a:pt x="552" y="4"/>
                </a:lnTo>
                <a:close/>
              </a:path>
            </a:pathLst>
          </a:custGeom>
          <a:solidFill>
            <a:srgbClr val="5E8AC0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471" name=""/>
          <p:cNvSpPr/>
          <p:nvPr/>
        </p:nvSpPr>
        <p:spPr>
          <a:xfrm>
            <a:off x="8291880" y="24930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1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4" y="1"/>
                </a:lnTo>
                <a:lnTo>
                  <a:pt x="2" y="1"/>
                </a:lnTo>
                <a:lnTo>
                  <a:pt x="0" y="1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2" name=""/>
          <p:cNvSpPr/>
          <p:nvPr/>
        </p:nvSpPr>
        <p:spPr>
          <a:xfrm>
            <a:off x="8293320" y="24919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2"/>
                </a:move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3" name=""/>
          <p:cNvSpPr/>
          <p:nvPr/>
        </p:nvSpPr>
        <p:spPr>
          <a:xfrm>
            <a:off x="8308080" y="2480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0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  <a:lnTo>
                  <a:pt x="2" y="4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4" name=""/>
          <p:cNvSpPr/>
          <p:nvPr/>
        </p:nvSpPr>
        <p:spPr>
          <a:xfrm>
            <a:off x="8318160" y="2476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0"/>
                </a:move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3" y="4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4" y="0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5" name=""/>
          <p:cNvSpPr/>
          <p:nvPr/>
        </p:nvSpPr>
        <p:spPr>
          <a:xfrm>
            <a:off x="8316720" y="24764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6" name=""/>
          <p:cNvSpPr/>
          <p:nvPr/>
        </p:nvSpPr>
        <p:spPr>
          <a:xfrm>
            <a:off x="8315280" y="24750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  <a:lnTo>
                  <a:pt x="4" y="4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7" name=""/>
          <p:cNvSpPr/>
          <p:nvPr/>
        </p:nvSpPr>
        <p:spPr>
          <a:xfrm>
            <a:off x="8319240" y="24753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8" name=""/>
          <p:cNvSpPr/>
          <p:nvPr/>
        </p:nvSpPr>
        <p:spPr>
          <a:xfrm>
            <a:off x="8321400" y="24732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9" name=""/>
          <p:cNvSpPr/>
          <p:nvPr/>
        </p:nvSpPr>
        <p:spPr>
          <a:xfrm>
            <a:off x="8298720" y="24681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0" name=""/>
          <p:cNvSpPr/>
          <p:nvPr/>
        </p:nvSpPr>
        <p:spPr>
          <a:xfrm>
            <a:off x="8342280" y="24321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0"/>
                </a:moveTo>
                <a:lnTo>
                  <a:pt x="1" y="0"/>
                </a:lnTo>
                <a:lnTo>
                  <a:pt x="3" y="1"/>
                </a:lnTo>
                <a:lnTo>
                  <a:pt x="1" y="3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1" name=""/>
          <p:cNvSpPr/>
          <p:nvPr/>
        </p:nvSpPr>
        <p:spPr>
          <a:xfrm>
            <a:off x="8336520" y="242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4"/>
                </a:lnTo>
                <a:lnTo>
                  <a:pt x="3" y="2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2" name=""/>
          <p:cNvSpPr/>
          <p:nvPr/>
        </p:nvSpPr>
        <p:spPr>
          <a:xfrm>
            <a:off x="8326080" y="242928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4" y="0"/>
                </a:moveTo>
                <a:lnTo>
                  <a:pt x="6" y="0"/>
                </a:lnTo>
                <a:lnTo>
                  <a:pt x="4" y="0"/>
                </a:lnTo>
                <a:lnTo>
                  <a:pt x="3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3" name=""/>
          <p:cNvSpPr/>
          <p:nvPr/>
        </p:nvSpPr>
        <p:spPr>
          <a:xfrm>
            <a:off x="8327880" y="2428200"/>
            <a:ext cx="3240" cy="1440"/>
          </a:xfrm>
          <a:custGeom>
            <a:avLst/>
            <a:gdLst/>
            <a:ahLst/>
            <a:rect l="0" t="0" r="r" b="b"/>
            <a:pathLst>
              <a:path w="9" h="4">
                <a:moveTo>
                  <a:pt x="1" y="3"/>
                </a:moveTo>
                <a:lnTo>
                  <a:pt x="4" y="0"/>
                </a:lnTo>
                <a:lnTo>
                  <a:pt x="9" y="0"/>
                </a:lnTo>
                <a:lnTo>
                  <a:pt x="9" y="3"/>
                </a:lnTo>
                <a:lnTo>
                  <a:pt x="8" y="3"/>
                </a:lnTo>
                <a:lnTo>
                  <a:pt x="5" y="4"/>
                </a:lnTo>
                <a:lnTo>
                  <a:pt x="4" y="4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4" name=""/>
          <p:cNvSpPr/>
          <p:nvPr/>
        </p:nvSpPr>
        <p:spPr>
          <a:xfrm>
            <a:off x="8343000" y="24278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3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3" y="5"/>
                </a:lnTo>
                <a:lnTo>
                  <a:pt x="1" y="3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5" name=""/>
          <p:cNvSpPr/>
          <p:nvPr/>
        </p:nvSpPr>
        <p:spPr>
          <a:xfrm>
            <a:off x="8335440" y="2424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6" name=""/>
          <p:cNvSpPr/>
          <p:nvPr/>
        </p:nvSpPr>
        <p:spPr>
          <a:xfrm>
            <a:off x="8346240" y="2423160"/>
            <a:ext cx="3960" cy="3960"/>
          </a:xfrm>
          <a:custGeom>
            <a:avLst/>
            <a:gdLst/>
            <a:ahLst/>
            <a:rect l="0" t="0" r="r" b="b"/>
            <a:pathLst>
              <a:path w="11" h="11">
                <a:moveTo>
                  <a:pt x="8" y="6"/>
                </a:moveTo>
                <a:lnTo>
                  <a:pt x="8" y="7"/>
                </a:lnTo>
                <a:lnTo>
                  <a:pt x="7" y="8"/>
                </a:lnTo>
                <a:lnTo>
                  <a:pt x="4" y="9"/>
                </a:lnTo>
                <a:lnTo>
                  <a:pt x="4" y="10"/>
                </a:lnTo>
                <a:lnTo>
                  <a:pt x="3" y="11"/>
                </a:lnTo>
                <a:lnTo>
                  <a:pt x="1" y="10"/>
                </a:lnTo>
                <a:lnTo>
                  <a:pt x="0" y="10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3" y="6"/>
                </a:lnTo>
                <a:lnTo>
                  <a:pt x="3" y="5"/>
                </a:lnTo>
                <a:lnTo>
                  <a:pt x="3" y="2"/>
                </a:lnTo>
                <a:lnTo>
                  <a:pt x="3" y="1"/>
                </a:lnTo>
                <a:lnTo>
                  <a:pt x="7" y="0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2"/>
                </a:lnTo>
                <a:lnTo>
                  <a:pt x="10" y="7"/>
                </a:lnTo>
                <a:lnTo>
                  <a:pt x="10" y="6"/>
                </a:lnTo>
                <a:lnTo>
                  <a:pt x="9" y="6"/>
                </a:lnTo>
                <a:lnTo>
                  <a:pt x="8" y="6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7" name=""/>
          <p:cNvSpPr/>
          <p:nvPr/>
        </p:nvSpPr>
        <p:spPr>
          <a:xfrm>
            <a:off x="8325360" y="24242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2"/>
                </a:move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2" y="2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8" name=""/>
          <p:cNvSpPr/>
          <p:nvPr/>
        </p:nvSpPr>
        <p:spPr>
          <a:xfrm>
            <a:off x="8350560" y="2415960"/>
            <a:ext cx="13320" cy="12240"/>
          </a:xfrm>
          <a:custGeom>
            <a:avLst/>
            <a:gdLst/>
            <a:ahLst/>
            <a:rect l="0" t="0" r="r" b="b"/>
            <a:pathLst>
              <a:path w="37" h="34">
                <a:moveTo>
                  <a:pt x="31" y="5"/>
                </a:moveTo>
                <a:lnTo>
                  <a:pt x="30" y="5"/>
                </a:lnTo>
                <a:lnTo>
                  <a:pt x="30" y="6"/>
                </a:lnTo>
                <a:lnTo>
                  <a:pt x="31" y="6"/>
                </a:lnTo>
                <a:lnTo>
                  <a:pt x="31" y="7"/>
                </a:lnTo>
                <a:lnTo>
                  <a:pt x="32" y="9"/>
                </a:lnTo>
                <a:lnTo>
                  <a:pt x="33" y="10"/>
                </a:lnTo>
                <a:lnTo>
                  <a:pt x="34" y="10"/>
                </a:lnTo>
                <a:lnTo>
                  <a:pt x="34" y="11"/>
                </a:lnTo>
                <a:lnTo>
                  <a:pt x="34" y="12"/>
                </a:lnTo>
                <a:lnTo>
                  <a:pt x="34" y="13"/>
                </a:lnTo>
                <a:lnTo>
                  <a:pt x="35" y="15"/>
                </a:lnTo>
                <a:lnTo>
                  <a:pt x="36" y="16"/>
                </a:lnTo>
                <a:lnTo>
                  <a:pt x="36" y="15"/>
                </a:lnTo>
                <a:lnTo>
                  <a:pt x="36" y="16"/>
                </a:lnTo>
                <a:lnTo>
                  <a:pt x="37" y="16"/>
                </a:lnTo>
                <a:lnTo>
                  <a:pt x="37" y="17"/>
                </a:lnTo>
                <a:lnTo>
                  <a:pt x="37" y="18"/>
                </a:lnTo>
                <a:lnTo>
                  <a:pt x="36" y="18"/>
                </a:lnTo>
                <a:lnTo>
                  <a:pt x="35" y="18"/>
                </a:lnTo>
                <a:lnTo>
                  <a:pt x="34" y="18"/>
                </a:lnTo>
                <a:lnTo>
                  <a:pt x="34" y="19"/>
                </a:lnTo>
                <a:lnTo>
                  <a:pt x="35" y="19"/>
                </a:lnTo>
                <a:lnTo>
                  <a:pt x="35" y="20"/>
                </a:lnTo>
                <a:lnTo>
                  <a:pt x="35" y="21"/>
                </a:lnTo>
                <a:lnTo>
                  <a:pt x="34" y="22"/>
                </a:lnTo>
                <a:lnTo>
                  <a:pt x="33" y="23"/>
                </a:lnTo>
                <a:lnTo>
                  <a:pt x="32" y="24"/>
                </a:lnTo>
                <a:lnTo>
                  <a:pt x="31" y="25"/>
                </a:lnTo>
                <a:lnTo>
                  <a:pt x="29" y="25"/>
                </a:lnTo>
                <a:lnTo>
                  <a:pt x="30" y="25"/>
                </a:lnTo>
                <a:lnTo>
                  <a:pt x="30" y="24"/>
                </a:lnTo>
                <a:lnTo>
                  <a:pt x="30" y="23"/>
                </a:lnTo>
                <a:lnTo>
                  <a:pt x="29" y="22"/>
                </a:lnTo>
                <a:lnTo>
                  <a:pt x="28" y="22"/>
                </a:lnTo>
                <a:lnTo>
                  <a:pt x="26" y="22"/>
                </a:lnTo>
                <a:lnTo>
                  <a:pt x="25" y="22"/>
                </a:lnTo>
                <a:lnTo>
                  <a:pt x="25" y="21"/>
                </a:lnTo>
                <a:lnTo>
                  <a:pt x="24" y="21"/>
                </a:lnTo>
                <a:lnTo>
                  <a:pt x="23" y="21"/>
                </a:lnTo>
                <a:lnTo>
                  <a:pt x="21" y="21"/>
                </a:lnTo>
                <a:lnTo>
                  <a:pt x="20" y="21"/>
                </a:lnTo>
                <a:lnTo>
                  <a:pt x="18" y="22"/>
                </a:lnTo>
                <a:lnTo>
                  <a:pt x="16" y="23"/>
                </a:lnTo>
                <a:lnTo>
                  <a:pt x="15" y="24"/>
                </a:lnTo>
                <a:lnTo>
                  <a:pt x="14" y="24"/>
                </a:lnTo>
                <a:lnTo>
                  <a:pt x="14" y="25"/>
                </a:lnTo>
                <a:lnTo>
                  <a:pt x="13" y="26"/>
                </a:lnTo>
                <a:lnTo>
                  <a:pt x="12" y="27"/>
                </a:lnTo>
                <a:lnTo>
                  <a:pt x="12" y="28"/>
                </a:lnTo>
                <a:lnTo>
                  <a:pt x="11" y="29"/>
                </a:lnTo>
                <a:lnTo>
                  <a:pt x="11" y="30"/>
                </a:lnTo>
                <a:lnTo>
                  <a:pt x="11" y="32"/>
                </a:lnTo>
                <a:lnTo>
                  <a:pt x="10" y="32"/>
                </a:lnTo>
                <a:lnTo>
                  <a:pt x="9" y="32"/>
                </a:lnTo>
                <a:lnTo>
                  <a:pt x="9" y="34"/>
                </a:lnTo>
                <a:lnTo>
                  <a:pt x="9" y="32"/>
                </a:lnTo>
                <a:lnTo>
                  <a:pt x="8" y="32"/>
                </a:lnTo>
                <a:lnTo>
                  <a:pt x="6" y="31"/>
                </a:lnTo>
                <a:lnTo>
                  <a:pt x="5" y="31"/>
                </a:lnTo>
                <a:lnTo>
                  <a:pt x="4" y="30"/>
                </a:lnTo>
                <a:lnTo>
                  <a:pt x="3" y="30"/>
                </a:lnTo>
                <a:lnTo>
                  <a:pt x="1" y="29"/>
                </a:lnTo>
                <a:lnTo>
                  <a:pt x="1" y="28"/>
                </a:lnTo>
                <a:lnTo>
                  <a:pt x="0" y="28"/>
                </a:lnTo>
                <a:lnTo>
                  <a:pt x="1" y="28"/>
                </a:lnTo>
                <a:lnTo>
                  <a:pt x="4" y="26"/>
                </a:lnTo>
                <a:lnTo>
                  <a:pt x="6" y="25"/>
                </a:lnTo>
                <a:lnTo>
                  <a:pt x="6" y="24"/>
                </a:lnTo>
                <a:lnTo>
                  <a:pt x="6" y="23"/>
                </a:lnTo>
                <a:lnTo>
                  <a:pt x="6" y="22"/>
                </a:lnTo>
                <a:lnTo>
                  <a:pt x="5" y="22"/>
                </a:lnTo>
                <a:lnTo>
                  <a:pt x="4" y="20"/>
                </a:lnTo>
                <a:lnTo>
                  <a:pt x="4" y="18"/>
                </a:lnTo>
                <a:lnTo>
                  <a:pt x="3" y="18"/>
                </a:lnTo>
                <a:lnTo>
                  <a:pt x="3" y="17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1" y="15"/>
                </a:lnTo>
                <a:lnTo>
                  <a:pt x="2" y="14"/>
                </a:lnTo>
                <a:lnTo>
                  <a:pt x="3" y="13"/>
                </a:lnTo>
                <a:lnTo>
                  <a:pt x="4" y="12"/>
                </a:lnTo>
                <a:lnTo>
                  <a:pt x="5" y="12"/>
                </a:lnTo>
                <a:lnTo>
                  <a:pt x="6" y="12"/>
                </a:lnTo>
                <a:lnTo>
                  <a:pt x="8" y="14"/>
                </a:lnTo>
                <a:lnTo>
                  <a:pt x="9" y="14"/>
                </a:lnTo>
                <a:lnTo>
                  <a:pt x="10" y="15"/>
                </a:lnTo>
                <a:lnTo>
                  <a:pt x="12" y="16"/>
                </a:lnTo>
                <a:lnTo>
                  <a:pt x="13" y="16"/>
                </a:lnTo>
                <a:lnTo>
                  <a:pt x="15" y="16"/>
                </a:lnTo>
                <a:lnTo>
                  <a:pt x="16" y="16"/>
                </a:lnTo>
                <a:lnTo>
                  <a:pt x="18" y="16"/>
                </a:lnTo>
                <a:lnTo>
                  <a:pt x="19" y="15"/>
                </a:lnTo>
                <a:lnTo>
                  <a:pt x="19" y="14"/>
                </a:lnTo>
                <a:lnTo>
                  <a:pt x="19" y="13"/>
                </a:lnTo>
                <a:lnTo>
                  <a:pt x="19" y="11"/>
                </a:lnTo>
                <a:lnTo>
                  <a:pt x="20" y="9"/>
                </a:lnTo>
                <a:lnTo>
                  <a:pt x="20" y="8"/>
                </a:lnTo>
                <a:lnTo>
                  <a:pt x="19" y="7"/>
                </a:lnTo>
                <a:lnTo>
                  <a:pt x="19" y="6"/>
                </a:lnTo>
                <a:lnTo>
                  <a:pt x="21" y="5"/>
                </a:lnTo>
                <a:lnTo>
                  <a:pt x="22" y="4"/>
                </a:lnTo>
                <a:lnTo>
                  <a:pt x="22" y="3"/>
                </a:lnTo>
                <a:lnTo>
                  <a:pt x="22" y="2"/>
                </a:lnTo>
                <a:lnTo>
                  <a:pt x="23" y="2"/>
                </a:lnTo>
                <a:lnTo>
                  <a:pt x="23" y="0"/>
                </a:lnTo>
                <a:lnTo>
                  <a:pt x="24" y="2"/>
                </a:lnTo>
                <a:lnTo>
                  <a:pt x="25" y="2"/>
                </a:lnTo>
                <a:lnTo>
                  <a:pt x="25" y="3"/>
                </a:lnTo>
                <a:lnTo>
                  <a:pt x="26" y="3"/>
                </a:lnTo>
                <a:lnTo>
                  <a:pt x="26" y="4"/>
                </a:lnTo>
                <a:lnTo>
                  <a:pt x="26" y="5"/>
                </a:lnTo>
                <a:lnTo>
                  <a:pt x="28" y="5"/>
                </a:lnTo>
                <a:lnTo>
                  <a:pt x="30" y="5"/>
                </a:lnTo>
                <a:lnTo>
                  <a:pt x="30" y="4"/>
                </a:lnTo>
                <a:lnTo>
                  <a:pt x="31" y="4"/>
                </a:lnTo>
                <a:lnTo>
                  <a:pt x="31" y="5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9" name=""/>
          <p:cNvSpPr/>
          <p:nvPr/>
        </p:nvSpPr>
        <p:spPr>
          <a:xfrm>
            <a:off x="8336160" y="2416320"/>
            <a:ext cx="9000" cy="10080"/>
          </a:xfrm>
          <a:custGeom>
            <a:avLst/>
            <a:gdLst/>
            <a:ahLst/>
            <a:rect l="0" t="0" r="r" b="b"/>
            <a:pathLst>
              <a:path w="25" h="28">
                <a:moveTo>
                  <a:pt x="19" y="4"/>
                </a:moveTo>
                <a:lnTo>
                  <a:pt x="19" y="3"/>
                </a:lnTo>
                <a:lnTo>
                  <a:pt x="21" y="4"/>
                </a:lnTo>
                <a:lnTo>
                  <a:pt x="22" y="4"/>
                </a:lnTo>
                <a:lnTo>
                  <a:pt x="23" y="5"/>
                </a:lnTo>
                <a:lnTo>
                  <a:pt x="23" y="10"/>
                </a:lnTo>
                <a:lnTo>
                  <a:pt x="24" y="12"/>
                </a:lnTo>
                <a:lnTo>
                  <a:pt x="24" y="13"/>
                </a:lnTo>
                <a:lnTo>
                  <a:pt x="25" y="14"/>
                </a:lnTo>
                <a:lnTo>
                  <a:pt x="24" y="15"/>
                </a:lnTo>
                <a:lnTo>
                  <a:pt x="24" y="16"/>
                </a:lnTo>
                <a:lnTo>
                  <a:pt x="24" y="17"/>
                </a:lnTo>
                <a:lnTo>
                  <a:pt x="23" y="17"/>
                </a:lnTo>
                <a:lnTo>
                  <a:pt x="23" y="16"/>
                </a:lnTo>
                <a:lnTo>
                  <a:pt x="21" y="19"/>
                </a:lnTo>
                <a:lnTo>
                  <a:pt x="20" y="21"/>
                </a:lnTo>
                <a:lnTo>
                  <a:pt x="16" y="24"/>
                </a:lnTo>
                <a:lnTo>
                  <a:pt x="14" y="27"/>
                </a:lnTo>
                <a:lnTo>
                  <a:pt x="14" y="28"/>
                </a:lnTo>
                <a:lnTo>
                  <a:pt x="13" y="28"/>
                </a:lnTo>
                <a:lnTo>
                  <a:pt x="11" y="28"/>
                </a:lnTo>
                <a:lnTo>
                  <a:pt x="10" y="28"/>
                </a:lnTo>
                <a:lnTo>
                  <a:pt x="8" y="28"/>
                </a:lnTo>
                <a:lnTo>
                  <a:pt x="7" y="28"/>
                </a:lnTo>
                <a:lnTo>
                  <a:pt x="6" y="27"/>
                </a:lnTo>
                <a:lnTo>
                  <a:pt x="4" y="27"/>
                </a:lnTo>
                <a:lnTo>
                  <a:pt x="3" y="27"/>
                </a:lnTo>
                <a:lnTo>
                  <a:pt x="1" y="23"/>
                </a:lnTo>
                <a:lnTo>
                  <a:pt x="0" y="22"/>
                </a:lnTo>
                <a:lnTo>
                  <a:pt x="0" y="21"/>
                </a:lnTo>
                <a:lnTo>
                  <a:pt x="0" y="18"/>
                </a:lnTo>
                <a:lnTo>
                  <a:pt x="0" y="17"/>
                </a:lnTo>
                <a:lnTo>
                  <a:pt x="0" y="14"/>
                </a:lnTo>
                <a:lnTo>
                  <a:pt x="0" y="13"/>
                </a:lnTo>
                <a:lnTo>
                  <a:pt x="1" y="11"/>
                </a:lnTo>
                <a:lnTo>
                  <a:pt x="1" y="9"/>
                </a:lnTo>
                <a:lnTo>
                  <a:pt x="2" y="5"/>
                </a:lnTo>
                <a:lnTo>
                  <a:pt x="3" y="4"/>
                </a:lnTo>
                <a:lnTo>
                  <a:pt x="3" y="3"/>
                </a:lnTo>
                <a:lnTo>
                  <a:pt x="4" y="2"/>
                </a:lnTo>
                <a:lnTo>
                  <a:pt x="6" y="1"/>
                </a:lnTo>
                <a:lnTo>
                  <a:pt x="10" y="0"/>
                </a:lnTo>
                <a:lnTo>
                  <a:pt x="11" y="0"/>
                </a:lnTo>
                <a:lnTo>
                  <a:pt x="12" y="1"/>
                </a:lnTo>
                <a:lnTo>
                  <a:pt x="14" y="2"/>
                </a:lnTo>
                <a:lnTo>
                  <a:pt x="15" y="2"/>
                </a:lnTo>
                <a:lnTo>
                  <a:pt x="18" y="3"/>
                </a:lnTo>
                <a:lnTo>
                  <a:pt x="16" y="4"/>
                </a:lnTo>
                <a:lnTo>
                  <a:pt x="16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6" y="8"/>
                </a:lnTo>
                <a:lnTo>
                  <a:pt x="18" y="8"/>
                </a:lnTo>
                <a:lnTo>
                  <a:pt x="19" y="7"/>
                </a:lnTo>
                <a:lnTo>
                  <a:pt x="20" y="5"/>
                </a:lnTo>
                <a:lnTo>
                  <a:pt x="19" y="4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0" name=""/>
          <p:cNvSpPr/>
          <p:nvPr/>
        </p:nvSpPr>
        <p:spPr>
          <a:xfrm>
            <a:off x="8350200" y="2413440"/>
            <a:ext cx="5760" cy="3240"/>
          </a:xfrm>
          <a:custGeom>
            <a:avLst/>
            <a:gdLst/>
            <a:ahLst/>
            <a:rect l="0" t="0" r="r" b="b"/>
            <a:pathLst>
              <a:path w="16" h="9">
                <a:moveTo>
                  <a:pt x="10" y="1"/>
                </a:moveTo>
                <a:lnTo>
                  <a:pt x="12" y="1"/>
                </a:lnTo>
                <a:lnTo>
                  <a:pt x="13" y="1"/>
                </a:lnTo>
                <a:lnTo>
                  <a:pt x="15" y="1"/>
                </a:lnTo>
                <a:lnTo>
                  <a:pt x="16" y="2"/>
                </a:lnTo>
                <a:lnTo>
                  <a:pt x="16" y="3"/>
                </a:lnTo>
                <a:lnTo>
                  <a:pt x="15" y="3"/>
                </a:lnTo>
                <a:lnTo>
                  <a:pt x="14" y="3"/>
                </a:lnTo>
                <a:lnTo>
                  <a:pt x="13" y="3"/>
                </a:lnTo>
                <a:lnTo>
                  <a:pt x="12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4"/>
                </a:lnTo>
                <a:lnTo>
                  <a:pt x="15" y="3"/>
                </a:lnTo>
                <a:lnTo>
                  <a:pt x="16" y="3"/>
                </a:lnTo>
                <a:lnTo>
                  <a:pt x="14" y="5"/>
                </a:lnTo>
                <a:lnTo>
                  <a:pt x="14" y="7"/>
                </a:lnTo>
                <a:lnTo>
                  <a:pt x="13" y="7"/>
                </a:lnTo>
                <a:lnTo>
                  <a:pt x="12" y="8"/>
                </a:lnTo>
                <a:lnTo>
                  <a:pt x="11" y="9"/>
                </a:lnTo>
                <a:lnTo>
                  <a:pt x="10" y="9"/>
                </a:lnTo>
                <a:lnTo>
                  <a:pt x="10" y="8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8" y="8"/>
                </a:lnTo>
                <a:lnTo>
                  <a:pt x="7" y="7"/>
                </a:lnTo>
                <a:lnTo>
                  <a:pt x="6" y="7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7" y="1"/>
                </a:lnTo>
                <a:lnTo>
                  <a:pt x="8" y="1"/>
                </a:lnTo>
                <a:lnTo>
                  <a:pt x="10" y="1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1" name=""/>
          <p:cNvSpPr/>
          <p:nvPr/>
        </p:nvSpPr>
        <p:spPr>
          <a:xfrm>
            <a:off x="8379000" y="23907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2" name=""/>
          <p:cNvSpPr/>
          <p:nvPr/>
        </p:nvSpPr>
        <p:spPr>
          <a:xfrm>
            <a:off x="8393760" y="23731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2" y="3"/>
                </a:lnTo>
                <a:lnTo>
                  <a:pt x="0" y="2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3" name=""/>
          <p:cNvSpPr/>
          <p:nvPr/>
        </p:nvSpPr>
        <p:spPr>
          <a:xfrm>
            <a:off x="8394120" y="2369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4" name=""/>
          <p:cNvSpPr/>
          <p:nvPr/>
        </p:nvSpPr>
        <p:spPr>
          <a:xfrm>
            <a:off x="8391960" y="2363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5" name=""/>
          <p:cNvSpPr/>
          <p:nvPr/>
        </p:nvSpPr>
        <p:spPr>
          <a:xfrm>
            <a:off x="8390160" y="2362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6" name=""/>
          <p:cNvSpPr/>
          <p:nvPr/>
        </p:nvSpPr>
        <p:spPr>
          <a:xfrm>
            <a:off x="8182440" y="2136960"/>
            <a:ext cx="281160" cy="358200"/>
          </a:xfrm>
          <a:custGeom>
            <a:avLst/>
            <a:gdLst/>
            <a:ahLst/>
            <a:rect l="0" t="0" r="r" b="b"/>
            <a:pathLst>
              <a:path w="781" h="995">
                <a:moveTo>
                  <a:pt x="441" y="3"/>
                </a:moveTo>
                <a:lnTo>
                  <a:pt x="441" y="4"/>
                </a:lnTo>
                <a:lnTo>
                  <a:pt x="441" y="5"/>
                </a:lnTo>
                <a:lnTo>
                  <a:pt x="441" y="6"/>
                </a:lnTo>
                <a:lnTo>
                  <a:pt x="442" y="7"/>
                </a:lnTo>
                <a:lnTo>
                  <a:pt x="443" y="7"/>
                </a:lnTo>
                <a:lnTo>
                  <a:pt x="444" y="7"/>
                </a:lnTo>
                <a:lnTo>
                  <a:pt x="444" y="8"/>
                </a:lnTo>
                <a:lnTo>
                  <a:pt x="444" y="9"/>
                </a:lnTo>
                <a:lnTo>
                  <a:pt x="444" y="10"/>
                </a:lnTo>
                <a:lnTo>
                  <a:pt x="444" y="11"/>
                </a:lnTo>
                <a:lnTo>
                  <a:pt x="443" y="12"/>
                </a:lnTo>
                <a:lnTo>
                  <a:pt x="444" y="12"/>
                </a:lnTo>
                <a:lnTo>
                  <a:pt x="443" y="12"/>
                </a:lnTo>
                <a:lnTo>
                  <a:pt x="444" y="12"/>
                </a:lnTo>
                <a:lnTo>
                  <a:pt x="445" y="12"/>
                </a:lnTo>
                <a:lnTo>
                  <a:pt x="446" y="12"/>
                </a:lnTo>
                <a:lnTo>
                  <a:pt x="447" y="12"/>
                </a:lnTo>
                <a:lnTo>
                  <a:pt x="447" y="13"/>
                </a:lnTo>
                <a:lnTo>
                  <a:pt x="448" y="14"/>
                </a:lnTo>
                <a:lnTo>
                  <a:pt x="450" y="15"/>
                </a:lnTo>
                <a:lnTo>
                  <a:pt x="451" y="15"/>
                </a:lnTo>
                <a:lnTo>
                  <a:pt x="451" y="14"/>
                </a:lnTo>
                <a:lnTo>
                  <a:pt x="453" y="13"/>
                </a:lnTo>
                <a:lnTo>
                  <a:pt x="454" y="13"/>
                </a:lnTo>
                <a:lnTo>
                  <a:pt x="456" y="13"/>
                </a:lnTo>
                <a:lnTo>
                  <a:pt x="457" y="14"/>
                </a:lnTo>
                <a:lnTo>
                  <a:pt x="456" y="15"/>
                </a:lnTo>
                <a:lnTo>
                  <a:pt x="457" y="15"/>
                </a:lnTo>
                <a:lnTo>
                  <a:pt x="458" y="15"/>
                </a:lnTo>
                <a:lnTo>
                  <a:pt x="459" y="15"/>
                </a:lnTo>
                <a:lnTo>
                  <a:pt x="458" y="17"/>
                </a:lnTo>
                <a:lnTo>
                  <a:pt x="458" y="18"/>
                </a:lnTo>
                <a:lnTo>
                  <a:pt x="457" y="19"/>
                </a:lnTo>
                <a:lnTo>
                  <a:pt x="457" y="20"/>
                </a:lnTo>
                <a:lnTo>
                  <a:pt x="456" y="20"/>
                </a:lnTo>
                <a:lnTo>
                  <a:pt x="456" y="21"/>
                </a:lnTo>
                <a:lnTo>
                  <a:pt x="455" y="21"/>
                </a:lnTo>
                <a:lnTo>
                  <a:pt x="455" y="22"/>
                </a:lnTo>
                <a:lnTo>
                  <a:pt x="454" y="23"/>
                </a:lnTo>
                <a:lnTo>
                  <a:pt x="453" y="24"/>
                </a:lnTo>
                <a:lnTo>
                  <a:pt x="452" y="24"/>
                </a:lnTo>
                <a:lnTo>
                  <a:pt x="452" y="25"/>
                </a:lnTo>
                <a:lnTo>
                  <a:pt x="452" y="26"/>
                </a:lnTo>
                <a:lnTo>
                  <a:pt x="451" y="27"/>
                </a:lnTo>
                <a:lnTo>
                  <a:pt x="451" y="28"/>
                </a:lnTo>
                <a:lnTo>
                  <a:pt x="451" y="29"/>
                </a:lnTo>
                <a:lnTo>
                  <a:pt x="453" y="29"/>
                </a:lnTo>
                <a:lnTo>
                  <a:pt x="454" y="28"/>
                </a:lnTo>
                <a:lnTo>
                  <a:pt x="455" y="28"/>
                </a:lnTo>
                <a:lnTo>
                  <a:pt x="456" y="28"/>
                </a:lnTo>
                <a:lnTo>
                  <a:pt x="457" y="28"/>
                </a:lnTo>
                <a:lnTo>
                  <a:pt x="457" y="29"/>
                </a:lnTo>
                <a:lnTo>
                  <a:pt x="458" y="30"/>
                </a:lnTo>
                <a:lnTo>
                  <a:pt x="459" y="31"/>
                </a:lnTo>
                <a:lnTo>
                  <a:pt x="459" y="32"/>
                </a:lnTo>
                <a:lnTo>
                  <a:pt x="460" y="32"/>
                </a:lnTo>
                <a:lnTo>
                  <a:pt x="460" y="33"/>
                </a:lnTo>
                <a:lnTo>
                  <a:pt x="460" y="34"/>
                </a:lnTo>
                <a:lnTo>
                  <a:pt x="459" y="34"/>
                </a:lnTo>
                <a:lnTo>
                  <a:pt x="459" y="35"/>
                </a:lnTo>
                <a:lnTo>
                  <a:pt x="459" y="36"/>
                </a:lnTo>
                <a:lnTo>
                  <a:pt x="459" y="37"/>
                </a:lnTo>
                <a:lnTo>
                  <a:pt x="459" y="38"/>
                </a:lnTo>
                <a:lnTo>
                  <a:pt x="460" y="38"/>
                </a:lnTo>
                <a:lnTo>
                  <a:pt x="459" y="39"/>
                </a:lnTo>
                <a:lnTo>
                  <a:pt x="458" y="39"/>
                </a:lnTo>
                <a:lnTo>
                  <a:pt x="457" y="39"/>
                </a:lnTo>
                <a:lnTo>
                  <a:pt x="455" y="40"/>
                </a:lnTo>
                <a:lnTo>
                  <a:pt x="454" y="40"/>
                </a:lnTo>
                <a:lnTo>
                  <a:pt x="454" y="41"/>
                </a:lnTo>
                <a:lnTo>
                  <a:pt x="454" y="42"/>
                </a:lnTo>
                <a:lnTo>
                  <a:pt x="453" y="43"/>
                </a:lnTo>
                <a:lnTo>
                  <a:pt x="454" y="44"/>
                </a:lnTo>
                <a:lnTo>
                  <a:pt x="453" y="44"/>
                </a:lnTo>
                <a:lnTo>
                  <a:pt x="452" y="45"/>
                </a:lnTo>
                <a:lnTo>
                  <a:pt x="451" y="45"/>
                </a:lnTo>
                <a:lnTo>
                  <a:pt x="450" y="46"/>
                </a:lnTo>
                <a:lnTo>
                  <a:pt x="450" y="47"/>
                </a:lnTo>
                <a:lnTo>
                  <a:pt x="449" y="47"/>
                </a:lnTo>
                <a:lnTo>
                  <a:pt x="449" y="48"/>
                </a:lnTo>
                <a:lnTo>
                  <a:pt x="449" y="49"/>
                </a:lnTo>
                <a:lnTo>
                  <a:pt x="448" y="49"/>
                </a:lnTo>
                <a:lnTo>
                  <a:pt x="447" y="50"/>
                </a:lnTo>
                <a:lnTo>
                  <a:pt x="447" y="51"/>
                </a:lnTo>
                <a:lnTo>
                  <a:pt x="446" y="51"/>
                </a:lnTo>
                <a:lnTo>
                  <a:pt x="446" y="52"/>
                </a:lnTo>
                <a:lnTo>
                  <a:pt x="447" y="53"/>
                </a:lnTo>
                <a:lnTo>
                  <a:pt x="447" y="55"/>
                </a:lnTo>
                <a:lnTo>
                  <a:pt x="447" y="56"/>
                </a:lnTo>
                <a:lnTo>
                  <a:pt x="447" y="57"/>
                </a:lnTo>
                <a:lnTo>
                  <a:pt x="447" y="58"/>
                </a:lnTo>
                <a:lnTo>
                  <a:pt x="448" y="58"/>
                </a:lnTo>
                <a:lnTo>
                  <a:pt x="448" y="57"/>
                </a:lnTo>
                <a:lnTo>
                  <a:pt x="449" y="56"/>
                </a:lnTo>
                <a:lnTo>
                  <a:pt x="450" y="57"/>
                </a:lnTo>
                <a:lnTo>
                  <a:pt x="450" y="58"/>
                </a:lnTo>
                <a:lnTo>
                  <a:pt x="450" y="59"/>
                </a:lnTo>
                <a:lnTo>
                  <a:pt x="449" y="60"/>
                </a:lnTo>
                <a:lnTo>
                  <a:pt x="449" y="61"/>
                </a:lnTo>
                <a:lnTo>
                  <a:pt x="449" y="62"/>
                </a:lnTo>
                <a:lnTo>
                  <a:pt x="449" y="64"/>
                </a:lnTo>
                <a:lnTo>
                  <a:pt x="450" y="65"/>
                </a:lnTo>
                <a:lnTo>
                  <a:pt x="451" y="66"/>
                </a:lnTo>
                <a:lnTo>
                  <a:pt x="451" y="68"/>
                </a:lnTo>
                <a:lnTo>
                  <a:pt x="451" y="69"/>
                </a:lnTo>
                <a:lnTo>
                  <a:pt x="451" y="70"/>
                </a:lnTo>
                <a:lnTo>
                  <a:pt x="451" y="71"/>
                </a:lnTo>
                <a:lnTo>
                  <a:pt x="452" y="71"/>
                </a:lnTo>
                <a:lnTo>
                  <a:pt x="454" y="72"/>
                </a:lnTo>
                <a:lnTo>
                  <a:pt x="455" y="73"/>
                </a:lnTo>
                <a:lnTo>
                  <a:pt x="455" y="74"/>
                </a:lnTo>
                <a:lnTo>
                  <a:pt x="456" y="75"/>
                </a:lnTo>
                <a:lnTo>
                  <a:pt x="457" y="75"/>
                </a:lnTo>
                <a:lnTo>
                  <a:pt x="458" y="75"/>
                </a:lnTo>
                <a:lnTo>
                  <a:pt x="459" y="75"/>
                </a:lnTo>
                <a:lnTo>
                  <a:pt x="460" y="76"/>
                </a:lnTo>
                <a:lnTo>
                  <a:pt x="461" y="75"/>
                </a:lnTo>
                <a:lnTo>
                  <a:pt x="462" y="75"/>
                </a:lnTo>
                <a:lnTo>
                  <a:pt x="463" y="76"/>
                </a:lnTo>
                <a:lnTo>
                  <a:pt x="464" y="76"/>
                </a:lnTo>
                <a:lnTo>
                  <a:pt x="466" y="78"/>
                </a:lnTo>
                <a:lnTo>
                  <a:pt x="465" y="78"/>
                </a:lnTo>
                <a:lnTo>
                  <a:pt x="465" y="79"/>
                </a:lnTo>
                <a:lnTo>
                  <a:pt x="466" y="79"/>
                </a:lnTo>
                <a:lnTo>
                  <a:pt x="467" y="79"/>
                </a:lnTo>
                <a:lnTo>
                  <a:pt x="468" y="79"/>
                </a:lnTo>
                <a:lnTo>
                  <a:pt x="468" y="80"/>
                </a:lnTo>
                <a:lnTo>
                  <a:pt x="468" y="81"/>
                </a:lnTo>
                <a:lnTo>
                  <a:pt x="469" y="81"/>
                </a:lnTo>
                <a:lnTo>
                  <a:pt x="469" y="82"/>
                </a:lnTo>
                <a:lnTo>
                  <a:pt x="469" y="83"/>
                </a:lnTo>
                <a:lnTo>
                  <a:pt x="470" y="84"/>
                </a:lnTo>
                <a:lnTo>
                  <a:pt x="471" y="84"/>
                </a:lnTo>
                <a:lnTo>
                  <a:pt x="472" y="84"/>
                </a:lnTo>
                <a:lnTo>
                  <a:pt x="471" y="85"/>
                </a:lnTo>
                <a:lnTo>
                  <a:pt x="471" y="86"/>
                </a:lnTo>
                <a:lnTo>
                  <a:pt x="471" y="87"/>
                </a:lnTo>
                <a:lnTo>
                  <a:pt x="472" y="88"/>
                </a:lnTo>
                <a:lnTo>
                  <a:pt x="473" y="88"/>
                </a:lnTo>
                <a:lnTo>
                  <a:pt x="473" y="89"/>
                </a:lnTo>
                <a:lnTo>
                  <a:pt x="473" y="90"/>
                </a:lnTo>
                <a:lnTo>
                  <a:pt x="473" y="91"/>
                </a:lnTo>
                <a:lnTo>
                  <a:pt x="472" y="92"/>
                </a:lnTo>
                <a:lnTo>
                  <a:pt x="472" y="93"/>
                </a:lnTo>
                <a:lnTo>
                  <a:pt x="474" y="94"/>
                </a:lnTo>
                <a:lnTo>
                  <a:pt x="474" y="95"/>
                </a:lnTo>
                <a:lnTo>
                  <a:pt x="474" y="96"/>
                </a:lnTo>
                <a:lnTo>
                  <a:pt x="474" y="97"/>
                </a:lnTo>
                <a:lnTo>
                  <a:pt x="475" y="97"/>
                </a:lnTo>
                <a:lnTo>
                  <a:pt x="475" y="98"/>
                </a:lnTo>
                <a:lnTo>
                  <a:pt x="476" y="99"/>
                </a:lnTo>
                <a:lnTo>
                  <a:pt x="477" y="99"/>
                </a:lnTo>
                <a:lnTo>
                  <a:pt x="477" y="100"/>
                </a:lnTo>
                <a:lnTo>
                  <a:pt x="477" y="101"/>
                </a:lnTo>
                <a:lnTo>
                  <a:pt x="477" y="102"/>
                </a:lnTo>
                <a:lnTo>
                  <a:pt x="478" y="102"/>
                </a:lnTo>
                <a:lnTo>
                  <a:pt x="478" y="103"/>
                </a:lnTo>
                <a:lnTo>
                  <a:pt x="477" y="103"/>
                </a:lnTo>
                <a:lnTo>
                  <a:pt x="476" y="104"/>
                </a:lnTo>
                <a:lnTo>
                  <a:pt x="476" y="106"/>
                </a:lnTo>
                <a:lnTo>
                  <a:pt x="477" y="106"/>
                </a:lnTo>
                <a:lnTo>
                  <a:pt x="478" y="107"/>
                </a:lnTo>
                <a:lnTo>
                  <a:pt x="479" y="106"/>
                </a:lnTo>
                <a:lnTo>
                  <a:pt x="479" y="108"/>
                </a:lnTo>
                <a:lnTo>
                  <a:pt x="479" y="109"/>
                </a:lnTo>
                <a:lnTo>
                  <a:pt x="480" y="109"/>
                </a:lnTo>
                <a:lnTo>
                  <a:pt x="481" y="110"/>
                </a:lnTo>
                <a:lnTo>
                  <a:pt x="481" y="111"/>
                </a:lnTo>
                <a:lnTo>
                  <a:pt x="482" y="112"/>
                </a:lnTo>
                <a:lnTo>
                  <a:pt x="482" y="113"/>
                </a:lnTo>
                <a:lnTo>
                  <a:pt x="482" y="114"/>
                </a:lnTo>
                <a:lnTo>
                  <a:pt x="483" y="114"/>
                </a:lnTo>
                <a:lnTo>
                  <a:pt x="483" y="115"/>
                </a:lnTo>
                <a:lnTo>
                  <a:pt x="484" y="115"/>
                </a:lnTo>
                <a:lnTo>
                  <a:pt x="485" y="115"/>
                </a:lnTo>
                <a:lnTo>
                  <a:pt x="485" y="116"/>
                </a:lnTo>
                <a:lnTo>
                  <a:pt x="486" y="117"/>
                </a:lnTo>
                <a:lnTo>
                  <a:pt x="487" y="117"/>
                </a:lnTo>
                <a:lnTo>
                  <a:pt x="488" y="117"/>
                </a:lnTo>
                <a:lnTo>
                  <a:pt x="488" y="118"/>
                </a:lnTo>
                <a:lnTo>
                  <a:pt x="489" y="119"/>
                </a:lnTo>
                <a:lnTo>
                  <a:pt x="489" y="120"/>
                </a:lnTo>
                <a:lnTo>
                  <a:pt x="488" y="120"/>
                </a:lnTo>
                <a:lnTo>
                  <a:pt x="486" y="120"/>
                </a:lnTo>
                <a:lnTo>
                  <a:pt x="485" y="121"/>
                </a:lnTo>
                <a:lnTo>
                  <a:pt x="484" y="121"/>
                </a:lnTo>
                <a:lnTo>
                  <a:pt x="484" y="122"/>
                </a:lnTo>
                <a:lnTo>
                  <a:pt x="485" y="122"/>
                </a:lnTo>
                <a:lnTo>
                  <a:pt x="486" y="122"/>
                </a:lnTo>
                <a:lnTo>
                  <a:pt x="486" y="123"/>
                </a:lnTo>
                <a:lnTo>
                  <a:pt x="486" y="124"/>
                </a:lnTo>
                <a:lnTo>
                  <a:pt x="485" y="125"/>
                </a:lnTo>
                <a:lnTo>
                  <a:pt x="485" y="126"/>
                </a:lnTo>
                <a:lnTo>
                  <a:pt x="486" y="126"/>
                </a:lnTo>
                <a:lnTo>
                  <a:pt x="486" y="127"/>
                </a:lnTo>
                <a:lnTo>
                  <a:pt x="488" y="129"/>
                </a:lnTo>
                <a:lnTo>
                  <a:pt x="489" y="129"/>
                </a:lnTo>
                <a:lnTo>
                  <a:pt x="489" y="130"/>
                </a:lnTo>
                <a:lnTo>
                  <a:pt x="490" y="131"/>
                </a:lnTo>
                <a:lnTo>
                  <a:pt x="491" y="131"/>
                </a:lnTo>
                <a:lnTo>
                  <a:pt x="491" y="132"/>
                </a:lnTo>
                <a:lnTo>
                  <a:pt x="491" y="133"/>
                </a:lnTo>
                <a:lnTo>
                  <a:pt x="491" y="134"/>
                </a:lnTo>
                <a:lnTo>
                  <a:pt x="491" y="135"/>
                </a:lnTo>
                <a:lnTo>
                  <a:pt x="492" y="135"/>
                </a:lnTo>
                <a:lnTo>
                  <a:pt x="492" y="136"/>
                </a:lnTo>
                <a:lnTo>
                  <a:pt x="493" y="136"/>
                </a:lnTo>
                <a:lnTo>
                  <a:pt x="494" y="137"/>
                </a:lnTo>
                <a:lnTo>
                  <a:pt x="494" y="138"/>
                </a:lnTo>
                <a:lnTo>
                  <a:pt x="493" y="139"/>
                </a:lnTo>
                <a:lnTo>
                  <a:pt x="493" y="140"/>
                </a:lnTo>
                <a:lnTo>
                  <a:pt x="493" y="141"/>
                </a:lnTo>
                <a:lnTo>
                  <a:pt x="493" y="142"/>
                </a:lnTo>
                <a:lnTo>
                  <a:pt x="493" y="143"/>
                </a:lnTo>
                <a:lnTo>
                  <a:pt x="493" y="144"/>
                </a:lnTo>
                <a:lnTo>
                  <a:pt x="493" y="145"/>
                </a:lnTo>
                <a:lnTo>
                  <a:pt x="493" y="146"/>
                </a:lnTo>
                <a:lnTo>
                  <a:pt x="494" y="147"/>
                </a:lnTo>
                <a:lnTo>
                  <a:pt x="495" y="147"/>
                </a:lnTo>
                <a:lnTo>
                  <a:pt x="494" y="147"/>
                </a:lnTo>
                <a:lnTo>
                  <a:pt x="493" y="148"/>
                </a:lnTo>
                <a:lnTo>
                  <a:pt x="492" y="148"/>
                </a:lnTo>
                <a:lnTo>
                  <a:pt x="492" y="149"/>
                </a:lnTo>
                <a:lnTo>
                  <a:pt x="492" y="150"/>
                </a:lnTo>
                <a:lnTo>
                  <a:pt x="492" y="151"/>
                </a:lnTo>
                <a:lnTo>
                  <a:pt x="491" y="152"/>
                </a:lnTo>
                <a:lnTo>
                  <a:pt x="491" y="153"/>
                </a:lnTo>
                <a:lnTo>
                  <a:pt x="491" y="154"/>
                </a:lnTo>
                <a:lnTo>
                  <a:pt x="490" y="154"/>
                </a:lnTo>
                <a:lnTo>
                  <a:pt x="489" y="154"/>
                </a:lnTo>
                <a:lnTo>
                  <a:pt x="488" y="154"/>
                </a:lnTo>
                <a:lnTo>
                  <a:pt x="488" y="155"/>
                </a:lnTo>
                <a:lnTo>
                  <a:pt x="487" y="156"/>
                </a:lnTo>
                <a:lnTo>
                  <a:pt x="487" y="157"/>
                </a:lnTo>
                <a:lnTo>
                  <a:pt x="487" y="159"/>
                </a:lnTo>
                <a:lnTo>
                  <a:pt x="487" y="160"/>
                </a:lnTo>
                <a:lnTo>
                  <a:pt x="488" y="159"/>
                </a:lnTo>
                <a:lnTo>
                  <a:pt x="489" y="158"/>
                </a:lnTo>
                <a:lnTo>
                  <a:pt x="490" y="159"/>
                </a:lnTo>
                <a:lnTo>
                  <a:pt x="490" y="160"/>
                </a:lnTo>
                <a:lnTo>
                  <a:pt x="491" y="162"/>
                </a:lnTo>
                <a:lnTo>
                  <a:pt x="492" y="162"/>
                </a:lnTo>
                <a:lnTo>
                  <a:pt x="493" y="163"/>
                </a:lnTo>
                <a:lnTo>
                  <a:pt x="493" y="164"/>
                </a:lnTo>
                <a:lnTo>
                  <a:pt x="493" y="165"/>
                </a:lnTo>
                <a:lnTo>
                  <a:pt x="494" y="165"/>
                </a:lnTo>
                <a:lnTo>
                  <a:pt x="495" y="166"/>
                </a:lnTo>
                <a:lnTo>
                  <a:pt x="496" y="167"/>
                </a:lnTo>
                <a:lnTo>
                  <a:pt x="496" y="168"/>
                </a:lnTo>
                <a:lnTo>
                  <a:pt x="496" y="169"/>
                </a:lnTo>
                <a:lnTo>
                  <a:pt x="497" y="169"/>
                </a:lnTo>
                <a:lnTo>
                  <a:pt x="498" y="169"/>
                </a:lnTo>
                <a:lnTo>
                  <a:pt x="499" y="169"/>
                </a:lnTo>
                <a:lnTo>
                  <a:pt x="499" y="168"/>
                </a:lnTo>
                <a:lnTo>
                  <a:pt x="501" y="168"/>
                </a:lnTo>
                <a:lnTo>
                  <a:pt x="502" y="168"/>
                </a:lnTo>
                <a:lnTo>
                  <a:pt x="503" y="168"/>
                </a:lnTo>
                <a:lnTo>
                  <a:pt x="504" y="169"/>
                </a:lnTo>
                <a:lnTo>
                  <a:pt x="505" y="169"/>
                </a:lnTo>
                <a:lnTo>
                  <a:pt x="505" y="170"/>
                </a:lnTo>
                <a:lnTo>
                  <a:pt x="506" y="170"/>
                </a:lnTo>
                <a:lnTo>
                  <a:pt x="507" y="170"/>
                </a:lnTo>
                <a:lnTo>
                  <a:pt x="507" y="169"/>
                </a:lnTo>
                <a:lnTo>
                  <a:pt x="507" y="168"/>
                </a:lnTo>
                <a:lnTo>
                  <a:pt x="507" y="167"/>
                </a:lnTo>
                <a:lnTo>
                  <a:pt x="506" y="166"/>
                </a:lnTo>
                <a:lnTo>
                  <a:pt x="507" y="166"/>
                </a:lnTo>
                <a:lnTo>
                  <a:pt x="507" y="165"/>
                </a:lnTo>
                <a:lnTo>
                  <a:pt x="509" y="164"/>
                </a:lnTo>
                <a:lnTo>
                  <a:pt x="510" y="164"/>
                </a:lnTo>
                <a:lnTo>
                  <a:pt x="511" y="164"/>
                </a:lnTo>
                <a:lnTo>
                  <a:pt x="511" y="162"/>
                </a:lnTo>
                <a:lnTo>
                  <a:pt x="511" y="161"/>
                </a:lnTo>
                <a:lnTo>
                  <a:pt x="510" y="160"/>
                </a:lnTo>
                <a:lnTo>
                  <a:pt x="510" y="161"/>
                </a:lnTo>
                <a:lnTo>
                  <a:pt x="509" y="160"/>
                </a:lnTo>
                <a:lnTo>
                  <a:pt x="510" y="159"/>
                </a:lnTo>
                <a:lnTo>
                  <a:pt x="511" y="159"/>
                </a:lnTo>
                <a:lnTo>
                  <a:pt x="512" y="160"/>
                </a:lnTo>
                <a:lnTo>
                  <a:pt x="513" y="160"/>
                </a:lnTo>
                <a:lnTo>
                  <a:pt x="514" y="160"/>
                </a:lnTo>
                <a:lnTo>
                  <a:pt x="515" y="160"/>
                </a:lnTo>
                <a:lnTo>
                  <a:pt x="515" y="159"/>
                </a:lnTo>
                <a:lnTo>
                  <a:pt x="516" y="159"/>
                </a:lnTo>
                <a:lnTo>
                  <a:pt x="517" y="159"/>
                </a:lnTo>
                <a:lnTo>
                  <a:pt x="517" y="160"/>
                </a:lnTo>
                <a:lnTo>
                  <a:pt x="518" y="160"/>
                </a:lnTo>
                <a:lnTo>
                  <a:pt x="519" y="160"/>
                </a:lnTo>
                <a:lnTo>
                  <a:pt x="519" y="161"/>
                </a:lnTo>
                <a:lnTo>
                  <a:pt x="519" y="162"/>
                </a:lnTo>
                <a:lnTo>
                  <a:pt x="520" y="162"/>
                </a:lnTo>
                <a:lnTo>
                  <a:pt x="521" y="162"/>
                </a:lnTo>
                <a:lnTo>
                  <a:pt x="521" y="161"/>
                </a:lnTo>
                <a:lnTo>
                  <a:pt x="521" y="162"/>
                </a:lnTo>
                <a:lnTo>
                  <a:pt x="523" y="162"/>
                </a:lnTo>
                <a:lnTo>
                  <a:pt x="523" y="163"/>
                </a:lnTo>
                <a:lnTo>
                  <a:pt x="524" y="163"/>
                </a:lnTo>
                <a:lnTo>
                  <a:pt x="524" y="164"/>
                </a:lnTo>
                <a:lnTo>
                  <a:pt x="525" y="164"/>
                </a:lnTo>
                <a:lnTo>
                  <a:pt x="526" y="164"/>
                </a:lnTo>
                <a:lnTo>
                  <a:pt x="526" y="163"/>
                </a:lnTo>
                <a:lnTo>
                  <a:pt x="527" y="163"/>
                </a:lnTo>
                <a:lnTo>
                  <a:pt x="528" y="164"/>
                </a:lnTo>
                <a:lnTo>
                  <a:pt x="529" y="164"/>
                </a:lnTo>
                <a:lnTo>
                  <a:pt x="530" y="164"/>
                </a:lnTo>
                <a:lnTo>
                  <a:pt x="530" y="163"/>
                </a:lnTo>
                <a:lnTo>
                  <a:pt x="531" y="162"/>
                </a:lnTo>
                <a:lnTo>
                  <a:pt x="533" y="160"/>
                </a:lnTo>
                <a:lnTo>
                  <a:pt x="533" y="159"/>
                </a:lnTo>
                <a:lnTo>
                  <a:pt x="536" y="160"/>
                </a:lnTo>
                <a:lnTo>
                  <a:pt x="536" y="161"/>
                </a:lnTo>
                <a:lnTo>
                  <a:pt x="537" y="161"/>
                </a:lnTo>
                <a:lnTo>
                  <a:pt x="537" y="163"/>
                </a:lnTo>
                <a:lnTo>
                  <a:pt x="536" y="163"/>
                </a:lnTo>
                <a:lnTo>
                  <a:pt x="535" y="164"/>
                </a:lnTo>
                <a:lnTo>
                  <a:pt x="536" y="164"/>
                </a:lnTo>
                <a:lnTo>
                  <a:pt x="536" y="165"/>
                </a:lnTo>
                <a:lnTo>
                  <a:pt x="536" y="166"/>
                </a:lnTo>
                <a:lnTo>
                  <a:pt x="536" y="167"/>
                </a:lnTo>
                <a:lnTo>
                  <a:pt x="536" y="169"/>
                </a:lnTo>
                <a:lnTo>
                  <a:pt x="537" y="169"/>
                </a:lnTo>
                <a:lnTo>
                  <a:pt x="538" y="169"/>
                </a:lnTo>
                <a:lnTo>
                  <a:pt x="539" y="169"/>
                </a:lnTo>
                <a:lnTo>
                  <a:pt x="540" y="169"/>
                </a:lnTo>
                <a:lnTo>
                  <a:pt x="541" y="169"/>
                </a:lnTo>
                <a:lnTo>
                  <a:pt x="541" y="170"/>
                </a:lnTo>
                <a:lnTo>
                  <a:pt x="542" y="170"/>
                </a:lnTo>
                <a:lnTo>
                  <a:pt x="542" y="169"/>
                </a:lnTo>
                <a:lnTo>
                  <a:pt x="543" y="170"/>
                </a:lnTo>
                <a:lnTo>
                  <a:pt x="544" y="170"/>
                </a:lnTo>
                <a:lnTo>
                  <a:pt x="545" y="170"/>
                </a:lnTo>
                <a:lnTo>
                  <a:pt x="546" y="169"/>
                </a:lnTo>
                <a:lnTo>
                  <a:pt x="547" y="169"/>
                </a:lnTo>
                <a:lnTo>
                  <a:pt x="548" y="170"/>
                </a:lnTo>
                <a:lnTo>
                  <a:pt x="549" y="170"/>
                </a:lnTo>
                <a:lnTo>
                  <a:pt x="550" y="171"/>
                </a:lnTo>
                <a:lnTo>
                  <a:pt x="550" y="170"/>
                </a:lnTo>
                <a:lnTo>
                  <a:pt x="551" y="170"/>
                </a:lnTo>
                <a:lnTo>
                  <a:pt x="552" y="169"/>
                </a:lnTo>
                <a:lnTo>
                  <a:pt x="553" y="169"/>
                </a:lnTo>
                <a:lnTo>
                  <a:pt x="554" y="170"/>
                </a:lnTo>
                <a:lnTo>
                  <a:pt x="555" y="170"/>
                </a:lnTo>
                <a:lnTo>
                  <a:pt x="556" y="170"/>
                </a:lnTo>
                <a:lnTo>
                  <a:pt x="556" y="169"/>
                </a:lnTo>
                <a:lnTo>
                  <a:pt x="557" y="169"/>
                </a:lnTo>
                <a:lnTo>
                  <a:pt x="558" y="169"/>
                </a:lnTo>
                <a:lnTo>
                  <a:pt x="559" y="169"/>
                </a:lnTo>
                <a:lnTo>
                  <a:pt x="558" y="168"/>
                </a:lnTo>
                <a:lnTo>
                  <a:pt x="558" y="167"/>
                </a:lnTo>
                <a:lnTo>
                  <a:pt x="559" y="167"/>
                </a:lnTo>
                <a:lnTo>
                  <a:pt x="559" y="168"/>
                </a:lnTo>
                <a:lnTo>
                  <a:pt x="559" y="169"/>
                </a:lnTo>
                <a:lnTo>
                  <a:pt x="560" y="169"/>
                </a:lnTo>
                <a:lnTo>
                  <a:pt x="560" y="168"/>
                </a:lnTo>
                <a:lnTo>
                  <a:pt x="561" y="168"/>
                </a:lnTo>
                <a:lnTo>
                  <a:pt x="562" y="168"/>
                </a:lnTo>
                <a:lnTo>
                  <a:pt x="563" y="168"/>
                </a:lnTo>
                <a:lnTo>
                  <a:pt x="563" y="167"/>
                </a:lnTo>
                <a:lnTo>
                  <a:pt x="563" y="166"/>
                </a:lnTo>
                <a:lnTo>
                  <a:pt x="564" y="164"/>
                </a:lnTo>
                <a:lnTo>
                  <a:pt x="564" y="163"/>
                </a:lnTo>
                <a:lnTo>
                  <a:pt x="564" y="161"/>
                </a:lnTo>
                <a:lnTo>
                  <a:pt x="565" y="161"/>
                </a:lnTo>
                <a:lnTo>
                  <a:pt x="566" y="160"/>
                </a:lnTo>
                <a:lnTo>
                  <a:pt x="565" y="160"/>
                </a:lnTo>
                <a:lnTo>
                  <a:pt x="566" y="159"/>
                </a:lnTo>
                <a:lnTo>
                  <a:pt x="567" y="158"/>
                </a:lnTo>
                <a:lnTo>
                  <a:pt x="568" y="158"/>
                </a:lnTo>
                <a:lnTo>
                  <a:pt x="569" y="158"/>
                </a:lnTo>
                <a:lnTo>
                  <a:pt x="570" y="158"/>
                </a:lnTo>
                <a:lnTo>
                  <a:pt x="570" y="157"/>
                </a:lnTo>
                <a:lnTo>
                  <a:pt x="571" y="156"/>
                </a:lnTo>
                <a:lnTo>
                  <a:pt x="570" y="155"/>
                </a:lnTo>
                <a:lnTo>
                  <a:pt x="570" y="154"/>
                </a:lnTo>
                <a:lnTo>
                  <a:pt x="571" y="154"/>
                </a:lnTo>
                <a:lnTo>
                  <a:pt x="571" y="155"/>
                </a:lnTo>
                <a:lnTo>
                  <a:pt x="572" y="155"/>
                </a:lnTo>
                <a:lnTo>
                  <a:pt x="573" y="154"/>
                </a:lnTo>
                <a:lnTo>
                  <a:pt x="574" y="154"/>
                </a:lnTo>
                <a:lnTo>
                  <a:pt x="574" y="153"/>
                </a:lnTo>
                <a:lnTo>
                  <a:pt x="575" y="153"/>
                </a:lnTo>
                <a:lnTo>
                  <a:pt x="575" y="151"/>
                </a:lnTo>
                <a:lnTo>
                  <a:pt x="574" y="149"/>
                </a:lnTo>
                <a:lnTo>
                  <a:pt x="573" y="149"/>
                </a:lnTo>
                <a:lnTo>
                  <a:pt x="573" y="148"/>
                </a:lnTo>
                <a:lnTo>
                  <a:pt x="573" y="147"/>
                </a:lnTo>
                <a:lnTo>
                  <a:pt x="573" y="146"/>
                </a:lnTo>
                <a:lnTo>
                  <a:pt x="574" y="146"/>
                </a:lnTo>
                <a:lnTo>
                  <a:pt x="575" y="146"/>
                </a:lnTo>
                <a:lnTo>
                  <a:pt x="576" y="146"/>
                </a:lnTo>
                <a:lnTo>
                  <a:pt x="576" y="145"/>
                </a:lnTo>
                <a:lnTo>
                  <a:pt x="577" y="144"/>
                </a:lnTo>
                <a:lnTo>
                  <a:pt x="578" y="143"/>
                </a:lnTo>
                <a:lnTo>
                  <a:pt x="579" y="143"/>
                </a:lnTo>
                <a:lnTo>
                  <a:pt x="580" y="142"/>
                </a:lnTo>
                <a:lnTo>
                  <a:pt x="582" y="142"/>
                </a:lnTo>
                <a:lnTo>
                  <a:pt x="584" y="142"/>
                </a:lnTo>
                <a:lnTo>
                  <a:pt x="585" y="141"/>
                </a:lnTo>
                <a:lnTo>
                  <a:pt x="586" y="141"/>
                </a:lnTo>
                <a:lnTo>
                  <a:pt x="587" y="141"/>
                </a:lnTo>
                <a:lnTo>
                  <a:pt x="589" y="143"/>
                </a:lnTo>
                <a:lnTo>
                  <a:pt x="589" y="144"/>
                </a:lnTo>
                <a:lnTo>
                  <a:pt x="589" y="145"/>
                </a:lnTo>
                <a:lnTo>
                  <a:pt x="589" y="146"/>
                </a:lnTo>
                <a:lnTo>
                  <a:pt x="591" y="146"/>
                </a:lnTo>
                <a:lnTo>
                  <a:pt x="592" y="145"/>
                </a:lnTo>
                <a:lnTo>
                  <a:pt x="593" y="145"/>
                </a:lnTo>
                <a:lnTo>
                  <a:pt x="593" y="144"/>
                </a:lnTo>
                <a:lnTo>
                  <a:pt x="594" y="143"/>
                </a:lnTo>
                <a:lnTo>
                  <a:pt x="595" y="142"/>
                </a:lnTo>
                <a:lnTo>
                  <a:pt x="596" y="142"/>
                </a:lnTo>
                <a:lnTo>
                  <a:pt x="596" y="141"/>
                </a:lnTo>
                <a:lnTo>
                  <a:pt x="596" y="140"/>
                </a:lnTo>
                <a:lnTo>
                  <a:pt x="596" y="137"/>
                </a:lnTo>
                <a:lnTo>
                  <a:pt x="598" y="136"/>
                </a:lnTo>
                <a:lnTo>
                  <a:pt x="598" y="135"/>
                </a:lnTo>
                <a:lnTo>
                  <a:pt x="598" y="134"/>
                </a:lnTo>
                <a:lnTo>
                  <a:pt x="598" y="133"/>
                </a:lnTo>
                <a:lnTo>
                  <a:pt x="598" y="132"/>
                </a:lnTo>
                <a:lnTo>
                  <a:pt x="597" y="131"/>
                </a:lnTo>
                <a:lnTo>
                  <a:pt x="597" y="130"/>
                </a:lnTo>
                <a:lnTo>
                  <a:pt x="597" y="129"/>
                </a:lnTo>
                <a:lnTo>
                  <a:pt x="598" y="129"/>
                </a:lnTo>
                <a:lnTo>
                  <a:pt x="598" y="128"/>
                </a:lnTo>
                <a:lnTo>
                  <a:pt x="597" y="128"/>
                </a:lnTo>
                <a:lnTo>
                  <a:pt x="597" y="126"/>
                </a:lnTo>
                <a:lnTo>
                  <a:pt x="598" y="125"/>
                </a:lnTo>
                <a:lnTo>
                  <a:pt x="599" y="124"/>
                </a:lnTo>
                <a:lnTo>
                  <a:pt x="599" y="123"/>
                </a:lnTo>
                <a:lnTo>
                  <a:pt x="598" y="122"/>
                </a:lnTo>
                <a:lnTo>
                  <a:pt x="598" y="121"/>
                </a:lnTo>
                <a:lnTo>
                  <a:pt x="598" y="120"/>
                </a:lnTo>
                <a:lnTo>
                  <a:pt x="598" y="119"/>
                </a:lnTo>
                <a:lnTo>
                  <a:pt x="598" y="117"/>
                </a:lnTo>
                <a:lnTo>
                  <a:pt x="598" y="116"/>
                </a:lnTo>
                <a:lnTo>
                  <a:pt x="599" y="115"/>
                </a:lnTo>
                <a:lnTo>
                  <a:pt x="600" y="114"/>
                </a:lnTo>
                <a:lnTo>
                  <a:pt x="600" y="115"/>
                </a:lnTo>
                <a:lnTo>
                  <a:pt x="601" y="115"/>
                </a:lnTo>
                <a:lnTo>
                  <a:pt x="601" y="114"/>
                </a:lnTo>
                <a:lnTo>
                  <a:pt x="602" y="114"/>
                </a:lnTo>
                <a:lnTo>
                  <a:pt x="601" y="114"/>
                </a:lnTo>
                <a:lnTo>
                  <a:pt x="601" y="113"/>
                </a:lnTo>
                <a:lnTo>
                  <a:pt x="602" y="113"/>
                </a:lnTo>
                <a:lnTo>
                  <a:pt x="603" y="113"/>
                </a:lnTo>
                <a:lnTo>
                  <a:pt x="604" y="113"/>
                </a:lnTo>
                <a:lnTo>
                  <a:pt x="604" y="112"/>
                </a:lnTo>
                <a:lnTo>
                  <a:pt x="604" y="111"/>
                </a:lnTo>
                <a:lnTo>
                  <a:pt x="604" y="110"/>
                </a:lnTo>
                <a:lnTo>
                  <a:pt x="604" y="109"/>
                </a:lnTo>
                <a:lnTo>
                  <a:pt x="606" y="110"/>
                </a:lnTo>
                <a:lnTo>
                  <a:pt x="606" y="111"/>
                </a:lnTo>
                <a:lnTo>
                  <a:pt x="607" y="112"/>
                </a:lnTo>
                <a:lnTo>
                  <a:pt x="608" y="111"/>
                </a:lnTo>
                <a:lnTo>
                  <a:pt x="609" y="111"/>
                </a:lnTo>
                <a:lnTo>
                  <a:pt x="610" y="110"/>
                </a:lnTo>
                <a:lnTo>
                  <a:pt x="610" y="109"/>
                </a:lnTo>
                <a:lnTo>
                  <a:pt x="611" y="109"/>
                </a:lnTo>
                <a:lnTo>
                  <a:pt x="611" y="110"/>
                </a:lnTo>
                <a:lnTo>
                  <a:pt x="612" y="111"/>
                </a:lnTo>
                <a:lnTo>
                  <a:pt x="614" y="110"/>
                </a:lnTo>
                <a:lnTo>
                  <a:pt x="614" y="109"/>
                </a:lnTo>
                <a:lnTo>
                  <a:pt x="614" y="108"/>
                </a:lnTo>
                <a:lnTo>
                  <a:pt x="616" y="108"/>
                </a:lnTo>
                <a:lnTo>
                  <a:pt x="617" y="108"/>
                </a:lnTo>
                <a:lnTo>
                  <a:pt x="618" y="108"/>
                </a:lnTo>
                <a:lnTo>
                  <a:pt x="620" y="108"/>
                </a:lnTo>
                <a:lnTo>
                  <a:pt x="621" y="108"/>
                </a:lnTo>
                <a:lnTo>
                  <a:pt x="621" y="109"/>
                </a:lnTo>
                <a:lnTo>
                  <a:pt x="622" y="109"/>
                </a:lnTo>
                <a:lnTo>
                  <a:pt x="623" y="110"/>
                </a:lnTo>
                <a:lnTo>
                  <a:pt x="622" y="111"/>
                </a:lnTo>
                <a:lnTo>
                  <a:pt x="622" y="112"/>
                </a:lnTo>
                <a:lnTo>
                  <a:pt x="623" y="113"/>
                </a:lnTo>
                <a:lnTo>
                  <a:pt x="624" y="113"/>
                </a:lnTo>
                <a:lnTo>
                  <a:pt x="624" y="114"/>
                </a:lnTo>
                <a:lnTo>
                  <a:pt x="624" y="115"/>
                </a:lnTo>
                <a:lnTo>
                  <a:pt x="623" y="115"/>
                </a:lnTo>
                <a:lnTo>
                  <a:pt x="623" y="116"/>
                </a:lnTo>
                <a:lnTo>
                  <a:pt x="623" y="117"/>
                </a:lnTo>
                <a:lnTo>
                  <a:pt x="622" y="117"/>
                </a:lnTo>
                <a:lnTo>
                  <a:pt x="621" y="118"/>
                </a:lnTo>
                <a:lnTo>
                  <a:pt x="621" y="119"/>
                </a:lnTo>
                <a:lnTo>
                  <a:pt x="621" y="120"/>
                </a:lnTo>
                <a:lnTo>
                  <a:pt x="622" y="120"/>
                </a:lnTo>
                <a:lnTo>
                  <a:pt x="622" y="121"/>
                </a:lnTo>
                <a:lnTo>
                  <a:pt x="622" y="122"/>
                </a:lnTo>
                <a:lnTo>
                  <a:pt x="622" y="123"/>
                </a:lnTo>
                <a:lnTo>
                  <a:pt x="622" y="124"/>
                </a:lnTo>
                <a:lnTo>
                  <a:pt x="623" y="125"/>
                </a:lnTo>
                <a:lnTo>
                  <a:pt x="623" y="126"/>
                </a:lnTo>
                <a:lnTo>
                  <a:pt x="624" y="126"/>
                </a:lnTo>
                <a:lnTo>
                  <a:pt x="625" y="126"/>
                </a:lnTo>
                <a:lnTo>
                  <a:pt x="626" y="126"/>
                </a:lnTo>
                <a:lnTo>
                  <a:pt x="627" y="126"/>
                </a:lnTo>
                <a:lnTo>
                  <a:pt x="629" y="126"/>
                </a:lnTo>
                <a:lnTo>
                  <a:pt x="630" y="126"/>
                </a:lnTo>
                <a:lnTo>
                  <a:pt x="631" y="126"/>
                </a:lnTo>
                <a:lnTo>
                  <a:pt x="631" y="127"/>
                </a:lnTo>
                <a:lnTo>
                  <a:pt x="631" y="129"/>
                </a:lnTo>
                <a:lnTo>
                  <a:pt x="630" y="130"/>
                </a:lnTo>
                <a:lnTo>
                  <a:pt x="630" y="131"/>
                </a:lnTo>
                <a:lnTo>
                  <a:pt x="630" y="132"/>
                </a:lnTo>
                <a:lnTo>
                  <a:pt x="629" y="133"/>
                </a:lnTo>
                <a:lnTo>
                  <a:pt x="629" y="134"/>
                </a:lnTo>
                <a:lnTo>
                  <a:pt x="630" y="134"/>
                </a:lnTo>
                <a:lnTo>
                  <a:pt x="631" y="134"/>
                </a:lnTo>
                <a:lnTo>
                  <a:pt x="632" y="134"/>
                </a:lnTo>
                <a:lnTo>
                  <a:pt x="633" y="134"/>
                </a:lnTo>
                <a:lnTo>
                  <a:pt x="634" y="133"/>
                </a:lnTo>
                <a:lnTo>
                  <a:pt x="634" y="134"/>
                </a:lnTo>
                <a:lnTo>
                  <a:pt x="637" y="136"/>
                </a:lnTo>
                <a:lnTo>
                  <a:pt x="637" y="137"/>
                </a:lnTo>
                <a:lnTo>
                  <a:pt x="638" y="137"/>
                </a:lnTo>
                <a:lnTo>
                  <a:pt x="639" y="138"/>
                </a:lnTo>
                <a:lnTo>
                  <a:pt x="638" y="138"/>
                </a:lnTo>
                <a:lnTo>
                  <a:pt x="638" y="139"/>
                </a:lnTo>
                <a:lnTo>
                  <a:pt x="638" y="141"/>
                </a:lnTo>
                <a:lnTo>
                  <a:pt x="639" y="141"/>
                </a:lnTo>
                <a:lnTo>
                  <a:pt x="640" y="143"/>
                </a:lnTo>
                <a:lnTo>
                  <a:pt x="639" y="143"/>
                </a:lnTo>
                <a:lnTo>
                  <a:pt x="639" y="144"/>
                </a:lnTo>
                <a:lnTo>
                  <a:pt x="640" y="145"/>
                </a:lnTo>
                <a:lnTo>
                  <a:pt x="640" y="146"/>
                </a:lnTo>
                <a:lnTo>
                  <a:pt x="640" y="147"/>
                </a:lnTo>
                <a:lnTo>
                  <a:pt x="640" y="148"/>
                </a:lnTo>
                <a:lnTo>
                  <a:pt x="639" y="149"/>
                </a:lnTo>
                <a:lnTo>
                  <a:pt x="640" y="151"/>
                </a:lnTo>
                <a:lnTo>
                  <a:pt x="640" y="152"/>
                </a:lnTo>
                <a:lnTo>
                  <a:pt x="638" y="153"/>
                </a:lnTo>
                <a:lnTo>
                  <a:pt x="637" y="153"/>
                </a:lnTo>
                <a:lnTo>
                  <a:pt x="637" y="154"/>
                </a:lnTo>
                <a:lnTo>
                  <a:pt x="638" y="155"/>
                </a:lnTo>
                <a:lnTo>
                  <a:pt x="639" y="156"/>
                </a:lnTo>
                <a:lnTo>
                  <a:pt x="640" y="156"/>
                </a:lnTo>
                <a:lnTo>
                  <a:pt x="641" y="156"/>
                </a:lnTo>
                <a:lnTo>
                  <a:pt x="641" y="157"/>
                </a:lnTo>
                <a:lnTo>
                  <a:pt x="641" y="158"/>
                </a:lnTo>
                <a:lnTo>
                  <a:pt x="642" y="159"/>
                </a:lnTo>
                <a:lnTo>
                  <a:pt x="642" y="160"/>
                </a:lnTo>
                <a:lnTo>
                  <a:pt x="643" y="160"/>
                </a:lnTo>
                <a:lnTo>
                  <a:pt x="644" y="160"/>
                </a:lnTo>
                <a:lnTo>
                  <a:pt x="645" y="160"/>
                </a:lnTo>
                <a:lnTo>
                  <a:pt x="645" y="161"/>
                </a:lnTo>
                <a:lnTo>
                  <a:pt x="646" y="161"/>
                </a:lnTo>
                <a:lnTo>
                  <a:pt x="646" y="162"/>
                </a:lnTo>
                <a:lnTo>
                  <a:pt x="647" y="162"/>
                </a:lnTo>
                <a:lnTo>
                  <a:pt x="647" y="163"/>
                </a:lnTo>
                <a:lnTo>
                  <a:pt x="648" y="163"/>
                </a:lnTo>
                <a:lnTo>
                  <a:pt x="648" y="164"/>
                </a:lnTo>
                <a:lnTo>
                  <a:pt x="649" y="164"/>
                </a:lnTo>
                <a:lnTo>
                  <a:pt x="649" y="165"/>
                </a:lnTo>
                <a:lnTo>
                  <a:pt x="649" y="164"/>
                </a:lnTo>
                <a:lnTo>
                  <a:pt x="650" y="164"/>
                </a:lnTo>
                <a:lnTo>
                  <a:pt x="650" y="165"/>
                </a:lnTo>
                <a:lnTo>
                  <a:pt x="650" y="166"/>
                </a:lnTo>
                <a:lnTo>
                  <a:pt x="649" y="166"/>
                </a:lnTo>
                <a:lnTo>
                  <a:pt x="649" y="167"/>
                </a:lnTo>
                <a:lnTo>
                  <a:pt x="649" y="168"/>
                </a:lnTo>
                <a:lnTo>
                  <a:pt x="650" y="168"/>
                </a:lnTo>
                <a:lnTo>
                  <a:pt x="651" y="169"/>
                </a:lnTo>
                <a:lnTo>
                  <a:pt x="651" y="170"/>
                </a:lnTo>
                <a:lnTo>
                  <a:pt x="653" y="170"/>
                </a:lnTo>
                <a:lnTo>
                  <a:pt x="654" y="170"/>
                </a:lnTo>
                <a:lnTo>
                  <a:pt x="655" y="171"/>
                </a:lnTo>
                <a:lnTo>
                  <a:pt x="654" y="171"/>
                </a:lnTo>
                <a:lnTo>
                  <a:pt x="654" y="172"/>
                </a:lnTo>
                <a:lnTo>
                  <a:pt x="655" y="172"/>
                </a:lnTo>
                <a:lnTo>
                  <a:pt x="655" y="173"/>
                </a:lnTo>
                <a:lnTo>
                  <a:pt x="656" y="173"/>
                </a:lnTo>
                <a:lnTo>
                  <a:pt x="657" y="173"/>
                </a:lnTo>
                <a:lnTo>
                  <a:pt x="658" y="174"/>
                </a:lnTo>
                <a:lnTo>
                  <a:pt x="657" y="175"/>
                </a:lnTo>
                <a:lnTo>
                  <a:pt x="656" y="174"/>
                </a:lnTo>
                <a:lnTo>
                  <a:pt x="655" y="174"/>
                </a:lnTo>
                <a:lnTo>
                  <a:pt x="655" y="175"/>
                </a:lnTo>
                <a:lnTo>
                  <a:pt x="656" y="176"/>
                </a:lnTo>
                <a:lnTo>
                  <a:pt x="656" y="177"/>
                </a:lnTo>
                <a:lnTo>
                  <a:pt x="656" y="178"/>
                </a:lnTo>
                <a:lnTo>
                  <a:pt x="657" y="178"/>
                </a:lnTo>
                <a:lnTo>
                  <a:pt x="658" y="178"/>
                </a:lnTo>
                <a:lnTo>
                  <a:pt x="660" y="178"/>
                </a:lnTo>
                <a:lnTo>
                  <a:pt x="660" y="177"/>
                </a:lnTo>
                <a:lnTo>
                  <a:pt x="661" y="177"/>
                </a:lnTo>
                <a:lnTo>
                  <a:pt x="662" y="177"/>
                </a:lnTo>
                <a:lnTo>
                  <a:pt x="663" y="177"/>
                </a:lnTo>
                <a:lnTo>
                  <a:pt x="663" y="178"/>
                </a:lnTo>
                <a:lnTo>
                  <a:pt x="664" y="178"/>
                </a:lnTo>
                <a:lnTo>
                  <a:pt x="665" y="179"/>
                </a:lnTo>
                <a:lnTo>
                  <a:pt x="665" y="178"/>
                </a:lnTo>
                <a:lnTo>
                  <a:pt x="666" y="177"/>
                </a:lnTo>
                <a:lnTo>
                  <a:pt x="668" y="177"/>
                </a:lnTo>
                <a:lnTo>
                  <a:pt x="669" y="178"/>
                </a:lnTo>
                <a:lnTo>
                  <a:pt x="669" y="177"/>
                </a:lnTo>
                <a:lnTo>
                  <a:pt x="669" y="176"/>
                </a:lnTo>
                <a:lnTo>
                  <a:pt x="668" y="176"/>
                </a:lnTo>
                <a:lnTo>
                  <a:pt x="667" y="175"/>
                </a:lnTo>
                <a:lnTo>
                  <a:pt x="668" y="174"/>
                </a:lnTo>
                <a:lnTo>
                  <a:pt x="668" y="173"/>
                </a:lnTo>
                <a:lnTo>
                  <a:pt x="669" y="173"/>
                </a:lnTo>
                <a:lnTo>
                  <a:pt x="669" y="172"/>
                </a:lnTo>
                <a:lnTo>
                  <a:pt x="669" y="173"/>
                </a:lnTo>
                <a:lnTo>
                  <a:pt x="670" y="173"/>
                </a:lnTo>
                <a:lnTo>
                  <a:pt x="671" y="174"/>
                </a:lnTo>
                <a:lnTo>
                  <a:pt x="673" y="174"/>
                </a:lnTo>
                <a:lnTo>
                  <a:pt x="674" y="174"/>
                </a:lnTo>
                <a:lnTo>
                  <a:pt x="673" y="175"/>
                </a:lnTo>
                <a:lnTo>
                  <a:pt x="673" y="176"/>
                </a:lnTo>
                <a:lnTo>
                  <a:pt x="675" y="176"/>
                </a:lnTo>
                <a:lnTo>
                  <a:pt x="675" y="175"/>
                </a:lnTo>
                <a:lnTo>
                  <a:pt x="675" y="174"/>
                </a:lnTo>
                <a:lnTo>
                  <a:pt x="677" y="173"/>
                </a:lnTo>
                <a:lnTo>
                  <a:pt x="678" y="174"/>
                </a:lnTo>
                <a:lnTo>
                  <a:pt x="679" y="174"/>
                </a:lnTo>
                <a:lnTo>
                  <a:pt x="679" y="173"/>
                </a:lnTo>
                <a:lnTo>
                  <a:pt x="679" y="172"/>
                </a:lnTo>
                <a:lnTo>
                  <a:pt x="680" y="172"/>
                </a:lnTo>
                <a:lnTo>
                  <a:pt x="683" y="172"/>
                </a:lnTo>
                <a:lnTo>
                  <a:pt x="684" y="172"/>
                </a:lnTo>
                <a:lnTo>
                  <a:pt x="685" y="172"/>
                </a:lnTo>
                <a:lnTo>
                  <a:pt x="686" y="172"/>
                </a:lnTo>
                <a:lnTo>
                  <a:pt x="687" y="172"/>
                </a:lnTo>
                <a:lnTo>
                  <a:pt x="687" y="171"/>
                </a:lnTo>
                <a:lnTo>
                  <a:pt x="687" y="170"/>
                </a:lnTo>
                <a:lnTo>
                  <a:pt x="686" y="170"/>
                </a:lnTo>
                <a:lnTo>
                  <a:pt x="685" y="169"/>
                </a:lnTo>
                <a:lnTo>
                  <a:pt x="686" y="168"/>
                </a:lnTo>
                <a:lnTo>
                  <a:pt x="685" y="168"/>
                </a:lnTo>
                <a:lnTo>
                  <a:pt x="685" y="167"/>
                </a:lnTo>
                <a:lnTo>
                  <a:pt x="686" y="167"/>
                </a:lnTo>
                <a:lnTo>
                  <a:pt x="687" y="167"/>
                </a:lnTo>
                <a:lnTo>
                  <a:pt x="687" y="166"/>
                </a:lnTo>
                <a:lnTo>
                  <a:pt x="687" y="165"/>
                </a:lnTo>
                <a:lnTo>
                  <a:pt x="688" y="164"/>
                </a:lnTo>
                <a:lnTo>
                  <a:pt x="689" y="163"/>
                </a:lnTo>
                <a:lnTo>
                  <a:pt x="689" y="162"/>
                </a:lnTo>
                <a:lnTo>
                  <a:pt x="688" y="162"/>
                </a:lnTo>
                <a:lnTo>
                  <a:pt x="688" y="163"/>
                </a:lnTo>
                <a:lnTo>
                  <a:pt x="687" y="162"/>
                </a:lnTo>
                <a:lnTo>
                  <a:pt x="687" y="161"/>
                </a:lnTo>
                <a:lnTo>
                  <a:pt x="688" y="161"/>
                </a:lnTo>
                <a:lnTo>
                  <a:pt x="689" y="160"/>
                </a:lnTo>
                <a:lnTo>
                  <a:pt x="690" y="160"/>
                </a:lnTo>
                <a:lnTo>
                  <a:pt x="691" y="159"/>
                </a:lnTo>
                <a:lnTo>
                  <a:pt x="692" y="159"/>
                </a:lnTo>
                <a:lnTo>
                  <a:pt x="693" y="159"/>
                </a:lnTo>
                <a:lnTo>
                  <a:pt x="693" y="158"/>
                </a:lnTo>
                <a:lnTo>
                  <a:pt x="694" y="157"/>
                </a:lnTo>
                <a:lnTo>
                  <a:pt x="695" y="157"/>
                </a:lnTo>
                <a:lnTo>
                  <a:pt x="696" y="158"/>
                </a:lnTo>
                <a:lnTo>
                  <a:pt x="697" y="158"/>
                </a:lnTo>
                <a:lnTo>
                  <a:pt x="696" y="158"/>
                </a:lnTo>
                <a:lnTo>
                  <a:pt x="696" y="159"/>
                </a:lnTo>
                <a:lnTo>
                  <a:pt x="697" y="159"/>
                </a:lnTo>
                <a:lnTo>
                  <a:pt x="697" y="160"/>
                </a:lnTo>
                <a:lnTo>
                  <a:pt x="698" y="160"/>
                </a:lnTo>
                <a:lnTo>
                  <a:pt x="700" y="162"/>
                </a:lnTo>
                <a:lnTo>
                  <a:pt x="702" y="163"/>
                </a:lnTo>
                <a:lnTo>
                  <a:pt x="703" y="164"/>
                </a:lnTo>
                <a:lnTo>
                  <a:pt x="705" y="164"/>
                </a:lnTo>
                <a:lnTo>
                  <a:pt x="705" y="163"/>
                </a:lnTo>
                <a:lnTo>
                  <a:pt x="705" y="162"/>
                </a:lnTo>
                <a:lnTo>
                  <a:pt x="706" y="162"/>
                </a:lnTo>
                <a:lnTo>
                  <a:pt x="707" y="161"/>
                </a:lnTo>
                <a:lnTo>
                  <a:pt x="708" y="159"/>
                </a:lnTo>
                <a:lnTo>
                  <a:pt x="709" y="158"/>
                </a:lnTo>
                <a:lnTo>
                  <a:pt x="709" y="157"/>
                </a:lnTo>
                <a:lnTo>
                  <a:pt x="710" y="156"/>
                </a:lnTo>
                <a:lnTo>
                  <a:pt x="712" y="155"/>
                </a:lnTo>
                <a:lnTo>
                  <a:pt x="712" y="154"/>
                </a:lnTo>
                <a:lnTo>
                  <a:pt x="712" y="153"/>
                </a:lnTo>
                <a:lnTo>
                  <a:pt x="712" y="152"/>
                </a:lnTo>
                <a:lnTo>
                  <a:pt x="713" y="151"/>
                </a:lnTo>
                <a:lnTo>
                  <a:pt x="714" y="151"/>
                </a:lnTo>
                <a:lnTo>
                  <a:pt x="715" y="151"/>
                </a:lnTo>
                <a:lnTo>
                  <a:pt x="717" y="151"/>
                </a:lnTo>
                <a:lnTo>
                  <a:pt x="718" y="151"/>
                </a:lnTo>
                <a:lnTo>
                  <a:pt x="719" y="149"/>
                </a:lnTo>
                <a:lnTo>
                  <a:pt x="718" y="148"/>
                </a:lnTo>
                <a:lnTo>
                  <a:pt x="717" y="148"/>
                </a:lnTo>
                <a:lnTo>
                  <a:pt x="717" y="147"/>
                </a:lnTo>
                <a:lnTo>
                  <a:pt x="717" y="146"/>
                </a:lnTo>
                <a:lnTo>
                  <a:pt x="717" y="145"/>
                </a:lnTo>
                <a:lnTo>
                  <a:pt x="718" y="145"/>
                </a:lnTo>
                <a:lnTo>
                  <a:pt x="720" y="144"/>
                </a:lnTo>
                <a:lnTo>
                  <a:pt x="721" y="144"/>
                </a:lnTo>
                <a:lnTo>
                  <a:pt x="722" y="144"/>
                </a:lnTo>
                <a:lnTo>
                  <a:pt x="722" y="143"/>
                </a:lnTo>
                <a:lnTo>
                  <a:pt x="723" y="143"/>
                </a:lnTo>
                <a:lnTo>
                  <a:pt x="724" y="144"/>
                </a:lnTo>
                <a:lnTo>
                  <a:pt x="725" y="144"/>
                </a:lnTo>
                <a:lnTo>
                  <a:pt x="726" y="144"/>
                </a:lnTo>
                <a:lnTo>
                  <a:pt x="727" y="143"/>
                </a:lnTo>
                <a:lnTo>
                  <a:pt x="729" y="142"/>
                </a:lnTo>
                <a:lnTo>
                  <a:pt x="730" y="142"/>
                </a:lnTo>
                <a:lnTo>
                  <a:pt x="731" y="143"/>
                </a:lnTo>
                <a:lnTo>
                  <a:pt x="733" y="143"/>
                </a:lnTo>
                <a:lnTo>
                  <a:pt x="734" y="142"/>
                </a:lnTo>
                <a:lnTo>
                  <a:pt x="734" y="141"/>
                </a:lnTo>
                <a:lnTo>
                  <a:pt x="735" y="141"/>
                </a:lnTo>
                <a:lnTo>
                  <a:pt x="736" y="141"/>
                </a:lnTo>
                <a:lnTo>
                  <a:pt x="736" y="140"/>
                </a:lnTo>
                <a:lnTo>
                  <a:pt x="737" y="140"/>
                </a:lnTo>
                <a:lnTo>
                  <a:pt x="737" y="139"/>
                </a:lnTo>
                <a:lnTo>
                  <a:pt x="738" y="139"/>
                </a:lnTo>
                <a:lnTo>
                  <a:pt x="737" y="138"/>
                </a:lnTo>
                <a:lnTo>
                  <a:pt x="738" y="138"/>
                </a:lnTo>
                <a:lnTo>
                  <a:pt x="739" y="139"/>
                </a:lnTo>
                <a:lnTo>
                  <a:pt x="740" y="140"/>
                </a:lnTo>
                <a:lnTo>
                  <a:pt x="741" y="141"/>
                </a:lnTo>
                <a:lnTo>
                  <a:pt x="741" y="142"/>
                </a:lnTo>
                <a:lnTo>
                  <a:pt x="740" y="142"/>
                </a:lnTo>
                <a:lnTo>
                  <a:pt x="740" y="143"/>
                </a:lnTo>
                <a:lnTo>
                  <a:pt x="740" y="144"/>
                </a:lnTo>
                <a:lnTo>
                  <a:pt x="741" y="144"/>
                </a:lnTo>
                <a:lnTo>
                  <a:pt x="742" y="145"/>
                </a:lnTo>
                <a:lnTo>
                  <a:pt x="742" y="146"/>
                </a:lnTo>
                <a:lnTo>
                  <a:pt x="743" y="148"/>
                </a:lnTo>
                <a:lnTo>
                  <a:pt x="744" y="148"/>
                </a:lnTo>
                <a:lnTo>
                  <a:pt x="745" y="147"/>
                </a:lnTo>
                <a:lnTo>
                  <a:pt x="745" y="146"/>
                </a:lnTo>
                <a:lnTo>
                  <a:pt x="746" y="146"/>
                </a:lnTo>
                <a:lnTo>
                  <a:pt x="747" y="146"/>
                </a:lnTo>
                <a:lnTo>
                  <a:pt x="748" y="146"/>
                </a:lnTo>
                <a:lnTo>
                  <a:pt x="749" y="146"/>
                </a:lnTo>
                <a:lnTo>
                  <a:pt x="750" y="145"/>
                </a:lnTo>
                <a:lnTo>
                  <a:pt x="751" y="143"/>
                </a:lnTo>
                <a:lnTo>
                  <a:pt x="751" y="142"/>
                </a:lnTo>
                <a:lnTo>
                  <a:pt x="751" y="143"/>
                </a:lnTo>
                <a:lnTo>
                  <a:pt x="752" y="144"/>
                </a:lnTo>
                <a:lnTo>
                  <a:pt x="751" y="144"/>
                </a:lnTo>
                <a:lnTo>
                  <a:pt x="752" y="145"/>
                </a:lnTo>
                <a:lnTo>
                  <a:pt x="753" y="145"/>
                </a:lnTo>
                <a:lnTo>
                  <a:pt x="754" y="144"/>
                </a:lnTo>
                <a:lnTo>
                  <a:pt x="755" y="144"/>
                </a:lnTo>
                <a:lnTo>
                  <a:pt x="756" y="144"/>
                </a:lnTo>
                <a:lnTo>
                  <a:pt x="757" y="146"/>
                </a:lnTo>
                <a:lnTo>
                  <a:pt x="757" y="149"/>
                </a:lnTo>
                <a:lnTo>
                  <a:pt x="757" y="150"/>
                </a:lnTo>
                <a:lnTo>
                  <a:pt x="757" y="151"/>
                </a:lnTo>
                <a:lnTo>
                  <a:pt x="758" y="151"/>
                </a:lnTo>
                <a:lnTo>
                  <a:pt x="758" y="152"/>
                </a:lnTo>
                <a:lnTo>
                  <a:pt x="759" y="152"/>
                </a:lnTo>
                <a:lnTo>
                  <a:pt x="759" y="153"/>
                </a:lnTo>
                <a:lnTo>
                  <a:pt x="758" y="153"/>
                </a:lnTo>
                <a:lnTo>
                  <a:pt x="758" y="154"/>
                </a:lnTo>
                <a:lnTo>
                  <a:pt x="758" y="155"/>
                </a:lnTo>
                <a:lnTo>
                  <a:pt x="759" y="155"/>
                </a:lnTo>
                <a:lnTo>
                  <a:pt x="760" y="155"/>
                </a:lnTo>
                <a:lnTo>
                  <a:pt x="760" y="156"/>
                </a:lnTo>
                <a:lnTo>
                  <a:pt x="762" y="157"/>
                </a:lnTo>
                <a:lnTo>
                  <a:pt x="763" y="157"/>
                </a:lnTo>
                <a:lnTo>
                  <a:pt x="764" y="158"/>
                </a:lnTo>
                <a:lnTo>
                  <a:pt x="764" y="159"/>
                </a:lnTo>
                <a:lnTo>
                  <a:pt x="765" y="160"/>
                </a:lnTo>
                <a:lnTo>
                  <a:pt x="766" y="161"/>
                </a:lnTo>
                <a:lnTo>
                  <a:pt x="767" y="161"/>
                </a:lnTo>
                <a:lnTo>
                  <a:pt x="768" y="161"/>
                </a:lnTo>
                <a:lnTo>
                  <a:pt x="768" y="162"/>
                </a:lnTo>
                <a:lnTo>
                  <a:pt x="769" y="163"/>
                </a:lnTo>
                <a:lnTo>
                  <a:pt x="770" y="164"/>
                </a:lnTo>
                <a:lnTo>
                  <a:pt x="770" y="165"/>
                </a:lnTo>
                <a:lnTo>
                  <a:pt x="770" y="166"/>
                </a:lnTo>
                <a:lnTo>
                  <a:pt x="770" y="167"/>
                </a:lnTo>
                <a:lnTo>
                  <a:pt x="772" y="168"/>
                </a:lnTo>
                <a:lnTo>
                  <a:pt x="773" y="168"/>
                </a:lnTo>
                <a:lnTo>
                  <a:pt x="774" y="168"/>
                </a:lnTo>
                <a:lnTo>
                  <a:pt x="775" y="169"/>
                </a:lnTo>
                <a:lnTo>
                  <a:pt x="776" y="170"/>
                </a:lnTo>
                <a:lnTo>
                  <a:pt x="774" y="172"/>
                </a:lnTo>
                <a:lnTo>
                  <a:pt x="774" y="171"/>
                </a:lnTo>
                <a:lnTo>
                  <a:pt x="773" y="171"/>
                </a:lnTo>
                <a:lnTo>
                  <a:pt x="772" y="171"/>
                </a:lnTo>
                <a:lnTo>
                  <a:pt x="770" y="172"/>
                </a:lnTo>
                <a:lnTo>
                  <a:pt x="770" y="174"/>
                </a:lnTo>
                <a:lnTo>
                  <a:pt x="772" y="175"/>
                </a:lnTo>
                <a:lnTo>
                  <a:pt x="773" y="176"/>
                </a:lnTo>
                <a:lnTo>
                  <a:pt x="774" y="176"/>
                </a:lnTo>
                <a:lnTo>
                  <a:pt x="773" y="178"/>
                </a:lnTo>
                <a:lnTo>
                  <a:pt x="772" y="178"/>
                </a:lnTo>
                <a:lnTo>
                  <a:pt x="772" y="179"/>
                </a:lnTo>
                <a:lnTo>
                  <a:pt x="772" y="180"/>
                </a:lnTo>
                <a:lnTo>
                  <a:pt x="772" y="179"/>
                </a:lnTo>
                <a:lnTo>
                  <a:pt x="771" y="179"/>
                </a:lnTo>
                <a:lnTo>
                  <a:pt x="772" y="178"/>
                </a:lnTo>
                <a:lnTo>
                  <a:pt x="772" y="177"/>
                </a:lnTo>
                <a:lnTo>
                  <a:pt x="771" y="177"/>
                </a:lnTo>
                <a:lnTo>
                  <a:pt x="770" y="176"/>
                </a:lnTo>
                <a:lnTo>
                  <a:pt x="769" y="176"/>
                </a:lnTo>
                <a:lnTo>
                  <a:pt x="768" y="177"/>
                </a:lnTo>
                <a:lnTo>
                  <a:pt x="768" y="176"/>
                </a:lnTo>
                <a:lnTo>
                  <a:pt x="768" y="175"/>
                </a:lnTo>
                <a:lnTo>
                  <a:pt x="767" y="175"/>
                </a:lnTo>
                <a:lnTo>
                  <a:pt x="766" y="175"/>
                </a:lnTo>
                <a:lnTo>
                  <a:pt x="766" y="174"/>
                </a:lnTo>
                <a:lnTo>
                  <a:pt x="765" y="174"/>
                </a:lnTo>
                <a:lnTo>
                  <a:pt x="763" y="175"/>
                </a:lnTo>
                <a:lnTo>
                  <a:pt x="762" y="176"/>
                </a:lnTo>
                <a:lnTo>
                  <a:pt x="762" y="177"/>
                </a:lnTo>
                <a:lnTo>
                  <a:pt x="761" y="178"/>
                </a:lnTo>
                <a:lnTo>
                  <a:pt x="760" y="178"/>
                </a:lnTo>
                <a:lnTo>
                  <a:pt x="760" y="177"/>
                </a:lnTo>
                <a:lnTo>
                  <a:pt x="759" y="177"/>
                </a:lnTo>
                <a:lnTo>
                  <a:pt x="759" y="176"/>
                </a:lnTo>
                <a:lnTo>
                  <a:pt x="758" y="176"/>
                </a:lnTo>
                <a:lnTo>
                  <a:pt x="758" y="177"/>
                </a:lnTo>
                <a:lnTo>
                  <a:pt x="757" y="178"/>
                </a:lnTo>
                <a:lnTo>
                  <a:pt x="755" y="180"/>
                </a:lnTo>
                <a:lnTo>
                  <a:pt x="753" y="177"/>
                </a:lnTo>
                <a:lnTo>
                  <a:pt x="753" y="176"/>
                </a:lnTo>
                <a:lnTo>
                  <a:pt x="752" y="174"/>
                </a:lnTo>
                <a:lnTo>
                  <a:pt x="753" y="172"/>
                </a:lnTo>
                <a:lnTo>
                  <a:pt x="754" y="171"/>
                </a:lnTo>
                <a:lnTo>
                  <a:pt x="754" y="170"/>
                </a:lnTo>
                <a:lnTo>
                  <a:pt x="755" y="170"/>
                </a:lnTo>
                <a:lnTo>
                  <a:pt x="755" y="169"/>
                </a:lnTo>
                <a:lnTo>
                  <a:pt x="756" y="168"/>
                </a:lnTo>
                <a:lnTo>
                  <a:pt x="756" y="167"/>
                </a:lnTo>
                <a:lnTo>
                  <a:pt x="757" y="167"/>
                </a:lnTo>
                <a:lnTo>
                  <a:pt x="757" y="166"/>
                </a:lnTo>
                <a:lnTo>
                  <a:pt x="757" y="167"/>
                </a:lnTo>
                <a:lnTo>
                  <a:pt x="756" y="167"/>
                </a:lnTo>
                <a:lnTo>
                  <a:pt x="756" y="168"/>
                </a:lnTo>
                <a:lnTo>
                  <a:pt x="754" y="169"/>
                </a:lnTo>
                <a:lnTo>
                  <a:pt x="752" y="171"/>
                </a:lnTo>
                <a:lnTo>
                  <a:pt x="751" y="171"/>
                </a:lnTo>
                <a:lnTo>
                  <a:pt x="751" y="170"/>
                </a:lnTo>
                <a:lnTo>
                  <a:pt x="752" y="169"/>
                </a:lnTo>
                <a:lnTo>
                  <a:pt x="751" y="168"/>
                </a:lnTo>
                <a:lnTo>
                  <a:pt x="750" y="167"/>
                </a:lnTo>
                <a:lnTo>
                  <a:pt x="749" y="168"/>
                </a:lnTo>
                <a:lnTo>
                  <a:pt x="749" y="169"/>
                </a:lnTo>
                <a:lnTo>
                  <a:pt x="749" y="170"/>
                </a:lnTo>
                <a:lnTo>
                  <a:pt x="748" y="171"/>
                </a:lnTo>
                <a:lnTo>
                  <a:pt x="749" y="172"/>
                </a:lnTo>
                <a:lnTo>
                  <a:pt x="749" y="171"/>
                </a:lnTo>
                <a:lnTo>
                  <a:pt x="750" y="171"/>
                </a:lnTo>
                <a:lnTo>
                  <a:pt x="751" y="172"/>
                </a:lnTo>
                <a:lnTo>
                  <a:pt x="751" y="173"/>
                </a:lnTo>
                <a:lnTo>
                  <a:pt x="750" y="173"/>
                </a:lnTo>
                <a:lnTo>
                  <a:pt x="749" y="174"/>
                </a:lnTo>
                <a:lnTo>
                  <a:pt x="749" y="175"/>
                </a:lnTo>
                <a:lnTo>
                  <a:pt x="748" y="175"/>
                </a:lnTo>
                <a:lnTo>
                  <a:pt x="747" y="174"/>
                </a:lnTo>
                <a:lnTo>
                  <a:pt x="747" y="173"/>
                </a:lnTo>
                <a:lnTo>
                  <a:pt x="746" y="173"/>
                </a:lnTo>
                <a:lnTo>
                  <a:pt x="746" y="172"/>
                </a:lnTo>
                <a:lnTo>
                  <a:pt x="746" y="171"/>
                </a:lnTo>
                <a:lnTo>
                  <a:pt x="747" y="171"/>
                </a:lnTo>
                <a:lnTo>
                  <a:pt x="747" y="170"/>
                </a:lnTo>
                <a:lnTo>
                  <a:pt x="746" y="170"/>
                </a:lnTo>
                <a:lnTo>
                  <a:pt x="745" y="169"/>
                </a:lnTo>
                <a:lnTo>
                  <a:pt x="744" y="167"/>
                </a:lnTo>
                <a:lnTo>
                  <a:pt x="743" y="167"/>
                </a:lnTo>
                <a:lnTo>
                  <a:pt x="742" y="166"/>
                </a:lnTo>
                <a:lnTo>
                  <a:pt x="742" y="165"/>
                </a:lnTo>
                <a:lnTo>
                  <a:pt x="741" y="165"/>
                </a:lnTo>
                <a:lnTo>
                  <a:pt x="740" y="165"/>
                </a:lnTo>
                <a:lnTo>
                  <a:pt x="739" y="165"/>
                </a:lnTo>
                <a:lnTo>
                  <a:pt x="740" y="165"/>
                </a:lnTo>
                <a:lnTo>
                  <a:pt x="740" y="166"/>
                </a:lnTo>
                <a:lnTo>
                  <a:pt x="740" y="167"/>
                </a:lnTo>
                <a:lnTo>
                  <a:pt x="741" y="167"/>
                </a:lnTo>
                <a:lnTo>
                  <a:pt x="741" y="166"/>
                </a:lnTo>
                <a:lnTo>
                  <a:pt x="742" y="167"/>
                </a:lnTo>
                <a:lnTo>
                  <a:pt x="742" y="168"/>
                </a:lnTo>
                <a:lnTo>
                  <a:pt x="742" y="169"/>
                </a:lnTo>
                <a:lnTo>
                  <a:pt x="743" y="169"/>
                </a:lnTo>
                <a:lnTo>
                  <a:pt x="744" y="169"/>
                </a:lnTo>
                <a:lnTo>
                  <a:pt x="744" y="170"/>
                </a:lnTo>
                <a:lnTo>
                  <a:pt x="744" y="171"/>
                </a:lnTo>
                <a:lnTo>
                  <a:pt x="745" y="173"/>
                </a:lnTo>
                <a:lnTo>
                  <a:pt x="745" y="174"/>
                </a:lnTo>
                <a:lnTo>
                  <a:pt x="744" y="174"/>
                </a:lnTo>
                <a:lnTo>
                  <a:pt x="743" y="174"/>
                </a:lnTo>
                <a:lnTo>
                  <a:pt x="743" y="175"/>
                </a:lnTo>
                <a:lnTo>
                  <a:pt x="743" y="176"/>
                </a:lnTo>
                <a:lnTo>
                  <a:pt x="742" y="176"/>
                </a:lnTo>
                <a:lnTo>
                  <a:pt x="741" y="177"/>
                </a:lnTo>
                <a:lnTo>
                  <a:pt x="740" y="177"/>
                </a:lnTo>
                <a:lnTo>
                  <a:pt x="740" y="176"/>
                </a:lnTo>
                <a:lnTo>
                  <a:pt x="740" y="175"/>
                </a:lnTo>
                <a:lnTo>
                  <a:pt x="740" y="174"/>
                </a:lnTo>
                <a:lnTo>
                  <a:pt x="739" y="174"/>
                </a:lnTo>
                <a:lnTo>
                  <a:pt x="739" y="175"/>
                </a:lnTo>
                <a:lnTo>
                  <a:pt x="738" y="174"/>
                </a:lnTo>
                <a:lnTo>
                  <a:pt x="737" y="173"/>
                </a:lnTo>
                <a:lnTo>
                  <a:pt x="737" y="172"/>
                </a:lnTo>
                <a:lnTo>
                  <a:pt x="737" y="171"/>
                </a:lnTo>
                <a:lnTo>
                  <a:pt x="736" y="170"/>
                </a:lnTo>
                <a:lnTo>
                  <a:pt x="735" y="169"/>
                </a:lnTo>
                <a:lnTo>
                  <a:pt x="735" y="170"/>
                </a:lnTo>
                <a:lnTo>
                  <a:pt x="735" y="171"/>
                </a:lnTo>
                <a:lnTo>
                  <a:pt x="736" y="171"/>
                </a:lnTo>
                <a:lnTo>
                  <a:pt x="735" y="172"/>
                </a:lnTo>
                <a:lnTo>
                  <a:pt x="733" y="173"/>
                </a:lnTo>
                <a:lnTo>
                  <a:pt x="732" y="174"/>
                </a:lnTo>
                <a:lnTo>
                  <a:pt x="733" y="175"/>
                </a:lnTo>
                <a:lnTo>
                  <a:pt x="734" y="176"/>
                </a:lnTo>
                <a:lnTo>
                  <a:pt x="735" y="178"/>
                </a:lnTo>
                <a:lnTo>
                  <a:pt x="735" y="179"/>
                </a:lnTo>
                <a:lnTo>
                  <a:pt x="734" y="179"/>
                </a:lnTo>
                <a:lnTo>
                  <a:pt x="734" y="180"/>
                </a:lnTo>
                <a:lnTo>
                  <a:pt x="734" y="181"/>
                </a:lnTo>
                <a:lnTo>
                  <a:pt x="734" y="184"/>
                </a:lnTo>
                <a:lnTo>
                  <a:pt x="733" y="184"/>
                </a:lnTo>
                <a:lnTo>
                  <a:pt x="733" y="185"/>
                </a:lnTo>
                <a:lnTo>
                  <a:pt x="734" y="186"/>
                </a:lnTo>
                <a:lnTo>
                  <a:pt x="733" y="186"/>
                </a:lnTo>
                <a:lnTo>
                  <a:pt x="733" y="187"/>
                </a:lnTo>
                <a:lnTo>
                  <a:pt x="734" y="187"/>
                </a:lnTo>
                <a:lnTo>
                  <a:pt x="735" y="187"/>
                </a:lnTo>
                <a:lnTo>
                  <a:pt x="735" y="186"/>
                </a:lnTo>
                <a:lnTo>
                  <a:pt x="735" y="187"/>
                </a:lnTo>
                <a:lnTo>
                  <a:pt x="736" y="187"/>
                </a:lnTo>
                <a:lnTo>
                  <a:pt x="736" y="188"/>
                </a:lnTo>
                <a:lnTo>
                  <a:pt x="736" y="189"/>
                </a:lnTo>
                <a:lnTo>
                  <a:pt x="736" y="188"/>
                </a:lnTo>
                <a:lnTo>
                  <a:pt x="737" y="187"/>
                </a:lnTo>
                <a:lnTo>
                  <a:pt x="737" y="183"/>
                </a:lnTo>
                <a:lnTo>
                  <a:pt x="737" y="182"/>
                </a:lnTo>
                <a:lnTo>
                  <a:pt x="737" y="180"/>
                </a:lnTo>
                <a:lnTo>
                  <a:pt x="738" y="179"/>
                </a:lnTo>
                <a:lnTo>
                  <a:pt x="739" y="178"/>
                </a:lnTo>
                <a:lnTo>
                  <a:pt x="739" y="177"/>
                </a:lnTo>
                <a:lnTo>
                  <a:pt x="740" y="177"/>
                </a:lnTo>
                <a:lnTo>
                  <a:pt x="740" y="178"/>
                </a:lnTo>
                <a:lnTo>
                  <a:pt x="741" y="179"/>
                </a:lnTo>
                <a:lnTo>
                  <a:pt x="743" y="178"/>
                </a:lnTo>
                <a:lnTo>
                  <a:pt x="744" y="177"/>
                </a:lnTo>
                <a:lnTo>
                  <a:pt x="745" y="177"/>
                </a:lnTo>
                <a:lnTo>
                  <a:pt x="745" y="176"/>
                </a:lnTo>
                <a:lnTo>
                  <a:pt x="746" y="176"/>
                </a:lnTo>
                <a:lnTo>
                  <a:pt x="747" y="176"/>
                </a:lnTo>
                <a:lnTo>
                  <a:pt x="748" y="176"/>
                </a:lnTo>
                <a:lnTo>
                  <a:pt x="748" y="177"/>
                </a:lnTo>
                <a:lnTo>
                  <a:pt x="748" y="178"/>
                </a:lnTo>
                <a:lnTo>
                  <a:pt x="749" y="178"/>
                </a:lnTo>
                <a:lnTo>
                  <a:pt x="749" y="179"/>
                </a:lnTo>
                <a:lnTo>
                  <a:pt x="750" y="179"/>
                </a:lnTo>
                <a:lnTo>
                  <a:pt x="751" y="180"/>
                </a:lnTo>
                <a:lnTo>
                  <a:pt x="752" y="180"/>
                </a:lnTo>
                <a:lnTo>
                  <a:pt x="753" y="180"/>
                </a:lnTo>
                <a:lnTo>
                  <a:pt x="754" y="180"/>
                </a:lnTo>
                <a:lnTo>
                  <a:pt x="754" y="181"/>
                </a:lnTo>
                <a:lnTo>
                  <a:pt x="753" y="181"/>
                </a:lnTo>
                <a:lnTo>
                  <a:pt x="754" y="182"/>
                </a:lnTo>
                <a:lnTo>
                  <a:pt x="755" y="183"/>
                </a:lnTo>
                <a:lnTo>
                  <a:pt x="756" y="184"/>
                </a:lnTo>
                <a:lnTo>
                  <a:pt x="757" y="184"/>
                </a:lnTo>
                <a:lnTo>
                  <a:pt x="758" y="183"/>
                </a:lnTo>
                <a:lnTo>
                  <a:pt x="758" y="182"/>
                </a:lnTo>
                <a:lnTo>
                  <a:pt x="758" y="181"/>
                </a:lnTo>
                <a:lnTo>
                  <a:pt x="758" y="180"/>
                </a:lnTo>
                <a:lnTo>
                  <a:pt x="759" y="179"/>
                </a:lnTo>
                <a:lnTo>
                  <a:pt x="760" y="179"/>
                </a:lnTo>
                <a:lnTo>
                  <a:pt x="761" y="179"/>
                </a:lnTo>
                <a:lnTo>
                  <a:pt x="762" y="179"/>
                </a:lnTo>
                <a:lnTo>
                  <a:pt x="763" y="178"/>
                </a:lnTo>
                <a:lnTo>
                  <a:pt x="763" y="177"/>
                </a:lnTo>
                <a:lnTo>
                  <a:pt x="763" y="176"/>
                </a:lnTo>
                <a:lnTo>
                  <a:pt x="764" y="176"/>
                </a:lnTo>
                <a:lnTo>
                  <a:pt x="765" y="176"/>
                </a:lnTo>
                <a:lnTo>
                  <a:pt x="765" y="177"/>
                </a:lnTo>
                <a:lnTo>
                  <a:pt x="766" y="177"/>
                </a:lnTo>
                <a:lnTo>
                  <a:pt x="766" y="178"/>
                </a:lnTo>
                <a:lnTo>
                  <a:pt x="767" y="179"/>
                </a:lnTo>
                <a:lnTo>
                  <a:pt x="768" y="179"/>
                </a:lnTo>
                <a:lnTo>
                  <a:pt x="768" y="180"/>
                </a:lnTo>
                <a:lnTo>
                  <a:pt x="768" y="181"/>
                </a:lnTo>
                <a:lnTo>
                  <a:pt x="768" y="182"/>
                </a:lnTo>
                <a:lnTo>
                  <a:pt x="768" y="183"/>
                </a:lnTo>
                <a:lnTo>
                  <a:pt x="769" y="185"/>
                </a:lnTo>
                <a:lnTo>
                  <a:pt x="770" y="187"/>
                </a:lnTo>
                <a:lnTo>
                  <a:pt x="771" y="187"/>
                </a:lnTo>
                <a:lnTo>
                  <a:pt x="771" y="188"/>
                </a:lnTo>
                <a:lnTo>
                  <a:pt x="771" y="189"/>
                </a:lnTo>
                <a:lnTo>
                  <a:pt x="772" y="189"/>
                </a:lnTo>
                <a:lnTo>
                  <a:pt x="773" y="189"/>
                </a:lnTo>
                <a:lnTo>
                  <a:pt x="773" y="190"/>
                </a:lnTo>
                <a:lnTo>
                  <a:pt x="774" y="190"/>
                </a:lnTo>
                <a:lnTo>
                  <a:pt x="774" y="191"/>
                </a:lnTo>
                <a:lnTo>
                  <a:pt x="775" y="192"/>
                </a:lnTo>
                <a:lnTo>
                  <a:pt x="776" y="193"/>
                </a:lnTo>
                <a:lnTo>
                  <a:pt x="779" y="193"/>
                </a:lnTo>
                <a:lnTo>
                  <a:pt x="780" y="193"/>
                </a:lnTo>
                <a:lnTo>
                  <a:pt x="780" y="192"/>
                </a:lnTo>
                <a:lnTo>
                  <a:pt x="781" y="191"/>
                </a:lnTo>
                <a:lnTo>
                  <a:pt x="781" y="192"/>
                </a:lnTo>
                <a:lnTo>
                  <a:pt x="781" y="193"/>
                </a:lnTo>
                <a:lnTo>
                  <a:pt x="780" y="195"/>
                </a:lnTo>
                <a:lnTo>
                  <a:pt x="779" y="195"/>
                </a:lnTo>
                <a:lnTo>
                  <a:pt x="778" y="194"/>
                </a:lnTo>
                <a:lnTo>
                  <a:pt x="777" y="194"/>
                </a:lnTo>
                <a:lnTo>
                  <a:pt x="777" y="195"/>
                </a:lnTo>
                <a:lnTo>
                  <a:pt x="776" y="195"/>
                </a:lnTo>
                <a:lnTo>
                  <a:pt x="775" y="195"/>
                </a:lnTo>
                <a:lnTo>
                  <a:pt x="775" y="196"/>
                </a:lnTo>
                <a:lnTo>
                  <a:pt x="773" y="196"/>
                </a:lnTo>
                <a:lnTo>
                  <a:pt x="772" y="196"/>
                </a:lnTo>
                <a:lnTo>
                  <a:pt x="772" y="195"/>
                </a:lnTo>
                <a:lnTo>
                  <a:pt x="771" y="195"/>
                </a:lnTo>
                <a:lnTo>
                  <a:pt x="771" y="196"/>
                </a:lnTo>
                <a:lnTo>
                  <a:pt x="773" y="197"/>
                </a:lnTo>
                <a:lnTo>
                  <a:pt x="774" y="197"/>
                </a:lnTo>
                <a:lnTo>
                  <a:pt x="775" y="197"/>
                </a:lnTo>
                <a:lnTo>
                  <a:pt x="777" y="198"/>
                </a:lnTo>
                <a:lnTo>
                  <a:pt x="778" y="198"/>
                </a:lnTo>
                <a:lnTo>
                  <a:pt x="778" y="199"/>
                </a:lnTo>
                <a:lnTo>
                  <a:pt x="777" y="199"/>
                </a:lnTo>
                <a:lnTo>
                  <a:pt x="776" y="199"/>
                </a:lnTo>
                <a:lnTo>
                  <a:pt x="774" y="200"/>
                </a:lnTo>
                <a:lnTo>
                  <a:pt x="773" y="200"/>
                </a:lnTo>
                <a:lnTo>
                  <a:pt x="772" y="200"/>
                </a:lnTo>
                <a:lnTo>
                  <a:pt x="771" y="199"/>
                </a:lnTo>
                <a:lnTo>
                  <a:pt x="770" y="200"/>
                </a:lnTo>
                <a:lnTo>
                  <a:pt x="770" y="201"/>
                </a:lnTo>
                <a:lnTo>
                  <a:pt x="770" y="202"/>
                </a:lnTo>
                <a:lnTo>
                  <a:pt x="772" y="202"/>
                </a:lnTo>
                <a:lnTo>
                  <a:pt x="771" y="203"/>
                </a:lnTo>
                <a:lnTo>
                  <a:pt x="771" y="204"/>
                </a:lnTo>
                <a:lnTo>
                  <a:pt x="771" y="205"/>
                </a:lnTo>
                <a:lnTo>
                  <a:pt x="772" y="206"/>
                </a:lnTo>
                <a:lnTo>
                  <a:pt x="772" y="205"/>
                </a:lnTo>
                <a:lnTo>
                  <a:pt x="773" y="205"/>
                </a:lnTo>
                <a:lnTo>
                  <a:pt x="774" y="205"/>
                </a:lnTo>
                <a:lnTo>
                  <a:pt x="775" y="205"/>
                </a:lnTo>
                <a:lnTo>
                  <a:pt x="775" y="204"/>
                </a:lnTo>
                <a:lnTo>
                  <a:pt x="774" y="206"/>
                </a:lnTo>
                <a:lnTo>
                  <a:pt x="774" y="207"/>
                </a:lnTo>
                <a:lnTo>
                  <a:pt x="773" y="207"/>
                </a:lnTo>
                <a:lnTo>
                  <a:pt x="773" y="206"/>
                </a:lnTo>
                <a:lnTo>
                  <a:pt x="772" y="206"/>
                </a:lnTo>
                <a:lnTo>
                  <a:pt x="770" y="206"/>
                </a:lnTo>
                <a:lnTo>
                  <a:pt x="769" y="206"/>
                </a:lnTo>
                <a:lnTo>
                  <a:pt x="768" y="206"/>
                </a:lnTo>
                <a:lnTo>
                  <a:pt x="767" y="206"/>
                </a:lnTo>
                <a:lnTo>
                  <a:pt x="763" y="206"/>
                </a:lnTo>
                <a:lnTo>
                  <a:pt x="762" y="206"/>
                </a:lnTo>
                <a:lnTo>
                  <a:pt x="762" y="205"/>
                </a:lnTo>
                <a:lnTo>
                  <a:pt x="761" y="205"/>
                </a:lnTo>
                <a:lnTo>
                  <a:pt x="760" y="205"/>
                </a:lnTo>
                <a:lnTo>
                  <a:pt x="760" y="206"/>
                </a:lnTo>
                <a:lnTo>
                  <a:pt x="758" y="207"/>
                </a:lnTo>
                <a:lnTo>
                  <a:pt x="757" y="207"/>
                </a:lnTo>
                <a:lnTo>
                  <a:pt x="757" y="206"/>
                </a:lnTo>
                <a:lnTo>
                  <a:pt x="755" y="205"/>
                </a:lnTo>
                <a:lnTo>
                  <a:pt x="755" y="206"/>
                </a:lnTo>
                <a:lnTo>
                  <a:pt x="754" y="206"/>
                </a:lnTo>
                <a:lnTo>
                  <a:pt x="753" y="206"/>
                </a:lnTo>
                <a:lnTo>
                  <a:pt x="752" y="205"/>
                </a:lnTo>
                <a:lnTo>
                  <a:pt x="753" y="205"/>
                </a:lnTo>
                <a:lnTo>
                  <a:pt x="753" y="204"/>
                </a:lnTo>
                <a:lnTo>
                  <a:pt x="751" y="204"/>
                </a:lnTo>
                <a:lnTo>
                  <a:pt x="750" y="205"/>
                </a:lnTo>
                <a:lnTo>
                  <a:pt x="750" y="206"/>
                </a:lnTo>
                <a:lnTo>
                  <a:pt x="750" y="207"/>
                </a:lnTo>
                <a:lnTo>
                  <a:pt x="751" y="208"/>
                </a:lnTo>
                <a:lnTo>
                  <a:pt x="751" y="209"/>
                </a:lnTo>
                <a:lnTo>
                  <a:pt x="752" y="209"/>
                </a:lnTo>
                <a:lnTo>
                  <a:pt x="752" y="208"/>
                </a:lnTo>
                <a:lnTo>
                  <a:pt x="753" y="208"/>
                </a:lnTo>
                <a:lnTo>
                  <a:pt x="754" y="208"/>
                </a:lnTo>
                <a:lnTo>
                  <a:pt x="754" y="209"/>
                </a:lnTo>
                <a:lnTo>
                  <a:pt x="755" y="209"/>
                </a:lnTo>
                <a:lnTo>
                  <a:pt x="755" y="210"/>
                </a:lnTo>
                <a:lnTo>
                  <a:pt x="756" y="212"/>
                </a:lnTo>
                <a:lnTo>
                  <a:pt x="755" y="212"/>
                </a:lnTo>
                <a:lnTo>
                  <a:pt x="755" y="213"/>
                </a:lnTo>
                <a:lnTo>
                  <a:pt x="755" y="214"/>
                </a:lnTo>
                <a:lnTo>
                  <a:pt x="756" y="215"/>
                </a:lnTo>
                <a:lnTo>
                  <a:pt x="755" y="215"/>
                </a:lnTo>
                <a:lnTo>
                  <a:pt x="756" y="216"/>
                </a:lnTo>
                <a:lnTo>
                  <a:pt x="757" y="216"/>
                </a:lnTo>
                <a:lnTo>
                  <a:pt x="758" y="216"/>
                </a:lnTo>
                <a:lnTo>
                  <a:pt x="758" y="217"/>
                </a:lnTo>
                <a:lnTo>
                  <a:pt x="758" y="218"/>
                </a:lnTo>
                <a:lnTo>
                  <a:pt x="757" y="219"/>
                </a:lnTo>
                <a:lnTo>
                  <a:pt x="756" y="219"/>
                </a:lnTo>
                <a:lnTo>
                  <a:pt x="755" y="218"/>
                </a:lnTo>
                <a:lnTo>
                  <a:pt x="754" y="217"/>
                </a:lnTo>
                <a:lnTo>
                  <a:pt x="754" y="216"/>
                </a:lnTo>
                <a:lnTo>
                  <a:pt x="752" y="214"/>
                </a:lnTo>
                <a:lnTo>
                  <a:pt x="751" y="214"/>
                </a:lnTo>
                <a:lnTo>
                  <a:pt x="752" y="216"/>
                </a:lnTo>
                <a:lnTo>
                  <a:pt x="752" y="217"/>
                </a:lnTo>
                <a:lnTo>
                  <a:pt x="752" y="216"/>
                </a:lnTo>
                <a:lnTo>
                  <a:pt x="752" y="217"/>
                </a:lnTo>
                <a:lnTo>
                  <a:pt x="751" y="217"/>
                </a:lnTo>
                <a:lnTo>
                  <a:pt x="751" y="218"/>
                </a:lnTo>
                <a:lnTo>
                  <a:pt x="752" y="219"/>
                </a:lnTo>
                <a:lnTo>
                  <a:pt x="753" y="219"/>
                </a:lnTo>
                <a:lnTo>
                  <a:pt x="752" y="219"/>
                </a:lnTo>
                <a:lnTo>
                  <a:pt x="751" y="219"/>
                </a:lnTo>
                <a:lnTo>
                  <a:pt x="750" y="219"/>
                </a:lnTo>
                <a:lnTo>
                  <a:pt x="751" y="220"/>
                </a:lnTo>
                <a:lnTo>
                  <a:pt x="750" y="221"/>
                </a:lnTo>
                <a:lnTo>
                  <a:pt x="750" y="222"/>
                </a:lnTo>
                <a:lnTo>
                  <a:pt x="751" y="222"/>
                </a:lnTo>
                <a:lnTo>
                  <a:pt x="751" y="221"/>
                </a:lnTo>
                <a:lnTo>
                  <a:pt x="752" y="221"/>
                </a:lnTo>
                <a:lnTo>
                  <a:pt x="752" y="222"/>
                </a:lnTo>
                <a:lnTo>
                  <a:pt x="753" y="222"/>
                </a:lnTo>
                <a:lnTo>
                  <a:pt x="753" y="221"/>
                </a:lnTo>
                <a:lnTo>
                  <a:pt x="754" y="221"/>
                </a:lnTo>
                <a:lnTo>
                  <a:pt x="754" y="222"/>
                </a:lnTo>
                <a:lnTo>
                  <a:pt x="755" y="224"/>
                </a:lnTo>
                <a:lnTo>
                  <a:pt x="755" y="225"/>
                </a:lnTo>
                <a:lnTo>
                  <a:pt x="755" y="226"/>
                </a:lnTo>
                <a:lnTo>
                  <a:pt x="755" y="227"/>
                </a:lnTo>
                <a:lnTo>
                  <a:pt x="755" y="228"/>
                </a:lnTo>
                <a:lnTo>
                  <a:pt x="755" y="229"/>
                </a:lnTo>
                <a:lnTo>
                  <a:pt x="754" y="229"/>
                </a:lnTo>
                <a:lnTo>
                  <a:pt x="754" y="230"/>
                </a:lnTo>
                <a:lnTo>
                  <a:pt x="753" y="230"/>
                </a:lnTo>
                <a:lnTo>
                  <a:pt x="752" y="230"/>
                </a:lnTo>
                <a:lnTo>
                  <a:pt x="752" y="231"/>
                </a:lnTo>
                <a:lnTo>
                  <a:pt x="753" y="231"/>
                </a:lnTo>
                <a:lnTo>
                  <a:pt x="752" y="231"/>
                </a:lnTo>
                <a:lnTo>
                  <a:pt x="751" y="231"/>
                </a:lnTo>
                <a:lnTo>
                  <a:pt x="751" y="232"/>
                </a:lnTo>
                <a:lnTo>
                  <a:pt x="750" y="232"/>
                </a:lnTo>
                <a:lnTo>
                  <a:pt x="749" y="232"/>
                </a:lnTo>
                <a:lnTo>
                  <a:pt x="748" y="233"/>
                </a:lnTo>
                <a:lnTo>
                  <a:pt x="747" y="233"/>
                </a:lnTo>
                <a:lnTo>
                  <a:pt x="747" y="234"/>
                </a:lnTo>
                <a:lnTo>
                  <a:pt x="746" y="233"/>
                </a:lnTo>
                <a:lnTo>
                  <a:pt x="745" y="233"/>
                </a:lnTo>
                <a:lnTo>
                  <a:pt x="744" y="233"/>
                </a:lnTo>
                <a:lnTo>
                  <a:pt x="743" y="233"/>
                </a:lnTo>
                <a:lnTo>
                  <a:pt x="743" y="234"/>
                </a:lnTo>
                <a:lnTo>
                  <a:pt x="742" y="234"/>
                </a:lnTo>
                <a:lnTo>
                  <a:pt x="741" y="234"/>
                </a:lnTo>
                <a:lnTo>
                  <a:pt x="742" y="235"/>
                </a:lnTo>
                <a:lnTo>
                  <a:pt x="743" y="235"/>
                </a:lnTo>
                <a:lnTo>
                  <a:pt x="743" y="234"/>
                </a:lnTo>
                <a:lnTo>
                  <a:pt x="744" y="235"/>
                </a:lnTo>
                <a:lnTo>
                  <a:pt x="743" y="235"/>
                </a:lnTo>
                <a:lnTo>
                  <a:pt x="742" y="236"/>
                </a:lnTo>
                <a:lnTo>
                  <a:pt x="743" y="237"/>
                </a:lnTo>
                <a:lnTo>
                  <a:pt x="742" y="238"/>
                </a:lnTo>
                <a:lnTo>
                  <a:pt x="744" y="238"/>
                </a:lnTo>
                <a:lnTo>
                  <a:pt x="746" y="237"/>
                </a:lnTo>
                <a:lnTo>
                  <a:pt x="747" y="236"/>
                </a:lnTo>
                <a:lnTo>
                  <a:pt x="748" y="235"/>
                </a:lnTo>
                <a:lnTo>
                  <a:pt x="750" y="234"/>
                </a:lnTo>
                <a:lnTo>
                  <a:pt x="751" y="235"/>
                </a:lnTo>
                <a:lnTo>
                  <a:pt x="752" y="235"/>
                </a:lnTo>
                <a:lnTo>
                  <a:pt x="752" y="236"/>
                </a:lnTo>
                <a:lnTo>
                  <a:pt x="751" y="236"/>
                </a:lnTo>
                <a:lnTo>
                  <a:pt x="751" y="237"/>
                </a:lnTo>
                <a:lnTo>
                  <a:pt x="751" y="238"/>
                </a:lnTo>
                <a:lnTo>
                  <a:pt x="751" y="239"/>
                </a:lnTo>
                <a:lnTo>
                  <a:pt x="751" y="240"/>
                </a:lnTo>
                <a:lnTo>
                  <a:pt x="752" y="240"/>
                </a:lnTo>
                <a:lnTo>
                  <a:pt x="753" y="240"/>
                </a:lnTo>
                <a:lnTo>
                  <a:pt x="752" y="243"/>
                </a:lnTo>
                <a:lnTo>
                  <a:pt x="751" y="244"/>
                </a:lnTo>
                <a:lnTo>
                  <a:pt x="751" y="245"/>
                </a:lnTo>
                <a:lnTo>
                  <a:pt x="751" y="246"/>
                </a:lnTo>
                <a:lnTo>
                  <a:pt x="750" y="246"/>
                </a:lnTo>
                <a:lnTo>
                  <a:pt x="750" y="245"/>
                </a:lnTo>
                <a:lnTo>
                  <a:pt x="749" y="245"/>
                </a:lnTo>
                <a:lnTo>
                  <a:pt x="749" y="244"/>
                </a:lnTo>
                <a:lnTo>
                  <a:pt x="748" y="245"/>
                </a:lnTo>
                <a:lnTo>
                  <a:pt x="747" y="245"/>
                </a:lnTo>
                <a:lnTo>
                  <a:pt x="746" y="245"/>
                </a:lnTo>
                <a:lnTo>
                  <a:pt x="745" y="245"/>
                </a:lnTo>
                <a:lnTo>
                  <a:pt x="744" y="246"/>
                </a:lnTo>
                <a:lnTo>
                  <a:pt x="743" y="245"/>
                </a:lnTo>
                <a:lnTo>
                  <a:pt x="742" y="244"/>
                </a:lnTo>
                <a:lnTo>
                  <a:pt x="741" y="244"/>
                </a:lnTo>
                <a:lnTo>
                  <a:pt x="740" y="244"/>
                </a:lnTo>
                <a:lnTo>
                  <a:pt x="739" y="244"/>
                </a:lnTo>
                <a:lnTo>
                  <a:pt x="737" y="246"/>
                </a:lnTo>
                <a:lnTo>
                  <a:pt x="736" y="246"/>
                </a:lnTo>
                <a:lnTo>
                  <a:pt x="734" y="246"/>
                </a:lnTo>
                <a:lnTo>
                  <a:pt x="733" y="247"/>
                </a:lnTo>
                <a:lnTo>
                  <a:pt x="733" y="248"/>
                </a:lnTo>
                <a:lnTo>
                  <a:pt x="732" y="248"/>
                </a:lnTo>
                <a:lnTo>
                  <a:pt x="733" y="248"/>
                </a:lnTo>
                <a:lnTo>
                  <a:pt x="733" y="247"/>
                </a:lnTo>
                <a:lnTo>
                  <a:pt x="733" y="246"/>
                </a:lnTo>
                <a:lnTo>
                  <a:pt x="732" y="246"/>
                </a:lnTo>
                <a:lnTo>
                  <a:pt x="731" y="246"/>
                </a:lnTo>
                <a:lnTo>
                  <a:pt x="730" y="245"/>
                </a:lnTo>
                <a:lnTo>
                  <a:pt x="729" y="246"/>
                </a:lnTo>
                <a:lnTo>
                  <a:pt x="729" y="247"/>
                </a:lnTo>
                <a:lnTo>
                  <a:pt x="729" y="248"/>
                </a:lnTo>
                <a:lnTo>
                  <a:pt x="729" y="249"/>
                </a:lnTo>
                <a:lnTo>
                  <a:pt x="730" y="250"/>
                </a:lnTo>
                <a:lnTo>
                  <a:pt x="731" y="251"/>
                </a:lnTo>
                <a:lnTo>
                  <a:pt x="731" y="252"/>
                </a:lnTo>
                <a:lnTo>
                  <a:pt x="731" y="253"/>
                </a:lnTo>
                <a:lnTo>
                  <a:pt x="731" y="254"/>
                </a:lnTo>
                <a:lnTo>
                  <a:pt x="729" y="256"/>
                </a:lnTo>
                <a:lnTo>
                  <a:pt x="729" y="257"/>
                </a:lnTo>
                <a:lnTo>
                  <a:pt x="728" y="257"/>
                </a:lnTo>
                <a:lnTo>
                  <a:pt x="727" y="257"/>
                </a:lnTo>
                <a:lnTo>
                  <a:pt x="726" y="256"/>
                </a:lnTo>
                <a:lnTo>
                  <a:pt x="726" y="257"/>
                </a:lnTo>
                <a:lnTo>
                  <a:pt x="725" y="257"/>
                </a:lnTo>
                <a:lnTo>
                  <a:pt x="724" y="257"/>
                </a:lnTo>
                <a:lnTo>
                  <a:pt x="725" y="255"/>
                </a:lnTo>
                <a:lnTo>
                  <a:pt x="725" y="254"/>
                </a:lnTo>
                <a:lnTo>
                  <a:pt x="724" y="254"/>
                </a:lnTo>
                <a:lnTo>
                  <a:pt x="722" y="255"/>
                </a:lnTo>
                <a:lnTo>
                  <a:pt x="720" y="254"/>
                </a:lnTo>
                <a:lnTo>
                  <a:pt x="720" y="255"/>
                </a:lnTo>
                <a:lnTo>
                  <a:pt x="719" y="256"/>
                </a:lnTo>
                <a:lnTo>
                  <a:pt x="719" y="257"/>
                </a:lnTo>
                <a:lnTo>
                  <a:pt x="720" y="257"/>
                </a:lnTo>
                <a:lnTo>
                  <a:pt x="722" y="257"/>
                </a:lnTo>
                <a:lnTo>
                  <a:pt x="723" y="258"/>
                </a:lnTo>
                <a:lnTo>
                  <a:pt x="723" y="259"/>
                </a:lnTo>
                <a:lnTo>
                  <a:pt x="722" y="259"/>
                </a:lnTo>
                <a:lnTo>
                  <a:pt x="725" y="269"/>
                </a:lnTo>
                <a:lnTo>
                  <a:pt x="727" y="269"/>
                </a:lnTo>
                <a:lnTo>
                  <a:pt x="729" y="269"/>
                </a:lnTo>
                <a:lnTo>
                  <a:pt x="728" y="269"/>
                </a:lnTo>
                <a:lnTo>
                  <a:pt x="728" y="270"/>
                </a:lnTo>
                <a:lnTo>
                  <a:pt x="728" y="271"/>
                </a:lnTo>
                <a:lnTo>
                  <a:pt x="729" y="271"/>
                </a:lnTo>
                <a:lnTo>
                  <a:pt x="729" y="272"/>
                </a:lnTo>
                <a:lnTo>
                  <a:pt x="729" y="273"/>
                </a:lnTo>
                <a:lnTo>
                  <a:pt x="730" y="273"/>
                </a:lnTo>
                <a:lnTo>
                  <a:pt x="730" y="274"/>
                </a:lnTo>
                <a:lnTo>
                  <a:pt x="731" y="274"/>
                </a:lnTo>
                <a:lnTo>
                  <a:pt x="732" y="274"/>
                </a:lnTo>
                <a:lnTo>
                  <a:pt x="732" y="273"/>
                </a:lnTo>
                <a:lnTo>
                  <a:pt x="733" y="273"/>
                </a:lnTo>
                <a:lnTo>
                  <a:pt x="734" y="272"/>
                </a:lnTo>
                <a:lnTo>
                  <a:pt x="735" y="272"/>
                </a:lnTo>
                <a:lnTo>
                  <a:pt x="734" y="273"/>
                </a:lnTo>
                <a:lnTo>
                  <a:pt x="734" y="274"/>
                </a:lnTo>
                <a:lnTo>
                  <a:pt x="735" y="273"/>
                </a:lnTo>
                <a:lnTo>
                  <a:pt x="736" y="273"/>
                </a:lnTo>
                <a:lnTo>
                  <a:pt x="737" y="272"/>
                </a:lnTo>
                <a:lnTo>
                  <a:pt x="738" y="272"/>
                </a:lnTo>
                <a:lnTo>
                  <a:pt x="738" y="273"/>
                </a:lnTo>
                <a:lnTo>
                  <a:pt x="737" y="273"/>
                </a:lnTo>
                <a:lnTo>
                  <a:pt x="735" y="275"/>
                </a:lnTo>
                <a:lnTo>
                  <a:pt x="734" y="276"/>
                </a:lnTo>
                <a:lnTo>
                  <a:pt x="734" y="277"/>
                </a:lnTo>
                <a:lnTo>
                  <a:pt x="734" y="279"/>
                </a:lnTo>
                <a:lnTo>
                  <a:pt x="733" y="280"/>
                </a:lnTo>
                <a:lnTo>
                  <a:pt x="732" y="280"/>
                </a:lnTo>
                <a:lnTo>
                  <a:pt x="732" y="281"/>
                </a:lnTo>
                <a:lnTo>
                  <a:pt x="732" y="282"/>
                </a:lnTo>
                <a:lnTo>
                  <a:pt x="732" y="283"/>
                </a:lnTo>
                <a:lnTo>
                  <a:pt x="733" y="283"/>
                </a:lnTo>
                <a:lnTo>
                  <a:pt x="734" y="283"/>
                </a:lnTo>
                <a:lnTo>
                  <a:pt x="734" y="285"/>
                </a:lnTo>
                <a:lnTo>
                  <a:pt x="735" y="285"/>
                </a:lnTo>
                <a:lnTo>
                  <a:pt x="735" y="286"/>
                </a:lnTo>
                <a:lnTo>
                  <a:pt x="736" y="285"/>
                </a:lnTo>
                <a:lnTo>
                  <a:pt x="738" y="284"/>
                </a:lnTo>
                <a:lnTo>
                  <a:pt x="739" y="284"/>
                </a:lnTo>
                <a:lnTo>
                  <a:pt x="740" y="284"/>
                </a:lnTo>
                <a:lnTo>
                  <a:pt x="740" y="283"/>
                </a:lnTo>
                <a:lnTo>
                  <a:pt x="741" y="283"/>
                </a:lnTo>
                <a:lnTo>
                  <a:pt x="740" y="284"/>
                </a:lnTo>
                <a:lnTo>
                  <a:pt x="740" y="285"/>
                </a:lnTo>
                <a:lnTo>
                  <a:pt x="739" y="285"/>
                </a:lnTo>
                <a:lnTo>
                  <a:pt x="739" y="286"/>
                </a:lnTo>
                <a:lnTo>
                  <a:pt x="741" y="286"/>
                </a:lnTo>
                <a:lnTo>
                  <a:pt x="742" y="285"/>
                </a:lnTo>
                <a:lnTo>
                  <a:pt x="743" y="285"/>
                </a:lnTo>
                <a:lnTo>
                  <a:pt x="743" y="286"/>
                </a:lnTo>
                <a:lnTo>
                  <a:pt x="743" y="287"/>
                </a:lnTo>
                <a:lnTo>
                  <a:pt x="741" y="289"/>
                </a:lnTo>
                <a:lnTo>
                  <a:pt x="740" y="289"/>
                </a:lnTo>
                <a:lnTo>
                  <a:pt x="739" y="289"/>
                </a:lnTo>
                <a:lnTo>
                  <a:pt x="738" y="290"/>
                </a:lnTo>
                <a:lnTo>
                  <a:pt x="737" y="290"/>
                </a:lnTo>
                <a:lnTo>
                  <a:pt x="736" y="291"/>
                </a:lnTo>
                <a:lnTo>
                  <a:pt x="735" y="293"/>
                </a:lnTo>
                <a:lnTo>
                  <a:pt x="735" y="294"/>
                </a:lnTo>
                <a:lnTo>
                  <a:pt x="736" y="295"/>
                </a:lnTo>
                <a:lnTo>
                  <a:pt x="736" y="296"/>
                </a:lnTo>
                <a:lnTo>
                  <a:pt x="736" y="297"/>
                </a:lnTo>
                <a:lnTo>
                  <a:pt x="736" y="298"/>
                </a:lnTo>
                <a:lnTo>
                  <a:pt x="736" y="299"/>
                </a:lnTo>
                <a:lnTo>
                  <a:pt x="737" y="299"/>
                </a:lnTo>
                <a:lnTo>
                  <a:pt x="738" y="302"/>
                </a:lnTo>
                <a:lnTo>
                  <a:pt x="737" y="302"/>
                </a:lnTo>
                <a:lnTo>
                  <a:pt x="737" y="303"/>
                </a:lnTo>
                <a:lnTo>
                  <a:pt x="737" y="304"/>
                </a:lnTo>
                <a:lnTo>
                  <a:pt x="738" y="304"/>
                </a:lnTo>
                <a:lnTo>
                  <a:pt x="739" y="304"/>
                </a:lnTo>
                <a:lnTo>
                  <a:pt x="740" y="303"/>
                </a:lnTo>
                <a:lnTo>
                  <a:pt x="741" y="302"/>
                </a:lnTo>
                <a:lnTo>
                  <a:pt x="742" y="302"/>
                </a:lnTo>
                <a:lnTo>
                  <a:pt x="741" y="303"/>
                </a:lnTo>
                <a:lnTo>
                  <a:pt x="740" y="304"/>
                </a:lnTo>
                <a:lnTo>
                  <a:pt x="740" y="305"/>
                </a:lnTo>
                <a:lnTo>
                  <a:pt x="738" y="307"/>
                </a:lnTo>
                <a:lnTo>
                  <a:pt x="737" y="307"/>
                </a:lnTo>
                <a:lnTo>
                  <a:pt x="737" y="308"/>
                </a:lnTo>
                <a:lnTo>
                  <a:pt x="736" y="308"/>
                </a:lnTo>
                <a:lnTo>
                  <a:pt x="736" y="309"/>
                </a:lnTo>
                <a:lnTo>
                  <a:pt x="735" y="309"/>
                </a:lnTo>
                <a:lnTo>
                  <a:pt x="733" y="308"/>
                </a:lnTo>
                <a:lnTo>
                  <a:pt x="732" y="308"/>
                </a:lnTo>
                <a:lnTo>
                  <a:pt x="733" y="307"/>
                </a:lnTo>
                <a:lnTo>
                  <a:pt x="734" y="307"/>
                </a:lnTo>
                <a:lnTo>
                  <a:pt x="734" y="305"/>
                </a:lnTo>
                <a:lnTo>
                  <a:pt x="734" y="304"/>
                </a:lnTo>
                <a:lnTo>
                  <a:pt x="733" y="303"/>
                </a:lnTo>
                <a:lnTo>
                  <a:pt x="733" y="304"/>
                </a:lnTo>
                <a:lnTo>
                  <a:pt x="732" y="304"/>
                </a:lnTo>
                <a:lnTo>
                  <a:pt x="730" y="305"/>
                </a:lnTo>
                <a:lnTo>
                  <a:pt x="730" y="306"/>
                </a:lnTo>
                <a:lnTo>
                  <a:pt x="729" y="307"/>
                </a:lnTo>
                <a:lnTo>
                  <a:pt x="729" y="308"/>
                </a:lnTo>
                <a:lnTo>
                  <a:pt x="727" y="309"/>
                </a:lnTo>
                <a:lnTo>
                  <a:pt x="726" y="310"/>
                </a:lnTo>
                <a:lnTo>
                  <a:pt x="725" y="310"/>
                </a:lnTo>
                <a:lnTo>
                  <a:pt x="722" y="312"/>
                </a:lnTo>
                <a:lnTo>
                  <a:pt x="722" y="313"/>
                </a:lnTo>
                <a:lnTo>
                  <a:pt x="722" y="314"/>
                </a:lnTo>
                <a:lnTo>
                  <a:pt x="721" y="314"/>
                </a:lnTo>
                <a:lnTo>
                  <a:pt x="720" y="314"/>
                </a:lnTo>
                <a:lnTo>
                  <a:pt x="719" y="314"/>
                </a:lnTo>
                <a:lnTo>
                  <a:pt x="719" y="315"/>
                </a:lnTo>
                <a:lnTo>
                  <a:pt x="718" y="315"/>
                </a:lnTo>
                <a:lnTo>
                  <a:pt x="717" y="315"/>
                </a:lnTo>
                <a:lnTo>
                  <a:pt x="715" y="315"/>
                </a:lnTo>
                <a:lnTo>
                  <a:pt x="714" y="315"/>
                </a:lnTo>
                <a:lnTo>
                  <a:pt x="713" y="314"/>
                </a:lnTo>
                <a:lnTo>
                  <a:pt x="712" y="314"/>
                </a:lnTo>
                <a:lnTo>
                  <a:pt x="711" y="315"/>
                </a:lnTo>
                <a:lnTo>
                  <a:pt x="711" y="316"/>
                </a:lnTo>
                <a:lnTo>
                  <a:pt x="709" y="317"/>
                </a:lnTo>
                <a:lnTo>
                  <a:pt x="709" y="318"/>
                </a:lnTo>
                <a:lnTo>
                  <a:pt x="709" y="319"/>
                </a:lnTo>
                <a:lnTo>
                  <a:pt x="709" y="320"/>
                </a:lnTo>
                <a:lnTo>
                  <a:pt x="708" y="321"/>
                </a:lnTo>
                <a:lnTo>
                  <a:pt x="708" y="322"/>
                </a:lnTo>
                <a:lnTo>
                  <a:pt x="709" y="323"/>
                </a:lnTo>
                <a:lnTo>
                  <a:pt x="710" y="324"/>
                </a:lnTo>
                <a:lnTo>
                  <a:pt x="711" y="324"/>
                </a:lnTo>
                <a:lnTo>
                  <a:pt x="709" y="325"/>
                </a:lnTo>
                <a:lnTo>
                  <a:pt x="708" y="325"/>
                </a:lnTo>
                <a:lnTo>
                  <a:pt x="709" y="326"/>
                </a:lnTo>
                <a:lnTo>
                  <a:pt x="709" y="327"/>
                </a:lnTo>
                <a:lnTo>
                  <a:pt x="708" y="327"/>
                </a:lnTo>
                <a:lnTo>
                  <a:pt x="707" y="328"/>
                </a:lnTo>
                <a:lnTo>
                  <a:pt x="706" y="327"/>
                </a:lnTo>
                <a:lnTo>
                  <a:pt x="705" y="329"/>
                </a:lnTo>
                <a:lnTo>
                  <a:pt x="703" y="330"/>
                </a:lnTo>
                <a:lnTo>
                  <a:pt x="703" y="331"/>
                </a:lnTo>
                <a:lnTo>
                  <a:pt x="703" y="332"/>
                </a:lnTo>
                <a:lnTo>
                  <a:pt x="703" y="333"/>
                </a:lnTo>
                <a:lnTo>
                  <a:pt x="702" y="334"/>
                </a:lnTo>
                <a:lnTo>
                  <a:pt x="701" y="335"/>
                </a:lnTo>
                <a:lnTo>
                  <a:pt x="700" y="336"/>
                </a:lnTo>
                <a:lnTo>
                  <a:pt x="700" y="335"/>
                </a:lnTo>
                <a:lnTo>
                  <a:pt x="699" y="335"/>
                </a:lnTo>
                <a:lnTo>
                  <a:pt x="698" y="336"/>
                </a:lnTo>
                <a:lnTo>
                  <a:pt x="697" y="336"/>
                </a:lnTo>
                <a:lnTo>
                  <a:pt x="697" y="335"/>
                </a:lnTo>
                <a:lnTo>
                  <a:pt x="696" y="335"/>
                </a:lnTo>
                <a:lnTo>
                  <a:pt x="696" y="336"/>
                </a:lnTo>
                <a:lnTo>
                  <a:pt x="695" y="336"/>
                </a:lnTo>
                <a:lnTo>
                  <a:pt x="694" y="336"/>
                </a:lnTo>
                <a:lnTo>
                  <a:pt x="694" y="335"/>
                </a:lnTo>
                <a:lnTo>
                  <a:pt x="693" y="336"/>
                </a:lnTo>
                <a:lnTo>
                  <a:pt x="693" y="335"/>
                </a:lnTo>
                <a:lnTo>
                  <a:pt x="692" y="336"/>
                </a:lnTo>
                <a:lnTo>
                  <a:pt x="692" y="335"/>
                </a:lnTo>
                <a:lnTo>
                  <a:pt x="693" y="334"/>
                </a:lnTo>
                <a:lnTo>
                  <a:pt x="693" y="333"/>
                </a:lnTo>
                <a:lnTo>
                  <a:pt x="692" y="333"/>
                </a:lnTo>
                <a:lnTo>
                  <a:pt x="691" y="334"/>
                </a:lnTo>
                <a:lnTo>
                  <a:pt x="691" y="333"/>
                </a:lnTo>
                <a:lnTo>
                  <a:pt x="692" y="333"/>
                </a:lnTo>
                <a:lnTo>
                  <a:pt x="691" y="333"/>
                </a:lnTo>
                <a:lnTo>
                  <a:pt x="691" y="332"/>
                </a:lnTo>
                <a:lnTo>
                  <a:pt x="692" y="332"/>
                </a:lnTo>
                <a:lnTo>
                  <a:pt x="692" y="331"/>
                </a:lnTo>
                <a:lnTo>
                  <a:pt x="691" y="331"/>
                </a:lnTo>
                <a:lnTo>
                  <a:pt x="691" y="330"/>
                </a:lnTo>
                <a:lnTo>
                  <a:pt x="692" y="330"/>
                </a:lnTo>
                <a:lnTo>
                  <a:pt x="693" y="329"/>
                </a:lnTo>
                <a:lnTo>
                  <a:pt x="692" y="328"/>
                </a:lnTo>
                <a:lnTo>
                  <a:pt x="691" y="328"/>
                </a:lnTo>
                <a:lnTo>
                  <a:pt x="691" y="327"/>
                </a:lnTo>
                <a:lnTo>
                  <a:pt x="692" y="327"/>
                </a:lnTo>
                <a:lnTo>
                  <a:pt x="692" y="326"/>
                </a:lnTo>
                <a:lnTo>
                  <a:pt x="693" y="326"/>
                </a:lnTo>
                <a:lnTo>
                  <a:pt x="694" y="326"/>
                </a:lnTo>
                <a:lnTo>
                  <a:pt x="693" y="326"/>
                </a:lnTo>
                <a:lnTo>
                  <a:pt x="692" y="325"/>
                </a:lnTo>
                <a:lnTo>
                  <a:pt x="692" y="324"/>
                </a:lnTo>
                <a:lnTo>
                  <a:pt x="693" y="324"/>
                </a:lnTo>
                <a:lnTo>
                  <a:pt x="694" y="324"/>
                </a:lnTo>
                <a:lnTo>
                  <a:pt x="694" y="323"/>
                </a:lnTo>
                <a:lnTo>
                  <a:pt x="693" y="323"/>
                </a:lnTo>
                <a:lnTo>
                  <a:pt x="692" y="323"/>
                </a:lnTo>
                <a:lnTo>
                  <a:pt x="692" y="322"/>
                </a:lnTo>
                <a:lnTo>
                  <a:pt x="692" y="321"/>
                </a:lnTo>
                <a:lnTo>
                  <a:pt x="694" y="320"/>
                </a:lnTo>
                <a:lnTo>
                  <a:pt x="695" y="319"/>
                </a:lnTo>
                <a:lnTo>
                  <a:pt x="696" y="319"/>
                </a:lnTo>
                <a:lnTo>
                  <a:pt x="697" y="318"/>
                </a:lnTo>
                <a:lnTo>
                  <a:pt x="697" y="316"/>
                </a:lnTo>
                <a:lnTo>
                  <a:pt x="701" y="313"/>
                </a:lnTo>
                <a:lnTo>
                  <a:pt x="702" y="314"/>
                </a:lnTo>
                <a:lnTo>
                  <a:pt x="703" y="314"/>
                </a:lnTo>
                <a:lnTo>
                  <a:pt x="704" y="314"/>
                </a:lnTo>
                <a:lnTo>
                  <a:pt x="704" y="313"/>
                </a:lnTo>
                <a:lnTo>
                  <a:pt x="705" y="313"/>
                </a:lnTo>
                <a:lnTo>
                  <a:pt x="706" y="313"/>
                </a:lnTo>
                <a:lnTo>
                  <a:pt x="706" y="314"/>
                </a:lnTo>
                <a:lnTo>
                  <a:pt x="707" y="314"/>
                </a:lnTo>
                <a:lnTo>
                  <a:pt x="707" y="313"/>
                </a:lnTo>
                <a:lnTo>
                  <a:pt x="707" y="312"/>
                </a:lnTo>
                <a:lnTo>
                  <a:pt x="706" y="312"/>
                </a:lnTo>
                <a:lnTo>
                  <a:pt x="707" y="312"/>
                </a:lnTo>
                <a:lnTo>
                  <a:pt x="708" y="313"/>
                </a:lnTo>
                <a:lnTo>
                  <a:pt x="708" y="314"/>
                </a:lnTo>
                <a:lnTo>
                  <a:pt x="708" y="315"/>
                </a:lnTo>
                <a:lnTo>
                  <a:pt x="709" y="314"/>
                </a:lnTo>
                <a:lnTo>
                  <a:pt x="710" y="313"/>
                </a:lnTo>
                <a:lnTo>
                  <a:pt x="710" y="312"/>
                </a:lnTo>
                <a:lnTo>
                  <a:pt x="709" y="312"/>
                </a:lnTo>
                <a:lnTo>
                  <a:pt x="709" y="311"/>
                </a:lnTo>
                <a:lnTo>
                  <a:pt x="710" y="311"/>
                </a:lnTo>
                <a:lnTo>
                  <a:pt x="711" y="310"/>
                </a:lnTo>
                <a:lnTo>
                  <a:pt x="712" y="309"/>
                </a:lnTo>
                <a:lnTo>
                  <a:pt x="712" y="308"/>
                </a:lnTo>
                <a:lnTo>
                  <a:pt x="712" y="307"/>
                </a:lnTo>
                <a:lnTo>
                  <a:pt x="711" y="307"/>
                </a:lnTo>
                <a:lnTo>
                  <a:pt x="710" y="307"/>
                </a:lnTo>
                <a:lnTo>
                  <a:pt x="710" y="305"/>
                </a:lnTo>
                <a:lnTo>
                  <a:pt x="711" y="305"/>
                </a:lnTo>
                <a:lnTo>
                  <a:pt x="711" y="306"/>
                </a:lnTo>
                <a:lnTo>
                  <a:pt x="712" y="306"/>
                </a:lnTo>
                <a:lnTo>
                  <a:pt x="713" y="304"/>
                </a:lnTo>
                <a:lnTo>
                  <a:pt x="714" y="303"/>
                </a:lnTo>
                <a:lnTo>
                  <a:pt x="713" y="303"/>
                </a:lnTo>
                <a:lnTo>
                  <a:pt x="713" y="302"/>
                </a:lnTo>
                <a:lnTo>
                  <a:pt x="713" y="301"/>
                </a:lnTo>
                <a:lnTo>
                  <a:pt x="715" y="301"/>
                </a:lnTo>
                <a:lnTo>
                  <a:pt x="715" y="300"/>
                </a:lnTo>
                <a:lnTo>
                  <a:pt x="716" y="299"/>
                </a:lnTo>
                <a:lnTo>
                  <a:pt x="715" y="299"/>
                </a:lnTo>
                <a:lnTo>
                  <a:pt x="714" y="299"/>
                </a:lnTo>
                <a:lnTo>
                  <a:pt x="713" y="299"/>
                </a:lnTo>
                <a:lnTo>
                  <a:pt x="712" y="299"/>
                </a:lnTo>
                <a:lnTo>
                  <a:pt x="711" y="298"/>
                </a:lnTo>
                <a:lnTo>
                  <a:pt x="713" y="296"/>
                </a:lnTo>
                <a:lnTo>
                  <a:pt x="714" y="295"/>
                </a:lnTo>
                <a:lnTo>
                  <a:pt x="716" y="294"/>
                </a:lnTo>
                <a:lnTo>
                  <a:pt x="717" y="294"/>
                </a:lnTo>
                <a:lnTo>
                  <a:pt x="717" y="293"/>
                </a:lnTo>
                <a:lnTo>
                  <a:pt x="718" y="293"/>
                </a:lnTo>
                <a:lnTo>
                  <a:pt x="717" y="293"/>
                </a:lnTo>
                <a:lnTo>
                  <a:pt x="717" y="292"/>
                </a:lnTo>
                <a:lnTo>
                  <a:pt x="716" y="292"/>
                </a:lnTo>
                <a:lnTo>
                  <a:pt x="715" y="292"/>
                </a:lnTo>
                <a:lnTo>
                  <a:pt x="714" y="292"/>
                </a:lnTo>
                <a:lnTo>
                  <a:pt x="714" y="291"/>
                </a:lnTo>
                <a:lnTo>
                  <a:pt x="715" y="291"/>
                </a:lnTo>
                <a:lnTo>
                  <a:pt x="716" y="291"/>
                </a:lnTo>
                <a:lnTo>
                  <a:pt x="716" y="290"/>
                </a:lnTo>
                <a:lnTo>
                  <a:pt x="718" y="290"/>
                </a:lnTo>
                <a:lnTo>
                  <a:pt x="719" y="290"/>
                </a:lnTo>
                <a:lnTo>
                  <a:pt x="720" y="289"/>
                </a:lnTo>
                <a:lnTo>
                  <a:pt x="720" y="288"/>
                </a:lnTo>
                <a:lnTo>
                  <a:pt x="719" y="288"/>
                </a:lnTo>
                <a:lnTo>
                  <a:pt x="719" y="287"/>
                </a:lnTo>
                <a:lnTo>
                  <a:pt x="720" y="286"/>
                </a:lnTo>
                <a:lnTo>
                  <a:pt x="721" y="286"/>
                </a:lnTo>
                <a:lnTo>
                  <a:pt x="722" y="286"/>
                </a:lnTo>
                <a:lnTo>
                  <a:pt x="723" y="285"/>
                </a:lnTo>
                <a:lnTo>
                  <a:pt x="724" y="284"/>
                </a:lnTo>
                <a:lnTo>
                  <a:pt x="723" y="283"/>
                </a:lnTo>
                <a:lnTo>
                  <a:pt x="725" y="281"/>
                </a:lnTo>
                <a:lnTo>
                  <a:pt x="726" y="280"/>
                </a:lnTo>
                <a:lnTo>
                  <a:pt x="727" y="279"/>
                </a:lnTo>
                <a:lnTo>
                  <a:pt x="727" y="278"/>
                </a:lnTo>
                <a:lnTo>
                  <a:pt x="728" y="278"/>
                </a:lnTo>
                <a:lnTo>
                  <a:pt x="728" y="277"/>
                </a:lnTo>
                <a:lnTo>
                  <a:pt x="728" y="275"/>
                </a:lnTo>
                <a:lnTo>
                  <a:pt x="727" y="273"/>
                </a:lnTo>
                <a:lnTo>
                  <a:pt x="726" y="273"/>
                </a:lnTo>
                <a:lnTo>
                  <a:pt x="726" y="274"/>
                </a:lnTo>
                <a:lnTo>
                  <a:pt x="725" y="274"/>
                </a:lnTo>
                <a:lnTo>
                  <a:pt x="724" y="274"/>
                </a:lnTo>
                <a:lnTo>
                  <a:pt x="723" y="275"/>
                </a:lnTo>
                <a:lnTo>
                  <a:pt x="722" y="276"/>
                </a:lnTo>
                <a:lnTo>
                  <a:pt x="721" y="276"/>
                </a:lnTo>
                <a:lnTo>
                  <a:pt x="720" y="276"/>
                </a:lnTo>
                <a:lnTo>
                  <a:pt x="719" y="276"/>
                </a:lnTo>
                <a:lnTo>
                  <a:pt x="718" y="277"/>
                </a:lnTo>
                <a:lnTo>
                  <a:pt x="717" y="277"/>
                </a:lnTo>
                <a:lnTo>
                  <a:pt x="716" y="277"/>
                </a:lnTo>
                <a:lnTo>
                  <a:pt x="715" y="277"/>
                </a:lnTo>
                <a:lnTo>
                  <a:pt x="714" y="277"/>
                </a:lnTo>
                <a:lnTo>
                  <a:pt x="713" y="278"/>
                </a:lnTo>
                <a:lnTo>
                  <a:pt x="712" y="278"/>
                </a:lnTo>
                <a:lnTo>
                  <a:pt x="709" y="279"/>
                </a:lnTo>
                <a:lnTo>
                  <a:pt x="709" y="280"/>
                </a:lnTo>
                <a:lnTo>
                  <a:pt x="708" y="280"/>
                </a:lnTo>
                <a:lnTo>
                  <a:pt x="708" y="279"/>
                </a:lnTo>
                <a:lnTo>
                  <a:pt x="708" y="278"/>
                </a:lnTo>
                <a:lnTo>
                  <a:pt x="708" y="277"/>
                </a:lnTo>
                <a:lnTo>
                  <a:pt x="707" y="277"/>
                </a:lnTo>
                <a:lnTo>
                  <a:pt x="706" y="278"/>
                </a:lnTo>
                <a:lnTo>
                  <a:pt x="705" y="279"/>
                </a:lnTo>
                <a:lnTo>
                  <a:pt x="704" y="278"/>
                </a:lnTo>
                <a:lnTo>
                  <a:pt x="704" y="277"/>
                </a:lnTo>
                <a:lnTo>
                  <a:pt x="703" y="277"/>
                </a:lnTo>
                <a:lnTo>
                  <a:pt x="702" y="278"/>
                </a:lnTo>
                <a:lnTo>
                  <a:pt x="702" y="279"/>
                </a:lnTo>
                <a:lnTo>
                  <a:pt x="701" y="280"/>
                </a:lnTo>
                <a:lnTo>
                  <a:pt x="700" y="281"/>
                </a:lnTo>
                <a:lnTo>
                  <a:pt x="700" y="282"/>
                </a:lnTo>
                <a:lnTo>
                  <a:pt x="700" y="283"/>
                </a:lnTo>
                <a:lnTo>
                  <a:pt x="701" y="285"/>
                </a:lnTo>
                <a:lnTo>
                  <a:pt x="702" y="285"/>
                </a:lnTo>
                <a:lnTo>
                  <a:pt x="702" y="286"/>
                </a:lnTo>
                <a:lnTo>
                  <a:pt x="703" y="287"/>
                </a:lnTo>
                <a:lnTo>
                  <a:pt x="702" y="289"/>
                </a:lnTo>
                <a:lnTo>
                  <a:pt x="702" y="290"/>
                </a:lnTo>
                <a:lnTo>
                  <a:pt x="701" y="291"/>
                </a:lnTo>
                <a:lnTo>
                  <a:pt x="699" y="293"/>
                </a:lnTo>
                <a:lnTo>
                  <a:pt x="699" y="294"/>
                </a:lnTo>
                <a:lnTo>
                  <a:pt x="698" y="297"/>
                </a:lnTo>
                <a:lnTo>
                  <a:pt x="697" y="298"/>
                </a:lnTo>
                <a:lnTo>
                  <a:pt x="698" y="300"/>
                </a:lnTo>
                <a:lnTo>
                  <a:pt x="699" y="301"/>
                </a:lnTo>
                <a:lnTo>
                  <a:pt x="698" y="302"/>
                </a:lnTo>
                <a:lnTo>
                  <a:pt x="697" y="302"/>
                </a:lnTo>
                <a:lnTo>
                  <a:pt x="697" y="303"/>
                </a:lnTo>
                <a:lnTo>
                  <a:pt x="697" y="304"/>
                </a:lnTo>
                <a:lnTo>
                  <a:pt x="698" y="304"/>
                </a:lnTo>
                <a:lnTo>
                  <a:pt x="699" y="304"/>
                </a:lnTo>
                <a:lnTo>
                  <a:pt x="700" y="304"/>
                </a:lnTo>
                <a:lnTo>
                  <a:pt x="699" y="306"/>
                </a:lnTo>
                <a:lnTo>
                  <a:pt x="698" y="306"/>
                </a:lnTo>
                <a:lnTo>
                  <a:pt x="697" y="307"/>
                </a:lnTo>
                <a:lnTo>
                  <a:pt x="697" y="308"/>
                </a:lnTo>
                <a:lnTo>
                  <a:pt x="695" y="309"/>
                </a:lnTo>
                <a:lnTo>
                  <a:pt x="694" y="309"/>
                </a:lnTo>
                <a:lnTo>
                  <a:pt x="693" y="309"/>
                </a:lnTo>
                <a:lnTo>
                  <a:pt x="693" y="307"/>
                </a:lnTo>
                <a:lnTo>
                  <a:pt x="693" y="306"/>
                </a:lnTo>
                <a:lnTo>
                  <a:pt x="693" y="305"/>
                </a:lnTo>
                <a:lnTo>
                  <a:pt x="694" y="304"/>
                </a:lnTo>
                <a:lnTo>
                  <a:pt x="693" y="303"/>
                </a:lnTo>
                <a:lnTo>
                  <a:pt x="692" y="302"/>
                </a:lnTo>
                <a:lnTo>
                  <a:pt x="690" y="301"/>
                </a:lnTo>
                <a:lnTo>
                  <a:pt x="688" y="301"/>
                </a:lnTo>
                <a:lnTo>
                  <a:pt x="687" y="300"/>
                </a:lnTo>
                <a:lnTo>
                  <a:pt x="687" y="299"/>
                </a:lnTo>
                <a:lnTo>
                  <a:pt x="688" y="298"/>
                </a:lnTo>
                <a:lnTo>
                  <a:pt x="688" y="297"/>
                </a:lnTo>
                <a:lnTo>
                  <a:pt x="687" y="297"/>
                </a:lnTo>
                <a:lnTo>
                  <a:pt x="686" y="298"/>
                </a:lnTo>
                <a:lnTo>
                  <a:pt x="685" y="298"/>
                </a:lnTo>
                <a:lnTo>
                  <a:pt x="684" y="299"/>
                </a:lnTo>
                <a:lnTo>
                  <a:pt x="685" y="300"/>
                </a:lnTo>
                <a:lnTo>
                  <a:pt x="684" y="301"/>
                </a:lnTo>
                <a:lnTo>
                  <a:pt x="682" y="301"/>
                </a:lnTo>
                <a:lnTo>
                  <a:pt x="681" y="302"/>
                </a:lnTo>
                <a:lnTo>
                  <a:pt x="679" y="301"/>
                </a:lnTo>
                <a:lnTo>
                  <a:pt x="678" y="299"/>
                </a:lnTo>
                <a:lnTo>
                  <a:pt x="679" y="297"/>
                </a:lnTo>
                <a:lnTo>
                  <a:pt x="681" y="296"/>
                </a:lnTo>
                <a:lnTo>
                  <a:pt x="681" y="295"/>
                </a:lnTo>
                <a:lnTo>
                  <a:pt x="680" y="294"/>
                </a:lnTo>
                <a:lnTo>
                  <a:pt x="680" y="293"/>
                </a:lnTo>
                <a:lnTo>
                  <a:pt x="680" y="291"/>
                </a:lnTo>
                <a:lnTo>
                  <a:pt x="679" y="291"/>
                </a:lnTo>
                <a:lnTo>
                  <a:pt x="678" y="291"/>
                </a:lnTo>
                <a:lnTo>
                  <a:pt x="678" y="290"/>
                </a:lnTo>
                <a:lnTo>
                  <a:pt x="679" y="288"/>
                </a:lnTo>
                <a:lnTo>
                  <a:pt x="680" y="288"/>
                </a:lnTo>
                <a:lnTo>
                  <a:pt x="679" y="286"/>
                </a:lnTo>
                <a:lnTo>
                  <a:pt x="679" y="285"/>
                </a:lnTo>
                <a:lnTo>
                  <a:pt x="680" y="284"/>
                </a:lnTo>
                <a:lnTo>
                  <a:pt x="681" y="283"/>
                </a:lnTo>
                <a:lnTo>
                  <a:pt x="684" y="284"/>
                </a:lnTo>
                <a:lnTo>
                  <a:pt x="685" y="284"/>
                </a:lnTo>
                <a:lnTo>
                  <a:pt x="686" y="284"/>
                </a:lnTo>
                <a:lnTo>
                  <a:pt x="688" y="283"/>
                </a:lnTo>
                <a:lnTo>
                  <a:pt x="688" y="282"/>
                </a:lnTo>
                <a:lnTo>
                  <a:pt x="687" y="281"/>
                </a:lnTo>
                <a:lnTo>
                  <a:pt x="686" y="281"/>
                </a:lnTo>
                <a:lnTo>
                  <a:pt x="686" y="279"/>
                </a:lnTo>
                <a:lnTo>
                  <a:pt x="686" y="278"/>
                </a:lnTo>
                <a:lnTo>
                  <a:pt x="686" y="276"/>
                </a:lnTo>
                <a:lnTo>
                  <a:pt x="685" y="276"/>
                </a:lnTo>
                <a:lnTo>
                  <a:pt x="684" y="277"/>
                </a:lnTo>
                <a:lnTo>
                  <a:pt x="684" y="278"/>
                </a:lnTo>
                <a:lnTo>
                  <a:pt x="684" y="279"/>
                </a:lnTo>
                <a:lnTo>
                  <a:pt x="683" y="280"/>
                </a:lnTo>
                <a:lnTo>
                  <a:pt x="681" y="281"/>
                </a:lnTo>
                <a:lnTo>
                  <a:pt x="680" y="281"/>
                </a:lnTo>
                <a:lnTo>
                  <a:pt x="676" y="282"/>
                </a:lnTo>
                <a:lnTo>
                  <a:pt x="676" y="283"/>
                </a:lnTo>
                <a:lnTo>
                  <a:pt x="674" y="281"/>
                </a:lnTo>
                <a:lnTo>
                  <a:pt x="675" y="278"/>
                </a:lnTo>
                <a:lnTo>
                  <a:pt x="675" y="277"/>
                </a:lnTo>
                <a:lnTo>
                  <a:pt x="676" y="275"/>
                </a:lnTo>
                <a:lnTo>
                  <a:pt x="677" y="275"/>
                </a:lnTo>
                <a:lnTo>
                  <a:pt x="680" y="274"/>
                </a:lnTo>
                <a:lnTo>
                  <a:pt x="681" y="274"/>
                </a:lnTo>
                <a:lnTo>
                  <a:pt x="683" y="272"/>
                </a:lnTo>
                <a:lnTo>
                  <a:pt x="683" y="271"/>
                </a:lnTo>
                <a:lnTo>
                  <a:pt x="684" y="270"/>
                </a:lnTo>
                <a:lnTo>
                  <a:pt x="686" y="269"/>
                </a:lnTo>
                <a:lnTo>
                  <a:pt x="685" y="268"/>
                </a:lnTo>
                <a:lnTo>
                  <a:pt x="684" y="268"/>
                </a:lnTo>
                <a:lnTo>
                  <a:pt x="684" y="267"/>
                </a:lnTo>
                <a:lnTo>
                  <a:pt x="683" y="267"/>
                </a:lnTo>
                <a:lnTo>
                  <a:pt x="683" y="268"/>
                </a:lnTo>
                <a:lnTo>
                  <a:pt x="684" y="268"/>
                </a:lnTo>
                <a:lnTo>
                  <a:pt x="684" y="269"/>
                </a:lnTo>
                <a:lnTo>
                  <a:pt x="683" y="270"/>
                </a:lnTo>
                <a:lnTo>
                  <a:pt x="680" y="272"/>
                </a:lnTo>
                <a:lnTo>
                  <a:pt x="678" y="273"/>
                </a:lnTo>
                <a:lnTo>
                  <a:pt x="677" y="273"/>
                </a:lnTo>
                <a:lnTo>
                  <a:pt x="676" y="270"/>
                </a:lnTo>
                <a:lnTo>
                  <a:pt x="677" y="269"/>
                </a:lnTo>
                <a:lnTo>
                  <a:pt x="676" y="269"/>
                </a:lnTo>
                <a:lnTo>
                  <a:pt x="675" y="269"/>
                </a:lnTo>
                <a:lnTo>
                  <a:pt x="675" y="270"/>
                </a:lnTo>
                <a:lnTo>
                  <a:pt x="675" y="271"/>
                </a:lnTo>
                <a:lnTo>
                  <a:pt x="675" y="272"/>
                </a:lnTo>
                <a:lnTo>
                  <a:pt x="674" y="273"/>
                </a:lnTo>
                <a:lnTo>
                  <a:pt x="674" y="275"/>
                </a:lnTo>
                <a:lnTo>
                  <a:pt x="673" y="276"/>
                </a:lnTo>
                <a:lnTo>
                  <a:pt x="672" y="277"/>
                </a:lnTo>
                <a:lnTo>
                  <a:pt x="673" y="277"/>
                </a:lnTo>
                <a:lnTo>
                  <a:pt x="673" y="278"/>
                </a:lnTo>
                <a:lnTo>
                  <a:pt x="672" y="279"/>
                </a:lnTo>
                <a:lnTo>
                  <a:pt x="671" y="280"/>
                </a:lnTo>
                <a:lnTo>
                  <a:pt x="670" y="281"/>
                </a:lnTo>
                <a:lnTo>
                  <a:pt x="670" y="283"/>
                </a:lnTo>
                <a:lnTo>
                  <a:pt x="670" y="284"/>
                </a:lnTo>
                <a:lnTo>
                  <a:pt x="672" y="286"/>
                </a:lnTo>
                <a:lnTo>
                  <a:pt x="673" y="286"/>
                </a:lnTo>
                <a:lnTo>
                  <a:pt x="673" y="288"/>
                </a:lnTo>
                <a:lnTo>
                  <a:pt x="673" y="289"/>
                </a:lnTo>
                <a:lnTo>
                  <a:pt x="672" y="289"/>
                </a:lnTo>
                <a:lnTo>
                  <a:pt x="672" y="290"/>
                </a:lnTo>
                <a:lnTo>
                  <a:pt x="673" y="290"/>
                </a:lnTo>
                <a:lnTo>
                  <a:pt x="673" y="291"/>
                </a:lnTo>
                <a:lnTo>
                  <a:pt x="672" y="291"/>
                </a:lnTo>
                <a:lnTo>
                  <a:pt x="671" y="294"/>
                </a:lnTo>
                <a:lnTo>
                  <a:pt x="670" y="295"/>
                </a:lnTo>
                <a:lnTo>
                  <a:pt x="669" y="295"/>
                </a:lnTo>
                <a:lnTo>
                  <a:pt x="667" y="294"/>
                </a:lnTo>
                <a:lnTo>
                  <a:pt x="666" y="294"/>
                </a:lnTo>
                <a:lnTo>
                  <a:pt x="666" y="293"/>
                </a:lnTo>
                <a:lnTo>
                  <a:pt x="666" y="292"/>
                </a:lnTo>
                <a:lnTo>
                  <a:pt x="666" y="290"/>
                </a:lnTo>
                <a:lnTo>
                  <a:pt x="665" y="289"/>
                </a:lnTo>
                <a:lnTo>
                  <a:pt x="663" y="285"/>
                </a:lnTo>
                <a:lnTo>
                  <a:pt x="662" y="284"/>
                </a:lnTo>
                <a:lnTo>
                  <a:pt x="661" y="282"/>
                </a:lnTo>
                <a:lnTo>
                  <a:pt x="660" y="281"/>
                </a:lnTo>
                <a:lnTo>
                  <a:pt x="659" y="280"/>
                </a:lnTo>
                <a:lnTo>
                  <a:pt x="658" y="279"/>
                </a:lnTo>
                <a:lnTo>
                  <a:pt x="657" y="279"/>
                </a:lnTo>
                <a:lnTo>
                  <a:pt x="656" y="280"/>
                </a:lnTo>
                <a:lnTo>
                  <a:pt x="657" y="281"/>
                </a:lnTo>
                <a:lnTo>
                  <a:pt x="657" y="282"/>
                </a:lnTo>
                <a:lnTo>
                  <a:pt x="658" y="282"/>
                </a:lnTo>
                <a:lnTo>
                  <a:pt x="658" y="283"/>
                </a:lnTo>
                <a:lnTo>
                  <a:pt x="658" y="284"/>
                </a:lnTo>
                <a:lnTo>
                  <a:pt x="658" y="287"/>
                </a:lnTo>
                <a:lnTo>
                  <a:pt x="659" y="288"/>
                </a:lnTo>
                <a:lnTo>
                  <a:pt x="658" y="288"/>
                </a:lnTo>
                <a:lnTo>
                  <a:pt x="657" y="288"/>
                </a:lnTo>
                <a:lnTo>
                  <a:pt x="657" y="289"/>
                </a:lnTo>
                <a:lnTo>
                  <a:pt x="656" y="289"/>
                </a:lnTo>
                <a:lnTo>
                  <a:pt x="657" y="289"/>
                </a:lnTo>
                <a:lnTo>
                  <a:pt x="657" y="290"/>
                </a:lnTo>
                <a:lnTo>
                  <a:pt x="657" y="291"/>
                </a:lnTo>
                <a:lnTo>
                  <a:pt x="657" y="292"/>
                </a:lnTo>
                <a:lnTo>
                  <a:pt x="658" y="292"/>
                </a:lnTo>
                <a:lnTo>
                  <a:pt x="658" y="293"/>
                </a:lnTo>
                <a:lnTo>
                  <a:pt x="658" y="292"/>
                </a:lnTo>
                <a:lnTo>
                  <a:pt x="659" y="292"/>
                </a:lnTo>
                <a:lnTo>
                  <a:pt x="658" y="293"/>
                </a:lnTo>
                <a:lnTo>
                  <a:pt x="659" y="294"/>
                </a:lnTo>
                <a:lnTo>
                  <a:pt x="660" y="294"/>
                </a:lnTo>
                <a:lnTo>
                  <a:pt x="661" y="294"/>
                </a:lnTo>
                <a:lnTo>
                  <a:pt x="661" y="295"/>
                </a:lnTo>
                <a:lnTo>
                  <a:pt x="662" y="294"/>
                </a:lnTo>
                <a:lnTo>
                  <a:pt x="662" y="295"/>
                </a:lnTo>
                <a:lnTo>
                  <a:pt x="663" y="295"/>
                </a:lnTo>
                <a:lnTo>
                  <a:pt x="664" y="295"/>
                </a:lnTo>
                <a:lnTo>
                  <a:pt x="663" y="295"/>
                </a:lnTo>
                <a:lnTo>
                  <a:pt x="663" y="296"/>
                </a:lnTo>
                <a:lnTo>
                  <a:pt x="664" y="296"/>
                </a:lnTo>
                <a:lnTo>
                  <a:pt x="664" y="295"/>
                </a:lnTo>
                <a:lnTo>
                  <a:pt x="665" y="295"/>
                </a:lnTo>
                <a:lnTo>
                  <a:pt x="666" y="296"/>
                </a:lnTo>
                <a:lnTo>
                  <a:pt x="668" y="297"/>
                </a:lnTo>
                <a:lnTo>
                  <a:pt x="668" y="298"/>
                </a:lnTo>
                <a:lnTo>
                  <a:pt x="667" y="300"/>
                </a:lnTo>
                <a:lnTo>
                  <a:pt x="667" y="302"/>
                </a:lnTo>
                <a:lnTo>
                  <a:pt x="666" y="302"/>
                </a:lnTo>
                <a:lnTo>
                  <a:pt x="665" y="301"/>
                </a:lnTo>
                <a:lnTo>
                  <a:pt x="664" y="301"/>
                </a:lnTo>
                <a:lnTo>
                  <a:pt x="663" y="302"/>
                </a:lnTo>
                <a:lnTo>
                  <a:pt x="662" y="302"/>
                </a:lnTo>
                <a:lnTo>
                  <a:pt x="660" y="300"/>
                </a:lnTo>
                <a:lnTo>
                  <a:pt x="659" y="299"/>
                </a:lnTo>
                <a:lnTo>
                  <a:pt x="658" y="299"/>
                </a:lnTo>
                <a:lnTo>
                  <a:pt x="657" y="298"/>
                </a:lnTo>
                <a:lnTo>
                  <a:pt x="656" y="298"/>
                </a:lnTo>
                <a:lnTo>
                  <a:pt x="655" y="298"/>
                </a:lnTo>
                <a:lnTo>
                  <a:pt x="655" y="297"/>
                </a:lnTo>
                <a:lnTo>
                  <a:pt x="655" y="296"/>
                </a:lnTo>
                <a:lnTo>
                  <a:pt x="654" y="295"/>
                </a:lnTo>
                <a:lnTo>
                  <a:pt x="653" y="294"/>
                </a:lnTo>
                <a:lnTo>
                  <a:pt x="653" y="293"/>
                </a:lnTo>
                <a:lnTo>
                  <a:pt x="652" y="292"/>
                </a:lnTo>
                <a:lnTo>
                  <a:pt x="651" y="293"/>
                </a:lnTo>
                <a:lnTo>
                  <a:pt x="650" y="293"/>
                </a:lnTo>
                <a:lnTo>
                  <a:pt x="647" y="294"/>
                </a:lnTo>
                <a:lnTo>
                  <a:pt x="646" y="294"/>
                </a:lnTo>
                <a:lnTo>
                  <a:pt x="645" y="294"/>
                </a:lnTo>
                <a:lnTo>
                  <a:pt x="645" y="293"/>
                </a:lnTo>
                <a:lnTo>
                  <a:pt x="645" y="292"/>
                </a:lnTo>
                <a:lnTo>
                  <a:pt x="646" y="291"/>
                </a:lnTo>
                <a:lnTo>
                  <a:pt x="646" y="289"/>
                </a:lnTo>
                <a:lnTo>
                  <a:pt x="646" y="286"/>
                </a:lnTo>
                <a:lnTo>
                  <a:pt x="646" y="285"/>
                </a:lnTo>
                <a:lnTo>
                  <a:pt x="645" y="285"/>
                </a:lnTo>
                <a:lnTo>
                  <a:pt x="643" y="286"/>
                </a:lnTo>
                <a:lnTo>
                  <a:pt x="642" y="288"/>
                </a:lnTo>
                <a:lnTo>
                  <a:pt x="641" y="289"/>
                </a:lnTo>
                <a:lnTo>
                  <a:pt x="640" y="289"/>
                </a:lnTo>
                <a:lnTo>
                  <a:pt x="639" y="289"/>
                </a:lnTo>
                <a:lnTo>
                  <a:pt x="638" y="288"/>
                </a:lnTo>
                <a:lnTo>
                  <a:pt x="637" y="287"/>
                </a:lnTo>
                <a:lnTo>
                  <a:pt x="636" y="287"/>
                </a:lnTo>
                <a:lnTo>
                  <a:pt x="635" y="287"/>
                </a:lnTo>
                <a:lnTo>
                  <a:pt x="636" y="287"/>
                </a:lnTo>
                <a:lnTo>
                  <a:pt x="636" y="288"/>
                </a:lnTo>
                <a:lnTo>
                  <a:pt x="637" y="288"/>
                </a:lnTo>
                <a:lnTo>
                  <a:pt x="638" y="288"/>
                </a:lnTo>
                <a:lnTo>
                  <a:pt x="638" y="289"/>
                </a:lnTo>
                <a:lnTo>
                  <a:pt x="638" y="290"/>
                </a:lnTo>
                <a:lnTo>
                  <a:pt x="638" y="292"/>
                </a:lnTo>
                <a:lnTo>
                  <a:pt x="636" y="294"/>
                </a:lnTo>
                <a:lnTo>
                  <a:pt x="635" y="296"/>
                </a:lnTo>
                <a:lnTo>
                  <a:pt x="634" y="295"/>
                </a:lnTo>
                <a:lnTo>
                  <a:pt x="635" y="297"/>
                </a:lnTo>
                <a:lnTo>
                  <a:pt x="636" y="297"/>
                </a:lnTo>
                <a:lnTo>
                  <a:pt x="636" y="298"/>
                </a:lnTo>
                <a:lnTo>
                  <a:pt x="636" y="299"/>
                </a:lnTo>
                <a:lnTo>
                  <a:pt x="636" y="300"/>
                </a:lnTo>
                <a:lnTo>
                  <a:pt x="636" y="299"/>
                </a:lnTo>
                <a:lnTo>
                  <a:pt x="637" y="299"/>
                </a:lnTo>
                <a:lnTo>
                  <a:pt x="638" y="298"/>
                </a:lnTo>
                <a:lnTo>
                  <a:pt x="641" y="296"/>
                </a:lnTo>
                <a:lnTo>
                  <a:pt x="642" y="297"/>
                </a:lnTo>
                <a:lnTo>
                  <a:pt x="643" y="297"/>
                </a:lnTo>
                <a:lnTo>
                  <a:pt x="643" y="296"/>
                </a:lnTo>
                <a:lnTo>
                  <a:pt x="644" y="296"/>
                </a:lnTo>
                <a:lnTo>
                  <a:pt x="644" y="297"/>
                </a:lnTo>
                <a:lnTo>
                  <a:pt x="645" y="297"/>
                </a:lnTo>
                <a:lnTo>
                  <a:pt x="645" y="296"/>
                </a:lnTo>
                <a:lnTo>
                  <a:pt x="647" y="295"/>
                </a:lnTo>
                <a:lnTo>
                  <a:pt x="648" y="295"/>
                </a:lnTo>
                <a:lnTo>
                  <a:pt x="649" y="296"/>
                </a:lnTo>
                <a:lnTo>
                  <a:pt x="650" y="296"/>
                </a:lnTo>
                <a:lnTo>
                  <a:pt x="650" y="297"/>
                </a:lnTo>
                <a:lnTo>
                  <a:pt x="650" y="298"/>
                </a:lnTo>
                <a:lnTo>
                  <a:pt x="651" y="298"/>
                </a:lnTo>
                <a:lnTo>
                  <a:pt x="650" y="299"/>
                </a:lnTo>
                <a:lnTo>
                  <a:pt x="649" y="300"/>
                </a:lnTo>
                <a:lnTo>
                  <a:pt x="649" y="301"/>
                </a:lnTo>
                <a:lnTo>
                  <a:pt x="649" y="302"/>
                </a:lnTo>
                <a:lnTo>
                  <a:pt x="648" y="302"/>
                </a:lnTo>
                <a:lnTo>
                  <a:pt x="648" y="301"/>
                </a:lnTo>
                <a:lnTo>
                  <a:pt x="648" y="300"/>
                </a:lnTo>
                <a:lnTo>
                  <a:pt x="648" y="299"/>
                </a:lnTo>
                <a:lnTo>
                  <a:pt x="648" y="300"/>
                </a:lnTo>
                <a:lnTo>
                  <a:pt x="648" y="301"/>
                </a:lnTo>
                <a:lnTo>
                  <a:pt x="648" y="302"/>
                </a:lnTo>
                <a:lnTo>
                  <a:pt x="649" y="304"/>
                </a:lnTo>
                <a:lnTo>
                  <a:pt x="648" y="304"/>
                </a:lnTo>
                <a:lnTo>
                  <a:pt x="647" y="303"/>
                </a:lnTo>
                <a:lnTo>
                  <a:pt x="646" y="303"/>
                </a:lnTo>
                <a:lnTo>
                  <a:pt x="646" y="302"/>
                </a:lnTo>
                <a:lnTo>
                  <a:pt x="645" y="303"/>
                </a:lnTo>
                <a:lnTo>
                  <a:pt x="645" y="302"/>
                </a:lnTo>
                <a:lnTo>
                  <a:pt x="644" y="302"/>
                </a:lnTo>
                <a:lnTo>
                  <a:pt x="643" y="302"/>
                </a:lnTo>
                <a:lnTo>
                  <a:pt x="643" y="303"/>
                </a:lnTo>
                <a:lnTo>
                  <a:pt x="643" y="302"/>
                </a:lnTo>
                <a:lnTo>
                  <a:pt x="644" y="302"/>
                </a:lnTo>
                <a:lnTo>
                  <a:pt x="645" y="303"/>
                </a:lnTo>
                <a:lnTo>
                  <a:pt x="646" y="303"/>
                </a:lnTo>
                <a:lnTo>
                  <a:pt x="647" y="303"/>
                </a:lnTo>
                <a:lnTo>
                  <a:pt x="647" y="304"/>
                </a:lnTo>
                <a:lnTo>
                  <a:pt x="648" y="305"/>
                </a:lnTo>
                <a:lnTo>
                  <a:pt x="649" y="305"/>
                </a:lnTo>
                <a:lnTo>
                  <a:pt x="650" y="306"/>
                </a:lnTo>
                <a:lnTo>
                  <a:pt x="651" y="307"/>
                </a:lnTo>
                <a:lnTo>
                  <a:pt x="650" y="309"/>
                </a:lnTo>
                <a:lnTo>
                  <a:pt x="649" y="309"/>
                </a:lnTo>
                <a:lnTo>
                  <a:pt x="649" y="308"/>
                </a:lnTo>
                <a:lnTo>
                  <a:pt x="648" y="308"/>
                </a:lnTo>
                <a:lnTo>
                  <a:pt x="647" y="307"/>
                </a:lnTo>
                <a:lnTo>
                  <a:pt x="647" y="308"/>
                </a:lnTo>
                <a:lnTo>
                  <a:pt x="648" y="308"/>
                </a:lnTo>
                <a:lnTo>
                  <a:pt x="648" y="309"/>
                </a:lnTo>
                <a:lnTo>
                  <a:pt x="647" y="308"/>
                </a:lnTo>
                <a:lnTo>
                  <a:pt x="646" y="308"/>
                </a:lnTo>
                <a:lnTo>
                  <a:pt x="646" y="309"/>
                </a:lnTo>
                <a:lnTo>
                  <a:pt x="647" y="309"/>
                </a:lnTo>
                <a:lnTo>
                  <a:pt x="646" y="310"/>
                </a:lnTo>
                <a:lnTo>
                  <a:pt x="647" y="311"/>
                </a:lnTo>
                <a:lnTo>
                  <a:pt x="648" y="311"/>
                </a:lnTo>
                <a:lnTo>
                  <a:pt x="649" y="311"/>
                </a:lnTo>
                <a:lnTo>
                  <a:pt x="649" y="314"/>
                </a:lnTo>
                <a:lnTo>
                  <a:pt x="649" y="315"/>
                </a:lnTo>
                <a:lnTo>
                  <a:pt x="647" y="316"/>
                </a:lnTo>
                <a:lnTo>
                  <a:pt x="646" y="316"/>
                </a:lnTo>
                <a:lnTo>
                  <a:pt x="645" y="316"/>
                </a:lnTo>
                <a:lnTo>
                  <a:pt x="643" y="315"/>
                </a:lnTo>
                <a:lnTo>
                  <a:pt x="642" y="317"/>
                </a:lnTo>
                <a:lnTo>
                  <a:pt x="642" y="318"/>
                </a:lnTo>
                <a:lnTo>
                  <a:pt x="641" y="319"/>
                </a:lnTo>
                <a:lnTo>
                  <a:pt x="640" y="319"/>
                </a:lnTo>
                <a:lnTo>
                  <a:pt x="640" y="320"/>
                </a:lnTo>
                <a:lnTo>
                  <a:pt x="639" y="320"/>
                </a:lnTo>
                <a:lnTo>
                  <a:pt x="640" y="324"/>
                </a:lnTo>
                <a:lnTo>
                  <a:pt x="642" y="324"/>
                </a:lnTo>
                <a:lnTo>
                  <a:pt x="643" y="325"/>
                </a:lnTo>
                <a:lnTo>
                  <a:pt x="645" y="325"/>
                </a:lnTo>
                <a:lnTo>
                  <a:pt x="647" y="327"/>
                </a:lnTo>
                <a:lnTo>
                  <a:pt x="647" y="328"/>
                </a:lnTo>
                <a:lnTo>
                  <a:pt x="648" y="330"/>
                </a:lnTo>
                <a:lnTo>
                  <a:pt x="649" y="330"/>
                </a:lnTo>
                <a:lnTo>
                  <a:pt x="648" y="331"/>
                </a:lnTo>
                <a:lnTo>
                  <a:pt x="648" y="332"/>
                </a:lnTo>
                <a:lnTo>
                  <a:pt x="648" y="333"/>
                </a:lnTo>
                <a:lnTo>
                  <a:pt x="648" y="334"/>
                </a:lnTo>
                <a:lnTo>
                  <a:pt x="649" y="334"/>
                </a:lnTo>
                <a:lnTo>
                  <a:pt x="648" y="333"/>
                </a:lnTo>
                <a:lnTo>
                  <a:pt x="648" y="332"/>
                </a:lnTo>
                <a:lnTo>
                  <a:pt x="649" y="332"/>
                </a:lnTo>
                <a:lnTo>
                  <a:pt x="649" y="331"/>
                </a:lnTo>
                <a:lnTo>
                  <a:pt x="649" y="330"/>
                </a:lnTo>
                <a:lnTo>
                  <a:pt x="649" y="329"/>
                </a:lnTo>
                <a:lnTo>
                  <a:pt x="650" y="328"/>
                </a:lnTo>
                <a:lnTo>
                  <a:pt x="651" y="327"/>
                </a:lnTo>
                <a:lnTo>
                  <a:pt x="652" y="327"/>
                </a:lnTo>
                <a:lnTo>
                  <a:pt x="652" y="326"/>
                </a:lnTo>
                <a:lnTo>
                  <a:pt x="652" y="325"/>
                </a:lnTo>
                <a:lnTo>
                  <a:pt x="653" y="326"/>
                </a:lnTo>
                <a:lnTo>
                  <a:pt x="653" y="325"/>
                </a:lnTo>
                <a:lnTo>
                  <a:pt x="654" y="325"/>
                </a:lnTo>
                <a:lnTo>
                  <a:pt x="655" y="324"/>
                </a:lnTo>
                <a:lnTo>
                  <a:pt x="656" y="323"/>
                </a:lnTo>
                <a:lnTo>
                  <a:pt x="657" y="323"/>
                </a:lnTo>
                <a:lnTo>
                  <a:pt x="658" y="323"/>
                </a:lnTo>
                <a:lnTo>
                  <a:pt x="658" y="322"/>
                </a:lnTo>
                <a:lnTo>
                  <a:pt x="659" y="321"/>
                </a:lnTo>
                <a:lnTo>
                  <a:pt x="659" y="320"/>
                </a:lnTo>
                <a:lnTo>
                  <a:pt x="660" y="320"/>
                </a:lnTo>
                <a:lnTo>
                  <a:pt x="662" y="321"/>
                </a:lnTo>
                <a:lnTo>
                  <a:pt x="665" y="321"/>
                </a:lnTo>
                <a:lnTo>
                  <a:pt x="667" y="321"/>
                </a:lnTo>
                <a:lnTo>
                  <a:pt x="669" y="320"/>
                </a:lnTo>
                <a:lnTo>
                  <a:pt x="671" y="320"/>
                </a:lnTo>
                <a:lnTo>
                  <a:pt x="673" y="321"/>
                </a:lnTo>
                <a:lnTo>
                  <a:pt x="673" y="322"/>
                </a:lnTo>
                <a:lnTo>
                  <a:pt x="674" y="323"/>
                </a:lnTo>
                <a:lnTo>
                  <a:pt x="675" y="323"/>
                </a:lnTo>
                <a:lnTo>
                  <a:pt x="676" y="323"/>
                </a:lnTo>
                <a:lnTo>
                  <a:pt x="677" y="323"/>
                </a:lnTo>
                <a:lnTo>
                  <a:pt x="678" y="324"/>
                </a:lnTo>
                <a:lnTo>
                  <a:pt x="680" y="325"/>
                </a:lnTo>
                <a:lnTo>
                  <a:pt x="681" y="325"/>
                </a:lnTo>
                <a:lnTo>
                  <a:pt x="682" y="326"/>
                </a:lnTo>
                <a:lnTo>
                  <a:pt x="681" y="327"/>
                </a:lnTo>
                <a:lnTo>
                  <a:pt x="681" y="328"/>
                </a:lnTo>
                <a:lnTo>
                  <a:pt x="682" y="328"/>
                </a:lnTo>
                <a:lnTo>
                  <a:pt x="684" y="329"/>
                </a:lnTo>
                <a:lnTo>
                  <a:pt x="684" y="331"/>
                </a:lnTo>
                <a:lnTo>
                  <a:pt x="683" y="331"/>
                </a:lnTo>
                <a:lnTo>
                  <a:pt x="683" y="330"/>
                </a:lnTo>
                <a:lnTo>
                  <a:pt x="682" y="330"/>
                </a:lnTo>
                <a:lnTo>
                  <a:pt x="680" y="329"/>
                </a:lnTo>
                <a:lnTo>
                  <a:pt x="679" y="328"/>
                </a:lnTo>
                <a:lnTo>
                  <a:pt x="679" y="330"/>
                </a:lnTo>
                <a:lnTo>
                  <a:pt x="679" y="331"/>
                </a:lnTo>
                <a:lnTo>
                  <a:pt x="678" y="332"/>
                </a:lnTo>
                <a:lnTo>
                  <a:pt x="678" y="333"/>
                </a:lnTo>
                <a:lnTo>
                  <a:pt x="679" y="332"/>
                </a:lnTo>
                <a:lnTo>
                  <a:pt x="680" y="332"/>
                </a:lnTo>
                <a:lnTo>
                  <a:pt x="682" y="333"/>
                </a:lnTo>
                <a:lnTo>
                  <a:pt x="682" y="334"/>
                </a:lnTo>
                <a:lnTo>
                  <a:pt x="682" y="335"/>
                </a:lnTo>
                <a:lnTo>
                  <a:pt x="682" y="336"/>
                </a:lnTo>
                <a:lnTo>
                  <a:pt x="682" y="337"/>
                </a:lnTo>
                <a:lnTo>
                  <a:pt x="681" y="338"/>
                </a:lnTo>
                <a:lnTo>
                  <a:pt x="682" y="338"/>
                </a:lnTo>
                <a:lnTo>
                  <a:pt x="683" y="338"/>
                </a:lnTo>
                <a:lnTo>
                  <a:pt x="684" y="337"/>
                </a:lnTo>
                <a:lnTo>
                  <a:pt x="684" y="338"/>
                </a:lnTo>
                <a:lnTo>
                  <a:pt x="684" y="339"/>
                </a:lnTo>
                <a:lnTo>
                  <a:pt x="685" y="339"/>
                </a:lnTo>
                <a:lnTo>
                  <a:pt x="686" y="338"/>
                </a:lnTo>
                <a:lnTo>
                  <a:pt x="686" y="339"/>
                </a:lnTo>
                <a:lnTo>
                  <a:pt x="687" y="339"/>
                </a:lnTo>
                <a:lnTo>
                  <a:pt x="686" y="340"/>
                </a:lnTo>
                <a:lnTo>
                  <a:pt x="685" y="340"/>
                </a:lnTo>
                <a:lnTo>
                  <a:pt x="683" y="341"/>
                </a:lnTo>
                <a:lnTo>
                  <a:pt x="682" y="342"/>
                </a:lnTo>
                <a:lnTo>
                  <a:pt x="683" y="342"/>
                </a:lnTo>
                <a:lnTo>
                  <a:pt x="685" y="343"/>
                </a:lnTo>
                <a:lnTo>
                  <a:pt x="686" y="343"/>
                </a:lnTo>
                <a:lnTo>
                  <a:pt x="687" y="343"/>
                </a:lnTo>
                <a:lnTo>
                  <a:pt x="687" y="342"/>
                </a:lnTo>
                <a:lnTo>
                  <a:pt x="687" y="343"/>
                </a:lnTo>
                <a:lnTo>
                  <a:pt x="687" y="344"/>
                </a:lnTo>
                <a:lnTo>
                  <a:pt x="688" y="344"/>
                </a:lnTo>
                <a:lnTo>
                  <a:pt x="689" y="344"/>
                </a:lnTo>
                <a:lnTo>
                  <a:pt x="687" y="346"/>
                </a:lnTo>
                <a:lnTo>
                  <a:pt x="689" y="346"/>
                </a:lnTo>
                <a:lnTo>
                  <a:pt x="689" y="345"/>
                </a:lnTo>
                <a:lnTo>
                  <a:pt x="690" y="346"/>
                </a:lnTo>
                <a:lnTo>
                  <a:pt x="690" y="347"/>
                </a:lnTo>
                <a:lnTo>
                  <a:pt x="689" y="348"/>
                </a:lnTo>
                <a:lnTo>
                  <a:pt x="689" y="349"/>
                </a:lnTo>
                <a:lnTo>
                  <a:pt x="690" y="349"/>
                </a:lnTo>
                <a:lnTo>
                  <a:pt x="691" y="349"/>
                </a:lnTo>
                <a:lnTo>
                  <a:pt x="691" y="350"/>
                </a:lnTo>
                <a:lnTo>
                  <a:pt x="691" y="351"/>
                </a:lnTo>
                <a:lnTo>
                  <a:pt x="692" y="351"/>
                </a:lnTo>
                <a:lnTo>
                  <a:pt x="692" y="350"/>
                </a:lnTo>
                <a:lnTo>
                  <a:pt x="693" y="350"/>
                </a:lnTo>
                <a:lnTo>
                  <a:pt x="693" y="351"/>
                </a:lnTo>
                <a:lnTo>
                  <a:pt x="692" y="352"/>
                </a:lnTo>
                <a:lnTo>
                  <a:pt x="690" y="353"/>
                </a:lnTo>
                <a:lnTo>
                  <a:pt x="689" y="353"/>
                </a:lnTo>
                <a:lnTo>
                  <a:pt x="688" y="354"/>
                </a:lnTo>
                <a:lnTo>
                  <a:pt x="689" y="355"/>
                </a:lnTo>
                <a:lnTo>
                  <a:pt x="688" y="356"/>
                </a:lnTo>
                <a:lnTo>
                  <a:pt x="687" y="357"/>
                </a:lnTo>
                <a:lnTo>
                  <a:pt x="687" y="358"/>
                </a:lnTo>
                <a:lnTo>
                  <a:pt x="687" y="357"/>
                </a:lnTo>
                <a:lnTo>
                  <a:pt x="688" y="357"/>
                </a:lnTo>
                <a:lnTo>
                  <a:pt x="688" y="358"/>
                </a:lnTo>
                <a:lnTo>
                  <a:pt x="687" y="358"/>
                </a:lnTo>
                <a:lnTo>
                  <a:pt x="686" y="359"/>
                </a:lnTo>
                <a:lnTo>
                  <a:pt x="685" y="359"/>
                </a:lnTo>
                <a:lnTo>
                  <a:pt x="684" y="360"/>
                </a:lnTo>
                <a:lnTo>
                  <a:pt x="683" y="361"/>
                </a:lnTo>
                <a:lnTo>
                  <a:pt x="682" y="360"/>
                </a:lnTo>
                <a:lnTo>
                  <a:pt x="682" y="359"/>
                </a:lnTo>
                <a:lnTo>
                  <a:pt x="683" y="358"/>
                </a:lnTo>
                <a:lnTo>
                  <a:pt x="684" y="357"/>
                </a:lnTo>
                <a:lnTo>
                  <a:pt x="684" y="355"/>
                </a:lnTo>
                <a:lnTo>
                  <a:pt x="683" y="354"/>
                </a:lnTo>
                <a:lnTo>
                  <a:pt x="680" y="353"/>
                </a:lnTo>
                <a:lnTo>
                  <a:pt x="678" y="352"/>
                </a:lnTo>
                <a:lnTo>
                  <a:pt x="677" y="352"/>
                </a:lnTo>
                <a:lnTo>
                  <a:pt x="677" y="353"/>
                </a:lnTo>
                <a:lnTo>
                  <a:pt x="678" y="354"/>
                </a:lnTo>
                <a:lnTo>
                  <a:pt x="675" y="354"/>
                </a:lnTo>
                <a:lnTo>
                  <a:pt x="673" y="354"/>
                </a:lnTo>
                <a:lnTo>
                  <a:pt x="670" y="352"/>
                </a:lnTo>
                <a:lnTo>
                  <a:pt x="667" y="351"/>
                </a:lnTo>
                <a:lnTo>
                  <a:pt x="665" y="350"/>
                </a:lnTo>
                <a:lnTo>
                  <a:pt x="664" y="349"/>
                </a:lnTo>
                <a:lnTo>
                  <a:pt x="660" y="349"/>
                </a:lnTo>
                <a:lnTo>
                  <a:pt x="658" y="349"/>
                </a:lnTo>
                <a:lnTo>
                  <a:pt x="657" y="350"/>
                </a:lnTo>
                <a:lnTo>
                  <a:pt x="655" y="351"/>
                </a:lnTo>
                <a:lnTo>
                  <a:pt x="654" y="354"/>
                </a:lnTo>
                <a:lnTo>
                  <a:pt x="655" y="356"/>
                </a:lnTo>
                <a:lnTo>
                  <a:pt x="656" y="356"/>
                </a:lnTo>
                <a:lnTo>
                  <a:pt x="657" y="357"/>
                </a:lnTo>
                <a:lnTo>
                  <a:pt x="657" y="358"/>
                </a:lnTo>
                <a:lnTo>
                  <a:pt x="658" y="358"/>
                </a:lnTo>
                <a:lnTo>
                  <a:pt x="659" y="357"/>
                </a:lnTo>
                <a:lnTo>
                  <a:pt x="660" y="356"/>
                </a:lnTo>
                <a:lnTo>
                  <a:pt x="661" y="356"/>
                </a:lnTo>
                <a:lnTo>
                  <a:pt x="662" y="357"/>
                </a:lnTo>
                <a:lnTo>
                  <a:pt x="664" y="359"/>
                </a:lnTo>
                <a:lnTo>
                  <a:pt x="664" y="360"/>
                </a:lnTo>
                <a:lnTo>
                  <a:pt x="664" y="361"/>
                </a:lnTo>
                <a:lnTo>
                  <a:pt x="664" y="362"/>
                </a:lnTo>
                <a:lnTo>
                  <a:pt x="664" y="363"/>
                </a:lnTo>
                <a:lnTo>
                  <a:pt x="664" y="364"/>
                </a:lnTo>
                <a:lnTo>
                  <a:pt x="664" y="365"/>
                </a:lnTo>
                <a:lnTo>
                  <a:pt x="664" y="366"/>
                </a:lnTo>
                <a:lnTo>
                  <a:pt x="664" y="367"/>
                </a:lnTo>
                <a:lnTo>
                  <a:pt x="664" y="368"/>
                </a:lnTo>
                <a:lnTo>
                  <a:pt x="665" y="369"/>
                </a:lnTo>
                <a:lnTo>
                  <a:pt x="666" y="369"/>
                </a:lnTo>
                <a:lnTo>
                  <a:pt x="665" y="372"/>
                </a:lnTo>
                <a:lnTo>
                  <a:pt x="666" y="372"/>
                </a:lnTo>
                <a:lnTo>
                  <a:pt x="667" y="373"/>
                </a:lnTo>
                <a:lnTo>
                  <a:pt x="668" y="376"/>
                </a:lnTo>
                <a:lnTo>
                  <a:pt x="671" y="376"/>
                </a:lnTo>
                <a:lnTo>
                  <a:pt x="672" y="375"/>
                </a:lnTo>
                <a:lnTo>
                  <a:pt x="674" y="373"/>
                </a:lnTo>
                <a:lnTo>
                  <a:pt x="675" y="372"/>
                </a:lnTo>
                <a:lnTo>
                  <a:pt x="676" y="372"/>
                </a:lnTo>
                <a:lnTo>
                  <a:pt x="677" y="372"/>
                </a:lnTo>
                <a:lnTo>
                  <a:pt x="678" y="371"/>
                </a:lnTo>
                <a:lnTo>
                  <a:pt x="679" y="371"/>
                </a:lnTo>
                <a:lnTo>
                  <a:pt x="679" y="370"/>
                </a:lnTo>
                <a:lnTo>
                  <a:pt x="680" y="370"/>
                </a:lnTo>
                <a:lnTo>
                  <a:pt x="680" y="371"/>
                </a:lnTo>
                <a:lnTo>
                  <a:pt x="680" y="372"/>
                </a:lnTo>
                <a:lnTo>
                  <a:pt x="679" y="372"/>
                </a:lnTo>
                <a:lnTo>
                  <a:pt x="679" y="373"/>
                </a:lnTo>
                <a:lnTo>
                  <a:pt x="680" y="373"/>
                </a:lnTo>
                <a:lnTo>
                  <a:pt x="681" y="372"/>
                </a:lnTo>
                <a:lnTo>
                  <a:pt x="681" y="371"/>
                </a:lnTo>
                <a:lnTo>
                  <a:pt x="682" y="368"/>
                </a:lnTo>
                <a:lnTo>
                  <a:pt x="683" y="367"/>
                </a:lnTo>
                <a:lnTo>
                  <a:pt x="685" y="366"/>
                </a:lnTo>
                <a:lnTo>
                  <a:pt x="685" y="367"/>
                </a:lnTo>
                <a:lnTo>
                  <a:pt x="686" y="367"/>
                </a:lnTo>
                <a:lnTo>
                  <a:pt x="687" y="366"/>
                </a:lnTo>
                <a:lnTo>
                  <a:pt x="687" y="365"/>
                </a:lnTo>
                <a:lnTo>
                  <a:pt x="686" y="364"/>
                </a:lnTo>
                <a:lnTo>
                  <a:pt x="687" y="363"/>
                </a:lnTo>
                <a:lnTo>
                  <a:pt x="687" y="364"/>
                </a:lnTo>
                <a:lnTo>
                  <a:pt x="688" y="363"/>
                </a:lnTo>
                <a:lnTo>
                  <a:pt x="687" y="363"/>
                </a:lnTo>
                <a:lnTo>
                  <a:pt x="687" y="362"/>
                </a:lnTo>
                <a:lnTo>
                  <a:pt x="688" y="362"/>
                </a:lnTo>
                <a:lnTo>
                  <a:pt x="689" y="362"/>
                </a:lnTo>
                <a:lnTo>
                  <a:pt x="689" y="361"/>
                </a:lnTo>
                <a:lnTo>
                  <a:pt x="690" y="360"/>
                </a:lnTo>
                <a:lnTo>
                  <a:pt x="691" y="360"/>
                </a:lnTo>
                <a:lnTo>
                  <a:pt x="691" y="359"/>
                </a:lnTo>
                <a:lnTo>
                  <a:pt x="692" y="357"/>
                </a:lnTo>
                <a:lnTo>
                  <a:pt x="692" y="356"/>
                </a:lnTo>
                <a:lnTo>
                  <a:pt x="694" y="355"/>
                </a:lnTo>
                <a:lnTo>
                  <a:pt x="695" y="355"/>
                </a:lnTo>
                <a:lnTo>
                  <a:pt x="695" y="356"/>
                </a:lnTo>
                <a:lnTo>
                  <a:pt x="695" y="358"/>
                </a:lnTo>
                <a:lnTo>
                  <a:pt x="696" y="358"/>
                </a:lnTo>
                <a:lnTo>
                  <a:pt x="698" y="358"/>
                </a:lnTo>
                <a:lnTo>
                  <a:pt x="698" y="359"/>
                </a:lnTo>
                <a:lnTo>
                  <a:pt x="700" y="359"/>
                </a:lnTo>
                <a:lnTo>
                  <a:pt x="700" y="360"/>
                </a:lnTo>
                <a:lnTo>
                  <a:pt x="699" y="361"/>
                </a:lnTo>
                <a:lnTo>
                  <a:pt x="698" y="361"/>
                </a:lnTo>
                <a:lnTo>
                  <a:pt x="698" y="362"/>
                </a:lnTo>
                <a:lnTo>
                  <a:pt x="697" y="362"/>
                </a:lnTo>
                <a:lnTo>
                  <a:pt x="697" y="363"/>
                </a:lnTo>
                <a:lnTo>
                  <a:pt x="698" y="363"/>
                </a:lnTo>
                <a:lnTo>
                  <a:pt x="700" y="363"/>
                </a:lnTo>
                <a:lnTo>
                  <a:pt x="700" y="362"/>
                </a:lnTo>
                <a:lnTo>
                  <a:pt x="701" y="362"/>
                </a:lnTo>
                <a:lnTo>
                  <a:pt x="702" y="363"/>
                </a:lnTo>
                <a:lnTo>
                  <a:pt x="703" y="365"/>
                </a:lnTo>
                <a:lnTo>
                  <a:pt x="703" y="364"/>
                </a:lnTo>
                <a:lnTo>
                  <a:pt x="704" y="364"/>
                </a:lnTo>
                <a:lnTo>
                  <a:pt x="704" y="365"/>
                </a:lnTo>
                <a:lnTo>
                  <a:pt x="703" y="367"/>
                </a:lnTo>
                <a:lnTo>
                  <a:pt x="702" y="367"/>
                </a:lnTo>
                <a:lnTo>
                  <a:pt x="701" y="368"/>
                </a:lnTo>
                <a:lnTo>
                  <a:pt x="701" y="369"/>
                </a:lnTo>
                <a:lnTo>
                  <a:pt x="702" y="370"/>
                </a:lnTo>
                <a:lnTo>
                  <a:pt x="704" y="370"/>
                </a:lnTo>
                <a:lnTo>
                  <a:pt x="705" y="369"/>
                </a:lnTo>
                <a:lnTo>
                  <a:pt x="706" y="368"/>
                </a:lnTo>
                <a:lnTo>
                  <a:pt x="707" y="368"/>
                </a:lnTo>
                <a:lnTo>
                  <a:pt x="708" y="368"/>
                </a:lnTo>
                <a:lnTo>
                  <a:pt x="708" y="369"/>
                </a:lnTo>
                <a:lnTo>
                  <a:pt x="708" y="370"/>
                </a:lnTo>
                <a:lnTo>
                  <a:pt x="709" y="370"/>
                </a:lnTo>
                <a:lnTo>
                  <a:pt x="710" y="369"/>
                </a:lnTo>
                <a:lnTo>
                  <a:pt x="710" y="368"/>
                </a:lnTo>
                <a:lnTo>
                  <a:pt x="711" y="367"/>
                </a:lnTo>
                <a:lnTo>
                  <a:pt x="712" y="367"/>
                </a:lnTo>
                <a:lnTo>
                  <a:pt x="714" y="366"/>
                </a:lnTo>
                <a:lnTo>
                  <a:pt x="714" y="365"/>
                </a:lnTo>
                <a:lnTo>
                  <a:pt x="717" y="363"/>
                </a:lnTo>
                <a:lnTo>
                  <a:pt x="718" y="362"/>
                </a:lnTo>
                <a:lnTo>
                  <a:pt x="719" y="362"/>
                </a:lnTo>
                <a:lnTo>
                  <a:pt x="718" y="363"/>
                </a:lnTo>
                <a:lnTo>
                  <a:pt x="717" y="363"/>
                </a:lnTo>
                <a:lnTo>
                  <a:pt x="717" y="364"/>
                </a:lnTo>
                <a:lnTo>
                  <a:pt x="717" y="365"/>
                </a:lnTo>
                <a:lnTo>
                  <a:pt x="717" y="366"/>
                </a:lnTo>
                <a:lnTo>
                  <a:pt x="716" y="367"/>
                </a:lnTo>
                <a:lnTo>
                  <a:pt x="715" y="367"/>
                </a:lnTo>
                <a:lnTo>
                  <a:pt x="714" y="369"/>
                </a:lnTo>
                <a:lnTo>
                  <a:pt x="713" y="370"/>
                </a:lnTo>
                <a:lnTo>
                  <a:pt x="712" y="371"/>
                </a:lnTo>
                <a:lnTo>
                  <a:pt x="712" y="372"/>
                </a:lnTo>
                <a:lnTo>
                  <a:pt x="711" y="372"/>
                </a:lnTo>
                <a:lnTo>
                  <a:pt x="709" y="374"/>
                </a:lnTo>
                <a:lnTo>
                  <a:pt x="710" y="374"/>
                </a:lnTo>
                <a:lnTo>
                  <a:pt x="711" y="374"/>
                </a:lnTo>
                <a:lnTo>
                  <a:pt x="711" y="375"/>
                </a:lnTo>
                <a:lnTo>
                  <a:pt x="710" y="376"/>
                </a:lnTo>
                <a:lnTo>
                  <a:pt x="708" y="376"/>
                </a:lnTo>
                <a:lnTo>
                  <a:pt x="707" y="376"/>
                </a:lnTo>
                <a:lnTo>
                  <a:pt x="707" y="375"/>
                </a:lnTo>
                <a:lnTo>
                  <a:pt x="706" y="375"/>
                </a:lnTo>
                <a:lnTo>
                  <a:pt x="704" y="377"/>
                </a:lnTo>
                <a:lnTo>
                  <a:pt x="704" y="378"/>
                </a:lnTo>
                <a:lnTo>
                  <a:pt x="704" y="377"/>
                </a:lnTo>
                <a:lnTo>
                  <a:pt x="703" y="377"/>
                </a:lnTo>
                <a:lnTo>
                  <a:pt x="704" y="376"/>
                </a:lnTo>
                <a:lnTo>
                  <a:pt x="704" y="375"/>
                </a:lnTo>
                <a:lnTo>
                  <a:pt x="703" y="375"/>
                </a:lnTo>
                <a:lnTo>
                  <a:pt x="703" y="374"/>
                </a:lnTo>
                <a:lnTo>
                  <a:pt x="702" y="375"/>
                </a:lnTo>
                <a:lnTo>
                  <a:pt x="700" y="374"/>
                </a:lnTo>
                <a:lnTo>
                  <a:pt x="700" y="373"/>
                </a:lnTo>
                <a:lnTo>
                  <a:pt x="699" y="374"/>
                </a:lnTo>
                <a:lnTo>
                  <a:pt x="698" y="374"/>
                </a:lnTo>
                <a:lnTo>
                  <a:pt x="697" y="375"/>
                </a:lnTo>
                <a:lnTo>
                  <a:pt x="697" y="376"/>
                </a:lnTo>
                <a:lnTo>
                  <a:pt x="694" y="376"/>
                </a:lnTo>
                <a:lnTo>
                  <a:pt x="691" y="379"/>
                </a:lnTo>
                <a:lnTo>
                  <a:pt x="690" y="380"/>
                </a:lnTo>
                <a:lnTo>
                  <a:pt x="690" y="381"/>
                </a:lnTo>
                <a:lnTo>
                  <a:pt x="691" y="382"/>
                </a:lnTo>
                <a:lnTo>
                  <a:pt x="692" y="383"/>
                </a:lnTo>
                <a:lnTo>
                  <a:pt x="694" y="382"/>
                </a:lnTo>
                <a:lnTo>
                  <a:pt x="695" y="382"/>
                </a:lnTo>
                <a:lnTo>
                  <a:pt x="695" y="384"/>
                </a:lnTo>
                <a:lnTo>
                  <a:pt x="693" y="386"/>
                </a:lnTo>
                <a:lnTo>
                  <a:pt x="692" y="386"/>
                </a:lnTo>
                <a:lnTo>
                  <a:pt x="691" y="386"/>
                </a:lnTo>
                <a:lnTo>
                  <a:pt x="691" y="385"/>
                </a:lnTo>
                <a:lnTo>
                  <a:pt x="690" y="384"/>
                </a:lnTo>
                <a:lnTo>
                  <a:pt x="690" y="383"/>
                </a:lnTo>
                <a:lnTo>
                  <a:pt x="690" y="382"/>
                </a:lnTo>
                <a:lnTo>
                  <a:pt x="686" y="382"/>
                </a:lnTo>
                <a:lnTo>
                  <a:pt x="685" y="383"/>
                </a:lnTo>
                <a:lnTo>
                  <a:pt x="684" y="383"/>
                </a:lnTo>
                <a:lnTo>
                  <a:pt x="684" y="384"/>
                </a:lnTo>
                <a:lnTo>
                  <a:pt x="685" y="385"/>
                </a:lnTo>
                <a:lnTo>
                  <a:pt x="685" y="384"/>
                </a:lnTo>
                <a:lnTo>
                  <a:pt x="685" y="385"/>
                </a:lnTo>
                <a:lnTo>
                  <a:pt x="684" y="386"/>
                </a:lnTo>
                <a:lnTo>
                  <a:pt x="683" y="386"/>
                </a:lnTo>
                <a:lnTo>
                  <a:pt x="684" y="385"/>
                </a:lnTo>
                <a:lnTo>
                  <a:pt x="683" y="385"/>
                </a:lnTo>
                <a:lnTo>
                  <a:pt x="681" y="387"/>
                </a:lnTo>
                <a:lnTo>
                  <a:pt x="680" y="387"/>
                </a:lnTo>
                <a:lnTo>
                  <a:pt x="680" y="388"/>
                </a:lnTo>
                <a:lnTo>
                  <a:pt x="679" y="388"/>
                </a:lnTo>
                <a:lnTo>
                  <a:pt x="678" y="388"/>
                </a:lnTo>
                <a:lnTo>
                  <a:pt x="677" y="388"/>
                </a:lnTo>
                <a:lnTo>
                  <a:pt x="676" y="388"/>
                </a:lnTo>
                <a:lnTo>
                  <a:pt x="674" y="389"/>
                </a:lnTo>
                <a:lnTo>
                  <a:pt x="672" y="390"/>
                </a:lnTo>
                <a:lnTo>
                  <a:pt x="670" y="391"/>
                </a:lnTo>
                <a:lnTo>
                  <a:pt x="667" y="391"/>
                </a:lnTo>
                <a:lnTo>
                  <a:pt x="666" y="391"/>
                </a:lnTo>
                <a:lnTo>
                  <a:pt x="664" y="393"/>
                </a:lnTo>
                <a:lnTo>
                  <a:pt x="663" y="394"/>
                </a:lnTo>
                <a:lnTo>
                  <a:pt x="663" y="395"/>
                </a:lnTo>
                <a:lnTo>
                  <a:pt x="664" y="395"/>
                </a:lnTo>
                <a:lnTo>
                  <a:pt x="665" y="395"/>
                </a:lnTo>
                <a:lnTo>
                  <a:pt x="666" y="394"/>
                </a:lnTo>
                <a:lnTo>
                  <a:pt x="667" y="394"/>
                </a:lnTo>
                <a:lnTo>
                  <a:pt x="668" y="395"/>
                </a:lnTo>
                <a:lnTo>
                  <a:pt x="668" y="396"/>
                </a:lnTo>
                <a:lnTo>
                  <a:pt x="669" y="396"/>
                </a:lnTo>
                <a:lnTo>
                  <a:pt x="671" y="398"/>
                </a:lnTo>
                <a:lnTo>
                  <a:pt x="672" y="398"/>
                </a:lnTo>
                <a:lnTo>
                  <a:pt x="672" y="399"/>
                </a:lnTo>
                <a:lnTo>
                  <a:pt x="670" y="399"/>
                </a:lnTo>
                <a:lnTo>
                  <a:pt x="669" y="399"/>
                </a:lnTo>
                <a:lnTo>
                  <a:pt x="669" y="400"/>
                </a:lnTo>
                <a:lnTo>
                  <a:pt x="669" y="401"/>
                </a:lnTo>
                <a:lnTo>
                  <a:pt x="669" y="402"/>
                </a:lnTo>
                <a:lnTo>
                  <a:pt x="670" y="403"/>
                </a:lnTo>
                <a:lnTo>
                  <a:pt x="669" y="404"/>
                </a:lnTo>
                <a:lnTo>
                  <a:pt x="669" y="405"/>
                </a:lnTo>
                <a:lnTo>
                  <a:pt x="668" y="405"/>
                </a:lnTo>
                <a:lnTo>
                  <a:pt x="665" y="406"/>
                </a:lnTo>
                <a:lnTo>
                  <a:pt x="665" y="407"/>
                </a:lnTo>
                <a:lnTo>
                  <a:pt x="664" y="409"/>
                </a:lnTo>
                <a:lnTo>
                  <a:pt x="664" y="410"/>
                </a:lnTo>
                <a:lnTo>
                  <a:pt x="663" y="410"/>
                </a:lnTo>
                <a:lnTo>
                  <a:pt x="662" y="410"/>
                </a:lnTo>
                <a:lnTo>
                  <a:pt x="661" y="411"/>
                </a:lnTo>
                <a:lnTo>
                  <a:pt x="660" y="412"/>
                </a:lnTo>
                <a:lnTo>
                  <a:pt x="660" y="414"/>
                </a:lnTo>
                <a:lnTo>
                  <a:pt x="660" y="416"/>
                </a:lnTo>
                <a:lnTo>
                  <a:pt x="661" y="417"/>
                </a:lnTo>
                <a:lnTo>
                  <a:pt x="662" y="418"/>
                </a:lnTo>
                <a:lnTo>
                  <a:pt x="663" y="418"/>
                </a:lnTo>
                <a:lnTo>
                  <a:pt x="663" y="419"/>
                </a:lnTo>
                <a:lnTo>
                  <a:pt x="662" y="419"/>
                </a:lnTo>
                <a:lnTo>
                  <a:pt x="660" y="420"/>
                </a:lnTo>
                <a:lnTo>
                  <a:pt x="659" y="421"/>
                </a:lnTo>
                <a:lnTo>
                  <a:pt x="657" y="421"/>
                </a:lnTo>
                <a:lnTo>
                  <a:pt x="655" y="422"/>
                </a:lnTo>
                <a:lnTo>
                  <a:pt x="654" y="422"/>
                </a:lnTo>
                <a:lnTo>
                  <a:pt x="653" y="423"/>
                </a:lnTo>
                <a:lnTo>
                  <a:pt x="652" y="424"/>
                </a:lnTo>
                <a:lnTo>
                  <a:pt x="652" y="425"/>
                </a:lnTo>
                <a:lnTo>
                  <a:pt x="652" y="426"/>
                </a:lnTo>
                <a:lnTo>
                  <a:pt x="649" y="432"/>
                </a:lnTo>
                <a:lnTo>
                  <a:pt x="648" y="433"/>
                </a:lnTo>
                <a:lnTo>
                  <a:pt x="647" y="436"/>
                </a:lnTo>
                <a:lnTo>
                  <a:pt x="647" y="437"/>
                </a:lnTo>
                <a:lnTo>
                  <a:pt x="647" y="438"/>
                </a:lnTo>
                <a:lnTo>
                  <a:pt x="646" y="440"/>
                </a:lnTo>
                <a:lnTo>
                  <a:pt x="647" y="443"/>
                </a:lnTo>
                <a:lnTo>
                  <a:pt x="647" y="444"/>
                </a:lnTo>
                <a:lnTo>
                  <a:pt x="646" y="445"/>
                </a:lnTo>
                <a:lnTo>
                  <a:pt x="644" y="447"/>
                </a:lnTo>
                <a:lnTo>
                  <a:pt x="644" y="448"/>
                </a:lnTo>
                <a:lnTo>
                  <a:pt x="645" y="447"/>
                </a:lnTo>
                <a:lnTo>
                  <a:pt x="646" y="447"/>
                </a:lnTo>
                <a:lnTo>
                  <a:pt x="646" y="446"/>
                </a:lnTo>
                <a:lnTo>
                  <a:pt x="647" y="446"/>
                </a:lnTo>
                <a:lnTo>
                  <a:pt x="647" y="445"/>
                </a:lnTo>
                <a:lnTo>
                  <a:pt x="648" y="445"/>
                </a:lnTo>
                <a:lnTo>
                  <a:pt x="648" y="444"/>
                </a:lnTo>
                <a:lnTo>
                  <a:pt x="648" y="443"/>
                </a:lnTo>
                <a:lnTo>
                  <a:pt x="648" y="442"/>
                </a:lnTo>
                <a:lnTo>
                  <a:pt x="647" y="441"/>
                </a:lnTo>
                <a:lnTo>
                  <a:pt x="648" y="440"/>
                </a:lnTo>
                <a:lnTo>
                  <a:pt x="648" y="438"/>
                </a:lnTo>
                <a:lnTo>
                  <a:pt x="649" y="437"/>
                </a:lnTo>
                <a:lnTo>
                  <a:pt x="650" y="437"/>
                </a:lnTo>
                <a:lnTo>
                  <a:pt x="650" y="436"/>
                </a:lnTo>
                <a:lnTo>
                  <a:pt x="651" y="435"/>
                </a:lnTo>
                <a:lnTo>
                  <a:pt x="652" y="434"/>
                </a:lnTo>
                <a:lnTo>
                  <a:pt x="653" y="434"/>
                </a:lnTo>
                <a:lnTo>
                  <a:pt x="654" y="435"/>
                </a:lnTo>
                <a:lnTo>
                  <a:pt x="655" y="437"/>
                </a:lnTo>
                <a:lnTo>
                  <a:pt x="656" y="438"/>
                </a:lnTo>
                <a:lnTo>
                  <a:pt x="660" y="439"/>
                </a:lnTo>
                <a:lnTo>
                  <a:pt x="661" y="438"/>
                </a:lnTo>
                <a:lnTo>
                  <a:pt x="662" y="438"/>
                </a:lnTo>
                <a:lnTo>
                  <a:pt x="663" y="438"/>
                </a:lnTo>
                <a:lnTo>
                  <a:pt x="664" y="438"/>
                </a:lnTo>
                <a:lnTo>
                  <a:pt x="665" y="438"/>
                </a:lnTo>
                <a:lnTo>
                  <a:pt x="666" y="438"/>
                </a:lnTo>
                <a:lnTo>
                  <a:pt x="666" y="439"/>
                </a:lnTo>
                <a:lnTo>
                  <a:pt x="666" y="440"/>
                </a:lnTo>
                <a:lnTo>
                  <a:pt x="667" y="441"/>
                </a:lnTo>
                <a:lnTo>
                  <a:pt x="669" y="441"/>
                </a:lnTo>
                <a:lnTo>
                  <a:pt x="677" y="443"/>
                </a:lnTo>
                <a:lnTo>
                  <a:pt x="678" y="442"/>
                </a:lnTo>
                <a:lnTo>
                  <a:pt x="679" y="441"/>
                </a:lnTo>
                <a:lnTo>
                  <a:pt x="680" y="441"/>
                </a:lnTo>
                <a:lnTo>
                  <a:pt x="682" y="440"/>
                </a:lnTo>
                <a:lnTo>
                  <a:pt x="683" y="440"/>
                </a:lnTo>
                <a:lnTo>
                  <a:pt x="685" y="441"/>
                </a:lnTo>
                <a:lnTo>
                  <a:pt x="686" y="441"/>
                </a:lnTo>
                <a:lnTo>
                  <a:pt x="686" y="442"/>
                </a:lnTo>
                <a:lnTo>
                  <a:pt x="686" y="443"/>
                </a:lnTo>
                <a:lnTo>
                  <a:pt x="686" y="444"/>
                </a:lnTo>
                <a:lnTo>
                  <a:pt x="686" y="449"/>
                </a:lnTo>
                <a:lnTo>
                  <a:pt x="685" y="452"/>
                </a:lnTo>
                <a:lnTo>
                  <a:pt x="684" y="454"/>
                </a:lnTo>
                <a:lnTo>
                  <a:pt x="683" y="455"/>
                </a:lnTo>
                <a:lnTo>
                  <a:pt x="683" y="456"/>
                </a:lnTo>
                <a:lnTo>
                  <a:pt x="683" y="459"/>
                </a:lnTo>
                <a:lnTo>
                  <a:pt x="683" y="462"/>
                </a:lnTo>
                <a:lnTo>
                  <a:pt x="683" y="463"/>
                </a:lnTo>
                <a:lnTo>
                  <a:pt x="682" y="464"/>
                </a:lnTo>
                <a:lnTo>
                  <a:pt x="680" y="464"/>
                </a:lnTo>
                <a:lnTo>
                  <a:pt x="678" y="464"/>
                </a:lnTo>
                <a:lnTo>
                  <a:pt x="677" y="465"/>
                </a:lnTo>
                <a:lnTo>
                  <a:pt x="675" y="465"/>
                </a:lnTo>
                <a:lnTo>
                  <a:pt x="674" y="467"/>
                </a:lnTo>
                <a:lnTo>
                  <a:pt x="673" y="467"/>
                </a:lnTo>
                <a:lnTo>
                  <a:pt x="672" y="469"/>
                </a:lnTo>
                <a:lnTo>
                  <a:pt x="672" y="472"/>
                </a:lnTo>
                <a:lnTo>
                  <a:pt x="672" y="475"/>
                </a:lnTo>
                <a:lnTo>
                  <a:pt x="672" y="477"/>
                </a:lnTo>
                <a:lnTo>
                  <a:pt x="673" y="478"/>
                </a:lnTo>
                <a:lnTo>
                  <a:pt x="673" y="479"/>
                </a:lnTo>
                <a:lnTo>
                  <a:pt x="672" y="483"/>
                </a:lnTo>
                <a:lnTo>
                  <a:pt x="673" y="485"/>
                </a:lnTo>
                <a:lnTo>
                  <a:pt x="674" y="488"/>
                </a:lnTo>
                <a:lnTo>
                  <a:pt x="675" y="490"/>
                </a:lnTo>
                <a:lnTo>
                  <a:pt x="675" y="491"/>
                </a:lnTo>
                <a:lnTo>
                  <a:pt x="675" y="492"/>
                </a:lnTo>
                <a:lnTo>
                  <a:pt x="675" y="493"/>
                </a:lnTo>
                <a:lnTo>
                  <a:pt x="676" y="494"/>
                </a:lnTo>
                <a:lnTo>
                  <a:pt x="677" y="495"/>
                </a:lnTo>
                <a:lnTo>
                  <a:pt x="678" y="495"/>
                </a:lnTo>
                <a:lnTo>
                  <a:pt x="679" y="496"/>
                </a:lnTo>
                <a:lnTo>
                  <a:pt x="678" y="498"/>
                </a:lnTo>
                <a:lnTo>
                  <a:pt x="677" y="498"/>
                </a:lnTo>
                <a:lnTo>
                  <a:pt x="676" y="500"/>
                </a:lnTo>
                <a:lnTo>
                  <a:pt x="675" y="501"/>
                </a:lnTo>
                <a:lnTo>
                  <a:pt x="674" y="501"/>
                </a:lnTo>
                <a:lnTo>
                  <a:pt x="674" y="502"/>
                </a:lnTo>
                <a:lnTo>
                  <a:pt x="674" y="503"/>
                </a:lnTo>
                <a:lnTo>
                  <a:pt x="674" y="504"/>
                </a:lnTo>
                <a:lnTo>
                  <a:pt x="674" y="506"/>
                </a:lnTo>
                <a:lnTo>
                  <a:pt x="675" y="507"/>
                </a:lnTo>
                <a:lnTo>
                  <a:pt x="674" y="510"/>
                </a:lnTo>
                <a:lnTo>
                  <a:pt x="673" y="511"/>
                </a:lnTo>
                <a:lnTo>
                  <a:pt x="672" y="511"/>
                </a:lnTo>
                <a:lnTo>
                  <a:pt x="671" y="511"/>
                </a:lnTo>
                <a:lnTo>
                  <a:pt x="670" y="511"/>
                </a:lnTo>
                <a:lnTo>
                  <a:pt x="666" y="511"/>
                </a:lnTo>
                <a:lnTo>
                  <a:pt x="665" y="511"/>
                </a:lnTo>
                <a:lnTo>
                  <a:pt x="660" y="513"/>
                </a:lnTo>
                <a:lnTo>
                  <a:pt x="659" y="514"/>
                </a:lnTo>
                <a:lnTo>
                  <a:pt x="657" y="515"/>
                </a:lnTo>
                <a:lnTo>
                  <a:pt x="655" y="515"/>
                </a:lnTo>
                <a:lnTo>
                  <a:pt x="654" y="514"/>
                </a:lnTo>
                <a:lnTo>
                  <a:pt x="654" y="515"/>
                </a:lnTo>
                <a:lnTo>
                  <a:pt x="653" y="515"/>
                </a:lnTo>
                <a:lnTo>
                  <a:pt x="653" y="516"/>
                </a:lnTo>
                <a:lnTo>
                  <a:pt x="654" y="516"/>
                </a:lnTo>
                <a:lnTo>
                  <a:pt x="654" y="517"/>
                </a:lnTo>
                <a:lnTo>
                  <a:pt x="653" y="518"/>
                </a:lnTo>
                <a:lnTo>
                  <a:pt x="652" y="518"/>
                </a:lnTo>
                <a:lnTo>
                  <a:pt x="652" y="517"/>
                </a:lnTo>
                <a:lnTo>
                  <a:pt x="651" y="517"/>
                </a:lnTo>
                <a:lnTo>
                  <a:pt x="651" y="520"/>
                </a:lnTo>
                <a:lnTo>
                  <a:pt x="650" y="520"/>
                </a:lnTo>
                <a:lnTo>
                  <a:pt x="651" y="523"/>
                </a:lnTo>
                <a:lnTo>
                  <a:pt x="651" y="524"/>
                </a:lnTo>
                <a:lnTo>
                  <a:pt x="652" y="523"/>
                </a:lnTo>
                <a:lnTo>
                  <a:pt x="653" y="524"/>
                </a:lnTo>
                <a:lnTo>
                  <a:pt x="653" y="525"/>
                </a:lnTo>
                <a:lnTo>
                  <a:pt x="652" y="525"/>
                </a:lnTo>
                <a:lnTo>
                  <a:pt x="654" y="527"/>
                </a:lnTo>
                <a:lnTo>
                  <a:pt x="655" y="526"/>
                </a:lnTo>
                <a:lnTo>
                  <a:pt x="657" y="527"/>
                </a:lnTo>
                <a:lnTo>
                  <a:pt x="658" y="528"/>
                </a:lnTo>
                <a:lnTo>
                  <a:pt x="659" y="526"/>
                </a:lnTo>
                <a:lnTo>
                  <a:pt x="663" y="526"/>
                </a:lnTo>
                <a:lnTo>
                  <a:pt x="664" y="527"/>
                </a:lnTo>
                <a:lnTo>
                  <a:pt x="663" y="526"/>
                </a:lnTo>
                <a:lnTo>
                  <a:pt x="664" y="525"/>
                </a:lnTo>
                <a:lnTo>
                  <a:pt x="665" y="525"/>
                </a:lnTo>
                <a:lnTo>
                  <a:pt x="665" y="526"/>
                </a:lnTo>
                <a:lnTo>
                  <a:pt x="666" y="529"/>
                </a:lnTo>
                <a:lnTo>
                  <a:pt x="665" y="530"/>
                </a:lnTo>
                <a:lnTo>
                  <a:pt x="665" y="532"/>
                </a:lnTo>
                <a:lnTo>
                  <a:pt x="665" y="534"/>
                </a:lnTo>
                <a:lnTo>
                  <a:pt x="666" y="534"/>
                </a:lnTo>
                <a:lnTo>
                  <a:pt x="667" y="534"/>
                </a:lnTo>
                <a:lnTo>
                  <a:pt x="668" y="535"/>
                </a:lnTo>
                <a:lnTo>
                  <a:pt x="670" y="534"/>
                </a:lnTo>
                <a:lnTo>
                  <a:pt x="671" y="534"/>
                </a:lnTo>
                <a:lnTo>
                  <a:pt x="672" y="535"/>
                </a:lnTo>
                <a:lnTo>
                  <a:pt x="673" y="534"/>
                </a:lnTo>
                <a:lnTo>
                  <a:pt x="674" y="533"/>
                </a:lnTo>
                <a:lnTo>
                  <a:pt x="674" y="532"/>
                </a:lnTo>
                <a:lnTo>
                  <a:pt x="675" y="532"/>
                </a:lnTo>
                <a:lnTo>
                  <a:pt x="675" y="531"/>
                </a:lnTo>
                <a:lnTo>
                  <a:pt x="676" y="532"/>
                </a:lnTo>
                <a:lnTo>
                  <a:pt x="675" y="533"/>
                </a:lnTo>
                <a:lnTo>
                  <a:pt x="676" y="536"/>
                </a:lnTo>
                <a:lnTo>
                  <a:pt x="677" y="536"/>
                </a:lnTo>
                <a:lnTo>
                  <a:pt x="678" y="536"/>
                </a:lnTo>
                <a:lnTo>
                  <a:pt x="678" y="535"/>
                </a:lnTo>
                <a:lnTo>
                  <a:pt x="680" y="536"/>
                </a:lnTo>
                <a:lnTo>
                  <a:pt x="680" y="537"/>
                </a:lnTo>
                <a:lnTo>
                  <a:pt x="680" y="538"/>
                </a:lnTo>
                <a:lnTo>
                  <a:pt x="680" y="539"/>
                </a:lnTo>
                <a:lnTo>
                  <a:pt x="681" y="540"/>
                </a:lnTo>
                <a:lnTo>
                  <a:pt x="681" y="541"/>
                </a:lnTo>
                <a:lnTo>
                  <a:pt x="682" y="542"/>
                </a:lnTo>
                <a:lnTo>
                  <a:pt x="681" y="543"/>
                </a:lnTo>
                <a:lnTo>
                  <a:pt x="680" y="543"/>
                </a:lnTo>
                <a:lnTo>
                  <a:pt x="679" y="545"/>
                </a:lnTo>
                <a:lnTo>
                  <a:pt x="679" y="546"/>
                </a:lnTo>
                <a:lnTo>
                  <a:pt x="680" y="547"/>
                </a:lnTo>
                <a:lnTo>
                  <a:pt x="681" y="547"/>
                </a:lnTo>
                <a:lnTo>
                  <a:pt x="681" y="549"/>
                </a:lnTo>
                <a:lnTo>
                  <a:pt x="680" y="549"/>
                </a:lnTo>
                <a:lnTo>
                  <a:pt x="680" y="550"/>
                </a:lnTo>
                <a:lnTo>
                  <a:pt x="681" y="551"/>
                </a:lnTo>
                <a:lnTo>
                  <a:pt x="683" y="551"/>
                </a:lnTo>
                <a:lnTo>
                  <a:pt x="684" y="550"/>
                </a:lnTo>
                <a:lnTo>
                  <a:pt x="684" y="551"/>
                </a:lnTo>
                <a:lnTo>
                  <a:pt x="683" y="552"/>
                </a:lnTo>
                <a:lnTo>
                  <a:pt x="682" y="552"/>
                </a:lnTo>
                <a:lnTo>
                  <a:pt x="681" y="553"/>
                </a:lnTo>
                <a:lnTo>
                  <a:pt x="682" y="556"/>
                </a:lnTo>
                <a:lnTo>
                  <a:pt x="684" y="557"/>
                </a:lnTo>
                <a:lnTo>
                  <a:pt x="686" y="556"/>
                </a:lnTo>
                <a:lnTo>
                  <a:pt x="687" y="555"/>
                </a:lnTo>
                <a:lnTo>
                  <a:pt x="688" y="556"/>
                </a:lnTo>
                <a:lnTo>
                  <a:pt x="688" y="555"/>
                </a:lnTo>
                <a:lnTo>
                  <a:pt x="688" y="554"/>
                </a:lnTo>
                <a:lnTo>
                  <a:pt x="689" y="555"/>
                </a:lnTo>
                <a:lnTo>
                  <a:pt x="689" y="556"/>
                </a:lnTo>
                <a:lnTo>
                  <a:pt x="689" y="558"/>
                </a:lnTo>
                <a:lnTo>
                  <a:pt x="688" y="559"/>
                </a:lnTo>
                <a:lnTo>
                  <a:pt x="687" y="560"/>
                </a:lnTo>
                <a:lnTo>
                  <a:pt x="686" y="560"/>
                </a:lnTo>
                <a:lnTo>
                  <a:pt x="684" y="561"/>
                </a:lnTo>
                <a:lnTo>
                  <a:pt x="684" y="562"/>
                </a:lnTo>
                <a:lnTo>
                  <a:pt x="684" y="563"/>
                </a:lnTo>
                <a:lnTo>
                  <a:pt x="685" y="563"/>
                </a:lnTo>
                <a:lnTo>
                  <a:pt x="685" y="562"/>
                </a:lnTo>
                <a:lnTo>
                  <a:pt x="686" y="562"/>
                </a:lnTo>
                <a:lnTo>
                  <a:pt x="687" y="563"/>
                </a:lnTo>
                <a:lnTo>
                  <a:pt x="689" y="563"/>
                </a:lnTo>
                <a:lnTo>
                  <a:pt x="690" y="562"/>
                </a:lnTo>
                <a:lnTo>
                  <a:pt x="691" y="562"/>
                </a:lnTo>
                <a:lnTo>
                  <a:pt x="692" y="563"/>
                </a:lnTo>
                <a:lnTo>
                  <a:pt x="693" y="565"/>
                </a:lnTo>
                <a:lnTo>
                  <a:pt x="693" y="566"/>
                </a:lnTo>
                <a:lnTo>
                  <a:pt x="693" y="567"/>
                </a:lnTo>
                <a:lnTo>
                  <a:pt x="692" y="568"/>
                </a:lnTo>
                <a:lnTo>
                  <a:pt x="693" y="569"/>
                </a:lnTo>
                <a:lnTo>
                  <a:pt x="693" y="570"/>
                </a:lnTo>
                <a:lnTo>
                  <a:pt x="694" y="571"/>
                </a:lnTo>
                <a:lnTo>
                  <a:pt x="693" y="572"/>
                </a:lnTo>
                <a:lnTo>
                  <a:pt x="693" y="573"/>
                </a:lnTo>
                <a:lnTo>
                  <a:pt x="694" y="573"/>
                </a:lnTo>
                <a:lnTo>
                  <a:pt x="694" y="572"/>
                </a:lnTo>
                <a:lnTo>
                  <a:pt x="695" y="572"/>
                </a:lnTo>
                <a:lnTo>
                  <a:pt x="694" y="572"/>
                </a:lnTo>
                <a:lnTo>
                  <a:pt x="694" y="573"/>
                </a:lnTo>
                <a:lnTo>
                  <a:pt x="695" y="573"/>
                </a:lnTo>
                <a:lnTo>
                  <a:pt x="695" y="574"/>
                </a:lnTo>
                <a:lnTo>
                  <a:pt x="694" y="574"/>
                </a:lnTo>
                <a:lnTo>
                  <a:pt x="693" y="574"/>
                </a:lnTo>
                <a:lnTo>
                  <a:pt x="692" y="575"/>
                </a:lnTo>
                <a:lnTo>
                  <a:pt x="690" y="576"/>
                </a:lnTo>
                <a:lnTo>
                  <a:pt x="689" y="577"/>
                </a:lnTo>
                <a:lnTo>
                  <a:pt x="688" y="578"/>
                </a:lnTo>
                <a:lnTo>
                  <a:pt x="690" y="578"/>
                </a:lnTo>
                <a:lnTo>
                  <a:pt x="692" y="577"/>
                </a:lnTo>
                <a:lnTo>
                  <a:pt x="694" y="576"/>
                </a:lnTo>
                <a:lnTo>
                  <a:pt x="694" y="575"/>
                </a:lnTo>
                <a:lnTo>
                  <a:pt x="695" y="575"/>
                </a:lnTo>
                <a:lnTo>
                  <a:pt x="695" y="577"/>
                </a:lnTo>
                <a:lnTo>
                  <a:pt x="694" y="578"/>
                </a:lnTo>
                <a:lnTo>
                  <a:pt x="693" y="579"/>
                </a:lnTo>
                <a:lnTo>
                  <a:pt x="691" y="580"/>
                </a:lnTo>
                <a:lnTo>
                  <a:pt x="691" y="581"/>
                </a:lnTo>
                <a:lnTo>
                  <a:pt x="688" y="581"/>
                </a:lnTo>
                <a:lnTo>
                  <a:pt x="687" y="580"/>
                </a:lnTo>
                <a:lnTo>
                  <a:pt x="686" y="580"/>
                </a:lnTo>
                <a:lnTo>
                  <a:pt x="686" y="581"/>
                </a:lnTo>
                <a:lnTo>
                  <a:pt x="685" y="582"/>
                </a:lnTo>
                <a:lnTo>
                  <a:pt x="684" y="581"/>
                </a:lnTo>
                <a:lnTo>
                  <a:pt x="683" y="581"/>
                </a:lnTo>
                <a:lnTo>
                  <a:pt x="684" y="580"/>
                </a:lnTo>
                <a:lnTo>
                  <a:pt x="685" y="579"/>
                </a:lnTo>
                <a:lnTo>
                  <a:pt x="684" y="578"/>
                </a:lnTo>
                <a:lnTo>
                  <a:pt x="683" y="577"/>
                </a:lnTo>
                <a:lnTo>
                  <a:pt x="683" y="576"/>
                </a:lnTo>
                <a:lnTo>
                  <a:pt x="681" y="575"/>
                </a:lnTo>
                <a:lnTo>
                  <a:pt x="680" y="575"/>
                </a:lnTo>
                <a:lnTo>
                  <a:pt x="680" y="574"/>
                </a:lnTo>
                <a:lnTo>
                  <a:pt x="681" y="573"/>
                </a:lnTo>
                <a:lnTo>
                  <a:pt x="682" y="574"/>
                </a:lnTo>
                <a:lnTo>
                  <a:pt x="682" y="573"/>
                </a:lnTo>
                <a:lnTo>
                  <a:pt x="682" y="572"/>
                </a:lnTo>
                <a:lnTo>
                  <a:pt x="681" y="572"/>
                </a:lnTo>
                <a:lnTo>
                  <a:pt x="681" y="570"/>
                </a:lnTo>
                <a:lnTo>
                  <a:pt x="680" y="568"/>
                </a:lnTo>
                <a:lnTo>
                  <a:pt x="679" y="566"/>
                </a:lnTo>
                <a:lnTo>
                  <a:pt x="679" y="565"/>
                </a:lnTo>
                <a:lnTo>
                  <a:pt x="679" y="563"/>
                </a:lnTo>
                <a:lnTo>
                  <a:pt x="679" y="561"/>
                </a:lnTo>
                <a:lnTo>
                  <a:pt x="679" y="560"/>
                </a:lnTo>
                <a:lnTo>
                  <a:pt x="678" y="558"/>
                </a:lnTo>
                <a:lnTo>
                  <a:pt x="675" y="558"/>
                </a:lnTo>
                <a:lnTo>
                  <a:pt x="674" y="559"/>
                </a:lnTo>
                <a:lnTo>
                  <a:pt x="674" y="560"/>
                </a:lnTo>
                <a:lnTo>
                  <a:pt x="674" y="563"/>
                </a:lnTo>
                <a:lnTo>
                  <a:pt x="674" y="564"/>
                </a:lnTo>
                <a:lnTo>
                  <a:pt x="673" y="564"/>
                </a:lnTo>
                <a:lnTo>
                  <a:pt x="673" y="563"/>
                </a:lnTo>
                <a:lnTo>
                  <a:pt x="671" y="562"/>
                </a:lnTo>
                <a:lnTo>
                  <a:pt x="670" y="563"/>
                </a:lnTo>
                <a:lnTo>
                  <a:pt x="671" y="563"/>
                </a:lnTo>
                <a:lnTo>
                  <a:pt x="671" y="564"/>
                </a:lnTo>
                <a:lnTo>
                  <a:pt x="670" y="564"/>
                </a:lnTo>
                <a:lnTo>
                  <a:pt x="669" y="564"/>
                </a:lnTo>
                <a:lnTo>
                  <a:pt x="669" y="565"/>
                </a:lnTo>
                <a:lnTo>
                  <a:pt x="670" y="566"/>
                </a:lnTo>
                <a:lnTo>
                  <a:pt x="671" y="566"/>
                </a:lnTo>
                <a:lnTo>
                  <a:pt x="673" y="567"/>
                </a:lnTo>
                <a:lnTo>
                  <a:pt x="672" y="568"/>
                </a:lnTo>
                <a:lnTo>
                  <a:pt x="673" y="568"/>
                </a:lnTo>
                <a:lnTo>
                  <a:pt x="674" y="567"/>
                </a:lnTo>
                <a:lnTo>
                  <a:pt x="674" y="566"/>
                </a:lnTo>
                <a:lnTo>
                  <a:pt x="675" y="566"/>
                </a:lnTo>
                <a:lnTo>
                  <a:pt x="676" y="566"/>
                </a:lnTo>
                <a:lnTo>
                  <a:pt x="676" y="567"/>
                </a:lnTo>
                <a:lnTo>
                  <a:pt x="675" y="567"/>
                </a:lnTo>
                <a:lnTo>
                  <a:pt x="676" y="568"/>
                </a:lnTo>
                <a:lnTo>
                  <a:pt x="677" y="568"/>
                </a:lnTo>
                <a:lnTo>
                  <a:pt x="677" y="567"/>
                </a:lnTo>
                <a:lnTo>
                  <a:pt x="678" y="569"/>
                </a:lnTo>
                <a:lnTo>
                  <a:pt x="678" y="570"/>
                </a:lnTo>
                <a:lnTo>
                  <a:pt x="677" y="570"/>
                </a:lnTo>
                <a:lnTo>
                  <a:pt x="677" y="571"/>
                </a:lnTo>
                <a:lnTo>
                  <a:pt x="677" y="573"/>
                </a:lnTo>
                <a:lnTo>
                  <a:pt x="675" y="574"/>
                </a:lnTo>
                <a:lnTo>
                  <a:pt x="674" y="574"/>
                </a:lnTo>
                <a:lnTo>
                  <a:pt x="674" y="576"/>
                </a:lnTo>
                <a:lnTo>
                  <a:pt x="673" y="576"/>
                </a:lnTo>
                <a:lnTo>
                  <a:pt x="674" y="577"/>
                </a:lnTo>
                <a:lnTo>
                  <a:pt x="674" y="578"/>
                </a:lnTo>
                <a:lnTo>
                  <a:pt x="673" y="578"/>
                </a:lnTo>
                <a:lnTo>
                  <a:pt x="672" y="579"/>
                </a:lnTo>
                <a:lnTo>
                  <a:pt x="671" y="579"/>
                </a:lnTo>
                <a:lnTo>
                  <a:pt x="671" y="578"/>
                </a:lnTo>
                <a:lnTo>
                  <a:pt x="672" y="578"/>
                </a:lnTo>
                <a:lnTo>
                  <a:pt x="672" y="577"/>
                </a:lnTo>
                <a:lnTo>
                  <a:pt x="672" y="576"/>
                </a:lnTo>
                <a:lnTo>
                  <a:pt x="671" y="576"/>
                </a:lnTo>
                <a:lnTo>
                  <a:pt x="670" y="575"/>
                </a:lnTo>
                <a:lnTo>
                  <a:pt x="669" y="575"/>
                </a:lnTo>
                <a:lnTo>
                  <a:pt x="667" y="576"/>
                </a:lnTo>
                <a:lnTo>
                  <a:pt x="665" y="578"/>
                </a:lnTo>
                <a:lnTo>
                  <a:pt x="665" y="579"/>
                </a:lnTo>
                <a:lnTo>
                  <a:pt x="665" y="580"/>
                </a:lnTo>
                <a:lnTo>
                  <a:pt x="664" y="580"/>
                </a:lnTo>
                <a:lnTo>
                  <a:pt x="663" y="579"/>
                </a:lnTo>
                <a:lnTo>
                  <a:pt x="664" y="578"/>
                </a:lnTo>
                <a:lnTo>
                  <a:pt x="666" y="576"/>
                </a:lnTo>
                <a:lnTo>
                  <a:pt x="667" y="575"/>
                </a:lnTo>
                <a:lnTo>
                  <a:pt x="668" y="574"/>
                </a:lnTo>
                <a:lnTo>
                  <a:pt x="668" y="573"/>
                </a:lnTo>
                <a:lnTo>
                  <a:pt x="667" y="571"/>
                </a:lnTo>
                <a:lnTo>
                  <a:pt x="665" y="569"/>
                </a:lnTo>
                <a:lnTo>
                  <a:pt x="662" y="567"/>
                </a:lnTo>
                <a:lnTo>
                  <a:pt x="661" y="567"/>
                </a:lnTo>
                <a:lnTo>
                  <a:pt x="662" y="564"/>
                </a:lnTo>
                <a:lnTo>
                  <a:pt x="663" y="562"/>
                </a:lnTo>
                <a:lnTo>
                  <a:pt x="663" y="560"/>
                </a:lnTo>
                <a:lnTo>
                  <a:pt x="662" y="560"/>
                </a:lnTo>
                <a:lnTo>
                  <a:pt x="661" y="561"/>
                </a:lnTo>
                <a:lnTo>
                  <a:pt x="662" y="561"/>
                </a:lnTo>
                <a:lnTo>
                  <a:pt x="661" y="562"/>
                </a:lnTo>
                <a:lnTo>
                  <a:pt x="660" y="562"/>
                </a:lnTo>
                <a:lnTo>
                  <a:pt x="659" y="562"/>
                </a:lnTo>
                <a:lnTo>
                  <a:pt x="659" y="561"/>
                </a:lnTo>
                <a:lnTo>
                  <a:pt x="658" y="562"/>
                </a:lnTo>
                <a:lnTo>
                  <a:pt x="657" y="561"/>
                </a:lnTo>
                <a:lnTo>
                  <a:pt x="656" y="562"/>
                </a:lnTo>
                <a:lnTo>
                  <a:pt x="656" y="563"/>
                </a:lnTo>
                <a:lnTo>
                  <a:pt x="656" y="564"/>
                </a:lnTo>
                <a:lnTo>
                  <a:pt x="655" y="565"/>
                </a:lnTo>
                <a:lnTo>
                  <a:pt x="653" y="567"/>
                </a:lnTo>
                <a:lnTo>
                  <a:pt x="653" y="568"/>
                </a:lnTo>
                <a:lnTo>
                  <a:pt x="652" y="567"/>
                </a:lnTo>
                <a:lnTo>
                  <a:pt x="653" y="566"/>
                </a:lnTo>
                <a:lnTo>
                  <a:pt x="653" y="565"/>
                </a:lnTo>
                <a:lnTo>
                  <a:pt x="654" y="563"/>
                </a:lnTo>
                <a:lnTo>
                  <a:pt x="654" y="561"/>
                </a:lnTo>
                <a:lnTo>
                  <a:pt x="653" y="560"/>
                </a:lnTo>
                <a:lnTo>
                  <a:pt x="652" y="559"/>
                </a:lnTo>
                <a:lnTo>
                  <a:pt x="653" y="558"/>
                </a:lnTo>
                <a:lnTo>
                  <a:pt x="654" y="558"/>
                </a:lnTo>
                <a:lnTo>
                  <a:pt x="654" y="555"/>
                </a:lnTo>
                <a:lnTo>
                  <a:pt x="654" y="554"/>
                </a:lnTo>
                <a:lnTo>
                  <a:pt x="654" y="553"/>
                </a:lnTo>
                <a:lnTo>
                  <a:pt x="654" y="552"/>
                </a:lnTo>
                <a:lnTo>
                  <a:pt x="653" y="552"/>
                </a:lnTo>
                <a:lnTo>
                  <a:pt x="653" y="553"/>
                </a:lnTo>
                <a:lnTo>
                  <a:pt x="651" y="553"/>
                </a:lnTo>
                <a:lnTo>
                  <a:pt x="650" y="553"/>
                </a:lnTo>
                <a:lnTo>
                  <a:pt x="649" y="552"/>
                </a:lnTo>
                <a:lnTo>
                  <a:pt x="648" y="556"/>
                </a:lnTo>
                <a:lnTo>
                  <a:pt x="643" y="555"/>
                </a:lnTo>
                <a:lnTo>
                  <a:pt x="645" y="552"/>
                </a:lnTo>
                <a:lnTo>
                  <a:pt x="644" y="552"/>
                </a:lnTo>
                <a:lnTo>
                  <a:pt x="640" y="551"/>
                </a:lnTo>
                <a:lnTo>
                  <a:pt x="640" y="550"/>
                </a:lnTo>
                <a:lnTo>
                  <a:pt x="639" y="550"/>
                </a:lnTo>
                <a:lnTo>
                  <a:pt x="638" y="551"/>
                </a:lnTo>
                <a:lnTo>
                  <a:pt x="636" y="550"/>
                </a:lnTo>
                <a:lnTo>
                  <a:pt x="635" y="550"/>
                </a:lnTo>
                <a:lnTo>
                  <a:pt x="635" y="549"/>
                </a:lnTo>
                <a:lnTo>
                  <a:pt x="634" y="548"/>
                </a:lnTo>
                <a:lnTo>
                  <a:pt x="634" y="547"/>
                </a:lnTo>
                <a:lnTo>
                  <a:pt x="635" y="546"/>
                </a:lnTo>
                <a:lnTo>
                  <a:pt x="635" y="545"/>
                </a:lnTo>
                <a:lnTo>
                  <a:pt x="635" y="544"/>
                </a:lnTo>
                <a:lnTo>
                  <a:pt x="634" y="545"/>
                </a:lnTo>
                <a:lnTo>
                  <a:pt x="634" y="544"/>
                </a:lnTo>
                <a:lnTo>
                  <a:pt x="633" y="545"/>
                </a:lnTo>
                <a:lnTo>
                  <a:pt x="634" y="545"/>
                </a:lnTo>
                <a:lnTo>
                  <a:pt x="634" y="547"/>
                </a:lnTo>
                <a:lnTo>
                  <a:pt x="633" y="548"/>
                </a:lnTo>
                <a:lnTo>
                  <a:pt x="633" y="549"/>
                </a:lnTo>
                <a:lnTo>
                  <a:pt x="633" y="551"/>
                </a:lnTo>
                <a:lnTo>
                  <a:pt x="633" y="552"/>
                </a:lnTo>
                <a:lnTo>
                  <a:pt x="633" y="554"/>
                </a:lnTo>
                <a:lnTo>
                  <a:pt x="633" y="556"/>
                </a:lnTo>
                <a:lnTo>
                  <a:pt x="632" y="557"/>
                </a:lnTo>
                <a:lnTo>
                  <a:pt x="631" y="560"/>
                </a:lnTo>
                <a:lnTo>
                  <a:pt x="631" y="561"/>
                </a:lnTo>
                <a:lnTo>
                  <a:pt x="632" y="562"/>
                </a:lnTo>
                <a:lnTo>
                  <a:pt x="633" y="563"/>
                </a:lnTo>
                <a:lnTo>
                  <a:pt x="632" y="563"/>
                </a:lnTo>
                <a:lnTo>
                  <a:pt x="632" y="564"/>
                </a:lnTo>
                <a:lnTo>
                  <a:pt x="632" y="565"/>
                </a:lnTo>
                <a:lnTo>
                  <a:pt x="633" y="566"/>
                </a:lnTo>
                <a:lnTo>
                  <a:pt x="633" y="567"/>
                </a:lnTo>
                <a:lnTo>
                  <a:pt x="634" y="568"/>
                </a:lnTo>
                <a:lnTo>
                  <a:pt x="635" y="568"/>
                </a:lnTo>
                <a:lnTo>
                  <a:pt x="636" y="569"/>
                </a:lnTo>
                <a:lnTo>
                  <a:pt x="636" y="570"/>
                </a:lnTo>
                <a:lnTo>
                  <a:pt x="635" y="570"/>
                </a:lnTo>
                <a:lnTo>
                  <a:pt x="632" y="569"/>
                </a:lnTo>
                <a:lnTo>
                  <a:pt x="631" y="569"/>
                </a:lnTo>
                <a:lnTo>
                  <a:pt x="631" y="575"/>
                </a:lnTo>
                <a:lnTo>
                  <a:pt x="628" y="574"/>
                </a:lnTo>
                <a:lnTo>
                  <a:pt x="628" y="575"/>
                </a:lnTo>
                <a:lnTo>
                  <a:pt x="627" y="575"/>
                </a:lnTo>
                <a:lnTo>
                  <a:pt x="624" y="574"/>
                </a:lnTo>
                <a:lnTo>
                  <a:pt x="625" y="572"/>
                </a:lnTo>
                <a:lnTo>
                  <a:pt x="624" y="571"/>
                </a:lnTo>
                <a:lnTo>
                  <a:pt x="622" y="571"/>
                </a:lnTo>
                <a:lnTo>
                  <a:pt x="621" y="570"/>
                </a:lnTo>
                <a:lnTo>
                  <a:pt x="620" y="570"/>
                </a:lnTo>
                <a:lnTo>
                  <a:pt x="620" y="569"/>
                </a:lnTo>
                <a:lnTo>
                  <a:pt x="620" y="568"/>
                </a:lnTo>
                <a:lnTo>
                  <a:pt x="620" y="567"/>
                </a:lnTo>
                <a:lnTo>
                  <a:pt x="620" y="566"/>
                </a:lnTo>
                <a:lnTo>
                  <a:pt x="621" y="565"/>
                </a:lnTo>
                <a:lnTo>
                  <a:pt x="621" y="564"/>
                </a:lnTo>
                <a:lnTo>
                  <a:pt x="621" y="563"/>
                </a:lnTo>
                <a:lnTo>
                  <a:pt x="622" y="562"/>
                </a:lnTo>
                <a:lnTo>
                  <a:pt x="621" y="561"/>
                </a:lnTo>
                <a:lnTo>
                  <a:pt x="620" y="561"/>
                </a:lnTo>
                <a:lnTo>
                  <a:pt x="619" y="562"/>
                </a:lnTo>
                <a:lnTo>
                  <a:pt x="619" y="559"/>
                </a:lnTo>
                <a:lnTo>
                  <a:pt x="618" y="558"/>
                </a:lnTo>
                <a:lnTo>
                  <a:pt x="618" y="559"/>
                </a:lnTo>
                <a:lnTo>
                  <a:pt x="617" y="560"/>
                </a:lnTo>
                <a:lnTo>
                  <a:pt x="615" y="562"/>
                </a:lnTo>
                <a:lnTo>
                  <a:pt x="613" y="563"/>
                </a:lnTo>
                <a:lnTo>
                  <a:pt x="613" y="564"/>
                </a:lnTo>
                <a:lnTo>
                  <a:pt x="613" y="565"/>
                </a:lnTo>
                <a:lnTo>
                  <a:pt x="612" y="565"/>
                </a:lnTo>
                <a:lnTo>
                  <a:pt x="611" y="565"/>
                </a:lnTo>
                <a:lnTo>
                  <a:pt x="610" y="565"/>
                </a:lnTo>
                <a:lnTo>
                  <a:pt x="610" y="566"/>
                </a:lnTo>
                <a:lnTo>
                  <a:pt x="606" y="568"/>
                </a:lnTo>
                <a:lnTo>
                  <a:pt x="606" y="569"/>
                </a:lnTo>
                <a:lnTo>
                  <a:pt x="605" y="570"/>
                </a:lnTo>
                <a:lnTo>
                  <a:pt x="604" y="570"/>
                </a:lnTo>
                <a:lnTo>
                  <a:pt x="603" y="570"/>
                </a:lnTo>
                <a:lnTo>
                  <a:pt x="601" y="572"/>
                </a:lnTo>
                <a:lnTo>
                  <a:pt x="600" y="573"/>
                </a:lnTo>
                <a:lnTo>
                  <a:pt x="599" y="574"/>
                </a:lnTo>
                <a:lnTo>
                  <a:pt x="599" y="575"/>
                </a:lnTo>
                <a:lnTo>
                  <a:pt x="598" y="576"/>
                </a:lnTo>
                <a:lnTo>
                  <a:pt x="598" y="578"/>
                </a:lnTo>
                <a:lnTo>
                  <a:pt x="598" y="580"/>
                </a:lnTo>
                <a:lnTo>
                  <a:pt x="597" y="581"/>
                </a:lnTo>
                <a:lnTo>
                  <a:pt x="596" y="580"/>
                </a:lnTo>
                <a:lnTo>
                  <a:pt x="596" y="581"/>
                </a:lnTo>
                <a:lnTo>
                  <a:pt x="595" y="581"/>
                </a:lnTo>
                <a:lnTo>
                  <a:pt x="596" y="582"/>
                </a:lnTo>
                <a:lnTo>
                  <a:pt x="597" y="583"/>
                </a:lnTo>
                <a:lnTo>
                  <a:pt x="598" y="584"/>
                </a:lnTo>
                <a:lnTo>
                  <a:pt x="598" y="585"/>
                </a:lnTo>
                <a:lnTo>
                  <a:pt x="599" y="585"/>
                </a:lnTo>
                <a:lnTo>
                  <a:pt x="601" y="586"/>
                </a:lnTo>
                <a:lnTo>
                  <a:pt x="604" y="585"/>
                </a:lnTo>
                <a:lnTo>
                  <a:pt x="604" y="586"/>
                </a:lnTo>
                <a:lnTo>
                  <a:pt x="607" y="586"/>
                </a:lnTo>
                <a:lnTo>
                  <a:pt x="611" y="587"/>
                </a:lnTo>
                <a:lnTo>
                  <a:pt x="611" y="589"/>
                </a:lnTo>
                <a:lnTo>
                  <a:pt x="612" y="588"/>
                </a:lnTo>
                <a:lnTo>
                  <a:pt x="612" y="587"/>
                </a:lnTo>
                <a:lnTo>
                  <a:pt x="613" y="588"/>
                </a:lnTo>
                <a:lnTo>
                  <a:pt x="614" y="588"/>
                </a:lnTo>
                <a:lnTo>
                  <a:pt x="614" y="589"/>
                </a:lnTo>
                <a:lnTo>
                  <a:pt x="614" y="590"/>
                </a:lnTo>
                <a:lnTo>
                  <a:pt x="614" y="591"/>
                </a:lnTo>
                <a:lnTo>
                  <a:pt x="615" y="592"/>
                </a:lnTo>
                <a:lnTo>
                  <a:pt x="616" y="592"/>
                </a:lnTo>
                <a:lnTo>
                  <a:pt x="616" y="593"/>
                </a:lnTo>
                <a:lnTo>
                  <a:pt x="616" y="594"/>
                </a:lnTo>
                <a:lnTo>
                  <a:pt x="617" y="595"/>
                </a:lnTo>
                <a:lnTo>
                  <a:pt x="618" y="595"/>
                </a:lnTo>
                <a:lnTo>
                  <a:pt x="619" y="595"/>
                </a:lnTo>
                <a:lnTo>
                  <a:pt x="619" y="596"/>
                </a:lnTo>
                <a:lnTo>
                  <a:pt x="619" y="598"/>
                </a:lnTo>
                <a:lnTo>
                  <a:pt x="621" y="599"/>
                </a:lnTo>
                <a:lnTo>
                  <a:pt x="622" y="599"/>
                </a:lnTo>
                <a:lnTo>
                  <a:pt x="623" y="598"/>
                </a:lnTo>
                <a:lnTo>
                  <a:pt x="622" y="595"/>
                </a:lnTo>
                <a:lnTo>
                  <a:pt x="622" y="594"/>
                </a:lnTo>
                <a:lnTo>
                  <a:pt x="621" y="593"/>
                </a:lnTo>
                <a:lnTo>
                  <a:pt x="622" y="593"/>
                </a:lnTo>
                <a:lnTo>
                  <a:pt x="622" y="594"/>
                </a:lnTo>
                <a:lnTo>
                  <a:pt x="623" y="595"/>
                </a:lnTo>
                <a:lnTo>
                  <a:pt x="625" y="596"/>
                </a:lnTo>
                <a:lnTo>
                  <a:pt x="627" y="596"/>
                </a:lnTo>
                <a:lnTo>
                  <a:pt x="629" y="595"/>
                </a:lnTo>
                <a:lnTo>
                  <a:pt x="629" y="594"/>
                </a:lnTo>
                <a:lnTo>
                  <a:pt x="628" y="593"/>
                </a:lnTo>
                <a:lnTo>
                  <a:pt x="629" y="593"/>
                </a:lnTo>
                <a:lnTo>
                  <a:pt x="630" y="593"/>
                </a:lnTo>
                <a:lnTo>
                  <a:pt x="631" y="595"/>
                </a:lnTo>
                <a:lnTo>
                  <a:pt x="632" y="596"/>
                </a:lnTo>
                <a:lnTo>
                  <a:pt x="631" y="597"/>
                </a:lnTo>
                <a:lnTo>
                  <a:pt x="632" y="597"/>
                </a:lnTo>
                <a:lnTo>
                  <a:pt x="634" y="598"/>
                </a:lnTo>
                <a:lnTo>
                  <a:pt x="636" y="599"/>
                </a:lnTo>
                <a:lnTo>
                  <a:pt x="637" y="599"/>
                </a:lnTo>
                <a:lnTo>
                  <a:pt x="638" y="600"/>
                </a:lnTo>
                <a:lnTo>
                  <a:pt x="638" y="601"/>
                </a:lnTo>
                <a:lnTo>
                  <a:pt x="640" y="602"/>
                </a:lnTo>
                <a:lnTo>
                  <a:pt x="641" y="602"/>
                </a:lnTo>
                <a:lnTo>
                  <a:pt x="642" y="602"/>
                </a:lnTo>
                <a:lnTo>
                  <a:pt x="644" y="603"/>
                </a:lnTo>
                <a:lnTo>
                  <a:pt x="645" y="602"/>
                </a:lnTo>
                <a:lnTo>
                  <a:pt x="646" y="602"/>
                </a:lnTo>
                <a:lnTo>
                  <a:pt x="645" y="604"/>
                </a:lnTo>
                <a:lnTo>
                  <a:pt x="645" y="605"/>
                </a:lnTo>
                <a:lnTo>
                  <a:pt x="645" y="606"/>
                </a:lnTo>
                <a:lnTo>
                  <a:pt x="644" y="606"/>
                </a:lnTo>
                <a:lnTo>
                  <a:pt x="643" y="606"/>
                </a:lnTo>
                <a:lnTo>
                  <a:pt x="642" y="606"/>
                </a:lnTo>
                <a:lnTo>
                  <a:pt x="639" y="608"/>
                </a:lnTo>
                <a:lnTo>
                  <a:pt x="639" y="609"/>
                </a:lnTo>
                <a:lnTo>
                  <a:pt x="638" y="610"/>
                </a:lnTo>
                <a:lnTo>
                  <a:pt x="639" y="610"/>
                </a:lnTo>
                <a:lnTo>
                  <a:pt x="638" y="610"/>
                </a:lnTo>
                <a:lnTo>
                  <a:pt x="637" y="609"/>
                </a:lnTo>
                <a:lnTo>
                  <a:pt x="635" y="609"/>
                </a:lnTo>
                <a:lnTo>
                  <a:pt x="635" y="610"/>
                </a:lnTo>
                <a:lnTo>
                  <a:pt x="634" y="610"/>
                </a:lnTo>
                <a:lnTo>
                  <a:pt x="633" y="610"/>
                </a:lnTo>
                <a:lnTo>
                  <a:pt x="632" y="609"/>
                </a:lnTo>
                <a:lnTo>
                  <a:pt x="632" y="610"/>
                </a:lnTo>
                <a:lnTo>
                  <a:pt x="631" y="611"/>
                </a:lnTo>
                <a:lnTo>
                  <a:pt x="632" y="612"/>
                </a:lnTo>
                <a:lnTo>
                  <a:pt x="633" y="615"/>
                </a:lnTo>
                <a:lnTo>
                  <a:pt x="633" y="616"/>
                </a:lnTo>
                <a:lnTo>
                  <a:pt x="633" y="618"/>
                </a:lnTo>
                <a:lnTo>
                  <a:pt x="634" y="618"/>
                </a:lnTo>
                <a:lnTo>
                  <a:pt x="635" y="618"/>
                </a:lnTo>
                <a:lnTo>
                  <a:pt x="635" y="619"/>
                </a:lnTo>
                <a:lnTo>
                  <a:pt x="635" y="620"/>
                </a:lnTo>
                <a:lnTo>
                  <a:pt x="634" y="620"/>
                </a:lnTo>
                <a:lnTo>
                  <a:pt x="632" y="621"/>
                </a:lnTo>
                <a:lnTo>
                  <a:pt x="631" y="623"/>
                </a:lnTo>
                <a:lnTo>
                  <a:pt x="631" y="624"/>
                </a:lnTo>
                <a:lnTo>
                  <a:pt x="630" y="625"/>
                </a:lnTo>
                <a:lnTo>
                  <a:pt x="630" y="623"/>
                </a:lnTo>
                <a:lnTo>
                  <a:pt x="629" y="623"/>
                </a:lnTo>
                <a:lnTo>
                  <a:pt x="628" y="622"/>
                </a:lnTo>
                <a:lnTo>
                  <a:pt x="626" y="622"/>
                </a:lnTo>
                <a:lnTo>
                  <a:pt x="625" y="623"/>
                </a:lnTo>
                <a:lnTo>
                  <a:pt x="625" y="622"/>
                </a:lnTo>
                <a:lnTo>
                  <a:pt x="623" y="621"/>
                </a:lnTo>
                <a:lnTo>
                  <a:pt x="620" y="622"/>
                </a:lnTo>
                <a:lnTo>
                  <a:pt x="619" y="622"/>
                </a:lnTo>
                <a:lnTo>
                  <a:pt x="618" y="623"/>
                </a:lnTo>
                <a:lnTo>
                  <a:pt x="616" y="625"/>
                </a:lnTo>
                <a:lnTo>
                  <a:pt x="615" y="625"/>
                </a:lnTo>
                <a:lnTo>
                  <a:pt x="613" y="625"/>
                </a:lnTo>
                <a:lnTo>
                  <a:pt x="612" y="625"/>
                </a:lnTo>
                <a:lnTo>
                  <a:pt x="611" y="624"/>
                </a:lnTo>
                <a:lnTo>
                  <a:pt x="611" y="623"/>
                </a:lnTo>
                <a:lnTo>
                  <a:pt x="609" y="622"/>
                </a:lnTo>
                <a:lnTo>
                  <a:pt x="608" y="621"/>
                </a:lnTo>
                <a:lnTo>
                  <a:pt x="607" y="621"/>
                </a:lnTo>
                <a:lnTo>
                  <a:pt x="606" y="620"/>
                </a:lnTo>
                <a:lnTo>
                  <a:pt x="605" y="617"/>
                </a:lnTo>
                <a:lnTo>
                  <a:pt x="606" y="616"/>
                </a:lnTo>
                <a:lnTo>
                  <a:pt x="604" y="615"/>
                </a:lnTo>
                <a:lnTo>
                  <a:pt x="603" y="615"/>
                </a:lnTo>
                <a:lnTo>
                  <a:pt x="602" y="615"/>
                </a:lnTo>
                <a:lnTo>
                  <a:pt x="601" y="615"/>
                </a:lnTo>
                <a:lnTo>
                  <a:pt x="602" y="617"/>
                </a:lnTo>
                <a:lnTo>
                  <a:pt x="600" y="619"/>
                </a:lnTo>
                <a:lnTo>
                  <a:pt x="599" y="619"/>
                </a:lnTo>
                <a:lnTo>
                  <a:pt x="599" y="620"/>
                </a:lnTo>
                <a:lnTo>
                  <a:pt x="599" y="621"/>
                </a:lnTo>
                <a:lnTo>
                  <a:pt x="599" y="622"/>
                </a:lnTo>
                <a:lnTo>
                  <a:pt x="598" y="623"/>
                </a:lnTo>
                <a:lnTo>
                  <a:pt x="600" y="627"/>
                </a:lnTo>
                <a:lnTo>
                  <a:pt x="601" y="628"/>
                </a:lnTo>
                <a:lnTo>
                  <a:pt x="602" y="628"/>
                </a:lnTo>
                <a:lnTo>
                  <a:pt x="603" y="628"/>
                </a:lnTo>
                <a:lnTo>
                  <a:pt x="604" y="629"/>
                </a:lnTo>
                <a:lnTo>
                  <a:pt x="605" y="629"/>
                </a:lnTo>
                <a:lnTo>
                  <a:pt x="605" y="628"/>
                </a:lnTo>
                <a:lnTo>
                  <a:pt x="606" y="628"/>
                </a:lnTo>
                <a:lnTo>
                  <a:pt x="606" y="629"/>
                </a:lnTo>
                <a:lnTo>
                  <a:pt x="606" y="630"/>
                </a:lnTo>
                <a:lnTo>
                  <a:pt x="605" y="630"/>
                </a:lnTo>
                <a:lnTo>
                  <a:pt x="604" y="631"/>
                </a:lnTo>
                <a:lnTo>
                  <a:pt x="605" y="632"/>
                </a:lnTo>
                <a:lnTo>
                  <a:pt x="605" y="633"/>
                </a:lnTo>
                <a:lnTo>
                  <a:pt x="607" y="633"/>
                </a:lnTo>
                <a:lnTo>
                  <a:pt x="608" y="633"/>
                </a:lnTo>
                <a:lnTo>
                  <a:pt x="608" y="632"/>
                </a:lnTo>
                <a:lnTo>
                  <a:pt x="609" y="631"/>
                </a:lnTo>
                <a:lnTo>
                  <a:pt x="610" y="632"/>
                </a:lnTo>
                <a:lnTo>
                  <a:pt x="610" y="633"/>
                </a:lnTo>
                <a:lnTo>
                  <a:pt x="611" y="633"/>
                </a:lnTo>
                <a:lnTo>
                  <a:pt x="610" y="634"/>
                </a:lnTo>
                <a:lnTo>
                  <a:pt x="610" y="636"/>
                </a:lnTo>
                <a:lnTo>
                  <a:pt x="611" y="636"/>
                </a:lnTo>
                <a:lnTo>
                  <a:pt x="610" y="637"/>
                </a:lnTo>
                <a:lnTo>
                  <a:pt x="609" y="637"/>
                </a:lnTo>
                <a:lnTo>
                  <a:pt x="609" y="636"/>
                </a:lnTo>
                <a:lnTo>
                  <a:pt x="602" y="640"/>
                </a:lnTo>
                <a:lnTo>
                  <a:pt x="601" y="641"/>
                </a:lnTo>
                <a:lnTo>
                  <a:pt x="600" y="641"/>
                </a:lnTo>
                <a:lnTo>
                  <a:pt x="596" y="641"/>
                </a:lnTo>
                <a:lnTo>
                  <a:pt x="596" y="642"/>
                </a:lnTo>
                <a:lnTo>
                  <a:pt x="595" y="644"/>
                </a:lnTo>
                <a:lnTo>
                  <a:pt x="594" y="643"/>
                </a:lnTo>
                <a:lnTo>
                  <a:pt x="595" y="642"/>
                </a:lnTo>
                <a:lnTo>
                  <a:pt x="595" y="641"/>
                </a:lnTo>
                <a:lnTo>
                  <a:pt x="593" y="641"/>
                </a:lnTo>
                <a:lnTo>
                  <a:pt x="592" y="641"/>
                </a:lnTo>
                <a:lnTo>
                  <a:pt x="592" y="642"/>
                </a:lnTo>
                <a:lnTo>
                  <a:pt x="591" y="642"/>
                </a:lnTo>
                <a:lnTo>
                  <a:pt x="592" y="642"/>
                </a:lnTo>
                <a:lnTo>
                  <a:pt x="591" y="642"/>
                </a:lnTo>
                <a:lnTo>
                  <a:pt x="591" y="641"/>
                </a:lnTo>
                <a:lnTo>
                  <a:pt x="589" y="640"/>
                </a:lnTo>
                <a:lnTo>
                  <a:pt x="588" y="640"/>
                </a:lnTo>
                <a:lnTo>
                  <a:pt x="587" y="639"/>
                </a:lnTo>
                <a:lnTo>
                  <a:pt x="586" y="638"/>
                </a:lnTo>
                <a:lnTo>
                  <a:pt x="586" y="637"/>
                </a:lnTo>
                <a:lnTo>
                  <a:pt x="585" y="634"/>
                </a:lnTo>
                <a:lnTo>
                  <a:pt x="586" y="632"/>
                </a:lnTo>
                <a:lnTo>
                  <a:pt x="587" y="631"/>
                </a:lnTo>
                <a:lnTo>
                  <a:pt x="588" y="631"/>
                </a:lnTo>
                <a:lnTo>
                  <a:pt x="589" y="632"/>
                </a:lnTo>
                <a:lnTo>
                  <a:pt x="590" y="632"/>
                </a:lnTo>
                <a:lnTo>
                  <a:pt x="591" y="630"/>
                </a:lnTo>
                <a:lnTo>
                  <a:pt x="592" y="627"/>
                </a:lnTo>
                <a:lnTo>
                  <a:pt x="593" y="626"/>
                </a:lnTo>
                <a:lnTo>
                  <a:pt x="593" y="625"/>
                </a:lnTo>
                <a:lnTo>
                  <a:pt x="593" y="624"/>
                </a:lnTo>
                <a:lnTo>
                  <a:pt x="592" y="624"/>
                </a:lnTo>
                <a:lnTo>
                  <a:pt x="592" y="622"/>
                </a:lnTo>
                <a:lnTo>
                  <a:pt x="593" y="622"/>
                </a:lnTo>
                <a:lnTo>
                  <a:pt x="593" y="620"/>
                </a:lnTo>
                <a:lnTo>
                  <a:pt x="593" y="619"/>
                </a:lnTo>
                <a:lnTo>
                  <a:pt x="593" y="620"/>
                </a:lnTo>
                <a:lnTo>
                  <a:pt x="590" y="622"/>
                </a:lnTo>
                <a:lnTo>
                  <a:pt x="589" y="620"/>
                </a:lnTo>
                <a:lnTo>
                  <a:pt x="591" y="619"/>
                </a:lnTo>
                <a:lnTo>
                  <a:pt x="591" y="618"/>
                </a:lnTo>
                <a:lnTo>
                  <a:pt x="589" y="619"/>
                </a:lnTo>
                <a:lnTo>
                  <a:pt x="585" y="621"/>
                </a:lnTo>
                <a:lnTo>
                  <a:pt x="582" y="622"/>
                </a:lnTo>
                <a:lnTo>
                  <a:pt x="581" y="622"/>
                </a:lnTo>
                <a:lnTo>
                  <a:pt x="580" y="621"/>
                </a:lnTo>
                <a:lnTo>
                  <a:pt x="581" y="621"/>
                </a:lnTo>
                <a:lnTo>
                  <a:pt x="582" y="620"/>
                </a:lnTo>
                <a:lnTo>
                  <a:pt x="585" y="619"/>
                </a:lnTo>
                <a:lnTo>
                  <a:pt x="589" y="617"/>
                </a:lnTo>
                <a:lnTo>
                  <a:pt x="588" y="617"/>
                </a:lnTo>
                <a:lnTo>
                  <a:pt x="587" y="617"/>
                </a:lnTo>
                <a:lnTo>
                  <a:pt x="586" y="617"/>
                </a:lnTo>
                <a:lnTo>
                  <a:pt x="585" y="617"/>
                </a:lnTo>
                <a:lnTo>
                  <a:pt x="585" y="618"/>
                </a:lnTo>
                <a:lnTo>
                  <a:pt x="584" y="619"/>
                </a:lnTo>
                <a:lnTo>
                  <a:pt x="581" y="620"/>
                </a:lnTo>
                <a:lnTo>
                  <a:pt x="580" y="621"/>
                </a:lnTo>
                <a:lnTo>
                  <a:pt x="580" y="622"/>
                </a:lnTo>
                <a:lnTo>
                  <a:pt x="579" y="624"/>
                </a:lnTo>
                <a:lnTo>
                  <a:pt x="578" y="624"/>
                </a:lnTo>
                <a:lnTo>
                  <a:pt x="577" y="624"/>
                </a:lnTo>
                <a:lnTo>
                  <a:pt x="576" y="623"/>
                </a:lnTo>
                <a:lnTo>
                  <a:pt x="575" y="621"/>
                </a:lnTo>
                <a:lnTo>
                  <a:pt x="574" y="621"/>
                </a:lnTo>
                <a:lnTo>
                  <a:pt x="575" y="620"/>
                </a:lnTo>
                <a:lnTo>
                  <a:pt x="575" y="619"/>
                </a:lnTo>
                <a:lnTo>
                  <a:pt x="576" y="619"/>
                </a:lnTo>
                <a:lnTo>
                  <a:pt x="575" y="616"/>
                </a:lnTo>
                <a:lnTo>
                  <a:pt x="575" y="615"/>
                </a:lnTo>
                <a:lnTo>
                  <a:pt x="576" y="615"/>
                </a:lnTo>
                <a:lnTo>
                  <a:pt x="576" y="614"/>
                </a:lnTo>
                <a:lnTo>
                  <a:pt x="576" y="613"/>
                </a:lnTo>
                <a:lnTo>
                  <a:pt x="577" y="613"/>
                </a:lnTo>
                <a:lnTo>
                  <a:pt x="578" y="614"/>
                </a:lnTo>
                <a:lnTo>
                  <a:pt x="578" y="615"/>
                </a:lnTo>
                <a:lnTo>
                  <a:pt x="579" y="614"/>
                </a:lnTo>
                <a:lnTo>
                  <a:pt x="581" y="614"/>
                </a:lnTo>
                <a:lnTo>
                  <a:pt x="582" y="613"/>
                </a:lnTo>
                <a:lnTo>
                  <a:pt x="582" y="611"/>
                </a:lnTo>
                <a:lnTo>
                  <a:pt x="583" y="609"/>
                </a:lnTo>
                <a:lnTo>
                  <a:pt x="580" y="608"/>
                </a:lnTo>
                <a:lnTo>
                  <a:pt x="579" y="608"/>
                </a:lnTo>
                <a:lnTo>
                  <a:pt x="579" y="609"/>
                </a:lnTo>
                <a:lnTo>
                  <a:pt x="577" y="609"/>
                </a:lnTo>
                <a:lnTo>
                  <a:pt x="576" y="609"/>
                </a:lnTo>
                <a:lnTo>
                  <a:pt x="576" y="608"/>
                </a:lnTo>
                <a:lnTo>
                  <a:pt x="575" y="608"/>
                </a:lnTo>
                <a:lnTo>
                  <a:pt x="574" y="609"/>
                </a:lnTo>
                <a:lnTo>
                  <a:pt x="574" y="610"/>
                </a:lnTo>
                <a:lnTo>
                  <a:pt x="572" y="611"/>
                </a:lnTo>
                <a:lnTo>
                  <a:pt x="572" y="610"/>
                </a:lnTo>
                <a:lnTo>
                  <a:pt x="571" y="611"/>
                </a:lnTo>
                <a:lnTo>
                  <a:pt x="569" y="611"/>
                </a:lnTo>
                <a:lnTo>
                  <a:pt x="568" y="612"/>
                </a:lnTo>
                <a:lnTo>
                  <a:pt x="567" y="613"/>
                </a:lnTo>
                <a:lnTo>
                  <a:pt x="563" y="616"/>
                </a:lnTo>
                <a:lnTo>
                  <a:pt x="562" y="616"/>
                </a:lnTo>
                <a:lnTo>
                  <a:pt x="561" y="616"/>
                </a:lnTo>
                <a:lnTo>
                  <a:pt x="560" y="616"/>
                </a:lnTo>
                <a:lnTo>
                  <a:pt x="561" y="617"/>
                </a:lnTo>
                <a:lnTo>
                  <a:pt x="562" y="618"/>
                </a:lnTo>
                <a:lnTo>
                  <a:pt x="560" y="619"/>
                </a:lnTo>
                <a:lnTo>
                  <a:pt x="559" y="619"/>
                </a:lnTo>
                <a:lnTo>
                  <a:pt x="557" y="620"/>
                </a:lnTo>
                <a:lnTo>
                  <a:pt x="555" y="620"/>
                </a:lnTo>
                <a:lnTo>
                  <a:pt x="554" y="620"/>
                </a:lnTo>
                <a:lnTo>
                  <a:pt x="555" y="620"/>
                </a:lnTo>
                <a:lnTo>
                  <a:pt x="556" y="621"/>
                </a:lnTo>
                <a:lnTo>
                  <a:pt x="559" y="620"/>
                </a:lnTo>
                <a:lnTo>
                  <a:pt x="560" y="621"/>
                </a:lnTo>
                <a:lnTo>
                  <a:pt x="561" y="620"/>
                </a:lnTo>
                <a:lnTo>
                  <a:pt x="562" y="620"/>
                </a:lnTo>
                <a:lnTo>
                  <a:pt x="563" y="621"/>
                </a:lnTo>
                <a:lnTo>
                  <a:pt x="564" y="621"/>
                </a:lnTo>
                <a:lnTo>
                  <a:pt x="565" y="623"/>
                </a:lnTo>
                <a:lnTo>
                  <a:pt x="566" y="623"/>
                </a:lnTo>
                <a:lnTo>
                  <a:pt x="567" y="622"/>
                </a:lnTo>
                <a:lnTo>
                  <a:pt x="567" y="623"/>
                </a:lnTo>
                <a:lnTo>
                  <a:pt x="568" y="625"/>
                </a:lnTo>
                <a:lnTo>
                  <a:pt x="567" y="625"/>
                </a:lnTo>
                <a:lnTo>
                  <a:pt x="568" y="626"/>
                </a:lnTo>
                <a:lnTo>
                  <a:pt x="570" y="626"/>
                </a:lnTo>
                <a:lnTo>
                  <a:pt x="570" y="627"/>
                </a:lnTo>
                <a:lnTo>
                  <a:pt x="571" y="626"/>
                </a:lnTo>
                <a:lnTo>
                  <a:pt x="571" y="625"/>
                </a:lnTo>
                <a:lnTo>
                  <a:pt x="572" y="625"/>
                </a:lnTo>
                <a:lnTo>
                  <a:pt x="573" y="625"/>
                </a:lnTo>
                <a:lnTo>
                  <a:pt x="573" y="626"/>
                </a:lnTo>
                <a:lnTo>
                  <a:pt x="574" y="626"/>
                </a:lnTo>
                <a:lnTo>
                  <a:pt x="575" y="626"/>
                </a:lnTo>
                <a:lnTo>
                  <a:pt x="576" y="626"/>
                </a:lnTo>
                <a:lnTo>
                  <a:pt x="576" y="627"/>
                </a:lnTo>
                <a:lnTo>
                  <a:pt x="575" y="630"/>
                </a:lnTo>
                <a:lnTo>
                  <a:pt x="576" y="630"/>
                </a:lnTo>
                <a:lnTo>
                  <a:pt x="576" y="632"/>
                </a:lnTo>
                <a:lnTo>
                  <a:pt x="576" y="633"/>
                </a:lnTo>
                <a:lnTo>
                  <a:pt x="576" y="634"/>
                </a:lnTo>
                <a:lnTo>
                  <a:pt x="575" y="633"/>
                </a:lnTo>
                <a:lnTo>
                  <a:pt x="574" y="633"/>
                </a:lnTo>
                <a:lnTo>
                  <a:pt x="574" y="634"/>
                </a:lnTo>
                <a:lnTo>
                  <a:pt x="574" y="635"/>
                </a:lnTo>
                <a:lnTo>
                  <a:pt x="573" y="636"/>
                </a:lnTo>
                <a:lnTo>
                  <a:pt x="571" y="636"/>
                </a:lnTo>
                <a:lnTo>
                  <a:pt x="570" y="639"/>
                </a:lnTo>
                <a:lnTo>
                  <a:pt x="570" y="640"/>
                </a:lnTo>
                <a:lnTo>
                  <a:pt x="571" y="641"/>
                </a:lnTo>
                <a:lnTo>
                  <a:pt x="572" y="642"/>
                </a:lnTo>
                <a:lnTo>
                  <a:pt x="572" y="643"/>
                </a:lnTo>
                <a:lnTo>
                  <a:pt x="574" y="643"/>
                </a:lnTo>
                <a:lnTo>
                  <a:pt x="576" y="643"/>
                </a:lnTo>
                <a:lnTo>
                  <a:pt x="576" y="644"/>
                </a:lnTo>
                <a:lnTo>
                  <a:pt x="575" y="644"/>
                </a:lnTo>
                <a:lnTo>
                  <a:pt x="574" y="644"/>
                </a:lnTo>
                <a:lnTo>
                  <a:pt x="573" y="645"/>
                </a:lnTo>
                <a:lnTo>
                  <a:pt x="572" y="646"/>
                </a:lnTo>
                <a:lnTo>
                  <a:pt x="571" y="646"/>
                </a:lnTo>
                <a:lnTo>
                  <a:pt x="569" y="647"/>
                </a:lnTo>
                <a:lnTo>
                  <a:pt x="569" y="646"/>
                </a:lnTo>
                <a:lnTo>
                  <a:pt x="566" y="647"/>
                </a:lnTo>
                <a:lnTo>
                  <a:pt x="566" y="648"/>
                </a:lnTo>
                <a:lnTo>
                  <a:pt x="566" y="649"/>
                </a:lnTo>
                <a:lnTo>
                  <a:pt x="563" y="650"/>
                </a:lnTo>
                <a:lnTo>
                  <a:pt x="563" y="648"/>
                </a:lnTo>
                <a:lnTo>
                  <a:pt x="563" y="649"/>
                </a:lnTo>
                <a:lnTo>
                  <a:pt x="561" y="649"/>
                </a:lnTo>
                <a:lnTo>
                  <a:pt x="559" y="651"/>
                </a:lnTo>
                <a:lnTo>
                  <a:pt x="557" y="652"/>
                </a:lnTo>
                <a:lnTo>
                  <a:pt x="556" y="652"/>
                </a:lnTo>
                <a:lnTo>
                  <a:pt x="557" y="653"/>
                </a:lnTo>
                <a:lnTo>
                  <a:pt x="558" y="653"/>
                </a:lnTo>
                <a:lnTo>
                  <a:pt x="559" y="653"/>
                </a:lnTo>
                <a:lnTo>
                  <a:pt x="561" y="653"/>
                </a:lnTo>
                <a:lnTo>
                  <a:pt x="561" y="652"/>
                </a:lnTo>
                <a:lnTo>
                  <a:pt x="562" y="652"/>
                </a:lnTo>
                <a:lnTo>
                  <a:pt x="562" y="653"/>
                </a:lnTo>
                <a:lnTo>
                  <a:pt x="564" y="654"/>
                </a:lnTo>
                <a:lnTo>
                  <a:pt x="565" y="655"/>
                </a:lnTo>
                <a:lnTo>
                  <a:pt x="570" y="658"/>
                </a:lnTo>
                <a:lnTo>
                  <a:pt x="572" y="659"/>
                </a:lnTo>
                <a:lnTo>
                  <a:pt x="573" y="659"/>
                </a:lnTo>
                <a:lnTo>
                  <a:pt x="572" y="659"/>
                </a:lnTo>
                <a:lnTo>
                  <a:pt x="573" y="659"/>
                </a:lnTo>
                <a:lnTo>
                  <a:pt x="573" y="660"/>
                </a:lnTo>
                <a:lnTo>
                  <a:pt x="574" y="660"/>
                </a:lnTo>
                <a:lnTo>
                  <a:pt x="575" y="660"/>
                </a:lnTo>
                <a:lnTo>
                  <a:pt x="577" y="661"/>
                </a:lnTo>
                <a:lnTo>
                  <a:pt x="578" y="662"/>
                </a:lnTo>
                <a:lnTo>
                  <a:pt x="579" y="662"/>
                </a:lnTo>
                <a:lnTo>
                  <a:pt x="579" y="663"/>
                </a:lnTo>
                <a:lnTo>
                  <a:pt x="580" y="663"/>
                </a:lnTo>
                <a:lnTo>
                  <a:pt x="581" y="663"/>
                </a:lnTo>
                <a:lnTo>
                  <a:pt x="582" y="662"/>
                </a:lnTo>
                <a:lnTo>
                  <a:pt x="583" y="661"/>
                </a:lnTo>
                <a:lnTo>
                  <a:pt x="583" y="660"/>
                </a:lnTo>
                <a:lnTo>
                  <a:pt x="581" y="659"/>
                </a:lnTo>
                <a:lnTo>
                  <a:pt x="581" y="658"/>
                </a:lnTo>
                <a:lnTo>
                  <a:pt x="582" y="658"/>
                </a:lnTo>
                <a:lnTo>
                  <a:pt x="583" y="658"/>
                </a:lnTo>
                <a:lnTo>
                  <a:pt x="582" y="657"/>
                </a:lnTo>
                <a:lnTo>
                  <a:pt x="583" y="655"/>
                </a:lnTo>
                <a:lnTo>
                  <a:pt x="585" y="654"/>
                </a:lnTo>
                <a:lnTo>
                  <a:pt x="587" y="655"/>
                </a:lnTo>
                <a:lnTo>
                  <a:pt x="587" y="656"/>
                </a:lnTo>
                <a:lnTo>
                  <a:pt x="586" y="658"/>
                </a:lnTo>
                <a:lnTo>
                  <a:pt x="585" y="658"/>
                </a:lnTo>
                <a:lnTo>
                  <a:pt x="585" y="659"/>
                </a:lnTo>
                <a:lnTo>
                  <a:pt x="584" y="660"/>
                </a:lnTo>
                <a:lnTo>
                  <a:pt x="584" y="665"/>
                </a:lnTo>
                <a:lnTo>
                  <a:pt x="584" y="666"/>
                </a:lnTo>
                <a:lnTo>
                  <a:pt x="583" y="665"/>
                </a:lnTo>
                <a:lnTo>
                  <a:pt x="582" y="666"/>
                </a:lnTo>
                <a:lnTo>
                  <a:pt x="582" y="667"/>
                </a:lnTo>
                <a:lnTo>
                  <a:pt x="582" y="668"/>
                </a:lnTo>
                <a:lnTo>
                  <a:pt x="582" y="669"/>
                </a:lnTo>
                <a:lnTo>
                  <a:pt x="583" y="671"/>
                </a:lnTo>
                <a:lnTo>
                  <a:pt x="583" y="672"/>
                </a:lnTo>
                <a:lnTo>
                  <a:pt x="584" y="673"/>
                </a:lnTo>
                <a:lnTo>
                  <a:pt x="585" y="674"/>
                </a:lnTo>
                <a:lnTo>
                  <a:pt x="586" y="674"/>
                </a:lnTo>
                <a:lnTo>
                  <a:pt x="585" y="673"/>
                </a:lnTo>
                <a:lnTo>
                  <a:pt x="586" y="672"/>
                </a:lnTo>
                <a:lnTo>
                  <a:pt x="587" y="672"/>
                </a:lnTo>
                <a:lnTo>
                  <a:pt x="586" y="673"/>
                </a:lnTo>
                <a:lnTo>
                  <a:pt x="586" y="674"/>
                </a:lnTo>
                <a:lnTo>
                  <a:pt x="587" y="675"/>
                </a:lnTo>
                <a:lnTo>
                  <a:pt x="588" y="675"/>
                </a:lnTo>
                <a:lnTo>
                  <a:pt x="590" y="673"/>
                </a:lnTo>
                <a:lnTo>
                  <a:pt x="591" y="673"/>
                </a:lnTo>
                <a:lnTo>
                  <a:pt x="591" y="674"/>
                </a:lnTo>
                <a:lnTo>
                  <a:pt x="590" y="674"/>
                </a:lnTo>
                <a:lnTo>
                  <a:pt x="590" y="675"/>
                </a:lnTo>
                <a:lnTo>
                  <a:pt x="589" y="675"/>
                </a:lnTo>
                <a:lnTo>
                  <a:pt x="588" y="676"/>
                </a:lnTo>
                <a:lnTo>
                  <a:pt x="588" y="677"/>
                </a:lnTo>
                <a:lnTo>
                  <a:pt x="585" y="678"/>
                </a:lnTo>
                <a:lnTo>
                  <a:pt x="584" y="677"/>
                </a:lnTo>
                <a:lnTo>
                  <a:pt x="583" y="677"/>
                </a:lnTo>
                <a:lnTo>
                  <a:pt x="583" y="675"/>
                </a:lnTo>
                <a:lnTo>
                  <a:pt x="582" y="674"/>
                </a:lnTo>
                <a:lnTo>
                  <a:pt x="580" y="674"/>
                </a:lnTo>
                <a:lnTo>
                  <a:pt x="579" y="674"/>
                </a:lnTo>
                <a:lnTo>
                  <a:pt x="578" y="675"/>
                </a:lnTo>
                <a:lnTo>
                  <a:pt x="577" y="675"/>
                </a:lnTo>
                <a:lnTo>
                  <a:pt x="576" y="676"/>
                </a:lnTo>
                <a:lnTo>
                  <a:pt x="575" y="676"/>
                </a:lnTo>
                <a:lnTo>
                  <a:pt x="574" y="676"/>
                </a:lnTo>
                <a:lnTo>
                  <a:pt x="573" y="675"/>
                </a:lnTo>
                <a:lnTo>
                  <a:pt x="571" y="676"/>
                </a:lnTo>
                <a:lnTo>
                  <a:pt x="569" y="680"/>
                </a:lnTo>
                <a:lnTo>
                  <a:pt x="568" y="681"/>
                </a:lnTo>
                <a:lnTo>
                  <a:pt x="569" y="681"/>
                </a:lnTo>
                <a:lnTo>
                  <a:pt x="571" y="682"/>
                </a:lnTo>
                <a:lnTo>
                  <a:pt x="571" y="683"/>
                </a:lnTo>
                <a:lnTo>
                  <a:pt x="570" y="683"/>
                </a:lnTo>
                <a:lnTo>
                  <a:pt x="571" y="685"/>
                </a:lnTo>
                <a:lnTo>
                  <a:pt x="571" y="686"/>
                </a:lnTo>
                <a:lnTo>
                  <a:pt x="572" y="686"/>
                </a:lnTo>
                <a:lnTo>
                  <a:pt x="573" y="687"/>
                </a:lnTo>
                <a:lnTo>
                  <a:pt x="574" y="688"/>
                </a:lnTo>
                <a:lnTo>
                  <a:pt x="575" y="688"/>
                </a:lnTo>
                <a:lnTo>
                  <a:pt x="577" y="689"/>
                </a:lnTo>
                <a:lnTo>
                  <a:pt x="581" y="688"/>
                </a:lnTo>
                <a:lnTo>
                  <a:pt x="583" y="687"/>
                </a:lnTo>
                <a:lnTo>
                  <a:pt x="584" y="687"/>
                </a:lnTo>
                <a:lnTo>
                  <a:pt x="584" y="688"/>
                </a:lnTo>
                <a:lnTo>
                  <a:pt x="586" y="689"/>
                </a:lnTo>
                <a:lnTo>
                  <a:pt x="586" y="690"/>
                </a:lnTo>
                <a:lnTo>
                  <a:pt x="585" y="691"/>
                </a:lnTo>
                <a:lnTo>
                  <a:pt x="584" y="691"/>
                </a:lnTo>
                <a:lnTo>
                  <a:pt x="583" y="691"/>
                </a:lnTo>
                <a:lnTo>
                  <a:pt x="582" y="691"/>
                </a:lnTo>
                <a:lnTo>
                  <a:pt x="580" y="692"/>
                </a:lnTo>
                <a:lnTo>
                  <a:pt x="578" y="692"/>
                </a:lnTo>
                <a:lnTo>
                  <a:pt x="577" y="693"/>
                </a:lnTo>
                <a:lnTo>
                  <a:pt x="576" y="693"/>
                </a:lnTo>
                <a:lnTo>
                  <a:pt x="575" y="694"/>
                </a:lnTo>
                <a:lnTo>
                  <a:pt x="572" y="693"/>
                </a:lnTo>
                <a:lnTo>
                  <a:pt x="570" y="693"/>
                </a:lnTo>
                <a:lnTo>
                  <a:pt x="570" y="692"/>
                </a:lnTo>
                <a:lnTo>
                  <a:pt x="569" y="691"/>
                </a:lnTo>
                <a:lnTo>
                  <a:pt x="568" y="690"/>
                </a:lnTo>
                <a:lnTo>
                  <a:pt x="565" y="691"/>
                </a:lnTo>
                <a:lnTo>
                  <a:pt x="563" y="691"/>
                </a:lnTo>
                <a:lnTo>
                  <a:pt x="561" y="692"/>
                </a:lnTo>
                <a:lnTo>
                  <a:pt x="561" y="693"/>
                </a:lnTo>
                <a:lnTo>
                  <a:pt x="561" y="694"/>
                </a:lnTo>
                <a:lnTo>
                  <a:pt x="560" y="695"/>
                </a:lnTo>
                <a:lnTo>
                  <a:pt x="558" y="694"/>
                </a:lnTo>
                <a:lnTo>
                  <a:pt x="557" y="696"/>
                </a:lnTo>
                <a:lnTo>
                  <a:pt x="556" y="697"/>
                </a:lnTo>
                <a:lnTo>
                  <a:pt x="555" y="696"/>
                </a:lnTo>
                <a:lnTo>
                  <a:pt x="554" y="696"/>
                </a:lnTo>
                <a:lnTo>
                  <a:pt x="553" y="697"/>
                </a:lnTo>
                <a:lnTo>
                  <a:pt x="551" y="698"/>
                </a:lnTo>
                <a:lnTo>
                  <a:pt x="550" y="699"/>
                </a:lnTo>
                <a:lnTo>
                  <a:pt x="550" y="700"/>
                </a:lnTo>
                <a:lnTo>
                  <a:pt x="548" y="701"/>
                </a:lnTo>
                <a:lnTo>
                  <a:pt x="547" y="701"/>
                </a:lnTo>
                <a:lnTo>
                  <a:pt x="544" y="701"/>
                </a:lnTo>
                <a:lnTo>
                  <a:pt x="543" y="701"/>
                </a:lnTo>
                <a:lnTo>
                  <a:pt x="543" y="702"/>
                </a:lnTo>
                <a:lnTo>
                  <a:pt x="542" y="703"/>
                </a:lnTo>
                <a:lnTo>
                  <a:pt x="541" y="703"/>
                </a:lnTo>
                <a:lnTo>
                  <a:pt x="540" y="703"/>
                </a:lnTo>
                <a:lnTo>
                  <a:pt x="537" y="704"/>
                </a:lnTo>
                <a:lnTo>
                  <a:pt x="536" y="704"/>
                </a:lnTo>
                <a:lnTo>
                  <a:pt x="535" y="704"/>
                </a:lnTo>
                <a:lnTo>
                  <a:pt x="534" y="704"/>
                </a:lnTo>
                <a:lnTo>
                  <a:pt x="533" y="703"/>
                </a:lnTo>
                <a:lnTo>
                  <a:pt x="534" y="702"/>
                </a:lnTo>
                <a:lnTo>
                  <a:pt x="534" y="700"/>
                </a:lnTo>
                <a:lnTo>
                  <a:pt x="533" y="699"/>
                </a:lnTo>
                <a:lnTo>
                  <a:pt x="533" y="698"/>
                </a:lnTo>
                <a:lnTo>
                  <a:pt x="533" y="697"/>
                </a:lnTo>
                <a:lnTo>
                  <a:pt x="531" y="695"/>
                </a:lnTo>
                <a:lnTo>
                  <a:pt x="530" y="695"/>
                </a:lnTo>
                <a:lnTo>
                  <a:pt x="529" y="694"/>
                </a:lnTo>
                <a:lnTo>
                  <a:pt x="529" y="693"/>
                </a:lnTo>
                <a:lnTo>
                  <a:pt x="530" y="691"/>
                </a:lnTo>
                <a:lnTo>
                  <a:pt x="531" y="691"/>
                </a:lnTo>
                <a:lnTo>
                  <a:pt x="531" y="690"/>
                </a:lnTo>
                <a:lnTo>
                  <a:pt x="531" y="689"/>
                </a:lnTo>
                <a:lnTo>
                  <a:pt x="532" y="689"/>
                </a:lnTo>
                <a:lnTo>
                  <a:pt x="532" y="688"/>
                </a:lnTo>
                <a:lnTo>
                  <a:pt x="532" y="687"/>
                </a:lnTo>
                <a:lnTo>
                  <a:pt x="531" y="686"/>
                </a:lnTo>
                <a:lnTo>
                  <a:pt x="531" y="685"/>
                </a:lnTo>
                <a:lnTo>
                  <a:pt x="530" y="684"/>
                </a:lnTo>
                <a:lnTo>
                  <a:pt x="530" y="683"/>
                </a:lnTo>
                <a:lnTo>
                  <a:pt x="529" y="683"/>
                </a:lnTo>
                <a:lnTo>
                  <a:pt x="528" y="683"/>
                </a:lnTo>
                <a:lnTo>
                  <a:pt x="527" y="683"/>
                </a:lnTo>
                <a:lnTo>
                  <a:pt x="526" y="683"/>
                </a:lnTo>
                <a:lnTo>
                  <a:pt x="526" y="684"/>
                </a:lnTo>
                <a:lnTo>
                  <a:pt x="527" y="684"/>
                </a:lnTo>
                <a:lnTo>
                  <a:pt x="527" y="685"/>
                </a:lnTo>
                <a:lnTo>
                  <a:pt x="527" y="686"/>
                </a:lnTo>
                <a:lnTo>
                  <a:pt x="527" y="687"/>
                </a:lnTo>
                <a:lnTo>
                  <a:pt x="527" y="688"/>
                </a:lnTo>
                <a:lnTo>
                  <a:pt x="528" y="688"/>
                </a:lnTo>
                <a:lnTo>
                  <a:pt x="528" y="689"/>
                </a:lnTo>
                <a:lnTo>
                  <a:pt x="528" y="690"/>
                </a:lnTo>
                <a:lnTo>
                  <a:pt x="527" y="690"/>
                </a:lnTo>
                <a:lnTo>
                  <a:pt x="526" y="691"/>
                </a:lnTo>
                <a:lnTo>
                  <a:pt x="525" y="692"/>
                </a:lnTo>
                <a:lnTo>
                  <a:pt x="524" y="693"/>
                </a:lnTo>
                <a:lnTo>
                  <a:pt x="524" y="694"/>
                </a:lnTo>
                <a:lnTo>
                  <a:pt x="525" y="695"/>
                </a:lnTo>
                <a:lnTo>
                  <a:pt x="527" y="695"/>
                </a:lnTo>
                <a:lnTo>
                  <a:pt x="528" y="695"/>
                </a:lnTo>
                <a:lnTo>
                  <a:pt x="530" y="697"/>
                </a:lnTo>
                <a:lnTo>
                  <a:pt x="530" y="699"/>
                </a:lnTo>
                <a:lnTo>
                  <a:pt x="531" y="701"/>
                </a:lnTo>
                <a:lnTo>
                  <a:pt x="531" y="702"/>
                </a:lnTo>
                <a:lnTo>
                  <a:pt x="530" y="703"/>
                </a:lnTo>
                <a:lnTo>
                  <a:pt x="528" y="704"/>
                </a:lnTo>
                <a:lnTo>
                  <a:pt x="525" y="705"/>
                </a:lnTo>
                <a:lnTo>
                  <a:pt x="524" y="705"/>
                </a:lnTo>
                <a:lnTo>
                  <a:pt x="523" y="705"/>
                </a:lnTo>
                <a:lnTo>
                  <a:pt x="524" y="707"/>
                </a:lnTo>
                <a:lnTo>
                  <a:pt x="524" y="708"/>
                </a:lnTo>
                <a:lnTo>
                  <a:pt x="523" y="710"/>
                </a:lnTo>
                <a:lnTo>
                  <a:pt x="525" y="713"/>
                </a:lnTo>
                <a:lnTo>
                  <a:pt x="526" y="715"/>
                </a:lnTo>
                <a:lnTo>
                  <a:pt x="527" y="714"/>
                </a:lnTo>
                <a:lnTo>
                  <a:pt x="528" y="715"/>
                </a:lnTo>
                <a:lnTo>
                  <a:pt x="528" y="716"/>
                </a:lnTo>
                <a:lnTo>
                  <a:pt x="527" y="716"/>
                </a:lnTo>
                <a:lnTo>
                  <a:pt x="527" y="717"/>
                </a:lnTo>
                <a:lnTo>
                  <a:pt x="527" y="718"/>
                </a:lnTo>
                <a:lnTo>
                  <a:pt x="528" y="718"/>
                </a:lnTo>
                <a:lnTo>
                  <a:pt x="533" y="715"/>
                </a:lnTo>
                <a:lnTo>
                  <a:pt x="534" y="715"/>
                </a:lnTo>
                <a:lnTo>
                  <a:pt x="535" y="715"/>
                </a:lnTo>
                <a:lnTo>
                  <a:pt x="536" y="715"/>
                </a:lnTo>
                <a:lnTo>
                  <a:pt x="537" y="715"/>
                </a:lnTo>
                <a:lnTo>
                  <a:pt x="538" y="714"/>
                </a:lnTo>
                <a:lnTo>
                  <a:pt x="537" y="712"/>
                </a:lnTo>
                <a:lnTo>
                  <a:pt x="538" y="710"/>
                </a:lnTo>
                <a:lnTo>
                  <a:pt x="540" y="710"/>
                </a:lnTo>
                <a:lnTo>
                  <a:pt x="541" y="712"/>
                </a:lnTo>
                <a:lnTo>
                  <a:pt x="540" y="713"/>
                </a:lnTo>
                <a:lnTo>
                  <a:pt x="539" y="713"/>
                </a:lnTo>
                <a:lnTo>
                  <a:pt x="539" y="714"/>
                </a:lnTo>
                <a:lnTo>
                  <a:pt x="539" y="715"/>
                </a:lnTo>
                <a:lnTo>
                  <a:pt x="540" y="716"/>
                </a:lnTo>
                <a:lnTo>
                  <a:pt x="541" y="718"/>
                </a:lnTo>
                <a:lnTo>
                  <a:pt x="542" y="719"/>
                </a:lnTo>
                <a:lnTo>
                  <a:pt x="543" y="719"/>
                </a:lnTo>
                <a:lnTo>
                  <a:pt x="544" y="719"/>
                </a:lnTo>
                <a:lnTo>
                  <a:pt x="545" y="719"/>
                </a:lnTo>
                <a:lnTo>
                  <a:pt x="545" y="718"/>
                </a:lnTo>
                <a:lnTo>
                  <a:pt x="546" y="717"/>
                </a:lnTo>
                <a:lnTo>
                  <a:pt x="547" y="718"/>
                </a:lnTo>
                <a:lnTo>
                  <a:pt x="548" y="718"/>
                </a:lnTo>
                <a:lnTo>
                  <a:pt x="549" y="718"/>
                </a:lnTo>
                <a:lnTo>
                  <a:pt x="549" y="717"/>
                </a:lnTo>
                <a:lnTo>
                  <a:pt x="551" y="717"/>
                </a:lnTo>
                <a:lnTo>
                  <a:pt x="551" y="718"/>
                </a:lnTo>
                <a:lnTo>
                  <a:pt x="551" y="719"/>
                </a:lnTo>
                <a:lnTo>
                  <a:pt x="550" y="719"/>
                </a:lnTo>
                <a:lnTo>
                  <a:pt x="551" y="720"/>
                </a:lnTo>
                <a:lnTo>
                  <a:pt x="551" y="722"/>
                </a:lnTo>
                <a:lnTo>
                  <a:pt x="551" y="723"/>
                </a:lnTo>
                <a:lnTo>
                  <a:pt x="550" y="723"/>
                </a:lnTo>
                <a:lnTo>
                  <a:pt x="549" y="724"/>
                </a:lnTo>
                <a:lnTo>
                  <a:pt x="548" y="725"/>
                </a:lnTo>
                <a:lnTo>
                  <a:pt x="548" y="726"/>
                </a:lnTo>
                <a:lnTo>
                  <a:pt x="548" y="727"/>
                </a:lnTo>
                <a:lnTo>
                  <a:pt x="548" y="728"/>
                </a:lnTo>
                <a:lnTo>
                  <a:pt x="547" y="729"/>
                </a:lnTo>
                <a:lnTo>
                  <a:pt x="546" y="728"/>
                </a:lnTo>
                <a:lnTo>
                  <a:pt x="546" y="727"/>
                </a:lnTo>
                <a:lnTo>
                  <a:pt x="545" y="728"/>
                </a:lnTo>
                <a:lnTo>
                  <a:pt x="544" y="729"/>
                </a:lnTo>
                <a:lnTo>
                  <a:pt x="544" y="730"/>
                </a:lnTo>
                <a:lnTo>
                  <a:pt x="544" y="732"/>
                </a:lnTo>
                <a:lnTo>
                  <a:pt x="544" y="733"/>
                </a:lnTo>
                <a:lnTo>
                  <a:pt x="545" y="734"/>
                </a:lnTo>
                <a:lnTo>
                  <a:pt x="544" y="734"/>
                </a:lnTo>
                <a:lnTo>
                  <a:pt x="543" y="735"/>
                </a:lnTo>
                <a:lnTo>
                  <a:pt x="542" y="735"/>
                </a:lnTo>
                <a:lnTo>
                  <a:pt x="541" y="737"/>
                </a:lnTo>
                <a:lnTo>
                  <a:pt x="542" y="738"/>
                </a:lnTo>
                <a:lnTo>
                  <a:pt x="539" y="741"/>
                </a:lnTo>
                <a:lnTo>
                  <a:pt x="536" y="742"/>
                </a:lnTo>
                <a:lnTo>
                  <a:pt x="535" y="740"/>
                </a:lnTo>
                <a:lnTo>
                  <a:pt x="535" y="739"/>
                </a:lnTo>
                <a:lnTo>
                  <a:pt x="534" y="738"/>
                </a:lnTo>
                <a:lnTo>
                  <a:pt x="533" y="738"/>
                </a:lnTo>
                <a:lnTo>
                  <a:pt x="531" y="738"/>
                </a:lnTo>
                <a:lnTo>
                  <a:pt x="530" y="739"/>
                </a:lnTo>
                <a:lnTo>
                  <a:pt x="530" y="740"/>
                </a:lnTo>
                <a:lnTo>
                  <a:pt x="529" y="745"/>
                </a:lnTo>
                <a:lnTo>
                  <a:pt x="530" y="746"/>
                </a:lnTo>
                <a:lnTo>
                  <a:pt x="530" y="747"/>
                </a:lnTo>
                <a:lnTo>
                  <a:pt x="530" y="749"/>
                </a:lnTo>
                <a:lnTo>
                  <a:pt x="532" y="750"/>
                </a:lnTo>
                <a:lnTo>
                  <a:pt x="533" y="752"/>
                </a:lnTo>
                <a:lnTo>
                  <a:pt x="534" y="752"/>
                </a:lnTo>
                <a:lnTo>
                  <a:pt x="535" y="751"/>
                </a:lnTo>
                <a:lnTo>
                  <a:pt x="535" y="750"/>
                </a:lnTo>
                <a:lnTo>
                  <a:pt x="536" y="749"/>
                </a:lnTo>
                <a:lnTo>
                  <a:pt x="537" y="749"/>
                </a:lnTo>
                <a:lnTo>
                  <a:pt x="537" y="750"/>
                </a:lnTo>
                <a:lnTo>
                  <a:pt x="537" y="751"/>
                </a:lnTo>
                <a:lnTo>
                  <a:pt x="538" y="753"/>
                </a:lnTo>
                <a:lnTo>
                  <a:pt x="538" y="754"/>
                </a:lnTo>
                <a:lnTo>
                  <a:pt x="537" y="754"/>
                </a:lnTo>
                <a:lnTo>
                  <a:pt x="537" y="755"/>
                </a:lnTo>
                <a:lnTo>
                  <a:pt x="536" y="755"/>
                </a:lnTo>
                <a:lnTo>
                  <a:pt x="536" y="756"/>
                </a:lnTo>
                <a:lnTo>
                  <a:pt x="536" y="758"/>
                </a:lnTo>
                <a:lnTo>
                  <a:pt x="536" y="760"/>
                </a:lnTo>
                <a:lnTo>
                  <a:pt x="535" y="760"/>
                </a:lnTo>
                <a:lnTo>
                  <a:pt x="534" y="760"/>
                </a:lnTo>
                <a:lnTo>
                  <a:pt x="533" y="763"/>
                </a:lnTo>
                <a:lnTo>
                  <a:pt x="533" y="764"/>
                </a:lnTo>
                <a:lnTo>
                  <a:pt x="534" y="764"/>
                </a:lnTo>
                <a:lnTo>
                  <a:pt x="533" y="765"/>
                </a:lnTo>
                <a:lnTo>
                  <a:pt x="533" y="764"/>
                </a:lnTo>
                <a:lnTo>
                  <a:pt x="532" y="764"/>
                </a:lnTo>
                <a:lnTo>
                  <a:pt x="531" y="765"/>
                </a:lnTo>
                <a:lnTo>
                  <a:pt x="530" y="766"/>
                </a:lnTo>
                <a:lnTo>
                  <a:pt x="530" y="767"/>
                </a:lnTo>
                <a:lnTo>
                  <a:pt x="529" y="767"/>
                </a:lnTo>
                <a:lnTo>
                  <a:pt x="528" y="768"/>
                </a:lnTo>
                <a:lnTo>
                  <a:pt x="528" y="769"/>
                </a:lnTo>
                <a:lnTo>
                  <a:pt x="527" y="769"/>
                </a:lnTo>
                <a:lnTo>
                  <a:pt x="526" y="770"/>
                </a:lnTo>
                <a:lnTo>
                  <a:pt x="526" y="771"/>
                </a:lnTo>
                <a:lnTo>
                  <a:pt x="526" y="772"/>
                </a:lnTo>
                <a:lnTo>
                  <a:pt x="525" y="772"/>
                </a:lnTo>
                <a:lnTo>
                  <a:pt x="524" y="772"/>
                </a:lnTo>
                <a:lnTo>
                  <a:pt x="523" y="772"/>
                </a:lnTo>
                <a:lnTo>
                  <a:pt x="522" y="772"/>
                </a:lnTo>
                <a:lnTo>
                  <a:pt x="521" y="773"/>
                </a:lnTo>
                <a:lnTo>
                  <a:pt x="520" y="774"/>
                </a:lnTo>
                <a:lnTo>
                  <a:pt x="521" y="775"/>
                </a:lnTo>
                <a:lnTo>
                  <a:pt x="520" y="776"/>
                </a:lnTo>
                <a:lnTo>
                  <a:pt x="519" y="773"/>
                </a:lnTo>
                <a:lnTo>
                  <a:pt x="519" y="772"/>
                </a:lnTo>
                <a:lnTo>
                  <a:pt x="520" y="770"/>
                </a:lnTo>
                <a:lnTo>
                  <a:pt x="519" y="769"/>
                </a:lnTo>
                <a:lnTo>
                  <a:pt x="520" y="768"/>
                </a:lnTo>
                <a:lnTo>
                  <a:pt x="520" y="767"/>
                </a:lnTo>
                <a:lnTo>
                  <a:pt x="518" y="763"/>
                </a:lnTo>
                <a:lnTo>
                  <a:pt x="518" y="761"/>
                </a:lnTo>
                <a:lnTo>
                  <a:pt x="513" y="760"/>
                </a:lnTo>
                <a:lnTo>
                  <a:pt x="511" y="758"/>
                </a:lnTo>
                <a:lnTo>
                  <a:pt x="510" y="757"/>
                </a:lnTo>
                <a:lnTo>
                  <a:pt x="507" y="756"/>
                </a:lnTo>
                <a:lnTo>
                  <a:pt x="506" y="757"/>
                </a:lnTo>
                <a:lnTo>
                  <a:pt x="505" y="756"/>
                </a:lnTo>
                <a:lnTo>
                  <a:pt x="504" y="755"/>
                </a:lnTo>
                <a:lnTo>
                  <a:pt x="503" y="755"/>
                </a:lnTo>
                <a:lnTo>
                  <a:pt x="502" y="754"/>
                </a:lnTo>
                <a:lnTo>
                  <a:pt x="501" y="754"/>
                </a:lnTo>
                <a:lnTo>
                  <a:pt x="499" y="754"/>
                </a:lnTo>
                <a:lnTo>
                  <a:pt x="497" y="754"/>
                </a:lnTo>
                <a:lnTo>
                  <a:pt x="494" y="756"/>
                </a:lnTo>
                <a:lnTo>
                  <a:pt x="493" y="756"/>
                </a:lnTo>
                <a:lnTo>
                  <a:pt x="493" y="755"/>
                </a:lnTo>
                <a:lnTo>
                  <a:pt x="492" y="755"/>
                </a:lnTo>
                <a:lnTo>
                  <a:pt x="493" y="755"/>
                </a:lnTo>
                <a:lnTo>
                  <a:pt x="494" y="755"/>
                </a:lnTo>
                <a:lnTo>
                  <a:pt x="493" y="753"/>
                </a:lnTo>
                <a:lnTo>
                  <a:pt x="493" y="752"/>
                </a:lnTo>
                <a:lnTo>
                  <a:pt x="492" y="751"/>
                </a:lnTo>
                <a:lnTo>
                  <a:pt x="493" y="748"/>
                </a:lnTo>
                <a:lnTo>
                  <a:pt x="493" y="747"/>
                </a:lnTo>
                <a:lnTo>
                  <a:pt x="492" y="747"/>
                </a:lnTo>
                <a:lnTo>
                  <a:pt x="493" y="747"/>
                </a:lnTo>
                <a:lnTo>
                  <a:pt x="493" y="746"/>
                </a:lnTo>
                <a:lnTo>
                  <a:pt x="493" y="745"/>
                </a:lnTo>
                <a:lnTo>
                  <a:pt x="492" y="745"/>
                </a:lnTo>
                <a:lnTo>
                  <a:pt x="492" y="744"/>
                </a:lnTo>
                <a:lnTo>
                  <a:pt x="491" y="744"/>
                </a:lnTo>
                <a:lnTo>
                  <a:pt x="491" y="743"/>
                </a:lnTo>
                <a:lnTo>
                  <a:pt x="491" y="742"/>
                </a:lnTo>
                <a:lnTo>
                  <a:pt x="490" y="741"/>
                </a:lnTo>
                <a:lnTo>
                  <a:pt x="490" y="742"/>
                </a:lnTo>
                <a:lnTo>
                  <a:pt x="490" y="743"/>
                </a:lnTo>
                <a:lnTo>
                  <a:pt x="490" y="744"/>
                </a:lnTo>
                <a:lnTo>
                  <a:pt x="490" y="746"/>
                </a:lnTo>
                <a:lnTo>
                  <a:pt x="491" y="746"/>
                </a:lnTo>
                <a:lnTo>
                  <a:pt x="491" y="747"/>
                </a:lnTo>
                <a:lnTo>
                  <a:pt x="490" y="747"/>
                </a:lnTo>
                <a:lnTo>
                  <a:pt x="490" y="748"/>
                </a:lnTo>
                <a:lnTo>
                  <a:pt x="490" y="749"/>
                </a:lnTo>
                <a:lnTo>
                  <a:pt x="490" y="750"/>
                </a:lnTo>
                <a:lnTo>
                  <a:pt x="489" y="752"/>
                </a:lnTo>
                <a:lnTo>
                  <a:pt x="490" y="752"/>
                </a:lnTo>
                <a:lnTo>
                  <a:pt x="490" y="754"/>
                </a:lnTo>
                <a:lnTo>
                  <a:pt x="491" y="756"/>
                </a:lnTo>
                <a:lnTo>
                  <a:pt x="491" y="758"/>
                </a:lnTo>
                <a:lnTo>
                  <a:pt x="489" y="760"/>
                </a:lnTo>
                <a:lnTo>
                  <a:pt x="489" y="761"/>
                </a:lnTo>
                <a:lnTo>
                  <a:pt x="488" y="761"/>
                </a:lnTo>
                <a:lnTo>
                  <a:pt x="486" y="762"/>
                </a:lnTo>
                <a:lnTo>
                  <a:pt x="485" y="762"/>
                </a:lnTo>
                <a:lnTo>
                  <a:pt x="483" y="763"/>
                </a:lnTo>
                <a:lnTo>
                  <a:pt x="484" y="764"/>
                </a:lnTo>
                <a:lnTo>
                  <a:pt x="482" y="766"/>
                </a:lnTo>
                <a:lnTo>
                  <a:pt x="481" y="767"/>
                </a:lnTo>
                <a:lnTo>
                  <a:pt x="480" y="767"/>
                </a:lnTo>
                <a:lnTo>
                  <a:pt x="479" y="768"/>
                </a:lnTo>
                <a:lnTo>
                  <a:pt x="478" y="767"/>
                </a:lnTo>
                <a:lnTo>
                  <a:pt x="477" y="767"/>
                </a:lnTo>
                <a:lnTo>
                  <a:pt x="475" y="768"/>
                </a:lnTo>
                <a:lnTo>
                  <a:pt x="474" y="768"/>
                </a:lnTo>
                <a:lnTo>
                  <a:pt x="472" y="768"/>
                </a:lnTo>
                <a:lnTo>
                  <a:pt x="471" y="768"/>
                </a:lnTo>
                <a:lnTo>
                  <a:pt x="469" y="769"/>
                </a:lnTo>
                <a:lnTo>
                  <a:pt x="468" y="768"/>
                </a:lnTo>
                <a:lnTo>
                  <a:pt x="467" y="768"/>
                </a:lnTo>
                <a:lnTo>
                  <a:pt x="466" y="768"/>
                </a:lnTo>
                <a:lnTo>
                  <a:pt x="466" y="769"/>
                </a:lnTo>
                <a:lnTo>
                  <a:pt x="467" y="770"/>
                </a:lnTo>
                <a:lnTo>
                  <a:pt x="466" y="770"/>
                </a:lnTo>
                <a:lnTo>
                  <a:pt x="466" y="771"/>
                </a:lnTo>
                <a:lnTo>
                  <a:pt x="463" y="774"/>
                </a:lnTo>
                <a:lnTo>
                  <a:pt x="462" y="774"/>
                </a:lnTo>
                <a:lnTo>
                  <a:pt x="460" y="775"/>
                </a:lnTo>
                <a:lnTo>
                  <a:pt x="460" y="777"/>
                </a:lnTo>
                <a:lnTo>
                  <a:pt x="459" y="779"/>
                </a:lnTo>
                <a:lnTo>
                  <a:pt x="458" y="779"/>
                </a:lnTo>
                <a:lnTo>
                  <a:pt x="456" y="779"/>
                </a:lnTo>
                <a:lnTo>
                  <a:pt x="454" y="778"/>
                </a:lnTo>
                <a:lnTo>
                  <a:pt x="452" y="777"/>
                </a:lnTo>
                <a:lnTo>
                  <a:pt x="450" y="775"/>
                </a:lnTo>
                <a:lnTo>
                  <a:pt x="448" y="774"/>
                </a:lnTo>
                <a:lnTo>
                  <a:pt x="448" y="772"/>
                </a:lnTo>
                <a:lnTo>
                  <a:pt x="447" y="769"/>
                </a:lnTo>
                <a:lnTo>
                  <a:pt x="447" y="768"/>
                </a:lnTo>
                <a:lnTo>
                  <a:pt x="447" y="767"/>
                </a:lnTo>
                <a:lnTo>
                  <a:pt x="447" y="766"/>
                </a:lnTo>
                <a:lnTo>
                  <a:pt x="447" y="763"/>
                </a:lnTo>
                <a:lnTo>
                  <a:pt x="446" y="763"/>
                </a:lnTo>
                <a:lnTo>
                  <a:pt x="445" y="763"/>
                </a:lnTo>
                <a:lnTo>
                  <a:pt x="444" y="763"/>
                </a:lnTo>
                <a:lnTo>
                  <a:pt x="444" y="762"/>
                </a:lnTo>
                <a:lnTo>
                  <a:pt x="444" y="761"/>
                </a:lnTo>
                <a:lnTo>
                  <a:pt x="446" y="760"/>
                </a:lnTo>
                <a:lnTo>
                  <a:pt x="447" y="759"/>
                </a:lnTo>
                <a:lnTo>
                  <a:pt x="448" y="758"/>
                </a:lnTo>
                <a:lnTo>
                  <a:pt x="448" y="757"/>
                </a:lnTo>
                <a:lnTo>
                  <a:pt x="447" y="757"/>
                </a:lnTo>
                <a:lnTo>
                  <a:pt x="445" y="756"/>
                </a:lnTo>
                <a:lnTo>
                  <a:pt x="444" y="755"/>
                </a:lnTo>
                <a:lnTo>
                  <a:pt x="443" y="756"/>
                </a:lnTo>
                <a:lnTo>
                  <a:pt x="444" y="756"/>
                </a:lnTo>
                <a:lnTo>
                  <a:pt x="444" y="757"/>
                </a:lnTo>
                <a:lnTo>
                  <a:pt x="444" y="758"/>
                </a:lnTo>
                <a:lnTo>
                  <a:pt x="443" y="759"/>
                </a:lnTo>
                <a:lnTo>
                  <a:pt x="442" y="761"/>
                </a:lnTo>
                <a:lnTo>
                  <a:pt x="441" y="761"/>
                </a:lnTo>
                <a:lnTo>
                  <a:pt x="441" y="760"/>
                </a:lnTo>
                <a:lnTo>
                  <a:pt x="439" y="760"/>
                </a:lnTo>
                <a:lnTo>
                  <a:pt x="438" y="760"/>
                </a:lnTo>
                <a:lnTo>
                  <a:pt x="439" y="760"/>
                </a:lnTo>
                <a:lnTo>
                  <a:pt x="438" y="762"/>
                </a:lnTo>
                <a:lnTo>
                  <a:pt x="438" y="764"/>
                </a:lnTo>
                <a:lnTo>
                  <a:pt x="438" y="765"/>
                </a:lnTo>
                <a:lnTo>
                  <a:pt x="437" y="766"/>
                </a:lnTo>
                <a:lnTo>
                  <a:pt x="436" y="768"/>
                </a:lnTo>
                <a:lnTo>
                  <a:pt x="435" y="769"/>
                </a:lnTo>
                <a:lnTo>
                  <a:pt x="435" y="770"/>
                </a:lnTo>
                <a:lnTo>
                  <a:pt x="433" y="772"/>
                </a:lnTo>
                <a:lnTo>
                  <a:pt x="433" y="773"/>
                </a:lnTo>
                <a:lnTo>
                  <a:pt x="432" y="775"/>
                </a:lnTo>
                <a:lnTo>
                  <a:pt x="432" y="776"/>
                </a:lnTo>
                <a:lnTo>
                  <a:pt x="431" y="776"/>
                </a:lnTo>
                <a:lnTo>
                  <a:pt x="431" y="777"/>
                </a:lnTo>
                <a:lnTo>
                  <a:pt x="429" y="777"/>
                </a:lnTo>
                <a:lnTo>
                  <a:pt x="428" y="777"/>
                </a:lnTo>
                <a:lnTo>
                  <a:pt x="425" y="777"/>
                </a:lnTo>
                <a:lnTo>
                  <a:pt x="424" y="778"/>
                </a:lnTo>
                <a:lnTo>
                  <a:pt x="423" y="780"/>
                </a:lnTo>
                <a:lnTo>
                  <a:pt x="422" y="780"/>
                </a:lnTo>
                <a:lnTo>
                  <a:pt x="419" y="781"/>
                </a:lnTo>
                <a:lnTo>
                  <a:pt x="419" y="783"/>
                </a:lnTo>
                <a:lnTo>
                  <a:pt x="419" y="784"/>
                </a:lnTo>
                <a:lnTo>
                  <a:pt x="420" y="785"/>
                </a:lnTo>
                <a:lnTo>
                  <a:pt x="421" y="785"/>
                </a:lnTo>
                <a:lnTo>
                  <a:pt x="421" y="784"/>
                </a:lnTo>
                <a:lnTo>
                  <a:pt x="422" y="784"/>
                </a:lnTo>
                <a:lnTo>
                  <a:pt x="423" y="784"/>
                </a:lnTo>
                <a:lnTo>
                  <a:pt x="427" y="789"/>
                </a:lnTo>
                <a:lnTo>
                  <a:pt x="427" y="790"/>
                </a:lnTo>
                <a:lnTo>
                  <a:pt x="425" y="792"/>
                </a:lnTo>
                <a:lnTo>
                  <a:pt x="423" y="794"/>
                </a:lnTo>
                <a:lnTo>
                  <a:pt x="422" y="796"/>
                </a:lnTo>
                <a:lnTo>
                  <a:pt x="422" y="797"/>
                </a:lnTo>
                <a:lnTo>
                  <a:pt x="422" y="798"/>
                </a:lnTo>
                <a:lnTo>
                  <a:pt x="422" y="799"/>
                </a:lnTo>
                <a:lnTo>
                  <a:pt x="423" y="800"/>
                </a:lnTo>
                <a:lnTo>
                  <a:pt x="424" y="802"/>
                </a:lnTo>
                <a:lnTo>
                  <a:pt x="424" y="803"/>
                </a:lnTo>
                <a:lnTo>
                  <a:pt x="421" y="804"/>
                </a:lnTo>
                <a:lnTo>
                  <a:pt x="420" y="803"/>
                </a:lnTo>
                <a:lnTo>
                  <a:pt x="411" y="802"/>
                </a:lnTo>
                <a:lnTo>
                  <a:pt x="408" y="802"/>
                </a:lnTo>
                <a:lnTo>
                  <a:pt x="407" y="802"/>
                </a:lnTo>
                <a:lnTo>
                  <a:pt x="407" y="800"/>
                </a:lnTo>
                <a:lnTo>
                  <a:pt x="406" y="800"/>
                </a:lnTo>
                <a:lnTo>
                  <a:pt x="401" y="799"/>
                </a:lnTo>
                <a:lnTo>
                  <a:pt x="399" y="799"/>
                </a:lnTo>
                <a:lnTo>
                  <a:pt x="398" y="799"/>
                </a:lnTo>
                <a:lnTo>
                  <a:pt x="397" y="800"/>
                </a:lnTo>
                <a:lnTo>
                  <a:pt x="398" y="801"/>
                </a:lnTo>
                <a:lnTo>
                  <a:pt x="400" y="802"/>
                </a:lnTo>
                <a:lnTo>
                  <a:pt x="400" y="803"/>
                </a:lnTo>
                <a:lnTo>
                  <a:pt x="399" y="805"/>
                </a:lnTo>
                <a:lnTo>
                  <a:pt x="399" y="807"/>
                </a:lnTo>
                <a:lnTo>
                  <a:pt x="398" y="808"/>
                </a:lnTo>
                <a:lnTo>
                  <a:pt x="397" y="808"/>
                </a:lnTo>
                <a:lnTo>
                  <a:pt x="395" y="808"/>
                </a:lnTo>
                <a:lnTo>
                  <a:pt x="395" y="809"/>
                </a:lnTo>
                <a:lnTo>
                  <a:pt x="394" y="809"/>
                </a:lnTo>
                <a:lnTo>
                  <a:pt x="394" y="810"/>
                </a:lnTo>
                <a:lnTo>
                  <a:pt x="395" y="810"/>
                </a:lnTo>
                <a:lnTo>
                  <a:pt x="397" y="810"/>
                </a:lnTo>
                <a:lnTo>
                  <a:pt x="400" y="812"/>
                </a:lnTo>
                <a:lnTo>
                  <a:pt x="400" y="813"/>
                </a:lnTo>
                <a:lnTo>
                  <a:pt x="399" y="813"/>
                </a:lnTo>
                <a:lnTo>
                  <a:pt x="398" y="813"/>
                </a:lnTo>
                <a:lnTo>
                  <a:pt x="396" y="813"/>
                </a:lnTo>
                <a:lnTo>
                  <a:pt x="397" y="814"/>
                </a:lnTo>
                <a:lnTo>
                  <a:pt x="398" y="814"/>
                </a:lnTo>
                <a:lnTo>
                  <a:pt x="399" y="815"/>
                </a:lnTo>
                <a:lnTo>
                  <a:pt x="400" y="816"/>
                </a:lnTo>
                <a:lnTo>
                  <a:pt x="403" y="816"/>
                </a:lnTo>
                <a:lnTo>
                  <a:pt x="405" y="815"/>
                </a:lnTo>
                <a:lnTo>
                  <a:pt x="407" y="815"/>
                </a:lnTo>
                <a:lnTo>
                  <a:pt x="408" y="815"/>
                </a:lnTo>
                <a:lnTo>
                  <a:pt x="409" y="814"/>
                </a:lnTo>
                <a:lnTo>
                  <a:pt x="410" y="814"/>
                </a:lnTo>
                <a:lnTo>
                  <a:pt x="414" y="813"/>
                </a:lnTo>
                <a:lnTo>
                  <a:pt x="415" y="812"/>
                </a:lnTo>
                <a:lnTo>
                  <a:pt x="416" y="811"/>
                </a:lnTo>
                <a:lnTo>
                  <a:pt x="418" y="810"/>
                </a:lnTo>
                <a:lnTo>
                  <a:pt x="420" y="809"/>
                </a:lnTo>
                <a:lnTo>
                  <a:pt x="424" y="809"/>
                </a:lnTo>
                <a:lnTo>
                  <a:pt x="426" y="809"/>
                </a:lnTo>
                <a:lnTo>
                  <a:pt x="428" y="809"/>
                </a:lnTo>
                <a:lnTo>
                  <a:pt x="429" y="809"/>
                </a:lnTo>
                <a:lnTo>
                  <a:pt x="430" y="810"/>
                </a:lnTo>
                <a:lnTo>
                  <a:pt x="430" y="811"/>
                </a:lnTo>
                <a:lnTo>
                  <a:pt x="430" y="812"/>
                </a:lnTo>
                <a:lnTo>
                  <a:pt x="430" y="813"/>
                </a:lnTo>
                <a:lnTo>
                  <a:pt x="429" y="813"/>
                </a:lnTo>
                <a:lnTo>
                  <a:pt x="428" y="814"/>
                </a:lnTo>
                <a:lnTo>
                  <a:pt x="427" y="814"/>
                </a:lnTo>
                <a:lnTo>
                  <a:pt x="427" y="815"/>
                </a:lnTo>
                <a:lnTo>
                  <a:pt x="428" y="817"/>
                </a:lnTo>
                <a:lnTo>
                  <a:pt x="428" y="818"/>
                </a:lnTo>
                <a:lnTo>
                  <a:pt x="429" y="818"/>
                </a:lnTo>
                <a:lnTo>
                  <a:pt x="428" y="819"/>
                </a:lnTo>
                <a:lnTo>
                  <a:pt x="428" y="820"/>
                </a:lnTo>
                <a:lnTo>
                  <a:pt x="427" y="820"/>
                </a:lnTo>
                <a:lnTo>
                  <a:pt x="426" y="821"/>
                </a:lnTo>
                <a:lnTo>
                  <a:pt x="426" y="822"/>
                </a:lnTo>
                <a:lnTo>
                  <a:pt x="426" y="823"/>
                </a:lnTo>
                <a:lnTo>
                  <a:pt x="427" y="822"/>
                </a:lnTo>
                <a:lnTo>
                  <a:pt x="428" y="821"/>
                </a:lnTo>
                <a:lnTo>
                  <a:pt x="428" y="820"/>
                </a:lnTo>
                <a:lnTo>
                  <a:pt x="429" y="820"/>
                </a:lnTo>
                <a:lnTo>
                  <a:pt x="433" y="819"/>
                </a:lnTo>
                <a:lnTo>
                  <a:pt x="434" y="819"/>
                </a:lnTo>
                <a:lnTo>
                  <a:pt x="435" y="818"/>
                </a:lnTo>
                <a:lnTo>
                  <a:pt x="436" y="818"/>
                </a:lnTo>
                <a:lnTo>
                  <a:pt x="437" y="819"/>
                </a:lnTo>
                <a:lnTo>
                  <a:pt x="438" y="820"/>
                </a:lnTo>
                <a:lnTo>
                  <a:pt x="439" y="821"/>
                </a:lnTo>
                <a:lnTo>
                  <a:pt x="438" y="821"/>
                </a:lnTo>
                <a:lnTo>
                  <a:pt x="440" y="823"/>
                </a:lnTo>
                <a:lnTo>
                  <a:pt x="440" y="824"/>
                </a:lnTo>
                <a:lnTo>
                  <a:pt x="440" y="825"/>
                </a:lnTo>
                <a:lnTo>
                  <a:pt x="441" y="827"/>
                </a:lnTo>
                <a:lnTo>
                  <a:pt x="443" y="827"/>
                </a:lnTo>
                <a:lnTo>
                  <a:pt x="444" y="828"/>
                </a:lnTo>
                <a:lnTo>
                  <a:pt x="443" y="830"/>
                </a:lnTo>
                <a:lnTo>
                  <a:pt x="443" y="831"/>
                </a:lnTo>
                <a:lnTo>
                  <a:pt x="444" y="832"/>
                </a:lnTo>
                <a:lnTo>
                  <a:pt x="444" y="833"/>
                </a:lnTo>
                <a:lnTo>
                  <a:pt x="446" y="834"/>
                </a:lnTo>
                <a:lnTo>
                  <a:pt x="447" y="835"/>
                </a:lnTo>
                <a:lnTo>
                  <a:pt x="446" y="837"/>
                </a:lnTo>
                <a:lnTo>
                  <a:pt x="445" y="836"/>
                </a:lnTo>
                <a:lnTo>
                  <a:pt x="444" y="836"/>
                </a:lnTo>
                <a:lnTo>
                  <a:pt x="443" y="836"/>
                </a:lnTo>
                <a:lnTo>
                  <a:pt x="441" y="837"/>
                </a:lnTo>
                <a:lnTo>
                  <a:pt x="440" y="838"/>
                </a:lnTo>
                <a:lnTo>
                  <a:pt x="439" y="839"/>
                </a:lnTo>
                <a:lnTo>
                  <a:pt x="439" y="840"/>
                </a:lnTo>
                <a:lnTo>
                  <a:pt x="438" y="840"/>
                </a:lnTo>
                <a:lnTo>
                  <a:pt x="437" y="839"/>
                </a:lnTo>
                <a:lnTo>
                  <a:pt x="436" y="840"/>
                </a:lnTo>
                <a:lnTo>
                  <a:pt x="435" y="840"/>
                </a:lnTo>
                <a:lnTo>
                  <a:pt x="434" y="841"/>
                </a:lnTo>
                <a:lnTo>
                  <a:pt x="433" y="841"/>
                </a:lnTo>
                <a:lnTo>
                  <a:pt x="433" y="843"/>
                </a:lnTo>
                <a:lnTo>
                  <a:pt x="432" y="844"/>
                </a:lnTo>
                <a:lnTo>
                  <a:pt x="431" y="844"/>
                </a:lnTo>
                <a:lnTo>
                  <a:pt x="430" y="845"/>
                </a:lnTo>
                <a:lnTo>
                  <a:pt x="430" y="847"/>
                </a:lnTo>
                <a:lnTo>
                  <a:pt x="429" y="849"/>
                </a:lnTo>
                <a:lnTo>
                  <a:pt x="429" y="848"/>
                </a:lnTo>
                <a:lnTo>
                  <a:pt x="428" y="848"/>
                </a:lnTo>
                <a:lnTo>
                  <a:pt x="427" y="849"/>
                </a:lnTo>
                <a:lnTo>
                  <a:pt x="427" y="850"/>
                </a:lnTo>
                <a:lnTo>
                  <a:pt x="426" y="851"/>
                </a:lnTo>
                <a:lnTo>
                  <a:pt x="425" y="851"/>
                </a:lnTo>
                <a:lnTo>
                  <a:pt x="424" y="851"/>
                </a:lnTo>
                <a:lnTo>
                  <a:pt x="424" y="852"/>
                </a:lnTo>
                <a:lnTo>
                  <a:pt x="423" y="853"/>
                </a:lnTo>
                <a:lnTo>
                  <a:pt x="422" y="854"/>
                </a:lnTo>
                <a:lnTo>
                  <a:pt x="423" y="855"/>
                </a:lnTo>
                <a:lnTo>
                  <a:pt x="421" y="856"/>
                </a:lnTo>
                <a:lnTo>
                  <a:pt x="420" y="857"/>
                </a:lnTo>
                <a:lnTo>
                  <a:pt x="420" y="858"/>
                </a:lnTo>
                <a:lnTo>
                  <a:pt x="420" y="859"/>
                </a:lnTo>
                <a:lnTo>
                  <a:pt x="420" y="861"/>
                </a:lnTo>
                <a:lnTo>
                  <a:pt x="418" y="863"/>
                </a:lnTo>
                <a:lnTo>
                  <a:pt x="417" y="862"/>
                </a:lnTo>
                <a:lnTo>
                  <a:pt x="417" y="861"/>
                </a:lnTo>
                <a:lnTo>
                  <a:pt x="418" y="861"/>
                </a:lnTo>
                <a:lnTo>
                  <a:pt x="418" y="860"/>
                </a:lnTo>
                <a:lnTo>
                  <a:pt x="417" y="858"/>
                </a:lnTo>
                <a:lnTo>
                  <a:pt x="418" y="857"/>
                </a:lnTo>
                <a:lnTo>
                  <a:pt x="418" y="855"/>
                </a:lnTo>
                <a:lnTo>
                  <a:pt x="417" y="856"/>
                </a:lnTo>
                <a:lnTo>
                  <a:pt x="417" y="857"/>
                </a:lnTo>
                <a:lnTo>
                  <a:pt x="416" y="857"/>
                </a:lnTo>
                <a:lnTo>
                  <a:pt x="416" y="856"/>
                </a:lnTo>
                <a:lnTo>
                  <a:pt x="416" y="855"/>
                </a:lnTo>
                <a:lnTo>
                  <a:pt x="415" y="855"/>
                </a:lnTo>
                <a:lnTo>
                  <a:pt x="414" y="854"/>
                </a:lnTo>
                <a:lnTo>
                  <a:pt x="415" y="853"/>
                </a:lnTo>
                <a:lnTo>
                  <a:pt x="414" y="853"/>
                </a:lnTo>
                <a:lnTo>
                  <a:pt x="413" y="853"/>
                </a:lnTo>
                <a:lnTo>
                  <a:pt x="413" y="856"/>
                </a:lnTo>
                <a:lnTo>
                  <a:pt x="414" y="857"/>
                </a:lnTo>
                <a:lnTo>
                  <a:pt x="416" y="858"/>
                </a:lnTo>
                <a:lnTo>
                  <a:pt x="416" y="859"/>
                </a:lnTo>
                <a:lnTo>
                  <a:pt x="416" y="860"/>
                </a:lnTo>
                <a:lnTo>
                  <a:pt x="414" y="859"/>
                </a:lnTo>
                <a:lnTo>
                  <a:pt x="413" y="858"/>
                </a:lnTo>
                <a:lnTo>
                  <a:pt x="413" y="857"/>
                </a:lnTo>
                <a:lnTo>
                  <a:pt x="412" y="857"/>
                </a:lnTo>
                <a:lnTo>
                  <a:pt x="412" y="858"/>
                </a:lnTo>
                <a:lnTo>
                  <a:pt x="413" y="858"/>
                </a:lnTo>
                <a:lnTo>
                  <a:pt x="413" y="859"/>
                </a:lnTo>
                <a:lnTo>
                  <a:pt x="412" y="859"/>
                </a:lnTo>
                <a:lnTo>
                  <a:pt x="411" y="858"/>
                </a:lnTo>
                <a:lnTo>
                  <a:pt x="411" y="859"/>
                </a:lnTo>
                <a:lnTo>
                  <a:pt x="413" y="861"/>
                </a:lnTo>
                <a:lnTo>
                  <a:pt x="415" y="861"/>
                </a:lnTo>
                <a:lnTo>
                  <a:pt x="415" y="862"/>
                </a:lnTo>
                <a:lnTo>
                  <a:pt x="414" y="862"/>
                </a:lnTo>
                <a:lnTo>
                  <a:pt x="414" y="863"/>
                </a:lnTo>
                <a:lnTo>
                  <a:pt x="414" y="864"/>
                </a:lnTo>
                <a:lnTo>
                  <a:pt x="413" y="865"/>
                </a:lnTo>
                <a:lnTo>
                  <a:pt x="412" y="867"/>
                </a:lnTo>
                <a:lnTo>
                  <a:pt x="412" y="868"/>
                </a:lnTo>
                <a:lnTo>
                  <a:pt x="411" y="871"/>
                </a:lnTo>
                <a:lnTo>
                  <a:pt x="410" y="870"/>
                </a:lnTo>
                <a:lnTo>
                  <a:pt x="409" y="871"/>
                </a:lnTo>
                <a:lnTo>
                  <a:pt x="408" y="872"/>
                </a:lnTo>
                <a:lnTo>
                  <a:pt x="407" y="875"/>
                </a:lnTo>
                <a:lnTo>
                  <a:pt x="407" y="877"/>
                </a:lnTo>
                <a:lnTo>
                  <a:pt x="406" y="878"/>
                </a:lnTo>
                <a:lnTo>
                  <a:pt x="407" y="881"/>
                </a:lnTo>
                <a:lnTo>
                  <a:pt x="407" y="885"/>
                </a:lnTo>
                <a:lnTo>
                  <a:pt x="408" y="886"/>
                </a:lnTo>
                <a:lnTo>
                  <a:pt x="408" y="887"/>
                </a:lnTo>
                <a:lnTo>
                  <a:pt x="409" y="888"/>
                </a:lnTo>
                <a:lnTo>
                  <a:pt x="408" y="889"/>
                </a:lnTo>
                <a:lnTo>
                  <a:pt x="408" y="890"/>
                </a:lnTo>
                <a:lnTo>
                  <a:pt x="407" y="890"/>
                </a:lnTo>
                <a:lnTo>
                  <a:pt x="406" y="890"/>
                </a:lnTo>
                <a:lnTo>
                  <a:pt x="405" y="890"/>
                </a:lnTo>
                <a:lnTo>
                  <a:pt x="404" y="890"/>
                </a:lnTo>
                <a:lnTo>
                  <a:pt x="404" y="889"/>
                </a:lnTo>
                <a:lnTo>
                  <a:pt x="401" y="890"/>
                </a:lnTo>
                <a:lnTo>
                  <a:pt x="399" y="890"/>
                </a:lnTo>
                <a:lnTo>
                  <a:pt x="398" y="891"/>
                </a:lnTo>
                <a:lnTo>
                  <a:pt x="397" y="893"/>
                </a:lnTo>
                <a:lnTo>
                  <a:pt x="396" y="894"/>
                </a:lnTo>
                <a:lnTo>
                  <a:pt x="395" y="896"/>
                </a:lnTo>
                <a:lnTo>
                  <a:pt x="395" y="897"/>
                </a:lnTo>
                <a:lnTo>
                  <a:pt x="395" y="898"/>
                </a:lnTo>
                <a:lnTo>
                  <a:pt x="395" y="897"/>
                </a:lnTo>
                <a:lnTo>
                  <a:pt x="394" y="897"/>
                </a:lnTo>
                <a:lnTo>
                  <a:pt x="395" y="897"/>
                </a:lnTo>
                <a:lnTo>
                  <a:pt x="394" y="897"/>
                </a:lnTo>
                <a:lnTo>
                  <a:pt x="393" y="897"/>
                </a:lnTo>
                <a:lnTo>
                  <a:pt x="392" y="898"/>
                </a:lnTo>
                <a:lnTo>
                  <a:pt x="392" y="899"/>
                </a:lnTo>
                <a:lnTo>
                  <a:pt x="391" y="900"/>
                </a:lnTo>
                <a:lnTo>
                  <a:pt x="391" y="901"/>
                </a:lnTo>
                <a:lnTo>
                  <a:pt x="391" y="902"/>
                </a:lnTo>
                <a:lnTo>
                  <a:pt x="391" y="904"/>
                </a:lnTo>
                <a:lnTo>
                  <a:pt x="391" y="905"/>
                </a:lnTo>
                <a:lnTo>
                  <a:pt x="392" y="905"/>
                </a:lnTo>
                <a:lnTo>
                  <a:pt x="392" y="906"/>
                </a:lnTo>
                <a:lnTo>
                  <a:pt x="391" y="906"/>
                </a:lnTo>
                <a:lnTo>
                  <a:pt x="389" y="906"/>
                </a:lnTo>
                <a:lnTo>
                  <a:pt x="389" y="905"/>
                </a:lnTo>
                <a:lnTo>
                  <a:pt x="388" y="906"/>
                </a:lnTo>
                <a:lnTo>
                  <a:pt x="387" y="907"/>
                </a:lnTo>
                <a:lnTo>
                  <a:pt x="387" y="909"/>
                </a:lnTo>
                <a:lnTo>
                  <a:pt x="387" y="912"/>
                </a:lnTo>
                <a:lnTo>
                  <a:pt x="386" y="913"/>
                </a:lnTo>
                <a:lnTo>
                  <a:pt x="387" y="914"/>
                </a:lnTo>
                <a:lnTo>
                  <a:pt x="387" y="915"/>
                </a:lnTo>
                <a:lnTo>
                  <a:pt x="386" y="915"/>
                </a:lnTo>
                <a:lnTo>
                  <a:pt x="386" y="916"/>
                </a:lnTo>
                <a:lnTo>
                  <a:pt x="385" y="916"/>
                </a:lnTo>
                <a:lnTo>
                  <a:pt x="384" y="917"/>
                </a:lnTo>
                <a:lnTo>
                  <a:pt x="384" y="918"/>
                </a:lnTo>
                <a:lnTo>
                  <a:pt x="383" y="918"/>
                </a:lnTo>
                <a:lnTo>
                  <a:pt x="382" y="918"/>
                </a:lnTo>
                <a:lnTo>
                  <a:pt x="381" y="918"/>
                </a:lnTo>
                <a:lnTo>
                  <a:pt x="381" y="917"/>
                </a:lnTo>
                <a:lnTo>
                  <a:pt x="381" y="916"/>
                </a:lnTo>
                <a:lnTo>
                  <a:pt x="380" y="913"/>
                </a:lnTo>
                <a:lnTo>
                  <a:pt x="379" y="912"/>
                </a:lnTo>
                <a:lnTo>
                  <a:pt x="380" y="912"/>
                </a:lnTo>
                <a:lnTo>
                  <a:pt x="381" y="911"/>
                </a:lnTo>
                <a:lnTo>
                  <a:pt x="384" y="908"/>
                </a:lnTo>
                <a:lnTo>
                  <a:pt x="383" y="908"/>
                </a:lnTo>
                <a:lnTo>
                  <a:pt x="384" y="907"/>
                </a:lnTo>
                <a:lnTo>
                  <a:pt x="384" y="906"/>
                </a:lnTo>
                <a:lnTo>
                  <a:pt x="385" y="905"/>
                </a:lnTo>
                <a:lnTo>
                  <a:pt x="385" y="904"/>
                </a:lnTo>
                <a:lnTo>
                  <a:pt x="385" y="903"/>
                </a:lnTo>
                <a:lnTo>
                  <a:pt x="385" y="902"/>
                </a:lnTo>
                <a:lnTo>
                  <a:pt x="386" y="901"/>
                </a:lnTo>
                <a:lnTo>
                  <a:pt x="387" y="901"/>
                </a:lnTo>
                <a:lnTo>
                  <a:pt x="387" y="900"/>
                </a:lnTo>
                <a:lnTo>
                  <a:pt x="388" y="901"/>
                </a:lnTo>
                <a:lnTo>
                  <a:pt x="388" y="900"/>
                </a:lnTo>
                <a:lnTo>
                  <a:pt x="388" y="899"/>
                </a:lnTo>
                <a:lnTo>
                  <a:pt x="389" y="898"/>
                </a:lnTo>
                <a:lnTo>
                  <a:pt x="388" y="898"/>
                </a:lnTo>
                <a:lnTo>
                  <a:pt x="388" y="897"/>
                </a:lnTo>
                <a:lnTo>
                  <a:pt x="388" y="898"/>
                </a:lnTo>
                <a:lnTo>
                  <a:pt x="388" y="899"/>
                </a:lnTo>
                <a:lnTo>
                  <a:pt x="387" y="900"/>
                </a:lnTo>
                <a:lnTo>
                  <a:pt x="386" y="900"/>
                </a:lnTo>
                <a:lnTo>
                  <a:pt x="386" y="899"/>
                </a:lnTo>
                <a:lnTo>
                  <a:pt x="387" y="899"/>
                </a:lnTo>
                <a:lnTo>
                  <a:pt x="387" y="898"/>
                </a:lnTo>
                <a:lnTo>
                  <a:pt x="386" y="898"/>
                </a:lnTo>
                <a:lnTo>
                  <a:pt x="386" y="899"/>
                </a:lnTo>
                <a:lnTo>
                  <a:pt x="385" y="899"/>
                </a:lnTo>
                <a:lnTo>
                  <a:pt x="385" y="900"/>
                </a:lnTo>
                <a:lnTo>
                  <a:pt x="385" y="899"/>
                </a:lnTo>
                <a:lnTo>
                  <a:pt x="385" y="898"/>
                </a:lnTo>
                <a:lnTo>
                  <a:pt x="385" y="897"/>
                </a:lnTo>
                <a:lnTo>
                  <a:pt x="384" y="897"/>
                </a:lnTo>
                <a:lnTo>
                  <a:pt x="382" y="895"/>
                </a:lnTo>
                <a:lnTo>
                  <a:pt x="382" y="894"/>
                </a:lnTo>
                <a:lnTo>
                  <a:pt x="383" y="892"/>
                </a:lnTo>
                <a:lnTo>
                  <a:pt x="384" y="891"/>
                </a:lnTo>
                <a:lnTo>
                  <a:pt x="383" y="892"/>
                </a:lnTo>
                <a:lnTo>
                  <a:pt x="382" y="893"/>
                </a:lnTo>
                <a:lnTo>
                  <a:pt x="381" y="894"/>
                </a:lnTo>
                <a:lnTo>
                  <a:pt x="382" y="896"/>
                </a:lnTo>
                <a:lnTo>
                  <a:pt x="380" y="897"/>
                </a:lnTo>
                <a:lnTo>
                  <a:pt x="379" y="896"/>
                </a:lnTo>
                <a:lnTo>
                  <a:pt x="377" y="895"/>
                </a:lnTo>
                <a:lnTo>
                  <a:pt x="375" y="894"/>
                </a:lnTo>
                <a:lnTo>
                  <a:pt x="374" y="894"/>
                </a:lnTo>
                <a:lnTo>
                  <a:pt x="373" y="893"/>
                </a:lnTo>
                <a:lnTo>
                  <a:pt x="373" y="892"/>
                </a:lnTo>
                <a:lnTo>
                  <a:pt x="373" y="891"/>
                </a:lnTo>
                <a:lnTo>
                  <a:pt x="372" y="891"/>
                </a:lnTo>
                <a:lnTo>
                  <a:pt x="371" y="891"/>
                </a:lnTo>
                <a:lnTo>
                  <a:pt x="370" y="892"/>
                </a:lnTo>
                <a:lnTo>
                  <a:pt x="371" y="892"/>
                </a:lnTo>
                <a:lnTo>
                  <a:pt x="372" y="891"/>
                </a:lnTo>
                <a:lnTo>
                  <a:pt x="372" y="892"/>
                </a:lnTo>
                <a:lnTo>
                  <a:pt x="373" y="893"/>
                </a:lnTo>
                <a:lnTo>
                  <a:pt x="373" y="894"/>
                </a:lnTo>
                <a:lnTo>
                  <a:pt x="374" y="895"/>
                </a:lnTo>
                <a:lnTo>
                  <a:pt x="373" y="897"/>
                </a:lnTo>
                <a:lnTo>
                  <a:pt x="371" y="900"/>
                </a:lnTo>
                <a:lnTo>
                  <a:pt x="371" y="901"/>
                </a:lnTo>
                <a:lnTo>
                  <a:pt x="371" y="902"/>
                </a:lnTo>
                <a:lnTo>
                  <a:pt x="371" y="903"/>
                </a:lnTo>
                <a:lnTo>
                  <a:pt x="371" y="904"/>
                </a:lnTo>
                <a:lnTo>
                  <a:pt x="371" y="905"/>
                </a:lnTo>
                <a:lnTo>
                  <a:pt x="372" y="905"/>
                </a:lnTo>
                <a:lnTo>
                  <a:pt x="372" y="906"/>
                </a:lnTo>
                <a:lnTo>
                  <a:pt x="373" y="907"/>
                </a:lnTo>
                <a:lnTo>
                  <a:pt x="374" y="908"/>
                </a:lnTo>
                <a:lnTo>
                  <a:pt x="374" y="909"/>
                </a:lnTo>
                <a:lnTo>
                  <a:pt x="375" y="910"/>
                </a:lnTo>
                <a:lnTo>
                  <a:pt x="374" y="910"/>
                </a:lnTo>
                <a:lnTo>
                  <a:pt x="372" y="911"/>
                </a:lnTo>
                <a:lnTo>
                  <a:pt x="372" y="912"/>
                </a:lnTo>
                <a:lnTo>
                  <a:pt x="371" y="912"/>
                </a:lnTo>
                <a:lnTo>
                  <a:pt x="370" y="913"/>
                </a:lnTo>
                <a:lnTo>
                  <a:pt x="369" y="914"/>
                </a:lnTo>
                <a:lnTo>
                  <a:pt x="368" y="915"/>
                </a:lnTo>
                <a:lnTo>
                  <a:pt x="367" y="917"/>
                </a:lnTo>
                <a:lnTo>
                  <a:pt x="366" y="917"/>
                </a:lnTo>
                <a:lnTo>
                  <a:pt x="365" y="918"/>
                </a:lnTo>
                <a:lnTo>
                  <a:pt x="365" y="919"/>
                </a:lnTo>
                <a:lnTo>
                  <a:pt x="364" y="921"/>
                </a:lnTo>
                <a:lnTo>
                  <a:pt x="363" y="923"/>
                </a:lnTo>
                <a:lnTo>
                  <a:pt x="363" y="924"/>
                </a:lnTo>
                <a:lnTo>
                  <a:pt x="362" y="925"/>
                </a:lnTo>
                <a:lnTo>
                  <a:pt x="362" y="927"/>
                </a:lnTo>
                <a:lnTo>
                  <a:pt x="362" y="929"/>
                </a:lnTo>
                <a:lnTo>
                  <a:pt x="362" y="931"/>
                </a:lnTo>
                <a:lnTo>
                  <a:pt x="362" y="934"/>
                </a:lnTo>
                <a:lnTo>
                  <a:pt x="362" y="935"/>
                </a:lnTo>
                <a:lnTo>
                  <a:pt x="362" y="937"/>
                </a:lnTo>
                <a:lnTo>
                  <a:pt x="363" y="938"/>
                </a:lnTo>
                <a:lnTo>
                  <a:pt x="363" y="939"/>
                </a:lnTo>
                <a:lnTo>
                  <a:pt x="363" y="940"/>
                </a:lnTo>
                <a:lnTo>
                  <a:pt x="364" y="941"/>
                </a:lnTo>
                <a:lnTo>
                  <a:pt x="364" y="942"/>
                </a:lnTo>
                <a:lnTo>
                  <a:pt x="365" y="943"/>
                </a:lnTo>
                <a:lnTo>
                  <a:pt x="366" y="943"/>
                </a:lnTo>
                <a:lnTo>
                  <a:pt x="366" y="944"/>
                </a:lnTo>
                <a:lnTo>
                  <a:pt x="365" y="945"/>
                </a:lnTo>
                <a:lnTo>
                  <a:pt x="364" y="947"/>
                </a:lnTo>
                <a:lnTo>
                  <a:pt x="364" y="948"/>
                </a:lnTo>
                <a:lnTo>
                  <a:pt x="364" y="949"/>
                </a:lnTo>
                <a:lnTo>
                  <a:pt x="364" y="950"/>
                </a:lnTo>
                <a:lnTo>
                  <a:pt x="363" y="950"/>
                </a:lnTo>
                <a:lnTo>
                  <a:pt x="363" y="949"/>
                </a:lnTo>
                <a:lnTo>
                  <a:pt x="362" y="950"/>
                </a:lnTo>
                <a:lnTo>
                  <a:pt x="362" y="951"/>
                </a:lnTo>
                <a:lnTo>
                  <a:pt x="362" y="952"/>
                </a:lnTo>
                <a:lnTo>
                  <a:pt x="361" y="954"/>
                </a:lnTo>
                <a:lnTo>
                  <a:pt x="360" y="954"/>
                </a:lnTo>
                <a:lnTo>
                  <a:pt x="359" y="955"/>
                </a:lnTo>
                <a:lnTo>
                  <a:pt x="359" y="956"/>
                </a:lnTo>
                <a:lnTo>
                  <a:pt x="359" y="958"/>
                </a:lnTo>
                <a:lnTo>
                  <a:pt x="359" y="959"/>
                </a:lnTo>
                <a:lnTo>
                  <a:pt x="359" y="960"/>
                </a:lnTo>
                <a:lnTo>
                  <a:pt x="358" y="960"/>
                </a:lnTo>
                <a:lnTo>
                  <a:pt x="357" y="960"/>
                </a:lnTo>
                <a:lnTo>
                  <a:pt x="357" y="959"/>
                </a:lnTo>
                <a:lnTo>
                  <a:pt x="357" y="958"/>
                </a:lnTo>
                <a:lnTo>
                  <a:pt x="357" y="957"/>
                </a:lnTo>
                <a:lnTo>
                  <a:pt x="357" y="956"/>
                </a:lnTo>
                <a:lnTo>
                  <a:pt x="357" y="955"/>
                </a:lnTo>
                <a:lnTo>
                  <a:pt x="358" y="955"/>
                </a:lnTo>
                <a:lnTo>
                  <a:pt x="359" y="955"/>
                </a:lnTo>
                <a:lnTo>
                  <a:pt x="359" y="954"/>
                </a:lnTo>
                <a:lnTo>
                  <a:pt x="359" y="952"/>
                </a:lnTo>
                <a:lnTo>
                  <a:pt x="357" y="950"/>
                </a:lnTo>
                <a:lnTo>
                  <a:pt x="357" y="949"/>
                </a:lnTo>
                <a:lnTo>
                  <a:pt x="358" y="948"/>
                </a:lnTo>
                <a:lnTo>
                  <a:pt x="358" y="947"/>
                </a:lnTo>
                <a:lnTo>
                  <a:pt x="357" y="947"/>
                </a:lnTo>
                <a:lnTo>
                  <a:pt x="358" y="946"/>
                </a:lnTo>
                <a:lnTo>
                  <a:pt x="359" y="945"/>
                </a:lnTo>
                <a:lnTo>
                  <a:pt x="359" y="944"/>
                </a:lnTo>
                <a:lnTo>
                  <a:pt x="360" y="944"/>
                </a:lnTo>
                <a:lnTo>
                  <a:pt x="360" y="943"/>
                </a:lnTo>
                <a:lnTo>
                  <a:pt x="361" y="943"/>
                </a:lnTo>
                <a:lnTo>
                  <a:pt x="361" y="942"/>
                </a:lnTo>
                <a:lnTo>
                  <a:pt x="361" y="940"/>
                </a:lnTo>
                <a:lnTo>
                  <a:pt x="361" y="938"/>
                </a:lnTo>
                <a:lnTo>
                  <a:pt x="360" y="936"/>
                </a:lnTo>
                <a:lnTo>
                  <a:pt x="359" y="936"/>
                </a:lnTo>
                <a:lnTo>
                  <a:pt x="359" y="935"/>
                </a:lnTo>
                <a:lnTo>
                  <a:pt x="359" y="934"/>
                </a:lnTo>
                <a:lnTo>
                  <a:pt x="358" y="933"/>
                </a:lnTo>
                <a:lnTo>
                  <a:pt x="357" y="932"/>
                </a:lnTo>
                <a:lnTo>
                  <a:pt x="357" y="931"/>
                </a:lnTo>
                <a:lnTo>
                  <a:pt x="357" y="930"/>
                </a:lnTo>
                <a:lnTo>
                  <a:pt x="358" y="930"/>
                </a:lnTo>
                <a:lnTo>
                  <a:pt x="357" y="930"/>
                </a:lnTo>
                <a:lnTo>
                  <a:pt x="356" y="929"/>
                </a:lnTo>
                <a:lnTo>
                  <a:pt x="356" y="928"/>
                </a:lnTo>
                <a:lnTo>
                  <a:pt x="355" y="928"/>
                </a:lnTo>
                <a:lnTo>
                  <a:pt x="355" y="927"/>
                </a:lnTo>
                <a:lnTo>
                  <a:pt x="354" y="927"/>
                </a:lnTo>
                <a:lnTo>
                  <a:pt x="353" y="927"/>
                </a:lnTo>
                <a:lnTo>
                  <a:pt x="352" y="927"/>
                </a:lnTo>
                <a:lnTo>
                  <a:pt x="350" y="927"/>
                </a:lnTo>
                <a:lnTo>
                  <a:pt x="350" y="926"/>
                </a:lnTo>
                <a:lnTo>
                  <a:pt x="351" y="925"/>
                </a:lnTo>
                <a:lnTo>
                  <a:pt x="351" y="924"/>
                </a:lnTo>
                <a:lnTo>
                  <a:pt x="350" y="924"/>
                </a:lnTo>
                <a:lnTo>
                  <a:pt x="350" y="923"/>
                </a:lnTo>
                <a:lnTo>
                  <a:pt x="350" y="924"/>
                </a:lnTo>
                <a:lnTo>
                  <a:pt x="350" y="925"/>
                </a:lnTo>
                <a:lnTo>
                  <a:pt x="349" y="925"/>
                </a:lnTo>
                <a:lnTo>
                  <a:pt x="348" y="925"/>
                </a:lnTo>
                <a:lnTo>
                  <a:pt x="347" y="924"/>
                </a:lnTo>
                <a:lnTo>
                  <a:pt x="346" y="924"/>
                </a:lnTo>
                <a:lnTo>
                  <a:pt x="346" y="923"/>
                </a:lnTo>
                <a:lnTo>
                  <a:pt x="345" y="923"/>
                </a:lnTo>
                <a:lnTo>
                  <a:pt x="343" y="923"/>
                </a:lnTo>
                <a:lnTo>
                  <a:pt x="341" y="922"/>
                </a:lnTo>
                <a:lnTo>
                  <a:pt x="340" y="921"/>
                </a:lnTo>
                <a:lnTo>
                  <a:pt x="339" y="921"/>
                </a:lnTo>
                <a:lnTo>
                  <a:pt x="338" y="921"/>
                </a:lnTo>
                <a:lnTo>
                  <a:pt x="336" y="921"/>
                </a:lnTo>
                <a:lnTo>
                  <a:pt x="335" y="922"/>
                </a:lnTo>
                <a:lnTo>
                  <a:pt x="335" y="921"/>
                </a:lnTo>
                <a:lnTo>
                  <a:pt x="334" y="922"/>
                </a:lnTo>
                <a:lnTo>
                  <a:pt x="331" y="922"/>
                </a:lnTo>
                <a:lnTo>
                  <a:pt x="330" y="922"/>
                </a:lnTo>
                <a:lnTo>
                  <a:pt x="330" y="921"/>
                </a:lnTo>
                <a:lnTo>
                  <a:pt x="329" y="921"/>
                </a:lnTo>
                <a:lnTo>
                  <a:pt x="328" y="921"/>
                </a:lnTo>
                <a:lnTo>
                  <a:pt x="327" y="920"/>
                </a:lnTo>
                <a:lnTo>
                  <a:pt x="327" y="919"/>
                </a:lnTo>
                <a:lnTo>
                  <a:pt x="326" y="919"/>
                </a:lnTo>
                <a:lnTo>
                  <a:pt x="325" y="918"/>
                </a:lnTo>
                <a:lnTo>
                  <a:pt x="324" y="918"/>
                </a:lnTo>
                <a:lnTo>
                  <a:pt x="323" y="918"/>
                </a:lnTo>
                <a:lnTo>
                  <a:pt x="322" y="918"/>
                </a:lnTo>
                <a:lnTo>
                  <a:pt x="322" y="919"/>
                </a:lnTo>
                <a:lnTo>
                  <a:pt x="321" y="919"/>
                </a:lnTo>
                <a:lnTo>
                  <a:pt x="320" y="919"/>
                </a:lnTo>
                <a:lnTo>
                  <a:pt x="319" y="919"/>
                </a:lnTo>
                <a:lnTo>
                  <a:pt x="318" y="920"/>
                </a:lnTo>
                <a:lnTo>
                  <a:pt x="318" y="921"/>
                </a:lnTo>
                <a:lnTo>
                  <a:pt x="319" y="921"/>
                </a:lnTo>
                <a:lnTo>
                  <a:pt x="319" y="920"/>
                </a:lnTo>
                <a:lnTo>
                  <a:pt x="320" y="920"/>
                </a:lnTo>
                <a:lnTo>
                  <a:pt x="320" y="921"/>
                </a:lnTo>
                <a:lnTo>
                  <a:pt x="321" y="921"/>
                </a:lnTo>
                <a:lnTo>
                  <a:pt x="321" y="922"/>
                </a:lnTo>
                <a:lnTo>
                  <a:pt x="321" y="923"/>
                </a:lnTo>
                <a:lnTo>
                  <a:pt x="322" y="923"/>
                </a:lnTo>
                <a:lnTo>
                  <a:pt x="323" y="924"/>
                </a:lnTo>
                <a:lnTo>
                  <a:pt x="324" y="924"/>
                </a:lnTo>
                <a:lnTo>
                  <a:pt x="325" y="924"/>
                </a:lnTo>
                <a:lnTo>
                  <a:pt x="326" y="924"/>
                </a:lnTo>
                <a:lnTo>
                  <a:pt x="328" y="924"/>
                </a:lnTo>
                <a:lnTo>
                  <a:pt x="329" y="924"/>
                </a:lnTo>
                <a:lnTo>
                  <a:pt x="330" y="924"/>
                </a:lnTo>
                <a:lnTo>
                  <a:pt x="331" y="923"/>
                </a:lnTo>
                <a:lnTo>
                  <a:pt x="332" y="923"/>
                </a:lnTo>
                <a:lnTo>
                  <a:pt x="332" y="924"/>
                </a:lnTo>
                <a:lnTo>
                  <a:pt x="334" y="924"/>
                </a:lnTo>
                <a:lnTo>
                  <a:pt x="335" y="925"/>
                </a:lnTo>
                <a:lnTo>
                  <a:pt x="336" y="926"/>
                </a:lnTo>
                <a:lnTo>
                  <a:pt x="336" y="927"/>
                </a:lnTo>
                <a:lnTo>
                  <a:pt x="336" y="928"/>
                </a:lnTo>
                <a:lnTo>
                  <a:pt x="335" y="928"/>
                </a:lnTo>
                <a:lnTo>
                  <a:pt x="336" y="928"/>
                </a:lnTo>
                <a:lnTo>
                  <a:pt x="336" y="929"/>
                </a:lnTo>
                <a:lnTo>
                  <a:pt x="337" y="930"/>
                </a:lnTo>
                <a:lnTo>
                  <a:pt x="338" y="931"/>
                </a:lnTo>
                <a:lnTo>
                  <a:pt x="339" y="932"/>
                </a:lnTo>
                <a:lnTo>
                  <a:pt x="339" y="933"/>
                </a:lnTo>
                <a:lnTo>
                  <a:pt x="337" y="935"/>
                </a:lnTo>
                <a:lnTo>
                  <a:pt x="337" y="936"/>
                </a:lnTo>
                <a:lnTo>
                  <a:pt x="337" y="937"/>
                </a:lnTo>
                <a:lnTo>
                  <a:pt x="337" y="938"/>
                </a:lnTo>
                <a:lnTo>
                  <a:pt x="336" y="938"/>
                </a:lnTo>
                <a:lnTo>
                  <a:pt x="337" y="938"/>
                </a:lnTo>
                <a:lnTo>
                  <a:pt x="337" y="939"/>
                </a:lnTo>
                <a:lnTo>
                  <a:pt x="338" y="939"/>
                </a:lnTo>
                <a:lnTo>
                  <a:pt x="338" y="940"/>
                </a:lnTo>
                <a:lnTo>
                  <a:pt x="337" y="940"/>
                </a:lnTo>
                <a:lnTo>
                  <a:pt x="336" y="940"/>
                </a:lnTo>
                <a:lnTo>
                  <a:pt x="336" y="941"/>
                </a:lnTo>
                <a:lnTo>
                  <a:pt x="335" y="941"/>
                </a:lnTo>
                <a:lnTo>
                  <a:pt x="335" y="942"/>
                </a:lnTo>
                <a:lnTo>
                  <a:pt x="334" y="942"/>
                </a:lnTo>
                <a:lnTo>
                  <a:pt x="334" y="943"/>
                </a:lnTo>
                <a:lnTo>
                  <a:pt x="334" y="944"/>
                </a:lnTo>
                <a:lnTo>
                  <a:pt x="334" y="945"/>
                </a:lnTo>
                <a:lnTo>
                  <a:pt x="335" y="946"/>
                </a:lnTo>
                <a:lnTo>
                  <a:pt x="335" y="947"/>
                </a:lnTo>
                <a:lnTo>
                  <a:pt x="333" y="948"/>
                </a:lnTo>
                <a:lnTo>
                  <a:pt x="332" y="949"/>
                </a:lnTo>
                <a:lnTo>
                  <a:pt x="331" y="951"/>
                </a:lnTo>
                <a:lnTo>
                  <a:pt x="330" y="954"/>
                </a:lnTo>
                <a:lnTo>
                  <a:pt x="330" y="955"/>
                </a:lnTo>
                <a:lnTo>
                  <a:pt x="329" y="955"/>
                </a:lnTo>
                <a:lnTo>
                  <a:pt x="328" y="955"/>
                </a:lnTo>
                <a:lnTo>
                  <a:pt x="327" y="954"/>
                </a:lnTo>
                <a:lnTo>
                  <a:pt x="325" y="952"/>
                </a:lnTo>
                <a:lnTo>
                  <a:pt x="324" y="952"/>
                </a:lnTo>
                <a:lnTo>
                  <a:pt x="323" y="952"/>
                </a:lnTo>
                <a:lnTo>
                  <a:pt x="323" y="953"/>
                </a:lnTo>
                <a:lnTo>
                  <a:pt x="324" y="953"/>
                </a:lnTo>
                <a:lnTo>
                  <a:pt x="325" y="954"/>
                </a:lnTo>
                <a:lnTo>
                  <a:pt x="326" y="954"/>
                </a:lnTo>
                <a:lnTo>
                  <a:pt x="327" y="955"/>
                </a:lnTo>
                <a:lnTo>
                  <a:pt x="327" y="956"/>
                </a:lnTo>
                <a:lnTo>
                  <a:pt x="328" y="957"/>
                </a:lnTo>
                <a:lnTo>
                  <a:pt x="329" y="958"/>
                </a:lnTo>
                <a:lnTo>
                  <a:pt x="330" y="959"/>
                </a:lnTo>
                <a:lnTo>
                  <a:pt x="331" y="959"/>
                </a:lnTo>
                <a:lnTo>
                  <a:pt x="331" y="958"/>
                </a:lnTo>
                <a:lnTo>
                  <a:pt x="332" y="958"/>
                </a:lnTo>
                <a:lnTo>
                  <a:pt x="333" y="957"/>
                </a:lnTo>
                <a:lnTo>
                  <a:pt x="333" y="958"/>
                </a:lnTo>
                <a:lnTo>
                  <a:pt x="334" y="958"/>
                </a:lnTo>
                <a:lnTo>
                  <a:pt x="335" y="957"/>
                </a:lnTo>
                <a:lnTo>
                  <a:pt x="335" y="956"/>
                </a:lnTo>
                <a:lnTo>
                  <a:pt x="336" y="955"/>
                </a:lnTo>
                <a:lnTo>
                  <a:pt x="336" y="956"/>
                </a:lnTo>
                <a:lnTo>
                  <a:pt x="337" y="956"/>
                </a:lnTo>
                <a:lnTo>
                  <a:pt x="338" y="956"/>
                </a:lnTo>
                <a:lnTo>
                  <a:pt x="338" y="955"/>
                </a:lnTo>
                <a:lnTo>
                  <a:pt x="338" y="954"/>
                </a:lnTo>
                <a:lnTo>
                  <a:pt x="338" y="953"/>
                </a:lnTo>
                <a:lnTo>
                  <a:pt x="339" y="953"/>
                </a:lnTo>
                <a:lnTo>
                  <a:pt x="340" y="953"/>
                </a:lnTo>
                <a:lnTo>
                  <a:pt x="341" y="953"/>
                </a:lnTo>
                <a:lnTo>
                  <a:pt x="341" y="954"/>
                </a:lnTo>
                <a:lnTo>
                  <a:pt x="341" y="955"/>
                </a:lnTo>
                <a:lnTo>
                  <a:pt x="342" y="955"/>
                </a:lnTo>
                <a:lnTo>
                  <a:pt x="343" y="955"/>
                </a:lnTo>
                <a:lnTo>
                  <a:pt x="344" y="955"/>
                </a:lnTo>
                <a:lnTo>
                  <a:pt x="345" y="956"/>
                </a:lnTo>
                <a:lnTo>
                  <a:pt x="346" y="956"/>
                </a:lnTo>
                <a:lnTo>
                  <a:pt x="347" y="956"/>
                </a:lnTo>
                <a:lnTo>
                  <a:pt x="348" y="957"/>
                </a:lnTo>
                <a:lnTo>
                  <a:pt x="348" y="958"/>
                </a:lnTo>
                <a:lnTo>
                  <a:pt x="346" y="958"/>
                </a:lnTo>
                <a:lnTo>
                  <a:pt x="346" y="959"/>
                </a:lnTo>
                <a:lnTo>
                  <a:pt x="345" y="959"/>
                </a:lnTo>
                <a:lnTo>
                  <a:pt x="345" y="960"/>
                </a:lnTo>
                <a:lnTo>
                  <a:pt x="345" y="961"/>
                </a:lnTo>
                <a:lnTo>
                  <a:pt x="345" y="962"/>
                </a:lnTo>
                <a:lnTo>
                  <a:pt x="344" y="962"/>
                </a:lnTo>
                <a:lnTo>
                  <a:pt x="343" y="961"/>
                </a:lnTo>
                <a:lnTo>
                  <a:pt x="342" y="960"/>
                </a:lnTo>
                <a:lnTo>
                  <a:pt x="341" y="960"/>
                </a:lnTo>
                <a:lnTo>
                  <a:pt x="339" y="961"/>
                </a:lnTo>
                <a:lnTo>
                  <a:pt x="339" y="962"/>
                </a:lnTo>
                <a:lnTo>
                  <a:pt x="339" y="963"/>
                </a:lnTo>
                <a:lnTo>
                  <a:pt x="339" y="964"/>
                </a:lnTo>
                <a:lnTo>
                  <a:pt x="338" y="965"/>
                </a:lnTo>
                <a:lnTo>
                  <a:pt x="338" y="966"/>
                </a:lnTo>
                <a:lnTo>
                  <a:pt x="338" y="967"/>
                </a:lnTo>
                <a:lnTo>
                  <a:pt x="337" y="968"/>
                </a:lnTo>
                <a:lnTo>
                  <a:pt x="338" y="969"/>
                </a:lnTo>
                <a:lnTo>
                  <a:pt x="338" y="970"/>
                </a:lnTo>
                <a:lnTo>
                  <a:pt x="338" y="971"/>
                </a:lnTo>
                <a:lnTo>
                  <a:pt x="338" y="972"/>
                </a:lnTo>
                <a:lnTo>
                  <a:pt x="339" y="972"/>
                </a:lnTo>
                <a:lnTo>
                  <a:pt x="340" y="972"/>
                </a:lnTo>
                <a:lnTo>
                  <a:pt x="342" y="973"/>
                </a:lnTo>
                <a:lnTo>
                  <a:pt x="342" y="974"/>
                </a:lnTo>
                <a:lnTo>
                  <a:pt x="341" y="975"/>
                </a:lnTo>
                <a:lnTo>
                  <a:pt x="340" y="975"/>
                </a:lnTo>
                <a:lnTo>
                  <a:pt x="339" y="975"/>
                </a:lnTo>
                <a:lnTo>
                  <a:pt x="338" y="975"/>
                </a:lnTo>
                <a:lnTo>
                  <a:pt x="337" y="976"/>
                </a:lnTo>
                <a:lnTo>
                  <a:pt x="336" y="976"/>
                </a:lnTo>
                <a:lnTo>
                  <a:pt x="336" y="975"/>
                </a:lnTo>
                <a:lnTo>
                  <a:pt x="335" y="975"/>
                </a:lnTo>
                <a:lnTo>
                  <a:pt x="335" y="974"/>
                </a:lnTo>
                <a:lnTo>
                  <a:pt x="334" y="975"/>
                </a:lnTo>
                <a:lnTo>
                  <a:pt x="333" y="975"/>
                </a:lnTo>
                <a:lnTo>
                  <a:pt x="333" y="974"/>
                </a:lnTo>
                <a:lnTo>
                  <a:pt x="332" y="974"/>
                </a:lnTo>
                <a:lnTo>
                  <a:pt x="331" y="975"/>
                </a:lnTo>
                <a:lnTo>
                  <a:pt x="330" y="976"/>
                </a:lnTo>
                <a:lnTo>
                  <a:pt x="330" y="977"/>
                </a:lnTo>
                <a:lnTo>
                  <a:pt x="329" y="978"/>
                </a:lnTo>
                <a:lnTo>
                  <a:pt x="329" y="979"/>
                </a:lnTo>
                <a:lnTo>
                  <a:pt x="329" y="980"/>
                </a:lnTo>
                <a:lnTo>
                  <a:pt x="328" y="982"/>
                </a:lnTo>
                <a:lnTo>
                  <a:pt x="329" y="982"/>
                </a:lnTo>
                <a:lnTo>
                  <a:pt x="329" y="984"/>
                </a:lnTo>
                <a:lnTo>
                  <a:pt x="329" y="985"/>
                </a:lnTo>
                <a:lnTo>
                  <a:pt x="329" y="986"/>
                </a:lnTo>
                <a:lnTo>
                  <a:pt x="330" y="988"/>
                </a:lnTo>
                <a:lnTo>
                  <a:pt x="331" y="988"/>
                </a:lnTo>
                <a:lnTo>
                  <a:pt x="331" y="989"/>
                </a:lnTo>
                <a:lnTo>
                  <a:pt x="332" y="989"/>
                </a:lnTo>
                <a:lnTo>
                  <a:pt x="332" y="988"/>
                </a:lnTo>
                <a:lnTo>
                  <a:pt x="333" y="988"/>
                </a:lnTo>
                <a:lnTo>
                  <a:pt x="334" y="989"/>
                </a:lnTo>
                <a:lnTo>
                  <a:pt x="334" y="988"/>
                </a:lnTo>
                <a:lnTo>
                  <a:pt x="335" y="988"/>
                </a:lnTo>
                <a:lnTo>
                  <a:pt x="335" y="989"/>
                </a:lnTo>
                <a:lnTo>
                  <a:pt x="334" y="989"/>
                </a:lnTo>
                <a:lnTo>
                  <a:pt x="334" y="990"/>
                </a:lnTo>
                <a:lnTo>
                  <a:pt x="333" y="991"/>
                </a:lnTo>
                <a:lnTo>
                  <a:pt x="332" y="991"/>
                </a:lnTo>
                <a:lnTo>
                  <a:pt x="332" y="990"/>
                </a:lnTo>
                <a:lnTo>
                  <a:pt x="332" y="989"/>
                </a:lnTo>
                <a:lnTo>
                  <a:pt x="331" y="990"/>
                </a:lnTo>
                <a:lnTo>
                  <a:pt x="330" y="990"/>
                </a:lnTo>
                <a:lnTo>
                  <a:pt x="329" y="991"/>
                </a:lnTo>
                <a:lnTo>
                  <a:pt x="328" y="991"/>
                </a:lnTo>
                <a:lnTo>
                  <a:pt x="327" y="991"/>
                </a:lnTo>
                <a:lnTo>
                  <a:pt x="326" y="992"/>
                </a:lnTo>
                <a:lnTo>
                  <a:pt x="325" y="992"/>
                </a:lnTo>
                <a:lnTo>
                  <a:pt x="323" y="993"/>
                </a:lnTo>
                <a:lnTo>
                  <a:pt x="322" y="995"/>
                </a:lnTo>
                <a:lnTo>
                  <a:pt x="321" y="995"/>
                </a:lnTo>
                <a:lnTo>
                  <a:pt x="322" y="995"/>
                </a:lnTo>
                <a:lnTo>
                  <a:pt x="322" y="994"/>
                </a:lnTo>
                <a:lnTo>
                  <a:pt x="321" y="994"/>
                </a:lnTo>
                <a:lnTo>
                  <a:pt x="321" y="993"/>
                </a:lnTo>
                <a:lnTo>
                  <a:pt x="320" y="993"/>
                </a:lnTo>
                <a:lnTo>
                  <a:pt x="320" y="992"/>
                </a:lnTo>
                <a:lnTo>
                  <a:pt x="319" y="992"/>
                </a:lnTo>
                <a:lnTo>
                  <a:pt x="318" y="993"/>
                </a:lnTo>
                <a:lnTo>
                  <a:pt x="317" y="993"/>
                </a:lnTo>
                <a:lnTo>
                  <a:pt x="315" y="994"/>
                </a:lnTo>
                <a:lnTo>
                  <a:pt x="313" y="995"/>
                </a:lnTo>
                <a:lnTo>
                  <a:pt x="312" y="995"/>
                </a:lnTo>
                <a:lnTo>
                  <a:pt x="311" y="995"/>
                </a:lnTo>
                <a:lnTo>
                  <a:pt x="311" y="994"/>
                </a:lnTo>
                <a:lnTo>
                  <a:pt x="312" y="993"/>
                </a:lnTo>
                <a:lnTo>
                  <a:pt x="313" y="993"/>
                </a:lnTo>
                <a:lnTo>
                  <a:pt x="313" y="992"/>
                </a:lnTo>
                <a:lnTo>
                  <a:pt x="314" y="991"/>
                </a:lnTo>
                <a:lnTo>
                  <a:pt x="314" y="990"/>
                </a:lnTo>
                <a:lnTo>
                  <a:pt x="315" y="989"/>
                </a:lnTo>
                <a:lnTo>
                  <a:pt x="316" y="988"/>
                </a:lnTo>
                <a:lnTo>
                  <a:pt x="317" y="987"/>
                </a:lnTo>
                <a:lnTo>
                  <a:pt x="318" y="987"/>
                </a:lnTo>
                <a:lnTo>
                  <a:pt x="319" y="985"/>
                </a:lnTo>
                <a:lnTo>
                  <a:pt x="321" y="982"/>
                </a:lnTo>
                <a:lnTo>
                  <a:pt x="321" y="981"/>
                </a:lnTo>
                <a:lnTo>
                  <a:pt x="320" y="980"/>
                </a:lnTo>
                <a:lnTo>
                  <a:pt x="317" y="974"/>
                </a:lnTo>
                <a:lnTo>
                  <a:pt x="316" y="974"/>
                </a:lnTo>
                <a:lnTo>
                  <a:pt x="315" y="974"/>
                </a:lnTo>
                <a:lnTo>
                  <a:pt x="314" y="973"/>
                </a:lnTo>
                <a:lnTo>
                  <a:pt x="314" y="972"/>
                </a:lnTo>
                <a:lnTo>
                  <a:pt x="313" y="972"/>
                </a:lnTo>
                <a:lnTo>
                  <a:pt x="313" y="971"/>
                </a:lnTo>
                <a:lnTo>
                  <a:pt x="313" y="970"/>
                </a:lnTo>
                <a:lnTo>
                  <a:pt x="315" y="968"/>
                </a:lnTo>
                <a:lnTo>
                  <a:pt x="315" y="967"/>
                </a:lnTo>
                <a:lnTo>
                  <a:pt x="316" y="966"/>
                </a:lnTo>
                <a:lnTo>
                  <a:pt x="316" y="965"/>
                </a:lnTo>
                <a:lnTo>
                  <a:pt x="316" y="964"/>
                </a:lnTo>
                <a:lnTo>
                  <a:pt x="314" y="962"/>
                </a:lnTo>
                <a:lnTo>
                  <a:pt x="313" y="960"/>
                </a:lnTo>
                <a:lnTo>
                  <a:pt x="313" y="959"/>
                </a:lnTo>
                <a:lnTo>
                  <a:pt x="314" y="958"/>
                </a:lnTo>
                <a:lnTo>
                  <a:pt x="316" y="956"/>
                </a:lnTo>
                <a:lnTo>
                  <a:pt x="317" y="955"/>
                </a:lnTo>
                <a:lnTo>
                  <a:pt x="316" y="955"/>
                </a:lnTo>
                <a:lnTo>
                  <a:pt x="317" y="954"/>
                </a:lnTo>
                <a:lnTo>
                  <a:pt x="317" y="953"/>
                </a:lnTo>
                <a:lnTo>
                  <a:pt x="318" y="952"/>
                </a:lnTo>
                <a:lnTo>
                  <a:pt x="319" y="951"/>
                </a:lnTo>
                <a:lnTo>
                  <a:pt x="321" y="951"/>
                </a:lnTo>
                <a:lnTo>
                  <a:pt x="321" y="952"/>
                </a:lnTo>
                <a:lnTo>
                  <a:pt x="322" y="952"/>
                </a:lnTo>
                <a:lnTo>
                  <a:pt x="322" y="953"/>
                </a:lnTo>
                <a:lnTo>
                  <a:pt x="323" y="952"/>
                </a:lnTo>
                <a:lnTo>
                  <a:pt x="321" y="950"/>
                </a:lnTo>
                <a:lnTo>
                  <a:pt x="319" y="950"/>
                </a:lnTo>
                <a:lnTo>
                  <a:pt x="319" y="951"/>
                </a:lnTo>
                <a:lnTo>
                  <a:pt x="318" y="951"/>
                </a:lnTo>
                <a:lnTo>
                  <a:pt x="317" y="952"/>
                </a:lnTo>
                <a:lnTo>
                  <a:pt x="316" y="953"/>
                </a:lnTo>
                <a:lnTo>
                  <a:pt x="315" y="954"/>
                </a:lnTo>
                <a:lnTo>
                  <a:pt x="315" y="955"/>
                </a:lnTo>
                <a:lnTo>
                  <a:pt x="314" y="956"/>
                </a:lnTo>
                <a:lnTo>
                  <a:pt x="313" y="957"/>
                </a:lnTo>
                <a:lnTo>
                  <a:pt x="312" y="958"/>
                </a:lnTo>
                <a:lnTo>
                  <a:pt x="311" y="958"/>
                </a:lnTo>
                <a:lnTo>
                  <a:pt x="310" y="959"/>
                </a:lnTo>
                <a:lnTo>
                  <a:pt x="309" y="959"/>
                </a:lnTo>
                <a:lnTo>
                  <a:pt x="308" y="959"/>
                </a:lnTo>
                <a:lnTo>
                  <a:pt x="307" y="958"/>
                </a:lnTo>
                <a:lnTo>
                  <a:pt x="306" y="958"/>
                </a:lnTo>
                <a:lnTo>
                  <a:pt x="306" y="959"/>
                </a:lnTo>
                <a:lnTo>
                  <a:pt x="307" y="960"/>
                </a:lnTo>
                <a:lnTo>
                  <a:pt x="306" y="961"/>
                </a:lnTo>
                <a:lnTo>
                  <a:pt x="305" y="961"/>
                </a:lnTo>
                <a:lnTo>
                  <a:pt x="302" y="962"/>
                </a:lnTo>
                <a:lnTo>
                  <a:pt x="300" y="963"/>
                </a:lnTo>
                <a:lnTo>
                  <a:pt x="299" y="964"/>
                </a:lnTo>
                <a:lnTo>
                  <a:pt x="299" y="965"/>
                </a:lnTo>
                <a:lnTo>
                  <a:pt x="299" y="966"/>
                </a:lnTo>
                <a:lnTo>
                  <a:pt x="299" y="968"/>
                </a:lnTo>
                <a:lnTo>
                  <a:pt x="299" y="969"/>
                </a:lnTo>
                <a:lnTo>
                  <a:pt x="300" y="971"/>
                </a:lnTo>
                <a:lnTo>
                  <a:pt x="301" y="972"/>
                </a:lnTo>
                <a:lnTo>
                  <a:pt x="301" y="973"/>
                </a:lnTo>
                <a:lnTo>
                  <a:pt x="301" y="974"/>
                </a:lnTo>
                <a:lnTo>
                  <a:pt x="302" y="974"/>
                </a:lnTo>
                <a:lnTo>
                  <a:pt x="301" y="975"/>
                </a:lnTo>
                <a:lnTo>
                  <a:pt x="300" y="975"/>
                </a:lnTo>
                <a:lnTo>
                  <a:pt x="299" y="976"/>
                </a:lnTo>
                <a:lnTo>
                  <a:pt x="299" y="977"/>
                </a:lnTo>
                <a:lnTo>
                  <a:pt x="300" y="978"/>
                </a:lnTo>
                <a:lnTo>
                  <a:pt x="300" y="980"/>
                </a:lnTo>
                <a:lnTo>
                  <a:pt x="301" y="981"/>
                </a:lnTo>
                <a:lnTo>
                  <a:pt x="301" y="982"/>
                </a:lnTo>
                <a:lnTo>
                  <a:pt x="302" y="982"/>
                </a:lnTo>
                <a:lnTo>
                  <a:pt x="302" y="983"/>
                </a:lnTo>
                <a:lnTo>
                  <a:pt x="303" y="983"/>
                </a:lnTo>
                <a:lnTo>
                  <a:pt x="303" y="984"/>
                </a:lnTo>
                <a:lnTo>
                  <a:pt x="303" y="985"/>
                </a:lnTo>
                <a:lnTo>
                  <a:pt x="302" y="985"/>
                </a:lnTo>
                <a:lnTo>
                  <a:pt x="302" y="986"/>
                </a:lnTo>
                <a:lnTo>
                  <a:pt x="301" y="986"/>
                </a:lnTo>
                <a:lnTo>
                  <a:pt x="300" y="986"/>
                </a:lnTo>
                <a:lnTo>
                  <a:pt x="299" y="986"/>
                </a:lnTo>
                <a:lnTo>
                  <a:pt x="298" y="988"/>
                </a:lnTo>
                <a:lnTo>
                  <a:pt x="299" y="988"/>
                </a:lnTo>
                <a:lnTo>
                  <a:pt x="299" y="989"/>
                </a:lnTo>
                <a:lnTo>
                  <a:pt x="298" y="990"/>
                </a:lnTo>
                <a:lnTo>
                  <a:pt x="297" y="990"/>
                </a:lnTo>
                <a:lnTo>
                  <a:pt x="295" y="991"/>
                </a:lnTo>
                <a:lnTo>
                  <a:pt x="294" y="991"/>
                </a:lnTo>
                <a:lnTo>
                  <a:pt x="294" y="990"/>
                </a:lnTo>
                <a:lnTo>
                  <a:pt x="295" y="990"/>
                </a:lnTo>
                <a:lnTo>
                  <a:pt x="295" y="989"/>
                </a:lnTo>
                <a:lnTo>
                  <a:pt x="294" y="988"/>
                </a:lnTo>
                <a:lnTo>
                  <a:pt x="294" y="986"/>
                </a:lnTo>
                <a:lnTo>
                  <a:pt x="294" y="985"/>
                </a:lnTo>
                <a:lnTo>
                  <a:pt x="295" y="984"/>
                </a:lnTo>
                <a:lnTo>
                  <a:pt x="295" y="983"/>
                </a:lnTo>
                <a:lnTo>
                  <a:pt x="295" y="981"/>
                </a:lnTo>
                <a:lnTo>
                  <a:pt x="295" y="980"/>
                </a:lnTo>
                <a:lnTo>
                  <a:pt x="295" y="979"/>
                </a:lnTo>
                <a:lnTo>
                  <a:pt x="296" y="977"/>
                </a:lnTo>
                <a:lnTo>
                  <a:pt x="295" y="975"/>
                </a:lnTo>
                <a:lnTo>
                  <a:pt x="294" y="975"/>
                </a:lnTo>
                <a:lnTo>
                  <a:pt x="293" y="974"/>
                </a:lnTo>
                <a:lnTo>
                  <a:pt x="292" y="974"/>
                </a:lnTo>
                <a:lnTo>
                  <a:pt x="293" y="974"/>
                </a:lnTo>
                <a:lnTo>
                  <a:pt x="294" y="975"/>
                </a:lnTo>
                <a:lnTo>
                  <a:pt x="295" y="976"/>
                </a:lnTo>
                <a:lnTo>
                  <a:pt x="295" y="977"/>
                </a:lnTo>
                <a:lnTo>
                  <a:pt x="294" y="977"/>
                </a:lnTo>
                <a:lnTo>
                  <a:pt x="294" y="976"/>
                </a:lnTo>
                <a:lnTo>
                  <a:pt x="293" y="976"/>
                </a:lnTo>
                <a:lnTo>
                  <a:pt x="293" y="977"/>
                </a:lnTo>
                <a:lnTo>
                  <a:pt x="293" y="978"/>
                </a:lnTo>
                <a:lnTo>
                  <a:pt x="293" y="979"/>
                </a:lnTo>
                <a:lnTo>
                  <a:pt x="293" y="980"/>
                </a:lnTo>
                <a:lnTo>
                  <a:pt x="292" y="980"/>
                </a:lnTo>
                <a:lnTo>
                  <a:pt x="292" y="979"/>
                </a:lnTo>
                <a:lnTo>
                  <a:pt x="292" y="978"/>
                </a:lnTo>
                <a:lnTo>
                  <a:pt x="291" y="977"/>
                </a:lnTo>
                <a:lnTo>
                  <a:pt x="289" y="976"/>
                </a:lnTo>
                <a:lnTo>
                  <a:pt x="289" y="977"/>
                </a:lnTo>
                <a:lnTo>
                  <a:pt x="290" y="978"/>
                </a:lnTo>
                <a:lnTo>
                  <a:pt x="291" y="978"/>
                </a:lnTo>
                <a:lnTo>
                  <a:pt x="291" y="980"/>
                </a:lnTo>
                <a:lnTo>
                  <a:pt x="290" y="980"/>
                </a:lnTo>
                <a:lnTo>
                  <a:pt x="289" y="980"/>
                </a:lnTo>
                <a:lnTo>
                  <a:pt x="290" y="981"/>
                </a:lnTo>
                <a:lnTo>
                  <a:pt x="291" y="981"/>
                </a:lnTo>
                <a:lnTo>
                  <a:pt x="292" y="982"/>
                </a:lnTo>
                <a:lnTo>
                  <a:pt x="293" y="984"/>
                </a:lnTo>
                <a:lnTo>
                  <a:pt x="293" y="985"/>
                </a:lnTo>
                <a:lnTo>
                  <a:pt x="293" y="987"/>
                </a:lnTo>
                <a:lnTo>
                  <a:pt x="292" y="987"/>
                </a:lnTo>
                <a:lnTo>
                  <a:pt x="291" y="987"/>
                </a:lnTo>
                <a:lnTo>
                  <a:pt x="289" y="988"/>
                </a:lnTo>
                <a:lnTo>
                  <a:pt x="288" y="988"/>
                </a:lnTo>
                <a:lnTo>
                  <a:pt x="287" y="989"/>
                </a:lnTo>
                <a:lnTo>
                  <a:pt x="286" y="989"/>
                </a:lnTo>
                <a:lnTo>
                  <a:pt x="286" y="988"/>
                </a:lnTo>
                <a:lnTo>
                  <a:pt x="285" y="987"/>
                </a:lnTo>
                <a:lnTo>
                  <a:pt x="283" y="985"/>
                </a:lnTo>
                <a:lnTo>
                  <a:pt x="279" y="985"/>
                </a:lnTo>
                <a:lnTo>
                  <a:pt x="278" y="985"/>
                </a:lnTo>
                <a:lnTo>
                  <a:pt x="276" y="983"/>
                </a:lnTo>
                <a:lnTo>
                  <a:pt x="275" y="983"/>
                </a:lnTo>
                <a:lnTo>
                  <a:pt x="273" y="984"/>
                </a:lnTo>
                <a:lnTo>
                  <a:pt x="272" y="985"/>
                </a:lnTo>
                <a:lnTo>
                  <a:pt x="271" y="984"/>
                </a:lnTo>
                <a:lnTo>
                  <a:pt x="271" y="983"/>
                </a:lnTo>
                <a:lnTo>
                  <a:pt x="270" y="983"/>
                </a:lnTo>
                <a:lnTo>
                  <a:pt x="267" y="982"/>
                </a:lnTo>
                <a:lnTo>
                  <a:pt x="266" y="982"/>
                </a:lnTo>
                <a:lnTo>
                  <a:pt x="265" y="981"/>
                </a:lnTo>
                <a:lnTo>
                  <a:pt x="265" y="982"/>
                </a:lnTo>
                <a:lnTo>
                  <a:pt x="263" y="980"/>
                </a:lnTo>
                <a:lnTo>
                  <a:pt x="264" y="980"/>
                </a:lnTo>
                <a:lnTo>
                  <a:pt x="263" y="980"/>
                </a:lnTo>
                <a:lnTo>
                  <a:pt x="262" y="979"/>
                </a:lnTo>
                <a:lnTo>
                  <a:pt x="261" y="979"/>
                </a:lnTo>
                <a:lnTo>
                  <a:pt x="260" y="978"/>
                </a:lnTo>
                <a:lnTo>
                  <a:pt x="259" y="978"/>
                </a:lnTo>
                <a:lnTo>
                  <a:pt x="257" y="975"/>
                </a:lnTo>
                <a:lnTo>
                  <a:pt x="256" y="973"/>
                </a:lnTo>
                <a:lnTo>
                  <a:pt x="257" y="972"/>
                </a:lnTo>
                <a:lnTo>
                  <a:pt x="256" y="972"/>
                </a:lnTo>
                <a:lnTo>
                  <a:pt x="256" y="970"/>
                </a:lnTo>
                <a:lnTo>
                  <a:pt x="256" y="968"/>
                </a:lnTo>
                <a:lnTo>
                  <a:pt x="255" y="966"/>
                </a:lnTo>
                <a:lnTo>
                  <a:pt x="254" y="964"/>
                </a:lnTo>
                <a:lnTo>
                  <a:pt x="253" y="962"/>
                </a:lnTo>
                <a:lnTo>
                  <a:pt x="252" y="959"/>
                </a:lnTo>
                <a:lnTo>
                  <a:pt x="251" y="958"/>
                </a:lnTo>
                <a:lnTo>
                  <a:pt x="251" y="957"/>
                </a:lnTo>
                <a:lnTo>
                  <a:pt x="251" y="956"/>
                </a:lnTo>
                <a:lnTo>
                  <a:pt x="250" y="956"/>
                </a:lnTo>
                <a:lnTo>
                  <a:pt x="249" y="955"/>
                </a:lnTo>
                <a:lnTo>
                  <a:pt x="248" y="954"/>
                </a:lnTo>
                <a:lnTo>
                  <a:pt x="249" y="954"/>
                </a:lnTo>
                <a:lnTo>
                  <a:pt x="250" y="953"/>
                </a:lnTo>
                <a:lnTo>
                  <a:pt x="250" y="952"/>
                </a:lnTo>
                <a:lnTo>
                  <a:pt x="250" y="951"/>
                </a:lnTo>
                <a:lnTo>
                  <a:pt x="250" y="950"/>
                </a:lnTo>
                <a:lnTo>
                  <a:pt x="250" y="951"/>
                </a:lnTo>
                <a:lnTo>
                  <a:pt x="249" y="951"/>
                </a:lnTo>
                <a:lnTo>
                  <a:pt x="248" y="950"/>
                </a:lnTo>
                <a:lnTo>
                  <a:pt x="248" y="948"/>
                </a:lnTo>
                <a:lnTo>
                  <a:pt x="247" y="948"/>
                </a:lnTo>
                <a:lnTo>
                  <a:pt x="245" y="945"/>
                </a:lnTo>
                <a:lnTo>
                  <a:pt x="244" y="944"/>
                </a:lnTo>
                <a:lnTo>
                  <a:pt x="242" y="944"/>
                </a:lnTo>
                <a:lnTo>
                  <a:pt x="241" y="944"/>
                </a:lnTo>
                <a:lnTo>
                  <a:pt x="240" y="944"/>
                </a:lnTo>
                <a:lnTo>
                  <a:pt x="240" y="945"/>
                </a:lnTo>
                <a:lnTo>
                  <a:pt x="239" y="946"/>
                </a:lnTo>
                <a:lnTo>
                  <a:pt x="238" y="946"/>
                </a:lnTo>
                <a:lnTo>
                  <a:pt x="237" y="945"/>
                </a:lnTo>
                <a:lnTo>
                  <a:pt x="236" y="945"/>
                </a:lnTo>
                <a:lnTo>
                  <a:pt x="236" y="944"/>
                </a:lnTo>
                <a:lnTo>
                  <a:pt x="236" y="943"/>
                </a:lnTo>
                <a:lnTo>
                  <a:pt x="237" y="943"/>
                </a:lnTo>
                <a:lnTo>
                  <a:pt x="238" y="943"/>
                </a:lnTo>
                <a:lnTo>
                  <a:pt x="239" y="943"/>
                </a:lnTo>
                <a:lnTo>
                  <a:pt x="239" y="941"/>
                </a:lnTo>
                <a:lnTo>
                  <a:pt x="238" y="940"/>
                </a:lnTo>
                <a:lnTo>
                  <a:pt x="238" y="939"/>
                </a:lnTo>
                <a:lnTo>
                  <a:pt x="238" y="938"/>
                </a:lnTo>
                <a:lnTo>
                  <a:pt x="236" y="937"/>
                </a:lnTo>
                <a:lnTo>
                  <a:pt x="235" y="936"/>
                </a:lnTo>
                <a:lnTo>
                  <a:pt x="235" y="935"/>
                </a:lnTo>
                <a:lnTo>
                  <a:pt x="235" y="934"/>
                </a:lnTo>
                <a:lnTo>
                  <a:pt x="234" y="934"/>
                </a:lnTo>
                <a:lnTo>
                  <a:pt x="233" y="933"/>
                </a:lnTo>
                <a:lnTo>
                  <a:pt x="234" y="933"/>
                </a:lnTo>
                <a:lnTo>
                  <a:pt x="235" y="933"/>
                </a:lnTo>
                <a:lnTo>
                  <a:pt x="236" y="932"/>
                </a:lnTo>
                <a:lnTo>
                  <a:pt x="237" y="931"/>
                </a:lnTo>
                <a:lnTo>
                  <a:pt x="237" y="930"/>
                </a:lnTo>
                <a:lnTo>
                  <a:pt x="238" y="929"/>
                </a:lnTo>
                <a:lnTo>
                  <a:pt x="238" y="928"/>
                </a:lnTo>
                <a:lnTo>
                  <a:pt x="238" y="927"/>
                </a:lnTo>
                <a:lnTo>
                  <a:pt x="237" y="926"/>
                </a:lnTo>
                <a:lnTo>
                  <a:pt x="237" y="925"/>
                </a:lnTo>
                <a:lnTo>
                  <a:pt x="237" y="924"/>
                </a:lnTo>
                <a:lnTo>
                  <a:pt x="236" y="923"/>
                </a:lnTo>
                <a:lnTo>
                  <a:pt x="235" y="922"/>
                </a:lnTo>
                <a:lnTo>
                  <a:pt x="236" y="919"/>
                </a:lnTo>
                <a:lnTo>
                  <a:pt x="236" y="918"/>
                </a:lnTo>
                <a:lnTo>
                  <a:pt x="236" y="917"/>
                </a:lnTo>
                <a:lnTo>
                  <a:pt x="236" y="916"/>
                </a:lnTo>
                <a:lnTo>
                  <a:pt x="235" y="916"/>
                </a:lnTo>
                <a:lnTo>
                  <a:pt x="233" y="915"/>
                </a:lnTo>
                <a:lnTo>
                  <a:pt x="232" y="915"/>
                </a:lnTo>
                <a:lnTo>
                  <a:pt x="232" y="916"/>
                </a:lnTo>
                <a:lnTo>
                  <a:pt x="232" y="917"/>
                </a:lnTo>
                <a:lnTo>
                  <a:pt x="231" y="917"/>
                </a:lnTo>
                <a:lnTo>
                  <a:pt x="231" y="916"/>
                </a:lnTo>
                <a:lnTo>
                  <a:pt x="231" y="914"/>
                </a:lnTo>
                <a:lnTo>
                  <a:pt x="232" y="914"/>
                </a:lnTo>
                <a:lnTo>
                  <a:pt x="231" y="913"/>
                </a:lnTo>
                <a:lnTo>
                  <a:pt x="230" y="913"/>
                </a:lnTo>
                <a:lnTo>
                  <a:pt x="230" y="912"/>
                </a:lnTo>
                <a:lnTo>
                  <a:pt x="229" y="912"/>
                </a:lnTo>
                <a:lnTo>
                  <a:pt x="228" y="911"/>
                </a:lnTo>
                <a:lnTo>
                  <a:pt x="228" y="910"/>
                </a:lnTo>
                <a:lnTo>
                  <a:pt x="229" y="910"/>
                </a:lnTo>
                <a:lnTo>
                  <a:pt x="230" y="910"/>
                </a:lnTo>
                <a:lnTo>
                  <a:pt x="230" y="909"/>
                </a:lnTo>
                <a:lnTo>
                  <a:pt x="230" y="907"/>
                </a:lnTo>
                <a:lnTo>
                  <a:pt x="229" y="907"/>
                </a:lnTo>
                <a:lnTo>
                  <a:pt x="229" y="906"/>
                </a:lnTo>
                <a:lnTo>
                  <a:pt x="228" y="907"/>
                </a:lnTo>
                <a:lnTo>
                  <a:pt x="227" y="907"/>
                </a:lnTo>
                <a:lnTo>
                  <a:pt x="226" y="906"/>
                </a:lnTo>
                <a:lnTo>
                  <a:pt x="227" y="906"/>
                </a:lnTo>
                <a:lnTo>
                  <a:pt x="226" y="905"/>
                </a:lnTo>
                <a:lnTo>
                  <a:pt x="225" y="905"/>
                </a:lnTo>
                <a:lnTo>
                  <a:pt x="225" y="904"/>
                </a:lnTo>
                <a:lnTo>
                  <a:pt x="225" y="903"/>
                </a:lnTo>
                <a:lnTo>
                  <a:pt x="225" y="902"/>
                </a:lnTo>
                <a:lnTo>
                  <a:pt x="224" y="900"/>
                </a:lnTo>
                <a:lnTo>
                  <a:pt x="225" y="900"/>
                </a:lnTo>
                <a:lnTo>
                  <a:pt x="224" y="899"/>
                </a:lnTo>
                <a:lnTo>
                  <a:pt x="224" y="898"/>
                </a:lnTo>
                <a:lnTo>
                  <a:pt x="224" y="897"/>
                </a:lnTo>
                <a:lnTo>
                  <a:pt x="224" y="896"/>
                </a:lnTo>
                <a:lnTo>
                  <a:pt x="224" y="895"/>
                </a:lnTo>
                <a:lnTo>
                  <a:pt x="225" y="894"/>
                </a:lnTo>
                <a:lnTo>
                  <a:pt x="225" y="892"/>
                </a:lnTo>
                <a:lnTo>
                  <a:pt x="226" y="891"/>
                </a:lnTo>
                <a:lnTo>
                  <a:pt x="226" y="890"/>
                </a:lnTo>
                <a:lnTo>
                  <a:pt x="227" y="890"/>
                </a:lnTo>
                <a:lnTo>
                  <a:pt x="227" y="889"/>
                </a:lnTo>
                <a:lnTo>
                  <a:pt x="227" y="888"/>
                </a:lnTo>
                <a:lnTo>
                  <a:pt x="228" y="888"/>
                </a:lnTo>
                <a:lnTo>
                  <a:pt x="228" y="887"/>
                </a:lnTo>
                <a:lnTo>
                  <a:pt x="229" y="886"/>
                </a:lnTo>
                <a:lnTo>
                  <a:pt x="230" y="886"/>
                </a:lnTo>
                <a:lnTo>
                  <a:pt x="231" y="886"/>
                </a:lnTo>
                <a:lnTo>
                  <a:pt x="231" y="885"/>
                </a:lnTo>
                <a:lnTo>
                  <a:pt x="231" y="884"/>
                </a:lnTo>
                <a:lnTo>
                  <a:pt x="232" y="883"/>
                </a:lnTo>
                <a:lnTo>
                  <a:pt x="233" y="883"/>
                </a:lnTo>
                <a:lnTo>
                  <a:pt x="233" y="882"/>
                </a:lnTo>
                <a:lnTo>
                  <a:pt x="234" y="882"/>
                </a:lnTo>
                <a:lnTo>
                  <a:pt x="234" y="881"/>
                </a:lnTo>
                <a:lnTo>
                  <a:pt x="235" y="880"/>
                </a:lnTo>
                <a:lnTo>
                  <a:pt x="235" y="879"/>
                </a:lnTo>
                <a:lnTo>
                  <a:pt x="234" y="879"/>
                </a:lnTo>
                <a:lnTo>
                  <a:pt x="233" y="878"/>
                </a:lnTo>
                <a:lnTo>
                  <a:pt x="232" y="877"/>
                </a:lnTo>
                <a:lnTo>
                  <a:pt x="231" y="876"/>
                </a:lnTo>
                <a:lnTo>
                  <a:pt x="231" y="877"/>
                </a:lnTo>
                <a:lnTo>
                  <a:pt x="230" y="877"/>
                </a:lnTo>
                <a:lnTo>
                  <a:pt x="229" y="877"/>
                </a:lnTo>
                <a:lnTo>
                  <a:pt x="229" y="876"/>
                </a:lnTo>
                <a:lnTo>
                  <a:pt x="228" y="875"/>
                </a:lnTo>
                <a:lnTo>
                  <a:pt x="228" y="874"/>
                </a:lnTo>
                <a:lnTo>
                  <a:pt x="227" y="874"/>
                </a:lnTo>
                <a:lnTo>
                  <a:pt x="226" y="873"/>
                </a:lnTo>
                <a:lnTo>
                  <a:pt x="225" y="874"/>
                </a:lnTo>
                <a:lnTo>
                  <a:pt x="224" y="874"/>
                </a:lnTo>
                <a:lnTo>
                  <a:pt x="223" y="874"/>
                </a:lnTo>
                <a:lnTo>
                  <a:pt x="222" y="874"/>
                </a:lnTo>
                <a:lnTo>
                  <a:pt x="222" y="873"/>
                </a:lnTo>
                <a:lnTo>
                  <a:pt x="222" y="871"/>
                </a:lnTo>
                <a:lnTo>
                  <a:pt x="223" y="871"/>
                </a:lnTo>
                <a:lnTo>
                  <a:pt x="223" y="870"/>
                </a:lnTo>
                <a:lnTo>
                  <a:pt x="223" y="869"/>
                </a:lnTo>
                <a:lnTo>
                  <a:pt x="222" y="868"/>
                </a:lnTo>
                <a:lnTo>
                  <a:pt x="222" y="867"/>
                </a:lnTo>
                <a:lnTo>
                  <a:pt x="222" y="866"/>
                </a:lnTo>
                <a:lnTo>
                  <a:pt x="222" y="864"/>
                </a:lnTo>
                <a:lnTo>
                  <a:pt x="222" y="863"/>
                </a:lnTo>
                <a:lnTo>
                  <a:pt x="222" y="862"/>
                </a:lnTo>
                <a:lnTo>
                  <a:pt x="222" y="860"/>
                </a:lnTo>
                <a:lnTo>
                  <a:pt x="221" y="860"/>
                </a:lnTo>
                <a:lnTo>
                  <a:pt x="219" y="860"/>
                </a:lnTo>
                <a:lnTo>
                  <a:pt x="218" y="861"/>
                </a:lnTo>
                <a:lnTo>
                  <a:pt x="217" y="861"/>
                </a:lnTo>
                <a:lnTo>
                  <a:pt x="217" y="860"/>
                </a:lnTo>
                <a:lnTo>
                  <a:pt x="217" y="859"/>
                </a:lnTo>
                <a:lnTo>
                  <a:pt x="216" y="858"/>
                </a:lnTo>
                <a:lnTo>
                  <a:pt x="217" y="857"/>
                </a:lnTo>
                <a:lnTo>
                  <a:pt x="216" y="857"/>
                </a:lnTo>
                <a:lnTo>
                  <a:pt x="216" y="856"/>
                </a:lnTo>
                <a:lnTo>
                  <a:pt x="216" y="855"/>
                </a:lnTo>
                <a:lnTo>
                  <a:pt x="217" y="854"/>
                </a:lnTo>
                <a:lnTo>
                  <a:pt x="217" y="853"/>
                </a:lnTo>
                <a:lnTo>
                  <a:pt x="216" y="852"/>
                </a:lnTo>
                <a:lnTo>
                  <a:pt x="215" y="851"/>
                </a:lnTo>
                <a:lnTo>
                  <a:pt x="215" y="850"/>
                </a:lnTo>
                <a:lnTo>
                  <a:pt x="214" y="850"/>
                </a:lnTo>
                <a:lnTo>
                  <a:pt x="214" y="849"/>
                </a:lnTo>
                <a:lnTo>
                  <a:pt x="213" y="848"/>
                </a:lnTo>
                <a:lnTo>
                  <a:pt x="212" y="848"/>
                </a:lnTo>
                <a:lnTo>
                  <a:pt x="212" y="847"/>
                </a:lnTo>
                <a:lnTo>
                  <a:pt x="212" y="848"/>
                </a:lnTo>
                <a:lnTo>
                  <a:pt x="212" y="847"/>
                </a:lnTo>
                <a:lnTo>
                  <a:pt x="212" y="846"/>
                </a:lnTo>
                <a:lnTo>
                  <a:pt x="212" y="845"/>
                </a:lnTo>
                <a:lnTo>
                  <a:pt x="211" y="845"/>
                </a:lnTo>
                <a:lnTo>
                  <a:pt x="212" y="845"/>
                </a:lnTo>
                <a:lnTo>
                  <a:pt x="213" y="844"/>
                </a:lnTo>
                <a:lnTo>
                  <a:pt x="213" y="843"/>
                </a:lnTo>
                <a:lnTo>
                  <a:pt x="212" y="843"/>
                </a:lnTo>
                <a:lnTo>
                  <a:pt x="212" y="842"/>
                </a:lnTo>
                <a:lnTo>
                  <a:pt x="211" y="841"/>
                </a:lnTo>
                <a:lnTo>
                  <a:pt x="210" y="840"/>
                </a:lnTo>
                <a:lnTo>
                  <a:pt x="209" y="840"/>
                </a:lnTo>
                <a:lnTo>
                  <a:pt x="209" y="839"/>
                </a:lnTo>
                <a:lnTo>
                  <a:pt x="208" y="839"/>
                </a:lnTo>
                <a:lnTo>
                  <a:pt x="208" y="840"/>
                </a:lnTo>
                <a:lnTo>
                  <a:pt x="207" y="840"/>
                </a:lnTo>
                <a:lnTo>
                  <a:pt x="206" y="839"/>
                </a:lnTo>
                <a:lnTo>
                  <a:pt x="206" y="838"/>
                </a:lnTo>
                <a:lnTo>
                  <a:pt x="205" y="837"/>
                </a:lnTo>
                <a:lnTo>
                  <a:pt x="204" y="836"/>
                </a:lnTo>
                <a:lnTo>
                  <a:pt x="203" y="835"/>
                </a:lnTo>
                <a:lnTo>
                  <a:pt x="203" y="834"/>
                </a:lnTo>
                <a:lnTo>
                  <a:pt x="202" y="834"/>
                </a:lnTo>
                <a:lnTo>
                  <a:pt x="201" y="833"/>
                </a:lnTo>
                <a:lnTo>
                  <a:pt x="200" y="833"/>
                </a:lnTo>
                <a:lnTo>
                  <a:pt x="199" y="831"/>
                </a:lnTo>
                <a:lnTo>
                  <a:pt x="199" y="830"/>
                </a:lnTo>
                <a:lnTo>
                  <a:pt x="199" y="829"/>
                </a:lnTo>
                <a:lnTo>
                  <a:pt x="200" y="828"/>
                </a:lnTo>
                <a:lnTo>
                  <a:pt x="201" y="828"/>
                </a:lnTo>
                <a:lnTo>
                  <a:pt x="202" y="828"/>
                </a:lnTo>
                <a:lnTo>
                  <a:pt x="203" y="827"/>
                </a:lnTo>
                <a:lnTo>
                  <a:pt x="203" y="826"/>
                </a:lnTo>
                <a:lnTo>
                  <a:pt x="202" y="825"/>
                </a:lnTo>
                <a:lnTo>
                  <a:pt x="201" y="825"/>
                </a:lnTo>
                <a:lnTo>
                  <a:pt x="201" y="824"/>
                </a:lnTo>
                <a:lnTo>
                  <a:pt x="200" y="823"/>
                </a:lnTo>
                <a:lnTo>
                  <a:pt x="199" y="822"/>
                </a:lnTo>
                <a:lnTo>
                  <a:pt x="198" y="821"/>
                </a:lnTo>
                <a:lnTo>
                  <a:pt x="197" y="820"/>
                </a:lnTo>
                <a:lnTo>
                  <a:pt x="196" y="820"/>
                </a:lnTo>
                <a:lnTo>
                  <a:pt x="196" y="821"/>
                </a:lnTo>
                <a:lnTo>
                  <a:pt x="195" y="821"/>
                </a:lnTo>
                <a:lnTo>
                  <a:pt x="195" y="822"/>
                </a:lnTo>
                <a:lnTo>
                  <a:pt x="194" y="822"/>
                </a:lnTo>
                <a:lnTo>
                  <a:pt x="194" y="823"/>
                </a:lnTo>
                <a:lnTo>
                  <a:pt x="193" y="823"/>
                </a:lnTo>
                <a:lnTo>
                  <a:pt x="193" y="822"/>
                </a:lnTo>
                <a:lnTo>
                  <a:pt x="194" y="821"/>
                </a:lnTo>
                <a:lnTo>
                  <a:pt x="193" y="821"/>
                </a:lnTo>
                <a:lnTo>
                  <a:pt x="192" y="821"/>
                </a:lnTo>
                <a:lnTo>
                  <a:pt x="191" y="820"/>
                </a:lnTo>
                <a:lnTo>
                  <a:pt x="188" y="818"/>
                </a:lnTo>
                <a:lnTo>
                  <a:pt x="187" y="817"/>
                </a:lnTo>
                <a:lnTo>
                  <a:pt x="186" y="816"/>
                </a:lnTo>
                <a:lnTo>
                  <a:pt x="186" y="815"/>
                </a:lnTo>
                <a:lnTo>
                  <a:pt x="186" y="814"/>
                </a:lnTo>
                <a:lnTo>
                  <a:pt x="185" y="813"/>
                </a:lnTo>
                <a:lnTo>
                  <a:pt x="184" y="813"/>
                </a:lnTo>
                <a:lnTo>
                  <a:pt x="183" y="812"/>
                </a:lnTo>
                <a:lnTo>
                  <a:pt x="182" y="812"/>
                </a:lnTo>
                <a:lnTo>
                  <a:pt x="181" y="811"/>
                </a:lnTo>
                <a:lnTo>
                  <a:pt x="181" y="810"/>
                </a:lnTo>
                <a:lnTo>
                  <a:pt x="181" y="809"/>
                </a:lnTo>
                <a:lnTo>
                  <a:pt x="182" y="808"/>
                </a:lnTo>
                <a:lnTo>
                  <a:pt x="183" y="808"/>
                </a:lnTo>
                <a:lnTo>
                  <a:pt x="183" y="807"/>
                </a:lnTo>
                <a:lnTo>
                  <a:pt x="182" y="805"/>
                </a:lnTo>
                <a:lnTo>
                  <a:pt x="181" y="805"/>
                </a:lnTo>
                <a:lnTo>
                  <a:pt x="181" y="804"/>
                </a:lnTo>
                <a:lnTo>
                  <a:pt x="182" y="804"/>
                </a:lnTo>
                <a:lnTo>
                  <a:pt x="182" y="803"/>
                </a:lnTo>
                <a:lnTo>
                  <a:pt x="183" y="802"/>
                </a:lnTo>
                <a:lnTo>
                  <a:pt x="184" y="801"/>
                </a:lnTo>
                <a:lnTo>
                  <a:pt x="184" y="800"/>
                </a:lnTo>
                <a:lnTo>
                  <a:pt x="185" y="800"/>
                </a:lnTo>
                <a:lnTo>
                  <a:pt x="184" y="799"/>
                </a:lnTo>
                <a:lnTo>
                  <a:pt x="185" y="797"/>
                </a:lnTo>
                <a:lnTo>
                  <a:pt x="186" y="796"/>
                </a:lnTo>
                <a:lnTo>
                  <a:pt x="187" y="795"/>
                </a:lnTo>
                <a:lnTo>
                  <a:pt x="187" y="794"/>
                </a:lnTo>
                <a:lnTo>
                  <a:pt x="187" y="793"/>
                </a:lnTo>
                <a:lnTo>
                  <a:pt x="187" y="792"/>
                </a:lnTo>
                <a:lnTo>
                  <a:pt x="188" y="791"/>
                </a:lnTo>
                <a:lnTo>
                  <a:pt x="189" y="790"/>
                </a:lnTo>
                <a:lnTo>
                  <a:pt x="189" y="789"/>
                </a:lnTo>
                <a:lnTo>
                  <a:pt x="190" y="788"/>
                </a:lnTo>
                <a:lnTo>
                  <a:pt x="189" y="788"/>
                </a:lnTo>
                <a:lnTo>
                  <a:pt x="188" y="786"/>
                </a:lnTo>
                <a:lnTo>
                  <a:pt x="188" y="785"/>
                </a:lnTo>
                <a:lnTo>
                  <a:pt x="187" y="784"/>
                </a:lnTo>
                <a:lnTo>
                  <a:pt x="186" y="784"/>
                </a:lnTo>
                <a:lnTo>
                  <a:pt x="185" y="784"/>
                </a:lnTo>
                <a:lnTo>
                  <a:pt x="184" y="784"/>
                </a:lnTo>
                <a:lnTo>
                  <a:pt x="183" y="784"/>
                </a:lnTo>
                <a:lnTo>
                  <a:pt x="182" y="784"/>
                </a:lnTo>
                <a:lnTo>
                  <a:pt x="182" y="785"/>
                </a:lnTo>
                <a:lnTo>
                  <a:pt x="181" y="786"/>
                </a:lnTo>
                <a:lnTo>
                  <a:pt x="181" y="787"/>
                </a:lnTo>
                <a:lnTo>
                  <a:pt x="179" y="788"/>
                </a:lnTo>
                <a:lnTo>
                  <a:pt x="179" y="789"/>
                </a:lnTo>
                <a:lnTo>
                  <a:pt x="178" y="789"/>
                </a:lnTo>
                <a:lnTo>
                  <a:pt x="177" y="789"/>
                </a:lnTo>
                <a:lnTo>
                  <a:pt x="176" y="788"/>
                </a:lnTo>
                <a:lnTo>
                  <a:pt x="175" y="787"/>
                </a:lnTo>
                <a:lnTo>
                  <a:pt x="174" y="788"/>
                </a:lnTo>
                <a:lnTo>
                  <a:pt x="172" y="788"/>
                </a:lnTo>
                <a:lnTo>
                  <a:pt x="171" y="788"/>
                </a:lnTo>
                <a:lnTo>
                  <a:pt x="169" y="789"/>
                </a:lnTo>
                <a:lnTo>
                  <a:pt x="169" y="790"/>
                </a:lnTo>
                <a:lnTo>
                  <a:pt x="168" y="790"/>
                </a:lnTo>
                <a:lnTo>
                  <a:pt x="167" y="790"/>
                </a:lnTo>
                <a:lnTo>
                  <a:pt x="166" y="790"/>
                </a:lnTo>
                <a:lnTo>
                  <a:pt x="165" y="790"/>
                </a:lnTo>
                <a:lnTo>
                  <a:pt x="164" y="790"/>
                </a:lnTo>
                <a:lnTo>
                  <a:pt x="163" y="790"/>
                </a:lnTo>
                <a:lnTo>
                  <a:pt x="163" y="791"/>
                </a:lnTo>
                <a:lnTo>
                  <a:pt x="162" y="791"/>
                </a:lnTo>
                <a:lnTo>
                  <a:pt x="160" y="791"/>
                </a:lnTo>
                <a:lnTo>
                  <a:pt x="160" y="792"/>
                </a:lnTo>
                <a:lnTo>
                  <a:pt x="159" y="793"/>
                </a:lnTo>
                <a:lnTo>
                  <a:pt x="158" y="793"/>
                </a:lnTo>
                <a:lnTo>
                  <a:pt x="157" y="793"/>
                </a:lnTo>
                <a:lnTo>
                  <a:pt x="156" y="794"/>
                </a:lnTo>
                <a:lnTo>
                  <a:pt x="156" y="795"/>
                </a:lnTo>
                <a:lnTo>
                  <a:pt x="155" y="795"/>
                </a:lnTo>
                <a:lnTo>
                  <a:pt x="154" y="795"/>
                </a:lnTo>
                <a:lnTo>
                  <a:pt x="154" y="794"/>
                </a:lnTo>
                <a:lnTo>
                  <a:pt x="153" y="794"/>
                </a:lnTo>
                <a:lnTo>
                  <a:pt x="152" y="794"/>
                </a:lnTo>
                <a:lnTo>
                  <a:pt x="151" y="794"/>
                </a:lnTo>
                <a:lnTo>
                  <a:pt x="151" y="793"/>
                </a:lnTo>
                <a:lnTo>
                  <a:pt x="150" y="793"/>
                </a:lnTo>
                <a:lnTo>
                  <a:pt x="149" y="793"/>
                </a:lnTo>
                <a:lnTo>
                  <a:pt x="149" y="794"/>
                </a:lnTo>
                <a:lnTo>
                  <a:pt x="149" y="795"/>
                </a:lnTo>
                <a:lnTo>
                  <a:pt x="148" y="796"/>
                </a:lnTo>
                <a:lnTo>
                  <a:pt x="148" y="797"/>
                </a:lnTo>
                <a:lnTo>
                  <a:pt x="147" y="797"/>
                </a:lnTo>
                <a:lnTo>
                  <a:pt x="146" y="798"/>
                </a:lnTo>
                <a:lnTo>
                  <a:pt x="145" y="799"/>
                </a:lnTo>
                <a:lnTo>
                  <a:pt x="145" y="800"/>
                </a:lnTo>
                <a:lnTo>
                  <a:pt x="144" y="800"/>
                </a:lnTo>
                <a:lnTo>
                  <a:pt x="144" y="801"/>
                </a:lnTo>
                <a:lnTo>
                  <a:pt x="143" y="802"/>
                </a:lnTo>
                <a:lnTo>
                  <a:pt x="142" y="803"/>
                </a:lnTo>
                <a:lnTo>
                  <a:pt x="142" y="804"/>
                </a:lnTo>
                <a:lnTo>
                  <a:pt x="142" y="803"/>
                </a:lnTo>
                <a:lnTo>
                  <a:pt x="142" y="802"/>
                </a:lnTo>
                <a:lnTo>
                  <a:pt x="141" y="802"/>
                </a:lnTo>
                <a:lnTo>
                  <a:pt x="141" y="803"/>
                </a:lnTo>
                <a:lnTo>
                  <a:pt x="140" y="803"/>
                </a:lnTo>
                <a:lnTo>
                  <a:pt x="139" y="804"/>
                </a:lnTo>
                <a:lnTo>
                  <a:pt x="138" y="804"/>
                </a:lnTo>
                <a:lnTo>
                  <a:pt x="138" y="805"/>
                </a:lnTo>
                <a:lnTo>
                  <a:pt x="137" y="804"/>
                </a:lnTo>
                <a:lnTo>
                  <a:pt x="136" y="803"/>
                </a:lnTo>
                <a:lnTo>
                  <a:pt x="135" y="803"/>
                </a:lnTo>
                <a:lnTo>
                  <a:pt x="134" y="803"/>
                </a:lnTo>
                <a:lnTo>
                  <a:pt x="133" y="802"/>
                </a:lnTo>
                <a:lnTo>
                  <a:pt x="133" y="801"/>
                </a:lnTo>
                <a:lnTo>
                  <a:pt x="134" y="801"/>
                </a:lnTo>
                <a:lnTo>
                  <a:pt x="133" y="800"/>
                </a:lnTo>
                <a:lnTo>
                  <a:pt x="134" y="800"/>
                </a:lnTo>
                <a:lnTo>
                  <a:pt x="134" y="799"/>
                </a:lnTo>
                <a:lnTo>
                  <a:pt x="134" y="798"/>
                </a:lnTo>
                <a:lnTo>
                  <a:pt x="134" y="797"/>
                </a:lnTo>
                <a:lnTo>
                  <a:pt x="134" y="796"/>
                </a:lnTo>
                <a:lnTo>
                  <a:pt x="134" y="795"/>
                </a:lnTo>
                <a:lnTo>
                  <a:pt x="134" y="794"/>
                </a:lnTo>
                <a:lnTo>
                  <a:pt x="133" y="794"/>
                </a:lnTo>
                <a:lnTo>
                  <a:pt x="133" y="793"/>
                </a:lnTo>
                <a:lnTo>
                  <a:pt x="132" y="792"/>
                </a:lnTo>
                <a:lnTo>
                  <a:pt x="131" y="792"/>
                </a:lnTo>
                <a:lnTo>
                  <a:pt x="131" y="791"/>
                </a:lnTo>
                <a:lnTo>
                  <a:pt x="131" y="790"/>
                </a:lnTo>
                <a:lnTo>
                  <a:pt x="131" y="789"/>
                </a:lnTo>
                <a:lnTo>
                  <a:pt x="131" y="788"/>
                </a:lnTo>
                <a:lnTo>
                  <a:pt x="131" y="786"/>
                </a:lnTo>
                <a:lnTo>
                  <a:pt x="130" y="785"/>
                </a:lnTo>
                <a:lnTo>
                  <a:pt x="129" y="785"/>
                </a:lnTo>
                <a:lnTo>
                  <a:pt x="128" y="783"/>
                </a:lnTo>
                <a:lnTo>
                  <a:pt x="127" y="783"/>
                </a:lnTo>
                <a:lnTo>
                  <a:pt x="127" y="782"/>
                </a:lnTo>
                <a:lnTo>
                  <a:pt x="126" y="783"/>
                </a:lnTo>
                <a:lnTo>
                  <a:pt x="124" y="783"/>
                </a:lnTo>
                <a:lnTo>
                  <a:pt x="123" y="783"/>
                </a:lnTo>
                <a:lnTo>
                  <a:pt x="122" y="784"/>
                </a:lnTo>
                <a:lnTo>
                  <a:pt x="121" y="784"/>
                </a:lnTo>
                <a:lnTo>
                  <a:pt x="120" y="784"/>
                </a:lnTo>
                <a:lnTo>
                  <a:pt x="119" y="783"/>
                </a:lnTo>
                <a:lnTo>
                  <a:pt x="119" y="782"/>
                </a:lnTo>
                <a:lnTo>
                  <a:pt x="119" y="781"/>
                </a:lnTo>
                <a:lnTo>
                  <a:pt x="118" y="780"/>
                </a:lnTo>
                <a:lnTo>
                  <a:pt x="117" y="780"/>
                </a:lnTo>
                <a:lnTo>
                  <a:pt x="117" y="781"/>
                </a:lnTo>
                <a:lnTo>
                  <a:pt x="116" y="780"/>
                </a:lnTo>
                <a:lnTo>
                  <a:pt x="116" y="779"/>
                </a:lnTo>
                <a:lnTo>
                  <a:pt x="115" y="779"/>
                </a:lnTo>
                <a:lnTo>
                  <a:pt x="114" y="779"/>
                </a:lnTo>
                <a:lnTo>
                  <a:pt x="113" y="778"/>
                </a:lnTo>
                <a:lnTo>
                  <a:pt x="114" y="777"/>
                </a:lnTo>
                <a:lnTo>
                  <a:pt x="114" y="775"/>
                </a:lnTo>
                <a:lnTo>
                  <a:pt x="114" y="774"/>
                </a:lnTo>
                <a:lnTo>
                  <a:pt x="113" y="774"/>
                </a:lnTo>
                <a:lnTo>
                  <a:pt x="113" y="773"/>
                </a:lnTo>
                <a:lnTo>
                  <a:pt x="111" y="772"/>
                </a:lnTo>
                <a:lnTo>
                  <a:pt x="110" y="771"/>
                </a:lnTo>
                <a:lnTo>
                  <a:pt x="110" y="770"/>
                </a:lnTo>
                <a:lnTo>
                  <a:pt x="110" y="769"/>
                </a:lnTo>
                <a:lnTo>
                  <a:pt x="109" y="769"/>
                </a:lnTo>
                <a:lnTo>
                  <a:pt x="108" y="770"/>
                </a:lnTo>
                <a:lnTo>
                  <a:pt x="107" y="770"/>
                </a:lnTo>
                <a:lnTo>
                  <a:pt x="106" y="770"/>
                </a:lnTo>
                <a:lnTo>
                  <a:pt x="106" y="769"/>
                </a:lnTo>
                <a:lnTo>
                  <a:pt x="107" y="769"/>
                </a:lnTo>
                <a:lnTo>
                  <a:pt x="106" y="768"/>
                </a:lnTo>
                <a:lnTo>
                  <a:pt x="105" y="768"/>
                </a:lnTo>
                <a:lnTo>
                  <a:pt x="105" y="767"/>
                </a:lnTo>
                <a:lnTo>
                  <a:pt x="105" y="765"/>
                </a:lnTo>
                <a:lnTo>
                  <a:pt x="105" y="764"/>
                </a:lnTo>
                <a:lnTo>
                  <a:pt x="105" y="763"/>
                </a:lnTo>
                <a:lnTo>
                  <a:pt x="106" y="763"/>
                </a:lnTo>
                <a:lnTo>
                  <a:pt x="107" y="762"/>
                </a:lnTo>
                <a:lnTo>
                  <a:pt x="108" y="762"/>
                </a:lnTo>
                <a:lnTo>
                  <a:pt x="109" y="762"/>
                </a:lnTo>
                <a:lnTo>
                  <a:pt x="110" y="761"/>
                </a:lnTo>
                <a:lnTo>
                  <a:pt x="111" y="760"/>
                </a:lnTo>
                <a:lnTo>
                  <a:pt x="112" y="760"/>
                </a:lnTo>
                <a:lnTo>
                  <a:pt x="112" y="759"/>
                </a:lnTo>
                <a:lnTo>
                  <a:pt x="111" y="758"/>
                </a:lnTo>
                <a:lnTo>
                  <a:pt x="110" y="757"/>
                </a:lnTo>
                <a:lnTo>
                  <a:pt x="108" y="757"/>
                </a:lnTo>
                <a:lnTo>
                  <a:pt x="107" y="756"/>
                </a:lnTo>
                <a:lnTo>
                  <a:pt x="106" y="754"/>
                </a:lnTo>
                <a:lnTo>
                  <a:pt x="106" y="753"/>
                </a:lnTo>
                <a:lnTo>
                  <a:pt x="107" y="753"/>
                </a:lnTo>
                <a:lnTo>
                  <a:pt x="107" y="752"/>
                </a:lnTo>
                <a:lnTo>
                  <a:pt x="106" y="752"/>
                </a:lnTo>
                <a:lnTo>
                  <a:pt x="104" y="753"/>
                </a:lnTo>
                <a:lnTo>
                  <a:pt x="103" y="753"/>
                </a:lnTo>
                <a:lnTo>
                  <a:pt x="103" y="754"/>
                </a:lnTo>
                <a:lnTo>
                  <a:pt x="103" y="755"/>
                </a:lnTo>
                <a:lnTo>
                  <a:pt x="102" y="755"/>
                </a:lnTo>
                <a:lnTo>
                  <a:pt x="102" y="754"/>
                </a:lnTo>
                <a:lnTo>
                  <a:pt x="101" y="754"/>
                </a:lnTo>
                <a:lnTo>
                  <a:pt x="101" y="755"/>
                </a:lnTo>
                <a:lnTo>
                  <a:pt x="100" y="756"/>
                </a:lnTo>
                <a:lnTo>
                  <a:pt x="100" y="757"/>
                </a:lnTo>
                <a:lnTo>
                  <a:pt x="99" y="757"/>
                </a:lnTo>
                <a:lnTo>
                  <a:pt x="99" y="758"/>
                </a:lnTo>
                <a:lnTo>
                  <a:pt x="99" y="760"/>
                </a:lnTo>
                <a:lnTo>
                  <a:pt x="99" y="762"/>
                </a:lnTo>
                <a:lnTo>
                  <a:pt x="99" y="763"/>
                </a:lnTo>
                <a:lnTo>
                  <a:pt x="98" y="764"/>
                </a:lnTo>
                <a:lnTo>
                  <a:pt x="97" y="765"/>
                </a:lnTo>
                <a:lnTo>
                  <a:pt x="96" y="765"/>
                </a:lnTo>
                <a:lnTo>
                  <a:pt x="95" y="766"/>
                </a:lnTo>
                <a:lnTo>
                  <a:pt x="94" y="766"/>
                </a:lnTo>
                <a:lnTo>
                  <a:pt x="93" y="768"/>
                </a:lnTo>
                <a:lnTo>
                  <a:pt x="92" y="769"/>
                </a:lnTo>
                <a:lnTo>
                  <a:pt x="91" y="770"/>
                </a:lnTo>
                <a:lnTo>
                  <a:pt x="89" y="770"/>
                </a:lnTo>
                <a:lnTo>
                  <a:pt x="88" y="770"/>
                </a:lnTo>
                <a:lnTo>
                  <a:pt x="86" y="771"/>
                </a:lnTo>
                <a:lnTo>
                  <a:pt x="85" y="771"/>
                </a:lnTo>
                <a:lnTo>
                  <a:pt x="84" y="771"/>
                </a:lnTo>
                <a:lnTo>
                  <a:pt x="83" y="772"/>
                </a:lnTo>
                <a:lnTo>
                  <a:pt x="82" y="772"/>
                </a:lnTo>
                <a:lnTo>
                  <a:pt x="82" y="773"/>
                </a:lnTo>
                <a:lnTo>
                  <a:pt x="81" y="772"/>
                </a:lnTo>
                <a:lnTo>
                  <a:pt x="80" y="772"/>
                </a:lnTo>
                <a:lnTo>
                  <a:pt x="79" y="771"/>
                </a:lnTo>
                <a:lnTo>
                  <a:pt x="78" y="772"/>
                </a:lnTo>
                <a:lnTo>
                  <a:pt x="78" y="771"/>
                </a:lnTo>
                <a:lnTo>
                  <a:pt x="79" y="771"/>
                </a:lnTo>
                <a:lnTo>
                  <a:pt x="80" y="769"/>
                </a:lnTo>
                <a:lnTo>
                  <a:pt x="80" y="768"/>
                </a:lnTo>
                <a:lnTo>
                  <a:pt x="81" y="767"/>
                </a:lnTo>
                <a:lnTo>
                  <a:pt x="81" y="766"/>
                </a:lnTo>
                <a:lnTo>
                  <a:pt x="81" y="765"/>
                </a:lnTo>
                <a:lnTo>
                  <a:pt x="80" y="765"/>
                </a:lnTo>
                <a:lnTo>
                  <a:pt x="79" y="765"/>
                </a:lnTo>
                <a:lnTo>
                  <a:pt x="78" y="765"/>
                </a:lnTo>
                <a:lnTo>
                  <a:pt x="78" y="766"/>
                </a:lnTo>
                <a:lnTo>
                  <a:pt x="77" y="766"/>
                </a:lnTo>
                <a:lnTo>
                  <a:pt x="76" y="766"/>
                </a:lnTo>
                <a:lnTo>
                  <a:pt x="75" y="764"/>
                </a:lnTo>
                <a:lnTo>
                  <a:pt x="75" y="763"/>
                </a:lnTo>
                <a:lnTo>
                  <a:pt x="75" y="762"/>
                </a:lnTo>
                <a:lnTo>
                  <a:pt x="74" y="761"/>
                </a:lnTo>
                <a:lnTo>
                  <a:pt x="72" y="761"/>
                </a:lnTo>
                <a:lnTo>
                  <a:pt x="71" y="760"/>
                </a:lnTo>
                <a:lnTo>
                  <a:pt x="71" y="759"/>
                </a:lnTo>
                <a:lnTo>
                  <a:pt x="70" y="758"/>
                </a:lnTo>
                <a:lnTo>
                  <a:pt x="69" y="758"/>
                </a:lnTo>
                <a:lnTo>
                  <a:pt x="69" y="756"/>
                </a:lnTo>
                <a:lnTo>
                  <a:pt x="69" y="757"/>
                </a:lnTo>
                <a:lnTo>
                  <a:pt x="68" y="757"/>
                </a:lnTo>
                <a:lnTo>
                  <a:pt x="67" y="757"/>
                </a:lnTo>
                <a:lnTo>
                  <a:pt x="67" y="758"/>
                </a:lnTo>
                <a:lnTo>
                  <a:pt x="67" y="759"/>
                </a:lnTo>
                <a:lnTo>
                  <a:pt x="66" y="759"/>
                </a:lnTo>
                <a:lnTo>
                  <a:pt x="65" y="760"/>
                </a:lnTo>
                <a:lnTo>
                  <a:pt x="65" y="761"/>
                </a:lnTo>
                <a:lnTo>
                  <a:pt x="64" y="761"/>
                </a:lnTo>
                <a:lnTo>
                  <a:pt x="64" y="762"/>
                </a:lnTo>
                <a:lnTo>
                  <a:pt x="63" y="763"/>
                </a:lnTo>
                <a:lnTo>
                  <a:pt x="63" y="764"/>
                </a:lnTo>
                <a:lnTo>
                  <a:pt x="62" y="764"/>
                </a:lnTo>
                <a:lnTo>
                  <a:pt x="61" y="764"/>
                </a:lnTo>
                <a:lnTo>
                  <a:pt x="61" y="765"/>
                </a:lnTo>
                <a:lnTo>
                  <a:pt x="60" y="764"/>
                </a:lnTo>
                <a:lnTo>
                  <a:pt x="59" y="764"/>
                </a:lnTo>
                <a:lnTo>
                  <a:pt x="58" y="764"/>
                </a:lnTo>
                <a:lnTo>
                  <a:pt x="57" y="764"/>
                </a:lnTo>
                <a:lnTo>
                  <a:pt x="55" y="764"/>
                </a:lnTo>
                <a:lnTo>
                  <a:pt x="53" y="764"/>
                </a:lnTo>
                <a:lnTo>
                  <a:pt x="52" y="764"/>
                </a:lnTo>
                <a:lnTo>
                  <a:pt x="52" y="765"/>
                </a:lnTo>
                <a:lnTo>
                  <a:pt x="52" y="767"/>
                </a:lnTo>
                <a:lnTo>
                  <a:pt x="51" y="767"/>
                </a:lnTo>
                <a:lnTo>
                  <a:pt x="50" y="767"/>
                </a:lnTo>
                <a:lnTo>
                  <a:pt x="50" y="766"/>
                </a:lnTo>
                <a:lnTo>
                  <a:pt x="51" y="766"/>
                </a:lnTo>
                <a:lnTo>
                  <a:pt x="51" y="765"/>
                </a:lnTo>
                <a:lnTo>
                  <a:pt x="50" y="764"/>
                </a:lnTo>
                <a:lnTo>
                  <a:pt x="48" y="764"/>
                </a:lnTo>
                <a:lnTo>
                  <a:pt x="47" y="765"/>
                </a:lnTo>
                <a:lnTo>
                  <a:pt x="46" y="763"/>
                </a:lnTo>
                <a:lnTo>
                  <a:pt x="45" y="763"/>
                </a:lnTo>
                <a:lnTo>
                  <a:pt x="44" y="763"/>
                </a:lnTo>
                <a:lnTo>
                  <a:pt x="43" y="762"/>
                </a:lnTo>
                <a:lnTo>
                  <a:pt x="43" y="761"/>
                </a:lnTo>
                <a:lnTo>
                  <a:pt x="43" y="760"/>
                </a:lnTo>
                <a:lnTo>
                  <a:pt x="42" y="760"/>
                </a:lnTo>
                <a:lnTo>
                  <a:pt x="41" y="759"/>
                </a:lnTo>
                <a:lnTo>
                  <a:pt x="41" y="758"/>
                </a:lnTo>
                <a:lnTo>
                  <a:pt x="40" y="758"/>
                </a:lnTo>
                <a:lnTo>
                  <a:pt x="40" y="757"/>
                </a:lnTo>
                <a:lnTo>
                  <a:pt x="39" y="757"/>
                </a:lnTo>
                <a:lnTo>
                  <a:pt x="38" y="756"/>
                </a:lnTo>
                <a:lnTo>
                  <a:pt x="38" y="755"/>
                </a:lnTo>
                <a:lnTo>
                  <a:pt x="37" y="755"/>
                </a:lnTo>
                <a:lnTo>
                  <a:pt x="36" y="755"/>
                </a:lnTo>
                <a:lnTo>
                  <a:pt x="35" y="756"/>
                </a:lnTo>
                <a:lnTo>
                  <a:pt x="34" y="757"/>
                </a:lnTo>
                <a:lnTo>
                  <a:pt x="33" y="757"/>
                </a:lnTo>
                <a:lnTo>
                  <a:pt x="32" y="756"/>
                </a:lnTo>
                <a:lnTo>
                  <a:pt x="31" y="756"/>
                </a:lnTo>
                <a:lnTo>
                  <a:pt x="30" y="756"/>
                </a:lnTo>
                <a:lnTo>
                  <a:pt x="29" y="753"/>
                </a:lnTo>
                <a:lnTo>
                  <a:pt x="28" y="753"/>
                </a:lnTo>
                <a:lnTo>
                  <a:pt x="28" y="754"/>
                </a:lnTo>
                <a:lnTo>
                  <a:pt x="27" y="754"/>
                </a:lnTo>
                <a:lnTo>
                  <a:pt x="24" y="754"/>
                </a:lnTo>
                <a:lnTo>
                  <a:pt x="22" y="753"/>
                </a:lnTo>
                <a:lnTo>
                  <a:pt x="20" y="753"/>
                </a:lnTo>
                <a:lnTo>
                  <a:pt x="19" y="754"/>
                </a:lnTo>
                <a:lnTo>
                  <a:pt x="19" y="753"/>
                </a:lnTo>
                <a:lnTo>
                  <a:pt x="18" y="753"/>
                </a:lnTo>
                <a:lnTo>
                  <a:pt x="16" y="753"/>
                </a:lnTo>
                <a:lnTo>
                  <a:pt x="15" y="752"/>
                </a:lnTo>
                <a:lnTo>
                  <a:pt x="14" y="751"/>
                </a:lnTo>
                <a:lnTo>
                  <a:pt x="13" y="751"/>
                </a:lnTo>
                <a:lnTo>
                  <a:pt x="12" y="750"/>
                </a:lnTo>
                <a:lnTo>
                  <a:pt x="12" y="749"/>
                </a:lnTo>
                <a:lnTo>
                  <a:pt x="11" y="749"/>
                </a:lnTo>
                <a:lnTo>
                  <a:pt x="11" y="748"/>
                </a:lnTo>
                <a:lnTo>
                  <a:pt x="10" y="748"/>
                </a:lnTo>
                <a:lnTo>
                  <a:pt x="9" y="748"/>
                </a:lnTo>
                <a:lnTo>
                  <a:pt x="8" y="747"/>
                </a:lnTo>
                <a:lnTo>
                  <a:pt x="8" y="745"/>
                </a:lnTo>
                <a:lnTo>
                  <a:pt x="8" y="744"/>
                </a:lnTo>
                <a:lnTo>
                  <a:pt x="9" y="744"/>
                </a:lnTo>
                <a:lnTo>
                  <a:pt x="10" y="743"/>
                </a:lnTo>
                <a:lnTo>
                  <a:pt x="12" y="744"/>
                </a:lnTo>
                <a:lnTo>
                  <a:pt x="12" y="745"/>
                </a:lnTo>
                <a:lnTo>
                  <a:pt x="13" y="746"/>
                </a:lnTo>
                <a:lnTo>
                  <a:pt x="14" y="746"/>
                </a:lnTo>
                <a:lnTo>
                  <a:pt x="14" y="745"/>
                </a:lnTo>
                <a:lnTo>
                  <a:pt x="15" y="745"/>
                </a:lnTo>
                <a:lnTo>
                  <a:pt x="15" y="746"/>
                </a:lnTo>
                <a:lnTo>
                  <a:pt x="16" y="746"/>
                </a:lnTo>
                <a:lnTo>
                  <a:pt x="17" y="746"/>
                </a:lnTo>
                <a:lnTo>
                  <a:pt x="18" y="745"/>
                </a:lnTo>
                <a:lnTo>
                  <a:pt x="17" y="744"/>
                </a:lnTo>
                <a:lnTo>
                  <a:pt x="16" y="743"/>
                </a:lnTo>
                <a:lnTo>
                  <a:pt x="16" y="742"/>
                </a:lnTo>
                <a:lnTo>
                  <a:pt x="15" y="741"/>
                </a:lnTo>
                <a:lnTo>
                  <a:pt x="14" y="741"/>
                </a:lnTo>
                <a:lnTo>
                  <a:pt x="13" y="741"/>
                </a:lnTo>
                <a:lnTo>
                  <a:pt x="13" y="740"/>
                </a:lnTo>
                <a:lnTo>
                  <a:pt x="13" y="739"/>
                </a:lnTo>
                <a:lnTo>
                  <a:pt x="12" y="739"/>
                </a:lnTo>
                <a:lnTo>
                  <a:pt x="11" y="739"/>
                </a:lnTo>
                <a:lnTo>
                  <a:pt x="10" y="739"/>
                </a:lnTo>
                <a:lnTo>
                  <a:pt x="9" y="738"/>
                </a:lnTo>
                <a:lnTo>
                  <a:pt x="8" y="738"/>
                </a:lnTo>
                <a:lnTo>
                  <a:pt x="8" y="736"/>
                </a:lnTo>
                <a:lnTo>
                  <a:pt x="7" y="734"/>
                </a:lnTo>
                <a:lnTo>
                  <a:pt x="8" y="733"/>
                </a:lnTo>
                <a:lnTo>
                  <a:pt x="9" y="733"/>
                </a:lnTo>
                <a:lnTo>
                  <a:pt x="10" y="733"/>
                </a:lnTo>
                <a:lnTo>
                  <a:pt x="10" y="732"/>
                </a:lnTo>
                <a:lnTo>
                  <a:pt x="11" y="731"/>
                </a:lnTo>
                <a:lnTo>
                  <a:pt x="12" y="731"/>
                </a:lnTo>
                <a:lnTo>
                  <a:pt x="11" y="731"/>
                </a:lnTo>
                <a:lnTo>
                  <a:pt x="11" y="730"/>
                </a:lnTo>
                <a:lnTo>
                  <a:pt x="12" y="729"/>
                </a:lnTo>
                <a:lnTo>
                  <a:pt x="14" y="729"/>
                </a:lnTo>
                <a:lnTo>
                  <a:pt x="15" y="730"/>
                </a:lnTo>
                <a:lnTo>
                  <a:pt x="16" y="729"/>
                </a:lnTo>
                <a:lnTo>
                  <a:pt x="16" y="728"/>
                </a:lnTo>
                <a:lnTo>
                  <a:pt x="17" y="728"/>
                </a:lnTo>
                <a:lnTo>
                  <a:pt x="17" y="727"/>
                </a:lnTo>
                <a:lnTo>
                  <a:pt x="16" y="726"/>
                </a:lnTo>
                <a:lnTo>
                  <a:pt x="15" y="726"/>
                </a:lnTo>
                <a:lnTo>
                  <a:pt x="15" y="725"/>
                </a:lnTo>
                <a:lnTo>
                  <a:pt x="14" y="725"/>
                </a:lnTo>
                <a:lnTo>
                  <a:pt x="14" y="724"/>
                </a:lnTo>
                <a:lnTo>
                  <a:pt x="14" y="723"/>
                </a:lnTo>
                <a:lnTo>
                  <a:pt x="14" y="722"/>
                </a:lnTo>
                <a:lnTo>
                  <a:pt x="13" y="721"/>
                </a:lnTo>
                <a:lnTo>
                  <a:pt x="12" y="720"/>
                </a:lnTo>
                <a:lnTo>
                  <a:pt x="11" y="720"/>
                </a:lnTo>
                <a:lnTo>
                  <a:pt x="10" y="720"/>
                </a:lnTo>
                <a:lnTo>
                  <a:pt x="9" y="720"/>
                </a:lnTo>
                <a:lnTo>
                  <a:pt x="8" y="720"/>
                </a:lnTo>
                <a:lnTo>
                  <a:pt x="7" y="720"/>
                </a:lnTo>
                <a:lnTo>
                  <a:pt x="7" y="719"/>
                </a:lnTo>
                <a:lnTo>
                  <a:pt x="6" y="719"/>
                </a:lnTo>
                <a:lnTo>
                  <a:pt x="7" y="718"/>
                </a:lnTo>
                <a:lnTo>
                  <a:pt x="7" y="717"/>
                </a:lnTo>
                <a:lnTo>
                  <a:pt x="7" y="716"/>
                </a:lnTo>
                <a:lnTo>
                  <a:pt x="6" y="716"/>
                </a:lnTo>
                <a:lnTo>
                  <a:pt x="6" y="715"/>
                </a:lnTo>
                <a:lnTo>
                  <a:pt x="5" y="714"/>
                </a:lnTo>
                <a:lnTo>
                  <a:pt x="5" y="713"/>
                </a:lnTo>
                <a:lnTo>
                  <a:pt x="6" y="713"/>
                </a:lnTo>
                <a:lnTo>
                  <a:pt x="7" y="713"/>
                </a:lnTo>
                <a:lnTo>
                  <a:pt x="8" y="712"/>
                </a:lnTo>
                <a:lnTo>
                  <a:pt x="8" y="711"/>
                </a:lnTo>
                <a:lnTo>
                  <a:pt x="7" y="710"/>
                </a:lnTo>
                <a:lnTo>
                  <a:pt x="7" y="709"/>
                </a:lnTo>
                <a:lnTo>
                  <a:pt x="6" y="708"/>
                </a:lnTo>
                <a:lnTo>
                  <a:pt x="5" y="707"/>
                </a:lnTo>
                <a:lnTo>
                  <a:pt x="4" y="708"/>
                </a:lnTo>
                <a:lnTo>
                  <a:pt x="3" y="708"/>
                </a:lnTo>
                <a:lnTo>
                  <a:pt x="2" y="708"/>
                </a:lnTo>
                <a:lnTo>
                  <a:pt x="2" y="707"/>
                </a:lnTo>
                <a:lnTo>
                  <a:pt x="1" y="708"/>
                </a:lnTo>
                <a:lnTo>
                  <a:pt x="0" y="707"/>
                </a:lnTo>
                <a:lnTo>
                  <a:pt x="0" y="706"/>
                </a:lnTo>
                <a:lnTo>
                  <a:pt x="0" y="705"/>
                </a:lnTo>
                <a:lnTo>
                  <a:pt x="1" y="705"/>
                </a:lnTo>
                <a:lnTo>
                  <a:pt x="2" y="705"/>
                </a:lnTo>
                <a:lnTo>
                  <a:pt x="1" y="704"/>
                </a:lnTo>
                <a:lnTo>
                  <a:pt x="0" y="703"/>
                </a:lnTo>
                <a:lnTo>
                  <a:pt x="1" y="703"/>
                </a:lnTo>
                <a:lnTo>
                  <a:pt x="1" y="701"/>
                </a:lnTo>
                <a:lnTo>
                  <a:pt x="1" y="700"/>
                </a:lnTo>
                <a:lnTo>
                  <a:pt x="0" y="699"/>
                </a:lnTo>
                <a:lnTo>
                  <a:pt x="0" y="698"/>
                </a:lnTo>
                <a:lnTo>
                  <a:pt x="0" y="697"/>
                </a:lnTo>
                <a:lnTo>
                  <a:pt x="0" y="696"/>
                </a:lnTo>
                <a:lnTo>
                  <a:pt x="1" y="695"/>
                </a:lnTo>
                <a:lnTo>
                  <a:pt x="2" y="694"/>
                </a:lnTo>
                <a:lnTo>
                  <a:pt x="2" y="693"/>
                </a:lnTo>
                <a:lnTo>
                  <a:pt x="3" y="694"/>
                </a:lnTo>
                <a:lnTo>
                  <a:pt x="3" y="695"/>
                </a:lnTo>
                <a:lnTo>
                  <a:pt x="4" y="695"/>
                </a:lnTo>
                <a:lnTo>
                  <a:pt x="6" y="694"/>
                </a:lnTo>
                <a:lnTo>
                  <a:pt x="8" y="692"/>
                </a:lnTo>
                <a:lnTo>
                  <a:pt x="8" y="691"/>
                </a:lnTo>
                <a:lnTo>
                  <a:pt x="9" y="690"/>
                </a:lnTo>
                <a:lnTo>
                  <a:pt x="10" y="690"/>
                </a:lnTo>
                <a:lnTo>
                  <a:pt x="11" y="691"/>
                </a:lnTo>
                <a:lnTo>
                  <a:pt x="11" y="690"/>
                </a:lnTo>
                <a:lnTo>
                  <a:pt x="13" y="690"/>
                </a:lnTo>
                <a:lnTo>
                  <a:pt x="13" y="689"/>
                </a:lnTo>
                <a:lnTo>
                  <a:pt x="14" y="688"/>
                </a:lnTo>
                <a:lnTo>
                  <a:pt x="14" y="687"/>
                </a:lnTo>
                <a:lnTo>
                  <a:pt x="14" y="686"/>
                </a:lnTo>
                <a:lnTo>
                  <a:pt x="15" y="685"/>
                </a:lnTo>
                <a:lnTo>
                  <a:pt x="16" y="682"/>
                </a:lnTo>
                <a:lnTo>
                  <a:pt x="16" y="680"/>
                </a:lnTo>
                <a:lnTo>
                  <a:pt x="15" y="680"/>
                </a:lnTo>
                <a:lnTo>
                  <a:pt x="15" y="679"/>
                </a:lnTo>
                <a:lnTo>
                  <a:pt x="15" y="678"/>
                </a:lnTo>
                <a:lnTo>
                  <a:pt x="16" y="677"/>
                </a:lnTo>
                <a:lnTo>
                  <a:pt x="17" y="677"/>
                </a:lnTo>
                <a:lnTo>
                  <a:pt x="17" y="678"/>
                </a:lnTo>
                <a:lnTo>
                  <a:pt x="18" y="678"/>
                </a:lnTo>
                <a:lnTo>
                  <a:pt x="19" y="679"/>
                </a:lnTo>
                <a:lnTo>
                  <a:pt x="19" y="678"/>
                </a:lnTo>
                <a:lnTo>
                  <a:pt x="20" y="678"/>
                </a:lnTo>
                <a:lnTo>
                  <a:pt x="20" y="677"/>
                </a:lnTo>
                <a:lnTo>
                  <a:pt x="20" y="676"/>
                </a:lnTo>
                <a:lnTo>
                  <a:pt x="21" y="676"/>
                </a:lnTo>
                <a:lnTo>
                  <a:pt x="22" y="677"/>
                </a:lnTo>
                <a:lnTo>
                  <a:pt x="23" y="676"/>
                </a:lnTo>
                <a:lnTo>
                  <a:pt x="24" y="675"/>
                </a:lnTo>
                <a:lnTo>
                  <a:pt x="25" y="673"/>
                </a:lnTo>
                <a:lnTo>
                  <a:pt x="25" y="672"/>
                </a:lnTo>
                <a:lnTo>
                  <a:pt x="25" y="670"/>
                </a:lnTo>
                <a:lnTo>
                  <a:pt x="24" y="670"/>
                </a:lnTo>
                <a:lnTo>
                  <a:pt x="23" y="670"/>
                </a:lnTo>
                <a:lnTo>
                  <a:pt x="24" y="670"/>
                </a:lnTo>
                <a:lnTo>
                  <a:pt x="24" y="669"/>
                </a:lnTo>
                <a:lnTo>
                  <a:pt x="25" y="669"/>
                </a:lnTo>
                <a:lnTo>
                  <a:pt x="25" y="668"/>
                </a:lnTo>
                <a:lnTo>
                  <a:pt x="24" y="667"/>
                </a:lnTo>
                <a:lnTo>
                  <a:pt x="23" y="666"/>
                </a:lnTo>
                <a:lnTo>
                  <a:pt x="21" y="666"/>
                </a:lnTo>
                <a:lnTo>
                  <a:pt x="21" y="665"/>
                </a:lnTo>
                <a:lnTo>
                  <a:pt x="22" y="665"/>
                </a:lnTo>
                <a:lnTo>
                  <a:pt x="23" y="665"/>
                </a:lnTo>
                <a:lnTo>
                  <a:pt x="23" y="664"/>
                </a:lnTo>
                <a:lnTo>
                  <a:pt x="23" y="663"/>
                </a:lnTo>
                <a:lnTo>
                  <a:pt x="22" y="663"/>
                </a:lnTo>
                <a:lnTo>
                  <a:pt x="22" y="662"/>
                </a:lnTo>
                <a:lnTo>
                  <a:pt x="22" y="661"/>
                </a:lnTo>
                <a:lnTo>
                  <a:pt x="21" y="660"/>
                </a:lnTo>
                <a:lnTo>
                  <a:pt x="22" y="658"/>
                </a:lnTo>
                <a:lnTo>
                  <a:pt x="23" y="656"/>
                </a:lnTo>
                <a:lnTo>
                  <a:pt x="24" y="656"/>
                </a:lnTo>
                <a:lnTo>
                  <a:pt x="24" y="655"/>
                </a:lnTo>
                <a:lnTo>
                  <a:pt x="23" y="655"/>
                </a:lnTo>
                <a:lnTo>
                  <a:pt x="23" y="654"/>
                </a:lnTo>
                <a:lnTo>
                  <a:pt x="22" y="653"/>
                </a:lnTo>
                <a:lnTo>
                  <a:pt x="22" y="652"/>
                </a:lnTo>
                <a:lnTo>
                  <a:pt x="23" y="652"/>
                </a:lnTo>
                <a:lnTo>
                  <a:pt x="23" y="651"/>
                </a:lnTo>
                <a:lnTo>
                  <a:pt x="24" y="652"/>
                </a:lnTo>
                <a:lnTo>
                  <a:pt x="25" y="652"/>
                </a:lnTo>
                <a:lnTo>
                  <a:pt x="26" y="650"/>
                </a:lnTo>
                <a:lnTo>
                  <a:pt x="25" y="649"/>
                </a:lnTo>
                <a:lnTo>
                  <a:pt x="25" y="648"/>
                </a:lnTo>
                <a:lnTo>
                  <a:pt x="25" y="647"/>
                </a:lnTo>
                <a:lnTo>
                  <a:pt x="25" y="646"/>
                </a:lnTo>
                <a:lnTo>
                  <a:pt x="24" y="645"/>
                </a:lnTo>
                <a:lnTo>
                  <a:pt x="23" y="644"/>
                </a:lnTo>
                <a:lnTo>
                  <a:pt x="22" y="643"/>
                </a:lnTo>
                <a:lnTo>
                  <a:pt x="23" y="640"/>
                </a:lnTo>
                <a:lnTo>
                  <a:pt x="24" y="640"/>
                </a:lnTo>
                <a:lnTo>
                  <a:pt x="24" y="639"/>
                </a:lnTo>
                <a:lnTo>
                  <a:pt x="23" y="640"/>
                </a:lnTo>
                <a:lnTo>
                  <a:pt x="21" y="640"/>
                </a:lnTo>
                <a:lnTo>
                  <a:pt x="21" y="639"/>
                </a:lnTo>
                <a:lnTo>
                  <a:pt x="22" y="638"/>
                </a:lnTo>
                <a:lnTo>
                  <a:pt x="21" y="637"/>
                </a:lnTo>
                <a:lnTo>
                  <a:pt x="21" y="636"/>
                </a:lnTo>
                <a:lnTo>
                  <a:pt x="22" y="635"/>
                </a:lnTo>
                <a:lnTo>
                  <a:pt x="22" y="634"/>
                </a:lnTo>
                <a:lnTo>
                  <a:pt x="22" y="633"/>
                </a:lnTo>
                <a:lnTo>
                  <a:pt x="23" y="632"/>
                </a:lnTo>
                <a:lnTo>
                  <a:pt x="24" y="632"/>
                </a:lnTo>
                <a:lnTo>
                  <a:pt x="26" y="631"/>
                </a:lnTo>
                <a:lnTo>
                  <a:pt x="26" y="630"/>
                </a:lnTo>
                <a:lnTo>
                  <a:pt x="25" y="628"/>
                </a:lnTo>
                <a:lnTo>
                  <a:pt x="25" y="627"/>
                </a:lnTo>
                <a:lnTo>
                  <a:pt x="25" y="626"/>
                </a:lnTo>
                <a:lnTo>
                  <a:pt x="26" y="625"/>
                </a:lnTo>
                <a:lnTo>
                  <a:pt x="26" y="624"/>
                </a:lnTo>
                <a:lnTo>
                  <a:pt x="27" y="624"/>
                </a:lnTo>
                <a:lnTo>
                  <a:pt x="28" y="624"/>
                </a:lnTo>
                <a:lnTo>
                  <a:pt x="29" y="624"/>
                </a:lnTo>
                <a:lnTo>
                  <a:pt x="29" y="623"/>
                </a:lnTo>
                <a:lnTo>
                  <a:pt x="30" y="621"/>
                </a:lnTo>
                <a:lnTo>
                  <a:pt x="30" y="620"/>
                </a:lnTo>
                <a:lnTo>
                  <a:pt x="29" y="620"/>
                </a:lnTo>
                <a:lnTo>
                  <a:pt x="29" y="619"/>
                </a:lnTo>
                <a:lnTo>
                  <a:pt x="29" y="618"/>
                </a:lnTo>
                <a:lnTo>
                  <a:pt x="28" y="618"/>
                </a:lnTo>
                <a:lnTo>
                  <a:pt x="28" y="617"/>
                </a:lnTo>
                <a:lnTo>
                  <a:pt x="28" y="616"/>
                </a:lnTo>
                <a:lnTo>
                  <a:pt x="28" y="615"/>
                </a:lnTo>
                <a:lnTo>
                  <a:pt x="27" y="614"/>
                </a:lnTo>
                <a:lnTo>
                  <a:pt x="27" y="613"/>
                </a:lnTo>
                <a:lnTo>
                  <a:pt x="26" y="613"/>
                </a:lnTo>
                <a:lnTo>
                  <a:pt x="25" y="613"/>
                </a:lnTo>
                <a:lnTo>
                  <a:pt x="25" y="612"/>
                </a:lnTo>
                <a:lnTo>
                  <a:pt x="25" y="610"/>
                </a:lnTo>
                <a:lnTo>
                  <a:pt x="25" y="609"/>
                </a:lnTo>
                <a:lnTo>
                  <a:pt x="24" y="609"/>
                </a:lnTo>
                <a:lnTo>
                  <a:pt x="24" y="608"/>
                </a:lnTo>
                <a:lnTo>
                  <a:pt x="25" y="608"/>
                </a:lnTo>
                <a:lnTo>
                  <a:pt x="26" y="608"/>
                </a:lnTo>
                <a:lnTo>
                  <a:pt x="26" y="607"/>
                </a:lnTo>
                <a:lnTo>
                  <a:pt x="26" y="606"/>
                </a:lnTo>
                <a:lnTo>
                  <a:pt x="27" y="605"/>
                </a:lnTo>
                <a:lnTo>
                  <a:pt x="28" y="605"/>
                </a:lnTo>
                <a:lnTo>
                  <a:pt x="29" y="606"/>
                </a:lnTo>
                <a:lnTo>
                  <a:pt x="29" y="604"/>
                </a:lnTo>
                <a:lnTo>
                  <a:pt x="29" y="603"/>
                </a:lnTo>
                <a:lnTo>
                  <a:pt x="28" y="602"/>
                </a:lnTo>
                <a:lnTo>
                  <a:pt x="27" y="602"/>
                </a:lnTo>
                <a:lnTo>
                  <a:pt x="27" y="601"/>
                </a:lnTo>
                <a:lnTo>
                  <a:pt x="27" y="600"/>
                </a:lnTo>
                <a:lnTo>
                  <a:pt x="27" y="599"/>
                </a:lnTo>
                <a:lnTo>
                  <a:pt x="27" y="598"/>
                </a:lnTo>
                <a:lnTo>
                  <a:pt x="28" y="598"/>
                </a:lnTo>
                <a:lnTo>
                  <a:pt x="27" y="597"/>
                </a:lnTo>
                <a:lnTo>
                  <a:pt x="26" y="597"/>
                </a:lnTo>
                <a:lnTo>
                  <a:pt x="26" y="596"/>
                </a:lnTo>
                <a:lnTo>
                  <a:pt x="26" y="595"/>
                </a:lnTo>
                <a:lnTo>
                  <a:pt x="26" y="594"/>
                </a:lnTo>
                <a:lnTo>
                  <a:pt x="27" y="594"/>
                </a:lnTo>
                <a:lnTo>
                  <a:pt x="27" y="595"/>
                </a:lnTo>
                <a:lnTo>
                  <a:pt x="28" y="595"/>
                </a:lnTo>
                <a:lnTo>
                  <a:pt x="28" y="594"/>
                </a:lnTo>
                <a:lnTo>
                  <a:pt x="28" y="593"/>
                </a:lnTo>
                <a:lnTo>
                  <a:pt x="27" y="592"/>
                </a:lnTo>
                <a:lnTo>
                  <a:pt x="28" y="591"/>
                </a:lnTo>
                <a:lnTo>
                  <a:pt x="29" y="592"/>
                </a:lnTo>
                <a:lnTo>
                  <a:pt x="30" y="593"/>
                </a:lnTo>
                <a:lnTo>
                  <a:pt x="31" y="593"/>
                </a:lnTo>
                <a:lnTo>
                  <a:pt x="32" y="592"/>
                </a:lnTo>
                <a:lnTo>
                  <a:pt x="33" y="592"/>
                </a:lnTo>
                <a:lnTo>
                  <a:pt x="34" y="592"/>
                </a:lnTo>
                <a:lnTo>
                  <a:pt x="35" y="591"/>
                </a:lnTo>
                <a:lnTo>
                  <a:pt x="35" y="590"/>
                </a:lnTo>
                <a:lnTo>
                  <a:pt x="35" y="589"/>
                </a:lnTo>
                <a:lnTo>
                  <a:pt x="34" y="587"/>
                </a:lnTo>
                <a:lnTo>
                  <a:pt x="34" y="586"/>
                </a:lnTo>
                <a:lnTo>
                  <a:pt x="35" y="586"/>
                </a:lnTo>
                <a:lnTo>
                  <a:pt x="36" y="585"/>
                </a:lnTo>
                <a:lnTo>
                  <a:pt x="36" y="584"/>
                </a:lnTo>
                <a:lnTo>
                  <a:pt x="36" y="583"/>
                </a:lnTo>
                <a:lnTo>
                  <a:pt x="36" y="582"/>
                </a:lnTo>
                <a:lnTo>
                  <a:pt x="37" y="581"/>
                </a:lnTo>
                <a:lnTo>
                  <a:pt x="37" y="580"/>
                </a:lnTo>
                <a:lnTo>
                  <a:pt x="37" y="579"/>
                </a:lnTo>
                <a:lnTo>
                  <a:pt x="38" y="579"/>
                </a:lnTo>
                <a:lnTo>
                  <a:pt x="39" y="579"/>
                </a:lnTo>
                <a:lnTo>
                  <a:pt x="41" y="579"/>
                </a:lnTo>
                <a:lnTo>
                  <a:pt x="41" y="578"/>
                </a:lnTo>
                <a:lnTo>
                  <a:pt x="43" y="577"/>
                </a:lnTo>
                <a:lnTo>
                  <a:pt x="44" y="577"/>
                </a:lnTo>
                <a:lnTo>
                  <a:pt x="44" y="578"/>
                </a:lnTo>
                <a:lnTo>
                  <a:pt x="44" y="579"/>
                </a:lnTo>
                <a:lnTo>
                  <a:pt x="44" y="581"/>
                </a:lnTo>
                <a:lnTo>
                  <a:pt x="45" y="581"/>
                </a:lnTo>
                <a:lnTo>
                  <a:pt x="46" y="581"/>
                </a:lnTo>
                <a:lnTo>
                  <a:pt x="46" y="580"/>
                </a:lnTo>
                <a:lnTo>
                  <a:pt x="47" y="579"/>
                </a:lnTo>
                <a:lnTo>
                  <a:pt x="46" y="579"/>
                </a:lnTo>
                <a:lnTo>
                  <a:pt x="46" y="578"/>
                </a:lnTo>
                <a:lnTo>
                  <a:pt x="46" y="577"/>
                </a:lnTo>
                <a:lnTo>
                  <a:pt x="46" y="576"/>
                </a:lnTo>
                <a:lnTo>
                  <a:pt x="46" y="575"/>
                </a:lnTo>
                <a:lnTo>
                  <a:pt x="47" y="575"/>
                </a:lnTo>
                <a:lnTo>
                  <a:pt x="47" y="574"/>
                </a:lnTo>
                <a:lnTo>
                  <a:pt x="45" y="572"/>
                </a:lnTo>
                <a:lnTo>
                  <a:pt x="45" y="573"/>
                </a:lnTo>
                <a:lnTo>
                  <a:pt x="45" y="572"/>
                </a:lnTo>
                <a:lnTo>
                  <a:pt x="44" y="572"/>
                </a:lnTo>
                <a:lnTo>
                  <a:pt x="44" y="571"/>
                </a:lnTo>
                <a:lnTo>
                  <a:pt x="43" y="571"/>
                </a:lnTo>
                <a:lnTo>
                  <a:pt x="42" y="571"/>
                </a:lnTo>
                <a:lnTo>
                  <a:pt x="42" y="570"/>
                </a:lnTo>
                <a:lnTo>
                  <a:pt x="42" y="569"/>
                </a:lnTo>
                <a:lnTo>
                  <a:pt x="42" y="568"/>
                </a:lnTo>
                <a:lnTo>
                  <a:pt x="41" y="568"/>
                </a:lnTo>
                <a:lnTo>
                  <a:pt x="40" y="567"/>
                </a:lnTo>
                <a:lnTo>
                  <a:pt x="39" y="567"/>
                </a:lnTo>
                <a:lnTo>
                  <a:pt x="38" y="567"/>
                </a:lnTo>
                <a:lnTo>
                  <a:pt x="38" y="566"/>
                </a:lnTo>
                <a:lnTo>
                  <a:pt x="38" y="565"/>
                </a:lnTo>
                <a:lnTo>
                  <a:pt x="37" y="565"/>
                </a:lnTo>
                <a:lnTo>
                  <a:pt x="37" y="566"/>
                </a:lnTo>
                <a:lnTo>
                  <a:pt x="36" y="565"/>
                </a:lnTo>
                <a:lnTo>
                  <a:pt x="36" y="564"/>
                </a:lnTo>
                <a:lnTo>
                  <a:pt x="36" y="562"/>
                </a:lnTo>
                <a:lnTo>
                  <a:pt x="36" y="560"/>
                </a:lnTo>
                <a:lnTo>
                  <a:pt x="36" y="559"/>
                </a:lnTo>
                <a:lnTo>
                  <a:pt x="37" y="558"/>
                </a:lnTo>
                <a:lnTo>
                  <a:pt x="38" y="557"/>
                </a:lnTo>
                <a:lnTo>
                  <a:pt x="38" y="556"/>
                </a:lnTo>
                <a:lnTo>
                  <a:pt x="39" y="555"/>
                </a:lnTo>
                <a:lnTo>
                  <a:pt x="40" y="554"/>
                </a:lnTo>
                <a:lnTo>
                  <a:pt x="41" y="554"/>
                </a:lnTo>
                <a:lnTo>
                  <a:pt x="42" y="554"/>
                </a:lnTo>
                <a:lnTo>
                  <a:pt x="42" y="555"/>
                </a:lnTo>
                <a:lnTo>
                  <a:pt x="43" y="554"/>
                </a:lnTo>
                <a:lnTo>
                  <a:pt x="42" y="553"/>
                </a:lnTo>
                <a:lnTo>
                  <a:pt x="43" y="552"/>
                </a:lnTo>
                <a:lnTo>
                  <a:pt x="43" y="551"/>
                </a:lnTo>
                <a:lnTo>
                  <a:pt x="44" y="550"/>
                </a:lnTo>
                <a:lnTo>
                  <a:pt x="45" y="549"/>
                </a:lnTo>
                <a:lnTo>
                  <a:pt x="46" y="549"/>
                </a:lnTo>
                <a:lnTo>
                  <a:pt x="47" y="549"/>
                </a:lnTo>
                <a:lnTo>
                  <a:pt x="48" y="549"/>
                </a:lnTo>
                <a:lnTo>
                  <a:pt x="49" y="549"/>
                </a:lnTo>
                <a:lnTo>
                  <a:pt x="49" y="548"/>
                </a:lnTo>
                <a:lnTo>
                  <a:pt x="50" y="548"/>
                </a:lnTo>
                <a:lnTo>
                  <a:pt x="50" y="547"/>
                </a:lnTo>
                <a:lnTo>
                  <a:pt x="50" y="548"/>
                </a:lnTo>
                <a:lnTo>
                  <a:pt x="51" y="547"/>
                </a:lnTo>
                <a:lnTo>
                  <a:pt x="52" y="547"/>
                </a:lnTo>
                <a:lnTo>
                  <a:pt x="53" y="548"/>
                </a:lnTo>
                <a:lnTo>
                  <a:pt x="53" y="549"/>
                </a:lnTo>
                <a:lnTo>
                  <a:pt x="54" y="548"/>
                </a:lnTo>
                <a:lnTo>
                  <a:pt x="55" y="548"/>
                </a:lnTo>
                <a:lnTo>
                  <a:pt x="56" y="547"/>
                </a:lnTo>
                <a:lnTo>
                  <a:pt x="57" y="548"/>
                </a:lnTo>
                <a:lnTo>
                  <a:pt x="58" y="547"/>
                </a:lnTo>
                <a:lnTo>
                  <a:pt x="58" y="546"/>
                </a:lnTo>
                <a:lnTo>
                  <a:pt x="58" y="545"/>
                </a:lnTo>
                <a:lnTo>
                  <a:pt x="59" y="545"/>
                </a:lnTo>
                <a:lnTo>
                  <a:pt x="60" y="545"/>
                </a:lnTo>
                <a:lnTo>
                  <a:pt x="62" y="545"/>
                </a:lnTo>
                <a:lnTo>
                  <a:pt x="62" y="544"/>
                </a:lnTo>
                <a:lnTo>
                  <a:pt x="63" y="543"/>
                </a:lnTo>
                <a:lnTo>
                  <a:pt x="64" y="543"/>
                </a:lnTo>
                <a:lnTo>
                  <a:pt x="65" y="543"/>
                </a:lnTo>
                <a:lnTo>
                  <a:pt x="65" y="542"/>
                </a:lnTo>
                <a:lnTo>
                  <a:pt x="66" y="541"/>
                </a:lnTo>
                <a:lnTo>
                  <a:pt x="67" y="539"/>
                </a:lnTo>
                <a:lnTo>
                  <a:pt x="68" y="539"/>
                </a:lnTo>
                <a:lnTo>
                  <a:pt x="68" y="538"/>
                </a:lnTo>
                <a:lnTo>
                  <a:pt x="69" y="537"/>
                </a:lnTo>
                <a:lnTo>
                  <a:pt x="68" y="535"/>
                </a:lnTo>
                <a:lnTo>
                  <a:pt x="69" y="535"/>
                </a:lnTo>
                <a:lnTo>
                  <a:pt x="70" y="535"/>
                </a:lnTo>
                <a:lnTo>
                  <a:pt x="71" y="535"/>
                </a:lnTo>
                <a:lnTo>
                  <a:pt x="71" y="534"/>
                </a:lnTo>
                <a:lnTo>
                  <a:pt x="72" y="534"/>
                </a:lnTo>
                <a:lnTo>
                  <a:pt x="73" y="533"/>
                </a:lnTo>
                <a:lnTo>
                  <a:pt x="74" y="534"/>
                </a:lnTo>
                <a:lnTo>
                  <a:pt x="76" y="534"/>
                </a:lnTo>
                <a:lnTo>
                  <a:pt x="76" y="533"/>
                </a:lnTo>
                <a:lnTo>
                  <a:pt x="77" y="533"/>
                </a:lnTo>
                <a:lnTo>
                  <a:pt x="76" y="532"/>
                </a:lnTo>
                <a:lnTo>
                  <a:pt x="76" y="531"/>
                </a:lnTo>
                <a:lnTo>
                  <a:pt x="76" y="530"/>
                </a:lnTo>
                <a:lnTo>
                  <a:pt x="75" y="528"/>
                </a:lnTo>
                <a:lnTo>
                  <a:pt x="74" y="527"/>
                </a:lnTo>
                <a:lnTo>
                  <a:pt x="74" y="526"/>
                </a:lnTo>
                <a:lnTo>
                  <a:pt x="74" y="525"/>
                </a:lnTo>
                <a:lnTo>
                  <a:pt x="75" y="524"/>
                </a:lnTo>
                <a:lnTo>
                  <a:pt x="76" y="524"/>
                </a:lnTo>
                <a:lnTo>
                  <a:pt x="77" y="522"/>
                </a:lnTo>
                <a:lnTo>
                  <a:pt x="78" y="520"/>
                </a:lnTo>
                <a:lnTo>
                  <a:pt x="78" y="518"/>
                </a:lnTo>
                <a:lnTo>
                  <a:pt x="79" y="518"/>
                </a:lnTo>
                <a:lnTo>
                  <a:pt x="80" y="518"/>
                </a:lnTo>
                <a:lnTo>
                  <a:pt x="80" y="517"/>
                </a:lnTo>
                <a:lnTo>
                  <a:pt x="79" y="517"/>
                </a:lnTo>
                <a:lnTo>
                  <a:pt x="79" y="516"/>
                </a:lnTo>
                <a:lnTo>
                  <a:pt x="80" y="516"/>
                </a:lnTo>
                <a:lnTo>
                  <a:pt x="80" y="517"/>
                </a:lnTo>
                <a:lnTo>
                  <a:pt x="81" y="517"/>
                </a:lnTo>
                <a:lnTo>
                  <a:pt x="81" y="516"/>
                </a:lnTo>
                <a:lnTo>
                  <a:pt x="81" y="515"/>
                </a:lnTo>
                <a:lnTo>
                  <a:pt x="81" y="514"/>
                </a:lnTo>
                <a:lnTo>
                  <a:pt x="82" y="513"/>
                </a:lnTo>
                <a:lnTo>
                  <a:pt x="81" y="513"/>
                </a:lnTo>
                <a:lnTo>
                  <a:pt x="82" y="513"/>
                </a:lnTo>
                <a:lnTo>
                  <a:pt x="83" y="513"/>
                </a:lnTo>
                <a:lnTo>
                  <a:pt x="84" y="512"/>
                </a:lnTo>
                <a:lnTo>
                  <a:pt x="84" y="511"/>
                </a:lnTo>
                <a:lnTo>
                  <a:pt x="84" y="510"/>
                </a:lnTo>
                <a:lnTo>
                  <a:pt x="84" y="508"/>
                </a:lnTo>
                <a:lnTo>
                  <a:pt x="85" y="508"/>
                </a:lnTo>
                <a:lnTo>
                  <a:pt x="85" y="509"/>
                </a:lnTo>
                <a:lnTo>
                  <a:pt x="86" y="508"/>
                </a:lnTo>
                <a:lnTo>
                  <a:pt x="87" y="507"/>
                </a:lnTo>
                <a:lnTo>
                  <a:pt x="88" y="506"/>
                </a:lnTo>
                <a:lnTo>
                  <a:pt x="90" y="504"/>
                </a:lnTo>
                <a:lnTo>
                  <a:pt x="91" y="503"/>
                </a:lnTo>
                <a:lnTo>
                  <a:pt x="91" y="502"/>
                </a:lnTo>
                <a:lnTo>
                  <a:pt x="92" y="502"/>
                </a:lnTo>
                <a:lnTo>
                  <a:pt x="92" y="501"/>
                </a:lnTo>
                <a:lnTo>
                  <a:pt x="93" y="501"/>
                </a:lnTo>
                <a:lnTo>
                  <a:pt x="94" y="500"/>
                </a:lnTo>
                <a:lnTo>
                  <a:pt x="95" y="499"/>
                </a:lnTo>
                <a:lnTo>
                  <a:pt x="95" y="498"/>
                </a:lnTo>
                <a:lnTo>
                  <a:pt x="95" y="497"/>
                </a:lnTo>
                <a:lnTo>
                  <a:pt x="95" y="495"/>
                </a:lnTo>
                <a:lnTo>
                  <a:pt x="94" y="495"/>
                </a:lnTo>
                <a:lnTo>
                  <a:pt x="93" y="494"/>
                </a:lnTo>
                <a:lnTo>
                  <a:pt x="93" y="493"/>
                </a:lnTo>
                <a:lnTo>
                  <a:pt x="93" y="492"/>
                </a:lnTo>
                <a:lnTo>
                  <a:pt x="92" y="491"/>
                </a:lnTo>
                <a:lnTo>
                  <a:pt x="92" y="490"/>
                </a:lnTo>
                <a:lnTo>
                  <a:pt x="92" y="489"/>
                </a:lnTo>
                <a:lnTo>
                  <a:pt x="91" y="488"/>
                </a:lnTo>
                <a:lnTo>
                  <a:pt x="91" y="487"/>
                </a:lnTo>
                <a:lnTo>
                  <a:pt x="90" y="487"/>
                </a:lnTo>
                <a:lnTo>
                  <a:pt x="89" y="487"/>
                </a:lnTo>
                <a:lnTo>
                  <a:pt x="88" y="488"/>
                </a:lnTo>
                <a:lnTo>
                  <a:pt x="87" y="488"/>
                </a:lnTo>
                <a:lnTo>
                  <a:pt x="86" y="489"/>
                </a:lnTo>
                <a:lnTo>
                  <a:pt x="85" y="490"/>
                </a:lnTo>
                <a:lnTo>
                  <a:pt x="84" y="491"/>
                </a:lnTo>
                <a:lnTo>
                  <a:pt x="82" y="491"/>
                </a:lnTo>
                <a:lnTo>
                  <a:pt x="81" y="491"/>
                </a:lnTo>
                <a:lnTo>
                  <a:pt x="82" y="490"/>
                </a:lnTo>
                <a:lnTo>
                  <a:pt x="81" y="489"/>
                </a:lnTo>
                <a:lnTo>
                  <a:pt x="81" y="490"/>
                </a:lnTo>
                <a:lnTo>
                  <a:pt x="80" y="491"/>
                </a:lnTo>
                <a:lnTo>
                  <a:pt x="79" y="491"/>
                </a:lnTo>
                <a:lnTo>
                  <a:pt x="79" y="490"/>
                </a:lnTo>
                <a:lnTo>
                  <a:pt x="78" y="490"/>
                </a:lnTo>
                <a:lnTo>
                  <a:pt x="77" y="490"/>
                </a:lnTo>
                <a:lnTo>
                  <a:pt x="76" y="490"/>
                </a:lnTo>
                <a:lnTo>
                  <a:pt x="76" y="489"/>
                </a:lnTo>
                <a:lnTo>
                  <a:pt x="76" y="488"/>
                </a:lnTo>
                <a:lnTo>
                  <a:pt x="77" y="487"/>
                </a:lnTo>
                <a:lnTo>
                  <a:pt x="77" y="486"/>
                </a:lnTo>
                <a:lnTo>
                  <a:pt x="77" y="485"/>
                </a:lnTo>
                <a:lnTo>
                  <a:pt x="76" y="484"/>
                </a:lnTo>
                <a:lnTo>
                  <a:pt x="75" y="484"/>
                </a:lnTo>
                <a:lnTo>
                  <a:pt x="75" y="483"/>
                </a:lnTo>
                <a:lnTo>
                  <a:pt x="76" y="483"/>
                </a:lnTo>
                <a:lnTo>
                  <a:pt x="76" y="482"/>
                </a:lnTo>
                <a:lnTo>
                  <a:pt x="76" y="481"/>
                </a:lnTo>
                <a:lnTo>
                  <a:pt x="75" y="481"/>
                </a:lnTo>
                <a:lnTo>
                  <a:pt x="75" y="482"/>
                </a:lnTo>
                <a:lnTo>
                  <a:pt x="76" y="482"/>
                </a:lnTo>
                <a:lnTo>
                  <a:pt x="75" y="482"/>
                </a:lnTo>
                <a:lnTo>
                  <a:pt x="73" y="482"/>
                </a:lnTo>
                <a:lnTo>
                  <a:pt x="74" y="481"/>
                </a:lnTo>
                <a:lnTo>
                  <a:pt x="75" y="481"/>
                </a:lnTo>
                <a:lnTo>
                  <a:pt x="75" y="482"/>
                </a:lnTo>
                <a:lnTo>
                  <a:pt x="75" y="481"/>
                </a:lnTo>
                <a:lnTo>
                  <a:pt x="75" y="479"/>
                </a:lnTo>
                <a:lnTo>
                  <a:pt x="74" y="479"/>
                </a:lnTo>
                <a:lnTo>
                  <a:pt x="73" y="477"/>
                </a:lnTo>
                <a:lnTo>
                  <a:pt x="73" y="476"/>
                </a:lnTo>
                <a:lnTo>
                  <a:pt x="74" y="475"/>
                </a:lnTo>
                <a:lnTo>
                  <a:pt x="75" y="475"/>
                </a:lnTo>
                <a:lnTo>
                  <a:pt x="75" y="474"/>
                </a:lnTo>
                <a:lnTo>
                  <a:pt x="75" y="473"/>
                </a:lnTo>
                <a:lnTo>
                  <a:pt x="74" y="472"/>
                </a:lnTo>
                <a:lnTo>
                  <a:pt x="74" y="471"/>
                </a:lnTo>
                <a:lnTo>
                  <a:pt x="75" y="471"/>
                </a:lnTo>
                <a:lnTo>
                  <a:pt x="75" y="470"/>
                </a:lnTo>
                <a:lnTo>
                  <a:pt x="75" y="469"/>
                </a:lnTo>
                <a:lnTo>
                  <a:pt x="74" y="469"/>
                </a:lnTo>
                <a:lnTo>
                  <a:pt x="74" y="468"/>
                </a:lnTo>
                <a:lnTo>
                  <a:pt x="75" y="468"/>
                </a:lnTo>
                <a:lnTo>
                  <a:pt x="76" y="468"/>
                </a:lnTo>
                <a:lnTo>
                  <a:pt x="77" y="467"/>
                </a:lnTo>
                <a:lnTo>
                  <a:pt x="78" y="467"/>
                </a:lnTo>
                <a:lnTo>
                  <a:pt x="79" y="466"/>
                </a:lnTo>
                <a:lnTo>
                  <a:pt x="79" y="464"/>
                </a:lnTo>
                <a:lnTo>
                  <a:pt x="78" y="464"/>
                </a:lnTo>
                <a:lnTo>
                  <a:pt x="78" y="463"/>
                </a:lnTo>
                <a:lnTo>
                  <a:pt x="77" y="463"/>
                </a:lnTo>
                <a:lnTo>
                  <a:pt x="78" y="463"/>
                </a:lnTo>
                <a:lnTo>
                  <a:pt x="79" y="462"/>
                </a:lnTo>
                <a:lnTo>
                  <a:pt x="79" y="461"/>
                </a:lnTo>
                <a:lnTo>
                  <a:pt x="81" y="461"/>
                </a:lnTo>
                <a:lnTo>
                  <a:pt x="81" y="460"/>
                </a:lnTo>
                <a:lnTo>
                  <a:pt x="82" y="460"/>
                </a:lnTo>
                <a:lnTo>
                  <a:pt x="82" y="459"/>
                </a:lnTo>
                <a:lnTo>
                  <a:pt x="81" y="459"/>
                </a:lnTo>
                <a:lnTo>
                  <a:pt x="81" y="458"/>
                </a:lnTo>
                <a:lnTo>
                  <a:pt x="81" y="457"/>
                </a:lnTo>
                <a:lnTo>
                  <a:pt x="82" y="457"/>
                </a:lnTo>
                <a:lnTo>
                  <a:pt x="83" y="456"/>
                </a:lnTo>
                <a:lnTo>
                  <a:pt x="84" y="455"/>
                </a:lnTo>
                <a:lnTo>
                  <a:pt x="84" y="453"/>
                </a:lnTo>
                <a:lnTo>
                  <a:pt x="84" y="452"/>
                </a:lnTo>
                <a:lnTo>
                  <a:pt x="85" y="451"/>
                </a:lnTo>
                <a:lnTo>
                  <a:pt x="86" y="451"/>
                </a:lnTo>
                <a:lnTo>
                  <a:pt x="86" y="452"/>
                </a:lnTo>
                <a:lnTo>
                  <a:pt x="87" y="452"/>
                </a:lnTo>
                <a:lnTo>
                  <a:pt x="87" y="451"/>
                </a:lnTo>
                <a:lnTo>
                  <a:pt x="86" y="451"/>
                </a:lnTo>
                <a:lnTo>
                  <a:pt x="86" y="450"/>
                </a:lnTo>
                <a:lnTo>
                  <a:pt x="87" y="450"/>
                </a:lnTo>
                <a:lnTo>
                  <a:pt x="88" y="450"/>
                </a:lnTo>
                <a:lnTo>
                  <a:pt x="89" y="450"/>
                </a:lnTo>
                <a:lnTo>
                  <a:pt x="89" y="449"/>
                </a:lnTo>
                <a:lnTo>
                  <a:pt x="90" y="448"/>
                </a:lnTo>
                <a:lnTo>
                  <a:pt x="90" y="449"/>
                </a:lnTo>
                <a:lnTo>
                  <a:pt x="91" y="449"/>
                </a:lnTo>
                <a:lnTo>
                  <a:pt x="92" y="448"/>
                </a:lnTo>
                <a:lnTo>
                  <a:pt x="91" y="448"/>
                </a:lnTo>
                <a:lnTo>
                  <a:pt x="91" y="447"/>
                </a:lnTo>
                <a:lnTo>
                  <a:pt x="90" y="447"/>
                </a:lnTo>
                <a:lnTo>
                  <a:pt x="90" y="446"/>
                </a:lnTo>
                <a:lnTo>
                  <a:pt x="90" y="444"/>
                </a:lnTo>
                <a:lnTo>
                  <a:pt x="90" y="443"/>
                </a:lnTo>
                <a:lnTo>
                  <a:pt x="92" y="443"/>
                </a:lnTo>
                <a:lnTo>
                  <a:pt x="92" y="441"/>
                </a:lnTo>
                <a:lnTo>
                  <a:pt x="93" y="440"/>
                </a:lnTo>
                <a:lnTo>
                  <a:pt x="92" y="439"/>
                </a:lnTo>
                <a:lnTo>
                  <a:pt x="93" y="438"/>
                </a:lnTo>
                <a:lnTo>
                  <a:pt x="94" y="438"/>
                </a:lnTo>
                <a:lnTo>
                  <a:pt x="95" y="438"/>
                </a:lnTo>
                <a:lnTo>
                  <a:pt x="96" y="438"/>
                </a:lnTo>
                <a:lnTo>
                  <a:pt x="97" y="438"/>
                </a:lnTo>
                <a:lnTo>
                  <a:pt x="96" y="438"/>
                </a:lnTo>
                <a:lnTo>
                  <a:pt x="96" y="439"/>
                </a:lnTo>
                <a:lnTo>
                  <a:pt x="97" y="440"/>
                </a:lnTo>
                <a:lnTo>
                  <a:pt x="98" y="440"/>
                </a:lnTo>
                <a:lnTo>
                  <a:pt x="99" y="440"/>
                </a:lnTo>
                <a:lnTo>
                  <a:pt x="100" y="439"/>
                </a:lnTo>
                <a:lnTo>
                  <a:pt x="101" y="441"/>
                </a:lnTo>
                <a:lnTo>
                  <a:pt x="101" y="442"/>
                </a:lnTo>
                <a:lnTo>
                  <a:pt x="102" y="442"/>
                </a:lnTo>
                <a:lnTo>
                  <a:pt x="101" y="442"/>
                </a:lnTo>
                <a:lnTo>
                  <a:pt x="101" y="443"/>
                </a:lnTo>
                <a:lnTo>
                  <a:pt x="101" y="444"/>
                </a:lnTo>
                <a:lnTo>
                  <a:pt x="102" y="445"/>
                </a:lnTo>
                <a:lnTo>
                  <a:pt x="101" y="445"/>
                </a:lnTo>
                <a:lnTo>
                  <a:pt x="101" y="446"/>
                </a:lnTo>
                <a:lnTo>
                  <a:pt x="100" y="446"/>
                </a:lnTo>
                <a:lnTo>
                  <a:pt x="101" y="447"/>
                </a:lnTo>
                <a:lnTo>
                  <a:pt x="102" y="446"/>
                </a:lnTo>
                <a:lnTo>
                  <a:pt x="103" y="445"/>
                </a:lnTo>
                <a:lnTo>
                  <a:pt x="104" y="445"/>
                </a:lnTo>
                <a:lnTo>
                  <a:pt x="104" y="444"/>
                </a:lnTo>
                <a:lnTo>
                  <a:pt x="105" y="445"/>
                </a:lnTo>
                <a:lnTo>
                  <a:pt x="106" y="445"/>
                </a:lnTo>
                <a:lnTo>
                  <a:pt x="107" y="445"/>
                </a:lnTo>
                <a:lnTo>
                  <a:pt x="107" y="444"/>
                </a:lnTo>
                <a:lnTo>
                  <a:pt x="108" y="444"/>
                </a:lnTo>
                <a:lnTo>
                  <a:pt x="109" y="444"/>
                </a:lnTo>
                <a:lnTo>
                  <a:pt x="109" y="443"/>
                </a:lnTo>
                <a:lnTo>
                  <a:pt x="109" y="442"/>
                </a:lnTo>
                <a:lnTo>
                  <a:pt x="110" y="442"/>
                </a:lnTo>
                <a:lnTo>
                  <a:pt x="111" y="441"/>
                </a:lnTo>
                <a:lnTo>
                  <a:pt x="111" y="439"/>
                </a:lnTo>
                <a:lnTo>
                  <a:pt x="110" y="439"/>
                </a:lnTo>
                <a:lnTo>
                  <a:pt x="109" y="438"/>
                </a:lnTo>
                <a:lnTo>
                  <a:pt x="109" y="437"/>
                </a:lnTo>
                <a:lnTo>
                  <a:pt x="109" y="436"/>
                </a:lnTo>
                <a:lnTo>
                  <a:pt x="109" y="435"/>
                </a:lnTo>
                <a:lnTo>
                  <a:pt x="109" y="434"/>
                </a:lnTo>
                <a:lnTo>
                  <a:pt x="109" y="433"/>
                </a:lnTo>
                <a:lnTo>
                  <a:pt x="109" y="432"/>
                </a:lnTo>
                <a:lnTo>
                  <a:pt x="109" y="431"/>
                </a:lnTo>
                <a:lnTo>
                  <a:pt x="111" y="429"/>
                </a:lnTo>
                <a:lnTo>
                  <a:pt x="112" y="429"/>
                </a:lnTo>
                <a:lnTo>
                  <a:pt x="113" y="428"/>
                </a:lnTo>
                <a:lnTo>
                  <a:pt x="113" y="427"/>
                </a:lnTo>
                <a:lnTo>
                  <a:pt x="112" y="427"/>
                </a:lnTo>
                <a:lnTo>
                  <a:pt x="112" y="426"/>
                </a:lnTo>
                <a:lnTo>
                  <a:pt x="112" y="425"/>
                </a:lnTo>
                <a:lnTo>
                  <a:pt x="113" y="425"/>
                </a:lnTo>
                <a:lnTo>
                  <a:pt x="114" y="424"/>
                </a:lnTo>
                <a:lnTo>
                  <a:pt x="114" y="423"/>
                </a:lnTo>
                <a:lnTo>
                  <a:pt x="115" y="423"/>
                </a:lnTo>
                <a:lnTo>
                  <a:pt x="116" y="423"/>
                </a:lnTo>
                <a:lnTo>
                  <a:pt x="115" y="423"/>
                </a:lnTo>
                <a:lnTo>
                  <a:pt x="114" y="423"/>
                </a:lnTo>
                <a:lnTo>
                  <a:pt x="113" y="422"/>
                </a:lnTo>
                <a:lnTo>
                  <a:pt x="114" y="422"/>
                </a:lnTo>
                <a:lnTo>
                  <a:pt x="114" y="421"/>
                </a:lnTo>
                <a:lnTo>
                  <a:pt x="113" y="421"/>
                </a:lnTo>
                <a:lnTo>
                  <a:pt x="112" y="422"/>
                </a:lnTo>
                <a:lnTo>
                  <a:pt x="111" y="421"/>
                </a:lnTo>
                <a:lnTo>
                  <a:pt x="110" y="422"/>
                </a:lnTo>
                <a:lnTo>
                  <a:pt x="109" y="422"/>
                </a:lnTo>
                <a:lnTo>
                  <a:pt x="108" y="422"/>
                </a:lnTo>
                <a:lnTo>
                  <a:pt x="107" y="421"/>
                </a:lnTo>
                <a:lnTo>
                  <a:pt x="107" y="422"/>
                </a:lnTo>
                <a:lnTo>
                  <a:pt x="106" y="422"/>
                </a:lnTo>
                <a:lnTo>
                  <a:pt x="106" y="421"/>
                </a:lnTo>
                <a:lnTo>
                  <a:pt x="106" y="420"/>
                </a:lnTo>
                <a:lnTo>
                  <a:pt x="107" y="420"/>
                </a:lnTo>
                <a:lnTo>
                  <a:pt x="106" y="419"/>
                </a:lnTo>
                <a:lnTo>
                  <a:pt x="105" y="419"/>
                </a:lnTo>
                <a:lnTo>
                  <a:pt x="104" y="419"/>
                </a:lnTo>
                <a:lnTo>
                  <a:pt x="104" y="418"/>
                </a:lnTo>
                <a:lnTo>
                  <a:pt x="105" y="418"/>
                </a:lnTo>
                <a:lnTo>
                  <a:pt x="105" y="417"/>
                </a:lnTo>
                <a:lnTo>
                  <a:pt x="104" y="417"/>
                </a:lnTo>
                <a:lnTo>
                  <a:pt x="104" y="416"/>
                </a:lnTo>
                <a:lnTo>
                  <a:pt x="104" y="415"/>
                </a:lnTo>
                <a:lnTo>
                  <a:pt x="103" y="414"/>
                </a:lnTo>
                <a:lnTo>
                  <a:pt x="102" y="414"/>
                </a:lnTo>
                <a:lnTo>
                  <a:pt x="102" y="413"/>
                </a:lnTo>
                <a:lnTo>
                  <a:pt x="102" y="412"/>
                </a:lnTo>
                <a:lnTo>
                  <a:pt x="101" y="411"/>
                </a:lnTo>
                <a:lnTo>
                  <a:pt x="100" y="411"/>
                </a:lnTo>
                <a:lnTo>
                  <a:pt x="99" y="411"/>
                </a:lnTo>
                <a:lnTo>
                  <a:pt x="99" y="410"/>
                </a:lnTo>
                <a:lnTo>
                  <a:pt x="98" y="409"/>
                </a:lnTo>
                <a:lnTo>
                  <a:pt x="97" y="409"/>
                </a:lnTo>
                <a:lnTo>
                  <a:pt x="95" y="409"/>
                </a:lnTo>
                <a:lnTo>
                  <a:pt x="95" y="408"/>
                </a:lnTo>
                <a:lnTo>
                  <a:pt x="94" y="407"/>
                </a:lnTo>
                <a:lnTo>
                  <a:pt x="93" y="408"/>
                </a:lnTo>
                <a:lnTo>
                  <a:pt x="93" y="407"/>
                </a:lnTo>
                <a:lnTo>
                  <a:pt x="94" y="406"/>
                </a:lnTo>
                <a:lnTo>
                  <a:pt x="94" y="405"/>
                </a:lnTo>
                <a:lnTo>
                  <a:pt x="96" y="402"/>
                </a:lnTo>
                <a:lnTo>
                  <a:pt x="97" y="398"/>
                </a:lnTo>
                <a:lnTo>
                  <a:pt x="96" y="397"/>
                </a:lnTo>
                <a:lnTo>
                  <a:pt x="96" y="396"/>
                </a:lnTo>
                <a:lnTo>
                  <a:pt x="97" y="396"/>
                </a:lnTo>
                <a:lnTo>
                  <a:pt x="96" y="395"/>
                </a:lnTo>
                <a:lnTo>
                  <a:pt x="96" y="394"/>
                </a:lnTo>
                <a:lnTo>
                  <a:pt x="96" y="393"/>
                </a:lnTo>
                <a:lnTo>
                  <a:pt x="96" y="392"/>
                </a:lnTo>
                <a:lnTo>
                  <a:pt x="97" y="391"/>
                </a:lnTo>
                <a:lnTo>
                  <a:pt x="96" y="391"/>
                </a:lnTo>
                <a:lnTo>
                  <a:pt x="95" y="390"/>
                </a:lnTo>
                <a:lnTo>
                  <a:pt x="94" y="389"/>
                </a:lnTo>
                <a:lnTo>
                  <a:pt x="93" y="389"/>
                </a:lnTo>
                <a:lnTo>
                  <a:pt x="94" y="388"/>
                </a:lnTo>
                <a:lnTo>
                  <a:pt x="94" y="387"/>
                </a:lnTo>
                <a:lnTo>
                  <a:pt x="92" y="386"/>
                </a:lnTo>
                <a:lnTo>
                  <a:pt x="91" y="386"/>
                </a:lnTo>
                <a:lnTo>
                  <a:pt x="90" y="386"/>
                </a:lnTo>
                <a:lnTo>
                  <a:pt x="90" y="385"/>
                </a:lnTo>
                <a:lnTo>
                  <a:pt x="90" y="384"/>
                </a:lnTo>
                <a:lnTo>
                  <a:pt x="88" y="383"/>
                </a:lnTo>
                <a:lnTo>
                  <a:pt x="87" y="382"/>
                </a:lnTo>
                <a:lnTo>
                  <a:pt x="86" y="382"/>
                </a:lnTo>
                <a:lnTo>
                  <a:pt x="86" y="381"/>
                </a:lnTo>
                <a:lnTo>
                  <a:pt x="85" y="379"/>
                </a:lnTo>
                <a:lnTo>
                  <a:pt x="86" y="378"/>
                </a:lnTo>
                <a:lnTo>
                  <a:pt x="86" y="377"/>
                </a:lnTo>
                <a:lnTo>
                  <a:pt x="85" y="377"/>
                </a:lnTo>
                <a:lnTo>
                  <a:pt x="85" y="376"/>
                </a:lnTo>
                <a:lnTo>
                  <a:pt x="86" y="375"/>
                </a:lnTo>
                <a:lnTo>
                  <a:pt x="86" y="374"/>
                </a:lnTo>
                <a:lnTo>
                  <a:pt x="87" y="373"/>
                </a:lnTo>
                <a:lnTo>
                  <a:pt x="88" y="373"/>
                </a:lnTo>
                <a:lnTo>
                  <a:pt x="88" y="372"/>
                </a:lnTo>
                <a:lnTo>
                  <a:pt x="88" y="371"/>
                </a:lnTo>
                <a:lnTo>
                  <a:pt x="89" y="370"/>
                </a:lnTo>
                <a:lnTo>
                  <a:pt x="90" y="370"/>
                </a:lnTo>
                <a:lnTo>
                  <a:pt x="91" y="369"/>
                </a:lnTo>
                <a:lnTo>
                  <a:pt x="93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4"/>
                </a:lnTo>
                <a:lnTo>
                  <a:pt x="91" y="362"/>
                </a:lnTo>
                <a:lnTo>
                  <a:pt x="91" y="361"/>
                </a:lnTo>
                <a:lnTo>
                  <a:pt x="90" y="361"/>
                </a:lnTo>
                <a:lnTo>
                  <a:pt x="90" y="360"/>
                </a:lnTo>
                <a:lnTo>
                  <a:pt x="89" y="360"/>
                </a:lnTo>
                <a:lnTo>
                  <a:pt x="89" y="359"/>
                </a:lnTo>
                <a:lnTo>
                  <a:pt x="89" y="358"/>
                </a:lnTo>
                <a:lnTo>
                  <a:pt x="89" y="357"/>
                </a:lnTo>
                <a:lnTo>
                  <a:pt x="88" y="356"/>
                </a:lnTo>
                <a:lnTo>
                  <a:pt x="88" y="355"/>
                </a:lnTo>
                <a:lnTo>
                  <a:pt x="89" y="355"/>
                </a:lnTo>
                <a:lnTo>
                  <a:pt x="89" y="354"/>
                </a:lnTo>
                <a:lnTo>
                  <a:pt x="88" y="353"/>
                </a:lnTo>
                <a:lnTo>
                  <a:pt x="89" y="352"/>
                </a:lnTo>
                <a:lnTo>
                  <a:pt x="89" y="351"/>
                </a:lnTo>
                <a:lnTo>
                  <a:pt x="89" y="350"/>
                </a:lnTo>
                <a:lnTo>
                  <a:pt x="90" y="349"/>
                </a:lnTo>
                <a:lnTo>
                  <a:pt x="91" y="348"/>
                </a:lnTo>
                <a:lnTo>
                  <a:pt x="91" y="347"/>
                </a:lnTo>
                <a:lnTo>
                  <a:pt x="91" y="346"/>
                </a:lnTo>
                <a:lnTo>
                  <a:pt x="91" y="344"/>
                </a:lnTo>
                <a:lnTo>
                  <a:pt x="92" y="344"/>
                </a:lnTo>
                <a:lnTo>
                  <a:pt x="93" y="343"/>
                </a:lnTo>
                <a:lnTo>
                  <a:pt x="93" y="344"/>
                </a:lnTo>
                <a:lnTo>
                  <a:pt x="94" y="344"/>
                </a:lnTo>
                <a:lnTo>
                  <a:pt x="95" y="343"/>
                </a:lnTo>
                <a:lnTo>
                  <a:pt x="95" y="341"/>
                </a:lnTo>
                <a:lnTo>
                  <a:pt x="94" y="341"/>
                </a:lnTo>
                <a:lnTo>
                  <a:pt x="94" y="340"/>
                </a:lnTo>
                <a:lnTo>
                  <a:pt x="95" y="340"/>
                </a:lnTo>
                <a:lnTo>
                  <a:pt x="95" y="339"/>
                </a:lnTo>
                <a:lnTo>
                  <a:pt x="96" y="339"/>
                </a:lnTo>
                <a:lnTo>
                  <a:pt x="96" y="338"/>
                </a:lnTo>
                <a:lnTo>
                  <a:pt x="97" y="338"/>
                </a:lnTo>
                <a:lnTo>
                  <a:pt x="98" y="339"/>
                </a:lnTo>
                <a:lnTo>
                  <a:pt x="98" y="337"/>
                </a:lnTo>
                <a:lnTo>
                  <a:pt x="99" y="336"/>
                </a:lnTo>
                <a:lnTo>
                  <a:pt x="99" y="335"/>
                </a:lnTo>
                <a:lnTo>
                  <a:pt x="100" y="334"/>
                </a:lnTo>
                <a:lnTo>
                  <a:pt x="100" y="333"/>
                </a:lnTo>
                <a:lnTo>
                  <a:pt x="100" y="332"/>
                </a:lnTo>
                <a:lnTo>
                  <a:pt x="100" y="331"/>
                </a:lnTo>
                <a:lnTo>
                  <a:pt x="101" y="330"/>
                </a:lnTo>
                <a:lnTo>
                  <a:pt x="102" y="329"/>
                </a:lnTo>
                <a:lnTo>
                  <a:pt x="103" y="328"/>
                </a:lnTo>
                <a:lnTo>
                  <a:pt x="103" y="327"/>
                </a:lnTo>
                <a:lnTo>
                  <a:pt x="104" y="327"/>
                </a:lnTo>
                <a:lnTo>
                  <a:pt x="105" y="326"/>
                </a:lnTo>
                <a:lnTo>
                  <a:pt x="105" y="324"/>
                </a:lnTo>
                <a:lnTo>
                  <a:pt x="105" y="323"/>
                </a:lnTo>
                <a:lnTo>
                  <a:pt x="106" y="322"/>
                </a:lnTo>
                <a:lnTo>
                  <a:pt x="107" y="322"/>
                </a:lnTo>
                <a:lnTo>
                  <a:pt x="108" y="322"/>
                </a:lnTo>
                <a:lnTo>
                  <a:pt x="108" y="321"/>
                </a:lnTo>
                <a:lnTo>
                  <a:pt x="109" y="320"/>
                </a:lnTo>
                <a:lnTo>
                  <a:pt x="109" y="319"/>
                </a:lnTo>
                <a:lnTo>
                  <a:pt x="110" y="319"/>
                </a:lnTo>
                <a:lnTo>
                  <a:pt x="110" y="318"/>
                </a:lnTo>
                <a:lnTo>
                  <a:pt x="111" y="317"/>
                </a:lnTo>
                <a:lnTo>
                  <a:pt x="112" y="316"/>
                </a:lnTo>
                <a:lnTo>
                  <a:pt x="113" y="316"/>
                </a:lnTo>
                <a:lnTo>
                  <a:pt x="114" y="316"/>
                </a:lnTo>
                <a:lnTo>
                  <a:pt x="115" y="316"/>
                </a:lnTo>
                <a:lnTo>
                  <a:pt x="117" y="315"/>
                </a:lnTo>
                <a:lnTo>
                  <a:pt x="119" y="315"/>
                </a:lnTo>
                <a:lnTo>
                  <a:pt x="119" y="314"/>
                </a:lnTo>
                <a:lnTo>
                  <a:pt x="120" y="314"/>
                </a:lnTo>
                <a:lnTo>
                  <a:pt x="121" y="316"/>
                </a:lnTo>
                <a:lnTo>
                  <a:pt x="121" y="317"/>
                </a:lnTo>
                <a:lnTo>
                  <a:pt x="122" y="317"/>
                </a:lnTo>
                <a:lnTo>
                  <a:pt x="123" y="318"/>
                </a:lnTo>
                <a:lnTo>
                  <a:pt x="123" y="317"/>
                </a:lnTo>
                <a:lnTo>
                  <a:pt x="124" y="316"/>
                </a:lnTo>
                <a:lnTo>
                  <a:pt x="123" y="316"/>
                </a:lnTo>
                <a:lnTo>
                  <a:pt x="123" y="315"/>
                </a:lnTo>
                <a:lnTo>
                  <a:pt x="124" y="313"/>
                </a:lnTo>
                <a:lnTo>
                  <a:pt x="125" y="313"/>
                </a:lnTo>
                <a:lnTo>
                  <a:pt x="126" y="313"/>
                </a:lnTo>
                <a:lnTo>
                  <a:pt x="127" y="313"/>
                </a:lnTo>
                <a:lnTo>
                  <a:pt x="128" y="312"/>
                </a:lnTo>
                <a:lnTo>
                  <a:pt x="128" y="311"/>
                </a:lnTo>
                <a:lnTo>
                  <a:pt x="129" y="310"/>
                </a:lnTo>
                <a:lnTo>
                  <a:pt x="130" y="310"/>
                </a:lnTo>
                <a:lnTo>
                  <a:pt x="131" y="310"/>
                </a:lnTo>
                <a:lnTo>
                  <a:pt x="132" y="310"/>
                </a:lnTo>
                <a:lnTo>
                  <a:pt x="133" y="309"/>
                </a:lnTo>
                <a:lnTo>
                  <a:pt x="134" y="308"/>
                </a:lnTo>
                <a:lnTo>
                  <a:pt x="134" y="307"/>
                </a:lnTo>
                <a:lnTo>
                  <a:pt x="135" y="307"/>
                </a:lnTo>
                <a:lnTo>
                  <a:pt x="136" y="308"/>
                </a:lnTo>
                <a:lnTo>
                  <a:pt x="137" y="309"/>
                </a:lnTo>
                <a:lnTo>
                  <a:pt x="137" y="310"/>
                </a:lnTo>
                <a:lnTo>
                  <a:pt x="138" y="310"/>
                </a:lnTo>
                <a:lnTo>
                  <a:pt x="139" y="309"/>
                </a:lnTo>
                <a:lnTo>
                  <a:pt x="141" y="309"/>
                </a:lnTo>
                <a:lnTo>
                  <a:pt x="142" y="308"/>
                </a:lnTo>
                <a:lnTo>
                  <a:pt x="142" y="307"/>
                </a:lnTo>
                <a:lnTo>
                  <a:pt x="142" y="306"/>
                </a:lnTo>
                <a:lnTo>
                  <a:pt x="143" y="306"/>
                </a:lnTo>
                <a:lnTo>
                  <a:pt x="144" y="305"/>
                </a:lnTo>
                <a:lnTo>
                  <a:pt x="145" y="304"/>
                </a:lnTo>
                <a:lnTo>
                  <a:pt x="146" y="304"/>
                </a:lnTo>
                <a:lnTo>
                  <a:pt x="146" y="303"/>
                </a:lnTo>
                <a:lnTo>
                  <a:pt x="147" y="302"/>
                </a:lnTo>
                <a:lnTo>
                  <a:pt x="148" y="303"/>
                </a:lnTo>
                <a:lnTo>
                  <a:pt x="149" y="303"/>
                </a:lnTo>
                <a:lnTo>
                  <a:pt x="150" y="303"/>
                </a:lnTo>
                <a:lnTo>
                  <a:pt x="150" y="302"/>
                </a:lnTo>
                <a:lnTo>
                  <a:pt x="151" y="303"/>
                </a:lnTo>
                <a:lnTo>
                  <a:pt x="151" y="304"/>
                </a:lnTo>
                <a:lnTo>
                  <a:pt x="152" y="304"/>
                </a:lnTo>
                <a:lnTo>
                  <a:pt x="153" y="305"/>
                </a:lnTo>
                <a:lnTo>
                  <a:pt x="154" y="305"/>
                </a:lnTo>
                <a:lnTo>
                  <a:pt x="155" y="305"/>
                </a:lnTo>
                <a:lnTo>
                  <a:pt x="155" y="304"/>
                </a:lnTo>
                <a:lnTo>
                  <a:pt x="155" y="303"/>
                </a:lnTo>
                <a:lnTo>
                  <a:pt x="156" y="301"/>
                </a:lnTo>
                <a:lnTo>
                  <a:pt x="157" y="301"/>
                </a:lnTo>
                <a:lnTo>
                  <a:pt x="157" y="300"/>
                </a:lnTo>
                <a:lnTo>
                  <a:pt x="157" y="299"/>
                </a:lnTo>
                <a:lnTo>
                  <a:pt x="158" y="297"/>
                </a:lnTo>
                <a:lnTo>
                  <a:pt x="159" y="297"/>
                </a:lnTo>
                <a:lnTo>
                  <a:pt x="160" y="297"/>
                </a:lnTo>
                <a:lnTo>
                  <a:pt x="161" y="296"/>
                </a:lnTo>
                <a:lnTo>
                  <a:pt x="161" y="295"/>
                </a:lnTo>
                <a:lnTo>
                  <a:pt x="162" y="294"/>
                </a:lnTo>
                <a:lnTo>
                  <a:pt x="163" y="294"/>
                </a:lnTo>
                <a:lnTo>
                  <a:pt x="163" y="293"/>
                </a:lnTo>
                <a:lnTo>
                  <a:pt x="164" y="292"/>
                </a:lnTo>
                <a:lnTo>
                  <a:pt x="164" y="291"/>
                </a:lnTo>
                <a:lnTo>
                  <a:pt x="165" y="291"/>
                </a:lnTo>
                <a:lnTo>
                  <a:pt x="166" y="290"/>
                </a:lnTo>
                <a:lnTo>
                  <a:pt x="167" y="290"/>
                </a:lnTo>
                <a:lnTo>
                  <a:pt x="168" y="290"/>
                </a:lnTo>
                <a:lnTo>
                  <a:pt x="169" y="290"/>
                </a:lnTo>
                <a:lnTo>
                  <a:pt x="170" y="289"/>
                </a:lnTo>
                <a:lnTo>
                  <a:pt x="171" y="287"/>
                </a:lnTo>
                <a:lnTo>
                  <a:pt x="172" y="287"/>
                </a:lnTo>
                <a:lnTo>
                  <a:pt x="173" y="286"/>
                </a:lnTo>
                <a:lnTo>
                  <a:pt x="172" y="286"/>
                </a:lnTo>
                <a:lnTo>
                  <a:pt x="172" y="285"/>
                </a:lnTo>
                <a:lnTo>
                  <a:pt x="172" y="284"/>
                </a:lnTo>
                <a:lnTo>
                  <a:pt x="172" y="283"/>
                </a:lnTo>
                <a:lnTo>
                  <a:pt x="171" y="281"/>
                </a:lnTo>
                <a:lnTo>
                  <a:pt x="171" y="280"/>
                </a:lnTo>
                <a:lnTo>
                  <a:pt x="170" y="280"/>
                </a:lnTo>
                <a:lnTo>
                  <a:pt x="170" y="278"/>
                </a:lnTo>
                <a:lnTo>
                  <a:pt x="170" y="277"/>
                </a:lnTo>
                <a:lnTo>
                  <a:pt x="171" y="276"/>
                </a:lnTo>
                <a:lnTo>
                  <a:pt x="172" y="274"/>
                </a:lnTo>
                <a:lnTo>
                  <a:pt x="172" y="273"/>
                </a:lnTo>
                <a:lnTo>
                  <a:pt x="173" y="273"/>
                </a:lnTo>
                <a:lnTo>
                  <a:pt x="173" y="271"/>
                </a:lnTo>
                <a:lnTo>
                  <a:pt x="174" y="270"/>
                </a:lnTo>
                <a:lnTo>
                  <a:pt x="175" y="270"/>
                </a:lnTo>
                <a:lnTo>
                  <a:pt x="176" y="269"/>
                </a:lnTo>
                <a:lnTo>
                  <a:pt x="177" y="269"/>
                </a:lnTo>
                <a:lnTo>
                  <a:pt x="177" y="268"/>
                </a:lnTo>
                <a:lnTo>
                  <a:pt x="177" y="267"/>
                </a:lnTo>
                <a:lnTo>
                  <a:pt x="177" y="266"/>
                </a:lnTo>
                <a:lnTo>
                  <a:pt x="178" y="265"/>
                </a:lnTo>
                <a:lnTo>
                  <a:pt x="178" y="264"/>
                </a:lnTo>
                <a:lnTo>
                  <a:pt x="179" y="263"/>
                </a:lnTo>
                <a:lnTo>
                  <a:pt x="179" y="264"/>
                </a:lnTo>
                <a:lnTo>
                  <a:pt x="180" y="264"/>
                </a:lnTo>
                <a:lnTo>
                  <a:pt x="182" y="263"/>
                </a:lnTo>
                <a:lnTo>
                  <a:pt x="182" y="262"/>
                </a:lnTo>
                <a:lnTo>
                  <a:pt x="182" y="261"/>
                </a:lnTo>
                <a:lnTo>
                  <a:pt x="184" y="259"/>
                </a:lnTo>
                <a:lnTo>
                  <a:pt x="185" y="258"/>
                </a:lnTo>
                <a:lnTo>
                  <a:pt x="185" y="257"/>
                </a:lnTo>
                <a:lnTo>
                  <a:pt x="186" y="256"/>
                </a:lnTo>
                <a:lnTo>
                  <a:pt x="187" y="256"/>
                </a:lnTo>
                <a:lnTo>
                  <a:pt x="187" y="255"/>
                </a:lnTo>
                <a:lnTo>
                  <a:pt x="186" y="254"/>
                </a:lnTo>
                <a:lnTo>
                  <a:pt x="187" y="254"/>
                </a:lnTo>
                <a:lnTo>
                  <a:pt x="187" y="253"/>
                </a:lnTo>
                <a:lnTo>
                  <a:pt x="187" y="252"/>
                </a:lnTo>
                <a:lnTo>
                  <a:pt x="188" y="250"/>
                </a:lnTo>
                <a:lnTo>
                  <a:pt x="189" y="250"/>
                </a:lnTo>
                <a:lnTo>
                  <a:pt x="189" y="246"/>
                </a:lnTo>
                <a:lnTo>
                  <a:pt x="190" y="246"/>
                </a:lnTo>
                <a:lnTo>
                  <a:pt x="190" y="245"/>
                </a:lnTo>
                <a:lnTo>
                  <a:pt x="189" y="245"/>
                </a:lnTo>
                <a:lnTo>
                  <a:pt x="188" y="245"/>
                </a:lnTo>
                <a:lnTo>
                  <a:pt x="187" y="244"/>
                </a:lnTo>
                <a:lnTo>
                  <a:pt x="187" y="243"/>
                </a:lnTo>
                <a:lnTo>
                  <a:pt x="186" y="243"/>
                </a:lnTo>
                <a:lnTo>
                  <a:pt x="185" y="243"/>
                </a:lnTo>
                <a:lnTo>
                  <a:pt x="183" y="243"/>
                </a:lnTo>
                <a:lnTo>
                  <a:pt x="183" y="242"/>
                </a:lnTo>
                <a:lnTo>
                  <a:pt x="184" y="241"/>
                </a:lnTo>
                <a:lnTo>
                  <a:pt x="184" y="240"/>
                </a:lnTo>
                <a:lnTo>
                  <a:pt x="183" y="239"/>
                </a:lnTo>
                <a:lnTo>
                  <a:pt x="182" y="239"/>
                </a:lnTo>
                <a:lnTo>
                  <a:pt x="181" y="239"/>
                </a:lnTo>
                <a:lnTo>
                  <a:pt x="179" y="239"/>
                </a:lnTo>
                <a:lnTo>
                  <a:pt x="178" y="238"/>
                </a:lnTo>
                <a:lnTo>
                  <a:pt x="178" y="239"/>
                </a:lnTo>
                <a:lnTo>
                  <a:pt x="177" y="239"/>
                </a:lnTo>
                <a:lnTo>
                  <a:pt x="176" y="238"/>
                </a:lnTo>
                <a:lnTo>
                  <a:pt x="175" y="237"/>
                </a:lnTo>
                <a:lnTo>
                  <a:pt x="176" y="236"/>
                </a:lnTo>
                <a:lnTo>
                  <a:pt x="176" y="235"/>
                </a:lnTo>
                <a:lnTo>
                  <a:pt x="176" y="233"/>
                </a:lnTo>
                <a:lnTo>
                  <a:pt x="175" y="233"/>
                </a:lnTo>
                <a:lnTo>
                  <a:pt x="176" y="232"/>
                </a:lnTo>
                <a:lnTo>
                  <a:pt x="176" y="231"/>
                </a:lnTo>
                <a:lnTo>
                  <a:pt x="175" y="230"/>
                </a:lnTo>
                <a:lnTo>
                  <a:pt x="175" y="229"/>
                </a:lnTo>
                <a:lnTo>
                  <a:pt x="174" y="229"/>
                </a:lnTo>
                <a:lnTo>
                  <a:pt x="174" y="228"/>
                </a:lnTo>
                <a:lnTo>
                  <a:pt x="175" y="228"/>
                </a:lnTo>
                <a:lnTo>
                  <a:pt x="176" y="227"/>
                </a:lnTo>
                <a:lnTo>
                  <a:pt x="175" y="226"/>
                </a:lnTo>
                <a:lnTo>
                  <a:pt x="176" y="225"/>
                </a:lnTo>
                <a:lnTo>
                  <a:pt x="177" y="225"/>
                </a:lnTo>
                <a:lnTo>
                  <a:pt x="178" y="224"/>
                </a:lnTo>
                <a:lnTo>
                  <a:pt x="179" y="223"/>
                </a:lnTo>
                <a:lnTo>
                  <a:pt x="179" y="222"/>
                </a:lnTo>
                <a:lnTo>
                  <a:pt x="179" y="221"/>
                </a:lnTo>
                <a:lnTo>
                  <a:pt x="179" y="220"/>
                </a:lnTo>
                <a:lnTo>
                  <a:pt x="179" y="219"/>
                </a:lnTo>
                <a:lnTo>
                  <a:pt x="179" y="218"/>
                </a:lnTo>
                <a:lnTo>
                  <a:pt x="178" y="217"/>
                </a:lnTo>
                <a:lnTo>
                  <a:pt x="178" y="216"/>
                </a:lnTo>
                <a:lnTo>
                  <a:pt x="178" y="215"/>
                </a:lnTo>
                <a:lnTo>
                  <a:pt x="177" y="213"/>
                </a:lnTo>
                <a:lnTo>
                  <a:pt x="176" y="213"/>
                </a:lnTo>
                <a:lnTo>
                  <a:pt x="175" y="213"/>
                </a:lnTo>
                <a:lnTo>
                  <a:pt x="174" y="212"/>
                </a:lnTo>
                <a:lnTo>
                  <a:pt x="174" y="210"/>
                </a:lnTo>
                <a:lnTo>
                  <a:pt x="174" y="209"/>
                </a:lnTo>
                <a:lnTo>
                  <a:pt x="174" y="208"/>
                </a:lnTo>
                <a:lnTo>
                  <a:pt x="173" y="208"/>
                </a:lnTo>
                <a:lnTo>
                  <a:pt x="173" y="207"/>
                </a:lnTo>
                <a:lnTo>
                  <a:pt x="173" y="206"/>
                </a:lnTo>
                <a:lnTo>
                  <a:pt x="173" y="205"/>
                </a:lnTo>
                <a:lnTo>
                  <a:pt x="174" y="204"/>
                </a:lnTo>
                <a:lnTo>
                  <a:pt x="173" y="203"/>
                </a:lnTo>
                <a:lnTo>
                  <a:pt x="172" y="202"/>
                </a:lnTo>
                <a:lnTo>
                  <a:pt x="172" y="201"/>
                </a:lnTo>
                <a:lnTo>
                  <a:pt x="171" y="199"/>
                </a:lnTo>
                <a:lnTo>
                  <a:pt x="171" y="197"/>
                </a:lnTo>
                <a:lnTo>
                  <a:pt x="171" y="196"/>
                </a:lnTo>
                <a:lnTo>
                  <a:pt x="170" y="195"/>
                </a:lnTo>
                <a:lnTo>
                  <a:pt x="169" y="195"/>
                </a:lnTo>
                <a:lnTo>
                  <a:pt x="169" y="194"/>
                </a:lnTo>
                <a:lnTo>
                  <a:pt x="168" y="193"/>
                </a:lnTo>
                <a:lnTo>
                  <a:pt x="168" y="192"/>
                </a:lnTo>
                <a:lnTo>
                  <a:pt x="167" y="191"/>
                </a:lnTo>
                <a:lnTo>
                  <a:pt x="166" y="191"/>
                </a:lnTo>
                <a:lnTo>
                  <a:pt x="165" y="191"/>
                </a:lnTo>
                <a:lnTo>
                  <a:pt x="165" y="192"/>
                </a:lnTo>
                <a:lnTo>
                  <a:pt x="165" y="193"/>
                </a:lnTo>
                <a:lnTo>
                  <a:pt x="164" y="194"/>
                </a:lnTo>
                <a:lnTo>
                  <a:pt x="164" y="195"/>
                </a:lnTo>
                <a:lnTo>
                  <a:pt x="163" y="196"/>
                </a:lnTo>
                <a:lnTo>
                  <a:pt x="162" y="196"/>
                </a:lnTo>
                <a:lnTo>
                  <a:pt x="162" y="195"/>
                </a:lnTo>
                <a:lnTo>
                  <a:pt x="161" y="195"/>
                </a:lnTo>
                <a:lnTo>
                  <a:pt x="160" y="195"/>
                </a:lnTo>
                <a:lnTo>
                  <a:pt x="158" y="195"/>
                </a:lnTo>
                <a:lnTo>
                  <a:pt x="157" y="195"/>
                </a:lnTo>
                <a:lnTo>
                  <a:pt x="156" y="194"/>
                </a:lnTo>
                <a:lnTo>
                  <a:pt x="155" y="194"/>
                </a:lnTo>
                <a:lnTo>
                  <a:pt x="155" y="193"/>
                </a:lnTo>
                <a:lnTo>
                  <a:pt x="155" y="192"/>
                </a:lnTo>
                <a:lnTo>
                  <a:pt x="155" y="191"/>
                </a:lnTo>
                <a:lnTo>
                  <a:pt x="155" y="190"/>
                </a:lnTo>
                <a:lnTo>
                  <a:pt x="156" y="189"/>
                </a:lnTo>
                <a:lnTo>
                  <a:pt x="156" y="188"/>
                </a:lnTo>
                <a:lnTo>
                  <a:pt x="155" y="188"/>
                </a:lnTo>
                <a:lnTo>
                  <a:pt x="156" y="187"/>
                </a:lnTo>
                <a:lnTo>
                  <a:pt x="155" y="186"/>
                </a:lnTo>
                <a:lnTo>
                  <a:pt x="155" y="185"/>
                </a:lnTo>
                <a:lnTo>
                  <a:pt x="155" y="184"/>
                </a:lnTo>
                <a:lnTo>
                  <a:pt x="154" y="184"/>
                </a:lnTo>
                <a:lnTo>
                  <a:pt x="154" y="185"/>
                </a:lnTo>
                <a:lnTo>
                  <a:pt x="153" y="184"/>
                </a:lnTo>
                <a:lnTo>
                  <a:pt x="154" y="184"/>
                </a:lnTo>
                <a:lnTo>
                  <a:pt x="154" y="183"/>
                </a:lnTo>
                <a:lnTo>
                  <a:pt x="153" y="182"/>
                </a:lnTo>
                <a:lnTo>
                  <a:pt x="152" y="182"/>
                </a:lnTo>
                <a:lnTo>
                  <a:pt x="152" y="181"/>
                </a:lnTo>
                <a:lnTo>
                  <a:pt x="151" y="180"/>
                </a:lnTo>
                <a:lnTo>
                  <a:pt x="152" y="179"/>
                </a:lnTo>
                <a:lnTo>
                  <a:pt x="153" y="179"/>
                </a:lnTo>
                <a:lnTo>
                  <a:pt x="154" y="179"/>
                </a:lnTo>
                <a:lnTo>
                  <a:pt x="154" y="178"/>
                </a:lnTo>
                <a:lnTo>
                  <a:pt x="154" y="177"/>
                </a:lnTo>
                <a:lnTo>
                  <a:pt x="154" y="176"/>
                </a:lnTo>
                <a:lnTo>
                  <a:pt x="153" y="175"/>
                </a:lnTo>
                <a:lnTo>
                  <a:pt x="154" y="173"/>
                </a:lnTo>
                <a:lnTo>
                  <a:pt x="155" y="172"/>
                </a:lnTo>
                <a:lnTo>
                  <a:pt x="156" y="172"/>
                </a:lnTo>
                <a:lnTo>
                  <a:pt x="156" y="171"/>
                </a:lnTo>
                <a:lnTo>
                  <a:pt x="157" y="171"/>
                </a:lnTo>
                <a:lnTo>
                  <a:pt x="158" y="170"/>
                </a:lnTo>
                <a:lnTo>
                  <a:pt x="159" y="170"/>
                </a:lnTo>
                <a:lnTo>
                  <a:pt x="161" y="171"/>
                </a:lnTo>
                <a:lnTo>
                  <a:pt x="162" y="172"/>
                </a:lnTo>
                <a:lnTo>
                  <a:pt x="162" y="173"/>
                </a:lnTo>
                <a:lnTo>
                  <a:pt x="163" y="174"/>
                </a:lnTo>
                <a:lnTo>
                  <a:pt x="164" y="174"/>
                </a:lnTo>
                <a:lnTo>
                  <a:pt x="164" y="175"/>
                </a:lnTo>
                <a:lnTo>
                  <a:pt x="165" y="176"/>
                </a:lnTo>
                <a:lnTo>
                  <a:pt x="166" y="177"/>
                </a:lnTo>
                <a:lnTo>
                  <a:pt x="168" y="178"/>
                </a:lnTo>
                <a:lnTo>
                  <a:pt x="170" y="177"/>
                </a:lnTo>
                <a:lnTo>
                  <a:pt x="170" y="176"/>
                </a:lnTo>
                <a:lnTo>
                  <a:pt x="169" y="176"/>
                </a:lnTo>
                <a:lnTo>
                  <a:pt x="169" y="175"/>
                </a:lnTo>
                <a:lnTo>
                  <a:pt x="170" y="174"/>
                </a:lnTo>
                <a:lnTo>
                  <a:pt x="170" y="173"/>
                </a:lnTo>
                <a:lnTo>
                  <a:pt x="169" y="173"/>
                </a:lnTo>
                <a:lnTo>
                  <a:pt x="169" y="172"/>
                </a:lnTo>
                <a:lnTo>
                  <a:pt x="168" y="172"/>
                </a:lnTo>
                <a:lnTo>
                  <a:pt x="168" y="171"/>
                </a:lnTo>
                <a:lnTo>
                  <a:pt x="168" y="170"/>
                </a:lnTo>
                <a:lnTo>
                  <a:pt x="167" y="170"/>
                </a:lnTo>
                <a:lnTo>
                  <a:pt x="166" y="170"/>
                </a:lnTo>
                <a:lnTo>
                  <a:pt x="167" y="168"/>
                </a:lnTo>
                <a:lnTo>
                  <a:pt x="168" y="167"/>
                </a:lnTo>
                <a:lnTo>
                  <a:pt x="168" y="166"/>
                </a:lnTo>
                <a:lnTo>
                  <a:pt x="169" y="166"/>
                </a:lnTo>
                <a:lnTo>
                  <a:pt x="169" y="165"/>
                </a:lnTo>
                <a:lnTo>
                  <a:pt x="170" y="164"/>
                </a:lnTo>
                <a:lnTo>
                  <a:pt x="171" y="164"/>
                </a:lnTo>
                <a:lnTo>
                  <a:pt x="172" y="164"/>
                </a:lnTo>
                <a:lnTo>
                  <a:pt x="173" y="165"/>
                </a:lnTo>
                <a:lnTo>
                  <a:pt x="174" y="164"/>
                </a:lnTo>
                <a:lnTo>
                  <a:pt x="175" y="164"/>
                </a:lnTo>
                <a:lnTo>
                  <a:pt x="175" y="165"/>
                </a:lnTo>
                <a:lnTo>
                  <a:pt x="176" y="165"/>
                </a:lnTo>
                <a:lnTo>
                  <a:pt x="177" y="165"/>
                </a:lnTo>
                <a:lnTo>
                  <a:pt x="178" y="165"/>
                </a:lnTo>
                <a:lnTo>
                  <a:pt x="179" y="166"/>
                </a:lnTo>
                <a:lnTo>
                  <a:pt x="180" y="166"/>
                </a:lnTo>
                <a:lnTo>
                  <a:pt x="181" y="166"/>
                </a:lnTo>
                <a:lnTo>
                  <a:pt x="182" y="166"/>
                </a:lnTo>
                <a:lnTo>
                  <a:pt x="182" y="165"/>
                </a:lnTo>
                <a:lnTo>
                  <a:pt x="184" y="164"/>
                </a:lnTo>
                <a:lnTo>
                  <a:pt x="185" y="164"/>
                </a:lnTo>
                <a:lnTo>
                  <a:pt x="186" y="164"/>
                </a:lnTo>
                <a:lnTo>
                  <a:pt x="186" y="163"/>
                </a:lnTo>
                <a:lnTo>
                  <a:pt x="185" y="163"/>
                </a:lnTo>
                <a:lnTo>
                  <a:pt x="185" y="162"/>
                </a:lnTo>
                <a:lnTo>
                  <a:pt x="186" y="162"/>
                </a:lnTo>
                <a:lnTo>
                  <a:pt x="186" y="161"/>
                </a:lnTo>
                <a:lnTo>
                  <a:pt x="185" y="161"/>
                </a:lnTo>
                <a:lnTo>
                  <a:pt x="185" y="159"/>
                </a:lnTo>
                <a:lnTo>
                  <a:pt x="185" y="157"/>
                </a:lnTo>
                <a:lnTo>
                  <a:pt x="186" y="157"/>
                </a:lnTo>
                <a:lnTo>
                  <a:pt x="186" y="158"/>
                </a:lnTo>
                <a:lnTo>
                  <a:pt x="187" y="158"/>
                </a:lnTo>
                <a:lnTo>
                  <a:pt x="187" y="157"/>
                </a:lnTo>
                <a:lnTo>
                  <a:pt x="188" y="157"/>
                </a:lnTo>
                <a:lnTo>
                  <a:pt x="189" y="156"/>
                </a:lnTo>
                <a:lnTo>
                  <a:pt x="189" y="157"/>
                </a:lnTo>
                <a:lnTo>
                  <a:pt x="190" y="156"/>
                </a:lnTo>
                <a:lnTo>
                  <a:pt x="191" y="156"/>
                </a:lnTo>
                <a:lnTo>
                  <a:pt x="191" y="157"/>
                </a:lnTo>
                <a:lnTo>
                  <a:pt x="192" y="156"/>
                </a:lnTo>
                <a:lnTo>
                  <a:pt x="192" y="155"/>
                </a:lnTo>
                <a:lnTo>
                  <a:pt x="193" y="155"/>
                </a:lnTo>
                <a:lnTo>
                  <a:pt x="193" y="154"/>
                </a:lnTo>
                <a:lnTo>
                  <a:pt x="194" y="154"/>
                </a:lnTo>
                <a:lnTo>
                  <a:pt x="195" y="154"/>
                </a:lnTo>
                <a:lnTo>
                  <a:pt x="195" y="152"/>
                </a:lnTo>
                <a:lnTo>
                  <a:pt x="195" y="151"/>
                </a:lnTo>
                <a:lnTo>
                  <a:pt x="197" y="150"/>
                </a:lnTo>
                <a:lnTo>
                  <a:pt x="197" y="149"/>
                </a:lnTo>
                <a:lnTo>
                  <a:pt x="198" y="149"/>
                </a:lnTo>
                <a:lnTo>
                  <a:pt x="197" y="149"/>
                </a:lnTo>
                <a:lnTo>
                  <a:pt x="197" y="148"/>
                </a:lnTo>
                <a:lnTo>
                  <a:pt x="196" y="146"/>
                </a:lnTo>
                <a:lnTo>
                  <a:pt x="197" y="146"/>
                </a:lnTo>
                <a:lnTo>
                  <a:pt x="197" y="145"/>
                </a:lnTo>
                <a:lnTo>
                  <a:pt x="198" y="146"/>
                </a:lnTo>
                <a:lnTo>
                  <a:pt x="199" y="146"/>
                </a:lnTo>
                <a:lnTo>
                  <a:pt x="200" y="146"/>
                </a:lnTo>
                <a:lnTo>
                  <a:pt x="200" y="145"/>
                </a:lnTo>
                <a:lnTo>
                  <a:pt x="201" y="144"/>
                </a:lnTo>
                <a:lnTo>
                  <a:pt x="202" y="143"/>
                </a:lnTo>
                <a:lnTo>
                  <a:pt x="201" y="142"/>
                </a:lnTo>
                <a:lnTo>
                  <a:pt x="201" y="141"/>
                </a:lnTo>
                <a:lnTo>
                  <a:pt x="200" y="140"/>
                </a:lnTo>
                <a:lnTo>
                  <a:pt x="199" y="138"/>
                </a:lnTo>
                <a:lnTo>
                  <a:pt x="200" y="137"/>
                </a:lnTo>
                <a:lnTo>
                  <a:pt x="199" y="136"/>
                </a:lnTo>
                <a:lnTo>
                  <a:pt x="200" y="135"/>
                </a:lnTo>
                <a:lnTo>
                  <a:pt x="200" y="133"/>
                </a:lnTo>
                <a:lnTo>
                  <a:pt x="200" y="132"/>
                </a:lnTo>
                <a:lnTo>
                  <a:pt x="199" y="131"/>
                </a:lnTo>
                <a:lnTo>
                  <a:pt x="197" y="129"/>
                </a:lnTo>
                <a:lnTo>
                  <a:pt x="197" y="130"/>
                </a:lnTo>
                <a:lnTo>
                  <a:pt x="196" y="130"/>
                </a:lnTo>
                <a:lnTo>
                  <a:pt x="195" y="129"/>
                </a:lnTo>
                <a:lnTo>
                  <a:pt x="194" y="129"/>
                </a:lnTo>
                <a:lnTo>
                  <a:pt x="195" y="128"/>
                </a:lnTo>
                <a:lnTo>
                  <a:pt x="195" y="127"/>
                </a:lnTo>
                <a:lnTo>
                  <a:pt x="194" y="127"/>
                </a:lnTo>
                <a:lnTo>
                  <a:pt x="195" y="126"/>
                </a:lnTo>
                <a:lnTo>
                  <a:pt x="195" y="125"/>
                </a:lnTo>
                <a:lnTo>
                  <a:pt x="194" y="125"/>
                </a:lnTo>
                <a:lnTo>
                  <a:pt x="194" y="124"/>
                </a:lnTo>
                <a:lnTo>
                  <a:pt x="197" y="124"/>
                </a:lnTo>
                <a:lnTo>
                  <a:pt x="198" y="124"/>
                </a:lnTo>
                <a:lnTo>
                  <a:pt x="199" y="123"/>
                </a:lnTo>
                <a:lnTo>
                  <a:pt x="200" y="121"/>
                </a:lnTo>
                <a:lnTo>
                  <a:pt x="200" y="120"/>
                </a:lnTo>
                <a:lnTo>
                  <a:pt x="200" y="119"/>
                </a:lnTo>
                <a:lnTo>
                  <a:pt x="201" y="118"/>
                </a:lnTo>
                <a:lnTo>
                  <a:pt x="202" y="118"/>
                </a:lnTo>
                <a:lnTo>
                  <a:pt x="203" y="119"/>
                </a:lnTo>
                <a:lnTo>
                  <a:pt x="204" y="120"/>
                </a:lnTo>
                <a:lnTo>
                  <a:pt x="204" y="122"/>
                </a:lnTo>
                <a:lnTo>
                  <a:pt x="204" y="123"/>
                </a:lnTo>
                <a:lnTo>
                  <a:pt x="205" y="124"/>
                </a:lnTo>
                <a:lnTo>
                  <a:pt x="204" y="124"/>
                </a:lnTo>
                <a:lnTo>
                  <a:pt x="204" y="125"/>
                </a:lnTo>
                <a:lnTo>
                  <a:pt x="205" y="125"/>
                </a:lnTo>
                <a:lnTo>
                  <a:pt x="206" y="126"/>
                </a:lnTo>
                <a:lnTo>
                  <a:pt x="207" y="126"/>
                </a:lnTo>
                <a:lnTo>
                  <a:pt x="208" y="125"/>
                </a:lnTo>
                <a:lnTo>
                  <a:pt x="208" y="124"/>
                </a:lnTo>
                <a:lnTo>
                  <a:pt x="208" y="123"/>
                </a:lnTo>
                <a:lnTo>
                  <a:pt x="209" y="121"/>
                </a:lnTo>
                <a:lnTo>
                  <a:pt x="209" y="120"/>
                </a:lnTo>
                <a:lnTo>
                  <a:pt x="210" y="120"/>
                </a:lnTo>
                <a:lnTo>
                  <a:pt x="211" y="119"/>
                </a:lnTo>
                <a:lnTo>
                  <a:pt x="212" y="119"/>
                </a:lnTo>
                <a:lnTo>
                  <a:pt x="213" y="119"/>
                </a:lnTo>
                <a:lnTo>
                  <a:pt x="214" y="118"/>
                </a:lnTo>
                <a:lnTo>
                  <a:pt x="215" y="117"/>
                </a:lnTo>
                <a:lnTo>
                  <a:pt x="216" y="117"/>
                </a:lnTo>
                <a:lnTo>
                  <a:pt x="217" y="117"/>
                </a:lnTo>
                <a:lnTo>
                  <a:pt x="217" y="116"/>
                </a:lnTo>
                <a:lnTo>
                  <a:pt x="218" y="115"/>
                </a:lnTo>
                <a:lnTo>
                  <a:pt x="219" y="115"/>
                </a:lnTo>
                <a:lnTo>
                  <a:pt x="220" y="113"/>
                </a:lnTo>
                <a:lnTo>
                  <a:pt x="220" y="112"/>
                </a:lnTo>
                <a:lnTo>
                  <a:pt x="220" y="111"/>
                </a:lnTo>
                <a:lnTo>
                  <a:pt x="221" y="111"/>
                </a:lnTo>
                <a:lnTo>
                  <a:pt x="221" y="110"/>
                </a:lnTo>
                <a:lnTo>
                  <a:pt x="222" y="110"/>
                </a:lnTo>
                <a:lnTo>
                  <a:pt x="222" y="109"/>
                </a:lnTo>
                <a:lnTo>
                  <a:pt x="222" y="108"/>
                </a:lnTo>
                <a:lnTo>
                  <a:pt x="223" y="108"/>
                </a:lnTo>
                <a:lnTo>
                  <a:pt x="223" y="107"/>
                </a:lnTo>
                <a:lnTo>
                  <a:pt x="224" y="107"/>
                </a:lnTo>
                <a:lnTo>
                  <a:pt x="223" y="107"/>
                </a:lnTo>
                <a:lnTo>
                  <a:pt x="224" y="106"/>
                </a:lnTo>
                <a:lnTo>
                  <a:pt x="225" y="106"/>
                </a:lnTo>
                <a:lnTo>
                  <a:pt x="225" y="107"/>
                </a:lnTo>
                <a:lnTo>
                  <a:pt x="226" y="107"/>
                </a:lnTo>
                <a:lnTo>
                  <a:pt x="227" y="108"/>
                </a:lnTo>
                <a:lnTo>
                  <a:pt x="228" y="108"/>
                </a:lnTo>
                <a:lnTo>
                  <a:pt x="228" y="107"/>
                </a:lnTo>
                <a:lnTo>
                  <a:pt x="229" y="106"/>
                </a:lnTo>
                <a:lnTo>
                  <a:pt x="231" y="104"/>
                </a:lnTo>
                <a:lnTo>
                  <a:pt x="232" y="103"/>
                </a:lnTo>
                <a:lnTo>
                  <a:pt x="232" y="102"/>
                </a:lnTo>
                <a:lnTo>
                  <a:pt x="233" y="102"/>
                </a:lnTo>
                <a:lnTo>
                  <a:pt x="233" y="101"/>
                </a:lnTo>
                <a:lnTo>
                  <a:pt x="233" y="100"/>
                </a:lnTo>
                <a:lnTo>
                  <a:pt x="233" y="99"/>
                </a:lnTo>
                <a:lnTo>
                  <a:pt x="233" y="98"/>
                </a:lnTo>
                <a:lnTo>
                  <a:pt x="234" y="97"/>
                </a:lnTo>
                <a:lnTo>
                  <a:pt x="234" y="96"/>
                </a:lnTo>
                <a:lnTo>
                  <a:pt x="235" y="96"/>
                </a:lnTo>
                <a:lnTo>
                  <a:pt x="236" y="96"/>
                </a:lnTo>
                <a:lnTo>
                  <a:pt x="236" y="97"/>
                </a:lnTo>
                <a:lnTo>
                  <a:pt x="236" y="98"/>
                </a:lnTo>
                <a:lnTo>
                  <a:pt x="237" y="98"/>
                </a:lnTo>
                <a:lnTo>
                  <a:pt x="238" y="98"/>
                </a:lnTo>
                <a:lnTo>
                  <a:pt x="239" y="98"/>
                </a:lnTo>
                <a:lnTo>
                  <a:pt x="240" y="98"/>
                </a:lnTo>
                <a:lnTo>
                  <a:pt x="241" y="98"/>
                </a:lnTo>
                <a:lnTo>
                  <a:pt x="241" y="99"/>
                </a:lnTo>
                <a:lnTo>
                  <a:pt x="242" y="99"/>
                </a:lnTo>
                <a:lnTo>
                  <a:pt x="242" y="100"/>
                </a:lnTo>
                <a:lnTo>
                  <a:pt x="243" y="100"/>
                </a:lnTo>
                <a:lnTo>
                  <a:pt x="243" y="102"/>
                </a:lnTo>
                <a:lnTo>
                  <a:pt x="242" y="102"/>
                </a:lnTo>
                <a:lnTo>
                  <a:pt x="242" y="103"/>
                </a:lnTo>
                <a:lnTo>
                  <a:pt x="243" y="104"/>
                </a:lnTo>
                <a:lnTo>
                  <a:pt x="243" y="105"/>
                </a:lnTo>
                <a:lnTo>
                  <a:pt x="244" y="105"/>
                </a:lnTo>
                <a:lnTo>
                  <a:pt x="245" y="104"/>
                </a:lnTo>
                <a:lnTo>
                  <a:pt x="245" y="103"/>
                </a:lnTo>
                <a:lnTo>
                  <a:pt x="246" y="102"/>
                </a:lnTo>
                <a:lnTo>
                  <a:pt x="247" y="102"/>
                </a:lnTo>
                <a:lnTo>
                  <a:pt x="247" y="103"/>
                </a:lnTo>
                <a:lnTo>
                  <a:pt x="247" y="104"/>
                </a:lnTo>
                <a:lnTo>
                  <a:pt x="248" y="105"/>
                </a:lnTo>
                <a:lnTo>
                  <a:pt x="247" y="106"/>
                </a:lnTo>
                <a:lnTo>
                  <a:pt x="248" y="107"/>
                </a:lnTo>
                <a:lnTo>
                  <a:pt x="248" y="108"/>
                </a:lnTo>
                <a:lnTo>
                  <a:pt x="248" y="109"/>
                </a:lnTo>
                <a:lnTo>
                  <a:pt x="247" y="109"/>
                </a:lnTo>
                <a:lnTo>
                  <a:pt x="248" y="111"/>
                </a:lnTo>
                <a:lnTo>
                  <a:pt x="249" y="111"/>
                </a:lnTo>
                <a:lnTo>
                  <a:pt x="250" y="111"/>
                </a:lnTo>
                <a:lnTo>
                  <a:pt x="250" y="112"/>
                </a:lnTo>
                <a:lnTo>
                  <a:pt x="251" y="113"/>
                </a:lnTo>
                <a:lnTo>
                  <a:pt x="252" y="114"/>
                </a:lnTo>
                <a:lnTo>
                  <a:pt x="252" y="116"/>
                </a:lnTo>
                <a:lnTo>
                  <a:pt x="252" y="117"/>
                </a:lnTo>
                <a:lnTo>
                  <a:pt x="253" y="118"/>
                </a:lnTo>
                <a:lnTo>
                  <a:pt x="254" y="118"/>
                </a:lnTo>
                <a:lnTo>
                  <a:pt x="255" y="118"/>
                </a:lnTo>
                <a:lnTo>
                  <a:pt x="256" y="118"/>
                </a:lnTo>
                <a:lnTo>
                  <a:pt x="256" y="119"/>
                </a:lnTo>
                <a:lnTo>
                  <a:pt x="257" y="119"/>
                </a:lnTo>
                <a:lnTo>
                  <a:pt x="258" y="119"/>
                </a:lnTo>
                <a:lnTo>
                  <a:pt x="259" y="119"/>
                </a:lnTo>
                <a:lnTo>
                  <a:pt x="261" y="120"/>
                </a:lnTo>
                <a:lnTo>
                  <a:pt x="261" y="121"/>
                </a:lnTo>
                <a:lnTo>
                  <a:pt x="262" y="121"/>
                </a:lnTo>
                <a:lnTo>
                  <a:pt x="263" y="121"/>
                </a:lnTo>
                <a:lnTo>
                  <a:pt x="264" y="121"/>
                </a:lnTo>
                <a:lnTo>
                  <a:pt x="264" y="122"/>
                </a:lnTo>
                <a:lnTo>
                  <a:pt x="265" y="122"/>
                </a:lnTo>
                <a:lnTo>
                  <a:pt x="265" y="124"/>
                </a:lnTo>
                <a:lnTo>
                  <a:pt x="266" y="124"/>
                </a:lnTo>
                <a:lnTo>
                  <a:pt x="266" y="125"/>
                </a:lnTo>
                <a:lnTo>
                  <a:pt x="267" y="125"/>
                </a:lnTo>
                <a:lnTo>
                  <a:pt x="268" y="124"/>
                </a:lnTo>
                <a:lnTo>
                  <a:pt x="269" y="124"/>
                </a:lnTo>
                <a:lnTo>
                  <a:pt x="270" y="124"/>
                </a:lnTo>
                <a:lnTo>
                  <a:pt x="270" y="123"/>
                </a:lnTo>
                <a:lnTo>
                  <a:pt x="271" y="122"/>
                </a:lnTo>
                <a:lnTo>
                  <a:pt x="271" y="123"/>
                </a:lnTo>
                <a:lnTo>
                  <a:pt x="272" y="123"/>
                </a:lnTo>
                <a:lnTo>
                  <a:pt x="272" y="124"/>
                </a:lnTo>
                <a:lnTo>
                  <a:pt x="273" y="125"/>
                </a:lnTo>
                <a:lnTo>
                  <a:pt x="274" y="126"/>
                </a:lnTo>
                <a:lnTo>
                  <a:pt x="275" y="127"/>
                </a:lnTo>
                <a:lnTo>
                  <a:pt x="276" y="127"/>
                </a:lnTo>
                <a:lnTo>
                  <a:pt x="277" y="128"/>
                </a:lnTo>
                <a:lnTo>
                  <a:pt x="277" y="129"/>
                </a:lnTo>
                <a:lnTo>
                  <a:pt x="278" y="128"/>
                </a:lnTo>
                <a:lnTo>
                  <a:pt x="279" y="128"/>
                </a:lnTo>
                <a:lnTo>
                  <a:pt x="279" y="127"/>
                </a:lnTo>
                <a:lnTo>
                  <a:pt x="280" y="126"/>
                </a:lnTo>
                <a:lnTo>
                  <a:pt x="280" y="125"/>
                </a:lnTo>
                <a:lnTo>
                  <a:pt x="282" y="125"/>
                </a:lnTo>
                <a:lnTo>
                  <a:pt x="282" y="124"/>
                </a:lnTo>
                <a:lnTo>
                  <a:pt x="282" y="122"/>
                </a:lnTo>
                <a:lnTo>
                  <a:pt x="284" y="121"/>
                </a:lnTo>
                <a:lnTo>
                  <a:pt x="285" y="121"/>
                </a:lnTo>
                <a:lnTo>
                  <a:pt x="285" y="120"/>
                </a:lnTo>
                <a:lnTo>
                  <a:pt x="285" y="119"/>
                </a:lnTo>
                <a:lnTo>
                  <a:pt x="285" y="118"/>
                </a:lnTo>
                <a:lnTo>
                  <a:pt x="286" y="117"/>
                </a:lnTo>
                <a:lnTo>
                  <a:pt x="286" y="116"/>
                </a:lnTo>
                <a:lnTo>
                  <a:pt x="285" y="115"/>
                </a:lnTo>
                <a:lnTo>
                  <a:pt x="285" y="114"/>
                </a:lnTo>
                <a:lnTo>
                  <a:pt x="285" y="113"/>
                </a:lnTo>
                <a:lnTo>
                  <a:pt x="286" y="113"/>
                </a:lnTo>
                <a:lnTo>
                  <a:pt x="286" y="112"/>
                </a:lnTo>
                <a:lnTo>
                  <a:pt x="286" y="111"/>
                </a:lnTo>
                <a:lnTo>
                  <a:pt x="286" y="110"/>
                </a:lnTo>
                <a:lnTo>
                  <a:pt x="285" y="109"/>
                </a:lnTo>
                <a:lnTo>
                  <a:pt x="285" y="108"/>
                </a:lnTo>
                <a:lnTo>
                  <a:pt x="285" y="107"/>
                </a:lnTo>
                <a:lnTo>
                  <a:pt x="286" y="107"/>
                </a:lnTo>
                <a:lnTo>
                  <a:pt x="287" y="107"/>
                </a:lnTo>
                <a:lnTo>
                  <a:pt x="287" y="106"/>
                </a:lnTo>
                <a:lnTo>
                  <a:pt x="288" y="105"/>
                </a:lnTo>
                <a:lnTo>
                  <a:pt x="288" y="104"/>
                </a:lnTo>
                <a:lnTo>
                  <a:pt x="289" y="104"/>
                </a:lnTo>
                <a:lnTo>
                  <a:pt x="289" y="103"/>
                </a:lnTo>
                <a:lnTo>
                  <a:pt x="289" y="102"/>
                </a:lnTo>
                <a:lnTo>
                  <a:pt x="290" y="102"/>
                </a:lnTo>
                <a:lnTo>
                  <a:pt x="291" y="101"/>
                </a:lnTo>
                <a:lnTo>
                  <a:pt x="292" y="101"/>
                </a:lnTo>
                <a:lnTo>
                  <a:pt x="293" y="100"/>
                </a:lnTo>
                <a:lnTo>
                  <a:pt x="294" y="99"/>
                </a:lnTo>
                <a:lnTo>
                  <a:pt x="295" y="99"/>
                </a:lnTo>
                <a:lnTo>
                  <a:pt x="295" y="98"/>
                </a:lnTo>
                <a:lnTo>
                  <a:pt x="296" y="97"/>
                </a:lnTo>
                <a:lnTo>
                  <a:pt x="296" y="96"/>
                </a:lnTo>
                <a:lnTo>
                  <a:pt x="297" y="96"/>
                </a:lnTo>
                <a:lnTo>
                  <a:pt x="298" y="97"/>
                </a:lnTo>
                <a:lnTo>
                  <a:pt x="298" y="98"/>
                </a:lnTo>
                <a:lnTo>
                  <a:pt x="299" y="97"/>
                </a:lnTo>
                <a:lnTo>
                  <a:pt x="300" y="97"/>
                </a:lnTo>
                <a:lnTo>
                  <a:pt x="301" y="96"/>
                </a:lnTo>
                <a:lnTo>
                  <a:pt x="301" y="95"/>
                </a:lnTo>
                <a:lnTo>
                  <a:pt x="302" y="95"/>
                </a:lnTo>
                <a:lnTo>
                  <a:pt x="303" y="95"/>
                </a:lnTo>
                <a:lnTo>
                  <a:pt x="304" y="95"/>
                </a:lnTo>
                <a:lnTo>
                  <a:pt x="304" y="94"/>
                </a:lnTo>
                <a:lnTo>
                  <a:pt x="305" y="94"/>
                </a:lnTo>
                <a:lnTo>
                  <a:pt x="306" y="94"/>
                </a:lnTo>
                <a:lnTo>
                  <a:pt x="307" y="92"/>
                </a:lnTo>
                <a:lnTo>
                  <a:pt x="307" y="91"/>
                </a:lnTo>
                <a:lnTo>
                  <a:pt x="308" y="91"/>
                </a:lnTo>
                <a:lnTo>
                  <a:pt x="308" y="90"/>
                </a:lnTo>
                <a:lnTo>
                  <a:pt x="309" y="90"/>
                </a:lnTo>
                <a:lnTo>
                  <a:pt x="310" y="89"/>
                </a:lnTo>
                <a:lnTo>
                  <a:pt x="310" y="88"/>
                </a:lnTo>
                <a:lnTo>
                  <a:pt x="311" y="88"/>
                </a:lnTo>
                <a:lnTo>
                  <a:pt x="313" y="89"/>
                </a:lnTo>
                <a:lnTo>
                  <a:pt x="314" y="89"/>
                </a:lnTo>
                <a:lnTo>
                  <a:pt x="315" y="90"/>
                </a:lnTo>
                <a:lnTo>
                  <a:pt x="316" y="89"/>
                </a:lnTo>
                <a:lnTo>
                  <a:pt x="317" y="89"/>
                </a:lnTo>
                <a:lnTo>
                  <a:pt x="318" y="89"/>
                </a:lnTo>
                <a:lnTo>
                  <a:pt x="319" y="87"/>
                </a:lnTo>
                <a:lnTo>
                  <a:pt x="319" y="86"/>
                </a:lnTo>
                <a:lnTo>
                  <a:pt x="319" y="85"/>
                </a:lnTo>
                <a:lnTo>
                  <a:pt x="320" y="84"/>
                </a:lnTo>
                <a:lnTo>
                  <a:pt x="320" y="83"/>
                </a:lnTo>
                <a:lnTo>
                  <a:pt x="320" y="84"/>
                </a:lnTo>
                <a:lnTo>
                  <a:pt x="321" y="84"/>
                </a:lnTo>
                <a:lnTo>
                  <a:pt x="321" y="85"/>
                </a:lnTo>
                <a:lnTo>
                  <a:pt x="322" y="85"/>
                </a:lnTo>
                <a:lnTo>
                  <a:pt x="323" y="85"/>
                </a:lnTo>
                <a:lnTo>
                  <a:pt x="324" y="85"/>
                </a:lnTo>
                <a:lnTo>
                  <a:pt x="324" y="84"/>
                </a:lnTo>
                <a:lnTo>
                  <a:pt x="325" y="84"/>
                </a:lnTo>
                <a:lnTo>
                  <a:pt x="326" y="84"/>
                </a:lnTo>
                <a:lnTo>
                  <a:pt x="326" y="83"/>
                </a:lnTo>
                <a:lnTo>
                  <a:pt x="327" y="83"/>
                </a:lnTo>
                <a:lnTo>
                  <a:pt x="328" y="85"/>
                </a:lnTo>
                <a:lnTo>
                  <a:pt x="329" y="85"/>
                </a:lnTo>
                <a:lnTo>
                  <a:pt x="330" y="84"/>
                </a:lnTo>
                <a:lnTo>
                  <a:pt x="331" y="84"/>
                </a:lnTo>
                <a:lnTo>
                  <a:pt x="332" y="84"/>
                </a:lnTo>
                <a:lnTo>
                  <a:pt x="333" y="84"/>
                </a:lnTo>
                <a:lnTo>
                  <a:pt x="333" y="85"/>
                </a:lnTo>
                <a:lnTo>
                  <a:pt x="334" y="86"/>
                </a:lnTo>
                <a:lnTo>
                  <a:pt x="334" y="87"/>
                </a:lnTo>
                <a:lnTo>
                  <a:pt x="335" y="86"/>
                </a:lnTo>
                <a:lnTo>
                  <a:pt x="335" y="87"/>
                </a:lnTo>
                <a:lnTo>
                  <a:pt x="336" y="87"/>
                </a:lnTo>
                <a:lnTo>
                  <a:pt x="337" y="87"/>
                </a:lnTo>
                <a:lnTo>
                  <a:pt x="337" y="86"/>
                </a:lnTo>
                <a:lnTo>
                  <a:pt x="338" y="86"/>
                </a:lnTo>
                <a:lnTo>
                  <a:pt x="338" y="85"/>
                </a:lnTo>
                <a:lnTo>
                  <a:pt x="337" y="83"/>
                </a:lnTo>
                <a:lnTo>
                  <a:pt x="337" y="82"/>
                </a:lnTo>
                <a:lnTo>
                  <a:pt x="337" y="81"/>
                </a:lnTo>
                <a:lnTo>
                  <a:pt x="337" y="80"/>
                </a:lnTo>
                <a:lnTo>
                  <a:pt x="337" y="78"/>
                </a:lnTo>
                <a:lnTo>
                  <a:pt x="338" y="78"/>
                </a:lnTo>
                <a:lnTo>
                  <a:pt x="338" y="77"/>
                </a:lnTo>
                <a:lnTo>
                  <a:pt x="338" y="76"/>
                </a:lnTo>
                <a:lnTo>
                  <a:pt x="339" y="76"/>
                </a:lnTo>
                <a:lnTo>
                  <a:pt x="340" y="76"/>
                </a:lnTo>
                <a:lnTo>
                  <a:pt x="342" y="76"/>
                </a:lnTo>
                <a:lnTo>
                  <a:pt x="343" y="75"/>
                </a:lnTo>
                <a:lnTo>
                  <a:pt x="342" y="75"/>
                </a:lnTo>
                <a:lnTo>
                  <a:pt x="342" y="74"/>
                </a:lnTo>
                <a:lnTo>
                  <a:pt x="342" y="73"/>
                </a:lnTo>
                <a:lnTo>
                  <a:pt x="341" y="73"/>
                </a:lnTo>
                <a:lnTo>
                  <a:pt x="341" y="72"/>
                </a:lnTo>
                <a:lnTo>
                  <a:pt x="341" y="70"/>
                </a:lnTo>
                <a:lnTo>
                  <a:pt x="341" y="69"/>
                </a:lnTo>
                <a:lnTo>
                  <a:pt x="342" y="69"/>
                </a:lnTo>
                <a:lnTo>
                  <a:pt x="343" y="68"/>
                </a:lnTo>
                <a:lnTo>
                  <a:pt x="343" y="67"/>
                </a:lnTo>
                <a:lnTo>
                  <a:pt x="344" y="67"/>
                </a:lnTo>
                <a:lnTo>
                  <a:pt x="345" y="66"/>
                </a:lnTo>
                <a:lnTo>
                  <a:pt x="346" y="65"/>
                </a:lnTo>
                <a:lnTo>
                  <a:pt x="347" y="66"/>
                </a:lnTo>
                <a:lnTo>
                  <a:pt x="348" y="66"/>
                </a:lnTo>
                <a:lnTo>
                  <a:pt x="349" y="66"/>
                </a:lnTo>
                <a:lnTo>
                  <a:pt x="350" y="67"/>
                </a:lnTo>
                <a:lnTo>
                  <a:pt x="351" y="67"/>
                </a:lnTo>
                <a:lnTo>
                  <a:pt x="352" y="67"/>
                </a:lnTo>
                <a:lnTo>
                  <a:pt x="353" y="67"/>
                </a:lnTo>
                <a:lnTo>
                  <a:pt x="354" y="67"/>
                </a:lnTo>
                <a:lnTo>
                  <a:pt x="355" y="66"/>
                </a:lnTo>
                <a:lnTo>
                  <a:pt x="356" y="66"/>
                </a:lnTo>
                <a:lnTo>
                  <a:pt x="356" y="65"/>
                </a:lnTo>
                <a:lnTo>
                  <a:pt x="357" y="65"/>
                </a:lnTo>
                <a:lnTo>
                  <a:pt x="358" y="64"/>
                </a:lnTo>
                <a:lnTo>
                  <a:pt x="359" y="64"/>
                </a:lnTo>
                <a:lnTo>
                  <a:pt x="359" y="63"/>
                </a:lnTo>
                <a:lnTo>
                  <a:pt x="360" y="63"/>
                </a:lnTo>
                <a:lnTo>
                  <a:pt x="361" y="62"/>
                </a:lnTo>
                <a:lnTo>
                  <a:pt x="361" y="60"/>
                </a:lnTo>
                <a:lnTo>
                  <a:pt x="362" y="60"/>
                </a:lnTo>
                <a:lnTo>
                  <a:pt x="362" y="61"/>
                </a:lnTo>
                <a:lnTo>
                  <a:pt x="363" y="61"/>
                </a:lnTo>
                <a:lnTo>
                  <a:pt x="363" y="62"/>
                </a:lnTo>
                <a:lnTo>
                  <a:pt x="364" y="62"/>
                </a:lnTo>
                <a:lnTo>
                  <a:pt x="364" y="61"/>
                </a:lnTo>
                <a:lnTo>
                  <a:pt x="364" y="60"/>
                </a:lnTo>
                <a:lnTo>
                  <a:pt x="365" y="60"/>
                </a:lnTo>
                <a:lnTo>
                  <a:pt x="365" y="59"/>
                </a:lnTo>
                <a:lnTo>
                  <a:pt x="366" y="59"/>
                </a:lnTo>
                <a:lnTo>
                  <a:pt x="367" y="58"/>
                </a:lnTo>
                <a:lnTo>
                  <a:pt x="368" y="59"/>
                </a:lnTo>
                <a:lnTo>
                  <a:pt x="368" y="58"/>
                </a:lnTo>
                <a:lnTo>
                  <a:pt x="369" y="58"/>
                </a:lnTo>
                <a:lnTo>
                  <a:pt x="370" y="58"/>
                </a:lnTo>
                <a:lnTo>
                  <a:pt x="371" y="57"/>
                </a:lnTo>
                <a:lnTo>
                  <a:pt x="372" y="57"/>
                </a:lnTo>
                <a:lnTo>
                  <a:pt x="372" y="56"/>
                </a:lnTo>
                <a:lnTo>
                  <a:pt x="373" y="56"/>
                </a:lnTo>
                <a:lnTo>
                  <a:pt x="374" y="56"/>
                </a:lnTo>
                <a:lnTo>
                  <a:pt x="375" y="56"/>
                </a:lnTo>
                <a:lnTo>
                  <a:pt x="376" y="56"/>
                </a:lnTo>
                <a:lnTo>
                  <a:pt x="377" y="56"/>
                </a:lnTo>
                <a:lnTo>
                  <a:pt x="379" y="56"/>
                </a:lnTo>
                <a:lnTo>
                  <a:pt x="380" y="56"/>
                </a:lnTo>
                <a:lnTo>
                  <a:pt x="381" y="56"/>
                </a:lnTo>
                <a:lnTo>
                  <a:pt x="381" y="55"/>
                </a:lnTo>
                <a:lnTo>
                  <a:pt x="381" y="54"/>
                </a:lnTo>
                <a:lnTo>
                  <a:pt x="381" y="53"/>
                </a:lnTo>
                <a:lnTo>
                  <a:pt x="381" y="52"/>
                </a:lnTo>
                <a:lnTo>
                  <a:pt x="381" y="51"/>
                </a:lnTo>
                <a:lnTo>
                  <a:pt x="381" y="50"/>
                </a:lnTo>
                <a:lnTo>
                  <a:pt x="381" y="49"/>
                </a:lnTo>
                <a:lnTo>
                  <a:pt x="380" y="48"/>
                </a:lnTo>
                <a:lnTo>
                  <a:pt x="382" y="47"/>
                </a:lnTo>
                <a:lnTo>
                  <a:pt x="382" y="46"/>
                </a:lnTo>
                <a:lnTo>
                  <a:pt x="381" y="46"/>
                </a:lnTo>
                <a:lnTo>
                  <a:pt x="381" y="45"/>
                </a:lnTo>
                <a:lnTo>
                  <a:pt x="381" y="44"/>
                </a:lnTo>
                <a:lnTo>
                  <a:pt x="381" y="43"/>
                </a:lnTo>
                <a:lnTo>
                  <a:pt x="380" y="43"/>
                </a:lnTo>
                <a:lnTo>
                  <a:pt x="380" y="42"/>
                </a:lnTo>
                <a:lnTo>
                  <a:pt x="380" y="41"/>
                </a:lnTo>
                <a:lnTo>
                  <a:pt x="381" y="41"/>
                </a:lnTo>
                <a:lnTo>
                  <a:pt x="382" y="40"/>
                </a:lnTo>
                <a:lnTo>
                  <a:pt x="383" y="39"/>
                </a:lnTo>
                <a:lnTo>
                  <a:pt x="383" y="38"/>
                </a:lnTo>
                <a:lnTo>
                  <a:pt x="382" y="38"/>
                </a:lnTo>
                <a:lnTo>
                  <a:pt x="382" y="37"/>
                </a:lnTo>
                <a:lnTo>
                  <a:pt x="382" y="36"/>
                </a:lnTo>
                <a:lnTo>
                  <a:pt x="382" y="35"/>
                </a:lnTo>
                <a:lnTo>
                  <a:pt x="382" y="34"/>
                </a:lnTo>
                <a:lnTo>
                  <a:pt x="381" y="34"/>
                </a:lnTo>
                <a:lnTo>
                  <a:pt x="380" y="34"/>
                </a:lnTo>
                <a:lnTo>
                  <a:pt x="378" y="34"/>
                </a:lnTo>
                <a:lnTo>
                  <a:pt x="377" y="34"/>
                </a:lnTo>
                <a:lnTo>
                  <a:pt x="377" y="35"/>
                </a:lnTo>
                <a:lnTo>
                  <a:pt x="376" y="35"/>
                </a:lnTo>
                <a:lnTo>
                  <a:pt x="375" y="34"/>
                </a:lnTo>
                <a:lnTo>
                  <a:pt x="375" y="33"/>
                </a:lnTo>
                <a:lnTo>
                  <a:pt x="374" y="32"/>
                </a:lnTo>
                <a:lnTo>
                  <a:pt x="372" y="31"/>
                </a:lnTo>
                <a:lnTo>
                  <a:pt x="371" y="30"/>
                </a:lnTo>
                <a:lnTo>
                  <a:pt x="370" y="30"/>
                </a:lnTo>
                <a:lnTo>
                  <a:pt x="370" y="29"/>
                </a:lnTo>
                <a:lnTo>
                  <a:pt x="371" y="29"/>
                </a:lnTo>
                <a:lnTo>
                  <a:pt x="371" y="28"/>
                </a:lnTo>
                <a:lnTo>
                  <a:pt x="372" y="27"/>
                </a:lnTo>
                <a:lnTo>
                  <a:pt x="373" y="27"/>
                </a:lnTo>
                <a:lnTo>
                  <a:pt x="373" y="26"/>
                </a:lnTo>
                <a:lnTo>
                  <a:pt x="374" y="26"/>
                </a:lnTo>
                <a:lnTo>
                  <a:pt x="375" y="26"/>
                </a:lnTo>
                <a:lnTo>
                  <a:pt x="375" y="25"/>
                </a:lnTo>
                <a:lnTo>
                  <a:pt x="375" y="24"/>
                </a:lnTo>
                <a:lnTo>
                  <a:pt x="376" y="24"/>
                </a:lnTo>
                <a:lnTo>
                  <a:pt x="376" y="23"/>
                </a:lnTo>
                <a:lnTo>
                  <a:pt x="376" y="22"/>
                </a:lnTo>
                <a:lnTo>
                  <a:pt x="377" y="22"/>
                </a:lnTo>
                <a:lnTo>
                  <a:pt x="378" y="21"/>
                </a:lnTo>
                <a:lnTo>
                  <a:pt x="378" y="20"/>
                </a:lnTo>
                <a:lnTo>
                  <a:pt x="379" y="19"/>
                </a:lnTo>
                <a:lnTo>
                  <a:pt x="380" y="18"/>
                </a:lnTo>
                <a:lnTo>
                  <a:pt x="380" y="19"/>
                </a:lnTo>
                <a:lnTo>
                  <a:pt x="381" y="19"/>
                </a:lnTo>
                <a:lnTo>
                  <a:pt x="382" y="18"/>
                </a:lnTo>
                <a:lnTo>
                  <a:pt x="383" y="17"/>
                </a:lnTo>
                <a:lnTo>
                  <a:pt x="383" y="16"/>
                </a:lnTo>
                <a:lnTo>
                  <a:pt x="384" y="15"/>
                </a:lnTo>
                <a:lnTo>
                  <a:pt x="385" y="14"/>
                </a:lnTo>
                <a:lnTo>
                  <a:pt x="386" y="13"/>
                </a:lnTo>
                <a:lnTo>
                  <a:pt x="387" y="12"/>
                </a:lnTo>
                <a:lnTo>
                  <a:pt x="388" y="12"/>
                </a:lnTo>
                <a:lnTo>
                  <a:pt x="389" y="12"/>
                </a:lnTo>
                <a:lnTo>
                  <a:pt x="389" y="13"/>
                </a:lnTo>
                <a:lnTo>
                  <a:pt x="389" y="15"/>
                </a:lnTo>
                <a:lnTo>
                  <a:pt x="390" y="17"/>
                </a:lnTo>
                <a:lnTo>
                  <a:pt x="391" y="16"/>
                </a:lnTo>
                <a:lnTo>
                  <a:pt x="391" y="17"/>
                </a:lnTo>
                <a:lnTo>
                  <a:pt x="391" y="18"/>
                </a:lnTo>
                <a:lnTo>
                  <a:pt x="392" y="18"/>
                </a:lnTo>
                <a:lnTo>
                  <a:pt x="393" y="18"/>
                </a:lnTo>
                <a:lnTo>
                  <a:pt x="392" y="19"/>
                </a:lnTo>
                <a:lnTo>
                  <a:pt x="392" y="20"/>
                </a:lnTo>
                <a:lnTo>
                  <a:pt x="393" y="20"/>
                </a:lnTo>
                <a:lnTo>
                  <a:pt x="394" y="20"/>
                </a:lnTo>
                <a:lnTo>
                  <a:pt x="395" y="21"/>
                </a:lnTo>
                <a:lnTo>
                  <a:pt x="396" y="21"/>
                </a:lnTo>
                <a:lnTo>
                  <a:pt x="397" y="21"/>
                </a:lnTo>
                <a:lnTo>
                  <a:pt x="397" y="20"/>
                </a:lnTo>
                <a:lnTo>
                  <a:pt x="398" y="20"/>
                </a:lnTo>
                <a:lnTo>
                  <a:pt x="399" y="20"/>
                </a:lnTo>
                <a:lnTo>
                  <a:pt x="400" y="21"/>
                </a:lnTo>
                <a:lnTo>
                  <a:pt x="401" y="21"/>
                </a:lnTo>
                <a:lnTo>
                  <a:pt x="401" y="20"/>
                </a:lnTo>
                <a:lnTo>
                  <a:pt x="402" y="20"/>
                </a:lnTo>
                <a:lnTo>
                  <a:pt x="403" y="20"/>
                </a:lnTo>
                <a:lnTo>
                  <a:pt x="403" y="19"/>
                </a:lnTo>
                <a:lnTo>
                  <a:pt x="402" y="17"/>
                </a:lnTo>
                <a:lnTo>
                  <a:pt x="401" y="17"/>
                </a:lnTo>
                <a:lnTo>
                  <a:pt x="401" y="16"/>
                </a:lnTo>
                <a:lnTo>
                  <a:pt x="400" y="16"/>
                </a:lnTo>
                <a:lnTo>
                  <a:pt x="401" y="15"/>
                </a:lnTo>
                <a:lnTo>
                  <a:pt x="401" y="14"/>
                </a:lnTo>
                <a:lnTo>
                  <a:pt x="402" y="13"/>
                </a:lnTo>
                <a:lnTo>
                  <a:pt x="403" y="13"/>
                </a:lnTo>
                <a:lnTo>
                  <a:pt x="404" y="13"/>
                </a:lnTo>
                <a:lnTo>
                  <a:pt x="404" y="14"/>
                </a:lnTo>
                <a:lnTo>
                  <a:pt x="405" y="14"/>
                </a:lnTo>
                <a:lnTo>
                  <a:pt x="405" y="13"/>
                </a:lnTo>
                <a:lnTo>
                  <a:pt x="406" y="12"/>
                </a:lnTo>
                <a:lnTo>
                  <a:pt x="406" y="13"/>
                </a:lnTo>
                <a:lnTo>
                  <a:pt x="408" y="14"/>
                </a:lnTo>
                <a:lnTo>
                  <a:pt x="410" y="13"/>
                </a:lnTo>
                <a:lnTo>
                  <a:pt x="410" y="12"/>
                </a:lnTo>
                <a:lnTo>
                  <a:pt x="410" y="11"/>
                </a:lnTo>
                <a:lnTo>
                  <a:pt x="411" y="11"/>
                </a:lnTo>
                <a:lnTo>
                  <a:pt x="411" y="12"/>
                </a:lnTo>
                <a:lnTo>
                  <a:pt x="412" y="12"/>
                </a:lnTo>
                <a:lnTo>
                  <a:pt x="412" y="11"/>
                </a:lnTo>
                <a:lnTo>
                  <a:pt x="413" y="10"/>
                </a:lnTo>
                <a:lnTo>
                  <a:pt x="414" y="9"/>
                </a:lnTo>
                <a:lnTo>
                  <a:pt x="415" y="10"/>
                </a:lnTo>
                <a:lnTo>
                  <a:pt x="416" y="10"/>
                </a:lnTo>
                <a:lnTo>
                  <a:pt x="416" y="9"/>
                </a:lnTo>
                <a:lnTo>
                  <a:pt x="417" y="10"/>
                </a:lnTo>
                <a:lnTo>
                  <a:pt x="419" y="12"/>
                </a:lnTo>
                <a:lnTo>
                  <a:pt x="419" y="13"/>
                </a:lnTo>
                <a:lnTo>
                  <a:pt x="419" y="14"/>
                </a:lnTo>
                <a:lnTo>
                  <a:pt x="419" y="15"/>
                </a:lnTo>
                <a:lnTo>
                  <a:pt x="420" y="16"/>
                </a:lnTo>
                <a:lnTo>
                  <a:pt x="421" y="15"/>
                </a:lnTo>
                <a:lnTo>
                  <a:pt x="421" y="14"/>
                </a:lnTo>
                <a:lnTo>
                  <a:pt x="422" y="12"/>
                </a:lnTo>
                <a:lnTo>
                  <a:pt x="422" y="13"/>
                </a:lnTo>
                <a:lnTo>
                  <a:pt x="422" y="14"/>
                </a:lnTo>
                <a:lnTo>
                  <a:pt x="423" y="15"/>
                </a:lnTo>
                <a:lnTo>
                  <a:pt x="424" y="15"/>
                </a:lnTo>
                <a:lnTo>
                  <a:pt x="424" y="14"/>
                </a:lnTo>
                <a:lnTo>
                  <a:pt x="424" y="13"/>
                </a:lnTo>
                <a:lnTo>
                  <a:pt x="425" y="13"/>
                </a:lnTo>
                <a:lnTo>
                  <a:pt x="426" y="13"/>
                </a:lnTo>
                <a:lnTo>
                  <a:pt x="426" y="12"/>
                </a:lnTo>
                <a:lnTo>
                  <a:pt x="427" y="11"/>
                </a:lnTo>
                <a:lnTo>
                  <a:pt x="427" y="10"/>
                </a:lnTo>
                <a:lnTo>
                  <a:pt x="428" y="10"/>
                </a:lnTo>
                <a:lnTo>
                  <a:pt x="429" y="10"/>
                </a:lnTo>
                <a:lnTo>
                  <a:pt x="430" y="10"/>
                </a:lnTo>
                <a:lnTo>
                  <a:pt x="430" y="11"/>
                </a:lnTo>
                <a:lnTo>
                  <a:pt x="431" y="11"/>
                </a:lnTo>
                <a:lnTo>
                  <a:pt x="432" y="10"/>
                </a:lnTo>
                <a:lnTo>
                  <a:pt x="433" y="10"/>
                </a:lnTo>
                <a:lnTo>
                  <a:pt x="434" y="9"/>
                </a:lnTo>
                <a:lnTo>
                  <a:pt x="434" y="8"/>
                </a:lnTo>
                <a:lnTo>
                  <a:pt x="434" y="7"/>
                </a:lnTo>
                <a:lnTo>
                  <a:pt x="435" y="7"/>
                </a:lnTo>
                <a:lnTo>
                  <a:pt x="435" y="6"/>
                </a:lnTo>
                <a:lnTo>
                  <a:pt x="435" y="3"/>
                </a:lnTo>
                <a:lnTo>
                  <a:pt x="436" y="2"/>
                </a:lnTo>
                <a:lnTo>
                  <a:pt x="436" y="1"/>
                </a:lnTo>
                <a:lnTo>
                  <a:pt x="437" y="1"/>
                </a:lnTo>
                <a:lnTo>
                  <a:pt x="439" y="1"/>
                </a:lnTo>
                <a:lnTo>
                  <a:pt x="440" y="0"/>
                </a:lnTo>
                <a:lnTo>
                  <a:pt x="441" y="1"/>
                </a:lnTo>
                <a:lnTo>
                  <a:pt x="441" y="2"/>
                </a:lnTo>
                <a:lnTo>
                  <a:pt x="441" y="3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7" name=""/>
          <p:cNvSpPr/>
          <p:nvPr/>
        </p:nvSpPr>
        <p:spPr>
          <a:xfrm>
            <a:off x="8422200" y="2372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0" y="2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8" name=""/>
          <p:cNvSpPr/>
          <p:nvPr/>
        </p:nvSpPr>
        <p:spPr>
          <a:xfrm>
            <a:off x="8398080" y="2367360"/>
            <a:ext cx="4320" cy="6480"/>
          </a:xfrm>
          <a:custGeom>
            <a:avLst/>
            <a:gdLst/>
            <a:ahLst/>
            <a:rect l="0" t="0" r="r" b="b"/>
            <a:pathLst>
              <a:path w="12" h="18">
                <a:moveTo>
                  <a:pt x="11" y="2"/>
                </a:move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8" y="9"/>
                </a:lnTo>
                <a:lnTo>
                  <a:pt x="9" y="9"/>
                </a:lnTo>
                <a:lnTo>
                  <a:pt x="10" y="9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10" y="11"/>
                </a:lnTo>
                <a:lnTo>
                  <a:pt x="11" y="11"/>
                </a:lnTo>
                <a:lnTo>
                  <a:pt x="10" y="12"/>
                </a:lnTo>
                <a:lnTo>
                  <a:pt x="9" y="12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8" y="16"/>
                </a:lnTo>
                <a:lnTo>
                  <a:pt x="6" y="16"/>
                </a:lnTo>
                <a:lnTo>
                  <a:pt x="6" y="17"/>
                </a:lnTo>
                <a:lnTo>
                  <a:pt x="8" y="17"/>
                </a:lnTo>
                <a:lnTo>
                  <a:pt x="8" y="18"/>
                </a:lnTo>
                <a:lnTo>
                  <a:pt x="6" y="18"/>
                </a:lnTo>
                <a:lnTo>
                  <a:pt x="6" y="17"/>
                </a:lnTo>
                <a:lnTo>
                  <a:pt x="5" y="16"/>
                </a:lnTo>
                <a:lnTo>
                  <a:pt x="4" y="16"/>
                </a:lnTo>
                <a:lnTo>
                  <a:pt x="4" y="15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3"/>
                </a:lnTo>
                <a:lnTo>
                  <a:pt x="2" y="14"/>
                </a:lnTo>
                <a:lnTo>
                  <a:pt x="4" y="14"/>
                </a:lnTo>
                <a:lnTo>
                  <a:pt x="4" y="13"/>
                </a:lnTo>
                <a:lnTo>
                  <a:pt x="5" y="13"/>
                </a:lnTo>
                <a:lnTo>
                  <a:pt x="5" y="12"/>
                </a:lnTo>
                <a:lnTo>
                  <a:pt x="5" y="11"/>
                </a:lnTo>
                <a:lnTo>
                  <a:pt x="5" y="10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1" y="1"/>
                </a:lnTo>
                <a:lnTo>
                  <a:pt x="11" y="2"/>
                </a:lnTo>
                <a:lnTo>
                  <a:pt x="12" y="2"/>
                </a:lnTo>
                <a:lnTo>
                  <a:pt x="11" y="2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9" name=""/>
          <p:cNvSpPr/>
          <p:nvPr/>
        </p:nvSpPr>
        <p:spPr>
          <a:xfrm>
            <a:off x="8415360" y="2363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0" name=""/>
          <p:cNvSpPr/>
          <p:nvPr/>
        </p:nvSpPr>
        <p:spPr>
          <a:xfrm>
            <a:off x="8418960" y="2352960"/>
            <a:ext cx="9720" cy="7200"/>
          </a:xfrm>
          <a:custGeom>
            <a:avLst/>
            <a:gdLst/>
            <a:ahLst/>
            <a:rect l="0" t="0" r="r" b="b"/>
            <a:pathLst>
              <a:path w="27" h="20">
                <a:moveTo>
                  <a:pt x="10" y="4"/>
                </a:moveTo>
                <a:lnTo>
                  <a:pt x="10" y="3"/>
                </a:lnTo>
                <a:lnTo>
                  <a:pt x="11" y="4"/>
                </a:lnTo>
                <a:lnTo>
                  <a:pt x="12" y="7"/>
                </a:lnTo>
                <a:lnTo>
                  <a:pt x="12" y="8"/>
                </a:lnTo>
                <a:lnTo>
                  <a:pt x="13" y="9"/>
                </a:lnTo>
                <a:lnTo>
                  <a:pt x="15" y="10"/>
                </a:lnTo>
                <a:lnTo>
                  <a:pt x="17" y="11"/>
                </a:lnTo>
                <a:lnTo>
                  <a:pt x="19" y="11"/>
                </a:lnTo>
                <a:lnTo>
                  <a:pt x="20" y="11"/>
                </a:lnTo>
                <a:lnTo>
                  <a:pt x="21" y="11"/>
                </a:lnTo>
                <a:lnTo>
                  <a:pt x="21" y="10"/>
                </a:lnTo>
                <a:lnTo>
                  <a:pt x="21" y="9"/>
                </a:lnTo>
                <a:lnTo>
                  <a:pt x="22" y="9"/>
                </a:lnTo>
                <a:lnTo>
                  <a:pt x="22" y="10"/>
                </a:lnTo>
                <a:lnTo>
                  <a:pt x="23" y="10"/>
                </a:lnTo>
                <a:lnTo>
                  <a:pt x="23" y="11"/>
                </a:lnTo>
                <a:lnTo>
                  <a:pt x="24" y="11"/>
                </a:lnTo>
                <a:lnTo>
                  <a:pt x="24" y="10"/>
                </a:lnTo>
                <a:lnTo>
                  <a:pt x="25" y="10"/>
                </a:lnTo>
                <a:lnTo>
                  <a:pt x="25" y="9"/>
                </a:lnTo>
                <a:lnTo>
                  <a:pt x="26" y="9"/>
                </a:lnTo>
                <a:lnTo>
                  <a:pt x="27" y="9"/>
                </a:lnTo>
                <a:lnTo>
                  <a:pt x="26" y="9"/>
                </a:lnTo>
                <a:lnTo>
                  <a:pt x="26" y="10"/>
                </a:lnTo>
                <a:lnTo>
                  <a:pt x="27" y="10"/>
                </a:lnTo>
                <a:lnTo>
                  <a:pt x="27" y="11"/>
                </a:lnTo>
                <a:lnTo>
                  <a:pt x="26" y="11"/>
                </a:lnTo>
                <a:lnTo>
                  <a:pt x="25" y="11"/>
                </a:lnTo>
                <a:lnTo>
                  <a:pt x="24" y="11"/>
                </a:lnTo>
                <a:lnTo>
                  <a:pt x="23" y="11"/>
                </a:lnTo>
                <a:lnTo>
                  <a:pt x="22" y="12"/>
                </a:lnTo>
                <a:lnTo>
                  <a:pt x="21" y="14"/>
                </a:lnTo>
                <a:lnTo>
                  <a:pt x="21" y="15"/>
                </a:lnTo>
                <a:lnTo>
                  <a:pt x="22" y="15"/>
                </a:lnTo>
                <a:lnTo>
                  <a:pt x="24" y="17"/>
                </a:lnTo>
                <a:lnTo>
                  <a:pt x="24" y="18"/>
                </a:lnTo>
                <a:lnTo>
                  <a:pt x="22" y="20"/>
                </a:lnTo>
                <a:lnTo>
                  <a:pt x="21" y="20"/>
                </a:lnTo>
                <a:lnTo>
                  <a:pt x="19" y="20"/>
                </a:lnTo>
                <a:lnTo>
                  <a:pt x="17" y="18"/>
                </a:lnTo>
                <a:lnTo>
                  <a:pt x="16" y="17"/>
                </a:lnTo>
                <a:lnTo>
                  <a:pt x="16" y="16"/>
                </a:lnTo>
                <a:lnTo>
                  <a:pt x="15" y="15"/>
                </a:lnTo>
                <a:lnTo>
                  <a:pt x="11" y="14"/>
                </a:lnTo>
                <a:lnTo>
                  <a:pt x="11" y="15"/>
                </a:lnTo>
                <a:lnTo>
                  <a:pt x="11" y="14"/>
                </a:lnTo>
                <a:lnTo>
                  <a:pt x="9" y="13"/>
                </a:lnTo>
                <a:lnTo>
                  <a:pt x="8" y="13"/>
                </a:lnTo>
                <a:lnTo>
                  <a:pt x="6" y="13"/>
                </a:lnTo>
                <a:lnTo>
                  <a:pt x="5" y="13"/>
                </a:lnTo>
                <a:lnTo>
                  <a:pt x="3" y="13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4" y="10"/>
                </a:lnTo>
                <a:lnTo>
                  <a:pt x="3" y="9"/>
                </a:lnTo>
                <a:lnTo>
                  <a:pt x="1" y="8"/>
                </a:lnTo>
                <a:lnTo>
                  <a:pt x="0" y="8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3" y="7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8" y="3"/>
                </a:lnTo>
                <a:lnTo>
                  <a:pt x="8" y="4"/>
                </a:lnTo>
                <a:lnTo>
                  <a:pt x="9" y="5"/>
                </a:lnTo>
                <a:lnTo>
                  <a:pt x="10" y="5"/>
                </a:lnTo>
                <a:lnTo>
                  <a:pt x="10" y="4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1" name=""/>
          <p:cNvSpPr/>
          <p:nvPr/>
        </p:nvSpPr>
        <p:spPr>
          <a:xfrm>
            <a:off x="8427240" y="2351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2" name=""/>
          <p:cNvSpPr/>
          <p:nvPr/>
        </p:nvSpPr>
        <p:spPr>
          <a:xfrm>
            <a:off x="8423640" y="23511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3" name=""/>
          <p:cNvSpPr/>
          <p:nvPr/>
        </p:nvSpPr>
        <p:spPr>
          <a:xfrm>
            <a:off x="8412840" y="2348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4" name=""/>
          <p:cNvSpPr/>
          <p:nvPr/>
        </p:nvSpPr>
        <p:spPr>
          <a:xfrm>
            <a:off x="8405640" y="2347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5" name=""/>
          <p:cNvSpPr/>
          <p:nvPr/>
        </p:nvSpPr>
        <p:spPr>
          <a:xfrm>
            <a:off x="8419680" y="23461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5"/>
                </a:move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5" y="0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6" name=""/>
          <p:cNvSpPr/>
          <p:nvPr/>
        </p:nvSpPr>
        <p:spPr>
          <a:xfrm>
            <a:off x="8413560" y="23403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4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7" name=""/>
          <p:cNvSpPr/>
          <p:nvPr/>
        </p:nvSpPr>
        <p:spPr>
          <a:xfrm>
            <a:off x="8422560" y="2320920"/>
            <a:ext cx="3960" cy="4680"/>
          </a:xfrm>
          <a:custGeom>
            <a:avLst/>
            <a:gdLst/>
            <a:ahLst/>
            <a:rect l="0" t="0" r="r" b="b"/>
            <a:pathLst>
              <a:path w="11" h="13">
                <a:moveTo>
                  <a:pt x="5" y="12"/>
                </a:moveTo>
                <a:lnTo>
                  <a:pt x="5" y="13"/>
                </a:lnTo>
                <a:lnTo>
                  <a:pt x="4" y="13"/>
                </a:lnTo>
                <a:lnTo>
                  <a:pt x="2" y="12"/>
                </a:lnTo>
                <a:lnTo>
                  <a:pt x="1" y="12"/>
                </a:lnTo>
                <a:lnTo>
                  <a:pt x="0" y="11"/>
                </a:lnTo>
                <a:lnTo>
                  <a:pt x="1" y="10"/>
                </a:lnTo>
                <a:lnTo>
                  <a:pt x="2" y="10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3" y="11"/>
                </a:lnTo>
                <a:lnTo>
                  <a:pt x="4" y="10"/>
                </a:lnTo>
                <a:lnTo>
                  <a:pt x="4" y="9"/>
                </a:lnTo>
                <a:lnTo>
                  <a:pt x="5" y="7"/>
                </a:lnTo>
                <a:lnTo>
                  <a:pt x="5" y="6"/>
                </a:lnTo>
                <a:lnTo>
                  <a:pt x="6" y="4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10" y="3"/>
                </a:lnTo>
                <a:lnTo>
                  <a:pt x="10" y="2"/>
                </a:lnTo>
                <a:lnTo>
                  <a:pt x="11" y="1"/>
                </a:lnTo>
                <a:lnTo>
                  <a:pt x="11" y="0"/>
                </a:lnTo>
                <a:lnTo>
                  <a:pt x="11" y="1"/>
                </a:lnTo>
                <a:lnTo>
                  <a:pt x="10" y="2"/>
                </a:lnTo>
                <a:lnTo>
                  <a:pt x="10" y="4"/>
                </a:lnTo>
                <a:lnTo>
                  <a:pt x="10" y="6"/>
                </a:lnTo>
                <a:lnTo>
                  <a:pt x="10" y="7"/>
                </a:lnTo>
                <a:lnTo>
                  <a:pt x="7" y="9"/>
                </a:lnTo>
                <a:lnTo>
                  <a:pt x="5" y="11"/>
                </a:lnTo>
                <a:lnTo>
                  <a:pt x="5" y="12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8" name=""/>
          <p:cNvSpPr/>
          <p:nvPr/>
        </p:nvSpPr>
        <p:spPr>
          <a:xfrm>
            <a:off x="8423640" y="232128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3" y="0"/>
                </a:moveTo>
                <a:lnTo>
                  <a:pt x="3" y="3"/>
                </a:lnTo>
                <a:lnTo>
                  <a:pt x="1" y="4"/>
                </a:lnTo>
                <a:lnTo>
                  <a:pt x="0" y="6"/>
                </a:lnTo>
                <a:lnTo>
                  <a:pt x="0" y="4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9" name=""/>
          <p:cNvSpPr/>
          <p:nvPr/>
        </p:nvSpPr>
        <p:spPr>
          <a:xfrm>
            <a:off x="8427600" y="2320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3" y="1"/>
                </a:lnTo>
                <a:lnTo>
                  <a:pt x="2" y="2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0" name=""/>
          <p:cNvSpPr/>
          <p:nvPr/>
        </p:nvSpPr>
        <p:spPr>
          <a:xfrm>
            <a:off x="8416800" y="2288520"/>
            <a:ext cx="7560" cy="6120"/>
          </a:xfrm>
          <a:custGeom>
            <a:avLst/>
            <a:gdLst/>
            <a:ahLst/>
            <a:rect l="0" t="0" r="r" b="b"/>
            <a:pathLst>
              <a:path w="21" h="17">
                <a:moveTo>
                  <a:pt x="17" y="4"/>
                </a:moveTo>
                <a:lnTo>
                  <a:pt x="19" y="7"/>
                </a:lnTo>
                <a:lnTo>
                  <a:pt x="21" y="7"/>
                </a:lnTo>
                <a:lnTo>
                  <a:pt x="21" y="10"/>
                </a:lnTo>
                <a:lnTo>
                  <a:pt x="21" y="12"/>
                </a:lnTo>
                <a:lnTo>
                  <a:pt x="20" y="13"/>
                </a:lnTo>
                <a:lnTo>
                  <a:pt x="20" y="14"/>
                </a:lnTo>
                <a:lnTo>
                  <a:pt x="17" y="14"/>
                </a:lnTo>
                <a:lnTo>
                  <a:pt x="14" y="14"/>
                </a:lnTo>
                <a:lnTo>
                  <a:pt x="12" y="15"/>
                </a:lnTo>
                <a:lnTo>
                  <a:pt x="9" y="15"/>
                </a:lnTo>
                <a:lnTo>
                  <a:pt x="8" y="16"/>
                </a:lnTo>
                <a:lnTo>
                  <a:pt x="7" y="17"/>
                </a:lnTo>
                <a:lnTo>
                  <a:pt x="6" y="17"/>
                </a:lnTo>
                <a:lnTo>
                  <a:pt x="6" y="16"/>
                </a:lnTo>
                <a:lnTo>
                  <a:pt x="4" y="15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0" y="13"/>
                </a:lnTo>
                <a:lnTo>
                  <a:pt x="0" y="12"/>
                </a:lnTo>
                <a:lnTo>
                  <a:pt x="2" y="6"/>
                </a:lnTo>
                <a:lnTo>
                  <a:pt x="4" y="4"/>
                </a:lnTo>
                <a:lnTo>
                  <a:pt x="5" y="3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12" y="2"/>
                </a:lnTo>
                <a:lnTo>
                  <a:pt x="15" y="2"/>
                </a:lnTo>
                <a:lnTo>
                  <a:pt x="16" y="2"/>
                </a:lnTo>
                <a:lnTo>
                  <a:pt x="17" y="3"/>
                </a:lnTo>
                <a:lnTo>
                  <a:pt x="18" y="3"/>
                </a:lnTo>
                <a:lnTo>
                  <a:pt x="17" y="4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1" name=""/>
          <p:cNvSpPr/>
          <p:nvPr/>
        </p:nvSpPr>
        <p:spPr>
          <a:xfrm>
            <a:off x="8422200" y="2288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4" y="4"/>
                </a:lnTo>
                <a:lnTo>
                  <a:pt x="3" y="4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2" name=""/>
          <p:cNvSpPr/>
          <p:nvPr/>
        </p:nvSpPr>
        <p:spPr>
          <a:xfrm>
            <a:off x="8424000" y="2286720"/>
            <a:ext cx="1800" cy="2880"/>
          </a:xfrm>
          <a:custGeom>
            <a:avLst/>
            <a:gdLst/>
            <a:ahLst/>
            <a:rect l="0" t="0" r="r" b="b"/>
            <a:pathLst>
              <a:path w="5" h="8">
                <a:moveTo>
                  <a:pt x="3" y="5"/>
                </a:moveTo>
                <a:lnTo>
                  <a:pt x="4" y="5"/>
                </a:lnTo>
                <a:lnTo>
                  <a:pt x="4" y="8"/>
                </a:lnTo>
                <a:lnTo>
                  <a:pt x="3" y="6"/>
                </a:lnTo>
                <a:lnTo>
                  <a:pt x="3" y="5"/>
                </a:lnTo>
                <a:lnTo>
                  <a:pt x="0" y="4"/>
                </a:lnTo>
                <a:lnTo>
                  <a:pt x="0" y="3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3" y="4"/>
                </a:lnTo>
                <a:lnTo>
                  <a:pt x="3" y="5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3" name=""/>
          <p:cNvSpPr/>
          <p:nvPr/>
        </p:nvSpPr>
        <p:spPr>
          <a:xfrm>
            <a:off x="8420040" y="2285280"/>
            <a:ext cx="4320" cy="2880"/>
          </a:xfrm>
          <a:custGeom>
            <a:avLst/>
            <a:gdLst/>
            <a:ahLst/>
            <a:rect l="0" t="0" r="r" b="b"/>
            <a:pathLst>
              <a:path w="12" h="8">
                <a:moveTo>
                  <a:pt x="12" y="2"/>
                </a:moveTo>
                <a:lnTo>
                  <a:pt x="11" y="3"/>
                </a:lnTo>
                <a:lnTo>
                  <a:pt x="11" y="2"/>
                </a:lnTo>
                <a:lnTo>
                  <a:pt x="10" y="3"/>
                </a:lnTo>
                <a:lnTo>
                  <a:pt x="10" y="6"/>
                </a:lnTo>
                <a:lnTo>
                  <a:pt x="11" y="7"/>
                </a:lnTo>
                <a:lnTo>
                  <a:pt x="11" y="8"/>
                </a:lnTo>
                <a:lnTo>
                  <a:pt x="9" y="8"/>
                </a:lnTo>
                <a:lnTo>
                  <a:pt x="8" y="7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2" y="2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4" name=""/>
          <p:cNvSpPr/>
          <p:nvPr/>
        </p:nvSpPr>
        <p:spPr>
          <a:xfrm>
            <a:off x="8427600" y="2251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5" name=""/>
          <p:cNvSpPr/>
          <p:nvPr/>
        </p:nvSpPr>
        <p:spPr>
          <a:xfrm>
            <a:off x="8425080" y="225036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6" y="5"/>
                </a:move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1" y="6"/>
                </a:lnTo>
                <a:lnTo>
                  <a:pt x="0" y="4"/>
                </a:lnTo>
                <a:lnTo>
                  <a:pt x="3" y="3"/>
                </a:lnTo>
                <a:lnTo>
                  <a:pt x="7" y="0"/>
                </a:lnTo>
                <a:lnTo>
                  <a:pt x="8" y="0"/>
                </a:lnTo>
                <a:lnTo>
                  <a:pt x="10" y="0"/>
                </a:lnTo>
                <a:lnTo>
                  <a:pt x="11" y="1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6" y="5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6" name=""/>
          <p:cNvSpPr/>
          <p:nvPr/>
        </p:nvSpPr>
        <p:spPr>
          <a:xfrm>
            <a:off x="8417880" y="2247120"/>
            <a:ext cx="6840" cy="4320"/>
          </a:xfrm>
          <a:custGeom>
            <a:avLst/>
            <a:gdLst/>
            <a:ahLst/>
            <a:rect l="0" t="0" r="r" b="b"/>
            <a:pathLst>
              <a:path w="19" h="12">
                <a:moveTo>
                  <a:pt x="14" y="7"/>
                </a:move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7" y="11"/>
                </a:lnTo>
                <a:lnTo>
                  <a:pt x="4" y="12"/>
                </a:lnTo>
                <a:lnTo>
                  <a:pt x="3" y="12"/>
                </a:lnTo>
                <a:lnTo>
                  <a:pt x="2" y="11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7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5" y="4"/>
                </a:lnTo>
                <a:lnTo>
                  <a:pt x="10" y="5"/>
                </a:lnTo>
                <a:lnTo>
                  <a:pt x="13" y="4"/>
                </a:lnTo>
                <a:lnTo>
                  <a:pt x="14" y="3"/>
                </a:lnTo>
                <a:lnTo>
                  <a:pt x="15" y="3"/>
                </a:lnTo>
                <a:lnTo>
                  <a:pt x="15" y="2"/>
                </a:lnTo>
                <a:lnTo>
                  <a:pt x="17" y="0"/>
                </a:lnTo>
                <a:lnTo>
                  <a:pt x="18" y="0"/>
                </a:lnTo>
                <a:lnTo>
                  <a:pt x="19" y="2"/>
                </a:lnTo>
                <a:lnTo>
                  <a:pt x="19" y="4"/>
                </a:lnTo>
                <a:lnTo>
                  <a:pt x="18" y="5"/>
                </a:lnTo>
                <a:lnTo>
                  <a:pt x="17" y="5"/>
                </a:lnTo>
                <a:lnTo>
                  <a:pt x="16" y="5"/>
                </a:lnTo>
                <a:lnTo>
                  <a:pt x="15" y="6"/>
                </a:lnTo>
                <a:lnTo>
                  <a:pt x="14" y="7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7" name=""/>
          <p:cNvSpPr/>
          <p:nvPr/>
        </p:nvSpPr>
        <p:spPr>
          <a:xfrm>
            <a:off x="8426880" y="22460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3" y="2"/>
                </a:moveTo>
                <a:lnTo>
                  <a:pt x="2" y="2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6" y="1"/>
                </a:lnTo>
                <a:lnTo>
                  <a:pt x="6" y="2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4" y="4"/>
                </a:lnTo>
                <a:lnTo>
                  <a:pt x="3" y="2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8" name=""/>
          <p:cNvSpPr/>
          <p:nvPr/>
        </p:nvSpPr>
        <p:spPr>
          <a:xfrm>
            <a:off x="8425440" y="22460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0"/>
                </a:moveTo>
                <a:lnTo>
                  <a:pt x="5" y="1"/>
                </a:lnTo>
                <a:lnTo>
                  <a:pt x="3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9" name=""/>
          <p:cNvSpPr/>
          <p:nvPr/>
        </p:nvSpPr>
        <p:spPr>
          <a:xfrm>
            <a:off x="8415720" y="22442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4"/>
                </a:move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6"/>
                </a:lnTo>
                <a:lnTo>
                  <a:pt x="2" y="5"/>
                </a:lnTo>
                <a:lnTo>
                  <a:pt x="0" y="5"/>
                </a:lnTo>
                <a:lnTo>
                  <a:pt x="2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0" name=""/>
          <p:cNvSpPr/>
          <p:nvPr/>
        </p:nvSpPr>
        <p:spPr>
          <a:xfrm>
            <a:off x="8416080" y="22435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1" name=""/>
          <p:cNvSpPr/>
          <p:nvPr/>
        </p:nvSpPr>
        <p:spPr>
          <a:xfrm>
            <a:off x="8416080" y="2242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2" name=""/>
          <p:cNvSpPr/>
          <p:nvPr/>
        </p:nvSpPr>
        <p:spPr>
          <a:xfrm>
            <a:off x="8412120" y="22413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5" y="3"/>
                </a:moveTo>
                <a:lnTo>
                  <a:pt x="4" y="6"/>
                </a:lnTo>
                <a:lnTo>
                  <a:pt x="4" y="7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3" name=""/>
          <p:cNvSpPr/>
          <p:nvPr/>
        </p:nvSpPr>
        <p:spPr>
          <a:xfrm>
            <a:off x="8429400" y="2356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4" name=""/>
          <p:cNvSpPr/>
          <p:nvPr/>
        </p:nvSpPr>
        <p:spPr>
          <a:xfrm>
            <a:off x="8432280" y="23533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5" name=""/>
          <p:cNvSpPr/>
          <p:nvPr/>
        </p:nvSpPr>
        <p:spPr>
          <a:xfrm>
            <a:off x="8428680" y="23529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6" name=""/>
          <p:cNvSpPr/>
          <p:nvPr/>
        </p:nvSpPr>
        <p:spPr>
          <a:xfrm>
            <a:off x="8427960" y="2352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7" name=""/>
          <p:cNvSpPr/>
          <p:nvPr/>
        </p:nvSpPr>
        <p:spPr>
          <a:xfrm>
            <a:off x="8431200" y="2351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8" name=""/>
          <p:cNvSpPr/>
          <p:nvPr/>
        </p:nvSpPr>
        <p:spPr>
          <a:xfrm>
            <a:off x="8439480" y="23472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9" name=""/>
          <p:cNvSpPr/>
          <p:nvPr/>
        </p:nvSpPr>
        <p:spPr>
          <a:xfrm>
            <a:off x="8434440" y="2344680"/>
            <a:ext cx="2520" cy="3600"/>
          </a:xfrm>
          <a:custGeom>
            <a:avLst/>
            <a:gdLst/>
            <a:ahLst/>
            <a:rect l="0" t="0" r="r" b="b"/>
            <a:pathLst>
              <a:path w="7" h="10">
                <a:moveTo>
                  <a:pt x="3" y="4"/>
                </a:moveTo>
                <a:lnTo>
                  <a:pt x="3" y="5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7" y="6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10"/>
                </a:lnTo>
                <a:lnTo>
                  <a:pt x="2" y="8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0"/>
                </a:ln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0" name=""/>
          <p:cNvSpPr/>
          <p:nvPr/>
        </p:nvSpPr>
        <p:spPr>
          <a:xfrm>
            <a:off x="8434800" y="234180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5" y="2"/>
                </a:moveTo>
                <a:lnTo>
                  <a:pt x="6" y="2"/>
                </a:lnTo>
                <a:lnTo>
                  <a:pt x="6" y="4"/>
                </a:lnTo>
                <a:lnTo>
                  <a:pt x="7" y="4"/>
                </a:lnTo>
                <a:lnTo>
                  <a:pt x="7" y="2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5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1" name=""/>
          <p:cNvSpPr/>
          <p:nvPr/>
        </p:nvSpPr>
        <p:spPr>
          <a:xfrm>
            <a:off x="8431560" y="2338920"/>
            <a:ext cx="1080" cy="2520"/>
          </a:xfrm>
          <a:custGeom>
            <a:avLst/>
            <a:gdLst/>
            <a:ahLst/>
            <a:rect l="0" t="0" r="r" b="b"/>
            <a:pathLst>
              <a:path w="3" h="7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3" y="7"/>
                </a:lnTo>
                <a:lnTo>
                  <a:pt x="1" y="7"/>
                </a:lnTo>
                <a:lnTo>
                  <a:pt x="1" y="5"/>
                </a:lnTo>
                <a:lnTo>
                  <a:pt x="0" y="4"/>
                </a:lnTo>
                <a:lnTo>
                  <a:pt x="1" y="3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2" name=""/>
          <p:cNvSpPr/>
          <p:nvPr/>
        </p:nvSpPr>
        <p:spPr>
          <a:xfrm>
            <a:off x="8440920" y="2336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lnTo>
                  <a:pt x="1" y="4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3" name=""/>
          <p:cNvSpPr/>
          <p:nvPr/>
        </p:nvSpPr>
        <p:spPr>
          <a:xfrm>
            <a:off x="8431560" y="2320560"/>
            <a:ext cx="14040" cy="20160"/>
          </a:xfrm>
          <a:custGeom>
            <a:avLst/>
            <a:gdLst/>
            <a:ahLst/>
            <a:rect l="0" t="0" r="r" b="b"/>
            <a:pathLst>
              <a:path w="39" h="56">
                <a:moveTo>
                  <a:pt x="15" y="10"/>
                </a:moveTo>
                <a:lnTo>
                  <a:pt x="17" y="12"/>
                </a:lnTo>
                <a:lnTo>
                  <a:pt x="18" y="12"/>
                </a:lnTo>
                <a:lnTo>
                  <a:pt x="21" y="11"/>
                </a:lnTo>
                <a:lnTo>
                  <a:pt x="21" y="10"/>
                </a:lnTo>
                <a:lnTo>
                  <a:pt x="22" y="10"/>
                </a:lnTo>
                <a:lnTo>
                  <a:pt x="23" y="10"/>
                </a:lnTo>
                <a:lnTo>
                  <a:pt x="24" y="11"/>
                </a:lnTo>
                <a:lnTo>
                  <a:pt x="28" y="12"/>
                </a:lnTo>
                <a:lnTo>
                  <a:pt x="29" y="13"/>
                </a:lnTo>
                <a:lnTo>
                  <a:pt x="29" y="14"/>
                </a:lnTo>
                <a:lnTo>
                  <a:pt x="28" y="14"/>
                </a:lnTo>
                <a:lnTo>
                  <a:pt x="27" y="16"/>
                </a:lnTo>
                <a:lnTo>
                  <a:pt x="27" y="17"/>
                </a:lnTo>
                <a:lnTo>
                  <a:pt x="26" y="17"/>
                </a:lnTo>
                <a:lnTo>
                  <a:pt x="28" y="18"/>
                </a:lnTo>
                <a:lnTo>
                  <a:pt x="29" y="18"/>
                </a:lnTo>
                <a:lnTo>
                  <a:pt x="31" y="20"/>
                </a:lnTo>
                <a:lnTo>
                  <a:pt x="33" y="20"/>
                </a:lnTo>
                <a:lnTo>
                  <a:pt x="35" y="20"/>
                </a:lnTo>
                <a:lnTo>
                  <a:pt x="36" y="19"/>
                </a:lnTo>
                <a:lnTo>
                  <a:pt x="37" y="18"/>
                </a:lnTo>
                <a:lnTo>
                  <a:pt x="38" y="18"/>
                </a:lnTo>
                <a:lnTo>
                  <a:pt x="39" y="18"/>
                </a:lnTo>
                <a:lnTo>
                  <a:pt x="37" y="22"/>
                </a:lnTo>
                <a:lnTo>
                  <a:pt x="36" y="23"/>
                </a:lnTo>
                <a:lnTo>
                  <a:pt x="35" y="24"/>
                </a:lnTo>
                <a:lnTo>
                  <a:pt x="34" y="25"/>
                </a:lnTo>
                <a:lnTo>
                  <a:pt x="34" y="23"/>
                </a:lnTo>
                <a:lnTo>
                  <a:pt x="33" y="22"/>
                </a:lnTo>
                <a:lnTo>
                  <a:pt x="31" y="22"/>
                </a:lnTo>
                <a:lnTo>
                  <a:pt x="30" y="23"/>
                </a:lnTo>
                <a:lnTo>
                  <a:pt x="29" y="23"/>
                </a:lnTo>
                <a:lnTo>
                  <a:pt x="29" y="24"/>
                </a:lnTo>
                <a:lnTo>
                  <a:pt x="28" y="25"/>
                </a:lnTo>
                <a:lnTo>
                  <a:pt x="27" y="25"/>
                </a:lnTo>
                <a:lnTo>
                  <a:pt x="26" y="25"/>
                </a:lnTo>
                <a:lnTo>
                  <a:pt x="25" y="27"/>
                </a:lnTo>
                <a:lnTo>
                  <a:pt x="25" y="29"/>
                </a:lnTo>
                <a:lnTo>
                  <a:pt x="25" y="30"/>
                </a:lnTo>
                <a:lnTo>
                  <a:pt x="26" y="31"/>
                </a:lnTo>
                <a:lnTo>
                  <a:pt x="26" y="33"/>
                </a:lnTo>
                <a:lnTo>
                  <a:pt x="26" y="34"/>
                </a:lnTo>
                <a:lnTo>
                  <a:pt x="26" y="35"/>
                </a:lnTo>
                <a:lnTo>
                  <a:pt x="27" y="35"/>
                </a:lnTo>
                <a:lnTo>
                  <a:pt x="28" y="35"/>
                </a:lnTo>
                <a:lnTo>
                  <a:pt x="29" y="35"/>
                </a:lnTo>
                <a:lnTo>
                  <a:pt x="30" y="35"/>
                </a:lnTo>
                <a:lnTo>
                  <a:pt x="30" y="36"/>
                </a:lnTo>
                <a:lnTo>
                  <a:pt x="30" y="37"/>
                </a:lnTo>
                <a:lnTo>
                  <a:pt x="31" y="37"/>
                </a:lnTo>
                <a:lnTo>
                  <a:pt x="32" y="36"/>
                </a:lnTo>
                <a:lnTo>
                  <a:pt x="33" y="36"/>
                </a:lnTo>
                <a:lnTo>
                  <a:pt x="34" y="36"/>
                </a:lnTo>
                <a:lnTo>
                  <a:pt x="35" y="36"/>
                </a:lnTo>
                <a:lnTo>
                  <a:pt x="36" y="36"/>
                </a:lnTo>
                <a:lnTo>
                  <a:pt x="37" y="38"/>
                </a:lnTo>
                <a:lnTo>
                  <a:pt x="36" y="39"/>
                </a:lnTo>
                <a:lnTo>
                  <a:pt x="36" y="40"/>
                </a:lnTo>
                <a:lnTo>
                  <a:pt x="36" y="41"/>
                </a:lnTo>
                <a:lnTo>
                  <a:pt x="35" y="42"/>
                </a:lnTo>
                <a:lnTo>
                  <a:pt x="34" y="41"/>
                </a:lnTo>
                <a:lnTo>
                  <a:pt x="34" y="40"/>
                </a:lnTo>
                <a:lnTo>
                  <a:pt x="33" y="39"/>
                </a:lnTo>
                <a:lnTo>
                  <a:pt x="31" y="39"/>
                </a:lnTo>
                <a:lnTo>
                  <a:pt x="30" y="39"/>
                </a:lnTo>
                <a:lnTo>
                  <a:pt x="29" y="40"/>
                </a:lnTo>
                <a:lnTo>
                  <a:pt x="28" y="40"/>
                </a:lnTo>
                <a:lnTo>
                  <a:pt x="28" y="41"/>
                </a:lnTo>
                <a:lnTo>
                  <a:pt x="26" y="42"/>
                </a:lnTo>
                <a:lnTo>
                  <a:pt x="25" y="43"/>
                </a:lnTo>
                <a:lnTo>
                  <a:pt x="24" y="43"/>
                </a:lnTo>
                <a:lnTo>
                  <a:pt x="22" y="45"/>
                </a:lnTo>
                <a:lnTo>
                  <a:pt x="20" y="47"/>
                </a:lnTo>
                <a:lnTo>
                  <a:pt x="18" y="47"/>
                </a:lnTo>
                <a:lnTo>
                  <a:pt x="17" y="50"/>
                </a:lnTo>
                <a:lnTo>
                  <a:pt x="17" y="51"/>
                </a:lnTo>
                <a:lnTo>
                  <a:pt x="18" y="52"/>
                </a:lnTo>
                <a:lnTo>
                  <a:pt x="20" y="53"/>
                </a:lnTo>
                <a:lnTo>
                  <a:pt x="21" y="52"/>
                </a:lnTo>
                <a:lnTo>
                  <a:pt x="21" y="51"/>
                </a:lnTo>
                <a:lnTo>
                  <a:pt x="22" y="51"/>
                </a:lnTo>
                <a:lnTo>
                  <a:pt x="23" y="52"/>
                </a:lnTo>
                <a:lnTo>
                  <a:pt x="24" y="53"/>
                </a:lnTo>
                <a:lnTo>
                  <a:pt x="23" y="54"/>
                </a:lnTo>
                <a:lnTo>
                  <a:pt x="23" y="55"/>
                </a:lnTo>
                <a:lnTo>
                  <a:pt x="23" y="56"/>
                </a:lnTo>
                <a:lnTo>
                  <a:pt x="22" y="56"/>
                </a:lnTo>
                <a:lnTo>
                  <a:pt x="17" y="55"/>
                </a:lnTo>
                <a:lnTo>
                  <a:pt x="16" y="54"/>
                </a:lnTo>
                <a:lnTo>
                  <a:pt x="16" y="53"/>
                </a:lnTo>
                <a:lnTo>
                  <a:pt x="15" y="52"/>
                </a:lnTo>
                <a:lnTo>
                  <a:pt x="14" y="52"/>
                </a:lnTo>
                <a:lnTo>
                  <a:pt x="11" y="52"/>
                </a:lnTo>
                <a:lnTo>
                  <a:pt x="10" y="51"/>
                </a:lnTo>
                <a:lnTo>
                  <a:pt x="10" y="50"/>
                </a:lnTo>
                <a:lnTo>
                  <a:pt x="9" y="50"/>
                </a:lnTo>
                <a:lnTo>
                  <a:pt x="8" y="50"/>
                </a:lnTo>
                <a:lnTo>
                  <a:pt x="8" y="49"/>
                </a:lnTo>
                <a:lnTo>
                  <a:pt x="8" y="48"/>
                </a:lnTo>
                <a:lnTo>
                  <a:pt x="8" y="47"/>
                </a:lnTo>
                <a:lnTo>
                  <a:pt x="9" y="47"/>
                </a:lnTo>
                <a:lnTo>
                  <a:pt x="8" y="46"/>
                </a:lnTo>
                <a:lnTo>
                  <a:pt x="7" y="46"/>
                </a:lnTo>
                <a:lnTo>
                  <a:pt x="6" y="47"/>
                </a:lnTo>
                <a:lnTo>
                  <a:pt x="6" y="48"/>
                </a:lnTo>
                <a:lnTo>
                  <a:pt x="5" y="49"/>
                </a:lnTo>
                <a:lnTo>
                  <a:pt x="5" y="48"/>
                </a:lnTo>
                <a:lnTo>
                  <a:pt x="4" y="47"/>
                </a:lnTo>
                <a:lnTo>
                  <a:pt x="4" y="48"/>
                </a:lnTo>
                <a:lnTo>
                  <a:pt x="4" y="47"/>
                </a:lnTo>
                <a:lnTo>
                  <a:pt x="3" y="48"/>
                </a:lnTo>
                <a:lnTo>
                  <a:pt x="3" y="47"/>
                </a:lnTo>
                <a:lnTo>
                  <a:pt x="4" y="47"/>
                </a:lnTo>
                <a:lnTo>
                  <a:pt x="4" y="46"/>
                </a:lnTo>
                <a:lnTo>
                  <a:pt x="4" y="45"/>
                </a:lnTo>
                <a:lnTo>
                  <a:pt x="4" y="44"/>
                </a:lnTo>
                <a:lnTo>
                  <a:pt x="4" y="43"/>
                </a:lnTo>
                <a:lnTo>
                  <a:pt x="5" y="43"/>
                </a:lnTo>
                <a:lnTo>
                  <a:pt x="5" y="42"/>
                </a:lnTo>
                <a:lnTo>
                  <a:pt x="5" y="41"/>
                </a:lnTo>
                <a:lnTo>
                  <a:pt x="6" y="41"/>
                </a:lnTo>
                <a:lnTo>
                  <a:pt x="5" y="41"/>
                </a:lnTo>
                <a:lnTo>
                  <a:pt x="5" y="42"/>
                </a:lnTo>
                <a:lnTo>
                  <a:pt x="4" y="42"/>
                </a:lnTo>
                <a:lnTo>
                  <a:pt x="4" y="43"/>
                </a:lnTo>
                <a:lnTo>
                  <a:pt x="3" y="44"/>
                </a:lnTo>
                <a:lnTo>
                  <a:pt x="3" y="45"/>
                </a:lnTo>
                <a:lnTo>
                  <a:pt x="2" y="45"/>
                </a:lnTo>
                <a:lnTo>
                  <a:pt x="2" y="44"/>
                </a:lnTo>
                <a:lnTo>
                  <a:pt x="2" y="43"/>
                </a:lnTo>
                <a:lnTo>
                  <a:pt x="1" y="43"/>
                </a:lnTo>
                <a:lnTo>
                  <a:pt x="1" y="42"/>
                </a:lnTo>
                <a:lnTo>
                  <a:pt x="2" y="42"/>
                </a:lnTo>
                <a:lnTo>
                  <a:pt x="2" y="40"/>
                </a:lnTo>
                <a:lnTo>
                  <a:pt x="2" y="39"/>
                </a:lnTo>
                <a:lnTo>
                  <a:pt x="2" y="38"/>
                </a:lnTo>
                <a:lnTo>
                  <a:pt x="3" y="37"/>
                </a:lnTo>
                <a:lnTo>
                  <a:pt x="4" y="36"/>
                </a:lnTo>
                <a:lnTo>
                  <a:pt x="4" y="37"/>
                </a:lnTo>
                <a:lnTo>
                  <a:pt x="5" y="36"/>
                </a:lnTo>
                <a:lnTo>
                  <a:pt x="4" y="34"/>
                </a:lnTo>
                <a:lnTo>
                  <a:pt x="5" y="34"/>
                </a:lnTo>
                <a:lnTo>
                  <a:pt x="6" y="34"/>
                </a:lnTo>
                <a:lnTo>
                  <a:pt x="7" y="34"/>
                </a:lnTo>
                <a:lnTo>
                  <a:pt x="8" y="35"/>
                </a:lnTo>
                <a:lnTo>
                  <a:pt x="9" y="34"/>
                </a:lnTo>
                <a:lnTo>
                  <a:pt x="10" y="33"/>
                </a:lnTo>
                <a:lnTo>
                  <a:pt x="11" y="34"/>
                </a:lnTo>
                <a:lnTo>
                  <a:pt x="12" y="35"/>
                </a:lnTo>
                <a:lnTo>
                  <a:pt x="13" y="35"/>
                </a:lnTo>
                <a:lnTo>
                  <a:pt x="13" y="34"/>
                </a:lnTo>
                <a:lnTo>
                  <a:pt x="13" y="33"/>
                </a:lnTo>
                <a:lnTo>
                  <a:pt x="11" y="33"/>
                </a:lnTo>
                <a:lnTo>
                  <a:pt x="9" y="33"/>
                </a:lnTo>
                <a:lnTo>
                  <a:pt x="7" y="32"/>
                </a:lnTo>
                <a:lnTo>
                  <a:pt x="7" y="31"/>
                </a:lnTo>
                <a:lnTo>
                  <a:pt x="7" y="30"/>
                </a:lnTo>
                <a:lnTo>
                  <a:pt x="7" y="26"/>
                </a:lnTo>
                <a:lnTo>
                  <a:pt x="7" y="25"/>
                </a:lnTo>
                <a:lnTo>
                  <a:pt x="5" y="23"/>
                </a:lnTo>
                <a:lnTo>
                  <a:pt x="4" y="21"/>
                </a:lnTo>
                <a:lnTo>
                  <a:pt x="3" y="21"/>
                </a:lnTo>
                <a:lnTo>
                  <a:pt x="2" y="21"/>
                </a:lnTo>
                <a:lnTo>
                  <a:pt x="1" y="20"/>
                </a:lnTo>
                <a:lnTo>
                  <a:pt x="1" y="19"/>
                </a:lnTo>
                <a:lnTo>
                  <a:pt x="0" y="17"/>
                </a:lnTo>
                <a:lnTo>
                  <a:pt x="0" y="16"/>
                </a:lnTo>
                <a:lnTo>
                  <a:pt x="0" y="17"/>
                </a:lnTo>
                <a:lnTo>
                  <a:pt x="1" y="16"/>
                </a:lnTo>
                <a:lnTo>
                  <a:pt x="2" y="13"/>
                </a:lnTo>
                <a:lnTo>
                  <a:pt x="2" y="12"/>
                </a:lnTo>
                <a:lnTo>
                  <a:pt x="4" y="11"/>
                </a:lnTo>
                <a:lnTo>
                  <a:pt x="4" y="12"/>
                </a:lnTo>
                <a:lnTo>
                  <a:pt x="5" y="12"/>
                </a:lnTo>
                <a:lnTo>
                  <a:pt x="5" y="11"/>
                </a:lnTo>
                <a:lnTo>
                  <a:pt x="6" y="10"/>
                </a:lnTo>
                <a:lnTo>
                  <a:pt x="6" y="9"/>
                </a:lnTo>
                <a:lnTo>
                  <a:pt x="8" y="5"/>
                </a:lnTo>
                <a:lnTo>
                  <a:pt x="9" y="6"/>
                </a:lnTo>
                <a:lnTo>
                  <a:pt x="9" y="8"/>
                </a:lnTo>
                <a:lnTo>
                  <a:pt x="10" y="9"/>
                </a:lnTo>
                <a:lnTo>
                  <a:pt x="11" y="9"/>
                </a:lnTo>
                <a:lnTo>
                  <a:pt x="10" y="8"/>
                </a:lnTo>
                <a:lnTo>
                  <a:pt x="10" y="6"/>
                </a:lnTo>
                <a:lnTo>
                  <a:pt x="10" y="5"/>
                </a:lnTo>
                <a:lnTo>
                  <a:pt x="11" y="4"/>
                </a:lnTo>
                <a:lnTo>
                  <a:pt x="12" y="2"/>
                </a:lnTo>
                <a:lnTo>
                  <a:pt x="13" y="2"/>
                </a:lnTo>
                <a:lnTo>
                  <a:pt x="16" y="0"/>
                </a:lnTo>
                <a:lnTo>
                  <a:pt x="17" y="0"/>
                </a:lnTo>
                <a:lnTo>
                  <a:pt x="15" y="3"/>
                </a:lnTo>
                <a:lnTo>
                  <a:pt x="15" y="4"/>
                </a:lnTo>
                <a:lnTo>
                  <a:pt x="14" y="5"/>
                </a:lnTo>
                <a:lnTo>
                  <a:pt x="14" y="6"/>
                </a:lnTo>
                <a:lnTo>
                  <a:pt x="15" y="10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4" name=""/>
          <p:cNvSpPr/>
          <p:nvPr/>
        </p:nvSpPr>
        <p:spPr>
          <a:xfrm>
            <a:off x="8443800" y="232344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4" y="6"/>
                </a:moveTo>
                <a:lnTo>
                  <a:pt x="3" y="6"/>
                </a:lnTo>
                <a:lnTo>
                  <a:pt x="0" y="6"/>
                </a:lnTo>
                <a:lnTo>
                  <a:pt x="0" y="5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3"/>
                </a:lnTo>
                <a:lnTo>
                  <a:pt x="7" y="5"/>
                </a:lnTo>
                <a:lnTo>
                  <a:pt x="6" y="6"/>
                </a:lnTo>
                <a:lnTo>
                  <a:pt x="4" y="6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5" name=""/>
          <p:cNvSpPr/>
          <p:nvPr/>
        </p:nvSpPr>
        <p:spPr>
          <a:xfrm>
            <a:off x="8429400" y="232128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11" y="7"/>
                </a:moveTo>
                <a:lnTo>
                  <a:pt x="9" y="7"/>
                </a:lnTo>
                <a:lnTo>
                  <a:pt x="8" y="6"/>
                </a:lnTo>
                <a:lnTo>
                  <a:pt x="7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7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2" y="2"/>
                </a:lnTo>
                <a:lnTo>
                  <a:pt x="2" y="4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0"/>
                </a:lnTo>
                <a:lnTo>
                  <a:pt x="11" y="0"/>
                </a:lnTo>
                <a:lnTo>
                  <a:pt x="9" y="1"/>
                </a:lnTo>
                <a:lnTo>
                  <a:pt x="11" y="2"/>
                </a:lnTo>
                <a:lnTo>
                  <a:pt x="11" y="4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6" name=""/>
          <p:cNvSpPr/>
          <p:nvPr/>
        </p:nvSpPr>
        <p:spPr>
          <a:xfrm>
            <a:off x="8428320" y="23212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4"/>
                </a:move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7" name=""/>
          <p:cNvSpPr/>
          <p:nvPr/>
        </p:nvSpPr>
        <p:spPr>
          <a:xfrm>
            <a:off x="8428680" y="2314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0"/>
                </a:move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8" name=""/>
          <p:cNvSpPr/>
          <p:nvPr/>
        </p:nvSpPr>
        <p:spPr>
          <a:xfrm>
            <a:off x="8443080" y="22960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1"/>
                </a:move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3" y="4"/>
                </a:lnTo>
                <a:lnTo>
                  <a:pt x="2" y="3"/>
                </a:lnTo>
                <a:lnTo>
                  <a:pt x="0" y="1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9" name=""/>
          <p:cNvSpPr/>
          <p:nvPr/>
        </p:nvSpPr>
        <p:spPr>
          <a:xfrm>
            <a:off x="8440200" y="228240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3" y="2"/>
                </a:moveTo>
                <a:lnTo>
                  <a:pt x="4" y="2"/>
                </a:lnTo>
                <a:lnTo>
                  <a:pt x="6" y="3"/>
                </a:lnTo>
                <a:lnTo>
                  <a:pt x="7" y="2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0" y="2"/>
                </a:lnTo>
                <a:lnTo>
                  <a:pt x="10" y="3"/>
                </a:lnTo>
                <a:lnTo>
                  <a:pt x="7" y="5"/>
                </a:lnTo>
                <a:lnTo>
                  <a:pt x="7" y="7"/>
                </a:lnTo>
                <a:lnTo>
                  <a:pt x="6" y="5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0" name=""/>
          <p:cNvSpPr/>
          <p:nvPr/>
        </p:nvSpPr>
        <p:spPr>
          <a:xfrm>
            <a:off x="8443080" y="227700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8" y="0"/>
                </a:moveTo>
                <a:lnTo>
                  <a:pt x="8" y="2"/>
                </a:lnTo>
                <a:lnTo>
                  <a:pt x="9" y="1"/>
                </a:lnTo>
                <a:lnTo>
                  <a:pt x="10" y="1"/>
                </a:lnTo>
                <a:lnTo>
                  <a:pt x="10" y="2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6" y="4"/>
                </a:lnTo>
                <a:lnTo>
                  <a:pt x="6" y="3"/>
                </a:lnTo>
                <a:lnTo>
                  <a:pt x="6" y="4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2" y="6"/>
                </a:lnTo>
                <a:lnTo>
                  <a:pt x="2" y="8"/>
                </a:lnTo>
                <a:lnTo>
                  <a:pt x="2" y="9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2" y="3"/>
                </a:lnTo>
                <a:lnTo>
                  <a:pt x="3" y="3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8" y="0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1" name=""/>
          <p:cNvSpPr/>
          <p:nvPr/>
        </p:nvSpPr>
        <p:spPr>
          <a:xfrm>
            <a:off x="8443440" y="2273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0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2" name=""/>
          <p:cNvSpPr/>
          <p:nvPr/>
        </p:nvSpPr>
        <p:spPr>
          <a:xfrm>
            <a:off x="8435520" y="22644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2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3" name=""/>
          <p:cNvSpPr/>
          <p:nvPr/>
        </p:nvSpPr>
        <p:spPr>
          <a:xfrm>
            <a:off x="8436960" y="226404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2" y="6"/>
                </a:moveTo>
                <a:lnTo>
                  <a:pt x="0" y="4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4" name=""/>
          <p:cNvSpPr/>
          <p:nvPr/>
        </p:nvSpPr>
        <p:spPr>
          <a:xfrm>
            <a:off x="8443800" y="225540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7" y="7"/>
                </a:moveTo>
                <a:lnTo>
                  <a:pt x="6" y="6"/>
                </a:lnTo>
                <a:lnTo>
                  <a:pt x="5" y="6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1" y="8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7" y="7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5" name=""/>
          <p:cNvSpPr/>
          <p:nvPr/>
        </p:nvSpPr>
        <p:spPr>
          <a:xfrm>
            <a:off x="8428320" y="22543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2"/>
                </a:move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5" y="2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6" name=""/>
          <p:cNvSpPr/>
          <p:nvPr/>
        </p:nvSpPr>
        <p:spPr>
          <a:xfrm>
            <a:off x="8441640" y="2253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4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7" name=""/>
          <p:cNvSpPr/>
          <p:nvPr/>
        </p:nvSpPr>
        <p:spPr>
          <a:xfrm>
            <a:off x="8435160" y="2247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8" name=""/>
          <p:cNvSpPr/>
          <p:nvPr/>
        </p:nvSpPr>
        <p:spPr>
          <a:xfrm>
            <a:off x="8433720" y="224424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9" y="0"/>
                </a:moveTo>
                <a:lnTo>
                  <a:pt x="9" y="1"/>
                </a:lnTo>
                <a:lnTo>
                  <a:pt x="8" y="2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7" y="6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5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9" name=""/>
          <p:cNvSpPr/>
          <p:nvPr/>
        </p:nvSpPr>
        <p:spPr>
          <a:xfrm>
            <a:off x="8445600" y="22960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6" y="2"/>
                </a:moveTo>
                <a:lnTo>
                  <a:pt x="6" y="4"/>
                </a:lnTo>
                <a:lnTo>
                  <a:pt x="5" y="4"/>
                </a:lnTo>
                <a:lnTo>
                  <a:pt x="4" y="6"/>
                </a:lnTo>
                <a:lnTo>
                  <a:pt x="1" y="7"/>
                </a:lnTo>
                <a:lnTo>
                  <a:pt x="0" y="7"/>
                </a:lnTo>
                <a:lnTo>
                  <a:pt x="3" y="4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2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0" name=""/>
          <p:cNvSpPr/>
          <p:nvPr/>
        </p:nvSpPr>
        <p:spPr>
          <a:xfrm>
            <a:off x="8444880" y="2275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3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1" name=""/>
          <p:cNvSpPr/>
          <p:nvPr/>
        </p:nvSpPr>
        <p:spPr>
          <a:xfrm>
            <a:off x="8474040" y="2261520"/>
            <a:ext cx="3240" cy="2160"/>
          </a:xfrm>
          <a:custGeom>
            <a:avLst/>
            <a:gdLst/>
            <a:ahLst/>
            <a:rect l="0" t="0" r="r" b="b"/>
            <a:pathLst>
              <a:path w="9" h="6">
                <a:moveTo>
                  <a:pt x="5" y="3"/>
                </a:moveTo>
                <a:lnTo>
                  <a:pt x="5" y="2"/>
                </a:ln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9" y="3"/>
                </a:lnTo>
                <a:lnTo>
                  <a:pt x="9" y="4"/>
                </a:lnTo>
                <a:lnTo>
                  <a:pt x="7" y="4"/>
                </a:lnTo>
                <a:lnTo>
                  <a:pt x="7" y="5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2" name=""/>
          <p:cNvSpPr/>
          <p:nvPr/>
        </p:nvSpPr>
        <p:spPr>
          <a:xfrm>
            <a:off x="8450640" y="22564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2"/>
                </a:move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5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3" name=""/>
          <p:cNvSpPr/>
          <p:nvPr/>
        </p:nvSpPr>
        <p:spPr>
          <a:xfrm>
            <a:off x="8450640" y="22528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3"/>
                </a:moveTo>
                <a:lnTo>
                  <a:pt x="2" y="1"/>
                </a:lnTo>
                <a:lnTo>
                  <a:pt x="2" y="0"/>
                </a:lnTo>
                <a:lnTo>
                  <a:pt x="3" y="3"/>
                </a:lnTo>
                <a:lnTo>
                  <a:pt x="2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4" name=""/>
          <p:cNvSpPr/>
          <p:nvPr/>
        </p:nvSpPr>
        <p:spPr>
          <a:xfrm>
            <a:off x="8451000" y="22518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1"/>
                </a:move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5" name=""/>
          <p:cNvSpPr/>
          <p:nvPr/>
        </p:nvSpPr>
        <p:spPr>
          <a:xfrm>
            <a:off x="8448840" y="2248560"/>
            <a:ext cx="3600" cy="4320"/>
          </a:xfrm>
          <a:custGeom>
            <a:avLst/>
            <a:gdLst/>
            <a:ahLst/>
            <a:rect l="0" t="0" r="r" b="b"/>
            <a:pathLst>
              <a:path w="10" h="12">
                <a:moveTo>
                  <a:pt x="6" y="6"/>
                </a:moveTo>
                <a:lnTo>
                  <a:pt x="5" y="7"/>
                </a:lnTo>
                <a:lnTo>
                  <a:pt x="5" y="9"/>
                </a:lnTo>
                <a:lnTo>
                  <a:pt x="6" y="9"/>
                </a:lnTo>
                <a:lnTo>
                  <a:pt x="6" y="10"/>
                </a:lnTo>
                <a:lnTo>
                  <a:pt x="5" y="10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2" y="11"/>
                </a:lnTo>
                <a:lnTo>
                  <a:pt x="0" y="10"/>
                </a:lnTo>
                <a:lnTo>
                  <a:pt x="0" y="9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4" y="6"/>
                </a:lnTo>
                <a:lnTo>
                  <a:pt x="4" y="5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1"/>
                </a:lnTo>
                <a:lnTo>
                  <a:pt x="10" y="2"/>
                </a:lnTo>
                <a:lnTo>
                  <a:pt x="10" y="3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6" y="7"/>
                </a:lnTo>
                <a:lnTo>
                  <a:pt x="6" y="6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6" name=""/>
          <p:cNvSpPr/>
          <p:nvPr/>
        </p:nvSpPr>
        <p:spPr>
          <a:xfrm>
            <a:off x="8463240" y="22435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7" name=""/>
          <p:cNvSpPr/>
          <p:nvPr/>
        </p:nvSpPr>
        <p:spPr>
          <a:xfrm>
            <a:off x="8461080" y="2243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8" name=""/>
          <p:cNvSpPr/>
          <p:nvPr/>
        </p:nvSpPr>
        <p:spPr>
          <a:xfrm>
            <a:off x="8447760" y="22420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9" name=""/>
          <p:cNvSpPr/>
          <p:nvPr/>
        </p:nvSpPr>
        <p:spPr>
          <a:xfrm>
            <a:off x="8464680" y="2240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0" name=""/>
          <p:cNvSpPr/>
          <p:nvPr/>
        </p:nvSpPr>
        <p:spPr>
          <a:xfrm>
            <a:off x="8462160" y="22388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2" y="4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1" name=""/>
          <p:cNvSpPr/>
          <p:nvPr/>
        </p:nvSpPr>
        <p:spPr>
          <a:xfrm>
            <a:off x="8447760" y="22338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3"/>
                </a:move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1" y="4"/>
                </a:lnTo>
                <a:lnTo>
                  <a:pt x="0" y="3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2" name=""/>
          <p:cNvSpPr/>
          <p:nvPr/>
        </p:nvSpPr>
        <p:spPr>
          <a:xfrm>
            <a:off x="8445960" y="2232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3" name=""/>
          <p:cNvSpPr/>
          <p:nvPr/>
        </p:nvSpPr>
        <p:spPr>
          <a:xfrm>
            <a:off x="8451720" y="2227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4" name=""/>
          <p:cNvSpPr/>
          <p:nvPr/>
        </p:nvSpPr>
        <p:spPr>
          <a:xfrm>
            <a:off x="8453160" y="22233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0"/>
                </a:moveTo>
                <a:lnTo>
                  <a:pt x="4" y="3"/>
                </a:ln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5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5" name=""/>
          <p:cNvSpPr/>
          <p:nvPr/>
        </p:nvSpPr>
        <p:spPr>
          <a:xfrm>
            <a:off x="8455680" y="222264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0" y="3"/>
                </a:move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6" y="0"/>
                </a:lnTo>
                <a:lnTo>
                  <a:pt x="7" y="1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6" name=""/>
          <p:cNvSpPr/>
          <p:nvPr/>
        </p:nvSpPr>
        <p:spPr>
          <a:xfrm>
            <a:off x="8457840" y="2220120"/>
            <a:ext cx="5400" cy="3960"/>
          </a:xfrm>
          <a:custGeom>
            <a:avLst/>
            <a:gdLst/>
            <a:ahLst/>
            <a:rect l="0" t="0" r="r" b="b"/>
            <a:pathLst>
              <a:path w="15" h="11">
                <a:moveTo>
                  <a:pt x="7" y="1"/>
                </a:moveTo>
                <a:lnTo>
                  <a:pt x="8" y="1"/>
                </a:lnTo>
                <a:lnTo>
                  <a:pt x="9" y="1"/>
                </a:lnTo>
                <a:lnTo>
                  <a:pt x="10" y="2"/>
                </a:lnTo>
                <a:lnTo>
                  <a:pt x="10" y="4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3" y="7"/>
                </a:lnTo>
                <a:lnTo>
                  <a:pt x="14" y="7"/>
                </a:lnTo>
                <a:lnTo>
                  <a:pt x="15" y="7"/>
                </a:lnTo>
                <a:lnTo>
                  <a:pt x="15" y="8"/>
                </a:lnTo>
                <a:lnTo>
                  <a:pt x="14" y="8"/>
                </a:lnTo>
                <a:lnTo>
                  <a:pt x="13" y="8"/>
                </a:lnTo>
                <a:lnTo>
                  <a:pt x="13" y="7"/>
                </a:lnTo>
                <a:lnTo>
                  <a:pt x="12" y="7"/>
                </a:lnTo>
                <a:lnTo>
                  <a:pt x="11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8" y="11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7" name=""/>
          <p:cNvSpPr/>
          <p:nvPr/>
        </p:nvSpPr>
        <p:spPr>
          <a:xfrm>
            <a:off x="8461440" y="2220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8" name=""/>
          <p:cNvSpPr/>
          <p:nvPr/>
        </p:nvSpPr>
        <p:spPr>
          <a:xfrm>
            <a:off x="8482680" y="2214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9" name=""/>
          <p:cNvSpPr/>
          <p:nvPr/>
        </p:nvSpPr>
        <p:spPr>
          <a:xfrm>
            <a:off x="8481240" y="2213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0" name=""/>
          <p:cNvSpPr/>
          <p:nvPr/>
        </p:nvSpPr>
        <p:spPr>
          <a:xfrm>
            <a:off x="8461440" y="2209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1" name=""/>
          <p:cNvSpPr/>
          <p:nvPr/>
        </p:nvSpPr>
        <p:spPr>
          <a:xfrm>
            <a:off x="8459280" y="2201760"/>
            <a:ext cx="3600" cy="3960"/>
          </a:xfrm>
          <a:custGeom>
            <a:avLst/>
            <a:gdLst/>
            <a:ahLst/>
            <a:rect l="0" t="0" r="r" b="b"/>
            <a:pathLst>
              <a:path w="10" h="11">
                <a:moveTo>
                  <a:pt x="3" y="0"/>
                </a:moveTo>
                <a:lnTo>
                  <a:pt x="3" y="1"/>
                </a:lnTo>
                <a:lnTo>
                  <a:pt x="3" y="2"/>
                </a:lnTo>
                <a:lnTo>
                  <a:pt x="4" y="3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9" y="8"/>
                </a:lnTo>
                <a:lnTo>
                  <a:pt x="10" y="8"/>
                </a:lnTo>
                <a:lnTo>
                  <a:pt x="10" y="10"/>
                </a:lnTo>
                <a:lnTo>
                  <a:pt x="10" y="8"/>
                </a:lnTo>
                <a:lnTo>
                  <a:pt x="9" y="8"/>
                </a:lnTo>
                <a:lnTo>
                  <a:pt x="9" y="10"/>
                </a:lnTo>
                <a:lnTo>
                  <a:pt x="9" y="11"/>
                </a:lnTo>
                <a:lnTo>
                  <a:pt x="8" y="11"/>
                </a:lnTo>
                <a:lnTo>
                  <a:pt x="7" y="11"/>
                </a:lnTo>
                <a:lnTo>
                  <a:pt x="8" y="11"/>
                </a:lnTo>
                <a:lnTo>
                  <a:pt x="8" y="8"/>
                </a:lnTo>
                <a:lnTo>
                  <a:pt x="7" y="7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2" name=""/>
          <p:cNvSpPr/>
          <p:nvPr/>
        </p:nvSpPr>
        <p:spPr>
          <a:xfrm>
            <a:off x="8451720" y="22003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96C2DD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3" name=""/>
          <p:cNvSpPr/>
          <p:nvPr/>
        </p:nvSpPr>
        <p:spPr>
          <a:xfrm>
            <a:off x="6750720" y="1101600"/>
            <a:ext cx="927000" cy="778680"/>
          </a:xfrm>
          <a:custGeom>
            <a:avLst/>
            <a:gdLst/>
            <a:ahLst/>
            <a:rect l="0" t="0" r="r" b="b"/>
            <a:pathLst>
              <a:path w="2575" h="2163">
                <a:moveTo>
                  <a:pt x="819" y="26"/>
                </a:moveTo>
                <a:lnTo>
                  <a:pt x="819" y="27"/>
                </a:lnTo>
                <a:lnTo>
                  <a:pt x="820" y="31"/>
                </a:lnTo>
                <a:lnTo>
                  <a:pt x="832" y="63"/>
                </a:lnTo>
                <a:lnTo>
                  <a:pt x="844" y="97"/>
                </a:lnTo>
                <a:lnTo>
                  <a:pt x="844" y="98"/>
                </a:lnTo>
                <a:lnTo>
                  <a:pt x="845" y="102"/>
                </a:lnTo>
                <a:lnTo>
                  <a:pt x="846" y="102"/>
                </a:lnTo>
                <a:lnTo>
                  <a:pt x="847" y="105"/>
                </a:lnTo>
                <a:lnTo>
                  <a:pt x="847" y="107"/>
                </a:lnTo>
                <a:lnTo>
                  <a:pt x="849" y="113"/>
                </a:lnTo>
                <a:lnTo>
                  <a:pt x="850" y="114"/>
                </a:lnTo>
                <a:lnTo>
                  <a:pt x="851" y="117"/>
                </a:lnTo>
                <a:lnTo>
                  <a:pt x="852" y="121"/>
                </a:lnTo>
                <a:lnTo>
                  <a:pt x="856" y="130"/>
                </a:lnTo>
                <a:lnTo>
                  <a:pt x="856" y="132"/>
                </a:lnTo>
                <a:lnTo>
                  <a:pt x="856" y="133"/>
                </a:lnTo>
                <a:lnTo>
                  <a:pt x="857" y="134"/>
                </a:lnTo>
                <a:lnTo>
                  <a:pt x="858" y="137"/>
                </a:lnTo>
                <a:lnTo>
                  <a:pt x="859" y="141"/>
                </a:lnTo>
                <a:lnTo>
                  <a:pt x="860" y="142"/>
                </a:lnTo>
                <a:lnTo>
                  <a:pt x="860" y="144"/>
                </a:lnTo>
                <a:lnTo>
                  <a:pt x="861" y="145"/>
                </a:lnTo>
                <a:lnTo>
                  <a:pt x="861" y="146"/>
                </a:lnTo>
                <a:lnTo>
                  <a:pt x="862" y="148"/>
                </a:lnTo>
                <a:lnTo>
                  <a:pt x="863" y="153"/>
                </a:lnTo>
                <a:lnTo>
                  <a:pt x="864" y="155"/>
                </a:lnTo>
                <a:lnTo>
                  <a:pt x="865" y="157"/>
                </a:lnTo>
                <a:lnTo>
                  <a:pt x="865" y="159"/>
                </a:lnTo>
                <a:lnTo>
                  <a:pt x="866" y="160"/>
                </a:lnTo>
                <a:lnTo>
                  <a:pt x="866" y="161"/>
                </a:lnTo>
                <a:lnTo>
                  <a:pt x="867" y="163"/>
                </a:lnTo>
                <a:lnTo>
                  <a:pt x="867" y="165"/>
                </a:lnTo>
                <a:lnTo>
                  <a:pt x="868" y="166"/>
                </a:lnTo>
                <a:lnTo>
                  <a:pt x="868" y="167"/>
                </a:lnTo>
                <a:lnTo>
                  <a:pt x="869" y="169"/>
                </a:lnTo>
                <a:lnTo>
                  <a:pt x="870" y="171"/>
                </a:lnTo>
                <a:lnTo>
                  <a:pt x="870" y="173"/>
                </a:lnTo>
                <a:lnTo>
                  <a:pt x="871" y="176"/>
                </a:lnTo>
                <a:lnTo>
                  <a:pt x="872" y="178"/>
                </a:lnTo>
                <a:lnTo>
                  <a:pt x="873" y="180"/>
                </a:lnTo>
                <a:lnTo>
                  <a:pt x="873" y="182"/>
                </a:lnTo>
                <a:lnTo>
                  <a:pt x="874" y="185"/>
                </a:lnTo>
                <a:lnTo>
                  <a:pt x="875" y="187"/>
                </a:lnTo>
                <a:lnTo>
                  <a:pt x="875" y="189"/>
                </a:lnTo>
                <a:lnTo>
                  <a:pt x="876" y="190"/>
                </a:lnTo>
                <a:lnTo>
                  <a:pt x="876" y="192"/>
                </a:lnTo>
                <a:lnTo>
                  <a:pt x="877" y="194"/>
                </a:lnTo>
                <a:lnTo>
                  <a:pt x="878" y="198"/>
                </a:lnTo>
                <a:lnTo>
                  <a:pt x="879" y="200"/>
                </a:lnTo>
                <a:lnTo>
                  <a:pt x="880" y="202"/>
                </a:lnTo>
                <a:lnTo>
                  <a:pt x="880" y="204"/>
                </a:lnTo>
                <a:lnTo>
                  <a:pt x="881" y="206"/>
                </a:lnTo>
                <a:lnTo>
                  <a:pt x="882" y="207"/>
                </a:lnTo>
                <a:lnTo>
                  <a:pt x="882" y="209"/>
                </a:lnTo>
                <a:lnTo>
                  <a:pt x="883" y="211"/>
                </a:lnTo>
                <a:lnTo>
                  <a:pt x="883" y="213"/>
                </a:lnTo>
                <a:lnTo>
                  <a:pt x="885" y="217"/>
                </a:lnTo>
                <a:lnTo>
                  <a:pt x="886" y="219"/>
                </a:lnTo>
                <a:lnTo>
                  <a:pt x="886" y="221"/>
                </a:lnTo>
                <a:lnTo>
                  <a:pt x="887" y="222"/>
                </a:lnTo>
                <a:lnTo>
                  <a:pt x="887" y="223"/>
                </a:lnTo>
                <a:lnTo>
                  <a:pt x="887" y="224"/>
                </a:lnTo>
                <a:lnTo>
                  <a:pt x="888" y="226"/>
                </a:lnTo>
                <a:lnTo>
                  <a:pt x="889" y="228"/>
                </a:lnTo>
                <a:lnTo>
                  <a:pt x="889" y="230"/>
                </a:lnTo>
                <a:lnTo>
                  <a:pt x="890" y="232"/>
                </a:lnTo>
                <a:lnTo>
                  <a:pt x="891" y="234"/>
                </a:lnTo>
                <a:lnTo>
                  <a:pt x="891" y="236"/>
                </a:lnTo>
                <a:lnTo>
                  <a:pt x="892" y="237"/>
                </a:lnTo>
                <a:lnTo>
                  <a:pt x="893" y="239"/>
                </a:lnTo>
                <a:lnTo>
                  <a:pt x="893" y="241"/>
                </a:lnTo>
                <a:lnTo>
                  <a:pt x="893" y="242"/>
                </a:lnTo>
                <a:lnTo>
                  <a:pt x="894" y="243"/>
                </a:lnTo>
                <a:lnTo>
                  <a:pt x="894" y="244"/>
                </a:lnTo>
                <a:lnTo>
                  <a:pt x="890" y="247"/>
                </a:lnTo>
                <a:lnTo>
                  <a:pt x="889" y="248"/>
                </a:lnTo>
                <a:lnTo>
                  <a:pt x="888" y="250"/>
                </a:lnTo>
                <a:lnTo>
                  <a:pt x="886" y="251"/>
                </a:lnTo>
                <a:lnTo>
                  <a:pt x="884" y="253"/>
                </a:lnTo>
                <a:lnTo>
                  <a:pt x="882" y="255"/>
                </a:lnTo>
                <a:lnTo>
                  <a:pt x="879" y="258"/>
                </a:lnTo>
                <a:lnTo>
                  <a:pt x="878" y="258"/>
                </a:lnTo>
                <a:lnTo>
                  <a:pt x="877" y="259"/>
                </a:lnTo>
                <a:lnTo>
                  <a:pt x="877" y="260"/>
                </a:lnTo>
                <a:lnTo>
                  <a:pt x="876" y="260"/>
                </a:lnTo>
                <a:lnTo>
                  <a:pt x="875" y="261"/>
                </a:lnTo>
                <a:lnTo>
                  <a:pt x="872" y="264"/>
                </a:lnTo>
                <a:lnTo>
                  <a:pt x="871" y="265"/>
                </a:lnTo>
                <a:lnTo>
                  <a:pt x="870" y="266"/>
                </a:lnTo>
                <a:lnTo>
                  <a:pt x="869" y="267"/>
                </a:lnTo>
                <a:lnTo>
                  <a:pt x="867" y="268"/>
                </a:lnTo>
                <a:lnTo>
                  <a:pt x="867" y="269"/>
                </a:lnTo>
                <a:lnTo>
                  <a:pt x="866" y="269"/>
                </a:lnTo>
                <a:lnTo>
                  <a:pt x="865" y="270"/>
                </a:lnTo>
                <a:lnTo>
                  <a:pt x="865" y="271"/>
                </a:lnTo>
                <a:lnTo>
                  <a:pt x="864" y="271"/>
                </a:lnTo>
                <a:lnTo>
                  <a:pt x="863" y="272"/>
                </a:lnTo>
                <a:lnTo>
                  <a:pt x="862" y="273"/>
                </a:lnTo>
                <a:lnTo>
                  <a:pt x="861" y="274"/>
                </a:lnTo>
                <a:lnTo>
                  <a:pt x="860" y="275"/>
                </a:lnTo>
                <a:lnTo>
                  <a:pt x="859" y="276"/>
                </a:lnTo>
                <a:lnTo>
                  <a:pt x="858" y="277"/>
                </a:lnTo>
                <a:lnTo>
                  <a:pt x="856" y="278"/>
                </a:lnTo>
                <a:lnTo>
                  <a:pt x="856" y="281"/>
                </a:lnTo>
                <a:lnTo>
                  <a:pt x="857" y="281"/>
                </a:lnTo>
                <a:lnTo>
                  <a:pt x="858" y="282"/>
                </a:lnTo>
                <a:lnTo>
                  <a:pt x="859" y="283"/>
                </a:lnTo>
                <a:lnTo>
                  <a:pt x="859" y="284"/>
                </a:lnTo>
                <a:lnTo>
                  <a:pt x="858" y="285"/>
                </a:lnTo>
                <a:lnTo>
                  <a:pt x="858" y="286"/>
                </a:lnTo>
                <a:lnTo>
                  <a:pt x="872" y="309"/>
                </a:lnTo>
                <a:lnTo>
                  <a:pt x="875" y="313"/>
                </a:lnTo>
                <a:lnTo>
                  <a:pt x="895" y="345"/>
                </a:lnTo>
                <a:lnTo>
                  <a:pt x="896" y="347"/>
                </a:lnTo>
                <a:lnTo>
                  <a:pt x="905" y="361"/>
                </a:lnTo>
                <a:lnTo>
                  <a:pt x="909" y="364"/>
                </a:lnTo>
                <a:lnTo>
                  <a:pt x="915" y="370"/>
                </a:lnTo>
                <a:lnTo>
                  <a:pt x="918" y="372"/>
                </a:lnTo>
                <a:lnTo>
                  <a:pt x="923" y="376"/>
                </a:lnTo>
                <a:lnTo>
                  <a:pt x="924" y="378"/>
                </a:lnTo>
                <a:lnTo>
                  <a:pt x="925" y="379"/>
                </a:lnTo>
                <a:lnTo>
                  <a:pt x="927" y="380"/>
                </a:lnTo>
                <a:lnTo>
                  <a:pt x="929" y="382"/>
                </a:lnTo>
                <a:lnTo>
                  <a:pt x="931" y="383"/>
                </a:lnTo>
                <a:lnTo>
                  <a:pt x="933" y="384"/>
                </a:lnTo>
                <a:lnTo>
                  <a:pt x="935" y="386"/>
                </a:lnTo>
                <a:lnTo>
                  <a:pt x="937" y="387"/>
                </a:lnTo>
                <a:lnTo>
                  <a:pt x="937" y="388"/>
                </a:lnTo>
                <a:lnTo>
                  <a:pt x="938" y="389"/>
                </a:lnTo>
                <a:lnTo>
                  <a:pt x="939" y="389"/>
                </a:lnTo>
                <a:lnTo>
                  <a:pt x="940" y="391"/>
                </a:lnTo>
                <a:lnTo>
                  <a:pt x="942" y="393"/>
                </a:lnTo>
                <a:lnTo>
                  <a:pt x="943" y="394"/>
                </a:lnTo>
                <a:lnTo>
                  <a:pt x="943" y="395"/>
                </a:lnTo>
                <a:lnTo>
                  <a:pt x="944" y="395"/>
                </a:lnTo>
                <a:lnTo>
                  <a:pt x="945" y="396"/>
                </a:lnTo>
                <a:lnTo>
                  <a:pt x="946" y="397"/>
                </a:lnTo>
                <a:lnTo>
                  <a:pt x="948" y="397"/>
                </a:lnTo>
                <a:lnTo>
                  <a:pt x="950" y="398"/>
                </a:lnTo>
                <a:lnTo>
                  <a:pt x="951" y="398"/>
                </a:lnTo>
                <a:lnTo>
                  <a:pt x="952" y="399"/>
                </a:lnTo>
                <a:lnTo>
                  <a:pt x="954" y="400"/>
                </a:lnTo>
                <a:lnTo>
                  <a:pt x="957" y="401"/>
                </a:lnTo>
                <a:lnTo>
                  <a:pt x="957" y="403"/>
                </a:lnTo>
                <a:lnTo>
                  <a:pt x="957" y="405"/>
                </a:lnTo>
                <a:lnTo>
                  <a:pt x="957" y="408"/>
                </a:lnTo>
                <a:lnTo>
                  <a:pt x="957" y="410"/>
                </a:lnTo>
                <a:lnTo>
                  <a:pt x="957" y="412"/>
                </a:lnTo>
                <a:lnTo>
                  <a:pt x="957" y="413"/>
                </a:lnTo>
                <a:lnTo>
                  <a:pt x="956" y="415"/>
                </a:lnTo>
                <a:lnTo>
                  <a:pt x="956" y="417"/>
                </a:lnTo>
                <a:lnTo>
                  <a:pt x="956" y="419"/>
                </a:lnTo>
                <a:lnTo>
                  <a:pt x="956" y="421"/>
                </a:lnTo>
                <a:lnTo>
                  <a:pt x="956" y="422"/>
                </a:lnTo>
                <a:lnTo>
                  <a:pt x="956" y="424"/>
                </a:lnTo>
                <a:lnTo>
                  <a:pt x="956" y="426"/>
                </a:lnTo>
                <a:lnTo>
                  <a:pt x="956" y="428"/>
                </a:lnTo>
                <a:lnTo>
                  <a:pt x="956" y="429"/>
                </a:lnTo>
                <a:lnTo>
                  <a:pt x="956" y="431"/>
                </a:lnTo>
                <a:lnTo>
                  <a:pt x="956" y="433"/>
                </a:lnTo>
                <a:lnTo>
                  <a:pt x="956" y="435"/>
                </a:lnTo>
                <a:lnTo>
                  <a:pt x="955" y="436"/>
                </a:lnTo>
                <a:lnTo>
                  <a:pt x="955" y="438"/>
                </a:lnTo>
                <a:lnTo>
                  <a:pt x="955" y="440"/>
                </a:lnTo>
                <a:lnTo>
                  <a:pt x="955" y="442"/>
                </a:lnTo>
                <a:lnTo>
                  <a:pt x="955" y="449"/>
                </a:lnTo>
                <a:lnTo>
                  <a:pt x="955" y="450"/>
                </a:lnTo>
                <a:lnTo>
                  <a:pt x="955" y="453"/>
                </a:lnTo>
                <a:lnTo>
                  <a:pt x="955" y="455"/>
                </a:lnTo>
                <a:lnTo>
                  <a:pt x="955" y="458"/>
                </a:lnTo>
                <a:lnTo>
                  <a:pt x="955" y="460"/>
                </a:lnTo>
                <a:lnTo>
                  <a:pt x="954" y="460"/>
                </a:lnTo>
                <a:lnTo>
                  <a:pt x="954" y="461"/>
                </a:lnTo>
                <a:lnTo>
                  <a:pt x="954" y="468"/>
                </a:lnTo>
                <a:lnTo>
                  <a:pt x="954" y="474"/>
                </a:lnTo>
                <a:lnTo>
                  <a:pt x="966" y="469"/>
                </a:lnTo>
                <a:lnTo>
                  <a:pt x="979" y="463"/>
                </a:lnTo>
                <a:lnTo>
                  <a:pt x="982" y="462"/>
                </a:lnTo>
                <a:lnTo>
                  <a:pt x="983" y="461"/>
                </a:lnTo>
                <a:lnTo>
                  <a:pt x="984" y="461"/>
                </a:lnTo>
                <a:lnTo>
                  <a:pt x="988" y="459"/>
                </a:lnTo>
                <a:lnTo>
                  <a:pt x="991" y="458"/>
                </a:lnTo>
                <a:lnTo>
                  <a:pt x="993" y="457"/>
                </a:lnTo>
                <a:lnTo>
                  <a:pt x="994" y="456"/>
                </a:lnTo>
                <a:lnTo>
                  <a:pt x="995" y="456"/>
                </a:lnTo>
                <a:lnTo>
                  <a:pt x="997" y="455"/>
                </a:lnTo>
                <a:lnTo>
                  <a:pt x="998" y="454"/>
                </a:lnTo>
                <a:lnTo>
                  <a:pt x="999" y="454"/>
                </a:lnTo>
                <a:lnTo>
                  <a:pt x="998" y="454"/>
                </a:lnTo>
                <a:lnTo>
                  <a:pt x="997" y="450"/>
                </a:lnTo>
                <a:lnTo>
                  <a:pt x="996" y="450"/>
                </a:lnTo>
                <a:lnTo>
                  <a:pt x="995" y="448"/>
                </a:lnTo>
                <a:lnTo>
                  <a:pt x="994" y="446"/>
                </a:lnTo>
                <a:lnTo>
                  <a:pt x="993" y="444"/>
                </a:lnTo>
                <a:lnTo>
                  <a:pt x="993" y="443"/>
                </a:lnTo>
                <a:lnTo>
                  <a:pt x="992" y="441"/>
                </a:lnTo>
                <a:lnTo>
                  <a:pt x="991" y="439"/>
                </a:lnTo>
                <a:lnTo>
                  <a:pt x="995" y="438"/>
                </a:lnTo>
                <a:lnTo>
                  <a:pt x="999" y="437"/>
                </a:lnTo>
                <a:lnTo>
                  <a:pt x="1001" y="436"/>
                </a:lnTo>
                <a:lnTo>
                  <a:pt x="1003" y="436"/>
                </a:lnTo>
                <a:lnTo>
                  <a:pt x="1004" y="435"/>
                </a:lnTo>
                <a:lnTo>
                  <a:pt x="1006" y="435"/>
                </a:lnTo>
                <a:lnTo>
                  <a:pt x="1007" y="438"/>
                </a:lnTo>
                <a:lnTo>
                  <a:pt x="1007" y="444"/>
                </a:lnTo>
                <a:lnTo>
                  <a:pt x="1008" y="447"/>
                </a:lnTo>
                <a:lnTo>
                  <a:pt x="1008" y="449"/>
                </a:lnTo>
                <a:lnTo>
                  <a:pt x="1008" y="451"/>
                </a:lnTo>
                <a:lnTo>
                  <a:pt x="1008" y="452"/>
                </a:lnTo>
                <a:lnTo>
                  <a:pt x="1009" y="453"/>
                </a:lnTo>
                <a:lnTo>
                  <a:pt x="1009" y="454"/>
                </a:lnTo>
                <a:lnTo>
                  <a:pt x="1010" y="456"/>
                </a:lnTo>
                <a:lnTo>
                  <a:pt x="1012" y="458"/>
                </a:lnTo>
                <a:lnTo>
                  <a:pt x="1013" y="459"/>
                </a:lnTo>
                <a:lnTo>
                  <a:pt x="1014" y="460"/>
                </a:lnTo>
                <a:lnTo>
                  <a:pt x="1017" y="462"/>
                </a:lnTo>
                <a:lnTo>
                  <a:pt x="1019" y="464"/>
                </a:lnTo>
                <a:lnTo>
                  <a:pt x="1020" y="465"/>
                </a:lnTo>
                <a:lnTo>
                  <a:pt x="1021" y="466"/>
                </a:lnTo>
                <a:lnTo>
                  <a:pt x="1023" y="469"/>
                </a:lnTo>
                <a:lnTo>
                  <a:pt x="1024" y="470"/>
                </a:lnTo>
                <a:lnTo>
                  <a:pt x="1024" y="471"/>
                </a:lnTo>
                <a:lnTo>
                  <a:pt x="1024" y="470"/>
                </a:lnTo>
                <a:lnTo>
                  <a:pt x="1025" y="470"/>
                </a:lnTo>
                <a:lnTo>
                  <a:pt x="1024" y="470"/>
                </a:lnTo>
                <a:lnTo>
                  <a:pt x="1024" y="469"/>
                </a:lnTo>
                <a:lnTo>
                  <a:pt x="1025" y="469"/>
                </a:lnTo>
                <a:lnTo>
                  <a:pt x="1024" y="469"/>
                </a:lnTo>
                <a:lnTo>
                  <a:pt x="1024" y="468"/>
                </a:lnTo>
                <a:lnTo>
                  <a:pt x="1024" y="467"/>
                </a:lnTo>
                <a:lnTo>
                  <a:pt x="1024" y="466"/>
                </a:lnTo>
                <a:lnTo>
                  <a:pt x="1024" y="465"/>
                </a:lnTo>
                <a:lnTo>
                  <a:pt x="1024" y="464"/>
                </a:lnTo>
                <a:lnTo>
                  <a:pt x="1025" y="463"/>
                </a:lnTo>
                <a:lnTo>
                  <a:pt x="1025" y="462"/>
                </a:lnTo>
                <a:lnTo>
                  <a:pt x="1025" y="461"/>
                </a:lnTo>
                <a:lnTo>
                  <a:pt x="1025" y="460"/>
                </a:lnTo>
                <a:lnTo>
                  <a:pt x="1026" y="460"/>
                </a:lnTo>
                <a:lnTo>
                  <a:pt x="1025" y="459"/>
                </a:lnTo>
                <a:lnTo>
                  <a:pt x="1025" y="458"/>
                </a:lnTo>
                <a:lnTo>
                  <a:pt x="1024" y="458"/>
                </a:lnTo>
                <a:lnTo>
                  <a:pt x="1024" y="457"/>
                </a:lnTo>
                <a:lnTo>
                  <a:pt x="1024" y="456"/>
                </a:lnTo>
                <a:lnTo>
                  <a:pt x="1023" y="456"/>
                </a:lnTo>
                <a:lnTo>
                  <a:pt x="1023" y="455"/>
                </a:lnTo>
                <a:lnTo>
                  <a:pt x="1023" y="454"/>
                </a:lnTo>
                <a:lnTo>
                  <a:pt x="1023" y="453"/>
                </a:lnTo>
                <a:lnTo>
                  <a:pt x="1024" y="453"/>
                </a:lnTo>
                <a:lnTo>
                  <a:pt x="1024" y="452"/>
                </a:lnTo>
                <a:lnTo>
                  <a:pt x="1024" y="450"/>
                </a:lnTo>
                <a:lnTo>
                  <a:pt x="1025" y="450"/>
                </a:lnTo>
                <a:lnTo>
                  <a:pt x="1027" y="449"/>
                </a:lnTo>
                <a:lnTo>
                  <a:pt x="1030" y="447"/>
                </a:lnTo>
                <a:lnTo>
                  <a:pt x="1033" y="446"/>
                </a:lnTo>
                <a:lnTo>
                  <a:pt x="1036" y="444"/>
                </a:lnTo>
                <a:lnTo>
                  <a:pt x="1039" y="443"/>
                </a:lnTo>
                <a:lnTo>
                  <a:pt x="1041" y="442"/>
                </a:lnTo>
                <a:lnTo>
                  <a:pt x="1044" y="441"/>
                </a:lnTo>
                <a:lnTo>
                  <a:pt x="1045" y="440"/>
                </a:lnTo>
                <a:lnTo>
                  <a:pt x="1048" y="439"/>
                </a:lnTo>
                <a:lnTo>
                  <a:pt x="1054" y="436"/>
                </a:lnTo>
                <a:lnTo>
                  <a:pt x="1055" y="436"/>
                </a:lnTo>
                <a:lnTo>
                  <a:pt x="1055" y="439"/>
                </a:lnTo>
                <a:lnTo>
                  <a:pt x="1057" y="441"/>
                </a:lnTo>
                <a:lnTo>
                  <a:pt x="1057" y="442"/>
                </a:lnTo>
                <a:lnTo>
                  <a:pt x="1058" y="445"/>
                </a:lnTo>
                <a:lnTo>
                  <a:pt x="1058" y="446"/>
                </a:lnTo>
                <a:lnTo>
                  <a:pt x="1059" y="447"/>
                </a:lnTo>
                <a:lnTo>
                  <a:pt x="1059" y="448"/>
                </a:lnTo>
                <a:lnTo>
                  <a:pt x="1060" y="450"/>
                </a:lnTo>
                <a:lnTo>
                  <a:pt x="1060" y="451"/>
                </a:lnTo>
                <a:lnTo>
                  <a:pt x="1061" y="452"/>
                </a:lnTo>
                <a:lnTo>
                  <a:pt x="1061" y="453"/>
                </a:lnTo>
                <a:lnTo>
                  <a:pt x="1062" y="454"/>
                </a:lnTo>
                <a:lnTo>
                  <a:pt x="1062" y="455"/>
                </a:lnTo>
                <a:lnTo>
                  <a:pt x="1064" y="456"/>
                </a:lnTo>
                <a:lnTo>
                  <a:pt x="1065" y="456"/>
                </a:lnTo>
                <a:lnTo>
                  <a:pt x="1065" y="457"/>
                </a:lnTo>
                <a:lnTo>
                  <a:pt x="1066" y="457"/>
                </a:lnTo>
                <a:lnTo>
                  <a:pt x="1067" y="457"/>
                </a:lnTo>
                <a:lnTo>
                  <a:pt x="1067" y="458"/>
                </a:lnTo>
                <a:lnTo>
                  <a:pt x="1068" y="458"/>
                </a:lnTo>
                <a:lnTo>
                  <a:pt x="1069" y="458"/>
                </a:lnTo>
                <a:lnTo>
                  <a:pt x="1070" y="459"/>
                </a:lnTo>
                <a:lnTo>
                  <a:pt x="1071" y="459"/>
                </a:lnTo>
                <a:lnTo>
                  <a:pt x="1072" y="457"/>
                </a:lnTo>
                <a:lnTo>
                  <a:pt x="1073" y="455"/>
                </a:lnTo>
                <a:lnTo>
                  <a:pt x="1074" y="453"/>
                </a:lnTo>
                <a:lnTo>
                  <a:pt x="1075" y="451"/>
                </a:lnTo>
                <a:lnTo>
                  <a:pt x="1082" y="445"/>
                </a:lnTo>
                <a:lnTo>
                  <a:pt x="1083" y="445"/>
                </a:lnTo>
                <a:lnTo>
                  <a:pt x="1084" y="427"/>
                </a:lnTo>
                <a:lnTo>
                  <a:pt x="1084" y="422"/>
                </a:lnTo>
                <a:lnTo>
                  <a:pt x="1096" y="423"/>
                </a:lnTo>
                <a:lnTo>
                  <a:pt x="1101" y="424"/>
                </a:lnTo>
                <a:lnTo>
                  <a:pt x="1113" y="425"/>
                </a:lnTo>
                <a:lnTo>
                  <a:pt x="1124" y="426"/>
                </a:lnTo>
                <a:lnTo>
                  <a:pt x="1134" y="427"/>
                </a:lnTo>
                <a:lnTo>
                  <a:pt x="1144" y="428"/>
                </a:lnTo>
                <a:lnTo>
                  <a:pt x="1161" y="411"/>
                </a:lnTo>
                <a:lnTo>
                  <a:pt x="1173" y="413"/>
                </a:lnTo>
                <a:lnTo>
                  <a:pt x="1185" y="414"/>
                </a:lnTo>
                <a:lnTo>
                  <a:pt x="1208" y="418"/>
                </a:lnTo>
                <a:lnTo>
                  <a:pt x="1211" y="418"/>
                </a:lnTo>
                <a:lnTo>
                  <a:pt x="1219" y="419"/>
                </a:lnTo>
                <a:lnTo>
                  <a:pt x="1227" y="426"/>
                </a:lnTo>
                <a:lnTo>
                  <a:pt x="1231" y="435"/>
                </a:lnTo>
                <a:lnTo>
                  <a:pt x="1233" y="439"/>
                </a:lnTo>
                <a:lnTo>
                  <a:pt x="1243" y="458"/>
                </a:lnTo>
                <a:lnTo>
                  <a:pt x="1245" y="460"/>
                </a:lnTo>
                <a:lnTo>
                  <a:pt x="1245" y="470"/>
                </a:lnTo>
                <a:lnTo>
                  <a:pt x="1245" y="480"/>
                </a:lnTo>
                <a:lnTo>
                  <a:pt x="1233" y="496"/>
                </a:lnTo>
                <a:lnTo>
                  <a:pt x="1232" y="504"/>
                </a:lnTo>
                <a:lnTo>
                  <a:pt x="1231" y="521"/>
                </a:lnTo>
                <a:lnTo>
                  <a:pt x="1230" y="539"/>
                </a:lnTo>
                <a:lnTo>
                  <a:pt x="1230" y="551"/>
                </a:lnTo>
                <a:lnTo>
                  <a:pt x="1228" y="551"/>
                </a:lnTo>
                <a:lnTo>
                  <a:pt x="1226" y="553"/>
                </a:lnTo>
                <a:lnTo>
                  <a:pt x="1224" y="554"/>
                </a:lnTo>
                <a:lnTo>
                  <a:pt x="1221" y="555"/>
                </a:lnTo>
                <a:lnTo>
                  <a:pt x="1221" y="556"/>
                </a:lnTo>
                <a:lnTo>
                  <a:pt x="1219" y="557"/>
                </a:lnTo>
                <a:lnTo>
                  <a:pt x="1217" y="558"/>
                </a:lnTo>
                <a:lnTo>
                  <a:pt x="1214" y="560"/>
                </a:lnTo>
                <a:lnTo>
                  <a:pt x="1212" y="561"/>
                </a:lnTo>
                <a:lnTo>
                  <a:pt x="1209" y="562"/>
                </a:lnTo>
                <a:lnTo>
                  <a:pt x="1209" y="563"/>
                </a:lnTo>
                <a:lnTo>
                  <a:pt x="1207" y="564"/>
                </a:lnTo>
                <a:lnTo>
                  <a:pt x="1206" y="564"/>
                </a:lnTo>
                <a:lnTo>
                  <a:pt x="1204" y="565"/>
                </a:lnTo>
                <a:lnTo>
                  <a:pt x="1203" y="566"/>
                </a:lnTo>
                <a:lnTo>
                  <a:pt x="1202" y="567"/>
                </a:lnTo>
                <a:lnTo>
                  <a:pt x="1201" y="568"/>
                </a:lnTo>
                <a:lnTo>
                  <a:pt x="1201" y="569"/>
                </a:lnTo>
                <a:lnTo>
                  <a:pt x="1200" y="569"/>
                </a:lnTo>
                <a:lnTo>
                  <a:pt x="1200" y="570"/>
                </a:lnTo>
                <a:lnTo>
                  <a:pt x="1199" y="570"/>
                </a:lnTo>
                <a:lnTo>
                  <a:pt x="1199" y="571"/>
                </a:lnTo>
                <a:lnTo>
                  <a:pt x="1198" y="571"/>
                </a:lnTo>
                <a:lnTo>
                  <a:pt x="1198" y="572"/>
                </a:lnTo>
                <a:lnTo>
                  <a:pt x="1197" y="572"/>
                </a:lnTo>
                <a:lnTo>
                  <a:pt x="1197" y="573"/>
                </a:lnTo>
                <a:lnTo>
                  <a:pt x="1196" y="575"/>
                </a:lnTo>
                <a:lnTo>
                  <a:pt x="1196" y="576"/>
                </a:lnTo>
                <a:lnTo>
                  <a:pt x="1195" y="576"/>
                </a:lnTo>
                <a:lnTo>
                  <a:pt x="1195" y="577"/>
                </a:lnTo>
                <a:lnTo>
                  <a:pt x="1195" y="578"/>
                </a:lnTo>
                <a:lnTo>
                  <a:pt x="1195" y="579"/>
                </a:lnTo>
                <a:lnTo>
                  <a:pt x="1194" y="580"/>
                </a:lnTo>
                <a:lnTo>
                  <a:pt x="1194" y="583"/>
                </a:lnTo>
                <a:lnTo>
                  <a:pt x="1193" y="585"/>
                </a:lnTo>
                <a:lnTo>
                  <a:pt x="1192" y="587"/>
                </a:lnTo>
                <a:lnTo>
                  <a:pt x="1192" y="589"/>
                </a:lnTo>
                <a:lnTo>
                  <a:pt x="1191" y="590"/>
                </a:lnTo>
                <a:lnTo>
                  <a:pt x="1191" y="592"/>
                </a:lnTo>
                <a:lnTo>
                  <a:pt x="1191" y="593"/>
                </a:lnTo>
                <a:lnTo>
                  <a:pt x="1190" y="594"/>
                </a:lnTo>
                <a:lnTo>
                  <a:pt x="1189" y="594"/>
                </a:lnTo>
                <a:lnTo>
                  <a:pt x="1187" y="596"/>
                </a:lnTo>
                <a:lnTo>
                  <a:pt x="1186" y="597"/>
                </a:lnTo>
                <a:lnTo>
                  <a:pt x="1185" y="598"/>
                </a:lnTo>
                <a:lnTo>
                  <a:pt x="1184" y="599"/>
                </a:lnTo>
                <a:lnTo>
                  <a:pt x="1183" y="599"/>
                </a:lnTo>
                <a:lnTo>
                  <a:pt x="1183" y="600"/>
                </a:lnTo>
                <a:lnTo>
                  <a:pt x="1182" y="600"/>
                </a:lnTo>
                <a:lnTo>
                  <a:pt x="1181" y="601"/>
                </a:lnTo>
                <a:lnTo>
                  <a:pt x="1180" y="601"/>
                </a:lnTo>
                <a:lnTo>
                  <a:pt x="1180" y="602"/>
                </a:lnTo>
                <a:lnTo>
                  <a:pt x="1179" y="602"/>
                </a:lnTo>
                <a:lnTo>
                  <a:pt x="1178" y="602"/>
                </a:lnTo>
                <a:lnTo>
                  <a:pt x="1177" y="603"/>
                </a:lnTo>
                <a:lnTo>
                  <a:pt x="1176" y="603"/>
                </a:lnTo>
                <a:lnTo>
                  <a:pt x="1175" y="603"/>
                </a:lnTo>
                <a:lnTo>
                  <a:pt x="1174" y="603"/>
                </a:lnTo>
                <a:lnTo>
                  <a:pt x="1171" y="603"/>
                </a:lnTo>
                <a:lnTo>
                  <a:pt x="1170" y="603"/>
                </a:lnTo>
                <a:lnTo>
                  <a:pt x="1166" y="603"/>
                </a:lnTo>
                <a:lnTo>
                  <a:pt x="1165" y="603"/>
                </a:lnTo>
                <a:lnTo>
                  <a:pt x="1164" y="603"/>
                </a:lnTo>
                <a:lnTo>
                  <a:pt x="1163" y="603"/>
                </a:lnTo>
                <a:lnTo>
                  <a:pt x="1163" y="604"/>
                </a:lnTo>
                <a:lnTo>
                  <a:pt x="1162" y="604"/>
                </a:lnTo>
                <a:lnTo>
                  <a:pt x="1162" y="605"/>
                </a:lnTo>
                <a:lnTo>
                  <a:pt x="1160" y="606"/>
                </a:lnTo>
                <a:lnTo>
                  <a:pt x="1160" y="607"/>
                </a:lnTo>
                <a:lnTo>
                  <a:pt x="1159" y="608"/>
                </a:lnTo>
                <a:lnTo>
                  <a:pt x="1159" y="609"/>
                </a:lnTo>
                <a:lnTo>
                  <a:pt x="1158" y="609"/>
                </a:lnTo>
                <a:lnTo>
                  <a:pt x="1157" y="609"/>
                </a:lnTo>
                <a:lnTo>
                  <a:pt x="1157" y="610"/>
                </a:lnTo>
                <a:lnTo>
                  <a:pt x="1155" y="611"/>
                </a:lnTo>
                <a:lnTo>
                  <a:pt x="1154" y="612"/>
                </a:lnTo>
                <a:lnTo>
                  <a:pt x="1152" y="614"/>
                </a:lnTo>
                <a:lnTo>
                  <a:pt x="1151" y="614"/>
                </a:lnTo>
                <a:lnTo>
                  <a:pt x="1150" y="614"/>
                </a:lnTo>
                <a:lnTo>
                  <a:pt x="1149" y="615"/>
                </a:lnTo>
                <a:lnTo>
                  <a:pt x="1144" y="617"/>
                </a:lnTo>
                <a:lnTo>
                  <a:pt x="1144" y="618"/>
                </a:lnTo>
                <a:lnTo>
                  <a:pt x="1143" y="618"/>
                </a:lnTo>
                <a:lnTo>
                  <a:pt x="1142" y="619"/>
                </a:lnTo>
                <a:lnTo>
                  <a:pt x="1140" y="619"/>
                </a:lnTo>
                <a:lnTo>
                  <a:pt x="1139" y="620"/>
                </a:lnTo>
                <a:lnTo>
                  <a:pt x="1136" y="621"/>
                </a:lnTo>
                <a:lnTo>
                  <a:pt x="1133" y="623"/>
                </a:lnTo>
                <a:lnTo>
                  <a:pt x="1132" y="623"/>
                </a:lnTo>
                <a:lnTo>
                  <a:pt x="1131" y="623"/>
                </a:lnTo>
                <a:lnTo>
                  <a:pt x="1130" y="624"/>
                </a:lnTo>
                <a:lnTo>
                  <a:pt x="1129" y="625"/>
                </a:lnTo>
                <a:lnTo>
                  <a:pt x="1128" y="625"/>
                </a:lnTo>
                <a:lnTo>
                  <a:pt x="1127" y="626"/>
                </a:lnTo>
                <a:lnTo>
                  <a:pt x="1126" y="626"/>
                </a:lnTo>
                <a:lnTo>
                  <a:pt x="1125" y="626"/>
                </a:lnTo>
                <a:lnTo>
                  <a:pt x="1124" y="627"/>
                </a:lnTo>
                <a:lnTo>
                  <a:pt x="1121" y="627"/>
                </a:lnTo>
                <a:lnTo>
                  <a:pt x="1121" y="626"/>
                </a:lnTo>
                <a:lnTo>
                  <a:pt x="1119" y="626"/>
                </a:lnTo>
                <a:lnTo>
                  <a:pt x="1119" y="625"/>
                </a:lnTo>
                <a:lnTo>
                  <a:pt x="1118" y="624"/>
                </a:lnTo>
                <a:lnTo>
                  <a:pt x="1117" y="624"/>
                </a:lnTo>
                <a:lnTo>
                  <a:pt x="1116" y="624"/>
                </a:lnTo>
                <a:lnTo>
                  <a:pt x="1115" y="624"/>
                </a:lnTo>
                <a:lnTo>
                  <a:pt x="1114" y="624"/>
                </a:lnTo>
                <a:lnTo>
                  <a:pt x="1114" y="625"/>
                </a:lnTo>
                <a:lnTo>
                  <a:pt x="1114" y="626"/>
                </a:lnTo>
                <a:lnTo>
                  <a:pt x="1115" y="627"/>
                </a:lnTo>
                <a:lnTo>
                  <a:pt x="1115" y="628"/>
                </a:lnTo>
                <a:lnTo>
                  <a:pt x="1146" y="627"/>
                </a:lnTo>
                <a:lnTo>
                  <a:pt x="1147" y="627"/>
                </a:lnTo>
                <a:lnTo>
                  <a:pt x="1149" y="627"/>
                </a:lnTo>
                <a:lnTo>
                  <a:pt x="1150" y="627"/>
                </a:lnTo>
                <a:lnTo>
                  <a:pt x="1152" y="628"/>
                </a:lnTo>
                <a:lnTo>
                  <a:pt x="1153" y="628"/>
                </a:lnTo>
                <a:lnTo>
                  <a:pt x="1155" y="629"/>
                </a:lnTo>
                <a:lnTo>
                  <a:pt x="1157" y="630"/>
                </a:lnTo>
                <a:lnTo>
                  <a:pt x="1160" y="630"/>
                </a:lnTo>
                <a:lnTo>
                  <a:pt x="1162" y="631"/>
                </a:lnTo>
                <a:lnTo>
                  <a:pt x="1163" y="632"/>
                </a:lnTo>
                <a:lnTo>
                  <a:pt x="1164" y="632"/>
                </a:lnTo>
                <a:lnTo>
                  <a:pt x="1169" y="633"/>
                </a:lnTo>
                <a:lnTo>
                  <a:pt x="1171" y="633"/>
                </a:lnTo>
                <a:lnTo>
                  <a:pt x="1172" y="634"/>
                </a:lnTo>
                <a:lnTo>
                  <a:pt x="1182" y="647"/>
                </a:lnTo>
                <a:lnTo>
                  <a:pt x="1184" y="650"/>
                </a:lnTo>
                <a:lnTo>
                  <a:pt x="1193" y="655"/>
                </a:lnTo>
                <a:lnTo>
                  <a:pt x="1204" y="658"/>
                </a:lnTo>
                <a:lnTo>
                  <a:pt x="1216" y="669"/>
                </a:lnTo>
                <a:lnTo>
                  <a:pt x="1236" y="674"/>
                </a:lnTo>
                <a:lnTo>
                  <a:pt x="1237" y="677"/>
                </a:lnTo>
                <a:lnTo>
                  <a:pt x="1238" y="678"/>
                </a:lnTo>
                <a:lnTo>
                  <a:pt x="1245" y="690"/>
                </a:lnTo>
                <a:lnTo>
                  <a:pt x="1243" y="698"/>
                </a:lnTo>
                <a:lnTo>
                  <a:pt x="1246" y="711"/>
                </a:lnTo>
                <a:lnTo>
                  <a:pt x="1264" y="717"/>
                </a:lnTo>
                <a:lnTo>
                  <a:pt x="1273" y="718"/>
                </a:lnTo>
                <a:lnTo>
                  <a:pt x="1272" y="735"/>
                </a:lnTo>
                <a:lnTo>
                  <a:pt x="1274" y="735"/>
                </a:lnTo>
                <a:lnTo>
                  <a:pt x="1275" y="735"/>
                </a:lnTo>
                <a:lnTo>
                  <a:pt x="1276" y="735"/>
                </a:lnTo>
                <a:lnTo>
                  <a:pt x="1277" y="735"/>
                </a:lnTo>
                <a:lnTo>
                  <a:pt x="1278" y="735"/>
                </a:lnTo>
                <a:lnTo>
                  <a:pt x="1279" y="735"/>
                </a:lnTo>
                <a:lnTo>
                  <a:pt x="1279" y="736"/>
                </a:lnTo>
                <a:lnTo>
                  <a:pt x="1281" y="736"/>
                </a:lnTo>
                <a:lnTo>
                  <a:pt x="1282" y="736"/>
                </a:lnTo>
                <a:lnTo>
                  <a:pt x="1283" y="737"/>
                </a:lnTo>
                <a:lnTo>
                  <a:pt x="1284" y="736"/>
                </a:lnTo>
                <a:lnTo>
                  <a:pt x="1285" y="737"/>
                </a:lnTo>
                <a:lnTo>
                  <a:pt x="1286" y="737"/>
                </a:lnTo>
                <a:lnTo>
                  <a:pt x="1287" y="737"/>
                </a:lnTo>
                <a:lnTo>
                  <a:pt x="1287" y="738"/>
                </a:lnTo>
                <a:lnTo>
                  <a:pt x="1289" y="738"/>
                </a:lnTo>
                <a:lnTo>
                  <a:pt x="1292" y="738"/>
                </a:lnTo>
                <a:lnTo>
                  <a:pt x="1293" y="738"/>
                </a:lnTo>
                <a:lnTo>
                  <a:pt x="1294" y="738"/>
                </a:lnTo>
                <a:lnTo>
                  <a:pt x="1295" y="738"/>
                </a:lnTo>
                <a:lnTo>
                  <a:pt x="1296" y="738"/>
                </a:lnTo>
                <a:lnTo>
                  <a:pt x="1298" y="737"/>
                </a:lnTo>
                <a:lnTo>
                  <a:pt x="1300" y="737"/>
                </a:lnTo>
                <a:lnTo>
                  <a:pt x="1302" y="736"/>
                </a:lnTo>
                <a:lnTo>
                  <a:pt x="1303" y="736"/>
                </a:lnTo>
                <a:lnTo>
                  <a:pt x="1304" y="736"/>
                </a:lnTo>
                <a:lnTo>
                  <a:pt x="1304" y="735"/>
                </a:lnTo>
                <a:lnTo>
                  <a:pt x="1305" y="735"/>
                </a:lnTo>
                <a:lnTo>
                  <a:pt x="1306" y="735"/>
                </a:lnTo>
                <a:lnTo>
                  <a:pt x="1308" y="736"/>
                </a:lnTo>
                <a:lnTo>
                  <a:pt x="1310" y="736"/>
                </a:lnTo>
                <a:lnTo>
                  <a:pt x="1312" y="736"/>
                </a:lnTo>
                <a:lnTo>
                  <a:pt x="1324" y="736"/>
                </a:lnTo>
                <a:lnTo>
                  <a:pt x="1324" y="747"/>
                </a:lnTo>
                <a:lnTo>
                  <a:pt x="1324" y="760"/>
                </a:lnTo>
                <a:lnTo>
                  <a:pt x="1324" y="768"/>
                </a:lnTo>
                <a:lnTo>
                  <a:pt x="1324" y="769"/>
                </a:lnTo>
                <a:lnTo>
                  <a:pt x="1324" y="777"/>
                </a:lnTo>
                <a:lnTo>
                  <a:pt x="1324" y="778"/>
                </a:lnTo>
                <a:lnTo>
                  <a:pt x="1324" y="779"/>
                </a:lnTo>
                <a:lnTo>
                  <a:pt x="1325" y="780"/>
                </a:lnTo>
                <a:lnTo>
                  <a:pt x="1325" y="781"/>
                </a:lnTo>
                <a:lnTo>
                  <a:pt x="1325" y="782"/>
                </a:lnTo>
                <a:lnTo>
                  <a:pt x="1324" y="782"/>
                </a:lnTo>
                <a:lnTo>
                  <a:pt x="1324" y="783"/>
                </a:lnTo>
                <a:lnTo>
                  <a:pt x="1325" y="784"/>
                </a:lnTo>
                <a:lnTo>
                  <a:pt x="1325" y="785"/>
                </a:lnTo>
                <a:lnTo>
                  <a:pt x="1325" y="786"/>
                </a:lnTo>
                <a:lnTo>
                  <a:pt x="1325" y="787"/>
                </a:lnTo>
                <a:lnTo>
                  <a:pt x="1325" y="788"/>
                </a:lnTo>
                <a:lnTo>
                  <a:pt x="1325" y="789"/>
                </a:lnTo>
                <a:lnTo>
                  <a:pt x="1326" y="789"/>
                </a:lnTo>
                <a:lnTo>
                  <a:pt x="1326" y="790"/>
                </a:lnTo>
                <a:lnTo>
                  <a:pt x="1326" y="791"/>
                </a:lnTo>
                <a:lnTo>
                  <a:pt x="1326" y="792"/>
                </a:lnTo>
                <a:lnTo>
                  <a:pt x="1326" y="793"/>
                </a:lnTo>
                <a:lnTo>
                  <a:pt x="1327" y="794"/>
                </a:lnTo>
                <a:lnTo>
                  <a:pt x="1327" y="795"/>
                </a:lnTo>
                <a:lnTo>
                  <a:pt x="1327" y="796"/>
                </a:lnTo>
                <a:lnTo>
                  <a:pt x="1327" y="797"/>
                </a:lnTo>
                <a:lnTo>
                  <a:pt x="1326" y="798"/>
                </a:lnTo>
                <a:lnTo>
                  <a:pt x="1321" y="804"/>
                </a:lnTo>
                <a:lnTo>
                  <a:pt x="1321" y="805"/>
                </a:lnTo>
                <a:lnTo>
                  <a:pt x="1321" y="807"/>
                </a:lnTo>
                <a:lnTo>
                  <a:pt x="1321" y="812"/>
                </a:lnTo>
                <a:lnTo>
                  <a:pt x="1321" y="814"/>
                </a:lnTo>
                <a:lnTo>
                  <a:pt x="1321" y="815"/>
                </a:lnTo>
                <a:lnTo>
                  <a:pt x="1322" y="815"/>
                </a:lnTo>
                <a:lnTo>
                  <a:pt x="1323" y="816"/>
                </a:lnTo>
                <a:lnTo>
                  <a:pt x="1323" y="817"/>
                </a:lnTo>
                <a:lnTo>
                  <a:pt x="1325" y="818"/>
                </a:lnTo>
                <a:lnTo>
                  <a:pt x="1327" y="820"/>
                </a:lnTo>
                <a:lnTo>
                  <a:pt x="1328" y="821"/>
                </a:lnTo>
                <a:lnTo>
                  <a:pt x="1329" y="820"/>
                </a:lnTo>
                <a:lnTo>
                  <a:pt x="1332" y="814"/>
                </a:lnTo>
                <a:lnTo>
                  <a:pt x="1336" y="817"/>
                </a:lnTo>
                <a:lnTo>
                  <a:pt x="1341" y="820"/>
                </a:lnTo>
                <a:lnTo>
                  <a:pt x="1342" y="821"/>
                </a:lnTo>
                <a:lnTo>
                  <a:pt x="1342" y="824"/>
                </a:lnTo>
                <a:lnTo>
                  <a:pt x="1342" y="826"/>
                </a:lnTo>
                <a:lnTo>
                  <a:pt x="1342" y="828"/>
                </a:lnTo>
                <a:lnTo>
                  <a:pt x="1341" y="830"/>
                </a:lnTo>
                <a:lnTo>
                  <a:pt x="1341" y="831"/>
                </a:lnTo>
                <a:lnTo>
                  <a:pt x="1341" y="832"/>
                </a:lnTo>
                <a:lnTo>
                  <a:pt x="1343" y="832"/>
                </a:lnTo>
                <a:lnTo>
                  <a:pt x="1352" y="830"/>
                </a:lnTo>
                <a:lnTo>
                  <a:pt x="1366" y="827"/>
                </a:lnTo>
                <a:lnTo>
                  <a:pt x="1367" y="826"/>
                </a:lnTo>
                <a:lnTo>
                  <a:pt x="1373" y="823"/>
                </a:lnTo>
                <a:lnTo>
                  <a:pt x="1375" y="822"/>
                </a:lnTo>
                <a:lnTo>
                  <a:pt x="1383" y="818"/>
                </a:lnTo>
                <a:lnTo>
                  <a:pt x="1381" y="822"/>
                </a:lnTo>
                <a:lnTo>
                  <a:pt x="1380" y="825"/>
                </a:lnTo>
                <a:lnTo>
                  <a:pt x="1379" y="828"/>
                </a:lnTo>
                <a:lnTo>
                  <a:pt x="1378" y="831"/>
                </a:lnTo>
                <a:lnTo>
                  <a:pt x="1377" y="833"/>
                </a:lnTo>
                <a:lnTo>
                  <a:pt x="1381" y="839"/>
                </a:lnTo>
                <a:lnTo>
                  <a:pt x="1383" y="842"/>
                </a:lnTo>
                <a:lnTo>
                  <a:pt x="1383" y="843"/>
                </a:lnTo>
                <a:lnTo>
                  <a:pt x="1383" y="844"/>
                </a:lnTo>
                <a:lnTo>
                  <a:pt x="1383" y="845"/>
                </a:lnTo>
                <a:lnTo>
                  <a:pt x="1383" y="846"/>
                </a:lnTo>
                <a:lnTo>
                  <a:pt x="1383" y="852"/>
                </a:lnTo>
                <a:lnTo>
                  <a:pt x="1386" y="852"/>
                </a:lnTo>
                <a:lnTo>
                  <a:pt x="1389" y="854"/>
                </a:lnTo>
                <a:lnTo>
                  <a:pt x="1393" y="854"/>
                </a:lnTo>
                <a:lnTo>
                  <a:pt x="1398" y="855"/>
                </a:lnTo>
                <a:lnTo>
                  <a:pt x="1398" y="856"/>
                </a:lnTo>
                <a:lnTo>
                  <a:pt x="1398" y="857"/>
                </a:lnTo>
                <a:lnTo>
                  <a:pt x="1399" y="858"/>
                </a:lnTo>
                <a:lnTo>
                  <a:pt x="1399" y="859"/>
                </a:lnTo>
                <a:lnTo>
                  <a:pt x="1399" y="860"/>
                </a:lnTo>
                <a:lnTo>
                  <a:pt x="1398" y="860"/>
                </a:lnTo>
                <a:lnTo>
                  <a:pt x="1398" y="861"/>
                </a:lnTo>
                <a:lnTo>
                  <a:pt x="1398" y="862"/>
                </a:lnTo>
                <a:lnTo>
                  <a:pt x="1397" y="862"/>
                </a:lnTo>
                <a:lnTo>
                  <a:pt x="1398" y="862"/>
                </a:lnTo>
                <a:lnTo>
                  <a:pt x="1398" y="863"/>
                </a:lnTo>
                <a:lnTo>
                  <a:pt x="1397" y="863"/>
                </a:lnTo>
                <a:lnTo>
                  <a:pt x="1396" y="863"/>
                </a:lnTo>
                <a:lnTo>
                  <a:pt x="1396" y="864"/>
                </a:lnTo>
                <a:lnTo>
                  <a:pt x="1395" y="864"/>
                </a:lnTo>
                <a:lnTo>
                  <a:pt x="1394" y="864"/>
                </a:lnTo>
                <a:lnTo>
                  <a:pt x="1393" y="864"/>
                </a:lnTo>
                <a:lnTo>
                  <a:pt x="1393" y="865"/>
                </a:lnTo>
                <a:lnTo>
                  <a:pt x="1393" y="866"/>
                </a:lnTo>
                <a:lnTo>
                  <a:pt x="1393" y="867"/>
                </a:lnTo>
                <a:lnTo>
                  <a:pt x="1394" y="867"/>
                </a:lnTo>
                <a:lnTo>
                  <a:pt x="1394" y="868"/>
                </a:lnTo>
                <a:lnTo>
                  <a:pt x="1395" y="868"/>
                </a:lnTo>
                <a:lnTo>
                  <a:pt x="1396" y="869"/>
                </a:lnTo>
                <a:lnTo>
                  <a:pt x="1397" y="869"/>
                </a:lnTo>
                <a:lnTo>
                  <a:pt x="1398" y="869"/>
                </a:lnTo>
                <a:lnTo>
                  <a:pt x="1399" y="869"/>
                </a:lnTo>
                <a:lnTo>
                  <a:pt x="1399" y="870"/>
                </a:lnTo>
                <a:lnTo>
                  <a:pt x="1400" y="870"/>
                </a:lnTo>
                <a:lnTo>
                  <a:pt x="1401" y="870"/>
                </a:lnTo>
                <a:lnTo>
                  <a:pt x="1401" y="871"/>
                </a:lnTo>
                <a:lnTo>
                  <a:pt x="1402" y="871"/>
                </a:lnTo>
                <a:lnTo>
                  <a:pt x="1402" y="870"/>
                </a:lnTo>
                <a:lnTo>
                  <a:pt x="1402" y="871"/>
                </a:lnTo>
                <a:lnTo>
                  <a:pt x="1403" y="870"/>
                </a:lnTo>
                <a:lnTo>
                  <a:pt x="1403" y="871"/>
                </a:lnTo>
                <a:lnTo>
                  <a:pt x="1404" y="871"/>
                </a:lnTo>
                <a:lnTo>
                  <a:pt x="1405" y="871"/>
                </a:lnTo>
                <a:lnTo>
                  <a:pt x="1406" y="871"/>
                </a:lnTo>
                <a:lnTo>
                  <a:pt x="1407" y="871"/>
                </a:lnTo>
                <a:lnTo>
                  <a:pt x="1408" y="871"/>
                </a:lnTo>
                <a:lnTo>
                  <a:pt x="1408" y="872"/>
                </a:lnTo>
                <a:lnTo>
                  <a:pt x="1409" y="872"/>
                </a:lnTo>
                <a:lnTo>
                  <a:pt x="1409" y="873"/>
                </a:lnTo>
                <a:lnTo>
                  <a:pt x="1410" y="873"/>
                </a:lnTo>
                <a:lnTo>
                  <a:pt x="1411" y="873"/>
                </a:lnTo>
                <a:lnTo>
                  <a:pt x="1411" y="874"/>
                </a:lnTo>
                <a:lnTo>
                  <a:pt x="1412" y="874"/>
                </a:lnTo>
                <a:lnTo>
                  <a:pt x="1413" y="874"/>
                </a:lnTo>
                <a:lnTo>
                  <a:pt x="1414" y="874"/>
                </a:lnTo>
                <a:lnTo>
                  <a:pt x="1414" y="875"/>
                </a:lnTo>
                <a:lnTo>
                  <a:pt x="1415" y="875"/>
                </a:lnTo>
                <a:lnTo>
                  <a:pt x="1416" y="875"/>
                </a:lnTo>
                <a:lnTo>
                  <a:pt x="1416" y="876"/>
                </a:lnTo>
                <a:lnTo>
                  <a:pt x="1417" y="876"/>
                </a:lnTo>
                <a:lnTo>
                  <a:pt x="1417" y="877"/>
                </a:lnTo>
                <a:lnTo>
                  <a:pt x="1418" y="877"/>
                </a:lnTo>
                <a:lnTo>
                  <a:pt x="1418" y="878"/>
                </a:lnTo>
                <a:lnTo>
                  <a:pt x="1419" y="879"/>
                </a:lnTo>
                <a:lnTo>
                  <a:pt x="1420" y="879"/>
                </a:lnTo>
                <a:lnTo>
                  <a:pt x="1421" y="879"/>
                </a:lnTo>
                <a:lnTo>
                  <a:pt x="1422" y="879"/>
                </a:lnTo>
                <a:lnTo>
                  <a:pt x="1422" y="880"/>
                </a:lnTo>
                <a:lnTo>
                  <a:pt x="1423" y="880"/>
                </a:lnTo>
                <a:lnTo>
                  <a:pt x="1432" y="884"/>
                </a:lnTo>
                <a:lnTo>
                  <a:pt x="1434" y="887"/>
                </a:lnTo>
                <a:lnTo>
                  <a:pt x="1434" y="888"/>
                </a:lnTo>
                <a:lnTo>
                  <a:pt x="1436" y="893"/>
                </a:lnTo>
                <a:lnTo>
                  <a:pt x="1437" y="894"/>
                </a:lnTo>
                <a:lnTo>
                  <a:pt x="1439" y="898"/>
                </a:lnTo>
                <a:lnTo>
                  <a:pt x="1440" y="897"/>
                </a:lnTo>
                <a:lnTo>
                  <a:pt x="1440" y="896"/>
                </a:lnTo>
                <a:lnTo>
                  <a:pt x="1441" y="896"/>
                </a:lnTo>
                <a:lnTo>
                  <a:pt x="1441" y="895"/>
                </a:lnTo>
                <a:lnTo>
                  <a:pt x="1442" y="895"/>
                </a:lnTo>
                <a:lnTo>
                  <a:pt x="1443" y="894"/>
                </a:lnTo>
                <a:lnTo>
                  <a:pt x="1444" y="893"/>
                </a:lnTo>
                <a:lnTo>
                  <a:pt x="1444" y="892"/>
                </a:lnTo>
                <a:lnTo>
                  <a:pt x="1445" y="892"/>
                </a:lnTo>
                <a:lnTo>
                  <a:pt x="1445" y="891"/>
                </a:lnTo>
                <a:lnTo>
                  <a:pt x="1446" y="891"/>
                </a:lnTo>
                <a:lnTo>
                  <a:pt x="1446" y="890"/>
                </a:lnTo>
                <a:lnTo>
                  <a:pt x="1447" y="890"/>
                </a:lnTo>
                <a:lnTo>
                  <a:pt x="1448" y="890"/>
                </a:lnTo>
                <a:lnTo>
                  <a:pt x="1449" y="889"/>
                </a:lnTo>
                <a:lnTo>
                  <a:pt x="1450" y="889"/>
                </a:lnTo>
                <a:lnTo>
                  <a:pt x="1450" y="890"/>
                </a:lnTo>
                <a:lnTo>
                  <a:pt x="1451" y="890"/>
                </a:lnTo>
                <a:lnTo>
                  <a:pt x="1451" y="889"/>
                </a:lnTo>
                <a:lnTo>
                  <a:pt x="1452" y="890"/>
                </a:lnTo>
                <a:lnTo>
                  <a:pt x="1453" y="890"/>
                </a:lnTo>
                <a:lnTo>
                  <a:pt x="1453" y="891"/>
                </a:lnTo>
                <a:lnTo>
                  <a:pt x="1454" y="891"/>
                </a:lnTo>
                <a:lnTo>
                  <a:pt x="1455" y="891"/>
                </a:lnTo>
                <a:lnTo>
                  <a:pt x="1456" y="891"/>
                </a:lnTo>
                <a:lnTo>
                  <a:pt x="1456" y="892"/>
                </a:lnTo>
                <a:lnTo>
                  <a:pt x="1457" y="892"/>
                </a:lnTo>
                <a:lnTo>
                  <a:pt x="1460" y="892"/>
                </a:lnTo>
                <a:lnTo>
                  <a:pt x="1461" y="892"/>
                </a:lnTo>
                <a:lnTo>
                  <a:pt x="1462" y="893"/>
                </a:lnTo>
                <a:lnTo>
                  <a:pt x="1463" y="894"/>
                </a:lnTo>
                <a:lnTo>
                  <a:pt x="1464" y="894"/>
                </a:lnTo>
                <a:lnTo>
                  <a:pt x="1466" y="896"/>
                </a:lnTo>
                <a:lnTo>
                  <a:pt x="1467" y="895"/>
                </a:lnTo>
                <a:lnTo>
                  <a:pt x="1468" y="894"/>
                </a:lnTo>
                <a:lnTo>
                  <a:pt x="1479" y="884"/>
                </a:lnTo>
                <a:lnTo>
                  <a:pt x="1492" y="865"/>
                </a:lnTo>
                <a:lnTo>
                  <a:pt x="1502" y="858"/>
                </a:lnTo>
                <a:lnTo>
                  <a:pt x="1514" y="850"/>
                </a:lnTo>
                <a:lnTo>
                  <a:pt x="1503" y="837"/>
                </a:lnTo>
                <a:lnTo>
                  <a:pt x="1499" y="833"/>
                </a:lnTo>
                <a:lnTo>
                  <a:pt x="1495" y="827"/>
                </a:lnTo>
                <a:lnTo>
                  <a:pt x="1493" y="825"/>
                </a:lnTo>
                <a:lnTo>
                  <a:pt x="1477" y="807"/>
                </a:lnTo>
                <a:lnTo>
                  <a:pt x="1477" y="806"/>
                </a:lnTo>
                <a:lnTo>
                  <a:pt x="1480" y="806"/>
                </a:lnTo>
                <a:lnTo>
                  <a:pt x="1504" y="799"/>
                </a:lnTo>
                <a:lnTo>
                  <a:pt x="1527" y="794"/>
                </a:lnTo>
                <a:lnTo>
                  <a:pt x="1549" y="788"/>
                </a:lnTo>
                <a:lnTo>
                  <a:pt x="1560" y="780"/>
                </a:lnTo>
                <a:lnTo>
                  <a:pt x="1576" y="776"/>
                </a:lnTo>
                <a:lnTo>
                  <a:pt x="1579" y="778"/>
                </a:lnTo>
                <a:lnTo>
                  <a:pt x="1584" y="782"/>
                </a:lnTo>
                <a:lnTo>
                  <a:pt x="1599" y="793"/>
                </a:lnTo>
                <a:lnTo>
                  <a:pt x="1629" y="801"/>
                </a:lnTo>
                <a:lnTo>
                  <a:pt x="1643" y="805"/>
                </a:lnTo>
                <a:lnTo>
                  <a:pt x="1660" y="810"/>
                </a:lnTo>
                <a:lnTo>
                  <a:pt x="1662" y="810"/>
                </a:lnTo>
                <a:lnTo>
                  <a:pt x="1682" y="790"/>
                </a:lnTo>
                <a:lnTo>
                  <a:pt x="1687" y="788"/>
                </a:lnTo>
                <a:lnTo>
                  <a:pt x="1695" y="782"/>
                </a:lnTo>
                <a:lnTo>
                  <a:pt x="1701" y="776"/>
                </a:lnTo>
                <a:lnTo>
                  <a:pt x="1706" y="772"/>
                </a:lnTo>
                <a:lnTo>
                  <a:pt x="1715" y="763"/>
                </a:lnTo>
                <a:lnTo>
                  <a:pt x="1717" y="762"/>
                </a:lnTo>
                <a:lnTo>
                  <a:pt x="1737" y="756"/>
                </a:lnTo>
                <a:lnTo>
                  <a:pt x="1794" y="737"/>
                </a:lnTo>
                <a:lnTo>
                  <a:pt x="1808" y="738"/>
                </a:lnTo>
                <a:lnTo>
                  <a:pt x="1817" y="741"/>
                </a:lnTo>
                <a:lnTo>
                  <a:pt x="1831" y="746"/>
                </a:lnTo>
                <a:lnTo>
                  <a:pt x="1826" y="764"/>
                </a:lnTo>
                <a:lnTo>
                  <a:pt x="1824" y="771"/>
                </a:lnTo>
                <a:lnTo>
                  <a:pt x="1831" y="783"/>
                </a:lnTo>
                <a:lnTo>
                  <a:pt x="1844" y="801"/>
                </a:lnTo>
                <a:lnTo>
                  <a:pt x="1847" y="815"/>
                </a:lnTo>
                <a:lnTo>
                  <a:pt x="1848" y="815"/>
                </a:lnTo>
                <a:lnTo>
                  <a:pt x="1848" y="816"/>
                </a:lnTo>
                <a:lnTo>
                  <a:pt x="1847" y="819"/>
                </a:lnTo>
                <a:lnTo>
                  <a:pt x="1847" y="821"/>
                </a:lnTo>
                <a:lnTo>
                  <a:pt x="1846" y="822"/>
                </a:lnTo>
                <a:lnTo>
                  <a:pt x="1846" y="824"/>
                </a:lnTo>
                <a:lnTo>
                  <a:pt x="1846" y="832"/>
                </a:lnTo>
                <a:lnTo>
                  <a:pt x="1846" y="834"/>
                </a:lnTo>
                <a:lnTo>
                  <a:pt x="1847" y="836"/>
                </a:lnTo>
                <a:lnTo>
                  <a:pt x="1843" y="846"/>
                </a:lnTo>
                <a:lnTo>
                  <a:pt x="1821" y="855"/>
                </a:lnTo>
                <a:lnTo>
                  <a:pt x="1816" y="865"/>
                </a:lnTo>
                <a:lnTo>
                  <a:pt x="1805" y="885"/>
                </a:lnTo>
                <a:lnTo>
                  <a:pt x="1803" y="889"/>
                </a:lnTo>
                <a:lnTo>
                  <a:pt x="1802" y="890"/>
                </a:lnTo>
                <a:lnTo>
                  <a:pt x="1802" y="891"/>
                </a:lnTo>
                <a:lnTo>
                  <a:pt x="1800" y="895"/>
                </a:lnTo>
                <a:lnTo>
                  <a:pt x="1793" y="906"/>
                </a:lnTo>
                <a:lnTo>
                  <a:pt x="1749" y="937"/>
                </a:lnTo>
                <a:lnTo>
                  <a:pt x="1737" y="945"/>
                </a:lnTo>
                <a:lnTo>
                  <a:pt x="1736" y="946"/>
                </a:lnTo>
                <a:lnTo>
                  <a:pt x="1722" y="955"/>
                </a:lnTo>
                <a:lnTo>
                  <a:pt x="1724" y="957"/>
                </a:lnTo>
                <a:lnTo>
                  <a:pt x="1727" y="961"/>
                </a:lnTo>
                <a:lnTo>
                  <a:pt x="1730" y="967"/>
                </a:lnTo>
                <a:lnTo>
                  <a:pt x="1731" y="970"/>
                </a:lnTo>
                <a:lnTo>
                  <a:pt x="1743" y="1007"/>
                </a:lnTo>
                <a:lnTo>
                  <a:pt x="1734" y="1011"/>
                </a:lnTo>
                <a:lnTo>
                  <a:pt x="1714" y="1021"/>
                </a:lnTo>
                <a:lnTo>
                  <a:pt x="1712" y="1024"/>
                </a:lnTo>
                <a:lnTo>
                  <a:pt x="1712" y="1028"/>
                </a:lnTo>
                <a:lnTo>
                  <a:pt x="1713" y="1029"/>
                </a:lnTo>
                <a:lnTo>
                  <a:pt x="1713" y="1031"/>
                </a:lnTo>
                <a:lnTo>
                  <a:pt x="1712" y="1031"/>
                </a:lnTo>
                <a:lnTo>
                  <a:pt x="1712" y="1032"/>
                </a:lnTo>
                <a:lnTo>
                  <a:pt x="1712" y="1034"/>
                </a:lnTo>
                <a:lnTo>
                  <a:pt x="1712" y="1035"/>
                </a:lnTo>
                <a:lnTo>
                  <a:pt x="1713" y="1039"/>
                </a:lnTo>
                <a:lnTo>
                  <a:pt x="1714" y="1042"/>
                </a:lnTo>
                <a:lnTo>
                  <a:pt x="1714" y="1044"/>
                </a:lnTo>
                <a:lnTo>
                  <a:pt x="1714" y="1045"/>
                </a:lnTo>
                <a:lnTo>
                  <a:pt x="1715" y="1045"/>
                </a:lnTo>
                <a:lnTo>
                  <a:pt x="1715" y="1046"/>
                </a:lnTo>
                <a:lnTo>
                  <a:pt x="1716" y="1048"/>
                </a:lnTo>
                <a:lnTo>
                  <a:pt x="1716" y="1050"/>
                </a:lnTo>
                <a:lnTo>
                  <a:pt x="1716" y="1052"/>
                </a:lnTo>
                <a:lnTo>
                  <a:pt x="1716" y="1053"/>
                </a:lnTo>
                <a:lnTo>
                  <a:pt x="1717" y="1056"/>
                </a:lnTo>
                <a:lnTo>
                  <a:pt x="1717" y="1058"/>
                </a:lnTo>
                <a:lnTo>
                  <a:pt x="1717" y="1059"/>
                </a:lnTo>
                <a:lnTo>
                  <a:pt x="1718" y="1061"/>
                </a:lnTo>
                <a:lnTo>
                  <a:pt x="1718" y="1063"/>
                </a:lnTo>
                <a:lnTo>
                  <a:pt x="1718" y="1068"/>
                </a:lnTo>
                <a:lnTo>
                  <a:pt x="1720" y="1069"/>
                </a:lnTo>
                <a:lnTo>
                  <a:pt x="1734" y="1074"/>
                </a:lnTo>
                <a:lnTo>
                  <a:pt x="1736" y="1075"/>
                </a:lnTo>
                <a:lnTo>
                  <a:pt x="1762" y="1085"/>
                </a:lnTo>
                <a:lnTo>
                  <a:pt x="1784" y="1110"/>
                </a:lnTo>
                <a:lnTo>
                  <a:pt x="1788" y="1114"/>
                </a:lnTo>
                <a:lnTo>
                  <a:pt x="1792" y="1122"/>
                </a:lnTo>
                <a:lnTo>
                  <a:pt x="1803" y="1130"/>
                </a:lnTo>
                <a:lnTo>
                  <a:pt x="1813" y="1139"/>
                </a:lnTo>
                <a:lnTo>
                  <a:pt x="1825" y="1151"/>
                </a:lnTo>
                <a:lnTo>
                  <a:pt x="1842" y="1164"/>
                </a:lnTo>
                <a:lnTo>
                  <a:pt x="1850" y="1163"/>
                </a:lnTo>
                <a:lnTo>
                  <a:pt x="1858" y="1160"/>
                </a:lnTo>
                <a:lnTo>
                  <a:pt x="1858" y="1161"/>
                </a:lnTo>
                <a:lnTo>
                  <a:pt x="1860" y="1163"/>
                </a:lnTo>
                <a:lnTo>
                  <a:pt x="1862" y="1163"/>
                </a:lnTo>
                <a:lnTo>
                  <a:pt x="1863" y="1163"/>
                </a:lnTo>
                <a:lnTo>
                  <a:pt x="1868" y="1162"/>
                </a:lnTo>
                <a:lnTo>
                  <a:pt x="1869" y="1162"/>
                </a:lnTo>
                <a:lnTo>
                  <a:pt x="1871" y="1162"/>
                </a:lnTo>
                <a:lnTo>
                  <a:pt x="1872" y="1162"/>
                </a:lnTo>
                <a:lnTo>
                  <a:pt x="1872" y="1161"/>
                </a:lnTo>
                <a:lnTo>
                  <a:pt x="1877" y="1158"/>
                </a:lnTo>
                <a:lnTo>
                  <a:pt x="1881" y="1157"/>
                </a:lnTo>
                <a:lnTo>
                  <a:pt x="1882" y="1156"/>
                </a:lnTo>
                <a:lnTo>
                  <a:pt x="1884" y="1159"/>
                </a:lnTo>
                <a:lnTo>
                  <a:pt x="1884" y="1161"/>
                </a:lnTo>
                <a:lnTo>
                  <a:pt x="1886" y="1162"/>
                </a:lnTo>
                <a:lnTo>
                  <a:pt x="1887" y="1162"/>
                </a:lnTo>
                <a:lnTo>
                  <a:pt x="1891" y="1162"/>
                </a:lnTo>
                <a:lnTo>
                  <a:pt x="1893" y="1162"/>
                </a:lnTo>
                <a:lnTo>
                  <a:pt x="1893" y="1161"/>
                </a:lnTo>
                <a:lnTo>
                  <a:pt x="1895" y="1160"/>
                </a:lnTo>
                <a:lnTo>
                  <a:pt x="1896" y="1160"/>
                </a:lnTo>
                <a:lnTo>
                  <a:pt x="1897" y="1159"/>
                </a:lnTo>
                <a:lnTo>
                  <a:pt x="1898" y="1160"/>
                </a:lnTo>
                <a:lnTo>
                  <a:pt x="1899" y="1160"/>
                </a:lnTo>
                <a:lnTo>
                  <a:pt x="1899" y="1161"/>
                </a:lnTo>
                <a:lnTo>
                  <a:pt x="1900" y="1161"/>
                </a:lnTo>
                <a:lnTo>
                  <a:pt x="1902" y="1161"/>
                </a:lnTo>
                <a:lnTo>
                  <a:pt x="1905" y="1161"/>
                </a:lnTo>
                <a:lnTo>
                  <a:pt x="1906" y="1161"/>
                </a:lnTo>
                <a:lnTo>
                  <a:pt x="1908" y="1162"/>
                </a:lnTo>
                <a:lnTo>
                  <a:pt x="1910" y="1162"/>
                </a:lnTo>
                <a:lnTo>
                  <a:pt x="1912" y="1163"/>
                </a:lnTo>
                <a:lnTo>
                  <a:pt x="1913" y="1163"/>
                </a:lnTo>
                <a:lnTo>
                  <a:pt x="1914" y="1163"/>
                </a:lnTo>
                <a:lnTo>
                  <a:pt x="1914" y="1162"/>
                </a:lnTo>
                <a:lnTo>
                  <a:pt x="1916" y="1162"/>
                </a:lnTo>
                <a:lnTo>
                  <a:pt x="1920" y="1164"/>
                </a:lnTo>
                <a:lnTo>
                  <a:pt x="1921" y="1164"/>
                </a:lnTo>
                <a:lnTo>
                  <a:pt x="1921" y="1165"/>
                </a:lnTo>
                <a:lnTo>
                  <a:pt x="1921" y="1166"/>
                </a:lnTo>
                <a:lnTo>
                  <a:pt x="1920" y="1166"/>
                </a:lnTo>
                <a:lnTo>
                  <a:pt x="1920" y="1167"/>
                </a:lnTo>
                <a:lnTo>
                  <a:pt x="1919" y="1168"/>
                </a:lnTo>
                <a:lnTo>
                  <a:pt x="1919" y="1170"/>
                </a:lnTo>
                <a:lnTo>
                  <a:pt x="1919" y="1171"/>
                </a:lnTo>
                <a:lnTo>
                  <a:pt x="1918" y="1171"/>
                </a:lnTo>
                <a:lnTo>
                  <a:pt x="1918" y="1172"/>
                </a:lnTo>
                <a:lnTo>
                  <a:pt x="1918" y="1173"/>
                </a:lnTo>
                <a:lnTo>
                  <a:pt x="1919" y="1175"/>
                </a:lnTo>
                <a:lnTo>
                  <a:pt x="1924" y="1177"/>
                </a:lnTo>
                <a:lnTo>
                  <a:pt x="1927" y="1177"/>
                </a:lnTo>
                <a:lnTo>
                  <a:pt x="1927" y="1178"/>
                </a:lnTo>
                <a:lnTo>
                  <a:pt x="1927" y="1179"/>
                </a:lnTo>
                <a:lnTo>
                  <a:pt x="1927" y="1180"/>
                </a:lnTo>
                <a:lnTo>
                  <a:pt x="1926" y="1180"/>
                </a:lnTo>
                <a:lnTo>
                  <a:pt x="1926" y="1181"/>
                </a:lnTo>
                <a:lnTo>
                  <a:pt x="1925" y="1181"/>
                </a:lnTo>
                <a:lnTo>
                  <a:pt x="1924" y="1181"/>
                </a:lnTo>
                <a:lnTo>
                  <a:pt x="1923" y="1182"/>
                </a:lnTo>
                <a:lnTo>
                  <a:pt x="1923" y="1183"/>
                </a:lnTo>
                <a:lnTo>
                  <a:pt x="1921" y="1183"/>
                </a:lnTo>
                <a:lnTo>
                  <a:pt x="1920" y="1183"/>
                </a:lnTo>
                <a:lnTo>
                  <a:pt x="1919" y="1184"/>
                </a:lnTo>
                <a:lnTo>
                  <a:pt x="1919" y="1185"/>
                </a:lnTo>
                <a:lnTo>
                  <a:pt x="1919" y="1186"/>
                </a:lnTo>
                <a:lnTo>
                  <a:pt x="1919" y="1187"/>
                </a:lnTo>
                <a:lnTo>
                  <a:pt x="1918" y="1187"/>
                </a:lnTo>
                <a:lnTo>
                  <a:pt x="1918" y="1188"/>
                </a:lnTo>
                <a:lnTo>
                  <a:pt x="1917" y="1188"/>
                </a:lnTo>
                <a:lnTo>
                  <a:pt x="1917" y="1189"/>
                </a:lnTo>
                <a:lnTo>
                  <a:pt x="1916" y="1189"/>
                </a:lnTo>
                <a:lnTo>
                  <a:pt x="1915" y="1189"/>
                </a:lnTo>
                <a:lnTo>
                  <a:pt x="1915" y="1188"/>
                </a:lnTo>
                <a:lnTo>
                  <a:pt x="1914" y="1188"/>
                </a:lnTo>
                <a:lnTo>
                  <a:pt x="1914" y="1187"/>
                </a:lnTo>
                <a:lnTo>
                  <a:pt x="1912" y="1187"/>
                </a:lnTo>
                <a:lnTo>
                  <a:pt x="1912" y="1188"/>
                </a:lnTo>
                <a:lnTo>
                  <a:pt x="1911" y="1188"/>
                </a:lnTo>
                <a:lnTo>
                  <a:pt x="1911" y="1189"/>
                </a:lnTo>
                <a:lnTo>
                  <a:pt x="1912" y="1189"/>
                </a:lnTo>
                <a:lnTo>
                  <a:pt x="1912" y="1190"/>
                </a:lnTo>
                <a:lnTo>
                  <a:pt x="1912" y="1191"/>
                </a:lnTo>
                <a:lnTo>
                  <a:pt x="1911" y="1191"/>
                </a:lnTo>
                <a:lnTo>
                  <a:pt x="1910" y="1191"/>
                </a:lnTo>
                <a:lnTo>
                  <a:pt x="1910" y="1192"/>
                </a:lnTo>
                <a:lnTo>
                  <a:pt x="1909" y="1192"/>
                </a:lnTo>
                <a:lnTo>
                  <a:pt x="1909" y="1193"/>
                </a:lnTo>
                <a:lnTo>
                  <a:pt x="1909" y="1195"/>
                </a:lnTo>
                <a:lnTo>
                  <a:pt x="1908" y="1195"/>
                </a:lnTo>
                <a:lnTo>
                  <a:pt x="1908" y="1198"/>
                </a:lnTo>
                <a:lnTo>
                  <a:pt x="1908" y="1199"/>
                </a:lnTo>
                <a:lnTo>
                  <a:pt x="1909" y="1199"/>
                </a:lnTo>
                <a:lnTo>
                  <a:pt x="1909" y="1201"/>
                </a:lnTo>
                <a:lnTo>
                  <a:pt x="1911" y="1203"/>
                </a:lnTo>
                <a:lnTo>
                  <a:pt x="1911" y="1204"/>
                </a:lnTo>
                <a:lnTo>
                  <a:pt x="1912" y="1205"/>
                </a:lnTo>
                <a:lnTo>
                  <a:pt x="1912" y="1206"/>
                </a:lnTo>
                <a:lnTo>
                  <a:pt x="1912" y="1207"/>
                </a:lnTo>
                <a:lnTo>
                  <a:pt x="1913" y="1207"/>
                </a:lnTo>
                <a:lnTo>
                  <a:pt x="1914" y="1207"/>
                </a:lnTo>
                <a:lnTo>
                  <a:pt x="1917" y="1207"/>
                </a:lnTo>
                <a:lnTo>
                  <a:pt x="1919" y="1207"/>
                </a:lnTo>
                <a:lnTo>
                  <a:pt x="1921" y="1207"/>
                </a:lnTo>
                <a:lnTo>
                  <a:pt x="1923" y="1207"/>
                </a:lnTo>
                <a:lnTo>
                  <a:pt x="1927" y="1206"/>
                </a:lnTo>
                <a:lnTo>
                  <a:pt x="1928" y="1205"/>
                </a:lnTo>
                <a:lnTo>
                  <a:pt x="1929" y="1205"/>
                </a:lnTo>
                <a:lnTo>
                  <a:pt x="1930" y="1203"/>
                </a:lnTo>
                <a:lnTo>
                  <a:pt x="1932" y="1201"/>
                </a:lnTo>
                <a:lnTo>
                  <a:pt x="1933" y="1200"/>
                </a:lnTo>
                <a:lnTo>
                  <a:pt x="1935" y="1199"/>
                </a:lnTo>
                <a:lnTo>
                  <a:pt x="1936" y="1198"/>
                </a:lnTo>
                <a:lnTo>
                  <a:pt x="1937" y="1198"/>
                </a:lnTo>
                <a:lnTo>
                  <a:pt x="1938" y="1199"/>
                </a:lnTo>
                <a:lnTo>
                  <a:pt x="1938" y="1200"/>
                </a:lnTo>
                <a:lnTo>
                  <a:pt x="1939" y="1201"/>
                </a:lnTo>
                <a:lnTo>
                  <a:pt x="1940" y="1201"/>
                </a:lnTo>
                <a:lnTo>
                  <a:pt x="1941" y="1201"/>
                </a:lnTo>
                <a:lnTo>
                  <a:pt x="1941" y="1202"/>
                </a:lnTo>
                <a:lnTo>
                  <a:pt x="1942" y="1202"/>
                </a:lnTo>
                <a:lnTo>
                  <a:pt x="1943" y="1202"/>
                </a:lnTo>
                <a:lnTo>
                  <a:pt x="1944" y="1202"/>
                </a:lnTo>
                <a:lnTo>
                  <a:pt x="1945" y="1202"/>
                </a:lnTo>
                <a:lnTo>
                  <a:pt x="1946" y="1203"/>
                </a:lnTo>
                <a:lnTo>
                  <a:pt x="1946" y="1204"/>
                </a:lnTo>
                <a:lnTo>
                  <a:pt x="1947" y="1204"/>
                </a:lnTo>
                <a:lnTo>
                  <a:pt x="1948" y="1204"/>
                </a:lnTo>
                <a:lnTo>
                  <a:pt x="1948" y="1205"/>
                </a:lnTo>
                <a:lnTo>
                  <a:pt x="1949" y="1205"/>
                </a:lnTo>
                <a:lnTo>
                  <a:pt x="1949" y="1206"/>
                </a:lnTo>
                <a:lnTo>
                  <a:pt x="1950" y="1208"/>
                </a:lnTo>
                <a:lnTo>
                  <a:pt x="1949" y="1210"/>
                </a:lnTo>
                <a:lnTo>
                  <a:pt x="1950" y="1211"/>
                </a:lnTo>
                <a:lnTo>
                  <a:pt x="1950" y="1212"/>
                </a:lnTo>
                <a:lnTo>
                  <a:pt x="1950" y="1213"/>
                </a:lnTo>
                <a:lnTo>
                  <a:pt x="1951" y="1214"/>
                </a:lnTo>
                <a:lnTo>
                  <a:pt x="1952" y="1215"/>
                </a:lnTo>
                <a:lnTo>
                  <a:pt x="1953" y="1215"/>
                </a:lnTo>
                <a:lnTo>
                  <a:pt x="1954" y="1217"/>
                </a:lnTo>
                <a:lnTo>
                  <a:pt x="1956" y="1220"/>
                </a:lnTo>
                <a:lnTo>
                  <a:pt x="1956" y="1221"/>
                </a:lnTo>
                <a:lnTo>
                  <a:pt x="1956" y="1223"/>
                </a:lnTo>
                <a:lnTo>
                  <a:pt x="1957" y="1223"/>
                </a:lnTo>
                <a:lnTo>
                  <a:pt x="1958" y="1224"/>
                </a:lnTo>
                <a:lnTo>
                  <a:pt x="1959" y="1225"/>
                </a:lnTo>
                <a:lnTo>
                  <a:pt x="1959" y="1226"/>
                </a:lnTo>
                <a:lnTo>
                  <a:pt x="1960" y="1227"/>
                </a:lnTo>
                <a:lnTo>
                  <a:pt x="1959" y="1227"/>
                </a:lnTo>
                <a:lnTo>
                  <a:pt x="1959" y="1228"/>
                </a:lnTo>
                <a:lnTo>
                  <a:pt x="1959" y="1229"/>
                </a:lnTo>
                <a:lnTo>
                  <a:pt x="1959" y="1230"/>
                </a:lnTo>
                <a:lnTo>
                  <a:pt x="1961" y="1231"/>
                </a:lnTo>
                <a:lnTo>
                  <a:pt x="1964" y="1232"/>
                </a:lnTo>
                <a:lnTo>
                  <a:pt x="1965" y="1233"/>
                </a:lnTo>
                <a:lnTo>
                  <a:pt x="1965" y="1234"/>
                </a:lnTo>
                <a:lnTo>
                  <a:pt x="1965" y="1241"/>
                </a:lnTo>
                <a:lnTo>
                  <a:pt x="1967" y="1243"/>
                </a:lnTo>
                <a:lnTo>
                  <a:pt x="1970" y="1242"/>
                </a:lnTo>
                <a:lnTo>
                  <a:pt x="1971" y="1242"/>
                </a:lnTo>
                <a:lnTo>
                  <a:pt x="1973" y="1242"/>
                </a:lnTo>
                <a:lnTo>
                  <a:pt x="1974" y="1243"/>
                </a:lnTo>
                <a:lnTo>
                  <a:pt x="1974" y="1246"/>
                </a:lnTo>
                <a:lnTo>
                  <a:pt x="1976" y="1247"/>
                </a:lnTo>
                <a:lnTo>
                  <a:pt x="1977" y="1247"/>
                </a:lnTo>
                <a:lnTo>
                  <a:pt x="1977" y="1248"/>
                </a:lnTo>
                <a:lnTo>
                  <a:pt x="1978" y="1248"/>
                </a:lnTo>
                <a:lnTo>
                  <a:pt x="1979" y="1248"/>
                </a:lnTo>
                <a:lnTo>
                  <a:pt x="1979" y="1247"/>
                </a:lnTo>
                <a:lnTo>
                  <a:pt x="1979" y="1246"/>
                </a:lnTo>
                <a:lnTo>
                  <a:pt x="1980" y="1245"/>
                </a:lnTo>
                <a:lnTo>
                  <a:pt x="1981" y="1245"/>
                </a:lnTo>
                <a:lnTo>
                  <a:pt x="1982" y="1245"/>
                </a:lnTo>
                <a:lnTo>
                  <a:pt x="1984" y="1247"/>
                </a:lnTo>
                <a:lnTo>
                  <a:pt x="1989" y="1249"/>
                </a:lnTo>
                <a:lnTo>
                  <a:pt x="1990" y="1249"/>
                </a:lnTo>
                <a:lnTo>
                  <a:pt x="1993" y="1250"/>
                </a:lnTo>
                <a:lnTo>
                  <a:pt x="1995" y="1250"/>
                </a:lnTo>
                <a:lnTo>
                  <a:pt x="1997" y="1250"/>
                </a:lnTo>
                <a:lnTo>
                  <a:pt x="1998" y="1250"/>
                </a:lnTo>
                <a:lnTo>
                  <a:pt x="1999" y="1250"/>
                </a:lnTo>
                <a:lnTo>
                  <a:pt x="1999" y="1252"/>
                </a:lnTo>
                <a:lnTo>
                  <a:pt x="1999" y="1253"/>
                </a:lnTo>
                <a:lnTo>
                  <a:pt x="1999" y="1254"/>
                </a:lnTo>
                <a:lnTo>
                  <a:pt x="1999" y="1256"/>
                </a:lnTo>
                <a:lnTo>
                  <a:pt x="2000" y="1257"/>
                </a:lnTo>
                <a:lnTo>
                  <a:pt x="2001" y="1258"/>
                </a:lnTo>
                <a:lnTo>
                  <a:pt x="2001" y="1260"/>
                </a:lnTo>
                <a:lnTo>
                  <a:pt x="2001" y="1261"/>
                </a:lnTo>
                <a:lnTo>
                  <a:pt x="2002" y="1261"/>
                </a:lnTo>
                <a:lnTo>
                  <a:pt x="2002" y="1263"/>
                </a:lnTo>
                <a:lnTo>
                  <a:pt x="2002" y="1264"/>
                </a:lnTo>
                <a:lnTo>
                  <a:pt x="2001" y="1264"/>
                </a:lnTo>
                <a:lnTo>
                  <a:pt x="2001" y="1267"/>
                </a:lnTo>
                <a:lnTo>
                  <a:pt x="2002" y="1268"/>
                </a:lnTo>
                <a:lnTo>
                  <a:pt x="2002" y="1269"/>
                </a:lnTo>
                <a:lnTo>
                  <a:pt x="2002" y="1270"/>
                </a:lnTo>
                <a:lnTo>
                  <a:pt x="2001" y="1272"/>
                </a:lnTo>
                <a:lnTo>
                  <a:pt x="2002" y="1272"/>
                </a:lnTo>
                <a:lnTo>
                  <a:pt x="2003" y="1273"/>
                </a:lnTo>
                <a:lnTo>
                  <a:pt x="2003" y="1272"/>
                </a:lnTo>
                <a:lnTo>
                  <a:pt x="2003" y="1271"/>
                </a:lnTo>
                <a:lnTo>
                  <a:pt x="2004" y="1271"/>
                </a:lnTo>
                <a:lnTo>
                  <a:pt x="2005" y="1270"/>
                </a:lnTo>
                <a:lnTo>
                  <a:pt x="2007" y="1271"/>
                </a:lnTo>
                <a:lnTo>
                  <a:pt x="2008" y="1272"/>
                </a:lnTo>
                <a:lnTo>
                  <a:pt x="2009" y="1273"/>
                </a:lnTo>
                <a:lnTo>
                  <a:pt x="2010" y="1271"/>
                </a:lnTo>
                <a:lnTo>
                  <a:pt x="2011" y="1271"/>
                </a:lnTo>
                <a:lnTo>
                  <a:pt x="2012" y="1271"/>
                </a:lnTo>
                <a:lnTo>
                  <a:pt x="2012" y="1272"/>
                </a:lnTo>
                <a:lnTo>
                  <a:pt x="2013" y="1273"/>
                </a:lnTo>
                <a:lnTo>
                  <a:pt x="2014" y="1274"/>
                </a:lnTo>
                <a:lnTo>
                  <a:pt x="2016" y="1276"/>
                </a:lnTo>
                <a:lnTo>
                  <a:pt x="2017" y="1276"/>
                </a:lnTo>
                <a:lnTo>
                  <a:pt x="2017" y="1277"/>
                </a:lnTo>
                <a:lnTo>
                  <a:pt x="2017" y="1279"/>
                </a:lnTo>
                <a:lnTo>
                  <a:pt x="2017" y="1280"/>
                </a:lnTo>
                <a:lnTo>
                  <a:pt x="2020" y="1282"/>
                </a:lnTo>
                <a:lnTo>
                  <a:pt x="2020" y="1283"/>
                </a:lnTo>
                <a:lnTo>
                  <a:pt x="2019" y="1283"/>
                </a:lnTo>
                <a:lnTo>
                  <a:pt x="2019" y="1284"/>
                </a:lnTo>
                <a:lnTo>
                  <a:pt x="2020" y="1285"/>
                </a:lnTo>
                <a:lnTo>
                  <a:pt x="2021" y="1286"/>
                </a:lnTo>
                <a:lnTo>
                  <a:pt x="2021" y="1287"/>
                </a:lnTo>
                <a:lnTo>
                  <a:pt x="2023" y="1289"/>
                </a:lnTo>
                <a:lnTo>
                  <a:pt x="2025" y="1290"/>
                </a:lnTo>
                <a:lnTo>
                  <a:pt x="2025" y="1289"/>
                </a:lnTo>
                <a:lnTo>
                  <a:pt x="2026" y="1289"/>
                </a:lnTo>
                <a:lnTo>
                  <a:pt x="2026" y="1290"/>
                </a:lnTo>
                <a:lnTo>
                  <a:pt x="2026" y="1291"/>
                </a:lnTo>
                <a:lnTo>
                  <a:pt x="2026" y="1293"/>
                </a:lnTo>
                <a:lnTo>
                  <a:pt x="2026" y="1294"/>
                </a:lnTo>
                <a:lnTo>
                  <a:pt x="2026" y="1296"/>
                </a:lnTo>
                <a:lnTo>
                  <a:pt x="2027" y="1297"/>
                </a:lnTo>
                <a:lnTo>
                  <a:pt x="2027" y="1298"/>
                </a:lnTo>
                <a:lnTo>
                  <a:pt x="2026" y="1299"/>
                </a:lnTo>
                <a:lnTo>
                  <a:pt x="2025" y="1300"/>
                </a:lnTo>
                <a:lnTo>
                  <a:pt x="2025" y="1301"/>
                </a:lnTo>
                <a:lnTo>
                  <a:pt x="2025" y="1302"/>
                </a:lnTo>
                <a:lnTo>
                  <a:pt x="2024" y="1302"/>
                </a:lnTo>
                <a:lnTo>
                  <a:pt x="2024" y="1303"/>
                </a:lnTo>
                <a:lnTo>
                  <a:pt x="2023" y="1303"/>
                </a:lnTo>
                <a:lnTo>
                  <a:pt x="2022" y="1303"/>
                </a:lnTo>
                <a:lnTo>
                  <a:pt x="2021" y="1303"/>
                </a:lnTo>
                <a:lnTo>
                  <a:pt x="2021" y="1302"/>
                </a:lnTo>
                <a:lnTo>
                  <a:pt x="2019" y="1301"/>
                </a:lnTo>
                <a:lnTo>
                  <a:pt x="2017" y="1301"/>
                </a:lnTo>
                <a:lnTo>
                  <a:pt x="2016" y="1301"/>
                </a:lnTo>
                <a:lnTo>
                  <a:pt x="2016" y="1302"/>
                </a:lnTo>
                <a:lnTo>
                  <a:pt x="2016" y="1303"/>
                </a:lnTo>
                <a:lnTo>
                  <a:pt x="2015" y="1303"/>
                </a:lnTo>
                <a:lnTo>
                  <a:pt x="2014" y="1303"/>
                </a:lnTo>
                <a:lnTo>
                  <a:pt x="2011" y="1303"/>
                </a:lnTo>
                <a:lnTo>
                  <a:pt x="2011" y="1304"/>
                </a:lnTo>
                <a:lnTo>
                  <a:pt x="2011" y="1305"/>
                </a:lnTo>
                <a:lnTo>
                  <a:pt x="2010" y="1305"/>
                </a:lnTo>
                <a:lnTo>
                  <a:pt x="2009" y="1305"/>
                </a:lnTo>
                <a:lnTo>
                  <a:pt x="2007" y="1305"/>
                </a:lnTo>
                <a:lnTo>
                  <a:pt x="2007" y="1306"/>
                </a:lnTo>
                <a:lnTo>
                  <a:pt x="2006" y="1309"/>
                </a:lnTo>
                <a:lnTo>
                  <a:pt x="2005" y="1310"/>
                </a:lnTo>
                <a:lnTo>
                  <a:pt x="2005" y="1311"/>
                </a:lnTo>
                <a:lnTo>
                  <a:pt x="2005" y="1313"/>
                </a:lnTo>
                <a:lnTo>
                  <a:pt x="2005" y="1316"/>
                </a:lnTo>
                <a:lnTo>
                  <a:pt x="2006" y="1316"/>
                </a:lnTo>
                <a:lnTo>
                  <a:pt x="2007" y="1317"/>
                </a:lnTo>
                <a:lnTo>
                  <a:pt x="2008" y="1318"/>
                </a:lnTo>
                <a:lnTo>
                  <a:pt x="2009" y="1319"/>
                </a:lnTo>
                <a:lnTo>
                  <a:pt x="2009" y="1320"/>
                </a:lnTo>
                <a:lnTo>
                  <a:pt x="2008" y="1321"/>
                </a:lnTo>
                <a:lnTo>
                  <a:pt x="2008" y="1322"/>
                </a:lnTo>
                <a:lnTo>
                  <a:pt x="2008" y="1325"/>
                </a:lnTo>
                <a:lnTo>
                  <a:pt x="2008" y="1326"/>
                </a:lnTo>
                <a:lnTo>
                  <a:pt x="2009" y="1326"/>
                </a:lnTo>
                <a:lnTo>
                  <a:pt x="2011" y="1327"/>
                </a:lnTo>
                <a:lnTo>
                  <a:pt x="2011" y="1328"/>
                </a:lnTo>
                <a:lnTo>
                  <a:pt x="2011" y="1329"/>
                </a:lnTo>
                <a:lnTo>
                  <a:pt x="2011" y="1330"/>
                </a:lnTo>
                <a:lnTo>
                  <a:pt x="2013" y="1332"/>
                </a:lnTo>
                <a:lnTo>
                  <a:pt x="2014" y="1332"/>
                </a:lnTo>
                <a:lnTo>
                  <a:pt x="2016" y="1333"/>
                </a:lnTo>
                <a:lnTo>
                  <a:pt x="2016" y="1334"/>
                </a:lnTo>
                <a:lnTo>
                  <a:pt x="2015" y="1334"/>
                </a:lnTo>
                <a:lnTo>
                  <a:pt x="2015" y="1335"/>
                </a:lnTo>
                <a:lnTo>
                  <a:pt x="2016" y="1336"/>
                </a:lnTo>
                <a:lnTo>
                  <a:pt x="2016" y="1337"/>
                </a:lnTo>
                <a:lnTo>
                  <a:pt x="2017" y="1340"/>
                </a:lnTo>
                <a:lnTo>
                  <a:pt x="2016" y="1340"/>
                </a:lnTo>
                <a:lnTo>
                  <a:pt x="2015" y="1341"/>
                </a:lnTo>
                <a:lnTo>
                  <a:pt x="2013" y="1342"/>
                </a:lnTo>
                <a:lnTo>
                  <a:pt x="2012" y="1343"/>
                </a:lnTo>
                <a:lnTo>
                  <a:pt x="2015" y="1346"/>
                </a:lnTo>
                <a:lnTo>
                  <a:pt x="2015" y="1347"/>
                </a:lnTo>
                <a:lnTo>
                  <a:pt x="2018" y="1348"/>
                </a:lnTo>
                <a:lnTo>
                  <a:pt x="2020" y="1348"/>
                </a:lnTo>
                <a:lnTo>
                  <a:pt x="2022" y="1347"/>
                </a:lnTo>
                <a:lnTo>
                  <a:pt x="2023" y="1346"/>
                </a:lnTo>
                <a:lnTo>
                  <a:pt x="2024" y="1346"/>
                </a:lnTo>
                <a:lnTo>
                  <a:pt x="2025" y="1348"/>
                </a:lnTo>
                <a:lnTo>
                  <a:pt x="2027" y="1349"/>
                </a:lnTo>
                <a:lnTo>
                  <a:pt x="2028" y="1350"/>
                </a:lnTo>
                <a:lnTo>
                  <a:pt x="2030" y="1353"/>
                </a:lnTo>
                <a:lnTo>
                  <a:pt x="2031" y="1354"/>
                </a:lnTo>
                <a:lnTo>
                  <a:pt x="2031" y="1355"/>
                </a:lnTo>
                <a:lnTo>
                  <a:pt x="2032" y="1356"/>
                </a:lnTo>
                <a:lnTo>
                  <a:pt x="2032" y="1357"/>
                </a:lnTo>
                <a:lnTo>
                  <a:pt x="2032" y="1361"/>
                </a:lnTo>
                <a:lnTo>
                  <a:pt x="2032" y="1362"/>
                </a:lnTo>
                <a:lnTo>
                  <a:pt x="2031" y="1364"/>
                </a:lnTo>
                <a:lnTo>
                  <a:pt x="2031" y="1365"/>
                </a:lnTo>
                <a:lnTo>
                  <a:pt x="2031" y="1366"/>
                </a:lnTo>
                <a:lnTo>
                  <a:pt x="2031" y="1367"/>
                </a:lnTo>
                <a:lnTo>
                  <a:pt x="2032" y="1367"/>
                </a:lnTo>
                <a:lnTo>
                  <a:pt x="2032" y="1366"/>
                </a:lnTo>
                <a:lnTo>
                  <a:pt x="2033" y="1366"/>
                </a:lnTo>
                <a:lnTo>
                  <a:pt x="2034" y="1365"/>
                </a:lnTo>
                <a:lnTo>
                  <a:pt x="2035" y="1366"/>
                </a:lnTo>
                <a:lnTo>
                  <a:pt x="2037" y="1367"/>
                </a:lnTo>
                <a:lnTo>
                  <a:pt x="2037" y="1368"/>
                </a:lnTo>
                <a:lnTo>
                  <a:pt x="2037" y="1369"/>
                </a:lnTo>
                <a:lnTo>
                  <a:pt x="2036" y="1369"/>
                </a:lnTo>
                <a:lnTo>
                  <a:pt x="2036" y="1370"/>
                </a:lnTo>
                <a:lnTo>
                  <a:pt x="2036" y="1372"/>
                </a:lnTo>
                <a:lnTo>
                  <a:pt x="2037" y="1376"/>
                </a:lnTo>
                <a:lnTo>
                  <a:pt x="2037" y="1377"/>
                </a:lnTo>
                <a:lnTo>
                  <a:pt x="2038" y="1377"/>
                </a:lnTo>
                <a:lnTo>
                  <a:pt x="2039" y="1377"/>
                </a:lnTo>
                <a:lnTo>
                  <a:pt x="2040" y="1378"/>
                </a:lnTo>
                <a:lnTo>
                  <a:pt x="2040" y="1380"/>
                </a:lnTo>
                <a:lnTo>
                  <a:pt x="2039" y="1380"/>
                </a:lnTo>
                <a:lnTo>
                  <a:pt x="2038" y="1380"/>
                </a:lnTo>
                <a:lnTo>
                  <a:pt x="2037" y="1380"/>
                </a:lnTo>
                <a:lnTo>
                  <a:pt x="2037" y="1381"/>
                </a:lnTo>
                <a:lnTo>
                  <a:pt x="2038" y="1382"/>
                </a:lnTo>
                <a:lnTo>
                  <a:pt x="2038" y="1383"/>
                </a:lnTo>
                <a:lnTo>
                  <a:pt x="2039" y="1383"/>
                </a:lnTo>
                <a:lnTo>
                  <a:pt x="2039" y="1384"/>
                </a:lnTo>
                <a:lnTo>
                  <a:pt x="2039" y="1385"/>
                </a:lnTo>
                <a:lnTo>
                  <a:pt x="2040" y="1385"/>
                </a:lnTo>
                <a:lnTo>
                  <a:pt x="2040" y="1386"/>
                </a:lnTo>
                <a:lnTo>
                  <a:pt x="2041" y="1386"/>
                </a:lnTo>
                <a:lnTo>
                  <a:pt x="2041" y="1388"/>
                </a:lnTo>
                <a:lnTo>
                  <a:pt x="2043" y="1389"/>
                </a:lnTo>
                <a:lnTo>
                  <a:pt x="2044" y="1389"/>
                </a:lnTo>
                <a:lnTo>
                  <a:pt x="2046" y="1390"/>
                </a:lnTo>
                <a:lnTo>
                  <a:pt x="2046" y="1391"/>
                </a:lnTo>
                <a:lnTo>
                  <a:pt x="2047" y="1393"/>
                </a:lnTo>
                <a:lnTo>
                  <a:pt x="2048" y="1393"/>
                </a:lnTo>
                <a:lnTo>
                  <a:pt x="2048" y="1394"/>
                </a:lnTo>
                <a:lnTo>
                  <a:pt x="2049" y="1395"/>
                </a:lnTo>
                <a:lnTo>
                  <a:pt x="2050" y="1396"/>
                </a:lnTo>
                <a:lnTo>
                  <a:pt x="2049" y="1397"/>
                </a:lnTo>
                <a:lnTo>
                  <a:pt x="2049" y="1399"/>
                </a:lnTo>
                <a:lnTo>
                  <a:pt x="2049" y="1400"/>
                </a:lnTo>
                <a:lnTo>
                  <a:pt x="2048" y="1400"/>
                </a:lnTo>
                <a:lnTo>
                  <a:pt x="2047" y="1401"/>
                </a:lnTo>
                <a:lnTo>
                  <a:pt x="2047" y="1402"/>
                </a:lnTo>
                <a:lnTo>
                  <a:pt x="2047" y="1403"/>
                </a:lnTo>
                <a:lnTo>
                  <a:pt x="2048" y="1404"/>
                </a:lnTo>
                <a:lnTo>
                  <a:pt x="2048" y="1405"/>
                </a:lnTo>
                <a:lnTo>
                  <a:pt x="2047" y="1406"/>
                </a:lnTo>
                <a:lnTo>
                  <a:pt x="2046" y="1407"/>
                </a:lnTo>
                <a:lnTo>
                  <a:pt x="2046" y="1408"/>
                </a:lnTo>
                <a:lnTo>
                  <a:pt x="2047" y="1411"/>
                </a:lnTo>
                <a:lnTo>
                  <a:pt x="2048" y="1411"/>
                </a:lnTo>
                <a:lnTo>
                  <a:pt x="2049" y="1412"/>
                </a:lnTo>
                <a:lnTo>
                  <a:pt x="2050" y="1413"/>
                </a:lnTo>
                <a:lnTo>
                  <a:pt x="2050" y="1414"/>
                </a:lnTo>
                <a:lnTo>
                  <a:pt x="2051" y="1417"/>
                </a:lnTo>
                <a:lnTo>
                  <a:pt x="2051" y="1419"/>
                </a:lnTo>
                <a:lnTo>
                  <a:pt x="2052" y="1420"/>
                </a:lnTo>
                <a:lnTo>
                  <a:pt x="2053" y="1423"/>
                </a:lnTo>
                <a:lnTo>
                  <a:pt x="2053" y="1424"/>
                </a:lnTo>
                <a:lnTo>
                  <a:pt x="2054" y="1424"/>
                </a:lnTo>
                <a:lnTo>
                  <a:pt x="2055" y="1425"/>
                </a:lnTo>
                <a:lnTo>
                  <a:pt x="2056" y="1426"/>
                </a:lnTo>
                <a:lnTo>
                  <a:pt x="2055" y="1427"/>
                </a:lnTo>
                <a:lnTo>
                  <a:pt x="2055" y="1428"/>
                </a:lnTo>
                <a:lnTo>
                  <a:pt x="2053" y="1432"/>
                </a:lnTo>
                <a:lnTo>
                  <a:pt x="2053" y="1434"/>
                </a:lnTo>
                <a:lnTo>
                  <a:pt x="2052" y="1436"/>
                </a:lnTo>
                <a:lnTo>
                  <a:pt x="2051" y="1436"/>
                </a:lnTo>
                <a:lnTo>
                  <a:pt x="2050" y="1436"/>
                </a:lnTo>
                <a:lnTo>
                  <a:pt x="2049" y="1436"/>
                </a:lnTo>
                <a:lnTo>
                  <a:pt x="2048" y="1436"/>
                </a:lnTo>
                <a:lnTo>
                  <a:pt x="2048" y="1435"/>
                </a:lnTo>
                <a:lnTo>
                  <a:pt x="2047" y="1435"/>
                </a:lnTo>
                <a:lnTo>
                  <a:pt x="2045" y="1435"/>
                </a:lnTo>
                <a:lnTo>
                  <a:pt x="2042" y="1435"/>
                </a:lnTo>
                <a:lnTo>
                  <a:pt x="2042" y="1436"/>
                </a:lnTo>
                <a:lnTo>
                  <a:pt x="2038" y="1441"/>
                </a:lnTo>
                <a:lnTo>
                  <a:pt x="2037" y="1441"/>
                </a:lnTo>
                <a:lnTo>
                  <a:pt x="2037" y="1440"/>
                </a:lnTo>
                <a:lnTo>
                  <a:pt x="2036" y="1441"/>
                </a:lnTo>
                <a:lnTo>
                  <a:pt x="2036" y="1442"/>
                </a:lnTo>
                <a:lnTo>
                  <a:pt x="2036" y="1443"/>
                </a:lnTo>
                <a:lnTo>
                  <a:pt x="2036" y="1444"/>
                </a:lnTo>
                <a:lnTo>
                  <a:pt x="2034" y="1444"/>
                </a:lnTo>
                <a:lnTo>
                  <a:pt x="2033" y="1444"/>
                </a:lnTo>
                <a:lnTo>
                  <a:pt x="2031" y="1447"/>
                </a:lnTo>
                <a:lnTo>
                  <a:pt x="2031" y="1448"/>
                </a:lnTo>
                <a:lnTo>
                  <a:pt x="2031" y="1449"/>
                </a:lnTo>
                <a:lnTo>
                  <a:pt x="2032" y="1450"/>
                </a:lnTo>
                <a:lnTo>
                  <a:pt x="2029" y="1450"/>
                </a:lnTo>
                <a:lnTo>
                  <a:pt x="2028" y="1450"/>
                </a:lnTo>
                <a:lnTo>
                  <a:pt x="2028" y="1451"/>
                </a:lnTo>
                <a:lnTo>
                  <a:pt x="2027" y="1453"/>
                </a:lnTo>
                <a:lnTo>
                  <a:pt x="2027" y="1456"/>
                </a:lnTo>
                <a:lnTo>
                  <a:pt x="2027" y="1457"/>
                </a:lnTo>
                <a:lnTo>
                  <a:pt x="2026" y="1457"/>
                </a:lnTo>
                <a:lnTo>
                  <a:pt x="2026" y="1458"/>
                </a:lnTo>
                <a:lnTo>
                  <a:pt x="2027" y="1458"/>
                </a:lnTo>
                <a:lnTo>
                  <a:pt x="2027" y="1459"/>
                </a:lnTo>
                <a:lnTo>
                  <a:pt x="2027" y="1460"/>
                </a:lnTo>
                <a:lnTo>
                  <a:pt x="2027" y="1461"/>
                </a:lnTo>
                <a:lnTo>
                  <a:pt x="2026" y="1463"/>
                </a:lnTo>
                <a:lnTo>
                  <a:pt x="2026" y="1464"/>
                </a:lnTo>
                <a:lnTo>
                  <a:pt x="2026" y="1465"/>
                </a:lnTo>
                <a:lnTo>
                  <a:pt x="2026" y="1466"/>
                </a:lnTo>
                <a:lnTo>
                  <a:pt x="2026" y="1467"/>
                </a:lnTo>
                <a:lnTo>
                  <a:pt x="2025" y="1469"/>
                </a:lnTo>
                <a:lnTo>
                  <a:pt x="2026" y="1471"/>
                </a:lnTo>
                <a:lnTo>
                  <a:pt x="2026" y="1472"/>
                </a:lnTo>
                <a:lnTo>
                  <a:pt x="2027" y="1472"/>
                </a:lnTo>
                <a:lnTo>
                  <a:pt x="2027" y="1474"/>
                </a:lnTo>
                <a:lnTo>
                  <a:pt x="2027" y="1475"/>
                </a:lnTo>
                <a:lnTo>
                  <a:pt x="2025" y="1476"/>
                </a:lnTo>
                <a:lnTo>
                  <a:pt x="2025" y="1477"/>
                </a:lnTo>
                <a:lnTo>
                  <a:pt x="2026" y="1479"/>
                </a:lnTo>
                <a:lnTo>
                  <a:pt x="2026" y="1480"/>
                </a:lnTo>
                <a:lnTo>
                  <a:pt x="2027" y="1481"/>
                </a:lnTo>
                <a:lnTo>
                  <a:pt x="2028" y="1482"/>
                </a:lnTo>
                <a:lnTo>
                  <a:pt x="2029" y="1483"/>
                </a:lnTo>
                <a:lnTo>
                  <a:pt x="2030" y="1483"/>
                </a:lnTo>
                <a:lnTo>
                  <a:pt x="2030" y="1482"/>
                </a:lnTo>
                <a:lnTo>
                  <a:pt x="2031" y="1483"/>
                </a:lnTo>
                <a:lnTo>
                  <a:pt x="2032" y="1483"/>
                </a:lnTo>
                <a:lnTo>
                  <a:pt x="2032" y="1484"/>
                </a:lnTo>
                <a:lnTo>
                  <a:pt x="2033" y="1484"/>
                </a:lnTo>
                <a:lnTo>
                  <a:pt x="2033" y="1483"/>
                </a:lnTo>
                <a:lnTo>
                  <a:pt x="2034" y="1483"/>
                </a:lnTo>
                <a:lnTo>
                  <a:pt x="2034" y="1484"/>
                </a:lnTo>
                <a:lnTo>
                  <a:pt x="2035" y="1484"/>
                </a:lnTo>
                <a:lnTo>
                  <a:pt x="2036" y="1485"/>
                </a:lnTo>
                <a:lnTo>
                  <a:pt x="2037" y="1486"/>
                </a:lnTo>
                <a:lnTo>
                  <a:pt x="2037" y="1487"/>
                </a:lnTo>
                <a:lnTo>
                  <a:pt x="2037" y="1488"/>
                </a:lnTo>
                <a:lnTo>
                  <a:pt x="2037" y="1489"/>
                </a:lnTo>
                <a:lnTo>
                  <a:pt x="2036" y="1489"/>
                </a:lnTo>
                <a:lnTo>
                  <a:pt x="2036" y="1488"/>
                </a:lnTo>
                <a:lnTo>
                  <a:pt x="2035" y="1488"/>
                </a:lnTo>
                <a:lnTo>
                  <a:pt x="2035" y="1487"/>
                </a:lnTo>
                <a:lnTo>
                  <a:pt x="2034" y="1488"/>
                </a:lnTo>
                <a:lnTo>
                  <a:pt x="2033" y="1489"/>
                </a:lnTo>
                <a:lnTo>
                  <a:pt x="2033" y="1490"/>
                </a:lnTo>
                <a:lnTo>
                  <a:pt x="2034" y="1491"/>
                </a:lnTo>
                <a:lnTo>
                  <a:pt x="2034" y="1493"/>
                </a:lnTo>
                <a:lnTo>
                  <a:pt x="2034" y="1496"/>
                </a:lnTo>
                <a:lnTo>
                  <a:pt x="2033" y="1497"/>
                </a:lnTo>
                <a:lnTo>
                  <a:pt x="2034" y="1499"/>
                </a:lnTo>
                <a:lnTo>
                  <a:pt x="2035" y="1500"/>
                </a:lnTo>
                <a:lnTo>
                  <a:pt x="2036" y="1499"/>
                </a:lnTo>
                <a:lnTo>
                  <a:pt x="2036" y="1498"/>
                </a:lnTo>
                <a:lnTo>
                  <a:pt x="2036" y="1497"/>
                </a:lnTo>
                <a:lnTo>
                  <a:pt x="2036" y="1496"/>
                </a:lnTo>
                <a:lnTo>
                  <a:pt x="2037" y="1496"/>
                </a:lnTo>
                <a:lnTo>
                  <a:pt x="2038" y="1495"/>
                </a:lnTo>
                <a:lnTo>
                  <a:pt x="2039" y="1494"/>
                </a:lnTo>
                <a:lnTo>
                  <a:pt x="2040" y="1493"/>
                </a:lnTo>
                <a:lnTo>
                  <a:pt x="2040" y="1494"/>
                </a:lnTo>
                <a:lnTo>
                  <a:pt x="2040" y="1495"/>
                </a:lnTo>
                <a:lnTo>
                  <a:pt x="2040" y="1496"/>
                </a:lnTo>
                <a:lnTo>
                  <a:pt x="2041" y="1495"/>
                </a:lnTo>
                <a:lnTo>
                  <a:pt x="2042" y="1494"/>
                </a:lnTo>
                <a:lnTo>
                  <a:pt x="2042" y="1495"/>
                </a:lnTo>
                <a:lnTo>
                  <a:pt x="2042" y="1496"/>
                </a:lnTo>
                <a:lnTo>
                  <a:pt x="2042" y="1500"/>
                </a:lnTo>
                <a:lnTo>
                  <a:pt x="2043" y="1501"/>
                </a:lnTo>
                <a:lnTo>
                  <a:pt x="2044" y="1502"/>
                </a:lnTo>
                <a:lnTo>
                  <a:pt x="2044" y="1503"/>
                </a:lnTo>
                <a:lnTo>
                  <a:pt x="2045" y="1502"/>
                </a:lnTo>
                <a:lnTo>
                  <a:pt x="2045" y="1503"/>
                </a:lnTo>
                <a:lnTo>
                  <a:pt x="2046" y="1504"/>
                </a:lnTo>
                <a:lnTo>
                  <a:pt x="2047" y="1505"/>
                </a:lnTo>
                <a:lnTo>
                  <a:pt x="2046" y="1507"/>
                </a:lnTo>
                <a:lnTo>
                  <a:pt x="2046" y="1508"/>
                </a:lnTo>
                <a:lnTo>
                  <a:pt x="2046" y="1509"/>
                </a:lnTo>
                <a:lnTo>
                  <a:pt x="2047" y="1509"/>
                </a:lnTo>
                <a:lnTo>
                  <a:pt x="2048" y="1509"/>
                </a:lnTo>
                <a:lnTo>
                  <a:pt x="2049" y="1509"/>
                </a:lnTo>
                <a:lnTo>
                  <a:pt x="2050" y="1510"/>
                </a:lnTo>
                <a:lnTo>
                  <a:pt x="2050" y="1511"/>
                </a:lnTo>
                <a:lnTo>
                  <a:pt x="2050" y="1512"/>
                </a:lnTo>
                <a:lnTo>
                  <a:pt x="2051" y="1513"/>
                </a:lnTo>
                <a:lnTo>
                  <a:pt x="2051" y="1514"/>
                </a:lnTo>
                <a:lnTo>
                  <a:pt x="2052" y="1514"/>
                </a:lnTo>
                <a:lnTo>
                  <a:pt x="2053" y="1514"/>
                </a:lnTo>
                <a:lnTo>
                  <a:pt x="2053" y="1515"/>
                </a:lnTo>
                <a:lnTo>
                  <a:pt x="2055" y="1515"/>
                </a:lnTo>
                <a:lnTo>
                  <a:pt x="2056" y="1515"/>
                </a:lnTo>
                <a:lnTo>
                  <a:pt x="2057" y="1514"/>
                </a:lnTo>
                <a:lnTo>
                  <a:pt x="2059" y="1513"/>
                </a:lnTo>
                <a:lnTo>
                  <a:pt x="2059" y="1514"/>
                </a:lnTo>
                <a:lnTo>
                  <a:pt x="2060" y="1514"/>
                </a:lnTo>
                <a:lnTo>
                  <a:pt x="2061" y="1514"/>
                </a:lnTo>
                <a:lnTo>
                  <a:pt x="2061" y="1513"/>
                </a:lnTo>
                <a:lnTo>
                  <a:pt x="2062" y="1513"/>
                </a:lnTo>
                <a:lnTo>
                  <a:pt x="2063" y="1514"/>
                </a:lnTo>
                <a:lnTo>
                  <a:pt x="2064" y="1514"/>
                </a:lnTo>
                <a:lnTo>
                  <a:pt x="2065" y="1515"/>
                </a:lnTo>
                <a:lnTo>
                  <a:pt x="2065" y="1516"/>
                </a:lnTo>
                <a:lnTo>
                  <a:pt x="2065" y="1517"/>
                </a:lnTo>
                <a:lnTo>
                  <a:pt x="2063" y="1519"/>
                </a:lnTo>
                <a:lnTo>
                  <a:pt x="2064" y="1520"/>
                </a:lnTo>
                <a:lnTo>
                  <a:pt x="2064" y="1521"/>
                </a:lnTo>
                <a:lnTo>
                  <a:pt x="2065" y="1521"/>
                </a:lnTo>
                <a:lnTo>
                  <a:pt x="2066" y="1520"/>
                </a:lnTo>
                <a:lnTo>
                  <a:pt x="2067" y="1519"/>
                </a:lnTo>
                <a:lnTo>
                  <a:pt x="2066" y="1518"/>
                </a:lnTo>
                <a:lnTo>
                  <a:pt x="2066" y="1517"/>
                </a:lnTo>
                <a:lnTo>
                  <a:pt x="2067" y="1516"/>
                </a:lnTo>
                <a:lnTo>
                  <a:pt x="2068" y="1515"/>
                </a:lnTo>
                <a:lnTo>
                  <a:pt x="2069" y="1515"/>
                </a:lnTo>
                <a:lnTo>
                  <a:pt x="2069" y="1514"/>
                </a:lnTo>
                <a:lnTo>
                  <a:pt x="2071" y="1514"/>
                </a:lnTo>
                <a:lnTo>
                  <a:pt x="2072" y="1513"/>
                </a:lnTo>
                <a:lnTo>
                  <a:pt x="2073" y="1513"/>
                </a:lnTo>
                <a:lnTo>
                  <a:pt x="2074" y="1513"/>
                </a:lnTo>
                <a:lnTo>
                  <a:pt x="2075" y="1512"/>
                </a:lnTo>
                <a:lnTo>
                  <a:pt x="2076" y="1512"/>
                </a:lnTo>
                <a:lnTo>
                  <a:pt x="2076" y="1511"/>
                </a:lnTo>
                <a:lnTo>
                  <a:pt x="2077" y="1511"/>
                </a:lnTo>
                <a:lnTo>
                  <a:pt x="2078" y="1510"/>
                </a:lnTo>
                <a:lnTo>
                  <a:pt x="2081" y="1508"/>
                </a:lnTo>
                <a:lnTo>
                  <a:pt x="2082" y="1509"/>
                </a:lnTo>
                <a:lnTo>
                  <a:pt x="2082" y="1510"/>
                </a:lnTo>
                <a:lnTo>
                  <a:pt x="2082" y="1511"/>
                </a:lnTo>
                <a:lnTo>
                  <a:pt x="2083" y="1511"/>
                </a:lnTo>
                <a:lnTo>
                  <a:pt x="2084" y="1511"/>
                </a:lnTo>
                <a:lnTo>
                  <a:pt x="2084" y="1510"/>
                </a:lnTo>
                <a:lnTo>
                  <a:pt x="2083" y="1510"/>
                </a:lnTo>
                <a:lnTo>
                  <a:pt x="2083" y="1509"/>
                </a:lnTo>
                <a:lnTo>
                  <a:pt x="2084" y="1509"/>
                </a:lnTo>
                <a:lnTo>
                  <a:pt x="2085" y="1509"/>
                </a:lnTo>
                <a:lnTo>
                  <a:pt x="2085" y="1510"/>
                </a:lnTo>
                <a:lnTo>
                  <a:pt x="2085" y="1511"/>
                </a:lnTo>
                <a:lnTo>
                  <a:pt x="2086" y="1511"/>
                </a:lnTo>
                <a:lnTo>
                  <a:pt x="2086" y="1512"/>
                </a:lnTo>
                <a:lnTo>
                  <a:pt x="2087" y="1512"/>
                </a:lnTo>
                <a:lnTo>
                  <a:pt x="2088" y="1511"/>
                </a:lnTo>
                <a:lnTo>
                  <a:pt x="2088" y="1510"/>
                </a:lnTo>
                <a:lnTo>
                  <a:pt x="2089" y="1510"/>
                </a:lnTo>
                <a:lnTo>
                  <a:pt x="2091" y="1512"/>
                </a:lnTo>
                <a:lnTo>
                  <a:pt x="2091" y="1513"/>
                </a:lnTo>
                <a:lnTo>
                  <a:pt x="2092" y="1513"/>
                </a:lnTo>
                <a:lnTo>
                  <a:pt x="2093" y="1514"/>
                </a:lnTo>
                <a:lnTo>
                  <a:pt x="2093" y="1513"/>
                </a:lnTo>
                <a:lnTo>
                  <a:pt x="2094" y="1512"/>
                </a:lnTo>
                <a:lnTo>
                  <a:pt x="2095" y="1512"/>
                </a:lnTo>
                <a:lnTo>
                  <a:pt x="2096" y="1512"/>
                </a:lnTo>
                <a:lnTo>
                  <a:pt x="2096" y="1513"/>
                </a:lnTo>
                <a:lnTo>
                  <a:pt x="2096" y="1514"/>
                </a:lnTo>
                <a:lnTo>
                  <a:pt x="2096" y="1515"/>
                </a:lnTo>
                <a:lnTo>
                  <a:pt x="2095" y="1516"/>
                </a:lnTo>
                <a:lnTo>
                  <a:pt x="2094" y="1517"/>
                </a:lnTo>
                <a:lnTo>
                  <a:pt x="2094" y="1518"/>
                </a:lnTo>
                <a:lnTo>
                  <a:pt x="2093" y="1519"/>
                </a:lnTo>
                <a:lnTo>
                  <a:pt x="2092" y="1519"/>
                </a:lnTo>
                <a:lnTo>
                  <a:pt x="2091" y="1519"/>
                </a:lnTo>
                <a:lnTo>
                  <a:pt x="2091" y="1518"/>
                </a:lnTo>
                <a:lnTo>
                  <a:pt x="2091" y="1516"/>
                </a:lnTo>
                <a:lnTo>
                  <a:pt x="2091" y="1514"/>
                </a:lnTo>
                <a:lnTo>
                  <a:pt x="2090" y="1513"/>
                </a:lnTo>
                <a:lnTo>
                  <a:pt x="2089" y="1514"/>
                </a:lnTo>
                <a:lnTo>
                  <a:pt x="2089" y="1516"/>
                </a:lnTo>
                <a:lnTo>
                  <a:pt x="2088" y="1516"/>
                </a:lnTo>
                <a:lnTo>
                  <a:pt x="2088" y="1517"/>
                </a:lnTo>
                <a:lnTo>
                  <a:pt x="2087" y="1518"/>
                </a:lnTo>
                <a:lnTo>
                  <a:pt x="2086" y="1518"/>
                </a:lnTo>
                <a:lnTo>
                  <a:pt x="2085" y="1518"/>
                </a:lnTo>
                <a:lnTo>
                  <a:pt x="2085" y="1519"/>
                </a:lnTo>
                <a:lnTo>
                  <a:pt x="2085" y="1522"/>
                </a:lnTo>
                <a:lnTo>
                  <a:pt x="2087" y="1522"/>
                </a:lnTo>
                <a:lnTo>
                  <a:pt x="2088" y="1522"/>
                </a:lnTo>
                <a:lnTo>
                  <a:pt x="2088" y="1523"/>
                </a:lnTo>
                <a:lnTo>
                  <a:pt x="2088" y="1524"/>
                </a:lnTo>
                <a:lnTo>
                  <a:pt x="2089" y="1524"/>
                </a:lnTo>
                <a:lnTo>
                  <a:pt x="2089" y="1523"/>
                </a:lnTo>
                <a:lnTo>
                  <a:pt x="2090" y="1523"/>
                </a:lnTo>
                <a:lnTo>
                  <a:pt x="2090" y="1524"/>
                </a:lnTo>
                <a:lnTo>
                  <a:pt x="2090" y="1525"/>
                </a:lnTo>
                <a:lnTo>
                  <a:pt x="2090" y="1526"/>
                </a:lnTo>
                <a:lnTo>
                  <a:pt x="2090" y="1527"/>
                </a:lnTo>
                <a:lnTo>
                  <a:pt x="2089" y="1528"/>
                </a:lnTo>
                <a:lnTo>
                  <a:pt x="2089" y="1529"/>
                </a:lnTo>
                <a:lnTo>
                  <a:pt x="2089" y="1530"/>
                </a:lnTo>
                <a:lnTo>
                  <a:pt x="2090" y="1530"/>
                </a:lnTo>
                <a:lnTo>
                  <a:pt x="2091" y="1531"/>
                </a:lnTo>
                <a:lnTo>
                  <a:pt x="2091" y="1532"/>
                </a:lnTo>
                <a:lnTo>
                  <a:pt x="2091" y="1531"/>
                </a:lnTo>
                <a:lnTo>
                  <a:pt x="2092" y="1531"/>
                </a:lnTo>
                <a:lnTo>
                  <a:pt x="2092" y="1532"/>
                </a:lnTo>
                <a:lnTo>
                  <a:pt x="2093" y="1532"/>
                </a:lnTo>
                <a:lnTo>
                  <a:pt x="2093" y="1533"/>
                </a:lnTo>
                <a:lnTo>
                  <a:pt x="2094" y="1533"/>
                </a:lnTo>
                <a:lnTo>
                  <a:pt x="2094" y="1534"/>
                </a:lnTo>
                <a:lnTo>
                  <a:pt x="2094" y="1535"/>
                </a:lnTo>
                <a:lnTo>
                  <a:pt x="2095" y="1535"/>
                </a:lnTo>
                <a:lnTo>
                  <a:pt x="2095" y="1534"/>
                </a:lnTo>
                <a:lnTo>
                  <a:pt x="2096" y="1533"/>
                </a:lnTo>
                <a:lnTo>
                  <a:pt x="2097" y="1533"/>
                </a:lnTo>
                <a:lnTo>
                  <a:pt x="2096" y="1536"/>
                </a:lnTo>
                <a:lnTo>
                  <a:pt x="2095" y="1536"/>
                </a:lnTo>
                <a:lnTo>
                  <a:pt x="2094" y="1536"/>
                </a:lnTo>
                <a:lnTo>
                  <a:pt x="2094" y="1537"/>
                </a:lnTo>
                <a:lnTo>
                  <a:pt x="2095" y="1538"/>
                </a:lnTo>
                <a:lnTo>
                  <a:pt x="2096" y="1537"/>
                </a:lnTo>
                <a:lnTo>
                  <a:pt x="2096" y="1538"/>
                </a:lnTo>
                <a:lnTo>
                  <a:pt x="2096" y="1539"/>
                </a:lnTo>
                <a:lnTo>
                  <a:pt x="2097" y="1539"/>
                </a:lnTo>
                <a:lnTo>
                  <a:pt x="2098" y="1539"/>
                </a:lnTo>
                <a:lnTo>
                  <a:pt x="2099" y="1539"/>
                </a:lnTo>
                <a:lnTo>
                  <a:pt x="2100" y="1540"/>
                </a:lnTo>
                <a:lnTo>
                  <a:pt x="2101" y="1541"/>
                </a:lnTo>
                <a:lnTo>
                  <a:pt x="2101" y="1542"/>
                </a:lnTo>
                <a:lnTo>
                  <a:pt x="2100" y="1542"/>
                </a:lnTo>
                <a:lnTo>
                  <a:pt x="2099" y="1542"/>
                </a:lnTo>
                <a:lnTo>
                  <a:pt x="2100" y="1543"/>
                </a:lnTo>
                <a:lnTo>
                  <a:pt x="2101" y="1544"/>
                </a:lnTo>
                <a:lnTo>
                  <a:pt x="2101" y="1545"/>
                </a:lnTo>
                <a:lnTo>
                  <a:pt x="2102" y="1545"/>
                </a:lnTo>
                <a:lnTo>
                  <a:pt x="2103" y="1547"/>
                </a:lnTo>
                <a:lnTo>
                  <a:pt x="2104" y="1546"/>
                </a:lnTo>
                <a:lnTo>
                  <a:pt x="2105" y="1546"/>
                </a:lnTo>
                <a:lnTo>
                  <a:pt x="2105" y="1545"/>
                </a:lnTo>
                <a:lnTo>
                  <a:pt x="2106" y="1544"/>
                </a:lnTo>
                <a:lnTo>
                  <a:pt x="2106" y="1545"/>
                </a:lnTo>
                <a:lnTo>
                  <a:pt x="2106" y="1546"/>
                </a:lnTo>
                <a:lnTo>
                  <a:pt x="2107" y="1547"/>
                </a:lnTo>
                <a:lnTo>
                  <a:pt x="2107" y="1548"/>
                </a:lnTo>
                <a:lnTo>
                  <a:pt x="2107" y="1549"/>
                </a:lnTo>
                <a:lnTo>
                  <a:pt x="2107" y="1551"/>
                </a:lnTo>
                <a:lnTo>
                  <a:pt x="2108" y="1552"/>
                </a:lnTo>
                <a:lnTo>
                  <a:pt x="2109" y="1552"/>
                </a:lnTo>
                <a:lnTo>
                  <a:pt x="2109" y="1554"/>
                </a:lnTo>
                <a:lnTo>
                  <a:pt x="2109" y="1555"/>
                </a:lnTo>
                <a:lnTo>
                  <a:pt x="2109" y="1556"/>
                </a:lnTo>
                <a:lnTo>
                  <a:pt x="2108" y="1556"/>
                </a:lnTo>
                <a:lnTo>
                  <a:pt x="2108" y="1557"/>
                </a:lnTo>
                <a:lnTo>
                  <a:pt x="2109" y="1558"/>
                </a:lnTo>
                <a:lnTo>
                  <a:pt x="2109" y="1561"/>
                </a:lnTo>
                <a:lnTo>
                  <a:pt x="2109" y="1562"/>
                </a:lnTo>
                <a:lnTo>
                  <a:pt x="2110" y="1562"/>
                </a:lnTo>
                <a:lnTo>
                  <a:pt x="2111" y="1562"/>
                </a:lnTo>
                <a:lnTo>
                  <a:pt x="2112" y="1560"/>
                </a:lnTo>
                <a:lnTo>
                  <a:pt x="2112" y="1559"/>
                </a:lnTo>
                <a:lnTo>
                  <a:pt x="2112" y="1558"/>
                </a:lnTo>
                <a:lnTo>
                  <a:pt x="2113" y="1557"/>
                </a:lnTo>
                <a:lnTo>
                  <a:pt x="2114" y="1556"/>
                </a:lnTo>
                <a:lnTo>
                  <a:pt x="2114" y="1555"/>
                </a:lnTo>
                <a:lnTo>
                  <a:pt x="2114" y="1554"/>
                </a:lnTo>
                <a:lnTo>
                  <a:pt x="2114" y="1553"/>
                </a:lnTo>
                <a:lnTo>
                  <a:pt x="2114" y="1551"/>
                </a:lnTo>
                <a:lnTo>
                  <a:pt x="2115" y="1552"/>
                </a:lnTo>
                <a:lnTo>
                  <a:pt x="2116" y="1552"/>
                </a:lnTo>
                <a:lnTo>
                  <a:pt x="2117" y="1552"/>
                </a:lnTo>
                <a:lnTo>
                  <a:pt x="2117" y="1551"/>
                </a:lnTo>
                <a:lnTo>
                  <a:pt x="2117" y="1550"/>
                </a:lnTo>
                <a:lnTo>
                  <a:pt x="2118" y="1550"/>
                </a:lnTo>
                <a:lnTo>
                  <a:pt x="2120" y="1550"/>
                </a:lnTo>
                <a:lnTo>
                  <a:pt x="2120" y="1551"/>
                </a:lnTo>
                <a:lnTo>
                  <a:pt x="2121" y="1551"/>
                </a:lnTo>
                <a:lnTo>
                  <a:pt x="2122" y="1552"/>
                </a:lnTo>
                <a:lnTo>
                  <a:pt x="2124" y="1553"/>
                </a:lnTo>
                <a:lnTo>
                  <a:pt x="2125" y="1553"/>
                </a:lnTo>
                <a:lnTo>
                  <a:pt x="2125" y="1552"/>
                </a:lnTo>
                <a:lnTo>
                  <a:pt x="2127" y="1552"/>
                </a:lnTo>
                <a:lnTo>
                  <a:pt x="2129" y="1552"/>
                </a:lnTo>
                <a:lnTo>
                  <a:pt x="2130" y="1553"/>
                </a:lnTo>
                <a:lnTo>
                  <a:pt x="2131" y="1553"/>
                </a:lnTo>
                <a:lnTo>
                  <a:pt x="2132" y="1553"/>
                </a:lnTo>
                <a:lnTo>
                  <a:pt x="2133" y="1554"/>
                </a:lnTo>
                <a:lnTo>
                  <a:pt x="2134" y="1554"/>
                </a:lnTo>
                <a:lnTo>
                  <a:pt x="2135" y="1554"/>
                </a:lnTo>
                <a:lnTo>
                  <a:pt x="2136" y="1555"/>
                </a:lnTo>
                <a:lnTo>
                  <a:pt x="2137" y="1555"/>
                </a:lnTo>
                <a:lnTo>
                  <a:pt x="2138" y="1555"/>
                </a:lnTo>
                <a:lnTo>
                  <a:pt x="2139" y="1558"/>
                </a:lnTo>
                <a:lnTo>
                  <a:pt x="2138" y="1558"/>
                </a:lnTo>
                <a:lnTo>
                  <a:pt x="2137" y="1558"/>
                </a:lnTo>
                <a:lnTo>
                  <a:pt x="2137" y="1560"/>
                </a:lnTo>
                <a:lnTo>
                  <a:pt x="2138" y="1560"/>
                </a:lnTo>
                <a:lnTo>
                  <a:pt x="2139" y="1561"/>
                </a:lnTo>
                <a:lnTo>
                  <a:pt x="2140" y="1561"/>
                </a:lnTo>
                <a:lnTo>
                  <a:pt x="2142" y="1561"/>
                </a:lnTo>
                <a:lnTo>
                  <a:pt x="2144" y="1560"/>
                </a:lnTo>
                <a:lnTo>
                  <a:pt x="2145" y="1560"/>
                </a:lnTo>
                <a:lnTo>
                  <a:pt x="2146" y="1560"/>
                </a:lnTo>
                <a:lnTo>
                  <a:pt x="2147" y="1559"/>
                </a:lnTo>
                <a:lnTo>
                  <a:pt x="2147" y="1560"/>
                </a:lnTo>
                <a:lnTo>
                  <a:pt x="2147" y="1561"/>
                </a:lnTo>
                <a:lnTo>
                  <a:pt x="2147" y="1562"/>
                </a:lnTo>
                <a:lnTo>
                  <a:pt x="2148" y="1562"/>
                </a:lnTo>
                <a:lnTo>
                  <a:pt x="2148" y="1561"/>
                </a:lnTo>
                <a:lnTo>
                  <a:pt x="2149" y="1560"/>
                </a:lnTo>
                <a:lnTo>
                  <a:pt x="2149" y="1559"/>
                </a:lnTo>
                <a:lnTo>
                  <a:pt x="2148" y="1559"/>
                </a:lnTo>
                <a:lnTo>
                  <a:pt x="2148" y="1558"/>
                </a:lnTo>
                <a:lnTo>
                  <a:pt x="2149" y="1557"/>
                </a:lnTo>
                <a:lnTo>
                  <a:pt x="2150" y="1557"/>
                </a:lnTo>
                <a:lnTo>
                  <a:pt x="2151" y="1558"/>
                </a:lnTo>
                <a:lnTo>
                  <a:pt x="2152" y="1558"/>
                </a:lnTo>
                <a:lnTo>
                  <a:pt x="2152" y="1560"/>
                </a:lnTo>
                <a:lnTo>
                  <a:pt x="2151" y="1560"/>
                </a:lnTo>
                <a:lnTo>
                  <a:pt x="2151" y="1561"/>
                </a:lnTo>
                <a:lnTo>
                  <a:pt x="2150" y="1561"/>
                </a:lnTo>
                <a:lnTo>
                  <a:pt x="2150" y="1562"/>
                </a:lnTo>
                <a:lnTo>
                  <a:pt x="2147" y="1562"/>
                </a:lnTo>
                <a:lnTo>
                  <a:pt x="2147" y="1563"/>
                </a:lnTo>
                <a:lnTo>
                  <a:pt x="2147" y="1564"/>
                </a:lnTo>
                <a:lnTo>
                  <a:pt x="2148" y="1565"/>
                </a:lnTo>
                <a:lnTo>
                  <a:pt x="2148" y="1566"/>
                </a:lnTo>
                <a:lnTo>
                  <a:pt x="2148" y="1568"/>
                </a:lnTo>
                <a:lnTo>
                  <a:pt x="2147" y="1568"/>
                </a:lnTo>
                <a:lnTo>
                  <a:pt x="2147" y="1569"/>
                </a:lnTo>
                <a:lnTo>
                  <a:pt x="2147" y="1570"/>
                </a:lnTo>
                <a:lnTo>
                  <a:pt x="2148" y="1571"/>
                </a:lnTo>
                <a:lnTo>
                  <a:pt x="2149" y="1571"/>
                </a:lnTo>
                <a:lnTo>
                  <a:pt x="2149" y="1572"/>
                </a:lnTo>
                <a:lnTo>
                  <a:pt x="2149" y="1573"/>
                </a:lnTo>
                <a:lnTo>
                  <a:pt x="2149" y="1575"/>
                </a:lnTo>
                <a:lnTo>
                  <a:pt x="2149" y="1576"/>
                </a:lnTo>
                <a:lnTo>
                  <a:pt x="2150" y="1576"/>
                </a:lnTo>
                <a:lnTo>
                  <a:pt x="2150" y="1578"/>
                </a:lnTo>
                <a:lnTo>
                  <a:pt x="2150" y="1580"/>
                </a:lnTo>
                <a:lnTo>
                  <a:pt x="2151" y="1580"/>
                </a:lnTo>
                <a:lnTo>
                  <a:pt x="2153" y="1580"/>
                </a:lnTo>
                <a:lnTo>
                  <a:pt x="2153" y="1581"/>
                </a:lnTo>
                <a:lnTo>
                  <a:pt x="2152" y="1582"/>
                </a:lnTo>
                <a:lnTo>
                  <a:pt x="2152" y="1583"/>
                </a:lnTo>
                <a:lnTo>
                  <a:pt x="2153" y="1583"/>
                </a:lnTo>
                <a:lnTo>
                  <a:pt x="2153" y="1584"/>
                </a:lnTo>
                <a:lnTo>
                  <a:pt x="2153" y="1585"/>
                </a:lnTo>
                <a:lnTo>
                  <a:pt x="2154" y="1588"/>
                </a:lnTo>
                <a:lnTo>
                  <a:pt x="2155" y="1588"/>
                </a:lnTo>
                <a:lnTo>
                  <a:pt x="2155" y="1587"/>
                </a:lnTo>
                <a:lnTo>
                  <a:pt x="2155" y="1586"/>
                </a:lnTo>
                <a:lnTo>
                  <a:pt x="2156" y="1586"/>
                </a:lnTo>
                <a:lnTo>
                  <a:pt x="2157" y="1584"/>
                </a:lnTo>
                <a:lnTo>
                  <a:pt x="2157" y="1583"/>
                </a:lnTo>
                <a:lnTo>
                  <a:pt x="2157" y="1581"/>
                </a:lnTo>
                <a:lnTo>
                  <a:pt x="2158" y="1581"/>
                </a:lnTo>
                <a:lnTo>
                  <a:pt x="2159" y="1580"/>
                </a:lnTo>
                <a:lnTo>
                  <a:pt x="2160" y="1579"/>
                </a:lnTo>
                <a:lnTo>
                  <a:pt x="2161" y="1578"/>
                </a:lnTo>
                <a:lnTo>
                  <a:pt x="2161" y="1577"/>
                </a:lnTo>
                <a:lnTo>
                  <a:pt x="2162" y="1577"/>
                </a:lnTo>
                <a:lnTo>
                  <a:pt x="2162" y="1576"/>
                </a:lnTo>
                <a:lnTo>
                  <a:pt x="2163" y="1576"/>
                </a:lnTo>
                <a:lnTo>
                  <a:pt x="2164" y="1575"/>
                </a:lnTo>
                <a:lnTo>
                  <a:pt x="2164" y="1574"/>
                </a:lnTo>
                <a:lnTo>
                  <a:pt x="2164" y="1573"/>
                </a:lnTo>
                <a:lnTo>
                  <a:pt x="2165" y="1573"/>
                </a:lnTo>
                <a:lnTo>
                  <a:pt x="2165" y="1576"/>
                </a:lnTo>
                <a:lnTo>
                  <a:pt x="2166" y="1576"/>
                </a:lnTo>
                <a:lnTo>
                  <a:pt x="2166" y="1575"/>
                </a:lnTo>
                <a:lnTo>
                  <a:pt x="2167" y="1576"/>
                </a:lnTo>
                <a:lnTo>
                  <a:pt x="2167" y="1577"/>
                </a:lnTo>
                <a:lnTo>
                  <a:pt x="2167" y="1578"/>
                </a:lnTo>
                <a:lnTo>
                  <a:pt x="2168" y="1578"/>
                </a:lnTo>
                <a:lnTo>
                  <a:pt x="2169" y="1579"/>
                </a:lnTo>
                <a:lnTo>
                  <a:pt x="2171" y="1578"/>
                </a:lnTo>
                <a:lnTo>
                  <a:pt x="2172" y="1577"/>
                </a:lnTo>
                <a:lnTo>
                  <a:pt x="2172" y="1578"/>
                </a:lnTo>
                <a:lnTo>
                  <a:pt x="2173" y="1578"/>
                </a:lnTo>
                <a:lnTo>
                  <a:pt x="2175" y="1578"/>
                </a:lnTo>
                <a:lnTo>
                  <a:pt x="2175" y="1579"/>
                </a:lnTo>
                <a:lnTo>
                  <a:pt x="2175" y="1580"/>
                </a:lnTo>
                <a:lnTo>
                  <a:pt x="2175" y="1581"/>
                </a:lnTo>
                <a:lnTo>
                  <a:pt x="2175" y="1582"/>
                </a:lnTo>
                <a:lnTo>
                  <a:pt x="2176" y="1582"/>
                </a:lnTo>
                <a:lnTo>
                  <a:pt x="2176" y="1584"/>
                </a:lnTo>
                <a:lnTo>
                  <a:pt x="2176" y="1585"/>
                </a:lnTo>
                <a:lnTo>
                  <a:pt x="2177" y="1585"/>
                </a:lnTo>
                <a:lnTo>
                  <a:pt x="2177" y="1586"/>
                </a:lnTo>
                <a:lnTo>
                  <a:pt x="2177" y="1587"/>
                </a:lnTo>
                <a:lnTo>
                  <a:pt x="2176" y="1588"/>
                </a:lnTo>
                <a:lnTo>
                  <a:pt x="2176" y="1589"/>
                </a:lnTo>
                <a:lnTo>
                  <a:pt x="2176" y="1590"/>
                </a:lnTo>
                <a:lnTo>
                  <a:pt x="2177" y="1590"/>
                </a:lnTo>
                <a:lnTo>
                  <a:pt x="2177" y="1591"/>
                </a:lnTo>
                <a:lnTo>
                  <a:pt x="2178" y="1592"/>
                </a:lnTo>
                <a:lnTo>
                  <a:pt x="2177" y="1593"/>
                </a:lnTo>
                <a:lnTo>
                  <a:pt x="2178" y="1593"/>
                </a:lnTo>
                <a:lnTo>
                  <a:pt x="2178" y="1594"/>
                </a:lnTo>
                <a:lnTo>
                  <a:pt x="2179" y="1595"/>
                </a:lnTo>
                <a:lnTo>
                  <a:pt x="2181" y="1595"/>
                </a:lnTo>
                <a:lnTo>
                  <a:pt x="2183" y="1599"/>
                </a:lnTo>
                <a:lnTo>
                  <a:pt x="2183" y="1600"/>
                </a:lnTo>
                <a:lnTo>
                  <a:pt x="2183" y="1601"/>
                </a:lnTo>
                <a:lnTo>
                  <a:pt x="2184" y="1601"/>
                </a:lnTo>
                <a:lnTo>
                  <a:pt x="2185" y="1603"/>
                </a:lnTo>
                <a:lnTo>
                  <a:pt x="2186" y="1604"/>
                </a:lnTo>
                <a:lnTo>
                  <a:pt x="2186" y="1603"/>
                </a:lnTo>
                <a:lnTo>
                  <a:pt x="2187" y="1603"/>
                </a:lnTo>
                <a:lnTo>
                  <a:pt x="2187" y="1604"/>
                </a:lnTo>
                <a:lnTo>
                  <a:pt x="2189" y="1606"/>
                </a:lnTo>
                <a:lnTo>
                  <a:pt x="2189" y="1607"/>
                </a:lnTo>
                <a:lnTo>
                  <a:pt x="2189" y="1608"/>
                </a:lnTo>
                <a:lnTo>
                  <a:pt x="2190" y="1609"/>
                </a:lnTo>
                <a:lnTo>
                  <a:pt x="2191" y="1611"/>
                </a:lnTo>
                <a:lnTo>
                  <a:pt x="2193" y="1611"/>
                </a:lnTo>
                <a:lnTo>
                  <a:pt x="2194" y="1612"/>
                </a:lnTo>
                <a:lnTo>
                  <a:pt x="2194" y="1613"/>
                </a:lnTo>
                <a:lnTo>
                  <a:pt x="2195" y="1613"/>
                </a:lnTo>
                <a:lnTo>
                  <a:pt x="2195" y="1614"/>
                </a:lnTo>
                <a:lnTo>
                  <a:pt x="2196" y="1614"/>
                </a:lnTo>
                <a:lnTo>
                  <a:pt x="2197" y="1612"/>
                </a:lnTo>
                <a:lnTo>
                  <a:pt x="2198" y="1611"/>
                </a:lnTo>
                <a:lnTo>
                  <a:pt x="2198" y="1610"/>
                </a:lnTo>
                <a:lnTo>
                  <a:pt x="2197" y="1609"/>
                </a:lnTo>
                <a:lnTo>
                  <a:pt x="2197" y="1608"/>
                </a:lnTo>
                <a:lnTo>
                  <a:pt x="2197" y="1607"/>
                </a:lnTo>
                <a:lnTo>
                  <a:pt x="2198" y="1606"/>
                </a:lnTo>
                <a:lnTo>
                  <a:pt x="2199" y="1607"/>
                </a:lnTo>
                <a:lnTo>
                  <a:pt x="2200" y="1607"/>
                </a:lnTo>
                <a:lnTo>
                  <a:pt x="2201" y="1606"/>
                </a:lnTo>
                <a:lnTo>
                  <a:pt x="2202" y="1606"/>
                </a:lnTo>
                <a:lnTo>
                  <a:pt x="2205" y="1605"/>
                </a:lnTo>
                <a:lnTo>
                  <a:pt x="2205" y="1604"/>
                </a:lnTo>
                <a:lnTo>
                  <a:pt x="2206" y="1604"/>
                </a:lnTo>
                <a:lnTo>
                  <a:pt x="2206" y="1603"/>
                </a:lnTo>
                <a:lnTo>
                  <a:pt x="2207" y="1602"/>
                </a:lnTo>
                <a:lnTo>
                  <a:pt x="2208" y="1601"/>
                </a:lnTo>
                <a:lnTo>
                  <a:pt x="2210" y="1601"/>
                </a:lnTo>
                <a:lnTo>
                  <a:pt x="2210" y="1600"/>
                </a:lnTo>
                <a:lnTo>
                  <a:pt x="2211" y="1599"/>
                </a:lnTo>
                <a:lnTo>
                  <a:pt x="2212" y="1599"/>
                </a:lnTo>
                <a:lnTo>
                  <a:pt x="2213" y="1598"/>
                </a:lnTo>
                <a:lnTo>
                  <a:pt x="2214" y="1598"/>
                </a:lnTo>
                <a:lnTo>
                  <a:pt x="2216" y="1595"/>
                </a:lnTo>
                <a:lnTo>
                  <a:pt x="2217" y="1594"/>
                </a:lnTo>
                <a:lnTo>
                  <a:pt x="2216" y="1593"/>
                </a:lnTo>
                <a:lnTo>
                  <a:pt x="2216" y="1592"/>
                </a:lnTo>
                <a:lnTo>
                  <a:pt x="2217" y="1591"/>
                </a:lnTo>
                <a:lnTo>
                  <a:pt x="2217" y="1590"/>
                </a:lnTo>
                <a:lnTo>
                  <a:pt x="2218" y="1590"/>
                </a:lnTo>
                <a:lnTo>
                  <a:pt x="2219" y="1589"/>
                </a:lnTo>
                <a:lnTo>
                  <a:pt x="2219" y="1588"/>
                </a:lnTo>
                <a:lnTo>
                  <a:pt x="2218" y="1587"/>
                </a:lnTo>
                <a:lnTo>
                  <a:pt x="2218" y="1585"/>
                </a:lnTo>
                <a:lnTo>
                  <a:pt x="2218" y="1583"/>
                </a:lnTo>
                <a:lnTo>
                  <a:pt x="2218" y="1582"/>
                </a:lnTo>
                <a:lnTo>
                  <a:pt x="2217" y="1582"/>
                </a:lnTo>
                <a:lnTo>
                  <a:pt x="2217" y="1581"/>
                </a:lnTo>
                <a:lnTo>
                  <a:pt x="2217" y="1579"/>
                </a:lnTo>
                <a:lnTo>
                  <a:pt x="2218" y="1579"/>
                </a:lnTo>
                <a:lnTo>
                  <a:pt x="2218" y="1578"/>
                </a:lnTo>
                <a:lnTo>
                  <a:pt x="2219" y="1576"/>
                </a:lnTo>
                <a:lnTo>
                  <a:pt x="2218" y="1576"/>
                </a:lnTo>
                <a:lnTo>
                  <a:pt x="2218" y="1575"/>
                </a:lnTo>
                <a:lnTo>
                  <a:pt x="2218" y="1574"/>
                </a:lnTo>
                <a:lnTo>
                  <a:pt x="2217" y="1573"/>
                </a:lnTo>
                <a:lnTo>
                  <a:pt x="2217" y="1572"/>
                </a:lnTo>
                <a:lnTo>
                  <a:pt x="2216" y="1571"/>
                </a:lnTo>
                <a:lnTo>
                  <a:pt x="2215" y="1570"/>
                </a:lnTo>
                <a:lnTo>
                  <a:pt x="2215" y="1567"/>
                </a:lnTo>
                <a:lnTo>
                  <a:pt x="2216" y="1565"/>
                </a:lnTo>
                <a:lnTo>
                  <a:pt x="2216" y="1564"/>
                </a:lnTo>
                <a:lnTo>
                  <a:pt x="2216" y="1563"/>
                </a:lnTo>
                <a:lnTo>
                  <a:pt x="2216" y="1562"/>
                </a:lnTo>
                <a:lnTo>
                  <a:pt x="2215" y="1563"/>
                </a:lnTo>
                <a:lnTo>
                  <a:pt x="2214" y="1563"/>
                </a:lnTo>
                <a:lnTo>
                  <a:pt x="2213" y="1564"/>
                </a:lnTo>
                <a:lnTo>
                  <a:pt x="2213" y="1563"/>
                </a:lnTo>
                <a:lnTo>
                  <a:pt x="2212" y="1563"/>
                </a:lnTo>
                <a:lnTo>
                  <a:pt x="2212" y="1562"/>
                </a:lnTo>
                <a:lnTo>
                  <a:pt x="2212" y="1561"/>
                </a:lnTo>
                <a:lnTo>
                  <a:pt x="2212" y="1560"/>
                </a:lnTo>
                <a:lnTo>
                  <a:pt x="2212" y="1559"/>
                </a:lnTo>
                <a:lnTo>
                  <a:pt x="2211" y="1558"/>
                </a:lnTo>
                <a:lnTo>
                  <a:pt x="2210" y="1558"/>
                </a:lnTo>
                <a:lnTo>
                  <a:pt x="2210" y="1557"/>
                </a:lnTo>
                <a:lnTo>
                  <a:pt x="2209" y="1557"/>
                </a:lnTo>
                <a:lnTo>
                  <a:pt x="2210" y="1556"/>
                </a:lnTo>
                <a:lnTo>
                  <a:pt x="2210" y="1555"/>
                </a:lnTo>
                <a:lnTo>
                  <a:pt x="2209" y="1555"/>
                </a:lnTo>
                <a:lnTo>
                  <a:pt x="2208" y="1555"/>
                </a:lnTo>
                <a:lnTo>
                  <a:pt x="2208" y="1554"/>
                </a:lnTo>
                <a:lnTo>
                  <a:pt x="2208" y="1553"/>
                </a:lnTo>
                <a:lnTo>
                  <a:pt x="2209" y="1552"/>
                </a:lnTo>
                <a:lnTo>
                  <a:pt x="2210" y="1552"/>
                </a:lnTo>
                <a:lnTo>
                  <a:pt x="2210" y="1551"/>
                </a:lnTo>
                <a:lnTo>
                  <a:pt x="2210" y="1550"/>
                </a:lnTo>
                <a:lnTo>
                  <a:pt x="2210" y="1548"/>
                </a:lnTo>
                <a:lnTo>
                  <a:pt x="2210" y="1547"/>
                </a:lnTo>
                <a:lnTo>
                  <a:pt x="2210" y="1545"/>
                </a:lnTo>
                <a:lnTo>
                  <a:pt x="2210" y="1544"/>
                </a:lnTo>
                <a:lnTo>
                  <a:pt x="2211" y="1543"/>
                </a:lnTo>
                <a:lnTo>
                  <a:pt x="2211" y="1542"/>
                </a:lnTo>
                <a:lnTo>
                  <a:pt x="2212" y="1542"/>
                </a:lnTo>
                <a:lnTo>
                  <a:pt x="2212" y="1543"/>
                </a:lnTo>
                <a:lnTo>
                  <a:pt x="2214" y="1543"/>
                </a:lnTo>
                <a:lnTo>
                  <a:pt x="2214" y="1544"/>
                </a:lnTo>
                <a:lnTo>
                  <a:pt x="2214" y="1543"/>
                </a:lnTo>
                <a:lnTo>
                  <a:pt x="2214" y="1542"/>
                </a:lnTo>
                <a:lnTo>
                  <a:pt x="2213" y="1541"/>
                </a:lnTo>
                <a:lnTo>
                  <a:pt x="2213" y="1539"/>
                </a:lnTo>
                <a:lnTo>
                  <a:pt x="2213" y="1538"/>
                </a:lnTo>
                <a:lnTo>
                  <a:pt x="2212" y="1538"/>
                </a:lnTo>
                <a:lnTo>
                  <a:pt x="2212" y="1537"/>
                </a:lnTo>
                <a:lnTo>
                  <a:pt x="2212" y="1535"/>
                </a:lnTo>
                <a:lnTo>
                  <a:pt x="2212" y="1534"/>
                </a:lnTo>
                <a:lnTo>
                  <a:pt x="2211" y="1533"/>
                </a:lnTo>
                <a:lnTo>
                  <a:pt x="2210" y="1532"/>
                </a:lnTo>
                <a:lnTo>
                  <a:pt x="2210" y="1531"/>
                </a:lnTo>
                <a:lnTo>
                  <a:pt x="2210" y="1530"/>
                </a:lnTo>
                <a:lnTo>
                  <a:pt x="2211" y="1530"/>
                </a:lnTo>
                <a:lnTo>
                  <a:pt x="2211" y="1529"/>
                </a:lnTo>
                <a:lnTo>
                  <a:pt x="2210" y="1529"/>
                </a:lnTo>
                <a:lnTo>
                  <a:pt x="2209" y="1529"/>
                </a:lnTo>
                <a:lnTo>
                  <a:pt x="2209" y="1528"/>
                </a:lnTo>
                <a:lnTo>
                  <a:pt x="2207" y="1526"/>
                </a:lnTo>
                <a:lnTo>
                  <a:pt x="2207" y="1525"/>
                </a:lnTo>
                <a:lnTo>
                  <a:pt x="2207" y="1523"/>
                </a:lnTo>
                <a:lnTo>
                  <a:pt x="2206" y="1523"/>
                </a:lnTo>
                <a:lnTo>
                  <a:pt x="2206" y="1520"/>
                </a:lnTo>
                <a:lnTo>
                  <a:pt x="2207" y="1520"/>
                </a:lnTo>
                <a:lnTo>
                  <a:pt x="2208" y="1519"/>
                </a:lnTo>
                <a:lnTo>
                  <a:pt x="2209" y="1518"/>
                </a:lnTo>
                <a:lnTo>
                  <a:pt x="2210" y="1516"/>
                </a:lnTo>
                <a:lnTo>
                  <a:pt x="2211" y="1515"/>
                </a:lnTo>
                <a:lnTo>
                  <a:pt x="2211" y="1514"/>
                </a:lnTo>
                <a:lnTo>
                  <a:pt x="2212" y="1514"/>
                </a:lnTo>
                <a:lnTo>
                  <a:pt x="2214" y="1513"/>
                </a:lnTo>
                <a:lnTo>
                  <a:pt x="2215" y="1513"/>
                </a:lnTo>
                <a:lnTo>
                  <a:pt x="2215" y="1512"/>
                </a:lnTo>
                <a:lnTo>
                  <a:pt x="2215" y="1511"/>
                </a:lnTo>
                <a:lnTo>
                  <a:pt x="2215" y="1510"/>
                </a:lnTo>
                <a:lnTo>
                  <a:pt x="2216" y="1510"/>
                </a:lnTo>
                <a:lnTo>
                  <a:pt x="2217" y="1510"/>
                </a:lnTo>
                <a:lnTo>
                  <a:pt x="2218" y="1510"/>
                </a:lnTo>
                <a:lnTo>
                  <a:pt x="2219" y="1510"/>
                </a:lnTo>
                <a:lnTo>
                  <a:pt x="2220" y="1510"/>
                </a:lnTo>
                <a:lnTo>
                  <a:pt x="2220" y="1511"/>
                </a:lnTo>
                <a:lnTo>
                  <a:pt x="2220" y="1512"/>
                </a:lnTo>
                <a:lnTo>
                  <a:pt x="2221" y="1512"/>
                </a:lnTo>
                <a:lnTo>
                  <a:pt x="2221" y="1511"/>
                </a:lnTo>
                <a:lnTo>
                  <a:pt x="2221" y="1510"/>
                </a:lnTo>
                <a:lnTo>
                  <a:pt x="2221" y="1509"/>
                </a:lnTo>
                <a:lnTo>
                  <a:pt x="2222" y="1509"/>
                </a:lnTo>
                <a:lnTo>
                  <a:pt x="2224" y="1509"/>
                </a:lnTo>
                <a:lnTo>
                  <a:pt x="2227" y="1509"/>
                </a:lnTo>
                <a:lnTo>
                  <a:pt x="2228" y="1509"/>
                </a:lnTo>
                <a:lnTo>
                  <a:pt x="2229" y="1510"/>
                </a:lnTo>
                <a:lnTo>
                  <a:pt x="2231" y="1511"/>
                </a:lnTo>
                <a:lnTo>
                  <a:pt x="2233" y="1511"/>
                </a:lnTo>
                <a:lnTo>
                  <a:pt x="2234" y="1511"/>
                </a:lnTo>
                <a:lnTo>
                  <a:pt x="2233" y="1510"/>
                </a:lnTo>
                <a:lnTo>
                  <a:pt x="2233" y="1509"/>
                </a:lnTo>
                <a:lnTo>
                  <a:pt x="2233" y="1508"/>
                </a:lnTo>
                <a:lnTo>
                  <a:pt x="2234" y="1507"/>
                </a:lnTo>
                <a:lnTo>
                  <a:pt x="2234" y="1509"/>
                </a:lnTo>
                <a:lnTo>
                  <a:pt x="2235" y="1509"/>
                </a:lnTo>
                <a:lnTo>
                  <a:pt x="2236" y="1508"/>
                </a:lnTo>
                <a:lnTo>
                  <a:pt x="2237" y="1509"/>
                </a:lnTo>
                <a:lnTo>
                  <a:pt x="2236" y="1510"/>
                </a:lnTo>
                <a:lnTo>
                  <a:pt x="2237" y="1511"/>
                </a:lnTo>
                <a:lnTo>
                  <a:pt x="2237" y="1512"/>
                </a:lnTo>
                <a:lnTo>
                  <a:pt x="2238" y="1514"/>
                </a:lnTo>
                <a:lnTo>
                  <a:pt x="2240" y="1515"/>
                </a:lnTo>
                <a:lnTo>
                  <a:pt x="2241" y="1515"/>
                </a:lnTo>
                <a:lnTo>
                  <a:pt x="2242" y="1515"/>
                </a:lnTo>
                <a:lnTo>
                  <a:pt x="2243" y="1515"/>
                </a:lnTo>
                <a:lnTo>
                  <a:pt x="2243" y="1516"/>
                </a:lnTo>
                <a:lnTo>
                  <a:pt x="2245" y="1517"/>
                </a:lnTo>
                <a:lnTo>
                  <a:pt x="2245" y="1516"/>
                </a:lnTo>
                <a:lnTo>
                  <a:pt x="2245" y="1515"/>
                </a:lnTo>
                <a:lnTo>
                  <a:pt x="2245" y="1513"/>
                </a:lnTo>
                <a:lnTo>
                  <a:pt x="2245" y="1512"/>
                </a:lnTo>
                <a:lnTo>
                  <a:pt x="2246" y="1511"/>
                </a:lnTo>
                <a:lnTo>
                  <a:pt x="2247" y="1510"/>
                </a:lnTo>
                <a:lnTo>
                  <a:pt x="2247" y="1511"/>
                </a:lnTo>
                <a:lnTo>
                  <a:pt x="2249" y="1512"/>
                </a:lnTo>
                <a:lnTo>
                  <a:pt x="2249" y="1513"/>
                </a:lnTo>
                <a:lnTo>
                  <a:pt x="2249" y="1514"/>
                </a:lnTo>
                <a:lnTo>
                  <a:pt x="2250" y="1515"/>
                </a:lnTo>
                <a:lnTo>
                  <a:pt x="2251" y="1515"/>
                </a:lnTo>
                <a:lnTo>
                  <a:pt x="2252" y="1516"/>
                </a:lnTo>
                <a:lnTo>
                  <a:pt x="2252" y="1517"/>
                </a:lnTo>
                <a:lnTo>
                  <a:pt x="2253" y="1517"/>
                </a:lnTo>
                <a:lnTo>
                  <a:pt x="2253" y="1518"/>
                </a:lnTo>
                <a:lnTo>
                  <a:pt x="2254" y="1518"/>
                </a:lnTo>
                <a:lnTo>
                  <a:pt x="2254" y="1519"/>
                </a:lnTo>
                <a:lnTo>
                  <a:pt x="2255" y="1519"/>
                </a:lnTo>
                <a:lnTo>
                  <a:pt x="2257" y="1518"/>
                </a:lnTo>
                <a:lnTo>
                  <a:pt x="2258" y="1519"/>
                </a:lnTo>
                <a:lnTo>
                  <a:pt x="2258" y="1518"/>
                </a:lnTo>
                <a:lnTo>
                  <a:pt x="2258" y="1517"/>
                </a:lnTo>
                <a:lnTo>
                  <a:pt x="2258" y="1518"/>
                </a:lnTo>
                <a:lnTo>
                  <a:pt x="2257" y="1518"/>
                </a:lnTo>
                <a:lnTo>
                  <a:pt x="2258" y="1518"/>
                </a:lnTo>
                <a:lnTo>
                  <a:pt x="2257" y="1518"/>
                </a:lnTo>
                <a:lnTo>
                  <a:pt x="2257" y="1517"/>
                </a:lnTo>
                <a:lnTo>
                  <a:pt x="2256" y="1516"/>
                </a:lnTo>
                <a:lnTo>
                  <a:pt x="2257" y="1515"/>
                </a:lnTo>
                <a:lnTo>
                  <a:pt x="2259" y="1512"/>
                </a:lnTo>
                <a:lnTo>
                  <a:pt x="2260" y="1511"/>
                </a:lnTo>
                <a:lnTo>
                  <a:pt x="2261" y="1510"/>
                </a:lnTo>
                <a:lnTo>
                  <a:pt x="2261" y="1511"/>
                </a:lnTo>
                <a:lnTo>
                  <a:pt x="2261" y="1512"/>
                </a:lnTo>
                <a:lnTo>
                  <a:pt x="2264" y="1512"/>
                </a:lnTo>
                <a:lnTo>
                  <a:pt x="2265" y="1512"/>
                </a:lnTo>
                <a:lnTo>
                  <a:pt x="2265" y="1513"/>
                </a:lnTo>
                <a:lnTo>
                  <a:pt x="2266" y="1514"/>
                </a:lnTo>
                <a:lnTo>
                  <a:pt x="2266" y="1515"/>
                </a:lnTo>
                <a:lnTo>
                  <a:pt x="2267" y="1515"/>
                </a:lnTo>
                <a:lnTo>
                  <a:pt x="2268" y="1514"/>
                </a:lnTo>
                <a:lnTo>
                  <a:pt x="2269" y="1513"/>
                </a:lnTo>
                <a:lnTo>
                  <a:pt x="2270" y="1513"/>
                </a:lnTo>
                <a:lnTo>
                  <a:pt x="2269" y="1511"/>
                </a:lnTo>
                <a:lnTo>
                  <a:pt x="2269" y="1510"/>
                </a:lnTo>
                <a:lnTo>
                  <a:pt x="2269" y="1509"/>
                </a:lnTo>
                <a:lnTo>
                  <a:pt x="2269" y="1508"/>
                </a:lnTo>
                <a:lnTo>
                  <a:pt x="2269" y="1507"/>
                </a:lnTo>
                <a:lnTo>
                  <a:pt x="2270" y="1507"/>
                </a:lnTo>
                <a:lnTo>
                  <a:pt x="2274" y="1507"/>
                </a:lnTo>
                <a:lnTo>
                  <a:pt x="2275" y="1507"/>
                </a:lnTo>
                <a:lnTo>
                  <a:pt x="2275" y="1508"/>
                </a:lnTo>
                <a:lnTo>
                  <a:pt x="2276" y="1509"/>
                </a:lnTo>
                <a:lnTo>
                  <a:pt x="2277" y="1509"/>
                </a:lnTo>
                <a:lnTo>
                  <a:pt x="2277" y="1508"/>
                </a:lnTo>
                <a:lnTo>
                  <a:pt x="2277" y="1507"/>
                </a:lnTo>
                <a:lnTo>
                  <a:pt x="2277" y="1506"/>
                </a:lnTo>
                <a:lnTo>
                  <a:pt x="2277" y="1505"/>
                </a:lnTo>
                <a:lnTo>
                  <a:pt x="2277" y="1502"/>
                </a:lnTo>
                <a:lnTo>
                  <a:pt x="2278" y="1501"/>
                </a:lnTo>
                <a:lnTo>
                  <a:pt x="2278" y="1500"/>
                </a:lnTo>
                <a:lnTo>
                  <a:pt x="2280" y="1501"/>
                </a:lnTo>
                <a:lnTo>
                  <a:pt x="2280" y="1502"/>
                </a:lnTo>
                <a:lnTo>
                  <a:pt x="2280" y="1503"/>
                </a:lnTo>
                <a:lnTo>
                  <a:pt x="2282" y="1503"/>
                </a:lnTo>
                <a:lnTo>
                  <a:pt x="2281" y="1502"/>
                </a:lnTo>
                <a:lnTo>
                  <a:pt x="2282" y="1502"/>
                </a:lnTo>
                <a:lnTo>
                  <a:pt x="2282" y="1501"/>
                </a:lnTo>
                <a:lnTo>
                  <a:pt x="2283" y="1501"/>
                </a:lnTo>
                <a:lnTo>
                  <a:pt x="2283" y="1502"/>
                </a:lnTo>
                <a:lnTo>
                  <a:pt x="2284" y="1502"/>
                </a:lnTo>
                <a:lnTo>
                  <a:pt x="2284" y="1501"/>
                </a:lnTo>
                <a:lnTo>
                  <a:pt x="2285" y="1498"/>
                </a:lnTo>
                <a:lnTo>
                  <a:pt x="2285" y="1497"/>
                </a:lnTo>
                <a:lnTo>
                  <a:pt x="2284" y="1497"/>
                </a:lnTo>
                <a:lnTo>
                  <a:pt x="2284" y="1496"/>
                </a:lnTo>
                <a:lnTo>
                  <a:pt x="2283" y="1496"/>
                </a:lnTo>
                <a:lnTo>
                  <a:pt x="2282" y="1495"/>
                </a:lnTo>
                <a:lnTo>
                  <a:pt x="2281" y="1494"/>
                </a:lnTo>
                <a:lnTo>
                  <a:pt x="2281" y="1493"/>
                </a:lnTo>
                <a:lnTo>
                  <a:pt x="2285" y="1494"/>
                </a:lnTo>
                <a:lnTo>
                  <a:pt x="2285" y="1495"/>
                </a:lnTo>
                <a:lnTo>
                  <a:pt x="2286" y="1495"/>
                </a:lnTo>
                <a:lnTo>
                  <a:pt x="2287" y="1494"/>
                </a:lnTo>
                <a:lnTo>
                  <a:pt x="2286" y="1493"/>
                </a:lnTo>
                <a:lnTo>
                  <a:pt x="2285" y="1492"/>
                </a:lnTo>
                <a:lnTo>
                  <a:pt x="2284" y="1490"/>
                </a:lnTo>
                <a:lnTo>
                  <a:pt x="2284" y="1489"/>
                </a:lnTo>
                <a:lnTo>
                  <a:pt x="2283" y="1489"/>
                </a:lnTo>
                <a:lnTo>
                  <a:pt x="2282" y="1490"/>
                </a:lnTo>
                <a:lnTo>
                  <a:pt x="2281" y="1489"/>
                </a:lnTo>
                <a:lnTo>
                  <a:pt x="2281" y="1488"/>
                </a:lnTo>
                <a:lnTo>
                  <a:pt x="2280" y="1487"/>
                </a:lnTo>
                <a:lnTo>
                  <a:pt x="2279" y="1486"/>
                </a:lnTo>
                <a:lnTo>
                  <a:pt x="2278" y="1485"/>
                </a:lnTo>
                <a:lnTo>
                  <a:pt x="2278" y="1484"/>
                </a:lnTo>
                <a:lnTo>
                  <a:pt x="2277" y="1482"/>
                </a:lnTo>
                <a:lnTo>
                  <a:pt x="2276" y="1482"/>
                </a:lnTo>
                <a:lnTo>
                  <a:pt x="2276" y="1481"/>
                </a:lnTo>
                <a:lnTo>
                  <a:pt x="2277" y="1481"/>
                </a:lnTo>
                <a:lnTo>
                  <a:pt x="2277" y="1480"/>
                </a:lnTo>
                <a:lnTo>
                  <a:pt x="2278" y="1480"/>
                </a:lnTo>
                <a:lnTo>
                  <a:pt x="2278" y="1481"/>
                </a:lnTo>
                <a:lnTo>
                  <a:pt x="2279" y="1482"/>
                </a:lnTo>
                <a:lnTo>
                  <a:pt x="2279" y="1480"/>
                </a:lnTo>
                <a:lnTo>
                  <a:pt x="2278" y="1479"/>
                </a:lnTo>
                <a:lnTo>
                  <a:pt x="2278" y="1478"/>
                </a:lnTo>
                <a:lnTo>
                  <a:pt x="2278" y="1479"/>
                </a:lnTo>
                <a:lnTo>
                  <a:pt x="2277" y="1479"/>
                </a:lnTo>
                <a:lnTo>
                  <a:pt x="2276" y="1479"/>
                </a:lnTo>
                <a:lnTo>
                  <a:pt x="2275" y="1479"/>
                </a:lnTo>
                <a:lnTo>
                  <a:pt x="2274" y="1479"/>
                </a:lnTo>
                <a:lnTo>
                  <a:pt x="2274" y="1478"/>
                </a:lnTo>
                <a:lnTo>
                  <a:pt x="2274" y="1477"/>
                </a:lnTo>
                <a:lnTo>
                  <a:pt x="2275" y="1476"/>
                </a:lnTo>
                <a:lnTo>
                  <a:pt x="2276" y="1474"/>
                </a:lnTo>
                <a:lnTo>
                  <a:pt x="2277" y="1474"/>
                </a:lnTo>
                <a:lnTo>
                  <a:pt x="2278" y="1473"/>
                </a:lnTo>
                <a:lnTo>
                  <a:pt x="2278" y="1472"/>
                </a:lnTo>
                <a:lnTo>
                  <a:pt x="2279" y="1472"/>
                </a:lnTo>
                <a:lnTo>
                  <a:pt x="2280" y="1472"/>
                </a:lnTo>
                <a:lnTo>
                  <a:pt x="2280" y="1471"/>
                </a:lnTo>
                <a:lnTo>
                  <a:pt x="2281" y="1472"/>
                </a:lnTo>
                <a:lnTo>
                  <a:pt x="2283" y="1473"/>
                </a:lnTo>
                <a:lnTo>
                  <a:pt x="2283" y="1472"/>
                </a:lnTo>
                <a:lnTo>
                  <a:pt x="2283" y="1471"/>
                </a:lnTo>
                <a:lnTo>
                  <a:pt x="2283" y="1472"/>
                </a:lnTo>
                <a:lnTo>
                  <a:pt x="2282" y="1472"/>
                </a:lnTo>
                <a:lnTo>
                  <a:pt x="2282" y="1470"/>
                </a:lnTo>
                <a:lnTo>
                  <a:pt x="2283" y="1469"/>
                </a:lnTo>
                <a:lnTo>
                  <a:pt x="2283" y="1468"/>
                </a:lnTo>
                <a:lnTo>
                  <a:pt x="2284" y="1468"/>
                </a:lnTo>
                <a:lnTo>
                  <a:pt x="2285" y="1469"/>
                </a:lnTo>
                <a:lnTo>
                  <a:pt x="2286" y="1470"/>
                </a:lnTo>
                <a:lnTo>
                  <a:pt x="2286" y="1469"/>
                </a:lnTo>
                <a:lnTo>
                  <a:pt x="2288" y="1469"/>
                </a:lnTo>
                <a:lnTo>
                  <a:pt x="2288" y="1468"/>
                </a:lnTo>
                <a:lnTo>
                  <a:pt x="2289" y="1466"/>
                </a:lnTo>
                <a:lnTo>
                  <a:pt x="2288" y="1466"/>
                </a:lnTo>
                <a:lnTo>
                  <a:pt x="2288" y="1465"/>
                </a:lnTo>
                <a:lnTo>
                  <a:pt x="2288" y="1464"/>
                </a:lnTo>
                <a:lnTo>
                  <a:pt x="2287" y="1464"/>
                </a:lnTo>
                <a:lnTo>
                  <a:pt x="2286" y="1464"/>
                </a:lnTo>
                <a:lnTo>
                  <a:pt x="2285" y="1464"/>
                </a:lnTo>
                <a:lnTo>
                  <a:pt x="2285" y="1465"/>
                </a:lnTo>
                <a:lnTo>
                  <a:pt x="2285" y="1466"/>
                </a:lnTo>
                <a:lnTo>
                  <a:pt x="2285" y="1467"/>
                </a:lnTo>
                <a:lnTo>
                  <a:pt x="2284" y="1467"/>
                </a:lnTo>
                <a:lnTo>
                  <a:pt x="2283" y="1467"/>
                </a:lnTo>
                <a:lnTo>
                  <a:pt x="2282" y="1466"/>
                </a:lnTo>
                <a:lnTo>
                  <a:pt x="2280" y="1463"/>
                </a:lnTo>
                <a:lnTo>
                  <a:pt x="2280" y="1461"/>
                </a:lnTo>
                <a:lnTo>
                  <a:pt x="2280" y="1460"/>
                </a:lnTo>
                <a:lnTo>
                  <a:pt x="2281" y="1460"/>
                </a:lnTo>
                <a:lnTo>
                  <a:pt x="2281" y="1461"/>
                </a:lnTo>
                <a:lnTo>
                  <a:pt x="2280" y="1461"/>
                </a:lnTo>
                <a:lnTo>
                  <a:pt x="2281" y="1462"/>
                </a:lnTo>
                <a:lnTo>
                  <a:pt x="2282" y="1462"/>
                </a:lnTo>
                <a:lnTo>
                  <a:pt x="2283" y="1461"/>
                </a:lnTo>
                <a:lnTo>
                  <a:pt x="2284" y="1462"/>
                </a:lnTo>
                <a:lnTo>
                  <a:pt x="2283" y="1463"/>
                </a:lnTo>
                <a:lnTo>
                  <a:pt x="2282" y="1463"/>
                </a:lnTo>
                <a:lnTo>
                  <a:pt x="2282" y="1464"/>
                </a:lnTo>
                <a:lnTo>
                  <a:pt x="2282" y="1465"/>
                </a:lnTo>
                <a:lnTo>
                  <a:pt x="2283" y="1466"/>
                </a:lnTo>
                <a:lnTo>
                  <a:pt x="2284" y="1466"/>
                </a:lnTo>
                <a:lnTo>
                  <a:pt x="2284" y="1465"/>
                </a:lnTo>
                <a:lnTo>
                  <a:pt x="2283" y="1464"/>
                </a:lnTo>
                <a:lnTo>
                  <a:pt x="2284" y="1462"/>
                </a:lnTo>
                <a:lnTo>
                  <a:pt x="2284" y="1461"/>
                </a:lnTo>
                <a:lnTo>
                  <a:pt x="2285" y="1461"/>
                </a:lnTo>
                <a:lnTo>
                  <a:pt x="2286" y="1460"/>
                </a:lnTo>
                <a:lnTo>
                  <a:pt x="2286" y="1459"/>
                </a:lnTo>
                <a:lnTo>
                  <a:pt x="2286" y="1458"/>
                </a:lnTo>
                <a:lnTo>
                  <a:pt x="2288" y="1458"/>
                </a:lnTo>
                <a:lnTo>
                  <a:pt x="2289" y="1457"/>
                </a:lnTo>
                <a:lnTo>
                  <a:pt x="2289" y="1456"/>
                </a:lnTo>
                <a:lnTo>
                  <a:pt x="2289" y="1454"/>
                </a:lnTo>
                <a:lnTo>
                  <a:pt x="2289" y="1453"/>
                </a:lnTo>
                <a:lnTo>
                  <a:pt x="2288" y="1453"/>
                </a:lnTo>
                <a:lnTo>
                  <a:pt x="2287" y="1453"/>
                </a:lnTo>
                <a:lnTo>
                  <a:pt x="2287" y="1452"/>
                </a:lnTo>
                <a:lnTo>
                  <a:pt x="2286" y="1452"/>
                </a:lnTo>
                <a:lnTo>
                  <a:pt x="2286" y="1451"/>
                </a:lnTo>
                <a:lnTo>
                  <a:pt x="2286" y="1449"/>
                </a:lnTo>
                <a:lnTo>
                  <a:pt x="2286" y="1448"/>
                </a:lnTo>
                <a:lnTo>
                  <a:pt x="2287" y="1448"/>
                </a:lnTo>
                <a:lnTo>
                  <a:pt x="2288" y="1447"/>
                </a:lnTo>
                <a:lnTo>
                  <a:pt x="2288" y="1445"/>
                </a:lnTo>
                <a:lnTo>
                  <a:pt x="2287" y="1443"/>
                </a:lnTo>
                <a:lnTo>
                  <a:pt x="2287" y="1442"/>
                </a:lnTo>
                <a:lnTo>
                  <a:pt x="2287" y="1441"/>
                </a:lnTo>
                <a:lnTo>
                  <a:pt x="2288" y="1440"/>
                </a:lnTo>
                <a:lnTo>
                  <a:pt x="2289" y="1440"/>
                </a:lnTo>
                <a:lnTo>
                  <a:pt x="2290" y="1438"/>
                </a:lnTo>
                <a:lnTo>
                  <a:pt x="2290" y="1435"/>
                </a:lnTo>
                <a:lnTo>
                  <a:pt x="2290" y="1434"/>
                </a:lnTo>
                <a:lnTo>
                  <a:pt x="2289" y="1433"/>
                </a:lnTo>
                <a:lnTo>
                  <a:pt x="2288" y="1433"/>
                </a:lnTo>
                <a:lnTo>
                  <a:pt x="2286" y="1432"/>
                </a:lnTo>
                <a:lnTo>
                  <a:pt x="2287" y="1432"/>
                </a:lnTo>
                <a:lnTo>
                  <a:pt x="2287" y="1431"/>
                </a:lnTo>
                <a:lnTo>
                  <a:pt x="2288" y="1429"/>
                </a:lnTo>
                <a:lnTo>
                  <a:pt x="2288" y="1428"/>
                </a:lnTo>
                <a:lnTo>
                  <a:pt x="2287" y="1428"/>
                </a:lnTo>
                <a:lnTo>
                  <a:pt x="2287" y="1429"/>
                </a:lnTo>
                <a:lnTo>
                  <a:pt x="2286" y="1429"/>
                </a:lnTo>
                <a:lnTo>
                  <a:pt x="2286" y="1430"/>
                </a:lnTo>
                <a:lnTo>
                  <a:pt x="2285" y="1430"/>
                </a:lnTo>
                <a:lnTo>
                  <a:pt x="2285" y="1429"/>
                </a:lnTo>
                <a:lnTo>
                  <a:pt x="2285" y="1428"/>
                </a:lnTo>
                <a:lnTo>
                  <a:pt x="2285" y="1427"/>
                </a:lnTo>
                <a:lnTo>
                  <a:pt x="2286" y="1426"/>
                </a:lnTo>
                <a:lnTo>
                  <a:pt x="2286" y="1425"/>
                </a:lnTo>
                <a:lnTo>
                  <a:pt x="2285" y="1425"/>
                </a:lnTo>
                <a:lnTo>
                  <a:pt x="2285" y="1426"/>
                </a:lnTo>
                <a:lnTo>
                  <a:pt x="2284" y="1427"/>
                </a:lnTo>
                <a:lnTo>
                  <a:pt x="2282" y="1427"/>
                </a:lnTo>
                <a:lnTo>
                  <a:pt x="2282" y="1426"/>
                </a:lnTo>
                <a:lnTo>
                  <a:pt x="2282" y="1425"/>
                </a:lnTo>
                <a:lnTo>
                  <a:pt x="2282" y="1424"/>
                </a:lnTo>
                <a:lnTo>
                  <a:pt x="2282" y="1422"/>
                </a:lnTo>
                <a:lnTo>
                  <a:pt x="2280" y="1419"/>
                </a:lnTo>
                <a:lnTo>
                  <a:pt x="2279" y="1419"/>
                </a:lnTo>
                <a:lnTo>
                  <a:pt x="2279" y="1420"/>
                </a:lnTo>
                <a:lnTo>
                  <a:pt x="2278" y="1419"/>
                </a:lnTo>
                <a:lnTo>
                  <a:pt x="2278" y="1418"/>
                </a:lnTo>
                <a:lnTo>
                  <a:pt x="2278" y="1417"/>
                </a:lnTo>
                <a:lnTo>
                  <a:pt x="2277" y="1417"/>
                </a:lnTo>
                <a:lnTo>
                  <a:pt x="2276" y="1417"/>
                </a:lnTo>
                <a:lnTo>
                  <a:pt x="2275" y="1416"/>
                </a:lnTo>
                <a:lnTo>
                  <a:pt x="2275" y="1415"/>
                </a:lnTo>
                <a:lnTo>
                  <a:pt x="2275" y="1414"/>
                </a:lnTo>
                <a:lnTo>
                  <a:pt x="2273" y="1411"/>
                </a:lnTo>
                <a:lnTo>
                  <a:pt x="2272" y="1411"/>
                </a:lnTo>
                <a:lnTo>
                  <a:pt x="2272" y="1412"/>
                </a:lnTo>
                <a:lnTo>
                  <a:pt x="2271" y="1412"/>
                </a:lnTo>
                <a:lnTo>
                  <a:pt x="2271" y="1411"/>
                </a:lnTo>
                <a:lnTo>
                  <a:pt x="2271" y="1410"/>
                </a:lnTo>
                <a:lnTo>
                  <a:pt x="2270" y="1408"/>
                </a:lnTo>
                <a:lnTo>
                  <a:pt x="2270" y="1407"/>
                </a:lnTo>
                <a:lnTo>
                  <a:pt x="2269" y="1407"/>
                </a:lnTo>
                <a:lnTo>
                  <a:pt x="2269" y="1410"/>
                </a:lnTo>
                <a:lnTo>
                  <a:pt x="2268" y="1409"/>
                </a:lnTo>
                <a:lnTo>
                  <a:pt x="2268" y="1408"/>
                </a:lnTo>
                <a:lnTo>
                  <a:pt x="2267" y="1408"/>
                </a:lnTo>
                <a:lnTo>
                  <a:pt x="2266" y="1409"/>
                </a:lnTo>
                <a:lnTo>
                  <a:pt x="2266" y="1410"/>
                </a:lnTo>
                <a:lnTo>
                  <a:pt x="2265" y="1411"/>
                </a:lnTo>
                <a:lnTo>
                  <a:pt x="2265" y="1410"/>
                </a:lnTo>
                <a:lnTo>
                  <a:pt x="2264" y="1410"/>
                </a:lnTo>
                <a:lnTo>
                  <a:pt x="2264" y="1409"/>
                </a:lnTo>
                <a:lnTo>
                  <a:pt x="2263" y="1408"/>
                </a:lnTo>
                <a:lnTo>
                  <a:pt x="2262" y="1407"/>
                </a:lnTo>
                <a:lnTo>
                  <a:pt x="2260" y="1408"/>
                </a:lnTo>
                <a:lnTo>
                  <a:pt x="2260" y="1409"/>
                </a:lnTo>
                <a:lnTo>
                  <a:pt x="2260" y="1410"/>
                </a:lnTo>
                <a:lnTo>
                  <a:pt x="2258" y="1410"/>
                </a:lnTo>
                <a:lnTo>
                  <a:pt x="2258" y="1409"/>
                </a:lnTo>
                <a:lnTo>
                  <a:pt x="2256" y="1408"/>
                </a:lnTo>
                <a:lnTo>
                  <a:pt x="2255" y="1407"/>
                </a:lnTo>
                <a:lnTo>
                  <a:pt x="2254" y="1405"/>
                </a:lnTo>
                <a:lnTo>
                  <a:pt x="2253" y="1406"/>
                </a:lnTo>
                <a:lnTo>
                  <a:pt x="2250" y="1406"/>
                </a:lnTo>
                <a:lnTo>
                  <a:pt x="2248" y="1405"/>
                </a:lnTo>
                <a:lnTo>
                  <a:pt x="2248" y="1404"/>
                </a:lnTo>
                <a:lnTo>
                  <a:pt x="2247" y="1402"/>
                </a:lnTo>
                <a:lnTo>
                  <a:pt x="2246" y="1399"/>
                </a:lnTo>
                <a:lnTo>
                  <a:pt x="2245" y="1398"/>
                </a:lnTo>
                <a:lnTo>
                  <a:pt x="2243" y="1399"/>
                </a:lnTo>
                <a:lnTo>
                  <a:pt x="2241" y="1399"/>
                </a:lnTo>
                <a:lnTo>
                  <a:pt x="2241" y="1400"/>
                </a:lnTo>
                <a:lnTo>
                  <a:pt x="2241" y="1401"/>
                </a:lnTo>
                <a:lnTo>
                  <a:pt x="2240" y="1401"/>
                </a:lnTo>
                <a:lnTo>
                  <a:pt x="2239" y="1401"/>
                </a:lnTo>
                <a:lnTo>
                  <a:pt x="2239" y="1400"/>
                </a:lnTo>
                <a:lnTo>
                  <a:pt x="2239" y="1398"/>
                </a:lnTo>
                <a:lnTo>
                  <a:pt x="2239" y="1397"/>
                </a:lnTo>
                <a:lnTo>
                  <a:pt x="2239" y="1396"/>
                </a:lnTo>
                <a:lnTo>
                  <a:pt x="2238" y="1396"/>
                </a:lnTo>
                <a:lnTo>
                  <a:pt x="2238" y="1397"/>
                </a:lnTo>
                <a:lnTo>
                  <a:pt x="2238" y="1398"/>
                </a:lnTo>
                <a:lnTo>
                  <a:pt x="2238" y="1400"/>
                </a:lnTo>
                <a:lnTo>
                  <a:pt x="2237" y="1400"/>
                </a:lnTo>
                <a:lnTo>
                  <a:pt x="2233" y="1398"/>
                </a:lnTo>
                <a:lnTo>
                  <a:pt x="2233" y="1397"/>
                </a:lnTo>
                <a:lnTo>
                  <a:pt x="2233" y="1395"/>
                </a:lnTo>
                <a:lnTo>
                  <a:pt x="2232" y="1394"/>
                </a:lnTo>
                <a:lnTo>
                  <a:pt x="2231" y="1394"/>
                </a:lnTo>
                <a:lnTo>
                  <a:pt x="2231" y="1395"/>
                </a:lnTo>
                <a:lnTo>
                  <a:pt x="2231" y="1396"/>
                </a:lnTo>
                <a:lnTo>
                  <a:pt x="2231" y="1397"/>
                </a:lnTo>
                <a:lnTo>
                  <a:pt x="2231" y="1398"/>
                </a:lnTo>
                <a:lnTo>
                  <a:pt x="2231" y="1399"/>
                </a:lnTo>
                <a:lnTo>
                  <a:pt x="2229" y="1397"/>
                </a:lnTo>
                <a:lnTo>
                  <a:pt x="2229" y="1396"/>
                </a:lnTo>
                <a:lnTo>
                  <a:pt x="2227" y="1395"/>
                </a:lnTo>
                <a:lnTo>
                  <a:pt x="2226" y="1395"/>
                </a:lnTo>
                <a:lnTo>
                  <a:pt x="2225" y="1394"/>
                </a:lnTo>
                <a:lnTo>
                  <a:pt x="2225" y="1395"/>
                </a:lnTo>
                <a:lnTo>
                  <a:pt x="2225" y="1397"/>
                </a:lnTo>
                <a:lnTo>
                  <a:pt x="2225" y="1398"/>
                </a:lnTo>
                <a:lnTo>
                  <a:pt x="2225" y="1399"/>
                </a:lnTo>
                <a:lnTo>
                  <a:pt x="2225" y="1400"/>
                </a:lnTo>
                <a:lnTo>
                  <a:pt x="2224" y="1401"/>
                </a:lnTo>
                <a:lnTo>
                  <a:pt x="2224" y="1402"/>
                </a:lnTo>
                <a:lnTo>
                  <a:pt x="2222" y="1402"/>
                </a:lnTo>
                <a:lnTo>
                  <a:pt x="2221" y="1401"/>
                </a:lnTo>
                <a:lnTo>
                  <a:pt x="2218" y="1399"/>
                </a:lnTo>
                <a:lnTo>
                  <a:pt x="2217" y="1399"/>
                </a:lnTo>
                <a:lnTo>
                  <a:pt x="2216" y="1399"/>
                </a:lnTo>
                <a:lnTo>
                  <a:pt x="2213" y="1397"/>
                </a:lnTo>
                <a:lnTo>
                  <a:pt x="2213" y="1396"/>
                </a:lnTo>
                <a:lnTo>
                  <a:pt x="2212" y="1394"/>
                </a:lnTo>
                <a:lnTo>
                  <a:pt x="2212" y="1393"/>
                </a:lnTo>
                <a:lnTo>
                  <a:pt x="2211" y="1392"/>
                </a:lnTo>
                <a:lnTo>
                  <a:pt x="2210" y="1392"/>
                </a:lnTo>
                <a:lnTo>
                  <a:pt x="2210" y="1391"/>
                </a:lnTo>
                <a:lnTo>
                  <a:pt x="2210" y="1390"/>
                </a:lnTo>
                <a:lnTo>
                  <a:pt x="2211" y="1390"/>
                </a:lnTo>
                <a:lnTo>
                  <a:pt x="2212" y="1390"/>
                </a:lnTo>
                <a:lnTo>
                  <a:pt x="2213" y="1390"/>
                </a:lnTo>
                <a:lnTo>
                  <a:pt x="2214" y="1391"/>
                </a:lnTo>
                <a:lnTo>
                  <a:pt x="2215" y="1390"/>
                </a:lnTo>
                <a:lnTo>
                  <a:pt x="2215" y="1389"/>
                </a:lnTo>
                <a:lnTo>
                  <a:pt x="2215" y="1388"/>
                </a:lnTo>
                <a:lnTo>
                  <a:pt x="2216" y="1387"/>
                </a:lnTo>
                <a:lnTo>
                  <a:pt x="2216" y="1384"/>
                </a:lnTo>
                <a:lnTo>
                  <a:pt x="2216" y="1383"/>
                </a:lnTo>
                <a:lnTo>
                  <a:pt x="2216" y="1382"/>
                </a:lnTo>
                <a:lnTo>
                  <a:pt x="2216" y="1380"/>
                </a:lnTo>
                <a:lnTo>
                  <a:pt x="2216" y="1378"/>
                </a:lnTo>
                <a:lnTo>
                  <a:pt x="2218" y="1379"/>
                </a:lnTo>
                <a:lnTo>
                  <a:pt x="2220" y="1378"/>
                </a:lnTo>
                <a:lnTo>
                  <a:pt x="2220" y="1377"/>
                </a:lnTo>
                <a:lnTo>
                  <a:pt x="2219" y="1374"/>
                </a:lnTo>
                <a:lnTo>
                  <a:pt x="2218" y="1373"/>
                </a:lnTo>
                <a:lnTo>
                  <a:pt x="2216" y="1372"/>
                </a:lnTo>
                <a:lnTo>
                  <a:pt x="2215" y="1372"/>
                </a:lnTo>
                <a:lnTo>
                  <a:pt x="2214" y="1372"/>
                </a:lnTo>
                <a:lnTo>
                  <a:pt x="2213" y="1372"/>
                </a:lnTo>
                <a:lnTo>
                  <a:pt x="2213" y="1371"/>
                </a:lnTo>
                <a:lnTo>
                  <a:pt x="2214" y="1370"/>
                </a:lnTo>
                <a:lnTo>
                  <a:pt x="2214" y="1369"/>
                </a:lnTo>
                <a:lnTo>
                  <a:pt x="2213" y="1368"/>
                </a:lnTo>
                <a:lnTo>
                  <a:pt x="2214" y="1367"/>
                </a:lnTo>
                <a:lnTo>
                  <a:pt x="2215" y="1367"/>
                </a:lnTo>
                <a:lnTo>
                  <a:pt x="2215" y="1368"/>
                </a:lnTo>
                <a:lnTo>
                  <a:pt x="2215" y="1369"/>
                </a:lnTo>
                <a:lnTo>
                  <a:pt x="2216" y="1369"/>
                </a:lnTo>
                <a:lnTo>
                  <a:pt x="2217" y="1368"/>
                </a:lnTo>
                <a:lnTo>
                  <a:pt x="2217" y="1367"/>
                </a:lnTo>
                <a:lnTo>
                  <a:pt x="2217" y="1366"/>
                </a:lnTo>
                <a:lnTo>
                  <a:pt x="2215" y="1366"/>
                </a:lnTo>
                <a:lnTo>
                  <a:pt x="2215" y="1365"/>
                </a:lnTo>
                <a:lnTo>
                  <a:pt x="2215" y="1364"/>
                </a:lnTo>
                <a:lnTo>
                  <a:pt x="2215" y="1363"/>
                </a:lnTo>
                <a:lnTo>
                  <a:pt x="2216" y="1362"/>
                </a:lnTo>
                <a:lnTo>
                  <a:pt x="2217" y="1362"/>
                </a:lnTo>
                <a:lnTo>
                  <a:pt x="2218" y="1360"/>
                </a:lnTo>
                <a:lnTo>
                  <a:pt x="2219" y="1358"/>
                </a:lnTo>
                <a:lnTo>
                  <a:pt x="2218" y="1356"/>
                </a:lnTo>
                <a:lnTo>
                  <a:pt x="2216" y="1355"/>
                </a:lnTo>
                <a:lnTo>
                  <a:pt x="2215" y="1355"/>
                </a:lnTo>
                <a:lnTo>
                  <a:pt x="2215" y="1354"/>
                </a:lnTo>
                <a:lnTo>
                  <a:pt x="2214" y="1353"/>
                </a:lnTo>
                <a:lnTo>
                  <a:pt x="2214" y="1352"/>
                </a:lnTo>
                <a:lnTo>
                  <a:pt x="2213" y="1353"/>
                </a:lnTo>
                <a:lnTo>
                  <a:pt x="2213" y="1354"/>
                </a:lnTo>
                <a:lnTo>
                  <a:pt x="2213" y="1355"/>
                </a:lnTo>
                <a:lnTo>
                  <a:pt x="2212" y="1355"/>
                </a:lnTo>
                <a:lnTo>
                  <a:pt x="2211" y="1354"/>
                </a:lnTo>
                <a:lnTo>
                  <a:pt x="2211" y="1353"/>
                </a:lnTo>
                <a:lnTo>
                  <a:pt x="2211" y="1352"/>
                </a:lnTo>
                <a:lnTo>
                  <a:pt x="2208" y="1352"/>
                </a:lnTo>
                <a:lnTo>
                  <a:pt x="2207" y="1352"/>
                </a:lnTo>
                <a:lnTo>
                  <a:pt x="2206" y="1351"/>
                </a:lnTo>
                <a:lnTo>
                  <a:pt x="2205" y="1350"/>
                </a:lnTo>
                <a:lnTo>
                  <a:pt x="2204" y="1349"/>
                </a:lnTo>
                <a:lnTo>
                  <a:pt x="2204" y="1348"/>
                </a:lnTo>
                <a:lnTo>
                  <a:pt x="2203" y="1348"/>
                </a:lnTo>
                <a:lnTo>
                  <a:pt x="2202" y="1349"/>
                </a:lnTo>
                <a:lnTo>
                  <a:pt x="2202" y="1348"/>
                </a:lnTo>
                <a:lnTo>
                  <a:pt x="2200" y="1348"/>
                </a:lnTo>
                <a:lnTo>
                  <a:pt x="2200" y="1347"/>
                </a:lnTo>
                <a:lnTo>
                  <a:pt x="2201" y="1347"/>
                </a:lnTo>
                <a:lnTo>
                  <a:pt x="2201" y="1346"/>
                </a:lnTo>
                <a:lnTo>
                  <a:pt x="2201" y="1345"/>
                </a:lnTo>
                <a:lnTo>
                  <a:pt x="2199" y="1342"/>
                </a:lnTo>
                <a:lnTo>
                  <a:pt x="2198" y="1342"/>
                </a:lnTo>
                <a:lnTo>
                  <a:pt x="2197" y="1342"/>
                </a:lnTo>
                <a:lnTo>
                  <a:pt x="2196" y="1342"/>
                </a:lnTo>
                <a:lnTo>
                  <a:pt x="2195" y="1342"/>
                </a:lnTo>
                <a:lnTo>
                  <a:pt x="2194" y="1342"/>
                </a:lnTo>
                <a:lnTo>
                  <a:pt x="2194" y="1340"/>
                </a:lnTo>
                <a:lnTo>
                  <a:pt x="2193" y="1338"/>
                </a:lnTo>
                <a:lnTo>
                  <a:pt x="2192" y="1338"/>
                </a:lnTo>
                <a:lnTo>
                  <a:pt x="2192" y="1337"/>
                </a:lnTo>
                <a:lnTo>
                  <a:pt x="2192" y="1336"/>
                </a:lnTo>
                <a:lnTo>
                  <a:pt x="2192" y="1335"/>
                </a:lnTo>
                <a:lnTo>
                  <a:pt x="2193" y="1335"/>
                </a:lnTo>
                <a:lnTo>
                  <a:pt x="2193" y="1336"/>
                </a:lnTo>
                <a:lnTo>
                  <a:pt x="2195" y="1337"/>
                </a:lnTo>
                <a:lnTo>
                  <a:pt x="2195" y="1339"/>
                </a:lnTo>
                <a:lnTo>
                  <a:pt x="2197" y="1340"/>
                </a:lnTo>
                <a:lnTo>
                  <a:pt x="2197" y="1339"/>
                </a:lnTo>
                <a:lnTo>
                  <a:pt x="2198" y="1336"/>
                </a:lnTo>
                <a:lnTo>
                  <a:pt x="2197" y="1336"/>
                </a:lnTo>
                <a:lnTo>
                  <a:pt x="2197" y="1335"/>
                </a:lnTo>
                <a:lnTo>
                  <a:pt x="2199" y="1336"/>
                </a:lnTo>
                <a:lnTo>
                  <a:pt x="2201" y="1338"/>
                </a:lnTo>
                <a:lnTo>
                  <a:pt x="2202" y="1339"/>
                </a:lnTo>
                <a:lnTo>
                  <a:pt x="2203" y="1339"/>
                </a:lnTo>
                <a:lnTo>
                  <a:pt x="2206" y="1339"/>
                </a:lnTo>
                <a:lnTo>
                  <a:pt x="2207" y="1339"/>
                </a:lnTo>
                <a:lnTo>
                  <a:pt x="2208" y="1338"/>
                </a:lnTo>
                <a:lnTo>
                  <a:pt x="2208" y="1337"/>
                </a:lnTo>
                <a:lnTo>
                  <a:pt x="2207" y="1337"/>
                </a:lnTo>
                <a:lnTo>
                  <a:pt x="2207" y="1336"/>
                </a:lnTo>
                <a:lnTo>
                  <a:pt x="2209" y="1334"/>
                </a:lnTo>
                <a:lnTo>
                  <a:pt x="2208" y="1333"/>
                </a:lnTo>
                <a:lnTo>
                  <a:pt x="2207" y="1332"/>
                </a:lnTo>
                <a:lnTo>
                  <a:pt x="2207" y="1331"/>
                </a:lnTo>
                <a:lnTo>
                  <a:pt x="2206" y="1332"/>
                </a:lnTo>
                <a:lnTo>
                  <a:pt x="2206" y="1331"/>
                </a:lnTo>
                <a:lnTo>
                  <a:pt x="2205" y="1331"/>
                </a:lnTo>
                <a:lnTo>
                  <a:pt x="2205" y="1329"/>
                </a:lnTo>
                <a:lnTo>
                  <a:pt x="2206" y="1328"/>
                </a:lnTo>
                <a:lnTo>
                  <a:pt x="2205" y="1326"/>
                </a:lnTo>
                <a:lnTo>
                  <a:pt x="2206" y="1326"/>
                </a:lnTo>
                <a:lnTo>
                  <a:pt x="2207" y="1326"/>
                </a:lnTo>
                <a:lnTo>
                  <a:pt x="2209" y="1327"/>
                </a:lnTo>
                <a:lnTo>
                  <a:pt x="2209" y="1326"/>
                </a:lnTo>
                <a:lnTo>
                  <a:pt x="2210" y="1326"/>
                </a:lnTo>
                <a:lnTo>
                  <a:pt x="2211" y="1325"/>
                </a:lnTo>
                <a:lnTo>
                  <a:pt x="2212" y="1325"/>
                </a:lnTo>
                <a:lnTo>
                  <a:pt x="2213" y="1325"/>
                </a:lnTo>
                <a:lnTo>
                  <a:pt x="2213" y="1324"/>
                </a:lnTo>
                <a:lnTo>
                  <a:pt x="2213" y="1321"/>
                </a:lnTo>
                <a:lnTo>
                  <a:pt x="2213" y="1317"/>
                </a:lnTo>
                <a:lnTo>
                  <a:pt x="2213" y="1316"/>
                </a:lnTo>
                <a:lnTo>
                  <a:pt x="2213" y="1315"/>
                </a:lnTo>
                <a:lnTo>
                  <a:pt x="2212" y="1314"/>
                </a:lnTo>
                <a:lnTo>
                  <a:pt x="2212" y="1313"/>
                </a:lnTo>
                <a:lnTo>
                  <a:pt x="2213" y="1313"/>
                </a:lnTo>
                <a:lnTo>
                  <a:pt x="2215" y="1311"/>
                </a:lnTo>
                <a:lnTo>
                  <a:pt x="2216" y="1311"/>
                </a:lnTo>
                <a:lnTo>
                  <a:pt x="2217" y="1312"/>
                </a:lnTo>
                <a:lnTo>
                  <a:pt x="2219" y="1312"/>
                </a:lnTo>
                <a:lnTo>
                  <a:pt x="2219" y="1311"/>
                </a:lnTo>
                <a:lnTo>
                  <a:pt x="2218" y="1310"/>
                </a:lnTo>
                <a:lnTo>
                  <a:pt x="2218" y="1309"/>
                </a:lnTo>
                <a:lnTo>
                  <a:pt x="2218" y="1308"/>
                </a:lnTo>
                <a:lnTo>
                  <a:pt x="2217" y="1308"/>
                </a:lnTo>
                <a:lnTo>
                  <a:pt x="2216" y="1306"/>
                </a:lnTo>
                <a:lnTo>
                  <a:pt x="2217" y="1306"/>
                </a:lnTo>
                <a:lnTo>
                  <a:pt x="2219" y="1304"/>
                </a:lnTo>
                <a:lnTo>
                  <a:pt x="2220" y="1304"/>
                </a:lnTo>
                <a:lnTo>
                  <a:pt x="2221" y="1303"/>
                </a:lnTo>
                <a:lnTo>
                  <a:pt x="2223" y="1302"/>
                </a:lnTo>
                <a:lnTo>
                  <a:pt x="2224" y="1302"/>
                </a:lnTo>
                <a:lnTo>
                  <a:pt x="2224" y="1303"/>
                </a:lnTo>
                <a:lnTo>
                  <a:pt x="2225" y="1303"/>
                </a:lnTo>
                <a:lnTo>
                  <a:pt x="2226" y="1303"/>
                </a:lnTo>
                <a:lnTo>
                  <a:pt x="2226" y="1302"/>
                </a:lnTo>
                <a:lnTo>
                  <a:pt x="2226" y="1300"/>
                </a:lnTo>
                <a:lnTo>
                  <a:pt x="2229" y="1300"/>
                </a:lnTo>
                <a:lnTo>
                  <a:pt x="2230" y="1301"/>
                </a:lnTo>
                <a:lnTo>
                  <a:pt x="2232" y="1303"/>
                </a:lnTo>
                <a:lnTo>
                  <a:pt x="2232" y="1302"/>
                </a:lnTo>
                <a:lnTo>
                  <a:pt x="2234" y="1303"/>
                </a:lnTo>
                <a:lnTo>
                  <a:pt x="2235" y="1305"/>
                </a:lnTo>
                <a:lnTo>
                  <a:pt x="2237" y="1305"/>
                </a:lnTo>
                <a:lnTo>
                  <a:pt x="2237" y="1304"/>
                </a:lnTo>
                <a:lnTo>
                  <a:pt x="2236" y="1304"/>
                </a:lnTo>
                <a:lnTo>
                  <a:pt x="2235" y="1302"/>
                </a:lnTo>
                <a:lnTo>
                  <a:pt x="2235" y="1301"/>
                </a:lnTo>
                <a:lnTo>
                  <a:pt x="2234" y="1299"/>
                </a:lnTo>
                <a:lnTo>
                  <a:pt x="2235" y="1298"/>
                </a:lnTo>
                <a:lnTo>
                  <a:pt x="2236" y="1297"/>
                </a:lnTo>
                <a:lnTo>
                  <a:pt x="2236" y="1295"/>
                </a:lnTo>
                <a:lnTo>
                  <a:pt x="2236" y="1294"/>
                </a:lnTo>
                <a:lnTo>
                  <a:pt x="2236" y="1291"/>
                </a:lnTo>
                <a:lnTo>
                  <a:pt x="2237" y="1290"/>
                </a:lnTo>
                <a:lnTo>
                  <a:pt x="2237" y="1289"/>
                </a:lnTo>
                <a:lnTo>
                  <a:pt x="2236" y="1288"/>
                </a:lnTo>
                <a:lnTo>
                  <a:pt x="2237" y="1287"/>
                </a:lnTo>
                <a:lnTo>
                  <a:pt x="2238" y="1287"/>
                </a:lnTo>
                <a:lnTo>
                  <a:pt x="2239" y="1287"/>
                </a:lnTo>
                <a:lnTo>
                  <a:pt x="2239" y="1286"/>
                </a:lnTo>
                <a:lnTo>
                  <a:pt x="2239" y="1285"/>
                </a:lnTo>
                <a:lnTo>
                  <a:pt x="2237" y="1283"/>
                </a:lnTo>
                <a:lnTo>
                  <a:pt x="2236" y="1282"/>
                </a:lnTo>
                <a:lnTo>
                  <a:pt x="2236" y="1280"/>
                </a:lnTo>
                <a:lnTo>
                  <a:pt x="2236" y="1278"/>
                </a:lnTo>
                <a:lnTo>
                  <a:pt x="2236" y="1277"/>
                </a:lnTo>
                <a:lnTo>
                  <a:pt x="2234" y="1276"/>
                </a:lnTo>
                <a:lnTo>
                  <a:pt x="2235" y="1275"/>
                </a:lnTo>
                <a:lnTo>
                  <a:pt x="2236" y="1275"/>
                </a:lnTo>
                <a:lnTo>
                  <a:pt x="2236" y="1274"/>
                </a:lnTo>
                <a:lnTo>
                  <a:pt x="2236" y="1272"/>
                </a:lnTo>
                <a:lnTo>
                  <a:pt x="2235" y="1270"/>
                </a:lnTo>
                <a:lnTo>
                  <a:pt x="2234" y="1269"/>
                </a:lnTo>
                <a:lnTo>
                  <a:pt x="2233" y="1270"/>
                </a:lnTo>
                <a:lnTo>
                  <a:pt x="2232" y="1270"/>
                </a:lnTo>
                <a:lnTo>
                  <a:pt x="2232" y="1271"/>
                </a:lnTo>
                <a:lnTo>
                  <a:pt x="2231" y="1272"/>
                </a:lnTo>
                <a:lnTo>
                  <a:pt x="2230" y="1270"/>
                </a:lnTo>
                <a:lnTo>
                  <a:pt x="2229" y="1269"/>
                </a:lnTo>
                <a:lnTo>
                  <a:pt x="2230" y="1269"/>
                </a:lnTo>
                <a:lnTo>
                  <a:pt x="2231" y="1267"/>
                </a:lnTo>
                <a:lnTo>
                  <a:pt x="2231" y="1266"/>
                </a:lnTo>
                <a:lnTo>
                  <a:pt x="2230" y="1264"/>
                </a:lnTo>
                <a:lnTo>
                  <a:pt x="2226" y="1262"/>
                </a:lnTo>
                <a:lnTo>
                  <a:pt x="2225" y="1261"/>
                </a:lnTo>
                <a:lnTo>
                  <a:pt x="2225" y="1262"/>
                </a:lnTo>
                <a:lnTo>
                  <a:pt x="2224" y="1262"/>
                </a:lnTo>
                <a:lnTo>
                  <a:pt x="2223" y="1262"/>
                </a:lnTo>
                <a:lnTo>
                  <a:pt x="2223" y="1261"/>
                </a:lnTo>
                <a:lnTo>
                  <a:pt x="2221" y="1260"/>
                </a:lnTo>
                <a:lnTo>
                  <a:pt x="2221" y="1259"/>
                </a:lnTo>
                <a:lnTo>
                  <a:pt x="2221" y="1258"/>
                </a:lnTo>
                <a:lnTo>
                  <a:pt x="2222" y="1258"/>
                </a:lnTo>
                <a:lnTo>
                  <a:pt x="2222" y="1257"/>
                </a:lnTo>
                <a:lnTo>
                  <a:pt x="2221" y="1255"/>
                </a:lnTo>
                <a:lnTo>
                  <a:pt x="2220" y="1254"/>
                </a:lnTo>
                <a:lnTo>
                  <a:pt x="2220" y="1253"/>
                </a:lnTo>
                <a:lnTo>
                  <a:pt x="2219" y="1252"/>
                </a:lnTo>
                <a:lnTo>
                  <a:pt x="2219" y="1251"/>
                </a:lnTo>
                <a:lnTo>
                  <a:pt x="2220" y="1250"/>
                </a:lnTo>
                <a:lnTo>
                  <a:pt x="2221" y="1251"/>
                </a:lnTo>
                <a:lnTo>
                  <a:pt x="2221" y="1252"/>
                </a:lnTo>
                <a:lnTo>
                  <a:pt x="2221" y="1253"/>
                </a:lnTo>
                <a:lnTo>
                  <a:pt x="2223" y="1254"/>
                </a:lnTo>
                <a:lnTo>
                  <a:pt x="2223" y="1255"/>
                </a:lnTo>
                <a:lnTo>
                  <a:pt x="2224" y="1256"/>
                </a:lnTo>
                <a:lnTo>
                  <a:pt x="2225" y="1257"/>
                </a:lnTo>
                <a:lnTo>
                  <a:pt x="2225" y="1258"/>
                </a:lnTo>
                <a:lnTo>
                  <a:pt x="2224" y="1258"/>
                </a:lnTo>
                <a:lnTo>
                  <a:pt x="2224" y="1259"/>
                </a:lnTo>
                <a:lnTo>
                  <a:pt x="2225" y="1260"/>
                </a:lnTo>
                <a:lnTo>
                  <a:pt x="2226" y="1261"/>
                </a:lnTo>
                <a:lnTo>
                  <a:pt x="2227" y="1261"/>
                </a:lnTo>
                <a:lnTo>
                  <a:pt x="2228" y="1260"/>
                </a:lnTo>
                <a:lnTo>
                  <a:pt x="2228" y="1259"/>
                </a:lnTo>
                <a:lnTo>
                  <a:pt x="2228" y="1257"/>
                </a:lnTo>
                <a:lnTo>
                  <a:pt x="2228" y="1256"/>
                </a:lnTo>
                <a:lnTo>
                  <a:pt x="2228" y="1255"/>
                </a:lnTo>
                <a:lnTo>
                  <a:pt x="2228" y="1254"/>
                </a:lnTo>
                <a:lnTo>
                  <a:pt x="2229" y="1254"/>
                </a:lnTo>
                <a:lnTo>
                  <a:pt x="2230" y="1255"/>
                </a:lnTo>
                <a:lnTo>
                  <a:pt x="2231" y="1255"/>
                </a:lnTo>
                <a:lnTo>
                  <a:pt x="2233" y="1256"/>
                </a:lnTo>
                <a:lnTo>
                  <a:pt x="2236" y="1255"/>
                </a:lnTo>
                <a:lnTo>
                  <a:pt x="2236" y="1252"/>
                </a:lnTo>
                <a:lnTo>
                  <a:pt x="2236" y="1250"/>
                </a:lnTo>
                <a:lnTo>
                  <a:pt x="2236" y="1249"/>
                </a:lnTo>
                <a:lnTo>
                  <a:pt x="2236" y="1248"/>
                </a:lnTo>
                <a:lnTo>
                  <a:pt x="2236" y="1246"/>
                </a:lnTo>
                <a:lnTo>
                  <a:pt x="2236" y="1245"/>
                </a:lnTo>
                <a:lnTo>
                  <a:pt x="2237" y="1245"/>
                </a:lnTo>
                <a:lnTo>
                  <a:pt x="2238" y="1245"/>
                </a:lnTo>
                <a:lnTo>
                  <a:pt x="2239" y="1245"/>
                </a:lnTo>
                <a:lnTo>
                  <a:pt x="2239" y="1244"/>
                </a:lnTo>
                <a:lnTo>
                  <a:pt x="2240" y="1243"/>
                </a:lnTo>
                <a:lnTo>
                  <a:pt x="2239" y="1243"/>
                </a:lnTo>
                <a:lnTo>
                  <a:pt x="2238" y="1242"/>
                </a:lnTo>
                <a:lnTo>
                  <a:pt x="2237" y="1239"/>
                </a:lnTo>
                <a:lnTo>
                  <a:pt x="2236" y="1236"/>
                </a:lnTo>
                <a:lnTo>
                  <a:pt x="2236" y="1234"/>
                </a:lnTo>
                <a:lnTo>
                  <a:pt x="2235" y="1232"/>
                </a:lnTo>
                <a:lnTo>
                  <a:pt x="2234" y="1230"/>
                </a:lnTo>
                <a:lnTo>
                  <a:pt x="2233" y="1229"/>
                </a:lnTo>
                <a:lnTo>
                  <a:pt x="2233" y="1228"/>
                </a:lnTo>
                <a:lnTo>
                  <a:pt x="2232" y="1227"/>
                </a:lnTo>
                <a:lnTo>
                  <a:pt x="2232" y="1226"/>
                </a:lnTo>
                <a:lnTo>
                  <a:pt x="2231" y="1225"/>
                </a:lnTo>
                <a:lnTo>
                  <a:pt x="2230" y="1222"/>
                </a:lnTo>
                <a:lnTo>
                  <a:pt x="2230" y="1221"/>
                </a:lnTo>
                <a:lnTo>
                  <a:pt x="2230" y="1220"/>
                </a:lnTo>
                <a:lnTo>
                  <a:pt x="2231" y="1219"/>
                </a:lnTo>
                <a:lnTo>
                  <a:pt x="2232" y="1219"/>
                </a:lnTo>
                <a:lnTo>
                  <a:pt x="2233" y="1220"/>
                </a:lnTo>
                <a:lnTo>
                  <a:pt x="2234" y="1220"/>
                </a:lnTo>
                <a:lnTo>
                  <a:pt x="2235" y="1222"/>
                </a:lnTo>
                <a:lnTo>
                  <a:pt x="2236" y="1222"/>
                </a:lnTo>
                <a:lnTo>
                  <a:pt x="2237" y="1221"/>
                </a:lnTo>
                <a:lnTo>
                  <a:pt x="2238" y="1221"/>
                </a:lnTo>
                <a:lnTo>
                  <a:pt x="2239" y="1221"/>
                </a:lnTo>
                <a:lnTo>
                  <a:pt x="2239" y="1222"/>
                </a:lnTo>
                <a:lnTo>
                  <a:pt x="2239" y="1223"/>
                </a:lnTo>
                <a:lnTo>
                  <a:pt x="2240" y="1224"/>
                </a:lnTo>
                <a:lnTo>
                  <a:pt x="2241" y="1223"/>
                </a:lnTo>
                <a:lnTo>
                  <a:pt x="2242" y="1222"/>
                </a:lnTo>
                <a:lnTo>
                  <a:pt x="2242" y="1221"/>
                </a:lnTo>
                <a:lnTo>
                  <a:pt x="2242" y="1220"/>
                </a:lnTo>
                <a:lnTo>
                  <a:pt x="2243" y="1220"/>
                </a:lnTo>
                <a:lnTo>
                  <a:pt x="2243" y="1221"/>
                </a:lnTo>
                <a:lnTo>
                  <a:pt x="2244" y="1222"/>
                </a:lnTo>
                <a:lnTo>
                  <a:pt x="2245" y="1222"/>
                </a:lnTo>
                <a:lnTo>
                  <a:pt x="2247" y="1222"/>
                </a:lnTo>
                <a:lnTo>
                  <a:pt x="2249" y="1222"/>
                </a:lnTo>
                <a:lnTo>
                  <a:pt x="2249" y="1223"/>
                </a:lnTo>
                <a:lnTo>
                  <a:pt x="2249" y="1224"/>
                </a:lnTo>
                <a:lnTo>
                  <a:pt x="2249" y="1225"/>
                </a:lnTo>
                <a:lnTo>
                  <a:pt x="2251" y="1226"/>
                </a:lnTo>
                <a:lnTo>
                  <a:pt x="2252" y="1226"/>
                </a:lnTo>
                <a:lnTo>
                  <a:pt x="2253" y="1226"/>
                </a:lnTo>
                <a:lnTo>
                  <a:pt x="2253" y="1227"/>
                </a:lnTo>
                <a:lnTo>
                  <a:pt x="2253" y="1228"/>
                </a:lnTo>
                <a:lnTo>
                  <a:pt x="2253" y="1229"/>
                </a:lnTo>
                <a:lnTo>
                  <a:pt x="2254" y="1230"/>
                </a:lnTo>
                <a:lnTo>
                  <a:pt x="2255" y="1230"/>
                </a:lnTo>
                <a:lnTo>
                  <a:pt x="2255" y="1228"/>
                </a:lnTo>
                <a:lnTo>
                  <a:pt x="2254" y="1226"/>
                </a:lnTo>
                <a:lnTo>
                  <a:pt x="2254" y="1225"/>
                </a:lnTo>
                <a:lnTo>
                  <a:pt x="2255" y="1224"/>
                </a:lnTo>
                <a:lnTo>
                  <a:pt x="2256" y="1222"/>
                </a:lnTo>
                <a:lnTo>
                  <a:pt x="2256" y="1221"/>
                </a:lnTo>
                <a:lnTo>
                  <a:pt x="2255" y="1219"/>
                </a:lnTo>
                <a:lnTo>
                  <a:pt x="2256" y="1216"/>
                </a:lnTo>
                <a:lnTo>
                  <a:pt x="2257" y="1214"/>
                </a:lnTo>
                <a:lnTo>
                  <a:pt x="2258" y="1214"/>
                </a:lnTo>
                <a:lnTo>
                  <a:pt x="2259" y="1214"/>
                </a:lnTo>
                <a:lnTo>
                  <a:pt x="2259" y="1215"/>
                </a:lnTo>
                <a:lnTo>
                  <a:pt x="2261" y="1217"/>
                </a:lnTo>
                <a:lnTo>
                  <a:pt x="2262" y="1217"/>
                </a:lnTo>
                <a:lnTo>
                  <a:pt x="2263" y="1217"/>
                </a:lnTo>
                <a:lnTo>
                  <a:pt x="2264" y="1217"/>
                </a:lnTo>
                <a:lnTo>
                  <a:pt x="2264" y="1218"/>
                </a:lnTo>
                <a:lnTo>
                  <a:pt x="2265" y="1219"/>
                </a:lnTo>
                <a:lnTo>
                  <a:pt x="2266" y="1220"/>
                </a:lnTo>
                <a:lnTo>
                  <a:pt x="2267" y="1220"/>
                </a:lnTo>
                <a:lnTo>
                  <a:pt x="2269" y="1222"/>
                </a:lnTo>
                <a:lnTo>
                  <a:pt x="2270" y="1223"/>
                </a:lnTo>
                <a:lnTo>
                  <a:pt x="2272" y="1222"/>
                </a:lnTo>
                <a:lnTo>
                  <a:pt x="2274" y="1224"/>
                </a:lnTo>
                <a:lnTo>
                  <a:pt x="2274" y="1225"/>
                </a:lnTo>
                <a:lnTo>
                  <a:pt x="2276" y="1226"/>
                </a:lnTo>
                <a:lnTo>
                  <a:pt x="2278" y="1222"/>
                </a:lnTo>
                <a:lnTo>
                  <a:pt x="2279" y="1221"/>
                </a:lnTo>
                <a:lnTo>
                  <a:pt x="2279" y="1219"/>
                </a:lnTo>
                <a:lnTo>
                  <a:pt x="2278" y="1219"/>
                </a:lnTo>
                <a:lnTo>
                  <a:pt x="2277" y="1219"/>
                </a:lnTo>
                <a:lnTo>
                  <a:pt x="2276" y="1218"/>
                </a:lnTo>
                <a:lnTo>
                  <a:pt x="2275" y="1217"/>
                </a:lnTo>
                <a:lnTo>
                  <a:pt x="2276" y="1215"/>
                </a:lnTo>
                <a:lnTo>
                  <a:pt x="2277" y="1215"/>
                </a:lnTo>
                <a:lnTo>
                  <a:pt x="2278" y="1215"/>
                </a:lnTo>
                <a:lnTo>
                  <a:pt x="2279" y="1216"/>
                </a:lnTo>
                <a:lnTo>
                  <a:pt x="2281" y="1217"/>
                </a:lnTo>
                <a:lnTo>
                  <a:pt x="2283" y="1218"/>
                </a:lnTo>
                <a:lnTo>
                  <a:pt x="2284" y="1219"/>
                </a:lnTo>
                <a:lnTo>
                  <a:pt x="2286" y="1220"/>
                </a:lnTo>
                <a:lnTo>
                  <a:pt x="2286" y="1221"/>
                </a:lnTo>
                <a:lnTo>
                  <a:pt x="2286" y="1222"/>
                </a:lnTo>
                <a:lnTo>
                  <a:pt x="2287" y="1222"/>
                </a:lnTo>
                <a:lnTo>
                  <a:pt x="2287" y="1223"/>
                </a:lnTo>
                <a:lnTo>
                  <a:pt x="2288" y="1223"/>
                </a:lnTo>
                <a:lnTo>
                  <a:pt x="2290" y="1224"/>
                </a:lnTo>
                <a:lnTo>
                  <a:pt x="2292" y="1224"/>
                </a:lnTo>
                <a:lnTo>
                  <a:pt x="2293" y="1224"/>
                </a:lnTo>
                <a:lnTo>
                  <a:pt x="2293" y="1223"/>
                </a:lnTo>
                <a:lnTo>
                  <a:pt x="2292" y="1223"/>
                </a:lnTo>
                <a:lnTo>
                  <a:pt x="2291" y="1222"/>
                </a:lnTo>
                <a:lnTo>
                  <a:pt x="2292" y="1221"/>
                </a:lnTo>
                <a:lnTo>
                  <a:pt x="2296" y="1223"/>
                </a:lnTo>
                <a:lnTo>
                  <a:pt x="2297" y="1224"/>
                </a:lnTo>
                <a:lnTo>
                  <a:pt x="2298" y="1223"/>
                </a:lnTo>
                <a:lnTo>
                  <a:pt x="2298" y="1222"/>
                </a:lnTo>
                <a:lnTo>
                  <a:pt x="2297" y="1220"/>
                </a:lnTo>
                <a:lnTo>
                  <a:pt x="2297" y="1219"/>
                </a:lnTo>
                <a:lnTo>
                  <a:pt x="2297" y="1218"/>
                </a:lnTo>
                <a:lnTo>
                  <a:pt x="2297" y="1217"/>
                </a:lnTo>
                <a:lnTo>
                  <a:pt x="2298" y="1217"/>
                </a:lnTo>
                <a:lnTo>
                  <a:pt x="2300" y="1218"/>
                </a:lnTo>
                <a:lnTo>
                  <a:pt x="2300" y="1219"/>
                </a:lnTo>
                <a:lnTo>
                  <a:pt x="2303" y="1220"/>
                </a:lnTo>
                <a:lnTo>
                  <a:pt x="2303" y="1219"/>
                </a:lnTo>
                <a:lnTo>
                  <a:pt x="2304" y="1219"/>
                </a:lnTo>
                <a:lnTo>
                  <a:pt x="2305" y="1219"/>
                </a:lnTo>
                <a:lnTo>
                  <a:pt x="2306" y="1220"/>
                </a:lnTo>
                <a:lnTo>
                  <a:pt x="2307" y="1220"/>
                </a:lnTo>
                <a:lnTo>
                  <a:pt x="2307" y="1221"/>
                </a:lnTo>
                <a:lnTo>
                  <a:pt x="2308" y="1221"/>
                </a:lnTo>
                <a:lnTo>
                  <a:pt x="2308" y="1222"/>
                </a:lnTo>
                <a:lnTo>
                  <a:pt x="2309" y="1221"/>
                </a:lnTo>
                <a:lnTo>
                  <a:pt x="2310" y="1220"/>
                </a:lnTo>
                <a:lnTo>
                  <a:pt x="2311" y="1219"/>
                </a:lnTo>
                <a:lnTo>
                  <a:pt x="2314" y="1218"/>
                </a:lnTo>
                <a:lnTo>
                  <a:pt x="2315" y="1218"/>
                </a:lnTo>
                <a:lnTo>
                  <a:pt x="2318" y="1217"/>
                </a:lnTo>
                <a:lnTo>
                  <a:pt x="2319" y="1216"/>
                </a:lnTo>
                <a:lnTo>
                  <a:pt x="2322" y="1216"/>
                </a:lnTo>
                <a:lnTo>
                  <a:pt x="2326" y="1220"/>
                </a:lnTo>
                <a:lnTo>
                  <a:pt x="2328" y="1222"/>
                </a:lnTo>
                <a:lnTo>
                  <a:pt x="2330" y="1225"/>
                </a:lnTo>
                <a:lnTo>
                  <a:pt x="2331" y="1225"/>
                </a:lnTo>
                <a:lnTo>
                  <a:pt x="2332" y="1225"/>
                </a:lnTo>
                <a:lnTo>
                  <a:pt x="2334" y="1224"/>
                </a:lnTo>
                <a:lnTo>
                  <a:pt x="2336" y="1225"/>
                </a:lnTo>
                <a:lnTo>
                  <a:pt x="2337" y="1226"/>
                </a:lnTo>
                <a:lnTo>
                  <a:pt x="2338" y="1229"/>
                </a:lnTo>
                <a:lnTo>
                  <a:pt x="2338" y="1231"/>
                </a:lnTo>
                <a:lnTo>
                  <a:pt x="2339" y="1231"/>
                </a:lnTo>
                <a:lnTo>
                  <a:pt x="2338" y="1232"/>
                </a:lnTo>
                <a:lnTo>
                  <a:pt x="2338" y="1233"/>
                </a:lnTo>
                <a:lnTo>
                  <a:pt x="2339" y="1233"/>
                </a:lnTo>
                <a:lnTo>
                  <a:pt x="2338" y="1235"/>
                </a:lnTo>
                <a:lnTo>
                  <a:pt x="2338" y="1237"/>
                </a:lnTo>
                <a:lnTo>
                  <a:pt x="2337" y="1236"/>
                </a:lnTo>
                <a:lnTo>
                  <a:pt x="2337" y="1237"/>
                </a:lnTo>
                <a:lnTo>
                  <a:pt x="2338" y="1237"/>
                </a:lnTo>
                <a:lnTo>
                  <a:pt x="2339" y="1238"/>
                </a:lnTo>
                <a:lnTo>
                  <a:pt x="2338" y="1239"/>
                </a:lnTo>
                <a:lnTo>
                  <a:pt x="2338" y="1240"/>
                </a:lnTo>
                <a:lnTo>
                  <a:pt x="2339" y="1241"/>
                </a:lnTo>
                <a:lnTo>
                  <a:pt x="2339" y="1242"/>
                </a:lnTo>
                <a:lnTo>
                  <a:pt x="2339" y="1243"/>
                </a:lnTo>
                <a:lnTo>
                  <a:pt x="2339" y="1247"/>
                </a:lnTo>
                <a:lnTo>
                  <a:pt x="2340" y="1250"/>
                </a:lnTo>
                <a:lnTo>
                  <a:pt x="2341" y="1250"/>
                </a:lnTo>
                <a:lnTo>
                  <a:pt x="2341" y="1252"/>
                </a:lnTo>
                <a:lnTo>
                  <a:pt x="2342" y="1255"/>
                </a:lnTo>
                <a:lnTo>
                  <a:pt x="2342" y="1257"/>
                </a:lnTo>
                <a:lnTo>
                  <a:pt x="2342" y="1258"/>
                </a:lnTo>
                <a:lnTo>
                  <a:pt x="2342" y="1259"/>
                </a:lnTo>
                <a:lnTo>
                  <a:pt x="2343" y="1262"/>
                </a:lnTo>
                <a:lnTo>
                  <a:pt x="2343" y="1263"/>
                </a:lnTo>
                <a:lnTo>
                  <a:pt x="2344" y="1263"/>
                </a:lnTo>
                <a:lnTo>
                  <a:pt x="2345" y="1263"/>
                </a:lnTo>
                <a:lnTo>
                  <a:pt x="2347" y="1261"/>
                </a:lnTo>
                <a:lnTo>
                  <a:pt x="2346" y="1261"/>
                </a:lnTo>
                <a:lnTo>
                  <a:pt x="2346" y="1260"/>
                </a:lnTo>
                <a:lnTo>
                  <a:pt x="2347" y="1260"/>
                </a:lnTo>
                <a:lnTo>
                  <a:pt x="2348" y="1260"/>
                </a:lnTo>
                <a:lnTo>
                  <a:pt x="2348" y="1262"/>
                </a:lnTo>
                <a:lnTo>
                  <a:pt x="2349" y="1262"/>
                </a:lnTo>
                <a:lnTo>
                  <a:pt x="2351" y="1263"/>
                </a:lnTo>
                <a:lnTo>
                  <a:pt x="2351" y="1265"/>
                </a:lnTo>
                <a:lnTo>
                  <a:pt x="2352" y="1265"/>
                </a:lnTo>
                <a:lnTo>
                  <a:pt x="2352" y="1264"/>
                </a:lnTo>
                <a:lnTo>
                  <a:pt x="2353" y="1264"/>
                </a:lnTo>
                <a:lnTo>
                  <a:pt x="2354" y="1264"/>
                </a:lnTo>
                <a:lnTo>
                  <a:pt x="2355" y="1264"/>
                </a:lnTo>
                <a:lnTo>
                  <a:pt x="2356" y="1264"/>
                </a:lnTo>
                <a:lnTo>
                  <a:pt x="2357" y="1264"/>
                </a:lnTo>
                <a:lnTo>
                  <a:pt x="2357" y="1265"/>
                </a:lnTo>
                <a:lnTo>
                  <a:pt x="2360" y="1265"/>
                </a:lnTo>
                <a:lnTo>
                  <a:pt x="2361" y="1265"/>
                </a:lnTo>
                <a:lnTo>
                  <a:pt x="2361" y="1266"/>
                </a:lnTo>
                <a:lnTo>
                  <a:pt x="2361" y="1265"/>
                </a:lnTo>
                <a:lnTo>
                  <a:pt x="2362" y="1264"/>
                </a:lnTo>
                <a:lnTo>
                  <a:pt x="2363" y="1263"/>
                </a:lnTo>
                <a:lnTo>
                  <a:pt x="2363" y="1264"/>
                </a:lnTo>
                <a:lnTo>
                  <a:pt x="2364" y="1264"/>
                </a:lnTo>
                <a:lnTo>
                  <a:pt x="2364" y="1265"/>
                </a:lnTo>
                <a:lnTo>
                  <a:pt x="2364" y="1266"/>
                </a:lnTo>
                <a:lnTo>
                  <a:pt x="2365" y="1267"/>
                </a:lnTo>
                <a:lnTo>
                  <a:pt x="2365" y="1268"/>
                </a:lnTo>
                <a:lnTo>
                  <a:pt x="2365" y="1267"/>
                </a:lnTo>
                <a:lnTo>
                  <a:pt x="2366" y="1266"/>
                </a:lnTo>
                <a:lnTo>
                  <a:pt x="2367" y="1265"/>
                </a:lnTo>
                <a:lnTo>
                  <a:pt x="2367" y="1264"/>
                </a:lnTo>
                <a:lnTo>
                  <a:pt x="2369" y="1264"/>
                </a:lnTo>
                <a:lnTo>
                  <a:pt x="2371" y="1262"/>
                </a:lnTo>
                <a:lnTo>
                  <a:pt x="2372" y="1262"/>
                </a:lnTo>
                <a:lnTo>
                  <a:pt x="2373" y="1263"/>
                </a:lnTo>
                <a:lnTo>
                  <a:pt x="2372" y="1263"/>
                </a:lnTo>
                <a:lnTo>
                  <a:pt x="2372" y="1265"/>
                </a:lnTo>
                <a:lnTo>
                  <a:pt x="2372" y="1266"/>
                </a:lnTo>
                <a:lnTo>
                  <a:pt x="2373" y="1266"/>
                </a:lnTo>
                <a:lnTo>
                  <a:pt x="2375" y="1268"/>
                </a:lnTo>
                <a:lnTo>
                  <a:pt x="2376" y="1269"/>
                </a:lnTo>
                <a:lnTo>
                  <a:pt x="2377" y="1269"/>
                </a:lnTo>
                <a:lnTo>
                  <a:pt x="2379" y="1271"/>
                </a:lnTo>
                <a:lnTo>
                  <a:pt x="2379" y="1272"/>
                </a:lnTo>
                <a:lnTo>
                  <a:pt x="2379" y="1273"/>
                </a:lnTo>
                <a:lnTo>
                  <a:pt x="2379" y="1274"/>
                </a:lnTo>
                <a:lnTo>
                  <a:pt x="2378" y="1275"/>
                </a:lnTo>
                <a:lnTo>
                  <a:pt x="2379" y="1275"/>
                </a:lnTo>
                <a:lnTo>
                  <a:pt x="2380" y="1276"/>
                </a:lnTo>
                <a:lnTo>
                  <a:pt x="2380" y="1277"/>
                </a:lnTo>
                <a:lnTo>
                  <a:pt x="2379" y="1276"/>
                </a:lnTo>
                <a:lnTo>
                  <a:pt x="2379" y="1277"/>
                </a:lnTo>
                <a:lnTo>
                  <a:pt x="2380" y="1280"/>
                </a:lnTo>
                <a:lnTo>
                  <a:pt x="2381" y="1280"/>
                </a:lnTo>
                <a:lnTo>
                  <a:pt x="2382" y="1281"/>
                </a:lnTo>
                <a:lnTo>
                  <a:pt x="2382" y="1280"/>
                </a:lnTo>
                <a:lnTo>
                  <a:pt x="2382" y="1279"/>
                </a:lnTo>
                <a:lnTo>
                  <a:pt x="2382" y="1278"/>
                </a:lnTo>
                <a:lnTo>
                  <a:pt x="2383" y="1278"/>
                </a:lnTo>
                <a:lnTo>
                  <a:pt x="2383" y="1279"/>
                </a:lnTo>
                <a:lnTo>
                  <a:pt x="2384" y="1279"/>
                </a:lnTo>
                <a:lnTo>
                  <a:pt x="2385" y="1279"/>
                </a:lnTo>
                <a:lnTo>
                  <a:pt x="2386" y="1278"/>
                </a:lnTo>
                <a:lnTo>
                  <a:pt x="2387" y="1278"/>
                </a:lnTo>
                <a:lnTo>
                  <a:pt x="2390" y="1278"/>
                </a:lnTo>
                <a:lnTo>
                  <a:pt x="2391" y="1279"/>
                </a:lnTo>
                <a:lnTo>
                  <a:pt x="2391" y="1280"/>
                </a:lnTo>
                <a:lnTo>
                  <a:pt x="2396" y="1281"/>
                </a:lnTo>
                <a:lnTo>
                  <a:pt x="2397" y="1281"/>
                </a:lnTo>
                <a:lnTo>
                  <a:pt x="2399" y="1280"/>
                </a:lnTo>
                <a:lnTo>
                  <a:pt x="2400" y="1280"/>
                </a:lnTo>
                <a:lnTo>
                  <a:pt x="2401" y="1279"/>
                </a:lnTo>
                <a:lnTo>
                  <a:pt x="2403" y="1279"/>
                </a:lnTo>
                <a:lnTo>
                  <a:pt x="2405" y="1280"/>
                </a:lnTo>
                <a:lnTo>
                  <a:pt x="2405" y="1282"/>
                </a:lnTo>
                <a:lnTo>
                  <a:pt x="2406" y="1283"/>
                </a:lnTo>
                <a:lnTo>
                  <a:pt x="2407" y="1284"/>
                </a:lnTo>
                <a:lnTo>
                  <a:pt x="2408" y="1284"/>
                </a:lnTo>
                <a:lnTo>
                  <a:pt x="2410" y="1284"/>
                </a:lnTo>
                <a:lnTo>
                  <a:pt x="2411" y="1284"/>
                </a:lnTo>
                <a:lnTo>
                  <a:pt x="2412" y="1284"/>
                </a:lnTo>
                <a:lnTo>
                  <a:pt x="2412" y="1283"/>
                </a:lnTo>
                <a:lnTo>
                  <a:pt x="2411" y="1282"/>
                </a:lnTo>
                <a:lnTo>
                  <a:pt x="2412" y="1282"/>
                </a:lnTo>
                <a:lnTo>
                  <a:pt x="2414" y="1282"/>
                </a:lnTo>
                <a:lnTo>
                  <a:pt x="2418" y="1286"/>
                </a:lnTo>
                <a:lnTo>
                  <a:pt x="2418" y="1285"/>
                </a:lnTo>
                <a:lnTo>
                  <a:pt x="2419" y="1285"/>
                </a:lnTo>
                <a:lnTo>
                  <a:pt x="2419" y="1287"/>
                </a:lnTo>
                <a:lnTo>
                  <a:pt x="2424" y="1289"/>
                </a:lnTo>
                <a:lnTo>
                  <a:pt x="2426" y="1289"/>
                </a:lnTo>
                <a:lnTo>
                  <a:pt x="2427" y="1289"/>
                </a:lnTo>
                <a:lnTo>
                  <a:pt x="2427" y="1288"/>
                </a:lnTo>
                <a:lnTo>
                  <a:pt x="2427" y="1287"/>
                </a:lnTo>
                <a:lnTo>
                  <a:pt x="2428" y="1287"/>
                </a:lnTo>
                <a:lnTo>
                  <a:pt x="2428" y="1288"/>
                </a:lnTo>
                <a:lnTo>
                  <a:pt x="2430" y="1288"/>
                </a:lnTo>
                <a:lnTo>
                  <a:pt x="2430" y="1289"/>
                </a:lnTo>
                <a:lnTo>
                  <a:pt x="2430" y="1290"/>
                </a:lnTo>
                <a:lnTo>
                  <a:pt x="2431" y="1290"/>
                </a:lnTo>
                <a:lnTo>
                  <a:pt x="2432" y="1290"/>
                </a:lnTo>
                <a:lnTo>
                  <a:pt x="2433" y="1291"/>
                </a:lnTo>
                <a:lnTo>
                  <a:pt x="2434" y="1291"/>
                </a:lnTo>
                <a:lnTo>
                  <a:pt x="2434" y="1292"/>
                </a:lnTo>
                <a:lnTo>
                  <a:pt x="2436" y="1295"/>
                </a:lnTo>
                <a:lnTo>
                  <a:pt x="2437" y="1295"/>
                </a:lnTo>
                <a:lnTo>
                  <a:pt x="2439" y="1295"/>
                </a:lnTo>
                <a:lnTo>
                  <a:pt x="2440" y="1295"/>
                </a:lnTo>
                <a:lnTo>
                  <a:pt x="2441" y="1297"/>
                </a:lnTo>
                <a:lnTo>
                  <a:pt x="2442" y="1298"/>
                </a:lnTo>
                <a:lnTo>
                  <a:pt x="2442" y="1299"/>
                </a:lnTo>
                <a:lnTo>
                  <a:pt x="2442" y="1298"/>
                </a:lnTo>
                <a:lnTo>
                  <a:pt x="2442" y="1299"/>
                </a:lnTo>
                <a:lnTo>
                  <a:pt x="2443" y="1300"/>
                </a:lnTo>
                <a:lnTo>
                  <a:pt x="2443" y="1301"/>
                </a:lnTo>
                <a:lnTo>
                  <a:pt x="2444" y="1302"/>
                </a:lnTo>
                <a:lnTo>
                  <a:pt x="2444" y="1303"/>
                </a:lnTo>
                <a:lnTo>
                  <a:pt x="2445" y="1303"/>
                </a:lnTo>
                <a:lnTo>
                  <a:pt x="2445" y="1302"/>
                </a:lnTo>
                <a:lnTo>
                  <a:pt x="2445" y="1303"/>
                </a:lnTo>
                <a:lnTo>
                  <a:pt x="2446" y="1304"/>
                </a:lnTo>
                <a:lnTo>
                  <a:pt x="2446" y="1308"/>
                </a:lnTo>
                <a:lnTo>
                  <a:pt x="2446" y="1309"/>
                </a:lnTo>
                <a:lnTo>
                  <a:pt x="2446" y="1310"/>
                </a:lnTo>
                <a:lnTo>
                  <a:pt x="2446" y="1313"/>
                </a:lnTo>
                <a:lnTo>
                  <a:pt x="2446" y="1314"/>
                </a:lnTo>
                <a:lnTo>
                  <a:pt x="2447" y="1314"/>
                </a:lnTo>
                <a:lnTo>
                  <a:pt x="2448" y="1313"/>
                </a:lnTo>
                <a:lnTo>
                  <a:pt x="2450" y="1313"/>
                </a:lnTo>
                <a:lnTo>
                  <a:pt x="2452" y="1311"/>
                </a:lnTo>
                <a:lnTo>
                  <a:pt x="2452" y="1312"/>
                </a:lnTo>
                <a:lnTo>
                  <a:pt x="2452" y="1313"/>
                </a:lnTo>
                <a:lnTo>
                  <a:pt x="2453" y="1314"/>
                </a:lnTo>
                <a:lnTo>
                  <a:pt x="2454" y="1314"/>
                </a:lnTo>
                <a:lnTo>
                  <a:pt x="2454" y="1312"/>
                </a:lnTo>
                <a:lnTo>
                  <a:pt x="2453" y="1311"/>
                </a:lnTo>
                <a:lnTo>
                  <a:pt x="2454" y="1310"/>
                </a:lnTo>
                <a:lnTo>
                  <a:pt x="2454" y="1309"/>
                </a:lnTo>
                <a:lnTo>
                  <a:pt x="2456" y="1308"/>
                </a:lnTo>
                <a:lnTo>
                  <a:pt x="2457" y="1308"/>
                </a:lnTo>
                <a:lnTo>
                  <a:pt x="2458" y="1308"/>
                </a:lnTo>
                <a:lnTo>
                  <a:pt x="2460" y="1310"/>
                </a:lnTo>
                <a:lnTo>
                  <a:pt x="2460" y="1311"/>
                </a:lnTo>
                <a:lnTo>
                  <a:pt x="2460" y="1312"/>
                </a:lnTo>
                <a:lnTo>
                  <a:pt x="2460" y="1315"/>
                </a:lnTo>
                <a:lnTo>
                  <a:pt x="2459" y="1316"/>
                </a:lnTo>
                <a:lnTo>
                  <a:pt x="2457" y="1316"/>
                </a:lnTo>
                <a:lnTo>
                  <a:pt x="2457" y="1315"/>
                </a:lnTo>
                <a:lnTo>
                  <a:pt x="2456" y="1316"/>
                </a:lnTo>
                <a:lnTo>
                  <a:pt x="2456" y="1317"/>
                </a:lnTo>
                <a:lnTo>
                  <a:pt x="2457" y="1318"/>
                </a:lnTo>
                <a:lnTo>
                  <a:pt x="2458" y="1318"/>
                </a:lnTo>
                <a:lnTo>
                  <a:pt x="2458" y="1319"/>
                </a:lnTo>
                <a:lnTo>
                  <a:pt x="2461" y="1321"/>
                </a:lnTo>
                <a:lnTo>
                  <a:pt x="2463" y="1324"/>
                </a:lnTo>
                <a:lnTo>
                  <a:pt x="2466" y="1326"/>
                </a:lnTo>
                <a:lnTo>
                  <a:pt x="2468" y="1324"/>
                </a:lnTo>
                <a:lnTo>
                  <a:pt x="2469" y="1322"/>
                </a:lnTo>
                <a:lnTo>
                  <a:pt x="2470" y="1322"/>
                </a:lnTo>
                <a:lnTo>
                  <a:pt x="2471" y="1323"/>
                </a:lnTo>
                <a:lnTo>
                  <a:pt x="2472" y="1323"/>
                </a:lnTo>
                <a:lnTo>
                  <a:pt x="2472" y="1324"/>
                </a:lnTo>
                <a:lnTo>
                  <a:pt x="2471" y="1324"/>
                </a:lnTo>
                <a:lnTo>
                  <a:pt x="2471" y="1325"/>
                </a:lnTo>
                <a:lnTo>
                  <a:pt x="2471" y="1326"/>
                </a:lnTo>
                <a:lnTo>
                  <a:pt x="2471" y="1327"/>
                </a:lnTo>
                <a:lnTo>
                  <a:pt x="2471" y="1328"/>
                </a:lnTo>
                <a:lnTo>
                  <a:pt x="2472" y="1328"/>
                </a:lnTo>
                <a:lnTo>
                  <a:pt x="2473" y="1327"/>
                </a:lnTo>
                <a:lnTo>
                  <a:pt x="2475" y="1326"/>
                </a:lnTo>
                <a:lnTo>
                  <a:pt x="2478" y="1328"/>
                </a:lnTo>
                <a:lnTo>
                  <a:pt x="2479" y="1328"/>
                </a:lnTo>
                <a:lnTo>
                  <a:pt x="2479" y="1329"/>
                </a:lnTo>
                <a:lnTo>
                  <a:pt x="2479" y="1330"/>
                </a:lnTo>
                <a:lnTo>
                  <a:pt x="2479" y="1331"/>
                </a:lnTo>
                <a:lnTo>
                  <a:pt x="2479" y="1332"/>
                </a:lnTo>
                <a:lnTo>
                  <a:pt x="2480" y="1332"/>
                </a:lnTo>
                <a:lnTo>
                  <a:pt x="2481" y="1333"/>
                </a:lnTo>
                <a:lnTo>
                  <a:pt x="2482" y="1333"/>
                </a:lnTo>
                <a:lnTo>
                  <a:pt x="2484" y="1330"/>
                </a:lnTo>
                <a:lnTo>
                  <a:pt x="2485" y="1329"/>
                </a:lnTo>
                <a:lnTo>
                  <a:pt x="2486" y="1326"/>
                </a:lnTo>
                <a:lnTo>
                  <a:pt x="2486" y="1325"/>
                </a:lnTo>
                <a:lnTo>
                  <a:pt x="2485" y="1324"/>
                </a:lnTo>
                <a:lnTo>
                  <a:pt x="2486" y="1323"/>
                </a:lnTo>
                <a:lnTo>
                  <a:pt x="2487" y="1322"/>
                </a:lnTo>
                <a:lnTo>
                  <a:pt x="2488" y="1319"/>
                </a:lnTo>
                <a:lnTo>
                  <a:pt x="2489" y="1317"/>
                </a:lnTo>
                <a:lnTo>
                  <a:pt x="2492" y="1317"/>
                </a:lnTo>
                <a:lnTo>
                  <a:pt x="2492" y="1318"/>
                </a:lnTo>
                <a:lnTo>
                  <a:pt x="2491" y="1319"/>
                </a:lnTo>
                <a:lnTo>
                  <a:pt x="2490" y="1323"/>
                </a:lnTo>
                <a:lnTo>
                  <a:pt x="2490" y="1325"/>
                </a:lnTo>
                <a:lnTo>
                  <a:pt x="2490" y="1329"/>
                </a:lnTo>
                <a:lnTo>
                  <a:pt x="2490" y="1330"/>
                </a:lnTo>
                <a:lnTo>
                  <a:pt x="2491" y="1330"/>
                </a:lnTo>
                <a:lnTo>
                  <a:pt x="2492" y="1330"/>
                </a:lnTo>
                <a:lnTo>
                  <a:pt x="2495" y="1330"/>
                </a:lnTo>
                <a:lnTo>
                  <a:pt x="2496" y="1330"/>
                </a:lnTo>
                <a:lnTo>
                  <a:pt x="2498" y="1335"/>
                </a:lnTo>
                <a:lnTo>
                  <a:pt x="2499" y="1335"/>
                </a:lnTo>
                <a:lnTo>
                  <a:pt x="2499" y="1333"/>
                </a:lnTo>
                <a:lnTo>
                  <a:pt x="2499" y="1332"/>
                </a:lnTo>
                <a:lnTo>
                  <a:pt x="2499" y="1331"/>
                </a:lnTo>
                <a:lnTo>
                  <a:pt x="2500" y="1330"/>
                </a:lnTo>
                <a:lnTo>
                  <a:pt x="2500" y="1331"/>
                </a:lnTo>
                <a:lnTo>
                  <a:pt x="2502" y="1332"/>
                </a:lnTo>
                <a:lnTo>
                  <a:pt x="2503" y="1333"/>
                </a:lnTo>
                <a:lnTo>
                  <a:pt x="2504" y="1333"/>
                </a:lnTo>
                <a:lnTo>
                  <a:pt x="2504" y="1331"/>
                </a:lnTo>
                <a:lnTo>
                  <a:pt x="2504" y="1330"/>
                </a:lnTo>
                <a:lnTo>
                  <a:pt x="2509" y="1332"/>
                </a:lnTo>
                <a:lnTo>
                  <a:pt x="2513" y="1332"/>
                </a:lnTo>
                <a:lnTo>
                  <a:pt x="2514" y="1334"/>
                </a:lnTo>
                <a:lnTo>
                  <a:pt x="2515" y="1339"/>
                </a:lnTo>
                <a:lnTo>
                  <a:pt x="2518" y="1341"/>
                </a:lnTo>
                <a:lnTo>
                  <a:pt x="2520" y="1344"/>
                </a:lnTo>
                <a:lnTo>
                  <a:pt x="2523" y="1349"/>
                </a:lnTo>
                <a:lnTo>
                  <a:pt x="2523" y="1351"/>
                </a:lnTo>
                <a:lnTo>
                  <a:pt x="2522" y="1354"/>
                </a:lnTo>
                <a:lnTo>
                  <a:pt x="2522" y="1355"/>
                </a:lnTo>
                <a:lnTo>
                  <a:pt x="2523" y="1355"/>
                </a:lnTo>
                <a:lnTo>
                  <a:pt x="2526" y="1356"/>
                </a:lnTo>
                <a:lnTo>
                  <a:pt x="2528" y="1357"/>
                </a:lnTo>
                <a:lnTo>
                  <a:pt x="2534" y="1359"/>
                </a:lnTo>
                <a:lnTo>
                  <a:pt x="2538" y="1360"/>
                </a:lnTo>
                <a:lnTo>
                  <a:pt x="2538" y="1359"/>
                </a:lnTo>
                <a:lnTo>
                  <a:pt x="2539" y="1356"/>
                </a:lnTo>
                <a:lnTo>
                  <a:pt x="2541" y="1354"/>
                </a:lnTo>
                <a:lnTo>
                  <a:pt x="2540" y="1354"/>
                </a:lnTo>
                <a:lnTo>
                  <a:pt x="2540" y="1353"/>
                </a:lnTo>
                <a:lnTo>
                  <a:pt x="2539" y="1352"/>
                </a:lnTo>
                <a:lnTo>
                  <a:pt x="2539" y="1351"/>
                </a:lnTo>
                <a:lnTo>
                  <a:pt x="2539" y="1350"/>
                </a:lnTo>
                <a:lnTo>
                  <a:pt x="2539" y="1349"/>
                </a:lnTo>
                <a:lnTo>
                  <a:pt x="2540" y="1348"/>
                </a:lnTo>
                <a:lnTo>
                  <a:pt x="2541" y="1350"/>
                </a:lnTo>
                <a:lnTo>
                  <a:pt x="2542" y="1351"/>
                </a:lnTo>
                <a:lnTo>
                  <a:pt x="2545" y="1353"/>
                </a:lnTo>
                <a:lnTo>
                  <a:pt x="2546" y="1353"/>
                </a:lnTo>
                <a:lnTo>
                  <a:pt x="2548" y="1356"/>
                </a:lnTo>
                <a:lnTo>
                  <a:pt x="2549" y="1357"/>
                </a:lnTo>
                <a:lnTo>
                  <a:pt x="2550" y="1356"/>
                </a:lnTo>
                <a:lnTo>
                  <a:pt x="2552" y="1357"/>
                </a:lnTo>
                <a:lnTo>
                  <a:pt x="2554" y="1358"/>
                </a:lnTo>
                <a:lnTo>
                  <a:pt x="2555" y="1357"/>
                </a:lnTo>
                <a:lnTo>
                  <a:pt x="2555" y="1356"/>
                </a:lnTo>
                <a:lnTo>
                  <a:pt x="2557" y="1355"/>
                </a:lnTo>
                <a:lnTo>
                  <a:pt x="2557" y="1356"/>
                </a:lnTo>
                <a:lnTo>
                  <a:pt x="2558" y="1356"/>
                </a:lnTo>
                <a:lnTo>
                  <a:pt x="2559" y="1358"/>
                </a:lnTo>
                <a:lnTo>
                  <a:pt x="2559" y="1359"/>
                </a:lnTo>
                <a:lnTo>
                  <a:pt x="2560" y="1360"/>
                </a:lnTo>
                <a:lnTo>
                  <a:pt x="2561" y="1363"/>
                </a:lnTo>
                <a:lnTo>
                  <a:pt x="2563" y="1366"/>
                </a:lnTo>
                <a:lnTo>
                  <a:pt x="2563" y="1367"/>
                </a:lnTo>
                <a:lnTo>
                  <a:pt x="2562" y="1372"/>
                </a:lnTo>
                <a:lnTo>
                  <a:pt x="2562" y="1381"/>
                </a:lnTo>
                <a:lnTo>
                  <a:pt x="2562" y="1382"/>
                </a:lnTo>
                <a:lnTo>
                  <a:pt x="2563" y="1385"/>
                </a:lnTo>
                <a:lnTo>
                  <a:pt x="2565" y="1389"/>
                </a:lnTo>
                <a:lnTo>
                  <a:pt x="2564" y="1392"/>
                </a:lnTo>
                <a:lnTo>
                  <a:pt x="2564" y="1396"/>
                </a:lnTo>
                <a:lnTo>
                  <a:pt x="2565" y="1400"/>
                </a:lnTo>
                <a:lnTo>
                  <a:pt x="2566" y="1402"/>
                </a:lnTo>
                <a:lnTo>
                  <a:pt x="2567" y="1403"/>
                </a:lnTo>
                <a:lnTo>
                  <a:pt x="2570" y="1407"/>
                </a:lnTo>
                <a:lnTo>
                  <a:pt x="2573" y="1412"/>
                </a:lnTo>
                <a:lnTo>
                  <a:pt x="2574" y="1414"/>
                </a:lnTo>
                <a:lnTo>
                  <a:pt x="2575" y="1416"/>
                </a:lnTo>
                <a:lnTo>
                  <a:pt x="2575" y="1417"/>
                </a:lnTo>
                <a:lnTo>
                  <a:pt x="2574" y="1417"/>
                </a:lnTo>
                <a:lnTo>
                  <a:pt x="2574" y="1418"/>
                </a:lnTo>
                <a:lnTo>
                  <a:pt x="2573" y="1419"/>
                </a:lnTo>
                <a:lnTo>
                  <a:pt x="2573" y="1421"/>
                </a:lnTo>
                <a:lnTo>
                  <a:pt x="2573" y="1422"/>
                </a:lnTo>
                <a:lnTo>
                  <a:pt x="2574" y="1422"/>
                </a:lnTo>
                <a:lnTo>
                  <a:pt x="2574" y="1423"/>
                </a:lnTo>
                <a:lnTo>
                  <a:pt x="2572" y="1427"/>
                </a:lnTo>
                <a:lnTo>
                  <a:pt x="2572" y="1428"/>
                </a:lnTo>
                <a:lnTo>
                  <a:pt x="2571" y="1428"/>
                </a:lnTo>
                <a:lnTo>
                  <a:pt x="2571" y="1429"/>
                </a:lnTo>
                <a:lnTo>
                  <a:pt x="2570" y="1429"/>
                </a:lnTo>
                <a:lnTo>
                  <a:pt x="2570" y="1435"/>
                </a:lnTo>
                <a:lnTo>
                  <a:pt x="2570" y="1436"/>
                </a:lnTo>
                <a:lnTo>
                  <a:pt x="2571" y="1439"/>
                </a:lnTo>
                <a:lnTo>
                  <a:pt x="2571" y="1440"/>
                </a:lnTo>
                <a:lnTo>
                  <a:pt x="2572" y="1441"/>
                </a:lnTo>
                <a:lnTo>
                  <a:pt x="2572" y="1442"/>
                </a:lnTo>
                <a:lnTo>
                  <a:pt x="2571" y="1443"/>
                </a:lnTo>
                <a:lnTo>
                  <a:pt x="2570" y="1444"/>
                </a:lnTo>
                <a:lnTo>
                  <a:pt x="2569" y="1446"/>
                </a:lnTo>
                <a:lnTo>
                  <a:pt x="2570" y="1446"/>
                </a:lnTo>
                <a:lnTo>
                  <a:pt x="2569" y="1446"/>
                </a:lnTo>
                <a:lnTo>
                  <a:pt x="2569" y="1447"/>
                </a:lnTo>
                <a:lnTo>
                  <a:pt x="2568" y="1448"/>
                </a:lnTo>
                <a:lnTo>
                  <a:pt x="2567" y="1449"/>
                </a:lnTo>
                <a:lnTo>
                  <a:pt x="2567" y="1450"/>
                </a:lnTo>
                <a:lnTo>
                  <a:pt x="2567" y="1451"/>
                </a:lnTo>
                <a:lnTo>
                  <a:pt x="2568" y="1452"/>
                </a:lnTo>
                <a:lnTo>
                  <a:pt x="2568" y="1455"/>
                </a:lnTo>
                <a:lnTo>
                  <a:pt x="2567" y="1457"/>
                </a:lnTo>
                <a:lnTo>
                  <a:pt x="2566" y="1458"/>
                </a:lnTo>
                <a:lnTo>
                  <a:pt x="2565" y="1458"/>
                </a:lnTo>
                <a:lnTo>
                  <a:pt x="2565" y="1457"/>
                </a:lnTo>
                <a:lnTo>
                  <a:pt x="2564" y="1457"/>
                </a:lnTo>
                <a:lnTo>
                  <a:pt x="2564" y="1458"/>
                </a:lnTo>
                <a:lnTo>
                  <a:pt x="2564" y="1459"/>
                </a:lnTo>
                <a:lnTo>
                  <a:pt x="2563" y="1460"/>
                </a:lnTo>
                <a:lnTo>
                  <a:pt x="2563" y="1459"/>
                </a:lnTo>
                <a:lnTo>
                  <a:pt x="2562" y="1458"/>
                </a:lnTo>
                <a:lnTo>
                  <a:pt x="2561" y="1458"/>
                </a:lnTo>
                <a:lnTo>
                  <a:pt x="2560" y="1458"/>
                </a:lnTo>
                <a:lnTo>
                  <a:pt x="2559" y="1459"/>
                </a:lnTo>
                <a:lnTo>
                  <a:pt x="2558" y="1458"/>
                </a:lnTo>
                <a:lnTo>
                  <a:pt x="2557" y="1458"/>
                </a:lnTo>
                <a:lnTo>
                  <a:pt x="2556" y="1457"/>
                </a:lnTo>
                <a:lnTo>
                  <a:pt x="2555" y="1457"/>
                </a:lnTo>
                <a:lnTo>
                  <a:pt x="2555" y="1458"/>
                </a:lnTo>
                <a:lnTo>
                  <a:pt x="2555" y="1459"/>
                </a:lnTo>
                <a:lnTo>
                  <a:pt x="2554" y="1459"/>
                </a:lnTo>
                <a:lnTo>
                  <a:pt x="2553" y="1459"/>
                </a:lnTo>
                <a:lnTo>
                  <a:pt x="2552" y="1461"/>
                </a:lnTo>
                <a:lnTo>
                  <a:pt x="2552" y="1462"/>
                </a:lnTo>
                <a:lnTo>
                  <a:pt x="2552" y="1463"/>
                </a:lnTo>
                <a:lnTo>
                  <a:pt x="2552" y="1464"/>
                </a:lnTo>
                <a:lnTo>
                  <a:pt x="2549" y="1465"/>
                </a:lnTo>
                <a:lnTo>
                  <a:pt x="2549" y="1466"/>
                </a:lnTo>
                <a:lnTo>
                  <a:pt x="2548" y="1466"/>
                </a:lnTo>
                <a:lnTo>
                  <a:pt x="2547" y="1466"/>
                </a:lnTo>
                <a:lnTo>
                  <a:pt x="2546" y="1466"/>
                </a:lnTo>
                <a:lnTo>
                  <a:pt x="2545" y="1468"/>
                </a:lnTo>
                <a:lnTo>
                  <a:pt x="2544" y="1469"/>
                </a:lnTo>
                <a:lnTo>
                  <a:pt x="2544" y="1470"/>
                </a:lnTo>
                <a:lnTo>
                  <a:pt x="2543" y="1471"/>
                </a:lnTo>
                <a:lnTo>
                  <a:pt x="2542" y="1471"/>
                </a:lnTo>
                <a:lnTo>
                  <a:pt x="2542" y="1473"/>
                </a:lnTo>
                <a:lnTo>
                  <a:pt x="2542" y="1474"/>
                </a:lnTo>
                <a:lnTo>
                  <a:pt x="2543" y="1475"/>
                </a:lnTo>
                <a:lnTo>
                  <a:pt x="2544" y="1475"/>
                </a:lnTo>
                <a:lnTo>
                  <a:pt x="2543" y="1476"/>
                </a:lnTo>
                <a:lnTo>
                  <a:pt x="2543" y="1478"/>
                </a:lnTo>
                <a:lnTo>
                  <a:pt x="2544" y="1478"/>
                </a:lnTo>
                <a:lnTo>
                  <a:pt x="2545" y="1478"/>
                </a:lnTo>
                <a:lnTo>
                  <a:pt x="2546" y="1479"/>
                </a:lnTo>
                <a:lnTo>
                  <a:pt x="2547" y="1481"/>
                </a:lnTo>
                <a:lnTo>
                  <a:pt x="2547" y="1483"/>
                </a:lnTo>
                <a:lnTo>
                  <a:pt x="2547" y="1484"/>
                </a:lnTo>
                <a:lnTo>
                  <a:pt x="2547" y="1488"/>
                </a:lnTo>
                <a:lnTo>
                  <a:pt x="2547" y="1489"/>
                </a:lnTo>
                <a:lnTo>
                  <a:pt x="2547" y="1490"/>
                </a:lnTo>
                <a:lnTo>
                  <a:pt x="2548" y="1490"/>
                </a:lnTo>
                <a:lnTo>
                  <a:pt x="2548" y="1491"/>
                </a:lnTo>
                <a:lnTo>
                  <a:pt x="2548" y="1492"/>
                </a:lnTo>
                <a:lnTo>
                  <a:pt x="2548" y="1494"/>
                </a:lnTo>
                <a:lnTo>
                  <a:pt x="2547" y="1494"/>
                </a:lnTo>
                <a:lnTo>
                  <a:pt x="2547" y="1495"/>
                </a:lnTo>
                <a:lnTo>
                  <a:pt x="2547" y="1496"/>
                </a:lnTo>
                <a:lnTo>
                  <a:pt x="2547" y="1497"/>
                </a:lnTo>
                <a:lnTo>
                  <a:pt x="2548" y="1498"/>
                </a:lnTo>
                <a:lnTo>
                  <a:pt x="2548" y="1499"/>
                </a:lnTo>
                <a:lnTo>
                  <a:pt x="2549" y="1500"/>
                </a:lnTo>
                <a:lnTo>
                  <a:pt x="2549" y="1502"/>
                </a:lnTo>
                <a:lnTo>
                  <a:pt x="2548" y="1502"/>
                </a:lnTo>
                <a:lnTo>
                  <a:pt x="2548" y="1503"/>
                </a:lnTo>
                <a:lnTo>
                  <a:pt x="2548" y="1504"/>
                </a:lnTo>
                <a:lnTo>
                  <a:pt x="2547" y="1504"/>
                </a:lnTo>
                <a:lnTo>
                  <a:pt x="2546" y="1504"/>
                </a:lnTo>
                <a:lnTo>
                  <a:pt x="2546" y="1505"/>
                </a:lnTo>
                <a:lnTo>
                  <a:pt x="2547" y="1506"/>
                </a:lnTo>
                <a:lnTo>
                  <a:pt x="2548" y="1507"/>
                </a:lnTo>
                <a:lnTo>
                  <a:pt x="2547" y="1508"/>
                </a:lnTo>
                <a:lnTo>
                  <a:pt x="2547" y="1509"/>
                </a:lnTo>
                <a:lnTo>
                  <a:pt x="2547" y="1510"/>
                </a:lnTo>
                <a:lnTo>
                  <a:pt x="2547" y="1511"/>
                </a:lnTo>
                <a:lnTo>
                  <a:pt x="2548" y="1512"/>
                </a:lnTo>
                <a:lnTo>
                  <a:pt x="2549" y="1513"/>
                </a:lnTo>
                <a:lnTo>
                  <a:pt x="2548" y="1515"/>
                </a:lnTo>
                <a:lnTo>
                  <a:pt x="2547" y="1517"/>
                </a:lnTo>
                <a:lnTo>
                  <a:pt x="2547" y="1519"/>
                </a:lnTo>
                <a:lnTo>
                  <a:pt x="2547" y="1520"/>
                </a:lnTo>
                <a:lnTo>
                  <a:pt x="2548" y="1520"/>
                </a:lnTo>
                <a:lnTo>
                  <a:pt x="2548" y="1521"/>
                </a:lnTo>
                <a:lnTo>
                  <a:pt x="2549" y="1521"/>
                </a:lnTo>
                <a:lnTo>
                  <a:pt x="2549" y="1522"/>
                </a:lnTo>
                <a:lnTo>
                  <a:pt x="2549" y="1523"/>
                </a:lnTo>
                <a:lnTo>
                  <a:pt x="2550" y="1525"/>
                </a:lnTo>
                <a:lnTo>
                  <a:pt x="2550" y="1527"/>
                </a:lnTo>
                <a:lnTo>
                  <a:pt x="2551" y="1527"/>
                </a:lnTo>
                <a:lnTo>
                  <a:pt x="2551" y="1529"/>
                </a:lnTo>
                <a:lnTo>
                  <a:pt x="2552" y="1529"/>
                </a:lnTo>
                <a:lnTo>
                  <a:pt x="2552" y="1530"/>
                </a:lnTo>
                <a:lnTo>
                  <a:pt x="2553" y="1530"/>
                </a:lnTo>
                <a:lnTo>
                  <a:pt x="2554" y="1530"/>
                </a:lnTo>
                <a:lnTo>
                  <a:pt x="2555" y="1531"/>
                </a:lnTo>
                <a:lnTo>
                  <a:pt x="2555" y="1532"/>
                </a:lnTo>
                <a:lnTo>
                  <a:pt x="2556" y="1533"/>
                </a:lnTo>
                <a:lnTo>
                  <a:pt x="2557" y="1533"/>
                </a:lnTo>
                <a:lnTo>
                  <a:pt x="2558" y="1533"/>
                </a:lnTo>
                <a:lnTo>
                  <a:pt x="2559" y="1534"/>
                </a:lnTo>
                <a:lnTo>
                  <a:pt x="2559" y="1535"/>
                </a:lnTo>
                <a:lnTo>
                  <a:pt x="2560" y="1535"/>
                </a:lnTo>
                <a:lnTo>
                  <a:pt x="2561" y="1536"/>
                </a:lnTo>
                <a:lnTo>
                  <a:pt x="2562" y="1537"/>
                </a:lnTo>
                <a:lnTo>
                  <a:pt x="2563" y="1537"/>
                </a:lnTo>
                <a:lnTo>
                  <a:pt x="2564" y="1538"/>
                </a:lnTo>
                <a:lnTo>
                  <a:pt x="2564" y="1539"/>
                </a:lnTo>
                <a:lnTo>
                  <a:pt x="2564" y="1540"/>
                </a:lnTo>
                <a:lnTo>
                  <a:pt x="2564" y="1541"/>
                </a:lnTo>
                <a:lnTo>
                  <a:pt x="2565" y="1542"/>
                </a:lnTo>
                <a:lnTo>
                  <a:pt x="2565" y="1543"/>
                </a:lnTo>
                <a:lnTo>
                  <a:pt x="2564" y="1545"/>
                </a:lnTo>
                <a:lnTo>
                  <a:pt x="2564" y="1546"/>
                </a:lnTo>
                <a:lnTo>
                  <a:pt x="2563" y="1546"/>
                </a:lnTo>
                <a:lnTo>
                  <a:pt x="2563" y="1547"/>
                </a:lnTo>
                <a:lnTo>
                  <a:pt x="2562" y="1549"/>
                </a:lnTo>
                <a:lnTo>
                  <a:pt x="2562" y="1550"/>
                </a:lnTo>
                <a:lnTo>
                  <a:pt x="2562" y="1551"/>
                </a:lnTo>
                <a:lnTo>
                  <a:pt x="2563" y="1552"/>
                </a:lnTo>
                <a:lnTo>
                  <a:pt x="2563" y="1553"/>
                </a:lnTo>
                <a:lnTo>
                  <a:pt x="2564" y="1553"/>
                </a:lnTo>
                <a:lnTo>
                  <a:pt x="2565" y="1553"/>
                </a:lnTo>
                <a:lnTo>
                  <a:pt x="2565" y="1554"/>
                </a:lnTo>
                <a:lnTo>
                  <a:pt x="2565" y="1557"/>
                </a:lnTo>
                <a:lnTo>
                  <a:pt x="2564" y="1557"/>
                </a:lnTo>
                <a:lnTo>
                  <a:pt x="2566" y="1560"/>
                </a:lnTo>
                <a:lnTo>
                  <a:pt x="2566" y="1561"/>
                </a:lnTo>
                <a:lnTo>
                  <a:pt x="2567" y="1562"/>
                </a:lnTo>
                <a:lnTo>
                  <a:pt x="2567" y="1564"/>
                </a:lnTo>
                <a:lnTo>
                  <a:pt x="2566" y="1564"/>
                </a:lnTo>
                <a:lnTo>
                  <a:pt x="2566" y="1565"/>
                </a:lnTo>
                <a:lnTo>
                  <a:pt x="2566" y="1566"/>
                </a:lnTo>
                <a:lnTo>
                  <a:pt x="2567" y="1567"/>
                </a:lnTo>
                <a:lnTo>
                  <a:pt x="2568" y="1568"/>
                </a:lnTo>
                <a:lnTo>
                  <a:pt x="2568" y="1569"/>
                </a:lnTo>
                <a:lnTo>
                  <a:pt x="2569" y="1570"/>
                </a:lnTo>
                <a:lnTo>
                  <a:pt x="2569" y="1571"/>
                </a:lnTo>
                <a:lnTo>
                  <a:pt x="2568" y="1571"/>
                </a:lnTo>
                <a:lnTo>
                  <a:pt x="2567" y="1572"/>
                </a:lnTo>
                <a:lnTo>
                  <a:pt x="2567" y="1573"/>
                </a:lnTo>
                <a:lnTo>
                  <a:pt x="2566" y="1573"/>
                </a:lnTo>
                <a:lnTo>
                  <a:pt x="2566" y="1574"/>
                </a:lnTo>
                <a:lnTo>
                  <a:pt x="2565" y="1575"/>
                </a:lnTo>
                <a:lnTo>
                  <a:pt x="2565" y="1576"/>
                </a:lnTo>
                <a:lnTo>
                  <a:pt x="2565" y="1577"/>
                </a:lnTo>
                <a:lnTo>
                  <a:pt x="2565" y="1578"/>
                </a:lnTo>
                <a:lnTo>
                  <a:pt x="2564" y="1578"/>
                </a:lnTo>
                <a:lnTo>
                  <a:pt x="2564" y="1579"/>
                </a:lnTo>
                <a:lnTo>
                  <a:pt x="2564" y="1580"/>
                </a:lnTo>
                <a:lnTo>
                  <a:pt x="2565" y="1580"/>
                </a:lnTo>
                <a:lnTo>
                  <a:pt x="2565" y="1583"/>
                </a:lnTo>
                <a:lnTo>
                  <a:pt x="2564" y="1583"/>
                </a:lnTo>
                <a:lnTo>
                  <a:pt x="2564" y="1584"/>
                </a:lnTo>
                <a:lnTo>
                  <a:pt x="2565" y="1585"/>
                </a:lnTo>
                <a:lnTo>
                  <a:pt x="2566" y="1585"/>
                </a:lnTo>
                <a:lnTo>
                  <a:pt x="2565" y="1586"/>
                </a:lnTo>
                <a:lnTo>
                  <a:pt x="2565" y="1587"/>
                </a:lnTo>
                <a:lnTo>
                  <a:pt x="2565" y="1586"/>
                </a:lnTo>
                <a:lnTo>
                  <a:pt x="2565" y="1587"/>
                </a:lnTo>
                <a:lnTo>
                  <a:pt x="2564" y="1587"/>
                </a:lnTo>
                <a:lnTo>
                  <a:pt x="2564" y="1588"/>
                </a:lnTo>
                <a:lnTo>
                  <a:pt x="2564" y="1589"/>
                </a:lnTo>
                <a:lnTo>
                  <a:pt x="2563" y="1590"/>
                </a:lnTo>
                <a:lnTo>
                  <a:pt x="2562" y="1590"/>
                </a:lnTo>
                <a:lnTo>
                  <a:pt x="2561" y="1590"/>
                </a:lnTo>
                <a:lnTo>
                  <a:pt x="2561" y="1591"/>
                </a:lnTo>
                <a:lnTo>
                  <a:pt x="2560" y="1593"/>
                </a:lnTo>
                <a:lnTo>
                  <a:pt x="2560" y="1594"/>
                </a:lnTo>
                <a:lnTo>
                  <a:pt x="2557" y="1594"/>
                </a:lnTo>
                <a:lnTo>
                  <a:pt x="2556" y="1593"/>
                </a:lnTo>
                <a:lnTo>
                  <a:pt x="2554" y="1592"/>
                </a:lnTo>
                <a:lnTo>
                  <a:pt x="2554" y="1591"/>
                </a:lnTo>
                <a:lnTo>
                  <a:pt x="2553" y="1591"/>
                </a:lnTo>
                <a:lnTo>
                  <a:pt x="2552" y="1593"/>
                </a:lnTo>
                <a:lnTo>
                  <a:pt x="2551" y="1593"/>
                </a:lnTo>
                <a:lnTo>
                  <a:pt x="2551" y="1594"/>
                </a:lnTo>
                <a:lnTo>
                  <a:pt x="2550" y="1595"/>
                </a:lnTo>
                <a:lnTo>
                  <a:pt x="2546" y="1596"/>
                </a:lnTo>
                <a:lnTo>
                  <a:pt x="2545" y="1596"/>
                </a:lnTo>
                <a:lnTo>
                  <a:pt x="2544" y="1597"/>
                </a:lnTo>
                <a:lnTo>
                  <a:pt x="2543" y="1597"/>
                </a:lnTo>
                <a:lnTo>
                  <a:pt x="2542" y="1597"/>
                </a:lnTo>
                <a:lnTo>
                  <a:pt x="2541" y="1597"/>
                </a:lnTo>
                <a:lnTo>
                  <a:pt x="2540" y="1598"/>
                </a:lnTo>
                <a:lnTo>
                  <a:pt x="2539" y="1598"/>
                </a:lnTo>
                <a:lnTo>
                  <a:pt x="2538" y="1598"/>
                </a:lnTo>
                <a:lnTo>
                  <a:pt x="2537" y="1598"/>
                </a:lnTo>
                <a:lnTo>
                  <a:pt x="2536" y="1598"/>
                </a:lnTo>
                <a:lnTo>
                  <a:pt x="2535" y="1598"/>
                </a:lnTo>
                <a:lnTo>
                  <a:pt x="2535" y="1597"/>
                </a:lnTo>
                <a:lnTo>
                  <a:pt x="2534" y="1597"/>
                </a:lnTo>
                <a:lnTo>
                  <a:pt x="2534" y="1598"/>
                </a:lnTo>
                <a:lnTo>
                  <a:pt x="2533" y="1598"/>
                </a:lnTo>
                <a:lnTo>
                  <a:pt x="2532" y="1598"/>
                </a:lnTo>
                <a:lnTo>
                  <a:pt x="2530" y="1597"/>
                </a:lnTo>
                <a:lnTo>
                  <a:pt x="2529" y="1597"/>
                </a:lnTo>
                <a:lnTo>
                  <a:pt x="2530" y="1597"/>
                </a:lnTo>
                <a:lnTo>
                  <a:pt x="2530" y="1596"/>
                </a:lnTo>
                <a:lnTo>
                  <a:pt x="2529" y="1596"/>
                </a:lnTo>
                <a:lnTo>
                  <a:pt x="2528" y="1596"/>
                </a:lnTo>
                <a:lnTo>
                  <a:pt x="2527" y="1595"/>
                </a:lnTo>
                <a:lnTo>
                  <a:pt x="2526" y="1595"/>
                </a:lnTo>
                <a:lnTo>
                  <a:pt x="2525" y="1596"/>
                </a:lnTo>
                <a:lnTo>
                  <a:pt x="2525" y="1597"/>
                </a:lnTo>
                <a:lnTo>
                  <a:pt x="2525" y="1598"/>
                </a:lnTo>
                <a:lnTo>
                  <a:pt x="2524" y="1598"/>
                </a:lnTo>
                <a:lnTo>
                  <a:pt x="2524" y="1597"/>
                </a:lnTo>
                <a:lnTo>
                  <a:pt x="2523" y="1597"/>
                </a:lnTo>
                <a:lnTo>
                  <a:pt x="2523" y="1596"/>
                </a:lnTo>
                <a:lnTo>
                  <a:pt x="2522" y="1596"/>
                </a:lnTo>
                <a:lnTo>
                  <a:pt x="2523" y="1596"/>
                </a:lnTo>
                <a:lnTo>
                  <a:pt x="2523" y="1595"/>
                </a:lnTo>
                <a:lnTo>
                  <a:pt x="2522" y="1593"/>
                </a:lnTo>
                <a:lnTo>
                  <a:pt x="2521" y="1593"/>
                </a:lnTo>
                <a:lnTo>
                  <a:pt x="2520" y="1593"/>
                </a:lnTo>
                <a:lnTo>
                  <a:pt x="2519" y="1594"/>
                </a:lnTo>
                <a:lnTo>
                  <a:pt x="2519" y="1595"/>
                </a:lnTo>
                <a:lnTo>
                  <a:pt x="2519" y="1596"/>
                </a:lnTo>
                <a:lnTo>
                  <a:pt x="2518" y="1596"/>
                </a:lnTo>
                <a:lnTo>
                  <a:pt x="2516" y="1596"/>
                </a:lnTo>
                <a:lnTo>
                  <a:pt x="2516" y="1595"/>
                </a:lnTo>
                <a:lnTo>
                  <a:pt x="2515" y="1595"/>
                </a:lnTo>
                <a:lnTo>
                  <a:pt x="2515" y="1594"/>
                </a:lnTo>
                <a:lnTo>
                  <a:pt x="2515" y="1595"/>
                </a:lnTo>
                <a:lnTo>
                  <a:pt x="2515" y="1596"/>
                </a:lnTo>
                <a:lnTo>
                  <a:pt x="2515" y="1597"/>
                </a:lnTo>
                <a:lnTo>
                  <a:pt x="2515" y="1598"/>
                </a:lnTo>
                <a:lnTo>
                  <a:pt x="2515" y="1599"/>
                </a:lnTo>
                <a:lnTo>
                  <a:pt x="2514" y="1600"/>
                </a:lnTo>
                <a:lnTo>
                  <a:pt x="2513" y="1600"/>
                </a:lnTo>
                <a:lnTo>
                  <a:pt x="2511" y="1601"/>
                </a:lnTo>
                <a:lnTo>
                  <a:pt x="2509" y="1601"/>
                </a:lnTo>
                <a:lnTo>
                  <a:pt x="2508" y="1601"/>
                </a:lnTo>
                <a:lnTo>
                  <a:pt x="2508" y="1600"/>
                </a:lnTo>
                <a:lnTo>
                  <a:pt x="2509" y="1600"/>
                </a:lnTo>
                <a:lnTo>
                  <a:pt x="2509" y="1601"/>
                </a:lnTo>
                <a:lnTo>
                  <a:pt x="2509" y="1600"/>
                </a:lnTo>
                <a:lnTo>
                  <a:pt x="2508" y="1600"/>
                </a:lnTo>
                <a:lnTo>
                  <a:pt x="2507" y="1600"/>
                </a:lnTo>
                <a:lnTo>
                  <a:pt x="2506" y="1601"/>
                </a:lnTo>
                <a:lnTo>
                  <a:pt x="2507" y="1601"/>
                </a:lnTo>
                <a:lnTo>
                  <a:pt x="2507" y="1602"/>
                </a:lnTo>
                <a:lnTo>
                  <a:pt x="2507" y="1603"/>
                </a:lnTo>
                <a:lnTo>
                  <a:pt x="2507" y="1604"/>
                </a:lnTo>
                <a:lnTo>
                  <a:pt x="2506" y="1603"/>
                </a:lnTo>
                <a:lnTo>
                  <a:pt x="2505" y="1602"/>
                </a:lnTo>
                <a:lnTo>
                  <a:pt x="2504" y="1602"/>
                </a:lnTo>
                <a:lnTo>
                  <a:pt x="2503" y="1600"/>
                </a:lnTo>
                <a:lnTo>
                  <a:pt x="2502" y="1599"/>
                </a:lnTo>
                <a:lnTo>
                  <a:pt x="2502" y="1598"/>
                </a:lnTo>
                <a:lnTo>
                  <a:pt x="2503" y="1597"/>
                </a:lnTo>
                <a:lnTo>
                  <a:pt x="2503" y="1596"/>
                </a:lnTo>
                <a:lnTo>
                  <a:pt x="2502" y="1596"/>
                </a:lnTo>
                <a:lnTo>
                  <a:pt x="2501" y="1596"/>
                </a:lnTo>
                <a:lnTo>
                  <a:pt x="2501" y="1595"/>
                </a:lnTo>
                <a:lnTo>
                  <a:pt x="2501" y="1594"/>
                </a:lnTo>
                <a:lnTo>
                  <a:pt x="2500" y="1594"/>
                </a:lnTo>
                <a:lnTo>
                  <a:pt x="2499" y="1594"/>
                </a:lnTo>
                <a:lnTo>
                  <a:pt x="2498" y="1594"/>
                </a:lnTo>
                <a:lnTo>
                  <a:pt x="2497" y="1594"/>
                </a:lnTo>
                <a:lnTo>
                  <a:pt x="2496" y="1594"/>
                </a:lnTo>
                <a:lnTo>
                  <a:pt x="2495" y="1594"/>
                </a:lnTo>
                <a:lnTo>
                  <a:pt x="2494" y="1594"/>
                </a:lnTo>
                <a:lnTo>
                  <a:pt x="2492" y="1593"/>
                </a:lnTo>
                <a:lnTo>
                  <a:pt x="2491" y="1595"/>
                </a:lnTo>
                <a:lnTo>
                  <a:pt x="2490" y="1595"/>
                </a:lnTo>
                <a:lnTo>
                  <a:pt x="2490" y="1596"/>
                </a:lnTo>
                <a:lnTo>
                  <a:pt x="2489" y="1596"/>
                </a:lnTo>
                <a:lnTo>
                  <a:pt x="2489" y="1597"/>
                </a:lnTo>
                <a:lnTo>
                  <a:pt x="2488" y="1596"/>
                </a:lnTo>
                <a:lnTo>
                  <a:pt x="2487" y="1596"/>
                </a:lnTo>
                <a:lnTo>
                  <a:pt x="2486" y="1596"/>
                </a:lnTo>
                <a:lnTo>
                  <a:pt x="2486" y="1597"/>
                </a:lnTo>
                <a:lnTo>
                  <a:pt x="2485" y="1598"/>
                </a:lnTo>
                <a:lnTo>
                  <a:pt x="2484" y="1598"/>
                </a:lnTo>
                <a:lnTo>
                  <a:pt x="2482" y="1599"/>
                </a:lnTo>
                <a:lnTo>
                  <a:pt x="2481" y="1599"/>
                </a:lnTo>
                <a:lnTo>
                  <a:pt x="2480" y="1599"/>
                </a:lnTo>
                <a:lnTo>
                  <a:pt x="2480" y="1600"/>
                </a:lnTo>
                <a:lnTo>
                  <a:pt x="2479" y="1600"/>
                </a:lnTo>
                <a:lnTo>
                  <a:pt x="2478" y="1600"/>
                </a:lnTo>
                <a:lnTo>
                  <a:pt x="2478" y="1601"/>
                </a:lnTo>
                <a:lnTo>
                  <a:pt x="2477" y="1601"/>
                </a:lnTo>
                <a:lnTo>
                  <a:pt x="2476" y="1602"/>
                </a:lnTo>
                <a:lnTo>
                  <a:pt x="2476" y="1603"/>
                </a:lnTo>
                <a:lnTo>
                  <a:pt x="2475" y="1603"/>
                </a:lnTo>
                <a:lnTo>
                  <a:pt x="2474" y="1604"/>
                </a:lnTo>
                <a:lnTo>
                  <a:pt x="2473" y="1604"/>
                </a:lnTo>
                <a:lnTo>
                  <a:pt x="2472" y="1604"/>
                </a:lnTo>
                <a:lnTo>
                  <a:pt x="2470" y="1605"/>
                </a:lnTo>
                <a:lnTo>
                  <a:pt x="2469" y="1605"/>
                </a:lnTo>
                <a:lnTo>
                  <a:pt x="2468" y="1605"/>
                </a:lnTo>
                <a:lnTo>
                  <a:pt x="2467" y="1605"/>
                </a:lnTo>
                <a:lnTo>
                  <a:pt x="2466" y="1606"/>
                </a:lnTo>
                <a:lnTo>
                  <a:pt x="2465" y="1606"/>
                </a:lnTo>
                <a:lnTo>
                  <a:pt x="2464" y="1606"/>
                </a:lnTo>
                <a:lnTo>
                  <a:pt x="2462" y="1607"/>
                </a:lnTo>
                <a:lnTo>
                  <a:pt x="2461" y="1607"/>
                </a:lnTo>
                <a:lnTo>
                  <a:pt x="2460" y="1607"/>
                </a:lnTo>
                <a:lnTo>
                  <a:pt x="2459" y="1607"/>
                </a:lnTo>
                <a:lnTo>
                  <a:pt x="2458" y="1607"/>
                </a:lnTo>
                <a:lnTo>
                  <a:pt x="2458" y="1606"/>
                </a:lnTo>
                <a:lnTo>
                  <a:pt x="2457" y="1606"/>
                </a:lnTo>
                <a:lnTo>
                  <a:pt x="2457" y="1605"/>
                </a:lnTo>
                <a:lnTo>
                  <a:pt x="2458" y="1604"/>
                </a:lnTo>
                <a:lnTo>
                  <a:pt x="2458" y="1603"/>
                </a:lnTo>
                <a:lnTo>
                  <a:pt x="2458" y="1602"/>
                </a:lnTo>
                <a:lnTo>
                  <a:pt x="2457" y="1602"/>
                </a:lnTo>
                <a:lnTo>
                  <a:pt x="2456" y="1602"/>
                </a:lnTo>
                <a:lnTo>
                  <a:pt x="2454" y="1602"/>
                </a:lnTo>
                <a:lnTo>
                  <a:pt x="2454" y="1604"/>
                </a:lnTo>
                <a:lnTo>
                  <a:pt x="2454" y="1605"/>
                </a:lnTo>
                <a:lnTo>
                  <a:pt x="2453" y="1606"/>
                </a:lnTo>
                <a:lnTo>
                  <a:pt x="2453" y="1605"/>
                </a:lnTo>
                <a:lnTo>
                  <a:pt x="2453" y="1604"/>
                </a:lnTo>
                <a:lnTo>
                  <a:pt x="2452" y="1604"/>
                </a:lnTo>
                <a:lnTo>
                  <a:pt x="2452" y="1605"/>
                </a:lnTo>
                <a:lnTo>
                  <a:pt x="2450" y="1605"/>
                </a:lnTo>
                <a:lnTo>
                  <a:pt x="2450" y="1604"/>
                </a:lnTo>
                <a:lnTo>
                  <a:pt x="2448" y="1604"/>
                </a:lnTo>
                <a:lnTo>
                  <a:pt x="2445" y="1603"/>
                </a:lnTo>
                <a:lnTo>
                  <a:pt x="2445" y="1604"/>
                </a:lnTo>
                <a:lnTo>
                  <a:pt x="2444" y="1604"/>
                </a:lnTo>
                <a:lnTo>
                  <a:pt x="2443" y="1604"/>
                </a:lnTo>
                <a:lnTo>
                  <a:pt x="2442" y="1604"/>
                </a:lnTo>
                <a:lnTo>
                  <a:pt x="2442" y="1603"/>
                </a:lnTo>
                <a:lnTo>
                  <a:pt x="2441" y="1603"/>
                </a:lnTo>
                <a:lnTo>
                  <a:pt x="2440" y="1602"/>
                </a:lnTo>
                <a:lnTo>
                  <a:pt x="2439" y="1601"/>
                </a:lnTo>
                <a:lnTo>
                  <a:pt x="2438" y="1601"/>
                </a:lnTo>
                <a:lnTo>
                  <a:pt x="2437" y="1602"/>
                </a:lnTo>
                <a:lnTo>
                  <a:pt x="2435" y="1601"/>
                </a:lnTo>
                <a:lnTo>
                  <a:pt x="2434" y="1600"/>
                </a:lnTo>
                <a:lnTo>
                  <a:pt x="2434" y="1599"/>
                </a:lnTo>
                <a:lnTo>
                  <a:pt x="2433" y="1599"/>
                </a:lnTo>
                <a:lnTo>
                  <a:pt x="2432" y="1599"/>
                </a:lnTo>
                <a:lnTo>
                  <a:pt x="2431" y="1599"/>
                </a:lnTo>
                <a:lnTo>
                  <a:pt x="2431" y="1598"/>
                </a:lnTo>
                <a:lnTo>
                  <a:pt x="2431" y="1597"/>
                </a:lnTo>
                <a:lnTo>
                  <a:pt x="2430" y="1597"/>
                </a:lnTo>
                <a:lnTo>
                  <a:pt x="2429" y="1597"/>
                </a:lnTo>
                <a:lnTo>
                  <a:pt x="2428" y="1597"/>
                </a:lnTo>
                <a:lnTo>
                  <a:pt x="2428" y="1596"/>
                </a:lnTo>
                <a:lnTo>
                  <a:pt x="2425" y="1596"/>
                </a:lnTo>
                <a:lnTo>
                  <a:pt x="2425" y="1595"/>
                </a:lnTo>
                <a:lnTo>
                  <a:pt x="2424" y="1595"/>
                </a:lnTo>
                <a:lnTo>
                  <a:pt x="2423" y="1595"/>
                </a:lnTo>
                <a:lnTo>
                  <a:pt x="2423" y="1594"/>
                </a:lnTo>
                <a:lnTo>
                  <a:pt x="2422" y="1594"/>
                </a:lnTo>
                <a:lnTo>
                  <a:pt x="2421" y="1594"/>
                </a:lnTo>
                <a:lnTo>
                  <a:pt x="2419" y="1595"/>
                </a:lnTo>
                <a:lnTo>
                  <a:pt x="2418" y="1595"/>
                </a:lnTo>
                <a:lnTo>
                  <a:pt x="2417" y="1596"/>
                </a:lnTo>
                <a:lnTo>
                  <a:pt x="2417" y="1597"/>
                </a:lnTo>
                <a:lnTo>
                  <a:pt x="2417" y="1598"/>
                </a:lnTo>
                <a:lnTo>
                  <a:pt x="2418" y="1597"/>
                </a:lnTo>
                <a:lnTo>
                  <a:pt x="2419" y="1596"/>
                </a:lnTo>
                <a:lnTo>
                  <a:pt x="2420" y="1596"/>
                </a:lnTo>
                <a:lnTo>
                  <a:pt x="2422" y="1597"/>
                </a:lnTo>
                <a:lnTo>
                  <a:pt x="2422" y="1598"/>
                </a:lnTo>
                <a:lnTo>
                  <a:pt x="2422" y="1599"/>
                </a:lnTo>
                <a:lnTo>
                  <a:pt x="2421" y="1601"/>
                </a:lnTo>
                <a:lnTo>
                  <a:pt x="2422" y="1601"/>
                </a:lnTo>
                <a:lnTo>
                  <a:pt x="2422" y="1600"/>
                </a:lnTo>
                <a:lnTo>
                  <a:pt x="2422" y="1601"/>
                </a:lnTo>
                <a:lnTo>
                  <a:pt x="2422" y="1602"/>
                </a:lnTo>
                <a:lnTo>
                  <a:pt x="2421" y="1603"/>
                </a:lnTo>
                <a:lnTo>
                  <a:pt x="2420" y="1602"/>
                </a:lnTo>
                <a:lnTo>
                  <a:pt x="2419" y="1602"/>
                </a:lnTo>
                <a:lnTo>
                  <a:pt x="2418" y="1603"/>
                </a:lnTo>
                <a:lnTo>
                  <a:pt x="2418" y="1604"/>
                </a:lnTo>
                <a:lnTo>
                  <a:pt x="2419" y="1604"/>
                </a:lnTo>
                <a:lnTo>
                  <a:pt x="2420" y="1604"/>
                </a:lnTo>
                <a:lnTo>
                  <a:pt x="2420" y="1603"/>
                </a:lnTo>
                <a:lnTo>
                  <a:pt x="2420" y="1604"/>
                </a:lnTo>
                <a:lnTo>
                  <a:pt x="2419" y="1605"/>
                </a:lnTo>
                <a:lnTo>
                  <a:pt x="2418" y="1604"/>
                </a:lnTo>
                <a:lnTo>
                  <a:pt x="2417" y="1605"/>
                </a:lnTo>
                <a:lnTo>
                  <a:pt x="2418" y="1606"/>
                </a:lnTo>
                <a:lnTo>
                  <a:pt x="2418" y="1607"/>
                </a:lnTo>
                <a:lnTo>
                  <a:pt x="2419" y="1607"/>
                </a:lnTo>
                <a:lnTo>
                  <a:pt x="2419" y="1608"/>
                </a:lnTo>
                <a:lnTo>
                  <a:pt x="2418" y="1608"/>
                </a:lnTo>
                <a:lnTo>
                  <a:pt x="2417" y="1608"/>
                </a:lnTo>
                <a:lnTo>
                  <a:pt x="2416" y="1607"/>
                </a:lnTo>
                <a:lnTo>
                  <a:pt x="2416" y="1606"/>
                </a:lnTo>
                <a:lnTo>
                  <a:pt x="2416" y="1605"/>
                </a:lnTo>
                <a:lnTo>
                  <a:pt x="2415" y="1605"/>
                </a:lnTo>
                <a:lnTo>
                  <a:pt x="2415" y="1606"/>
                </a:lnTo>
                <a:lnTo>
                  <a:pt x="2415" y="1607"/>
                </a:lnTo>
                <a:lnTo>
                  <a:pt x="2413" y="1606"/>
                </a:lnTo>
                <a:lnTo>
                  <a:pt x="2412" y="1606"/>
                </a:lnTo>
                <a:lnTo>
                  <a:pt x="2411" y="1606"/>
                </a:lnTo>
                <a:lnTo>
                  <a:pt x="2410" y="1605"/>
                </a:lnTo>
                <a:lnTo>
                  <a:pt x="2409" y="1606"/>
                </a:lnTo>
                <a:lnTo>
                  <a:pt x="2409" y="1607"/>
                </a:lnTo>
                <a:lnTo>
                  <a:pt x="2408" y="1608"/>
                </a:lnTo>
                <a:lnTo>
                  <a:pt x="2408" y="1609"/>
                </a:lnTo>
                <a:lnTo>
                  <a:pt x="2409" y="1609"/>
                </a:lnTo>
                <a:lnTo>
                  <a:pt x="2410" y="1609"/>
                </a:lnTo>
                <a:lnTo>
                  <a:pt x="2410" y="1610"/>
                </a:lnTo>
                <a:lnTo>
                  <a:pt x="2409" y="1610"/>
                </a:lnTo>
                <a:lnTo>
                  <a:pt x="2409" y="1611"/>
                </a:lnTo>
                <a:lnTo>
                  <a:pt x="2410" y="1611"/>
                </a:lnTo>
                <a:lnTo>
                  <a:pt x="2410" y="1612"/>
                </a:lnTo>
                <a:lnTo>
                  <a:pt x="2410" y="1613"/>
                </a:lnTo>
                <a:lnTo>
                  <a:pt x="2411" y="1614"/>
                </a:lnTo>
                <a:lnTo>
                  <a:pt x="2412" y="1613"/>
                </a:lnTo>
                <a:lnTo>
                  <a:pt x="2413" y="1613"/>
                </a:lnTo>
                <a:lnTo>
                  <a:pt x="2414" y="1614"/>
                </a:lnTo>
                <a:lnTo>
                  <a:pt x="2414" y="1615"/>
                </a:lnTo>
                <a:lnTo>
                  <a:pt x="2415" y="1616"/>
                </a:lnTo>
                <a:lnTo>
                  <a:pt x="2414" y="1617"/>
                </a:lnTo>
                <a:lnTo>
                  <a:pt x="2414" y="1618"/>
                </a:lnTo>
                <a:lnTo>
                  <a:pt x="2415" y="1618"/>
                </a:lnTo>
                <a:lnTo>
                  <a:pt x="2416" y="1619"/>
                </a:lnTo>
                <a:lnTo>
                  <a:pt x="2417" y="1619"/>
                </a:lnTo>
                <a:lnTo>
                  <a:pt x="2418" y="1620"/>
                </a:lnTo>
                <a:lnTo>
                  <a:pt x="2419" y="1622"/>
                </a:lnTo>
                <a:lnTo>
                  <a:pt x="2418" y="1622"/>
                </a:lnTo>
                <a:lnTo>
                  <a:pt x="2418" y="1623"/>
                </a:lnTo>
                <a:lnTo>
                  <a:pt x="2418" y="1626"/>
                </a:lnTo>
                <a:lnTo>
                  <a:pt x="2419" y="1627"/>
                </a:lnTo>
                <a:lnTo>
                  <a:pt x="2420" y="1627"/>
                </a:lnTo>
                <a:lnTo>
                  <a:pt x="2420" y="1629"/>
                </a:lnTo>
                <a:lnTo>
                  <a:pt x="2421" y="1632"/>
                </a:lnTo>
                <a:lnTo>
                  <a:pt x="2421" y="1633"/>
                </a:lnTo>
                <a:lnTo>
                  <a:pt x="2421" y="1634"/>
                </a:lnTo>
                <a:lnTo>
                  <a:pt x="2420" y="1634"/>
                </a:lnTo>
                <a:lnTo>
                  <a:pt x="2420" y="1635"/>
                </a:lnTo>
                <a:lnTo>
                  <a:pt x="2421" y="1635"/>
                </a:lnTo>
                <a:lnTo>
                  <a:pt x="2421" y="1636"/>
                </a:lnTo>
                <a:lnTo>
                  <a:pt x="2422" y="1636"/>
                </a:lnTo>
                <a:lnTo>
                  <a:pt x="2423" y="1637"/>
                </a:lnTo>
                <a:lnTo>
                  <a:pt x="2424" y="1638"/>
                </a:lnTo>
                <a:lnTo>
                  <a:pt x="2425" y="1638"/>
                </a:lnTo>
                <a:lnTo>
                  <a:pt x="2425" y="1639"/>
                </a:lnTo>
                <a:lnTo>
                  <a:pt x="2427" y="1640"/>
                </a:lnTo>
                <a:lnTo>
                  <a:pt x="2427" y="1642"/>
                </a:lnTo>
                <a:lnTo>
                  <a:pt x="2426" y="1642"/>
                </a:lnTo>
                <a:lnTo>
                  <a:pt x="2426" y="1643"/>
                </a:lnTo>
                <a:lnTo>
                  <a:pt x="2426" y="1644"/>
                </a:lnTo>
                <a:lnTo>
                  <a:pt x="2427" y="1644"/>
                </a:lnTo>
                <a:lnTo>
                  <a:pt x="2428" y="1644"/>
                </a:lnTo>
                <a:lnTo>
                  <a:pt x="2429" y="1645"/>
                </a:lnTo>
                <a:lnTo>
                  <a:pt x="2429" y="1646"/>
                </a:lnTo>
                <a:lnTo>
                  <a:pt x="2430" y="1647"/>
                </a:lnTo>
                <a:lnTo>
                  <a:pt x="2431" y="1647"/>
                </a:lnTo>
                <a:lnTo>
                  <a:pt x="2431" y="1648"/>
                </a:lnTo>
                <a:lnTo>
                  <a:pt x="2431" y="1649"/>
                </a:lnTo>
                <a:lnTo>
                  <a:pt x="2433" y="1651"/>
                </a:lnTo>
                <a:lnTo>
                  <a:pt x="2435" y="1653"/>
                </a:lnTo>
                <a:lnTo>
                  <a:pt x="2437" y="1653"/>
                </a:lnTo>
                <a:lnTo>
                  <a:pt x="2439" y="1653"/>
                </a:lnTo>
                <a:lnTo>
                  <a:pt x="2440" y="1653"/>
                </a:lnTo>
                <a:lnTo>
                  <a:pt x="2441" y="1653"/>
                </a:lnTo>
                <a:lnTo>
                  <a:pt x="2440" y="1654"/>
                </a:lnTo>
                <a:lnTo>
                  <a:pt x="2440" y="1655"/>
                </a:lnTo>
                <a:lnTo>
                  <a:pt x="2441" y="1657"/>
                </a:lnTo>
                <a:lnTo>
                  <a:pt x="2441" y="1658"/>
                </a:lnTo>
                <a:lnTo>
                  <a:pt x="2442" y="1658"/>
                </a:lnTo>
                <a:lnTo>
                  <a:pt x="2443" y="1658"/>
                </a:lnTo>
                <a:lnTo>
                  <a:pt x="2444" y="1658"/>
                </a:lnTo>
                <a:lnTo>
                  <a:pt x="2444" y="1659"/>
                </a:lnTo>
                <a:lnTo>
                  <a:pt x="2443" y="1660"/>
                </a:lnTo>
                <a:lnTo>
                  <a:pt x="2443" y="1661"/>
                </a:lnTo>
                <a:lnTo>
                  <a:pt x="2442" y="1662"/>
                </a:lnTo>
                <a:lnTo>
                  <a:pt x="2441" y="1662"/>
                </a:lnTo>
                <a:lnTo>
                  <a:pt x="2440" y="1662"/>
                </a:lnTo>
                <a:lnTo>
                  <a:pt x="2439" y="1662"/>
                </a:lnTo>
                <a:lnTo>
                  <a:pt x="2438" y="1662"/>
                </a:lnTo>
                <a:lnTo>
                  <a:pt x="2437" y="1663"/>
                </a:lnTo>
                <a:lnTo>
                  <a:pt x="2437" y="1664"/>
                </a:lnTo>
                <a:lnTo>
                  <a:pt x="2437" y="1663"/>
                </a:lnTo>
                <a:lnTo>
                  <a:pt x="2436" y="1663"/>
                </a:lnTo>
                <a:lnTo>
                  <a:pt x="2435" y="1663"/>
                </a:lnTo>
                <a:lnTo>
                  <a:pt x="2435" y="1664"/>
                </a:lnTo>
                <a:lnTo>
                  <a:pt x="2434" y="1665"/>
                </a:lnTo>
                <a:lnTo>
                  <a:pt x="2434" y="1666"/>
                </a:lnTo>
                <a:lnTo>
                  <a:pt x="2434" y="1667"/>
                </a:lnTo>
                <a:lnTo>
                  <a:pt x="2434" y="1666"/>
                </a:lnTo>
                <a:lnTo>
                  <a:pt x="2433" y="1666"/>
                </a:lnTo>
                <a:lnTo>
                  <a:pt x="2432" y="1667"/>
                </a:lnTo>
                <a:lnTo>
                  <a:pt x="2431" y="1667"/>
                </a:lnTo>
                <a:lnTo>
                  <a:pt x="2430" y="1666"/>
                </a:lnTo>
                <a:lnTo>
                  <a:pt x="2429" y="1666"/>
                </a:lnTo>
                <a:lnTo>
                  <a:pt x="2427" y="1666"/>
                </a:lnTo>
                <a:lnTo>
                  <a:pt x="2426" y="1666"/>
                </a:lnTo>
                <a:lnTo>
                  <a:pt x="2425" y="1666"/>
                </a:lnTo>
                <a:lnTo>
                  <a:pt x="2425" y="1667"/>
                </a:lnTo>
                <a:lnTo>
                  <a:pt x="2425" y="1668"/>
                </a:lnTo>
                <a:lnTo>
                  <a:pt x="2424" y="1668"/>
                </a:lnTo>
                <a:lnTo>
                  <a:pt x="2423" y="1668"/>
                </a:lnTo>
                <a:lnTo>
                  <a:pt x="2422" y="1668"/>
                </a:lnTo>
                <a:lnTo>
                  <a:pt x="2421" y="1668"/>
                </a:lnTo>
                <a:lnTo>
                  <a:pt x="2421" y="1669"/>
                </a:lnTo>
                <a:lnTo>
                  <a:pt x="2420" y="1669"/>
                </a:lnTo>
                <a:lnTo>
                  <a:pt x="2420" y="1667"/>
                </a:lnTo>
                <a:lnTo>
                  <a:pt x="2419" y="1666"/>
                </a:lnTo>
                <a:lnTo>
                  <a:pt x="2418" y="1668"/>
                </a:lnTo>
                <a:lnTo>
                  <a:pt x="2418" y="1669"/>
                </a:lnTo>
                <a:lnTo>
                  <a:pt x="2417" y="1669"/>
                </a:lnTo>
                <a:lnTo>
                  <a:pt x="2415" y="1669"/>
                </a:lnTo>
                <a:lnTo>
                  <a:pt x="2414" y="1669"/>
                </a:lnTo>
                <a:lnTo>
                  <a:pt x="2413" y="1669"/>
                </a:lnTo>
                <a:lnTo>
                  <a:pt x="2412" y="1670"/>
                </a:lnTo>
                <a:lnTo>
                  <a:pt x="2411" y="1670"/>
                </a:lnTo>
                <a:lnTo>
                  <a:pt x="2410" y="1670"/>
                </a:lnTo>
                <a:lnTo>
                  <a:pt x="2410" y="1671"/>
                </a:lnTo>
                <a:lnTo>
                  <a:pt x="2410" y="1672"/>
                </a:lnTo>
                <a:lnTo>
                  <a:pt x="2410" y="1673"/>
                </a:lnTo>
                <a:lnTo>
                  <a:pt x="2409" y="1673"/>
                </a:lnTo>
                <a:lnTo>
                  <a:pt x="2409" y="1672"/>
                </a:lnTo>
                <a:lnTo>
                  <a:pt x="2408" y="1672"/>
                </a:lnTo>
                <a:lnTo>
                  <a:pt x="2407" y="1672"/>
                </a:lnTo>
                <a:lnTo>
                  <a:pt x="2407" y="1673"/>
                </a:lnTo>
                <a:lnTo>
                  <a:pt x="2407" y="1674"/>
                </a:lnTo>
                <a:lnTo>
                  <a:pt x="2407" y="1675"/>
                </a:lnTo>
                <a:lnTo>
                  <a:pt x="2407" y="1676"/>
                </a:lnTo>
                <a:lnTo>
                  <a:pt x="2406" y="1675"/>
                </a:lnTo>
                <a:lnTo>
                  <a:pt x="2405" y="1675"/>
                </a:lnTo>
                <a:lnTo>
                  <a:pt x="2406" y="1674"/>
                </a:lnTo>
                <a:lnTo>
                  <a:pt x="2406" y="1673"/>
                </a:lnTo>
                <a:lnTo>
                  <a:pt x="2406" y="1672"/>
                </a:lnTo>
                <a:lnTo>
                  <a:pt x="2406" y="1670"/>
                </a:lnTo>
                <a:lnTo>
                  <a:pt x="2406" y="1669"/>
                </a:lnTo>
                <a:lnTo>
                  <a:pt x="2406" y="1668"/>
                </a:lnTo>
                <a:lnTo>
                  <a:pt x="2406" y="1667"/>
                </a:lnTo>
                <a:lnTo>
                  <a:pt x="2405" y="1666"/>
                </a:lnTo>
                <a:lnTo>
                  <a:pt x="2403" y="1666"/>
                </a:lnTo>
                <a:lnTo>
                  <a:pt x="2402" y="1666"/>
                </a:lnTo>
                <a:lnTo>
                  <a:pt x="2401" y="1666"/>
                </a:lnTo>
                <a:lnTo>
                  <a:pt x="2401" y="1667"/>
                </a:lnTo>
                <a:lnTo>
                  <a:pt x="2401" y="1668"/>
                </a:lnTo>
                <a:lnTo>
                  <a:pt x="2401" y="1669"/>
                </a:lnTo>
                <a:lnTo>
                  <a:pt x="2400" y="1669"/>
                </a:lnTo>
                <a:lnTo>
                  <a:pt x="2399" y="1668"/>
                </a:lnTo>
                <a:lnTo>
                  <a:pt x="2399" y="1667"/>
                </a:lnTo>
                <a:lnTo>
                  <a:pt x="2397" y="1666"/>
                </a:lnTo>
                <a:lnTo>
                  <a:pt x="2396" y="1666"/>
                </a:lnTo>
                <a:lnTo>
                  <a:pt x="2395" y="1667"/>
                </a:lnTo>
                <a:lnTo>
                  <a:pt x="2394" y="1669"/>
                </a:lnTo>
                <a:lnTo>
                  <a:pt x="2393" y="1669"/>
                </a:lnTo>
                <a:lnTo>
                  <a:pt x="2393" y="1670"/>
                </a:lnTo>
                <a:lnTo>
                  <a:pt x="2393" y="1671"/>
                </a:lnTo>
                <a:lnTo>
                  <a:pt x="2392" y="1672"/>
                </a:lnTo>
                <a:lnTo>
                  <a:pt x="2391" y="1673"/>
                </a:lnTo>
                <a:lnTo>
                  <a:pt x="2390" y="1674"/>
                </a:lnTo>
                <a:lnTo>
                  <a:pt x="2389" y="1674"/>
                </a:lnTo>
                <a:lnTo>
                  <a:pt x="2389" y="1675"/>
                </a:lnTo>
                <a:lnTo>
                  <a:pt x="2388" y="1676"/>
                </a:lnTo>
                <a:lnTo>
                  <a:pt x="2389" y="1676"/>
                </a:lnTo>
                <a:lnTo>
                  <a:pt x="2389" y="1677"/>
                </a:lnTo>
                <a:lnTo>
                  <a:pt x="2387" y="1677"/>
                </a:lnTo>
                <a:lnTo>
                  <a:pt x="2386" y="1677"/>
                </a:lnTo>
                <a:lnTo>
                  <a:pt x="2385" y="1677"/>
                </a:lnTo>
                <a:lnTo>
                  <a:pt x="2385" y="1678"/>
                </a:lnTo>
                <a:lnTo>
                  <a:pt x="2384" y="1679"/>
                </a:lnTo>
                <a:lnTo>
                  <a:pt x="2383" y="1678"/>
                </a:lnTo>
                <a:lnTo>
                  <a:pt x="2383" y="1677"/>
                </a:lnTo>
                <a:lnTo>
                  <a:pt x="2382" y="1676"/>
                </a:lnTo>
                <a:lnTo>
                  <a:pt x="2381" y="1675"/>
                </a:lnTo>
                <a:lnTo>
                  <a:pt x="2381" y="1676"/>
                </a:lnTo>
                <a:lnTo>
                  <a:pt x="2380" y="1677"/>
                </a:lnTo>
                <a:lnTo>
                  <a:pt x="2379" y="1677"/>
                </a:lnTo>
                <a:lnTo>
                  <a:pt x="2378" y="1677"/>
                </a:lnTo>
                <a:lnTo>
                  <a:pt x="2377" y="1677"/>
                </a:lnTo>
                <a:lnTo>
                  <a:pt x="2375" y="1677"/>
                </a:lnTo>
                <a:lnTo>
                  <a:pt x="2374" y="1676"/>
                </a:lnTo>
                <a:lnTo>
                  <a:pt x="2373" y="1675"/>
                </a:lnTo>
                <a:lnTo>
                  <a:pt x="2372" y="1675"/>
                </a:lnTo>
                <a:lnTo>
                  <a:pt x="2371" y="1674"/>
                </a:lnTo>
                <a:lnTo>
                  <a:pt x="2371" y="1673"/>
                </a:lnTo>
                <a:lnTo>
                  <a:pt x="2370" y="1673"/>
                </a:lnTo>
                <a:lnTo>
                  <a:pt x="2369" y="1674"/>
                </a:lnTo>
                <a:lnTo>
                  <a:pt x="2368" y="1674"/>
                </a:lnTo>
                <a:lnTo>
                  <a:pt x="2367" y="1674"/>
                </a:lnTo>
                <a:lnTo>
                  <a:pt x="2367" y="1673"/>
                </a:lnTo>
                <a:lnTo>
                  <a:pt x="2366" y="1673"/>
                </a:lnTo>
                <a:lnTo>
                  <a:pt x="2365" y="1674"/>
                </a:lnTo>
                <a:lnTo>
                  <a:pt x="2364" y="1674"/>
                </a:lnTo>
                <a:lnTo>
                  <a:pt x="2364" y="1675"/>
                </a:lnTo>
                <a:lnTo>
                  <a:pt x="2363" y="1677"/>
                </a:lnTo>
                <a:lnTo>
                  <a:pt x="2363" y="1678"/>
                </a:lnTo>
                <a:lnTo>
                  <a:pt x="2362" y="1678"/>
                </a:lnTo>
                <a:lnTo>
                  <a:pt x="2362" y="1676"/>
                </a:lnTo>
                <a:lnTo>
                  <a:pt x="2361" y="1676"/>
                </a:lnTo>
                <a:lnTo>
                  <a:pt x="2361" y="1675"/>
                </a:lnTo>
                <a:lnTo>
                  <a:pt x="2360" y="1675"/>
                </a:lnTo>
                <a:lnTo>
                  <a:pt x="2359" y="1674"/>
                </a:lnTo>
                <a:lnTo>
                  <a:pt x="2359" y="1673"/>
                </a:lnTo>
                <a:lnTo>
                  <a:pt x="2358" y="1672"/>
                </a:lnTo>
                <a:lnTo>
                  <a:pt x="2356" y="1673"/>
                </a:lnTo>
                <a:lnTo>
                  <a:pt x="2355" y="1673"/>
                </a:lnTo>
                <a:lnTo>
                  <a:pt x="2354" y="1673"/>
                </a:lnTo>
                <a:lnTo>
                  <a:pt x="2353" y="1673"/>
                </a:lnTo>
                <a:lnTo>
                  <a:pt x="2352" y="1673"/>
                </a:lnTo>
                <a:lnTo>
                  <a:pt x="2351" y="1673"/>
                </a:lnTo>
                <a:lnTo>
                  <a:pt x="2351" y="1672"/>
                </a:lnTo>
                <a:lnTo>
                  <a:pt x="2350" y="1672"/>
                </a:lnTo>
                <a:lnTo>
                  <a:pt x="2350" y="1673"/>
                </a:lnTo>
                <a:lnTo>
                  <a:pt x="2350" y="1675"/>
                </a:lnTo>
                <a:lnTo>
                  <a:pt x="2349" y="1676"/>
                </a:lnTo>
                <a:lnTo>
                  <a:pt x="2348" y="1677"/>
                </a:lnTo>
                <a:lnTo>
                  <a:pt x="2348" y="1678"/>
                </a:lnTo>
                <a:lnTo>
                  <a:pt x="2348" y="1679"/>
                </a:lnTo>
                <a:lnTo>
                  <a:pt x="2349" y="1679"/>
                </a:lnTo>
                <a:lnTo>
                  <a:pt x="2348" y="1679"/>
                </a:lnTo>
                <a:lnTo>
                  <a:pt x="2348" y="1680"/>
                </a:lnTo>
                <a:lnTo>
                  <a:pt x="2347" y="1679"/>
                </a:lnTo>
                <a:lnTo>
                  <a:pt x="2346" y="1679"/>
                </a:lnTo>
                <a:lnTo>
                  <a:pt x="2345" y="1679"/>
                </a:lnTo>
                <a:lnTo>
                  <a:pt x="2345" y="1680"/>
                </a:lnTo>
                <a:lnTo>
                  <a:pt x="2345" y="1681"/>
                </a:lnTo>
                <a:lnTo>
                  <a:pt x="2345" y="1682"/>
                </a:lnTo>
                <a:lnTo>
                  <a:pt x="2344" y="1684"/>
                </a:lnTo>
                <a:lnTo>
                  <a:pt x="2344" y="1685"/>
                </a:lnTo>
                <a:lnTo>
                  <a:pt x="2343" y="1685"/>
                </a:lnTo>
                <a:lnTo>
                  <a:pt x="2342" y="1684"/>
                </a:lnTo>
                <a:lnTo>
                  <a:pt x="2342" y="1683"/>
                </a:lnTo>
                <a:lnTo>
                  <a:pt x="2340" y="1683"/>
                </a:lnTo>
                <a:lnTo>
                  <a:pt x="2340" y="1684"/>
                </a:lnTo>
                <a:lnTo>
                  <a:pt x="2339" y="1685"/>
                </a:lnTo>
                <a:lnTo>
                  <a:pt x="2339" y="1686"/>
                </a:lnTo>
                <a:lnTo>
                  <a:pt x="2338" y="1686"/>
                </a:lnTo>
                <a:lnTo>
                  <a:pt x="2337" y="1685"/>
                </a:lnTo>
                <a:lnTo>
                  <a:pt x="2336" y="1684"/>
                </a:lnTo>
                <a:lnTo>
                  <a:pt x="2335" y="1684"/>
                </a:lnTo>
                <a:lnTo>
                  <a:pt x="2334" y="1685"/>
                </a:lnTo>
                <a:lnTo>
                  <a:pt x="2333" y="1684"/>
                </a:lnTo>
                <a:lnTo>
                  <a:pt x="2332" y="1682"/>
                </a:lnTo>
                <a:lnTo>
                  <a:pt x="2333" y="1681"/>
                </a:lnTo>
                <a:lnTo>
                  <a:pt x="2333" y="1680"/>
                </a:lnTo>
                <a:lnTo>
                  <a:pt x="2333" y="1679"/>
                </a:lnTo>
                <a:lnTo>
                  <a:pt x="2332" y="1677"/>
                </a:lnTo>
                <a:lnTo>
                  <a:pt x="2332" y="1676"/>
                </a:lnTo>
                <a:lnTo>
                  <a:pt x="2331" y="1674"/>
                </a:lnTo>
                <a:lnTo>
                  <a:pt x="2330" y="1674"/>
                </a:lnTo>
                <a:lnTo>
                  <a:pt x="2329" y="1673"/>
                </a:lnTo>
                <a:lnTo>
                  <a:pt x="2328" y="1673"/>
                </a:lnTo>
                <a:lnTo>
                  <a:pt x="2328" y="1674"/>
                </a:lnTo>
                <a:lnTo>
                  <a:pt x="2327" y="1674"/>
                </a:lnTo>
                <a:lnTo>
                  <a:pt x="2327" y="1673"/>
                </a:lnTo>
                <a:lnTo>
                  <a:pt x="2326" y="1672"/>
                </a:lnTo>
                <a:lnTo>
                  <a:pt x="2325" y="1672"/>
                </a:lnTo>
                <a:lnTo>
                  <a:pt x="2324" y="1672"/>
                </a:lnTo>
                <a:lnTo>
                  <a:pt x="2322" y="1672"/>
                </a:lnTo>
                <a:lnTo>
                  <a:pt x="2322" y="1671"/>
                </a:lnTo>
                <a:lnTo>
                  <a:pt x="2321" y="1671"/>
                </a:lnTo>
                <a:lnTo>
                  <a:pt x="2321" y="1670"/>
                </a:lnTo>
                <a:lnTo>
                  <a:pt x="2320" y="1670"/>
                </a:lnTo>
                <a:lnTo>
                  <a:pt x="2319" y="1670"/>
                </a:lnTo>
                <a:lnTo>
                  <a:pt x="2319" y="1669"/>
                </a:lnTo>
                <a:lnTo>
                  <a:pt x="2318" y="1669"/>
                </a:lnTo>
                <a:lnTo>
                  <a:pt x="2318" y="1668"/>
                </a:lnTo>
                <a:lnTo>
                  <a:pt x="2318" y="1667"/>
                </a:lnTo>
                <a:lnTo>
                  <a:pt x="2317" y="1667"/>
                </a:lnTo>
                <a:lnTo>
                  <a:pt x="2316" y="1666"/>
                </a:lnTo>
                <a:lnTo>
                  <a:pt x="2316" y="1665"/>
                </a:lnTo>
                <a:lnTo>
                  <a:pt x="2317" y="1664"/>
                </a:lnTo>
                <a:lnTo>
                  <a:pt x="2317" y="1663"/>
                </a:lnTo>
                <a:lnTo>
                  <a:pt x="2317" y="1662"/>
                </a:lnTo>
                <a:lnTo>
                  <a:pt x="2317" y="1660"/>
                </a:lnTo>
                <a:lnTo>
                  <a:pt x="2317" y="1659"/>
                </a:lnTo>
                <a:lnTo>
                  <a:pt x="2317" y="1658"/>
                </a:lnTo>
                <a:lnTo>
                  <a:pt x="2316" y="1658"/>
                </a:lnTo>
                <a:lnTo>
                  <a:pt x="2316" y="1657"/>
                </a:lnTo>
                <a:lnTo>
                  <a:pt x="2315" y="1657"/>
                </a:lnTo>
                <a:lnTo>
                  <a:pt x="2314" y="1657"/>
                </a:lnTo>
                <a:lnTo>
                  <a:pt x="2313" y="1657"/>
                </a:lnTo>
                <a:lnTo>
                  <a:pt x="2312" y="1657"/>
                </a:lnTo>
                <a:lnTo>
                  <a:pt x="2311" y="1657"/>
                </a:lnTo>
                <a:lnTo>
                  <a:pt x="2311" y="1656"/>
                </a:lnTo>
                <a:lnTo>
                  <a:pt x="2310" y="1656"/>
                </a:lnTo>
                <a:lnTo>
                  <a:pt x="2309" y="1656"/>
                </a:lnTo>
                <a:lnTo>
                  <a:pt x="2309" y="1655"/>
                </a:lnTo>
                <a:lnTo>
                  <a:pt x="2309" y="1654"/>
                </a:lnTo>
                <a:lnTo>
                  <a:pt x="2310" y="1653"/>
                </a:lnTo>
                <a:lnTo>
                  <a:pt x="2308" y="1652"/>
                </a:lnTo>
                <a:lnTo>
                  <a:pt x="2307" y="1653"/>
                </a:lnTo>
                <a:lnTo>
                  <a:pt x="2307" y="1654"/>
                </a:lnTo>
                <a:lnTo>
                  <a:pt x="2307" y="1655"/>
                </a:lnTo>
                <a:lnTo>
                  <a:pt x="2306" y="1655"/>
                </a:lnTo>
                <a:lnTo>
                  <a:pt x="2305" y="1655"/>
                </a:lnTo>
                <a:lnTo>
                  <a:pt x="2304" y="1655"/>
                </a:lnTo>
                <a:lnTo>
                  <a:pt x="2303" y="1655"/>
                </a:lnTo>
                <a:lnTo>
                  <a:pt x="2303" y="1654"/>
                </a:lnTo>
                <a:lnTo>
                  <a:pt x="2303" y="1653"/>
                </a:lnTo>
                <a:lnTo>
                  <a:pt x="2302" y="1651"/>
                </a:lnTo>
                <a:lnTo>
                  <a:pt x="2301" y="1649"/>
                </a:lnTo>
                <a:lnTo>
                  <a:pt x="2300" y="1649"/>
                </a:lnTo>
                <a:lnTo>
                  <a:pt x="2299" y="1649"/>
                </a:lnTo>
                <a:lnTo>
                  <a:pt x="2299" y="1648"/>
                </a:lnTo>
                <a:lnTo>
                  <a:pt x="2299" y="1647"/>
                </a:lnTo>
                <a:lnTo>
                  <a:pt x="2300" y="1647"/>
                </a:lnTo>
                <a:lnTo>
                  <a:pt x="2299" y="1647"/>
                </a:lnTo>
                <a:lnTo>
                  <a:pt x="2298" y="1647"/>
                </a:lnTo>
                <a:lnTo>
                  <a:pt x="2297" y="1647"/>
                </a:lnTo>
                <a:lnTo>
                  <a:pt x="2297" y="1648"/>
                </a:lnTo>
                <a:lnTo>
                  <a:pt x="2296" y="1648"/>
                </a:lnTo>
                <a:lnTo>
                  <a:pt x="2295" y="1648"/>
                </a:lnTo>
                <a:lnTo>
                  <a:pt x="2295" y="1647"/>
                </a:lnTo>
                <a:lnTo>
                  <a:pt x="2294" y="1647"/>
                </a:lnTo>
                <a:lnTo>
                  <a:pt x="2292" y="1645"/>
                </a:lnTo>
                <a:lnTo>
                  <a:pt x="2292" y="1644"/>
                </a:lnTo>
                <a:lnTo>
                  <a:pt x="2291" y="1644"/>
                </a:lnTo>
                <a:lnTo>
                  <a:pt x="2290" y="1644"/>
                </a:lnTo>
                <a:lnTo>
                  <a:pt x="2290" y="1645"/>
                </a:lnTo>
                <a:lnTo>
                  <a:pt x="2289" y="1646"/>
                </a:lnTo>
                <a:lnTo>
                  <a:pt x="2287" y="1645"/>
                </a:lnTo>
                <a:lnTo>
                  <a:pt x="2287" y="1644"/>
                </a:lnTo>
                <a:lnTo>
                  <a:pt x="2287" y="1643"/>
                </a:lnTo>
                <a:lnTo>
                  <a:pt x="2286" y="1643"/>
                </a:lnTo>
                <a:lnTo>
                  <a:pt x="2285" y="1642"/>
                </a:lnTo>
                <a:lnTo>
                  <a:pt x="2283" y="1642"/>
                </a:lnTo>
                <a:lnTo>
                  <a:pt x="2282" y="1642"/>
                </a:lnTo>
                <a:lnTo>
                  <a:pt x="2281" y="1642"/>
                </a:lnTo>
                <a:lnTo>
                  <a:pt x="2280" y="1642"/>
                </a:lnTo>
                <a:lnTo>
                  <a:pt x="2279" y="1642"/>
                </a:lnTo>
                <a:lnTo>
                  <a:pt x="2278" y="1642"/>
                </a:lnTo>
                <a:lnTo>
                  <a:pt x="2277" y="1643"/>
                </a:lnTo>
                <a:lnTo>
                  <a:pt x="2277" y="1644"/>
                </a:lnTo>
                <a:lnTo>
                  <a:pt x="2276" y="1645"/>
                </a:lnTo>
                <a:lnTo>
                  <a:pt x="2273" y="1645"/>
                </a:lnTo>
                <a:lnTo>
                  <a:pt x="2272" y="1645"/>
                </a:lnTo>
                <a:lnTo>
                  <a:pt x="2271" y="1644"/>
                </a:lnTo>
                <a:lnTo>
                  <a:pt x="2268" y="1643"/>
                </a:lnTo>
                <a:lnTo>
                  <a:pt x="2266" y="1643"/>
                </a:lnTo>
                <a:lnTo>
                  <a:pt x="2265" y="1643"/>
                </a:lnTo>
                <a:lnTo>
                  <a:pt x="2264" y="1643"/>
                </a:lnTo>
                <a:lnTo>
                  <a:pt x="2263" y="1643"/>
                </a:lnTo>
                <a:lnTo>
                  <a:pt x="2263" y="1642"/>
                </a:lnTo>
                <a:lnTo>
                  <a:pt x="2262" y="1642"/>
                </a:lnTo>
                <a:lnTo>
                  <a:pt x="2260" y="1642"/>
                </a:lnTo>
                <a:lnTo>
                  <a:pt x="2259" y="1641"/>
                </a:lnTo>
                <a:lnTo>
                  <a:pt x="2258" y="1641"/>
                </a:lnTo>
                <a:lnTo>
                  <a:pt x="2255" y="1641"/>
                </a:lnTo>
                <a:lnTo>
                  <a:pt x="2254" y="1642"/>
                </a:lnTo>
                <a:lnTo>
                  <a:pt x="2254" y="1643"/>
                </a:lnTo>
                <a:lnTo>
                  <a:pt x="2253" y="1644"/>
                </a:lnTo>
                <a:lnTo>
                  <a:pt x="2253" y="1645"/>
                </a:lnTo>
                <a:lnTo>
                  <a:pt x="2252" y="1646"/>
                </a:lnTo>
                <a:lnTo>
                  <a:pt x="2251" y="1646"/>
                </a:lnTo>
                <a:lnTo>
                  <a:pt x="2249" y="1646"/>
                </a:lnTo>
                <a:lnTo>
                  <a:pt x="2248" y="1646"/>
                </a:lnTo>
                <a:lnTo>
                  <a:pt x="2247" y="1646"/>
                </a:lnTo>
                <a:lnTo>
                  <a:pt x="2246" y="1647"/>
                </a:lnTo>
                <a:lnTo>
                  <a:pt x="2246" y="1648"/>
                </a:lnTo>
                <a:lnTo>
                  <a:pt x="2245" y="1646"/>
                </a:lnTo>
                <a:lnTo>
                  <a:pt x="2244" y="1646"/>
                </a:lnTo>
                <a:lnTo>
                  <a:pt x="2243" y="1646"/>
                </a:lnTo>
                <a:lnTo>
                  <a:pt x="2243" y="1647"/>
                </a:lnTo>
                <a:lnTo>
                  <a:pt x="2242" y="1647"/>
                </a:lnTo>
                <a:lnTo>
                  <a:pt x="2242" y="1648"/>
                </a:lnTo>
                <a:lnTo>
                  <a:pt x="2239" y="1648"/>
                </a:lnTo>
                <a:lnTo>
                  <a:pt x="2239" y="1647"/>
                </a:lnTo>
                <a:lnTo>
                  <a:pt x="2238" y="1647"/>
                </a:lnTo>
                <a:lnTo>
                  <a:pt x="2237" y="1646"/>
                </a:lnTo>
                <a:lnTo>
                  <a:pt x="2236" y="1645"/>
                </a:lnTo>
                <a:lnTo>
                  <a:pt x="2234" y="1644"/>
                </a:lnTo>
                <a:lnTo>
                  <a:pt x="2233" y="1644"/>
                </a:lnTo>
                <a:lnTo>
                  <a:pt x="2232" y="1644"/>
                </a:lnTo>
                <a:lnTo>
                  <a:pt x="2231" y="1644"/>
                </a:lnTo>
                <a:lnTo>
                  <a:pt x="2231" y="1645"/>
                </a:lnTo>
                <a:lnTo>
                  <a:pt x="2231" y="1646"/>
                </a:lnTo>
                <a:lnTo>
                  <a:pt x="2230" y="1645"/>
                </a:lnTo>
                <a:lnTo>
                  <a:pt x="2229" y="1644"/>
                </a:lnTo>
                <a:lnTo>
                  <a:pt x="2228" y="1644"/>
                </a:lnTo>
                <a:lnTo>
                  <a:pt x="2226" y="1645"/>
                </a:lnTo>
                <a:lnTo>
                  <a:pt x="2226" y="1646"/>
                </a:lnTo>
                <a:lnTo>
                  <a:pt x="2227" y="1648"/>
                </a:lnTo>
                <a:lnTo>
                  <a:pt x="2227" y="1649"/>
                </a:lnTo>
                <a:lnTo>
                  <a:pt x="2226" y="1649"/>
                </a:lnTo>
                <a:lnTo>
                  <a:pt x="2226" y="1650"/>
                </a:lnTo>
                <a:lnTo>
                  <a:pt x="2225" y="1652"/>
                </a:lnTo>
                <a:lnTo>
                  <a:pt x="2224" y="1653"/>
                </a:lnTo>
                <a:lnTo>
                  <a:pt x="2224" y="1654"/>
                </a:lnTo>
                <a:lnTo>
                  <a:pt x="2223" y="1655"/>
                </a:lnTo>
                <a:lnTo>
                  <a:pt x="2224" y="1656"/>
                </a:lnTo>
                <a:lnTo>
                  <a:pt x="2223" y="1657"/>
                </a:lnTo>
                <a:lnTo>
                  <a:pt x="2222" y="1656"/>
                </a:lnTo>
                <a:lnTo>
                  <a:pt x="2220" y="1656"/>
                </a:lnTo>
                <a:lnTo>
                  <a:pt x="2219" y="1656"/>
                </a:lnTo>
                <a:lnTo>
                  <a:pt x="2217" y="1658"/>
                </a:lnTo>
                <a:lnTo>
                  <a:pt x="2218" y="1659"/>
                </a:lnTo>
                <a:lnTo>
                  <a:pt x="2219" y="1659"/>
                </a:lnTo>
                <a:lnTo>
                  <a:pt x="2219" y="1661"/>
                </a:lnTo>
                <a:lnTo>
                  <a:pt x="2218" y="1661"/>
                </a:lnTo>
                <a:lnTo>
                  <a:pt x="2218" y="1662"/>
                </a:lnTo>
                <a:lnTo>
                  <a:pt x="2218" y="1663"/>
                </a:lnTo>
                <a:lnTo>
                  <a:pt x="2219" y="1663"/>
                </a:lnTo>
                <a:lnTo>
                  <a:pt x="2219" y="1664"/>
                </a:lnTo>
                <a:lnTo>
                  <a:pt x="2219" y="1665"/>
                </a:lnTo>
                <a:lnTo>
                  <a:pt x="2218" y="1665"/>
                </a:lnTo>
                <a:lnTo>
                  <a:pt x="2217" y="1665"/>
                </a:lnTo>
                <a:lnTo>
                  <a:pt x="2217" y="1666"/>
                </a:lnTo>
                <a:lnTo>
                  <a:pt x="2216" y="1667"/>
                </a:lnTo>
                <a:lnTo>
                  <a:pt x="2217" y="1667"/>
                </a:lnTo>
                <a:lnTo>
                  <a:pt x="2217" y="1668"/>
                </a:lnTo>
                <a:lnTo>
                  <a:pt x="2217" y="1669"/>
                </a:lnTo>
                <a:lnTo>
                  <a:pt x="2218" y="1669"/>
                </a:lnTo>
                <a:lnTo>
                  <a:pt x="2218" y="1671"/>
                </a:lnTo>
                <a:lnTo>
                  <a:pt x="2218" y="1672"/>
                </a:lnTo>
                <a:lnTo>
                  <a:pt x="2218" y="1673"/>
                </a:lnTo>
                <a:lnTo>
                  <a:pt x="2218" y="1674"/>
                </a:lnTo>
                <a:lnTo>
                  <a:pt x="2218" y="1675"/>
                </a:lnTo>
                <a:lnTo>
                  <a:pt x="2219" y="1676"/>
                </a:lnTo>
                <a:lnTo>
                  <a:pt x="2220" y="1676"/>
                </a:lnTo>
                <a:lnTo>
                  <a:pt x="2220" y="1677"/>
                </a:lnTo>
                <a:lnTo>
                  <a:pt x="2220" y="1678"/>
                </a:lnTo>
                <a:lnTo>
                  <a:pt x="2221" y="1679"/>
                </a:lnTo>
                <a:lnTo>
                  <a:pt x="2223" y="1679"/>
                </a:lnTo>
                <a:lnTo>
                  <a:pt x="2222" y="1681"/>
                </a:lnTo>
                <a:lnTo>
                  <a:pt x="2222" y="1683"/>
                </a:lnTo>
                <a:lnTo>
                  <a:pt x="2221" y="1684"/>
                </a:lnTo>
                <a:lnTo>
                  <a:pt x="2221" y="1685"/>
                </a:lnTo>
                <a:lnTo>
                  <a:pt x="2222" y="1685"/>
                </a:lnTo>
                <a:lnTo>
                  <a:pt x="2222" y="1686"/>
                </a:lnTo>
                <a:lnTo>
                  <a:pt x="2224" y="1687"/>
                </a:lnTo>
                <a:lnTo>
                  <a:pt x="2224" y="1688"/>
                </a:lnTo>
                <a:lnTo>
                  <a:pt x="2225" y="1688"/>
                </a:lnTo>
                <a:lnTo>
                  <a:pt x="2226" y="1688"/>
                </a:lnTo>
                <a:lnTo>
                  <a:pt x="2227" y="1689"/>
                </a:lnTo>
                <a:lnTo>
                  <a:pt x="2228" y="1690"/>
                </a:lnTo>
                <a:lnTo>
                  <a:pt x="2228" y="1691"/>
                </a:lnTo>
                <a:lnTo>
                  <a:pt x="2229" y="1691"/>
                </a:lnTo>
                <a:lnTo>
                  <a:pt x="2229" y="1692"/>
                </a:lnTo>
                <a:lnTo>
                  <a:pt x="2230" y="1694"/>
                </a:lnTo>
                <a:lnTo>
                  <a:pt x="2229" y="1695"/>
                </a:lnTo>
                <a:lnTo>
                  <a:pt x="2230" y="1696"/>
                </a:lnTo>
                <a:lnTo>
                  <a:pt x="2230" y="1697"/>
                </a:lnTo>
                <a:lnTo>
                  <a:pt x="2229" y="1698"/>
                </a:lnTo>
                <a:lnTo>
                  <a:pt x="2228" y="1698"/>
                </a:lnTo>
                <a:lnTo>
                  <a:pt x="2228" y="1699"/>
                </a:lnTo>
                <a:lnTo>
                  <a:pt x="2229" y="1701"/>
                </a:lnTo>
                <a:lnTo>
                  <a:pt x="2230" y="1702"/>
                </a:lnTo>
                <a:lnTo>
                  <a:pt x="2231" y="1702"/>
                </a:lnTo>
                <a:lnTo>
                  <a:pt x="2231" y="1703"/>
                </a:lnTo>
                <a:lnTo>
                  <a:pt x="2231" y="1704"/>
                </a:lnTo>
                <a:lnTo>
                  <a:pt x="2231" y="1705"/>
                </a:lnTo>
                <a:lnTo>
                  <a:pt x="2232" y="1705"/>
                </a:lnTo>
                <a:lnTo>
                  <a:pt x="2233" y="1706"/>
                </a:lnTo>
                <a:lnTo>
                  <a:pt x="2233" y="1708"/>
                </a:lnTo>
                <a:lnTo>
                  <a:pt x="2233" y="1709"/>
                </a:lnTo>
                <a:lnTo>
                  <a:pt x="2232" y="1710"/>
                </a:lnTo>
                <a:lnTo>
                  <a:pt x="2232" y="1711"/>
                </a:lnTo>
                <a:lnTo>
                  <a:pt x="2231" y="1711"/>
                </a:lnTo>
                <a:lnTo>
                  <a:pt x="2230" y="1711"/>
                </a:lnTo>
                <a:lnTo>
                  <a:pt x="2229" y="1711"/>
                </a:lnTo>
                <a:lnTo>
                  <a:pt x="2228" y="1712"/>
                </a:lnTo>
                <a:lnTo>
                  <a:pt x="2228" y="1713"/>
                </a:lnTo>
                <a:lnTo>
                  <a:pt x="2228" y="1714"/>
                </a:lnTo>
                <a:lnTo>
                  <a:pt x="2228" y="1715"/>
                </a:lnTo>
                <a:lnTo>
                  <a:pt x="2227" y="1715"/>
                </a:lnTo>
                <a:lnTo>
                  <a:pt x="2226" y="1715"/>
                </a:lnTo>
                <a:lnTo>
                  <a:pt x="2225" y="1715"/>
                </a:lnTo>
                <a:lnTo>
                  <a:pt x="2224" y="1715"/>
                </a:lnTo>
                <a:lnTo>
                  <a:pt x="2223" y="1716"/>
                </a:lnTo>
                <a:lnTo>
                  <a:pt x="2222" y="1716"/>
                </a:lnTo>
                <a:lnTo>
                  <a:pt x="2221" y="1716"/>
                </a:lnTo>
                <a:lnTo>
                  <a:pt x="2220" y="1715"/>
                </a:lnTo>
                <a:lnTo>
                  <a:pt x="2219" y="1716"/>
                </a:lnTo>
                <a:lnTo>
                  <a:pt x="2219" y="1717"/>
                </a:lnTo>
                <a:lnTo>
                  <a:pt x="2220" y="1717"/>
                </a:lnTo>
                <a:lnTo>
                  <a:pt x="2220" y="1718"/>
                </a:lnTo>
                <a:lnTo>
                  <a:pt x="2220" y="1719"/>
                </a:lnTo>
                <a:lnTo>
                  <a:pt x="2219" y="1719"/>
                </a:lnTo>
                <a:lnTo>
                  <a:pt x="2219" y="1720"/>
                </a:lnTo>
                <a:lnTo>
                  <a:pt x="2218" y="1720"/>
                </a:lnTo>
                <a:lnTo>
                  <a:pt x="2218" y="1721"/>
                </a:lnTo>
                <a:lnTo>
                  <a:pt x="2217" y="1722"/>
                </a:lnTo>
                <a:lnTo>
                  <a:pt x="2216" y="1723"/>
                </a:lnTo>
                <a:lnTo>
                  <a:pt x="2215" y="1723"/>
                </a:lnTo>
                <a:lnTo>
                  <a:pt x="2215" y="1722"/>
                </a:lnTo>
                <a:lnTo>
                  <a:pt x="2214" y="1722"/>
                </a:lnTo>
                <a:lnTo>
                  <a:pt x="2213" y="1723"/>
                </a:lnTo>
                <a:lnTo>
                  <a:pt x="2213" y="1724"/>
                </a:lnTo>
                <a:lnTo>
                  <a:pt x="2212" y="1726"/>
                </a:lnTo>
                <a:lnTo>
                  <a:pt x="2212" y="1727"/>
                </a:lnTo>
                <a:lnTo>
                  <a:pt x="2212" y="1728"/>
                </a:lnTo>
                <a:lnTo>
                  <a:pt x="2213" y="1728"/>
                </a:lnTo>
                <a:lnTo>
                  <a:pt x="2213" y="1729"/>
                </a:lnTo>
                <a:lnTo>
                  <a:pt x="2212" y="1730"/>
                </a:lnTo>
                <a:lnTo>
                  <a:pt x="2212" y="1731"/>
                </a:lnTo>
                <a:lnTo>
                  <a:pt x="2212" y="1732"/>
                </a:lnTo>
                <a:lnTo>
                  <a:pt x="2214" y="1733"/>
                </a:lnTo>
                <a:lnTo>
                  <a:pt x="2214" y="1734"/>
                </a:lnTo>
                <a:lnTo>
                  <a:pt x="2215" y="1734"/>
                </a:lnTo>
                <a:lnTo>
                  <a:pt x="2215" y="1735"/>
                </a:lnTo>
                <a:lnTo>
                  <a:pt x="2216" y="1735"/>
                </a:lnTo>
                <a:lnTo>
                  <a:pt x="2215" y="1737"/>
                </a:lnTo>
                <a:lnTo>
                  <a:pt x="2214" y="1738"/>
                </a:lnTo>
                <a:lnTo>
                  <a:pt x="2212" y="1738"/>
                </a:lnTo>
                <a:lnTo>
                  <a:pt x="2211" y="1738"/>
                </a:lnTo>
                <a:lnTo>
                  <a:pt x="2208" y="1735"/>
                </a:lnTo>
                <a:lnTo>
                  <a:pt x="2208" y="1734"/>
                </a:lnTo>
                <a:lnTo>
                  <a:pt x="2207" y="1734"/>
                </a:lnTo>
                <a:lnTo>
                  <a:pt x="2207" y="1735"/>
                </a:lnTo>
                <a:lnTo>
                  <a:pt x="2207" y="1736"/>
                </a:lnTo>
                <a:lnTo>
                  <a:pt x="2207" y="1737"/>
                </a:lnTo>
                <a:lnTo>
                  <a:pt x="2206" y="1738"/>
                </a:lnTo>
                <a:lnTo>
                  <a:pt x="2205" y="1738"/>
                </a:lnTo>
                <a:lnTo>
                  <a:pt x="2204" y="1738"/>
                </a:lnTo>
                <a:lnTo>
                  <a:pt x="2203" y="1741"/>
                </a:lnTo>
                <a:lnTo>
                  <a:pt x="2202" y="1742"/>
                </a:lnTo>
                <a:lnTo>
                  <a:pt x="2202" y="1741"/>
                </a:lnTo>
                <a:lnTo>
                  <a:pt x="2201" y="1741"/>
                </a:lnTo>
                <a:lnTo>
                  <a:pt x="2201" y="1740"/>
                </a:lnTo>
                <a:lnTo>
                  <a:pt x="2200" y="1741"/>
                </a:lnTo>
                <a:lnTo>
                  <a:pt x="2200" y="1742"/>
                </a:lnTo>
                <a:lnTo>
                  <a:pt x="2199" y="1743"/>
                </a:lnTo>
                <a:lnTo>
                  <a:pt x="2199" y="1744"/>
                </a:lnTo>
                <a:lnTo>
                  <a:pt x="2198" y="1744"/>
                </a:lnTo>
                <a:lnTo>
                  <a:pt x="2198" y="1743"/>
                </a:lnTo>
                <a:lnTo>
                  <a:pt x="2197" y="1743"/>
                </a:lnTo>
                <a:lnTo>
                  <a:pt x="2196" y="1743"/>
                </a:lnTo>
                <a:lnTo>
                  <a:pt x="2196" y="1744"/>
                </a:lnTo>
                <a:lnTo>
                  <a:pt x="2195" y="1745"/>
                </a:lnTo>
                <a:lnTo>
                  <a:pt x="2195" y="1746"/>
                </a:lnTo>
                <a:lnTo>
                  <a:pt x="2194" y="1747"/>
                </a:lnTo>
                <a:lnTo>
                  <a:pt x="2193" y="1747"/>
                </a:lnTo>
                <a:lnTo>
                  <a:pt x="2193" y="1748"/>
                </a:lnTo>
                <a:lnTo>
                  <a:pt x="2192" y="1748"/>
                </a:lnTo>
                <a:lnTo>
                  <a:pt x="2191" y="1748"/>
                </a:lnTo>
                <a:lnTo>
                  <a:pt x="2190" y="1748"/>
                </a:lnTo>
                <a:lnTo>
                  <a:pt x="2190" y="1749"/>
                </a:lnTo>
                <a:lnTo>
                  <a:pt x="2189" y="1749"/>
                </a:lnTo>
                <a:lnTo>
                  <a:pt x="2189" y="1750"/>
                </a:lnTo>
                <a:lnTo>
                  <a:pt x="2190" y="1750"/>
                </a:lnTo>
                <a:lnTo>
                  <a:pt x="2190" y="1751"/>
                </a:lnTo>
                <a:lnTo>
                  <a:pt x="2191" y="1751"/>
                </a:lnTo>
                <a:lnTo>
                  <a:pt x="2192" y="1751"/>
                </a:lnTo>
                <a:lnTo>
                  <a:pt x="2193" y="1751"/>
                </a:lnTo>
                <a:lnTo>
                  <a:pt x="2193" y="1752"/>
                </a:lnTo>
                <a:lnTo>
                  <a:pt x="2194" y="1752"/>
                </a:lnTo>
                <a:lnTo>
                  <a:pt x="2194" y="1753"/>
                </a:lnTo>
                <a:lnTo>
                  <a:pt x="2195" y="1753"/>
                </a:lnTo>
                <a:lnTo>
                  <a:pt x="2195" y="1754"/>
                </a:lnTo>
                <a:lnTo>
                  <a:pt x="2195" y="1755"/>
                </a:lnTo>
                <a:lnTo>
                  <a:pt x="2194" y="1755"/>
                </a:lnTo>
                <a:lnTo>
                  <a:pt x="2194" y="1756"/>
                </a:lnTo>
                <a:lnTo>
                  <a:pt x="2194" y="1757"/>
                </a:lnTo>
                <a:lnTo>
                  <a:pt x="2195" y="1758"/>
                </a:lnTo>
                <a:lnTo>
                  <a:pt x="2195" y="1760"/>
                </a:lnTo>
                <a:lnTo>
                  <a:pt x="2194" y="1760"/>
                </a:lnTo>
                <a:lnTo>
                  <a:pt x="2193" y="1762"/>
                </a:lnTo>
                <a:lnTo>
                  <a:pt x="2193" y="1763"/>
                </a:lnTo>
                <a:lnTo>
                  <a:pt x="2194" y="1763"/>
                </a:lnTo>
                <a:lnTo>
                  <a:pt x="2195" y="1763"/>
                </a:lnTo>
                <a:lnTo>
                  <a:pt x="2196" y="1763"/>
                </a:lnTo>
                <a:lnTo>
                  <a:pt x="2197" y="1764"/>
                </a:lnTo>
                <a:lnTo>
                  <a:pt x="2198" y="1764"/>
                </a:lnTo>
                <a:lnTo>
                  <a:pt x="2199" y="1764"/>
                </a:lnTo>
                <a:lnTo>
                  <a:pt x="2200" y="1763"/>
                </a:lnTo>
                <a:lnTo>
                  <a:pt x="2201" y="1763"/>
                </a:lnTo>
                <a:lnTo>
                  <a:pt x="2201" y="1762"/>
                </a:lnTo>
                <a:lnTo>
                  <a:pt x="2202" y="1763"/>
                </a:lnTo>
                <a:lnTo>
                  <a:pt x="2202" y="1764"/>
                </a:lnTo>
                <a:lnTo>
                  <a:pt x="2202" y="1765"/>
                </a:lnTo>
                <a:lnTo>
                  <a:pt x="2203" y="1765"/>
                </a:lnTo>
                <a:lnTo>
                  <a:pt x="2204" y="1765"/>
                </a:lnTo>
                <a:lnTo>
                  <a:pt x="2204" y="1764"/>
                </a:lnTo>
                <a:lnTo>
                  <a:pt x="2204" y="1763"/>
                </a:lnTo>
                <a:lnTo>
                  <a:pt x="2205" y="1763"/>
                </a:lnTo>
                <a:lnTo>
                  <a:pt x="2205" y="1762"/>
                </a:lnTo>
                <a:lnTo>
                  <a:pt x="2207" y="1762"/>
                </a:lnTo>
                <a:lnTo>
                  <a:pt x="2208" y="1762"/>
                </a:lnTo>
                <a:lnTo>
                  <a:pt x="2209" y="1762"/>
                </a:lnTo>
                <a:lnTo>
                  <a:pt x="2209" y="1761"/>
                </a:lnTo>
                <a:lnTo>
                  <a:pt x="2210" y="1761"/>
                </a:lnTo>
                <a:lnTo>
                  <a:pt x="2211" y="1761"/>
                </a:lnTo>
                <a:lnTo>
                  <a:pt x="2211" y="1762"/>
                </a:lnTo>
                <a:lnTo>
                  <a:pt x="2212" y="1762"/>
                </a:lnTo>
                <a:lnTo>
                  <a:pt x="2213" y="1761"/>
                </a:lnTo>
                <a:lnTo>
                  <a:pt x="2213" y="1760"/>
                </a:lnTo>
                <a:lnTo>
                  <a:pt x="2214" y="1760"/>
                </a:lnTo>
                <a:lnTo>
                  <a:pt x="2215" y="1760"/>
                </a:lnTo>
                <a:lnTo>
                  <a:pt x="2216" y="1760"/>
                </a:lnTo>
                <a:lnTo>
                  <a:pt x="2216" y="1762"/>
                </a:lnTo>
                <a:lnTo>
                  <a:pt x="2217" y="1762"/>
                </a:lnTo>
                <a:lnTo>
                  <a:pt x="2218" y="1762"/>
                </a:lnTo>
                <a:lnTo>
                  <a:pt x="2218" y="1761"/>
                </a:lnTo>
                <a:lnTo>
                  <a:pt x="2219" y="1762"/>
                </a:lnTo>
                <a:lnTo>
                  <a:pt x="2219" y="1763"/>
                </a:lnTo>
                <a:lnTo>
                  <a:pt x="2220" y="1764"/>
                </a:lnTo>
                <a:lnTo>
                  <a:pt x="2221" y="1764"/>
                </a:lnTo>
                <a:lnTo>
                  <a:pt x="2222" y="1764"/>
                </a:lnTo>
                <a:lnTo>
                  <a:pt x="2223" y="1764"/>
                </a:lnTo>
                <a:lnTo>
                  <a:pt x="2223" y="1766"/>
                </a:lnTo>
                <a:lnTo>
                  <a:pt x="2223" y="1767"/>
                </a:lnTo>
                <a:lnTo>
                  <a:pt x="2224" y="1767"/>
                </a:lnTo>
                <a:lnTo>
                  <a:pt x="2225" y="1767"/>
                </a:lnTo>
                <a:lnTo>
                  <a:pt x="2226" y="1768"/>
                </a:lnTo>
                <a:lnTo>
                  <a:pt x="2227" y="1768"/>
                </a:lnTo>
                <a:lnTo>
                  <a:pt x="2228" y="1769"/>
                </a:lnTo>
                <a:lnTo>
                  <a:pt x="2228" y="1770"/>
                </a:lnTo>
                <a:lnTo>
                  <a:pt x="2229" y="1769"/>
                </a:lnTo>
                <a:lnTo>
                  <a:pt x="2230" y="1768"/>
                </a:lnTo>
                <a:lnTo>
                  <a:pt x="2231" y="1769"/>
                </a:lnTo>
                <a:lnTo>
                  <a:pt x="2232" y="1769"/>
                </a:lnTo>
                <a:lnTo>
                  <a:pt x="2233" y="1769"/>
                </a:lnTo>
                <a:lnTo>
                  <a:pt x="2233" y="1770"/>
                </a:lnTo>
                <a:lnTo>
                  <a:pt x="2232" y="1771"/>
                </a:lnTo>
                <a:lnTo>
                  <a:pt x="2233" y="1772"/>
                </a:lnTo>
                <a:lnTo>
                  <a:pt x="2234" y="1772"/>
                </a:lnTo>
                <a:lnTo>
                  <a:pt x="2234" y="1771"/>
                </a:lnTo>
                <a:lnTo>
                  <a:pt x="2234" y="1772"/>
                </a:lnTo>
                <a:lnTo>
                  <a:pt x="2235" y="1772"/>
                </a:lnTo>
                <a:lnTo>
                  <a:pt x="2235" y="1773"/>
                </a:lnTo>
                <a:lnTo>
                  <a:pt x="2235" y="1774"/>
                </a:lnTo>
                <a:lnTo>
                  <a:pt x="2236" y="1774"/>
                </a:lnTo>
                <a:lnTo>
                  <a:pt x="2237" y="1773"/>
                </a:lnTo>
                <a:lnTo>
                  <a:pt x="2238" y="1773"/>
                </a:lnTo>
                <a:lnTo>
                  <a:pt x="2238" y="1774"/>
                </a:lnTo>
                <a:lnTo>
                  <a:pt x="2237" y="1774"/>
                </a:lnTo>
                <a:lnTo>
                  <a:pt x="2236" y="1775"/>
                </a:lnTo>
                <a:lnTo>
                  <a:pt x="2236" y="1776"/>
                </a:lnTo>
                <a:lnTo>
                  <a:pt x="2238" y="1777"/>
                </a:lnTo>
                <a:lnTo>
                  <a:pt x="2238" y="1776"/>
                </a:lnTo>
                <a:lnTo>
                  <a:pt x="2239" y="1776"/>
                </a:lnTo>
                <a:lnTo>
                  <a:pt x="2240" y="1776"/>
                </a:lnTo>
                <a:lnTo>
                  <a:pt x="2241" y="1777"/>
                </a:lnTo>
                <a:lnTo>
                  <a:pt x="2241" y="1778"/>
                </a:lnTo>
                <a:lnTo>
                  <a:pt x="2240" y="1778"/>
                </a:lnTo>
                <a:lnTo>
                  <a:pt x="2241" y="1780"/>
                </a:lnTo>
                <a:lnTo>
                  <a:pt x="2241" y="1781"/>
                </a:lnTo>
                <a:lnTo>
                  <a:pt x="2242" y="1781"/>
                </a:lnTo>
                <a:lnTo>
                  <a:pt x="2242" y="1783"/>
                </a:lnTo>
                <a:lnTo>
                  <a:pt x="2242" y="1784"/>
                </a:lnTo>
                <a:lnTo>
                  <a:pt x="2242" y="1785"/>
                </a:lnTo>
                <a:lnTo>
                  <a:pt x="2243" y="1785"/>
                </a:lnTo>
                <a:lnTo>
                  <a:pt x="2243" y="1786"/>
                </a:lnTo>
                <a:lnTo>
                  <a:pt x="2244" y="1787"/>
                </a:lnTo>
                <a:lnTo>
                  <a:pt x="2244" y="1788"/>
                </a:lnTo>
                <a:lnTo>
                  <a:pt x="2244" y="1789"/>
                </a:lnTo>
                <a:lnTo>
                  <a:pt x="2245" y="1789"/>
                </a:lnTo>
                <a:lnTo>
                  <a:pt x="2246" y="1789"/>
                </a:lnTo>
                <a:lnTo>
                  <a:pt x="2246" y="1788"/>
                </a:lnTo>
                <a:lnTo>
                  <a:pt x="2247" y="1789"/>
                </a:lnTo>
                <a:lnTo>
                  <a:pt x="2248" y="1790"/>
                </a:lnTo>
                <a:lnTo>
                  <a:pt x="2248" y="1791"/>
                </a:lnTo>
                <a:lnTo>
                  <a:pt x="2249" y="1791"/>
                </a:lnTo>
                <a:lnTo>
                  <a:pt x="2249" y="1790"/>
                </a:lnTo>
                <a:lnTo>
                  <a:pt x="2250" y="1790"/>
                </a:lnTo>
                <a:lnTo>
                  <a:pt x="2251" y="1790"/>
                </a:lnTo>
                <a:lnTo>
                  <a:pt x="2252" y="1790"/>
                </a:lnTo>
                <a:lnTo>
                  <a:pt x="2252" y="1791"/>
                </a:lnTo>
                <a:lnTo>
                  <a:pt x="2251" y="1791"/>
                </a:lnTo>
                <a:lnTo>
                  <a:pt x="2251" y="1792"/>
                </a:lnTo>
                <a:lnTo>
                  <a:pt x="2252" y="1792"/>
                </a:lnTo>
                <a:lnTo>
                  <a:pt x="2253" y="1792"/>
                </a:lnTo>
                <a:lnTo>
                  <a:pt x="2253" y="1791"/>
                </a:lnTo>
                <a:lnTo>
                  <a:pt x="2254" y="1791"/>
                </a:lnTo>
                <a:lnTo>
                  <a:pt x="2254" y="1792"/>
                </a:lnTo>
                <a:lnTo>
                  <a:pt x="2254" y="1793"/>
                </a:lnTo>
                <a:lnTo>
                  <a:pt x="2255" y="1793"/>
                </a:lnTo>
                <a:lnTo>
                  <a:pt x="2255" y="1792"/>
                </a:lnTo>
                <a:lnTo>
                  <a:pt x="2256" y="1791"/>
                </a:lnTo>
                <a:lnTo>
                  <a:pt x="2256" y="1792"/>
                </a:lnTo>
                <a:lnTo>
                  <a:pt x="2258" y="1793"/>
                </a:lnTo>
                <a:lnTo>
                  <a:pt x="2258" y="1795"/>
                </a:lnTo>
                <a:lnTo>
                  <a:pt x="2258" y="1796"/>
                </a:lnTo>
                <a:lnTo>
                  <a:pt x="2257" y="1797"/>
                </a:lnTo>
                <a:lnTo>
                  <a:pt x="2256" y="1797"/>
                </a:lnTo>
                <a:lnTo>
                  <a:pt x="2254" y="1798"/>
                </a:lnTo>
                <a:lnTo>
                  <a:pt x="2253" y="1799"/>
                </a:lnTo>
                <a:lnTo>
                  <a:pt x="2252" y="1800"/>
                </a:lnTo>
                <a:lnTo>
                  <a:pt x="2252" y="1801"/>
                </a:lnTo>
                <a:lnTo>
                  <a:pt x="2254" y="1802"/>
                </a:lnTo>
                <a:lnTo>
                  <a:pt x="2255" y="1802"/>
                </a:lnTo>
                <a:lnTo>
                  <a:pt x="2255" y="1803"/>
                </a:lnTo>
                <a:lnTo>
                  <a:pt x="2255" y="1805"/>
                </a:lnTo>
                <a:lnTo>
                  <a:pt x="2255" y="1806"/>
                </a:lnTo>
                <a:lnTo>
                  <a:pt x="2255" y="1807"/>
                </a:lnTo>
                <a:lnTo>
                  <a:pt x="2255" y="1808"/>
                </a:lnTo>
                <a:lnTo>
                  <a:pt x="2255" y="1809"/>
                </a:lnTo>
                <a:lnTo>
                  <a:pt x="2254" y="1809"/>
                </a:lnTo>
                <a:lnTo>
                  <a:pt x="2254" y="1810"/>
                </a:lnTo>
                <a:lnTo>
                  <a:pt x="2255" y="1810"/>
                </a:lnTo>
                <a:lnTo>
                  <a:pt x="2255" y="1811"/>
                </a:lnTo>
                <a:lnTo>
                  <a:pt x="2256" y="1811"/>
                </a:lnTo>
                <a:lnTo>
                  <a:pt x="2255" y="1811"/>
                </a:lnTo>
                <a:lnTo>
                  <a:pt x="2255" y="1812"/>
                </a:lnTo>
                <a:lnTo>
                  <a:pt x="2254" y="1813"/>
                </a:lnTo>
                <a:lnTo>
                  <a:pt x="2253" y="1813"/>
                </a:lnTo>
                <a:lnTo>
                  <a:pt x="2252" y="1813"/>
                </a:lnTo>
                <a:lnTo>
                  <a:pt x="2252" y="1814"/>
                </a:lnTo>
                <a:lnTo>
                  <a:pt x="2252" y="1815"/>
                </a:lnTo>
                <a:lnTo>
                  <a:pt x="2252" y="1817"/>
                </a:lnTo>
                <a:lnTo>
                  <a:pt x="2251" y="1817"/>
                </a:lnTo>
                <a:lnTo>
                  <a:pt x="2250" y="1818"/>
                </a:lnTo>
                <a:lnTo>
                  <a:pt x="2249" y="1818"/>
                </a:lnTo>
                <a:lnTo>
                  <a:pt x="2246" y="1819"/>
                </a:lnTo>
                <a:lnTo>
                  <a:pt x="2245" y="1818"/>
                </a:lnTo>
                <a:lnTo>
                  <a:pt x="2243" y="1817"/>
                </a:lnTo>
                <a:lnTo>
                  <a:pt x="2243" y="1816"/>
                </a:lnTo>
                <a:lnTo>
                  <a:pt x="2242" y="1815"/>
                </a:lnTo>
                <a:lnTo>
                  <a:pt x="2241" y="1815"/>
                </a:lnTo>
                <a:lnTo>
                  <a:pt x="2239" y="1816"/>
                </a:lnTo>
                <a:lnTo>
                  <a:pt x="2238" y="1817"/>
                </a:lnTo>
                <a:lnTo>
                  <a:pt x="2237" y="1818"/>
                </a:lnTo>
                <a:lnTo>
                  <a:pt x="2236" y="1818"/>
                </a:lnTo>
                <a:lnTo>
                  <a:pt x="2235" y="1817"/>
                </a:lnTo>
                <a:lnTo>
                  <a:pt x="2235" y="1816"/>
                </a:lnTo>
                <a:lnTo>
                  <a:pt x="2235" y="1815"/>
                </a:lnTo>
                <a:lnTo>
                  <a:pt x="2235" y="1813"/>
                </a:lnTo>
                <a:lnTo>
                  <a:pt x="2234" y="1812"/>
                </a:lnTo>
                <a:lnTo>
                  <a:pt x="2234" y="1811"/>
                </a:lnTo>
                <a:lnTo>
                  <a:pt x="2233" y="1811"/>
                </a:lnTo>
                <a:lnTo>
                  <a:pt x="2232" y="1811"/>
                </a:lnTo>
                <a:lnTo>
                  <a:pt x="2232" y="1812"/>
                </a:lnTo>
                <a:lnTo>
                  <a:pt x="2231" y="1812"/>
                </a:lnTo>
                <a:lnTo>
                  <a:pt x="2228" y="1811"/>
                </a:lnTo>
                <a:lnTo>
                  <a:pt x="2227" y="1810"/>
                </a:lnTo>
                <a:lnTo>
                  <a:pt x="2227" y="1809"/>
                </a:lnTo>
                <a:lnTo>
                  <a:pt x="2226" y="1809"/>
                </a:lnTo>
                <a:lnTo>
                  <a:pt x="2226" y="1810"/>
                </a:lnTo>
                <a:lnTo>
                  <a:pt x="2225" y="1810"/>
                </a:lnTo>
                <a:lnTo>
                  <a:pt x="2225" y="1811"/>
                </a:lnTo>
                <a:lnTo>
                  <a:pt x="2224" y="1811"/>
                </a:lnTo>
                <a:lnTo>
                  <a:pt x="2223" y="1811"/>
                </a:lnTo>
                <a:lnTo>
                  <a:pt x="2223" y="1812"/>
                </a:lnTo>
                <a:lnTo>
                  <a:pt x="2223" y="1813"/>
                </a:lnTo>
                <a:lnTo>
                  <a:pt x="2222" y="1815"/>
                </a:lnTo>
                <a:lnTo>
                  <a:pt x="2222" y="1816"/>
                </a:lnTo>
                <a:lnTo>
                  <a:pt x="2221" y="1816"/>
                </a:lnTo>
                <a:lnTo>
                  <a:pt x="2221" y="1817"/>
                </a:lnTo>
                <a:lnTo>
                  <a:pt x="2220" y="1818"/>
                </a:lnTo>
                <a:lnTo>
                  <a:pt x="2220" y="1819"/>
                </a:lnTo>
                <a:lnTo>
                  <a:pt x="2221" y="1820"/>
                </a:lnTo>
                <a:lnTo>
                  <a:pt x="2222" y="1820"/>
                </a:lnTo>
                <a:lnTo>
                  <a:pt x="2223" y="1820"/>
                </a:lnTo>
                <a:lnTo>
                  <a:pt x="2225" y="1820"/>
                </a:lnTo>
                <a:lnTo>
                  <a:pt x="2225" y="1818"/>
                </a:lnTo>
                <a:lnTo>
                  <a:pt x="2226" y="1817"/>
                </a:lnTo>
                <a:lnTo>
                  <a:pt x="2228" y="1819"/>
                </a:lnTo>
                <a:lnTo>
                  <a:pt x="2229" y="1819"/>
                </a:lnTo>
                <a:lnTo>
                  <a:pt x="2229" y="1820"/>
                </a:lnTo>
                <a:lnTo>
                  <a:pt x="2230" y="1822"/>
                </a:lnTo>
                <a:lnTo>
                  <a:pt x="2231" y="1823"/>
                </a:lnTo>
                <a:lnTo>
                  <a:pt x="2231" y="1828"/>
                </a:lnTo>
                <a:lnTo>
                  <a:pt x="2232" y="1828"/>
                </a:lnTo>
                <a:lnTo>
                  <a:pt x="2232" y="1829"/>
                </a:lnTo>
                <a:lnTo>
                  <a:pt x="2233" y="1829"/>
                </a:lnTo>
                <a:lnTo>
                  <a:pt x="2232" y="1830"/>
                </a:lnTo>
                <a:lnTo>
                  <a:pt x="2232" y="1831"/>
                </a:lnTo>
                <a:lnTo>
                  <a:pt x="2232" y="1833"/>
                </a:lnTo>
                <a:lnTo>
                  <a:pt x="2233" y="1833"/>
                </a:lnTo>
                <a:lnTo>
                  <a:pt x="2234" y="1834"/>
                </a:lnTo>
                <a:lnTo>
                  <a:pt x="2234" y="1835"/>
                </a:lnTo>
                <a:lnTo>
                  <a:pt x="2234" y="1836"/>
                </a:lnTo>
                <a:lnTo>
                  <a:pt x="2234" y="1837"/>
                </a:lnTo>
                <a:lnTo>
                  <a:pt x="2235" y="1837"/>
                </a:lnTo>
                <a:lnTo>
                  <a:pt x="2236" y="1838"/>
                </a:lnTo>
                <a:lnTo>
                  <a:pt x="2236" y="1839"/>
                </a:lnTo>
                <a:lnTo>
                  <a:pt x="2236" y="1840"/>
                </a:lnTo>
                <a:lnTo>
                  <a:pt x="2236" y="1841"/>
                </a:lnTo>
                <a:lnTo>
                  <a:pt x="2235" y="1842"/>
                </a:lnTo>
                <a:lnTo>
                  <a:pt x="2234" y="1842"/>
                </a:lnTo>
                <a:lnTo>
                  <a:pt x="2234" y="1843"/>
                </a:lnTo>
                <a:lnTo>
                  <a:pt x="2234" y="1844"/>
                </a:lnTo>
                <a:lnTo>
                  <a:pt x="2233" y="1844"/>
                </a:lnTo>
                <a:lnTo>
                  <a:pt x="2232" y="1847"/>
                </a:lnTo>
                <a:lnTo>
                  <a:pt x="2231" y="1847"/>
                </a:lnTo>
                <a:lnTo>
                  <a:pt x="2230" y="1847"/>
                </a:lnTo>
                <a:lnTo>
                  <a:pt x="2229" y="1846"/>
                </a:lnTo>
                <a:lnTo>
                  <a:pt x="2229" y="1847"/>
                </a:lnTo>
                <a:lnTo>
                  <a:pt x="2228" y="1847"/>
                </a:lnTo>
                <a:lnTo>
                  <a:pt x="2227" y="1847"/>
                </a:lnTo>
                <a:lnTo>
                  <a:pt x="2226" y="1847"/>
                </a:lnTo>
                <a:lnTo>
                  <a:pt x="2225" y="1847"/>
                </a:lnTo>
                <a:lnTo>
                  <a:pt x="2223" y="1847"/>
                </a:lnTo>
                <a:lnTo>
                  <a:pt x="2222" y="1847"/>
                </a:lnTo>
                <a:lnTo>
                  <a:pt x="2222" y="1849"/>
                </a:lnTo>
                <a:lnTo>
                  <a:pt x="2222" y="1851"/>
                </a:lnTo>
                <a:lnTo>
                  <a:pt x="2223" y="1853"/>
                </a:lnTo>
                <a:lnTo>
                  <a:pt x="2224" y="1855"/>
                </a:lnTo>
                <a:lnTo>
                  <a:pt x="2223" y="1856"/>
                </a:lnTo>
                <a:lnTo>
                  <a:pt x="2223" y="1857"/>
                </a:lnTo>
                <a:lnTo>
                  <a:pt x="2222" y="1857"/>
                </a:lnTo>
                <a:lnTo>
                  <a:pt x="2222" y="1858"/>
                </a:lnTo>
                <a:lnTo>
                  <a:pt x="2221" y="1858"/>
                </a:lnTo>
                <a:lnTo>
                  <a:pt x="2221" y="1859"/>
                </a:lnTo>
                <a:lnTo>
                  <a:pt x="2220" y="1861"/>
                </a:lnTo>
                <a:lnTo>
                  <a:pt x="2220" y="1862"/>
                </a:lnTo>
                <a:lnTo>
                  <a:pt x="2220" y="1863"/>
                </a:lnTo>
                <a:lnTo>
                  <a:pt x="2219" y="1863"/>
                </a:lnTo>
                <a:lnTo>
                  <a:pt x="2217" y="1864"/>
                </a:lnTo>
                <a:lnTo>
                  <a:pt x="2217" y="1865"/>
                </a:lnTo>
                <a:lnTo>
                  <a:pt x="2217" y="1867"/>
                </a:lnTo>
                <a:lnTo>
                  <a:pt x="2218" y="1867"/>
                </a:lnTo>
                <a:lnTo>
                  <a:pt x="2218" y="1868"/>
                </a:lnTo>
                <a:lnTo>
                  <a:pt x="2219" y="1869"/>
                </a:lnTo>
                <a:lnTo>
                  <a:pt x="2219" y="1871"/>
                </a:lnTo>
                <a:lnTo>
                  <a:pt x="2219" y="1872"/>
                </a:lnTo>
                <a:lnTo>
                  <a:pt x="2219" y="1873"/>
                </a:lnTo>
                <a:lnTo>
                  <a:pt x="2218" y="1873"/>
                </a:lnTo>
                <a:lnTo>
                  <a:pt x="2218" y="1875"/>
                </a:lnTo>
                <a:lnTo>
                  <a:pt x="2218" y="1877"/>
                </a:lnTo>
                <a:lnTo>
                  <a:pt x="2217" y="1877"/>
                </a:lnTo>
                <a:lnTo>
                  <a:pt x="2217" y="1878"/>
                </a:lnTo>
                <a:lnTo>
                  <a:pt x="2217" y="1879"/>
                </a:lnTo>
                <a:lnTo>
                  <a:pt x="2216" y="1879"/>
                </a:lnTo>
                <a:lnTo>
                  <a:pt x="2215" y="1879"/>
                </a:lnTo>
                <a:lnTo>
                  <a:pt x="2214" y="1880"/>
                </a:lnTo>
                <a:lnTo>
                  <a:pt x="2214" y="1881"/>
                </a:lnTo>
                <a:lnTo>
                  <a:pt x="2214" y="1883"/>
                </a:lnTo>
                <a:lnTo>
                  <a:pt x="2214" y="1884"/>
                </a:lnTo>
                <a:lnTo>
                  <a:pt x="2213" y="1885"/>
                </a:lnTo>
                <a:lnTo>
                  <a:pt x="2212" y="1885"/>
                </a:lnTo>
                <a:lnTo>
                  <a:pt x="2211" y="1886"/>
                </a:lnTo>
                <a:lnTo>
                  <a:pt x="2210" y="1888"/>
                </a:lnTo>
                <a:lnTo>
                  <a:pt x="2209" y="1888"/>
                </a:lnTo>
                <a:lnTo>
                  <a:pt x="2208" y="1889"/>
                </a:lnTo>
                <a:lnTo>
                  <a:pt x="2207" y="1889"/>
                </a:lnTo>
                <a:lnTo>
                  <a:pt x="2207" y="1890"/>
                </a:lnTo>
                <a:lnTo>
                  <a:pt x="2208" y="1890"/>
                </a:lnTo>
                <a:lnTo>
                  <a:pt x="2209" y="1890"/>
                </a:lnTo>
                <a:lnTo>
                  <a:pt x="2209" y="1891"/>
                </a:lnTo>
                <a:lnTo>
                  <a:pt x="2210" y="1892"/>
                </a:lnTo>
                <a:lnTo>
                  <a:pt x="2210" y="1893"/>
                </a:lnTo>
                <a:lnTo>
                  <a:pt x="2209" y="1894"/>
                </a:lnTo>
                <a:lnTo>
                  <a:pt x="2209" y="1895"/>
                </a:lnTo>
                <a:lnTo>
                  <a:pt x="2209" y="1896"/>
                </a:lnTo>
                <a:lnTo>
                  <a:pt x="2211" y="1898"/>
                </a:lnTo>
                <a:lnTo>
                  <a:pt x="2213" y="1897"/>
                </a:lnTo>
                <a:lnTo>
                  <a:pt x="2214" y="1897"/>
                </a:lnTo>
                <a:lnTo>
                  <a:pt x="2214" y="1898"/>
                </a:lnTo>
                <a:lnTo>
                  <a:pt x="2215" y="1897"/>
                </a:lnTo>
                <a:lnTo>
                  <a:pt x="2216" y="1896"/>
                </a:lnTo>
                <a:lnTo>
                  <a:pt x="2216" y="1895"/>
                </a:lnTo>
                <a:lnTo>
                  <a:pt x="2215" y="1895"/>
                </a:lnTo>
                <a:lnTo>
                  <a:pt x="2216" y="1895"/>
                </a:lnTo>
                <a:lnTo>
                  <a:pt x="2216" y="1894"/>
                </a:lnTo>
                <a:lnTo>
                  <a:pt x="2217" y="1894"/>
                </a:lnTo>
                <a:lnTo>
                  <a:pt x="2219" y="1896"/>
                </a:lnTo>
                <a:lnTo>
                  <a:pt x="2219" y="1897"/>
                </a:lnTo>
                <a:lnTo>
                  <a:pt x="2219" y="1898"/>
                </a:lnTo>
                <a:lnTo>
                  <a:pt x="2220" y="1899"/>
                </a:lnTo>
                <a:lnTo>
                  <a:pt x="2221" y="1899"/>
                </a:lnTo>
                <a:lnTo>
                  <a:pt x="2222" y="1900"/>
                </a:lnTo>
                <a:lnTo>
                  <a:pt x="2222" y="1901"/>
                </a:lnTo>
                <a:lnTo>
                  <a:pt x="2223" y="1902"/>
                </a:lnTo>
                <a:lnTo>
                  <a:pt x="2222" y="1902"/>
                </a:lnTo>
                <a:lnTo>
                  <a:pt x="2221" y="1904"/>
                </a:lnTo>
                <a:lnTo>
                  <a:pt x="2220" y="1905"/>
                </a:lnTo>
                <a:lnTo>
                  <a:pt x="2219" y="1905"/>
                </a:lnTo>
                <a:lnTo>
                  <a:pt x="2218" y="1905"/>
                </a:lnTo>
                <a:lnTo>
                  <a:pt x="2217" y="1905"/>
                </a:lnTo>
                <a:lnTo>
                  <a:pt x="2217" y="1906"/>
                </a:lnTo>
                <a:lnTo>
                  <a:pt x="2216" y="1908"/>
                </a:lnTo>
                <a:lnTo>
                  <a:pt x="2217" y="1909"/>
                </a:lnTo>
                <a:lnTo>
                  <a:pt x="2217" y="1910"/>
                </a:lnTo>
                <a:lnTo>
                  <a:pt x="2216" y="1910"/>
                </a:lnTo>
                <a:lnTo>
                  <a:pt x="2216" y="1911"/>
                </a:lnTo>
                <a:lnTo>
                  <a:pt x="2216" y="1913"/>
                </a:lnTo>
                <a:lnTo>
                  <a:pt x="2216" y="1914"/>
                </a:lnTo>
                <a:lnTo>
                  <a:pt x="2217" y="1914"/>
                </a:lnTo>
                <a:lnTo>
                  <a:pt x="2217" y="1915"/>
                </a:lnTo>
                <a:lnTo>
                  <a:pt x="2218" y="1915"/>
                </a:lnTo>
                <a:lnTo>
                  <a:pt x="2219" y="1915"/>
                </a:lnTo>
                <a:lnTo>
                  <a:pt x="2219" y="1914"/>
                </a:lnTo>
                <a:lnTo>
                  <a:pt x="2220" y="1914"/>
                </a:lnTo>
                <a:lnTo>
                  <a:pt x="2220" y="1915"/>
                </a:lnTo>
                <a:lnTo>
                  <a:pt x="2220" y="1917"/>
                </a:lnTo>
                <a:lnTo>
                  <a:pt x="2221" y="1918"/>
                </a:lnTo>
                <a:lnTo>
                  <a:pt x="2221" y="1921"/>
                </a:lnTo>
                <a:lnTo>
                  <a:pt x="2220" y="1922"/>
                </a:lnTo>
                <a:lnTo>
                  <a:pt x="2220" y="1923"/>
                </a:lnTo>
                <a:lnTo>
                  <a:pt x="2221" y="1923"/>
                </a:lnTo>
                <a:lnTo>
                  <a:pt x="2221" y="1925"/>
                </a:lnTo>
                <a:lnTo>
                  <a:pt x="2221" y="1926"/>
                </a:lnTo>
                <a:lnTo>
                  <a:pt x="2220" y="1926"/>
                </a:lnTo>
                <a:lnTo>
                  <a:pt x="2220" y="1927"/>
                </a:lnTo>
                <a:lnTo>
                  <a:pt x="2220" y="1929"/>
                </a:lnTo>
                <a:lnTo>
                  <a:pt x="2221" y="1930"/>
                </a:lnTo>
                <a:lnTo>
                  <a:pt x="2222" y="1931"/>
                </a:lnTo>
                <a:lnTo>
                  <a:pt x="2223" y="1931"/>
                </a:lnTo>
                <a:lnTo>
                  <a:pt x="2224" y="1932"/>
                </a:lnTo>
                <a:lnTo>
                  <a:pt x="2225" y="1932"/>
                </a:lnTo>
                <a:lnTo>
                  <a:pt x="2226" y="1931"/>
                </a:lnTo>
                <a:lnTo>
                  <a:pt x="2227" y="1932"/>
                </a:lnTo>
                <a:lnTo>
                  <a:pt x="2228" y="1934"/>
                </a:lnTo>
                <a:lnTo>
                  <a:pt x="2230" y="1936"/>
                </a:lnTo>
                <a:lnTo>
                  <a:pt x="2230" y="1937"/>
                </a:lnTo>
                <a:lnTo>
                  <a:pt x="2231" y="1937"/>
                </a:lnTo>
                <a:lnTo>
                  <a:pt x="2232" y="1937"/>
                </a:lnTo>
                <a:lnTo>
                  <a:pt x="2233" y="1938"/>
                </a:lnTo>
                <a:lnTo>
                  <a:pt x="2232" y="1939"/>
                </a:lnTo>
                <a:lnTo>
                  <a:pt x="2232" y="1940"/>
                </a:lnTo>
                <a:lnTo>
                  <a:pt x="2232" y="1941"/>
                </a:lnTo>
                <a:lnTo>
                  <a:pt x="2233" y="1942"/>
                </a:lnTo>
                <a:lnTo>
                  <a:pt x="2234" y="1942"/>
                </a:lnTo>
                <a:lnTo>
                  <a:pt x="2235" y="1943"/>
                </a:lnTo>
                <a:lnTo>
                  <a:pt x="2234" y="1944"/>
                </a:lnTo>
                <a:lnTo>
                  <a:pt x="2235" y="1944"/>
                </a:lnTo>
                <a:lnTo>
                  <a:pt x="2235" y="1945"/>
                </a:lnTo>
                <a:lnTo>
                  <a:pt x="2236" y="1945"/>
                </a:lnTo>
                <a:lnTo>
                  <a:pt x="2236" y="1946"/>
                </a:lnTo>
                <a:lnTo>
                  <a:pt x="2237" y="1946"/>
                </a:lnTo>
                <a:lnTo>
                  <a:pt x="2237" y="1947"/>
                </a:lnTo>
                <a:lnTo>
                  <a:pt x="2237" y="1948"/>
                </a:lnTo>
                <a:lnTo>
                  <a:pt x="2237" y="1949"/>
                </a:lnTo>
                <a:lnTo>
                  <a:pt x="2237" y="1950"/>
                </a:lnTo>
                <a:lnTo>
                  <a:pt x="2238" y="1950"/>
                </a:lnTo>
                <a:lnTo>
                  <a:pt x="2238" y="1951"/>
                </a:lnTo>
                <a:lnTo>
                  <a:pt x="2237" y="1952"/>
                </a:lnTo>
                <a:lnTo>
                  <a:pt x="2237" y="1953"/>
                </a:lnTo>
                <a:lnTo>
                  <a:pt x="2237" y="1955"/>
                </a:lnTo>
                <a:lnTo>
                  <a:pt x="2236" y="1956"/>
                </a:lnTo>
                <a:lnTo>
                  <a:pt x="2237" y="1957"/>
                </a:lnTo>
                <a:lnTo>
                  <a:pt x="2237" y="1958"/>
                </a:lnTo>
                <a:lnTo>
                  <a:pt x="2236" y="1958"/>
                </a:lnTo>
                <a:lnTo>
                  <a:pt x="2234" y="1957"/>
                </a:lnTo>
                <a:lnTo>
                  <a:pt x="2233" y="1957"/>
                </a:lnTo>
                <a:lnTo>
                  <a:pt x="2233" y="1958"/>
                </a:lnTo>
                <a:lnTo>
                  <a:pt x="2232" y="1958"/>
                </a:lnTo>
                <a:lnTo>
                  <a:pt x="2233" y="1958"/>
                </a:lnTo>
                <a:lnTo>
                  <a:pt x="2233" y="1961"/>
                </a:lnTo>
                <a:lnTo>
                  <a:pt x="2234" y="1962"/>
                </a:lnTo>
                <a:lnTo>
                  <a:pt x="2234" y="1963"/>
                </a:lnTo>
                <a:lnTo>
                  <a:pt x="2234" y="1964"/>
                </a:lnTo>
                <a:lnTo>
                  <a:pt x="2234" y="1966"/>
                </a:lnTo>
                <a:lnTo>
                  <a:pt x="2234" y="1967"/>
                </a:lnTo>
                <a:lnTo>
                  <a:pt x="2233" y="1968"/>
                </a:lnTo>
                <a:lnTo>
                  <a:pt x="2232" y="1968"/>
                </a:lnTo>
                <a:lnTo>
                  <a:pt x="2232" y="1969"/>
                </a:lnTo>
                <a:lnTo>
                  <a:pt x="2231" y="1970"/>
                </a:lnTo>
                <a:lnTo>
                  <a:pt x="2230" y="1970"/>
                </a:lnTo>
                <a:lnTo>
                  <a:pt x="2229" y="1970"/>
                </a:lnTo>
                <a:lnTo>
                  <a:pt x="2227" y="1971"/>
                </a:lnTo>
                <a:lnTo>
                  <a:pt x="2226" y="1971"/>
                </a:lnTo>
                <a:lnTo>
                  <a:pt x="2226" y="1970"/>
                </a:lnTo>
                <a:lnTo>
                  <a:pt x="2225" y="1970"/>
                </a:lnTo>
                <a:lnTo>
                  <a:pt x="2225" y="1969"/>
                </a:lnTo>
                <a:lnTo>
                  <a:pt x="2225" y="1967"/>
                </a:lnTo>
                <a:lnTo>
                  <a:pt x="2223" y="1966"/>
                </a:lnTo>
                <a:lnTo>
                  <a:pt x="2222" y="1966"/>
                </a:lnTo>
                <a:lnTo>
                  <a:pt x="2222" y="1967"/>
                </a:lnTo>
                <a:lnTo>
                  <a:pt x="2221" y="1967"/>
                </a:lnTo>
                <a:lnTo>
                  <a:pt x="2220" y="1968"/>
                </a:lnTo>
                <a:lnTo>
                  <a:pt x="2219" y="1969"/>
                </a:lnTo>
                <a:lnTo>
                  <a:pt x="2219" y="1967"/>
                </a:lnTo>
                <a:lnTo>
                  <a:pt x="2218" y="1966"/>
                </a:lnTo>
                <a:lnTo>
                  <a:pt x="2217" y="1966"/>
                </a:lnTo>
                <a:lnTo>
                  <a:pt x="2216" y="1965"/>
                </a:lnTo>
                <a:lnTo>
                  <a:pt x="2216" y="1964"/>
                </a:lnTo>
                <a:lnTo>
                  <a:pt x="2216" y="1963"/>
                </a:lnTo>
                <a:lnTo>
                  <a:pt x="2216" y="1962"/>
                </a:lnTo>
                <a:lnTo>
                  <a:pt x="2216" y="1961"/>
                </a:lnTo>
                <a:lnTo>
                  <a:pt x="2216" y="1960"/>
                </a:lnTo>
                <a:lnTo>
                  <a:pt x="2216" y="1958"/>
                </a:lnTo>
                <a:lnTo>
                  <a:pt x="2216" y="1957"/>
                </a:lnTo>
                <a:lnTo>
                  <a:pt x="2216" y="1956"/>
                </a:lnTo>
                <a:lnTo>
                  <a:pt x="2215" y="1955"/>
                </a:lnTo>
                <a:lnTo>
                  <a:pt x="2215" y="1953"/>
                </a:lnTo>
                <a:lnTo>
                  <a:pt x="2215" y="1952"/>
                </a:lnTo>
                <a:lnTo>
                  <a:pt x="2215" y="1951"/>
                </a:lnTo>
                <a:lnTo>
                  <a:pt x="2215" y="1950"/>
                </a:lnTo>
                <a:lnTo>
                  <a:pt x="2214" y="1949"/>
                </a:lnTo>
                <a:lnTo>
                  <a:pt x="2213" y="1949"/>
                </a:lnTo>
                <a:lnTo>
                  <a:pt x="2210" y="1949"/>
                </a:lnTo>
                <a:lnTo>
                  <a:pt x="2209" y="1949"/>
                </a:lnTo>
                <a:lnTo>
                  <a:pt x="2208" y="1950"/>
                </a:lnTo>
                <a:lnTo>
                  <a:pt x="2207" y="1950"/>
                </a:lnTo>
                <a:lnTo>
                  <a:pt x="2205" y="1950"/>
                </a:lnTo>
                <a:lnTo>
                  <a:pt x="2204" y="1950"/>
                </a:lnTo>
                <a:lnTo>
                  <a:pt x="2202" y="1950"/>
                </a:lnTo>
                <a:lnTo>
                  <a:pt x="2203" y="1951"/>
                </a:lnTo>
                <a:lnTo>
                  <a:pt x="2203" y="1952"/>
                </a:lnTo>
                <a:lnTo>
                  <a:pt x="2203" y="1953"/>
                </a:lnTo>
                <a:lnTo>
                  <a:pt x="2202" y="1953"/>
                </a:lnTo>
                <a:lnTo>
                  <a:pt x="2201" y="1953"/>
                </a:lnTo>
                <a:lnTo>
                  <a:pt x="2200" y="1953"/>
                </a:lnTo>
                <a:lnTo>
                  <a:pt x="2199" y="1954"/>
                </a:lnTo>
                <a:lnTo>
                  <a:pt x="2198" y="1956"/>
                </a:lnTo>
                <a:lnTo>
                  <a:pt x="2197" y="1956"/>
                </a:lnTo>
                <a:lnTo>
                  <a:pt x="2196" y="1956"/>
                </a:lnTo>
                <a:lnTo>
                  <a:pt x="2196" y="1955"/>
                </a:lnTo>
                <a:lnTo>
                  <a:pt x="2195" y="1955"/>
                </a:lnTo>
                <a:lnTo>
                  <a:pt x="2193" y="1955"/>
                </a:lnTo>
                <a:lnTo>
                  <a:pt x="2193" y="1954"/>
                </a:lnTo>
                <a:lnTo>
                  <a:pt x="2192" y="1954"/>
                </a:lnTo>
                <a:lnTo>
                  <a:pt x="2193" y="1953"/>
                </a:lnTo>
                <a:lnTo>
                  <a:pt x="2193" y="1952"/>
                </a:lnTo>
                <a:lnTo>
                  <a:pt x="2192" y="1952"/>
                </a:lnTo>
                <a:lnTo>
                  <a:pt x="2191" y="1952"/>
                </a:lnTo>
                <a:lnTo>
                  <a:pt x="2190" y="1952"/>
                </a:lnTo>
                <a:lnTo>
                  <a:pt x="2189" y="1952"/>
                </a:lnTo>
                <a:lnTo>
                  <a:pt x="2188" y="1952"/>
                </a:lnTo>
                <a:lnTo>
                  <a:pt x="2186" y="1953"/>
                </a:lnTo>
                <a:lnTo>
                  <a:pt x="2186" y="1954"/>
                </a:lnTo>
                <a:lnTo>
                  <a:pt x="2185" y="1954"/>
                </a:lnTo>
                <a:lnTo>
                  <a:pt x="2183" y="1956"/>
                </a:lnTo>
                <a:lnTo>
                  <a:pt x="2182" y="1957"/>
                </a:lnTo>
                <a:lnTo>
                  <a:pt x="2181" y="1958"/>
                </a:lnTo>
                <a:lnTo>
                  <a:pt x="2181" y="1959"/>
                </a:lnTo>
                <a:lnTo>
                  <a:pt x="2180" y="1960"/>
                </a:lnTo>
                <a:lnTo>
                  <a:pt x="2179" y="1961"/>
                </a:lnTo>
                <a:lnTo>
                  <a:pt x="2178" y="1961"/>
                </a:lnTo>
                <a:lnTo>
                  <a:pt x="2177" y="1961"/>
                </a:lnTo>
                <a:lnTo>
                  <a:pt x="2176" y="1961"/>
                </a:lnTo>
                <a:lnTo>
                  <a:pt x="2175" y="1961"/>
                </a:lnTo>
                <a:lnTo>
                  <a:pt x="2174" y="1961"/>
                </a:lnTo>
                <a:lnTo>
                  <a:pt x="2174" y="1962"/>
                </a:lnTo>
                <a:lnTo>
                  <a:pt x="2174" y="1963"/>
                </a:lnTo>
                <a:lnTo>
                  <a:pt x="2172" y="1965"/>
                </a:lnTo>
                <a:lnTo>
                  <a:pt x="2171" y="1965"/>
                </a:lnTo>
                <a:lnTo>
                  <a:pt x="2170" y="1965"/>
                </a:lnTo>
                <a:lnTo>
                  <a:pt x="2169" y="1965"/>
                </a:lnTo>
                <a:lnTo>
                  <a:pt x="2168" y="1963"/>
                </a:lnTo>
                <a:lnTo>
                  <a:pt x="2167" y="1963"/>
                </a:lnTo>
                <a:lnTo>
                  <a:pt x="2166" y="1963"/>
                </a:lnTo>
                <a:lnTo>
                  <a:pt x="2166" y="1962"/>
                </a:lnTo>
                <a:lnTo>
                  <a:pt x="2166" y="1963"/>
                </a:lnTo>
                <a:lnTo>
                  <a:pt x="2165" y="1963"/>
                </a:lnTo>
                <a:lnTo>
                  <a:pt x="2165" y="1962"/>
                </a:lnTo>
                <a:lnTo>
                  <a:pt x="2164" y="1962"/>
                </a:lnTo>
                <a:lnTo>
                  <a:pt x="2164" y="1961"/>
                </a:lnTo>
                <a:lnTo>
                  <a:pt x="2164" y="1959"/>
                </a:lnTo>
                <a:lnTo>
                  <a:pt x="2164" y="1958"/>
                </a:lnTo>
                <a:lnTo>
                  <a:pt x="2165" y="1958"/>
                </a:lnTo>
                <a:lnTo>
                  <a:pt x="2163" y="1958"/>
                </a:lnTo>
                <a:lnTo>
                  <a:pt x="2162" y="1958"/>
                </a:lnTo>
                <a:lnTo>
                  <a:pt x="2162" y="1959"/>
                </a:lnTo>
                <a:lnTo>
                  <a:pt x="2162" y="1960"/>
                </a:lnTo>
                <a:lnTo>
                  <a:pt x="2161" y="1960"/>
                </a:lnTo>
                <a:lnTo>
                  <a:pt x="2160" y="1960"/>
                </a:lnTo>
                <a:lnTo>
                  <a:pt x="2159" y="1960"/>
                </a:lnTo>
                <a:lnTo>
                  <a:pt x="2158" y="1960"/>
                </a:lnTo>
                <a:lnTo>
                  <a:pt x="2157" y="1960"/>
                </a:lnTo>
                <a:lnTo>
                  <a:pt x="2157" y="1959"/>
                </a:lnTo>
                <a:lnTo>
                  <a:pt x="2158" y="1958"/>
                </a:lnTo>
                <a:lnTo>
                  <a:pt x="2158" y="1957"/>
                </a:lnTo>
                <a:lnTo>
                  <a:pt x="2158" y="1956"/>
                </a:lnTo>
                <a:lnTo>
                  <a:pt x="2159" y="1956"/>
                </a:lnTo>
                <a:lnTo>
                  <a:pt x="2160" y="1956"/>
                </a:lnTo>
                <a:lnTo>
                  <a:pt x="2161" y="1956"/>
                </a:lnTo>
                <a:lnTo>
                  <a:pt x="2162" y="1955"/>
                </a:lnTo>
                <a:lnTo>
                  <a:pt x="2162" y="1954"/>
                </a:lnTo>
                <a:lnTo>
                  <a:pt x="2161" y="1953"/>
                </a:lnTo>
                <a:lnTo>
                  <a:pt x="2160" y="1954"/>
                </a:lnTo>
                <a:lnTo>
                  <a:pt x="2159" y="1953"/>
                </a:lnTo>
                <a:lnTo>
                  <a:pt x="2159" y="1952"/>
                </a:lnTo>
                <a:lnTo>
                  <a:pt x="2158" y="1952"/>
                </a:lnTo>
                <a:lnTo>
                  <a:pt x="2157" y="1952"/>
                </a:lnTo>
                <a:lnTo>
                  <a:pt x="2155" y="1951"/>
                </a:lnTo>
                <a:lnTo>
                  <a:pt x="2154" y="1950"/>
                </a:lnTo>
                <a:lnTo>
                  <a:pt x="2154" y="1951"/>
                </a:lnTo>
                <a:lnTo>
                  <a:pt x="2153" y="1951"/>
                </a:lnTo>
                <a:lnTo>
                  <a:pt x="2152" y="1952"/>
                </a:lnTo>
                <a:lnTo>
                  <a:pt x="2152" y="1953"/>
                </a:lnTo>
                <a:lnTo>
                  <a:pt x="2151" y="1953"/>
                </a:lnTo>
                <a:lnTo>
                  <a:pt x="2150" y="1953"/>
                </a:lnTo>
                <a:lnTo>
                  <a:pt x="2149" y="1953"/>
                </a:lnTo>
                <a:lnTo>
                  <a:pt x="2149" y="1952"/>
                </a:lnTo>
                <a:lnTo>
                  <a:pt x="2148" y="1952"/>
                </a:lnTo>
                <a:lnTo>
                  <a:pt x="2147" y="1952"/>
                </a:lnTo>
                <a:lnTo>
                  <a:pt x="2147" y="1953"/>
                </a:lnTo>
                <a:lnTo>
                  <a:pt x="2146" y="1953"/>
                </a:lnTo>
                <a:lnTo>
                  <a:pt x="2146" y="1954"/>
                </a:lnTo>
                <a:lnTo>
                  <a:pt x="2145" y="1955"/>
                </a:lnTo>
                <a:lnTo>
                  <a:pt x="2144" y="1955"/>
                </a:lnTo>
                <a:lnTo>
                  <a:pt x="2143" y="1955"/>
                </a:lnTo>
                <a:lnTo>
                  <a:pt x="2143" y="1954"/>
                </a:lnTo>
                <a:lnTo>
                  <a:pt x="2143" y="1952"/>
                </a:lnTo>
                <a:lnTo>
                  <a:pt x="2142" y="1952"/>
                </a:lnTo>
                <a:lnTo>
                  <a:pt x="2141" y="1953"/>
                </a:lnTo>
                <a:lnTo>
                  <a:pt x="2140" y="1953"/>
                </a:lnTo>
                <a:lnTo>
                  <a:pt x="2139" y="1953"/>
                </a:lnTo>
                <a:lnTo>
                  <a:pt x="2138" y="1953"/>
                </a:lnTo>
                <a:lnTo>
                  <a:pt x="2138" y="1952"/>
                </a:lnTo>
                <a:lnTo>
                  <a:pt x="2137" y="1952"/>
                </a:lnTo>
                <a:lnTo>
                  <a:pt x="2135" y="1952"/>
                </a:lnTo>
                <a:lnTo>
                  <a:pt x="2135" y="1951"/>
                </a:lnTo>
                <a:lnTo>
                  <a:pt x="2133" y="1951"/>
                </a:lnTo>
                <a:lnTo>
                  <a:pt x="2132" y="1951"/>
                </a:lnTo>
                <a:lnTo>
                  <a:pt x="2133" y="1951"/>
                </a:lnTo>
                <a:lnTo>
                  <a:pt x="2133" y="1952"/>
                </a:lnTo>
                <a:lnTo>
                  <a:pt x="2134" y="1953"/>
                </a:lnTo>
                <a:lnTo>
                  <a:pt x="2133" y="1954"/>
                </a:lnTo>
                <a:lnTo>
                  <a:pt x="2133" y="1955"/>
                </a:lnTo>
                <a:lnTo>
                  <a:pt x="2132" y="1956"/>
                </a:lnTo>
                <a:lnTo>
                  <a:pt x="2132" y="1957"/>
                </a:lnTo>
                <a:lnTo>
                  <a:pt x="2131" y="1957"/>
                </a:lnTo>
                <a:lnTo>
                  <a:pt x="2130" y="1958"/>
                </a:lnTo>
                <a:lnTo>
                  <a:pt x="2129" y="1958"/>
                </a:lnTo>
                <a:lnTo>
                  <a:pt x="2129" y="1959"/>
                </a:lnTo>
                <a:lnTo>
                  <a:pt x="2129" y="1960"/>
                </a:lnTo>
                <a:lnTo>
                  <a:pt x="2129" y="1961"/>
                </a:lnTo>
                <a:lnTo>
                  <a:pt x="2128" y="1961"/>
                </a:lnTo>
                <a:lnTo>
                  <a:pt x="2127" y="1963"/>
                </a:lnTo>
                <a:lnTo>
                  <a:pt x="2126" y="1964"/>
                </a:lnTo>
                <a:lnTo>
                  <a:pt x="2125" y="1963"/>
                </a:lnTo>
                <a:lnTo>
                  <a:pt x="2124" y="1962"/>
                </a:lnTo>
                <a:lnTo>
                  <a:pt x="2123" y="1962"/>
                </a:lnTo>
                <a:lnTo>
                  <a:pt x="2123" y="1963"/>
                </a:lnTo>
                <a:lnTo>
                  <a:pt x="2123" y="1964"/>
                </a:lnTo>
                <a:lnTo>
                  <a:pt x="2123" y="1965"/>
                </a:lnTo>
                <a:lnTo>
                  <a:pt x="2122" y="1966"/>
                </a:lnTo>
                <a:lnTo>
                  <a:pt x="2122" y="1967"/>
                </a:lnTo>
                <a:lnTo>
                  <a:pt x="2121" y="1967"/>
                </a:lnTo>
                <a:lnTo>
                  <a:pt x="2120" y="1967"/>
                </a:lnTo>
                <a:lnTo>
                  <a:pt x="2120" y="1968"/>
                </a:lnTo>
                <a:lnTo>
                  <a:pt x="2119" y="1970"/>
                </a:lnTo>
                <a:lnTo>
                  <a:pt x="2119" y="1971"/>
                </a:lnTo>
                <a:lnTo>
                  <a:pt x="2118" y="1971"/>
                </a:lnTo>
                <a:lnTo>
                  <a:pt x="2118" y="1972"/>
                </a:lnTo>
                <a:lnTo>
                  <a:pt x="2117" y="1973"/>
                </a:lnTo>
                <a:lnTo>
                  <a:pt x="2116" y="1974"/>
                </a:lnTo>
                <a:lnTo>
                  <a:pt x="2115" y="1974"/>
                </a:lnTo>
                <a:lnTo>
                  <a:pt x="2114" y="1975"/>
                </a:lnTo>
                <a:lnTo>
                  <a:pt x="2113" y="1976"/>
                </a:lnTo>
                <a:lnTo>
                  <a:pt x="2113" y="1977"/>
                </a:lnTo>
                <a:lnTo>
                  <a:pt x="2114" y="1977"/>
                </a:lnTo>
                <a:lnTo>
                  <a:pt x="2114" y="1978"/>
                </a:lnTo>
                <a:lnTo>
                  <a:pt x="2113" y="1978"/>
                </a:lnTo>
                <a:lnTo>
                  <a:pt x="2113" y="1979"/>
                </a:lnTo>
                <a:lnTo>
                  <a:pt x="2113" y="1980"/>
                </a:lnTo>
                <a:lnTo>
                  <a:pt x="2113" y="1981"/>
                </a:lnTo>
                <a:lnTo>
                  <a:pt x="2114" y="1981"/>
                </a:lnTo>
                <a:lnTo>
                  <a:pt x="2114" y="1982"/>
                </a:lnTo>
                <a:lnTo>
                  <a:pt x="2113" y="1982"/>
                </a:lnTo>
                <a:lnTo>
                  <a:pt x="2111" y="1982"/>
                </a:lnTo>
                <a:lnTo>
                  <a:pt x="2111" y="1983"/>
                </a:lnTo>
                <a:lnTo>
                  <a:pt x="2111" y="1984"/>
                </a:lnTo>
                <a:lnTo>
                  <a:pt x="2112" y="1984"/>
                </a:lnTo>
                <a:lnTo>
                  <a:pt x="2112" y="1985"/>
                </a:lnTo>
                <a:lnTo>
                  <a:pt x="2112" y="1986"/>
                </a:lnTo>
                <a:lnTo>
                  <a:pt x="2113" y="1987"/>
                </a:lnTo>
                <a:lnTo>
                  <a:pt x="2113" y="1988"/>
                </a:lnTo>
                <a:lnTo>
                  <a:pt x="2113" y="1989"/>
                </a:lnTo>
                <a:lnTo>
                  <a:pt x="2112" y="1993"/>
                </a:lnTo>
                <a:lnTo>
                  <a:pt x="2112" y="1994"/>
                </a:lnTo>
                <a:lnTo>
                  <a:pt x="2112" y="1996"/>
                </a:lnTo>
                <a:lnTo>
                  <a:pt x="2112" y="1997"/>
                </a:lnTo>
                <a:lnTo>
                  <a:pt x="2112" y="1998"/>
                </a:lnTo>
                <a:lnTo>
                  <a:pt x="2111" y="1998"/>
                </a:lnTo>
                <a:lnTo>
                  <a:pt x="2111" y="1999"/>
                </a:lnTo>
                <a:lnTo>
                  <a:pt x="2111" y="2000"/>
                </a:lnTo>
                <a:lnTo>
                  <a:pt x="2110" y="2000"/>
                </a:lnTo>
                <a:lnTo>
                  <a:pt x="2109" y="1999"/>
                </a:lnTo>
                <a:lnTo>
                  <a:pt x="2108" y="1999"/>
                </a:lnTo>
                <a:lnTo>
                  <a:pt x="2106" y="1999"/>
                </a:lnTo>
                <a:lnTo>
                  <a:pt x="2104" y="1999"/>
                </a:lnTo>
                <a:lnTo>
                  <a:pt x="2104" y="1998"/>
                </a:lnTo>
                <a:lnTo>
                  <a:pt x="2103" y="1998"/>
                </a:lnTo>
                <a:lnTo>
                  <a:pt x="2102" y="1998"/>
                </a:lnTo>
                <a:lnTo>
                  <a:pt x="2102" y="1999"/>
                </a:lnTo>
                <a:lnTo>
                  <a:pt x="2102" y="2000"/>
                </a:lnTo>
                <a:lnTo>
                  <a:pt x="2102" y="2001"/>
                </a:lnTo>
                <a:lnTo>
                  <a:pt x="2101" y="2001"/>
                </a:lnTo>
                <a:lnTo>
                  <a:pt x="2100" y="2001"/>
                </a:lnTo>
                <a:lnTo>
                  <a:pt x="2099" y="2000"/>
                </a:lnTo>
                <a:lnTo>
                  <a:pt x="2098" y="2000"/>
                </a:lnTo>
                <a:lnTo>
                  <a:pt x="2097" y="2000"/>
                </a:lnTo>
                <a:lnTo>
                  <a:pt x="2096" y="1999"/>
                </a:lnTo>
                <a:lnTo>
                  <a:pt x="2096" y="1998"/>
                </a:lnTo>
                <a:lnTo>
                  <a:pt x="2095" y="1998"/>
                </a:lnTo>
                <a:lnTo>
                  <a:pt x="2095" y="1997"/>
                </a:lnTo>
                <a:lnTo>
                  <a:pt x="2094" y="1997"/>
                </a:lnTo>
                <a:lnTo>
                  <a:pt x="2092" y="1997"/>
                </a:lnTo>
                <a:lnTo>
                  <a:pt x="2091" y="1998"/>
                </a:lnTo>
                <a:lnTo>
                  <a:pt x="2090" y="1998"/>
                </a:lnTo>
                <a:lnTo>
                  <a:pt x="2091" y="2000"/>
                </a:lnTo>
                <a:lnTo>
                  <a:pt x="2091" y="2001"/>
                </a:lnTo>
                <a:lnTo>
                  <a:pt x="2092" y="2001"/>
                </a:lnTo>
                <a:lnTo>
                  <a:pt x="2093" y="2002"/>
                </a:lnTo>
                <a:lnTo>
                  <a:pt x="2093" y="2003"/>
                </a:lnTo>
                <a:lnTo>
                  <a:pt x="2094" y="2003"/>
                </a:lnTo>
                <a:lnTo>
                  <a:pt x="2095" y="2004"/>
                </a:lnTo>
                <a:lnTo>
                  <a:pt x="2094" y="2005"/>
                </a:lnTo>
                <a:lnTo>
                  <a:pt x="2094" y="2006"/>
                </a:lnTo>
                <a:lnTo>
                  <a:pt x="2095" y="2006"/>
                </a:lnTo>
                <a:lnTo>
                  <a:pt x="2095" y="2007"/>
                </a:lnTo>
                <a:lnTo>
                  <a:pt x="2096" y="2007"/>
                </a:lnTo>
                <a:lnTo>
                  <a:pt x="2097" y="2008"/>
                </a:lnTo>
                <a:lnTo>
                  <a:pt x="2098" y="2008"/>
                </a:lnTo>
                <a:lnTo>
                  <a:pt x="2098" y="2009"/>
                </a:lnTo>
                <a:lnTo>
                  <a:pt x="2100" y="2012"/>
                </a:lnTo>
                <a:lnTo>
                  <a:pt x="2100" y="2013"/>
                </a:lnTo>
                <a:lnTo>
                  <a:pt x="2099" y="2014"/>
                </a:lnTo>
                <a:lnTo>
                  <a:pt x="2098" y="2014"/>
                </a:lnTo>
                <a:lnTo>
                  <a:pt x="2097" y="2014"/>
                </a:lnTo>
                <a:lnTo>
                  <a:pt x="2096" y="2014"/>
                </a:lnTo>
                <a:lnTo>
                  <a:pt x="2097" y="2015"/>
                </a:lnTo>
                <a:lnTo>
                  <a:pt x="2098" y="2018"/>
                </a:lnTo>
                <a:lnTo>
                  <a:pt x="2098" y="2019"/>
                </a:lnTo>
                <a:lnTo>
                  <a:pt x="2098" y="2020"/>
                </a:lnTo>
                <a:lnTo>
                  <a:pt x="2099" y="2020"/>
                </a:lnTo>
                <a:lnTo>
                  <a:pt x="2099" y="2019"/>
                </a:lnTo>
                <a:lnTo>
                  <a:pt x="2101" y="2019"/>
                </a:lnTo>
                <a:lnTo>
                  <a:pt x="2101" y="2020"/>
                </a:lnTo>
                <a:lnTo>
                  <a:pt x="2102" y="2020"/>
                </a:lnTo>
                <a:lnTo>
                  <a:pt x="2103" y="2020"/>
                </a:lnTo>
                <a:lnTo>
                  <a:pt x="2104" y="2020"/>
                </a:lnTo>
                <a:lnTo>
                  <a:pt x="2105" y="2020"/>
                </a:lnTo>
                <a:lnTo>
                  <a:pt x="2105" y="2021"/>
                </a:lnTo>
                <a:lnTo>
                  <a:pt x="2105" y="2022"/>
                </a:lnTo>
                <a:lnTo>
                  <a:pt x="2106" y="2024"/>
                </a:lnTo>
                <a:lnTo>
                  <a:pt x="2107" y="2025"/>
                </a:lnTo>
                <a:lnTo>
                  <a:pt x="2108" y="2025"/>
                </a:lnTo>
                <a:lnTo>
                  <a:pt x="2108" y="2024"/>
                </a:lnTo>
                <a:lnTo>
                  <a:pt x="2109" y="2024"/>
                </a:lnTo>
                <a:lnTo>
                  <a:pt x="2109" y="2025"/>
                </a:lnTo>
                <a:lnTo>
                  <a:pt x="2110" y="2025"/>
                </a:lnTo>
                <a:lnTo>
                  <a:pt x="2110" y="2026"/>
                </a:lnTo>
                <a:lnTo>
                  <a:pt x="2111" y="2026"/>
                </a:lnTo>
                <a:lnTo>
                  <a:pt x="2112" y="2026"/>
                </a:lnTo>
                <a:lnTo>
                  <a:pt x="2113" y="2026"/>
                </a:lnTo>
                <a:lnTo>
                  <a:pt x="2113" y="2027"/>
                </a:lnTo>
                <a:lnTo>
                  <a:pt x="2114" y="2027"/>
                </a:lnTo>
                <a:lnTo>
                  <a:pt x="2114" y="2028"/>
                </a:lnTo>
                <a:lnTo>
                  <a:pt x="2115" y="2028"/>
                </a:lnTo>
                <a:lnTo>
                  <a:pt x="2115" y="2029"/>
                </a:lnTo>
                <a:lnTo>
                  <a:pt x="2116" y="2030"/>
                </a:lnTo>
                <a:lnTo>
                  <a:pt x="2117" y="2030"/>
                </a:lnTo>
                <a:lnTo>
                  <a:pt x="2119" y="2030"/>
                </a:lnTo>
                <a:lnTo>
                  <a:pt x="2120" y="2030"/>
                </a:lnTo>
                <a:lnTo>
                  <a:pt x="2120" y="2029"/>
                </a:lnTo>
                <a:lnTo>
                  <a:pt x="2121" y="2029"/>
                </a:lnTo>
                <a:lnTo>
                  <a:pt x="2122" y="2029"/>
                </a:lnTo>
                <a:lnTo>
                  <a:pt x="2123" y="2029"/>
                </a:lnTo>
                <a:lnTo>
                  <a:pt x="2124" y="2028"/>
                </a:lnTo>
                <a:lnTo>
                  <a:pt x="2125" y="2028"/>
                </a:lnTo>
                <a:lnTo>
                  <a:pt x="2127" y="2029"/>
                </a:lnTo>
                <a:lnTo>
                  <a:pt x="2128" y="2029"/>
                </a:lnTo>
                <a:lnTo>
                  <a:pt x="2130" y="2031"/>
                </a:lnTo>
                <a:lnTo>
                  <a:pt x="2130" y="2032"/>
                </a:lnTo>
                <a:lnTo>
                  <a:pt x="2129" y="2032"/>
                </a:lnTo>
                <a:lnTo>
                  <a:pt x="2131" y="2032"/>
                </a:lnTo>
                <a:lnTo>
                  <a:pt x="2132" y="2033"/>
                </a:lnTo>
                <a:lnTo>
                  <a:pt x="2131" y="2034"/>
                </a:lnTo>
                <a:lnTo>
                  <a:pt x="2130" y="2033"/>
                </a:lnTo>
                <a:lnTo>
                  <a:pt x="2130" y="2034"/>
                </a:lnTo>
                <a:lnTo>
                  <a:pt x="2131" y="2035"/>
                </a:lnTo>
                <a:lnTo>
                  <a:pt x="2132" y="2035"/>
                </a:lnTo>
                <a:lnTo>
                  <a:pt x="2133" y="2035"/>
                </a:lnTo>
                <a:lnTo>
                  <a:pt x="2134" y="2034"/>
                </a:lnTo>
                <a:lnTo>
                  <a:pt x="2134" y="2035"/>
                </a:lnTo>
                <a:lnTo>
                  <a:pt x="2134" y="2037"/>
                </a:lnTo>
                <a:lnTo>
                  <a:pt x="2134" y="2038"/>
                </a:lnTo>
                <a:lnTo>
                  <a:pt x="2135" y="2040"/>
                </a:lnTo>
                <a:lnTo>
                  <a:pt x="2135" y="2041"/>
                </a:lnTo>
                <a:lnTo>
                  <a:pt x="2136" y="2042"/>
                </a:lnTo>
                <a:lnTo>
                  <a:pt x="2135" y="2043"/>
                </a:lnTo>
                <a:lnTo>
                  <a:pt x="2136" y="2043"/>
                </a:lnTo>
                <a:lnTo>
                  <a:pt x="2136" y="2044"/>
                </a:lnTo>
                <a:lnTo>
                  <a:pt x="2136" y="2045"/>
                </a:lnTo>
                <a:lnTo>
                  <a:pt x="2137" y="2045"/>
                </a:lnTo>
                <a:lnTo>
                  <a:pt x="2136" y="2048"/>
                </a:lnTo>
                <a:lnTo>
                  <a:pt x="2134" y="2048"/>
                </a:lnTo>
                <a:lnTo>
                  <a:pt x="2133" y="2047"/>
                </a:lnTo>
                <a:lnTo>
                  <a:pt x="2132" y="2047"/>
                </a:lnTo>
                <a:lnTo>
                  <a:pt x="2131" y="2046"/>
                </a:lnTo>
                <a:lnTo>
                  <a:pt x="2131" y="2044"/>
                </a:lnTo>
                <a:lnTo>
                  <a:pt x="2131" y="2043"/>
                </a:lnTo>
                <a:lnTo>
                  <a:pt x="2132" y="2043"/>
                </a:lnTo>
                <a:lnTo>
                  <a:pt x="2132" y="2042"/>
                </a:lnTo>
                <a:lnTo>
                  <a:pt x="2131" y="2042"/>
                </a:lnTo>
                <a:lnTo>
                  <a:pt x="2130" y="2042"/>
                </a:lnTo>
                <a:lnTo>
                  <a:pt x="2129" y="2042"/>
                </a:lnTo>
                <a:lnTo>
                  <a:pt x="2129" y="2041"/>
                </a:lnTo>
                <a:lnTo>
                  <a:pt x="2130" y="2040"/>
                </a:lnTo>
                <a:lnTo>
                  <a:pt x="2131" y="2039"/>
                </a:lnTo>
                <a:lnTo>
                  <a:pt x="2130" y="2038"/>
                </a:lnTo>
                <a:lnTo>
                  <a:pt x="2130" y="2037"/>
                </a:lnTo>
                <a:lnTo>
                  <a:pt x="2129" y="2037"/>
                </a:lnTo>
                <a:lnTo>
                  <a:pt x="2128" y="2038"/>
                </a:lnTo>
                <a:lnTo>
                  <a:pt x="2128" y="2039"/>
                </a:lnTo>
                <a:lnTo>
                  <a:pt x="2128" y="2040"/>
                </a:lnTo>
                <a:lnTo>
                  <a:pt x="2128" y="2041"/>
                </a:lnTo>
                <a:lnTo>
                  <a:pt x="2127" y="2041"/>
                </a:lnTo>
                <a:lnTo>
                  <a:pt x="2127" y="2042"/>
                </a:lnTo>
                <a:lnTo>
                  <a:pt x="2127" y="2043"/>
                </a:lnTo>
                <a:lnTo>
                  <a:pt x="2128" y="2043"/>
                </a:lnTo>
                <a:lnTo>
                  <a:pt x="2128" y="2044"/>
                </a:lnTo>
                <a:lnTo>
                  <a:pt x="2127" y="2044"/>
                </a:lnTo>
                <a:lnTo>
                  <a:pt x="2126" y="2045"/>
                </a:lnTo>
                <a:lnTo>
                  <a:pt x="2126" y="2046"/>
                </a:lnTo>
                <a:lnTo>
                  <a:pt x="2125" y="2046"/>
                </a:lnTo>
                <a:lnTo>
                  <a:pt x="2124" y="2046"/>
                </a:lnTo>
                <a:lnTo>
                  <a:pt x="2123" y="2048"/>
                </a:lnTo>
                <a:lnTo>
                  <a:pt x="2125" y="2050"/>
                </a:lnTo>
                <a:lnTo>
                  <a:pt x="2127" y="2049"/>
                </a:lnTo>
                <a:lnTo>
                  <a:pt x="2127" y="2048"/>
                </a:lnTo>
                <a:lnTo>
                  <a:pt x="2128" y="2048"/>
                </a:lnTo>
                <a:lnTo>
                  <a:pt x="2129" y="2048"/>
                </a:lnTo>
                <a:lnTo>
                  <a:pt x="2128" y="2049"/>
                </a:lnTo>
                <a:lnTo>
                  <a:pt x="2128" y="2050"/>
                </a:lnTo>
                <a:lnTo>
                  <a:pt x="2128" y="2051"/>
                </a:lnTo>
                <a:lnTo>
                  <a:pt x="2127" y="2051"/>
                </a:lnTo>
                <a:lnTo>
                  <a:pt x="2126" y="2051"/>
                </a:lnTo>
                <a:lnTo>
                  <a:pt x="2126" y="2052"/>
                </a:lnTo>
                <a:lnTo>
                  <a:pt x="2127" y="2052"/>
                </a:lnTo>
                <a:lnTo>
                  <a:pt x="2128" y="2053"/>
                </a:lnTo>
                <a:lnTo>
                  <a:pt x="2128" y="2054"/>
                </a:lnTo>
                <a:lnTo>
                  <a:pt x="2129" y="2053"/>
                </a:lnTo>
                <a:lnTo>
                  <a:pt x="2130" y="2053"/>
                </a:lnTo>
                <a:lnTo>
                  <a:pt x="2130" y="2054"/>
                </a:lnTo>
                <a:lnTo>
                  <a:pt x="2130" y="2055"/>
                </a:lnTo>
                <a:lnTo>
                  <a:pt x="2129" y="2055"/>
                </a:lnTo>
                <a:lnTo>
                  <a:pt x="2128" y="2056"/>
                </a:lnTo>
                <a:lnTo>
                  <a:pt x="2127" y="2057"/>
                </a:lnTo>
                <a:lnTo>
                  <a:pt x="2127" y="2059"/>
                </a:lnTo>
                <a:lnTo>
                  <a:pt x="2128" y="2062"/>
                </a:lnTo>
                <a:lnTo>
                  <a:pt x="2129" y="2062"/>
                </a:lnTo>
                <a:lnTo>
                  <a:pt x="2129" y="2063"/>
                </a:lnTo>
                <a:lnTo>
                  <a:pt x="2129" y="2064"/>
                </a:lnTo>
                <a:lnTo>
                  <a:pt x="2128" y="2064"/>
                </a:lnTo>
                <a:lnTo>
                  <a:pt x="2127" y="2064"/>
                </a:lnTo>
                <a:lnTo>
                  <a:pt x="2127" y="2065"/>
                </a:lnTo>
                <a:lnTo>
                  <a:pt x="2126" y="2065"/>
                </a:lnTo>
                <a:lnTo>
                  <a:pt x="2126" y="2067"/>
                </a:lnTo>
                <a:lnTo>
                  <a:pt x="2126" y="2068"/>
                </a:lnTo>
                <a:lnTo>
                  <a:pt x="2127" y="2068"/>
                </a:lnTo>
                <a:lnTo>
                  <a:pt x="2128" y="2069"/>
                </a:lnTo>
                <a:lnTo>
                  <a:pt x="2128" y="2070"/>
                </a:lnTo>
                <a:lnTo>
                  <a:pt x="2129" y="2071"/>
                </a:lnTo>
                <a:lnTo>
                  <a:pt x="2129" y="2073"/>
                </a:lnTo>
                <a:lnTo>
                  <a:pt x="2128" y="2075"/>
                </a:lnTo>
                <a:lnTo>
                  <a:pt x="2127" y="2075"/>
                </a:lnTo>
                <a:lnTo>
                  <a:pt x="2127" y="2076"/>
                </a:lnTo>
                <a:lnTo>
                  <a:pt x="2128" y="2076"/>
                </a:lnTo>
                <a:lnTo>
                  <a:pt x="2128" y="2077"/>
                </a:lnTo>
                <a:lnTo>
                  <a:pt x="2128" y="2079"/>
                </a:lnTo>
                <a:lnTo>
                  <a:pt x="2128" y="2080"/>
                </a:lnTo>
                <a:lnTo>
                  <a:pt x="2127" y="2080"/>
                </a:lnTo>
                <a:lnTo>
                  <a:pt x="2126" y="2080"/>
                </a:lnTo>
                <a:lnTo>
                  <a:pt x="2125" y="2081"/>
                </a:lnTo>
                <a:lnTo>
                  <a:pt x="2124" y="2081"/>
                </a:lnTo>
                <a:lnTo>
                  <a:pt x="2123" y="2082"/>
                </a:lnTo>
                <a:lnTo>
                  <a:pt x="2123" y="2083"/>
                </a:lnTo>
                <a:lnTo>
                  <a:pt x="2123" y="2084"/>
                </a:lnTo>
                <a:lnTo>
                  <a:pt x="2123" y="2085"/>
                </a:lnTo>
                <a:lnTo>
                  <a:pt x="2122" y="2085"/>
                </a:lnTo>
                <a:lnTo>
                  <a:pt x="2122" y="2086"/>
                </a:lnTo>
                <a:lnTo>
                  <a:pt x="2121" y="2086"/>
                </a:lnTo>
                <a:lnTo>
                  <a:pt x="2120" y="2086"/>
                </a:lnTo>
                <a:lnTo>
                  <a:pt x="2119" y="2088"/>
                </a:lnTo>
                <a:lnTo>
                  <a:pt x="2119" y="2089"/>
                </a:lnTo>
                <a:lnTo>
                  <a:pt x="2119" y="2090"/>
                </a:lnTo>
                <a:lnTo>
                  <a:pt x="2118" y="2091"/>
                </a:lnTo>
                <a:lnTo>
                  <a:pt x="2117" y="2091"/>
                </a:lnTo>
                <a:lnTo>
                  <a:pt x="2117" y="2090"/>
                </a:lnTo>
                <a:lnTo>
                  <a:pt x="2116" y="2090"/>
                </a:lnTo>
                <a:lnTo>
                  <a:pt x="2116" y="2089"/>
                </a:lnTo>
                <a:lnTo>
                  <a:pt x="2115" y="2089"/>
                </a:lnTo>
                <a:lnTo>
                  <a:pt x="2114" y="2089"/>
                </a:lnTo>
                <a:lnTo>
                  <a:pt x="2113" y="2088"/>
                </a:lnTo>
                <a:lnTo>
                  <a:pt x="2112" y="2087"/>
                </a:lnTo>
                <a:lnTo>
                  <a:pt x="2111" y="2088"/>
                </a:lnTo>
                <a:lnTo>
                  <a:pt x="2110" y="2089"/>
                </a:lnTo>
                <a:lnTo>
                  <a:pt x="2110" y="2090"/>
                </a:lnTo>
                <a:lnTo>
                  <a:pt x="2109" y="2090"/>
                </a:lnTo>
                <a:lnTo>
                  <a:pt x="2109" y="2091"/>
                </a:lnTo>
                <a:lnTo>
                  <a:pt x="2108" y="2091"/>
                </a:lnTo>
                <a:lnTo>
                  <a:pt x="2106" y="2092"/>
                </a:lnTo>
                <a:lnTo>
                  <a:pt x="2105" y="2092"/>
                </a:lnTo>
                <a:lnTo>
                  <a:pt x="2104" y="2093"/>
                </a:lnTo>
                <a:lnTo>
                  <a:pt x="2103" y="2093"/>
                </a:lnTo>
                <a:lnTo>
                  <a:pt x="2103" y="2094"/>
                </a:lnTo>
                <a:lnTo>
                  <a:pt x="2102" y="2094"/>
                </a:lnTo>
                <a:lnTo>
                  <a:pt x="2100" y="2094"/>
                </a:lnTo>
                <a:lnTo>
                  <a:pt x="2100" y="2095"/>
                </a:lnTo>
                <a:lnTo>
                  <a:pt x="2098" y="2096"/>
                </a:lnTo>
                <a:lnTo>
                  <a:pt x="2097" y="2098"/>
                </a:lnTo>
                <a:lnTo>
                  <a:pt x="2096" y="2099"/>
                </a:lnTo>
                <a:lnTo>
                  <a:pt x="2095" y="2099"/>
                </a:lnTo>
                <a:lnTo>
                  <a:pt x="2095" y="2098"/>
                </a:lnTo>
                <a:lnTo>
                  <a:pt x="2094" y="2098"/>
                </a:lnTo>
                <a:lnTo>
                  <a:pt x="2094" y="2097"/>
                </a:lnTo>
                <a:lnTo>
                  <a:pt x="2092" y="2097"/>
                </a:lnTo>
                <a:lnTo>
                  <a:pt x="2091" y="2097"/>
                </a:lnTo>
                <a:lnTo>
                  <a:pt x="2091" y="2098"/>
                </a:lnTo>
                <a:lnTo>
                  <a:pt x="2090" y="2098"/>
                </a:lnTo>
                <a:lnTo>
                  <a:pt x="2090" y="2099"/>
                </a:lnTo>
                <a:lnTo>
                  <a:pt x="2088" y="2099"/>
                </a:lnTo>
                <a:lnTo>
                  <a:pt x="2086" y="2099"/>
                </a:lnTo>
                <a:lnTo>
                  <a:pt x="2085" y="2099"/>
                </a:lnTo>
                <a:lnTo>
                  <a:pt x="2084" y="2099"/>
                </a:lnTo>
                <a:lnTo>
                  <a:pt x="2083" y="2100"/>
                </a:lnTo>
                <a:lnTo>
                  <a:pt x="2083" y="2101"/>
                </a:lnTo>
                <a:lnTo>
                  <a:pt x="2082" y="2101"/>
                </a:lnTo>
                <a:lnTo>
                  <a:pt x="2082" y="2102"/>
                </a:lnTo>
                <a:lnTo>
                  <a:pt x="2080" y="2103"/>
                </a:lnTo>
                <a:lnTo>
                  <a:pt x="2079" y="2103"/>
                </a:lnTo>
                <a:lnTo>
                  <a:pt x="2078" y="2103"/>
                </a:lnTo>
                <a:lnTo>
                  <a:pt x="2077" y="2103"/>
                </a:lnTo>
                <a:lnTo>
                  <a:pt x="2075" y="2103"/>
                </a:lnTo>
                <a:lnTo>
                  <a:pt x="2074" y="2103"/>
                </a:lnTo>
                <a:lnTo>
                  <a:pt x="2073" y="2104"/>
                </a:lnTo>
                <a:lnTo>
                  <a:pt x="2072" y="2104"/>
                </a:lnTo>
                <a:lnTo>
                  <a:pt x="2071" y="2103"/>
                </a:lnTo>
                <a:lnTo>
                  <a:pt x="2070" y="2103"/>
                </a:lnTo>
                <a:lnTo>
                  <a:pt x="2070" y="2102"/>
                </a:lnTo>
                <a:lnTo>
                  <a:pt x="2070" y="2101"/>
                </a:lnTo>
                <a:lnTo>
                  <a:pt x="2069" y="2100"/>
                </a:lnTo>
                <a:lnTo>
                  <a:pt x="2068" y="2098"/>
                </a:lnTo>
                <a:lnTo>
                  <a:pt x="2067" y="2098"/>
                </a:lnTo>
                <a:lnTo>
                  <a:pt x="2065" y="2098"/>
                </a:lnTo>
                <a:lnTo>
                  <a:pt x="2064" y="2098"/>
                </a:lnTo>
                <a:lnTo>
                  <a:pt x="2063" y="2098"/>
                </a:lnTo>
                <a:lnTo>
                  <a:pt x="2062" y="2098"/>
                </a:lnTo>
                <a:lnTo>
                  <a:pt x="2062" y="2097"/>
                </a:lnTo>
                <a:lnTo>
                  <a:pt x="2062" y="2096"/>
                </a:lnTo>
                <a:lnTo>
                  <a:pt x="2061" y="2096"/>
                </a:lnTo>
                <a:lnTo>
                  <a:pt x="2061" y="2095"/>
                </a:lnTo>
                <a:lnTo>
                  <a:pt x="2058" y="2096"/>
                </a:lnTo>
                <a:lnTo>
                  <a:pt x="2057" y="2097"/>
                </a:lnTo>
                <a:lnTo>
                  <a:pt x="2057" y="2098"/>
                </a:lnTo>
                <a:lnTo>
                  <a:pt x="2056" y="2097"/>
                </a:lnTo>
                <a:lnTo>
                  <a:pt x="2055" y="2095"/>
                </a:lnTo>
                <a:lnTo>
                  <a:pt x="2054" y="2095"/>
                </a:lnTo>
                <a:lnTo>
                  <a:pt x="2051" y="2093"/>
                </a:lnTo>
                <a:lnTo>
                  <a:pt x="2049" y="2093"/>
                </a:lnTo>
                <a:lnTo>
                  <a:pt x="2048" y="2093"/>
                </a:lnTo>
                <a:lnTo>
                  <a:pt x="2047" y="2093"/>
                </a:lnTo>
                <a:lnTo>
                  <a:pt x="2046" y="2093"/>
                </a:lnTo>
                <a:lnTo>
                  <a:pt x="2044" y="2093"/>
                </a:lnTo>
                <a:lnTo>
                  <a:pt x="2044" y="2094"/>
                </a:lnTo>
                <a:lnTo>
                  <a:pt x="2042" y="2096"/>
                </a:lnTo>
                <a:lnTo>
                  <a:pt x="2042" y="2098"/>
                </a:lnTo>
                <a:lnTo>
                  <a:pt x="2042" y="2099"/>
                </a:lnTo>
                <a:lnTo>
                  <a:pt x="2042" y="2101"/>
                </a:lnTo>
                <a:lnTo>
                  <a:pt x="2041" y="2103"/>
                </a:lnTo>
                <a:lnTo>
                  <a:pt x="2040" y="2103"/>
                </a:lnTo>
                <a:lnTo>
                  <a:pt x="2040" y="2104"/>
                </a:lnTo>
                <a:lnTo>
                  <a:pt x="2038" y="2104"/>
                </a:lnTo>
                <a:lnTo>
                  <a:pt x="2038" y="2106"/>
                </a:lnTo>
                <a:lnTo>
                  <a:pt x="2039" y="2107"/>
                </a:lnTo>
                <a:lnTo>
                  <a:pt x="2040" y="2109"/>
                </a:lnTo>
                <a:lnTo>
                  <a:pt x="2040" y="2110"/>
                </a:lnTo>
                <a:lnTo>
                  <a:pt x="2039" y="2110"/>
                </a:lnTo>
                <a:lnTo>
                  <a:pt x="2038" y="2110"/>
                </a:lnTo>
                <a:lnTo>
                  <a:pt x="2038" y="2111"/>
                </a:lnTo>
                <a:lnTo>
                  <a:pt x="2039" y="2111"/>
                </a:lnTo>
                <a:lnTo>
                  <a:pt x="2040" y="2111"/>
                </a:lnTo>
                <a:lnTo>
                  <a:pt x="2040" y="2112"/>
                </a:lnTo>
                <a:lnTo>
                  <a:pt x="2039" y="2112"/>
                </a:lnTo>
                <a:lnTo>
                  <a:pt x="2039" y="2113"/>
                </a:lnTo>
                <a:lnTo>
                  <a:pt x="2039" y="2114"/>
                </a:lnTo>
                <a:lnTo>
                  <a:pt x="2040" y="2115"/>
                </a:lnTo>
                <a:lnTo>
                  <a:pt x="2041" y="2115"/>
                </a:lnTo>
                <a:lnTo>
                  <a:pt x="2041" y="2117"/>
                </a:lnTo>
                <a:lnTo>
                  <a:pt x="2042" y="2118"/>
                </a:lnTo>
                <a:lnTo>
                  <a:pt x="2042" y="2119"/>
                </a:lnTo>
                <a:lnTo>
                  <a:pt x="2043" y="2120"/>
                </a:lnTo>
                <a:lnTo>
                  <a:pt x="2044" y="2122"/>
                </a:lnTo>
                <a:lnTo>
                  <a:pt x="2044" y="2123"/>
                </a:lnTo>
                <a:lnTo>
                  <a:pt x="2044" y="2124"/>
                </a:lnTo>
                <a:lnTo>
                  <a:pt x="2045" y="2124"/>
                </a:lnTo>
                <a:lnTo>
                  <a:pt x="2045" y="2126"/>
                </a:lnTo>
                <a:lnTo>
                  <a:pt x="2046" y="2126"/>
                </a:lnTo>
                <a:lnTo>
                  <a:pt x="2047" y="2126"/>
                </a:lnTo>
                <a:lnTo>
                  <a:pt x="2047" y="2127"/>
                </a:lnTo>
                <a:lnTo>
                  <a:pt x="2048" y="2128"/>
                </a:lnTo>
                <a:lnTo>
                  <a:pt x="2047" y="2128"/>
                </a:lnTo>
                <a:lnTo>
                  <a:pt x="2047" y="2129"/>
                </a:lnTo>
                <a:lnTo>
                  <a:pt x="2048" y="2129"/>
                </a:lnTo>
                <a:lnTo>
                  <a:pt x="2048" y="2128"/>
                </a:lnTo>
                <a:lnTo>
                  <a:pt x="2048" y="2127"/>
                </a:lnTo>
                <a:lnTo>
                  <a:pt x="2049" y="2127"/>
                </a:lnTo>
                <a:lnTo>
                  <a:pt x="2050" y="2129"/>
                </a:lnTo>
                <a:lnTo>
                  <a:pt x="2050" y="2130"/>
                </a:lnTo>
                <a:lnTo>
                  <a:pt x="2049" y="2131"/>
                </a:lnTo>
                <a:lnTo>
                  <a:pt x="2049" y="2132"/>
                </a:lnTo>
                <a:lnTo>
                  <a:pt x="2049" y="2133"/>
                </a:lnTo>
                <a:lnTo>
                  <a:pt x="2049" y="2134"/>
                </a:lnTo>
                <a:lnTo>
                  <a:pt x="2048" y="2134"/>
                </a:lnTo>
                <a:lnTo>
                  <a:pt x="2048" y="2135"/>
                </a:lnTo>
                <a:lnTo>
                  <a:pt x="2047" y="2135"/>
                </a:lnTo>
                <a:lnTo>
                  <a:pt x="2047" y="2134"/>
                </a:lnTo>
                <a:lnTo>
                  <a:pt x="2046" y="2134"/>
                </a:lnTo>
                <a:lnTo>
                  <a:pt x="2044" y="2134"/>
                </a:lnTo>
                <a:lnTo>
                  <a:pt x="2044" y="2135"/>
                </a:lnTo>
                <a:lnTo>
                  <a:pt x="2043" y="2136"/>
                </a:lnTo>
                <a:lnTo>
                  <a:pt x="2042" y="2137"/>
                </a:lnTo>
                <a:lnTo>
                  <a:pt x="2041" y="2137"/>
                </a:lnTo>
                <a:lnTo>
                  <a:pt x="2039" y="2138"/>
                </a:lnTo>
                <a:lnTo>
                  <a:pt x="2036" y="2140"/>
                </a:lnTo>
                <a:lnTo>
                  <a:pt x="2036" y="2139"/>
                </a:lnTo>
                <a:lnTo>
                  <a:pt x="2035" y="2139"/>
                </a:lnTo>
                <a:lnTo>
                  <a:pt x="2034" y="2139"/>
                </a:lnTo>
                <a:lnTo>
                  <a:pt x="2032" y="2141"/>
                </a:lnTo>
                <a:lnTo>
                  <a:pt x="2032" y="2142"/>
                </a:lnTo>
                <a:lnTo>
                  <a:pt x="2032" y="2143"/>
                </a:lnTo>
                <a:lnTo>
                  <a:pt x="2031" y="2144"/>
                </a:lnTo>
                <a:lnTo>
                  <a:pt x="2031" y="2145"/>
                </a:lnTo>
                <a:lnTo>
                  <a:pt x="2030" y="2145"/>
                </a:lnTo>
                <a:lnTo>
                  <a:pt x="2030" y="2146"/>
                </a:lnTo>
                <a:lnTo>
                  <a:pt x="2029" y="2145"/>
                </a:lnTo>
                <a:lnTo>
                  <a:pt x="2028" y="2146"/>
                </a:lnTo>
                <a:lnTo>
                  <a:pt x="2027" y="2146"/>
                </a:lnTo>
                <a:lnTo>
                  <a:pt x="2027" y="2147"/>
                </a:lnTo>
                <a:lnTo>
                  <a:pt x="2026" y="2147"/>
                </a:lnTo>
                <a:lnTo>
                  <a:pt x="2025" y="2147"/>
                </a:lnTo>
                <a:lnTo>
                  <a:pt x="2024" y="2149"/>
                </a:lnTo>
                <a:lnTo>
                  <a:pt x="2023" y="2149"/>
                </a:lnTo>
                <a:lnTo>
                  <a:pt x="2023" y="2150"/>
                </a:lnTo>
                <a:lnTo>
                  <a:pt x="2022" y="2150"/>
                </a:lnTo>
                <a:lnTo>
                  <a:pt x="2021" y="2151"/>
                </a:lnTo>
                <a:lnTo>
                  <a:pt x="2020" y="2150"/>
                </a:lnTo>
                <a:lnTo>
                  <a:pt x="2019" y="2150"/>
                </a:lnTo>
                <a:lnTo>
                  <a:pt x="2018" y="2151"/>
                </a:lnTo>
                <a:lnTo>
                  <a:pt x="2017" y="2151"/>
                </a:lnTo>
                <a:lnTo>
                  <a:pt x="2015" y="2150"/>
                </a:lnTo>
                <a:lnTo>
                  <a:pt x="2015" y="2149"/>
                </a:lnTo>
                <a:lnTo>
                  <a:pt x="2014" y="2148"/>
                </a:lnTo>
                <a:lnTo>
                  <a:pt x="2013" y="2148"/>
                </a:lnTo>
                <a:lnTo>
                  <a:pt x="2012" y="2148"/>
                </a:lnTo>
                <a:lnTo>
                  <a:pt x="2012" y="2149"/>
                </a:lnTo>
                <a:lnTo>
                  <a:pt x="2011" y="2149"/>
                </a:lnTo>
                <a:lnTo>
                  <a:pt x="2010" y="2148"/>
                </a:lnTo>
                <a:lnTo>
                  <a:pt x="2009" y="2149"/>
                </a:lnTo>
                <a:lnTo>
                  <a:pt x="2009" y="2150"/>
                </a:lnTo>
                <a:lnTo>
                  <a:pt x="2009" y="2151"/>
                </a:lnTo>
                <a:lnTo>
                  <a:pt x="2009" y="2152"/>
                </a:lnTo>
                <a:lnTo>
                  <a:pt x="2009" y="2154"/>
                </a:lnTo>
                <a:lnTo>
                  <a:pt x="2008" y="2155"/>
                </a:lnTo>
                <a:lnTo>
                  <a:pt x="2007" y="2156"/>
                </a:lnTo>
                <a:lnTo>
                  <a:pt x="2006" y="2156"/>
                </a:lnTo>
                <a:lnTo>
                  <a:pt x="2005" y="2156"/>
                </a:lnTo>
                <a:lnTo>
                  <a:pt x="2004" y="2157"/>
                </a:lnTo>
                <a:lnTo>
                  <a:pt x="2004" y="2158"/>
                </a:lnTo>
                <a:lnTo>
                  <a:pt x="2003" y="2159"/>
                </a:lnTo>
                <a:lnTo>
                  <a:pt x="2002" y="2159"/>
                </a:lnTo>
                <a:lnTo>
                  <a:pt x="2001" y="2160"/>
                </a:lnTo>
                <a:lnTo>
                  <a:pt x="1999" y="2160"/>
                </a:lnTo>
                <a:lnTo>
                  <a:pt x="1997" y="2161"/>
                </a:lnTo>
                <a:lnTo>
                  <a:pt x="1996" y="2162"/>
                </a:lnTo>
                <a:lnTo>
                  <a:pt x="1993" y="2163"/>
                </a:lnTo>
                <a:lnTo>
                  <a:pt x="1991" y="2163"/>
                </a:lnTo>
                <a:lnTo>
                  <a:pt x="1990" y="2163"/>
                </a:lnTo>
                <a:lnTo>
                  <a:pt x="1989" y="2161"/>
                </a:lnTo>
                <a:lnTo>
                  <a:pt x="1989" y="2160"/>
                </a:lnTo>
                <a:lnTo>
                  <a:pt x="1988" y="2159"/>
                </a:lnTo>
                <a:lnTo>
                  <a:pt x="1988" y="2158"/>
                </a:lnTo>
                <a:lnTo>
                  <a:pt x="1987" y="2158"/>
                </a:lnTo>
                <a:lnTo>
                  <a:pt x="1986" y="2156"/>
                </a:lnTo>
                <a:lnTo>
                  <a:pt x="1986" y="2155"/>
                </a:lnTo>
                <a:lnTo>
                  <a:pt x="1986" y="2154"/>
                </a:lnTo>
                <a:lnTo>
                  <a:pt x="1985" y="2154"/>
                </a:lnTo>
                <a:lnTo>
                  <a:pt x="1984" y="2154"/>
                </a:lnTo>
                <a:lnTo>
                  <a:pt x="1983" y="2154"/>
                </a:lnTo>
                <a:lnTo>
                  <a:pt x="1983" y="2153"/>
                </a:lnTo>
                <a:lnTo>
                  <a:pt x="1981" y="2153"/>
                </a:lnTo>
                <a:lnTo>
                  <a:pt x="1980" y="2153"/>
                </a:lnTo>
                <a:lnTo>
                  <a:pt x="1979" y="2152"/>
                </a:lnTo>
                <a:lnTo>
                  <a:pt x="1978" y="2152"/>
                </a:lnTo>
                <a:lnTo>
                  <a:pt x="1977" y="2152"/>
                </a:lnTo>
                <a:lnTo>
                  <a:pt x="1976" y="2152"/>
                </a:lnTo>
                <a:lnTo>
                  <a:pt x="1976" y="2153"/>
                </a:lnTo>
                <a:lnTo>
                  <a:pt x="1975" y="2154"/>
                </a:lnTo>
                <a:lnTo>
                  <a:pt x="1974" y="2154"/>
                </a:lnTo>
                <a:lnTo>
                  <a:pt x="1973" y="2154"/>
                </a:lnTo>
                <a:lnTo>
                  <a:pt x="1971" y="2154"/>
                </a:lnTo>
                <a:lnTo>
                  <a:pt x="1970" y="2155"/>
                </a:lnTo>
                <a:lnTo>
                  <a:pt x="1969" y="2155"/>
                </a:lnTo>
                <a:lnTo>
                  <a:pt x="1967" y="2155"/>
                </a:lnTo>
                <a:lnTo>
                  <a:pt x="1967" y="2156"/>
                </a:lnTo>
                <a:lnTo>
                  <a:pt x="1966" y="2156"/>
                </a:lnTo>
                <a:lnTo>
                  <a:pt x="1966" y="2157"/>
                </a:lnTo>
                <a:lnTo>
                  <a:pt x="1964" y="2158"/>
                </a:lnTo>
                <a:lnTo>
                  <a:pt x="1963" y="2158"/>
                </a:lnTo>
                <a:lnTo>
                  <a:pt x="1962" y="2158"/>
                </a:lnTo>
                <a:lnTo>
                  <a:pt x="1961" y="2159"/>
                </a:lnTo>
                <a:lnTo>
                  <a:pt x="1960" y="2160"/>
                </a:lnTo>
                <a:lnTo>
                  <a:pt x="1960" y="2161"/>
                </a:lnTo>
                <a:lnTo>
                  <a:pt x="1959" y="2161"/>
                </a:lnTo>
                <a:lnTo>
                  <a:pt x="1959" y="2160"/>
                </a:lnTo>
                <a:lnTo>
                  <a:pt x="1958" y="2161"/>
                </a:lnTo>
                <a:lnTo>
                  <a:pt x="1957" y="2161"/>
                </a:lnTo>
                <a:lnTo>
                  <a:pt x="1956" y="2162"/>
                </a:lnTo>
                <a:lnTo>
                  <a:pt x="1954" y="2162"/>
                </a:lnTo>
                <a:lnTo>
                  <a:pt x="1954" y="2161"/>
                </a:lnTo>
                <a:lnTo>
                  <a:pt x="1953" y="2161"/>
                </a:lnTo>
                <a:lnTo>
                  <a:pt x="1952" y="2162"/>
                </a:lnTo>
                <a:lnTo>
                  <a:pt x="1951" y="2161"/>
                </a:lnTo>
                <a:lnTo>
                  <a:pt x="1951" y="2160"/>
                </a:lnTo>
                <a:lnTo>
                  <a:pt x="1951" y="2159"/>
                </a:lnTo>
                <a:lnTo>
                  <a:pt x="1951" y="2158"/>
                </a:lnTo>
                <a:lnTo>
                  <a:pt x="1951" y="2157"/>
                </a:lnTo>
                <a:lnTo>
                  <a:pt x="1950" y="2156"/>
                </a:lnTo>
                <a:lnTo>
                  <a:pt x="1949" y="2155"/>
                </a:lnTo>
                <a:lnTo>
                  <a:pt x="1948" y="2154"/>
                </a:lnTo>
                <a:lnTo>
                  <a:pt x="1947" y="2154"/>
                </a:lnTo>
                <a:lnTo>
                  <a:pt x="1947" y="2153"/>
                </a:lnTo>
                <a:lnTo>
                  <a:pt x="1946" y="2151"/>
                </a:lnTo>
                <a:lnTo>
                  <a:pt x="1943" y="2149"/>
                </a:lnTo>
                <a:lnTo>
                  <a:pt x="1942" y="2149"/>
                </a:lnTo>
                <a:lnTo>
                  <a:pt x="1941" y="2149"/>
                </a:lnTo>
                <a:lnTo>
                  <a:pt x="1941" y="2150"/>
                </a:lnTo>
                <a:lnTo>
                  <a:pt x="1941" y="2151"/>
                </a:lnTo>
                <a:lnTo>
                  <a:pt x="1941" y="2152"/>
                </a:lnTo>
                <a:lnTo>
                  <a:pt x="1940" y="2152"/>
                </a:lnTo>
                <a:lnTo>
                  <a:pt x="1939" y="2152"/>
                </a:lnTo>
                <a:lnTo>
                  <a:pt x="1938" y="2152"/>
                </a:lnTo>
                <a:lnTo>
                  <a:pt x="1938" y="2153"/>
                </a:lnTo>
                <a:lnTo>
                  <a:pt x="1937" y="2153"/>
                </a:lnTo>
                <a:lnTo>
                  <a:pt x="1935" y="2153"/>
                </a:lnTo>
                <a:lnTo>
                  <a:pt x="1934" y="2153"/>
                </a:lnTo>
                <a:lnTo>
                  <a:pt x="1933" y="2153"/>
                </a:lnTo>
                <a:lnTo>
                  <a:pt x="1932" y="2153"/>
                </a:lnTo>
                <a:lnTo>
                  <a:pt x="1931" y="2153"/>
                </a:lnTo>
                <a:lnTo>
                  <a:pt x="1930" y="2154"/>
                </a:lnTo>
                <a:lnTo>
                  <a:pt x="1929" y="2154"/>
                </a:lnTo>
                <a:lnTo>
                  <a:pt x="1929" y="2155"/>
                </a:lnTo>
                <a:lnTo>
                  <a:pt x="1928" y="2155"/>
                </a:lnTo>
                <a:lnTo>
                  <a:pt x="1928" y="2154"/>
                </a:lnTo>
                <a:lnTo>
                  <a:pt x="1927" y="2154"/>
                </a:lnTo>
                <a:lnTo>
                  <a:pt x="1927" y="2153"/>
                </a:lnTo>
                <a:lnTo>
                  <a:pt x="1926" y="2153"/>
                </a:lnTo>
                <a:lnTo>
                  <a:pt x="1925" y="2153"/>
                </a:lnTo>
                <a:lnTo>
                  <a:pt x="1925" y="2152"/>
                </a:lnTo>
                <a:lnTo>
                  <a:pt x="1924" y="2151"/>
                </a:lnTo>
                <a:lnTo>
                  <a:pt x="1923" y="2149"/>
                </a:lnTo>
                <a:lnTo>
                  <a:pt x="1923" y="2148"/>
                </a:lnTo>
                <a:lnTo>
                  <a:pt x="1922" y="2147"/>
                </a:lnTo>
                <a:lnTo>
                  <a:pt x="1921" y="2146"/>
                </a:lnTo>
                <a:lnTo>
                  <a:pt x="1918" y="2148"/>
                </a:lnTo>
                <a:lnTo>
                  <a:pt x="1916" y="2149"/>
                </a:lnTo>
                <a:lnTo>
                  <a:pt x="1915" y="2149"/>
                </a:lnTo>
                <a:lnTo>
                  <a:pt x="1914" y="2149"/>
                </a:lnTo>
                <a:lnTo>
                  <a:pt x="1913" y="2149"/>
                </a:lnTo>
                <a:lnTo>
                  <a:pt x="1912" y="2150"/>
                </a:lnTo>
                <a:lnTo>
                  <a:pt x="1912" y="2149"/>
                </a:lnTo>
                <a:lnTo>
                  <a:pt x="1911" y="2149"/>
                </a:lnTo>
                <a:lnTo>
                  <a:pt x="1911" y="2148"/>
                </a:lnTo>
                <a:lnTo>
                  <a:pt x="1910" y="2147"/>
                </a:lnTo>
                <a:lnTo>
                  <a:pt x="1909" y="2146"/>
                </a:lnTo>
                <a:lnTo>
                  <a:pt x="1908" y="2146"/>
                </a:lnTo>
                <a:lnTo>
                  <a:pt x="1907" y="2145"/>
                </a:lnTo>
                <a:lnTo>
                  <a:pt x="1906" y="2144"/>
                </a:lnTo>
                <a:lnTo>
                  <a:pt x="1906" y="2143"/>
                </a:lnTo>
                <a:lnTo>
                  <a:pt x="1905" y="2143"/>
                </a:lnTo>
                <a:lnTo>
                  <a:pt x="1903" y="2143"/>
                </a:lnTo>
                <a:lnTo>
                  <a:pt x="1903" y="2142"/>
                </a:lnTo>
                <a:lnTo>
                  <a:pt x="1902" y="2140"/>
                </a:lnTo>
                <a:lnTo>
                  <a:pt x="1902" y="2139"/>
                </a:lnTo>
                <a:lnTo>
                  <a:pt x="1902" y="2138"/>
                </a:lnTo>
                <a:lnTo>
                  <a:pt x="1902" y="2137"/>
                </a:lnTo>
                <a:lnTo>
                  <a:pt x="1901" y="2137"/>
                </a:lnTo>
                <a:lnTo>
                  <a:pt x="1900" y="2135"/>
                </a:lnTo>
                <a:lnTo>
                  <a:pt x="1899" y="2135"/>
                </a:lnTo>
                <a:lnTo>
                  <a:pt x="1897" y="2134"/>
                </a:lnTo>
                <a:lnTo>
                  <a:pt x="1896" y="2134"/>
                </a:lnTo>
                <a:lnTo>
                  <a:pt x="1896" y="2135"/>
                </a:lnTo>
                <a:lnTo>
                  <a:pt x="1895" y="2135"/>
                </a:lnTo>
                <a:lnTo>
                  <a:pt x="1895" y="2136"/>
                </a:lnTo>
                <a:lnTo>
                  <a:pt x="1894" y="2136"/>
                </a:lnTo>
                <a:lnTo>
                  <a:pt x="1893" y="2136"/>
                </a:lnTo>
                <a:lnTo>
                  <a:pt x="1892" y="2135"/>
                </a:lnTo>
                <a:lnTo>
                  <a:pt x="1891" y="2134"/>
                </a:lnTo>
                <a:lnTo>
                  <a:pt x="1891" y="2133"/>
                </a:lnTo>
                <a:lnTo>
                  <a:pt x="1891" y="2132"/>
                </a:lnTo>
                <a:lnTo>
                  <a:pt x="1890" y="2132"/>
                </a:lnTo>
                <a:lnTo>
                  <a:pt x="1890" y="2130"/>
                </a:lnTo>
                <a:lnTo>
                  <a:pt x="1889" y="2130"/>
                </a:lnTo>
                <a:lnTo>
                  <a:pt x="1888" y="2130"/>
                </a:lnTo>
                <a:lnTo>
                  <a:pt x="1887" y="2130"/>
                </a:lnTo>
                <a:lnTo>
                  <a:pt x="1886" y="2129"/>
                </a:lnTo>
                <a:lnTo>
                  <a:pt x="1885" y="2130"/>
                </a:lnTo>
                <a:lnTo>
                  <a:pt x="1884" y="2131"/>
                </a:lnTo>
                <a:lnTo>
                  <a:pt x="1883" y="2131"/>
                </a:lnTo>
                <a:lnTo>
                  <a:pt x="1882" y="2131"/>
                </a:lnTo>
                <a:lnTo>
                  <a:pt x="1881" y="2131"/>
                </a:lnTo>
                <a:lnTo>
                  <a:pt x="1880" y="2131"/>
                </a:lnTo>
                <a:lnTo>
                  <a:pt x="1880" y="2130"/>
                </a:lnTo>
                <a:lnTo>
                  <a:pt x="1880" y="2129"/>
                </a:lnTo>
                <a:lnTo>
                  <a:pt x="1879" y="2128"/>
                </a:lnTo>
                <a:lnTo>
                  <a:pt x="1878" y="2128"/>
                </a:lnTo>
                <a:lnTo>
                  <a:pt x="1877" y="2128"/>
                </a:lnTo>
                <a:lnTo>
                  <a:pt x="1876" y="2128"/>
                </a:lnTo>
                <a:lnTo>
                  <a:pt x="1875" y="2127"/>
                </a:lnTo>
                <a:lnTo>
                  <a:pt x="1875" y="2126"/>
                </a:lnTo>
                <a:lnTo>
                  <a:pt x="1875" y="2125"/>
                </a:lnTo>
                <a:lnTo>
                  <a:pt x="1874" y="2124"/>
                </a:lnTo>
                <a:lnTo>
                  <a:pt x="1873" y="2124"/>
                </a:lnTo>
                <a:lnTo>
                  <a:pt x="1872" y="2124"/>
                </a:lnTo>
                <a:lnTo>
                  <a:pt x="1871" y="2123"/>
                </a:lnTo>
                <a:lnTo>
                  <a:pt x="1870" y="2123"/>
                </a:lnTo>
                <a:lnTo>
                  <a:pt x="1870" y="2122"/>
                </a:lnTo>
                <a:lnTo>
                  <a:pt x="1871" y="2122"/>
                </a:lnTo>
                <a:lnTo>
                  <a:pt x="1870" y="2122"/>
                </a:lnTo>
                <a:lnTo>
                  <a:pt x="1869" y="2121"/>
                </a:lnTo>
                <a:lnTo>
                  <a:pt x="1868" y="2120"/>
                </a:lnTo>
                <a:lnTo>
                  <a:pt x="1867" y="2120"/>
                </a:lnTo>
                <a:lnTo>
                  <a:pt x="1866" y="2119"/>
                </a:lnTo>
                <a:lnTo>
                  <a:pt x="1866" y="2118"/>
                </a:lnTo>
                <a:lnTo>
                  <a:pt x="1865" y="2116"/>
                </a:lnTo>
                <a:lnTo>
                  <a:pt x="1864" y="2116"/>
                </a:lnTo>
                <a:lnTo>
                  <a:pt x="1863" y="2115"/>
                </a:lnTo>
                <a:lnTo>
                  <a:pt x="1859" y="2115"/>
                </a:lnTo>
                <a:lnTo>
                  <a:pt x="1857" y="2114"/>
                </a:lnTo>
                <a:lnTo>
                  <a:pt x="1856" y="2114"/>
                </a:lnTo>
                <a:lnTo>
                  <a:pt x="1854" y="2114"/>
                </a:lnTo>
                <a:lnTo>
                  <a:pt x="1853" y="2113"/>
                </a:lnTo>
                <a:lnTo>
                  <a:pt x="1853" y="2109"/>
                </a:lnTo>
                <a:lnTo>
                  <a:pt x="1852" y="2107"/>
                </a:lnTo>
                <a:lnTo>
                  <a:pt x="1852" y="2106"/>
                </a:lnTo>
                <a:lnTo>
                  <a:pt x="1851" y="2104"/>
                </a:lnTo>
                <a:lnTo>
                  <a:pt x="1851" y="2103"/>
                </a:lnTo>
                <a:lnTo>
                  <a:pt x="1850" y="2103"/>
                </a:lnTo>
                <a:lnTo>
                  <a:pt x="1850" y="2102"/>
                </a:lnTo>
                <a:lnTo>
                  <a:pt x="1850" y="2101"/>
                </a:lnTo>
                <a:lnTo>
                  <a:pt x="1850" y="2100"/>
                </a:lnTo>
                <a:lnTo>
                  <a:pt x="1850" y="2099"/>
                </a:lnTo>
                <a:lnTo>
                  <a:pt x="1851" y="2098"/>
                </a:lnTo>
                <a:lnTo>
                  <a:pt x="1851" y="2097"/>
                </a:lnTo>
                <a:lnTo>
                  <a:pt x="1851" y="2096"/>
                </a:lnTo>
                <a:lnTo>
                  <a:pt x="1851" y="2094"/>
                </a:lnTo>
                <a:lnTo>
                  <a:pt x="1852" y="2094"/>
                </a:lnTo>
                <a:lnTo>
                  <a:pt x="1852" y="2093"/>
                </a:lnTo>
                <a:lnTo>
                  <a:pt x="1852" y="2092"/>
                </a:lnTo>
                <a:lnTo>
                  <a:pt x="1851" y="2092"/>
                </a:lnTo>
                <a:lnTo>
                  <a:pt x="1852" y="2091"/>
                </a:lnTo>
                <a:lnTo>
                  <a:pt x="1852" y="2090"/>
                </a:lnTo>
                <a:lnTo>
                  <a:pt x="1853" y="2090"/>
                </a:lnTo>
                <a:lnTo>
                  <a:pt x="1855" y="2089"/>
                </a:lnTo>
                <a:lnTo>
                  <a:pt x="1856" y="2089"/>
                </a:lnTo>
                <a:lnTo>
                  <a:pt x="1856" y="2090"/>
                </a:lnTo>
                <a:lnTo>
                  <a:pt x="1857" y="2090"/>
                </a:lnTo>
                <a:lnTo>
                  <a:pt x="1858" y="2090"/>
                </a:lnTo>
                <a:lnTo>
                  <a:pt x="1859" y="2090"/>
                </a:lnTo>
                <a:lnTo>
                  <a:pt x="1860" y="2090"/>
                </a:lnTo>
                <a:lnTo>
                  <a:pt x="1861" y="2090"/>
                </a:lnTo>
                <a:lnTo>
                  <a:pt x="1861" y="2091"/>
                </a:lnTo>
                <a:lnTo>
                  <a:pt x="1863" y="2091"/>
                </a:lnTo>
                <a:lnTo>
                  <a:pt x="1864" y="2091"/>
                </a:lnTo>
                <a:lnTo>
                  <a:pt x="1866" y="2090"/>
                </a:lnTo>
                <a:lnTo>
                  <a:pt x="1866" y="2089"/>
                </a:lnTo>
                <a:lnTo>
                  <a:pt x="1867" y="2088"/>
                </a:lnTo>
                <a:lnTo>
                  <a:pt x="1867" y="2086"/>
                </a:lnTo>
                <a:lnTo>
                  <a:pt x="1867" y="2085"/>
                </a:lnTo>
                <a:lnTo>
                  <a:pt x="1867" y="2083"/>
                </a:lnTo>
                <a:lnTo>
                  <a:pt x="1868" y="2081"/>
                </a:lnTo>
                <a:lnTo>
                  <a:pt x="1868" y="2080"/>
                </a:lnTo>
                <a:lnTo>
                  <a:pt x="1869" y="2079"/>
                </a:lnTo>
                <a:lnTo>
                  <a:pt x="1870" y="2079"/>
                </a:lnTo>
                <a:lnTo>
                  <a:pt x="1871" y="2078"/>
                </a:lnTo>
                <a:lnTo>
                  <a:pt x="1872" y="2078"/>
                </a:lnTo>
                <a:lnTo>
                  <a:pt x="1874" y="2077"/>
                </a:lnTo>
                <a:lnTo>
                  <a:pt x="1875" y="2076"/>
                </a:lnTo>
                <a:lnTo>
                  <a:pt x="1875" y="2074"/>
                </a:lnTo>
                <a:lnTo>
                  <a:pt x="1875" y="2073"/>
                </a:lnTo>
                <a:lnTo>
                  <a:pt x="1874" y="2072"/>
                </a:lnTo>
                <a:lnTo>
                  <a:pt x="1873" y="2072"/>
                </a:lnTo>
                <a:lnTo>
                  <a:pt x="1872" y="2072"/>
                </a:lnTo>
                <a:lnTo>
                  <a:pt x="1871" y="2072"/>
                </a:lnTo>
                <a:lnTo>
                  <a:pt x="1870" y="2072"/>
                </a:lnTo>
                <a:lnTo>
                  <a:pt x="1870" y="2071"/>
                </a:lnTo>
                <a:lnTo>
                  <a:pt x="1869" y="2071"/>
                </a:lnTo>
                <a:lnTo>
                  <a:pt x="1868" y="2071"/>
                </a:lnTo>
                <a:lnTo>
                  <a:pt x="1868" y="2072"/>
                </a:lnTo>
                <a:lnTo>
                  <a:pt x="1867" y="2073"/>
                </a:lnTo>
                <a:lnTo>
                  <a:pt x="1866" y="2073"/>
                </a:lnTo>
                <a:lnTo>
                  <a:pt x="1864" y="2072"/>
                </a:lnTo>
                <a:lnTo>
                  <a:pt x="1863" y="2072"/>
                </a:lnTo>
                <a:lnTo>
                  <a:pt x="1862" y="2071"/>
                </a:lnTo>
                <a:lnTo>
                  <a:pt x="1861" y="2071"/>
                </a:lnTo>
                <a:lnTo>
                  <a:pt x="1860" y="2071"/>
                </a:lnTo>
                <a:lnTo>
                  <a:pt x="1860" y="2070"/>
                </a:lnTo>
                <a:lnTo>
                  <a:pt x="1861" y="2068"/>
                </a:lnTo>
                <a:lnTo>
                  <a:pt x="1862" y="2067"/>
                </a:lnTo>
                <a:lnTo>
                  <a:pt x="1863" y="2067"/>
                </a:lnTo>
                <a:lnTo>
                  <a:pt x="1863" y="2066"/>
                </a:lnTo>
                <a:lnTo>
                  <a:pt x="1864" y="2064"/>
                </a:lnTo>
                <a:lnTo>
                  <a:pt x="1864" y="2063"/>
                </a:lnTo>
                <a:lnTo>
                  <a:pt x="1865" y="2062"/>
                </a:lnTo>
                <a:lnTo>
                  <a:pt x="1866" y="2062"/>
                </a:lnTo>
                <a:lnTo>
                  <a:pt x="1866" y="2061"/>
                </a:lnTo>
                <a:lnTo>
                  <a:pt x="1865" y="2061"/>
                </a:lnTo>
                <a:lnTo>
                  <a:pt x="1864" y="2061"/>
                </a:lnTo>
                <a:lnTo>
                  <a:pt x="1864" y="2062"/>
                </a:lnTo>
                <a:lnTo>
                  <a:pt x="1863" y="2061"/>
                </a:lnTo>
                <a:lnTo>
                  <a:pt x="1864" y="2061"/>
                </a:lnTo>
                <a:lnTo>
                  <a:pt x="1864" y="2060"/>
                </a:lnTo>
                <a:lnTo>
                  <a:pt x="1864" y="2059"/>
                </a:lnTo>
                <a:lnTo>
                  <a:pt x="1864" y="2058"/>
                </a:lnTo>
                <a:lnTo>
                  <a:pt x="1866" y="2058"/>
                </a:lnTo>
                <a:lnTo>
                  <a:pt x="1867" y="2057"/>
                </a:lnTo>
                <a:lnTo>
                  <a:pt x="1868" y="2057"/>
                </a:lnTo>
                <a:lnTo>
                  <a:pt x="1868" y="2056"/>
                </a:lnTo>
                <a:lnTo>
                  <a:pt x="1867" y="2055"/>
                </a:lnTo>
                <a:lnTo>
                  <a:pt x="1866" y="2055"/>
                </a:lnTo>
                <a:lnTo>
                  <a:pt x="1866" y="2054"/>
                </a:lnTo>
                <a:lnTo>
                  <a:pt x="1866" y="2053"/>
                </a:lnTo>
                <a:lnTo>
                  <a:pt x="1866" y="2052"/>
                </a:lnTo>
                <a:lnTo>
                  <a:pt x="1865" y="2051"/>
                </a:lnTo>
                <a:lnTo>
                  <a:pt x="1865" y="2050"/>
                </a:lnTo>
                <a:lnTo>
                  <a:pt x="1864" y="2049"/>
                </a:lnTo>
                <a:lnTo>
                  <a:pt x="1864" y="2048"/>
                </a:lnTo>
                <a:lnTo>
                  <a:pt x="1864" y="2047"/>
                </a:lnTo>
                <a:lnTo>
                  <a:pt x="1863" y="2046"/>
                </a:lnTo>
                <a:lnTo>
                  <a:pt x="1863" y="2044"/>
                </a:lnTo>
                <a:lnTo>
                  <a:pt x="1863" y="2043"/>
                </a:lnTo>
                <a:lnTo>
                  <a:pt x="1862" y="2040"/>
                </a:lnTo>
                <a:lnTo>
                  <a:pt x="1862" y="2039"/>
                </a:lnTo>
                <a:lnTo>
                  <a:pt x="1861" y="2038"/>
                </a:lnTo>
                <a:lnTo>
                  <a:pt x="1861" y="2037"/>
                </a:lnTo>
                <a:lnTo>
                  <a:pt x="1860" y="2036"/>
                </a:lnTo>
                <a:lnTo>
                  <a:pt x="1860" y="2035"/>
                </a:lnTo>
                <a:lnTo>
                  <a:pt x="1859" y="2035"/>
                </a:lnTo>
                <a:lnTo>
                  <a:pt x="1859" y="2034"/>
                </a:lnTo>
                <a:lnTo>
                  <a:pt x="1859" y="2033"/>
                </a:lnTo>
                <a:lnTo>
                  <a:pt x="1858" y="2032"/>
                </a:lnTo>
                <a:lnTo>
                  <a:pt x="1859" y="2030"/>
                </a:lnTo>
                <a:lnTo>
                  <a:pt x="1859" y="2029"/>
                </a:lnTo>
                <a:lnTo>
                  <a:pt x="1859" y="2028"/>
                </a:lnTo>
                <a:lnTo>
                  <a:pt x="1859" y="2026"/>
                </a:lnTo>
                <a:lnTo>
                  <a:pt x="1858" y="2025"/>
                </a:lnTo>
                <a:lnTo>
                  <a:pt x="1858" y="2024"/>
                </a:lnTo>
                <a:lnTo>
                  <a:pt x="1858" y="2023"/>
                </a:lnTo>
                <a:lnTo>
                  <a:pt x="1858" y="2022"/>
                </a:lnTo>
                <a:lnTo>
                  <a:pt x="1858" y="2021"/>
                </a:lnTo>
                <a:lnTo>
                  <a:pt x="1857" y="2020"/>
                </a:lnTo>
                <a:lnTo>
                  <a:pt x="1856" y="2018"/>
                </a:lnTo>
                <a:lnTo>
                  <a:pt x="1855" y="2016"/>
                </a:lnTo>
                <a:lnTo>
                  <a:pt x="1856" y="2016"/>
                </a:lnTo>
                <a:lnTo>
                  <a:pt x="1857" y="2015"/>
                </a:lnTo>
                <a:lnTo>
                  <a:pt x="1858" y="2015"/>
                </a:lnTo>
                <a:lnTo>
                  <a:pt x="1859" y="2014"/>
                </a:lnTo>
                <a:lnTo>
                  <a:pt x="1860" y="2014"/>
                </a:lnTo>
                <a:lnTo>
                  <a:pt x="1861" y="2014"/>
                </a:lnTo>
                <a:lnTo>
                  <a:pt x="1861" y="2015"/>
                </a:lnTo>
                <a:lnTo>
                  <a:pt x="1862" y="2015"/>
                </a:lnTo>
                <a:lnTo>
                  <a:pt x="1862" y="2016"/>
                </a:lnTo>
                <a:lnTo>
                  <a:pt x="1863" y="2017"/>
                </a:lnTo>
                <a:lnTo>
                  <a:pt x="1866" y="2017"/>
                </a:lnTo>
                <a:lnTo>
                  <a:pt x="1869" y="2017"/>
                </a:lnTo>
                <a:lnTo>
                  <a:pt x="1870" y="2017"/>
                </a:lnTo>
                <a:lnTo>
                  <a:pt x="1871" y="2018"/>
                </a:lnTo>
                <a:lnTo>
                  <a:pt x="1871" y="2017"/>
                </a:lnTo>
                <a:lnTo>
                  <a:pt x="1871" y="2016"/>
                </a:lnTo>
                <a:lnTo>
                  <a:pt x="1871" y="2015"/>
                </a:lnTo>
                <a:lnTo>
                  <a:pt x="1870" y="2015"/>
                </a:lnTo>
                <a:lnTo>
                  <a:pt x="1870" y="2014"/>
                </a:lnTo>
                <a:lnTo>
                  <a:pt x="1871" y="2014"/>
                </a:lnTo>
                <a:lnTo>
                  <a:pt x="1872" y="2014"/>
                </a:lnTo>
                <a:lnTo>
                  <a:pt x="1873" y="2013"/>
                </a:lnTo>
                <a:lnTo>
                  <a:pt x="1876" y="2012"/>
                </a:lnTo>
                <a:lnTo>
                  <a:pt x="1877" y="2012"/>
                </a:lnTo>
                <a:lnTo>
                  <a:pt x="1877" y="2011"/>
                </a:lnTo>
                <a:lnTo>
                  <a:pt x="1876" y="2011"/>
                </a:lnTo>
                <a:lnTo>
                  <a:pt x="1875" y="2011"/>
                </a:lnTo>
                <a:lnTo>
                  <a:pt x="1874" y="2011"/>
                </a:lnTo>
                <a:lnTo>
                  <a:pt x="1873" y="2011"/>
                </a:lnTo>
                <a:lnTo>
                  <a:pt x="1873" y="2010"/>
                </a:lnTo>
                <a:lnTo>
                  <a:pt x="1872" y="2009"/>
                </a:lnTo>
                <a:lnTo>
                  <a:pt x="1871" y="2009"/>
                </a:lnTo>
                <a:lnTo>
                  <a:pt x="1870" y="2009"/>
                </a:lnTo>
                <a:lnTo>
                  <a:pt x="1870" y="2008"/>
                </a:lnTo>
                <a:lnTo>
                  <a:pt x="1867" y="2007"/>
                </a:lnTo>
                <a:lnTo>
                  <a:pt x="1866" y="2007"/>
                </a:lnTo>
                <a:lnTo>
                  <a:pt x="1864" y="2007"/>
                </a:lnTo>
                <a:lnTo>
                  <a:pt x="1862" y="2009"/>
                </a:lnTo>
                <a:lnTo>
                  <a:pt x="1862" y="2010"/>
                </a:lnTo>
                <a:lnTo>
                  <a:pt x="1860" y="2011"/>
                </a:lnTo>
                <a:lnTo>
                  <a:pt x="1859" y="2011"/>
                </a:lnTo>
                <a:lnTo>
                  <a:pt x="1858" y="2010"/>
                </a:lnTo>
                <a:lnTo>
                  <a:pt x="1858" y="2009"/>
                </a:lnTo>
                <a:lnTo>
                  <a:pt x="1857" y="2009"/>
                </a:lnTo>
                <a:lnTo>
                  <a:pt x="1856" y="2010"/>
                </a:lnTo>
                <a:lnTo>
                  <a:pt x="1854" y="2010"/>
                </a:lnTo>
                <a:lnTo>
                  <a:pt x="1853" y="2009"/>
                </a:lnTo>
                <a:lnTo>
                  <a:pt x="1853" y="2008"/>
                </a:lnTo>
                <a:lnTo>
                  <a:pt x="1853" y="2007"/>
                </a:lnTo>
                <a:lnTo>
                  <a:pt x="1853" y="2006"/>
                </a:lnTo>
                <a:lnTo>
                  <a:pt x="1852" y="2005"/>
                </a:lnTo>
                <a:lnTo>
                  <a:pt x="1852" y="2004"/>
                </a:lnTo>
                <a:lnTo>
                  <a:pt x="1852" y="2003"/>
                </a:lnTo>
                <a:lnTo>
                  <a:pt x="1851" y="2001"/>
                </a:lnTo>
                <a:lnTo>
                  <a:pt x="1850" y="2001"/>
                </a:lnTo>
                <a:lnTo>
                  <a:pt x="1850" y="2000"/>
                </a:lnTo>
                <a:lnTo>
                  <a:pt x="1850" y="1998"/>
                </a:lnTo>
                <a:lnTo>
                  <a:pt x="1849" y="1997"/>
                </a:lnTo>
                <a:lnTo>
                  <a:pt x="1848" y="1997"/>
                </a:lnTo>
                <a:lnTo>
                  <a:pt x="1848" y="1996"/>
                </a:lnTo>
                <a:lnTo>
                  <a:pt x="1847" y="1995"/>
                </a:lnTo>
                <a:lnTo>
                  <a:pt x="1847" y="1994"/>
                </a:lnTo>
                <a:lnTo>
                  <a:pt x="1846" y="1994"/>
                </a:lnTo>
                <a:lnTo>
                  <a:pt x="1844" y="1995"/>
                </a:lnTo>
                <a:lnTo>
                  <a:pt x="1843" y="1995"/>
                </a:lnTo>
                <a:lnTo>
                  <a:pt x="1843" y="1996"/>
                </a:lnTo>
                <a:lnTo>
                  <a:pt x="1842" y="1995"/>
                </a:lnTo>
                <a:lnTo>
                  <a:pt x="1841" y="1995"/>
                </a:lnTo>
                <a:lnTo>
                  <a:pt x="1841" y="1992"/>
                </a:lnTo>
                <a:lnTo>
                  <a:pt x="1841" y="1991"/>
                </a:lnTo>
                <a:lnTo>
                  <a:pt x="1841" y="1990"/>
                </a:lnTo>
                <a:lnTo>
                  <a:pt x="1841" y="1989"/>
                </a:lnTo>
                <a:lnTo>
                  <a:pt x="1841" y="1987"/>
                </a:lnTo>
                <a:lnTo>
                  <a:pt x="1840" y="1986"/>
                </a:lnTo>
                <a:lnTo>
                  <a:pt x="1839" y="1986"/>
                </a:lnTo>
                <a:lnTo>
                  <a:pt x="1837" y="1984"/>
                </a:lnTo>
                <a:lnTo>
                  <a:pt x="1837" y="1983"/>
                </a:lnTo>
                <a:lnTo>
                  <a:pt x="1836" y="1983"/>
                </a:lnTo>
                <a:lnTo>
                  <a:pt x="1835" y="1982"/>
                </a:lnTo>
                <a:lnTo>
                  <a:pt x="1835" y="1980"/>
                </a:lnTo>
                <a:lnTo>
                  <a:pt x="1835" y="1979"/>
                </a:lnTo>
                <a:lnTo>
                  <a:pt x="1835" y="1978"/>
                </a:lnTo>
                <a:lnTo>
                  <a:pt x="1834" y="1977"/>
                </a:lnTo>
                <a:lnTo>
                  <a:pt x="1834" y="1976"/>
                </a:lnTo>
                <a:lnTo>
                  <a:pt x="1834" y="1975"/>
                </a:lnTo>
                <a:lnTo>
                  <a:pt x="1834" y="1974"/>
                </a:lnTo>
                <a:lnTo>
                  <a:pt x="1834" y="1973"/>
                </a:lnTo>
                <a:lnTo>
                  <a:pt x="1834" y="1972"/>
                </a:lnTo>
                <a:lnTo>
                  <a:pt x="1833" y="1972"/>
                </a:lnTo>
                <a:lnTo>
                  <a:pt x="1831" y="1970"/>
                </a:lnTo>
                <a:lnTo>
                  <a:pt x="1831" y="1969"/>
                </a:lnTo>
                <a:lnTo>
                  <a:pt x="1831" y="1968"/>
                </a:lnTo>
                <a:lnTo>
                  <a:pt x="1831" y="1967"/>
                </a:lnTo>
                <a:lnTo>
                  <a:pt x="1831" y="1966"/>
                </a:lnTo>
                <a:lnTo>
                  <a:pt x="1831" y="1965"/>
                </a:lnTo>
                <a:lnTo>
                  <a:pt x="1832" y="1964"/>
                </a:lnTo>
                <a:lnTo>
                  <a:pt x="1832" y="1963"/>
                </a:lnTo>
                <a:lnTo>
                  <a:pt x="1833" y="1962"/>
                </a:lnTo>
                <a:lnTo>
                  <a:pt x="1833" y="1961"/>
                </a:lnTo>
                <a:lnTo>
                  <a:pt x="1833" y="1960"/>
                </a:lnTo>
                <a:lnTo>
                  <a:pt x="1834" y="1960"/>
                </a:lnTo>
                <a:lnTo>
                  <a:pt x="1835" y="1959"/>
                </a:lnTo>
                <a:lnTo>
                  <a:pt x="1835" y="1958"/>
                </a:lnTo>
                <a:lnTo>
                  <a:pt x="1834" y="1958"/>
                </a:lnTo>
                <a:lnTo>
                  <a:pt x="1834" y="1957"/>
                </a:lnTo>
                <a:lnTo>
                  <a:pt x="1834" y="1956"/>
                </a:lnTo>
                <a:lnTo>
                  <a:pt x="1834" y="1955"/>
                </a:lnTo>
                <a:lnTo>
                  <a:pt x="1834" y="1954"/>
                </a:lnTo>
                <a:lnTo>
                  <a:pt x="1833" y="1952"/>
                </a:lnTo>
                <a:lnTo>
                  <a:pt x="1833" y="1951"/>
                </a:lnTo>
                <a:lnTo>
                  <a:pt x="1832" y="1951"/>
                </a:lnTo>
                <a:lnTo>
                  <a:pt x="1830" y="1950"/>
                </a:lnTo>
                <a:lnTo>
                  <a:pt x="1830" y="1949"/>
                </a:lnTo>
                <a:lnTo>
                  <a:pt x="1829" y="1948"/>
                </a:lnTo>
                <a:lnTo>
                  <a:pt x="1828" y="1948"/>
                </a:lnTo>
                <a:lnTo>
                  <a:pt x="1827" y="1947"/>
                </a:lnTo>
                <a:lnTo>
                  <a:pt x="1827" y="1946"/>
                </a:lnTo>
                <a:lnTo>
                  <a:pt x="1825" y="1944"/>
                </a:lnTo>
                <a:lnTo>
                  <a:pt x="1823" y="1941"/>
                </a:lnTo>
                <a:lnTo>
                  <a:pt x="1822" y="1941"/>
                </a:lnTo>
                <a:lnTo>
                  <a:pt x="1821" y="1941"/>
                </a:lnTo>
                <a:lnTo>
                  <a:pt x="1821" y="1940"/>
                </a:lnTo>
                <a:lnTo>
                  <a:pt x="1819" y="1939"/>
                </a:lnTo>
                <a:lnTo>
                  <a:pt x="1817" y="1939"/>
                </a:lnTo>
                <a:lnTo>
                  <a:pt x="1815" y="1938"/>
                </a:lnTo>
                <a:lnTo>
                  <a:pt x="1815" y="1937"/>
                </a:lnTo>
                <a:lnTo>
                  <a:pt x="1813" y="1937"/>
                </a:lnTo>
                <a:lnTo>
                  <a:pt x="1813" y="1936"/>
                </a:lnTo>
                <a:lnTo>
                  <a:pt x="1811" y="1936"/>
                </a:lnTo>
                <a:lnTo>
                  <a:pt x="1810" y="1936"/>
                </a:lnTo>
                <a:lnTo>
                  <a:pt x="1809" y="1937"/>
                </a:lnTo>
                <a:lnTo>
                  <a:pt x="1807" y="1937"/>
                </a:lnTo>
                <a:lnTo>
                  <a:pt x="1806" y="1937"/>
                </a:lnTo>
                <a:lnTo>
                  <a:pt x="1805" y="1937"/>
                </a:lnTo>
                <a:lnTo>
                  <a:pt x="1803" y="1938"/>
                </a:lnTo>
                <a:lnTo>
                  <a:pt x="1802" y="1938"/>
                </a:lnTo>
                <a:lnTo>
                  <a:pt x="1800" y="1939"/>
                </a:lnTo>
                <a:lnTo>
                  <a:pt x="1799" y="1939"/>
                </a:lnTo>
                <a:lnTo>
                  <a:pt x="1797" y="1939"/>
                </a:lnTo>
                <a:lnTo>
                  <a:pt x="1796" y="1938"/>
                </a:lnTo>
                <a:lnTo>
                  <a:pt x="1795" y="1938"/>
                </a:lnTo>
                <a:lnTo>
                  <a:pt x="1795" y="1937"/>
                </a:lnTo>
                <a:lnTo>
                  <a:pt x="1794" y="1937"/>
                </a:lnTo>
                <a:lnTo>
                  <a:pt x="1793" y="1937"/>
                </a:lnTo>
                <a:lnTo>
                  <a:pt x="1791" y="1937"/>
                </a:lnTo>
                <a:lnTo>
                  <a:pt x="1788" y="1937"/>
                </a:lnTo>
                <a:lnTo>
                  <a:pt x="1786" y="1937"/>
                </a:lnTo>
                <a:lnTo>
                  <a:pt x="1785" y="1937"/>
                </a:lnTo>
                <a:lnTo>
                  <a:pt x="1784" y="1937"/>
                </a:lnTo>
                <a:lnTo>
                  <a:pt x="1784" y="1936"/>
                </a:lnTo>
                <a:lnTo>
                  <a:pt x="1783" y="1936"/>
                </a:lnTo>
                <a:lnTo>
                  <a:pt x="1782" y="1936"/>
                </a:lnTo>
                <a:lnTo>
                  <a:pt x="1781" y="1936"/>
                </a:lnTo>
                <a:lnTo>
                  <a:pt x="1780" y="1937"/>
                </a:lnTo>
                <a:lnTo>
                  <a:pt x="1780" y="1938"/>
                </a:lnTo>
                <a:lnTo>
                  <a:pt x="1779" y="1938"/>
                </a:lnTo>
                <a:lnTo>
                  <a:pt x="1777" y="1937"/>
                </a:lnTo>
                <a:lnTo>
                  <a:pt x="1775" y="1937"/>
                </a:lnTo>
                <a:lnTo>
                  <a:pt x="1774" y="1938"/>
                </a:lnTo>
                <a:lnTo>
                  <a:pt x="1773" y="1938"/>
                </a:lnTo>
                <a:lnTo>
                  <a:pt x="1772" y="1939"/>
                </a:lnTo>
                <a:lnTo>
                  <a:pt x="1772" y="1940"/>
                </a:lnTo>
                <a:lnTo>
                  <a:pt x="1771" y="1941"/>
                </a:lnTo>
                <a:lnTo>
                  <a:pt x="1770" y="1940"/>
                </a:lnTo>
                <a:lnTo>
                  <a:pt x="1769" y="1940"/>
                </a:lnTo>
                <a:lnTo>
                  <a:pt x="1768" y="1940"/>
                </a:lnTo>
                <a:lnTo>
                  <a:pt x="1768" y="1941"/>
                </a:lnTo>
                <a:lnTo>
                  <a:pt x="1766" y="1941"/>
                </a:lnTo>
                <a:lnTo>
                  <a:pt x="1766" y="1942"/>
                </a:lnTo>
                <a:lnTo>
                  <a:pt x="1765" y="1942"/>
                </a:lnTo>
                <a:lnTo>
                  <a:pt x="1764" y="1941"/>
                </a:lnTo>
                <a:lnTo>
                  <a:pt x="1764" y="1940"/>
                </a:lnTo>
                <a:lnTo>
                  <a:pt x="1763" y="1939"/>
                </a:lnTo>
                <a:lnTo>
                  <a:pt x="1762" y="1939"/>
                </a:lnTo>
                <a:lnTo>
                  <a:pt x="1761" y="1939"/>
                </a:lnTo>
                <a:lnTo>
                  <a:pt x="1760" y="1938"/>
                </a:lnTo>
                <a:lnTo>
                  <a:pt x="1760" y="1937"/>
                </a:lnTo>
                <a:lnTo>
                  <a:pt x="1759" y="1937"/>
                </a:lnTo>
                <a:lnTo>
                  <a:pt x="1758" y="1937"/>
                </a:lnTo>
                <a:lnTo>
                  <a:pt x="1757" y="1937"/>
                </a:lnTo>
                <a:lnTo>
                  <a:pt x="1757" y="1936"/>
                </a:lnTo>
                <a:lnTo>
                  <a:pt x="1756" y="1936"/>
                </a:lnTo>
                <a:lnTo>
                  <a:pt x="1756" y="1935"/>
                </a:lnTo>
                <a:lnTo>
                  <a:pt x="1754" y="1935"/>
                </a:lnTo>
                <a:lnTo>
                  <a:pt x="1753" y="1934"/>
                </a:lnTo>
                <a:lnTo>
                  <a:pt x="1753" y="1935"/>
                </a:lnTo>
                <a:lnTo>
                  <a:pt x="1752" y="1936"/>
                </a:lnTo>
                <a:lnTo>
                  <a:pt x="1752" y="1935"/>
                </a:lnTo>
                <a:lnTo>
                  <a:pt x="1751" y="1935"/>
                </a:lnTo>
                <a:lnTo>
                  <a:pt x="1751" y="1934"/>
                </a:lnTo>
                <a:lnTo>
                  <a:pt x="1750" y="1934"/>
                </a:lnTo>
                <a:lnTo>
                  <a:pt x="1750" y="1935"/>
                </a:lnTo>
                <a:lnTo>
                  <a:pt x="1749" y="1936"/>
                </a:lnTo>
                <a:lnTo>
                  <a:pt x="1749" y="1935"/>
                </a:lnTo>
                <a:lnTo>
                  <a:pt x="1748" y="1934"/>
                </a:lnTo>
                <a:lnTo>
                  <a:pt x="1749" y="1934"/>
                </a:lnTo>
                <a:lnTo>
                  <a:pt x="1749" y="1933"/>
                </a:lnTo>
                <a:lnTo>
                  <a:pt x="1747" y="1933"/>
                </a:lnTo>
                <a:lnTo>
                  <a:pt x="1746" y="1934"/>
                </a:lnTo>
                <a:lnTo>
                  <a:pt x="1746" y="1933"/>
                </a:lnTo>
                <a:lnTo>
                  <a:pt x="1746" y="1932"/>
                </a:lnTo>
                <a:lnTo>
                  <a:pt x="1748" y="1931"/>
                </a:lnTo>
                <a:lnTo>
                  <a:pt x="1749" y="1931"/>
                </a:lnTo>
                <a:lnTo>
                  <a:pt x="1749" y="1930"/>
                </a:lnTo>
                <a:lnTo>
                  <a:pt x="1749" y="1929"/>
                </a:lnTo>
                <a:lnTo>
                  <a:pt x="1748" y="1929"/>
                </a:lnTo>
                <a:lnTo>
                  <a:pt x="1748" y="1930"/>
                </a:lnTo>
                <a:lnTo>
                  <a:pt x="1747" y="1930"/>
                </a:lnTo>
                <a:lnTo>
                  <a:pt x="1747" y="1929"/>
                </a:lnTo>
                <a:lnTo>
                  <a:pt x="1747" y="1928"/>
                </a:lnTo>
                <a:lnTo>
                  <a:pt x="1746" y="1929"/>
                </a:lnTo>
                <a:lnTo>
                  <a:pt x="1746" y="1930"/>
                </a:lnTo>
                <a:lnTo>
                  <a:pt x="1746" y="1931"/>
                </a:lnTo>
                <a:lnTo>
                  <a:pt x="1745" y="1931"/>
                </a:lnTo>
                <a:lnTo>
                  <a:pt x="1744" y="1931"/>
                </a:lnTo>
                <a:lnTo>
                  <a:pt x="1743" y="1930"/>
                </a:lnTo>
                <a:lnTo>
                  <a:pt x="1743" y="1929"/>
                </a:lnTo>
                <a:lnTo>
                  <a:pt x="1744" y="1928"/>
                </a:lnTo>
                <a:lnTo>
                  <a:pt x="1742" y="1927"/>
                </a:lnTo>
                <a:lnTo>
                  <a:pt x="1741" y="1927"/>
                </a:lnTo>
                <a:lnTo>
                  <a:pt x="1741" y="1928"/>
                </a:lnTo>
                <a:lnTo>
                  <a:pt x="1741" y="1929"/>
                </a:lnTo>
                <a:lnTo>
                  <a:pt x="1741" y="1930"/>
                </a:lnTo>
                <a:lnTo>
                  <a:pt x="1740" y="1930"/>
                </a:lnTo>
                <a:lnTo>
                  <a:pt x="1738" y="1929"/>
                </a:lnTo>
                <a:lnTo>
                  <a:pt x="1738" y="1928"/>
                </a:lnTo>
                <a:lnTo>
                  <a:pt x="1738" y="1927"/>
                </a:lnTo>
                <a:lnTo>
                  <a:pt x="1737" y="1926"/>
                </a:lnTo>
                <a:lnTo>
                  <a:pt x="1737" y="1927"/>
                </a:lnTo>
                <a:lnTo>
                  <a:pt x="1736" y="1927"/>
                </a:lnTo>
                <a:lnTo>
                  <a:pt x="1736" y="1928"/>
                </a:lnTo>
                <a:lnTo>
                  <a:pt x="1737" y="1928"/>
                </a:lnTo>
                <a:lnTo>
                  <a:pt x="1737" y="1929"/>
                </a:lnTo>
                <a:lnTo>
                  <a:pt x="1736" y="1929"/>
                </a:lnTo>
                <a:lnTo>
                  <a:pt x="1736" y="1930"/>
                </a:lnTo>
                <a:lnTo>
                  <a:pt x="1735" y="1930"/>
                </a:lnTo>
                <a:lnTo>
                  <a:pt x="1735" y="1931"/>
                </a:lnTo>
                <a:lnTo>
                  <a:pt x="1735" y="1932"/>
                </a:lnTo>
                <a:lnTo>
                  <a:pt x="1734" y="1932"/>
                </a:lnTo>
                <a:lnTo>
                  <a:pt x="1733" y="1932"/>
                </a:lnTo>
                <a:lnTo>
                  <a:pt x="1732" y="1932"/>
                </a:lnTo>
                <a:lnTo>
                  <a:pt x="1731" y="1933"/>
                </a:lnTo>
                <a:lnTo>
                  <a:pt x="1730" y="1936"/>
                </a:lnTo>
                <a:lnTo>
                  <a:pt x="1730" y="1937"/>
                </a:lnTo>
                <a:lnTo>
                  <a:pt x="1730" y="1938"/>
                </a:lnTo>
                <a:lnTo>
                  <a:pt x="1729" y="1938"/>
                </a:lnTo>
                <a:lnTo>
                  <a:pt x="1728" y="1938"/>
                </a:lnTo>
                <a:lnTo>
                  <a:pt x="1727" y="1937"/>
                </a:lnTo>
                <a:lnTo>
                  <a:pt x="1726" y="1936"/>
                </a:lnTo>
                <a:lnTo>
                  <a:pt x="1725" y="1936"/>
                </a:lnTo>
                <a:lnTo>
                  <a:pt x="1724" y="1937"/>
                </a:lnTo>
                <a:lnTo>
                  <a:pt x="1724" y="1936"/>
                </a:lnTo>
                <a:lnTo>
                  <a:pt x="1725" y="1936"/>
                </a:lnTo>
                <a:lnTo>
                  <a:pt x="1725" y="1935"/>
                </a:lnTo>
                <a:lnTo>
                  <a:pt x="1726" y="1935"/>
                </a:lnTo>
                <a:lnTo>
                  <a:pt x="1726" y="1934"/>
                </a:lnTo>
                <a:lnTo>
                  <a:pt x="1726" y="1933"/>
                </a:lnTo>
                <a:lnTo>
                  <a:pt x="1726" y="1932"/>
                </a:lnTo>
                <a:lnTo>
                  <a:pt x="1727" y="1932"/>
                </a:lnTo>
                <a:lnTo>
                  <a:pt x="1728" y="1930"/>
                </a:lnTo>
                <a:lnTo>
                  <a:pt x="1728" y="1929"/>
                </a:lnTo>
                <a:lnTo>
                  <a:pt x="1729" y="1928"/>
                </a:lnTo>
                <a:lnTo>
                  <a:pt x="1729" y="1926"/>
                </a:lnTo>
                <a:lnTo>
                  <a:pt x="1729" y="1925"/>
                </a:lnTo>
                <a:lnTo>
                  <a:pt x="1729" y="1924"/>
                </a:lnTo>
                <a:lnTo>
                  <a:pt x="1728" y="1923"/>
                </a:lnTo>
                <a:lnTo>
                  <a:pt x="1727" y="1923"/>
                </a:lnTo>
                <a:lnTo>
                  <a:pt x="1726" y="1922"/>
                </a:lnTo>
                <a:lnTo>
                  <a:pt x="1727" y="1922"/>
                </a:lnTo>
                <a:lnTo>
                  <a:pt x="1727" y="1921"/>
                </a:lnTo>
                <a:lnTo>
                  <a:pt x="1727" y="1920"/>
                </a:lnTo>
                <a:lnTo>
                  <a:pt x="1727" y="1919"/>
                </a:lnTo>
                <a:lnTo>
                  <a:pt x="1728" y="1919"/>
                </a:lnTo>
                <a:lnTo>
                  <a:pt x="1728" y="1918"/>
                </a:lnTo>
                <a:lnTo>
                  <a:pt x="1727" y="1917"/>
                </a:lnTo>
                <a:lnTo>
                  <a:pt x="1727" y="1916"/>
                </a:lnTo>
                <a:lnTo>
                  <a:pt x="1726" y="1915"/>
                </a:lnTo>
                <a:lnTo>
                  <a:pt x="1727" y="1914"/>
                </a:lnTo>
                <a:lnTo>
                  <a:pt x="1727" y="1913"/>
                </a:lnTo>
                <a:lnTo>
                  <a:pt x="1727" y="1912"/>
                </a:lnTo>
                <a:lnTo>
                  <a:pt x="1727" y="1911"/>
                </a:lnTo>
                <a:lnTo>
                  <a:pt x="1726" y="1910"/>
                </a:lnTo>
                <a:lnTo>
                  <a:pt x="1725" y="1910"/>
                </a:lnTo>
                <a:lnTo>
                  <a:pt x="1723" y="1909"/>
                </a:lnTo>
                <a:lnTo>
                  <a:pt x="1722" y="1909"/>
                </a:lnTo>
                <a:lnTo>
                  <a:pt x="1722" y="1910"/>
                </a:lnTo>
                <a:lnTo>
                  <a:pt x="1721" y="1910"/>
                </a:lnTo>
                <a:lnTo>
                  <a:pt x="1720" y="1910"/>
                </a:lnTo>
                <a:lnTo>
                  <a:pt x="1718" y="1909"/>
                </a:lnTo>
                <a:lnTo>
                  <a:pt x="1717" y="1909"/>
                </a:lnTo>
                <a:lnTo>
                  <a:pt x="1716" y="1911"/>
                </a:lnTo>
                <a:lnTo>
                  <a:pt x="1716" y="1913"/>
                </a:lnTo>
                <a:lnTo>
                  <a:pt x="1715" y="1914"/>
                </a:lnTo>
                <a:lnTo>
                  <a:pt x="1714" y="1915"/>
                </a:lnTo>
                <a:lnTo>
                  <a:pt x="1713" y="1915"/>
                </a:lnTo>
                <a:lnTo>
                  <a:pt x="1712" y="1915"/>
                </a:lnTo>
                <a:lnTo>
                  <a:pt x="1712" y="1916"/>
                </a:lnTo>
                <a:lnTo>
                  <a:pt x="1712" y="1917"/>
                </a:lnTo>
                <a:lnTo>
                  <a:pt x="1711" y="1918"/>
                </a:lnTo>
                <a:lnTo>
                  <a:pt x="1711" y="1919"/>
                </a:lnTo>
                <a:lnTo>
                  <a:pt x="1712" y="1920"/>
                </a:lnTo>
                <a:lnTo>
                  <a:pt x="1711" y="1922"/>
                </a:lnTo>
                <a:lnTo>
                  <a:pt x="1710" y="1923"/>
                </a:lnTo>
                <a:lnTo>
                  <a:pt x="1708" y="1922"/>
                </a:lnTo>
                <a:lnTo>
                  <a:pt x="1707" y="1922"/>
                </a:lnTo>
                <a:lnTo>
                  <a:pt x="1706" y="1922"/>
                </a:lnTo>
                <a:lnTo>
                  <a:pt x="1704" y="1922"/>
                </a:lnTo>
                <a:lnTo>
                  <a:pt x="1703" y="1922"/>
                </a:lnTo>
                <a:lnTo>
                  <a:pt x="1703" y="1921"/>
                </a:lnTo>
                <a:lnTo>
                  <a:pt x="1701" y="1921"/>
                </a:lnTo>
                <a:lnTo>
                  <a:pt x="1701" y="1922"/>
                </a:lnTo>
                <a:lnTo>
                  <a:pt x="1700" y="1922"/>
                </a:lnTo>
                <a:lnTo>
                  <a:pt x="1699" y="1922"/>
                </a:lnTo>
                <a:lnTo>
                  <a:pt x="1698" y="1923"/>
                </a:lnTo>
                <a:lnTo>
                  <a:pt x="1697" y="1923"/>
                </a:lnTo>
                <a:lnTo>
                  <a:pt x="1696" y="1923"/>
                </a:lnTo>
                <a:lnTo>
                  <a:pt x="1695" y="1923"/>
                </a:lnTo>
                <a:lnTo>
                  <a:pt x="1694" y="1923"/>
                </a:lnTo>
                <a:lnTo>
                  <a:pt x="1693" y="1923"/>
                </a:lnTo>
                <a:lnTo>
                  <a:pt x="1692" y="1923"/>
                </a:lnTo>
                <a:lnTo>
                  <a:pt x="1692" y="1922"/>
                </a:lnTo>
                <a:lnTo>
                  <a:pt x="1690" y="1921"/>
                </a:lnTo>
                <a:lnTo>
                  <a:pt x="1689" y="1920"/>
                </a:lnTo>
                <a:lnTo>
                  <a:pt x="1688" y="1919"/>
                </a:lnTo>
                <a:lnTo>
                  <a:pt x="1687" y="1919"/>
                </a:lnTo>
                <a:lnTo>
                  <a:pt x="1686" y="1917"/>
                </a:lnTo>
                <a:lnTo>
                  <a:pt x="1685" y="1917"/>
                </a:lnTo>
                <a:lnTo>
                  <a:pt x="1684" y="1917"/>
                </a:lnTo>
                <a:lnTo>
                  <a:pt x="1684" y="1916"/>
                </a:lnTo>
                <a:lnTo>
                  <a:pt x="1684" y="1915"/>
                </a:lnTo>
                <a:lnTo>
                  <a:pt x="1685" y="1914"/>
                </a:lnTo>
                <a:lnTo>
                  <a:pt x="1686" y="1914"/>
                </a:lnTo>
                <a:lnTo>
                  <a:pt x="1686" y="1911"/>
                </a:lnTo>
                <a:lnTo>
                  <a:pt x="1685" y="1911"/>
                </a:lnTo>
                <a:lnTo>
                  <a:pt x="1685" y="1910"/>
                </a:lnTo>
                <a:lnTo>
                  <a:pt x="1684" y="1910"/>
                </a:lnTo>
                <a:lnTo>
                  <a:pt x="1683" y="1909"/>
                </a:lnTo>
                <a:lnTo>
                  <a:pt x="1682" y="1909"/>
                </a:lnTo>
                <a:lnTo>
                  <a:pt x="1681" y="1908"/>
                </a:lnTo>
                <a:lnTo>
                  <a:pt x="1680" y="1908"/>
                </a:lnTo>
                <a:lnTo>
                  <a:pt x="1679" y="1908"/>
                </a:lnTo>
                <a:lnTo>
                  <a:pt x="1678" y="1909"/>
                </a:lnTo>
                <a:lnTo>
                  <a:pt x="1676" y="1911"/>
                </a:lnTo>
                <a:lnTo>
                  <a:pt x="1676" y="1912"/>
                </a:lnTo>
                <a:lnTo>
                  <a:pt x="1675" y="1912"/>
                </a:lnTo>
                <a:lnTo>
                  <a:pt x="1674" y="1912"/>
                </a:lnTo>
                <a:lnTo>
                  <a:pt x="1672" y="1912"/>
                </a:lnTo>
                <a:lnTo>
                  <a:pt x="1671" y="1911"/>
                </a:lnTo>
                <a:lnTo>
                  <a:pt x="1670" y="1911"/>
                </a:lnTo>
                <a:lnTo>
                  <a:pt x="1669" y="1910"/>
                </a:lnTo>
                <a:lnTo>
                  <a:pt x="1668" y="1910"/>
                </a:lnTo>
                <a:lnTo>
                  <a:pt x="1667" y="1910"/>
                </a:lnTo>
                <a:lnTo>
                  <a:pt x="1666" y="1910"/>
                </a:lnTo>
                <a:lnTo>
                  <a:pt x="1665" y="1909"/>
                </a:lnTo>
                <a:lnTo>
                  <a:pt x="1665" y="1910"/>
                </a:lnTo>
                <a:lnTo>
                  <a:pt x="1665" y="1909"/>
                </a:lnTo>
                <a:lnTo>
                  <a:pt x="1663" y="1908"/>
                </a:lnTo>
                <a:lnTo>
                  <a:pt x="1663" y="1907"/>
                </a:lnTo>
                <a:lnTo>
                  <a:pt x="1663" y="1906"/>
                </a:lnTo>
                <a:lnTo>
                  <a:pt x="1664" y="1905"/>
                </a:lnTo>
                <a:lnTo>
                  <a:pt x="1664" y="1904"/>
                </a:lnTo>
                <a:lnTo>
                  <a:pt x="1665" y="1902"/>
                </a:lnTo>
                <a:lnTo>
                  <a:pt x="1666" y="1900"/>
                </a:lnTo>
                <a:lnTo>
                  <a:pt x="1666" y="1899"/>
                </a:lnTo>
                <a:lnTo>
                  <a:pt x="1666" y="1898"/>
                </a:lnTo>
                <a:lnTo>
                  <a:pt x="1665" y="1898"/>
                </a:lnTo>
                <a:lnTo>
                  <a:pt x="1665" y="1897"/>
                </a:lnTo>
                <a:lnTo>
                  <a:pt x="1666" y="1897"/>
                </a:lnTo>
                <a:lnTo>
                  <a:pt x="1666" y="1896"/>
                </a:lnTo>
                <a:lnTo>
                  <a:pt x="1666" y="1895"/>
                </a:lnTo>
                <a:lnTo>
                  <a:pt x="1667" y="1894"/>
                </a:lnTo>
                <a:lnTo>
                  <a:pt x="1668" y="1892"/>
                </a:lnTo>
                <a:lnTo>
                  <a:pt x="1669" y="1891"/>
                </a:lnTo>
                <a:lnTo>
                  <a:pt x="1669" y="1890"/>
                </a:lnTo>
                <a:lnTo>
                  <a:pt x="1669" y="1889"/>
                </a:lnTo>
                <a:lnTo>
                  <a:pt x="1669" y="1888"/>
                </a:lnTo>
                <a:lnTo>
                  <a:pt x="1668" y="1887"/>
                </a:lnTo>
                <a:lnTo>
                  <a:pt x="1667" y="1885"/>
                </a:lnTo>
                <a:lnTo>
                  <a:pt x="1666" y="1884"/>
                </a:lnTo>
                <a:lnTo>
                  <a:pt x="1665" y="1883"/>
                </a:lnTo>
                <a:lnTo>
                  <a:pt x="1664" y="1883"/>
                </a:lnTo>
                <a:lnTo>
                  <a:pt x="1664" y="1884"/>
                </a:lnTo>
                <a:lnTo>
                  <a:pt x="1664" y="1885"/>
                </a:lnTo>
                <a:lnTo>
                  <a:pt x="1663" y="1885"/>
                </a:lnTo>
                <a:lnTo>
                  <a:pt x="1662" y="1885"/>
                </a:lnTo>
                <a:lnTo>
                  <a:pt x="1662" y="1884"/>
                </a:lnTo>
                <a:lnTo>
                  <a:pt x="1661" y="1884"/>
                </a:lnTo>
                <a:lnTo>
                  <a:pt x="1660" y="1884"/>
                </a:lnTo>
                <a:lnTo>
                  <a:pt x="1659" y="1883"/>
                </a:lnTo>
                <a:lnTo>
                  <a:pt x="1659" y="1882"/>
                </a:lnTo>
                <a:lnTo>
                  <a:pt x="1659" y="1880"/>
                </a:lnTo>
                <a:lnTo>
                  <a:pt x="1658" y="1879"/>
                </a:lnTo>
                <a:lnTo>
                  <a:pt x="1658" y="1878"/>
                </a:lnTo>
                <a:lnTo>
                  <a:pt x="1658" y="1877"/>
                </a:lnTo>
                <a:lnTo>
                  <a:pt x="1659" y="1876"/>
                </a:lnTo>
                <a:lnTo>
                  <a:pt x="1659" y="1875"/>
                </a:lnTo>
                <a:lnTo>
                  <a:pt x="1660" y="1875"/>
                </a:lnTo>
                <a:lnTo>
                  <a:pt x="1661" y="1875"/>
                </a:lnTo>
                <a:lnTo>
                  <a:pt x="1662" y="1874"/>
                </a:lnTo>
                <a:lnTo>
                  <a:pt x="1662" y="1873"/>
                </a:lnTo>
                <a:lnTo>
                  <a:pt x="1662" y="1872"/>
                </a:lnTo>
                <a:lnTo>
                  <a:pt x="1663" y="1871"/>
                </a:lnTo>
                <a:lnTo>
                  <a:pt x="1664" y="1871"/>
                </a:lnTo>
                <a:lnTo>
                  <a:pt x="1664" y="1870"/>
                </a:lnTo>
                <a:lnTo>
                  <a:pt x="1665" y="1868"/>
                </a:lnTo>
                <a:lnTo>
                  <a:pt x="1665" y="1867"/>
                </a:lnTo>
                <a:lnTo>
                  <a:pt x="1664" y="1866"/>
                </a:lnTo>
                <a:lnTo>
                  <a:pt x="1664" y="1865"/>
                </a:lnTo>
                <a:lnTo>
                  <a:pt x="1664" y="1864"/>
                </a:lnTo>
                <a:lnTo>
                  <a:pt x="1663" y="1862"/>
                </a:lnTo>
                <a:lnTo>
                  <a:pt x="1662" y="1861"/>
                </a:lnTo>
                <a:lnTo>
                  <a:pt x="1661" y="1861"/>
                </a:lnTo>
                <a:lnTo>
                  <a:pt x="1660" y="1862"/>
                </a:lnTo>
                <a:lnTo>
                  <a:pt x="1659" y="1862"/>
                </a:lnTo>
                <a:lnTo>
                  <a:pt x="1658" y="1862"/>
                </a:lnTo>
                <a:lnTo>
                  <a:pt x="1659" y="1861"/>
                </a:lnTo>
                <a:lnTo>
                  <a:pt x="1659" y="1860"/>
                </a:lnTo>
                <a:lnTo>
                  <a:pt x="1660" y="1858"/>
                </a:lnTo>
                <a:lnTo>
                  <a:pt x="1660" y="1857"/>
                </a:lnTo>
                <a:lnTo>
                  <a:pt x="1660" y="1856"/>
                </a:lnTo>
                <a:lnTo>
                  <a:pt x="1660" y="1855"/>
                </a:lnTo>
                <a:lnTo>
                  <a:pt x="1661" y="1855"/>
                </a:lnTo>
                <a:lnTo>
                  <a:pt x="1661" y="1856"/>
                </a:lnTo>
                <a:lnTo>
                  <a:pt x="1662" y="1856"/>
                </a:lnTo>
                <a:lnTo>
                  <a:pt x="1663" y="1857"/>
                </a:lnTo>
                <a:lnTo>
                  <a:pt x="1664" y="1856"/>
                </a:lnTo>
                <a:lnTo>
                  <a:pt x="1665" y="1855"/>
                </a:lnTo>
                <a:lnTo>
                  <a:pt x="1666" y="1855"/>
                </a:lnTo>
                <a:lnTo>
                  <a:pt x="1666" y="1856"/>
                </a:lnTo>
                <a:lnTo>
                  <a:pt x="1667" y="1856"/>
                </a:lnTo>
                <a:lnTo>
                  <a:pt x="1668" y="1855"/>
                </a:lnTo>
                <a:lnTo>
                  <a:pt x="1668" y="1854"/>
                </a:lnTo>
                <a:lnTo>
                  <a:pt x="1667" y="1854"/>
                </a:lnTo>
                <a:lnTo>
                  <a:pt x="1667" y="1853"/>
                </a:lnTo>
                <a:lnTo>
                  <a:pt x="1668" y="1853"/>
                </a:lnTo>
                <a:lnTo>
                  <a:pt x="1669" y="1853"/>
                </a:lnTo>
                <a:lnTo>
                  <a:pt x="1668" y="1852"/>
                </a:lnTo>
                <a:lnTo>
                  <a:pt x="1667" y="1851"/>
                </a:lnTo>
                <a:lnTo>
                  <a:pt x="1666" y="1851"/>
                </a:lnTo>
                <a:lnTo>
                  <a:pt x="1665" y="1849"/>
                </a:lnTo>
                <a:lnTo>
                  <a:pt x="1664" y="1848"/>
                </a:lnTo>
                <a:lnTo>
                  <a:pt x="1662" y="1848"/>
                </a:lnTo>
                <a:lnTo>
                  <a:pt x="1661" y="1848"/>
                </a:lnTo>
                <a:lnTo>
                  <a:pt x="1661" y="1847"/>
                </a:lnTo>
                <a:lnTo>
                  <a:pt x="1660" y="1847"/>
                </a:lnTo>
                <a:lnTo>
                  <a:pt x="1660" y="1846"/>
                </a:lnTo>
                <a:lnTo>
                  <a:pt x="1659" y="1846"/>
                </a:lnTo>
                <a:lnTo>
                  <a:pt x="1659" y="1845"/>
                </a:lnTo>
                <a:lnTo>
                  <a:pt x="1659" y="1844"/>
                </a:lnTo>
                <a:lnTo>
                  <a:pt x="1660" y="1843"/>
                </a:lnTo>
                <a:lnTo>
                  <a:pt x="1661" y="1842"/>
                </a:lnTo>
                <a:lnTo>
                  <a:pt x="1660" y="1841"/>
                </a:lnTo>
                <a:lnTo>
                  <a:pt x="1660" y="1840"/>
                </a:lnTo>
                <a:lnTo>
                  <a:pt x="1660" y="1838"/>
                </a:lnTo>
                <a:lnTo>
                  <a:pt x="1660" y="1837"/>
                </a:lnTo>
                <a:lnTo>
                  <a:pt x="1660" y="1836"/>
                </a:lnTo>
                <a:lnTo>
                  <a:pt x="1660" y="1835"/>
                </a:lnTo>
                <a:lnTo>
                  <a:pt x="1659" y="1834"/>
                </a:lnTo>
                <a:lnTo>
                  <a:pt x="1659" y="1833"/>
                </a:lnTo>
                <a:lnTo>
                  <a:pt x="1658" y="1833"/>
                </a:lnTo>
                <a:lnTo>
                  <a:pt x="1656" y="1832"/>
                </a:lnTo>
                <a:lnTo>
                  <a:pt x="1655" y="1832"/>
                </a:lnTo>
                <a:lnTo>
                  <a:pt x="1655" y="1831"/>
                </a:lnTo>
                <a:lnTo>
                  <a:pt x="1653" y="1831"/>
                </a:lnTo>
                <a:lnTo>
                  <a:pt x="1651" y="1830"/>
                </a:lnTo>
                <a:lnTo>
                  <a:pt x="1650" y="1829"/>
                </a:lnTo>
                <a:lnTo>
                  <a:pt x="1649" y="1829"/>
                </a:lnTo>
                <a:lnTo>
                  <a:pt x="1648" y="1829"/>
                </a:lnTo>
                <a:lnTo>
                  <a:pt x="1648" y="1828"/>
                </a:lnTo>
                <a:lnTo>
                  <a:pt x="1648" y="1829"/>
                </a:lnTo>
                <a:lnTo>
                  <a:pt x="1646" y="1830"/>
                </a:lnTo>
                <a:lnTo>
                  <a:pt x="1645" y="1830"/>
                </a:lnTo>
                <a:lnTo>
                  <a:pt x="1644" y="1830"/>
                </a:lnTo>
                <a:lnTo>
                  <a:pt x="1643" y="1830"/>
                </a:lnTo>
                <a:lnTo>
                  <a:pt x="1642" y="1830"/>
                </a:lnTo>
                <a:lnTo>
                  <a:pt x="1641" y="1830"/>
                </a:lnTo>
                <a:lnTo>
                  <a:pt x="1640" y="1830"/>
                </a:lnTo>
                <a:lnTo>
                  <a:pt x="1639" y="1830"/>
                </a:lnTo>
                <a:lnTo>
                  <a:pt x="1638" y="1829"/>
                </a:lnTo>
                <a:lnTo>
                  <a:pt x="1637" y="1829"/>
                </a:lnTo>
                <a:lnTo>
                  <a:pt x="1636" y="1828"/>
                </a:lnTo>
                <a:lnTo>
                  <a:pt x="1635" y="1828"/>
                </a:lnTo>
                <a:lnTo>
                  <a:pt x="1635" y="1827"/>
                </a:lnTo>
                <a:lnTo>
                  <a:pt x="1635" y="1826"/>
                </a:lnTo>
                <a:lnTo>
                  <a:pt x="1635" y="1824"/>
                </a:lnTo>
                <a:lnTo>
                  <a:pt x="1635" y="1822"/>
                </a:lnTo>
                <a:lnTo>
                  <a:pt x="1635" y="1820"/>
                </a:lnTo>
                <a:lnTo>
                  <a:pt x="1635" y="1819"/>
                </a:lnTo>
                <a:lnTo>
                  <a:pt x="1635" y="1818"/>
                </a:lnTo>
                <a:lnTo>
                  <a:pt x="1635" y="1817"/>
                </a:lnTo>
                <a:lnTo>
                  <a:pt x="1635" y="1816"/>
                </a:lnTo>
                <a:lnTo>
                  <a:pt x="1634" y="1816"/>
                </a:lnTo>
                <a:lnTo>
                  <a:pt x="1633" y="1815"/>
                </a:lnTo>
                <a:lnTo>
                  <a:pt x="1633" y="1814"/>
                </a:lnTo>
                <a:lnTo>
                  <a:pt x="1633" y="1813"/>
                </a:lnTo>
                <a:lnTo>
                  <a:pt x="1633" y="1811"/>
                </a:lnTo>
                <a:lnTo>
                  <a:pt x="1633" y="1810"/>
                </a:lnTo>
                <a:lnTo>
                  <a:pt x="1632" y="1810"/>
                </a:lnTo>
                <a:lnTo>
                  <a:pt x="1632" y="1809"/>
                </a:lnTo>
                <a:lnTo>
                  <a:pt x="1632" y="1808"/>
                </a:lnTo>
                <a:lnTo>
                  <a:pt x="1633" y="1808"/>
                </a:lnTo>
                <a:lnTo>
                  <a:pt x="1633" y="1807"/>
                </a:lnTo>
                <a:lnTo>
                  <a:pt x="1631" y="1807"/>
                </a:lnTo>
                <a:lnTo>
                  <a:pt x="1630" y="1806"/>
                </a:lnTo>
                <a:lnTo>
                  <a:pt x="1629" y="1806"/>
                </a:lnTo>
                <a:lnTo>
                  <a:pt x="1627" y="1805"/>
                </a:lnTo>
                <a:lnTo>
                  <a:pt x="1627" y="1804"/>
                </a:lnTo>
                <a:lnTo>
                  <a:pt x="1626" y="1804"/>
                </a:lnTo>
                <a:lnTo>
                  <a:pt x="1626" y="1803"/>
                </a:lnTo>
                <a:lnTo>
                  <a:pt x="1625" y="1803"/>
                </a:lnTo>
                <a:lnTo>
                  <a:pt x="1620" y="1803"/>
                </a:lnTo>
                <a:lnTo>
                  <a:pt x="1619" y="1804"/>
                </a:lnTo>
                <a:lnTo>
                  <a:pt x="1617" y="1805"/>
                </a:lnTo>
                <a:lnTo>
                  <a:pt x="1616" y="1806"/>
                </a:lnTo>
                <a:lnTo>
                  <a:pt x="1617" y="1806"/>
                </a:lnTo>
                <a:lnTo>
                  <a:pt x="1617" y="1807"/>
                </a:lnTo>
                <a:lnTo>
                  <a:pt x="1617" y="1809"/>
                </a:lnTo>
                <a:lnTo>
                  <a:pt x="1617" y="1810"/>
                </a:lnTo>
                <a:lnTo>
                  <a:pt x="1616" y="1810"/>
                </a:lnTo>
                <a:lnTo>
                  <a:pt x="1616" y="1811"/>
                </a:lnTo>
                <a:lnTo>
                  <a:pt x="1616" y="1812"/>
                </a:lnTo>
                <a:lnTo>
                  <a:pt x="1613" y="1812"/>
                </a:lnTo>
                <a:lnTo>
                  <a:pt x="1612" y="1811"/>
                </a:lnTo>
                <a:lnTo>
                  <a:pt x="1611" y="1811"/>
                </a:lnTo>
                <a:lnTo>
                  <a:pt x="1610" y="1811"/>
                </a:lnTo>
                <a:lnTo>
                  <a:pt x="1609" y="1811"/>
                </a:lnTo>
                <a:lnTo>
                  <a:pt x="1606" y="1811"/>
                </a:lnTo>
                <a:lnTo>
                  <a:pt x="1606" y="1812"/>
                </a:lnTo>
                <a:lnTo>
                  <a:pt x="1605" y="1812"/>
                </a:lnTo>
                <a:lnTo>
                  <a:pt x="1605" y="1814"/>
                </a:lnTo>
                <a:lnTo>
                  <a:pt x="1604" y="1814"/>
                </a:lnTo>
                <a:lnTo>
                  <a:pt x="1603" y="1815"/>
                </a:lnTo>
                <a:lnTo>
                  <a:pt x="1603" y="1816"/>
                </a:lnTo>
                <a:lnTo>
                  <a:pt x="1604" y="1816"/>
                </a:lnTo>
                <a:lnTo>
                  <a:pt x="1604" y="1817"/>
                </a:lnTo>
                <a:lnTo>
                  <a:pt x="1603" y="1818"/>
                </a:lnTo>
                <a:lnTo>
                  <a:pt x="1602" y="1819"/>
                </a:lnTo>
                <a:lnTo>
                  <a:pt x="1599" y="1818"/>
                </a:lnTo>
                <a:lnTo>
                  <a:pt x="1598" y="1818"/>
                </a:lnTo>
                <a:lnTo>
                  <a:pt x="1597" y="1819"/>
                </a:lnTo>
                <a:lnTo>
                  <a:pt x="1596" y="1819"/>
                </a:lnTo>
                <a:lnTo>
                  <a:pt x="1595" y="1819"/>
                </a:lnTo>
                <a:lnTo>
                  <a:pt x="1595" y="1818"/>
                </a:lnTo>
                <a:lnTo>
                  <a:pt x="1594" y="1819"/>
                </a:lnTo>
                <a:lnTo>
                  <a:pt x="1594" y="1820"/>
                </a:lnTo>
                <a:lnTo>
                  <a:pt x="1594" y="1821"/>
                </a:lnTo>
                <a:lnTo>
                  <a:pt x="1593" y="1821"/>
                </a:lnTo>
                <a:lnTo>
                  <a:pt x="1592" y="1821"/>
                </a:lnTo>
                <a:lnTo>
                  <a:pt x="1592" y="1822"/>
                </a:lnTo>
                <a:lnTo>
                  <a:pt x="1592" y="1823"/>
                </a:lnTo>
                <a:lnTo>
                  <a:pt x="1591" y="1823"/>
                </a:lnTo>
                <a:lnTo>
                  <a:pt x="1589" y="1824"/>
                </a:lnTo>
                <a:lnTo>
                  <a:pt x="1589" y="1825"/>
                </a:lnTo>
                <a:lnTo>
                  <a:pt x="1589" y="1826"/>
                </a:lnTo>
                <a:lnTo>
                  <a:pt x="1588" y="1826"/>
                </a:lnTo>
                <a:lnTo>
                  <a:pt x="1587" y="1827"/>
                </a:lnTo>
                <a:lnTo>
                  <a:pt x="1585" y="1828"/>
                </a:lnTo>
                <a:lnTo>
                  <a:pt x="1584" y="1827"/>
                </a:lnTo>
                <a:lnTo>
                  <a:pt x="1583" y="1828"/>
                </a:lnTo>
                <a:lnTo>
                  <a:pt x="1583" y="1829"/>
                </a:lnTo>
                <a:lnTo>
                  <a:pt x="1582" y="1829"/>
                </a:lnTo>
                <a:lnTo>
                  <a:pt x="1582" y="1830"/>
                </a:lnTo>
                <a:lnTo>
                  <a:pt x="1581" y="1830"/>
                </a:lnTo>
                <a:lnTo>
                  <a:pt x="1580" y="1830"/>
                </a:lnTo>
                <a:lnTo>
                  <a:pt x="1580" y="1831"/>
                </a:lnTo>
                <a:lnTo>
                  <a:pt x="1581" y="1831"/>
                </a:lnTo>
                <a:lnTo>
                  <a:pt x="1581" y="1832"/>
                </a:lnTo>
                <a:lnTo>
                  <a:pt x="1581" y="1833"/>
                </a:lnTo>
                <a:lnTo>
                  <a:pt x="1580" y="1833"/>
                </a:lnTo>
                <a:lnTo>
                  <a:pt x="1579" y="1832"/>
                </a:lnTo>
                <a:lnTo>
                  <a:pt x="1578" y="1832"/>
                </a:lnTo>
                <a:lnTo>
                  <a:pt x="1578" y="1833"/>
                </a:lnTo>
                <a:lnTo>
                  <a:pt x="1577" y="1834"/>
                </a:lnTo>
                <a:lnTo>
                  <a:pt x="1576" y="1834"/>
                </a:lnTo>
                <a:lnTo>
                  <a:pt x="1576" y="1833"/>
                </a:lnTo>
                <a:lnTo>
                  <a:pt x="1575" y="1833"/>
                </a:lnTo>
                <a:lnTo>
                  <a:pt x="1575" y="1835"/>
                </a:lnTo>
                <a:lnTo>
                  <a:pt x="1575" y="1836"/>
                </a:lnTo>
                <a:lnTo>
                  <a:pt x="1574" y="1836"/>
                </a:lnTo>
                <a:lnTo>
                  <a:pt x="1574" y="1835"/>
                </a:lnTo>
                <a:lnTo>
                  <a:pt x="1573" y="1835"/>
                </a:lnTo>
                <a:lnTo>
                  <a:pt x="1572" y="1836"/>
                </a:lnTo>
                <a:lnTo>
                  <a:pt x="1573" y="1837"/>
                </a:lnTo>
                <a:lnTo>
                  <a:pt x="1573" y="1838"/>
                </a:lnTo>
                <a:lnTo>
                  <a:pt x="1574" y="1839"/>
                </a:lnTo>
                <a:lnTo>
                  <a:pt x="1575" y="1839"/>
                </a:lnTo>
                <a:lnTo>
                  <a:pt x="1576" y="1839"/>
                </a:lnTo>
                <a:lnTo>
                  <a:pt x="1577" y="1840"/>
                </a:lnTo>
                <a:lnTo>
                  <a:pt x="1578" y="1841"/>
                </a:lnTo>
                <a:lnTo>
                  <a:pt x="1579" y="1842"/>
                </a:lnTo>
                <a:lnTo>
                  <a:pt x="1578" y="1843"/>
                </a:lnTo>
                <a:lnTo>
                  <a:pt x="1579" y="1843"/>
                </a:lnTo>
                <a:lnTo>
                  <a:pt x="1579" y="1844"/>
                </a:lnTo>
                <a:lnTo>
                  <a:pt x="1578" y="1844"/>
                </a:lnTo>
                <a:lnTo>
                  <a:pt x="1579" y="1844"/>
                </a:lnTo>
                <a:lnTo>
                  <a:pt x="1580" y="1844"/>
                </a:lnTo>
                <a:lnTo>
                  <a:pt x="1580" y="1843"/>
                </a:lnTo>
                <a:lnTo>
                  <a:pt x="1581" y="1843"/>
                </a:lnTo>
                <a:lnTo>
                  <a:pt x="1582" y="1843"/>
                </a:lnTo>
                <a:lnTo>
                  <a:pt x="1583" y="1844"/>
                </a:lnTo>
                <a:lnTo>
                  <a:pt x="1583" y="1845"/>
                </a:lnTo>
                <a:lnTo>
                  <a:pt x="1582" y="1845"/>
                </a:lnTo>
                <a:lnTo>
                  <a:pt x="1583" y="1846"/>
                </a:lnTo>
                <a:lnTo>
                  <a:pt x="1583" y="1847"/>
                </a:lnTo>
                <a:lnTo>
                  <a:pt x="1583" y="1848"/>
                </a:lnTo>
                <a:lnTo>
                  <a:pt x="1582" y="1848"/>
                </a:lnTo>
                <a:lnTo>
                  <a:pt x="1582" y="1849"/>
                </a:lnTo>
                <a:lnTo>
                  <a:pt x="1582" y="1850"/>
                </a:lnTo>
                <a:lnTo>
                  <a:pt x="1582" y="1851"/>
                </a:lnTo>
                <a:lnTo>
                  <a:pt x="1582" y="1852"/>
                </a:lnTo>
                <a:lnTo>
                  <a:pt x="1581" y="1852"/>
                </a:lnTo>
                <a:lnTo>
                  <a:pt x="1581" y="1851"/>
                </a:lnTo>
                <a:lnTo>
                  <a:pt x="1580" y="1851"/>
                </a:lnTo>
                <a:lnTo>
                  <a:pt x="1580" y="1850"/>
                </a:lnTo>
                <a:lnTo>
                  <a:pt x="1580" y="1849"/>
                </a:lnTo>
                <a:lnTo>
                  <a:pt x="1579" y="1849"/>
                </a:lnTo>
                <a:lnTo>
                  <a:pt x="1578" y="1849"/>
                </a:lnTo>
                <a:lnTo>
                  <a:pt x="1577" y="1849"/>
                </a:lnTo>
                <a:lnTo>
                  <a:pt x="1576" y="1848"/>
                </a:lnTo>
                <a:lnTo>
                  <a:pt x="1575" y="1847"/>
                </a:lnTo>
                <a:lnTo>
                  <a:pt x="1574" y="1846"/>
                </a:lnTo>
                <a:lnTo>
                  <a:pt x="1573" y="1846"/>
                </a:lnTo>
                <a:lnTo>
                  <a:pt x="1572" y="1846"/>
                </a:lnTo>
                <a:lnTo>
                  <a:pt x="1571" y="1846"/>
                </a:lnTo>
                <a:lnTo>
                  <a:pt x="1570" y="1846"/>
                </a:lnTo>
                <a:lnTo>
                  <a:pt x="1569" y="1846"/>
                </a:lnTo>
                <a:lnTo>
                  <a:pt x="1567" y="1846"/>
                </a:lnTo>
                <a:lnTo>
                  <a:pt x="1567" y="1847"/>
                </a:lnTo>
                <a:lnTo>
                  <a:pt x="1567" y="1848"/>
                </a:lnTo>
                <a:lnTo>
                  <a:pt x="1567" y="1849"/>
                </a:lnTo>
                <a:lnTo>
                  <a:pt x="1566" y="1849"/>
                </a:lnTo>
                <a:lnTo>
                  <a:pt x="1565" y="1849"/>
                </a:lnTo>
                <a:lnTo>
                  <a:pt x="1564" y="1849"/>
                </a:lnTo>
                <a:lnTo>
                  <a:pt x="1563" y="1849"/>
                </a:lnTo>
                <a:lnTo>
                  <a:pt x="1562" y="1849"/>
                </a:lnTo>
                <a:lnTo>
                  <a:pt x="1561" y="1849"/>
                </a:lnTo>
                <a:lnTo>
                  <a:pt x="1560" y="1849"/>
                </a:lnTo>
                <a:lnTo>
                  <a:pt x="1558" y="1849"/>
                </a:lnTo>
                <a:lnTo>
                  <a:pt x="1557" y="1850"/>
                </a:lnTo>
                <a:lnTo>
                  <a:pt x="1556" y="1851"/>
                </a:lnTo>
                <a:lnTo>
                  <a:pt x="1555" y="1851"/>
                </a:lnTo>
                <a:lnTo>
                  <a:pt x="1554" y="1851"/>
                </a:lnTo>
                <a:lnTo>
                  <a:pt x="1553" y="1851"/>
                </a:lnTo>
                <a:lnTo>
                  <a:pt x="1551" y="1851"/>
                </a:lnTo>
                <a:lnTo>
                  <a:pt x="1550" y="1851"/>
                </a:lnTo>
                <a:lnTo>
                  <a:pt x="1550" y="1852"/>
                </a:lnTo>
                <a:lnTo>
                  <a:pt x="1549" y="1851"/>
                </a:lnTo>
                <a:lnTo>
                  <a:pt x="1549" y="1850"/>
                </a:lnTo>
                <a:lnTo>
                  <a:pt x="1548" y="1849"/>
                </a:lnTo>
                <a:lnTo>
                  <a:pt x="1546" y="1849"/>
                </a:lnTo>
                <a:lnTo>
                  <a:pt x="1545" y="1849"/>
                </a:lnTo>
                <a:lnTo>
                  <a:pt x="1545" y="1850"/>
                </a:lnTo>
                <a:lnTo>
                  <a:pt x="1544" y="1851"/>
                </a:lnTo>
                <a:lnTo>
                  <a:pt x="1543" y="1851"/>
                </a:lnTo>
                <a:lnTo>
                  <a:pt x="1543" y="1853"/>
                </a:lnTo>
                <a:lnTo>
                  <a:pt x="1543" y="1854"/>
                </a:lnTo>
                <a:lnTo>
                  <a:pt x="1543" y="1855"/>
                </a:lnTo>
                <a:lnTo>
                  <a:pt x="1542" y="1857"/>
                </a:lnTo>
                <a:lnTo>
                  <a:pt x="1542" y="1858"/>
                </a:lnTo>
                <a:lnTo>
                  <a:pt x="1541" y="1858"/>
                </a:lnTo>
                <a:lnTo>
                  <a:pt x="1541" y="1859"/>
                </a:lnTo>
                <a:lnTo>
                  <a:pt x="1540" y="1860"/>
                </a:lnTo>
                <a:lnTo>
                  <a:pt x="1538" y="1863"/>
                </a:lnTo>
                <a:lnTo>
                  <a:pt x="1538" y="1865"/>
                </a:lnTo>
                <a:lnTo>
                  <a:pt x="1538" y="1866"/>
                </a:lnTo>
                <a:lnTo>
                  <a:pt x="1537" y="1871"/>
                </a:lnTo>
                <a:lnTo>
                  <a:pt x="1537" y="1872"/>
                </a:lnTo>
                <a:lnTo>
                  <a:pt x="1537" y="1873"/>
                </a:lnTo>
                <a:lnTo>
                  <a:pt x="1537" y="1872"/>
                </a:lnTo>
                <a:lnTo>
                  <a:pt x="1536" y="1872"/>
                </a:lnTo>
                <a:lnTo>
                  <a:pt x="1535" y="1872"/>
                </a:lnTo>
                <a:lnTo>
                  <a:pt x="1534" y="1872"/>
                </a:lnTo>
                <a:lnTo>
                  <a:pt x="1534" y="1873"/>
                </a:lnTo>
                <a:lnTo>
                  <a:pt x="1533" y="1873"/>
                </a:lnTo>
                <a:lnTo>
                  <a:pt x="1532" y="1873"/>
                </a:lnTo>
                <a:lnTo>
                  <a:pt x="1532" y="1872"/>
                </a:lnTo>
                <a:lnTo>
                  <a:pt x="1531" y="1871"/>
                </a:lnTo>
                <a:lnTo>
                  <a:pt x="1531" y="1870"/>
                </a:lnTo>
                <a:lnTo>
                  <a:pt x="1530" y="1871"/>
                </a:lnTo>
                <a:lnTo>
                  <a:pt x="1530" y="1872"/>
                </a:lnTo>
                <a:lnTo>
                  <a:pt x="1529" y="1873"/>
                </a:lnTo>
                <a:lnTo>
                  <a:pt x="1529" y="1872"/>
                </a:lnTo>
                <a:lnTo>
                  <a:pt x="1528" y="1871"/>
                </a:lnTo>
                <a:lnTo>
                  <a:pt x="1527" y="1870"/>
                </a:lnTo>
                <a:lnTo>
                  <a:pt x="1527" y="1869"/>
                </a:lnTo>
                <a:lnTo>
                  <a:pt x="1526" y="1869"/>
                </a:lnTo>
                <a:lnTo>
                  <a:pt x="1526" y="1870"/>
                </a:lnTo>
                <a:lnTo>
                  <a:pt x="1525" y="1871"/>
                </a:lnTo>
                <a:lnTo>
                  <a:pt x="1524" y="1873"/>
                </a:lnTo>
                <a:lnTo>
                  <a:pt x="1523" y="1872"/>
                </a:lnTo>
                <a:lnTo>
                  <a:pt x="1524" y="1869"/>
                </a:lnTo>
                <a:lnTo>
                  <a:pt x="1525" y="1869"/>
                </a:lnTo>
                <a:lnTo>
                  <a:pt x="1525" y="1868"/>
                </a:lnTo>
                <a:lnTo>
                  <a:pt x="1525" y="1867"/>
                </a:lnTo>
                <a:lnTo>
                  <a:pt x="1524" y="1867"/>
                </a:lnTo>
                <a:lnTo>
                  <a:pt x="1523" y="1867"/>
                </a:lnTo>
                <a:lnTo>
                  <a:pt x="1522" y="1868"/>
                </a:lnTo>
                <a:lnTo>
                  <a:pt x="1522" y="1869"/>
                </a:lnTo>
                <a:lnTo>
                  <a:pt x="1520" y="1870"/>
                </a:lnTo>
                <a:lnTo>
                  <a:pt x="1520" y="1871"/>
                </a:lnTo>
                <a:lnTo>
                  <a:pt x="1520" y="1870"/>
                </a:lnTo>
                <a:lnTo>
                  <a:pt x="1519" y="1870"/>
                </a:lnTo>
                <a:lnTo>
                  <a:pt x="1519" y="1869"/>
                </a:lnTo>
                <a:lnTo>
                  <a:pt x="1518" y="1868"/>
                </a:lnTo>
                <a:lnTo>
                  <a:pt x="1517" y="1868"/>
                </a:lnTo>
                <a:lnTo>
                  <a:pt x="1516" y="1868"/>
                </a:lnTo>
                <a:lnTo>
                  <a:pt x="1516" y="1869"/>
                </a:lnTo>
                <a:lnTo>
                  <a:pt x="1515" y="1870"/>
                </a:lnTo>
                <a:lnTo>
                  <a:pt x="1515" y="1871"/>
                </a:lnTo>
                <a:lnTo>
                  <a:pt x="1515" y="1872"/>
                </a:lnTo>
                <a:lnTo>
                  <a:pt x="1515" y="1873"/>
                </a:lnTo>
                <a:lnTo>
                  <a:pt x="1514" y="1873"/>
                </a:lnTo>
                <a:lnTo>
                  <a:pt x="1514" y="1872"/>
                </a:lnTo>
                <a:lnTo>
                  <a:pt x="1513" y="1872"/>
                </a:lnTo>
                <a:lnTo>
                  <a:pt x="1513" y="1871"/>
                </a:lnTo>
                <a:lnTo>
                  <a:pt x="1514" y="1871"/>
                </a:lnTo>
                <a:lnTo>
                  <a:pt x="1514" y="1870"/>
                </a:lnTo>
                <a:lnTo>
                  <a:pt x="1514" y="1869"/>
                </a:lnTo>
                <a:lnTo>
                  <a:pt x="1513" y="1868"/>
                </a:lnTo>
                <a:lnTo>
                  <a:pt x="1512" y="1869"/>
                </a:lnTo>
                <a:lnTo>
                  <a:pt x="1512" y="1870"/>
                </a:lnTo>
                <a:lnTo>
                  <a:pt x="1512" y="1871"/>
                </a:lnTo>
                <a:lnTo>
                  <a:pt x="1512" y="1872"/>
                </a:lnTo>
                <a:lnTo>
                  <a:pt x="1511" y="1872"/>
                </a:lnTo>
                <a:lnTo>
                  <a:pt x="1510" y="1872"/>
                </a:lnTo>
                <a:lnTo>
                  <a:pt x="1511" y="1873"/>
                </a:lnTo>
                <a:lnTo>
                  <a:pt x="1512" y="1873"/>
                </a:lnTo>
                <a:lnTo>
                  <a:pt x="1511" y="1873"/>
                </a:lnTo>
                <a:lnTo>
                  <a:pt x="1510" y="1873"/>
                </a:lnTo>
                <a:lnTo>
                  <a:pt x="1509" y="1873"/>
                </a:lnTo>
                <a:lnTo>
                  <a:pt x="1508" y="1873"/>
                </a:lnTo>
                <a:lnTo>
                  <a:pt x="1508" y="1874"/>
                </a:lnTo>
                <a:lnTo>
                  <a:pt x="1507" y="1874"/>
                </a:lnTo>
                <a:lnTo>
                  <a:pt x="1506" y="1873"/>
                </a:lnTo>
                <a:lnTo>
                  <a:pt x="1507" y="1873"/>
                </a:lnTo>
                <a:lnTo>
                  <a:pt x="1507" y="1872"/>
                </a:lnTo>
                <a:lnTo>
                  <a:pt x="1506" y="1872"/>
                </a:lnTo>
                <a:lnTo>
                  <a:pt x="1505" y="1872"/>
                </a:lnTo>
                <a:lnTo>
                  <a:pt x="1505" y="1871"/>
                </a:lnTo>
                <a:lnTo>
                  <a:pt x="1504" y="1871"/>
                </a:lnTo>
                <a:lnTo>
                  <a:pt x="1504" y="1870"/>
                </a:lnTo>
                <a:lnTo>
                  <a:pt x="1505" y="1870"/>
                </a:lnTo>
                <a:lnTo>
                  <a:pt x="1504" y="1870"/>
                </a:lnTo>
                <a:lnTo>
                  <a:pt x="1502" y="1870"/>
                </a:lnTo>
                <a:lnTo>
                  <a:pt x="1502" y="1871"/>
                </a:lnTo>
                <a:lnTo>
                  <a:pt x="1502" y="1872"/>
                </a:lnTo>
                <a:lnTo>
                  <a:pt x="1501" y="1872"/>
                </a:lnTo>
                <a:lnTo>
                  <a:pt x="1501" y="1871"/>
                </a:lnTo>
                <a:lnTo>
                  <a:pt x="1502" y="1871"/>
                </a:lnTo>
                <a:lnTo>
                  <a:pt x="1502" y="1870"/>
                </a:lnTo>
                <a:lnTo>
                  <a:pt x="1502" y="1869"/>
                </a:lnTo>
                <a:lnTo>
                  <a:pt x="1501" y="1869"/>
                </a:lnTo>
                <a:lnTo>
                  <a:pt x="1500" y="1869"/>
                </a:lnTo>
                <a:lnTo>
                  <a:pt x="1499" y="1869"/>
                </a:lnTo>
                <a:lnTo>
                  <a:pt x="1496" y="1870"/>
                </a:lnTo>
                <a:lnTo>
                  <a:pt x="1495" y="1871"/>
                </a:lnTo>
                <a:lnTo>
                  <a:pt x="1494" y="1872"/>
                </a:lnTo>
                <a:lnTo>
                  <a:pt x="1494" y="1873"/>
                </a:lnTo>
                <a:lnTo>
                  <a:pt x="1495" y="1873"/>
                </a:lnTo>
                <a:lnTo>
                  <a:pt x="1496" y="1873"/>
                </a:lnTo>
                <a:lnTo>
                  <a:pt x="1497" y="1874"/>
                </a:lnTo>
                <a:lnTo>
                  <a:pt x="1498" y="1875"/>
                </a:lnTo>
                <a:lnTo>
                  <a:pt x="1499" y="1876"/>
                </a:lnTo>
                <a:lnTo>
                  <a:pt x="1499" y="1877"/>
                </a:lnTo>
                <a:lnTo>
                  <a:pt x="1500" y="1878"/>
                </a:lnTo>
                <a:lnTo>
                  <a:pt x="1501" y="1879"/>
                </a:lnTo>
                <a:lnTo>
                  <a:pt x="1502" y="1879"/>
                </a:lnTo>
                <a:lnTo>
                  <a:pt x="1503" y="1880"/>
                </a:lnTo>
                <a:lnTo>
                  <a:pt x="1504" y="1881"/>
                </a:lnTo>
                <a:lnTo>
                  <a:pt x="1504" y="1882"/>
                </a:lnTo>
                <a:lnTo>
                  <a:pt x="1505" y="1884"/>
                </a:lnTo>
                <a:lnTo>
                  <a:pt x="1506" y="1886"/>
                </a:lnTo>
                <a:lnTo>
                  <a:pt x="1507" y="1888"/>
                </a:lnTo>
                <a:lnTo>
                  <a:pt x="1509" y="1890"/>
                </a:lnTo>
                <a:lnTo>
                  <a:pt x="1510" y="1891"/>
                </a:lnTo>
                <a:lnTo>
                  <a:pt x="1510" y="1892"/>
                </a:lnTo>
                <a:lnTo>
                  <a:pt x="1510" y="1893"/>
                </a:lnTo>
                <a:lnTo>
                  <a:pt x="1511" y="1894"/>
                </a:lnTo>
                <a:lnTo>
                  <a:pt x="1512" y="1894"/>
                </a:lnTo>
                <a:lnTo>
                  <a:pt x="1513" y="1894"/>
                </a:lnTo>
                <a:lnTo>
                  <a:pt x="1513" y="1895"/>
                </a:lnTo>
                <a:lnTo>
                  <a:pt x="1513" y="1896"/>
                </a:lnTo>
                <a:lnTo>
                  <a:pt x="1514" y="1896"/>
                </a:lnTo>
                <a:lnTo>
                  <a:pt x="1514" y="1897"/>
                </a:lnTo>
                <a:lnTo>
                  <a:pt x="1515" y="1898"/>
                </a:lnTo>
                <a:lnTo>
                  <a:pt x="1515" y="1899"/>
                </a:lnTo>
                <a:lnTo>
                  <a:pt x="1515" y="1900"/>
                </a:lnTo>
                <a:lnTo>
                  <a:pt x="1515" y="1901"/>
                </a:lnTo>
                <a:lnTo>
                  <a:pt x="1515" y="1902"/>
                </a:lnTo>
                <a:lnTo>
                  <a:pt x="1514" y="1903"/>
                </a:lnTo>
                <a:lnTo>
                  <a:pt x="1514" y="1904"/>
                </a:lnTo>
                <a:lnTo>
                  <a:pt x="1513" y="1905"/>
                </a:lnTo>
                <a:lnTo>
                  <a:pt x="1512" y="1905"/>
                </a:lnTo>
                <a:lnTo>
                  <a:pt x="1511" y="1906"/>
                </a:lnTo>
                <a:lnTo>
                  <a:pt x="1510" y="1907"/>
                </a:lnTo>
                <a:lnTo>
                  <a:pt x="1510" y="1908"/>
                </a:lnTo>
                <a:lnTo>
                  <a:pt x="1510" y="1909"/>
                </a:lnTo>
                <a:lnTo>
                  <a:pt x="1511" y="1909"/>
                </a:lnTo>
                <a:lnTo>
                  <a:pt x="1511" y="1910"/>
                </a:lnTo>
                <a:lnTo>
                  <a:pt x="1512" y="1910"/>
                </a:lnTo>
                <a:lnTo>
                  <a:pt x="1516" y="1910"/>
                </a:lnTo>
                <a:lnTo>
                  <a:pt x="1518" y="1910"/>
                </a:lnTo>
                <a:lnTo>
                  <a:pt x="1518" y="1911"/>
                </a:lnTo>
                <a:lnTo>
                  <a:pt x="1519" y="1911"/>
                </a:lnTo>
                <a:lnTo>
                  <a:pt x="1520" y="1911"/>
                </a:lnTo>
                <a:lnTo>
                  <a:pt x="1521" y="1912"/>
                </a:lnTo>
                <a:lnTo>
                  <a:pt x="1522" y="1913"/>
                </a:lnTo>
                <a:lnTo>
                  <a:pt x="1523" y="1915"/>
                </a:lnTo>
                <a:lnTo>
                  <a:pt x="1524" y="1916"/>
                </a:lnTo>
                <a:lnTo>
                  <a:pt x="1524" y="1917"/>
                </a:lnTo>
                <a:lnTo>
                  <a:pt x="1523" y="1919"/>
                </a:lnTo>
                <a:lnTo>
                  <a:pt x="1521" y="1919"/>
                </a:lnTo>
                <a:lnTo>
                  <a:pt x="1521" y="1920"/>
                </a:lnTo>
                <a:lnTo>
                  <a:pt x="1520" y="1920"/>
                </a:lnTo>
                <a:lnTo>
                  <a:pt x="1518" y="1921"/>
                </a:lnTo>
                <a:lnTo>
                  <a:pt x="1518" y="1922"/>
                </a:lnTo>
                <a:lnTo>
                  <a:pt x="1518" y="1923"/>
                </a:lnTo>
                <a:lnTo>
                  <a:pt x="1518" y="1924"/>
                </a:lnTo>
                <a:lnTo>
                  <a:pt x="1518" y="1925"/>
                </a:lnTo>
                <a:lnTo>
                  <a:pt x="1519" y="1925"/>
                </a:lnTo>
                <a:lnTo>
                  <a:pt x="1520" y="1926"/>
                </a:lnTo>
                <a:lnTo>
                  <a:pt x="1521" y="1926"/>
                </a:lnTo>
                <a:lnTo>
                  <a:pt x="1522" y="1926"/>
                </a:lnTo>
                <a:lnTo>
                  <a:pt x="1523" y="1924"/>
                </a:lnTo>
                <a:lnTo>
                  <a:pt x="1523" y="1923"/>
                </a:lnTo>
                <a:lnTo>
                  <a:pt x="1523" y="1922"/>
                </a:lnTo>
                <a:lnTo>
                  <a:pt x="1524" y="1922"/>
                </a:lnTo>
                <a:lnTo>
                  <a:pt x="1525" y="1921"/>
                </a:lnTo>
                <a:lnTo>
                  <a:pt x="1526" y="1921"/>
                </a:lnTo>
                <a:lnTo>
                  <a:pt x="1527" y="1921"/>
                </a:lnTo>
                <a:lnTo>
                  <a:pt x="1527" y="1922"/>
                </a:lnTo>
                <a:lnTo>
                  <a:pt x="1527" y="1924"/>
                </a:lnTo>
                <a:lnTo>
                  <a:pt x="1526" y="1925"/>
                </a:lnTo>
                <a:lnTo>
                  <a:pt x="1525" y="1928"/>
                </a:lnTo>
                <a:lnTo>
                  <a:pt x="1524" y="1931"/>
                </a:lnTo>
                <a:lnTo>
                  <a:pt x="1523" y="1933"/>
                </a:lnTo>
                <a:lnTo>
                  <a:pt x="1523" y="1934"/>
                </a:lnTo>
                <a:lnTo>
                  <a:pt x="1523" y="1935"/>
                </a:lnTo>
                <a:lnTo>
                  <a:pt x="1523" y="1936"/>
                </a:lnTo>
                <a:lnTo>
                  <a:pt x="1524" y="1938"/>
                </a:lnTo>
                <a:lnTo>
                  <a:pt x="1524" y="1939"/>
                </a:lnTo>
                <a:lnTo>
                  <a:pt x="1525" y="1939"/>
                </a:lnTo>
                <a:lnTo>
                  <a:pt x="1525" y="1940"/>
                </a:lnTo>
                <a:lnTo>
                  <a:pt x="1525" y="1941"/>
                </a:lnTo>
                <a:lnTo>
                  <a:pt x="1526" y="1941"/>
                </a:lnTo>
                <a:lnTo>
                  <a:pt x="1526" y="1942"/>
                </a:lnTo>
                <a:lnTo>
                  <a:pt x="1526" y="1943"/>
                </a:lnTo>
                <a:lnTo>
                  <a:pt x="1526" y="1944"/>
                </a:lnTo>
                <a:lnTo>
                  <a:pt x="1526" y="1945"/>
                </a:lnTo>
                <a:lnTo>
                  <a:pt x="1526" y="1946"/>
                </a:lnTo>
                <a:lnTo>
                  <a:pt x="1526" y="1947"/>
                </a:lnTo>
                <a:lnTo>
                  <a:pt x="1527" y="1947"/>
                </a:lnTo>
                <a:lnTo>
                  <a:pt x="1527" y="1948"/>
                </a:lnTo>
                <a:lnTo>
                  <a:pt x="1528" y="1948"/>
                </a:lnTo>
                <a:lnTo>
                  <a:pt x="1531" y="1949"/>
                </a:lnTo>
                <a:lnTo>
                  <a:pt x="1532" y="1949"/>
                </a:lnTo>
                <a:lnTo>
                  <a:pt x="1533" y="1950"/>
                </a:lnTo>
                <a:lnTo>
                  <a:pt x="1534" y="1951"/>
                </a:lnTo>
                <a:lnTo>
                  <a:pt x="1535" y="1951"/>
                </a:lnTo>
                <a:lnTo>
                  <a:pt x="1536" y="1951"/>
                </a:lnTo>
                <a:lnTo>
                  <a:pt x="1537" y="1953"/>
                </a:lnTo>
                <a:lnTo>
                  <a:pt x="1538" y="1954"/>
                </a:lnTo>
                <a:lnTo>
                  <a:pt x="1540" y="1954"/>
                </a:lnTo>
                <a:lnTo>
                  <a:pt x="1541" y="1954"/>
                </a:lnTo>
                <a:lnTo>
                  <a:pt x="1542" y="1954"/>
                </a:lnTo>
                <a:lnTo>
                  <a:pt x="1543" y="1955"/>
                </a:lnTo>
                <a:lnTo>
                  <a:pt x="1544" y="1955"/>
                </a:lnTo>
                <a:lnTo>
                  <a:pt x="1544" y="1956"/>
                </a:lnTo>
                <a:lnTo>
                  <a:pt x="1545" y="1957"/>
                </a:lnTo>
                <a:lnTo>
                  <a:pt x="1545" y="1958"/>
                </a:lnTo>
                <a:lnTo>
                  <a:pt x="1545" y="1959"/>
                </a:lnTo>
                <a:lnTo>
                  <a:pt x="1546" y="1959"/>
                </a:lnTo>
                <a:lnTo>
                  <a:pt x="1546" y="1960"/>
                </a:lnTo>
                <a:lnTo>
                  <a:pt x="1547" y="1960"/>
                </a:lnTo>
                <a:lnTo>
                  <a:pt x="1548" y="1960"/>
                </a:lnTo>
                <a:lnTo>
                  <a:pt x="1549" y="1961"/>
                </a:lnTo>
                <a:lnTo>
                  <a:pt x="1549" y="1963"/>
                </a:lnTo>
                <a:lnTo>
                  <a:pt x="1549" y="1964"/>
                </a:lnTo>
                <a:lnTo>
                  <a:pt x="1548" y="1964"/>
                </a:lnTo>
                <a:lnTo>
                  <a:pt x="1547" y="1964"/>
                </a:lnTo>
                <a:lnTo>
                  <a:pt x="1546" y="1964"/>
                </a:lnTo>
                <a:lnTo>
                  <a:pt x="1546" y="1963"/>
                </a:lnTo>
                <a:lnTo>
                  <a:pt x="1545" y="1963"/>
                </a:lnTo>
                <a:lnTo>
                  <a:pt x="1544" y="1963"/>
                </a:lnTo>
                <a:lnTo>
                  <a:pt x="1544" y="1964"/>
                </a:lnTo>
                <a:lnTo>
                  <a:pt x="1544" y="1966"/>
                </a:lnTo>
                <a:lnTo>
                  <a:pt x="1545" y="1967"/>
                </a:lnTo>
                <a:lnTo>
                  <a:pt x="1546" y="1968"/>
                </a:lnTo>
                <a:lnTo>
                  <a:pt x="1546" y="1969"/>
                </a:lnTo>
                <a:lnTo>
                  <a:pt x="1546" y="1970"/>
                </a:lnTo>
                <a:lnTo>
                  <a:pt x="1545" y="1972"/>
                </a:lnTo>
                <a:lnTo>
                  <a:pt x="1544" y="1973"/>
                </a:lnTo>
                <a:lnTo>
                  <a:pt x="1545" y="1974"/>
                </a:lnTo>
                <a:lnTo>
                  <a:pt x="1546" y="1975"/>
                </a:lnTo>
                <a:lnTo>
                  <a:pt x="1547" y="1975"/>
                </a:lnTo>
                <a:lnTo>
                  <a:pt x="1547" y="1976"/>
                </a:lnTo>
                <a:lnTo>
                  <a:pt x="1548" y="1977"/>
                </a:lnTo>
                <a:lnTo>
                  <a:pt x="1549" y="1977"/>
                </a:lnTo>
                <a:lnTo>
                  <a:pt x="1549" y="1978"/>
                </a:lnTo>
                <a:lnTo>
                  <a:pt x="1550" y="1978"/>
                </a:lnTo>
                <a:lnTo>
                  <a:pt x="1550" y="1979"/>
                </a:lnTo>
                <a:lnTo>
                  <a:pt x="1549" y="1980"/>
                </a:lnTo>
                <a:lnTo>
                  <a:pt x="1548" y="1980"/>
                </a:lnTo>
                <a:lnTo>
                  <a:pt x="1548" y="1979"/>
                </a:lnTo>
                <a:lnTo>
                  <a:pt x="1547" y="1978"/>
                </a:lnTo>
                <a:lnTo>
                  <a:pt x="1547" y="1977"/>
                </a:lnTo>
                <a:lnTo>
                  <a:pt x="1546" y="1976"/>
                </a:lnTo>
                <a:lnTo>
                  <a:pt x="1545" y="1976"/>
                </a:lnTo>
                <a:lnTo>
                  <a:pt x="1544" y="1976"/>
                </a:lnTo>
                <a:lnTo>
                  <a:pt x="1544" y="1977"/>
                </a:lnTo>
                <a:lnTo>
                  <a:pt x="1544" y="1978"/>
                </a:lnTo>
                <a:lnTo>
                  <a:pt x="1545" y="1978"/>
                </a:lnTo>
                <a:lnTo>
                  <a:pt x="1547" y="1979"/>
                </a:lnTo>
                <a:lnTo>
                  <a:pt x="1547" y="1980"/>
                </a:lnTo>
                <a:lnTo>
                  <a:pt x="1547" y="1981"/>
                </a:lnTo>
                <a:lnTo>
                  <a:pt x="1546" y="1981"/>
                </a:lnTo>
                <a:lnTo>
                  <a:pt x="1545" y="1980"/>
                </a:lnTo>
                <a:lnTo>
                  <a:pt x="1544" y="1980"/>
                </a:lnTo>
                <a:lnTo>
                  <a:pt x="1544" y="1979"/>
                </a:lnTo>
                <a:lnTo>
                  <a:pt x="1543" y="1980"/>
                </a:lnTo>
                <a:lnTo>
                  <a:pt x="1542" y="1981"/>
                </a:lnTo>
                <a:lnTo>
                  <a:pt x="1542" y="1982"/>
                </a:lnTo>
                <a:lnTo>
                  <a:pt x="1541" y="1982"/>
                </a:lnTo>
                <a:lnTo>
                  <a:pt x="1541" y="1983"/>
                </a:lnTo>
                <a:lnTo>
                  <a:pt x="1540" y="1983"/>
                </a:lnTo>
                <a:lnTo>
                  <a:pt x="1539" y="1983"/>
                </a:lnTo>
                <a:lnTo>
                  <a:pt x="1539" y="1984"/>
                </a:lnTo>
                <a:lnTo>
                  <a:pt x="1538" y="1985"/>
                </a:lnTo>
                <a:lnTo>
                  <a:pt x="1537" y="1985"/>
                </a:lnTo>
                <a:lnTo>
                  <a:pt x="1536" y="1985"/>
                </a:lnTo>
                <a:lnTo>
                  <a:pt x="1536" y="1986"/>
                </a:lnTo>
                <a:lnTo>
                  <a:pt x="1536" y="1987"/>
                </a:lnTo>
                <a:lnTo>
                  <a:pt x="1535" y="1987"/>
                </a:lnTo>
                <a:lnTo>
                  <a:pt x="1535" y="1988"/>
                </a:lnTo>
                <a:lnTo>
                  <a:pt x="1535" y="1989"/>
                </a:lnTo>
                <a:lnTo>
                  <a:pt x="1534" y="1989"/>
                </a:lnTo>
                <a:lnTo>
                  <a:pt x="1534" y="1990"/>
                </a:lnTo>
                <a:lnTo>
                  <a:pt x="1533" y="1990"/>
                </a:lnTo>
                <a:lnTo>
                  <a:pt x="1532" y="1989"/>
                </a:lnTo>
                <a:lnTo>
                  <a:pt x="1532" y="1988"/>
                </a:lnTo>
                <a:lnTo>
                  <a:pt x="1531" y="1988"/>
                </a:lnTo>
                <a:lnTo>
                  <a:pt x="1530" y="1988"/>
                </a:lnTo>
                <a:lnTo>
                  <a:pt x="1530" y="1989"/>
                </a:lnTo>
                <a:lnTo>
                  <a:pt x="1530" y="1991"/>
                </a:lnTo>
                <a:lnTo>
                  <a:pt x="1530" y="1992"/>
                </a:lnTo>
                <a:lnTo>
                  <a:pt x="1529" y="1992"/>
                </a:lnTo>
                <a:lnTo>
                  <a:pt x="1528" y="1992"/>
                </a:lnTo>
                <a:lnTo>
                  <a:pt x="1528" y="1991"/>
                </a:lnTo>
                <a:lnTo>
                  <a:pt x="1528" y="1990"/>
                </a:lnTo>
                <a:lnTo>
                  <a:pt x="1527" y="1989"/>
                </a:lnTo>
                <a:lnTo>
                  <a:pt x="1527" y="1988"/>
                </a:lnTo>
                <a:lnTo>
                  <a:pt x="1526" y="1988"/>
                </a:lnTo>
                <a:lnTo>
                  <a:pt x="1525" y="1989"/>
                </a:lnTo>
                <a:lnTo>
                  <a:pt x="1524" y="1990"/>
                </a:lnTo>
                <a:lnTo>
                  <a:pt x="1523" y="1990"/>
                </a:lnTo>
                <a:lnTo>
                  <a:pt x="1522" y="1991"/>
                </a:lnTo>
                <a:lnTo>
                  <a:pt x="1521" y="1991"/>
                </a:lnTo>
                <a:lnTo>
                  <a:pt x="1520" y="1991"/>
                </a:lnTo>
                <a:lnTo>
                  <a:pt x="1520" y="1990"/>
                </a:lnTo>
                <a:lnTo>
                  <a:pt x="1519" y="1989"/>
                </a:lnTo>
                <a:lnTo>
                  <a:pt x="1519" y="1988"/>
                </a:lnTo>
                <a:lnTo>
                  <a:pt x="1518" y="1988"/>
                </a:lnTo>
                <a:lnTo>
                  <a:pt x="1518" y="1987"/>
                </a:lnTo>
                <a:lnTo>
                  <a:pt x="1517" y="1987"/>
                </a:lnTo>
                <a:lnTo>
                  <a:pt x="1517" y="1988"/>
                </a:lnTo>
                <a:lnTo>
                  <a:pt x="1516" y="1989"/>
                </a:lnTo>
                <a:lnTo>
                  <a:pt x="1515" y="1989"/>
                </a:lnTo>
                <a:lnTo>
                  <a:pt x="1514" y="1988"/>
                </a:lnTo>
                <a:lnTo>
                  <a:pt x="1513" y="1987"/>
                </a:lnTo>
                <a:lnTo>
                  <a:pt x="1514" y="1986"/>
                </a:lnTo>
                <a:lnTo>
                  <a:pt x="1513" y="1985"/>
                </a:lnTo>
                <a:lnTo>
                  <a:pt x="1513" y="1986"/>
                </a:lnTo>
                <a:lnTo>
                  <a:pt x="1512" y="1987"/>
                </a:lnTo>
                <a:lnTo>
                  <a:pt x="1511" y="1988"/>
                </a:lnTo>
                <a:lnTo>
                  <a:pt x="1511" y="1989"/>
                </a:lnTo>
                <a:lnTo>
                  <a:pt x="1512" y="1990"/>
                </a:lnTo>
                <a:lnTo>
                  <a:pt x="1512" y="1991"/>
                </a:lnTo>
                <a:lnTo>
                  <a:pt x="1511" y="1991"/>
                </a:lnTo>
                <a:lnTo>
                  <a:pt x="1510" y="1992"/>
                </a:lnTo>
                <a:lnTo>
                  <a:pt x="1509" y="1992"/>
                </a:lnTo>
                <a:lnTo>
                  <a:pt x="1508" y="1992"/>
                </a:lnTo>
                <a:lnTo>
                  <a:pt x="1507" y="1992"/>
                </a:lnTo>
                <a:lnTo>
                  <a:pt x="1507" y="1993"/>
                </a:lnTo>
                <a:lnTo>
                  <a:pt x="1507" y="1994"/>
                </a:lnTo>
                <a:lnTo>
                  <a:pt x="1506" y="1994"/>
                </a:lnTo>
                <a:lnTo>
                  <a:pt x="1506" y="1995"/>
                </a:lnTo>
                <a:lnTo>
                  <a:pt x="1507" y="1995"/>
                </a:lnTo>
                <a:lnTo>
                  <a:pt x="1507" y="1996"/>
                </a:lnTo>
                <a:lnTo>
                  <a:pt x="1507" y="1997"/>
                </a:lnTo>
                <a:lnTo>
                  <a:pt x="1506" y="1997"/>
                </a:lnTo>
                <a:lnTo>
                  <a:pt x="1506" y="1998"/>
                </a:lnTo>
                <a:lnTo>
                  <a:pt x="1505" y="1998"/>
                </a:lnTo>
                <a:lnTo>
                  <a:pt x="1504" y="1998"/>
                </a:lnTo>
                <a:lnTo>
                  <a:pt x="1504" y="1999"/>
                </a:lnTo>
                <a:lnTo>
                  <a:pt x="1504" y="2000"/>
                </a:lnTo>
                <a:lnTo>
                  <a:pt x="1503" y="2000"/>
                </a:lnTo>
                <a:lnTo>
                  <a:pt x="1502" y="2001"/>
                </a:lnTo>
                <a:lnTo>
                  <a:pt x="1502" y="2002"/>
                </a:lnTo>
                <a:lnTo>
                  <a:pt x="1501" y="2002"/>
                </a:lnTo>
                <a:lnTo>
                  <a:pt x="1500" y="2002"/>
                </a:lnTo>
                <a:lnTo>
                  <a:pt x="1500" y="2003"/>
                </a:lnTo>
                <a:lnTo>
                  <a:pt x="1499" y="2004"/>
                </a:lnTo>
                <a:lnTo>
                  <a:pt x="1499" y="2005"/>
                </a:lnTo>
                <a:lnTo>
                  <a:pt x="1500" y="2006"/>
                </a:lnTo>
                <a:lnTo>
                  <a:pt x="1501" y="2006"/>
                </a:lnTo>
                <a:lnTo>
                  <a:pt x="1502" y="2006"/>
                </a:lnTo>
                <a:lnTo>
                  <a:pt x="1502" y="2007"/>
                </a:lnTo>
                <a:lnTo>
                  <a:pt x="1502" y="2008"/>
                </a:lnTo>
                <a:lnTo>
                  <a:pt x="1502" y="2009"/>
                </a:lnTo>
                <a:lnTo>
                  <a:pt x="1501" y="2010"/>
                </a:lnTo>
                <a:lnTo>
                  <a:pt x="1502" y="2010"/>
                </a:lnTo>
                <a:lnTo>
                  <a:pt x="1502" y="2011"/>
                </a:lnTo>
                <a:lnTo>
                  <a:pt x="1503" y="2012"/>
                </a:lnTo>
                <a:lnTo>
                  <a:pt x="1503" y="2013"/>
                </a:lnTo>
                <a:lnTo>
                  <a:pt x="1502" y="2014"/>
                </a:lnTo>
                <a:lnTo>
                  <a:pt x="1503" y="2015"/>
                </a:lnTo>
                <a:lnTo>
                  <a:pt x="1503" y="2016"/>
                </a:lnTo>
                <a:lnTo>
                  <a:pt x="1503" y="2017"/>
                </a:lnTo>
                <a:lnTo>
                  <a:pt x="1503" y="2018"/>
                </a:lnTo>
                <a:lnTo>
                  <a:pt x="1503" y="2019"/>
                </a:lnTo>
                <a:lnTo>
                  <a:pt x="1503" y="2020"/>
                </a:lnTo>
                <a:lnTo>
                  <a:pt x="1504" y="2021"/>
                </a:lnTo>
                <a:lnTo>
                  <a:pt x="1503" y="2022"/>
                </a:lnTo>
                <a:lnTo>
                  <a:pt x="1503" y="2023"/>
                </a:lnTo>
                <a:lnTo>
                  <a:pt x="1503" y="2024"/>
                </a:lnTo>
                <a:lnTo>
                  <a:pt x="1503" y="2025"/>
                </a:lnTo>
                <a:lnTo>
                  <a:pt x="1502" y="2026"/>
                </a:lnTo>
                <a:lnTo>
                  <a:pt x="1501" y="2026"/>
                </a:lnTo>
                <a:lnTo>
                  <a:pt x="1500" y="2026"/>
                </a:lnTo>
                <a:lnTo>
                  <a:pt x="1500" y="2025"/>
                </a:lnTo>
                <a:lnTo>
                  <a:pt x="1499" y="2025"/>
                </a:lnTo>
                <a:lnTo>
                  <a:pt x="1498" y="2025"/>
                </a:lnTo>
                <a:lnTo>
                  <a:pt x="1496" y="2024"/>
                </a:lnTo>
                <a:lnTo>
                  <a:pt x="1494" y="2023"/>
                </a:lnTo>
                <a:lnTo>
                  <a:pt x="1494" y="2022"/>
                </a:lnTo>
                <a:lnTo>
                  <a:pt x="1494" y="2021"/>
                </a:lnTo>
                <a:lnTo>
                  <a:pt x="1493" y="2020"/>
                </a:lnTo>
                <a:lnTo>
                  <a:pt x="1493" y="2019"/>
                </a:lnTo>
                <a:lnTo>
                  <a:pt x="1493" y="2018"/>
                </a:lnTo>
                <a:lnTo>
                  <a:pt x="1492" y="2018"/>
                </a:lnTo>
                <a:lnTo>
                  <a:pt x="1492" y="2017"/>
                </a:lnTo>
                <a:lnTo>
                  <a:pt x="1492" y="2016"/>
                </a:lnTo>
                <a:lnTo>
                  <a:pt x="1491" y="2016"/>
                </a:lnTo>
                <a:lnTo>
                  <a:pt x="1491" y="2015"/>
                </a:lnTo>
                <a:lnTo>
                  <a:pt x="1490" y="2015"/>
                </a:lnTo>
                <a:lnTo>
                  <a:pt x="1489" y="2015"/>
                </a:lnTo>
                <a:lnTo>
                  <a:pt x="1489" y="2014"/>
                </a:lnTo>
                <a:lnTo>
                  <a:pt x="1487" y="2014"/>
                </a:lnTo>
                <a:lnTo>
                  <a:pt x="1487" y="2013"/>
                </a:lnTo>
                <a:lnTo>
                  <a:pt x="1487" y="2012"/>
                </a:lnTo>
                <a:lnTo>
                  <a:pt x="1487" y="2011"/>
                </a:lnTo>
                <a:lnTo>
                  <a:pt x="1486" y="2011"/>
                </a:lnTo>
                <a:lnTo>
                  <a:pt x="1486" y="2012"/>
                </a:lnTo>
                <a:lnTo>
                  <a:pt x="1485" y="2014"/>
                </a:lnTo>
                <a:lnTo>
                  <a:pt x="1485" y="2015"/>
                </a:lnTo>
                <a:lnTo>
                  <a:pt x="1485" y="2016"/>
                </a:lnTo>
                <a:lnTo>
                  <a:pt x="1485" y="2017"/>
                </a:lnTo>
                <a:lnTo>
                  <a:pt x="1486" y="2017"/>
                </a:lnTo>
                <a:lnTo>
                  <a:pt x="1486" y="2018"/>
                </a:lnTo>
                <a:lnTo>
                  <a:pt x="1486" y="2019"/>
                </a:lnTo>
                <a:lnTo>
                  <a:pt x="1485" y="2019"/>
                </a:lnTo>
                <a:lnTo>
                  <a:pt x="1483" y="2021"/>
                </a:lnTo>
                <a:lnTo>
                  <a:pt x="1484" y="2022"/>
                </a:lnTo>
                <a:lnTo>
                  <a:pt x="1484" y="2023"/>
                </a:lnTo>
                <a:lnTo>
                  <a:pt x="1484" y="2024"/>
                </a:lnTo>
                <a:lnTo>
                  <a:pt x="1483" y="2024"/>
                </a:lnTo>
                <a:lnTo>
                  <a:pt x="1482" y="2025"/>
                </a:lnTo>
                <a:lnTo>
                  <a:pt x="1482" y="2026"/>
                </a:lnTo>
                <a:lnTo>
                  <a:pt x="1482" y="2027"/>
                </a:lnTo>
                <a:lnTo>
                  <a:pt x="1483" y="2027"/>
                </a:lnTo>
                <a:lnTo>
                  <a:pt x="1483" y="2028"/>
                </a:lnTo>
                <a:lnTo>
                  <a:pt x="1482" y="2029"/>
                </a:lnTo>
                <a:lnTo>
                  <a:pt x="1482" y="2030"/>
                </a:lnTo>
                <a:lnTo>
                  <a:pt x="1481" y="2029"/>
                </a:lnTo>
                <a:lnTo>
                  <a:pt x="1481" y="2030"/>
                </a:lnTo>
                <a:lnTo>
                  <a:pt x="1481" y="2031"/>
                </a:lnTo>
                <a:lnTo>
                  <a:pt x="1481" y="2032"/>
                </a:lnTo>
                <a:lnTo>
                  <a:pt x="1480" y="2032"/>
                </a:lnTo>
                <a:lnTo>
                  <a:pt x="1480" y="2031"/>
                </a:lnTo>
                <a:lnTo>
                  <a:pt x="1479" y="2031"/>
                </a:lnTo>
                <a:lnTo>
                  <a:pt x="1478" y="2031"/>
                </a:lnTo>
                <a:lnTo>
                  <a:pt x="1477" y="2032"/>
                </a:lnTo>
                <a:lnTo>
                  <a:pt x="1476" y="2032"/>
                </a:lnTo>
                <a:lnTo>
                  <a:pt x="1474" y="2031"/>
                </a:lnTo>
                <a:lnTo>
                  <a:pt x="1473" y="2031"/>
                </a:lnTo>
                <a:lnTo>
                  <a:pt x="1472" y="2031"/>
                </a:lnTo>
                <a:lnTo>
                  <a:pt x="1471" y="2031"/>
                </a:lnTo>
                <a:lnTo>
                  <a:pt x="1470" y="2031"/>
                </a:lnTo>
                <a:lnTo>
                  <a:pt x="1468" y="2031"/>
                </a:lnTo>
                <a:lnTo>
                  <a:pt x="1467" y="2030"/>
                </a:lnTo>
                <a:lnTo>
                  <a:pt x="1466" y="2030"/>
                </a:lnTo>
                <a:lnTo>
                  <a:pt x="1465" y="2030"/>
                </a:lnTo>
                <a:lnTo>
                  <a:pt x="1464" y="2030"/>
                </a:lnTo>
                <a:lnTo>
                  <a:pt x="1463" y="2030"/>
                </a:lnTo>
                <a:lnTo>
                  <a:pt x="1462" y="2032"/>
                </a:lnTo>
                <a:lnTo>
                  <a:pt x="1461" y="2032"/>
                </a:lnTo>
                <a:lnTo>
                  <a:pt x="1460" y="2033"/>
                </a:lnTo>
                <a:lnTo>
                  <a:pt x="1457" y="2033"/>
                </a:lnTo>
                <a:lnTo>
                  <a:pt x="1456" y="2032"/>
                </a:lnTo>
                <a:lnTo>
                  <a:pt x="1456" y="2033"/>
                </a:lnTo>
                <a:lnTo>
                  <a:pt x="1456" y="2034"/>
                </a:lnTo>
                <a:lnTo>
                  <a:pt x="1456" y="2035"/>
                </a:lnTo>
                <a:lnTo>
                  <a:pt x="1455" y="2035"/>
                </a:lnTo>
                <a:lnTo>
                  <a:pt x="1454" y="2037"/>
                </a:lnTo>
                <a:lnTo>
                  <a:pt x="1454" y="2038"/>
                </a:lnTo>
                <a:lnTo>
                  <a:pt x="1453" y="2040"/>
                </a:lnTo>
                <a:lnTo>
                  <a:pt x="1452" y="2041"/>
                </a:lnTo>
                <a:lnTo>
                  <a:pt x="1451" y="2041"/>
                </a:lnTo>
                <a:lnTo>
                  <a:pt x="1449" y="2041"/>
                </a:lnTo>
                <a:lnTo>
                  <a:pt x="1449" y="2042"/>
                </a:lnTo>
                <a:lnTo>
                  <a:pt x="1448" y="2043"/>
                </a:lnTo>
                <a:lnTo>
                  <a:pt x="1447" y="2043"/>
                </a:lnTo>
                <a:lnTo>
                  <a:pt x="1446" y="2045"/>
                </a:lnTo>
                <a:lnTo>
                  <a:pt x="1446" y="2047"/>
                </a:lnTo>
                <a:lnTo>
                  <a:pt x="1445" y="2048"/>
                </a:lnTo>
                <a:lnTo>
                  <a:pt x="1444" y="2049"/>
                </a:lnTo>
                <a:lnTo>
                  <a:pt x="1443" y="2049"/>
                </a:lnTo>
                <a:lnTo>
                  <a:pt x="1442" y="2048"/>
                </a:lnTo>
                <a:lnTo>
                  <a:pt x="1441" y="2048"/>
                </a:lnTo>
                <a:lnTo>
                  <a:pt x="1440" y="2048"/>
                </a:lnTo>
                <a:lnTo>
                  <a:pt x="1440" y="2047"/>
                </a:lnTo>
                <a:lnTo>
                  <a:pt x="1439" y="2047"/>
                </a:lnTo>
                <a:lnTo>
                  <a:pt x="1438" y="2046"/>
                </a:lnTo>
                <a:lnTo>
                  <a:pt x="1437" y="2046"/>
                </a:lnTo>
                <a:lnTo>
                  <a:pt x="1436" y="2044"/>
                </a:lnTo>
                <a:lnTo>
                  <a:pt x="1436" y="2043"/>
                </a:lnTo>
                <a:lnTo>
                  <a:pt x="1437" y="2043"/>
                </a:lnTo>
                <a:lnTo>
                  <a:pt x="1438" y="2043"/>
                </a:lnTo>
                <a:lnTo>
                  <a:pt x="1439" y="2042"/>
                </a:lnTo>
                <a:lnTo>
                  <a:pt x="1440" y="2040"/>
                </a:lnTo>
                <a:lnTo>
                  <a:pt x="1439" y="2040"/>
                </a:lnTo>
                <a:lnTo>
                  <a:pt x="1439" y="2038"/>
                </a:lnTo>
                <a:lnTo>
                  <a:pt x="1440" y="2034"/>
                </a:lnTo>
                <a:lnTo>
                  <a:pt x="1440" y="2033"/>
                </a:lnTo>
                <a:lnTo>
                  <a:pt x="1440" y="2032"/>
                </a:lnTo>
                <a:lnTo>
                  <a:pt x="1440" y="2031"/>
                </a:lnTo>
                <a:lnTo>
                  <a:pt x="1439" y="2031"/>
                </a:lnTo>
                <a:lnTo>
                  <a:pt x="1439" y="2030"/>
                </a:lnTo>
                <a:lnTo>
                  <a:pt x="1438" y="2028"/>
                </a:lnTo>
                <a:lnTo>
                  <a:pt x="1438" y="2027"/>
                </a:lnTo>
                <a:lnTo>
                  <a:pt x="1438" y="2026"/>
                </a:lnTo>
                <a:lnTo>
                  <a:pt x="1436" y="2025"/>
                </a:lnTo>
                <a:lnTo>
                  <a:pt x="1435" y="2025"/>
                </a:lnTo>
                <a:lnTo>
                  <a:pt x="1435" y="2024"/>
                </a:lnTo>
                <a:lnTo>
                  <a:pt x="1434" y="2024"/>
                </a:lnTo>
                <a:lnTo>
                  <a:pt x="1433" y="2022"/>
                </a:lnTo>
                <a:lnTo>
                  <a:pt x="1432" y="2023"/>
                </a:lnTo>
                <a:lnTo>
                  <a:pt x="1429" y="2020"/>
                </a:lnTo>
                <a:lnTo>
                  <a:pt x="1428" y="2019"/>
                </a:lnTo>
                <a:lnTo>
                  <a:pt x="1428" y="2018"/>
                </a:lnTo>
                <a:lnTo>
                  <a:pt x="1429" y="2018"/>
                </a:lnTo>
                <a:lnTo>
                  <a:pt x="1429" y="2017"/>
                </a:lnTo>
                <a:lnTo>
                  <a:pt x="1429" y="2016"/>
                </a:lnTo>
                <a:lnTo>
                  <a:pt x="1428" y="2016"/>
                </a:lnTo>
                <a:lnTo>
                  <a:pt x="1428" y="2015"/>
                </a:lnTo>
                <a:lnTo>
                  <a:pt x="1429" y="2015"/>
                </a:lnTo>
                <a:lnTo>
                  <a:pt x="1430" y="2014"/>
                </a:lnTo>
                <a:lnTo>
                  <a:pt x="1431" y="2014"/>
                </a:lnTo>
                <a:lnTo>
                  <a:pt x="1431" y="2013"/>
                </a:lnTo>
                <a:lnTo>
                  <a:pt x="1432" y="2013"/>
                </a:lnTo>
                <a:lnTo>
                  <a:pt x="1432" y="2012"/>
                </a:lnTo>
                <a:lnTo>
                  <a:pt x="1434" y="2012"/>
                </a:lnTo>
                <a:lnTo>
                  <a:pt x="1435" y="2012"/>
                </a:lnTo>
                <a:lnTo>
                  <a:pt x="1435" y="2011"/>
                </a:lnTo>
                <a:lnTo>
                  <a:pt x="1436" y="2012"/>
                </a:lnTo>
                <a:lnTo>
                  <a:pt x="1437" y="2013"/>
                </a:lnTo>
                <a:lnTo>
                  <a:pt x="1438" y="2015"/>
                </a:lnTo>
                <a:lnTo>
                  <a:pt x="1438" y="2014"/>
                </a:lnTo>
                <a:lnTo>
                  <a:pt x="1438" y="2013"/>
                </a:lnTo>
                <a:lnTo>
                  <a:pt x="1439" y="2012"/>
                </a:lnTo>
                <a:lnTo>
                  <a:pt x="1439" y="2011"/>
                </a:lnTo>
                <a:lnTo>
                  <a:pt x="1439" y="2010"/>
                </a:lnTo>
                <a:lnTo>
                  <a:pt x="1440" y="2010"/>
                </a:lnTo>
                <a:lnTo>
                  <a:pt x="1442" y="2009"/>
                </a:lnTo>
                <a:lnTo>
                  <a:pt x="1443" y="2008"/>
                </a:lnTo>
                <a:lnTo>
                  <a:pt x="1443" y="2007"/>
                </a:lnTo>
                <a:lnTo>
                  <a:pt x="1444" y="2006"/>
                </a:lnTo>
                <a:lnTo>
                  <a:pt x="1445" y="2006"/>
                </a:lnTo>
                <a:lnTo>
                  <a:pt x="1447" y="2006"/>
                </a:lnTo>
                <a:lnTo>
                  <a:pt x="1447" y="2005"/>
                </a:lnTo>
                <a:lnTo>
                  <a:pt x="1447" y="2004"/>
                </a:lnTo>
                <a:lnTo>
                  <a:pt x="1446" y="2004"/>
                </a:lnTo>
                <a:lnTo>
                  <a:pt x="1446" y="2003"/>
                </a:lnTo>
                <a:lnTo>
                  <a:pt x="1446" y="2002"/>
                </a:lnTo>
                <a:lnTo>
                  <a:pt x="1447" y="2001"/>
                </a:lnTo>
                <a:lnTo>
                  <a:pt x="1447" y="1999"/>
                </a:lnTo>
                <a:lnTo>
                  <a:pt x="1447" y="1998"/>
                </a:lnTo>
                <a:lnTo>
                  <a:pt x="1447" y="1997"/>
                </a:lnTo>
                <a:lnTo>
                  <a:pt x="1448" y="1997"/>
                </a:lnTo>
                <a:lnTo>
                  <a:pt x="1448" y="1996"/>
                </a:lnTo>
                <a:lnTo>
                  <a:pt x="1448" y="1995"/>
                </a:lnTo>
                <a:lnTo>
                  <a:pt x="1448" y="1994"/>
                </a:lnTo>
                <a:lnTo>
                  <a:pt x="1449" y="1992"/>
                </a:lnTo>
                <a:lnTo>
                  <a:pt x="1449" y="1991"/>
                </a:lnTo>
                <a:lnTo>
                  <a:pt x="1451" y="1989"/>
                </a:lnTo>
                <a:lnTo>
                  <a:pt x="1452" y="1989"/>
                </a:lnTo>
                <a:lnTo>
                  <a:pt x="1452" y="1988"/>
                </a:lnTo>
                <a:lnTo>
                  <a:pt x="1453" y="1987"/>
                </a:lnTo>
                <a:lnTo>
                  <a:pt x="1454" y="1987"/>
                </a:lnTo>
                <a:lnTo>
                  <a:pt x="1454" y="1986"/>
                </a:lnTo>
                <a:lnTo>
                  <a:pt x="1455" y="1984"/>
                </a:lnTo>
                <a:lnTo>
                  <a:pt x="1454" y="1984"/>
                </a:lnTo>
                <a:lnTo>
                  <a:pt x="1454" y="1983"/>
                </a:lnTo>
                <a:lnTo>
                  <a:pt x="1456" y="1981"/>
                </a:lnTo>
                <a:lnTo>
                  <a:pt x="1457" y="1981"/>
                </a:lnTo>
                <a:lnTo>
                  <a:pt x="1458" y="1981"/>
                </a:lnTo>
                <a:lnTo>
                  <a:pt x="1459" y="1980"/>
                </a:lnTo>
                <a:lnTo>
                  <a:pt x="1458" y="1979"/>
                </a:lnTo>
                <a:lnTo>
                  <a:pt x="1456" y="1979"/>
                </a:lnTo>
                <a:lnTo>
                  <a:pt x="1456" y="1978"/>
                </a:lnTo>
                <a:lnTo>
                  <a:pt x="1456" y="1977"/>
                </a:lnTo>
                <a:lnTo>
                  <a:pt x="1456" y="1975"/>
                </a:lnTo>
                <a:lnTo>
                  <a:pt x="1457" y="1974"/>
                </a:lnTo>
                <a:lnTo>
                  <a:pt x="1456" y="1973"/>
                </a:lnTo>
                <a:lnTo>
                  <a:pt x="1454" y="1972"/>
                </a:lnTo>
                <a:lnTo>
                  <a:pt x="1453" y="1971"/>
                </a:lnTo>
                <a:lnTo>
                  <a:pt x="1452" y="1971"/>
                </a:lnTo>
                <a:lnTo>
                  <a:pt x="1452" y="1970"/>
                </a:lnTo>
                <a:lnTo>
                  <a:pt x="1452" y="1969"/>
                </a:lnTo>
                <a:lnTo>
                  <a:pt x="1452" y="1968"/>
                </a:lnTo>
                <a:lnTo>
                  <a:pt x="1452" y="1967"/>
                </a:lnTo>
                <a:lnTo>
                  <a:pt x="1453" y="1966"/>
                </a:lnTo>
                <a:lnTo>
                  <a:pt x="1452" y="1964"/>
                </a:lnTo>
                <a:lnTo>
                  <a:pt x="1452" y="1963"/>
                </a:lnTo>
                <a:lnTo>
                  <a:pt x="1453" y="1961"/>
                </a:lnTo>
                <a:lnTo>
                  <a:pt x="1453" y="1960"/>
                </a:lnTo>
                <a:lnTo>
                  <a:pt x="1453" y="1959"/>
                </a:lnTo>
                <a:lnTo>
                  <a:pt x="1453" y="1958"/>
                </a:lnTo>
                <a:lnTo>
                  <a:pt x="1453" y="1956"/>
                </a:lnTo>
                <a:lnTo>
                  <a:pt x="1452" y="1955"/>
                </a:lnTo>
                <a:lnTo>
                  <a:pt x="1451" y="1955"/>
                </a:lnTo>
                <a:lnTo>
                  <a:pt x="1450" y="1954"/>
                </a:lnTo>
                <a:lnTo>
                  <a:pt x="1449" y="1954"/>
                </a:lnTo>
                <a:lnTo>
                  <a:pt x="1450" y="1953"/>
                </a:lnTo>
                <a:lnTo>
                  <a:pt x="1450" y="1951"/>
                </a:lnTo>
                <a:lnTo>
                  <a:pt x="1449" y="1951"/>
                </a:lnTo>
                <a:lnTo>
                  <a:pt x="1448" y="1951"/>
                </a:lnTo>
                <a:lnTo>
                  <a:pt x="1446" y="1950"/>
                </a:lnTo>
                <a:lnTo>
                  <a:pt x="1446" y="1949"/>
                </a:lnTo>
                <a:lnTo>
                  <a:pt x="1445" y="1949"/>
                </a:lnTo>
                <a:lnTo>
                  <a:pt x="1445" y="1948"/>
                </a:lnTo>
                <a:lnTo>
                  <a:pt x="1444" y="1947"/>
                </a:lnTo>
                <a:lnTo>
                  <a:pt x="1444" y="1946"/>
                </a:lnTo>
                <a:lnTo>
                  <a:pt x="1443" y="1946"/>
                </a:lnTo>
                <a:lnTo>
                  <a:pt x="1443" y="1947"/>
                </a:lnTo>
                <a:lnTo>
                  <a:pt x="1442" y="1948"/>
                </a:lnTo>
                <a:lnTo>
                  <a:pt x="1441" y="1948"/>
                </a:lnTo>
                <a:lnTo>
                  <a:pt x="1441" y="1950"/>
                </a:lnTo>
                <a:lnTo>
                  <a:pt x="1441" y="1951"/>
                </a:lnTo>
                <a:lnTo>
                  <a:pt x="1441" y="1952"/>
                </a:lnTo>
                <a:lnTo>
                  <a:pt x="1441" y="1953"/>
                </a:lnTo>
                <a:lnTo>
                  <a:pt x="1441" y="1954"/>
                </a:lnTo>
                <a:lnTo>
                  <a:pt x="1441" y="1956"/>
                </a:lnTo>
                <a:lnTo>
                  <a:pt x="1440" y="1956"/>
                </a:lnTo>
                <a:lnTo>
                  <a:pt x="1439" y="1956"/>
                </a:lnTo>
                <a:lnTo>
                  <a:pt x="1438" y="1957"/>
                </a:lnTo>
                <a:lnTo>
                  <a:pt x="1437" y="1957"/>
                </a:lnTo>
                <a:lnTo>
                  <a:pt x="1436" y="1957"/>
                </a:lnTo>
                <a:lnTo>
                  <a:pt x="1436" y="1956"/>
                </a:lnTo>
                <a:lnTo>
                  <a:pt x="1436" y="1955"/>
                </a:lnTo>
                <a:lnTo>
                  <a:pt x="1434" y="1955"/>
                </a:lnTo>
                <a:lnTo>
                  <a:pt x="1434" y="1956"/>
                </a:lnTo>
                <a:lnTo>
                  <a:pt x="1433" y="1956"/>
                </a:lnTo>
                <a:lnTo>
                  <a:pt x="1433" y="1955"/>
                </a:lnTo>
                <a:lnTo>
                  <a:pt x="1432" y="1956"/>
                </a:lnTo>
                <a:lnTo>
                  <a:pt x="1431" y="1957"/>
                </a:lnTo>
                <a:lnTo>
                  <a:pt x="1430" y="1957"/>
                </a:lnTo>
                <a:lnTo>
                  <a:pt x="1430" y="1958"/>
                </a:lnTo>
                <a:lnTo>
                  <a:pt x="1430" y="1959"/>
                </a:lnTo>
                <a:lnTo>
                  <a:pt x="1429" y="1959"/>
                </a:lnTo>
                <a:lnTo>
                  <a:pt x="1428" y="1959"/>
                </a:lnTo>
                <a:lnTo>
                  <a:pt x="1428" y="1960"/>
                </a:lnTo>
                <a:lnTo>
                  <a:pt x="1428" y="1961"/>
                </a:lnTo>
                <a:lnTo>
                  <a:pt x="1428" y="1962"/>
                </a:lnTo>
                <a:lnTo>
                  <a:pt x="1427" y="1963"/>
                </a:lnTo>
                <a:lnTo>
                  <a:pt x="1427" y="1964"/>
                </a:lnTo>
                <a:lnTo>
                  <a:pt x="1427" y="1965"/>
                </a:lnTo>
                <a:lnTo>
                  <a:pt x="1426" y="1966"/>
                </a:lnTo>
                <a:lnTo>
                  <a:pt x="1425" y="1966"/>
                </a:lnTo>
                <a:lnTo>
                  <a:pt x="1425" y="1967"/>
                </a:lnTo>
                <a:lnTo>
                  <a:pt x="1424" y="1967"/>
                </a:lnTo>
                <a:lnTo>
                  <a:pt x="1423" y="1967"/>
                </a:lnTo>
                <a:lnTo>
                  <a:pt x="1422" y="1967"/>
                </a:lnTo>
                <a:lnTo>
                  <a:pt x="1421" y="1967"/>
                </a:lnTo>
                <a:lnTo>
                  <a:pt x="1420" y="1967"/>
                </a:lnTo>
                <a:lnTo>
                  <a:pt x="1418" y="1966"/>
                </a:lnTo>
                <a:lnTo>
                  <a:pt x="1417" y="1966"/>
                </a:lnTo>
                <a:lnTo>
                  <a:pt x="1417" y="1967"/>
                </a:lnTo>
                <a:lnTo>
                  <a:pt x="1416" y="1967"/>
                </a:lnTo>
                <a:lnTo>
                  <a:pt x="1416" y="1966"/>
                </a:lnTo>
                <a:lnTo>
                  <a:pt x="1415" y="1966"/>
                </a:lnTo>
                <a:lnTo>
                  <a:pt x="1413" y="1966"/>
                </a:lnTo>
                <a:lnTo>
                  <a:pt x="1412" y="1966"/>
                </a:lnTo>
                <a:lnTo>
                  <a:pt x="1411" y="1966"/>
                </a:lnTo>
                <a:lnTo>
                  <a:pt x="1410" y="1966"/>
                </a:lnTo>
                <a:lnTo>
                  <a:pt x="1409" y="1966"/>
                </a:lnTo>
                <a:lnTo>
                  <a:pt x="1409" y="1967"/>
                </a:lnTo>
                <a:lnTo>
                  <a:pt x="1407" y="1968"/>
                </a:lnTo>
                <a:lnTo>
                  <a:pt x="1406" y="1966"/>
                </a:lnTo>
                <a:lnTo>
                  <a:pt x="1405" y="1962"/>
                </a:lnTo>
                <a:lnTo>
                  <a:pt x="1405" y="1961"/>
                </a:lnTo>
                <a:lnTo>
                  <a:pt x="1404" y="1960"/>
                </a:lnTo>
                <a:lnTo>
                  <a:pt x="1405" y="1960"/>
                </a:lnTo>
                <a:lnTo>
                  <a:pt x="1405" y="1959"/>
                </a:lnTo>
                <a:lnTo>
                  <a:pt x="1405" y="1958"/>
                </a:lnTo>
                <a:lnTo>
                  <a:pt x="1405" y="1956"/>
                </a:lnTo>
                <a:lnTo>
                  <a:pt x="1405" y="1955"/>
                </a:lnTo>
                <a:lnTo>
                  <a:pt x="1405" y="1954"/>
                </a:lnTo>
                <a:lnTo>
                  <a:pt x="1405" y="1953"/>
                </a:lnTo>
                <a:lnTo>
                  <a:pt x="1404" y="1953"/>
                </a:lnTo>
                <a:lnTo>
                  <a:pt x="1404" y="1952"/>
                </a:lnTo>
                <a:lnTo>
                  <a:pt x="1404" y="1950"/>
                </a:lnTo>
                <a:lnTo>
                  <a:pt x="1405" y="1949"/>
                </a:lnTo>
                <a:lnTo>
                  <a:pt x="1404" y="1948"/>
                </a:lnTo>
                <a:lnTo>
                  <a:pt x="1404" y="1947"/>
                </a:lnTo>
                <a:lnTo>
                  <a:pt x="1405" y="1946"/>
                </a:lnTo>
                <a:lnTo>
                  <a:pt x="1405" y="1945"/>
                </a:lnTo>
                <a:lnTo>
                  <a:pt x="1405" y="1944"/>
                </a:lnTo>
                <a:lnTo>
                  <a:pt x="1405" y="1943"/>
                </a:lnTo>
                <a:lnTo>
                  <a:pt x="1404" y="1942"/>
                </a:lnTo>
                <a:lnTo>
                  <a:pt x="1404" y="1941"/>
                </a:lnTo>
                <a:lnTo>
                  <a:pt x="1404" y="1940"/>
                </a:lnTo>
                <a:lnTo>
                  <a:pt x="1404" y="1939"/>
                </a:lnTo>
                <a:lnTo>
                  <a:pt x="1403" y="1938"/>
                </a:lnTo>
                <a:lnTo>
                  <a:pt x="1402" y="1938"/>
                </a:lnTo>
                <a:lnTo>
                  <a:pt x="1401" y="1938"/>
                </a:lnTo>
                <a:lnTo>
                  <a:pt x="1401" y="1937"/>
                </a:lnTo>
                <a:lnTo>
                  <a:pt x="1400" y="1937"/>
                </a:lnTo>
                <a:lnTo>
                  <a:pt x="1400" y="1936"/>
                </a:lnTo>
                <a:lnTo>
                  <a:pt x="1401" y="1935"/>
                </a:lnTo>
                <a:lnTo>
                  <a:pt x="1401" y="1932"/>
                </a:lnTo>
                <a:lnTo>
                  <a:pt x="1401" y="1931"/>
                </a:lnTo>
                <a:lnTo>
                  <a:pt x="1401" y="1930"/>
                </a:lnTo>
                <a:lnTo>
                  <a:pt x="1400" y="1930"/>
                </a:lnTo>
                <a:lnTo>
                  <a:pt x="1400" y="1929"/>
                </a:lnTo>
                <a:lnTo>
                  <a:pt x="1399" y="1929"/>
                </a:lnTo>
                <a:lnTo>
                  <a:pt x="1398" y="1930"/>
                </a:lnTo>
                <a:lnTo>
                  <a:pt x="1398" y="1931"/>
                </a:lnTo>
                <a:lnTo>
                  <a:pt x="1397" y="1931"/>
                </a:lnTo>
                <a:lnTo>
                  <a:pt x="1396" y="1931"/>
                </a:lnTo>
                <a:lnTo>
                  <a:pt x="1396" y="1930"/>
                </a:lnTo>
                <a:lnTo>
                  <a:pt x="1395" y="1930"/>
                </a:lnTo>
                <a:lnTo>
                  <a:pt x="1395" y="1928"/>
                </a:lnTo>
                <a:lnTo>
                  <a:pt x="1395" y="1927"/>
                </a:lnTo>
                <a:lnTo>
                  <a:pt x="1395" y="1926"/>
                </a:lnTo>
                <a:lnTo>
                  <a:pt x="1394" y="1926"/>
                </a:lnTo>
                <a:lnTo>
                  <a:pt x="1393" y="1925"/>
                </a:lnTo>
                <a:lnTo>
                  <a:pt x="1392" y="1925"/>
                </a:lnTo>
                <a:lnTo>
                  <a:pt x="1391" y="1926"/>
                </a:lnTo>
                <a:lnTo>
                  <a:pt x="1388" y="1925"/>
                </a:lnTo>
                <a:lnTo>
                  <a:pt x="1387" y="1924"/>
                </a:lnTo>
                <a:lnTo>
                  <a:pt x="1387" y="1923"/>
                </a:lnTo>
                <a:lnTo>
                  <a:pt x="1386" y="1923"/>
                </a:lnTo>
                <a:lnTo>
                  <a:pt x="1385" y="1924"/>
                </a:lnTo>
                <a:lnTo>
                  <a:pt x="1383" y="1925"/>
                </a:lnTo>
                <a:lnTo>
                  <a:pt x="1382" y="1925"/>
                </a:lnTo>
                <a:lnTo>
                  <a:pt x="1382" y="1926"/>
                </a:lnTo>
                <a:lnTo>
                  <a:pt x="1381" y="1927"/>
                </a:lnTo>
                <a:lnTo>
                  <a:pt x="1379" y="1927"/>
                </a:lnTo>
                <a:lnTo>
                  <a:pt x="1378" y="1927"/>
                </a:lnTo>
                <a:lnTo>
                  <a:pt x="1377" y="1927"/>
                </a:lnTo>
                <a:lnTo>
                  <a:pt x="1376" y="1927"/>
                </a:lnTo>
                <a:lnTo>
                  <a:pt x="1375" y="1927"/>
                </a:lnTo>
                <a:lnTo>
                  <a:pt x="1374" y="1927"/>
                </a:lnTo>
                <a:lnTo>
                  <a:pt x="1374" y="1928"/>
                </a:lnTo>
                <a:lnTo>
                  <a:pt x="1374" y="1929"/>
                </a:lnTo>
                <a:lnTo>
                  <a:pt x="1374" y="1930"/>
                </a:lnTo>
                <a:lnTo>
                  <a:pt x="1374" y="1931"/>
                </a:lnTo>
                <a:lnTo>
                  <a:pt x="1374" y="1932"/>
                </a:lnTo>
                <a:lnTo>
                  <a:pt x="1373" y="1933"/>
                </a:lnTo>
                <a:lnTo>
                  <a:pt x="1372" y="1934"/>
                </a:lnTo>
                <a:lnTo>
                  <a:pt x="1371" y="1934"/>
                </a:lnTo>
                <a:lnTo>
                  <a:pt x="1370" y="1934"/>
                </a:lnTo>
                <a:lnTo>
                  <a:pt x="1368" y="1934"/>
                </a:lnTo>
                <a:lnTo>
                  <a:pt x="1367" y="1935"/>
                </a:lnTo>
                <a:lnTo>
                  <a:pt x="1366" y="1934"/>
                </a:lnTo>
                <a:lnTo>
                  <a:pt x="1365" y="1934"/>
                </a:lnTo>
                <a:lnTo>
                  <a:pt x="1364" y="1933"/>
                </a:lnTo>
                <a:lnTo>
                  <a:pt x="1363" y="1933"/>
                </a:lnTo>
                <a:lnTo>
                  <a:pt x="1361" y="1932"/>
                </a:lnTo>
                <a:lnTo>
                  <a:pt x="1360" y="1932"/>
                </a:lnTo>
                <a:lnTo>
                  <a:pt x="1360" y="1933"/>
                </a:lnTo>
                <a:lnTo>
                  <a:pt x="1359" y="1932"/>
                </a:lnTo>
                <a:lnTo>
                  <a:pt x="1358" y="1931"/>
                </a:lnTo>
                <a:lnTo>
                  <a:pt x="1356" y="1932"/>
                </a:lnTo>
                <a:lnTo>
                  <a:pt x="1355" y="1931"/>
                </a:lnTo>
                <a:lnTo>
                  <a:pt x="1355" y="1930"/>
                </a:lnTo>
                <a:lnTo>
                  <a:pt x="1354" y="1930"/>
                </a:lnTo>
                <a:lnTo>
                  <a:pt x="1354" y="1931"/>
                </a:lnTo>
                <a:lnTo>
                  <a:pt x="1353" y="1931"/>
                </a:lnTo>
                <a:lnTo>
                  <a:pt x="1353" y="1930"/>
                </a:lnTo>
                <a:lnTo>
                  <a:pt x="1352" y="1930"/>
                </a:lnTo>
                <a:lnTo>
                  <a:pt x="1351" y="1931"/>
                </a:lnTo>
                <a:lnTo>
                  <a:pt x="1350" y="1930"/>
                </a:lnTo>
                <a:lnTo>
                  <a:pt x="1349" y="1930"/>
                </a:lnTo>
                <a:lnTo>
                  <a:pt x="1348" y="1929"/>
                </a:lnTo>
                <a:lnTo>
                  <a:pt x="1346" y="1929"/>
                </a:lnTo>
                <a:lnTo>
                  <a:pt x="1346" y="1928"/>
                </a:lnTo>
                <a:lnTo>
                  <a:pt x="1344" y="1927"/>
                </a:lnTo>
                <a:lnTo>
                  <a:pt x="1343" y="1926"/>
                </a:lnTo>
                <a:lnTo>
                  <a:pt x="1342" y="1925"/>
                </a:lnTo>
                <a:lnTo>
                  <a:pt x="1341" y="1925"/>
                </a:lnTo>
                <a:lnTo>
                  <a:pt x="1341" y="1926"/>
                </a:lnTo>
                <a:lnTo>
                  <a:pt x="1339" y="1928"/>
                </a:lnTo>
                <a:lnTo>
                  <a:pt x="1338" y="1928"/>
                </a:lnTo>
                <a:lnTo>
                  <a:pt x="1337" y="1928"/>
                </a:lnTo>
                <a:lnTo>
                  <a:pt x="1336" y="1928"/>
                </a:lnTo>
                <a:lnTo>
                  <a:pt x="1335" y="1928"/>
                </a:lnTo>
                <a:lnTo>
                  <a:pt x="1334" y="1929"/>
                </a:lnTo>
                <a:lnTo>
                  <a:pt x="1333" y="1929"/>
                </a:lnTo>
                <a:lnTo>
                  <a:pt x="1333" y="1930"/>
                </a:lnTo>
                <a:lnTo>
                  <a:pt x="1333" y="1931"/>
                </a:lnTo>
                <a:lnTo>
                  <a:pt x="1332" y="1931"/>
                </a:lnTo>
                <a:lnTo>
                  <a:pt x="1331" y="1931"/>
                </a:lnTo>
                <a:lnTo>
                  <a:pt x="1330" y="1930"/>
                </a:lnTo>
                <a:lnTo>
                  <a:pt x="1330" y="1928"/>
                </a:lnTo>
                <a:lnTo>
                  <a:pt x="1331" y="1928"/>
                </a:lnTo>
                <a:lnTo>
                  <a:pt x="1331" y="1927"/>
                </a:lnTo>
                <a:lnTo>
                  <a:pt x="1332" y="1927"/>
                </a:lnTo>
                <a:lnTo>
                  <a:pt x="1332" y="1925"/>
                </a:lnTo>
                <a:lnTo>
                  <a:pt x="1331" y="1925"/>
                </a:lnTo>
                <a:lnTo>
                  <a:pt x="1331" y="1924"/>
                </a:lnTo>
                <a:lnTo>
                  <a:pt x="1330" y="1923"/>
                </a:lnTo>
                <a:lnTo>
                  <a:pt x="1330" y="1922"/>
                </a:lnTo>
                <a:lnTo>
                  <a:pt x="1330" y="1920"/>
                </a:lnTo>
                <a:lnTo>
                  <a:pt x="1330" y="1918"/>
                </a:lnTo>
                <a:lnTo>
                  <a:pt x="1330" y="1917"/>
                </a:lnTo>
                <a:lnTo>
                  <a:pt x="1331" y="1916"/>
                </a:lnTo>
                <a:lnTo>
                  <a:pt x="1331" y="1915"/>
                </a:lnTo>
                <a:lnTo>
                  <a:pt x="1332" y="1915"/>
                </a:lnTo>
                <a:lnTo>
                  <a:pt x="1333" y="1915"/>
                </a:lnTo>
                <a:lnTo>
                  <a:pt x="1333" y="1913"/>
                </a:lnTo>
                <a:lnTo>
                  <a:pt x="1334" y="1913"/>
                </a:lnTo>
                <a:lnTo>
                  <a:pt x="1335" y="1913"/>
                </a:lnTo>
                <a:lnTo>
                  <a:pt x="1335" y="1912"/>
                </a:lnTo>
                <a:lnTo>
                  <a:pt x="1335" y="1911"/>
                </a:lnTo>
                <a:lnTo>
                  <a:pt x="1334" y="1911"/>
                </a:lnTo>
                <a:lnTo>
                  <a:pt x="1334" y="1910"/>
                </a:lnTo>
                <a:lnTo>
                  <a:pt x="1334" y="1908"/>
                </a:lnTo>
                <a:lnTo>
                  <a:pt x="1334" y="1907"/>
                </a:lnTo>
                <a:lnTo>
                  <a:pt x="1335" y="1906"/>
                </a:lnTo>
                <a:lnTo>
                  <a:pt x="1335" y="1905"/>
                </a:lnTo>
                <a:lnTo>
                  <a:pt x="1335" y="1904"/>
                </a:lnTo>
                <a:lnTo>
                  <a:pt x="1335" y="1903"/>
                </a:lnTo>
                <a:lnTo>
                  <a:pt x="1334" y="1902"/>
                </a:lnTo>
                <a:lnTo>
                  <a:pt x="1332" y="1901"/>
                </a:lnTo>
                <a:lnTo>
                  <a:pt x="1331" y="1899"/>
                </a:lnTo>
                <a:lnTo>
                  <a:pt x="1330" y="1898"/>
                </a:lnTo>
                <a:lnTo>
                  <a:pt x="1331" y="1898"/>
                </a:lnTo>
                <a:lnTo>
                  <a:pt x="1330" y="1897"/>
                </a:lnTo>
                <a:lnTo>
                  <a:pt x="1329" y="1896"/>
                </a:lnTo>
                <a:lnTo>
                  <a:pt x="1329" y="1895"/>
                </a:lnTo>
                <a:lnTo>
                  <a:pt x="1329" y="1894"/>
                </a:lnTo>
                <a:lnTo>
                  <a:pt x="1330" y="1893"/>
                </a:lnTo>
                <a:lnTo>
                  <a:pt x="1329" y="1892"/>
                </a:lnTo>
                <a:lnTo>
                  <a:pt x="1328" y="1892"/>
                </a:lnTo>
                <a:lnTo>
                  <a:pt x="1327" y="1892"/>
                </a:lnTo>
                <a:lnTo>
                  <a:pt x="1326" y="1891"/>
                </a:lnTo>
                <a:lnTo>
                  <a:pt x="1325" y="1890"/>
                </a:lnTo>
                <a:lnTo>
                  <a:pt x="1323" y="1890"/>
                </a:lnTo>
                <a:lnTo>
                  <a:pt x="1322" y="1890"/>
                </a:lnTo>
                <a:lnTo>
                  <a:pt x="1322" y="1889"/>
                </a:lnTo>
                <a:lnTo>
                  <a:pt x="1322" y="1888"/>
                </a:lnTo>
                <a:lnTo>
                  <a:pt x="1320" y="1889"/>
                </a:lnTo>
                <a:lnTo>
                  <a:pt x="1319" y="1889"/>
                </a:lnTo>
                <a:lnTo>
                  <a:pt x="1318" y="1889"/>
                </a:lnTo>
                <a:lnTo>
                  <a:pt x="1317" y="1888"/>
                </a:lnTo>
                <a:lnTo>
                  <a:pt x="1313" y="1887"/>
                </a:lnTo>
                <a:lnTo>
                  <a:pt x="1312" y="1887"/>
                </a:lnTo>
                <a:lnTo>
                  <a:pt x="1312" y="1886"/>
                </a:lnTo>
                <a:lnTo>
                  <a:pt x="1312" y="1885"/>
                </a:lnTo>
                <a:lnTo>
                  <a:pt x="1312" y="1884"/>
                </a:lnTo>
                <a:lnTo>
                  <a:pt x="1312" y="1883"/>
                </a:lnTo>
                <a:lnTo>
                  <a:pt x="1311" y="1882"/>
                </a:lnTo>
                <a:lnTo>
                  <a:pt x="1310" y="1883"/>
                </a:lnTo>
                <a:lnTo>
                  <a:pt x="1309" y="1883"/>
                </a:lnTo>
                <a:lnTo>
                  <a:pt x="1308" y="1882"/>
                </a:lnTo>
                <a:lnTo>
                  <a:pt x="1308" y="1881"/>
                </a:lnTo>
                <a:lnTo>
                  <a:pt x="1308" y="1880"/>
                </a:lnTo>
                <a:lnTo>
                  <a:pt x="1307" y="1880"/>
                </a:lnTo>
                <a:lnTo>
                  <a:pt x="1306" y="1880"/>
                </a:lnTo>
                <a:lnTo>
                  <a:pt x="1304" y="1881"/>
                </a:lnTo>
                <a:lnTo>
                  <a:pt x="1303" y="1881"/>
                </a:lnTo>
                <a:lnTo>
                  <a:pt x="1303" y="1880"/>
                </a:lnTo>
                <a:lnTo>
                  <a:pt x="1303" y="1879"/>
                </a:lnTo>
                <a:lnTo>
                  <a:pt x="1303" y="1878"/>
                </a:lnTo>
                <a:lnTo>
                  <a:pt x="1302" y="1878"/>
                </a:lnTo>
                <a:lnTo>
                  <a:pt x="1302" y="1877"/>
                </a:lnTo>
                <a:lnTo>
                  <a:pt x="1301" y="1877"/>
                </a:lnTo>
                <a:lnTo>
                  <a:pt x="1301" y="1876"/>
                </a:lnTo>
                <a:lnTo>
                  <a:pt x="1300" y="1874"/>
                </a:lnTo>
                <a:lnTo>
                  <a:pt x="1300" y="1873"/>
                </a:lnTo>
                <a:lnTo>
                  <a:pt x="1300" y="1872"/>
                </a:lnTo>
                <a:lnTo>
                  <a:pt x="1300" y="1871"/>
                </a:lnTo>
                <a:lnTo>
                  <a:pt x="1299" y="1871"/>
                </a:lnTo>
                <a:lnTo>
                  <a:pt x="1299" y="1870"/>
                </a:lnTo>
                <a:lnTo>
                  <a:pt x="1299" y="1869"/>
                </a:lnTo>
                <a:lnTo>
                  <a:pt x="1298" y="1869"/>
                </a:lnTo>
                <a:lnTo>
                  <a:pt x="1297" y="1868"/>
                </a:lnTo>
                <a:lnTo>
                  <a:pt x="1296" y="1868"/>
                </a:lnTo>
                <a:lnTo>
                  <a:pt x="1296" y="1867"/>
                </a:lnTo>
                <a:lnTo>
                  <a:pt x="1296" y="1866"/>
                </a:lnTo>
                <a:lnTo>
                  <a:pt x="1295" y="1865"/>
                </a:lnTo>
                <a:lnTo>
                  <a:pt x="1294" y="1865"/>
                </a:lnTo>
                <a:lnTo>
                  <a:pt x="1294" y="1864"/>
                </a:lnTo>
                <a:lnTo>
                  <a:pt x="1293" y="1864"/>
                </a:lnTo>
                <a:lnTo>
                  <a:pt x="1293" y="1863"/>
                </a:lnTo>
                <a:lnTo>
                  <a:pt x="1293" y="1862"/>
                </a:lnTo>
                <a:lnTo>
                  <a:pt x="1293" y="1861"/>
                </a:lnTo>
                <a:lnTo>
                  <a:pt x="1293" y="1860"/>
                </a:lnTo>
                <a:lnTo>
                  <a:pt x="1293" y="1859"/>
                </a:lnTo>
                <a:lnTo>
                  <a:pt x="1292" y="1858"/>
                </a:lnTo>
                <a:lnTo>
                  <a:pt x="1291" y="1857"/>
                </a:lnTo>
                <a:lnTo>
                  <a:pt x="1291" y="1856"/>
                </a:lnTo>
                <a:lnTo>
                  <a:pt x="1291" y="1857"/>
                </a:lnTo>
                <a:lnTo>
                  <a:pt x="1289" y="1854"/>
                </a:lnTo>
                <a:lnTo>
                  <a:pt x="1288" y="1852"/>
                </a:lnTo>
                <a:lnTo>
                  <a:pt x="1288" y="1851"/>
                </a:lnTo>
                <a:lnTo>
                  <a:pt x="1288" y="1850"/>
                </a:lnTo>
                <a:lnTo>
                  <a:pt x="1287" y="1850"/>
                </a:lnTo>
                <a:lnTo>
                  <a:pt x="1286" y="1851"/>
                </a:lnTo>
                <a:lnTo>
                  <a:pt x="1285" y="1850"/>
                </a:lnTo>
                <a:lnTo>
                  <a:pt x="1285" y="1848"/>
                </a:lnTo>
                <a:lnTo>
                  <a:pt x="1285" y="1847"/>
                </a:lnTo>
                <a:lnTo>
                  <a:pt x="1285" y="1845"/>
                </a:lnTo>
                <a:lnTo>
                  <a:pt x="1284" y="1844"/>
                </a:lnTo>
                <a:lnTo>
                  <a:pt x="1284" y="1843"/>
                </a:lnTo>
                <a:lnTo>
                  <a:pt x="1284" y="1842"/>
                </a:lnTo>
                <a:lnTo>
                  <a:pt x="1284" y="1841"/>
                </a:lnTo>
                <a:lnTo>
                  <a:pt x="1284" y="1840"/>
                </a:lnTo>
                <a:lnTo>
                  <a:pt x="1282" y="1839"/>
                </a:lnTo>
                <a:lnTo>
                  <a:pt x="1281" y="1839"/>
                </a:lnTo>
                <a:lnTo>
                  <a:pt x="1280" y="1839"/>
                </a:lnTo>
                <a:lnTo>
                  <a:pt x="1280" y="1838"/>
                </a:lnTo>
                <a:lnTo>
                  <a:pt x="1280" y="1837"/>
                </a:lnTo>
                <a:lnTo>
                  <a:pt x="1279" y="1836"/>
                </a:lnTo>
                <a:lnTo>
                  <a:pt x="1279" y="1835"/>
                </a:lnTo>
                <a:lnTo>
                  <a:pt x="1279" y="1834"/>
                </a:lnTo>
                <a:lnTo>
                  <a:pt x="1278" y="1832"/>
                </a:lnTo>
                <a:lnTo>
                  <a:pt x="1278" y="1831"/>
                </a:lnTo>
                <a:lnTo>
                  <a:pt x="1278" y="1830"/>
                </a:lnTo>
                <a:lnTo>
                  <a:pt x="1277" y="1830"/>
                </a:lnTo>
                <a:lnTo>
                  <a:pt x="1276" y="1829"/>
                </a:lnTo>
                <a:lnTo>
                  <a:pt x="1275" y="1828"/>
                </a:lnTo>
                <a:lnTo>
                  <a:pt x="1275" y="1827"/>
                </a:lnTo>
                <a:lnTo>
                  <a:pt x="1275" y="1826"/>
                </a:lnTo>
                <a:lnTo>
                  <a:pt x="1274" y="1825"/>
                </a:lnTo>
                <a:lnTo>
                  <a:pt x="1272" y="1824"/>
                </a:lnTo>
                <a:lnTo>
                  <a:pt x="1271" y="1824"/>
                </a:lnTo>
                <a:lnTo>
                  <a:pt x="1271" y="1823"/>
                </a:lnTo>
                <a:lnTo>
                  <a:pt x="1270" y="1822"/>
                </a:lnTo>
                <a:lnTo>
                  <a:pt x="1269" y="1822"/>
                </a:lnTo>
                <a:lnTo>
                  <a:pt x="1268" y="1821"/>
                </a:lnTo>
                <a:lnTo>
                  <a:pt x="1267" y="1820"/>
                </a:lnTo>
                <a:lnTo>
                  <a:pt x="1268" y="1818"/>
                </a:lnTo>
                <a:lnTo>
                  <a:pt x="1269" y="1817"/>
                </a:lnTo>
                <a:lnTo>
                  <a:pt x="1270" y="1817"/>
                </a:lnTo>
                <a:lnTo>
                  <a:pt x="1270" y="1815"/>
                </a:lnTo>
                <a:lnTo>
                  <a:pt x="1270" y="1814"/>
                </a:lnTo>
                <a:lnTo>
                  <a:pt x="1271" y="1814"/>
                </a:lnTo>
                <a:lnTo>
                  <a:pt x="1272" y="1814"/>
                </a:lnTo>
                <a:lnTo>
                  <a:pt x="1272" y="1813"/>
                </a:lnTo>
                <a:lnTo>
                  <a:pt x="1273" y="1811"/>
                </a:lnTo>
                <a:lnTo>
                  <a:pt x="1273" y="1810"/>
                </a:lnTo>
                <a:lnTo>
                  <a:pt x="1273" y="1809"/>
                </a:lnTo>
                <a:lnTo>
                  <a:pt x="1274" y="1808"/>
                </a:lnTo>
                <a:lnTo>
                  <a:pt x="1275" y="1806"/>
                </a:lnTo>
                <a:lnTo>
                  <a:pt x="1275" y="1805"/>
                </a:lnTo>
                <a:lnTo>
                  <a:pt x="1274" y="1804"/>
                </a:lnTo>
                <a:lnTo>
                  <a:pt x="1274" y="1803"/>
                </a:lnTo>
                <a:lnTo>
                  <a:pt x="1274" y="1802"/>
                </a:lnTo>
                <a:lnTo>
                  <a:pt x="1275" y="1802"/>
                </a:lnTo>
                <a:lnTo>
                  <a:pt x="1275" y="1801"/>
                </a:lnTo>
                <a:lnTo>
                  <a:pt x="1276" y="1801"/>
                </a:lnTo>
                <a:lnTo>
                  <a:pt x="1276" y="1800"/>
                </a:lnTo>
                <a:lnTo>
                  <a:pt x="1275" y="1799"/>
                </a:lnTo>
                <a:lnTo>
                  <a:pt x="1275" y="1798"/>
                </a:lnTo>
                <a:lnTo>
                  <a:pt x="1275" y="1797"/>
                </a:lnTo>
                <a:lnTo>
                  <a:pt x="1276" y="1797"/>
                </a:lnTo>
                <a:lnTo>
                  <a:pt x="1277" y="1797"/>
                </a:lnTo>
                <a:lnTo>
                  <a:pt x="1277" y="1796"/>
                </a:lnTo>
                <a:lnTo>
                  <a:pt x="1277" y="1795"/>
                </a:lnTo>
                <a:lnTo>
                  <a:pt x="1277" y="1794"/>
                </a:lnTo>
                <a:lnTo>
                  <a:pt x="1277" y="1793"/>
                </a:lnTo>
                <a:lnTo>
                  <a:pt x="1278" y="1793"/>
                </a:lnTo>
                <a:lnTo>
                  <a:pt x="1278" y="1792"/>
                </a:lnTo>
                <a:lnTo>
                  <a:pt x="1278" y="1791"/>
                </a:lnTo>
                <a:lnTo>
                  <a:pt x="1279" y="1791"/>
                </a:lnTo>
                <a:lnTo>
                  <a:pt x="1280" y="1791"/>
                </a:lnTo>
                <a:lnTo>
                  <a:pt x="1280" y="1790"/>
                </a:lnTo>
                <a:lnTo>
                  <a:pt x="1281" y="1790"/>
                </a:lnTo>
                <a:lnTo>
                  <a:pt x="1282" y="1790"/>
                </a:lnTo>
                <a:lnTo>
                  <a:pt x="1285" y="1789"/>
                </a:lnTo>
                <a:lnTo>
                  <a:pt x="1286" y="1789"/>
                </a:lnTo>
                <a:lnTo>
                  <a:pt x="1287" y="1788"/>
                </a:lnTo>
                <a:lnTo>
                  <a:pt x="1287" y="1787"/>
                </a:lnTo>
                <a:lnTo>
                  <a:pt x="1288" y="1785"/>
                </a:lnTo>
                <a:lnTo>
                  <a:pt x="1289" y="1785"/>
                </a:lnTo>
                <a:lnTo>
                  <a:pt x="1289" y="1784"/>
                </a:lnTo>
                <a:lnTo>
                  <a:pt x="1290" y="1784"/>
                </a:lnTo>
                <a:lnTo>
                  <a:pt x="1290" y="1783"/>
                </a:lnTo>
                <a:lnTo>
                  <a:pt x="1290" y="1782"/>
                </a:lnTo>
                <a:lnTo>
                  <a:pt x="1290" y="1781"/>
                </a:lnTo>
                <a:lnTo>
                  <a:pt x="1290" y="1780"/>
                </a:lnTo>
                <a:lnTo>
                  <a:pt x="1291" y="1780"/>
                </a:lnTo>
                <a:lnTo>
                  <a:pt x="1292" y="1780"/>
                </a:lnTo>
                <a:lnTo>
                  <a:pt x="1293" y="1780"/>
                </a:lnTo>
                <a:lnTo>
                  <a:pt x="1294" y="1780"/>
                </a:lnTo>
                <a:lnTo>
                  <a:pt x="1295" y="1780"/>
                </a:lnTo>
                <a:lnTo>
                  <a:pt x="1297" y="1780"/>
                </a:lnTo>
                <a:lnTo>
                  <a:pt x="1298" y="1780"/>
                </a:lnTo>
                <a:lnTo>
                  <a:pt x="1299" y="1779"/>
                </a:lnTo>
                <a:lnTo>
                  <a:pt x="1300" y="1779"/>
                </a:lnTo>
                <a:lnTo>
                  <a:pt x="1301" y="1780"/>
                </a:lnTo>
                <a:lnTo>
                  <a:pt x="1302" y="1781"/>
                </a:lnTo>
                <a:lnTo>
                  <a:pt x="1303" y="1781"/>
                </a:lnTo>
                <a:lnTo>
                  <a:pt x="1304" y="1782"/>
                </a:lnTo>
                <a:lnTo>
                  <a:pt x="1305" y="1781"/>
                </a:lnTo>
                <a:lnTo>
                  <a:pt x="1306" y="1781"/>
                </a:lnTo>
                <a:lnTo>
                  <a:pt x="1307" y="1782"/>
                </a:lnTo>
                <a:lnTo>
                  <a:pt x="1308" y="1783"/>
                </a:lnTo>
                <a:lnTo>
                  <a:pt x="1309" y="1783"/>
                </a:lnTo>
                <a:lnTo>
                  <a:pt x="1309" y="1784"/>
                </a:lnTo>
                <a:lnTo>
                  <a:pt x="1310" y="1785"/>
                </a:lnTo>
                <a:lnTo>
                  <a:pt x="1311" y="1785"/>
                </a:lnTo>
                <a:lnTo>
                  <a:pt x="1311" y="1786"/>
                </a:lnTo>
                <a:lnTo>
                  <a:pt x="1312" y="1786"/>
                </a:lnTo>
                <a:lnTo>
                  <a:pt x="1312" y="1787"/>
                </a:lnTo>
                <a:lnTo>
                  <a:pt x="1313" y="1789"/>
                </a:lnTo>
                <a:lnTo>
                  <a:pt x="1314" y="1789"/>
                </a:lnTo>
                <a:lnTo>
                  <a:pt x="1314" y="1788"/>
                </a:lnTo>
                <a:lnTo>
                  <a:pt x="1315" y="1788"/>
                </a:lnTo>
                <a:lnTo>
                  <a:pt x="1316" y="1788"/>
                </a:lnTo>
                <a:lnTo>
                  <a:pt x="1316" y="1789"/>
                </a:lnTo>
                <a:lnTo>
                  <a:pt x="1316" y="1790"/>
                </a:lnTo>
                <a:lnTo>
                  <a:pt x="1317" y="1790"/>
                </a:lnTo>
                <a:lnTo>
                  <a:pt x="1316" y="1791"/>
                </a:lnTo>
                <a:lnTo>
                  <a:pt x="1317" y="1791"/>
                </a:lnTo>
                <a:lnTo>
                  <a:pt x="1317" y="1792"/>
                </a:lnTo>
                <a:lnTo>
                  <a:pt x="1318" y="1791"/>
                </a:lnTo>
                <a:lnTo>
                  <a:pt x="1319" y="1791"/>
                </a:lnTo>
                <a:lnTo>
                  <a:pt x="1320" y="1791"/>
                </a:lnTo>
                <a:lnTo>
                  <a:pt x="1321" y="1792"/>
                </a:lnTo>
                <a:lnTo>
                  <a:pt x="1324" y="1791"/>
                </a:lnTo>
                <a:lnTo>
                  <a:pt x="1325" y="1791"/>
                </a:lnTo>
                <a:lnTo>
                  <a:pt x="1325" y="1792"/>
                </a:lnTo>
                <a:lnTo>
                  <a:pt x="1327" y="1792"/>
                </a:lnTo>
                <a:lnTo>
                  <a:pt x="1327" y="1791"/>
                </a:lnTo>
                <a:lnTo>
                  <a:pt x="1328" y="1791"/>
                </a:lnTo>
                <a:lnTo>
                  <a:pt x="1329" y="1792"/>
                </a:lnTo>
                <a:lnTo>
                  <a:pt x="1330" y="1792"/>
                </a:lnTo>
                <a:lnTo>
                  <a:pt x="1331" y="1791"/>
                </a:lnTo>
                <a:lnTo>
                  <a:pt x="1332" y="1791"/>
                </a:lnTo>
                <a:lnTo>
                  <a:pt x="1333" y="1791"/>
                </a:lnTo>
                <a:lnTo>
                  <a:pt x="1334" y="1792"/>
                </a:lnTo>
                <a:lnTo>
                  <a:pt x="1335" y="1793"/>
                </a:lnTo>
                <a:lnTo>
                  <a:pt x="1335" y="1794"/>
                </a:lnTo>
                <a:lnTo>
                  <a:pt x="1336" y="1794"/>
                </a:lnTo>
                <a:lnTo>
                  <a:pt x="1337" y="1793"/>
                </a:lnTo>
                <a:lnTo>
                  <a:pt x="1338" y="1792"/>
                </a:lnTo>
                <a:lnTo>
                  <a:pt x="1339" y="1791"/>
                </a:lnTo>
                <a:lnTo>
                  <a:pt x="1340" y="1790"/>
                </a:lnTo>
                <a:lnTo>
                  <a:pt x="1341" y="1791"/>
                </a:lnTo>
                <a:lnTo>
                  <a:pt x="1342" y="1791"/>
                </a:lnTo>
                <a:lnTo>
                  <a:pt x="1343" y="1791"/>
                </a:lnTo>
                <a:lnTo>
                  <a:pt x="1346" y="1792"/>
                </a:lnTo>
                <a:lnTo>
                  <a:pt x="1347" y="1792"/>
                </a:lnTo>
                <a:lnTo>
                  <a:pt x="1347" y="1793"/>
                </a:lnTo>
                <a:lnTo>
                  <a:pt x="1347" y="1795"/>
                </a:lnTo>
                <a:lnTo>
                  <a:pt x="1346" y="1795"/>
                </a:lnTo>
                <a:lnTo>
                  <a:pt x="1346" y="1797"/>
                </a:lnTo>
                <a:lnTo>
                  <a:pt x="1346" y="1798"/>
                </a:lnTo>
                <a:lnTo>
                  <a:pt x="1346" y="1799"/>
                </a:lnTo>
                <a:lnTo>
                  <a:pt x="1347" y="1799"/>
                </a:lnTo>
                <a:lnTo>
                  <a:pt x="1348" y="1799"/>
                </a:lnTo>
                <a:lnTo>
                  <a:pt x="1348" y="1798"/>
                </a:lnTo>
                <a:lnTo>
                  <a:pt x="1349" y="1798"/>
                </a:lnTo>
                <a:lnTo>
                  <a:pt x="1351" y="1799"/>
                </a:lnTo>
                <a:lnTo>
                  <a:pt x="1352" y="1800"/>
                </a:lnTo>
                <a:lnTo>
                  <a:pt x="1351" y="1800"/>
                </a:lnTo>
                <a:lnTo>
                  <a:pt x="1351" y="1801"/>
                </a:lnTo>
                <a:lnTo>
                  <a:pt x="1352" y="1802"/>
                </a:lnTo>
                <a:lnTo>
                  <a:pt x="1354" y="1804"/>
                </a:lnTo>
                <a:lnTo>
                  <a:pt x="1355" y="1804"/>
                </a:lnTo>
                <a:lnTo>
                  <a:pt x="1356" y="1804"/>
                </a:lnTo>
                <a:lnTo>
                  <a:pt x="1356" y="1805"/>
                </a:lnTo>
                <a:lnTo>
                  <a:pt x="1357" y="1805"/>
                </a:lnTo>
                <a:lnTo>
                  <a:pt x="1360" y="1805"/>
                </a:lnTo>
                <a:lnTo>
                  <a:pt x="1361" y="1805"/>
                </a:lnTo>
                <a:lnTo>
                  <a:pt x="1362" y="1806"/>
                </a:lnTo>
                <a:lnTo>
                  <a:pt x="1362" y="1808"/>
                </a:lnTo>
                <a:lnTo>
                  <a:pt x="1362" y="1809"/>
                </a:lnTo>
                <a:lnTo>
                  <a:pt x="1361" y="1809"/>
                </a:lnTo>
                <a:lnTo>
                  <a:pt x="1361" y="1810"/>
                </a:lnTo>
                <a:lnTo>
                  <a:pt x="1362" y="1810"/>
                </a:lnTo>
                <a:lnTo>
                  <a:pt x="1363" y="1810"/>
                </a:lnTo>
                <a:lnTo>
                  <a:pt x="1363" y="1809"/>
                </a:lnTo>
                <a:lnTo>
                  <a:pt x="1364" y="1809"/>
                </a:lnTo>
                <a:lnTo>
                  <a:pt x="1365" y="1809"/>
                </a:lnTo>
                <a:lnTo>
                  <a:pt x="1369" y="1810"/>
                </a:lnTo>
                <a:lnTo>
                  <a:pt x="1371" y="1811"/>
                </a:lnTo>
                <a:lnTo>
                  <a:pt x="1371" y="1812"/>
                </a:lnTo>
                <a:lnTo>
                  <a:pt x="1372" y="1812"/>
                </a:lnTo>
                <a:lnTo>
                  <a:pt x="1374" y="1812"/>
                </a:lnTo>
                <a:lnTo>
                  <a:pt x="1375" y="1813"/>
                </a:lnTo>
                <a:lnTo>
                  <a:pt x="1376" y="1814"/>
                </a:lnTo>
                <a:lnTo>
                  <a:pt x="1378" y="1814"/>
                </a:lnTo>
                <a:lnTo>
                  <a:pt x="1379" y="1814"/>
                </a:lnTo>
                <a:lnTo>
                  <a:pt x="1380" y="1815"/>
                </a:lnTo>
                <a:lnTo>
                  <a:pt x="1381" y="1816"/>
                </a:lnTo>
                <a:lnTo>
                  <a:pt x="1383" y="1815"/>
                </a:lnTo>
                <a:lnTo>
                  <a:pt x="1384" y="1816"/>
                </a:lnTo>
                <a:lnTo>
                  <a:pt x="1386" y="1816"/>
                </a:lnTo>
                <a:lnTo>
                  <a:pt x="1387" y="1816"/>
                </a:lnTo>
                <a:lnTo>
                  <a:pt x="1388" y="1816"/>
                </a:lnTo>
                <a:lnTo>
                  <a:pt x="1388" y="1817"/>
                </a:lnTo>
                <a:lnTo>
                  <a:pt x="1389" y="1818"/>
                </a:lnTo>
                <a:lnTo>
                  <a:pt x="1388" y="1819"/>
                </a:lnTo>
                <a:lnTo>
                  <a:pt x="1388" y="1820"/>
                </a:lnTo>
                <a:lnTo>
                  <a:pt x="1388" y="1821"/>
                </a:lnTo>
                <a:lnTo>
                  <a:pt x="1390" y="1821"/>
                </a:lnTo>
                <a:lnTo>
                  <a:pt x="1391" y="1821"/>
                </a:lnTo>
                <a:lnTo>
                  <a:pt x="1392" y="1821"/>
                </a:lnTo>
                <a:lnTo>
                  <a:pt x="1393" y="1820"/>
                </a:lnTo>
                <a:lnTo>
                  <a:pt x="1393" y="1819"/>
                </a:lnTo>
                <a:lnTo>
                  <a:pt x="1394" y="1819"/>
                </a:lnTo>
                <a:lnTo>
                  <a:pt x="1395" y="1818"/>
                </a:lnTo>
                <a:lnTo>
                  <a:pt x="1396" y="1818"/>
                </a:lnTo>
                <a:lnTo>
                  <a:pt x="1397" y="1818"/>
                </a:lnTo>
                <a:lnTo>
                  <a:pt x="1397" y="1819"/>
                </a:lnTo>
                <a:lnTo>
                  <a:pt x="1398" y="1820"/>
                </a:lnTo>
                <a:lnTo>
                  <a:pt x="1399" y="1820"/>
                </a:lnTo>
                <a:lnTo>
                  <a:pt x="1399" y="1821"/>
                </a:lnTo>
                <a:lnTo>
                  <a:pt x="1399" y="1822"/>
                </a:lnTo>
                <a:lnTo>
                  <a:pt x="1400" y="1822"/>
                </a:lnTo>
                <a:lnTo>
                  <a:pt x="1401" y="1822"/>
                </a:lnTo>
                <a:lnTo>
                  <a:pt x="1402" y="1822"/>
                </a:lnTo>
                <a:lnTo>
                  <a:pt x="1402" y="1821"/>
                </a:lnTo>
                <a:lnTo>
                  <a:pt x="1403" y="1821"/>
                </a:lnTo>
                <a:lnTo>
                  <a:pt x="1403" y="1822"/>
                </a:lnTo>
                <a:lnTo>
                  <a:pt x="1404" y="1822"/>
                </a:lnTo>
                <a:lnTo>
                  <a:pt x="1404" y="1823"/>
                </a:lnTo>
                <a:lnTo>
                  <a:pt x="1404" y="1824"/>
                </a:lnTo>
                <a:lnTo>
                  <a:pt x="1405" y="1824"/>
                </a:lnTo>
                <a:lnTo>
                  <a:pt x="1406" y="1824"/>
                </a:lnTo>
                <a:lnTo>
                  <a:pt x="1406" y="1825"/>
                </a:lnTo>
                <a:lnTo>
                  <a:pt x="1407" y="1826"/>
                </a:lnTo>
                <a:lnTo>
                  <a:pt x="1408" y="1826"/>
                </a:lnTo>
                <a:lnTo>
                  <a:pt x="1410" y="1827"/>
                </a:lnTo>
                <a:lnTo>
                  <a:pt x="1410" y="1828"/>
                </a:lnTo>
                <a:lnTo>
                  <a:pt x="1411" y="1829"/>
                </a:lnTo>
                <a:lnTo>
                  <a:pt x="1412" y="1829"/>
                </a:lnTo>
                <a:lnTo>
                  <a:pt x="1414" y="1830"/>
                </a:lnTo>
                <a:lnTo>
                  <a:pt x="1415" y="1830"/>
                </a:lnTo>
                <a:lnTo>
                  <a:pt x="1415" y="1831"/>
                </a:lnTo>
                <a:lnTo>
                  <a:pt x="1415" y="1832"/>
                </a:lnTo>
                <a:lnTo>
                  <a:pt x="1414" y="1833"/>
                </a:lnTo>
                <a:lnTo>
                  <a:pt x="1413" y="1833"/>
                </a:lnTo>
                <a:lnTo>
                  <a:pt x="1413" y="1834"/>
                </a:lnTo>
                <a:lnTo>
                  <a:pt x="1414" y="1837"/>
                </a:lnTo>
                <a:lnTo>
                  <a:pt x="1415" y="1837"/>
                </a:lnTo>
                <a:lnTo>
                  <a:pt x="1417" y="1839"/>
                </a:lnTo>
                <a:lnTo>
                  <a:pt x="1419" y="1840"/>
                </a:lnTo>
                <a:lnTo>
                  <a:pt x="1420" y="1841"/>
                </a:lnTo>
                <a:lnTo>
                  <a:pt x="1421" y="1840"/>
                </a:lnTo>
                <a:lnTo>
                  <a:pt x="1422" y="1839"/>
                </a:lnTo>
                <a:lnTo>
                  <a:pt x="1421" y="1838"/>
                </a:lnTo>
                <a:lnTo>
                  <a:pt x="1422" y="1838"/>
                </a:lnTo>
                <a:lnTo>
                  <a:pt x="1423" y="1838"/>
                </a:lnTo>
                <a:lnTo>
                  <a:pt x="1424" y="1840"/>
                </a:lnTo>
                <a:lnTo>
                  <a:pt x="1425" y="1840"/>
                </a:lnTo>
                <a:lnTo>
                  <a:pt x="1425" y="1841"/>
                </a:lnTo>
                <a:lnTo>
                  <a:pt x="1425" y="1842"/>
                </a:lnTo>
                <a:lnTo>
                  <a:pt x="1424" y="1843"/>
                </a:lnTo>
                <a:lnTo>
                  <a:pt x="1424" y="1845"/>
                </a:lnTo>
                <a:lnTo>
                  <a:pt x="1425" y="1846"/>
                </a:lnTo>
                <a:lnTo>
                  <a:pt x="1425" y="1845"/>
                </a:lnTo>
                <a:lnTo>
                  <a:pt x="1426" y="1845"/>
                </a:lnTo>
                <a:lnTo>
                  <a:pt x="1426" y="1844"/>
                </a:lnTo>
                <a:lnTo>
                  <a:pt x="1426" y="1843"/>
                </a:lnTo>
                <a:lnTo>
                  <a:pt x="1427" y="1842"/>
                </a:lnTo>
                <a:lnTo>
                  <a:pt x="1428" y="1843"/>
                </a:lnTo>
                <a:lnTo>
                  <a:pt x="1428" y="1844"/>
                </a:lnTo>
                <a:lnTo>
                  <a:pt x="1427" y="1845"/>
                </a:lnTo>
                <a:lnTo>
                  <a:pt x="1428" y="1846"/>
                </a:lnTo>
                <a:lnTo>
                  <a:pt x="1428" y="1847"/>
                </a:lnTo>
                <a:lnTo>
                  <a:pt x="1429" y="1845"/>
                </a:lnTo>
                <a:lnTo>
                  <a:pt x="1430" y="1845"/>
                </a:lnTo>
                <a:lnTo>
                  <a:pt x="1431" y="1844"/>
                </a:lnTo>
                <a:lnTo>
                  <a:pt x="1432" y="1842"/>
                </a:lnTo>
                <a:lnTo>
                  <a:pt x="1432" y="1841"/>
                </a:lnTo>
                <a:lnTo>
                  <a:pt x="1433" y="1840"/>
                </a:lnTo>
                <a:lnTo>
                  <a:pt x="1433" y="1839"/>
                </a:lnTo>
                <a:lnTo>
                  <a:pt x="1433" y="1838"/>
                </a:lnTo>
                <a:lnTo>
                  <a:pt x="1434" y="1838"/>
                </a:lnTo>
                <a:lnTo>
                  <a:pt x="1434" y="1837"/>
                </a:lnTo>
                <a:lnTo>
                  <a:pt x="1434" y="1838"/>
                </a:lnTo>
                <a:lnTo>
                  <a:pt x="1435" y="1838"/>
                </a:lnTo>
                <a:lnTo>
                  <a:pt x="1436" y="1837"/>
                </a:lnTo>
                <a:lnTo>
                  <a:pt x="1437" y="1836"/>
                </a:lnTo>
                <a:lnTo>
                  <a:pt x="1438" y="1836"/>
                </a:lnTo>
                <a:lnTo>
                  <a:pt x="1439" y="1837"/>
                </a:lnTo>
                <a:lnTo>
                  <a:pt x="1441" y="1837"/>
                </a:lnTo>
                <a:lnTo>
                  <a:pt x="1444" y="1837"/>
                </a:lnTo>
                <a:lnTo>
                  <a:pt x="1445" y="1837"/>
                </a:lnTo>
                <a:lnTo>
                  <a:pt x="1445" y="1838"/>
                </a:lnTo>
                <a:lnTo>
                  <a:pt x="1446" y="1838"/>
                </a:lnTo>
                <a:lnTo>
                  <a:pt x="1446" y="1837"/>
                </a:lnTo>
                <a:lnTo>
                  <a:pt x="1447" y="1837"/>
                </a:lnTo>
                <a:lnTo>
                  <a:pt x="1447" y="1836"/>
                </a:lnTo>
                <a:lnTo>
                  <a:pt x="1448" y="1835"/>
                </a:lnTo>
                <a:lnTo>
                  <a:pt x="1448" y="1833"/>
                </a:lnTo>
                <a:lnTo>
                  <a:pt x="1447" y="1833"/>
                </a:lnTo>
                <a:lnTo>
                  <a:pt x="1447" y="1832"/>
                </a:lnTo>
                <a:lnTo>
                  <a:pt x="1448" y="1832"/>
                </a:lnTo>
                <a:lnTo>
                  <a:pt x="1450" y="1832"/>
                </a:lnTo>
                <a:lnTo>
                  <a:pt x="1450" y="1833"/>
                </a:lnTo>
                <a:lnTo>
                  <a:pt x="1451" y="1833"/>
                </a:lnTo>
                <a:lnTo>
                  <a:pt x="1451" y="1834"/>
                </a:lnTo>
                <a:lnTo>
                  <a:pt x="1452" y="1837"/>
                </a:lnTo>
                <a:lnTo>
                  <a:pt x="1454" y="1837"/>
                </a:lnTo>
                <a:lnTo>
                  <a:pt x="1454" y="1836"/>
                </a:lnTo>
                <a:lnTo>
                  <a:pt x="1455" y="1836"/>
                </a:lnTo>
                <a:lnTo>
                  <a:pt x="1456" y="1836"/>
                </a:lnTo>
                <a:lnTo>
                  <a:pt x="1456" y="1837"/>
                </a:lnTo>
                <a:lnTo>
                  <a:pt x="1457" y="1837"/>
                </a:lnTo>
                <a:lnTo>
                  <a:pt x="1458" y="1837"/>
                </a:lnTo>
                <a:lnTo>
                  <a:pt x="1458" y="1838"/>
                </a:lnTo>
                <a:lnTo>
                  <a:pt x="1459" y="1838"/>
                </a:lnTo>
                <a:lnTo>
                  <a:pt x="1459" y="1839"/>
                </a:lnTo>
                <a:lnTo>
                  <a:pt x="1461" y="1840"/>
                </a:lnTo>
                <a:lnTo>
                  <a:pt x="1463" y="1840"/>
                </a:lnTo>
                <a:lnTo>
                  <a:pt x="1464" y="1841"/>
                </a:lnTo>
                <a:lnTo>
                  <a:pt x="1465" y="1841"/>
                </a:lnTo>
                <a:lnTo>
                  <a:pt x="1465" y="1842"/>
                </a:lnTo>
                <a:lnTo>
                  <a:pt x="1466" y="1841"/>
                </a:lnTo>
                <a:lnTo>
                  <a:pt x="1466" y="1840"/>
                </a:lnTo>
                <a:lnTo>
                  <a:pt x="1466" y="1839"/>
                </a:lnTo>
                <a:lnTo>
                  <a:pt x="1466" y="1838"/>
                </a:lnTo>
                <a:lnTo>
                  <a:pt x="1467" y="1835"/>
                </a:lnTo>
                <a:lnTo>
                  <a:pt x="1467" y="1834"/>
                </a:lnTo>
                <a:lnTo>
                  <a:pt x="1467" y="1833"/>
                </a:lnTo>
                <a:lnTo>
                  <a:pt x="1467" y="1832"/>
                </a:lnTo>
                <a:lnTo>
                  <a:pt x="1468" y="1832"/>
                </a:lnTo>
                <a:lnTo>
                  <a:pt x="1467" y="1832"/>
                </a:lnTo>
                <a:lnTo>
                  <a:pt x="1466" y="1831"/>
                </a:lnTo>
                <a:lnTo>
                  <a:pt x="1466" y="1830"/>
                </a:lnTo>
                <a:lnTo>
                  <a:pt x="1467" y="1830"/>
                </a:lnTo>
                <a:lnTo>
                  <a:pt x="1467" y="1829"/>
                </a:lnTo>
                <a:lnTo>
                  <a:pt x="1468" y="1829"/>
                </a:lnTo>
                <a:lnTo>
                  <a:pt x="1470" y="1830"/>
                </a:lnTo>
                <a:lnTo>
                  <a:pt x="1471" y="1830"/>
                </a:lnTo>
                <a:lnTo>
                  <a:pt x="1472" y="1831"/>
                </a:lnTo>
                <a:lnTo>
                  <a:pt x="1473" y="1831"/>
                </a:lnTo>
                <a:lnTo>
                  <a:pt x="1474" y="1830"/>
                </a:lnTo>
                <a:lnTo>
                  <a:pt x="1475" y="1830"/>
                </a:lnTo>
                <a:lnTo>
                  <a:pt x="1475" y="1828"/>
                </a:lnTo>
                <a:lnTo>
                  <a:pt x="1475" y="1827"/>
                </a:lnTo>
                <a:lnTo>
                  <a:pt x="1475" y="1826"/>
                </a:lnTo>
                <a:lnTo>
                  <a:pt x="1476" y="1825"/>
                </a:lnTo>
                <a:lnTo>
                  <a:pt x="1478" y="1825"/>
                </a:lnTo>
                <a:lnTo>
                  <a:pt x="1478" y="1824"/>
                </a:lnTo>
                <a:lnTo>
                  <a:pt x="1478" y="1822"/>
                </a:lnTo>
                <a:lnTo>
                  <a:pt x="1477" y="1821"/>
                </a:lnTo>
                <a:lnTo>
                  <a:pt x="1476" y="1820"/>
                </a:lnTo>
                <a:lnTo>
                  <a:pt x="1476" y="1819"/>
                </a:lnTo>
                <a:lnTo>
                  <a:pt x="1475" y="1819"/>
                </a:lnTo>
                <a:lnTo>
                  <a:pt x="1476" y="1818"/>
                </a:lnTo>
                <a:lnTo>
                  <a:pt x="1477" y="1818"/>
                </a:lnTo>
                <a:lnTo>
                  <a:pt x="1478" y="1818"/>
                </a:lnTo>
                <a:lnTo>
                  <a:pt x="1478" y="1817"/>
                </a:lnTo>
                <a:lnTo>
                  <a:pt x="1479" y="1817"/>
                </a:lnTo>
                <a:lnTo>
                  <a:pt x="1482" y="1817"/>
                </a:lnTo>
                <a:lnTo>
                  <a:pt x="1482" y="1818"/>
                </a:lnTo>
                <a:lnTo>
                  <a:pt x="1483" y="1818"/>
                </a:lnTo>
                <a:lnTo>
                  <a:pt x="1484" y="1817"/>
                </a:lnTo>
                <a:lnTo>
                  <a:pt x="1484" y="1816"/>
                </a:lnTo>
                <a:lnTo>
                  <a:pt x="1484" y="1815"/>
                </a:lnTo>
                <a:lnTo>
                  <a:pt x="1484" y="1814"/>
                </a:lnTo>
                <a:lnTo>
                  <a:pt x="1483" y="1814"/>
                </a:lnTo>
                <a:lnTo>
                  <a:pt x="1483" y="1813"/>
                </a:lnTo>
                <a:lnTo>
                  <a:pt x="1483" y="1812"/>
                </a:lnTo>
                <a:lnTo>
                  <a:pt x="1484" y="1811"/>
                </a:lnTo>
                <a:lnTo>
                  <a:pt x="1484" y="1810"/>
                </a:lnTo>
                <a:lnTo>
                  <a:pt x="1484" y="1809"/>
                </a:lnTo>
                <a:lnTo>
                  <a:pt x="1484" y="1808"/>
                </a:lnTo>
                <a:lnTo>
                  <a:pt x="1484" y="1807"/>
                </a:lnTo>
                <a:lnTo>
                  <a:pt x="1484" y="1806"/>
                </a:lnTo>
                <a:lnTo>
                  <a:pt x="1485" y="1804"/>
                </a:lnTo>
                <a:lnTo>
                  <a:pt x="1488" y="1805"/>
                </a:lnTo>
                <a:lnTo>
                  <a:pt x="1489" y="1806"/>
                </a:lnTo>
                <a:lnTo>
                  <a:pt x="1491" y="1806"/>
                </a:lnTo>
                <a:lnTo>
                  <a:pt x="1495" y="1808"/>
                </a:lnTo>
                <a:lnTo>
                  <a:pt x="1496" y="1809"/>
                </a:lnTo>
                <a:lnTo>
                  <a:pt x="1497" y="1809"/>
                </a:lnTo>
                <a:lnTo>
                  <a:pt x="1498" y="1809"/>
                </a:lnTo>
                <a:lnTo>
                  <a:pt x="1498" y="1808"/>
                </a:lnTo>
                <a:lnTo>
                  <a:pt x="1499" y="1806"/>
                </a:lnTo>
                <a:lnTo>
                  <a:pt x="1498" y="1805"/>
                </a:lnTo>
                <a:lnTo>
                  <a:pt x="1499" y="1805"/>
                </a:lnTo>
                <a:lnTo>
                  <a:pt x="1499" y="1804"/>
                </a:lnTo>
                <a:lnTo>
                  <a:pt x="1499" y="1805"/>
                </a:lnTo>
                <a:lnTo>
                  <a:pt x="1500" y="1805"/>
                </a:lnTo>
                <a:lnTo>
                  <a:pt x="1500" y="1804"/>
                </a:lnTo>
                <a:lnTo>
                  <a:pt x="1500" y="1803"/>
                </a:lnTo>
                <a:lnTo>
                  <a:pt x="1501" y="1803"/>
                </a:lnTo>
                <a:lnTo>
                  <a:pt x="1502" y="1802"/>
                </a:lnTo>
                <a:lnTo>
                  <a:pt x="1502" y="1801"/>
                </a:lnTo>
                <a:lnTo>
                  <a:pt x="1502" y="1800"/>
                </a:lnTo>
                <a:lnTo>
                  <a:pt x="1502" y="1798"/>
                </a:lnTo>
                <a:lnTo>
                  <a:pt x="1502" y="1797"/>
                </a:lnTo>
                <a:lnTo>
                  <a:pt x="1503" y="1797"/>
                </a:lnTo>
                <a:lnTo>
                  <a:pt x="1503" y="1796"/>
                </a:lnTo>
                <a:lnTo>
                  <a:pt x="1504" y="1796"/>
                </a:lnTo>
                <a:lnTo>
                  <a:pt x="1504" y="1795"/>
                </a:lnTo>
                <a:lnTo>
                  <a:pt x="1504" y="1794"/>
                </a:lnTo>
                <a:lnTo>
                  <a:pt x="1504" y="1793"/>
                </a:lnTo>
                <a:lnTo>
                  <a:pt x="1505" y="1793"/>
                </a:lnTo>
                <a:lnTo>
                  <a:pt x="1505" y="1792"/>
                </a:lnTo>
                <a:lnTo>
                  <a:pt x="1506" y="1792"/>
                </a:lnTo>
                <a:lnTo>
                  <a:pt x="1506" y="1793"/>
                </a:lnTo>
                <a:lnTo>
                  <a:pt x="1507" y="1793"/>
                </a:lnTo>
                <a:lnTo>
                  <a:pt x="1508" y="1794"/>
                </a:lnTo>
                <a:lnTo>
                  <a:pt x="1509" y="1794"/>
                </a:lnTo>
                <a:lnTo>
                  <a:pt x="1510" y="1795"/>
                </a:lnTo>
                <a:lnTo>
                  <a:pt x="1511" y="1795"/>
                </a:lnTo>
                <a:lnTo>
                  <a:pt x="1512" y="1795"/>
                </a:lnTo>
                <a:lnTo>
                  <a:pt x="1513" y="1795"/>
                </a:lnTo>
                <a:lnTo>
                  <a:pt x="1514" y="1795"/>
                </a:lnTo>
                <a:lnTo>
                  <a:pt x="1514" y="1794"/>
                </a:lnTo>
                <a:lnTo>
                  <a:pt x="1517" y="1793"/>
                </a:lnTo>
                <a:lnTo>
                  <a:pt x="1517" y="1792"/>
                </a:lnTo>
                <a:lnTo>
                  <a:pt x="1517" y="1791"/>
                </a:lnTo>
                <a:lnTo>
                  <a:pt x="1516" y="1791"/>
                </a:lnTo>
                <a:lnTo>
                  <a:pt x="1516" y="1790"/>
                </a:lnTo>
                <a:lnTo>
                  <a:pt x="1515" y="1790"/>
                </a:lnTo>
                <a:lnTo>
                  <a:pt x="1515" y="1789"/>
                </a:lnTo>
                <a:lnTo>
                  <a:pt x="1514" y="1789"/>
                </a:lnTo>
                <a:lnTo>
                  <a:pt x="1514" y="1788"/>
                </a:lnTo>
                <a:lnTo>
                  <a:pt x="1514" y="1787"/>
                </a:lnTo>
                <a:lnTo>
                  <a:pt x="1513" y="1786"/>
                </a:lnTo>
                <a:lnTo>
                  <a:pt x="1512" y="1786"/>
                </a:lnTo>
                <a:lnTo>
                  <a:pt x="1511" y="1785"/>
                </a:lnTo>
                <a:lnTo>
                  <a:pt x="1511" y="1784"/>
                </a:lnTo>
                <a:lnTo>
                  <a:pt x="1510" y="1784"/>
                </a:lnTo>
                <a:lnTo>
                  <a:pt x="1510" y="1783"/>
                </a:lnTo>
                <a:lnTo>
                  <a:pt x="1509" y="1782"/>
                </a:lnTo>
                <a:lnTo>
                  <a:pt x="1509" y="1781"/>
                </a:lnTo>
                <a:lnTo>
                  <a:pt x="1509" y="1780"/>
                </a:lnTo>
                <a:lnTo>
                  <a:pt x="1509" y="1779"/>
                </a:lnTo>
                <a:lnTo>
                  <a:pt x="1508" y="1779"/>
                </a:lnTo>
                <a:lnTo>
                  <a:pt x="1508" y="1778"/>
                </a:lnTo>
                <a:lnTo>
                  <a:pt x="1507" y="1778"/>
                </a:lnTo>
                <a:lnTo>
                  <a:pt x="1507" y="1777"/>
                </a:lnTo>
                <a:lnTo>
                  <a:pt x="1507" y="1776"/>
                </a:lnTo>
                <a:lnTo>
                  <a:pt x="1506" y="1775"/>
                </a:lnTo>
                <a:lnTo>
                  <a:pt x="1506" y="1774"/>
                </a:lnTo>
                <a:lnTo>
                  <a:pt x="1505" y="1774"/>
                </a:lnTo>
                <a:lnTo>
                  <a:pt x="1505" y="1773"/>
                </a:lnTo>
                <a:lnTo>
                  <a:pt x="1504" y="1773"/>
                </a:lnTo>
                <a:lnTo>
                  <a:pt x="1504" y="1772"/>
                </a:lnTo>
                <a:lnTo>
                  <a:pt x="1503" y="1772"/>
                </a:lnTo>
                <a:lnTo>
                  <a:pt x="1504" y="1772"/>
                </a:lnTo>
                <a:lnTo>
                  <a:pt x="1504" y="1771"/>
                </a:lnTo>
                <a:lnTo>
                  <a:pt x="1503" y="1771"/>
                </a:lnTo>
                <a:lnTo>
                  <a:pt x="1503" y="1770"/>
                </a:lnTo>
                <a:lnTo>
                  <a:pt x="1503" y="1769"/>
                </a:lnTo>
                <a:lnTo>
                  <a:pt x="1503" y="1767"/>
                </a:lnTo>
                <a:lnTo>
                  <a:pt x="1503" y="1766"/>
                </a:lnTo>
                <a:lnTo>
                  <a:pt x="1502" y="1764"/>
                </a:lnTo>
                <a:lnTo>
                  <a:pt x="1502" y="1763"/>
                </a:lnTo>
                <a:lnTo>
                  <a:pt x="1501" y="1762"/>
                </a:lnTo>
                <a:lnTo>
                  <a:pt x="1501" y="1761"/>
                </a:lnTo>
                <a:lnTo>
                  <a:pt x="1501" y="1760"/>
                </a:lnTo>
                <a:lnTo>
                  <a:pt x="1500" y="1760"/>
                </a:lnTo>
                <a:lnTo>
                  <a:pt x="1499" y="1761"/>
                </a:lnTo>
                <a:lnTo>
                  <a:pt x="1498" y="1761"/>
                </a:lnTo>
                <a:lnTo>
                  <a:pt x="1498" y="1760"/>
                </a:lnTo>
                <a:lnTo>
                  <a:pt x="1497" y="1760"/>
                </a:lnTo>
                <a:lnTo>
                  <a:pt x="1496" y="1758"/>
                </a:lnTo>
                <a:lnTo>
                  <a:pt x="1496" y="1757"/>
                </a:lnTo>
                <a:lnTo>
                  <a:pt x="1495" y="1757"/>
                </a:lnTo>
                <a:lnTo>
                  <a:pt x="1495" y="1756"/>
                </a:lnTo>
                <a:lnTo>
                  <a:pt x="1495" y="1757"/>
                </a:lnTo>
                <a:lnTo>
                  <a:pt x="1494" y="1757"/>
                </a:lnTo>
                <a:lnTo>
                  <a:pt x="1493" y="1757"/>
                </a:lnTo>
                <a:lnTo>
                  <a:pt x="1492" y="1757"/>
                </a:lnTo>
                <a:lnTo>
                  <a:pt x="1491" y="1754"/>
                </a:lnTo>
                <a:lnTo>
                  <a:pt x="1490" y="1754"/>
                </a:lnTo>
                <a:lnTo>
                  <a:pt x="1489" y="1754"/>
                </a:lnTo>
                <a:lnTo>
                  <a:pt x="1489" y="1753"/>
                </a:lnTo>
                <a:lnTo>
                  <a:pt x="1488" y="1754"/>
                </a:lnTo>
                <a:lnTo>
                  <a:pt x="1486" y="1754"/>
                </a:lnTo>
                <a:lnTo>
                  <a:pt x="1485" y="1753"/>
                </a:lnTo>
                <a:lnTo>
                  <a:pt x="1484" y="1753"/>
                </a:lnTo>
                <a:lnTo>
                  <a:pt x="1483" y="1754"/>
                </a:lnTo>
                <a:lnTo>
                  <a:pt x="1482" y="1754"/>
                </a:lnTo>
                <a:lnTo>
                  <a:pt x="1480" y="1753"/>
                </a:lnTo>
                <a:lnTo>
                  <a:pt x="1479" y="1753"/>
                </a:lnTo>
                <a:lnTo>
                  <a:pt x="1478" y="1753"/>
                </a:lnTo>
                <a:lnTo>
                  <a:pt x="1477" y="1753"/>
                </a:lnTo>
                <a:lnTo>
                  <a:pt x="1475" y="1753"/>
                </a:lnTo>
                <a:lnTo>
                  <a:pt x="1475" y="1752"/>
                </a:lnTo>
                <a:lnTo>
                  <a:pt x="1474" y="1752"/>
                </a:lnTo>
                <a:lnTo>
                  <a:pt x="1472" y="1751"/>
                </a:lnTo>
                <a:lnTo>
                  <a:pt x="1471" y="1751"/>
                </a:lnTo>
                <a:lnTo>
                  <a:pt x="1471" y="1750"/>
                </a:lnTo>
                <a:lnTo>
                  <a:pt x="1471" y="1749"/>
                </a:lnTo>
                <a:lnTo>
                  <a:pt x="1471" y="1748"/>
                </a:lnTo>
                <a:lnTo>
                  <a:pt x="1470" y="1748"/>
                </a:lnTo>
                <a:lnTo>
                  <a:pt x="1469" y="1748"/>
                </a:lnTo>
                <a:lnTo>
                  <a:pt x="1469" y="1747"/>
                </a:lnTo>
                <a:lnTo>
                  <a:pt x="1468" y="1745"/>
                </a:lnTo>
                <a:lnTo>
                  <a:pt x="1468" y="1743"/>
                </a:lnTo>
                <a:lnTo>
                  <a:pt x="1467" y="1743"/>
                </a:lnTo>
                <a:lnTo>
                  <a:pt x="1465" y="1743"/>
                </a:lnTo>
                <a:lnTo>
                  <a:pt x="1465" y="1742"/>
                </a:lnTo>
                <a:lnTo>
                  <a:pt x="1464" y="1742"/>
                </a:lnTo>
                <a:lnTo>
                  <a:pt x="1464" y="1740"/>
                </a:lnTo>
                <a:lnTo>
                  <a:pt x="1463" y="1739"/>
                </a:lnTo>
                <a:lnTo>
                  <a:pt x="1463" y="1738"/>
                </a:lnTo>
                <a:lnTo>
                  <a:pt x="1463" y="1734"/>
                </a:lnTo>
                <a:lnTo>
                  <a:pt x="1463" y="1733"/>
                </a:lnTo>
                <a:lnTo>
                  <a:pt x="1463" y="1732"/>
                </a:lnTo>
                <a:lnTo>
                  <a:pt x="1463" y="1731"/>
                </a:lnTo>
                <a:lnTo>
                  <a:pt x="1463" y="1729"/>
                </a:lnTo>
                <a:lnTo>
                  <a:pt x="1463" y="1728"/>
                </a:lnTo>
                <a:lnTo>
                  <a:pt x="1462" y="1728"/>
                </a:lnTo>
                <a:lnTo>
                  <a:pt x="1462" y="1726"/>
                </a:lnTo>
                <a:lnTo>
                  <a:pt x="1463" y="1726"/>
                </a:lnTo>
                <a:lnTo>
                  <a:pt x="1463" y="1725"/>
                </a:lnTo>
                <a:lnTo>
                  <a:pt x="1464" y="1724"/>
                </a:lnTo>
                <a:lnTo>
                  <a:pt x="1464" y="1723"/>
                </a:lnTo>
                <a:lnTo>
                  <a:pt x="1465" y="1723"/>
                </a:lnTo>
                <a:lnTo>
                  <a:pt x="1465" y="1722"/>
                </a:lnTo>
                <a:lnTo>
                  <a:pt x="1464" y="1722"/>
                </a:lnTo>
                <a:lnTo>
                  <a:pt x="1464" y="1721"/>
                </a:lnTo>
                <a:lnTo>
                  <a:pt x="1463" y="1721"/>
                </a:lnTo>
                <a:lnTo>
                  <a:pt x="1463" y="1720"/>
                </a:lnTo>
                <a:lnTo>
                  <a:pt x="1463" y="1719"/>
                </a:lnTo>
                <a:lnTo>
                  <a:pt x="1463" y="1718"/>
                </a:lnTo>
                <a:lnTo>
                  <a:pt x="1463" y="1717"/>
                </a:lnTo>
                <a:lnTo>
                  <a:pt x="1462" y="1716"/>
                </a:lnTo>
                <a:lnTo>
                  <a:pt x="1462" y="1715"/>
                </a:lnTo>
                <a:lnTo>
                  <a:pt x="1463" y="1715"/>
                </a:lnTo>
                <a:lnTo>
                  <a:pt x="1463" y="1714"/>
                </a:lnTo>
                <a:lnTo>
                  <a:pt x="1463" y="1713"/>
                </a:lnTo>
                <a:lnTo>
                  <a:pt x="1463" y="1712"/>
                </a:lnTo>
                <a:lnTo>
                  <a:pt x="1463" y="1711"/>
                </a:lnTo>
                <a:lnTo>
                  <a:pt x="1463" y="1710"/>
                </a:lnTo>
                <a:lnTo>
                  <a:pt x="1463" y="1709"/>
                </a:lnTo>
                <a:lnTo>
                  <a:pt x="1463" y="1708"/>
                </a:lnTo>
                <a:lnTo>
                  <a:pt x="1463" y="1707"/>
                </a:lnTo>
                <a:lnTo>
                  <a:pt x="1464" y="1707"/>
                </a:lnTo>
                <a:lnTo>
                  <a:pt x="1464" y="1706"/>
                </a:lnTo>
                <a:lnTo>
                  <a:pt x="1464" y="1705"/>
                </a:lnTo>
                <a:lnTo>
                  <a:pt x="1463" y="1705"/>
                </a:lnTo>
                <a:lnTo>
                  <a:pt x="1463" y="1703"/>
                </a:lnTo>
                <a:lnTo>
                  <a:pt x="1463" y="1702"/>
                </a:lnTo>
                <a:lnTo>
                  <a:pt x="1463" y="1701"/>
                </a:lnTo>
                <a:lnTo>
                  <a:pt x="1463" y="1699"/>
                </a:lnTo>
                <a:lnTo>
                  <a:pt x="1464" y="1698"/>
                </a:lnTo>
                <a:lnTo>
                  <a:pt x="1464" y="1697"/>
                </a:lnTo>
                <a:lnTo>
                  <a:pt x="1465" y="1697"/>
                </a:lnTo>
                <a:lnTo>
                  <a:pt x="1465" y="1694"/>
                </a:lnTo>
                <a:lnTo>
                  <a:pt x="1465" y="1693"/>
                </a:lnTo>
                <a:lnTo>
                  <a:pt x="1465" y="1692"/>
                </a:lnTo>
                <a:lnTo>
                  <a:pt x="1464" y="1691"/>
                </a:lnTo>
                <a:lnTo>
                  <a:pt x="1464" y="1690"/>
                </a:lnTo>
                <a:lnTo>
                  <a:pt x="1465" y="1690"/>
                </a:lnTo>
                <a:lnTo>
                  <a:pt x="1466" y="1690"/>
                </a:lnTo>
                <a:lnTo>
                  <a:pt x="1466" y="1689"/>
                </a:lnTo>
                <a:lnTo>
                  <a:pt x="1466" y="1688"/>
                </a:lnTo>
                <a:lnTo>
                  <a:pt x="1465" y="1688"/>
                </a:lnTo>
                <a:lnTo>
                  <a:pt x="1464" y="1687"/>
                </a:lnTo>
                <a:lnTo>
                  <a:pt x="1464" y="1683"/>
                </a:lnTo>
                <a:lnTo>
                  <a:pt x="1464" y="1682"/>
                </a:lnTo>
                <a:lnTo>
                  <a:pt x="1465" y="1682"/>
                </a:lnTo>
                <a:lnTo>
                  <a:pt x="1466" y="1681"/>
                </a:lnTo>
                <a:lnTo>
                  <a:pt x="1467" y="1680"/>
                </a:lnTo>
                <a:lnTo>
                  <a:pt x="1468" y="1680"/>
                </a:lnTo>
                <a:lnTo>
                  <a:pt x="1470" y="1680"/>
                </a:lnTo>
                <a:lnTo>
                  <a:pt x="1472" y="1680"/>
                </a:lnTo>
                <a:lnTo>
                  <a:pt x="1472" y="1679"/>
                </a:lnTo>
                <a:lnTo>
                  <a:pt x="1473" y="1679"/>
                </a:lnTo>
                <a:lnTo>
                  <a:pt x="1474" y="1679"/>
                </a:lnTo>
                <a:lnTo>
                  <a:pt x="1475" y="1678"/>
                </a:lnTo>
                <a:lnTo>
                  <a:pt x="1474" y="1678"/>
                </a:lnTo>
                <a:lnTo>
                  <a:pt x="1474" y="1677"/>
                </a:lnTo>
                <a:lnTo>
                  <a:pt x="1475" y="1678"/>
                </a:lnTo>
                <a:lnTo>
                  <a:pt x="1476" y="1678"/>
                </a:lnTo>
                <a:lnTo>
                  <a:pt x="1477" y="1678"/>
                </a:lnTo>
                <a:lnTo>
                  <a:pt x="1478" y="1678"/>
                </a:lnTo>
                <a:lnTo>
                  <a:pt x="1478" y="1679"/>
                </a:lnTo>
                <a:lnTo>
                  <a:pt x="1479" y="1678"/>
                </a:lnTo>
                <a:lnTo>
                  <a:pt x="1480" y="1678"/>
                </a:lnTo>
                <a:lnTo>
                  <a:pt x="1481" y="1678"/>
                </a:lnTo>
                <a:lnTo>
                  <a:pt x="1482" y="1678"/>
                </a:lnTo>
                <a:lnTo>
                  <a:pt x="1482" y="1679"/>
                </a:lnTo>
                <a:lnTo>
                  <a:pt x="1483" y="1680"/>
                </a:lnTo>
                <a:lnTo>
                  <a:pt x="1484" y="1680"/>
                </a:lnTo>
                <a:lnTo>
                  <a:pt x="1485" y="1680"/>
                </a:lnTo>
                <a:lnTo>
                  <a:pt x="1485" y="1681"/>
                </a:lnTo>
                <a:lnTo>
                  <a:pt x="1487" y="1681"/>
                </a:lnTo>
                <a:lnTo>
                  <a:pt x="1489" y="1680"/>
                </a:lnTo>
                <a:lnTo>
                  <a:pt x="1488" y="1680"/>
                </a:lnTo>
                <a:lnTo>
                  <a:pt x="1488" y="1679"/>
                </a:lnTo>
                <a:lnTo>
                  <a:pt x="1487" y="1678"/>
                </a:lnTo>
                <a:lnTo>
                  <a:pt x="1486" y="1678"/>
                </a:lnTo>
                <a:lnTo>
                  <a:pt x="1486" y="1677"/>
                </a:lnTo>
                <a:lnTo>
                  <a:pt x="1486" y="1676"/>
                </a:lnTo>
                <a:lnTo>
                  <a:pt x="1486" y="1674"/>
                </a:lnTo>
                <a:lnTo>
                  <a:pt x="1486" y="1672"/>
                </a:lnTo>
                <a:lnTo>
                  <a:pt x="1486" y="1671"/>
                </a:lnTo>
                <a:lnTo>
                  <a:pt x="1487" y="1671"/>
                </a:lnTo>
                <a:lnTo>
                  <a:pt x="1488" y="1671"/>
                </a:lnTo>
                <a:lnTo>
                  <a:pt x="1488" y="1670"/>
                </a:lnTo>
                <a:lnTo>
                  <a:pt x="1488" y="1669"/>
                </a:lnTo>
                <a:lnTo>
                  <a:pt x="1489" y="1669"/>
                </a:lnTo>
                <a:lnTo>
                  <a:pt x="1490" y="1668"/>
                </a:lnTo>
                <a:lnTo>
                  <a:pt x="1490" y="1667"/>
                </a:lnTo>
                <a:lnTo>
                  <a:pt x="1489" y="1667"/>
                </a:lnTo>
                <a:lnTo>
                  <a:pt x="1489" y="1666"/>
                </a:lnTo>
                <a:lnTo>
                  <a:pt x="1490" y="1666"/>
                </a:lnTo>
                <a:lnTo>
                  <a:pt x="1491" y="1665"/>
                </a:lnTo>
                <a:lnTo>
                  <a:pt x="1492" y="1664"/>
                </a:lnTo>
                <a:lnTo>
                  <a:pt x="1492" y="1663"/>
                </a:lnTo>
                <a:lnTo>
                  <a:pt x="1493" y="1662"/>
                </a:lnTo>
                <a:lnTo>
                  <a:pt x="1494" y="1660"/>
                </a:lnTo>
                <a:lnTo>
                  <a:pt x="1495" y="1660"/>
                </a:lnTo>
                <a:lnTo>
                  <a:pt x="1496" y="1660"/>
                </a:lnTo>
                <a:lnTo>
                  <a:pt x="1496" y="1659"/>
                </a:lnTo>
                <a:lnTo>
                  <a:pt x="1496" y="1658"/>
                </a:lnTo>
                <a:lnTo>
                  <a:pt x="1498" y="1657"/>
                </a:lnTo>
                <a:lnTo>
                  <a:pt x="1499" y="1657"/>
                </a:lnTo>
                <a:lnTo>
                  <a:pt x="1499" y="1656"/>
                </a:lnTo>
                <a:lnTo>
                  <a:pt x="1499" y="1655"/>
                </a:lnTo>
                <a:lnTo>
                  <a:pt x="1500" y="1655"/>
                </a:lnTo>
                <a:lnTo>
                  <a:pt x="1501" y="1656"/>
                </a:lnTo>
                <a:lnTo>
                  <a:pt x="1502" y="1656"/>
                </a:lnTo>
                <a:lnTo>
                  <a:pt x="1502" y="1655"/>
                </a:lnTo>
                <a:lnTo>
                  <a:pt x="1503" y="1655"/>
                </a:lnTo>
                <a:lnTo>
                  <a:pt x="1504" y="1656"/>
                </a:lnTo>
                <a:lnTo>
                  <a:pt x="1505" y="1654"/>
                </a:lnTo>
                <a:lnTo>
                  <a:pt x="1505" y="1653"/>
                </a:lnTo>
                <a:lnTo>
                  <a:pt x="1507" y="1651"/>
                </a:lnTo>
                <a:lnTo>
                  <a:pt x="1511" y="1651"/>
                </a:lnTo>
                <a:lnTo>
                  <a:pt x="1513" y="1651"/>
                </a:lnTo>
                <a:lnTo>
                  <a:pt x="1514" y="1650"/>
                </a:lnTo>
                <a:lnTo>
                  <a:pt x="1514" y="1649"/>
                </a:lnTo>
                <a:lnTo>
                  <a:pt x="1513" y="1648"/>
                </a:lnTo>
                <a:lnTo>
                  <a:pt x="1514" y="1648"/>
                </a:lnTo>
                <a:lnTo>
                  <a:pt x="1514" y="1646"/>
                </a:lnTo>
                <a:lnTo>
                  <a:pt x="1515" y="1646"/>
                </a:lnTo>
                <a:lnTo>
                  <a:pt x="1516" y="1646"/>
                </a:lnTo>
                <a:lnTo>
                  <a:pt x="1516" y="1647"/>
                </a:lnTo>
                <a:lnTo>
                  <a:pt x="1518" y="1647"/>
                </a:lnTo>
                <a:lnTo>
                  <a:pt x="1518" y="1648"/>
                </a:lnTo>
                <a:lnTo>
                  <a:pt x="1519" y="1648"/>
                </a:lnTo>
                <a:lnTo>
                  <a:pt x="1520" y="1648"/>
                </a:lnTo>
                <a:lnTo>
                  <a:pt x="1521" y="1648"/>
                </a:lnTo>
                <a:lnTo>
                  <a:pt x="1521" y="1647"/>
                </a:lnTo>
                <a:lnTo>
                  <a:pt x="1522" y="1647"/>
                </a:lnTo>
                <a:lnTo>
                  <a:pt x="1523" y="1647"/>
                </a:lnTo>
                <a:lnTo>
                  <a:pt x="1525" y="1646"/>
                </a:lnTo>
                <a:lnTo>
                  <a:pt x="1526" y="1645"/>
                </a:lnTo>
                <a:lnTo>
                  <a:pt x="1527" y="1644"/>
                </a:lnTo>
                <a:lnTo>
                  <a:pt x="1528" y="1640"/>
                </a:lnTo>
                <a:lnTo>
                  <a:pt x="1528" y="1639"/>
                </a:lnTo>
                <a:lnTo>
                  <a:pt x="1528" y="1638"/>
                </a:lnTo>
                <a:lnTo>
                  <a:pt x="1528" y="1637"/>
                </a:lnTo>
                <a:lnTo>
                  <a:pt x="1529" y="1636"/>
                </a:lnTo>
                <a:lnTo>
                  <a:pt x="1530" y="1635"/>
                </a:lnTo>
                <a:lnTo>
                  <a:pt x="1530" y="1633"/>
                </a:lnTo>
                <a:lnTo>
                  <a:pt x="1530" y="1632"/>
                </a:lnTo>
                <a:lnTo>
                  <a:pt x="1531" y="1631"/>
                </a:lnTo>
                <a:lnTo>
                  <a:pt x="1532" y="1632"/>
                </a:lnTo>
                <a:lnTo>
                  <a:pt x="1532" y="1631"/>
                </a:lnTo>
                <a:lnTo>
                  <a:pt x="1534" y="1631"/>
                </a:lnTo>
                <a:lnTo>
                  <a:pt x="1535" y="1630"/>
                </a:lnTo>
                <a:lnTo>
                  <a:pt x="1535" y="1628"/>
                </a:lnTo>
                <a:lnTo>
                  <a:pt x="1535" y="1626"/>
                </a:lnTo>
                <a:lnTo>
                  <a:pt x="1536" y="1625"/>
                </a:lnTo>
                <a:lnTo>
                  <a:pt x="1537" y="1624"/>
                </a:lnTo>
                <a:lnTo>
                  <a:pt x="1537" y="1625"/>
                </a:lnTo>
                <a:lnTo>
                  <a:pt x="1538" y="1625"/>
                </a:lnTo>
                <a:lnTo>
                  <a:pt x="1541" y="1625"/>
                </a:lnTo>
                <a:lnTo>
                  <a:pt x="1542" y="1625"/>
                </a:lnTo>
                <a:lnTo>
                  <a:pt x="1543" y="1624"/>
                </a:lnTo>
                <a:lnTo>
                  <a:pt x="1544" y="1623"/>
                </a:lnTo>
                <a:lnTo>
                  <a:pt x="1545" y="1623"/>
                </a:lnTo>
                <a:lnTo>
                  <a:pt x="1545" y="1622"/>
                </a:lnTo>
                <a:lnTo>
                  <a:pt x="1546" y="1622"/>
                </a:lnTo>
                <a:lnTo>
                  <a:pt x="1545" y="1618"/>
                </a:lnTo>
                <a:lnTo>
                  <a:pt x="1544" y="1618"/>
                </a:lnTo>
                <a:lnTo>
                  <a:pt x="1543" y="1616"/>
                </a:lnTo>
                <a:lnTo>
                  <a:pt x="1542" y="1615"/>
                </a:lnTo>
                <a:lnTo>
                  <a:pt x="1542" y="1614"/>
                </a:lnTo>
                <a:lnTo>
                  <a:pt x="1542" y="1613"/>
                </a:lnTo>
                <a:lnTo>
                  <a:pt x="1542" y="1612"/>
                </a:lnTo>
                <a:lnTo>
                  <a:pt x="1542" y="1611"/>
                </a:lnTo>
                <a:lnTo>
                  <a:pt x="1541" y="1611"/>
                </a:lnTo>
                <a:lnTo>
                  <a:pt x="1540" y="1611"/>
                </a:lnTo>
                <a:lnTo>
                  <a:pt x="1539" y="1609"/>
                </a:lnTo>
                <a:lnTo>
                  <a:pt x="1540" y="1607"/>
                </a:lnTo>
                <a:lnTo>
                  <a:pt x="1540" y="1606"/>
                </a:lnTo>
                <a:lnTo>
                  <a:pt x="1540" y="1605"/>
                </a:lnTo>
                <a:lnTo>
                  <a:pt x="1540" y="1604"/>
                </a:lnTo>
                <a:lnTo>
                  <a:pt x="1539" y="1603"/>
                </a:lnTo>
                <a:lnTo>
                  <a:pt x="1538" y="1602"/>
                </a:lnTo>
                <a:lnTo>
                  <a:pt x="1536" y="1600"/>
                </a:lnTo>
                <a:lnTo>
                  <a:pt x="1534" y="1600"/>
                </a:lnTo>
                <a:lnTo>
                  <a:pt x="1533" y="1600"/>
                </a:lnTo>
                <a:lnTo>
                  <a:pt x="1531" y="1600"/>
                </a:lnTo>
                <a:lnTo>
                  <a:pt x="1528" y="1597"/>
                </a:lnTo>
                <a:lnTo>
                  <a:pt x="1526" y="1596"/>
                </a:lnTo>
                <a:lnTo>
                  <a:pt x="1525" y="1595"/>
                </a:lnTo>
                <a:lnTo>
                  <a:pt x="1526" y="1595"/>
                </a:lnTo>
                <a:lnTo>
                  <a:pt x="1526" y="1594"/>
                </a:lnTo>
                <a:lnTo>
                  <a:pt x="1526" y="1593"/>
                </a:lnTo>
                <a:lnTo>
                  <a:pt x="1527" y="1593"/>
                </a:lnTo>
                <a:lnTo>
                  <a:pt x="1528" y="1593"/>
                </a:lnTo>
                <a:lnTo>
                  <a:pt x="1529" y="1593"/>
                </a:lnTo>
                <a:lnTo>
                  <a:pt x="1530" y="1593"/>
                </a:lnTo>
                <a:lnTo>
                  <a:pt x="1531" y="1594"/>
                </a:lnTo>
                <a:lnTo>
                  <a:pt x="1532" y="1590"/>
                </a:lnTo>
                <a:lnTo>
                  <a:pt x="1532" y="1589"/>
                </a:lnTo>
                <a:lnTo>
                  <a:pt x="1532" y="1588"/>
                </a:lnTo>
                <a:lnTo>
                  <a:pt x="1532" y="1587"/>
                </a:lnTo>
                <a:lnTo>
                  <a:pt x="1531" y="1586"/>
                </a:lnTo>
                <a:lnTo>
                  <a:pt x="1531" y="1584"/>
                </a:lnTo>
                <a:lnTo>
                  <a:pt x="1530" y="1584"/>
                </a:lnTo>
                <a:lnTo>
                  <a:pt x="1529" y="1583"/>
                </a:lnTo>
                <a:lnTo>
                  <a:pt x="1528" y="1583"/>
                </a:lnTo>
                <a:lnTo>
                  <a:pt x="1527" y="1583"/>
                </a:lnTo>
                <a:lnTo>
                  <a:pt x="1527" y="1582"/>
                </a:lnTo>
                <a:lnTo>
                  <a:pt x="1527" y="1580"/>
                </a:lnTo>
                <a:lnTo>
                  <a:pt x="1527" y="1579"/>
                </a:lnTo>
                <a:lnTo>
                  <a:pt x="1527" y="1578"/>
                </a:lnTo>
                <a:lnTo>
                  <a:pt x="1527" y="1577"/>
                </a:lnTo>
                <a:lnTo>
                  <a:pt x="1528" y="1575"/>
                </a:lnTo>
                <a:lnTo>
                  <a:pt x="1528" y="1574"/>
                </a:lnTo>
                <a:lnTo>
                  <a:pt x="1529" y="1574"/>
                </a:lnTo>
                <a:lnTo>
                  <a:pt x="1529" y="1573"/>
                </a:lnTo>
                <a:lnTo>
                  <a:pt x="1529" y="1572"/>
                </a:lnTo>
                <a:lnTo>
                  <a:pt x="1529" y="1571"/>
                </a:lnTo>
                <a:lnTo>
                  <a:pt x="1529" y="1570"/>
                </a:lnTo>
                <a:lnTo>
                  <a:pt x="1530" y="1570"/>
                </a:lnTo>
                <a:lnTo>
                  <a:pt x="1531" y="1569"/>
                </a:lnTo>
                <a:lnTo>
                  <a:pt x="1532" y="1568"/>
                </a:lnTo>
                <a:lnTo>
                  <a:pt x="1533" y="1569"/>
                </a:lnTo>
                <a:lnTo>
                  <a:pt x="1534" y="1569"/>
                </a:lnTo>
                <a:lnTo>
                  <a:pt x="1534" y="1570"/>
                </a:lnTo>
                <a:lnTo>
                  <a:pt x="1535" y="1570"/>
                </a:lnTo>
                <a:lnTo>
                  <a:pt x="1537" y="1570"/>
                </a:lnTo>
                <a:lnTo>
                  <a:pt x="1539" y="1571"/>
                </a:lnTo>
                <a:lnTo>
                  <a:pt x="1540" y="1571"/>
                </a:lnTo>
                <a:lnTo>
                  <a:pt x="1540" y="1572"/>
                </a:lnTo>
                <a:lnTo>
                  <a:pt x="1541" y="1571"/>
                </a:lnTo>
                <a:lnTo>
                  <a:pt x="1542" y="1571"/>
                </a:lnTo>
                <a:lnTo>
                  <a:pt x="1545" y="1573"/>
                </a:lnTo>
                <a:lnTo>
                  <a:pt x="1546" y="1573"/>
                </a:lnTo>
                <a:lnTo>
                  <a:pt x="1546" y="1574"/>
                </a:lnTo>
                <a:lnTo>
                  <a:pt x="1547" y="1574"/>
                </a:lnTo>
                <a:lnTo>
                  <a:pt x="1547" y="1573"/>
                </a:lnTo>
                <a:lnTo>
                  <a:pt x="1549" y="1573"/>
                </a:lnTo>
                <a:lnTo>
                  <a:pt x="1550" y="1572"/>
                </a:lnTo>
                <a:lnTo>
                  <a:pt x="1550" y="1571"/>
                </a:lnTo>
                <a:lnTo>
                  <a:pt x="1551" y="1571"/>
                </a:lnTo>
                <a:lnTo>
                  <a:pt x="1554" y="1569"/>
                </a:lnTo>
                <a:lnTo>
                  <a:pt x="1554" y="1568"/>
                </a:lnTo>
                <a:lnTo>
                  <a:pt x="1555" y="1567"/>
                </a:lnTo>
                <a:lnTo>
                  <a:pt x="1555" y="1566"/>
                </a:lnTo>
                <a:lnTo>
                  <a:pt x="1554" y="1566"/>
                </a:lnTo>
                <a:lnTo>
                  <a:pt x="1553" y="1566"/>
                </a:lnTo>
                <a:lnTo>
                  <a:pt x="1553" y="1565"/>
                </a:lnTo>
                <a:lnTo>
                  <a:pt x="1553" y="1564"/>
                </a:lnTo>
                <a:lnTo>
                  <a:pt x="1553" y="1562"/>
                </a:lnTo>
                <a:lnTo>
                  <a:pt x="1554" y="1560"/>
                </a:lnTo>
                <a:lnTo>
                  <a:pt x="1555" y="1560"/>
                </a:lnTo>
                <a:lnTo>
                  <a:pt x="1556" y="1561"/>
                </a:lnTo>
                <a:lnTo>
                  <a:pt x="1557" y="1560"/>
                </a:lnTo>
                <a:lnTo>
                  <a:pt x="1557" y="1556"/>
                </a:lnTo>
                <a:lnTo>
                  <a:pt x="1557" y="1555"/>
                </a:lnTo>
                <a:lnTo>
                  <a:pt x="1557" y="1554"/>
                </a:lnTo>
                <a:lnTo>
                  <a:pt x="1558" y="1554"/>
                </a:lnTo>
                <a:lnTo>
                  <a:pt x="1559" y="1553"/>
                </a:lnTo>
                <a:lnTo>
                  <a:pt x="1560" y="1553"/>
                </a:lnTo>
                <a:lnTo>
                  <a:pt x="1560" y="1552"/>
                </a:lnTo>
                <a:lnTo>
                  <a:pt x="1561" y="1552"/>
                </a:lnTo>
                <a:lnTo>
                  <a:pt x="1561" y="1550"/>
                </a:lnTo>
                <a:lnTo>
                  <a:pt x="1561" y="1549"/>
                </a:lnTo>
                <a:lnTo>
                  <a:pt x="1562" y="1547"/>
                </a:lnTo>
                <a:lnTo>
                  <a:pt x="1562" y="1546"/>
                </a:lnTo>
                <a:lnTo>
                  <a:pt x="1563" y="1545"/>
                </a:lnTo>
                <a:lnTo>
                  <a:pt x="1563" y="1544"/>
                </a:lnTo>
                <a:lnTo>
                  <a:pt x="1563" y="1541"/>
                </a:lnTo>
                <a:lnTo>
                  <a:pt x="1564" y="1541"/>
                </a:lnTo>
                <a:lnTo>
                  <a:pt x="1565" y="1541"/>
                </a:lnTo>
                <a:lnTo>
                  <a:pt x="1566" y="1541"/>
                </a:lnTo>
                <a:lnTo>
                  <a:pt x="1566" y="1540"/>
                </a:lnTo>
                <a:lnTo>
                  <a:pt x="1565" y="1539"/>
                </a:lnTo>
                <a:lnTo>
                  <a:pt x="1564" y="1538"/>
                </a:lnTo>
                <a:lnTo>
                  <a:pt x="1564" y="1537"/>
                </a:lnTo>
                <a:lnTo>
                  <a:pt x="1565" y="1537"/>
                </a:lnTo>
                <a:lnTo>
                  <a:pt x="1565" y="1538"/>
                </a:lnTo>
                <a:lnTo>
                  <a:pt x="1566" y="1538"/>
                </a:lnTo>
                <a:lnTo>
                  <a:pt x="1566" y="1539"/>
                </a:lnTo>
                <a:lnTo>
                  <a:pt x="1567" y="1539"/>
                </a:lnTo>
                <a:lnTo>
                  <a:pt x="1568" y="1539"/>
                </a:lnTo>
                <a:lnTo>
                  <a:pt x="1569" y="1539"/>
                </a:lnTo>
                <a:lnTo>
                  <a:pt x="1571" y="1541"/>
                </a:lnTo>
                <a:lnTo>
                  <a:pt x="1571" y="1542"/>
                </a:lnTo>
                <a:lnTo>
                  <a:pt x="1571" y="1543"/>
                </a:lnTo>
                <a:lnTo>
                  <a:pt x="1572" y="1543"/>
                </a:lnTo>
                <a:lnTo>
                  <a:pt x="1572" y="1544"/>
                </a:lnTo>
                <a:lnTo>
                  <a:pt x="1575" y="1545"/>
                </a:lnTo>
                <a:lnTo>
                  <a:pt x="1576" y="1546"/>
                </a:lnTo>
                <a:lnTo>
                  <a:pt x="1577" y="1547"/>
                </a:lnTo>
                <a:lnTo>
                  <a:pt x="1578" y="1547"/>
                </a:lnTo>
                <a:lnTo>
                  <a:pt x="1579" y="1548"/>
                </a:lnTo>
                <a:lnTo>
                  <a:pt x="1582" y="1548"/>
                </a:lnTo>
                <a:lnTo>
                  <a:pt x="1583" y="1548"/>
                </a:lnTo>
                <a:lnTo>
                  <a:pt x="1584" y="1548"/>
                </a:lnTo>
                <a:lnTo>
                  <a:pt x="1585" y="1548"/>
                </a:lnTo>
                <a:lnTo>
                  <a:pt x="1585" y="1549"/>
                </a:lnTo>
                <a:lnTo>
                  <a:pt x="1588" y="1549"/>
                </a:lnTo>
                <a:lnTo>
                  <a:pt x="1590" y="1550"/>
                </a:lnTo>
                <a:lnTo>
                  <a:pt x="1591" y="1550"/>
                </a:lnTo>
                <a:lnTo>
                  <a:pt x="1591" y="1549"/>
                </a:lnTo>
                <a:lnTo>
                  <a:pt x="1592" y="1550"/>
                </a:lnTo>
                <a:lnTo>
                  <a:pt x="1593" y="1550"/>
                </a:lnTo>
                <a:lnTo>
                  <a:pt x="1595" y="1550"/>
                </a:lnTo>
                <a:lnTo>
                  <a:pt x="1596" y="1551"/>
                </a:lnTo>
                <a:lnTo>
                  <a:pt x="1597" y="1552"/>
                </a:lnTo>
                <a:lnTo>
                  <a:pt x="1597" y="1553"/>
                </a:lnTo>
                <a:lnTo>
                  <a:pt x="1598" y="1553"/>
                </a:lnTo>
                <a:lnTo>
                  <a:pt x="1599" y="1554"/>
                </a:lnTo>
                <a:lnTo>
                  <a:pt x="1600" y="1555"/>
                </a:lnTo>
                <a:lnTo>
                  <a:pt x="1601" y="1556"/>
                </a:lnTo>
                <a:lnTo>
                  <a:pt x="1603" y="1558"/>
                </a:lnTo>
                <a:lnTo>
                  <a:pt x="1604" y="1557"/>
                </a:lnTo>
                <a:lnTo>
                  <a:pt x="1604" y="1556"/>
                </a:lnTo>
                <a:lnTo>
                  <a:pt x="1605" y="1556"/>
                </a:lnTo>
                <a:lnTo>
                  <a:pt x="1605" y="1555"/>
                </a:lnTo>
                <a:lnTo>
                  <a:pt x="1605" y="1554"/>
                </a:lnTo>
                <a:lnTo>
                  <a:pt x="1607" y="1553"/>
                </a:lnTo>
                <a:lnTo>
                  <a:pt x="1608" y="1553"/>
                </a:lnTo>
                <a:lnTo>
                  <a:pt x="1609" y="1552"/>
                </a:lnTo>
                <a:lnTo>
                  <a:pt x="1609" y="1551"/>
                </a:lnTo>
                <a:lnTo>
                  <a:pt x="1609" y="1550"/>
                </a:lnTo>
                <a:lnTo>
                  <a:pt x="1609" y="1549"/>
                </a:lnTo>
                <a:lnTo>
                  <a:pt x="1606" y="1550"/>
                </a:lnTo>
                <a:lnTo>
                  <a:pt x="1605" y="1550"/>
                </a:lnTo>
                <a:lnTo>
                  <a:pt x="1604" y="1551"/>
                </a:lnTo>
                <a:lnTo>
                  <a:pt x="1603" y="1551"/>
                </a:lnTo>
                <a:lnTo>
                  <a:pt x="1603" y="1552"/>
                </a:lnTo>
                <a:lnTo>
                  <a:pt x="1602" y="1552"/>
                </a:lnTo>
                <a:lnTo>
                  <a:pt x="1601" y="1552"/>
                </a:lnTo>
                <a:lnTo>
                  <a:pt x="1600" y="1552"/>
                </a:lnTo>
                <a:lnTo>
                  <a:pt x="1600" y="1550"/>
                </a:lnTo>
                <a:lnTo>
                  <a:pt x="1601" y="1549"/>
                </a:lnTo>
                <a:lnTo>
                  <a:pt x="1602" y="1549"/>
                </a:lnTo>
                <a:lnTo>
                  <a:pt x="1603" y="1548"/>
                </a:lnTo>
                <a:lnTo>
                  <a:pt x="1603" y="1547"/>
                </a:lnTo>
                <a:lnTo>
                  <a:pt x="1604" y="1547"/>
                </a:lnTo>
                <a:lnTo>
                  <a:pt x="1605" y="1547"/>
                </a:lnTo>
                <a:lnTo>
                  <a:pt x="1606" y="1547"/>
                </a:lnTo>
                <a:lnTo>
                  <a:pt x="1607" y="1546"/>
                </a:lnTo>
                <a:lnTo>
                  <a:pt x="1608" y="1546"/>
                </a:lnTo>
                <a:lnTo>
                  <a:pt x="1609" y="1547"/>
                </a:lnTo>
                <a:lnTo>
                  <a:pt x="1610" y="1546"/>
                </a:lnTo>
                <a:lnTo>
                  <a:pt x="1611" y="1545"/>
                </a:lnTo>
                <a:lnTo>
                  <a:pt x="1611" y="1544"/>
                </a:lnTo>
                <a:lnTo>
                  <a:pt x="1612" y="1544"/>
                </a:lnTo>
                <a:lnTo>
                  <a:pt x="1612" y="1545"/>
                </a:lnTo>
                <a:lnTo>
                  <a:pt x="1613" y="1545"/>
                </a:lnTo>
                <a:lnTo>
                  <a:pt x="1614" y="1545"/>
                </a:lnTo>
                <a:lnTo>
                  <a:pt x="1614" y="1544"/>
                </a:lnTo>
                <a:lnTo>
                  <a:pt x="1613" y="1542"/>
                </a:lnTo>
                <a:lnTo>
                  <a:pt x="1612" y="1541"/>
                </a:lnTo>
                <a:lnTo>
                  <a:pt x="1610" y="1539"/>
                </a:lnTo>
                <a:lnTo>
                  <a:pt x="1608" y="1538"/>
                </a:lnTo>
                <a:lnTo>
                  <a:pt x="1608" y="1537"/>
                </a:lnTo>
                <a:lnTo>
                  <a:pt x="1608" y="1536"/>
                </a:lnTo>
                <a:lnTo>
                  <a:pt x="1608" y="1535"/>
                </a:lnTo>
                <a:lnTo>
                  <a:pt x="1608" y="1534"/>
                </a:lnTo>
                <a:lnTo>
                  <a:pt x="1607" y="1534"/>
                </a:lnTo>
                <a:lnTo>
                  <a:pt x="1607" y="1533"/>
                </a:lnTo>
                <a:lnTo>
                  <a:pt x="1607" y="1531"/>
                </a:lnTo>
                <a:lnTo>
                  <a:pt x="1607" y="1529"/>
                </a:lnTo>
                <a:lnTo>
                  <a:pt x="1608" y="1527"/>
                </a:lnTo>
                <a:lnTo>
                  <a:pt x="1608" y="1526"/>
                </a:lnTo>
                <a:lnTo>
                  <a:pt x="1607" y="1525"/>
                </a:lnTo>
                <a:lnTo>
                  <a:pt x="1606" y="1525"/>
                </a:lnTo>
                <a:lnTo>
                  <a:pt x="1605" y="1524"/>
                </a:lnTo>
                <a:lnTo>
                  <a:pt x="1604" y="1524"/>
                </a:lnTo>
                <a:lnTo>
                  <a:pt x="1603" y="1523"/>
                </a:lnTo>
                <a:lnTo>
                  <a:pt x="1603" y="1522"/>
                </a:lnTo>
                <a:lnTo>
                  <a:pt x="1602" y="1521"/>
                </a:lnTo>
                <a:lnTo>
                  <a:pt x="1602" y="1518"/>
                </a:lnTo>
                <a:lnTo>
                  <a:pt x="1601" y="1517"/>
                </a:lnTo>
                <a:lnTo>
                  <a:pt x="1601" y="1516"/>
                </a:lnTo>
                <a:lnTo>
                  <a:pt x="1600" y="1516"/>
                </a:lnTo>
                <a:lnTo>
                  <a:pt x="1599" y="1515"/>
                </a:lnTo>
                <a:lnTo>
                  <a:pt x="1598" y="1514"/>
                </a:lnTo>
                <a:lnTo>
                  <a:pt x="1597" y="1512"/>
                </a:lnTo>
                <a:lnTo>
                  <a:pt x="1597" y="1511"/>
                </a:lnTo>
                <a:lnTo>
                  <a:pt x="1597" y="1510"/>
                </a:lnTo>
                <a:lnTo>
                  <a:pt x="1596" y="1509"/>
                </a:lnTo>
                <a:lnTo>
                  <a:pt x="1596" y="1508"/>
                </a:lnTo>
                <a:lnTo>
                  <a:pt x="1596" y="1506"/>
                </a:lnTo>
                <a:lnTo>
                  <a:pt x="1596" y="1505"/>
                </a:lnTo>
                <a:lnTo>
                  <a:pt x="1596" y="1504"/>
                </a:lnTo>
                <a:lnTo>
                  <a:pt x="1595" y="1502"/>
                </a:lnTo>
                <a:lnTo>
                  <a:pt x="1595" y="1501"/>
                </a:lnTo>
                <a:lnTo>
                  <a:pt x="1595" y="1500"/>
                </a:lnTo>
                <a:lnTo>
                  <a:pt x="1595" y="1499"/>
                </a:lnTo>
                <a:lnTo>
                  <a:pt x="1596" y="1499"/>
                </a:lnTo>
                <a:lnTo>
                  <a:pt x="1596" y="1498"/>
                </a:lnTo>
                <a:lnTo>
                  <a:pt x="1596" y="1497"/>
                </a:lnTo>
                <a:lnTo>
                  <a:pt x="1596" y="1496"/>
                </a:lnTo>
                <a:lnTo>
                  <a:pt x="1597" y="1495"/>
                </a:lnTo>
                <a:lnTo>
                  <a:pt x="1598" y="1495"/>
                </a:lnTo>
                <a:lnTo>
                  <a:pt x="1599" y="1494"/>
                </a:lnTo>
                <a:lnTo>
                  <a:pt x="1599" y="1493"/>
                </a:lnTo>
                <a:lnTo>
                  <a:pt x="1600" y="1492"/>
                </a:lnTo>
                <a:lnTo>
                  <a:pt x="1600" y="1491"/>
                </a:lnTo>
                <a:lnTo>
                  <a:pt x="1601" y="1491"/>
                </a:lnTo>
                <a:lnTo>
                  <a:pt x="1602" y="1490"/>
                </a:lnTo>
                <a:lnTo>
                  <a:pt x="1603" y="1490"/>
                </a:lnTo>
                <a:lnTo>
                  <a:pt x="1604" y="1490"/>
                </a:lnTo>
                <a:lnTo>
                  <a:pt x="1604" y="1489"/>
                </a:lnTo>
                <a:lnTo>
                  <a:pt x="1605" y="1488"/>
                </a:lnTo>
                <a:lnTo>
                  <a:pt x="1605" y="1487"/>
                </a:lnTo>
                <a:lnTo>
                  <a:pt x="1606" y="1487"/>
                </a:lnTo>
                <a:lnTo>
                  <a:pt x="1606" y="1486"/>
                </a:lnTo>
                <a:lnTo>
                  <a:pt x="1607" y="1486"/>
                </a:lnTo>
                <a:lnTo>
                  <a:pt x="1608" y="1485"/>
                </a:lnTo>
                <a:lnTo>
                  <a:pt x="1609" y="1484"/>
                </a:lnTo>
                <a:lnTo>
                  <a:pt x="1609" y="1483"/>
                </a:lnTo>
                <a:lnTo>
                  <a:pt x="1610" y="1482"/>
                </a:lnTo>
                <a:lnTo>
                  <a:pt x="1611" y="1482"/>
                </a:lnTo>
                <a:lnTo>
                  <a:pt x="1612" y="1482"/>
                </a:lnTo>
                <a:lnTo>
                  <a:pt x="1613" y="1483"/>
                </a:lnTo>
                <a:lnTo>
                  <a:pt x="1614" y="1483"/>
                </a:lnTo>
                <a:lnTo>
                  <a:pt x="1615" y="1483"/>
                </a:lnTo>
                <a:lnTo>
                  <a:pt x="1616" y="1483"/>
                </a:lnTo>
                <a:lnTo>
                  <a:pt x="1616" y="1484"/>
                </a:lnTo>
                <a:lnTo>
                  <a:pt x="1617" y="1484"/>
                </a:lnTo>
                <a:lnTo>
                  <a:pt x="1618" y="1483"/>
                </a:lnTo>
                <a:lnTo>
                  <a:pt x="1619" y="1483"/>
                </a:lnTo>
                <a:lnTo>
                  <a:pt x="1620" y="1483"/>
                </a:lnTo>
                <a:lnTo>
                  <a:pt x="1621" y="1483"/>
                </a:lnTo>
                <a:lnTo>
                  <a:pt x="1622" y="1484"/>
                </a:lnTo>
                <a:lnTo>
                  <a:pt x="1623" y="1484"/>
                </a:lnTo>
                <a:lnTo>
                  <a:pt x="1623" y="1485"/>
                </a:lnTo>
                <a:lnTo>
                  <a:pt x="1624" y="1485"/>
                </a:lnTo>
                <a:lnTo>
                  <a:pt x="1625" y="1485"/>
                </a:lnTo>
                <a:lnTo>
                  <a:pt x="1627" y="1485"/>
                </a:lnTo>
                <a:lnTo>
                  <a:pt x="1627" y="1484"/>
                </a:lnTo>
                <a:lnTo>
                  <a:pt x="1628" y="1484"/>
                </a:lnTo>
                <a:lnTo>
                  <a:pt x="1628" y="1485"/>
                </a:lnTo>
                <a:lnTo>
                  <a:pt x="1629" y="1485"/>
                </a:lnTo>
                <a:lnTo>
                  <a:pt x="1631" y="1485"/>
                </a:lnTo>
                <a:lnTo>
                  <a:pt x="1632" y="1485"/>
                </a:lnTo>
                <a:lnTo>
                  <a:pt x="1633" y="1486"/>
                </a:lnTo>
                <a:lnTo>
                  <a:pt x="1633" y="1487"/>
                </a:lnTo>
                <a:lnTo>
                  <a:pt x="1634" y="1488"/>
                </a:lnTo>
                <a:lnTo>
                  <a:pt x="1636" y="1488"/>
                </a:lnTo>
                <a:lnTo>
                  <a:pt x="1638" y="1488"/>
                </a:lnTo>
                <a:lnTo>
                  <a:pt x="1638" y="1487"/>
                </a:lnTo>
                <a:lnTo>
                  <a:pt x="1638" y="1486"/>
                </a:lnTo>
                <a:lnTo>
                  <a:pt x="1638" y="1485"/>
                </a:lnTo>
                <a:lnTo>
                  <a:pt x="1638" y="1484"/>
                </a:lnTo>
                <a:lnTo>
                  <a:pt x="1639" y="1483"/>
                </a:lnTo>
                <a:lnTo>
                  <a:pt x="1639" y="1482"/>
                </a:lnTo>
                <a:lnTo>
                  <a:pt x="1639" y="1481"/>
                </a:lnTo>
                <a:lnTo>
                  <a:pt x="1638" y="1480"/>
                </a:lnTo>
                <a:lnTo>
                  <a:pt x="1638" y="1478"/>
                </a:lnTo>
                <a:lnTo>
                  <a:pt x="1638" y="1476"/>
                </a:lnTo>
                <a:lnTo>
                  <a:pt x="1638" y="1475"/>
                </a:lnTo>
                <a:lnTo>
                  <a:pt x="1638" y="1474"/>
                </a:lnTo>
                <a:lnTo>
                  <a:pt x="1638" y="1473"/>
                </a:lnTo>
                <a:lnTo>
                  <a:pt x="1638" y="1471"/>
                </a:lnTo>
                <a:lnTo>
                  <a:pt x="1638" y="1470"/>
                </a:lnTo>
                <a:lnTo>
                  <a:pt x="1638" y="1469"/>
                </a:lnTo>
                <a:lnTo>
                  <a:pt x="1637" y="1469"/>
                </a:lnTo>
                <a:lnTo>
                  <a:pt x="1637" y="1468"/>
                </a:lnTo>
                <a:lnTo>
                  <a:pt x="1638" y="1465"/>
                </a:lnTo>
                <a:lnTo>
                  <a:pt x="1639" y="1463"/>
                </a:lnTo>
                <a:lnTo>
                  <a:pt x="1639" y="1462"/>
                </a:lnTo>
                <a:lnTo>
                  <a:pt x="1639" y="1461"/>
                </a:lnTo>
                <a:lnTo>
                  <a:pt x="1639" y="1460"/>
                </a:lnTo>
                <a:lnTo>
                  <a:pt x="1640" y="1458"/>
                </a:lnTo>
                <a:lnTo>
                  <a:pt x="1641" y="1457"/>
                </a:lnTo>
                <a:lnTo>
                  <a:pt x="1643" y="1455"/>
                </a:lnTo>
                <a:lnTo>
                  <a:pt x="1642" y="1455"/>
                </a:lnTo>
                <a:lnTo>
                  <a:pt x="1642" y="1454"/>
                </a:lnTo>
                <a:lnTo>
                  <a:pt x="1642" y="1455"/>
                </a:lnTo>
                <a:lnTo>
                  <a:pt x="1642" y="1454"/>
                </a:lnTo>
                <a:lnTo>
                  <a:pt x="1642" y="1453"/>
                </a:lnTo>
                <a:lnTo>
                  <a:pt x="1641" y="1452"/>
                </a:lnTo>
                <a:lnTo>
                  <a:pt x="1640" y="1451"/>
                </a:lnTo>
                <a:lnTo>
                  <a:pt x="1640" y="1450"/>
                </a:lnTo>
                <a:lnTo>
                  <a:pt x="1639" y="1449"/>
                </a:lnTo>
                <a:lnTo>
                  <a:pt x="1639" y="1448"/>
                </a:lnTo>
                <a:lnTo>
                  <a:pt x="1640" y="1447"/>
                </a:lnTo>
                <a:lnTo>
                  <a:pt x="1641" y="1447"/>
                </a:lnTo>
                <a:lnTo>
                  <a:pt x="1642" y="1447"/>
                </a:lnTo>
                <a:lnTo>
                  <a:pt x="1643" y="1446"/>
                </a:lnTo>
                <a:lnTo>
                  <a:pt x="1642" y="1444"/>
                </a:lnTo>
                <a:lnTo>
                  <a:pt x="1639" y="1444"/>
                </a:lnTo>
                <a:lnTo>
                  <a:pt x="1636" y="1443"/>
                </a:lnTo>
                <a:lnTo>
                  <a:pt x="1635" y="1442"/>
                </a:lnTo>
                <a:lnTo>
                  <a:pt x="1634" y="1440"/>
                </a:lnTo>
                <a:lnTo>
                  <a:pt x="1633" y="1439"/>
                </a:lnTo>
                <a:lnTo>
                  <a:pt x="1632" y="1439"/>
                </a:lnTo>
                <a:lnTo>
                  <a:pt x="1631" y="1440"/>
                </a:lnTo>
                <a:lnTo>
                  <a:pt x="1630" y="1440"/>
                </a:lnTo>
                <a:lnTo>
                  <a:pt x="1630" y="1439"/>
                </a:lnTo>
                <a:lnTo>
                  <a:pt x="1630" y="1437"/>
                </a:lnTo>
                <a:lnTo>
                  <a:pt x="1629" y="1437"/>
                </a:lnTo>
                <a:lnTo>
                  <a:pt x="1628" y="1437"/>
                </a:lnTo>
                <a:lnTo>
                  <a:pt x="1628" y="1436"/>
                </a:lnTo>
                <a:lnTo>
                  <a:pt x="1628" y="1435"/>
                </a:lnTo>
                <a:lnTo>
                  <a:pt x="1629" y="1434"/>
                </a:lnTo>
                <a:lnTo>
                  <a:pt x="1630" y="1434"/>
                </a:lnTo>
                <a:lnTo>
                  <a:pt x="1631" y="1434"/>
                </a:lnTo>
                <a:lnTo>
                  <a:pt x="1632" y="1435"/>
                </a:lnTo>
                <a:lnTo>
                  <a:pt x="1633" y="1435"/>
                </a:lnTo>
                <a:lnTo>
                  <a:pt x="1634" y="1434"/>
                </a:lnTo>
                <a:lnTo>
                  <a:pt x="1636" y="1432"/>
                </a:lnTo>
                <a:lnTo>
                  <a:pt x="1637" y="1432"/>
                </a:lnTo>
                <a:lnTo>
                  <a:pt x="1638" y="1432"/>
                </a:lnTo>
                <a:lnTo>
                  <a:pt x="1638" y="1431"/>
                </a:lnTo>
                <a:lnTo>
                  <a:pt x="1639" y="1428"/>
                </a:lnTo>
                <a:lnTo>
                  <a:pt x="1639" y="1427"/>
                </a:lnTo>
                <a:lnTo>
                  <a:pt x="1639" y="1426"/>
                </a:lnTo>
                <a:lnTo>
                  <a:pt x="1640" y="1425"/>
                </a:lnTo>
                <a:lnTo>
                  <a:pt x="1640" y="1424"/>
                </a:lnTo>
                <a:lnTo>
                  <a:pt x="1639" y="1423"/>
                </a:lnTo>
                <a:lnTo>
                  <a:pt x="1639" y="1422"/>
                </a:lnTo>
                <a:lnTo>
                  <a:pt x="1640" y="1422"/>
                </a:lnTo>
                <a:lnTo>
                  <a:pt x="1641" y="1422"/>
                </a:lnTo>
                <a:lnTo>
                  <a:pt x="1642" y="1422"/>
                </a:lnTo>
                <a:lnTo>
                  <a:pt x="1643" y="1420"/>
                </a:lnTo>
                <a:lnTo>
                  <a:pt x="1643" y="1418"/>
                </a:lnTo>
                <a:lnTo>
                  <a:pt x="1644" y="1417"/>
                </a:lnTo>
                <a:lnTo>
                  <a:pt x="1645" y="1416"/>
                </a:lnTo>
                <a:lnTo>
                  <a:pt x="1645" y="1415"/>
                </a:lnTo>
                <a:lnTo>
                  <a:pt x="1646" y="1413"/>
                </a:lnTo>
                <a:lnTo>
                  <a:pt x="1647" y="1413"/>
                </a:lnTo>
                <a:lnTo>
                  <a:pt x="1648" y="1413"/>
                </a:lnTo>
                <a:lnTo>
                  <a:pt x="1649" y="1413"/>
                </a:lnTo>
                <a:lnTo>
                  <a:pt x="1649" y="1412"/>
                </a:lnTo>
                <a:lnTo>
                  <a:pt x="1650" y="1412"/>
                </a:lnTo>
                <a:lnTo>
                  <a:pt x="1651" y="1411"/>
                </a:lnTo>
                <a:lnTo>
                  <a:pt x="1653" y="1412"/>
                </a:lnTo>
                <a:lnTo>
                  <a:pt x="1654" y="1412"/>
                </a:lnTo>
                <a:lnTo>
                  <a:pt x="1654" y="1413"/>
                </a:lnTo>
                <a:lnTo>
                  <a:pt x="1655" y="1413"/>
                </a:lnTo>
                <a:lnTo>
                  <a:pt x="1658" y="1412"/>
                </a:lnTo>
                <a:lnTo>
                  <a:pt x="1659" y="1411"/>
                </a:lnTo>
                <a:lnTo>
                  <a:pt x="1659" y="1409"/>
                </a:lnTo>
                <a:lnTo>
                  <a:pt x="1658" y="1408"/>
                </a:lnTo>
                <a:lnTo>
                  <a:pt x="1657" y="1408"/>
                </a:lnTo>
                <a:lnTo>
                  <a:pt x="1657" y="1409"/>
                </a:lnTo>
                <a:lnTo>
                  <a:pt x="1656" y="1408"/>
                </a:lnTo>
                <a:lnTo>
                  <a:pt x="1656" y="1407"/>
                </a:lnTo>
                <a:lnTo>
                  <a:pt x="1654" y="1406"/>
                </a:lnTo>
                <a:lnTo>
                  <a:pt x="1653" y="1406"/>
                </a:lnTo>
                <a:lnTo>
                  <a:pt x="1653" y="1405"/>
                </a:lnTo>
                <a:lnTo>
                  <a:pt x="1652" y="1405"/>
                </a:lnTo>
                <a:lnTo>
                  <a:pt x="1652" y="1406"/>
                </a:lnTo>
                <a:lnTo>
                  <a:pt x="1651" y="1406"/>
                </a:lnTo>
                <a:lnTo>
                  <a:pt x="1651" y="1405"/>
                </a:lnTo>
                <a:lnTo>
                  <a:pt x="1652" y="1404"/>
                </a:lnTo>
                <a:lnTo>
                  <a:pt x="1652" y="1402"/>
                </a:lnTo>
                <a:lnTo>
                  <a:pt x="1652" y="1401"/>
                </a:lnTo>
                <a:lnTo>
                  <a:pt x="1652" y="1400"/>
                </a:lnTo>
                <a:lnTo>
                  <a:pt x="1651" y="1400"/>
                </a:lnTo>
                <a:lnTo>
                  <a:pt x="1650" y="1400"/>
                </a:lnTo>
                <a:lnTo>
                  <a:pt x="1650" y="1399"/>
                </a:lnTo>
                <a:lnTo>
                  <a:pt x="1648" y="1399"/>
                </a:lnTo>
                <a:lnTo>
                  <a:pt x="1647" y="1399"/>
                </a:lnTo>
                <a:lnTo>
                  <a:pt x="1646" y="1398"/>
                </a:lnTo>
                <a:lnTo>
                  <a:pt x="1646" y="1397"/>
                </a:lnTo>
                <a:lnTo>
                  <a:pt x="1645" y="1397"/>
                </a:lnTo>
                <a:lnTo>
                  <a:pt x="1644" y="1396"/>
                </a:lnTo>
                <a:lnTo>
                  <a:pt x="1644" y="1395"/>
                </a:lnTo>
                <a:lnTo>
                  <a:pt x="1643" y="1395"/>
                </a:lnTo>
                <a:lnTo>
                  <a:pt x="1642" y="1395"/>
                </a:lnTo>
                <a:lnTo>
                  <a:pt x="1642" y="1394"/>
                </a:lnTo>
                <a:lnTo>
                  <a:pt x="1641" y="1394"/>
                </a:lnTo>
                <a:lnTo>
                  <a:pt x="1640" y="1394"/>
                </a:lnTo>
                <a:lnTo>
                  <a:pt x="1639" y="1394"/>
                </a:lnTo>
                <a:lnTo>
                  <a:pt x="1638" y="1393"/>
                </a:lnTo>
                <a:lnTo>
                  <a:pt x="1638" y="1392"/>
                </a:lnTo>
                <a:lnTo>
                  <a:pt x="1637" y="1392"/>
                </a:lnTo>
                <a:lnTo>
                  <a:pt x="1636" y="1392"/>
                </a:lnTo>
                <a:lnTo>
                  <a:pt x="1636" y="1391"/>
                </a:lnTo>
                <a:lnTo>
                  <a:pt x="1635" y="1388"/>
                </a:lnTo>
                <a:lnTo>
                  <a:pt x="1634" y="1387"/>
                </a:lnTo>
                <a:lnTo>
                  <a:pt x="1633" y="1386"/>
                </a:lnTo>
                <a:lnTo>
                  <a:pt x="1632" y="1385"/>
                </a:lnTo>
                <a:lnTo>
                  <a:pt x="1632" y="1384"/>
                </a:lnTo>
                <a:lnTo>
                  <a:pt x="1631" y="1384"/>
                </a:lnTo>
                <a:lnTo>
                  <a:pt x="1630" y="1384"/>
                </a:lnTo>
                <a:lnTo>
                  <a:pt x="1629" y="1384"/>
                </a:lnTo>
                <a:lnTo>
                  <a:pt x="1628" y="1384"/>
                </a:lnTo>
                <a:lnTo>
                  <a:pt x="1626" y="1385"/>
                </a:lnTo>
                <a:lnTo>
                  <a:pt x="1624" y="1384"/>
                </a:lnTo>
                <a:lnTo>
                  <a:pt x="1623" y="1383"/>
                </a:lnTo>
                <a:lnTo>
                  <a:pt x="1622" y="1382"/>
                </a:lnTo>
                <a:lnTo>
                  <a:pt x="1622" y="1380"/>
                </a:lnTo>
                <a:lnTo>
                  <a:pt x="1621" y="1379"/>
                </a:lnTo>
                <a:lnTo>
                  <a:pt x="1621" y="1378"/>
                </a:lnTo>
                <a:lnTo>
                  <a:pt x="1621" y="1377"/>
                </a:lnTo>
                <a:lnTo>
                  <a:pt x="1622" y="1376"/>
                </a:lnTo>
                <a:lnTo>
                  <a:pt x="1621" y="1376"/>
                </a:lnTo>
                <a:lnTo>
                  <a:pt x="1621" y="1375"/>
                </a:lnTo>
                <a:lnTo>
                  <a:pt x="1620" y="1374"/>
                </a:lnTo>
                <a:lnTo>
                  <a:pt x="1620" y="1373"/>
                </a:lnTo>
                <a:lnTo>
                  <a:pt x="1619" y="1372"/>
                </a:lnTo>
                <a:lnTo>
                  <a:pt x="1620" y="1369"/>
                </a:lnTo>
                <a:lnTo>
                  <a:pt x="1621" y="1369"/>
                </a:lnTo>
                <a:lnTo>
                  <a:pt x="1620" y="1368"/>
                </a:lnTo>
                <a:lnTo>
                  <a:pt x="1620" y="1369"/>
                </a:lnTo>
                <a:lnTo>
                  <a:pt x="1618" y="1368"/>
                </a:lnTo>
                <a:lnTo>
                  <a:pt x="1618" y="1367"/>
                </a:lnTo>
                <a:lnTo>
                  <a:pt x="1618" y="1366"/>
                </a:lnTo>
                <a:lnTo>
                  <a:pt x="1618" y="1365"/>
                </a:lnTo>
                <a:lnTo>
                  <a:pt x="1617" y="1365"/>
                </a:lnTo>
                <a:lnTo>
                  <a:pt x="1616" y="1365"/>
                </a:lnTo>
                <a:lnTo>
                  <a:pt x="1615" y="1364"/>
                </a:lnTo>
                <a:lnTo>
                  <a:pt x="1615" y="1362"/>
                </a:lnTo>
                <a:lnTo>
                  <a:pt x="1615" y="1360"/>
                </a:lnTo>
                <a:lnTo>
                  <a:pt x="1614" y="1359"/>
                </a:lnTo>
                <a:lnTo>
                  <a:pt x="1613" y="1359"/>
                </a:lnTo>
                <a:lnTo>
                  <a:pt x="1612" y="1358"/>
                </a:lnTo>
                <a:lnTo>
                  <a:pt x="1611" y="1356"/>
                </a:lnTo>
                <a:lnTo>
                  <a:pt x="1612" y="1355"/>
                </a:lnTo>
                <a:lnTo>
                  <a:pt x="1612" y="1354"/>
                </a:lnTo>
                <a:lnTo>
                  <a:pt x="1613" y="1354"/>
                </a:lnTo>
                <a:lnTo>
                  <a:pt x="1614" y="1353"/>
                </a:lnTo>
                <a:lnTo>
                  <a:pt x="1615" y="1353"/>
                </a:lnTo>
                <a:lnTo>
                  <a:pt x="1615" y="1352"/>
                </a:lnTo>
                <a:lnTo>
                  <a:pt x="1616" y="1350"/>
                </a:lnTo>
                <a:lnTo>
                  <a:pt x="1616" y="1349"/>
                </a:lnTo>
                <a:lnTo>
                  <a:pt x="1615" y="1348"/>
                </a:lnTo>
                <a:lnTo>
                  <a:pt x="1613" y="1346"/>
                </a:lnTo>
                <a:lnTo>
                  <a:pt x="1612" y="1345"/>
                </a:lnTo>
                <a:lnTo>
                  <a:pt x="1612" y="1344"/>
                </a:lnTo>
                <a:lnTo>
                  <a:pt x="1611" y="1344"/>
                </a:lnTo>
                <a:lnTo>
                  <a:pt x="1610" y="1344"/>
                </a:lnTo>
                <a:lnTo>
                  <a:pt x="1609" y="1344"/>
                </a:lnTo>
                <a:lnTo>
                  <a:pt x="1608" y="1341"/>
                </a:lnTo>
                <a:lnTo>
                  <a:pt x="1608" y="1340"/>
                </a:lnTo>
                <a:lnTo>
                  <a:pt x="1608" y="1339"/>
                </a:lnTo>
                <a:lnTo>
                  <a:pt x="1608" y="1338"/>
                </a:lnTo>
                <a:lnTo>
                  <a:pt x="1607" y="1337"/>
                </a:lnTo>
                <a:lnTo>
                  <a:pt x="1607" y="1336"/>
                </a:lnTo>
                <a:lnTo>
                  <a:pt x="1606" y="1336"/>
                </a:lnTo>
                <a:lnTo>
                  <a:pt x="1607" y="1336"/>
                </a:lnTo>
                <a:lnTo>
                  <a:pt x="1607" y="1335"/>
                </a:lnTo>
                <a:lnTo>
                  <a:pt x="1607" y="1334"/>
                </a:lnTo>
                <a:lnTo>
                  <a:pt x="1608" y="1335"/>
                </a:lnTo>
                <a:lnTo>
                  <a:pt x="1609" y="1335"/>
                </a:lnTo>
                <a:lnTo>
                  <a:pt x="1611" y="1335"/>
                </a:lnTo>
                <a:lnTo>
                  <a:pt x="1611" y="1334"/>
                </a:lnTo>
                <a:lnTo>
                  <a:pt x="1611" y="1333"/>
                </a:lnTo>
                <a:lnTo>
                  <a:pt x="1610" y="1332"/>
                </a:lnTo>
                <a:lnTo>
                  <a:pt x="1608" y="1332"/>
                </a:lnTo>
                <a:lnTo>
                  <a:pt x="1608" y="1331"/>
                </a:lnTo>
                <a:lnTo>
                  <a:pt x="1606" y="1330"/>
                </a:lnTo>
                <a:lnTo>
                  <a:pt x="1605" y="1330"/>
                </a:lnTo>
                <a:lnTo>
                  <a:pt x="1603" y="1328"/>
                </a:lnTo>
                <a:lnTo>
                  <a:pt x="1604" y="1328"/>
                </a:lnTo>
                <a:lnTo>
                  <a:pt x="1605" y="1326"/>
                </a:lnTo>
                <a:lnTo>
                  <a:pt x="1605" y="1325"/>
                </a:lnTo>
                <a:lnTo>
                  <a:pt x="1604" y="1325"/>
                </a:lnTo>
                <a:lnTo>
                  <a:pt x="1602" y="1324"/>
                </a:lnTo>
                <a:lnTo>
                  <a:pt x="1601" y="1325"/>
                </a:lnTo>
                <a:lnTo>
                  <a:pt x="1599" y="1324"/>
                </a:lnTo>
                <a:lnTo>
                  <a:pt x="1598" y="1323"/>
                </a:lnTo>
                <a:lnTo>
                  <a:pt x="1597" y="1322"/>
                </a:lnTo>
                <a:lnTo>
                  <a:pt x="1596" y="1321"/>
                </a:lnTo>
                <a:lnTo>
                  <a:pt x="1594" y="1320"/>
                </a:lnTo>
                <a:lnTo>
                  <a:pt x="1591" y="1318"/>
                </a:lnTo>
                <a:lnTo>
                  <a:pt x="1590" y="1317"/>
                </a:lnTo>
                <a:lnTo>
                  <a:pt x="1590" y="1316"/>
                </a:lnTo>
                <a:lnTo>
                  <a:pt x="1589" y="1313"/>
                </a:lnTo>
                <a:lnTo>
                  <a:pt x="1588" y="1313"/>
                </a:lnTo>
                <a:lnTo>
                  <a:pt x="1588" y="1312"/>
                </a:lnTo>
                <a:lnTo>
                  <a:pt x="1587" y="1312"/>
                </a:lnTo>
                <a:lnTo>
                  <a:pt x="1587" y="1311"/>
                </a:lnTo>
                <a:lnTo>
                  <a:pt x="1586" y="1311"/>
                </a:lnTo>
                <a:lnTo>
                  <a:pt x="1586" y="1309"/>
                </a:lnTo>
                <a:lnTo>
                  <a:pt x="1586" y="1308"/>
                </a:lnTo>
                <a:lnTo>
                  <a:pt x="1587" y="1307"/>
                </a:lnTo>
                <a:lnTo>
                  <a:pt x="1587" y="1306"/>
                </a:lnTo>
                <a:lnTo>
                  <a:pt x="1586" y="1306"/>
                </a:lnTo>
                <a:lnTo>
                  <a:pt x="1586" y="1305"/>
                </a:lnTo>
                <a:lnTo>
                  <a:pt x="1586" y="1303"/>
                </a:lnTo>
                <a:lnTo>
                  <a:pt x="1587" y="1302"/>
                </a:lnTo>
                <a:lnTo>
                  <a:pt x="1587" y="1301"/>
                </a:lnTo>
                <a:lnTo>
                  <a:pt x="1588" y="1299"/>
                </a:lnTo>
                <a:lnTo>
                  <a:pt x="1589" y="1299"/>
                </a:lnTo>
                <a:lnTo>
                  <a:pt x="1591" y="1300"/>
                </a:lnTo>
                <a:lnTo>
                  <a:pt x="1592" y="1300"/>
                </a:lnTo>
                <a:lnTo>
                  <a:pt x="1593" y="1300"/>
                </a:lnTo>
                <a:lnTo>
                  <a:pt x="1593" y="1299"/>
                </a:lnTo>
                <a:lnTo>
                  <a:pt x="1593" y="1298"/>
                </a:lnTo>
                <a:lnTo>
                  <a:pt x="1594" y="1297"/>
                </a:lnTo>
                <a:lnTo>
                  <a:pt x="1595" y="1297"/>
                </a:lnTo>
                <a:lnTo>
                  <a:pt x="1596" y="1296"/>
                </a:lnTo>
                <a:lnTo>
                  <a:pt x="1598" y="1295"/>
                </a:lnTo>
                <a:lnTo>
                  <a:pt x="1599" y="1294"/>
                </a:lnTo>
                <a:lnTo>
                  <a:pt x="1599" y="1293"/>
                </a:lnTo>
                <a:lnTo>
                  <a:pt x="1600" y="1293"/>
                </a:lnTo>
                <a:lnTo>
                  <a:pt x="1600" y="1292"/>
                </a:lnTo>
                <a:lnTo>
                  <a:pt x="1601" y="1292"/>
                </a:lnTo>
                <a:lnTo>
                  <a:pt x="1602" y="1292"/>
                </a:lnTo>
                <a:lnTo>
                  <a:pt x="1603" y="1292"/>
                </a:lnTo>
                <a:lnTo>
                  <a:pt x="1604" y="1293"/>
                </a:lnTo>
                <a:lnTo>
                  <a:pt x="1605" y="1293"/>
                </a:lnTo>
                <a:lnTo>
                  <a:pt x="1603" y="1290"/>
                </a:lnTo>
                <a:lnTo>
                  <a:pt x="1602" y="1289"/>
                </a:lnTo>
                <a:lnTo>
                  <a:pt x="1602" y="1288"/>
                </a:lnTo>
                <a:lnTo>
                  <a:pt x="1600" y="1285"/>
                </a:lnTo>
                <a:lnTo>
                  <a:pt x="1600" y="1284"/>
                </a:lnTo>
                <a:lnTo>
                  <a:pt x="1599" y="1285"/>
                </a:lnTo>
                <a:lnTo>
                  <a:pt x="1598" y="1285"/>
                </a:lnTo>
                <a:lnTo>
                  <a:pt x="1597" y="1283"/>
                </a:lnTo>
                <a:lnTo>
                  <a:pt x="1596" y="1282"/>
                </a:lnTo>
                <a:lnTo>
                  <a:pt x="1595" y="1281"/>
                </a:lnTo>
                <a:lnTo>
                  <a:pt x="1595" y="1280"/>
                </a:lnTo>
                <a:lnTo>
                  <a:pt x="1594" y="1280"/>
                </a:lnTo>
                <a:lnTo>
                  <a:pt x="1594" y="1279"/>
                </a:lnTo>
                <a:lnTo>
                  <a:pt x="1594" y="1278"/>
                </a:lnTo>
                <a:lnTo>
                  <a:pt x="1593" y="1278"/>
                </a:lnTo>
                <a:lnTo>
                  <a:pt x="1593" y="1277"/>
                </a:lnTo>
                <a:lnTo>
                  <a:pt x="1593" y="1276"/>
                </a:lnTo>
                <a:lnTo>
                  <a:pt x="1592" y="1275"/>
                </a:lnTo>
                <a:lnTo>
                  <a:pt x="1592" y="1276"/>
                </a:lnTo>
                <a:lnTo>
                  <a:pt x="1591" y="1276"/>
                </a:lnTo>
                <a:lnTo>
                  <a:pt x="1591" y="1275"/>
                </a:lnTo>
                <a:lnTo>
                  <a:pt x="1591" y="1274"/>
                </a:lnTo>
                <a:lnTo>
                  <a:pt x="1590" y="1274"/>
                </a:lnTo>
                <a:lnTo>
                  <a:pt x="1588" y="1273"/>
                </a:lnTo>
                <a:lnTo>
                  <a:pt x="1587" y="1273"/>
                </a:lnTo>
                <a:lnTo>
                  <a:pt x="1587" y="1272"/>
                </a:lnTo>
                <a:lnTo>
                  <a:pt x="1586" y="1272"/>
                </a:lnTo>
                <a:lnTo>
                  <a:pt x="1585" y="1272"/>
                </a:lnTo>
                <a:lnTo>
                  <a:pt x="1584" y="1272"/>
                </a:lnTo>
                <a:lnTo>
                  <a:pt x="1584" y="1271"/>
                </a:lnTo>
                <a:lnTo>
                  <a:pt x="1584" y="1270"/>
                </a:lnTo>
                <a:lnTo>
                  <a:pt x="1583" y="1270"/>
                </a:lnTo>
                <a:lnTo>
                  <a:pt x="1583" y="1269"/>
                </a:lnTo>
                <a:lnTo>
                  <a:pt x="1582" y="1269"/>
                </a:lnTo>
                <a:lnTo>
                  <a:pt x="1582" y="1268"/>
                </a:lnTo>
                <a:lnTo>
                  <a:pt x="1582" y="1267"/>
                </a:lnTo>
                <a:lnTo>
                  <a:pt x="1581" y="1266"/>
                </a:lnTo>
                <a:lnTo>
                  <a:pt x="1580" y="1265"/>
                </a:lnTo>
                <a:lnTo>
                  <a:pt x="1580" y="1264"/>
                </a:lnTo>
                <a:lnTo>
                  <a:pt x="1581" y="1263"/>
                </a:lnTo>
                <a:lnTo>
                  <a:pt x="1581" y="1262"/>
                </a:lnTo>
                <a:lnTo>
                  <a:pt x="1580" y="1261"/>
                </a:lnTo>
                <a:lnTo>
                  <a:pt x="1579" y="1260"/>
                </a:lnTo>
                <a:lnTo>
                  <a:pt x="1577" y="1260"/>
                </a:lnTo>
                <a:lnTo>
                  <a:pt x="1576" y="1260"/>
                </a:lnTo>
                <a:lnTo>
                  <a:pt x="1575" y="1260"/>
                </a:lnTo>
                <a:lnTo>
                  <a:pt x="1575" y="1259"/>
                </a:lnTo>
                <a:lnTo>
                  <a:pt x="1574" y="1259"/>
                </a:lnTo>
                <a:lnTo>
                  <a:pt x="1574" y="1258"/>
                </a:lnTo>
                <a:lnTo>
                  <a:pt x="1574" y="1257"/>
                </a:lnTo>
                <a:lnTo>
                  <a:pt x="1573" y="1257"/>
                </a:lnTo>
                <a:lnTo>
                  <a:pt x="1572" y="1257"/>
                </a:lnTo>
                <a:lnTo>
                  <a:pt x="1571" y="1256"/>
                </a:lnTo>
                <a:lnTo>
                  <a:pt x="1570" y="1256"/>
                </a:lnTo>
                <a:lnTo>
                  <a:pt x="1570" y="1255"/>
                </a:lnTo>
                <a:lnTo>
                  <a:pt x="1571" y="1254"/>
                </a:lnTo>
                <a:lnTo>
                  <a:pt x="1570" y="1253"/>
                </a:lnTo>
                <a:lnTo>
                  <a:pt x="1569" y="1254"/>
                </a:lnTo>
                <a:lnTo>
                  <a:pt x="1568" y="1254"/>
                </a:lnTo>
                <a:lnTo>
                  <a:pt x="1568" y="1253"/>
                </a:lnTo>
                <a:lnTo>
                  <a:pt x="1567" y="1253"/>
                </a:lnTo>
                <a:lnTo>
                  <a:pt x="1566" y="1253"/>
                </a:lnTo>
                <a:lnTo>
                  <a:pt x="1565" y="1254"/>
                </a:lnTo>
                <a:lnTo>
                  <a:pt x="1565" y="1253"/>
                </a:lnTo>
                <a:lnTo>
                  <a:pt x="1564" y="1253"/>
                </a:lnTo>
                <a:lnTo>
                  <a:pt x="1564" y="1252"/>
                </a:lnTo>
                <a:lnTo>
                  <a:pt x="1564" y="1251"/>
                </a:lnTo>
                <a:lnTo>
                  <a:pt x="1563" y="1251"/>
                </a:lnTo>
                <a:lnTo>
                  <a:pt x="1563" y="1250"/>
                </a:lnTo>
                <a:lnTo>
                  <a:pt x="1564" y="1250"/>
                </a:lnTo>
                <a:lnTo>
                  <a:pt x="1565" y="1249"/>
                </a:lnTo>
                <a:lnTo>
                  <a:pt x="1566" y="1248"/>
                </a:lnTo>
                <a:lnTo>
                  <a:pt x="1566" y="1247"/>
                </a:lnTo>
                <a:lnTo>
                  <a:pt x="1565" y="1247"/>
                </a:lnTo>
                <a:lnTo>
                  <a:pt x="1565" y="1246"/>
                </a:lnTo>
                <a:lnTo>
                  <a:pt x="1566" y="1245"/>
                </a:lnTo>
                <a:lnTo>
                  <a:pt x="1567" y="1245"/>
                </a:lnTo>
                <a:lnTo>
                  <a:pt x="1568" y="1243"/>
                </a:lnTo>
                <a:lnTo>
                  <a:pt x="1569" y="1243"/>
                </a:lnTo>
                <a:lnTo>
                  <a:pt x="1572" y="1241"/>
                </a:lnTo>
                <a:lnTo>
                  <a:pt x="1572" y="1240"/>
                </a:lnTo>
                <a:lnTo>
                  <a:pt x="1571" y="1238"/>
                </a:lnTo>
                <a:lnTo>
                  <a:pt x="1571" y="1237"/>
                </a:lnTo>
                <a:lnTo>
                  <a:pt x="1570" y="1236"/>
                </a:lnTo>
                <a:lnTo>
                  <a:pt x="1570" y="1235"/>
                </a:lnTo>
                <a:lnTo>
                  <a:pt x="1571" y="1233"/>
                </a:lnTo>
                <a:lnTo>
                  <a:pt x="1570" y="1231"/>
                </a:lnTo>
                <a:lnTo>
                  <a:pt x="1570" y="1230"/>
                </a:lnTo>
                <a:lnTo>
                  <a:pt x="1570" y="1229"/>
                </a:lnTo>
                <a:lnTo>
                  <a:pt x="1570" y="1228"/>
                </a:lnTo>
                <a:lnTo>
                  <a:pt x="1569" y="1228"/>
                </a:lnTo>
                <a:lnTo>
                  <a:pt x="1570" y="1227"/>
                </a:lnTo>
                <a:lnTo>
                  <a:pt x="1571" y="1226"/>
                </a:lnTo>
                <a:lnTo>
                  <a:pt x="1572" y="1226"/>
                </a:lnTo>
                <a:lnTo>
                  <a:pt x="1573" y="1225"/>
                </a:lnTo>
                <a:lnTo>
                  <a:pt x="1574" y="1225"/>
                </a:lnTo>
                <a:lnTo>
                  <a:pt x="1575" y="1226"/>
                </a:lnTo>
                <a:lnTo>
                  <a:pt x="1576" y="1226"/>
                </a:lnTo>
                <a:lnTo>
                  <a:pt x="1577" y="1226"/>
                </a:lnTo>
                <a:lnTo>
                  <a:pt x="1579" y="1225"/>
                </a:lnTo>
                <a:lnTo>
                  <a:pt x="1580" y="1225"/>
                </a:lnTo>
                <a:lnTo>
                  <a:pt x="1582" y="1225"/>
                </a:lnTo>
                <a:lnTo>
                  <a:pt x="1583" y="1224"/>
                </a:lnTo>
                <a:lnTo>
                  <a:pt x="1584" y="1224"/>
                </a:lnTo>
                <a:lnTo>
                  <a:pt x="1586" y="1223"/>
                </a:lnTo>
                <a:lnTo>
                  <a:pt x="1587" y="1223"/>
                </a:lnTo>
                <a:lnTo>
                  <a:pt x="1588" y="1223"/>
                </a:lnTo>
                <a:lnTo>
                  <a:pt x="1589" y="1223"/>
                </a:lnTo>
                <a:lnTo>
                  <a:pt x="1591" y="1223"/>
                </a:lnTo>
                <a:lnTo>
                  <a:pt x="1592" y="1223"/>
                </a:lnTo>
                <a:lnTo>
                  <a:pt x="1592" y="1224"/>
                </a:lnTo>
                <a:lnTo>
                  <a:pt x="1593" y="1224"/>
                </a:lnTo>
                <a:lnTo>
                  <a:pt x="1594" y="1224"/>
                </a:lnTo>
                <a:lnTo>
                  <a:pt x="1594" y="1221"/>
                </a:lnTo>
                <a:lnTo>
                  <a:pt x="1594" y="1220"/>
                </a:lnTo>
                <a:lnTo>
                  <a:pt x="1594" y="1219"/>
                </a:lnTo>
                <a:lnTo>
                  <a:pt x="1592" y="1217"/>
                </a:lnTo>
                <a:lnTo>
                  <a:pt x="1591" y="1215"/>
                </a:lnTo>
                <a:lnTo>
                  <a:pt x="1589" y="1213"/>
                </a:lnTo>
                <a:lnTo>
                  <a:pt x="1589" y="1211"/>
                </a:lnTo>
                <a:lnTo>
                  <a:pt x="1588" y="1209"/>
                </a:lnTo>
                <a:lnTo>
                  <a:pt x="1588" y="1208"/>
                </a:lnTo>
                <a:lnTo>
                  <a:pt x="1587" y="1208"/>
                </a:lnTo>
                <a:lnTo>
                  <a:pt x="1587" y="1209"/>
                </a:lnTo>
                <a:lnTo>
                  <a:pt x="1586" y="1209"/>
                </a:lnTo>
                <a:lnTo>
                  <a:pt x="1585" y="1209"/>
                </a:lnTo>
                <a:lnTo>
                  <a:pt x="1584" y="1208"/>
                </a:lnTo>
                <a:lnTo>
                  <a:pt x="1583" y="1207"/>
                </a:lnTo>
                <a:lnTo>
                  <a:pt x="1582" y="1206"/>
                </a:lnTo>
                <a:lnTo>
                  <a:pt x="1582" y="1205"/>
                </a:lnTo>
                <a:lnTo>
                  <a:pt x="1581" y="1204"/>
                </a:lnTo>
                <a:lnTo>
                  <a:pt x="1580" y="1203"/>
                </a:lnTo>
                <a:lnTo>
                  <a:pt x="1579" y="1202"/>
                </a:lnTo>
                <a:lnTo>
                  <a:pt x="1579" y="1201"/>
                </a:lnTo>
                <a:lnTo>
                  <a:pt x="1578" y="1200"/>
                </a:lnTo>
                <a:lnTo>
                  <a:pt x="1577" y="1199"/>
                </a:lnTo>
                <a:lnTo>
                  <a:pt x="1575" y="1199"/>
                </a:lnTo>
                <a:lnTo>
                  <a:pt x="1574" y="1199"/>
                </a:lnTo>
                <a:lnTo>
                  <a:pt x="1573" y="1199"/>
                </a:lnTo>
                <a:lnTo>
                  <a:pt x="1570" y="1198"/>
                </a:lnTo>
                <a:lnTo>
                  <a:pt x="1570" y="1197"/>
                </a:lnTo>
                <a:lnTo>
                  <a:pt x="1569" y="1196"/>
                </a:lnTo>
                <a:lnTo>
                  <a:pt x="1569" y="1195"/>
                </a:lnTo>
                <a:lnTo>
                  <a:pt x="1569" y="1194"/>
                </a:lnTo>
                <a:lnTo>
                  <a:pt x="1568" y="1193"/>
                </a:lnTo>
                <a:lnTo>
                  <a:pt x="1567" y="1193"/>
                </a:lnTo>
                <a:lnTo>
                  <a:pt x="1565" y="1192"/>
                </a:lnTo>
                <a:lnTo>
                  <a:pt x="1565" y="1190"/>
                </a:lnTo>
                <a:lnTo>
                  <a:pt x="1565" y="1189"/>
                </a:lnTo>
                <a:lnTo>
                  <a:pt x="1565" y="1188"/>
                </a:lnTo>
                <a:lnTo>
                  <a:pt x="1564" y="1187"/>
                </a:lnTo>
                <a:lnTo>
                  <a:pt x="1563" y="1187"/>
                </a:lnTo>
                <a:lnTo>
                  <a:pt x="1561" y="1185"/>
                </a:lnTo>
                <a:lnTo>
                  <a:pt x="1560" y="1185"/>
                </a:lnTo>
                <a:lnTo>
                  <a:pt x="1560" y="1184"/>
                </a:lnTo>
                <a:lnTo>
                  <a:pt x="1560" y="1183"/>
                </a:lnTo>
                <a:lnTo>
                  <a:pt x="1559" y="1183"/>
                </a:lnTo>
                <a:lnTo>
                  <a:pt x="1560" y="1182"/>
                </a:lnTo>
                <a:lnTo>
                  <a:pt x="1560" y="1181"/>
                </a:lnTo>
                <a:lnTo>
                  <a:pt x="1561" y="1180"/>
                </a:lnTo>
                <a:lnTo>
                  <a:pt x="1560" y="1179"/>
                </a:lnTo>
                <a:lnTo>
                  <a:pt x="1559" y="1179"/>
                </a:lnTo>
                <a:lnTo>
                  <a:pt x="1558" y="1178"/>
                </a:lnTo>
                <a:lnTo>
                  <a:pt x="1557" y="1178"/>
                </a:lnTo>
                <a:lnTo>
                  <a:pt x="1556" y="1177"/>
                </a:lnTo>
                <a:lnTo>
                  <a:pt x="1555" y="1176"/>
                </a:lnTo>
                <a:lnTo>
                  <a:pt x="1555" y="1177"/>
                </a:lnTo>
                <a:lnTo>
                  <a:pt x="1554" y="1177"/>
                </a:lnTo>
                <a:lnTo>
                  <a:pt x="1553" y="1177"/>
                </a:lnTo>
                <a:lnTo>
                  <a:pt x="1553" y="1176"/>
                </a:lnTo>
                <a:lnTo>
                  <a:pt x="1552" y="1176"/>
                </a:lnTo>
                <a:lnTo>
                  <a:pt x="1551" y="1175"/>
                </a:lnTo>
                <a:lnTo>
                  <a:pt x="1550" y="1175"/>
                </a:lnTo>
                <a:lnTo>
                  <a:pt x="1547" y="1172"/>
                </a:lnTo>
                <a:lnTo>
                  <a:pt x="1547" y="1171"/>
                </a:lnTo>
                <a:lnTo>
                  <a:pt x="1546" y="1171"/>
                </a:lnTo>
                <a:lnTo>
                  <a:pt x="1544" y="1169"/>
                </a:lnTo>
                <a:lnTo>
                  <a:pt x="1543" y="1169"/>
                </a:lnTo>
                <a:lnTo>
                  <a:pt x="1541" y="1167"/>
                </a:lnTo>
                <a:lnTo>
                  <a:pt x="1541" y="1166"/>
                </a:lnTo>
                <a:lnTo>
                  <a:pt x="1541" y="1164"/>
                </a:lnTo>
                <a:lnTo>
                  <a:pt x="1541" y="1163"/>
                </a:lnTo>
                <a:lnTo>
                  <a:pt x="1541" y="1162"/>
                </a:lnTo>
                <a:lnTo>
                  <a:pt x="1540" y="1162"/>
                </a:lnTo>
                <a:lnTo>
                  <a:pt x="1539" y="1162"/>
                </a:lnTo>
                <a:lnTo>
                  <a:pt x="1538" y="1162"/>
                </a:lnTo>
                <a:lnTo>
                  <a:pt x="1537" y="1162"/>
                </a:lnTo>
                <a:lnTo>
                  <a:pt x="1536" y="1162"/>
                </a:lnTo>
                <a:lnTo>
                  <a:pt x="1536" y="1161"/>
                </a:lnTo>
                <a:lnTo>
                  <a:pt x="1535" y="1160"/>
                </a:lnTo>
                <a:lnTo>
                  <a:pt x="1534" y="1159"/>
                </a:lnTo>
                <a:lnTo>
                  <a:pt x="1533" y="1159"/>
                </a:lnTo>
                <a:lnTo>
                  <a:pt x="1533" y="1158"/>
                </a:lnTo>
                <a:lnTo>
                  <a:pt x="1532" y="1158"/>
                </a:lnTo>
                <a:lnTo>
                  <a:pt x="1531" y="1157"/>
                </a:lnTo>
                <a:lnTo>
                  <a:pt x="1530" y="1157"/>
                </a:lnTo>
                <a:lnTo>
                  <a:pt x="1529" y="1157"/>
                </a:lnTo>
                <a:lnTo>
                  <a:pt x="1529" y="1156"/>
                </a:lnTo>
                <a:lnTo>
                  <a:pt x="1528" y="1156"/>
                </a:lnTo>
                <a:lnTo>
                  <a:pt x="1525" y="1156"/>
                </a:lnTo>
                <a:lnTo>
                  <a:pt x="1523" y="1154"/>
                </a:lnTo>
                <a:lnTo>
                  <a:pt x="1523" y="1153"/>
                </a:lnTo>
                <a:lnTo>
                  <a:pt x="1524" y="1153"/>
                </a:lnTo>
                <a:lnTo>
                  <a:pt x="1523" y="1152"/>
                </a:lnTo>
                <a:lnTo>
                  <a:pt x="1523" y="1151"/>
                </a:lnTo>
                <a:lnTo>
                  <a:pt x="1522" y="1149"/>
                </a:lnTo>
                <a:lnTo>
                  <a:pt x="1522" y="1148"/>
                </a:lnTo>
                <a:lnTo>
                  <a:pt x="1521" y="1147"/>
                </a:lnTo>
                <a:lnTo>
                  <a:pt x="1519" y="1145"/>
                </a:lnTo>
                <a:lnTo>
                  <a:pt x="1518" y="1145"/>
                </a:lnTo>
                <a:lnTo>
                  <a:pt x="1518" y="1144"/>
                </a:lnTo>
                <a:lnTo>
                  <a:pt x="1517" y="1144"/>
                </a:lnTo>
                <a:lnTo>
                  <a:pt x="1516" y="1144"/>
                </a:lnTo>
                <a:lnTo>
                  <a:pt x="1515" y="1143"/>
                </a:lnTo>
                <a:lnTo>
                  <a:pt x="1514" y="1143"/>
                </a:lnTo>
                <a:lnTo>
                  <a:pt x="1512" y="1142"/>
                </a:lnTo>
                <a:lnTo>
                  <a:pt x="1511" y="1143"/>
                </a:lnTo>
                <a:lnTo>
                  <a:pt x="1510" y="1142"/>
                </a:lnTo>
                <a:lnTo>
                  <a:pt x="1510" y="1141"/>
                </a:lnTo>
                <a:lnTo>
                  <a:pt x="1510" y="1140"/>
                </a:lnTo>
                <a:lnTo>
                  <a:pt x="1512" y="1137"/>
                </a:lnTo>
                <a:lnTo>
                  <a:pt x="1512" y="1136"/>
                </a:lnTo>
                <a:lnTo>
                  <a:pt x="1513" y="1136"/>
                </a:lnTo>
                <a:lnTo>
                  <a:pt x="1513" y="1135"/>
                </a:lnTo>
                <a:lnTo>
                  <a:pt x="1513" y="1134"/>
                </a:lnTo>
                <a:lnTo>
                  <a:pt x="1513" y="1133"/>
                </a:lnTo>
                <a:lnTo>
                  <a:pt x="1513" y="1132"/>
                </a:lnTo>
                <a:lnTo>
                  <a:pt x="1514" y="1131"/>
                </a:lnTo>
                <a:lnTo>
                  <a:pt x="1515" y="1130"/>
                </a:lnTo>
                <a:lnTo>
                  <a:pt x="1515" y="1129"/>
                </a:lnTo>
                <a:lnTo>
                  <a:pt x="1514" y="1128"/>
                </a:lnTo>
                <a:lnTo>
                  <a:pt x="1513" y="1128"/>
                </a:lnTo>
                <a:lnTo>
                  <a:pt x="1512" y="1126"/>
                </a:lnTo>
                <a:lnTo>
                  <a:pt x="1512" y="1125"/>
                </a:lnTo>
                <a:lnTo>
                  <a:pt x="1511" y="1125"/>
                </a:lnTo>
                <a:lnTo>
                  <a:pt x="1510" y="1123"/>
                </a:lnTo>
                <a:lnTo>
                  <a:pt x="1508" y="1122"/>
                </a:lnTo>
                <a:lnTo>
                  <a:pt x="1507" y="1122"/>
                </a:lnTo>
                <a:lnTo>
                  <a:pt x="1506" y="1121"/>
                </a:lnTo>
                <a:lnTo>
                  <a:pt x="1505" y="1120"/>
                </a:lnTo>
                <a:lnTo>
                  <a:pt x="1505" y="1119"/>
                </a:lnTo>
                <a:lnTo>
                  <a:pt x="1505" y="1117"/>
                </a:lnTo>
                <a:lnTo>
                  <a:pt x="1504" y="1116"/>
                </a:lnTo>
                <a:lnTo>
                  <a:pt x="1503" y="1115"/>
                </a:lnTo>
                <a:lnTo>
                  <a:pt x="1502" y="1114"/>
                </a:lnTo>
                <a:lnTo>
                  <a:pt x="1501" y="1113"/>
                </a:lnTo>
                <a:lnTo>
                  <a:pt x="1500" y="1112"/>
                </a:lnTo>
                <a:lnTo>
                  <a:pt x="1501" y="1111"/>
                </a:lnTo>
                <a:lnTo>
                  <a:pt x="1502" y="1109"/>
                </a:lnTo>
                <a:lnTo>
                  <a:pt x="1502" y="1108"/>
                </a:lnTo>
                <a:lnTo>
                  <a:pt x="1502" y="1107"/>
                </a:lnTo>
                <a:lnTo>
                  <a:pt x="1502" y="1106"/>
                </a:lnTo>
                <a:lnTo>
                  <a:pt x="1501" y="1106"/>
                </a:lnTo>
                <a:lnTo>
                  <a:pt x="1501" y="1105"/>
                </a:lnTo>
                <a:lnTo>
                  <a:pt x="1500" y="1104"/>
                </a:lnTo>
                <a:lnTo>
                  <a:pt x="1500" y="1103"/>
                </a:lnTo>
                <a:lnTo>
                  <a:pt x="1500" y="1101"/>
                </a:lnTo>
                <a:lnTo>
                  <a:pt x="1501" y="1101"/>
                </a:lnTo>
                <a:lnTo>
                  <a:pt x="1501" y="1100"/>
                </a:lnTo>
                <a:lnTo>
                  <a:pt x="1500" y="1099"/>
                </a:lnTo>
                <a:lnTo>
                  <a:pt x="1499" y="1098"/>
                </a:lnTo>
                <a:lnTo>
                  <a:pt x="1498" y="1098"/>
                </a:lnTo>
                <a:lnTo>
                  <a:pt x="1497" y="1097"/>
                </a:lnTo>
                <a:lnTo>
                  <a:pt x="1497" y="1096"/>
                </a:lnTo>
                <a:lnTo>
                  <a:pt x="1498" y="1095"/>
                </a:lnTo>
                <a:lnTo>
                  <a:pt x="1497" y="1094"/>
                </a:lnTo>
                <a:lnTo>
                  <a:pt x="1496" y="1094"/>
                </a:lnTo>
                <a:lnTo>
                  <a:pt x="1495" y="1093"/>
                </a:lnTo>
                <a:lnTo>
                  <a:pt x="1495" y="1092"/>
                </a:lnTo>
                <a:lnTo>
                  <a:pt x="1495" y="1091"/>
                </a:lnTo>
                <a:lnTo>
                  <a:pt x="1494" y="1091"/>
                </a:lnTo>
                <a:lnTo>
                  <a:pt x="1493" y="1091"/>
                </a:lnTo>
                <a:lnTo>
                  <a:pt x="1492" y="1091"/>
                </a:lnTo>
                <a:lnTo>
                  <a:pt x="1491" y="1091"/>
                </a:lnTo>
                <a:lnTo>
                  <a:pt x="1490" y="1091"/>
                </a:lnTo>
                <a:lnTo>
                  <a:pt x="1489" y="1091"/>
                </a:lnTo>
                <a:lnTo>
                  <a:pt x="1489" y="1090"/>
                </a:lnTo>
                <a:lnTo>
                  <a:pt x="1488" y="1090"/>
                </a:lnTo>
                <a:lnTo>
                  <a:pt x="1487" y="1091"/>
                </a:lnTo>
                <a:lnTo>
                  <a:pt x="1486" y="1091"/>
                </a:lnTo>
                <a:lnTo>
                  <a:pt x="1485" y="1091"/>
                </a:lnTo>
                <a:lnTo>
                  <a:pt x="1485" y="1092"/>
                </a:lnTo>
                <a:lnTo>
                  <a:pt x="1484" y="1092"/>
                </a:lnTo>
                <a:lnTo>
                  <a:pt x="1483" y="1093"/>
                </a:lnTo>
                <a:lnTo>
                  <a:pt x="1483" y="1094"/>
                </a:lnTo>
                <a:lnTo>
                  <a:pt x="1482" y="1094"/>
                </a:lnTo>
                <a:lnTo>
                  <a:pt x="1481" y="1095"/>
                </a:lnTo>
                <a:lnTo>
                  <a:pt x="1480" y="1095"/>
                </a:lnTo>
                <a:lnTo>
                  <a:pt x="1479" y="1096"/>
                </a:lnTo>
                <a:lnTo>
                  <a:pt x="1478" y="1096"/>
                </a:lnTo>
                <a:lnTo>
                  <a:pt x="1477" y="1098"/>
                </a:lnTo>
                <a:lnTo>
                  <a:pt x="1475" y="1099"/>
                </a:lnTo>
                <a:lnTo>
                  <a:pt x="1475" y="1100"/>
                </a:lnTo>
                <a:lnTo>
                  <a:pt x="1474" y="1100"/>
                </a:lnTo>
                <a:lnTo>
                  <a:pt x="1474" y="1102"/>
                </a:lnTo>
                <a:lnTo>
                  <a:pt x="1473" y="1103"/>
                </a:lnTo>
                <a:lnTo>
                  <a:pt x="1473" y="1104"/>
                </a:lnTo>
                <a:lnTo>
                  <a:pt x="1473" y="1105"/>
                </a:lnTo>
                <a:lnTo>
                  <a:pt x="1473" y="1104"/>
                </a:lnTo>
                <a:lnTo>
                  <a:pt x="1472" y="1104"/>
                </a:lnTo>
                <a:lnTo>
                  <a:pt x="1472" y="1103"/>
                </a:lnTo>
                <a:lnTo>
                  <a:pt x="1471" y="1103"/>
                </a:lnTo>
                <a:lnTo>
                  <a:pt x="1471" y="1104"/>
                </a:lnTo>
                <a:lnTo>
                  <a:pt x="1470" y="1104"/>
                </a:lnTo>
                <a:lnTo>
                  <a:pt x="1469" y="1104"/>
                </a:lnTo>
                <a:lnTo>
                  <a:pt x="1469" y="1105"/>
                </a:lnTo>
                <a:lnTo>
                  <a:pt x="1468" y="1105"/>
                </a:lnTo>
                <a:lnTo>
                  <a:pt x="1467" y="1105"/>
                </a:lnTo>
                <a:lnTo>
                  <a:pt x="1466" y="1105"/>
                </a:lnTo>
                <a:lnTo>
                  <a:pt x="1465" y="1105"/>
                </a:lnTo>
                <a:lnTo>
                  <a:pt x="1465" y="1104"/>
                </a:lnTo>
                <a:lnTo>
                  <a:pt x="1465" y="1103"/>
                </a:lnTo>
                <a:lnTo>
                  <a:pt x="1465" y="1101"/>
                </a:lnTo>
                <a:lnTo>
                  <a:pt x="1465" y="1100"/>
                </a:lnTo>
                <a:lnTo>
                  <a:pt x="1465" y="1099"/>
                </a:lnTo>
                <a:lnTo>
                  <a:pt x="1464" y="1099"/>
                </a:lnTo>
                <a:lnTo>
                  <a:pt x="1463" y="1098"/>
                </a:lnTo>
                <a:lnTo>
                  <a:pt x="1462" y="1097"/>
                </a:lnTo>
                <a:lnTo>
                  <a:pt x="1462" y="1096"/>
                </a:lnTo>
                <a:lnTo>
                  <a:pt x="1461" y="1096"/>
                </a:lnTo>
                <a:lnTo>
                  <a:pt x="1460" y="1096"/>
                </a:lnTo>
                <a:lnTo>
                  <a:pt x="1459" y="1096"/>
                </a:lnTo>
                <a:lnTo>
                  <a:pt x="1459" y="1095"/>
                </a:lnTo>
                <a:lnTo>
                  <a:pt x="1458" y="1095"/>
                </a:lnTo>
                <a:lnTo>
                  <a:pt x="1457" y="1095"/>
                </a:lnTo>
                <a:lnTo>
                  <a:pt x="1456" y="1095"/>
                </a:lnTo>
                <a:lnTo>
                  <a:pt x="1456" y="1094"/>
                </a:lnTo>
                <a:lnTo>
                  <a:pt x="1455" y="1094"/>
                </a:lnTo>
                <a:lnTo>
                  <a:pt x="1454" y="1094"/>
                </a:lnTo>
                <a:lnTo>
                  <a:pt x="1453" y="1094"/>
                </a:lnTo>
                <a:lnTo>
                  <a:pt x="1453" y="1093"/>
                </a:lnTo>
                <a:lnTo>
                  <a:pt x="1452" y="1093"/>
                </a:lnTo>
                <a:lnTo>
                  <a:pt x="1451" y="1093"/>
                </a:lnTo>
                <a:lnTo>
                  <a:pt x="1450" y="1092"/>
                </a:lnTo>
                <a:lnTo>
                  <a:pt x="1449" y="1092"/>
                </a:lnTo>
                <a:lnTo>
                  <a:pt x="1448" y="1091"/>
                </a:lnTo>
                <a:lnTo>
                  <a:pt x="1447" y="1091"/>
                </a:lnTo>
                <a:lnTo>
                  <a:pt x="1447" y="1090"/>
                </a:lnTo>
                <a:lnTo>
                  <a:pt x="1446" y="1090"/>
                </a:lnTo>
                <a:lnTo>
                  <a:pt x="1445" y="1090"/>
                </a:lnTo>
                <a:lnTo>
                  <a:pt x="1444" y="1089"/>
                </a:lnTo>
                <a:lnTo>
                  <a:pt x="1442" y="1089"/>
                </a:lnTo>
                <a:lnTo>
                  <a:pt x="1441" y="1089"/>
                </a:lnTo>
                <a:lnTo>
                  <a:pt x="1441" y="1088"/>
                </a:lnTo>
                <a:lnTo>
                  <a:pt x="1441" y="1086"/>
                </a:lnTo>
                <a:lnTo>
                  <a:pt x="1441" y="1085"/>
                </a:lnTo>
                <a:lnTo>
                  <a:pt x="1442" y="1085"/>
                </a:lnTo>
                <a:lnTo>
                  <a:pt x="1442" y="1084"/>
                </a:lnTo>
                <a:lnTo>
                  <a:pt x="1443" y="1084"/>
                </a:lnTo>
                <a:lnTo>
                  <a:pt x="1443" y="1083"/>
                </a:lnTo>
                <a:lnTo>
                  <a:pt x="1443" y="1082"/>
                </a:lnTo>
                <a:lnTo>
                  <a:pt x="1441" y="1081"/>
                </a:lnTo>
                <a:lnTo>
                  <a:pt x="1441" y="1080"/>
                </a:lnTo>
                <a:lnTo>
                  <a:pt x="1440" y="1080"/>
                </a:lnTo>
                <a:lnTo>
                  <a:pt x="1440" y="1079"/>
                </a:lnTo>
                <a:lnTo>
                  <a:pt x="1439" y="1079"/>
                </a:lnTo>
                <a:lnTo>
                  <a:pt x="1438" y="1078"/>
                </a:lnTo>
                <a:lnTo>
                  <a:pt x="1438" y="1077"/>
                </a:lnTo>
                <a:lnTo>
                  <a:pt x="1437" y="1077"/>
                </a:lnTo>
                <a:lnTo>
                  <a:pt x="1437" y="1076"/>
                </a:lnTo>
                <a:lnTo>
                  <a:pt x="1436" y="1075"/>
                </a:lnTo>
                <a:lnTo>
                  <a:pt x="1436" y="1074"/>
                </a:lnTo>
                <a:lnTo>
                  <a:pt x="1436" y="1073"/>
                </a:lnTo>
                <a:lnTo>
                  <a:pt x="1435" y="1073"/>
                </a:lnTo>
                <a:lnTo>
                  <a:pt x="1435" y="1072"/>
                </a:lnTo>
                <a:lnTo>
                  <a:pt x="1435" y="1071"/>
                </a:lnTo>
                <a:lnTo>
                  <a:pt x="1434" y="1071"/>
                </a:lnTo>
                <a:lnTo>
                  <a:pt x="1434" y="1070"/>
                </a:lnTo>
                <a:lnTo>
                  <a:pt x="1433" y="1070"/>
                </a:lnTo>
                <a:lnTo>
                  <a:pt x="1433" y="1069"/>
                </a:lnTo>
                <a:lnTo>
                  <a:pt x="1432" y="1069"/>
                </a:lnTo>
                <a:lnTo>
                  <a:pt x="1432" y="1068"/>
                </a:lnTo>
                <a:lnTo>
                  <a:pt x="1431" y="1068"/>
                </a:lnTo>
                <a:lnTo>
                  <a:pt x="1431" y="1067"/>
                </a:lnTo>
                <a:lnTo>
                  <a:pt x="1430" y="1067"/>
                </a:lnTo>
                <a:lnTo>
                  <a:pt x="1429" y="1067"/>
                </a:lnTo>
                <a:lnTo>
                  <a:pt x="1428" y="1066"/>
                </a:lnTo>
                <a:lnTo>
                  <a:pt x="1427" y="1066"/>
                </a:lnTo>
                <a:lnTo>
                  <a:pt x="1426" y="1066"/>
                </a:lnTo>
                <a:lnTo>
                  <a:pt x="1425" y="1066"/>
                </a:lnTo>
                <a:lnTo>
                  <a:pt x="1424" y="1066"/>
                </a:lnTo>
                <a:lnTo>
                  <a:pt x="1423" y="1065"/>
                </a:lnTo>
                <a:lnTo>
                  <a:pt x="1422" y="1065"/>
                </a:lnTo>
                <a:lnTo>
                  <a:pt x="1422" y="1064"/>
                </a:lnTo>
                <a:lnTo>
                  <a:pt x="1421" y="1064"/>
                </a:lnTo>
                <a:lnTo>
                  <a:pt x="1421" y="1063"/>
                </a:lnTo>
                <a:lnTo>
                  <a:pt x="1420" y="1063"/>
                </a:lnTo>
                <a:lnTo>
                  <a:pt x="1419" y="1063"/>
                </a:lnTo>
                <a:lnTo>
                  <a:pt x="1419" y="1062"/>
                </a:lnTo>
                <a:lnTo>
                  <a:pt x="1418" y="1062"/>
                </a:lnTo>
                <a:lnTo>
                  <a:pt x="1417" y="1062"/>
                </a:lnTo>
                <a:lnTo>
                  <a:pt x="1417" y="1061"/>
                </a:lnTo>
                <a:lnTo>
                  <a:pt x="1416" y="1061"/>
                </a:lnTo>
                <a:lnTo>
                  <a:pt x="1416" y="1062"/>
                </a:lnTo>
                <a:lnTo>
                  <a:pt x="1415" y="1062"/>
                </a:lnTo>
                <a:lnTo>
                  <a:pt x="1415" y="1061"/>
                </a:lnTo>
                <a:lnTo>
                  <a:pt x="1415" y="1062"/>
                </a:lnTo>
                <a:lnTo>
                  <a:pt x="1414" y="1062"/>
                </a:lnTo>
                <a:lnTo>
                  <a:pt x="1413" y="1062"/>
                </a:lnTo>
                <a:lnTo>
                  <a:pt x="1412" y="1061"/>
                </a:lnTo>
                <a:lnTo>
                  <a:pt x="1412" y="1062"/>
                </a:lnTo>
                <a:lnTo>
                  <a:pt x="1412" y="1061"/>
                </a:lnTo>
                <a:lnTo>
                  <a:pt x="1411" y="1061"/>
                </a:lnTo>
                <a:lnTo>
                  <a:pt x="1410" y="1061"/>
                </a:lnTo>
                <a:lnTo>
                  <a:pt x="1410" y="1060"/>
                </a:lnTo>
                <a:lnTo>
                  <a:pt x="1410" y="1059"/>
                </a:lnTo>
                <a:lnTo>
                  <a:pt x="1409" y="1059"/>
                </a:lnTo>
                <a:lnTo>
                  <a:pt x="1408" y="1059"/>
                </a:lnTo>
                <a:lnTo>
                  <a:pt x="1407" y="1059"/>
                </a:lnTo>
                <a:lnTo>
                  <a:pt x="1407" y="1060"/>
                </a:lnTo>
                <a:lnTo>
                  <a:pt x="1406" y="1060"/>
                </a:lnTo>
                <a:lnTo>
                  <a:pt x="1407" y="1060"/>
                </a:lnTo>
                <a:lnTo>
                  <a:pt x="1406" y="1060"/>
                </a:lnTo>
                <a:lnTo>
                  <a:pt x="1406" y="1061"/>
                </a:lnTo>
                <a:lnTo>
                  <a:pt x="1405" y="1061"/>
                </a:lnTo>
                <a:lnTo>
                  <a:pt x="1405" y="1062"/>
                </a:lnTo>
                <a:lnTo>
                  <a:pt x="1404" y="1063"/>
                </a:lnTo>
                <a:lnTo>
                  <a:pt x="1403" y="1063"/>
                </a:lnTo>
                <a:lnTo>
                  <a:pt x="1402" y="1063"/>
                </a:lnTo>
                <a:lnTo>
                  <a:pt x="1402" y="1064"/>
                </a:lnTo>
                <a:lnTo>
                  <a:pt x="1401" y="1064"/>
                </a:lnTo>
                <a:lnTo>
                  <a:pt x="1401" y="1066"/>
                </a:lnTo>
                <a:lnTo>
                  <a:pt x="1400" y="1066"/>
                </a:lnTo>
                <a:lnTo>
                  <a:pt x="1400" y="1067"/>
                </a:lnTo>
                <a:lnTo>
                  <a:pt x="1399" y="1067"/>
                </a:lnTo>
                <a:lnTo>
                  <a:pt x="1398" y="1067"/>
                </a:lnTo>
                <a:lnTo>
                  <a:pt x="1398" y="1068"/>
                </a:lnTo>
                <a:lnTo>
                  <a:pt x="1397" y="1068"/>
                </a:lnTo>
                <a:lnTo>
                  <a:pt x="1397" y="1069"/>
                </a:lnTo>
                <a:lnTo>
                  <a:pt x="1397" y="1070"/>
                </a:lnTo>
                <a:lnTo>
                  <a:pt x="1397" y="1071"/>
                </a:lnTo>
                <a:lnTo>
                  <a:pt x="1396" y="1071"/>
                </a:lnTo>
                <a:lnTo>
                  <a:pt x="1396" y="1072"/>
                </a:lnTo>
                <a:lnTo>
                  <a:pt x="1397" y="1072"/>
                </a:lnTo>
                <a:lnTo>
                  <a:pt x="1397" y="1073"/>
                </a:lnTo>
                <a:lnTo>
                  <a:pt x="1396" y="1073"/>
                </a:lnTo>
                <a:lnTo>
                  <a:pt x="1395" y="1073"/>
                </a:lnTo>
                <a:lnTo>
                  <a:pt x="1395" y="1074"/>
                </a:lnTo>
                <a:lnTo>
                  <a:pt x="1394" y="1074"/>
                </a:lnTo>
                <a:lnTo>
                  <a:pt x="1393" y="1074"/>
                </a:lnTo>
                <a:lnTo>
                  <a:pt x="1392" y="1074"/>
                </a:lnTo>
                <a:lnTo>
                  <a:pt x="1392" y="1073"/>
                </a:lnTo>
                <a:lnTo>
                  <a:pt x="1392" y="1072"/>
                </a:lnTo>
                <a:lnTo>
                  <a:pt x="1391" y="1073"/>
                </a:lnTo>
                <a:lnTo>
                  <a:pt x="1391" y="1072"/>
                </a:lnTo>
                <a:lnTo>
                  <a:pt x="1390" y="1072"/>
                </a:lnTo>
                <a:lnTo>
                  <a:pt x="1390" y="1071"/>
                </a:lnTo>
                <a:lnTo>
                  <a:pt x="1389" y="1071"/>
                </a:lnTo>
                <a:lnTo>
                  <a:pt x="1389" y="1070"/>
                </a:lnTo>
                <a:lnTo>
                  <a:pt x="1388" y="1070"/>
                </a:lnTo>
                <a:lnTo>
                  <a:pt x="1387" y="1070"/>
                </a:lnTo>
                <a:lnTo>
                  <a:pt x="1386" y="1070"/>
                </a:lnTo>
                <a:lnTo>
                  <a:pt x="1386" y="1069"/>
                </a:lnTo>
                <a:lnTo>
                  <a:pt x="1385" y="1069"/>
                </a:lnTo>
                <a:lnTo>
                  <a:pt x="1385" y="1068"/>
                </a:lnTo>
                <a:lnTo>
                  <a:pt x="1385" y="1067"/>
                </a:lnTo>
                <a:lnTo>
                  <a:pt x="1383" y="1067"/>
                </a:lnTo>
                <a:lnTo>
                  <a:pt x="1383" y="1066"/>
                </a:lnTo>
                <a:lnTo>
                  <a:pt x="1382" y="1066"/>
                </a:lnTo>
                <a:lnTo>
                  <a:pt x="1382" y="1065"/>
                </a:lnTo>
                <a:lnTo>
                  <a:pt x="1381" y="1065"/>
                </a:lnTo>
                <a:lnTo>
                  <a:pt x="1381" y="1064"/>
                </a:lnTo>
                <a:lnTo>
                  <a:pt x="1381" y="1065"/>
                </a:lnTo>
                <a:lnTo>
                  <a:pt x="1380" y="1065"/>
                </a:lnTo>
                <a:lnTo>
                  <a:pt x="1379" y="1065"/>
                </a:lnTo>
                <a:lnTo>
                  <a:pt x="1378" y="1065"/>
                </a:lnTo>
                <a:lnTo>
                  <a:pt x="1377" y="1064"/>
                </a:lnTo>
                <a:lnTo>
                  <a:pt x="1376" y="1064"/>
                </a:lnTo>
                <a:lnTo>
                  <a:pt x="1376" y="1063"/>
                </a:lnTo>
                <a:lnTo>
                  <a:pt x="1375" y="1063"/>
                </a:lnTo>
                <a:lnTo>
                  <a:pt x="1374" y="1063"/>
                </a:lnTo>
                <a:lnTo>
                  <a:pt x="1373" y="1063"/>
                </a:lnTo>
                <a:lnTo>
                  <a:pt x="1372" y="1062"/>
                </a:lnTo>
                <a:lnTo>
                  <a:pt x="1371" y="1062"/>
                </a:lnTo>
                <a:lnTo>
                  <a:pt x="1369" y="1062"/>
                </a:lnTo>
                <a:lnTo>
                  <a:pt x="1369" y="1061"/>
                </a:lnTo>
                <a:lnTo>
                  <a:pt x="1368" y="1061"/>
                </a:lnTo>
                <a:lnTo>
                  <a:pt x="1368" y="1060"/>
                </a:lnTo>
                <a:lnTo>
                  <a:pt x="1367" y="1060"/>
                </a:lnTo>
                <a:lnTo>
                  <a:pt x="1366" y="1060"/>
                </a:lnTo>
                <a:lnTo>
                  <a:pt x="1366" y="1059"/>
                </a:lnTo>
                <a:lnTo>
                  <a:pt x="1365" y="1059"/>
                </a:lnTo>
                <a:lnTo>
                  <a:pt x="1365" y="1058"/>
                </a:lnTo>
                <a:lnTo>
                  <a:pt x="1364" y="1057"/>
                </a:lnTo>
                <a:lnTo>
                  <a:pt x="1363" y="1057"/>
                </a:lnTo>
                <a:lnTo>
                  <a:pt x="1362" y="1057"/>
                </a:lnTo>
                <a:lnTo>
                  <a:pt x="1363" y="1057"/>
                </a:lnTo>
                <a:lnTo>
                  <a:pt x="1363" y="1056"/>
                </a:lnTo>
                <a:lnTo>
                  <a:pt x="1362" y="1056"/>
                </a:lnTo>
                <a:lnTo>
                  <a:pt x="1362" y="1055"/>
                </a:lnTo>
                <a:lnTo>
                  <a:pt x="1361" y="1055"/>
                </a:lnTo>
                <a:lnTo>
                  <a:pt x="1362" y="1055"/>
                </a:lnTo>
                <a:lnTo>
                  <a:pt x="1362" y="1054"/>
                </a:lnTo>
                <a:lnTo>
                  <a:pt x="1362" y="1053"/>
                </a:lnTo>
                <a:lnTo>
                  <a:pt x="1362" y="1052"/>
                </a:lnTo>
                <a:lnTo>
                  <a:pt x="1362" y="1051"/>
                </a:lnTo>
                <a:lnTo>
                  <a:pt x="1361" y="1051"/>
                </a:lnTo>
                <a:lnTo>
                  <a:pt x="1360" y="1051"/>
                </a:lnTo>
                <a:lnTo>
                  <a:pt x="1360" y="1050"/>
                </a:lnTo>
                <a:lnTo>
                  <a:pt x="1359" y="1050"/>
                </a:lnTo>
                <a:lnTo>
                  <a:pt x="1359" y="1049"/>
                </a:lnTo>
                <a:lnTo>
                  <a:pt x="1359" y="1048"/>
                </a:lnTo>
                <a:lnTo>
                  <a:pt x="1358" y="1047"/>
                </a:lnTo>
                <a:lnTo>
                  <a:pt x="1357" y="1047"/>
                </a:lnTo>
                <a:lnTo>
                  <a:pt x="1356" y="1047"/>
                </a:lnTo>
                <a:lnTo>
                  <a:pt x="1356" y="1046"/>
                </a:lnTo>
                <a:lnTo>
                  <a:pt x="1356" y="1045"/>
                </a:lnTo>
                <a:lnTo>
                  <a:pt x="1356" y="1044"/>
                </a:lnTo>
                <a:lnTo>
                  <a:pt x="1356" y="1043"/>
                </a:lnTo>
                <a:lnTo>
                  <a:pt x="1355" y="1042"/>
                </a:lnTo>
                <a:lnTo>
                  <a:pt x="1355" y="1041"/>
                </a:lnTo>
                <a:lnTo>
                  <a:pt x="1354" y="1041"/>
                </a:lnTo>
                <a:lnTo>
                  <a:pt x="1354" y="1040"/>
                </a:lnTo>
                <a:lnTo>
                  <a:pt x="1354" y="1041"/>
                </a:lnTo>
                <a:lnTo>
                  <a:pt x="1353" y="1041"/>
                </a:lnTo>
                <a:lnTo>
                  <a:pt x="1353" y="1042"/>
                </a:lnTo>
                <a:lnTo>
                  <a:pt x="1352" y="1042"/>
                </a:lnTo>
                <a:lnTo>
                  <a:pt x="1351" y="1041"/>
                </a:lnTo>
                <a:lnTo>
                  <a:pt x="1350" y="1041"/>
                </a:lnTo>
                <a:lnTo>
                  <a:pt x="1349" y="1040"/>
                </a:lnTo>
                <a:lnTo>
                  <a:pt x="1348" y="1040"/>
                </a:lnTo>
                <a:lnTo>
                  <a:pt x="1348" y="1039"/>
                </a:lnTo>
                <a:lnTo>
                  <a:pt x="1348" y="1038"/>
                </a:lnTo>
                <a:lnTo>
                  <a:pt x="1347" y="1038"/>
                </a:lnTo>
                <a:lnTo>
                  <a:pt x="1347" y="1037"/>
                </a:lnTo>
                <a:lnTo>
                  <a:pt x="1346" y="1037"/>
                </a:lnTo>
                <a:lnTo>
                  <a:pt x="1346" y="1036"/>
                </a:lnTo>
                <a:lnTo>
                  <a:pt x="1345" y="1036"/>
                </a:lnTo>
                <a:lnTo>
                  <a:pt x="1345" y="1035"/>
                </a:lnTo>
                <a:lnTo>
                  <a:pt x="1344" y="1035"/>
                </a:lnTo>
                <a:lnTo>
                  <a:pt x="1344" y="1034"/>
                </a:lnTo>
                <a:lnTo>
                  <a:pt x="1343" y="1034"/>
                </a:lnTo>
                <a:lnTo>
                  <a:pt x="1342" y="1034"/>
                </a:lnTo>
                <a:lnTo>
                  <a:pt x="1341" y="1034"/>
                </a:lnTo>
                <a:lnTo>
                  <a:pt x="1340" y="1033"/>
                </a:lnTo>
                <a:lnTo>
                  <a:pt x="1340" y="1032"/>
                </a:lnTo>
                <a:lnTo>
                  <a:pt x="1339" y="1032"/>
                </a:lnTo>
                <a:lnTo>
                  <a:pt x="1339" y="1031"/>
                </a:lnTo>
                <a:lnTo>
                  <a:pt x="1338" y="1031"/>
                </a:lnTo>
                <a:lnTo>
                  <a:pt x="1338" y="1030"/>
                </a:lnTo>
                <a:lnTo>
                  <a:pt x="1337" y="1030"/>
                </a:lnTo>
                <a:lnTo>
                  <a:pt x="1337" y="1029"/>
                </a:lnTo>
                <a:lnTo>
                  <a:pt x="1336" y="1029"/>
                </a:lnTo>
                <a:lnTo>
                  <a:pt x="1336" y="1028"/>
                </a:lnTo>
                <a:lnTo>
                  <a:pt x="1335" y="1028"/>
                </a:lnTo>
                <a:lnTo>
                  <a:pt x="1335" y="1027"/>
                </a:lnTo>
                <a:lnTo>
                  <a:pt x="1334" y="1027"/>
                </a:lnTo>
                <a:lnTo>
                  <a:pt x="1333" y="1027"/>
                </a:lnTo>
                <a:lnTo>
                  <a:pt x="1333" y="1026"/>
                </a:lnTo>
                <a:lnTo>
                  <a:pt x="1332" y="1026"/>
                </a:lnTo>
                <a:lnTo>
                  <a:pt x="1332" y="1027"/>
                </a:lnTo>
                <a:lnTo>
                  <a:pt x="1331" y="1027"/>
                </a:lnTo>
                <a:lnTo>
                  <a:pt x="1330" y="1027"/>
                </a:lnTo>
                <a:lnTo>
                  <a:pt x="1330" y="1028"/>
                </a:lnTo>
                <a:lnTo>
                  <a:pt x="1329" y="1028"/>
                </a:lnTo>
                <a:lnTo>
                  <a:pt x="1329" y="1027"/>
                </a:lnTo>
                <a:lnTo>
                  <a:pt x="1328" y="1027"/>
                </a:lnTo>
                <a:lnTo>
                  <a:pt x="1327" y="1027"/>
                </a:lnTo>
                <a:lnTo>
                  <a:pt x="1326" y="1027"/>
                </a:lnTo>
                <a:lnTo>
                  <a:pt x="1326" y="1028"/>
                </a:lnTo>
                <a:lnTo>
                  <a:pt x="1325" y="1028"/>
                </a:lnTo>
                <a:lnTo>
                  <a:pt x="1324" y="1027"/>
                </a:lnTo>
                <a:lnTo>
                  <a:pt x="1323" y="1027"/>
                </a:lnTo>
                <a:lnTo>
                  <a:pt x="1323" y="1026"/>
                </a:lnTo>
                <a:lnTo>
                  <a:pt x="1322" y="1025"/>
                </a:lnTo>
                <a:lnTo>
                  <a:pt x="1322" y="1024"/>
                </a:lnTo>
                <a:lnTo>
                  <a:pt x="1322" y="1023"/>
                </a:lnTo>
                <a:lnTo>
                  <a:pt x="1323" y="1023"/>
                </a:lnTo>
                <a:lnTo>
                  <a:pt x="1323" y="1022"/>
                </a:lnTo>
                <a:lnTo>
                  <a:pt x="1322" y="1022"/>
                </a:lnTo>
                <a:lnTo>
                  <a:pt x="1322" y="1021"/>
                </a:lnTo>
                <a:lnTo>
                  <a:pt x="1321" y="1021"/>
                </a:lnTo>
                <a:lnTo>
                  <a:pt x="1321" y="1020"/>
                </a:lnTo>
                <a:lnTo>
                  <a:pt x="1321" y="1018"/>
                </a:lnTo>
                <a:lnTo>
                  <a:pt x="1321" y="1017"/>
                </a:lnTo>
                <a:lnTo>
                  <a:pt x="1322" y="1016"/>
                </a:lnTo>
                <a:lnTo>
                  <a:pt x="1323" y="1015"/>
                </a:lnTo>
                <a:lnTo>
                  <a:pt x="1325" y="1011"/>
                </a:lnTo>
                <a:lnTo>
                  <a:pt x="1326" y="1011"/>
                </a:lnTo>
                <a:lnTo>
                  <a:pt x="1327" y="1011"/>
                </a:lnTo>
                <a:lnTo>
                  <a:pt x="1327" y="1010"/>
                </a:lnTo>
                <a:lnTo>
                  <a:pt x="1327" y="1009"/>
                </a:lnTo>
                <a:lnTo>
                  <a:pt x="1327" y="1007"/>
                </a:lnTo>
                <a:lnTo>
                  <a:pt x="1327" y="1006"/>
                </a:lnTo>
                <a:lnTo>
                  <a:pt x="1326" y="1005"/>
                </a:lnTo>
                <a:lnTo>
                  <a:pt x="1326" y="1004"/>
                </a:lnTo>
                <a:lnTo>
                  <a:pt x="1326" y="1003"/>
                </a:lnTo>
                <a:lnTo>
                  <a:pt x="1327" y="1001"/>
                </a:lnTo>
                <a:lnTo>
                  <a:pt x="1327" y="1000"/>
                </a:lnTo>
                <a:lnTo>
                  <a:pt x="1328" y="999"/>
                </a:lnTo>
                <a:lnTo>
                  <a:pt x="1328" y="998"/>
                </a:lnTo>
                <a:lnTo>
                  <a:pt x="1328" y="997"/>
                </a:lnTo>
                <a:lnTo>
                  <a:pt x="1329" y="997"/>
                </a:lnTo>
                <a:lnTo>
                  <a:pt x="1330" y="996"/>
                </a:lnTo>
                <a:lnTo>
                  <a:pt x="1330" y="995"/>
                </a:lnTo>
                <a:lnTo>
                  <a:pt x="1329" y="994"/>
                </a:lnTo>
                <a:lnTo>
                  <a:pt x="1329" y="993"/>
                </a:lnTo>
                <a:lnTo>
                  <a:pt x="1328" y="993"/>
                </a:lnTo>
                <a:lnTo>
                  <a:pt x="1328" y="992"/>
                </a:lnTo>
                <a:lnTo>
                  <a:pt x="1327" y="992"/>
                </a:lnTo>
                <a:lnTo>
                  <a:pt x="1326" y="992"/>
                </a:lnTo>
                <a:lnTo>
                  <a:pt x="1326" y="991"/>
                </a:lnTo>
                <a:lnTo>
                  <a:pt x="1325" y="991"/>
                </a:lnTo>
                <a:lnTo>
                  <a:pt x="1324" y="991"/>
                </a:lnTo>
                <a:lnTo>
                  <a:pt x="1323" y="992"/>
                </a:lnTo>
                <a:lnTo>
                  <a:pt x="1323" y="993"/>
                </a:lnTo>
                <a:lnTo>
                  <a:pt x="1322" y="993"/>
                </a:lnTo>
                <a:lnTo>
                  <a:pt x="1321" y="994"/>
                </a:lnTo>
                <a:lnTo>
                  <a:pt x="1321" y="995"/>
                </a:lnTo>
                <a:lnTo>
                  <a:pt x="1320" y="995"/>
                </a:lnTo>
                <a:lnTo>
                  <a:pt x="1319" y="995"/>
                </a:lnTo>
                <a:lnTo>
                  <a:pt x="1319" y="996"/>
                </a:lnTo>
                <a:lnTo>
                  <a:pt x="1318" y="996"/>
                </a:lnTo>
                <a:lnTo>
                  <a:pt x="1318" y="997"/>
                </a:lnTo>
                <a:lnTo>
                  <a:pt x="1317" y="997"/>
                </a:lnTo>
                <a:lnTo>
                  <a:pt x="1316" y="997"/>
                </a:lnTo>
                <a:lnTo>
                  <a:pt x="1315" y="997"/>
                </a:lnTo>
                <a:lnTo>
                  <a:pt x="1315" y="996"/>
                </a:lnTo>
                <a:lnTo>
                  <a:pt x="1314" y="996"/>
                </a:lnTo>
                <a:lnTo>
                  <a:pt x="1313" y="996"/>
                </a:lnTo>
                <a:lnTo>
                  <a:pt x="1313" y="995"/>
                </a:lnTo>
                <a:lnTo>
                  <a:pt x="1312" y="995"/>
                </a:lnTo>
                <a:lnTo>
                  <a:pt x="1312" y="994"/>
                </a:lnTo>
                <a:lnTo>
                  <a:pt x="1311" y="994"/>
                </a:lnTo>
                <a:lnTo>
                  <a:pt x="1311" y="993"/>
                </a:lnTo>
                <a:lnTo>
                  <a:pt x="1311" y="992"/>
                </a:lnTo>
                <a:lnTo>
                  <a:pt x="1310" y="992"/>
                </a:lnTo>
                <a:lnTo>
                  <a:pt x="1310" y="991"/>
                </a:lnTo>
                <a:lnTo>
                  <a:pt x="1310" y="990"/>
                </a:lnTo>
                <a:lnTo>
                  <a:pt x="1309" y="989"/>
                </a:lnTo>
                <a:lnTo>
                  <a:pt x="1308" y="989"/>
                </a:lnTo>
                <a:lnTo>
                  <a:pt x="1308" y="988"/>
                </a:lnTo>
                <a:lnTo>
                  <a:pt x="1307" y="988"/>
                </a:lnTo>
                <a:lnTo>
                  <a:pt x="1307" y="987"/>
                </a:lnTo>
                <a:lnTo>
                  <a:pt x="1307" y="986"/>
                </a:lnTo>
                <a:lnTo>
                  <a:pt x="1306" y="986"/>
                </a:lnTo>
                <a:lnTo>
                  <a:pt x="1307" y="986"/>
                </a:lnTo>
                <a:lnTo>
                  <a:pt x="1307" y="985"/>
                </a:lnTo>
                <a:lnTo>
                  <a:pt x="1306" y="985"/>
                </a:lnTo>
                <a:lnTo>
                  <a:pt x="1305" y="985"/>
                </a:lnTo>
                <a:lnTo>
                  <a:pt x="1305" y="984"/>
                </a:lnTo>
                <a:lnTo>
                  <a:pt x="1305" y="983"/>
                </a:lnTo>
                <a:lnTo>
                  <a:pt x="1305" y="982"/>
                </a:lnTo>
                <a:lnTo>
                  <a:pt x="1304" y="982"/>
                </a:lnTo>
                <a:lnTo>
                  <a:pt x="1304" y="981"/>
                </a:lnTo>
                <a:lnTo>
                  <a:pt x="1303" y="980"/>
                </a:lnTo>
                <a:lnTo>
                  <a:pt x="1303" y="979"/>
                </a:lnTo>
                <a:lnTo>
                  <a:pt x="1302" y="979"/>
                </a:lnTo>
                <a:lnTo>
                  <a:pt x="1302" y="978"/>
                </a:lnTo>
                <a:lnTo>
                  <a:pt x="1301" y="977"/>
                </a:lnTo>
                <a:lnTo>
                  <a:pt x="1300" y="977"/>
                </a:lnTo>
                <a:lnTo>
                  <a:pt x="1300" y="978"/>
                </a:lnTo>
                <a:lnTo>
                  <a:pt x="1299" y="978"/>
                </a:lnTo>
                <a:lnTo>
                  <a:pt x="1299" y="977"/>
                </a:lnTo>
                <a:lnTo>
                  <a:pt x="1299" y="976"/>
                </a:lnTo>
                <a:lnTo>
                  <a:pt x="1298" y="976"/>
                </a:lnTo>
                <a:lnTo>
                  <a:pt x="1297" y="976"/>
                </a:lnTo>
                <a:lnTo>
                  <a:pt x="1297" y="975"/>
                </a:lnTo>
                <a:lnTo>
                  <a:pt x="1296" y="975"/>
                </a:lnTo>
                <a:lnTo>
                  <a:pt x="1296" y="974"/>
                </a:lnTo>
                <a:lnTo>
                  <a:pt x="1295" y="974"/>
                </a:lnTo>
                <a:lnTo>
                  <a:pt x="1295" y="975"/>
                </a:lnTo>
                <a:lnTo>
                  <a:pt x="1294" y="975"/>
                </a:lnTo>
                <a:lnTo>
                  <a:pt x="1292" y="975"/>
                </a:lnTo>
                <a:lnTo>
                  <a:pt x="1291" y="975"/>
                </a:lnTo>
                <a:lnTo>
                  <a:pt x="1291" y="974"/>
                </a:lnTo>
                <a:lnTo>
                  <a:pt x="1290" y="974"/>
                </a:lnTo>
                <a:lnTo>
                  <a:pt x="1289" y="973"/>
                </a:lnTo>
                <a:lnTo>
                  <a:pt x="1288" y="973"/>
                </a:lnTo>
                <a:lnTo>
                  <a:pt x="1287" y="973"/>
                </a:lnTo>
                <a:lnTo>
                  <a:pt x="1286" y="973"/>
                </a:lnTo>
                <a:lnTo>
                  <a:pt x="1286" y="972"/>
                </a:lnTo>
                <a:lnTo>
                  <a:pt x="1285" y="972"/>
                </a:lnTo>
                <a:lnTo>
                  <a:pt x="1284" y="972"/>
                </a:lnTo>
                <a:lnTo>
                  <a:pt x="1283" y="972"/>
                </a:lnTo>
                <a:lnTo>
                  <a:pt x="1283" y="971"/>
                </a:lnTo>
                <a:lnTo>
                  <a:pt x="1282" y="971"/>
                </a:lnTo>
                <a:lnTo>
                  <a:pt x="1281" y="971"/>
                </a:lnTo>
                <a:lnTo>
                  <a:pt x="1280" y="971"/>
                </a:lnTo>
                <a:lnTo>
                  <a:pt x="1279" y="972"/>
                </a:lnTo>
                <a:lnTo>
                  <a:pt x="1278" y="973"/>
                </a:lnTo>
                <a:lnTo>
                  <a:pt x="1277" y="973"/>
                </a:lnTo>
                <a:lnTo>
                  <a:pt x="1277" y="974"/>
                </a:lnTo>
                <a:lnTo>
                  <a:pt x="1277" y="975"/>
                </a:lnTo>
                <a:lnTo>
                  <a:pt x="1277" y="976"/>
                </a:lnTo>
                <a:lnTo>
                  <a:pt x="1277" y="975"/>
                </a:lnTo>
                <a:lnTo>
                  <a:pt x="1276" y="975"/>
                </a:lnTo>
                <a:lnTo>
                  <a:pt x="1275" y="975"/>
                </a:lnTo>
                <a:lnTo>
                  <a:pt x="1274" y="974"/>
                </a:lnTo>
                <a:lnTo>
                  <a:pt x="1273" y="974"/>
                </a:lnTo>
                <a:lnTo>
                  <a:pt x="1272" y="974"/>
                </a:lnTo>
                <a:lnTo>
                  <a:pt x="1271" y="974"/>
                </a:lnTo>
                <a:lnTo>
                  <a:pt x="1270" y="974"/>
                </a:lnTo>
                <a:lnTo>
                  <a:pt x="1269" y="974"/>
                </a:lnTo>
                <a:lnTo>
                  <a:pt x="1269" y="975"/>
                </a:lnTo>
                <a:lnTo>
                  <a:pt x="1269" y="974"/>
                </a:lnTo>
                <a:lnTo>
                  <a:pt x="1268" y="974"/>
                </a:lnTo>
                <a:lnTo>
                  <a:pt x="1268" y="973"/>
                </a:lnTo>
                <a:lnTo>
                  <a:pt x="1268" y="972"/>
                </a:lnTo>
                <a:lnTo>
                  <a:pt x="1267" y="972"/>
                </a:lnTo>
                <a:lnTo>
                  <a:pt x="1267" y="971"/>
                </a:lnTo>
                <a:lnTo>
                  <a:pt x="1266" y="971"/>
                </a:lnTo>
                <a:lnTo>
                  <a:pt x="1265" y="970"/>
                </a:lnTo>
                <a:lnTo>
                  <a:pt x="1265" y="969"/>
                </a:lnTo>
                <a:lnTo>
                  <a:pt x="1265" y="968"/>
                </a:lnTo>
                <a:lnTo>
                  <a:pt x="1264" y="968"/>
                </a:lnTo>
                <a:lnTo>
                  <a:pt x="1264" y="969"/>
                </a:lnTo>
                <a:lnTo>
                  <a:pt x="1263" y="969"/>
                </a:lnTo>
                <a:lnTo>
                  <a:pt x="1262" y="969"/>
                </a:lnTo>
                <a:lnTo>
                  <a:pt x="1261" y="969"/>
                </a:lnTo>
                <a:lnTo>
                  <a:pt x="1261" y="968"/>
                </a:lnTo>
                <a:lnTo>
                  <a:pt x="1261" y="967"/>
                </a:lnTo>
                <a:lnTo>
                  <a:pt x="1260" y="967"/>
                </a:lnTo>
                <a:lnTo>
                  <a:pt x="1259" y="967"/>
                </a:lnTo>
                <a:lnTo>
                  <a:pt x="1259" y="966"/>
                </a:lnTo>
                <a:lnTo>
                  <a:pt x="1259" y="965"/>
                </a:lnTo>
                <a:lnTo>
                  <a:pt x="1258" y="965"/>
                </a:lnTo>
                <a:lnTo>
                  <a:pt x="1258" y="966"/>
                </a:lnTo>
                <a:lnTo>
                  <a:pt x="1257" y="967"/>
                </a:lnTo>
                <a:lnTo>
                  <a:pt x="1257" y="968"/>
                </a:lnTo>
                <a:lnTo>
                  <a:pt x="1257" y="969"/>
                </a:lnTo>
                <a:lnTo>
                  <a:pt x="1256" y="969"/>
                </a:lnTo>
                <a:lnTo>
                  <a:pt x="1256" y="970"/>
                </a:lnTo>
                <a:lnTo>
                  <a:pt x="1255" y="970"/>
                </a:lnTo>
                <a:lnTo>
                  <a:pt x="1254" y="970"/>
                </a:lnTo>
                <a:lnTo>
                  <a:pt x="1253" y="969"/>
                </a:lnTo>
                <a:lnTo>
                  <a:pt x="1252" y="969"/>
                </a:lnTo>
                <a:lnTo>
                  <a:pt x="1251" y="969"/>
                </a:lnTo>
                <a:lnTo>
                  <a:pt x="1251" y="968"/>
                </a:lnTo>
                <a:lnTo>
                  <a:pt x="1251" y="967"/>
                </a:lnTo>
                <a:lnTo>
                  <a:pt x="1252" y="967"/>
                </a:lnTo>
                <a:lnTo>
                  <a:pt x="1252" y="966"/>
                </a:lnTo>
                <a:lnTo>
                  <a:pt x="1251" y="966"/>
                </a:lnTo>
                <a:lnTo>
                  <a:pt x="1251" y="965"/>
                </a:lnTo>
                <a:lnTo>
                  <a:pt x="1252" y="965"/>
                </a:lnTo>
                <a:lnTo>
                  <a:pt x="1252" y="964"/>
                </a:lnTo>
                <a:lnTo>
                  <a:pt x="1252" y="963"/>
                </a:lnTo>
                <a:lnTo>
                  <a:pt x="1252" y="962"/>
                </a:lnTo>
                <a:lnTo>
                  <a:pt x="1251" y="962"/>
                </a:lnTo>
                <a:lnTo>
                  <a:pt x="1251" y="963"/>
                </a:lnTo>
                <a:lnTo>
                  <a:pt x="1251" y="962"/>
                </a:lnTo>
                <a:lnTo>
                  <a:pt x="1250" y="962"/>
                </a:lnTo>
                <a:lnTo>
                  <a:pt x="1250" y="961"/>
                </a:lnTo>
                <a:lnTo>
                  <a:pt x="1249" y="961"/>
                </a:lnTo>
                <a:lnTo>
                  <a:pt x="1248" y="962"/>
                </a:lnTo>
                <a:lnTo>
                  <a:pt x="1247" y="963"/>
                </a:lnTo>
                <a:lnTo>
                  <a:pt x="1246" y="963"/>
                </a:lnTo>
                <a:lnTo>
                  <a:pt x="1246" y="964"/>
                </a:lnTo>
                <a:lnTo>
                  <a:pt x="1245" y="964"/>
                </a:lnTo>
                <a:lnTo>
                  <a:pt x="1245" y="963"/>
                </a:lnTo>
                <a:lnTo>
                  <a:pt x="1244" y="963"/>
                </a:lnTo>
                <a:lnTo>
                  <a:pt x="1243" y="963"/>
                </a:lnTo>
                <a:lnTo>
                  <a:pt x="1243" y="962"/>
                </a:lnTo>
                <a:lnTo>
                  <a:pt x="1244" y="961"/>
                </a:lnTo>
                <a:lnTo>
                  <a:pt x="1243" y="961"/>
                </a:lnTo>
                <a:lnTo>
                  <a:pt x="1242" y="960"/>
                </a:lnTo>
                <a:lnTo>
                  <a:pt x="1240" y="960"/>
                </a:lnTo>
                <a:lnTo>
                  <a:pt x="1240" y="961"/>
                </a:lnTo>
                <a:lnTo>
                  <a:pt x="1240" y="960"/>
                </a:lnTo>
                <a:lnTo>
                  <a:pt x="1239" y="959"/>
                </a:lnTo>
                <a:lnTo>
                  <a:pt x="1239" y="960"/>
                </a:lnTo>
                <a:lnTo>
                  <a:pt x="1238" y="960"/>
                </a:lnTo>
                <a:lnTo>
                  <a:pt x="1238" y="959"/>
                </a:lnTo>
                <a:lnTo>
                  <a:pt x="1237" y="958"/>
                </a:lnTo>
                <a:lnTo>
                  <a:pt x="1236" y="958"/>
                </a:lnTo>
                <a:lnTo>
                  <a:pt x="1236" y="957"/>
                </a:lnTo>
                <a:lnTo>
                  <a:pt x="1235" y="957"/>
                </a:lnTo>
                <a:lnTo>
                  <a:pt x="1234" y="957"/>
                </a:lnTo>
                <a:lnTo>
                  <a:pt x="1234" y="956"/>
                </a:lnTo>
                <a:lnTo>
                  <a:pt x="1234" y="955"/>
                </a:lnTo>
                <a:lnTo>
                  <a:pt x="1235" y="955"/>
                </a:lnTo>
                <a:lnTo>
                  <a:pt x="1235" y="954"/>
                </a:lnTo>
                <a:lnTo>
                  <a:pt x="1236" y="954"/>
                </a:lnTo>
                <a:lnTo>
                  <a:pt x="1236" y="953"/>
                </a:lnTo>
                <a:lnTo>
                  <a:pt x="1235" y="952"/>
                </a:lnTo>
                <a:lnTo>
                  <a:pt x="1235" y="951"/>
                </a:lnTo>
                <a:lnTo>
                  <a:pt x="1235" y="950"/>
                </a:lnTo>
                <a:lnTo>
                  <a:pt x="1234" y="950"/>
                </a:lnTo>
                <a:lnTo>
                  <a:pt x="1234" y="949"/>
                </a:lnTo>
                <a:lnTo>
                  <a:pt x="1234" y="948"/>
                </a:lnTo>
                <a:lnTo>
                  <a:pt x="1234" y="947"/>
                </a:lnTo>
                <a:lnTo>
                  <a:pt x="1233" y="947"/>
                </a:lnTo>
                <a:lnTo>
                  <a:pt x="1233" y="946"/>
                </a:lnTo>
                <a:lnTo>
                  <a:pt x="1232" y="946"/>
                </a:lnTo>
                <a:lnTo>
                  <a:pt x="1232" y="945"/>
                </a:lnTo>
                <a:lnTo>
                  <a:pt x="1232" y="944"/>
                </a:lnTo>
                <a:lnTo>
                  <a:pt x="1232" y="943"/>
                </a:lnTo>
                <a:lnTo>
                  <a:pt x="1231" y="943"/>
                </a:lnTo>
                <a:lnTo>
                  <a:pt x="1231" y="944"/>
                </a:lnTo>
                <a:lnTo>
                  <a:pt x="1230" y="944"/>
                </a:lnTo>
                <a:lnTo>
                  <a:pt x="1230" y="945"/>
                </a:lnTo>
                <a:lnTo>
                  <a:pt x="1229" y="945"/>
                </a:lnTo>
                <a:lnTo>
                  <a:pt x="1228" y="945"/>
                </a:lnTo>
                <a:lnTo>
                  <a:pt x="1227" y="945"/>
                </a:lnTo>
                <a:lnTo>
                  <a:pt x="1227" y="946"/>
                </a:lnTo>
                <a:lnTo>
                  <a:pt x="1226" y="946"/>
                </a:lnTo>
                <a:lnTo>
                  <a:pt x="1226" y="947"/>
                </a:lnTo>
                <a:lnTo>
                  <a:pt x="1225" y="947"/>
                </a:lnTo>
                <a:lnTo>
                  <a:pt x="1225" y="948"/>
                </a:lnTo>
                <a:lnTo>
                  <a:pt x="1224" y="947"/>
                </a:lnTo>
                <a:lnTo>
                  <a:pt x="1224" y="946"/>
                </a:lnTo>
                <a:lnTo>
                  <a:pt x="1223" y="946"/>
                </a:lnTo>
                <a:lnTo>
                  <a:pt x="1223" y="945"/>
                </a:lnTo>
                <a:lnTo>
                  <a:pt x="1224" y="945"/>
                </a:lnTo>
                <a:lnTo>
                  <a:pt x="1224" y="944"/>
                </a:lnTo>
                <a:lnTo>
                  <a:pt x="1224" y="943"/>
                </a:lnTo>
                <a:lnTo>
                  <a:pt x="1224" y="941"/>
                </a:lnTo>
                <a:lnTo>
                  <a:pt x="1223" y="941"/>
                </a:lnTo>
                <a:lnTo>
                  <a:pt x="1224" y="941"/>
                </a:lnTo>
                <a:lnTo>
                  <a:pt x="1224" y="940"/>
                </a:lnTo>
                <a:lnTo>
                  <a:pt x="1223" y="940"/>
                </a:lnTo>
                <a:lnTo>
                  <a:pt x="1223" y="939"/>
                </a:lnTo>
                <a:lnTo>
                  <a:pt x="1223" y="938"/>
                </a:lnTo>
                <a:lnTo>
                  <a:pt x="1223" y="937"/>
                </a:lnTo>
                <a:lnTo>
                  <a:pt x="1224" y="937"/>
                </a:lnTo>
                <a:lnTo>
                  <a:pt x="1224" y="936"/>
                </a:lnTo>
                <a:lnTo>
                  <a:pt x="1223" y="936"/>
                </a:lnTo>
                <a:lnTo>
                  <a:pt x="1223" y="935"/>
                </a:lnTo>
                <a:lnTo>
                  <a:pt x="1223" y="934"/>
                </a:lnTo>
                <a:lnTo>
                  <a:pt x="1223" y="933"/>
                </a:lnTo>
                <a:lnTo>
                  <a:pt x="1223" y="932"/>
                </a:lnTo>
                <a:lnTo>
                  <a:pt x="1222" y="932"/>
                </a:lnTo>
                <a:lnTo>
                  <a:pt x="1222" y="931"/>
                </a:lnTo>
                <a:lnTo>
                  <a:pt x="1221" y="931"/>
                </a:lnTo>
                <a:lnTo>
                  <a:pt x="1221" y="930"/>
                </a:lnTo>
                <a:lnTo>
                  <a:pt x="1220" y="931"/>
                </a:lnTo>
                <a:lnTo>
                  <a:pt x="1220" y="930"/>
                </a:lnTo>
                <a:lnTo>
                  <a:pt x="1219" y="930"/>
                </a:lnTo>
                <a:lnTo>
                  <a:pt x="1219" y="929"/>
                </a:lnTo>
                <a:lnTo>
                  <a:pt x="1218" y="929"/>
                </a:lnTo>
                <a:lnTo>
                  <a:pt x="1217" y="929"/>
                </a:lnTo>
                <a:lnTo>
                  <a:pt x="1217" y="928"/>
                </a:lnTo>
                <a:lnTo>
                  <a:pt x="1216" y="928"/>
                </a:lnTo>
                <a:lnTo>
                  <a:pt x="1215" y="928"/>
                </a:lnTo>
                <a:lnTo>
                  <a:pt x="1214" y="928"/>
                </a:lnTo>
                <a:lnTo>
                  <a:pt x="1213" y="928"/>
                </a:lnTo>
                <a:lnTo>
                  <a:pt x="1212" y="928"/>
                </a:lnTo>
                <a:lnTo>
                  <a:pt x="1212" y="927"/>
                </a:lnTo>
                <a:lnTo>
                  <a:pt x="1211" y="927"/>
                </a:lnTo>
                <a:lnTo>
                  <a:pt x="1210" y="927"/>
                </a:lnTo>
                <a:lnTo>
                  <a:pt x="1210" y="926"/>
                </a:lnTo>
                <a:lnTo>
                  <a:pt x="1209" y="926"/>
                </a:lnTo>
                <a:lnTo>
                  <a:pt x="1209" y="925"/>
                </a:lnTo>
                <a:lnTo>
                  <a:pt x="1210" y="925"/>
                </a:lnTo>
                <a:lnTo>
                  <a:pt x="1209" y="925"/>
                </a:lnTo>
                <a:lnTo>
                  <a:pt x="1209" y="924"/>
                </a:lnTo>
                <a:lnTo>
                  <a:pt x="1209" y="923"/>
                </a:lnTo>
                <a:lnTo>
                  <a:pt x="1208" y="923"/>
                </a:lnTo>
                <a:lnTo>
                  <a:pt x="1207" y="923"/>
                </a:lnTo>
                <a:lnTo>
                  <a:pt x="1206" y="923"/>
                </a:lnTo>
                <a:lnTo>
                  <a:pt x="1206" y="922"/>
                </a:lnTo>
                <a:lnTo>
                  <a:pt x="1205" y="922"/>
                </a:lnTo>
                <a:lnTo>
                  <a:pt x="1205" y="921"/>
                </a:lnTo>
                <a:lnTo>
                  <a:pt x="1204" y="921"/>
                </a:lnTo>
                <a:lnTo>
                  <a:pt x="1204" y="920"/>
                </a:lnTo>
                <a:lnTo>
                  <a:pt x="1203" y="920"/>
                </a:lnTo>
                <a:lnTo>
                  <a:pt x="1203" y="919"/>
                </a:lnTo>
                <a:lnTo>
                  <a:pt x="1202" y="919"/>
                </a:lnTo>
                <a:lnTo>
                  <a:pt x="1202" y="920"/>
                </a:lnTo>
                <a:lnTo>
                  <a:pt x="1200" y="920"/>
                </a:lnTo>
                <a:lnTo>
                  <a:pt x="1199" y="920"/>
                </a:lnTo>
                <a:lnTo>
                  <a:pt x="1199" y="919"/>
                </a:lnTo>
                <a:lnTo>
                  <a:pt x="1198" y="919"/>
                </a:lnTo>
                <a:lnTo>
                  <a:pt x="1198" y="918"/>
                </a:lnTo>
                <a:lnTo>
                  <a:pt x="1197" y="918"/>
                </a:lnTo>
                <a:lnTo>
                  <a:pt x="1197" y="917"/>
                </a:lnTo>
                <a:lnTo>
                  <a:pt x="1196" y="916"/>
                </a:lnTo>
                <a:lnTo>
                  <a:pt x="1196" y="915"/>
                </a:lnTo>
                <a:lnTo>
                  <a:pt x="1196" y="914"/>
                </a:lnTo>
                <a:lnTo>
                  <a:pt x="1195" y="914"/>
                </a:lnTo>
                <a:lnTo>
                  <a:pt x="1194" y="914"/>
                </a:lnTo>
                <a:lnTo>
                  <a:pt x="1194" y="915"/>
                </a:lnTo>
                <a:lnTo>
                  <a:pt x="1193" y="915"/>
                </a:lnTo>
                <a:lnTo>
                  <a:pt x="1193" y="916"/>
                </a:lnTo>
                <a:lnTo>
                  <a:pt x="1192" y="916"/>
                </a:lnTo>
                <a:lnTo>
                  <a:pt x="1191" y="916"/>
                </a:lnTo>
                <a:lnTo>
                  <a:pt x="1190" y="916"/>
                </a:lnTo>
                <a:lnTo>
                  <a:pt x="1189" y="917"/>
                </a:lnTo>
                <a:lnTo>
                  <a:pt x="1189" y="918"/>
                </a:lnTo>
                <a:lnTo>
                  <a:pt x="1189" y="919"/>
                </a:lnTo>
                <a:lnTo>
                  <a:pt x="1188" y="919"/>
                </a:lnTo>
                <a:lnTo>
                  <a:pt x="1188" y="920"/>
                </a:lnTo>
                <a:lnTo>
                  <a:pt x="1187" y="920"/>
                </a:lnTo>
                <a:lnTo>
                  <a:pt x="1187" y="921"/>
                </a:lnTo>
                <a:lnTo>
                  <a:pt x="1187" y="922"/>
                </a:lnTo>
                <a:lnTo>
                  <a:pt x="1186" y="922"/>
                </a:lnTo>
                <a:lnTo>
                  <a:pt x="1185" y="923"/>
                </a:lnTo>
                <a:lnTo>
                  <a:pt x="1185" y="924"/>
                </a:lnTo>
                <a:lnTo>
                  <a:pt x="1185" y="925"/>
                </a:lnTo>
                <a:lnTo>
                  <a:pt x="1186" y="925"/>
                </a:lnTo>
                <a:lnTo>
                  <a:pt x="1187" y="927"/>
                </a:lnTo>
                <a:lnTo>
                  <a:pt x="1188" y="928"/>
                </a:lnTo>
                <a:lnTo>
                  <a:pt x="1189" y="928"/>
                </a:lnTo>
                <a:lnTo>
                  <a:pt x="1189" y="929"/>
                </a:lnTo>
                <a:lnTo>
                  <a:pt x="1190" y="929"/>
                </a:lnTo>
                <a:lnTo>
                  <a:pt x="1190" y="930"/>
                </a:lnTo>
                <a:lnTo>
                  <a:pt x="1189" y="930"/>
                </a:lnTo>
                <a:lnTo>
                  <a:pt x="1188" y="931"/>
                </a:lnTo>
                <a:lnTo>
                  <a:pt x="1188" y="932"/>
                </a:lnTo>
                <a:lnTo>
                  <a:pt x="1189" y="932"/>
                </a:lnTo>
                <a:lnTo>
                  <a:pt x="1190" y="932"/>
                </a:lnTo>
                <a:lnTo>
                  <a:pt x="1192" y="933"/>
                </a:lnTo>
                <a:lnTo>
                  <a:pt x="1192" y="934"/>
                </a:lnTo>
                <a:lnTo>
                  <a:pt x="1194" y="936"/>
                </a:lnTo>
                <a:lnTo>
                  <a:pt x="1194" y="935"/>
                </a:lnTo>
                <a:lnTo>
                  <a:pt x="1195" y="935"/>
                </a:lnTo>
                <a:lnTo>
                  <a:pt x="1195" y="936"/>
                </a:lnTo>
                <a:lnTo>
                  <a:pt x="1196" y="936"/>
                </a:lnTo>
                <a:lnTo>
                  <a:pt x="1197" y="938"/>
                </a:lnTo>
                <a:lnTo>
                  <a:pt x="1198" y="938"/>
                </a:lnTo>
                <a:lnTo>
                  <a:pt x="1199" y="938"/>
                </a:lnTo>
                <a:lnTo>
                  <a:pt x="1199" y="939"/>
                </a:lnTo>
                <a:lnTo>
                  <a:pt x="1199" y="940"/>
                </a:lnTo>
                <a:lnTo>
                  <a:pt x="1199" y="941"/>
                </a:lnTo>
                <a:lnTo>
                  <a:pt x="1200" y="941"/>
                </a:lnTo>
                <a:lnTo>
                  <a:pt x="1200" y="942"/>
                </a:lnTo>
                <a:lnTo>
                  <a:pt x="1201" y="943"/>
                </a:lnTo>
                <a:lnTo>
                  <a:pt x="1202" y="944"/>
                </a:lnTo>
                <a:lnTo>
                  <a:pt x="1201" y="944"/>
                </a:lnTo>
                <a:lnTo>
                  <a:pt x="1201" y="945"/>
                </a:lnTo>
                <a:lnTo>
                  <a:pt x="1202" y="945"/>
                </a:lnTo>
                <a:lnTo>
                  <a:pt x="1202" y="947"/>
                </a:lnTo>
                <a:lnTo>
                  <a:pt x="1203" y="948"/>
                </a:lnTo>
                <a:lnTo>
                  <a:pt x="1203" y="949"/>
                </a:lnTo>
                <a:lnTo>
                  <a:pt x="1202" y="949"/>
                </a:lnTo>
                <a:lnTo>
                  <a:pt x="1202" y="950"/>
                </a:lnTo>
                <a:lnTo>
                  <a:pt x="1202" y="951"/>
                </a:lnTo>
                <a:lnTo>
                  <a:pt x="1204" y="952"/>
                </a:lnTo>
                <a:lnTo>
                  <a:pt x="1205" y="953"/>
                </a:lnTo>
                <a:lnTo>
                  <a:pt x="1206" y="954"/>
                </a:lnTo>
                <a:lnTo>
                  <a:pt x="1208" y="954"/>
                </a:lnTo>
                <a:lnTo>
                  <a:pt x="1209" y="955"/>
                </a:lnTo>
                <a:lnTo>
                  <a:pt x="1210" y="956"/>
                </a:lnTo>
                <a:lnTo>
                  <a:pt x="1210" y="957"/>
                </a:lnTo>
                <a:lnTo>
                  <a:pt x="1209" y="957"/>
                </a:lnTo>
                <a:lnTo>
                  <a:pt x="1209" y="958"/>
                </a:lnTo>
                <a:lnTo>
                  <a:pt x="1208" y="958"/>
                </a:lnTo>
                <a:lnTo>
                  <a:pt x="1208" y="959"/>
                </a:lnTo>
                <a:lnTo>
                  <a:pt x="1208" y="960"/>
                </a:lnTo>
                <a:lnTo>
                  <a:pt x="1209" y="960"/>
                </a:lnTo>
                <a:lnTo>
                  <a:pt x="1209" y="961"/>
                </a:lnTo>
                <a:lnTo>
                  <a:pt x="1209" y="962"/>
                </a:lnTo>
                <a:lnTo>
                  <a:pt x="1208" y="962"/>
                </a:lnTo>
                <a:lnTo>
                  <a:pt x="1208" y="963"/>
                </a:lnTo>
                <a:lnTo>
                  <a:pt x="1209" y="963"/>
                </a:lnTo>
                <a:lnTo>
                  <a:pt x="1209" y="964"/>
                </a:lnTo>
                <a:lnTo>
                  <a:pt x="1209" y="965"/>
                </a:lnTo>
                <a:lnTo>
                  <a:pt x="1209" y="967"/>
                </a:lnTo>
                <a:lnTo>
                  <a:pt x="1209" y="968"/>
                </a:lnTo>
                <a:lnTo>
                  <a:pt x="1210" y="968"/>
                </a:lnTo>
                <a:lnTo>
                  <a:pt x="1211" y="969"/>
                </a:lnTo>
                <a:lnTo>
                  <a:pt x="1211" y="971"/>
                </a:lnTo>
                <a:lnTo>
                  <a:pt x="1211" y="972"/>
                </a:lnTo>
                <a:lnTo>
                  <a:pt x="1212" y="973"/>
                </a:lnTo>
                <a:lnTo>
                  <a:pt x="1211" y="974"/>
                </a:lnTo>
                <a:lnTo>
                  <a:pt x="1212" y="975"/>
                </a:lnTo>
                <a:lnTo>
                  <a:pt x="1211" y="976"/>
                </a:lnTo>
                <a:lnTo>
                  <a:pt x="1211" y="977"/>
                </a:lnTo>
                <a:lnTo>
                  <a:pt x="1211" y="978"/>
                </a:lnTo>
                <a:lnTo>
                  <a:pt x="1210" y="978"/>
                </a:lnTo>
                <a:lnTo>
                  <a:pt x="1208" y="978"/>
                </a:lnTo>
                <a:lnTo>
                  <a:pt x="1207" y="978"/>
                </a:lnTo>
                <a:lnTo>
                  <a:pt x="1207" y="977"/>
                </a:lnTo>
                <a:lnTo>
                  <a:pt x="1207" y="976"/>
                </a:lnTo>
                <a:lnTo>
                  <a:pt x="1206" y="976"/>
                </a:lnTo>
                <a:lnTo>
                  <a:pt x="1205" y="976"/>
                </a:lnTo>
                <a:lnTo>
                  <a:pt x="1204" y="975"/>
                </a:lnTo>
                <a:lnTo>
                  <a:pt x="1203" y="975"/>
                </a:lnTo>
                <a:lnTo>
                  <a:pt x="1202" y="975"/>
                </a:lnTo>
                <a:lnTo>
                  <a:pt x="1202" y="974"/>
                </a:lnTo>
                <a:lnTo>
                  <a:pt x="1202" y="973"/>
                </a:lnTo>
                <a:lnTo>
                  <a:pt x="1202" y="972"/>
                </a:lnTo>
                <a:lnTo>
                  <a:pt x="1202" y="971"/>
                </a:lnTo>
                <a:lnTo>
                  <a:pt x="1202" y="970"/>
                </a:lnTo>
                <a:lnTo>
                  <a:pt x="1201" y="970"/>
                </a:lnTo>
                <a:lnTo>
                  <a:pt x="1200" y="970"/>
                </a:lnTo>
                <a:lnTo>
                  <a:pt x="1200" y="969"/>
                </a:lnTo>
                <a:lnTo>
                  <a:pt x="1199" y="969"/>
                </a:lnTo>
                <a:lnTo>
                  <a:pt x="1199" y="968"/>
                </a:lnTo>
                <a:lnTo>
                  <a:pt x="1198" y="968"/>
                </a:lnTo>
                <a:lnTo>
                  <a:pt x="1198" y="967"/>
                </a:lnTo>
                <a:lnTo>
                  <a:pt x="1198" y="966"/>
                </a:lnTo>
                <a:lnTo>
                  <a:pt x="1199" y="966"/>
                </a:lnTo>
                <a:lnTo>
                  <a:pt x="1198" y="966"/>
                </a:lnTo>
                <a:lnTo>
                  <a:pt x="1198" y="965"/>
                </a:lnTo>
                <a:lnTo>
                  <a:pt x="1197" y="965"/>
                </a:lnTo>
                <a:lnTo>
                  <a:pt x="1197" y="964"/>
                </a:lnTo>
                <a:lnTo>
                  <a:pt x="1196" y="964"/>
                </a:lnTo>
                <a:lnTo>
                  <a:pt x="1196" y="963"/>
                </a:lnTo>
                <a:lnTo>
                  <a:pt x="1195" y="963"/>
                </a:lnTo>
                <a:lnTo>
                  <a:pt x="1194" y="963"/>
                </a:lnTo>
                <a:lnTo>
                  <a:pt x="1193" y="963"/>
                </a:lnTo>
                <a:lnTo>
                  <a:pt x="1193" y="964"/>
                </a:lnTo>
                <a:lnTo>
                  <a:pt x="1192" y="964"/>
                </a:lnTo>
                <a:lnTo>
                  <a:pt x="1192" y="963"/>
                </a:lnTo>
                <a:lnTo>
                  <a:pt x="1191" y="963"/>
                </a:lnTo>
                <a:lnTo>
                  <a:pt x="1191" y="962"/>
                </a:lnTo>
                <a:lnTo>
                  <a:pt x="1190" y="962"/>
                </a:lnTo>
                <a:lnTo>
                  <a:pt x="1189" y="962"/>
                </a:lnTo>
                <a:lnTo>
                  <a:pt x="1189" y="961"/>
                </a:lnTo>
                <a:lnTo>
                  <a:pt x="1188" y="961"/>
                </a:lnTo>
                <a:lnTo>
                  <a:pt x="1188" y="960"/>
                </a:lnTo>
                <a:lnTo>
                  <a:pt x="1187" y="960"/>
                </a:lnTo>
                <a:lnTo>
                  <a:pt x="1186" y="960"/>
                </a:lnTo>
                <a:lnTo>
                  <a:pt x="1186" y="959"/>
                </a:lnTo>
                <a:lnTo>
                  <a:pt x="1186" y="958"/>
                </a:lnTo>
                <a:lnTo>
                  <a:pt x="1185" y="958"/>
                </a:lnTo>
                <a:lnTo>
                  <a:pt x="1185" y="957"/>
                </a:lnTo>
                <a:lnTo>
                  <a:pt x="1184" y="957"/>
                </a:lnTo>
                <a:lnTo>
                  <a:pt x="1183" y="957"/>
                </a:lnTo>
                <a:lnTo>
                  <a:pt x="1182" y="957"/>
                </a:lnTo>
                <a:lnTo>
                  <a:pt x="1182" y="956"/>
                </a:lnTo>
                <a:lnTo>
                  <a:pt x="1181" y="956"/>
                </a:lnTo>
                <a:lnTo>
                  <a:pt x="1180" y="956"/>
                </a:lnTo>
                <a:lnTo>
                  <a:pt x="1179" y="956"/>
                </a:lnTo>
                <a:lnTo>
                  <a:pt x="1178" y="956"/>
                </a:lnTo>
                <a:lnTo>
                  <a:pt x="1177" y="956"/>
                </a:lnTo>
                <a:lnTo>
                  <a:pt x="1177" y="955"/>
                </a:lnTo>
                <a:lnTo>
                  <a:pt x="1176" y="955"/>
                </a:lnTo>
                <a:lnTo>
                  <a:pt x="1176" y="954"/>
                </a:lnTo>
                <a:lnTo>
                  <a:pt x="1176" y="953"/>
                </a:lnTo>
                <a:lnTo>
                  <a:pt x="1175" y="953"/>
                </a:lnTo>
                <a:lnTo>
                  <a:pt x="1175" y="952"/>
                </a:lnTo>
                <a:lnTo>
                  <a:pt x="1175" y="951"/>
                </a:lnTo>
                <a:lnTo>
                  <a:pt x="1175" y="950"/>
                </a:lnTo>
                <a:lnTo>
                  <a:pt x="1174" y="950"/>
                </a:lnTo>
                <a:lnTo>
                  <a:pt x="1174" y="951"/>
                </a:lnTo>
                <a:lnTo>
                  <a:pt x="1173" y="951"/>
                </a:lnTo>
                <a:lnTo>
                  <a:pt x="1172" y="951"/>
                </a:lnTo>
                <a:lnTo>
                  <a:pt x="1171" y="951"/>
                </a:lnTo>
                <a:lnTo>
                  <a:pt x="1170" y="951"/>
                </a:lnTo>
                <a:lnTo>
                  <a:pt x="1170" y="950"/>
                </a:lnTo>
                <a:lnTo>
                  <a:pt x="1170" y="949"/>
                </a:lnTo>
                <a:lnTo>
                  <a:pt x="1169" y="949"/>
                </a:lnTo>
                <a:lnTo>
                  <a:pt x="1169" y="950"/>
                </a:lnTo>
                <a:lnTo>
                  <a:pt x="1168" y="950"/>
                </a:lnTo>
                <a:lnTo>
                  <a:pt x="1168" y="949"/>
                </a:lnTo>
                <a:lnTo>
                  <a:pt x="1167" y="949"/>
                </a:lnTo>
                <a:lnTo>
                  <a:pt x="1166" y="949"/>
                </a:lnTo>
                <a:lnTo>
                  <a:pt x="1166" y="948"/>
                </a:lnTo>
                <a:lnTo>
                  <a:pt x="1165" y="948"/>
                </a:lnTo>
                <a:lnTo>
                  <a:pt x="1165" y="947"/>
                </a:lnTo>
                <a:lnTo>
                  <a:pt x="1164" y="947"/>
                </a:lnTo>
                <a:lnTo>
                  <a:pt x="1163" y="947"/>
                </a:lnTo>
                <a:lnTo>
                  <a:pt x="1163" y="946"/>
                </a:lnTo>
                <a:lnTo>
                  <a:pt x="1162" y="946"/>
                </a:lnTo>
                <a:lnTo>
                  <a:pt x="1161" y="946"/>
                </a:lnTo>
                <a:lnTo>
                  <a:pt x="1160" y="946"/>
                </a:lnTo>
                <a:lnTo>
                  <a:pt x="1159" y="946"/>
                </a:lnTo>
                <a:lnTo>
                  <a:pt x="1159" y="945"/>
                </a:lnTo>
                <a:lnTo>
                  <a:pt x="1159" y="944"/>
                </a:lnTo>
                <a:lnTo>
                  <a:pt x="1158" y="944"/>
                </a:lnTo>
                <a:lnTo>
                  <a:pt x="1157" y="944"/>
                </a:lnTo>
                <a:lnTo>
                  <a:pt x="1156" y="944"/>
                </a:lnTo>
                <a:lnTo>
                  <a:pt x="1155" y="944"/>
                </a:lnTo>
                <a:lnTo>
                  <a:pt x="1155" y="943"/>
                </a:lnTo>
                <a:lnTo>
                  <a:pt x="1154" y="943"/>
                </a:lnTo>
                <a:lnTo>
                  <a:pt x="1154" y="942"/>
                </a:lnTo>
                <a:lnTo>
                  <a:pt x="1154" y="941"/>
                </a:lnTo>
                <a:lnTo>
                  <a:pt x="1153" y="941"/>
                </a:lnTo>
                <a:lnTo>
                  <a:pt x="1153" y="940"/>
                </a:lnTo>
                <a:lnTo>
                  <a:pt x="1152" y="940"/>
                </a:lnTo>
                <a:lnTo>
                  <a:pt x="1152" y="939"/>
                </a:lnTo>
                <a:lnTo>
                  <a:pt x="1151" y="939"/>
                </a:lnTo>
                <a:lnTo>
                  <a:pt x="1150" y="939"/>
                </a:lnTo>
                <a:lnTo>
                  <a:pt x="1149" y="939"/>
                </a:lnTo>
                <a:lnTo>
                  <a:pt x="1149" y="938"/>
                </a:lnTo>
                <a:lnTo>
                  <a:pt x="1150" y="938"/>
                </a:lnTo>
                <a:lnTo>
                  <a:pt x="1150" y="937"/>
                </a:lnTo>
                <a:lnTo>
                  <a:pt x="1149" y="937"/>
                </a:lnTo>
                <a:lnTo>
                  <a:pt x="1149" y="936"/>
                </a:lnTo>
                <a:lnTo>
                  <a:pt x="1149" y="935"/>
                </a:lnTo>
                <a:lnTo>
                  <a:pt x="1148" y="935"/>
                </a:lnTo>
                <a:lnTo>
                  <a:pt x="1147" y="935"/>
                </a:lnTo>
                <a:lnTo>
                  <a:pt x="1146" y="935"/>
                </a:lnTo>
                <a:lnTo>
                  <a:pt x="1146" y="934"/>
                </a:lnTo>
                <a:lnTo>
                  <a:pt x="1145" y="934"/>
                </a:lnTo>
                <a:lnTo>
                  <a:pt x="1144" y="934"/>
                </a:lnTo>
                <a:lnTo>
                  <a:pt x="1143" y="934"/>
                </a:lnTo>
                <a:lnTo>
                  <a:pt x="1143" y="935"/>
                </a:lnTo>
                <a:lnTo>
                  <a:pt x="1142" y="935"/>
                </a:lnTo>
                <a:lnTo>
                  <a:pt x="1142" y="934"/>
                </a:lnTo>
                <a:lnTo>
                  <a:pt x="1141" y="934"/>
                </a:lnTo>
                <a:lnTo>
                  <a:pt x="1141" y="933"/>
                </a:lnTo>
                <a:lnTo>
                  <a:pt x="1141" y="932"/>
                </a:lnTo>
                <a:lnTo>
                  <a:pt x="1140" y="932"/>
                </a:lnTo>
                <a:lnTo>
                  <a:pt x="1140" y="931"/>
                </a:lnTo>
                <a:lnTo>
                  <a:pt x="1139" y="931"/>
                </a:lnTo>
                <a:lnTo>
                  <a:pt x="1138" y="931"/>
                </a:lnTo>
                <a:lnTo>
                  <a:pt x="1138" y="930"/>
                </a:lnTo>
                <a:lnTo>
                  <a:pt x="1137" y="930"/>
                </a:lnTo>
                <a:lnTo>
                  <a:pt x="1136" y="930"/>
                </a:lnTo>
                <a:lnTo>
                  <a:pt x="1135" y="930"/>
                </a:lnTo>
                <a:lnTo>
                  <a:pt x="1134" y="929"/>
                </a:lnTo>
                <a:lnTo>
                  <a:pt x="1134" y="930"/>
                </a:lnTo>
                <a:lnTo>
                  <a:pt x="1134" y="929"/>
                </a:lnTo>
                <a:lnTo>
                  <a:pt x="1133" y="929"/>
                </a:lnTo>
                <a:lnTo>
                  <a:pt x="1133" y="928"/>
                </a:lnTo>
                <a:lnTo>
                  <a:pt x="1132" y="928"/>
                </a:lnTo>
                <a:lnTo>
                  <a:pt x="1131" y="928"/>
                </a:lnTo>
                <a:lnTo>
                  <a:pt x="1131" y="927"/>
                </a:lnTo>
                <a:lnTo>
                  <a:pt x="1131" y="926"/>
                </a:lnTo>
                <a:lnTo>
                  <a:pt x="1131" y="925"/>
                </a:lnTo>
                <a:lnTo>
                  <a:pt x="1131" y="924"/>
                </a:lnTo>
                <a:lnTo>
                  <a:pt x="1132" y="924"/>
                </a:lnTo>
                <a:lnTo>
                  <a:pt x="1131" y="924"/>
                </a:lnTo>
                <a:lnTo>
                  <a:pt x="1131" y="923"/>
                </a:lnTo>
                <a:lnTo>
                  <a:pt x="1132" y="922"/>
                </a:lnTo>
                <a:lnTo>
                  <a:pt x="1131" y="922"/>
                </a:lnTo>
                <a:lnTo>
                  <a:pt x="1131" y="921"/>
                </a:lnTo>
                <a:lnTo>
                  <a:pt x="1130" y="921"/>
                </a:lnTo>
                <a:lnTo>
                  <a:pt x="1130" y="920"/>
                </a:lnTo>
                <a:lnTo>
                  <a:pt x="1129" y="920"/>
                </a:lnTo>
                <a:lnTo>
                  <a:pt x="1128" y="920"/>
                </a:lnTo>
                <a:lnTo>
                  <a:pt x="1127" y="920"/>
                </a:lnTo>
                <a:lnTo>
                  <a:pt x="1126" y="920"/>
                </a:lnTo>
                <a:lnTo>
                  <a:pt x="1126" y="919"/>
                </a:lnTo>
                <a:lnTo>
                  <a:pt x="1126" y="918"/>
                </a:lnTo>
                <a:lnTo>
                  <a:pt x="1125" y="918"/>
                </a:lnTo>
                <a:lnTo>
                  <a:pt x="1124" y="918"/>
                </a:lnTo>
                <a:lnTo>
                  <a:pt x="1123" y="918"/>
                </a:lnTo>
                <a:lnTo>
                  <a:pt x="1123" y="917"/>
                </a:lnTo>
                <a:lnTo>
                  <a:pt x="1122" y="917"/>
                </a:lnTo>
                <a:lnTo>
                  <a:pt x="1122" y="916"/>
                </a:lnTo>
                <a:lnTo>
                  <a:pt x="1122" y="915"/>
                </a:lnTo>
                <a:lnTo>
                  <a:pt x="1121" y="915"/>
                </a:lnTo>
                <a:lnTo>
                  <a:pt x="1120" y="915"/>
                </a:lnTo>
                <a:lnTo>
                  <a:pt x="1120" y="914"/>
                </a:lnTo>
                <a:lnTo>
                  <a:pt x="1119" y="913"/>
                </a:lnTo>
                <a:lnTo>
                  <a:pt x="1119" y="912"/>
                </a:lnTo>
                <a:lnTo>
                  <a:pt x="1118" y="911"/>
                </a:lnTo>
                <a:lnTo>
                  <a:pt x="1117" y="911"/>
                </a:lnTo>
                <a:lnTo>
                  <a:pt x="1117" y="910"/>
                </a:lnTo>
                <a:lnTo>
                  <a:pt x="1116" y="910"/>
                </a:lnTo>
                <a:lnTo>
                  <a:pt x="1115" y="909"/>
                </a:lnTo>
                <a:lnTo>
                  <a:pt x="1115" y="908"/>
                </a:lnTo>
                <a:lnTo>
                  <a:pt x="1115" y="907"/>
                </a:lnTo>
                <a:lnTo>
                  <a:pt x="1115" y="906"/>
                </a:lnTo>
                <a:lnTo>
                  <a:pt x="1114" y="906"/>
                </a:lnTo>
                <a:lnTo>
                  <a:pt x="1113" y="906"/>
                </a:lnTo>
                <a:lnTo>
                  <a:pt x="1113" y="905"/>
                </a:lnTo>
                <a:lnTo>
                  <a:pt x="1112" y="905"/>
                </a:lnTo>
                <a:lnTo>
                  <a:pt x="1111" y="904"/>
                </a:lnTo>
                <a:lnTo>
                  <a:pt x="1111" y="903"/>
                </a:lnTo>
                <a:lnTo>
                  <a:pt x="1111" y="902"/>
                </a:lnTo>
                <a:lnTo>
                  <a:pt x="1110" y="902"/>
                </a:lnTo>
                <a:lnTo>
                  <a:pt x="1110" y="901"/>
                </a:lnTo>
                <a:lnTo>
                  <a:pt x="1110" y="900"/>
                </a:lnTo>
                <a:lnTo>
                  <a:pt x="1110" y="899"/>
                </a:lnTo>
                <a:lnTo>
                  <a:pt x="1110" y="898"/>
                </a:lnTo>
                <a:lnTo>
                  <a:pt x="1110" y="897"/>
                </a:lnTo>
                <a:lnTo>
                  <a:pt x="1110" y="896"/>
                </a:lnTo>
                <a:lnTo>
                  <a:pt x="1109" y="896"/>
                </a:lnTo>
                <a:lnTo>
                  <a:pt x="1109" y="895"/>
                </a:lnTo>
                <a:lnTo>
                  <a:pt x="1110" y="895"/>
                </a:lnTo>
                <a:lnTo>
                  <a:pt x="1110" y="894"/>
                </a:lnTo>
                <a:lnTo>
                  <a:pt x="1110" y="893"/>
                </a:lnTo>
                <a:lnTo>
                  <a:pt x="1109" y="893"/>
                </a:lnTo>
                <a:lnTo>
                  <a:pt x="1109" y="892"/>
                </a:lnTo>
                <a:lnTo>
                  <a:pt x="1110" y="892"/>
                </a:lnTo>
                <a:lnTo>
                  <a:pt x="1110" y="891"/>
                </a:lnTo>
                <a:lnTo>
                  <a:pt x="1109" y="891"/>
                </a:lnTo>
                <a:lnTo>
                  <a:pt x="1108" y="890"/>
                </a:lnTo>
                <a:lnTo>
                  <a:pt x="1107" y="890"/>
                </a:lnTo>
                <a:lnTo>
                  <a:pt x="1107" y="891"/>
                </a:lnTo>
                <a:lnTo>
                  <a:pt x="1107" y="890"/>
                </a:lnTo>
                <a:lnTo>
                  <a:pt x="1106" y="890"/>
                </a:lnTo>
                <a:lnTo>
                  <a:pt x="1106" y="889"/>
                </a:lnTo>
                <a:lnTo>
                  <a:pt x="1105" y="890"/>
                </a:lnTo>
                <a:lnTo>
                  <a:pt x="1104" y="890"/>
                </a:lnTo>
                <a:lnTo>
                  <a:pt x="1103" y="891"/>
                </a:lnTo>
                <a:lnTo>
                  <a:pt x="1102" y="891"/>
                </a:lnTo>
                <a:lnTo>
                  <a:pt x="1101" y="891"/>
                </a:lnTo>
                <a:lnTo>
                  <a:pt x="1100" y="891"/>
                </a:lnTo>
                <a:lnTo>
                  <a:pt x="1099" y="891"/>
                </a:lnTo>
                <a:lnTo>
                  <a:pt x="1099" y="890"/>
                </a:lnTo>
                <a:lnTo>
                  <a:pt x="1099" y="889"/>
                </a:lnTo>
                <a:lnTo>
                  <a:pt x="1098" y="889"/>
                </a:lnTo>
                <a:lnTo>
                  <a:pt x="1098" y="888"/>
                </a:lnTo>
                <a:lnTo>
                  <a:pt x="1097" y="888"/>
                </a:lnTo>
                <a:lnTo>
                  <a:pt x="1097" y="887"/>
                </a:lnTo>
                <a:lnTo>
                  <a:pt x="1098" y="886"/>
                </a:lnTo>
                <a:lnTo>
                  <a:pt x="1098" y="885"/>
                </a:lnTo>
                <a:lnTo>
                  <a:pt x="1097" y="884"/>
                </a:lnTo>
                <a:lnTo>
                  <a:pt x="1098" y="884"/>
                </a:lnTo>
                <a:lnTo>
                  <a:pt x="1098" y="883"/>
                </a:lnTo>
                <a:lnTo>
                  <a:pt x="1097" y="883"/>
                </a:lnTo>
                <a:lnTo>
                  <a:pt x="1097" y="882"/>
                </a:lnTo>
                <a:lnTo>
                  <a:pt x="1097" y="881"/>
                </a:lnTo>
                <a:lnTo>
                  <a:pt x="1096" y="880"/>
                </a:lnTo>
                <a:lnTo>
                  <a:pt x="1095" y="880"/>
                </a:lnTo>
                <a:lnTo>
                  <a:pt x="1096" y="879"/>
                </a:lnTo>
                <a:lnTo>
                  <a:pt x="1096" y="878"/>
                </a:lnTo>
                <a:lnTo>
                  <a:pt x="1095" y="878"/>
                </a:lnTo>
                <a:lnTo>
                  <a:pt x="1095" y="877"/>
                </a:lnTo>
                <a:lnTo>
                  <a:pt x="1094" y="877"/>
                </a:lnTo>
                <a:lnTo>
                  <a:pt x="1093" y="877"/>
                </a:lnTo>
                <a:lnTo>
                  <a:pt x="1092" y="877"/>
                </a:lnTo>
                <a:lnTo>
                  <a:pt x="1091" y="876"/>
                </a:lnTo>
                <a:lnTo>
                  <a:pt x="1091" y="875"/>
                </a:lnTo>
                <a:lnTo>
                  <a:pt x="1091" y="874"/>
                </a:lnTo>
                <a:lnTo>
                  <a:pt x="1090" y="873"/>
                </a:lnTo>
                <a:lnTo>
                  <a:pt x="1090" y="871"/>
                </a:lnTo>
                <a:lnTo>
                  <a:pt x="1090" y="869"/>
                </a:lnTo>
                <a:lnTo>
                  <a:pt x="1089" y="869"/>
                </a:lnTo>
                <a:lnTo>
                  <a:pt x="1088" y="869"/>
                </a:lnTo>
                <a:lnTo>
                  <a:pt x="1088" y="868"/>
                </a:lnTo>
                <a:lnTo>
                  <a:pt x="1088" y="867"/>
                </a:lnTo>
                <a:lnTo>
                  <a:pt x="1088" y="866"/>
                </a:lnTo>
                <a:lnTo>
                  <a:pt x="1087" y="866"/>
                </a:lnTo>
                <a:lnTo>
                  <a:pt x="1086" y="866"/>
                </a:lnTo>
                <a:lnTo>
                  <a:pt x="1086" y="865"/>
                </a:lnTo>
                <a:lnTo>
                  <a:pt x="1087" y="865"/>
                </a:lnTo>
                <a:lnTo>
                  <a:pt x="1087" y="864"/>
                </a:lnTo>
                <a:lnTo>
                  <a:pt x="1086" y="864"/>
                </a:lnTo>
                <a:lnTo>
                  <a:pt x="1086" y="863"/>
                </a:lnTo>
                <a:lnTo>
                  <a:pt x="1085" y="863"/>
                </a:lnTo>
                <a:lnTo>
                  <a:pt x="1084" y="863"/>
                </a:lnTo>
                <a:lnTo>
                  <a:pt x="1083" y="863"/>
                </a:lnTo>
                <a:lnTo>
                  <a:pt x="1083" y="862"/>
                </a:lnTo>
                <a:lnTo>
                  <a:pt x="1082" y="862"/>
                </a:lnTo>
                <a:lnTo>
                  <a:pt x="1081" y="862"/>
                </a:lnTo>
                <a:lnTo>
                  <a:pt x="1081" y="861"/>
                </a:lnTo>
                <a:lnTo>
                  <a:pt x="1081" y="860"/>
                </a:lnTo>
                <a:lnTo>
                  <a:pt x="1081" y="859"/>
                </a:lnTo>
                <a:lnTo>
                  <a:pt x="1080" y="859"/>
                </a:lnTo>
                <a:lnTo>
                  <a:pt x="1080" y="858"/>
                </a:lnTo>
                <a:lnTo>
                  <a:pt x="1079" y="858"/>
                </a:lnTo>
                <a:lnTo>
                  <a:pt x="1078" y="858"/>
                </a:lnTo>
                <a:lnTo>
                  <a:pt x="1077" y="858"/>
                </a:lnTo>
                <a:lnTo>
                  <a:pt x="1077" y="857"/>
                </a:lnTo>
                <a:lnTo>
                  <a:pt x="1077" y="856"/>
                </a:lnTo>
                <a:lnTo>
                  <a:pt x="1076" y="856"/>
                </a:lnTo>
                <a:lnTo>
                  <a:pt x="1075" y="856"/>
                </a:lnTo>
                <a:lnTo>
                  <a:pt x="1075" y="855"/>
                </a:lnTo>
                <a:lnTo>
                  <a:pt x="1074" y="855"/>
                </a:lnTo>
                <a:lnTo>
                  <a:pt x="1073" y="855"/>
                </a:lnTo>
                <a:lnTo>
                  <a:pt x="1072" y="855"/>
                </a:lnTo>
                <a:lnTo>
                  <a:pt x="1072" y="854"/>
                </a:lnTo>
                <a:lnTo>
                  <a:pt x="1072" y="853"/>
                </a:lnTo>
                <a:lnTo>
                  <a:pt x="1071" y="852"/>
                </a:lnTo>
                <a:lnTo>
                  <a:pt x="1070" y="852"/>
                </a:lnTo>
                <a:lnTo>
                  <a:pt x="1069" y="852"/>
                </a:lnTo>
                <a:lnTo>
                  <a:pt x="1069" y="851"/>
                </a:lnTo>
                <a:lnTo>
                  <a:pt x="1068" y="851"/>
                </a:lnTo>
                <a:lnTo>
                  <a:pt x="1068" y="850"/>
                </a:lnTo>
                <a:lnTo>
                  <a:pt x="1067" y="850"/>
                </a:lnTo>
                <a:lnTo>
                  <a:pt x="1066" y="850"/>
                </a:lnTo>
                <a:lnTo>
                  <a:pt x="1066" y="849"/>
                </a:lnTo>
                <a:lnTo>
                  <a:pt x="1066" y="848"/>
                </a:lnTo>
                <a:lnTo>
                  <a:pt x="1066" y="849"/>
                </a:lnTo>
                <a:lnTo>
                  <a:pt x="1065" y="849"/>
                </a:lnTo>
                <a:lnTo>
                  <a:pt x="1064" y="849"/>
                </a:lnTo>
                <a:lnTo>
                  <a:pt x="1064" y="848"/>
                </a:lnTo>
                <a:lnTo>
                  <a:pt x="1063" y="848"/>
                </a:lnTo>
                <a:lnTo>
                  <a:pt x="1063" y="847"/>
                </a:lnTo>
                <a:lnTo>
                  <a:pt x="1064" y="847"/>
                </a:lnTo>
                <a:lnTo>
                  <a:pt x="1063" y="847"/>
                </a:lnTo>
                <a:lnTo>
                  <a:pt x="1063" y="846"/>
                </a:lnTo>
                <a:lnTo>
                  <a:pt x="1062" y="846"/>
                </a:lnTo>
                <a:lnTo>
                  <a:pt x="1062" y="845"/>
                </a:lnTo>
                <a:lnTo>
                  <a:pt x="1061" y="845"/>
                </a:lnTo>
                <a:lnTo>
                  <a:pt x="1061" y="846"/>
                </a:lnTo>
                <a:lnTo>
                  <a:pt x="1060" y="845"/>
                </a:lnTo>
                <a:lnTo>
                  <a:pt x="1060" y="844"/>
                </a:lnTo>
                <a:lnTo>
                  <a:pt x="1060" y="843"/>
                </a:lnTo>
                <a:lnTo>
                  <a:pt x="1060" y="842"/>
                </a:lnTo>
                <a:lnTo>
                  <a:pt x="1059" y="842"/>
                </a:lnTo>
                <a:lnTo>
                  <a:pt x="1058" y="842"/>
                </a:lnTo>
                <a:lnTo>
                  <a:pt x="1057" y="842"/>
                </a:lnTo>
                <a:lnTo>
                  <a:pt x="1057" y="841"/>
                </a:lnTo>
                <a:lnTo>
                  <a:pt x="1057" y="840"/>
                </a:lnTo>
                <a:lnTo>
                  <a:pt x="1057" y="839"/>
                </a:lnTo>
                <a:lnTo>
                  <a:pt x="1056" y="839"/>
                </a:lnTo>
                <a:lnTo>
                  <a:pt x="1056" y="838"/>
                </a:lnTo>
                <a:lnTo>
                  <a:pt x="1055" y="838"/>
                </a:lnTo>
                <a:lnTo>
                  <a:pt x="1055" y="837"/>
                </a:lnTo>
                <a:lnTo>
                  <a:pt x="1055" y="836"/>
                </a:lnTo>
                <a:lnTo>
                  <a:pt x="1054" y="836"/>
                </a:lnTo>
                <a:lnTo>
                  <a:pt x="1053" y="835"/>
                </a:lnTo>
                <a:lnTo>
                  <a:pt x="1052" y="835"/>
                </a:lnTo>
                <a:lnTo>
                  <a:pt x="1051" y="834"/>
                </a:lnTo>
                <a:lnTo>
                  <a:pt x="1050" y="833"/>
                </a:lnTo>
                <a:lnTo>
                  <a:pt x="1050" y="832"/>
                </a:lnTo>
                <a:lnTo>
                  <a:pt x="1049" y="832"/>
                </a:lnTo>
                <a:lnTo>
                  <a:pt x="1049" y="831"/>
                </a:lnTo>
                <a:lnTo>
                  <a:pt x="1049" y="832"/>
                </a:lnTo>
                <a:lnTo>
                  <a:pt x="1048" y="832"/>
                </a:lnTo>
                <a:lnTo>
                  <a:pt x="1048" y="831"/>
                </a:lnTo>
                <a:lnTo>
                  <a:pt x="1047" y="831"/>
                </a:lnTo>
                <a:lnTo>
                  <a:pt x="1047" y="829"/>
                </a:lnTo>
                <a:lnTo>
                  <a:pt x="1046" y="829"/>
                </a:lnTo>
                <a:lnTo>
                  <a:pt x="1045" y="828"/>
                </a:lnTo>
                <a:lnTo>
                  <a:pt x="1045" y="827"/>
                </a:lnTo>
                <a:lnTo>
                  <a:pt x="1044" y="826"/>
                </a:lnTo>
                <a:lnTo>
                  <a:pt x="1043" y="826"/>
                </a:lnTo>
                <a:lnTo>
                  <a:pt x="1043" y="825"/>
                </a:lnTo>
                <a:lnTo>
                  <a:pt x="1044" y="825"/>
                </a:lnTo>
                <a:lnTo>
                  <a:pt x="1044" y="824"/>
                </a:lnTo>
                <a:lnTo>
                  <a:pt x="1045" y="824"/>
                </a:lnTo>
                <a:lnTo>
                  <a:pt x="1045" y="823"/>
                </a:lnTo>
                <a:lnTo>
                  <a:pt x="1045" y="822"/>
                </a:lnTo>
                <a:lnTo>
                  <a:pt x="1046" y="822"/>
                </a:lnTo>
                <a:lnTo>
                  <a:pt x="1046" y="821"/>
                </a:lnTo>
                <a:lnTo>
                  <a:pt x="1046" y="820"/>
                </a:lnTo>
                <a:lnTo>
                  <a:pt x="1047" y="820"/>
                </a:lnTo>
                <a:lnTo>
                  <a:pt x="1048" y="820"/>
                </a:lnTo>
                <a:lnTo>
                  <a:pt x="1048" y="819"/>
                </a:lnTo>
                <a:lnTo>
                  <a:pt x="1049" y="819"/>
                </a:lnTo>
                <a:lnTo>
                  <a:pt x="1049" y="818"/>
                </a:lnTo>
                <a:lnTo>
                  <a:pt x="1050" y="818"/>
                </a:lnTo>
                <a:lnTo>
                  <a:pt x="1050" y="817"/>
                </a:lnTo>
                <a:lnTo>
                  <a:pt x="1050" y="816"/>
                </a:lnTo>
                <a:lnTo>
                  <a:pt x="1049" y="815"/>
                </a:lnTo>
                <a:lnTo>
                  <a:pt x="1048" y="815"/>
                </a:lnTo>
                <a:lnTo>
                  <a:pt x="1048" y="816"/>
                </a:lnTo>
                <a:lnTo>
                  <a:pt x="1047" y="816"/>
                </a:lnTo>
                <a:lnTo>
                  <a:pt x="1046" y="815"/>
                </a:lnTo>
                <a:lnTo>
                  <a:pt x="1045" y="815"/>
                </a:lnTo>
                <a:lnTo>
                  <a:pt x="1044" y="815"/>
                </a:lnTo>
                <a:lnTo>
                  <a:pt x="1043" y="815"/>
                </a:lnTo>
                <a:lnTo>
                  <a:pt x="1043" y="814"/>
                </a:lnTo>
                <a:lnTo>
                  <a:pt x="1043" y="813"/>
                </a:lnTo>
                <a:lnTo>
                  <a:pt x="1042" y="813"/>
                </a:lnTo>
                <a:lnTo>
                  <a:pt x="1042" y="812"/>
                </a:lnTo>
                <a:lnTo>
                  <a:pt x="1041" y="812"/>
                </a:lnTo>
                <a:lnTo>
                  <a:pt x="1041" y="811"/>
                </a:lnTo>
                <a:lnTo>
                  <a:pt x="1040" y="811"/>
                </a:lnTo>
                <a:lnTo>
                  <a:pt x="1040" y="810"/>
                </a:lnTo>
                <a:lnTo>
                  <a:pt x="1039" y="810"/>
                </a:lnTo>
                <a:lnTo>
                  <a:pt x="1038" y="810"/>
                </a:lnTo>
                <a:lnTo>
                  <a:pt x="1038" y="809"/>
                </a:lnTo>
                <a:lnTo>
                  <a:pt x="1037" y="809"/>
                </a:lnTo>
                <a:lnTo>
                  <a:pt x="1036" y="809"/>
                </a:lnTo>
                <a:lnTo>
                  <a:pt x="1035" y="809"/>
                </a:lnTo>
                <a:lnTo>
                  <a:pt x="1035" y="810"/>
                </a:lnTo>
                <a:lnTo>
                  <a:pt x="1034" y="810"/>
                </a:lnTo>
                <a:lnTo>
                  <a:pt x="1033" y="810"/>
                </a:lnTo>
                <a:lnTo>
                  <a:pt x="1032" y="809"/>
                </a:lnTo>
                <a:lnTo>
                  <a:pt x="1032" y="808"/>
                </a:lnTo>
                <a:lnTo>
                  <a:pt x="1031" y="808"/>
                </a:lnTo>
                <a:lnTo>
                  <a:pt x="1031" y="809"/>
                </a:lnTo>
                <a:lnTo>
                  <a:pt x="1031" y="808"/>
                </a:lnTo>
                <a:lnTo>
                  <a:pt x="1030" y="808"/>
                </a:lnTo>
                <a:lnTo>
                  <a:pt x="1030" y="809"/>
                </a:lnTo>
                <a:lnTo>
                  <a:pt x="1029" y="809"/>
                </a:lnTo>
                <a:lnTo>
                  <a:pt x="1029" y="808"/>
                </a:lnTo>
                <a:lnTo>
                  <a:pt x="1028" y="808"/>
                </a:lnTo>
                <a:lnTo>
                  <a:pt x="1027" y="808"/>
                </a:lnTo>
                <a:lnTo>
                  <a:pt x="1027" y="807"/>
                </a:lnTo>
                <a:lnTo>
                  <a:pt x="1026" y="807"/>
                </a:lnTo>
                <a:lnTo>
                  <a:pt x="1026" y="806"/>
                </a:lnTo>
                <a:lnTo>
                  <a:pt x="1025" y="806"/>
                </a:lnTo>
                <a:lnTo>
                  <a:pt x="1024" y="806"/>
                </a:lnTo>
                <a:lnTo>
                  <a:pt x="1024" y="805"/>
                </a:lnTo>
                <a:lnTo>
                  <a:pt x="1024" y="804"/>
                </a:lnTo>
                <a:lnTo>
                  <a:pt x="1023" y="804"/>
                </a:lnTo>
                <a:lnTo>
                  <a:pt x="1022" y="804"/>
                </a:lnTo>
                <a:lnTo>
                  <a:pt x="1022" y="803"/>
                </a:lnTo>
                <a:lnTo>
                  <a:pt x="1021" y="803"/>
                </a:lnTo>
                <a:lnTo>
                  <a:pt x="1020" y="803"/>
                </a:lnTo>
                <a:lnTo>
                  <a:pt x="1020" y="802"/>
                </a:lnTo>
                <a:lnTo>
                  <a:pt x="1019" y="802"/>
                </a:lnTo>
                <a:lnTo>
                  <a:pt x="1019" y="801"/>
                </a:lnTo>
                <a:lnTo>
                  <a:pt x="1019" y="800"/>
                </a:lnTo>
                <a:lnTo>
                  <a:pt x="1019" y="799"/>
                </a:lnTo>
                <a:lnTo>
                  <a:pt x="1018" y="799"/>
                </a:lnTo>
                <a:lnTo>
                  <a:pt x="1018" y="798"/>
                </a:lnTo>
                <a:lnTo>
                  <a:pt x="1018" y="797"/>
                </a:lnTo>
                <a:lnTo>
                  <a:pt x="1017" y="797"/>
                </a:lnTo>
                <a:lnTo>
                  <a:pt x="1017" y="796"/>
                </a:lnTo>
                <a:lnTo>
                  <a:pt x="1017" y="795"/>
                </a:lnTo>
                <a:lnTo>
                  <a:pt x="1016" y="795"/>
                </a:lnTo>
                <a:lnTo>
                  <a:pt x="1016" y="794"/>
                </a:lnTo>
                <a:lnTo>
                  <a:pt x="1015" y="794"/>
                </a:lnTo>
                <a:lnTo>
                  <a:pt x="1014" y="794"/>
                </a:lnTo>
                <a:lnTo>
                  <a:pt x="1013" y="794"/>
                </a:lnTo>
                <a:lnTo>
                  <a:pt x="1013" y="793"/>
                </a:lnTo>
                <a:lnTo>
                  <a:pt x="1012" y="793"/>
                </a:lnTo>
                <a:lnTo>
                  <a:pt x="1011" y="793"/>
                </a:lnTo>
                <a:lnTo>
                  <a:pt x="1010" y="793"/>
                </a:lnTo>
                <a:lnTo>
                  <a:pt x="1010" y="792"/>
                </a:lnTo>
                <a:lnTo>
                  <a:pt x="1009" y="792"/>
                </a:lnTo>
                <a:lnTo>
                  <a:pt x="1009" y="791"/>
                </a:lnTo>
                <a:lnTo>
                  <a:pt x="1008" y="791"/>
                </a:lnTo>
                <a:lnTo>
                  <a:pt x="1007" y="791"/>
                </a:lnTo>
                <a:lnTo>
                  <a:pt x="1007" y="790"/>
                </a:lnTo>
                <a:lnTo>
                  <a:pt x="1008" y="789"/>
                </a:lnTo>
                <a:lnTo>
                  <a:pt x="1008" y="788"/>
                </a:lnTo>
                <a:lnTo>
                  <a:pt x="1007" y="788"/>
                </a:lnTo>
                <a:lnTo>
                  <a:pt x="1007" y="787"/>
                </a:lnTo>
                <a:lnTo>
                  <a:pt x="1007" y="786"/>
                </a:lnTo>
                <a:lnTo>
                  <a:pt x="1006" y="785"/>
                </a:lnTo>
                <a:lnTo>
                  <a:pt x="1006" y="786"/>
                </a:lnTo>
                <a:lnTo>
                  <a:pt x="1005" y="785"/>
                </a:lnTo>
                <a:lnTo>
                  <a:pt x="1004" y="785"/>
                </a:lnTo>
                <a:lnTo>
                  <a:pt x="1003" y="785"/>
                </a:lnTo>
                <a:lnTo>
                  <a:pt x="1002" y="785"/>
                </a:lnTo>
                <a:lnTo>
                  <a:pt x="1001" y="785"/>
                </a:lnTo>
                <a:lnTo>
                  <a:pt x="1000" y="785"/>
                </a:lnTo>
                <a:lnTo>
                  <a:pt x="999" y="785"/>
                </a:lnTo>
                <a:lnTo>
                  <a:pt x="998" y="785"/>
                </a:lnTo>
                <a:lnTo>
                  <a:pt x="997" y="785"/>
                </a:lnTo>
                <a:lnTo>
                  <a:pt x="996" y="785"/>
                </a:lnTo>
                <a:lnTo>
                  <a:pt x="995" y="785"/>
                </a:lnTo>
                <a:lnTo>
                  <a:pt x="995" y="787"/>
                </a:lnTo>
                <a:lnTo>
                  <a:pt x="994" y="789"/>
                </a:lnTo>
                <a:lnTo>
                  <a:pt x="994" y="790"/>
                </a:lnTo>
                <a:lnTo>
                  <a:pt x="993" y="790"/>
                </a:lnTo>
                <a:lnTo>
                  <a:pt x="993" y="791"/>
                </a:lnTo>
                <a:lnTo>
                  <a:pt x="992" y="791"/>
                </a:lnTo>
                <a:lnTo>
                  <a:pt x="992" y="792"/>
                </a:lnTo>
                <a:lnTo>
                  <a:pt x="991" y="792"/>
                </a:lnTo>
                <a:lnTo>
                  <a:pt x="991" y="793"/>
                </a:lnTo>
                <a:lnTo>
                  <a:pt x="990" y="793"/>
                </a:lnTo>
                <a:lnTo>
                  <a:pt x="989" y="793"/>
                </a:lnTo>
                <a:lnTo>
                  <a:pt x="989" y="794"/>
                </a:lnTo>
                <a:lnTo>
                  <a:pt x="988" y="794"/>
                </a:lnTo>
                <a:lnTo>
                  <a:pt x="988" y="795"/>
                </a:lnTo>
                <a:lnTo>
                  <a:pt x="988" y="796"/>
                </a:lnTo>
                <a:lnTo>
                  <a:pt x="987" y="796"/>
                </a:lnTo>
                <a:lnTo>
                  <a:pt x="987" y="797"/>
                </a:lnTo>
                <a:lnTo>
                  <a:pt x="987" y="798"/>
                </a:lnTo>
                <a:lnTo>
                  <a:pt x="986" y="798"/>
                </a:lnTo>
                <a:lnTo>
                  <a:pt x="986" y="799"/>
                </a:lnTo>
                <a:lnTo>
                  <a:pt x="985" y="799"/>
                </a:lnTo>
                <a:lnTo>
                  <a:pt x="985" y="800"/>
                </a:lnTo>
                <a:lnTo>
                  <a:pt x="984" y="800"/>
                </a:lnTo>
                <a:lnTo>
                  <a:pt x="983" y="801"/>
                </a:lnTo>
                <a:lnTo>
                  <a:pt x="983" y="802"/>
                </a:lnTo>
                <a:lnTo>
                  <a:pt x="982" y="802"/>
                </a:lnTo>
                <a:lnTo>
                  <a:pt x="982" y="803"/>
                </a:lnTo>
                <a:lnTo>
                  <a:pt x="982" y="804"/>
                </a:lnTo>
                <a:lnTo>
                  <a:pt x="981" y="804"/>
                </a:lnTo>
                <a:lnTo>
                  <a:pt x="980" y="804"/>
                </a:lnTo>
                <a:lnTo>
                  <a:pt x="979" y="804"/>
                </a:lnTo>
                <a:lnTo>
                  <a:pt x="978" y="805"/>
                </a:lnTo>
                <a:lnTo>
                  <a:pt x="977" y="805"/>
                </a:lnTo>
                <a:lnTo>
                  <a:pt x="976" y="805"/>
                </a:lnTo>
                <a:lnTo>
                  <a:pt x="975" y="805"/>
                </a:lnTo>
                <a:lnTo>
                  <a:pt x="974" y="805"/>
                </a:lnTo>
                <a:lnTo>
                  <a:pt x="974" y="806"/>
                </a:lnTo>
                <a:lnTo>
                  <a:pt x="974" y="807"/>
                </a:lnTo>
                <a:lnTo>
                  <a:pt x="974" y="808"/>
                </a:lnTo>
                <a:lnTo>
                  <a:pt x="975" y="808"/>
                </a:lnTo>
                <a:lnTo>
                  <a:pt x="975" y="809"/>
                </a:lnTo>
                <a:lnTo>
                  <a:pt x="975" y="810"/>
                </a:lnTo>
                <a:lnTo>
                  <a:pt x="975" y="811"/>
                </a:lnTo>
                <a:lnTo>
                  <a:pt x="975" y="812"/>
                </a:lnTo>
                <a:lnTo>
                  <a:pt x="974" y="812"/>
                </a:lnTo>
                <a:lnTo>
                  <a:pt x="974" y="813"/>
                </a:lnTo>
                <a:lnTo>
                  <a:pt x="973" y="813"/>
                </a:lnTo>
                <a:lnTo>
                  <a:pt x="973" y="812"/>
                </a:lnTo>
                <a:lnTo>
                  <a:pt x="971" y="812"/>
                </a:lnTo>
                <a:lnTo>
                  <a:pt x="971" y="813"/>
                </a:lnTo>
                <a:lnTo>
                  <a:pt x="970" y="814"/>
                </a:lnTo>
                <a:lnTo>
                  <a:pt x="970" y="815"/>
                </a:lnTo>
                <a:lnTo>
                  <a:pt x="969" y="816"/>
                </a:lnTo>
                <a:lnTo>
                  <a:pt x="968" y="816"/>
                </a:lnTo>
                <a:lnTo>
                  <a:pt x="967" y="816"/>
                </a:lnTo>
                <a:lnTo>
                  <a:pt x="967" y="815"/>
                </a:lnTo>
                <a:lnTo>
                  <a:pt x="966" y="814"/>
                </a:lnTo>
                <a:lnTo>
                  <a:pt x="966" y="813"/>
                </a:lnTo>
                <a:lnTo>
                  <a:pt x="965" y="813"/>
                </a:lnTo>
                <a:lnTo>
                  <a:pt x="965" y="812"/>
                </a:lnTo>
                <a:lnTo>
                  <a:pt x="964" y="812"/>
                </a:lnTo>
                <a:lnTo>
                  <a:pt x="963" y="812"/>
                </a:lnTo>
                <a:lnTo>
                  <a:pt x="963" y="811"/>
                </a:lnTo>
                <a:lnTo>
                  <a:pt x="962" y="811"/>
                </a:lnTo>
                <a:lnTo>
                  <a:pt x="961" y="811"/>
                </a:lnTo>
                <a:lnTo>
                  <a:pt x="961" y="810"/>
                </a:lnTo>
                <a:lnTo>
                  <a:pt x="960" y="810"/>
                </a:lnTo>
                <a:lnTo>
                  <a:pt x="958" y="810"/>
                </a:lnTo>
                <a:lnTo>
                  <a:pt x="958" y="809"/>
                </a:lnTo>
                <a:lnTo>
                  <a:pt x="957" y="809"/>
                </a:lnTo>
                <a:lnTo>
                  <a:pt x="957" y="810"/>
                </a:lnTo>
                <a:lnTo>
                  <a:pt x="956" y="810"/>
                </a:lnTo>
                <a:lnTo>
                  <a:pt x="956" y="811"/>
                </a:lnTo>
                <a:lnTo>
                  <a:pt x="955" y="811"/>
                </a:lnTo>
                <a:lnTo>
                  <a:pt x="954" y="811"/>
                </a:lnTo>
                <a:lnTo>
                  <a:pt x="953" y="811"/>
                </a:lnTo>
                <a:lnTo>
                  <a:pt x="953" y="810"/>
                </a:lnTo>
                <a:lnTo>
                  <a:pt x="952" y="810"/>
                </a:lnTo>
                <a:lnTo>
                  <a:pt x="952" y="809"/>
                </a:lnTo>
                <a:lnTo>
                  <a:pt x="951" y="809"/>
                </a:lnTo>
                <a:lnTo>
                  <a:pt x="950" y="809"/>
                </a:lnTo>
                <a:lnTo>
                  <a:pt x="949" y="809"/>
                </a:lnTo>
                <a:lnTo>
                  <a:pt x="949" y="808"/>
                </a:lnTo>
                <a:lnTo>
                  <a:pt x="948" y="808"/>
                </a:lnTo>
                <a:lnTo>
                  <a:pt x="948" y="807"/>
                </a:lnTo>
                <a:lnTo>
                  <a:pt x="947" y="807"/>
                </a:lnTo>
                <a:lnTo>
                  <a:pt x="946" y="806"/>
                </a:lnTo>
                <a:lnTo>
                  <a:pt x="946" y="805"/>
                </a:lnTo>
                <a:lnTo>
                  <a:pt x="945" y="805"/>
                </a:lnTo>
                <a:lnTo>
                  <a:pt x="945" y="804"/>
                </a:lnTo>
                <a:lnTo>
                  <a:pt x="946" y="804"/>
                </a:lnTo>
                <a:lnTo>
                  <a:pt x="946" y="803"/>
                </a:lnTo>
                <a:lnTo>
                  <a:pt x="946" y="802"/>
                </a:lnTo>
                <a:lnTo>
                  <a:pt x="946" y="801"/>
                </a:lnTo>
                <a:lnTo>
                  <a:pt x="946" y="800"/>
                </a:lnTo>
                <a:lnTo>
                  <a:pt x="945" y="800"/>
                </a:lnTo>
                <a:lnTo>
                  <a:pt x="944" y="800"/>
                </a:lnTo>
                <a:lnTo>
                  <a:pt x="942" y="800"/>
                </a:lnTo>
                <a:lnTo>
                  <a:pt x="942" y="799"/>
                </a:lnTo>
                <a:lnTo>
                  <a:pt x="941" y="799"/>
                </a:lnTo>
                <a:lnTo>
                  <a:pt x="941" y="798"/>
                </a:lnTo>
                <a:lnTo>
                  <a:pt x="942" y="798"/>
                </a:lnTo>
                <a:lnTo>
                  <a:pt x="942" y="797"/>
                </a:lnTo>
                <a:lnTo>
                  <a:pt x="941" y="797"/>
                </a:lnTo>
                <a:lnTo>
                  <a:pt x="941" y="796"/>
                </a:lnTo>
                <a:lnTo>
                  <a:pt x="941" y="794"/>
                </a:lnTo>
                <a:lnTo>
                  <a:pt x="940" y="794"/>
                </a:lnTo>
                <a:lnTo>
                  <a:pt x="940" y="793"/>
                </a:lnTo>
                <a:lnTo>
                  <a:pt x="939" y="793"/>
                </a:lnTo>
                <a:lnTo>
                  <a:pt x="938" y="792"/>
                </a:lnTo>
                <a:lnTo>
                  <a:pt x="938" y="793"/>
                </a:lnTo>
                <a:lnTo>
                  <a:pt x="937" y="793"/>
                </a:lnTo>
                <a:lnTo>
                  <a:pt x="935" y="793"/>
                </a:lnTo>
                <a:lnTo>
                  <a:pt x="934" y="792"/>
                </a:lnTo>
                <a:lnTo>
                  <a:pt x="933" y="792"/>
                </a:lnTo>
                <a:lnTo>
                  <a:pt x="932" y="792"/>
                </a:lnTo>
                <a:lnTo>
                  <a:pt x="931" y="791"/>
                </a:lnTo>
                <a:lnTo>
                  <a:pt x="930" y="791"/>
                </a:lnTo>
                <a:lnTo>
                  <a:pt x="929" y="791"/>
                </a:lnTo>
                <a:lnTo>
                  <a:pt x="928" y="791"/>
                </a:lnTo>
                <a:lnTo>
                  <a:pt x="927" y="791"/>
                </a:lnTo>
                <a:lnTo>
                  <a:pt x="926" y="791"/>
                </a:lnTo>
                <a:lnTo>
                  <a:pt x="925" y="790"/>
                </a:lnTo>
                <a:lnTo>
                  <a:pt x="924" y="790"/>
                </a:lnTo>
                <a:lnTo>
                  <a:pt x="924" y="791"/>
                </a:lnTo>
                <a:lnTo>
                  <a:pt x="924" y="792"/>
                </a:lnTo>
                <a:lnTo>
                  <a:pt x="924" y="793"/>
                </a:lnTo>
                <a:lnTo>
                  <a:pt x="923" y="793"/>
                </a:lnTo>
                <a:lnTo>
                  <a:pt x="923" y="794"/>
                </a:lnTo>
                <a:lnTo>
                  <a:pt x="923" y="795"/>
                </a:lnTo>
                <a:lnTo>
                  <a:pt x="923" y="796"/>
                </a:lnTo>
                <a:lnTo>
                  <a:pt x="923" y="797"/>
                </a:lnTo>
                <a:lnTo>
                  <a:pt x="923" y="798"/>
                </a:lnTo>
                <a:lnTo>
                  <a:pt x="922" y="799"/>
                </a:lnTo>
                <a:lnTo>
                  <a:pt x="922" y="802"/>
                </a:lnTo>
                <a:lnTo>
                  <a:pt x="921" y="803"/>
                </a:lnTo>
                <a:lnTo>
                  <a:pt x="921" y="804"/>
                </a:lnTo>
                <a:lnTo>
                  <a:pt x="920" y="805"/>
                </a:lnTo>
                <a:lnTo>
                  <a:pt x="919" y="807"/>
                </a:lnTo>
                <a:lnTo>
                  <a:pt x="918" y="808"/>
                </a:lnTo>
                <a:lnTo>
                  <a:pt x="918" y="809"/>
                </a:lnTo>
                <a:lnTo>
                  <a:pt x="917" y="809"/>
                </a:lnTo>
                <a:lnTo>
                  <a:pt x="917" y="810"/>
                </a:lnTo>
                <a:lnTo>
                  <a:pt x="916" y="811"/>
                </a:lnTo>
                <a:lnTo>
                  <a:pt x="916" y="812"/>
                </a:lnTo>
                <a:lnTo>
                  <a:pt x="915" y="812"/>
                </a:lnTo>
                <a:lnTo>
                  <a:pt x="915" y="813"/>
                </a:lnTo>
                <a:lnTo>
                  <a:pt x="914" y="813"/>
                </a:lnTo>
                <a:lnTo>
                  <a:pt x="914" y="814"/>
                </a:lnTo>
                <a:lnTo>
                  <a:pt x="914" y="815"/>
                </a:lnTo>
                <a:lnTo>
                  <a:pt x="915" y="816"/>
                </a:lnTo>
                <a:lnTo>
                  <a:pt x="916" y="816"/>
                </a:lnTo>
                <a:lnTo>
                  <a:pt x="916" y="817"/>
                </a:lnTo>
                <a:lnTo>
                  <a:pt x="917" y="817"/>
                </a:lnTo>
                <a:lnTo>
                  <a:pt x="916" y="817"/>
                </a:lnTo>
                <a:lnTo>
                  <a:pt x="916" y="818"/>
                </a:lnTo>
                <a:lnTo>
                  <a:pt x="917" y="818"/>
                </a:lnTo>
                <a:lnTo>
                  <a:pt x="917" y="819"/>
                </a:lnTo>
                <a:lnTo>
                  <a:pt x="916" y="819"/>
                </a:lnTo>
                <a:lnTo>
                  <a:pt x="916" y="820"/>
                </a:lnTo>
                <a:lnTo>
                  <a:pt x="916" y="821"/>
                </a:lnTo>
                <a:lnTo>
                  <a:pt x="916" y="822"/>
                </a:lnTo>
                <a:lnTo>
                  <a:pt x="915" y="823"/>
                </a:lnTo>
                <a:lnTo>
                  <a:pt x="914" y="823"/>
                </a:lnTo>
                <a:lnTo>
                  <a:pt x="913" y="824"/>
                </a:lnTo>
                <a:lnTo>
                  <a:pt x="912" y="824"/>
                </a:lnTo>
                <a:lnTo>
                  <a:pt x="911" y="824"/>
                </a:lnTo>
                <a:lnTo>
                  <a:pt x="911" y="825"/>
                </a:lnTo>
                <a:lnTo>
                  <a:pt x="910" y="825"/>
                </a:lnTo>
                <a:lnTo>
                  <a:pt x="910" y="826"/>
                </a:lnTo>
                <a:lnTo>
                  <a:pt x="909" y="826"/>
                </a:lnTo>
                <a:lnTo>
                  <a:pt x="909" y="827"/>
                </a:lnTo>
                <a:lnTo>
                  <a:pt x="908" y="827"/>
                </a:lnTo>
                <a:lnTo>
                  <a:pt x="907" y="827"/>
                </a:lnTo>
                <a:lnTo>
                  <a:pt x="906" y="828"/>
                </a:lnTo>
                <a:lnTo>
                  <a:pt x="906" y="829"/>
                </a:lnTo>
                <a:lnTo>
                  <a:pt x="905" y="829"/>
                </a:lnTo>
                <a:lnTo>
                  <a:pt x="904" y="829"/>
                </a:lnTo>
                <a:lnTo>
                  <a:pt x="903" y="829"/>
                </a:lnTo>
                <a:lnTo>
                  <a:pt x="903" y="830"/>
                </a:lnTo>
                <a:lnTo>
                  <a:pt x="902" y="830"/>
                </a:lnTo>
                <a:lnTo>
                  <a:pt x="902" y="831"/>
                </a:lnTo>
                <a:lnTo>
                  <a:pt x="901" y="831"/>
                </a:lnTo>
                <a:lnTo>
                  <a:pt x="901" y="832"/>
                </a:lnTo>
                <a:lnTo>
                  <a:pt x="900" y="833"/>
                </a:lnTo>
                <a:lnTo>
                  <a:pt x="900" y="834"/>
                </a:lnTo>
                <a:lnTo>
                  <a:pt x="899" y="834"/>
                </a:lnTo>
                <a:lnTo>
                  <a:pt x="898" y="834"/>
                </a:lnTo>
                <a:lnTo>
                  <a:pt x="898" y="835"/>
                </a:lnTo>
                <a:lnTo>
                  <a:pt x="897" y="835"/>
                </a:lnTo>
                <a:lnTo>
                  <a:pt x="896" y="835"/>
                </a:lnTo>
                <a:lnTo>
                  <a:pt x="896" y="836"/>
                </a:lnTo>
                <a:lnTo>
                  <a:pt x="895" y="836"/>
                </a:lnTo>
                <a:lnTo>
                  <a:pt x="894" y="836"/>
                </a:lnTo>
                <a:lnTo>
                  <a:pt x="894" y="837"/>
                </a:lnTo>
                <a:lnTo>
                  <a:pt x="894" y="838"/>
                </a:lnTo>
                <a:lnTo>
                  <a:pt x="893" y="838"/>
                </a:lnTo>
                <a:lnTo>
                  <a:pt x="892" y="839"/>
                </a:lnTo>
                <a:lnTo>
                  <a:pt x="891" y="839"/>
                </a:lnTo>
                <a:lnTo>
                  <a:pt x="891" y="840"/>
                </a:lnTo>
                <a:lnTo>
                  <a:pt x="890" y="840"/>
                </a:lnTo>
                <a:lnTo>
                  <a:pt x="890" y="841"/>
                </a:lnTo>
                <a:lnTo>
                  <a:pt x="890" y="840"/>
                </a:lnTo>
                <a:lnTo>
                  <a:pt x="889" y="840"/>
                </a:lnTo>
                <a:lnTo>
                  <a:pt x="889" y="839"/>
                </a:lnTo>
                <a:lnTo>
                  <a:pt x="889" y="838"/>
                </a:lnTo>
                <a:lnTo>
                  <a:pt x="888" y="838"/>
                </a:lnTo>
                <a:lnTo>
                  <a:pt x="888" y="837"/>
                </a:lnTo>
                <a:lnTo>
                  <a:pt x="887" y="837"/>
                </a:lnTo>
                <a:lnTo>
                  <a:pt x="887" y="836"/>
                </a:lnTo>
                <a:lnTo>
                  <a:pt x="887" y="835"/>
                </a:lnTo>
                <a:lnTo>
                  <a:pt x="887" y="834"/>
                </a:lnTo>
                <a:lnTo>
                  <a:pt x="886" y="833"/>
                </a:lnTo>
                <a:lnTo>
                  <a:pt x="884" y="833"/>
                </a:lnTo>
                <a:lnTo>
                  <a:pt x="883" y="833"/>
                </a:lnTo>
                <a:lnTo>
                  <a:pt x="883" y="832"/>
                </a:lnTo>
                <a:lnTo>
                  <a:pt x="882" y="831"/>
                </a:lnTo>
                <a:lnTo>
                  <a:pt x="882" y="830"/>
                </a:lnTo>
                <a:lnTo>
                  <a:pt x="882" y="831"/>
                </a:lnTo>
                <a:lnTo>
                  <a:pt x="882" y="830"/>
                </a:lnTo>
                <a:lnTo>
                  <a:pt x="881" y="830"/>
                </a:lnTo>
                <a:lnTo>
                  <a:pt x="881" y="831"/>
                </a:lnTo>
                <a:lnTo>
                  <a:pt x="881" y="830"/>
                </a:lnTo>
                <a:lnTo>
                  <a:pt x="880" y="829"/>
                </a:lnTo>
                <a:lnTo>
                  <a:pt x="880" y="828"/>
                </a:lnTo>
                <a:lnTo>
                  <a:pt x="880" y="827"/>
                </a:lnTo>
                <a:lnTo>
                  <a:pt x="880" y="826"/>
                </a:lnTo>
                <a:lnTo>
                  <a:pt x="879" y="826"/>
                </a:lnTo>
                <a:lnTo>
                  <a:pt x="879" y="825"/>
                </a:lnTo>
                <a:lnTo>
                  <a:pt x="878" y="825"/>
                </a:lnTo>
                <a:lnTo>
                  <a:pt x="878" y="824"/>
                </a:lnTo>
                <a:lnTo>
                  <a:pt x="877" y="824"/>
                </a:lnTo>
                <a:lnTo>
                  <a:pt x="876" y="824"/>
                </a:lnTo>
                <a:lnTo>
                  <a:pt x="875" y="824"/>
                </a:lnTo>
                <a:lnTo>
                  <a:pt x="873" y="824"/>
                </a:lnTo>
                <a:lnTo>
                  <a:pt x="873" y="823"/>
                </a:lnTo>
                <a:lnTo>
                  <a:pt x="872" y="823"/>
                </a:lnTo>
                <a:lnTo>
                  <a:pt x="871" y="823"/>
                </a:lnTo>
                <a:lnTo>
                  <a:pt x="871" y="822"/>
                </a:lnTo>
                <a:lnTo>
                  <a:pt x="870" y="822"/>
                </a:lnTo>
                <a:lnTo>
                  <a:pt x="870" y="821"/>
                </a:lnTo>
                <a:lnTo>
                  <a:pt x="870" y="820"/>
                </a:lnTo>
                <a:lnTo>
                  <a:pt x="870" y="821"/>
                </a:lnTo>
                <a:lnTo>
                  <a:pt x="869" y="821"/>
                </a:lnTo>
                <a:lnTo>
                  <a:pt x="868" y="821"/>
                </a:lnTo>
                <a:lnTo>
                  <a:pt x="868" y="820"/>
                </a:lnTo>
                <a:lnTo>
                  <a:pt x="867" y="820"/>
                </a:lnTo>
                <a:lnTo>
                  <a:pt x="867" y="819"/>
                </a:lnTo>
                <a:lnTo>
                  <a:pt x="866" y="819"/>
                </a:lnTo>
                <a:lnTo>
                  <a:pt x="865" y="819"/>
                </a:lnTo>
                <a:lnTo>
                  <a:pt x="865" y="818"/>
                </a:lnTo>
                <a:lnTo>
                  <a:pt x="865" y="819"/>
                </a:lnTo>
                <a:lnTo>
                  <a:pt x="864" y="819"/>
                </a:lnTo>
                <a:lnTo>
                  <a:pt x="863" y="819"/>
                </a:lnTo>
                <a:lnTo>
                  <a:pt x="863" y="818"/>
                </a:lnTo>
                <a:lnTo>
                  <a:pt x="862" y="818"/>
                </a:lnTo>
                <a:lnTo>
                  <a:pt x="862" y="817"/>
                </a:lnTo>
                <a:lnTo>
                  <a:pt x="861" y="817"/>
                </a:lnTo>
                <a:lnTo>
                  <a:pt x="861" y="816"/>
                </a:lnTo>
                <a:lnTo>
                  <a:pt x="860" y="816"/>
                </a:lnTo>
                <a:lnTo>
                  <a:pt x="860" y="815"/>
                </a:lnTo>
                <a:lnTo>
                  <a:pt x="859" y="815"/>
                </a:lnTo>
                <a:lnTo>
                  <a:pt x="858" y="815"/>
                </a:lnTo>
                <a:lnTo>
                  <a:pt x="858" y="814"/>
                </a:lnTo>
                <a:lnTo>
                  <a:pt x="857" y="814"/>
                </a:lnTo>
                <a:lnTo>
                  <a:pt x="856" y="813"/>
                </a:lnTo>
                <a:lnTo>
                  <a:pt x="856" y="812"/>
                </a:lnTo>
                <a:lnTo>
                  <a:pt x="855" y="812"/>
                </a:lnTo>
                <a:lnTo>
                  <a:pt x="855" y="811"/>
                </a:lnTo>
                <a:lnTo>
                  <a:pt x="855" y="810"/>
                </a:lnTo>
                <a:lnTo>
                  <a:pt x="854" y="810"/>
                </a:lnTo>
                <a:lnTo>
                  <a:pt x="854" y="809"/>
                </a:lnTo>
                <a:lnTo>
                  <a:pt x="853" y="810"/>
                </a:lnTo>
                <a:lnTo>
                  <a:pt x="852" y="810"/>
                </a:lnTo>
                <a:lnTo>
                  <a:pt x="852" y="809"/>
                </a:lnTo>
                <a:lnTo>
                  <a:pt x="851" y="809"/>
                </a:lnTo>
                <a:lnTo>
                  <a:pt x="851" y="808"/>
                </a:lnTo>
                <a:lnTo>
                  <a:pt x="850" y="808"/>
                </a:lnTo>
                <a:lnTo>
                  <a:pt x="850" y="807"/>
                </a:lnTo>
                <a:lnTo>
                  <a:pt x="849" y="807"/>
                </a:lnTo>
                <a:lnTo>
                  <a:pt x="849" y="806"/>
                </a:lnTo>
                <a:lnTo>
                  <a:pt x="848" y="806"/>
                </a:lnTo>
                <a:lnTo>
                  <a:pt x="848" y="805"/>
                </a:lnTo>
                <a:lnTo>
                  <a:pt x="848" y="806"/>
                </a:lnTo>
                <a:lnTo>
                  <a:pt x="847" y="806"/>
                </a:lnTo>
                <a:lnTo>
                  <a:pt x="846" y="806"/>
                </a:lnTo>
                <a:lnTo>
                  <a:pt x="846" y="805"/>
                </a:lnTo>
                <a:lnTo>
                  <a:pt x="845" y="805"/>
                </a:lnTo>
                <a:lnTo>
                  <a:pt x="844" y="805"/>
                </a:lnTo>
                <a:lnTo>
                  <a:pt x="843" y="805"/>
                </a:lnTo>
                <a:lnTo>
                  <a:pt x="842" y="805"/>
                </a:lnTo>
                <a:lnTo>
                  <a:pt x="841" y="804"/>
                </a:lnTo>
                <a:lnTo>
                  <a:pt x="840" y="804"/>
                </a:lnTo>
                <a:lnTo>
                  <a:pt x="840" y="803"/>
                </a:lnTo>
                <a:lnTo>
                  <a:pt x="839" y="803"/>
                </a:lnTo>
                <a:lnTo>
                  <a:pt x="839" y="802"/>
                </a:lnTo>
                <a:lnTo>
                  <a:pt x="839" y="801"/>
                </a:lnTo>
                <a:lnTo>
                  <a:pt x="838" y="801"/>
                </a:lnTo>
                <a:lnTo>
                  <a:pt x="837" y="801"/>
                </a:lnTo>
                <a:lnTo>
                  <a:pt x="836" y="801"/>
                </a:lnTo>
                <a:lnTo>
                  <a:pt x="836" y="800"/>
                </a:lnTo>
                <a:lnTo>
                  <a:pt x="836" y="799"/>
                </a:lnTo>
                <a:lnTo>
                  <a:pt x="835" y="799"/>
                </a:lnTo>
                <a:lnTo>
                  <a:pt x="834" y="799"/>
                </a:lnTo>
                <a:lnTo>
                  <a:pt x="833" y="799"/>
                </a:lnTo>
                <a:lnTo>
                  <a:pt x="832" y="798"/>
                </a:lnTo>
                <a:lnTo>
                  <a:pt x="830" y="798"/>
                </a:lnTo>
                <a:lnTo>
                  <a:pt x="829" y="798"/>
                </a:lnTo>
                <a:lnTo>
                  <a:pt x="829" y="797"/>
                </a:lnTo>
                <a:lnTo>
                  <a:pt x="828" y="797"/>
                </a:lnTo>
                <a:lnTo>
                  <a:pt x="828" y="795"/>
                </a:lnTo>
                <a:lnTo>
                  <a:pt x="828" y="794"/>
                </a:lnTo>
                <a:lnTo>
                  <a:pt x="829" y="794"/>
                </a:lnTo>
                <a:lnTo>
                  <a:pt x="829" y="793"/>
                </a:lnTo>
                <a:lnTo>
                  <a:pt x="829" y="792"/>
                </a:lnTo>
                <a:lnTo>
                  <a:pt x="829" y="791"/>
                </a:lnTo>
                <a:lnTo>
                  <a:pt x="829" y="790"/>
                </a:lnTo>
                <a:lnTo>
                  <a:pt x="828" y="790"/>
                </a:lnTo>
                <a:lnTo>
                  <a:pt x="828" y="789"/>
                </a:lnTo>
                <a:lnTo>
                  <a:pt x="827" y="789"/>
                </a:lnTo>
                <a:lnTo>
                  <a:pt x="826" y="789"/>
                </a:lnTo>
                <a:lnTo>
                  <a:pt x="826" y="788"/>
                </a:lnTo>
                <a:lnTo>
                  <a:pt x="825" y="788"/>
                </a:lnTo>
                <a:lnTo>
                  <a:pt x="825" y="787"/>
                </a:lnTo>
                <a:lnTo>
                  <a:pt x="824" y="787"/>
                </a:lnTo>
                <a:lnTo>
                  <a:pt x="823" y="787"/>
                </a:lnTo>
                <a:lnTo>
                  <a:pt x="823" y="786"/>
                </a:lnTo>
                <a:lnTo>
                  <a:pt x="823" y="785"/>
                </a:lnTo>
                <a:lnTo>
                  <a:pt x="822" y="785"/>
                </a:lnTo>
                <a:lnTo>
                  <a:pt x="821" y="785"/>
                </a:lnTo>
                <a:lnTo>
                  <a:pt x="821" y="784"/>
                </a:lnTo>
                <a:lnTo>
                  <a:pt x="820" y="785"/>
                </a:lnTo>
                <a:lnTo>
                  <a:pt x="820" y="784"/>
                </a:lnTo>
                <a:lnTo>
                  <a:pt x="819" y="784"/>
                </a:lnTo>
                <a:lnTo>
                  <a:pt x="819" y="783"/>
                </a:lnTo>
                <a:lnTo>
                  <a:pt x="818" y="783"/>
                </a:lnTo>
                <a:lnTo>
                  <a:pt x="817" y="783"/>
                </a:lnTo>
                <a:lnTo>
                  <a:pt x="817" y="782"/>
                </a:lnTo>
                <a:lnTo>
                  <a:pt x="816" y="782"/>
                </a:lnTo>
                <a:lnTo>
                  <a:pt x="815" y="782"/>
                </a:lnTo>
                <a:lnTo>
                  <a:pt x="815" y="781"/>
                </a:lnTo>
                <a:lnTo>
                  <a:pt x="815" y="780"/>
                </a:lnTo>
                <a:lnTo>
                  <a:pt x="814" y="780"/>
                </a:lnTo>
                <a:lnTo>
                  <a:pt x="813" y="780"/>
                </a:lnTo>
                <a:lnTo>
                  <a:pt x="813" y="779"/>
                </a:lnTo>
                <a:lnTo>
                  <a:pt x="812" y="779"/>
                </a:lnTo>
                <a:lnTo>
                  <a:pt x="811" y="779"/>
                </a:lnTo>
                <a:lnTo>
                  <a:pt x="811" y="778"/>
                </a:lnTo>
                <a:lnTo>
                  <a:pt x="810" y="778"/>
                </a:lnTo>
                <a:lnTo>
                  <a:pt x="810" y="777"/>
                </a:lnTo>
                <a:lnTo>
                  <a:pt x="809" y="776"/>
                </a:lnTo>
                <a:lnTo>
                  <a:pt x="808" y="775"/>
                </a:lnTo>
                <a:lnTo>
                  <a:pt x="807" y="775"/>
                </a:lnTo>
                <a:lnTo>
                  <a:pt x="806" y="775"/>
                </a:lnTo>
                <a:lnTo>
                  <a:pt x="805" y="774"/>
                </a:lnTo>
                <a:lnTo>
                  <a:pt x="804" y="774"/>
                </a:lnTo>
                <a:lnTo>
                  <a:pt x="803" y="774"/>
                </a:lnTo>
                <a:lnTo>
                  <a:pt x="802" y="774"/>
                </a:lnTo>
                <a:lnTo>
                  <a:pt x="802" y="773"/>
                </a:lnTo>
                <a:lnTo>
                  <a:pt x="801" y="773"/>
                </a:lnTo>
                <a:lnTo>
                  <a:pt x="800" y="773"/>
                </a:lnTo>
                <a:lnTo>
                  <a:pt x="800" y="772"/>
                </a:lnTo>
                <a:lnTo>
                  <a:pt x="800" y="771"/>
                </a:lnTo>
                <a:lnTo>
                  <a:pt x="800" y="770"/>
                </a:lnTo>
                <a:lnTo>
                  <a:pt x="800" y="769"/>
                </a:lnTo>
                <a:lnTo>
                  <a:pt x="799" y="769"/>
                </a:lnTo>
                <a:lnTo>
                  <a:pt x="798" y="769"/>
                </a:lnTo>
                <a:lnTo>
                  <a:pt x="798" y="768"/>
                </a:lnTo>
                <a:lnTo>
                  <a:pt x="798" y="767"/>
                </a:lnTo>
                <a:lnTo>
                  <a:pt x="798" y="766"/>
                </a:lnTo>
                <a:lnTo>
                  <a:pt x="797" y="766"/>
                </a:lnTo>
                <a:lnTo>
                  <a:pt x="797" y="765"/>
                </a:lnTo>
                <a:lnTo>
                  <a:pt x="797" y="764"/>
                </a:lnTo>
                <a:lnTo>
                  <a:pt x="796" y="764"/>
                </a:lnTo>
                <a:lnTo>
                  <a:pt x="796" y="765"/>
                </a:lnTo>
                <a:lnTo>
                  <a:pt x="795" y="765"/>
                </a:lnTo>
                <a:lnTo>
                  <a:pt x="794" y="765"/>
                </a:lnTo>
                <a:lnTo>
                  <a:pt x="793" y="765"/>
                </a:lnTo>
                <a:lnTo>
                  <a:pt x="793" y="764"/>
                </a:lnTo>
                <a:lnTo>
                  <a:pt x="793" y="763"/>
                </a:lnTo>
                <a:lnTo>
                  <a:pt x="792" y="763"/>
                </a:lnTo>
                <a:lnTo>
                  <a:pt x="791" y="763"/>
                </a:lnTo>
                <a:lnTo>
                  <a:pt x="790" y="763"/>
                </a:lnTo>
                <a:lnTo>
                  <a:pt x="790" y="762"/>
                </a:lnTo>
                <a:lnTo>
                  <a:pt x="790" y="760"/>
                </a:lnTo>
                <a:lnTo>
                  <a:pt x="789" y="760"/>
                </a:lnTo>
                <a:lnTo>
                  <a:pt x="789" y="759"/>
                </a:lnTo>
                <a:lnTo>
                  <a:pt x="788" y="759"/>
                </a:lnTo>
                <a:lnTo>
                  <a:pt x="788" y="758"/>
                </a:lnTo>
                <a:lnTo>
                  <a:pt x="787" y="757"/>
                </a:lnTo>
                <a:lnTo>
                  <a:pt x="787" y="758"/>
                </a:lnTo>
                <a:lnTo>
                  <a:pt x="786" y="757"/>
                </a:lnTo>
                <a:lnTo>
                  <a:pt x="785" y="756"/>
                </a:lnTo>
                <a:lnTo>
                  <a:pt x="783" y="757"/>
                </a:lnTo>
                <a:lnTo>
                  <a:pt x="782" y="757"/>
                </a:lnTo>
                <a:lnTo>
                  <a:pt x="781" y="756"/>
                </a:lnTo>
                <a:lnTo>
                  <a:pt x="780" y="754"/>
                </a:lnTo>
                <a:lnTo>
                  <a:pt x="780" y="753"/>
                </a:lnTo>
                <a:lnTo>
                  <a:pt x="779" y="752"/>
                </a:lnTo>
                <a:lnTo>
                  <a:pt x="779" y="751"/>
                </a:lnTo>
                <a:lnTo>
                  <a:pt x="777" y="752"/>
                </a:lnTo>
                <a:lnTo>
                  <a:pt x="774" y="752"/>
                </a:lnTo>
                <a:lnTo>
                  <a:pt x="774" y="753"/>
                </a:lnTo>
                <a:lnTo>
                  <a:pt x="774" y="754"/>
                </a:lnTo>
                <a:lnTo>
                  <a:pt x="773" y="754"/>
                </a:lnTo>
                <a:lnTo>
                  <a:pt x="772" y="753"/>
                </a:lnTo>
                <a:lnTo>
                  <a:pt x="770" y="753"/>
                </a:lnTo>
                <a:lnTo>
                  <a:pt x="769" y="751"/>
                </a:lnTo>
                <a:lnTo>
                  <a:pt x="768" y="751"/>
                </a:lnTo>
                <a:lnTo>
                  <a:pt x="766" y="751"/>
                </a:lnTo>
                <a:lnTo>
                  <a:pt x="765" y="749"/>
                </a:lnTo>
                <a:lnTo>
                  <a:pt x="764" y="749"/>
                </a:lnTo>
                <a:lnTo>
                  <a:pt x="762" y="748"/>
                </a:lnTo>
                <a:lnTo>
                  <a:pt x="760" y="747"/>
                </a:lnTo>
                <a:lnTo>
                  <a:pt x="759" y="747"/>
                </a:lnTo>
                <a:lnTo>
                  <a:pt x="759" y="745"/>
                </a:lnTo>
                <a:lnTo>
                  <a:pt x="758" y="745"/>
                </a:lnTo>
                <a:lnTo>
                  <a:pt x="756" y="745"/>
                </a:lnTo>
                <a:lnTo>
                  <a:pt x="753" y="746"/>
                </a:lnTo>
                <a:lnTo>
                  <a:pt x="752" y="746"/>
                </a:lnTo>
                <a:lnTo>
                  <a:pt x="751" y="746"/>
                </a:lnTo>
                <a:lnTo>
                  <a:pt x="751" y="745"/>
                </a:lnTo>
                <a:lnTo>
                  <a:pt x="750" y="745"/>
                </a:lnTo>
                <a:lnTo>
                  <a:pt x="750" y="744"/>
                </a:lnTo>
                <a:lnTo>
                  <a:pt x="749" y="744"/>
                </a:lnTo>
                <a:lnTo>
                  <a:pt x="748" y="744"/>
                </a:lnTo>
                <a:lnTo>
                  <a:pt x="748" y="743"/>
                </a:lnTo>
                <a:lnTo>
                  <a:pt x="748" y="744"/>
                </a:lnTo>
                <a:lnTo>
                  <a:pt x="748" y="743"/>
                </a:lnTo>
                <a:lnTo>
                  <a:pt x="748" y="744"/>
                </a:lnTo>
                <a:lnTo>
                  <a:pt x="747" y="744"/>
                </a:lnTo>
                <a:lnTo>
                  <a:pt x="747" y="743"/>
                </a:lnTo>
                <a:lnTo>
                  <a:pt x="746" y="743"/>
                </a:lnTo>
                <a:lnTo>
                  <a:pt x="746" y="744"/>
                </a:lnTo>
                <a:lnTo>
                  <a:pt x="745" y="744"/>
                </a:lnTo>
                <a:lnTo>
                  <a:pt x="744" y="744"/>
                </a:lnTo>
                <a:lnTo>
                  <a:pt x="743" y="743"/>
                </a:lnTo>
                <a:lnTo>
                  <a:pt x="742" y="743"/>
                </a:lnTo>
                <a:lnTo>
                  <a:pt x="741" y="743"/>
                </a:lnTo>
                <a:lnTo>
                  <a:pt x="740" y="742"/>
                </a:lnTo>
                <a:lnTo>
                  <a:pt x="739" y="742"/>
                </a:lnTo>
                <a:lnTo>
                  <a:pt x="738" y="742"/>
                </a:lnTo>
                <a:lnTo>
                  <a:pt x="738" y="743"/>
                </a:lnTo>
                <a:lnTo>
                  <a:pt x="737" y="743"/>
                </a:lnTo>
                <a:lnTo>
                  <a:pt x="736" y="743"/>
                </a:lnTo>
                <a:lnTo>
                  <a:pt x="735" y="743"/>
                </a:lnTo>
                <a:lnTo>
                  <a:pt x="735" y="742"/>
                </a:lnTo>
                <a:lnTo>
                  <a:pt x="735" y="741"/>
                </a:lnTo>
                <a:lnTo>
                  <a:pt x="734" y="741"/>
                </a:lnTo>
                <a:lnTo>
                  <a:pt x="733" y="741"/>
                </a:lnTo>
                <a:lnTo>
                  <a:pt x="733" y="740"/>
                </a:lnTo>
                <a:lnTo>
                  <a:pt x="732" y="740"/>
                </a:lnTo>
                <a:lnTo>
                  <a:pt x="732" y="741"/>
                </a:lnTo>
                <a:lnTo>
                  <a:pt x="732" y="740"/>
                </a:lnTo>
                <a:lnTo>
                  <a:pt x="731" y="740"/>
                </a:lnTo>
                <a:lnTo>
                  <a:pt x="730" y="740"/>
                </a:lnTo>
                <a:lnTo>
                  <a:pt x="729" y="740"/>
                </a:lnTo>
                <a:lnTo>
                  <a:pt x="728" y="740"/>
                </a:lnTo>
                <a:lnTo>
                  <a:pt x="728" y="739"/>
                </a:lnTo>
                <a:lnTo>
                  <a:pt x="727" y="740"/>
                </a:lnTo>
                <a:lnTo>
                  <a:pt x="726" y="741"/>
                </a:lnTo>
                <a:lnTo>
                  <a:pt x="725" y="741"/>
                </a:lnTo>
                <a:lnTo>
                  <a:pt x="724" y="741"/>
                </a:lnTo>
                <a:lnTo>
                  <a:pt x="723" y="741"/>
                </a:lnTo>
                <a:lnTo>
                  <a:pt x="723" y="740"/>
                </a:lnTo>
                <a:lnTo>
                  <a:pt x="723" y="741"/>
                </a:lnTo>
                <a:lnTo>
                  <a:pt x="722" y="741"/>
                </a:lnTo>
                <a:lnTo>
                  <a:pt x="721" y="741"/>
                </a:lnTo>
                <a:lnTo>
                  <a:pt x="721" y="742"/>
                </a:lnTo>
                <a:lnTo>
                  <a:pt x="720" y="742"/>
                </a:lnTo>
                <a:lnTo>
                  <a:pt x="720" y="743"/>
                </a:lnTo>
                <a:lnTo>
                  <a:pt x="721" y="743"/>
                </a:lnTo>
                <a:lnTo>
                  <a:pt x="721" y="744"/>
                </a:lnTo>
                <a:lnTo>
                  <a:pt x="721" y="745"/>
                </a:lnTo>
                <a:lnTo>
                  <a:pt x="721" y="746"/>
                </a:lnTo>
                <a:lnTo>
                  <a:pt x="722" y="746"/>
                </a:lnTo>
                <a:lnTo>
                  <a:pt x="722" y="747"/>
                </a:lnTo>
                <a:lnTo>
                  <a:pt x="723" y="746"/>
                </a:lnTo>
                <a:lnTo>
                  <a:pt x="723" y="747"/>
                </a:lnTo>
                <a:lnTo>
                  <a:pt x="724" y="748"/>
                </a:lnTo>
                <a:lnTo>
                  <a:pt x="724" y="749"/>
                </a:lnTo>
                <a:lnTo>
                  <a:pt x="725" y="750"/>
                </a:lnTo>
                <a:lnTo>
                  <a:pt x="724" y="750"/>
                </a:lnTo>
                <a:lnTo>
                  <a:pt x="724" y="752"/>
                </a:lnTo>
                <a:lnTo>
                  <a:pt x="725" y="752"/>
                </a:lnTo>
                <a:lnTo>
                  <a:pt x="726" y="752"/>
                </a:lnTo>
                <a:lnTo>
                  <a:pt x="726" y="753"/>
                </a:lnTo>
                <a:lnTo>
                  <a:pt x="727" y="754"/>
                </a:lnTo>
                <a:lnTo>
                  <a:pt x="727" y="755"/>
                </a:lnTo>
                <a:lnTo>
                  <a:pt x="726" y="755"/>
                </a:lnTo>
                <a:lnTo>
                  <a:pt x="725" y="756"/>
                </a:lnTo>
                <a:lnTo>
                  <a:pt x="725" y="757"/>
                </a:lnTo>
                <a:lnTo>
                  <a:pt x="724" y="757"/>
                </a:lnTo>
                <a:lnTo>
                  <a:pt x="725" y="757"/>
                </a:lnTo>
                <a:lnTo>
                  <a:pt x="724" y="757"/>
                </a:lnTo>
                <a:lnTo>
                  <a:pt x="724" y="758"/>
                </a:lnTo>
                <a:lnTo>
                  <a:pt x="723" y="758"/>
                </a:lnTo>
                <a:lnTo>
                  <a:pt x="723" y="759"/>
                </a:lnTo>
                <a:lnTo>
                  <a:pt x="722" y="759"/>
                </a:lnTo>
                <a:lnTo>
                  <a:pt x="722" y="760"/>
                </a:lnTo>
                <a:lnTo>
                  <a:pt x="721" y="760"/>
                </a:lnTo>
                <a:lnTo>
                  <a:pt x="721" y="761"/>
                </a:lnTo>
                <a:lnTo>
                  <a:pt x="720" y="761"/>
                </a:lnTo>
                <a:lnTo>
                  <a:pt x="720" y="762"/>
                </a:lnTo>
                <a:lnTo>
                  <a:pt x="720" y="763"/>
                </a:lnTo>
                <a:lnTo>
                  <a:pt x="720" y="764"/>
                </a:lnTo>
                <a:lnTo>
                  <a:pt x="720" y="765"/>
                </a:lnTo>
                <a:lnTo>
                  <a:pt x="719" y="766"/>
                </a:lnTo>
                <a:lnTo>
                  <a:pt x="719" y="767"/>
                </a:lnTo>
                <a:lnTo>
                  <a:pt x="718" y="767"/>
                </a:lnTo>
                <a:lnTo>
                  <a:pt x="717" y="768"/>
                </a:lnTo>
                <a:lnTo>
                  <a:pt x="718" y="768"/>
                </a:lnTo>
                <a:lnTo>
                  <a:pt x="718" y="769"/>
                </a:lnTo>
                <a:lnTo>
                  <a:pt x="718" y="770"/>
                </a:lnTo>
                <a:lnTo>
                  <a:pt x="717" y="770"/>
                </a:lnTo>
                <a:lnTo>
                  <a:pt x="717" y="771"/>
                </a:lnTo>
                <a:lnTo>
                  <a:pt x="716" y="774"/>
                </a:lnTo>
                <a:lnTo>
                  <a:pt x="717" y="774"/>
                </a:lnTo>
                <a:lnTo>
                  <a:pt x="718" y="775"/>
                </a:lnTo>
                <a:lnTo>
                  <a:pt x="718" y="776"/>
                </a:lnTo>
                <a:lnTo>
                  <a:pt x="718" y="778"/>
                </a:lnTo>
                <a:lnTo>
                  <a:pt x="718" y="779"/>
                </a:lnTo>
                <a:lnTo>
                  <a:pt x="717" y="780"/>
                </a:lnTo>
                <a:lnTo>
                  <a:pt x="716" y="782"/>
                </a:lnTo>
                <a:lnTo>
                  <a:pt x="715" y="783"/>
                </a:lnTo>
                <a:lnTo>
                  <a:pt x="714" y="784"/>
                </a:lnTo>
                <a:lnTo>
                  <a:pt x="713" y="786"/>
                </a:lnTo>
                <a:lnTo>
                  <a:pt x="712" y="788"/>
                </a:lnTo>
                <a:lnTo>
                  <a:pt x="712" y="792"/>
                </a:lnTo>
                <a:lnTo>
                  <a:pt x="712" y="793"/>
                </a:lnTo>
                <a:lnTo>
                  <a:pt x="713" y="794"/>
                </a:lnTo>
                <a:lnTo>
                  <a:pt x="713" y="796"/>
                </a:lnTo>
                <a:lnTo>
                  <a:pt x="712" y="797"/>
                </a:lnTo>
                <a:lnTo>
                  <a:pt x="712" y="798"/>
                </a:lnTo>
                <a:lnTo>
                  <a:pt x="712" y="799"/>
                </a:lnTo>
                <a:lnTo>
                  <a:pt x="712" y="800"/>
                </a:lnTo>
                <a:lnTo>
                  <a:pt x="711" y="800"/>
                </a:lnTo>
                <a:lnTo>
                  <a:pt x="711" y="801"/>
                </a:lnTo>
                <a:lnTo>
                  <a:pt x="711" y="802"/>
                </a:lnTo>
                <a:lnTo>
                  <a:pt x="712" y="802"/>
                </a:lnTo>
                <a:lnTo>
                  <a:pt x="713" y="803"/>
                </a:lnTo>
                <a:lnTo>
                  <a:pt x="713" y="804"/>
                </a:lnTo>
                <a:lnTo>
                  <a:pt x="713" y="805"/>
                </a:lnTo>
                <a:lnTo>
                  <a:pt x="714" y="806"/>
                </a:lnTo>
                <a:lnTo>
                  <a:pt x="716" y="806"/>
                </a:lnTo>
                <a:lnTo>
                  <a:pt x="717" y="807"/>
                </a:lnTo>
                <a:lnTo>
                  <a:pt x="717" y="806"/>
                </a:lnTo>
                <a:lnTo>
                  <a:pt x="717" y="807"/>
                </a:lnTo>
                <a:lnTo>
                  <a:pt x="718" y="807"/>
                </a:lnTo>
                <a:lnTo>
                  <a:pt x="719" y="807"/>
                </a:lnTo>
                <a:lnTo>
                  <a:pt x="720" y="807"/>
                </a:lnTo>
                <a:lnTo>
                  <a:pt x="719" y="807"/>
                </a:lnTo>
                <a:lnTo>
                  <a:pt x="719" y="808"/>
                </a:lnTo>
                <a:lnTo>
                  <a:pt x="719" y="809"/>
                </a:lnTo>
                <a:lnTo>
                  <a:pt x="718" y="809"/>
                </a:lnTo>
                <a:lnTo>
                  <a:pt x="718" y="810"/>
                </a:lnTo>
                <a:lnTo>
                  <a:pt x="718" y="811"/>
                </a:lnTo>
                <a:lnTo>
                  <a:pt x="718" y="812"/>
                </a:lnTo>
                <a:lnTo>
                  <a:pt x="719" y="812"/>
                </a:lnTo>
                <a:lnTo>
                  <a:pt x="718" y="813"/>
                </a:lnTo>
                <a:lnTo>
                  <a:pt x="719" y="813"/>
                </a:lnTo>
                <a:lnTo>
                  <a:pt x="718" y="813"/>
                </a:lnTo>
                <a:lnTo>
                  <a:pt x="718" y="814"/>
                </a:lnTo>
                <a:lnTo>
                  <a:pt x="719" y="816"/>
                </a:lnTo>
                <a:lnTo>
                  <a:pt x="719" y="817"/>
                </a:lnTo>
                <a:lnTo>
                  <a:pt x="718" y="818"/>
                </a:lnTo>
                <a:lnTo>
                  <a:pt x="718" y="819"/>
                </a:lnTo>
                <a:lnTo>
                  <a:pt x="718" y="820"/>
                </a:lnTo>
                <a:lnTo>
                  <a:pt x="717" y="820"/>
                </a:lnTo>
                <a:lnTo>
                  <a:pt x="717" y="821"/>
                </a:lnTo>
                <a:lnTo>
                  <a:pt x="718" y="821"/>
                </a:lnTo>
                <a:lnTo>
                  <a:pt x="718" y="824"/>
                </a:lnTo>
                <a:lnTo>
                  <a:pt x="717" y="824"/>
                </a:lnTo>
                <a:lnTo>
                  <a:pt x="717" y="825"/>
                </a:lnTo>
                <a:lnTo>
                  <a:pt x="717" y="826"/>
                </a:lnTo>
                <a:lnTo>
                  <a:pt x="717" y="827"/>
                </a:lnTo>
                <a:lnTo>
                  <a:pt x="717" y="828"/>
                </a:lnTo>
                <a:lnTo>
                  <a:pt x="717" y="829"/>
                </a:lnTo>
                <a:lnTo>
                  <a:pt x="718" y="830"/>
                </a:lnTo>
                <a:lnTo>
                  <a:pt x="718" y="831"/>
                </a:lnTo>
                <a:lnTo>
                  <a:pt x="718" y="832"/>
                </a:lnTo>
                <a:lnTo>
                  <a:pt x="718" y="833"/>
                </a:lnTo>
                <a:lnTo>
                  <a:pt x="719" y="833"/>
                </a:lnTo>
                <a:lnTo>
                  <a:pt x="720" y="833"/>
                </a:lnTo>
                <a:lnTo>
                  <a:pt x="721" y="833"/>
                </a:lnTo>
                <a:lnTo>
                  <a:pt x="721" y="834"/>
                </a:lnTo>
                <a:lnTo>
                  <a:pt x="722" y="834"/>
                </a:lnTo>
                <a:lnTo>
                  <a:pt x="721" y="835"/>
                </a:lnTo>
                <a:lnTo>
                  <a:pt x="721" y="836"/>
                </a:lnTo>
                <a:lnTo>
                  <a:pt x="722" y="837"/>
                </a:lnTo>
                <a:lnTo>
                  <a:pt x="721" y="837"/>
                </a:lnTo>
                <a:lnTo>
                  <a:pt x="721" y="838"/>
                </a:lnTo>
                <a:lnTo>
                  <a:pt x="721" y="839"/>
                </a:lnTo>
                <a:lnTo>
                  <a:pt x="721" y="840"/>
                </a:lnTo>
                <a:lnTo>
                  <a:pt x="720" y="840"/>
                </a:lnTo>
                <a:lnTo>
                  <a:pt x="720" y="841"/>
                </a:lnTo>
                <a:lnTo>
                  <a:pt x="720" y="842"/>
                </a:lnTo>
                <a:lnTo>
                  <a:pt x="720" y="843"/>
                </a:lnTo>
                <a:lnTo>
                  <a:pt x="720" y="844"/>
                </a:lnTo>
                <a:lnTo>
                  <a:pt x="719" y="845"/>
                </a:lnTo>
                <a:lnTo>
                  <a:pt x="719" y="846"/>
                </a:lnTo>
                <a:lnTo>
                  <a:pt x="720" y="847"/>
                </a:lnTo>
                <a:lnTo>
                  <a:pt x="720" y="848"/>
                </a:lnTo>
                <a:lnTo>
                  <a:pt x="720" y="849"/>
                </a:lnTo>
                <a:lnTo>
                  <a:pt x="721" y="849"/>
                </a:lnTo>
                <a:lnTo>
                  <a:pt x="721" y="850"/>
                </a:lnTo>
                <a:lnTo>
                  <a:pt x="722" y="850"/>
                </a:lnTo>
                <a:lnTo>
                  <a:pt x="723" y="850"/>
                </a:lnTo>
                <a:lnTo>
                  <a:pt x="724" y="850"/>
                </a:lnTo>
                <a:lnTo>
                  <a:pt x="724" y="849"/>
                </a:lnTo>
                <a:lnTo>
                  <a:pt x="725" y="850"/>
                </a:lnTo>
                <a:lnTo>
                  <a:pt x="725" y="851"/>
                </a:lnTo>
                <a:lnTo>
                  <a:pt x="725" y="852"/>
                </a:lnTo>
                <a:lnTo>
                  <a:pt x="726" y="852"/>
                </a:lnTo>
                <a:lnTo>
                  <a:pt x="725" y="852"/>
                </a:lnTo>
                <a:lnTo>
                  <a:pt x="725" y="853"/>
                </a:lnTo>
                <a:lnTo>
                  <a:pt x="725" y="854"/>
                </a:lnTo>
                <a:lnTo>
                  <a:pt x="724" y="854"/>
                </a:lnTo>
                <a:lnTo>
                  <a:pt x="724" y="855"/>
                </a:lnTo>
                <a:lnTo>
                  <a:pt x="724" y="856"/>
                </a:lnTo>
                <a:lnTo>
                  <a:pt x="723" y="856"/>
                </a:lnTo>
                <a:lnTo>
                  <a:pt x="722" y="856"/>
                </a:lnTo>
                <a:lnTo>
                  <a:pt x="722" y="857"/>
                </a:lnTo>
                <a:lnTo>
                  <a:pt x="723" y="857"/>
                </a:lnTo>
                <a:lnTo>
                  <a:pt x="724" y="857"/>
                </a:lnTo>
                <a:lnTo>
                  <a:pt x="725" y="857"/>
                </a:lnTo>
                <a:lnTo>
                  <a:pt x="725" y="859"/>
                </a:lnTo>
                <a:lnTo>
                  <a:pt x="724" y="859"/>
                </a:lnTo>
                <a:lnTo>
                  <a:pt x="724" y="860"/>
                </a:lnTo>
                <a:lnTo>
                  <a:pt x="724" y="861"/>
                </a:lnTo>
                <a:lnTo>
                  <a:pt x="724" y="867"/>
                </a:lnTo>
                <a:lnTo>
                  <a:pt x="724" y="868"/>
                </a:lnTo>
                <a:lnTo>
                  <a:pt x="724" y="869"/>
                </a:lnTo>
                <a:lnTo>
                  <a:pt x="723" y="869"/>
                </a:lnTo>
                <a:lnTo>
                  <a:pt x="722" y="869"/>
                </a:lnTo>
                <a:lnTo>
                  <a:pt x="722" y="870"/>
                </a:lnTo>
                <a:lnTo>
                  <a:pt x="721" y="870"/>
                </a:lnTo>
                <a:lnTo>
                  <a:pt x="720" y="870"/>
                </a:lnTo>
                <a:lnTo>
                  <a:pt x="720" y="871"/>
                </a:lnTo>
                <a:lnTo>
                  <a:pt x="719" y="871"/>
                </a:lnTo>
                <a:lnTo>
                  <a:pt x="718" y="872"/>
                </a:lnTo>
                <a:lnTo>
                  <a:pt x="717" y="872"/>
                </a:lnTo>
                <a:lnTo>
                  <a:pt x="716" y="872"/>
                </a:lnTo>
                <a:lnTo>
                  <a:pt x="716" y="873"/>
                </a:lnTo>
                <a:lnTo>
                  <a:pt x="715" y="873"/>
                </a:lnTo>
                <a:lnTo>
                  <a:pt x="714" y="873"/>
                </a:lnTo>
                <a:lnTo>
                  <a:pt x="714" y="874"/>
                </a:lnTo>
                <a:lnTo>
                  <a:pt x="713" y="874"/>
                </a:lnTo>
                <a:lnTo>
                  <a:pt x="711" y="874"/>
                </a:lnTo>
                <a:lnTo>
                  <a:pt x="710" y="874"/>
                </a:lnTo>
                <a:lnTo>
                  <a:pt x="709" y="875"/>
                </a:lnTo>
                <a:lnTo>
                  <a:pt x="707" y="874"/>
                </a:lnTo>
                <a:lnTo>
                  <a:pt x="706" y="874"/>
                </a:lnTo>
                <a:lnTo>
                  <a:pt x="705" y="874"/>
                </a:lnTo>
                <a:lnTo>
                  <a:pt x="705" y="875"/>
                </a:lnTo>
                <a:lnTo>
                  <a:pt x="704" y="875"/>
                </a:lnTo>
                <a:lnTo>
                  <a:pt x="703" y="874"/>
                </a:lnTo>
                <a:lnTo>
                  <a:pt x="703" y="873"/>
                </a:lnTo>
                <a:lnTo>
                  <a:pt x="701" y="873"/>
                </a:lnTo>
                <a:lnTo>
                  <a:pt x="700" y="872"/>
                </a:lnTo>
                <a:lnTo>
                  <a:pt x="700" y="871"/>
                </a:lnTo>
                <a:lnTo>
                  <a:pt x="698" y="870"/>
                </a:lnTo>
                <a:lnTo>
                  <a:pt x="697" y="870"/>
                </a:lnTo>
                <a:lnTo>
                  <a:pt x="696" y="870"/>
                </a:lnTo>
                <a:lnTo>
                  <a:pt x="695" y="870"/>
                </a:lnTo>
                <a:lnTo>
                  <a:pt x="694" y="869"/>
                </a:lnTo>
                <a:lnTo>
                  <a:pt x="693" y="868"/>
                </a:lnTo>
                <a:lnTo>
                  <a:pt x="693" y="867"/>
                </a:lnTo>
                <a:lnTo>
                  <a:pt x="692" y="866"/>
                </a:lnTo>
                <a:lnTo>
                  <a:pt x="691" y="866"/>
                </a:lnTo>
                <a:lnTo>
                  <a:pt x="690" y="866"/>
                </a:lnTo>
                <a:lnTo>
                  <a:pt x="690" y="865"/>
                </a:lnTo>
                <a:lnTo>
                  <a:pt x="689" y="865"/>
                </a:lnTo>
                <a:lnTo>
                  <a:pt x="688" y="864"/>
                </a:lnTo>
                <a:lnTo>
                  <a:pt x="687" y="864"/>
                </a:lnTo>
                <a:lnTo>
                  <a:pt x="686" y="863"/>
                </a:lnTo>
                <a:lnTo>
                  <a:pt x="686" y="862"/>
                </a:lnTo>
                <a:lnTo>
                  <a:pt x="684" y="862"/>
                </a:lnTo>
                <a:lnTo>
                  <a:pt x="684" y="863"/>
                </a:lnTo>
                <a:lnTo>
                  <a:pt x="684" y="864"/>
                </a:lnTo>
                <a:lnTo>
                  <a:pt x="684" y="866"/>
                </a:lnTo>
                <a:lnTo>
                  <a:pt x="685" y="867"/>
                </a:lnTo>
                <a:lnTo>
                  <a:pt x="686" y="868"/>
                </a:lnTo>
                <a:lnTo>
                  <a:pt x="686" y="869"/>
                </a:lnTo>
                <a:lnTo>
                  <a:pt x="686" y="870"/>
                </a:lnTo>
                <a:lnTo>
                  <a:pt x="686" y="871"/>
                </a:lnTo>
                <a:lnTo>
                  <a:pt x="686" y="872"/>
                </a:lnTo>
                <a:lnTo>
                  <a:pt x="685" y="872"/>
                </a:lnTo>
                <a:lnTo>
                  <a:pt x="685" y="871"/>
                </a:lnTo>
                <a:lnTo>
                  <a:pt x="684" y="870"/>
                </a:lnTo>
                <a:lnTo>
                  <a:pt x="684" y="869"/>
                </a:lnTo>
                <a:lnTo>
                  <a:pt x="683" y="870"/>
                </a:lnTo>
                <a:lnTo>
                  <a:pt x="681" y="871"/>
                </a:lnTo>
                <a:lnTo>
                  <a:pt x="680" y="870"/>
                </a:lnTo>
                <a:lnTo>
                  <a:pt x="678" y="872"/>
                </a:lnTo>
                <a:lnTo>
                  <a:pt x="677" y="873"/>
                </a:lnTo>
                <a:lnTo>
                  <a:pt x="677" y="874"/>
                </a:lnTo>
                <a:lnTo>
                  <a:pt x="678" y="875"/>
                </a:lnTo>
                <a:lnTo>
                  <a:pt x="679" y="876"/>
                </a:lnTo>
                <a:lnTo>
                  <a:pt x="680" y="877"/>
                </a:lnTo>
                <a:lnTo>
                  <a:pt x="681" y="878"/>
                </a:lnTo>
                <a:lnTo>
                  <a:pt x="682" y="878"/>
                </a:lnTo>
                <a:lnTo>
                  <a:pt x="682" y="879"/>
                </a:lnTo>
                <a:lnTo>
                  <a:pt x="681" y="881"/>
                </a:lnTo>
                <a:lnTo>
                  <a:pt x="679" y="883"/>
                </a:lnTo>
                <a:lnTo>
                  <a:pt x="677" y="883"/>
                </a:lnTo>
                <a:lnTo>
                  <a:pt x="676" y="884"/>
                </a:lnTo>
                <a:lnTo>
                  <a:pt x="675" y="884"/>
                </a:lnTo>
                <a:lnTo>
                  <a:pt x="674" y="883"/>
                </a:lnTo>
                <a:lnTo>
                  <a:pt x="670" y="883"/>
                </a:lnTo>
                <a:lnTo>
                  <a:pt x="668" y="882"/>
                </a:lnTo>
                <a:lnTo>
                  <a:pt x="667" y="882"/>
                </a:lnTo>
                <a:lnTo>
                  <a:pt x="666" y="882"/>
                </a:lnTo>
                <a:lnTo>
                  <a:pt x="666" y="883"/>
                </a:lnTo>
                <a:lnTo>
                  <a:pt x="666" y="884"/>
                </a:lnTo>
                <a:lnTo>
                  <a:pt x="665" y="884"/>
                </a:lnTo>
                <a:lnTo>
                  <a:pt x="662" y="883"/>
                </a:lnTo>
                <a:lnTo>
                  <a:pt x="661" y="884"/>
                </a:lnTo>
                <a:lnTo>
                  <a:pt x="660" y="884"/>
                </a:lnTo>
                <a:lnTo>
                  <a:pt x="660" y="885"/>
                </a:lnTo>
                <a:lnTo>
                  <a:pt x="660" y="886"/>
                </a:lnTo>
                <a:lnTo>
                  <a:pt x="664" y="890"/>
                </a:lnTo>
                <a:lnTo>
                  <a:pt x="665" y="891"/>
                </a:lnTo>
                <a:lnTo>
                  <a:pt x="666" y="891"/>
                </a:lnTo>
                <a:lnTo>
                  <a:pt x="666" y="892"/>
                </a:lnTo>
                <a:lnTo>
                  <a:pt x="665" y="893"/>
                </a:lnTo>
                <a:lnTo>
                  <a:pt x="665" y="894"/>
                </a:lnTo>
                <a:lnTo>
                  <a:pt x="664" y="895"/>
                </a:lnTo>
                <a:lnTo>
                  <a:pt x="664" y="897"/>
                </a:lnTo>
                <a:lnTo>
                  <a:pt x="664" y="898"/>
                </a:lnTo>
                <a:lnTo>
                  <a:pt x="664" y="899"/>
                </a:lnTo>
                <a:lnTo>
                  <a:pt x="663" y="900"/>
                </a:lnTo>
                <a:lnTo>
                  <a:pt x="663" y="901"/>
                </a:lnTo>
                <a:lnTo>
                  <a:pt x="662" y="901"/>
                </a:lnTo>
                <a:lnTo>
                  <a:pt x="660" y="903"/>
                </a:lnTo>
                <a:lnTo>
                  <a:pt x="660" y="904"/>
                </a:lnTo>
                <a:lnTo>
                  <a:pt x="659" y="906"/>
                </a:lnTo>
                <a:lnTo>
                  <a:pt x="658" y="907"/>
                </a:lnTo>
                <a:lnTo>
                  <a:pt x="656" y="908"/>
                </a:lnTo>
                <a:lnTo>
                  <a:pt x="655" y="909"/>
                </a:lnTo>
                <a:lnTo>
                  <a:pt x="654" y="911"/>
                </a:lnTo>
                <a:lnTo>
                  <a:pt x="653" y="911"/>
                </a:lnTo>
                <a:lnTo>
                  <a:pt x="653" y="912"/>
                </a:lnTo>
                <a:lnTo>
                  <a:pt x="653" y="913"/>
                </a:lnTo>
                <a:lnTo>
                  <a:pt x="652" y="914"/>
                </a:lnTo>
                <a:lnTo>
                  <a:pt x="652" y="915"/>
                </a:lnTo>
                <a:lnTo>
                  <a:pt x="653" y="916"/>
                </a:lnTo>
                <a:lnTo>
                  <a:pt x="653" y="917"/>
                </a:lnTo>
                <a:lnTo>
                  <a:pt x="653" y="918"/>
                </a:lnTo>
                <a:lnTo>
                  <a:pt x="653" y="919"/>
                </a:lnTo>
                <a:lnTo>
                  <a:pt x="653" y="920"/>
                </a:lnTo>
                <a:lnTo>
                  <a:pt x="654" y="921"/>
                </a:lnTo>
                <a:lnTo>
                  <a:pt x="654" y="922"/>
                </a:lnTo>
                <a:lnTo>
                  <a:pt x="656" y="924"/>
                </a:lnTo>
                <a:lnTo>
                  <a:pt x="656" y="925"/>
                </a:lnTo>
                <a:lnTo>
                  <a:pt x="655" y="925"/>
                </a:lnTo>
                <a:lnTo>
                  <a:pt x="655" y="926"/>
                </a:lnTo>
                <a:lnTo>
                  <a:pt x="656" y="926"/>
                </a:lnTo>
                <a:lnTo>
                  <a:pt x="656" y="927"/>
                </a:lnTo>
                <a:lnTo>
                  <a:pt x="656" y="928"/>
                </a:lnTo>
                <a:lnTo>
                  <a:pt x="657" y="931"/>
                </a:lnTo>
                <a:lnTo>
                  <a:pt x="657" y="932"/>
                </a:lnTo>
                <a:lnTo>
                  <a:pt x="657" y="940"/>
                </a:lnTo>
                <a:lnTo>
                  <a:pt x="642" y="934"/>
                </a:lnTo>
                <a:lnTo>
                  <a:pt x="640" y="933"/>
                </a:lnTo>
                <a:lnTo>
                  <a:pt x="638" y="932"/>
                </a:lnTo>
                <a:lnTo>
                  <a:pt x="636" y="931"/>
                </a:lnTo>
                <a:lnTo>
                  <a:pt x="634" y="930"/>
                </a:lnTo>
                <a:lnTo>
                  <a:pt x="632" y="929"/>
                </a:lnTo>
                <a:lnTo>
                  <a:pt x="630" y="928"/>
                </a:lnTo>
                <a:lnTo>
                  <a:pt x="623" y="925"/>
                </a:lnTo>
                <a:lnTo>
                  <a:pt x="621" y="925"/>
                </a:lnTo>
                <a:lnTo>
                  <a:pt x="619" y="925"/>
                </a:lnTo>
                <a:lnTo>
                  <a:pt x="617" y="924"/>
                </a:lnTo>
                <a:lnTo>
                  <a:pt x="615" y="924"/>
                </a:lnTo>
                <a:lnTo>
                  <a:pt x="612" y="925"/>
                </a:lnTo>
                <a:lnTo>
                  <a:pt x="608" y="928"/>
                </a:lnTo>
                <a:lnTo>
                  <a:pt x="607" y="929"/>
                </a:lnTo>
                <a:lnTo>
                  <a:pt x="607" y="928"/>
                </a:lnTo>
                <a:lnTo>
                  <a:pt x="606" y="929"/>
                </a:lnTo>
                <a:lnTo>
                  <a:pt x="604" y="932"/>
                </a:lnTo>
                <a:lnTo>
                  <a:pt x="604" y="933"/>
                </a:lnTo>
                <a:lnTo>
                  <a:pt x="603" y="934"/>
                </a:lnTo>
                <a:lnTo>
                  <a:pt x="601" y="940"/>
                </a:lnTo>
                <a:lnTo>
                  <a:pt x="600" y="941"/>
                </a:lnTo>
                <a:lnTo>
                  <a:pt x="601" y="941"/>
                </a:lnTo>
                <a:lnTo>
                  <a:pt x="601" y="942"/>
                </a:lnTo>
                <a:lnTo>
                  <a:pt x="600" y="942"/>
                </a:lnTo>
                <a:lnTo>
                  <a:pt x="599" y="943"/>
                </a:lnTo>
                <a:lnTo>
                  <a:pt x="599" y="945"/>
                </a:lnTo>
                <a:lnTo>
                  <a:pt x="600" y="945"/>
                </a:lnTo>
                <a:lnTo>
                  <a:pt x="600" y="948"/>
                </a:lnTo>
                <a:lnTo>
                  <a:pt x="599" y="949"/>
                </a:lnTo>
                <a:lnTo>
                  <a:pt x="598" y="949"/>
                </a:lnTo>
                <a:lnTo>
                  <a:pt x="597" y="949"/>
                </a:lnTo>
                <a:lnTo>
                  <a:pt x="594" y="949"/>
                </a:lnTo>
                <a:lnTo>
                  <a:pt x="594" y="950"/>
                </a:lnTo>
                <a:lnTo>
                  <a:pt x="594" y="951"/>
                </a:lnTo>
                <a:lnTo>
                  <a:pt x="592" y="951"/>
                </a:lnTo>
                <a:lnTo>
                  <a:pt x="592" y="950"/>
                </a:lnTo>
                <a:lnTo>
                  <a:pt x="591" y="949"/>
                </a:lnTo>
                <a:lnTo>
                  <a:pt x="591" y="948"/>
                </a:lnTo>
                <a:lnTo>
                  <a:pt x="591" y="947"/>
                </a:lnTo>
                <a:lnTo>
                  <a:pt x="591" y="946"/>
                </a:lnTo>
                <a:lnTo>
                  <a:pt x="589" y="946"/>
                </a:lnTo>
                <a:lnTo>
                  <a:pt x="588" y="945"/>
                </a:lnTo>
                <a:lnTo>
                  <a:pt x="587" y="945"/>
                </a:lnTo>
                <a:lnTo>
                  <a:pt x="584" y="945"/>
                </a:lnTo>
                <a:lnTo>
                  <a:pt x="584" y="946"/>
                </a:lnTo>
                <a:lnTo>
                  <a:pt x="585" y="946"/>
                </a:lnTo>
                <a:lnTo>
                  <a:pt x="585" y="947"/>
                </a:lnTo>
                <a:lnTo>
                  <a:pt x="585" y="948"/>
                </a:lnTo>
                <a:lnTo>
                  <a:pt x="584" y="949"/>
                </a:lnTo>
                <a:lnTo>
                  <a:pt x="583" y="949"/>
                </a:lnTo>
                <a:lnTo>
                  <a:pt x="581" y="949"/>
                </a:lnTo>
                <a:lnTo>
                  <a:pt x="580" y="948"/>
                </a:lnTo>
                <a:lnTo>
                  <a:pt x="580" y="947"/>
                </a:lnTo>
                <a:lnTo>
                  <a:pt x="579" y="947"/>
                </a:lnTo>
                <a:lnTo>
                  <a:pt x="578" y="947"/>
                </a:lnTo>
                <a:lnTo>
                  <a:pt x="577" y="946"/>
                </a:lnTo>
                <a:lnTo>
                  <a:pt x="577" y="945"/>
                </a:lnTo>
                <a:lnTo>
                  <a:pt x="576" y="945"/>
                </a:lnTo>
                <a:lnTo>
                  <a:pt x="574" y="944"/>
                </a:lnTo>
                <a:lnTo>
                  <a:pt x="574" y="943"/>
                </a:lnTo>
                <a:lnTo>
                  <a:pt x="573" y="942"/>
                </a:lnTo>
                <a:lnTo>
                  <a:pt x="572" y="942"/>
                </a:lnTo>
                <a:lnTo>
                  <a:pt x="571" y="942"/>
                </a:lnTo>
                <a:lnTo>
                  <a:pt x="570" y="942"/>
                </a:lnTo>
                <a:lnTo>
                  <a:pt x="569" y="941"/>
                </a:lnTo>
                <a:lnTo>
                  <a:pt x="568" y="940"/>
                </a:lnTo>
                <a:lnTo>
                  <a:pt x="567" y="939"/>
                </a:lnTo>
                <a:lnTo>
                  <a:pt x="566" y="940"/>
                </a:lnTo>
                <a:lnTo>
                  <a:pt x="565" y="940"/>
                </a:lnTo>
                <a:lnTo>
                  <a:pt x="564" y="939"/>
                </a:lnTo>
                <a:lnTo>
                  <a:pt x="563" y="939"/>
                </a:lnTo>
                <a:lnTo>
                  <a:pt x="562" y="940"/>
                </a:lnTo>
                <a:lnTo>
                  <a:pt x="562" y="941"/>
                </a:lnTo>
                <a:lnTo>
                  <a:pt x="561" y="942"/>
                </a:lnTo>
                <a:lnTo>
                  <a:pt x="559" y="941"/>
                </a:lnTo>
                <a:lnTo>
                  <a:pt x="557" y="939"/>
                </a:lnTo>
                <a:lnTo>
                  <a:pt x="556" y="938"/>
                </a:lnTo>
                <a:lnTo>
                  <a:pt x="555" y="937"/>
                </a:lnTo>
                <a:lnTo>
                  <a:pt x="555" y="936"/>
                </a:lnTo>
                <a:lnTo>
                  <a:pt x="554" y="936"/>
                </a:lnTo>
                <a:lnTo>
                  <a:pt x="552" y="936"/>
                </a:lnTo>
                <a:lnTo>
                  <a:pt x="552" y="934"/>
                </a:lnTo>
                <a:lnTo>
                  <a:pt x="551" y="934"/>
                </a:lnTo>
                <a:lnTo>
                  <a:pt x="550" y="934"/>
                </a:lnTo>
                <a:lnTo>
                  <a:pt x="548" y="933"/>
                </a:lnTo>
                <a:lnTo>
                  <a:pt x="548" y="932"/>
                </a:lnTo>
                <a:lnTo>
                  <a:pt x="547" y="931"/>
                </a:lnTo>
                <a:lnTo>
                  <a:pt x="546" y="931"/>
                </a:lnTo>
                <a:lnTo>
                  <a:pt x="546" y="930"/>
                </a:lnTo>
                <a:lnTo>
                  <a:pt x="546" y="929"/>
                </a:lnTo>
                <a:lnTo>
                  <a:pt x="544" y="929"/>
                </a:lnTo>
                <a:lnTo>
                  <a:pt x="544" y="928"/>
                </a:lnTo>
                <a:lnTo>
                  <a:pt x="543" y="928"/>
                </a:lnTo>
                <a:lnTo>
                  <a:pt x="543" y="927"/>
                </a:lnTo>
                <a:lnTo>
                  <a:pt x="542" y="927"/>
                </a:lnTo>
                <a:lnTo>
                  <a:pt x="541" y="927"/>
                </a:lnTo>
                <a:lnTo>
                  <a:pt x="541" y="926"/>
                </a:lnTo>
                <a:lnTo>
                  <a:pt x="541" y="925"/>
                </a:lnTo>
                <a:lnTo>
                  <a:pt x="541" y="924"/>
                </a:lnTo>
                <a:lnTo>
                  <a:pt x="540" y="924"/>
                </a:lnTo>
                <a:lnTo>
                  <a:pt x="540" y="923"/>
                </a:lnTo>
                <a:lnTo>
                  <a:pt x="541" y="923"/>
                </a:lnTo>
                <a:lnTo>
                  <a:pt x="541" y="922"/>
                </a:lnTo>
                <a:lnTo>
                  <a:pt x="540" y="922"/>
                </a:lnTo>
                <a:lnTo>
                  <a:pt x="540" y="921"/>
                </a:lnTo>
                <a:lnTo>
                  <a:pt x="539" y="920"/>
                </a:lnTo>
                <a:lnTo>
                  <a:pt x="538" y="919"/>
                </a:lnTo>
                <a:lnTo>
                  <a:pt x="538" y="918"/>
                </a:lnTo>
                <a:lnTo>
                  <a:pt x="536" y="916"/>
                </a:lnTo>
                <a:lnTo>
                  <a:pt x="536" y="915"/>
                </a:lnTo>
                <a:lnTo>
                  <a:pt x="535" y="915"/>
                </a:lnTo>
                <a:lnTo>
                  <a:pt x="534" y="915"/>
                </a:lnTo>
                <a:lnTo>
                  <a:pt x="533" y="916"/>
                </a:lnTo>
                <a:lnTo>
                  <a:pt x="530" y="916"/>
                </a:lnTo>
                <a:lnTo>
                  <a:pt x="529" y="916"/>
                </a:lnTo>
                <a:lnTo>
                  <a:pt x="529" y="915"/>
                </a:lnTo>
                <a:lnTo>
                  <a:pt x="529" y="914"/>
                </a:lnTo>
                <a:lnTo>
                  <a:pt x="528" y="914"/>
                </a:lnTo>
                <a:lnTo>
                  <a:pt x="528" y="913"/>
                </a:lnTo>
                <a:lnTo>
                  <a:pt x="529" y="913"/>
                </a:lnTo>
                <a:lnTo>
                  <a:pt x="529" y="912"/>
                </a:lnTo>
                <a:lnTo>
                  <a:pt x="528" y="910"/>
                </a:lnTo>
                <a:lnTo>
                  <a:pt x="528" y="909"/>
                </a:lnTo>
                <a:lnTo>
                  <a:pt x="528" y="908"/>
                </a:lnTo>
                <a:lnTo>
                  <a:pt x="528" y="906"/>
                </a:lnTo>
                <a:lnTo>
                  <a:pt x="528" y="904"/>
                </a:lnTo>
                <a:lnTo>
                  <a:pt x="527" y="903"/>
                </a:lnTo>
                <a:lnTo>
                  <a:pt x="526" y="902"/>
                </a:lnTo>
                <a:lnTo>
                  <a:pt x="526" y="901"/>
                </a:lnTo>
                <a:lnTo>
                  <a:pt x="525" y="901"/>
                </a:lnTo>
                <a:lnTo>
                  <a:pt x="524" y="901"/>
                </a:lnTo>
                <a:lnTo>
                  <a:pt x="523" y="902"/>
                </a:lnTo>
                <a:lnTo>
                  <a:pt x="521" y="901"/>
                </a:lnTo>
                <a:lnTo>
                  <a:pt x="521" y="900"/>
                </a:lnTo>
                <a:lnTo>
                  <a:pt x="520" y="900"/>
                </a:lnTo>
                <a:lnTo>
                  <a:pt x="518" y="900"/>
                </a:lnTo>
                <a:lnTo>
                  <a:pt x="516" y="899"/>
                </a:lnTo>
                <a:lnTo>
                  <a:pt x="516" y="898"/>
                </a:lnTo>
                <a:lnTo>
                  <a:pt x="517" y="898"/>
                </a:lnTo>
                <a:lnTo>
                  <a:pt x="516" y="897"/>
                </a:lnTo>
                <a:lnTo>
                  <a:pt x="515" y="897"/>
                </a:lnTo>
                <a:lnTo>
                  <a:pt x="514" y="897"/>
                </a:lnTo>
                <a:lnTo>
                  <a:pt x="514" y="896"/>
                </a:lnTo>
                <a:lnTo>
                  <a:pt x="513" y="896"/>
                </a:lnTo>
                <a:lnTo>
                  <a:pt x="512" y="896"/>
                </a:lnTo>
                <a:lnTo>
                  <a:pt x="511" y="896"/>
                </a:lnTo>
                <a:lnTo>
                  <a:pt x="510" y="895"/>
                </a:lnTo>
                <a:lnTo>
                  <a:pt x="510" y="894"/>
                </a:lnTo>
                <a:lnTo>
                  <a:pt x="509" y="892"/>
                </a:lnTo>
                <a:lnTo>
                  <a:pt x="509" y="891"/>
                </a:lnTo>
                <a:lnTo>
                  <a:pt x="508" y="891"/>
                </a:lnTo>
                <a:lnTo>
                  <a:pt x="508" y="890"/>
                </a:lnTo>
                <a:lnTo>
                  <a:pt x="507" y="890"/>
                </a:lnTo>
                <a:lnTo>
                  <a:pt x="506" y="890"/>
                </a:lnTo>
                <a:lnTo>
                  <a:pt x="505" y="890"/>
                </a:lnTo>
                <a:lnTo>
                  <a:pt x="504" y="891"/>
                </a:lnTo>
                <a:lnTo>
                  <a:pt x="503" y="891"/>
                </a:lnTo>
                <a:lnTo>
                  <a:pt x="503" y="892"/>
                </a:lnTo>
                <a:lnTo>
                  <a:pt x="502" y="892"/>
                </a:lnTo>
                <a:lnTo>
                  <a:pt x="502" y="893"/>
                </a:lnTo>
                <a:lnTo>
                  <a:pt x="503" y="893"/>
                </a:lnTo>
                <a:lnTo>
                  <a:pt x="503" y="894"/>
                </a:lnTo>
                <a:lnTo>
                  <a:pt x="502" y="894"/>
                </a:lnTo>
                <a:lnTo>
                  <a:pt x="501" y="895"/>
                </a:lnTo>
                <a:lnTo>
                  <a:pt x="501" y="896"/>
                </a:lnTo>
                <a:lnTo>
                  <a:pt x="500" y="896"/>
                </a:lnTo>
                <a:lnTo>
                  <a:pt x="499" y="896"/>
                </a:lnTo>
                <a:lnTo>
                  <a:pt x="498" y="896"/>
                </a:lnTo>
                <a:lnTo>
                  <a:pt x="497" y="896"/>
                </a:lnTo>
                <a:lnTo>
                  <a:pt x="497" y="897"/>
                </a:lnTo>
                <a:lnTo>
                  <a:pt x="494" y="900"/>
                </a:lnTo>
                <a:lnTo>
                  <a:pt x="493" y="901"/>
                </a:lnTo>
                <a:lnTo>
                  <a:pt x="492" y="901"/>
                </a:lnTo>
                <a:lnTo>
                  <a:pt x="491" y="901"/>
                </a:lnTo>
                <a:lnTo>
                  <a:pt x="490" y="900"/>
                </a:lnTo>
                <a:lnTo>
                  <a:pt x="489" y="900"/>
                </a:lnTo>
                <a:lnTo>
                  <a:pt x="488" y="900"/>
                </a:lnTo>
                <a:lnTo>
                  <a:pt x="487" y="900"/>
                </a:lnTo>
                <a:lnTo>
                  <a:pt x="486" y="901"/>
                </a:lnTo>
                <a:lnTo>
                  <a:pt x="485" y="902"/>
                </a:lnTo>
                <a:lnTo>
                  <a:pt x="485" y="903"/>
                </a:lnTo>
                <a:lnTo>
                  <a:pt x="484" y="903"/>
                </a:lnTo>
                <a:lnTo>
                  <a:pt x="483" y="903"/>
                </a:lnTo>
                <a:lnTo>
                  <a:pt x="483" y="904"/>
                </a:lnTo>
                <a:lnTo>
                  <a:pt x="482" y="905"/>
                </a:lnTo>
                <a:lnTo>
                  <a:pt x="481" y="905"/>
                </a:lnTo>
                <a:lnTo>
                  <a:pt x="480" y="905"/>
                </a:lnTo>
                <a:lnTo>
                  <a:pt x="479" y="906"/>
                </a:lnTo>
                <a:lnTo>
                  <a:pt x="479" y="907"/>
                </a:lnTo>
                <a:lnTo>
                  <a:pt x="478" y="907"/>
                </a:lnTo>
                <a:lnTo>
                  <a:pt x="477" y="908"/>
                </a:lnTo>
                <a:lnTo>
                  <a:pt x="476" y="908"/>
                </a:lnTo>
                <a:lnTo>
                  <a:pt x="476" y="909"/>
                </a:lnTo>
                <a:lnTo>
                  <a:pt x="475" y="908"/>
                </a:lnTo>
                <a:lnTo>
                  <a:pt x="475" y="907"/>
                </a:lnTo>
                <a:lnTo>
                  <a:pt x="475" y="906"/>
                </a:lnTo>
                <a:lnTo>
                  <a:pt x="475" y="905"/>
                </a:lnTo>
                <a:lnTo>
                  <a:pt x="474" y="905"/>
                </a:lnTo>
                <a:lnTo>
                  <a:pt x="473" y="904"/>
                </a:lnTo>
                <a:lnTo>
                  <a:pt x="472" y="904"/>
                </a:lnTo>
                <a:lnTo>
                  <a:pt x="471" y="905"/>
                </a:lnTo>
                <a:lnTo>
                  <a:pt x="470" y="906"/>
                </a:lnTo>
                <a:lnTo>
                  <a:pt x="470" y="907"/>
                </a:lnTo>
                <a:lnTo>
                  <a:pt x="469" y="907"/>
                </a:lnTo>
                <a:lnTo>
                  <a:pt x="468" y="907"/>
                </a:lnTo>
                <a:lnTo>
                  <a:pt x="467" y="908"/>
                </a:lnTo>
                <a:lnTo>
                  <a:pt x="466" y="908"/>
                </a:lnTo>
                <a:lnTo>
                  <a:pt x="465" y="907"/>
                </a:lnTo>
                <a:lnTo>
                  <a:pt x="465" y="906"/>
                </a:lnTo>
                <a:lnTo>
                  <a:pt x="465" y="905"/>
                </a:lnTo>
                <a:lnTo>
                  <a:pt x="465" y="904"/>
                </a:lnTo>
                <a:lnTo>
                  <a:pt x="464" y="904"/>
                </a:lnTo>
                <a:lnTo>
                  <a:pt x="464" y="905"/>
                </a:lnTo>
                <a:lnTo>
                  <a:pt x="463" y="905"/>
                </a:lnTo>
                <a:lnTo>
                  <a:pt x="462" y="905"/>
                </a:lnTo>
                <a:lnTo>
                  <a:pt x="462" y="904"/>
                </a:lnTo>
                <a:lnTo>
                  <a:pt x="461" y="904"/>
                </a:lnTo>
                <a:lnTo>
                  <a:pt x="461" y="905"/>
                </a:lnTo>
                <a:lnTo>
                  <a:pt x="460" y="905"/>
                </a:lnTo>
                <a:lnTo>
                  <a:pt x="460" y="906"/>
                </a:lnTo>
                <a:lnTo>
                  <a:pt x="459" y="906"/>
                </a:lnTo>
                <a:lnTo>
                  <a:pt x="458" y="906"/>
                </a:lnTo>
                <a:lnTo>
                  <a:pt x="458" y="905"/>
                </a:lnTo>
                <a:lnTo>
                  <a:pt x="457" y="905"/>
                </a:lnTo>
                <a:lnTo>
                  <a:pt x="456" y="905"/>
                </a:lnTo>
                <a:lnTo>
                  <a:pt x="455" y="905"/>
                </a:lnTo>
                <a:lnTo>
                  <a:pt x="454" y="905"/>
                </a:lnTo>
                <a:lnTo>
                  <a:pt x="453" y="904"/>
                </a:lnTo>
                <a:lnTo>
                  <a:pt x="453" y="903"/>
                </a:lnTo>
                <a:lnTo>
                  <a:pt x="452" y="903"/>
                </a:lnTo>
                <a:lnTo>
                  <a:pt x="451" y="903"/>
                </a:lnTo>
                <a:lnTo>
                  <a:pt x="449" y="903"/>
                </a:lnTo>
                <a:lnTo>
                  <a:pt x="448" y="903"/>
                </a:lnTo>
                <a:lnTo>
                  <a:pt x="447" y="903"/>
                </a:lnTo>
                <a:lnTo>
                  <a:pt x="447" y="902"/>
                </a:lnTo>
                <a:lnTo>
                  <a:pt x="446" y="900"/>
                </a:lnTo>
                <a:lnTo>
                  <a:pt x="445" y="900"/>
                </a:lnTo>
                <a:lnTo>
                  <a:pt x="445" y="901"/>
                </a:lnTo>
                <a:lnTo>
                  <a:pt x="444" y="901"/>
                </a:lnTo>
                <a:lnTo>
                  <a:pt x="444" y="902"/>
                </a:lnTo>
                <a:lnTo>
                  <a:pt x="443" y="902"/>
                </a:lnTo>
                <a:lnTo>
                  <a:pt x="442" y="902"/>
                </a:lnTo>
                <a:lnTo>
                  <a:pt x="440" y="903"/>
                </a:lnTo>
                <a:lnTo>
                  <a:pt x="439" y="903"/>
                </a:lnTo>
                <a:lnTo>
                  <a:pt x="439" y="904"/>
                </a:lnTo>
                <a:lnTo>
                  <a:pt x="438" y="905"/>
                </a:lnTo>
                <a:lnTo>
                  <a:pt x="437" y="904"/>
                </a:lnTo>
                <a:lnTo>
                  <a:pt x="436" y="904"/>
                </a:lnTo>
                <a:lnTo>
                  <a:pt x="436" y="903"/>
                </a:lnTo>
                <a:lnTo>
                  <a:pt x="436" y="902"/>
                </a:lnTo>
                <a:lnTo>
                  <a:pt x="436" y="901"/>
                </a:lnTo>
                <a:lnTo>
                  <a:pt x="435" y="901"/>
                </a:lnTo>
                <a:lnTo>
                  <a:pt x="435" y="900"/>
                </a:lnTo>
                <a:lnTo>
                  <a:pt x="434" y="900"/>
                </a:lnTo>
                <a:lnTo>
                  <a:pt x="433" y="899"/>
                </a:lnTo>
                <a:lnTo>
                  <a:pt x="432" y="899"/>
                </a:lnTo>
                <a:lnTo>
                  <a:pt x="432" y="898"/>
                </a:lnTo>
                <a:lnTo>
                  <a:pt x="432" y="897"/>
                </a:lnTo>
                <a:lnTo>
                  <a:pt x="431" y="897"/>
                </a:lnTo>
                <a:lnTo>
                  <a:pt x="430" y="897"/>
                </a:lnTo>
                <a:lnTo>
                  <a:pt x="429" y="898"/>
                </a:lnTo>
                <a:lnTo>
                  <a:pt x="428" y="896"/>
                </a:lnTo>
                <a:lnTo>
                  <a:pt x="428" y="895"/>
                </a:lnTo>
                <a:lnTo>
                  <a:pt x="427" y="895"/>
                </a:lnTo>
                <a:lnTo>
                  <a:pt x="427" y="894"/>
                </a:lnTo>
                <a:lnTo>
                  <a:pt x="427" y="892"/>
                </a:lnTo>
                <a:lnTo>
                  <a:pt x="427" y="891"/>
                </a:lnTo>
                <a:lnTo>
                  <a:pt x="426" y="891"/>
                </a:lnTo>
                <a:lnTo>
                  <a:pt x="426" y="890"/>
                </a:lnTo>
                <a:lnTo>
                  <a:pt x="426" y="889"/>
                </a:lnTo>
                <a:lnTo>
                  <a:pt x="427" y="888"/>
                </a:lnTo>
                <a:lnTo>
                  <a:pt x="426" y="886"/>
                </a:lnTo>
                <a:lnTo>
                  <a:pt x="425" y="886"/>
                </a:lnTo>
                <a:lnTo>
                  <a:pt x="424" y="886"/>
                </a:lnTo>
                <a:lnTo>
                  <a:pt x="423" y="885"/>
                </a:lnTo>
                <a:lnTo>
                  <a:pt x="423" y="884"/>
                </a:lnTo>
                <a:lnTo>
                  <a:pt x="422" y="884"/>
                </a:lnTo>
                <a:lnTo>
                  <a:pt x="420" y="883"/>
                </a:lnTo>
                <a:lnTo>
                  <a:pt x="419" y="883"/>
                </a:lnTo>
                <a:lnTo>
                  <a:pt x="419" y="882"/>
                </a:lnTo>
                <a:lnTo>
                  <a:pt x="418" y="881"/>
                </a:lnTo>
                <a:lnTo>
                  <a:pt x="418" y="880"/>
                </a:lnTo>
                <a:lnTo>
                  <a:pt x="418" y="879"/>
                </a:lnTo>
                <a:lnTo>
                  <a:pt x="417" y="878"/>
                </a:lnTo>
                <a:lnTo>
                  <a:pt x="416" y="878"/>
                </a:lnTo>
                <a:lnTo>
                  <a:pt x="415" y="878"/>
                </a:lnTo>
                <a:lnTo>
                  <a:pt x="414" y="877"/>
                </a:lnTo>
                <a:lnTo>
                  <a:pt x="414" y="878"/>
                </a:lnTo>
                <a:lnTo>
                  <a:pt x="413" y="878"/>
                </a:lnTo>
                <a:lnTo>
                  <a:pt x="411" y="879"/>
                </a:lnTo>
                <a:lnTo>
                  <a:pt x="410" y="879"/>
                </a:lnTo>
                <a:lnTo>
                  <a:pt x="409" y="879"/>
                </a:lnTo>
                <a:lnTo>
                  <a:pt x="409" y="880"/>
                </a:lnTo>
                <a:lnTo>
                  <a:pt x="408" y="880"/>
                </a:lnTo>
                <a:lnTo>
                  <a:pt x="407" y="878"/>
                </a:lnTo>
                <a:lnTo>
                  <a:pt x="405" y="876"/>
                </a:lnTo>
                <a:lnTo>
                  <a:pt x="404" y="876"/>
                </a:lnTo>
                <a:lnTo>
                  <a:pt x="404" y="877"/>
                </a:lnTo>
                <a:lnTo>
                  <a:pt x="403" y="877"/>
                </a:lnTo>
                <a:lnTo>
                  <a:pt x="402" y="877"/>
                </a:lnTo>
                <a:lnTo>
                  <a:pt x="402" y="876"/>
                </a:lnTo>
                <a:lnTo>
                  <a:pt x="401" y="875"/>
                </a:lnTo>
                <a:lnTo>
                  <a:pt x="401" y="874"/>
                </a:lnTo>
                <a:lnTo>
                  <a:pt x="400" y="874"/>
                </a:lnTo>
                <a:lnTo>
                  <a:pt x="399" y="875"/>
                </a:lnTo>
                <a:lnTo>
                  <a:pt x="399" y="874"/>
                </a:lnTo>
                <a:lnTo>
                  <a:pt x="398" y="874"/>
                </a:lnTo>
                <a:lnTo>
                  <a:pt x="397" y="874"/>
                </a:lnTo>
                <a:lnTo>
                  <a:pt x="396" y="874"/>
                </a:lnTo>
                <a:lnTo>
                  <a:pt x="395" y="874"/>
                </a:lnTo>
                <a:lnTo>
                  <a:pt x="394" y="873"/>
                </a:lnTo>
                <a:lnTo>
                  <a:pt x="394" y="872"/>
                </a:lnTo>
                <a:lnTo>
                  <a:pt x="393" y="872"/>
                </a:lnTo>
                <a:lnTo>
                  <a:pt x="391" y="872"/>
                </a:lnTo>
                <a:lnTo>
                  <a:pt x="390" y="872"/>
                </a:lnTo>
                <a:lnTo>
                  <a:pt x="388" y="872"/>
                </a:lnTo>
                <a:lnTo>
                  <a:pt x="387" y="873"/>
                </a:lnTo>
                <a:lnTo>
                  <a:pt x="386" y="873"/>
                </a:lnTo>
                <a:lnTo>
                  <a:pt x="385" y="873"/>
                </a:lnTo>
                <a:lnTo>
                  <a:pt x="384" y="874"/>
                </a:lnTo>
                <a:lnTo>
                  <a:pt x="383" y="873"/>
                </a:lnTo>
                <a:lnTo>
                  <a:pt x="382" y="873"/>
                </a:lnTo>
                <a:lnTo>
                  <a:pt x="382" y="874"/>
                </a:lnTo>
                <a:lnTo>
                  <a:pt x="381" y="874"/>
                </a:lnTo>
                <a:lnTo>
                  <a:pt x="381" y="875"/>
                </a:lnTo>
                <a:lnTo>
                  <a:pt x="380" y="875"/>
                </a:lnTo>
                <a:lnTo>
                  <a:pt x="380" y="874"/>
                </a:lnTo>
                <a:lnTo>
                  <a:pt x="379" y="874"/>
                </a:lnTo>
                <a:lnTo>
                  <a:pt x="379" y="875"/>
                </a:lnTo>
                <a:lnTo>
                  <a:pt x="379" y="876"/>
                </a:lnTo>
                <a:lnTo>
                  <a:pt x="378" y="876"/>
                </a:lnTo>
                <a:lnTo>
                  <a:pt x="378" y="877"/>
                </a:lnTo>
                <a:lnTo>
                  <a:pt x="377" y="877"/>
                </a:lnTo>
                <a:lnTo>
                  <a:pt x="376" y="877"/>
                </a:lnTo>
                <a:lnTo>
                  <a:pt x="375" y="878"/>
                </a:lnTo>
                <a:lnTo>
                  <a:pt x="374" y="879"/>
                </a:lnTo>
                <a:lnTo>
                  <a:pt x="374" y="878"/>
                </a:lnTo>
                <a:lnTo>
                  <a:pt x="373" y="878"/>
                </a:lnTo>
                <a:lnTo>
                  <a:pt x="372" y="878"/>
                </a:lnTo>
                <a:lnTo>
                  <a:pt x="370" y="878"/>
                </a:lnTo>
                <a:lnTo>
                  <a:pt x="369" y="878"/>
                </a:lnTo>
                <a:lnTo>
                  <a:pt x="368" y="878"/>
                </a:lnTo>
                <a:lnTo>
                  <a:pt x="367" y="879"/>
                </a:lnTo>
                <a:lnTo>
                  <a:pt x="366" y="879"/>
                </a:lnTo>
                <a:lnTo>
                  <a:pt x="364" y="878"/>
                </a:lnTo>
                <a:lnTo>
                  <a:pt x="363" y="878"/>
                </a:lnTo>
                <a:lnTo>
                  <a:pt x="362" y="879"/>
                </a:lnTo>
                <a:lnTo>
                  <a:pt x="361" y="879"/>
                </a:lnTo>
                <a:lnTo>
                  <a:pt x="360" y="878"/>
                </a:lnTo>
                <a:lnTo>
                  <a:pt x="359" y="878"/>
                </a:lnTo>
                <a:lnTo>
                  <a:pt x="358" y="878"/>
                </a:lnTo>
                <a:lnTo>
                  <a:pt x="357" y="878"/>
                </a:lnTo>
                <a:lnTo>
                  <a:pt x="355" y="878"/>
                </a:lnTo>
                <a:lnTo>
                  <a:pt x="355" y="877"/>
                </a:lnTo>
                <a:lnTo>
                  <a:pt x="354" y="877"/>
                </a:lnTo>
                <a:lnTo>
                  <a:pt x="353" y="877"/>
                </a:lnTo>
                <a:lnTo>
                  <a:pt x="352" y="877"/>
                </a:lnTo>
                <a:lnTo>
                  <a:pt x="351" y="877"/>
                </a:lnTo>
                <a:lnTo>
                  <a:pt x="350" y="877"/>
                </a:lnTo>
                <a:lnTo>
                  <a:pt x="349" y="877"/>
                </a:lnTo>
                <a:lnTo>
                  <a:pt x="348" y="877"/>
                </a:lnTo>
                <a:lnTo>
                  <a:pt x="347" y="877"/>
                </a:lnTo>
                <a:lnTo>
                  <a:pt x="347" y="876"/>
                </a:lnTo>
                <a:lnTo>
                  <a:pt x="345" y="876"/>
                </a:lnTo>
                <a:lnTo>
                  <a:pt x="345" y="877"/>
                </a:lnTo>
                <a:lnTo>
                  <a:pt x="342" y="877"/>
                </a:lnTo>
                <a:lnTo>
                  <a:pt x="341" y="877"/>
                </a:lnTo>
                <a:lnTo>
                  <a:pt x="340" y="877"/>
                </a:lnTo>
                <a:lnTo>
                  <a:pt x="339" y="878"/>
                </a:lnTo>
                <a:lnTo>
                  <a:pt x="338" y="878"/>
                </a:lnTo>
                <a:lnTo>
                  <a:pt x="336" y="878"/>
                </a:lnTo>
                <a:lnTo>
                  <a:pt x="336" y="879"/>
                </a:lnTo>
                <a:lnTo>
                  <a:pt x="335" y="879"/>
                </a:lnTo>
                <a:lnTo>
                  <a:pt x="334" y="878"/>
                </a:lnTo>
                <a:lnTo>
                  <a:pt x="333" y="878"/>
                </a:lnTo>
                <a:lnTo>
                  <a:pt x="332" y="878"/>
                </a:lnTo>
                <a:lnTo>
                  <a:pt x="332" y="879"/>
                </a:lnTo>
                <a:lnTo>
                  <a:pt x="331" y="879"/>
                </a:lnTo>
                <a:lnTo>
                  <a:pt x="330" y="880"/>
                </a:lnTo>
                <a:lnTo>
                  <a:pt x="329" y="880"/>
                </a:lnTo>
                <a:lnTo>
                  <a:pt x="328" y="881"/>
                </a:lnTo>
                <a:lnTo>
                  <a:pt x="326" y="882"/>
                </a:lnTo>
                <a:lnTo>
                  <a:pt x="325" y="882"/>
                </a:lnTo>
                <a:lnTo>
                  <a:pt x="325" y="881"/>
                </a:lnTo>
                <a:lnTo>
                  <a:pt x="324" y="881"/>
                </a:lnTo>
                <a:lnTo>
                  <a:pt x="323" y="881"/>
                </a:lnTo>
                <a:lnTo>
                  <a:pt x="323" y="880"/>
                </a:lnTo>
                <a:lnTo>
                  <a:pt x="323" y="879"/>
                </a:lnTo>
                <a:lnTo>
                  <a:pt x="322" y="879"/>
                </a:lnTo>
                <a:lnTo>
                  <a:pt x="322" y="876"/>
                </a:lnTo>
                <a:lnTo>
                  <a:pt x="323" y="876"/>
                </a:lnTo>
                <a:lnTo>
                  <a:pt x="323" y="875"/>
                </a:lnTo>
                <a:lnTo>
                  <a:pt x="323" y="874"/>
                </a:lnTo>
                <a:lnTo>
                  <a:pt x="323" y="873"/>
                </a:lnTo>
                <a:lnTo>
                  <a:pt x="323" y="872"/>
                </a:lnTo>
                <a:lnTo>
                  <a:pt x="323" y="871"/>
                </a:lnTo>
                <a:lnTo>
                  <a:pt x="323" y="870"/>
                </a:lnTo>
                <a:lnTo>
                  <a:pt x="323" y="869"/>
                </a:lnTo>
                <a:lnTo>
                  <a:pt x="323" y="868"/>
                </a:lnTo>
                <a:lnTo>
                  <a:pt x="324" y="868"/>
                </a:lnTo>
                <a:lnTo>
                  <a:pt x="324" y="867"/>
                </a:lnTo>
                <a:lnTo>
                  <a:pt x="324" y="866"/>
                </a:lnTo>
                <a:lnTo>
                  <a:pt x="323" y="866"/>
                </a:lnTo>
                <a:lnTo>
                  <a:pt x="323" y="865"/>
                </a:lnTo>
                <a:lnTo>
                  <a:pt x="323" y="864"/>
                </a:lnTo>
                <a:lnTo>
                  <a:pt x="322" y="864"/>
                </a:lnTo>
                <a:lnTo>
                  <a:pt x="322" y="863"/>
                </a:lnTo>
                <a:lnTo>
                  <a:pt x="322" y="862"/>
                </a:lnTo>
                <a:lnTo>
                  <a:pt x="321" y="862"/>
                </a:lnTo>
                <a:lnTo>
                  <a:pt x="321" y="861"/>
                </a:lnTo>
                <a:lnTo>
                  <a:pt x="321" y="860"/>
                </a:lnTo>
                <a:lnTo>
                  <a:pt x="321" y="859"/>
                </a:lnTo>
                <a:lnTo>
                  <a:pt x="321" y="858"/>
                </a:lnTo>
                <a:lnTo>
                  <a:pt x="321" y="857"/>
                </a:lnTo>
                <a:lnTo>
                  <a:pt x="320" y="857"/>
                </a:lnTo>
                <a:lnTo>
                  <a:pt x="320" y="856"/>
                </a:lnTo>
                <a:lnTo>
                  <a:pt x="320" y="855"/>
                </a:lnTo>
                <a:lnTo>
                  <a:pt x="320" y="854"/>
                </a:lnTo>
                <a:lnTo>
                  <a:pt x="320" y="853"/>
                </a:lnTo>
                <a:lnTo>
                  <a:pt x="319" y="853"/>
                </a:lnTo>
                <a:lnTo>
                  <a:pt x="319" y="852"/>
                </a:lnTo>
                <a:lnTo>
                  <a:pt x="319" y="851"/>
                </a:lnTo>
                <a:lnTo>
                  <a:pt x="319" y="850"/>
                </a:lnTo>
                <a:lnTo>
                  <a:pt x="319" y="849"/>
                </a:lnTo>
                <a:lnTo>
                  <a:pt x="319" y="848"/>
                </a:lnTo>
                <a:lnTo>
                  <a:pt x="318" y="848"/>
                </a:lnTo>
                <a:lnTo>
                  <a:pt x="318" y="847"/>
                </a:lnTo>
                <a:lnTo>
                  <a:pt x="318" y="846"/>
                </a:lnTo>
                <a:lnTo>
                  <a:pt x="318" y="845"/>
                </a:lnTo>
                <a:lnTo>
                  <a:pt x="318" y="844"/>
                </a:lnTo>
                <a:lnTo>
                  <a:pt x="317" y="844"/>
                </a:lnTo>
                <a:lnTo>
                  <a:pt x="317" y="843"/>
                </a:lnTo>
                <a:lnTo>
                  <a:pt x="317" y="842"/>
                </a:lnTo>
                <a:lnTo>
                  <a:pt x="317" y="841"/>
                </a:lnTo>
                <a:lnTo>
                  <a:pt x="317" y="840"/>
                </a:lnTo>
                <a:lnTo>
                  <a:pt x="317" y="839"/>
                </a:lnTo>
                <a:lnTo>
                  <a:pt x="316" y="839"/>
                </a:lnTo>
                <a:lnTo>
                  <a:pt x="316" y="838"/>
                </a:lnTo>
                <a:lnTo>
                  <a:pt x="316" y="837"/>
                </a:lnTo>
                <a:lnTo>
                  <a:pt x="316" y="836"/>
                </a:lnTo>
                <a:lnTo>
                  <a:pt x="316" y="835"/>
                </a:lnTo>
                <a:lnTo>
                  <a:pt x="315" y="834"/>
                </a:lnTo>
                <a:lnTo>
                  <a:pt x="315" y="833"/>
                </a:lnTo>
                <a:lnTo>
                  <a:pt x="315" y="832"/>
                </a:lnTo>
                <a:lnTo>
                  <a:pt x="315" y="831"/>
                </a:lnTo>
                <a:lnTo>
                  <a:pt x="315" y="830"/>
                </a:lnTo>
                <a:lnTo>
                  <a:pt x="314" y="830"/>
                </a:lnTo>
                <a:lnTo>
                  <a:pt x="314" y="829"/>
                </a:lnTo>
                <a:lnTo>
                  <a:pt x="314" y="828"/>
                </a:lnTo>
                <a:lnTo>
                  <a:pt x="314" y="827"/>
                </a:lnTo>
                <a:lnTo>
                  <a:pt x="314" y="826"/>
                </a:lnTo>
                <a:lnTo>
                  <a:pt x="313" y="826"/>
                </a:lnTo>
                <a:lnTo>
                  <a:pt x="313" y="825"/>
                </a:lnTo>
                <a:lnTo>
                  <a:pt x="313" y="824"/>
                </a:lnTo>
                <a:lnTo>
                  <a:pt x="313" y="823"/>
                </a:lnTo>
                <a:lnTo>
                  <a:pt x="313" y="822"/>
                </a:lnTo>
                <a:lnTo>
                  <a:pt x="313" y="821"/>
                </a:lnTo>
                <a:lnTo>
                  <a:pt x="312" y="821"/>
                </a:lnTo>
                <a:lnTo>
                  <a:pt x="312" y="820"/>
                </a:lnTo>
                <a:lnTo>
                  <a:pt x="312" y="819"/>
                </a:lnTo>
                <a:lnTo>
                  <a:pt x="312" y="818"/>
                </a:lnTo>
                <a:lnTo>
                  <a:pt x="312" y="817"/>
                </a:lnTo>
                <a:lnTo>
                  <a:pt x="311" y="816"/>
                </a:lnTo>
                <a:lnTo>
                  <a:pt x="311" y="815"/>
                </a:lnTo>
                <a:lnTo>
                  <a:pt x="311" y="814"/>
                </a:lnTo>
                <a:lnTo>
                  <a:pt x="311" y="813"/>
                </a:lnTo>
                <a:lnTo>
                  <a:pt x="311" y="812"/>
                </a:lnTo>
                <a:lnTo>
                  <a:pt x="310" y="812"/>
                </a:lnTo>
                <a:lnTo>
                  <a:pt x="310" y="811"/>
                </a:lnTo>
                <a:lnTo>
                  <a:pt x="310" y="810"/>
                </a:lnTo>
                <a:lnTo>
                  <a:pt x="310" y="809"/>
                </a:lnTo>
                <a:lnTo>
                  <a:pt x="310" y="808"/>
                </a:lnTo>
                <a:lnTo>
                  <a:pt x="309" y="808"/>
                </a:lnTo>
                <a:lnTo>
                  <a:pt x="309" y="807"/>
                </a:lnTo>
                <a:lnTo>
                  <a:pt x="309" y="806"/>
                </a:lnTo>
                <a:lnTo>
                  <a:pt x="309" y="805"/>
                </a:lnTo>
                <a:lnTo>
                  <a:pt x="309" y="804"/>
                </a:lnTo>
                <a:lnTo>
                  <a:pt x="309" y="803"/>
                </a:lnTo>
                <a:lnTo>
                  <a:pt x="308" y="803"/>
                </a:lnTo>
                <a:lnTo>
                  <a:pt x="308" y="802"/>
                </a:lnTo>
                <a:lnTo>
                  <a:pt x="308" y="801"/>
                </a:lnTo>
                <a:lnTo>
                  <a:pt x="308" y="800"/>
                </a:lnTo>
                <a:lnTo>
                  <a:pt x="308" y="799"/>
                </a:lnTo>
                <a:lnTo>
                  <a:pt x="307" y="799"/>
                </a:lnTo>
                <a:lnTo>
                  <a:pt x="307" y="798"/>
                </a:lnTo>
                <a:lnTo>
                  <a:pt x="307" y="797"/>
                </a:lnTo>
                <a:lnTo>
                  <a:pt x="307" y="796"/>
                </a:lnTo>
                <a:lnTo>
                  <a:pt x="307" y="795"/>
                </a:lnTo>
                <a:lnTo>
                  <a:pt x="307" y="794"/>
                </a:lnTo>
                <a:lnTo>
                  <a:pt x="306" y="794"/>
                </a:lnTo>
                <a:lnTo>
                  <a:pt x="304" y="794"/>
                </a:lnTo>
                <a:lnTo>
                  <a:pt x="303" y="795"/>
                </a:lnTo>
                <a:lnTo>
                  <a:pt x="302" y="795"/>
                </a:lnTo>
                <a:lnTo>
                  <a:pt x="301" y="795"/>
                </a:lnTo>
                <a:lnTo>
                  <a:pt x="300" y="795"/>
                </a:lnTo>
                <a:lnTo>
                  <a:pt x="295" y="794"/>
                </a:lnTo>
                <a:lnTo>
                  <a:pt x="294" y="794"/>
                </a:lnTo>
                <a:lnTo>
                  <a:pt x="293" y="794"/>
                </a:lnTo>
                <a:lnTo>
                  <a:pt x="291" y="793"/>
                </a:lnTo>
                <a:lnTo>
                  <a:pt x="290" y="793"/>
                </a:lnTo>
                <a:lnTo>
                  <a:pt x="288" y="793"/>
                </a:lnTo>
                <a:lnTo>
                  <a:pt x="267" y="794"/>
                </a:lnTo>
                <a:lnTo>
                  <a:pt x="261" y="794"/>
                </a:lnTo>
                <a:lnTo>
                  <a:pt x="251" y="794"/>
                </a:lnTo>
                <a:lnTo>
                  <a:pt x="247" y="795"/>
                </a:lnTo>
                <a:lnTo>
                  <a:pt x="246" y="795"/>
                </a:lnTo>
                <a:lnTo>
                  <a:pt x="244" y="795"/>
                </a:lnTo>
                <a:lnTo>
                  <a:pt x="243" y="795"/>
                </a:lnTo>
                <a:lnTo>
                  <a:pt x="242" y="796"/>
                </a:lnTo>
                <a:lnTo>
                  <a:pt x="241" y="796"/>
                </a:lnTo>
                <a:lnTo>
                  <a:pt x="240" y="797"/>
                </a:lnTo>
                <a:lnTo>
                  <a:pt x="238" y="797"/>
                </a:lnTo>
                <a:lnTo>
                  <a:pt x="235" y="796"/>
                </a:lnTo>
                <a:lnTo>
                  <a:pt x="235" y="795"/>
                </a:lnTo>
                <a:lnTo>
                  <a:pt x="234" y="795"/>
                </a:lnTo>
                <a:lnTo>
                  <a:pt x="232" y="794"/>
                </a:lnTo>
                <a:lnTo>
                  <a:pt x="230" y="794"/>
                </a:lnTo>
                <a:lnTo>
                  <a:pt x="229" y="794"/>
                </a:lnTo>
                <a:lnTo>
                  <a:pt x="228" y="794"/>
                </a:lnTo>
                <a:lnTo>
                  <a:pt x="226" y="793"/>
                </a:lnTo>
                <a:lnTo>
                  <a:pt x="225" y="792"/>
                </a:lnTo>
                <a:lnTo>
                  <a:pt x="224" y="791"/>
                </a:lnTo>
                <a:lnTo>
                  <a:pt x="223" y="790"/>
                </a:lnTo>
                <a:lnTo>
                  <a:pt x="222" y="790"/>
                </a:lnTo>
                <a:lnTo>
                  <a:pt x="219" y="788"/>
                </a:lnTo>
                <a:lnTo>
                  <a:pt x="218" y="787"/>
                </a:lnTo>
                <a:lnTo>
                  <a:pt x="217" y="786"/>
                </a:lnTo>
                <a:lnTo>
                  <a:pt x="216" y="785"/>
                </a:lnTo>
                <a:lnTo>
                  <a:pt x="215" y="783"/>
                </a:lnTo>
                <a:lnTo>
                  <a:pt x="215" y="782"/>
                </a:lnTo>
                <a:lnTo>
                  <a:pt x="214" y="782"/>
                </a:lnTo>
                <a:lnTo>
                  <a:pt x="213" y="782"/>
                </a:lnTo>
                <a:lnTo>
                  <a:pt x="213" y="781"/>
                </a:lnTo>
                <a:lnTo>
                  <a:pt x="213" y="780"/>
                </a:lnTo>
                <a:lnTo>
                  <a:pt x="213" y="779"/>
                </a:lnTo>
                <a:lnTo>
                  <a:pt x="213" y="777"/>
                </a:lnTo>
                <a:lnTo>
                  <a:pt x="213" y="776"/>
                </a:lnTo>
                <a:lnTo>
                  <a:pt x="212" y="775"/>
                </a:lnTo>
                <a:lnTo>
                  <a:pt x="211" y="774"/>
                </a:lnTo>
                <a:lnTo>
                  <a:pt x="212" y="774"/>
                </a:lnTo>
                <a:lnTo>
                  <a:pt x="212" y="773"/>
                </a:lnTo>
                <a:lnTo>
                  <a:pt x="213" y="772"/>
                </a:lnTo>
                <a:lnTo>
                  <a:pt x="214" y="771"/>
                </a:lnTo>
                <a:lnTo>
                  <a:pt x="216" y="771"/>
                </a:lnTo>
                <a:lnTo>
                  <a:pt x="218" y="772"/>
                </a:lnTo>
                <a:lnTo>
                  <a:pt x="219" y="772"/>
                </a:lnTo>
                <a:lnTo>
                  <a:pt x="221" y="772"/>
                </a:lnTo>
                <a:lnTo>
                  <a:pt x="223" y="772"/>
                </a:lnTo>
                <a:lnTo>
                  <a:pt x="225" y="772"/>
                </a:lnTo>
                <a:lnTo>
                  <a:pt x="228" y="772"/>
                </a:lnTo>
                <a:lnTo>
                  <a:pt x="230" y="772"/>
                </a:lnTo>
                <a:lnTo>
                  <a:pt x="231" y="772"/>
                </a:lnTo>
                <a:lnTo>
                  <a:pt x="232" y="772"/>
                </a:lnTo>
                <a:lnTo>
                  <a:pt x="232" y="771"/>
                </a:lnTo>
                <a:lnTo>
                  <a:pt x="232" y="769"/>
                </a:lnTo>
                <a:lnTo>
                  <a:pt x="233" y="766"/>
                </a:lnTo>
                <a:lnTo>
                  <a:pt x="233" y="765"/>
                </a:lnTo>
                <a:lnTo>
                  <a:pt x="233" y="764"/>
                </a:lnTo>
                <a:lnTo>
                  <a:pt x="229" y="763"/>
                </a:lnTo>
                <a:lnTo>
                  <a:pt x="226" y="763"/>
                </a:lnTo>
                <a:lnTo>
                  <a:pt x="225" y="763"/>
                </a:lnTo>
                <a:lnTo>
                  <a:pt x="223" y="761"/>
                </a:lnTo>
                <a:lnTo>
                  <a:pt x="222" y="760"/>
                </a:lnTo>
                <a:lnTo>
                  <a:pt x="220" y="759"/>
                </a:lnTo>
                <a:lnTo>
                  <a:pt x="219" y="758"/>
                </a:lnTo>
                <a:lnTo>
                  <a:pt x="218" y="757"/>
                </a:lnTo>
                <a:lnTo>
                  <a:pt x="216" y="755"/>
                </a:lnTo>
                <a:lnTo>
                  <a:pt x="215" y="754"/>
                </a:lnTo>
                <a:lnTo>
                  <a:pt x="213" y="753"/>
                </a:lnTo>
                <a:lnTo>
                  <a:pt x="213" y="752"/>
                </a:lnTo>
                <a:lnTo>
                  <a:pt x="212" y="751"/>
                </a:lnTo>
                <a:lnTo>
                  <a:pt x="211" y="750"/>
                </a:lnTo>
                <a:lnTo>
                  <a:pt x="211" y="749"/>
                </a:lnTo>
                <a:lnTo>
                  <a:pt x="209" y="749"/>
                </a:lnTo>
                <a:lnTo>
                  <a:pt x="207" y="749"/>
                </a:lnTo>
                <a:lnTo>
                  <a:pt x="203" y="749"/>
                </a:lnTo>
                <a:lnTo>
                  <a:pt x="186" y="748"/>
                </a:lnTo>
                <a:lnTo>
                  <a:pt x="178" y="747"/>
                </a:lnTo>
                <a:lnTo>
                  <a:pt x="176" y="747"/>
                </a:lnTo>
                <a:lnTo>
                  <a:pt x="175" y="747"/>
                </a:lnTo>
                <a:lnTo>
                  <a:pt x="174" y="746"/>
                </a:lnTo>
                <a:lnTo>
                  <a:pt x="172" y="746"/>
                </a:lnTo>
                <a:lnTo>
                  <a:pt x="158" y="746"/>
                </a:lnTo>
                <a:lnTo>
                  <a:pt x="156" y="746"/>
                </a:lnTo>
                <a:lnTo>
                  <a:pt x="148" y="746"/>
                </a:lnTo>
                <a:lnTo>
                  <a:pt x="147" y="747"/>
                </a:lnTo>
                <a:lnTo>
                  <a:pt x="146" y="747"/>
                </a:lnTo>
                <a:lnTo>
                  <a:pt x="145" y="747"/>
                </a:lnTo>
                <a:lnTo>
                  <a:pt x="144" y="748"/>
                </a:lnTo>
                <a:lnTo>
                  <a:pt x="143" y="748"/>
                </a:lnTo>
                <a:lnTo>
                  <a:pt x="142" y="748"/>
                </a:lnTo>
                <a:lnTo>
                  <a:pt x="140" y="748"/>
                </a:lnTo>
                <a:lnTo>
                  <a:pt x="140" y="747"/>
                </a:lnTo>
                <a:lnTo>
                  <a:pt x="139" y="747"/>
                </a:lnTo>
                <a:lnTo>
                  <a:pt x="138" y="747"/>
                </a:lnTo>
                <a:lnTo>
                  <a:pt x="138" y="746"/>
                </a:lnTo>
                <a:lnTo>
                  <a:pt x="137" y="745"/>
                </a:lnTo>
                <a:lnTo>
                  <a:pt x="136" y="744"/>
                </a:lnTo>
                <a:lnTo>
                  <a:pt x="134" y="742"/>
                </a:lnTo>
                <a:lnTo>
                  <a:pt x="133" y="742"/>
                </a:lnTo>
                <a:lnTo>
                  <a:pt x="131" y="742"/>
                </a:lnTo>
                <a:lnTo>
                  <a:pt x="129" y="742"/>
                </a:lnTo>
                <a:lnTo>
                  <a:pt x="126" y="741"/>
                </a:lnTo>
                <a:lnTo>
                  <a:pt x="125" y="740"/>
                </a:lnTo>
                <a:lnTo>
                  <a:pt x="125" y="739"/>
                </a:lnTo>
                <a:lnTo>
                  <a:pt x="126" y="738"/>
                </a:lnTo>
                <a:lnTo>
                  <a:pt x="128" y="729"/>
                </a:lnTo>
                <a:lnTo>
                  <a:pt x="129" y="724"/>
                </a:lnTo>
                <a:lnTo>
                  <a:pt x="130" y="718"/>
                </a:lnTo>
                <a:lnTo>
                  <a:pt x="130" y="715"/>
                </a:lnTo>
                <a:lnTo>
                  <a:pt x="130" y="714"/>
                </a:lnTo>
                <a:lnTo>
                  <a:pt x="130" y="713"/>
                </a:lnTo>
                <a:lnTo>
                  <a:pt x="130" y="712"/>
                </a:lnTo>
                <a:lnTo>
                  <a:pt x="129" y="711"/>
                </a:lnTo>
                <a:lnTo>
                  <a:pt x="129" y="710"/>
                </a:lnTo>
                <a:lnTo>
                  <a:pt x="128" y="710"/>
                </a:lnTo>
                <a:lnTo>
                  <a:pt x="128" y="709"/>
                </a:lnTo>
                <a:lnTo>
                  <a:pt x="128" y="708"/>
                </a:lnTo>
                <a:lnTo>
                  <a:pt x="127" y="708"/>
                </a:lnTo>
                <a:lnTo>
                  <a:pt x="127" y="707"/>
                </a:lnTo>
                <a:lnTo>
                  <a:pt x="127" y="706"/>
                </a:lnTo>
                <a:lnTo>
                  <a:pt x="127" y="705"/>
                </a:lnTo>
                <a:lnTo>
                  <a:pt x="126" y="705"/>
                </a:lnTo>
                <a:lnTo>
                  <a:pt x="125" y="703"/>
                </a:lnTo>
                <a:lnTo>
                  <a:pt x="124" y="702"/>
                </a:lnTo>
                <a:lnTo>
                  <a:pt x="123" y="702"/>
                </a:lnTo>
                <a:lnTo>
                  <a:pt x="122" y="701"/>
                </a:lnTo>
                <a:lnTo>
                  <a:pt x="122" y="700"/>
                </a:lnTo>
                <a:lnTo>
                  <a:pt x="121" y="699"/>
                </a:lnTo>
                <a:lnTo>
                  <a:pt x="121" y="698"/>
                </a:lnTo>
                <a:lnTo>
                  <a:pt x="121" y="697"/>
                </a:lnTo>
                <a:lnTo>
                  <a:pt x="122" y="697"/>
                </a:lnTo>
                <a:lnTo>
                  <a:pt x="122" y="696"/>
                </a:lnTo>
                <a:lnTo>
                  <a:pt x="123" y="696"/>
                </a:lnTo>
                <a:lnTo>
                  <a:pt x="123" y="695"/>
                </a:lnTo>
                <a:lnTo>
                  <a:pt x="122" y="695"/>
                </a:lnTo>
                <a:lnTo>
                  <a:pt x="122" y="694"/>
                </a:lnTo>
                <a:lnTo>
                  <a:pt x="123" y="693"/>
                </a:lnTo>
                <a:lnTo>
                  <a:pt x="123" y="692"/>
                </a:lnTo>
                <a:lnTo>
                  <a:pt x="124" y="691"/>
                </a:lnTo>
                <a:lnTo>
                  <a:pt x="124" y="690"/>
                </a:lnTo>
                <a:lnTo>
                  <a:pt x="125" y="690"/>
                </a:lnTo>
                <a:lnTo>
                  <a:pt x="124" y="689"/>
                </a:lnTo>
                <a:lnTo>
                  <a:pt x="123" y="687"/>
                </a:lnTo>
                <a:lnTo>
                  <a:pt x="122" y="686"/>
                </a:lnTo>
                <a:lnTo>
                  <a:pt x="121" y="686"/>
                </a:lnTo>
                <a:lnTo>
                  <a:pt x="119" y="686"/>
                </a:lnTo>
                <a:lnTo>
                  <a:pt x="118" y="686"/>
                </a:lnTo>
                <a:lnTo>
                  <a:pt x="118" y="687"/>
                </a:lnTo>
                <a:lnTo>
                  <a:pt x="116" y="687"/>
                </a:lnTo>
                <a:lnTo>
                  <a:pt x="116" y="688"/>
                </a:lnTo>
                <a:lnTo>
                  <a:pt x="115" y="688"/>
                </a:lnTo>
                <a:lnTo>
                  <a:pt x="113" y="690"/>
                </a:lnTo>
                <a:lnTo>
                  <a:pt x="113" y="691"/>
                </a:lnTo>
                <a:lnTo>
                  <a:pt x="112" y="690"/>
                </a:lnTo>
                <a:lnTo>
                  <a:pt x="111" y="690"/>
                </a:lnTo>
                <a:lnTo>
                  <a:pt x="110" y="690"/>
                </a:lnTo>
                <a:lnTo>
                  <a:pt x="110" y="691"/>
                </a:lnTo>
                <a:lnTo>
                  <a:pt x="109" y="691"/>
                </a:lnTo>
                <a:lnTo>
                  <a:pt x="108" y="691"/>
                </a:lnTo>
                <a:lnTo>
                  <a:pt x="108" y="690"/>
                </a:lnTo>
                <a:lnTo>
                  <a:pt x="107" y="690"/>
                </a:lnTo>
                <a:lnTo>
                  <a:pt x="106" y="690"/>
                </a:lnTo>
                <a:lnTo>
                  <a:pt x="105" y="690"/>
                </a:lnTo>
                <a:lnTo>
                  <a:pt x="105" y="689"/>
                </a:lnTo>
                <a:lnTo>
                  <a:pt x="104" y="689"/>
                </a:lnTo>
                <a:lnTo>
                  <a:pt x="102" y="689"/>
                </a:lnTo>
                <a:lnTo>
                  <a:pt x="101" y="689"/>
                </a:lnTo>
                <a:lnTo>
                  <a:pt x="100" y="690"/>
                </a:lnTo>
                <a:lnTo>
                  <a:pt x="99" y="690"/>
                </a:lnTo>
                <a:lnTo>
                  <a:pt x="98" y="690"/>
                </a:lnTo>
                <a:lnTo>
                  <a:pt x="97" y="689"/>
                </a:lnTo>
                <a:lnTo>
                  <a:pt x="97" y="688"/>
                </a:lnTo>
                <a:lnTo>
                  <a:pt x="97" y="687"/>
                </a:lnTo>
                <a:lnTo>
                  <a:pt x="97" y="686"/>
                </a:lnTo>
                <a:lnTo>
                  <a:pt x="97" y="685"/>
                </a:lnTo>
                <a:lnTo>
                  <a:pt x="95" y="685"/>
                </a:lnTo>
                <a:lnTo>
                  <a:pt x="94" y="684"/>
                </a:lnTo>
                <a:lnTo>
                  <a:pt x="93" y="685"/>
                </a:lnTo>
                <a:lnTo>
                  <a:pt x="92" y="684"/>
                </a:lnTo>
                <a:lnTo>
                  <a:pt x="91" y="685"/>
                </a:lnTo>
                <a:lnTo>
                  <a:pt x="90" y="685"/>
                </a:lnTo>
                <a:lnTo>
                  <a:pt x="89" y="685"/>
                </a:lnTo>
                <a:lnTo>
                  <a:pt x="87" y="685"/>
                </a:lnTo>
                <a:lnTo>
                  <a:pt x="86" y="685"/>
                </a:lnTo>
                <a:lnTo>
                  <a:pt x="85" y="685"/>
                </a:lnTo>
                <a:lnTo>
                  <a:pt x="85" y="686"/>
                </a:lnTo>
                <a:lnTo>
                  <a:pt x="84" y="687"/>
                </a:lnTo>
                <a:lnTo>
                  <a:pt x="83" y="688"/>
                </a:lnTo>
                <a:lnTo>
                  <a:pt x="82" y="688"/>
                </a:lnTo>
                <a:lnTo>
                  <a:pt x="82" y="689"/>
                </a:lnTo>
                <a:lnTo>
                  <a:pt x="81" y="689"/>
                </a:lnTo>
                <a:lnTo>
                  <a:pt x="79" y="689"/>
                </a:lnTo>
                <a:lnTo>
                  <a:pt x="78" y="689"/>
                </a:lnTo>
                <a:lnTo>
                  <a:pt x="78" y="688"/>
                </a:lnTo>
                <a:lnTo>
                  <a:pt x="77" y="688"/>
                </a:lnTo>
                <a:lnTo>
                  <a:pt x="76" y="688"/>
                </a:lnTo>
                <a:lnTo>
                  <a:pt x="75" y="689"/>
                </a:lnTo>
                <a:lnTo>
                  <a:pt x="73" y="689"/>
                </a:lnTo>
                <a:lnTo>
                  <a:pt x="73" y="690"/>
                </a:lnTo>
                <a:lnTo>
                  <a:pt x="73" y="689"/>
                </a:lnTo>
                <a:lnTo>
                  <a:pt x="73" y="688"/>
                </a:lnTo>
                <a:lnTo>
                  <a:pt x="72" y="688"/>
                </a:lnTo>
                <a:lnTo>
                  <a:pt x="71" y="688"/>
                </a:lnTo>
                <a:lnTo>
                  <a:pt x="70" y="688"/>
                </a:lnTo>
                <a:lnTo>
                  <a:pt x="69" y="688"/>
                </a:lnTo>
                <a:lnTo>
                  <a:pt x="68" y="688"/>
                </a:lnTo>
                <a:lnTo>
                  <a:pt x="67" y="688"/>
                </a:lnTo>
                <a:lnTo>
                  <a:pt x="66" y="688"/>
                </a:lnTo>
                <a:lnTo>
                  <a:pt x="65" y="688"/>
                </a:lnTo>
                <a:lnTo>
                  <a:pt x="65" y="689"/>
                </a:lnTo>
                <a:lnTo>
                  <a:pt x="63" y="689"/>
                </a:lnTo>
                <a:lnTo>
                  <a:pt x="62" y="689"/>
                </a:lnTo>
                <a:lnTo>
                  <a:pt x="61" y="689"/>
                </a:lnTo>
                <a:lnTo>
                  <a:pt x="60" y="690"/>
                </a:lnTo>
                <a:lnTo>
                  <a:pt x="59" y="690"/>
                </a:lnTo>
                <a:lnTo>
                  <a:pt x="58" y="689"/>
                </a:lnTo>
                <a:lnTo>
                  <a:pt x="57" y="689"/>
                </a:lnTo>
                <a:lnTo>
                  <a:pt x="56" y="689"/>
                </a:lnTo>
                <a:lnTo>
                  <a:pt x="56" y="690"/>
                </a:lnTo>
                <a:lnTo>
                  <a:pt x="55" y="690"/>
                </a:lnTo>
                <a:lnTo>
                  <a:pt x="54" y="691"/>
                </a:lnTo>
                <a:lnTo>
                  <a:pt x="52" y="690"/>
                </a:lnTo>
                <a:lnTo>
                  <a:pt x="51" y="690"/>
                </a:lnTo>
                <a:lnTo>
                  <a:pt x="50" y="690"/>
                </a:lnTo>
                <a:lnTo>
                  <a:pt x="50" y="691"/>
                </a:lnTo>
                <a:lnTo>
                  <a:pt x="49" y="691"/>
                </a:lnTo>
                <a:lnTo>
                  <a:pt x="48" y="691"/>
                </a:lnTo>
                <a:lnTo>
                  <a:pt x="48" y="690"/>
                </a:lnTo>
                <a:lnTo>
                  <a:pt x="47" y="689"/>
                </a:lnTo>
                <a:lnTo>
                  <a:pt x="46" y="689"/>
                </a:lnTo>
                <a:lnTo>
                  <a:pt x="46" y="690"/>
                </a:lnTo>
                <a:lnTo>
                  <a:pt x="45" y="690"/>
                </a:lnTo>
                <a:lnTo>
                  <a:pt x="44" y="690"/>
                </a:lnTo>
                <a:lnTo>
                  <a:pt x="42" y="690"/>
                </a:lnTo>
                <a:lnTo>
                  <a:pt x="41" y="690"/>
                </a:lnTo>
                <a:lnTo>
                  <a:pt x="40" y="690"/>
                </a:lnTo>
                <a:lnTo>
                  <a:pt x="39" y="690"/>
                </a:lnTo>
                <a:lnTo>
                  <a:pt x="39" y="689"/>
                </a:lnTo>
                <a:lnTo>
                  <a:pt x="38" y="689"/>
                </a:lnTo>
                <a:lnTo>
                  <a:pt x="38" y="690"/>
                </a:lnTo>
                <a:lnTo>
                  <a:pt x="37" y="690"/>
                </a:lnTo>
                <a:lnTo>
                  <a:pt x="36" y="690"/>
                </a:lnTo>
                <a:lnTo>
                  <a:pt x="35" y="690"/>
                </a:lnTo>
                <a:lnTo>
                  <a:pt x="34" y="690"/>
                </a:lnTo>
                <a:lnTo>
                  <a:pt x="34" y="689"/>
                </a:lnTo>
                <a:lnTo>
                  <a:pt x="32" y="689"/>
                </a:lnTo>
                <a:lnTo>
                  <a:pt x="31" y="689"/>
                </a:lnTo>
                <a:lnTo>
                  <a:pt x="30" y="689"/>
                </a:lnTo>
                <a:lnTo>
                  <a:pt x="30" y="690"/>
                </a:lnTo>
                <a:lnTo>
                  <a:pt x="31" y="690"/>
                </a:lnTo>
                <a:lnTo>
                  <a:pt x="31" y="691"/>
                </a:lnTo>
                <a:lnTo>
                  <a:pt x="29" y="691"/>
                </a:lnTo>
                <a:lnTo>
                  <a:pt x="29" y="690"/>
                </a:lnTo>
                <a:lnTo>
                  <a:pt x="28" y="690"/>
                </a:lnTo>
                <a:lnTo>
                  <a:pt x="26" y="690"/>
                </a:lnTo>
                <a:lnTo>
                  <a:pt x="23" y="690"/>
                </a:lnTo>
                <a:lnTo>
                  <a:pt x="22" y="690"/>
                </a:lnTo>
                <a:lnTo>
                  <a:pt x="21" y="691"/>
                </a:lnTo>
                <a:lnTo>
                  <a:pt x="20" y="692"/>
                </a:lnTo>
                <a:lnTo>
                  <a:pt x="20" y="693"/>
                </a:lnTo>
                <a:lnTo>
                  <a:pt x="18" y="695"/>
                </a:lnTo>
                <a:lnTo>
                  <a:pt x="16" y="697"/>
                </a:lnTo>
                <a:lnTo>
                  <a:pt x="17" y="698"/>
                </a:lnTo>
                <a:lnTo>
                  <a:pt x="17" y="699"/>
                </a:lnTo>
                <a:lnTo>
                  <a:pt x="16" y="699"/>
                </a:lnTo>
                <a:lnTo>
                  <a:pt x="16" y="700"/>
                </a:lnTo>
                <a:lnTo>
                  <a:pt x="16" y="701"/>
                </a:lnTo>
                <a:lnTo>
                  <a:pt x="15" y="701"/>
                </a:lnTo>
                <a:lnTo>
                  <a:pt x="13" y="701"/>
                </a:lnTo>
                <a:lnTo>
                  <a:pt x="13" y="700"/>
                </a:lnTo>
                <a:lnTo>
                  <a:pt x="12" y="700"/>
                </a:lnTo>
                <a:lnTo>
                  <a:pt x="11" y="700"/>
                </a:lnTo>
                <a:lnTo>
                  <a:pt x="10" y="700"/>
                </a:lnTo>
                <a:lnTo>
                  <a:pt x="10" y="701"/>
                </a:lnTo>
                <a:lnTo>
                  <a:pt x="9" y="701"/>
                </a:lnTo>
                <a:lnTo>
                  <a:pt x="8" y="701"/>
                </a:lnTo>
                <a:lnTo>
                  <a:pt x="7" y="700"/>
                </a:lnTo>
                <a:lnTo>
                  <a:pt x="7" y="699"/>
                </a:lnTo>
                <a:lnTo>
                  <a:pt x="6" y="699"/>
                </a:lnTo>
                <a:lnTo>
                  <a:pt x="6" y="698"/>
                </a:lnTo>
                <a:lnTo>
                  <a:pt x="6" y="696"/>
                </a:lnTo>
                <a:lnTo>
                  <a:pt x="5" y="696"/>
                </a:lnTo>
                <a:lnTo>
                  <a:pt x="4" y="696"/>
                </a:lnTo>
                <a:lnTo>
                  <a:pt x="4" y="697"/>
                </a:lnTo>
                <a:lnTo>
                  <a:pt x="3" y="697"/>
                </a:lnTo>
                <a:lnTo>
                  <a:pt x="3" y="696"/>
                </a:lnTo>
                <a:lnTo>
                  <a:pt x="2" y="696"/>
                </a:lnTo>
                <a:lnTo>
                  <a:pt x="1" y="695"/>
                </a:lnTo>
                <a:lnTo>
                  <a:pt x="0" y="695"/>
                </a:lnTo>
                <a:lnTo>
                  <a:pt x="0" y="694"/>
                </a:lnTo>
                <a:lnTo>
                  <a:pt x="0" y="693"/>
                </a:lnTo>
                <a:lnTo>
                  <a:pt x="0" y="692"/>
                </a:lnTo>
                <a:lnTo>
                  <a:pt x="0" y="691"/>
                </a:lnTo>
                <a:lnTo>
                  <a:pt x="0" y="690"/>
                </a:lnTo>
                <a:lnTo>
                  <a:pt x="1" y="689"/>
                </a:lnTo>
                <a:lnTo>
                  <a:pt x="2" y="689"/>
                </a:lnTo>
                <a:lnTo>
                  <a:pt x="3" y="689"/>
                </a:lnTo>
                <a:lnTo>
                  <a:pt x="3" y="688"/>
                </a:lnTo>
                <a:lnTo>
                  <a:pt x="3" y="687"/>
                </a:lnTo>
                <a:lnTo>
                  <a:pt x="2" y="687"/>
                </a:lnTo>
                <a:lnTo>
                  <a:pt x="2" y="686"/>
                </a:lnTo>
                <a:lnTo>
                  <a:pt x="2" y="685"/>
                </a:lnTo>
                <a:lnTo>
                  <a:pt x="2" y="684"/>
                </a:lnTo>
                <a:lnTo>
                  <a:pt x="2" y="683"/>
                </a:lnTo>
                <a:lnTo>
                  <a:pt x="1" y="683"/>
                </a:lnTo>
                <a:lnTo>
                  <a:pt x="2" y="682"/>
                </a:lnTo>
                <a:lnTo>
                  <a:pt x="2" y="681"/>
                </a:lnTo>
                <a:lnTo>
                  <a:pt x="1" y="679"/>
                </a:lnTo>
                <a:lnTo>
                  <a:pt x="1" y="678"/>
                </a:lnTo>
                <a:lnTo>
                  <a:pt x="1" y="677"/>
                </a:lnTo>
                <a:lnTo>
                  <a:pt x="1" y="676"/>
                </a:lnTo>
                <a:lnTo>
                  <a:pt x="1" y="675"/>
                </a:lnTo>
                <a:lnTo>
                  <a:pt x="1" y="671"/>
                </a:lnTo>
                <a:lnTo>
                  <a:pt x="1" y="670"/>
                </a:lnTo>
                <a:lnTo>
                  <a:pt x="1" y="668"/>
                </a:lnTo>
                <a:lnTo>
                  <a:pt x="3" y="666"/>
                </a:lnTo>
                <a:lnTo>
                  <a:pt x="3" y="662"/>
                </a:lnTo>
                <a:lnTo>
                  <a:pt x="2" y="659"/>
                </a:lnTo>
                <a:lnTo>
                  <a:pt x="3" y="658"/>
                </a:lnTo>
                <a:lnTo>
                  <a:pt x="5" y="657"/>
                </a:lnTo>
                <a:lnTo>
                  <a:pt x="6" y="657"/>
                </a:lnTo>
                <a:lnTo>
                  <a:pt x="8" y="655"/>
                </a:lnTo>
                <a:lnTo>
                  <a:pt x="9" y="655"/>
                </a:lnTo>
                <a:lnTo>
                  <a:pt x="11" y="654"/>
                </a:lnTo>
                <a:lnTo>
                  <a:pt x="11" y="653"/>
                </a:lnTo>
                <a:lnTo>
                  <a:pt x="23" y="644"/>
                </a:lnTo>
                <a:lnTo>
                  <a:pt x="34" y="636"/>
                </a:lnTo>
                <a:lnTo>
                  <a:pt x="35" y="635"/>
                </a:lnTo>
                <a:lnTo>
                  <a:pt x="54" y="610"/>
                </a:lnTo>
                <a:lnTo>
                  <a:pt x="56" y="608"/>
                </a:lnTo>
                <a:lnTo>
                  <a:pt x="67" y="579"/>
                </a:lnTo>
                <a:lnTo>
                  <a:pt x="68" y="577"/>
                </a:lnTo>
                <a:lnTo>
                  <a:pt x="71" y="567"/>
                </a:lnTo>
                <a:lnTo>
                  <a:pt x="78" y="548"/>
                </a:lnTo>
                <a:lnTo>
                  <a:pt x="79" y="544"/>
                </a:lnTo>
                <a:lnTo>
                  <a:pt x="81" y="537"/>
                </a:lnTo>
                <a:lnTo>
                  <a:pt x="83" y="530"/>
                </a:lnTo>
                <a:lnTo>
                  <a:pt x="83" y="529"/>
                </a:lnTo>
                <a:lnTo>
                  <a:pt x="89" y="510"/>
                </a:lnTo>
                <a:lnTo>
                  <a:pt x="96" y="479"/>
                </a:lnTo>
                <a:lnTo>
                  <a:pt x="103" y="470"/>
                </a:lnTo>
                <a:lnTo>
                  <a:pt x="110" y="459"/>
                </a:lnTo>
                <a:lnTo>
                  <a:pt x="117" y="449"/>
                </a:lnTo>
                <a:lnTo>
                  <a:pt x="121" y="432"/>
                </a:lnTo>
                <a:lnTo>
                  <a:pt x="122" y="427"/>
                </a:lnTo>
                <a:lnTo>
                  <a:pt x="127" y="398"/>
                </a:lnTo>
                <a:lnTo>
                  <a:pt x="127" y="395"/>
                </a:lnTo>
                <a:lnTo>
                  <a:pt x="139" y="394"/>
                </a:lnTo>
                <a:lnTo>
                  <a:pt x="191" y="392"/>
                </a:lnTo>
                <a:lnTo>
                  <a:pt x="216" y="390"/>
                </a:lnTo>
                <a:lnTo>
                  <a:pt x="217" y="390"/>
                </a:lnTo>
                <a:lnTo>
                  <a:pt x="256" y="391"/>
                </a:lnTo>
                <a:lnTo>
                  <a:pt x="256" y="390"/>
                </a:lnTo>
                <a:lnTo>
                  <a:pt x="268" y="365"/>
                </a:lnTo>
                <a:lnTo>
                  <a:pt x="268" y="348"/>
                </a:lnTo>
                <a:lnTo>
                  <a:pt x="286" y="328"/>
                </a:lnTo>
                <a:lnTo>
                  <a:pt x="302" y="305"/>
                </a:lnTo>
                <a:lnTo>
                  <a:pt x="304" y="303"/>
                </a:lnTo>
                <a:lnTo>
                  <a:pt x="334" y="274"/>
                </a:lnTo>
                <a:lnTo>
                  <a:pt x="350" y="262"/>
                </a:lnTo>
                <a:lnTo>
                  <a:pt x="392" y="231"/>
                </a:lnTo>
                <a:lnTo>
                  <a:pt x="418" y="228"/>
                </a:lnTo>
                <a:lnTo>
                  <a:pt x="425" y="227"/>
                </a:lnTo>
                <a:lnTo>
                  <a:pt x="430" y="221"/>
                </a:lnTo>
                <a:lnTo>
                  <a:pt x="436" y="212"/>
                </a:lnTo>
                <a:lnTo>
                  <a:pt x="438" y="209"/>
                </a:lnTo>
                <a:lnTo>
                  <a:pt x="445" y="202"/>
                </a:lnTo>
                <a:lnTo>
                  <a:pt x="462" y="193"/>
                </a:lnTo>
                <a:lnTo>
                  <a:pt x="468" y="193"/>
                </a:lnTo>
                <a:lnTo>
                  <a:pt x="484" y="185"/>
                </a:lnTo>
                <a:lnTo>
                  <a:pt x="488" y="185"/>
                </a:lnTo>
                <a:lnTo>
                  <a:pt x="488" y="187"/>
                </a:lnTo>
                <a:lnTo>
                  <a:pt x="489" y="188"/>
                </a:lnTo>
                <a:lnTo>
                  <a:pt x="490" y="190"/>
                </a:lnTo>
                <a:lnTo>
                  <a:pt x="491" y="191"/>
                </a:lnTo>
                <a:lnTo>
                  <a:pt x="492" y="194"/>
                </a:lnTo>
                <a:lnTo>
                  <a:pt x="494" y="195"/>
                </a:lnTo>
                <a:lnTo>
                  <a:pt x="496" y="196"/>
                </a:lnTo>
                <a:lnTo>
                  <a:pt x="496" y="197"/>
                </a:lnTo>
                <a:lnTo>
                  <a:pt x="496" y="198"/>
                </a:lnTo>
                <a:lnTo>
                  <a:pt x="496" y="199"/>
                </a:lnTo>
                <a:lnTo>
                  <a:pt x="495" y="200"/>
                </a:lnTo>
                <a:lnTo>
                  <a:pt x="495" y="201"/>
                </a:lnTo>
                <a:lnTo>
                  <a:pt x="495" y="202"/>
                </a:lnTo>
                <a:lnTo>
                  <a:pt x="497" y="205"/>
                </a:lnTo>
                <a:lnTo>
                  <a:pt x="497" y="206"/>
                </a:lnTo>
                <a:lnTo>
                  <a:pt x="497" y="207"/>
                </a:lnTo>
                <a:lnTo>
                  <a:pt x="497" y="208"/>
                </a:lnTo>
                <a:lnTo>
                  <a:pt x="498" y="208"/>
                </a:lnTo>
                <a:lnTo>
                  <a:pt x="498" y="209"/>
                </a:lnTo>
                <a:lnTo>
                  <a:pt x="499" y="210"/>
                </a:lnTo>
                <a:lnTo>
                  <a:pt x="499" y="211"/>
                </a:lnTo>
                <a:lnTo>
                  <a:pt x="499" y="212"/>
                </a:lnTo>
                <a:lnTo>
                  <a:pt x="499" y="213"/>
                </a:lnTo>
                <a:lnTo>
                  <a:pt x="501" y="220"/>
                </a:lnTo>
                <a:lnTo>
                  <a:pt x="502" y="221"/>
                </a:lnTo>
                <a:lnTo>
                  <a:pt x="506" y="228"/>
                </a:lnTo>
                <a:lnTo>
                  <a:pt x="508" y="230"/>
                </a:lnTo>
                <a:lnTo>
                  <a:pt x="509" y="229"/>
                </a:lnTo>
                <a:lnTo>
                  <a:pt x="510" y="228"/>
                </a:lnTo>
                <a:lnTo>
                  <a:pt x="511" y="226"/>
                </a:lnTo>
                <a:lnTo>
                  <a:pt x="511" y="225"/>
                </a:lnTo>
                <a:lnTo>
                  <a:pt x="511" y="224"/>
                </a:lnTo>
                <a:lnTo>
                  <a:pt x="511" y="223"/>
                </a:lnTo>
                <a:lnTo>
                  <a:pt x="512" y="221"/>
                </a:lnTo>
                <a:lnTo>
                  <a:pt x="513" y="220"/>
                </a:lnTo>
                <a:lnTo>
                  <a:pt x="514" y="219"/>
                </a:lnTo>
                <a:lnTo>
                  <a:pt x="514" y="218"/>
                </a:lnTo>
                <a:lnTo>
                  <a:pt x="514" y="217"/>
                </a:lnTo>
                <a:lnTo>
                  <a:pt x="514" y="216"/>
                </a:lnTo>
                <a:lnTo>
                  <a:pt x="515" y="216"/>
                </a:lnTo>
                <a:lnTo>
                  <a:pt x="515" y="215"/>
                </a:lnTo>
                <a:lnTo>
                  <a:pt x="516" y="213"/>
                </a:lnTo>
                <a:lnTo>
                  <a:pt x="517" y="212"/>
                </a:lnTo>
                <a:lnTo>
                  <a:pt x="520" y="209"/>
                </a:lnTo>
                <a:lnTo>
                  <a:pt x="521" y="208"/>
                </a:lnTo>
                <a:lnTo>
                  <a:pt x="523" y="207"/>
                </a:lnTo>
                <a:lnTo>
                  <a:pt x="525" y="205"/>
                </a:lnTo>
                <a:lnTo>
                  <a:pt x="526" y="204"/>
                </a:lnTo>
                <a:lnTo>
                  <a:pt x="529" y="203"/>
                </a:lnTo>
                <a:lnTo>
                  <a:pt x="532" y="201"/>
                </a:lnTo>
                <a:lnTo>
                  <a:pt x="533" y="201"/>
                </a:lnTo>
                <a:lnTo>
                  <a:pt x="537" y="198"/>
                </a:lnTo>
                <a:lnTo>
                  <a:pt x="539" y="196"/>
                </a:lnTo>
                <a:lnTo>
                  <a:pt x="542" y="195"/>
                </a:lnTo>
                <a:lnTo>
                  <a:pt x="543" y="194"/>
                </a:lnTo>
                <a:lnTo>
                  <a:pt x="544" y="194"/>
                </a:lnTo>
                <a:lnTo>
                  <a:pt x="545" y="193"/>
                </a:lnTo>
                <a:lnTo>
                  <a:pt x="547" y="191"/>
                </a:lnTo>
                <a:lnTo>
                  <a:pt x="548" y="190"/>
                </a:lnTo>
                <a:lnTo>
                  <a:pt x="550" y="190"/>
                </a:lnTo>
                <a:lnTo>
                  <a:pt x="551" y="189"/>
                </a:lnTo>
                <a:lnTo>
                  <a:pt x="552" y="189"/>
                </a:lnTo>
                <a:lnTo>
                  <a:pt x="554" y="188"/>
                </a:lnTo>
                <a:lnTo>
                  <a:pt x="554" y="187"/>
                </a:lnTo>
                <a:lnTo>
                  <a:pt x="555" y="187"/>
                </a:lnTo>
                <a:lnTo>
                  <a:pt x="556" y="186"/>
                </a:lnTo>
                <a:lnTo>
                  <a:pt x="558" y="186"/>
                </a:lnTo>
                <a:lnTo>
                  <a:pt x="559" y="186"/>
                </a:lnTo>
                <a:lnTo>
                  <a:pt x="560" y="186"/>
                </a:lnTo>
                <a:lnTo>
                  <a:pt x="561" y="185"/>
                </a:lnTo>
                <a:lnTo>
                  <a:pt x="562" y="185"/>
                </a:lnTo>
                <a:lnTo>
                  <a:pt x="563" y="184"/>
                </a:lnTo>
                <a:lnTo>
                  <a:pt x="564" y="184"/>
                </a:lnTo>
                <a:lnTo>
                  <a:pt x="565" y="182"/>
                </a:lnTo>
                <a:lnTo>
                  <a:pt x="566" y="182"/>
                </a:lnTo>
                <a:lnTo>
                  <a:pt x="567" y="181"/>
                </a:lnTo>
                <a:lnTo>
                  <a:pt x="570" y="180"/>
                </a:lnTo>
                <a:lnTo>
                  <a:pt x="571" y="180"/>
                </a:lnTo>
                <a:lnTo>
                  <a:pt x="574" y="181"/>
                </a:lnTo>
                <a:lnTo>
                  <a:pt x="575" y="180"/>
                </a:lnTo>
                <a:lnTo>
                  <a:pt x="576" y="180"/>
                </a:lnTo>
                <a:lnTo>
                  <a:pt x="577" y="180"/>
                </a:lnTo>
                <a:lnTo>
                  <a:pt x="578" y="180"/>
                </a:lnTo>
                <a:lnTo>
                  <a:pt x="582" y="180"/>
                </a:lnTo>
                <a:lnTo>
                  <a:pt x="584" y="180"/>
                </a:lnTo>
                <a:lnTo>
                  <a:pt x="585" y="180"/>
                </a:lnTo>
                <a:lnTo>
                  <a:pt x="588" y="179"/>
                </a:lnTo>
                <a:lnTo>
                  <a:pt x="590" y="178"/>
                </a:lnTo>
                <a:lnTo>
                  <a:pt x="591" y="178"/>
                </a:lnTo>
                <a:lnTo>
                  <a:pt x="593" y="178"/>
                </a:lnTo>
                <a:lnTo>
                  <a:pt x="595" y="179"/>
                </a:lnTo>
                <a:lnTo>
                  <a:pt x="598" y="179"/>
                </a:lnTo>
                <a:lnTo>
                  <a:pt x="599" y="178"/>
                </a:lnTo>
                <a:lnTo>
                  <a:pt x="600" y="177"/>
                </a:lnTo>
                <a:lnTo>
                  <a:pt x="601" y="177"/>
                </a:lnTo>
                <a:lnTo>
                  <a:pt x="601" y="176"/>
                </a:lnTo>
                <a:lnTo>
                  <a:pt x="603" y="175"/>
                </a:lnTo>
                <a:lnTo>
                  <a:pt x="605" y="175"/>
                </a:lnTo>
                <a:lnTo>
                  <a:pt x="607" y="174"/>
                </a:lnTo>
                <a:lnTo>
                  <a:pt x="611" y="173"/>
                </a:lnTo>
                <a:lnTo>
                  <a:pt x="613" y="172"/>
                </a:lnTo>
                <a:lnTo>
                  <a:pt x="614" y="172"/>
                </a:lnTo>
                <a:lnTo>
                  <a:pt x="615" y="171"/>
                </a:lnTo>
                <a:lnTo>
                  <a:pt x="618" y="169"/>
                </a:lnTo>
                <a:lnTo>
                  <a:pt x="620" y="169"/>
                </a:lnTo>
                <a:lnTo>
                  <a:pt x="621" y="169"/>
                </a:lnTo>
                <a:lnTo>
                  <a:pt x="622" y="168"/>
                </a:lnTo>
                <a:lnTo>
                  <a:pt x="623" y="168"/>
                </a:lnTo>
                <a:lnTo>
                  <a:pt x="624" y="167"/>
                </a:lnTo>
                <a:lnTo>
                  <a:pt x="625" y="167"/>
                </a:lnTo>
                <a:lnTo>
                  <a:pt x="626" y="166"/>
                </a:lnTo>
                <a:lnTo>
                  <a:pt x="627" y="165"/>
                </a:lnTo>
                <a:lnTo>
                  <a:pt x="629" y="164"/>
                </a:lnTo>
                <a:lnTo>
                  <a:pt x="630" y="164"/>
                </a:lnTo>
                <a:lnTo>
                  <a:pt x="630" y="163"/>
                </a:lnTo>
                <a:lnTo>
                  <a:pt x="631" y="161"/>
                </a:lnTo>
                <a:lnTo>
                  <a:pt x="632" y="161"/>
                </a:lnTo>
                <a:lnTo>
                  <a:pt x="633" y="160"/>
                </a:lnTo>
                <a:lnTo>
                  <a:pt x="634" y="159"/>
                </a:lnTo>
                <a:lnTo>
                  <a:pt x="635" y="158"/>
                </a:lnTo>
                <a:lnTo>
                  <a:pt x="637" y="157"/>
                </a:lnTo>
                <a:lnTo>
                  <a:pt x="638" y="156"/>
                </a:lnTo>
                <a:lnTo>
                  <a:pt x="639" y="155"/>
                </a:lnTo>
                <a:lnTo>
                  <a:pt x="640" y="154"/>
                </a:lnTo>
                <a:lnTo>
                  <a:pt x="640" y="153"/>
                </a:lnTo>
                <a:lnTo>
                  <a:pt x="640" y="152"/>
                </a:lnTo>
                <a:lnTo>
                  <a:pt x="641" y="152"/>
                </a:lnTo>
                <a:lnTo>
                  <a:pt x="641" y="151"/>
                </a:lnTo>
                <a:lnTo>
                  <a:pt x="642" y="150"/>
                </a:lnTo>
                <a:lnTo>
                  <a:pt x="642" y="149"/>
                </a:lnTo>
                <a:lnTo>
                  <a:pt x="642" y="148"/>
                </a:lnTo>
                <a:lnTo>
                  <a:pt x="643" y="148"/>
                </a:lnTo>
                <a:lnTo>
                  <a:pt x="643" y="147"/>
                </a:lnTo>
                <a:lnTo>
                  <a:pt x="644" y="147"/>
                </a:lnTo>
                <a:lnTo>
                  <a:pt x="644" y="146"/>
                </a:lnTo>
                <a:lnTo>
                  <a:pt x="644" y="145"/>
                </a:lnTo>
                <a:lnTo>
                  <a:pt x="643" y="145"/>
                </a:lnTo>
                <a:lnTo>
                  <a:pt x="645" y="140"/>
                </a:lnTo>
                <a:lnTo>
                  <a:pt x="637" y="120"/>
                </a:lnTo>
                <a:lnTo>
                  <a:pt x="642" y="116"/>
                </a:lnTo>
                <a:lnTo>
                  <a:pt x="647" y="112"/>
                </a:lnTo>
                <a:lnTo>
                  <a:pt x="653" y="107"/>
                </a:lnTo>
                <a:lnTo>
                  <a:pt x="635" y="83"/>
                </a:lnTo>
                <a:lnTo>
                  <a:pt x="635" y="81"/>
                </a:lnTo>
                <a:lnTo>
                  <a:pt x="636" y="77"/>
                </a:lnTo>
                <a:lnTo>
                  <a:pt x="640" y="65"/>
                </a:lnTo>
                <a:lnTo>
                  <a:pt x="631" y="61"/>
                </a:lnTo>
                <a:lnTo>
                  <a:pt x="628" y="59"/>
                </a:lnTo>
                <a:lnTo>
                  <a:pt x="630" y="56"/>
                </a:lnTo>
                <a:lnTo>
                  <a:pt x="632" y="54"/>
                </a:lnTo>
                <a:lnTo>
                  <a:pt x="634" y="50"/>
                </a:lnTo>
                <a:lnTo>
                  <a:pt x="636" y="38"/>
                </a:lnTo>
                <a:lnTo>
                  <a:pt x="637" y="38"/>
                </a:lnTo>
                <a:lnTo>
                  <a:pt x="638" y="37"/>
                </a:lnTo>
                <a:lnTo>
                  <a:pt x="641" y="35"/>
                </a:lnTo>
                <a:lnTo>
                  <a:pt x="642" y="34"/>
                </a:lnTo>
                <a:lnTo>
                  <a:pt x="643" y="34"/>
                </a:lnTo>
                <a:lnTo>
                  <a:pt x="644" y="33"/>
                </a:lnTo>
                <a:lnTo>
                  <a:pt x="645" y="33"/>
                </a:lnTo>
                <a:lnTo>
                  <a:pt x="649" y="27"/>
                </a:lnTo>
                <a:lnTo>
                  <a:pt x="649" y="26"/>
                </a:lnTo>
                <a:lnTo>
                  <a:pt x="650" y="26"/>
                </a:lnTo>
                <a:lnTo>
                  <a:pt x="653" y="25"/>
                </a:lnTo>
                <a:lnTo>
                  <a:pt x="654" y="25"/>
                </a:lnTo>
                <a:lnTo>
                  <a:pt x="658" y="24"/>
                </a:lnTo>
                <a:lnTo>
                  <a:pt x="659" y="22"/>
                </a:lnTo>
                <a:lnTo>
                  <a:pt x="659" y="21"/>
                </a:lnTo>
                <a:lnTo>
                  <a:pt x="660" y="21"/>
                </a:lnTo>
                <a:lnTo>
                  <a:pt x="661" y="21"/>
                </a:lnTo>
                <a:lnTo>
                  <a:pt x="662" y="21"/>
                </a:lnTo>
                <a:lnTo>
                  <a:pt x="667" y="19"/>
                </a:lnTo>
                <a:lnTo>
                  <a:pt x="668" y="18"/>
                </a:lnTo>
                <a:lnTo>
                  <a:pt x="671" y="17"/>
                </a:lnTo>
                <a:lnTo>
                  <a:pt x="672" y="16"/>
                </a:lnTo>
                <a:lnTo>
                  <a:pt x="674" y="15"/>
                </a:lnTo>
                <a:lnTo>
                  <a:pt x="675" y="15"/>
                </a:lnTo>
                <a:lnTo>
                  <a:pt x="676" y="14"/>
                </a:lnTo>
                <a:lnTo>
                  <a:pt x="677" y="14"/>
                </a:lnTo>
                <a:lnTo>
                  <a:pt x="677" y="13"/>
                </a:lnTo>
                <a:lnTo>
                  <a:pt x="678" y="13"/>
                </a:lnTo>
                <a:lnTo>
                  <a:pt x="679" y="13"/>
                </a:lnTo>
                <a:lnTo>
                  <a:pt x="680" y="12"/>
                </a:lnTo>
                <a:lnTo>
                  <a:pt x="681" y="12"/>
                </a:lnTo>
                <a:lnTo>
                  <a:pt x="682" y="11"/>
                </a:lnTo>
                <a:lnTo>
                  <a:pt x="683" y="11"/>
                </a:lnTo>
                <a:lnTo>
                  <a:pt x="684" y="10"/>
                </a:lnTo>
                <a:lnTo>
                  <a:pt x="685" y="10"/>
                </a:lnTo>
                <a:lnTo>
                  <a:pt x="686" y="9"/>
                </a:lnTo>
                <a:lnTo>
                  <a:pt x="688" y="9"/>
                </a:lnTo>
                <a:lnTo>
                  <a:pt x="688" y="8"/>
                </a:lnTo>
                <a:lnTo>
                  <a:pt x="689" y="8"/>
                </a:lnTo>
                <a:lnTo>
                  <a:pt x="690" y="7"/>
                </a:lnTo>
                <a:lnTo>
                  <a:pt x="693" y="5"/>
                </a:lnTo>
                <a:lnTo>
                  <a:pt x="700" y="5"/>
                </a:lnTo>
                <a:lnTo>
                  <a:pt x="704" y="5"/>
                </a:lnTo>
                <a:lnTo>
                  <a:pt x="707" y="4"/>
                </a:lnTo>
                <a:lnTo>
                  <a:pt x="711" y="4"/>
                </a:lnTo>
                <a:lnTo>
                  <a:pt x="712" y="4"/>
                </a:lnTo>
                <a:lnTo>
                  <a:pt x="716" y="4"/>
                </a:lnTo>
                <a:lnTo>
                  <a:pt x="718" y="4"/>
                </a:lnTo>
                <a:lnTo>
                  <a:pt x="720" y="4"/>
                </a:lnTo>
                <a:lnTo>
                  <a:pt x="724" y="4"/>
                </a:lnTo>
                <a:lnTo>
                  <a:pt x="727" y="4"/>
                </a:lnTo>
                <a:lnTo>
                  <a:pt x="732" y="4"/>
                </a:lnTo>
                <a:lnTo>
                  <a:pt x="748" y="3"/>
                </a:lnTo>
                <a:lnTo>
                  <a:pt x="758" y="4"/>
                </a:lnTo>
                <a:lnTo>
                  <a:pt x="766" y="5"/>
                </a:lnTo>
                <a:lnTo>
                  <a:pt x="782" y="6"/>
                </a:lnTo>
                <a:lnTo>
                  <a:pt x="789" y="5"/>
                </a:lnTo>
                <a:lnTo>
                  <a:pt x="791" y="4"/>
                </a:lnTo>
                <a:lnTo>
                  <a:pt x="792" y="4"/>
                </a:lnTo>
                <a:lnTo>
                  <a:pt x="794" y="4"/>
                </a:lnTo>
                <a:lnTo>
                  <a:pt x="796" y="3"/>
                </a:lnTo>
                <a:lnTo>
                  <a:pt x="801" y="2"/>
                </a:lnTo>
                <a:lnTo>
                  <a:pt x="805" y="1"/>
                </a:lnTo>
                <a:lnTo>
                  <a:pt x="808" y="1"/>
                </a:lnTo>
                <a:lnTo>
                  <a:pt x="809" y="0"/>
                </a:lnTo>
                <a:lnTo>
                  <a:pt x="811" y="0"/>
                </a:lnTo>
                <a:lnTo>
                  <a:pt x="813" y="7"/>
                </a:lnTo>
                <a:lnTo>
                  <a:pt x="819" y="26"/>
                </a:lnTo>
                <a:moveTo>
                  <a:pt x="2140" y="1564"/>
                </a:moveTo>
                <a:lnTo>
                  <a:pt x="2139" y="1564"/>
                </a:lnTo>
                <a:lnTo>
                  <a:pt x="2138" y="1564"/>
                </a:lnTo>
                <a:lnTo>
                  <a:pt x="2137" y="1564"/>
                </a:lnTo>
                <a:lnTo>
                  <a:pt x="2135" y="1565"/>
                </a:lnTo>
                <a:lnTo>
                  <a:pt x="2134" y="1566"/>
                </a:lnTo>
                <a:lnTo>
                  <a:pt x="2133" y="1566"/>
                </a:lnTo>
                <a:lnTo>
                  <a:pt x="2132" y="1566"/>
                </a:lnTo>
                <a:lnTo>
                  <a:pt x="2130" y="1567"/>
                </a:lnTo>
                <a:lnTo>
                  <a:pt x="2129" y="1568"/>
                </a:lnTo>
                <a:lnTo>
                  <a:pt x="2128" y="1568"/>
                </a:lnTo>
                <a:lnTo>
                  <a:pt x="2127" y="1568"/>
                </a:lnTo>
                <a:lnTo>
                  <a:pt x="2126" y="1569"/>
                </a:lnTo>
                <a:lnTo>
                  <a:pt x="2125" y="1569"/>
                </a:lnTo>
                <a:lnTo>
                  <a:pt x="2124" y="1570"/>
                </a:lnTo>
                <a:lnTo>
                  <a:pt x="2123" y="1570"/>
                </a:lnTo>
                <a:lnTo>
                  <a:pt x="2122" y="1570"/>
                </a:lnTo>
                <a:lnTo>
                  <a:pt x="2122" y="1569"/>
                </a:lnTo>
                <a:lnTo>
                  <a:pt x="2121" y="1569"/>
                </a:lnTo>
                <a:lnTo>
                  <a:pt x="2119" y="1570"/>
                </a:lnTo>
                <a:lnTo>
                  <a:pt x="2118" y="1571"/>
                </a:lnTo>
                <a:lnTo>
                  <a:pt x="2118" y="1572"/>
                </a:lnTo>
                <a:lnTo>
                  <a:pt x="2118" y="1573"/>
                </a:lnTo>
                <a:lnTo>
                  <a:pt x="2118" y="1576"/>
                </a:lnTo>
                <a:lnTo>
                  <a:pt x="2118" y="1577"/>
                </a:lnTo>
                <a:lnTo>
                  <a:pt x="2119" y="1578"/>
                </a:lnTo>
                <a:lnTo>
                  <a:pt x="2120" y="1578"/>
                </a:lnTo>
                <a:lnTo>
                  <a:pt x="2121" y="1577"/>
                </a:lnTo>
                <a:lnTo>
                  <a:pt x="2121" y="1578"/>
                </a:lnTo>
                <a:lnTo>
                  <a:pt x="2123" y="1577"/>
                </a:lnTo>
                <a:lnTo>
                  <a:pt x="2123" y="1576"/>
                </a:lnTo>
                <a:lnTo>
                  <a:pt x="2124" y="1576"/>
                </a:lnTo>
                <a:lnTo>
                  <a:pt x="2124" y="1575"/>
                </a:lnTo>
                <a:lnTo>
                  <a:pt x="2125" y="1575"/>
                </a:lnTo>
                <a:lnTo>
                  <a:pt x="2126" y="1576"/>
                </a:lnTo>
                <a:lnTo>
                  <a:pt x="2127" y="1576"/>
                </a:lnTo>
                <a:lnTo>
                  <a:pt x="2128" y="1575"/>
                </a:lnTo>
                <a:lnTo>
                  <a:pt x="2129" y="1574"/>
                </a:lnTo>
                <a:lnTo>
                  <a:pt x="2130" y="1575"/>
                </a:lnTo>
                <a:lnTo>
                  <a:pt x="2131" y="1575"/>
                </a:lnTo>
                <a:lnTo>
                  <a:pt x="2132" y="1575"/>
                </a:lnTo>
                <a:lnTo>
                  <a:pt x="2134" y="1573"/>
                </a:lnTo>
                <a:lnTo>
                  <a:pt x="2135" y="1573"/>
                </a:lnTo>
                <a:lnTo>
                  <a:pt x="2135" y="1572"/>
                </a:lnTo>
                <a:lnTo>
                  <a:pt x="2135" y="1571"/>
                </a:lnTo>
                <a:lnTo>
                  <a:pt x="2136" y="1571"/>
                </a:lnTo>
                <a:lnTo>
                  <a:pt x="2136" y="1573"/>
                </a:lnTo>
                <a:lnTo>
                  <a:pt x="2137" y="1573"/>
                </a:lnTo>
                <a:lnTo>
                  <a:pt x="2137" y="1572"/>
                </a:lnTo>
                <a:lnTo>
                  <a:pt x="2138" y="1572"/>
                </a:lnTo>
                <a:lnTo>
                  <a:pt x="2138" y="1571"/>
                </a:lnTo>
                <a:lnTo>
                  <a:pt x="2137" y="1571"/>
                </a:lnTo>
                <a:lnTo>
                  <a:pt x="2137" y="1570"/>
                </a:lnTo>
                <a:lnTo>
                  <a:pt x="2138" y="1569"/>
                </a:lnTo>
                <a:lnTo>
                  <a:pt x="2139" y="1568"/>
                </a:lnTo>
                <a:lnTo>
                  <a:pt x="2139" y="1567"/>
                </a:lnTo>
                <a:lnTo>
                  <a:pt x="2141" y="1566"/>
                </a:lnTo>
                <a:lnTo>
                  <a:pt x="2142" y="1566"/>
                </a:lnTo>
                <a:lnTo>
                  <a:pt x="2142" y="1567"/>
                </a:lnTo>
                <a:lnTo>
                  <a:pt x="2142" y="1568"/>
                </a:lnTo>
                <a:lnTo>
                  <a:pt x="2144" y="1570"/>
                </a:lnTo>
                <a:lnTo>
                  <a:pt x="2144" y="1571"/>
                </a:lnTo>
                <a:lnTo>
                  <a:pt x="2145" y="1571"/>
                </a:lnTo>
                <a:lnTo>
                  <a:pt x="2145" y="1570"/>
                </a:lnTo>
                <a:lnTo>
                  <a:pt x="2145" y="1569"/>
                </a:lnTo>
                <a:lnTo>
                  <a:pt x="2144" y="1568"/>
                </a:lnTo>
                <a:lnTo>
                  <a:pt x="2144" y="1567"/>
                </a:lnTo>
                <a:lnTo>
                  <a:pt x="2145" y="1565"/>
                </a:lnTo>
                <a:lnTo>
                  <a:pt x="2145" y="1564"/>
                </a:lnTo>
                <a:lnTo>
                  <a:pt x="2145" y="1563"/>
                </a:lnTo>
                <a:lnTo>
                  <a:pt x="2145" y="1562"/>
                </a:lnTo>
                <a:lnTo>
                  <a:pt x="2144" y="1562"/>
                </a:lnTo>
                <a:lnTo>
                  <a:pt x="2143" y="1562"/>
                </a:lnTo>
                <a:lnTo>
                  <a:pt x="2142" y="1562"/>
                </a:lnTo>
                <a:lnTo>
                  <a:pt x="2141" y="1563"/>
                </a:lnTo>
                <a:lnTo>
                  <a:pt x="2140" y="1563"/>
                </a:lnTo>
                <a:lnTo>
                  <a:pt x="2140" y="1564"/>
                </a:lnTo>
                <a:close/>
              </a:path>
            </a:pathLst>
          </a:custGeom>
          <a:solidFill>
            <a:srgbClr val="FC925C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4" name=""/>
          <p:cNvSpPr/>
          <p:nvPr/>
        </p:nvSpPr>
        <p:spPr>
          <a:xfrm>
            <a:off x="7850520" y="276732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6" y="5"/>
                </a:moveTo>
                <a:lnTo>
                  <a:pt x="5" y="7"/>
                </a:lnTo>
                <a:lnTo>
                  <a:pt x="3" y="10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3" y="6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2"/>
                </a:lnTo>
                <a:lnTo>
                  <a:pt x="7" y="2"/>
                </a:lnTo>
                <a:lnTo>
                  <a:pt x="6" y="3"/>
                </a:lnTo>
                <a:lnTo>
                  <a:pt x="6" y="5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5" name=""/>
          <p:cNvSpPr/>
          <p:nvPr/>
        </p:nvSpPr>
        <p:spPr>
          <a:xfrm>
            <a:off x="7849080" y="2755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3"/>
                </a:move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6" name=""/>
          <p:cNvSpPr/>
          <p:nvPr/>
        </p:nvSpPr>
        <p:spPr>
          <a:xfrm>
            <a:off x="7839000" y="27511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0"/>
                </a:moveTo>
                <a:lnTo>
                  <a:pt x="3" y="1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7" name=""/>
          <p:cNvSpPr/>
          <p:nvPr/>
        </p:nvSpPr>
        <p:spPr>
          <a:xfrm>
            <a:off x="7834320" y="274608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1" y="1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8" name=""/>
          <p:cNvSpPr/>
          <p:nvPr/>
        </p:nvSpPr>
        <p:spPr>
          <a:xfrm>
            <a:off x="7838280" y="274428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6" y="1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6" y="7"/>
                </a:ln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9" name=""/>
          <p:cNvSpPr/>
          <p:nvPr/>
        </p:nvSpPr>
        <p:spPr>
          <a:xfrm>
            <a:off x="7791480" y="2740320"/>
            <a:ext cx="1440" cy="2880"/>
          </a:xfrm>
          <a:custGeom>
            <a:avLst/>
            <a:gdLst/>
            <a:ahLst/>
            <a:rect l="0" t="0" r="r" b="b"/>
            <a:pathLst>
              <a:path w="4" h="8">
                <a:moveTo>
                  <a:pt x="3" y="2"/>
                </a:move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3" y="6"/>
                </a:lnTo>
                <a:lnTo>
                  <a:pt x="3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0" name=""/>
          <p:cNvSpPr/>
          <p:nvPr/>
        </p:nvSpPr>
        <p:spPr>
          <a:xfrm>
            <a:off x="7847640" y="2726280"/>
            <a:ext cx="6840" cy="6480"/>
          </a:xfrm>
          <a:custGeom>
            <a:avLst/>
            <a:gdLst/>
            <a:ahLst/>
            <a:rect l="0" t="0" r="r" b="b"/>
            <a:pathLst>
              <a:path w="19" h="18">
                <a:moveTo>
                  <a:pt x="10" y="0"/>
                </a:moveTo>
                <a:lnTo>
                  <a:pt x="11" y="0"/>
                </a:lnTo>
                <a:lnTo>
                  <a:pt x="11" y="1"/>
                </a:lnTo>
                <a:lnTo>
                  <a:pt x="12" y="1"/>
                </a:lnTo>
                <a:lnTo>
                  <a:pt x="13" y="2"/>
                </a:lnTo>
                <a:lnTo>
                  <a:pt x="13" y="1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4"/>
                </a:lnTo>
                <a:lnTo>
                  <a:pt x="19" y="2"/>
                </a:lnTo>
                <a:lnTo>
                  <a:pt x="19" y="4"/>
                </a:lnTo>
                <a:lnTo>
                  <a:pt x="19" y="5"/>
                </a:lnTo>
                <a:lnTo>
                  <a:pt x="17" y="5"/>
                </a:lnTo>
                <a:lnTo>
                  <a:pt x="17" y="6"/>
                </a:lnTo>
                <a:lnTo>
                  <a:pt x="19" y="6"/>
                </a:lnTo>
                <a:lnTo>
                  <a:pt x="19" y="7"/>
                </a:lnTo>
                <a:lnTo>
                  <a:pt x="17" y="7"/>
                </a:lnTo>
                <a:lnTo>
                  <a:pt x="17" y="8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6" y="10"/>
                </a:lnTo>
                <a:lnTo>
                  <a:pt x="15" y="11"/>
                </a:lnTo>
                <a:lnTo>
                  <a:pt x="15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6"/>
                </a:lnTo>
                <a:lnTo>
                  <a:pt x="13" y="16"/>
                </a:lnTo>
                <a:lnTo>
                  <a:pt x="12" y="16"/>
                </a:lnTo>
                <a:lnTo>
                  <a:pt x="13" y="16"/>
                </a:lnTo>
                <a:lnTo>
                  <a:pt x="13" y="17"/>
                </a:lnTo>
                <a:lnTo>
                  <a:pt x="12" y="17"/>
                </a:lnTo>
                <a:lnTo>
                  <a:pt x="11" y="17"/>
                </a:lnTo>
                <a:lnTo>
                  <a:pt x="10" y="17"/>
                </a:lnTo>
                <a:lnTo>
                  <a:pt x="10" y="18"/>
                </a:lnTo>
                <a:lnTo>
                  <a:pt x="9" y="18"/>
                </a:lnTo>
                <a:lnTo>
                  <a:pt x="8" y="18"/>
                </a:lnTo>
                <a:lnTo>
                  <a:pt x="9" y="18"/>
                </a:lnTo>
                <a:lnTo>
                  <a:pt x="8" y="17"/>
                </a:lnTo>
                <a:lnTo>
                  <a:pt x="7" y="17"/>
                </a:lnTo>
                <a:lnTo>
                  <a:pt x="6" y="17"/>
                </a:lnTo>
                <a:lnTo>
                  <a:pt x="5" y="17"/>
                </a:lnTo>
                <a:lnTo>
                  <a:pt x="4" y="17"/>
                </a:lnTo>
                <a:lnTo>
                  <a:pt x="4" y="16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3" y="15"/>
                </a:lnTo>
                <a:lnTo>
                  <a:pt x="3" y="14"/>
                </a:lnTo>
                <a:lnTo>
                  <a:pt x="4" y="14"/>
                </a:lnTo>
                <a:lnTo>
                  <a:pt x="4" y="15"/>
                </a:lnTo>
                <a:lnTo>
                  <a:pt x="4" y="16"/>
                </a:lnTo>
                <a:lnTo>
                  <a:pt x="4" y="15"/>
                </a:lnTo>
                <a:lnTo>
                  <a:pt x="4" y="14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2" y="12"/>
                </a:lnTo>
                <a:lnTo>
                  <a:pt x="2" y="11"/>
                </a:lnTo>
                <a:lnTo>
                  <a:pt x="0" y="11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8"/>
                </a:lnTo>
                <a:lnTo>
                  <a:pt x="5" y="7"/>
                </a:lnTo>
                <a:lnTo>
                  <a:pt x="5" y="6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7" y="2"/>
                </a:lnTo>
                <a:lnTo>
                  <a:pt x="8" y="2"/>
                </a:lnTo>
                <a:lnTo>
                  <a:pt x="8" y="4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9" y="2"/>
                </a:lnTo>
                <a:lnTo>
                  <a:pt x="8" y="2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1" name=""/>
          <p:cNvSpPr/>
          <p:nvPr/>
        </p:nvSpPr>
        <p:spPr>
          <a:xfrm>
            <a:off x="7842960" y="2728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2" name=""/>
          <p:cNvSpPr/>
          <p:nvPr/>
        </p:nvSpPr>
        <p:spPr>
          <a:xfrm>
            <a:off x="7823160" y="2725200"/>
            <a:ext cx="3960" cy="3600"/>
          </a:xfrm>
          <a:custGeom>
            <a:avLst/>
            <a:gdLst/>
            <a:ahLst/>
            <a:rect l="0" t="0" r="r" b="b"/>
            <a:pathLst>
              <a:path w="11" h="10">
                <a:moveTo>
                  <a:pt x="11" y="5"/>
                </a:moveTo>
                <a:lnTo>
                  <a:pt x="11" y="6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3" y="10"/>
                </a:lnTo>
                <a:lnTo>
                  <a:pt x="2" y="10"/>
                </a:lnTo>
                <a:lnTo>
                  <a:pt x="0" y="10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3"/>
                </a:lnTo>
                <a:lnTo>
                  <a:pt x="7" y="3"/>
                </a:lnTo>
                <a:lnTo>
                  <a:pt x="9" y="3"/>
                </a:lnTo>
                <a:lnTo>
                  <a:pt x="11" y="3"/>
                </a:lnTo>
                <a:lnTo>
                  <a:pt x="11" y="4"/>
                </a:lnTo>
                <a:lnTo>
                  <a:pt x="11" y="5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3" name=""/>
          <p:cNvSpPr/>
          <p:nvPr/>
        </p:nvSpPr>
        <p:spPr>
          <a:xfrm>
            <a:off x="7826760" y="2716560"/>
            <a:ext cx="20880" cy="12240"/>
          </a:xfrm>
          <a:custGeom>
            <a:avLst/>
            <a:gdLst/>
            <a:ahLst/>
            <a:rect l="0" t="0" r="r" b="b"/>
            <a:pathLst>
              <a:path w="58" h="34">
                <a:moveTo>
                  <a:pt x="32" y="7"/>
                </a:moveTo>
                <a:lnTo>
                  <a:pt x="33" y="7"/>
                </a:lnTo>
                <a:lnTo>
                  <a:pt x="34" y="8"/>
                </a:lnTo>
                <a:lnTo>
                  <a:pt x="35" y="8"/>
                </a:lnTo>
                <a:lnTo>
                  <a:pt x="36" y="8"/>
                </a:lnTo>
                <a:lnTo>
                  <a:pt x="37" y="7"/>
                </a:lnTo>
                <a:lnTo>
                  <a:pt x="38" y="7"/>
                </a:lnTo>
                <a:lnTo>
                  <a:pt x="39" y="7"/>
                </a:lnTo>
                <a:lnTo>
                  <a:pt x="40" y="7"/>
                </a:lnTo>
                <a:lnTo>
                  <a:pt x="41" y="7"/>
                </a:lnTo>
                <a:lnTo>
                  <a:pt x="42" y="7"/>
                </a:lnTo>
                <a:lnTo>
                  <a:pt x="44" y="6"/>
                </a:lnTo>
                <a:lnTo>
                  <a:pt x="44" y="5"/>
                </a:lnTo>
                <a:lnTo>
                  <a:pt x="46" y="4"/>
                </a:lnTo>
                <a:lnTo>
                  <a:pt x="48" y="3"/>
                </a:lnTo>
                <a:lnTo>
                  <a:pt x="50" y="2"/>
                </a:lnTo>
                <a:lnTo>
                  <a:pt x="51" y="2"/>
                </a:lnTo>
                <a:lnTo>
                  <a:pt x="52" y="2"/>
                </a:lnTo>
                <a:lnTo>
                  <a:pt x="53" y="3"/>
                </a:lnTo>
                <a:lnTo>
                  <a:pt x="54" y="3"/>
                </a:lnTo>
                <a:lnTo>
                  <a:pt x="54" y="4"/>
                </a:lnTo>
                <a:lnTo>
                  <a:pt x="55" y="4"/>
                </a:lnTo>
                <a:lnTo>
                  <a:pt x="56" y="4"/>
                </a:lnTo>
                <a:lnTo>
                  <a:pt x="57" y="4"/>
                </a:lnTo>
                <a:lnTo>
                  <a:pt x="57" y="5"/>
                </a:lnTo>
                <a:lnTo>
                  <a:pt x="58" y="5"/>
                </a:lnTo>
                <a:lnTo>
                  <a:pt x="58" y="6"/>
                </a:lnTo>
                <a:lnTo>
                  <a:pt x="58" y="7"/>
                </a:lnTo>
                <a:lnTo>
                  <a:pt x="58" y="8"/>
                </a:lnTo>
                <a:lnTo>
                  <a:pt x="57" y="10"/>
                </a:lnTo>
                <a:lnTo>
                  <a:pt x="57" y="11"/>
                </a:lnTo>
                <a:lnTo>
                  <a:pt x="57" y="12"/>
                </a:lnTo>
                <a:lnTo>
                  <a:pt x="56" y="12"/>
                </a:lnTo>
                <a:lnTo>
                  <a:pt x="56" y="13"/>
                </a:lnTo>
                <a:lnTo>
                  <a:pt x="56" y="14"/>
                </a:lnTo>
                <a:lnTo>
                  <a:pt x="56" y="15"/>
                </a:lnTo>
                <a:lnTo>
                  <a:pt x="55" y="17"/>
                </a:lnTo>
                <a:lnTo>
                  <a:pt x="55" y="19"/>
                </a:lnTo>
                <a:lnTo>
                  <a:pt x="54" y="21"/>
                </a:lnTo>
                <a:lnTo>
                  <a:pt x="54" y="23"/>
                </a:lnTo>
                <a:lnTo>
                  <a:pt x="54" y="25"/>
                </a:lnTo>
                <a:lnTo>
                  <a:pt x="54" y="27"/>
                </a:lnTo>
                <a:lnTo>
                  <a:pt x="55" y="28"/>
                </a:lnTo>
                <a:lnTo>
                  <a:pt x="55" y="29"/>
                </a:lnTo>
                <a:lnTo>
                  <a:pt x="55" y="30"/>
                </a:lnTo>
                <a:lnTo>
                  <a:pt x="55" y="31"/>
                </a:lnTo>
                <a:lnTo>
                  <a:pt x="55" y="32"/>
                </a:lnTo>
                <a:lnTo>
                  <a:pt x="55" y="33"/>
                </a:lnTo>
                <a:lnTo>
                  <a:pt x="54" y="34"/>
                </a:lnTo>
                <a:lnTo>
                  <a:pt x="53" y="34"/>
                </a:lnTo>
                <a:lnTo>
                  <a:pt x="52" y="34"/>
                </a:lnTo>
                <a:lnTo>
                  <a:pt x="51" y="34"/>
                </a:lnTo>
                <a:lnTo>
                  <a:pt x="50" y="34"/>
                </a:lnTo>
                <a:lnTo>
                  <a:pt x="50" y="33"/>
                </a:lnTo>
                <a:lnTo>
                  <a:pt x="50" y="32"/>
                </a:lnTo>
                <a:lnTo>
                  <a:pt x="50" y="31"/>
                </a:lnTo>
                <a:lnTo>
                  <a:pt x="49" y="31"/>
                </a:lnTo>
                <a:lnTo>
                  <a:pt x="49" y="30"/>
                </a:lnTo>
                <a:lnTo>
                  <a:pt x="49" y="29"/>
                </a:lnTo>
                <a:lnTo>
                  <a:pt x="50" y="28"/>
                </a:lnTo>
                <a:lnTo>
                  <a:pt x="50" y="27"/>
                </a:lnTo>
                <a:lnTo>
                  <a:pt x="49" y="27"/>
                </a:lnTo>
                <a:lnTo>
                  <a:pt x="48" y="27"/>
                </a:lnTo>
                <a:lnTo>
                  <a:pt x="47" y="27"/>
                </a:lnTo>
                <a:lnTo>
                  <a:pt x="47" y="26"/>
                </a:lnTo>
                <a:lnTo>
                  <a:pt x="46" y="25"/>
                </a:lnTo>
                <a:lnTo>
                  <a:pt x="46" y="24"/>
                </a:lnTo>
                <a:lnTo>
                  <a:pt x="45" y="24"/>
                </a:lnTo>
                <a:lnTo>
                  <a:pt x="44" y="21"/>
                </a:lnTo>
                <a:lnTo>
                  <a:pt x="43" y="20"/>
                </a:lnTo>
                <a:lnTo>
                  <a:pt x="43" y="19"/>
                </a:lnTo>
                <a:lnTo>
                  <a:pt x="42" y="19"/>
                </a:lnTo>
                <a:lnTo>
                  <a:pt x="41" y="19"/>
                </a:lnTo>
                <a:lnTo>
                  <a:pt x="40" y="19"/>
                </a:lnTo>
                <a:lnTo>
                  <a:pt x="38" y="19"/>
                </a:lnTo>
                <a:lnTo>
                  <a:pt x="37" y="19"/>
                </a:lnTo>
                <a:lnTo>
                  <a:pt x="36" y="19"/>
                </a:lnTo>
                <a:lnTo>
                  <a:pt x="35" y="19"/>
                </a:lnTo>
                <a:lnTo>
                  <a:pt x="34" y="19"/>
                </a:lnTo>
                <a:lnTo>
                  <a:pt x="33" y="19"/>
                </a:lnTo>
                <a:lnTo>
                  <a:pt x="33" y="18"/>
                </a:lnTo>
                <a:lnTo>
                  <a:pt x="32" y="18"/>
                </a:lnTo>
                <a:lnTo>
                  <a:pt x="31" y="18"/>
                </a:lnTo>
                <a:lnTo>
                  <a:pt x="30" y="18"/>
                </a:lnTo>
                <a:lnTo>
                  <a:pt x="30" y="19"/>
                </a:lnTo>
                <a:lnTo>
                  <a:pt x="29" y="19"/>
                </a:lnTo>
                <a:lnTo>
                  <a:pt x="28" y="20"/>
                </a:lnTo>
                <a:lnTo>
                  <a:pt x="27" y="20"/>
                </a:lnTo>
                <a:lnTo>
                  <a:pt x="26" y="20"/>
                </a:lnTo>
                <a:lnTo>
                  <a:pt x="25" y="20"/>
                </a:lnTo>
                <a:lnTo>
                  <a:pt x="24" y="20"/>
                </a:lnTo>
                <a:lnTo>
                  <a:pt x="23" y="20"/>
                </a:lnTo>
                <a:lnTo>
                  <a:pt x="21" y="20"/>
                </a:lnTo>
                <a:lnTo>
                  <a:pt x="20" y="20"/>
                </a:lnTo>
                <a:lnTo>
                  <a:pt x="19" y="20"/>
                </a:lnTo>
                <a:lnTo>
                  <a:pt x="18" y="21"/>
                </a:lnTo>
                <a:lnTo>
                  <a:pt x="17" y="21"/>
                </a:lnTo>
                <a:lnTo>
                  <a:pt x="16" y="23"/>
                </a:lnTo>
                <a:lnTo>
                  <a:pt x="14" y="24"/>
                </a:lnTo>
                <a:lnTo>
                  <a:pt x="13" y="25"/>
                </a:lnTo>
                <a:lnTo>
                  <a:pt x="12" y="25"/>
                </a:lnTo>
                <a:lnTo>
                  <a:pt x="11" y="26"/>
                </a:lnTo>
                <a:lnTo>
                  <a:pt x="10" y="26"/>
                </a:lnTo>
                <a:lnTo>
                  <a:pt x="10" y="27"/>
                </a:lnTo>
                <a:lnTo>
                  <a:pt x="9" y="27"/>
                </a:lnTo>
                <a:lnTo>
                  <a:pt x="8" y="27"/>
                </a:lnTo>
                <a:lnTo>
                  <a:pt x="7" y="28"/>
                </a:lnTo>
                <a:lnTo>
                  <a:pt x="6" y="28"/>
                </a:lnTo>
                <a:lnTo>
                  <a:pt x="5" y="28"/>
                </a:lnTo>
                <a:lnTo>
                  <a:pt x="4" y="28"/>
                </a:lnTo>
                <a:lnTo>
                  <a:pt x="2" y="29"/>
                </a:lnTo>
                <a:lnTo>
                  <a:pt x="1" y="29"/>
                </a:lnTo>
                <a:lnTo>
                  <a:pt x="1" y="30"/>
                </a:lnTo>
                <a:lnTo>
                  <a:pt x="0" y="30"/>
                </a:lnTo>
                <a:lnTo>
                  <a:pt x="0" y="28"/>
                </a:lnTo>
                <a:lnTo>
                  <a:pt x="1" y="28"/>
                </a:lnTo>
                <a:lnTo>
                  <a:pt x="1" y="27"/>
                </a:lnTo>
                <a:lnTo>
                  <a:pt x="1" y="28"/>
                </a:lnTo>
                <a:lnTo>
                  <a:pt x="1" y="27"/>
                </a:lnTo>
                <a:lnTo>
                  <a:pt x="1" y="26"/>
                </a:lnTo>
                <a:lnTo>
                  <a:pt x="2" y="25"/>
                </a:lnTo>
                <a:lnTo>
                  <a:pt x="3" y="23"/>
                </a:lnTo>
                <a:lnTo>
                  <a:pt x="4" y="21"/>
                </a:lnTo>
                <a:lnTo>
                  <a:pt x="4" y="20"/>
                </a:lnTo>
                <a:lnTo>
                  <a:pt x="5" y="18"/>
                </a:lnTo>
                <a:lnTo>
                  <a:pt x="5" y="17"/>
                </a:lnTo>
                <a:lnTo>
                  <a:pt x="6" y="16"/>
                </a:lnTo>
                <a:lnTo>
                  <a:pt x="8" y="14"/>
                </a:lnTo>
                <a:lnTo>
                  <a:pt x="8" y="13"/>
                </a:lnTo>
                <a:lnTo>
                  <a:pt x="9" y="13"/>
                </a:lnTo>
                <a:lnTo>
                  <a:pt x="10" y="14"/>
                </a:lnTo>
                <a:lnTo>
                  <a:pt x="11" y="14"/>
                </a:lnTo>
                <a:lnTo>
                  <a:pt x="12" y="14"/>
                </a:lnTo>
                <a:lnTo>
                  <a:pt x="13" y="14"/>
                </a:lnTo>
                <a:lnTo>
                  <a:pt x="14" y="14"/>
                </a:lnTo>
                <a:lnTo>
                  <a:pt x="14" y="13"/>
                </a:lnTo>
                <a:lnTo>
                  <a:pt x="13" y="13"/>
                </a:lnTo>
                <a:lnTo>
                  <a:pt x="12" y="14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1" y="9"/>
                </a:lnTo>
                <a:lnTo>
                  <a:pt x="12" y="9"/>
                </a:lnTo>
                <a:lnTo>
                  <a:pt x="12" y="7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3" y="5"/>
                </a:lnTo>
                <a:lnTo>
                  <a:pt x="14" y="5"/>
                </a:lnTo>
                <a:lnTo>
                  <a:pt x="16" y="5"/>
                </a:lnTo>
                <a:lnTo>
                  <a:pt x="16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1" y="4"/>
                </a:lnTo>
                <a:lnTo>
                  <a:pt x="22" y="5"/>
                </a:lnTo>
                <a:lnTo>
                  <a:pt x="22" y="4"/>
                </a:lnTo>
                <a:lnTo>
                  <a:pt x="22" y="3"/>
                </a:lnTo>
                <a:lnTo>
                  <a:pt x="23" y="3"/>
                </a:lnTo>
                <a:lnTo>
                  <a:pt x="24" y="2"/>
                </a:lnTo>
                <a:lnTo>
                  <a:pt x="26" y="1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29" y="1"/>
                </a:lnTo>
                <a:lnTo>
                  <a:pt x="30" y="2"/>
                </a:lnTo>
                <a:lnTo>
                  <a:pt x="31" y="4"/>
                </a:lnTo>
                <a:lnTo>
                  <a:pt x="32" y="6"/>
                </a:lnTo>
                <a:lnTo>
                  <a:pt x="32" y="7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4" name=""/>
          <p:cNvSpPr/>
          <p:nvPr/>
        </p:nvSpPr>
        <p:spPr>
          <a:xfrm>
            <a:off x="7838280" y="27176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2"/>
                </a:moveTo>
                <a:lnTo>
                  <a:pt x="2" y="0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lnTo>
                  <a:pt x="0" y="2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5" name=""/>
          <p:cNvSpPr/>
          <p:nvPr/>
        </p:nvSpPr>
        <p:spPr>
          <a:xfrm>
            <a:off x="7836120" y="27151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6" y="5"/>
                </a:moveTo>
                <a:lnTo>
                  <a:pt x="5" y="5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7" y="5"/>
                </a:lnTo>
                <a:lnTo>
                  <a:pt x="6" y="5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6" name=""/>
          <p:cNvSpPr/>
          <p:nvPr/>
        </p:nvSpPr>
        <p:spPr>
          <a:xfrm>
            <a:off x="7837560" y="27111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4"/>
                </a:move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4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5" y="4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7" name=""/>
          <p:cNvSpPr/>
          <p:nvPr/>
        </p:nvSpPr>
        <p:spPr>
          <a:xfrm>
            <a:off x="7838280" y="2707200"/>
            <a:ext cx="13680" cy="9360"/>
          </a:xfrm>
          <a:custGeom>
            <a:avLst/>
            <a:gdLst/>
            <a:ahLst/>
            <a:rect l="0" t="0" r="r" b="b"/>
            <a:pathLst>
              <a:path w="38" h="26">
                <a:moveTo>
                  <a:pt x="16" y="6"/>
                </a:moveTo>
                <a:lnTo>
                  <a:pt x="15" y="6"/>
                </a:lnTo>
                <a:lnTo>
                  <a:pt x="14" y="7"/>
                </a:lnTo>
                <a:lnTo>
                  <a:pt x="15" y="8"/>
                </a:lnTo>
                <a:lnTo>
                  <a:pt x="16" y="7"/>
                </a:lnTo>
                <a:lnTo>
                  <a:pt x="17" y="7"/>
                </a:lnTo>
                <a:lnTo>
                  <a:pt x="18" y="6"/>
                </a:lnTo>
                <a:lnTo>
                  <a:pt x="18" y="5"/>
                </a:lnTo>
                <a:lnTo>
                  <a:pt x="19" y="5"/>
                </a:lnTo>
                <a:lnTo>
                  <a:pt x="20" y="4"/>
                </a:lnTo>
                <a:lnTo>
                  <a:pt x="21" y="4"/>
                </a:lnTo>
                <a:lnTo>
                  <a:pt x="22" y="4"/>
                </a:lnTo>
                <a:lnTo>
                  <a:pt x="23" y="4"/>
                </a:lnTo>
                <a:lnTo>
                  <a:pt x="23" y="3"/>
                </a:lnTo>
                <a:lnTo>
                  <a:pt x="24" y="3"/>
                </a:lnTo>
                <a:lnTo>
                  <a:pt x="25" y="3"/>
                </a:lnTo>
                <a:lnTo>
                  <a:pt x="30" y="2"/>
                </a:lnTo>
                <a:lnTo>
                  <a:pt x="30" y="3"/>
                </a:lnTo>
                <a:lnTo>
                  <a:pt x="30" y="4"/>
                </a:lnTo>
                <a:lnTo>
                  <a:pt x="31" y="4"/>
                </a:lnTo>
                <a:lnTo>
                  <a:pt x="32" y="4"/>
                </a:lnTo>
                <a:lnTo>
                  <a:pt x="33" y="3"/>
                </a:lnTo>
                <a:lnTo>
                  <a:pt x="34" y="3"/>
                </a:lnTo>
                <a:lnTo>
                  <a:pt x="35" y="3"/>
                </a:lnTo>
                <a:lnTo>
                  <a:pt x="36" y="2"/>
                </a:lnTo>
                <a:lnTo>
                  <a:pt x="36" y="1"/>
                </a:lnTo>
                <a:lnTo>
                  <a:pt x="37" y="1"/>
                </a:lnTo>
                <a:lnTo>
                  <a:pt x="37" y="0"/>
                </a:lnTo>
                <a:lnTo>
                  <a:pt x="38" y="0"/>
                </a:lnTo>
                <a:lnTo>
                  <a:pt x="37" y="1"/>
                </a:lnTo>
                <a:lnTo>
                  <a:pt x="37" y="2"/>
                </a:lnTo>
                <a:lnTo>
                  <a:pt x="38" y="3"/>
                </a:lnTo>
                <a:lnTo>
                  <a:pt x="38" y="4"/>
                </a:lnTo>
                <a:lnTo>
                  <a:pt x="37" y="4"/>
                </a:lnTo>
                <a:lnTo>
                  <a:pt x="36" y="6"/>
                </a:lnTo>
                <a:lnTo>
                  <a:pt x="34" y="10"/>
                </a:lnTo>
                <a:lnTo>
                  <a:pt x="34" y="11"/>
                </a:lnTo>
                <a:lnTo>
                  <a:pt x="33" y="12"/>
                </a:lnTo>
                <a:lnTo>
                  <a:pt x="33" y="13"/>
                </a:lnTo>
                <a:lnTo>
                  <a:pt x="33" y="14"/>
                </a:lnTo>
                <a:lnTo>
                  <a:pt x="32" y="15"/>
                </a:lnTo>
                <a:lnTo>
                  <a:pt x="31" y="19"/>
                </a:lnTo>
                <a:lnTo>
                  <a:pt x="31" y="21"/>
                </a:lnTo>
                <a:lnTo>
                  <a:pt x="30" y="23"/>
                </a:lnTo>
                <a:lnTo>
                  <a:pt x="29" y="24"/>
                </a:lnTo>
                <a:lnTo>
                  <a:pt x="29" y="25"/>
                </a:lnTo>
                <a:lnTo>
                  <a:pt x="28" y="25"/>
                </a:lnTo>
                <a:lnTo>
                  <a:pt x="27" y="25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0" y="25"/>
                </a:lnTo>
                <a:lnTo>
                  <a:pt x="20" y="24"/>
                </a:lnTo>
                <a:lnTo>
                  <a:pt x="21" y="24"/>
                </a:lnTo>
                <a:lnTo>
                  <a:pt x="21" y="22"/>
                </a:lnTo>
                <a:lnTo>
                  <a:pt x="20" y="20"/>
                </a:lnTo>
                <a:lnTo>
                  <a:pt x="19" y="21"/>
                </a:lnTo>
                <a:lnTo>
                  <a:pt x="18" y="21"/>
                </a:lnTo>
                <a:lnTo>
                  <a:pt x="17" y="19"/>
                </a:lnTo>
                <a:lnTo>
                  <a:pt x="17" y="17"/>
                </a:lnTo>
                <a:lnTo>
                  <a:pt x="16" y="16"/>
                </a:lnTo>
                <a:lnTo>
                  <a:pt x="16" y="15"/>
                </a:lnTo>
                <a:lnTo>
                  <a:pt x="17" y="15"/>
                </a:lnTo>
                <a:lnTo>
                  <a:pt x="17" y="14"/>
                </a:lnTo>
                <a:lnTo>
                  <a:pt x="16" y="14"/>
                </a:lnTo>
                <a:lnTo>
                  <a:pt x="17" y="13"/>
                </a:lnTo>
                <a:lnTo>
                  <a:pt x="17" y="12"/>
                </a:lnTo>
                <a:lnTo>
                  <a:pt x="17" y="11"/>
                </a:lnTo>
                <a:lnTo>
                  <a:pt x="17" y="12"/>
                </a:lnTo>
                <a:lnTo>
                  <a:pt x="16" y="12"/>
                </a:lnTo>
                <a:lnTo>
                  <a:pt x="16" y="13"/>
                </a:lnTo>
                <a:lnTo>
                  <a:pt x="16" y="14"/>
                </a:lnTo>
                <a:lnTo>
                  <a:pt x="15" y="14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2" y="14"/>
                </a:lnTo>
                <a:lnTo>
                  <a:pt x="12" y="15"/>
                </a:lnTo>
                <a:lnTo>
                  <a:pt x="11" y="15"/>
                </a:lnTo>
                <a:lnTo>
                  <a:pt x="10" y="15"/>
                </a:lnTo>
                <a:lnTo>
                  <a:pt x="9" y="14"/>
                </a:lnTo>
                <a:lnTo>
                  <a:pt x="8" y="14"/>
                </a:lnTo>
                <a:lnTo>
                  <a:pt x="7" y="13"/>
                </a:lnTo>
                <a:lnTo>
                  <a:pt x="6" y="13"/>
                </a:lnTo>
                <a:lnTo>
                  <a:pt x="5" y="12"/>
                </a:lnTo>
                <a:lnTo>
                  <a:pt x="4" y="11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0" y="10"/>
                </a:lnTo>
                <a:lnTo>
                  <a:pt x="0" y="9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3" y="7"/>
                </a:lnTo>
                <a:lnTo>
                  <a:pt x="4" y="7"/>
                </a:lnTo>
                <a:lnTo>
                  <a:pt x="5" y="7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10" y="3"/>
                </a:lnTo>
                <a:lnTo>
                  <a:pt x="11" y="3"/>
                </a:lnTo>
                <a:lnTo>
                  <a:pt x="11" y="2"/>
                </a:lnTo>
                <a:lnTo>
                  <a:pt x="12" y="1"/>
                </a:lnTo>
                <a:lnTo>
                  <a:pt x="13" y="1"/>
                </a:lnTo>
                <a:lnTo>
                  <a:pt x="15" y="3"/>
                </a:lnTo>
                <a:lnTo>
                  <a:pt x="16" y="4"/>
                </a:lnTo>
                <a:lnTo>
                  <a:pt x="16" y="5"/>
                </a:lnTo>
                <a:lnTo>
                  <a:pt x="16" y="6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8" name=""/>
          <p:cNvSpPr/>
          <p:nvPr/>
        </p:nvSpPr>
        <p:spPr>
          <a:xfrm>
            <a:off x="7843320" y="27075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9" name=""/>
          <p:cNvSpPr/>
          <p:nvPr/>
        </p:nvSpPr>
        <p:spPr>
          <a:xfrm>
            <a:off x="7889400" y="2692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0" name=""/>
          <p:cNvSpPr/>
          <p:nvPr/>
        </p:nvSpPr>
        <p:spPr>
          <a:xfrm>
            <a:off x="7878960" y="26845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1" name=""/>
          <p:cNvSpPr/>
          <p:nvPr/>
        </p:nvSpPr>
        <p:spPr>
          <a:xfrm>
            <a:off x="7957440" y="26748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2"/>
                </a:move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2" name=""/>
          <p:cNvSpPr/>
          <p:nvPr/>
        </p:nvSpPr>
        <p:spPr>
          <a:xfrm>
            <a:off x="7931880" y="2668680"/>
            <a:ext cx="14760" cy="8640"/>
          </a:xfrm>
          <a:custGeom>
            <a:avLst/>
            <a:gdLst/>
            <a:ahLst/>
            <a:rect l="0" t="0" r="r" b="b"/>
            <a:pathLst>
              <a:path w="41" h="24">
                <a:moveTo>
                  <a:pt x="27" y="3"/>
                </a:moveTo>
                <a:lnTo>
                  <a:pt x="28" y="3"/>
                </a:lnTo>
                <a:lnTo>
                  <a:pt x="29" y="4"/>
                </a:lnTo>
                <a:lnTo>
                  <a:pt x="29" y="3"/>
                </a:lnTo>
                <a:lnTo>
                  <a:pt x="29" y="2"/>
                </a:lnTo>
                <a:lnTo>
                  <a:pt x="29" y="1"/>
                </a:lnTo>
                <a:lnTo>
                  <a:pt x="30" y="1"/>
                </a:lnTo>
                <a:lnTo>
                  <a:pt x="30" y="2"/>
                </a:lnTo>
                <a:lnTo>
                  <a:pt x="30" y="3"/>
                </a:lnTo>
                <a:lnTo>
                  <a:pt x="31" y="4"/>
                </a:lnTo>
                <a:lnTo>
                  <a:pt x="32" y="4"/>
                </a:lnTo>
                <a:lnTo>
                  <a:pt x="33" y="4"/>
                </a:lnTo>
                <a:lnTo>
                  <a:pt x="33" y="3"/>
                </a:lnTo>
                <a:lnTo>
                  <a:pt x="33" y="2"/>
                </a:lnTo>
                <a:lnTo>
                  <a:pt x="34" y="1"/>
                </a:lnTo>
                <a:lnTo>
                  <a:pt x="35" y="1"/>
                </a:lnTo>
                <a:lnTo>
                  <a:pt x="36" y="1"/>
                </a:lnTo>
                <a:lnTo>
                  <a:pt x="38" y="2"/>
                </a:lnTo>
                <a:lnTo>
                  <a:pt x="38" y="3"/>
                </a:lnTo>
                <a:lnTo>
                  <a:pt x="39" y="3"/>
                </a:lnTo>
                <a:lnTo>
                  <a:pt x="41" y="3"/>
                </a:lnTo>
                <a:lnTo>
                  <a:pt x="41" y="6"/>
                </a:lnTo>
                <a:lnTo>
                  <a:pt x="40" y="7"/>
                </a:lnTo>
                <a:lnTo>
                  <a:pt x="39" y="9"/>
                </a:lnTo>
                <a:lnTo>
                  <a:pt x="38" y="9"/>
                </a:lnTo>
                <a:lnTo>
                  <a:pt x="37" y="8"/>
                </a:lnTo>
                <a:lnTo>
                  <a:pt x="37" y="9"/>
                </a:lnTo>
                <a:lnTo>
                  <a:pt x="36" y="9"/>
                </a:lnTo>
                <a:lnTo>
                  <a:pt x="35" y="10"/>
                </a:lnTo>
                <a:lnTo>
                  <a:pt x="33" y="11"/>
                </a:lnTo>
                <a:lnTo>
                  <a:pt x="32" y="12"/>
                </a:lnTo>
                <a:lnTo>
                  <a:pt x="31" y="12"/>
                </a:lnTo>
                <a:lnTo>
                  <a:pt x="30" y="13"/>
                </a:lnTo>
                <a:lnTo>
                  <a:pt x="30" y="12"/>
                </a:lnTo>
                <a:lnTo>
                  <a:pt x="29" y="12"/>
                </a:lnTo>
                <a:lnTo>
                  <a:pt x="28" y="12"/>
                </a:lnTo>
                <a:lnTo>
                  <a:pt x="28" y="13"/>
                </a:lnTo>
                <a:lnTo>
                  <a:pt x="27" y="12"/>
                </a:lnTo>
                <a:lnTo>
                  <a:pt x="27" y="11"/>
                </a:lnTo>
                <a:lnTo>
                  <a:pt x="26" y="11"/>
                </a:lnTo>
                <a:lnTo>
                  <a:pt x="25" y="12"/>
                </a:lnTo>
                <a:lnTo>
                  <a:pt x="24" y="12"/>
                </a:lnTo>
                <a:lnTo>
                  <a:pt x="24" y="13"/>
                </a:lnTo>
                <a:lnTo>
                  <a:pt x="24" y="12"/>
                </a:lnTo>
                <a:lnTo>
                  <a:pt x="23" y="12"/>
                </a:lnTo>
                <a:lnTo>
                  <a:pt x="23" y="13"/>
                </a:lnTo>
                <a:lnTo>
                  <a:pt x="21" y="13"/>
                </a:lnTo>
                <a:lnTo>
                  <a:pt x="20" y="13"/>
                </a:lnTo>
                <a:lnTo>
                  <a:pt x="18" y="15"/>
                </a:lnTo>
                <a:lnTo>
                  <a:pt x="17" y="16"/>
                </a:lnTo>
                <a:lnTo>
                  <a:pt x="16" y="17"/>
                </a:lnTo>
                <a:lnTo>
                  <a:pt x="14" y="19"/>
                </a:lnTo>
                <a:lnTo>
                  <a:pt x="13" y="20"/>
                </a:lnTo>
                <a:lnTo>
                  <a:pt x="12" y="21"/>
                </a:lnTo>
                <a:lnTo>
                  <a:pt x="11" y="21"/>
                </a:lnTo>
                <a:lnTo>
                  <a:pt x="11" y="22"/>
                </a:lnTo>
                <a:lnTo>
                  <a:pt x="11" y="23"/>
                </a:lnTo>
                <a:lnTo>
                  <a:pt x="10" y="22"/>
                </a:lnTo>
                <a:lnTo>
                  <a:pt x="9" y="22"/>
                </a:lnTo>
                <a:lnTo>
                  <a:pt x="10" y="22"/>
                </a:lnTo>
                <a:lnTo>
                  <a:pt x="10" y="21"/>
                </a:lnTo>
                <a:lnTo>
                  <a:pt x="9" y="21"/>
                </a:lnTo>
                <a:lnTo>
                  <a:pt x="8" y="21"/>
                </a:lnTo>
                <a:lnTo>
                  <a:pt x="7" y="21"/>
                </a:lnTo>
                <a:lnTo>
                  <a:pt x="5" y="22"/>
                </a:lnTo>
                <a:lnTo>
                  <a:pt x="5" y="23"/>
                </a:lnTo>
                <a:lnTo>
                  <a:pt x="4" y="23"/>
                </a:lnTo>
                <a:lnTo>
                  <a:pt x="3" y="23"/>
                </a:lnTo>
                <a:lnTo>
                  <a:pt x="2" y="24"/>
                </a:lnTo>
                <a:lnTo>
                  <a:pt x="1" y="24"/>
                </a:lnTo>
                <a:lnTo>
                  <a:pt x="0" y="24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2" y="22"/>
                </a:lnTo>
                <a:lnTo>
                  <a:pt x="3" y="21"/>
                </a:lnTo>
                <a:lnTo>
                  <a:pt x="2" y="21"/>
                </a:lnTo>
                <a:lnTo>
                  <a:pt x="3" y="20"/>
                </a:lnTo>
                <a:lnTo>
                  <a:pt x="4" y="20"/>
                </a:lnTo>
                <a:lnTo>
                  <a:pt x="5" y="19"/>
                </a:lnTo>
                <a:lnTo>
                  <a:pt x="4" y="18"/>
                </a:lnTo>
                <a:lnTo>
                  <a:pt x="3" y="18"/>
                </a:lnTo>
                <a:lnTo>
                  <a:pt x="4" y="17"/>
                </a:lnTo>
                <a:lnTo>
                  <a:pt x="4" y="16"/>
                </a:lnTo>
                <a:lnTo>
                  <a:pt x="5" y="16"/>
                </a:lnTo>
                <a:lnTo>
                  <a:pt x="6" y="15"/>
                </a:lnTo>
                <a:lnTo>
                  <a:pt x="7" y="15"/>
                </a:lnTo>
                <a:lnTo>
                  <a:pt x="8" y="14"/>
                </a:lnTo>
                <a:lnTo>
                  <a:pt x="9" y="13"/>
                </a:lnTo>
                <a:lnTo>
                  <a:pt x="9" y="12"/>
                </a:lnTo>
                <a:lnTo>
                  <a:pt x="9" y="11"/>
                </a:lnTo>
                <a:lnTo>
                  <a:pt x="9" y="10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5" y="7"/>
                </a:lnTo>
                <a:lnTo>
                  <a:pt x="6" y="4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10" y="4"/>
                </a:lnTo>
                <a:lnTo>
                  <a:pt x="12" y="6"/>
                </a:lnTo>
                <a:lnTo>
                  <a:pt x="13" y="6"/>
                </a:lnTo>
                <a:lnTo>
                  <a:pt x="14" y="6"/>
                </a:lnTo>
                <a:lnTo>
                  <a:pt x="13" y="6"/>
                </a:lnTo>
                <a:lnTo>
                  <a:pt x="13" y="4"/>
                </a:lnTo>
                <a:lnTo>
                  <a:pt x="14" y="4"/>
                </a:lnTo>
                <a:lnTo>
                  <a:pt x="16" y="6"/>
                </a:lnTo>
                <a:lnTo>
                  <a:pt x="16" y="4"/>
                </a:lnTo>
                <a:lnTo>
                  <a:pt x="17" y="3"/>
                </a:lnTo>
                <a:lnTo>
                  <a:pt x="17" y="2"/>
                </a:lnTo>
                <a:lnTo>
                  <a:pt x="18" y="1"/>
                </a:lnTo>
                <a:lnTo>
                  <a:pt x="18" y="2"/>
                </a:lnTo>
                <a:lnTo>
                  <a:pt x="19" y="2"/>
                </a:lnTo>
                <a:lnTo>
                  <a:pt x="20" y="1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  <a:lnTo>
                  <a:pt x="24" y="1"/>
                </a:lnTo>
                <a:lnTo>
                  <a:pt x="24" y="2"/>
                </a:lnTo>
                <a:lnTo>
                  <a:pt x="24" y="3"/>
                </a:lnTo>
                <a:lnTo>
                  <a:pt x="26" y="4"/>
                </a:lnTo>
                <a:lnTo>
                  <a:pt x="27" y="3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3" name=""/>
          <p:cNvSpPr/>
          <p:nvPr/>
        </p:nvSpPr>
        <p:spPr>
          <a:xfrm>
            <a:off x="7954560" y="26712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4" name=""/>
          <p:cNvSpPr/>
          <p:nvPr/>
        </p:nvSpPr>
        <p:spPr>
          <a:xfrm>
            <a:off x="7952760" y="26690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0"/>
                </a:move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5" name=""/>
          <p:cNvSpPr/>
          <p:nvPr/>
        </p:nvSpPr>
        <p:spPr>
          <a:xfrm>
            <a:off x="7930080" y="26665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3"/>
                </a:move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6" name=""/>
          <p:cNvSpPr/>
          <p:nvPr/>
        </p:nvSpPr>
        <p:spPr>
          <a:xfrm>
            <a:off x="7932240" y="26665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2" y="0"/>
                </a:moveTo>
                <a:lnTo>
                  <a:pt x="3" y="2"/>
                </a:lnTo>
                <a:lnTo>
                  <a:pt x="5" y="5"/>
                </a:lnTo>
                <a:lnTo>
                  <a:pt x="3" y="6"/>
                </a:lnTo>
                <a:lnTo>
                  <a:pt x="2" y="2"/>
                </a:ln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7" name=""/>
          <p:cNvSpPr/>
          <p:nvPr/>
        </p:nvSpPr>
        <p:spPr>
          <a:xfrm>
            <a:off x="7931520" y="26643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lnTo>
                  <a:pt x="2" y="0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8" name=""/>
          <p:cNvSpPr/>
          <p:nvPr/>
        </p:nvSpPr>
        <p:spPr>
          <a:xfrm>
            <a:off x="7931520" y="2663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9" name=""/>
          <p:cNvSpPr/>
          <p:nvPr/>
        </p:nvSpPr>
        <p:spPr>
          <a:xfrm>
            <a:off x="7999920" y="267012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0" y="4"/>
                </a:move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0" name=""/>
          <p:cNvSpPr/>
          <p:nvPr/>
        </p:nvSpPr>
        <p:spPr>
          <a:xfrm>
            <a:off x="7985160" y="26701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1"/>
                </a:move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1" name=""/>
          <p:cNvSpPr/>
          <p:nvPr/>
        </p:nvSpPr>
        <p:spPr>
          <a:xfrm>
            <a:off x="7989840" y="26690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4" y="2"/>
                </a:moveTo>
                <a:lnTo>
                  <a:pt x="4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2" name=""/>
          <p:cNvSpPr/>
          <p:nvPr/>
        </p:nvSpPr>
        <p:spPr>
          <a:xfrm>
            <a:off x="7990920" y="2668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3" name=""/>
          <p:cNvSpPr/>
          <p:nvPr/>
        </p:nvSpPr>
        <p:spPr>
          <a:xfrm>
            <a:off x="8004600" y="266724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9" y="2"/>
                </a:moveTo>
                <a:lnTo>
                  <a:pt x="7" y="4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4" name=""/>
          <p:cNvSpPr/>
          <p:nvPr/>
        </p:nvSpPr>
        <p:spPr>
          <a:xfrm>
            <a:off x="7981200" y="2661480"/>
            <a:ext cx="9720" cy="10080"/>
          </a:xfrm>
          <a:custGeom>
            <a:avLst/>
            <a:gdLst/>
            <a:ahLst/>
            <a:rect l="0" t="0" r="r" b="b"/>
            <a:pathLst>
              <a:path w="27" h="28">
                <a:moveTo>
                  <a:pt x="26" y="0"/>
                </a:moveTo>
                <a:lnTo>
                  <a:pt x="26" y="1"/>
                </a:lnTo>
                <a:lnTo>
                  <a:pt x="27" y="2"/>
                </a:lnTo>
                <a:lnTo>
                  <a:pt x="27" y="3"/>
                </a:lnTo>
                <a:lnTo>
                  <a:pt x="27" y="5"/>
                </a:lnTo>
                <a:lnTo>
                  <a:pt x="26" y="6"/>
                </a:lnTo>
                <a:lnTo>
                  <a:pt x="26" y="5"/>
                </a:lnTo>
                <a:lnTo>
                  <a:pt x="25" y="6"/>
                </a:lnTo>
                <a:lnTo>
                  <a:pt x="24" y="7"/>
                </a:lnTo>
                <a:lnTo>
                  <a:pt x="22" y="8"/>
                </a:lnTo>
                <a:lnTo>
                  <a:pt x="20" y="9"/>
                </a:lnTo>
                <a:lnTo>
                  <a:pt x="20" y="10"/>
                </a:lnTo>
                <a:lnTo>
                  <a:pt x="22" y="11"/>
                </a:lnTo>
                <a:lnTo>
                  <a:pt x="22" y="12"/>
                </a:lnTo>
                <a:lnTo>
                  <a:pt x="20" y="12"/>
                </a:lnTo>
                <a:lnTo>
                  <a:pt x="22" y="12"/>
                </a:lnTo>
                <a:lnTo>
                  <a:pt x="22" y="13"/>
                </a:lnTo>
                <a:lnTo>
                  <a:pt x="22" y="12"/>
                </a:lnTo>
                <a:lnTo>
                  <a:pt x="23" y="13"/>
                </a:lnTo>
                <a:lnTo>
                  <a:pt x="23" y="14"/>
                </a:lnTo>
                <a:lnTo>
                  <a:pt x="24" y="14"/>
                </a:lnTo>
                <a:lnTo>
                  <a:pt x="25" y="14"/>
                </a:lnTo>
                <a:lnTo>
                  <a:pt x="26" y="14"/>
                </a:lnTo>
                <a:lnTo>
                  <a:pt x="27" y="14"/>
                </a:lnTo>
                <a:lnTo>
                  <a:pt x="27" y="15"/>
                </a:lnTo>
                <a:lnTo>
                  <a:pt x="26" y="16"/>
                </a:lnTo>
                <a:lnTo>
                  <a:pt x="25" y="16"/>
                </a:lnTo>
                <a:lnTo>
                  <a:pt x="24" y="16"/>
                </a:lnTo>
                <a:lnTo>
                  <a:pt x="23" y="16"/>
                </a:lnTo>
                <a:lnTo>
                  <a:pt x="22" y="16"/>
                </a:lnTo>
                <a:lnTo>
                  <a:pt x="20" y="16"/>
                </a:lnTo>
                <a:lnTo>
                  <a:pt x="20" y="17"/>
                </a:lnTo>
                <a:lnTo>
                  <a:pt x="20" y="18"/>
                </a:lnTo>
                <a:lnTo>
                  <a:pt x="19" y="20"/>
                </a:lnTo>
                <a:lnTo>
                  <a:pt x="18" y="20"/>
                </a:lnTo>
                <a:lnTo>
                  <a:pt x="18" y="21"/>
                </a:lnTo>
                <a:lnTo>
                  <a:pt x="18" y="22"/>
                </a:lnTo>
                <a:lnTo>
                  <a:pt x="18" y="23"/>
                </a:lnTo>
                <a:lnTo>
                  <a:pt x="18" y="22"/>
                </a:lnTo>
                <a:lnTo>
                  <a:pt x="17" y="22"/>
                </a:lnTo>
                <a:lnTo>
                  <a:pt x="17" y="21"/>
                </a:lnTo>
                <a:lnTo>
                  <a:pt x="16" y="21"/>
                </a:lnTo>
                <a:lnTo>
                  <a:pt x="15" y="21"/>
                </a:lnTo>
                <a:lnTo>
                  <a:pt x="15" y="22"/>
                </a:lnTo>
                <a:lnTo>
                  <a:pt x="15" y="23"/>
                </a:lnTo>
                <a:lnTo>
                  <a:pt x="14" y="23"/>
                </a:lnTo>
                <a:lnTo>
                  <a:pt x="14" y="22"/>
                </a:lnTo>
                <a:lnTo>
                  <a:pt x="14" y="21"/>
                </a:lnTo>
                <a:lnTo>
                  <a:pt x="13" y="21"/>
                </a:lnTo>
                <a:lnTo>
                  <a:pt x="12" y="21"/>
                </a:lnTo>
                <a:lnTo>
                  <a:pt x="11" y="22"/>
                </a:lnTo>
                <a:lnTo>
                  <a:pt x="11" y="21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7" y="21"/>
                </a:lnTo>
                <a:lnTo>
                  <a:pt x="7" y="22"/>
                </a:lnTo>
                <a:lnTo>
                  <a:pt x="5" y="23"/>
                </a:lnTo>
                <a:lnTo>
                  <a:pt x="4" y="23"/>
                </a:lnTo>
                <a:lnTo>
                  <a:pt x="3" y="24"/>
                </a:lnTo>
                <a:lnTo>
                  <a:pt x="3" y="25"/>
                </a:lnTo>
                <a:lnTo>
                  <a:pt x="4" y="25"/>
                </a:lnTo>
                <a:lnTo>
                  <a:pt x="4" y="26"/>
                </a:lnTo>
                <a:lnTo>
                  <a:pt x="5" y="26"/>
                </a:lnTo>
                <a:lnTo>
                  <a:pt x="6" y="26"/>
                </a:lnTo>
                <a:lnTo>
                  <a:pt x="7" y="26"/>
                </a:lnTo>
                <a:lnTo>
                  <a:pt x="7" y="27"/>
                </a:lnTo>
                <a:lnTo>
                  <a:pt x="6" y="27"/>
                </a:lnTo>
                <a:lnTo>
                  <a:pt x="5" y="27"/>
                </a:lnTo>
                <a:lnTo>
                  <a:pt x="4" y="28"/>
                </a:lnTo>
                <a:lnTo>
                  <a:pt x="4" y="27"/>
                </a:lnTo>
                <a:lnTo>
                  <a:pt x="4" y="26"/>
                </a:lnTo>
                <a:lnTo>
                  <a:pt x="2" y="27"/>
                </a:lnTo>
                <a:lnTo>
                  <a:pt x="1" y="28"/>
                </a:ln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6"/>
                </a:lnTo>
                <a:lnTo>
                  <a:pt x="2" y="26"/>
                </a:lnTo>
                <a:lnTo>
                  <a:pt x="2" y="25"/>
                </a:lnTo>
                <a:lnTo>
                  <a:pt x="1" y="25"/>
                </a:lnTo>
                <a:lnTo>
                  <a:pt x="1" y="24"/>
                </a:lnTo>
                <a:lnTo>
                  <a:pt x="2" y="24"/>
                </a:lnTo>
                <a:lnTo>
                  <a:pt x="2" y="23"/>
                </a:lnTo>
                <a:lnTo>
                  <a:pt x="1" y="22"/>
                </a:lnTo>
                <a:lnTo>
                  <a:pt x="2" y="21"/>
                </a:lnTo>
                <a:lnTo>
                  <a:pt x="2" y="20"/>
                </a:lnTo>
                <a:lnTo>
                  <a:pt x="2" y="18"/>
                </a:lnTo>
                <a:lnTo>
                  <a:pt x="3" y="17"/>
                </a:lnTo>
                <a:lnTo>
                  <a:pt x="4" y="18"/>
                </a:lnTo>
                <a:lnTo>
                  <a:pt x="5" y="18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6" y="17"/>
                </a:lnTo>
                <a:lnTo>
                  <a:pt x="7" y="16"/>
                </a:lnTo>
                <a:lnTo>
                  <a:pt x="7" y="15"/>
                </a:lnTo>
                <a:lnTo>
                  <a:pt x="8" y="15"/>
                </a:lnTo>
                <a:lnTo>
                  <a:pt x="9" y="15"/>
                </a:lnTo>
                <a:lnTo>
                  <a:pt x="9" y="13"/>
                </a:lnTo>
                <a:lnTo>
                  <a:pt x="8" y="13"/>
                </a:lnTo>
                <a:lnTo>
                  <a:pt x="7" y="12"/>
                </a:lnTo>
                <a:lnTo>
                  <a:pt x="6" y="12"/>
                </a:lnTo>
                <a:lnTo>
                  <a:pt x="6" y="11"/>
                </a:lnTo>
                <a:lnTo>
                  <a:pt x="6" y="10"/>
                </a:lnTo>
                <a:lnTo>
                  <a:pt x="7" y="10"/>
                </a:lnTo>
                <a:lnTo>
                  <a:pt x="7" y="11"/>
                </a:lnTo>
                <a:lnTo>
                  <a:pt x="8" y="11"/>
                </a:lnTo>
                <a:lnTo>
                  <a:pt x="8" y="10"/>
                </a:lnTo>
                <a:lnTo>
                  <a:pt x="8" y="9"/>
                </a:lnTo>
                <a:lnTo>
                  <a:pt x="9" y="10"/>
                </a:lnTo>
                <a:lnTo>
                  <a:pt x="10" y="9"/>
                </a:lnTo>
                <a:lnTo>
                  <a:pt x="11" y="9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1" y="5"/>
                </a:lnTo>
                <a:lnTo>
                  <a:pt x="15" y="3"/>
                </a:lnTo>
                <a:lnTo>
                  <a:pt x="16" y="3"/>
                </a:lnTo>
                <a:lnTo>
                  <a:pt x="17" y="2"/>
                </a:lnTo>
                <a:lnTo>
                  <a:pt x="18" y="3"/>
                </a:lnTo>
                <a:lnTo>
                  <a:pt x="19" y="3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2" y="0"/>
                </a:lnTo>
                <a:lnTo>
                  <a:pt x="23" y="0"/>
                </a:lnTo>
                <a:lnTo>
                  <a:pt x="24" y="0"/>
                </a:lnTo>
                <a:lnTo>
                  <a:pt x="24" y="1"/>
                </a:lnTo>
                <a:lnTo>
                  <a:pt x="25" y="1"/>
                </a:lnTo>
                <a:lnTo>
                  <a:pt x="25" y="0"/>
                </a:lnTo>
                <a:lnTo>
                  <a:pt x="26" y="0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5" name=""/>
          <p:cNvSpPr/>
          <p:nvPr/>
        </p:nvSpPr>
        <p:spPr>
          <a:xfrm>
            <a:off x="7974720" y="2664360"/>
            <a:ext cx="2880" cy="3240"/>
          </a:xfrm>
          <a:custGeom>
            <a:avLst/>
            <a:gdLst/>
            <a:ahLst/>
            <a:rect l="0" t="0" r="r" b="b"/>
            <a:pathLst>
              <a:path w="8" h="9">
                <a:moveTo>
                  <a:pt x="5" y="7"/>
                </a:moveTo>
                <a:lnTo>
                  <a:pt x="6" y="7"/>
                </a:lnTo>
                <a:lnTo>
                  <a:pt x="5" y="8"/>
                </a:lnTo>
                <a:lnTo>
                  <a:pt x="4" y="9"/>
                </a:lnTo>
                <a:lnTo>
                  <a:pt x="3" y="9"/>
                </a:lnTo>
                <a:lnTo>
                  <a:pt x="3" y="8"/>
                </a:lnTo>
                <a:lnTo>
                  <a:pt x="2" y="8"/>
                </a:lnTo>
                <a:lnTo>
                  <a:pt x="0" y="7"/>
                </a:lnTo>
                <a:lnTo>
                  <a:pt x="0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4"/>
                </a:lnTo>
                <a:lnTo>
                  <a:pt x="4" y="4"/>
                </a:lnTo>
                <a:lnTo>
                  <a:pt x="4" y="2"/>
                </a:lnTo>
                <a:lnTo>
                  <a:pt x="5" y="1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8" y="4"/>
                </a:lnTo>
                <a:lnTo>
                  <a:pt x="6" y="5"/>
                </a:lnTo>
                <a:lnTo>
                  <a:pt x="5" y="6"/>
                </a:lnTo>
                <a:lnTo>
                  <a:pt x="5" y="7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6" name=""/>
          <p:cNvSpPr/>
          <p:nvPr/>
        </p:nvSpPr>
        <p:spPr>
          <a:xfrm>
            <a:off x="7993440" y="2655720"/>
            <a:ext cx="11520" cy="15840"/>
          </a:xfrm>
          <a:custGeom>
            <a:avLst/>
            <a:gdLst/>
            <a:ahLst/>
            <a:rect l="0" t="0" r="r" b="b"/>
            <a:pathLst>
              <a:path w="32" h="44">
                <a:moveTo>
                  <a:pt x="32" y="1"/>
                </a:moveTo>
                <a:lnTo>
                  <a:pt x="31" y="2"/>
                </a:lnTo>
                <a:lnTo>
                  <a:pt x="32" y="3"/>
                </a:lnTo>
                <a:lnTo>
                  <a:pt x="32" y="5"/>
                </a:lnTo>
                <a:lnTo>
                  <a:pt x="31" y="5"/>
                </a:lnTo>
                <a:lnTo>
                  <a:pt x="30" y="7"/>
                </a:lnTo>
                <a:lnTo>
                  <a:pt x="28" y="7"/>
                </a:lnTo>
                <a:lnTo>
                  <a:pt x="28" y="8"/>
                </a:lnTo>
                <a:lnTo>
                  <a:pt x="27" y="8"/>
                </a:lnTo>
                <a:lnTo>
                  <a:pt x="26" y="8"/>
                </a:lnTo>
                <a:lnTo>
                  <a:pt x="24" y="8"/>
                </a:lnTo>
                <a:lnTo>
                  <a:pt x="24" y="7"/>
                </a:lnTo>
                <a:lnTo>
                  <a:pt x="23" y="7"/>
                </a:lnTo>
                <a:lnTo>
                  <a:pt x="24" y="8"/>
                </a:lnTo>
                <a:lnTo>
                  <a:pt x="23" y="9"/>
                </a:lnTo>
                <a:lnTo>
                  <a:pt x="22" y="9"/>
                </a:lnTo>
                <a:lnTo>
                  <a:pt x="22" y="10"/>
                </a:lnTo>
                <a:lnTo>
                  <a:pt x="21" y="12"/>
                </a:lnTo>
                <a:lnTo>
                  <a:pt x="21" y="13"/>
                </a:lnTo>
                <a:lnTo>
                  <a:pt x="22" y="13"/>
                </a:lnTo>
                <a:lnTo>
                  <a:pt x="22" y="14"/>
                </a:lnTo>
                <a:lnTo>
                  <a:pt x="21" y="14"/>
                </a:lnTo>
                <a:lnTo>
                  <a:pt x="20" y="15"/>
                </a:lnTo>
                <a:lnTo>
                  <a:pt x="20" y="16"/>
                </a:lnTo>
                <a:lnTo>
                  <a:pt x="19" y="17"/>
                </a:lnTo>
                <a:lnTo>
                  <a:pt x="19" y="18"/>
                </a:lnTo>
                <a:lnTo>
                  <a:pt x="19" y="20"/>
                </a:lnTo>
                <a:lnTo>
                  <a:pt x="19" y="21"/>
                </a:lnTo>
                <a:lnTo>
                  <a:pt x="20" y="21"/>
                </a:lnTo>
                <a:lnTo>
                  <a:pt x="21" y="21"/>
                </a:lnTo>
                <a:lnTo>
                  <a:pt x="21" y="22"/>
                </a:lnTo>
                <a:lnTo>
                  <a:pt x="21" y="23"/>
                </a:lnTo>
                <a:lnTo>
                  <a:pt x="22" y="24"/>
                </a:lnTo>
                <a:lnTo>
                  <a:pt x="23" y="24"/>
                </a:lnTo>
                <a:lnTo>
                  <a:pt x="23" y="25"/>
                </a:lnTo>
                <a:lnTo>
                  <a:pt x="22" y="26"/>
                </a:lnTo>
                <a:lnTo>
                  <a:pt x="21" y="26"/>
                </a:lnTo>
                <a:lnTo>
                  <a:pt x="20" y="28"/>
                </a:lnTo>
                <a:lnTo>
                  <a:pt x="19" y="29"/>
                </a:lnTo>
                <a:lnTo>
                  <a:pt x="19" y="30"/>
                </a:lnTo>
                <a:lnTo>
                  <a:pt x="19" y="31"/>
                </a:lnTo>
                <a:lnTo>
                  <a:pt x="18" y="32"/>
                </a:lnTo>
                <a:lnTo>
                  <a:pt x="18" y="33"/>
                </a:lnTo>
                <a:lnTo>
                  <a:pt x="19" y="34"/>
                </a:lnTo>
                <a:lnTo>
                  <a:pt x="19" y="35"/>
                </a:lnTo>
                <a:lnTo>
                  <a:pt x="20" y="35"/>
                </a:lnTo>
                <a:lnTo>
                  <a:pt x="20" y="36"/>
                </a:lnTo>
                <a:lnTo>
                  <a:pt x="20" y="37"/>
                </a:lnTo>
                <a:lnTo>
                  <a:pt x="21" y="37"/>
                </a:lnTo>
                <a:lnTo>
                  <a:pt x="22" y="37"/>
                </a:lnTo>
                <a:lnTo>
                  <a:pt x="22" y="38"/>
                </a:lnTo>
                <a:lnTo>
                  <a:pt x="23" y="38"/>
                </a:lnTo>
                <a:lnTo>
                  <a:pt x="21" y="40"/>
                </a:lnTo>
                <a:lnTo>
                  <a:pt x="19" y="42"/>
                </a:lnTo>
                <a:lnTo>
                  <a:pt x="19" y="43"/>
                </a:lnTo>
                <a:lnTo>
                  <a:pt x="18" y="43"/>
                </a:lnTo>
                <a:lnTo>
                  <a:pt x="17" y="43"/>
                </a:lnTo>
                <a:lnTo>
                  <a:pt x="17" y="44"/>
                </a:lnTo>
                <a:lnTo>
                  <a:pt x="16" y="44"/>
                </a:lnTo>
                <a:lnTo>
                  <a:pt x="15" y="44"/>
                </a:lnTo>
                <a:lnTo>
                  <a:pt x="14" y="43"/>
                </a:lnTo>
                <a:lnTo>
                  <a:pt x="14" y="44"/>
                </a:lnTo>
                <a:lnTo>
                  <a:pt x="13" y="44"/>
                </a:lnTo>
                <a:lnTo>
                  <a:pt x="13" y="43"/>
                </a:lnTo>
                <a:lnTo>
                  <a:pt x="14" y="42"/>
                </a:lnTo>
                <a:lnTo>
                  <a:pt x="15" y="40"/>
                </a:lnTo>
                <a:lnTo>
                  <a:pt x="16" y="39"/>
                </a:lnTo>
                <a:lnTo>
                  <a:pt x="15" y="39"/>
                </a:lnTo>
                <a:lnTo>
                  <a:pt x="15" y="38"/>
                </a:lnTo>
                <a:lnTo>
                  <a:pt x="14" y="38"/>
                </a:lnTo>
                <a:lnTo>
                  <a:pt x="13" y="39"/>
                </a:lnTo>
                <a:lnTo>
                  <a:pt x="12" y="40"/>
                </a:lnTo>
                <a:lnTo>
                  <a:pt x="11" y="40"/>
                </a:lnTo>
                <a:lnTo>
                  <a:pt x="11" y="39"/>
                </a:lnTo>
                <a:lnTo>
                  <a:pt x="11" y="38"/>
                </a:lnTo>
                <a:lnTo>
                  <a:pt x="12" y="38"/>
                </a:lnTo>
                <a:lnTo>
                  <a:pt x="12" y="37"/>
                </a:lnTo>
                <a:lnTo>
                  <a:pt x="11" y="37"/>
                </a:lnTo>
                <a:lnTo>
                  <a:pt x="12" y="36"/>
                </a:lnTo>
                <a:lnTo>
                  <a:pt x="12" y="35"/>
                </a:lnTo>
                <a:lnTo>
                  <a:pt x="13" y="35"/>
                </a:lnTo>
                <a:lnTo>
                  <a:pt x="13" y="34"/>
                </a:lnTo>
                <a:lnTo>
                  <a:pt x="13" y="35"/>
                </a:lnTo>
                <a:lnTo>
                  <a:pt x="12" y="35"/>
                </a:lnTo>
                <a:lnTo>
                  <a:pt x="12" y="34"/>
                </a:lnTo>
                <a:lnTo>
                  <a:pt x="12" y="33"/>
                </a:lnTo>
                <a:lnTo>
                  <a:pt x="11" y="33"/>
                </a:lnTo>
                <a:lnTo>
                  <a:pt x="11" y="34"/>
                </a:lnTo>
                <a:lnTo>
                  <a:pt x="10" y="35"/>
                </a:lnTo>
                <a:lnTo>
                  <a:pt x="10" y="36"/>
                </a:lnTo>
                <a:lnTo>
                  <a:pt x="9" y="36"/>
                </a:lnTo>
                <a:lnTo>
                  <a:pt x="7" y="36"/>
                </a:lnTo>
                <a:lnTo>
                  <a:pt x="6" y="37"/>
                </a:lnTo>
                <a:lnTo>
                  <a:pt x="6" y="36"/>
                </a:lnTo>
                <a:lnTo>
                  <a:pt x="6" y="35"/>
                </a:lnTo>
                <a:lnTo>
                  <a:pt x="6" y="34"/>
                </a:lnTo>
                <a:lnTo>
                  <a:pt x="6" y="33"/>
                </a:lnTo>
                <a:lnTo>
                  <a:pt x="7" y="33"/>
                </a:lnTo>
                <a:lnTo>
                  <a:pt x="7" y="32"/>
                </a:lnTo>
                <a:lnTo>
                  <a:pt x="7" y="31"/>
                </a:lnTo>
                <a:lnTo>
                  <a:pt x="9" y="31"/>
                </a:lnTo>
                <a:lnTo>
                  <a:pt x="10" y="31"/>
                </a:lnTo>
                <a:lnTo>
                  <a:pt x="10" y="30"/>
                </a:lnTo>
                <a:lnTo>
                  <a:pt x="10" y="29"/>
                </a:lnTo>
                <a:lnTo>
                  <a:pt x="10" y="28"/>
                </a:lnTo>
                <a:lnTo>
                  <a:pt x="10" y="27"/>
                </a:lnTo>
                <a:lnTo>
                  <a:pt x="11" y="27"/>
                </a:lnTo>
                <a:lnTo>
                  <a:pt x="12" y="27"/>
                </a:lnTo>
                <a:lnTo>
                  <a:pt x="13" y="27"/>
                </a:lnTo>
                <a:lnTo>
                  <a:pt x="13" y="28"/>
                </a:lnTo>
                <a:lnTo>
                  <a:pt x="15" y="27"/>
                </a:lnTo>
                <a:lnTo>
                  <a:pt x="15" y="28"/>
                </a:lnTo>
                <a:lnTo>
                  <a:pt x="15" y="27"/>
                </a:lnTo>
                <a:lnTo>
                  <a:pt x="16" y="27"/>
                </a:lnTo>
                <a:lnTo>
                  <a:pt x="16" y="26"/>
                </a:lnTo>
                <a:lnTo>
                  <a:pt x="16" y="25"/>
                </a:lnTo>
                <a:lnTo>
                  <a:pt x="15" y="25"/>
                </a:lnTo>
                <a:lnTo>
                  <a:pt x="15" y="24"/>
                </a:lnTo>
                <a:lnTo>
                  <a:pt x="16" y="24"/>
                </a:lnTo>
                <a:lnTo>
                  <a:pt x="17" y="24"/>
                </a:lnTo>
                <a:lnTo>
                  <a:pt x="17" y="23"/>
                </a:lnTo>
                <a:lnTo>
                  <a:pt x="16" y="22"/>
                </a:lnTo>
                <a:lnTo>
                  <a:pt x="16" y="21"/>
                </a:lnTo>
                <a:lnTo>
                  <a:pt x="17" y="22"/>
                </a:lnTo>
                <a:lnTo>
                  <a:pt x="16" y="20"/>
                </a:lnTo>
                <a:lnTo>
                  <a:pt x="15" y="20"/>
                </a:lnTo>
                <a:lnTo>
                  <a:pt x="15" y="21"/>
                </a:lnTo>
                <a:lnTo>
                  <a:pt x="14" y="21"/>
                </a:lnTo>
                <a:lnTo>
                  <a:pt x="13" y="21"/>
                </a:lnTo>
                <a:lnTo>
                  <a:pt x="13" y="20"/>
                </a:lnTo>
                <a:lnTo>
                  <a:pt x="12" y="20"/>
                </a:lnTo>
                <a:lnTo>
                  <a:pt x="11" y="20"/>
                </a:lnTo>
                <a:lnTo>
                  <a:pt x="10" y="20"/>
                </a:lnTo>
                <a:lnTo>
                  <a:pt x="9" y="20"/>
                </a:lnTo>
                <a:lnTo>
                  <a:pt x="9" y="22"/>
                </a:lnTo>
                <a:lnTo>
                  <a:pt x="9" y="23"/>
                </a:lnTo>
                <a:lnTo>
                  <a:pt x="7" y="23"/>
                </a:lnTo>
                <a:lnTo>
                  <a:pt x="5" y="24"/>
                </a:lnTo>
                <a:lnTo>
                  <a:pt x="5" y="23"/>
                </a:lnTo>
                <a:lnTo>
                  <a:pt x="4" y="22"/>
                </a:lnTo>
                <a:lnTo>
                  <a:pt x="3" y="22"/>
                </a:lnTo>
                <a:lnTo>
                  <a:pt x="2" y="22"/>
                </a:lnTo>
                <a:lnTo>
                  <a:pt x="2" y="23"/>
                </a:lnTo>
                <a:lnTo>
                  <a:pt x="1" y="23"/>
                </a:lnTo>
                <a:lnTo>
                  <a:pt x="1" y="22"/>
                </a:lnTo>
                <a:lnTo>
                  <a:pt x="0" y="22"/>
                </a:lnTo>
                <a:lnTo>
                  <a:pt x="0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1" y="18"/>
                </a:lnTo>
                <a:lnTo>
                  <a:pt x="0" y="18"/>
                </a:lnTo>
                <a:lnTo>
                  <a:pt x="1" y="17"/>
                </a:lnTo>
                <a:lnTo>
                  <a:pt x="2" y="16"/>
                </a:lnTo>
                <a:lnTo>
                  <a:pt x="3" y="16"/>
                </a:lnTo>
                <a:lnTo>
                  <a:pt x="3" y="15"/>
                </a:lnTo>
                <a:lnTo>
                  <a:pt x="3" y="14"/>
                </a:lnTo>
                <a:lnTo>
                  <a:pt x="3" y="13"/>
                </a:lnTo>
                <a:lnTo>
                  <a:pt x="5" y="12"/>
                </a:lnTo>
                <a:lnTo>
                  <a:pt x="6" y="12"/>
                </a:lnTo>
                <a:lnTo>
                  <a:pt x="7" y="12"/>
                </a:lnTo>
                <a:lnTo>
                  <a:pt x="9" y="12"/>
                </a:lnTo>
                <a:lnTo>
                  <a:pt x="7" y="12"/>
                </a:lnTo>
                <a:lnTo>
                  <a:pt x="7" y="11"/>
                </a:lnTo>
                <a:lnTo>
                  <a:pt x="9" y="11"/>
                </a:lnTo>
                <a:lnTo>
                  <a:pt x="10" y="11"/>
                </a:lnTo>
                <a:lnTo>
                  <a:pt x="11" y="12"/>
                </a:lnTo>
                <a:lnTo>
                  <a:pt x="10" y="12"/>
                </a:lnTo>
                <a:lnTo>
                  <a:pt x="10" y="14"/>
                </a:lnTo>
                <a:lnTo>
                  <a:pt x="11" y="14"/>
                </a:lnTo>
                <a:lnTo>
                  <a:pt x="11" y="13"/>
                </a:lnTo>
                <a:lnTo>
                  <a:pt x="12" y="13"/>
                </a:lnTo>
                <a:lnTo>
                  <a:pt x="13" y="12"/>
                </a:lnTo>
                <a:lnTo>
                  <a:pt x="13" y="11"/>
                </a:lnTo>
                <a:lnTo>
                  <a:pt x="13" y="10"/>
                </a:lnTo>
                <a:lnTo>
                  <a:pt x="15" y="9"/>
                </a:lnTo>
                <a:lnTo>
                  <a:pt x="15" y="8"/>
                </a:lnTo>
                <a:lnTo>
                  <a:pt x="14" y="8"/>
                </a:lnTo>
                <a:lnTo>
                  <a:pt x="13" y="7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3" y="5"/>
                </a:lnTo>
                <a:lnTo>
                  <a:pt x="14" y="3"/>
                </a:lnTo>
                <a:lnTo>
                  <a:pt x="15" y="3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6" y="5"/>
                </a:lnTo>
                <a:lnTo>
                  <a:pt x="18" y="5"/>
                </a:lnTo>
                <a:lnTo>
                  <a:pt x="18" y="4"/>
                </a:lnTo>
                <a:lnTo>
                  <a:pt x="18" y="3"/>
                </a:lnTo>
                <a:lnTo>
                  <a:pt x="19" y="3"/>
                </a:lnTo>
                <a:lnTo>
                  <a:pt x="20" y="3"/>
                </a:lnTo>
                <a:lnTo>
                  <a:pt x="21" y="3"/>
                </a:lnTo>
                <a:lnTo>
                  <a:pt x="21" y="2"/>
                </a:lnTo>
                <a:lnTo>
                  <a:pt x="22" y="2"/>
                </a:lnTo>
                <a:lnTo>
                  <a:pt x="23" y="1"/>
                </a:lnTo>
                <a:lnTo>
                  <a:pt x="24" y="1"/>
                </a:lnTo>
                <a:lnTo>
                  <a:pt x="24" y="0"/>
                </a:lnTo>
                <a:lnTo>
                  <a:pt x="26" y="0"/>
                </a:lnTo>
                <a:lnTo>
                  <a:pt x="26" y="1"/>
                </a:lnTo>
                <a:lnTo>
                  <a:pt x="27" y="1"/>
                </a:lnTo>
                <a:lnTo>
                  <a:pt x="28" y="1"/>
                </a:lnTo>
                <a:lnTo>
                  <a:pt x="29" y="1"/>
                </a:lnTo>
                <a:lnTo>
                  <a:pt x="30" y="1"/>
                </a:lnTo>
                <a:lnTo>
                  <a:pt x="32" y="1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7" name=""/>
          <p:cNvSpPr/>
          <p:nvPr/>
        </p:nvSpPr>
        <p:spPr>
          <a:xfrm>
            <a:off x="7991280" y="2661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3"/>
                </a:move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8" name=""/>
          <p:cNvSpPr/>
          <p:nvPr/>
        </p:nvSpPr>
        <p:spPr>
          <a:xfrm>
            <a:off x="8013240" y="2647080"/>
            <a:ext cx="2880" cy="3240"/>
          </a:xfrm>
          <a:custGeom>
            <a:avLst/>
            <a:gdLst/>
            <a:ahLst/>
            <a:rect l="0" t="0" r="r" b="b"/>
            <a:pathLst>
              <a:path w="8" h="9">
                <a:moveTo>
                  <a:pt x="6" y="7"/>
                </a:moveTo>
                <a:lnTo>
                  <a:pt x="6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7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9" name=""/>
          <p:cNvSpPr/>
          <p:nvPr/>
        </p:nvSpPr>
        <p:spPr>
          <a:xfrm>
            <a:off x="8021880" y="2647080"/>
            <a:ext cx="5040" cy="3240"/>
          </a:xfrm>
          <a:custGeom>
            <a:avLst/>
            <a:gdLst/>
            <a:ahLst/>
            <a:rect l="0" t="0" r="r" b="b"/>
            <a:pathLst>
              <a:path w="14" h="9">
                <a:moveTo>
                  <a:pt x="9" y="2"/>
                </a:moveTo>
                <a:lnTo>
                  <a:pt x="10" y="2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3" y="2"/>
                </a:lnTo>
                <a:lnTo>
                  <a:pt x="12" y="4"/>
                </a:lnTo>
                <a:lnTo>
                  <a:pt x="11" y="4"/>
                </a:ln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9" y="5"/>
                </a:lnTo>
                <a:lnTo>
                  <a:pt x="10" y="5"/>
                </a:lnTo>
                <a:lnTo>
                  <a:pt x="9" y="5"/>
                </a:lnTo>
                <a:lnTo>
                  <a:pt x="9" y="4"/>
                </a:lnTo>
                <a:lnTo>
                  <a:pt x="8" y="4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6"/>
                </a:lnTo>
                <a:lnTo>
                  <a:pt x="2" y="8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0" y="6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5" y="1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6" y="0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0" name=""/>
          <p:cNvSpPr/>
          <p:nvPr/>
        </p:nvSpPr>
        <p:spPr>
          <a:xfrm>
            <a:off x="8020800" y="2642400"/>
            <a:ext cx="2520" cy="3600"/>
          </a:xfrm>
          <a:custGeom>
            <a:avLst/>
            <a:gdLst/>
            <a:ahLst/>
            <a:rect l="0" t="0" r="r" b="b"/>
            <a:pathLst>
              <a:path w="7" h="10">
                <a:moveTo>
                  <a:pt x="1" y="6"/>
                </a:moveTo>
                <a:lnTo>
                  <a:pt x="2" y="5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4" y="1"/>
                </a:lnTo>
                <a:lnTo>
                  <a:pt x="5" y="0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2" y="7"/>
                </a:lnTo>
                <a:lnTo>
                  <a:pt x="1" y="9"/>
                </a:lnTo>
                <a:lnTo>
                  <a:pt x="0" y="10"/>
                </a:lnTo>
                <a:lnTo>
                  <a:pt x="0" y="9"/>
                </a:lnTo>
                <a:lnTo>
                  <a:pt x="0" y="7"/>
                </a:lnTo>
                <a:lnTo>
                  <a:pt x="1" y="6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1" name=""/>
          <p:cNvSpPr/>
          <p:nvPr/>
        </p:nvSpPr>
        <p:spPr>
          <a:xfrm>
            <a:off x="7968600" y="2641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2" name=""/>
          <p:cNvSpPr/>
          <p:nvPr/>
        </p:nvSpPr>
        <p:spPr>
          <a:xfrm>
            <a:off x="8023320" y="26409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3"/>
                </a:moveTo>
                <a:lnTo>
                  <a:pt x="0" y="2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4" y="5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3" name=""/>
          <p:cNvSpPr/>
          <p:nvPr/>
        </p:nvSpPr>
        <p:spPr>
          <a:xfrm>
            <a:off x="7970400" y="26380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4" name=""/>
          <p:cNvSpPr/>
          <p:nvPr/>
        </p:nvSpPr>
        <p:spPr>
          <a:xfrm>
            <a:off x="8057160" y="26319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4"/>
                </a:move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5"/>
                </a:lnTo>
                <a:lnTo>
                  <a:pt x="1" y="4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5" name=""/>
          <p:cNvSpPr/>
          <p:nvPr/>
        </p:nvSpPr>
        <p:spPr>
          <a:xfrm>
            <a:off x="8041680" y="26308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3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6" name=""/>
          <p:cNvSpPr/>
          <p:nvPr/>
        </p:nvSpPr>
        <p:spPr>
          <a:xfrm>
            <a:off x="8044560" y="26305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0"/>
                </a:moveTo>
                <a:lnTo>
                  <a:pt x="2" y="1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7" name=""/>
          <p:cNvSpPr/>
          <p:nvPr/>
        </p:nvSpPr>
        <p:spPr>
          <a:xfrm>
            <a:off x="8040960" y="26305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1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8" name=""/>
          <p:cNvSpPr/>
          <p:nvPr/>
        </p:nvSpPr>
        <p:spPr>
          <a:xfrm>
            <a:off x="8051400" y="2617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9" name=""/>
          <p:cNvSpPr/>
          <p:nvPr/>
        </p:nvSpPr>
        <p:spPr>
          <a:xfrm>
            <a:off x="8050320" y="2614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0" name=""/>
          <p:cNvSpPr/>
          <p:nvPr/>
        </p:nvSpPr>
        <p:spPr>
          <a:xfrm>
            <a:off x="8051400" y="2603160"/>
            <a:ext cx="3600" cy="4320"/>
          </a:xfrm>
          <a:custGeom>
            <a:avLst/>
            <a:gdLst/>
            <a:ahLst/>
            <a:rect l="0" t="0" r="r" b="b"/>
            <a:pathLst>
              <a:path w="10" h="12">
                <a:moveTo>
                  <a:pt x="10" y="3"/>
                </a:moveTo>
                <a:lnTo>
                  <a:pt x="10" y="4"/>
                </a:lnTo>
                <a:lnTo>
                  <a:pt x="9" y="4"/>
                </a:lnTo>
                <a:lnTo>
                  <a:pt x="9" y="5"/>
                </a:lnTo>
                <a:lnTo>
                  <a:pt x="10" y="5"/>
                </a:lnTo>
                <a:lnTo>
                  <a:pt x="10" y="6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0"/>
                </a:lnTo>
                <a:lnTo>
                  <a:pt x="7" y="11"/>
                </a:lnTo>
                <a:lnTo>
                  <a:pt x="7" y="10"/>
                </a:lnTo>
                <a:lnTo>
                  <a:pt x="6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1" y="12"/>
                </a:lnTo>
                <a:lnTo>
                  <a:pt x="0" y="9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5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8" y="1"/>
                </a:lnTo>
                <a:lnTo>
                  <a:pt x="9" y="1"/>
                </a:lnTo>
                <a:lnTo>
                  <a:pt x="10" y="3"/>
                </a:lnTo>
                <a:lnTo>
                  <a:pt x="10" y="1"/>
                </a:lnTo>
                <a:lnTo>
                  <a:pt x="10" y="3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1" name=""/>
          <p:cNvSpPr/>
          <p:nvPr/>
        </p:nvSpPr>
        <p:spPr>
          <a:xfrm>
            <a:off x="8051400" y="259236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4" y="3"/>
                </a:moveTo>
                <a:lnTo>
                  <a:pt x="5" y="0"/>
                </a:lnTo>
                <a:lnTo>
                  <a:pt x="7" y="3"/>
                </a:lnTo>
                <a:lnTo>
                  <a:pt x="2" y="7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2" y="3"/>
                </a:lnTo>
                <a:lnTo>
                  <a:pt x="4" y="3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2" name=""/>
          <p:cNvSpPr/>
          <p:nvPr/>
        </p:nvSpPr>
        <p:spPr>
          <a:xfrm>
            <a:off x="8047440" y="2582640"/>
            <a:ext cx="9360" cy="11160"/>
          </a:xfrm>
          <a:custGeom>
            <a:avLst/>
            <a:gdLst/>
            <a:ahLst/>
            <a:rect l="0" t="0" r="r" b="b"/>
            <a:pathLst>
              <a:path w="26" h="31">
                <a:moveTo>
                  <a:pt x="12" y="5"/>
                </a:moveTo>
                <a:lnTo>
                  <a:pt x="13" y="6"/>
                </a:lnTo>
                <a:lnTo>
                  <a:pt x="14" y="6"/>
                </a:lnTo>
                <a:lnTo>
                  <a:pt x="15" y="6"/>
                </a:lnTo>
                <a:lnTo>
                  <a:pt x="16" y="8"/>
                </a:lnTo>
                <a:lnTo>
                  <a:pt x="17" y="8"/>
                </a:lnTo>
                <a:lnTo>
                  <a:pt x="18" y="10"/>
                </a:lnTo>
                <a:lnTo>
                  <a:pt x="19" y="12"/>
                </a:lnTo>
                <a:lnTo>
                  <a:pt x="19" y="13"/>
                </a:lnTo>
                <a:lnTo>
                  <a:pt x="20" y="13"/>
                </a:lnTo>
                <a:lnTo>
                  <a:pt x="18" y="14"/>
                </a:lnTo>
                <a:lnTo>
                  <a:pt x="19" y="14"/>
                </a:lnTo>
                <a:lnTo>
                  <a:pt x="20" y="14"/>
                </a:lnTo>
                <a:lnTo>
                  <a:pt x="21" y="16"/>
                </a:lnTo>
                <a:lnTo>
                  <a:pt x="23" y="20"/>
                </a:lnTo>
                <a:lnTo>
                  <a:pt x="23" y="23"/>
                </a:lnTo>
                <a:lnTo>
                  <a:pt x="24" y="24"/>
                </a:lnTo>
                <a:lnTo>
                  <a:pt x="24" y="25"/>
                </a:lnTo>
                <a:lnTo>
                  <a:pt x="25" y="28"/>
                </a:lnTo>
                <a:lnTo>
                  <a:pt x="25" y="29"/>
                </a:lnTo>
                <a:lnTo>
                  <a:pt x="25" y="30"/>
                </a:lnTo>
                <a:lnTo>
                  <a:pt x="26" y="31"/>
                </a:lnTo>
                <a:lnTo>
                  <a:pt x="25" y="31"/>
                </a:lnTo>
                <a:lnTo>
                  <a:pt x="24" y="30"/>
                </a:lnTo>
                <a:lnTo>
                  <a:pt x="23" y="28"/>
                </a:lnTo>
                <a:lnTo>
                  <a:pt x="21" y="25"/>
                </a:lnTo>
                <a:lnTo>
                  <a:pt x="20" y="24"/>
                </a:lnTo>
                <a:lnTo>
                  <a:pt x="19" y="23"/>
                </a:lnTo>
                <a:lnTo>
                  <a:pt x="18" y="19"/>
                </a:lnTo>
                <a:lnTo>
                  <a:pt x="17" y="18"/>
                </a:lnTo>
                <a:lnTo>
                  <a:pt x="16" y="16"/>
                </a:lnTo>
                <a:lnTo>
                  <a:pt x="17" y="16"/>
                </a:lnTo>
                <a:lnTo>
                  <a:pt x="18" y="15"/>
                </a:lnTo>
                <a:lnTo>
                  <a:pt x="16" y="16"/>
                </a:lnTo>
                <a:lnTo>
                  <a:pt x="14" y="14"/>
                </a:lnTo>
                <a:lnTo>
                  <a:pt x="12" y="12"/>
                </a:lnTo>
                <a:lnTo>
                  <a:pt x="11" y="11"/>
                </a:lnTo>
                <a:lnTo>
                  <a:pt x="10" y="10"/>
                </a:lnTo>
                <a:lnTo>
                  <a:pt x="9" y="9"/>
                </a:lnTo>
                <a:lnTo>
                  <a:pt x="7" y="8"/>
                </a:lnTo>
                <a:lnTo>
                  <a:pt x="6" y="7"/>
                </a:lnTo>
                <a:lnTo>
                  <a:pt x="5" y="8"/>
                </a:lnTo>
                <a:lnTo>
                  <a:pt x="4" y="8"/>
                </a:lnTo>
                <a:lnTo>
                  <a:pt x="3" y="6"/>
                </a:ln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8" y="1"/>
                </a:lnTo>
                <a:lnTo>
                  <a:pt x="10" y="0"/>
                </a:lnTo>
                <a:lnTo>
                  <a:pt x="12" y="2"/>
                </a:lnTo>
                <a:lnTo>
                  <a:pt x="12" y="3"/>
                </a:lnTo>
                <a:lnTo>
                  <a:pt x="13" y="2"/>
                </a:lnTo>
                <a:lnTo>
                  <a:pt x="14" y="3"/>
                </a:lnTo>
                <a:lnTo>
                  <a:pt x="12" y="5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3" name=""/>
          <p:cNvSpPr/>
          <p:nvPr/>
        </p:nvSpPr>
        <p:spPr>
          <a:xfrm>
            <a:off x="7786080" y="2381040"/>
            <a:ext cx="499320" cy="400320"/>
          </a:xfrm>
          <a:custGeom>
            <a:avLst/>
            <a:gdLst/>
            <a:ahLst/>
            <a:rect l="0" t="0" r="r" b="b"/>
            <a:pathLst>
              <a:path w="1387" h="1112">
                <a:moveTo>
                  <a:pt x="628" y="12"/>
                </a:moveTo>
                <a:lnTo>
                  <a:pt x="628" y="13"/>
                </a:lnTo>
                <a:lnTo>
                  <a:pt x="628" y="15"/>
                </a:lnTo>
                <a:lnTo>
                  <a:pt x="629" y="15"/>
                </a:lnTo>
                <a:lnTo>
                  <a:pt x="630" y="14"/>
                </a:lnTo>
                <a:lnTo>
                  <a:pt x="631" y="13"/>
                </a:lnTo>
                <a:lnTo>
                  <a:pt x="632" y="14"/>
                </a:lnTo>
                <a:lnTo>
                  <a:pt x="636" y="16"/>
                </a:lnTo>
                <a:lnTo>
                  <a:pt x="636" y="15"/>
                </a:lnTo>
                <a:lnTo>
                  <a:pt x="637" y="16"/>
                </a:lnTo>
                <a:lnTo>
                  <a:pt x="638" y="17"/>
                </a:lnTo>
                <a:lnTo>
                  <a:pt x="639" y="19"/>
                </a:lnTo>
                <a:lnTo>
                  <a:pt x="639" y="21"/>
                </a:lnTo>
                <a:lnTo>
                  <a:pt x="640" y="22"/>
                </a:lnTo>
                <a:lnTo>
                  <a:pt x="641" y="22"/>
                </a:lnTo>
                <a:lnTo>
                  <a:pt x="642" y="22"/>
                </a:lnTo>
                <a:lnTo>
                  <a:pt x="643" y="22"/>
                </a:lnTo>
                <a:lnTo>
                  <a:pt x="643" y="23"/>
                </a:lnTo>
                <a:lnTo>
                  <a:pt x="644" y="23"/>
                </a:lnTo>
                <a:lnTo>
                  <a:pt x="645" y="23"/>
                </a:lnTo>
                <a:lnTo>
                  <a:pt x="645" y="22"/>
                </a:lnTo>
                <a:lnTo>
                  <a:pt x="646" y="22"/>
                </a:lnTo>
                <a:lnTo>
                  <a:pt x="648" y="23"/>
                </a:lnTo>
                <a:lnTo>
                  <a:pt x="649" y="23"/>
                </a:lnTo>
                <a:lnTo>
                  <a:pt x="649" y="24"/>
                </a:lnTo>
                <a:lnTo>
                  <a:pt x="650" y="27"/>
                </a:lnTo>
                <a:lnTo>
                  <a:pt x="653" y="29"/>
                </a:lnTo>
                <a:lnTo>
                  <a:pt x="654" y="30"/>
                </a:lnTo>
                <a:lnTo>
                  <a:pt x="655" y="30"/>
                </a:lnTo>
                <a:lnTo>
                  <a:pt x="655" y="29"/>
                </a:lnTo>
                <a:lnTo>
                  <a:pt x="656" y="28"/>
                </a:lnTo>
                <a:lnTo>
                  <a:pt x="657" y="28"/>
                </a:lnTo>
                <a:lnTo>
                  <a:pt x="658" y="28"/>
                </a:lnTo>
                <a:lnTo>
                  <a:pt x="659" y="28"/>
                </a:lnTo>
                <a:lnTo>
                  <a:pt x="659" y="27"/>
                </a:lnTo>
                <a:lnTo>
                  <a:pt x="661" y="26"/>
                </a:lnTo>
                <a:lnTo>
                  <a:pt x="665" y="27"/>
                </a:lnTo>
                <a:lnTo>
                  <a:pt x="666" y="27"/>
                </a:lnTo>
                <a:lnTo>
                  <a:pt x="667" y="27"/>
                </a:lnTo>
                <a:lnTo>
                  <a:pt x="667" y="28"/>
                </a:lnTo>
                <a:lnTo>
                  <a:pt x="666" y="28"/>
                </a:lnTo>
                <a:lnTo>
                  <a:pt x="666" y="29"/>
                </a:lnTo>
                <a:lnTo>
                  <a:pt x="668" y="30"/>
                </a:lnTo>
                <a:lnTo>
                  <a:pt x="669" y="29"/>
                </a:lnTo>
                <a:lnTo>
                  <a:pt x="670" y="28"/>
                </a:lnTo>
                <a:lnTo>
                  <a:pt x="670" y="27"/>
                </a:lnTo>
                <a:lnTo>
                  <a:pt x="671" y="27"/>
                </a:lnTo>
                <a:lnTo>
                  <a:pt x="672" y="27"/>
                </a:lnTo>
                <a:lnTo>
                  <a:pt x="672" y="28"/>
                </a:lnTo>
                <a:lnTo>
                  <a:pt x="672" y="29"/>
                </a:lnTo>
                <a:lnTo>
                  <a:pt x="674" y="30"/>
                </a:lnTo>
                <a:lnTo>
                  <a:pt x="675" y="30"/>
                </a:lnTo>
                <a:lnTo>
                  <a:pt x="677" y="30"/>
                </a:lnTo>
                <a:lnTo>
                  <a:pt x="679" y="31"/>
                </a:lnTo>
                <a:lnTo>
                  <a:pt x="680" y="32"/>
                </a:lnTo>
                <a:lnTo>
                  <a:pt x="680" y="33"/>
                </a:lnTo>
                <a:lnTo>
                  <a:pt x="679" y="33"/>
                </a:lnTo>
                <a:lnTo>
                  <a:pt x="679" y="34"/>
                </a:lnTo>
                <a:lnTo>
                  <a:pt x="679" y="36"/>
                </a:lnTo>
                <a:lnTo>
                  <a:pt x="679" y="37"/>
                </a:lnTo>
                <a:lnTo>
                  <a:pt x="680" y="37"/>
                </a:lnTo>
                <a:lnTo>
                  <a:pt x="681" y="37"/>
                </a:lnTo>
                <a:lnTo>
                  <a:pt x="682" y="37"/>
                </a:lnTo>
                <a:lnTo>
                  <a:pt x="682" y="36"/>
                </a:lnTo>
                <a:lnTo>
                  <a:pt x="685" y="35"/>
                </a:lnTo>
                <a:lnTo>
                  <a:pt x="685" y="34"/>
                </a:lnTo>
                <a:lnTo>
                  <a:pt x="686" y="34"/>
                </a:lnTo>
                <a:lnTo>
                  <a:pt x="687" y="34"/>
                </a:lnTo>
                <a:lnTo>
                  <a:pt x="688" y="33"/>
                </a:lnTo>
                <a:lnTo>
                  <a:pt x="689" y="33"/>
                </a:lnTo>
                <a:lnTo>
                  <a:pt x="690" y="33"/>
                </a:lnTo>
                <a:lnTo>
                  <a:pt x="691" y="33"/>
                </a:lnTo>
                <a:lnTo>
                  <a:pt x="691" y="34"/>
                </a:lnTo>
                <a:lnTo>
                  <a:pt x="692" y="34"/>
                </a:lnTo>
                <a:lnTo>
                  <a:pt x="693" y="33"/>
                </a:lnTo>
                <a:lnTo>
                  <a:pt x="694" y="32"/>
                </a:lnTo>
                <a:lnTo>
                  <a:pt x="695" y="31"/>
                </a:lnTo>
                <a:lnTo>
                  <a:pt x="696" y="31"/>
                </a:lnTo>
                <a:lnTo>
                  <a:pt x="697" y="31"/>
                </a:lnTo>
                <a:lnTo>
                  <a:pt x="698" y="32"/>
                </a:lnTo>
                <a:lnTo>
                  <a:pt x="698" y="30"/>
                </a:lnTo>
                <a:lnTo>
                  <a:pt x="699" y="30"/>
                </a:lnTo>
                <a:lnTo>
                  <a:pt x="698" y="30"/>
                </a:lnTo>
                <a:lnTo>
                  <a:pt x="698" y="29"/>
                </a:lnTo>
                <a:lnTo>
                  <a:pt x="698" y="28"/>
                </a:lnTo>
                <a:lnTo>
                  <a:pt x="699" y="27"/>
                </a:lnTo>
                <a:lnTo>
                  <a:pt x="700" y="27"/>
                </a:lnTo>
                <a:lnTo>
                  <a:pt x="702" y="27"/>
                </a:lnTo>
                <a:lnTo>
                  <a:pt x="703" y="27"/>
                </a:lnTo>
                <a:lnTo>
                  <a:pt x="702" y="26"/>
                </a:lnTo>
                <a:lnTo>
                  <a:pt x="705" y="26"/>
                </a:lnTo>
                <a:lnTo>
                  <a:pt x="706" y="26"/>
                </a:lnTo>
                <a:lnTo>
                  <a:pt x="708" y="26"/>
                </a:lnTo>
                <a:lnTo>
                  <a:pt x="709" y="25"/>
                </a:lnTo>
                <a:lnTo>
                  <a:pt x="709" y="24"/>
                </a:lnTo>
                <a:lnTo>
                  <a:pt x="710" y="24"/>
                </a:lnTo>
                <a:lnTo>
                  <a:pt x="711" y="25"/>
                </a:lnTo>
                <a:lnTo>
                  <a:pt x="712" y="27"/>
                </a:lnTo>
                <a:lnTo>
                  <a:pt x="713" y="29"/>
                </a:lnTo>
                <a:lnTo>
                  <a:pt x="712" y="30"/>
                </a:lnTo>
                <a:lnTo>
                  <a:pt x="712" y="31"/>
                </a:lnTo>
                <a:lnTo>
                  <a:pt x="713" y="31"/>
                </a:lnTo>
                <a:lnTo>
                  <a:pt x="715" y="31"/>
                </a:lnTo>
                <a:lnTo>
                  <a:pt x="715" y="30"/>
                </a:lnTo>
                <a:lnTo>
                  <a:pt x="716" y="30"/>
                </a:lnTo>
                <a:lnTo>
                  <a:pt x="717" y="30"/>
                </a:lnTo>
                <a:lnTo>
                  <a:pt x="718" y="30"/>
                </a:lnTo>
                <a:lnTo>
                  <a:pt x="720" y="31"/>
                </a:lnTo>
                <a:lnTo>
                  <a:pt x="723" y="31"/>
                </a:lnTo>
                <a:lnTo>
                  <a:pt x="723" y="30"/>
                </a:lnTo>
                <a:lnTo>
                  <a:pt x="724" y="30"/>
                </a:lnTo>
                <a:lnTo>
                  <a:pt x="725" y="27"/>
                </a:lnTo>
                <a:lnTo>
                  <a:pt x="725" y="26"/>
                </a:lnTo>
                <a:lnTo>
                  <a:pt x="725" y="25"/>
                </a:lnTo>
                <a:lnTo>
                  <a:pt x="725" y="24"/>
                </a:lnTo>
                <a:lnTo>
                  <a:pt x="726" y="23"/>
                </a:lnTo>
                <a:lnTo>
                  <a:pt x="727" y="23"/>
                </a:lnTo>
                <a:lnTo>
                  <a:pt x="727" y="22"/>
                </a:lnTo>
                <a:lnTo>
                  <a:pt x="729" y="21"/>
                </a:lnTo>
                <a:lnTo>
                  <a:pt x="730" y="21"/>
                </a:lnTo>
                <a:lnTo>
                  <a:pt x="731" y="21"/>
                </a:lnTo>
                <a:lnTo>
                  <a:pt x="733" y="19"/>
                </a:lnTo>
                <a:lnTo>
                  <a:pt x="735" y="13"/>
                </a:lnTo>
                <a:lnTo>
                  <a:pt x="734" y="11"/>
                </a:lnTo>
                <a:lnTo>
                  <a:pt x="733" y="10"/>
                </a:lnTo>
                <a:lnTo>
                  <a:pt x="733" y="8"/>
                </a:lnTo>
                <a:lnTo>
                  <a:pt x="734" y="7"/>
                </a:lnTo>
                <a:lnTo>
                  <a:pt x="738" y="6"/>
                </a:lnTo>
                <a:lnTo>
                  <a:pt x="739" y="6"/>
                </a:lnTo>
                <a:lnTo>
                  <a:pt x="739" y="5"/>
                </a:lnTo>
                <a:lnTo>
                  <a:pt x="741" y="6"/>
                </a:lnTo>
                <a:lnTo>
                  <a:pt x="742" y="6"/>
                </a:lnTo>
                <a:lnTo>
                  <a:pt x="743" y="6"/>
                </a:lnTo>
                <a:lnTo>
                  <a:pt x="744" y="6"/>
                </a:lnTo>
                <a:lnTo>
                  <a:pt x="744" y="5"/>
                </a:lnTo>
                <a:lnTo>
                  <a:pt x="745" y="5"/>
                </a:lnTo>
                <a:lnTo>
                  <a:pt x="746" y="4"/>
                </a:lnTo>
                <a:lnTo>
                  <a:pt x="747" y="4"/>
                </a:lnTo>
                <a:lnTo>
                  <a:pt x="747" y="3"/>
                </a:lnTo>
                <a:lnTo>
                  <a:pt x="750" y="3"/>
                </a:lnTo>
                <a:lnTo>
                  <a:pt x="752" y="4"/>
                </a:lnTo>
                <a:lnTo>
                  <a:pt x="753" y="4"/>
                </a:lnTo>
                <a:lnTo>
                  <a:pt x="754" y="4"/>
                </a:lnTo>
                <a:lnTo>
                  <a:pt x="755" y="4"/>
                </a:lnTo>
                <a:lnTo>
                  <a:pt x="756" y="4"/>
                </a:lnTo>
                <a:lnTo>
                  <a:pt x="756" y="5"/>
                </a:lnTo>
                <a:lnTo>
                  <a:pt x="756" y="6"/>
                </a:lnTo>
                <a:lnTo>
                  <a:pt x="755" y="6"/>
                </a:lnTo>
                <a:lnTo>
                  <a:pt x="755" y="7"/>
                </a:lnTo>
                <a:lnTo>
                  <a:pt x="753" y="9"/>
                </a:lnTo>
                <a:lnTo>
                  <a:pt x="752" y="9"/>
                </a:lnTo>
                <a:lnTo>
                  <a:pt x="752" y="10"/>
                </a:lnTo>
                <a:lnTo>
                  <a:pt x="752" y="12"/>
                </a:lnTo>
                <a:lnTo>
                  <a:pt x="752" y="13"/>
                </a:lnTo>
                <a:lnTo>
                  <a:pt x="753" y="13"/>
                </a:lnTo>
                <a:lnTo>
                  <a:pt x="756" y="13"/>
                </a:lnTo>
                <a:lnTo>
                  <a:pt x="757" y="13"/>
                </a:lnTo>
                <a:lnTo>
                  <a:pt x="757" y="14"/>
                </a:lnTo>
                <a:lnTo>
                  <a:pt x="758" y="15"/>
                </a:lnTo>
                <a:lnTo>
                  <a:pt x="758" y="16"/>
                </a:lnTo>
                <a:lnTo>
                  <a:pt x="759" y="16"/>
                </a:lnTo>
                <a:lnTo>
                  <a:pt x="760" y="16"/>
                </a:lnTo>
                <a:lnTo>
                  <a:pt x="760" y="15"/>
                </a:lnTo>
                <a:lnTo>
                  <a:pt x="761" y="15"/>
                </a:lnTo>
                <a:lnTo>
                  <a:pt x="762" y="14"/>
                </a:lnTo>
                <a:lnTo>
                  <a:pt x="763" y="14"/>
                </a:lnTo>
                <a:lnTo>
                  <a:pt x="764" y="14"/>
                </a:lnTo>
                <a:lnTo>
                  <a:pt x="763" y="15"/>
                </a:lnTo>
                <a:lnTo>
                  <a:pt x="763" y="16"/>
                </a:lnTo>
                <a:lnTo>
                  <a:pt x="762" y="16"/>
                </a:lnTo>
                <a:lnTo>
                  <a:pt x="761" y="17"/>
                </a:lnTo>
                <a:lnTo>
                  <a:pt x="761" y="18"/>
                </a:lnTo>
                <a:lnTo>
                  <a:pt x="762" y="18"/>
                </a:lnTo>
                <a:lnTo>
                  <a:pt x="763" y="19"/>
                </a:lnTo>
                <a:lnTo>
                  <a:pt x="764" y="19"/>
                </a:lnTo>
                <a:lnTo>
                  <a:pt x="763" y="19"/>
                </a:lnTo>
                <a:lnTo>
                  <a:pt x="763" y="20"/>
                </a:lnTo>
                <a:lnTo>
                  <a:pt x="764" y="21"/>
                </a:lnTo>
                <a:lnTo>
                  <a:pt x="764" y="22"/>
                </a:lnTo>
                <a:lnTo>
                  <a:pt x="764" y="23"/>
                </a:lnTo>
                <a:lnTo>
                  <a:pt x="764" y="24"/>
                </a:lnTo>
                <a:lnTo>
                  <a:pt x="763" y="25"/>
                </a:lnTo>
                <a:lnTo>
                  <a:pt x="762" y="26"/>
                </a:lnTo>
                <a:lnTo>
                  <a:pt x="761" y="26"/>
                </a:lnTo>
                <a:lnTo>
                  <a:pt x="761" y="27"/>
                </a:lnTo>
                <a:lnTo>
                  <a:pt x="763" y="28"/>
                </a:lnTo>
                <a:lnTo>
                  <a:pt x="764" y="29"/>
                </a:lnTo>
                <a:lnTo>
                  <a:pt x="764" y="28"/>
                </a:lnTo>
                <a:lnTo>
                  <a:pt x="765" y="29"/>
                </a:lnTo>
                <a:lnTo>
                  <a:pt x="766" y="29"/>
                </a:lnTo>
                <a:lnTo>
                  <a:pt x="766" y="30"/>
                </a:lnTo>
                <a:lnTo>
                  <a:pt x="767" y="30"/>
                </a:lnTo>
                <a:lnTo>
                  <a:pt x="766" y="31"/>
                </a:lnTo>
                <a:lnTo>
                  <a:pt x="764" y="31"/>
                </a:lnTo>
                <a:lnTo>
                  <a:pt x="763" y="31"/>
                </a:lnTo>
                <a:lnTo>
                  <a:pt x="762" y="32"/>
                </a:lnTo>
                <a:lnTo>
                  <a:pt x="762" y="33"/>
                </a:lnTo>
                <a:lnTo>
                  <a:pt x="762" y="35"/>
                </a:lnTo>
                <a:lnTo>
                  <a:pt x="762" y="36"/>
                </a:lnTo>
                <a:lnTo>
                  <a:pt x="761" y="37"/>
                </a:lnTo>
                <a:lnTo>
                  <a:pt x="760" y="37"/>
                </a:lnTo>
                <a:lnTo>
                  <a:pt x="761" y="38"/>
                </a:lnTo>
                <a:lnTo>
                  <a:pt x="762" y="39"/>
                </a:lnTo>
                <a:lnTo>
                  <a:pt x="763" y="39"/>
                </a:lnTo>
                <a:lnTo>
                  <a:pt x="764" y="40"/>
                </a:lnTo>
                <a:lnTo>
                  <a:pt x="763" y="41"/>
                </a:lnTo>
                <a:lnTo>
                  <a:pt x="763" y="42"/>
                </a:lnTo>
                <a:lnTo>
                  <a:pt x="764" y="42"/>
                </a:lnTo>
                <a:lnTo>
                  <a:pt x="764" y="43"/>
                </a:lnTo>
                <a:lnTo>
                  <a:pt x="765" y="43"/>
                </a:lnTo>
                <a:lnTo>
                  <a:pt x="766" y="42"/>
                </a:lnTo>
                <a:lnTo>
                  <a:pt x="766" y="40"/>
                </a:lnTo>
                <a:lnTo>
                  <a:pt x="767" y="39"/>
                </a:lnTo>
                <a:lnTo>
                  <a:pt x="767" y="38"/>
                </a:lnTo>
                <a:lnTo>
                  <a:pt x="768" y="37"/>
                </a:lnTo>
                <a:lnTo>
                  <a:pt x="769" y="36"/>
                </a:lnTo>
                <a:lnTo>
                  <a:pt x="770" y="37"/>
                </a:lnTo>
                <a:lnTo>
                  <a:pt x="771" y="36"/>
                </a:lnTo>
                <a:lnTo>
                  <a:pt x="772" y="36"/>
                </a:lnTo>
                <a:lnTo>
                  <a:pt x="773" y="37"/>
                </a:lnTo>
                <a:lnTo>
                  <a:pt x="774" y="36"/>
                </a:lnTo>
                <a:lnTo>
                  <a:pt x="776" y="33"/>
                </a:lnTo>
                <a:lnTo>
                  <a:pt x="777" y="32"/>
                </a:lnTo>
                <a:lnTo>
                  <a:pt x="778" y="31"/>
                </a:lnTo>
                <a:lnTo>
                  <a:pt x="779" y="31"/>
                </a:lnTo>
                <a:lnTo>
                  <a:pt x="780" y="31"/>
                </a:lnTo>
                <a:lnTo>
                  <a:pt x="781" y="31"/>
                </a:lnTo>
                <a:lnTo>
                  <a:pt x="781" y="30"/>
                </a:lnTo>
                <a:lnTo>
                  <a:pt x="783" y="28"/>
                </a:lnTo>
                <a:lnTo>
                  <a:pt x="784" y="29"/>
                </a:lnTo>
                <a:lnTo>
                  <a:pt x="785" y="28"/>
                </a:lnTo>
                <a:lnTo>
                  <a:pt x="786" y="28"/>
                </a:lnTo>
                <a:lnTo>
                  <a:pt x="788" y="27"/>
                </a:lnTo>
                <a:lnTo>
                  <a:pt x="788" y="28"/>
                </a:lnTo>
                <a:lnTo>
                  <a:pt x="788" y="29"/>
                </a:lnTo>
                <a:lnTo>
                  <a:pt x="789" y="29"/>
                </a:lnTo>
                <a:lnTo>
                  <a:pt x="790" y="29"/>
                </a:lnTo>
                <a:lnTo>
                  <a:pt x="791" y="28"/>
                </a:lnTo>
                <a:lnTo>
                  <a:pt x="791" y="27"/>
                </a:lnTo>
                <a:lnTo>
                  <a:pt x="792" y="26"/>
                </a:lnTo>
                <a:lnTo>
                  <a:pt x="793" y="26"/>
                </a:lnTo>
                <a:lnTo>
                  <a:pt x="794" y="27"/>
                </a:lnTo>
                <a:lnTo>
                  <a:pt x="795" y="27"/>
                </a:lnTo>
                <a:lnTo>
                  <a:pt x="795" y="29"/>
                </a:lnTo>
                <a:lnTo>
                  <a:pt x="795" y="30"/>
                </a:lnTo>
                <a:lnTo>
                  <a:pt x="796" y="29"/>
                </a:lnTo>
                <a:lnTo>
                  <a:pt x="797" y="29"/>
                </a:lnTo>
                <a:lnTo>
                  <a:pt x="798" y="30"/>
                </a:lnTo>
                <a:lnTo>
                  <a:pt x="799" y="30"/>
                </a:lnTo>
                <a:lnTo>
                  <a:pt x="799" y="29"/>
                </a:lnTo>
                <a:lnTo>
                  <a:pt x="801" y="29"/>
                </a:lnTo>
                <a:lnTo>
                  <a:pt x="802" y="29"/>
                </a:lnTo>
                <a:lnTo>
                  <a:pt x="802" y="30"/>
                </a:lnTo>
                <a:lnTo>
                  <a:pt x="804" y="30"/>
                </a:lnTo>
                <a:lnTo>
                  <a:pt x="805" y="31"/>
                </a:lnTo>
                <a:lnTo>
                  <a:pt x="806" y="31"/>
                </a:lnTo>
                <a:lnTo>
                  <a:pt x="806" y="30"/>
                </a:lnTo>
                <a:lnTo>
                  <a:pt x="807" y="29"/>
                </a:lnTo>
                <a:lnTo>
                  <a:pt x="807" y="28"/>
                </a:lnTo>
                <a:lnTo>
                  <a:pt x="809" y="28"/>
                </a:lnTo>
                <a:lnTo>
                  <a:pt x="810" y="28"/>
                </a:lnTo>
                <a:lnTo>
                  <a:pt x="810" y="29"/>
                </a:lnTo>
                <a:lnTo>
                  <a:pt x="811" y="29"/>
                </a:lnTo>
                <a:lnTo>
                  <a:pt x="811" y="30"/>
                </a:lnTo>
                <a:lnTo>
                  <a:pt x="811" y="31"/>
                </a:lnTo>
                <a:lnTo>
                  <a:pt x="813" y="30"/>
                </a:lnTo>
                <a:lnTo>
                  <a:pt x="812" y="29"/>
                </a:lnTo>
                <a:lnTo>
                  <a:pt x="811" y="28"/>
                </a:lnTo>
                <a:lnTo>
                  <a:pt x="812" y="28"/>
                </a:lnTo>
                <a:lnTo>
                  <a:pt x="812" y="27"/>
                </a:lnTo>
                <a:lnTo>
                  <a:pt x="813" y="27"/>
                </a:lnTo>
                <a:lnTo>
                  <a:pt x="814" y="27"/>
                </a:lnTo>
                <a:lnTo>
                  <a:pt x="815" y="27"/>
                </a:lnTo>
                <a:lnTo>
                  <a:pt x="815" y="25"/>
                </a:lnTo>
                <a:lnTo>
                  <a:pt x="814" y="25"/>
                </a:lnTo>
                <a:lnTo>
                  <a:pt x="813" y="25"/>
                </a:lnTo>
                <a:lnTo>
                  <a:pt x="813" y="24"/>
                </a:lnTo>
                <a:lnTo>
                  <a:pt x="813" y="23"/>
                </a:lnTo>
                <a:lnTo>
                  <a:pt x="813" y="22"/>
                </a:lnTo>
                <a:lnTo>
                  <a:pt x="813" y="21"/>
                </a:lnTo>
                <a:lnTo>
                  <a:pt x="814" y="21"/>
                </a:lnTo>
                <a:lnTo>
                  <a:pt x="815" y="20"/>
                </a:lnTo>
                <a:lnTo>
                  <a:pt x="816" y="20"/>
                </a:lnTo>
                <a:lnTo>
                  <a:pt x="816" y="21"/>
                </a:lnTo>
                <a:lnTo>
                  <a:pt x="817" y="21"/>
                </a:lnTo>
                <a:lnTo>
                  <a:pt x="818" y="20"/>
                </a:lnTo>
                <a:lnTo>
                  <a:pt x="819" y="20"/>
                </a:lnTo>
                <a:lnTo>
                  <a:pt x="819" y="21"/>
                </a:lnTo>
                <a:lnTo>
                  <a:pt x="820" y="21"/>
                </a:lnTo>
                <a:lnTo>
                  <a:pt x="822" y="22"/>
                </a:lnTo>
                <a:lnTo>
                  <a:pt x="823" y="22"/>
                </a:lnTo>
                <a:lnTo>
                  <a:pt x="823" y="21"/>
                </a:lnTo>
                <a:lnTo>
                  <a:pt x="825" y="21"/>
                </a:lnTo>
                <a:lnTo>
                  <a:pt x="825" y="22"/>
                </a:lnTo>
                <a:lnTo>
                  <a:pt x="826" y="23"/>
                </a:lnTo>
                <a:lnTo>
                  <a:pt x="827" y="23"/>
                </a:lnTo>
                <a:lnTo>
                  <a:pt x="827" y="24"/>
                </a:lnTo>
                <a:lnTo>
                  <a:pt x="827" y="23"/>
                </a:lnTo>
                <a:lnTo>
                  <a:pt x="828" y="22"/>
                </a:lnTo>
                <a:lnTo>
                  <a:pt x="829" y="21"/>
                </a:lnTo>
                <a:lnTo>
                  <a:pt x="830" y="21"/>
                </a:lnTo>
                <a:lnTo>
                  <a:pt x="831" y="20"/>
                </a:lnTo>
                <a:lnTo>
                  <a:pt x="831" y="19"/>
                </a:lnTo>
                <a:lnTo>
                  <a:pt x="832" y="19"/>
                </a:lnTo>
                <a:lnTo>
                  <a:pt x="833" y="19"/>
                </a:lnTo>
                <a:lnTo>
                  <a:pt x="834" y="19"/>
                </a:lnTo>
                <a:lnTo>
                  <a:pt x="835" y="18"/>
                </a:lnTo>
                <a:lnTo>
                  <a:pt x="835" y="17"/>
                </a:lnTo>
                <a:lnTo>
                  <a:pt x="836" y="16"/>
                </a:lnTo>
                <a:lnTo>
                  <a:pt x="835" y="14"/>
                </a:lnTo>
                <a:lnTo>
                  <a:pt x="836" y="14"/>
                </a:lnTo>
                <a:lnTo>
                  <a:pt x="836" y="13"/>
                </a:lnTo>
                <a:lnTo>
                  <a:pt x="837" y="11"/>
                </a:lnTo>
                <a:lnTo>
                  <a:pt x="837" y="10"/>
                </a:lnTo>
                <a:lnTo>
                  <a:pt x="838" y="8"/>
                </a:lnTo>
                <a:lnTo>
                  <a:pt x="840" y="8"/>
                </a:lnTo>
                <a:lnTo>
                  <a:pt x="841" y="8"/>
                </a:lnTo>
                <a:lnTo>
                  <a:pt x="841" y="9"/>
                </a:lnTo>
                <a:lnTo>
                  <a:pt x="842" y="9"/>
                </a:lnTo>
                <a:lnTo>
                  <a:pt x="843" y="10"/>
                </a:lnTo>
                <a:lnTo>
                  <a:pt x="844" y="11"/>
                </a:lnTo>
                <a:lnTo>
                  <a:pt x="845" y="10"/>
                </a:lnTo>
                <a:lnTo>
                  <a:pt x="845" y="9"/>
                </a:lnTo>
                <a:lnTo>
                  <a:pt x="846" y="9"/>
                </a:lnTo>
                <a:lnTo>
                  <a:pt x="847" y="9"/>
                </a:lnTo>
                <a:lnTo>
                  <a:pt x="848" y="8"/>
                </a:lnTo>
                <a:lnTo>
                  <a:pt x="849" y="8"/>
                </a:lnTo>
                <a:lnTo>
                  <a:pt x="850" y="7"/>
                </a:lnTo>
                <a:lnTo>
                  <a:pt x="850" y="6"/>
                </a:lnTo>
                <a:lnTo>
                  <a:pt x="849" y="6"/>
                </a:lnTo>
                <a:lnTo>
                  <a:pt x="849" y="5"/>
                </a:lnTo>
                <a:lnTo>
                  <a:pt x="848" y="4"/>
                </a:lnTo>
                <a:lnTo>
                  <a:pt x="849" y="4"/>
                </a:lnTo>
                <a:lnTo>
                  <a:pt x="850" y="4"/>
                </a:lnTo>
                <a:lnTo>
                  <a:pt x="851" y="3"/>
                </a:lnTo>
                <a:lnTo>
                  <a:pt x="852" y="1"/>
                </a:lnTo>
                <a:lnTo>
                  <a:pt x="853" y="1"/>
                </a:lnTo>
                <a:lnTo>
                  <a:pt x="854" y="0"/>
                </a:lnTo>
                <a:lnTo>
                  <a:pt x="855" y="0"/>
                </a:lnTo>
                <a:lnTo>
                  <a:pt x="855" y="1"/>
                </a:lnTo>
                <a:lnTo>
                  <a:pt x="856" y="1"/>
                </a:lnTo>
                <a:lnTo>
                  <a:pt x="857" y="2"/>
                </a:lnTo>
                <a:lnTo>
                  <a:pt x="858" y="2"/>
                </a:lnTo>
                <a:lnTo>
                  <a:pt x="859" y="2"/>
                </a:lnTo>
                <a:lnTo>
                  <a:pt x="860" y="2"/>
                </a:lnTo>
                <a:lnTo>
                  <a:pt x="860" y="3"/>
                </a:lnTo>
                <a:lnTo>
                  <a:pt x="861" y="3"/>
                </a:lnTo>
                <a:lnTo>
                  <a:pt x="861" y="2"/>
                </a:lnTo>
                <a:lnTo>
                  <a:pt x="862" y="2"/>
                </a:lnTo>
                <a:lnTo>
                  <a:pt x="862" y="3"/>
                </a:lnTo>
                <a:lnTo>
                  <a:pt x="861" y="4"/>
                </a:lnTo>
                <a:lnTo>
                  <a:pt x="861" y="6"/>
                </a:lnTo>
                <a:lnTo>
                  <a:pt x="862" y="7"/>
                </a:lnTo>
                <a:lnTo>
                  <a:pt x="863" y="6"/>
                </a:lnTo>
                <a:lnTo>
                  <a:pt x="862" y="5"/>
                </a:lnTo>
                <a:lnTo>
                  <a:pt x="862" y="4"/>
                </a:lnTo>
                <a:lnTo>
                  <a:pt x="862" y="3"/>
                </a:lnTo>
                <a:lnTo>
                  <a:pt x="863" y="3"/>
                </a:lnTo>
                <a:lnTo>
                  <a:pt x="864" y="3"/>
                </a:lnTo>
                <a:lnTo>
                  <a:pt x="865" y="4"/>
                </a:lnTo>
                <a:lnTo>
                  <a:pt x="865" y="5"/>
                </a:lnTo>
                <a:lnTo>
                  <a:pt x="866" y="5"/>
                </a:lnTo>
                <a:lnTo>
                  <a:pt x="866" y="7"/>
                </a:lnTo>
                <a:lnTo>
                  <a:pt x="866" y="8"/>
                </a:lnTo>
                <a:lnTo>
                  <a:pt x="866" y="9"/>
                </a:lnTo>
                <a:lnTo>
                  <a:pt x="867" y="8"/>
                </a:lnTo>
                <a:lnTo>
                  <a:pt x="867" y="9"/>
                </a:lnTo>
                <a:lnTo>
                  <a:pt x="866" y="9"/>
                </a:lnTo>
                <a:lnTo>
                  <a:pt x="866" y="11"/>
                </a:lnTo>
                <a:lnTo>
                  <a:pt x="867" y="11"/>
                </a:lnTo>
                <a:lnTo>
                  <a:pt x="869" y="11"/>
                </a:lnTo>
                <a:lnTo>
                  <a:pt x="869" y="12"/>
                </a:lnTo>
                <a:lnTo>
                  <a:pt x="870" y="13"/>
                </a:lnTo>
                <a:lnTo>
                  <a:pt x="870" y="14"/>
                </a:lnTo>
                <a:lnTo>
                  <a:pt x="871" y="14"/>
                </a:lnTo>
                <a:lnTo>
                  <a:pt x="872" y="15"/>
                </a:lnTo>
                <a:lnTo>
                  <a:pt x="872" y="16"/>
                </a:lnTo>
                <a:lnTo>
                  <a:pt x="873" y="16"/>
                </a:lnTo>
                <a:lnTo>
                  <a:pt x="874" y="17"/>
                </a:lnTo>
                <a:lnTo>
                  <a:pt x="875" y="17"/>
                </a:lnTo>
                <a:lnTo>
                  <a:pt x="877" y="16"/>
                </a:lnTo>
                <a:lnTo>
                  <a:pt x="878" y="16"/>
                </a:lnTo>
                <a:lnTo>
                  <a:pt x="880" y="16"/>
                </a:lnTo>
                <a:lnTo>
                  <a:pt x="880" y="17"/>
                </a:lnTo>
                <a:lnTo>
                  <a:pt x="881" y="18"/>
                </a:lnTo>
                <a:lnTo>
                  <a:pt x="882" y="19"/>
                </a:lnTo>
                <a:lnTo>
                  <a:pt x="883" y="19"/>
                </a:lnTo>
                <a:lnTo>
                  <a:pt x="883" y="18"/>
                </a:lnTo>
                <a:lnTo>
                  <a:pt x="884" y="18"/>
                </a:lnTo>
                <a:lnTo>
                  <a:pt x="884" y="17"/>
                </a:lnTo>
                <a:lnTo>
                  <a:pt x="884" y="16"/>
                </a:lnTo>
                <a:lnTo>
                  <a:pt x="886" y="17"/>
                </a:lnTo>
                <a:lnTo>
                  <a:pt x="886" y="18"/>
                </a:lnTo>
                <a:lnTo>
                  <a:pt x="887" y="18"/>
                </a:lnTo>
                <a:lnTo>
                  <a:pt x="888" y="18"/>
                </a:lnTo>
                <a:lnTo>
                  <a:pt x="889" y="18"/>
                </a:lnTo>
                <a:lnTo>
                  <a:pt x="888" y="19"/>
                </a:lnTo>
                <a:lnTo>
                  <a:pt x="888" y="20"/>
                </a:lnTo>
                <a:lnTo>
                  <a:pt x="889" y="20"/>
                </a:lnTo>
                <a:lnTo>
                  <a:pt x="890" y="20"/>
                </a:lnTo>
                <a:lnTo>
                  <a:pt x="890" y="21"/>
                </a:lnTo>
                <a:lnTo>
                  <a:pt x="891" y="21"/>
                </a:lnTo>
                <a:lnTo>
                  <a:pt x="891" y="22"/>
                </a:lnTo>
                <a:lnTo>
                  <a:pt x="891" y="23"/>
                </a:lnTo>
                <a:lnTo>
                  <a:pt x="891" y="24"/>
                </a:lnTo>
                <a:lnTo>
                  <a:pt x="892" y="24"/>
                </a:lnTo>
                <a:lnTo>
                  <a:pt x="893" y="24"/>
                </a:lnTo>
                <a:lnTo>
                  <a:pt x="895" y="25"/>
                </a:lnTo>
                <a:lnTo>
                  <a:pt x="895" y="26"/>
                </a:lnTo>
                <a:lnTo>
                  <a:pt x="895" y="29"/>
                </a:lnTo>
                <a:lnTo>
                  <a:pt x="895" y="30"/>
                </a:lnTo>
                <a:lnTo>
                  <a:pt x="895" y="31"/>
                </a:lnTo>
                <a:lnTo>
                  <a:pt x="896" y="32"/>
                </a:lnTo>
                <a:lnTo>
                  <a:pt x="895" y="32"/>
                </a:lnTo>
                <a:lnTo>
                  <a:pt x="894" y="33"/>
                </a:lnTo>
                <a:lnTo>
                  <a:pt x="895" y="34"/>
                </a:lnTo>
                <a:lnTo>
                  <a:pt x="896" y="34"/>
                </a:lnTo>
                <a:lnTo>
                  <a:pt x="896" y="33"/>
                </a:lnTo>
                <a:lnTo>
                  <a:pt x="897" y="33"/>
                </a:lnTo>
                <a:lnTo>
                  <a:pt x="897" y="34"/>
                </a:lnTo>
                <a:lnTo>
                  <a:pt x="896" y="35"/>
                </a:lnTo>
                <a:lnTo>
                  <a:pt x="894" y="36"/>
                </a:lnTo>
                <a:lnTo>
                  <a:pt x="893" y="35"/>
                </a:lnTo>
                <a:lnTo>
                  <a:pt x="893" y="34"/>
                </a:lnTo>
                <a:lnTo>
                  <a:pt x="892" y="34"/>
                </a:lnTo>
                <a:lnTo>
                  <a:pt x="891" y="35"/>
                </a:lnTo>
                <a:lnTo>
                  <a:pt x="891" y="36"/>
                </a:lnTo>
                <a:lnTo>
                  <a:pt x="890" y="37"/>
                </a:lnTo>
                <a:lnTo>
                  <a:pt x="889" y="37"/>
                </a:lnTo>
                <a:lnTo>
                  <a:pt x="888" y="37"/>
                </a:lnTo>
                <a:lnTo>
                  <a:pt x="888" y="38"/>
                </a:lnTo>
                <a:lnTo>
                  <a:pt x="888" y="39"/>
                </a:lnTo>
                <a:lnTo>
                  <a:pt x="887" y="39"/>
                </a:lnTo>
                <a:lnTo>
                  <a:pt x="888" y="41"/>
                </a:lnTo>
                <a:lnTo>
                  <a:pt x="888" y="42"/>
                </a:lnTo>
                <a:lnTo>
                  <a:pt x="887" y="42"/>
                </a:lnTo>
                <a:lnTo>
                  <a:pt x="886" y="42"/>
                </a:lnTo>
                <a:lnTo>
                  <a:pt x="885" y="42"/>
                </a:lnTo>
                <a:lnTo>
                  <a:pt x="884" y="43"/>
                </a:lnTo>
                <a:lnTo>
                  <a:pt x="885" y="43"/>
                </a:lnTo>
                <a:lnTo>
                  <a:pt x="885" y="44"/>
                </a:lnTo>
                <a:lnTo>
                  <a:pt x="886" y="44"/>
                </a:lnTo>
                <a:lnTo>
                  <a:pt x="886" y="46"/>
                </a:lnTo>
                <a:lnTo>
                  <a:pt x="886" y="47"/>
                </a:lnTo>
                <a:lnTo>
                  <a:pt x="888" y="48"/>
                </a:lnTo>
                <a:lnTo>
                  <a:pt x="889" y="48"/>
                </a:lnTo>
                <a:lnTo>
                  <a:pt x="889" y="49"/>
                </a:lnTo>
                <a:lnTo>
                  <a:pt x="891" y="49"/>
                </a:lnTo>
                <a:lnTo>
                  <a:pt x="892" y="49"/>
                </a:lnTo>
                <a:lnTo>
                  <a:pt x="892" y="48"/>
                </a:lnTo>
                <a:lnTo>
                  <a:pt x="893" y="48"/>
                </a:lnTo>
                <a:lnTo>
                  <a:pt x="893" y="49"/>
                </a:lnTo>
                <a:lnTo>
                  <a:pt x="894" y="50"/>
                </a:lnTo>
                <a:lnTo>
                  <a:pt x="895" y="50"/>
                </a:lnTo>
                <a:lnTo>
                  <a:pt x="896" y="50"/>
                </a:lnTo>
                <a:lnTo>
                  <a:pt x="896" y="51"/>
                </a:lnTo>
                <a:lnTo>
                  <a:pt x="895" y="51"/>
                </a:lnTo>
                <a:lnTo>
                  <a:pt x="895" y="52"/>
                </a:lnTo>
                <a:lnTo>
                  <a:pt x="895" y="53"/>
                </a:lnTo>
                <a:lnTo>
                  <a:pt x="896" y="53"/>
                </a:lnTo>
                <a:lnTo>
                  <a:pt x="897" y="54"/>
                </a:lnTo>
                <a:lnTo>
                  <a:pt x="897" y="55"/>
                </a:lnTo>
                <a:lnTo>
                  <a:pt x="897" y="56"/>
                </a:lnTo>
                <a:lnTo>
                  <a:pt x="896" y="56"/>
                </a:lnTo>
                <a:lnTo>
                  <a:pt x="896" y="57"/>
                </a:lnTo>
                <a:lnTo>
                  <a:pt x="895" y="58"/>
                </a:lnTo>
                <a:lnTo>
                  <a:pt x="894" y="58"/>
                </a:lnTo>
                <a:lnTo>
                  <a:pt x="893" y="58"/>
                </a:lnTo>
                <a:lnTo>
                  <a:pt x="893" y="59"/>
                </a:lnTo>
                <a:lnTo>
                  <a:pt x="892" y="60"/>
                </a:lnTo>
                <a:lnTo>
                  <a:pt x="891" y="60"/>
                </a:lnTo>
                <a:lnTo>
                  <a:pt x="890" y="60"/>
                </a:lnTo>
                <a:lnTo>
                  <a:pt x="889" y="61"/>
                </a:lnTo>
                <a:lnTo>
                  <a:pt x="888" y="61"/>
                </a:lnTo>
                <a:lnTo>
                  <a:pt x="887" y="60"/>
                </a:lnTo>
                <a:lnTo>
                  <a:pt x="886" y="60"/>
                </a:lnTo>
                <a:lnTo>
                  <a:pt x="886" y="61"/>
                </a:lnTo>
                <a:lnTo>
                  <a:pt x="885" y="61"/>
                </a:lnTo>
                <a:lnTo>
                  <a:pt x="885" y="62"/>
                </a:lnTo>
                <a:lnTo>
                  <a:pt x="885" y="63"/>
                </a:lnTo>
                <a:lnTo>
                  <a:pt x="885" y="62"/>
                </a:lnTo>
                <a:lnTo>
                  <a:pt x="884" y="61"/>
                </a:lnTo>
                <a:lnTo>
                  <a:pt x="884" y="62"/>
                </a:lnTo>
                <a:lnTo>
                  <a:pt x="883" y="63"/>
                </a:lnTo>
                <a:lnTo>
                  <a:pt x="884" y="63"/>
                </a:lnTo>
                <a:lnTo>
                  <a:pt x="884" y="64"/>
                </a:lnTo>
                <a:lnTo>
                  <a:pt x="884" y="65"/>
                </a:lnTo>
                <a:lnTo>
                  <a:pt x="883" y="65"/>
                </a:lnTo>
                <a:lnTo>
                  <a:pt x="883" y="66"/>
                </a:lnTo>
                <a:lnTo>
                  <a:pt x="883" y="67"/>
                </a:lnTo>
                <a:lnTo>
                  <a:pt x="882" y="67"/>
                </a:lnTo>
                <a:lnTo>
                  <a:pt x="881" y="67"/>
                </a:lnTo>
                <a:lnTo>
                  <a:pt x="880" y="67"/>
                </a:lnTo>
                <a:lnTo>
                  <a:pt x="880" y="68"/>
                </a:lnTo>
                <a:lnTo>
                  <a:pt x="880" y="69"/>
                </a:lnTo>
                <a:lnTo>
                  <a:pt x="880" y="68"/>
                </a:lnTo>
                <a:lnTo>
                  <a:pt x="879" y="68"/>
                </a:lnTo>
                <a:lnTo>
                  <a:pt x="876" y="68"/>
                </a:lnTo>
                <a:lnTo>
                  <a:pt x="874" y="68"/>
                </a:lnTo>
                <a:lnTo>
                  <a:pt x="874" y="67"/>
                </a:lnTo>
                <a:lnTo>
                  <a:pt x="873" y="67"/>
                </a:lnTo>
                <a:lnTo>
                  <a:pt x="873" y="66"/>
                </a:lnTo>
                <a:lnTo>
                  <a:pt x="872" y="67"/>
                </a:lnTo>
                <a:lnTo>
                  <a:pt x="871" y="68"/>
                </a:lnTo>
                <a:lnTo>
                  <a:pt x="870" y="68"/>
                </a:lnTo>
                <a:lnTo>
                  <a:pt x="868" y="68"/>
                </a:lnTo>
                <a:lnTo>
                  <a:pt x="867" y="68"/>
                </a:lnTo>
                <a:lnTo>
                  <a:pt x="866" y="68"/>
                </a:lnTo>
                <a:lnTo>
                  <a:pt x="865" y="68"/>
                </a:lnTo>
                <a:lnTo>
                  <a:pt x="864" y="70"/>
                </a:lnTo>
                <a:lnTo>
                  <a:pt x="864" y="71"/>
                </a:lnTo>
                <a:lnTo>
                  <a:pt x="864" y="72"/>
                </a:lnTo>
                <a:lnTo>
                  <a:pt x="863" y="74"/>
                </a:lnTo>
                <a:lnTo>
                  <a:pt x="862" y="74"/>
                </a:lnTo>
                <a:lnTo>
                  <a:pt x="862" y="75"/>
                </a:lnTo>
                <a:lnTo>
                  <a:pt x="862" y="76"/>
                </a:lnTo>
                <a:lnTo>
                  <a:pt x="862" y="77"/>
                </a:lnTo>
                <a:lnTo>
                  <a:pt x="862" y="79"/>
                </a:lnTo>
                <a:lnTo>
                  <a:pt x="862" y="80"/>
                </a:lnTo>
                <a:lnTo>
                  <a:pt x="861" y="80"/>
                </a:lnTo>
                <a:lnTo>
                  <a:pt x="860" y="81"/>
                </a:lnTo>
                <a:lnTo>
                  <a:pt x="859" y="80"/>
                </a:lnTo>
                <a:lnTo>
                  <a:pt x="858" y="80"/>
                </a:lnTo>
                <a:lnTo>
                  <a:pt x="857" y="80"/>
                </a:lnTo>
                <a:lnTo>
                  <a:pt x="857" y="81"/>
                </a:lnTo>
                <a:lnTo>
                  <a:pt x="857" y="82"/>
                </a:lnTo>
                <a:lnTo>
                  <a:pt x="857" y="83"/>
                </a:lnTo>
                <a:lnTo>
                  <a:pt x="857" y="84"/>
                </a:lnTo>
                <a:lnTo>
                  <a:pt x="857" y="85"/>
                </a:lnTo>
                <a:lnTo>
                  <a:pt x="856" y="85"/>
                </a:lnTo>
                <a:lnTo>
                  <a:pt x="855" y="85"/>
                </a:lnTo>
                <a:lnTo>
                  <a:pt x="853" y="85"/>
                </a:lnTo>
                <a:lnTo>
                  <a:pt x="852" y="85"/>
                </a:lnTo>
                <a:lnTo>
                  <a:pt x="852" y="84"/>
                </a:lnTo>
                <a:lnTo>
                  <a:pt x="851" y="85"/>
                </a:lnTo>
                <a:lnTo>
                  <a:pt x="850" y="86"/>
                </a:lnTo>
                <a:lnTo>
                  <a:pt x="849" y="86"/>
                </a:lnTo>
                <a:lnTo>
                  <a:pt x="848" y="87"/>
                </a:lnTo>
                <a:lnTo>
                  <a:pt x="847" y="87"/>
                </a:lnTo>
                <a:lnTo>
                  <a:pt x="848" y="89"/>
                </a:lnTo>
                <a:lnTo>
                  <a:pt x="848" y="90"/>
                </a:lnTo>
                <a:lnTo>
                  <a:pt x="847" y="91"/>
                </a:lnTo>
                <a:lnTo>
                  <a:pt x="846" y="92"/>
                </a:lnTo>
                <a:lnTo>
                  <a:pt x="845" y="92"/>
                </a:lnTo>
                <a:lnTo>
                  <a:pt x="844" y="92"/>
                </a:lnTo>
                <a:lnTo>
                  <a:pt x="843" y="92"/>
                </a:lnTo>
                <a:lnTo>
                  <a:pt x="842" y="92"/>
                </a:lnTo>
                <a:lnTo>
                  <a:pt x="841" y="93"/>
                </a:lnTo>
                <a:lnTo>
                  <a:pt x="841" y="95"/>
                </a:lnTo>
                <a:lnTo>
                  <a:pt x="842" y="94"/>
                </a:lnTo>
                <a:lnTo>
                  <a:pt x="842" y="95"/>
                </a:lnTo>
                <a:lnTo>
                  <a:pt x="842" y="96"/>
                </a:lnTo>
                <a:lnTo>
                  <a:pt x="841" y="96"/>
                </a:lnTo>
                <a:lnTo>
                  <a:pt x="840" y="96"/>
                </a:lnTo>
                <a:lnTo>
                  <a:pt x="839" y="96"/>
                </a:lnTo>
                <a:lnTo>
                  <a:pt x="838" y="97"/>
                </a:lnTo>
                <a:lnTo>
                  <a:pt x="837" y="97"/>
                </a:lnTo>
                <a:lnTo>
                  <a:pt x="837" y="98"/>
                </a:lnTo>
                <a:lnTo>
                  <a:pt x="837" y="99"/>
                </a:lnTo>
                <a:lnTo>
                  <a:pt x="838" y="99"/>
                </a:lnTo>
                <a:lnTo>
                  <a:pt x="837" y="100"/>
                </a:lnTo>
                <a:lnTo>
                  <a:pt x="837" y="101"/>
                </a:lnTo>
                <a:lnTo>
                  <a:pt x="838" y="101"/>
                </a:lnTo>
                <a:lnTo>
                  <a:pt x="838" y="102"/>
                </a:lnTo>
                <a:lnTo>
                  <a:pt x="838" y="104"/>
                </a:lnTo>
                <a:lnTo>
                  <a:pt x="837" y="104"/>
                </a:lnTo>
                <a:lnTo>
                  <a:pt x="837" y="105"/>
                </a:lnTo>
                <a:lnTo>
                  <a:pt x="836" y="105"/>
                </a:lnTo>
                <a:lnTo>
                  <a:pt x="837" y="106"/>
                </a:lnTo>
                <a:lnTo>
                  <a:pt x="838" y="106"/>
                </a:lnTo>
                <a:lnTo>
                  <a:pt x="839" y="107"/>
                </a:lnTo>
                <a:lnTo>
                  <a:pt x="840" y="108"/>
                </a:lnTo>
                <a:lnTo>
                  <a:pt x="840" y="112"/>
                </a:lnTo>
                <a:lnTo>
                  <a:pt x="839" y="113"/>
                </a:lnTo>
                <a:lnTo>
                  <a:pt x="838" y="114"/>
                </a:lnTo>
                <a:lnTo>
                  <a:pt x="838" y="115"/>
                </a:lnTo>
                <a:lnTo>
                  <a:pt x="837" y="115"/>
                </a:lnTo>
                <a:lnTo>
                  <a:pt x="836" y="115"/>
                </a:lnTo>
                <a:lnTo>
                  <a:pt x="836" y="116"/>
                </a:lnTo>
                <a:lnTo>
                  <a:pt x="835" y="116"/>
                </a:lnTo>
                <a:lnTo>
                  <a:pt x="835" y="117"/>
                </a:lnTo>
                <a:lnTo>
                  <a:pt x="835" y="118"/>
                </a:lnTo>
                <a:lnTo>
                  <a:pt x="834" y="118"/>
                </a:lnTo>
                <a:lnTo>
                  <a:pt x="834" y="119"/>
                </a:lnTo>
                <a:lnTo>
                  <a:pt x="833" y="120"/>
                </a:lnTo>
                <a:lnTo>
                  <a:pt x="833" y="121"/>
                </a:lnTo>
                <a:lnTo>
                  <a:pt x="832" y="121"/>
                </a:lnTo>
                <a:lnTo>
                  <a:pt x="832" y="123"/>
                </a:lnTo>
                <a:lnTo>
                  <a:pt x="832" y="124"/>
                </a:lnTo>
                <a:lnTo>
                  <a:pt x="832" y="125"/>
                </a:lnTo>
                <a:lnTo>
                  <a:pt x="831" y="125"/>
                </a:lnTo>
                <a:lnTo>
                  <a:pt x="830" y="126"/>
                </a:lnTo>
                <a:lnTo>
                  <a:pt x="830" y="127"/>
                </a:lnTo>
                <a:lnTo>
                  <a:pt x="830" y="128"/>
                </a:lnTo>
                <a:lnTo>
                  <a:pt x="831" y="129"/>
                </a:lnTo>
                <a:lnTo>
                  <a:pt x="830" y="131"/>
                </a:lnTo>
                <a:lnTo>
                  <a:pt x="829" y="131"/>
                </a:lnTo>
                <a:lnTo>
                  <a:pt x="828" y="132"/>
                </a:lnTo>
                <a:lnTo>
                  <a:pt x="828" y="133"/>
                </a:lnTo>
                <a:lnTo>
                  <a:pt x="829" y="134"/>
                </a:lnTo>
                <a:lnTo>
                  <a:pt x="830" y="135"/>
                </a:lnTo>
                <a:lnTo>
                  <a:pt x="831" y="135"/>
                </a:lnTo>
                <a:lnTo>
                  <a:pt x="831" y="136"/>
                </a:lnTo>
                <a:lnTo>
                  <a:pt x="830" y="137"/>
                </a:lnTo>
                <a:lnTo>
                  <a:pt x="830" y="138"/>
                </a:lnTo>
                <a:lnTo>
                  <a:pt x="830" y="139"/>
                </a:lnTo>
                <a:lnTo>
                  <a:pt x="829" y="140"/>
                </a:lnTo>
                <a:lnTo>
                  <a:pt x="828" y="140"/>
                </a:lnTo>
                <a:lnTo>
                  <a:pt x="827" y="141"/>
                </a:lnTo>
                <a:lnTo>
                  <a:pt x="826" y="141"/>
                </a:lnTo>
                <a:lnTo>
                  <a:pt x="826" y="142"/>
                </a:lnTo>
                <a:lnTo>
                  <a:pt x="825" y="143"/>
                </a:lnTo>
                <a:lnTo>
                  <a:pt x="824" y="143"/>
                </a:lnTo>
                <a:lnTo>
                  <a:pt x="823" y="144"/>
                </a:lnTo>
                <a:lnTo>
                  <a:pt x="822" y="144"/>
                </a:lnTo>
                <a:lnTo>
                  <a:pt x="821" y="144"/>
                </a:lnTo>
                <a:lnTo>
                  <a:pt x="820" y="145"/>
                </a:lnTo>
                <a:lnTo>
                  <a:pt x="819" y="147"/>
                </a:lnTo>
                <a:lnTo>
                  <a:pt x="819" y="148"/>
                </a:lnTo>
                <a:lnTo>
                  <a:pt x="820" y="148"/>
                </a:lnTo>
                <a:lnTo>
                  <a:pt x="820" y="149"/>
                </a:lnTo>
                <a:lnTo>
                  <a:pt x="819" y="150"/>
                </a:lnTo>
                <a:lnTo>
                  <a:pt x="818" y="150"/>
                </a:lnTo>
                <a:lnTo>
                  <a:pt x="817" y="150"/>
                </a:lnTo>
                <a:lnTo>
                  <a:pt x="817" y="151"/>
                </a:lnTo>
                <a:lnTo>
                  <a:pt x="816" y="151"/>
                </a:lnTo>
                <a:lnTo>
                  <a:pt x="814" y="151"/>
                </a:lnTo>
                <a:lnTo>
                  <a:pt x="813" y="151"/>
                </a:lnTo>
                <a:lnTo>
                  <a:pt x="812" y="151"/>
                </a:lnTo>
                <a:lnTo>
                  <a:pt x="811" y="151"/>
                </a:lnTo>
                <a:lnTo>
                  <a:pt x="808" y="153"/>
                </a:lnTo>
                <a:lnTo>
                  <a:pt x="807" y="153"/>
                </a:lnTo>
                <a:lnTo>
                  <a:pt x="806" y="154"/>
                </a:lnTo>
                <a:lnTo>
                  <a:pt x="805" y="153"/>
                </a:lnTo>
                <a:lnTo>
                  <a:pt x="803" y="153"/>
                </a:lnTo>
                <a:lnTo>
                  <a:pt x="802" y="153"/>
                </a:lnTo>
                <a:lnTo>
                  <a:pt x="802" y="154"/>
                </a:lnTo>
                <a:lnTo>
                  <a:pt x="801" y="154"/>
                </a:lnTo>
                <a:lnTo>
                  <a:pt x="801" y="153"/>
                </a:lnTo>
                <a:lnTo>
                  <a:pt x="800" y="154"/>
                </a:lnTo>
                <a:lnTo>
                  <a:pt x="799" y="155"/>
                </a:lnTo>
                <a:lnTo>
                  <a:pt x="800" y="156"/>
                </a:lnTo>
                <a:lnTo>
                  <a:pt x="801" y="156"/>
                </a:lnTo>
                <a:lnTo>
                  <a:pt x="802" y="157"/>
                </a:lnTo>
                <a:lnTo>
                  <a:pt x="802" y="158"/>
                </a:lnTo>
                <a:lnTo>
                  <a:pt x="803" y="158"/>
                </a:lnTo>
                <a:lnTo>
                  <a:pt x="803" y="159"/>
                </a:lnTo>
                <a:lnTo>
                  <a:pt x="803" y="160"/>
                </a:lnTo>
                <a:lnTo>
                  <a:pt x="804" y="160"/>
                </a:lnTo>
                <a:lnTo>
                  <a:pt x="804" y="161"/>
                </a:lnTo>
                <a:lnTo>
                  <a:pt x="803" y="162"/>
                </a:lnTo>
                <a:lnTo>
                  <a:pt x="803" y="161"/>
                </a:lnTo>
                <a:lnTo>
                  <a:pt x="803" y="160"/>
                </a:lnTo>
                <a:lnTo>
                  <a:pt x="802" y="160"/>
                </a:lnTo>
                <a:lnTo>
                  <a:pt x="801" y="161"/>
                </a:lnTo>
                <a:lnTo>
                  <a:pt x="802" y="162"/>
                </a:lnTo>
                <a:lnTo>
                  <a:pt x="802" y="163"/>
                </a:lnTo>
                <a:lnTo>
                  <a:pt x="803" y="163"/>
                </a:lnTo>
                <a:lnTo>
                  <a:pt x="804" y="162"/>
                </a:lnTo>
                <a:lnTo>
                  <a:pt x="804" y="161"/>
                </a:lnTo>
                <a:lnTo>
                  <a:pt x="805" y="161"/>
                </a:lnTo>
                <a:lnTo>
                  <a:pt x="806" y="161"/>
                </a:lnTo>
                <a:lnTo>
                  <a:pt x="807" y="161"/>
                </a:lnTo>
                <a:lnTo>
                  <a:pt x="808" y="161"/>
                </a:lnTo>
                <a:lnTo>
                  <a:pt x="808" y="162"/>
                </a:lnTo>
                <a:lnTo>
                  <a:pt x="809" y="162"/>
                </a:lnTo>
                <a:lnTo>
                  <a:pt x="810" y="162"/>
                </a:lnTo>
                <a:lnTo>
                  <a:pt x="810" y="163"/>
                </a:lnTo>
                <a:lnTo>
                  <a:pt x="812" y="163"/>
                </a:lnTo>
                <a:lnTo>
                  <a:pt x="814" y="162"/>
                </a:lnTo>
                <a:lnTo>
                  <a:pt x="815" y="162"/>
                </a:lnTo>
                <a:lnTo>
                  <a:pt x="814" y="161"/>
                </a:lnTo>
                <a:lnTo>
                  <a:pt x="817" y="162"/>
                </a:lnTo>
                <a:lnTo>
                  <a:pt x="818" y="162"/>
                </a:lnTo>
                <a:lnTo>
                  <a:pt x="818" y="163"/>
                </a:lnTo>
                <a:lnTo>
                  <a:pt x="818" y="164"/>
                </a:lnTo>
                <a:lnTo>
                  <a:pt x="819" y="164"/>
                </a:lnTo>
                <a:lnTo>
                  <a:pt x="820" y="164"/>
                </a:lnTo>
                <a:lnTo>
                  <a:pt x="821" y="164"/>
                </a:lnTo>
                <a:lnTo>
                  <a:pt x="822" y="164"/>
                </a:lnTo>
                <a:lnTo>
                  <a:pt x="822" y="165"/>
                </a:lnTo>
                <a:lnTo>
                  <a:pt x="822" y="166"/>
                </a:lnTo>
                <a:lnTo>
                  <a:pt x="824" y="166"/>
                </a:lnTo>
                <a:lnTo>
                  <a:pt x="824" y="168"/>
                </a:lnTo>
                <a:lnTo>
                  <a:pt x="824" y="169"/>
                </a:lnTo>
                <a:lnTo>
                  <a:pt x="824" y="170"/>
                </a:lnTo>
                <a:lnTo>
                  <a:pt x="824" y="171"/>
                </a:lnTo>
                <a:lnTo>
                  <a:pt x="825" y="171"/>
                </a:lnTo>
                <a:lnTo>
                  <a:pt x="826" y="172"/>
                </a:lnTo>
                <a:lnTo>
                  <a:pt x="826" y="173"/>
                </a:lnTo>
                <a:lnTo>
                  <a:pt x="826" y="174"/>
                </a:lnTo>
                <a:lnTo>
                  <a:pt x="827" y="175"/>
                </a:lnTo>
                <a:lnTo>
                  <a:pt x="828" y="175"/>
                </a:lnTo>
                <a:lnTo>
                  <a:pt x="830" y="174"/>
                </a:lnTo>
                <a:lnTo>
                  <a:pt x="831" y="174"/>
                </a:lnTo>
                <a:lnTo>
                  <a:pt x="832" y="174"/>
                </a:lnTo>
                <a:lnTo>
                  <a:pt x="833" y="174"/>
                </a:lnTo>
                <a:lnTo>
                  <a:pt x="833" y="173"/>
                </a:lnTo>
                <a:lnTo>
                  <a:pt x="834" y="172"/>
                </a:lnTo>
                <a:lnTo>
                  <a:pt x="834" y="173"/>
                </a:lnTo>
                <a:lnTo>
                  <a:pt x="835" y="173"/>
                </a:lnTo>
                <a:lnTo>
                  <a:pt x="835" y="174"/>
                </a:lnTo>
                <a:lnTo>
                  <a:pt x="835" y="175"/>
                </a:lnTo>
                <a:lnTo>
                  <a:pt x="836" y="174"/>
                </a:lnTo>
                <a:lnTo>
                  <a:pt x="836" y="173"/>
                </a:lnTo>
                <a:lnTo>
                  <a:pt x="835" y="173"/>
                </a:lnTo>
                <a:lnTo>
                  <a:pt x="835" y="172"/>
                </a:lnTo>
                <a:lnTo>
                  <a:pt x="834" y="172"/>
                </a:lnTo>
                <a:lnTo>
                  <a:pt x="835" y="172"/>
                </a:lnTo>
                <a:lnTo>
                  <a:pt x="836" y="171"/>
                </a:lnTo>
                <a:lnTo>
                  <a:pt x="837" y="171"/>
                </a:lnTo>
                <a:lnTo>
                  <a:pt x="836" y="171"/>
                </a:lnTo>
                <a:lnTo>
                  <a:pt x="836" y="172"/>
                </a:lnTo>
                <a:lnTo>
                  <a:pt x="836" y="173"/>
                </a:lnTo>
                <a:lnTo>
                  <a:pt x="837" y="173"/>
                </a:lnTo>
                <a:lnTo>
                  <a:pt x="837" y="172"/>
                </a:lnTo>
                <a:lnTo>
                  <a:pt x="838" y="172"/>
                </a:lnTo>
                <a:lnTo>
                  <a:pt x="838" y="173"/>
                </a:lnTo>
                <a:lnTo>
                  <a:pt x="839" y="174"/>
                </a:lnTo>
                <a:lnTo>
                  <a:pt x="839" y="173"/>
                </a:lnTo>
                <a:lnTo>
                  <a:pt x="841" y="174"/>
                </a:lnTo>
                <a:lnTo>
                  <a:pt x="841" y="176"/>
                </a:lnTo>
                <a:lnTo>
                  <a:pt x="842" y="176"/>
                </a:lnTo>
                <a:lnTo>
                  <a:pt x="843" y="176"/>
                </a:lnTo>
                <a:lnTo>
                  <a:pt x="843" y="177"/>
                </a:lnTo>
                <a:lnTo>
                  <a:pt x="843" y="178"/>
                </a:lnTo>
                <a:lnTo>
                  <a:pt x="843" y="179"/>
                </a:lnTo>
                <a:lnTo>
                  <a:pt x="844" y="180"/>
                </a:lnTo>
                <a:lnTo>
                  <a:pt x="843" y="181"/>
                </a:lnTo>
                <a:lnTo>
                  <a:pt x="843" y="182"/>
                </a:lnTo>
                <a:lnTo>
                  <a:pt x="844" y="182"/>
                </a:lnTo>
                <a:lnTo>
                  <a:pt x="845" y="182"/>
                </a:lnTo>
                <a:lnTo>
                  <a:pt x="846" y="183"/>
                </a:lnTo>
                <a:lnTo>
                  <a:pt x="847" y="183"/>
                </a:lnTo>
                <a:lnTo>
                  <a:pt x="847" y="185"/>
                </a:lnTo>
                <a:lnTo>
                  <a:pt x="847" y="186"/>
                </a:lnTo>
                <a:lnTo>
                  <a:pt x="847" y="187"/>
                </a:lnTo>
                <a:lnTo>
                  <a:pt x="847" y="188"/>
                </a:lnTo>
                <a:lnTo>
                  <a:pt x="847" y="189"/>
                </a:lnTo>
                <a:lnTo>
                  <a:pt x="848" y="188"/>
                </a:lnTo>
                <a:lnTo>
                  <a:pt x="849" y="189"/>
                </a:lnTo>
                <a:lnTo>
                  <a:pt x="850" y="189"/>
                </a:lnTo>
                <a:lnTo>
                  <a:pt x="851" y="189"/>
                </a:lnTo>
                <a:lnTo>
                  <a:pt x="851" y="190"/>
                </a:lnTo>
                <a:lnTo>
                  <a:pt x="852" y="191"/>
                </a:lnTo>
                <a:lnTo>
                  <a:pt x="853" y="191"/>
                </a:lnTo>
                <a:lnTo>
                  <a:pt x="853" y="190"/>
                </a:lnTo>
                <a:lnTo>
                  <a:pt x="853" y="189"/>
                </a:lnTo>
                <a:lnTo>
                  <a:pt x="854" y="188"/>
                </a:lnTo>
                <a:lnTo>
                  <a:pt x="855" y="188"/>
                </a:lnTo>
                <a:lnTo>
                  <a:pt x="856" y="188"/>
                </a:lnTo>
                <a:lnTo>
                  <a:pt x="856" y="187"/>
                </a:lnTo>
                <a:lnTo>
                  <a:pt x="857" y="187"/>
                </a:lnTo>
                <a:lnTo>
                  <a:pt x="857" y="186"/>
                </a:lnTo>
                <a:lnTo>
                  <a:pt x="858" y="186"/>
                </a:lnTo>
                <a:lnTo>
                  <a:pt x="859" y="185"/>
                </a:lnTo>
                <a:lnTo>
                  <a:pt x="859" y="184"/>
                </a:lnTo>
                <a:lnTo>
                  <a:pt x="860" y="183"/>
                </a:lnTo>
                <a:lnTo>
                  <a:pt x="860" y="182"/>
                </a:lnTo>
                <a:lnTo>
                  <a:pt x="860" y="181"/>
                </a:lnTo>
                <a:lnTo>
                  <a:pt x="861" y="181"/>
                </a:lnTo>
                <a:lnTo>
                  <a:pt x="862" y="181"/>
                </a:lnTo>
                <a:lnTo>
                  <a:pt x="863" y="180"/>
                </a:lnTo>
                <a:lnTo>
                  <a:pt x="864" y="180"/>
                </a:lnTo>
                <a:lnTo>
                  <a:pt x="865" y="180"/>
                </a:lnTo>
                <a:lnTo>
                  <a:pt x="865" y="179"/>
                </a:lnTo>
                <a:lnTo>
                  <a:pt x="865" y="178"/>
                </a:lnTo>
                <a:lnTo>
                  <a:pt x="866" y="178"/>
                </a:lnTo>
                <a:lnTo>
                  <a:pt x="868" y="177"/>
                </a:lnTo>
                <a:lnTo>
                  <a:pt x="868" y="176"/>
                </a:lnTo>
                <a:lnTo>
                  <a:pt x="869" y="175"/>
                </a:lnTo>
                <a:lnTo>
                  <a:pt x="869" y="174"/>
                </a:lnTo>
                <a:lnTo>
                  <a:pt x="870" y="174"/>
                </a:lnTo>
                <a:lnTo>
                  <a:pt x="871" y="174"/>
                </a:lnTo>
                <a:lnTo>
                  <a:pt x="871" y="175"/>
                </a:lnTo>
                <a:lnTo>
                  <a:pt x="872" y="177"/>
                </a:lnTo>
                <a:lnTo>
                  <a:pt x="874" y="177"/>
                </a:lnTo>
                <a:lnTo>
                  <a:pt x="876" y="178"/>
                </a:lnTo>
                <a:lnTo>
                  <a:pt x="876" y="177"/>
                </a:lnTo>
                <a:lnTo>
                  <a:pt x="877" y="177"/>
                </a:lnTo>
                <a:lnTo>
                  <a:pt x="878" y="177"/>
                </a:lnTo>
                <a:lnTo>
                  <a:pt x="880" y="177"/>
                </a:lnTo>
                <a:lnTo>
                  <a:pt x="881" y="178"/>
                </a:lnTo>
                <a:lnTo>
                  <a:pt x="882" y="177"/>
                </a:lnTo>
                <a:lnTo>
                  <a:pt x="882" y="175"/>
                </a:lnTo>
                <a:lnTo>
                  <a:pt x="882" y="174"/>
                </a:lnTo>
                <a:lnTo>
                  <a:pt x="884" y="172"/>
                </a:lnTo>
                <a:lnTo>
                  <a:pt x="884" y="171"/>
                </a:lnTo>
                <a:lnTo>
                  <a:pt x="885" y="170"/>
                </a:lnTo>
                <a:lnTo>
                  <a:pt x="887" y="169"/>
                </a:lnTo>
                <a:lnTo>
                  <a:pt x="888" y="170"/>
                </a:lnTo>
                <a:lnTo>
                  <a:pt x="889" y="170"/>
                </a:lnTo>
                <a:lnTo>
                  <a:pt x="890" y="169"/>
                </a:lnTo>
                <a:lnTo>
                  <a:pt x="891" y="168"/>
                </a:lnTo>
                <a:lnTo>
                  <a:pt x="893" y="168"/>
                </a:lnTo>
                <a:lnTo>
                  <a:pt x="894" y="167"/>
                </a:lnTo>
                <a:lnTo>
                  <a:pt x="894" y="168"/>
                </a:lnTo>
                <a:lnTo>
                  <a:pt x="895" y="168"/>
                </a:lnTo>
                <a:lnTo>
                  <a:pt x="895" y="169"/>
                </a:lnTo>
                <a:lnTo>
                  <a:pt x="895" y="170"/>
                </a:lnTo>
                <a:lnTo>
                  <a:pt x="896" y="170"/>
                </a:lnTo>
                <a:lnTo>
                  <a:pt x="896" y="171"/>
                </a:lnTo>
                <a:lnTo>
                  <a:pt x="897" y="172"/>
                </a:lnTo>
                <a:lnTo>
                  <a:pt x="897" y="173"/>
                </a:lnTo>
                <a:lnTo>
                  <a:pt x="898" y="173"/>
                </a:lnTo>
                <a:lnTo>
                  <a:pt x="898" y="174"/>
                </a:lnTo>
                <a:lnTo>
                  <a:pt x="898" y="175"/>
                </a:lnTo>
                <a:lnTo>
                  <a:pt x="899" y="176"/>
                </a:lnTo>
                <a:lnTo>
                  <a:pt x="900" y="176"/>
                </a:lnTo>
                <a:lnTo>
                  <a:pt x="900" y="175"/>
                </a:lnTo>
                <a:lnTo>
                  <a:pt x="901" y="176"/>
                </a:lnTo>
                <a:lnTo>
                  <a:pt x="902" y="176"/>
                </a:lnTo>
                <a:lnTo>
                  <a:pt x="902" y="177"/>
                </a:lnTo>
                <a:lnTo>
                  <a:pt x="903" y="177"/>
                </a:lnTo>
                <a:lnTo>
                  <a:pt x="903" y="176"/>
                </a:lnTo>
                <a:lnTo>
                  <a:pt x="903" y="175"/>
                </a:lnTo>
                <a:lnTo>
                  <a:pt x="904" y="175"/>
                </a:lnTo>
                <a:lnTo>
                  <a:pt x="904" y="174"/>
                </a:lnTo>
                <a:lnTo>
                  <a:pt x="904" y="173"/>
                </a:lnTo>
                <a:lnTo>
                  <a:pt x="904" y="172"/>
                </a:lnTo>
                <a:lnTo>
                  <a:pt x="905" y="172"/>
                </a:lnTo>
                <a:lnTo>
                  <a:pt x="906" y="172"/>
                </a:lnTo>
                <a:lnTo>
                  <a:pt x="907" y="171"/>
                </a:lnTo>
                <a:lnTo>
                  <a:pt x="908" y="170"/>
                </a:lnTo>
                <a:lnTo>
                  <a:pt x="908" y="169"/>
                </a:lnTo>
                <a:lnTo>
                  <a:pt x="907" y="168"/>
                </a:lnTo>
                <a:lnTo>
                  <a:pt x="907" y="167"/>
                </a:lnTo>
                <a:lnTo>
                  <a:pt x="907" y="166"/>
                </a:lnTo>
                <a:lnTo>
                  <a:pt x="907" y="165"/>
                </a:lnTo>
                <a:lnTo>
                  <a:pt x="906" y="164"/>
                </a:lnTo>
                <a:lnTo>
                  <a:pt x="906" y="163"/>
                </a:lnTo>
                <a:lnTo>
                  <a:pt x="906" y="162"/>
                </a:lnTo>
                <a:lnTo>
                  <a:pt x="906" y="161"/>
                </a:lnTo>
                <a:lnTo>
                  <a:pt x="905" y="161"/>
                </a:lnTo>
                <a:lnTo>
                  <a:pt x="906" y="160"/>
                </a:lnTo>
                <a:lnTo>
                  <a:pt x="907" y="160"/>
                </a:lnTo>
                <a:lnTo>
                  <a:pt x="908" y="160"/>
                </a:lnTo>
                <a:lnTo>
                  <a:pt x="909" y="159"/>
                </a:lnTo>
                <a:lnTo>
                  <a:pt x="909" y="158"/>
                </a:lnTo>
                <a:lnTo>
                  <a:pt x="910" y="159"/>
                </a:lnTo>
                <a:lnTo>
                  <a:pt x="912" y="160"/>
                </a:lnTo>
                <a:lnTo>
                  <a:pt x="913" y="160"/>
                </a:lnTo>
                <a:lnTo>
                  <a:pt x="914" y="160"/>
                </a:lnTo>
                <a:lnTo>
                  <a:pt x="915" y="160"/>
                </a:lnTo>
                <a:lnTo>
                  <a:pt x="915" y="159"/>
                </a:lnTo>
                <a:lnTo>
                  <a:pt x="914" y="159"/>
                </a:lnTo>
                <a:lnTo>
                  <a:pt x="915" y="159"/>
                </a:lnTo>
                <a:lnTo>
                  <a:pt x="916" y="159"/>
                </a:lnTo>
                <a:lnTo>
                  <a:pt x="917" y="159"/>
                </a:lnTo>
                <a:lnTo>
                  <a:pt x="917" y="160"/>
                </a:lnTo>
                <a:lnTo>
                  <a:pt x="917" y="161"/>
                </a:lnTo>
                <a:lnTo>
                  <a:pt x="918" y="161"/>
                </a:lnTo>
                <a:lnTo>
                  <a:pt x="919" y="160"/>
                </a:lnTo>
                <a:lnTo>
                  <a:pt x="920" y="160"/>
                </a:lnTo>
                <a:lnTo>
                  <a:pt x="920" y="161"/>
                </a:lnTo>
                <a:lnTo>
                  <a:pt x="921" y="161"/>
                </a:lnTo>
                <a:lnTo>
                  <a:pt x="922" y="162"/>
                </a:lnTo>
                <a:lnTo>
                  <a:pt x="923" y="163"/>
                </a:lnTo>
                <a:lnTo>
                  <a:pt x="924" y="163"/>
                </a:lnTo>
                <a:lnTo>
                  <a:pt x="924" y="162"/>
                </a:lnTo>
                <a:lnTo>
                  <a:pt x="924" y="161"/>
                </a:lnTo>
                <a:lnTo>
                  <a:pt x="925" y="160"/>
                </a:lnTo>
                <a:lnTo>
                  <a:pt x="927" y="160"/>
                </a:lnTo>
                <a:lnTo>
                  <a:pt x="928" y="160"/>
                </a:lnTo>
                <a:lnTo>
                  <a:pt x="929" y="160"/>
                </a:lnTo>
                <a:lnTo>
                  <a:pt x="930" y="160"/>
                </a:lnTo>
                <a:lnTo>
                  <a:pt x="930" y="161"/>
                </a:lnTo>
                <a:lnTo>
                  <a:pt x="930" y="162"/>
                </a:lnTo>
                <a:lnTo>
                  <a:pt x="929" y="163"/>
                </a:lnTo>
                <a:lnTo>
                  <a:pt x="929" y="164"/>
                </a:lnTo>
                <a:lnTo>
                  <a:pt x="930" y="164"/>
                </a:lnTo>
                <a:lnTo>
                  <a:pt x="930" y="165"/>
                </a:lnTo>
                <a:lnTo>
                  <a:pt x="931" y="166"/>
                </a:lnTo>
                <a:lnTo>
                  <a:pt x="931" y="167"/>
                </a:lnTo>
                <a:lnTo>
                  <a:pt x="932" y="167"/>
                </a:lnTo>
                <a:lnTo>
                  <a:pt x="932" y="168"/>
                </a:lnTo>
                <a:lnTo>
                  <a:pt x="932" y="167"/>
                </a:lnTo>
                <a:lnTo>
                  <a:pt x="933" y="167"/>
                </a:lnTo>
                <a:lnTo>
                  <a:pt x="934" y="166"/>
                </a:lnTo>
                <a:lnTo>
                  <a:pt x="935" y="166"/>
                </a:lnTo>
                <a:lnTo>
                  <a:pt x="935" y="165"/>
                </a:lnTo>
                <a:lnTo>
                  <a:pt x="935" y="164"/>
                </a:lnTo>
                <a:lnTo>
                  <a:pt x="935" y="163"/>
                </a:lnTo>
                <a:lnTo>
                  <a:pt x="936" y="163"/>
                </a:lnTo>
                <a:lnTo>
                  <a:pt x="936" y="160"/>
                </a:lnTo>
                <a:lnTo>
                  <a:pt x="936" y="159"/>
                </a:lnTo>
                <a:lnTo>
                  <a:pt x="937" y="159"/>
                </a:lnTo>
                <a:lnTo>
                  <a:pt x="937" y="158"/>
                </a:lnTo>
                <a:lnTo>
                  <a:pt x="937" y="157"/>
                </a:lnTo>
                <a:lnTo>
                  <a:pt x="937" y="156"/>
                </a:lnTo>
                <a:lnTo>
                  <a:pt x="936" y="155"/>
                </a:lnTo>
                <a:lnTo>
                  <a:pt x="936" y="154"/>
                </a:lnTo>
                <a:lnTo>
                  <a:pt x="937" y="154"/>
                </a:lnTo>
                <a:lnTo>
                  <a:pt x="937" y="153"/>
                </a:lnTo>
                <a:lnTo>
                  <a:pt x="937" y="152"/>
                </a:lnTo>
                <a:lnTo>
                  <a:pt x="937" y="151"/>
                </a:lnTo>
                <a:lnTo>
                  <a:pt x="937" y="150"/>
                </a:lnTo>
                <a:lnTo>
                  <a:pt x="938" y="150"/>
                </a:lnTo>
                <a:lnTo>
                  <a:pt x="938" y="149"/>
                </a:lnTo>
                <a:lnTo>
                  <a:pt x="937" y="148"/>
                </a:lnTo>
                <a:lnTo>
                  <a:pt x="937" y="147"/>
                </a:lnTo>
                <a:lnTo>
                  <a:pt x="938" y="146"/>
                </a:lnTo>
                <a:lnTo>
                  <a:pt x="939" y="145"/>
                </a:lnTo>
                <a:lnTo>
                  <a:pt x="942" y="145"/>
                </a:lnTo>
                <a:lnTo>
                  <a:pt x="943" y="145"/>
                </a:lnTo>
                <a:lnTo>
                  <a:pt x="943" y="146"/>
                </a:lnTo>
                <a:lnTo>
                  <a:pt x="943" y="147"/>
                </a:lnTo>
                <a:lnTo>
                  <a:pt x="943" y="148"/>
                </a:lnTo>
                <a:lnTo>
                  <a:pt x="944" y="148"/>
                </a:lnTo>
                <a:lnTo>
                  <a:pt x="946" y="148"/>
                </a:lnTo>
                <a:lnTo>
                  <a:pt x="947" y="147"/>
                </a:lnTo>
                <a:lnTo>
                  <a:pt x="947" y="146"/>
                </a:lnTo>
                <a:lnTo>
                  <a:pt x="947" y="145"/>
                </a:lnTo>
                <a:lnTo>
                  <a:pt x="948" y="145"/>
                </a:lnTo>
                <a:lnTo>
                  <a:pt x="950" y="143"/>
                </a:lnTo>
                <a:lnTo>
                  <a:pt x="951" y="143"/>
                </a:lnTo>
                <a:lnTo>
                  <a:pt x="952" y="143"/>
                </a:lnTo>
                <a:lnTo>
                  <a:pt x="954" y="142"/>
                </a:lnTo>
                <a:lnTo>
                  <a:pt x="955" y="141"/>
                </a:lnTo>
                <a:lnTo>
                  <a:pt x="955" y="142"/>
                </a:lnTo>
                <a:lnTo>
                  <a:pt x="957" y="142"/>
                </a:lnTo>
                <a:lnTo>
                  <a:pt x="958" y="142"/>
                </a:lnTo>
                <a:lnTo>
                  <a:pt x="958" y="143"/>
                </a:lnTo>
                <a:lnTo>
                  <a:pt x="959" y="143"/>
                </a:lnTo>
                <a:lnTo>
                  <a:pt x="959" y="142"/>
                </a:lnTo>
                <a:lnTo>
                  <a:pt x="959" y="141"/>
                </a:lnTo>
                <a:lnTo>
                  <a:pt x="960" y="140"/>
                </a:lnTo>
                <a:lnTo>
                  <a:pt x="961" y="140"/>
                </a:lnTo>
                <a:lnTo>
                  <a:pt x="962" y="139"/>
                </a:lnTo>
                <a:lnTo>
                  <a:pt x="962" y="138"/>
                </a:lnTo>
                <a:lnTo>
                  <a:pt x="963" y="138"/>
                </a:lnTo>
                <a:lnTo>
                  <a:pt x="962" y="138"/>
                </a:lnTo>
                <a:lnTo>
                  <a:pt x="962" y="137"/>
                </a:lnTo>
                <a:lnTo>
                  <a:pt x="963" y="137"/>
                </a:lnTo>
                <a:lnTo>
                  <a:pt x="963" y="136"/>
                </a:lnTo>
                <a:lnTo>
                  <a:pt x="963" y="135"/>
                </a:lnTo>
                <a:lnTo>
                  <a:pt x="963" y="134"/>
                </a:lnTo>
                <a:lnTo>
                  <a:pt x="964" y="134"/>
                </a:lnTo>
                <a:lnTo>
                  <a:pt x="964" y="135"/>
                </a:lnTo>
                <a:lnTo>
                  <a:pt x="964" y="136"/>
                </a:lnTo>
                <a:lnTo>
                  <a:pt x="965" y="135"/>
                </a:lnTo>
                <a:lnTo>
                  <a:pt x="966" y="135"/>
                </a:lnTo>
                <a:lnTo>
                  <a:pt x="967" y="135"/>
                </a:lnTo>
                <a:lnTo>
                  <a:pt x="970" y="137"/>
                </a:lnTo>
                <a:lnTo>
                  <a:pt x="970" y="138"/>
                </a:lnTo>
                <a:lnTo>
                  <a:pt x="972" y="140"/>
                </a:lnTo>
                <a:lnTo>
                  <a:pt x="973" y="140"/>
                </a:lnTo>
                <a:lnTo>
                  <a:pt x="973" y="141"/>
                </a:lnTo>
                <a:lnTo>
                  <a:pt x="974" y="142"/>
                </a:lnTo>
                <a:lnTo>
                  <a:pt x="974" y="141"/>
                </a:lnTo>
                <a:lnTo>
                  <a:pt x="975" y="141"/>
                </a:lnTo>
                <a:lnTo>
                  <a:pt x="976" y="141"/>
                </a:lnTo>
                <a:lnTo>
                  <a:pt x="976" y="142"/>
                </a:lnTo>
                <a:lnTo>
                  <a:pt x="977" y="142"/>
                </a:lnTo>
                <a:lnTo>
                  <a:pt x="977" y="141"/>
                </a:lnTo>
                <a:lnTo>
                  <a:pt x="978" y="141"/>
                </a:lnTo>
                <a:lnTo>
                  <a:pt x="978" y="140"/>
                </a:lnTo>
                <a:lnTo>
                  <a:pt x="977" y="141"/>
                </a:lnTo>
                <a:lnTo>
                  <a:pt x="977" y="140"/>
                </a:lnTo>
                <a:lnTo>
                  <a:pt x="978" y="139"/>
                </a:lnTo>
                <a:lnTo>
                  <a:pt x="979" y="138"/>
                </a:lnTo>
                <a:lnTo>
                  <a:pt x="980" y="138"/>
                </a:lnTo>
                <a:lnTo>
                  <a:pt x="981" y="137"/>
                </a:lnTo>
                <a:lnTo>
                  <a:pt x="981" y="136"/>
                </a:lnTo>
                <a:lnTo>
                  <a:pt x="982" y="137"/>
                </a:lnTo>
                <a:lnTo>
                  <a:pt x="983" y="137"/>
                </a:lnTo>
                <a:lnTo>
                  <a:pt x="983" y="136"/>
                </a:lnTo>
                <a:lnTo>
                  <a:pt x="984" y="136"/>
                </a:lnTo>
                <a:lnTo>
                  <a:pt x="985" y="136"/>
                </a:lnTo>
                <a:lnTo>
                  <a:pt x="985" y="135"/>
                </a:lnTo>
                <a:lnTo>
                  <a:pt x="986" y="135"/>
                </a:lnTo>
                <a:lnTo>
                  <a:pt x="987" y="135"/>
                </a:lnTo>
                <a:lnTo>
                  <a:pt x="990" y="135"/>
                </a:lnTo>
                <a:lnTo>
                  <a:pt x="990" y="134"/>
                </a:lnTo>
                <a:lnTo>
                  <a:pt x="989" y="134"/>
                </a:lnTo>
                <a:lnTo>
                  <a:pt x="989" y="135"/>
                </a:lnTo>
                <a:lnTo>
                  <a:pt x="988" y="134"/>
                </a:lnTo>
                <a:lnTo>
                  <a:pt x="988" y="133"/>
                </a:lnTo>
                <a:lnTo>
                  <a:pt x="988" y="132"/>
                </a:lnTo>
                <a:lnTo>
                  <a:pt x="990" y="131"/>
                </a:lnTo>
                <a:lnTo>
                  <a:pt x="991" y="130"/>
                </a:lnTo>
                <a:lnTo>
                  <a:pt x="992" y="129"/>
                </a:lnTo>
                <a:lnTo>
                  <a:pt x="994" y="128"/>
                </a:lnTo>
                <a:lnTo>
                  <a:pt x="995" y="127"/>
                </a:lnTo>
                <a:lnTo>
                  <a:pt x="996" y="127"/>
                </a:lnTo>
                <a:lnTo>
                  <a:pt x="997" y="128"/>
                </a:lnTo>
                <a:lnTo>
                  <a:pt x="997" y="127"/>
                </a:lnTo>
                <a:lnTo>
                  <a:pt x="998" y="126"/>
                </a:lnTo>
                <a:lnTo>
                  <a:pt x="999" y="126"/>
                </a:lnTo>
                <a:lnTo>
                  <a:pt x="1001" y="127"/>
                </a:lnTo>
                <a:lnTo>
                  <a:pt x="1001" y="126"/>
                </a:lnTo>
                <a:lnTo>
                  <a:pt x="1002" y="125"/>
                </a:lnTo>
                <a:lnTo>
                  <a:pt x="1002" y="124"/>
                </a:lnTo>
                <a:lnTo>
                  <a:pt x="1003" y="123"/>
                </a:lnTo>
                <a:lnTo>
                  <a:pt x="1003" y="122"/>
                </a:lnTo>
                <a:lnTo>
                  <a:pt x="1002" y="122"/>
                </a:lnTo>
                <a:lnTo>
                  <a:pt x="1003" y="122"/>
                </a:lnTo>
                <a:lnTo>
                  <a:pt x="1003" y="121"/>
                </a:lnTo>
                <a:lnTo>
                  <a:pt x="1004" y="121"/>
                </a:lnTo>
                <a:lnTo>
                  <a:pt x="1005" y="121"/>
                </a:lnTo>
                <a:lnTo>
                  <a:pt x="1006" y="121"/>
                </a:lnTo>
                <a:lnTo>
                  <a:pt x="1007" y="120"/>
                </a:lnTo>
                <a:lnTo>
                  <a:pt x="1009" y="119"/>
                </a:lnTo>
                <a:lnTo>
                  <a:pt x="1010" y="119"/>
                </a:lnTo>
                <a:lnTo>
                  <a:pt x="1010" y="120"/>
                </a:lnTo>
                <a:lnTo>
                  <a:pt x="1011" y="121"/>
                </a:lnTo>
                <a:lnTo>
                  <a:pt x="1012" y="121"/>
                </a:lnTo>
                <a:lnTo>
                  <a:pt x="1013" y="121"/>
                </a:lnTo>
                <a:lnTo>
                  <a:pt x="1014" y="121"/>
                </a:lnTo>
                <a:lnTo>
                  <a:pt x="1015" y="121"/>
                </a:lnTo>
                <a:lnTo>
                  <a:pt x="1017" y="122"/>
                </a:lnTo>
                <a:lnTo>
                  <a:pt x="1018" y="122"/>
                </a:lnTo>
                <a:lnTo>
                  <a:pt x="1018" y="123"/>
                </a:lnTo>
                <a:lnTo>
                  <a:pt x="1019" y="123"/>
                </a:lnTo>
                <a:lnTo>
                  <a:pt x="1020" y="123"/>
                </a:lnTo>
                <a:lnTo>
                  <a:pt x="1020" y="122"/>
                </a:lnTo>
                <a:lnTo>
                  <a:pt x="1020" y="121"/>
                </a:lnTo>
                <a:lnTo>
                  <a:pt x="1019" y="120"/>
                </a:lnTo>
                <a:lnTo>
                  <a:pt x="1019" y="119"/>
                </a:lnTo>
                <a:lnTo>
                  <a:pt x="1020" y="118"/>
                </a:lnTo>
                <a:lnTo>
                  <a:pt x="1020" y="116"/>
                </a:lnTo>
                <a:lnTo>
                  <a:pt x="1021" y="115"/>
                </a:lnTo>
                <a:lnTo>
                  <a:pt x="1022" y="115"/>
                </a:lnTo>
                <a:lnTo>
                  <a:pt x="1022" y="116"/>
                </a:lnTo>
                <a:lnTo>
                  <a:pt x="1024" y="115"/>
                </a:lnTo>
                <a:lnTo>
                  <a:pt x="1025" y="114"/>
                </a:lnTo>
                <a:lnTo>
                  <a:pt x="1025" y="113"/>
                </a:lnTo>
                <a:lnTo>
                  <a:pt x="1026" y="111"/>
                </a:lnTo>
                <a:lnTo>
                  <a:pt x="1027" y="110"/>
                </a:lnTo>
                <a:lnTo>
                  <a:pt x="1028" y="110"/>
                </a:lnTo>
                <a:lnTo>
                  <a:pt x="1028" y="111"/>
                </a:lnTo>
                <a:lnTo>
                  <a:pt x="1030" y="112"/>
                </a:lnTo>
                <a:lnTo>
                  <a:pt x="1031" y="112"/>
                </a:lnTo>
                <a:lnTo>
                  <a:pt x="1032" y="112"/>
                </a:lnTo>
                <a:lnTo>
                  <a:pt x="1032" y="113"/>
                </a:lnTo>
                <a:lnTo>
                  <a:pt x="1033" y="113"/>
                </a:lnTo>
                <a:lnTo>
                  <a:pt x="1034" y="114"/>
                </a:lnTo>
                <a:lnTo>
                  <a:pt x="1035" y="115"/>
                </a:lnTo>
                <a:lnTo>
                  <a:pt x="1036" y="115"/>
                </a:lnTo>
                <a:lnTo>
                  <a:pt x="1037" y="116"/>
                </a:lnTo>
                <a:lnTo>
                  <a:pt x="1038" y="115"/>
                </a:lnTo>
                <a:lnTo>
                  <a:pt x="1039" y="115"/>
                </a:lnTo>
                <a:lnTo>
                  <a:pt x="1040" y="115"/>
                </a:lnTo>
                <a:lnTo>
                  <a:pt x="1041" y="116"/>
                </a:lnTo>
                <a:lnTo>
                  <a:pt x="1042" y="117"/>
                </a:lnTo>
                <a:lnTo>
                  <a:pt x="1042" y="118"/>
                </a:lnTo>
                <a:lnTo>
                  <a:pt x="1043" y="118"/>
                </a:lnTo>
                <a:lnTo>
                  <a:pt x="1044" y="118"/>
                </a:lnTo>
                <a:lnTo>
                  <a:pt x="1045" y="119"/>
                </a:lnTo>
                <a:lnTo>
                  <a:pt x="1045" y="120"/>
                </a:lnTo>
                <a:lnTo>
                  <a:pt x="1045" y="121"/>
                </a:lnTo>
                <a:lnTo>
                  <a:pt x="1046" y="121"/>
                </a:lnTo>
                <a:lnTo>
                  <a:pt x="1046" y="122"/>
                </a:lnTo>
                <a:lnTo>
                  <a:pt x="1047" y="122"/>
                </a:lnTo>
                <a:lnTo>
                  <a:pt x="1047" y="124"/>
                </a:lnTo>
                <a:lnTo>
                  <a:pt x="1048" y="124"/>
                </a:lnTo>
                <a:lnTo>
                  <a:pt x="1049" y="124"/>
                </a:lnTo>
                <a:lnTo>
                  <a:pt x="1050" y="124"/>
                </a:lnTo>
                <a:lnTo>
                  <a:pt x="1051" y="124"/>
                </a:lnTo>
                <a:lnTo>
                  <a:pt x="1051" y="125"/>
                </a:lnTo>
                <a:lnTo>
                  <a:pt x="1051" y="126"/>
                </a:lnTo>
                <a:lnTo>
                  <a:pt x="1050" y="126"/>
                </a:lnTo>
                <a:lnTo>
                  <a:pt x="1050" y="127"/>
                </a:lnTo>
                <a:lnTo>
                  <a:pt x="1051" y="128"/>
                </a:lnTo>
                <a:lnTo>
                  <a:pt x="1052" y="128"/>
                </a:lnTo>
                <a:lnTo>
                  <a:pt x="1053" y="129"/>
                </a:lnTo>
                <a:lnTo>
                  <a:pt x="1054" y="128"/>
                </a:lnTo>
                <a:lnTo>
                  <a:pt x="1054" y="129"/>
                </a:lnTo>
                <a:lnTo>
                  <a:pt x="1055" y="129"/>
                </a:lnTo>
                <a:lnTo>
                  <a:pt x="1056" y="130"/>
                </a:lnTo>
                <a:lnTo>
                  <a:pt x="1057" y="130"/>
                </a:lnTo>
                <a:lnTo>
                  <a:pt x="1057" y="131"/>
                </a:lnTo>
                <a:lnTo>
                  <a:pt x="1057" y="132"/>
                </a:lnTo>
                <a:lnTo>
                  <a:pt x="1057" y="133"/>
                </a:lnTo>
                <a:lnTo>
                  <a:pt x="1058" y="134"/>
                </a:lnTo>
                <a:lnTo>
                  <a:pt x="1058" y="135"/>
                </a:lnTo>
                <a:lnTo>
                  <a:pt x="1058" y="136"/>
                </a:lnTo>
                <a:lnTo>
                  <a:pt x="1058" y="137"/>
                </a:lnTo>
                <a:lnTo>
                  <a:pt x="1059" y="137"/>
                </a:lnTo>
                <a:lnTo>
                  <a:pt x="1059" y="138"/>
                </a:lnTo>
                <a:lnTo>
                  <a:pt x="1059" y="139"/>
                </a:lnTo>
                <a:lnTo>
                  <a:pt x="1060" y="139"/>
                </a:lnTo>
                <a:lnTo>
                  <a:pt x="1060" y="140"/>
                </a:lnTo>
                <a:lnTo>
                  <a:pt x="1061" y="141"/>
                </a:lnTo>
                <a:lnTo>
                  <a:pt x="1061" y="142"/>
                </a:lnTo>
                <a:lnTo>
                  <a:pt x="1062" y="143"/>
                </a:lnTo>
                <a:lnTo>
                  <a:pt x="1063" y="144"/>
                </a:lnTo>
                <a:lnTo>
                  <a:pt x="1063" y="143"/>
                </a:lnTo>
                <a:lnTo>
                  <a:pt x="1064" y="143"/>
                </a:lnTo>
                <a:lnTo>
                  <a:pt x="1063" y="143"/>
                </a:lnTo>
                <a:lnTo>
                  <a:pt x="1064" y="143"/>
                </a:lnTo>
                <a:lnTo>
                  <a:pt x="1064" y="142"/>
                </a:lnTo>
                <a:lnTo>
                  <a:pt x="1064" y="143"/>
                </a:lnTo>
                <a:lnTo>
                  <a:pt x="1066" y="143"/>
                </a:lnTo>
                <a:lnTo>
                  <a:pt x="1067" y="142"/>
                </a:lnTo>
                <a:lnTo>
                  <a:pt x="1067" y="141"/>
                </a:lnTo>
                <a:lnTo>
                  <a:pt x="1068" y="140"/>
                </a:lnTo>
                <a:lnTo>
                  <a:pt x="1070" y="141"/>
                </a:lnTo>
                <a:lnTo>
                  <a:pt x="1071" y="141"/>
                </a:lnTo>
                <a:lnTo>
                  <a:pt x="1072" y="141"/>
                </a:lnTo>
                <a:lnTo>
                  <a:pt x="1072" y="142"/>
                </a:lnTo>
                <a:lnTo>
                  <a:pt x="1072" y="143"/>
                </a:lnTo>
                <a:lnTo>
                  <a:pt x="1073" y="143"/>
                </a:lnTo>
                <a:lnTo>
                  <a:pt x="1074" y="142"/>
                </a:lnTo>
                <a:lnTo>
                  <a:pt x="1075" y="142"/>
                </a:lnTo>
                <a:lnTo>
                  <a:pt x="1076" y="142"/>
                </a:lnTo>
                <a:lnTo>
                  <a:pt x="1077" y="142"/>
                </a:lnTo>
                <a:lnTo>
                  <a:pt x="1077" y="143"/>
                </a:lnTo>
                <a:lnTo>
                  <a:pt x="1079" y="143"/>
                </a:lnTo>
                <a:lnTo>
                  <a:pt x="1080" y="143"/>
                </a:lnTo>
                <a:lnTo>
                  <a:pt x="1081" y="144"/>
                </a:lnTo>
                <a:lnTo>
                  <a:pt x="1082" y="146"/>
                </a:lnTo>
                <a:lnTo>
                  <a:pt x="1083" y="147"/>
                </a:lnTo>
                <a:lnTo>
                  <a:pt x="1083" y="148"/>
                </a:lnTo>
                <a:lnTo>
                  <a:pt x="1084" y="149"/>
                </a:lnTo>
                <a:lnTo>
                  <a:pt x="1084" y="150"/>
                </a:lnTo>
                <a:lnTo>
                  <a:pt x="1083" y="150"/>
                </a:lnTo>
                <a:lnTo>
                  <a:pt x="1082" y="151"/>
                </a:lnTo>
                <a:lnTo>
                  <a:pt x="1082" y="152"/>
                </a:lnTo>
                <a:lnTo>
                  <a:pt x="1083" y="153"/>
                </a:lnTo>
                <a:lnTo>
                  <a:pt x="1084" y="154"/>
                </a:lnTo>
                <a:lnTo>
                  <a:pt x="1084" y="155"/>
                </a:lnTo>
                <a:lnTo>
                  <a:pt x="1085" y="155"/>
                </a:lnTo>
                <a:lnTo>
                  <a:pt x="1086" y="155"/>
                </a:lnTo>
                <a:lnTo>
                  <a:pt x="1087" y="155"/>
                </a:lnTo>
                <a:lnTo>
                  <a:pt x="1088" y="155"/>
                </a:lnTo>
                <a:lnTo>
                  <a:pt x="1089" y="155"/>
                </a:lnTo>
                <a:lnTo>
                  <a:pt x="1089" y="156"/>
                </a:lnTo>
                <a:lnTo>
                  <a:pt x="1090" y="156"/>
                </a:lnTo>
                <a:lnTo>
                  <a:pt x="1092" y="155"/>
                </a:lnTo>
                <a:lnTo>
                  <a:pt x="1093" y="155"/>
                </a:lnTo>
                <a:lnTo>
                  <a:pt x="1094" y="155"/>
                </a:lnTo>
                <a:lnTo>
                  <a:pt x="1095" y="155"/>
                </a:lnTo>
                <a:lnTo>
                  <a:pt x="1096" y="154"/>
                </a:lnTo>
                <a:lnTo>
                  <a:pt x="1097" y="153"/>
                </a:lnTo>
                <a:lnTo>
                  <a:pt x="1099" y="151"/>
                </a:lnTo>
                <a:lnTo>
                  <a:pt x="1099" y="150"/>
                </a:lnTo>
                <a:lnTo>
                  <a:pt x="1100" y="150"/>
                </a:lnTo>
                <a:lnTo>
                  <a:pt x="1101" y="150"/>
                </a:lnTo>
                <a:lnTo>
                  <a:pt x="1101" y="149"/>
                </a:lnTo>
                <a:lnTo>
                  <a:pt x="1103" y="148"/>
                </a:lnTo>
                <a:lnTo>
                  <a:pt x="1104" y="149"/>
                </a:lnTo>
                <a:lnTo>
                  <a:pt x="1105" y="149"/>
                </a:lnTo>
                <a:lnTo>
                  <a:pt x="1106" y="150"/>
                </a:lnTo>
                <a:lnTo>
                  <a:pt x="1106" y="149"/>
                </a:lnTo>
                <a:lnTo>
                  <a:pt x="1107" y="148"/>
                </a:lnTo>
                <a:lnTo>
                  <a:pt x="1108" y="149"/>
                </a:lnTo>
                <a:lnTo>
                  <a:pt x="1109" y="149"/>
                </a:lnTo>
                <a:lnTo>
                  <a:pt x="1110" y="149"/>
                </a:lnTo>
                <a:lnTo>
                  <a:pt x="1111" y="149"/>
                </a:lnTo>
                <a:lnTo>
                  <a:pt x="1112" y="148"/>
                </a:lnTo>
                <a:lnTo>
                  <a:pt x="1113" y="149"/>
                </a:lnTo>
                <a:lnTo>
                  <a:pt x="1114" y="148"/>
                </a:lnTo>
                <a:lnTo>
                  <a:pt x="1115" y="148"/>
                </a:lnTo>
                <a:lnTo>
                  <a:pt x="1115" y="147"/>
                </a:lnTo>
                <a:lnTo>
                  <a:pt x="1114" y="146"/>
                </a:lnTo>
                <a:lnTo>
                  <a:pt x="1113" y="146"/>
                </a:lnTo>
                <a:lnTo>
                  <a:pt x="1112" y="146"/>
                </a:lnTo>
                <a:lnTo>
                  <a:pt x="1112" y="145"/>
                </a:lnTo>
                <a:lnTo>
                  <a:pt x="1112" y="144"/>
                </a:lnTo>
                <a:lnTo>
                  <a:pt x="1111" y="144"/>
                </a:lnTo>
                <a:lnTo>
                  <a:pt x="1111" y="143"/>
                </a:lnTo>
                <a:lnTo>
                  <a:pt x="1110" y="142"/>
                </a:lnTo>
                <a:lnTo>
                  <a:pt x="1109" y="142"/>
                </a:lnTo>
                <a:lnTo>
                  <a:pt x="1108" y="142"/>
                </a:lnTo>
                <a:lnTo>
                  <a:pt x="1107" y="140"/>
                </a:lnTo>
                <a:lnTo>
                  <a:pt x="1107" y="139"/>
                </a:lnTo>
                <a:lnTo>
                  <a:pt x="1106" y="139"/>
                </a:lnTo>
                <a:lnTo>
                  <a:pt x="1105" y="138"/>
                </a:lnTo>
                <a:lnTo>
                  <a:pt x="1105" y="137"/>
                </a:lnTo>
                <a:lnTo>
                  <a:pt x="1104" y="137"/>
                </a:lnTo>
                <a:lnTo>
                  <a:pt x="1104" y="138"/>
                </a:lnTo>
                <a:lnTo>
                  <a:pt x="1103" y="137"/>
                </a:lnTo>
                <a:lnTo>
                  <a:pt x="1103" y="136"/>
                </a:lnTo>
                <a:lnTo>
                  <a:pt x="1102" y="136"/>
                </a:lnTo>
                <a:lnTo>
                  <a:pt x="1101" y="136"/>
                </a:lnTo>
                <a:lnTo>
                  <a:pt x="1100" y="135"/>
                </a:lnTo>
                <a:lnTo>
                  <a:pt x="1101" y="134"/>
                </a:lnTo>
                <a:lnTo>
                  <a:pt x="1101" y="133"/>
                </a:lnTo>
                <a:lnTo>
                  <a:pt x="1101" y="132"/>
                </a:lnTo>
                <a:lnTo>
                  <a:pt x="1100" y="132"/>
                </a:lnTo>
                <a:lnTo>
                  <a:pt x="1100" y="131"/>
                </a:lnTo>
                <a:lnTo>
                  <a:pt x="1100" y="130"/>
                </a:lnTo>
                <a:lnTo>
                  <a:pt x="1099" y="130"/>
                </a:lnTo>
                <a:lnTo>
                  <a:pt x="1099" y="129"/>
                </a:lnTo>
                <a:lnTo>
                  <a:pt x="1098" y="129"/>
                </a:lnTo>
                <a:lnTo>
                  <a:pt x="1096" y="129"/>
                </a:lnTo>
                <a:lnTo>
                  <a:pt x="1095" y="129"/>
                </a:lnTo>
                <a:lnTo>
                  <a:pt x="1096" y="128"/>
                </a:lnTo>
                <a:lnTo>
                  <a:pt x="1097" y="128"/>
                </a:lnTo>
                <a:lnTo>
                  <a:pt x="1098" y="127"/>
                </a:lnTo>
                <a:lnTo>
                  <a:pt x="1098" y="126"/>
                </a:lnTo>
                <a:lnTo>
                  <a:pt x="1099" y="126"/>
                </a:lnTo>
                <a:lnTo>
                  <a:pt x="1099" y="127"/>
                </a:lnTo>
                <a:lnTo>
                  <a:pt x="1100" y="127"/>
                </a:lnTo>
                <a:lnTo>
                  <a:pt x="1102" y="127"/>
                </a:lnTo>
                <a:lnTo>
                  <a:pt x="1102" y="126"/>
                </a:lnTo>
                <a:lnTo>
                  <a:pt x="1102" y="125"/>
                </a:lnTo>
                <a:lnTo>
                  <a:pt x="1103" y="124"/>
                </a:lnTo>
                <a:lnTo>
                  <a:pt x="1103" y="123"/>
                </a:lnTo>
                <a:lnTo>
                  <a:pt x="1102" y="123"/>
                </a:lnTo>
                <a:lnTo>
                  <a:pt x="1103" y="122"/>
                </a:lnTo>
                <a:lnTo>
                  <a:pt x="1103" y="121"/>
                </a:lnTo>
                <a:lnTo>
                  <a:pt x="1102" y="120"/>
                </a:lnTo>
                <a:lnTo>
                  <a:pt x="1101" y="121"/>
                </a:lnTo>
                <a:lnTo>
                  <a:pt x="1100" y="122"/>
                </a:lnTo>
                <a:lnTo>
                  <a:pt x="1099" y="122"/>
                </a:lnTo>
                <a:lnTo>
                  <a:pt x="1098" y="121"/>
                </a:lnTo>
                <a:lnTo>
                  <a:pt x="1097" y="120"/>
                </a:lnTo>
                <a:lnTo>
                  <a:pt x="1096" y="120"/>
                </a:lnTo>
                <a:lnTo>
                  <a:pt x="1096" y="118"/>
                </a:lnTo>
                <a:lnTo>
                  <a:pt x="1096" y="117"/>
                </a:lnTo>
                <a:lnTo>
                  <a:pt x="1094" y="116"/>
                </a:lnTo>
                <a:lnTo>
                  <a:pt x="1093" y="115"/>
                </a:lnTo>
                <a:lnTo>
                  <a:pt x="1093" y="114"/>
                </a:lnTo>
                <a:lnTo>
                  <a:pt x="1093" y="113"/>
                </a:lnTo>
                <a:lnTo>
                  <a:pt x="1093" y="112"/>
                </a:lnTo>
                <a:lnTo>
                  <a:pt x="1094" y="111"/>
                </a:lnTo>
                <a:lnTo>
                  <a:pt x="1094" y="110"/>
                </a:lnTo>
                <a:lnTo>
                  <a:pt x="1094" y="109"/>
                </a:lnTo>
                <a:lnTo>
                  <a:pt x="1095" y="109"/>
                </a:lnTo>
                <a:lnTo>
                  <a:pt x="1095" y="108"/>
                </a:lnTo>
                <a:lnTo>
                  <a:pt x="1096" y="108"/>
                </a:lnTo>
                <a:lnTo>
                  <a:pt x="1096" y="107"/>
                </a:lnTo>
                <a:lnTo>
                  <a:pt x="1095" y="106"/>
                </a:lnTo>
                <a:lnTo>
                  <a:pt x="1095" y="105"/>
                </a:lnTo>
                <a:lnTo>
                  <a:pt x="1094" y="105"/>
                </a:lnTo>
                <a:lnTo>
                  <a:pt x="1094" y="104"/>
                </a:lnTo>
                <a:lnTo>
                  <a:pt x="1093" y="104"/>
                </a:lnTo>
                <a:lnTo>
                  <a:pt x="1093" y="103"/>
                </a:lnTo>
                <a:lnTo>
                  <a:pt x="1094" y="103"/>
                </a:lnTo>
                <a:lnTo>
                  <a:pt x="1094" y="102"/>
                </a:lnTo>
                <a:lnTo>
                  <a:pt x="1095" y="101"/>
                </a:lnTo>
                <a:lnTo>
                  <a:pt x="1094" y="100"/>
                </a:lnTo>
                <a:lnTo>
                  <a:pt x="1094" y="99"/>
                </a:lnTo>
                <a:lnTo>
                  <a:pt x="1095" y="98"/>
                </a:lnTo>
                <a:lnTo>
                  <a:pt x="1095" y="96"/>
                </a:lnTo>
                <a:lnTo>
                  <a:pt x="1095" y="94"/>
                </a:lnTo>
                <a:lnTo>
                  <a:pt x="1096" y="95"/>
                </a:lnTo>
                <a:lnTo>
                  <a:pt x="1097" y="95"/>
                </a:lnTo>
                <a:lnTo>
                  <a:pt x="1097" y="94"/>
                </a:lnTo>
                <a:lnTo>
                  <a:pt x="1096" y="94"/>
                </a:lnTo>
                <a:lnTo>
                  <a:pt x="1096" y="93"/>
                </a:lnTo>
                <a:lnTo>
                  <a:pt x="1096" y="92"/>
                </a:lnTo>
                <a:lnTo>
                  <a:pt x="1096" y="91"/>
                </a:lnTo>
                <a:lnTo>
                  <a:pt x="1097" y="90"/>
                </a:lnTo>
                <a:lnTo>
                  <a:pt x="1096" y="90"/>
                </a:lnTo>
                <a:lnTo>
                  <a:pt x="1095" y="90"/>
                </a:lnTo>
                <a:lnTo>
                  <a:pt x="1095" y="89"/>
                </a:lnTo>
                <a:lnTo>
                  <a:pt x="1096" y="89"/>
                </a:lnTo>
                <a:lnTo>
                  <a:pt x="1097" y="89"/>
                </a:lnTo>
                <a:lnTo>
                  <a:pt x="1097" y="90"/>
                </a:lnTo>
                <a:lnTo>
                  <a:pt x="1099" y="90"/>
                </a:lnTo>
                <a:lnTo>
                  <a:pt x="1100" y="89"/>
                </a:lnTo>
                <a:lnTo>
                  <a:pt x="1100" y="88"/>
                </a:lnTo>
                <a:lnTo>
                  <a:pt x="1099" y="88"/>
                </a:lnTo>
                <a:lnTo>
                  <a:pt x="1099" y="87"/>
                </a:lnTo>
                <a:lnTo>
                  <a:pt x="1099" y="86"/>
                </a:lnTo>
                <a:lnTo>
                  <a:pt x="1099" y="85"/>
                </a:lnTo>
                <a:lnTo>
                  <a:pt x="1099" y="84"/>
                </a:lnTo>
                <a:lnTo>
                  <a:pt x="1099" y="82"/>
                </a:lnTo>
                <a:lnTo>
                  <a:pt x="1100" y="81"/>
                </a:lnTo>
                <a:lnTo>
                  <a:pt x="1100" y="80"/>
                </a:lnTo>
                <a:lnTo>
                  <a:pt x="1101" y="79"/>
                </a:lnTo>
                <a:lnTo>
                  <a:pt x="1102" y="79"/>
                </a:lnTo>
                <a:lnTo>
                  <a:pt x="1103" y="79"/>
                </a:lnTo>
                <a:lnTo>
                  <a:pt x="1104" y="79"/>
                </a:lnTo>
                <a:lnTo>
                  <a:pt x="1105" y="79"/>
                </a:lnTo>
                <a:lnTo>
                  <a:pt x="1106" y="80"/>
                </a:lnTo>
                <a:lnTo>
                  <a:pt x="1107" y="80"/>
                </a:lnTo>
                <a:lnTo>
                  <a:pt x="1107" y="81"/>
                </a:lnTo>
                <a:lnTo>
                  <a:pt x="1108" y="82"/>
                </a:lnTo>
                <a:lnTo>
                  <a:pt x="1109" y="81"/>
                </a:lnTo>
                <a:lnTo>
                  <a:pt x="1110" y="82"/>
                </a:lnTo>
                <a:lnTo>
                  <a:pt x="1110" y="83"/>
                </a:lnTo>
                <a:lnTo>
                  <a:pt x="1109" y="83"/>
                </a:lnTo>
                <a:lnTo>
                  <a:pt x="1109" y="84"/>
                </a:lnTo>
                <a:lnTo>
                  <a:pt x="1110" y="84"/>
                </a:lnTo>
                <a:lnTo>
                  <a:pt x="1110" y="85"/>
                </a:lnTo>
                <a:lnTo>
                  <a:pt x="1109" y="85"/>
                </a:lnTo>
                <a:lnTo>
                  <a:pt x="1109" y="86"/>
                </a:lnTo>
                <a:lnTo>
                  <a:pt x="1109" y="87"/>
                </a:lnTo>
                <a:lnTo>
                  <a:pt x="1110" y="87"/>
                </a:lnTo>
                <a:lnTo>
                  <a:pt x="1111" y="87"/>
                </a:lnTo>
                <a:lnTo>
                  <a:pt x="1111" y="86"/>
                </a:lnTo>
                <a:lnTo>
                  <a:pt x="1112" y="86"/>
                </a:lnTo>
                <a:lnTo>
                  <a:pt x="1113" y="86"/>
                </a:lnTo>
                <a:lnTo>
                  <a:pt x="1115" y="86"/>
                </a:lnTo>
                <a:lnTo>
                  <a:pt x="1115" y="85"/>
                </a:lnTo>
                <a:lnTo>
                  <a:pt x="1116" y="84"/>
                </a:lnTo>
                <a:lnTo>
                  <a:pt x="1117" y="83"/>
                </a:lnTo>
                <a:lnTo>
                  <a:pt x="1118" y="83"/>
                </a:lnTo>
                <a:lnTo>
                  <a:pt x="1118" y="82"/>
                </a:lnTo>
                <a:lnTo>
                  <a:pt x="1117" y="81"/>
                </a:lnTo>
                <a:lnTo>
                  <a:pt x="1116" y="81"/>
                </a:lnTo>
                <a:lnTo>
                  <a:pt x="1115" y="81"/>
                </a:lnTo>
                <a:lnTo>
                  <a:pt x="1114" y="81"/>
                </a:lnTo>
                <a:lnTo>
                  <a:pt x="1114" y="80"/>
                </a:lnTo>
                <a:lnTo>
                  <a:pt x="1113" y="80"/>
                </a:lnTo>
                <a:lnTo>
                  <a:pt x="1112" y="78"/>
                </a:lnTo>
                <a:lnTo>
                  <a:pt x="1112" y="77"/>
                </a:lnTo>
                <a:lnTo>
                  <a:pt x="1113" y="77"/>
                </a:lnTo>
                <a:lnTo>
                  <a:pt x="1113" y="76"/>
                </a:lnTo>
                <a:lnTo>
                  <a:pt x="1112" y="75"/>
                </a:lnTo>
                <a:lnTo>
                  <a:pt x="1112" y="74"/>
                </a:lnTo>
                <a:lnTo>
                  <a:pt x="1111" y="73"/>
                </a:lnTo>
                <a:lnTo>
                  <a:pt x="1112" y="72"/>
                </a:lnTo>
                <a:lnTo>
                  <a:pt x="1113" y="72"/>
                </a:lnTo>
                <a:lnTo>
                  <a:pt x="1113" y="73"/>
                </a:lnTo>
                <a:lnTo>
                  <a:pt x="1113" y="72"/>
                </a:lnTo>
                <a:lnTo>
                  <a:pt x="1114" y="72"/>
                </a:lnTo>
                <a:lnTo>
                  <a:pt x="1115" y="72"/>
                </a:lnTo>
                <a:lnTo>
                  <a:pt x="1116" y="73"/>
                </a:lnTo>
                <a:lnTo>
                  <a:pt x="1117" y="74"/>
                </a:lnTo>
                <a:lnTo>
                  <a:pt x="1119" y="74"/>
                </a:lnTo>
                <a:lnTo>
                  <a:pt x="1120" y="74"/>
                </a:lnTo>
                <a:lnTo>
                  <a:pt x="1120" y="75"/>
                </a:lnTo>
                <a:lnTo>
                  <a:pt x="1121" y="74"/>
                </a:lnTo>
                <a:lnTo>
                  <a:pt x="1123" y="74"/>
                </a:lnTo>
                <a:lnTo>
                  <a:pt x="1125" y="75"/>
                </a:lnTo>
                <a:lnTo>
                  <a:pt x="1128" y="75"/>
                </a:lnTo>
                <a:lnTo>
                  <a:pt x="1129" y="75"/>
                </a:lnTo>
                <a:lnTo>
                  <a:pt x="1129" y="74"/>
                </a:lnTo>
                <a:lnTo>
                  <a:pt x="1130" y="74"/>
                </a:lnTo>
                <a:lnTo>
                  <a:pt x="1131" y="77"/>
                </a:lnTo>
                <a:lnTo>
                  <a:pt x="1132" y="77"/>
                </a:lnTo>
                <a:lnTo>
                  <a:pt x="1133" y="77"/>
                </a:lnTo>
                <a:lnTo>
                  <a:pt x="1134" y="78"/>
                </a:lnTo>
                <a:lnTo>
                  <a:pt x="1135" y="78"/>
                </a:lnTo>
                <a:lnTo>
                  <a:pt x="1136" y="77"/>
                </a:lnTo>
                <a:lnTo>
                  <a:pt x="1137" y="76"/>
                </a:lnTo>
                <a:lnTo>
                  <a:pt x="1138" y="76"/>
                </a:lnTo>
                <a:lnTo>
                  <a:pt x="1139" y="76"/>
                </a:lnTo>
                <a:lnTo>
                  <a:pt x="1139" y="77"/>
                </a:lnTo>
                <a:lnTo>
                  <a:pt x="1140" y="78"/>
                </a:lnTo>
                <a:lnTo>
                  <a:pt x="1141" y="78"/>
                </a:lnTo>
                <a:lnTo>
                  <a:pt x="1141" y="79"/>
                </a:lnTo>
                <a:lnTo>
                  <a:pt x="1142" y="79"/>
                </a:lnTo>
                <a:lnTo>
                  <a:pt x="1142" y="80"/>
                </a:lnTo>
                <a:lnTo>
                  <a:pt x="1143" y="81"/>
                </a:lnTo>
                <a:lnTo>
                  <a:pt x="1144" y="81"/>
                </a:lnTo>
                <a:lnTo>
                  <a:pt x="1144" y="82"/>
                </a:lnTo>
                <a:lnTo>
                  <a:pt x="1144" y="83"/>
                </a:lnTo>
                <a:lnTo>
                  <a:pt x="1145" y="84"/>
                </a:lnTo>
                <a:lnTo>
                  <a:pt x="1146" y="84"/>
                </a:lnTo>
                <a:lnTo>
                  <a:pt x="1147" y="84"/>
                </a:lnTo>
                <a:lnTo>
                  <a:pt x="1148" y="86"/>
                </a:lnTo>
                <a:lnTo>
                  <a:pt x="1149" y="85"/>
                </a:lnTo>
                <a:lnTo>
                  <a:pt x="1151" y="85"/>
                </a:lnTo>
                <a:lnTo>
                  <a:pt x="1152" y="86"/>
                </a:lnTo>
                <a:lnTo>
                  <a:pt x="1152" y="87"/>
                </a:lnTo>
                <a:lnTo>
                  <a:pt x="1151" y="87"/>
                </a:lnTo>
                <a:lnTo>
                  <a:pt x="1151" y="88"/>
                </a:lnTo>
                <a:lnTo>
                  <a:pt x="1152" y="88"/>
                </a:lnTo>
                <a:lnTo>
                  <a:pt x="1153" y="88"/>
                </a:lnTo>
                <a:lnTo>
                  <a:pt x="1153" y="86"/>
                </a:lnTo>
                <a:lnTo>
                  <a:pt x="1153" y="85"/>
                </a:lnTo>
                <a:lnTo>
                  <a:pt x="1154" y="85"/>
                </a:lnTo>
                <a:lnTo>
                  <a:pt x="1156" y="85"/>
                </a:lnTo>
                <a:lnTo>
                  <a:pt x="1158" y="85"/>
                </a:lnTo>
                <a:lnTo>
                  <a:pt x="1159" y="85"/>
                </a:lnTo>
                <a:lnTo>
                  <a:pt x="1160" y="85"/>
                </a:lnTo>
                <a:lnTo>
                  <a:pt x="1161" y="85"/>
                </a:lnTo>
                <a:lnTo>
                  <a:pt x="1162" y="86"/>
                </a:lnTo>
                <a:lnTo>
                  <a:pt x="1162" y="85"/>
                </a:lnTo>
                <a:lnTo>
                  <a:pt x="1163" y="85"/>
                </a:lnTo>
                <a:lnTo>
                  <a:pt x="1164" y="85"/>
                </a:lnTo>
                <a:lnTo>
                  <a:pt x="1164" y="84"/>
                </a:lnTo>
                <a:lnTo>
                  <a:pt x="1165" y="83"/>
                </a:lnTo>
                <a:lnTo>
                  <a:pt x="1165" y="82"/>
                </a:lnTo>
                <a:lnTo>
                  <a:pt x="1166" y="82"/>
                </a:lnTo>
                <a:lnTo>
                  <a:pt x="1166" y="81"/>
                </a:lnTo>
                <a:lnTo>
                  <a:pt x="1167" y="80"/>
                </a:lnTo>
                <a:lnTo>
                  <a:pt x="1168" y="80"/>
                </a:lnTo>
                <a:lnTo>
                  <a:pt x="1168" y="79"/>
                </a:lnTo>
                <a:lnTo>
                  <a:pt x="1168" y="78"/>
                </a:lnTo>
                <a:lnTo>
                  <a:pt x="1169" y="78"/>
                </a:lnTo>
                <a:lnTo>
                  <a:pt x="1170" y="78"/>
                </a:lnTo>
                <a:lnTo>
                  <a:pt x="1170" y="77"/>
                </a:lnTo>
                <a:lnTo>
                  <a:pt x="1170" y="79"/>
                </a:lnTo>
                <a:lnTo>
                  <a:pt x="1171" y="79"/>
                </a:lnTo>
                <a:lnTo>
                  <a:pt x="1172" y="80"/>
                </a:lnTo>
                <a:lnTo>
                  <a:pt x="1172" y="81"/>
                </a:lnTo>
                <a:lnTo>
                  <a:pt x="1173" y="82"/>
                </a:lnTo>
                <a:lnTo>
                  <a:pt x="1175" y="82"/>
                </a:lnTo>
                <a:lnTo>
                  <a:pt x="1176" y="83"/>
                </a:lnTo>
                <a:lnTo>
                  <a:pt x="1176" y="84"/>
                </a:lnTo>
                <a:lnTo>
                  <a:pt x="1176" y="85"/>
                </a:lnTo>
                <a:lnTo>
                  <a:pt x="1177" y="87"/>
                </a:lnTo>
                <a:lnTo>
                  <a:pt x="1178" y="87"/>
                </a:lnTo>
                <a:lnTo>
                  <a:pt x="1179" y="87"/>
                </a:lnTo>
                <a:lnTo>
                  <a:pt x="1179" y="86"/>
                </a:lnTo>
                <a:lnTo>
                  <a:pt x="1180" y="86"/>
                </a:lnTo>
                <a:lnTo>
                  <a:pt x="1181" y="86"/>
                </a:lnTo>
                <a:lnTo>
                  <a:pt x="1182" y="86"/>
                </a:lnTo>
                <a:lnTo>
                  <a:pt x="1182" y="87"/>
                </a:lnTo>
                <a:lnTo>
                  <a:pt x="1182" y="88"/>
                </a:lnTo>
                <a:lnTo>
                  <a:pt x="1181" y="89"/>
                </a:lnTo>
                <a:lnTo>
                  <a:pt x="1181" y="90"/>
                </a:lnTo>
                <a:lnTo>
                  <a:pt x="1180" y="92"/>
                </a:lnTo>
                <a:lnTo>
                  <a:pt x="1179" y="92"/>
                </a:lnTo>
                <a:lnTo>
                  <a:pt x="1179" y="93"/>
                </a:lnTo>
                <a:lnTo>
                  <a:pt x="1180" y="92"/>
                </a:lnTo>
                <a:lnTo>
                  <a:pt x="1181" y="93"/>
                </a:lnTo>
                <a:lnTo>
                  <a:pt x="1182" y="93"/>
                </a:lnTo>
                <a:lnTo>
                  <a:pt x="1183" y="94"/>
                </a:lnTo>
                <a:lnTo>
                  <a:pt x="1183" y="93"/>
                </a:lnTo>
                <a:lnTo>
                  <a:pt x="1184" y="93"/>
                </a:lnTo>
                <a:lnTo>
                  <a:pt x="1185" y="92"/>
                </a:lnTo>
                <a:lnTo>
                  <a:pt x="1186" y="92"/>
                </a:lnTo>
                <a:lnTo>
                  <a:pt x="1187" y="92"/>
                </a:lnTo>
                <a:lnTo>
                  <a:pt x="1189" y="91"/>
                </a:lnTo>
                <a:lnTo>
                  <a:pt x="1190" y="91"/>
                </a:lnTo>
                <a:lnTo>
                  <a:pt x="1192" y="91"/>
                </a:lnTo>
                <a:lnTo>
                  <a:pt x="1193" y="90"/>
                </a:lnTo>
                <a:lnTo>
                  <a:pt x="1194" y="89"/>
                </a:lnTo>
                <a:lnTo>
                  <a:pt x="1195" y="87"/>
                </a:lnTo>
                <a:lnTo>
                  <a:pt x="1196" y="87"/>
                </a:lnTo>
                <a:lnTo>
                  <a:pt x="1197" y="86"/>
                </a:lnTo>
                <a:lnTo>
                  <a:pt x="1198" y="86"/>
                </a:lnTo>
                <a:lnTo>
                  <a:pt x="1199" y="85"/>
                </a:lnTo>
                <a:lnTo>
                  <a:pt x="1200" y="84"/>
                </a:lnTo>
                <a:lnTo>
                  <a:pt x="1200" y="83"/>
                </a:lnTo>
                <a:lnTo>
                  <a:pt x="1200" y="81"/>
                </a:lnTo>
                <a:lnTo>
                  <a:pt x="1200" y="79"/>
                </a:lnTo>
                <a:lnTo>
                  <a:pt x="1200" y="78"/>
                </a:lnTo>
                <a:lnTo>
                  <a:pt x="1201" y="78"/>
                </a:lnTo>
                <a:lnTo>
                  <a:pt x="1201" y="77"/>
                </a:lnTo>
                <a:lnTo>
                  <a:pt x="1202" y="76"/>
                </a:lnTo>
                <a:lnTo>
                  <a:pt x="1202" y="75"/>
                </a:lnTo>
                <a:lnTo>
                  <a:pt x="1203" y="75"/>
                </a:lnTo>
                <a:lnTo>
                  <a:pt x="1203" y="76"/>
                </a:lnTo>
                <a:lnTo>
                  <a:pt x="1204" y="76"/>
                </a:lnTo>
                <a:lnTo>
                  <a:pt x="1204" y="75"/>
                </a:lnTo>
                <a:lnTo>
                  <a:pt x="1204" y="74"/>
                </a:lnTo>
                <a:lnTo>
                  <a:pt x="1205" y="74"/>
                </a:lnTo>
                <a:lnTo>
                  <a:pt x="1207" y="73"/>
                </a:lnTo>
                <a:lnTo>
                  <a:pt x="1208" y="73"/>
                </a:lnTo>
                <a:lnTo>
                  <a:pt x="1208" y="74"/>
                </a:lnTo>
                <a:lnTo>
                  <a:pt x="1207" y="74"/>
                </a:lnTo>
                <a:lnTo>
                  <a:pt x="1207" y="75"/>
                </a:lnTo>
                <a:lnTo>
                  <a:pt x="1208" y="77"/>
                </a:lnTo>
                <a:lnTo>
                  <a:pt x="1209" y="78"/>
                </a:lnTo>
                <a:lnTo>
                  <a:pt x="1211" y="78"/>
                </a:lnTo>
                <a:lnTo>
                  <a:pt x="1212" y="79"/>
                </a:lnTo>
                <a:lnTo>
                  <a:pt x="1213" y="80"/>
                </a:lnTo>
                <a:lnTo>
                  <a:pt x="1213" y="81"/>
                </a:lnTo>
                <a:lnTo>
                  <a:pt x="1212" y="81"/>
                </a:lnTo>
                <a:lnTo>
                  <a:pt x="1211" y="82"/>
                </a:lnTo>
                <a:lnTo>
                  <a:pt x="1210" y="83"/>
                </a:lnTo>
                <a:lnTo>
                  <a:pt x="1209" y="83"/>
                </a:lnTo>
                <a:lnTo>
                  <a:pt x="1208" y="83"/>
                </a:lnTo>
                <a:lnTo>
                  <a:pt x="1207" y="84"/>
                </a:lnTo>
                <a:lnTo>
                  <a:pt x="1206" y="84"/>
                </a:lnTo>
                <a:lnTo>
                  <a:pt x="1206" y="85"/>
                </a:lnTo>
                <a:lnTo>
                  <a:pt x="1206" y="86"/>
                </a:lnTo>
                <a:lnTo>
                  <a:pt x="1206" y="88"/>
                </a:lnTo>
                <a:lnTo>
                  <a:pt x="1206" y="89"/>
                </a:lnTo>
                <a:lnTo>
                  <a:pt x="1207" y="89"/>
                </a:lnTo>
                <a:lnTo>
                  <a:pt x="1208" y="90"/>
                </a:lnTo>
                <a:lnTo>
                  <a:pt x="1207" y="90"/>
                </a:lnTo>
                <a:lnTo>
                  <a:pt x="1207" y="91"/>
                </a:lnTo>
                <a:lnTo>
                  <a:pt x="1208" y="91"/>
                </a:lnTo>
                <a:lnTo>
                  <a:pt x="1209" y="91"/>
                </a:lnTo>
                <a:lnTo>
                  <a:pt x="1210" y="90"/>
                </a:lnTo>
                <a:lnTo>
                  <a:pt x="1211" y="90"/>
                </a:lnTo>
                <a:lnTo>
                  <a:pt x="1211" y="91"/>
                </a:lnTo>
                <a:lnTo>
                  <a:pt x="1211" y="92"/>
                </a:lnTo>
                <a:lnTo>
                  <a:pt x="1212" y="93"/>
                </a:lnTo>
                <a:lnTo>
                  <a:pt x="1214" y="94"/>
                </a:lnTo>
                <a:lnTo>
                  <a:pt x="1214" y="95"/>
                </a:lnTo>
                <a:lnTo>
                  <a:pt x="1215" y="95"/>
                </a:lnTo>
                <a:lnTo>
                  <a:pt x="1215" y="96"/>
                </a:lnTo>
                <a:lnTo>
                  <a:pt x="1215" y="98"/>
                </a:lnTo>
                <a:lnTo>
                  <a:pt x="1214" y="99"/>
                </a:lnTo>
                <a:lnTo>
                  <a:pt x="1215" y="100"/>
                </a:lnTo>
                <a:lnTo>
                  <a:pt x="1216" y="100"/>
                </a:lnTo>
                <a:lnTo>
                  <a:pt x="1217" y="100"/>
                </a:lnTo>
                <a:lnTo>
                  <a:pt x="1217" y="101"/>
                </a:lnTo>
                <a:lnTo>
                  <a:pt x="1218" y="102"/>
                </a:lnTo>
                <a:lnTo>
                  <a:pt x="1218" y="101"/>
                </a:lnTo>
                <a:lnTo>
                  <a:pt x="1219" y="101"/>
                </a:lnTo>
                <a:lnTo>
                  <a:pt x="1220" y="102"/>
                </a:lnTo>
                <a:lnTo>
                  <a:pt x="1220" y="103"/>
                </a:lnTo>
                <a:lnTo>
                  <a:pt x="1220" y="104"/>
                </a:lnTo>
                <a:lnTo>
                  <a:pt x="1221" y="105"/>
                </a:lnTo>
                <a:lnTo>
                  <a:pt x="1222" y="105"/>
                </a:lnTo>
                <a:lnTo>
                  <a:pt x="1223" y="105"/>
                </a:lnTo>
                <a:lnTo>
                  <a:pt x="1224" y="104"/>
                </a:lnTo>
                <a:lnTo>
                  <a:pt x="1225" y="104"/>
                </a:lnTo>
                <a:lnTo>
                  <a:pt x="1227" y="104"/>
                </a:lnTo>
                <a:lnTo>
                  <a:pt x="1228" y="103"/>
                </a:lnTo>
                <a:lnTo>
                  <a:pt x="1228" y="104"/>
                </a:lnTo>
                <a:lnTo>
                  <a:pt x="1229" y="104"/>
                </a:lnTo>
                <a:lnTo>
                  <a:pt x="1230" y="106"/>
                </a:lnTo>
                <a:lnTo>
                  <a:pt x="1231" y="106"/>
                </a:lnTo>
                <a:lnTo>
                  <a:pt x="1232" y="107"/>
                </a:lnTo>
                <a:lnTo>
                  <a:pt x="1232" y="109"/>
                </a:lnTo>
                <a:lnTo>
                  <a:pt x="1232" y="110"/>
                </a:lnTo>
                <a:lnTo>
                  <a:pt x="1232" y="111"/>
                </a:lnTo>
                <a:lnTo>
                  <a:pt x="1232" y="112"/>
                </a:lnTo>
                <a:lnTo>
                  <a:pt x="1232" y="113"/>
                </a:lnTo>
                <a:lnTo>
                  <a:pt x="1233" y="113"/>
                </a:lnTo>
                <a:lnTo>
                  <a:pt x="1234" y="114"/>
                </a:lnTo>
                <a:lnTo>
                  <a:pt x="1234" y="115"/>
                </a:lnTo>
                <a:lnTo>
                  <a:pt x="1235" y="115"/>
                </a:lnTo>
                <a:lnTo>
                  <a:pt x="1235" y="116"/>
                </a:lnTo>
                <a:lnTo>
                  <a:pt x="1235" y="117"/>
                </a:lnTo>
                <a:lnTo>
                  <a:pt x="1235" y="118"/>
                </a:lnTo>
                <a:lnTo>
                  <a:pt x="1235" y="119"/>
                </a:lnTo>
                <a:lnTo>
                  <a:pt x="1235" y="120"/>
                </a:lnTo>
                <a:lnTo>
                  <a:pt x="1235" y="121"/>
                </a:lnTo>
                <a:lnTo>
                  <a:pt x="1234" y="121"/>
                </a:lnTo>
                <a:lnTo>
                  <a:pt x="1235" y="122"/>
                </a:lnTo>
                <a:lnTo>
                  <a:pt x="1234" y="122"/>
                </a:lnTo>
                <a:lnTo>
                  <a:pt x="1234" y="123"/>
                </a:lnTo>
                <a:lnTo>
                  <a:pt x="1235" y="124"/>
                </a:lnTo>
                <a:lnTo>
                  <a:pt x="1236" y="124"/>
                </a:lnTo>
                <a:lnTo>
                  <a:pt x="1237" y="124"/>
                </a:lnTo>
                <a:lnTo>
                  <a:pt x="1238" y="125"/>
                </a:lnTo>
                <a:lnTo>
                  <a:pt x="1239" y="126"/>
                </a:lnTo>
                <a:lnTo>
                  <a:pt x="1239" y="125"/>
                </a:lnTo>
                <a:lnTo>
                  <a:pt x="1240" y="125"/>
                </a:lnTo>
                <a:lnTo>
                  <a:pt x="1242" y="124"/>
                </a:lnTo>
                <a:lnTo>
                  <a:pt x="1243" y="124"/>
                </a:lnTo>
                <a:lnTo>
                  <a:pt x="1243" y="123"/>
                </a:lnTo>
                <a:lnTo>
                  <a:pt x="1244" y="123"/>
                </a:lnTo>
                <a:lnTo>
                  <a:pt x="1244" y="124"/>
                </a:lnTo>
                <a:lnTo>
                  <a:pt x="1244" y="125"/>
                </a:lnTo>
                <a:lnTo>
                  <a:pt x="1244" y="124"/>
                </a:lnTo>
                <a:lnTo>
                  <a:pt x="1245" y="123"/>
                </a:lnTo>
                <a:lnTo>
                  <a:pt x="1246" y="122"/>
                </a:lnTo>
                <a:lnTo>
                  <a:pt x="1246" y="121"/>
                </a:lnTo>
                <a:lnTo>
                  <a:pt x="1247" y="121"/>
                </a:lnTo>
                <a:lnTo>
                  <a:pt x="1247" y="120"/>
                </a:lnTo>
                <a:lnTo>
                  <a:pt x="1248" y="119"/>
                </a:lnTo>
                <a:lnTo>
                  <a:pt x="1249" y="118"/>
                </a:lnTo>
                <a:lnTo>
                  <a:pt x="1250" y="118"/>
                </a:lnTo>
                <a:lnTo>
                  <a:pt x="1250" y="117"/>
                </a:lnTo>
                <a:lnTo>
                  <a:pt x="1251" y="116"/>
                </a:lnTo>
                <a:lnTo>
                  <a:pt x="1251" y="115"/>
                </a:lnTo>
                <a:lnTo>
                  <a:pt x="1251" y="114"/>
                </a:lnTo>
                <a:lnTo>
                  <a:pt x="1252" y="114"/>
                </a:lnTo>
                <a:lnTo>
                  <a:pt x="1253" y="114"/>
                </a:lnTo>
                <a:lnTo>
                  <a:pt x="1253" y="115"/>
                </a:lnTo>
                <a:lnTo>
                  <a:pt x="1254" y="115"/>
                </a:lnTo>
                <a:lnTo>
                  <a:pt x="1255" y="115"/>
                </a:lnTo>
                <a:lnTo>
                  <a:pt x="1256" y="115"/>
                </a:lnTo>
                <a:lnTo>
                  <a:pt x="1256" y="116"/>
                </a:lnTo>
                <a:lnTo>
                  <a:pt x="1257" y="116"/>
                </a:lnTo>
                <a:lnTo>
                  <a:pt x="1258" y="116"/>
                </a:lnTo>
                <a:lnTo>
                  <a:pt x="1258" y="115"/>
                </a:lnTo>
                <a:lnTo>
                  <a:pt x="1259" y="114"/>
                </a:lnTo>
                <a:lnTo>
                  <a:pt x="1260" y="114"/>
                </a:lnTo>
                <a:lnTo>
                  <a:pt x="1261" y="114"/>
                </a:lnTo>
                <a:lnTo>
                  <a:pt x="1262" y="113"/>
                </a:lnTo>
                <a:lnTo>
                  <a:pt x="1262" y="112"/>
                </a:lnTo>
                <a:lnTo>
                  <a:pt x="1264" y="112"/>
                </a:lnTo>
                <a:lnTo>
                  <a:pt x="1265" y="112"/>
                </a:lnTo>
                <a:lnTo>
                  <a:pt x="1265" y="111"/>
                </a:lnTo>
                <a:lnTo>
                  <a:pt x="1266" y="111"/>
                </a:lnTo>
                <a:lnTo>
                  <a:pt x="1267" y="111"/>
                </a:lnTo>
                <a:lnTo>
                  <a:pt x="1268" y="111"/>
                </a:lnTo>
                <a:lnTo>
                  <a:pt x="1269" y="111"/>
                </a:lnTo>
                <a:lnTo>
                  <a:pt x="1270" y="111"/>
                </a:lnTo>
                <a:lnTo>
                  <a:pt x="1271" y="111"/>
                </a:lnTo>
                <a:lnTo>
                  <a:pt x="1271" y="110"/>
                </a:lnTo>
                <a:lnTo>
                  <a:pt x="1273" y="109"/>
                </a:lnTo>
                <a:lnTo>
                  <a:pt x="1274" y="109"/>
                </a:lnTo>
                <a:lnTo>
                  <a:pt x="1276" y="109"/>
                </a:lnTo>
                <a:lnTo>
                  <a:pt x="1277" y="108"/>
                </a:lnTo>
                <a:lnTo>
                  <a:pt x="1278" y="109"/>
                </a:lnTo>
                <a:lnTo>
                  <a:pt x="1279" y="110"/>
                </a:lnTo>
                <a:lnTo>
                  <a:pt x="1280" y="110"/>
                </a:lnTo>
                <a:lnTo>
                  <a:pt x="1281" y="110"/>
                </a:lnTo>
                <a:lnTo>
                  <a:pt x="1281" y="109"/>
                </a:lnTo>
                <a:lnTo>
                  <a:pt x="1283" y="108"/>
                </a:lnTo>
                <a:lnTo>
                  <a:pt x="1283" y="107"/>
                </a:lnTo>
                <a:lnTo>
                  <a:pt x="1284" y="106"/>
                </a:lnTo>
                <a:lnTo>
                  <a:pt x="1284" y="105"/>
                </a:lnTo>
                <a:lnTo>
                  <a:pt x="1285" y="105"/>
                </a:lnTo>
                <a:lnTo>
                  <a:pt x="1286" y="105"/>
                </a:lnTo>
                <a:lnTo>
                  <a:pt x="1287" y="105"/>
                </a:lnTo>
                <a:lnTo>
                  <a:pt x="1288" y="105"/>
                </a:lnTo>
                <a:lnTo>
                  <a:pt x="1289" y="105"/>
                </a:lnTo>
                <a:lnTo>
                  <a:pt x="1290" y="106"/>
                </a:lnTo>
                <a:lnTo>
                  <a:pt x="1290" y="107"/>
                </a:lnTo>
                <a:lnTo>
                  <a:pt x="1291" y="109"/>
                </a:lnTo>
                <a:lnTo>
                  <a:pt x="1292" y="109"/>
                </a:lnTo>
                <a:lnTo>
                  <a:pt x="1291" y="110"/>
                </a:lnTo>
                <a:lnTo>
                  <a:pt x="1291" y="111"/>
                </a:lnTo>
                <a:lnTo>
                  <a:pt x="1290" y="112"/>
                </a:lnTo>
                <a:lnTo>
                  <a:pt x="1289" y="113"/>
                </a:lnTo>
                <a:lnTo>
                  <a:pt x="1289" y="114"/>
                </a:lnTo>
                <a:lnTo>
                  <a:pt x="1289" y="115"/>
                </a:lnTo>
                <a:lnTo>
                  <a:pt x="1289" y="116"/>
                </a:lnTo>
                <a:lnTo>
                  <a:pt x="1288" y="117"/>
                </a:lnTo>
                <a:lnTo>
                  <a:pt x="1287" y="118"/>
                </a:lnTo>
                <a:lnTo>
                  <a:pt x="1286" y="120"/>
                </a:lnTo>
                <a:lnTo>
                  <a:pt x="1287" y="121"/>
                </a:lnTo>
                <a:lnTo>
                  <a:pt x="1286" y="121"/>
                </a:lnTo>
                <a:lnTo>
                  <a:pt x="1286" y="122"/>
                </a:lnTo>
                <a:lnTo>
                  <a:pt x="1285" y="123"/>
                </a:lnTo>
                <a:lnTo>
                  <a:pt x="1284" y="124"/>
                </a:lnTo>
                <a:lnTo>
                  <a:pt x="1284" y="125"/>
                </a:lnTo>
                <a:lnTo>
                  <a:pt x="1283" y="125"/>
                </a:lnTo>
                <a:lnTo>
                  <a:pt x="1283" y="126"/>
                </a:lnTo>
                <a:lnTo>
                  <a:pt x="1284" y="126"/>
                </a:lnTo>
                <a:lnTo>
                  <a:pt x="1285" y="128"/>
                </a:lnTo>
                <a:lnTo>
                  <a:pt x="1285" y="129"/>
                </a:lnTo>
                <a:lnTo>
                  <a:pt x="1284" y="129"/>
                </a:lnTo>
                <a:lnTo>
                  <a:pt x="1283" y="130"/>
                </a:lnTo>
                <a:lnTo>
                  <a:pt x="1283" y="131"/>
                </a:lnTo>
                <a:lnTo>
                  <a:pt x="1283" y="132"/>
                </a:lnTo>
                <a:lnTo>
                  <a:pt x="1284" y="133"/>
                </a:lnTo>
                <a:lnTo>
                  <a:pt x="1285" y="133"/>
                </a:lnTo>
                <a:lnTo>
                  <a:pt x="1286" y="134"/>
                </a:lnTo>
                <a:lnTo>
                  <a:pt x="1287" y="134"/>
                </a:lnTo>
                <a:lnTo>
                  <a:pt x="1288" y="135"/>
                </a:lnTo>
                <a:lnTo>
                  <a:pt x="1288" y="136"/>
                </a:lnTo>
                <a:lnTo>
                  <a:pt x="1288" y="137"/>
                </a:lnTo>
                <a:lnTo>
                  <a:pt x="1289" y="138"/>
                </a:lnTo>
                <a:lnTo>
                  <a:pt x="1290" y="139"/>
                </a:lnTo>
                <a:lnTo>
                  <a:pt x="1293" y="141"/>
                </a:lnTo>
                <a:lnTo>
                  <a:pt x="1294" y="142"/>
                </a:lnTo>
                <a:lnTo>
                  <a:pt x="1295" y="142"/>
                </a:lnTo>
                <a:lnTo>
                  <a:pt x="1296" y="142"/>
                </a:lnTo>
                <a:lnTo>
                  <a:pt x="1295" y="143"/>
                </a:lnTo>
                <a:lnTo>
                  <a:pt x="1295" y="144"/>
                </a:lnTo>
                <a:lnTo>
                  <a:pt x="1296" y="144"/>
                </a:lnTo>
                <a:lnTo>
                  <a:pt x="1296" y="143"/>
                </a:lnTo>
                <a:lnTo>
                  <a:pt x="1297" y="143"/>
                </a:lnTo>
                <a:lnTo>
                  <a:pt x="1297" y="142"/>
                </a:lnTo>
                <a:lnTo>
                  <a:pt x="1298" y="142"/>
                </a:lnTo>
                <a:lnTo>
                  <a:pt x="1298" y="141"/>
                </a:lnTo>
                <a:lnTo>
                  <a:pt x="1299" y="141"/>
                </a:lnTo>
                <a:lnTo>
                  <a:pt x="1300" y="142"/>
                </a:lnTo>
                <a:lnTo>
                  <a:pt x="1301" y="143"/>
                </a:lnTo>
                <a:lnTo>
                  <a:pt x="1302" y="144"/>
                </a:lnTo>
                <a:lnTo>
                  <a:pt x="1303" y="145"/>
                </a:lnTo>
                <a:lnTo>
                  <a:pt x="1303" y="146"/>
                </a:lnTo>
                <a:lnTo>
                  <a:pt x="1304" y="146"/>
                </a:lnTo>
                <a:lnTo>
                  <a:pt x="1305" y="147"/>
                </a:lnTo>
                <a:lnTo>
                  <a:pt x="1305" y="148"/>
                </a:lnTo>
                <a:lnTo>
                  <a:pt x="1304" y="149"/>
                </a:lnTo>
                <a:lnTo>
                  <a:pt x="1303" y="149"/>
                </a:lnTo>
                <a:lnTo>
                  <a:pt x="1302" y="149"/>
                </a:lnTo>
                <a:lnTo>
                  <a:pt x="1301" y="150"/>
                </a:lnTo>
                <a:lnTo>
                  <a:pt x="1301" y="151"/>
                </a:lnTo>
                <a:lnTo>
                  <a:pt x="1301" y="152"/>
                </a:lnTo>
                <a:lnTo>
                  <a:pt x="1302" y="154"/>
                </a:lnTo>
                <a:lnTo>
                  <a:pt x="1303" y="154"/>
                </a:lnTo>
                <a:lnTo>
                  <a:pt x="1304" y="155"/>
                </a:lnTo>
                <a:lnTo>
                  <a:pt x="1305" y="155"/>
                </a:lnTo>
                <a:lnTo>
                  <a:pt x="1305" y="156"/>
                </a:lnTo>
                <a:lnTo>
                  <a:pt x="1306" y="157"/>
                </a:lnTo>
                <a:lnTo>
                  <a:pt x="1307" y="158"/>
                </a:lnTo>
                <a:lnTo>
                  <a:pt x="1308" y="159"/>
                </a:lnTo>
                <a:lnTo>
                  <a:pt x="1308" y="160"/>
                </a:lnTo>
                <a:lnTo>
                  <a:pt x="1309" y="161"/>
                </a:lnTo>
                <a:lnTo>
                  <a:pt x="1310" y="161"/>
                </a:lnTo>
                <a:lnTo>
                  <a:pt x="1310" y="160"/>
                </a:lnTo>
                <a:lnTo>
                  <a:pt x="1311" y="160"/>
                </a:lnTo>
                <a:lnTo>
                  <a:pt x="1311" y="161"/>
                </a:lnTo>
                <a:lnTo>
                  <a:pt x="1312" y="161"/>
                </a:lnTo>
                <a:lnTo>
                  <a:pt x="1313" y="162"/>
                </a:lnTo>
                <a:lnTo>
                  <a:pt x="1314" y="163"/>
                </a:lnTo>
                <a:lnTo>
                  <a:pt x="1314" y="164"/>
                </a:lnTo>
                <a:lnTo>
                  <a:pt x="1315" y="164"/>
                </a:lnTo>
                <a:lnTo>
                  <a:pt x="1315" y="165"/>
                </a:lnTo>
                <a:lnTo>
                  <a:pt x="1314" y="166"/>
                </a:lnTo>
                <a:lnTo>
                  <a:pt x="1313" y="166"/>
                </a:lnTo>
                <a:lnTo>
                  <a:pt x="1314" y="166"/>
                </a:lnTo>
                <a:lnTo>
                  <a:pt x="1314" y="167"/>
                </a:lnTo>
                <a:lnTo>
                  <a:pt x="1314" y="168"/>
                </a:lnTo>
                <a:lnTo>
                  <a:pt x="1314" y="169"/>
                </a:lnTo>
                <a:lnTo>
                  <a:pt x="1314" y="168"/>
                </a:lnTo>
                <a:lnTo>
                  <a:pt x="1314" y="169"/>
                </a:lnTo>
                <a:lnTo>
                  <a:pt x="1315" y="169"/>
                </a:lnTo>
                <a:lnTo>
                  <a:pt x="1316" y="170"/>
                </a:lnTo>
                <a:lnTo>
                  <a:pt x="1316" y="171"/>
                </a:lnTo>
                <a:lnTo>
                  <a:pt x="1317" y="171"/>
                </a:lnTo>
                <a:lnTo>
                  <a:pt x="1317" y="172"/>
                </a:lnTo>
                <a:lnTo>
                  <a:pt x="1318" y="173"/>
                </a:lnTo>
                <a:lnTo>
                  <a:pt x="1319" y="174"/>
                </a:lnTo>
                <a:lnTo>
                  <a:pt x="1319" y="175"/>
                </a:lnTo>
                <a:lnTo>
                  <a:pt x="1318" y="176"/>
                </a:lnTo>
                <a:lnTo>
                  <a:pt x="1318" y="177"/>
                </a:lnTo>
                <a:lnTo>
                  <a:pt x="1318" y="178"/>
                </a:lnTo>
                <a:lnTo>
                  <a:pt x="1319" y="178"/>
                </a:lnTo>
                <a:lnTo>
                  <a:pt x="1318" y="179"/>
                </a:lnTo>
                <a:lnTo>
                  <a:pt x="1319" y="180"/>
                </a:lnTo>
                <a:lnTo>
                  <a:pt x="1319" y="181"/>
                </a:lnTo>
                <a:lnTo>
                  <a:pt x="1319" y="182"/>
                </a:lnTo>
                <a:lnTo>
                  <a:pt x="1320" y="182"/>
                </a:lnTo>
                <a:lnTo>
                  <a:pt x="1321" y="181"/>
                </a:lnTo>
                <a:lnTo>
                  <a:pt x="1323" y="181"/>
                </a:lnTo>
                <a:lnTo>
                  <a:pt x="1324" y="181"/>
                </a:lnTo>
                <a:lnTo>
                  <a:pt x="1324" y="183"/>
                </a:lnTo>
                <a:lnTo>
                  <a:pt x="1324" y="184"/>
                </a:lnTo>
                <a:lnTo>
                  <a:pt x="1324" y="185"/>
                </a:lnTo>
                <a:lnTo>
                  <a:pt x="1324" y="187"/>
                </a:lnTo>
                <a:lnTo>
                  <a:pt x="1324" y="188"/>
                </a:lnTo>
                <a:lnTo>
                  <a:pt x="1324" y="189"/>
                </a:lnTo>
                <a:lnTo>
                  <a:pt x="1325" y="190"/>
                </a:lnTo>
                <a:lnTo>
                  <a:pt x="1325" y="191"/>
                </a:lnTo>
                <a:lnTo>
                  <a:pt x="1325" y="192"/>
                </a:lnTo>
                <a:lnTo>
                  <a:pt x="1324" y="192"/>
                </a:lnTo>
                <a:lnTo>
                  <a:pt x="1324" y="194"/>
                </a:lnTo>
                <a:lnTo>
                  <a:pt x="1324" y="195"/>
                </a:lnTo>
                <a:lnTo>
                  <a:pt x="1325" y="195"/>
                </a:lnTo>
                <a:lnTo>
                  <a:pt x="1326" y="195"/>
                </a:lnTo>
                <a:lnTo>
                  <a:pt x="1327" y="195"/>
                </a:lnTo>
                <a:lnTo>
                  <a:pt x="1328" y="194"/>
                </a:lnTo>
                <a:lnTo>
                  <a:pt x="1329" y="195"/>
                </a:lnTo>
                <a:lnTo>
                  <a:pt x="1330" y="195"/>
                </a:lnTo>
                <a:lnTo>
                  <a:pt x="1330" y="196"/>
                </a:lnTo>
                <a:lnTo>
                  <a:pt x="1331" y="197"/>
                </a:lnTo>
                <a:lnTo>
                  <a:pt x="1331" y="198"/>
                </a:lnTo>
                <a:lnTo>
                  <a:pt x="1332" y="198"/>
                </a:lnTo>
                <a:lnTo>
                  <a:pt x="1333" y="198"/>
                </a:lnTo>
                <a:lnTo>
                  <a:pt x="1333" y="197"/>
                </a:lnTo>
                <a:lnTo>
                  <a:pt x="1334" y="198"/>
                </a:lnTo>
                <a:lnTo>
                  <a:pt x="1335" y="199"/>
                </a:lnTo>
                <a:lnTo>
                  <a:pt x="1336" y="200"/>
                </a:lnTo>
                <a:lnTo>
                  <a:pt x="1337" y="200"/>
                </a:lnTo>
                <a:lnTo>
                  <a:pt x="1337" y="201"/>
                </a:lnTo>
                <a:lnTo>
                  <a:pt x="1336" y="202"/>
                </a:lnTo>
                <a:lnTo>
                  <a:pt x="1336" y="203"/>
                </a:lnTo>
                <a:lnTo>
                  <a:pt x="1335" y="203"/>
                </a:lnTo>
                <a:lnTo>
                  <a:pt x="1335" y="204"/>
                </a:lnTo>
                <a:lnTo>
                  <a:pt x="1334" y="204"/>
                </a:lnTo>
                <a:lnTo>
                  <a:pt x="1333" y="205"/>
                </a:lnTo>
                <a:lnTo>
                  <a:pt x="1333" y="206"/>
                </a:lnTo>
                <a:lnTo>
                  <a:pt x="1333" y="207"/>
                </a:lnTo>
                <a:lnTo>
                  <a:pt x="1332" y="207"/>
                </a:lnTo>
                <a:lnTo>
                  <a:pt x="1331" y="207"/>
                </a:lnTo>
                <a:lnTo>
                  <a:pt x="1330" y="208"/>
                </a:lnTo>
                <a:lnTo>
                  <a:pt x="1330" y="209"/>
                </a:lnTo>
                <a:lnTo>
                  <a:pt x="1329" y="209"/>
                </a:lnTo>
                <a:lnTo>
                  <a:pt x="1329" y="210"/>
                </a:lnTo>
                <a:lnTo>
                  <a:pt x="1329" y="211"/>
                </a:lnTo>
                <a:lnTo>
                  <a:pt x="1328" y="211"/>
                </a:lnTo>
                <a:lnTo>
                  <a:pt x="1328" y="212"/>
                </a:lnTo>
                <a:lnTo>
                  <a:pt x="1327" y="213"/>
                </a:lnTo>
                <a:lnTo>
                  <a:pt x="1327" y="215"/>
                </a:lnTo>
                <a:lnTo>
                  <a:pt x="1326" y="216"/>
                </a:lnTo>
                <a:lnTo>
                  <a:pt x="1326" y="217"/>
                </a:lnTo>
                <a:lnTo>
                  <a:pt x="1326" y="218"/>
                </a:lnTo>
                <a:lnTo>
                  <a:pt x="1326" y="219"/>
                </a:lnTo>
                <a:lnTo>
                  <a:pt x="1326" y="220"/>
                </a:lnTo>
                <a:lnTo>
                  <a:pt x="1327" y="221"/>
                </a:lnTo>
                <a:lnTo>
                  <a:pt x="1326" y="221"/>
                </a:lnTo>
                <a:lnTo>
                  <a:pt x="1327" y="223"/>
                </a:lnTo>
                <a:lnTo>
                  <a:pt x="1327" y="224"/>
                </a:lnTo>
                <a:lnTo>
                  <a:pt x="1327" y="225"/>
                </a:lnTo>
                <a:lnTo>
                  <a:pt x="1327" y="226"/>
                </a:lnTo>
                <a:lnTo>
                  <a:pt x="1328" y="226"/>
                </a:lnTo>
                <a:lnTo>
                  <a:pt x="1329" y="227"/>
                </a:lnTo>
                <a:lnTo>
                  <a:pt x="1328" y="227"/>
                </a:lnTo>
                <a:lnTo>
                  <a:pt x="1329" y="228"/>
                </a:lnTo>
                <a:lnTo>
                  <a:pt x="1330" y="228"/>
                </a:lnTo>
                <a:lnTo>
                  <a:pt x="1331" y="227"/>
                </a:lnTo>
                <a:lnTo>
                  <a:pt x="1331" y="228"/>
                </a:lnTo>
                <a:lnTo>
                  <a:pt x="1332" y="228"/>
                </a:lnTo>
                <a:lnTo>
                  <a:pt x="1332" y="230"/>
                </a:lnTo>
                <a:lnTo>
                  <a:pt x="1332" y="231"/>
                </a:lnTo>
                <a:lnTo>
                  <a:pt x="1331" y="231"/>
                </a:lnTo>
                <a:lnTo>
                  <a:pt x="1330" y="231"/>
                </a:lnTo>
                <a:lnTo>
                  <a:pt x="1330" y="232"/>
                </a:lnTo>
                <a:lnTo>
                  <a:pt x="1331" y="233"/>
                </a:lnTo>
                <a:lnTo>
                  <a:pt x="1332" y="233"/>
                </a:lnTo>
                <a:lnTo>
                  <a:pt x="1332" y="234"/>
                </a:lnTo>
                <a:lnTo>
                  <a:pt x="1333" y="234"/>
                </a:lnTo>
                <a:lnTo>
                  <a:pt x="1334" y="235"/>
                </a:lnTo>
                <a:lnTo>
                  <a:pt x="1333" y="235"/>
                </a:lnTo>
                <a:lnTo>
                  <a:pt x="1333" y="237"/>
                </a:lnTo>
                <a:lnTo>
                  <a:pt x="1333" y="238"/>
                </a:lnTo>
                <a:lnTo>
                  <a:pt x="1334" y="238"/>
                </a:lnTo>
                <a:lnTo>
                  <a:pt x="1334" y="237"/>
                </a:lnTo>
                <a:lnTo>
                  <a:pt x="1334" y="236"/>
                </a:lnTo>
                <a:lnTo>
                  <a:pt x="1335" y="236"/>
                </a:lnTo>
                <a:lnTo>
                  <a:pt x="1337" y="237"/>
                </a:lnTo>
                <a:lnTo>
                  <a:pt x="1338" y="237"/>
                </a:lnTo>
                <a:lnTo>
                  <a:pt x="1338" y="238"/>
                </a:lnTo>
                <a:lnTo>
                  <a:pt x="1338" y="239"/>
                </a:lnTo>
                <a:lnTo>
                  <a:pt x="1338" y="240"/>
                </a:lnTo>
                <a:lnTo>
                  <a:pt x="1337" y="243"/>
                </a:lnTo>
                <a:lnTo>
                  <a:pt x="1338" y="244"/>
                </a:lnTo>
                <a:lnTo>
                  <a:pt x="1339" y="245"/>
                </a:lnTo>
                <a:lnTo>
                  <a:pt x="1339" y="246"/>
                </a:lnTo>
                <a:lnTo>
                  <a:pt x="1339" y="247"/>
                </a:lnTo>
                <a:lnTo>
                  <a:pt x="1340" y="248"/>
                </a:lnTo>
                <a:lnTo>
                  <a:pt x="1340" y="249"/>
                </a:lnTo>
                <a:lnTo>
                  <a:pt x="1340" y="250"/>
                </a:lnTo>
                <a:lnTo>
                  <a:pt x="1339" y="251"/>
                </a:lnTo>
                <a:lnTo>
                  <a:pt x="1339" y="252"/>
                </a:lnTo>
                <a:lnTo>
                  <a:pt x="1338" y="253"/>
                </a:lnTo>
                <a:lnTo>
                  <a:pt x="1337" y="254"/>
                </a:lnTo>
                <a:lnTo>
                  <a:pt x="1336" y="254"/>
                </a:lnTo>
                <a:lnTo>
                  <a:pt x="1335" y="254"/>
                </a:lnTo>
                <a:lnTo>
                  <a:pt x="1336" y="255"/>
                </a:lnTo>
                <a:lnTo>
                  <a:pt x="1337" y="255"/>
                </a:lnTo>
                <a:lnTo>
                  <a:pt x="1337" y="256"/>
                </a:lnTo>
                <a:lnTo>
                  <a:pt x="1337" y="257"/>
                </a:lnTo>
                <a:lnTo>
                  <a:pt x="1338" y="258"/>
                </a:lnTo>
                <a:lnTo>
                  <a:pt x="1340" y="259"/>
                </a:lnTo>
                <a:lnTo>
                  <a:pt x="1340" y="260"/>
                </a:lnTo>
                <a:lnTo>
                  <a:pt x="1340" y="261"/>
                </a:lnTo>
                <a:lnTo>
                  <a:pt x="1341" y="262"/>
                </a:lnTo>
                <a:lnTo>
                  <a:pt x="1341" y="264"/>
                </a:lnTo>
                <a:lnTo>
                  <a:pt x="1340" y="264"/>
                </a:lnTo>
                <a:lnTo>
                  <a:pt x="1339" y="264"/>
                </a:lnTo>
                <a:lnTo>
                  <a:pt x="1338" y="264"/>
                </a:lnTo>
                <a:lnTo>
                  <a:pt x="1338" y="265"/>
                </a:lnTo>
                <a:lnTo>
                  <a:pt x="1338" y="266"/>
                </a:lnTo>
                <a:lnTo>
                  <a:pt x="1339" y="266"/>
                </a:lnTo>
                <a:lnTo>
                  <a:pt x="1340" y="267"/>
                </a:lnTo>
                <a:lnTo>
                  <a:pt x="1341" y="267"/>
                </a:lnTo>
                <a:lnTo>
                  <a:pt x="1342" y="266"/>
                </a:lnTo>
                <a:lnTo>
                  <a:pt x="1342" y="265"/>
                </a:lnTo>
                <a:lnTo>
                  <a:pt x="1343" y="265"/>
                </a:lnTo>
                <a:lnTo>
                  <a:pt x="1344" y="265"/>
                </a:lnTo>
                <a:lnTo>
                  <a:pt x="1346" y="265"/>
                </a:lnTo>
                <a:lnTo>
                  <a:pt x="1347" y="266"/>
                </a:lnTo>
                <a:lnTo>
                  <a:pt x="1349" y="269"/>
                </a:lnTo>
                <a:lnTo>
                  <a:pt x="1350" y="269"/>
                </a:lnTo>
                <a:lnTo>
                  <a:pt x="1350" y="271"/>
                </a:lnTo>
                <a:lnTo>
                  <a:pt x="1351" y="272"/>
                </a:lnTo>
                <a:lnTo>
                  <a:pt x="1352" y="272"/>
                </a:lnTo>
                <a:lnTo>
                  <a:pt x="1352" y="271"/>
                </a:lnTo>
                <a:lnTo>
                  <a:pt x="1352" y="272"/>
                </a:lnTo>
                <a:lnTo>
                  <a:pt x="1352" y="273"/>
                </a:lnTo>
                <a:lnTo>
                  <a:pt x="1352" y="274"/>
                </a:lnTo>
                <a:lnTo>
                  <a:pt x="1351" y="275"/>
                </a:lnTo>
                <a:lnTo>
                  <a:pt x="1350" y="275"/>
                </a:lnTo>
                <a:lnTo>
                  <a:pt x="1351" y="276"/>
                </a:lnTo>
                <a:lnTo>
                  <a:pt x="1352" y="277"/>
                </a:lnTo>
                <a:lnTo>
                  <a:pt x="1353" y="277"/>
                </a:lnTo>
                <a:lnTo>
                  <a:pt x="1353" y="278"/>
                </a:lnTo>
                <a:lnTo>
                  <a:pt x="1353" y="279"/>
                </a:lnTo>
                <a:lnTo>
                  <a:pt x="1354" y="280"/>
                </a:lnTo>
                <a:lnTo>
                  <a:pt x="1355" y="283"/>
                </a:lnTo>
                <a:lnTo>
                  <a:pt x="1356" y="285"/>
                </a:lnTo>
                <a:lnTo>
                  <a:pt x="1357" y="287"/>
                </a:lnTo>
                <a:lnTo>
                  <a:pt x="1358" y="289"/>
                </a:lnTo>
                <a:lnTo>
                  <a:pt x="1358" y="291"/>
                </a:lnTo>
                <a:lnTo>
                  <a:pt x="1358" y="293"/>
                </a:lnTo>
                <a:lnTo>
                  <a:pt x="1359" y="293"/>
                </a:lnTo>
                <a:lnTo>
                  <a:pt x="1358" y="294"/>
                </a:lnTo>
                <a:lnTo>
                  <a:pt x="1359" y="296"/>
                </a:lnTo>
                <a:lnTo>
                  <a:pt x="1361" y="299"/>
                </a:lnTo>
                <a:lnTo>
                  <a:pt x="1362" y="299"/>
                </a:lnTo>
                <a:lnTo>
                  <a:pt x="1363" y="300"/>
                </a:lnTo>
                <a:lnTo>
                  <a:pt x="1364" y="300"/>
                </a:lnTo>
                <a:lnTo>
                  <a:pt x="1365" y="301"/>
                </a:lnTo>
                <a:lnTo>
                  <a:pt x="1366" y="301"/>
                </a:lnTo>
                <a:lnTo>
                  <a:pt x="1365" y="301"/>
                </a:lnTo>
                <a:lnTo>
                  <a:pt x="1367" y="303"/>
                </a:lnTo>
                <a:lnTo>
                  <a:pt x="1367" y="302"/>
                </a:lnTo>
                <a:lnTo>
                  <a:pt x="1368" y="303"/>
                </a:lnTo>
                <a:lnTo>
                  <a:pt x="1369" y="303"/>
                </a:lnTo>
                <a:lnTo>
                  <a:pt x="1372" y="304"/>
                </a:lnTo>
                <a:lnTo>
                  <a:pt x="1373" y="304"/>
                </a:lnTo>
                <a:lnTo>
                  <a:pt x="1373" y="305"/>
                </a:lnTo>
                <a:lnTo>
                  <a:pt x="1374" y="306"/>
                </a:lnTo>
                <a:lnTo>
                  <a:pt x="1375" y="305"/>
                </a:lnTo>
                <a:lnTo>
                  <a:pt x="1377" y="304"/>
                </a:lnTo>
                <a:lnTo>
                  <a:pt x="1378" y="304"/>
                </a:lnTo>
                <a:lnTo>
                  <a:pt x="1380" y="306"/>
                </a:lnTo>
                <a:lnTo>
                  <a:pt x="1381" y="306"/>
                </a:lnTo>
                <a:lnTo>
                  <a:pt x="1384" y="306"/>
                </a:lnTo>
                <a:lnTo>
                  <a:pt x="1386" y="308"/>
                </a:lnTo>
                <a:lnTo>
                  <a:pt x="1387" y="309"/>
                </a:lnTo>
                <a:lnTo>
                  <a:pt x="1387" y="310"/>
                </a:lnTo>
                <a:lnTo>
                  <a:pt x="1386" y="311"/>
                </a:lnTo>
                <a:lnTo>
                  <a:pt x="1384" y="312"/>
                </a:lnTo>
                <a:lnTo>
                  <a:pt x="1383" y="313"/>
                </a:lnTo>
                <a:lnTo>
                  <a:pt x="1380" y="315"/>
                </a:lnTo>
                <a:lnTo>
                  <a:pt x="1379" y="317"/>
                </a:lnTo>
                <a:lnTo>
                  <a:pt x="1378" y="319"/>
                </a:lnTo>
                <a:lnTo>
                  <a:pt x="1377" y="320"/>
                </a:lnTo>
                <a:lnTo>
                  <a:pt x="1377" y="321"/>
                </a:lnTo>
                <a:lnTo>
                  <a:pt x="1377" y="322"/>
                </a:lnTo>
                <a:lnTo>
                  <a:pt x="1376" y="323"/>
                </a:lnTo>
                <a:lnTo>
                  <a:pt x="1374" y="323"/>
                </a:lnTo>
                <a:lnTo>
                  <a:pt x="1373" y="323"/>
                </a:lnTo>
                <a:lnTo>
                  <a:pt x="1372" y="324"/>
                </a:lnTo>
                <a:lnTo>
                  <a:pt x="1371" y="324"/>
                </a:lnTo>
                <a:lnTo>
                  <a:pt x="1371" y="325"/>
                </a:lnTo>
                <a:lnTo>
                  <a:pt x="1370" y="326"/>
                </a:lnTo>
                <a:lnTo>
                  <a:pt x="1370" y="327"/>
                </a:lnTo>
                <a:lnTo>
                  <a:pt x="1369" y="327"/>
                </a:lnTo>
                <a:lnTo>
                  <a:pt x="1369" y="326"/>
                </a:lnTo>
                <a:lnTo>
                  <a:pt x="1368" y="326"/>
                </a:lnTo>
                <a:lnTo>
                  <a:pt x="1368" y="325"/>
                </a:lnTo>
                <a:lnTo>
                  <a:pt x="1369" y="324"/>
                </a:lnTo>
                <a:lnTo>
                  <a:pt x="1368" y="322"/>
                </a:lnTo>
                <a:lnTo>
                  <a:pt x="1368" y="321"/>
                </a:lnTo>
                <a:lnTo>
                  <a:pt x="1369" y="320"/>
                </a:lnTo>
                <a:lnTo>
                  <a:pt x="1369" y="319"/>
                </a:lnTo>
                <a:lnTo>
                  <a:pt x="1369" y="318"/>
                </a:lnTo>
                <a:lnTo>
                  <a:pt x="1368" y="318"/>
                </a:lnTo>
                <a:lnTo>
                  <a:pt x="1367" y="317"/>
                </a:lnTo>
                <a:lnTo>
                  <a:pt x="1366" y="315"/>
                </a:lnTo>
                <a:lnTo>
                  <a:pt x="1366" y="313"/>
                </a:lnTo>
                <a:lnTo>
                  <a:pt x="1366" y="312"/>
                </a:lnTo>
                <a:lnTo>
                  <a:pt x="1365" y="312"/>
                </a:lnTo>
                <a:lnTo>
                  <a:pt x="1362" y="313"/>
                </a:lnTo>
                <a:lnTo>
                  <a:pt x="1361" y="313"/>
                </a:lnTo>
                <a:lnTo>
                  <a:pt x="1359" y="313"/>
                </a:lnTo>
                <a:lnTo>
                  <a:pt x="1358" y="313"/>
                </a:lnTo>
                <a:lnTo>
                  <a:pt x="1357" y="312"/>
                </a:lnTo>
                <a:lnTo>
                  <a:pt x="1357" y="313"/>
                </a:lnTo>
                <a:lnTo>
                  <a:pt x="1356" y="313"/>
                </a:lnTo>
                <a:lnTo>
                  <a:pt x="1356" y="314"/>
                </a:lnTo>
                <a:lnTo>
                  <a:pt x="1355" y="314"/>
                </a:lnTo>
                <a:lnTo>
                  <a:pt x="1353" y="314"/>
                </a:lnTo>
                <a:lnTo>
                  <a:pt x="1351" y="313"/>
                </a:lnTo>
                <a:lnTo>
                  <a:pt x="1349" y="312"/>
                </a:lnTo>
                <a:lnTo>
                  <a:pt x="1349" y="313"/>
                </a:lnTo>
                <a:lnTo>
                  <a:pt x="1349" y="314"/>
                </a:lnTo>
                <a:lnTo>
                  <a:pt x="1348" y="315"/>
                </a:lnTo>
                <a:lnTo>
                  <a:pt x="1347" y="316"/>
                </a:lnTo>
                <a:lnTo>
                  <a:pt x="1346" y="316"/>
                </a:lnTo>
                <a:lnTo>
                  <a:pt x="1345" y="317"/>
                </a:lnTo>
                <a:lnTo>
                  <a:pt x="1346" y="319"/>
                </a:lnTo>
                <a:lnTo>
                  <a:pt x="1347" y="319"/>
                </a:lnTo>
                <a:lnTo>
                  <a:pt x="1348" y="319"/>
                </a:lnTo>
                <a:lnTo>
                  <a:pt x="1348" y="320"/>
                </a:lnTo>
                <a:lnTo>
                  <a:pt x="1348" y="322"/>
                </a:lnTo>
                <a:lnTo>
                  <a:pt x="1347" y="322"/>
                </a:lnTo>
                <a:lnTo>
                  <a:pt x="1347" y="323"/>
                </a:lnTo>
                <a:lnTo>
                  <a:pt x="1346" y="323"/>
                </a:lnTo>
                <a:lnTo>
                  <a:pt x="1346" y="324"/>
                </a:lnTo>
                <a:lnTo>
                  <a:pt x="1346" y="325"/>
                </a:lnTo>
                <a:lnTo>
                  <a:pt x="1346" y="326"/>
                </a:lnTo>
                <a:lnTo>
                  <a:pt x="1346" y="327"/>
                </a:lnTo>
                <a:lnTo>
                  <a:pt x="1347" y="327"/>
                </a:lnTo>
                <a:lnTo>
                  <a:pt x="1347" y="328"/>
                </a:lnTo>
                <a:lnTo>
                  <a:pt x="1347" y="329"/>
                </a:lnTo>
                <a:lnTo>
                  <a:pt x="1348" y="329"/>
                </a:lnTo>
                <a:lnTo>
                  <a:pt x="1348" y="328"/>
                </a:lnTo>
                <a:lnTo>
                  <a:pt x="1348" y="327"/>
                </a:lnTo>
                <a:lnTo>
                  <a:pt x="1349" y="326"/>
                </a:lnTo>
                <a:lnTo>
                  <a:pt x="1349" y="327"/>
                </a:lnTo>
                <a:lnTo>
                  <a:pt x="1350" y="327"/>
                </a:lnTo>
                <a:lnTo>
                  <a:pt x="1351" y="327"/>
                </a:lnTo>
                <a:lnTo>
                  <a:pt x="1352" y="326"/>
                </a:lnTo>
                <a:lnTo>
                  <a:pt x="1353" y="325"/>
                </a:lnTo>
                <a:lnTo>
                  <a:pt x="1355" y="325"/>
                </a:lnTo>
                <a:lnTo>
                  <a:pt x="1356" y="325"/>
                </a:lnTo>
                <a:lnTo>
                  <a:pt x="1357" y="325"/>
                </a:lnTo>
                <a:lnTo>
                  <a:pt x="1357" y="326"/>
                </a:lnTo>
                <a:lnTo>
                  <a:pt x="1357" y="327"/>
                </a:lnTo>
                <a:lnTo>
                  <a:pt x="1356" y="328"/>
                </a:lnTo>
                <a:lnTo>
                  <a:pt x="1354" y="329"/>
                </a:lnTo>
                <a:lnTo>
                  <a:pt x="1353" y="330"/>
                </a:lnTo>
                <a:lnTo>
                  <a:pt x="1353" y="332"/>
                </a:lnTo>
                <a:lnTo>
                  <a:pt x="1353" y="336"/>
                </a:lnTo>
                <a:lnTo>
                  <a:pt x="1354" y="336"/>
                </a:lnTo>
                <a:lnTo>
                  <a:pt x="1353" y="337"/>
                </a:lnTo>
                <a:lnTo>
                  <a:pt x="1352" y="337"/>
                </a:lnTo>
                <a:lnTo>
                  <a:pt x="1351" y="337"/>
                </a:lnTo>
                <a:lnTo>
                  <a:pt x="1351" y="336"/>
                </a:lnTo>
                <a:lnTo>
                  <a:pt x="1350" y="336"/>
                </a:lnTo>
                <a:lnTo>
                  <a:pt x="1349" y="336"/>
                </a:lnTo>
                <a:lnTo>
                  <a:pt x="1348" y="336"/>
                </a:lnTo>
                <a:lnTo>
                  <a:pt x="1347" y="336"/>
                </a:lnTo>
                <a:lnTo>
                  <a:pt x="1346" y="336"/>
                </a:lnTo>
                <a:lnTo>
                  <a:pt x="1345" y="336"/>
                </a:lnTo>
                <a:lnTo>
                  <a:pt x="1344" y="336"/>
                </a:lnTo>
                <a:lnTo>
                  <a:pt x="1343" y="336"/>
                </a:lnTo>
                <a:lnTo>
                  <a:pt x="1343" y="335"/>
                </a:lnTo>
                <a:lnTo>
                  <a:pt x="1342" y="335"/>
                </a:lnTo>
                <a:lnTo>
                  <a:pt x="1341" y="334"/>
                </a:lnTo>
                <a:lnTo>
                  <a:pt x="1342" y="333"/>
                </a:lnTo>
                <a:lnTo>
                  <a:pt x="1343" y="332"/>
                </a:lnTo>
                <a:lnTo>
                  <a:pt x="1345" y="331"/>
                </a:lnTo>
                <a:lnTo>
                  <a:pt x="1346" y="331"/>
                </a:lnTo>
                <a:lnTo>
                  <a:pt x="1347" y="331"/>
                </a:lnTo>
                <a:lnTo>
                  <a:pt x="1347" y="330"/>
                </a:lnTo>
                <a:lnTo>
                  <a:pt x="1346" y="331"/>
                </a:lnTo>
                <a:lnTo>
                  <a:pt x="1345" y="331"/>
                </a:lnTo>
                <a:lnTo>
                  <a:pt x="1344" y="331"/>
                </a:lnTo>
                <a:lnTo>
                  <a:pt x="1343" y="331"/>
                </a:lnTo>
                <a:lnTo>
                  <a:pt x="1343" y="330"/>
                </a:lnTo>
                <a:lnTo>
                  <a:pt x="1342" y="332"/>
                </a:lnTo>
                <a:lnTo>
                  <a:pt x="1341" y="332"/>
                </a:lnTo>
                <a:lnTo>
                  <a:pt x="1340" y="332"/>
                </a:lnTo>
                <a:lnTo>
                  <a:pt x="1339" y="332"/>
                </a:lnTo>
                <a:lnTo>
                  <a:pt x="1339" y="330"/>
                </a:lnTo>
                <a:lnTo>
                  <a:pt x="1339" y="329"/>
                </a:lnTo>
                <a:lnTo>
                  <a:pt x="1338" y="329"/>
                </a:lnTo>
                <a:lnTo>
                  <a:pt x="1338" y="330"/>
                </a:lnTo>
                <a:lnTo>
                  <a:pt x="1337" y="330"/>
                </a:lnTo>
                <a:lnTo>
                  <a:pt x="1333" y="330"/>
                </a:lnTo>
                <a:lnTo>
                  <a:pt x="1332" y="330"/>
                </a:lnTo>
                <a:lnTo>
                  <a:pt x="1331" y="330"/>
                </a:lnTo>
                <a:lnTo>
                  <a:pt x="1330" y="330"/>
                </a:lnTo>
                <a:lnTo>
                  <a:pt x="1332" y="331"/>
                </a:lnTo>
                <a:lnTo>
                  <a:pt x="1334" y="332"/>
                </a:lnTo>
                <a:lnTo>
                  <a:pt x="1333" y="336"/>
                </a:lnTo>
                <a:lnTo>
                  <a:pt x="1331" y="340"/>
                </a:lnTo>
                <a:lnTo>
                  <a:pt x="1330" y="342"/>
                </a:lnTo>
                <a:lnTo>
                  <a:pt x="1330" y="341"/>
                </a:lnTo>
                <a:lnTo>
                  <a:pt x="1329" y="340"/>
                </a:lnTo>
                <a:lnTo>
                  <a:pt x="1329" y="341"/>
                </a:lnTo>
                <a:lnTo>
                  <a:pt x="1329" y="343"/>
                </a:lnTo>
                <a:lnTo>
                  <a:pt x="1330" y="343"/>
                </a:lnTo>
                <a:lnTo>
                  <a:pt x="1330" y="344"/>
                </a:lnTo>
                <a:lnTo>
                  <a:pt x="1329" y="346"/>
                </a:lnTo>
                <a:lnTo>
                  <a:pt x="1330" y="346"/>
                </a:lnTo>
                <a:lnTo>
                  <a:pt x="1330" y="347"/>
                </a:lnTo>
                <a:lnTo>
                  <a:pt x="1331" y="347"/>
                </a:lnTo>
                <a:lnTo>
                  <a:pt x="1331" y="346"/>
                </a:lnTo>
                <a:lnTo>
                  <a:pt x="1332" y="347"/>
                </a:lnTo>
                <a:lnTo>
                  <a:pt x="1332" y="349"/>
                </a:lnTo>
                <a:lnTo>
                  <a:pt x="1331" y="349"/>
                </a:lnTo>
                <a:lnTo>
                  <a:pt x="1330" y="349"/>
                </a:lnTo>
                <a:lnTo>
                  <a:pt x="1329" y="349"/>
                </a:lnTo>
                <a:lnTo>
                  <a:pt x="1328" y="349"/>
                </a:lnTo>
                <a:lnTo>
                  <a:pt x="1327" y="350"/>
                </a:lnTo>
                <a:lnTo>
                  <a:pt x="1325" y="351"/>
                </a:lnTo>
                <a:lnTo>
                  <a:pt x="1323" y="351"/>
                </a:lnTo>
                <a:lnTo>
                  <a:pt x="1322" y="351"/>
                </a:lnTo>
                <a:lnTo>
                  <a:pt x="1323" y="352"/>
                </a:lnTo>
                <a:lnTo>
                  <a:pt x="1324" y="352"/>
                </a:lnTo>
                <a:lnTo>
                  <a:pt x="1325" y="352"/>
                </a:lnTo>
                <a:lnTo>
                  <a:pt x="1325" y="351"/>
                </a:lnTo>
                <a:lnTo>
                  <a:pt x="1326" y="351"/>
                </a:lnTo>
                <a:lnTo>
                  <a:pt x="1328" y="351"/>
                </a:lnTo>
                <a:lnTo>
                  <a:pt x="1331" y="352"/>
                </a:lnTo>
                <a:lnTo>
                  <a:pt x="1331" y="353"/>
                </a:lnTo>
                <a:lnTo>
                  <a:pt x="1330" y="354"/>
                </a:lnTo>
                <a:lnTo>
                  <a:pt x="1330" y="355"/>
                </a:lnTo>
                <a:lnTo>
                  <a:pt x="1330" y="356"/>
                </a:lnTo>
                <a:lnTo>
                  <a:pt x="1330" y="357"/>
                </a:lnTo>
                <a:lnTo>
                  <a:pt x="1331" y="358"/>
                </a:lnTo>
                <a:lnTo>
                  <a:pt x="1332" y="358"/>
                </a:lnTo>
                <a:lnTo>
                  <a:pt x="1331" y="359"/>
                </a:lnTo>
                <a:lnTo>
                  <a:pt x="1331" y="358"/>
                </a:lnTo>
                <a:lnTo>
                  <a:pt x="1330" y="358"/>
                </a:lnTo>
                <a:lnTo>
                  <a:pt x="1329" y="358"/>
                </a:lnTo>
                <a:lnTo>
                  <a:pt x="1328" y="359"/>
                </a:lnTo>
                <a:lnTo>
                  <a:pt x="1328" y="360"/>
                </a:lnTo>
                <a:lnTo>
                  <a:pt x="1326" y="363"/>
                </a:lnTo>
                <a:lnTo>
                  <a:pt x="1326" y="364"/>
                </a:lnTo>
                <a:lnTo>
                  <a:pt x="1326" y="365"/>
                </a:lnTo>
                <a:lnTo>
                  <a:pt x="1325" y="365"/>
                </a:lnTo>
                <a:lnTo>
                  <a:pt x="1324" y="364"/>
                </a:lnTo>
                <a:lnTo>
                  <a:pt x="1323" y="364"/>
                </a:lnTo>
                <a:lnTo>
                  <a:pt x="1323" y="363"/>
                </a:lnTo>
                <a:lnTo>
                  <a:pt x="1322" y="363"/>
                </a:lnTo>
                <a:lnTo>
                  <a:pt x="1322" y="362"/>
                </a:lnTo>
                <a:lnTo>
                  <a:pt x="1321" y="362"/>
                </a:lnTo>
                <a:lnTo>
                  <a:pt x="1321" y="364"/>
                </a:lnTo>
                <a:lnTo>
                  <a:pt x="1322" y="364"/>
                </a:lnTo>
                <a:lnTo>
                  <a:pt x="1322" y="365"/>
                </a:lnTo>
                <a:lnTo>
                  <a:pt x="1322" y="366"/>
                </a:lnTo>
                <a:lnTo>
                  <a:pt x="1324" y="367"/>
                </a:lnTo>
                <a:lnTo>
                  <a:pt x="1324" y="368"/>
                </a:lnTo>
                <a:lnTo>
                  <a:pt x="1322" y="369"/>
                </a:lnTo>
                <a:lnTo>
                  <a:pt x="1322" y="370"/>
                </a:lnTo>
                <a:lnTo>
                  <a:pt x="1321" y="372"/>
                </a:lnTo>
                <a:lnTo>
                  <a:pt x="1320" y="372"/>
                </a:lnTo>
                <a:lnTo>
                  <a:pt x="1320" y="373"/>
                </a:lnTo>
                <a:lnTo>
                  <a:pt x="1320" y="375"/>
                </a:lnTo>
                <a:lnTo>
                  <a:pt x="1319" y="376"/>
                </a:lnTo>
                <a:lnTo>
                  <a:pt x="1319" y="377"/>
                </a:lnTo>
                <a:lnTo>
                  <a:pt x="1318" y="378"/>
                </a:lnTo>
                <a:lnTo>
                  <a:pt x="1317" y="379"/>
                </a:lnTo>
                <a:lnTo>
                  <a:pt x="1316" y="378"/>
                </a:lnTo>
                <a:lnTo>
                  <a:pt x="1315" y="377"/>
                </a:lnTo>
                <a:lnTo>
                  <a:pt x="1315" y="378"/>
                </a:lnTo>
                <a:lnTo>
                  <a:pt x="1315" y="379"/>
                </a:lnTo>
                <a:lnTo>
                  <a:pt x="1314" y="380"/>
                </a:lnTo>
                <a:lnTo>
                  <a:pt x="1314" y="381"/>
                </a:lnTo>
                <a:lnTo>
                  <a:pt x="1314" y="382"/>
                </a:lnTo>
                <a:lnTo>
                  <a:pt x="1314" y="383"/>
                </a:lnTo>
                <a:lnTo>
                  <a:pt x="1315" y="383"/>
                </a:lnTo>
                <a:lnTo>
                  <a:pt x="1316" y="385"/>
                </a:lnTo>
                <a:lnTo>
                  <a:pt x="1317" y="385"/>
                </a:lnTo>
                <a:lnTo>
                  <a:pt x="1317" y="386"/>
                </a:lnTo>
                <a:lnTo>
                  <a:pt x="1317" y="387"/>
                </a:lnTo>
                <a:lnTo>
                  <a:pt x="1318" y="390"/>
                </a:lnTo>
                <a:lnTo>
                  <a:pt x="1318" y="392"/>
                </a:lnTo>
                <a:lnTo>
                  <a:pt x="1318" y="393"/>
                </a:lnTo>
                <a:lnTo>
                  <a:pt x="1319" y="394"/>
                </a:lnTo>
                <a:lnTo>
                  <a:pt x="1320" y="395"/>
                </a:lnTo>
                <a:lnTo>
                  <a:pt x="1321" y="396"/>
                </a:lnTo>
                <a:lnTo>
                  <a:pt x="1322" y="396"/>
                </a:lnTo>
                <a:lnTo>
                  <a:pt x="1322" y="395"/>
                </a:lnTo>
                <a:lnTo>
                  <a:pt x="1324" y="395"/>
                </a:lnTo>
                <a:lnTo>
                  <a:pt x="1325" y="395"/>
                </a:lnTo>
                <a:lnTo>
                  <a:pt x="1325" y="396"/>
                </a:lnTo>
                <a:lnTo>
                  <a:pt x="1324" y="396"/>
                </a:lnTo>
                <a:lnTo>
                  <a:pt x="1323" y="398"/>
                </a:lnTo>
                <a:lnTo>
                  <a:pt x="1323" y="399"/>
                </a:lnTo>
                <a:lnTo>
                  <a:pt x="1324" y="399"/>
                </a:lnTo>
                <a:lnTo>
                  <a:pt x="1324" y="400"/>
                </a:lnTo>
                <a:lnTo>
                  <a:pt x="1323" y="401"/>
                </a:lnTo>
                <a:lnTo>
                  <a:pt x="1322" y="401"/>
                </a:lnTo>
                <a:lnTo>
                  <a:pt x="1320" y="400"/>
                </a:lnTo>
                <a:lnTo>
                  <a:pt x="1320" y="398"/>
                </a:lnTo>
                <a:lnTo>
                  <a:pt x="1319" y="398"/>
                </a:lnTo>
                <a:lnTo>
                  <a:pt x="1318" y="398"/>
                </a:lnTo>
                <a:lnTo>
                  <a:pt x="1317" y="398"/>
                </a:lnTo>
                <a:lnTo>
                  <a:pt x="1316" y="398"/>
                </a:lnTo>
                <a:lnTo>
                  <a:pt x="1315" y="397"/>
                </a:lnTo>
                <a:lnTo>
                  <a:pt x="1314" y="396"/>
                </a:lnTo>
                <a:lnTo>
                  <a:pt x="1314" y="395"/>
                </a:lnTo>
                <a:lnTo>
                  <a:pt x="1314" y="394"/>
                </a:lnTo>
                <a:lnTo>
                  <a:pt x="1313" y="393"/>
                </a:lnTo>
                <a:lnTo>
                  <a:pt x="1312" y="393"/>
                </a:lnTo>
                <a:lnTo>
                  <a:pt x="1311" y="392"/>
                </a:lnTo>
                <a:lnTo>
                  <a:pt x="1310" y="392"/>
                </a:lnTo>
                <a:lnTo>
                  <a:pt x="1309" y="392"/>
                </a:lnTo>
                <a:lnTo>
                  <a:pt x="1308" y="393"/>
                </a:lnTo>
                <a:lnTo>
                  <a:pt x="1309" y="394"/>
                </a:lnTo>
                <a:lnTo>
                  <a:pt x="1310" y="394"/>
                </a:lnTo>
                <a:lnTo>
                  <a:pt x="1311" y="393"/>
                </a:lnTo>
                <a:lnTo>
                  <a:pt x="1312" y="394"/>
                </a:lnTo>
                <a:lnTo>
                  <a:pt x="1313" y="394"/>
                </a:lnTo>
                <a:lnTo>
                  <a:pt x="1313" y="395"/>
                </a:lnTo>
                <a:lnTo>
                  <a:pt x="1312" y="395"/>
                </a:lnTo>
                <a:lnTo>
                  <a:pt x="1311" y="395"/>
                </a:lnTo>
                <a:lnTo>
                  <a:pt x="1309" y="396"/>
                </a:lnTo>
                <a:lnTo>
                  <a:pt x="1308" y="396"/>
                </a:lnTo>
                <a:lnTo>
                  <a:pt x="1307" y="397"/>
                </a:lnTo>
                <a:lnTo>
                  <a:pt x="1305" y="398"/>
                </a:lnTo>
                <a:lnTo>
                  <a:pt x="1304" y="399"/>
                </a:lnTo>
                <a:lnTo>
                  <a:pt x="1303" y="400"/>
                </a:lnTo>
                <a:lnTo>
                  <a:pt x="1302" y="401"/>
                </a:lnTo>
                <a:lnTo>
                  <a:pt x="1301" y="402"/>
                </a:lnTo>
                <a:lnTo>
                  <a:pt x="1299" y="405"/>
                </a:lnTo>
                <a:lnTo>
                  <a:pt x="1299" y="406"/>
                </a:lnTo>
                <a:lnTo>
                  <a:pt x="1299" y="407"/>
                </a:lnTo>
                <a:lnTo>
                  <a:pt x="1299" y="408"/>
                </a:lnTo>
                <a:lnTo>
                  <a:pt x="1299" y="409"/>
                </a:lnTo>
                <a:lnTo>
                  <a:pt x="1299" y="410"/>
                </a:lnTo>
                <a:lnTo>
                  <a:pt x="1297" y="413"/>
                </a:lnTo>
                <a:lnTo>
                  <a:pt x="1296" y="414"/>
                </a:lnTo>
                <a:lnTo>
                  <a:pt x="1295" y="414"/>
                </a:lnTo>
                <a:lnTo>
                  <a:pt x="1293" y="412"/>
                </a:lnTo>
                <a:lnTo>
                  <a:pt x="1294" y="412"/>
                </a:lnTo>
                <a:lnTo>
                  <a:pt x="1294" y="411"/>
                </a:lnTo>
                <a:lnTo>
                  <a:pt x="1293" y="411"/>
                </a:lnTo>
                <a:lnTo>
                  <a:pt x="1293" y="410"/>
                </a:lnTo>
                <a:lnTo>
                  <a:pt x="1291" y="411"/>
                </a:lnTo>
                <a:lnTo>
                  <a:pt x="1290" y="411"/>
                </a:lnTo>
                <a:lnTo>
                  <a:pt x="1289" y="411"/>
                </a:lnTo>
                <a:lnTo>
                  <a:pt x="1288" y="410"/>
                </a:lnTo>
                <a:lnTo>
                  <a:pt x="1289" y="408"/>
                </a:lnTo>
                <a:lnTo>
                  <a:pt x="1290" y="407"/>
                </a:lnTo>
                <a:lnTo>
                  <a:pt x="1291" y="407"/>
                </a:lnTo>
                <a:lnTo>
                  <a:pt x="1291" y="404"/>
                </a:lnTo>
                <a:lnTo>
                  <a:pt x="1290" y="403"/>
                </a:lnTo>
                <a:lnTo>
                  <a:pt x="1290" y="404"/>
                </a:lnTo>
                <a:lnTo>
                  <a:pt x="1289" y="404"/>
                </a:lnTo>
                <a:lnTo>
                  <a:pt x="1290" y="405"/>
                </a:lnTo>
                <a:lnTo>
                  <a:pt x="1290" y="406"/>
                </a:lnTo>
                <a:lnTo>
                  <a:pt x="1288" y="406"/>
                </a:lnTo>
                <a:lnTo>
                  <a:pt x="1288" y="408"/>
                </a:lnTo>
                <a:lnTo>
                  <a:pt x="1287" y="409"/>
                </a:lnTo>
                <a:lnTo>
                  <a:pt x="1286" y="410"/>
                </a:lnTo>
                <a:lnTo>
                  <a:pt x="1285" y="410"/>
                </a:lnTo>
                <a:lnTo>
                  <a:pt x="1284" y="411"/>
                </a:lnTo>
                <a:lnTo>
                  <a:pt x="1283" y="412"/>
                </a:lnTo>
                <a:lnTo>
                  <a:pt x="1282" y="413"/>
                </a:lnTo>
                <a:lnTo>
                  <a:pt x="1280" y="415"/>
                </a:lnTo>
                <a:lnTo>
                  <a:pt x="1280" y="416"/>
                </a:lnTo>
                <a:lnTo>
                  <a:pt x="1279" y="417"/>
                </a:lnTo>
                <a:lnTo>
                  <a:pt x="1279" y="418"/>
                </a:lnTo>
                <a:lnTo>
                  <a:pt x="1278" y="419"/>
                </a:lnTo>
                <a:lnTo>
                  <a:pt x="1278" y="420"/>
                </a:lnTo>
                <a:lnTo>
                  <a:pt x="1277" y="421"/>
                </a:lnTo>
                <a:lnTo>
                  <a:pt x="1277" y="423"/>
                </a:lnTo>
                <a:lnTo>
                  <a:pt x="1277" y="424"/>
                </a:lnTo>
                <a:lnTo>
                  <a:pt x="1277" y="425"/>
                </a:lnTo>
                <a:lnTo>
                  <a:pt x="1277" y="427"/>
                </a:lnTo>
                <a:lnTo>
                  <a:pt x="1277" y="428"/>
                </a:lnTo>
                <a:lnTo>
                  <a:pt x="1278" y="429"/>
                </a:lnTo>
                <a:lnTo>
                  <a:pt x="1279" y="430"/>
                </a:lnTo>
                <a:lnTo>
                  <a:pt x="1280" y="430"/>
                </a:lnTo>
                <a:lnTo>
                  <a:pt x="1281" y="431"/>
                </a:lnTo>
                <a:lnTo>
                  <a:pt x="1281" y="432"/>
                </a:lnTo>
                <a:lnTo>
                  <a:pt x="1280" y="433"/>
                </a:lnTo>
                <a:lnTo>
                  <a:pt x="1280" y="434"/>
                </a:lnTo>
                <a:lnTo>
                  <a:pt x="1280" y="437"/>
                </a:lnTo>
                <a:lnTo>
                  <a:pt x="1281" y="438"/>
                </a:lnTo>
                <a:lnTo>
                  <a:pt x="1281" y="439"/>
                </a:lnTo>
                <a:lnTo>
                  <a:pt x="1282" y="439"/>
                </a:lnTo>
                <a:lnTo>
                  <a:pt x="1282" y="440"/>
                </a:lnTo>
                <a:lnTo>
                  <a:pt x="1283" y="441"/>
                </a:lnTo>
                <a:lnTo>
                  <a:pt x="1283" y="442"/>
                </a:lnTo>
                <a:lnTo>
                  <a:pt x="1283" y="444"/>
                </a:lnTo>
                <a:lnTo>
                  <a:pt x="1284" y="444"/>
                </a:lnTo>
                <a:lnTo>
                  <a:pt x="1285" y="445"/>
                </a:lnTo>
                <a:lnTo>
                  <a:pt x="1284" y="445"/>
                </a:lnTo>
                <a:lnTo>
                  <a:pt x="1283" y="446"/>
                </a:lnTo>
                <a:lnTo>
                  <a:pt x="1284" y="448"/>
                </a:lnTo>
                <a:lnTo>
                  <a:pt x="1283" y="448"/>
                </a:lnTo>
                <a:lnTo>
                  <a:pt x="1282" y="449"/>
                </a:lnTo>
                <a:lnTo>
                  <a:pt x="1281" y="449"/>
                </a:lnTo>
                <a:lnTo>
                  <a:pt x="1281" y="448"/>
                </a:lnTo>
                <a:lnTo>
                  <a:pt x="1280" y="448"/>
                </a:lnTo>
                <a:lnTo>
                  <a:pt x="1279" y="448"/>
                </a:lnTo>
                <a:lnTo>
                  <a:pt x="1278" y="449"/>
                </a:lnTo>
                <a:lnTo>
                  <a:pt x="1277" y="450"/>
                </a:lnTo>
                <a:lnTo>
                  <a:pt x="1276" y="451"/>
                </a:lnTo>
                <a:lnTo>
                  <a:pt x="1276" y="452"/>
                </a:lnTo>
                <a:lnTo>
                  <a:pt x="1276" y="453"/>
                </a:lnTo>
                <a:lnTo>
                  <a:pt x="1276" y="454"/>
                </a:lnTo>
                <a:lnTo>
                  <a:pt x="1276" y="455"/>
                </a:lnTo>
                <a:lnTo>
                  <a:pt x="1277" y="456"/>
                </a:lnTo>
                <a:lnTo>
                  <a:pt x="1276" y="456"/>
                </a:lnTo>
                <a:lnTo>
                  <a:pt x="1276" y="457"/>
                </a:lnTo>
                <a:lnTo>
                  <a:pt x="1275" y="459"/>
                </a:lnTo>
                <a:lnTo>
                  <a:pt x="1275" y="460"/>
                </a:lnTo>
                <a:lnTo>
                  <a:pt x="1275" y="461"/>
                </a:lnTo>
                <a:lnTo>
                  <a:pt x="1274" y="462"/>
                </a:lnTo>
                <a:lnTo>
                  <a:pt x="1272" y="463"/>
                </a:lnTo>
                <a:lnTo>
                  <a:pt x="1271" y="463"/>
                </a:lnTo>
                <a:lnTo>
                  <a:pt x="1271" y="462"/>
                </a:lnTo>
                <a:lnTo>
                  <a:pt x="1269" y="461"/>
                </a:lnTo>
                <a:lnTo>
                  <a:pt x="1268" y="461"/>
                </a:lnTo>
                <a:lnTo>
                  <a:pt x="1268" y="462"/>
                </a:lnTo>
                <a:lnTo>
                  <a:pt x="1267" y="461"/>
                </a:lnTo>
                <a:lnTo>
                  <a:pt x="1266" y="461"/>
                </a:lnTo>
                <a:lnTo>
                  <a:pt x="1265" y="461"/>
                </a:lnTo>
                <a:lnTo>
                  <a:pt x="1265" y="462"/>
                </a:lnTo>
                <a:lnTo>
                  <a:pt x="1264" y="462"/>
                </a:lnTo>
                <a:lnTo>
                  <a:pt x="1264" y="463"/>
                </a:lnTo>
                <a:lnTo>
                  <a:pt x="1263" y="463"/>
                </a:lnTo>
                <a:lnTo>
                  <a:pt x="1262" y="463"/>
                </a:lnTo>
                <a:lnTo>
                  <a:pt x="1261" y="464"/>
                </a:lnTo>
                <a:lnTo>
                  <a:pt x="1260" y="464"/>
                </a:lnTo>
                <a:lnTo>
                  <a:pt x="1260" y="465"/>
                </a:lnTo>
                <a:lnTo>
                  <a:pt x="1259" y="465"/>
                </a:lnTo>
                <a:lnTo>
                  <a:pt x="1259" y="464"/>
                </a:lnTo>
                <a:lnTo>
                  <a:pt x="1258" y="464"/>
                </a:lnTo>
                <a:lnTo>
                  <a:pt x="1257" y="464"/>
                </a:lnTo>
                <a:lnTo>
                  <a:pt x="1257" y="465"/>
                </a:lnTo>
                <a:lnTo>
                  <a:pt x="1256" y="465"/>
                </a:lnTo>
                <a:lnTo>
                  <a:pt x="1255" y="466"/>
                </a:lnTo>
                <a:lnTo>
                  <a:pt x="1254" y="466"/>
                </a:lnTo>
                <a:lnTo>
                  <a:pt x="1253" y="466"/>
                </a:lnTo>
                <a:lnTo>
                  <a:pt x="1252" y="467"/>
                </a:lnTo>
                <a:lnTo>
                  <a:pt x="1251" y="467"/>
                </a:lnTo>
                <a:lnTo>
                  <a:pt x="1250" y="467"/>
                </a:lnTo>
                <a:lnTo>
                  <a:pt x="1250" y="466"/>
                </a:lnTo>
                <a:lnTo>
                  <a:pt x="1249" y="466"/>
                </a:lnTo>
                <a:lnTo>
                  <a:pt x="1247" y="466"/>
                </a:lnTo>
                <a:lnTo>
                  <a:pt x="1246" y="465"/>
                </a:lnTo>
                <a:lnTo>
                  <a:pt x="1244" y="465"/>
                </a:lnTo>
                <a:lnTo>
                  <a:pt x="1244" y="464"/>
                </a:lnTo>
                <a:lnTo>
                  <a:pt x="1244" y="465"/>
                </a:lnTo>
                <a:lnTo>
                  <a:pt x="1243" y="465"/>
                </a:lnTo>
                <a:lnTo>
                  <a:pt x="1242" y="464"/>
                </a:lnTo>
                <a:lnTo>
                  <a:pt x="1240" y="464"/>
                </a:lnTo>
                <a:lnTo>
                  <a:pt x="1240" y="463"/>
                </a:lnTo>
                <a:lnTo>
                  <a:pt x="1240" y="462"/>
                </a:lnTo>
                <a:lnTo>
                  <a:pt x="1239" y="462"/>
                </a:lnTo>
                <a:lnTo>
                  <a:pt x="1238" y="462"/>
                </a:lnTo>
                <a:lnTo>
                  <a:pt x="1234" y="463"/>
                </a:lnTo>
                <a:lnTo>
                  <a:pt x="1233" y="463"/>
                </a:lnTo>
                <a:lnTo>
                  <a:pt x="1232" y="464"/>
                </a:lnTo>
                <a:lnTo>
                  <a:pt x="1230" y="464"/>
                </a:lnTo>
                <a:lnTo>
                  <a:pt x="1229" y="466"/>
                </a:lnTo>
                <a:lnTo>
                  <a:pt x="1228" y="466"/>
                </a:lnTo>
                <a:lnTo>
                  <a:pt x="1227" y="467"/>
                </a:lnTo>
                <a:lnTo>
                  <a:pt x="1225" y="469"/>
                </a:lnTo>
                <a:lnTo>
                  <a:pt x="1223" y="470"/>
                </a:lnTo>
                <a:lnTo>
                  <a:pt x="1221" y="472"/>
                </a:lnTo>
                <a:lnTo>
                  <a:pt x="1220" y="474"/>
                </a:lnTo>
                <a:lnTo>
                  <a:pt x="1219" y="475"/>
                </a:lnTo>
                <a:lnTo>
                  <a:pt x="1218" y="476"/>
                </a:lnTo>
                <a:lnTo>
                  <a:pt x="1218" y="477"/>
                </a:lnTo>
                <a:lnTo>
                  <a:pt x="1217" y="477"/>
                </a:lnTo>
                <a:lnTo>
                  <a:pt x="1215" y="481"/>
                </a:lnTo>
                <a:lnTo>
                  <a:pt x="1214" y="482"/>
                </a:lnTo>
                <a:lnTo>
                  <a:pt x="1213" y="484"/>
                </a:lnTo>
                <a:lnTo>
                  <a:pt x="1208" y="488"/>
                </a:lnTo>
                <a:lnTo>
                  <a:pt x="1208" y="489"/>
                </a:lnTo>
                <a:lnTo>
                  <a:pt x="1207" y="490"/>
                </a:lnTo>
                <a:lnTo>
                  <a:pt x="1206" y="491"/>
                </a:lnTo>
                <a:lnTo>
                  <a:pt x="1205" y="491"/>
                </a:lnTo>
                <a:lnTo>
                  <a:pt x="1204" y="491"/>
                </a:lnTo>
                <a:lnTo>
                  <a:pt x="1202" y="492"/>
                </a:lnTo>
                <a:lnTo>
                  <a:pt x="1201" y="493"/>
                </a:lnTo>
                <a:lnTo>
                  <a:pt x="1201" y="494"/>
                </a:lnTo>
                <a:lnTo>
                  <a:pt x="1200" y="495"/>
                </a:lnTo>
                <a:lnTo>
                  <a:pt x="1198" y="494"/>
                </a:lnTo>
                <a:lnTo>
                  <a:pt x="1197" y="492"/>
                </a:lnTo>
                <a:lnTo>
                  <a:pt x="1198" y="492"/>
                </a:lnTo>
                <a:lnTo>
                  <a:pt x="1197" y="491"/>
                </a:lnTo>
                <a:lnTo>
                  <a:pt x="1196" y="490"/>
                </a:lnTo>
                <a:lnTo>
                  <a:pt x="1194" y="490"/>
                </a:lnTo>
                <a:lnTo>
                  <a:pt x="1192" y="490"/>
                </a:lnTo>
                <a:lnTo>
                  <a:pt x="1191" y="490"/>
                </a:lnTo>
                <a:lnTo>
                  <a:pt x="1190" y="490"/>
                </a:lnTo>
                <a:lnTo>
                  <a:pt x="1189" y="490"/>
                </a:lnTo>
                <a:lnTo>
                  <a:pt x="1188" y="490"/>
                </a:lnTo>
                <a:lnTo>
                  <a:pt x="1186" y="492"/>
                </a:lnTo>
                <a:lnTo>
                  <a:pt x="1185" y="492"/>
                </a:lnTo>
                <a:lnTo>
                  <a:pt x="1184" y="492"/>
                </a:lnTo>
                <a:lnTo>
                  <a:pt x="1184" y="493"/>
                </a:lnTo>
                <a:lnTo>
                  <a:pt x="1183" y="493"/>
                </a:lnTo>
                <a:lnTo>
                  <a:pt x="1183" y="494"/>
                </a:lnTo>
                <a:lnTo>
                  <a:pt x="1182" y="494"/>
                </a:lnTo>
                <a:lnTo>
                  <a:pt x="1181" y="494"/>
                </a:lnTo>
                <a:lnTo>
                  <a:pt x="1180" y="494"/>
                </a:lnTo>
                <a:lnTo>
                  <a:pt x="1179" y="495"/>
                </a:lnTo>
                <a:lnTo>
                  <a:pt x="1178" y="495"/>
                </a:lnTo>
                <a:lnTo>
                  <a:pt x="1177" y="497"/>
                </a:lnTo>
                <a:lnTo>
                  <a:pt x="1175" y="499"/>
                </a:lnTo>
                <a:lnTo>
                  <a:pt x="1175" y="500"/>
                </a:lnTo>
                <a:lnTo>
                  <a:pt x="1174" y="501"/>
                </a:lnTo>
                <a:lnTo>
                  <a:pt x="1173" y="501"/>
                </a:lnTo>
                <a:lnTo>
                  <a:pt x="1172" y="501"/>
                </a:lnTo>
                <a:lnTo>
                  <a:pt x="1173" y="500"/>
                </a:lnTo>
                <a:lnTo>
                  <a:pt x="1173" y="499"/>
                </a:lnTo>
                <a:lnTo>
                  <a:pt x="1174" y="499"/>
                </a:lnTo>
                <a:lnTo>
                  <a:pt x="1173" y="499"/>
                </a:lnTo>
                <a:lnTo>
                  <a:pt x="1172" y="499"/>
                </a:lnTo>
                <a:lnTo>
                  <a:pt x="1172" y="500"/>
                </a:lnTo>
                <a:lnTo>
                  <a:pt x="1171" y="500"/>
                </a:lnTo>
                <a:lnTo>
                  <a:pt x="1170" y="500"/>
                </a:lnTo>
                <a:lnTo>
                  <a:pt x="1169" y="501"/>
                </a:lnTo>
                <a:lnTo>
                  <a:pt x="1168" y="501"/>
                </a:lnTo>
                <a:lnTo>
                  <a:pt x="1167" y="502"/>
                </a:lnTo>
                <a:lnTo>
                  <a:pt x="1166" y="503"/>
                </a:lnTo>
                <a:lnTo>
                  <a:pt x="1165" y="503"/>
                </a:lnTo>
                <a:lnTo>
                  <a:pt x="1165" y="504"/>
                </a:lnTo>
                <a:lnTo>
                  <a:pt x="1164" y="505"/>
                </a:lnTo>
                <a:lnTo>
                  <a:pt x="1163" y="504"/>
                </a:lnTo>
                <a:lnTo>
                  <a:pt x="1162" y="504"/>
                </a:lnTo>
                <a:lnTo>
                  <a:pt x="1162" y="503"/>
                </a:lnTo>
                <a:lnTo>
                  <a:pt x="1161" y="503"/>
                </a:lnTo>
                <a:lnTo>
                  <a:pt x="1160" y="503"/>
                </a:lnTo>
                <a:lnTo>
                  <a:pt x="1159" y="504"/>
                </a:lnTo>
                <a:lnTo>
                  <a:pt x="1157" y="506"/>
                </a:lnTo>
                <a:lnTo>
                  <a:pt x="1156" y="507"/>
                </a:lnTo>
                <a:lnTo>
                  <a:pt x="1155" y="508"/>
                </a:lnTo>
                <a:lnTo>
                  <a:pt x="1154" y="509"/>
                </a:lnTo>
                <a:lnTo>
                  <a:pt x="1152" y="512"/>
                </a:lnTo>
                <a:lnTo>
                  <a:pt x="1151" y="513"/>
                </a:lnTo>
                <a:lnTo>
                  <a:pt x="1150" y="516"/>
                </a:lnTo>
                <a:lnTo>
                  <a:pt x="1149" y="516"/>
                </a:lnTo>
                <a:lnTo>
                  <a:pt x="1149" y="517"/>
                </a:lnTo>
                <a:lnTo>
                  <a:pt x="1148" y="516"/>
                </a:lnTo>
                <a:lnTo>
                  <a:pt x="1147" y="516"/>
                </a:lnTo>
                <a:lnTo>
                  <a:pt x="1146" y="516"/>
                </a:lnTo>
                <a:lnTo>
                  <a:pt x="1146" y="515"/>
                </a:lnTo>
                <a:lnTo>
                  <a:pt x="1145" y="515"/>
                </a:lnTo>
                <a:lnTo>
                  <a:pt x="1144" y="513"/>
                </a:lnTo>
                <a:lnTo>
                  <a:pt x="1145" y="513"/>
                </a:lnTo>
                <a:lnTo>
                  <a:pt x="1145" y="512"/>
                </a:lnTo>
                <a:lnTo>
                  <a:pt x="1146" y="511"/>
                </a:lnTo>
                <a:lnTo>
                  <a:pt x="1145" y="511"/>
                </a:lnTo>
                <a:lnTo>
                  <a:pt x="1145" y="509"/>
                </a:lnTo>
                <a:lnTo>
                  <a:pt x="1145" y="508"/>
                </a:lnTo>
                <a:lnTo>
                  <a:pt x="1145" y="507"/>
                </a:lnTo>
                <a:lnTo>
                  <a:pt x="1145" y="506"/>
                </a:lnTo>
                <a:lnTo>
                  <a:pt x="1144" y="505"/>
                </a:lnTo>
                <a:lnTo>
                  <a:pt x="1144" y="504"/>
                </a:lnTo>
                <a:lnTo>
                  <a:pt x="1143" y="503"/>
                </a:lnTo>
                <a:lnTo>
                  <a:pt x="1143" y="502"/>
                </a:lnTo>
                <a:lnTo>
                  <a:pt x="1142" y="502"/>
                </a:lnTo>
                <a:lnTo>
                  <a:pt x="1143" y="501"/>
                </a:lnTo>
                <a:lnTo>
                  <a:pt x="1144" y="501"/>
                </a:lnTo>
                <a:lnTo>
                  <a:pt x="1144" y="502"/>
                </a:lnTo>
                <a:lnTo>
                  <a:pt x="1145" y="502"/>
                </a:lnTo>
                <a:lnTo>
                  <a:pt x="1146" y="502"/>
                </a:lnTo>
                <a:lnTo>
                  <a:pt x="1146" y="504"/>
                </a:lnTo>
                <a:lnTo>
                  <a:pt x="1147" y="504"/>
                </a:lnTo>
                <a:lnTo>
                  <a:pt x="1147" y="503"/>
                </a:lnTo>
                <a:lnTo>
                  <a:pt x="1146" y="501"/>
                </a:lnTo>
                <a:lnTo>
                  <a:pt x="1145" y="501"/>
                </a:lnTo>
                <a:lnTo>
                  <a:pt x="1144" y="501"/>
                </a:lnTo>
                <a:lnTo>
                  <a:pt x="1144" y="500"/>
                </a:lnTo>
                <a:lnTo>
                  <a:pt x="1143" y="500"/>
                </a:lnTo>
                <a:lnTo>
                  <a:pt x="1142" y="500"/>
                </a:lnTo>
                <a:lnTo>
                  <a:pt x="1142" y="501"/>
                </a:lnTo>
                <a:lnTo>
                  <a:pt x="1140" y="500"/>
                </a:lnTo>
                <a:lnTo>
                  <a:pt x="1139" y="499"/>
                </a:lnTo>
                <a:lnTo>
                  <a:pt x="1138" y="499"/>
                </a:lnTo>
                <a:lnTo>
                  <a:pt x="1138" y="498"/>
                </a:lnTo>
                <a:lnTo>
                  <a:pt x="1135" y="497"/>
                </a:lnTo>
                <a:lnTo>
                  <a:pt x="1134" y="497"/>
                </a:lnTo>
                <a:lnTo>
                  <a:pt x="1133" y="496"/>
                </a:lnTo>
                <a:lnTo>
                  <a:pt x="1129" y="496"/>
                </a:lnTo>
                <a:lnTo>
                  <a:pt x="1128" y="496"/>
                </a:lnTo>
                <a:lnTo>
                  <a:pt x="1126" y="497"/>
                </a:lnTo>
                <a:lnTo>
                  <a:pt x="1124" y="497"/>
                </a:lnTo>
                <a:lnTo>
                  <a:pt x="1124" y="496"/>
                </a:lnTo>
                <a:lnTo>
                  <a:pt x="1124" y="495"/>
                </a:lnTo>
                <a:lnTo>
                  <a:pt x="1124" y="494"/>
                </a:lnTo>
                <a:lnTo>
                  <a:pt x="1124" y="493"/>
                </a:lnTo>
                <a:lnTo>
                  <a:pt x="1123" y="492"/>
                </a:lnTo>
                <a:lnTo>
                  <a:pt x="1122" y="492"/>
                </a:lnTo>
                <a:lnTo>
                  <a:pt x="1121" y="492"/>
                </a:lnTo>
                <a:lnTo>
                  <a:pt x="1119" y="492"/>
                </a:lnTo>
                <a:lnTo>
                  <a:pt x="1117" y="493"/>
                </a:lnTo>
                <a:lnTo>
                  <a:pt x="1116" y="493"/>
                </a:lnTo>
                <a:lnTo>
                  <a:pt x="1115" y="493"/>
                </a:lnTo>
                <a:lnTo>
                  <a:pt x="1114" y="493"/>
                </a:lnTo>
                <a:lnTo>
                  <a:pt x="1111" y="495"/>
                </a:lnTo>
                <a:lnTo>
                  <a:pt x="1109" y="496"/>
                </a:lnTo>
                <a:lnTo>
                  <a:pt x="1108" y="496"/>
                </a:lnTo>
                <a:lnTo>
                  <a:pt x="1107" y="496"/>
                </a:lnTo>
                <a:lnTo>
                  <a:pt x="1106" y="497"/>
                </a:lnTo>
                <a:lnTo>
                  <a:pt x="1106" y="498"/>
                </a:lnTo>
                <a:lnTo>
                  <a:pt x="1106" y="499"/>
                </a:lnTo>
                <a:lnTo>
                  <a:pt x="1105" y="499"/>
                </a:lnTo>
                <a:lnTo>
                  <a:pt x="1102" y="502"/>
                </a:lnTo>
                <a:lnTo>
                  <a:pt x="1101" y="503"/>
                </a:lnTo>
                <a:lnTo>
                  <a:pt x="1099" y="505"/>
                </a:lnTo>
                <a:lnTo>
                  <a:pt x="1099" y="506"/>
                </a:lnTo>
                <a:lnTo>
                  <a:pt x="1098" y="507"/>
                </a:lnTo>
                <a:lnTo>
                  <a:pt x="1099" y="507"/>
                </a:lnTo>
                <a:lnTo>
                  <a:pt x="1099" y="508"/>
                </a:lnTo>
                <a:lnTo>
                  <a:pt x="1098" y="510"/>
                </a:lnTo>
                <a:lnTo>
                  <a:pt x="1097" y="511"/>
                </a:lnTo>
                <a:lnTo>
                  <a:pt x="1096" y="511"/>
                </a:lnTo>
                <a:lnTo>
                  <a:pt x="1096" y="513"/>
                </a:lnTo>
                <a:lnTo>
                  <a:pt x="1096" y="514"/>
                </a:lnTo>
                <a:lnTo>
                  <a:pt x="1096" y="515"/>
                </a:lnTo>
                <a:lnTo>
                  <a:pt x="1095" y="515"/>
                </a:lnTo>
                <a:lnTo>
                  <a:pt x="1094" y="515"/>
                </a:lnTo>
                <a:lnTo>
                  <a:pt x="1093" y="516"/>
                </a:lnTo>
                <a:lnTo>
                  <a:pt x="1093" y="517"/>
                </a:lnTo>
                <a:lnTo>
                  <a:pt x="1094" y="517"/>
                </a:lnTo>
                <a:lnTo>
                  <a:pt x="1095" y="517"/>
                </a:lnTo>
                <a:lnTo>
                  <a:pt x="1094" y="518"/>
                </a:lnTo>
                <a:lnTo>
                  <a:pt x="1093" y="520"/>
                </a:lnTo>
                <a:lnTo>
                  <a:pt x="1094" y="522"/>
                </a:lnTo>
                <a:lnTo>
                  <a:pt x="1095" y="523"/>
                </a:lnTo>
                <a:lnTo>
                  <a:pt x="1096" y="525"/>
                </a:lnTo>
                <a:lnTo>
                  <a:pt x="1096" y="526"/>
                </a:lnTo>
                <a:lnTo>
                  <a:pt x="1097" y="527"/>
                </a:lnTo>
                <a:lnTo>
                  <a:pt x="1098" y="527"/>
                </a:lnTo>
                <a:lnTo>
                  <a:pt x="1098" y="528"/>
                </a:lnTo>
                <a:lnTo>
                  <a:pt x="1099" y="527"/>
                </a:lnTo>
                <a:lnTo>
                  <a:pt x="1099" y="525"/>
                </a:lnTo>
                <a:lnTo>
                  <a:pt x="1100" y="525"/>
                </a:lnTo>
                <a:lnTo>
                  <a:pt x="1100" y="524"/>
                </a:lnTo>
                <a:lnTo>
                  <a:pt x="1101" y="522"/>
                </a:lnTo>
                <a:lnTo>
                  <a:pt x="1100" y="521"/>
                </a:lnTo>
                <a:lnTo>
                  <a:pt x="1099" y="521"/>
                </a:lnTo>
                <a:lnTo>
                  <a:pt x="1099" y="520"/>
                </a:lnTo>
                <a:lnTo>
                  <a:pt x="1100" y="519"/>
                </a:lnTo>
                <a:lnTo>
                  <a:pt x="1101" y="520"/>
                </a:lnTo>
                <a:lnTo>
                  <a:pt x="1103" y="521"/>
                </a:lnTo>
                <a:lnTo>
                  <a:pt x="1104" y="521"/>
                </a:lnTo>
                <a:lnTo>
                  <a:pt x="1105" y="521"/>
                </a:lnTo>
                <a:lnTo>
                  <a:pt x="1105" y="520"/>
                </a:lnTo>
                <a:lnTo>
                  <a:pt x="1106" y="520"/>
                </a:lnTo>
                <a:lnTo>
                  <a:pt x="1107" y="519"/>
                </a:lnTo>
                <a:lnTo>
                  <a:pt x="1107" y="518"/>
                </a:lnTo>
                <a:lnTo>
                  <a:pt x="1108" y="519"/>
                </a:lnTo>
                <a:lnTo>
                  <a:pt x="1108" y="520"/>
                </a:lnTo>
                <a:lnTo>
                  <a:pt x="1107" y="520"/>
                </a:lnTo>
                <a:lnTo>
                  <a:pt x="1108" y="521"/>
                </a:lnTo>
                <a:lnTo>
                  <a:pt x="1108" y="522"/>
                </a:lnTo>
                <a:lnTo>
                  <a:pt x="1107" y="522"/>
                </a:lnTo>
                <a:lnTo>
                  <a:pt x="1106" y="523"/>
                </a:lnTo>
                <a:lnTo>
                  <a:pt x="1105" y="523"/>
                </a:lnTo>
                <a:lnTo>
                  <a:pt x="1104" y="524"/>
                </a:lnTo>
                <a:lnTo>
                  <a:pt x="1103" y="526"/>
                </a:lnTo>
                <a:lnTo>
                  <a:pt x="1103" y="527"/>
                </a:lnTo>
                <a:lnTo>
                  <a:pt x="1102" y="528"/>
                </a:lnTo>
                <a:lnTo>
                  <a:pt x="1101" y="529"/>
                </a:lnTo>
                <a:lnTo>
                  <a:pt x="1101" y="530"/>
                </a:lnTo>
                <a:lnTo>
                  <a:pt x="1101" y="531"/>
                </a:lnTo>
                <a:lnTo>
                  <a:pt x="1101" y="533"/>
                </a:lnTo>
                <a:lnTo>
                  <a:pt x="1102" y="533"/>
                </a:lnTo>
                <a:lnTo>
                  <a:pt x="1104" y="534"/>
                </a:lnTo>
                <a:lnTo>
                  <a:pt x="1104" y="535"/>
                </a:lnTo>
                <a:lnTo>
                  <a:pt x="1105" y="535"/>
                </a:lnTo>
                <a:lnTo>
                  <a:pt x="1105" y="536"/>
                </a:lnTo>
                <a:lnTo>
                  <a:pt x="1104" y="536"/>
                </a:lnTo>
                <a:lnTo>
                  <a:pt x="1103" y="537"/>
                </a:lnTo>
                <a:lnTo>
                  <a:pt x="1103" y="538"/>
                </a:lnTo>
                <a:lnTo>
                  <a:pt x="1104" y="538"/>
                </a:lnTo>
                <a:lnTo>
                  <a:pt x="1104" y="539"/>
                </a:lnTo>
                <a:lnTo>
                  <a:pt x="1103" y="538"/>
                </a:lnTo>
                <a:lnTo>
                  <a:pt x="1102" y="538"/>
                </a:lnTo>
                <a:lnTo>
                  <a:pt x="1102" y="537"/>
                </a:lnTo>
                <a:lnTo>
                  <a:pt x="1101" y="536"/>
                </a:lnTo>
                <a:lnTo>
                  <a:pt x="1099" y="536"/>
                </a:lnTo>
                <a:lnTo>
                  <a:pt x="1098" y="537"/>
                </a:lnTo>
                <a:lnTo>
                  <a:pt x="1097" y="536"/>
                </a:lnTo>
                <a:lnTo>
                  <a:pt x="1096" y="536"/>
                </a:lnTo>
                <a:lnTo>
                  <a:pt x="1095" y="536"/>
                </a:lnTo>
                <a:lnTo>
                  <a:pt x="1094" y="535"/>
                </a:lnTo>
                <a:lnTo>
                  <a:pt x="1093" y="534"/>
                </a:lnTo>
                <a:lnTo>
                  <a:pt x="1091" y="534"/>
                </a:lnTo>
                <a:lnTo>
                  <a:pt x="1090" y="534"/>
                </a:lnTo>
                <a:lnTo>
                  <a:pt x="1089" y="534"/>
                </a:lnTo>
                <a:lnTo>
                  <a:pt x="1088" y="534"/>
                </a:lnTo>
                <a:lnTo>
                  <a:pt x="1088" y="533"/>
                </a:lnTo>
                <a:lnTo>
                  <a:pt x="1087" y="533"/>
                </a:lnTo>
                <a:lnTo>
                  <a:pt x="1086" y="532"/>
                </a:lnTo>
                <a:lnTo>
                  <a:pt x="1085" y="532"/>
                </a:lnTo>
                <a:lnTo>
                  <a:pt x="1084" y="531"/>
                </a:lnTo>
                <a:lnTo>
                  <a:pt x="1083" y="531"/>
                </a:lnTo>
                <a:lnTo>
                  <a:pt x="1082" y="531"/>
                </a:lnTo>
                <a:lnTo>
                  <a:pt x="1081" y="532"/>
                </a:lnTo>
                <a:lnTo>
                  <a:pt x="1080" y="532"/>
                </a:lnTo>
                <a:lnTo>
                  <a:pt x="1079" y="532"/>
                </a:lnTo>
                <a:lnTo>
                  <a:pt x="1078" y="532"/>
                </a:lnTo>
                <a:lnTo>
                  <a:pt x="1077" y="533"/>
                </a:lnTo>
                <a:lnTo>
                  <a:pt x="1076" y="534"/>
                </a:lnTo>
                <a:lnTo>
                  <a:pt x="1076" y="535"/>
                </a:lnTo>
                <a:lnTo>
                  <a:pt x="1075" y="535"/>
                </a:lnTo>
                <a:lnTo>
                  <a:pt x="1074" y="535"/>
                </a:lnTo>
                <a:lnTo>
                  <a:pt x="1072" y="535"/>
                </a:lnTo>
                <a:lnTo>
                  <a:pt x="1070" y="535"/>
                </a:lnTo>
                <a:lnTo>
                  <a:pt x="1068" y="535"/>
                </a:lnTo>
                <a:lnTo>
                  <a:pt x="1068" y="536"/>
                </a:lnTo>
                <a:lnTo>
                  <a:pt x="1067" y="535"/>
                </a:lnTo>
                <a:lnTo>
                  <a:pt x="1067" y="534"/>
                </a:lnTo>
                <a:lnTo>
                  <a:pt x="1065" y="533"/>
                </a:lnTo>
                <a:lnTo>
                  <a:pt x="1064" y="534"/>
                </a:lnTo>
                <a:lnTo>
                  <a:pt x="1064" y="533"/>
                </a:lnTo>
                <a:lnTo>
                  <a:pt x="1063" y="533"/>
                </a:lnTo>
                <a:lnTo>
                  <a:pt x="1063" y="532"/>
                </a:lnTo>
                <a:lnTo>
                  <a:pt x="1062" y="532"/>
                </a:lnTo>
                <a:lnTo>
                  <a:pt x="1061" y="531"/>
                </a:lnTo>
                <a:lnTo>
                  <a:pt x="1060" y="529"/>
                </a:lnTo>
                <a:lnTo>
                  <a:pt x="1059" y="528"/>
                </a:lnTo>
                <a:lnTo>
                  <a:pt x="1059" y="527"/>
                </a:lnTo>
                <a:lnTo>
                  <a:pt x="1060" y="527"/>
                </a:lnTo>
                <a:lnTo>
                  <a:pt x="1060" y="526"/>
                </a:lnTo>
                <a:lnTo>
                  <a:pt x="1060" y="524"/>
                </a:lnTo>
                <a:lnTo>
                  <a:pt x="1060" y="523"/>
                </a:lnTo>
                <a:lnTo>
                  <a:pt x="1060" y="522"/>
                </a:lnTo>
                <a:lnTo>
                  <a:pt x="1061" y="522"/>
                </a:lnTo>
                <a:lnTo>
                  <a:pt x="1061" y="523"/>
                </a:lnTo>
                <a:lnTo>
                  <a:pt x="1062" y="523"/>
                </a:lnTo>
                <a:lnTo>
                  <a:pt x="1064" y="523"/>
                </a:lnTo>
                <a:lnTo>
                  <a:pt x="1067" y="523"/>
                </a:lnTo>
                <a:lnTo>
                  <a:pt x="1067" y="524"/>
                </a:lnTo>
                <a:lnTo>
                  <a:pt x="1070" y="524"/>
                </a:lnTo>
                <a:lnTo>
                  <a:pt x="1071" y="523"/>
                </a:lnTo>
                <a:lnTo>
                  <a:pt x="1072" y="523"/>
                </a:lnTo>
                <a:lnTo>
                  <a:pt x="1072" y="522"/>
                </a:lnTo>
                <a:lnTo>
                  <a:pt x="1073" y="521"/>
                </a:lnTo>
                <a:lnTo>
                  <a:pt x="1074" y="521"/>
                </a:lnTo>
                <a:lnTo>
                  <a:pt x="1075" y="520"/>
                </a:lnTo>
                <a:lnTo>
                  <a:pt x="1076" y="520"/>
                </a:lnTo>
                <a:lnTo>
                  <a:pt x="1075" y="520"/>
                </a:lnTo>
                <a:lnTo>
                  <a:pt x="1075" y="519"/>
                </a:lnTo>
                <a:lnTo>
                  <a:pt x="1074" y="518"/>
                </a:lnTo>
                <a:lnTo>
                  <a:pt x="1073" y="518"/>
                </a:lnTo>
                <a:lnTo>
                  <a:pt x="1072" y="516"/>
                </a:lnTo>
                <a:lnTo>
                  <a:pt x="1072" y="515"/>
                </a:lnTo>
                <a:lnTo>
                  <a:pt x="1071" y="515"/>
                </a:lnTo>
                <a:lnTo>
                  <a:pt x="1070" y="515"/>
                </a:lnTo>
                <a:lnTo>
                  <a:pt x="1069" y="515"/>
                </a:lnTo>
                <a:lnTo>
                  <a:pt x="1068" y="515"/>
                </a:lnTo>
                <a:lnTo>
                  <a:pt x="1068" y="516"/>
                </a:lnTo>
                <a:lnTo>
                  <a:pt x="1067" y="517"/>
                </a:lnTo>
                <a:lnTo>
                  <a:pt x="1067" y="518"/>
                </a:lnTo>
                <a:lnTo>
                  <a:pt x="1066" y="518"/>
                </a:lnTo>
                <a:lnTo>
                  <a:pt x="1065" y="518"/>
                </a:lnTo>
                <a:lnTo>
                  <a:pt x="1064" y="518"/>
                </a:lnTo>
                <a:lnTo>
                  <a:pt x="1064" y="519"/>
                </a:lnTo>
                <a:lnTo>
                  <a:pt x="1064" y="520"/>
                </a:lnTo>
                <a:lnTo>
                  <a:pt x="1064" y="521"/>
                </a:lnTo>
                <a:lnTo>
                  <a:pt x="1062" y="522"/>
                </a:lnTo>
                <a:lnTo>
                  <a:pt x="1062" y="521"/>
                </a:lnTo>
                <a:lnTo>
                  <a:pt x="1060" y="520"/>
                </a:lnTo>
                <a:lnTo>
                  <a:pt x="1060" y="519"/>
                </a:lnTo>
                <a:lnTo>
                  <a:pt x="1058" y="518"/>
                </a:lnTo>
                <a:lnTo>
                  <a:pt x="1057" y="517"/>
                </a:lnTo>
                <a:lnTo>
                  <a:pt x="1055" y="516"/>
                </a:lnTo>
                <a:lnTo>
                  <a:pt x="1054" y="516"/>
                </a:lnTo>
                <a:lnTo>
                  <a:pt x="1053" y="516"/>
                </a:lnTo>
                <a:lnTo>
                  <a:pt x="1052" y="516"/>
                </a:lnTo>
                <a:lnTo>
                  <a:pt x="1050" y="516"/>
                </a:lnTo>
                <a:lnTo>
                  <a:pt x="1049" y="516"/>
                </a:lnTo>
                <a:lnTo>
                  <a:pt x="1047" y="517"/>
                </a:lnTo>
                <a:lnTo>
                  <a:pt x="1045" y="517"/>
                </a:lnTo>
                <a:lnTo>
                  <a:pt x="1044" y="518"/>
                </a:lnTo>
                <a:lnTo>
                  <a:pt x="1043" y="518"/>
                </a:lnTo>
                <a:lnTo>
                  <a:pt x="1042" y="518"/>
                </a:lnTo>
                <a:lnTo>
                  <a:pt x="1041" y="519"/>
                </a:lnTo>
                <a:lnTo>
                  <a:pt x="1040" y="519"/>
                </a:lnTo>
                <a:lnTo>
                  <a:pt x="1039" y="519"/>
                </a:lnTo>
                <a:lnTo>
                  <a:pt x="1038" y="519"/>
                </a:lnTo>
                <a:lnTo>
                  <a:pt x="1037" y="520"/>
                </a:lnTo>
                <a:lnTo>
                  <a:pt x="1037" y="519"/>
                </a:lnTo>
                <a:lnTo>
                  <a:pt x="1038" y="519"/>
                </a:lnTo>
                <a:lnTo>
                  <a:pt x="1038" y="518"/>
                </a:lnTo>
                <a:lnTo>
                  <a:pt x="1038" y="517"/>
                </a:lnTo>
                <a:lnTo>
                  <a:pt x="1037" y="517"/>
                </a:lnTo>
                <a:lnTo>
                  <a:pt x="1037" y="516"/>
                </a:lnTo>
                <a:lnTo>
                  <a:pt x="1039" y="515"/>
                </a:lnTo>
                <a:lnTo>
                  <a:pt x="1040" y="513"/>
                </a:lnTo>
                <a:lnTo>
                  <a:pt x="1043" y="512"/>
                </a:lnTo>
                <a:lnTo>
                  <a:pt x="1043" y="511"/>
                </a:lnTo>
                <a:lnTo>
                  <a:pt x="1043" y="510"/>
                </a:lnTo>
                <a:lnTo>
                  <a:pt x="1044" y="510"/>
                </a:lnTo>
                <a:lnTo>
                  <a:pt x="1046" y="509"/>
                </a:lnTo>
                <a:lnTo>
                  <a:pt x="1046" y="508"/>
                </a:lnTo>
                <a:lnTo>
                  <a:pt x="1046" y="505"/>
                </a:lnTo>
                <a:lnTo>
                  <a:pt x="1048" y="505"/>
                </a:lnTo>
                <a:lnTo>
                  <a:pt x="1049" y="504"/>
                </a:lnTo>
                <a:lnTo>
                  <a:pt x="1050" y="503"/>
                </a:lnTo>
                <a:lnTo>
                  <a:pt x="1051" y="503"/>
                </a:lnTo>
                <a:lnTo>
                  <a:pt x="1052" y="501"/>
                </a:lnTo>
                <a:lnTo>
                  <a:pt x="1052" y="498"/>
                </a:lnTo>
                <a:lnTo>
                  <a:pt x="1051" y="497"/>
                </a:lnTo>
                <a:lnTo>
                  <a:pt x="1051" y="496"/>
                </a:lnTo>
                <a:lnTo>
                  <a:pt x="1051" y="495"/>
                </a:lnTo>
                <a:lnTo>
                  <a:pt x="1051" y="494"/>
                </a:lnTo>
                <a:lnTo>
                  <a:pt x="1052" y="494"/>
                </a:lnTo>
                <a:lnTo>
                  <a:pt x="1052" y="493"/>
                </a:lnTo>
                <a:lnTo>
                  <a:pt x="1053" y="492"/>
                </a:lnTo>
                <a:lnTo>
                  <a:pt x="1052" y="491"/>
                </a:lnTo>
                <a:lnTo>
                  <a:pt x="1052" y="492"/>
                </a:lnTo>
                <a:lnTo>
                  <a:pt x="1052" y="493"/>
                </a:lnTo>
                <a:lnTo>
                  <a:pt x="1052" y="494"/>
                </a:lnTo>
                <a:lnTo>
                  <a:pt x="1050" y="494"/>
                </a:lnTo>
                <a:lnTo>
                  <a:pt x="1049" y="493"/>
                </a:lnTo>
                <a:lnTo>
                  <a:pt x="1049" y="494"/>
                </a:lnTo>
                <a:lnTo>
                  <a:pt x="1049" y="495"/>
                </a:lnTo>
                <a:lnTo>
                  <a:pt x="1050" y="495"/>
                </a:lnTo>
                <a:lnTo>
                  <a:pt x="1051" y="497"/>
                </a:lnTo>
                <a:lnTo>
                  <a:pt x="1051" y="499"/>
                </a:lnTo>
                <a:lnTo>
                  <a:pt x="1050" y="500"/>
                </a:lnTo>
                <a:lnTo>
                  <a:pt x="1050" y="501"/>
                </a:lnTo>
                <a:lnTo>
                  <a:pt x="1049" y="501"/>
                </a:lnTo>
                <a:lnTo>
                  <a:pt x="1049" y="502"/>
                </a:lnTo>
                <a:lnTo>
                  <a:pt x="1048" y="502"/>
                </a:lnTo>
                <a:lnTo>
                  <a:pt x="1047" y="502"/>
                </a:lnTo>
                <a:lnTo>
                  <a:pt x="1047" y="503"/>
                </a:lnTo>
                <a:lnTo>
                  <a:pt x="1046" y="503"/>
                </a:lnTo>
                <a:lnTo>
                  <a:pt x="1045" y="504"/>
                </a:lnTo>
                <a:lnTo>
                  <a:pt x="1045" y="506"/>
                </a:lnTo>
                <a:lnTo>
                  <a:pt x="1045" y="507"/>
                </a:lnTo>
                <a:lnTo>
                  <a:pt x="1044" y="508"/>
                </a:lnTo>
                <a:lnTo>
                  <a:pt x="1043" y="509"/>
                </a:lnTo>
                <a:lnTo>
                  <a:pt x="1042" y="510"/>
                </a:lnTo>
                <a:lnTo>
                  <a:pt x="1042" y="511"/>
                </a:lnTo>
                <a:lnTo>
                  <a:pt x="1041" y="511"/>
                </a:lnTo>
                <a:lnTo>
                  <a:pt x="1040" y="511"/>
                </a:lnTo>
                <a:lnTo>
                  <a:pt x="1037" y="510"/>
                </a:lnTo>
                <a:lnTo>
                  <a:pt x="1036" y="510"/>
                </a:lnTo>
                <a:lnTo>
                  <a:pt x="1033" y="510"/>
                </a:lnTo>
                <a:lnTo>
                  <a:pt x="1032" y="510"/>
                </a:lnTo>
                <a:lnTo>
                  <a:pt x="1031" y="510"/>
                </a:lnTo>
                <a:lnTo>
                  <a:pt x="1030" y="511"/>
                </a:lnTo>
                <a:lnTo>
                  <a:pt x="1029" y="511"/>
                </a:lnTo>
                <a:lnTo>
                  <a:pt x="1028" y="511"/>
                </a:lnTo>
                <a:lnTo>
                  <a:pt x="1028" y="512"/>
                </a:lnTo>
                <a:lnTo>
                  <a:pt x="1026" y="513"/>
                </a:lnTo>
                <a:lnTo>
                  <a:pt x="1025" y="514"/>
                </a:lnTo>
                <a:lnTo>
                  <a:pt x="1026" y="514"/>
                </a:lnTo>
                <a:lnTo>
                  <a:pt x="1026" y="515"/>
                </a:lnTo>
                <a:lnTo>
                  <a:pt x="1025" y="515"/>
                </a:lnTo>
                <a:lnTo>
                  <a:pt x="1025" y="516"/>
                </a:lnTo>
                <a:lnTo>
                  <a:pt x="1024" y="516"/>
                </a:lnTo>
                <a:lnTo>
                  <a:pt x="1024" y="517"/>
                </a:lnTo>
                <a:lnTo>
                  <a:pt x="1025" y="518"/>
                </a:lnTo>
                <a:lnTo>
                  <a:pt x="1027" y="519"/>
                </a:lnTo>
                <a:lnTo>
                  <a:pt x="1028" y="518"/>
                </a:lnTo>
                <a:lnTo>
                  <a:pt x="1029" y="519"/>
                </a:lnTo>
                <a:lnTo>
                  <a:pt x="1029" y="520"/>
                </a:lnTo>
                <a:lnTo>
                  <a:pt x="1029" y="521"/>
                </a:lnTo>
                <a:lnTo>
                  <a:pt x="1029" y="522"/>
                </a:lnTo>
                <a:lnTo>
                  <a:pt x="1028" y="522"/>
                </a:lnTo>
                <a:lnTo>
                  <a:pt x="1026" y="522"/>
                </a:lnTo>
                <a:lnTo>
                  <a:pt x="1027" y="521"/>
                </a:lnTo>
                <a:lnTo>
                  <a:pt x="1026" y="520"/>
                </a:lnTo>
                <a:lnTo>
                  <a:pt x="1025" y="520"/>
                </a:lnTo>
                <a:lnTo>
                  <a:pt x="1024" y="520"/>
                </a:lnTo>
                <a:lnTo>
                  <a:pt x="1023" y="519"/>
                </a:lnTo>
                <a:lnTo>
                  <a:pt x="1022" y="519"/>
                </a:lnTo>
                <a:lnTo>
                  <a:pt x="1022" y="518"/>
                </a:lnTo>
                <a:lnTo>
                  <a:pt x="1022" y="517"/>
                </a:lnTo>
                <a:lnTo>
                  <a:pt x="1023" y="517"/>
                </a:lnTo>
                <a:lnTo>
                  <a:pt x="1024" y="516"/>
                </a:lnTo>
                <a:lnTo>
                  <a:pt x="1023" y="516"/>
                </a:lnTo>
                <a:lnTo>
                  <a:pt x="1022" y="516"/>
                </a:lnTo>
                <a:lnTo>
                  <a:pt x="1021" y="515"/>
                </a:lnTo>
                <a:lnTo>
                  <a:pt x="1020" y="515"/>
                </a:lnTo>
                <a:lnTo>
                  <a:pt x="1020" y="516"/>
                </a:lnTo>
                <a:lnTo>
                  <a:pt x="1019" y="516"/>
                </a:lnTo>
                <a:lnTo>
                  <a:pt x="1017" y="516"/>
                </a:lnTo>
                <a:lnTo>
                  <a:pt x="1016" y="517"/>
                </a:lnTo>
                <a:lnTo>
                  <a:pt x="1015" y="517"/>
                </a:lnTo>
                <a:lnTo>
                  <a:pt x="1013" y="519"/>
                </a:lnTo>
                <a:lnTo>
                  <a:pt x="1012" y="519"/>
                </a:lnTo>
                <a:lnTo>
                  <a:pt x="1010" y="519"/>
                </a:lnTo>
                <a:lnTo>
                  <a:pt x="1009" y="520"/>
                </a:lnTo>
                <a:lnTo>
                  <a:pt x="1008" y="520"/>
                </a:lnTo>
                <a:lnTo>
                  <a:pt x="1007" y="520"/>
                </a:lnTo>
                <a:lnTo>
                  <a:pt x="1005" y="521"/>
                </a:lnTo>
                <a:lnTo>
                  <a:pt x="1004" y="522"/>
                </a:lnTo>
                <a:lnTo>
                  <a:pt x="1003" y="521"/>
                </a:lnTo>
                <a:lnTo>
                  <a:pt x="1003" y="520"/>
                </a:lnTo>
                <a:lnTo>
                  <a:pt x="1002" y="521"/>
                </a:lnTo>
                <a:lnTo>
                  <a:pt x="1003" y="521"/>
                </a:lnTo>
                <a:lnTo>
                  <a:pt x="1003" y="522"/>
                </a:lnTo>
                <a:lnTo>
                  <a:pt x="1002" y="522"/>
                </a:lnTo>
                <a:lnTo>
                  <a:pt x="1002" y="523"/>
                </a:lnTo>
                <a:lnTo>
                  <a:pt x="1002" y="525"/>
                </a:lnTo>
                <a:lnTo>
                  <a:pt x="1002" y="527"/>
                </a:lnTo>
                <a:lnTo>
                  <a:pt x="1002" y="528"/>
                </a:lnTo>
                <a:lnTo>
                  <a:pt x="1002" y="529"/>
                </a:lnTo>
                <a:lnTo>
                  <a:pt x="1003" y="529"/>
                </a:lnTo>
                <a:lnTo>
                  <a:pt x="1003" y="530"/>
                </a:lnTo>
                <a:lnTo>
                  <a:pt x="1001" y="530"/>
                </a:lnTo>
                <a:lnTo>
                  <a:pt x="1000" y="531"/>
                </a:lnTo>
                <a:lnTo>
                  <a:pt x="999" y="531"/>
                </a:lnTo>
                <a:lnTo>
                  <a:pt x="998" y="532"/>
                </a:lnTo>
                <a:lnTo>
                  <a:pt x="998" y="533"/>
                </a:lnTo>
                <a:lnTo>
                  <a:pt x="998" y="534"/>
                </a:lnTo>
                <a:lnTo>
                  <a:pt x="998" y="535"/>
                </a:lnTo>
                <a:lnTo>
                  <a:pt x="999" y="536"/>
                </a:lnTo>
                <a:lnTo>
                  <a:pt x="1000" y="536"/>
                </a:lnTo>
                <a:lnTo>
                  <a:pt x="1001" y="537"/>
                </a:lnTo>
                <a:lnTo>
                  <a:pt x="1001" y="538"/>
                </a:lnTo>
                <a:lnTo>
                  <a:pt x="1000" y="538"/>
                </a:lnTo>
                <a:lnTo>
                  <a:pt x="1000" y="539"/>
                </a:lnTo>
                <a:lnTo>
                  <a:pt x="999" y="539"/>
                </a:lnTo>
                <a:lnTo>
                  <a:pt x="998" y="540"/>
                </a:lnTo>
                <a:lnTo>
                  <a:pt x="996" y="540"/>
                </a:lnTo>
                <a:lnTo>
                  <a:pt x="993" y="543"/>
                </a:lnTo>
                <a:lnTo>
                  <a:pt x="991" y="544"/>
                </a:lnTo>
                <a:lnTo>
                  <a:pt x="991" y="543"/>
                </a:lnTo>
                <a:lnTo>
                  <a:pt x="990" y="542"/>
                </a:lnTo>
                <a:lnTo>
                  <a:pt x="989" y="542"/>
                </a:lnTo>
                <a:lnTo>
                  <a:pt x="988" y="542"/>
                </a:lnTo>
                <a:lnTo>
                  <a:pt x="987" y="542"/>
                </a:lnTo>
                <a:lnTo>
                  <a:pt x="986" y="541"/>
                </a:lnTo>
                <a:lnTo>
                  <a:pt x="986" y="540"/>
                </a:lnTo>
                <a:lnTo>
                  <a:pt x="986" y="538"/>
                </a:lnTo>
                <a:lnTo>
                  <a:pt x="986" y="537"/>
                </a:lnTo>
                <a:lnTo>
                  <a:pt x="986" y="536"/>
                </a:lnTo>
                <a:lnTo>
                  <a:pt x="986" y="535"/>
                </a:lnTo>
                <a:lnTo>
                  <a:pt x="986" y="534"/>
                </a:lnTo>
                <a:lnTo>
                  <a:pt x="985" y="534"/>
                </a:lnTo>
                <a:lnTo>
                  <a:pt x="982" y="532"/>
                </a:lnTo>
                <a:lnTo>
                  <a:pt x="980" y="532"/>
                </a:lnTo>
                <a:lnTo>
                  <a:pt x="979" y="533"/>
                </a:lnTo>
                <a:lnTo>
                  <a:pt x="977" y="533"/>
                </a:lnTo>
                <a:lnTo>
                  <a:pt x="976" y="533"/>
                </a:lnTo>
                <a:lnTo>
                  <a:pt x="975" y="533"/>
                </a:lnTo>
                <a:lnTo>
                  <a:pt x="974" y="532"/>
                </a:lnTo>
                <a:lnTo>
                  <a:pt x="973" y="531"/>
                </a:lnTo>
                <a:lnTo>
                  <a:pt x="973" y="530"/>
                </a:lnTo>
                <a:lnTo>
                  <a:pt x="972" y="530"/>
                </a:lnTo>
                <a:lnTo>
                  <a:pt x="971" y="530"/>
                </a:lnTo>
                <a:lnTo>
                  <a:pt x="971" y="531"/>
                </a:lnTo>
                <a:lnTo>
                  <a:pt x="970" y="532"/>
                </a:lnTo>
                <a:lnTo>
                  <a:pt x="969" y="532"/>
                </a:lnTo>
                <a:lnTo>
                  <a:pt x="970" y="533"/>
                </a:lnTo>
                <a:lnTo>
                  <a:pt x="973" y="534"/>
                </a:lnTo>
                <a:lnTo>
                  <a:pt x="973" y="536"/>
                </a:lnTo>
                <a:lnTo>
                  <a:pt x="972" y="536"/>
                </a:lnTo>
                <a:lnTo>
                  <a:pt x="972" y="537"/>
                </a:lnTo>
                <a:lnTo>
                  <a:pt x="972" y="538"/>
                </a:lnTo>
                <a:lnTo>
                  <a:pt x="973" y="537"/>
                </a:lnTo>
                <a:lnTo>
                  <a:pt x="974" y="538"/>
                </a:lnTo>
                <a:lnTo>
                  <a:pt x="975" y="538"/>
                </a:lnTo>
                <a:lnTo>
                  <a:pt x="975" y="539"/>
                </a:lnTo>
                <a:lnTo>
                  <a:pt x="976" y="539"/>
                </a:lnTo>
                <a:lnTo>
                  <a:pt x="977" y="539"/>
                </a:lnTo>
                <a:lnTo>
                  <a:pt x="978" y="538"/>
                </a:lnTo>
                <a:lnTo>
                  <a:pt x="979" y="538"/>
                </a:lnTo>
                <a:lnTo>
                  <a:pt x="980" y="538"/>
                </a:lnTo>
                <a:lnTo>
                  <a:pt x="981" y="539"/>
                </a:lnTo>
                <a:lnTo>
                  <a:pt x="982" y="540"/>
                </a:lnTo>
                <a:lnTo>
                  <a:pt x="983" y="540"/>
                </a:lnTo>
                <a:lnTo>
                  <a:pt x="984" y="541"/>
                </a:lnTo>
                <a:lnTo>
                  <a:pt x="986" y="542"/>
                </a:lnTo>
                <a:lnTo>
                  <a:pt x="986" y="543"/>
                </a:lnTo>
                <a:lnTo>
                  <a:pt x="987" y="543"/>
                </a:lnTo>
                <a:lnTo>
                  <a:pt x="988" y="543"/>
                </a:lnTo>
                <a:lnTo>
                  <a:pt x="989" y="543"/>
                </a:lnTo>
                <a:lnTo>
                  <a:pt x="989" y="544"/>
                </a:lnTo>
                <a:lnTo>
                  <a:pt x="989" y="545"/>
                </a:lnTo>
                <a:lnTo>
                  <a:pt x="990" y="546"/>
                </a:lnTo>
                <a:lnTo>
                  <a:pt x="989" y="547"/>
                </a:lnTo>
                <a:lnTo>
                  <a:pt x="987" y="548"/>
                </a:lnTo>
                <a:lnTo>
                  <a:pt x="985" y="551"/>
                </a:lnTo>
                <a:lnTo>
                  <a:pt x="984" y="552"/>
                </a:lnTo>
                <a:lnTo>
                  <a:pt x="982" y="554"/>
                </a:lnTo>
                <a:lnTo>
                  <a:pt x="982" y="556"/>
                </a:lnTo>
                <a:lnTo>
                  <a:pt x="981" y="557"/>
                </a:lnTo>
                <a:lnTo>
                  <a:pt x="981" y="558"/>
                </a:lnTo>
                <a:lnTo>
                  <a:pt x="980" y="560"/>
                </a:lnTo>
                <a:lnTo>
                  <a:pt x="979" y="561"/>
                </a:lnTo>
                <a:lnTo>
                  <a:pt x="979" y="562"/>
                </a:lnTo>
                <a:lnTo>
                  <a:pt x="979" y="563"/>
                </a:lnTo>
                <a:lnTo>
                  <a:pt x="979" y="564"/>
                </a:lnTo>
                <a:lnTo>
                  <a:pt x="979" y="565"/>
                </a:lnTo>
                <a:lnTo>
                  <a:pt x="979" y="566"/>
                </a:lnTo>
                <a:lnTo>
                  <a:pt x="979" y="568"/>
                </a:lnTo>
                <a:lnTo>
                  <a:pt x="981" y="569"/>
                </a:lnTo>
                <a:lnTo>
                  <a:pt x="982" y="569"/>
                </a:lnTo>
                <a:lnTo>
                  <a:pt x="982" y="570"/>
                </a:lnTo>
                <a:lnTo>
                  <a:pt x="982" y="572"/>
                </a:lnTo>
                <a:lnTo>
                  <a:pt x="981" y="573"/>
                </a:lnTo>
                <a:lnTo>
                  <a:pt x="980" y="573"/>
                </a:lnTo>
                <a:lnTo>
                  <a:pt x="979" y="573"/>
                </a:lnTo>
                <a:lnTo>
                  <a:pt x="978" y="572"/>
                </a:lnTo>
                <a:lnTo>
                  <a:pt x="977" y="573"/>
                </a:lnTo>
                <a:lnTo>
                  <a:pt x="977" y="574"/>
                </a:lnTo>
                <a:lnTo>
                  <a:pt x="976" y="575"/>
                </a:lnTo>
                <a:lnTo>
                  <a:pt x="976" y="574"/>
                </a:lnTo>
                <a:lnTo>
                  <a:pt x="976" y="573"/>
                </a:lnTo>
                <a:lnTo>
                  <a:pt x="976" y="572"/>
                </a:lnTo>
                <a:lnTo>
                  <a:pt x="977" y="572"/>
                </a:lnTo>
                <a:lnTo>
                  <a:pt x="977" y="571"/>
                </a:lnTo>
                <a:lnTo>
                  <a:pt x="977" y="570"/>
                </a:lnTo>
                <a:lnTo>
                  <a:pt x="976" y="570"/>
                </a:lnTo>
                <a:lnTo>
                  <a:pt x="977" y="569"/>
                </a:lnTo>
                <a:lnTo>
                  <a:pt x="977" y="568"/>
                </a:lnTo>
                <a:lnTo>
                  <a:pt x="977" y="566"/>
                </a:lnTo>
                <a:lnTo>
                  <a:pt x="976" y="565"/>
                </a:lnTo>
                <a:lnTo>
                  <a:pt x="975" y="565"/>
                </a:lnTo>
                <a:lnTo>
                  <a:pt x="974" y="564"/>
                </a:lnTo>
                <a:lnTo>
                  <a:pt x="973" y="564"/>
                </a:lnTo>
                <a:lnTo>
                  <a:pt x="972" y="564"/>
                </a:lnTo>
                <a:lnTo>
                  <a:pt x="971" y="564"/>
                </a:lnTo>
                <a:lnTo>
                  <a:pt x="970" y="563"/>
                </a:lnTo>
                <a:lnTo>
                  <a:pt x="969" y="563"/>
                </a:lnTo>
                <a:lnTo>
                  <a:pt x="968" y="564"/>
                </a:lnTo>
                <a:lnTo>
                  <a:pt x="967" y="564"/>
                </a:lnTo>
                <a:lnTo>
                  <a:pt x="965" y="564"/>
                </a:lnTo>
                <a:lnTo>
                  <a:pt x="964" y="564"/>
                </a:lnTo>
                <a:lnTo>
                  <a:pt x="964" y="565"/>
                </a:lnTo>
                <a:lnTo>
                  <a:pt x="963" y="565"/>
                </a:lnTo>
                <a:lnTo>
                  <a:pt x="962" y="566"/>
                </a:lnTo>
                <a:lnTo>
                  <a:pt x="960" y="567"/>
                </a:lnTo>
                <a:lnTo>
                  <a:pt x="959" y="566"/>
                </a:lnTo>
                <a:lnTo>
                  <a:pt x="959" y="565"/>
                </a:lnTo>
                <a:lnTo>
                  <a:pt x="957" y="565"/>
                </a:lnTo>
                <a:lnTo>
                  <a:pt x="956" y="566"/>
                </a:lnTo>
                <a:lnTo>
                  <a:pt x="954" y="566"/>
                </a:lnTo>
                <a:lnTo>
                  <a:pt x="953" y="566"/>
                </a:lnTo>
                <a:lnTo>
                  <a:pt x="953" y="567"/>
                </a:lnTo>
                <a:lnTo>
                  <a:pt x="951" y="568"/>
                </a:lnTo>
                <a:lnTo>
                  <a:pt x="951" y="567"/>
                </a:lnTo>
                <a:lnTo>
                  <a:pt x="950" y="566"/>
                </a:lnTo>
                <a:lnTo>
                  <a:pt x="949" y="566"/>
                </a:lnTo>
                <a:lnTo>
                  <a:pt x="948" y="565"/>
                </a:lnTo>
                <a:lnTo>
                  <a:pt x="947" y="565"/>
                </a:lnTo>
                <a:lnTo>
                  <a:pt x="947" y="564"/>
                </a:lnTo>
                <a:lnTo>
                  <a:pt x="948" y="563"/>
                </a:lnTo>
                <a:lnTo>
                  <a:pt x="948" y="562"/>
                </a:lnTo>
                <a:lnTo>
                  <a:pt x="948" y="561"/>
                </a:lnTo>
                <a:lnTo>
                  <a:pt x="948" y="560"/>
                </a:lnTo>
                <a:lnTo>
                  <a:pt x="948" y="559"/>
                </a:lnTo>
                <a:lnTo>
                  <a:pt x="949" y="559"/>
                </a:lnTo>
                <a:lnTo>
                  <a:pt x="949" y="558"/>
                </a:lnTo>
                <a:lnTo>
                  <a:pt x="947" y="557"/>
                </a:lnTo>
                <a:lnTo>
                  <a:pt x="946" y="556"/>
                </a:lnTo>
                <a:lnTo>
                  <a:pt x="945" y="555"/>
                </a:lnTo>
                <a:lnTo>
                  <a:pt x="945" y="554"/>
                </a:lnTo>
                <a:lnTo>
                  <a:pt x="946" y="554"/>
                </a:lnTo>
                <a:lnTo>
                  <a:pt x="946" y="553"/>
                </a:lnTo>
                <a:lnTo>
                  <a:pt x="947" y="551"/>
                </a:lnTo>
                <a:lnTo>
                  <a:pt x="947" y="550"/>
                </a:lnTo>
                <a:lnTo>
                  <a:pt x="948" y="550"/>
                </a:lnTo>
                <a:lnTo>
                  <a:pt x="948" y="549"/>
                </a:lnTo>
                <a:lnTo>
                  <a:pt x="948" y="548"/>
                </a:lnTo>
                <a:lnTo>
                  <a:pt x="948" y="547"/>
                </a:lnTo>
                <a:lnTo>
                  <a:pt x="947" y="546"/>
                </a:lnTo>
                <a:lnTo>
                  <a:pt x="946" y="545"/>
                </a:lnTo>
                <a:lnTo>
                  <a:pt x="946" y="544"/>
                </a:lnTo>
                <a:lnTo>
                  <a:pt x="945" y="544"/>
                </a:lnTo>
                <a:lnTo>
                  <a:pt x="945" y="543"/>
                </a:lnTo>
                <a:lnTo>
                  <a:pt x="946" y="543"/>
                </a:lnTo>
                <a:lnTo>
                  <a:pt x="946" y="542"/>
                </a:lnTo>
                <a:lnTo>
                  <a:pt x="946" y="541"/>
                </a:lnTo>
                <a:lnTo>
                  <a:pt x="945" y="540"/>
                </a:lnTo>
                <a:lnTo>
                  <a:pt x="945" y="539"/>
                </a:lnTo>
                <a:lnTo>
                  <a:pt x="946" y="537"/>
                </a:lnTo>
                <a:lnTo>
                  <a:pt x="947" y="536"/>
                </a:lnTo>
                <a:lnTo>
                  <a:pt x="948" y="535"/>
                </a:lnTo>
                <a:lnTo>
                  <a:pt x="948" y="534"/>
                </a:lnTo>
                <a:lnTo>
                  <a:pt x="949" y="534"/>
                </a:lnTo>
                <a:lnTo>
                  <a:pt x="951" y="533"/>
                </a:lnTo>
                <a:lnTo>
                  <a:pt x="952" y="533"/>
                </a:lnTo>
                <a:lnTo>
                  <a:pt x="954" y="530"/>
                </a:lnTo>
                <a:lnTo>
                  <a:pt x="955" y="530"/>
                </a:lnTo>
                <a:lnTo>
                  <a:pt x="955" y="529"/>
                </a:lnTo>
                <a:lnTo>
                  <a:pt x="956" y="530"/>
                </a:lnTo>
                <a:lnTo>
                  <a:pt x="957" y="529"/>
                </a:lnTo>
                <a:lnTo>
                  <a:pt x="959" y="528"/>
                </a:lnTo>
                <a:lnTo>
                  <a:pt x="960" y="527"/>
                </a:lnTo>
                <a:lnTo>
                  <a:pt x="960" y="526"/>
                </a:lnTo>
                <a:lnTo>
                  <a:pt x="960" y="525"/>
                </a:lnTo>
                <a:lnTo>
                  <a:pt x="959" y="525"/>
                </a:lnTo>
                <a:lnTo>
                  <a:pt x="958" y="524"/>
                </a:lnTo>
                <a:lnTo>
                  <a:pt x="957" y="523"/>
                </a:lnTo>
                <a:lnTo>
                  <a:pt x="956" y="523"/>
                </a:lnTo>
                <a:lnTo>
                  <a:pt x="955" y="521"/>
                </a:lnTo>
                <a:lnTo>
                  <a:pt x="954" y="521"/>
                </a:lnTo>
                <a:lnTo>
                  <a:pt x="954" y="520"/>
                </a:lnTo>
                <a:lnTo>
                  <a:pt x="954" y="519"/>
                </a:lnTo>
                <a:lnTo>
                  <a:pt x="953" y="519"/>
                </a:lnTo>
                <a:lnTo>
                  <a:pt x="953" y="520"/>
                </a:lnTo>
                <a:lnTo>
                  <a:pt x="953" y="519"/>
                </a:lnTo>
                <a:lnTo>
                  <a:pt x="951" y="518"/>
                </a:lnTo>
                <a:lnTo>
                  <a:pt x="951" y="517"/>
                </a:lnTo>
                <a:lnTo>
                  <a:pt x="951" y="518"/>
                </a:lnTo>
                <a:lnTo>
                  <a:pt x="952" y="518"/>
                </a:lnTo>
                <a:lnTo>
                  <a:pt x="953" y="520"/>
                </a:lnTo>
                <a:lnTo>
                  <a:pt x="953" y="521"/>
                </a:lnTo>
                <a:lnTo>
                  <a:pt x="952" y="522"/>
                </a:lnTo>
                <a:lnTo>
                  <a:pt x="952" y="521"/>
                </a:lnTo>
                <a:lnTo>
                  <a:pt x="951" y="520"/>
                </a:lnTo>
                <a:lnTo>
                  <a:pt x="951" y="519"/>
                </a:lnTo>
                <a:lnTo>
                  <a:pt x="950" y="519"/>
                </a:lnTo>
                <a:lnTo>
                  <a:pt x="949" y="519"/>
                </a:lnTo>
                <a:lnTo>
                  <a:pt x="949" y="520"/>
                </a:lnTo>
                <a:lnTo>
                  <a:pt x="950" y="520"/>
                </a:lnTo>
                <a:lnTo>
                  <a:pt x="950" y="521"/>
                </a:lnTo>
                <a:lnTo>
                  <a:pt x="951" y="522"/>
                </a:lnTo>
                <a:lnTo>
                  <a:pt x="951" y="523"/>
                </a:lnTo>
                <a:lnTo>
                  <a:pt x="951" y="524"/>
                </a:lnTo>
                <a:lnTo>
                  <a:pt x="951" y="526"/>
                </a:lnTo>
                <a:lnTo>
                  <a:pt x="950" y="526"/>
                </a:lnTo>
                <a:lnTo>
                  <a:pt x="950" y="528"/>
                </a:lnTo>
                <a:lnTo>
                  <a:pt x="949" y="528"/>
                </a:lnTo>
                <a:lnTo>
                  <a:pt x="948" y="528"/>
                </a:lnTo>
                <a:lnTo>
                  <a:pt x="947" y="529"/>
                </a:lnTo>
                <a:lnTo>
                  <a:pt x="946" y="530"/>
                </a:lnTo>
                <a:lnTo>
                  <a:pt x="945" y="530"/>
                </a:lnTo>
                <a:lnTo>
                  <a:pt x="944" y="530"/>
                </a:lnTo>
                <a:lnTo>
                  <a:pt x="943" y="530"/>
                </a:lnTo>
                <a:lnTo>
                  <a:pt x="942" y="530"/>
                </a:lnTo>
                <a:lnTo>
                  <a:pt x="942" y="529"/>
                </a:lnTo>
                <a:lnTo>
                  <a:pt x="941" y="529"/>
                </a:lnTo>
                <a:lnTo>
                  <a:pt x="941" y="528"/>
                </a:lnTo>
                <a:lnTo>
                  <a:pt x="941" y="527"/>
                </a:lnTo>
                <a:lnTo>
                  <a:pt x="940" y="527"/>
                </a:lnTo>
                <a:lnTo>
                  <a:pt x="939" y="526"/>
                </a:lnTo>
                <a:lnTo>
                  <a:pt x="939" y="527"/>
                </a:lnTo>
                <a:lnTo>
                  <a:pt x="939" y="528"/>
                </a:lnTo>
                <a:lnTo>
                  <a:pt x="938" y="528"/>
                </a:lnTo>
                <a:lnTo>
                  <a:pt x="937" y="528"/>
                </a:lnTo>
                <a:lnTo>
                  <a:pt x="935" y="528"/>
                </a:lnTo>
                <a:lnTo>
                  <a:pt x="934" y="529"/>
                </a:lnTo>
                <a:lnTo>
                  <a:pt x="934" y="530"/>
                </a:lnTo>
                <a:lnTo>
                  <a:pt x="935" y="531"/>
                </a:lnTo>
                <a:lnTo>
                  <a:pt x="934" y="531"/>
                </a:lnTo>
                <a:lnTo>
                  <a:pt x="933" y="532"/>
                </a:lnTo>
                <a:lnTo>
                  <a:pt x="933" y="531"/>
                </a:lnTo>
                <a:lnTo>
                  <a:pt x="932" y="532"/>
                </a:lnTo>
                <a:lnTo>
                  <a:pt x="929" y="533"/>
                </a:lnTo>
                <a:lnTo>
                  <a:pt x="928" y="533"/>
                </a:lnTo>
                <a:lnTo>
                  <a:pt x="926" y="534"/>
                </a:lnTo>
                <a:lnTo>
                  <a:pt x="926" y="535"/>
                </a:lnTo>
                <a:lnTo>
                  <a:pt x="926" y="536"/>
                </a:lnTo>
                <a:lnTo>
                  <a:pt x="926" y="537"/>
                </a:lnTo>
                <a:lnTo>
                  <a:pt x="925" y="537"/>
                </a:lnTo>
                <a:lnTo>
                  <a:pt x="925" y="538"/>
                </a:lnTo>
                <a:lnTo>
                  <a:pt x="920" y="540"/>
                </a:lnTo>
                <a:lnTo>
                  <a:pt x="917" y="542"/>
                </a:lnTo>
                <a:lnTo>
                  <a:pt x="916" y="542"/>
                </a:lnTo>
                <a:lnTo>
                  <a:pt x="914" y="543"/>
                </a:lnTo>
                <a:lnTo>
                  <a:pt x="913" y="544"/>
                </a:lnTo>
                <a:lnTo>
                  <a:pt x="912" y="544"/>
                </a:lnTo>
                <a:lnTo>
                  <a:pt x="912" y="545"/>
                </a:lnTo>
                <a:lnTo>
                  <a:pt x="913" y="546"/>
                </a:lnTo>
                <a:lnTo>
                  <a:pt x="914" y="546"/>
                </a:lnTo>
                <a:lnTo>
                  <a:pt x="914" y="548"/>
                </a:lnTo>
                <a:lnTo>
                  <a:pt x="914" y="549"/>
                </a:lnTo>
                <a:lnTo>
                  <a:pt x="915" y="549"/>
                </a:lnTo>
                <a:lnTo>
                  <a:pt x="915" y="550"/>
                </a:lnTo>
                <a:lnTo>
                  <a:pt x="915" y="551"/>
                </a:lnTo>
                <a:lnTo>
                  <a:pt x="914" y="551"/>
                </a:lnTo>
                <a:lnTo>
                  <a:pt x="912" y="550"/>
                </a:lnTo>
                <a:lnTo>
                  <a:pt x="911" y="550"/>
                </a:lnTo>
                <a:lnTo>
                  <a:pt x="911" y="549"/>
                </a:lnTo>
                <a:lnTo>
                  <a:pt x="910" y="548"/>
                </a:lnTo>
                <a:lnTo>
                  <a:pt x="909" y="548"/>
                </a:lnTo>
                <a:lnTo>
                  <a:pt x="909" y="549"/>
                </a:lnTo>
                <a:lnTo>
                  <a:pt x="909" y="548"/>
                </a:lnTo>
                <a:lnTo>
                  <a:pt x="908" y="548"/>
                </a:lnTo>
                <a:lnTo>
                  <a:pt x="908" y="547"/>
                </a:lnTo>
                <a:lnTo>
                  <a:pt x="907" y="547"/>
                </a:lnTo>
                <a:lnTo>
                  <a:pt x="906" y="547"/>
                </a:lnTo>
                <a:lnTo>
                  <a:pt x="906" y="548"/>
                </a:lnTo>
                <a:lnTo>
                  <a:pt x="907" y="549"/>
                </a:lnTo>
                <a:lnTo>
                  <a:pt x="907" y="550"/>
                </a:lnTo>
                <a:lnTo>
                  <a:pt x="908" y="550"/>
                </a:lnTo>
                <a:lnTo>
                  <a:pt x="909" y="551"/>
                </a:lnTo>
                <a:lnTo>
                  <a:pt x="908" y="552"/>
                </a:lnTo>
                <a:lnTo>
                  <a:pt x="908" y="553"/>
                </a:lnTo>
                <a:lnTo>
                  <a:pt x="907" y="553"/>
                </a:lnTo>
                <a:lnTo>
                  <a:pt x="905" y="553"/>
                </a:lnTo>
                <a:lnTo>
                  <a:pt x="904" y="553"/>
                </a:lnTo>
                <a:lnTo>
                  <a:pt x="903" y="553"/>
                </a:lnTo>
                <a:lnTo>
                  <a:pt x="903" y="554"/>
                </a:lnTo>
                <a:lnTo>
                  <a:pt x="904" y="554"/>
                </a:lnTo>
                <a:lnTo>
                  <a:pt x="904" y="555"/>
                </a:lnTo>
                <a:lnTo>
                  <a:pt x="904" y="556"/>
                </a:lnTo>
                <a:lnTo>
                  <a:pt x="903" y="557"/>
                </a:lnTo>
                <a:lnTo>
                  <a:pt x="902" y="558"/>
                </a:lnTo>
                <a:lnTo>
                  <a:pt x="901" y="559"/>
                </a:lnTo>
                <a:lnTo>
                  <a:pt x="901" y="560"/>
                </a:lnTo>
                <a:lnTo>
                  <a:pt x="902" y="561"/>
                </a:lnTo>
                <a:lnTo>
                  <a:pt x="903" y="561"/>
                </a:lnTo>
                <a:lnTo>
                  <a:pt x="904" y="561"/>
                </a:lnTo>
                <a:lnTo>
                  <a:pt x="904" y="560"/>
                </a:lnTo>
                <a:lnTo>
                  <a:pt x="905" y="560"/>
                </a:lnTo>
                <a:lnTo>
                  <a:pt x="906" y="559"/>
                </a:lnTo>
                <a:lnTo>
                  <a:pt x="907" y="559"/>
                </a:lnTo>
                <a:lnTo>
                  <a:pt x="907" y="560"/>
                </a:lnTo>
                <a:lnTo>
                  <a:pt x="908" y="560"/>
                </a:lnTo>
                <a:lnTo>
                  <a:pt x="909" y="560"/>
                </a:lnTo>
                <a:lnTo>
                  <a:pt x="911" y="559"/>
                </a:lnTo>
                <a:lnTo>
                  <a:pt x="912" y="559"/>
                </a:lnTo>
                <a:lnTo>
                  <a:pt x="913" y="559"/>
                </a:lnTo>
                <a:lnTo>
                  <a:pt x="914" y="559"/>
                </a:lnTo>
                <a:lnTo>
                  <a:pt x="915" y="558"/>
                </a:lnTo>
                <a:lnTo>
                  <a:pt x="915" y="557"/>
                </a:lnTo>
                <a:lnTo>
                  <a:pt x="917" y="557"/>
                </a:lnTo>
                <a:lnTo>
                  <a:pt x="918" y="557"/>
                </a:lnTo>
                <a:lnTo>
                  <a:pt x="919" y="557"/>
                </a:lnTo>
                <a:lnTo>
                  <a:pt x="920" y="558"/>
                </a:lnTo>
                <a:lnTo>
                  <a:pt x="919" y="559"/>
                </a:lnTo>
                <a:lnTo>
                  <a:pt x="919" y="558"/>
                </a:lnTo>
                <a:lnTo>
                  <a:pt x="919" y="559"/>
                </a:lnTo>
                <a:lnTo>
                  <a:pt x="919" y="560"/>
                </a:lnTo>
                <a:lnTo>
                  <a:pt x="919" y="561"/>
                </a:lnTo>
                <a:lnTo>
                  <a:pt x="918" y="561"/>
                </a:lnTo>
                <a:lnTo>
                  <a:pt x="917" y="561"/>
                </a:lnTo>
                <a:lnTo>
                  <a:pt x="917" y="562"/>
                </a:lnTo>
                <a:lnTo>
                  <a:pt x="917" y="563"/>
                </a:lnTo>
                <a:lnTo>
                  <a:pt x="917" y="564"/>
                </a:lnTo>
                <a:lnTo>
                  <a:pt x="917" y="565"/>
                </a:lnTo>
                <a:lnTo>
                  <a:pt x="917" y="566"/>
                </a:lnTo>
                <a:lnTo>
                  <a:pt x="916" y="566"/>
                </a:lnTo>
                <a:lnTo>
                  <a:pt x="915" y="567"/>
                </a:lnTo>
                <a:lnTo>
                  <a:pt x="914" y="568"/>
                </a:lnTo>
                <a:lnTo>
                  <a:pt x="912" y="569"/>
                </a:lnTo>
                <a:lnTo>
                  <a:pt x="910" y="571"/>
                </a:lnTo>
                <a:lnTo>
                  <a:pt x="909" y="571"/>
                </a:lnTo>
                <a:lnTo>
                  <a:pt x="907" y="572"/>
                </a:lnTo>
                <a:lnTo>
                  <a:pt x="906" y="572"/>
                </a:lnTo>
                <a:lnTo>
                  <a:pt x="905" y="571"/>
                </a:lnTo>
                <a:lnTo>
                  <a:pt x="905" y="572"/>
                </a:lnTo>
                <a:lnTo>
                  <a:pt x="904" y="572"/>
                </a:lnTo>
                <a:lnTo>
                  <a:pt x="904" y="573"/>
                </a:lnTo>
                <a:lnTo>
                  <a:pt x="903" y="573"/>
                </a:lnTo>
                <a:lnTo>
                  <a:pt x="903" y="574"/>
                </a:lnTo>
                <a:lnTo>
                  <a:pt x="903" y="575"/>
                </a:lnTo>
                <a:lnTo>
                  <a:pt x="903" y="576"/>
                </a:lnTo>
                <a:lnTo>
                  <a:pt x="903" y="577"/>
                </a:lnTo>
                <a:lnTo>
                  <a:pt x="903" y="579"/>
                </a:lnTo>
                <a:lnTo>
                  <a:pt x="903" y="580"/>
                </a:lnTo>
                <a:lnTo>
                  <a:pt x="904" y="579"/>
                </a:lnTo>
                <a:lnTo>
                  <a:pt x="907" y="580"/>
                </a:lnTo>
                <a:lnTo>
                  <a:pt x="908" y="578"/>
                </a:lnTo>
                <a:lnTo>
                  <a:pt x="908" y="577"/>
                </a:lnTo>
                <a:lnTo>
                  <a:pt x="908" y="576"/>
                </a:lnTo>
                <a:lnTo>
                  <a:pt x="909" y="576"/>
                </a:lnTo>
                <a:lnTo>
                  <a:pt x="910" y="576"/>
                </a:lnTo>
                <a:lnTo>
                  <a:pt x="911" y="576"/>
                </a:lnTo>
                <a:lnTo>
                  <a:pt x="912" y="576"/>
                </a:lnTo>
                <a:lnTo>
                  <a:pt x="914" y="578"/>
                </a:lnTo>
                <a:lnTo>
                  <a:pt x="915" y="579"/>
                </a:lnTo>
                <a:lnTo>
                  <a:pt x="916" y="579"/>
                </a:lnTo>
                <a:lnTo>
                  <a:pt x="916" y="580"/>
                </a:lnTo>
                <a:lnTo>
                  <a:pt x="919" y="580"/>
                </a:lnTo>
                <a:lnTo>
                  <a:pt x="921" y="580"/>
                </a:lnTo>
                <a:lnTo>
                  <a:pt x="921" y="581"/>
                </a:lnTo>
                <a:lnTo>
                  <a:pt x="922" y="580"/>
                </a:lnTo>
                <a:lnTo>
                  <a:pt x="923" y="580"/>
                </a:lnTo>
                <a:lnTo>
                  <a:pt x="924" y="580"/>
                </a:lnTo>
                <a:lnTo>
                  <a:pt x="924" y="581"/>
                </a:lnTo>
                <a:lnTo>
                  <a:pt x="923" y="582"/>
                </a:lnTo>
                <a:lnTo>
                  <a:pt x="924" y="582"/>
                </a:lnTo>
                <a:lnTo>
                  <a:pt x="924" y="583"/>
                </a:lnTo>
                <a:lnTo>
                  <a:pt x="925" y="583"/>
                </a:lnTo>
                <a:lnTo>
                  <a:pt x="926" y="583"/>
                </a:lnTo>
                <a:lnTo>
                  <a:pt x="926" y="584"/>
                </a:lnTo>
                <a:lnTo>
                  <a:pt x="927" y="585"/>
                </a:lnTo>
                <a:lnTo>
                  <a:pt x="928" y="586"/>
                </a:lnTo>
                <a:lnTo>
                  <a:pt x="927" y="586"/>
                </a:lnTo>
                <a:lnTo>
                  <a:pt x="926" y="588"/>
                </a:lnTo>
                <a:lnTo>
                  <a:pt x="926" y="589"/>
                </a:lnTo>
                <a:lnTo>
                  <a:pt x="925" y="589"/>
                </a:lnTo>
                <a:lnTo>
                  <a:pt x="924" y="589"/>
                </a:lnTo>
                <a:lnTo>
                  <a:pt x="922" y="589"/>
                </a:lnTo>
                <a:lnTo>
                  <a:pt x="922" y="590"/>
                </a:lnTo>
                <a:lnTo>
                  <a:pt x="922" y="591"/>
                </a:lnTo>
                <a:lnTo>
                  <a:pt x="922" y="590"/>
                </a:lnTo>
                <a:lnTo>
                  <a:pt x="921" y="590"/>
                </a:lnTo>
                <a:lnTo>
                  <a:pt x="920" y="590"/>
                </a:lnTo>
                <a:lnTo>
                  <a:pt x="920" y="591"/>
                </a:lnTo>
                <a:lnTo>
                  <a:pt x="920" y="592"/>
                </a:lnTo>
                <a:lnTo>
                  <a:pt x="919" y="592"/>
                </a:lnTo>
                <a:lnTo>
                  <a:pt x="917" y="593"/>
                </a:lnTo>
                <a:lnTo>
                  <a:pt x="916" y="593"/>
                </a:lnTo>
                <a:lnTo>
                  <a:pt x="916" y="594"/>
                </a:lnTo>
                <a:lnTo>
                  <a:pt x="915" y="594"/>
                </a:lnTo>
                <a:lnTo>
                  <a:pt x="915" y="593"/>
                </a:lnTo>
                <a:lnTo>
                  <a:pt x="914" y="593"/>
                </a:lnTo>
                <a:lnTo>
                  <a:pt x="913" y="593"/>
                </a:lnTo>
                <a:lnTo>
                  <a:pt x="912" y="594"/>
                </a:lnTo>
                <a:lnTo>
                  <a:pt x="911" y="594"/>
                </a:lnTo>
                <a:lnTo>
                  <a:pt x="910" y="596"/>
                </a:lnTo>
                <a:lnTo>
                  <a:pt x="910" y="597"/>
                </a:lnTo>
                <a:lnTo>
                  <a:pt x="911" y="597"/>
                </a:lnTo>
                <a:lnTo>
                  <a:pt x="910" y="598"/>
                </a:lnTo>
                <a:lnTo>
                  <a:pt x="909" y="599"/>
                </a:lnTo>
                <a:lnTo>
                  <a:pt x="909" y="600"/>
                </a:lnTo>
                <a:lnTo>
                  <a:pt x="908" y="600"/>
                </a:lnTo>
                <a:lnTo>
                  <a:pt x="906" y="601"/>
                </a:lnTo>
                <a:lnTo>
                  <a:pt x="905" y="600"/>
                </a:lnTo>
                <a:lnTo>
                  <a:pt x="904" y="600"/>
                </a:lnTo>
                <a:lnTo>
                  <a:pt x="904" y="599"/>
                </a:lnTo>
                <a:lnTo>
                  <a:pt x="904" y="598"/>
                </a:lnTo>
                <a:lnTo>
                  <a:pt x="904" y="597"/>
                </a:lnTo>
                <a:lnTo>
                  <a:pt x="902" y="597"/>
                </a:lnTo>
                <a:lnTo>
                  <a:pt x="902" y="595"/>
                </a:lnTo>
                <a:lnTo>
                  <a:pt x="902" y="594"/>
                </a:lnTo>
                <a:lnTo>
                  <a:pt x="902" y="593"/>
                </a:lnTo>
                <a:lnTo>
                  <a:pt x="901" y="593"/>
                </a:lnTo>
                <a:lnTo>
                  <a:pt x="901" y="592"/>
                </a:lnTo>
                <a:lnTo>
                  <a:pt x="900" y="592"/>
                </a:lnTo>
                <a:lnTo>
                  <a:pt x="901" y="591"/>
                </a:lnTo>
                <a:lnTo>
                  <a:pt x="901" y="590"/>
                </a:lnTo>
                <a:lnTo>
                  <a:pt x="900" y="590"/>
                </a:lnTo>
                <a:lnTo>
                  <a:pt x="900" y="589"/>
                </a:lnTo>
                <a:lnTo>
                  <a:pt x="900" y="588"/>
                </a:lnTo>
                <a:lnTo>
                  <a:pt x="901" y="588"/>
                </a:lnTo>
                <a:lnTo>
                  <a:pt x="901" y="586"/>
                </a:lnTo>
                <a:lnTo>
                  <a:pt x="901" y="584"/>
                </a:lnTo>
                <a:lnTo>
                  <a:pt x="900" y="583"/>
                </a:lnTo>
                <a:lnTo>
                  <a:pt x="900" y="582"/>
                </a:lnTo>
                <a:lnTo>
                  <a:pt x="899" y="581"/>
                </a:lnTo>
                <a:lnTo>
                  <a:pt x="898" y="581"/>
                </a:lnTo>
                <a:lnTo>
                  <a:pt x="897" y="581"/>
                </a:lnTo>
                <a:lnTo>
                  <a:pt x="897" y="580"/>
                </a:lnTo>
                <a:lnTo>
                  <a:pt x="896" y="579"/>
                </a:lnTo>
                <a:lnTo>
                  <a:pt x="895" y="577"/>
                </a:lnTo>
                <a:lnTo>
                  <a:pt x="894" y="577"/>
                </a:lnTo>
                <a:lnTo>
                  <a:pt x="892" y="577"/>
                </a:lnTo>
                <a:lnTo>
                  <a:pt x="891" y="577"/>
                </a:lnTo>
                <a:lnTo>
                  <a:pt x="890" y="576"/>
                </a:lnTo>
                <a:lnTo>
                  <a:pt x="890" y="575"/>
                </a:lnTo>
                <a:lnTo>
                  <a:pt x="890" y="574"/>
                </a:lnTo>
                <a:lnTo>
                  <a:pt x="890" y="573"/>
                </a:lnTo>
                <a:lnTo>
                  <a:pt x="889" y="573"/>
                </a:lnTo>
                <a:lnTo>
                  <a:pt x="889" y="572"/>
                </a:lnTo>
                <a:lnTo>
                  <a:pt x="888" y="571"/>
                </a:lnTo>
                <a:lnTo>
                  <a:pt x="887" y="571"/>
                </a:lnTo>
                <a:lnTo>
                  <a:pt x="886" y="571"/>
                </a:lnTo>
                <a:lnTo>
                  <a:pt x="886" y="570"/>
                </a:lnTo>
                <a:lnTo>
                  <a:pt x="885" y="570"/>
                </a:lnTo>
                <a:lnTo>
                  <a:pt x="884" y="570"/>
                </a:lnTo>
                <a:lnTo>
                  <a:pt x="883" y="570"/>
                </a:lnTo>
                <a:lnTo>
                  <a:pt x="881" y="570"/>
                </a:lnTo>
                <a:lnTo>
                  <a:pt x="880" y="570"/>
                </a:lnTo>
                <a:lnTo>
                  <a:pt x="878" y="570"/>
                </a:lnTo>
                <a:lnTo>
                  <a:pt x="878" y="571"/>
                </a:lnTo>
                <a:lnTo>
                  <a:pt x="877" y="571"/>
                </a:lnTo>
                <a:lnTo>
                  <a:pt x="876" y="572"/>
                </a:lnTo>
                <a:lnTo>
                  <a:pt x="875" y="573"/>
                </a:lnTo>
                <a:lnTo>
                  <a:pt x="874" y="573"/>
                </a:lnTo>
                <a:lnTo>
                  <a:pt x="873" y="573"/>
                </a:lnTo>
                <a:lnTo>
                  <a:pt x="873" y="574"/>
                </a:lnTo>
                <a:lnTo>
                  <a:pt x="872" y="574"/>
                </a:lnTo>
                <a:lnTo>
                  <a:pt x="871" y="574"/>
                </a:lnTo>
                <a:lnTo>
                  <a:pt x="871" y="573"/>
                </a:lnTo>
                <a:lnTo>
                  <a:pt x="870" y="573"/>
                </a:lnTo>
                <a:lnTo>
                  <a:pt x="867" y="574"/>
                </a:lnTo>
                <a:lnTo>
                  <a:pt x="866" y="574"/>
                </a:lnTo>
                <a:lnTo>
                  <a:pt x="865" y="575"/>
                </a:lnTo>
                <a:lnTo>
                  <a:pt x="865" y="576"/>
                </a:lnTo>
                <a:lnTo>
                  <a:pt x="865" y="577"/>
                </a:lnTo>
                <a:lnTo>
                  <a:pt x="865" y="580"/>
                </a:lnTo>
                <a:lnTo>
                  <a:pt x="863" y="578"/>
                </a:lnTo>
                <a:lnTo>
                  <a:pt x="862" y="577"/>
                </a:lnTo>
                <a:lnTo>
                  <a:pt x="861" y="577"/>
                </a:lnTo>
                <a:lnTo>
                  <a:pt x="860" y="577"/>
                </a:lnTo>
                <a:lnTo>
                  <a:pt x="859" y="578"/>
                </a:lnTo>
                <a:lnTo>
                  <a:pt x="854" y="583"/>
                </a:lnTo>
                <a:lnTo>
                  <a:pt x="853" y="585"/>
                </a:lnTo>
                <a:lnTo>
                  <a:pt x="853" y="586"/>
                </a:lnTo>
                <a:lnTo>
                  <a:pt x="852" y="587"/>
                </a:lnTo>
                <a:lnTo>
                  <a:pt x="852" y="586"/>
                </a:lnTo>
                <a:lnTo>
                  <a:pt x="851" y="586"/>
                </a:lnTo>
                <a:lnTo>
                  <a:pt x="850" y="585"/>
                </a:lnTo>
                <a:lnTo>
                  <a:pt x="850" y="584"/>
                </a:lnTo>
                <a:lnTo>
                  <a:pt x="846" y="585"/>
                </a:lnTo>
                <a:lnTo>
                  <a:pt x="845" y="585"/>
                </a:lnTo>
                <a:lnTo>
                  <a:pt x="844" y="585"/>
                </a:lnTo>
                <a:lnTo>
                  <a:pt x="842" y="585"/>
                </a:lnTo>
                <a:lnTo>
                  <a:pt x="842" y="584"/>
                </a:lnTo>
                <a:lnTo>
                  <a:pt x="840" y="584"/>
                </a:lnTo>
                <a:lnTo>
                  <a:pt x="839" y="584"/>
                </a:lnTo>
                <a:lnTo>
                  <a:pt x="839" y="585"/>
                </a:lnTo>
                <a:lnTo>
                  <a:pt x="838" y="585"/>
                </a:lnTo>
                <a:lnTo>
                  <a:pt x="838" y="586"/>
                </a:lnTo>
                <a:lnTo>
                  <a:pt x="837" y="587"/>
                </a:lnTo>
                <a:lnTo>
                  <a:pt x="837" y="588"/>
                </a:lnTo>
                <a:lnTo>
                  <a:pt x="837" y="589"/>
                </a:lnTo>
                <a:lnTo>
                  <a:pt x="836" y="589"/>
                </a:lnTo>
                <a:lnTo>
                  <a:pt x="835" y="589"/>
                </a:lnTo>
                <a:lnTo>
                  <a:pt x="834" y="589"/>
                </a:lnTo>
                <a:lnTo>
                  <a:pt x="833" y="589"/>
                </a:lnTo>
                <a:lnTo>
                  <a:pt x="832" y="590"/>
                </a:lnTo>
                <a:lnTo>
                  <a:pt x="831" y="591"/>
                </a:lnTo>
                <a:lnTo>
                  <a:pt x="830" y="592"/>
                </a:lnTo>
                <a:lnTo>
                  <a:pt x="830" y="591"/>
                </a:lnTo>
                <a:lnTo>
                  <a:pt x="829" y="591"/>
                </a:lnTo>
                <a:lnTo>
                  <a:pt x="828" y="591"/>
                </a:lnTo>
                <a:lnTo>
                  <a:pt x="827" y="590"/>
                </a:lnTo>
                <a:lnTo>
                  <a:pt x="826" y="591"/>
                </a:lnTo>
                <a:lnTo>
                  <a:pt x="824" y="592"/>
                </a:lnTo>
                <a:lnTo>
                  <a:pt x="825" y="593"/>
                </a:lnTo>
                <a:lnTo>
                  <a:pt x="825" y="594"/>
                </a:lnTo>
                <a:lnTo>
                  <a:pt x="824" y="595"/>
                </a:lnTo>
                <a:lnTo>
                  <a:pt x="823" y="595"/>
                </a:lnTo>
                <a:lnTo>
                  <a:pt x="822" y="595"/>
                </a:lnTo>
                <a:lnTo>
                  <a:pt x="821" y="595"/>
                </a:lnTo>
                <a:lnTo>
                  <a:pt x="820" y="596"/>
                </a:lnTo>
                <a:lnTo>
                  <a:pt x="820" y="597"/>
                </a:lnTo>
                <a:lnTo>
                  <a:pt x="820" y="598"/>
                </a:lnTo>
                <a:lnTo>
                  <a:pt x="819" y="598"/>
                </a:lnTo>
                <a:lnTo>
                  <a:pt x="818" y="598"/>
                </a:lnTo>
                <a:lnTo>
                  <a:pt x="817" y="598"/>
                </a:lnTo>
                <a:lnTo>
                  <a:pt x="816" y="598"/>
                </a:lnTo>
                <a:lnTo>
                  <a:pt x="816" y="597"/>
                </a:lnTo>
                <a:lnTo>
                  <a:pt x="815" y="597"/>
                </a:lnTo>
                <a:lnTo>
                  <a:pt x="815" y="596"/>
                </a:lnTo>
                <a:lnTo>
                  <a:pt x="814" y="595"/>
                </a:lnTo>
                <a:lnTo>
                  <a:pt x="812" y="595"/>
                </a:lnTo>
                <a:lnTo>
                  <a:pt x="811" y="594"/>
                </a:lnTo>
                <a:lnTo>
                  <a:pt x="810" y="594"/>
                </a:lnTo>
                <a:lnTo>
                  <a:pt x="809" y="593"/>
                </a:lnTo>
                <a:lnTo>
                  <a:pt x="809" y="594"/>
                </a:lnTo>
                <a:lnTo>
                  <a:pt x="808" y="594"/>
                </a:lnTo>
                <a:lnTo>
                  <a:pt x="809" y="594"/>
                </a:lnTo>
                <a:lnTo>
                  <a:pt x="808" y="595"/>
                </a:lnTo>
                <a:lnTo>
                  <a:pt x="801" y="596"/>
                </a:lnTo>
                <a:lnTo>
                  <a:pt x="800" y="596"/>
                </a:lnTo>
                <a:lnTo>
                  <a:pt x="800" y="602"/>
                </a:lnTo>
                <a:lnTo>
                  <a:pt x="798" y="604"/>
                </a:lnTo>
                <a:lnTo>
                  <a:pt x="797" y="604"/>
                </a:lnTo>
                <a:lnTo>
                  <a:pt x="797" y="605"/>
                </a:lnTo>
                <a:lnTo>
                  <a:pt x="795" y="604"/>
                </a:lnTo>
                <a:lnTo>
                  <a:pt x="794" y="604"/>
                </a:lnTo>
                <a:lnTo>
                  <a:pt x="792" y="605"/>
                </a:lnTo>
                <a:lnTo>
                  <a:pt x="792" y="606"/>
                </a:lnTo>
                <a:lnTo>
                  <a:pt x="791" y="607"/>
                </a:lnTo>
                <a:lnTo>
                  <a:pt x="790" y="609"/>
                </a:lnTo>
                <a:lnTo>
                  <a:pt x="791" y="611"/>
                </a:lnTo>
                <a:lnTo>
                  <a:pt x="789" y="613"/>
                </a:lnTo>
                <a:lnTo>
                  <a:pt x="787" y="611"/>
                </a:lnTo>
                <a:lnTo>
                  <a:pt x="786" y="607"/>
                </a:lnTo>
                <a:lnTo>
                  <a:pt x="785" y="606"/>
                </a:lnTo>
                <a:lnTo>
                  <a:pt x="784" y="604"/>
                </a:lnTo>
                <a:lnTo>
                  <a:pt x="784" y="602"/>
                </a:lnTo>
                <a:lnTo>
                  <a:pt x="784" y="601"/>
                </a:lnTo>
                <a:lnTo>
                  <a:pt x="783" y="599"/>
                </a:lnTo>
                <a:lnTo>
                  <a:pt x="784" y="598"/>
                </a:lnTo>
                <a:lnTo>
                  <a:pt x="786" y="596"/>
                </a:lnTo>
                <a:lnTo>
                  <a:pt x="787" y="595"/>
                </a:lnTo>
                <a:lnTo>
                  <a:pt x="787" y="594"/>
                </a:lnTo>
                <a:lnTo>
                  <a:pt x="788" y="593"/>
                </a:lnTo>
                <a:lnTo>
                  <a:pt x="785" y="592"/>
                </a:lnTo>
                <a:lnTo>
                  <a:pt x="785" y="593"/>
                </a:lnTo>
                <a:lnTo>
                  <a:pt x="784" y="592"/>
                </a:lnTo>
                <a:lnTo>
                  <a:pt x="783" y="591"/>
                </a:lnTo>
                <a:lnTo>
                  <a:pt x="783" y="590"/>
                </a:lnTo>
                <a:lnTo>
                  <a:pt x="782" y="591"/>
                </a:lnTo>
                <a:lnTo>
                  <a:pt x="784" y="596"/>
                </a:lnTo>
                <a:lnTo>
                  <a:pt x="783" y="596"/>
                </a:lnTo>
                <a:lnTo>
                  <a:pt x="782" y="597"/>
                </a:lnTo>
                <a:lnTo>
                  <a:pt x="780" y="591"/>
                </a:lnTo>
                <a:lnTo>
                  <a:pt x="780" y="590"/>
                </a:lnTo>
                <a:lnTo>
                  <a:pt x="779" y="590"/>
                </a:lnTo>
                <a:lnTo>
                  <a:pt x="777" y="588"/>
                </a:lnTo>
                <a:lnTo>
                  <a:pt x="778" y="587"/>
                </a:lnTo>
                <a:lnTo>
                  <a:pt x="776" y="586"/>
                </a:lnTo>
                <a:lnTo>
                  <a:pt x="776" y="585"/>
                </a:lnTo>
                <a:lnTo>
                  <a:pt x="774" y="580"/>
                </a:lnTo>
                <a:lnTo>
                  <a:pt x="771" y="581"/>
                </a:lnTo>
                <a:lnTo>
                  <a:pt x="769" y="578"/>
                </a:lnTo>
                <a:lnTo>
                  <a:pt x="766" y="573"/>
                </a:lnTo>
                <a:lnTo>
                  <a:pt x="762" y="568"/>
                </a:lnTo>
                <a:lnTo>
                  <a:pt x="762" y="567"/>
                </a:lnTo>
                <a:lnTo>
                  <a:pt x="761" y="567"/>
                </a:lnTo>
                <a:lnTo>
                  <a:pt x="759" y="565"/>
                </a:lnTo>
                <a:lnTo>
                  <a:pt x="759" y="564"/>
                </a:lnTo>
                <a:lnTo>
                  <a:pt x="759" y="562"/>
                </a:lnTo>
                <a:lnTo>
                  <a:pt x="759" y="561"/>
                </a:lnTo>
                <a:lnTo>
                  <a:pt x="759" y="560"/>
                </a:lnTo>
                <a:lnTo>
                  <a:pt x="759" y="559"/>
                </a:lnTo>
                <a:lnTo>
                  <a:pt x="759" y="558"/>
                </a:lnTo>
                <a:lnTo>
                  <a:pt x="759" y="557"/>
                </a:lnTo>
                <a:lnTo>
                  <a:pt x="759" y="556"/>
                </a:lnTo>
                <a:lnTo>
                  <a:pt x="760" y="554"/>
                </a:lnTo>
                <a:lnTo>
                  <a:pt x="760" y="555"/>
                </a:lnTo>
                <a:lnTo>
                  <a:pt x="759" y="555"/>
                </a:lnTo>
                <a:lnTo>
                  <a:pt x="758" y="557"/>
                </a:lnTo>
                <a:lnTo>
                  <a:pt x="757" y="556"/>
                </a:lnTo>
                <a:lnTo>
                  <a:pt x="754" y="554"/>
                </a:lnTo>
                <a:lnTo>
                  <a:pt x="752" y="553"/>
                </a:lnTo>
                <a:lnTo>
                  <a:pt x="752" y="554"/>
                </a:lnTo>
                <a:lnTo>
                  <a:pt x="751" y="554"/>
                </a:lnTo>
                <a:lnTo>
                  <a:pt x="750" y="553"/>
                </a:lnTo>
                <a:lnTo>
                  <a:pt x="751" y="552"/>
                </a:lnTo>
                <a:lnTo>
                  <a:pt x="750" y="552"/>
                </a:lnTo>
                <a:lnTo>
                  <a:pt x="750" y="553"/>
                </a:lnTo>
                <a:lnTo>
                  <a:pt x="751" y="554"/>
                </a:lnTo>
                <a:lnTo>
                  <a:pt x="751" y="555"/>
                </a:lnTo>
                <a:lnTo>
                  <a:pt x="750" y="555"/>
                </a:lnTo>
                <a:lnTo>
                  <a:pt x="750" y="556"/>
                </a:lnTo>
                <a:lnTo>
                  <a:pt x="744" y="556"/>
                </a:lnTo>
                <a:lnTo>
                  <a:pt x="742" y="556"/>
                </a:lnTo>
                <a:lnTo>
                  <a:pt x="741" y="555"/>
                </a:lnTo>
                <a:lnTo>
                  <a:pt x="741" y="554"/>
                </a:lnTo>
                <a:lnTo>
                  <a:pt x="740" y="554"/>
                </a:lnTo>
                <a:lnTo>
                  <a:pt x="740" y="553"/>
                </a:lnTo>
                <a:lnTo>
                  <a:pt x="737" y="553"/>
                </a:lnTo>
                <a:lnTo>
                  <a:pt x="732" y="554"/>
                </a:lnTo>
                <a:lnTo>
                  <a:pt x="733" y="555"/>
                </a:lnTo>
                <a:lnTo>
                  <a:pt x="731" y="557"/>
                </a:lnTo>
                <a:lnTo>
                  <a:pt x="729" y="557"/>
                </a:lnTo>
                <a:lnTo>
                  <a:pt x="726" y="558"/>
                </a:lnTo>
                <a:lnTo>
                  <a:pt x="724" y="558"/>
                </a:lnTo>
                <a:lnTo>
                  <a:pt x="723" y="558"/>
                </a:lnTo>
                <a:lnTo>
                  <a:pt x="721" y="557"/>
                </a:lnTo>
                <a:lnTo>
                  <a:pt x="720" y="558"/>
                </a:lnTo>
                <a:lnTo>
                  <a:pt x="721" y="560"/>
                </a:lnTo>
                <a:lnTo>
                  <a:pt x="723" y="560"/>
                </a:lnTo>
                <a:lnTo>
                  <a:pt x="724" y="561"/>
                </a:lnTo>
                <a:lnTo>
                  <a:pt x="724" y="562"/>
                </a:lnTo>
                <a:lnTo>
                  <a:pt x="725" y="563"/>
                </a:lnTo>
                <a:lnTo>
                  <a:pt x="727" y="566"/>
                </a:lnTo>
                <a:lnTo>
                  <a:pt x="727" y="567"/>
                </a:lnTo>
                <a:lnTo>
                  <a:pt x="729" y="568"/>
                </a:lnTo>
                <a:lnTo>
                  <a:pt x="730" y="568"/>
                </a:lnTo>
                <a:lnTo>
                  <a:pt x="731" y="568"/>
                </a:lnTo>
                <a:lnTo>
                  <a:pt x="731" y="569"/>
                </a:lnTo>
                <a:lnTo>
                  <a:pt x="732" y="570"/>
                </a:lnTo>
                <a:lnTo>
                  <a:pt x="733" y="570"/>
                </a:lnTo>
                <a:lnTo>
                  <a:pt x="734" y="572"/>
                </a:lnTo>
                <a:lnTo>
                  <a:pt x="735" y="572"/>
                </a:lnTo>
                <a:lnTo>
                  <a:pt x="735" y="573"/>
                </a:lnTo>
                <a:lnTo>
                  <a:pt x="737" y="574"/>
                </a:lnTo>
                <a:lnTo>
                  <a:pt x="738" y="576"/>
                </a:lnTo>
                <a:lnTo>
                  <a:pt x="740" y="577"/>
                </a:lnTo>
                <a:lnTo>
                  <a:pt x="740" y="578"/>
                </a:lnTo>
                <a:lnTo>
                  <a:pt x="740" y="579"/>
                </a:lnTo>
                <a:lnTo>
                  <a:pt x="740" y="580"/>
                </a:lnTo>
                <a:lnTo>
                  <a:pt x="740" y="581"/>
                </a:lnTo>
                <a:lnTo>
                  <a:pt x="741" y="582"/>
                </a:lnTo>
                <a:lnTo>
                  <a:pt x="741" y="583"/>
                </a:lnTo>
                <a:lnTo>
                  <a:pt x="743" y="585"/>
                </a:lnTo>
                <a:lnTo>
                  <a:pt x="741" y="587"/>
                </a:lnTo>
                <a:lnTo>
                  <a:pt x="737" y="591"/>
                </a:lnTo>
                <a:lnTo>
                  <a:pt x="736" y="589"/>
                </a:lnTo>
                <a:lnTo>
                  <a:pt x="734" y="587"/>
                </a:lnTo>
                <a:lnTo>
                  <a:pt x="732" y="586"/>
                </a:lnTo>
                <a:lnTo>
                  <a:pt x="731" y="584"/>
                </a:lnTo>
                <a:lnTo>
                  <a:pt x="730" y="585"/>
                </a:lnTo>
                <a:lnTo>
                  <a:pt x="730" y="586"/>
                </a:lnTo>
                <a:lnTo>
                  <a:pt x="729" y="586"/>
                </a:lnTo>
                <a:lnTo>
                  <a:pt x="728" y="587"/>
                </a:lnTo>
                <a:lnTo>
                  <a:pt x="727" y="587"/>
                </a:lnTo>
                <a:lnTo>
                  <a:pt x="727" y="588"/>
                </a:lnTo>
                <a:lnTo>
                  <a:pt x="728" y="588"/>
                </a:lnTo>
                <a:lnTo>
                  <a:pt x="726" y="589"/>
                </a:lnTo>
                <a:lnTo>
                  <a:pt x="723" y="590"/>
                </a:lnTo>
                <a:lnTo>
                  <a:pt x="724" y="591"/>
                </a:lnTo>
                <a:lnTo>
                  <a:pt x="725" y="591"/>
                </a:lnTo>
                <a:lnTo>
                  <a:pt x="726" y="590"/>
                </a:lnTo>
                <a:lnTo>
                  <a:pt x="731" y="589"/>
                </a:lnTo>
                <a:lnTo>
                  <a:pt x="732" y="590"/>
                </a:lnTo>
                <a:lnTo>
                  <a:pt x="733" y="591"/>
                </a:lnTo>
                <a:lnTo>
                  <a:pt x="735" y="592"/>
                </a:lnTo>
                <a:lnTo>
                  <a:pt x="735" y="593"/>
                </a:lnTo>
                <a:lnTo>
                  <a:pt x="736" y="593"/>
                </a:lnTo>
                <a:lnTo>
                  <a:pt x="736" y="594"/>
                </a:lnTo>
                <a:lnTo>
                  <a:pt x="737" y="595"/>
                </a:lnTo>
                <a:lnTo>
                  <a:pt x="737" y="596"/>
                </a:lnTo>
                <a:lnTo>
                  <a:pt x="737" y="597"/>
                </a:lnTo>
                <a:lnTo>
                  <a:pt x="737" y="598"/>
                </a:lnTo>
                <a:lnTo>
                  <a:pt x="737" y="600"/>
                </a:lnTo>
                <a:lnTo>
                  <a:pt x="737" y="601"/>
                </a:lnTo>
                <a:lnTo>
                  <a:pt x="738" y="602"/>
                </a:lnTo>
                <a:lnTo>
                  <a:pt x="738" y="603"/>
                </a:lnTo>
                <a:lnTo>
                  <a:pt x="738" y="605"/>
                </a:lnTo>
                <a:lnTo>
                  <a:pt x="736" y="605"/>
                </a:lnTo>
                <a:lnTo>
                  <a:pt x="735" y="605"/>
                </a:lnTo>
                <a:lnTo>
                  <a:pt x="735" y="606"/>
                </a:lnTo>
                <a:lnTo>
                  <a:pt x="734" y="606"/>
                </a:lnTo>
                <a:lnTo>
                  <a:pt x="733" y="606"/>
                </a:lnTo>
                <a:lnTo>
                  <a:pt x="732" y="606"/>
                </a:lnTo>
                <a:lnTo>
                  <a:pt x="732" y="605"/>
                </a:lnTo>
                <a:lnTo>
                  <a:pt x="732" y="604"/>
                </a:lnTo>
                <a:lnTo>
                  <a:pt x="731" y="604"/>
                </a:lnTo>
                <a:lnTo>
                  <a:pt x="731" y="602"/>
                </a:lnTo>
                <a:lnTo>
                  <a:pt x="731" y="601"/>
                </a:lnTo>
                <a:lnTo>
                  <a:pt x="730" y="601"/>
                </a:lnTo>
                <a:lnTo>
                  <a:pt x="730" y="599"/>
                </a:lnTo>
                <a:lnTo>
                  <a:pt x="730" y="597"/>
                </a:lnTo>
                <a:lnTo>
                  <a:pt x="730" y="596"/>
                </a:lnTo>
                <a:lnTo>
                  <a:pt x="727" y="594"/>
                </a:lnTo>
                <a:lnTo>
                  <a:pt x="727" y="595"/>
                </a:lnTo>
                <a:lnTo>
                  <a:pt x="728" y="596"/>
                </a:lnTo>
                <a:lnTo>
                  <a:pt x="729" y="598"/>
                </a:lnTo>
                <a:lnTo>
                  <a:pt x="729" y="601"/>
                </a:lnTo>
                <a:lnTo>
                  <a:pt x="730" y="605"/>
                </a:lnTo>
                <a:lnTo>
                  <a:pt x="731" y="607"/>
                </a:lnTo>
                <a:lnTo>
                  <a:pt x="731" y="609"/>
                </a:lnTo>
                <a:lnTo>
                  <a:pt x="731" y="610"/>
                </a:lnTo>
                <a:lnTo>
                  <a:pt x="730" y="610"/>
                </a:lnTo>
                <a:lnTo>
                  <a:pt x="729" y="611"/>
                </a:lnTo>
                <a:lnTo>
                  <a:pt x="729" y="614"/>
                </a:lnTo>
                <a:lnTo>
                  <a:pt x="731" y="614"/>
                </a:lnTo>
                <a:lnTo>
                  <a:pt x="731" y="617"/>
                </a:lnTo>
                <a:lnTo>
                  <a:pt x="731" y="618"/>
                </a:lnTo>
                <a:lnTo>
                  <a:pt x="731" y="621"/>
                </a:lnTo>
                <a:lnTo>
                  <a:pt x="731" y="622"/>
                </a:lnTo>
                <a:lnTo>
                  <a:pt x="729" y="625"/>
                </a:lnTo>
                <a:lnTo>
                  <a:pt x="728" y="625"/>
                </a:lnTo>
                <a:lnTo>
                  <a:pt x="728" y="627"/>
                </a:lnTo>
                <a:lnTo>
                  <a:pt x="728" y="628"/>
                </a:lnTo>
                <a:lnTo>
                  <a:pt x="729" y="630"/>
                </a:lnTo>
                <a:lnTo>
                  <a:pt x="729" y="631"/>
                </a:lnTo>
                <a:lnTo>
                  <a:pt x="730" y="629"/>
                </a:lnTo>
                <a:lnTo>
                  <a:pt x="733" y="630"/>
                </a:lnTo>
                <a:lnTo>
                  <a:pt x="735" y="631"/>
                </a:lnTo>
                <a:lnTo>
                  <a:pt x="737" y="631"/>
                </a:lnTo>
                <a:lnTo>
                  <a:pt x="737" y="632"/>
                </a:lnTo>
                <a:lnTo>
                  <a:pt x="738" y="633"/>
                </a:lnTo>
                <a:lnTo>
                  <a:pt x="738" y="632"/>
                </a:lnTo>
                <a:lnTo>
                  <a:pt x="739" y="631"/>
                </a:lnTo>
                <a:lnTo>
                  <a:pt x="740" y="631"/>
                </a:lnTo>
                <a:lnTo>
                  <a:pt x="740" y="632"/>
                </a:lnTo>
                <a:lnTo>
                  <a:pt x="740" y="633"/>
                </a:lnTo>
                <a:lnTo>
                  <a:pt x="740" y="634"/>
                </a:lnTo>
                <a:lnTo>
                  <a:pt x="741" y="635"/>
                </a:lnTo>
                <a:lnTo>
                  <a:pt x="740" y="635"/>
                </a:lnTo>
                <a:lnTo>
                  <a:pt x="740" y="636"/>
                </a:lnTo>
                <a:lnTo>
                  <a:pt x="740" y="637"/>
                </a:lnTo>
                <a:lnTo>
                  <a:pt x="739" y="637"/>
                </a:lnTo>
                <a:lnTo>
                  <a:pt x="738" y="638"/>
                </a:lnTo>
                <a:lnTo>
                  <a:pt x="736" y="637"/>
                </a:lnTo>
                <a:lnTo>
                  <a:pt x="736" y="638"/>
                </a:lnTo>
                <a:lnTo>
                  <a:pt x="735" y="638"/>
                </a:lnTo>
                <a:lnTo>
                  <a:pt x="734" y="638"/>
                </a:lnTo>
                <a:lnTo>
                  <a:pt x="734" y="640"/>
                </a:lnTo>
                <a:lnTo>
                  <a:pt x="735" y="640"/>
                </a:lnTo>
                <a:lnTo>
                  <a:pt x="736" y="642"/>
                </a:lnTo>
                <a:lnTo>
                  <a:pt x="737" y="642"/>
                </a:lnTo>
                <a:lnTo>
                  <a:pt x="737" y="643"/>
                </a:lnTo>
                <a:lnTo>
                  <a:pt x="737" y="644"/>
                </a:lnTo>
                <a:lnTo>
                  <a:pt x="737" y="643"/>
                </a:lnTo>
                <a:lnTo>
                  <a:pt x="738" y="643"/>
                </a:lnTo>
                <a:lnTo>
                  <a:pt x="738" y="644"/>
                </a:lnTo>
                <a:lnTo>
                  <a:pt x="737" y="645"/>
                </a:lnTo>
                <a:lnTo>
                  <a:pt x="736" y="644"/>
                </a:lnTo>
                <a:lnTo>
                  <a:pt x="735" y="644"/>
                </a:lnTo>
                <a:lnTo>
                  <a:pt x="734" y="644"/>
                </a:lnTo>
                <a:lnTo>
                  <a:pt x="733" y="645"/>
                </a:lnTo>
                <a:lnTo>
                  <a:pt x="733" y="646"/>
                </a:lnTo>
                <a:lnTo>
                  <a:pt x="732" y="647"/>
                </a:lnTo>
                <a:lnTo>
                  <a:pt x="732" y="649"/>
                </a:lnTo>
                <a:lnTo>
                  <a:pt x="732" y="650"/>
                </a:lnTo>
                <a:lnTo>
                  <a:pt x="732" y="651"/>
                </a:lnTo>
                <a:lnTo>
                  <a:pt x="733" y="652"/>
                </a:lnTo>
                <a:lnTo>
                  <a:pt x="733" y="654"/>
                </a:lnTo>
                <a:lnTo>
                  <a:pt x="734" y="655"/>
                </a:lnTo>
                <a:lnTo>
                  <a:pt x="735" y="656"/>
                </a:lnTo>
                <a:lnTo>
                  <a:pt x="735" y="657"/>
                </a:lnTo>
                <a:lnTo>
                  <a:pt x="736" y="657"/>
                </a:lnTo>
                <a:lnTo>
                  <a:pt x="736" y="658"/>
                </a:lnTo>
                <a:lnTo>
                  <a:pt x="736" y="660"/>
                </a:lnTo>
                <a:lnTo>
                  <a:pt x="735" y="661"/>
                </a:lnTo>
                <a:lnTo>
                  <a:pt x="734" y="661"/>
                </a:lnTo>
                <a:lnTo>
                  <a:pt x="733" y="661"/>
                </a:lnTo>
                <a:lnTo>
                  <a:pt x="731" y="661"/>
                </a:lnTo>
                <a:lnTo>
                  <a:pt x="731" y="662"/>
                </a:lnTo>
                <a:lnTo>
                  <a:pt x="730" y="663"/>
                </a:lnTo>
                <a:lnTo>
                  <a:pt x="729" y="665"/>
                </a:lnTo>
                <a:lnTo>
                  <a:pt x="728" y="665"/>
                </a:lnTo>
                <a:lnTo>
                  <a:pt x="727" y="666"/>
                </a:lnTo>
                <a:lnTo>
                  <a:pt x="726" y="666"/>
                </a:lnTo>
                <a:lnTo>
                  <a:pt x="726" y="667"/>
                </a:lnTo>
                <a:lnTo>
                  <a:pt x="726" y="668"/>
                </a:lnTo>
                <a:lnTo>
                  <a:pt x="726" y="670"/>
                </a:lnTo>
                <a:lnTo>
                  <a:pt x="725" y="670"/>
                </a:lnTo>
                <a:lnTo>
                  <a:pt x="725" y="671"/>
                </a:lnTo>
                <a:lnTo>
                  <a:pt x="724" y="674"/>
                </a:lnTo>
                <a:lnTo>
                  <a:pt x="725" y="675"/>
                </a:lnTo>
                <a:lnTo>
                  <a:pt x="726" y="675"/>
                </a:lnTo>
                <a:lnTo>
                  <a:pt x="727" y="675"/>
                </a:lnTo>
                <a:lnTo>
                  <a:pt x="727" y="677"/>
                </a:lnTo>
                <a:lnTo>
                  <a:pt x="729" y="678"/>
                </a:lnTo>
                <a:lnTo>
                  <a:pt x="729" y="679"/>
                </a:lnTo>
                <a:lnTo>
                  <a:pt x="730" y="679"/>
                </a:lnTo>
                <a:lnTo>
                  <a:pt x="730" y="680"/>
                </a:lnTo>
                <a:lnTo>
                  <a:pt x="730" y="682"/>
                </a:lnTo>
                <a:lnTo>
                  <a:pt x="730" y="687"/>
                </a:lnTo>
                <a:lnTo>
                  <a:pt x="730" y="688"/>
                </a:lnTo>
                <a:lnTo>
                  <a:pt x="730" y="689"/>
                </a:lnTo>
                <a:lnTo>
                  <a:pt x="731" y="690"/>
                </a:lnTo>
                <a:lnTo>
                  <a:pt x="732" y="690"/>
                </a:lnTo>
                <a:lnTo>
                  <a:pt x="732" y="691"/>
                </a:lnTo>
                <a:lnTo>
                  <a:pt x="731" y="691"/>
                </a:lnTo>
                <a:lnTo>
                  <a:pt x="732" y="692"/>
                </a:lnTo>
                <a:lnTo>
                  <a:pt x="732" y="693"/>
                </a:lnTo>
                <a:lnTo>
                  <a:pt x="730" y="693"/>
                </a:lnTo>
                <a:lnTo>
                  <a:pt x="730" y="692"/>
                </a:lnTo>
                <a:lnTo>
                  <a:pt x="729" y="692"/>
                </a:lnTo>
                <a:lnTo>
                  <a:pt x="728" y="692"/>
                </a:lnTo>
                <a:lnTo>
                  <a:pt x="727" y="692"/>
                </a:lnTo>
                <a:lnTo>
                  <a:pt x="726" y="693"/>
                </a:lnTo>
                <a:lnTo>
                  <a:pt x="723" y="695"/>
                </a:lnTo>
                <a:lnTo>
                  <a:pt x="721" y="694"/>
                </a:lnTo>
                <a:lnTo>
                  <a:pt x="720" y="694"/>
                </a:lnTo>
                <a:lnTo>
                  <a:pt x="718" y="693"/>
                </a:lnTo>
                <a:lnTo>
                  <a:pt x="718" y="692"/>
                </a:lnTo>
                <a:lnTo>
                  <a:pt x="717" y="692"/>
                </a:lnTo>
                <a:lnTo>
                  <a:pt x="716" y="691"/>
                </a:lnTo>
                <a:lnTo>
                  <a:pt x="715" y="691"/>
                </a:lnTo>
                <a:lnTo>
                  <a:pt x="714" y="688"/>
                </a:lnTo>
                <a:lnTo>
                  <a:pt x="713" y="687"/>
                </a:lnTo>
                <a:lnTo>
                  <a:pt x="713" y="686"/>
                </a:lnTo>
                <a:lnTo>
                  <a:pt x="710" y="682"/>
                </a:lnTo>
                <a:lnTo>
                  <a:pt x="708" y="677"/>
                </a:lnTo>
                <a:lnTo>
                  <a:pt x="707" y="676"/>
                </a:lnTo>
                <a:lnTo>
                  <a:pt x="706" y="677"/>
                </a:lnTo>
                <a:lnTo>
                  <a:pt x="705" y="677"/>
                </a:lnTo>
                <a:lnTo>
                  <a:pt x="703" y="677"/>
                </a:lnTo>
                <a:lnTo>
                  <a:pt x="704" y="679"/>
                </a:lnTo>
                <a:lnTo>
                  <a:pt x="702" y="681"/>
                </a:lnTo>
                <a:lnTo>
                  <a:pt x="701" y="682"/>
                </a:lnTo>
                <a:lnTo>
                  <a:pt x="698" y="685"/>
                </a:lnTo>
                <a:lnTo>
                  <a:pt x="696" y="683"/>
                </a:lnTo>
                <a:lnTo>
                  <a:pt x="695" y="682"/>
                </a:lnTo>
                <a:lnTo>
                  <a:pt x="695" y="681"/>
                </a:lnTo>
                <a:lnTo>
                  <a:pt x="694" y="681"/>
                </a:lnTo>
                <a:lnTo>
                  <a:pt x="694" y="682"/>
                </a:lnTo>
                <a:lnTo>
                  <a:pt x="695" y="683"/>
                </a:lnTo>
                <a:lnTo>
                  <a:pt x="696" y="687"/>
                </a:lnTo>
                <a:lnTo>
                  <a:pt x="697" y="688"/>
                </a:lnTo>
                <a:lnTo>
                  <a:pt x="698" y="691"/>
                </a:lnTo>
                <a:lnTo>
                  <a:pt x="698" y="692"/>
                </a:lnTo>
                <a:lnTo>
                  <a:pt x="698" y="693"/>
                </a:lnTo>
                <a:lnTo>
                  <a:pt x="698" y="694"/>
                </a:lnTo>
                <a:lnTo>
                  <a:pt x="700" y="695"/>
                </a:lnTo>
                <a:lnTo>
                  <a:pt x="702" y="696"/>
                </a:lnTo>
                <a:lnTo>
                  <a:pt x="703" y="696"/>
                </a:lnTo>
                <a:lnTo>
                  <a:pt x="704" y="695"/>
                </a:lnTo>
                <a:lnTo>
                  <a:pt x="705" y="695"/>
                </a:lnTo>
                <a:lnTo>
                  <a:pt x="705" y="696"/>
                </a:lnTo>
                <a:lnTo>
                  <a:pt x="706" y="697"/>
                </a:lnTo>
                <a:lnTo>
                  <a:pt x="705" y="698"/>
                </a:lnTo>
                <a:lnTo>
                  <a:pt x="704" y="700"/>
                </a:lnTo>
                <a:lnTo>
                  <a:pt x="703" y="702"/>
                </a:lnTo>
                <a:lnTo>
                  <a:pt x="703" y="703"/>
                </a:lnTo>
                <a:lnTo>
                  <a:pt x="704" y="703"/>
                </a:lnTo>
                <a:lnTo>
                  <a:pt x="703" y="704"/>
                </a:lnTo>
                <a:lnTo>
                  <a:pt x="702" y="704"/>
                </a:lnTo>
                <a:lnTo>
                  <a:pt x="702" y="705"/>
                </a:lnTo>
                <a:lnTo>
                  <a:pt x="702" y="708"/>
                </a:lnTo>
                <a:lnTo>
                  <a:pt x="703" y="708"/>
                </a:lnTo>
                <a:lnTo>
                  <a:pt x="704" y="708"/>
                </a:lnTo>
                <a:lnTo>
                  <a:pt x="705" y="708"/>
                </a:lnTo>
                <a:lnTo>
                  <a:pt x="705" y="709"/>
                </a:lnTo>
                <a:lnTo>
                  <a:pt x="705" y="710"/>
                </a:lnTo>
                <a:lnTo>
                  <a:pt x="704" y="710"/>
                </a:lnTo>
                <a:lnTo>
                  <a:pt x="704" y="709"/>
                </a:lnTo>
                <a:lnTo>
                  <a:pt x="703" y="709"/>
                </a:lnTo>
                <a:lnTo>
                  <a:pt x="702" y="709"/>
                </a:lnTo>
                <a:lnTo>
                  <a:pt x="702" y="710"/>
                </a:lnTo>
                <a:lnTo>
                  <a:pt x="701" y="710"/>
                </a:lnTo>
                <a:lnTo>
                  <a:pt x="700" y="711"/>
                </a:lnTo>
                <a:lnTo>
                  <a:pt x="699" y="711"/>
                </a:lnTo>
                <a:lnTo>
                  <a:pt x="699" y="712"/>
                </a:lnTo>
                <a:lnTo>
                  <a:pt x="699" y="713"/>
                </a:lnTo>
                <a:lnTo>
                  <a:pt x="698" y="713"/>
                </a:lnTo>
                <a:lnTo>
                  <a:pt x="697" y="714"/>
                </a:lnTo>
                <a:lnTo>
                  <a:pt x="696" y="713"/>
                </a:lnTo>
                <a:lnTo>
                  <a:pt x="695" y="712"/>
                </a:lnTo>
                <a:lnTo>
                  <a:pt x="694" y="711"/>
                </a:lnTo>
                <a:lnTo>
                  <a:pt x="693" y="710"/>
                </a:lnTo>
                <a:lnTo>
                  <a:pt x="690" y="710"/>
                </a:lnTo>
                <a:lnTo>
                  <a:pt x="689" y="711"/>
                </a:lnTo>
                <a:lnTo>
                  <a:pt x="688" y="711"/>
                </a:lnTo>
                <a:lnTo>
                  <a:pt x="687" y="712"/>
                </a:lnTo>
                <a:lnTo>
                  <a:pt x="686" y="712"/>
                </a:lnTo>
                <a:lnTo>
                  <a:pt x="685" y="712"/>
                </a:lnTo>
                <a:lnTo>
                  <a:pt x="684" y="711"/>
                </a:lnTo>
                <a:lnTo>
                  <a:pt x="683" y="711"/>
                </a:lnTo>
                <a:lnTo>
                  <a:pt x="683" y="709"/>
                </a:lnTo>
                <a:lnTo>
                  <a:pt x="683" y="708"/>
                </a:lnTo>
                <a:lnTo>
                  <a:pt x="684" y="708"/>
                </a:lnTo>
                <a:lnTo>
                  <a:pt x="683" y="707"/>
                </a:lnTo>
                <a:lnTo>
                  <a:pt x="682" y="707"/>
                </a:lnTo>
                <a:lnTo>
                  <a:pt x="681" y="706"/>
                </a:lnTo>
                <a:lnTo>
                  <a:pt x="680" y="704"/>
                </a:lnTo>
                <a:lnTo>
                  <a:pt x="680" y="703"/>
                </a:lnTo>
                <a:lnTo>
                  <a:pt x="680" y="702"/>
                </a:lnTo>
                <a:lnTo>
                  <a:pt x="680" y="699"/>
                </a:lnTo>
                <a:lnTo>
                  <a:pt x="679" y="698"/>
                </a:lnTo>
                <a:lnTo>
                  <a:pt x="677" y="696"/>
                </a:lnTo>
                <a:lnTo>
                  <a:pt x="676" y="697"/>
                </a:lnTo>
                <a:lnTo>
                  <a:pt x="677" y="697"/>
                </a:lnTo>
                <a:lnTo>
                  <a:pt x="678" y="698"/>
                </a:lnTo>
                <a:lnTo>
                  <a:pt x="678" y="700"/>
                </a:lnTo>
                <a:lnTo>
                  <a:pt x="678" y="701"/>
                </a:lnTo>
                <a:lnTo>
                  <a:pt x="678" y="702"/>
                </a:lnTo>
                <a:lnTo>
                  <a:pt x="679" y="703"/>
                </a:lnTo>
                <a:lnTo>
                  <a:pt x="678" y="705"/>
                </a:lnTo>
                <a:lnTo>
                  <a:pt x="676" y="705"/>
                </a:lnTo>
                <a:lnTo>
                  <a:pt x="676" y="706"/>
                </a:lnTo>
                <a:lnTo>
                  <a:pt x="676" y="707"/>
                </a:lnTo>
                <a:lnTo>
                  <a:pt x="675" y="707"/>
                </a:lnTo>
                <a:lnTo>
                  <a:pt x="673" y="709"/>
                </a:lnTo>
                <a:lnTo>
                  <a:pt x="673" y="710"/>
                </a:lnTo>
                <a:lnTo>
                  <a:pt x="674" y="710"/>
                </a:lnTo>
                <a:lnTo>
                  <a:pt x="675" y="710"/>
                </a:lnTo>
                <a:lnTo>
                  <a:pt x="676" y="712"/>
                </a:lnTo>
                <a:lnTo>
                  <a:pt x="675" y="712"/>
                </a:lnTo>
                <a:lnTo>
                  <a:pt x="675" y="713"/>
                </a:lnTo>
                <a:lnTo>
                  <a:pt x="676" y="713"/>
                </a:lnTo>
                <a:lnTo>
                  <a:pt x="676" y="715"/>
                </a:lnTo>
                <a:lnTo>
                  <a:pt x="679" y="722"/>
                </a:lnTo>
                <a:lnTo>
                  <a:pt x="680" y="723"/>
                </a:lnTo>
                <a:lnTo>
                  <a:pt x="681" y="725"/>
                </a:lnTo>
                <a:lnTo>
                  <a:pt x="681" y="726"/>
                </a:lnTo>
                <a:lnTo>
                  <a:pt x="682" y="726"/>
                </a:lnTo>
                <a:lnTo>
                  <a:pt x="682" y="727"/>
                </a:lnTo>
                <a:lnTo>
                  <a:pt x="683" y="727"/>
                </a:lnTo>
                <a:lnTo>
                  <a:pt x="683" y="728"/>
                </a:lnTo>
                <a:lnTo>
                  <a:pt x="684" y="728"/>
                </a:lnTo>
                <a:lnTo>
                  <a:pt x="685" y="728"/>
                </a:lnTo>
                <a:lnTo>
                  <a:pt x="686" y="729"/>
                </a:lnTo>
                <a:lnTo>
                  <a:pt x="685" y="729"/>
                </a:lnTo>
                <a:lnTo>
                  <a:pt x="685" y="730"/>
                </a:lnTo>
                <a:lnTo>
                  <a:pt x="684" y="729"/>
                </a:lnTo>
                <a:lnTo>
                  <a:pt x="683" y="729"/>
                </a:lnTo>
                <a:lnTo>
                  <a:pt x="683" y="730"/>
                </a:lnTo>
                <a:lnTo>
                  <a:pt x="682" y="731"/>
                </a:lnTo>
                <a:lnTo>
                  <a:pt x="682" y="732"/>
                </a:lnTo>
                <a:lnTo>
                  <a:pt x="684" y="732"/>
                </a:lnTo>
                <a:lnTo>
                  <a:pt x="684" y="733"/>
                </a:lnTo>
                <a:lnTo>
                  <a:pt x="683" y="734"/>
                </a:lnTo>
                <a:lnTo>
                  <a:pt x="682" y="734"/>
                </a:lnTo>
                <a:lnTo>
                  <a:pt x="682" y="735"/>
                </a:lnTo>
                <a:lnTo>
                  <a:pt x="681" y="736"/>
                </a:lnTo>
                <a:lnTo>
                  <a:pt x="680" y="738"/>
                </a:lnTo>
                <a:lnTo>
                  <a:pt x="679" y="738"/>
                </a:lnTo>
                <a:lnTo>
                  <a:pt x="677" y="737"/>
                </a:lnTo>
                <a:lnTo>
                  <a:pt x="676" y="736"/>
                </a:lnTo>
                <a:lnTo>
                  <a:pt x="675" y="736"/>
                </a:lnTo>
                <a:lnTo>
                  <a:pt x="675" y="735"/>
                </a:lnTo>
                <a:lnTo>
                  <a:pt x="674" y="735"/>
                </a:lnTo>
                <a:lnTo>
                  <a:pt x="673" y="733"/>
                </a:lnTo>
                <a:lnTo>
                  <a:pt x="671" y="734"/>
                </a:lnTo>
                <a:lnTo>
                  <a:pt x="671" y="733"/>
                </a:lnTo>
                <a:lnTo>
                  <a:pt x="671" y="732"/>
                </a:lnTo>
                <a:lnTo>
                  <a:pt x="670" y="729"/>
                </a:lnTo>
                <a:lnTo>
                  <a:pt x="672" y="727"/>
                </a:lnTo>
                <a:lnTo>
                  <a:pt x="672" y="726"/>
                </a:lnTo>
                <a:lnTo>
                  <a:pt x="673" y="725"/>
                </a:lnTo>
                <a:lnTo>
                  <a:pt x="672" y="724"/>
                </a:lnTo>
                <a:lnTo>
                  <a:pt x="671" y="724"/>
                </a:lnTo>
                <a:lnTo>
                  <a:pt x="670" y="725"/>
                </a:lnTo>
                <a:lnTo>
                  <a:pt x="670" y="726"/>
                </a:lnTo>
                <a:lnTo>
                  <a:pt x="669" y="727"/>
                </a:lnTo>
                <a:lnTo>
                  <a:pt x="669" y="728"/>
                </a:lnTo>
                <a:lnTo>
                  <a:pt x="668" y="727"/>
                </a:lnTo>
                <a:lnTo>
                  <a:pt x="667" y="726"/>
                </a:lnTo>
                <a:lnTo>
                  <a:pt x="668" y="726"/>
                </a:lnTo>
                <a:lnTo>
                  <a:pt x="668" y="724"/>
                </a:lnTo>
                <a:lnTo>
                  <a:pt x="669" y="724"/>
                </a:lnTo>
                <a:lnTo>
                  <a:pt x="670" y="722"/>
                </a:lnTo>
                <a:lnTo>
                  <a:pt x="669" y="722"/>
                </a:lnTo>
                <a:lnTo>
                  <a:pt x="670" y="721"/>
                </a:lnTo>
                <a:lnTo>
                  <a:pt x="669" y="721"/>
                </a:lnTo>
                <a:lnTo>
                  <a:pt x="669" y="722"/>
                </a:lnTo>
                <a:lnTo>
                  <a:pt x="668" y="722"/>
                </a:lnTo>
                <a:lnTo>
                  <a:pt x="668" y="723"/>
                </a:lnTo>
                <a:lnTo>
                  <a:pt x="666" y="724"/>
                </a:lnTo>
                <a:lnTo>
                  <a:pt x="666" y="723"/>
                </a:lnTo>
                <a:lnTo>
                  <a:pt x="665" y="723"/>
                </a:lnTo>
                <a:lnTo>
                  <a:pt x="663" y="722"/>
                </a:lnTo>
                <a:lnTo>
                  <a:pt x="662" y="722"/>
                </a:lnTo>
                <a:lnTo>
                  <a:pt x="661" y="721"/>
                </a:lnTo>
                <a:lnTo>
                  <a:pt x="661" y="720"/>
                </a:lnTo>
                <a:lnTo>
                  <a:pt x="659" y="718"/>
                </a:lnTo>
                <a:lnTo>
                  <a:pt x="657" y="717"/>
                </a:lnTo>
                <a:lnTo>
                  <a:pt x="658" y="716"/>
                </a:lnTo>
                <a:lnTo>
                  <a:pt x="657" y="715"/>
                </a:lnTo>
                <a:lnTo>
                  <a:pt x="655" y="713"/>
                </a:lnTo>
                <a:lnTo>
                  <a:pt x="654" y="712"/>
                </a:lnTo>
                <a:lnTo>
                  <a:pt x="652" y="709"/>
                </a:lnTo>
                <a:lnTo>
                  <a:pt x="651" y="708"/>
                </a:lnTo>
                <a:lnTo>
                  <a:pt x="650" y="708"/>
                </a:lnTo>
                <a:lnTo>
                  <a:pt x="648" y="705"/>
                </a:lnTo>
                <a:lnTo>
                  <a:pt x="647" y="704"/>
                </a:lnTo>
                <a:lnTo>
                  <a:pt x="647" y="702"/>
                </a:lnTo>
                <a:lnTo>
                  <a:pt x="647" y="701"/>
                </a:lnTo>
                <a:lnTo>
                  <a:pt x="646" y="699"/>
                </a:lnTo>
                <a:lnTo>
                  <a:pt x="646" y="698"/>
                </a:lnTo>
                <a:lnTo>
                  <a:pt x="646" y="697"/>
                </a:lnTo>
                <a:lnTo>
                  <a:pt x="646" y="695"/>
                </a:lnTo>
                <a:lnTo>
                  <a:pt x="647" y="694"/>
                </a:lnTo>
                <a:lnTo>
                  <a:pt x="647" y="693"/>
                </a:lnTo>
                <a:lnTo>
                  <a:pt x="648" y="690"/>
                </a:lnTo>
                <a:lnTo>
                  <a:pt x="647" y="686"/>
                </a:lnTo>
                <a:lnTo>
                  <a:pt x="647" y="684"/>
                </a:lnTo>
                <a:lnTo>
                  <a:pt x="646" y="681"/>
                </a:lnTo>
                <a:lnTo>
                  <a:pt x="645" y="679"/>
                </a:lnTo>
                <a:lnTo>
                  <a:pt x="644" y="677"/>
                </a:lnTo>
                <a:lnTo>
                  <a:pt x="644" y="675"/>
                </a:lnTo>
                <a:lnTo>
                  <a:pt x="645" y="675"/>
                </a:lnTo>
                <a:lnTo>
                  <a:pt x="646" y="674"/>
                </a:lnTo>
                <a:lnTo>
                  <a:pt x="647" y="673"/>
                </a:lnTo>
                <a:lnTo>
                  <a:pt x="647" y="672"/>
                </a:lnTo>
                <a:lnTo>
                  <a:pt x="648" y="672"/>
                </a:lnTo>
                <a:lnTo>
                  <a:pt x="648" y="671"/>
                </a:lnTo>
                <a:lnTo>
                  <a:pt x="647" y="671"/>
                </a:lnTo>
                <a:lnTo>
                  <a:pt x="646" y="672"/>
                </a:lnTo>
                <a:lnTo>
                  <a:pt x="645" y="673"/>
                </a:lnTo>
                <a:lnTo>
                  <a:pt x="643" y="675"/>
                </a:lnTo>
                <a:lnTo>
                  <a:pt x="643" y="674"/>
                </a:lnTo>
                <a:lnTo>
                  <a:pt x="642" y="673"/>
                </a:lnTo>
                <a:lnTo>
                  <a:pt x="641" y="672"/>
                </a:lnTo>
                <a:lnTo>
                  <a:pt x="641" y="671"/>
                </a:lnTo>
                <a:lnTo>
                  <a:pt x="640" y="671"/>
                </a:lnTo>
                <a:lnTo>
                  <a:pt x="639" y="671"/>
                </a:lnTo>
                <a:lnTo>
                  <a:pt x="640" y="671"/>
                </a:lnTo>
                <a:lnTo>
                  <a:pt x="640" y="672"/>
                </a:lnTo>
                <a:lnTo>
                  <a:pt x="640" y="673"/>
                </a:lnTo>
                <a:lnTo>
                  <a:pt x="640" y="674"/>
                </a:lnTo>
                <a:lnTo>
                  <a:pt x="641" y="675"/>
                </a:lnTo>
                <a:lnTo>
                  <a:pt x="641" y="676"/>
                </a:lnTo>
                <a:lnTo>
                  <a:pt x="640" y="678"/>
                </a:lnTo>
                <a:lnTo>
                  <a:pt x="640" y="679"/>
                </a:lnTo>
                <a:lnTo>
                  <a:pt x="641" y="679"/>
                </a:lnTo>
                <a:lnTo>
                  <a:pt x="641" y="682"/>
                </a:lnTo>
                <a:lnTo>
                  <a:pt x="641" y="683"/>
                </a:lnTo>
                <a:lnTo>
                  <a:pt x="639" y="685"/>
                </a:lnTo>
                <a:lnTo>
                  <a:pt x="641" y="687"/>
                </a:lnTo>
                <a:lnTo>
                  <a:pt x="639" y="690"/>
                </a:lnTo>
                <a:lnTo>
                  <a:pt x="637" y="692"/>
                </a:lnTo>
                <a:lnTo>
                  <a:pt x="637" y="693"/>
                </a:lnTo>
                <a:lnTo>
                  <a:pt x="631" y="689"/>
                </a:lnTo>
                <a:lnTo>
                  <a:pt x="629" y="693"/>
                </a:lnTo>
                <a:lnTo>
                  <a:pt x="629" y="694"/>
                </a:lnTo>
                <a:lnTo>
                  <a:pt x="631" y="696"/>
                </a:lnTo>
                <a:lnTo>
                  <a:pt x="630" y="697"/>
                </a:lnTo>
                <a:lnTo>
                  <a:pt x="630" y="698"/>
                </a:lnTo>
                <a:lnTo>
                  <a:pt x="630" y="699"/>
                </a:lnTo>
                <a:lnTo>
                  <a:pt x="630" y="700"/>
                </a:lnTo>
                <a:lnTo>
                  <a:pt x="630" y="701"/>
                </a:lnTo>
                <a:lnTo>
                  <a:pt x="628" y="701"/>
                </a:lnTo>
                <a:lnTo>
                  <a:pt x="628" y="703"/>
                </a:lnTo>
                <a:lnTo>
                  <a:pt x="630" y="702"/>
                </a:lnTo>
                <a:lnTo>
                  <a:pt x="630" y="711"/>
                </a:lnTo>
                <a:lnTo>
                  <a:pt x="631" y="712"/>
                </a:lnTo>
                <a:lnTo>
                  <a:pt x="631" y="713"/>
                </a:lnTo>
                <a:lnTo>
                  <a:pt x="633" y="716"/>
                </a:lnTo>
                <a:lnTo>
                  <a:pt x="633" y="717"/>
                </a:lnTo>
                <a:lnTo>
                  <a:pt x="633" y="718"/>
                </a:lnTo>
                <a:lnTo>
                  <a:pt x="632" y="718"/>
                </a:lnTo>
                <a:lnTo>
                  <a:pt x="633" y="719"/>
                </a:lnTo>
                <a:lnTo>
                  <a:pt x="633" y="721"/>
                </a:lnTo>
                <a:lnTo>
                  <a:pt x="632" y="721"/>
                </a:lnTo>
                <a:lnTo>
                  <a:pt x="632" y="722"/>
                </a:lnTo>
                <a:lnTo>
                  <a:pt x="632" y="723"/>
                </a:lnTo>
                <a:lnTo>
                  <a:pt x="633" y="724"/>
                </a:lnTo>
                <a:lnTo>
                  <a:pt x="634" y="724"/>
                </a:lnTo>
                <a:lnTo>
                  <a:pt x="634" y="725"/>
                </a:lnTo>
                <a:lnTo>
                  <a:pt x="634" y="727"/>
                </a:lnTo>
                <a:lnTo>
                  <a:pt x="633" y="727"/>
                </a:lnTo>
                <a:lnTo>
                  <a:pt x="633" y="728"/>
                </a:lnTo>
                <a:lnTo>
                  <a:pt x="632" y="729"/>
                </a:lnTo>
                <a:lnTo>
                  <a:pt x="632" y="730"/>
                </a:lnTo>
                <a:lnTo>
                  <a:pt x="631" y="730"/>
                </a:lnTo>
                <a:lnTo>
                  <a:pt x="630" y="730"/>
                </a:lnTo>
                <a:lnTo>
                  <a:pt x="629" y="730"/>
                </a:lnTo>
                <a:lnTo>
                  <a:pt x="628" y="732"/>
                </a:lnTo>
                <a:lnTo>
                  <a:pt x="627" y="734"/>
                </a:lnTo>
                <a:lnTo>
                  <a:pt x="627" y="736"/>
                </a:lnTo>
                <a:lnTo>
                  <a:pt x="627" y="737"/>
                </a:lnTo>
                <a:lnTo>
                  <a:pt x="626" y="738"/>
                </a:lnTo>
                <a:lnTo>
                  <a:pt x="626" y="739"/>
                </a:lnTo>
                <a:lnTo>
                  <a:pt x="625" y="740"/>
                </a:lnTo>
                <a:lnTo>
                  <a:pt x="624" y="740"/>
                </a:lnTo>
                <a:lnTo>
                  <a:pt x="623" y="741"/>
                </a:lnTo>
                <a:lnTo>
                  <a:pt x="622" y="741"/>
                </a:lnTo>
                <a:lnTo>
                  <a:pt x="622" y="742"/>
                </a:lnTo>
                <a:lnTo>
                  <a:pt x="622" y="743"/>
                </a:lnTo>
                <a:lnTo>
                  <a:pt x="621" y="744"/>
                </a:lnTo>
                <a:lnTo>
                  <a:pt x="620" y="744"/>
                </a:lnTo>
                <a:lnTo>
                  <a:pt x="619" y="744"/>
                </a:lnTo>
                <a:lnTo>
                  <a:pt x="618" y="744"/>
                </a:lnTo>
                <a:lnTo>
                  <a:pt x="617" y="745"/>
                </a:lnTo>
                <a:lnTo>
                  <a:pt x="616" y="745"/>
                </a:lnTo>
                <a:lnTo>
                  <a:pt x="616" y="748"/>
                </a:lnTo>
                <a:lnTo>
                  <a:pt x="615" y="748"/>
                </a:lnTo>
                <a:lnTo>
                  <a:pt x="614" y="748"/>
                </a:lnTo>
                <a:lnTo>
                  <a:pt x="612" y="748"/>
                </a:lnTo>
                <a:lnTo>
                  <a:pt x="610" y="748"/>
                </a:lnTo>
                <a:lnTo>
                  <a:pt x="609" y="746"/>
                </a:lnTo>
                <a:lnTo>
                  <a:pt x="609" y="745"/>
                </a:lnTo>
                <a:lnTo>
                  <a:pt x="609" y="744"/>
                </a:lnTo>
                <a:lnTo>
                  <a:pt x="609" y="743"/>
                </a:lnTo>
                <a:lnTo>
                  <a:pt x="608" y="742"/>
                </a:lnTo>
                <a:lnTo>
                  <a:pt x="606" y="741"/>
                </a:lnTo>
                <a:lnTo>
                  <a:pt x="605" y="742"/>
                </a:lnTo>
                <a:lnTo>
                  <a:pt x="604" y="741"/>
                </a:lnTo>
                <a:lnTo>
                  <a:pt x="604" y="739"/>
                </a:lnTo>
                <a:lnTo>
                  <a:pt x="603" y="737"/>
                </a:lnTo>
                <a:lnTo>
                  <a:pt x="602" y="735"/>
                </a:lnTo>
                <a:lnTo>
                  <a:pt x="601" y="735"/>
                </a:lnTo>
                <a:lnTo>
                  <a:pt x="601" y="734"/>
                </a:lnTo>
                <a:lnTo>
                  <a:pt x="601" y="733"/>
                </a:lnTo>
                <a:lnTo>
                  <a:pt x="602" y="733"/>
                </a:lnTo>
                <a:lnTo>
                  <a:pt x="601" y="732"/>
                </a:lnTo>
                <a:lnTo>
                  <a:pt x="600" y="732"/>
                </a:lnTo>
                <a:lnTo>
                  <a:pt x="599" y="731"/>
                </a:lnTo>
                <a:lnTo>
                  <a:pt x="596" y="729"/>
                </a:lnTo>
                <a:lnTo>
                  <a:pt x="595" y="728"/>
                </a:lnTo>
                <a:lnTo>
                  <a:pt x="594" y="727"/>
                </a:lnTo>
                <a:lnTo>
                  <a:pt x="594" y="728"/>
                </a:lnTo>
                <a:lnTo>
                  <a:pt x="595" y="728"/>
                </a:lnTo>
                <a:lnTo>
                  <a:pt x="595" y="729"/>
                </a:lnTo>
                <a:lnTo>
                  <a:pt x="595" y="731"/>
                </a:lnTo>
                <a:lnTo>
                  <a:pt x="593" y="731"/>
                </a:lnTo>
                <a:lnTo>
                  <a:pt x="592" y="731"/>
                </a:lnTo>
                <a:lnTo>
                  <a:pt x="591" y="732"/>
                </a:lnTo>
                <a:lnTo>
                  <a:pt x="590" y="732"/>
                </a:lnTo>
                <a:lnTo>
                  <a:pt x="589" y="732"/>
                </a:lnTo>
                <a:lnTo>
                  <a:pt x="588" y="732"/>
                </a:lnTo>
                <a:lnTo>
                  <a:pt x="587" y="732"/>
                </a:lnTo>
                <a:lnTo>
                  <a:pt x="586" y="733"/>
                </a:lnTo>
                <a:lnTo>
                  <a:pt x="585" y="733"/>
                </a:lnTo>
                <a:lnTo>
                  <a:pt x="584" y="734"/>
                </a:lnTo>
                <a:lnTo>
                  <a:pt x="583" y="735"/>
                </a:lnTo>
                <a:lnTo>
                  <a:pt x="582" y="735"/>
                </a:lnTo>
                <a:lnTo>
                  <a:pt x="581" y="736"/>
                </a:lnTo>
                <a:lnTo>
                  <a:pt x="581" y="737"/>
                </a:lnTo>
                <a:lnTo>
                  <a:pt x="581" y="738"/>
                </a:lnTo>
                <a:lnTo>
                  <a:pt x="580" y="738"/>
                </a:lnTo>
                <a:lnTo>
                  <a:pt x="580" y="739"/>
                </a:lnTo>
                <a:lnTo>
                  <a:pt x="580" y="740"/>
                </a:lnTo>
                <a:lnTo>
                  <a:pt x="580" y="741"/>
                </a:lnTo>
                <a:lnTo>
                  <a:pt x="581" y="741"/>
                </a:lnTo>
                <a:lnTo>
                  <a:pt x="581" y="742"/>
                </a:lnTo>
                <a:lnTo>
                  <a:pt x="580" y="744"/>
                </a:lnTo>
                <a:lnTo>
                  <a:pt x="579" y="744"/>
                </a:lnTo>
                <a:lnTo>
                  <a:pt x="578" y="743"/>
                </a:lnTo>
                <a:lnTo>
                  <a:pt x="577" y="743"/>
                </a:lnTo>
                <a:lnTo>
                  <a:pt x="576" y="744"/>
                </a:lnTo>
                <a:lnTo>
                  <a:pt x="575" y="745"/>
                </a:lnTo>
                <a:lnTo>
                  <a:pt x="574" y="743"/>
                </a:lnTo>
                <a:lnTo>
                  <a:pt x="574" y="744"/>
                </a:lnTo>
                <a:lnTo>
                  <a:pt x="573" y="745"/>
                </a:lnTo>
                <a:lnTo>
                  <a:pt x="572" y="746"/>
                </a:lnTo>
                <a:lnTo>
                  <a:pt x="572" y="747"/>
                </a:lnTo>
                <a:lnTo>
                  <a:pt x="571" y="749"/>
                </a:lnTo>
                <a:lnTo>
                  <a:pt x="571" y="750"/>
                </a:lnTo>
                <a:lnTo>
                  <a:pt x="570" y="752"/>
                </a:lnTo>
                <a:lnTo>
                  <a:pt x="569" y="752"/>
                </a:lnTo>
                <a:lnTo>
                  <a:pt x="568" y="752"/>
                </a:lnTo>
                <a:lnTo>
                  <a:pt x="568" y="753"/>
                </a:lnTo>
                <a:lnTo>
                  <a:pt x="567" y="753"/>
                </a:lnTo>
                <a:lnTo>
                  <a:pt x="566" y="755"/>
                </a:lnTo>
                <a:lnTo>
                  <a:pt x="565" y="755"/>
                </a:lnTo>
                <a:lnTo>
                  <a:pt x="565" y="757"/>
                </a:lnTo>
                <a:lnTo>
                  <a:pt x="564" y="758"/>
                </a:lnTo>
                <a:lnTo>
                  <a:pt x="563" y="759"/>
                </a:lnTo>
                <a:lnTo>
                  <a:pt x="563" y="760"/>
                </a:lnTo>
                <a:lnTo>
                  <a:pt x="563" y="761"/>
                </a:lnTo>
                <a:lnTo>
                  <a:pt x="563" y="763"/>
                </a:lnTo>
                <a:lnTo>
                  <a:pt x="563" y="766"/>
                </a:lnTo>
                <a:lnTo>
                  <a:pt x="562" y="766"/>
                </a:lnTo>
                <a:lnTo>
                  <a:pt x="561" y="765"/>
                </a:lnTo>
                <a:lnTo>
                  <a:pt x="560" y="765"/>
                </a:lnTo>
                <a:lnTo>
                  <a:pt x="559" y="765"/>
                </a:lnTo>
                <a:lnTo>
                  <a:pt x="558" y="766"/>
                </a:lnTo>
                <a:lnTo>
                  <a:pt x="559" y="767"/>
                </a:lnTo>
                <a:lnTo>
                  <a:pt x="560" y="767"/>
                </a:lnTo>
                <a:lnTo>
                  <a:pt x="560" y="768"/>
                </a:lnTo>
                <a:lnTo>
                  <a:pt x="559" y="769"/>
                </a:lnTo>
                <a:lnTo>
                  <a:pt x="558" y="769"/>
                </a:lnTo>
                <a:lnTo>
                  <a:pt x="558" y="768"/>
                </a:lnTo>
                <a:lnTo>
                  <a:pt x="557" y="769"/>
                </a:lnTo>
                <a:lnTo>
                  <a:pt x="557" y="770"/>
                </a:lnTo>
                <a:lnTo>
                  <a:pt x="556" y="770"/>
                </a:lnTo>
                <a:lnTo>
                  <a:pt x="555" y="770"/>
                </a:lnTo>
                <a:lnTo>
                  <a:pt x="554" y="771"/>
                </a:lnTo>
                <a:lnTo>
                  <a:pt x="553" y="772"/>
                </a:lnTo>
                <a:lnTo>
                  <a:pt x="550" y="772"/>
                </a:lnTo>
                <a:lnTo>
                  <a:pt x="549" y="772"/>
                </a:lnTo>
                <a:lnTo>
                  <a:pt x="549" y="773"/>
                </a:lnTo>
                <a:lnTo>
                  <a:pt x="548" y="773"/>
                </a:lnTo>
                <a:lnTo>
                  <a:pt x="546" y="772"/>
                </a:lnTo>
                <a:lnTo>
                  <a:pt x="545" y="772"/>
                </a:lnTo>
                <a:lnTo>
                  <a:pt x="544" y="771"/>
                </a:lnTo>
                <a:lnTo>
                  <a:pt x="543" y="770"/>
                </a:lnTo>
                <a:lnTo>
                  <a:pt x="544" y="769"/>
                </a:lnTo>
                <a:lnTo>
                  <a:pt x="543" y="769"/>
                </a:lnTo>
                <a:lnTo>
                  <a:pt x="542" y="769"/>
                </a:lnTo>
                <a:lnTo>
                  <a:pt x="541" y="770"/>
                </a:lnTo>
                <a:lnTo>
                  <a:pt x="538" y="769"/>
                </a:lnTo>
                <a:lnTo>
                  <a:pt x="537" y="769"/>
                </a:lnTo>
                <a:lnTo>
                  <a:pt x="536" y="768"/>
                </a:lnTo>
                <a:lnTo>
                  <a:pt x="535" y="767"/>
                </a:lnTo>
                <a:lnTo>
                  <a:pt x="534" y="767"/>
                </a:lnTo>
                <a:lnTo>
                  <a:pt x="533" y="767"/>
                </a:lnTo>
                <a:lnTo>
                  <a:pt x="532" y="766"/>
                </a:lnTo>
                <a:lnTo>
                  <a:pt x="531" y="765"/>
                </a:lnTo>
                <a:lnTo>
                  <a:pt x="530" y="765"/>
                </a:lnTo>
                <a:lnTo>
                  <a:pt x="529" y="765"/>
                </a:lnTo>
                <a:lnTo>
                  <a:pt x="529" y="764"/>
                </a:lnTo>
                <a:lnTo>
                  <a:pt x="528" y="764"/>
                </a:lnTo>
                <a:lnTo>
                  <a:pt x="527" y="764"/>
                </a:lnTo>
                <a:lnTo>
                  <a:pt x="526" y="764"/>
                </a:lnTo>
                <a:lnTo>
                  <a:pt x="525" y="764"/>
                </a:lnTo>
                <a:lnTo>
                  <a:pt x="524" y="764"/>
                </a:lnTo>
                <a:lnTo>
                  <a:pt x="523" y="764"/>
                </a:lnTo>
                <a:lnTo>
                  <a:pt x="522" y="763"/>
                </a:lnTo>
                <a:lnTo>
                  <a:pt x="521" y="762"/>
                </a:lnTo>
                <a:lnTo>
                  <a:pt x="521" y="761"/>
                </a:lnTo>
                <a:lnTo>
                  <a:pt x="520" y="761"/>
                </a:lnTo>
                <a:lnTo>
                  <a:pt x="520" y="759"/>
                </a:lnTo>
                <a:lnTo>
                  <a:pt x="519" y="758"/>
                </a:lnTo>
                <a:lnTo>
                  <a:pt x="519" y="757"/>
                </a:lnTo>
                <a:lnTo>
                  <a:pt x="519" y="756"/>
                </a:lnTo>
                <a:lnTo>
                  <a:pt x="519" y="755"/>
                </a:lnTo>
                <a:lnTo>
                  <a:pt x="519" y="754"/>
                </a:lnTo>
                <a:lnTo>
                  <a:pt x="518" y="753"/>
                </a:lnTo>
                <a:lnTo>
                  <a:pt x="519" y="753"/>
                </a:lnTo>
                <a:lnTo>
                  <a:pt x="519" y="752"/>
                </a:lnTo>
                <a:lnTo>
                  <a:pt x="518" y="749"/>
                </a:lnTo>
                <a:lnTo>
                  <a:pt x="518" y="748"/>
                </a:lnTo>
                <a:lnTo>
                  <a:pt x="518" y="746"/>
                </a:lnTo>
                <a:lnTo>
                  <a:pt x="518" y="744"/>
                </a:lnTo>
                <a:lnTo>
                  <a:pt x="518" y="743"/>
                </a:lnTo>
                <a:lnTo>
                  <a:pt x="519" y="743"/>
                </a:lnTo>
                <a:lnTo>
                  <a:pt x="519" y="742"/>
                </a:lnTo>
                <a:lnTo>
                  <a:pt x="520" y="741"/>
                </a:lnTo>
                <a:lnTo>
                  <a:pt x="521" y="740"/>
                </a:lnTo>
                <a:lnTo>
                  <a:pt x="522" y="740"/>
                </a:lnTo>
                <a:lnTo>
                  <a:pt x="523" y="740"/>
                </a:lnTo>
                <a:lnTo>
                  <a:pt x="523" y="739"/>
                </a:lnTo>
                <a:lnTo>
                  <a:pt x="524" y="739"/>
                </a:lnTo>
                <a:lnTo>
                  <a:pt x="525" y="739"/>
                </a:lnTo>
                <a:lnTo>
                  <a:pt x="526" y="739"/>
                </a:lnTo>
                <a:lnTo>
                  <a:pt x="528" y="738"/>
                </a:lnTo>
                <a:lnTo>
                  <a:pt x="529" y="738"/>
                </a:lnTo>
                <a:lnTo>
                  <a:pt x="529" y="737"/>
                </a:lnTo>
                <a:lnTo>
                  <a:pt x="531" y="737"/>
                </a:lnTo>
                <a:lnTo>
                  <a:pt x="532" y="737"/>
                </a:lnTo>
                <a:lnTo>
                  <a:pt x="533" y="737"/>
                </a:lnTo>
                <a:lnTo>
                  <a:pt x="534" y="737"/>
                </a:lnTo>
                <a:lnTo>
                  <a:pt x="534" y="736"/>
                </a:lnTo>
                <a:lnTo>
                  <a:pt x="534" y="735"/>
                </a:lnTo>
                <a:lnTo>
                  <a:pt x="534" y="734"/>
                </a:lnTo>
                <a:lnTo>
                  <a:pt x="534" y="735"/>
                </a:lnTo>
                <a:lnTo>
                  <a:pt x="534" y="736"/>
                </a:lnTo>
                <a:lnTo>
                  <a:pt x="533" y="736"/>
                </a:lnTo>
                <a:lnTo>
                  <a:pt x="531" y="736"/>
                </a:lnTo>
                <a:lnTo>
                  <a:pt x="530" y="735"/>
                </a:lnTo>
                <a:lnTo>
                  <a:pt x="529" y="735"/>
                </a:lnTo>
                <a:lnTo>
                  <a:pt x="528" y="735"/>
                </a:lnTo>
                <a:lnTo>
                  <a:pt x="526" y="735"/>
                </a:lnTo>
                <a:lnTo>
                  <a:pt x="525" y="735"/>
                </a:lnTo>
                <a:lnTo>
                  <a:pt x="524" y="736"/>
                </a:lnTo>
                <a:lnTo>
                  <a:pt x="525" y="737"/>
                </a:lnTo>
                <a:lnTo>
                  <a:pt x="524" y="737"/>
                </a:lnTo>
                <a:lnTo>
                  <a:pt x="523" y="739"/>
                </a:lnTo>
                <a:lnTo>
                  <a:pt x="522" y="739"/>
                </a:lnTo>
                <a:lnTo>
                  <a:pt x="521" y="740"/>
                </a:lnTo>
                <a:lnTo>
                  <a:pt x="520" y="740"/>
                </a:lnTo>
                <a:lnTo>
                  <a:pt x="519" y="741"/>
                </a:lnTo>
                <a:lnTo>
                  <a:pt x="518" y="742"/>
                </a:lnTo>
                <a:lnTo>
                  <a:pt x="517" y="742"/>
                </a:lnTo>
                <a:lnTo>
                  <a:pt x="517" y="744"/>
                </a:lnTo>
                <a:lnTo>
                  <a:pt x="517" y="745"/>
                </a:lnTo>
                <a:lnTo>
                  <a:pt x="517" y="744"/>
                </a:lnTo>
                <a:lnTo>
                  <a:pt x="516" y="744"/>
                </a:lnTo>
                <a:lnTo>
                  <a:pt x="516" y="745"/>
                </a:lnTo>
                <a:lnTo>
                  <a:pt x="516" y="744"/>
                </a:lnTo>
                <a:lnTo>
                  <a:pt x="515" y="743"/>
                </a:lnTo>
                <a:lnTo>
                  <a:pt x="515" y="742"/>
                </a:lnTo>
                <a:lnTo>
                  <a:pt x="515" y="741"/>
                </a:lnTo>
                <a:lnTo>
                  <a:pt x="514" y="741"/>
                </a:lnTo>
                <a:lnTo>
                  <a:pt x="514" y="740"/>
                </a:lnTo>
                <a:lnTo>
                  <a:pt x="514" y="739"/>
                </a:lnTo>
                <a:lnTo>
                  <a:pt x="513" y="738"/>
                </a:lnTo>
                <a:lnTo>
                  <a:pt x="512" y="737"/>
                </a:lnTo>
                <a:lnTo>
                  <a:pt x="512" y="736"/>
                </a:lnTo>
                <a:lnTo>
                  <a:pt x="512" y="735"/>
                </a:lnTo>
                <a:lnTo>
                  <a:pt x="510" y="734"/>
                </a:lnTo>
                <a:lnTo>
                  <a:pt x="510" y="733"/>
                </a:lnTo>
                <a:lnTo>
                  <a:pt x="510" y="732"/>
                </a:lnTo>
                <a:lnTo>
                  <a:pt x="510" y="731"/>
                </a:lnTo>
                <a:lnTo>
                  <a:pt x="510" y="730"/>
                </a:lnTo>
                <a:lnTo>
                  <a:pt x="509" y="729"/>
                </a:lnTo>
                <a:lnTo>
                  <a:pt x="508" y="729"/>
                </a:lnTo>
                <a:lnTo>
                  <a:pt x="508" y="728"/>
                </a:lnTo>
                <a:lnTo>
                  <a:pt x="508" y="727"/>
                </a:lnTo>
                <a:lnTo>
                  <a:pt x="508" y="726"/>
                </a:lnTo>
                <a:lnTo>
                  <a:pt x="509" y="726"/>
                </a:lnTo>
                <a:lnTo>
                  <a:pt x="509" y="725"/>
                </a:lnTo>
                <a:lnTo>
                  <a:pt x="510" y="724"/>
                </a:lnTo>
                <a:lnTo>
                  <a:pt x="510" y="723"/>
                </a:lnTo>
                <a:lnTo>
                  <a:pt x="509" y="723"/>
                </a:lnTo>
                <a:lnTo>
                  <a:pt x="509" y="722"/>
                </a:lnTo>
                <a:lnTo>
                  <a:pt x="510" y="722"/>
                </a:lnTo>
                <a:lnTo>
                  <a:pt x="512" y="721"/>
                </a:lnTo>
                <a:lnTo>
                  <a:pt x="512" y="720"/>
                </a:lnTo>
                <a:lnTo>
                  <a:pt x="512" y="719"/>
                </a:lnTo>
                <a:lnTo>
                  <a:pt x="512" y="718"/>
                </a:lnTo>
                <a:lnTo>
                  <a:pt x="512" y="716"/>
                </a:lnTo>
                <a:lnTo>
                  <a:pt x="512" y="715"/>
                </a:lnTo>
                <a:lnTo>
                  <a:pt x="511" y="715"/>
                </a:lnTo>
                <a:lnTo>
                  <a:pt x="511" y="714"/>
                </a:lnTo>
                <a:lnTo>
                  <a:pt x="512" y="714"/>
                </a:lnTo>
                <a:lnTo>
                  <a:pt x="512" y="713"/>
                </a:lnTo>
                <a:lnTo>
                  <a:pt x="511" y="714"/>
                </a:lnTo>
                <a:lnTo>
                  <a:pt x="511" y="715"/>
                </a:lnTo>
                <a:lnTo>
                  <a:pt x="512" y="715"/>
                </a:lnTo>
                <a:lnTo>
                  <a:pt x="511" y="716"/>
                </a:lnTo>
                <a:lnTo>
                  <a:pt x="511" y="717"/>
                </a:lnTo>
                <a:lnTo>
                  <a:pt x="512" y="717"/>
                </a:lnTo>
                <a:lnTo>
                  <a:pt x="512" y="718"/>
                </a:lnTo>
                <a:lnTo>
                  <a:pt x="511" y="718"/>
                </a:lnTo>
                <a:lnTo>
                  <a:pt x="511" y="719"/>
                </a:lnTo>
                <a:lnTo>
                  <a:pt x="510" y="719"/>
                </a:lnTo>
                <a:lnTo>
                  <a:pt x="510" y="720"/>
                </a:lnTo>
                <a:lnTo>
                  <a:pt x="509" y="720"/>
                </a:lnTo>
                <a:lnTo>
                  <a:pt x="508" y="721"/>
                </a:lnTo>
                <a:lnTo>
                  <a:pt x="508" y="722"/>
                </a:lnTo>
                <a:lnTo>
                  <a:pt x="508" y="723"/>
                </a:lnTo>
                <a:lnTo>
                  <a:pt x="508" y="724"/>
                </a:lnTo>
                <a:lnTo>
                  <a:pt x="507" y="724"/>
                </a:lnTo>
                <a:lnTo>
                  <a:pt x="507" y="725"/>
                </a:lnTo>
                <a:lnTo>
                  <a:pt x="506" y="725"/>
                </a:lnTo>
                <a:lnTo>
                  <a:pt x="506" y="726"/>
                </a:lnTo>
                <a:lnTo>
                  <a:pt x="507" y="726"/>
                </a:lnTo>
                <a:lnTo>
                  <a:pt x="507" y="727"/>
                </a:lnTo>
                <a:lnTo>
                  <a:pt x="507" y="729"/>
                </a:lnTo>
                <a:lnTo>
                  <a:pt x="507" y="730"/>
                </a:lnTo>
                <a:lnTo>
                  <a:pt x="508" y="730"/>
                </a:lnTo>
                <a:lnTo>
                  <a:pt x="509" y="731"/>
                </a:lnTo>
                <a:lnTo>
                  <a:pt x="509" y="732"/>
                </a:lnTo>
                <a:lnTo>
                  <a:pt x="509" y="734"/>
                </a:lnTo>
                <a:lnTo>
                  <a:pt x="510" y="734"/>
                </a:lnTo>
                <a:lnTo>
                  <a:pt x="510" y="735"/>
                </a:lnTo>
                <a:lnTo>
                  <a:pt x="510" y="736"/>
                </a:lnTo>
                <a:lnTo>
                  <a:pt x="511" y="737"/>
                </a:lnTo>
                <a:lnTo>
                  <a:pt x="511" y="738"/>
                </a:lnTo>
                <a:lnTo>
                  <a:pt x="511" y="739"/>
                </a:lnTo>
                <a:lnTo>
                  <a:pt x="511" y="740"/>
                </a:lnTo>
                <a:lnTo>
                  <a:pt x="512" y="741"/>
                </a:lnTo>
                <a:lnTo>
                  <a:pt x="513" y="742"/>
                </a:lnTo>
                <a:lnTo>
                  <a:pt x="513" y="743"/>
                </a:lnTo>
                <a:lnTo>
                  <a:pt x="514" y="744"/>
                </a:lnTo>
                <a:lnTo>
                  <a:pt x="514" y="745"/>
                </a:lnTo>
                <a:lnTo>
                  <a:pt x="513" y="745"/>
                </a:lnTo>
                <a:lnTo>
                  <a:pt x="514" y="745"/>
                </a:lnTo>
                <a:lnTo>
                  <a:pt x="514" y="746"/>
                </a:lnTo>
                <a:lnTo>
                  <a:pt x="514" y="747"/>
                </a:lnTo>
                <a:lnTo>
                  <a:pt x="515" y="747"/>
                </a:lnTo>
                <a:lnTo>
                  <a:pt x="515" y="748"/>
                </a:lnTo>
                <a:lnTo>
                  <a:pt x="515" y="749"/>
                </a:lnTo>
                <a:lnTo>
                  <a:pt x="515" y="750"/>
                </a:lnTo>
                <a:lnTo>
                  <a:pt x="516" y="751"/>
                </a:lnTo>
                <a:lnTo>
                  <a:pt x="516" y="753"/>
                </a:lnTo>
                <a:lnTo>
                  <a:pt x="516" y="754"/>
                </a:lnTo>
                <a:lnTo>
                  <a:pt x="516" y="755"/>
                </a:lnTo>
                <a:lnTo>
                  <a:pt x="516" y="756"/>
                </a:lnTo>
                <a:lnTo>
                  <a:pt x="516" y="757"/>
                </a:lnTo>
                <a:lnTo>
                  <a:pt x="516" y="758"/>
                </a:lnTo>
                <a:lnTo>
                  <a:pt x="517" y="759"/>
                </a:lnTo>
                <a:lnTo>
                  <a:pt x="517" y="760"/>
                </a:lnTo>
                <a:lnTo>
                  <a:pt x="518" y="760"/>
                </a:lnTo>
                <a:lnTo>
                  <a:pt x="518" y="762"/>
                </a:lnTo>
                <a:lnTo>
                  <a:pt x="518" y="763"/>
                </a:lnTo>
                <a:lnTo>
                  <a:pt x="518" y="766"/>
                </a:lnTo>
                <a:lnTo>
                  <a:pt x="518" y="767"/>
                </a:lnTo>
                <a:lnTo>
                  <a:pt x="519" y="767"/>
                </a:lnTo>
                <a:lnTo>
                  <a:pt x="519" y="768"/>
                </a:lnTo>
                <a:lnTo>
                  <a:pt x="518" y="769"/>
                </a:lnTo>
                <a:lnTo>
                  <a:pt x="518" y="770"/>
                </a:lnTo>
                <a:lnTo>
                  <a:pt x="519" y="770"/>
                </a:lnTo>
                <a:lnTo>
                  <a:pt x="519" y="771"/>
                </a:lnTo>
                <a:lnTo>
                  <a:pt x="520" y="771"/>
                </a:lnTo>
                <a:lnTo>
                  <a:pt x="519" y="771"/>
                </a:lnTo>
                <a:lnTo>
                  <a:pt x="519" y="772"/>
                </a:lnTo>
                <a:lnTo>
                  <a:pt x="518" y="773"/>
                </a:lnTo>
                <a:lnTo>
                  <a:pt x="518" y="774"/>
                </a:lnTo>
                <a:lnTo>
                  <a:pt x="518" y="775"/>
                </a:lnTo>
                <a:lnTo>
                  <a:pt x="518" y="777"/>
                </a:lnTo>
                <a:lnTo>
                  <a:pt x="518" y="778"/>
                </a:lnTo>
                <a:lnTo>
                  <a:pt x="518" y="779"/>
                </a:lnTo>
                <a:lnTo>
                  <a:pt x="517" y="779"/>
                </a:lnTo>
                <a:lnTo>
                  <a:pt x="516" y="780"/>
                </a:lnTo>
                <a:lnTo>
                  <a:pt x="515" y="780"/>
                </a:lnTo>
                <a:lnTo>
                  <a:pt x="513" y="781"/>
                </a:lnTo>
                <a:lnTo>
                  <a:pt x="512" y="781"/>
                </a:lnTo>
                <a:lnTo>
                  <a:pt x="510" y="781"/>
                </a:lnTo>
                <a:lnTo>
                  <a:pt x="509" y="782"/>
                </a:lnTo>
                <a:lnTo>
                  <a:pt x="508" y="782"/>
                </a:lnTo>
                <a:lnTo>
                  <a:pt x="508" y="783"/>
                </a:lnTo>
                <a:lnTo>
                  <a:pt x="507" y="783"/>
                </a:lnTo>
                <a:lnTo>
                  <a:pt x="507" y="784"/>
                </a:lnTo>
                <a:lnTo>
                  <a:pt x="508" y="784"/>
                </a:lnTo>
                <a:lnTo>
                  <a:pt x="507" y="785"/>
                </a:lnTo>
                <a:lnTo>
                  <a:pt x="506" y="784"/>
                </a:lnTo>
                <a:lnTo>
                  <a:pt x="505" y="784"/>
                </a:lnTo>
                <a:lnTo>
                  <a:pt x="504" y="784"/>
                </a:lnTo>
                <a:lnTo>
                  <a:pt x="503" y="784"/>
                </a:lnTo>
                <a:lnTo>
                  <a:pt x="503" y="785"/>
                </a:lnTo>
                <a:lnTo>
                  <a:pt x="502" y="785"/>
                </a:lnTo>
                <a:lnTo>
                  <a:pt x="501" y="785"/>
                </a:lnTo>
                <a:lnTo>
                  <a:pt x="501" y="786"/>
                </a:lnTo>
                <a:lnTo>
                  <a:pt x="501" y="787"/>
                </a:lnTo>
                <a:lnTo>
                  <a:pt x="500" y="787"/>
                </a:lnTo>
                <a:lnTo>
                  <a:pt x="499" y="786"/>
                </a:lnTo>
                <a:lnTo>
                  <a:pt x="498" y="787"/>
                </a:lnTo>
                <a:lnTo>
                  <a:pt x="497" y="787"/>
                </a:lnTo>
                <a:lnTo>
                  <a:pt x="496" y="787"/>
                </a:lnTo>
                <a:lnTo>
                  <a:pt x="495" y="787"/>
                </a:lnTo>
                <a:lnTo>
                  <a:pt x="492" y="788"/>
                </a:lnTo>
                <a:lnTo>
                  <a:pt x="491" y="788"/>
                </a:lnTo>
                <a:lnTo>
                  <a:pt x="490" y="788"/>
                </a:lnTo>
                <a:lnTo>
                  <a:pt x="489" y="788"/>
                </a:lnTo>
                <a:lnTo>
                  <a:pt x="488" y="787"/>
                </a:lnTo>
                <a:lnTo>
                  <a:pt x="487" y="787"/>
                </a:lnTo>
                <a:lnTo>
                  <a:pt x="486" y="787"/>
                </a:lnTo>
                <a:lnTo>
                  <a:pt x="487" y="787"/>
                </a:lnTo>
                <a:lnTo>
                  <a:pt x="487" y="786"/>
                </a:lnTo>
                <a:lnTo>
                  <a:pt x="488" y="786"/>
                </a:lnTo>
                <a:lnTo>
                  <a:pt x="487" y="786"/>
                </a:lnTo>
                <a:lnTo>
                  <a:pt x="487" y="785"/>
                </a:lnTo>
                <a:lnTo>
                  <a:pt x="487" y="784"/>
                </a:lnTo>
                <a:lnTo>
                  <a:pt x="487" y="783"/>
                </a:lnTo>
                <a:lnTo>
                  <a:pt x="486" y="783"/>
                </a:lnTo>
                <a:lnTo>
                  <a:pt x="486" y="782"/>
                </a:lnTo>
                <a:lnTo>
                  <a:pt x="485" y="781"/>
                </a:lnTo>
                <a:lnTo>
                  <a:pt x="484" y="781"/>
                </a:lnTo>
                <a:lnTo>
                  <a:pt x="483" y="781"/>
                </a:lnTo>
                <a:lnTo>
                  <a:pt x="483" y="782"/>
                </a:lnTo>
                <a:lnTo>
                  <a:pt x="481" y="783"/>
                </a:lnTo>
                <a:lnTo>
                  <a:pt x="481" y="782"/>
                </a:lnTo>
                <a:lnTo>
                  <a:pt x="481" y="781"/>
                </a:lnTo>
                <a:lnTo>
                  <a:pt x="480" y="780"/>
                </a:lnTo>
                <a:lnTo>
                  <a:pt x="479" y="780"/>
                </a:lnTo>
                <a:lnTo>
                  <a:pt x="478" y="780"/>
                </a:lnTo>
                <a:lnTo>
                  <a:pt x="477" y="779"/>
                </a:lnTo>
                <a:lnTo>
                  <a:pt x="477" y="778"/>
                </a:lnTo>
                <a:lnTo>
                  <a:pt x="477" y="777"/>
                </a:lnTo>
                <a:lnTo>
                  <a:pt x="478" y="776"/>
                </a:lnTo>
                <a:lnTo>
                  <a:pt x="478" y="775"/>
                </a:lnTo>
                <a:lnTo>
                  <a:pt x="477" y="774"/>
                </a:lnTo>
                <a:lnTo>
                  <a:pt x="477" y="773"/>
                </a:lnTo>
                <a:lnTo>
                  <a:pt x="478" y="772"/>
                </a:lnTo>
                <a:lnTo>
                  <a:pt x="478" y="771"/>
                </a:lnTo>
                <a:lnTo>
                  <a:pt x="477" y="771"/>
                </a:lnTo>
                <a:lnTo>
                  <a:pt x="476" y="770"/>
                </a:lnTo>
                <a:lnTo>
                  <a:pt x="475" y="769"/>
                </a:lnTo>
                <a:lnTo>
                  <a:pt x="474" y="769"/>
                </a:lnTo>
                <a:lnTo>
                  <a:pt x="473" y="768"/>
                </a:lnTo>
                <a:lnTo>
                  <a:pt x="471" y="768"/>
                </a:lnTo>
                <a:lnTo>
                  <a:pt x="469" y="769"/>
                </a:lnTo>
                <a:lnTo>
                  <a:pt x="467" y="769"/>
                </a:lnTo>
                <a:lnTo>
                  <a:pt x="465" y="769"/>
                </a:lnTo>
                <a:lnTo>
                  <a:pt x="462" y="770"/>
                </a:lnTo>
                <a:lnTo>
                  <a:pt x="460" y="771"/>
                </a:lnTo>
                <a:lnTo>
                  <a:pt x="458" y="772"/>
                </a:lnTo>
                <a:lnTo>
                  <a:pt x="458" y="773"/>
                </a:lnTo>
                <a:lnTo>
                  <a:pt x="457" y="773"/>
                </a:lnTo>
                <a:lnTo>
                  <a:pt x="455" y="774"/>
                </a:lnTo>
                <a:lnTo>
                  <a:pt x="454" y="774"/>
                </a:lnTo>
                <a:lnTo>
                  <a:pt x="453" y="774"/>
                </a:lnTo>
                <a:lnTo>
                  <a:pt x="452" y="774"/>
                </a:lnTo>
                <a:lnTo>
                  <a:pt x="448" y="774"/>
                </a:lnTo>
                <a:lnTo>
                  <a:pt x="447" y="774"/>
                </a:lnTo>
                <a:lnTo>
                  <a:pt x="446" y="774"/>
                </a:lnTo>
                <a:lnTo>
                  <a:pt x="446" y="773"/>
                </a:lnTo>
                <a:lnTo>
                  <a:pt x="445" y="773"/>
                </a:lnTo>
                <a:lnTo>
                  <a:pt x="444" y="773"/>
                </a:lnTo>
                <a:lnTo>
                  <a:pt x="443" y="774"/>
                </a:lnTo>
                <a:lnTo>
                  <a:pt x="444" y="774"/>
                </a:lnTo>
                <a:lnTo>
                  <a:pt x="446" y="775"/>
                </a:lnTo>
                <a:lnTo>
                  <a:pt x="447" y="775"/>
                </a:lnTo>
                <a:lnTo>
                  <a:pt x="448" y="776"/>
                </a:lnTo>
                <a:lnTo>
                  <a:pt x="449" y="776"/>
                </a:lnTo>
                <a:lnTo>
                  <a:pt x="450" y="776"/>
                </a:lnTo>
                <a:lnTo>
                  <a:pt x="448" y="777"/>
                </a:lnTo>
                <a:lnTo>
                  <a:pt x="447" y="777"/>
                </a:lnTo>
                <a:lnTo>
                  <a:pt x="446" y="778"/>
                </a:lnTo>
                <a:lnTo>
                  <a:pt x="445" y="778"/>
                </a:lnTo>
                <a:lnTo>
                  <a:pt x="444" y="779"/>
                </a:lnTo>
                <a:lnTo>
                  <a:pt x="443" y="779"/>
                </a:lnTo>
                <a:lnTo>
                  <a:pt x="442" y="779"/>
                </a:lnTo>
                <a:lnTo>
                  <a:pt x="441" y="780"/>
                </a:lnTo>
                <a:lnTo>
                  <a:pt x="440" y="781"/>
                </a:lnTo>
                <a:lnTo>
                  <a:pt x="439" y="781"/>
                </a:lnTo>
                <a:lnTo>
                  <a:pt x="438" y="782"/>
                </a:lnTo>
                <a:lnTo>
                  <a:pt x="437" y="783"/>
                </a:lnTo>
                <a:lnTo>
                  <a:pt x="436" y="784"/>
                </a:lnTo>
                <a:lnTo>
                  <a:pt x="434" y="785"/>
                </a:lnTo>
                <a:lnTo>
                  <a:pt x="433" y="787"/>
                </a:lnTo>
                <a:lnTo>
                  <a:pt x="432" y="787"/>
                </a:lnTo>
                <a:lnTo>
                  <a:pt x="432" y="786"/>
                </a:lnTo>
                <a:lnTo>
                  <a:pt x="433" y="785"/>
                </a:lnTo>
                <a:lnTo>
                  <a:pt x="433" y="784"/>
                </a:lnTo>
                <a:lnTo>
                  <a:pt x="434" y="784"/>
                </a:lnTo>
                <a:lnTo>
                  <a:pt x="435" y="784"/>
                </a:lnTo>
                <a:lnTo>
                  <a:pt x="435" y="783"/>
                </a:lnTo>
                <a:lnTo>
                  <a:pt x="434" y="783"/>
                </a:lnTo>
                <a:lnTo>
                  <a:pt x="433" y="784"/>
                </a:lnTo>
                <a:lnTo>
                  <a:pt x="432" y="784"/>
                </a:lnTo>
                <a:lnTo>
                  <a:pt x="432" y="785"/>
                </a:lnTo>
                <a:lnTo>
                  <a:pt x="431" y="786"/>
                </a:lnTo>
                <a:lnTo>
                  <a:pt x="431" y="787"/>
                </a:lnTo>
                <a:lnTo>
                  <a:pt x="430" y="787"/>
                </a:lnTo>
                <a:lnTo>
                  <a:pt x="430" y="788"/>
                </a:lnTo>
                <a:lnTo>
                  <a:pt x="429" y="789"/>
                </a:lnTo>
                <a:lnTo>
                  <a:pt x="429" y="788"/>
                </a:lnTo>
                <a:lnTo>
                  <a:pt x="430" y="788"/>
                </a:lnTo>
                <a:lnTo>
                  <a:pt x="429" y="788"/>
                </a:lnTo>
                <a:lnTo>
                  <a:pt x="428" y="788"/>
                </a:lnTo>
                <a:lnTo>
                  <a:pt x="427" y="789"/>
                </a:lnTo>
                <a:lnTo>
                  <a:pt x="427" y="790"/>
                </a:lnTo>
                <a:lnTo>
                  <a:pt x="426" y="791"/>
                </a:lnTo>
                <a:lnTo>
                  <a:pt x="426" y="792"/>
                </a:lnTo>
                <a:lnTo>
                  <a:pt x="425" y="792"/>
                </a:lnTo>
                <a:lnTo>
                  <a:pt x="424" y="792"/>
                </a:lnTo>
                <a:lnTo>
                  <a:pt x="423" y="793"/>
                </a:lnTo>
                <a:lnTo>
                  <a:pt x="422" y="793"/>
                </a:lnTo>
                <a:lnTo>
                  <a:pt x="422" y="794"/>
                </a:lnTo>
                <a:lnTo>
                  <a:pt x="421" y="794"/>
                </a:lnTo>
                <a:lnTo>
                  <a:pt x="421" y="795"/>
                </a:lnTo>
                <a:lnTo>
                  <a:pt x="420" y="795"/>
                </a:lnTo>
                <a:lnTo>
                  <a:pt x="419" y="796"/>
                </a:lnTo>
                <a:lnTo>
                  <a:pt x="418" y="796"/>
                </a:lnTo>
                <a:lnTo>
                  <a:pt x="417" y="797"/>
                </a:lnTo>
                <a:lnTo>
                  <a:pt x="416" y="797"/>
                </a:lnTo>
                <a:lnTo>
                  <a:pt x="415" y="797"/>
                </a:lnTo>
                <a:lnTo>
                  <a:pt x="414" y="798"/>
                </a:lnTo>
                <a:lnTo>
                  <a:pt x="413" y="798"/>
                </a:lnTo>
                <a:lnTo>
                  <a:pt x="411" y="797"/>
                </a:lnTo>
                <a:lnTo>
                  <a:pt x="410" y="797"/>
                </a:lnTo>
                <a:lnTo>
                  <a:pt x="409" y="797"/>
                </a:lnTo>
                <a:lnTo>
                  <a:pt x="409" y="796"/>
                </a:lnTo>
                <a:lnTo>
                  <a:pt x="408" y="795"/>
                </a:lnTo>
                <a:lnTo>
                  <a:pt x="408" y="794"/>
                </a:lnTo>
                <a:lnTo>
                  <a:pt x="409" y="793"/>
                </a:lnTo>
                <a:lnTo>
                  <a:pt x="409" y="792"/>
                </a:lnTo>
                <a:lnTo>
                  <a:pt x="409" y="791"/>
                </a:lnTo>
                <a:lnTo>
                  <a:pt x="409" y="790"/>
                </a:lnTo>
                <a:lnTo>
                  <a:pt x="409" y="791"/>
                </a:lnTo>
                <a:lnTo>
                  <a:pt x="408" y="791"/>
                </a:lnTo>
                <a:lnTo>
                  <a:pt x="408" y="792"/>
                </a:lnTo>
                <a:lnTo>
                  <a:pt x="408" y="793"/>
                </a:lnTo>
                <a:lnTo>
                  <a:pt x="407" y="793"/>
                </a:lnTo>
                <a:lnTo>
                  <a:pt x="406" y="793"/>
                </a:lnTo>
                <a:lnTo>
                  <a:pt x="407" y="794"/>
                </a:lnTo>
                <a:lnTo>
                  <a:pt x="406" y="794"/>
                </a:lnTo>
                <a:lnTo>
                  <a:pt x="405" y="793"/>
                </a:lnTo>
                <a:lnTo>
                  <a:pt x="404" y="792"/>
                </a:lnTo>
                <a:lnTo>
                  <a:pt x="405" y="792"/>
                </a:lnTo>
                <a:lnTo>
                  <a:pt x="405" y="791"/>
                </a:lnTo>
                <a:lnTo>
                  <a:pt x="405" y="790"/>
                </a:lnTo>
                <a:lnTo>
                  <a:pt x="406" y="790"/>
                </a:lnTo>
                <a:lnTo>
                  <a:pt x="407" y="789"/>
                </a:lnTo>
                <a:lnTo>
                  <a:pt x="408" y="789"/>
                </a:lnTo>
                <a:lnTo>
                  <a:pt x="409" y="788"/>
                </a:lnTo>
                <a:lnTo>
                  <a:pt x="409" y="787"/>
                </a:lnTo>
                <a:lnTo>
                  <a:pt x="408" y="786"/>
                </a:lnTo>
                <a:lnTo>
                  <a:pt x="406" y="787"/>
                </a:lnTo>
                <a:lnTo>
                  <a:pt x="406" y="786"/>
                </a:lnTo>
                <a:lnTo>
                  <a:pt x="407" y="785"/>
                </a:lnTo>
                <a:lnTo>
                  <a:pt x="408" y="785"/>
                </a:lnTo>
                <a:lnTo>
                  <a:pt x="409" y="785"/>
                </a:lnTo>
                <a:lnTo>
                  <a:pt x="410" y="784"/>
                </a:lnTo>
                <a:lnTo>
                  <a:pt x="409" y="784"/>
                </a:lnTo>
                <a:lnTo>
                  <a:pt x="408" y="784"/>
                </a:lnTo>
                <a:lnTo>
                  <a:pt x="407" y="784"/>
                </a:lnTo>
                <a:lnTo>
                  <a:pt x="406" y="785"/>
                </a:lnTo>
                <a:lnTo>
                  <a:pt x="406" y="784"/>
                </a:lnTo>
                <a:lnTo>
                  <a:pt x="405" y="785"/>
                </a:lnTo>
                <a:lnTo>
                  <a:pt x="405" y="786"/>
                </a:lnTo>
                <a:lnTo>
                  <a:pt x="404" y="786"/>
                </a:lnTo>
                <a:lnTo>
                  <a:pt x="404" y="787"/>
                </a:lnTo>
                <a:lnTo>
                  <a:pt x="403" y="788"/>
                </a:lnTo>
                <a:lnTo>
                  <a:pt x="402" y="788"/>
                </a:lnTo>
                <a:lnTo>
                  <a:pt x="402" y="787"/>
                </a:lnTo>
                <a:lnTo>
                  <a:pt x="402" y="786"/>
                </a:lnTo>
                <a:lnTo>
                  <a:pt x="402" y="785"/>
                </a:lnTo>
                <a:lnTo>
                  <a:pt x="402" y="784"/>
                </a:lnTo>
                <a:lnTo>
                  <a:pt x="402" y="783"/>
                </a:lnTo>
                <a:lnTo>
                  <a:pt x="402" y="782"/>
                </a:lnTo>
                <a:lnTo>
                  <a:pt x="403" y="782"/>
                </a:lnTo>
                <a:lnTo>
                  <a:pt x="402" y="782"/>
                </a:lnTo>
                <a:lnTo>
                  <a:pt x="401" y="783"/>
                </a:lnTo>
                <a:lnTo>
                  <a:pt x="401" y="784"/>
                </a:lnTo>
                <a:lnTo>
                  <a:pt x="400" y="784"/>
                </a:lnTo>
                <a:lnTo>
                  <a:pt x="400" y="783"/>
                </a:lnTo>
                <a:lnTo>
                  <a:pt x="399" y="782"/>
                </a:lnTo>
                <a:lnTo>
                  <a:pt x="400" y="781"/>
                </a:lnTo>
                <a:lnTo>
                  <a:pt x="400" y="780"/>
                </a:lnTo>
                <a:lnTo>
                  <a:pt x="401" y="779"/>
                </a:lnTo>
                <a:lnTo>
                  <a:pt x="401" y="778"/>
                </a:lnTo>
                <a:lnTo>
                  <a:pt x="400" y="778"/>
                </a:lnTo>
                <a:lnTo>
                  <a:pt x="400" y="779"/>
                </a:lnTo>
                <a:lnTo>
                  <a:pt x="399" y="780"/>
                </a:lnTo>
                <a:lnTo>
                  <a:pt x="398" y="781"/>
                </a:lnTo>
                <a:lnTo>
                  <a:pt x="397" y="782"/>
                </a:lnTo>
                <a:lnTo>
                  <a:pt x="396" y="782"/>
                </a:lnTo>
                <a:lnTo>
                  <a:pt x="396" y="783"/>
                </a:lnTo>
                <a:lnTo>
                  <a:pt x="395" y="782"/>
                </a:lnTo>
                <a:lnTo>
                  <a:pt x="394" y="782"/>
                </a:lnTo>
                <a:lnTo>
                  <a:pt x="394" y="781"/>
                </a:lnTo>
                <a:lnTo>
                  <a:pt x="394" y="780"/>
                </a:lnTo>
                <a:lnTo>
                  <a:pt x="393" y="780"/>
                </a:lnTo>
                <a:lnTo>
                  <a:pt x="392" y="781"/>
                </a:lnTo>
                <a:lnTo>
                  <a:pt x="391" y="782"/>
                </a:lnTo>
                <a:lnTo>
                  <a:pt x="391" y="783"/>
                </a:lnTo>
                <a:lnTo>
                  <a:pt x="389" y="783"/>
                </a:lnTo>
                <a:lnTo>
                  <a:pt x="388" y="783"/>
                </a:lnTo>
                <a:lnTo>
                  <a:pt x="387" y="784"/>
                </a:lnTo>
                <a:lnTo>
                  <a:pt x="386" y="784"/>
                </a:lnTo>
                <a:lnTo>
                  <a:pt x="385" y="783"/>
                </a:lnTo>
                <a:lnTo>
                  <a:pt x="384" y="783"/>
                </a:lnTo>
                <a:lnTo>
                  <a:pt x="383" y="781"/>
                </a:lnTo>
                <a:lnTo>
                  <a:pt x="383" y="780"/>
                </a:lnTo>
                <a:lnTo>
                  <a:pt x="384" y="780"/>
                </a:lnTo>
                <a:lnTo>
                  <a:pt x="383" y="780"/>
                </a:lnTo>
                <a:lnTo>
                  <a:pt x="383" y="781"/>
                </a:lnTo>
                <a:lnTo>
                  <a:pt x="383" y="782"/>
                </a:lnTo>
                <a:lnTo>
                  <a:pt x="383" y="783"/>
                </a:lnTo>
                <a:lnTo>
                  <a:pt x="382" y="783"/>
                </a:lnTo>
                <a:lnTo>
                  <a:pt x="381" y="783"/>
                </a:lnTo>
                <a:lnTo>
                  <a:pt x="381" y="782"/>
                </a:lnTo>
                <a:lnTo>
                  <a:pt x="380" y="782"/>
                </a:lnTo>
                <a:lnTo>
                  <a:pt x="380" y="781"/>
                </a:lnTo>
                <a:lnTo>
                  <a:pt x="380" y="782"/>
                </a:lnTo>
                <a:lnTo>
                  <a:pt x="379" y="782"/>
                </a:lnTo>
                <a:lnTo>
                  <a:pt x="380" y="782"/>
                </a:lnTo>
                <a:lnTo>
                  <a:pt x="381" y="784"/>
                </a:lnTo>
                <a:lnTo>
                  <a:pt x="382" y="784"/>
                </a:lnTo>
                <a:lnTo>
                  <a:pt x="383" y="784"/>
                </a:lnTo>
                <a:lnTo>
                  <a:pt x="384" y="784"/>
                </a:lnTo>
                <a:lnTo>
                  <a:pt x="385" y="785"/>
                </a:lnTo>
                <a:lnTo>
                  <a:pt x="385" y="786"/>
                </a:lnTo>
                <a:lnTo>
                  <a:pt x="383" y="786"/>
                </a:lnTo>
                <a:lnTo>
                  <a:pt x="384" y="787"/>
                </a:lnTo>
                <a:lnTo>
                  <a:pt x="384" y="786"/>
                </a:lnTo>
                <a:lnTo>
                  <a:pt x="385" y="786"/>
                </a:lnTo>
                <a:lnTo>
                  <a:pt x="386" y="786"/>
                </a:lnTo>
                <a:lnTo>
                  <a:pt x="386" y="787"/>
                </a:lnTo>
                <a:lnTo>
                  <a:pt x="386" y="788"/>
                </a:lnTo>
                <a:lnTo>
                  <a:pt x="387" y="788"/>
                </a:lnTo>
                <a:lnTo>
                  <a:pt x="388" y="788"/>
                </a:lnTo>
                <a:lnTo>
                  <a:pt x="387" y="788"/>
                </a:lnTo>
                <a:lnTo>
                  <a:pt x="387" y="789"/>
                </a:lnTo>
                <a:lnTo>
                  <a:pt x="386" y="789"/>
                </a:lnTo>
                <a:lnTo>
                  <a:pt x="386" y="788"/>
                </a:lnTo>
                <a:lnTo>
                  <a:pt x="386" y="789"/>
                </a:lnTo>
                <a:lnTo>
                  <a:pt x="387" y="789"/>
                </a:lnTo>
                <a:lnTo>
                  <a:pt x="388" y="789"/>
                </a:lnTo>
                <a:lnTo>
                  <a:pt x="389" y="789"/>
                </a:lnTo>
                <a:lnTo>
                  <a:pt x="390" y="789"/>
                </a:lnTo>
                <a:lnTo>
                  <a:pt x="390" y="790"/>
                </a:lnTo>
                <a:lnTo>
                  <a:pt x="389" y="790"/>
                </a:lnTo>
                <a:lnTo>
                  <a:pt x="389" y="791"/>
                </a:lnTo>
                <a:lnTo>
                  <a:pt x="390" y="792"/>
                </a:lnTo>
                <a:lnTo>
                  <a:pt x="390" y="791"/>
                </a:lnTo>
                <a:lnTo>
                  <a:pt x="390" y="790"/>
                </a:lnTo>
                <a:lnTo>
                  <a:pt x="391" y="790"/>
                </a:lnTo>
                <a:lnTo>
                  <a:pt x="391" y="789"/>
                </a:lnTo>
                <a:lnTo>
                  <a:pt x="393" y="790"/>
                </a:lnTo>
                <a:lnTo>
                  <a:pt x="395" y="791"/>
                </a:lnTo>
                <a:lnTo>
                  <a:pt x="396" y="791"/>
                </a:lnTo>
                <a:lnTo>
                  <a:pt x="398" y="792"/>
                </a:lnTo>
                <a:lnTo>
                  <a:pt x="399" y="792"/>
                </a:lnTo>
                <a:lnTo>
                  <a:pt x="400" y="792"/>
                </a:lnTo>
                <a:lnTo>
                  <a:pt x="400" y="793"/>
                </a:lnTo>
                <a:lnTo>
                  <a:pt x="400" y="795"/>
                </a:lnTo>
                <a:lnTo>
                  <a:pt x="400" y="796"/>
                </a:lnTo>
                <a:lnTo>
                  <a:pt x="400" y="797"/>
                </a:lnTo>
                <a:lnTo>
                  <a:pt x="400" y="798"/>
                </a:lnTo>
                <a:lnTo>
                  <a:pt x="400" y="799"/>
                </a:lnTo>
                <a:lnTo>
                  <a:pt x="399" y="799"/>
                </a:lnTo>
                <a:lnTo>
                  <a:pt x="399" y="800"/>
                </a:lnTo>
                <a:lnTo>
                  <a:pt x="400" y="800"/>
                </a:lnTo>
                <a:lnTo>
                  <a:pt x="400" y="801"/>
                </a:lnTo>
                <a:lnTo>
                  <a:pt x="400" y="803"/>
                </a:lnTo>
                <a:lnTo>
                  <a:pt x="399" y="803"/>
                </a:lnTo>
                <a:lnTo>
                  <a:pt x="399" y="804"/>
                </a:lnTo>
                <a:lnTo>
                  <a:pt x="398" y="805"/>
                </a:lnTo>
                <a:lnTo>
                  <a:pt x="398" y="807"/>
                </a:lnTo>
                <a:lnTo>
                  <a:pt x="397" y="806"/>
                </a:lnTo>
                <a:lnTo>
                  <a:pt x="396" y="806"/>
                </a:lnTo>
                <a:lnTo>
                  <a:pt x="395" y="806"/>
                </a:lnTo>
                <a:lnTo>
                  <a:pt x="395" y="807"/>
                </a:lnTo>
                <a:lnTo>
                  <a:pt x="396" y="807"/>
                </a:lnTo>
                <a:lnTo>
                  <a:pt x="396" y="808"/>
                </a:lnTo>
                <a:lnTo>
                  <a:pt x="397" y="809"/>
                </a:lnTo>
                <a:lnTo>
                  <a:pt x="397" y="810"/>
                </a:lnTo>
                <a:lnTo>
                  <a:pt x="399" y="810"/>
                </a:lnTo>
                <a:lnTo>
                  <a:pt x="400" y="811"/>
                </a:lnTo>
                <a:lnTo>
                  <a:pt x="401" y="811"/>
                </a:lnTo>
                <a:lnTo>
                  <a:pt x="400" y="811"/>
                </a:lnTo>
                <a:lnTo>
                  <a:pt x="398" y="811"/>
                </a:lnTo>
                <a:lnTo>
                  <a:pt x="394" y="812"/>
                </a:lnTo>
                <a:lnTo>
                  <a:pt x="392" y="812"/>
                </a:lnTo>
                <a:lnTo>
                  <a:pt x="391" y="812"/>
                </a:lnTo>
                <a:lnTo>
                  <a:pt x="389" y="813"/>
                </a:lnTo>
                <a:lnTo>
                  <a:pt x="388" y="814"/>
                </a:lnTo>
                <a:lnTo>
                  <a:pt x="387" y="814"/>
                </a:lnTo>
                <a:lnTo>
                  <a:pt x="385" y="815"/>
                </a:lnTo>
                <a:lnTo>
                  <a:pt x="384" y="816"/>
                </a:lnTo>
                <a:lnTo>
                  <a:pt x="381" y="819"/>
                </a:lnTo>
                <a:lnTo>
                  <a:pt x="381" y="820"/>
                </a:lnTo>
                <a:lnTo>
                  <a:pt x="380" y="820"/>
                </a:lnTo>
                <a:lnTo>
                  <a:pt x="380" y="821"/>
                </a:lnTo>
                <a:lnTo>
                  <a:pt x="379" y="823"/>
                </a:lnTo>
                <a:lnTo>
                  <a:pt x="379" y="824"/>
                </a:lnTo>
                <a:lnTo>
                  <a:pt x="379" y="825"/>
                </a:lnTo>
                <a:lnTo>
                  <a:pt x="380" y="825"/>
                </a:lnTo>
                <a:lnTo>
                  <a:pt x="379" y="826"/>
                </a:lnTo>
                <a:lnTo>
                  <a:pt x="380" y="827"/>
                </a:lnTo>
                <a:lnTo>
                  <a:pt x="380" y="828"/>
                </a:lnTo>
                <a:lnTo>
                  <a:pt x="380" y="829"/>
                </a:lnTo>
                <a:lnTo>
                  <a:pt x="380" y="830"/>
                </a:lnTo>
                <a:lnTo>
                  <a:pt x="379" y="830"/>
                </a:lnTo>
                <a:lnTo>
                  <a:pt x="378" y="831"/>
                </a:lnTo>
                <a:lnTo>
                  <a:pt x="377" y="831"/>
                </a:lnTo>
                <a:lnTo>
                  <a:pt x="375" y="833"/>
                </a:lnTo>
                <a:lnTo>
                  <a:pt x="375" y="834"/>
                </a:lnTo>
                <a:lnTo>
                  <a:pt x="374" y="834"/>
                </a:lnTo>
                <a:lnTo>
                  <a:pt x="374" y="833"/>
                </a:lnTo>
                <a:lnTo>
                  <a:pt x="374" y="832"/>
                </a:lnTo>
                <a:lnTo>
                  <a:pt x="373" y="831"/>
                </a:lnTo>
                <a:lnTo>
                  <a:pt x="373" y="830"/>
                </a:lnTo>
                <a:lnTo>
                  <a:pt x="372" y="829"/>
                </a:lnTo>
                <a:lnTo>
                  <a:pt x="370" y="829"/>
                </a:lnTo>
                <a:lnTo>
                  <a:pt x="369" y="828"/>
                </a:lnTo>
                <a:lnTo>
                  <a:pt x="368" y="828"/>
                </a:lnTo>
                <a:lnTo>
                  <a:pt x="367" y="829"/>
                </a:lnTo>
                <a:lnTo>
                  <a:pt x="368" y="829"/>
                </a:lnTo>
                <a:lnTo>
                  <a:pt x="369" y="829"/>
                </a:lnTo>
                <a:lnTo>
                  <a:pt x="369" y="830"/>
                </a:lnTo>
                <a:lnTo>
                  <a:pt x="370" y="830"/>
                </a:lnTo>
                <a:lnTo>
                  <a:pt x="371" y="830"/>
                </a:lnTo>
                <a:lnTo>
                  <a:pt x="372" y="831"/>
                </a:lnTo>
                <a:lnTo>
                  <a:pt x="373" y="831"/>
                </a:lnTo>
                <a:lnTo>
                  <a:pt x="373" y="832"/>
                </a:lnTo>
                <a:lnTo>
                  <a:pt x="372" y="832"/>
                </a:lnTo>
                <a:lnTo>
                  <a:pt x="372" y="831"/>
                </a:lnTo>
                <a:lnTo>
                  <a:pt x="371" y="831"/>
                </a:lnTo>
                <a:lnTo>
                  <a:pt x="370" y="831"/>
                </a:lnTo>
                <a:lnTo>
                  <a:pt x="369" y="830"/>
                </a:lnTo>
                <a:lnTo>
                  <a:pt x="367" y="831"/>
                </a:lnTo>
                <a:lnTo>
                  <a:pt x="366" y="831"/>
                </a:lnTo>
                <a:lnTo>
                  <a:pt x="365" y="831"/>
                </a:lnTo>
                <a:lnTo>
                  <a:pt x="364" y="831"/>
                </a:lnTo>
                <a:lnTo>
                  <a:pt x="363" y="832"/>
                </a:lnTo>
                <a:lnTo>
                  <a:pt x="362" y="833"/>
                </a:lnTo>
                <a:lnTo>
                  <a:pt x="361" y="833"/>
                </a:lnTo>
                <a:lnTo>
                  <a:pt x="360" y="834"/>
                </a:lnTo>
                <a:lnTo>
                  <a:pt x="359" y="835"/>
                </a:lnTo>
                <a:lnTo>
                  <a:pt x="358" y="835"/>
                </a:lnTo>
                <a:lnTo>
                  <a:pt x="358" y="836"/>
                </a:lnTo>
                <a:lnTo>
                  <a:pt x="356" y="836"/>
                </a:lnTo>
                <a:lnTo>
                  <a:pt x="356" y="837"/>
                </a:lnTo>
                <a:lnTo>
                  <a:pt x="355" y="836"/>
                </a:lnTo>
                <a:lnTo>
                  <a:pt x="355" y="835"/>
                </a:lnTo>
                <a:lnTo>
                  <a:pt x="356" y="835"/>
                </a:lnTo>
                <a:lnTo>
                  <a:pt x="356" y="834"/>
                </a:lnTo>
                <a:lnTo>
                  <a:pt x="356" y="833"/>
                </a:lnTo>
                <a:lnTo>
                  <a:pt x="355" y="833"/>
                </a:lnTo>
                <a:lnTo>
                  <a:pt x="354" y="833"/>
                </a:lnTo>
                <a:lnTo>
                  <a:pt x="352" y="833"/>
                </a:lnTo>
                <a:lnTo>
                  <a:pt x="352" y="834"/>
                </a:lnTo>
                <a:lnTo>
                  <a:pt x="350" y="834"/>
                </a:lnTo>
                <a:lnTo>
                  <a:pt x="349" y="835"/>
                </a:lnTo>
                <a:lnTo>
                  <a:pt x="348" y="835"/>
                </a:lnTo>
                <a:lnTo>
                  <a:pt x="346" y="837"/>
                </a:lnTo>
                <a:lnTo>
                  <a:pt x="345" y="837"/>
                </a:lnTo>
                <a:lnTo>
                  <a:pt x="344" y="838"/>
                </a:lnTo>
                <a:lnTo>
                  <a:pt x="343" y="838"/>
                </a:lnTo>
                <a:lnTo>
                  <a:pt x="343" y="839"/>
                </a:lnTo>
                <a:lnTo>
                  <a:pt x="342" y="839"/>
                </a:lnTo>
                <a:lnTo>
                  <a:pt x="342" y="838"/>
                </a:lnTo>
                <a:lnTo>
                  <a:pt x="342" y="837"/>
                </a:lnTo>
                <a:lnTo>
                  <a:pt x="341" y="836"/>
                </a:lnTo>
                <a:lnTo>
                  <a:pt x="340" y="836"/>
                </a:lnTo>
                <a:lnTo>
                  <a:pt x="339" y="835"/>
                </a:lnTo>
                <a:lnTo>
                  <a:pt x="339" y="834"/>
                </a:lnTo>
                <a:lnTo>
                  <a:pt x="340" y="834"/>
                </a:lnTo>
                <a:lnTo>
                  <a:pt x="341" y="834"/>
                </a:lnTo>
                <a:lnTo>
                  <a:pt x="342" y="835"/>
                </a:lnTo>
                <a:lnTo>
                  <a:pt x="343" y="835"/>
                </a:lnTo>
                <a:lnTo>
                  <a:pt x="344" y="834"/>
                </a:lnTo>
                <a:lnTo>
                  <a:pt x="343" y="833"/>
                </a:lnTo>
                <a:lnTo>
                  <a:pt x="342" y="833"/>
                </a:lnTo>
                <a:lnTo>
                  <a:pt x="341" y="834"/>
                </a:lnTo>
                <a:lnTo>
                  <a:pt x="340" y="834"/>
                </a:lnTo>
                <a:lnTo>
                  <a:pt x="340" y="833"/>
                </a:lnTo>
                <a:lnTo>
                  <a:pt x="341" y="833"/>
                </a:lnTo>
                <a:lnTo>
                  <a:pt x="340" y="832"/>
                </a:lnTo>
                <a:lnTo>
                  <a:pt x="339" y="830"/>
                </a:lnTo>
                <a:lnTo>
                  <a:pt x="338" y="830"/>
                </a:lnTo>
                <a:lnTo>
                  <a:pt x="338" y="829"/>
                </a:lnTo>
                <a:lnTo>
                  <a:pt x="337" y="827"/>
                </a:lnTo>
                <a:lnTo>
                  <a:pt x="337" y="826"/>
                </a:lnTo>
                <a:lnTo>
                  <a:pt x="336" y="825"/>
                </a:lnTo>
                <a:lnTo>
                  <a:pt x="336" y="826"/>
                </a:lnTo>
                <a:lnTo>
                  <a:pt x="336" y="827"/>
                </a:lnTo>
                <a:lnTo>
                  <a:pt x="336" y="826"/>
                </a:lnTo>
                <a:lnTo>
                  <a:pt x="335" y="826"/>
                </a:lnTo>
                <a:lnTo>
                  <a:pt x="335" y="824"/>
                </a:lnTo>
                <a:lnTo>
                  <a:pt x="335" y="823"/>
                </a:lnTo>
                <a:lnTo>
                  <a:pt x="334" y="823"/>
                </a:lnTo>
                <a:lnTo>
                  <a:pt x="334" y="824"/>
                </a:lnTo>
                <a:lnTo>
                  <a:pt x="333" y="824"/>
                </a:lnTo>
                <a:lnTo>
                  <a:pt x="334" y="824"/>
                </a:lnTo>
                <a:lnTo>
                  <a:pt x="334" y="825"/>
                </a:lnTo>
                <a:lnTo>
                  <a:pt x="334" y="826"/>
                </a:lnTo>
                <a:lnTo>
                  <a:pt x="335" y="827"/>
                </a:lnTo>
                <a:lnTo>
                  <a:pt x="336" y="828"/>
                </a:lnTo>
                <a:lnTo>
                  <a:pt x="336" y="829"/>
                </a:lnTo>
                <a:lnTo>
                  <a:pt x="336" y="830"/>
                </a:lnTo>
                <a:lnTo>
                  <a:pt x="335" y="829"/>
                </a:lnTo>
                <a:lnTo>
                  <a:pt x="335" y="830"/>
                </a:lnTo>
                <a:lnTo>
                  <a:pt x="335" y="831"/>
                </a:lnTo>
                <a:lnTo>
                  <a:pt x="334" y="831"/>
                </a:lnTo>
                <a:lnTo>
                  <a:pt x="335" y="831"/>
                </a:lnTo>
                <a:lnTo>
                  <a:pt x="335" y="832"/>
                </a:lnTo>
                <a:lnTo>
                  <a:pt x="336" y="832"/>
                </a:lnTo>
                <a:lnTo>
                  <a:pt x="337" y="833"/>
                </a:lnTo>
                <a:lnTo>
                  <a:pt x="338" y="833"/>
                </a:lnTo>
                <a:lnTo>
                  <a:pt x="337" y="833"/>
                </a:lnTo>
                <a:lnTo>
                  <a:pt x="336" y="834"/>
                </a:lnTo>
                <a:lnTo>
                  <a:pt x="335" y="834"/>
                </a:lnTo>
                <a:lnTo>
                  <a:pt x="334" y="834"/>
                </a:lnTo>
                <a:lnTo>
                  <a:pt x="334" y="835"/>
                </a:lnTo>
                <a:lnTo>
                  <a:pt x="333" y="835"/>
                </a:lnTo>
                <a:lnTo>
                  <a:pt x="332" y="836"/>
                </a:lnTo>
                <a:lnTo>
                  <a:pt x="332" y="835"/>
                </a:lnTo>
                <a:lnTo>
                  <a:pt x="331" y="834"/>
                </a:lnTo>
                <a:lnTo>
                  <a:pt x="330" y="833"/>
                </a:lnTo>
                <a:lnTo>
                  <a:pt x="329" y="833"/>
                </a:lnTo>
                <a:lnTo>
                  <a:pt x="329" y="834"/>
                </a:lnTo>
                <a:lnTo>
                  <a:pt x="328" y="833"/>
                </a:lnTo>
                <a:lnTo>
                  <a:pt x="327" y="833"/>
                </a:lnTo>
                <a:lnTo>
                  <a:pt x="325" y="833"/>
                </a:lnTo>
                <a:lnTo>
                  <a:pt x="324" y="833"/>
                </a:lnTo>
                <a:lnTo>
                  <a:pt x="323" y="833"/>
                </a:lnTo>
                <a:lnTo>
                  <a:pt x="323" y="834"/>
                </a:lnTo>
                <a:lnTo>
                  <a:pt x="324" y="834"/>
                </a:lnTo>
                <a:lnTo>
                  <a:pt x="325" y="833"/>
                </a:lnTo>
                <a:lnTo>
                  <a:pt x="326" y="833"/>
                </a:lnTo>
                <a:lnTo>
                  <a:pt x="327" y="833"/>
                </a:lnTo>
                <a:lnTo>
                  <a:pt x="327" y="834"/>
                </a:lnTo>
                <a:lnTo>
                  <a:pt x="327" y="835"/>
                </a:lnTo>
                <a:lnTo>
                  <a:pt x="328" y="835"/>
                </a:lnTo>
                <a:lnTo>
                  <a:pt x="329" y="835"/>
                </a:lnTo>
                <a:lnTo>
                  <a:pt x="329" y="836"/>
                </a:lnTo>
                <a:lnTo>
                  <a:pt x="330" y="835"/>
                </a:lnTo>
                <a:lnTo>
                  <a:pt x="331" y="835"/>
                </a:lnTo>
                <a:lnTo>
                  <a:pt x="331" y="836"/>
                </a:lnTo>
                <a:lnTo>
                  <a:pt x="330" y="836"/>
                </a:lnTo>
                <a:lnTo>
                  <a:pt x="329" y="836"/>
                </a:lnTo>
                <a:lnTo>
                  <a:pt x="327" y="837"/>
                </a:lnTo>
                <a:lnTo>
                  <a:pt x="326" y="838"/>
                </a:lnTo>
                <a:lnTo>
                  <a:pt x="325" y="838"/>
                </a:lnTo>
                <a:lnTo>
                  <a:pt x="324" y="839"/>
                </a:lnTo>
                <a:lnTo>
                  <a:pt x="323" y="839"/>
                </a:lnTo>
                <a:lnTo>
                  <a:pt x="322" y="840"/>
                </a:lnTo>
                <a:lnTo>
                  <a:pt x="321" y="841"/>
                </a:lnTo>
                <a:lnTo>
                  <a:pt x="320" y="843"/>
                </a:lnTo>
                <a:lnTo>
                  <a:pt x="319" y="844"/>
                </a:lnTo>
                <a:lnTo>
                  <a:pt x="318" y="846"/>
                </a:lnTo>
                <a:lnTo>
                  <a:pt x="317" y="847"/>
                </a:lnTo>
                <a:lnTo>
                  <a:pt x="315" y="848"/>
                </a:lnTo>
                <a:lnTo>
                  <a:pt x="313" y="850"/>
                </a:lnTo>
                <a:lnTo>
                  <a:pt x="312" y="851"/>
                </a:lnTo>
                <a:lnTo>
                  <a:pt x="311" y="851"/>
                </a:lnTo>
                <a:lnTo>
                  <a:pt x="311" y="852"/>
                </a:lnTo>
                <a:lnTo>
                  <a:pt x="311" y="853"/>
                </a:lnTo>
                <a:lnTo>
                  <a:pt x="310" y="853"/>
                </a:lnTo>
                <a:lnTo>
                  <a:pt x="309" y="853"/>
                </a:lnTo>
                <a:lnTo>
                  <a:pt x="308" y="853"/>
                </a:lnTo>
                <a:lnTo>
                  <a:pt x="308" y="854"/>
                </a:lnTo>
                <a:lnTo>
                  <a:pt x="306" y="856"/>
                </a:lnTo>
                <a:lnTo>
                  <a:pt x="306" y="857"/>
                </a:lnTo>
                <a:lnTo>
                  <a:pt x="305" y="858"/>
                </a:lnTo>
                <a:lnTo>
                  <a:pt x="304" y="857"/>
                </a:lnTo>
                <a:lnTo>
                  <a:pt x="303" y="857"/>
                </a:lnTo>
                <a:lnTo>
                  <a:pt x="303" y="858"/>
                </a:lnTo>
                <a:lnTo>
                  <a:pt x="302" y="858"/>
                </a:lnTo>
                <a:lnTo>
                  <a:pt x="302" y="859"/>
                </a:lnTo>
                <a:lnTo>
                  <a:pt x="301" y="859"/>
                </a:lnTo>
                <a:lnTo>
                  <a:pt x="301" y="858"/>
                </a:lnTo>
                <a:lnTo>
                  <a:pt x="302" y="858"/>
                </a:lnTo>
                <a:lnTo>
                  <a:pt x="302" y="857"/>
                </a:lnTo>
                <a:lnTo>
                  <a:pt x="301" y="857"/>
                </a:lnTo>
                <a:lnTo>
                  <a:pt x="301" y="856"/>
                </a:lnTo>
                <a:lnTo>
                  <a:pt x="302" y="855"/>
                </a:lnTo>
                <a:lnTo>
                  <a:pt x="301" y="854"/>
                </a:lnTo>
                <a:lnTo>
                  <a:pt x="301" y="853"/>
                </a:lnTo>
                <a:lnTo>
                  <a:pt x="300" y="853"/>
                </a:lnTo>
                <a:lnTo>
                  <a:pt x="301" y="852"/>
                </a:lnTo>
                <a:lnTo>
                  <a:pt x="301" y="853"/>
                </a:lnTo>
                <a:lnTo>
                  <a:pt x="302" y="853"/>
                </a:lnTo>
                <a:lnTo>
                  <a:pt x="302" y="854"/>
                </a:lnTo>
                <a:lnTo>
                  <a:pt x="303" y="854"/>
                </a:lnTo>
                <a:lnTo>
                  <a:pt x="304" y="854"/>
                </a:lnTo>
                <a:lnTo>
                  <a:pt x="305" y="854"/>
                </a:lnTo>
                <a:lnTo>
                  <a:pt x="306" y="854"/>
                </a:lnTo>
                <a:lnTo>
                  <a:pt x="307" y="854"/>
                </a:lnTo>
                <a:lnTo>
                  <a:pt x="307" y="853"/>
                </a:lnTo>
                <a:lnTo>
                  <a:pt x="307" y="852"/>
                </a:lnTo>
                <a:lnTo>
                  <a:pt x="307" y="851"/>
                </a:lnTo>
                <a:lnTo>
                  <a:pt x="306" y="851"/>
                </a:lnTo>
                <a:lnTo>
                  <a:pt x="306" y="850"/>
                </a:lnTo>
                <a:lnTo>
                  <a:pt x="305" y="850"/>
                </a:lnTo>
                <a:lnTo>
                  <a:pt x="306" y="849"/>
                </a:lnTo>
                <a:lnTo>
                  <a:pt x="306" y="848"/>
                </a:lnTo>
                <a:lnTo>
                  <a:pt x="307" y="847"/>
                </a:lnTo>
                <a:lnTo>
                  <a:pt x="307" y="846"/>
                </a:lnTo>
                <a:lnTo>
                  <a:pt x="308" y="846"/>
                </a:lnTo>
                <a:lnTo>
                  <a:pt x="309" y="845"/>
                </a:lnTo>
                <a:lnTo>
                  <a:pt x="308" y="845"/>
                </a:lnTo>
                <a:lnTo>
                  <a:pt x="307" y="844"/>
                </a:lnTo>
                <a:lnTo>
                  <a:pt x="307" y="843"/>
                </a:lnTo>
                <a:lnTo>
                  <a:pt x="306" y="843"/>
                </a:lnTo>
                <a:lnTo>
                  <a:pt x="305" y="843"/>
                </a:lnTo>
                <a:lnTo>
                  <a:pt x="304" y="843"/>
                </a:lnTo>
                <a:lnTo>
                  <a:pt x="305" y="843"/>
                </a:lnTo>
                <a:lnTo>
                  <a:pt x="305" y="842"/>
                </a:lnTo>
                <a:lnTo>
                  <a:pt x="304" y="842"/>
                </a:lnTo>
                <a:lnTo>
                  <a:pt x="303" y="842"/>
                </a:lnTo>
                <a:lnTo>
                  <a:pt x="302" y="842"/>
                </a:lnTo>
                <a:lnTo>
                  <a:pt x="302" y="843"/>
                </a:lnTo>
                <a:lnTo>
                  <a:pt x="302" y="844"/>
                </a:lnTo>
                <a:lnTo>
                  <a:pt x="301" y="844"/>
                </a:lnTo>
                <a:lnTo>
                  <a:pt x="300" y="843"/>
                </a:lnTo>
                <a:lnTo>
                  <a:pt x="299" y="844"/>
                </a:lnTo>
                <a:lnTo>
                  <a:pt x="299" y="843"/>
                </a:lnTo>
                <a:lnTo>
                  <a:pt x="298" y="843"/>
                </a:lnTo>
                <a:lnTo>
                  <a:pt x="297" y="843"/>
                </a:lnTo>
                <a:lnTo>
                  <a:pt x="296" y="842"/>
                </a:lnTo>
                <a:lnTo>
                  <a:pt x="295" y="841"/>
                </a:lnTo>
                <a:lnTo>
                  <a:pt x="295" y="840"/>
                </a:lnTo>
                <a:lnTo>
                  <a:pt x="294" y="840"/>
                </a:lnTo>
                <a:lnTo>
                  <a:pt x="293" y="840"/>
                </a:lnTo>
                <a:lnTo>
                  <a:pt x="292" y="840"/>
                </a:lnTo>
                <a:lnTo>
                  <a:pt x="291" y="840"/>
                </a:lnTo>
                <a:lnTo>
                  <a:pt x="291" y="841"/>
                </a:lnTo>
                <a:lnTo>
                  <a:pt x="290" y="841"/>
                </a:lnTo>
                <a:lnTo>
                  <a:pt x="289" y="841"/>
                </a:lnTo>
                <a:lnTo>
                  <a:pt x="288" y="840"/>
                </a:lnTo>
                <a:lnTo>
                  <a:pt x="287" y="840"/>
                </a:lnTo>
                <a:lnTo>
                  <a:pt x="287" y="841"/>
                </a:lnTo>
                <a:lnTo>
                  <a:pt x="288" y="841"/>
                </a:lnTo>
                <a:lnTo>
                  <a:pt x="289" y="841"/>
                </a:lnTo>
                <a:lnTo>
                  <a:pt x="288" y="842"/>
                </a:lnTo>
                <a:lnTo>
                  <a:pt x="288" y="843"/>
                </a:lnTo>
                <a:lnTo>
                  <a:pt x="287" y="843"/>
                </a:lnTo>
                <a:lnTo>
                  <a:pt x="288" y="843"/>
                </a:lnTo>
                <a:lnTo>
                  <a:pt x="289" y="843"/>
                </a:lnTo>
                <a:lnTo>
                  <a:pt x="290" y="842"/>
                </a:lnTo>
                <a:lnTo>
                  <a:pt x="291" y="842"/>
                </a:lnTo>
                <a:lnTo>
                  <a:pt x="293" y="842"/>
                </a:lnTo>
                <a:lnTo>
                  <a:pt x="294" y="842"/>
                </a:lnTo>
                <a:lnTo>
                  <a:pt x="295" y="843"/>
                </a:lnTo>
                <a:lnTo>
                  <a:pt x="295" y="844"/>
                </a:lnTo>
                <a:lnTo>
                  <a:pt x="296" y="844"/>
                </a:lnTo>
                <a:lnTo>
                  <a:pt x="297" y="845"/>
                </a:lnTo>
                <a:lnTo>
                  <a:pt x="297" y="846"/>
                </a:lnTo>
                <a:lnTo>
                  <a:pt x="296" y="846"/>
                </a:lnTo>
                <a:lnTo>
                  <a:pt x="295" y="846"/>
                </a:lnTo>
                <a:lnTo>
                  <a:pt x="294" y="846"/>
                </a:lnTo>
                <a:lnTo>
                  <a:pt x="293" y="846"/>
                </a:lnTo>
                <a:lnTo>
                  <a:pt x="292" y="846"/>
                </a:lnTo>
                <a:lnTo>
                  <a:pt x="291" y="846"/>
                </a:lnTo>
                <a:lnTo>
                  <a:pt x="289" y="847"/>
                </a:lnTo>
                <a:lnTo>
                  <a:pt x="287" y="847"/>
                </a:lnTo>
                <a:lnTo>
                  <a:pt x="287" y="848"/>
                </a:lnTo>
                <a:lnTo>
                  <a:pt x="286" y="848"/>
                </a:lnTo>
                <a:lnTo>
                  <a:pt x="285" y="849"/>
                </a:lnTo>
                <a:lnTo>
                  <a:pt x="283" y="849"/>
                </a:lnTo>
                <a:lnTo>
                  <a:pt x="282" y="849"/>
                </a:lnTo>
                <a:lnTo>
                  <a:pt x="281" y="850"/>
                </a:lnTo>
                <a:lnTo>
                  <a:pt x="279" y="850"/>
                </a:lnTo>
                <a:lnTo>
                  <a:pt x="278" y="850"/>
                </a:lnTo>
                <a:lnTo>
                  <a:pt x="278" y="851"/>
                </a:lnTo>
                <a:lnTo>
                  <a:pt x="278" y="850"/>
                </a:lnTo>
                <a:lnTo>
                  <a:pt x="277" y="850"/>
                </a:lnTo>
                <a:lnTo>
                  <a:pt x="276" y="850"/>
                </a:lnTo>
                <a:lnTo>
                  <a:pt x="275" y="850"/>
                </a:lnTo>
                <a:lnTo>
                  <a:pt x="274" y="850"/>
                </a:lnTo>
                <a:lnTo>
                  <a:pt x="273" y="851"/>
                </a:lnTo>
                <a:lnTo>
                  <a:pt x="272" y="851"/>
                </a:lnTo>
                <a:lnTo>
                  <a:pt x="271" y="852"/>
                </a:lnTo>
                <a:lnTo>
                  <a:pt x="271" y="851"/>
                </a:lnTo>
                <a:lnTo>
                  <a:pt x="270" y="851"/>
                </a:lnTo>
                <a:lnTo>
                  <a:pt x="270" y="850"/>
                </a:lnTo>
                <a:lnTo>
                  <a:pt x="269" y="850"/>
                </a:lnTo>
                <a:lnTo>
                  <a:pt x="269" y="849"/>
                </a:lnTo>
                <a:lnTo>
                  <a:pt x="268" y="849"/>
                </a:lnTo>
                <a:lnTo>
                  <a:pt x="268" y="848"/>
                </a:lnTo>
                <a:lnTo>
                  <a:pt x="270" y="848"/>
                </a:lnTo>
                <a:lnTo>
                  <a:pt x="270" y="847"/>
                </a:lnTo>
                <a:lnTo>
                  <a:pt x="269" y="847"/>
                </a:lnTo>
                <a:lnTo>
                  <a:pt x="268" y="847"/>
                </a:lnTo>
                <a:lnTo>
                  <a:pt x="268" y="848"/>
                </a:lnTo>
                <a:lnTo>
                  <a:pt x="267" y="847"/>
                </a:lnTo>
                <a:lnTo>
                  <a:pt x="266" y="847"/>
                </a:lnTo>
                <a:lnTo>
                  <a:pt x="265" y="846"/>
                </a:lnTo>
                <a:lnTo>
                  <a:pt x="265" y="845"/>
                </a:lnTo>
                <a:lnTo>
                  <a:pt x="266" y="843"/>
                </a:lnTo>
                <a:lnTo>
                  <a:pt x="267" y="842"/>
                </a:lnTo>
                <a:lnTo>
                  <a:pt x="266" y="842"/>
                </a:lnTo>
                <a:lnTo>
                  <a:pt x="266" y="841"/>
                </a:lnTo>
                <a:lnTo>
                  <a:pt x="265" y="841"/>
                </a:lnTo>
                <a:lnTo>
                  <a:pt x="263" y="841"/>
                </a:lnTo>
                <a:lnTo>
                  <a:pt x="261" y="841"/>
                </a:lnTo>
                <a:lnTo>
                  <a:pt x="260" y="841"/>
                </a:lnTo>
                <a:lnTo>
                  <a:pt x="259" y="840"/>
                </a:lnTo>
                <a:lnTo>
                  <a:pt x="259" y="841"/>
                </a:lnTo>
                <a:lnTo>
                  <a:pt x="258" y="841"/>
                </a:lnTo>
                <a:lnTo>
                  <a:pt x="257" y="841"/>
                </a:lnTo>
                <a:lnTo>
                  <a:pt x="257" y="840"/>
                </a:lnTo>
                <a:lnTo>
                  <a:pt x="258" y="840"/>
                </a:lnTo>
                <a:lnTo>
                  <a:pt x="258" y="839"/>
                </a:lnTo>
                <a:lnTo>
                  <a:pt x="257" y="839"/>
                </a:lnTo>
                <a:lnTo>
                  <a:pt x="257" y="837"/>
                </a:lnTo>
                <a:lnTo>
                  <a:pt x="258" y="837"/>
                </a:lnTo>
                <a:lnTo>
                  <a:pt x="257" y="837"/>
                </a:lnTo>
                <a:lnTo>
                  <a:pt x="257" y="839"/>
                </a:lnTo>
                <a:lnTo>
                  <a:pt x="256" y="840"/>
                </a:lnTo>
                <a:lnTo>
                  <a:pt x="255" y="842"/>
                </a:lnTo>
                <a:lnTo>
                  <a:pt x="254" y="841"/>
                </a:lnTo>
                <a:lnTo>
                  <a:pt x="254" y="842"/>
                </a:lnTo>
                <a:lnTo>
                  <a:pt x="253" y="844"/>
                </a:lnTo>
                <a:lnTo>
                  <a:pt x="252" y="845"/>
                </a:lnTo>
                <a:lnTo>
                  <a:pt x="251" y="844"/>
                </a:lnTo>
                <a:lnTo>
                  <a:pt x="251" y="845"/>
                </a:lnTo>
                <a:lnTo>
                  <a:pt x="252" y="845"/>
                </a:lnTo>
                <a:lnTo>
                  <a:pt x="252" y="846"/>
                </a:lnTo>
                <a:lnTo>
                  <a:pt x="251" y="846"/>
                </a:lnTo>
                <a:lnTo>
                  <a:pt x="251" y="847"/>
                </a:lnTo>
                <a:lnTo>
                  <a:pt x="253" y="848"/>
                </a:lnTo>
                <a:lnTo>
                  <a:pt x="253" y="847"/>
                </a:lnTo>
                <a:lnTo>
                  <a:pt x="254" y="847"/>
                </a:lnTo>
                <a:lnTo>
                  <a:pt x="255" y="848"/>
                </a:lnTo>
                <a:lnTo>
                  <a:pt x="254" y="848"/>
                </a:lnTo>
                <a:lnTo>
                  <a:pt x="254" y="849"/>
                </a:lnTo>
                <a:lnTo>
                  <a:pt x="254" y="850"/>
                </a:lnTo>
                <a:lnTo>
                  <a:pt x="255" y="850"/>
                </a:lnTo>
                <a:lnTo>
                  <a:pt x="256" y="850"/>
                </a:lnTo>
                <a:lnTo>
                  <a:pt x="256" y="849"/>
                </a:lnTo>
                <a:lnTo>
                  <a:pt x="256" y="848"/>
                </a:lnTo>
                <a:lnTo>
                  <a:pt x="257" y="848"/>
                </a:lnTo>
                <a:lnTo>
                  <a:pt x="258" y="848"/>
                </a:lnTo>
                <a:lnTo>
                  <a:pt x="259" y="849"/>
                </a:lnTo>
                <a:lnTo>
                  <a:pt x="260" y="849"/>
                </a:lnTo>
                <a:lnTo>
                  <a:pt x="260" y="848"/>
                </a:lnTo>
                <a:lnTo>
                  <a:pt x="261" y="847"/>
                </a:lnTo>
                <a:lnTo>
                  <a:pt x="262" y="847"/>
                </a:lnTo>
                <a:lnTo>
                  <a:pt x="264" y="847"/>
                </a:lnTo>
                <a:lnTo>
                  <a:pt x="265" y="848"/>
                </a:lnTo>
                <a:lnTo>
                  <a:pt x="266" y="849"/>
                </a:lnTo>
                <a:lnTo>
                  <a:pt x="268" y="850"/>
                </a:lnTo>
                <a:lnTo>
                  <a:pt x="268" y="851"/>
                </a:lnTo>
                <a:lnTo>
                  <a:pt x="267" y="851"/>
                </a:lnTo>
                <a:lnTo>
                  <a:pt x="265" y="852"/>
                </a:lnTo>
                <a:lnTo>
                  <a:pt x="263" y="852"/>
                </a:lnTo>
                <a:lnTo>
                  <a:pt x="260" y="853"/>
                </a:lnTo>
                <a:lnTo>
                  <a:pt x="258" y="854"/>
                </a:lnTo>
                <a:lnTo>
                  <a:pt x="255" y="856"/>
                </a:lnTo>
                <a:lnTo>
                  <a:pt x="253" y="858"/>
                </a:lnTo>
                <a:lnTo>
                  <a:pt x="252" y="859"/>
                </a:lnTo>
                <a:lnTo>
                  <a:pt x="251" y="860"/>
                </a:lnTo>
                <a:lnTo>
                  <a:pt x="250" y="860"/>
                </a:lnTo>
                <a:lnTo>
                  <a:pt x="250" y="859"/>
                </a:lnTo>
                <a:lnTo>
                  <a:pt x="249" y="859"/>
                </a:lnTo>
                <a:lnTo>
                  <a:pt x="247" y="860"/>
                </a:lnTo>
                <a:lnTo>
                  <a:pt x="246" y="861"/>
                </a:lnTo>
                <a:lnTo>
                  <a:pt x="245" y="861"/>
                </a:lnTo>
                <a:lnTo>
                  <a:pt x="244" y="862"/>
                </a:lnTo>
                <a:lnTo>
                  <a:pt x="243" y="862"/>
                </a:lnTo>
                <a:lnTo>
                  <a:pt x="242" y="862"/>
                </a:lnTo>
                <a:lnTo>
                  <a:pt x="242" y="861"/>
                </a:lnTo>
                <a:lnTo>
                  <a:pt x="241" y="861"/>
                </a:lnTo>
                <a:lnTo>
                  <a:pt x="242" y="861"/>
                </a:lnTo>
                <a:lnTo>
                  <a:pt x="242" y="862"/>
                </a:lnTo>
                <a:lnTo>
                  <a:pt x="241" y="862"/>
                </a:lnTo>
                <a:lnTo>
                  <a:pt x="240" y="862"/>
                </a:lnTo>
                <a:lnTo>
                  <a:pt x="239" y="862"/>
                </a:lnTo>
                <a:lnTo>
                  <a:pt x="238" y="862"/>
                </a:lnTo>
                <a:lnTo>
                  <a:pt x="238" y="863"/>
                </a:lnTo>
                <a:lnTo>
                  <a:pt x="237" y="863"/>
                </a:lnTo>
                <a:lnTo>
                  <a:pt x="236" y="864"/>
                </a:lnTo>
                <a:lnTo>
                  <a:pt x="234" y="866"/>
                </a:lnTo>
                <a:lnTo>
                  <a:pt x="233" y="867"/>
                </a:lnTo>
                <a:lnTo>
                  <a:pt x="232" y="867"/>
                </a:lnTo>
                <a:lnTo>
                  <a:pt x="232" y="868"/>
                </a:lnTo>
                <a:lnTo>
                  <a:pt x="232" y="869"/>
                </a:lnTo>
                <a:lnTo>
                  <a:pt x="231" y="869"/>
                </a:lnTo>
                <a:lnTo>
                  <a:pt x="230" y="869"/>
                </a:lnTo>
                <a:lnTo>
                  <a:pt x="229" y="869"/>
                </a:lnTo>
                <a:lnTo>
                  <a:pt x="228" y="869"/>
                </a:lnTo>
                <a:lnTo>
                  <a:pt x="227" y="869"/>
                </a:lnTo>
                <a:lnTo>
                  <a:pt x="226" y="869"/>
                </a:lnTo>
                <a:lnTo>
                  <a:pt x="225" y="869"/>
                </a:lnTo>
                <a:lnTo>
                  <a:pt x="225" y="868"/>
                </a:lnTo>
                <a:lnTo>
                  <a:pt x="224" y="868"/>
                </a:lnTo>
                <a:lnTo>
                  <a:pt x="223" y="868"/>
                </a:lnTo>
                <a:lnTo>
                  <a:pt x="222" y="868"/>
                </a:lnTo>
                <a:lnTo>
                  <a:pt x="221" y="869"/>
                </a:lnTo>
                <a:lnTo>
                  <a:pt x="220" y="869"/>
                </a:lnTo>
                <a:lnTo>
                  <a:pt x="219" y="868"/>
                </a:lnTo>
                <a:lnTo>
                  <a:pt x="218" y="867"/>
                </a:lnTo>
                <a:lnTo>
                  <a:pt x="217" y="867"/>
                </a:lnTo>
                <a:lnTo>
                  <a:pt x="216" y="867"/>
                </a:lnTo>
                <a:lnTo>
                  <a:pt x="215" y="868"/>
                </a:lnTo>
                <a:lnTo>
                  <a:pt x="214" y="868"/>
                </a:lnTo>
                <a:lnTo>
                  <a:pt x="214" y="867"/>
                </a:lnTo>
                <a:lnTo>
                  <a:pt x="213" y="867"/>
                </a:lnTo>
                <a:lnTo>
                  <a:pt x="211" y="867"/>
                </a:lnTo>
                <a:lnTo>
                  <a:pt x="211" y="868"/>
                </a:lnTo>
                <a:lnTo>
                  <a:pt x="209" y="868"/>
                </a:lnTo>
                <a:lnTo>
                  <a:pt x="208" y="868"/>
                </a:lnTo>
                <a:lnTo>
                  <a:pt x="207" y="870"/>
                </a:lnTo>
                <a:lnTo>
                  <a:pt x="206" y="870"/>
                </a:lnTo>
                <a:lnTo>
                  <a:pt x="206" y="871"/>
                </a:lnTo>
                <a:lnTo>
                  <a:pt x="205" y="871"/>
                </a:lnTo>
                <a:lnTo>
                  <a:pt x="204" y="871"/>
                </a:lnTo>
                <a:lnTo>
                  <a:pt x="203" y="871"/>
                </a:lnTo>
                <a:lnTo>
                  <a:pt x="203" y="872"/>
                </a:lnTo>
                <a:lnTo>
                  <a:pt x="203" y="873"/>
                </a:lnTo>
                <a:lnTo>
                  <a:pt x="202" y="873"/>
                </a:lnTo>
                <a:lnTo>
                  <a:pt x="201" y="874"/>
                </a:lnTo>
                <a:lnTo>
                  <a:pt x="200" y="875"/>
                </a:lnTo>
                <a:lnTo>
                  <a:pt x="200" y="876"/>
                </a:lnTo>
                <a:lnTo>
                  <a:pt x="199" y="877"/>
                </a:lnTo>
                <a:lnTo>
                  <a:pt x="197" y="879"/>
                </a:lnTo>
                <a:lnTo>
                  <a:pt x="196" y="880"/>
                </a:lnTo>
                <a:lnTo>
                  <a:pt x="195" y="881"/>
                </a:lnTo>
                <a:lnTo>
                  <a:pt x="195" y="883"/>
                </a:lnTo>
                <a:lnTo>
                  <a:pt x="194" y="884"/>
                </a:lnTo>
                <a:lnTo>
                  <a:pt x="193" y="885"/>
                </a:lnTo>
                <a:lnTo>
                  <a:pt x="192" y="887"/>
                </a:lnTo>
                <a:lnTo>
                  <a:pt x="191" y="889"/>
                </a:lnTo>
                <a:lnTo>
                  <a:pt x="190" y="890"/>
                </a:lnTo>
                <a:lnTo>
                  <a:pt x="190" y="892"/>
                </a:lnTo>
                <a:lnTo>
                  <a:pt x="189" y="893"/>
                </a:lnTo>
                <a:lnTo>
                  <a:pt x="189" y="894"/>
                </a:lnTo>
                <a:lnTo>
                  <a:pt x="189" y="895"/>
                </a:lnTo>
                <a:lnTo>
                  <a:pt x="188" y="896"/>
                </a:lnTo>
                <a:lnTo>
                  <a:pt x="188" y="897"/>
                </a:lnTo>
                <a:lnTo>
                  <a:pt x="187" y="898"/>
                </a:lnTo>
                <a:lnTo>
                  <a:pt x="187" y="900"/>
                </a:lnTo>
                <a:lnTo>
                  <a:pt x="186" y="900"/>
                </a:lnTo>
                <a:lnTo>
                  <a:pt x="185" y="901"/>
                </a:lnTo>
                <a:lnTo>
                  <a:pt x="184" y="902"/>
                </a:lnTo>
                <a:lnTo>
                  <a:pt x="184" y="903"/>
                </a:lnTo>
                <a:lnTo>
                  <a:pt x="183" y="904"/>
                </a:lnTo>
                <a:lnTo>
                  <a:pt x="182" y="905"/>
                </a:lnTo>
                <a:lnTo>
                  <a:pt x="181" y="905"/>
                </a:lnTo>
                <a:lnTo>
                  <a:pt x="180" y="905"/>
                </a:lnTo>
                <a:lnTo>
                  <a:pt x="179" y="905"/>
                </a:lnTo>
                <a:lnTo>
                  <a:pt x="179" y="904"/>
                </a:lnTo>
                <a:lnTo>
                  <a:pt x="179" y="903"/>
                </a:lnTo>
                <a:lnTo>
                  <a:pt x="178" y="903"/>
                </a:lnTo>
                <a:lnTo>
                  <a:pt x="178" y="904"/>
                </a:lnTo>
                <a:lnTo>
                  <a:pt x="178" y="905"/>
                </a:lnTo>
                <a:lnTo>
                  <a:pt x="178" y="906"/>
                </a:lnTo>
                <a:lnTo>
                  <a:pt x="175" y="906"/>
                </a:lnTo>
                <a:lnTo>
                  <a:pt x="174" y="906"/>
                </a:lnTo>
                <a:lnTo>
                  <a:pt x="173" y="906"/>
                </a:lnTo>
                <a:lnTo>
                  <a:pt x="172" y="906"/>
                </a:lnTo>
                <a:lnTo>
                  <a:pt x="171" y="906"/>
                </a:lnTo>
                <a:lnTo>
                  <a:pt x="170" y="905"/>
                </a:lnTo>
                <a:lnTo>
                  <a:pt x="169" y="906"/>
                </a:lnTo>
                <a:lnTo>
                  <a:pt x="168" y="906"/>
                </a:lnTo>
                <a:lnTo>
                  <a:pt x="167" y="907"/>
                </a:lnTo>
                <a:lnTo>
                  <a:pt x="166" y="907"/>
                </a:lnTo>
                <a:lnTo>
                  <a:pt x="166" y="908"/>
                </a:lnTo>
                <a:lnTo>
                  <a:pt x="165" y="909"/>
                </a:lnTo>
                <a:lnTo>
                  <a:pt x="164" y="909"/>
                </a:lnTo>
                <a:lnTo>
                  <a:pt x="163" y="909"/>
                </a:lnTo>
                <a:lnTo>
                  <a:pt x="163" y="908"/>
                </a:lnTo>
                <a:lnTo>
                  <a:pt x="162" y="908"/>
                </a:lnTo>
                <a:lnTo>
                  <a:pt x="161" y="907"/>
                </a:lnTo>
                <a:lnTo>
                  <a:pt x="160" y="907"/>
                </a:lnTo>
                <a:lnTo>
                  <a:pt x="159" y="907"/>
                </a:lnTo>
                <a:lnTo>
                  <a:pt x="158" y="907"/>
                </a:lnTo>
                <a:lnTo>
                  <a:pt x="156" y="907"/>
                </a:lnTo>
                <a:lnTo>
                  <a:pt x="155" y="907"/>
                </a:lnTo>
                <a:lnTo>
                  <a:pt x="154" y="908"/>
                </a:lnTo>
                <a:lnTo>
                  <a:pt x="154" y="909"/>
                </a:lnTo>
                <a:lnTo>
                  <a:pt x="153" y="909"/>
                </a:lnTo>
                <a:lnTo>
                  <a:pt x="152" y="909"/>
                </a:lnTo>
                <a:lnTo>
                  <a:pt x="151" y="909"/>
                </a:lnTo>
                <a:lnTo>
                  <a:pt x="150" y="910"/>
                </a:lnTo>
                <a:lnTo>
                  <a:pt x="150" y="911"/>
                </a:lnTo>
                <a:lnTo>
                  <a:pt x="150" y="912"/>
                </a:lnTo>
                <a:lnTo>
                  <a:pt x="149" y="913"/>
                </a:lnTo>
                <a:lnTo>
                  <a:pt x="148" y="913"/>
                </a:lnTo>
                <a:lnTo>
                  <a:pt x="147" y="913"/>
                </a:lnTo>
                <a:lnTo>
                  <a:pt x="146" y="913"/>
                </a:lnTo>
                <a:lnTo>
                  <a:pt x="145" y="913"/>
                </a:lnTo>
                <a:lnTo>
                  <a:pt x="145" y="912"/>
                </a:lnTo>
                <a:lnTo>
                  <a:pt x="145" y="911"/>
                </a:lnTo>
                <a:lnTo>
                  <a:pt x="145" y="910"/>
                </a:lnTo>
                <a:lnTo>
                  <a:pt x="146" y="910"/>
                </a:lnTo>
                <a:lnTo>
                  <a:pt x="146" y="908"/>
                </a:lnTo>
                <a:lnTo>
                  <a:pt x="147" y="907"/>
                </a:lnTo>
                <a:lnTo>
                  <a:pt x="147" y="906"/>
                </a:lnTo>
                <a:lnTo>
                  <a:pt x="148" y="905"/>
                </a:lnTo>
                <a:lnTo>
                  <a:pt x="148" y="904"/>
                </a:lnTo>
                <a:lnTo>
                  <a:pt x="148" y="903"/>
                </a:lnTo>
                <a:lnTo>
                  <a:pt x="148" y="902"/>
                </a:lnTo>
                <a:lnTo>
                  <a:pt x="147" y="902"/>
                </a:lnTo>
                <a:lnTo>
                  <a:pt x="145" y="903"/>
                </a:lnTo>
                <a:lnTo>
                  <a:pt x="145" y="902"/>
                </a:lnTo>
                <a:lnTo>
                  <a:pt x="145" y="901"/>
                </a:lnTo>
                <a:lnTo>
                  <a:pt x="144" y="900"/>
                </a:lnTo>
                <a:lnTo>
                  <a:pt x="143" y="898"/>
                </a:lnTo>
                <a:lnTo>
                  <a:pt x="144" y="897"/>
                </a:lnTo>
                <a:lnTo>
                  <a:pt x="144" y="895"/>
                </a:lnTo>
                <a:lnTo>
                  <a:pt x="145" y="894"/>
                </a:lnTo>
                <a:lnTo>
                  <a:pt x="145" y="893"/>
                </a:lnTo>
                <a:lnTo>
                  <a:pt x="146" y="893"/>
                </a:lnTo>
                <a:lnTo>
                  <a:pt x="147" y="892"/>
                </a:lnTo>
                <a:lnTo>
                  <a:pt x="147" y="891"/>
                </a:lnTo>
                <a:lnTo>
                  <a:pt x="148" y="891"/>
                </a:lnTo>
                <a:lnTo>
                  <a:pt x="148" y="890"/>
                </a:lnTo>
                <a:lnTo>
                  <a:pt x="147" y="890"/>
                </a:lnTo>
                <a:lnTo>
                  <a:pt x="147" y="889"/>
                </a:lnTo>
                <a:lnTo>
                  <a:pt x="146" y="890"/>
                </a:lnTo>
                <a:lnTo>
                  <a:pt x="145" y="890"/>
                </a:lnTo>
                <a:lnTo>
                  <a:pt x="145" y="891"/>
                </a:lnTo>
                <a:lnTo>
                  <a:pt x="144" y="890"/>
                </a:lnTo>
                <a:lnTo>
                  <a:pt x="143" y="889"/>
                </a:lnTo>
                <a:lnTo>
                  <a:pt x="142" y="889"/>
                </a:lnTo>
                <a:lnTo>
                  <a:pt x="142" y="888"/>
                </a:lnTo>
                <a:lnTo>
                  <a:pt x="142" y="886"/>
                </a:lnTo>
                <a:lnTo>
                  <a:pt x="142" y="885"/>
                </a:lnTo>
                <a:lnTo>
                  <a:pt x="143" y="885"/>
                </a:lnTo>
                <a:lnTo>
                  <a:pt x="143" y="884"/>
                </a:lnTo>
                <a:lnTo>
                  <a:pt x="142" y="882"/>
                </a:lnTo>
                <a:lnTo>
                  <a:pt x="142" y="880"/>
                </a:lnTo>
                <a:lnTo>
                  <a:pt x="143" y="879"/>
                </a:lnTo>
                <a:lnTo>
                  <a:pt x="143" y="878"/>
                </a:lnTo>
                <a:lnTo>
                  <a:pt x="144" y="878"/>
                </a:lnTo>
                <a:lnTo>
                  <a:pt x="144" y="875"/>
                </a:lnTo>
                <a:lnTo>
                  <a:pt x="144" y="874"/>
                </a:lnTo>
                <a:lnTo>
                  <a:pt x="143" y="874"/>
                </a:lnTo>
                <a:lnTo>
                  <a:pt x="143" y="876"/>
                </a:lnTo>
                <a:lnTo>
                  <a:pt x="142" y="878"/>
                </a:lnTo>
                <a:lnTo>
                  <a:pt x="141" y="878"/>
                </a:lnTo>
                <a:lnTo>
                  <a:pt x="140" y="877"/>
                </a:lnTo>
                <a:lnTo>
                  <a:pt x="139" y="876"/>
                </a:lnTo>
                <a:lnTo>
                  <a:pt x="138" y="875"/>
                </a:lnTo>
                <a:lnTo>
                  <a:pt x="137" y="875"/>
                </a:lnTo>
                <a:lnTo>
                  <a:pt x="136" y="874"/>
                </a:lnTo>
                <a:lnTo>
                  <a:pt x="135" y="874"/>
                </a:lnTo>
                <a:lnTo>
                  <a:pt x="135" y="873"/>
                </a:lnTo>
                <a:lnTo>
                  <a:pt x="134" y="872"/>
                </a:lnTo>
                <a:lnTo>
                  <a:pt x="134" y="871"/>
                </a:lnTo>
                <a:lnTo>
                  <a:pt x="134" y="870"/>
                </a:lnTo>
                <a:lnTo>
                  <a:pt x="133" y="869"/>
                </a:lnTo>
                <a:lnTo>
                  <a:pt x="133" y="870"/>
                </a:lnTo>
                <a:lnTo>
                  <a:pt x="132" y="869"/>
                </a:lnTo>
                <a:lnTo>
                  <a:pt x="131" y="869"/>
                </a:lnTo>
                <a:lnTo>
                  <a:pt x="131" y="870"/>
                </a:lnTo>
                <a:lnTo>
                  <a:pt x="133" y="871"/>
                </a:lnTo>
                <a:lnTo>
                  <a:pt x="134" y="872"/>
                </a:lnTo>
                <a:lnTo>
                  <a:pt x="134" y="873"/>
                </a:lnTo>
                <a:lnTo>
                  <a:pt x="134" y="874"/>
                </a:lnTo>
                <a:lnTo>
                  <a:pt x="134" y="875"/>
                </a:lnTo>
                <a:lnTo>
                  <a:pt x="135" y="876"/>
                </a:lnTo>
                <a:lnTo>
                  <a:pt x="136" y="877"/>
                </a:lnTo>
                <a:lnTo>
                  <a:pt x="137" y="877"/>
                </a:lnTo>
                <a:lnTo>
                  <a:pt x="137" y="878"/>
                </a:lnTo>
                <a:lnTo>
                  <a:pt x="137" y="879"/>
                </a:lnTo>
                <a:lnTo>
                  <a:pt x="138" y="881"/>
                </a:lnTo>
                <a:lnTo>
                  <a:pt x="138" y="882"/>
                </a:lnTo>
                <a:lnTo>
                  <a:pt x="139" y="882"/>
                </a:lnTo>
                <a:lnTo>
                  <a:pt x="139" y="883"/>
                </a:lnTo>
                <a:lnTo>
                  <a:pt x="140" y="885"/>
                </a:lnTo>
                <a:lnTo>
                  <a:pt x="140" y="886"/>
                </a:lnTo>
                <a:lnTo>
                  <a:pt x="139" y="886"/>
                </a:lnTo>
                <a:lnTo>
                  <a:pt x="137" y="886"/>
                </a:lnTo>
                <a:lnTo>
                  <a:pt x="136" y="886"/>
                </a:lnTo>
                <a:lnTo>
                  <a:pt x="136" y="887"/>
                </a:lnTo>
                <a:lnTo>
                  <a:pt x="136" y="888"/>
                </a:lnTo>
                <a:lnTo>
                  <a:pt x="136" y="889"/>
                </a:lnTo>
                <a:lnTo>
                  <a:pt x="137" y="889"/>
                </a:lnTo>
                <a:lnTo>
                  <a:pt x="138" y="890"/>
                </a:lnTo>
                <a:lnTo>
                  <a:pt x="137" y="889"/>
                </a:lnTo>
                <a:lnTo>
                  <a:pt x="138" y="887"/>
                </a:lnTo>
                <a:lnTo>
                  <a:pt x="139" y="887"/>
                </a:lnTo>
                <a:lnTo>
                  <a:pt x="139" y="886"/>
                </a:lnTo>
                <a:lnTo>
                  <a:pt x="140" y="886"/>
                </a:lnTo>
                <a:lnTo>
                  <a:pt x="140" y="889"/>
                </a:lnTo>
                <a:lnTo>
                  <a:pt x="140" y="890"/>
                </a:lnTo>
                <a:lnTo>
                  <a:pt x="141" y="891"/>
                </a:lnTo>
                <a:lnTo>
                  <a:pt x="141" y="893"/>
                </a:lnTo>
                <a:lnTo>
                  <a:pt x="140" y="893"/>
                </a:lnTo>
                <a:lnTo>
                  <a:pt x="140" y="894"/>
                </a:lnTo>
                <a:lnTo>
                  <a:pt x="139" y="896"/>
                </a:lnTo>
                <a:lnTo>
                  <a:pt x="139" y="897"/>
                </a:lnTo>
                <a:lnTo>
                  <a:pt x="138" y="897"/>
                </a:lnTo>
                <a:lnTo>
                  <a:pt x="137" y="896"/>
                </a:lnTo>
                <a:lnTo>
                  <a:pt x="137" y="897"/>
                </a:lnTo>
                <a:lnTo>
                  <a:pt x="137" y="898"/>
                </a:lnTo>
                <a:lnTo>
                  <a:pt x="137" y="899"/>
                </a:lnTo>
                <a:lnTo>
                  <a:pt x="138" y="900"/>
                </a:lnTo>
                <a:lnTo>
                  <a:pt x="138" y="901"/>
                </a:lnTo>
                <a:lnTo>
                  <a:pt x="138" y="900"/>
                </a:lnTo>
                <a:lnTo>
                  <a:pt x="138" y="899"/>
                </a:lnTo>
                <a:lnTo>
                  <a:pt x="139" y="900"/>
                </a:lnTo>
                <a:lnTo>
                  <a:pt x="140" y="900"/>
                </a:lnTo>
                <a:lnTo>
                  <a:pt x="140" y="901"/>
                </a:lnTo>
                <a:lnTo>
                  <a:pt x="140" y="902"/>
                </a:lnTo>
                <a:lnTo>
                  <a:pt x="140" y="903"/>
                </a:lnTo>
                <a:lnTo>
                  <a:pt x="141" y="903"/>
                </a:lnTo>
                <a:lnTo>
                  <a:pt x="143" y="904"/>
                </a:lnTo>
                <a:lnTo>
                  <a:pt x="143" y="906"/>
                </a:lnTo>
                <a:lnTo>
                  <a:pt x="144" y="906"/>
                </a:lnTo>
                <a:lnTo>
                  <a:pt x="143" y="907"/>
                </a:lnTo>
                <a:lnTo>
                  <a:pt x="143" y="908"/>
                </a:lnTo>
                <a:lnTo>
                  <a:pt x="142" y="909"/>
                </a:lnTo>
                <a:lnTo>
                  <a:pt x="142" y="910"/>
                </a:lnTo>
                <a:lnTo>
                  <a:pt x="142" y="911"/>
                </a:lnTo>
                <a:lnTo>
                  <a:pt x="142" y="912"/>
                </a:lnTo>
                <a:lnTo>
                  <a:pt x="142" y="914"/>
                </a:lnTo>
                <a:lnTo>
                  <a:pt x="142" y="915"/>
                </a:lnTo>
                <a:lnTo>
                  <a:pt x="141" y="915"/>
                </a:lnTo>
                <a:lnTo>
                  <a:pt x="140" y="916"/>
                </a:lnTo>
                <a:lnTo>
                  <a:pt x="140" y="917"/>
                </a:lnTo>
                <a:lnTo>
                  <a:pt x="140" y="918"/>
                </a:lnTo>
                <a:lnTo>
                  <a:pt x="140" y="919"/>
                </a:lnTo>
                <a:lnTo>
                  <a:pt x="140" y="921"/>
                </a:lnTo>
                <a:lnTo>
                  <a:pt x="140" y="922"/>
                </a:lnTo>
                <a:lnTo>
                  <a:pt x="140" y="923"/>
                </a:lnTo>
                <a:lnTo>
                  <a:pt x="139" y="924"/>
                </a:lnTo>
                <a:lnTo>
                  <a:pt x="139" y="925"/>
                </a:lnTo>
                <a:lnTo>
                  <a:pt x="137" y="926"/>
                </a:lnTo>
                <a:lnTo>
                  <a:pt x="137" y="925"/>
                </a:lnTo>
                <a:lnTo>
                  <a:pt x="135" y="924"/>
                </a:lnTo>
                <a:lnTo>
                  <a:pt x="135" y="923"/>
                </a:lnTo>
                <a:lnTo>
                  <a:pt x="134" y="924"/>
                </a:lnTo>
                <a:lnTo>
                  <a:pt x="133" y="925"/>
                </a:lnTo>
                <a:lnTo>
                  <a:pt x="133" y="926"/>
                </a:lnTo>
                <a:lnTo>
                  <a:pt x="133" y="925"/>
                </a:lnTo>
                <a:lnTo>
                  <a:pt x="132" y="925"/>
                </a:lnTo>
                <a:lnTo>
                  <a:pt x="132" y="926"/>
                </a:lnTo>
                <a:lnTo>
                  <a:pt x="132" y="927"/>
                </a:lnTo>
                <a:lnTo>
                  <a:pt x="132" y="928"/>
                </a:lnTo>
                <a:lnTo>
                  <a:pt x="131" y="929"/>
                </a:lnTo>
                <a:lnTo>
                  <a:pt x="130" y="930"/>
                </a:lnTo>
                <a:lnTo>
                  <a:pt x="129" y="930"/>
                </a:lnTo>
                <a:lnTo>
                  <a:pt x="129" y="931"/>
                </a:lnTo>
                <a:lnTo>
                  <a:pt x="128" y="931"/>
                </a:lnTo>
                <a:lnTo>
                  <a:pt x="127" y="931"/>
                </a:lnTo>
                <a:lnTo>
                  <a:pt x="126" y="931"/>
                </a:lnTo>
                <a:lnTo>
                  <a:pt x="125" y="930"/>
                </a:lnTo>
                <a:lnTo>
                  <a:pt x="125" y="929"/>
                </a:lnTo>
                <a:lnTo>
                  <a:pt x="125" y="930"/>
                </a:lnTo>
                <a:lnTo>
                  <a:pt x="124" y="930"/>
                </a:lnTo>
                <a:lnTo>
                  <a:pt x="123" y="931"/>
                </a:lnTo>
                <a:lnTo>
                  <a:pt x="122" y="931"/>
                </a:lnTo>
                <a:lnTo>
                  <a:pt x="122" y="932"/>
                </a:lnTo>
                <a:lnTo>
                  <a:pt x="121" y="932"/>
                </a:lnTo>
                <a:lnTo>
                  <a:pt x="121" y="933"/>
                </a:lnTo>
                <a:lnTo>
                  <a:pt x="120" y="933"/>
                </a:lnTo>
                <a:lnTo>
                  <a:pt x="120" y="932"/>
                </a:lnTo>
                <a:lnTo>
                  <a:pt x="119" y="933"/>
                </a:lnTo>
                <a:lnTo>
                  <a:pt x="118" y="933"/>
                </a:lnTo>
                <a:lnTo>
                  <a:pt x="117" y="934"/>
                </a:lnTo>
                <a:lnTo>
                  <a:pt x="116" y="934"/>
                </a:lnTo>
                <a:lnTo>
                  <a:pt x="116" y="935"/>
                </a:lnTo>
                <a:lnTo>
                  <a:pt x="115" y="935"/>
                </a:lnTo>
                <a:lnTo>
                  <a:pt x="113" y="936"/>
                </a:lnTo>
                <a:lnTo>
                  <a:pt x="113" y="935"/>
                </a:lnTo>
                <a:lnTo>
                  <a:pt x="112" y="935"/>
                </a:lnTo>
                <a:lnTo>
                  <a:pt x="112" y="934"/>
                </a:lnTo>
                <a:lnTo>
                  <a:pt x="111" y="934"/>
                </a:lnTo>
                <a:lnTo>
                  <a:pt x="110" y="934"/>
                </a:lnTo>
                <a:lnTo>
                  <a:pt x="109" y="934"/>
                </a:lnTo>
                <a:lnTo>
                  <a:pt x="110" y="935"/>
                </a:lnTo>
                <a:lnTo>
                  <a:pt x="111" y="936"/>
                </a:lnTo>
                <a:lnTo>
                  <a:pt x="111" y="938"/>
                </a:lnTo>
                <a:lnTo>
                  <a:pt x="110" y="939"/>
                </a:lnTo>
                <a:lnTo>
                  <a:pt x="109" y="940"/>
                </a:lnTo>
                <a:lnTo>
                  <a:pt x="109" y="941"/>
                </a:lnTo>
                <a:lnTo>
                  <a:pt x="109" y="942"/>
                </a:lnTo>
                <a:lnTo>
                  <a:pt x="109" y="943"/>
                </a:lnTo>
                <a:lnTo>
                  <a:pt x="109" y="944"/>
                </a:lnTo>
                <a:lnTo>
                  <a:pt x="108" y="945"/>
                </a:lnTo>
                <a:lnTo>
                  <a:pt x="108" y="946"/>
                </a:lnTo>
                <a:lnTo>
                  <a:pt x="107" y="946"/>
                </a:lnTo>
                <a:lnTo>
                  <a:pt x="107" y="947"/>
                </a:lnTo>
                <a:lnTo>
                  <a:pt x="106" y="947"/>
                </a:lnTo>
                <a:lnTo>
                  <a:pt x="106" y="946"/>
                </a:lnTo>
                <a:lnTo>
                  <a:pt x="106" y="945"/>
                </a:lnTo>
                <a:lnTo>
                  <a:pt x="106" y="944"/>
                </a:lnTo>
                <a:lnTo>
                  <a:pt x="106" y="943"/>
                </a:lnTo>
                <a:lnTo>
                  <a:pt x="105" y="942"/>
                </a:lnTo>
                <a:lnTo>
                  <a:pt x="105" y="941"/>
                </a:lnTo>
                <a:lnTo>
                  <a:pt x="105" y="940"/>
                </a:lnTo>
                <a:lnTo>
                  <a:pt x="104" y="940"/>
                </a:lnTo>
                <a:lnTo>
                  <a:pt x="105" y="939"/>
                </a:lnTo>
                <a:lnTo>
                  <a:pt x="105" y="938"/>
                </a:lnTo>
                <a:lnTo>
                  <a:pt x="105" y="937"/>
                </a:lnTo>
                <a:lnTo>
                  <a:pt x="105" y="935"/>
                </a:lnTo>
                <a:lnTo>
                  <a:pt x="105" y="934"/>
                </a:lnTo>
                <a:lnTo>
                  <a:pt x="106" y="934"/>
                </a:lnTo>
                <a:lnTo>
                  <a:pt x="106" y="933"/>
                </a:lnTo>
                <a:lnTo>
                  <a:pt x="107" y="933"/>
                </a:lnTo>
                <a:lnTo>
                  <a:pt x="105" y="932"/>
                </a:lnTo>
                <a:lnTo>
                  <a:pt x="104" y="932"/>
                </a:lnTo>
                <a:lnTo>
                  <a:pt x="104" y="931"/>
                </a:lnTo>
                <a:lnTo>
                  <a:pt x="103" y="931"/>
                </a:lnTo>
                <a:lnTo>
                  <a:pt x="102" y="932"/>
                </a:lnTo>
                <a:lnTo>
                  <a:pt x="101" y="933"/>
                </a:lnTo>
                <a:lnTo>
                  <a:pt x="102" y="933"/>
                </a:lnTo>
                <a:lnTo>
                  <a:pt x="103" y="934"/>
                </a:lnTo>
                <a:lnTo>
                  <a:pt x="103" y="937"/>
                </a:lnTo>
                <a:lnTo>
                  <a:pt x="103" y="938"/>
                </a:lnTo>
                <a:lnTo>
                  <a:pt x="104" y="938"/>
                </a:lnTo>
                <a:lnTo>
                  <a:pt x="104" y="939"/>
                </a:lnTo>
                <a:lnTo>
                  <a:pt x="104" y="940"/>
                </a:lnTo>
                <a:lnTo>
                  <a:pt x="103" y="940"/>
                </a:lnTo>
                <a:lnTo>
                  <a:pt x="103" y="941"/>
                </a:lnTo>
                <a:lnTo>
                  <a:pt x="101" y="941"/>
                </a:lnTo>
                <a:lnTo>
                  <a:pt x="100" y="941"/>
                </a:lnTo>
                <a:lnTo>
                  <a:pt x="99" y="941"/>
                </a:lnTo>
                <a:lnTo>
                  <a:pt x="99" y="942"/>
                </a:lnTo>
                <a:lnTo>
                  <a:pt x="99" y="941"/>
                </a:lnTo>
                <a:lnTo>
                  <a:pt x="100" y="941"/>
                </a:lnTo>
                <a:lnTo>
                  <a:pt x="100" y="942"/>
                </a:lnTo>
                <a:lnTo>
                  <a:pt x="101" y="942"/>
                </a:lnTo>
                <a:lnTo>
                  <a:pt x="102" y="942"/>
                </a:lnTo>
                <a:lnTo>
                  <a:pt x="102" y="943"/>
                </a:lnTo>
                <a:lnTo>
                  <a:pt x="102" y="944"/>
                </a:lnTo>
                <a:lnTo>
                  <a:pt x="102" y="945"/>
                </a:lnTo>
                <a:lnTo>
                  <a:pt x="102" y="946"/>
                </a:lnTo>
                <a:lnTo>
                  <a:pt x="101" y="945"/>
                </a:lnTo>
                <a:lnTo>
                  <a:pt x="101" y="946"/>
                </a:lnTo>
                <a:lnTo>
                  <a:pt x="100" y="946"/>
                </a:lnTo>
                <a:lnTo>
                  <a:pt x="100" y="948"/>
                </a:lnTo>
                <a:lnTo>
                  <a:pt x="99" y="949"/>
                </a:lnTo>
                <a:lnTo>
                  <a:pt x="98" y="952"/>
                </a:lnTo>
                <a:lnTo>
                  <a:pt x="98" y="953"/>
                </a:lnTo>
                <a:lnTo>
                  <a:pt x="97" y="953"/>
                </a:lnTo>
                <a:lnTo>
                  <a:pt x="97" y="954"/>
                </a:lnTo>
                <a:lnTo>
                  <a:pt x="98" y="954"/>
                </a:lnTo>
                <a:lnTo>
                  <a:pt x="99" y="955"/>
                </a:lnTo>
                <a:lnTo>
                  <a:pt x="98" y="955"/>
                </a:lnTo>
                <a:lnTo>
                  <a:pt x="97" y="956"/>
                </a:lnTo>
                <a:lnTo>
                  <a:pt x="97" y="957"/>
                </a:lnTo>
                <a:lnTo>
                  <a:pt x="97" y="958"/>
                </a:lnTo>
                <a:lnTo>
                  <a:pt x="96" y="958"/>
                </a:lnTo>
                <a:lnTo>
                  <a:pt x="96" y="957"/>
                </a:lnTo>
                <a:lnTo>
                  <a:pt x="95" y="957"/>
                </a:lnTo>
                <a:lnTo>
                  <a:pt x="94" y="957"/>
                </a:lnTo>
                <a:lnTo>
                  <a:pt x="94" y="958"/>
                </a:lnTo>
                <a:lnTo>
                  <a:pt x="95" y="958"/>
                </a:lnTo>
                <a:lnTo>
                  <a:pt x="95" y="959"/>
                </a:lnTo>
                <a:lnTo>
                  <a:pt x="96" y="959"/>
                </a:lnTo>
                <a:lnTo>
                  <a:pt x="97" y="959"/>
                </a:lnTo>
                <a:lnTo>
                  <a:pt x="97" y="960"/>
                </a:lnTo>
                <a:lnTo>
                  <a:pt x="97" y="961"/>
                </a:lnTo>
                <a:lnTo>
                  <a:pt x="97" y="962"/>
                </a:lnTo>
                <a:lnTo>
                  <a:pt x="97" y="963"/>
                </a:lnTo>
                <a:lnTo>
                  <a:pt x="96" y="964"/>
                </a:lnTo>
                <a:lnTo>
                  <a:pt x="96" y="965"/>
                </a:lnTo>
                <a:lnTo>
                  <a:pt x="96" y="966"/>
                </a:lnTo>
                <a:lnTo>
                  <a:pt x="96" y="967"/>
                </a:lnTo>
                <a:lnTo>
                  <a:pt x="96" y="968"/>
                </a:lnTo>
                <a:lnTo>
                  <a:pt x="96" y="969"/>
                </a:lnTo>
                <a:lnTo>
                  <a:pt x="96" y="970"/>
                </a:lnTo>
                <a:lnTo>
                  <a:pt x="97" y="971"/>
                </a:lnTo>
                <a:lnTo>
                  <a:pt x="97" y="972"/>
                </a:lnTo>
                <a:lnTo>
                  <a:pt x="97" y="973"/>
                </a:lnTo>
                <a:lnTo>
                  <a:pt x="98" y="974"/>
                </a:lnTo>
                <a:lnTo>
                  <a:pt x="98" y="975"/>
                </a:lnTo>
                <a:lnTo>
                  <a:pt x="99" y="977"/>
                </a:lnTo>
                <a:lnTo>
                  <a:pt x="100" y="978"/>
                </a:lnTo>
                <a:lnTo>
                  <a:pt x="100" y="979"/>
                </a:lnTo>
                <a:lnTo>
                  <a:pt x="101" y="979"/>
                </a:lnTo>
                <a:lnTo>
                  <a:pt x="101" y="980"/>
                </a:lnTo>
                <a:lnTo>
                  <a:pt x="102" y="980"/>
                </a:lnTo>
                <a:lnTo>
                  <a:pt x="102" y="981"/>
                </a:lnTo>
                <a:lnTo>
                  <a:pt x="102" y="982"/>
                </a:lnTo>
                <a:lnTo>
                  <a:pt x="103" y="983"/>
                </a:lnTo>
                <a:lnTo>
                  <a:pt x="102" y="983"/>
                </a:lnTo>
                <a:lnTo>
                  <a:pt x="102" y="984"/>
                </a:lnTo>
                <a:lnTo>
                  <a:pt x="101" y="984"/>
                </a:lnTo>
                <a:lnTo>
                  <a:pt x="101" y="985"/>
                </a:lnTo>
                <a:lnTo>
                  <a:pt x="100" y="985"/>
                </a:lnTo>
                <a:lnTo>
                  <a:pt x="100" y="986"/>
                </a:lnTo>
                <a:lnTo>
                  <a:pt x="99" y="987"/>
                </a:lnTo>
                <a:lnTo>
                  <a:pt x="100" y="987"/>
                </a:lnTo>
                <a:lnTo>
                  <a:pt x="100" y="986"/>
                </a:lnTo>
                <a:lnTo>
                  <a:pt x="101" y="986"/>
                </a:lnTo>
                <a:lnTo>
                  <a:pt x="102" y="986"/>
                </a:lnTo>
                <a:lnTo>
                  <a:pt x="103" y="985"/>
                </a:lnTo>
                <a:lnTo>
                  <a:pt x="104" y="985"/>
                </a:lnTo>
                <a:lnTo>
                  <a:pt x="105" y="985"/>
                </a:lnTo>
                <a:lnTo>
                  <a:pt x="105" y="984"/>
                </a:lnTo>
                <a:lnTo>
                  <a:pt x="107" y="984"/>
                </a:lnTo>
                <a:lnTo>
                  <a:pt x="108" y="983"/>
                </a:lnTo>
                <a:lnTo>
                  <a:pt x="109" y="983"/>
                </a:lnTo>
                <a:lnTo>
                  <a:pt x="110" y="983"/>
                </a:lnTo>
                <a:lnTo>
                  <a:pt x="111" y="983"/>
                </a:lnTo>
                <a:lnTo>
                  <a:pt x="112" y="984"/>
                </a:lnTo>
                <a:lnTo>
                  <a:pt x="113" y="984"/>
                </a:lnTo>
                <a:lnTo>
                  <a:pt x="113" y="985"/>
                </a:lnTo>
                <a:lnTo>
                  <a:pt x="114" y="985"/>
                </a:lnTo>
                <a:lnTo>
                  <a:pt x="115" y="985"/>
                </a:lnTo>
                <a:lnTo>
                  <a:pt x="116" y="985"/>
                </a:lnTo>
                <a:lnTo>
                  <a:pt x="116" y="986"/>
                </a:lnTo>
                <a:lnTo>
                  <a:pt x="117" y="986"/>
                </a:lnTo>
                <a:lnTo>
                  <a:pt x="117" y="985"/>
                </a:lnTo>
                <a:lnTo>
                  <a:pt x="118" y="985"/>
                </a:lnTo>
                <a:lnTo>
                  <a:pt x="119" y="985"/>
                </a:lnTo>
                <a:lnTo>
                  <a:pt x="120" y="985"/>
                </a:lnTo>
                <a:lnTo>
                  <a:pt x="121" y="984"/>
                </a:lnTo>
                <a:lnTo>
                  <a:pt x="125" y="983"/>
                </a:lnTo>
                <a:lnTo>
                  <a:pt x="127" y="983"/>
                </a:lnTo>
                <a:lnTo>
                  <a:pt x="128" y="983"/>
                </a:lnTo>
                <a:lnTo>
                  <a:pt x="128" y="984"/>
                </a:lnTo>
                <a:lnTo>
                  <a:pt x="129" y="984"/>
                </a:lnTo>
                <a:lnTo>
                  <a:pt x="129" y="985"/>
                </a:lnTo>
                <a:lnTo>
                  <a:pt x="130" y="985"/>
                </a:lnTo>
                <a:lnTo>
                  <a:pt x="131" y="986"/>
                </a:lnTo>
                <a:lnTo>
                  <a:pt x="132" y="987"/>
                </a:lnTo>
                <a:lnTo>
                  <a:pt x="133" y="987"/>
                </a:lnTo>
                <a:lnTo>
                  <a:pt x="134" y="987"/>
                </a:lnTo>
                <a:lnTo>
                  <a:pt x="135" y="987"/>
                </a:lnTo>
                <a:lnTo>
                  <a:pt x="136" y="988"/>
                </a:lnTo>
                <a:lnTo>
                  <a:pt x="137" y="988"/>
                </a:lnTo>
                <a:lnTo>
                  <a:pt x="138" y="988"/>
                </a:lnTo>
                <a:lnTo>
                  <a:pt x="138" y="989"/>
                </a:lnTo>
                <a:lnTo>
                  <a:pt x="139" y="989"/>
                </a:lnTo>
                <a:lnTo>
                  <a:pt x="140" y="989"/>
                </a:lnTo>
                <a:lnTo>
                  <a:pt x="139" y="989"/>
                </a:lnTo>
                <a:lnTo>
                  <a:pt x="139" y="988"/>
                </a:lnTo>
                <a:lnTo>
                  <a:pt x="138" y="988"/>
                </a:lnTo>
                <a:lnTo>
                  <a:pt x="138" y="987"/>
                </a:lnTo>
                <a:lnTo>
                  <a:pt x="139" y="987"/>
                </a:lnTo>
                <a:lnTo>
                  <a:pt x="139" y="988"/>
                </a:lnTo>
                <a:lnTo>
                  <a:pt x="140" y="988"/>
                </a:lnTo>
                <a:lnTo>
                  <a:pt x="140" y="989"/>
                </a:lnTo>
                <a:lnTo>
                  <a:pt x="141" y="989"/>
                </a:lnTo>
                <a:lnTo>
                  <a:pt x="141" y="991"/>
                </a:lnTo>
                <a:lnTo>
                  <a:pt x="141" y="992"/>
                </a:lnTo>
                <a:lnTo>
                  <a:pt x="141" y="993"/>
                </a:lnTo>
                <a:lnTo>
                  <a:pt x="140" y="993"/>
                </a:lnTo>
                <a:lnTo>
                  <a:pt x="140" y="994"/>
                </a:lnTo>
                <a:lnTo>
                  <a:pt x="141" y="994"/>
                </a:lnTo>
                <a:lnTo>
                  <a:pt x="141" y="995"/>
                </a:lnTo>
                <a:lnTo>
                  <a:pt x="142" y="996"/>
                </a:lnTo>
                <a:lnTo>
                  <a:pt x="142" y="997"/>
                </a:lnTo>
                <a:lnTo>
                  <a:pt x="141" y="997"/>
                </a:lnTo>
                <a:lnTo>
                  <a:pt x="142" y="997"/>
                </a:lnTo>
                <a:lnTo>
                  <a:pt x="142" y="998"/>
                </a:lnTo>
                <a:lnTo>
                  <a:pt x="142" y="999"/>
                </a:lnTo>
                <a:lnTo>
                  <a:pt x="143" y="999"/>
                </a:lnTo>
                <a:lnTo>
                  <a:pt x="143" y="1001"/>
                </a:lnTo>
                <a:lnTo>
                  <a:pt x="142" y="1002"/>
                </a:lnTo>
                <a:lnTo>
                  <a:pt x="142" y="1003"/>
                </a:lnTo>
                <a:lnTo>
                  <a:pt x="142" y="1004"/>
                </a:lnTo>
                <a:lnTo>
                  <a:pt x="142" y="1005"/>
                </a:lnTo>
                <a:lnTo>
                  <a:pt x="142" y="1008"/>
                </a:lnTo>
                <a:lnTo>
                  <a:pt x="142" y="1009"/>
                </a:lnTo>
                <a:lnTo>
                  <a:pt x="141" y="1009"/>
                </a:lnTo>
                <a:lnTo>
                  <a:pt x="141" y="1010"/>
                </a:lnTo>
                <a:lnTo>
                  <a:pt x="140" y="1010"/>
                </a:lnTo>
                <a:lnTo>
                  <a:pt x="140" y="1011"/>
                </a:lnTo>
                <a:lnTo>
                  <a:pt x="138" y="1011"/>
                </a:lnTo>
                <a:lnTo>
                  <a:pt x="137" y="1010"/>
                </a:lnTo>
                <a:lnTo>
                  <a:pt x="136" y="1010"/>
                </a:lnTo>
                <a:lnTo>
                  <a:pt x="136" y="1009"/>
                </a:lnTo>
                <a:lnTo>
                  <a:pt x="136" y="1008"/>
                </a:lnTo>
                <a:lnTo>
                  <a:pt x="135" y="1008"/>
                </a:lnTo>
                <a:lnTo>
                  <a:pt x="135" y="1007"/>
                </a:lnTo>
                <a:lnTo>
                  <a:pt x="134" y="1007"/>
                </a:lnTo>
                <a:lnTo>
                  <a:pt x="133" y="1006"/>
                </a:lnTo>
                <a:lnTo>
                  <a:pt x="133" y="1005"/>
                </a:lnTo>
                <a:lnTo>
                  <a:pt x="133" y="1004"/>
                </a:lnTo>
                <a:lnTo>
                  <a:pt x="132" y="1004"/>
                </a:lnTo>
                <a:lnTo>
                  <a:pt x="132" y="1003"/>
                </a:lnTo>
                <a:lnTo>
                  <a:pt x="132" y="1002"/>
                </a:lnTo>
                <a:lnTo>
                  <a:pt x="132" y="1001"/>
                </a:lnTo>
                <a:lnTo>
                  <a:pt x="131" y="1001"/>
                </a:lnTo>
                <a:lnTo>
                  <a:pt x="131" y="1000"/>
                </a:lnTo>
                <a:lnTo>
                  <a:pt x="131" y="999"/>
                </a:lnTo>
                <a:lnTo>
                  <a:pt x="130" y="999"/>
                </a:lnTo>
                <a:lnTo>
                  <a:pt x="130" y="998"/>
                </a:lnTo>
                <a:lnTo>
                  <a:pt x="130" y="997"/>
                </a:lnTo>
                <a:lnTo>
                  <a:pt x="129" y="997"/>
                </a:lnTo>
                <a:lnTo>
                  <a:pt x="129" y="998"/>
                </a:lnTo>
                <a:lnTo>
                  <a:pt x="130" y="998"/>
                </a:lnTo>
                <a:lnTo>
                  <a:pt x="130" y="999"/>
                </a:lnTo>
                <a:lnTo>
                  <a:pt x="130" y="1000"/>
                </a:lnTo>
                <a:lnTo>
                  <a:pt x="130" y="1001"/>
                </a:lnTo>
                <a:lnTo>
                  <a:pt x="130" y="1002"/>
                </a:lnTo>
                <a:lnTo>
                  <a:pt x="131" y="1002"/>
                </a:lnTo>
                <a:lnTo>
                  <a:pt x="131" y="1003"/>
                </a:lnTo>
                <a:lnTo>
                  <a:pt x="130" y="1003"/>
                </a:lnTo>
                <a:lnTo>
                  <a:pt x="130" y="1004"/>
                </a:lnTo>
                <a:lnTo>
                  <a:pt x="129" y="1004"/>
                </a:lnTo>
                <a:lnTo>
                  <a:pt x="128" y="1004"/>
                </a:lnTo>
                <a:lnTo>
                  <a:pt x="128" y="1005"/>
                </a:lnTo>
                <a:lnTo>
                  <a:pt x="127" y="1005"/>
                </a:lnTo>
                <a:lnTo>
                  <a:pt x="127" y="1004"/>
                </a:lnTo>
                <a:lnTo>
                  <a:pt x="127" y="1005"/>
                </a:lnTo>
                <a:lnTo>
                  <a:pt x="128" y="1006"/>
                </a:lnTo>
                <a:lnTo>
                  <a:pt x="127" y="1006"/>
                </a:lnTo>
                <a:lnTo>
                  <a:pt x="127" y="1007"/>
                </a:lnTo>
                <a:lnTo>
                  <a:pt x="127" y="1006"/>
                </a:lnTo>
                <a:lnTo>
                  <a:pt x="126" y="1006"/>
                </a:lnTo>
                <a:lnTo>
                  <a:pt x="126" y="1007"/>
                </a:lnTo>
                <a:lnTo>
                  <a:pt x="127" y="1007"/>
                </a:lnTo>
                <a:lnTo>
                  <a:pt x="128" y="1007"/>
                </a:lnTo>
                <a:lnTo>
                  <a:pt x="128" y="1006"/>
                </a:lnTo>
                <a:lnTo>
                  <a:pt x="128" y="1005"/>
                </a:lnTo>
                <a:lnTo>
                  <a:pt x="129" y="1005"/>
                </a:lnTo>
                <a:lnTo>
                  <a:pt x="130" y="1005"/>
                </a:lnTo>
                <a:lnTo>
                  <a:pt x="130" y="1004"/>
                </a:lnTo>
                <a:lnTo>
                  <a:pt x="130" y="1005"/>
                </a:lnTo>
                <a:lnTo>
                  <a:pt x="130" y="1006"/>
                </a:lnTo>
                <a:lnTo>
                  <a:pt x="131" y="1006"/>
                </a:lnTo>
                <a:lnTo>
                  <a:pt x="131" y="1007"/>
                </a:lnTo>
                <a:lnTo>
                  <a:pt x="130" y="1007"/>
                </a:lnTo>
                <a:lnTo>
                  <a:pt x="131" y="1007"/>
                </a:lnTo>
                <a:lnTo>
                  <a:pt x="131" y="1008"/>
                </a:lnTo>
                <a:lnTo>
                  <a:pt x="130" y="1008"/>
                </a:lnTo>
                <a:lnTo>
                  <a:pt x="130" y="1007"/>
                </a:lnTo>
                <a:lnTo>
                  <a:pt x="130" y="1008"/>
                </a:lnTo>
                <a:lnTo>
                  <a:pt x="130" y="1009"/>
                </a:lnTo>
                <a:lnTo>
                  <a:pt x="131" y="1009"/>
                </a:lnTo>
                <a:lnTo>
                  <a:pt x="132" y="1011"/>
                </a:lnTo>
                <a:lnTo>
                  <a:pt x="132" y="1012"/>
                </a:lnTo>
                <a:lnTo>
                  <a:pt x="131" y="1012"/>
                </a:lnTo>
                <a:lnTo>
                  <a:pt x="132" y="1012"/>
                </a:lnTo>
                <a:lnTo>
                  <a:pt x="132" y="1013"/>
                </a:lnTo>
                <a:lnTo>
                  <a:pt x="131" y="1013"/>
                </a:lnTo>
                <a:lnTo>
                  <a:pt x="131" y="1014"/>
                </a:lnTo>
                <a:lnTo>
                  <a:pt x="130" y="1014"/>
                </a:lnTo>
                <a:lnTo>
                  <a:pt x="129" y="1014"/>
                </a:lnTo>
                <a:lnTo>
                  <a:pt x="128" y="1015"/>
                </a:lnTo>
                <a:lnTo>
                  <a:pt x="127" y="1015"/>
                </a:lnTo>
                <a:lnTo>
                  <a:pt x="127" y="1016"/>
                </a:lnTo>
                <a:lnTo>
                  <a:pt x="126" y="1016"/>
                </a:lnTo>
                <a:lnTo>
                  <a:pt x="126" y="1017"/>
                </a:lnTo>
                <a:lnTo>
                  <a:pt x="126" y="1016"/>
                </a:lnTo>
                <a:lnTo>
                  <a:pt x="125" y="1016"/>
                </a:lnTo>
                <a:lnTo>
                  <a:pt x="125" y="1017"/>
                </a:lnTo>
                <a:lnTo>
                  <a:pt x="125" y="1018"/>
                </a:lnTo>
                <a:lnTo>
                  <a:pt x="126" y="1018"/>
                </a:lnTo>
                <a:lnTo>
                  <a:pt x="126" y="1019"/>
                </a:lnTo>
                <a:lnTo>
                  <a:pt x="126" y="1020"/>
                </a:lnTo>
                <a:lnTo>
                  <a:pt x="126" y="1021"/>
                </a:lnTo>
                <a:lnTo>
                  <a:pt x="125" y="1021"/>
                </a:lnTo>
                <a:lnTo>
                  <a:pt x="124" y="1021"/>
                </a:lnTo>
                <a:lnTo>
                  <a:pt x="123" y="1021"/>
                </a:lnTo>
                <a:lnTo>
                  <a:pt x="123" y="1022"/>
                </a:lnTo>
                <a:lnTo>
                  <a:pt x="124" y="1022"/>
                </a:lnTo>
                <a:lnTo>
                  <a:pt x="125" y="1022"/>
                </a:lnTo>
                <a:lnTo>
                  <a:pt x="126" y="1022"/>
                </a:lnTo>
                <a:lnTo>
                  <a:pt x="127" y="1021"/>
                </a:lnTo>
                <a:lnTo>
                  <a:pt x="127" y="1020"/>
                </a:lnTo>
                <a:lnTo>
                  <a:pt x="127" y="1019"/>
                </a:lnTo>
                <a:lnTo>
                  <a:pt x="127" y="1020"/>
                </a:lnTo>
                <a:lnTo>
                  <a:pt x="128" y="1020"/>
                </a:lnTo>
                <a:lnTo>
                  <a:pt x="128" y="1019"/>
                </a:lnTo>
                <a:lnTo>
                  <a:pt x="129" y="1019"/>
                </a:lnTo>
                <a:lnTo>
                  <a:pt x="129" y="1018"/>
                </a:lnTo>
                <a:lnTo>
                  <a:pt x="130" y="1017"/>
                </a:lnTo>
                <a:lnTo>
                  <a:pt x="131" y="1017"/>
                </a:lnTo>
                <a:lnTo>
                  <a:pt x="131" y="1018"/>
                </a:lnTo>
                <a:lnTo>
                  <a:pt x="132" y="1018"/>
                </a:lnTo>
                <a:lnTo>
                  <a:pt x="132" y="1019"/>
                </a:lnTo>
                <a:lnTo>
                  <a:pt x="133" y="1019"/>
                </a:lnTo>
                <a:lnTo>
                  <a:pt x="133" y="1020"/>
                </a:lnTo>
                <a:lnTo>
                  <a:pt x="133" y="1021"/>
                </a:lnTo>
                <a:lnTo>
                  <a:pt x="132" y="1021"/>
                </a:lnTo>
                <a:lnTo>
                  <a:pt x="132" y="1022"/>
                </a:lnTo>
                <a:lnTo>
                  <a:pt x="132" y="1024"/>
                </a:lnTo>
                <a:lnTo>
                  <a:pt x="132" y="1025"/>
                </a:lnTo>
                <a:lnTo>
                  <a:pt x="132" y="1026"/>
                </a:lnTo>
                <a:lnTo>
                  <a:pt x="132" y="1025"/>
                </a:lnTo>
                <a:lnTo>
                  <a:pt x="133" y="1025"/>
                </a:lnTo>
                <a:lnTo>
                  <a:pt x="133" y="1024"/>
                </a:lnTo>
                <a:lnTo>
                  <a:pt x="132" y="1024"/>
                </a:lnTo>
                <a:lnTo>
                  <a:pt x="132" y="1023"/>
                </a:lnTo>
                <a:lnTo>
                  <a:pt x="132" y="1022"/>
                </a:lnTo>
                <a:lnTo>
                  <a:pt x="133" y="1022"/>
                </a:lnTo>
                <a:lnTo>
                  <a:pt x="133" y="1021"/>
                </a:lnTo>
                <a:lnTo>
                  <a:pt x="133" y="1020"/>
                </a:lnTo>
                <a:lnTo>
                  <a:pt x="133" y="1019"/>
                </a:lnTo>
                <a:lnTo>
                  <a:pt x="134" y="1019"/>
                </a:lnTo>
                <a:lnTo>
                  <a:pt x="133" y="1020"/>
                </a:lnTo>
                <a:lnTo>
                  <a:pt x="134" y="1021"/>
                </a:lnTo>
                <a:lnTo>
                  <a:pt x="135" y="1021"/>
                </a:lnTo>
                <a:lnTo>
                  <a:pt x="135" y="1022"/>
                </a:lnTo>
                <a:lnTo>
                  <a:pt x="136" y="1022"/>
                </a:lnTo>
                <a:lnTo>
                  <a:pt x="137" y="1022"/>
                </a:lnTo>
                <a:lnTo>
                  <a:pt x="137" y="1023"/>
                </a:lnTo>
                <a:lnTo>
                  <a:pt x="138" y="1023"/>
                </a:lnTo>
                <a:lnTo>
                  <a:pt x="138" y="1022"/>
                </a:lnTo>
                <a:lnTo>
                  <a:pt x="139" y="1022"/>
                </a:lnTo>
                <a:lnTo>
                  <a:pt x="139" y="1023"/>
                </a:lnTo>
                <a:lnTo>
                  <a:pt x="139" y="1024"/>
                </a:lnTo>
                <a:lnTo>
                  <a:pt x="139" y="1025"/>
                </a:lnTo>
                <a:lnTo>
                  <a:pt x="140" y="1025"/>
                </a:lnTo>
                <a:lnTo>
                  <a:pt x="140" y="1024"/>
                </a:lnTo>
                <a:lnTo>
                  <a:pt x="140" y="1023"/>
                </a:lnTo>
                <a:lnTo>
                  <a:pt x="139" y="1022"/>
                </a:lnTo>
                <a:lnTo>
                  <a:pt x="139" y="1021"/>
                </a:lnTo>
                <a:lnTo>
                  <a:pt x="140" y="1021"/>
                </a:lnTo>
                <a:lnTo>
                  <a:pt x="140" y="1020"/>
                </a:lnTo>
                <a:lnTo>
                  <a:pt x="141" y="1020"/>
                </a:lnTo>
                <a:lnTo>
                  <a:pt x="141" y="1021"/>
                </a:lnTo>
                <a:lnTo>
                  <a:pt x="141" y="1020"/>
                </a:lnTo>
                <a:lnTo>
                  <a:pt x="142" y="1020"/>
                </a:lnTo>
                <a:lnTo>
                  <a:pt x="142" y="1021"/>
                </a:lnTo>
                <a:lnTo>
                  <a:pt x="142" y="1022"/>
                </a:lnTo>
                <a:lnTo>
                  <a:pt x="142" y="1023"/>
                </a:lnTo>
                <a:lnTo>
                  <a:pt x="142" y="1024"/>
                </a:lnTo>
                <a:lnTo>
                  <a:pt x="143" y="1024"/>
                </a:lnTo>
                <a:lnTo>
                  <a:pt x="145" y="1023"/>
                </a:lnTo>
                <a:lnTo>
                  <a:pt x="145" y="1022"/>
                </a:lnTo>
                <a:lnTo>
                  <a:pt x="146" y="1022"/>
                </a:lnTo>
                <a:lnTo>
                  <a:pt x="146" y="1021"/>
                </a:lnTo>
                <a:lnTo>
                  <a:pt x="147" y="1020"/>
                </a:lnTo>
                <a:lnTo>
                  <a:pt x="148" y="1020"/>
                </a:lnTo>
                <a:lnTo>
                  <a:pt x="149" y="1020"/>
                </a:lnTo>
                <a:lnTo>
                  <a:pt x="149" y="1019"/>
                </a:lnTo>
                <a:lnTo>
                  <a:pt x="150" y="1019"/>
                </a:lnTo>
                <a:lnTo>
                  <a:pt x="150" y="1020"/>
                </a:lnTo>
                <a:lnTo>
                  <a:pt x="151" y="1020"/>
                </a:lnTo>
                <a:lnTo>
                  <a:pt x="151" y="1019"/>
                </a:lnTo>
                <a:lnTo>
                  <a:pt x="150" y="1019"/>
                </a:lnTo>
                <a:lnTo>
                  <a:pt x="151" y="1018"/>
                </a:lnTo>
                <a:lnTo>
                  <a:pt x="152" y="1018"/>
                </a:lnTo>
                <a:lnTo>
                  <a:pt x="153" y="1018"/>
                </a:lnTo>
                <a:lnTo>
                  <a:pt x="153" y="1019"/>
                </a:lnTo>
                <a:lnTo>
                  <a:pt x="154" y="1019"/>
                </a:lnTo>
                <a:lnTo>
                  <a:pt x="154" y="1020"/>
                </a:lnTo>
                <a:lnTo>
                  <a:pt x="154" y="1021"/>
                </a:lnTo>
                <a:lnTo>
                  <a:pt x="155" y="1021"/>
                </a:lnTo>
                <a:lnTo>
                  <a:pt x="155" y="1022"/>
                </a:lnTo>
                <a:lnTo>
                  <a:pt x="156" y="1022"/>
                </a:lnTo>
                <a:lnTo>
                  <a:pt x="156" y="1021"/>
                </a:lnTo>
                <a:lnTo>
                  <a:pt x="155" y="1021"/>
                </a:lnTo>
                <a:lnTo>
                  <a:pt x="155" y="1020"/>
                </a:lnTo>
                <a:lnTo>
                  <a:pt x="156" y="1020"/>
                </a:lnTo>
                <a:lnTo>
                  <a:pt x="156" y="1019"/>
                </a:lnTo>
                <a:lnTo>
                  <a:pt x="155" y="1018"/>
                </a:lnTo>
                <a:lnTo>
                  <a:pt x="156" y="1017"/>
                </a:lnTo>
                <a:lnTo>
                  <a:pt x="156" y="1016"/>
                </a:lnTo>
                <a:lnTo>
                  <a:pt x="157" y="1016"/>
                </a:lnTo>
                <a:lnTo>
                  <a:pt x="156" y="1016"/>
                </a:lnTo>
                <a:lnTo>
                  <a:pt x="156" y="1017"/>
                </a:lnTo>
                <a:lnTo>
                  <a:pt x="157" y="1016"/>
                </a:lnTo>
                <a:lnTo>
                  <a:pt x="157" y="1017"/>
                </a:lnTo>
                <a:lnTo>
                  <a:pt x="158" y="1017"/>
                </a:lnTo>
                <a:lnTo>
                  <a:pt x="158" y="1018"/>
                </a:lnTo>
                <a:lnTo>
                  <a:pt x="158" y="1019"/>
                </a:lnTo>
                <a:lnTo>
                  <a:pt x="159" y="1019"/>
                </a:lnTo>
                <a:lnTo>
                  <a:pt x="159" y="1020"/>
                </a:lnTo>
                <a:lnTo>
                  <a:pt x="159" y="1021"/>
                </a:lnTo>
                <a:lnTo>
                  <a:pt x="160" y="1022"/>
                </a:lnTo>
                <a:lnTo>
                  <a:pt x="160" y="1023"/>
                </a:lnTo>
                <a:lnTo>
                  <a:pt x="161" y="1023"/>
                </a:lnTo>
                <a:lnTo>
                  <a:pt x="161" y="1024"/>
                </a:lnTo>
                <a:lnTo>
                  <a:pt x="161" y="1025"/>
                </a:lnTo>
                <a:lnTo>
                  <a:pt x="161" y="1026"/>
                </a:lnTo>
                <a:lnTo>
                  <a:pt x="162" y="1027"/>
                </a:lnTo>
                <a:lnTo>
                  <a:pt x="162" y="1029"/>
                </a:lnTo>
                <a:lnTo>
                  <a:pt x="163" y="1031"/>
                </a:lnTo>
                <a:lnTo>
                  <a:pt x="163" y="1034"/>
                </a:lnTo>
                <a:lnTo>
                  <a:pt x="162" y="1034"/>
                </a:lnTo>
                <a:lnTo>
                  <a:pt x="162" y="1035"/>
                </a:lnTo>
                <a:lnTo>
                  <a:pt x="161" y="1034"/>
                </a:lnTo>
                <a:lnTo>
                  <a:pt x="160" y="1034"/>
                </a:lnTo>
                <a:lnTo>
                  <a:pt x="159" y="1034"/>
                </a:lnTo>
                <a:lnTo>
                  <a:pt x="158" y="1034"/>
                </a:lnTo>
                <a:lnTo>
                  <a:pt x="159" y="1034"/>
                </a:lnTo>
                <a:lnTo>
                  <a:pt x="158" y="1034"/>
                </a:lnTo>
                <a:lnTo>
                  <a:pt x="158" y="1035"/>
                </a:lnTo>
                <a:lnTo>
                  <a:pt x="157" y="1035"/>
                </a:lnTo>
                <a:lnTo>
                  <a:pt x="156" y="1035"/>
                </a:lnTo>
                <a:lnTo>
                  <a:pt x="155" y="1035"/>
                </a:lnTo>
                <a:lnTo>
                  <a:pt x="155" y="1034"/>
                </a:lnTo>
                <a:lnTo>
                  <a:pt x="154" y="1034"/>
                </a:lnTo>
                <a:lnTo>
                  <a:pt x="154" y="1033"/>
                </a:lnTo>
                <a:lnTo>
                  <a:pt x="155" y="1033"/>
                </a:lnTo>
                <a:lnTo>
                  <a:pt x="155" y="1032"/>
                </a:lnTo>
                <a:lnTo>
                  <a:pt x="154" y="1032"/>
                </a:lnTo>
                <a:lnTo>
                  <a:pt x="154" y="1033"/>
                </a:lnTo>
                <a:lnTo>
                  <a:pt x="154" y="1032"/>
                </a:lnTo>
                <a:lnTo>
                  <a:pt x="153" y="1032"/>
                </a:lnTo>
                <a:lnTo>
                  <a:pt x="154" y="1032"/>
                </a:lnTo>
                <a:lnTo>
                  <a:pt x="154" y="1031"/>
                </a:lnTo>
                <a:lnTo>
                  <a:pt x="153" y="1031"/>
                </a:lnTo>
                <a:lnTo>
                  <a:pt x="153" y="1030"/>
                </a:lnTo>
                <a:lnTo>
                  <a:pt x="153" y="1029"/>
                </a:lnTo>
                <a:lnTo>
                  <a:pt x="153" y="1028"/>
                </a:lnTo>
                <a:lnTo>
                  <a:pt x="153" y="1027"/>
                </a:lnTo>
                <a:lnTo>
                  <a:pt x="153" y="1026"/>
                </a:lnTo>
                <a:lnTo>
                  <a:pt x="152" y="1026"/>
                </a:lnTo>
                <a:lnTo>
                  <a:pt x="152" y="1025"/>
                </a:lnTo>
                <a:lnTo>
                  <a:pt x="152" y="1026"/>
                </a:lnTo>
                <a:lnTo>
                  <a:pt x="151" y="1026"/>
                </a:lnTo>
                <a:lnTo>
                  <a:pt x="151" y="1025"/>
                </a:lnTo>
                <a:lnTo>
                  <a:pt x="150" y="1025"/>
                </a:lnTo>
                <a:lnTo>
                  <a:pt x="150" y="1024"/>
                </a:lnTo>
                <a:lnTo>
                  <a:pt x="149" y="1025"/>
                </a:lnTo>
                <a:lnTo>
                  <a:pt x="148" y="1026"/>
                </a:lnTo>
                <a:lnTo>
                  <a:pt x="147" y="1026"/>
                </a:lnTo>
                <a:lnTo>
                  <a:pt x="147" y="1027"/>
                </a:lnTo>
                <a:lnTo>
                  <a:pt x="146" y="1027"/>
                </a:lnTo>
                <a:lnTo>
                  <a:pt x="145" y="1027"/>
                </a:lnTo>
                <a:lnTo>
                  <a:pt x="145" y="1028"/>
                </a:lnTo>
                <a:lnTo>
                  <a:pt x="146" y="1028"/>
                </a:lnTo>
                <a:lnTo>
                  <a:pt x="146" y="1029"/>
                </a:lnTo>
                <a:lnTo>
                  <a:pt x="145" y="1029"/>
                </a:lnTo>
                <a:lnTo>
                  <a:pt x="145" y="1030"/>
                </a:lnTo>
                <a:lnTo>
                  <a:pt x="145" y="1031"/>
                </a:lnTo>
                <a:lnTo>
                  <a:pt x="146" y="1031"/>
                </a:lnTo>
                <a:lnTo>
                  <a:pt x="146" y="1032"/>
                </a:lnTo>
                <a:lnTo>
                  <a:pt x="146" y="1033"/>
                </a:lnTo>
                <a:lnTo>
                  <a:pt x="147" y="1034"/>
                </a:lnTo>
                <a:lnTo>
                  <a:pt x="148" y="1033"/>
                </a:lnTo>
                <a:lnTo>
                  <a:pt x="148" y="1034"/>
                </a:lnTo>
                <a:lnTo>
                  <a:pt x="148" y="1035"/>
                </a:lnTo>
                <a:lnTo>
                  <a:pt x="147" y="1035"/>
                </a:lnTo>
                <a:lnTo>
                  <a:pt x="147" y="1036"/>
                </a:lnTo>
                <a:lnTo>
                  <a:pt x="148" y="1036"/>
                </a:lnTo>
                <a:lnTo>
                  <a:pt x="148" y="1035"/>
                </a:lnTo>
                <a:lnTo>
                  <a:pt x="149" y="1035"/>
                </a:lnTo>
                <a:lnTo>
                  <a:pt x="150" y="1035"/>
                </a:lnTo>
                <a:lnTo>
                  <a:pt x="153" y="1037"/>
                </a:lnTo>
                <a:lnTo>
                  <a:pt x="153" y="1038"/>
                </a:lnTo>
                <a:lnTo>
                  <a:pt x="154" y="1038"/>
                </a:lnTo>
                <a:lnTo>
                  <a:pt x="155" y="1038"/>
                </a:lnTo>
                <a:lnTo>
                  <a:pt x="156" y="1039"/>
                </a:lnTo>
                <a:lnTo>
                  <a:pt x="156" y="1038"/>
                </a:lnTo>
                <a:lnTo>
                  <a:pt x="157" y="1037"/>
                </a:lnTo>
                <a:lnTo>
                  <a:pt x="158" y="1037"/>
                </a:lnTo>
                <a:lnTo>
                  <a:pt x="158" y="1036"/>
                </a:lnTo>
                <a:lnTo>
                  <a:pt x="159" y="1035"/>
                </a:lnTo>
                <a:lnTo>
                  <a:pt x="160" y="1036"/>
                </a:lnTo>
                <a:lnTo>
                  <a:pt x="162" y="1038"/>
                </a:lnTo>
                <a:lnTo>
                  <a:pt x="163" y="1038"/>
                </a:lnTo>
                <a:lnTo>
                  <a:pt x="163" y="1039"/>
                </a:lnTo>
                <a:lnTo>
                  <a:pt x="164" y="1039"/>
                </a:lnTo>
                <a:lnTo>
                  <a:pt x="164" y="1040"/>
                </a:lnTo>
                <a:lnTo>
                  <a:pt x="164" y="1041"/>
                </a:lnTo>
                <a:lnTo>
                  <a:pt x="165" y="1042"/>
                </a:lnTo>
                <a:lnTo>
                  <a:pt x="166" y="1044"/>
                </a:lnTo>
                <a:lnTo>
                  <a:pt x="166" y="1045"/>
                </a:lnTo>
                <a:lnTo>
                  <a:pt x="165" y="1044"/>
                </a:lnTo>
                <a:lnTo>
                  <a:pt x="166" y="1045"/>
                </a:lnTo>
                <a:lnTo>
                  <a:pt x="167" y="1045"/>
                </a:lnTo>
                <a:lnTo>
                  <a:pt x="168" y="1045"/>
                </a:lnTo>
                <a:lnTo>
                  <a:pt x="168" y="1046"/>
                </a:lnTo>
                <a:lnTo>
                  <a:pt x="168" y="1047"/>
                </a:lnTo>
                <a:lnTo>
                  <a:pt x="169" y="1047"/>
                </a:lnTo>
                <a:lnTo>
                  <a:pt x="169" y="1048"/>
                </a:lnTo>
                <a:lnTo>
                  <a:pt x="169" y="1049"/>
                </a:lnTo>
                <a:lnTo>
                  <a:pt x="170" y="1050"/>
                </a:lnTo>
                <a:lnTo>
                  <a:pt x="170" y="1051"/>
                </a:lnTo>
                <a:lnTo>
                  <a:pt x="171" y="1052"/>
                </a:lnTo>
                <a:lnTo>
                  <a:pt x="172" y="1053"/>
                </a:lnTo>
                <a:lnTo>
                  <a:pt x="172" y="1054"/>
                </a:lnTo>
                <a:lnTo>
                  <a:pt x="172" y="1055"/>
                </a:lnTo>
                <a:lnTo>
                  <a:pt x="173" y="1055"/>
                </a:lnTo>
                <a:lnTo>
                  <a:pt x="173" y="1056"/>
                </a:lnTo>
                <a:lnTo>
                  <a:pt x="172" y="1057"/>
                </a:lnTo>
                <a:lnTo>
                  <a:pt x="172" y="1058"/>
                </a:lnTo>
                <a:lnTo>
                  <a:pt x="171" y="1060"/>
                </a:lnTo>
                <a:lnTo>
                  <a:pt x="171" y="1061"/>
                </a:lnTo>
                <a:lnTo>
                  <a:pt x="171" y="1062"/>
                </a:lnTo>
                <a:lnTo>
                  <a:pt x="171" y="1063"/>
                </a:lnTo>
                <a:lnTo>
                  <a:pt x="171" y="1065"/>
                </a:lnTo>
                <a:lnTo>
                  <a:pt x="170" y="1065"/>
                </a:lnTo>
                <a:lnTo>
                  <a:pt x="169" y="1065"/>
                </a:lnTo>
                <a:lnTo>
                  <a:pt x="169" y="1066"/>
                </a:lnTo>
                <a:lnTo>
                  <a:pt x="168" y="1067"/>
                </a:lnTo>
                <a:lnTo>
                  <a:pt x="167" y="1068"/>
                </a:lnTo>
                <a:lnTo>
                  <a:pt x="167" y="1069"/>
                </a:lnTo>
                <a:lnTo>
                  <a:pt x="166" y="1069"/>
                </a:lnTo>
                <a:lnTo>
                  <a:pt x="165" y="1069"/>
                </a:lnTo>
                <a:lnTo>
                  <a:pt x="165" y="1070"/>
                </a:lnTo>
                <a:lnTo>
                  <a:pt x="164" y="1070"/>
                </a:lnTo>
                <a:lnTo>
                  <a:pt x="163" y="1071"/>
                </a:lnTo>
                <a:lnTo>
                  <a:pt x="163" y="1073"/>
                </a:lnTo>
                <a:lnTo>
                  <a:pt x="162" y="1073"/>
                </a:lnTo>
                <a:lnTo>
                  <a:pt x="162" y="1074"/>
                </a:lnTo>
                <a:lnTo>
                  <a:pt x="162" y="1075"/>
                </a:lnTo>
                <a:lnTo>
                  <a:pt x="162" y="1076"/>
                </a:lnTo>
                <a:lnTo>
                  <a:pt x="161" y="1076"/>
                </a:lnTo>
                <a:lnTo>
                  <a:pt x="161" y="1077"/>
                </a:lnTo>
                <a:lnTo>
                  <a:pt x="161" y="1078"/>
                </a:lnTo>
                <a:lnTo>
                  <a:pt x="162" y="1078"/>
                </a:lnTo>
                <a:lnTo>
                  <a:pt x="162" y="1079"/>
                </a:lnTo>
                <a:lnTo>
                  <a:pt x="161" y="1079"/>
                </a:lnTo>
                <a:lnTo>
                  <a:pt x="161" y="1078"/>
                </a:lnTo>
                <a:lnTo>
                  <a:pt x="160" y="1079"/>
                </a:lnTo>
                <a:lnTo>
                  <a:pt x="159" y="1080"/>
                </a:lnTo>
                <a:lnTo>
                  <a:pt x="159" y="1081"/>
                </a:lnTo>
                <a:lnTo>
                  <a:pt x="158" y="1081"/>
                </a:lnTo>
                <a:lnTo>
                  <a:pt x="158" y="1082"/>
                </a:lnTo>
                <a:lnTo>
                  <a:pt x="157" y="1083"/>
                </a:lnTo>
                <a:lnTo>
                  <a:pt x="157" y="1084"/>
                </a:lnTo>
                <a:lnTo>
                  <a:pt x="156" y="1085"/>
                </a:lnTo>
                <a:lnTo>
                  <a:pt x="156" y="1086"/>
                </a:lnTo>
                <a:lnTo>
                  <a:pt x="155" y="1087"/>
                </a:lnTo>
                <a:lnTo>
                  <a:pt x="154" y="1087"/>
                </a:lnTo>
                <a:lnTo>
                  <a:pt x="154" y="1088"/>
                </a:lnTo>
                <a:lnTo>
                  <a:pt x="153" y="1088"/>
                </a:lnTo>
                <a:lnTo>
                  <a:pt x="152" y="1088"/>
                </a:lnTo>
                <a:lnTo>
                  <a:pt x="152" y="1089"/>
                </a:lnTo>
                <a:lnTo>
                  <a:pt x="151" y="1089"/>
                </a:lnTo>
                <a:lnTo>
                  <a:pt x="151" y="1090"/>
                </a:lnTo>
                <a:lnTo>
                  <a:pt x="150" y="1091"/>
                </a:lnTo>
                <a:lnTo>
                  <a:pt x="149" y="1091"/>
                </a:lnTo>
                <a:lnTo>
                  <a:pt x="147" y="1091"/>
                </a:lnTo>
                <a:lnTo>
                  <a:pt x="145" y="1090"/>
                </a:lnTo>
                <a:lnTo>
                  <a:pt x="144" y="1090"/>
                </a:lnTo>
                <a:lnTo>
                  <a:pt x="144" y="1091"/>
                </a:lnTo>
                <a:lnTo>
                  <a:pt x="143" y="1091"/>
                </a:lnTo>
                <a:lnTo>
                  <a:pt x="143" y="1092"/>
                </a:lnTo>
                <a:lnTo>
                  <a:pt x="142" y="1092"/>
                </a:lnTo>
                <a:lnTo>
                  <a:pt x="142" y="1093"/>
                </a:lnTo>
                <a:lnTo>
                  <a:pt x="142" y="1092"/>
                </a:lnTo>
                <a:lnTo>
                  <a:pt x="141" y="1092"/>
                </a:lnTo>
                <a:lnTo>
                  <a:pt x="141" y="1093"/>
                </a:lnTo>
                <a:lnTo>
                  <a:pt x="140" y="1094"/>
                </a:lnTo>
                <a:lnTo>
                  <a:pt x="140" y="1095"/>
                </a:lnTo>
                <a:lnTo>
                  <a:pt x="138" y="1096"/>
                </a:lnTo>
                <a:lnTo>
                  <a:pt x="136" y="1099"/>
                </a:lnTo>
                <a:lnTo>
                  <a:pt x="135" y="1099"/>
                </a:lnTo>
                <a:lnTo>
                  <a:pt x="133" y="1100"/>
                </a:lnTo>
                <a:lnTo>
                  <a:pt x="132" y="1101"/>
                </a:lnTo>
                <a:lnTo>
                  <a:pt x="130" y="1101"/>
                </a:lnTo>
                <a:lnTo>
                  <a:pt x="130" y="1100"/>
                </a:lnTo>
                <a:lnTo>
                  <a:pt x="129" y="1100"/>
                </a:lnTo>
                <a:lnTo>
                  <a:pt x="128" y="1100"/>
                </a:lnTo>
                <a:lnTo>
                  <a:pt x="128" y="1101"/>
                </a:lnTo>
                <a:lnTo>
                  <a:pt x="127" y="1102"/>
                </a:lnTo>
                <a:lnTo>
                  <a:pt x="126" y="1103"/>
                </a:lnTo>
                <a:lnTo>
                  <a:pt x="127" y="1103"/>
                </a:lnTo>
                <a:lnTo>
                  <a:pt x="127" y="1104"/>
                </a:lnTo>
                <a:lnTo>
                  <a:pt x="127" y="1105"/>
                </a:lnTo>
                <a:lnTo>
                  <a:pt x="127" y="1104"/>
                </a:lnTo>
                <a:lnTo>
                  <a:pt x="126" y="1104"/>
                </a:lnTo>
                <a:lnTo>
                  <a:pt x="126" y="1103"/>
                </a:lnTo>
                <a:lnTo>
                  <a:pt x="125" y="1102"/>
                </a:lnTo>
                <a:lnTo>
                  <a:pt x="125" y="1101"/>
                </a:lnTo>
                <a:lnTo>
                  <a:pt x="125" y="1100"/>
                </a:lnTo>
                <a:lnTo>
                  <a:pt x="124" y="1100"/>
                </a:lnTo>
                <a:lnTo>
                  <a:pt x="122" y="1100"/>
                </a:lnTo>
                <a:lnTo>
                  <a:pt x="121" y="1100"/>
                </a:lnTo>
                <a:lnTo>
                  <a:pt x="121" y="1101"/>
                </a:lnTo>
                <a:lnTo>
                  <a:pt x="120" y="1101"/>
                </a:lnTo>
                <a:lnTo>
                  <a:pt x="120" y="1100"/>
                </a:lnTo>
                <a:lnTo>
                  <a:pt x="120" y="1099"/>
                </a:lnTo>
                <a:lnTo>
                  <a:pt x="120" y="1098"/>
                </a:lnTo>
                <a:lnTo>
                  <a:pt x="117" y="1098"/>
                </a:lnTo>
                <a:lnTo>
                  <a:pt x="114" y="1098"/>
                </a:lnTo>
                <a:lnTo>
                  <a:pt x="114" y="1099"/>
                </a:lnTo>
                <a:lnTo>
                  <a:pt x="115" y="1099"/>
                </a:lnTo>
                <a:lnTo>
                  <a:pt x="116" y="1099"/>
                </a:lnTo>
                <a:lnTo>
                  <a:pt x="116" y="1100"/>
                </a:lnTo>
                <a:lnTo>
                  <a:pt x="117" y="1100"/>
                </a:lnTo>
                <a:lnTo>
                  <a:pt x="116" y="1100"/>
                </a:lnTo>
                <a:lnTo>
                  <a:pt x="115" y="1100"/>
                </a:lnTo>
                <a:lnTo>
                  <a:pt x="114" y="1100"/>
                </a:lnTo>
                <a:lnTo>
                  <a:pt x="113" y="1100"/>
                </a:lnTo>
                <a:lnTo>
                  <a:pt x="112" y="1100"/>
                </a:lnTo>
                <a:lnTo>
                  <a:pt x="112" y="1099"/>
                </a:lnTo>
                <a:lnTo>
                  <a:pt x="111" y="1099"/>
                </a:lnTo>
                <a:lnTo>
                  <a:pt x="110" y="1099"/>
                </a:lnTo>
                <a:lnTo>
                  <a:pt x="109" y="1099"/>
                </a:lnTo>
                <a:lnTo>
                  <a:pt x="109" y="1100"/>
                </a:lnTo>
                <a:lnTo>
                  <a:pt x="109" y="1101"/>
                </a:lnTo>
                <a:lnTo>
                  <a:pt x="109" y="1102"/>
                </a:lnTo>
                <a:lnTo>
                  <a:pt x="109" y="1103"/>
                </a:lnTo>
                <a:lnTo>
                  <a:pt x="109" y="1104"/>
                </a:lnTo>
                <a:lnTo>
                  <a:pt x="109" y="1105"/>
                </a:lnTo>
                <a:lnTo>
                  <a:pt x="108" y="1105"/>
                </a:lnTo>
                <a:lnTo>
                  <a:pt x="107" y="1106"/>
                </a:lnTo>
                <a:lnTo>
                  <a:pt x="106" y="1106"/>
                </a:lnTo>
                <a:lnTo>
                  <a:pt x="101" y="1106"/>
                </a:lnTo>
                <a:lnTo>
                  <a:pt x="100" y="1107"/>
                </a:lnTo>
                <a:lnTo>
                  <a:pt x="96" y="1107"/>
                </a:lnTo>
                <a:lnTo>
                  <a:pt x="96" y="1108"/>
                </a:lnTo>
                <a:lnTo>
                  <a:pt x="95" y="1107"/>
                </a:lnTo>
                <a:lnTo>
                  <a:pt x="95" y="1106"/>
                </a:lnTo>
                <a:lnTo>
                  <a:pt x="95" y="1105"/>
                </a:lnTo>
                <a:lnTo>
                  <a:pt x="95" y="1104"/>
                </a:lnTo>
                <a:lnTo>
                  <a:pt x="94" y="1103"/>
                </a:lnTo>
                <a:lnTo>
                  <a:pt x="94" y="1102"/>
                </a:lnTo>
                <a:lnTo>
                  <a:pt x="91" y="1102"/>
                </a:lnTo>
                <a:lnTo>
                  <a:pt x="89" y="1102"/>
                </a:lnTo>
                <a:lnTo>
                  <a:pt x="87" y="1102"/>
                </a:lnTo>
                <a:lnTo>
                  <a:pt x="85" y="1101"/>
                </a:lnTo>
                <a:lnTo>
                  <a:pt x="84" y="1099"/>
                </a:lnTo>
                <a:lnTo>
                  <a:pt x="84" y="1098"/>
                </a:lnTo>
                <a:lnTo>
                  <a:pt x="83" y="1097"/>
                </a:lnTo>
                <a:lnTo>
                  <a:pt x="81" y="1097"/>
                </a:lnTo>
                <a:lnTo>
                  <a:pt x="79" y="1097"/>
                </a:lnTo>
                <a:lnTo>
                  <a:pt x="79" y="1098"/>
                </a:lnTo>
                <a:lnTo>
                  <a:pt x="80" y="1098"/>
                </a:lnTo>
                <a:lnTo>
                  <a:pt x="80" y="1099"/>
                </a:lnTo>
                <a:lnTo>
                  <a:pt x="79" y="1099"/>
                </a:lnTo>
                <a:lnTo>
                  <a:pt x="79" y="1100"/>
                </a:lnTo>
                <a:lnTo>
                  <a:pt x="78" y="1100"/>
                </a:lnTo>
                <a:lnTo>
                  <a:pt x="76" y="1100"/>
                </a:lnTo>
                <a:lnTo>
                  <a:pt x="75" y="1100"/>
                </a:lnTo>
                <a:lnTo>
                  <a:pt x="74" y="1099"/>
                </a:lnTo>
                <a:lnTo>
                  <a:pt x="74" y="1098"/>
                </a:lnTo>
                <a:lnTo>
                  <a:pt x="74" y="1099"/>
                </a:lnTo>
                <a:lnTo>
                  <a:pt x="73" y="1099"/>
                </a:lnTo>
                <a:lnTo>
                  <a:pt x="73" y="1100"/>
                </a:lnTo>
                <a:lnTo>
                  <a:pt x="74" y="1100"/>
                </a:lnTo>
                <a:lnTo>
                  <a:pt x="74" y="1101"/>
                </a:lnTo>
                <a:lnTo>
                  <a:pt x="74" y="1102"/>
                </a:lnTo>
                <a:lnTo>
                  <a:pt x="72" y="1102"/>
                </a:lnTo>
                <a:lnTo>
                  <a:pt x="71" y="1101"/>
                </a:lnTo>
                <a:lnTo>
                  <a:pt x="71" y="1100"/>
                </a:lnTo>
                <a:lnTo>
                  <a:pt x="69" y="1098"/>
                </a:lnTo>
                <a:lnTo>
                  <a:pt x="68" y="1098"/>
                </a:lnTo>
                <a:lnTo>
                  <a:pt x="67" y="1098"/>
                </a:lnTo>
                <a:lnTo>
                  <a:pt x="67" y="1099"/>
                </a:lnTo>
                <a:lnTo>
                  <a:pt x="67" y="1100"/>
                </a:lnTo>
                <a:lnTo>
                  <a:pt x="66" y="1101"/>
                </a:lnTo>
                <a:lnTo>
                  <a:pt x="65" y="1102"/>
                </a:lnTo>
                <a:lnTo>
                  <a:pt x="64" y="1103"/>
                </a:lnTo>
                <a:lnTo>
                  <a:pt x="61" y="1107"/>
                </a:lnTo>
                <a:lnTo>
                  <a:pt x="60" y="1108"/>
                </a:lnTo>
                <a:lnTo>
                  <a:pt x="59" y="1109"/>
                </a:lnTo>
                <a:lnTo>
                  <a:pt x="59" y="1110"/>
                </a:lnTo>
                <a:lnTo>
                  <a:pt x="59" y="1111"/>
                </a:lnTo>
                <a:lnTo>
                  <a:pt x="58" y="1111"/>
                </a:lnTo>
                <a:lnTo>
                  <a:pt x="58" y="1112"/>
                </a:lnTo>
                <a:lnTo>
                  <a:pt x="57" y="1112"/>
                </a:lnTo>
                <a:lnTo>
                  <a:pt x="56" y="1112"/>
                </a:lnTo>
                <a:lnTo>
                  <a:pt x="56" y="1109"/>
                </a:lnTo>
                <a:lnTo>
                  <a:pt x="56" y="1108"/>
                </a:lnTo>
                <a:lnTo>
                  <a:pt x="55" y="1107"/>
                </a:lnTo>
                <a:lnTo>
                  <a:pt x="56" y="1107"/>
                </a:lnTo>
                <a:lnTo>
                  <a:pt x="56" y="1104"/>
                </a:lnTo>
                <a:lnTo>
                  <a:pt x="56" y="1103"/>
                </a:lnTo>
                <a:lnTo>
                  <a:pt x="58" y="1100"/>
                </a:lnTo>
                <a:lnTo>
                  <a:pt x="59" y="1100"/>
                </a:lnTo>
                <a:lnTo>
                  <a:pt x="59" y="1098"/>
                </a:lnTo>
                <a:lnTo>
                  <a:pt x="58" y="1098"/>
                </a:lnTo>
                <a:lnTo>
                  <a:pt x="58" y="1097"/>
                </a:lnTo>
                <a:lnTo>
                  <a:pt x="57" y="1094"/>
                </a:lnTo>
                <a:lnTo>
                  <a:pt x="57" y="1092"/>
                </a:lnTo>
                <a:lnTo>
                  <a:pt x="57" y="1091"/>
                </a:lnTo>
                <a:lnTo>
                  <a:pt x="56" y="1090"/>
                </a:lnTo>
                <a:lnTo>
                  <a:pt x="56" y="1089"/>
                </a:lnTo>
                <a:lnTo>
                  <a:pt x="56" y="1088"/>
                </a:lnTo>
                <a:lnTo>
                  <a:pt x="55" y="1088"/>
                </a:lnTo>
                <a:lnTo>
                  <a:pt x="54" y="1087"/>
                </a:lnTo>
                <a:lnTo>
                  <a:pt x="53" y="1086"/>
                </a:lnTo>
                <a:lnTo>
                  <a:pt x="52" y="1086"/>
                </a:lnTo>
                <a:lnTo>
                  <a:pt x="52" y="1085"/>
                </a:lnTo>
                <a:lnTo>
                  <a:pt x="51" y="1085"/>
                </a:lnTo>
                <a:lnTo>
                  <a:pt x="50" y="1085"/>
                </a:lnTo>
                <a:lnTo>
                  <a:pt x="49" y="1085"/>
                </a:lnTo>
                <a:lnTo>
                  <a:pt x="49" y="1086"/>
                </a:lnTo>
                <a:lnTo>
                  <a:pt x="48" y="1085"/>
                </a:lnTo>
                <a:lnTo>
                  <a:pt x="47" y="1083"/>
                </a:lnTo>
                <a:lnTo>
                  <a:pt x="46" y="1081"/>
                </a:lnTo>
                <a:lnTo>
                  <a:pt x="46" y="1078"/>
                </a:lnTo>
                <a:lnTo>
                  <a:pt x="45" y="1077"/>
                </a:lnTo>
                <a:lnTo>
                  <a:pt x="46" y="1077"/>
                </a:lnTo>
                <a:lnTo>
                  <a:pt x="47" y="1077"/>
                </a:lnTo>
                <a:lnTo>
                  <a:pt x="48" y="1077"/>
                </a:lnTo>
                <a:lnTo>
                  <a:pt x="49" y="1076"/>
                </a:lnTo>
                <a:lnTo>
                  <a:pt x="50" y="1076"/>
                </a:lnTo>
                <a:lnTo>
                  <a:pt x="50" y="1075"/>
                </a:lnTo>
                <a:lnTo>
                  <a:pt x="50" y="1074"/>
                </a:lnTo>
                <a:lnTo>
                  <a:pt x="50" y="1073"/>
                </a:lnTo>
                <a:lnTo>
                  <a:pt x="50" y="1072"/>
                </a:lnTo>
                <a:lnTo>
                  <a:pt x="52" y="1071"/>
                </a:lnTo>
                <a:lnTo>
                  <a:pt x="54" y="1072"/>
                </a:lnTo>
                <a:lnTo>
                  <a:pt x="55" y="1072"/>
                </a:lnTo>
                <a:lnTo>
                  <a:pt x="55" y="1073"/>
                </a:lnTo>
                <a:lnTo>
                  <a:pt x="56" y="1073"/>
                </a:lnTo>
                <a:lnTo>
                  <a:pt x="57" y="1073"/>
                </a:lnTo>
                <a:lnTo>
                  <a:pt x="57" y="1074"/>
                </a:lnTo>
                <a:lnTo>
                  <a:pt x="58" y="1075"/>
                </a:lnTo>
                <a:lnTo>
                  <a:pt x="59" y="1075"/>
                </a:lnTo>
                <a:lnTo>
                  <a:pt x="59" y="1076"/>
                </a:lnTo>
                <a:lnTo>
                  <a:pt x="60" y="1076"/>
                </a:lnTo>
                <a:lnTo>
                  <a:pt x="61" y="1076"/>
                </a:lnTo>
                <a:lnTo>
                  <a:pt x="62" y="1076"/>
                </a:lnTo>
                <a:lnTo>
                  <a:pt x="63" y="1076"/>
                </a:lnTo>
                <a:lnTo>
                  <a:pt x="64" y="1076"/>
                </a:lnTo>
                <a:lnTo>
                  <a:pt x="65" y="1076"/>
                </a:lnTo>
                <a:lnTo>
                  <a:pt x="65" y="1077"/>
                </a:lnTo>
                <a:lnTo>
                  <a:pt x="64" y="1078"/>
                </a:lnTo>
                <a:lnTo>
                  <a:pt x="63" y="1078"/>
                </a:lnTo>
                <a:lnTo>
                  <a:pt x="63" y="1079"/>
                </a:lnTo>
                <a:lnTo>
                  <a:pt x="63" y="1080"/>
                </a:lnTo>
                <a:lnTo>
                  <a:pt x="64" y="1081"/>
                </a:lnTo>
                <a:lnTo>
                  <a:pt x="65" y="1081"/>
                </a:lnTo>
                <a:lnTo>
                  <a:pt x="65" y="1082"/>
                </a:lnTo>
                <a:lnTo>
                  <a:pt x="65" y="1083"/>
                </a:lnTo>
                <a:lnTo>
                  <a:pt x="66" y="1083"/>
                </a:lnTo>
                <a:lnTo>
                  <a:pt x="66" y="1084"/>
                </a:lnTo>
                <a:lnTo>
                  <a:pt x="67" y="1084"/>
                </a:lnTo>
                <a:lnTo>
                  <a:pt x="67" y="1085"/>
                </a:lnTo>
                <a:lnTo>
                  <a:pt x="67" y="1086"/>
                </a:lnTo>
                <a:lnTo>
                  <a:pt x="66" y="1086"/>
                </a:lnTo>
                <a:lnTo>
                  <a:pt x="66" y="1087"/>
                </a:lnTo>
                <a:lnTo>
                  <a:pt x="67" y="1087"/>
                </a:lnTo>
                <a:lnTo>
                  <a:pt x="67" y="1088"/>
                </a:lnTo>
                <a:lnTo>
                  <a:pt x="68" y="1088"/>
                </a:lnTo>
                <a:lnTo>
                  <a:pt x="68" y="1087"/>
                </a:lnTo>
                <a:lnTo>
                  <a:pt x="68" y="1086"/>
                </a:lnTo>
                <a:lnTo>
                  <a:pt x="69" y="1086"/>
                </a:lnTo>
                <a:lnTo>
                  <a:pt x="70" y="1086"/>
                </a:lnTo>
                <a:lnTo>
                  <a:pt x="69" y="1086"/>
                </a:lnTo>
                <a:lnTo>
                  <a:pt x="69" y="1085"/>
                </a:lnTo>
                <a:lnTo>
                  <a:pt x="68" y="1085"/>
                </a:lnTo>
                <a:lnTo>
                  <a:pt x="68" y="1084"/>
                </a:lnTo>
                <a:lnTo>
                  <a:pt x="68" y="1083"/>
                </a:lnTo>
                <a:lnTo>
                  <a:pt x="68" y="1082"/>
                </a:lnTo>
                <a:lnTo>
                  <a:pt x="68" y="1081"/>
                </a:lnTo>
                <a:lnTo>
                  <a:pt x="67" y="1080"/>
                </a:lnTo>
                <a:lnTo>
                  <a:pt x="66" y="1080"/>
                </a:lnTo>
                <a:lnTo>
                  <a:pt x="67" y="1080"/>
                </a:lnTo>
                <a:lnTo>
                  <a:pt x="67" y="1079"/>
                </a:lnTo>
                <a:lnTo>
                  <a:pt x="68" y="1079"/>
                </a:lnTo>
                <a:lnTo>
                  <a:pt x="69" y="1079"/>
                </a:lnTo>
                <a:lnTo>
                  <a:pt x="69" y="1078"/>
                </a:lnTo>
                <a:lnTo>
                  <a:pt x="69" y="1077"/>
                </a:lnTo>
                <a:lnTo>
                  <a:pt x="70" y="1077"/>
                </a:lnTo>
                <a:lnTo>
                  <a:pt x="71" y="1076"/>
                </a:lnTo>
                <a:lnTo>
                  <a:pt x="72" y="1075"/>
                </a:lnTo>
                <a:lnTo>
                  <a:pt x="72" y="1074"/>
                </a:lnTo>
                <a:lnTo>
                  <a:pt x="72" y="1073"/>
                </a:lnTo>
                <a:lnTo>
                  <a:pt x="72" y="1072"/>
                </a:lnTo>
                <a:lnTo>
                  <a:pt x="71" y="1072"/>
                </a:lnTo>
                <a:lnTo>
                  <a:pt x="71" y="1071"/>
                </a:lnTo>
                <a:lnTo>
                  <a:pt x="72" y="1071"/>
                </a:lnTo>
                <a:lnTo>
                  <a:pt x="71" y="1071"/>
                </a:lnTo>
                <a:lnTo>
                  <a:pt x="71" y="1070"/>
                </a:lnTo>
                <a:lnTo>
                  <a:pt x="70" y="1069"/>
                </a:lnTo>
                <a:lnTo>
                  <a:pt x="69" y="1068"/>
                </a:lnTo>
                <a:lnTo>
                  <a:pt x="68" y="1067"/>
                </a:lnTo>
                <a:lnTo>
                  <a:pt x="67" y="1067"/>
                </a:lnTo>
                <a:lnTo>
                  <a:pt x="66" y="1068"/>
                </a:lnTo>
                <a:lnTo>
                  <a:pt x="66" y="1069"/>
                </a:lnTo>
                <a:lnTo>
                  <a:pt x="66" y="1068"/>
                </a:lnTo>
                <a:lnTo>
                  <a:pt x="66" y="1067"/>
                </a:lnTo>
                <a:lnTo>
                  <a:pt x="65" y="1067"/>
                </a:lnTo>
                <a:lnTo>
                  <a:pt x="65" y="1066"/>
                </a:lnTo>
                <a:lnTo>
                  <a:pt x="65" y="1065"/>
                </a:lnTo>
                <a:lnTo>
                  <a:pt x="64" y="1065"/>
                </a:lnTo>
                <a:lnTo>
                  <a:pt x="64" y="1064"/>
                </a:lnTo>
                <a:lnTo>
                  <a:pt x="63" y="1064"/>
                </a:lnTo>
                <a:lnTo>
                  <a:pt x="63" y="1063"/>
                </a:lnTo>
                <a:lnTo>
                  <a:pt x="64" y="1063"/>
                </a:lnTo>
                <a:lnTo>
                  <a:pt x="64" y="1062"/>
                </a:lnTo>
                <a:lnTo>
                  <a:pt x="63" y="1062"/>
                </a:lnTo>
                <a:lnTo>
                  <a:pt x="62" y="1063"/>
                </a:lnTo>
                <a:lnTo>
                  <a:pt x="62" y="1065"/>
                </a:lnTo>
                <a:lnTo>
                  <a:pt x="61" y="1066"/>
                </a:lnTo>
                <a:lnTo>
                  <a:pt x="61" y="1067"/>
                </a:lnTo>
                <a:lnTo>
                  <a:pt x="61" y="1068"/>
                </a:lnTo>
                <a:lnTo>
                  <a:pt x="60" y="1068"/>
                </a:lnTo>
                <a:lnTo>
                  <a:pt x="60" y="1069"/>
                </a:lnTo>
                <a:lnTo>
                  <a:pt x="59" y="1069"/>
                </a:lnTo>
                <a:lnTo>
                  <a:pt x="58" y="1067"/>
                </a:lnTo>
                <a:lnTo>
                  <a:pt x="59" y="1065"/>
                </a:lnTo>
                <a:lnTo>
                  <a:pt x="59" y="1064"/>
                </a:lnTo>
                <a:lnTo>
                  <a:pt x="58" y="1064"/>
                </a:lnTo>
                <a:lnTo>
                  <a:pt x="58" y="1063"/>
                </a:lnTo>
                <a:lnTo>
                  <a:pt x="57" y="1063"/>
                </a:lnTo>
                <a:lnTo>
                  <a:pt x="57" y="1062"/>
                </a:lnTo>
                <a:lnTo>
                  <a:pt x="57" y="1061"/>
                </a:lnTo>
                <a:lnTo>
                  <a:pt x="57" y="1060"/>
                </a:lnTo>
                <a:lnTo>
                  <a:pt x="58" y="1059"/>
                </a:lnTo>
                <a:lnTo>
                  <a:pt x="57" y="1059"/>
                </a:lnTo>
                <a:lnTo>
                  <a:pt x="57" y="1058"/>
                </a:lnTo>
                <a:lnTo>
                  <a:pt x="57" y="1057"/>
                </a:lnTo>
                <a:lnTo>
                  <a:pt x="56" y="1057"/>
                </a:lnTo>
                <a:lnTo>
                  <a:pt x="56" y="1058"/>
                </a:lnTo>
                <a:lnTo>
                  <a:pt x="56" y="1059"/>
                </a:lnTo>
                <a:lnTo>
                  <a:pt x="56" y="1060"/>
                </a:lnTo>
                <a:lnTo>
                  <a:pt x="55" y="1060"/>
                </a:lnTo>
                <a:lnTo>
                  <a:pt x="55" y="1061"/>
                </a:lnTo>
                <a:lnTo>
                  <a:pt x="55" y="1062"/>
                </a:lnTo>
                <a:lnTo>
                  <a:pt x="55" y="1063"/>
                </a:lnTo>
                <a:lnTo>
                  <a:pt x="55" y="1064"/>
                </a:lnTo>
                <a:lnTo>
                  <a:pt x="56" y="1064"/>
                </a:lnTo>
                <a:lnTo>
                  <a:pt x="56" y="1065"/>
                </a:lnTo>
                <a:lnTo>
                  <a:pt x="57" y="1065"/>
                </a:lnTo>
                <a:lnTo>
                  <a:pt x="57" y="1066"/>
                </a:lnTo>
                <a:lnTo>
                  <a:pt x="56" y="1066"/>
                </a:lnTo>
                <a:lnTo>
                  <a:pt x="56" y="1067"/>
                </a:lnTo>
                <a:lnTo>
                  <a:pt x="55" y="1069"/>
                </a:lnTo>
                <a:lnTo>
                  <a:pt x="54" y="1070"/>
                </a:lnTo>
                <a:lnTo>
                  <a:pt x="54" y="1069"/>
                </a:lnTo>
                <a:lnTo>
                  <a:pt x="53" y="1069"/>
                </a:lnTo>
                <a:lnTo>
                  <a:pt x="53" y="1068"/>
                </a:lnTo>
                <a:lnTo>
                  <a:pt x="54" y="1067"/>
                </a:lnTo>
                <a:lnTo>
                  <a:pt x="54" y="1066"/>
                </a:lnTo>
                <a:lnTo>
                  <a:pt x="54" y="1065"/>
                </a:lnTo>
                <a:lnTo>
                  <a:pt x="53" y="1064"/>
                </a:lnTo>
                <a:lnTo>
                  <a:pt x="53" y="1063"/>
                </a:lnTo>
                <a:lnTo>
                  <a:pt x="52" y="1063"/>
                </a:lnTo>
                <a:lnTo>
                  <a:pt x="52" y="1062"/>
                </a:lnTo>
                <a:lnTo>
                  <a:pt x="52" y="1061"/>
                </a:lnTo>
                <a:lnTo>
                  <a:pt x="51" y="1061"/>
                </a:lnTo>
                <a:lnTo>
                  <a:pt x="51" y="1060"/>
                </a:lnTo>
                <a:lnTo>
                  <a:pt x="50" y="1059"/>
                </a:lnTo>
                <a:lnTo>
                  <a:pt x="49" y="1058"/>
                </a:lnTo>
                <a:lnTo>
                  <a:pt x="48" y="1058"/>
                </a:lnTo>
                <a:lnTo>
                  <a:pt x="48" y="1059"/>
                </a:lnTo>
                <a:lnTo>
                  <a:pt x="47" y="1059"/>
                </a:lnTo>
                <a:lnTo>
                  <a:pt x="46" y="1059"/>
                </a:lnTo>
                <a:lnTo>
                  <a:pt x="45" y="1059"/>
                </a:lnTo>
                <a:lnTo>
                  <a:pt x="44" y="1059"/>
                </a:lnTo>
                <a:lnTo>
                  <a:pt x="44" y="1058"/>
                </a:lnTo>
                <a:lnTo>
                  <a:pt x="45" y="1058"/>
                </a:lnTo>
                <a:lnTo>
                  <a:pt x="45" y="1057"/>
                </a:lnTo>
                <a:lnTo>
                  <a:pt x="44" y="1057"/>
                </a:lnTo>
                <a:lnTo>
                  <a:pt x="43" y="1057"/>
                </a:lnTo>
                <a:lnTo>
                  <a:pt x="43" y="1056"/>
                </a:lnTo>
                <a:lnTo>
                  <a:pt x="42" y="1057"/>
                </a:lnTo>
                <a:lnTo>
                  <a:pt x="41" y="1057"/>
                </a:lnTo>
                <a:lnTo>
                  <a:pt x="40" y="1057"/>
                </a:lnTo>
                <a:lnTo>
                  <a:pt x="39" y="1057"/>
                </a:lnTo>
                <a:lnTo>
                  <a:pt x="38" y="1058"/>
                </a:lnTo>
                <a:lnTo>
                  <a:pt x="37" y="1058"/>
                </a:lnTo>
                <a:lnTo>
                  <a:pt x="37" y="1057"/>
                </a:lnTo>
                <a:lnTo>
                  <a:pt x="38" y="1057"/>
                </a:lnTo>
                <a:lnTo>
                  <a:pt x="37" y="1057"/>
                </a:lnTo>
                <a:lnTo>
                  <a:pt x="37" y="1056"/>
                </a:lnTo>
                <a:lnTo>
                  <a:pt x="36" y="1056"/>
                </a:lnTo>
                <a:lnTo>
                  <a:pt x="36" y="1057"/>
                </a:lnTo>
                <a:lnTo>
                  <a:pt x="36" y="1056"/>
                </a:lnTo>
                <a:lnTo>
                  <a:pt x="35" y="1056"/>
                </a:lnTo>
                <a:lnTo>
                  <a:pt x="34" y="1055"/>
                </a:lnTo>
                <a:lnTo>
                  <a:pt x="34" y="1053"/>
                </a:lnTo>
                <a:lnTo>
                  <a:pt x="34" y="1052"/>
                </a:lnTo>
                <a:lnTo>
                  <a:pt x="33" y="1051"/>
                </a:lnTo>
                <a:lnTo>
                  <a:pt x="33" y="1050"/>
                </a:lnTo>
                <a:lnTo>
                  <a:pt x="32" y="1050"/>
                </a:lnTo>
                <a:lnTo>
                  <a:pt x="32" y="1049"/>
                </a:lnTo>
                <a:lnTo>
                  <a:pt x="33" y="1049"/>
                </a:lnTo>
                <a:lnTo>
                  <a:pt x="34" y="1050"/>
                </a:lnTo>
                <a:lnTo>
                  <a:pt x="35" y="1049"/>
                </a:lnTo>
                <a:lnTo>
                  <a:pt x="36" y="1049"/>
                </a:lnTo>
                <a:lnTo>
                  <a:pt x="37" y="1047"/>
                </a:lnTo>
                <a:lnTo>
                  <a:pt x="38" y="1047"/>
                </a:lnTo>
                <a:lnTo>
                  <a:pt x="37" y="1047"/>
                </a:lnTo>
                <a:lnTo>
                  <a:pt x="36" y="1045"/>
                </a:lnTo>
                <a:lnTo>
                  <a:pt x="36" y="1047"/>
                </a:lnTo>
                <a:lnTo>
                  <a:pt x="36" y="1048"/>
                </a:lnTo>
                <a:lnTo>
                  <a:pt x="35" y="1048"/>
                </a:lnTo>
                <a:lnTo>
                  <a:pt x="35" y="1047"/>
                </a:lnTo>
                <a:lnTo>
                  <a:pt x="36" y="1046"/>
                </a:lnTo>
                <a:lnTo>
                  <a:pt x="36" y="1045"/>
                </a:lnTo>
                <a:lnTo>
                  <a:pt x="35" y="1044"/>
                </a:lnTo>
                <a:lnTo>
                  <a:pt x="35" y="1043"/>
                </a:lnTo>
                <a:lnTo>
                  <a:pt x="35" y="1042"/>
                </a:lnTo>
                <a:lnTo>
                  <a:pt x="34" y="1041"/>
                </a:lnTo>
                <a:lnTo>
                  <a:pt x="33" y="1039"/>
                </a:lnTo>
                <a:lnTo>
                  <a:pt x="33" y="1038"/>
                </a:lnTo>
                <a:lnTo>
                  <a:pt x="32" y="1038"/>
                </a:lnTo>
                <a:lnTo>
                  <a:pt x="32" y="1037"/>
                </a:lnTo>
                <a:lnTo>
                  <a:pt x="31" y="1037"/>
                </a:lnTo>
                <a:lnTo>
                  <a:pt x="31" y="1036"/>
                </a:lnTo>
                <a:lnTo>
                  <a:pt x="30" y="1035"/>
                </a:lnTo>
                <a:lnTo>
                  <a:pt x="30" y="1034"/>
                </a:lnTo>
                <a:lnTo>
                  <a:pt x="29" y="1034"/>
                </a:lnTo>
                <a:lnTo>
                  <a:pt x="28" y="1033"/>
                </a:lnTo>
                <a:lnTo>
                  <a:pt x="28" y="1032"/>
                </a:lnTo>
                <a:lnTo>
                  <a:pt x="27" y="1032"/>
                </a:lnTo>
                <a:lnTo>
                  <a:pt x="26" y="1031"/>
                </a:lnTo>
                <a:lnTo>
                  <a:pt x="25" y="1031"/>
                </a:lnTo>
                <a:lnTo>
                  <a:pt x="24" y="1031"/>
                </a:lnTo>
                <a:lnTo>
                  <a:pt x="24" y="1030"/>
                </a:lnTo>
                <a:lnTo>
                  <a:pt x="23" y="1030"/>
                </a:lnTo>
                <a:lnTo>
                  <a:pt x="23" y="1031"/>
                </a:lnTo>
                <a:lnTo>
                  <a:pt x="22" y="1031"/>
                </a:lnTo>
                <a:lnTo>
                  <a:pt x="22" y="1032"/>
                </a:lnTo>
                <a:lnTo>
                  <a:pt x="22" y="1033"/>
                </a:lnTo>
                <a:lnTo>
                  <a:pt x="21" y="1032"/>
                </a:lnTo>
                <a:lnTo>
                  <a:pt x="20" y="1032"/>
                </a:lnTo>
                <a:lnTo>
                  <a:pt x="19" y="1032"/>
                </a:lnTo>
                <a:lnTo>
                  <a:pt x="18" y="1032"/>
                </a:lnTo>
                <a:lnTo>
                  <a:pt x="18" y="1031"/>
                </a:lnTo>
                <a:lnTo>
                  <a:pt x="19" y="1031"/>
                </a:lnTo>
                <a:lnTo>
                  <a:pt x="19" y="1030"/>
                </a:lnTo>
                <a:lnTo>
                  <a:pt x="19" y="1029"/>
                </a:lnTo>
                <a:lnTo>
                  <a:pt x="18" y="1029"/>
                </a:lnTo>
                <a:lnTo>
                  <a:pt x="18" y="1027"/>
                </a:lnTo>
                <a:lnTo>
                  <a:pt x="17" y="1025"/>
                </a:lnTo>
                <a:lnTo>
                  <a:pt x="17" y="1024"/>
                </a:lnTo>
                <a:lnTo>
                  <a:pt x="18" y="1023"/>
                </a:lnTo>
                <a:lnTo>
                  <a:pt x="20" y="1023"/>
                </a:lnTo>
                <a:lnTo>
                  <a:pt x="21" y="1022"/>
                </a:lnTo>
                <a:lnTo>
                  <a:pt x="21" y="1021"/>
                </a:lnTo>
                <a:lnTo>
                  <a:pt x="21" y="1020"/>
                </a:lnTo>
                <a:lnTo>
                  <a:pt x="22" y="1019"/>
                </a:lnTo>
                <a:lnTo>
                  <a:pt x="23" y="1019"/>
                </a:lnTo>
                <a:lnTo>
                  <a:pt x="24" y="1019"/>
                </a:lnTo>
                <a:lnTo>
                  <a:pt x="25" y="1019"/>
                </a:lnTo>
                <a:lnTo>
                  <a:pt x="25" y="1020"/>
                </a:lnTo>
                <a:lnTo>
                  <a:pt x="26" y="1020"/>
                </a:lnTo>
                <a:lnTo>
                  <a:pt x="26" y="1021"/>
                </a:lnTo>
                <a:lnTo>
                  <a:pt x="27" y="1021"/>
                </a:lnTo>
                <a:lnTo>
                  <a:pt x="27" y="1022"/>
                </a:lnTo>
                <a:lnTo>
                  <a:pt x="28" y="1022"/>
                </a:lnTo>
                <a:lnTo>
                  <a:pt x="28" y="1021"/>
                </a:lnTo>
                <a:lnTo>
                  <a:pt x="29" y="1021"/>
                </a:lnTo>
                <a:lnTo>
                  <a:pt x="29" y="1020"/>
                </a:lnTo>
                <a:lnTo>
                  <a:pt x="30" y="1019"/>
                </a:lnTo>
                <a:lnTo>
                  <a:pt x="31" y="1019"/>
                </a:lnTo>
                <a:lnTo>
                  <a:pt x="31" y="1020"/>
                </a:lnTo>
                <a:lnTo>
                  <a:pt x="31" y="1019"/>
                </a:lnTo>
                <a:lnTo>
                  <a:pt x="32" y="1019"/>
                </a:lnTo>
                <a:lnTo>
                  <a:pt x="32" y="1018"/>
                </a:lnTo>
                <a:lnTo>
                  <a:pt x="31" y="1018"/>
                </a:lnTo>
                <a:lnTo>
                  <a:pt x="32" y="1018"/>
                </a:lnTo>
                <a:lnTo>
                  <a:pt x="32" y="1017"/>
                </a:lnTo>
                <a:lnTo>
                  <a:pt x="31" y="1017"/>
                </a:lnTo>
                <a:lnTo>
                  <a:pt x="31" y="1018"/>
                </a:lnTo>
                <a:lnTo>
                  <a:pt x="30" y="1018"/>
                </a:lnTo>
                <a:lnTo>
                  <a:pt x="30" y="1017"/>
                </a:lnTo>
                <a:lnTo>
                  <a:pt x="31" y="1016"/>
                </a:lnTo>
                <a:lnTo>
                  <a:pt x="32" y="1016"/>
                </a:lnTo>
                <a:lnTo>
                  <a:pt x="33" y="1016"/>
                </a:lnTo>
                <a:lnTo>
                  <a:pt x="33" y="1015"/>
                </a:lnTo>
                <a:lnTo>
                  <a:pt x="32" y="1015"/>
                </a:lnTo>
                <a:lnTo>
                  <a:pt x="31" y="1015"/>
                </a:lnTo>
                <a:lnTo>
                  <a:pt x="29" y="1015"/>
                </a:lnTo>
                <a:lnTo>
                  <a:pt x="28" y="1015"/>
                </a:lnTo>
                <a:lnTo>
                  <a:pt x="27" y="1016"/>
                </a:lnTo>
                <a:lnTo>
                  <a:pt x="27" y="1017"/>
                </a:lnTo>
                <a:lnTo>
                  <a:pt x="27" y="1018"/>
                </a:lnTo>
                <a:lnTo>
                  <a:pt x="27" y="1019"/>
                </a:lnTo>
                <a:lnTo>
                  <a:pt x="27" y="1020"/>
                </a:lnTo>
                <a:lnTo>
                  <a:pt x="28" y="1020"/>
                </a:lnTo>
                <a:lnTo>
                  <a:pt x="28" y="1021"/>
                </a:lnTo>
                <a:lnTo>
                  <a:pt x="27" y="1021"/>
                </a:lnTo>
                <a:lnTo>
                  <a:pt x="26" y="1019"/>
                </a:lnTo>
                <a:lnTo>
                  <a:pt x="26" y="1018"/>
                </a:lnTo>
                <a:lnTo>
                  <a:pt x="26" y="1019"/>
                </a:lnTo>
                <a:lnTo>
                  <a:pt x="25" y="1019"/>
                </a:lnTo>
                <a:lnTo>
                  <a:pt x="24" y="1018"/>
                </a:lnTo>
                <a:lnTo>
                  <a:pt x="23" y="1017"/>
                </a:lnTo>
                <a:lnTo>
                  <a:pt x="22" y="1016"/>
                </a:lnTo>
                <a:lnTo>
                  <a:pt x="21" y="1016"/>
                </a:lnTo>
                <a:lnTo>
                  <a:pt x="21" y="1015"/>
                </a:lnTo>
                <a:lnTo>
                  <a:pt x="20" y="1014"/>
                </a:lnTo>
                <a:lnTo>
                  <a:pt x="20" y="1013"/>
                </a:lnTo>
                <a:lnTo>
                  <a:pt x="19" y="1012"/>
                </a:lnTo>
                <a:lnTo>
                  <a:pt x="18" y="1012"/>
                </a:lnTo>
                <a:lnTo>
                  <a:pt x="18" y="1011"/>
                </a:lnTo>
                <a:lnTo>
                  <a:pt x="17" y="1010"/>
                </a:lnTo>
                <a:lnTo>
                  <a:pt x="18" y="1009"/>
                </a:lnTo>
                <a:lnTo>
                  <a:pt x="18" y="1008"/>
                </a:lnTo>
                <a:lnTo>
                  <a:pt x="19" y="1008"/>
                </a:lnTo>
                <a:lnTo>
                  <a:pt x="19" y="1007"/>
                </a:lnTo>
                <a:lnTo>
                  <a:pt x="19" y="1006"/>
                </a:lnTo>
                <a:lnTo>
                  <a:pt x="19" y="1005"/>
                </a:lnTo>
                <a:lnTo>
                  <a:pt x="19" y="1004"/>
                </a:lnTo>
                <a:lnTo>
                  <a:pt x="20" y="1004"/>
                </a:lnTo>
                <a:lnTo>
                  <a:pt x="20" y="1003"/>
                </a:lnTo>
                <a:lnTo>
                  <a:pt x="20" y="1001"/>
                </a:lnTo>
                <a:lnTo>
                  <a:pt x="20" y="1000"/>
                </a:lnTo>
                <a:lnTo>
                  <a:pt x="20" y="998"/>
                </a:lnTo>
                <a:lnTo>
                  <a:pt x="19" y="997"/>
                </a:lnTo>
                <a:lnTo>
                  <a:pt x="19" y="996"/>
                </a:lnTo>
                <a:lnTo>
                  <a:pt x="18" y="996"/>
                </a:lnTo>
                <a:lnTo>
                  <a:pt x="15" y="997"/>
                </a:lnTo>
                <a:lnTo>
                  <a:pt x="16" y="997"/>
                </a:lnTo>
                <a:lnTo>
                  <a:pt x="16" y="998"/>
                </a:lnTo>
                <a:lnTo>
                  <a:pt x="15" y="998"/>
                </a:lnTo>
                <a:lnTo>
                  <a:pt x="14" y="998"/>
                </a:lnTo>
                <a:lnTo>
                  <a:pt x="14" y="997"/>
                </a:lnTo>
                <a:lnTo>
                  <a:pt x="13" y="997"/>
                </a:lnTo>
                <a:lnTo>
                  <a:pt x="13" y="998"/>
                </a:lnTo>
                <a:lnTo>
                  <a:pt x="13" y="999"/>
                </a:lnTo>
                <a:lnTo>
                  <a:pt x="13" y="1000"/>
                </a:lnTo>
                <a:lnTo>
                  <a:pt x="13" y="999"/>
                </a:lnTo>
                <a:lnTo>
                  <a:pt x="12" y="999"/>
                </a:lnTo>
                <a:lnTo>
                  <a:pt x="12" y="998"/>
                </a:lnTo>
                <a:lnTo>
                  <a:pt x="11" y="997"/>
                </a:lnTo>
                <a:lnTo>
                  <a:pt x="11" y="996"/>
                </a:lnTo>
                <a:lnTo>
                  <a:pt x="10" y="996"/>
                </a:lnTo>
                <a:lnTo>
                  <a:pt x="10" y="995"/>
                </a:lnTo>
                <a:lnTo>
                  <a:pt x="9" y="994"/>
                </a:lnTo>
                <a:lnTo>
                  <a:pt x="8" y="993"/>
                </a:lnTo>
                <a:lnTo>
                  <a:pt x="8" y="992"/>
                </a:lnTo>
                <a:lnTo>
                  <a:pt x="7" y="992"/>
                </a:lnTo>
                <a:lnTo>
                  <a:pt x="6" y="991"/>
                </a:lnTo>
                <a:lnTo>
                  <a:pt x="6" y="990"/>
                </a:lnTo>
                <a:lnTo>
                  <a:pt x="5" y="989"/>
                </a:lnTo>
                <a:lnTo>
                  <a:pt x="4" y="989"/>
                </a:lnTo>
                <a:lnTo>
                  <a:pt x="4" y="988"/>
                </a:lnTo>
                <a:lnTo>
                  <a:pt x="3" y="987"/>
                </a:lnTo>
                <a:lnTo>
                  <a:pt x="2" y="986"/>
                </a:lnTo>
                <a:lnTo>
                  <a:pt x="2" y="985"/>
                </a:lnTo>
                <a:lnTo>
                  <a:pt x="2" y="984"/>
                </a:lnTo>
                <a:lnTo>
                  <a:pt x="2" y="983"/>
                </a:lnTo>
                <a:lnTo>
                  <a:pt x="1" y="983"/>
                </a:lnTo>
                <a:lnTo>
                  <a:pt x="1" y="982"/>
                </a:lnTo>
                <a:lnTo>
                  <a:pt x="1" y="981"/>
                </a:lnTo>
                <a:lnTo>
                  <a:pt x="0" y="979"/>
                </a:lnTo>
                <a:lnTo>
                  <a:pt x="0" y="978"/>
                </a:lnTo>
                <a:lnTo>
                  <a:pt x="0" y="977"/>
                </a:lnTo>
                <a:lnTo>
                  <a:pt x="0" y="974"/>
                </a:lnTo>
                <a:lnTo>
                  <a:pt x="0" y="973"/>
                </a:lnTo>
                <a:lnTo>
                  <a:pt x="0" y="972"/>
                </a:lnTo>
                <a:lnTo>
                  <a:pt x="0" y="971"/>
                </a:lnTo>
                <a:lnTo>
                  <a:pt x="0" y="970"/>
                </a:lnTo>
                <a:lnTo>
                  <a:pt x="0" y="969"/>
                </a:lnTo>
                <a:lnTo>
                  <a:pt x="0" y="968"/>
                </a:lnTo>
                <a:lnTo>
                  <a:pt x="1" y="968"/>
                </a:lnTo>
                <a:lnTo>
                  <a:pt x="2" y="968"/>
                </a:lnTo>
                <a:lnTo>
                  <a:pt x="3" y="968"/>
                </a:lnTo>
                <a:lnTo>
                  <a:pt x="3" y="967"/>
                </a:lnTo>
                <a:lnTo>
                  <a:pt x="2" y="967"/>
                </a:lnTo>
                <a:lnTo>
                  <a:pt x="2" y="968"/>
                </a:lnTo>
                <a:lnTo>
                  <a:pt x="1" y="968"/>
                </a:lnTo>
                <a:lnTo>
                  <a:pt x="1" y="967"/>
                </a:lnTo>
                <a:lnTo>
                  <a:pt x="1" y="966"/>
                </a:lnTo>
                <a:lnTo>
                  <a:pt x="2" y="966"/>
                </a:lnTo>
                <a:lnTo>
                  <a:pt x="2" y="965"/>
                </a:lnTo>
                <a:lnTo>
                  <a:pt x="2" y="964"/>
                </a:lnTo>
                <a:lnTo>
                  <a:pt x="2" y="963"/>
                </a:lnTo>
                <a:lnTo>
                  <a:pt x="2" y="962"/>
                </a:lnTo>
                <a:lnTo>
                  <a:pt x="3" y="962"/>
                </a:lnTo>
                <a:lnTo>
                  <a:pt x="3" y="961"/>
                </a:lnTo>
                <a:lnTo>
                  <a:pt x="3" y="960"/>
                </a:lnTo>
                <a:lnTo>
                  <a:pt x="3" y="959"/>
                </a:lnTo>
                <a:lnTo>
                  <a:pt x="3" y="958"/>
                </a:lnTo>
                <a:lnTo>
                  <a:pt x="4" y="957"/>
                </a:lnTo>
                <a:lnTo>
                  <a:pt x="4" y="956"/>
                </a:lnTo>
                <a:lnTo>
                  <a:pt x="5" y="956"/>
                </a:lnTo>
                <a:lnTo>
                  <a:pt x="6" y="956"/>
                </a:lnTo>
                <a:lnTo>
                  <a:pt x="6" y="955"/>
                </a:lnTo>
                <a:lnTo>
                  <a:pt x="6" y="954"/>
                </a:lnTo>
                <a:lnTo>
                  <a:pt x="6" y="953"/>
                </a:lnTo>
                <a:lnTo>
                  <a:pt x="7" y="952"/>
                </a:lnTo>
                <a:lnTo>
                  <a:pt x="7" y="951"/>
                </a:lnTo>
                <a:lnTo>
                  <a:pt x="7" y="950"/>
                </a:lnTo>
                <a:lnTo>
                  <a:pt x="7" y="949"/>
                </a:lnTo>
                <a:lnTo>
                  <a:pt x="7" y="947"/>
                </a:lnTo>
                <a:lnTo>
                  <a:pt x="7" y="946"/>
                </a:lnTo>
                <a:lnTo>
                  <a:pt x="7" y="945"/>
                </a:lnTo>
                <a:lnTo>
                  <a:pt x="6" y="944"/>
                </a:lnTo>
                <a:lnTo>
                  <a:pt x="4" y="941"/>
                </a:lnTo>
                <a:lnTo>
                  <a:pt x="4" y="940"/>
                </a:lnTo>
                <a:lnTo>
                  <a:pt x="3" y="940"/>
                </a:lnTo>
                <a:lnTo>
                  <a:pt x="1" y="937"/>
                </a:lnTo>
                <a:lnTo>
                  <a:pt x="0" y="936"/>
                </a:lnTo>
                <a:lnTo>
                  <a:pt x="0" y="935"/>
                </a:lnTo>
                <a:lnTo>
                  <a:pt x="0" y="934"/>
                </a:lnTo>
                <a:lnTo>
                  <a:pt x="1" y="932"/>
                </a:lnTo>
                <a:lnTo>
                  <a:pt x="3" y="929"/>
                </a:lnTo>
                <a:lnTo>
                  <a:pt x="6" y="925"/>
                </a:lnTo>
                <a:lnTo>
                  <a:pt x="8" y="923"/>
                </a:lnTo>
                <a:lnTo>
                  <a:pt x="9" y="922"/>
                </a:lnTo>
                <a:lnTo>
                  <a:pt x="9" y="921"/>
                </a:lnTo>
                <a:lnTo>
                  <a:pt x="10" y="921"/>
                </a:lnTo>
                <a:lnTo>
                  <a:pt x="10" y="920"/>
                </a:lnTo>
                <a:lnTo>
                  <a:pt x="11" y="920"/>
                </a:lnTo>
                <a:lnTo>
                  <a:pt x="12" y="920"/>
                </a:lnTo>
                <a:lnTo>
                  <a:pt x="12" y="921"/>
                </a:lnTo>
                <a:lnTo>
                  <a:pt x="11" y="921"/>
                </a:lnTo>
                <a:lnTo>
                  <a:pt x="11" y="922"/>
                </a:lnTo>
                <a:lnTo>
                  <a:pt x="12" y="923"/>
                </a:lnTo>
                <a:lnTo>
                  <a:pt x="12" y="924"/>
                </a:lnTo>
                <a:lnTo>
                  <a:pt x="13" y="925"/>
                </a:lnTo>
                <a:lnTo>
                  <a:pt x="13" y="926"/>
                </a:lnTo>
                <a:lnTo>
                  <a:pt x="14" y="926"/>
                </a:lnTo>
                <a:lnTo>
                  <a:pt x="15" y="926"/>
                </a:lnTo>
                <a:lnTo>
                  <a:pt x="16" y="927"/>
                </a:lnTo>
                <a:lnTo>
                  <a:pt x="17" y="927"/>
                </a:lnTo>
                <a:lnTo>
                  <a:pt x="17" y="926"/>
                </a:lnTo>
                <a:lnTo>
                  <a:pt x="16" y="926"/>
                </a:lnTo>
                <a:lnTo>
                  <a:pt x="15" y="926"/>
                </a:lnTo>
                <a:lnTo>
                  <a:pt x="14" y="925"/>
                </a:lnTo>
                <a:lnTo>
                  <a:pt x="13" y="925"/>
                </a:lnTo>
                <a:lnTo>
                  <a:pt x="14" y="925"/>
                </a:lnTo>
                <a:lnTo>
                  <a:pt x="14" y="924"/>
                </a:lnTo>
                <a:lnTo>
                  <a:pt x="13" y="924"/>
                </a:lnTo>
                <a:lnTo>
                  <a:pt x="13" y="923"/>
                </a:lnTo>
                <a:lnTo>
                  <a:pt x="12" y="923"/>
                </a:lnTo>
                <a:lnTo>
                  <a:pt x="12" y="922"/>
                </a:lnTo>
                <a:lnTo>
                  <a:pt x="12" y="921"/>
                </a:lnTo>
                <a:lnTo>
                  <a:pt x="13" y="921"/>
                </a:lnTo>
                <a:lnTo>
                  <a:pt x="13" y="920"/>
                </a:lnTo>
                <a:lnTo>
                  <a:pt x="14" y="920"/>
                </a:lnTo>
                <a:lnTo>
                  <a:pt x="15" y="920"/>
                </a:lnTo>
                <a:lnTo>
                  <a:pt x="15" y="919"/>
                </a:lnTo>
                <a:lnTo>
                  <a:pt x="16" y="918"/>
                </a:lnTo>
                <a:lnTo>
                  <a:pt x="16" y="917"/>
                </a:lnTo>
                <a:lnTo>
                  <a:pt x="17" y="917"/>
                </a:lnTo>
                <a:lnTo>
                  <a:pt x="17" y="916"/>
                </a:lnTo>
                <a:lnTo>
                  <a:pt x="18" y="914"/>
                </a:lnTo>
                <a:lnTo>
                  <a:pt x="18" y="912"/>
                </a:lnTo>
                <a:lnTo>
                  <a:pt x="18" y="911"/>
                </a:lnTo>
                <a:lnTo>
                  <a:pt x="18" y="909"/>
                </a:lnTo>
                <a:lnTo>
                  <a:pt x="18" y="908"/>
                </a:lnTo>
                <a:lnTo>
                  <a:pt x="18" y="907"/>
                </a:lnTo>
                <a:lnTo>
                  <a:pt x="18" y="906"/>
                </a:lnTo>
                <a:lnTo>
                  <a:pt x="17" y="906"/>
                </a:lnTo>
                <a:lnTo>
                  <a:pt x="17" y="905"/>
                </a:lnTo>
                <a:lnTo>
                  <a:pt x="17" y="904"/>
                </a:lnTo>
                <a:lnTo>
                  <a:pt x="16" y="904"/>
                </a:lnTo>
                <a:lnTo>
                  <a:pt x="16" y="903"/>
                </a:lnTo>
                <a:lnTo>
                  <a:pt x="17" y="903"/>
                </a:lnTo>
                <a:lnTo>
                  <a:pt x="17" y="901"/>
                </a:lnTo>
                <a:lnTo>
                  <a:pt x="18" y="901"/>
                </a:lnTo>
                <a:lnTo>
                  <a:pt x="18" y="900"/>
                </a:lnTo>
                <a:lnTo>
                  <a:pt x="18" y="899"/>
                </a:lnTo>
                <a:lnTo>
                  <a:pt x="18" y="898"/>
                </a:lnTo>
                <a:lnTo>
                  <a:pt x="17" y="898"/>
                </a:lnTo>
                <a:lnTo>
                  <a:pt x="17" y="897"/>
                </a:lnTo>
                <a:lnTo>
                  <a:pt x="17" y="895"/>
                </a:lnTo>
                <a:lnTo>
                  <a:pt x="17" y="894"/>
                </a:lnTo>
                <a:lnTo>
                  <a:pt x="17" y="893"/>
                </a:lnTo>
                <a:lnTo>
                  <a:pt x="16" y="893"/>
                </a:lnTo>
                <a:lnTo>
                  <a:pt x="16" y="892"/>
                </a:lnTo>
                <a:lnTo>
                  <a:pt x="16" y="891"/>
                </a:lnTo>
                <a:lnTo>
                  <a:pt x="15" y="890"/>
                </a:lnTo>
                <a:lnTo>
                  <a:pt x="14" y="889"/>
                </a:lnTo>
                <a:lnTo>
                  <a:pt x="14" y="888"/>
                </a:lnTo>
                <a:lnTo>
                  <a:pt x="15" y="888"/>
                </a:lnTo>
                <a:lnTo>
                  <a:pt x="16" y="887"/>
                </a:lnTo>
                <a:lnTo>
                  <a:pt x="17" y="887"/>
                </a:lnTo>
                <a:lnTo>
                  <a:pt x="17" y="888"/>
                </a:lnTo>
                <a:lnTo>
                  <a:pt x="18" y="889"/>
                </a:lnTo>
                <a:lnTo>
                  <a:pt x="18" y="890"/>
                </a:lnTo>
                <a:lnTo>
                  <a:pt x="19" y="890"/>
                </a:lnTo>
                <a:lnTo>
                  <a:pt x="20" y="890"/>
                </a:lnTo>
                <a:lnTo>
                  <a:pt x="20" y="891"/>
                </a:lnTo>
                <a:lnTo>
                  <a:pt x="21" y="891"/>
                </a:lnTo>
                <a:lnTo>
                  <a:pt x="21" y="890"/>
                </a:lnTo>
                <a:lnTo>
                  <a:pt x="20" y="890"/>
                </a:lnTo>
                <a:lnTo>
                  <a:pt x="20" y="889"/>
                </a:lnTo>
                <a:lnTo>
                  <a:pt x="20" y="888"/>
                </a:lnTo>
                <a:lnTo>
                  <a:pt x="21" y="888"/>
                </a:lnTo>
                <a:lnTo>
                  <a:pt x="22" y="887"/>
                </a:lnTo>
                <a:lnTo>
                  <a:pt x="23" y="887"/>
                </a:lnTo>
                <a:lnTo>
                  <a:pt x="24" y="887"/>
                </a:lnTo>
                <a:lnTo>
                  <a:pt x="26" y="887"/>
                </a:lnTo>
                <a:lnTo>
                  <a:pt x="27" y="887"/>
                </a:lnTo>
                <a:lnTo>
                  <a:pt x="28" y="888"/>
                </a:lnTo>
                <a:lnTo>
                  <a:pt x="28" y="887"/>
                </a:lnTo>
                <a:lnTo>
                  <a:pt x="29" y="887"/>
                </a:lnTo>
                <a:lnTo>
                  <a:pt x="33" y="885"/>
                </a:lnTo>
                <a:lnTo>
                  <a:pt x="35" y="885"/>
                </a:lnTo>
                <a:lnTo>
                  <a:pt x="37" y="885"/>
                </a:lnTo>
                <a:lnTo>
                  <a:pt x="39" y="885"/>
                </a:lnTo>
                <a:lnTo>
                  <a:pt x="40" y="885"/>
                </a:lnTo>
                <a:lnTo>
                  <a:pt x="41" y="885"/>
                </a:lnTo>
                <a:lnTo>
                  <a:pt x="44" y="885"/>
                </a:lnTo>
                <a:lnTo>
                  <a:pt x="44" y="884"/>
                </a:lnTo>
                <a:lnTo>
                  <a:pt x="43" y="883"/>
                </a:lnTo>
                <a:lnTo>
                  <a:pt x="42" y="882"/>
                </a:lnTo>
                <a:lnTo>
                  <a:pt x="41" y="882"/>
                </a:lnTo>
                <a:lnTo>
                  <a:pt x="41" y="881"/>
                </a:lnTo>
                <a:lnTo>
                  <a:pt x="41" y="880"/>
                </a:lnTo>
                <a:lnTo>
                  <a:pt x="41" y="879"/>
                </a:lnTo>
                <a:lnTo>
                  <a:pt x="41" y="878"/>
                </a:lnTo>
                <a:lnTo>
                  <a:pt x="42" y="878"/>
                </a:lnTo>
                <a:lnTo>
                  <a:pt x="43" y="875"/>
                </a:lnTo>
                <a:lnTo>
                  <a:pt x="42" y="874"/>
                </a:lnTo>
                <a:lnTo>
                  <a:pt x="42" y="873"/>
                </a:lnTo>
                <a:lnTo>
                  <a:pt x="43" y="873"/>
                </a:lnTo>
                <a:lnTo>
                  <a:pt x="44" y="873"/>
                </a:lnTo>
                <a:lnTo>
                  <a:pt x="45" y="873"/>
                </a:lnTo>
                <a:lnTo>
                  <a:pt x="46" y="871"/>
                </a:lnTo>
                <a:lnTo>
                  <a:pt x="47" y="870"/>
                </a:lnTo>
                <a:lnTo>
                  <a:pt x="47" y="869"/>
                </a:lnTo>
                <a:lnTo>
                  <a:pt x="46" y="869"/>
                </a:lnTo>
                <a:lnTo>
                  <a:pt x="45" y="869"/>
                </a:lnTo>
                <a:lnTo>
                  <a:pt x="45" y="870"/>
                </a:lnTo>
                <a:lnTo>
                  <a:pt x="44" y="870"/>
                </a:lnTo>
                <a:lnTo>
                  <a:pt x="44" y="869"/>
                </a:lnTo>
                <a:lnTo>
                  <a:pt x="43" y="869"/>
                </a:lnTo>
                <a:lnTo>
                  <a:pt x="43" y="868"/>
                </a:lnTo>
                <a:lnTo>
                  <a:pt x="44" y="868"/>
                </a:lnTo>
                <a:lnTo>
                  <a:pt x="44" y="867"/>
                </a:lnTo>
                <a:lnTo>
                  <a:pt x="43" y="868"/>
                </a:lnTo>
                <a:lnTo>
                  <a:pt x="43" y="867"/>
                </a:lnTo>
                <a:lnTo>
                  <a:pt x="43" y="866"/>
                </a:lnTo>
                <a:lnTo>
                  <a:pt x="42" y="866"/>
                </a:lnTo>
                <a:lnTo>
                  <a:pt x="42" y="865"/>
                </a:lnTo>
                <a:lnTo>
                  <a:pt x="42" y="864"/>
                </a:lnTo>
                <a:lnTo>
                  <a:pt x="43" y="864"/>
                </a:lnTo>
                <a:lnTo>
                  <a:pt x="43" y="863"/>
                </a:lnTo>
                <a:lnTo>
                  <a:pt x="44" y="863"/>
                </a:lnTo>
                <a:lnTo>
                  <a:pt x="44" y="862"/>
                </a:lnTo>
                <a:lnTo>
                  <a:pt x="43" y="862"/>
                </a:lnTo>
                <a:lnTo>
                  <a:pt x="41" y="864"/>
                </a:lnTo>
                <a:lnTo>
                  <a:pt x="40" y="864"/>
                </a:lnTo>
                <a:lnTo>
                  <a:pt x="40" y="865"/>
                </a:lnTo>
                <a:lnTo>
                  <a:pt x="39" y="865"/>
                </a:lnTo>
                <a:lnTo>
                  <a:pt x="38" y="865"/>
                </a:lnTo>
                <a:lnTo>
                  <a:pt x="37" y="866"/>
                </a:lnTo>
                <a:lnTo>
                  <a:pt x="36" y="866"/>
                </a:lnTo>
                <a:lnTo>
                  <a:pt x="35" y="866"/>
                </a:lnTo>
                <a:lnTo>
                  <a:pt x="33" y="866"/>
                </a:lnTo>
                <a:lnTo>
                  <a:pt x="32" y="866"/>
                </a:lnTo>
                <a:lnTo>
                  <a:pt x="31" y="867"/>
                </a:lnTo>
                <a:lnTo>
                  <a:pt x="28" y="867"/>
                </a:lnTo>
                <a:lnTo>
                  <a:pt x="26" y="867"/>
                </a:lnTo>
                <a:lnTo>
                  <a:pt x="26" y="866"/>
                </a:lnTo>
                <a:lnTo>
                  <a:pt x="25" y="866"/>
                </a:lnTo>
                <a:lnTo>
                  <a:pt x="24" y="866"/>
                </a:lnTo>
                <a:lnTo>
                  <a:pt x="23" y="866"/>
                </a:lnTo>
                <a:lnTo>
                  <a:pt x="22" y="865"/>
                </a:lnTo>
                <a:lnTo>
                  <a:pt x="21" y="865"/>
                </a:lnTo>
                <a:lnTo>
                  <a:pt x="21" y="864"/>
                </a:lnTo>
                <a:lnTo>
                  <a:pt x="19" y="863"/>
                </a:lnTo>
                <a:lnTo>
                  <a:pt x="20" y="863"/>
                </a:lnTo>
                <a:lnTo>
                  <a:pt x="20" y="862"/>
                </a:lnTo>
                <a:lnTo>
                  <a:pt x="20" y="860"/>
                </a:lnTo>
                <a:lnTo>
                  <a:pt x="20" y="859"/>
                </a:lnTo>
                <a:lnTo>
                  <a:pt x="20" y="858"/>
                </a:lnTo>
                <a:lnTo>
                  <a:pt x="19" y="857"/>
                </a:lnTo>
                <a:lnTo>
                  <a:pt x="19" y="856"/>
                </a:lnTo>
                <a:lnTo>
                  <a:pt x="18" y="855"/>
                </a:lnTo>
                <a:lnTo>
                  <a:pt x="18" y="854"/>
                </a:lnTo>
                <a:lnTo>
                  <a:pt x="18" y="853"/>
                </a:lnTo>
                <a:lnTo>
                  <a:pt x="19" y="853"/>
                </a:lnTo>
                <a:lnTo>
                  <a:pt x="18" y="853"/>
                </a:lnTo>
                <a:lnTo>
                  <a:pt x="18" y="852"/>
                </a:lnTo>
                <a:lnTo>
                  <a:pt x="19" y="852"/>
                </a:lnTo>
                <a:lnTo>
                  <a:pt x="19" y="851"/>
                </a:lnTo>
                <a:lnTo>
                  <a:pt x="18" y="851"/>
                </a:lnTo>
                <a:lnTo>
                  <a:pt x="17" y="851"/>
                </a:lnTo>
                <a:lnTo>
                  <a:pt x="16" y="851"/>
                </a:lnTo>
                <a:lnTo>
                  <a:pt x="14" y="849"/>
                </a:lnTo>
                <a:lnTo>
                  <a:pt x="14" y="848"/>
                </a:lnTo>
                <a:lnTo>
                  <a:pt x="14" y="847"/>
                </a:lnTo>
                <a:lnTo>
                  <a:pt x="13" y="847"/>
                </a:lnTo>
                <a:lnTo>
                  <a:pt x="13" y="846"/>
                </a:lnTo>
                <a:lnTo>
                  <a:pt x="13" y="845"/>
                </a:lnTo>
                <a:lnTo>
                  <a:pt x="13" y="844"/>
                </a:lnTo>
                <a:lnTo>
                  <a:pt x="14" y="844"/>
                </a:lnTo>
                <a:lnTo>
                  <a:pt x="15" y="844"/>
                </a:lnTo>
                <a:lnTo>
                  <a:pt x="15" y="843"/>
                </a:lnTo>
                <a:lnTo>
                  <a:pt x="15" y="842"/>
                </a:lnTo>
                <a:lnTo>
                  <a:pt x="15" y="843"/>
                </a:lnTo>
                <a:lnTo>
                  <a:pt x="14" y="843"/>
                </a:lnTo>
                <a:lnTo>
                  <a:pt x="13" y="843"/>
                </a:lnTo>
                <a:lnTo>
                  <a:pt x="13" y="844"/>
                </a:lnTo>
                <a:lnTo>
                  <a:pt x="12" y="844"/>
                </a:lnTo>
                <a:lnTo>
                  <a:pt x="11" y="844"/>
                </a:lnTo>
                <a:lnTo>
                  <a:pt x="11" y="843"/>
                </a:lnTo>
                <a:lnTo>
                  <a:pt x="11" y="842"/>
                </a:lnTo>
                <a:lnTo>
                  <a:pt x="10" y="842"/>
                </a:lnTo>
                <a:lnTo>
                  <a:pt x="10" y="843"/>
                </a:lnTo>
                <a:lnTo>
                  <a:pt x="10" y="841"/>
                </a:lnTo>
                <a:lnTo>
                  <a:pt x="9" y="838"/>
                </a:lnTo>
                <a:lnTo>
                  <a:pt x="8" y="837"/>
                </a:lnTo>
                <a:lnTo>
                  <a:pt x="8" y="834"/>
                </a:lnTo>
                <a:lnTo>
                  <a:pt x="8" y="833"/>
                </a:lnTo>
                <a:lnTo>
                  <a:pt x="9" y="832"/>
                </a:lnTo>
                <a:lnTo>
                  <a:pt x="10" y="832"/>
                </a:lnTo>
                <a:lnTo>
                  <a:pt x="10" y="830"/>
                </a:lnTo>
                <a:lnTo>
                  <a:pt x="10" y="829"/>
                </a:lnTo>
                <a:lnTo>
                  <a:pt x="11" y="827"/>
                </a:lnTo>
                <a:lnTo>
                  <a:pt x="12" y="826"/>
                </a:lnTo>
                <a:lnTo>
                  <a:pt x="11" y="825"/>
                </a:lnTo>
                <a:lnTo>
                  <a:pt x="11" y="824"/>
                </a:lnTo>
                <a:lnTo>
                  <a:pt x="12" y="823"/>
                </a:lnTo>
                <a:lnTo>
                  <a:pt x="13" y="822"/>
                </a:lnTo>
                <a:lnTo>
                  <a:pt x="14" y="823"/>
                </a:lnTo>
                <a:lnTo>
                  <a:pt x="14" y="824"/>
                </a:lnTo>
                <a:lnTo>
                  <a:pt x="14" y="825"/>
                </a:lnTo>
                <a:lnTo>
                  <a:pt x="15" y="828"/>
                </a:lnTo>
                <a:lnTo>
                  <a:pt x="16" y="829"/>
                </a:lnTo>
                <a:lnTo>
                  <a:pt x="17" y="831"/>
                </a:lnTo>
                <a:lnTo>
                  <a:pt x="18" y="831"/>
                </a:lnTo>
                <a:lnTo>
                  <a:pt x="19" y="831"/>
                </a:lnTo>
                <a:lnTo>
                  <a:pt x="20" y="831"/>
                </a:lnTo>
                <a:lnTo>
                  <a:pt x="20" y="830"/>
                </a:lnTo>
                <a:lnTo>
                  <a:pt x="20" y="829"/>
                </a:lnTo>
                <a:lnTo>
                  <a:pt x="20" y="828"/>
                </a:lnTo>
                <a:lnTo>
                  <a:pt x="21" y="828"/>
                </a:lnTo>
                <a:lnTo>
                  <a:pt x="22" y="829"/>
                </a:lnTo>
                <a:lnTo>
                  <a:pt x="26" y="829"/>
                </a:lnTo>
                <a:lnTo>
                  <a:pt x="27" y="829"/>
                </a:lnTo>
                <a:lnTo>
                  <a:pt x="27" y="828"/>
                </a:lnTo>
                <a:lnTo>
                  <a:pt x="27" y="827"/>
                </a:lnTo>
                <a:lnTo>
                  <a:pt x="30" y="827"/>
                </a:lnTo>
                <a:lnTo>
                  <a:pt x="32" y="826"/>
                </a:lnTo>
                <a:lnTo>
                  <a:pt x="33" y="825"/>
                </a:lnTo>
                <a:lnTo>
                  <a:pt x="34" y="826"/>
                </a:lnTo>
                <a:lnTo>
                  <a:pt x="37" y="826"/>
                </a:lnTo>
                <a:lnTo>
                  <a:pt x="38" y="825"/>
                </a:lnTo>
                <a:lnTo>
                  <a:pt x="40" y="822"/>
                </a:lnTo>
                <a:lnTo>
                  <a:pt x="40" y="819"/>
                </a:lnTo>
                <a:lnTo>
                  <a:pt x="39" y="819"/>
                </a:lnTo>
                <a:lnTo>
                  <a:pt x="38" y="819"/>
                </a:lnTo>
                <a:lnTo>
                  <a:pt x="38" y="818"/>
                </a:lnTo>
                <a:lnTo>
                  <a:pt x="38" y="817"/>
                </a:lnTo>
                <a:lnTo>
                  <a:pt x="40" y="815"/>
                </a:lnTo>
                <a:lnTo>
                  <a:pt x="41" y="815"/>
                </a:lnTo>
                <a:lnTo>
                  <a:pt x="42" y="814"/>
                </a:lnTo>
                <a:lnTo>
                  <a:pt x="41" y="812"/>
                </a:lnTo>
                <a:lnTo>
                  <a:pt x="41" y="810"/>
                </a:lnTo>
                <a:lnTo>
                  <a:pt x="42" y="809"/>
                </a:lnTo>
                <a:lnTo>
                  <a:pt x="43" y="809"/>
                </a:lnTo>
                <a:lnTo>
                  <a:pt x="44" y="808"/>
                </a:lnTo>
                <a:lnTo>
                  <a:pt x="44" y="807"/>
                </a:lnTo>
                <a:lnTo>
                  <a:pt x="43" y="807"/>
                </a:lnTo>
                <a:lnTo>
                  <a:pt x="43" y="806"/>
                </a:lnTo>
                <a:lnTo>
                  <a:pt x="43" y="805"/>
                </a:lnTo>
                <a:lnTo>
                  <a:pt x="42" y="805"/>
                </a:lnTo>
                <a:lnTo>
                  <a:pt x="43" y="804"/>
                </a:lnTo>
                <a:lnTo>
                  <a:pt x="44" y="802"/>
                </a:lnTo>
                <a:lnTo>
                  <a:pt x="44" y="801"/>
                </a:lnTo>
                <a:lnTo>
                  <a:pt x="43" y="801"/>
                </a:lnTo>
                <a:lnTo>
                  <a:pt x="43" y="800"/>
                </a:lnTo>
                <a:lnTo>
                  <a:pt x="43" y="797"/>
                </a:lnTo>
                <a:lnTo>
                  <a:pt x="43" y="793"/>
                </a:lnTo>
                <a:lnTo>
                  <a:pt x="43" y="792"/>
                </a:lnTo>
                <a:lnTo>
                  <a:pt x="44" y="791"/>
                </a:lnTo>
                <a:lnTo>
                  <a:pt x="45" y="790"/>
                </a:lnTo>
                <a:lnTo>
                  <a:pt x="45" y="788"/>
                </a:lnTo>
                <a:lnTo>
                  <a:pt x="44" y="786"/>
                </a:lnTo>
                <a:lnTo>
                  <a:pt x="44" y="785"/>
                </a:lnTo>
                <a:lnTo>
                  <a:pt x="45" y="785"/>
                </a:lnTo>
                <a:lnTo>
                  <a:pt x="48" y="783"/>
                </a:lnTo>
                <a:lnTo>
                  <a:pt x="49" y="782"/>
                </a:lnTo>
                <a:lnTo>
                  <a:pt x="50" y="782"/>
                </a:lnTo>
                <a:lnTo>
                  <a:pt x="52" y="780"/>
                </a:lnTo>
                <a:lnTo>
                  <a:pt x="52" y="779"/>
                </a:lnTo>
                <a:lnTo>
                  <a:pt x="54" y="778"/>
                </a:lnTo>
                <a:lnTo>
                  <a:pt x="55" y="778"/>
                </a:lnTo>
                <a:lnTo>
                  <a:pt x="55" y="779"/>
                </a:lnTo>
                <a:lnTo>
                  <a:pt x="57" y="780"/>
                </a:lnTo>
                <a:lnTo>
                  <a:pt x="58" y="780"/>
                </a:lnTo>
                <a:lnTo>
                  <a:pt x="59" y="780"/>
                </a:lnTo>
                <a:lnTo>
                  <a:pt x="60" y="780"/>
                </a:lnTo>
                <a:lnTo>
                  <a:pt x="62" y="780"/>
                </a:lnTo>
                <a:lnTo>
                  <a:pt x="63" y="781"/>
                </a:lnTo>
                <a:lnTo>
                  <a:pt x="64" y="782"/>
                </a:lnTo>
                <a:lnTo>
                  <a:pt x="64" y="783"/>
                </a:lnTo>
                <a:lnTo>
                  <a:pt x="65" y="783"/>
                </a:lnTo>
                <a:lnTo>
                  <a:pt x="68" y="782"/>
                </a:lnTo>
                <a:lnTo>
                  <a:pt x="70" y="781"/>
                </a:lnTo>
                <a:lnTo>
                  <a:pt x="71" y="780"/>
                </a:lnTo>
                <a:lnTo>
                  <a:pt x="72" y="778"/>
                </a:lnTo>
                <a:lnTo>
                  <a:pt x="72" y="777"/>
                </a:lnTo>
                <a:lnTo>
                  <a:pt x="72" y="776"/>
                </a:lnTo>
                <a:lnTo>
                  <a:pt x="73" y="776"/>
                </a:lnTo>
                <a:lnTo>
                  <a:pt x="73" y="777"/>
                </a:lnTo>
                <a:lnTo>
                  <a:pt x="73" y="778"/>
                </a:lnTo>
                <a:lnTo>
                  <a:pt x="74" y="780"/>
                </a:lnTo>
                <a:lnTo>
                  <a:pt x="75" y="780"/>
                </a:lnTo>
                <a:lnTo>
                  <a:pt x="75" y="779"/>
                </a:lnTo>
                <a:lnTo>
                  <a:pt x="74" y="778"/>
                </a:lnTo>
                <a:lnTo>
                  <a:pt x="75" y="777"/>
                </a:lnTo>
                <a:lnTo>
                  <a:pt x="77" y="773"/>
                </a:lnTo>
                <a:lnTo>
                  <a:pt x="78" y="773"/>
                </a:lnTo>
                <a:lnTo>
                  <a:pt x="79" y="773"/>
                </a:lnTo>
                <a:lnTo>
                  <a:pt x="80" y="775"/>
                </a:lnTo>
                <a:lnTo>
                  <a:pt x="81" y="776"/>
                </a:lnTo>
                <a:lnTo>
                  <a:pt x="82" y="776"/>
                </a:lnTo>
                <a:lnTo>
                  <a:pt x="83" y="774"/>
                </a:lnTo>
                <a:lnTo>
                  <a:pt x="84" y="774"/>
                </a:lnTo>
                <a:lnTo>
                  <a:pt x="86" y="774"/>
                </a:lnTo>
                <a:lnTo>
                  <a:pt x="88" y="773"/>
                </a:lnTo>
                <a:lnTo>
                  <a:pt x="89" y="773"/>
                </a:lnTo>
                <a:lnTo>
                  <a:pt x="90" y="774"/>
                </a:lnTo>
                <a:lnTo>
                  <a:pt x="91" y="773"/>
                </a:lnTo>
                <a:lnTo>
                  <a:pt x="92" y="773"/>
                </a:lnTo>
                <a:lnTo>
                  <a:pt x="93" y="773"/>
                </a:lnTo>
                <a:lnTo>
                  <a:pt x="95" y="774"/>
                </a:lnTo>
                <a:lnTo>
                  <a:pt x="94" y="775"/>
                </a:lnTo>
                <a:lnTo>
                  <a:pt x="95" y="775"/>
                </a:lnTo>
                <a:lnTo>
                  <a:pt x="97" y="776"/>
                </a:lnTo>
                <a:lnTo>
                  <a:pt x="99" y="777"/>
                </a:lnTo>
                <a:lnTo>
                  <a:pt x="99" y="776"/>
                </a:lnTo>
                <a:lnTo>
                  <a:pt x="103" y="776"/>
                </a:lnTo>
                <a:lnTo>
                  <a:pt x="104" y="776"/>
                </a:lnTo>
                <a:lnTo>
                  <a:pt x="104" y="775"/>
                </a:lnTo>
                <a:lnTo>
                  <a:pt x="105" y="774"/>
                </a:lnTo>
                <a:lnTo>
                  <a:pt x="106" y="773"/>
                </a:lnTo>
                <a:lnTo>
                  <a:pt x="107" y="774"/>
                </a:lnTo>
                <a:lnTo>
                  <a:pt x="108" y="774"/>
                </a:lnTo>
                <a:lnTo>
                  <a:pt x="108" y="773"/>
                </a:lnTo>
                <a:lnTo>
                  <a:pt x="109" y="773"/>
                </a:lnTo>
                <a:lnTo>
                  <a:pt x="109" y="769"/>
                </a:lnTo>
                <a:lnTo>
                  <a:pt x="109" y="768"/>
                </a:lnTo>
                <a:lnTo>
                  <a:pt x="110" y="768"/>
                </a:lnTo>
                <a:lnTo>
                  <a:pt x="111" y="769"/>
                </a:lnTo>
                <a:lnTo>
                  <a:pt x="111" y="770"/>
                </a:lnTo>
                <a:lnTo>
                  <a:pt x="112" y="770"/>
                </a:lnTo>
                <a:lnTo>
                  <a:pt x="113" y="770"/>
                </a:lnTo>
                <a:lnTo>
                  <a:pt x="114" y="770"/>
                </a:lnTo>
                <a:lnTo>
                  <a:pt x="114" y="771"/>
                </a:lnTo>
                <a:lnTo>
                  <a:pt x="115" y="772"/>
                </a:lnTo>
                <a:lnTo>
                  <a:pt x="116" y="773"/>
                </a:lnTo>
                <a:lnTo>
                  <a:pt x="118" y="773"/>
                </a:lnTo>
                <a:lnTo>
                  <a:pt x="118" y="774"/>
                </a:lnTo>
                <a:lnTo>
                  <a:pt x="119" y="774"/>
                </a:lnTo>
                <a:lnTo>
                  <a:pt x="119" y="773"/>
                </a:lnTo>
                <a:lnTo>
                  <a:pt x="120" y="773"/>
                </a:lnTo>
                <a:lnTo>
                  <a:pt x="121" y="773"/>
                </a:lnTo>
                <a:lnTo>
                  <a:pt x="122" y="774"/>
                </a:lnTo>
                <a:lnTo>
                  <a:pt x="122" y="773"/>
                </a:lnTo>
                <a:lnTo>
                  <a:pt x="123" y="773"/>
                </a:lnTo>
                <a:lnTo>
                  <a:pt x="124" y="773"/>
                </a:lnTo>
                <a:lnTo>
                  <a:pt x="125" y="773"/>
                </a:lnTo>
                <a:lnTo>
                  <a:pt x="126" y="773"/>
                </a:lnTo>
                <a:lnTo>
                  <a:pt x="128" y="773"/>
                </a:lnTo>
                <a:lnTo>
                  <a:pt x="129" y="773"/>
                </a:lnTo>
                <a:lnTo>
                  <a:pt x="129" y="772"/>
                </a:lnTo>
                <a:lnTo>
                  <a:pt x="129" y="771"/>
                </a:lnTo>
                <a:lnTo>
                  <a:pt x="129" y="770"/>
                </a:lnTo>
                <a:lnTo>
                  <a:pt x="130" y="769"/>
                </a:lnTo>
                <a:lnTo>
                  <a:pt x="130" y="768"/>
                </a:lnTo>
                <a:lnTo>
                  <a:pt x="129" y="768"/>
                </a:lnTo>
                <a:lnTo>
                  <a:pt x="129" y="767"/>
                </a:lnTo>
                <a:lnTo>
                  <a:pt x="128" y="767"/>
                </a:lnTo>
                <a:lnTo>
                  <a:pt x="128" y="766"/>
                </a:lnTo>
                <a:lnTo>
                  <a:pt x="128" y="765"/>
                </a:lnTo>
                <a:lnTo>
                  <a:pt x="127" y="765"/>
                </a:lnTo>
                <a:lnTo>
                  <a:pt x="126" y="764"/>
                </a:lnTo>
                <a:lnTo>
                  <a:pt x="126" y="765"/>
                </a:lnTo>
                <a:lnTo>
                  <a:pt x="127" y="765"/>
                </a:lnTo>
                <a:lnTo>
                  <a:pt x="126" y="765"/>
                </a:lnTo>
                <a:lnTo>
                  <a:pt x="125" y="764"/>
                </a:lnTo>
                <a:lnTo>
                  <a:pt x="126" y="763"/>
                </a:lnTo>
                <a:lnTo>
                  <a:pt x="127" y="762"/>
                </a:lnTo>
                <a:lnTo>
                  <a:pt x="128" y="761"/>
                </a:lnTo>
                <a:lnTo>
                  <a:pt x="128" y="760"/>
                </a:lnTo>
                <a:lnTo>
                  <a:pt x="127" y="759"/>
                </a:lnTo>
                <a:lnTo>
                  <a:pt x="125" y="757"/>
                </a:lnTo>
                <a:lnTo>
                  <a:pt x="124" y="757"/>
                </a:lnTo>
                <a:lnTo>
                  <a:pt x="121" y="756"/>
                </a:lnTo>
                <a:lnTo>
                  <a:pt x="121" y="755"/>
                </a:lnTo>
                <a:lnTo>
                  <a:pt x="121" y="754"/>
                </a:lnTo>
                <a:lnTo>
                  <a:pt x="122" y="754"/>
                </a:lnTo>
                <a:lnTo>
                  <a:pt x="122" y="753"/>
                </a:lnTo>
                <a:lnTo>
                  <a:pt x="122" y="750"/>
                </a:lnTo>
                <a:lnTo>
                  <a:pt x="122" y="749"/>
                </a:lnTo>
                <a:lnTo>
                  <a:pt x="121" y="747"/>
                </a:lnTo>
                <a:lnTo>
                  <a:pt x="120" y="745"/>
                </a:lnTo>
                <a:lnTo>
                  <a:pt x="119" y="743"/>
                </a:lnTo>
                <a:lnTo>
                  <a:pt x="119" y="742"/>
                </a:lnTo>
                <a:lnTo>
                  <a:pt x="120" y="742"/>
                </a:lnTo>
                <a:lnTo>
                  <a:pt x="120" y="740"/>
                </a:lnTo>
                <a:lnTo>
                  <a:pt x="120" y="738"/>
                </a:lnTo>
                <a:lnTo>
                  <a:pt x="120" y="737"/>
                </a:lnTo>
                <a:lnTo>
                  <a:pt x="121" y="736"/>
                </a:lnTo>
                <a:lnTo>
                  <a:pt x="121" y="734"/>
                </a:lnTo>
                <a:lnTo>
                  <a:pt x="120" y="734"/>
                </a:lnTo>
                <a:lnTo>
                  <a:pt x="119" y="733"/>
                </a:lnTo>
                <a:lnTo>
                  <a:pt x="119" y="731"/>
                </a:lnTo>
                <a:lnTo>
                  <a:pt x="120" y="731"/>
                </a:lnTo>
                <a:lnTo>
                  <a:pt x="121" y="732"/>
                </a:lnTo>
                <a:lnTo>
                  <a:pt x="122" y="731"/>
                </a:lnTo>
                <a:lnTo>
                  <a:pt x="122" y="730"/>
                </a:lnTo>
                <a:lnTo>
                  <a:pt x="121" y="726"/>
                </a:lnTo>
                <a:lnTo>
                  <a:pt x="121" y="725"/>
                </a:lnTo>
                <a:lnTo>
                  <a:pt x="120" y="724"/>
                </a:lnTo>
                <a:lnTo>
                  <a:pt x="119" y="724"/>
                </a:lnTo>
                <a:lnTo>
                  <a:pt x="118" y="724"/>
                </a:lnTo>
                <a:lnTo>
                  <a:pt x="115" y="722"/>
                </a:lnTo>
                <a:lnTo>
                  <a:pt x="114" y="721"/>
                </a:lnTo>
                <a:lnTo>
                  <a:pt x="114" y="719"/>
                </a:lnTo>
                <a:lnTo>
                  <a:pt x="114" y="718"/>
                </a:lnTo>
                <a:lnTo>
                  <a:pt x="114" y="717"/>
                </a:lnTo>
                <a:lnTo>
                  <a:pt x="116" y="714"/>
                </a:lnTo>
                <a:lnTo>
                  <a:pt x="117" y="712"/>
                </a:lnTo>
                <a:lnTo>
                  <a:pt x="118" y="711"/>
                </a:lnTo>
                <a:lnTo>
                  <a:pt x="119" y="712"/>
                </a:lnTo>
                <a:lnTo>
                  <a:pt x="120" y="714"/>
                </a:lnTo>
                <a:lnTo>
                  <a:pt x="123" y="717"/>
                </a:lnTo>
                <a:lnTo>
                  <a:pt x="124" y="718"/>
                </a:lnTo>
                <a:lnTo>
                  <a:pt x="125" y="718"/>
                </a:lnTo>
                <a:lnTo>
                  <a:pt x="126" y="717"/>
                </a:lnTo>
                <a:lnTo>
                  <a:pt x="126" y="716"/>
                </a:lnTo>
                <a:lnTo>
                  <a:pt x="126" y="715"/>
                </a:lnTo>
                <a:lnTo>
                  <a:pt x="127" y="713"/>
                </a:lnTo>
                <a:lnTo>
                  <a:pt x="128" y="713"/>
                </a:lnTo>
                <a:lnTo>
                  <a:pt x="129" y="713"/>
                </a:lnTo>
                <a:lnTo>
                  <a:pt x="129" y="712"/>
                </a:lnTo>
                <a:lnTo>
                  <a:pt x="129" y="711"/>
                </a:lnTo>
                <a:lnTo>
                  <a:pt x="129" y="710"/>
                </a:lnTo>
                <a:lnTo>
                  <a:pt x="130" y="709"/>
                </a:lnTo>
                <a:lnTo>
                  <a:pt x="130" y="708"/>
                </a:lnTo>
                <a:lnTo>
                  <a:pt x="131" y="708"/>
                </a:lnTo>
                <a:lnTo>
                  <a:pt x="133" y="709"/>
                </a:lnTo>
                <a:lnTo>
                  <a:pt x="133" y="708"/>
                </a:lnTo>
                <a:lnTo>
                  <a:pt x="137" y="711"/>
                </a:lnTo>
                <a:lnTo>
                  <a:pt x="138" y="712"/>
                </a:lnTo>
                <a:lnTo>
                  <a:pt x="139" y="713"/>
                </a:lnTo>
                <a:lnTo>
                  <a:pt x="139" y="714"/>
                </a:lnTo>
                <a:lnTo>
                  <a:pt x="140" y="715"/>
                </a:lnTo>
                <a:lnTo>
                  <a:pt x="141" y="715"/>
                </a:lnTo>
                <a:lnTo>
                  <a:pt x="142" y="715"/>
                </a:lnTo>
                <a:lnTo>
                  <a:pt x="144" y="718"/>
                </a:lnTo>
                <a:lnTo>
                  <a:pt x="144" y="719"/>
                </a:lnTo>
                <a:lnTo>
                  <a:pt x="145" y="721"/>
                </a:lnTo>
                <a:lnTo>
                  <a:pt x="147" y="721"/>
                </a:lnTo>
                <a:lnTo>
                  <a:pt x="149" y="720"/>
                </a:lnTo>
                <a:lnTo>
                  <a:pt x="151" y="719"/>
                </a:lnTo>
                <a:lnTo>
                  <a:pt x="153" y="718"/>
                </a:lnTo>
                <a:lnTo>
                  <a:pt x="152" y="717"/>
                </a:lnTo>
                <a:lnTo>
                  <a:pt x="152" y="716"/>
                </a:lnTo>
                <a:lnTo>
                  <a:pt x="153" y="715"/>
                </a:lnTo>
                <a:lnTo>
                  <a:pt x="154" y="714"/>
                </a:lnTo>
                <a:lnTo>
                  <a:pt x="155" y="713"/>
                </a:lnTo>
                <a:lnTo>
                  <a:pt x="155" y="712"/>
                </a:lnTo>
                <a:lnTo>
                  <a:pt x="156" y="710"/>
                </a:lnTo>
                <a:lnTo>
                  <a:pt x="158" y="709"/>
                </a:lnTo>
                <a:lnTo>
                  <a:pt x="159" y="709"/>
                </a:lnTo>
                <a:lnTo>
                  <a:pt x="159" y="710"/>
                </a:lnTo>
                <a:lnTo>
                  <a:pt x="163" y="711"/>
                </a:lnTo>
                <a:lnTo>
                  <a:pt x="164" y="711"/>
                </a:lnTo>
                <a:lnTo>
                  <a:pt x="165" y="711"/>
                </a:lnTo>
                <a:lnTo>
                  <a:pt x="166" y="711"/>
                </a:lnTo>
                <a:lnTo>
                  <a:pt x="166" y="712"/>
                </a:lnTo>
                <a:lnTo>
                  <a:pt x="166" y="714"/>
                </a:lnTo>
                <a:lnTo>
                  <a:pt x="166" y="715"/>
                </a:lnTo>
                <a:lnTo>
                  <a:pt x="166" y="716"/>
                </a:lnTo>
                <a:lnTo>
                  <a:pt x="167" y="717"/>
                </a:lnTo>
                <a:lnTo>
                  <a:pt x="168" y="717"/>
                </a:lnTo>
                <a:lnTo>
                  <a:pt x="169" y="716"/>
                </a:lnTo>
                <a:lnTo>
                  <a:pt x="171" y="717"/>
                </a:lnTo>
                <a:lnTo>
                  <a:pt x="172" y="718"/>
                </a:lnTo>
                <a:lnTo>
                  <a:pt x="174" y="717"/>
                </a:lnTo>
                <a:lnTo>
                  <a:pt x="174" y="716"/>
                </a:lnTo>
                <a:lnTo>
                  <a:pt x="177" y="714"/>
                </a:lnTo>
                <a:lnTo>
                  <a:pt x="181" y="713"/>
                </a:lnTo>
                <a:lnTo>
                  <a:pt x="181" y="712"/>
                </a:lnTo>
                <a:lnTo>
                  <a:pt x="180" y="709"/>
                </a:lnTo>
                <a:lnTo>
                  <a:pt x="178" y="707"/>
                </a:lnTo>
                <a:lnTo>
                  <a:pt x="177" y="707"/>
                </a:lnTo>
                <a:lnTo>
                  <a:pt x="176" y="707"/>
                </a:lnTo>
                <a:lnTo>
                  <a:pt x="176" y="706"/>
                </a:lnTo>
                <a:lnTo>
                  <a:pt x="175" y="705"/>
                </a:lnTo>
                <a:lnTo>
                  <a:pt x="174" y="702"/>
                </a:lnTo>
                <a:lnTo>
                  <a:pt x="175" y="701"/>
                </a:lnTo>
                <a:lnTo>
                  <a:pt x="175" y="699"/>
                </a:lnTo>
                <a:lnTo>
                  <a:pt x="176" y="699"/>
                </a:lnTo>
                <a:lnTo>
                  <a:pt x="177" y="698"/>
                </a:lnTo>
                <a:lnTo>
                  <a:pt x="178" y="698"/>
                </a:lnTo>
                <a:lnTo>
                  <a:pt x="178" y="699"/>
                </a:lnTo>
                <a:lnTo>
                  <a:pt x="179" y="698"/>
                </a:lnTo>
                <a:lnTo>
                  <a:pt x="181" y="697"/>
                </a:lnTo>
                <a:lnTo>
                  <a:pt x="182" y="697"/>
                </a:lnTo>
                <a:lnTo>
                  <a:pt x="183" y="696"/>
                </a:lnTo>
                <a:lnTo>
                  <a:pt x="183" y="695"/>
                </a:lnTo>
                <a:lnTo>
                  <a:pt x="182" y="694"/>
                </a:lnTo>
                <a:lnTo>
                  <a:pt x="183" y="693"/>
                </a:lnTo>
                <a:lnTo>
                  <a:pt x="184" y="692"/>
                </a:lnTo>
                <a:lnTo>
                  <a:pt x="185" y="692"/>
                </a:lnTo>
                <a:lnTo>
                  <a:pt x="186" y="691"/>
                </a:lnTo>
                <a:lnTo>
                  <a:pt x="187" y="689"/>
                </a:lnTo>
                <a:lnTo>
                  <a:pt x="187" y="688"/>
                </a:lnTo>
                <a:lnTo>
                  <a:pt x="187" y="687"/>
                </a:lnTo>
                <a:lnTo>
                  <a:pt x="188" y="687"/>
                </a:lnTo>
                <a:lnTo>
                  <a:pt x="189" y="687"/>
                </a:lnTo>
                <a:lnTo>
                  <a:pt x="190" y="689"/>
                </a:lnTo>
                <a:lnTo>
                  <a:pt x="191" y="690"/>
                </a:lnTo>
                <a:lnTo>
                  <a:pt x="195" y="691"/>
                </a:lnTo>
                <a:lnTo>
                  <a:pt x="198" y="691"/>
                </a:lnTo>
                <a:lnTo>
                  <a:pt x="200" y="690"/>
                </a:lnTo>
                <a:lnTo>
                  <a:pt x="200" y="689"/>
                </a:lnTo>
                <a:lnTo>
                  <a:pt x="201" y="688"/>
                </a:lnTo>
                <a:lnTo>
                  <a:pt x="200" y="688"/>
                </a:lnTo>
                <a:lnTo>
                  <a:pt x="200" y="687"/>
                </a:lnTo>
                <a:lnTo>
                  <a:pt x="199" y="687"/>
                </a:lnTo>
                <a:lnTo>
                  <a:pt x="198" y="686"/>
                </a:lnTo>
                <a:lnTo>
                  <a:pt x="198" y="685"/>
                </a:lnTo>
                <a:lnTo>
                  <a:pt x="196" y="682"/>
                </a:lnTo>
                <a:lnTo>
                  <a:pt x="195" y="682"/>
                </a:lnTo>
                <a:lnTo>
                  <a:pt x="194" y="681"/>
                </a:lnTo>
                <a:lnTo>
                  <a:pt x="193" y="681"/>
                </a:lnTo>
                <a:lnTo>
                  <a:pt x="192" y="680"/>
                </a:lnTo>
                <a:lnTo>
                  <a:pt x="192" y="678"/>
                </a:lnTo>
                <a:lnTo>
                  <a:pt x="193" y="678"/>
                </a:lnTo>
                <a:lnTo>
                  <a:pt x="193" y="677"/>
                </a:lnTo>
                <a:lnTo>
                  <a:pt x="192" y="676"/>
                </a:lnTo>
                <a:lnTo>
                  <a:pt x="192" y="675"/>
                </a:lnTo>
                <a:lnTo>
                  <a:pt x="191" y="674"/>
                </a:lnTo>
                <a:lnTo>
                  <a:pt x="188" y="673"/>
                </a:lnTo>
                <a:lnTo>
                  <a:pt x="187" y="674"/>
                </a:lnTo>
                <a:lnTo>
                  <a:pt x="187" y="675"/>
                </a:lnTo>
                <a:lnTo>
                  <a:pt x="185" y="673"/>
                </a:lnTo>
                <a:lnTo>
                  <a:pt x="184" y="672"/>
                </a:lnTo>
                <a:lnTo>
                  <a:pt x="184" y="671"/>
                </a:lnTo>
                <a:lnTo>
                  <a:pt x="185" y="670"/>
                </a:lnTo>
                <a:lnTo>
                  <a:pt x="185" y="669"/>
                </a:lnTo>
                <a:lnTo>
                  <a:pt x="185" y="668"/>
                </a:lnTo>
                <a:lnTo>
                  <a:pt x="184" y="667"/>
                </a:lnTo>
                <a:lnTo>
                  <a:pt x="184" y="665"/>
                </a:lnTo>
                <a:lnTo>
                  <a:pt x="184" y="664"/>
                </a:lnTo>
                <a:lnTo>
                  <a:pt x="185" y="664"/>
                </a:lnTo>
                <a:lnTo>
                  <a:pt x="184" y="660"/>
                </a:lnTo>
                <a:lnTo>
                  <a:pt x="184" y="658"/>
                </a:lnTo>
                <a:lnTo>
                  <a:pt x="183" y="657"/>
                </a:lnTo>
                <a:lnTo>
                  <a:pt x="182" y="657"/>
                </a:lnTo>
                <a:lnTo>
                  <a:pt x="181" y="657"/>
                </a:lnTo>
                <a:lnTo>
                  <a:pt x="180" y="657"/>
                </a:lnTo>
                <a:lnTo>
                  <a:pt x="180" y="656"/>
                </a:lnTo>
                <a:lnTo>
                  <a:pt x="180" y="655"/>
                </a:lnTo>
                <a:lnTo>
                  <a:pt x="179" y="654"/>
                </a:lnTo>
                <a:lnTo>
                  <a:pt x="179" y="653"/>
                </a:lnTo>
                <a:lnTo>
                  <a:pt x="178" y="652"/>
                </a:lnTo>
                <a:lnTo>
                  <a:pt x="179" y="651"/>
                </a:lnTo>
                <a:lnTo>
                  <a:pt x="180" y="651"/>
                </a:lnTo>
                <a:lnTo>
                  <a:pt x="181" y="651"/>
                </a:lnTo>
                <a:lnTo>
                  <a:pt x="181" y="652"/>
                </a:lnTo>
                <a:lnTo>
                  <a:pt x="182" y="652"/>
                </a:lnTo>
                <a:lnTo>
                  <a:pt x="183" y="653"/>
                </a:lnTo>
                <a:lnTo>
                  <a:pt x="185" y="654"/>
                </a:lnTo>
                <a:lnTo>
                  <a:pt x="186" y="654"/>
                </a:lnTo>
                <a:lnTo>
                  <a:pt x="189" y="653"/>
                </a:lnTo>
                <a:lnTo>
                  <a:pt x="190" y="653"/>
                </a:lnTo>
                <a:lnTo>
                  <a:pt x="191" y="651"/>
                </a:lnTo>
                <a:lnTo>
                  <a:pt x="190" y="650"/>
                </a:lnTo>
                <a:lnTo>
                  <a:pt x="189" y="649"/>
                </a:lnTo>
                <a:lnTo>
                  <a:pt x="188" y="647"/>
                </a:lnTo>
                <a:lnTo>
                  <a:pt x="188" y="646"/>
                </a:lnTo>
                <a:lnTo>
                  <a:pt x="190" y="644"/>
                </a:lnTo>
                <a:lnTo>
                  <a:pt x="190" y="643"/>
                </a:lnTo>
                <a:lnTo>
                  <a:pt x="191" y="642"/>
                </a:lnTo>
                <a:lnTo>
                  <a:pt x="192" y="642"/>
                </a:lnTo>
                <a:lnTo>
                  <a:pt x="193" y="642"/>
                </a:lnTo>
                <a:lnTo>
                  <a:pt x="192" y="639"/>
                </a:lnTo>
                <a:lnTo>
                  <a:pt x="192" y="637"/>
                </a:lnTo>
                <a:lnTo>
                  <a:pt x="191" y="636"/>
                </a:lnTo>
                <a:lnTo>
                  <a:pt x="190" y="635"/>
                </a:lnTo>
                <a:lnTo>
                  <a:pt x="190" y="634"/>
                </a:lnTo>
                <a:lnTo>
                  <a:pt x="190" y="633"/>
                </a:lnTo>
                <a:lnTo>
                  <a:pt x="191" y="634"/>
                </a:lnTo>
                <a:lnTo>
                  <a:pt x="192" y="634"/>
                </a:lnTo>
                <a:lnTo>
                  <a:pt x="192" y="633"/>
                </a:lnTo>
                <a:lnTo>
                  <a:pt x="193" y="633"/>
                </a:lnTo>
                <a:lnTo>
                  <a:pt x="193" y="632"/>
                </a:lnTo>
                <a:lnTo>
                  <a:pt x="192" y="631"/>
                </a:lnTo>
                <a:lnTo>
                  <a:pt x="192" y="629"/>
                </a:lnTo>
                <a:lnTo>
                  <a:pt x="193" y="628"/>
                </a:lnTo>
                <a:lnTo>
                  <a:pt x="194" y="628"/>
                </a:lnTo>
                <a:lnTo>
                  <a:pt x="195" y="628"/>
                </a:lnTo>
                <a:lnTo>
                  <a:pt x="198" y="631"/>
                </a:lnTo>
                <a:lnTo>
                  <a:pt x="199" y="632"/>
                </a:lnTo>
                <a:lnTo>
                  <a:pt x="199" y="633"/>
                </a:lnTo>
                <a:lnTo>
                  <a:pt x="199" y="634"/>
                </a:lnTo>
                <a:lnTo>
                  <a:pt x="200" y="633"/>
                </a:lnTo>
                <a:lnTo>
                  <a:pt x="201" y="633"/>
                </a:lnTo>
                <a:lnTo>
                  <a:pt x="201" y="632"/>
                </a:lnTo>
                <a:lnTo>
                  <a:pt x="201" y="631"/>
                </a:lnTo>
                <a:lnTo>
                  <a:pt x="201" y="630"/>
                </a:lnTo>
                <a:lnTo>
                  <a:pt x="202" y="629"/>
                </a:lnTo>
                <a:lnTo>
                  <a:pt x="203" y="629"/>
                </a:lnTo>
                <a:lnTo>
                  <a:pt x="205" y="628"/>
                </a:lnTo>
                <a:lnTo>
                  <a:pt x="205" y="627"/>
                </a:lnTo>
                <a:lnTo>
                  <a:pt x="207" y="628"/>
                </a:lnTo>
                <a:lnTo>
                  <a:pt x="208" y="628"/>
                </a:lnTo>
                <a:lnTo>
                  <a:pt x="209" y="628"/>
                </a:lnTo>
                <a:lnTo>
                  <a:pt x="210" y="627"/>
                </a:lnTo>
                <a:lnTo>
                  <a:pt x="211" y="627"/>
                </a:lnTo>
                <a:lnTo>
                  <a:pt x="212" y="627"/>
                </a:lnTo>
                <a:lnTo>
                  <a:pt x="213" y="627"/>
                </a:lnTo>
                <a:lnTo>
                  <a:pt x="213" y="628"/>
                </a:lnTo>
                <a:lnTo>
                  <a:pt x="214" y="628"/>
                </a:lnTo>
                <a:lnTo>
                  <a:pt x="215" y="628"/>
                </a:lnTo>
                <a:lnTo>
                  <a:pt x="217" y="627"/>
                </a:lnTo>
                <a:lnTo>
                  <a:pt x="217" y="626"/>
                </a:lnTo>
                <a:lnTo>
                  <a:pt x="218" y="625"/>
                </a:lnTo>
                <a:lnTo>
                  <a:pt x="218" y="624"/>
                </a:lnTo>
                <a:lnTo>
                  <a:pt x="218" y="623"/>
                </a:lnTo>
                <a:lnTo>
                  <a:pt x="217" y="623"/>
                </a:lnTo>
                <a:lnTo>
                  <a:pt x="217" y="622"/>
                </a:lnTo>
                <a:lnTo>
                  <a:pt x="217" y="621"/>
                </a:lnTo>
                <a:lnTo>
                  <a:pt x="219" y="621"/>
                </a:lnTo>
                <a:lnTo>
                  <a:pt x="220" y="622"/>
                </a:lnTo>
                <a:lnTo>
                  <a:pt x="222" y="622"/>
                </a:lnTo>
                <a:lnTo>
                  <a:pt x="223" y="622"/>
                </a:lnTo>
                <a:lnTo>
                  <a:pt x="225" y="622"/>
                </a:lnTo>
                <a:lnTo>
                  <a:pt x="226" y="622"/>
                </a:lnTo>
                <a:lnTo>
                  <a:pt x="227" y="622"/>
                </a:lnTo>
                <a:lnTo>
                  <a:pt x="227" y="621"/>
                </a:lnTo>
                <a:lnTo>
                  <a:pt x="228" y="621"/>
                </a:lnTo>
                <a:lnTo>
                  <a:pt x="229" y="620"/>
                </a:lnTo>
                <a:lnTo>
                  <a:pt x="229" y="619"/>
                </a:lnTo>
                <a:lnTo>
                  <a:pt x="229" y="618"/>
                </a:lnTo>
                <a:lnTo>
                  <a:pt x="229" y="617"/>
                </a:lnTo>
                <a:lnTo>
                  <a:pt x="229" y="616"/>
                </a:lnTo>
                <a:lnTo>
                  <a:pt x="230" y="616"/>
                </a:lnTo>
                <a:lnTo>
                  <a:pt x="231" y="616"/>
                </a:lnTo>
                <a:lnTo>
                  <a:pt x="231" y="615"/>
                </a:lnTo>
                <a:lnTo>
                  <a:pt x="233" y="615"/>
                </a:lnTo>
                <a:lnTo>
                  <a:pt x="234" y="615"/>
                </a:lnTo>
                <a:lnTo>
                  <a:pt x="234" y="616"/>
                </a:lnTo>
                <a:lnTo>
                  <a:pt x="236" y="617"/>
                </a:lnTo>
                <a:lnTo>
                  <a:pt x="236" y="616"/>
                </a:lnTo>
                <a:lnTo>
                  <a:pt x="237" y="616"/>
                </a:lnTo>
                <a:lnTo>
                  <a:pt x="237" y="615"/>
                </a:lnTo>
                <a:lnTo>
                  <a:pt x="238" y="615"/>
                </a:lnTo>
                <a:lnTo>
                  <a:pt x="238" y="614"/>
                </a:lnTo>
                <a:lnTo>
                  <a:pt x="239" y="614"/>
                </a:lnTo>
                <a:lnTo>
                  <a:pt x="242" y="612"/>
                </a:lnTo>
                <a:lnTo>
                  <a:pt x="242" y="613"/>
                </a:lnTo>
                <a:lnTo>
                  <a:pt x="243" y="614"/>
                </a:lnTo>
                <a:lnTo>
                  <a:pt x="244" y="613"/>
                </a:lnTo>
                <a:lnTo>
                  <a:pt x="246" y="613"/>
                </a:lnTo>
                <a:lnTo>
                  <a:pt x="247" y="613"/>
                </a:lnTo>
                <a:lnTo>
                  <a:pt x="248" y="611"/>
                </a:lnTo>
                <a:lnTo>
                  <a:pt x="248" y="610"/>
                </a:lnTo>
                <a:lnTo>
                  <a:pt x="248" y="609"/>
                </a:lnTo>
                <a:lnTo>
                  <a:pt x="249" y="609"/>
                </a:lnTo>
                <a:lnTo>
                  <a:pt x="250" y="609"/>
                </a:lnTo>
                <a:lnTo>
                  <a:pt x="250" y="607"/>
                </a:lnTo>
                <a:lnTo>
                  <a:pt x="251" y="606"/>
                </a:lnTo>
                <a:lnTo>
                  <a:pt x="251" y="605"/>
                </a:lnTo>
                <a:lnTo>
                  <a:pt x="252" y="605"/>
                </a:lnTo>
                <a:lnTo>
                  <a:pt x="252" y="604"/>
                </a:lnTo>
                <a:lnTo>
                  <a:pt x="253" y="603"/>
                </a:lnTo>
                <a:lnTo>
                  <a:pt x="253" y="602"/>
                </a:lnTo>
                <a:lnTo>
                  <a:pt x="253" y="601"/>
                </a:lnTo>
                <a:lnTo>
                  <a:pt x="252" y="601"/>
                </a:lnTo>
                <a:lnTo>
                  <a:pt x="251" y="601"/>
                </a:lnTo>
                <a:lnTo>
                  <a:pt x="252" y="600"/>
                </a:lnTo>
                <a:lnTo>
                  <a:pt x="251" y="599"/>
                </a:lnTo>
                <a:lnTo>
                  <a:pt x="250" y="598"/>
                </a:lnTo>
                <a:lnTo>
                  <a:pt x="249" y="598"/>
                </a:lnTo>
                <a:lnTo>
                  <a:pt x="249" y="597"/>
                </a:lnTo>
                <a:lnTo>
                  <a:pt x="248" y="597"/>
                </a:lnTo>
                <a:lnTo>
                  <a:pt x="247" y="597"/>
                </a:lnTo>
                <a:lnTo>
                  <a:pt x="246" y="596"/>
                </a:lnTo>
                <a:lnTo>
                  <a:pt x="246" y="595"/>
                </a:lnTo>
                <a:lnTo>
                  <a:pt x="247" y="595"/>
                </a:lnTo>
                <a:lnTo>
                  <a:pt x="251" y="595"/>
                </a:lnTo>
                <a:lnTo>
                  <a:pt x="252" y="595"/>
                </a:lnTo>
                <a:lnTo>
                  <a:pt x="253" y="594"/>
                </a:lnTo>
                <a:lnTo>
                  <a:pt x="253" y="593"/>
                </a:lnTo>
                <a:lnTo>
                  <a:pt x="254" y="593"/>
                </a:lnTo>
                <a:lnTo>
                  <a:pt x="254" y="592"/>
                </a:lnTo>
                <a:lnTo>
                  <a:pt x="255" y="593"/>
                </a:lnTo>
                <a:lnTo>
                  <a:pt x="257" y="592"/>
                </a:lnTo>
                <a:lnTo>
                  <a:pt x="258" y="592"/>
                </a:lnTo>
                <a:lnTo>
                  <a:pt x="259" y="592"/>
                </a:lnTo>
                <a:lnTo>
                  <a:pt x="260" y="593"/>
                </a:lnTo>
                <a:lnTo>
                  <a:pt x="263" y="593"/>
                </a:lnTo>
                <a:lnTo>
                  <a:pt x="263" y="592"/>
                </a:lnTo>
                <a:lnTo>
                  <a:pt x="264" y="592"/>
                </a:lnTo>
                <a:lnTo>
                  <a:pt x="265" y="592"/>
                </a:lnTo>
                <a:lnTo>
                  <a:pt x="266" y="592"/>
                </a:lnTo>
                <a:lnTo>
                  <a:pt x="268" y="592"/>
                </a:lnTo>
                <a:lnTo>
                  <a:pt x="269" y="592"/>
                </a:lnTo>
                <a:lnTo>
                  <a:pt x="270" y="592"/>
                </a:lnTo>
                <a:lnTo>
                  <a:pt x="270" y="593"/>
                </a:lnTo>
                <a:lnTo>
                  <a:pt x="272" y="592"/>
                </a:lnTo>
                <a:lnTo>
                  <a:pt x="273" y="592"/>
                </a:lnTo>
                <a:lnTo>
                  <a:pt x="274" y="591"/>
                </a:lnTo>
                <a:lnTo>
                  <a:pt x="274" y="589"/>
                </a:lnTo>
                <a:lnTo>
                  <a:pt x="275" y="589"/>
                </a:lnTo>
                <a:lnTo>
                  <a:pt x="277" y="590"/>
                </a:lnTo>
                <a:lnTo>
                  <a:pt x="279" y="587"/>
                </a:lnTo>
                <a:lnTo>
                  <a:pt x="280" y="586"/>
                </a:lnTo>
                <a:lnTo>
                  <a:pt x="280" y="585"/>
                </a:lnTo>
                <a:lnTo>
                  <a:pt x="280" y="584"/>
                </a:lnTo>
                <a:lnTo>
                  <a:pt x="280" y="583"/>
                </a:lnTo>
                <a:lnTo>
                  <a:pt x="281" y="582"/>
                </a:lnTo>
                <a:lnTo>
                  <a:pt x="282" y="582"/>
                </a:lnTo>
                <a:lnTo>
                  <a:pt x="283" y="581"/>
                </a:lnTo>
                <a:lnTo>
                  <a:pt x="283" y="580"/>
                </a:lnTo>
                <a:lnTo>
                  <a:pt x="284" y="580"/>
                </a:lnTo>
                <a:lnTo>
                  <a:pt x="285" y="580"/>
                </a:lnTo>
                <a:lnTo>
                  <a:pt x="285" y="581"/>
                </a:lnTo>
                <a:lnTo>
                  <a:pt x="286" y="581"/>
                </a:lnTo>
                <a:lnTo>
                  <a:pt x="286" y="580"/>
                </a:lnTo>
                <a:lnTo>
                  <a:pt x="286" y="579"/>
                </a:lnTo>
                <a:lnTo>
                  <a:pt x="287" y="578"/>
                </a:lnTo>
                <a:lnTo>
                  <a:pt x="288" y="577"/>
                </a:lnTo>
                <a:lnTo>
                  <a:pt x="289" y="578"/>
                </a:lnTo>
                <a:lnTo>
                  <a:pt x="289" y="577"/>
                </a:lnTo>
                <a:lnTo>
                  <a:pt x="290" y="577"/>
                </a:lnTo>
                <a:lnTo>
                  <a:pt x="289" y="576"/>
                </a:lnTo>
                <a:lnTo>
                  <a:pt x="289" y="575"/>
                </a:lnTo>
                <a:lnTo>
                  <a:pt x="290" y="573"/>
                </a:lnTo>
                <a:lnTo>
                  <a:pt x="290" y="572"/>
                </a:lnTo>
                <a:lnTo>
                  <a:pt x="292" y="571"/>
                </a:lnTo>
                <a:lnTo>
                  <a:pt x="292" y="570"/>
                </a:lnTo>
                <a:lnTo>
                  <a:pt x="293" y="568"/>
                </a:lnTo>
                <a:lnTo>
                  <a:pt x="294" y="567"/>
                </a:lnTo>
                <a:lnTo>
                  <a:pt x="294" y="568"/>
                </a:lnTo>
                <a:lnTo>
                  <a:pt x="295" y="568"/>
                </a:lnTo>
                <a:lnTo>
                  <a:pt x="295" y="567"/>
                </a:lnTo>
                <a:lnTo>
                  <a:pt x="296" y="565"/>
                </a:lnTo>
                <a:lnTo>
                  <a:pt x="295" y="565"/>
                </a:lnTo>
                <a:lnTo>
                  <a:pt x="297" y="564"/>
                </a:lnTo>
                <a:lnTo>
                  <a:pt x="298" y="564"/>
                </a:lnTo>
                <a:lnTo>
                  <a:pt x="299" y="562"/>
                </a:lnTo>
                <a:lnTo>
                  <a:pt x="300" y="562"/>
                </a:lnTo>
                <a:lnTo>
                  <a:pt x="300" y="561"/>
                </a:lnTo>
                <a:lnTo>
                  <a:pt x="300" y="560"/>
                </a:lnTo>
                <a:lnTo>
                  <a:pt x="301" y="559"/>
                </a:lnTo>
                <a:lnTo>
                  <a:pt x="302" y="559"/>
                </a:lnTo>
                <a:lnTo>
                  <a:pt x="302" y="558"/>
                </a:lnTo>
                <a:lnTo>
                  <a:pt x="301" y="556"/>
                </a:lnTo>
                <a:lnTo>
                  <a:pt x="303" y="554"/>
                </a:lnTo>
                <a:lnTo>
                  <a:pt x="304" y="552"/>
                </a:lnTo>
                <a:lnTo>
                  <a:pt x="304" y="551"/>
                </a:lnTo>
                <a:lnTo>
                  <a:pt x="304" y="549"/>
                </a:lnTo>
                <a:lnTo>
                  <a:pt x="302" y="548"/>
                </a:lnTo>
                <a:lnTo>
                  <a:pt x="302" y="547"/>
                </a:lnTo>
                <a:lnTo>
                  <a:pt x="302" y="546"/>
                </a:lnTo>
                <a:lnTo>
                  <a:pt x="302" y="544"/>
                </a:lnTo>
                <a:lnTo>
                  <a:pt x="301" y="544"/>
                </a:lnTo>
                <a:lnTo>
                  <a:pt x="301" y="543"/>
                </a:lnTo>
                <a:lnTo>
                  <a:pt x="302" y="543"/>
                </a:lnTo>
                <a:lnTo>
                  <a:pt x="303" y="543"/>
                </a:lnTo>
                <a:lnTo>
                  <a:pt x="304" y="543"/>
                </a:lnTo>
                <a:lnTo>
                  <a:pt x="304" y="542"/>
                </a:lnTo>
                <a:lnTo>
                  <a:pt x="306" y="541"/>
                </a:lnTo>
                <a:lnTo>
                  <a:pt x="307" y="541"/>
                </a:lnTo>
                <a:lnTo>
                  <a:pt x="308" y="539"/>
                </a:lnTo>
                <a:lnTo>
                  <a:pt x="308" y="538"/>
                </a:lnTo>
                <a:lnTo>
                  <a:pt x="307" y="538"/>
                </a:lnTo>
                <a:lnTo>
                  <a:pt x="307" y="537"/>
                </a:lnTo>
                <a:lnTo>
                  <a:pt x="306" y="536"/>
                </a:lnTo>
                <a:lnTo>
                  <a:pt x="306" y="535"/>
                </a:lnTo>
                <a:lnTo>
                  <a:pt x="307" y="534"/>
                </a:lnTo>
                <a:lnTo>
                  <a:pt x="308" y="534"/>
                </a:lnTo>
                <a:lnTo>
                  <a:pt x="310" y="533"/>
                </a:lnTo>
                <a:lnTo>
                  <a:pt x="310" y="532"/>
                </a:lnTo>
                <a:lnTo>
                  <a:pt x="310" y="531"/>
                </a:lnTo>
                <a:lnTo>
                  <a:pt x="312" y="530"/>
                </a:lnTo>
                <a:lnTo>
                  <a:pt x="313" y="530"/>
                </a:lnTo>
                <a:lnTo>
                  <a:pt x="314" y="529"/>
                </a:lnTo>
                <a:lnTo>
                  <a:pt x="314" y="528"/>
                </a:lnTo>
                <a:lnTo>
                  <a:pt x="313" y="527"/>
                </a:lnTo>
                <a:lnTo>
                  <a:pt x="313" y="526"/>
                </a:lnTo>
                <a:lnTo>
                  <a:pt x="312" y="526"/>
                </a:lnTo>
                <a:lnTo>
                  <a:pt x="312" y="525"/>
                </a:lnTo>
                <a:lnTo>
                  <a:pt x="312" y="524"/>
                </a:lnTo>
                <a:lnTo>
                  <a:pt x="313" y="523"/>
                </a:lnTo>
                <a:lnTo>
                  <a:pt x="313" y="522"/>
                </a:lnTo>
                <a:lnTo>
                  <a:pt x="312" y="522"/>
                </a:lnTo>
                <a:lnTo>
                  <a:pt x="312" y="523"/>
                </a:lnTo>
                <a:lnTo>
                  <a:pt x="311" y="523"/>
                </a:lnTo>
                <a:lnTo>
                  <a:pt x="310" y="523"/>
                </a:lnTo>
                <a:lnTo>
                  <a:pt x="309" y="523"/>
                </a:lnTo>
                <a:lnTo>
                  <a:pt x="308" y="523"/>
                </a:lnTo>
                <a:lnTo>
                  <a:pt x="307" y="523"/>
                </a:lnTo>
                <a:lnTo>
                  <a:pt x="306" y="523"/>
                </a:lnTo>
                <a:lnTo>
                  <a:pt x="305" y="522"/>
                </a:lnTo>
                <a:lnTo>
                  <a:pt x="302" y="520"/>
                </a:lnTo>
                <a:lnTo>
                  <a:pt x="302" y="519"/>
                </a:lnTo>
                <a:lnTo>
                  <a:pt x="302" y="514"/>
                </a:lnTo>
                <a:lnTo>
                  <a:pt x="303" y="512"/>
                </a:lnTo>
                <a:lnTo>
                  <a:pt x="302" y="511"/>
                </a:lnTo>
                <a:lnTo>
                  <a:pt x="302" y="510"/>
                </a:lnTo>
                <a:lnTo>
                  <a:pt x="302" y="509"/>
                </a:lnTo>
                <a:lnTo>
                  <a:pt x="301" y="508"/>
                </a:lnTo>
                <a:lnTo>
                  <a:pt x="300" y="508"/>
                </a:lnTo>
                <a:lnTo>
                  <a:pt x="300" y="507"/>
                </a:lnTo>
                <a:lnTo>
                  <a:pt x="302" y="506"/>
                </a:lnTo>
                <a:lnTo>
                  <a:pt x="303" y="506"/>
                </a:lnTo>
                <a:lnTo>
                  <a:pt x="304" y="506"/>
                </a:lnTo>
                <a:lnTo>
                  <a:pt x="304" y="505"/>
                </a:lnTo>
                <a:lnTo>
                  <a:pt x="305" y="504"/>
                </a:lnTo>
                <a:lnTo>
                  <a:pt x="305" y="503"/>
                </a:lnTo>
                <a:lnTo>
                  <a:pt x="304" y="503"/>
                </a:lnTo>
                <a:lnTo>
                  <a:pt x="303" y="503"/>
                </a:lnTo>
                <a:lnTo>
                  <a:pt x="302" y="502"/>
                </a:lnTo>
                <a:lnTo>
                  <a:pt x="303" y="501"/>
                </a:lnTo>
                <a:lnTo>
                  <a:pt x="302" y="500"/>
                </a:lnTo>
                <a:lnTo>
                  <a:pt x="302" y="499"/>
                </a:lnTo>
                <a:lnTo>
                  <a:pt x="302" y="496"/>
                </a:lnTo>
                <a:lnTo>
                  <a:pt x="303" y="495"/>
                </a:lnTo>
                <a:lnTo>
                  <a:pt x="303" y="494"/>
                </a:lnTo>
                <a:lnTo>
                  <a:pt x="302" y="494"/>
                </a:lnTo>
                <a:lnTo>
                  <a:pt x="301" y="494"/>
                </a:lnTo>
                <a:lnTo>
                  <a:pt x="301" y="493"/>
                </a:lnTo>
                <a:lnTo>
                  <a:pt x="300" y="493"/>
                </a:lnTo>
                <a:lnTo>
                  <a:pt x="301" y="492"/>
                </a:lnTo>
                <a:lnTo>
                  <a:pt x="300" y="491"/>
                </a:lnTo>
                <a:lnTo>
                  <a:pt x="299" y="490"/>
                </a:lnTo>
                <a:lnTo>
                  <a:pt x="298" y="488"/>
                </a:lnTo>
                <a:lnTo>
                  <a:pt x="299" y="487"/>
                </a:lnTo>
                <a:lnTo>
                  <a:pt x="299" y="485"/>
                </a:lnTo>
                <a:lnTo>
                  <a:pt x="299" y="484"/>
                </a:lnTo>
                <a:lnTo>
                  <a:pt x="298" y="483"/>
                </a:lnTo>
                <a:lnTo>
                  <a:pt x="297" y="482"/>
                </a:lnTo>
                <a:lnTo>
                  <a:pt x="296" y="483"/>
                </a:lnTo>
                <a:lnTo>
                  <a:pt x="295" y="483"/>
                </a:lnTo>
                <a:lnTo>
                  <a:pt x="295" y="482"/>
                </a:lnTo>
                <a:lnTo>
                  <a:pt x="295" y="481"/>
                </a:lnTo>
                <a:lnTo>
                  <a:pt x="295" y="479"/>
                </a:lnTo>
                <a:lnTo>
                  <a:pt x="296" y="479"/>
                </a:lnTo>
                <a:lnTo>
                  <a:pt x="296" y="478"/>
                </a:lnTo>
                <a:lnTo>
                  <a:pt x="297" y="478"/>
                </a:lnTo>
                <a:lnTo>
                  <a:pt x="297" y="477"/>
                </a:lnTo>
                <a:lnTo>
                  <a:pt x="299" y="476"/>
                </a:lnTo>
                <a:lnTo>
                  <a:pt x="300" y="475"/>
                </a:lnTo>
                <a:lnTo>
                  <a:pt x="300" y="474"/>
                </a:lnTo>
                <a:lnTo>
                  <a:pt x="300" y="473"/>
                </a:lnTo>
                <a:lnTo>
                  <a:pt x="299" y="473"/>
                </a:lnTo>
                <a:lnTo>
                  <a:pt x="298" y="473"/>
                </a:lnTo>
                <a:lnTo>
                  <a:pt x="297" y="472"/>
                </a:lnTo>
                <a:lnTo>
                  <a:pt x="296" y="472"/>
                </a:lnTo>
                <a:lnTo>
                  <a:pt x="296" y="471"/>
                </a:lnTo>
                <a:lnTo>
                  <a:pt x="297" y="468"/>
                </a:lnTo>
                <a:lnTo>
                  <a:pt x="297" y="466"/>
                </a:lnTo>
                <a:lnTo>
                  <a:pt x="298" y="466"/>
                </a:lnTo>
                <a:lnTo>
                  <a:pt x="298" y="465"/>
                </a:lnTo>
                <a:lnTo>
                  <a:pt x="298" y="464"/>
                </a:lnTo>
                <a:lnTo>
                  <a:pt x="299" y="463"/>
                </a:lnTo>
                <a:lnTo>
                  <a:pt x="299" y="462"/>
                </a:lnTo>
                <a:lnTo>
                  <a:pt x="300" y="461"/>
                </a:lnTo>
                <a:lnTo>
                  <a:pt x="301" y="461"/>
                </a:lnTo>
                <a:lnTo>
                  <a:pt x="301" y="460"/>
                </a:lnTo>
                <a:lnTo>
                  <a:pt x="301" y="459"/>
                </a:lnTo>
                <a:lnTo>
                  <a:pt x="301" y="458"/>
                </a:lnTo>
                <a:lnTo>
                  <a:pt x="300" y="457"/>
                </a:lnTo>
                <a:lnTo>
                  <a:pt x="300" y="456"/>
                </a:lnTo>
                <a:lnTo>
                  <a:pt x="299" y="456"/>
                </a:lnTo>
                <a:lnTo>
                  <a:pt x="300" y="454"/>
                </a:lnTo>
                <a:lnTo>
                  <a:pt x="300" y="453"/>
                </a:lnTo>
                <a:lnTo>
                  <a:pt x="300" y="451"/>
                </a:lnTo>
                <a:lnTo>
                  <a:pt x="300" y="450"/>
                </a:lnTo>
                <a:lnTo>
                  <a:pt x="301" y="448"/>
                </a:lnTo>
                <a:lnTo>
                  <a:pt x="301" y="447"/>
                </a:lnTo>
                <a:lnTo>
                  <a:pt x="300" y="446"/>
                </a:lnTo>
                <a:lnTo>
                  <a:pt x="301" y="446"/>
                </a:lnTo>
                <a:lnTo>
                  <a:pt x="301" y="445"/>
                </a:lnTo>
                <a:lnTo>
                  <a:pt x="302" y="444"/>
                </a:lnTo>
                <a:lnTo>
                  <a:pt x="301" y="444"/>
                </a:lnTo>
                <a:lnTo>
                  <a:pt x="301" y="443"/>
                </a:lnTo>
                <a:lnTo>
                  <a:pt x="301" y="442"/>
                </a:lnTo>
                <a:lnTo>
                  <a:pt x="302" y="442"/>
                </a:lnTo>
                <a:lnTo>
                  <a:pt x="303" y="442"/>
                </a:lnTo>
                <a:lnTo>
                  <a:pt x="304" y="442"/>
                </a:lnTo>
                <a:lnTo>
                  <a:pt x="305" y="442"/>
                </a:lnTo>
                <a:lnTo>
                  <a:pt x="306" y="442"/>
                </a:lnTo>
                <a:lnTo>
                  <a:pt x="307" y="442"/>
                </a:lnTo>
                <a:lnTo>
                  <a:pt x="307" y="441"/>
                </a:lnTo>
                <a:lnTo>
                  <a:pt x="307" y="440"/>
                </a:lnTo>
                <a:lnTo>
                  <a:pt x="308" y="439"/>
                </a:lnTo>
                <a:lnTo>
                  <a:pt x="309" y="439"/>
                </a:lnTo>
                <a:lnTo>
                  <a:pt x="310" y="437"/>
                </a:lnTo>
                <a:lnTo>
                  <a:pt x="312" y="435"/>
                </a:lnTo>
                <a:lnTo>
                  <a:pt x="313" y="435"/>
                </a:lnTo>
                <a:lnTo>
                  <a:pt x="313" y="434"/>
                </a:lnTo>
                <a:lnTo>
                  <a:pt x="313" y="433"/>
                </a:lnTo>
                <a:lnTo>
                  <a:pt x="313" y="432"/>
                </a:lnTo>
                <a:lnTo>
                  <a:pt x="314" y="431"/>
                </a:lnTo>
                <a:lnTo>
                  <a:pt x="315" y="430"/>
                </a:lnTo>
                <a:lnTo>
                  <a:pt x="315" y="429"/>
                </a:lnTo>
                <a:lnTo>
                  <a:pt x="315" y="427"/>
                </a:lnTo>
                <a:lnTo>
                  <a:pt x="315" y="426"/>
                </a:lnTo>
                <a:lnTo>
                  <a:pt x="316" y="424"/>
                </a:lnTo>
                <a:lnTo>
                  <a:pt x="316" y="423"/>
                </a:lnTo>
                <a:lnTo>
                  <a:pt x="317" y="422"/>
                </a:lnTo>
                <a:lnTo>
                  <a:pt x="317" y="421"/>
                </a:lnTo>
                <a:lnTo>
                  <a:pt x="317" y="417"/>
                </a:lnTo>
                <a:lnTo>
                  <a:pt x="317" y="416"/>
                </a:lnTo>
                <a:lnTo>
                  <a:pt x="316" y="414"/>
                </a:lnTo>
                <a:lnTo>
                  <a:pt x="316" y="409"/>
                </a:lnTo>
                <a:lnTo>
                  <a:pt x="319" y="408"/>
                </a:lnTo>
                <a:lnTo>
                  <a:pt x="320" y="408"/>
                </a:lnTo>
                <a:lnTo>
                  <a:pt x="321" y="409"/>
                </a:lnTo>
                <a:lnTo>
                  <a:pt x="325" y="408"/>
                </a:lnTo>
                <a:lnTo>
                  <a:pt x="326" y="407"/>
                </a:lnTo>
                <a:lnTo>
                  <a:pt x="327" y="406"/>
                </a:lnTo>
                <a:lnTo>
                  <a:pt x="328" y="405"/>
                </a:lnTo>
                <a:lnTo>
                  <a:pt x="329" y="406"/>
                </a:lnTo>
                <a:lnTo>
                  <a:pt x="329" y="407"/>
                </a:lnTo>
                <a:lnTo>
                  <a:pt x="330" y="407"/>
                </a:lnTo>
                <a:lnTo>
                  <a:pt x="332" y="406"/>
                </a:lnTo>
                <a:lnTo>
                  <a:pt x="332" y="405"/>
                </a:lnTo>
                <a:lnTo>
                  <a:pt x="333" y="404"/>
                </a:lnTo>
                <a:lnTo>
                  <a:pt x="336" y="404"/>
                </a:lnTo>
                <a:lnTo>
                  <a:pt x="338" y="405"/>
                </a:lnTo>
                <a:lnTo>
                  <a:pt x="339" y="405"/>
                </a:lnTo>
                <a:lnTo>
                  <a:pt x="340" y="405"/>
                </a:lnTo>
                <a:lnTo>
                  <a:pt x="340" y="403"/>
                </a:lnTo>
                <a:lnTo>
                  <a:pt x="340" y="401"/>
                </a:lnTo>
                <a:lnTo>
                  <a:pt x="340" y="399"/>
                </a:lnTo>
                <a:lnTo>
                  <a:pt x="341" y="397"/>
                </a:lnTo>
                <a:lnTo>
                  <a:pt x="342" y="397"/>
                </a:lnTo>
                <a:lnTo>
                  <a:pt x="343" y="397"/>
                </a:lnTo>
                <a:lnTo>
                  <a:pt x="343" y="396"/>
                </a:lnTo>
                <a:lnTo>
                  <a:pt x="344" y="394"/>
                </a:lnTo>
                <a:lnTo>
                  <a:pt x="344" y="393"/>
                </a:lnTo>
                <a:lnTo>
                  <a:pt x="345" y="393"/>
                </a:lnTo>
                <a:lnTo>
                  <a:pt x="347" y="393"/>
                </a:lnTo>
                <a:lnTo>
                  <a:pt x="348" y="392"/>
                </a:lnTo>
                <a:lnTo>
                  <a:pt x="348" y="388"/>
                </a:lnTo>
                <a:lnTo>
                  <a:pt x="346" y="388"/>
                </a:lnTo>
                <a:lnTo>
                  <a:pt x="344" y="388"/>
                </a:lnTo>
                <a:lnTo>
                  <a:pt x="344" y="389"/>
                </a:lnTo>
                <a:lnTo>
                  <a:pt x="342" y="388"/>
                </a:lnTo>
                <a:lnTo>
                  <a:pt x="341" y="388"/>
                </a:lnTo>
                <a:lnTo>
                  <a:pt x="340" y="387"/>
                </a:lnTo>
                <a:lnTo>
                  <a:pt x="339" y="386"/>
                </a:lnTo>
                <a:lnTo>
                  <a:pt x="340" y="385"/>
                </a:lnTo>
                <a:lnTo>
                  <a:pt x="341" y="384"/>
                </a:lnTo>
                <a:lnTo>
                  <a:pt x="341" y="383"/>
                </a:lnTo>
                <a:lnTo>
                  <a:pt x="341" y="379"/>
                </a:lnTo>
                <a:lnTo>
                  <a:pt x="341" y="378"/>
                </a:lnTo>
                <a:lnTo>
                  <a:pt x="340" y="375"/>
                </a:lnTo>
                <a:lnTo>
                  <a:pt x="340" y="374"/>
                </a:lnTo>
                <a:lnTo>
                  <a:pt x="341" y="374"/>
                </a:lnTo>
                <a:lnTo>
                  <a:pt x="342" y="374"/>
                </a:lnTo>
                <a:lnTo>
                  <a:pt x="344" y="370"/>
                </a:lnTo>
                <a:lnTo>
                  <a:pt x="345" y="367"/>
                </a:lnTo>
                <a:lnTo>
                  <a:pt x="345" y="366"/>
                </a:lnTo>
                <a:lnTo>
                  <a:pt x="345" y="365"/>
                </a:lnTo>
                <a:lnTo>
                  <a:pt x="346" y="365"/>
                </a:lnTo>
                <a:lnTo>
                  <a:pt x="347" y="365"/>
                </a:lnTo>
                <a:lnTo>
                  <a:pt x="348" y="366"/>
                </a:lnTo>
                <a:lnTo>
                  <a:pt x="349" y="366"/>
                </a:lnTo>
                <a:lnTo>
                  <a:pt x="349" y="367"/>
                </a:lnTo>
                <a:lnTo>
                  <a:pt x="350" y="367"/>
                </a:lnTo>
                <a:lnTo>
                  <a:pt x="351" y="367"/>
                </a:lnTo>
                <a:lnTo>
                  <a:pt x="352" y="368"/>
                </a:lnTo>
                <a:lnTo>
                  <a:pt x="353" y="366"/>
                </a:lnTo>
                <a:lnTo>
                  <a:pt x="352" y="366"/>
                </a:lnTo>
                <a:lnTo>
                  <a:pt x="352" y="365"/>
                </a:lnTo>
                <a:lnTo>
                  <a:pt x="353" y="364"/>
                </a:lnTo>
                <a:lnTo>
                  <a:pt x="354" y="363"/>
                </a:lnTo>
                <a:lnTo>
                  <a:pt x="355" y="363"/>
                </a:lnTo>
                <a:lnTo>
                  <a:pt x="356" y="363"/>
                </a:lnTo>
                <a:lnTo>
                  <a:pt x="356" y="364"/>
                </a:lnTo>
                <a:lnTo>
                  <a:pt x="356" y="365"/>
                </a:lnTo>
                <a:lnTo>
                  <a:pt x="358" y="366"/>
                </a:lnTo>
                <a:lnTo>
                  <a:pt x="360" y="367"/>
                </a:lnTo>
                <a:lnTo>
                  <a:pt x="360" y="366"/>
                </a:lnTo>
                <a:lnTo>
                  <a:pt x="362" y="367"/>
                </a:lnTo>
                <a:lnTo>
                  <a:pt x="363" y="367"/>
                </a:lnTo>
                <a:lnTo>
                  <a:pt x="363" y="368"/>
                </a:lnTo>
                <a:lnTo>
                  <a:pt x="364" y="368"/>
                </a:lnTo>
                <a:lnTo>
                  <a:pt x="365" y="368"/>
                </a:lnTo>
                <a:lnTo>
                  <a:pt x="367" y="368"/>
                </a:lnTo>
                <a:lnTo>
                  <a:pt x="371" y="368"/>
                </a:lnTo>
                <a:lnTo>
                  <a:pt x="372" y="367"/>
                </a:lnTo>
                <a:lnTo>
                  <a:pt x="373" y="367"/>
                </a:lnTo>
                <a:lnTo>
                  <a:pt x="374" y="368"/>
                </a:lnTo>
                <a:lnTo>
                  <a:pt x="374" y="369"/>
                </a:lnTo>
                <a:lnTo>
                  <a:pt x="374" y="368"/>
                </a:lnTo>
                <a:lnTo>
                  <a:pt x="375" y="368"/>
                </a:lnTo>
                <a:lnTo>
                  <a:pt x="375" y="367"/>
                </a:lnTo>
                <a:lnTo>
                  <a:pt x="374" y="367"/>
                </a:lnTo>
                <a:lnTo>
                  <a:pt x="374" y="366"/>
                </a:lnTo>
                <a:lnTo>
                  <a:pt x="375" y="364"/>
                </a:lnTo>
                <a:lnTo>
                  <a:pt x="376" y="364"/>
                </a:lnTo>
                <a:lnTo>
                  <a:pt x="377" y="363"/>
                </a:lnTo>
                <a:lnTo>
                  <a:pt x="376" y="360"/>
                </a:lnTo>
                <a:lnTo>
                  <a:pt x="376" y="358"/>
                </a:lnTo>
                <a:lnTo>
                  <a:pt x="376" y="356"/>
                </a:lnTo>
                <a:lnTo>
                  <a:pt x="376" y="355"/>
                </a:lnTo>
                <a:lnTo>
                  <a:pt x="375" y="354"/>
                </a:lnTo>
                <a:lnTo>
                  <a:pt x="375" y="355"/>
                </a:lnTo>
                <a:lnTo>
                  <a:pt x="374" y="354"/>
                </a:lnTo>
                <a:lnTo>
                  <a:pt x="374" y="352"/>
                </a:lnTo>
                <a:lnTo>
                  <a:pt x="375" y="348"/>
                </a:lnTo>
                <a:lnTo>
                  <a:pt x="375" y="347"/>
                </a:lnTo>
                <a:lnTo>
                  <a:pt x="376" y="347"/>
                </a:lnTo>
                <a:lnTo>
                  <a:pt x="378" y="347"/>
                </a:lnTo>
                <a:lnTo>
                  <a:pt x="380" y="348"/>
                </a:lnTo>
                <a:lnTo>
                  <a:pt x="381" y="347"/>
                </a:lnTo>
                <a:lnTo>
                  <a:pt x="381" y="346"/>
                </a:lnTo>
                <a:lnTo>
                  <a:pt x="382" y="345"/>
                </a:lnTo>
                <a:lnTo>
                  <a:pt x="382" y="344"/>
                </a:lnTo>
                <a:lnTo>
                  <a:pt x="381" y="343"/>
                </a:lnTo>
                <a:lnTo>
                  <a:pt x="380" y="342"/>
                </a:lnTo>
                <a:lnTo>
                  <a:pt x="380" y="341"/>
                </a:lnTo>
                <a:lnTo>
                  <a:pt x="380" y="340"/>
                </a:lnTo>
                <a:lnTo>
                  <a:pt x="381" y="339"/>
                </a:lnTo>
                <a:lnTo>
                  <a:pt x="383" y="339"/>
                </a:lnTo>
                <a:lnTo>
                  <a:pt x="383" y="340"/>
                </a:lnTo>
                <a:lnTo>
                  <a:pt x="384" y="341"/>
                </a:lnTo>
                <a:lnTo>
                  <a:pt x="385" y="341"/>
                </a:lnTo>
                <a:lnTo>
                  <a:pt x="386" y="341"/>
                </a:lnTo>
                <a:lnTo>
                  <a:pt x="386" y="340"/>
                </a:lnTo>
                <a:lnTo>
                  <a:pt x="389" y="339"/>
                </a:lnTo>
                <a:lnTo>
                  <a:pt x="390" y="339"/>
                </a:lnTo>
                <a:lnTo>
                  <a:pt x="391" y="339"/>
                </a:lnTo>
                <a:lnTo>
                  <a:pt x="393" y="337"/>
                </a:lnTo>
                <a:lnTo>
                  <a:pt x="393" y="336"/>
                </a:lnTo>
                <a:lnTo>
                  <a:pt x="393" y="335"/>
                </a:lnTo>
                <a:lnTo>
                  <a:pt x="393" y="334"/>
                </a:lnTo>
                <a:lnTo>
                  <a:pt x="394" y="333"/>
                </a:lnTo>
                <a:lnTo>
                  <a:pt x="395" y="332"/>
                </a:lnTo>
                <a:lnTo>
                  <a:pt x="396" y="332"/>
                </a:lnTo>
                <a:lnTo>
                  <a:pt x="396" y="331"/>
                </a:lnTo>
                <a:lnTo>
                  <a:pt x="396" y="330"/>
                </a:lnTo>
                <a:lnTo>
                  <a:pt x="395" y="329"/>
                </a:lnTo>
                <a:lnTo>
                  <a:pt x="394" y="329"/>
                </a:lnTo>
                <a:lnTo>
                  <a:pt x="395" y="328"/>
                </a:lnTo>
                <a:lnTo>
                  <a:pt x="394" y="328"/>
                </a:lnTo>
                <a:lnTo>
                  <a:pt x="393" y="327"/>
                </a:lnTo>
                <a:lnTo>
                  <a:pt x="392" y="325"/>
                </a:lnTo>
                <a:lnTo>
                  <a:pt x="392" y="324"/>
                </a:lnTo>
                <a:lnTo>
                  <a:pt x="392" y="321"/>
                </a:lnTo>
                <a:lnTo>
                  <a:pt x="392" y="320"/>
                </a:lnTo>
                <a:lnTo>
                  <a:pt x="391" y="320"/>
                </a:lnTo>
                <a:lnTo>
                  <a:pt x="390" y="319"/>
                </a:lnTo>
                <a:lnTo>
                  <a:pt x="389" y="318"/>
                </a:lnTo>
                <a:lnTo>
                  <a:pt x="387" y="314"/>
                </a:lnTo>
                <a:lnTo>
                  <a:pt x="386" y="313"/>
                </a:lnTo>
                <a:lnTo>
                  <a:pt x="384" y="309"/>
                </a:lnTo>
                <a:lnTo>
                  <a:pt x="384" y="308"/>
                </a:lnTo>
                <a:lnTo>
                  <a:pt x="383" y="308"/>
                </a:lnTo>
                <a:lnTo>
                  <a:pt x="383" y="306"/>
                </a:lnTo>
                <a:lnTo>
                  <a:pt x="383" y="303"/>
                </a:lnTo>
                <a:lnTo>
                  <a:pt x="383" y="301"/>
                </a:lnTo>
                <a:lnTo>
                  <a:pt x="384" y="296"/>
                </a:lnTo>
                <a:lnTo>
                  <a:pt x="384" y="295"/>
                </a:lnTo>
                <a:lnTo>
                  <a:pt x="383" y="295"/>
                </a:lnTo>
                <a:lnTo>
                  <a:pt x="383" y="294"/>
                </a:lnTo>
                <a:lnTo>
                  <a:pt x="382" y="294"/>
                </a:lnTo>
                <a:lnTo>
                  <a:pt x="381" y="293"/>
                </a:lnTo>
                <a:lnTo>
                  <a:pt x="380" y="292"/>
                </a:lnTo>
                <a:lnTo>
                  <a:pt x="380" y="291"/>
                </a:lnTo>
                <a:lnTo>
                  <a:pt x="381" y="288"/>
                </a:lnTo>
                <a:lnTo>
                  <a:pt x="381" y="285"/>
                </a:lnTo>
                <a:lnTo>
                  <a:pt x="381" y="283"/>
                </a:lnTo>
                <a:lnTo>
                  <a:pt x="381" y="282"/>
                </a:lnTo>
                <a:lnTo>
                  <a:pt x="382" y="282"/>
                </a:lnTo>
                <a:lnTo>
                  <a:pt x="383" y="282"/>
                </a:lnTo>
                <a:lnTo>
                  <a:pt x="383" y="283"/>
                </a:lnTo>
                <a:lnTo>
                  <a:pt x="384" y="283"/>
                </a:lnTo>
                <a:lnTo>
                  <a:pt x="385" y="283"/>
                </a:lnTo>
                <a:lnTo>
                  <a:pt x="387" y="283"/>
                </a:lnTo>
                <a:lnTo>
                  <a:pt x="389" y="281"/>
                </a:lnTo>
                <a:lnTo>
                  <a:pt x="389" y="280"/>
                </a:lnTo>
                <a:lnTo>
                  <a:pt x="391" y="280"/>
                </a:lnTo>
                <a:lnTo>
                  <a:pt x="392" y="281"/>
                </a:lnTo>
                <a:lnTo>
                  <a:pt x="393" y="281"/>
                </a:lnTo>
                <a:lnTo>
                  <a:pt x="393" y="280"/>
                </a:lnTo>
                <a:lnTo>
                  <a:pt x="393" y="278"/>
                </a:lnTo>
                <a:lnTo>
                  <a:pt x="395" y="277"/>
                </a:lnTo>
                <a:lnTo>
                  <a:pt x="395" y="276"/>
                </a:lnTo>
                <a:lnTo>
                  <a:pt x="395" y="275"/>
                </a:lnTo>
                <a:lnTo>
                  <a:pt x="395" y="274"/>
                </a:lnTo>
                <a:lnTo>
                  <a:pt x="397" y="273"/>
                </a:lnTo>
                <a:lnTo>
                  <a:pt x="397" y="274"/>
                </a:lnTo>
                <a:lnTo>
                  <a:pt x="398" y="274"/>
                </a:lnTo>
                <a:lnTo>
                  <a:pt x="398" y="275"/>
                </a:lnTo>
                <a:lnTo>
                  <a:pt x="399" y="275"/>
                </a:lnTo>
                <a:lnTo>
                  <a:pt x="400" y="275"/>
                </a:lnTo>
                <a:lnTo>
                  <a:pt x="401" y="275"/>
                </a:lnTo>
                <a:lnTo>
                  <a:pt x="401" y="274"/>
                </a:lnTo>
                <a:lnTo>
                  <a:pt x="401" y="273"/>
                </a:lnTo>
                <a:lnTo>
                  <a:pt x="401" y="272"/>
                </a:lnTo>
                <a:lnTo>
                  <a:pt x="401" y="271"/>
                </a:lnTo>
                <a:lnTo>
                  <a:pt x="402" y="270"/>
                </a:lnTo>
                <a:lnTo>
                  <a:pt x="403" y="270"/>
                </a:lnTo>
                <a:lnTo>
                  <a:pt x="404" y="269"/>
                </a:lnTo>
                <a:lnTo>
                  <a:pt x="405" y="269"/>
                </a:lnTo>
                <a:lnTo>
                  <a:pt x="405" y="268"/>
                </a:lnTo>
                <a:lnTo>
                  <a:pt x="406" y="267"/>
                </a:lnTo>
                <a:lnTo>
                  <a:pt x="407" y="266"/>
                </a:lnTo>
                <a:lnTo>
                  <a:pt x="407" y="267"/>
                </a:lnTo>
                <a:lnTo>
                  <a:pt x="408" y="267"/>
                </a:lnTo>
                <a:lnTo>
                  <a:pt x="408" y="266"/>
                </a:lnTo>
                <a:lnTo>
                  <a:pt x="409" y="265"/>
                </a:lnTo>
                <a:lnTo>
                  <a:pt x="408" y="265"/>
                </a:lnTo>
                <a:lnTo>
                  <a:pt x="408" y="263"/>
                </a:lnTo>
                <a:lnTo>
                  <a:pt x="409" y="263"/>
                </a:lnTo>
                <a:lnTo>
                  <a:pt x="410" y="262"/>
                </a:lnTo>
                <a:lnTo>
                  <a:pt x="411" y="262"/>
                </a:lnTo>
                <a:lnTo>
                  <a:pt x="411" y="261"/>
                </a:lnTo>
                <a:lnTo>
                  <a:pt x="411" y="260"/>
                </a:lnTo>
                <a:lnTo>
                  <a:pt x="411" y="259"/>
                </a:lnTo>
                <a:lnTo>
                  <a:pt x="412" y="259"/>
                </a:lnTo>
                <a:lnTo>
                  <a:pt x="412" y="258"/>
                </a:lnTo>
                <a:lnTo>
                  <a:pt x="413" y="258"/>
                </a:lnTo>
                <a:lnTo>
                  <a:pt x="413" y="257"/>
                </a:lnTo>
                <a:lnTo>
                  <a:pt x="413" y="252"/>
                </a:lnTo>
                <a:lnTo>
                  <a:pt x="413" y="251"/>
                </a:lnTo>
                <a:lnTo>
                  <a:pt x="413" y="248"/>
                </a:lnTo>
                <a:lnTo>
                  <a:pt x="413" y="247"/>
                </a:lnTo>
                <a:lnTo>
                  <a:pt x="412" y="247"/>
                </a:lnTo>
                <a:lnTo>
                  <a:pt x="411" y="247"/>
                </a:lnTo>
                <a:lnTo>
                  <a:pt x="411" y="248"/>
                </a:lnTo>
                <a:lnTo>
                  <a:pt x="409" y="246"/>
                </a:lnTo>
                <a:lnTo>
                  <a:pt x="409" y="245"/>
                </a:lnTo>
                <a:lnTo>
                  <a:pt x="409" y="243"/>
                </a:lnTo>
                <a:lnTo>
                  <a:pt x="408" y="242"/>
                </a:lnTo>
                <a:lnTo>
                  <a:pt x="406" y="239"/>
                </a:lnTo>
                <a:lnTo>
                  <a:pt x="405" y="237"/>
                </a:lnTo>
                <a:lnTo>
                  <a:pt x="404" y="236"/>
                </a:lnTo>
                <a:lnTo>
                  <a:pt x="403" y="236"/>
                </a:lnTo>
                <a:lnTo>
                  <a:pt x="402" y="236"/>
                </a:lnTo>
                <a:lnTo>
                  <a:pt x="401" y="236"/>
                </a:lnTo>
                <a:lnTo>
                  <a:pt x="400" y="235"/>
                </a:lnTo>
                <a:lnTo>
                  <a:pt x="400" y="234"/>
                </a:lnTo>
                <a:lnTo>
                  <a:pt x="399" y="234"/>
                </a:lnTo>
                <a:lnTo>
                  <a:pt x="398" y="233"/>
                </a:lnTo>
                <a:lnTo>
                  <a:pt x="397" y="231"/>
                </a:lnTo>
                <a:lnTo>
                  <a:pt x="397" y="230"/>
                </a:lnTo>
                <a:lnTo>
                  <a:pt x="397" y="229"/>
                </a:lnTo>
                <a:lnTo>
                  <a:pt x="398" y="228"/>
                </a:lnTo>
                <a:lnTo>
                  <a:pt x="399" y="227"/>
                </a:lnTo>
                <a:lnTo>
                  <a:pt x="400" y="226"/>
                </a:lnTo>
                <a:lnTo>
                  <a:pt x="401" y="225"/>
                </a:lnTo>
                <a:lnTo>
                  <a:pt x="401" y="224"/>
                </a:lnTo>
                <a:lnTo>
                  <a:pt x="401" y="223"/>
                </a:lnTo>
                <a:lnTo>
                  <a:pt x="400" y="223"/>
                </a:lnTo>
                <a:lnTo>
                  <a:pt x="401" y="223"/>
                </a:lnTo>
                <a:lnTo>
                  <a:pt x="401" y="222"/>
                </a:lnTo>
                <a:lnTo>
                  <a:pt x="401" y="221"/>
                </a:lnTo>
                <a:lnTo>
                  <a:pt x="401" y="219"/>
                </a:lnTo>
                <a:lnTo>
                  <a:pt x="401" y="218"/>
                </a:lnTo>
                <a:lnTo>
                  <a:pt x="399" y="215"/>
                </a:lnTo>
                <a:lnTo>
                  <a:pt x="398" y="215"/>
                </a:lnTo>
                <a:lnTo>
                  <a:pt x="397" y="215"/>
                </a:lnTo>
                <a:lnTo>
                  <a:pt x="395" y="214"/>
                </a:lnTo>
                <a:lnTo>
                  <a:pt x="395" y="213"/>
                </a:lnTo>
                <a:lnTo>
                  <a:pt x="395" y="212"/>
                </a:lnTo>
                <a:lnTo>
                  <a:pt x="394" y="211"/>
                </a:lnTo>
                <a:lnTo>
                  <a:pt x="393" y="210"/>
                </a:lnTo>
                <a:lnTo>
                  <a:pt x="392" y="209"/>
                </a:lnTo>
                <a:lnTo>
                  <a:pt x="390" y="209"/>
                </a:lnTo>
                <a:lnTo>
                  <a:pt x="390" y="208"/>
                </a:lnTo>
                <a:lnTo>
                  <a:pt x="389" y="207"/>
                </a:lnTo>
                <a:lnTo>
                  <a:pt x="388" y="207"/>
                </a:lnTo>
                <a:lnTo>
                  <a:pt x="387" y="207"/>
                </a:lnTo>
                <a:lnTo>
                  <a:pt x="386" y="206"/>
                </a:lnTo>
                <a:lnTo>
                  <a:pt x="387" y="206"/>
                </a:lnTo>
                <a:lnTo>
                  <a:pt x="387" y="205"/>
                </a:lnTo>
                <a:lnTo>
                  <a:pt x="387" y="204"/>
                </a:lnTo>
                <a:lnTo>
                  <a:pt x="386" y="204"/>
                </a:lnTo>
                <a:lnTo>
                  <a:pt x="387" y="203"/>
                </a:lnTo>
                <a:lnTo>
                  <a:pt x="386" y="203"/>
                </a:lnTo>
                <a:lnTo>
                  <a:pt x="386" y="202"/>
                </a:lnTo>
                <a:lnTo>
                  <a:pt x="385" y="200"/>
                </a:lnTo>
                <a:lnTo>
                  <a:pt x="386" y="198"/>
                </a:lnTo>
                <a:lnTo>
                  <a:pt x="386" y="197"/>
                </a:lnTo>
                <a:lnTo>
                  <a:pt x="387" y="197"/>
                </a:lnTo>
                <a:lnTo>
                  <a:pt x="388" y="197"/>
                </a:lnTo>
                <a:lnTo>
                  <a:pt x="389" y="196"/>
                </a:lnTo>
                <a:lnTo>
                  <a:pt x="389" y="195"/>
                </a:lnTo>
                <a:lnTo>
                  <a:pt x="388" y="193"/>
                </a:lnTo>
                <a:lnTo>
                  <a:pt x="387" y="191"/>
                </a:lnTo>
                <a:lnTo>
                  <a:pt x="386" y="190"/>
                </a:lnTo>
                <a:lnTo>
                  <a:pt x="386" y="189"/>
                </a:lnTo>
                <a:lnTo>
                  <a:pt x="386" y="188"/>
                </a:lnTo>
                <a:lnTo>
                  <a:pt x="387" y="187"/>
                </a:lnTo>
                <a:lnTo>
                  <a:pt x="388" y="187"/>
                </a:lnTo>
                <a:lnTo>
                  <a:pt x="389" y="186"/>
                </a:lnTo>
                <a:lnTo>
                  <a:pt x="389" y="185"/>
                </a:lnTo>
                <a:lnTo>
                  <a:pt x="389" y="181"/>
                </a:lnTo>
                <a:lnTo>
                  <a:pt x="390" y="181"/>
                </a:lnTo>
                <a:lnTo>
                  <a:pt x="391" y="180"/>
                </a:lnTo>
                <a:lnTo>
                  <a:pt x="392" y="180"/>
                </a:lnTo>
                <a:lnTo>
                  <a:pt x="394" y="180"/>
                </a:lnTo>
                <a:lnTo>
                  <a:pt x="394" y="179"/>
                </a:lnTo>
                <a:lnTo>
                  <a:pt x="395" y="179"/>
                </a:lnTo>
                <a:lnTo>
                  <a:pt x="395" y="178"/>
                </a:lnTo>
                <a:lnTo>
                  <a:pt x="396" y="178"/>
                </a:lnTo>
                <a:lnTo>
                  <a:pt x="398" y="178"/>
                </a:lnTo>
                <a:lnTo>
                  <a:pt x="398" y="179"/>
                </a:lnTo>
                <a:lnTo>
                  <a:pt x="399" y="178"/>
                </a:lnTo>
                <a:lnTo>
                  <a:pt x="400" y="178"/>
                </a:lnTo>
                <a:lnTo>
                  <a:pt x="401" y="176"/>
                </a:lnTo>
                <a:lnTo>
                  <a:pt x="402" y="176"/>
                </a:lnTo>
                <a:lnTo>
                  <a:pt x="402" y="175"/>
                </a:lnTo>
                <a:lnTo>
                  <a:pt x="403" y="173"/>
                </a:lnTo>
                <a:lnTo>
                  <a:pt x="402" y="173"/>
                </a:lnTo>
                <a:lnTo>
                  <a:pt x="402" y="172"/>
                </a:lnTo>
                <a:lnTo>
                  <a:pt x="402" y="170"/>
                </a:lnTo>
                <a:lnTo>
                  <a:pt x="403" y="169"/>
                </a:lnTo>
                <a:lnTo>
                  <a:pt x="404" y="168"/>
                </a:lnTo>
                <a:lnTo>
                  <a:pt x="405" y="168"/>
                </a:lnTo>
                <a:lnTo>
                  <a:pt x="406" y="165"/>
                </a:lnTo>
                <a:lnTo>
                  <a:pt x="406" y="164"/>
                </a:lnTo>
                <a:lnTo>
                  <a:pt x="407" y="164"/>
                </a:lnTo>
                <a:lnTo>
                  <a:pt x="408" y="163"/>
                </a:lnTo>
                <a:lnTo>
                  <a:pt x="409" y="163"/>
                </a:lnTo>
                <a:lnTo>
                  <a:pt x="410" y="163"/>
                </a:lnTo>
                <a:lnTo>
                  <a:pt x="411" y="163"/>
                </a:lnTo>
                <a:lnTo>
                  <a:pt x="411" y="162"/>
                </a:lnTo>
                <a:lnTo>
                  <a:pt x="413" y="160"/>
                </a:lnTo>
                <a:lnTo>
                  <a:pt x="413" y="159"/>
                </a:lnTo>
                <a:lnTo>
                  <a:pt x="415" y="158"/>
                </a:lnTo>
                <a:lnTo>
                  <a:pt x="416" y="157"/>
                </a:lnTo>
                <a:lnTo>
                  <a:pt x="417" y="156"/>
                </a:lnTo>
                <a:lnTo>
                  <a:pt x="418" y="155"/>
                </a:lnTo>
                <a:lnTo>
                  <a:pt x="419" y="154"/>
                </a:lnTo>
                <a:lnTo>
                  <a:pt x="421" y="154"/>
                </a:lnTo>
                <a:lnTo>
                  <a:pt x="422" y="154"/>
                </a:lnTo>
                <a:lnTo>
                  <a:pt x="422" y="155"/>
                </a:lnTo>
                <a:lnTo>
                  <a:pt x="424" y="155"/>
                </a:lnTo>
                <a:lnTo>
                  <a:pt x="425" y="153"/>
                </a:lnTo>
                <a:lnTo>
                  <a:pt x="425" y="152"/>
                </a:lnTo>
                <a:lnTo>
                  <a:pt x="426" y="150"/>
                </a:lnTo>
                <a:lnTo>
                  <a:pt x="426" y="149"/>
                </a:lnTo>
                <a:lnTo>
                  <a:pt x="425" y="148"/>
                </a:lnTo>
                <a:lnTo>
                  <a:pt x="425" y="145"/>
                </a:lnTo>
                <a:lnTo>
                  <a:pt x="425" y="143"/>
                </a:lnTo>
                <a:lnTo>
                  <a:pt x="425" y="142"/>
                </a:lnTo>
                <a:lnTo>
                  <a:pt x="426" y="141"/>
                </a:lnTo>
                <a:lnTo>
                  <a:pt x="426" y="140"/>
                </a:lnTo>
                <a:lnTo>
                  <a:pt x="426" y="137"/>
                </a:lnTo>
                <a:lnTo>
                  <a:pt x="425" y="136"/>
                </a:lnTo>
                <a:lnTo>
                  <a:pt x="424" y="136"/>
                </a:lnTo>
                <a:lnTo>
                  <a:pt x="421" y="135"/>
                </a:lnTo>
                <a:lnTo>
                  <a:pt x="420" y="135"/>
                </a:lnTo>
                <a:lnTo>
                  <a:pt x="420" y="134"/>
                </a:lnTo>
                <a:lnTo>
                  <a:pt x="419" y="133"/>
                </a:lnTo>
                <a:lnTo>
                  <a:pt x="418" y="132"/>
                </a:lnTo>
                <a:lnTo>
                  <a:pt x="417" y="132"/>
                </a:lnTo>
                <a:lnTo>
                  <a:pt x="416" y="131"/>
                </a:lnTo>
                <a:lnTo>
                  <a:pt x="416" y="130"/>
                </a:lnTo>
                <a:lnTo>
                  <a:pt x="416" y="129"/>
                </a:lnTo>
                <a:lnTo>
                  <a:pt x="415" y="125"/>
                </a:lnTo>
                <a:lnTo>
                  <a:pt x="415" y="124"/>
                </a:lnTo>
                <a:lnTo>
                  <a:pt x="416" y="124"/>
                </a:lnTo>
                <a:lnTo>
                  <a:pt x="417" y="123"/>
                </a:lnTo>
                <a:lnTo>
                  <a:pt x="418" y="123"/>
                </a:lnTo>
                <a:lnTo>
                  <a:pt x="419" y="120"/>
                </a:lnTo>
                <a:lnTo>
                  <a:pt x="420" y="118"/>
                </a:lnTo>
                <a:lnTo>
                  <a:pt x="421" y="117"/>
                </a:lnTo>
                <a:lnTo>
                  <a:pt x="421" y="116"/>
                </a:lnTo>
                <a:lnTo>
                  <a:pt x="420" y="116"/>
                </a:lnTo>
                <a:lnTo>
                  <a:pt x="420" y="115"/>
                </a:lnTo>
                <a:lnTo>
                  <a:pt x="420" y="114"/>
                </a:lnTo>
                <a:lnTo>
                  <a:pt x="419" y="114"/>
                </a:lnTo>
                <a:lnTo>
                  <a:pt x="420" y="114"/>
                </a:lnTo>
                <a:lnTo>
                  <a:pt x="420" y="113"/>
                </a:lnTo>
                <a:lnTo>
                  <a:pt x="420" y="111"/>
                </a:lnTo>
                <a:lnTo>
                  <a:pt x="420" y="110"/>
                </a:lnTo>
                <a:lnTo>
                  <a:pt x="420" y="109"/>
                </a:lnTo>
                <a:lnTo>
                  <a:pt x="421" y="107"/>
                </a:lnTo>
                <a:lnTo>
                  <a:pt x="421" y="102"/>
                </a:lnTo>
                <a:lnTo>
                  <a:pt x="422" y="96"/>
                </a:lnTo>
                <a:lnTo>
                  <a:pt x="423" y="94"/>
                </a:lnTo>
                <a:lnTo>
                  <a:pt x="423" y="92"/>
                </a:lnTo>
                <a:lnTo>
                  <a:pt x="424" y="89"/>
                </a:lnTo>
                <a:lnTo>
                  <a:pt x="425" y="88"/>
                </a:lnTo>
                <a:lnTo>
                  <a:pt x="424" y="85"/>
                </a:lnTo>
                <a:lnTo>
                  <a:pt x="424" y="84"/>
                </a:lnTo>
                <a:lnTo>
                  <a:pt x="425" y="84"/>
                </a:lnTo>
                <a:lnTo>
                  <a:pt x="426" y="83"/>
                </a:lnTo>
                <a:lnTo>
                  <a:pt x="427" y="83"/>
                </a:lnTo>
                <a:lnTo>
                  <a:pt x="430" y="84"/>
                </a:lnTo>
                <a:lnTo>
                  <a:pt x="431" y="84"/>
                </a:lnTo>
                <a:lnTo>
                  <a:pt x="431" y="83"/>
                </a:lnTo>
                <a:lnTo>
                  <a:pt x="432" y="83"/>
                </a:lnTo>
                <a:lnTo>
                  <a:pt x="433" y="83"/>
                </a:lnTo>
                <a:lnTo>
                  <a:pt x="436" y="83"/>
                </a:lnTo>
                <a:lnTo>
                  <a:pt x="437" y="85"/>
                </a:lnTo>
                <a:lnTo>
                  <a:pt x="437" y="86"/>
                </a:lnTo>
                <a:lnTo>
                  <a:pt x="438" y="88"/>
                </a:lnTo>
                <a:lnTo>
                  <a:pt x="441" y="87"/>
                </a:lnTo>
                <a:lnTo>
                  <a:pt x="442" y="87"/>
                </a:lnTo>
                <a:lnTo>
                  <a:pt x="443" y="87"/>
                </a:lnTo>
                <a:lnTo>
                  <a:pt x="443" y="88"/>
                </a:lnTo>
                <a:lnTo>
                  <a:pt x="446" y="88"/>
                </a:lnTo>
                <a:lnTo>
                  <a:pt x="447" y="88"/>
                </a:lnTo>
                <a:lnTo>
                  <a:pt x="447" y="87"/>
                </a:lnTo>
                <a:lnTo>
                  <a:pt x="447" y="86"/>
                </a:lnTo>
                <a:lnTo>
                  <a:pt x="447" y="85"/>
                </a:lnTo>
                <a:lnTo>
                  <a:pt x="448" y="84"/>
                </a:lnTo>
                <a:lnTo>
                  <a:pt x="449" y="84"/>
                </a:lnTo>
                <a:lnTo>
                  <a:pt x="450" y="84"/>
                </a:lnTo>
                <a:lnTo>
                  <a:pt x="451" y="84"/>
                </a:lnTo>
                <a:lnTo>
                  <a:pt x="452" y="84"/>
                </a:lnTo>
                <a:lnTo>
                  <a:pt x="454" y="83"/>
                </a:lnTo>
                <a:lnTo>
                  <a:pt x="454" y="82"/>
                </a:lnTo>
                <a:lnTo>
                  <a:pt x="456" y="81"/>
                </a:lnTo>
                <a:lnTo>
                  <a:pt x="457" y="80"/>
                </a:lnTo>
                <a:lnTo>
                  <a:pt x="459" y="82"/>
                </a:lnTo>
                <a:lnTo>
                  <a:pt x="459" y="83"/>
                </a:lnTo>
                <a:lnTo>
                  <a:pt x="460" y="83"/>
                </a:lnTo>
                <a:lnTo>
                  <a:pt x="461" y="84"/>
                </a:lnTo>
                <a:lnTo>
                  <a:pt x="462" y="86"/>
                </a:lnTo>
                <a:lnTo>
                  <a:pt x="462" y="87"/>
                </a:lnTo>
                <a:lnTo>
                  <a:pt x="462" y="88"/>
                </a:lnTo>
                <a:lnTo>
                  <a:pt x="463" y="89"/>
                </a:lnTo>
                <a:lnTo>
                  <a:pt x="465" y="90"/>
                </a:lnTo>
                <a:lnTo>
                  <a:pt x="467" y="90"/>
                </a:lnTo>
                <a:lnTo>
                  <a:pt x="468" y="89"/>
                </a:lnTo>
                <a:lnTo>
                  <a:pt x="469" y="87"/>
                </a:lnTo>
                <a:lnTo>
                  <a:pt x="470" y="85"/>
                </a:lnTo>
                <a:lnTo>
                  <a:pt x="470" y="84"/>
                </a:lnTo>
                <a:lnTo>
                  <a:pt x="470" y="83"/>
                </a:lnTo>
                <a:lnTo>
                  <a:pt x="470" y="82"/>
                </a:lnTo>
                <a:lnTo>
                  <a:pt x="472" y="80"/>
                </a:lnTo>
                <a:lnTo>
                  <a:pt x="473" y="81"/>
                </a:lnTo>
                <a:lnTo>
                  <a:pt x="474" y="82"/>
                </a:lnTo>
                <a:lnTo>
                  <a:pt x="474" y="83"/>
                </a:lnTo>
                <a:lnTo>
                  <a:pt x="474" y="84"/>
                </a:lnTo>
                <a:lnTo>
                  <a:pt x="474" y="86"/>
                </a:lnTo>
                <a:lnTo>
                  <a:pt x="475" y="87"/>
                </a:lnTo>
                <a:lnTo>
                  <a:pt x="477" y="87"/>
                </a:lnTo>
                <a:lnTo>
                  <a:pt x="478" y="87"/>
                </a:lnTo>
                <a:lnTo>
                  <a:pt x="482" y="87"/>
                </a:lnTo>
                <a:lnTo>
                  <a:pt x="482" y="88"/>
                </a:lnTo>
                <a:lnTo>
                  <a:pt x="483" y="88"/>
                </a:lnTo>
                <a:lnTo>
                  <a:pt x="483" y="89"/>
                </a:lnTo>
                <a:lnTo>
                  <a:pt x="484" y="89"/>
                </a:lnTo>
                <a:lnTo>
                  <a:pt x="484" y="90"/>
                </a:lnTo>
                <a:lnTo>
                  <a:pt x="484" y="89"/>
                </a:lnTo>
                <a:lnTo>
                  <a:pt x="487" y="89"/>
                </a:lnTo>
                <a:lnTo>
                  <a:pt x="490" y="89"/>
                </a:lnTo>
                <a:lnTo>
                  <a:pt x="493" y="90"/>
                </a:lnTo>
                <a:lnTo>
                  <a:pt x="493" y="91"/>
                </a:lnTo>
                <a:lnTo>
                  <a:pt x="495" y="91"/>
                </a:lnTo>
                <a:lnTo>
                  <a:pt x="501" y="90"/>
                </a:lnTo>
                <a:lnTo>
                  <a:pt x="505" y="88"/>
                </a:lnTo>
                <a:lnTo>
                  <a:pt x="507" y="87"/>
                </a:lnTo>
                <a:lnTo>
                  <a:pt x="509" y="87"/>
                </a:lnTo>
                <a:lnTo>
                  <a:pt x="512" y="88"/>
                </a:lnTo>
                <a:lnTo>
                  <a:pt x="513" y="88"/>
                </a:lnTo>
                <a:lnTo>
                  <a:pt x="516" y="92"/>
                </a:lnTo>
                <a:lnTo>
                  <a:pt x="517" y="92"/>
                </a:lnTo>
                <a:lnTo>
                  <a:pt x="518" y="93"/>
                </a:lnTo>
                <a:lnTo>
                  <a:pt x="519" y="94"/>
                </a:lnTo>
                <a:lnTo>
                  <a:pt x="520" y="95"/>
                </a:lnTo>
                <a:lnTo>
                  <a:pt x="520" y="96"/>
                </a:lnTo>
                <a:lnTo>
                  <a:pt x="520" y="97"/>
                </a:lnTo>
                <a:lnTo>
                  <a:pt x="523" y="97"/>
                </a:lnTo>
                <a:lnTo>
                  <a:pt x="524" y="99"/>
                </a:lnTo>
                <a:lnTo>
                  <a:pt x="526" y="104"/>
                </a:lnTo>
                <a:lnTo>
                  <a:pt x="525" y="106"/>
                </a:lnTo>
                <a:lnTo>
                  <a:pt x="525" y="109"/>
                </a:lnTo>
                <a:lnTo>
                  <a:pt x="525" y="110"/>
                </a:lnTo>
                <a:lnTo>
                  <a:pt x="527" y="112"/>
                </a:lnTo>
                <a:lnTo>
                  <a:pt x="528" y="113"/>
                </a:lnTo>
                <a:lnTo>
                  <a:pt x="530" y="114"/>
                </a:lnTo>
                <a:lnTo>
                  <a:pt x="530" y="115"/>
                </a:lnTo>
                <a:lnTo>
                  <a:pt x="531" y="117"/>
                </a:lnTo>
                <a:lnTo>
                  <a:pt x="531" y="118"/>
                </a:lnTo>
                <a:lnTo>
                  <a:pt x="530" y="118"/>
                </a:lnTo>
                <a:lnTo>
                  <a:pt x="531" y="122"/>
                </a:lnTo>
                <a:lnTo>
                  <a:pt x="533" y="123"/>
                </a:lnTo>
                <a:lnTo>
                  <a:pt x="533" y="122"/>
                </a:lnTo>
                <a:lnTo>
                  <a:pt x="537" y="123"/>
                </a:lnTo>
                <a:lnTo>
                  <a:pt x="538" y="124"/>
                </a:lnTo>
                <a:lnTo>
                  <a:pt x="539" y="125"/>
                </a:lnTo>
                <a:lnTo>
                  <a:pt x="539" y="128"/>
                </a:lnTo>
                <a:lnTo>
                  <a:pt x="539" y="130"/>
                </a:lnTo>
                <a:lnTo>
                  <a:pt x="540" y="130"/>
                </a:lnTo>
                <a:lnTo>
                  <a:pt x="540" y="131"/>
                </a:lnTo>
                <a:lnTo>
                  <a:pt x="540" y="132"/>
                </a:lnTo>
                <a:lnTo>
                  <a:pt x="539" y="133"/>
                </a:lnTo>
                <a:lnTo>
                  <a:pt x="539" y="134"/>
                </a:lnTo>
                <a:lnTo>
                  <a:pt x="541" y="135"/>
                </a:lnTo>
                <a:lnTo>
                  <a:pt x="543" y="135"/>
                </a:lnTo>
                <a:lnTo>
                  <a:pt x="546" y="134"/>
                </a:lnTo>
                <a:lnTo>
                  <a:pt x="548" y="134"/>
                </a:lnTo>
                <a:lnTo>
                  <a:pt x="549" y="134"/>
                </a:lnTo>
                <a:lnTo>
                  <a:pt x="551" y="133"/>
                </a:lnTo>
                <a:lnTo>
                  <a:pt x="554" y="133"/>
                </a:lnTo>
                <a:lnTo>
                  <a:pt x="556" y="133"/>
                </a:lnTo>
                <a:lnTo>
                  <a:pt x="556" y="132"/>
                </a:lnTo>
                <a:lnTo>
                  <a:pt x="556" y="131"/>
                </a:lnTo>
                <a:lnTo>
                  <a:pt x="558" y="129"/>
                </a:lnTo>
                <a:lnTo>
                  <a:pt x="562" y="128"/>
                </a:lnTo>
                <a:lnTo>
                  <a:pt x="562" y="127"/>
                </a:lnTo>
                <a:lnTo>
                  <a:pt x="566" y="127"/>
                </a:lnTo>
                <a:lnTo>
                  <a:pt x="567" y="127"/>
                </a:lnTo>
                <a:lnTo>
                  <a:pt x="567" y="128"/>
                </a:lnTo>
                <a:lnTo>
                  <a:pt x="568" y="128"/>
                </a:lnTo>
                <a:lnTo>
                  <a:pt x="569" y="128"/>
                </a:lnTo>
                <a:lnTo>
                  <a:pt x="570" y="127"/>
                </a:lnTo>
                <a:lnTo>
                  <a:pt x="571" y="126"/>
                </a:lnTo>
                <a:lnTo>
                  <a:pt x="572" y="126"/>
                </a:lnTo>
                <a:lnTo>
                  <a:pt x="572" y="127"/>
                </a:lnTo>
                <a:lnTo>
                  <a:pt x="573" y="127"/>
                </a:lnTo>
                <a:lnTo>
                  <a:pt x="575" y="126"/>
                </a:lnTo>
                <a:lnTo>
                  <a:pt x="576" y="126"/>
                </a:lnTo>
                <a:lnTo>
                  <a:pt x="577" y="126"/>
                </a:lnTo>
                <a:lnTo>
                  <a:pt x="577" y="125"/>
                </a:lnTo>
                <a:lnTo>
                  <a:pt x="578" y="125"/>
                </a:lnTo>
                <a:lnTo>
                  <a:pt x="578" y="124"/>
                </a:lnTo>
                <a:lnTo>
                  <a:pt x="577" y="123"/>
                </a:lnTo>
                <a:lnTo>
                  <a:pt x="578" y="122"/>
                </a:lnTo>
                <a:lnTo>
                  <a:pt x="579" y="122"/>
                </a:lnTo>
                <a:lnTo>
                  <a:pt x="579" y="121"/>
                </a:lnTo>
                <a:lnTo>
                  <a:pt x="579" y="122"/>
                </a:lnTo>
                <a:lnTo>
                  <a:pt x="580" y="121"/>
                </a:lnTo>
                <a:lnTo>
                  <a:pt x="581" y="121"/>
                </a:lnTo>
                <a:lnTo>
                  <a:pt x="581" y="120"/>
                </a:lnTo>
                <a:lnTo>
                  <a:pt x="580" y="120"/>
                </a:lnTo>
                <a:lnTo>
                  <a:pt x="579" y="119"/>
                </a:lnTo>
                <a:lnTo>
                  <a:pt x="579" y="118"/>
                </a:lnTo>
                <a:lnTo>
                  <a:pt x="580" y="118"/>
                </a:lnTo>
                <a:lnTo>
                  <a:pt x="580" y="117"/>
                </a:lnTo>
                <a:lnTo>
                  <a:pt x="580" y="115"/>
                </a:lnTo>
                <a:lnTo>
                  <a:pt x="580" y="114"/>
                </a:lnTo>
                <a:lnTo>
                  <a:pt x="580" y="113"/>
                </a:lnTo>
                <a:lnTo>
                  <a:pt x="579" y="113"/>
                </a:lnTo>
                <a:lnTo>
                  <a:pt x="577" y="111"/>
                </a:lnTo>
                <a:lnTo>
                  <a:pt x="575" y="110"/>
                </a:lnTo>
                <a:lnTo>
                  <a:pt x="576" y="109"/>
                </a:lnTo>
                <a:lnTo>
                  <a:pt x="576" y="108"/>
                </a:lnTo>
                <a:lnTo>
                  <a:pt x="576" y="107"/>
                </a:lnTo>
                <a:lnTo>
                  <a:pt x="576" y="106"/>
                </a:lnTo>
                <a:lnTo>
                  <a:pt x="575" y="106"/>
                </a:lnTo>
                <a:lnTo>
                  <a:pt x="574" y="105"/>
                </a:lnTo>
                <a:lnTo>
                  <a:pt x="573" y="105"/>
                </a:lnTo>
                <a:lnTo>
                  <a:pt x="573" y="103"/>
                </a:lnTo>
                <a:lnTo>
                  <a:pt x="575" y="101"/>
                </a:lnTo>
                <a:lnTo>
                  <a:pt x="575" y="100"/>
                </a:lnTo>
                <a:lnTo>
                  <a:pt x="576" y="100"/>
                </a:lnTo>
                <a:lnTo>
                  <a:pt x="577" y="98"/>
                </a:lnTo>
                <a:lnTo>
                  <a:pt x="577" y="97"/>
                </a:lnTo>
                <a:lnTo>
                  <a:pt x="577" y="96"/>
                </a:lnTo>
                <a:lnTo>
                  <a:pt x="577" y="95"/>
                </a:lnTo>
                <a:lnTo>
                  <a:pt x="579" y="94"/>
                </a:lnTo>
                <a:lnTo>
                  <a:pt x="579" y="93"/>
                </a:lnTo>
                <a:lnTo>
                  <a:pt x="579" y="92"/>
                </a:lnTo>
                <a:lnTo>
                  <a:pt x="578" y="92"/>
                </a:lnTo>
                <a:lnTo>
                  <a:pt x="574" y="86"/>
                </a:lnTo>
                <a:lnTo>
                  <a:pt x="572" y="85"/>
                </a:lnTo>
                <a:lnTo>
                  <a:pt x="571" y="84"/>
                </a:lnTo>
                <a:lnTo>
                  <a:pt x="570" y="83"/>
                </a:lnTo>
                <a:lnTo>
                  <a:pt x="569" y="82"/>
                </a:lnTo>
                <a:lnTo>
                  <a:pt x="569" y="81"/>
                </a:lnTo>
                <a:lnTo>
                  <a:pt x="570" y="78"/>
                </a:lnTo>
                <a:lnTo>
                  <a:pt x="570" y="77"/>
                </a:lnTo>
                <a:lnTo>
                  <a:pt x="572" y="75"/>
                </a:lnTo>
                <a:lnTo>
                  <a:pt x="573" y="74"/>
                </a:lnTo>
                <a:lnTo>
                  <a:pt x="577" y="71"/>
                </a:lnTo>
                <a:lnTo>
                  <a:pt x="578" y="71"/>
                </a:lnTo>
                <a:lnTo>
                  <a:pt x="579" y="71"/>
                </a:lnTo>
                <a:lnTo>
                  <a:pt x="580" y="71"/>
                </a:lnTo>
                <a:lnTo>
                  <a:pt x="581" y="69"/>
                </a:lnTo>
                <a:lnTo>
                  <a:pt x="581" y="68"/>
                </a:lnTo>
                <a:lnTo>
                  <a:pt x="581" y="67"/>
                </a:lnTo>
                <a:lnTo>
                  <a:pt x="580" y="67"/>
                </a:lnTo>
                <a:lnTo>
                  <a:pt x="579" y="67"/>
                </a:lnTo>
                <a:lnTo>
                  <a:pt x="579" y="68"/>
                </a:lnTo>
                <a:lnTo>
                  <a:pt x="578" y="67"/>
                </a:lnTo>
                <a:lnTo>
                  <a:pt x="577" y="66"/>
                </a:lnTo>
                <a:lnTo>
                  <a:pt x="577" y="65"/>
                </a:lnTo>
                <a:lnTo>
                  <a:pt x="576" y="64"/>
                </a:lnTo>
                <a:lnTo>
                  <a:pt x="576" y="63"/>
                </a:lnTo>
                <a:lnTo>
                  <a:pt x="575" y="63"/>
                </a:lnTo>
                <a:lnTo>
                  <a:pt x="574" y="62"/>
                </a:lnTo>
                <a:lnTo>
                  <a:pt x="573" y="62"/>
                </a:lnTo>
                <a:lnTo>
                  <a:pt x="573" y="61"/>
                </a:lnTo>
                <a:lnTo>
                  <a:pt x="573" y="60"/>
                </a:lnTo>
                <a:lnTo>
                  <a:pt x="569" y="60"/>
                </a:lnTo>
                <a:lnTo>
                  <a:pt x="567" y="59"/>
                </a:lnTo>
                <a:lnTo>
                  <a:pt x="565" y="59"/>
                </a:lnTo>
                <a:lnTo>
                  <a:pt x="563" y="60"/>
                </a:lnTo>
                <a:lnTo>
                  <a:pt x="562" y="60"/>
                </a:lnTo>
                <a:lnTo>
                  <a:pt x="561" y="60"/>
                </a:lnTo>
                <a:lnTo>
                  <a:pt x="561" y="61"/>
                </a:lnTo>
                <a:lnTo>
                  <a:pt x="562" y="62"/>
                </a:lnTo>
                <a:lnTo>
                  <a:pt x="561" y="62"/>
                </a:lnTo>
                <a:lnTo>
                  <a:pt x="560" y="61"/>
                </a:lnTo>
                <a:lnTo>
                  <a:pt x="559" y="61"/>
                </a:lnTo>
                <a:lnTo>
                  <a:pt x="557" y="61"/>
                </a:lnTo>
                <a:lnTo>
                  <a:pt x="557" y="62"/>
                </a:lnTo>
                <a:lnTo>
                  <a:pt x="556" y="62"/>
                </a:lnTo>
                <a:lnTo>
                  <a:pt x="554" y="62"/>
                </a:lnTo>
                <a:lnTo>
                  <a:pt x="552" y="61"/>
                </a:lnTo>
                <a:lnTo>
                  <a:pt x="551" y="62"/>
                </a:lnTo>
                <a:lnTo>
                  <a:pt x="550" y="62"/>
                </a:lnTo>
                <a:lnTo>
                  <a:pt x="550" y="61"/>
                </a:lnTo>
                <a:lnTo>
                  <a:pt x="549" y="61"/>
                </a:lnTo>
                <a:lnTo>
                  <a:pt x="549" y="60"/>
                </a:lnTo>
                <a:lnTo>
                  <a:pt x="549" y="58"/>
                </a:lnTo>
                <a:lnTo>
                  <a:pt x="549" y="56"/>
                </a:lnTo>
                <a:lnTo>
                  <a:pt x="548" y="55"/>
                </a:lnTo>
                <a:lnTo>
                  <a:pt x="548" y="54"/>
                </a:lnTo>
                <a:lnTo>
                  <a:pt x="547" y="52"/>
                </a:lnTo>
                <a:lnTo>
                  <a:pt x="546" y="49"/>
                </a:lnTo>
                <a:lnTo>
                  <a:pt x="546" y="47"/>
                </a:lnTo>
                <a:lnTo>
                  <a:pt x="546" y="46"/>
                </a:lnTo>
                <a:lnTo>
                  <a:pt x="545" y="45"/>
                </a:lnTo>
                <a:lnTo>
                  <a:pt x="545" y="44"/>
                </a:lnTo>
                <a:lnTo>
                  <a:pt x="545" y="43"/>
                </a:lnTo>
                <a:lnTo>
                  <a:pt x="546" y="43"/>
                </a:lnTo>
                <a:lnTo>
                  <a:pt x="546" y="44"/>
                </a:lnTo>
                <a:lnTo>
                  <a:pt x="549" y="46"/>
                </a:lnTo>
                <a:lnTo>
                  <a:pt x="549" y="45"/>
                </a:lnTo>
                <a:lnTo>
                  <a:pt x="550" y="45"/>
                </a:lnTo>
                <a:lnTo>
                  <a:pt x="550" y="44"/>
                </a:lnTo>
                <a:lnTo>
                  <a:pt x="552" y="42"/>
                </a:lnTo>
                <a:lnTo>
                  <a:pt x="553" y="43"/>
                </a:lnTo>
                <a:lnTo>
                  <a:pt x="554" y="46"/>
                </a:lnTo>
                <a:lnTo>
                  <a:pt x="554" y="47"/>
                </a:lnTo>
                <a:lnTo>
                  <a:pt x="555" y="49"/>
                </a:lnTo>
                <a:lnTo>
                  <a:pt x="556" y="50"/>
                </a:lnTo>
                <a:lnTo>
                  <a:pt x="559" y="51"/>
                </a:lnTo>
                <a:lnTo>
                  <a:pt x="560" y="51"/>
                </a:lnTo>
                <a:lnTo>
                  <a:pt x="560" y="50"/>
                </a:lnTo>
                <a:lnTo>
                  <a:pt x="559" y="50"/>
                </a:lnTo>
                <a:lnTo>
                  <a:pt x="559" y="49"/>
                </a:lnTo>
                <a:lnTo>
                  <a:pt x="559" y="48"/>
                </a:lnTo>
                <a:lnTo>
                  <a:pt x="560" y="45"/>
                </a:lnTo>
                <a:lnTo>
                  <a:pt x="563" y="42"/>
                </a:lnTo>
                <a:lnTo>
                  <a:pt x="564" y="42"/>
                </a:lnTo>
                <a:lnTo>
                  <a:pt x="565" y="42"/>
                </a:lnTo>
                <a:lnTo>
                  <a:pt x="566" y="42"/>
                </a:lnTo>
                <a:lnTo>
                  <a:pt x="566" y="41"/>
                </a:lnTo>
                <a:lnTo>
                  <a:pt x="566" y="40"/>
                </a:lnTo>
                <a:lnTo>
                  <a:pt x="566" y="39"/>
                </a:lnTo>
                <a:lnTo>
                  <a:pt x="567" y="39"/>
                </a:lnTo>
                <a:lnTo>
                  <a:pt x="569" y="38"/>
                </a:lnTo>
                <a:lnTo>
                  <a:pt x="570" y="38"/>
                </a:lnTo>
                <a:lnTo>
                  <a:pt x="570" y="39"/>
                </a:lnTo>
                <a:lnTo>
                  <a:pt x="571" y="39"/>
                </a:lnTo>
                <a:lnTo>
                  <a:pt x="573" y="39"/>
                </a:lnTo>
                <a:lnTo>
                  <a:pt x="576" y="39"/>
                </a:lnTo>
                <a:lnTo>
                  <a:pt x="577" y="39"/>
                </a:lnTo>
                <a:lnTo>
                  <a:pt x="578" y="36"/>
                </a:lnTo>
                <a:lnTo>
                  <a:pt x="578" y="35"/>
                </a:lnTo>
                <a:lnTo>
                  <a:pt x="579" y="35"/>
                </a:lnTo>
                <a:lnTo>
                  <a:pt x="582" y="32"/>
                </a:lnTo>
                <a:lnTo>
                  <a:pt x="584" y="31"/>
                </a:lnTo>
                <a:lnTo>
                  <a:pt x="585" y="31"/>
                </a:lnTo>
                <a:lnTo>
                  <a:pt x="586" y="31"/>
                </a:lnTo>
                <a:lnTo>
                  <a:pt x="586" y="30"/>
                </a:lnTo>
                <a:lnTo>
                  <a:pt x="586" y="29"/>
                </a:lnTo>
                <a:lnTo>
                  <a:pt x="588" y="28"/>
                </a:lnTo>
                <a:lnTo>
                  <a:pt x="588" y="25"/>
                </a:lnTo>
                <a:lnTo>
                  <a:pt x="588" y="24"/>
                </a:lnTo>
                <a:lnTo>
                  <a:pt x="589" y="23"/>
                </a:lnTo>
                <a:lnTo>
                  <a:pt x="591" y="23"/>
                </a:lnTo>
                <a:lnTo>
                  <a:pt x="593" y="24"/>
                </a:lnTo>
                <a:lnTo>
                  <a:pt x="595" y="24"/>
                </a:lnTo>
                <a:lnTo>
                  <a:pt x="595" y="22"/>
                </a:lnTo>
                <a:lnTo>
                  <a:pt x="595" y="21"/>
                </a:lnTo>
                <a:lnTo>
                  <a:pt x="594" y="20"/>
                </a:lnTo>
                <a:lnTo>
                  <a:pt x="594" y="19"/>
                </a:lnTo>
                <a:lnTo>
                  <a:pt x="593" y="19"/>
                </a:lnTo>
                <a:lnTo>
                  <a:pt x="592" y="18"/>
                </a:lnTo>
                <a:lnTo>
                  <a:pt x="592" y="17"/>
                </a:lnTo>
                <a:lnTo>
                  <a:pt x="593" y="15"/>
                </a:lnTo>
                <a:lnTo>
                  <a:pt x="594" y="14"/>
                </a:lnTo>
                <a:lnTo>
                  <a:pt x="594" y="13"/>
                </a:lnTo>
                <a:lnTo>
                  <a:pt x="595" y="13"/>
                </a:lnTo>
                <a:lnTo>
                  <a:pt x="596" y="13"/>
                </a:lnTo>
                <a:lnTo>
                  <a:pt x="597" y="13"/>
                </a:lnTo>
                <a:lnTo>
                  <a:pt x="598" y="13"/>
                </a:lnTo>
                <a:lnTo>
                  <a:pt x="598" y="12"/>
                </a:lnTo>
                <a:lnTo>
                  <a:pt x="598" y="11"/>
                </a:lnTo>
                <a:lnTo>
                  <a:pt x="597" y="12"/>
                </a:lnTo>
                <a:lnTo>
                  <a:pt x="596" y="12"/>
                </a:lnTo>
                <a:lnTo>
                  <a:pt x="597" y="9"/>
                </a:lnTo>
                <a:lnTo>
                  <a:pt x="597" y="8"/>
                </a:lnTo>
                <a:lnTo>
                  <a:pt x="598" y="8"/>
                </a:lnTo>
                <a:lnTo>
                  <a:pt x="599" y="8"/>
                </a:lnTo>
                <a:lnTo>
                  <a:pt x="600" y="8"/>
                </a:lnTo>
                <a:lnTo>
                  <a:pt x="601" y="8"/>
                </a:lnTo>
                <a:lnTo>
                  <a:pt x="601" y="9"/>
                </a:lnTo>
                <a:lnTo>
                  <a:pt x="601" y="10"/>
                </a:lnTo>
                <a:lnTo>
                  <a:pt x="601" y="11"/>
                </a:lnTo>
                <a:lnTo>
                  <a:pt x="603" y="12"/>
                </a:lnTo>
                <a:lnTo>
                  <a:pt x="604" y="12"/>
                </a:lnTo>
                <a:lnTo>
                  <a:pt x="604" y="11"/>
                </a:lnTo>
                <a:lnTo>
                  <a:pt x="605" y="10"/>
                </a:lnTo>
                <a:lnTo>
                  <a:pt x="606" y="10"/>
                </a:lnTo>
                <a:lnTo>
                  <a:pt x="607" y="10"/>
                </a:lnTo>
                <a:lnTo>
                  <a:pt x="607" y="9"/>
                </a:lnTo>
                <a:lnTo>
                  <a:pt x="608" y="9"/>
                </a:lnTo>
                <a:lnTo>
                  <a:pt x="608" y="8"/>
                </a:lnTo>
                <a:lnTo>
                  <a:pt x="608" y="7"/>
                </a:lnTo>
                <a:lnTo>
                  <a:pt x="608" y="6"/>
                </a:lnTo>
                <a:lnTo>
                  <a:pt x="608" y="5"/>
                </a:lnTo>
                <a:lnTo>
                  <a:pt x="611" y="3"/>
                </a:lnTo>
                <a:lnTo>
                  <a:pt x="614" y="1"/>
                </a:lnTo>
                <a:lnTo>
                  <a:pt x="615" y="1"/>
                </a:lnTo>
                <a:lnTo>
                  <a:pt x="615" y="2"/>
                </a:lnTo>
                <a:lnTo>
                  <a:pt x="616" y="3"/>
                </a:lnTo>
                <a:lnTo>
                  <a:pt x="616" y="4"/>
                </a:lnTo>
                <a:lnTo>
                  <a:pt x="617" y="5"/>
                </a:lnTo>
                <a:lnTo>
                  <a:pt x="618" y="5"/>
                </a:lnTo>
                <a:lnTo>
                  <a:pt x="618" y="4"/>
                </a:lnTo>
                <a:lnTo>
                  <a:pt x="619" y="4"/>
                </a:lnTo>
                <a:lnTo>
                  <a:pt x="618" y="4"/>
                </a:lnTo>
                <a:lnTo>
                  <a:pt x="618" y="3"/>
                </a:lnTo>
                <a:lnTo>
                  <a:pt x="619" y="3"/>
                </a:lnTo>
                <a:lnTo>
                  <a:pt x="620" y="4"/>
                </a:lnTo>
                <a:lnTo>
                  <a:pt x="621" y="5"/>
                </a:lnTo>
                <a:lnTo>
                  <a:pt x="622" y="5"/>
                </a:lnTo>
                <a:lnTo>
                  <a:pt x="623" y="5"/>
                </a:lnTo>
                <a:lnTo>
                  <a:pt x="623" y="3"/>
                </a:lnTo>
                <a:lnTo>
                  <a:pt x="622" y="2"/>
                </a:lnTo>
                <a:lnTo>
                  <a:pt x="623" y="1"/>
                </a:lnTo>
                <a:lnTo>
                  <a:pt x="624" y="0"/>
                </a:lnTo>
                <a:lnTo>
                  <a:pt x="625" y="0"/>
                </a:lnTo>
                <a:lnTo>
                  <a:pt x="625" y="1"/>
                </a:lnTo>
                <a:lnTo>
                  <a:pt x="624" y="2"/>
                </a:lnTo>
                <a:lnTo>
                  <a:pt x="624" y="3"/>
                </a:lnTo>
                <a:lnTo>
                  <a:pt x="625" y="3"/>
                </a:lnTo>
                <a:lnTo>
                  <a:pt x="625" y="4"/>
                </a:lnTo>
                <a:lnTo>
                  <a:pt x="627" y="6"/>
                </a:lnTo>
                <a:lnTo>
                  <a:pt x="628" y="10"/>
                </a:lnTo>
                <a:lnTo>
                  <a:pt x="628" y="12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4" name=""/>
          <p:cNvSpPr/>
          <p:nvPr/>
        </p:nvSpPr>
        <p:spPr>
          <a:xfrm>
            <a:off x="8082000" y="264168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0" y="7"/>
                </a:move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5" name=""/>
          <p:cNvSpPr/>
          <p:nvPr/>
        </p:nvSpPr>
        <p:spPr>
          <a:xfrm>
            <a:off x="8083800" y="263880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6" y="1"/>
                </a:move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7" y="3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6" name=""/>
          <p:cNvSpPr/>
          <p:nvPr/>
        </p:nvSpPr>
        <p:spPr>
          <a:xfrm>
            <a:off x="8061120" y="263772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7" y="1"/>
                </a:move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7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7" name=""/>
          <p:cNvSpPr/>
          <p:nvPr/>
        </p:nvSpPr>
        <p:spPr>
          <a:xfrm>
            <a:off x="8058960" y="26373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5" y="5"/>
                </a:move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8" name=""/>
          <p:cNvSpPr/>
          <p:nvPr/>
        </p:nvSpPr>
        <p:spPr>
          <a:xfrm>
            <a:off x="8062920" y="263448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8" y="3"/>
                </a:moveTo>
                <a:lnTo>
                  <a:pt x="6" y="3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9" name=""/>
          <p:cNvSpPr/>
          <p:nvPr/>
        </p:nvSpPr>
        <p:spPr>
          <a:xfrm>
            <a:off x="8089560" y="26341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4" y="1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0" name=""/>
          <p:cNvSpPr/>
          <p:nvPr/>
        </p:nvSpPr>
        <p:spPr>
          <a:xfrm>
            <a:off x="8068320" y="2633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1"/>
                </a:move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1" name=""/>
          <p:cNvSpPr/>
          <p:nvPr/>
        </p:nvSpPr>
        <p:spPr>
          <a:xfrm>
            <a:off x="8066880" y="263376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2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2" name=""/>
          <p:cNvSpPr/>
          <p:nvPr/>
        </p:nvSpPr>
        <p:spPr>
          <a:xfrm>
            <a:off x="8059320" y="263232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6" y="3"/>
                </a:moveTo>
                <a:lnTo>
                  <a:pt x="5" y="4"/>
                </a:lnTo>
                <a:lnTo>
                  <a:pt x="6" y="3"/>
                </a:lnTo>
                <a:lnTo>
                  <a:pt x="7" y="3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3" name=""/>
          <p:cNvSpPr/>
          <p:nvPr/>
        </p:nvSpPr>
        <p:spPr>
          <a:xfrm>
            <a:off x="8059320" y="2631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4" name=""/>
          <p:cNvSpPr/>
          <p:nvPr/>
        </p:nvSpPr>
        <p:spPr>
          <a:xfrm>
            <a:off x="8074080" y="26305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2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5" name=""/>
          <p:cNvSpPr/>
          <p:nvPr/>
        </p:nvSpPr>
        <p:spPr>
          <a:xfrm>
            <a:off x="8080920" y="26301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close/>
              </a:path>
            </a:pathLst>
          </a:custGeom>
          <a:solidFill>
            <a:srgbClr val="84B1D4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6" name=""/>
          <p:cNvSpPr/>
          <p:nvPr/>
        </p:nvSpPr>
        <p:spPr>
          <a:xfrm>
            <a:off x="8080920" y="26301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close/>
              </a:path>
            </a:pathLst>
          </a:custGeom>
          <a:noFill/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7" name=""/>
          <p:cNvSpPr/>
          <p:nvPr/>
        </p:nvSpPr>
        <p:spPr>
          <a:xfrm>
            <a:off x="8074800" y="2629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8" name=""/>
          <p:cNvSpPr/>
          <p:nvPr/>
        </p:nvSpPr>
        <p:spPr>
          <a:xfrm>
            <a:off x="8081280" y="2629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9" name=""/>
          <p:cNvSpPr/>
          <p:nvPr/>
        </p:nvSpPr>
        <p:spPr>
          <a:xfrm>
            <a:off x="8079840" y="26294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3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0" name=""/>
          <p:cNvSpPr/>
          <p:nvPr/>
        </p:nvSpPr>
        <p:spPr>
          <a:xfrm>
            <a:off x="8078400" y="2628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1" name=""/>
          <p:cNvSpPr/>
          <p:nvPr/>
        </p:nvSpPr>
        <p:spPr>
          <a:xfrm>
            <a:off x="8059320" y="2627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3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2" name=""/>
          <p:cNvSpPr/>
          <p:nvPr/>
        </p:nvSpPr>
        <p:spPr>
          <a:xfrm>
            <a:off x="8081640" y="262476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7" y="4"/>
                </a:move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2"/>
                </a:lnTo>
                <a:lnTo>
                  <a:pt x="7" y="4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3" name=""/>
          <p:cNvSpPr/>
          <p:nvPr/>
        </p:nvSpPr>
        <p:spPr>
          <a:xfrm>
            <a:off x="8071920" y="2624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1"/>
                </a:move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1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4" name=""/>
          <p:cNvSpPr/>
          <p:nvPr/>
        </p:nvSpPr>
        <p:spPr>
          <a:xfrm>
            <a:off x="8059320" y="2624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3" y="4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5" name=""/>
          <p:cNvSpPr/>
          <p:nvPr/>
        </p:nvSpPr>
        <p:spPr>
          <a:xfrm>
            <a:off x="8066880" y="2622600"/>
            <a:ext cx="1800" cy="3240"/>
          </a:xfrm>
          <a:custGeom>
            <a:avLst/>
            <a:gdLst/>
            <a:ahLst/>
            <a:rect l="0" t="0" r="r" b="b"/>
            <a:pathLst>
              <a:path w="5" h="9">
                <a:moveTo>
                  <a:pt x="4" y="9"/>
                </a:move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5" y="7"/>
                </a:lnTo>
                <a:lnTo>
                  <a:pt x="4" y="8"/>
                </a:lnTo>
                <a:lnTo>
                  <a:pt x="4" y="9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6" name=""/>
          <p:cNvSpPr/>
          <p:nvPr/>
        </p:nvSpPr>
        <p:spPr>
          <a:xfrm>
            <a:off x="8065440" y="26215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4"/>
                </a:moveTo>
                <a:lnTo>
                  <a:pt x="1" y="3"/>
                </a:lnTo>
                <a:lnTo>
                  <a:pt x="0" y="3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5" y="3"/>
                </a:lnTo>
                <a:lnTo>
                  <a:pt x="5" y="4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7" name=""/>
          <p:cNvSpPr/>
          <p:nvPr/>
        </p:nvSpPr>
        <p:spPr>
          <a:xfrm>
            <a:off x="8063280" y="260352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5" y="1"/>
                </a:moveTo>
                <a:lnTo>
                  <a:pt x="5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8" name=""/>
          <p:cNvSpPr/>
          <p:nvPr/>
        </p:nvSpPr>
        <p:spPr>
          <a:xfrm>
            <a:off x="8066160" y="25974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0"/>
                </a:moveTo>
                <a:lnTo>
                  <a:pt x="3" y="1"/>
                </a:lnTo>
                <a:lnTo>
                  <a:pt x="3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9" name=""/>
          <p:cNvSpPr/>
          <p:nvPr/>
        </p:nvSpPr>
        <p:spPr>
          <a:xfrm>
            <a:off x="8066520" y="259632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0" name=""/>
          <p:cNvSpPr/>
          <p:nvPr/>
        </p:nvSpPr>
        <p:spPr>
          <a:xfrm>
            <a:off x="8089200" y="263196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9" y="2"/>
                </a:moveTo>
                <a:lnTo>
                  <a:pt x="9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9" y="2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1" name=""/>
          <p:cNvSpPr/>
          <p:nvPr/>
        </p:nvSpPr>
        <p:spPr>
          <a:xfrm>
            <a:off x="8092800" y="263088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6" y="0"/>
                </a:move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9" y="3"/>
                </a:lnTo>
                <a:lnTo>
                  <a:pt x="9" y="4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6" y="0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2" name=""/>
          <p:cNvSpPr/>
          <p:nvPr/>
        </p:nvSpPr>
        <p:spPr>
          <a:xfrm>
            <a:off x="8095680" y="2626200"/>
            <a:ext cx="6840" cy="4320"/>
          </a:xfrm>
          <a:custGeom>
            <a:avLst/>
            <a:gdLst/>
            <a:ahLst/>
            <a:rect l="0" t="0" r="r" b="b"/>
            <a:pathLst>
              <a:path w="19" h="12">
                <a:moveTo>
                  <a:pt x="19" y="1"/>
                </a:moveTo>
                <a:lnTo>
                  <a:pt x="17" y="2"/>
                </a:lnTo>
                <a:lnTo>
                  <a:pt x="17" y="3"/>
                </a:lnTo>
                <a:lnTo>
                  <a:pt x="17" y="5"/>
                </a:lnTo>
                <a:lnTo>
                  <a:pt x="17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4" y="10"/>
                </a:lnTo>
                <a:lnTo>
                  <a:pt x="4" y="11"/>
                </a:lnTo>
                <a:lnTo>
                  <a:pt x="2" y="12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0"/>
                </a:lnTo>
                <a:lnTo>
                  <a:pt x="2" y="9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6" y="8"/>
                </a:lnTo>
                <a:lnTo>
                  <a:pt x="7" y="7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9" y="6"/>
                </a:lnTo>
                <a:lnTo>
                  <a:pt x="10" y="6"/>
                </a:lnTo>
                <a:lnTo>
                  <a:pt x="11" y="5"/>
                </a:lnTo>
                <a:lnTo>
                  <a:pt x="12" y="5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7" y="2"/>
                </a:lnTo>
                <a:lnTo>
                  <a:pt x="16" y="2"/>
                </a:lnTo>
                <a:lnTo>
                  <a:pt x="16" y="1"/>
                </a:lnTo>
                <a:lnTo>
                  <a:pt x="17" y="1"/>
                </a:lnTo>
                <a:lnTo>
                  <a:pt x="17" y="0"/>
                </a:lnTo>
                <a:lnTo>
                  <a:pt x="18" y="0"/>
                </a:lnTo>
                <a:lnTo>
                  <a:pt x="19" y="0"/>
                </a:lnTo>
                <a:lnTo>
                  <a:pt x="19" y="1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3" name=""/>
          <p:cNvSpPr/>
          <p:nvPr/>
        </p:nvSpPr>
        <p:spPr>
          <a:xfrm>
            <a:off x="8121600" y="25963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5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4" name=""/>
          <p:cNvSpPr/>
          <p:nvPr/>
        </p:nvSpPr>
        <p:spPr>
          <a:xfrm>
            <a:off x="8119800" y="259452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6" y="1"/>
                </a:move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4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5" name=""/>
          <p:cNvSpPr/>
          <p:nvPr/>
        </p:nvSpPr>
        <p:spPr>
          <a:xfrm>
            <a:off x="8134560" y="25902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0"/>
                </a:moveTo>
                <a:lnTo>
                  <a:pt x="5" y="1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6" name=""/>
          <p:cNvSpPr/>
          <p:nvPr/>
        </p:nvSpPr>
        <p:spPr>
          <a:xfrm>
            <a:off x="8120160" y="258624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1"/>
                </a:moveTo>
                <a:lnTo>
                  <a:pt x="1" y="1"/>
                </a:lnTo>
                <a:lnTo>
                  <a:pt x="3" y="1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7" name=""/>
          <p:cNvSpPr/>
          <p:nvPr/>
        </p:nvSpPr>
        <p:spPr>
          <a:xfrm>
            <a:off x="8125920" y="25855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8" name=""/>
          <p:cNvSpPr/>
          <p:nvPr/>
        </p:nvSpPr>
        <p:spPr>
          <a:xfrm>
            <a:off x="8120520" y="25804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9" name=""/>
          <p:cNvSpPr/>
          <p:nvPr/>
        </p:nvSpPr>
        <p:spPr>
          <a:xfrm>
            <a:off x="8117280" y="25804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0"/>
                </a:moveTo>
                <a:lnTo>
                  <a:pt x="5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0" name=""/>
          <p:cNvSpPr/>
          <p:nvPr/>
        </p:nvSpPr>
        <p:spPr>
          <a:xfrm>
            <a:off x="8120160" y="2579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1" name=""/>
          <p:cNvSpPr/>
          <p:nvPr/>
        </p:nvSpPr>
        <p:spPr>
          <a:xfrm>
            <a:off x="8115840" y="257760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2" name=""/>
          <p:cNvSpPr/>
          <p:nvPr/>
        </p:nvSpPr>
        <p:spPr>
          <a:xfrm>
            <a:off x="8183520" y="25750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3" name=""/>
          <p:cNvSpPr/>
          <p:nvPr/>
        </p:nvSpPr>
        <p:spPr>
          <a:xfrm>
            <a:off x="8139240" y="257364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5" y="2"/>
                </a:moveTo>
                <a:lnTo>
                  <a:pt x="5" y="3"/>
                </a:lnTo>
                <a:lnTo>
                  <a:pt x="5" y="7"/>
                </a:lnTo>
                <a:lnTo>
                  <a:pt x="4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4" name=""/>
          <p:cNvSpPr/>
          <p:nvPr/>
        </p:nvSpPr>
        <p:spPr>
          <a:xfrm>
            <a:off x="8156520" y="2571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5" name=""/>
          <p:cNvSpPr/>
          <p:nvPr/>
        </p:nvSpPr>
        <p:spPr>
          <a:xfrm>
            <a:off x="8150760" y="2568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6" name=""/>
          <p:cNvSpPr/>
          <p:nvPr/>
        </p:nvSpPr>
        <p:spPr>
          <a:xfrm>
            <a:off x="8163720" y="2558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1800" rIns="18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7" name=""/>
          <p:cNvSpPr/>
          <p:nvPr/>
        </p:nvSpPr>
        <p:spPr>
          <a:xfrm>
            <a:off x="8294400" y="2517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8" name=""/>
          <p:cNvSpPr/>
          <p:nvPr/>
        </p:nvSpPr>
        <p:spPr>
          <a:xfrm>
            <a:off x="8295480" y="25160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9" name=""/>
          <p:cNvSpPr/>
          <p:nvPr/>
        </p:nvSpPr>
        <p:spPr>
          <a:xfrm>
            <a:off x="8269920" y="2502720"/>
            <a:ext cx="14400" cy="7200"/>
          </a:xfrm>
          <a:custGeom>
            <a:avLst/>
            <a:gdLst/>
            <a:ahLst/>
            <a:rect l="0" t="0" r="r" b="b"/>
            <a:pathLst>
              <a:path w="40" h="20">
                <a:moveTo>
                  <a:pt x="35" y="3"/>
                </a:moveTo>
                <a:lnTo>
                  <a:pt x="34" y="3"/>
                </a:lnTo>
                <a:lnTo>
                  <a:pt x="34" y="4"/>
                </a:lnTo>
                <a:lnTo>
                  <a:pt x="33" y="4"/>
                </a:lnTo>
                <a:lnTo>
                  <a:pt x="33" y="6"/>
                </a:lnTo>
                <a:lnTo>
                  <a:pt x="34" y="6"/>
                </a:lnTo>
                <a:lnTo>
                  <a:pt x="34" y="7"/>
                </a:lnTo>
                <a:lnTo>
                  <a:pt x="35" y="7"/>
                </a:lnTo>
                <a:lnTo>
                  <a:pt x="36" y="7"/>
                </a:lnTo>
                <a:lnTo>
                  <a:pt x="36" y="6"/>
                </a:lnTo>
                <a:lnTo>
                  <a:pt x="38" y="6"/>
                </a:lnTo>
                <a:lnTo>
                  <a:pt x="38" y="7"/>
                </a:lnTo>
                <a:lnTo>
                  <a:pt x="39" y="8"/>
                </a:lnTo>
                <a:lnTo>
                  <a:pt x="40" y="8"/>
                </a:lnTo>
                <a:lnTo>
                  <a:pt x="40" y="9"/>
                </a:lnTo>
                <a:lnTo>
                  <a:pt x="39" y="9"/>
                </a:lnTo>
                <a:lnTo>
                  <a:pt x="39" y="10"/>
                </a:lnTo>
                <a:lnTo>
                  <a:pt x="39" y="9"/>
                </a:lnTo>
                <a:lnTo>
                  <a:pt x="38" y="9"/>
                </a:lnTo>
                <a:lnTo>
                  <a:pt x="36" y="9"/>
                </a:lnTo>
                <a:lnTo>
                  <a:pt x="36" y="10"/>
                </a:lnTo>
                <a:lnTo>
                  <a:pt x="36" y="11"/>
                </a:lnTo>
                <a:lnTo>
                  <a:pt x="38" y="12"/>
                </a:lnTo>
                <a:lnTo>
                  <a:pt x="38" y="13"/>
                </a:lnTo>
                <a:lnTo>
                  <a:pt x="36" y="13"/>
                </a:lnTo>
                <a:lnTo>
                  <a:pt x="36" y="14"/>
                </a:lnTo>
                <a:lnTo>
                  <a:pt x="38" y="14"/>
                </a:lnTo>
                <a:lnTo>
                  <a:pt x="39" y="14"/>
                </a:lnTo>
                <a:lnTo>
                  <a:pt x="39" y="15"/>
                </a:lnTo>
                <a:lnTo>
                  <a:pt x="39" y="17"/>
                </a:lnTo>
                <a:lnTo>
                  <a:pt x="39" y="18"/>
                </a:lnTo>
                <a:lnTo>
                  <a:pt x="38" y="19"/>
                </a:lnTo>
                <a:lnTo>
                  <a:pt x="38" y="18"/>
                </a:lnTo>
                <a:lnTo>
                  <a:pt x="36" y="18"/>
                </a:lnTo>
                <a:lnTo>
                  <a:pt x="36" y="19"/>
                </a:lnTo>
                <a:lnTo>
                  <a:pt x="36" y="20"/>
                </a:lnTo>
                <a:lnTo>
                  <a:pt x="35" y="20"/>
                </a:lnTo>
                <a:lnTo>
                  <a:pt x="35" y="19"/>
                </a:lnTo>
                <a:lnTo>
                  <a:pt x="34" y="19"/>
                </a:lnTo>
                <a:lnTo>
                  <a:pt x="35" y="19"/>
                </a:lnTo>
                <a:lnTo>
                  <a:pt x="34" y="18"/>
                </a:lnTo>
                <a:lnTo>
                  <a:pt x="33" y="18"/>
                </a:lnTo>
                <a:lnTo>
                  <a:pt x="32" y="19"/>
                </a:lnTo>
                <a:lnTo>
                  <a:pt x="32" y="20"/>
                </a:lnTo>
                <a:lnTo>
                  <a:pt x="31" y="20"/>
                </a:lnTo>
                <a:lnTo>
                  <a:pt x="31" y="19"/>
                </a:lnTo>
                <a:lnTo>
                  <a:pt x="31" y="18"/>
                </a:lnTo>
                <a:lnTo>
                  <a:pt x="30" y="18"/>
                </a:lnTo>
                <a:lnTo>
                  <a:pt x="30" y="17"/>
                </a:lnTo>
                <a:lnTo>
                  <a:pt x="28" y="17"/>
                </a:lnTo>
                <a:lnTo>
                  <a:pt x="27" y="17"/>
                </a:lnTo>
                <a:lnTo>
                  <a:pt x="26" y="17"/>
                </a:lnTo>
                <a:lnTo>
                  <a:pt x="25" y="18"/>
                </a:lnTo>
                <a:lnTo>
                  <a:pt x="24" y="18"/>
                </a:lnTo>
                <a:lnTo>
                  <a:pt x="23" y="18"/>
                </a:lnTo>
                <a:lnTo>
                  <a:pt x="23" y="19"/>
                </a:lnTo>
                <a:lnTo>
                  <a:pt x="22" y="19"/>
                </a:lnTo>
                <a:lnTo>
                  <a:pt x="22" y="20"/>
                </a:lnTo>
                <a:lnTo>
                  <a:pt x="21" y="20"/>
                </a:lnTo>
                <a:lnTo>
                  <a:pt x="21" y="19"/>
                </a:lnTo>
                <a:lnTo>
                  <a:pt x="20" y="19"/>
                </a:lnTo>
                <a:lnTo>
                  <a:pt x="19" y="19"/>
                </a:lnTo>
                <a:lnTo>
                  <a:pt x="18" y="19"/>
                </a:lnTo>
                <a:lnTo>
                  <a:pt x="17" y="19"/>
                </a:lnTo>
                <a:lnTo>
                  <a:pt x="17" y="18"/>
                </a:lnTo>
                <a:lnTo>
                  <a:pt x="17" y="17"/>
                </a:lnTo>
                <a:lnTo>
                  <a:pt x="16" y="17"/>
                </a:lnTo>
                <a:lnTo>
                  <a:pt x="15" y="17"/>
                </a:lnTo>
                <a:lnTo>
                  <a:pt x="13" y="18"/>
                </a:lnTo>
                <a:lnTo>
                  <a:pt x="12" y="18"/>
                </a:lnTo>
                <a:lnTo>
                  <a:pt x="11" y="18"/>
                </a:lnTo>
                <a:lnTo>
                  <a:pt x="9" y="18"/>
                </a:lnTo>
                <a:lnTo>
                  <a:pt x="8" y="18"/>
                </a:lnTo>
                <a:lnTo>
                  <a:pt x="7" y="18"/>
                </a:lnTo>
                <a:lnTo>
                  <a:pt x="6" y="18"/>
                </a:lnTo>
                <a:lnTo>
                  <a:pt x="5" y="18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6"/>
                </a:lnTo>
                <a:lnTo>
                  <a:pt x="1" y="15"/>
                </a:lnTo>
                <a:lnTo>
                  <a:pt x="2" y="13"/>
                </a:lnTo>
                <a:lnTo>
                  <a:pt x="3" y="12"/>
                </a:lnTo>
                <a:lnTo>
                  <a:pt x="4" y="12"/>
                </a:lnTo>
                <a:lnTo>
                  <a:pt x="5" y="11"/>
                </a:lnTo>
                <a:lnTo>
                  <a:pt x="5" y="10"/>
                </a:lnTo>
                <a:lnTo>
                  <a:pt x="7" y="9"/>
                </a:lnTo>
                <a:lnTo>
                  <a:pt x="8" y="9"/>
                </a:lnTo>
                <a:lnTo>
                  <a:pt x="8" y="10"/>
                </a:lnTo>
                <a:lnTo>
                  <a:pt x="9" y="10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2" y="12"/>
                </a:lnTo>
                <a:lnTo>
                  <a:pt x="13" y="13"/>
                </a:lnTo>
                <a:lnTo>
                  <a:pt x="14" y="14"/>
                </a:lnTo>
                <a:lnTo>
                  <a:pt x="15" y="14"/>
                </a:lnTo>
                <a:lnTo>
                  <a:pt x="16" y="14"/>
                </a:lnTo>
                <a:lnTo>
                  <a:pt x="16" y="13"/>
                </a:lnTo>
                <a:lnTo>
                  <a:pt x="16" y="12"/>
                </a:lnTo>
                <a:lnTo>
                  <a:pt x="17" y="11"/>
                </a:lnTo>
                <a:lnTo>
                  <a:pt x="18" y="11"/>
                </a:lnTo>
                <a:lnTo>
                  <a:pt x="18" y="10"/>
                </a:lnTo>
                <a:lnTo>
                  <a:pt x="19" y="9"/>
                </a:lnTo>
                <a:lnTo>
                  <a:pt x="20" y="8"/>
                </a:lnTo>
                <a:lnTo>
                  <a:pt x="20" y="7"/>
                </a:lnTo>
                <a:lnTo>
                  <a:pt x="20" y="6"/>
                </a:lnTo>
                <a:lnTo>
                  <a:pt x="21" y="6"/>
                </a:lnTo>
                <a:lnTo>
                  <a:pt x="22" y="4"/>
                </a:lnTo>
                <a:lnTo>
                  <a:pt x="24" y="3"/>
                </a:lnTo>
                <a:lnTo>
                  <a:pt x="24" y="4"/>
                </a:lnTo>
                <a:lnTo>
                  <a:pt x="25" y="6"/>
                </a:lnTo>
                <a:lnTo>
                  <a:pt x="26" y="6"/>
                </a:lnTo>
                <a:lnTo>
                  <a:pt x="26" y="7"/>
                </a:lnTo>
                <a:lnTo>
                  <a:pt x="27" y="7"/>
                </a:lnTo>
                <a:lnTo>
                  <a:pt x="28" y="7"/>
                </a:lnTo>
                <a:lnTo>
                  <a:pt x="29" y="6"/>
                </a:lnTo>
                <a:lnTo>
                  <a:pt x="30" y="6"/>
                </a:lnTo>
                <a:lnTo>
                  <a:pt x="30" y="4"/>
                </a:lnTo>
                <a:lnTo>
                  <a:pt x="30" y="3"/>
                </a:lnTo>
                <a:lnTo>
                  <a:pt x="31" y="2"/>
                </a:lnTo>
                <a:lnTo>
                  <a:pt x="32" y="2"/>
                </a:lnTo>
                <a:lnTo>
                  <a:pt x="32" y="1"/>
                </a:lnTo>
                <a:lnTo>
                  <a:pt x="33" y="1"/>
                </a:lnTo>
                <a:lnTo>
                  <a:pt x="33" y="0"/>
                </a:lnTo>
                <a:lnTo>
                  <a:pt x="34" y="0"/>
                </a:lnTo>
                <a:lnTo>
                  <a:pt x="34" y="1"/>
                </a:lnTo>
                <a:lnTo>
                  <a:pt x="34" y="2"/>
                </a:lnTo>
                <a:lnTo>
                  <a:pt x="35" y="2"/>
                </a:lnTo>
                <a:lnTo>
                  <a:pt x="35" y="3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0" name=""/>
          <p:cNvSpPr/>
          <p:nvPr/>
        </p:nvSpPr>
        <p:spPr>
          <a:xfrm>
            <a:off x="8280000" y="2503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3"/>
                </a:move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1" name=""/>
          <p:cNvSpPr/>
          <p:nvPr/>
        </p:nvSpPr>
        <p:spPr>
          <a:xfrm>
            <a:off x="8277120" y="2496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2" name=""/>
          <p:cNvSpPr/>
          <p:nvPr/>
        </p:nvSpPr>
        <p:spPr>
          <a:xfrm>
            <a:off x="8274240" y="2496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0" y="4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close/>
              </a:path>
            </a:pathLst>
          </a:custGeom>
          <a:solidFill>
            <a:srgbClr val="84B1D4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3" name=""/>
          <p:cNvSpPr/>
          <p:nvPr/>
        </p:nvSpPr>
        <p:spPr>
          <a:xfrm>
            <a:off x="7691040" y="2680560"/>
            <a:ext cx="4320" cy="9360"/>
          </a:xfrm>
          <a:custGeom>
            <a:avLst/>
            <a:gdLst/>
            <a:ahLst/>
            <a:rect l="0" t="0" r="r" b="b"/>
            <a:pathLst>
              <a:path w="12" h="26">
                <a:moveTo>
                  <a:pt x="10" y="8"/>
                </a:moveTo>
                <a:lnTo>
                  <a:pt x="9" y="9"/>
                </a:lnTo>
                <a:lnTo>
                  <a:pt x="8" y="9"/>
                </a:lnTo>
                <a:lnTo>
                  <a:pt x="8" y="10"/>
                </a:lnTo>
                <a:lnTo>
                  <a:pt x="8" y="11"/>
                </a:lnTo>
                <a:lnTo>
                  <a:pt x="8" y="12"/>
                </a:lnTo>
                <a:lnTo>
                  <a:pt x="8" y="13"/>
                </a:lnTo>
                <a:lnTo>
                  <a:pt x="8" y="14"/>
                </a:lnTo>
                <a:lnTo>
                  <a:pt x="9" y="14"/>
                </a:lnTo>
                <a:lnTo>
                  <a:pt x="9" y="15"/>
                </a:lnTo>
                <a:lnTo>
                  <a:pt x="8" y="16"/>
                </a:lnTo>
                <a:lnTo>
                  <a:pt x="8" y="15"/>
                </a:lnTo>
                <a:lnTo>
                  <a:pt x="8" y="16"/>
                </a:lnTo>
                <a:lnTo>
                  <a:pt x="8" y="17"/>
                </a:lnTo>
                <a:lnTo>
                  <a:pt x="7" y="18"/>
                </a:lnTo>
                <a:lnTo>
                  <a:pt x="7" y="19"/>
                </a:lnTo>
                <a:lnTo>
                  <a:pt x="7" y="20"/>
                </a:lnTo>
                <a:lnTo>
                  <a:pt x="6" y="20"/>
                </a:lnTo>
                <a:lnTo>
                  <a:pt x="5" y="19"/>
                </a:lnTo>
                <a:lnTo>
                  <a:pt x="3" y="19"/>
                </a:lnTo>
                <a:lnTo>
                  <a:pt x="3" y="20"/>
                </a:lnTo>
                <a:lnTo>
                  <a:pt x="3" y="21"/>
                </a:lnTo>
                <a:lnTo>
                  <a:pt x="5" y="21"/>
                </a:lnTo>
                <a:lnTo>
                  <a:pt x="6" y="21"/>
                </a:lnTo>
                <a:lnTo>
                  <a:pt x="6" y="22"/>
                </a:lnTo>
                <a:lnTo>
                  <a:pt x="7" y="22"/>
                </a:lnTo>
                <a:lnTo>
                  <a:pt x="7" y="23"/>
                </a:lnTo>
                <a:lnTo>
                  <a:pt x="7" y="25"/>
                </a:lnTo>
                <a:lnTo>
                  <a:pt x="6" y="26"/>
                </a:lnTo>
                <a:lnTo>
                  <a:pt x="6" y="25"/>
                </a:lnTo>
                <a:lnTo>
                  <a:pt x="5" y="25"/>
                </a:lnTo>
                <a:lnTo>
                  <a:pt x="3" y="24"/>
                </a:lnTo>
                <a:lnTo>
                  <a:pt x="2" y="24"/>
                </a:lnTo>
                <a:lnTo>
                  <a:pt x="2" y="23"/>
                </a:lnTo>
                <a:lnTo>
                  <a:pt x="1" y="21"/>
                </a:lnTo>
                <a:lnTo>
                  <a:pt x="1" y="20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1" y="13"/>
                </a:lnTo>
                <a:lnTo>
                  <a:pt x="2" y="13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3" y="8"/>
                </a:lnTo>
                <a:lnTo>
                  <a:pt x="5" y="8"/>
                </a:lnTo>
                <a:lnTo>
                  <a:pt x="5" y="7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10" y="2"/>
                </a:lnTo>
                <a:lnTo>
                  <a:pt x="11" y="3"/>
                </a:lnTo>
                <a:lnTo>
                  <a:pt x="12" y="3"/>
                </a:lnTo>
                <a:lnTo>
                  <a:pt x="12" y="4"/>
                </a:lnTo>
                <a:lnTo>
                  <a:pt x="12" y="5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close/>
              </a:path>
            </a:pathLst>
          </a:custGeom>
          <a:solidFill>
            <a:srgbClr val="FEE597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4" name=""/>
          <p:cNvSpPr/>
          <p:nvPr/>
        </p:nvSpPr>
        <p:spPr>
          <a:xfrm>
            <a:off x="7692120" y="2680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FEE597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5" name=""/>
          <p:cNvSpPr/>
          <p:nvPr/>
        </p:nvSpPr>
        <p:spPr>
          <a:xfrm>
            <a:off x="7691400" y="2678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FEE597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6" name=""/>
          <p:cNvSpPr/>
          <p:nvPr/>
        </p:nvSpPr>
        <p:spPr>
          <a:xfrm>
            <a:off x="7707960" y="26755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0"/>
                </a:moveTo>
                <a:lnTo>
                  <a:pt x="5" y="1"/>
                </a:lnTo>
                <a:lnTo>
                  <a:pt x="5" y="3"/>
                </a:lnTo>
                <a:lnTo>
                  <a:pt x="4" y="5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FEE597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7" name=""/>
          <p:cNvSpPr/>
          <p:nvPr/>
        </p:nvSpPr>
        <p:spPr>
          <a:xfrm>
            <a:off x="7707600" y="26748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2"/>
                </a:lnTo>
                <a:lnTo>
                  <a:pt x="2" y="3"/>
                </a:lnTo>
                <a:lnTo>
                  <a:pt x="0" y="0"/>
                </a:lnTo>
                <a:close/>
              </a:path>
            </a:pathLst>
          </a:custGeom>
          <a:solidFill>
            <a:srgbClr val="FEE597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8" name=""/>
          <p:cNvSpPr/>
          <p:nvPr/>
        </p:nvSpPr>
        <p:spPr>
          <a:xfrm>
            <a:off x="7707240" y="267336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4" y="6"/>
                </a:move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5" y="4"/>
                </a:lnTo>
                <a:lnTo>
                  <a:pt x="4" y="4"/>
                </a:lnTo>
                <a:lnTo>
                  <a:pt x="4" y="6"/>
                </a:lnTo>
                <a:close/>
              </a:path>
            </a:pathLst>
          </a:custGeom>
          <a:solidFill>
            <a:srgbClr val="FEE597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9" name=""/>
          <p:cNvSpPr/>
          <p:nvPr/>
        </p:nvSpPr>
        <p:spPr>
          <a:xfrm>
            <a:off x="7707240" y="26730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1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1"/>
                </a:lnTo>
                <a:lnTo>
                  <a:pt x="2" y="1"/>
                </a:lnTo>
                <a:lnTo>
                  <a:pt x="0" y="1"/>
                </a:lnTo>
                <a:close/>
              </a:path>
            </a:pathLst>
          </a:custGeom>
          <a:solidFill>
            <a:srgbClr val="FEE597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0" name=""/>
          <p:cNvSpPr/>
          <p:nvPr/>
        </p:nvSpPr>
        <p:spPr>
          <a:xfrm>
            <a:off x="7423560" y="2328480"/>
            <a:ext cx="511560" cy="370440"/>
          </a:xfrm>
          <a:custGeom>
            <a:avLst/>
            <a:gdLst/>
            <a:ahLst/>
            <a:rect l="0" t="0" r="r" b="b"/>
            <a:pathLst>
              <a:path w="1421" h="1029">
                <a:moveTo>
                  <a:pt x="1200" y="10"/>
                </a:moveTo>
                <a:lnTo>
                  <a:pt x="1200" y="9"/>
                </a:lnTo>
                <a:lnTo>
                  <a:pt x="1201" y="9"/>
                </a:lnTo>
                <a:lnTo>
                  <a:pt x="1203" y="9"/>
                </a:lnTo>
                <a:lnTo>
                  <a:pt x="1205" y="10"/>
                </a:lnTo>
                <a:lnTo>
                  <a:pt x="1206" y="10"/>
                </a:lnTo>
                <a:lnTo>
                  <a:pt x="1206" y="11"/>
                </a:lnTo>
                <a:lnTo>
                  <a:pt x="1206" y="12"/>
                </a:lnTo>
                <a:lnTo>
                  <a:pt x="1208" y="12"/>
                </a:lnTo>
                <a:lnTo>
                  <a:pt x="1209" y="12"/>
                </a:lnTo>
                <a:lnTo>
                  <a:pt x="1209" y="11"/>
                </a:lnTo>
                <a:lnTo>
                  <a:pt x="1210" y="11"/>
                </a:lnTo>
                <a:lnTo>
                  <a:pt x="1210" y="12"/>
                </a:lnTo>
                <a:lnTo>
                  <a:pt x="1211" y="12"/>
                </a:lnTo>
                <a:lnTo>
                  <a:pt x="1212" y="13"/>
                </a:lnTo>
                <a:lnTo>
                  <a:pt x="1213" y="13"/>
                </a:lnTo>
                <a:lnTo>
                  <a:pt x="1214" y="14"/>
                </a:lnTo>
                <a:lnTo>
                  <a:pt x="1215" y="14"/>
                </a:lnTo>
                <a:lnTo>
                  <a:pt x="1217" y="15"/>
                </a:lnTo>
                <a:lnTo>
                  <a:pt x="1218" y="15"/>
                </a:lnTo>
                <a:lnTo>
                  <a:pt x="1220" y="14"/>
                </a:lnTo>
                <a:lnTo>
                  <a:pt x="1221" y="14"/>
                </a:lnTo>
                <a:lnTo>
                  <a:pt x="1225" y="14"/>
                </a:lnTo>
                <a:lnTo>
                  <a:pt x="1229" y="14"/>
                </a:lnTo>
                <a:lnTo>
                  <a:pt x="1230" y="13"/>
                </a:lnTo>
                <a:lnTo>
                  <a:pt x="1231" y="14"/>
                </a:lnTo>
                <a:lnTo>
                  <a:pt x="1232" y="14"/>
                </a:lnTo>
                <a:lnTo>
                  <a:pt x="1233" y="14"/>
                </a:lnTo>
                <a:lnTo>
                  <a:pt x="1233" y="15"/>
                </a:lnTo>
                <a:lnTo>
                  <a:pt x="1234" y="15"/>
                </a:lnTo>
                <a:lnTo>
                  <a:pt x="1234" y="14"/>
                </a:lnTo>
                <a:lnTo>
                  <a:pt x="1236" y="14"/>
                </a:lnTo>
                <a:lnTo>
                  <a:pt x="1236" y="16"/>
                </a:lnTo>
                <a:lnTo>
                  <a:pt x="1236" y="18"/>
                </a:lnTo>
                <a:lnTo>
                  <a:pt x="1236" y="19"/>
                </a:lnTo>
                <a:lnTo>
                  <a:pt x="1235" y="19"/>
                </a:lnTo>
                <a:lnTo>
                  <a:pt x="1236" y="19"/>
                </a:lnTo>
                <a:lnTo>
                  <a:pt x="1238" y="22"/>
                </a:lnTo>
                <a:lnTo>
                  <a:pt x="1239" y="22"/>
                </a:lnTo>
                <a:lnTo>
                  <a:pt x="1239" y="21"/>
                </a:lnTo>
                <a:lnTo>
                  <a:pt x="1240" y="21"/>
                </a:lnTo>
                <a:lnTo>
                  <a:pt x="1241" y="21"/>
                </a:lnTo>
                <a:lnTo>
                  <a:pt x="1241" y="22"/>
                </a:lnTo>
                <a:lnTo>
                  <a:pt x="1244" y="22"/>
                </a:lnTo>
                <a:lnTo>
                  <a:pt x="1245" y="22"/>
                </a:lnTo>
                <a:lnTo>
                  <a:pt x="1245" y="21"/>
                </a:lnTo>
                <a:lnTo>
                  <a:pt x="1246" y="20"/>
                </a:lnTo>
                <a:lnTo>
                  <a:pt x="1247" y="19"/>
                </a:lnTo>
                <a:lnTo>
                  <a:pt x="1249" y="20"/>
                </a:lnTo>
                <a:lnTo>
                  <a:pt x="1250" y="20"/>
                </a:lnTo>
                <a:lnTo>
                  <a:pt x="1251" y="22"/>
                </a:lnTo>
                <a:lnTo>
                  <a:pt x="1252" y="22"/>
                </a:lnTo>
                <a:lnTo>
                  <a:pt x="1252" y="23"/>
                </a:lnTo>
                <a:lnTo>
                  <a:pt x="1253" y="27"/>
                </a:lnTo>
                <a:lnTo>
                  <a:pt x="1252" y="27"/>
                </a:lnTo>
                <a:lnTo>
                  <a:pt x="1252" y="28"/>
                </a:lnTo>
                <a:lnTo>
                  <a:pt x="1252" y="29"/>
                </a:lnTo>
                <a:lnTo>
                  <a:pt x="1252" y="30"/>
                </a:lnTo>
                <a:lnTo>
                  <a:pt x="1251" y="31"/>
                </a:lnTo>
                <a:lnTo>
                  <a:pt x="1250" y="32"/>
                </a:lnTo>
                <a:lnTo>
                  <a:pt x="1249" y="34"/>
                </a:lnTo>
                <a:lnTo>
                  <a:pt x="1249" y="37"/>
                </a:lnTo>
                <a:lnTo>
                  <a:pt x="1250" y="37"/>
                </a:lnTo>
                <a:lnTo>
                  <a:pt x="1250" y="38"/>
                </a:lnTo>
                <a:lnTo>
                  <a:pt x="1250" y="41"/>
                </a:lnTo>
                <a:lnTo>
                  <a:pt x="1249" y="41"/>
                </a:lnTo>
                <a:lnTo>
                  <a:pt x="1249" y="42"/>
                </a:lnTo>
                <a:lnTo>
                  <a:pt x="1248" y="42"/>
                </a:lnTo>
                <a:lnTo>
                  <a:pt x="1248" y="43"/>
                </a:lnTo>
                <a:lnTo>
                  <a:pt x="1248" y="44"/>
                </a:lnTo>
                <a:lnTo>
                  <a:pt x="1247" y="46"/>
                </a:lnTo>
                <a:lnTo>
                  <a:pt x="1247" y="47"/>
                </a:lnTo>
                <a:lnTo>
                  <a:pt x="1248" y="47"/>
                </a:lnTo>
                <a:lnTo>
                  <a:pt x="1250" y="49"/>
                </a:lnTo>
                <a:lnTo>
                  <a:pt x="1249" y="50"/>
                </a:lnTo>
                <a:lnTo>
                  <a:pt x="1250" y="51"/>
                </a:lnTo>
                <a:lnTo>
                  <a:pt x="1250" y="52"/>
                </a:lnTo>
                <a:lnTo>
                  <a:pt x="1249" y="53"/>
                </a:lnTo>
                <a:lnTo>
                  <a:pt x="1248" y="53"/>
                </a:lnTo>
                <a:lnTo>
                  <a:pt x="1248" y="56"/>
                </a:lnTo>
                <a:lnTo>
                  <a:pt x="1247" y="59"/>
                </a:lnTo>
                <a:lnTo>
                  <a:pt x="1247" y="60"/>
                </a:lnTo>
                <a:lnTo>
                  <a:pt x="1247" y="61"/>
                </a:lnTo>
                <a:lnTo>
                  <a:pt x="1248" y="62"/>
                </a:lnTo>
                <a:lnTo>
                  <a:pt x="1249" y="62"/>
                </a:lnTo>
                <a:lnTo>
                  <a:pt x="1249" y="63"/>
                </a:lnTo>
                <a:lnTo>
                  <a:pt x="1250" y="63"/>
                </a:lnTo>
                <a:lnTo>
                  <a:pt x="1250" y="64"/>
                </a:lnTo>
                <a:lnTo>
                  <a:pt x="1250" y="66"/>
                </a:lnTo>
                <a:lnTo>
                  <a:pt x="1249" y="66"/>
                </a:lnTo>
                <a:lnTo>
                  <a:pt x="1249" y="65"/>
                </a:lnTo>
                <a:lnTo>
                  <a:pt x="1248" y="65"/>
                </a:lnTo>
                <a:lnTo>
                  <a:pt x="1245" y="65"/>
                </a:lnTo>
                <a:lnTo>
                  <a:pt x="1244" y="66"/>
                </a:lnTo>
                <a:lnTo>
                  <a:pt x="1243" y="69"/>
                </a:lnTo>
                <a:lnTo>
                  <a:pt x="1242" y="71"/>
                </a:lnTo>
                <a:lnTo>
                  <a:pt x="1241" y="73"/>
                </a:lnTo>
                <a:lnTo>
                  <a:pt x="1241" y="74"/>
                </a:lnTo>
                <a:lnTo>
                  <a:pt x="1241" y="75"/>
                </a:lnTo>
                <a:lnTo>
                  <a:pt x="1240" y="79"/>
                </a:lnTo>
                <a:lnTo>
                  <a:pt x="1240" y="80"/>
                </a:lnTo>
                <a:lnTo>
                  <a:pt x="1240" y="81"/>
                </a:lnTo>
                <a:lnTo>
                  <a:pt x="1239" y="82"/>
                </a:lnTo>
                <a:lnTo>
                  <a:pt x="1238" y="82"/>
                </a:lnTo>
                <a:lnTo>
                  <a:pt x="1238" y="85"/>
                </a:lnTo>
                <a:lnTo>
                  <a:pt x="1239" y="85"/>
                </a:lnTo>
                <a:lnTo>
                  <a:pt x="1240" y="85"/>
                </a:lnTo>
                <a:lnTo>
                  <a:pt x="1241" y="86"/>
                </a:lnTo>
                <a:lnTo>
                  <a:pt x="1241" y="87"/>
                </a:lnTo>
                <a:lnTo>
                  <a:pt x="1241" y="88"/>
                </a:lnTo>
                <a:lnTo>
                  <a:pt x="1243" y="88"/>
                </a:lnTo>
                <a:lnTo>
                  <a:pt x="1243" y="89"/>
                </a:lnTo>
                <a:lnTo>
                  <a:pt x="1243" y="91"/>
                </a:lnTo>
                <a:lnTo>
                  <a:pt x="1245" y="93"/>
                </a:lnTo>
                <a:lnTo>
                  <a:pt x="1245" y="94"/>
                </a:lnTo>
                <a:lnTo>
                  <a:pt x="1245" y="95"/>
                </a:lnTo>
                <a:lnTo>
                  <a:pt x="1246" y="97"/>
                </a:lnTo>
                <a:lnTo>
                  <a:pt x="1247" y="97"/>
                </a:lnTo>
                <a:lnTo>
                  <a:pt x="1248" y="97"/>
                </a:lnTo>
                <a:lnTo>
                  <a:pt x="1248" y="98"/>
                </a:lnTo>
                <a:lnTo>
                  <a:pt x="1249" y="99"/>
                </a:lnTo>
                <a:lnTo>
                  <a:pt x="1249" y="101"/>
                </a:lnTo>
                <a:lnTo>
                  <a:pt x="1249" y="102"/>
                </a:lnTo>
                <a:lnTo>
                  <a:pt x="1250" y="103"/>
                </a:lnTo>
                <a:lnTo>
                  <a:pt x="1251" y="103"/>
                </a:lnTo>
                <a:lnTo>
                  <a:pt x="1254" y="103"/>
                </a:lnTo>
                <a:lnTo>
                  <a:pt x="1256" y="104"/>
                </a:lnTo>
                <a:lnTo>
                  <a:pt x="1257" y="105"/>
                </a:lnTo>
                <a:lnTo>
                  <a:pt x="1258" y="105"/>
                </a:lnTo>
                <a:lnTo>
                  <a:pt x="1258" y="104"/>
                </a:lnTo>
                <a:lnTo>
                  <a:pt x="1258" y="103"/>
                </a:lnTo>
                <a:lnTo>
                  <a:pt x="1257" y="103"/>
                </a:lnTo>
                <a:lnTo>
                  <a:pt x="1257" y="102"/>
                </a:lnTo>
                <a:lnTo>
                  <a:pt x="1258" y="102"/>
                </a:lnTo>
                <a:lnTo>
                  <a:pt x="1258" y="101"/>
                </a:lnTo>
                <a:lnTo>
                  <a:pt x="1259" y="100"/>
                </a:lnTo>
                <a:lnTo>
                  <a:pt x="1260" y="98"/>
                </a:lnTo>
                <a:lnTo>
                  <a:pt x="1260" y="97"/>
                </a:lnTo>
                <a:lnTo>
                  <a:pt x="1262" y="97"/>
                </a:lnTo>
                <a:lnTo>
                  <a:pt x="1263" y="95"/>
                </a:lnTo>
                <a:lnTo>
                  <a:pt x="1264" y="94"/>
                </a:lnTo>
                <a:lnTo>
                  <a:pt x="1266" y="93"/>
                </a:lnTo>
                <a:lnTo>
                  <a:pt x="1267" y="94"/>
                </a:lnTo>
                <a:lnTo>
                  <a:pt x="1268" y="95"/>
                </a:lnTo>
                <a:lnTo>
                  <a:pt x="1268" y="96"/>
                </a:lnTo>
                <a:lnTo>
                  <a:pt x="1269" y="96"/>
                </a:lnTo>
                <a:lnTo>
                  <a:pt x="1271" y="96"/>
                </a:lnTo>
                <a:lnTo>
                  <a:pt x="1271" y="95"/>
                </a:lnTo>
                <a:lnTo>
                  <a:pt x="1270" y="95"/>
                </a:lnTo>
                <a:lnTo>
                  <a:pt x="1271" y="95"/>
                </a:lnTo>
                <a:lnTo>
                  <a:pt x="1271" y="94"/>
                </a:lnTo>
                <a:lnTo>
                  <a:pt x="1272" y="93"/>
                </a:lnTo>
                <a:lnTo>
                  <a:pt x="1273" y="94"/>
                </a:lnTo>
                <a:lnTo>
                  <a:pt x="1273" y="95"/>
                </a:lnTo>
                <a:lnTo>
                  <a:pt x="1273" y="97"/>
                </a:lnTo>
                <a:lnTo>
                  <a:pt x="1275" y="97"/>
                </a:lnTo>
                <a:lnTo>
                  <a:pt x="1277" y="97"/>
                </a:lnTo>
                <a:lnTo>
                  <a:pt x="1278" y="97"/>
                </a:lnTo>
                <a:lnTo>
                  <a:pt x="1279" y="98"/>
                </a:lnTo>
                <a:lnTo>
                  <a:pt x="1280" y="99"/>
                </a:lnTo>
                <a:lnTo>
                  <a:pt x="1281" y="98"/>
                </a:lnTo>
                <a:lnTo>
                  <a:pt x="1281" y="97"/>
                </a:lnTo>
                <a:lnTo>
                  <a:pt x="1282" y="96"/>
                </a:lnTo>
                <a:lnTo>
                  <a:pt x="1283" y="96"/>
                </a:lnTo>
                <a:lnTo>
                  <a:pt x="1284" y="96"/>
                </a:lnTo>
                <a:lnTo>
                  <a:pt x="1285" y="97"/>
                </a:lnTo>
                <a:lnTo>
                  <a:pt x="1286" y="97"/>
                </a:lnTo>
                <a:lnTo>
                  <a:pt x="1287" y="96"/>
                </a:lnTo>
                <a:lnTo>
                  <a:pt x="1288" y="96"/>
                </a:lnTo>
                <a:lnTo>
                  <a:pt x="1288" y="97"/>
                </a:lnTo>
                <a:lnTo>
                  <a:pt x="1288" y="98"/>
                </a:lnTo>
                <a:lnTo>
                  <a:pt x="1288" y="99"/>
                </a:lnTo>
                <a:lnTo>
                  <a:pt x="1289" y="99"/>
                </a:lnTo>
                <a:lnTo>
                  <a:pt x="1290" y="99"/>
                </a:lnTo>
                <a:lnTo>
                  <a:pt x="1290" y="98"/>
                </a:lnTo>
                <a:lnTo>
                  <a:pt x="1291" y="98"/>
                </a:lnTo>
                <a:lnTo>
                  <a:pt x="1294" y="99"/>
                </a:lnTo>
                <a:lnTo>
                  <a:pt x="1294" y="100"/>
                </a:lnTo>
                <a:lnTo>
                  <a:pt x="1294" y="101"/>
                </a:lnTo>
                <a:lnTo>
                  <a:pt x="1293" y="102"/>
                </a:lnTo>
                <a:lnTo>
                  <a:pt x="1292" y="102"/>
                </a:lnTo>
                <a:lnTo>
                  <a:pt x="1290" y="102"/>
                </a:lnTo>
                <a:lnTo>
                  <a:pt x="1289" y="102"/>
                </a:lnTo>
                <a:lnTo>
                  <a:pt x="1289" y="103"/>
                </a:lnTo>
                <a:lnTo>
                  <a:pt x="1289" y="104"/>
                </a:lnTo>
                <a:lnTo>
                  <a:pt x="1288" y="104"/>
                </a:lnTo>
                <a:lnTo>
                  <a:pt x="1288" y="105"/>
                </a:lnTo>
                <a:lnTo>
                  <a:pt x="1288" y="104"/>
                </a:lnTo>
                <a:lnTo>
                  <a:pt x="1287" y="104"/>
                </a:lnTo>
                <a:lnTo>
                  <a:pt x="1286" y="104"/>
                </a:lnTo>
                <a:lnTo>
                  <a:pt x="1284" y="105"/>
                </a:lnTo>
                <a:lnTo>
                  <a:pt x="1283" y="107"/>
                </a:lnTo>
                <a:lnTo>
                  <a:pt x="1282" y="108"/>
                </a:lnTo>
                <a:lnTo>
                  <a:pt x="1283" y="109"/>
                </a:lnTo>
                <a:lnTo>
                  <a:pt x="1283" y="110"/>
                </a:lnTo>
                <a:lnTo>
                  <a:pt x="1283" y="111"/>
                </a:lnTo>
                <a:lnTo>
                  <a:pt x="1284" y="111"/>
                </a:lnTo>
                <a:lnTo>
                  <a:pt x="1284" y="110"/>
                </a:lnTo>
                <a:lnTo>
                  <a:pt x="1285" y="110"/>
                </a:lnTo>
                <a:lnTo>
                  <a:pt x="1285" y="111"/>
                </a:lnTo>
                <a:lnTo>
                  <a:pt x="1285" y="113"/>
                </a:lnTo>
                <a:lnTo>
                  <a:pt x="1285" y="114"/>
                </a:lnTo>
                <a:lnTo>
                  <a:pt x="1285" y="115"/>
                </a:lnTo>
                <a:lnTo>
                  <a:pt x="1286" y="117"/>
                </a:lnTo>
                <a:lnTo>
                  <a:pt x="1286" y="118"/>
                </a:lnTo>
                <a:lnTo>
                  <a:pt x="1287" y="120"/>
                </a:lnTo>
                <a:lnTo>
                  <a:pt x="1286" y="120"/>
                </a:lnTo>
                <a:lnTo>
                  <a:pt x="1283" y="121"/>
                </a:lnTo>
                <a:lnTo>
                  <a:pt x="1281" y="121"/>
                </a:lnTo>
                <a:lnTo>
                  <a:pt x="1279" y="123"/>
                </a:lnTo>
                <a:lnTo>
                  <a:pt x="1279" y="124"/>
                </a:lnTo>
                <a:lnTo>
                  <a:pt x="1280" y="125"/>
                </a:lnTo>
                <a:lnTo>
                  <a:pt x="1280" y="126"/>
                </a:lnTo>
                <a:lnTo>
                  <a:pt x="1279" y="126"/>
                </a:lnTo>
                <a:lnTo>
                  <a:pt x="1276" y="128"/>
                </a:lnTo>
                <a:lnTo>
                  <a:pt x="1275" y="127"/>
                </a:lnTo>
                <a:lnTo>
                  <a:pt x="1273" y="128"/>
                </a:lnTo>
                <a:lnTo>
                  <a:pt x="1271" y="129"/>
                </a:lnTo>
                <a:lnTo>
                  <a:pt x="1270" y="129"/>
                </a:lnTo>
                <a:lnTo>
                  <a:pt x="1269" y="130"/>
                </a:lnTo>
                <a:lnTo>
                  <a:pt x="1268" y="130"/>
                </a:lnTo>
                <a:lnTo>
                  <a:pt x="1267" y="129"/>
                </a:lnTo>
                <a:lnTo>
                  <a:pt x="1266" y="129"/>
                </a:lnTo>
                <a:lnTo>
                  <a:pt x="1266" y="128"/>
                </a:lnTo>
                <a:lnTo>
                  <a:pt x="1266" y="129"/>
                </a:lnTo>
                <a:lnTo>
                  <a:pt x="1264" y="130"/>
                </a:lnTo>
                <a:lnTo>
                  <a:pt x="1262" y="132"/>
                </a:lnTo>
                <a:lnTo>
                  <a:pt x="1262" y="134"/>
                </a:lnTo>
                <a:lnTo>
                  <a:pt x="1263" y="135"/>
                </a:lnTo>
                <a:lnTo>
                  <a:pt x="1263" y="137"/>
                </a:lnTo>
                <a:lnTo>
                  <a:pt x="1263" y="138"/>
                </a:lnTo>
                <a:lnTo>
                  <a:pt x="1264" y="138"/>
                </a:lnTo>
                <a:lnTo>
                  <a:pt x="1264" y="139"/>
                </a:lnTo>
                <a:lnTo>
                  <a:pt x="1265" y="139"/>
                </a:lnTo>
                <a:lnTo>
                  <a:pt x="1265" y="140"/>
                </a:lnTo>
                <a:lnTo>
                  <a:pt x="1265" y="141"/>
                </a:lnTo>
                <a:lnTo>
                  <a:pt x="1264" y="142"/>
                </a:lnTo>
                <a:lnTo>
                  <a:pt x="1264" y="143"/>
                </a:lnTo>
                <a:lnTo>
                  <a:pt x="1264" y="144"/>
                </a:lnTo>
                <a:lnTo>
                  <a:pt x="1264" y="146"/>
                </a:lnTo>
                <a:lnTo>
                  <a:pt x="1264" y="147"/>
                </a:lnTo>
                <a:lnTo>
                  <a:pt x="1264" y="148"/>
                </a:lnTo>
                <a:lnTo>
                  <a:pt x="1265" y="150"/>
                </a:lnTo>
                <a:lnTo>
                  <a:pt x="1267" y="152"/>
                </a:lnTo>
                <a:lnTo>
                  <a:pt x="1268" y="152"/>
                </a:lnTo>
                <a:lnTo>
                  <a:pt x="1269" y="153"/>
                </a:lnTo>
                <a:lnTo>
                  <a:pt x="1269" y="154"/>
                </a:lnTo>
                <a:lnTo>
                  <a:pt x="1270" y="155"/>
                </a:lnTo>
                <a:lnTo>
                  <a:pt x="1270" y="156"/>
                </a:lnTo>
                <a:lnTo>
                  <a:pt x="1269" y="158"/>
                </a:lnTo>
                <a:lnTo>
                  <a:pt x="1268" y="159"/>
                </a:lnTo>
                <a:lnTo>
                  <a:pt x="1267" y="163"/>
                </a:lnTo>
                <a:lnTo>
                  <a:pt x="1267" y="164"/>
                </a:lnTo>
                <a:lnTo>
                  <a:pt x="1267" y="166"/>
                </a:lnTo>
                <a:lnTo>
                  <a:pt x="1268" y="168"/>
                </a:lnTo>
                <a:lnTo>
                  <a:pt x="1268" y="169"/>
                </a:lnTo>
                <a:lnTo>
                  <a:pt x="1269" y="171"/>
                </a:lnTo>
                <a:lnTo>
                  <a:pt x="1269" y="172"/>
                </a:lnTo>
                <a:lnTo>
                  <a:pt x="1268" y="177"/>
                </a:lnTo>
                <a:lnTo>
                  <a:pt x="1268" y="178"/>
                </a:lnTo>
                <a:lnTo>
                  <a:pt x="1267" y="178"/>
                </a:lnTo>
                <a:lnTo>
                  <a:pt x="1267" y="179"/>
                </a:lnTo>
                <a:lnTo>
                  <a:pt x="1266" y="180"/>
                </a:lnTo>
                <a:lnTo>
                  <a:pt x="1265" y="182"/>
                </a:lnTo>
                <a:lnTo>
                  <a:pt x="1265" y="183"/>
                </a:lnTo>
                <a:lnTo>
                  <a:pt x="1264" y="184"/>
                </a:lnTo>
                <a:lnTo>
                  <a:pt x="1264" y="185"/>
                </a:lnTo>
                <a:lnTo>
                  <a:pt x="1265" y="186"/>
                </a:lnTo>
                <a:lnTo>
                  <a:pt x="1265" y="187"/>
                </a:lnTo>
                <a:lnTo>
                  <a:pt x="1264" y="187"/>
                </a:lnTo>
                <a:lnTo>
                  <a:pt x="1264" y="188"/>
                </a:lnTo>
                <a:lnTo>
                  <a:pt x="1263" y="190"/>
                </a:lnTo>
                <a:lnTo>
                  <a:pt x="1262" y="191"/>
                </a:lnTo>
                <a:lnTo>
                  <a:pt x="1260" y="193"/>
                </a:lnTo>
                <a:lnTo>
                  <a:pt x="1259" y="193"/>
                </a:lnTo>
                <a:lnTo>
                  <a:pt x="1258" y="193"/>
                </a:lnTo>
                <a:lnTo>
                  <a:pt x="1258" y="195"/>
                </a:lnTo>
                <a:lnTo>
                  <a:pt x="1257" y="198"/>
                </a:lnTo>
                <a:lnTo>
                  <a:pt x="1257" y="199"/>
                </a:lnTo>
                <a:lnTo>
                  <a:pt x="1253" y="202"/>
                </a:lnTo>
                <a:lnTo>
                  <a:pt x="1253" y="203"/>
                </a:lnTo>
                <a:lnTo>
                  <a:pt x="1251" y="204"/>
                </a:lnTo>
                <a:lnTo>
                  <a:pt x="1250" y="205"/>
                </a:lnTo>
                <a:lnTo>
                  <a:pt x="1249" y="206"/>
                </a:lnTo>
                <a:lnTo>
                  <a:pt x="1245" y="205"/>
                </a:lnTo>
                <a:lnTo>
                  <a:pt x="1244" y="205"/>
                </a:lnTo>
                <a:lnTo>
                  <a:pt x="1243" y="207"/>
                </a:lnTo>
                <a:lnTo>
                  <a:pt x="1241" y="211"/>
                </a:lnTo>
                <a:lnTo>
                  <a:pt x="1241" y="212"/>
                </a:lnTo>
                <a:lnTo>
                  <a:pt x="1240" y="213"/>
                </a:lnTo>
                <a:lnTo>
                  <a:pt x="1240" y="214"/>
                </a:lnTo>
                <a:lnTo>
                  <a:pt x="1239" y="216"/>
                </a:lnTo>
                <a:lnTo>
                  <a:pt x="1238" y="218"/>
                </a:lnTo>
                <a:lnTo>
                  <a:pt x="1236" y="221"/>
                </a:lnTo>
                <a:lnTo>
                  <a:pt x="1235" y="221"/>
                </a:lnTo>
                <a:lnTo>
                  <a:pt x="1234" y="221"/>
                </a:lnTo>
                <a:lnTo>
                  <a:pt x="1234" y="222"/>
                </a:lnTo>
                <a:lnTo>
                  <a:pt x="1233" y="222"/>
                </a:lnTo>
                <a:lnTo>
                  <a:pt x="1232" y="222"/>
                </a:lnTo>
                <a:lnTo>
                  <a:pt x="1232" y="223"/>
                </a:lnTo>
                <a:lnTo>
                  <a:pt x="1231" y="223"/>
                </a:lnTo>
                <a:lnTo>
                  <a:pt x="1231" y="224"/>
                </a:lnTo>
                <a:lnTo>
                  <a:pt x="1230" y="224"/>
                </a:lnTo>
                <a:lnTo>
                  <a:pt x="1230" y="225"/>
                </a:lnTo>
                <a:lnTo>
                  <a:pt x="1230" y="226"/>
                </a:lnTo>
                <a:lnTo>
                  <a:pt x="1231" y="226"/>
                </a:lnTo>
                <a:lnTo>
                  <a:pt x="1231" y="227"/>
                </a:lnTo>
                <a:lnTo>
                  <a:pt x="1231" y="228"/>
                </a:lnTo>
                <a:lnTo>
                  <a:pt x="1232" y="228"/>
                </a:lnTo>
                <a:lnTo>
                  <a:pt x="1232" y="229"/>
                </a:lnTo>
                <a:lnTo>
                  <a:pt x="1231" y="229"/>
                </a:lnTo>
                <a:lnTo>
                  <a:pt x="1231" y="230"/>
                </a:lnTo>
                <a:lnTo>
                  <a:pt x="1231" y="231"/>
                </a:lnTo>
                <a:lnTo>
                  <a:pt x="1232" y="231"/>
                </a:lnTo>
                <a:lnTo>
                  <a:pt x="1232" y="232"/>
                </a:lnTo>
                <a:lnTo>
                  <a:pt x="1233" y="233"/>
                </a:lnTo>
                <a:lnTo>
                  <a:pt x="1233" y="234"/>
                </a:lnTo>
                <a:lnTo>
                  <a:pt x="1233" y="238"/>
                </a:lnTo>
                <a:lnTo>
                  <a:pt x="1232" y="238"/>
                </a:lnTo>
                <a:lnTo>
                  <a:pt x="1230" y="239"/>
                </a:lnTo>
                <a:lnTo>
                  <a:pt x="1229" y="240"/>
                </a:lnTo>
                <a:lnTo>
                  <a:pt x="1226" y="242"/>
                </a:lnTo>
                <a:lnTo>
                  <a:pt x="1225" y="243"/>
                </a:lnTo>
                <a:lnTo>
                  <a:pt x="1223" y="244"/>
                </a:lnTo>
                <a:lnTo>
                  <a:pt x="1222" y="245"/>
                </a:lnTo>
                <a:lnTo>
                  <a:pt x="1219" y="246"/>
                </a:lnTo>
                <a:lnTo>
                  <a:pt x="1218" y="247"/>
                </a:lnTo>
                <a:lnTo>
                  <a:pt x="1217" y="248"/>
                </a:lnTo>
                <a:lnTo>
                  <a:pt x="1216" y="248"/>
                </a:lnTo>
                <a:lnTo>
                  <a:pt x="1215" y="248"/>
                </a:lnTo>
                <a:lnTo>
                  <a:pt x="1214" y="248"/>
                </a:lnTo>
                <a:lnTo>
                  <a:pt x="1213" y="249"/>
                </a:lnTo>
                <a:lnTo>
                  <a:pt x="1212" y="250"/>
                </a:lnTo>
                <a:lnTo>
                  <a:pt x="1213" y="252"/>
                </a:lnTo>
                <a:lnTo>
                  <a:pt x="1212" y="253"/>
                </a:lnTo>
                <a:lnTo>
                  <a:pt x="1211" y="256"/>
                </a:lnTo>
                <a:lnTo>
                  <a:pt x="1210" y="258"/>
                </a:lnTo>
                <a:lnTo>
                  <a:pt x="1209" y="261"/>
                </a:lnTo>
                <a:lnTo>
                  <a:pt x="1210" y="262"/>
                </a:lnTo>
                <a:lnTo>
                  <a:pt x="1210" y="263"/>
                </a:lnTo>
                <a:lnTo>
                  <a:pt x="1209" y="264"/>
                </a:lnTo>
                <a:lnTo>
                  <a:pt x="1209" y="265"/>
                </a:lnTo>
                <a:lnTo>
                  <a:pt x="1207" y="267"/>
                </a:lnTo>
                <a:lnTo>
                  <a:pt x="1207" y="268"/>
                </a:lnTo>
                <a:lnTo>
                  <a:pt x="1208" y="268"/>
                </a:lnTo>
                <a:lnTo>
                  <a:pt x="1207" y="269"/>
                </a:lnTo>
                <a:lnTo>
                  <a:pt x="1206" y="271"/>
                </a:lnTo>
                <a:lnTo>
                  <a:pt x="1205" y="274"/>
                </a:lnTo>
                <a:lnTo>
                  <a:pt x="1205" y="275"/>
                </a:lnTo>
                <a:lnTo>
                  <a:pt x="1206" y="276"/>
                </a:lnTo>
                <a:lnTo>
                  <a:pt x="1206" y="277"/>
                </a:lnTo>
                <a:lnTo>
                  <a:pt x="1206" y="278"/>
                </a:lnTo>
                <a:lnTo>
                  <a:pt x="1206" y="279"/>
                </a:lnTo>
                <a:lnTo>
                  <a:pt x="1206" y="280"/>
                </a:lnTo>
                <a:lnTo>
                  <a:pt x="1207" y="283"/>
                </a:lnTo>
                <a:lnTo>
                  <a:pt x="1208" y="284"/>
                </a:lnTo>
                <a:lnTo>
                  <a:pt x="1209" y="284"/>
                </a:lnTo>
                <a:lnTo>
                  <a:pt x="1211" y="286"/>
                </a:lnTo>
                <a:lnTo>
                  <a:pt x="1210" y="288"/>
                </a:lnTo>
                <a:lnTo>
                  <a:pt x="1209" y="288"/>
                </a:lnTo>
                <a:lnTo>
                  <a:pt x="1210" y="290"/>
                </a:lnTo>
                <a:lnTo>
                  <a:pt x="1211" y="290"/>
                </a:lnTo>
                <a:lnTo>
                  <a:pt x="1212" y="290"/>
                </a:lnTo>
                <a:lnTo>
                  <a:pt x="1213" y="291"/>
                </a:lnTo>
                <a:lnTo>
                  <a:pt x="1214" y="291"/>
                </a:lnTo>
                <a:lnTo>
                  <a:pt x="1214" y="292"/>
                </a:lnTo>
                <a:lnTo>
                  <a:pt x="1213" y="293"/>
                </a:lnTo>
                <a:lnTo>
                  <a:pt x="1213" y="294"/>
                </a:lnTo>
                <a:lnTo>
                  <a:pt x="1213" y="295"/>
                </a:lnTo>
                <a:lnTo>
                  <a:pt x="1213" y="296"/>
                </a:lnTo>
                <a:lnTo>
                  <a:pt x="1213" y="297"/>
                </a:lnTo>
                <a:lnTo>
                  <a:pt x="1213" y="299"/>
                </a:lnTo>
                <a:lnTo>
                  <a:pt x="1212" y="299"/>
                </a:lnTo>
                <a:lnTo>
                  <a:pt x="1212" y="300"/>
                </a:lnTo>
                <a:lnTo>
                  <a:pt x="1212" y="301"/>
                </a:lnTo>
                <a:lnTo>
                  <a:pt x="1213" y="300"/>
                </a:lnTo>
                <a:lnTo>
                  <a:pt x="1214" y="299"/>
                </a:lnTo>
                <a:lnTo>
                  <a:pt x="1214" y="298"/>
                </a:lnTo>
                <a:lnTo>
                  <a:pt x="1215" y="298"/>
                </a:lnTo>
                <a:lnTo>
                  <a:pt x="1216" y="298"/>
                </a:lnTo>
                <a:lnTo>
                  <a:pt x="1216" y="299"/>
                </a:lnTo>
                <a:lnTo>
                  <a:pt x="1217" y="299"/>
                </a:lnTo>
                <a:lnTo>
                  <a:pt x="1218" y="298"/>
                </a:lnTo>
                <a:lnTo>
                  <a:pt x="1219" y="297"/>
                </a:lnTo>
                <a:lnTo>
                  <a:pt x="1220" y="297"/>
                </a:lnTo>
                <a:lnTo>
                  <a:pt x="1221" y="296"/>
                </a:lnTo>
                <a:lnTo>
                  <a:pt x="1222" y="296"/>
                </a:lnTo>
                <a:lnTo>
                  <a:pt x="1222" y="297"/>
                </a:lnTo>
                <a:lnTo>
                  <a:pt x="1224" y="297"/>
                </a:lnTo>
                <a:lnTo>
                  <a:pt x="1225" y="297"/>
                </a:lnTo>
                <a:lnTo>
                  <a:pt x="1229" y="295"/>
                </a:lnTo>
                <a:lnTo>
                  <a:pt x="1230" y="295"/>
                </a:lnTo>
                <a:lnTo>
                  <a:pt x="1231" y="294"/>
                </a:lnTo>
                <a:lnTo>
                  <a:pt x="1233" y="294"/>
                </a:lnTo>
                <a:lnTo>
                  <a:pt x="1234" y="294"/>
                </a:lnTo>
                <a:lnTo>
                  <a:pt x="1234" y="293"/>
                </a:lnTo>
                <a:lnTo>
                  <a:pt x="1234" y="292"/>
                </a:lnTo>
                <a:lnTo>
                  <a:pt x="1233" y="288"/>
                </a:lnTo>
                <a:lnTo>
                  <a:pt x="1233" y="287"/>
                </a:lnTo>
                <a:lnTo>
                  <a:pt x="1234" y="286"/>
                </a:lnTo>
                <a:lnTo>
                  <a:pt x="1234" y="285"/>
                </a:lnTo>
                <a:lnTo>
                  <a:pt x="1235" y="285"/>
                </a:lnTo>
                <a:lnTo>
                  <a:pt x="1235" y="284"/>
                </a:lnTo>
                <a:lnTo>
                  <a:pt x="1234" y="281"/>
                </a:lnTo>
                <a:lnTo>
                  <a:pt x="1234" y="280"/>
                </a:lnTo>
                <a:lnTo>
                  <a:pt x="1235" y="279"/>
                </a:lnTo>
                <a:lnTo>
                  <a:pt x="1234" y="278"/>
                </a:lnTo>
                <a:lnTo>
                  <a:pt x="1234" y="276"/>
                </a:lnTo>
                <a:lnTo>
                  <a:pt x="1234" y="274"/>
                </a:lnTo>
                <a:lnTo>
                  <a:pt x="1236" y="273"/>
                </a:lnTo>
                <a:lnTo>
                  <a:pt x="1238" y="273"/>
                </a:lnTo>
                <a:lnTo>
                  <a:pt x="1239" y="273"/>
                </a:lnTo>
                <a:lnTo>
                  <a:pt x="1241" y="273"/>
                </a:lnTo>
                <a:lnTo>
                  <a:pt x="1241" y="272"/>
                </a:lnTo>
                <a:lnTo>
                  <a:pt x="1241" y="271"/>
                </a:lnTo>
                <a:lnTo>
                  <a:pt x="1242" y="271"/>
                </a:lnTo>
                <a:lnTo>
                  <a:pt x="1243" y="270"/>
                </a:lnTo>
                <a:lnTo>
                  <a:pt x="1246" y="268"/>
                </a:lnTo>
                <a:lnTo>
                  <a:pt x="1248" y="267"/>
                </a:lnTo>
                <a:lnTo>
                  <a:pt x="1250" y="267"/>
                </a:lnTo>
                <a:lnTo>
                  <a:pt x="1251" y="267"/>
                </a:lnTo>
                <a:lnTo>
                  <a:pt x="1251" y="266"/>
                </a:lnTo>
                <a:lnTo>
                  <a:pt x="1252" y="266"/>
                </a:lnTo>
                <a:lnTo>
                  <a:pt x="1251" y="265"/>
                </a:lnTo>
                <a:lnTo>
                  <a:pt x="1252" y="263"/>
                </a:lnTo>
                <a:lnTo>
                  <a:pt x="1253" y="263"/>
                </a:lnTo>
                <a:lnTo>
                  <a:pt x="1255" y="260"/>
                </a:lnTo>
                <a:lnTo>
                  <a:pt x="1255" y="259"/>
                </a:lnTo>
                <a:lnTo>
                  <a:pt x="1255" y="258"/>
                </a:lnTo>
                <a:lnTo>
                  <a:pt x="1255" y="257"/>
                </a:lnTo>
                <a:lnTo>
                  <a:pt x="1256" y="257"/>
                </a:lnTo>
                <a:lnTo>
                  <a:pt x="1257" y="255"/>
                </a:lnTo>
                <a:lnTo>
                  <a:pt x="1258" y="255"/>
                </a:lnTo>
                <a:lnTo>
                  <a:pt x="1259" y="255"/>
                </a:lnTo>
                <a:lnTo>
                  <a:pt x="1259" y="254"/>
                </a:lnTo>
                <a:lnTo>
                  <a:pt x="1261" y="254"/>
                </a:lnTo>
                <a:lnTo>
                  <a:pt x="1262" y="251"/>
                </a:lnTo>
                <a:lnTo>
                  <a:pt x="1262" y="250"/>
                </a:lnTo>
                <a:lnTo>
                  <a:pt x="1263" y="250"/>
                </a:lnTo>
                <a:lnTo>
                  <a:pt x="1264" y="250"/>
                </a:lnTo>
                <a:lnTo>
                  <a:pt x="1266" y="250"/>
                </a:lnTo>
                <a:lnTo>
                  <a:pt x="1266" y="251"/>
                </a:lnTo>
                <a:lnTo>
                  <a:pt x="1266" y="252"/>
                </a:lnTo>
                <a:lnTo>
                  <a:pt x="1267" y="255"/>
                </a:lnTo>
                <a:lnTo>
                  <a:pt x="1268" y="255"/>
                </a:lnTo>
                <a:lnTo>
                  <a:pt x="1269" y="255"/>
                </a:lnTo>
                <a:lnTo>
                  <a:pt x="1269" y="256"/>
                </a:lnTo>
                <a:lnTo>
                  <a:pt x="1272" y="257"/>
                </a:lnTo>
                <a:lnTo>
                  <a:pt x="1273" y="258"/>
                </a:lnTo>
                <a:lnTo>
                  <a:pt x="1276" y="259"/>
                </a:lnTo>
                <a:lnTo>
                  <a:pt x="1279" y="259"/>
                </a:lnTo>
                <a:lnTo>
                  <a:pt x="1280" y="258"/>
                </a:lnTo>
                <a:lnTo>
                  <a:pt x="1281" y="257"/>
                </a:lnTo>
                <a:lnTo>
                  <a:pt x="1282" y="256"/>
                </a:lnTo>
                <a:lnTo>
                  <a:pt x="1283" y="255"/>
                </a:lnTo>
                <a:lnTo>
                  <a:pt x="1282" y="255"/>
                </a:lnTo>
                <a:lnTo>
                  <a:pt x="1282" y="254"/>
                </a:lnTo>
                <a:lnTo>
                  <a:pt x="1284" y="252"/>
                </a:lnTo>
                <a:lnTo>
                  <a:pt x="1285" y="252"/>
                </a:lnTo>
                <a:lnTo>
                  <a:pt x="1288" y="253"/>
                </a:lnTo>
                <a:lnTo>
                  <a:pt x="1288" y="254"/>
                </a:lnTo>
                <a:lnTo>
                  <a:pt x="1288" y="256"/>
                </a:lnTo>
                <a:lnTo>
                  <a:pt x="1289" y="257"/>
                </a:lnTo>
                <a:lnTo>
                  <a:pt x="1290" y="257"/>
                </a:lnTo>
                <a:lnTo>
                  <a:pt x="1291" y="257"/>
                </a:lnTo>
                <a:lnTo>
                  <a:pt x="1292" y="257"/>
                </a:lnTo>
                <a:lnTo>
                  <a:pt x="1293" y="257"/>
                </a:lnTo>
                <a:lnTo>
                  <a:pt x="1292" y="261"/>
                </a:lnTo>
                <a:lnTo>
                  <a:pt x="1292" y="262"/>
                </a:lnTo>
                <a:lnTo>
                  <a:pt x="1292" y="263"/>
                </a:lnTo>
                <a:lnTo>
                  <a:pt x="1292" y="266"/>
                </a:lnTo>
                <a:lnTo>
                  <a:pt x="1292" y="267"/>
                </a:lnTo>
                <a:lnTo>
                  <a:pt x="1292" y="268"/>
                </a:lnTo>
                <a:lnTo>
                  <a:pt x="1291" y="269"/>
                </a:lnTo>
                <a:lnTo>
                  <a:pt x="1292" y="270"/>
                </a:lnTo>
                <a:lnTo>
                  <a:pt x="1292" y="271"/>
                </a:lnTo>
                <a:lnTo>
                  <a:pt x="1296" y="272"/>
                </a:lnTo>
                <a:lnTo>
                  <a:pt x="1298" y="272"/>
                </a:lnTo>
                <a:lnTo>
                  <a:pt x="1299" y="271"/>
                </a:lnTo>
                <a:lnTo>
                  <a:pt x="1300" y="271"/>
                </a:lnTo>
                <a:lnTo>
                  <a:pt x="1301" y="271"/>
                </a:lnTo>
                <a:lnTo>
                  <a:pt x="1301" y="272"/>
                </a:lnTo>
                <a:lnTo>
                  <a:pt x="1301" y="273"/>
                </a:lnTo>
                <a:lnTo>
                  <a:pt x="1301" y="276"/>
                </a:lnTo>
                <a:lnTo>
                  <a:pt x="1300" y="278"/>
                </a:lnTo>
                <a:lnTo>
                  <a:pt x="1300" y="279"/>
                </a:lnTo>
                <a:lnTo>
                  <a:pt x="1298" y="279"/>
                </a:lnTo>
                <a:lnTo>
                  <a:pt x="1297" y="279"/>
                </a:lnTo>
                <a:lnTo>
                  <a:pt x="1297" y="280"/>
                </a:lnTo>
                <a:lnTo>
                  <a:pt x="1296" y="282"/>
                </a:lnTo>
                <a:lnTo>
                  <a:pt x="1295" y="285"/>
                </a:lnTo>
                <a:lnTo>
                  <a:pt x="1296" y="285"/>
                </a:lnTo>
                <a:lnTo>
                  <a:pt x="1297" y="286"/>
                </a:lnTo>
                <a:lnTo>
                  <a:pt x="1297" y="287"/>
                </a:lnTo>
                <a:lnTo>
                  <a:pt x="1298" y="287"/>
                </a:lnTo>
                <a:lnTo>
                  <a:pt x="1298" y="288"/>
                </a:lnTo>
                <a:lnTo>
                  <a:pt x="1299" y="288"/>
                </a:lnTo>
                <a:lnTo>
                  <a:pt x="1301" y="289"/>
                </a:lnTo>
                <a:lnTo>
                  <a:pt x="1302" y="291"/>
                </a:lnTo>
                <a:lnTo>
                  <a:pt x="1302" y="292"/>
                </a:lnTo>
                <a:lnTo>
                  <a:pt x="1301" y="292"/>
                </a:lnTo>
                <a:lnTo>
                  <a:pt x="1301" y="293"/>
                </a:lnTo>
                <a:lnTo>
                  <a:pt x="1300" y="295"/>
                </a:lnTo>
                <a:lnTo>
                  <a:pt x="1300" y="298"/>
                </a:lnTo>
                <a:lnTo>
                  <a:pt x="1299" y="298"/>
                </a:lnTo>
                <a:lnTo>
                  <a:pt x="1300" y="298"/>
                </a:lnTo>
                <a:lnTo>
                  <a:pt x="1300" y="299"/>
                </a:lnTo>
                <a:lnTo>
                  <a:pt x="1301" y="300"/>
                </a:lnTo>
                <a:lnTo>
                  <a:pt x="1302" y="300"/>
                </a:lnTo>
                <a:lnTo>
                  <a:pt x="1302" y="301"/>
                </a:lnTo>
                <a:lnTo>
                  <a:pt x="1301" y="303"/>
                </a:lnTo>
                <a:lnTo>
                  <a:pt x="1301" y="308"/>
                </a:lnTo>
                <a:lnTo>
                  <a:pt x="1302" y="311"/>
                </a:lnTo>
                <a:lnTo>
                  <a:pt x="1304" y="312"/>
                </a:lnTo>
                <a:lnTo>
                  <a:pt x="1305" y="313"/>
                </a:lnTo>
                <a:lnTo>
                  <a:pt x="1306" y="314"/>
                </a:lnTo>
                <a:lnTo>
                  <a:pt x="1307" y="315"/>
                </a:lnTo>
                <a:lnTo>
                  <a:pt x="1307" y="318"/>
                </a:lnTo>
                <a:lnTo>
                  <a:pt x="1307" y="321"/>
                </a:lnTo>
                <a:lnTo>
                  <a:pt x="1307" y="323"/>
                </a:lnTo>
                <a:lnTo>
                  <a:pt x="1306" y="323"/>
                </a:lnTo>
                <a:lnTo>
                  <a:pt x="1305" y="324"/>
                </a:lnTo>
                <a:lnTo>
                  <a:pt x="1304" y="328"/>
                </a:lnTo>
                <a:lnTo>
                  <a:pt x="1303" y="329"/>
                </a:lnTo>
                <a:lnTo>
                  <a:pt x="1303" y="330"/>
                </a:lnTo>
                <a:lnTo>
                  <a:pt x="1304" y="330"/>
                </a:lnTo>
                <a:lnTo>
                  <a:pt x="1304" y="331"/>
                </a:lnTo>
                <a:lnTo>
                  <a:pt x="1304" y="332"/>
                </a:lnTo>
                <a:lnTo>
                  <a:pt x="1304" y="333"/>
                </a:lnTo>
                <a:lnTo>
                  <a:pt x="1303" y="333"/>
                </a:lnTo>
                <a:lnTo>
                  <a:pt x="1302" y="333"/>
                </a:lnTo>
                <a:lnTo>
                  <a:pt x="1302" y="335"/>
                </a:lnTo>
                <a:lnTo>
                  <a:pt x="1301" y="336"/>
                </a:lnTo>
                <a:lnTo>
                  <a:pt x="1301" y="338"/>
                </a:lnTo>
                <a:lnTo>
                  <a:pt x="1300" y="338"/>
                </a:lnTo>
                <a:lnTo>
                  <a:pt x="1300" y="339"/>
                </a:lnTo>
                <a:lnTo>
                  <a:pt x="1299" y="340"/>
                </a:lnTo>
                <a:lnTo>
                  <a:pt x="1298" y="342"/>
                </a:lnTo>
                <a:lnTo>
                  <a:pt x="1299" y="342"/>
                </a:lnTo>
                <a:lnTo>
                  <a:pt x="1300" y="343"/>
                </a:lnTo>
                <a:lnTo>
                  <a:pt x="1300" y="342"/>
                </a:lnTo>
                <a:lnTo>
                  <a:pt x="1302" y="342"/>
                </a:lnTo>
                <a:lnTo>
                  <a:pt x="1302" y="343"/>
                </a:lnTo>
                <a:lnTo>
                  <a:pt x="1302" y="344"/>
                </a:lnTo>
                <a:lnTo>
                  <a:pt x="1303" y="346"/>
                </a:lnTo>
                <a:lnTo>
                  <a:pt x="1305" y="345"/>
                </a:lnTo>
                <a:lnTo>
                  <a:pt x="1306" y="345"/>
                </a:lnTo>
                <a:lnTo>
                  <a:pt x="1306" y="344"/>
                </a:lnTo>
                <a:lnTo>
                  <a:pt x="1307" y="344"/>
                </a:lnTo>
                <a:lnTo>
                  <a:pt x="1309" y="344"/>
                </a:lnTo>
                <a:lnTo>
                  <a:pt x="1310" y="344"/>
                </a:lnTo>
                <a:lnTo>
                  <a:pt x="1311" y="345"/>
                </a:lnTo>
                <a:lnTo>
                  <a:pt x="1312" y="345"/>
                </a:lnTo>
                <a:lnTo>
                  <a:pt x="1313" y="345"/>
                </a:lnTo>
                <a:lnTo>
                  <a:pt x="1315" y="347"/>
                </a:lnTo>
                <a:lnTo>
                  <a:pt x="1315" y="349"/>
                </a:lnTo>
                <a:lnTo>
                  <a:pt x="1315" y="350"/>
                </a:lnTo>
                <a:lnTo>
                  <a:pt x="1317" y="350"/>
                </a:lnTo>
                <a:lnTo>
                  <a:pt x="1319" y="349"/>
                </a:lnTo>
                <a:lnTo>
                  <a:pt x="1321" y="348"/>
                </a:lnTo>
                <a:lnTo>
                  <a:pt x="1322" y="349"/>
                </a:lnTo>
                <a:lnTo>
                  <a:pt x="1323" y="349"/>
                </a:lnTo>
                <a:lnTo>
                  <a:pt x="1323" y="350"/>
                </a:lnTo>
                <a:lnTo>
                  <a:pt x="1324" y="349"/>
                </a:lnTo>
                <a:lnTo>
                  <a:pt x="1325" y="349"/>
                </a:lnTo>
                <a:lnTo>
                  <a:pt x="1325" y="348"/>
                </a:lnTo>
                <a:lnTo>
                  <a:pt x="1326" y="348"/>
                </a:lnTo>
                <a:lnTo>
                  <a:pt x="1326" y="347"/>
                </a:lnTo>
                <a:lnTo>
                  <a:pt x="1326" y="343"/>
                </a:lnTo>
                <a:lnTo>
                  <a:pt x="1327" y="341"/>
                </a:lnTo>
                <a:lnTo>
                  <a:pt x="1328" y="340"/>
                </a:lnTo>
                <a:lnTo>
                  <a:pt x="1329" y="338"/>
                </a:lnTo>
                <a:lnTo>
                  <a:pt x="1329" y="337"/>
                </a:lnTo>
                <a:lnTo>
                  <a:pt x="1330" y="337"/>
                </a:lnTo>
                <a:lnTo>
                  <a:pt x="1330" y="338"/>
                </a:lnTo>
                <a:lnTo>
                  <a:pt x="1331" y="338"/>
                </a:lnTo>
                <a:lnTo>
                  <a:pt x="1335" y="339"/>
                </a:lnTo>
                <a:lnTo>
                  <a:pt x="1337" y="339"/>
                </a:lnTo>
                <a:lnTo>
                  <a:pt x="1338" y="338"/>
                </a:lnTo>
                <a:lnTo>
                  <a:pt x="1338" y="336"/>
                </a:lnTo>
                <a:lnTo>
                  <a:pt x="1338" y="335"/>
                </a:lnTo>
                <a:lnTo>
                  <a:pt x="1338" y="334"/>
                </a:lnTo>
                <a:lnTo>
                  <a:pt x="1337" y="334"/>
                </a:lnTo>
                <a:lnTo>
                  <a:pt x="1337" y="332"/>
                </a:lnTo>
                <a:lnTo>
                  <a:pt x="1338" y="331"/>
                </a:lnTo>
                <a:lnTo>
                  <a:pt x="1338" y="330"/>
                </a:lnTo>
                <a:lnTo>
                  <a:pt x="1339" y="328"/>
                </a:lnTo>
                <a:lnTo>
                  <a:pt x="1340" y="327"/>
                </a:lnTo>
                <a:lnTo>
                  <a:pt x="1340" y="325"/>
                </a:lnTo>
                <a:lnTo>
                  <a:pt x="1341" y="324"/>
                </a:lnTo>
                <a:lnTo>
                  <a:pt x="1343" y="321"/>
                </a:lnTo>
                <a:lnTo>
                  <a:pt x="1343" y="320"/>
                </a:lnTo>
                <a:lnTo>
                  <a:pt x="1346" y="318"/>
                </a:lnTo>
                <a:lnTo>
                  <a:pt x="1348" y="317"/>
                </a:lnTo>
                <a:lnTo>
                  <a:pt x="1349" y="317"/>
                </a:lnTo>
                <a:lnTo>
                  <a:pt x="1350" y="318"/>
                </a:lnTo>
                <a:lnTo>
                  <a:pt x="1351" y="318"/>
                </a:lnTo>
                <a:lnTo>
                  <a:pt x="1352" y="318"/>
                </a:lnTo>
                <a:lnTo>
                  <a:pt x="1353" y="319"/>
                </a:lnTo>
                <a:lnTo>
                  <a:pt x="1354" y="319"/>
                </a:lnTo>
                <a:lnTo>
                  <a:pt x="1355" y="319"/>
                </a:lnTo>
                <a:lnTo>
                  <a:pt x="1358" y="318"/>
                </a:lnTo>
                <a:lnTo>
                  <a:pt x="1359" y="318"/>
                </a:lnTo>
                <a:lnTo>
                  <a:pt x="1361" y="316"/>
                </a:lnTo>
                <a:lnTo>
                  <a:pt x="1363" y="315"/>
                </a:lnTo>
                <a:lnTo>
                  <a:pt x="1363" y="316"/>
                </a:lnTo>
                <a:lnTo>
                  <a:pt x="1363" y="317"/>
                </a:lnTo>
                <a:lnTo>
                  <a:pt x="1364" y="317"/>
                </a:lnTo>
                <a:lnTo>
                  <a:pt x="1367" y="319"/>
                </a:lnTo>
                <a:lnTo>
                  <a:pt x="1369" y="319"/>
                </a:lnTo>
                <a:lnTo>
                  <a:pt x="1370" y="319"/>
                </a:lnTo>
                <a:lnTo>
                  <a:pt x="1370" y="318"/>
                </a:lnTo>
                <a:lnTo>
                  <a:pt x="1373" y="318"/>
                </a:lnTo>
                <a:lnTo>
                  <a:pt x="1373" y="317"/>
                </a:lnTo>
                <a:lnTo>
                  <a:pt x="1375" y="317"/>
                </a:lnTo>
                <a:lnTo>
                  <a:pt x="1375" y="318"/>
                </a:lnTo>
                <a:lnTo>
                  <a:pt x="1378" y="318"/>
                </a:lnTo>
                <a:lnTo>
                  <a:pt x="1379" y="319"/>
                </a:lnTo>
                <a:lnTo>
                  <a:pt x="1379" y="320"/>
                </a:lnTo>
                <a:lnTo>
                  <a:pt x="1380" y="320"/>
                </a:lnTo>
                <a:lnTo>
                  <a:pt x="1380" y="321"/>
                </a:lnTo>
                <a:lnTo>
                  <a:pt x="1381" y="322"/>
                </a:lnTo>
                <a:lnTo>
                  <a:pt x="1383" y="321"/>
                </a:lnTo>
                <a:lnTo>
                  <a:pt x="1383" y="320"/>
                </a:lnTo>
                <a:lnTo>
                  <a:pt x="1383" y="319"/>
                </a:lnTo>
                <a:lnTo>
                  <a:pt x="1384" y="319"/>
                </a:lnTo>
                <a:lnTo>
                  <a:pt x="1385" y="319"/>
                </a:lnTo>
                <a:lnTo>
                  <a:pt x="1388" y="319"/>
                </a:lnTo>
                <a:lnTo>
                  <a:pt x="1390" y="320"/>
                </a:lnTo>
                <a:lnTo>
                  <a:pt x="1391" y="320"/>
                </a:lnTo>
                <a:lnTo>
                  <a:pt x="1392" y="320"/>
                </a:lnTo>
                <a:lnTo>
                  <a:pt x="1393" y="320"/>
                </a:lnTo>
                <a:lnTo>
                  <a:pt x="1394" y="319"/>
                </a:lnTo>
                <a:lnTo>
                  <a:pt x="1394" y="318"/>
                </a:lnTo>
                <a:lnTo>
                  <a:pt x="1397" y="317"/>
                </a:lnTo>
                <a:lnTo>
                  <a:pt x="1397" y="318"/>
                </a:lnTo>
                <a:lnTo>
                  <a:pt x="1398" y="318"/>
                </a:lnTo>
                <a:lnTo>
                  <a:pt x="1399" y="319"/>
                </a:lnTo>
                <a:lnTo>
                  <a:pt x="1400" y="319"/>
                </a:lnTo>
                <a:lnTo>
                  <a:pt x="1401" y="319"/>
                </a:lnTo>
                <a:lnTo>
                  <a:pt x="1404" y="320"/>
                </a:lnTo>
                <a:lnTo>
                  <a:pt x="1407" y="322"/>
                </a:lnTo>
                <a:lnTo>
                  <a:pt x="1409" y="323"/>
                </a:lnTo>
                <a:lnTo>
                  <a:pt x="1408" y="325"/>
                </a:lnTo>
                <a:lnTo>
                  <a:pt x="1407" y="325"/>
                </a:lnTo>
                <a:lnTo>
                  <a:pt x="1406" y="326"/>
                </a:lnTo>
                <a:lnTo>
                  <a:pt x="1406" y="325"/>
                </a:lnTo>
                <a:lnTo>
                  <a:pt x="1404" y="325"/>
                </a:lnTo>
                <a:lnTo>
                  <a:pt x="1403" y="325"/>
                </a:lnTo>
                <a:lnTo>
                  <a:pt x="1403" y="326"/>
                </a:lnTo>
                <a:lnTo>
                  <a:pt x="1402" y="326"/>
                </a:lnTo>
                <a:lnTo>
                  <a:pt x="1402" y="327"/>
                </a:lnTo>
                <a:lnTo>
                  <a:pt x="1400" y="327"/>
                </a:lnTo>
                <a:lnTo>
                  <a:pt x="1399" y="327"/>
                </a:lnTo>
                <a:lnTo>
                  <a:pt x="1398" y="328"/>
                </a:lnTo>
                <a:lnTo>
                  <a:pt x="1397" y="328"/>
                </a:lnTo>
                <a:lnTo>
                  <a:pt x="1397" y="332"/>
                </a:lnTo>
                <a:lnTo>
                  <a:pt x="1397" y="333"/>
                </a:lnTo>
                <a:lnTo>
                  <a:pt x="1396" y="334"/>
                </a:lnTo>
                <a:lnTo>
                  <a:pt x="1395" y="334"/>
                </a:lnTo>
                <a:lnTo>
                  <a:pt x="1394" y="335"/>
                </a:lnTo>
                <a:lnTo>
                  <a:pt x="1394" y="336"/>
                </a:lnTo>
                <a:lnTo>
                  <a:pt x="1394" y="337"/>
                </a:lnTo>
                <a:lnTo>
                  <a:pt x="1395" y="338"/>
                </a:lnTo>
                <a:lnTo>
                  <a:pt x="1396" y="340"/>
                </a:lnTo>
                <a:lnTo>
                  <a:pt x="1397" y="342"/>
                </a:lnTo>
                <a:lnTo>
                  <a:pt x="1397" y="343"/>
                </a:lnTo>
                <a:lnTo>
                  <a:pt x="1396" y="344"/>
                </a:lnTo>
                <a:lnTo>
                  <a:pt x="1395" y="344"/>
                </a:lnTo>
                <a:lnTo>
                  <a:pt x="1394" y="344"/>
                </a:lnTo>
                <a:lnTo>
                  <a:pt x="1394" y="345"/>
                </a:lnTo>
                <a:lnTo>
                  <a:pt x="1393" y="347"/>
                </a:lnTo>
                <a:lnTo>
                  <a:pt x="1394" y="349"/>
                </a:lnTo>
                <a:lnTo>
                  <a:pt x="1394" y="350"/>
                </a:lnTo>
                <a:lnTo>
                  <a:pt x="1395" y="350"/>
                </a:lnTo>
                <a:lnTo>
                  <a:pt x="1394" y="351"/>
                </a:lnTo>
                <a:lnTo>
                  <a:pt x="1395" y="351"/>
                </a:lnTo>
                <a:lnTo>
                  <a:pt x="1395" y="352"/>
                </a:lnTo>
                <a:lnTo>
                  <a:pt x="1395" y="353"/>
                </a:lnTo>
                <a:lnTo>
                  <a:pt x="1394" y="353"/>
                </a:lnTo>
                <a:lnTo>
                  <a:pt x="1395" y="354"/>
                </a:lnTo>
                <a:lnTo>
                  <a:pt x="1396" y="354"/>
                </a:lnTo>
                <a:lnTo>
                  <a:pt x="1397" y="354"/>
                </a:lnTo>
                <a:lnTo>
                  <a:pt x="1398" y="355"/>
                </a:lnTo>
                <a:lnTo>
                  <a:pt x="1398" y="356"/>
                </a:lnTo>
                <a:lnTo>
                  <a:pt x="1400" y="356"/>
                </a:lnTo>
                <a:lnTo>
                  <a:pt x="1401" y="357"/>
                </a:lnTo>
                <a:lnTo>
                  <a:pt x="1402" y="358"/>
                </a:lnTo>
                <a:lnTo>
                  <a:pt x="1403" y="359"/>
                </a:lnTo>
                <a:lnTo>
                  <a:pt x="1403" y="360"/>
                </a:lnTo>
                <a:lnTo>
                  <a:pt x="1403" y="361"/>
                </a:lnTo>
                <a:lnTo>
                  <a:pt x="1405" y="362"/>
                </a:lnTo>
                <a:lnTo>
                  <a:pt x="1406" y="362"/>
                </a:lnTo>
                <a:lnTo>
                  <a:pt x="1407" y="362"/>
                </a:lnTo>
                <a:lnTo>
                  <a:pt x="1409" y="365"/>
                </a:lnTo>
                <a:lnTo>
                  <a:pt x="1409" y="366"/>
                </a:lnTo>
                <a:lnTo>
                  <a:pt x="1409" y="368"/>
                </a:lnTo>
                <a:lnTo>
                  <a:pt x="1409" y="369"/>
                </a:lnTo>
                <a:lnTo>
                  <a:pt x="1409" y="370"/>
                </a:lnTo>
                <a:lnTo>
                  <a:pt x="1408" y="370"/>
                </a:lnTo>
                <a:lnTo>
                  <a:pt x="1409" y="370"/>
                </a:lnTo>
                <a:lnTo>
                  <a:pt x="1409" y="371"/>
                </a:lnTo>
                <a:lnTo>
                  <a:pt x="1409" y="372"/>
                </a:lnTo>
                <a:lnTo>
                  <a:pt x="1408" y="373"/>
                </a:lnTo>
                <a:lnTo>
                  <a:pt x="1407" y="374"/>
                </a:lnTo>
                <a:lnTo>
                  <a:pt x="1406" y="375"/>
                </a:lnTo>
                <a:lnTo>
                  <a:pt x="1405" y="376"/>
                </a:lnTo>
                <a:lnTo>
                  <a:pt x="1405" y="377"/>
                </a:lnTo>
                <a:lnTo>
                  <a:pt x="1405" y="378"/>
                </a:lnTo>
                <a:lnTo>
                  <a:pt x="1406" y="380"/>
                </a:lnTo>
                <a:lnTo>
                  <a:pt x="1407" y="381"/>
                </a:lnTo>
                <a:lnTo>
                  <a:pt x="1408" y="381"/>
                </a:lnTo>
                <a:lnTo>
                  <a:pt x="1408" y="382"/>
                </a:lnTo>
                <a:lnTo>
                  <a:pt x="1409" y="383"/>
                </a:lnTo>
                <a:lnTo>
                  <a:pt x="1410" y="383"/>
                </a:lnTo>
                <a:lnTo>
                  <a:pt x="1411" y="383"/>
                </a:lnTo>
                <a:lnTo>
                  <a:pt x="1412" y="383"/>
                </a:lnTo>
                <a:lnTo>
                  <a:pt x="1413" y="384"/>
                </a:lnTo>
                <a:lnTo>
                  <a:pt x="1414" y="386"/>
                </a:lnTo>
                <a:lnTo>
                  <a:pt x="1416" y="389"/>
                </a:lnTo>
                <a:lnTo>
                  <a:pt x="1417" y="390"/>
                </a:lnTo>
                <a:lnTo>
                  <a:pt x="1417" y="392"/>
                </a:lnTo>
                <a:lnTo>
                  <a:pt x="1417" y="393"/>
                </a:lnTo>
                <a:lnTo>
                  <a:pt x="1419" y="395"/>
                </a:lnTo>
                <a:lnTo>
                  <a:pt x="1419" y="394"/>
                </a:lnTo>
                <a:lnTo>
                  <a:pt x="1420" y="394"/>
                </a:lnTo>
                <a:lnTo>
                  <a:pt x="1421" y="394"/>
                </a:lnTo>
                <a:lnTo>
                  <a:pt x="1421" y="395"/>
                </a:lnTo>
                <a:lnTo>
                  <a:pt x="1421" y="398"/>
                </a:lnTo>
                <a:lnTo>
                  <a:pt x="1421" y="399"/>
                </a:lnTo>
                <a:lnTo>
                  <a:pt x="1421" y="404"/>
                </a:lnTo>
                <a:lnTo>
                  <a:pt x="1421" y="405"/>
                </a:lnTo>
                <a:lnTo>
                  <a:pt x="1420" y="405"/>
                </a:lnTo>
                <a:lnTo>
                  <a:pt x="1420" y="406"/>
                </a:lnTo>
                <a:lnTo>
                  <a:pt x="1419" y="406"/>
                </a:lnTo>
                <a:lnTo>
                  <a:pt x="1419" y="407"/>
                </a:lnTo>
                <a:lnTo>
                  <a:pt x="1419" y="408"/>
                </a:lnTo>
                <a:lnTo>
                  <a:pt x="1419" y="409"/>
                </a:lnTo>
                <a:lnTo>
                  <a:pt x="1418" y="409"/>
                </a:lnTo>
                <a:lnTo>
                  <a:pt x="1417" y="410"/>
                </a:lnTo>
                <a:lnTo>
                  <a:pt x="1416" y="410"/>
                </a:lnTo>
                <a:lnTo>
                  <a:pt x="1416" y="412"/>
                </a:lnTo>
                <a:lnTo>
                  <a:pt x="1417" y="412"/>
                </a:lnTo>
                <a:lnTo>
                  <a:pt x="1416" y="413"/>
                </a:lnTo>
                <a:lnTo>
                  <a:pt x="1416" y="414"/>
                </a:lnTo>
                <a:lnTo>
                  <a:pt x="1415" y="414"/>
                </a:lnTo>
                <a:lnTo>
                  <a:pt x="1415" y="413"/>
                </a:lnTo>
                <a:lnTo>
                  <a:pt x="1414" y="414"/>
                </a:lnTo>
                <a:lnTo>
                  <a:pt x="1413" y="415"/>
                </a:lnTo>
                <a:lnTo>
                  <a:pt x="1413" y="416"/>
                </a:lnTo>
                <a:lnTo>
                  <a:pt x="1412" y="416"/>
                </a:lnTo>
                <a:lnTo>
                  <a:pt x="1411" y="417"/>
                </a:lnTo>
                <a:lnTo>
                  <a:pt x="1410" y="417"/>
                </a:lnTo>
                <a:lnTo>
                  <a:pt x="1409" y="418"/>
                </a:lnTo>
                <a:lnTo>
                  <a:pt x="1409" y="419"/>
                </a:lnTo>
                <a:lnTo>
                  <a:pt x="1409" y="420"/>
                </a:lnTo>
                <a:lnTo>
                  <a:pt x="1409" y="421"/>
                </a:lnTo>
                <a:lnTo>
                  <a:pt x="1409" y="422"/>
                </a:lnTo>
                <a:lnTo>
                  <a:pt x="1408" y="422"/>
                </a:lnTo>
                <a:lnTo>
                  <a:pt x="1407" y="422"/>
                </a:lnTo>
                <a:lnTo>
                  <a:pt x="1406" y="422"/>
                </a:lnTo>
                <a:lnTo>
                  <a:pt x="1406" y="421"/>
                </a:lnTo>
                <a:lnTo>
                  <a:pt x="1405" y="421"/>
                </a:lnTo>
                <a:lnTo>
                  <a:pt x="1405" y="420"/>
                </a:lnTo>
                <a:lnTo>
                  <a:pt x="1403" y="421"/>
                </a:lnTo>
                <a:lnTo>
                  <a:pt x="1403" y="422"/>
                </a:lnTo>
                <a:lnTo>
                  <a:pt x="1403" y="423"/>
                </a:lnTo>
                <a:lnTo>
                  <a:pt x="1403" y="424"/>
                </a:lnTo>
                <a:lnTo>
                  <a:pt x="1401" y="425"/>
                </a:lnTo>
                <a:lnTo>
                  <a:pt x="1401" y="427"/>
                </a:lnTo>
                <a:lnTo>
                  <a:pt x="1401" y="428"/>
                </a:lnTo>
                <a:lnTo>
                  <a:pt x="1400" y="428"/>
                </a:lnTo>
                <a:lnTo>
                  <a:pt x="1399" y="427"/>
                </a:lnTo>
                <a:lnTo>
                  <a:pt x="1397" y="427"/>
                </a:lnTo>
                <a:lnTo>
                  <a:pt x="1397" y="428"/>
                </a:lnTo>
                <a:lnTo>
                  <a:pt x="1395" y="430"/>
                </a:lnTo>
                <a:lnTo>
                  <a:pt x="1393" y="430"/>
                </a:lnTo>
                <a:lnTo>
                  <a:pt x="1392" y="430"/>
                </a:lnTo>
                <a:lnTo>
                  <a:pt x="1391" y="430"/>
                </a:lnTo>
                <a:lnTo>
                  <a:pt x="1391" y="429"/>
                </a:lnTo>
                <a:lnTo>
                  <a:pt x="1390" y="429"/>
                </a:lnTo>
                <a:lnTo>
                  <a:pt x="1388" y="429"/>
                </a:lnTo>
                <a:lnTo>
                  <a:pt x="1388" y="430"/>
                </a:lnTo>
                <a:lnTo>
                  <a:pt x="1388" y="432"/>
                </a:lnTo>
                <a:lnTo>
                  <a:pt x="1388" y="435"/>
                </a:lnTo>
                <a:lnTo>
                  <a:pt x="1387" y="438"/>
                </a:lnTo>
                <a:lnTo>
                  <a:pt x="1387" y="439"/>
                </a:lnTo>
                <a:lnTo>
                  <a:pt x="1388" y="440"/>
                </a:lnTo>
                <a:lnTo>
                  <a:pt x="1390" y="441"/>
                </a:lnTo>
                <a:lnTo>
                  <a:pt x="1391" y="441"/>
                </a:lnTo>
                <a:lnTo>
                  <a:pt x="1391" y="442"/>
                </a:lnTo>
                <a:lnTo>
                  <a:pt x="1392" y="442"/>
                </a:lnTo>
                <a:lnTo>
                  <a:pt x="1392" y="443"/>
                </a:lnTo>
                <a:lnTo>
                  <a:pt x="1391" y="448"/>
                </a:lnTo>
                <a:lnTo>
                  <a:pt x="1391" y="450"/>
                </a:lnTo>
                <a:lnTo>
                  <a:pt x="1391" y="453"/>
                </a:lnTo>
                <a:lnTo>
                  <a:pt x="1391" y="455"/>
                </a:lnTo>
                <a:lnTo>
                  <a:pt x="1392" y="455"/>
                </a:lnTo>
                <a:lnTo>
                  <a:pt x="1392" y="456"/>
                </a:lnTo>
                <a:lnTo>
                  <a:pt x="1394" y="460"/>
                </a:lnTo>
                <a:lnTo>
                  <a:pt x="1395" y="461"/>
                </a:lnTo>
                <a:lnTo>
                  <a:pt x="1397" y="465"/>
                </a:lnTo>
                <a:lnTo>
                  <a:pt x="1398" y="466"/>
                </a:lnTo>
                <a:lnTo>
                  <a:pt x="1399" y="467"/>
                </a:lnTo>
                <a:lnTo>
                  <a:pt x="1400" y="467"/>
                </a:lnTo>
                <a:lnTo>
                  <a:pt x="1400" y="468"/>
                </a:lnTo>
                <a:lnTo>
                  <a:pt x="1400" y="471"/>
                </a:lnTo>
                <a:lnTo>
                  <a:pt x="1400" y="472"/>
                </a:lnTo>
                <a:lnTo>
                  <a:pt x="1401" y="474"/>
                </a:lnTo>
                <a:lnTo>
                  <a:pt x="1402" y="475"/>
                </a:lnTo>
                <a:lnTo>
                  <a:pt x="1403" y="475"/>
                </a:lnTo>
                <a:lnTo>
                  <a:pt x="1402" y="476"/>
                </a:lnTo>
                <a:lnTo>
                  <a:pt x="1403" y="476"/>
                </a:lnTo>
                <a:lnTo>
                  <a:pt x="1404" y="477"/>
                </a:lnTo>
                <a:lnTo>
                  <a:pt x="1404" y="478"/>
                </a:lnTo>
                <a:lnTo>
                  <a:pt x="1404" y="479"/>
                </a:lnTo>
                <a:lnTo>
                  <a:pt x="1403" y="479"/>
                </a:lnTo>
                <a:lnTo>
                  <a:pt x="1402" y="480"/>
                </a:lnTo>
                <a:lnTo>
                  <a:pt x="1401" y="481"/>
                </a:lnTo>
                <a:lnTo>
                  <a:pt x="1401" y="482"/>
                </a:lnTo>
                <a:lnTo>
                  <a:pt x="1401" y="483"/>
                </a:lnTo>
                <a:lnTo>
                  <a:pt x="1401" y="484"/>
                </a:lnTo>
                <a:lnTo>
                  <a:pt x="1399" y="486"/>
                </a:lnTo>
                <a:lnTo>
                  <a:pt x="1398" y="486"/>
                </a:lnTo>
                <a:lnTo>
                  <a:pt x="1397" y="486"/>
                </a:lnTo>
                <a:lnTo>
                  <a:pt x="1394" y="487"/>
                </a:lnTo>
                <a:lnTo>
                  <a:pt x="1394" y="488"/>
                </a:lnTo>
                <a:lnTo>
                  <a:pt x="1393" y="488"/>
                </a:lnTo>
                <a:lnTo>
                  <a:pt x="1392" y="488"/>
                </a:lnTo>
                <a:lnTo>
                  <a:pt x="1391" y="487"/>
                </a:lnTo>
                <a:lnTo>
                  <a:pt x="1391" y="486"/>
                </a:lnTo>
                <a:lnTo>
                  <a:pt x="1388" y="486"/>
                </a:lnTo>
                <a:lnTo>
                  <a:pt x="1387" y="487"/>
                </a:lnTo>
                <a:lnTo>
                  <a:pt x="1387" y="488"/>
                </a:lnTo>
                <a:lnTo>
                  <a:pt x="1387" y="489"/>
                </a:lnTo>
                <a:lnTo>
                  <a:pt x="1388" y="490"/>
                </a:lnTo>
                <a:lnTo>
                  <a:pt x="1390" y="491"/>
                </a:lnTo>
                <a:lnTo>
                  <a:pt x="1390" y="492"/>
                </a:lnTo>
                <a:lnTo>
                  <a:pt x="1388" y="493"/>
                </a:lnTo>
                <a:lnTo>
                  <a:pt x="1388" y="494"/>
                </a:lnTo>
                <a:lnTo>
                  <a:pt x="1387" y="495"/>
                </a:lnTo>
                <a:lnTo>
                  <a:pt x="1385" y="494"/>
                </a:lnTo>
                <a:lnTo>
                  <a:pt x="1383" y="494"/>
                </a:lnTo>
                <a:lnTo>
                  <a:pt x="1382" y="494"/>
                </a:lnTo>
                <a:lnTo>
                  <a:pt x="1382" y="495"/>
                </a:lnTo>
                <a:lnTo>
                  <a:pt x="1381" y="499"/>
                </a:lnTo>
                <a:lnTo>
                  <a:pt x="1381" y="501"/>
                </a:lnTo>
                <a:lnTo>
                  <a:pt x="1382" y="502"/>
                </a:lnTo>
                <a:lnTo>
                  <a:pt x="1382" y="501"/>
                </a:lnTo>
                <a:lnTo>
                  <a:pt x="1383" y="502"/>
                </a:lnTo>
                <a:lnTo>
                  <a:pt x="1383" y="503"/>
                </a:lnTo>
                <a:lnTo>
                  <a:pt x="1383" y="505"/>
                </a:lnTo>
                <a:lnTo>
                  <a:pt x="1383" y="507"/>
                </a:lnTo>
                <a:lnTo>
                  <a:pt x="1384" y="510"/>
                </a:lnTo>
                <a:lnTo>
                  <a:pt x="1383" y="511"/>
                </a:lnTo>
                <a:lnTo>
                  <a:pt x="1382" y="511"/>
                </a:lnTo>
                <a:lnTo>
                  <a:pt x="1381" y="513"/>
                </a:lnTo>
                <a:lnTo>
                  <a:pt x="1381" y="514"/>
                </a:lnTo>
                <a:lnTo>
                  <a:pt x="1382" y="514"/>
                </a:lnTo>
                <a:lnTo>
                  <a:pt x="1382" y="515"/>
                </a:lnTo>
                <a:lnTo>
                  <a:pt x="1381" y="515"/>
                </a:lnTo>
                <a:lnTo>
                  <a:pt x="1381" y="516"/>
                </a:lnTo>
                <a:lnTo>
                  <a:pt x="1381" y="515"/>
                </a:lnTo>
                <a:lnTo>
                  <a:pt x="1380" y="514"/>
                </a:lnTo>
                <a:lnTo>
                  <a:pt x="1379" y="514"/>
                </a:lnTo>
                <a:lnTo>
                  <a:pt x="1378" y="515"/>
                </a:lnTo>
                <a:lnTo>
                  <a:pt x="1374" y="515"/>
                </a:lnTo>
                <a:lnTo>
                  <a:pt x="1372" y="515"/>
                </a:lnTo>
                <a:lnTo>
                  <a:pt x="1371" y="515"/>
                </a:lnTo>
                <a:lnTo>
                  <a:pt x="1370" y="515"/>
                </a:lnTo>
                <a:lnTo>
                  <a:pt x="1370" y="514"/>
                </a:lnTo>
                <a:lnTo>
                  <a:pt x="1369" y="514"/>
                </a:lnTo>
                <a:lnTo>
                  <a:pt x="1367" y="513"/>
                </a:lnTo>
                <a:lnTo>
                  <a:pt x="1367" y="514"/>
                </a:lnTo>
                <a:lnTo>
                  <a:pt x="1365" y="513"/>
                </a:lnTo>
                <a:lnTo>
                  <a:pt x="1363" y="512"/>
                </a:lnTo>
                <a:lnTo>
                  <a:pt x="1363" y="511"/>
                </a:lnTo>
                <a:lnTo>
                  <a:pt x="1363" y="510"/>
                </a:lnTo>
                <a:lnTo>
                  <a:pt x="1362" y="510"/>
                </a:lnTo>
                <a:lnTo>
                  <a:pt x="1361" y="510"/>
                </a:lnTo>
                <a:lnTo>
                  <a:pt x="1360" y="511"/>
                </a:lnTo>
                <a:lnTo>
                  <a:pt x="1359" y="512"/>
                </a:lnTo>
                <a:lnTo>
                  <a:pt x="1359" y="513"/>
                </a:lnTo>
                <a:lnTo>
                  <a:pt x="1360" y="513"/>
                </a:lnTo>
                <a:lnTo>
                  <a:pt x="1359" y="515"/>
                </a:lnTo>
                <a:lnTo>
                  <a:pt x="1358" y="514"/>
                </a:lnTo>
                <a:lnTo>
                  <a:pt x="1357" y="514"/>
                </a:lnTo>
                <a:lnTo>
                  <a:pt x="1356" y="514"/>
                </a:lnTo>
                <a:lnTo>
                  <a:pt x="1356" y="513"/>
                </a:lnTo>
                <a:lnTo>
                  <a:pt x="1355" y="513"/>
                </a:lnTo>
                <a:lnTo>
                  <a:pt x="1354" y="512"/>
                </a:lnTo>
                <a:lnTo>
                  <a:pt x="1353" y="512"/>
                </a:lnTo>
                <a:lnTo>
                  <a:pt x="1352" y="512"/>
                </a:lnTo>
                <a:lnTo>
                  <a:pt x="1352" y="513"/>
                </a:lnTo>
                <a:lnTo>
                  <a:pt x="1352" y="514"/>
                </a:lnTo>
                <a:lnTo>
                  <a:pt x="1351" y="517"/>
                </a:lnTo>
                <a:lnTo>
                  <a:pt x="1349" y="521"/>
                </a:lnTo>
                <a:lnTo>
                  <a:pt x="1348" y="521"/>
                </a:lnTo>
                <a:lnTo>
                  <a:pt x="1347" y="521"/>
                </a:lnTo>
                <a:lnTo>
                  <a:pt x="1347" y="522"/>
                </a:lnTo>
                <a:lnTo>
                  <a:pt x="1348" y="525"/>
                </a:lnTo>
                <a:lnTo>
                  <a:pt x="1348" y="526"/>
                </a:lnTo>
                <a:lnTo>
                  <a:pt x="1348" y="530"/>
                </a:lnTo>
                <a:lnTo>
                  <a:pt x="1348" y="531"/>
                </a:lnTo>
                <a:lnTo>
                  <a:pt x="1347" y="532"/>
                </a:lnTo>
                <a:lnTo>
                  <a:pt x="1346" y="533"/>
                </a:lnTo>
                <a:lnTo>
                  <a:pt x="1347" y="534"/>
                </a:lnTo>
                <a:lnTo>
                  <a:pt x="1348" y="535"/>
                </a:lnTo>
                <a:lnTo>
                  <a:pt x="1349" y="535"/>
                </a:lnTo>
                <a:lnTo>
                  <a:pt x="1351" y="536"/>
                </a:lnTo>
                <a:lnTo>
                  <a:pt x="1351" y="535"/>
                </a:lnTo>
                <a:lnTo>
                  <a:pt x="1353" y="535"/>
                </a:lnTo>
                <a:lnTo>
                  <a:pt x="1355" y="535"/>
                </a:lnTo>
                <a:lnTo>
                  <a:pt x="1355" y="539"/>
                </a:lnTo>
                <a:lnTo>
                  <a:pt x="1354" y="540"/>
                </a:lnTo>
                <a:lnTo>
                  <a:pt x="1352" y="540"/>
                </a:lnTo>
                <a:lnTo>
                  <a:pt x="1351" y="540"/>
                </a:lnTo>
                <a:lnTo>
                  <a:pt x="1351" y="541"/>
                </a:lnTo>
                <a:lnTo>
                  <a:pt x="1350" y="543"/>
                </a:lnTo>
                <a:lnTo>
                  <a:pt x="1350" y="544"/>
                </a:lnTo>
                <a:lnTo>
                  <a:pt x="1349" y="544"/>
                </a:lnTo>
                <a:lnTo>
                  <a:pt x="1348" y="544"/>
                </a:lnTo>
                <a:lnTo>
                  <a:pt x="1347" y="546"/>
                </a:lnTo>
                <a:lnTo>
                  <a:pt x="1347" y="548"/>
                </a:lnTo>
                <a:lnTo>
                  <a:pt x="1347" y="550"/>
                </a:lnTo>
                <a:lnTo>
                  <a:pt x="1347" y="552"/>
                </a:lnTo>
                <a:lnTo>
                  <a:pt x="1346" y="552"/>
                </a:lnTo>
                <a:lnTo>
                  <a:pt x="1345" y="552"/>
                </a:lnTo>
                <a:lnTo>
                  <a:pt x="1343" y="551"/>
                </a:lnTo>
                <a:lnTo>
                  <a:pt x="1340" y="551"/>
                </a:lnTo>
                <a:lnTo>
                  <a:pt x="1339" y="552"/>
                </a:lnTo>
                <a:lnTo>
                  <a:pt x="1339" y="553"/>
                </a:lnTo>
                <a:lnTo>
                  <a:pt x="1337" y="554"/>
                </a:lnTo>
                <a:lnTo>
                  <a:pt x="1336" y="554"/>
                </a:lnTo>
                <a:lnTo>
                  <a:pt x="1336" y="553"/>
                </a:lnTo>
                <a:lnTo>
                  <a:pt x="1335" y="552"/>
                </a:lnTo>
                <a:lnTo>
                  <a:pt x="1334" y="553"/>
                </a:lnTo>
                <a:lnTo>
                  <a:pt x="1333" y="554"/>
                </a:lnTo>
                <a:lnTo>
                  <a:pt x="1332" y="555"/>
                </a:lnTo>
                <a:lnTo>
                  <a:pt x="1328" y="556"/>
                </a:lnTo>
                <a:lnTo>
                  <a:pt x="1327" y="555"/>
                </a:lnTo>
                <a:lnTo>
                  <a:pt x="1326" y="555"/>
                </a:lnTo>
                <a:lnTo>
                  <a:pt x="1323" y="556"/>
                </a:lnTo>
                <a:lnTo>
                  <a:pt x="1323" y="561"/>
                </a:lnTo>
                <a:lnTo>
                  <a:pt x="1324" y="563"/>
                </a:lnTo>
                <a:lnTo>
                  <a:pt x="1324" y="564"/>
                </a:lnTo>
                <a:lnTo>
                  <a:pt x="1324" y="568"/>
                </a:lnTo>
                <a:lnTo>
                  <a:pt x="1324" y="569"/>
                </a:lnTo>
                <a:lnTo>
                  <a:pt x="1323" y="570"/>
                </a:lnTo>
                <a:lnTo>
                  <a:pt x="1323" y="571"/>
                </a:lnTo>
                <a:lnTo>
                  <a:pt x="1322" y="573"/>
                </a:lnTo>
                <a:lnTo>
                  <a:pt x="1322" y="574"/>
                </a:lnTo>
                <a:lnTo>
                  <a:pt x="1322" y="576"/>
                </a:lnTo>
                <a:lnTo>
                  <a:pt x="1322" y="577"/>
                </a:lnTo>
                <a:lnTo>
                  <a:pt x="1321" y="578"/>
                </a:lnTo>
                <a:lnTo>
                  <a:pt x="1320" y="579"/>
                </a:lnTo>
                <a:lnTo>
                  <a:pt x="1320" y="580"/>
                </a:lnTo>
                <a:lnTo>
                  <a:pt x="1320" y="581"/>
                </a:lnTo>
                <a:lnTo>
                  <a:pt x="1320" y="582"/>
                </a:lnTo>
                <a:lnTo>
                  <a:pt x="1319" y="582"/>
                </a:lnTo>
                <a:lnTo>
                  <a:pt x="1317" y="584"/>
                </a:lnTo>
                <a:lnTo>
                  <a:pt x="1316" y="586"/>
                </a:lnTo>
                <a:lnTo>
                  <a:pt x="1315" y="586"/>
                </a:lnTo>
                <a:lnTo>
                  <a:pt x="1314" y="587"/>
                </a:lnTo>
                <a:lnTo>
                  <a:pt x="1314" y="588"/>
                </a:lnTo>
                <a:lnTo>
                  <a:pt x="1314" y="589"/>
                </a:lnTo>
                <a:lnTo>
                  <a:pt x="1313" y="589"/>
                </a:lnTo>
                <a:lnTo>
                  <a:pt x="1312" y="589"/>
                </a:lnTo>
                <a:lnTo>
                  <a:pt x="1311" y="589"/>
                </a:lnTo>
                <a:lnTo>
                  <a:pt x="1310" y="589"/>
                </a:lnTo>
                <a:lnTo>
                  <a:pt x="1309" y="589"/>
                </a:lnTo>
                <a:lnTo>
                  <a:pt x="1308" y="589"/>
                </a:lnTo>
                <a:lnTo>
                  <a:pt x="1308" y="590"/>
                </a:lnTo>
                <a:lnTo>
                  <a:pt x="1308" y="591"/>
                </a:lnTo>
                <a:lnTo>
                  <a:pt x="1309" y="591"/>
                </a:lnTo>
                <a:lnTo>
                  <a:pt x="1308" y="592"/>
                </a:lnTo>
                <a:lnTo>
                  <a:pt x="1308" y="593"/>
                </a:lnTo>
                <a:lnTo>
                  <a:pt x="1307" y="593"/>
                </a:lnTo>
                <a:lnTo>
                  <a:pt x="1308" y="594"/>
                </a:lnTo>
                <a:lnTo>
                  <a:pt x="1308" y="595"/>
                </a:lnTo>
                <a:lnTo>
                  <a:pt x="1307" y="597"/>
                </a:lnTo>
                <a:lnTo>
                  <a:pt x="1307" y="598"/>
                </a:lnTo>
                <a:lnTo>
                  <a:pt x="1307" y="600"/>
                </a:lnTo>
                <a:lnTo>
                  <a:pt x="1307" y="601"/>
                </a:lnTo>
                <a:lnTo>
                  <a:pt x="1306" y="603"/>
                </a:lnTo>
                <a:lnTo>
                  <a:pt x="1307" y="603"/>
                </a:lnTo>
                <a:lnTo>
                  <a:pt x="1307" y="604"/>
                </a:lnTo>
                <a:lnTo>
                  <a:pt x="1308" y="605"/>
                </a:lnTo>
                <a:lnTo>
                  <a:pt x="1308" y="606"/>
                </a:lnTo>
                <a:lnTo>
                  <a:pt x="1308" y="607"/>
                </a:lnTo>
                <a:lnTo>
                  <a:pt x="1308" y="608"/>
                </a:lnTo>
                <a:lnTo>
                  <a:pt x="1307" y="608"/>
                </a:lnTo>
                <a:lnTo>
                  <a:pt x="1306" y="609"/>
                </a:lnTo>
                <a:lnTo>
                  <a:pt x="1306" y="610"/>
                </a:lnTo>
                <a:lnTo>
                  <a:pt x="1305" y="611"/>
                </a:lnTo>
                <a:lnTo>
                  <a:pt x="1305" y="612"/>
                </a:lnTo>
                <a:lnTo>
                  <a:pt x="1305" y="613"/>
                </a:lnTo>
                <a:lnTo>
                  <a:pt x="1304" y="613"/>
                </a:lnTo>
                <a:lnTo>
                  <a:pt x="1304" y="615"/>
                </a:lnTo>
                <a:lnTo>
                  <a:pt x="1303" y="618"/>
                </a:lnTo>
                <a:lnTo>
                  <a:pt x="1303" y="619"/>
                </a:lnTo>
                <a:lnTo>
                  <a:pt x="1304" y="619"/>
                </a:lnTo>
                <a:lnTo>
                  <a:pt x="1305" y="620"/>
                </a:lnTo>
                <a:lnTo>
                  <a:pt x="1306" y="620"/>
                </a:lnTo>
                <a:lnTo>
                  <a:pt x="1307" y="620"/>
                </a:lnTo>
                <a:lnTo>
                  <a:pt x="1307" y="621"/>
                </a:lnTo>
                <a:lnTo>
                  <a:pt x="1307" y="622"/>
                </a:lnTo>
                <a:lnTo>
                  <a:pt x="1306" y="623"/>
                </a:lnTo>
                <a:lnTo>
                  <a:pt x="1304" y="624"/>
                </a:lnTo>
                <a:lnTo>
                  <a:pt x="1304" y="625"/>
                </a:lnTo>
                <a:lnTo>
                  <a:pt x="1303" y="625"/>
                </a:lnTo>
                <a:lnTo>
                  <a:pt x="1303" y="626"/>
                </a:lnTo>
                <a:lnTo>
                  <a:pt x="1302" y="626"/>
                </a:lnTo>
                <a:lnTo>
                  <a:pt x="1302" y="628"/>
                </a:lnTo>
                <a:lnTo>
                  <a:pt x="1302" y="629"/>
                </a:lnTo>
                <a:lnTo>
                  <a:pt x="1302" y="630"/>
                </a:lnTo>
                <a:lnTo>
                  <a:pt x="1303" y="630"/>
                </a:lnTo>
                <a:lnTo>
                  <a:pt x="1304" y="629"/>
                </a:lnTo>
                <a:lnTo>
                  <a:pt x="1305" y="630"/>
                </a:lnTo>
                <a:lnTo>
                  <a:pt x="1306" y="631"/>
                </a:lnTo>
                <a:lnTo>
                  <a:pt x="1306" y="632"/>
                </a:lnTo>
                <a:lnTo>
                  <a:pt x="1306" y="634"/>
                </a:lnTo>
                <a:lnTo>
                  <a:pt x="1305" y="635"/>
                </a:lnTo>
                <a:lnTo>
                  <a:pt x="1306" y="637"/>
                </a:lnTo>
                <a:lnTo>
                  <a:pt x="1307" y="638"/>
                </a:lnTo>
                <a:lnTo>
                  <a:pt x="1308" y="639"/>
                </a:lnTo>
                <a:lnTo>
                  <a:pt x="1307" y="640"/>
                </a:lnTo>
                <a:lnTo>
                  <a:pt x="1308" y="640"/>
                </a:lnTo>
                <a:lnTo>
                  <a:pt x="1308" y="641"/>
                </a:lnTo>
                <a:lnTo>
                  <a:pt x="1309" y="641"/>
                </a:lnTo>
                <a:lnTo>
                  <a:pt x="1310" y="641"/>
                </a:lnTo>
                <a:lnTo>
                  <a:pt x="1310" y="642"/>
                </a:lnTo>
                <a:lnTo>
                  <a:pt x="1309" y="643"/>
                </a:lnTo>
                <a:lnTo>
                  <a:pt x="1309" y="646"/>
                </a:lnTo>
                <a:lnTo>
                  <a:pt x="1309" y="647"/>
                </a:lnTo>
                <a:lnTo>
                  <a:pt x="1310" y="648"/>
                </a:lnTo>
                <a:lnTo>
                  <a:pt x="1309" y="649"/>
                </a:lnTo>
                <a:lnTo>
                  <a:pt x="1310" y="650"/>
                </a:lnTo>
                <a:lnTo>
                  <a:pt x="1311" y="650"/>
                </a:lnTo>
                <a:lnTo>
                  <a:pt x="1312" y="650"/>
                </a:lnTo>
                <a:lnTo>
                  <a:pt x="1312" y="651"/>
                </a:lnTo>
                <a:lnTo>
                  <a:pt x="1311" y="652"/>
                </a:lnTo>
                <a:lnTo>
                  <a:pt x="1311" y="653"/>
                </a:lnTo>
                <a:lnTo>
                  <a:pt x="1310" y="653"/>
                </a:lnTo>
                <a:lnTo>
                  <a:pt x="1309" y="653"/>
                </a:lnTo>
                <a:lnTo>
                  <a:pt x="1307" y="654"/>
                </a:lnTo>
                <a:lnTo>
                  <a:pt x="1307" y="655"/>
                </a:lnTo>
                <a:lnTo>
                  <a:pt x="1308" y="655"/>
                </a:lnTo>
                <a:lnTo>
                  <a:pt x="1309" y="656"/>
                </a:lnTo>
                <a:lnTo>
                  <a:pt x="1309" y="657"/>
                </a:lnTo>
                <a:lnTo>
                  <a:pt x="1309" y="658"/>
                </a:lnTo>
                <a:lnTo>
                  <a:pt x="1310" y="659"/>
                </a:lnTo>
                <a:lnTo>
                  <a:pt x="1309" y="661"/>
                </a:lnTo>
                <a:lnTo>
                  <a:pt x="1309" y="666"/>
                </a:lnTo>
                <a:lnTo>
                  <a:pt x="1309" y="667"/>
                </a:lnTo>
                <a:lnTo>
                  <a:pt x="1312" y="669"/>
                </a:lnTo>
                <a:lnTo>
                  <a:pt x="1313" y="670"/>
                </a:lnTo>
                <a:lnTo>
                  <a:pt x="1314" y="670"/>
                </a:lnTo>
                <a:lnTo>
                  <a:pt x="1315" y="670"/>
                </a:lnTo>
                <a:lnTo>
                  <a:pt x="1316" y="670"/>
                </a:lnTo>
                <a:lnTo>
                  <a:pt x="1317" y="670"/>
                </a:lnTo>
                <a:lnTo>
                  <a:pt x="1318" y="670"/>
                </a:lnTo>
                <a:lnTo>
                  <a:pt x="1319" y="670"/>
                </a:lnTo>
                <a:lnTo>
                  <a:pt x="1319" y="669"/>
                </a:lnTo>
                <a:lnTo>
                  <a:pt x="1320" y="669"/>
                </a:lnTo>
                <a:lnTo>
                  <a:pt x="1320" y="670"/>
                </a:lnTo>
                <a:lnTo>
                  <a:pt x="1319" y="671"/>
                </a:lnTo>
                <a:lnTo>
                  <a:pt x="1319" y="672"/>
                </a:lnTo>
                <a:lnTo>
                  <a:pt x="1319" y="673"/>
                </a:lnTo>
                <a:lnTo>
                  <a:pt x="1320" y="673"/>
                </a:lnTo>
                <a:lnTo>
                  <a:pt x="1320" y="674"/>
                </a:lnTo>
                <a:lnTo>
                  <a:pt x="1321" y="675"/>
                </a:lnTo>
                <a:lnTo>
                  <a:pt x="1321" y="676"/>
                </a:lnTo>
                <a:lnTo>
                  <a:pt x="1320" y="677"/>
                </a:lnTo>
                <a:lnTo>
                  <a:pt x="1319" y="677"/>
                </a:lnTo>
                <a:lnTo>
                  <a:pt x="1317" y="678"/>
                </a:lnTo>
                <a:lnTo>
                  <a:pt x="1317" y="679"/>
                </a:lnTo>
                <a:lnTo>
                  <a:pt x="1317" y="680"/>
                </a:lnTo>
                <a:lnTo>
                  <a:pt x="1315" y="681"/>
                </a:lnTo>
                <a:lnTo>
                  <a:pt x="1314" y="681"/>
                </a:lnTo>
                <a:lnTo>
                  <a:pt x="1313" y="682"/>
                </a:lnTo>
                <a:lnTo>
                  <a:pt x="1313" y="683"/>
                </a:lnTo>
                <a:lnTo>
                  <a:pt x="1314" y="684"/>
                </a:lnTo>
                <a:lnTo>
                  <a:pt x="1314" y="685"/>
                </a:lnTo>
                <a:lnTo>
                  <a:pt x="1315" y="685"/>
                </a:lnTo>
                <a:lnTo>
                  <a:pt x="1315" y="686"/>
                </a:lnTo>
                <a:lnTo>
                  <a:pt x="1314" y="688"/>
                </a:lnTo>
                <a:lnTo>
                  <a:pt x="1313" y="688"/>
                </a:lnTo>
                <a:lnTo>
                  <a:pt x="1311" y="689"/>
                </a:lnTo>
                <a:lnTo>
                  <a:pt x="1311" y="690"/>
                </a:lnTo>
                <a:lnTo>
                  <a:pt x="1310" y="690"/>
                </a:lnTo>
                <a:lnTo>
                  <a:pt x="1309" y="690"/>
                </a:lnTo>
                <a:lnTo>
                  <a:pt x="1308" y="690"/>
                </a:lnTo>
                <a:lnTo>
                  <a:pt x="1308" y="691"/>
                </a:lnTo>
                <a:lnTo>
                  <a:pt x="1309" y="691"/>
                </a:lnTo>
                <a:lnTo>
                  <a:pt x="1309" y="693"/>
                </a:lnTo>
                <a:lnTo>
                  <a:pt x="1309" y="694"/>
                </a:lnTo>
                <a:lnTo>
                  <a:pt x="1309" y="695"/>
                </a:lnTo>
                <a:lnTo>
                  <a:pt x="1311" y="696"/>
                </a:lnTo>
                <a:lnTo>
                  <a:pt x="1311" y="698"/>
                </a:lnTo>
                <a:lnTo>
                  <a:pt x="1311" y="699"/>
                </a:lnTo>
                <a:lnTo>
                  <a:pt x="1310" y="701"/>
                </a:lnTo>
                <a:lnTo>
                  <a:pt x="1308" y="703"/>
                </a:lnTo>
                <a:lnTo>
                  <a:pt x="1309" y="705"/>
                </a:lnTo>
                <a:lnTo>
                  <a:pt x="1309" y="706"/>
                </a:lnTo>
                <a:lnTo>
                  <a:pt x="1308" y="706"/>
                </a:lnTo>
                <a:lnTo>
                  <a:pt x="1307" y="707"/>
                </a:lnTo>
                <a:lnTo>
                  <a:pt x="1307" y="708"/>
                </a:lnTo>
                <a:lnTo>
                  <a:pt x="1307" y="709"/>
                </a:lnTo>
                <a:lnTo>
                  <a:pt x="1306" y="709"/>
                </a:lnTo>
                <a:lnTo>
                  <a:pt x="1305" y="711"/>
                </a:lnTo>
                <a:lnTo>
                  <a:pt x="1304" y="711"/>
                </a:lnTo>
                <a:lnTo>
                  <a:pt x="1302" y="712"/>
                </a:lnTo>
                <a:lnTo>
                  <a:pt x="1303" y="712"/>
                </a:lnTo>
                <a:lnTo>
                  <a:pt x="1302" y="714"/>
                </a:lnTo>
                <a:lnTo>
                  <a:pt x="1302" y="715"/>
                </a:lnTo>
                <a:lnTo>
                  <a:pt x="1301" y="715"/>
                </a:lnTo>
                <a:lnTo>
                  <a:pt x="1301" y="714"/>
                </a:lnTo>
                <a:lnTo>
                  <a:pt x="1300" y="715"/>
                </a:lnTo>
                <a:lnTo>
                  <a:pt x="1299" y="717"/>
                </a:lnTo>
                <a:lnTo>
                  <a:pt x="1299" y="718"/>
                </a:lnTo>
                <a:lnTo>
                  <a:pt x="1297" y="719"/>
                </a:lnTo>
                <a:lnTo>
                  <a:pt x="1297" y="720"/>
                </a:lnTo>
                <a:lnTo>
                  <a:pt x="1296" y="722"/>
                </a:lnTo>
                <a:lnTo>
                  <a:pt x="1296" y="723"/>
                </a:lnTo>
                <a:lnTo>
                  <a:pt x="1297" y="724"/>
                </a:lnTo>
                <a:lnTo>
                  <a:pt x="1296" y="724"/>
                </a:lnTo>
                <a:lnTo>
                  <a:pt x="1296" y="725"/>
                </a:lnTo>
                <a:lnTo>
                  <a:pt x="1295" y="724"/>
                </a:lnTo>
                <a:lnTo>
                  <a:pt x="1294" y="725"/>
                </a:lnTo>
                <a:lnTo>
                  <a:pt x="1293" y="726"/>
                </a:lnTo>
                <a:lnTo>
                  <a:pt x="1293" y="727"/>
                </a:lnTo>
                <a:lnTo>
                  <a:pt x="1293" y="728"/>
                </a:lnTo>
                <a:lnTo>
                  <a:pt x="1292" y="728"/>
                </a:lnTo>
                <a:lnTo>
                  <a:pt x="1292" y="727"/>
                </a:lnTo>
                <a:lnTo>
                  <a:pt x="1291" y="727"/>
                </a:lnTo>
                <a:lnTo>
                  <a:pt x="1290" y="727"/>
                </a:lnTo>
                <a:lnTo>
                  <a:pt x="1290" y="728"/>
                </a:lnTo>
                <a:lnTo>
                  <a:pt x="1289" y="729"/>
                </a:lnTo>
                <a:lnTo>
                  <a:pt x="1288" y="729"/>
                </a:lnTo>
                <a:lnTo>
                  <a:pt x="1287" y="730"/>
                </a:lnTo>
                <a:lnTo>
                  <a:pt x="1287" y="731"/>
                </a:lnTo>
                <a:lnTo>
                  <a:pt x="1287" y="732"/>
                </a:lnTo>
                <a:lnTo>
                  <a:pt x="1287" y="733"/>
                </a:lnTo>
                <a:lnTo>
                  <a:pt x="1286" y="734"/>
                </a:lnTo>
                <a:lnTo>
                  <a:pt x="1284" y="737"/>
                </a:lnTo>
                <a:lnTo>
                  <a:pt x="1282" y="736"/>
                </a:lnTo>
                <a:lnTo>
                  <a:pt x="1281" y="736"/>
                </a:lnTo>
                <a:lnTo>
                  <a:pt x="1281" y="738"/>
                </a:lnTo>
                <a:lnTo>
                  <a:pt x="1280" y="739"/>
                </a:lnTo>
                <a:lnTo>
                  <a:pt x="1279" y="739"/>
                </a:lnTo>
                <a:lnTo>
                  <a:pt x="1277" y="740"/>
                </a:lnTo>
                <a:lnTo>
                  <a:pt x="1277" y="739"/>
                </a:lnTo>
                <a:lnTo>
                  <a:pt x="1276" y="739"/>
                </a:lnTo>
                <a:lnTo>
                  <a:pt x="1275" y="739"/>
                </a:lnTo>
                <a:lnTo>
                  <a:pt x="1273" y="739"/>
                </a:lnTo>
                <a:lnTo>
                  <a:pt x="1272" y="739"/>
                </a:lnTo>
                <a:lnTo>
                  <a:pt x="1271" y="739"/>
                </a:lnTo>
                <a:lnTo>
                  <a:pt x="1270" y="739"/>
                </a:lnTo>
                <a:lnTo>
                  <a:pt x="1270" y="740"/>
                </a:lnTo>
                <a:lnTo>
                  <a:pt x="1267" y="740"/>
                </a:lnTo>
                <a:lnTo>
                  <a:pt x="1266" y="739"/>
                </a:lnTo>
                <a:lnTo>
                  <a:pt x="1265" y="739"/>
                </a:lnTo>
                <a:lnTo>
                  <a:pt x="1264" y="739"/>
                </a:lnTo>
                <a:lnTo>
                  <a:pt x="1262" y="740"/>
                </a:lnTo>
                <a:lnTo>
                  <a:pt x="1261" y="739"/>
                </a:lnTo>
                <a:lnTo>
                  <a:pt x="1261" y="740"/>
                </a:lnTo>
                <a:lnTo>
                  <a:pt x="1260" y="740"/>
                </a:lnTo>
                <a:lnTo>
                  <a:pt x="1260" y="741"/>
                </a:lnTo>
                <a:lnTo>
                  <a:pt x="1259" y="742"/>
                </a:lnTo>
                <a:lnTo>
                  <a:pt x="1258" y="742"/>
                </a:lnTo>
                <a:lnTo>
                  <a:pt x="1254" y="742"/>
                </a:lnTo>
                <a:lnTo>
                  <a:pt x="1253" y="742"/>
                </a:lnTo>
                <a:lnTo>
                  <a:pt x="1253" y="743"/>
                </a:lnTo>
                <a:lnTo>
                  <a:pt x="1254" y="744"/>
                </a:lnTo>
                <a:lnTo>
                  <a:pt x="1255" y="744"/>
                </a:lnTo>
                <a:lnTo>
                  <a:pt x="1256" y="744"/>
                </a:lnTo>
                <a:lnTo>
                  <a:pt x="1256" y="745"/>
                </a:lnTo>
                <a:lnTo>
                  <a:pt x="1257" y="745"/>
                </a:lnTo>
                <a:lnTo>
                  <a:pt x="1258" y="746"/>
                </a:lnTo>
                <a:lnTo>
                  <a:pt x="1259" y="747"/>
                </a:lnTo>
                <a:lnTo>
                  <a:pt x="1258" y="748"/>
                </a:lnTo>
                <a:lnTo>
                  <a:pt x="1259" y="748"/>
                </a:lnTo>
                <a:lnTo>
                  <a:pt x="1260" y="748"/>
                </a:lnTo>
                <a:lnTo>
                  <a:pt x="1260" y="749"/>
                </a:lnTo>
                <a:lnTo>
                  <a:pt x="1260" y="750"/>
                </a:lnTo>
                <a:lnTo>
                  <a:pt x="1259" y="751"/>
                </a:lnTo>
                <a:lnTo>
                  <a:pt x="1259" y="752"/>
                </a:lnTo>
                <a:lnTo>
                  <a:pt x="1258" y="752"/>
                </a:lnTo>
                <a:lnTo>
                  <a:pt x="1258" y="753"/>
                </a:lnTo>
                <a:lnTo>
                  <a:pt x="1257" y="754"/>
                </a:lnTo>
                <a:lnTo>
                  <a:pt x="1257" y="755"/>
                </a:lnTo>
                <a:lnTo>
                  <a:pt x="1256" y="755"/>
                </a:lnTo>
                <a:lnTo>
                  <a:pt x="1255" y="755"/>
                </a:lnTo>
                <a:lnTo>
                  <a:pt x="1255" y="756"/>
                </a:lnTo>
                <a:lnTo>
                  <a:pt x="1255" y="757"/>
                </a:lnTo>
                <a:lnTo>
                  <a:pt x="1254" y="759"/>
                </a:lnTo>
                <a:lnTo>
                  <a:pt x="1253" y="759"/>
                </a:lnTo>
                <a:lnTo>
                  <a:pt x="1251" y="759"/>
                </a:lnTo>
                <a:lnTo>
                  <a:pt x="1250" y="760"/>
                </a:lnTo>
                <a:lnTo>
                  <a:pt x="1249" y="759"/>
                </a:lnTo>
                <a:lnTo>
                  <a:pt x="1249" y="758"/>
                </a:lnTo>
                <a:lnTo>
                  <a:pt x="1246" y="760"/>
                </a:lnTo>
                <a:lnTo>
                  <a:pt x="1245" y="760"/>
                </a:lnTo>
                <a:lnTo>
                  <a:pt x="1245" y="761"/>
                </a:lnTo>
                <a:lnTo>
                  <a:pt x="1244" y="761"/>
                </a:lnTo>
                <a:lnTo>
                  <a:pt x="1244" y="762"/>
                </a:lnTo>
                <a:lnTo>
                  <a:pt x="1243" y="762"/>
                </a:lnTo>
                <a:lnTo>
                  <a:pt x="1243" y="763"/>
                </a:lnTo>
                <a:lnTo>
                  <a:pt x="1241" y="762"/>
                </a:lnTo>
                <a:lnTo>
                  <a:pt x="1241" y="761"/>
                </a:lnTo>
                <a:lnTo>
                  <a:pt x="1240" y="761"/>
                </a:lnTo>
                <a:lnTo>
                  <a:pt x="1238" y="761"/>
                </a:lnTo>
                <a:lnTo>
                  <a:pt x="1238" y="762"/>
                </a:lnTo>
                <a:lnTo>
                  <a:pt x="1237" y="762"/>
                </a:lnTo>
                <a:lnTo>
                  <a:pt x="1236" y="762"/>
                </a:lnTo>
                <a:lnTo>
                  <a:pt x="1236" y="763"/>
                </a:lnTo>
                <a:lnTo>
                  <a:pt x="1236" y="764"/>
                </a:lnTo>
                <a:lnTo>
                  <a:pt x="1236" y="765"/>
                </a:lnTo>
                <a:lnTo>
                  <a:pt x="1236" y="766"/>
                </a:lnTo>
                <a:lnTo>
                  <a:pt x="1235" y="767"/>
                </a:lnTo>
                <a:lnTo>
                  <a:pt x="1234" y="767"/>
                </a:lnTo>
                <a:lnTo>
                  <a:pt x="1234" y="768"/>
                </a:lnTo>
                <a:lnTo>
                  <a:pt x="1233" y="768"/>
                </a:lnTo>
                <a:lnTo>
                  <a:pt x="1232" y="768"/>
                </a:lnTo>
                <a:lnTo>
                  <a:pt x="1230" y="768"/>
                </a:lnTo>
                <a:lnTo>
                  <a:pt x="1229" y="768"/>
                </a:lnTo>
                <a:lnTo>
                  <a:pt x="1227" y="768"/>
                </a:lnTo>
                <a:lnTo>
                  <a:pt x="1226" y="767"/>
                </a:lnTo>
                <a:lnTo>
                  <a:pt x="1224" y="767"/>
                </a:lnTo>
                <a:lnTo>
                  <a:pt x="1224" y="768"/>
                </a:lnTo>
                <a:lnTo>
                  <a:pt x="1224" y="769"/>
                </a:lnTo>
                <a:lnTo>
                  <a:pt x="1225" y="769"/>
                </a:lnTo>
                <a:lnTo>
                  <a:pt x="1225" y="770"/>
                </a:lnTo>
                <a:lnTo>
                  <a:pt x="1225" y="771"/>
                </a:lnTo>
                <a:lnTo>
                  <a:pt x="1224" y="772"/>
                </a:lnTo>
                <a:lnTo>
                  <a:pt x="1224" y="773"/>
                </a:lnTo>
                <a:lnTo>
                  <a:pt x="1222" y="774"/>
                </a:lnTo>
                <a:lnTo>
                  <a:pt x="1221" y="774"/>
                </a:lnTo>
                <a:lnTo>
                  <a:pt x="1220" y="774"/>
                </a:lnTo>
                <a:lnTo>
                  <a:pt x="1220" y="773"/>
                </a:lnTo>
                <a:lnTo>
                  <a:pt x="1219" y="773"/>
                </a:lnTo>
                <a:lnTo>
                  <a:pt x="1218" y="773"/>
                </a:lnTo>
                <a:lnTo>
                  <a:pt x="1217" y="773"/>
                </a:lnTo>
                <a:lnTo>
                  <a:pt x="1216" y="774"/>
                </a:lnTo>
                <a:lnTo>
                  <a:pt x="1215" y="774"/>
                </a:lnTo>
                <a:lnTo>
                  <a:pt x="1214" y="774"/>
                </a:lnTo>
                <a:lnTo>
                  <a:pt x="1212" y="773"/>
                </a:lnTo>
                <a:lnTo>
                  <a:pt x="1212" y="774"/>
                </a:lnTo>
                <a:lnTo>
                  <a:pt x="1210" y="775"/>
                </a:lnTo>
                <a:lnTo>
                  <a:pt x="1209" y="775"/>
                </a:lnTo>
                <a:lnTo>
                  <a:pt x="1208" y="776"/>
                </a:lnTo>
                <a:lnTo>
                  <a:pt x="1208" y="777"/>
                </a:lnTo>
                <a:lnTo>
                  <a:pt x="1208" y="778"/>
                </a:lnTo>
                <a:lnTo>
                  <a:pt x="1208" y="779"/>
                </a:lnTo>
                <a:lnTo>
                  <a:pt x="1207" y="779"/>
                </a:lnTo>
                <a:lnTo>
                  <a:pt x="1206" y="780"/>
                </a:lnTo>
                <a:lnTo>
                  <a:pt x="1206" y="779"/>
                </a:lnTo>
                <a:lnTo>
                  <a:pt x="1206" y="778"/>
                </a:lnTo>
                <a:lnTo>
                  <a:pt x="1205" y="777"/>
                </a:lnTo>
                <a:lnTo>
                  <a:pt x="1202" y="774"/>
                </a:lnTo>
                <a:lnTo>
                  <a:pt x="1201" y="774"/>
                </a:lnTo>
                <a:lnTo>
                  <a:pt x="1200" y="774"/>
                </a:lnTo>
                <a:lnTo>
                  <a:pt x="1199" y="775"/>
                </a:lnTo>
                <a:lnTo>
                  <a:pt x="1199" y="777"/>
                </a:lnTo>
                <a:lnTo>
                  <a:pt x="1200" y="778"/>
                </a:lnTo>
                <a:lnTo>
                  <a:pt x="1200" y="779"/>
                </a:lnTo>
                <a:lnTo>
                  <a:pt x="1199" y="779"/>
                </a:lnTo>
                <a:lnTo>
                  <a:pt x="1199" y="780"/>
                </a:lnTo>
                <a:lnTo>
                  <a:pt x="1198" y="780"/>
                </a:lnTo>
                <a:lnTo>
                  <a:pt x="1197" y="779"/>
                </a:lnTo>
                <a:lnTo>
                  <a:pt x="1197" y="780"/>
                </a:lnTo>
                <a:lnTo>
                  <a:pt x="1197" y="781"/>
                </a:lnTo>
                <a:lnTo>
                  <a:pt x="1198" y="782"/>
                </a:lnTo>
                <a:lnTo>
                  <a:pt x="1199" y="783"/>
                </a:lnTo>
                <a:lnTo>
                  <a:pt x="1199" y="785"/>
                </a:lnTo>
                <a:lnTo>
                  <a:pt x="1200" y="788"/>
                </a:lnTo>
                <a:lnTo>
                  <a:pt x="1199" y="788"/>
                </a:lnTo>
                <a:lnTo>
                  <a:pt x="1198" y="788"/>
                </a:lnTo>
                <a:lnTo>
                  <a:pt x="1197" y="789"/>
                </a:lnTo>
                <a:lnTo>
                  <a:pt x="1197" y="790"/>
                </a:lnTo>
                <a:lnTo>
                  <a:pt x="1195" y="792"/>
                </a:lnTo>
                <a:lnTo>
                  <a:pt x="1195" y="793"/>
                </a:lnTo>
                <a:lnTo>
                  <a:pt x="1196" y="795"/>
                </a:lnTo>
                <a:lnTo>
                  <a:pt x="1197" y="796"/>
                </a:lnTo>
                <a:lnTo>
                  <a:pt x="1198" y="797"/>
                </a:lnTo>
                <a:lnTo>
                  <a:pt x="1197" y="799"/>
                </a:lnTo>
                <a:lnTo>
                  <a:pt x="1196" y="799"/>
                </a:lnTo>
                <a:lnTo>
                  <a:pt x="1193" y="800"/>
                </a:lnTo>
                <a:lnTo>
                  <a:pt x="1192" y="800"/>
                </a:lnTo>
                <a:lnTo>
                  <a:pt x="1190" y="799"/>
                </a:lnTo>
                <a:lnTo>
                  <a:pt x="1189" y="798"/>
                </a:lnTo>
                <a:lnTo>
                  <a:pt x="1188" y="798"/>
                </a:lnTo>
                <a:lnTo>
                  <a:pt x="1188" y="797"/>
                </a:lnTo>
                <a:lnTo>
                  <a:pt x="1187" y="797"/>
                </a:lnTo>
                <a:lnTo>
                  <a:pt x="1186" y="797"/>
                </a:lnTo>
                <a:lnTo>
                  <a:pt x="1185" y="798"/>
                </a:lnTo>
                <a:lnTo>
                  <a:pt x="1186" y="799"/>
                </a:lnTo>
                <a:lnTo>
                  <a:pt x="1186" y="800"/>
                </a:lnTo>
                <a:lnTo>
                  <a:pt x="1187" y="801"/>
                </a:lnTo>
                <a:lnTo>
                  <a:pt x="1187" y="802"/>
                </a:lnTo>
                <a:lnTo>
                  <a:pt x="1187" y="803"/>
                </a:lnTo>
                <a:lnTo>
                  <a:pt x="1188" y="803"/>
                </a:lnTo>
                <a:lnTo>
                  <a:pt x="1189" y="803"/>
                </a:lnTo>
                <a:lnTo>
                  <a:pt x="1190" y="803"/>
                </a:lnTo>
                <a:lnTo>
                  <a:pt x="1191" y="804"/>
                </a:lnTo>
                <a:lnTo>
                  <a:pt x="1191" y="806"/>
                </a:lnTo>
                <a:lnTo>
                  <a:pt x="1192" y="810"/>
                </a:lnTo>
                <a:lnTo>
                  <a:pt x="1191" y="810"/>
                </a:lnTo>
                <a:lnTo>
                  <a:pt x="1191" y="811"/>
                </a:lnTo>
                <a:lnTo>
                  <a:pt x="1191" y="813"/>
                </a:lnTo>
                <a:lnTo>
                  <a:pt x="1192" y="814"/>
                </a:lnTo>
                <a:lnTo>
                  <a:pt x="1192" y="815"/>
                </a:lnTo>
                <a:lnTo>
                  <a:pt x="1192" y="816"/>
                </a:lnTo>
                <a:lnTo>
                  <a:pt x="1191" y="817"/>
                </a:lnTo>
                <a:lnTo>
                  <a:pt x="1191" y="818"/>
                </a:lnTo>
                <a:lnTo>
                  <a:pt x="1192" y="819"/>
                </a:lnTo>
                <a:lnTo>
                  <a:pt x="1194" y="821"/>
                </a:lnTo>
                <a:lnTo>
                  <a:pt x="1194" y="820"/>
                </a:lnTo>
                <a:lnTo>
                  <a:pt x="1195" y="819"/>
                </a:lnTo>
                <a:lnTo>
                  <a:pt x="1198" y="820"/>
                </a:lnTo>
                <a:lnTo>
                  <a:pt x="1199" y="821"/>
                </a:lnTo>
                <a:lnTo>
                  <a:pt x="1199" y="822"/>
                </a:lnTo>
                <a:lnTo>
                  <a:pt x="1200" y="823"/>
                </a:lnTo>
                <a:lnTo>
                  <a:pt x="1200" y="824"/>
                </a:lnTo>
                <a:lnTo>
                  <a:pt x="1199" y="824"/>
                </a:lnTo>
                <a:lnTo>
                  <a:pt x="1199" y="826"/>
                </a:lnTo>
                <a:lnTo>
                  <a:pt x="1200" y="827"/>
                </a:lnTo>
                <a:lnTo>
                  <a:pt x="1201" y="827"/>
                </a:lnTo>
                <a:lnTo>
                  <a:pt x="1202" y="828"/>
                </a:lnTo>
                <a:lnTo>
                  <a:pt x="1203" y="828"/>
                </a:lnTo>
                <a:lnTo>
                  <a:pt x="1205" y="831"/>
                </a:lnTo>
                <a:lnTo>
                  <a:pt x="1205" y="832"/>
                </a:lnTo>
                <a:lnTo>
                  <a:pt x="1206" y="833"/>
                </a:lnTo>
                <a:lnTo>
                  <a:pt x="1207" y="833"/>
                </a:lnTo>
                <a:lnTo>
                  <a:pt x="1207" y="834"/>
                </a:lnTo>
                <a:lnTo>
                  <a:pt x="1208" y="834"/>
                </a:lnTo>
                <a:lnTo>
                  <a:pt x="1207" y="835"/>
                </a:lnTo>
                <a:lnTo>
                  <a:pt x="1207" y="836"/>
                </a:lnTo>
                <a:lnTo>
                  <a:pt x="1205" y="837"/>
                </a:lnTo>
                <a:lnTo>
                  <a:pt x="1202" y="837"/>
                </a:lnTo>
                <a:lnTo>
                  <a:pt x="1198" y="836"/>
                </a:lnTo>
                <a:lnTo>
                  <a:pt x="1197" y="835"/>
                </a:lnTo>
                <a:lnTo>
                  <a:pt x="1196" y="833"/>
                </a:lnTo>
                <a:lnTo>
                  <a:pt x="1195" y="833"/>
                </a:lnTo>
                <a:lnTo>
                  <a:pt x="1194" y="833"/>
                </a:lnTo>
                <a:lnTo>
                  <a:pt x="1194" y="834"/>
                </a:lnTo>
                <a:lnTo>
                  <a:pt x="1194" y="835"/>
                </a:lnTo>
                <a:lnTo>
                  <a:pt x="1193" y="837"/>
                </a:lnTo>
                <a:lnTo>
                  <a:pt x="1192" y="838"/>
                </a:lnTo>
                <a:lnTo>
                  <a:pt x="1191" y="838"/>
                </a:lnTo>
                <a:lnTo>
                  <a:pt x="1190" y="839"/>
                </a:lnTo>
                <a:lnTo>
                  <a:pt x="1189" y="840"/>
                </a:lnTo>
                <a:lnTo>
                  <a:pt x="1190" y="841"/>
                </a:lnTo>
                <a:lnTo>
                  <a:pt x="1190" y="842"/>
                </a:lnTo>
                <a:lnTo>
                  <a:pt x="1189" y="843"/>
                </a:lnTo>
                <a:lnTo>
                  <a:pt x="1188" y="843"/>
                </a:lnTo>
                <a:lnTo>
                  <a:pt x="1186" y="844"/>
                </a:lnTo>
                <a:lnTo>
                  <a:pt x="1185" y="845"/>
                </a:lnTo>
                <a:lnTo>
                  <a:pt x="1185" y="844"/>
                </a:lnTo>
                <a:lnTo>
                  <a:pt x="1184" y="844"/>
                </a:lnTo>
                <a:lnTo>
                  <a:pt x="1183" y="845"/>
                </a:lnTo>
                <a:lnTo>
                  <a:pt x="1182" y="845"/>
                </a:lnTo>
                <a:lnTo>
                  <a:pt x="1182" y="847"/>
                </a:lnTo>
                <a:lnTo>
                  <a:pt x="1181" y="848"/>
                </a:lnTo>
                <a:lnTo>
                  <a:pt x="1182" y="851"/>
                </a:lnTo>
                <a:lnTo>
                  <a:pt x="1183" y="852"/>
                </a:lnTo>
                <a:lnTo>
                  <a:pt x="1183" y="853"/>
                </a:lnTo>
                <a:lnTo>
                  <a:pt x="1184" y="853"/>
                </a:lnTo>
                <a:lnTo>
                  <a:pt x="1185" y="853"/>
                </a:lnTo>
                <a:lnTo>
                  <a:pt x="1187" y="855"/>
                </a:lnTo>
                <a:lnTo>
                  <a:pt x="1188" y="858"/>
                </a:lnTo>
                <a:lnTo>
                  <a:pt x="1188" y="859"/>
                </a:lnTo>
                <a:lnTo>
                  <a:pt x="1184" y="860"/>
                </a:lnTo>
                <a:lnTo>
                  <a:pt x="1181" y="862"/>
                </a:lnTo>
                <a:lnTo>
                  <a:pt x="1181" y="863"/>
                </a:lnTo>
                <a:lnTo>
                  <a:pt x="1179" y="864"/>
                </a:lnTo>
                <a:lnTo>
                  <a:pt x="1178" y="863"/>
                </a:lnTo>
                <a:lnTo>
                  <a:pt x="1176" y="862"/>
                </a:lnTo>
                <a:lnTo>
                  <a:pt x="1175" y="863"/>
                </a:lnTo>
                <a:lnTo>
                  <a:pt x="1174" y="863"/>
                </a:lnTo>
                <a:lnTo>
                  <a:pt x="1173" y="862"/>
                </a:lnTo>
                <a:lnTo>
                  <a:pt x="1173" y="861"/>
                </a:lnTo>
                <a:lnTo>
                  <a:pt x="1173" y="860"/>
                </a:lnTo>
                <a:lnTo>
                  <a:pt x="1173" y="858"/>
                </a:lnTo>
                <a:lnTo>
                  <a:pt x="1173" y="857"/>
                </a:lnTo>
                <a:lnTo>
                  <a:pt x="1172" y="857"/>
                </a:lnTo>
                <a:lnTo>
                  <a:pt x="1171" y="857"/>
                </a:lnTo>
                <a:lnTo>
                  <a:pt x="1170" y="857"/>
                </a:lnTo>
                <a:lnTo>
                  <a:pt x="1166" y="856"/>
                </a:lnTo>
                <a:lnTo>
                  <a:pt x="1166" y="855"/>
                </a:lnTo>
                <a:lnTo>
                  <a:pt x="1165" y="855"/>
                </a:lnTo>
                <a:lnTo>
                  <a:pt x="1163" y="856"/>
                </a:lnTo>
                <a:lnTo>
                  <a:pt x="1162" y="858"/>
                </a:lnTo>
                <a:lnTo>
                  <a:pt x="1162" y="859"/>
                </a:lnTo>
                <a:lnTo>
                  <a:pt x="1161" y="860"/>
                </a:lnTo>
                <a:lnTo>
                  <a:pt x="1160" y="861"/>
                </a:lnTo>
                <a:lnTo>
                  <a:pt x="1159" y="862"/>
                </a:lnTo>
                <a:lnTo>
                  <a:pt x="1159" y="863"/>
                </a:lnTo>
                <a:lnTo>
                  <a:pt x="1160" y="864"/>
                </a:lnTo>
                <a:lnTo>
                  <a:pt x="1158" y="865"/>
                </a:lnTo>
                <a:lnTo>
                  <a:pt x="1156" y="866"/>
                </a:lnTo>
                <a:lnTo>
                  <a:pt x="1154" y="867"/>
                </a:lnTo>
                <a:lnTo>
                  <a:pt x="1152" y="867"/>
                </a:lnTo>
                <a:lnTo>
                  <a:pt x="1151" y="865"/>
                </a:lnTo>
                <a:lnTo>
                  <a:pt x="1151" y="864"/>
                </a:lnTo>
                <a:lnTo>
                  <a:pt x="1149" y="861"/>
                </a:lnTo>
                <a:lnTo>
                  <a:pt x="1148" y="861"/>
                </a:lnTo>
                <a:lnTo>
                  <a:pt x="1147" y="861"/>
                </a:lnTo>
                <a:lnTo>
                  <a:pt x="1146" y="860"/>
                </a:lnTo>
                <a:lnTo>
                  <a:pt x="1146" y="859"/>
                </a:lnTo>
                <a:lnTo>
                  <a:pt x="1145" y="858"/>
                </a:lnTo>
                <a:lnTo>
                  <a:pt x="1144" y="857"/>
                </a:lnTo>
                <a:lnTo>
                  <a:pt x="1140" y="854"/>
                </a:lnTo>
                <a:lnTo>
                  <a:pt x="1140" y="855"/>
                </a:lnTo>
                <a:lnTo>
                  <a:pt x="1138" y="854"/>
                </a:lnTo>
                <a:lnTo>
                  <a:pt x="1137" y="854"/>
                </a:lnTo>
                <a:lnTo>
                  <a:pt x="1137" y="855"/>
                </a:lnTo>
                <a:lnTo>
                  <a:pt x="1136" y="856"/>
                </a:lnTo>
                <a:lnTo>
                  <a:pt x="1136" y="857"/>
                </a:lnTo>
                <a:lnTo>
                  <a:pt x="1136" y="858"/>
                </a:lnTo>
                <a:lnTo>
                  <a:pt x="1136" y="859"/>
                </a:lnTo>
                <a:lnTo>
                  <a:pt x="1135" y="859"/>
                </a:lnTo>
                <a:lnTo>
                  <a:pt x="1134" y="859"/>
                </a:lnTo>
                <a:lnTo>
                  <a:pt x="1133" y="861"/>
                </a:lnTo>
                <a:lnTo>
                  <a:pt x="1133" y="862"/>
                </a:lnTo>
                <a:lnTo>
                  <a:pt x="1133" y="863"/>
                </a:lnTo>
                <a:lnTo>
                  <a:pt x="1132" y="864"/>
                </a:lnTo>
                <a:lnTo>
                  <a:pt x="1131" y="864"/>
                </a:lnTo>
                <a:lnTo>
                  <a:pt x="1130" y="863"/>
                </a:lnTo>
                <a:lnTo>
                  <a:pt x="1127" y="860"/>
                </a:lnTo>
                <a:lnTo>
                  <a:pt x="1126" y="858"/>
                </a:lnTo>
                <a:lnTo>
                  <a:pt x="1125" y="857"/>
                </a:lnTo>
                <a:lnTo>
                  <a:pt x="1124" y="858"/>
                </a:lnTo>
                <a:lnTo>
                  <a:pt x="1123" y="860"/>
                </a:lnTo>
                <a:lnTo>
                  <a:pt x="1121" y="863"/>
                </a:lnTo>
                <a:lnTo>
                  <a:pt x="1121" y="864"/>
                </a:lnTo>
                <a:lnTo>
                  <a:pt x="1121" y="865"/>
                </a:lnTo>
                <a:lnTo>
                  <a:pt x="1121" y="867"/>
                </a:lnTo>
                <a:lnTo>
                  <a:pt x="1122" y="868"/>
                </a:lnTo>
                <a:lnTo>
                  <a:pt x="1125" y="870"/>
                </a:lnTo>
                <a:lnTo>
                  <a:pt x="1126" y="870"/>
                </a:lnTo>
                <a:lnTo>
                  <a:pt x="1127" y="870"/>
                </a:lnTo>
                <a:lnTo>
                  <a:pt x="1128" y="871"/>
                </a:lnTo>
                <a:lnTo>
                  <a:pt x="1128" y="872"/>
                </a:lnTo>
                <a:lnTo>
                  <a:pt x="1129" y="876"/>
                </a:lnTo>
                <a:lnTo>
                  <a:pt x="1129" y="877"/>
                </a:lnTo>
                <a:lnTo>
                  <a:pt x="1128" y="878"/>
                </a:lnTo>
                <a:lnTo>
                  <a:pt x="1127" y="877"/>
                </a:lnTo>
                <a:lnTo>
                  <a:pt x="1126" y="877"/>
                </a:lnTo>
                <a:lnTo>
                  <a:pt x="1126" y="879"/>
                </a:lnTo>
                <a:lnTo>
                  <a:pt x="1127" y="880"/>
                </a:lnTo>
                <a:lnTo>
                  <a:pt x="1128" y="880"/>
                </a:lnTo>
                <a:lnTo>
                  <a:pt x="1128" y="882"/>
                </a:lnTo>
                <a:lnTo>
                  <a:pt x="1127" y="883"/>
                </a:lnTo>
                <a:lnTo>
                  <a:pt x="1127" y="884"/>
                </a:lnTo>
                <a:lnTo>
                  <a:pt x="1127" y="886"/>
                </a:lnTo>
                <a:lnTo>
                  <a:pt x="1127" y="888"/>
                </a:lnTo>
                <a:lnTo>
                  <a:pt x="1126" y="888"/>
                </a:lnTo>
                <a:lnTo>
                  <a:pt x="1126" y="889"/>
                </a:lnTo>
                <a:lnTo>
                  <a:pt x="1127" y="891"/>
                </a:lnTo>
                <a:lnTo>
                  <a:pt x="1128" y="893"/>
                </a:lnTo>
                <a:lnTo>
                  <a:pt x="1129" y="895"/>
                </a:lnTo>
                <a:lnTo>
                  <a:pt x="1129" y="896"/>
                </a:lnTo>
                <a:lnTo>
                  <a:pt x="1129" y="899"/>
                </a:lnTo>
                <a:lnTo>
                  <a:pt x="1129" y="900"/>
                </a:lnTo>
                <a:lnTo>
                  <a:pt x="1128" y="900"/>
                </a:lnTo>
                <a:lnTo>
                  <a:pt x="1128" y="901"/>
                </a:lnTo>
                <a:lnTo>
                  <a:pt x="1128" y="902"/>
                </a:lnTo>
                <a:lnTo>
                  <a:pt x="1131" y="903"/>
                </a:lnTo>
                <a:lnTo>
                  <a:pt x="1132" y="903"/>
                </a:lnTo>
                <a:lnTo>
                  <a:pt x="1134" y="905"/>
                </a:lnTo>
                <a:lnTo>
                  <a:pt x="1135" y="906"/>
                </a:lnTo>
                <a:lnTo>
                  <a:pt x="1135" y="907"/>
                </a:lnTo>
                <a:lnTo>
                  <a:pt x="1134" y="908"/>
                </a:lnTo>
                <a:lnTo>
                  <a:pt x="1133" y="909"/>
                </a:lnTo>
                <a:lnTo>
                  <a:pt x="1132" y="910"/>
                </a:lnTo>
                <a:lnTo>
                  <a:pt x="1133" y="911"/>
                </a:lnTo>
                <a:lnTo>
                  <a:pt x="1134" y="911"/>
                </a:lnTo>
                <a:lnTo>
                  <a:pt x="1133" y="911"/>
                </a:lnTo>
                <a:lnTo>
                  <a:pt x="1133" y="910"/>
                </a:lnTo>
                <a:lnTo>
                  <a:pt x="1134" y="911"/>
                </a:lnTo>
                <a:lnTo>
                  <a:pt x="1135" y="911"/>
                </a:lnTo>
                <a:lnTo>
                  <a:pt x="1135" y="912"/>
                </a:lnTo>
                <a:lnTo>
                  <a:pt x="1135" y="913"/>
                </a:lnTo>
                <a:lnTo>
                  <a:pt x="1136" y="913"/>
                </a:lnTo>
                <a:lnTo>
                  <a:pt x="1136" y="914"/>
                </a:lnTo>
                <a:lnTo>
                  <a:pt x="1137" y="914"/>
                </a:lnTo>
                <a:lnTo>
                  <a:pt x="1137" y="915"/>
                </a:lnTo>
                <a:lnTo>
                  <a:pt x="1136" y="916"/>
                </a:lnTo>
                <a:lnTo>
                  <a:pt x="1136" y="917"/>
                </a:lnTo>
                <a:lnTo>
                  <a:pt x="1136" y="918"/>
                </a:lnTo>
                <a:lnTo>
                  <a:pt x="1136" y="919"/>
                </a:lnTo>
                <a:lnTo>
                  <a:pt x="1135" y="919"/>
                </a:lnTo>
                <a:lnTo>
                  <a:pt x="1133" y="919"/>
                </a:lnTo>
                <a:lnTo>
                  <a:pt x="1132" y="919"/>
                </a:lnTo>
                <a:lnTo>
                  <a:pt x="1131" y="919"/>
                </a:lnTo>
                <a:lnTo>
                  <a:pt x="1130" y="919"/>
                </a:lnTo>
                <a:lnTo>
                  <a:pt x="1129" y="919"/>
                </a:lnTo>
                <a:lnTo>
                  <a:pt x="1129" y="920"/>
                </a:lnTo>
                <a:lnTo>
                  <a:pt x="1128" y="919"/>
                </a:lnTo>
                <a:lnTo>
                  <a:pt x="1127" y="919"/>
                </a:lnTo>
                <a:lnTo>
                  <a:pt x="1126" y="919"/>
                </a:lnTo>
                <a:lnTo>
                  <a:pt x="1126" y="920"/>
                </a:lnTo>
                <a:lnTo>
                  <a:pt x="1125" y="920"/>
                </a:lnTo>
                <a:lnTo>
                  <a:pt x="1125" y="919"/>
                </a:lnTo>
                <a:lnTo>
                  <a:pt x="1123" y="919"/>
                </a:lnTo>
                <a:lnTo>
                  <a:pt x="1122" y="918"/>
                </a:lnTo>
                <a:lnTo>
                  <a:pt x="1121" y="917"/>
                </a:lnTo>
                <a:lnTo>
                  <a:pt x="1121" y="916"/>
                </a:lnTo>
                <a:lnTo>
                  <a:pt x="1120" y="916"/>
                </a:lnTo>
                <a:lnTo>
                  <a:pt x="1119" y="916"/>
                </a:lnTo>
                <a:lnTo>
                  <a:pt x="1118" y="916"/>
                </a:lnTo>
                <a:lnTo>
                  <a:pt x="1118" y="915"/>
                </a:lnTo>
                <a:lnTo>
                  <a:pt x="1117" y="914"/>
                </a:lnTo>
                <a:lnTo>
                  <a:pt x="1116" y="914"/>
                </a:lnTo>
                <a:lnTo>
                  <a:pt x="1116" y="915"/>
                </a:lnTo>
                <a:lnTo>
                  <a:pt x="1116" y="919"/>
                </a:lnTo>
                <a:lnTo>
                  <a:pt x="1115" y="919"/>
                </a:lnTo>
                <a:lnTo>
                  <a:pt x="1115" y="920"/>
                </a:lnTo>
                <a:lnTo>
                  <a:pt x="1114" y="920"/>
                </a:lnTo>
                <a:lnTo>
                  <a:pt x="1113" y="919"/>
                </a:lnTo>
                <a:lnTo>
                  <a:pt x="1112" y="920"/>
                </a:lnTo>
                <a:lnTo>
                  <a:pt x="1111" y="921"/>
                </a:lnTo>
                <a:lnTo>
                  <a:pt x="1111" y="922"/>
                </a:lnTo>
                <a:lnTo>
                  <a:pt x="1110" y="922"/>
                </a:lnTo>
                <a:lnTo>
                  <a:pt x="1106" y="922"/>
                </a:lnTo>
                <a:lnTo>
                  <a:pt x="1106" y="923"/>
                </a:lnTo>
                <a:lnTo>
                  <a:pt x="1104" y="922"/>
                </a:lnTo>
                <a:lnTo>
                  <a:pt x="1102" y="921"/>
                </a:lnTo>
                <a:lnTo>
                  <a:pt x="1101" y="921"/>
                </a:lnTo>
                <a:lnTo>
                  <a:pt x="1102" y="920"/>
                </a:lnTo>
                <a:lnTo>
                  <a:pt x="1100" y="919"/>
                </a:lnTo>
                <a:lnTo>
                  <a:pt x="1099" y="919"/>
                </a:lnTo>
                <a:lnTo>
                  <a:pt x="1098" y="919"/>
                </a:lnTo>
                <a:lnTo>
                  <a:pt x="1097" y="920"/>
                </a:lnTo>
                <a:lnTo>
                  <a:pt x="1096" y="919"/>
                </a:lnTo>
                <a:lnTo>
                  <a:pt x="1095" y="919"/>
                </a:lnTo>
                <a:lnTo>
                  <a:pt x="1093" y="920"/>
                </a:lnTo>
                <a:lnTo>
                  <a:pt x="1091" y="920"/>
                </a:lnTo>
                <a:lnTo>
                  <a:pt x="1090" y="920"/>
                </a:lnTo>
                <a:lnTo>
                  <a:pt x="1089" y="922"/>
                </a:lnTo>
                <a:lnTo>
                  <a:pt x="1088" y="922"/>
                </a:lnTo>
                <a:lnTo>
                  <a:pt x="1087" y="921"/>
                </a:lnTo>
                <a:lnTo>
                  <a:pt x="1086" y="919"/>
                </a:lnTo>
                <a:lnTo>
                  <a:pt x="1085" y="919"/>
                </a:lnTo>
                <a:lnTo>
                  <a:pt x="1084" y="919"/>
                </a:lnTo>
                <a:lnTo>
                  <a:pt x="1082" y="923"/>
                </a:lnTo>
                <a:lnTo>
                  <a:pt x="1081" y="924"/>
                </a:lnTo>
                <a:lnTo>
                  <a:pt x="1082" y="925"/>
                </a:lnTo>
                <a:lnTo>
                  <a:pt x="1082" y="926"/>
                </a:lnTo>
                <a:lnTo>
                  <a:pt x="1081" y="926"/>
                </a:lnTo>
                <a:lnTo>
                  <a:pt x="1080" y="924"/>
                </a:lnTo>
                <a:lnTo>
                  <a:pt x="1080" y="923"/>
                </a:lnTo>
                <a:lnTo>
                  <a:pt x="1080" y="922"/>
                </a:lnTo>
                <a:lnTo>
                  <a:pt x="1079" y="922"/>
                </a:lnTo>
                <a:lnTo>
                  <a:pt x="1079" y="923"/>
                </a:lnTo>
                <a:lnTo>
                  <a:pt x="1079" y="924"/>
                </a:lnTo>
                <a:lnTo>
                  <a:pt x="1078" y="926"/>
                </a:lnTo>
                <a:lnTo>
                  <a:pt x="1077" y="927"/>
                </a:lnTo>
                <a:lnTo>
                  <a:pt x="1075" y="928"/>
                </a:lnTo>
                <a:lnTo>
                  <a:pt x="1072" y="929"/>
                </a:lnTo>
                <a:lnTo>
                  <a:pt x="1071" y="929"/>
                </a:lnTo>
                <a:lnTo>
                  <a:pt x="1071" y="928"/>
                </a:lnTo>
                <a:lnTo>
                  <a:pt x="1070" y="927"/>
                </a:lnTo>
                <a:lnTo>
                  <a:pt x="1069" y="926"/>
                </a:lnTo>
                <a:lnTo>
                  <a:pt x="1067" y="926"/>
                </a:lnTo>
                <a:lnTo>
                  <a:pt x="1066" y="926"/>
                </a:lnTo>
                <a:lnTo>
                  <a:pt x="1065" y="926"/>
                </a:lnTo>
                <a:lnTo>
                  <a:pt x="1064" y="926"/>
                </a:lnTo>
                <a:lnTo>
                  <a:pt x="1062" y="925"/>
                </a:lnTo>
                <a:lnTo>
                  <a:pt x="1062" y="924"/>
                </a:lnTo>
                <a:lnTo>
                  <a:pt x="1061" y="924"/>
                </a:lnTo>
                <a:lnTo>
                  <a:pt x="1059" y="925"/>
                </a:lnTo>
                <a:lnTo>
                  <a:pt x="1059" y="926"/>
                </a:lnTo>
                <a:lnTo>
                  <a:pt x="1057" y="928"/>
                </a:lnTo>
                <a:lnTo>
                  <a:pt x="1056" y="928"/>
                </a:lnTo>
                <a:lnTo>
                  <a:pt x="1055" y="929"/>
                </a:lnTo>
                <a:lnTo>
                  <a:pt x="1052" y="931"/>
                </a:lnTo>
                <a:lnTo>
                  <a:pt x="1051" y="931"/>
                </a:lnTo>
                <a:lnTo>
                  <a:pt x="1051" y="932"/>
                </a:lnTo>
                <a:lnTo>
                  <a:pt x="1052" y="934"/>
                </a:lnTo>
                <a:lnTo>
                  <a:pt x="1052" y="936"/>
                </a:lnTo>
                <a:lnTo>
                  <a:pt x="1051" y="937"/>
                </a:lnTo>
                <a:lnTo>
                  <a:pt x="1050" y="938"/>
                </a:lnTo>
                <a:lnTo>
                  <a:pt x="1050" y="939"/>
                </a:lnTo>
                <a:lnTo>
                  <a:pt x="1050" y="943"/>
                </a:lnTo>
                <a:lnTo>
                  <a:pt x="1050" y="946"/>
                </a:lnTo>
                <a:lnTo>
                  <a:pt x="1050" y="947"/>
                </a:lnTo>
                <a:lnTo>
                  <a:pt x="1051" y="947"/>
                </a:lnTo>
                <a:lnTo>
                  <a:pt x="1051" y="948"/>
                </a:lnTo>
                <a:lnTo>
                  <a:pt x="1050" y="950"/>
                </a:lnTo>
                <a:lnTo>
                  <a:pt x="1049" y="951"/>
                </a:lnTo>
                <a:lnTo>
                  <a:pt x="1050" y="951"/>
                </a:lnTo>
                <a:lnTo>
                  <a:pt x="1050" y="952"/>
                </a:lnTo>
                <a:lnTo>
                  <a:pt x="1050" y="953"/>
                </a:lnTo>
                <a:lnTo>
                  <a:pt x="1051" y="953"/>
                </a:lnTo>
                <a:lnTo>
                  <a:pt x="1051" y="954"/>
                </a:lnTo>
                <a:lnTo>
                  <a:pt x="1050" y="955"/>
                </a:lnTo>
                <a:lnTo>
                  <a:pt x="1049" y="955"/>
                </a:lnTo>
                <a:lnTo>
                  <a:pt x="1048" y="956"/>
                </a:lnTo>
                <a:lnTo>
                  <a:pt x="1048" y="958"/>
                </a:lnTo>
                <a:lnTo>
                  <a:pt x="1049" y="960"/>
                </a:lnTo>
                <a:lnTo>
                  <a:pt x="1048" y="961"/>
                </a:lnTo>
                <a:lnTo>
                  <a:pt x="1047" y="961"/>
                </a:lnTo>
                <a:lnTo>
                  <a:pt x="1045" y="963"/>
                </a:lnTo>
                <a:lnTo>
                  <a:pt x="1045" y="964"/>
                </a:lnTo>
                <a:lnTo>
                  <a:pt x="1045" y="965"/>
                </a:lnTo>
                <a:lnTo>
                  <a:pt x="1046" y="965"/>
                </a:lnTo>
                <a:lnTo>
                  <a:pt x="1047" y="965"/>
                </a:lnTo>
                <a:lnTo>
                  <a:pt x="1047" y="968"/>
                </a:lnTo>
                <a:lnTo>
                  <a:pt x="1045" y="971"/>
                </a:lnTo>
                <a:lnTo>
                  <a:pt x="1044" y="972"/>
                </a:lnTo>
                <a:lnTo>
                  <a:pt x="1041" y="972"/>
                </a:lnTo>
                <a:lnTo>
                  <a:pt x="1040" y="971"/>
                </a:lnTo>
                <a:lnTo>
                  <a:pt x="1039" y="972"/>
                </a:lnTo>
                <a:lnTo>
                  <a:pt x="1037" y="973"/>
                </a:lnTo>
                <a:lnTo>
                  <a:pt x="1034" y="973"/>
                </a:lnTo>
                <a:lnTo>
                  <a:pt x="1034" y="974"/>
                </a:lnTo>
                <a:lnTo>
                  <a:pt x="1034" y="975"/>
                </a:lnTo>
                <a:lnTo>
                  <a:pt x="1033" y="975"/>
                </a:lnTo>
                <a:lnTo>
                  <a:pt x="1029" y="975"/>
                </a:lnTo>
                <a:lnTo>
                  <a:pt x="1028" y="974"/>
                </a:lnTo>
                <a:lnTo>
                  <a:pt x="1027" y="974"/>
                </a:lnTo>
                <a:lnTo>
                  <a:pt x="1027" y="975"/>
                </a:lnTo>
                <a:lnTo>
                  <a:pt x="1027" y="976"/>
                </a:lnTo>
                <a:lnTo>
                  <a:pt x="1027" y="977"/>
                </a:lnTo>
                <a:lnTo>
                  <a:pt x="1026" y="977"/>
                </a:lnTo>
                <a:lnTo>
                  <a:pt x="1025" y="977"/>
                </a:lnTo>
                <a:lnTo>
                  <a:pt x="1024" y="977"/>
                </a:lnTo>
                <a:lnTo>
                  <a:pt x="1023" y="975"/>
                </a:lnTo>
                <a:lnTo>
                  <a:pt x="1022" y="974"/>
                </a:lnTo>
                <a:lnTo>
                  <a:pt x="1021" y="971"/>
                </a:lnTo>
                <a:lnTo>
                  <a:pt x="1021" y="970"/>
                </a:lnTo>
                <a:lnTo>
                  <a:pt x="1021" y="969"/>
                </a:lnTo>
                <a:lnTo>
                  <a:pt x="1020" y="968"/>
                </a:lnTo>
                <a:lnTo>
                  <a:pt x="1019" y="969"/>
                </a:lnTo>
                <a:lnTo>
                  <a:pt x="1018" y="970"/>
                </a:lnTo>
                <a:lnTo>
                  <a:pt x="1018" y="971"/>
                </a:lnTo>
                <a:lnTo>
                  <a:pt x="1019" y="972"/>
                </a:lnTo>
                <a:lnTo>
                  <a:pt x="1018" y="973"/>
                </a:lnTo>
                <a:lnTo>
                  <a:pt x="1017" y="975"/>
                </a:lnTo>
                <a:lnTo>
                  <a:pt x="1017" y="976"/>
                </a:lnTo>
                <a:lnTo>
                  <a:pt x="1017" y="978"/>
                </a:lnTo>
                <a:lnTo>
                  <a:pt x="1016" y="978"/>
                </a:lnTo>
                <a:lnTo>
                  <a:pt x="1015" y="979"/>
                </a:lnTo>
                <a:lnTo>
                  <a:pt x="1015" y="980"/>
                </a:lnTo>
                <a:lnTo>
                  <a:pt x="1015" y="983"/>
                </a:lnTo>
                <a:lnTo>
                  <a:pt x="1016" y="984"/>
                </a:lnTo>
                <a:lnTo>
                  <a:pt x="1017" y="987"/>
                </a:lnTo>
                <a:lnTo>
                  <a:pt x="1017" y="989"/>
                </a:lnTo>
                <a:lnTo>
                  <a:pt x="1017" y="990"/>
                </a:lnTo>
                <a:lnTo>
                  <a:pt x="1017" y="991"/>
                </a:lnTo>
                <a:lnTo>
                  <a:pt x="1016" y="991"/>
                </a:lnTo>
                <a:lnTo>
                  <a:pt x="1016" y="992"/>
                </a:lnTo>
                <a:lnTo>
                  <a:pt x="1017" y="992"/>
                </a:lnTo>
                <a:lnTo>
                  <a:pt x="1017" y="993"/>
                </a:lnTo>
                <a:lnTo>
                  <a:pt x="1017" y="994"/>
                </a:lnTo>
                <a:lnTo>
                  <a:pt x="1018" y="994"/>
                </a:lnTo>
                <a:lnTo>
                  <a:pt x="1018" y="995"/>
                </a:lnTo>
                <a:lnTo>
                  <a:pt x="1018" y="996"/>
                </a:lnTo>
                <a:lnTo>
                  <a:pt x="1019" y="997"/>
                </a:lnTo>
                <a:lnTo>
                  <a:pt x="1019" y="998"/>
                </a:lnTo>
                <a:lnTo>
                  <a:pt x="1019" y="999"/>
                </a:lnTo>
                <a:lnTo>
                  <a:pt x="1019" y="1000"/>
                </a:lnTo>
                <a:lnTo>
                  <a:pt x="1020" y="1001"/>
                </a:lnTo>
                <a:lnTo>
                  <a:pt x="1020" y="1002"/>
                </a:lnTo>
                <a:lnTo>
                  <a:pt x="1020" y="1003"/>
                </a:lnTo>
                <a:lnTo>
                  <a:pt x="1021" y="1004"/>
                </a:lnTo>
                <a:lnTo>
                  <a:pt x="1021" y="1005"/>
                </a:lnTo>
                <a:lnTo>
                  <a:pt x="1022" y="1005"/>
                </a:lnTo>
                <a:lnTo>
                  <a:pt x="1022" y="1006"/>
                </a:lnTo>
                <a:lnTo>
                  <a:pt x="1022" y="1007"/>
                </a:lnTo>
                <a:lnTo>
                  <a:pt x="1022" y="1006"/>
                </a:lnTo>
                <a:lnTo>
                  <a:pt x="1021" y="1005"/>
                </a:lnTo>
                <a:lnTo>
                  <a:pt x="1020" y="1005"/>
                </a:lnTo>
                <a:lnTo>
                  <a:pt x="1020" y="1004"/>
                </a:lnTo>
                <a:lnTo>
                  <a:pt x="1019" y="1004"/>
                </a:lnTo>
                <a:lnTo>
                  <a:pt x="1019" y="1005"/>
                </a:lnTo>
                <a:lnTo>
                  <a:pt x="1019" y="1007"/>
                </a:lnTo>
                <a:lnTo>
                  <a:pt x="1019" y="1008"/>
                </a:lnTo>
                <a:lnTo>
                  <a:pt x="1020" y="1009"/>
                </a:lnTo>
                <a:lnTo>
                  <a:pt x="1020" y="1010"/>
                </a:lnTo>
                <a:lnTo>
                  <a:pt x="1020" y="1011"/>
                </a:lnTo>
                <a:lnTo>
                  <a:pt x="1019" y="1012"/>
                </a:lnTo>
                <a:lnTo>
                  <a:pt x="1018" y="1012"/>
                </a:lnTo>
                <a:lnTo>
                  <a:pt x="1017" y="1012"/>
                </a:lnTo>
                <a:lnTo>
                  <a:pt x="1017" y="1011"/>
                </a:lnTo>
                <a:lnTo>
                  <a:pt x="1016" y="1011"/>
                </a:lnTo>
                <a:lnTo>
                  <a:pt x="1015" y="1010"/>
                </a:lnTo>
                <a:lnTo>
                  <a:pt x="1014" y="1010"/>
                </a:lnTo>
                <a:lnTo>
                  <a:pt x="1014" y="1011"/>
                </a:lnTo>
                <a:lnTo>
                  <a:pt x="1013" y="1010"/>
                </a:lnTo>
                <a:lnTo>
                  <a:pt x="1012" y="1010"/>
                </a:lnTo>
                <a:lnTo>
                  <a:pt x="1011" y="1010"/>
                </a:lnTo>
                <a:lnTo>
                  <a:pt x="1012" y="1010"/>
                </a:lnTo>
                <a:lnTo>
                  <a:pt x="1012" y="1009"/>
                </a:lnTo>
                <a:lnTo>
                  <a:pt x="1011" y="1009"/>
                </a:lnTo>
                <a:lnTo>
                  <a:pt x="1011" y="1008"/>
                </a:lnTo>
                <a:lnTo>
                  <a:pt x="1010" y="1008"/>
                </a:lnTo>
                <a:lnTo>
                  <a:pt x="1009" y="1008"/>
                </a:lnTo>
                <a:lnTo>
                  <a:pt x="1008" y="1007"/>
                </a:lnTo>
                <a:lnTo>
                  <a:pt x="1007" y="1006"/>
                </a:lnTo>
                <a:lnTo>
                  <a:pt x="1006" y="1006"/>
                </a:lnTo>
                <a:lnTo>
                  <a:pt x="1006" y="1005"/>
                </a:lnTo>
                <a:lnTo>
                  <a:pt x="1005" y="1005"/>
                </a:lnTo>
                <a:lnTo>
                  <a:pt x="1004" y="1005"/>
                </a:lnTo>
                <a:lnTo>
                  <a:pt x="1003" y="1005"/>
                </a:lnTo>
                <a:lnTo>
                  <a:pt x="1003" y="1004"/>
                </a:lnTo>
                <a:lnTo>
                  <a:pt x="1002" y="1003"/>
                </a:lnTo>
                <a:lnTo>
                  <a:pt x="1001" y="1002"/>
                </a:lnTo>
                <a:lnTo>
                  <a:pt x="1000" y="1002"/>
                </a:lnTo>
                <a:lnTo>
                  <a:pt x="1000" y="1001"/>
                </a:lnTo>
                <a:lnTo>
                  <a:pt x="999" y="1001"/>
                </a:lnTo>
                <a:lnTo>
                  <a:pt x="999" y="1000"/>
                </a:lnTo>
                <a:lnTo>
                  <a:pt x="1000" y="1000"/>
                </a:lnTo>
                <a:lnTo>
                  <a:pt x="1001" y="999"/>
                </a:lnTo>
                <a:lnTo>
                  <a:pt x="1001" y="998"/>
                </a:lnTo>
                <a:lnTo>
                  <a:pt x="1002" y="994"/>
                </a:lnTo>
                <a:lnTo>
                  <a:pt x="1002" y="991"/>
                </a:lnTo>
                <a:lnTo>
                  <a:pt x="1003" y="990"/>
                </a:lnTo>
                <a:lnTo>
                  <a:pt x="1003" y="989"/>
                </a:lnTo>
                <a:lnTo>
                  <a:pt x="1002" y="989"/>
                </a:lnTo>
                <a:lnTo>
                  <a:pt x="1002" y="988"/>
                </a:lnTo>
                <a:lnTo>
                  <a:pt x="1001" y="988"/>
                </a:lnTo>
                <a:lnTo>
                  <a:pt x="1002" y="988"/>
                </a:lnTo>
                <a:lnTo>
                  <a:pt x="1002" y="986"/>
                </a:lnTo>
                <a:lnTo>
                  <a:pt x="1001" y="986"/>
                </a:lnTo>
                <a:lnTo>
                  <a:pt x="1001" y="985"/>
                </a:lnTo>
                <a:lnTo>
                  <a:pt x="1002" y="985"/>
                </a:lnTo>
                <a:lnTo>
                  <a:pt x="1002" y="984"/>
                </a:lnTo>
                <a:lnTo>
                  <a:pt x="1003" y="984"/>
                </a:lnTo>
                <a:lnTo>
                  <a:pt x="1002" y="984"/>
                </a:lnTo>
                <a:lnTo>
                  <a:pt x="1003" y="984"/>
                </a:lnTo>
                <a:lnTo>
                  <a:pt x="1003" y="983"/>
                </a:lnTo>
                <a:lnTo>
                  <a:pt x="1002" y="983"/>
                </a:lnTo>
                <a:lnTo>
                  <a:pt x="1002" y="982"/>
                </a:lnTo>
                <a:lnTo>
                  <a:pt x="1003" y="982"/>
                </a:lnTo>
                <a:lnTo>
                  <a:pt x="1004" y="982"/>
                </a:lnTo>
                <a:lnTo>
                  <a:pt x="1003" y="982"/>
                </a:lnTo>
                <a:lnTo>
                  <a:pt x="1002" y="982"/>
                </a:lnTo>
                <a:lnTo>
                  <a:pt x="1001" y="982"/>
                </a:lnTo>
                <a:lnTo>
                  <a:pt x="1001" y="983"/>
                </a:lnTo>
                <a:lnTo>
                  <a:pt x="1000" y="984"/>
                </a:lnTo>
                <a:lnTo>
                  <a:pt x="999" y="984"/>
                </a:lnTo>
                <a:lnTo>
                  <a:pt x="998" y="984"/>
                </a:lnTo>
                <a:lnTo>
                  <a:pt x="998" y="985"/>
                </a:lnTo>
                <a:lnTo>
                  <a:pt x="997" y="985"/>
                </a:lnTo>
                <a:lnTo>
                  <a:pt x="996" y="985"/>
                </a:lnTo>
                <a:lnTo>
                  <a:pt x="996" y="986"/>
                </a:lnTo>
                <a:lnTo>
                  <a:pt x="996" y="987"/>
                </a:lnTo>
                <a:lnTo>
                  <a:pt x="995" y="987"/>
                </a:lnTo>
                <a:lnTo>
                  <a:pt x="995" y="988"/>
                </a:lnTo>
                <a:lnTo>
                  <a:pt x="995" y="989"/>
                </a:lnTo>
                <a:lnTo>
                  <a:pt x="995" y="990"/>
                </a:lnTo>
                <a:lnTo>
                  <a:pt x="995" y="991"/>
                </a:lnTo>
                <a:lnTo>
                  <a:pt x="995" y="992"/>
                </a:lnTo>
                <a:lnTo>
                  <a:pt x="996" y="992"/>
                </a:lnTo>
                <a:lnTo>
                  <a:pt x="996" y="993"/>
                </a:lnTo>
                <a:lnTo>
                  <a:pt x="995" y="993"/>
                </a:lnTo>
                <a:lnTo>
                  <a:pt x="994" y="992"/>
                </a:lnTo>
                <a:lnTo>
                  <a:pt x="992" y="991"/>
                </a:lnTo>
                <a:lnTo>
                  <a:pt x="991" y="991"/>
                </a:lnTo>
                <a:lnTo>
                  <a:pt x="991" y="990"/>
                </a:lnTo>
                <a:lnTo>
                  <a:pt x="990" y="989"/>
                </a:lnTo>
                <a:lnTo>
                  <a:pt x="990" y="988"/>
                </a:lnTo>
                <a:lnTo>
                  <a:pt x="991" y="988"/>
                </a:lnTo>
                <a:lnTo>
                  <a:pt x="991" y="987"/>
                </a:lnTo>
                <a:lnTo>
                  <a:pt x="991" y="986"/>
                </a:lnTo>
                <a:lnTo>
                  <a:pt x="991" y="985"/>
                </a:lnTo>
                <a:lnTo>
                  <a:pt x="990" y="985"/>
                </a:lnTo>
                <a:lnTo>
                  <a:pt x="989" y="984"/>
                </a:lnTo>
                <a:lnTo>
                  <a:pt x="989" y="983"/>
                </a:lnTo>
                <a:lnTo>
                  <a:pt x="989" y="982"/>
                </a:lnTo>
                <a:lnTo>
                  <a:pt x="988" y="982"/>
                </a:lnTo>
                <a:lnTo>
                  <a:pt x="988" y="981"/>
                </a:lnTo>
                <a:lnTo>
                  <a:pt x="989" y="981"/>
                </a:lnTo>
                <a:lnTo>
                  <a:pt x="989" y="979"/>
                </a:lnTo>
                <a:lnTo>
                  <a:pt x="989" y="978"/>
                </a:lnTo>
                <a:lnTo>
                  <a:pt x="989" y="977"/>
                </a:lnTo>
                <a:lnTo>
                  <a:pt x="990" y="977"/>
                </a:lnTo>
                <a:lnTo>
                  <a:pt x="990" y="976"/>
                </a:lnTo>
                <a:lnTo>
                  <a:pt x="991" y="976"/>
                </a:lnTo>
                <a:lnTo>
                  <a:pt x="989" y="976"/>
                </a:lnTo>
                <a:lnTo>
                  <a:pt x="989" y="977"/>
                </a:lnTo>
                <a:lnTo>
                  <a:pt x="988" y="977"/>
                </a:lnTo>
                <a:lnTo>
                  <a:pt x="987" y="978"/>
                </a:lnTo>
                <a:lnTo>
                  <a:pt x="987" y="979"/>
                </a:lnTo>
                <a:lnTo>
                  <a:pt x="986" y="979"/>
                </a:lnTo>
                <a:lnTo>
                  <a:pt x="986" y="980"/>
                </a:lnTo>
                <a:lnTo>
                  <a:pt x="985" y="980"/>
                </a:lnTo>
                <a:lnTo>
                  <a:pt x="984" y="980"/>
                </a:lnTo>
                <a:lnTo>
                  <a:pt x="984" y="979"/>
                </a:lnTo>
                <a:lnTo>
                  <a:pt x="984" y="978"/>
                </a:lnTo>
                <a:lnTo>
                  <a:pt x="984" y="977"/>
                </a:lnTo>
                <a:lnTo>
                  <a:pt x="984" y="975"/>
                </a:lnTo>
                <a:lnTo>
                  <a:pt x="983" y="974"/>
                </a:lnTo>
                <a:lnTo>
                  <a:pt x="983" y="975"/>
                </a:lnTo>
                <a:lnTo>
                  <a:pt x="982" y="975"/>
                </a:lnTo>
                <a:lnTo>
                  <a:pt x="982" y="974"/>
                </a:lnTo>
                <a:lnTo>
                  <a:pt x="983" y="974"/>
                </a:lnTo>
                <a:lnTo>
                  <a:pt x="983" y="973"/>
                </a:lnTo>
                <a:lnTo>
                  <a:pt x="983" y="972"/>
                </a:lnTo>
                <a:lnTo>
                  <a:pt x="982" y="972"/>
                </a:lnTo>
                <a:lnTo>
                  <a:pt x="981" y="972"/>
                </a:lnTo>
                <a:lnTo>
                  <a:pt x="980" y="972"/>
                </a:lnTo>
                <a:lnTo>
                  <a:pt x="980" y="971"/>
                </a:lnTo>
                <a:lnTo>
                  <a:pt x="981" y="971"/>
                </a:lnTo>
                <a:lnTo>
                  <a:pt x="982" y="971"/>
                </a:lnTo>
                <a:lnTo>
                  <a:pt x="982" y="970"/>
                </a:lnTo>
                <a:lnTo>
                  <a:pt x="981" y="970"/>
                </a:lnTo>
                <a:lnTo>
                  <a:pt x="981" y="969"/>
                </a:lnTo>
                <a:lnTo>
                  <a:pt x="980" y="969"/>
                </a:lnTo>
                <a:lnTo>
                  <a:pt x="980" y="970"/>
                </a:lnTo>
                <a:lnTo>
                  <a:pt x="980" y="969"/>
                </a:lnTo>
                <a:lnTo>
                  <a:pt x="979" y="969"/>
                </a:lnTo>
                <a:lnTo>
                  <a:pt x="980" y="968"/>
                </a:lnTo>
                <a:lnTo>
                  <a:pt x="981" y="968"/>
                </a:lnTo>
                <a:lnTo>
                  <a:pt x="981" y="967"/>
                </a:lnTo>
                <a:lnTo>
                  <a:pt x="981" y="968"/>
                </a:lnTo>
                <a:lnTo>
                  <a:pt x="980" y="968"/>
                </a:lnTo>
                <a:lnTo>
                  <a:pt x="979" y="968"/>
                </a:lnTo>
                <a:lnTo>
                  <a:pt x="979" y="967"/>
                </a:lnTo>
                <a:lnTo>
                  <a:pt x="980" y="967"/>
                </a:lnTo>
                <a:lnTo>
                  <a:pt x="979" y="967"/>
                </a:lnTo>
                <a:lnTo>
                  <a:pt x="978" y="967"/>
                </a:lnTo>
                <a:lnTo>
                  <a:pt x="978" y="965"/>
                </a:lnTo>
                <a:lnTo>
                  <a:pt x="979" y="965"/>
                </a:lnTo>
                <a:lnTo>
                  <a:pt x="979" y="964"/>
                </a:lnTo>
                <a:lnTo>
                  <a:pt x="979" y="963"/>
                </a:lnTo>
                <a:lnTo>
                  <a:pt x="979" y="962"/>
                </a:lnTo>
                <a:lnTo>
                  <a:pt x="980" y="962"/>
                </a:lnTo>
                <a:lnTo>
                  <a:pt x="980" y="961"/>
                </a:lnTo>
                <a:lnTo>
                  <a:pt x="981" y="961"/>
                </a:lnTo>
                <a:lnTo>
                  <a:pt x="981" y="960"/>
                </a:lnTo>
                <a:lnTo>
                  <a:pt x="982" y="961"/>
                </a:lnTo>
                <a:lnTo>
                  <a:pt x="982" y="960"/>
                </a:lnTo>
                <a:lnTo>
                  <a:pt x="983" y="960"/>
                </a:lnTo>
                <a:lnTo>
                  <a:pt x="984" y="960"/>
                </a:lnTo>
                <a:lnTo>
                  <a:pt x="985" y="960"/>
                </a:lnTo>
                <a:lnTo>
                  <a:pt x="984" y="959"/>
                </a:lnTo>
                <a:lnTo>
                  <a:pt x="985" y="959"/>
                </a:lnTo>
                <a:lnTo>
                  <a:pt x="985" y="958"/>
                </a:lnTo>
                <a:lnTo>
                  <a:pt x="986" y="958"/>
                </a:lnTo>
                <a:lnTo>
                  <a:pt x="986" y="957"/>
                </a:lnTo>
                <a:lnTo>
                  <a:pt x="987" y="957"/>
                </a:lnTo>
                <a:lnTo>
                  <a:pt x="987" y="958"/>
                </a:lnTo>
                <a:lnTo>
                  <a:pt x="987" y="957"/>
                </a:lnTo>
                <a:lnTo>
                  <a:pt x="987" y="956"/>
                </a:lnTo>
                <a:lnTo>
                  <a:pt x="987" y="955"/>
                </a:lnTo>
                <a:lnTo>
                  <a:pt x="987" y="956"/>
                </a:lnTo>
                <a:lnTo>
                  <a:pt x="986" y="956"/>
                </a:lnTo>
                <a:lnTo>
                  <a:pt x="985" y="957"/>
                </a:lnTo>
                <a:lnTo>
                  <a:pt x="985" y="958"/>
                </a:lnTo>
                <a:lnTo>
                  <a:pt x="985" y="957"/>
                </a:lnTo>
                <a:lnTo>
                  <a:pt x="984" y="957"/>
                </a:lnTo>
                <a:lnTo>
                  <a:pt x="984" y="958"/>
                </a:lnTo>
                <a:lnTo>
                  <a:pt x="983" y="958"/>
                </a:lnTo>
                <a:lnTo>
                  <a:pt x="983" y="957"/>
                </a:lnTo>
                <a:lnTo>
                  <a:pt x="984" y="957"/>
                </a:lnTo>
                <a:lnTo>
                  <a:pt x="984" y="956"/>
                </a:lnTo>
                <a:lnTo>
                  <a:pt x="983" y="956"/>
                </a:lnTo>
                <a:lnTo>
                  <a:pt x="983" y="957"/>
                </a:lnTo>
                <a:lnTo>
                  <a:pt x="982" y="958"/>
                </a:lnTo>
                <a:lnTo>
                  <a:pt x="982" y="959"/>
                </a:lnTo>
                <a:lnTo>
                  <a:pt x="981" y="959"/>
                </a:lnTo>
                <a:lnTo>
                  <a:pt x="981" y="958"/>
                </a:lnTo>
                <a:lnTo>
                  <a:pt x="980" y="958"/>
                </a:lnTo>
                <a:lnTo>
                  <a:pt x="979" y="958"/>
                </a:lnTo>
                <a:lnTo>
                  <a:pt x="978" y="958"/>
                </a:lnTo>
                <a:lnTo>
                  <a:pt x="978" y="959"/>
                </a:lnTo>
                <a:lnTo>
                  <a:pt x="977" y="959"/>
                </a:lnTo>
                <a:lnTo>
                  <a:pt x="977" y="958"/>
                </a:lnTo>
                <a:lnTo>
                  <a:pt x="977" y="959"/>
                </a:lnTo>
                <a:lnTo>
                  <a:pt x="976" y="959"/>
                </a:lnTo>
                <a:lnTo>
                  <a:pt x="976" y="960"/>
                </a:lnTo>
                <a:lnTo>
                  <a:pt x="974" y="960"/>
                </a:lnTo>
                <a:lnTo>
                  <a:pt x="974" y="961"/>
                </a:lnTo>
                <a:lnTo>
                  <a:pt x="973" y="961"/>
                </a:lnTo>
                <a:lnTo>
                  <a:pt x="973" y="962"/>
                </a:lnTo>
                <a:lnTo>
                  <a:pt x="974" y="962"/>
                </a:lnTo>
                <a:lnTo>
                  <a:pt x="973" y="963"/>
                </a:lnTo>
                <a:lnTo>
                  <a:pt x="972" y="963"/>
                </a:lnTo>
                <a:lnTo>
                  <a:pt x="972" y="964"/>
                </a:lnTo>
                <a:lnTo>
                  <a:pt x="973" y="964"/>
                </a:lnTo>
                <a:lnTo>
                  <a:pt x="973" y="965"/>
                </a:lnTo>
                <a:lnTo>
                  <a:pt x="972" y="965"/>
                </a:lnTo>
                <a:lnTo>
                  <a:pt x="971" y="964"/>
                </a:lnTo>
                <a:lnTo>
                  <a:pt x="971" y="965"/>
                </a:lnTo>
                <a:lnTo>
                  <a:pt x="970" y="965"/>
                </a:lnTo>
                <a:lnTo>
                  <a:pt x="969" y="965"/>
                </a:lnTo>
                <a:lnTo>
                  <a:pt x="968" y="965"/>
                </a:lnTo>
                <a:lnTo>
                  <a:pt x="969" y="965"/>
                </a:lnTo>
                <a:lnTo>
                  <a:pt x="969" y="966"/>
                </a:lnTo>
                <a:lnTo>
                  <a:pt x="969" y="967"/>
                </a:lnTo>
                <a:lnTo>
                  <a:pt x="970" y="967"/>
                </a:lnTo>
                <a:lnTo>
                  <a:pt x="970" y="968"/>
                </a:lnTo>
                <a:lnTo>
                  <a:pt x="969" y="968"/>
                </a:lnTo>
                <a:lnTo>
                  <a:pt x="969" y="969"/>
                </a:lnTo>
                <a:lnTo>
                  <a:pt x="969" y="968"/>
                </a:lnTo>
                <a:lnTo>
                  <a:pt x="970" y="968"/>
                </a:lnTo>
                <a:lnTo>
                  <a:pt x="971" y="968"/>
                </a:lnTo>
                <a:lnTo>
                  <a:pt x="972" y="967"/>
                </a:lnTo>
                <a:lnTo>
                  <a:pt x="972" y="968"/>
                </a:lnTo>
                <a:lnTo>
                  <a:pt x="972" y="969"/>
                </a:lnTo>
                <a:lnTo>
                  <a:pt x="973" y="969"/>
                </a:lnTo>
                <a:lnTo>
                  <a:pt x="973" y="968"/>
                </a:lnTo>
                <a:lnTo>
                  <a:pt x="974" y="968"/>
                </a:lnTo>
                <a:lnTo>
                  <a:pt x="974" y="969"/>
                </a:lnTo>
                <a:lnTo>
                  <a:pt x="975" y="969"/>
                </a:lnTo>
                <a:lnTo>
                  <a:pt x="974" y="969"/>
                </a:lnTo>
                <a:lnTo>
                  <a:pt x="973" y="969"/>
                </a:lnTo>
                <a:lnTo>
                  <a:pt x="974" y="970"/>
                </a:lnTo>
                <a:lnTo>
                  <a:pt x="974" y="971"/>
                </a:lnTo>
                <a:lnTo>
                  <a:pt x="973" y="972"/>
                </a:lnTo>
                <a:lnTo>
                  <a:pt x="974" y="972"/>
                </a:lnTo>
                <a:lnTo>
                  <a:pt x="975" y="972"/>
                </a:lnTo>
                <a:lnTo>
                  <a:pt x="975" y="973"/>
                </a:lnTo>
                <a:lnTo>
                  <a:pt x="975" y="974"/>
                </a:lnTo>
                <a:lnTo>
                  <a:pt x="975" y="975"/>
                </a:lnTo>
                <a:lnTo>
                  <a:pt x="974" y="975"/>
                </a:lnTo>
                <a:lnTo>
                  <a:pt x="973" y="975"/>
                </a:lnTo>
                <a:lnTo>
                  <a:pt x="972" y="975"/>
                </a:lnTo>
                <a:lnTo>
                  <a:pt x="971" y="975"/>
                </a:lnTo>
                <a:lnTo>
                  <a:pt x="970" y="975"/>
                </a:lnTo>
                <a:lnTo>
                  <a:pt x="969" y="975"/>
                </a:lnTo>
                <a:lnTo>
                  <a:pt x="968" y="975"/>
                </a:lnTo>
                <a:lnTo>
                  <a:pt x="968" y="974"/>
                </a:lnTo>
                <a:lnTo>
                  <a:pt x="967" y="974"/>
                </a:lnTo>
                <a:lnTo>
                  <a:pt x="966" y="974"/>
                </a:lnTo>
                <a:lnTo>
                  <a:pt x="965" y="974"/>
                </a:lnTo>
                <a:lnTo>
                  <a:pt x="966" y="974"/>
                </a:lnTo>
                <a:lnTo>
                  <a:pt x="967" y="974"/>
                </a:lnTo>
                <a:lnTo>
                  <a:pt x="967" y="975"/>
                </a:lnTo>
                <a:lnTo>
                  <a:pt x="968" y="975"/>
                </a:lnTo>
                <a:lnTo>
                  <a:pt x="968" y="976"/>
                </a:lnTo>
                <a:lnTo>
                  <a:pt x="969" y="976"/>
                </a:lnTo>
                <a:lnTo>
                  <a:pt x="971" y="976"/>
                </a:lnTo>
                <a:lnTo>
                  <a:pt x="972" y="976"/>
                </a:lnTo>
                <a:lnTo>
                  <a:pt x="974" y="976"/>
                </a:lnTo>
                <a:lnTo>
                  <a:pt x="975" y="977"/>
                </a:lnTo>
                <a:lnTo>
                  <a:pt x="976" y="977"/>
                </a:lnTo>
                <a:lnTo>
                  <a:pt x="976" y="978"/>
                </a:lnTo>
                <a:lnTo>
                  <a:pt x="977" y="979"/>
                </a:lnTo>
                <a:lnTo>
                  <a:pt x="977" y="980"/>
                </a:lnTo>
                <a:lnTo>
                  <a:pt x="978" y="981"/>
                </a:lnTo>
                <a:lnTo>
                  <a:pt x="979" y="982"/>
                </a:lnTo>
                <a:lnTo>
                  <a:pt x="980" y="982"/>
                </a:lnTo>
                <a:lnTo>
                  <a:pt x="980" y="983"/>
                </a:lnTo>
                <a:lnTo>
                  <a:pt x="981" y="983"/>
                </a:lnTo>
                <a:lnTo>
                  <a:pt x="982" y="983"/>
                </a:lnTo>
                <a:lnTo>
                  <a:pt x="982" y="984"/>
                </a:lnTo>
                <a:lnTo>
                  <a:pt x="982" y="985"/>
                </a:lnTo>
                <a:lnTo>
                  <a:pt x="983" y="984"/>
                </a:lnTo>
                <a:lnTo>
                  <a:pt x="983" y="985"/>
                </a:lnTo>
                <a:lnTo>
                  <a:pt x="982" y="986"/>
                </a:lnTo>
                <a:lnTo>
                  <a:pt x="982" y="987"/>
                </a:lnTo>
                <a:lnTo>
                  <a:pt x="983" y="987"/>
                </a:lnTo>
                <a:lnTo>
                  <a:pt x="984" y="987"/>
                </a:lnTo>
                <a:lnTo>
                  <a:pt x="985" y="988"/>
                </a:lnTo>
                <a:lnTo>
                  <a:pt x="986" y="989"/>
                </a:lnTo>
                <a:lnTo>
                  <a:pt x="985" y="990"/>
                </a:lnTo>
                <a:lnTo>
                  <a:pt x="985" y="991"/>
                </a:lnTo>
                <a:lnTo>
                  <a:pt x="984" y="991"/>
                </a:lnTo>
                <a:lnTo>
                  <a:pt x="984" y="990"/>
                </a:lnTo>
                <a:lnTo>
                  <a:pt x="983" y="990"/>
                </a:lnTo>
                <a:lnTo>
                  <a:pt x="983" y="991"/>
                </a:lnTo>
                <a:lnTo>
                  <a:pt x="984" y="991"/>
                </a:lnTo>
                <a:lnTo>
                  <a:pt x="984" y="992"/>
                </a:lnTo>
                <a:lnTo>
                  <a:pt x="984" y="993"/>
                </a:lnTo>
                <a:lnTo>
                  <a:pt x="984" y="994"/>
                </a:lnTo>
                <a:lnTo>
                  <a:pt x="983" y="994"/>
                </a:lnTo>
                <a:lnTo>
                  <a:pt x="982" y="994"/>
                </a:lnTo>
                <a:lnTo>
                  <a:pt x="981" y="994"/>
                </a:lnTo>
                <a:lnTo>
                  <a:pt x="981" y="995"/>
                </a:lnTo>
                <a:lnTo>
                  <a:pt x="982" y="995"/>
                </a:lnTo>
                <a:lnTo>
                  <a:pt x="981" y="996"/>
                </a:lnTo>
                <a:lnTo>
                  <a:pt x="981" y="997"/>
                </a:lnTo>
                <a:lnTo>
                  <a:pt x="981" y="998"/>
                </a:lnTo>
                <a:lnTo>
                  <a:pt x="981" y="999"/>
                </a:lnTo>
                <a:lnTo>
                  <a:pt x="981" y="1000"/>
                </a:lnTo>
                <a:lnTo>
                  <a:pt x="981" y="1001"/>
                </a:lnTo>
                <a:lnTo>
                  <a:pt x="980" y="1001"/>
                </a:lnTo>
                <a:lnTo>
                  <a:pt x="980" y="1002"/>
                </a:lnTo>
                <a:lnTo>
                  <a:pt x="979" y="1003"/>
                </a:lnTo>
                <a:lnTo>
                  <a:pt x="979" y="1004"/>
                </a:lnTo>
                <a:lnTo>
                  <a:pt x="978" y="1004"/>
                </a:lnTo>
                <a:lnTo>
                  <a:pt x="978" y="1005"/>
                </a:lnTo>
                <a:lnTo>
                  <a:pt x="980" y="1005"/>
                </a:lnTo>
                <a:lnTo>
                  <a:pt x="979" y="1008"/>
                </a:lnTo>
                <a:lnTo>
                  <a:pt x="980" y="1009"/>
                </a:lnTo>
                <a:lnTo>
                  <a:pt x="980" y="1010"/>
                </a:lnTo>
                <a:lnTo>
                  <a:pt x="974" y="1008"/>
                </a:lnTo>
                <a:lnTo>
                  <a:pt x="973" y="1008"/>
                </a:lnTo>
                <a:lnTo>
                  <a:pt x="972" y="1008"/>
                </a:lnTo>
                <a:lnTo>
                  <a:pt x="971" y="1009"/>
                </a:lnTo>
                <a:lnTo>
                  <a:pt x="970" y="1010"/>
                </a:lnTo>
                <a:lnTo>
                  <a:pt x="969" y="1010"/>
                </a:lnTo>
                <a:lnTo>
                  <a:pt x="968" y="1011"/>
                </a:lnTo>
                <a:lnTo>
                  <a:pt x="967" y="1012"/>
                </a:lnTo>
                <a:lnTo>
                  <a:pt x="966" y="1012"/>
                </a:lnTo>
                <a:lnTo>
                  <a:pt x="965" y="1012"/>
                </a:lnTo>
                <a:lnTo>
                  <a:pt x="965" y="1013"/>
                </a:lnTo>
                <a:lnTo>
                  <a:pt x="964" y="1013"/>
                </a:lnTo>
                <a:lnTo>
                  <a:pt x="963" y="1013"/>
                </a:lnTo>
                <a:lnTo>
                  <a:pt x="962" y="1012"/>
                </a:lnTo>
                <a:lnTo>
                  <a:pt x="961" y="1014"/>
                </a:lnTo>
                <a:lnTo>
                  <a:pt x="961" y="1015"/>
                </a:lnTo>
                <a:lnTo>
                  <a:pt x="960" y="1015"/>
                </a:lnTo>
                <a:lnTo>
                  <a:pt x="958" y="1015"/>
                </a:lnTo>
                <a:lnTo>
                  <a:pt x="957" y="1016"/>
                </a:lnTo>
                <a:lnTo>
                  <a:pt x="956" y="1016"/>
                </a:lnTo>
                <a:lnTo>
                  <a:pt x="955" y="1016"/>
                </a:lnTo>
                <a:lnTo>
                  <a:pt x="954" y="1016"/>
                </a:lnTo>
                <a:lnTo>
                  <a:pt x="953" y="1016"/>
                </a:lnTo>
                <a:lnTo>
                  <a:pt x="951" y="1015"/>
                </a:lnTo>
                <a:lnTo>
                  <a:pt x="950" y="1015"/>
                </a:lnTo>
                <a:lnTo>
                  <a:pt x="949" y="1015"/>
                </a:lnTo>
                <a:lnTo>
                  <a:pt x="948" y="1015"/>
                </a:lnTo>
                <a:lnTo>
                  <a:pt x="948" y="1016"/>
                </a:lnTo>
                <a:lnTo>
                  <a:pt x="947" y="1016"/>
                </a:lnTo>
                <a:lnTo>
                  <a:pt x="944" y="1016"/>
                </a:lnTo>
                <a:lnTo>
                  <a:pt x="943" y="1016"/>
                </a:lnTo>
                <a:lnTo>
                  <a:pt x="943" y="1017"/>
                </a:lnTo>
                <a:lnTo>
                  <a:pt x="942" y="1017"/>
                </a:lnTo>
                <a:lnTo>
                  <a:pt x="941" y="1017"/>
                </a:lnTo>
                <a:lnTo>
                  <a:pt x="940" y="1017"/>
                </a:lnTo>
                <a:lnTo>
                  <a:pt x="939" y="1017"/>
                </a:lnTo>
                <a:lnTo>
                  <a:pt x="938" y="1017"/>
                </a:lnTo>
                <a:lnTo>
                  <a:pt x="937" y="1017"/>
                </a:lnTo>
                <a:lnTo>
                  <a:pt x="938" y="1017"/>
                </a:lnTo>
                <a:lnTo>
                  <a:pt x="938" y="1016"/>
                </a:lnTo>
                <a:lnTo>
                  <a:pt x="938" y="1014"/>
                </a:lnTo>
                <a:lnTo>
                  <a:pt x="937" y="1012"/>
                </a:lnTo>
                <a:lnTo>
                  <a:pt x="936" y="1012"/>
                </a:lnTo>
                <a:lnTo>
                  <a:pt x="937" y="1012"/>
                </a:lnTo>
                <a:lnTo>
                  <a:pt x="937" y="1013"/>
                </a:lnTo>
                <a:lnTo>
                  <a:pt x="937" y="1014"/>
                </a:lnTo>
                <a:lnTo>
                  <a:pt x="937" y="1015"/>
                </a:lnTo>
                <a:lnTo>
                  <a:pt x="936" y="1016"/>
                </a:lnTo>
                <a:lnTo>
                  <a:pt x="936" y="1017"/>
                </a:lnTo>
                <a:lnTo>
                  <a:pt x="934" y="1017"/>
                </a:lnTo>
                <a:lnTo>
                  <a:pt x="934" y="1018"/>
                </a:lnTo>
                <a:lnTo>
                  <a:pt x="932" y="1019"/>
                </a:lnTo>
                <a:lnTo>
                  <a:pt x="931" y="1020"/>
                </a:lnTo>
                <a:lnTo>
                  <a:pt x="929" y="1021"/>
                </a:lnTo>
                <a:lnTo>
                  <a:pt x="928" y="1021"/>
                </a:lnTo>
                <a:lnTo>
                  <a:pt x="927" y="1021"/>
                </a:lnTo>
                <a:lnTo>
                  <a:pt x="926" y="1022"/>
                </a:lnTo>
                <a:lnTo>
                  <a:pt x="924" y="1022"/>
                </a:lnTo>
                <a:lnTo>
                  <a:pt x="922" y="1022"/>
                </a:lnTo>
                <a:lnTo>
                  <a:pt x="921" y="1021"/>
                </a:lnTo>
                <a:lnTo>
                  <a:pt x="920" y="1020"/>
                </a:lnTo>
                <a:lnTo>
                  <a:pt x="919" y="1019"/>
                </a:lnTo>
                <a:lnTo>
                  <a:pt x="920" y="1017"/>
                </a:lnTo>
                <a:lnTo>
                  <a:pt x="920" y="1016"/>
                </a:lnTo>
                <a:lnTo>
                  <a:pt x="921" y="1015"/>
                </a:lnTo>
                <a:lnTo>
                  <a:pt x="921" y="1014"/>
                </a:lnTo>
                <a:lnTo>
                  <a:pt x="921" y="1013"/>
                </a:lnTo>
                <a:lnTo>
                  <a:pt x="921" y="1012"/>
                </a:lnTo>
                <a:lnTo>
                  <a:pt x="920" y="1012"/>
                </a:lnTo>
                <a:lnTo>
                  <a:pt x="920" y="1013"/>
                </a:lnTo>
                <a:lnTo>
                  <a:pt x="920" y="1014"/>
                </a:lnTo>
                <a:lnTo>
                  <a:pt x="920" y="1015"/>
                </a:lnTo>
                <a:lnTo>
                  <a:pt x="919" y="1017"/>
                </a:lnTo>
                <a:lnTo>
                  <a:pt x="918" y="1017"/>
                </a:lnTo>
                <a:lnTo>
                  <a:pt x="918" y="1016"/>
                </a:lnTo>
                <a:lnTo>
                  <a:pt x="917" y="1016"/>
                </a:lnTo>
                <a:lnTo>
                  <a:pt x="917" y="1017"/>
                </a:lnTo>
                <a:lnTo>
                  <a:pt x="918" y="1018"/>
                </a:lnTo>
                <a:lnTo>
                  <a:pt x="918" y="1019"/>
                </a:lnTo>
                <a:lnTo>
                  <a:pt x="918" y="1020"/>
                </a:lnTo>
                <a:lnTo>
                  <a:pt x="918" y="1021"/>
                </a:lnTo>
                <a:lnTo>
                  <a:pt x="918" y="1022"/>
                </a:lnTo>
                <a:lnTo>
                  <a:pt x="918" y="1023"/>
                </a:lnTo>
                <a:lnTo>
                  <a:pt x="918" y="1024"/>
                </a:lnTo>
                <a:lnTo>
                  <a:pt x="917" y="1024"/>
                </a:lnTo>
                <a:lnTo>
                  <a:pt x="916" y="1025"/>
                </a:lnTo>
                <a:lnTo>
                  <a:pt x="914" y="1025"/>
                </a:lnTo>
                <a:lnTo>
                  <a:pt x="914" y="1024"/>
                </a:lnTo>
                <a:lnTo>
                  <a:pt x="913" y="1024"/>
                </a:lnTo>
                <a:lnTo>
                  <a:pt x="911" y="1025"/>
                </a:lnTo>
                <a:lnTo>
                  <a:pt x="910" y="1025"/>
                </a:lnTo>
                <a:lnTo>
                  <a:pt x="910" y="1026"/>
                </a:lnTo>
                <a:lnTo>
                  <a:pt x="909" y="1027"/>
                </a:lnTo>
                <a:lnTo>
                  <a:pt x="908" y="1026"/>
                </a:lnTo>
                <a:lnTo>
                  <a:pt x="906" y="1026"/>
                </a:lnTo>
                <a:lnTo>
                  <a:pt x="906" y="1027"/>
                </a:lnTo>
                <a:lnTo>
                  <a:pt x="905" y="1026"/>
                </a:lnTo>
                <a:lnTo>
                  <a:pt x="904" y="1026"/>
                </a:lnTo>
                <a:lnTo>
                  <a:pt x="904" y="1027"/>
                </a:lnTo>
                <a:lnTo>
                  <a:pt x="905" y="1027"/>
                </a:lnTo>
                <a:lnTo>
                  <a:pt x="906" y="1027"/>
                </a:lnTo>
                <a:lnTo>
                  <a:pt x="906" y="1028"/>
                </a:lnTo>
                <a:lnTo>
                  <a:pt x="905" y="1028"/>
                </a:lnTo>
                <a:lnTo>
                  <a:pt x="905" y="1029"/>
                </a:lnTo>
                <a:lnTo>
                  <a:pt x="904" y="1029"/>
                </a:lnTo>
                <a:lnTo>
                  <a:pt x="903" y="1028"/>
                </a:lnTo>
                <a:lnTo>
                  <a:pt x="902" y="1028"/>
                </a:lnTo>
                <a:lnTo>
                  <a:pt x="901" y="1027"/>
                </a:lnTo>
                <a:lnTo>
                  <a:pt x="900" y="1027"/>
                </a:lnTo>
                <a:lnTo>
                  <a:pt x="899" y="1027"/>
                </a:lnTo>
                <a:lnTo>
                  <a:pt x="899" y="1026"/>
                </a:lnTo>
                <a:lnTo>
                  <a:pt x="898" y="1026"/>
                </a:lnTo>
                <a:lnTo>
                  <a:pt x="897" y="1025"/>
                </a:lnTo>
                <a:lnTo>
                  <a:pt x="897" y="1026"/>
                </a:lnTo>
                <a:lnTo>
                  <a:pt x="896" y="1026"/>
                </a:lnTo>
                <a:lnTo>
                  <a:pt x="895" y="1025"/>
                </a:lnTo>
                <a:lnTo>
                  <a:pt x="894" y="1025"/>
                </a:lnTo>
                <a:lnTo>
                  <a:pt x="893" y="1025"/>
                </a:lnTo>
                <a:lnTo>
                  <a:pt x="893" y="1024"/>
                </a:lnTo>
                <a:lnTo>
                  <a:pt x="892" y="1024"/>
                </a:lnTo>
                <a:lnTo>
                  <a:pt x="891" y="1024"/>
                </a:lnTo>
                <a:lnTo>
                  <a:pt x="892" y="1024"/>
                </a:lnTo>
                <a:lnTo>
                  <a:pt x="891" y="1023"/>
                </a:lnTo>
                <a:lnTo>
                  <a:pt x="890" y="1022"/>
                </a:lnTo>
                <a:lnTo>
                  <a:pt x="889" y="1023"/>
                </a:lnTo>
                <a:lnTo>
                  <a:pt x="888" y="1023"/>
                </a:lnTo>
                <a:lnTo>
                  <a:pt x="887" y="1022"/>
                </a:lnTo>
                <a:lnTo>
                  <a:pt x="887" y="1021"/>
                </a:lnTo>
                <a:lnTo>
                  <a:pt x="886" y="1021"/>
                </a:lnTo>
                <a:lnTo>
                  <a:pt x="885" y="1021"/>
                </a:lnTo>
                <a:lnTo>
                  <a:pt x="884" y="1021"/>
                </a:lnTo>
                <a:lnTo>
                  <a:pt x="884" y="1022"/>
                </a:lnTo>
                <a:lnTo>
                  <a:pt x="883" y="1022"/>
                </a:lnTo>
                <a:lnTo>
                  <a:pt x="883" y="1021"/>
                </a:lnTo>
                <a:lnTo>
                  <a:pt x="882" y="1020"/>
                </a:lnTo>
                <a:lnTo>
                  <a:pt x="882" y="1019"/>
                </a:lnTo>
                <a:lnTo>
                  <a:pt x="883" y="1018"/>
                </a:lnTo>
                <a:lnTo>
                  <a:pt x="884" y="1018"/>
                </a:lnTo>
                <a:lnTo>
                  <a:pt x="884" y="1017"/>
                </a:lnTo>
                <a:lnTo>
                  <a:pt x="884" y="1016"/>
                </a:lnTo>
                <a:lnTo>
                  <a:pt x="885" y="1016"/>
                </a:lnTo>
                <a:lnTo>
                  <a:pt x="886" y="1015"/>
                </a:lnTo>
                <a:lnTo>
                  <a:pt x="888" y="1012"/>
                </a:lnTo>
                <a:lnTo>
                  <a:pt x="889" y="1013"/>
                </a:lnTo>
                <a:lnTo>
                  <a:pt x="890" y="1013"/>
                </a:lnTo>
                <a:lnTo>
                  <a:pt x="891" y="1013"/>
                </a:lnTo>
                <a:lnTo>
                  <a:pt x="892" y="1013"/>
                </a:lnTo>
                <a:lnTo>
                  <a:pt x="893" y="1013"/>
                </a:lnTo>
                <a:lnTo>
                  <a:pt x="894" y="1012"/>
                </a:lnTo>
                <a:lnTo>
                  <a:pt x="897" y="1011"/>
                </a:lnTo>
                <a:lnTo>
                  <a:pt x="900" y="1010"/>
                </a:lnTo>
                <a:lnTo>
                  <a:pt x="901" y="1009"/>
                </a:lnTo>
                <a:lnTo>
                  <a:pt x="902" y="1008"/>
                </a:lnTo>
                <a:lnTo>
                  <a:pt x="903" y="1007"/>
                </a:lnTo>
                <a:lnTo>
                  <a:pt x="904" y="1005"/>
                </a:lnTo>
                <a:lnTo>
                  <a:pt x="905" y="1004"/>
                </a:lnTo>
                <a:lnTo>
                  <a:pt x="905" y="1003"/>
                </a:lnTo>
                <a:lnTo>
                  <a:pt x="906" y="1003"/>
                </a:lnTo>
                <a:lnTo>
                  <a:pt x="906" y="1002"/>
                </a:lnTo>
                <a:lnTo>
                  <a:pt x="905" y="1001"/>
                </a:lnTo>
                <a:lnTo>
                  <a:pt x="905" y="1000"/>
                </a:lnTo>
                <a:lnTo>
                  <a:pt x="904" y="1000"/>
                </a:lnTo>
                <a:lnTo>
                  <a:pt x="904" y="999"/>
                </a:lnTo>
                <a:lnTo>
                  <a:pt x="904" y="1000"/>
                </a:lnTo>
                <a:lnTo>
                  <a:pt x="903" y="999"/>
                </a:lnTo>
                <a:lnTo>
                  <a:pt x="903" y="998"/>
                </a:lnTo>
                <a:lnTo>
                  <a:pt x="903" y="997"/>
                </a:lnTo>
                <a:lnTo>
                  <a:pt x="902" y="996"/>
                </a:lnTo>
                <a:lnTo>
                  <a:pt x="902" y="997"/>
                </a:lnTo>
                <a:lnTo>
                  <a:pt x="901" y="997"/>
                </a:lnTo>
                <a:lnTo>
                  <a:pt x="901" y="996"/>
                </a:lnTo>
                <a:lnTo>
                  <a:pt x="902" y="996"/>
                </a:lnTo>
                <a:lnTo>
                  <a:pt x="902" y="995"/>
                </a:lnTo>
                <a:lnTo>
                  <a:pt x="902" y="994"/>
                </a:lnTo>
                <a:lnTo>
                  <a:pt x="902" y="993"/>
                </a:lnTo>
                <a:lnTo>
                  <a:pt x="901" y="993"/>
                </a:lnTo>
                <a:lnTo>
                  <a:pt x="901" y="992"/>
                </a:lnTo>
                <a:lnTo>
                  <a:pt x="900" y="992"/>
                </a:lnTo>
                <a:lnTo>
                  <a:pt x="900" y="993"/>
                </a:lnTo>
                <a:lnTo>
                  <a:pt x="899" y="993"/>
                </a:lnTo>
                <a:lnTo>
                  <a:pt x="898" y="993"/>
                </a:lnTo>
                <a:lnTo>
                  <a:pt x="898" y="992"/>
                </a:lnTo>
                <a:lnTo>
                  <a:pt x="897" y="992"/>
                </a:lnTo>
                <a:lnTo>
                  <a:pt x="896" y="992"/>
                </a:lnTo>
                <a:lnTo>
                  <a:pt x="895" y="992"/>
                </a:lnTo>
                <a:lnTo>
                  <a:pt x="895" y="993"/>
                </a:lnTo>
                <a:lnTo>
                  <a:pt x="894" y="993"/>
                </a:lnTo>
                <a:lnTo>
                  <a:pt x="893" y="993"/>
                </a:lnTo>
                <a:lnTo>
                  <a:pt x="892" y="993"/>
                </a:lnTo>
                <a:lnTo>
                  <a:pt x="893" y="992"/>
                </a:lnTo>
                <a:lnTo>
                  <a:pt x="892" y="992"/>
                </a:lnTo>
                <a:lnTo>
                  <a:pt x="891" y="992"/>
                </a:lnTo>
                <a:lnTo>
                  <a:pt x="891" y="993"/>
                </a:lnTo>
                <a:lnTo>
                  <a:pt x="891" y="992"/>
                </a:lnTo>
                <a:lnTo>
                  <a:pt x="890" y="992"/>
                </a:lnTo>
                <a:lnTo>
                  <a:pt x="889" y="991"/>
                </a:lnTo>
                <a:lnTo>
                  <a:pt x="888" y="990"/>
                </a:lnTo>
                <a:lnTo>
                  <a:pt x="887" y="990"/>
                </a:lnTo>
                <a:lnTo>
                  <a:pt x="887" y="989"/>
                </a:lnTo>
                <a:lnTo>
                  <a:pt x="887" y="988"/>
                </a:lnTo>
                <a:lnTo>
                  <a:pt x="887" y="987"/>
                </a:lnTo>
                <a:lnTo>
                  <a:pt x="887" y="986"/>
                </a:lnTo>
                <a:lnTo>
                  <a:pt x="887" y="985"/>
                </a:lnTo>
                <a:lnTo>
                  <a:pt x="887" y="984"/>
                </a:lnTo>
                <a:lnTo>
                  <a:pt x="887" y="983"/>
                </a:lnTo>
                <a:lnTo>
                  <a:pt x="888" y="983"/>
                </a:lnTo>
                <a:lnTo>
                  <a:pt x="890" y="983"/>
                </a:lnTo>
                <a:lnTo>
                  <a:pt x="890" y="982"/>
                </a:lnTo>
                <a:lnTo>
                  <a:pt x="891" y="981"/>
                </a:lnTo>
                <a:lnTo>
                  <a:pt x="891" y="980"/>
                </a:lnTo>
                <a:lnTo>
                  <a:pt x="891" y="979"/>
                </a:lnTo>
                <a:lnTo>
                  <a:pt x="892" y="979"/>
                </a:lnTo>
                <a:lnTo>
                  <a:pt x="893" y="979"/>
                </a:lnTo>
                <a:lnTo>
                  <a:pt x="894" y="979"/>
                </a:lnTo>
                <a:lnTo>
                  <a:pt x="894" y="978"/>
                </a:lnTo>
                <a:lnTo>
                  <a:pt x="894" y="977"/>
                </a:lnTo>
                <a:lnTo>
                  <a:pt x="895" y="977"/>
                </a:lnTo>
                <a:lnTo>
                  <a:pt x="896" y="977"/>
                </a:lnTo>
                <a:lnTo>
                  <a:pt x="896" y="976"/>
                </a:lnTo>
                <a:lnTo>
                  <a:pt x="895" y="976"/>
                </a:lnTo>
                <a:lnTo>
                  <a:pt x="895" y="977"/>
                </a:lnTo>
                <a:lnTo>
                  <a:pt x="894" y="977"/>
                </a:lnTo>
                <a:lnTo>
                  <a:pt x="894" y="978"/>
                </a:lnTo>
                <a:lnTo>
                  <a:pt x="893" y="978"/>
                </a:lnTo>
                <a:lnTo>
                  <a:pt x="892" y="978"/>
                </a:lnTo>
                <a:lnTo>
                  <a:pt x="892" y="979"/>
                </a:lnTo>
                <a:lnTo>
                  <a:pt x="891" y="979"/>
                </a:lnTo>
                <a:lnTo>
                  <a:pt x="890" y="981"/>
                </a:lnTo>
                <a:lnTo>
                  <a:pt x="890" y="982"/>
                </a:lnTo>
                <a:lnTo>
                  <a:pt x="889" y="982"/>
                </a:lnTo>
                <a:lnTo>
                  <a:pt x="888" y="982"/>
                </a:lnTo>
                <a:lnTo>
                  <a:pt x="887" y="982"/>
                </a:lnTo>
                <a:lnTo>
                  <a:pt x="887" y="983"/>
                </a:lnTo>
                <a:lnTo>
                  <a:pt x="886" y="983"/>
                </a:lnTo>
                <a:lnTo>
                  <a:pt x="886" y="984"/>
                </a:lnTo>
                <a:lnTo>
                  <a:pt x="886" y="985"/>
                </a:lnTo>
                <a:lnTo>
                  <a:pt x="886" y="986"/>
                </a:lnTo>
                <a:lnTo>
                  <a:pt x="886" y="988"/>
                </a:lnTo>
                <a:lnTo>
                  <a:pt x="886" y="990"/>
                </a:lnTo>
                <a:lnTo>
                  <a:pt x="885" y="991"/>
                </a:lnTo>
                <a:lnTo>
                  <a:pt x="884" y="991"/>
                </a:lnTo>
                <a:lnTo>
                  <a:pt x="884" y="990"/>
                </a:lnTo>
                <a:lnTo>
                  <a:pt x="883" y="990"/>
                </a:lnTo>
                <a:lnTo>
                  <a:pt x="883" y="989"/>
                </a:lnTo>
                <a:lnTo>
                  <a:pt x="882" y="989"/>
                </a:lnTo>
                <a:lnTo>
                  <a:pt x="881" y="989"/>
                </a:lnTo>
                <a:lnTo>
                  <a:pt x="882" y="989"/>
                </a:lnTo>
                <a:lnTo>
                  <a:pt x="882" y="988"/>
                </a:lnTo>
                <a:lnTo>
                  <a:pt x="883" y="988"/>
                </a:lnTo>
                <a:lnTo>
                  <a:pt x="882" y="988"/>
                </a:lnTo>
                <a:lnTo>
                  <a:pt x="882" y="987"/>
                </a:lnTo>
                <a:lnTo>
                  <a:pt x="883" y="987"/>
                </a:lnTo>
                <a:lnTo>
                  <a:pt x="883" y="986"/>
                </a:lnTo>
                <a:lnTo>
                  <a:pt x="884" y="986"/>
                </a:lnTo>
                <a:lnTo>
                  <a:pt x="885" y="985"/>
                </a:lnTo>
                <a:lnTo>
                  <a:pt x="885" y="984"/>
                </a:lnTo>
                <a:lnTo>
                  <a:pt x="886" y="983"/>
                </a:lnTo>
                <a:lnTo>
                  <a:pt x="886" y="982"/>
                </a:lnTo>
                <a:lnTo>
                  <a:pt x="886" y="981"/>
                </a:lnTo>
                <a:lnTo>
                  <a:pt x="886" y="980"/>
                </a:lnTo>
                <a:lnTo>
                  <a:pt x="886" y="979"/>
                </a:lnTo>
                <a:lnTo>
                  <a:pt x="886" y="978"/>
                </a:lnTo>
                <a:lnTo>
                  <a:pt x="887" y="978"/>
                </a:lnTo>
                <a:lnTo>
                  <a:pt x="888" y="977"/>
                </a:lnTo>
                <a:lnTo>
                  <a:pt x="889" y="977"/>
                </a:lnTo>
                <a:lnTo>
                  <a:pt x="889" y="976"/>
                </a:lnTo>
                <a:lnTo>
                  <a:pt x="888" y="976"/>
                </a:lnTo>
                <a:lnTo>
                  <a:pt x="887" y="977"/>
                </a:lnTo>
                <a:lnTo>
                  <a:pt x="886" y="978"/>
                </a:lnTo>
                <a:lnTo>
                  <a:pt x="885" y="978"/>
                </a:lnTo>
                <a:lnTo>
                  <a:pt x="885" y="979"/>
                </a:lnTo>
                <a:lnTo>
                  <a:pt x="885" y="980"/>
                </a:lnTo>
                <a:lnTo>
                  <a:pt x="885" y="981"/>
                </a:lnTo>
                <a:lnTo>
                  <a:pt x="885" y="982"/>
                </a:lnTo>
                <a:lnTo>
                  <a:pt x="884" y="982"/>
                </a:lnTo>
                <a:lnTo>
                  <a:pt x="884" y="983"/>
                </a:lnTo>
                <a:lnTo>
                  <a:pt x="883" y="984"/>
                </a:lnTo>
                <a:lnTo>
                  <a:pt x="882" y="984"/>
                </a:lnTo>
                <a:lnTo>
                  <a:pt x="882" y="985"/>
                </a:lnTo>
                <a:lnTo>
                  <a:pt x="881" y="985"/>
                </a:lnTo>
                <a:lnTo>
                  <a:pt x="880" y="985"/>
                </a:lnTo>
                <a:lnTo>
                  <a:pt x="879" y="985"/>
                </a:lnTo>
                <a:lnTo>
                  <a:pt x="878" y="986"/>
                </a:lnTo>
                <a:lnTo>
                  <a:pt x="877" y="986"/>
                </a:lnTo>
                <a:lnTo>
                  <a:pt x="876" y="986"/>
                </a:lnTo>
                <a:lnTo>
                  <a:pt x="876" y="987"/>
                </a:lnTo>
                <a:lnTo>
                  <a:pt x="875" y="987"/>
                </a:lnTo>
                <a:lnTo>
                  <a:pt x="875" y="988"/>
                </a:lnTo>
                <a:lnTo>
                  <a:pt x="873" y="989"/>
                </a:lnTo>
                <a:lnTo>
                  <a:pt x="873" y="990"/>
                </a:lnTo>
                <a:lnTo>
                  <a:pt x="871" y="990"/>
                </a:lnTo>
                <a:lnTo>
                  <a:pt x="870" y="990"/>
                </a:lnTo>
                <a:lnTo>
                  <a:pt x="869" y="990"/>
                </a:lnTo>
                <a:lnTo>
                  <a:pt x="868" y="990"/>
                </a:lnTo>
                <a:lnTo>
                  <a:pt x="867" y="990"/>
                </a:lnTo>
                <a:lnTo>
                  <a:pt x="867" y="991"/>
                </a:lnTo>
                <a:lnTo>
                  <a:pt x="866" y="991"/>
                </a:lnTo>
                <a:lnTo>
                  <a:pt x="865" y="991"/>
                </a:lnTo>
                <a:lnTo>
                  <a:pt x="865" y="990"/>
                </a:lnTo>
                <a:lnTo>
                  <a:pt x="864" y="990"/>
                </a:lnTo>
                <a:lnTo>
                  <a:pt x="863" y="990"/>
                </a:lnTo>
                <a:lnTo>
                  <a:pt x="862" y="989"/>
                </a:lnTo>
                <a:lnTo>
                  <a:pt x="861" y="989"/>
                </a:lnTo>
                <a:lnTo>
                  <a:pt x="860" y="989"/>
                </a:lnTo>
                <a:lnTo>
                  <a:pt x="859" y="989"/>
                </a:lnTo>
                <a:lnTo>
                  <a:pt x="858" y="989"/>
                </a:lnTo>
                <a:lnTo>
                  <a:pt x="858" y="988"/>
                </a:lnTo>
                <a:lnTo>
                  <a:pt x="857" y="988"/>
                </a:lnTo>
                <a:lnTo>
                  <a:pt x="856" y="988"/>
                </a:lnTo>
                <a:lnTo>
                  <a:pt x="855" y="988"/>
                </a:lnTo>
                <a:lnTo>
                  <a:pt x="855" y="987"/>
                </a:lnTo>
                <a:lnTo>
                  <a:pt x="855" y="985"/>
                </a:lnTo>
                <a:lnTo>
                  <a:pt x="855" y="984"/>
                </a:lnTo>
                <a:lnTo>
                  <a:pt x="854" y="984"/>
                </a:lnTo>
                <a:lnTo>
                  <a:pt x="854" y="983"/>
                </a:lnTo>
                <a:lnTo>
                  <a:pt x="853" y="983"/>
                </a:lnTo>
                <a:lnTo>
                  <a:pt x="853" y="982"/>
                </a:lnTo>
                <a:lnTo>
                  <a:pt x="852" y="982"/>
                </a:lnTo>
                <a:lnTo>
                  <a:pt x="852" y="981"/>
                </a:lnTo>
                <a:lnTo>
                  <a:pt x="851" y="981"/>
                </a:lnTo>
                <a:lnTo>
                  <a:pt x="851" y="980"/>
                </a:lnTo>
                <a:lnTo>
                  <a:pt x="852" y="980"/>
                </a:lnTo>
                <a:lnTo>
                  <a:pt x="852" y="979"/>
                </a:lnTo>
                <a:lnTo>
                  <a:pt x="851" y="979"/>
                </a:lnTo>
                <a:lnTo>
                  <a:pt x="850" y="979"/>
                </a:lnTo>
                <a:lnTo>
                  <a:pt x="849" y="979"/>
                </a:lnTo>
                <a:lnTo>
                  <a:pt x="848" y="979"/>
                </a:lnTo>
                <a:lnTo>
                  <a:pt x="848" y="978"/>
                </a:lnTo>
                <a:lnTo>
                  <a:pt x="847" y="978"/>
                </a:lnTo>
                <a:lnTo>
                  <a:pt x="847" y="977"/>
                </a:lnTo>
                <a:lnTo>
                  <a:pt x="846" y="977"/>
                </a:lnTo>
                <a:lnTo>
                  <a:pt x="846" y="976"/>
                </a:lnTo>
                <a:lnTo>
                  <a:pt x="844" y="975"/>
                </a:lnTo>
                <a:lnTo>
                  <a:pt x="843" y="974"/>
                </a:lnTo>
                <a:lnTo>
                  <a:pt x="843" y="973"/>
                </a:lnTo>
                <a:lnTo>
                  <a:pt x="843" y="972"/>
                </a:lnTo>
                <a:lnTo>
                  <a:pt x="843" y="971"/>
                </a:lnTo>
                <a:lnTo>
                  <a:pt x="844" y="971"/>
                </a:lnTo>
                <a:lnTo>
                  <a:pt x="845" y="970"/>
                </a:lnTo>
                <a:lnTo>
                  <a:pt x="846" y="970"/>
                </a:lnTo>
                <a:lnTo>
                  <a:pt x="847" y="969"/>
                </a:lnTo>
                <a:lnTo>
                  <a:pt x="846" y="968"/>
                </a:lnTo>
                <a:lnTo>
                  <a:pt x="846" y="967"/>
                </a:lnTo>
                <a:lnTo>
                  <a:pt x="846" y="966"/>
                </a:lnTo>
                <a:lnTo>
                  <a:pt x="845" y="965"/>
                </a:lnTo>
                <a:lnTo>
                  <a:pt x="845" y="963"/>
                </a:lnTo>
                <a:lnTo>
                  <a:pt x="845" y="962"/>
                </a:lnTo>
                <a:lnTo>
                  <a:pt x="846" y="962"/>
                </a:lnTo>
                <a:lnTo>
                  <a:pt x="847" y="962"/>
                </a:lnTo>
                <a:lnTo>
                  <a:pt x="848" y="962"/>
                </a:lnTo>
                <a:lnTo>
                  <a:pt x="848" y="963"/>
                </a:lnTo>
                <a:lnTo>
                  <a:pt x="849" y="963"/>
                </a:lnTo>
                <a:lnTo>
                  <a:pt x="850" y="963"/>
                </a:lnTo>
                <a:lnTo>
                  <a:pt x="851" y="963"/>
                </a:lnTo>
                <a:lnTo>
                  <a:pt x="851" y="962"/>
                </a:lnTo>
                <a:lnTo>
                  <a:pt x="852" y="961"/>
                </a:lnTo>
                <a:lnTo>
                  <a:pt x="853" y="960"/>
                </a:lnTo>
                <a:lnTo>
                  <a:pt x="854" y="960"/>
                </a:lnTo>
                <a:lnTo>
                  <a:pt x="853" y="959"/>
                </a:lnTo>
                <a:lnTo>
                  <a:pt x="853" y="960"/>
                </a:lnTo>
                <a:lnTo>
                  <a:pt x="852" y="960"/>
                </a:lnTo>
                <a:lnTo>
                  <a:pt x="851" y="961"/>
                </a:lnTo>
                <a:lnTo>
                  <a:pt x="849" y="961"/>
                </a:lnTo>
                <a:lnTo>
                  <a:pt x="850" y="961"/>
                </a:lnTo>
                <a:lnTo>
                  <a:pt x="850" y="959"/>
                </a:lnTo>
                <a:lnTo>
                  <a:pt x="850" y="958"/>
                </a:lnTo>
                <a:lnTo>
                  <a:pt x="851" y="958"/>
                </a:lnTo>
                <a:lnTo>
                  <a:pt x="851" y="957"/>
                </a:lnTo>
                <a:lnTo>
                  <a:pt x="850" y="957"/>
                </a:lnTo>
                <a:lnTo>
                  <a:pt x="850" y="958"/>
                </a:lnTo>
                <a:lnTo>
                  <a:pt x="850" y="959"/>
                </a:lnTo>
                <a:lnTo>
                  <a:pt x="849" y="960"/>
                </a:lnTo>
                <a:lnTo>
                  <a:pt x="848" y="961"/>
                </a:lnTo>
                <a:lnTo>
                  <a:pt x="846" y="961"/>
                </a:lnTo>
                <a:lnTo>
                  <a:pt x="846" y="960"/>
                </a:lnTo>
                <a:lnTo>
                  <a:pt x="846" y="959"/>
                </a:lnTo>
                <a:lnTo>
                  <a:pt x="845" y="958"/>
                </a:lnTo>
                <a:lnTo>
                  <a:pt x="845" y="957"/>
                </a:lnTo>
                <a:lnTo>
                  <a:pt x="845" y="956"/>
                </a:lnTo>
                <a:lnTo>
                  <a:pt x="846" y="956"/>
                </a:lnTo>
                <a:lnTo>
                  <a:pt x="845" y="955"/>
                </a:lnTo>
                <a:lnTo>
                  <a:pt x="844" y="955"/>
                </a:lnTo>
                <a:lnTo>
                  <a:pt x="844" y="956"/>
                </a:lnTo>
                <a:lnTo>
                  <a:pt x="843" y="955"/>
                </a:lnTo>
                <a:lnTo>
                  <a:pt x="842" y="954"/>
                </a:lnTo>
                <a:lnTo>
                  <a:pt x="842" y="953"/>
                </a:lnTo>
                <a:lnTo>
                  <a:pt x="842" y="952"/>
                </a:lnTo>
                <a:lnTo>
                  <a:pt x="842" y="951"/>
                </a:lnTo>
                <a:lnTo>
                  <a:pt x="841" y="950"/>
                </a:lnTo>
                <a:lnTo>
                  <a:pt x="840" y="951"/>
                </a:lnTo>
                <a:lnTo>
                  <a:pt x="839" y="950"/>
                </a:lnTo>
                <a:lnTo>
                  <a:pt x="839" y="949"/>
                </a:lnTo>
                <a:lnTo>
                  <a:pt x="838" y="949"/>
                </a:lnTo>
                <a:lnTo>
                  <a:pt x="837" y="949"/>
                </a:lnTo>
                <a:lnTo>
                  <a:pt x="838" y="949"/>
                </a:lnTo>
                <a:lnTo>
                  <a:pt x="838" y="950"/>
                </a:lnTo>
                <a:lnTo>
                  <a:pt x="839" y="950"/>
                </a:lnTo>
                <a:lnTo>
                  <a:pt x="839" y="951"/>
                </a:lnTo>
                <a:lnTo>
                  <a:pt x="839" y="952"/>
                </a:lnTo>
                <a:lnTo>
                  <a:pt x="840" y="952"/>
                </a:lnTo>
                <a:lnTo>
                  <a:pt x="841" y="952"/>
                </a:lnTo>
                <a:lnTo>
                  <a:pt x="842" y="952"/>
                </a:lnTo>
                <a:lnTo>
                  <a:pt x="841" y="954"/>
                </a:lnTo>
                <a:lnTo>
                  <a:pt x="841" y="955"/>
                </a:lnTo>
                <a:lnTo>
                  <a:pt x="841" y="956"/>
                </a:lnTo>
                <a:lnTo>
                  <a:pt x="840" y="955"/>
                </a:lnTo>
                <a:lnTo>
                  <a:pt x="839" y="953"/>
                </a:lnTo>
                <a:lnTo>
                  <a:pt x="837" y="953"/>
                </a:lnTo>
                <a:lnTo>
                  <a:pt x="838" y="953"/>
                </a:lnTo>
                <a:lnTo>
                  <a:pt x="839" y="953"/>
                </a:lnTo>
                <a:lnTo>
                  <a:pt x="839" y="954"/>
                </a:lnTo>
                <a:lnTo>
                  <a:pt x="840" y="954"/>
                </a:lnTo>
                <a:lnTo>
                  <a:pt x="840" y="955"/>
                </a:lnTo>
                <a:lnTo>
                  <a:pt x="840" y="956"/>
                </a:lnTo>
                <a:lnTo>
                  <a:pt x="840" y="957"/>
                </a:lnTo>
                <a:lnTo>
                  <a:pt x="841" y="957"/>
                </a:lnTo>
                <a:lnTo>
                  <a:pt x="842" y="956"/>
                </a:lnTo>
                <a:lnTo>
                  <a:pt x="843" y="956"/>
                </a:lnTo>
                <a:lnTo>
                  <a:pt x="843" y="957"/>
                </a:lnTo>
                <a:lnTo>
                  <a:pt x="844" y="957"/>
                </a:lnTo>
                <a:lnTo>
                  <a:pt x="844" y="958"/>
                </a:lnTo>
                <a:lnTo>
                  <a:pt x="843" y="960"/>
                </a:lnTo>
                <a:lnTo>
                  <a:pt x="843" y="963"/>
                </a:lnTo>
                <a:lnTo>
                  <a:pt x="843" y="964"/>
                </a:lnTo>
                <a:lnTo>
                  <a:pt x="842" y="966"/>
                </a:lnTo>
                <a:lnTo>
                  <a:pt x="841" y="966"/>
                </a:lnTo>
                <a:lnTo>
                  <a:pt x="840" y="967"/>
                </a:lnTo>
                <a:lnTo>
                  <a:pt x="841" y="967"/>
                </a:lnTo>
                <a:lnTo>
                  <a:pt x="842" y="968"/>
                </a:lnTo>
                <a:lnTo>
                  <a:pt x="842" y="969"/>
                </a:lnTo>
                <a:lnTo>
                  <a:pt x="842" y="970"/>
                </a:lnTo>
                <a:lnTo>
                  <a:pt x="841" y="970"/>
                </a:lnTo>
                <a:lnTo>
                  <a:pt x="840" y="971"/>
                </a:lnTo>
                <a:lnTo>
                  <a:pt x="839" y="970"/>
                </a:lnTo>
                <a:lnTo>
                  <a:pt x="838" y="969"/>
                </a:lnTo>
                <a:lnTo>
                  <a:pt x="837" y="969"/>
                </a:lnTo>
                <a:lnTo>
                  <a:pt x="837" y="970"/>
                </a:lnTo>
                <a:lnTo>
                  <a:pt x="838" y="970"/>
                </a:lnTo>
                <a:lnTo>
                  <a:pt x="839" y="971"/>
                </a:lnTo>
                <a:lnTo>
                  <a:pt x="840" y="971"/>
                </a:lnTo>
                <a:lnTo>
                  <a:pt x="840" y="972"/>
                </a:lnTo>
                <a:lnTo>
                  <a:pt x="839" y="972"/>
                </a:lnTo>
                <a:lnTo>
                  <a:pt x="839" y="973"/>
                </a:lnTo>
                <a:lnTo>
                  <a:pt x="839" y="974"/>
                </a:lnTo>
                <a:lnTo>
                  <a:pt x="840" y="974"/>
                </a:lnTo>
                <a:lnTo>
                  <a:pt x="841" y="974"/>
                </a:lnTo>
                <a:lnTo>
                  <a:pt x="841" y="975"/>
                </a:lnTo>
                <a:lnTo>
                  <a:pt x="841" y="976"/>
                </a:lnTo>
                <a:lnTo>
                  <a:pt x="842" y="977"/>
                </a:lnTo>
                <a:lnTo>
                  <a:pt x="842" y="978"/>
                </a:lnTo>
                <a:lnTo>
                  <a:pt x="842" y="979"/>
                </a:lnTo>
                <a:lnTo>
                  <a:pt x="842" y="980"/>
                </a:lnTo>
                <a:lnTo>
                  <a:pt x="842" y="981"/>
                </a:lnTo>
                <a:lnTo>
                  <a:pt x="843" y="982"/>
                </a:lnTo>
                <a:lnTo>
                  <a:pt x="844" y="982"/>
                </a:lnTo>
                <a:lnTo>
                  <a:pt x="846" y="983"/>
                </a:lnTo>
                <a:lnTo>
                  <a:pt x="847" y="983"/>
                </a:lnTo>
                <a:lnTo>
                  <a:pt x="847" y="984"/>
                </a:lnTo>
                <a:lnTo>
                  <a:pt x="846" y="984"/>
                </a:lnTo>
                <a:lnTo>
                  <a:pt x="846" y="985"/>
                </a:lnTo>
                <a:lnTo>
                  <a:pt x="847" y="985"/>
                </a:lnTo>
                <a:lnTo>
                  <a:pt x="847" y="986"/>
                </a:lnTo>
                <a:lnTo>
                  <a:pt x="846" y="986"/>
                </a:lnTo>
                <a:lnTo>
                  <a:pt x="845" y="986"/>
                </a:lnTo>
                <a:lnTo>
                  <a:pt x="844" y="985"/>
                </a:lnTo>
                <a:lnTo>
                  <a:pt x="843" y="986"/>
                </a:lnTo>
                <a:lnTo>
                  <a:pt x="844" y="987"/>
                </a:lnTo>
                <a:lnTo>
                  <a:pt x="843" y="987"/>
                </a:lnTo>
                <a:lnTo>
                  <a:pt x="840" y="987"/>
                </a:lnTo>
                <a:lnTo>
                  <a:pt x="839" y="987"/>
                </a:lnTo>
                <a:lnTo>
                  <a:pt x="838" y="986"/>
                </a:lnTo>
                <a:lnTo>
                  <a:pt x="837" y="985"/>
                </a:lnTo>
                <a:lnTo>
                  <a:pt x="837" y="984"/>
                </a:lnTo>
                <a:lnTo>
                  <a:pt x="836" y="984"/>
                </a:lnTo>
                <a:lnTo>
                  <a:pt x="836" y="985"/>
                </a:lnTo>
                <a:lnTo>
                  <a:pt x="835" y="985"/>
                </a:lnTo>
                <a:lnTo>
                  <a:pt x="834" y="985"/>
                </a:lnTo>
                <a:lnTo>
                  <a:pt x="833" y="985"/>
                </a:lnTo>
                <a:lnTo>
                  <a:pt x="832" y="985"/>
                </a:lnTo>
                <a:lnTo>
                  <a:pt x="831" y="985"/>
                </a:lnTo>
                <a:lnTo>
                  <a:pt x="830" y="986"/>
                </a:lnTo>
                <a:lnTo>
                  <a:pt x="829" y="986"/>
                </a:lnTo>
                <a:lnTo>
                  <a:pt x="829" y="987"/>
                </a:lnTo>
                <a:lnTo>
                  <a:pt x="828" y="987"/>
                </a:lnTo>
                <a:lnTo>
                  <a:pt x="828" y="988"/>
                </a:lnTo>
                <a:lnTo>
                  <a:pt x="827" y="988"/>
                </a:lnTo>
                <a:lnTo>
                  <a:pt x="826" y="988"/>
                </a:lnTo>
                <a:lnTo>
                  <a:pt x="825" y="989"/>
                </a:lnTo>
                <a:lnTo>
                  <a:pt x="824" y="989"/>
                </a:lnTo>
                <a:lnTo>
                  <a:pt x="824" y="990"/>
                </a:lnTo>
                <a:lnTo>
                  <a:pt x="823" y="990"/>
                </a:lnTo>
                <a:lnTo>
                  <a:pt x="823" y="991"/>
                </a:lnTo>
                <a:lnTo>
                  <a:pt x="823" y="990"/>
                </a:lnTo>
                <a:lnTo>
                  <a:pt x="822" y="989"/>
                </a:lnTo>
                <a:lnTo>
                  <a:pt x="821" y="989"/>
                </a:lnTo>
                <a:lnTo>
                  <a:pt x="821" y="987"/>
                </a:lnTo>
                <a:lnTo>
                  <a:pt x="821" y="986"/>
                </a:lnTo>
                <a:lnTo>
                  <a:pt x="821" y="985"/>
                </a:lnTo>
                <a:lnTo>
                  <a:pt x="821" y="984"/>
                </a:lnTo>
                <a:lnTo>
                  <a:pt x="820" y="983"/>
                </a:lnTo>
                <a:lnTo>
                  <a:pt x="819" y="983"/>
                </a:lnTo>
                <a:lnTo>
                  <a:pt x="819" y="982"/>
                </a:lnTo>
                <a:lnTo>
                  <a:pt x="818" y="982"/>
                </a:lnTo>
                <a:lnTo>
                  <a:pt x="817" y="982"/>
                </a:lnTo>
                <a:lnTo>
                  <a:pt x="816" y="982"/>
                </a:lnTo>
                <a:lnTo>
                  <a:pt x="816" y="981"/>
                </a:lnTo>
                <a:lnTo>
                  <a:pt x="816" y="980"/>
                </a:lnTo>
                <a:lnTo>
                  <a:pt x="816" y="979"/>
                </a:lnTo>
                <a:lnTo>
                  <a:pt x="817" y="979"/>
                </a:lnTo>
                <a:lnTo>
                  <a:pt x="817" y="980"/>
                </a:lnTo>
                <a:lnTo>
                  <a:pt x="819" y="980"/>
                </a:lnTo>
                <a:lnTo>
                  <a:pt x="819" y="979"/>
                </a:lnTo>
                <a:lnTo>
                  <a:pt x="818" y="977"/>
                </a:lnTo>
                <a:lnTo>
                  <a:pt x="817" y="977"/>
                </a:lnTo>
                <a:lnTo>
                  <a:pt x="817" y="976"/>
                </a:lnTo>
                <a:lnTo>
                  <a:pt x="816" y="976"/>
                </a:lnTo>
                <a:lnTo>
                  <a:pt x="816" y="975"/>
                </a:lnTo>
                <a:lnTo>
                  <a:pt x="816" y="974"/>
                </a:lnTo>
                <a:lnTo>
                  <a:pt x="815" y="974"/>
                </a:lnTo>
                <a:lnTo>
                  <a:pt x="815" y="973"/>
                </a:lnTo>
                <a:lnTo>
                  <a:pt x="816" y="972"/>
                </a:lnTo>
                <a:lnTo>
                  <a:pt x="816" y="971"/>
                </a:lnTo>
                <a:lnTo>
                  <a:pt x="817" y="970"/>
                </a:lnTo>
                <a:lnTo>
                  <a:pt x="816" y="970"/>
                </a:lnTo>
                <a:lnTo>
                  <a:pt x="816" y="969"/>
                </a:lnTo>
                <a:lnTo>
                  <a:pt x="817" y="968"/>
                </a:lnTo>
                <a:lnTo>
                  <a:pt x="817" y="967"/>
                </a:lnTo>
                <a:lnTo>
                  <a:pt x="817" y="966"/>
                </a:lnTo>
                <a:lnTo>
                  <a:pt x="817" y="965"/>
                </a:lnTo>
                <a:lnTo>
                  <a:pt x="816" y="965"/>
                </a:lnTo>
                <a:lnTo>
                  <a:pt x="816" y="966"/>
                </a:lnTo>
                <a:lnTo>
                  <a:pt x="816" y="968"/>
                </a:lnTo>
                <a:lnTo>
                  <a:pt x="815" y="968"/>
                </a:lnTo>
                <a:lnTo>
                  <a:pt x="814" y="969"/>
                </a:lnTo>
                <a:lnTo>
                  <a:pt x="814" y="970"/>
                </a:lnTo>
                <a:lnTo>
                  <a:pt x="813" y="970"/>
                </a:lnTo>
                <a:lnTo>
                  <a:pt x="813" y="971"/>
                </a:lnTo>
                <a:lnTo>
                  <a:pt x="813" y="973"/>
                </a:lnTo>
                <a:lnTo>
                  <a:pt x="812" y="972"/>
                </a:lnTo>
                <a:lnTo>
                  <a:pt x="811" y="972"/>
                </a:lnTo>
                <a:lnTo>
                  <a:pt x="811" y="971"/>
                </a:lnTo>
                <a:lnTo>
                  <a:pt x="811" y="970"/>
                </a:lnTo>
                <a:lnTo>
                  <a:pt x="810" y="970"/>
                </a:lnTo>
                <a:lnTo>
                  <a:pt x="809" y="970"/>
                </a:lnTo>
                <a:lnTo>
                  <a:pt x="809" y="969"/>
                </a:lnTo>
                <a:lnTo>
                  <a:pt x="808" y="970"/>
                </a:lnTo>
                <a:lnTo>
                  <a:pt x="807" y="970"/>
                </a:lnTo>
                <a:lnTo>
                  <a:pt x="807" y="969"/>
                </a:lnTo>
                <a:lnTo>
                  <a:pt x="806" y="969"/>
                </a:lnTo>
                <a:lnTo>
                  <a:pt x="806" y="970"/>
                </a:lnTo>
                <a:lnTo>
                  <a:pt x="809" y="971"/>
                </a:lnTo>
                <a:lnTo>
                  <a:pt x="809" y="972"/>
                </a:lnTo>
                <a:lnTo>
                  <a:pt x="809" y="974"/>
                </a:lnTo>
                <a:lnTo>
                  <a:pt x="808" y="974"/>
                </a:lnTo>
                <a:lnTo>
                  <a:pt x="808" y="975"/>
                </a:lnTo>
                <a:lnTo>
                  <a:pt x="810" y="978"/>
                </a:lnTo>
                <a:lnTo>
                  <a:pt x="806" y="981"/>
                </a:lnTo>
                <a:lnTo>
                  <a:pt x="805" y="979"/>
                </a:lnTo>
                <a:lnTo>
                  <a:pt x="804" y="979"/>
                </a:lnTo>
                <a:lnTo>
                  <a:pt x="802" y="976"/>
                </a:lnTo>
                <a:lnTo>
                  <a:pt x="802" y="974"/>
                </a:lnTo>
                <a:lnTo>
                  <a:pt x="802" y="973"/>
                </a:lnTo>
                <a:lnTo>
                  <a:pt x="802" y="971"/>
                </a:lnTo>
                <a:lnTo>
                  <a:pt x="802" y="970"/>
                </a:lnTo>
                <a:lnTo>
                  <a:pt x="802" y="966"/>
                </a:lnTo>
                <a:lnTo>
                  <a:pt x="802" y="965"/>
                </a:lnTo>
                <a:lnTo>
                  <a:pt x="803" y="964"/>
                </a:lnTo>
                <a:lnTo>
                  <a:pt x="803" y="963"/>
                </a:lnTo>
                <a:lnTo>
                  <a:pt x="803" y="962"/>
                </a:lnTo>
                <a:lnTo>
                  <a:pt x="804" y="962"/>
                </a:lnTo>
                <a:lnTo>
                  <a:pt x="804" y="961"/>
                </a:lnTo>
                <a:lnTo>
                  <a:pt x="803" y="961"/>
                </a:lnTo>
                <a:lnTo>
                  <a:pt x="803" y="960"/>
                </a:lnTo>
                <a:lnTo>
                  <a:pt x="804" y="959"/>
                </a:lnTo>
                <a:lnTo>
                  <a:pt x="805" y="958"/>
                </a:lnTo>
                <a:lnTo>
                  <a:pt x="805" y="957"/>
                </a:lnTo>
                <a:lnTo>
                  <a:pt x="807" y="956"/>
                </a:lnTo>
                <a:lnTo>
                  <a:pt x="807" y="955"/>
                </a:lnTo>
                <a:lnTo>
                  <a:pt x="808" y="955"/>
                </a:lnTo>
                <a:lnTo>
                  <a:pt x="808" y="954"/>
                </a:lnTo>
                <a:lnTo>
                  <a:pt x="808" y="953"/>
                </a:lnTo>
                <a:lnTo>
                  <a:pt x="809" y="953"/>
                </a:lnTo>
                <a:lnTo>
                  <a:pt x="808" y="953"/>
                </a:lnTo>
                <a:lnTo>
                  <a:pt x="807" y="955"/>
                </a:lnTo>
                <a:lnTo>
                  <a:pt x="806" y="955"/>
                </a:lnTo>
                <a:lnTo>
                  <a:pt x="806" y="956"/>
                </a:lnTo>
                <a:lnTo>
                  <a:pt x="805" y="956"/>
                </a:lnTo>
                <a:lnTo>
                  <a:pt x="805" y="955"/>
                </a:lnTo>
                <a:lnTo>
                  <a:pt x="805" y="954"/>
                </a:lnTo>
                <a:lnTo>
                  <a:pt x="804" y="954"/>
                </a:lnTo>
                <a:lnTo>
                  <a:pt x="804" y="953"/>
                </a:lnTo>
                <a:lnTo>
                  <a:pt x="804" y="952"/>
                </a:lnTo>
                <a:lnTo>
                  <a:pt x="803" y="953"/>
                </a:lnTo>
                <a:lnTo>
                  <a:pt x="804" y="953"/>
                </a:lnTo>
                <a:lnTo>
                  <a:pt x="804" y="954"/>
                </a:lnTo>
                <a:lnTo>
                  <a:pt x="804" y="955"/>
                </a:lnTo>
                <a:lnTo>
                  <a:pt x="804" y="956"/>
                </a:lnTo>
                <a:lnTo>
                  <a:pt x="804" y="957"/>
                </a:lnTo>
                <a:lnTo>
                  <a:pt x="804" y="958"/>
                </a:lnTo>
                <a:lnTo>
                  <a:pt x="803" y="958"/>
                </a:lnTo>
                <a:lnTo>
                  <a:pt x="803" y="959"/>
                </a:lnTo>
                <a:lnTo>
                  <a:pt x="802" y="959"/>
                </a:lnTo>
                <a:lnTo>
                  <a:pt x="802" y="960"/>
                </a:lnTo>
                <a:lnTo>
                  <a:pt x="802" y="961"/>
                </a:lnTo>
                <a:lnTo>
                  <a:pt x="801" y="960"/>
                </a:lnTo>
                <a:lnTo>
                  <a:pt x="801" y="959"/>
                </a:lnTo>
                <a:lnTo>
                  <a:pt x="800" y="959"/>
                </a:lnTo>
                <a:lnTo>
                  <a:pt x="800" y="958"/>
                </a:lnTo>
                <a:lnTo>
                  <a:pt x="799" y="958"/>
                </a:lnTo>
                <a:lnTo>
                  <a:pt x="800" y="959"/>
                </a:lnTo>
                <a:lnTo>
                  <a:pt x="800" y="960"/>
                </a:lnTo>
                <a:lnTo>
                  <a:pt x="801" y="960"/>
                </a:lnTo>
                <a:lnTo>
                  <a:pt x="801" y="961"/>
                </a:lnTo>
                <a:lnTo>
                  <a:pt x="802" y="962"/>
                </a:lnTo>
                <a:lnTo>
                  <a:pt x="801" y="963"/>
                </a:lnTo>
                <a:lnTo>
                  <a:pt x="801" y="966"/>
                </a:lnTo>
                <a:lnTo>
                  <a:pt x="800" y="966"/>
                </a:lnTo>
                <a:lnTo>
                  <a:pt x="800" y="967"/>
                </a:lnTo>
                <a:lnTo>
                  <a:pt x="799" y="971"/>
                </a:lnTo>
                <a:lnTo>
                  <a:pt x="799" y="972"/>
                </a:lnTo>
                <a:lnTo>
                  <a:pt x="798" y="972"/>
                </a:lnTo>
                <a:lnTo>
                  <a:pt x="798" y="973"/>
                </a:lnTo>
                <a:lnTo>
                  <a:pt x="797" y="974"/>
                </a:lnTo>
                <a:lnTo>
                  <a:pt x="797" y="973"/>
                </a:lnTo>
                <a:lnTo>
                  <a:pt x="796" y="973"/>
                </a:lnTo>
                <a:lnTo>
                  <a:pt x="796" y="972"/>
                </a:lnTo>
                <a:lnTo>
                  <a:pt x="795" y="972"/>
                </a:lnTo>
                <a:lnTo>
                  <a:pt x="794" y="971"/>
                </a:lnTo>
                <a:lnTo>
                  <a:pt x="794" y="970"/>
                </a:lnTo>
                <a:lnTo>
                  <a:pt x="793" y="969"/>
                </a:lnTo>
                <a:lnTo>
                  <a:pt x="794" y="968"/>
                </a:lnTo>
                <a:lnTo>
                  <a:pt x="794" y="967"/>
                </a:lnTo>
                <a:lnTo>
                  <a:pt x="794" y="966"/>
                </a:lnTo>
                <a:lnTo>
                  <a:pt x="794" y="965"/>
                </a:lnTo>
                <a:lnTo>
                  <a:pt x="793" y="964"/>
                </a:lnTo>
                <a:lnTo>
                  <a:pt x="793" y="963"/>
                </a:lnTo>
                <a:lnTo>
                  <a:pt x="793" y="962"/>
                </a:lnTo>
                <a:lnTo>
                  <a:pt x="793" y="961"/>
                </a:lnTo>
                <a:lnTo>
                  <a:pt x="793" y="960"/>
                </a:lnTo>
                <a:lnTo>
                  <a:pt x="792" y="959"/>
                </a:lnTo>
                <a:lnTo>
                  <a:pt x="791" y="959"/>
                </a:lnTo>
                <a:lnTo>
                  <a:pt x="790" y="959"/>
                </a:lnTo>
                <a:lnTo>
                  <a:pt x="790" y="958"/>
                </a:lnTo>
                <a:lnTo>
                  <a:pt x="789" y="958"/>
                </a:lnTo>
                <a:lnTo>
                  <a:pt x="788" y="958"/>
                </a:lnTo>
                <a:lnTo>
                  <a:pt x="788" y="957"/>
                </a:lnTo>
                <a:lnTo>
                  <a:pt x="788" y="956"/>
                </a:lnTo>
                <a:lnTo>
                  <a:pt x="787" y="955"/>
                </a:lnTo>
                <a:lnTo>
                  <a:pt x="787" y="953"/>
                </a:lnTo>
                <a:lnTo>
                  <a:pt x="788" y="953"/>
                </a:lnTo>
                <a:lnTo>
                  <a:pt x="789" y="953"/>
                </a:lnTo>
                <a:lnTo>
                  <a:pt x="790" y="953"/>
                </a:lnTo>
                <a:lnTo>
                  <a:pt x="790" y="952"/>
                </a:lnTo>
                <a:lnTo>
                  <a:pt x="790" y="951"/>
                </a:lnTo>
                <a:lnTo>
                  <a:pt x="791" y="951"/>
                </a:lnTo>
                <a:lnTo>
                  <a:pt x="791" y="950"/>
                </a:lnTo>
                <a:lnTo>
                  <a:pt x="791" y="949"/>
                </a:lnTo>
                <a:lnTo>
                  <a:pt x="792" y="949"/>
                </a:lnTo>
                <a:lnTo>
                  <a:pt x="793" y="949"/>
                </a:lnTo>
                <a:lnTo>
                  <a:pt x="793" y="948"/>
                </a:lnTo>
                <a:lnTo>
                  <a:pt x="794" y="948"/>
                </a:lnTo>
                <a:lnTo>
                  <a:pt x="794" y="947"/>
                </a:lnTo>
                <a:lnTo>
                  <a:pt x="795" y="947"/>
                </a:lnTo>
                <a:lnTo>
                  <a:pt x="794" y="946"/>
                </a:lnTo>
                <a:lnTo>
                  <a:pt x="794" y="947"/>
                </a:lnTo>
                <a:lnTo>
                  <a:pt x="794" y="946"/>
                </a:lnTo>
                <a:lnTo>
                  <a:pt x="794" y="945"/>
                </a:lnTo>
                <a:lnTo>
                  <a:pt x="795" y="945"/>
                </a:lnTo>
                <a:lnTo>
                  <a:pt x="796" y="945"/>
                </a:lnTo>
                <a:lnTo>
                  <a:pt x="796" y="944"/>
                </a:lnTo>
                <a:lnTo>
                  <a:pt x="796" y="943"/>
                </a:lnTo>
                <a:lnTo>
                  <a:pt x="795" y="943"/>
                </a:lnTo>
                <a:lnTo>
                  <a:pt x="795" y="942"/>
                </a:lnTo>
                <a:lnTo>
                  <a:pt x="794" y="941"/>
                </a:lnTo>
                <a:lnTo>
                  <a:pt x="794" y="940"/>
                </a:lnTo>
                <a:lnTo>
                  <a:pt x="795" y="940"/>
                </a:lnTo>
                <a:lnTo>
                  <a:pt x="795" y="939"/>
                </a:lnTo>
                <a:lnTo>
                  <a:pt x="796" y="939"/>
                </a:lnTo>
                <a:lnTo>
                  <a:pt x="797" y="938"/>
                </a:lnTo>
                <a:lnTo>
                  <a:pt x="798" y="937"/>
                </a:lnTo>
                <a:lnTo>
                  <a:pt x="799" y="937"/>
                </a:lnTo>
                <a:lnTo>
                  <a:pt x="799" y="936"/>
                </a:lnTo>
                <a:lnTo>
                  <a:pt x="800" y="936"/>
                </a:lnTo>
                <a:lnTo>
                  <a:pt x="799" y="935"/>
                </a:lnTo>
                <a:lnTo>
                  <a:pt x="799" y="934"/>
                </a:lnTo>
                <a:lnTo>
                  <a:pt x="798" y="934"/>
                </a:lnTo>
                <a:lnTo>
                  <a:pt x="797" y="934"/>
                </a:lnTo>
                <a:lnTo>
                  <a:pt x="796" y="934"/>
                </a:lnTo>
                <a:lnTo>
                  <a:pt x="795" y="934"/>
                </a:lnTo>
                <a:lnTo>
                  <a:pt x="795" y="932"/>
                </a:lnTo>
                <a:lnTo>
                  <a:pt x="794" y="932"/>
                </a:lnTo>
                <a:lnTo>
                  <a:pt x="794" y="933"/>
                </a:lnTo>
                <a:lnTo>
                  <a:pt x="794" y="934"/>
                </a:lnTo>
                <a:lnTo>
                  <a:pt x="793" y="934"/>
                </a:lnTo>
                <a:lnTo>
                  <a:pt x="793" y="935"/>
                </a:lnTo>
                <a:lnTo>
                  <a:pt x="792" y="935"/>
                </a:lnTo>
                <a:lnTo>
                  <a:pt x="791" y="935"/>
                </a:lnTo>
                <a:lnTo>
                  <a:pt x="790" y="935"/>
                </a:lnTo>
                <a:lnTo>
                  <a:pt x="788" y="935"/>
                </a:lnTo>
                <a:lnTo>
                  <a:pt x="787" y="935"/>
                </a:lnTo>
                <a:lnTo>
                  <a:pt x="786" y="934"/>
                </a:lnTo>
                <a:lnTo>
                  <a:pt x="785" y="934"/>
                </a:lnTo>
                <a:lnTo>
                  <a:pt x="784" y="935"/>
                </a:lnTo>
                <a:lnTo>
                  <a:pt x="783" y="934"/>
                </a:lnTo>
                <a:lnTo>
                  <a:pt x="783" y="932"/>
                </a:lnTo>
                <a:lnTo>
                  <a:pt x="784" y="931"/>
                </a:lnTo>
                <a:lnTo>
                  <a:pt x="784" y="930"/>
                </a:lnTo>
                <a:lnTo>
                  <a:pt x="785" y="930"/>
                </a:lnTo>
                <a:lnTo>
                  <a:pt x="784" y="930"/>
                </a:lnTo>
                <a:lnTo>
                  <a:pt x="783" y="930"/>
                </a:lnTo>
                <a:lnTo>
                  <a:pt x="783" y="931"/>
                </a:lnTo>
                <a:lnTo>
                  <a:pt x="782" y="931"/>
                </a:lnTo>
                <a:lnTo>
                  <a:pt x="782" y="932"/>
                </a:lnTo>
                <a:lnTo>
                  <a:pt x="781" y="932"/>
                </a:lnTo>
                <a:lnTo>
                  <a:pt x="781" y="933"/>
                </a:lnTo>
                <a:lnTo>
                  <a:pt x="781" y="934"/>
                </a:lnTo>
                <a:lnTo>
                  <a:pt x="781" y="933"/>
                </a:lnTo>
                <a:lnTo>
                  <a:pt x="781" y="934"/>
                </a:lnTo>
                <a:lnTo>
                  <a:pt x="780" y="934"/>
                </a:lnTo>
                <a:lnTo>
                  <a:pt x="780" y="935"/>
                </a:lnTo>
                <a:lnTo>
                  <a:pt x="779" y="935"/>
                </a:lnTo>
                <a:lnTo>
                  <a:pt x="779" y="936"/>
                </a:lnTo>
                <a:lnTo>
                  <a:pt x="778" y="937"/>
                </a:lnTo>
                <a:lnTo>
                  <a:pt x="777" y="936"/>
                </a:lnTo>
                <a:lnTo>
                  <a:pt x="776" y="936"/>
                </a:lnTo>
                <a:lnTo>
                  <a:pt x="775" y="937"/>
                </a:lnTo>
                <a:lnTo>
                  <a:pt x="774" y="937"/>
                </a:lnTo>
                <a:lnTo>
                  <a:pt x="774" y="938"/>
                </a:lnTo>
                <a:lnTo>
                  <a:pt x="775" y="938"/>
                </a:lnTo>
                <a:lnTo>
                  <a:pt x="775" y="939"/>
                </a:lnTo>
                <a:lnTo>
                  <a:pt x="775" y="940"/>
                </a:lnTo>
                <a:lnTo>
                  <a:pt x="774" y="940"/>
                </a:lnTo>
                <a:lnTo>
                  <a:pt x="772" y="940"/>
                </a:lnTo>
                <a:lnTo>
                  <a:pt x="770" y="940"/>
                </a:lnTo>
                <a:lnTo>
                  <a:pt x="771" y="940"/>
                </a:lnTo>
                <a:lnTo>
                  <a:pt x="772" y="940"/>
                </a:lnTo>
                <a:lnTo>
                  <a:pt x="772" y="941"/>
                </a:lnTo>
                <a:lnTo>
                  <a:pt x="773" y="941"/>
                </a:lnTo>
                <a:lnTo>
                  <a:pt x="773" y="942"/>
                </a:lnTo>
                <a:lnTo>
                  <a:pt x="773" y="943"/>
                </a:lnTo>
                <a:lnTo>
                  <a:pt x="773" y="944"/>
                </a:lnTo>
                <a:lnTo>
                  <a:pt x="772" y="944"/>
                </a:lnTo>
                <a:lnTo>
                  <a:pt x="772" y="945"/>
                </a:lnTo>
                <a:lnTo>
                  <a:pt x="771" y="945"/>
                </a:lnTo>
                <a:lnTo>
                  <a:pt x="770" y="945"/>
                </a:lnTo>
                <a:lnTo>
                  <a:pt x="770" y="944"/>
                </a:lnTo>
                <a:lnTo>
                  <a:pt x="769" y="944"/>
                </a:lnTo>
                <a:lnTo>
                  <a:pt x="768" y="943"/>
                </a:lnTo>
                <a:lnTo>
                  <a:pt x="767" y="942"/>
                </a:lnTo>
                <a:lnTo>
                  <a:pt x="767" y="941"/>
                </a:lnTo>
                <a:lnTo>
                  <a:pt x="767" y="940"/>
                </a:lnTo>
                <a:lnTo>
                  <a:pt x="767" y="939"/>
                </a:lnTo>
                <a:lnTo>
                  <a:pt x="766" y="939"/>
                </a:lnTo>
                <a:lnTo>
                  <a:pt x="766" y="940"/>
                </a:lnTo>
                <a:lnTo>
                  <a:pt x="766" y="941"/>
                </a:lnTo>
                <a:lnTo>
                  <a:pt x="766" y="942"/>
                </a:lnTo>
                <a:lnTo>
                  <a:pt x="767" y="942"/>
                </a:lnTo>
                <a:lnTo>
                  <a:pt x="767" y="943"/>
                </a:lnTo>
                <a:lnTo>
                  <a:pt x="768" y="944"/>
                </a:lnTo>
                <a:lnTo>
                  <a:pt x="769" y="945"/>
                </a:lnTo>
                <a:lnTo>
                  <a:pt x="769" y="946"/>
                </a:lnTo>
                <a:lnTo>
                  <a:pt x="770" y="947"/>
                </a:lnTo>
                <a:lnTo>
                  <a:pt x="770" y="948"/>
                </a:lnTo>
                <a:lnTo>
                  <a:pt x="771" y="948"/>
                </a:lnTo>
                <a:lnTo>
                  <a:pt x="771" y="947"/>
                </a:lnTo>
                <a:lnTo>
                  <a:pt x="772" y="947"/>
                </a:lnTo>
                <a:lnTo>
                  <a:pt x="772" y="948"/>
                </a:lnTo>
                <a:lnTo>
                  <a:pt x="774" y="949"/>
                </a:lnTo>
                <a:lnTo>
                  <a:pt x="774" y="950"/>
                </a:lnTo>
                <a:lnTo>
                  <a:pt x="775" y="950"/>
                </a:lnTo>
                <a:lnTo>
                  <a:pt x="775" y="951"/>
                </a:lnTo>
                <a:lnTo>
                  <a:pt x="775" y="952"/>
                </a:lnTo>
                <a:lnTo>
                  <a:pt x="775" y="953"/>
                </a:lnTo>
                <a:lnTo>
                  <a:pt x="776" y="954"/>
                </a:lnTo>
                <a:lnTo>
                  <a:pt x="776" y="955"/>
                </a:lnTo>
                <a:lnTo>
                  <a:pt x="777" y="956"/>
                </a:lnTo>
                <a:lnTo>
                  <a:pt x="777" y="957"/>
                </a:lnTo>
                <a:lnTo>
                  <a:pt x="777" y="958"/>
                </a:lnTo>
                <a:lnTo>
                  <a:pt x="778" y="957"/>
                </a:lnTo>
                <a:lnTo>
                  <a:pt x="778" y="958"/>
                </a:lnTo>
                <a:lnTo>
                  <a:pt x="777" y="958"/>
                </a:lnTo>
                <a:lnTo>
                  <a:pt x="777" y="959"/>
                </a:lnTo>
                <a:lnTo>
                  <a:pt x="777" y="960"/>
                </a:lnTo>
                <a:lnTo>
                  <a:pt x="778" y="960"/>
                </a:lnTo>
                <a:lnTo>
                  <a:pt x="778" y="959"/>
                </a:lnTo>
                <a:lnTo>
                  <a:pt x="779" y="959"/>
                </a:lnTo>
                <a:lnTo>
                  <a:pt x="779" y="960"/>
                </a:lnTo>
                <a:lnTo>
                  <a:pt x="780" y="960"/>
                </a:lnTo>
                <a:lnTo>
                  <a:pt x="780" y="961"/>
                </a:lnTo>
                <a:lnTo>
                  <a:pt x="780" y="962"/>
                </a:lnTo>
                <a:lnTo>
                  <a:pt x="781" y="962"/>
                </a:lnTo>
                <a:lnTo>
                  <a:pt x="781" y="963"/>
                </a:lnTo>
                <a:lnTo>
                  <a:pt x="782" y="963"/>
                </a:lnTo>
                <a:lnTo>
                  <a:pt x="783" y="963"/>
                </a:lnTo>
                <a:lnTo>
                  <a:pt x="784" y="963"/>
                </a:lnTo>
                <a:lnTo>
                  <a:pt x="785" y="963"/>
                </a:lnTo>
                <a:lnTo>
                  <a:pt x="785" y="964"/>
                </a:lnTo>
                <a:lnTo>
                  <a:pt x="784" y="964"/>
                </a:lnTo>
                <a:lnTo>
                  <a:pt x="784" y="965"/>
                </a:lnTo>
                <a:lnTo>
                  <a:pt x="783" y="965"/>
                </a:lnTo>
                <a:lnTo>
                  <a:pt x="783" y="966"/>
                </a:lnTo>
                <a:lnTo>
                  <a:pt x="782" y="967"/>
                </a:lnTo>
                <a:lnTo>
                  <a:pt x="781" y="968"/>
                </a:lnTo>
                <a:lnTo>
                  <a:pt x="780" y="968"/>
                </a:lnTo>
                <a:lnTo>
                  <a:pt x="780" y="969"/>
                </a:lnTo>
                <a:lnTo>
                  <a:pt x="779" y="969"/>
                </a:lnTo>
                <a:lnTo>
                  <a:pt x="778" y="969"/>
                </a:lnTo>
                <a:lnTo>
                  <a:pt x="777" y="969"/>
                </a:lnTo>
                <a:lnTo>
                  <a:pt x="777" y="968"/>
                </a:lnTo>
                <a:lnTo>
                  <a:pt x="778" y="968"/>
                </a:lnTo>
                <a:lnTo>
                  <a:pt x="777" y="967"/>
                </a:lnTo>
                <a:lnTo>
                  <a:pt x="777" y="968"/>
                </a:lnTo>
                <a:lnTo>
                  <a:pt x="777" y="969"/>
                </a:lnTo>
                <a:lnTo>
                  <a:pt x="777" y="968"/>
                </a:lnTo>
                <a:lnTo>
                  <a:pt x="776" y="968"/>
                </a:lnTo>
                <a:lnTo>
                  <a:pt x="776" y="967"/>
                </a:lnTo>
                <a:lnTo>
                  <a:pt x="776" y="966"/>
                </a:lnTo>
                <a:lnTo>
                  <a:pt x="776" y="965"/>
                </a:lnTo>
                <a:lnTo>
                  <a:pt x="777" y="965"/>
                </a:lnTo>
                <a:lnTo>
                  <a:pt x="777" y="964"/>
                </a:lnTo>
                <a:lnTo>
                  <a:pt x="776" y="963"/>
                </a:lnTo>
                <a:lnTo>
                  <a:pt x="775" y="963"/>
                </a:lnTo>
                <a:lnTo>
                  <a:pt x="776" y="965"/>
                </a:lnTo>
                <a:lnTo>
                  <a:pt x="776" y="966"/>
                </a:lnTo>
                <a:lnTo>
                  <a:pt x="776" y="967"/>
                </a:lnTo>
                <a:lnTo>
                  <a:pt x="775" y="967"/>
                </a:lnTo>
                <a:lnTo>
                  <a:pt x="775" y="968"/>
                </a:lnTo>
                <a:lnTo>
                  <a:pt x="776" y="968"/>
                </a:lnTo>
                <a:lnTo>
                  <a:pt x="776" y="969"/>
                </a:lnTo>
                <a:lnTo>
                  <a:pt x="777" y="969"/>
                </a:lnTo>
                <a:lnTo>
                  <a:pt x="777" y="971"/>
                </a:lnTo>
                <a:lnTo>
                  <a:pt x="777" y="972"/>
                </a:lnTo>
                <a:lnTo>
                  <a:pt x="776" y="972"/>
                </a:lnTo>
                <a:lnTo>
                  <a:pt x="776" y="973"/>
                </a:lnTo>
                <a:lnTo>
                  <a:pt x="777" y="973"/>
                </a:lnTo>
                <a:lnTo>
                  <a:pt x="777" y="972"/>
                </a:lnTo>
                <a:lnTo>
                  <a:pt x="778" y="971"/>
                </a:lnTo>
                <a:lnTo>
                  <a:pt x="778" y="970"/>
                </a:lnTo>
                <a:lnTo>
                  <a:pt x="778" y="971"/>
                </a:lnTo>
                <a:lnTo>
                  <a:pt x="778" y="972"/>
                </a:lnTo>
                <a:lnTo>
                  <a:pt x="779" y="972"/>
                </a:lnTo>
                <a:lnTo>
                  <a:pt x="780" y="972"/>
                </a:lnTo>
                <a:lnTo>
                  <a:pt x="780" y="971"/>
                </a:lnTo>
                <a:lnTo>
                  <a:pt x="780" y="970"/>
                </a:lnTo>
                <a:lnTo>
                  <a:pt x="781" y="970"/>
                </a:lnTo>
                <a:lnTo>
                  <a:pt x="782" y="969"/>
                </a:lnTo>
                <a:lnTo>
                  <a:pt x="782" y="968"/>
                </a:lnTo>
                <a:lnTo>
                  <a:pt x="783" y="968"/>
                </a:lnTo>
                <a:lnTo>
                  <a:pt x="785" y="969"/>
                </a:lnTo>
                <a:lnTo>
                  <a:pt x="785" y="970"/>
                </a:lnTo>
                <a:lnTo>
                  <a:pt x="784" y="971"/>
                </a:lnTo>
                <a:lnTo>
                  <a:pt x="784" y="972"/>
                </a:lnTo>
                <a:lnTo>
                  <a:pt x="783" y="972"/>
                </a:lnTo>
                <a:lnTo>
                  <a:pt x="783" y="973"/>
                </a:lnTo>
                <a:lnTo>
                  <a:pt x="784" y="973"/>
                </a:lnTo>
                <a:lnTo>
                  <a:pt x="784" y="974"/>
                </a:lnTo>
                <a:lnTo>
                  <a:pt x="783" y="975"/>
                </a:lnTo>
                <a:lnTo>
                  <a:pt x="782" y="975"/>
                </a:lnTo>
                <a:lnTo>
                  <a:pt x="781" y="975"/>
                </a:lnTo>
                <a:lnTo>
                  <a:pt x="781" y="976"/>
                </a:lnTo>
                <a:lnTo>
                  <a:pt x="782" y="976"/>
                </a:lnTo>
                <a:lnTo>
                  <a:pt x="783" y="976"/>
                </a:lnTo>
                <a:lnTo>
                  <a:pt x="783" y="975"/>
                </a:lnTo>
                <a:lnTo>
                  <a:pt x="784" y="975"/>
                </a:lnTo>
                <a:lnTo>
                  <a:pt x="784" y="974"/>
                </a:lnTo>
                <a:lnTo>
                  <a:pt x="785" y="975"/>
                </a:lnTo>
                <a:lnTo>
                  <a:pt x="785" y="974"/>
                </a:lnTo>
                <a:lnTo>
                  <a:pt x="786" y="974"/>
                </a:lnTo>
                <a:lnTo>
                  <a:pt x="786" y="973"/>
                </a:lnTo>
                <a:lnTo>
                  <a:pt x="786" y="972"/>
                </a:lnTo>
                <a:lnTo>
                  <a:pt x="787" y="972"/>
                </a:lnTo>
                <a:lnTo>
                  <a:pt x="788" y="973"/>
                </a:lnTo>
                <a:lnTo>
                  <a:pt x="789" y="973"/>
                </a:lnTo>
                <a:lnTo>
                  <a:pt x="789" y="974"/>
                </a:lnTo>
                <a:lnTo>
                  <a:pt x="789" y="975"/>
                </a:lnTo>
                <a:lnTo>
                  <a:pt x="789" y="976"/>
                </a:lnTo>
                <a:lnTo>
                  <a:pt x="789" y="977"/>
                </a:lnTo>
                <a:lnTo>
                  <a:pt x="789" y="978"/>
                </a:lnTo>
                <a:lnTo>
                  <a:pt x="789" y="979"/>
                </a:lnTo>
                <a:lnTo>
                  <a:pt x="789" y="980"/>
                </a:lnTo>
                <a:lnTo>
                  <a:pt x="788" y="981"/>
                </a:lnTo>
                <a:lnTo>
                  <a:pt x="788" y="980"/>
                </a:lnTo>
                <a:lnTo>
                  <a:pt x="786" y="980"/>
                </a:lnTo>
                <a:lnTo>
                  <a:pt x="785" y="981"/>
                </a:lnTo>
                <a:lnTo>
                  <a:pt x="785" y="982"/>
                </a:lnTo>
                <a:lnTo>
                  <a:pt x="784" y="982"/>
                </a:lnTo>
                <a:lnTo>
                  <a:pt x="784" y="983"/>
                </a:lnTo>
                <a:lnTo>
                  <a:pt x="785" y="983"/>
                </a:lnTo>
                <a:lnTo>
                  <a:pt x="786" y="982"/>
                </a:lnTo>
                <a:lnTo>
                  <a:pt x="786" y="981"/>
                </a:lnTo>
                <a:lnTo>
                  <a:pt x="787" y="981"/>
                </a:lnTo>
                <a:lnTo>
                  <a:pt x="787" y="982"/>
                </a:lnTo>
                <a:lnTo>
                  <a:pt x="786" y="983"/>
                </a:lnTo>
                <a:lnTo>
                  <a:pt x="786" y="984"/>
                </a:lnTo>
                <a:lnTo>
                  <a:pt x="786" y="985"/>
                </a:lnTo>
                <a:lnTo>
                  <a:pt x="785" y="985"/>
                </a:lnTo>
                <a:lnTo>
                  <a:pt x="784" y="987"/>
                </a:lnTo>
                <a:lnTo>
                  <a:pt x="783" y="987"/>
                </a:lnTo>
                <a:lnTo>
                  <a:pt x="782" y="987"/>
                </a:lnTo>
                <a:lnTo>
                  <a:pt x="782" y="986"/>
                </a:lnTo>
                <a:lnTo>
                  <a:pt x="783" y="986"/>
                </a:lnTo>
                <a:lnTo>
                  <a:pt x="782" y="986"/>
                </a:lnTo>
                <a:lnTo>
                  <a:pt x="781" y="986"/>
                </a:lnTo>
                <a:lnTo>
                  <a:pt x="781" y="985"/>
                </a:lnTo>
                <a:lnTo>
                  <a:pt x="781" y="986"/>
                </a:lnTo>
                <a:lnTo>
                  <a:pt x="781" y="987"/>
                </a:lnTo>
                <a:lnTo>
                  <a:pt x="782" y="987"/>
                </a:lnTo>
                <a:lnTo>
                  <a:pt x="783" y="988"/>
                </a:lnTo>
                <a:lnTo>
                  <a:pt x="782" y="988"/>
                </a:lnTo>
                <a:lnTo>
                  <a:pt x="782" y="989"/>
                </a:lnTo>
                <a:lnTo>
                  <a:pt x="782" y="990"/>
                </a:lnTo>
                <a:lnTo>
                  <a:pt x="782" y="991"/>
                </a:lnTo>
                <a:lnTo>
                  <a:pt x="781" y="991"/>
                </a:lnTo>
                <a:lnTo>
                  <a:pt x="782" y="991"/>
                </a:lnTo>
                <a:lnTo>
                  <a:pt x="781" y="992"/>
                </a:lnTo>
                <a:lnTo>
                  <a:pt x="780" y="992"/>
                </a:lnTo>
                <a:lnTo>
                  <a:pt x="780" y="993"/>
                </a:lnTo>
                <a:lnTo>
                  <a:pt x="781" y="993"/>
                </a:lnTo>
                <a:lnTo>
                  <a:pt x="780" y="994"/>
                </a:lnTo>
                <a:lnTo>
                  <a:pt x="780" y="995"/>
                </a:lnTo>
                <a:lnTo>
                  <a:pt x="779" y="995"/>
                </a:lnTo>
                <a:lnTo>
                  <a:pt x="775" y="997"/>
                </a:lnTo>
                <a:lnTo>
                  <a:pt x="774" y="997"/>
                </a:lnTo>
                <a:lnTo>
                  <a:pt x="773" y="998"/>
                </a:lnTo>
                <a:lnTo>
                  <a:pt x="772" y="997"/>
                </a:lnTo>
                <a:lnTo>
                  <a:pt x="772" y="996"/>
                </a:lnTo>
                <a:lnTo>
                  <a:pt x="772" y="995"/>
                </a:lnTo>
                <a:lnTo>
                  <a:pt x="773" y="995"/>
                </a:lnTo>
                <a:lnTo>
                  <a:pt x="773" y="994"/>
                </a:lnTo>
                <a:lnTo>
                  <a:pt x="774" y="993"/>
                </a:lnTo>
                <a:lnTo>
                  <a:pt x="774" y="992"/>
                </a:lnTo>
                <a:lnTo>
                  <a:pt x="775" y="992"/>
                </a:lnTo>
                <a:lnTo>
                  <a:pt x="775" y="991"/>
                </a:lnTo>
                <a:lnTo>
                  <a:pt x="774" y="991"/>
                </a:lnTo>
                <a:lnTo>
                  <a:pt x="774" y="992"/>
                </a:lnTo>
                <a:lnTo>
                  <a:pt x="773" y="993"/>
                </a:lnTo>
                <a:lnTo>
                  <a:pt x="772" y="993"/>
                </a:lnTo>
                <a:lnTo>
                  <a:pt x="772" y="994"/>
                </a:lnTo>
                <a:lnTo>
                  <a:pt x="772" y="995"/>
                </a:lnTo>
                <a:lnTo>
                  <a:pt x="771" y="996"/>
                </a:lnTo>
                <a:lnTo>
                  <a:pt x="771" y="997"/>
                </a:lnTo>
                <a:lnTo>
                  <a:pt x="772" y="998"/>
                </a:lnTo>
                <a:lnTo>
                  <a:pt x="772" y="999"/>
                </a:lnTo>
                <a:lnTo>
                  <a:pt x="772" y="1000"/>
                </a:lnTo>
                <a:lnTo>
                  <a:pt x="771" y="1000"/>
                </a:lnTo>
                <a:lnTo>
                  <a:pt x="770" y="1000"/>
                </a:lnTo>
                <a:lnTo>
                  <a:pt x="770" y="1001"/>
                </a:lnTo>
                <a:lnTo>
                  <a:pt x="771" y="1001"/>
                </a:lnTo>
                <a:lnTo>
                  <a:pt x="772" y="1001"/>
                </a:lnTo>
                <a:lnTo>
                  <a:pt x="772" y="1002"/>
                </a:lnTo>
                <a:lnTo>
                  <a:pt x="770" y="1002"/>
                </a:lnTo>
                <a:lnTo>
                  <a:pt x="769" y="1002"/>
                </a:lnTo>
                <a:lnTo>
                  <a:pt x="768" y="1003"/>
                </a:lnTo>
                <a:lnTo>
                  <a:pt x="767" y="1003"/>
                </a:lnTo>
                <a:lnTo>
                  <a:pt x="766" y="1003"/>
                </a:lnTo>
                <a:lnTo>
                  <a:pt x="766" y="1004"/>
                </a:lnTo>
                <a:lnTo>
                  <a:pt x="765" y="1003"/>
                </a:lnTo>
                <a:lnTo>
                  <a:pt x="762" y="1003"/>
                </a:lnTo>
                <a:lnTo>
                  <a:pt x="761" y="1004"/>
                </a:lnTo>
                <a:lnTo>
                  <a:pt x="760" y="1004"/>
                </a:lnTo>
                <a:lnTo>
                  <a:pt x="759" y="1004"/>
                </a:lnTo>
                <a:lnTo>
                  <a:pt x="758" y="1005"/>
                </a:lnTo>
                <a:lnTo>
                  <a:pt x="758" y="1006"/>
                </a:lnTo>
                <a:lnTo>
                  <a:pt x="758" y="1007"/>
                </a:lnTo>
                <a:lnTo>
                  <a:pt x="753" y="1007"/>
                </a:lnTo>
                <a:lnTo>
                  <a:pt x="752" y="1005"/>
                </a:lnTo>
                <a:lnTo>
                  <a:pt x="752" y="1004"/>
                </a:lnTo>
                <a:lnTo>
                  <a:pt x="754" y="1000"/>
                </a:lnTo>
                <a:lnTo>
                  <a:pt x="757" y="1000"/>
                </a:lnTo>
                <a:lnTo>
                  <a:pt x="757" y="999"/>
                </a:lnTo>
                <a:lnTo>
                  <a:pt x="757" y="997"/>
                </a:lnTo>
                <a:lnTo>
                  <a:pt x="756" y="997"/>
                </a:lnTo>
                <a:lnTo>
                  <a:pt x="755" y="996"/>
                </a:lnTo>
                <a:lnTo>
                  <a:pt x="755" y="995"/>
                </a:lnTo>
                <a:lnTo>
                  <a:pt x="756" y="995"/>
                </a:lnTo>
                <a:lnTo>
                  <a:pt x="757" y="995"/>
                </a:lnTo>
                <a:lnTo>
                  <a:pt x="758" y="995"/>
                </a:lnTo>
                <a:lnTo>
                  <a:pt x="759" y="994"/>
                </a:lnTo>
                <a:lnTo>
                  <a:pt x="760" y="994"/>
                </a:lnTo>
                <a:lnTo>
                  <a:pt x="761" y="994"/>
                </a:lnTo>
                <a:lnTo>
                  <a:pt x="762" y="995"/>
                </a:lnTo>
                <a:lnTo>
                  <a:pt x="763" y="995"/>
                </a:lnTo>
                <a:lnTo>
                  <a:pt x="763" y="994"/>
                </a:lnTo>
                <a:lnTo>
                  <a:pt x="763" y="993"/>
                </a:lnTo>
                <a:lnTo>
                  <a:pt x="764" y="993"/>
                </a:lnTo>
                <a:lnTo>
                  <a:pt x="765" y="992"/>
                </a:lnTo>
                <a:lnTo>
                  <a:pt x="765" y="991"/>
                </a:lnTo>
                <a:lnTo>
                  <a:pt x="766" y="991"/>
                </a:lnTo>
                <a:lnTo>
                  <a:pt x="765" y="991"/>
                </a:lnTo>
                <a:lnTo>
                  <a:pt x="764" y="992"/>
                </a:lnTo>
                <a:lnTo>
                  <a:pt x="762" y="992"/>
                </a:lnTo>
                <a:lnTo>
                  <a:pt x="762" y="993"/>
                </a:lnTo>
                <a:lnTo>
                  <a:pt x="761" y="993"/>
                </a:lnTo>
                <a:lnTo>
                  <a:pt x="761" y="992"/>
                </a:lnTo>
                <a:lnTo>
                  <a:pt x="760" y="992"/>
                </a:lnTo>
                <a:lnTo>
                  <a:pt x="760" y="991"/>
                </a:lnTo>
                <a:lnTo>
                  <a:pt x="759" y="991"/>
                </a:lnTo>
                <a:lnTo>
                  <a:pt x="760" y="990"/>
                </a:lnTo>
                <a:lnTo>
                  <a:pt x="761" y="990"/>
                </a:lnTo>
                <a:lnTo>
                  <a:pt x="761" y="989"/>
                </a:lnTo>
                <a:lnTo>
                  <a:pt x="761" y="988"/>
                </a:lnTo>
                <a:lnTo>
                  <a:pt x="760" y="988"/>
                </a:lnTo>
                <a:lnTo>
                  <a:pt x="760" y="987"/>
                </a:lnTo>
                <a:lnTo>
                  <a:pt x="761" y="987"/>
                </a:lnTo>
                <a:lnTo>
                  <a:pt x="761" y="988"/>
                </a:lnTo>
                <a:lnTo>
                  <a:pt x="762" y="988"/>
                </a:lnTo>
                <a:lnTo>
                  <a:pt x="762" y="987"/>
                </a:lnTo>
                <a:lnTo>
                  <a:pt x="763" y="986"/>
                </a:lnTo>
                <a:lnTo>
                  <a:pt x="763" y="985"/>
                </a:lnTo>
                <a:lnTo>
                  <a:pt x="764" y="985"/>
                </a:lnTo>
                <a:lnTo>
                  <a:pt x="764" y="984"/>
                </a:lnTo>
                <a:lnTo>
                  <a:pt x="765" y="984"/>
                </a:lnTo>
                <a:lnTo>
                  <a:pt x="765" y="983"/>
                </a:lnTo>
                <a:lnTo>
                  <a:pt x="766" y="983"/>
                </a:lnTo>
                <a:lnTo>
                  <a:pt x="767" y="983"/>
                </a:lnTo>
                <a:lnTo>
                  <a:pt x="767" y="982"/>
                </a:lnTo>
                <a:lnTo>
                  <a:pt x="768" y="982"/>
                </a:lnTo>
                <a:lnTo>
                  <a:pt x="768" y="981"/>
                </a:lnTo>
                <a:lnTo>
                  <a:pt x="769" y="981"/>
                </a:lnTo>
                <a:lnTo>
                  <a:pt x="770" y="981"/>
                </a:lnTo>
                <a:lnTo>
                  <a:pt x="770" y="980"/>
                </a:lnTo>
                <a:lnTo>
                  <a:pt x="769" y="980"/>
                </a:lnTo>
                <a:lnTo>
                  <a:pt x="768" y="980"/>
                </a:lnTo>
                <a:lnTo>
                  <a:pt x="767" y="980"/>
                </a:lnTo>
                <a:lnTo>
                  <a:pt x="766" y="980"/>
                </a:lnTo>
                <a:lnTo>
                  <a:pt x="766" y="981"/>
                </a:lnTo>
                <a:lnTo>
                  <a:pt x="765" y="981"/>
                </a:lnTo>
                <a:lnTo>
                  <a:pt x="764" y="981"/>
                </a:lnTo>
                <a:lnTo>
                  <a:pt x="764" y="982"/>
                </a:lnTo>
                <a:lnTo>
                  <a:pt x="763" y="982"/>
                </a:lnTo>
                <a:lnTo>
                  <a:pt x="763" y="983"/>
                </a:lnTo>
                <a:lnTo>
                  <a:pt x="762" y="983"/>
                </a:lnTo>
                <a:lnTo>
                  <a:pt x="762" y="982"/>
                </a:lnTo>
                <a:lnTo>
                  <a:pt x="761" y="983"/>
                </a:lnTo>
                <a:lnTo>
                  <a:pt x="761" y="984"/>
                </a:lnTo>
                <a:lnTo>
                  <a:pt x="760" y="984"/>
                </a:lnTo>
                <a:lnTo>
                  <a:pt x="759" y="984"/>
                </a:lnTo>
                <a:lnTo>
                  <a:pt x="759" y="985"/>
                </a:lnTo>
                <a:lnTo>
                  <a:pt x="759" y="984"/>
                </a:lnTo>
                <a:lnTo>
                  <a:pt x="760" y="983"/>
                </a:lnTo>
                <a:lnTo>
                  <a:pt x="760" y="982"/>
                </a:lnTo>
                <a:lnTo>
                  <a:pt x="761" y="981"/>
                </a:lnTo>
                <a:lnTo>
                  <a:pt x="761" y="980"/>
                </a:lnTo>
                <a:lnTo>
                  <a:pt x="762" y="979"/>
                </a:lnTo>
                <a:lnTo>
                  <a:pt x="762" y="980"/>
                </a:lnTo>
                <a:lnTo>
                  <a:pt x="763" y="980"/>
                </a:lnTo>
                <a:lnTo>
                  <a:pt x="763" y="979"/>
                </a:lnTo>
                <a:lnTo>
                  <a:pt x="763" y="978"/>
                </a:lnTo>
                <a:lnTo>
                  <a:pt x="762" y="978"/>
                </a:lnTo>
                <a:lnTo>
                  <a:pt x="762" y="977"/>
                </a:lnTo>
                <a:lnTo>
                  <a:pt x="763" y="977"/>
                </a:lnTo>
                <a:lnTo>
                  <a:pt x="764" y="977"/>
                </a:lnTo>
                <a:lnTo>
                  <a:pt x="764" y="976"/>
                </a:lnTo>
                <a:lnTo>
                  <a:pt x="763" y="976"/>
                </a:lnTo>
                <a:lnTo>
                  <a:pt x="763" y="977"/>
                </a:lnTo>
                <a:lnTo>
                  <a:pt x="763" y="976"/>
                </a:lnTo>
                <a:lnTo>
                  <a:pt x="762" y="976"/>
                </a:lnTo>
                <a:lnTo>
                  <a:pt x="761" y="976"/>
                </a:lnTo>
                <a:lnTo>
                  <a:pt x="760" y="977"/>
                </a:lnTo>
                <a:lnTo>
                  <a:pt x="761" y="977"/>
                </a:lnTo>
                <a:lnTo>
                  <a:pt x="760" y="977"/>
                </a:lnTo>
                <a:lnTo>
                  <a:pt x="760" y="978"/>
                </a:lnTo>
                <a:lnTo>
                  <a:pt x="760" y="979"/>
                </a:lnTo>
                <a:lnTo>
                  <a:pt x="760" y="980"/>
                </a:lnTo>
                <a:lnTo>
                  <a:pt x="759" y="980"/>
                </a:lnTo>
                <a:lnTo>
                  <a:pt x="758" y="981"/>
                </a:lnTo>
                <a:lnTo>
                  <a:pt x="757" y="981"/>
                </a:lnTo>
                <a:lnTo>
                  <a:pt x="756" y="982"/>
                </a:lnTo>
                <a:lnTo>
                  <a:pt x="755" y="982"/>
                </a:lnTo>
                <a:lnTo>
                  <a:pt x="755" y="981"/>
                </a:lnTo>
                <a:lnTo>
                  <a:pt x="755" y="980"/>
                </a:lnTo>
                <a:lnTo>
                  <a:pt x="754" y="980"/>
                </a:lnTo>
                <a:lnTo>
                  <a:pt x="754" y="981"/>
                </a:lnTo>
                <a:lnTo>
                  <a:pt x="753" y="980"/>
                </a:lnTo>
                <a:lnTo>
                  <a:pt x="752" y="980"/>
                </a:lnTo>
                <a:lnTo>
                  <a:pt x="751" y="979"/>
                </a:lnTo>
                <a:lnTo>
                  <a:pt x="751" y="978"/>
                </a:lnTo>
                <a:lnTo>
                  <a:pt x="751" y="977"/>
                </a:lnTo>
                <a:lnTo>
                  <a:pt x="750" y="978"/>
                </a:lnTo>
                <a:lnTo>
                  <a:pt x="749" y="979"/>
                </a:lnTo>
                <a:lnTo>
                  <a:pt x="748" y="979"/>
                </a:lnTo>
                <a:lnTo>
                  <a:pt x="748" y="978"/>
                </a:lnTo>
                <a:lnTo>
                  <a:pt x="746" y="978"/>
                </a:lnTo>
                <a:lnTo>
                  <a:pt x="745" y="977"/>
                </a:lnTo>
                <a:lnTo>
                  <a:pt x="744" y="977"/>
                </a:lnTo>
                <a:lnTo>
                  <a:pt x="744" y="976"/>
                </a:lnTo>
                <a:lnTo>
                  <a:pt x="745" y="976"/>
                </a:lnTo>
                <a:lnTo>
                  <a:pt x="745" y="975"/>
                </a:lnTo>
                <a:lnTo>
                  <a:pt x="746" y="975"/>
                </a:lnTo>
                <a:lnTo>
                  <a:pt x="745" y="975"/>
                </a:lnTo>
                <a:lnTo>
                  <a:pt x="745" y="974"/>
                </a:lnTo>
                <a:lnTo>
                  <a:pt x="745" y="973"/>
                </a:lnTo>
                <a:lnTo>
                  <a:pt x="745" y="972"/>
                </a:lnTo>
                <a:lnTo>
                  <a:pt x="744" y="972"/>
                </a:lnTo>
                <a:lnTo>
                  <a:pt x="744" y="973"/>
                </a:lnTo>
                <a:lnTo>
                  <a:pt x="743" y="973"/>
                </a:lnTo>
                <a:lnTo>
                  <a:pt x="743" y="974"/>
                </a:lnTo>
                <a:lnTo>
                  <a:pt x="743" y="975"/>
                </a:lnTo>
                <a:lnTo>
                  <a:pt x="742" y="976"/>
                </a:lnTo>
                <a:lnTo>
                  <a:pt x="743" y="976"/>
                </a:lnTo>
                <a:lnTo>
                  <a:pt x="744" y="977"/>
                </a:lnTo>
                <a:lnTo>
                  <a:pt x="744" y="978"/>
                </a:lnTo>
                <a:lnTo>
                  <a:pt x="744" y="979"/>
                </a:lnTo>
                <a:lnTo>
                  <a:pt x="744" y="980"/>
                </a:lnTo>
                <a:lnTo>
                  <a:pt x="744" y="981"/>
                </a:lnTo>
                <a:lnTo>
                  <a:pt x="744" y="982"/>
                </a:lnTo>
                <a:lnTo>
                  <a:pt x="743" y="983"/>
                </a:lnTo>
                <a:lnTo>
                  <a:pt x="744" y="983"/>
                </a:lnTo>
                <a:lnTo>
                  <a:pt x="743" y="983"/>
                </a:lnTo>
                <a:lnTo>
                  <a:pt x="743" y="982"/>
                </a:lnTo>
                <a:lnTo>
                  <a:pt x="743" y="981"/>
                </a:lnTo>
                <a:lnTo>
                  <a:pt x="743" y="980"/>
                </a:lnTo>
                <a:lnTo>
                  <a:pt x="742" y="980"/>
                </a:lnTo>
                <a:lnTo>
                  <a:pt x="742" y="979"/>
                </a:lnTo>
                <a:lnTo>
                  <a:pt x="743" y="979"/>
                </a:lnTo>
                <a:lnTo>
                  <a:pt x="743" y="978"/>
                </a:lnTo>
                <a:lnTo>
                  <a:pt x="743" y="977"/>
                </a:lnTo>
                <a:lnTo>
                  <a:pt x="743" y="978"/>
                </a:lnTo>
                <a:lnTo>
                  <a:pt x="742" y="978"/>
                </a:lnTo>
                <a:lnTo>
                  <a:pt x="742" y="979"/>
                </a:lnTo>
                <a:lnTo>
                  <a:pt x="741" y="980"/>
                </a:lnTo>
                <a:lnTo>
                  <a:pt x="741" y="981"/>
                </a:lnTo>
                <a:lnTo>
                  <a:pt x="740" y="981"/>
                </a:lnTo>
                <a:lnTo>
                  <a:pt x="740" y="982"/>
                </a:lnTo>
                <a:lnTo>
                  <a:pt x="740" y="983"/>
                </a:lnTo>
                <a:lnTo>
                  <a:pt x="740" y="984"/>
                </a:lnTo>
                <a:lnTo>
                  <a:pt x="741" y="985"/>
                </a:lnTo>
                <a:lnTo>
                  <a:pt x="742" y="985"/>
                </a:lnTo>
                <a:lnTo>
                  <a:pt x="742" y="986"/>
                </a:lnTo>
                <a:lnTo>
                  <a:pt x="743" y="987"/>
                </a:lnTo>
                <a:lnTo>
                  <a:pt x="743" y="988"/>
                </a:lnTo>
                <a:lnTo>
                  <a:pt x="742" y="988"/>
                </a:lnTo>
                <a:lnTo>
                  <a:pt x="742" y="989"/>
                </a:lnTo>
                <a:lnTo>
                  <a:pt x="741" y="989"/>
                </a:lnTo>
                <a:lnTo>
                  <a:pt x="741" y="990"/>
                </a:lnTo>
                <a:lnTo>
                  <a:pt x="741" y="991"/>
                </a:lnTo>
                <a:lnTo>
                  <a:pt x="742" y="991"/>
                </a:lnTo>
                <a:lnTo>
                  <a:pt x="742" y="992"/>
                </a:lnTo>
                <a:lnTo>
                  <a:pt x="741" y="992"/>
                </a:lnTo>
                <a:lnTo>
                  <a:pt x="740" y="992"/>
                </a:lnTo>
                <a:lnTo>
                  <a:pt x="739" y="993"/>
                </a:lnTo>
                <a:lnTo>
                  <a:pt x="739" y="994"/>
                </a:lnTo>
                <a:lnTo>
                  <a:pt x="738" y="995"/>
                </a:lnTo>
                <a:lnTo>
                  <a:pt x="738" y="996"/>
                </a:lnTo>
                <a:lnTo>
                  <a:pt x="739" y="996"/>
                </a:lnTo>
                <a:lnTo>
                  <a:pt x="739" y="997"/>
                </a:lnTo>
                <a:lnTo>
                  <a:pt x="740" y="996"/>
                </a:lnTo>
                <a:lnTo>
                  <a:pt x="741" y="996"/>
                </a:lnTo>
                <a:lnTo>
                  <a:pt x="742" y="995"/>
                </a:lnTo>
                <a:lnTo>
                  <a:pt x="743" y="995"/>
                </a:lnTo>
                <a:lnTo>
                  <a:pt x="743" y="996"/>
                </a:lnTo>
                <a:lnTo>
                  <a:pt x="743" y="997"/>
                </a:lnTo>
                <a:lnTo>
                  <a:pt x="742" y="998"/>
                </a:lnTo>
                <a:lnTo>
                  <a:pt x="741" y="999"/>
                </a:lnTo>
                <a:lnTo>
                  <a:pt x="741" y="1000"/>
                </a:lnTo>
                <a:lnTo>
                  <a:pt x="739" y="1001"/>
                </a:lnTo>
                <a:lnTo>
                  <a:pt x="738" y="1003"/>
                </a:lnTo>
                <a:lnTo>
                  <a:pt x="737" y="1004"/>
                </a:lnTo>
                <a:lnTo>
                  <a:pt x="736" y="1005"/>
                </a:lnTo>
                <a:lnTo>
                  <a:pt x="737" y="1006"/>
                </a:lnTo>
                <a:lnTo>
                  <a:pt x="737" y="1007"/>
                </a:lnTo>
                <a:lnTo>
                  <a:pt x="735" y="1007"/>
                </a:lnTo>
                <a:lnTo>
                  <a:pt x="734" y="1008"/>
                </a:lnTo>
                <a:lnTo>
                  <a:pt x="732" y="1008"/>
                </a:lnTo>
                <a:lnTo>
                  <a:pt x="731" y="1009"/>
                </a:lnTo>
                <a:lnTo>
                  <a:pt x="731" y="1010"/>
                </a:lnTo>
                <a:lnTo>
                  <a:pt x="731" y="1011"/>
                </a:lnTo>
                <a:lnTo>
                  <a:pt x="730" y="1011"/>
                </a:lnTo>
                <a:lnTo>
                  <a:pt x="729" y="1011"/>
                </a:lnTo>
                <a:lnTo>
                  <a:pt x="729" y="1012"/>
                </a:lnTo>
                <a:lnTo>
                  <a:pt x="727" y="1013"/>
                </a:lnTo>
                <a:lnTo>
                  <a:pt x="725" y="1014"/>
                </a:lnTo>
                <a:lnTo>
                  <a:pt x="724" y="1015"/>
                </a:lnTo>
                <a:lnTo>
                  <a:pt x="723" y="1016"/>
                </a:lnTo>
                <a:lnTo>
                  <a:pt x="722" y="1015"/>
                </a:lnTo>
                <a:lnTo>
                  <a:pt x="721" y="1015"/>
                </a:lnTo>
                <a:lnTo>
                  <a:pt x="721" y="1014"/>
                </a:lnTo>
                <a:lnTo>
                  <a:pt x="723" y="1013"/>
                </a:lnTo>
                <a:lnTo>
                  <a:pt x="723" y="1012"/>
                </a:lnTo>
                <a:lnTo>
                  <a:pt x="724" y="1010"/>
                </a:lnTo>
                <a:lnTo>
                  <a:pt x="725" y="1009"/>
                </a:lnTo>
                <a:lnTo>
                  <a:pt x="726" y="1009"/>
                </a:lnTo>
                <a:lnTo>
                  <a:pt x="727" y="1008"/>
                </a:lnTo>
                <a:lnTo>
                  <a:pt x="727" y="1007"/>
                </a:lnTo>
                <a:lnTo>
                  <a:pt x="730" y="1000"/>
                </a:lnTo>
                <a:lnTo>
                  <a:pt x="731" y="999"/>
                </a:lnTo>
                <a:lnTo>
                  <a:pt x="731" y="998"/>
                </a:lnTo>
                <a:lnTo>
                  <a:pt x="732" y="997"/>
                </a:lnTo>
                <a:lnTo>
                  <a:pt x="732" y="996"/>
                </a:lnTo>
                <a:lnTo>
                  <a:pt x="731" y="996"/>
                </a:lnTo>
                <a:lnTo>
                  <a:pt x="731" y="997"/>
                </a:lnTo>
                <a:lnTo>
                  <a:pt x="730" y="997"/>
                </a:lnTo>
                <a:lnTo>
                  <a:pt x="730" y="998"/>
                </a:lnTo>
                <a:lnTo>
                  <a:pt x="729" y="998"/>
                </a:lnTo>
                <a:lnTo>
                  <a:pt x="728" y="996"/>
                </a:lnTo>
                <a:lnTo>
                  <a:pt x="728" y="995"/>
                </a:lnTo>
                <a:lnTo>
                  <a:pt x="728" y="993"/>
                </a:lnTo>
                <a:lnTo>
                  <a:pt x="727" y="992"/>
                </a:lnTo>
                <a:lnTo>
                  <a:pt x="726" y="992"/>
                </a:lnTo>
                <a:lnTo>
                  <a:pt x="725" y="992"/>
                </a:lnTo>
                <a:lnTo>
                  <a:pt x="724" y="992"/>
                </a:lnTo>
                <a:lnTo>
                  <a:pt x="723" y="992"/>
                </a:lnTo>
                <a:lnTo>
                  <a:pt x="724" y="991"/>
                </a:lnTo>
                <a:lnTo>
                  <a:pt x="724" y="990"/>
                </a:lnTo>
                <a:lnTo>
                  <a:pt x="723" y="990"/>
                </a:lnTo>
                <a:lnTo>
                  <a:pt x="723" y="991"/>
                </a:lnTo>
                <a:lnTo>
                  <a:pt x="722" y="991"/>
                </a:lnTo>
                <a:lnTo>
                  <a:pt x="722" y="990"/>
                </a:lnTo>
                <a:lnTo>
                  <a:pt x="721" y="990"/>
                </a:lnTo>
                <a:lnTo>
                  <a:pt x="721" y="991"/>
                </a:lnTo>
                <a:lnTo>
                  <a:pt x="722" y="991"/>
                </a:lnTo>
                <a:lnTo>
                  <a:pt x="722" y="992"/>
                </a:lnTo>
                <a:lnTo>
                  <a:pt x="721" y="993"/>
                </a:lnTo>
                <a:lnTo>
                  <a:pt x="721" y="994"/>
                </a:lnTo>
                <a:lnTo>
                  <a:pt x="720" y="995"/>
                </a:lnTo>
                <a:lnTo>
                  <a:pt x="719" y="995"/>
                </a:lnTo>
                <a:lnTo>
                  <a:pt x="719" y="994"/>
                </a:lnTo>
                <a:lnTo>
                  <a:pt x="718" y="994"/>
                </a:lnTo>
                <a:lnTo>
                  <a:pt x="717" y="994"/>
                </a:lnTo>
                <a:lnTo>
                  <a:pt x="717" y="995"/>
                </a:lnTo>
                <a:lnTo>
                  <a:pt x="716" y="995"/>
                </a:lnTo>
                <a:lnTo>
                  <a:pt x="715" y="995"/>
                </a:lnTo>
                <a:lnTo>
                  <a:pt x="715" y="996"/>
                </a:lnTo>
                <a:lnTo>
                  <a:pt x="714" y="996"/>
                </a:lnTo>
                <a:lnTo>
                  <a:pt x="713" y="996"/>
                </a:lnTo>
                <a:lnTo>
                  <a:pt x="713" y="995"/>
                </a:lnTo>
                <a:lnTo>
                  <a:pt x="712" y="995"/>
                </a:lnTo>
                <a:lnTo>
                  <a:pt x="712" y="996"/>
                </a:lnTo>
                <a:lnTo>
                  <a:pt x="713" y="997"/>
                </a:lnTo>
                <a:lnTo>
                  <a:pt x="714" y="997"/>
                </a:lnTo>
                <a:lnTo>
                  <a:pt x="715" y="998"/>
                </a:lnTo>
                <a:lnTo>
                  <a:pt x="714" y="998"/>
                </a:lnTo>
                <a:lnTo>
                  <a:pt x="714" y="999"/>
                </a:lnTo>
                <a:lnTo>
                  <a:pt x="713" y="1000"/>
                </a:lnTo>
                <a:lnTo>
                  <a:pt x="712" y="1000"/>
                </a:lnTo>
                <a:lnTo>
                  <a:pt x="711" y="1000"/>
                </a:lnTo>
                <a:lnTo>
                  <a:pt x="710" y="1000"/>
                </a:lnTo>
                <a:lnTo>
                  <a:pt x="709" y="1000"/>
                </a:lnTo>
                <a:lnTo>
                  <a:pt x="709" y="1001"/>
                </a:lnTo>
                <a:lnTo>
                  <a:pt x="710" y="1001"/>
                </a:lnTo>
                <a:lnTo>
                  <a:pt x="710" y="1002"/>
                </a:lnTo>
                <a:lnTo>
                  <a:pt x="709" y="1002"/>
                </a:lnTo>
                <a:lnTo>
                  <a:pt x="708" y="1002"/>
                </a:lnTo>
                <a:lnTo>
                  <a:pt x="708" y="1001"/>
                </a:lnTo>
                <a:lnTo>
                  <a:pt x="707" y="1001"/>
                </a:lnTo>
                <a:lnTo>
                  <a:pt x="707" y="1002"/>
                </a:lnTo>
                <a:lnTo>
                  <a:pt x="707" y="1003"/>
                </a:lnTo>
                <a:lnTo>
                  <a:pt x="707" y="1004"/>
                </a:lnTo>
                <a:lnTo>
                  <a:pt x="708" y="1004"/>
                </a:lnTo>
                <a:lnTo>
                  <a:pt x="709" y="1006"/>
                </a:lnTo>
                <a:lnTo>
                  <a:pt x="710" y="1006"/>
                </a:lnTo>
                <a:lnTo>
                  <a:pt x="711" y="1006"/>
                </a:lnTo>
                <a:lnTo>
                  <a:pt x="712" y="1007"/>
                </a:lnTo>
                <a:lnTo>
                  <a:pt x="713" y="1007"/>
                </a:lnTo>
                <a:lnTo>
                  <a:pt x="714" y="1007"/>
                </a:lnTo>
                <a:lnTo>
                  <a:pt x="714" y="1008"/>
                </a:lnTo>
                <a:lnTo>
                  <a:pt x="715" y="1008"/>
                </a:lnTo>
                <a:lnTo>
                  <a:pt x="716" y="1008"/>
                </a:lnTo>
                <a:lnTo>
                  <a:pt x="717" y="1009"/>
                </a:lnTo>
                <a:lnTo>
                  <a:pt x="716" y="1010"/>
                </a:lnTo>
                <a:lnTo>
                  <a:pt x="714" y="1010"/>
                </a:lnTo>
                <a:lnTo>
                  <a:pt x="711" y="1011"/>
                </a:lnTo>
                <a:lnTo>
                  <a:pt x="710" y="1011"/>
                </a:lnTo>
                <a:lnTo>
                  <a:pt x="708" y="1012"/>
                </a:lnTo>
                <a:lnTo>
                  <a:pt x="707" y="1012"/>
                </a:lnTo>
                <a:lnTo>
                  <a:pt x="704" y="1013"/>
                </a:lnTo>
                <a:lnTo>
                  <a:pt x="703" y="1013"/>
                </a:lnTo>
                <a:lnTo>
                  <a:pt x="703" y="1012"/>
                </a:lnTo>
                <a:lnTo>
                  <a:pt x="705" y="1012"/>
                </a:lnTo>
                <a:lnTo>
                  <a:pt x="706" y="1012"/>
                </a:lnTo>
                <a:lnTo>
                  <a:pt x="706" y="1011"/>
                </a:lnTo>
                <a:lnTo>
                  <a:pt x="706" y="1010"/>
                </a:lnTo>
                <a:lnTo>
                  <a:pt x="706" y="1009"/>
                </a:lnTo>
                <a:lnTo>
                  <a:pt x="705" y="1009"/>
                </a:lnTo>
                <a:lnTo>
                  <a:pt x="705" y="1010"/>
                </a:lnTo>
                <a:lnTo>
                  <a:pt x="704" y="1010"/>
                </a:lnTo>
                <a:lnTo>
                  <a:pt x="702" y="1010"/>
                </a:lnTo>
                <a:lnTo>
                  <a:pt x="701" y="1010"/>
                </a:lnTo>
                <a:lnTo>
                  <a:pt x="700" y="1010"/>
                </a:lnTo>
                <a:lnTo>
                  <a:pt x="700" y="1009"/>
                </a:lnTo>
                <a:lnTo>
                  <a:pt x="700" y="1008"/>
                </a:lnTo>
                <a:lnTo>
                  <a:pt x="701" y="1009"/>
                </a:lnTo>
                <a:lnTo>
                  <a:pt x="697" y="1006"/>
                </a:lnTo>
                <a:lnTo>
                  <a:pt x="696" y="1006"/>
                </a:lnTo>
                <a:lnTo>
                  <a:pt x="696" y="1007"/>
                </a:lnTo>
                <a:lnTo>
                  <a:pt x="697" y="1007"/>
                </a:lnTo>
                <a:lnTo>
                  <a:pt x="697" y="1008"/>
                </a:lnTo>
                <a:lnTo>
                  <a:pt x="696" y="1008"/>
                </a:lnTo>
                <a:lnTo>
                  <a:pt x="696" y="1009"/>
                </a:lnTo>
                <a:lnTo>
                  <a:pt x="695" y="1010"/>
                </a:lnTo>
                <a:lnTo>
                  <a:pt x="693" y="1010"/>
                </a:lnTo>
                <a:lnTo>
                  <a:pt x="692" y="1010"/>
                </a:lnTo>
                <a:lnTo>
                  <a:pt x="692" y="1009"/>
                </a:lnTo>
                <a:lnTo>
                  <a:pt x="691" y="1009"/>
                </a:lnTo>
                <a:lnTo>
                  <a:pt x="691" y="1008"/>
                </a:lnTo>
                <a:lnTo>
                  <a:pt x="690" y="1008"/>
                </a:lnTo>
                <a:lnTo>
                  <a:pt x="689" y="1008"/>
                </a:lnTo>
                <a:lnTo>
                  <a:pt x="688" y="1007"/>
                </a:lnTo>
                <a:lnTo>
                  <a:pt x="687" y="1007"/>
                </a:lnTo>
                <a:lnTo>
                  <a:pt x="685" y="1007"/>
                </a:lnTo>
                <a:lnTo>
                  <a:pt x="684" y="1007"/>
                </a:lnTo>
                <a:lnTo>
                  <a:pt x="683" y="1008"/>
                </a:lnTo>
                <a:lnTo>
                  <a:pt x="682" y="1008"/>
                </a:lnTo>
                <a:lnTo>
                  <a:pt x="682" y="1007"/>
                </a:lnTo>
                <a:lnTo>
                  <a:pt x="681" y="1007"/>
                </a:lnTo>
                <a:lnTo>
                  <a:pt x="681" y="1008"/>
                </a:lnTo>
                <a:lnTo>
                  <a:pt x="680" y="1008"/>
                </a:lnTo>
                <a:lnTo>
                  <a:pt x="679" y="1008"/>
                </a:lnTo>
                <a:lnTo>
                  <a:pt x="678" y="1008"/>
                </a:lnTo>
                <a:lnTo>
                  <a:pt x="677" y="1008"/>
                </a:lnTo>
                <a:lnTo>
                  <a:pt x="676" y="1008"/>
                </a:lnTo>
                <a:lnTo>
                  <a:pt x="676" y="1009"/>
                </a:lnTo>
                <a:lnTo>
                  <a:pt x="675" y="1009"/>
                </a:lnTo>
                <a:lnTo>
                  <a:pt x="675" y="1010"/>
                </a:lnTo>
                <a:lnTo>
                  <a:pt x="674" y="1010"/>
                </a:lnTo>
                <a:lnTo>
                  <a:pt x="673" y="1010"/>
                </a:lnTo>
                <a:lnTo>
                  <a:pt x="672" y="1010"/>
                </a:lnTo>
                <a:lnTo>
                  <a:pt x="671" y="1009"/>
                </a:lnTo>
                <a:lnTo>
                  <a:pt x="671" y="1008"/>
                </a:lnTo>
                <a:lnTo>
                  <a:pt x="670" y="1007"/>
                </a:lnTo>
                <a:lnTo>
                  <a:pt x="670" y="1006"/>
                </a:lnTo>
                <a:lnTo>
                  <a:pt x="670" y="1005"/>
                </a:lnTo>
                <a:lnTo>
                  <a:pt x="669" y="1005"/>
                </a:lnTo>
                <a:lnTo>
                  <a:pt x="669" y="1003"/>
                </a:lnTo>
                <a:lnTo>
                  <a:pt x="668" y="1003"/>
                </a:lnTo>
                <a:lnTo>
                  <a:pt x="668" y="1002"/>
                </a:lnTo>
                <a:lnTo>
                  <a:pt x="667" y="1002"/>
                </a:lnTo>
                <a:lnTo>
                  <a:pt x="667" y="1001"/>
                </a:lnTo>
                <a:lnTo>
                  <a:pt x="666" y="1001"/>
                </a:lnTo>
                <a:lnTo>
                  <a:pt x="666" y="1000"/>
                </a:lnTo>
                <a:lnTo>
                  <a:pt x="665" y="1000"/>
                </a:lnTo>
                <a:lnTo>
                  <a:pt x="664" y="1000"/>
                </a:lnTo>
                <a:lnTo>
                  <a:pt x="663" y="1000"/>
                </a:lnTo>
                <a:lnTo>
                  <a:pt x="662" y="1000"/>
                </a:lnTo>
                <a:lnTo>
                  <a:pt x="662" y="999"/>
                </a:lnTo>
                <a:lnTo>
                  <a:pt x="662" y="1000"/>
                </a:lnTo>
                <a:lnTo>
                  <a:pt x="661" y="1000"/>
                </a:lnTo>
                <a:lnTo>
                  <a:pt x="661" y="999"/>
                </a:lnTo>
                <a:lnTo>
                  <a:pt x="660" y="998"/>
                </a:lnTo>
                <a:lnTo>
                  <a:pt x="659" y="998"/>
                </a:lnTo>
                <a:lnTo>
                  <a:pt x="659" y="997"/>
                </a:lnTo>
                <a:lnTo>
                  <a:pt x="660" y="997"/>
                </a:lnTo>
                <a:lnTo>
                  <a:pt x="659" y="997"/>
                </a:lnTo>
                <a:lnTo>
                  <a:pt x="660" y="997"/>
                </a:lnTo>
                <a:lnTo>
                  <a:pt x="659" y="997"/>
                </a:lnTo>
                <a:lnTo>
                  <a:pt x="659" y="996"/>
                </a:lnTo>
                <a:lnTo>
                  <a:pt x="658" y="996"/>
                </a:lnTo>
                <a:lnTo>
                  <a:pt x="658" y="995"/>
                </a:lnTo>
                <a:lnTo>
                  <a:pt x="659" y="995"/>
                </a:lnTo>
                <a:lnTo>
                  <a:pt x="659" y="994"/>
                </a:lnTo>
                <a:lnTo>
                  <a:pt x="658" y="994"/>
                </a:lnTo>
                <a:lnTo>
                  <a:pt x="658" y="993"/>
                </a:lnTo>
                <a:lnTo>
                  <a:pt x="659" y="993"/>
                </a:lnTo>
                <a:lnTo>
                  <a:pt x="659" y="992"/>
                </a:lnTo>
                <a:lnTo>
                  <a:pt x="658" y="992"/>
                </a:lnTo>
                <a:lnTo>
                  <a:pt x="657" y="992"/>
                </a:lnTo>
                <a:lnTo>
                  <a:pt x="657" y="991"/>
                </a:lnTo>
                <a:lnTo>
                  <a:pt x="657" y="990"/>
                </a:lnTo>
                <a:lnTo>
                  <a:pt x="656" y="989"/>
                </a:lnTo>
                <a:lnTo>
                  <a:pt x="655" y="989"/>
                </a:lnTo>
                <a:lnTo>
                  <a:pt x="655" y="988"/>
                </a:lnTo>
                <a:lnTo>
                  <a:pt x="654" y="988"/>
                </a:lnTo>
                <a:lnTo>
                  <a:pt x="653" y="988"/>
                </a:lnTo>
                <a:lnTo>
                  <a:pt x="653" y="987"/>
                </a:lnTo>
                <a:lnTo>
                  <a:pt x="652" y="987"/>
                </a:lnTo>
                <a:lnTo>
                  <a:pt x="652" y="988"/>
                </a:lnTo>
                <a:lnTo>
                  <a:pt x="651" y="988"/>
                </a:lnTo>
                <a:lnTo>
                  <a:pt x="650" y="988"/>
                </a:lnTo>
                <a:lnTo>
                  <a:pt x="650" y="989"/>
                </a:lnTo>
                <a:lnTo>
                  <a:pt x="649" y="989"/>
                </a:lnTo>
                <a:lnTo>
                  <a:pt x="648" y="989"/>
                </a:lnTo>
                <a:lnTo>
                  <a:pt x="648" y="988"/>
                </a:lnTo>
                <a:lnTo>
                  <a:pt x="647" y="988"/>
                </a:lnTo>
                <a:lnTo>
                  <a:pt x="647" y="987"/>
                </a:lnTo>
                <a:lnTo>
                  <a:pt x="646" y="987"/>
                </a:lnTo>
                <a:lnTo>
                  <a:pt x="645" y="987"/>
                </a:lnTo>
                <a:lnTo>
                  <a:pt x="645" y="986"/>
                </a:lnTo>
                <a:lnTo>
                  <a:pt x="644" y="986"/>
                </a:lnTo>
                <a:lnTo>
                  <a:pt x="642" y="986"/>
                </a:lnTo>
                <a:lnTo>
                  <a:pt x="642" y="987"/>
                </a:lnTo>
                <a:lnTo>
                  <a:pt x="641" y="987"/>
                </a:lnTo>
                <a:lnTo>
                  <a:pt x="640" y="987"/>
                </a:lnTo>
                <a:lnTo>
                  <a:pt x="639" y="987"/>
                </a:lnTo>
                <a:lnTo>
                  <a:pt x="638" y="987"/>
                </a:lnTo>
                <a:lnTo>
                  <a:pt x="638" y="989"/>
                </a:lnTo>
                <a:lnTo>
                  <a:pt x="636" y="989"/>
                </a:lnTo>
                <a:lnTo>
                  <a:pt x="635" y="989"/>
                </a:lnTo>
                <a:lnTo>
                  <a:pt x="635" y="990"/>
                </a:lnTo>
                <a:lnTo>
                  <a:pt x="634" y="990"/>
                </a:lnTo>
                <a:lnTo>
                  <a:pt x="633" y="990"/>
                </a:lnTo>
                <a:lnTo>
                  <a:pt x="632" y="990"/>
                </a:lnTo>
                <a:lnTo>
                  <a:pt x="631" y="990"/>
                </a:lnTo>
                <a:lnTo>
                  <a:pt x="630" y="990"/>
                </a:lnTo>
                <a:lnTo>
                  <a:pt x="630" y="991"/>
                </a:lnTo>
                <a:lnTo>
                  <a:pt x="629" y="992"/>
                </a:lnTo>
                <a:lnTo>
                  <a:pt x="628" y="992"/>
                </a:lnTo>
                <a:lnTo>
                  <a:pt x="628" y="993"/>
                </a:lnTo>
                <a:lnTo>
                  <a:pt x="627" y="993"/>
                </a:lnTo>
                <a:lnTo>
                  <a:pt x="626" y="993"/>
                </a:lnTo>
                <a:lnTo>
                  <a:pt x="626" y="994"/>
                </a:lnTo>
                <a:lnTo>
                  <a:pt x="625" y="994"/>
                </a:lnTo>
                <a:lnTo>
                  <a:pt x="624" y="995"/>
                </a:lnTo>
                <a:lnTo>
                  <a:pt x="623" y="995"/>
                </a:lnTo>
                <a:lnTo>
                  <a:pt x="622" y="995"/>
                </a:lnTo>
                <a:lnTo>
                  <a:pt x="622" y="996"/>
                </a:lnTo>
                <a:lnTo>
                  <a:pt x="622" y="995"/>
                </a:lnTo>
                <a:lnTo>
                  <a:pt x="621" y="995"/>
                </a:lnTo>
                <a:lnTo>
                  <a:pt x="621" y="996"/>
                </a:lnTo>
                <a:lnTo>
                  <a:pt x="620" y="996"/>
                </a:lnTo>
                <a:lnTo>
                  <a:pt x="620" y="997"/>
                </a:lnTo>
                <a:lnTo>
                  <a:pt x="619" y="997"/>
                </a:lnTo>
                <a:lnTo>
                  <a:pt x="619" y="996"/>
                </a:lnTo>
                <a:lnTo>
                  <a:pt x="619" y="997"/>
                </a:lnTo>
                <a:lnTo>
                  <a:pt x="618" y="997"/>
                </a:lnTo>
                <a:lnTo>
                  <a:pt x="617" y="997"/>
                </a:lnTo>
                <a:lnTo>
                  <a:pt x="617" y="996"/>
                </a:lnTo>
                <a:lnTo>
                  <a:pt x="616" y="996"/>
                </a:lnTo>
                <a:lnTo>
                  <a:pt x="615" y="996"/>
                </a:lnTo>
                <a:lnTo>
                  <a:pt x="615" y="997"/>
                </a:lnTo>
                <a:lnTo>
                  <a:pt x="614" y="997"/>
                </a:lnTo>
                <a:lnTo>
                  <a:pt x="613" y="997"/>
                </a:lnTo>
                <a:lnTo>
                  <a:pt x="611" y="997"/>
                </a:lnTo>
                <a:lnTo>
                  <a:pt x="609" y="998"/>
                </a:lnTo>
                <a:lnTo>
                  <a:pt x="607" y="997"/>
                </a:lnTo>
                <a:lnTo>
                  <a:pt x="606" y="997"/>
                </a:lnTo>
                <a:lnTo>
                  <a:pt x="604" y="998"/>
                </a:lnTo>
                <a:lnTo>
                  <a:pt x="603" y="998"/>
                </a:lnTo>
                <a:lnTo>
                  <a:pt x="602" y="998"/>
                </a:lnTo>
                <a:lnTo>
                  <a:pt x="601" y="998"/>
                </a:lnTo>
                <a:lnTo>
                  <a:pt x="601" y="997"/>
                </a:lnTo>
                <a:lnTo>
                  <a:pt x="600" y="997"/>
                </a:lnTo>
                <a:lnTo>
                  <a:pt x="600" y="996"/>
                </a:lnTo>
                <a:lnTo>
                  <a:pt x="599" y="996"/>
                </a:lnTo>
                <a:lnTo>
                  <a:pt x="598" y="996"/>
                </a:lnTo>
                <a:lnTo>
                  <a:pt x="597" y="997"/>
                </a:lnTo>
                <a:lnTo>
                  <a:pt x="596" y="997"/>
                </a:lnTo>
                <a:lnTo>
                  <a:pt x="595" y="997"/>
                </a:lnTo>
                <a:lnTo>
                  <a:pt x="595" y="998"/>
                </a:lnTo>
                <a:lnTo>
                  <a:pt x="594" y="998"/>
                </a:lnTo>
                <a:lnTo>
                  <a:pt x="594" y="999"/>
                </a:lnTo>
                <a:lnTo>
                  <a:pt x="593" y="1000"/>
                </a:lnTo>
                <a:lnTo>
                  <a:pt x="593" y="1001"/>
                </a:lnTo>
                <a:lnTo>
                  <a:pt x="592" y="1001"/>
                </a:lnTo>
                <a:lnTo>
                  <a:pt x="592" y="1002"/>
                </a:lnTo>
                <a:lnTo>
                  <a:pt x="592" y="1001"/>
                </a:lnTo>
                <a:lnTo>
                  <a:pt x="591" y="1001"/>
                </a:lnTo>
                <a:lnTo>
                  <a:pt x="590" y="1001"/>
                </a:lnTo>
                <a:lnTo>
                  <a:pt x="588" y="1001"/>
                </a:lnTo>
                <a:lnTo>
                  <a:pt x="587" y="1001"/>
                </a:lnTo>
                <a:lnTo>
                  <a:pt x="586" y="1000"/>
                </a:lnTo>
                <a:lnTo>
                  <a:pt x="585" y="1000"/>
                </a:lnTo>
                <a:lnTo>
                  <a:pt x="584" y="1000"/>
                </a:lnTo>
                <a:lnTo>
                  <a:pt x="584" y="1001"/>
                </a:lnTo>
                <a:lnTo>
                  <a:pt x="584" y="1000"/>
                </a:lnTo>
                <a:lnTo>
                  <a:pt x="583" y="1000"/>
                </a:lnTo>
                <a:lnTo>
                  <a:pt x="582" y="1000"/>
                </a:lnTo>
                <a:lnTo>
                  <a:pt x="581" y="1000"/>
                </a:lnTo>
                <a:lnTo>
                  <a:pt x="582" y="1000"/>
                </a:lnTo>
                <a:lnTo>
                  <a:pt x="582" y="999"/>
                </a:lnTo>
                <a:lnTo>
                  <a:pt x="583" y="999"/>
                </a:lnTo>
                <a:lnTo>
                  <a:pt x="583" y="998"/>
                </a:lnTo>
                <a:lnTo>
                  <a:pt x="583" y="997"/>
                </a:lnTo>
                <a:lnTo>
                  <a:pt x="583" y="996"/>
                </a:lnTo>
                <a:lnTo>
                  <a:pt x="583" y="995"/>
                </a:lnTo>
                <a:lnTo>
                  <a:pt x="582" y="995"/>
                </a:lnTo>
                <a:lnTo>
                  <a:pt x="583" y="995"/>
                </a:lnTo>
                <a:lnTo>
                  <a:pt x="582" y="995"/>
                </a:lnTo>
                <a:lnTo>
                  <a:pt x="581" y="994"/>
                </a:lnTo>
                <a:lnTo>
                  <a:pt x="581" y="993"/>
                </a:lnTo>
                <a:lnTo>
                  <a:pt x="581" y="992"/>
                </a:lnTo>
                <a:lnTo>
                  <a:pt x="581" y="991"/>
                </a:lnTo>
                <a:lnTo>
                  <a:pt x="580" y="991"/>
                </a:lnTo>
                <a:lnTo>
                  <a:pt x="580" y="990"/>
                </a:lnTo>
                <a:lnTo>
                  <a:pt x="581" y="990"/>
                </a:lnTo>
                <a:lnTo>
                  <a:pt x="580" y="990"/>
                </a:lnTo>
                <a:lnTo>
                  <a:pt x="580" y="989"/>
                </a:lnTo>
                <a:lnTo>
                  <a:pt x="580" y="988"/>
                </a:lnTo>
                <a:lnTo>
                  <a:pt x="579" y="988"/>
                </a:lnTo>
                <a:lnTo>
                  <a:pt x="579" y="987"/>
                </a:lnTo>
                <a:lnTo>
                  <a:pt x="578" y="987"/>
                </a:lnTo>
                <a:lnTo>
                  <a:pt x="577" y="987"/>
                </a:lnTo>
                <a:lnTo>
                  <a:pt x="576" y="987"/>
                </a:lnTo>
                <a:lnTo>
                  <a:pt x="575" y="987"/>
                </a:lnTo>
                <a:lnTo>
                  <a:pt x="575" y="988"/>
                </a:lnTo>
                <a:lnTo>
                  <a:pt x="574" y="988"/>
                </a:lnTo>
                <a:lnTo>
                  <a:pt x="574" y="989"/>
                </a:lnTo>
                <a:lnTo>
                  <a:pt x="573" y="989"/>
                </a:lnTo>
                <a:lnTo>
                  <a:pt x="572" y="989"/>
                </a:lnTo>
                <a:lnTo>
                  <a:pt x="572" y="990"/>
                </a:lnTo>
                <a:lnTo>
                  <a:pt x="571" y="990"/>
                </a:lnTo>
                <a:lnTo>
                  <a:pt x="570" y="990"/>
                </a:lnTo>
                <a:lnTo>
                  <a:pt x="570" y="991"/>
                </a:lnTo>
                <a:lnTo>
                  <a:pt x="569" y="991"/>
                </a:lnTo>
                <a:lnTo>
                  <a:pt x="569" y="992"/>
                </a:lnTo>
                <a:lnTo>
                  <a:pt x="568" y="992"/>
                </a:lnTo>
                <a:lnTo>
                  <a:pt x="568" y="993"/>
                </a:lnTo>
                <a:lnTo>
                  <a:pt x="568" y="994"/>
                </a:lnTo>
                <a:lnTo>
                  <a:pt x="567" y="994"/>
                </a:lnTo>
                <a:lnTo>
                  <a:pt x="567" y="995"/>
                </a:lnTo>
                <a:lnTo>
                  <a:pt x="566" y="995"/>
                </a:lnTo>
                <a:lnTo>
                  <a:pt x="566" y="996"/>
                </a:lnTo>
                <a:lnTo>
                  <a:pt x="565" y="996"/>
                </a:lnTo>
                <a:lnTo>
                  <a:pt x="564" y="996"/>
                </a:lnTo>
                <a:lnTo>
                  <a:pt x="564" y="997"/>
                </a:lnTo>
                <a:lnTo>
                  <a:pt x="564" y="998"/>
                </a:lnTo>
                <a:lnTo>
                  <a:pt x="564" y="999"/>
                </a:lnTo>
                <a:lnTo>
                  <a:pt x="563" y="999"/>
                </a:lnTo>
                <a:lnTo>
                  <a:pt x="563" y="1000"/>
                </a:lnTo>
                <a:lnTo>
                  <a:pt x="562" y="1000"/>
                </a:lnTo>
                <a:lnTo>
                  <a:pt x="562" y="1001"/>
                </a:lnTo>
                <a:lnTo>
                  <a:pt x="561" y="1001"/>
                </a:lnTo>
                <a:lnTo>
                  <a:pt x="560" y="1001"/>
                </a:lnTo>
                <a:lnTo>
                  <a:pt x="560" y="1000"/>
                </a:lnTo>
                <a:lnTo>
                  <a:pt x="559" y="1000"/>
                </a:lnTo>
                <a:lnTo>
                  <a:pt x="558" y="1000"/>
                </a:lnTo>
                <a:lnTo>
                  <a:pt x="557" y="1000"/>
                </a:lnTo>
                <a:lnTo>
                  <a:pt x="557" y="999"/>
                </a:lnTo>
                <a:lnTo>
                  <a:pt x="556" y="999"/>
                </a:lnTo>
                <a:lnTo>
                  <a:pt x="557" y="999"/>
                </a:lnTo>
                <a:lnTo>
                  <a:pt x="557" y="998"/>
                </a:lnTo>
                <a:lnTo>
                  <a:pt x="557" y="997"/>
                </a:lnTo>
                <a:lnTo>
                  <a:pt x="557" y="996"/>
                </a:lnTo>
                <a:lnTo>
                  <a:pt x="556" y="996"/>
                </a:lnTo>
                <a:lnTo>
                  <a:pt x="556" y="994"/>
                </a:lnTo>
                <a:lnTo>
                  <a:pt x="557" y="993"/>
                </a:lnTo>
                <a:lnTo>
                  <a:pt x="557" y="992"/>
                </a:lnTo>
                <a:lnTo>
                  <a:pt x="558" y="992"/>
                </a:lnTo>
                <a:lnTo>
                  <a:pt x="557" y="992"/>
                </a:lnTo>
                <a:lnTo>
                  <a:pt x="557" y="991"/>
                </a:lnTo>
                <a:lnTo>
                  <a:pt x="557" y="990"/>
                </a:lnTo>
                <a:lnTo>
                  <a:pt x="557" y="989"/>
                </a:lnTo>
                <a:lnTo>
                  <a:pt x="556" y="989"/>
                </a:lnTo>
                <a:lnTo>
                  <a:pt x="557" y="989"/>
                </a:lnTo>
                <a:lnTo>
                  <a:pt x="557" y="988"/>
                </a:lnTo>
                <a:lnTo>
                  <a:pt x="556" y="988"/>
                </a:lnTo>
                <a:lnTo>
                  <a:pt x="557" y="988"/>
                </a:lnTo>
                <a:lnTo>
                  <a:pt x="557" y="987"/>
                </a:lnTo>
                <a:lnTo>
                  <a:pt x="556" y="987"/>
                </a:lnTo>
                <a:lnTo>
                  <a:pt x="556" y="986"/>
                </a:lnTo>
                <a:lnTo>
                  <a:pt x="555" y="986"/>
                </a:lnTo>
                <a:lnTo>
                  <a:pt x="555" y="985"/>
                </a:lnTo>
                <a:lnTo>
                  <a:pt x="554" y="985"/>
                </a:lnTo>
                <a:lnTo>
                  <a:pt x="554" y="984"/>
                </a:lnTo>
                <a:lnTo>
                  <a:pt x="555" y="984"/>
                </a:lnTo>
                <a:lnTo>
                  <a:pt x="554" y="984"/>
                </a:lnTo>
                <a:lnTo>
                  <a:pt x="554" y="983"/>
                </a:lnTo>
                <a:lnTo>
                  <a:pt x="553" y="983"/>
                </a:lnTo>
                <a:lnTo>
                  <a:pt x="552" y="983"/>
                </a:lnTo>
                <a:lnTo>
                  <a:pt x="552" y="982"/>
                </a:lnTo>
                <a:lnTo>
                  <a:pt x="552" y="981"/>
                </a:lnTo>
                <a:lnTo>
                  <a:pt x="552" y="980"/>
                </a:lnTo>
                <a:lnTo>
                  <a:pt x="551" y="980"/>
                </a:lnTo>
                <a:lnTo>
                  <a:pt x="550" y="980"/>
                </a:lnTo>
                <a:lnTo>
                  <a:pt x="550" y="979"/>
                </a:lnTo>
                <a:lnTo>
                  <a:pt x="549" y="979"/>
                </a:lnTo>
                <a:lnTo>
                  <a:pt x="550" y="979"/>
                </a:lnTo>
                <a:lnTo>
                  <a:pt x="550" y="978"/>
                </a:lnTo>
                <a:lnTo>
                  <a:pt x="549" y="978"/>
                </a:lnTo>
                <a:lnTo>
                  <a:pt x="549" y="977"/>
                </a:lnTo>
                <a:lnTo>
                  <a:pt x="549" y="976"/>
                </a:lnTo>
                <a:lnTo>
                  <a:pt x="549" y="975"/>
                </a:lnTo>
                <a:lnTo>
                  <a:pt x="548" y="975"/>
                </a:lnTo>
                <a:lnTo>
                  <a:pt x="547" y="975"/>
                </a:lnTo>
                <a:lnTo>
                  <a:pt x="547" y="974"/>
                </a:lnTo>
                <a:lnTo>
                  <a:pt x="546" y="974"/>
                </a:lnTo>
                <a:lnTo>
                  <a:pt x="546" y="973"/>
                </a:lnTo>
                <a:lnTo>
                  <a:pt x="546" y="972"/>
                </a:lnTo>
                <a:lnTo>
                  <a:pt x="545" y="972"/>
                </a:lnTo>
                <a:lnTo>
                  <a:pt x="544" y="972"/>
                </a:lnTo>
                <a:lnTo>
                  <a:pt x="544" y="973"/>
                </a:lnTo>
                <a:lnTo>
                  <a:pt x="543" y="973"/>
                </a:lnTo>
                <a:lnTo>
                  <a:pt x="542" y="973"/>
                </a:lnTo>
                <a:lnTo>
                  <a:pt x="543" y="973"/>
                </a:lnTo>
                <a:lnTo>
                  <a:pt x="543" y="974"/>
                </a:lnTo>
                <a:lnTo>
                  <a:pt x="542" y="974"/>
                </a:lnTo>
                <a:lnTo>
                  <a:pt x="541" y="974"/>
                </a:lnTo>
                <a:lnTo>
                  <a:pt x="540" y="974"/>
                </a:lnTo>
                <a:lnTo>
                  <a:pt x="539" y="974"/>
                </a:lnTo>
                <a:lnTo>
                  <a:pt x="539" y="975"/>
                </a:lnTo>
                <a:lnTo>
                  <a:pt x="538" y="975"/>
                </a:lnTo>
                <a:lnTo>
                  <a:pt x="538" y="976"/>
                </a:lnTo>
                <a:lnTo>
                  <a:pt x="537" y="976"/>
                </a:lnTo>
                <a:lnTo>
                  <a:pt x="537" y="975"/>
                </a:lnTo>
                <a:lnTo>
                  <a:pt x="537" y="976"/>
                </a:lnTo>
                <a:lnTo>
                  <a:pt x="536" y="976"/>
                </a:lnTo>
                <a:lnTo>
                  <a:pt x="536" y="977"/>
                </a:lnTo>
                <a:lnTo>
                  <a:pt x="535" y="977"/>
                </a:lnTo>
                <a:lnTo>
                  <a:pt x="535" y="978"/>
                </a:lnTo>
                <a:lnTo>
                  <a:pt x="535" y="979"/>
                </a:lnTo>
                <a:lnTo>
                  <a:pt x="535" y="980"/>
                </a:lnTo>
                <a:lnTo>
                  <a:pt x="534" y="980"/>
                </a:lnTo>
                <a:lnTo>
                  <a:pt x="533" y="980"/>
                </a:lnTo>
                <a:lnTo>
                  <a:pt x="533" y="979"/>
                </a:lnTo>
                <a:lnTo>
                  <a:pt x="532" y="979"/>
                </a:lnTo>
                <a:lnTo>
                  <a:pt x="531" y="979"/>
                </a:lnTo>
                <a:lnTo>
                  <a:pt x="530" y="979"/>
                </a:lnTo>
                <a:lnTo>
                  <a:pt x="529" y="979"/>
                </a:lnTo>
                <a:lnTo>
                  <a:pt x="528" y="978"/>
                </a:lnTo>
                <a:lnTo>
                  <a:pt x="527" y="978"/>
                </a:lnTo>
                <a:lnTo>
                  <a:pt x="527" y="977"/>
                </a:lnTo>
                <a:lnTo>
                  <a:pt x="526" y="977"/>
                </a:lnTo>
                <a:lnTo>
                  <a:pt x="525" y="977"/>
                </a:lnTo>
                <a:lnTo>
                  <a:pt x="525" y="976"/>
                </a:lnTo>
                <a:lnTo>
                  <a:pt x="525" y="975"/>
                </a:lnTo>
                <a:lnTo>
                  <a:pt x="525" y="974"/>
                </a:lnTo>
                <a:lnTo>
                  <a:pt x="524" y="974"/>
                </a:lnTo>
                <a:lnTo>
                  <a:pt x="524" y="973"/>
                </a:lnTo>
                <a:lnTo>
                  <a:pt x="524" y="972"/>
                </a:lnTo>
                <a:lnTo>
                  <a:pt x="523" y="972"/>
                </a:lnTo>
                <a:lnTo>
                  <a:pt x="523" y="971"/>
                </a:lnTo>
                <a:lnTo>
                  <a:pt x="522" y="971"/>
                </a:lnTo>
                <a:lnTo>
                  <a:pt x="521" y="971"/>
                </a:lnTo>
                <a:lnTo>
                  <a:pt x="520" y="971"/>
                </a:lnTo>
                <a:lnTo>
                  <a:pt x="520" y="970"/>
                </a:lnTo>
                <a:lnTo>
                  <a:pt x="520" y="971"/>
                </a:lnTo>
                <a:lnTo>
                  <a:pt x="519" y="971"/>
                </a:lnTo>
                <a:lnTo>
                  <a:pt x="518" y="971"/>
                </a:lnTo>
                <a:lnTo>
                  <a:pt x="518" y="970"/>
                </a:lnTo>
                <a:lnTo>
                  <a:pt x="518" y="969"/>
                </a:lnTo>
                <a:lnTo>
                  <a:pt x="517" y="969"/>
                </a:lnTo>
                <a:lnTo>
                  <a:pt x="516" y="969"/>
                </a:lnTo>
                <a:lnTo>
                  <a:pt x="515" y="969"/>
                </a:lnTo>
                <a:lnTo>
                  <a:pt x="515" y="968"/>
                </a:lnTo>
                <a:lnTo>
                  <a:pt x="515" y="969"/>
                </a:lnTo>
                <a:lnTo>
                  <a:pt x="514" y="969"/>
                </a:lnTo>
                <a:lnTo>
                  <a:pt x="514" y="968"/>
                </a:lnTo>
                <a:lnTo>
                  <a:pt x="513" y="968"/>
                </a:lnTo>
                <a:lnTo>
                  <a:pt x="513" y="967"/>
                </a:lnTo>
                <a:lnTo>
                  <a:pt x="513" y="968"/>
                </a:lnTo>
                <a:lnTo>
                  <a:pt x="513" y="967"/>
                </a:lnTo>
                <a:lnTo>
                  <a:pt x="513" y="966"/>
                </a:lnTo>
                <a:lnTo>
                  <a:pt x="512" y="966"/>
                </a:lnTo>
                <a:lnTo>
                  <a:pt x="511" y="966"/>
                </a:lnTo>
                <a:lnTo>
                  <a:pt x="511" y="965"/>
                </a:lnTo>
                <a:lnTo>
                  <a:pt x="510" y="965"/>
                </a:lnTo>
                <a:lnTo>
                  <a:pt x="510" y="964"/>
                </a:lnTo>
                <a:lnTo>
                  <a:pt x="509" y="964"/>
                </a:lnTo>
                <a:lnTo>
                  <a:pt x="509" y="963"/>
                </a:lnTo>
                <a:lnTo>
                  <a:pt x="509" y="962"/>
                </a:lnTo>
                <a:lnTo>
                  <a:pt x="508" y="962"/>
                </a:lnTo>
                <a:lnTo>
                  <a:pt x="507" y="962"/>
                </a:lnTo>
                <a:lnTo>
                  <a:pt x="506" y="962"/>
                </a:lnTo>
                <a:lnTo>
                  <a:pt x="505" y="962"/>
                </a:lnTo>
                <a:lnTo>
                  <a:pt x="505" y="961"/>
                </a:lnTo>
                <a:lnTo>
                  <a:pt x="505" y="962"/>
                </a:lnTo>
                <a:lnTo>
                  <a:pt x="505" y="961"/>
                </a:lnTo>
                <a:lnTo>
                  <a:pt x="504" y="961"/>
                </a:lnTo>
                <a:lnTo>
                  <a:pt x="504" y="960"/>
                </a:lnTo>
                <a:lnTo>
                  <a:pt x="503" y="960"/>
                </a:lnTo>
                <a:lnTo>
                  <a:pt x="503" y="959"/>
                </a:lnTo>
                <a:lnTo>
                  <a:pt x="502" y="959"/>
                </a:lnTo>
                <a:lnTo>
                  <a:pt x="501" y="959"/>
                </a:lnTo>
                <a:lnTo>
                  <a:pt x="501" y="960"/>
                </a:lnTo>
                <a:lnTo>
                  <a:pt x="501" y="959"/>
                </a:lnTo>
                <a:lnTo>
                  <a:pt x="499" y="959"/>
                </a:lnTo>
                <a:lnTo>
                  <a:pt x="498" y="959"/>
                </a:lnTo>
                <a:lnTo>
                  <a:pt x="497" y="959"/>
                </a:lnTo>
                <a:lnTo>
                  <a:pt x="496" y="959"/>
                </a:lnTo>
                <a:lnTo>
                  <a:pt x="495" y="959"/>
                </a:lnTo>
                <a:lnTo>
                  <a:pt x="494" y="958"/>
                </a:lnTo>
                <a:lnTo>
                  <a:pt x="493" y="958"/>
                </a:lnTo>
                <a:lnTo>
                  <a:pt x="492" y="958"/>
                </a:lnTo>
                <a:lnTo>
                  <a:pt x="492" y="957"/>
                </a:lnTo>
                <a:lnTo>
                  <a:pt x="491" y="957"/>
                </a:lnTo>
                <a:lnTo>
                  <a:pt x="490" y="957"/>
                </a:lnTo>
                <a:lnTo>
                  <a:pt x="490" y="956"/>
                </a:lnTo>
                <a:lnTo>
                  <a:pt x="489" y="956"/>
                </a:lnTo>
                <a:lnTo>
                  <a:pt x="488" y="956"/>
                </a:lnTo>
                <a:lnTo>
                  <a:pt x="488" y="955"/>
                </a:lnTo>
                <a:lnTo>
                  <a:pt x="488" y="954"/>
                </a:lnTo>
                <a:lnTo>
                  <a:pt x="488" y="952"/>
                </a:lnTo>
                <a:lnTo>
                  <a:pt x="488" y="951"/>
                </a:lnTo>
                <a:lnTo>
                  <a:pt x="489" y="951"/>
                </a:lnTo>
                <a:lnTo>
                  <a:pt x="489" y="950"/>
                </a:lnTo>
                <a:lnTo>
                  <a:pt x="490" y="950"/>
                </a:lnTo>
                <a:lnTo>
                  <a:pt x="490" y="949"/>
                </a:lnTo>
                <a:lnTo>
                  <a:pt x="491" y="949"/>
                </a:lnTo>
                <a:lnTo>
                  <a:pt x="491" y="948"/>
                </a:lnTo>
                <a:lnTo>
                  <a:pt x="492" y="948"/>
                </a:lnTo>
                <a:lnTo>
                  <a:pt x="493" y="948"/>
                </a:lnTo>
                <a:lnTo>
                  <a:pt x="493" y="947"/>
                </a:lnTo>
                <a:lnTo>
                  <a:pt x="493" y="946"/>
                </a:lnTo>
                <a:lnTo>
                  <a:pt x="494" y="946"/>
                </a:lnTo>
                <a:lnTo>
                  <a:pt x="495" y="946"/>
                </a:lnTo>
                <a:lnTo>
                  <a:pt x="495" y="945"/>
                </a:lnTo>
                <a:lnTo>
                  <a:pt x="496" y="945"/>
                </a:lnTo>
                <a:lnTo>
                  <a:pt x="497" y="945"/>
                </a:lnTo>
                <a:lnTo>
                  <a:pt x="497" y="944"/>
                </a:lnTo>
                <a:lnTo>
                  <a:pt x="497" y="943"/>
                </a:lnTo>
                <a:lnTo>
                  <a:pt x="498" y="943"/>
                </a:lnTo>
                <a:lnTo>
                  <a:pt x="498" y="942"/>
                </a:lnTo>
                <a:lnTo>
                  <a:pt x="499" y="942"/>
                </a:lnTo>
                <a:lnTo>
                  <a:pt x="498" y="942"/>
                </a:lnTo>
                <a:lnTo>
                  <a:pt x="498" y="941"/>
                </a:lnTo>
                <a:lnTo>
                  <a:pt x="498" y="940"/>
                </a:lnTo>
                <a:lnTo>
                  <a:pt x="498" y="939"/>
                </a:lnTo>
                <a:lnTo>
                  <a:pt x="497" y="939"/>
                </a:lnTo>
                <a:lnTo>
                  <a:pt x="497" y="938"/>
                </a:lnTo>
                <a:lnTo>
                  <a:pt x="498" y="938"/>
                </a:lnTo>
                <a:lnTo>
                  <a:pt x="497" y="938"/>
                </a:lnTo>
                <a:lnTo>
                  <a:pt x="497" y="937"/>
                </a:lnTo>
                <a:lnTo>
                  <a:pt x="496" y="937"/>
                </a:lnTo>
                <a:lnTo>
                  <a:pt x="496" y="936"/>
                </a:lnTo>
                <a:lnTo>
                  <a:pt x="496" y="935"/>
                </a:lnTo>
                <a:lnTo>
                  <a:pt x="495" y="935"/>
                </a:lnTo>
                <a:lnTo>
                  <a:pt x="494" y="935"/>
                </a:lnTo>
                <a:lnTo>
                  <a:pt x="493" y="935"/>
                </a:lnTo>
                <a:lnTo>
                  <a:pt x="493" y="934"/>
                </a:lnTo>
                <a:lnTo>
                  <a:pt x="492" y="934"/>
                </a:lnTo>
                <a:lnTo>
                  <a:pt x="491" y="934"/>
                </a:lnTo>
                <a:lnTo>
                  <a:pt x="491" y="933"/>
                </a:lnTo>
                <a:lnTo>
                  <a:pt x="491" y="932"/>
                </a:lnTo>
                <a:lnTo>
                  <a:pt x="490" y="932"/>
                </a:lnTo>
                <a:lnTo>
                  <a:pt x="489" y="932"/>
                </a:lnTo>
                <a:lnTo>
                  <a:pt x="488" y="932"/>
                </a:lnTo>
                <a:lnTo>
                  <a:pt x="487" y="932"/>
                </a:lnTo>
                <a:lnTo>
                  <a:pt x="486" y="932"/>
                </a:lnTo>
                <a:lnTo>
                  <a:pt x="486" y="933"/>
                </a:lnTo>
                <a:lnTo>
                  <a:pt x="486" y="932"/>
                </a:lnTo>
                <a:lnTo>
                  <a:pt x="485" y="932"/>
                </a:lnTo>
                <a:lnTo>
                  <a:pt x="485" y="931"/>
                </a:lnTo>
                <a:lnTo>
                  <a:pt x="484" y="931"/>
                </a:lnTo>
                <a:lnTo>
                  <a:pt x="484" y="932"/>
                </a:lnTo>
                <a:lnTo>
                  <a:pt x="484" y="933"/>
                </a:lnTo>
                <a:lnTo>
                  <a:pt x="483" y="933"/>
                </a:lnTo>
                <a:lnTo>
                  <a:pt x="483" y="934"/>
                </a:lnTo>
                <a:lnTo>
                  <a:pt x="484" y="934"/>
                </a:lnTo>
                <a:lnTo>
                  <a:pt x="483" y="934"/>
                </a:lnTo>
                <a:lnTo>
                  <a:pt x="483" y="935"/>
                </a:lnTo>
                <a:lnTo>
                  <a:pt x="483" y="936"/>
                </a:lnTo>
                <a:lnTo>
                  <a:pt x="482" y="936"/>
                </a:lnTo>
                <a:lnTo>
                  <a:pt x="482" y="937"/>
                </a:lnTo>
                <a:lnTo>
                  <a:pt x="481" y="937"/>
                </a:lnTo>
                <a:lnTo>
                  <a:pt x="480" y="937"/>
                </a:lnTo>
                <a:lnTo>
                  <a:pt x="479" y="937"/>
                </a:lnTo>
                <a:lnTo>
                  <a:pt x="479" y="938"/>
                </a:lnTo>
                <a:lnTo>
                  <a:pt x="479" y="937"/>
                </a:lnTo>
                <a:lnTo>
                  <a:pt x="478" y="937"/>
                </a:lnTo>
                <a:lnTo>
                  <a:pt x="478" y="936"/>
                </a:lnTo>
                <a:lnTo>
                  <a:pt x="478" y="935"/>
                </a:lnTo>
                <a:lnTo>
                  <a:pt x="477" y="935"/>
                </a:lnTo>
                <a:lnTo>
                  <a:pt x="476" y="935"/>
                </a:lnTo>
                <a:lnTo>
                  <a:pt x="475" y="935"/>
                </a:lnTo>
                <a:lnTo>
                  <a:pt x="474" y="935"/>
                </a:lnTo>
                <a:lnTo>
                  <a:pt x="474" y="936"/>
                </a:lnTo>
                <a:lnTo>
                  <a:pt x="473" y="936"/>
                </a:lnTo>
                <a:lnTo>
                  <a:pt x="473" y="935"/>
                </a:lnTo>
                <a:lnTo>
                  <a:pt x="473" y="934"/>
                </a:lnTo>
                <a:lnTo>
                  <a:pt x="473" y="933"/>
                </a:lnTo>
                <a:lnTo>
                  <a:pt x="472" y="933"/>
                </a:lnTo>
                <a:lnTo>
                  <a:pt x="472" y="932"/>
                </a:lnTo>
                <a:lnTo>
                  <a:pt x="472" y="931"/>
                </a:lnTo>
                <a:lnTo>
                  <a:pt x="471" y="931"/>
                </a:lnTo>
                <a:lnTo>
                  <a:pt x="471" y="930"/>
                </a:lnTo>
                <a:lnTo>
                  <a:pt x="472" y="930"/>
                </a:lnTo>
                <a:lnTo>
                  <a:pt x="472" y="929"/>
                </a:lnTo>
                <a:lnTo>
                  <a:pt x="471" y="928"/>
                </a:lnTo>
                <a:lnTo>
                  <a:pt x="471" y="927"/>
                </a:lnTo>
                <a:lnTo>
                  <a:pt x="470" y="927"/>
                </a:lnTo>
                <a:lnTo>
                  <a:pt x="469" y="927"/>
                </a:lnTo>
                <a:lnTo>
                  <a:pt x="468" y="927"/>
                </a:lnTo>
                <a:lnTo>
                  <a:pt x="467" y="927"/>
                </a:lnTo>
                <a:lnTo>
                  <a:pt x="466" y="927"/>
                </a:lnTo>
                <a:lnTo>
                  <a:pt x="466" y="926"/>
                </a:lnTo>
                <a:lnTo>
                  <a:pt x="465" y="926"/>
                </a:lnTo>
                <a:lnTo>
                  <a:pt x="465" y="927"/>
                </a:lnTo>
                <a:lnTo>
                  <a:pt x="465" y="926"/>
                </a:lnTo>
                <a:lnTo>
                  <a:pt x="464" y="926"/>
                </a:lnTo>
                <a:lnTo>
                  <a:pt x="463" y="926"/>
                </a:lnTo>
                <a:lnTo>
                  <a:pt x="463" y="925"/>
                </a:lnTo>
                <a:lnTo>
                  <a:pt x="462" y="926"/>
                </a:lnTo>
                <a:lnTo>
                  <a:pt x="461" y="926"/>
                </a:lnTo>
                <a:lnTo>
                  <a:pt x="461" y="925"/>
                </a:lnTo>
                <a:lnTo>
                  <a:pt x="460" y="926"/>
                </a:lnTo>
                <a:lnTo>
                  <a:pt x="460" y="925"/>
                </a:lnTo>
                <a:lnTo>
                  <a:pt x="459" y="925"/>
                </a:lnTo>
                <a:lnTo>
                  <a:pt x="459" y="926"/>
                </a:lnTo>
                <a:lnTo>
                  <a:pt x="458" y="926"/>
                </a:lnTo>
                <a:lnTo>
                  <a:pt x="458" y="925"/>
                </a:lnTo>
                <a:lnTo>
                  <a:pt x="457" y="926"/>
                </a:lnTo>
                <a:lnTo>
                  <a:pt x="456" y="926"/>
                </a:lnTo>
                <a:lnTo>
                  <a:pt x="456" y="925"/>
                </a:lnTo>
                <a:lnTo>
                  <a:pt x="455" y="925"/>
                </a:lnTo>
                <a:lnTo>
                  <a:pt x="454" y="925"/>
                </a:lnTo>
                <a:lnTo>
                  <a:pt x="454" y="926"/>
                </a:lnTo>
                <a:lnTo>
                  <a:pt x="454" y="927"/>
                </a:lnTo>
                <a:lnTo>
                  <a:pt x="453" y="927"/>
                </a:lnTo>
                <a:lnTo>
                  <a:pt x="452" y="927"/>
                </a:lnTo>
                <a:lnTo>
                  <a:pt x="451" y="927"/>
                </a:lnTo>
                <a:lnTo>
                  <a:pt x="450" y="927"/>
                </a:lnTo>
                <a:lnTo>
                  <a:pt x="449" y="927"/>
                </a:lnTo>
                <a:lnTo>
                  <a:pt x="449" y="926"/>
                </a:lnTo>
                <a:lnTo>
                  <a:pt x="449" y="925"/>
                </a:lnTo>
                <a:lnTo>
                  <a:pt x="449" y="926"/>
                </a:lnTo>
                <a:lnTo>
                  <a:pt x="448" y="926"/>
                </a:lnTo>
                <a:lnTo>
                  <a:pt x="447" y="925"/>
                </a:lnTo>
                <a:lnTo>
                  <a:pt x="447" y="924"/>
                </a:lnTo>
                <a:lnTo>
                  <a:pt x="447" y="923"/>
                </a:lnTo>
                <a:lnTo>
                  <a:pt x="446" y="923"/>
                </a:lnTo>
                <a:lnTo>
                  <a:pt x="446" y="924"/>
                </a:lnTo>
                <a:lnTo>
                  <a:pt x="446" y="923"/>
                </a:lnTo>
                <a:lnTo>
                  <a:pt x="445" y="923"/>
                </a:lnTo>
                <a:lnTo>
                  <a:pt x="445" y="922"/>
                </a:lnTo>
                <a:lnTo>
                  <a:pt x="445" y="921"/>
                </a:lnTo>
                <a:lnTo>
                  <a:pt x="444" y="921"/>
                </a:lnTo>
                <a:lnTo>
                  <a:pt x="443" y="921"/>
                </a:lnTo>
                <a:lnTo>
                  <a:pt x="443" y="920"/>
                </a:lnTo>
                <a:lnTo>
                  <a:pt x="442" y="920"/>
                </a:lnTo>
                <a:lnTo>
                  <a:pt x="441" y="920"/>
                </a:lnTo>
                <a:lnTo>
                  <a:pt x="441" y="919"/>
                </a:lnTo>
                <a:lnTo>
                  <a:pt x="441" y="920"/>
                </a:lnTo>
                <a:lnTo>
                  <a:pt x="440" y="920"/>
                </a:lnTo>
                <a:lnTo>
                  <a:pt x="439" y="920"/>
                </a:lnTo>
                <a:lnTo>
                  <a:pt x="438" y="920"/>
                </a:lnTo>
                <a:lnTo>
                  <a:pt x="437" y="920"/>
                </a:lnTo>
                <a:lnTo>
                  <a:pt x="437" y="921"/>
                </a:lnTo>
                <a:lnTo>
                  <a:pt x="436" y="921"/>
                </a:lnTo>
                <a:lnTo>
                  <a:pt x="435" y="921"/>
                </a:lnTo>
                <a:lnTo>
                  <a:pt x="436" y="921"/>
                </a:lnTo>
                <a:lnTo>
                  <a:pt x="436" y="922"/>
                </a:lnTo>
                <a:lnTo>
                  <a:pt x="435" y="922"/>
                </a:lnTo>
                <a:lnTo>
                  <a:pt x="435" y="923"/>
                </a:lnTo>
                <a:lnTo>
                  <a:pt x="434" y="923"/>
                </a:lnTo>
                <a:lnTo>
                  <a:pt x="434" y="924"/>
                </a:lnTo>
                <a:lnTo>
                  <a:pt x="434" y="925"/>
                </a:lnTo>
                <a:lnTo>
                  <a:pt x="434" y="926"/>
                </a:lnTo>
                <a:lnTo>
                  <a:pt x="433" y="926"/>
                </a:lnTo>
                <a:lnTo>
                  <a:pt x="433" y="927"/>
                </a:lnTo>
                <a:lnTo>
                  <a:pt x="432" y="927"/>
                </a:lnTo>
                <a:lnTo>
                  <a:pt x="432" y="928"/>
                </a:lnTo>
                <a:lnTo>
                  <a:pt x="431" y="928"/>
                </a:lnTo>
                <a:lnTo>
                  <a:pt x="431" y="927"/>
                </a:lnTo>
                <a:lnTo>
                  <a:pt x="430" y="927"/>
                </a:lnTo>
                <a:lnTo>
                  <a:pt x="430" y="928"/>
                </a:lnTo>
                <a:lnTo>
                  <a:pt x="430" y="929"/>
                </a:lnTo>
                <a:lnTo>
                  <a:pt x="429" y="929"/>
                </a:lnTo>
                <a:lnTo>
                  <a:pt x="429" y="930"/>
                </a:lnTo>
                <a:lnTo>
                  <a:pt x="428" y="930"/>
                </a:lnTo>
                <a:lnTo>
                  <a:pt x="427" y="930"/>
                </a:lnTo>
                <a:lnTo>
                  <a:pt x="427" y="929"/>
                </a:lnTo>
                <a:lnTo>
                  <a:pt x="428" y="929"/>
                </a:lnTo>
                <a:lnTo>
                  <a:pt x="428" y="928"/>
                </a:lnTo>
                <a:lnTo>
                  <a:pt x="427" y="928"/>
                </a:lnTo>
                <a:lnTo>
                  <a:pt x="428" y="928"/>
                </a:lnTo>
                <a:lnTo>
                  <a:pt x="427" y="928"/>
                </a:lnTo>
                <a:lnTo>
                  <a:pt x="427" y="927"/>
                </a:lnTo>
                <a:lnTo>
                  <a:pt x="426" y="927"/>
                </a:lnTo>
                <a:lnTo>
                  <a:pt x="426" y="926"/>
                </a:lnTo>
                <a:lnTo>
                  <a:pt x="425" y="925"/>
                </a:lnTo>
                <a:lnTo>
                  <a:pt x="426" y="924"/>
                </a:lnTo>
                <a:lnTo>
                  <a:pt x="425" y="924"/>
                </a:lnTo>
                <a:lnTo>
                  <a:pt x="425" y="923"/>
                </a:lnTo>
                <a:lnTo>
                  <a:pt x="426" y="923"/>
                </a:lnTo>
                <a:lnTo>
                  <a:pt x="425" y="923"/>
                </a:lnTo>
                <a:lnTo>
                  <a:pt x="426" y="923"/>
                </a:lnTo>
                <a:lnTo>
                  <a:pt x="426" y="922"/>
                </a:lnTo>
                <a:lnTo>
                  <a:pt x="425" y="922"/>
                </a:lnTo>
                <a:lnTo>
                  <a:pt x="426" y="922"/>
                </a:lnTo>
                <a:lnTo>
                  <a:pt x="426" y="921"/>
                </a:lnTo>
                <a:lnTo>
                  <a:pt x="427" y="921"/>
                </a:lnTo>
                <a:lnTo>
                  <a:pt x="427" y="920"/>
                </a:lnTo>
                <a:lnTo>
                  <a:pt x="428" y="920"/>
                </a:lnTo>
                <a:lnTo>
                  <a:pt x="428" y="919"/>
                </a:lnTo>
                <a:lnTo>
                  <a:pt x="429" y="919"/>
                </a:lnTo>
                <a:lnTo>
                  <a:pt x="429" y="918"/>
                </a:lnTo>
                <a:lnTo>
                  <a:pt x="429" y="917"/>
                </a:lnTo>
                <a:lnTo>
                  <a:pt x="430" y="918"/>
                </a:lnTo>
                <a:lnTo>
                  <a:pt x="430" y="917"/>
                </a:lnTo>
                <a:lnTo>
                  <a:pt x="430" y="916"/>
                </a:lnTo>
                <a:lnTo>
                  <a:pt x="430" y="915"/>
                </a:lnTo>
                <a:lnTo>
                  <a:pt x="429" y="915"/>
                </a:lnTo>
                <a:lnTo>
                  <a:pt x="430" y="915"/>
                </a:lnTo>
                <a:lnTo>
                  <a:pt x="429" y="914"/>
                </a:lnTo>
                <a:lnTo>
                  <a:pt x="428" y="914"/>
                </a:lnTo>
                <a:lnTo>
                  <a:pt x="428" y="913"/>
                </a:lnTo>
                <a:lnTo>
                  <a:pt x="428" y="912"/>
                </a:lnTo>
                <a:lnTo>
                  <a:pt x="428" y="911"/>
                </a:lnTo>
                <a:lnTo>
                  <a:pt x="429" y="911"/>
                </a:lnTo>
                <a:lnTo>
                  <a:pt x="429" y="909"/>
                </a:lnTo>
                <a:lnTo>
                  <a:pt x="430" y="909"/>
                </a:lnTo>
                <a:lnTo>
                  <a:pt x="430" y="908"/>
                </a:lnTo>
                <a:lnTo>
                  <a:pt x="429" y="906"/>
                </a:lnTo>
                <a:lnTo>
                  <a:pt x="429" y="905"/>
                </a:lnTo>
                <a:lnTo>
                  <a:pt x="430" y="905"/>
                </a:lnTo>
                <a:lnTo>
                  <a:pt x="430" y="904"/>
                </a:lnTo>
                <a:lnTo>
                  <a:pt x="431" y="904"/>
                </a:lnTo>
                <a:lnTo>
                  <a:pt x="430" y="903"/>
                </a:lnTo>
                <a:lnTo>
                  <a:pt x="431" y="903"/>
                </a:lnTo>
                <a:lnTo>
                  <a:pt x="430" y="903"/>
                </a:lnTo>
                <a:lnTo>
                  <a:pt x="430" y="902"/>
                </a:lnTo>
                <a:lnTo>
                  <a:pt x="429" y="901"/>
                </a:lnTo>
                <a:lnTo>
                  <a:pt x="428" y="901"/>
                </a:lnTo>
                <a:lnTo>
                  <a:pt x="428" y="900"/>
                </a:lnTo>
                <a:lnTo>
                  <a:pt x="427" y="900"/>
                </a:lnTo>
                <a:lnTo>
                  <a:pt x="427" y="899"/>
                </a:lnTo>
                <a:lnTo>
                  <a:pt x="427" y="898"/>
                </a:lnTo>
                <a:lnTo>
                  <a:pt x="427" y="897"/>
                </a:lnTo>
                <a:lnTo>
                  <a:pt x="427" y="896"/>
                </a:lnTo>
                <a:lnTo>
                  <a:pt x="427" y="895"/>
                </a:lnTo>
                <a:lnTo>
                  <a:pt x="426" y="895"/>
                </a:lnTo>
                <a:lnTo>
                  <a:pt x="426" y="894"/>
                </a:lnTo>
                <a:lnTo>
                  <a:pt x="427" y="894"/>
                </a:lnTo>
                <a:lnTo>
                  <a:pt x="427" y="893"/>
                </a:lnTo>
                <a:lnTo>
                  <a:pt x="427" y="892"/>
                </a:lnTo>
                <a:lnTo>
                  <a:pt x="427" y="891"/>
                </a:lnTo>
                <a:lnTo>
                  <a:pt x="428" y="891"/>
                </a:lnTo>
                <a:lnTo>
                  <a:pt x="429" y="891"/>
                </a:lnTo>
                <a:lnTo>
                  <a:pt x="429" y="890"/>
                </a:lnTo>
                <a:lnTo>
                  <a:pt x="429" y="889"/>
                </a:lnTo>
                <a:lnTo>
                  <a:pt x="428" y="889"/>
                </a:lnTo>
                <a:lnTo>
                  <a:pt x="428" y="890"/>
                </a:lnTo>
                <a:lnTo>
                  <a:pt x="427" y="890"/>
                </a:lnTo>
                <a:lnTo>
                  <a:pt x="426" y="889"/>
                </a:lnTo>
                <a:lnTo>
                  <a:pt x="425" y="889"/>
                </a:lnTo>
                <a:lnTo>
                  <a:pt x="425" y="888"/>
                </a:lnTo>
                <a:lnTo>
                  <a:pt x="424" y="888"/>
                </a:lnTo>
                <a:lnTo>
                  <a:pt x="424" y="887"/>
                </a:lnTo>
                <a:lnTo>
                  <a:pt x="423" y="887"/>
                </a:lnTo>
                <a:lnTo>
                  <a:pt x="423" y="886"/>
                </a:lnTo>
                <a:lnTo>
                  <a:pt x="423" y="885"/>
                </a:lnTo>
                <a:lnTo>
                  <a:pt x="422" y="885"/>
                </a:lnTo>
                <a:lnTo>
                  <a:pt x="423" y="885"/>
                </a:lnTo>
                <a:lnTo>
                  <a:pt x="423" y="884"/>
                </a:lnTo>
                <a:lnTo>
                  <a:pt x="424" y="884"/>
                </a:lnTo>
                <a:lnTo>
                  <a:pt x="424" y="883"/>
                </a:lnTo>
                <a:lnTo>
                  <a:pt x="424" y="881"/>
                </a:lnTo>
                <a:lnTo>
                  <a:pt x="425" y="881"/>
                </a:lnTo>
                <a:lnTo>
                  <a:pt x="426" y="881"/>
                </a:lnTo>
                <a:lnTo>
                  <a:pt x="427" y="881"/>
                </a:lnTo>
                <a:lnTo>
                  <a:pt x="427" y="880"/>
                </a:lnTo>
                <a:lnTo>
                  <a:pt x="428" y="880"/>
                </a:lnTo>
                <a:lnTo>
                  <a:pt x="428" y="879"/>
                </a:lnTo>
                <a:lnTo>
                  <a:pt x="427" y="879"/>
                </a:lnTo>
                <a:lnTo>
                  <a:pt x="428" y="878"/>
                </a:lnTo>
                <a:lnTo>
                  <a:pt x="428" y="877"/>
                </a:lnTo>
                <a:lnTo>
                  <a:pt x="427" y="877"/>
                </a:lnTo>
                <a:lnTo>
                  <a:pt x="428" y="877"/>
                </a:lnTo>
                <a:lnTo>
                  <a:pt x="427" y="877"/>
                </a:lnTo>
                <a:lnTo>
                  <a:pt x="427" y="876"/>
                </a:lnTo>
                <a:lnTo>
                  <a:pt x="427" y="875"/>
                </a:lnTo>
                <a:lnTo>
                  <a:pt x="426" y="875"/>
                </a:lnTo>
                <a:lnTo>
                  <a:pt x="427" y="875"/>
                </a:lnTo>
                <a:lnTo>
                  <a:pt x="427" y="874"/>
                </a:lnTo>
                <a:lnTo>
                  <a:pt x="426" y="874"/>
                </a:lnTo>
                <a:lnTo>
                  <a:pt x="426" y="873"/>
                </a:lnTo>
                <a:lnTo>
                  <a:pt x="426" y="872"/>
                </a:lnTo>
                <a:lnTo>
                  <a:pt x="426" y="871"/>
                </a:lnTo>
                <a:lnTo>
                  <a:pt x="426" y="870"/>
                </a:lnTo>
                <a:lnTo>
                  <a:pt x="425" y="870"/>
                </a:lnTo>
                <a:lnTo>
                  <a:pt x="425" y="869"/>
                </a:lnTo>
                <a:lnTo>
                  <a:pt x="425" y="868"/>
                </a:lnTo>
                <a:lnTo>
                  <a:pt x="426" y="868"/>
                </a:lnTo>
                <a:lnTo>
                  <a:pt x="426" y="867"/>
                </a:lnTo>
                <a:lnTo>
                  <a:pt x="426" y="866"/>
                </a:lnTo>
                <a:lnTo>
                  <a:pt x="425" y="866"/>
                </a:lnTo>
                <a:lnTo>
                  <a:pt x="424" y="866"/>
                </a:lnTo>
                <a:lnTo>
                  <a:pt x="424" y="865"/>
                </a:lnTo>
                <a:lnTo>
                  <a:pt x="423" y="865"/>
                </a:lnTo>
                <a:lnTo>
                  <a:pt x="422" y="865"/>
                </a:lnTo>
                <a:lnTo>
                  <a:pt x="421" y="865"/>
                </a:lnTo>
                <a:lnTo>
                  <a:pt x="421" y="864"/>
                </a:lnTo>
                <a:lnTo>
                  <a:pt x="421" y="863"/>
                </a:lnTo>
                <a:lnTo>
                  <a:pt x="422" y="863"/>
                </a:lnTo>
                <a:lnTo>
                  <a:pt x="421" y="862"/>
                </a:lnTo>
                <a:lnTo>
                  <a:pt x="421" y="861"/>
                </a:lnTo>
                <a:lnTo>
                  <a:pt x="421" y="860"/>
                </a:lnTo>
                <a:lnTo>
                  <a:pt x="421" y="859"/>
                </a:lnTo>
                <a:lnTo>
                  <a:pt x="420" y="859"/>
                </a:lnTo>
                <a:lnTo>
                  <a:pt x="420" y="858"/>
                </a:lnTo>
                <a:lnTo>
                  <a:pt x="420" y="857"/>
                </a:lnTo>
                <a:lnTo>
                  <a:pt x="419" y="857"/>
                </a:lnTo>
                <a:lnTo>
                  <a:pt x="419" y="856"/>
                </a:lnTo>
                <a:lnTo>
                  <a:pt x="420" y="856"/>
                </a:lnTo>
                <a:lnTo>
                  <a:pt x="420" y="855"/>
                </a:lnTo>
                <a:lnTo>
                  <a:pt x="419" y="855"/>
                </a:lnTo>
                <a:lnTo>
                  <a:pt x="418" y="855"/>
                </a:lnTo>
                <a:lnTo>
                  <a:pt x="418" y="854"/>
                </a:lnTo>
                <a:lnTo>
                  <a:pt x="417" y="854"/>
                </a:lnTo>
                <a:lnTo>
                  <a:pt x="416" y="854"/>
                </a:lnTo>
                <a:lnTo>
                  <a:pt x="415" y="854"/>
                </a:lnTo>
                <a:lnTo>
                  <a:pt x="415" y="855"/>
                </a:lnTo>
                <a:lnTo>
                  <a:pt x="414" y="854"/>
                </a:lnTo>
                <a:lnTo>
                  <a:pt x="414" y="855"/>
                </a:lnTo>
                <a:lnTo>
                  <a:pt x="413" y="855"/>
                </a:lnTo>
                <a:lnTo>
                  <a:pt x="412" y="855"/>
                </a:lnTo>
                <a:lnTo>
                  <a:pt x="411" y="855"/>
                </a:lnTo>
                <a:lnTo>
                  <a:pt x="411" y="854"/>
                </a:lnTo>
                <a:lnTo>
                  <a:pt x="410" y="854"/>
                </a:lnTo>
                <a:lnTo>
                  <a:pt x="409" y="854"/>
                </a:lnTo>
                <a:lnTo>
                  <a:pt x="409" y="855"/>
                </a:lnTo>
                <a:lnTo>
                  <a:pt x="409" y="854"/>
                </a:lnTo>
                <a:lnTo>
                  <a:pt x="408" y="854"/>
                </a:lnTo>
                <a:lnTo>
                  <a:pt x="407" y="854"/>
                </a:lnTo>
                <a:lnTo>
                  <a:pt x="406" y="854"/>
                </a:lnTo>
                <a:lnTo>
                  <a:pt x="406" y="853"/>
                </a:lnTo>
                <a:lnTo>
                  <a:pt x="406" y="854"/>
                </a:lnTo>
                <a:lnTo>
                  <a:pt x="405" y="854"/>
                </a:lnTo>
                <a:lnTo>
                  <a:pt x="404" y="854"/>
                </a:lnTo>
                <a:lnTo>
                  <a:pt x="404" y="853"/>
                </a:lnTo>
                <a:lnTo>
                  <a:pt x="403" y="853"/>
                </a:lnTo>
                <a:lnTo>
                  <a:pt x="403" y="854"/>
                </a:lnTo>
                <a:lnTo>
                  <a:pt x="402" y="853"/>
                </a:lnTo>
                <a:lnTo>
                  <a:pt x="400" y="852"/>
                </a:lnTo>
                <a:lnTo>
                  <a:pt x="401" y="852"/>
                </a:lnTo>
                <a:lnTo>
                  <a:pt x="401" y="851"/>
                </a:lnTo>
                <a:lnTo>
                  <a:pt x="401" y="850"/>
                </a:lnTo>
                <a:lnTo>
                  <a:pt x="401" y="849"/>
                </a:lnTo>
                <a:lnTo>
                  <a:pt x="402" y="849"/>
                </a:lnTo>
                <a:lnTo>
                  <a:pt x="403" y="849"/>
                </a:lnTo>
                <a:lnTo>
                  <a:pt x="403" y="848"/>
                </a:lnTo>
                <a:lnTo>
                  <a:pt x="404" y="848"/>
                </a:lnTo>
                <a:lnTo>
                  <a:pt x="405" y="848"/>
                </a:lnTo>
                <a:lnTo>
                  <a:pt x="405" y="847"/>
                </a:lnTo>
                <a:lnTo>
                  <a:pt x="405" y="846"/>
                </a:lnTo>
                <a:lnTo>
                  <a:pt x="405" y="845"/>
                </a:lnTo>
                <a:lnTo>
                  <a:pt x="405" y="844"/>
                </a:lnTo>
                <a:lnTo>
                  <a:pt x="406" y="844"/>
                </a:lnTo>
                <a:lnTo>
                  <a:pt x="405" y="844"/>
                </a:lnTo>
                <a:lnTo>
                  <a:pt x="405" y="843"/>
                </a:lnTo>
                <a:lnTo>
                  <a:pt x="404" y="843"/>
                </a:lnTo>
                <a:lnTo>
                  <a:pt x="404" y="842"/>
                </a:lnTo>
                <a:lnTo>
                  <a:pt x="403" y="842"/>
                </a:lnTo>
                <a:lnTo>
                  <a:pt x="403" y="841"/>
                </a:lnTo>
                <a:lnTo>
                  <a:pt x="402" y="841"/>
                </a:lnTo>
                <a:lnTo>
                  <a:pt x="402" y="840"/>
                </a:lnTo>
                <a:lnTo>
                  <a:pt x="402" y="839"/>
                </a:lnTo>
                <a:lnTo>
                  <a:pt x="401" y="839"/>
                </a:lnTo>
                <a:lnTo>
                  <a:pt x="401" y="838"/>
                </a:lnTo>
                <a:lnTo>
                  <a:pt x="401" y="837"/>
                </a:lnTo>
                <a:lnTo>
                  <a:pt x="402" y="836"/>
                </a:lnTo>
                <a:lnTo>
                  <a:pt x="401" y="836"/>
                </a:lnTo>
                <a:lnTo>
                  <a:pt x="401" y="835"/>
                </a:lnTo>
                <a:lnTo>
                  <a:pt x="402" y="835"/>
                </a:lnTo>
                <a:lnTo>
                  <a:pt x="401" y="835"/>
                </a:lnTo>
                <a:lnTo>
                  <a:pt x="402" y="835"/>
                </a:lnTo>
                <a:lnTo>
                  <a:pt x="401" y="835"/>
                </a:lnTo>
                <a:lnTo>
                  <a:pt x="401" y="834"/>
                </a:lnTo>
                <a:lnTo>
                  <a:pt x="402" y="834"/>
                </a:lnTo>
                <a:lnTo>
                  <a:pt x="402" y="833"/>
                </a:lnTo>
                <a:lnTo>
                  <a:pt x="401" y="833"/>
                </a:lnTo>
                <a:lnTo>
                  <a:pt x="400" y="833"/>
                </a:lnTo>
                <a:lnTo>
                  <a:pt x="400" y="832"/>
                </a:lnTo>
                <a:lnTo>
                  <a:pt x="400" y="831"/>
                </a:lnTo>
                <a:lnTo>
                  <a:pt x="400" y="830"/>
                </a:lnTo>
                <a:lnTo>
                  <a:pt x="400" y="829"/>
                </a:lnTo>
                <a:lnTo>
                  <a:pt x="401" y="829"/>
                </a:lnTo>
                <a:lnTo>
                  <a:pt x="401" y="828"/>
                </a:lnTo>
                <a:lnTo>
                  <a:pt x="402" y="828"/>
                </a:lnTo>
                <a:lnTo>
                  <a:pt x="402" y="827"/>
                </a:lnTo>
                <a:lnTo>
                  <a:pt x="403" y="827"/>
                </a:lnTo>
                <a:lnTo>
                  <a:pt x="403" y="828"/>
                </a:lnTo>
                <a:lnTo>
                  <a:pt x="404" y="828"/>
                </a:lnTo>
                <a:lnTo>
                  <a:pt x="404" y="827"/>
                </a:lnTo>
                <a:lnTo>
                  <a:pt x="405" y="827"/>
                </a:lnTo>
                <a:lnTo>
                  <a:pt x="405" y="826"/>
                </a:lnTo>
                <a:lnTo>
                  <a:pt x="404" y="825"/>
                </a:lnTo>
                <a:lnTo>
                  <a:pt x="405" y="825"/>
                </a:lnTo>
                <a:lnTo>
                  <a:pt x="405" y="824"/>
                </a:lnTo>
                <a:lnTo>
                  <a:pt x="404" y="824"/>
                </a:lnTo>
                <a:lnTo>
                  <a:pt x="404" y="823"/>
                </a:lnTo>
                <a:lnTo>
                  <a:pt x="405" y="823"/>
                </a:lnTo>
                <a:lnTo>
                  <a:pt x="404" y="823"/>
                </a:lnTo>
                <a:lnTo>
                  <a:pt x="404" y="822"/>
                </a:lnTo>
                <a:lnTo>
                  <a:pt x="404" y="821"/>
                </a:lnTo>
                <a:lnTo>
                  <a:pt x="404" y="820"/>
                </a:lnTo>
                <a:lnTo>
                  <a:pt x="404" y="818"/>
                </a:lnTo>
                <a:lnTo>
                  <a:pt x="405" y="817"/>
                </a:lnTo>
                <a:lnTo>
                  <a:pt x="405" y="816"/>
                </a:lnTo>
                <a:lnTo>
                  <a:pt x="406" y="816"/>
                </a:lnTo>
                <a:lnTo>
                  <a:pt x="406" y="815"/>
                </a:lnTo>
                <a:lnTo>
                  <a:pt x="406" y="814"/>
                </a:lnTo>
                <a:lnTo>
                  <a:pt x="406" y="813"/>
                </a:lnTo>
                <a:lnTo>
                  <a:pt x="406" y="812"/>
                </a:lnTo>
                <a:lnTo>
                  <a:pt x="407" y="812"/>
                </a:lnTo>
                <a:lnTo>
                  <a:pt x="407" y="811"/>
                </a:lnTo>
                <a:lnTo>
                  <a:pt x="407" y="812"/>
                </a:lnTo>
                <a:lnTo>
                  <a:pt x="407" y="811"/>
                </a:lnTo>
                <a:lnTo>
                  <a:pt x="408" y="811"/>
                </a:lnTo>
                <a:lnTo>
                  <a:pt x="408" y="810"/>
                </a:lnTo>
                <a:lnTo>
                  <a:pt x="408" y="809"/>
                </a:lnTo>
                <a:lnTo>
                  <a:pt x="408" y="808"/>
                </a:lnTo>
                <a:lnTo>
                  <a:pt x="408" y="807"/>
                </a:lnTo>
                <a:lnTo>
                  <a:pt x="408" y="806"/>
                </a:lnTo>
                <a:lnTo>
                  <a:pt x="409" y="806"/>
                </a:lnTo>
                <a:lnTo>
                  <a:pt x="409" y="805"/>
                </a:lnTo>
                <a:lnTo>
                  <a:pt x="409" y="804"/>
                </a:lnTo>
                <a:lnTo>
                  <a:pt x="408" y="804"/>
                </a:lnTo>
                <a:lnTo>
                  <a:pt x="408" y="803"/>
                </a:lnTo>
                <a:lnTo>
                  <a:pt x="409" y="803"/>
                </a:lnTo>
                <a:lnTo>
                  <a:pt x="409" y="802"/>
                </a:lnTo>
                <a:lnTo>
                  <a:pt x="408" y="802"/>
                </a:lnTo>
                <a:lnTo>
                  <a:pt x="409" y="802"/>
                </a:lnTo>
                <a:lnTo>
                  <a:pt x="409" y="801"/>
                </a:lnTo>
                <a:lnTo>
                  <a:pt x="410" y="801"/>
                </a:lnTo>
                <a:lnTo>
                  <a:pt x="411" y="801"/>
                </a:lnTo>
                <a:lnTo>
                  <a:pt x="412" y="801"/>
                </a:lnTo>
                <a:lnTo>
                  <a:pt x="412" y="800"/>
                </a:lnTo>
                <a:lnTo>
                  <a:pt x="412" y="801"/>
                </a:lnTo>
                <a:lnTo>
                  <a:pt x="413" y="801"/>
                </a:lnTo>
                <a:lnTo>
                  <a:pt x="413" y="800"/>
                </a:lnTo>
                <a:lnTo>
                  <a:pt x="413" y="801"/>
                </a:lnTo>
                <a:lnTo>
                  <a:pt x="414" y="801"/>
                </a:lnTo>
                <a:lnTo>
                  <a:pt x="414" y="802"/>
                </a:lnTo>
                <a:lnTo>
                  <a:pt x="414" y="803"/>
                </a:lnTo>
                <a:lnTo>
                  <a:pt x="415" y="803"/>
                </a:lnTo>
                <a:lnTo>
                  <a:pt x="415" y="804"/>
                </a:lnTo>
                <a:lnTo>
                  <a:pt x="415" y="805"/>
                </a:lnTo>
                <a:lnTo>
                  <a:pt x="416" y="805"/>
                </a:lnTo>
                <a:lnTo>
                  <a:pt x="416" y="806"/>
                </a:lnTo>
                <a:lnTo>
                  <a:pt x="417" y="806"/>
                </a:lnTo>
                <a:lnTo>
                  <a:pt x="418" y="806"/>
                </a:lnTo>
                <a:lnTo>
                  <a:pt x="419" y="806"/>
                </a:lnTo>
                <a:lnTo>
                  <a:pt x="420" y="806"/>
                </a:lnTo>
                <a:lnTo>
                  <a:pt x="421" y="806"/>
                </a:lnTo>
                <a:lnTo>
                  <a:pt x="422" y="806"/>
                </a:lnTo>
                <a:lnTo>
                  <a:pt x="422" y="805"/>
                </a:lnTo>
                <a:lnTo>
                  <a:pt x="423" y="805"/>
                </a:lnTo>
                <a:lnTo>
                  <a:pt x="423" y="806"/>
                </a:lnTo>
                <a:lnTo>
                  <a:pt x="424" y="806"/>
                </a:lnTo>
                <a:lnTo>
                  <a:pt x="424" y="805"/>
                </a:lnTo>
                <a:lnTo>
                  <a:pt x="425" y="805"/>
                </a:lnTo>
                <a:lnTo>
                  <a:pt x="425" y="804"/>
                </a:lnTo>
                <a:lnTo>
                  <a:pt x="426" y="805"/>
                </a:lnTo>
                <a:lnTo>
                  <a:pt x="427" y="805"/>
                </a:lnTo>
                <a:lnTo>
                  <a:pt x="428" y="806"/>
                </a:lnTo>
                <a:lnTo>
                  <a:pt x="429" y="805"/>
                </a:lnTo>
                <a:lnTo>
                  <a:pt x="430" y="805"/>
                </a:lnTo>
                <a:lnTo>
                  <a:pt x="430" y="804"/>
                </a:lnTo>
                <a:lnTo>
                  <a:pt x="431" y="804"/>
                </a:lnTo>
                <a:lnTo>
                  <a:pt x="431" y="803"/>
                </a:lnTo>
                <a:lnTo>
                  <a:pt x="431" y="802"/>
                </a:lnTo>
                <a:lnTo>
                  <a:pt x="432" y="802"/>
                </a:lnTo>
                <a:lnTo>
                  <a:pt x="432" y="801"/>
                </a:lnTo>
                <a:lnTo>
                  <a:pt x="432" y="800"/>
                </a:lnTo>
                <a:lnTo>
                  <a:pt x="431" y="800"/>
                </a:lnTo>
                <a:lnTo>
                  <a:pt x="431" y="799"/>
                </a:lnTo>
                <a:lnTo>
                  <a:pt x="431" y="800"/>
                </a:lnTo>
                <a:lnTo>
                  <a:pt x="430" y="800"/>
                </a:lnTo>
                <a:lnTo>
                  <a:pt x="430" y="799"/>
                </a:lnTo>
                <a:lnTo>
                  <a:pt x="429" y="799"/>
                </a:lnTo>
                <a:lnTo>
                  <a:pt x="429" y="798"/>
                </a:lnTo>
                <a:lnTo>
                  <a:pt x="430" y="798"/>
                </a:lnTo>
                <a:lnTo>
                  <a:pt x="431" y="798"/>
                </a:lnTo>
                <a:lnTo>
                  <a:pt x="431" y="797"/>
                </a:lnTo>
                <a:lnTo>
                  <a:pt x="431" y="796"/>
                </a:lnTo>
                <a:lnTo>
                  <a:pt x="432" y="796"/>
                </a:lnTo>
                <a:lnTo>
                  <a:pt x="432" y="795"/>
                </a:lnTo>
                <a:lnTo>
                  <a:pt x="432" y="794"/>
                </a:lnTo>
                <a:lnTo>
                  <a:pt x="431" y="794"/>
                </a:lnTo>
                <a:lnTo>
                  <a:pt x="431" y="793"/>
                </a:lnTo>
                <a:lnTo>
                  <a:pt x="431" y="792"/>
                </a:lnTo>
                <a:lnTo>
                  <a:pt x="432" y="792"/>
                </a:lnTo>
                <a:lnTo>
                  <a:pt x="432" y="791"/>
                </a:lnTo>
                <a:lnTo>
                  <a:pt x="433" y="791"/>
                </a:lnTo>
                <a:lnTo>
                  <a:pt x="432" y="790"/>
                </a:lnTo>
                <a:lnTo>
                  <a:pt x="433" y="790"/>
                </a:lnTo>
                <a:lnTo>
                  <a:pt x="433" y="789"/>
                </a:lnTo>
                <a:lnTo>
                  <a:pt x="433" y="788"/>
                </a:lnTo>
                <a:lnTo>
                  <a:pt x="434" y="788"/>
                </a:lnTo>
                <a:lnTo>
                  <a:pt x="434" y="787"/>
                </a:lnTo>
                <a:lnTo>
                  <a:pt x="435" y="787"/>
                </a:lnTo>
                <a:lnTo>
                  <a:pt x="436" y="787"/>
                </a:lnTo>
                <a:lnTo>
                  <a:pt x="436" y="786"/>
                </a:lnTo>
                <a:lnTo>
                  <a:pt x="437" y="786"/>
                </a:lnTo>
                <a:lnTo>
                  <a:pt x="437" y="785"/>
                </a:lnTo>
                <a:lnTo>
                  <a:pt x="438" y="785"/>
                </a:lnTo>
                <a:lnTo>
                  <a:pt x="438" y="784"/>
                </a:lnTo>
                <a:lnTo>
                  <a:pt x="437" y="784"/>
                </a:lnTo>
                <a:lnTo>
                  <a:pt x="437" y="783"/>
                </a:lnTo>
                <a:lnTo>
                  <a:pt x="436" y="783"/>
                </a:lnTo>
                <a:lnTo>
                  <a:pt x="436" y="782"/>
                </a:lnTo>
                <a:lnTo>
                  <a:pt x="437" y="781"/>
                </a:lnTo>
                <a:lnTo>
                  <a:pt x="438" y="781"/>
                </a:lnTo>
                <a:lnTo>
                  <a:pt x="439" y="781"/>
                </a:lnTo>
                <a:lnTo>
                  <a:pt x="439" y="780"/>
                </a:lnTo>
                <a:lnTo>
                  <a:pt x="439" y="779"/>
                </a:lnTo>
                <a:lnTo>
                  <a:pt x="440" y="779"/>
                </a:lnTo>
                <a:lnTo>
                  <a:pt x="441" y="779"/>
                </a:lnTo>
                <a:lnTo>
                  <a:pt x="441" y="778"/>
                </a:lnTo>
                <a:lnTo>
                  <a:pt x="440" y="778"/>
                </a:lnTo>
                <a:lnTo>
                  <a:pt x="439" y="778"/>
                </a:lnTo>
                <a:lnTo>
                  <a:pt x="439" y="777"/>
                </a:lnTo>
                <a:lnTo>
                  <a:pt x="438" y="777"/>
                </a:lnTo>
                <a:lnTo>
                  <a:pt x="438" y="776"/>
                </a:lnTo>
                <a:lnTo>
                  <a:pt x="439" y="776"/>
                </a:lnTo>
                <a:lnTo>
                  <a:pt x="438" y="776"/>
                </a:lnTo>
                <a:lnTo>
                  <a:pt x="438" y="775"/>
                </a:lnTo>
                <a:lnTo>
                  <a:pt x="438" y="774"/>
                </a:lnTo>
                <a:lnTo>
                  <a:pt x="439" y="774"/>
                </a:lnTo>
                <a:lnTo>
                  <a:pt x="439" y="773"/>
                </a:lnTo>
                <a:lnTo>
                  <a:pt x="438" y="773"/>
                </a:lnTo>
                <a:lnTo>
                  <a:pt x="438" y="772"/>
                </a:lnTo>
                <a:lnTo>
                  <a:pt x="439" y="772"/>
                </a:lnTo>
                <a:lnTo>
                  <a:pt x="440" y="772"/>
                </a:lnTo>
                <a:lnTo>
                  <a:pt x="441" y="771"/>
                </a:lnTo>
                <a:lnTo>
                  <a:pt x="441" y="770"/>
                </a:lnTo>
                <a:lnTo>
                  <a:pt x="442" y="770"/>
                </a:lnTo>
                <a:lnTo>
                  <a:pt x="443" y="770"/>
                </a:lnTo>
                <a:lnTo>
                  <a:pt x="443" y="769"/>
                </a:lnTo>
                <a:lnTo>
                  <a:pt x="443" y="768"/>
                </a:lnTo>
                <a:lnTo>
                  <a:pt x="442" y="768"/>
                </a:lnTo>
                <a:lnTo>
                  <a:pt x="442" y="767"/>
                </a:lnTo>
                <a:lnTo>
                  <a:pt x="443" y="767"/>
                </a:lnTo>
                <a:lnTo>
                  <a:pt x="443" y="768"/>
                </a:lnTo>
                <a:lnTo>
                  <a:pt x="444" y="768"/>
                </a:lnTo>
                <a:lnTo>
                  <a:pt x="444" y="767"/>
                </a:lnTo>
                <a:lnTo>
                  <a:pt x="445" y="767"/>
                </a:lnTo>
                <a:lnTo>
                  <a:pt x="446" y="767"/>
                </a:lnTo>
                <a:lnTo>
                  <a:pt x="447" y="767"/>
                </a:lnTo>
                <a:lnTo>
                  <a:pt x="447" y="766"/>
                </a:lnTo>
                <a:lnTo>
                  <a:pt x="448" y="766"/>
                </a:lnTo>
                <a:lnTo>
                  <a:pt x="449" y="766"/>
                </a:lnTo>
                <a:lnTo>
                  <a:pt x="449" y="765"/>
                </a:lnTo>
                <a:lnTo>
                  <a:pt x="450" y="765"/>
                </a:lnTo>
                <a:lnTo>
                  <a:pt x="449" y="765"/>
                </a:lnTo>
                <a:lnTo>
                  <a:pt x="449" y="764"/>
                </a:lnTo>
                <a:lnTo>
                  <a:pt x="449" y="763"/>
                </a:lnTo>
                <a:lnTo>
                  <a:pt x="450" y="762"/>
                </a:lnTo>
                <a:lnTo>
                  <a:pt x="451" y="762"/>
                </a:lnTo>
                <a:lnTo>
                  <a:pt x="451" y="761"/>
                </a:lnTo>
                <a:lnTo>
                  <a:pt x="451" y="760"/>
                </a:lnTo>
                <a:lnTo>
                  <a:pt x="452" y="760"/>
                </a:lnTo>
                <a:lnTo>
                  <a:pt x="452" y="759"/>
                </a:lnTo>
                <a:lnTo>
                  <a:pt x="451" y="759"/>
                </a:lnTo>
                <a:lnTo>
                  <a:pt x="450" y="759"/>
                </a:lnTo>
                <a:lnTo>
                  <a:pt x="450" y="758"/>
                </a:lnTo>
                <a:lnTo>
                  <a:pt x="449" y="758"/>
                </a:lnTo>
                <a:lnTo>
                  <a:pt x="449" y="757"/>
                </a:lnTo>
                <a:lnTo>
                  <a:pt x="448" y="757"/>
                </a:lnTo>
                <a:lnTo>
                  <a:pt x="448" y="756"/>
                </a:lnTo>
                <a:lnTo>
                  <a:pt x="447" y="756"/>
                </a:lnTo>
                <a:lnTo>
                  <a:pt x="446" y="756"/>
                </a:lnTo>
                <a:lnTo>
                  <a:pt x="445" y="756"/>
                </a:lnTo>
                <a:lnTo>
                  <a:pt x="445" y="757"/>
                </a:lnTo>
                <a:lnTo>
                  <a:pt x="444" y="757"/>
                </a:lnTo>
                <a:lnTo>
                  <a:pt x="444" y="758"/>
                </a:lnTo>
                <a:lnTo>
                  <a:pt x="443" y="758"/>
                </a:lnTo>
                <a:lnTo>
                  <a:pt x="443" y="757"/>
                </a:lnTo>
                <a:lnTo>
                  <a:pt x="443" y="758"/>
                </a:lnTo>
                <a:lnTo>
                  <a:pt x="442" y="758"/>
                </a:lnTo>
                <a:lnTo>
                  <a:pt x="441" y="758"/>
                </a:lnTo>
                <a:lnTo>
                  <a:pt x="441" y="757"/>
                </a:lnTo>
                <a:lnTo>
                  <a:pt x="440" y="757"/>
                </a:lnTo>
                <a:lnTo>
                  <a:pt x="439" y="757"/>
                </a:lnTo>
                <a:lnTo>
                  <a:pt x="439" y="758"/>
                </a:lnTo>
                <a:lnTo>
                  <a:pt x="438" y="758"/>
                </a:lnTo>
                <a:lnTo>
                  <a:pt x="438" y="757"/>
                </a:lnTo>
                <a:lnTo>
                  <a:pt x="439" y="757"/>
                </a:lnTo>
                <a:lnTo>
                  <a:pt x="439" y="756"/>
                </a:lnTo>
                <a:lnTo>
                  <a:pt x="439" y="755"/>
                </a:lnTo>
                <a:lnTo>
                  <a:pt x="438" y="755"/>
                </a:lnTo>
                <a:lnTo>
                  <a:pt x="437" y="755"/>
                </a:lnTo>
                <a:lnTo>
                  <a:pt x="437" y="754"/>
                </a:lnTo>
                <a:lnTo>
                  <a:pt x="436" y="754"/>
                </a:lnTo>
                <a:lnTo>
                  <a:pt x="435" y="753"/>
                </a:lnTo>
                <a:lnTo>
                  <a:pt x="434" y="753"/>
                </a:lnTo>
                <a:lnTo>
                  <a:pt x="434" y="752"/>
                </a:lnTo>
                <a:lnTo>
                  <a:pt x="433" y="752"/>
                </a:lnTo>
                <a:lnTo>
                  <a:pt x="433" y="751"/>
                </a:lnTo>
                <a:lnTo>
                  <a:pt x="432" y="751"/>
                </a:lnTo>
                <a:lnTo>
                  <a:pt x="431" y="751"/>
                </a:lnTo>
                <a:lnTo>
                  <a:pt x="431" y="750"/>
                </a:lnTo>
                <a:lnTo>
                  <a:pt x="430" y="750"/>
                </a:lnTo>
                <a:lnTo>
                  <a:pt x="430" y="749"/>
                </a:lnTo>
                <a:lnTo>
                  <a:pt x="429" y="749"/>
                </a:lnTo>
                <a:lnTo>
                  <a:pt x="429" y="748"/>
                </a:lnTo>
                <a:lnTo>
                  <a:pt x="428" y="748"/>
                </a:lnTo>
                <a:lnTo>
                  <a:pt x="427" y="748"/>
                </a:lnTo>
                <a:lnTo>
                  <a:pt x="427" y="747"/>
                </a:lnTo>
                <a:lnTo>
                  <a:pt x="428" y="747"/>
                </a:lnTo>
                <a:lnTo>
                  <a:pt x="429" y="747"/>
                </a:lnTo>
                <a:lnTo>
                  <a:pt x="429" y="746"/>
                </a:lnTo>
                <a:lnTo>
                  <a:pt x="429" y="745"/>
                </a:lnTo>
                <a:lnTo>
                  <a:pt x="428" y="745"/>
                </a:lnTo>
                <a:lnTo>
                  <a:pt x="428" y="744"/>
                </a:lnTo>
                <a:lnTo>
                  <a:pt x="427" y="744"/>
                </a:lnTo>
                <a:lnTo>
                  <a:pt x="427" y="743"/>
                </a:lnTo>
                <a:lnTo>
                  <a:pt x="426" y="743"/>
                </a:lnTo>
                <a:lnTo>
                  <a:pt x="425" y="743"/>
                </a:lnTo>
                <a:lnTo>
                  <a:pt x="424" y="743"/>
                </a:lnTo>
                <a:lnTo>
                  <a:pt x="424" y="742"/>
                </a:lnTo>
                <a:lnTo>
                  <a:pt x="423" y="743"/>
                </a:lnTo>
                <a:lnTo>
                  <a:pt x="422" y="743"/>
                </a:lnTo>
                <a:lnTo>
                  <a:pt x="421" y="743"/>
                </a:lnTo>
                <a:lnTo>
                  <a:pt x="421" y="742"/>
                </a:lnTo>
                <a:lnTo>
                  <a:pt x="421" y="743"/>
                </a:lnTo>
                <a:lnTo>
                  <a:pt x="420" y="743"/>
                </a:lnTo>
                <a:lnTo>
                  <a:pt x="420" y="742"/>
                </a:lnTo>
                <a:lnTo>
                  <a:pt x="420" y="743"/>
                </a:lnTo>
                <a:lnTo>
                  <a:pt x="420" y="742"/>
                </a:lnTo>
                <a:lnTo>
                  <a:pt x="419" y="743"/>
                </a:lnTo>
                <a:lnTo>
                  <a:pt x="419" y="744"/>
                </a:lnTo>
                <a:lnTo>
                  <a:pt x="419" y="745"/>
                </a:lnTo>
                <a:lnTo>
                  <a:pt x="419" y="746"/>
                </a:lnTo>
                <a:lnTo>
                  <a:pt x="418" y="746"/>
                </a:lnTo>
                <a:lnTo>
                  <a:pt x="418" y="747"/>
                </a:lnTo>
                <a:lnTo>
                  <a:pt x="417" y="747"/>
                </a:lnTo>
                <a:lnTo>
                  <a:pt x="417" y="748"/>
                </a:lnTo>
                <a:lnTo>
                  <a:pt x="416" y="748"/>
                </a:lnTo>
                <a:lnTo>
                  <a:pt x="416" y="747"/>
                </a:lnTo>
                <a:lnTo>
                  <a:pt x="415" y="747"/>
                </a:lnTo>
                <a:lnTo>
                  <a:pt x="415" y="746"/>
                </a:lnTo>
                <a:lnTo>
                  <a:pt x="414" y="746"/>
                </a:lnTo>
                <a:lnTo>
                  <a:pt x="414" y="745"/>
                </a:lnTo>
                <a:lnTo>
                  <a:pt x="414" y="744"/>
                </a:lnTo>
                <a:lnTo>
                  <a:pt x="413" y="743"/>
                </a:lnTo>
                <a:lnTo>
                  <a:pt x="413" y="744"/>
                </a:lnTo>
                <a:lnTo>
                  <a:pt x="413" y="743"/>
                </a:lnTo>
                <a:lnTo>
                  <a:pt x="412" y="743"/>
                </a:lnTo>
                <a:lnTo>
                  <a:pt x="412" y="744"/>
                </a:lnTo>
                <a:lnTo>
                  <a:pt x="412" y="743"/>
                </a:lnTo>
                <a:lnTo>
                  <a:pt x="412" y="742"/>
                </a:lnTo>
                <a:lnTo>
                  <a:pt x="411" y="742"/>
                </a:lnTo>
                <a:lnTo>
                  <a:pt x="410" y="742"/>
                </a:lnTo>
                <a:lnTo>
                  <a:pt x="409" y="740"/>
                </a:lnTo>
                <a:lnTo>
                  <a:pt x="409" y="739"/>
                </a:lnTo>
                <a:lnTo>
                  <a:pt x="408" y="739"/>
                </a:lnTo>
                <a:lnTo>
                  <a:pt x="408" y="738"/>
                </a:lnTo>
                <a:lnTo>
                  <a:pt x="409" y="738"/>
                </a:lnTo>
                <a:lnTo>
                  <a:pt x="408" y="738"/>
                </a:lnTo>
                <a:lnTo>
                  <a:pt x="408" y="737"/>
                </a:lnTo>
                <a:lnTo>
                  <a:pt x="407" y="737"/>
                </a:lnTo>
                <a:lnTo>
                  <a:pt x="407" y="735"/>
                </a:lnTo>
                <a:lnTo>
                  <a:pt x="407" y="736"/>
                </a:lnTo>
                <a:lnTo>
                  <a:pt x="407" y="735"/>
                </a:lnTo>
                <a:lnTo>
                  <a:pt x="406" y="735"/>
                </a:lnTo>
                <a:lnTo>
                  <a:pt x="405" y="735"/>
                </a:lnTo>
                <a:lnTo>
                  <a:pt x="405" y="734"/>
                </a:lnTo>
                <a:lnTo>
                  <a:pt x="404" y="734"/>
                </a:lnTo>
                <a:lnTo>
                  <a:pt x="404" y="735"/>
                </a:lnTo>
                <a:lnTo>
                  <a:pt x="403" y="735"/>
                </a:lnTo>
                <a:lnTo>
                  <a:pt x="403" y="736"/>
                </a:lnTo>
                <a:lnTo>
                  <a:pt x="402" y="736"/>
                </a:lnTo>
                <a:lnTo>
                  <a:pt x="401" y="736"/>
                </a:lnTo>
                <a:lnTo>
                  <a:pt x="401" y="737"/>
                </a:lnTo>
                <a:lnTo>
                  <a:pt x="400" y="737"/>
                </a:lnTo>
                <a:lnTo>
                  <a:pt x="399" y="737"/>
                </a:lnTo>
                <a:lnTo>
                  <a:pt x="399" y="736"/>
                </a:lnTo>
                <a:lnTo>
                  <a:pt x="399" y="737"/>
                </a:lnTo>
                <a:lnTo>
                  <a:pt x="398" y="736"/>
                </a:lnTo>
                <a:lnTo>
                  <a:pt x="397" y="736"/>
                </a:lnTo>
                <a:lnTo>
                  <a:pt x="396" y="736"/>
                </a:lnTo>
                <a:lnTo>
                  <a:pt x="396" y="735"/>
                </a:lnTo>
                <a:lnTo>
                  <a:pt x="396" y="736"/>
                </a:lnTo>
                <a:lnTo>
                  <a:pt x="396" y="735"/>
                </a:lnTo>
                <a:lnTo>
                  <a:pt x="396" y="734"/>
                </a:lnTo>
                <a:lnTo>
                  <a:pt x="395" y="734"/>
                </a:lnTo>
                <a:lnTo>
                  <a:pt x="395" y="733"/>
                </a:lnTo>
                <a:lnTo>
                  <a:pt x="394" y="733"/>
                </a:lnTo>
                <a:lnTo>
                  <a:pt x="393" y="733"/>
                </a:lnTo>
                <a:lnTo>
                  <a:pt x="393" y="732"/>
                </a:lnTo>
                <a:lnTo>
                  <a:pt x="392" y="732"/>
                </a:lnTo>
                <a:lnTo>
                  <a:pt x="392" y="731"/>
                </a:lnTo>
                <a:lnTo>
                  <a:pt x="391" y="731"/>
                </a:lnTo>
                <a:lnTo>
                  <a:pt x="391" y="732"/>
                </a:lnTo>
                <a:lnTo>
                  <a:pt x="390" y="732"/>
                </a:lnTo>
                <a:lnTo>
                  <a:pt x="389" y="732"/>
                </a:lnTo>
                <a:lnTo>
                  <a:pt x="389" y="733"/>
                </a:lnTo>
                <a:lnTo>
                  <a:pt x="389" y="734"/>
                </a:lnTo>
                <a:lnTo>
                  <a:pt x="389" y="735"/>
                </a:lnTo>
                <a:lnTo>
                  <a:pt x="388" y="735"/>
                </a:lnTo>
                <a:lnTo>
                  <a:pt x="388" y="736"/>
                </a:lnTo>
                <a:lnTo>
                  <a:pt x="387" y="736"/>
                </a:lnTo>
                <a:lnTo>
                  <a:pt x="388" y="736"/>
                </a:lnTo>
                <a:lnTo>
                  <a:pt x="388" y="737"/>
                </a:lnTo>
                <a:lnTo>
                  <a:pt x="387" y="737"/>
                </a:lnTo>
                <a:lnTo>
                  <a:pt x="387" y="738"/>
                </a:lnTo>
                <a:lnTo>
                  <a:pt x="388" y="738"/>
                </a:lnTo>
                <a:lnTo>
                  <a:pt x="388" y="739"/>
                </a:lnTo>
                <a:lnTo>
                  <a:pt x="388" y="740"/>
                </a:lnTo>
                <a:lnTo>
                  <a:pt x="387" y="740"/>
                </a:lnTo>
                <a:lnTo>
                  <a:pt x="386" y="740"/>
                </a:lnTo>
                <a:lnTo>
                  <a:pt x="385" y="740"/>
                </a:lnTo>
                <a:lnTo>
                  <a:pt x="386" y="740"/>
                </a:lnTo>
                <a:lnTo>
                  <a:pt x="386" y="741"/>
                </a:lnTo>
                <a:lnTo>
                  <a:pt x="385" y="741"/>
                </a:lnTo>
                <a:lnTo>
                  <a:pt x="384" y="741"/>
                </a:lnTo>
                <a:lnTo>
                  <a:pt x="384" y="740"/>
                </a:lnTo>
                <a:lnTo>
                  <a:pt x="384" y="741"/>
                </a:lnTo>
                <a:lnTo>
                  <a:pt x="384" y="740"/>
                </a:lnTo>
                <a:lnTo>
                  <a:pt x="383" y="740"/>
                </a:lnTo>
                <a:lnTo>
                  <a:pt x="383" y="739"/>
                </a:lnTo>
                <a:lnTo>
                  <a:pt x="383" y="740"/>
                </a:lnTo>
                <a:lnTo>
                  <a:pt x="382" y="740"/>
                </a:lnTo>
                <a:lnTo>
                  <a:pt x="382" y="741"/>
                </a:lnTo>
                <a:lnTo>
                  <a:pt x="381" y="741"/>
                </a:lnTo>
                <a:lnTo>
                  <a:pt x="381" y="742"/>
                </a:lnTo>
                <a:lnTo>
                  <a:pt x="380" y="742"/>
                </a:lnTo>
                <a:lnTo>
                  <a:pt x="380" y="741"/>
                </a:lnTo>
                <a:lnTo>
                  <a:pt x="379" y="741"/>
                </a:lnTo>
                <a:lnTo>
                  <a:pt x="378" y="741"/>
                </a:lnTo>
                <a:lnTo>
                  <a:pt x="377" y="741"/>
                </a:lnTo>
                <a:lnTo>
                  <a:pt x="377" y="742"/>
                </a:lnTo>
                <a:lnTo>
                  <a:pt x="377" y="743"/>
                </a:lnTo>
                <a:lnTo>
                  <a:pt x="376" y="743"/>
                </a:lnTo>
                <a:lnTo>
                  <a:pt x="376" y="744"/>
                </a:lnTo>
                <a:lnTo>
                  <a:pt x="375" y="744"/>
                </a:lnTo>
                <a:lnTo>
                  <a:pt x="375" y="745"/>
                </a:lnTo>
                <a:lnTo>
                  <a:pt x="374" y="745"/>
                </a:lnTo>
                <a:lnTo>
                  <a:pt x="374" y="744"/>
                </a:lnTo>
                <a:lnTo>
                  <a:pt x="374" y="743"/>
                </a:lnTo>
                <a:lnTo>
                  <a:pt x="373" y="743"/>
                </a:lnTo>
                <a:lnTo>
                  <a:pt x="372" y="743"/>
                </a:lnTo>
                <a:lnTo>
                  <a:pt x="371" y="743"/>
                </a:lnTo>
                <a:lnTo>
                  <a:pt x="371" y="744"/>
                </a:lnTo>
                <a:lnTo>
                  <a:pt x="371" y="745"/>
                </a:lnTo>
                <a:lnTo>
                  <a:pt x="371" y="746"/>
                </a:lnTo>
                <a:lnTo>
                  <a:pt x="372" y="746"/>
                </a:lnTo>
                <a:lnTo>
                  <a:pt x="371" y="746"/>
                </a:lnTo>
                <a:lnTo>
                  <a:pt x="370" y="746"/>
                </a:lnTo>
                <a:lnTo>
                  <a:pt x="370" y="747"/>
                </a:lnTo>
                <a:lnTo>
                  <a:pt x="370" y="746"/>
                </a:lnTo>
                <a:lnTo>
                  <a:pt x="369" y="746"/>
                </a:lnTo>
                <a:lnTo>
                  <a:pt x="369" y="745"/>
                </a:lnTo>
                <a:lnTo>
                  <a:pt x="368" y="745"/>
                </a:lnTo>
                <a:lnTo>
                  <a:pt x="368" y="746"/>
                </a:lnTo>
                <a:lnTo>
                  <a:pt x="368" y="745"/>
                </a:lnTo>
                <a:lnTo>
                  <a:pt x="368" y="746"/>
                </a:lnTo>
                <a:lnTo>
                  <a:pt x="367" y="745"/>
                </a:lnTo>
                <a:lnTo>
                  <a:pt x="366" y="745"/>
                </a:lnTo>
                <a:lnTo>
                  <a:pt x="365" y="745"/>
                </a:lnTo>
                <a:lnTo>
                  <a:pt x="364" y="745"/>
                </a:lnTo>
                <a:lnTo>
                  <a:pt x="363" y="745"/>
                </a:lnTo>
                <a:lnTo>
                  <a:pt x="362" y="745"/>
                </a:lnTo>
                <a:lnTo>
                  <a:pt x="362" y="746"/>
                </a:lnTo>
                <a:lnTo>
                  <a:pt x="362" y="747"/>
                </a:lnTo>
                <a:lnTo>
                  <a:pt x="361" y="747"/>
                </a:lnTo>
                <a:lnTo>
                  <a:pt x="361" y="748"/>
                </a:lnTo>
                <a:lnTo>
                  <a:pt x="362" y="748"/>
                </a:lnTo>
                <a:lnTo>
                  <a:pt x="361" y="748"/>
                </a:lnTo>
                <a:lnTo>
                  <a:pt x="361" y="749"/>
                </a:lnTo>
                <a:lnTo>
                  <a:pt x="361" y="750"/>
                </a:lnTo>
                <a:lnTo>
                  <a:pt x="360" y="750"/>
                </a:lnTo>
                <a:lnTo>
                  <a:pt x="360" y="751"/>
                </a:lnTo>
                <a:lnTo>
                  <a:pt x="359" y="751"/>
                </a:lnTo>
                <a:lnTo>
                  <a:pt x="358" y="751"/>
                </a:lnTo>
                <a:lnTo>
                  <a:pt x="358" y="750"/>
                </a:lnTo>
                <a:lnTo>
                  <a:pt x="358" y="749"/>
                </a:lnTo>
                <a:lnTo>
                  <a:pt x="357" y="749"/>
                </a:lnTo>
                <a:lnTo>
                  <a:pt x="357" y="750"/>
                </a:lnTo>
                <a:lnTo>
                  <a:pt x="357" y="749"/>
                </a:lnTo>
                <a:lnTo>
                  <a:pt x="356" y="749"/>
                </a:lnTo>
                <a:lnTo>
                  <a:pt x="356" y="748"/>
                </a:lnTo>
                <a:lnTo>
                  <a:pt x="355" y="748"/>
                </a:lnTo>
                <a:lnTo>
                  <a:pt x="355" y="747"/>
                </a:lnTo>
                <a:lnTo>
                  <a:pt x="354" y="747"/>
                </a:lnTo>
                <a:lnTo>
                  <a:pt x="354" y="748"/>
                </a:lnTo>
                <a:lnTo>
                  <a:pt x="353" y="748"/>
                </a:lnTo>
                <a:lnTo>
                  <a:pt x="353" y="749"/>
                </a:lnTo>
                <a:lnTo>
                  <a:pt x="353" y="748"/>
                </a:lnTo>
                <a:lnTo>
                  <a:pt x="352" y="748"/>
                </a:lnTo>
                <a:lnTo>
                  <a:pt x="352" y="749"/>
                </a:lnTo>
                <a:lnTo>
                  <a:pt x="351" y="749"/>
                </a:lnTo>
                <a:lnTo>
                  <a:pt x="351" y="748"/>
                </a:lnTo>
                <a:lnTo>
                  <a:pt x="350" y="748"/>
                </a:lnTo>
                <a:lnTo>
                  <a:pt x="350" y="747"/>
                </a:lnTo>
                <a:lnTo>
                  <a:pt x="349" y="747"/>
                </a:lnTo>
                <a:lnTo>
                  <a:pt x="348" y="747"/>
                </a:lnTo>
                <a:lnTo>
                  <a:pt x="348" y="748"/>
                </a:lnTo>
                <a:lnTo>
                  <a:pt x="347" y="748"/>
                </a:lnTo>
                <a:lnTo>
                  <a:pt x="346" y="748"/>
                </a:lnTo>
                <a:lnTo>
                  <a:pt x="345" y="748"/>
                </a:lnTo>
                <a:lnTo>
                  <a:pt x="345" y="747"/>
                </a:lnTo>
                <a:lnTo>
                  <a:pt x="344" y="747"/>
                </a:lnTo>
                <a:lnTo>
                  <a:pt x="343" y="747"/>
                </a:lnTo>
                <a:lnTo>
                  <a:pt x="342" y="747"/>
                </a:lnTo>
                <a:lnTo>
                  <a:pt x="342" y="746"/>
                </a:lnTo>
                <a:lnTo>
                  <a:pt x="341" y="746"/>
                </a:lnTo>
                <a:lnTo>
                  <a:pt x="342" y="746"/>
                </a:lnTo>
                <a:lnTo>
                  <a:pt x="343" y="746"/>
                </a:lnTo>
                <a:lnTo>
                  <a:pt x="343" y="745"/>
                </a:lnTo>
                <a:lnTo>
                  <a:pt x="342" y="745"/>
                </a:lnTo>
                <a:lnTo>
                  <a:pt x="341" y="745"/>
                </a:lnTo>
                <a:lnTo>
                  <a:pt x="341" y="744"/>
                </a:lnTo>
                <a:lnTo>
                  <a:pt x="340" y="744"/>
                </a:lnTo>
                <a:lnTo>
                  <a:pt x="340" y="743"/>
                </a:lnTo>
                <a:lnTo>
                  <a:pt x="341" y="743"/>
                </a:lnTo>
                <a:lnTo>
                  <a:pt x="341" y="742"/>
                </a:lnTo>
                <a:lnTo>
                  <a:pt x="341" y="743"/>
                </a:lnTo>
                <a:lnTo>
                  <a:pt x="342" y="743"/>
                </a:lnTo>
                <a:lnTo>
                  <a:pt x="342" y="742"/>
                </a:lnTo>
                <a:lnTo>
                  <a:pt x="342" y="741"/>
                </a:lnTo>
                <a:lnTo>
                  <a:pt x="342" y="740"/>
                </a:lnTo>
                <a:lnTo>
                  <a:pt x="342" y="741"/>
                </a:lnTo>
                <a:lnTo>
                  <a:pt x="343" y="741"/>
                </a:lnTo>
                <a:lnTo>
                  <a:pt x="343" y="740"/>
                </a:lnTo>
                <a:lnTo>
                  <a:pt x="343" y="739"/>
                </a:lnTo>
                <a:lnTo>
                  <a:pt x="342" y="739"/>
                </a:lnTo>
                <a:lnTo>
                  <a:pt x="342" y="738"/>
                </a:lnTo>
                <a:lnTo>
                  <a:pt x="341" y="738"/>
                </a:lnTo>
                <a:lnTo>
                  <a:pt x="341" y="737"/>
                </a:lnTo>
                <a:lnTo>
                  <a:pt x="340" y="737"/>
                </a:lnTo>
                <a:lnTo>
                  <a:pt x="340" y="736"/>
                </a:lnTo>
                <a:lnTo>
                  <a:pt x="339" y="736"/>
                </a:lnTo>
                <a:lnTo>
                  <a:pt x="339" y="735"/>
                </a:lnTo>
                <a:lnTo>
                  <a:pt x="338" y="735"/>
                </a:lnTo>
                <a:lnTo>
                  <a:pt x="338" y="734"/>
                </a:lnTo>
                <a:lnTo>
                  <a:pt x="338" y="733"/>
                </a:lnTo>
                <a:lnTo>
                  <a:pt x="337" y="733"/>
                </a:lnTo>
                <a:lnTo>
                  <a:pt x="337" y="732"/>
                </a:lnTo>
                <a:lnTo>
                  <a:pt x="337" y="731"/>
                </a:lnTo>
                <a:lnTo>
                  <a:pt x="338" y="731"/>
                </a:lnTo>
                <a:lnTo>
                  <a:pt x="337" y="731"/>
                </a:lnTo>
                <a:lnTo>
                  <a:pt x="336" y="731"/>
                </a:lnTo>
                <a:lnTo>
                  <a:pt x="336" y="730"/>
                </a:lnTo>
                <a:lnTo>
                  <a:pt x="335" y="730"/>
                </a:lnTo>
                <a:lnTo>
                  <a:pt x="335" y="729"/>
                </a:lnTo>
                <a:lnTo>
                  <a:pt x="334" y="729"/>
                </a:lnTo>
                <a:lnTo>
                  <a:pt x="334" y="728"/>
                </a:lnTo>
                <a:lnTo>
                  <a:pt x="333" y="728"/>
                </a:lnTo>
                <a:lnTo>
                  <a:pt x="333" y="727"/>
                </a:lnTo>
                <a:lnTo>
                  <a:pt x="332" y="727"/>
                </a:lnTo>
                <a:lnTo>
                  <a:pt x="332" y="726"/>
                </a:lnTo>
                <a:lnTo>
                  <a:pt x="331" y="725"/>
                </a:lnTo>
                <a:lnTo>
                  <a:pt x="330" y="725"/>
                </a:lnTo>
                <a:lnTo>
                  <a:pt x="330" y="724"/>
                </a:lnTo>
                <a:lnTo>
                  <a:pt x="330" y="725"/>
                </a:lnTo>
                <a:lnTo>
                  <a:pt x="329" y="725"/>
                </a:lnTo>
                <a:lnTo>
                  <a:pt x="329" y="724"/>
                </a:lnTo>
                <a:lnTo>
                  <a:pt x="328" y="724"/>
                </a:lnTo>
                <a:lnTo>
                  <a:pt x="327" y="724"/>
                </a:lnTo>
                <a:lnTo>
                  <a:pt x="327" y="725"/>
                </a:lnTo>
                <a:lnTo>
                  <a:pt x="326" y="725"/>
                </a:lnTo>
                <a:lnTo>
                  <a:pt x="325" y="725"/>
                </a:lnTo>
                <a:lnTo>
                  <a:pt x="324" y="725"/>
                </a:lnTo>
                <a:lnTo>
                  <a:pt x="323" y="725"/>
                </a:lnTo>
                <a:lnTo>
                  <a:pt x="323" y="724"/>
                </a:lnTo>
                <a:lnTo>
                  <a:pt x="322" y="724"/>
                </a:lnTo>
                <a:lnTo>
                  <a:pt x="321" y="724"/>
                </a:lnTo>
                <a:lnTo>
                  <a:pt x="321" y="723"/>
                </a:lnTo>
                <a:lnTo>
                  <a:pt x="320" y="723"/>
                </a:lnTo>
                <a:lnTo>
                  <a:pt x="319" y="723"/>
                </a:lnTo>
                <a:lnTo>
                  <a:pt x="318" y="723"/>
                </a:lnTo>
                <a:lnTo>
                  <a:pt x="317" y="723"/>
                </a:lnTo>
                <a:lnTo>
                  <a:pt x="317" y="724"/>
                </a:lnTo>
                <a:lnTo>
                  <a:pt x="316" y="724"/>
                </a:lnTo>
                <a:lnTo>
                  <a:pt x="315" y="724"/>
                </a:lnTo>
                <a:lnTo>
                  <a:pt x="315" y="725"/>
                </a:lnTo>
                <a:lnTo>
                  <a:pt x="314" y="725"/>
                </a:lnTo>
                <a:lnTo>
                  <a:pt x="314" y="724"/>
                </a:lnTo>
                <a:lnTo>
                  <a:pt x="313" y="724"/>
                </a:lnTo>
                <a:lnTo>
                  <a:pt x="312" y="724"/>
                </a:lnTo>
                <a:lnTo>
                  <a:pt x="312" y="725"/>
                </a:lnTo>
                <a:lnTo>
                  <a:pt x="311" y="725"/>
                </a:lnTo>
                <a:lnTo>
                  <a:pt x="311" y="724"/>
                </a:lnTo>
                <a:lnTo>
                  <a:pt x="311" y="723"/>
                </a:lnTo>
                <a:lnTo>
                  <a:pt x="310" y="723"/>
                </a:lnTo>
                <a:lnTo>
                  <a:pt x="310" y="724"/>
                </a:lnTo>
                <a:lnTo>
                  <a:pt x="309" y="724"/>
                </a:lnTo>
                <a:lnTo>
                  <a:pt x="309" y="723"/>
                </a:lnTo>
                <a:lnTo>
                  <a:pt x="309" y="722"/>
                </a:lnTo>
                <a:lnTo>
                  <a:pt x="308" y="722"/>
                </a:lnTo>
                <a:lnTo>
                  <a:pt x="307" y="722"/>
                </a:lnTo>
                <a:lnTo>
                  <a:pt x="306" y="722"/>
                </a:lnTo>
                <a:lnTo>
                  <a:pt x="306" y="723"/>
                </a:lnTo>
                <a:lnTo>
                  <a:pt x="305" y="723"/>
                </a:lnTo>
                <a:lnTo>
                  <a:pt x="305" y="724"/>
                </a:lnTo>
                <a:lnTo>
                  <a:pt x="304" y="724"/>
                </a:lnTo>
                <a:lnTo>
                  <a:pt x="303" y="724"/>
                </a:lnTo>
                <a:lnTo>
                  <a:pt x="303" y="723"/>
                </a:lnTo>
                <a:lnTo>
                  <a:pt x="302" y="723"/>
                </a:lnTo>
                <a:lnTo>
                  <a:pt x="302" y="724"/>
                </a:lnTo>
                <a:lnTo>
                  <a:pt x="301" y="724"/>
                </a:lnTo>
                <a:lnTo>
                  <a:pt x="300" y="724"/>
                </a:lnTo>
                <a:lnTo>
                  <a:pt x="300" y="723"/>
                </a:lnTo>
                <a:lnTo>
                  <a:pt x="299" y="723"/>
                </a:lnTo>
                <a:lnTo>
                  <a:pt x="299" y="724"/>
                </a:lnTo>
                <a:lnTo>
                  <a:pt x="298" y="724"/>
                </a:lnTo>
                <a:lnTo>
                  <a:pt x="298" y="723"/>
                </a:lnTo>
                <a:lnTo>
                  <a:pt x="297" y="724"/>
                </a:lnTo>
                <a:lnTo>
                  <a:pt x="296" y="724"/>
                </a:lnTo>
                <a:lnTo>
                  <a:pt x="295" y="724"/>
                </a:lnTo>
                <a:lnTo>
                  <a:pt x="294" y="724"/>
                </a:lnTo>
                <a:lnTo>
                  <a:pt x="293" y="724"/>
                </a:lnTo>
                <a:lnTo>
                  <a:pt x="293" y="725"/>
                </a:lnTo>
                <a:lnTo>
                  <a:pt x="293" y="726"/>
                </a:lnTo>
                <a:lnTo>
                  <a:pt x="293" y="727"/>
                </a:lnTo>
                <a:lnTo>
                  <a:pt x="294" y="727"/>
                </a:lnTo>
                <a:lnTo>
                  <a:pt x="294" y="728"/>
                </a:lnTo>
                <a:lnTo>
                  <a:pt x="294" y="729"/>
                </a:lnTo>
                <a:lnTo>
                  <a:pt x="294" y="730"/>
                </a:lnTo>
                <a:lnTo>
                  <a:pt x="293" y="731"/>
                </a:lnTo>
                <a:lnTo>
                  <a:pt x="293" y="732"/>
                </a:lnTo>
                <a:lnTo>
                  <a:pt x="293" y="733"/>
                </a:lnTo>
                <a:lnTo>
                  <a:pt x="292" y="733"/>
                </a:lnTo>
                <a:lnTo>
                  <a:pt x="292" y="734"/>
                </a:lnTo>
                <a:lnTo>
                  <a:pt x="291" y="734"/>
                </a:lnTo>
                <a:lnTo>
                  <a:pt x="290" y="734"/>
                </a:lnTo>
                <a:lnTo>
                  <a:pt x="289" y="734"/>
                </a:lnTo>
                <a:lnTo>
                  <a:pt x="289" y="733"/>
                </a:lnTo>
                <a:lnTo>
                  <a:pt x="288" y="733"/>
                </a:lnTo>
                <a:lnTo>
                  <a:pt x="287" y="733"/>
                </a:lnTo>
                <a:lnTo>
                  <a:pt x="287" y="732"/>
                </a:lnTo>
                <a:lnTo>
                  <a:pt x="286" y="732"/>
                </a:lnTo>
                <a:lnTo>
                  <a:pt x="285" y="732"/>
                </a:lnTo>
                <a:lnTo>
                  <a:pt x="284" y="732"/>
                </a:lnTo>
                <a:lnTo>
                  <a:pt x="284" y="733"/>
                </a:lnTo>
                <a:lnTo>
                  <a:pt x="284" y="734"/>
                </a:lnTo>
                <a:lnTo>
                  <a:pt x="283" y="734"/>
                </a:lnTo>
                <a:lnTo>
                  <a:pt x="283" y="735"/>
                </a:lnTo>
                <a:lnTo>
                  <a:pt x="282" y="735"/>
                </a:lnTo>
                <a:lnTo>
                  <a:pt x="281" y="735"/>
                </a:lnTo>
                <a:lnTo>
                  <a:pt x="281" y="734"/>
                </a:lnTo>
                <a:lnTo>
                  <a:pt x="280" y="734"/>
                </a:lnTo>
                <a:lnTo>
                  <a:pt x="280" y="735"/>
                </a:lnTo>
                <a:lnTo>
                  <a:pt x="280" y="734"/>
                </a:lnTo>
                <a:lnTo>
                  <a:pt x="279" y="734"/>
                </a:lnTo>
                <a:lnTo>
                  <a:pt x="279" y="733"/>
                </a:lnTo>
                <a:lnTo>
                  <a:pt x="278" y="733"/>
                </a:lnTo>
                <a:lnTo>
                  <a:pt x="277" y="733"/>
                </a:lnTo>
                <a:lnTo>
                  <a:pt x="277" y="734"/>
                </a:lnTo>
                <a:lnTo>
                  <a:pt x="276" y="734"/>
                </a:lnTo>
                <a:lnTo>
                  <a:pt x="275" y="734"/>
                </a:lnTo>
                <a:lnTo>
                  <a:pt x="275" y="735"/>
                </a:lnTo>
                <a:lnTo>
                  <a:pt x="274" y="735"/>
                </a:lnTo>
                <a:lnTo>
                  <a:pt x="274" y="734"/>
                </a:lnTo>
                <a:lnTo>
                  <a:pt x="274" y="735"/>
                </a:lnTo>
                <a:lnTo>
                  <a:pt x="273" y="735"/>
                </a:lnTo>
                <a:lnTo>
                  <a:pt x="272" y="735"/>
                </a:lnTo>
                <a:lnTo>
                  <a:pt x="271" y="735"/>
                </a:lnTo>
                <a:lnTo>
                  <a:pt x="271" y="736"/>
                </a:lnTo>
                <a:lnTo>
                  <a:pt x="271" y="737"/>
                </a:lnTo>
                <a:lnTo>
                  <a:pt x="270" y="737"/>
                </a:lnTo>
                <a:lnTo>
                  <a:pt x="270" y="738"/>
                </a:lnTo>
                <a:lnTo>
                  <a:pt x="271" y="738"/>
                </a:lnTo>
                <a:lnTo>
                  <a:pt x="271" y="739"/>
                </a:lnTo>
                <a:lnTo>
                  <a:pt x="270" y="739"/>
                </a:lnTo>
                <a:lnTo>
                  <a:pt x="269" y="739"/>
                </a:lnTo>
                <a:lnTo>
                  <a:pt x="268" y="738"/>
                </a:lnTo>
                <a:lnTo>
                  <a:pt x="268" y="737"/>
                </a:lnTo>
                <a:lnTo>
                  <a:pt x="268" y="736"/>
                </a:lnTo>
                <a:lnTo>
                  <a:pt x="268" y="735"/>
                </a:lnTo>
                <a:lnTo>
                  <a:pt x="267" y="735"/>
                </a:lnTo>
                <a:lnTo>
                  <a:pt x="266" y="735"/>
                </a:lnTo>
                <a:lnTo>
                  <a:pt x="266" y="734"/>
                </a:lnTo>
                <a:lnTo>
                  <a:pt x="265" y="734"/>
                </a:lnTo>
                <a:lnTo>
                  <a:pt x="265" y="733"/>
                </a:lnTo>
                <a:lnTo>
                  <a:pt x="265" y="732"/>
                </a:lnTo>
                <a:lnTo>
                  <a:pt x="264" y="731"/>
                </a:lnTo>
                <a:lnTo>
                  <a:pt x="263" y="731"/>
                </a:lnTo>
                <a:lnTo>
                  <a:pt x="263" y="730"/>
                </a:lnTo>
                <a:lnTo>
                  <a:pt x="264" y="730"/>
                </a:lnTo>
                <a:lnTo>
                  <a:pt x="264" y="731"/>
                </a:lnTo>
                <a:lnTo>
                  <a:pt x="264" y="730"/>
                </a:lnTo>
                <a:lnTo>
                  <a:pt x="265" y="730"/>
                </a:lnTo>
                <a:lnTo>
                  <a:pt x="265" y="729"/>
                </a:lnTo>
                <a:lnTo>
                  <a:pt x="265" y="728"/>
                </a:lnTo>
                <a:lnTo>
                  <a:pt x="264" y="728"/>
                </a:lnTo>
                <a:lnTo>
                  <a:pt x="263" y="728"/>
                </a:lnTo>
                <a:lnTo>
                  <a:pt x="263" y="729"/>
                </a:lnTo>
                <a:lnTo>
                  <a:pt x="263" y="728"/>
                </a:lnTo>
                <a:lnTo>
                  <a:pt x="263" y="729"/>
                </a:lnTo>
                <a:lnTo>
                  <a:pt x="262" y="729"/>
                </a:lnTo>
                <a:lnTo>
                  <a:pt x="262" y="728"/>
                </a:lnTo>
                <a:lnTo>
                  <a:pt x="263" y="728"/>
                </a:lnTo>
                <a:lnTo>
                  <a:pt x="263" y="727"/>
                </a:lnTo>
                <a:lnTo>
                  <a:pt x="262" y="727"/>
                </a:lnTo>
                <a:lnTo>
                  <a:pt x="262" y="726"/>
                </a:lnTo>
                <a:lnTo>
                  <a:pt x="261" y="725"/>
                </a:lnTo>
                <a:lnTo>
                  <a:pt x="261" y="724"/>
                </a:lnTo>
                <a:lnTo>
                  <a:pt x="260" y="724"/>
                </a:lnTo>
                <a:lnTo>
                  <a:pt x="260" y="723"/>
                </a:lnTo>
                <a:lnTo>
                  <a:pt x="260" y="724"/>
                </a:lnTo>
                <a:lnTo>
                  <a:pt x="259" y="724"/>
                </a:lnTo>
                <a:lnTo>
                  <a:pt x="259" y="723"/>
                </a:lnTo>
                <a:lnTo>
                  <a:pt x="258" y="723"/>
                </a:lnTo>
                <a:lnTo>
                  <a:pt x="258" y="724"/>
                </a:lnTo>
                <a:lnTo>
                  <a:pt x="257" y="724"/>
                </a:lnTo>
                <a:lnTo>
                  <a:pt x="257" y="725"/>
                </a:lnTo>
                <a:lnTo>
                  <a:pt x="256" y="725"/>
                </a:lnTo>
                <a:lnTo>
                  <a:pt x="256" y="724"/>
                </a:lnTo>
                <a:lnTo>
                  <a:pt x="255" y="724"/>
                </a:lnTo>
                <a:lnTo>
                  <a:pt x="255" y="723"/>
                </a:lnTo>
                <a:lnTo>
                  <a:pt x="254" y="723"/>
                </a:lnTo>
                <a:lnTo>
                  <a:pt x="253" y="722"/>
                </a:lnTo>
                <a:lnTo>
                  <a:pt x="252" y="721"/>
                </a:lnTo>
                <a:lnTo>
                  <a:pt x="252" y="720"/>
                </a:lnTo>
                <a:lnTo>
                  <a:pt x="252" y="719"/>
                </a:lnTo>
                <a:lnTo>
                  <a:pt x="251" y="719"/>
                </a:lnTo>
                <a:lnTo>
                  <a:pt x="251" y="718"/>
                </a:lnTo>
                <a:lnTo>
                  <a:pt x="250" y="718"/>
                </a:lnTo>
                <a:lnTo>
                  <a:pt x="249" y="718"/>
                </a:lnTo>
                <a:lnTo>
                  <a:pt x="249" y="717"/>
                </a:lnTo>
                <a:lnTo>
                  <a:pt x="248" y="717"/>
                </a:lnTo>
                <a:lnTo>
                  <a:pt x="247" y="717"/>
                </a:lnTo>
                <a:lnTo>
                  <a:pt x="246" y="717"/>
                </a:lnTo>
                <a:lnTo>
                  <a:pt x="247" y="716"/>
                </a:lnTo>
                <a:lnTo>
                  <a:pt x="246" y="716"/>
                </a:lnTo>
                <a:lnTo>
                  <a:pt x="245" y="716"/>
                </a:lnTo>
                <a:lnTo>
                  <a:pt x="244" y="716"/>
                </a:lnTo>
                <a:lnTo>
                  <a:pt x="243" y="716"/>
                </a:lnTo>
                <a:lnTo>
                  <a:pt x="242" y="716"/>
                </a:lnTo>
                <a:lnTo>
                  <a:pt x="242" y="715"/>
                </a:lnTo>
                <a:lnTo>
                  <a:pt x="243" y="715"/>
                </a:lnTo>
                <a:lnTo>
                  <a:pt x="242" y="715"/>
                </a:lnTo>
                <a:lnTo>
                  <a:pt x="241" y="715"/>
                </a:lnTo>
                <a:lnTo>
                  <a:pt x="241" y="714"/>
                </a:lnTo>
                <a:lnTo>
                  <a:pt x="241" y="712"/>
                </a:lnTo>
                <a:lnTo>
                  <a:pt x="240" y="712"/>
                </a:lnTo>
                <a:lnTo>
                  <a:pt x="240" y="711"/>
                </a:lnTo>
                <a:lnTo>
                  <a:pt x="240" y="710"/>
                </a:lnTo>
                <a:lnTo>
                  <a:pt x="239" y="710"/>
                </a:lnTo>
                <a:lnTo>
                  <a:pt x="238" y="710"/>
                </a:lnTo>
                <a:lnTo>
                  <a:pt x="238" y="709"/>
                </a:lnTo>
                <a:lnTo>
                  <a:pt x="238" y="708"/>
                </a:lnTo>
                <a:lnTo>
                  <a:pt x="237" y="708"/>
                </a:lnTo>
                <a:lnTo>
                  <a:pt x="237" y="709"/>
                </a:lnTo>
                <a:lnTo>
                  <a:pt x="237" y="710"/>
                </a:lnTo>
                <a:lnTo>
                  <a:pt x="238" y="710"/>
                </a:lnTo>
                <a:lnTo>
                  <a:pt x="237" y="710"/>
                </a:lnTo>
                <a:lnTo>
                  <a:pt x="236" y="710"/>
                </a:lnTo>
                <a:lnTo>
                  <a:pt x="235" y="710"/>
                </a:lnTo>
                <a:lnTo>
                  <a:pt x="234" y="710"/>
                </a:lnTo>
                <a:lnTo>
                  <a:pt x="233" y="710"/>
                </a:lnTo>
                <a:lnTo>
                  <a:pt x="232" y="710"/>
                </a:lnTo>
                <a:lnTo>
                  <a:pt x="231" y="710"/>
                </a:lnTo>
                <a:lnTo>
                  <a:pt x="231" y="709"/>
                </a:lnTo>
                <a:lnTo>
                  <a:pt x="230" y="709"/>
                </a:lnTo>
                <a:lnTo>
                  <a:pt x="229" y="709"/>
                </a:lnTo>
                <a:lnTo>
                  <a:pt x="229" y="708"/>
                </a:lnTo>
                <a:lnTo>
                  <a:pt x="228" y="708"/>
                </a:lnTo>
                <a:lnTo>
                  <a:pt x="226" y="708"/>
                </a:lnTo>
                <a:lnTo>
                  <a:pt x="226" y="707"/>
                </a:lnTo>
                <a:lnTo>
                  <a:pt x="225" y="707"/>
                </a:lnTo>
                <a:lnTo>
                  <a:pt x="225" y="706"/>
                </a:lnTo>
                <a:lnTo>
                  <a:pt x="224" y="706"/>
                </a:lnTo>
                <a:lnTo>
                  <a:pt x="223" y="706"/>
                </a:lnTo>
                <a:lnTo>
                  <a:pt x="223" y="707"/>
                </a:lnTo>
                <a:lnTo>
                  <a:pt x="223" y="706"/>
                </a:lnTo>
                <a:lnTo>
                  <a:pt x="222" y="707"/>
                </a:lnTo>
                <a:lnTo>
                  <a:pt x="222" y="708"/>
                </a:lnTo>
                <a:lnTo>
                  <a:pt x="221" y="708"/>
                </a:lnTo>
                <a:lnTo>
                  <a:pt x="221" y="709"/>
                </a:lnTo>
                <a:lnTo>
                  <a:pt x="220" y="709"/>
                </a:lnTo>
                <a:lnTo>
                  <a:pt x="219" y="709"/>
                </a:lnTo>
                <a:lnTo>
                  <a:pt x="219" y="708"/>
                </a:lnTo>
                <a:lnTo>
                  <a:pt x="218" y="708"/>
                </a:lnTo>
                <a:lnTo>
                  <a:pt x="218" y="707"/>
                </a:lnTo>
                <a:lnTo>
                  <a:pt x="217" y="707"/>
                </a:lnTo>
                <a:lnTo>
                  <a:pt x="216" y="707"/>
                </a:lnTo>
                <a:lnTo>
                  <a:pt x="215" y="707"/>
                </a:lnTo>
                <a:lnTo>
                  <a:pt x="215" y="708"/>
                </a:lnTo>
                <a:lnTo>
                  <a:pt x="215" y="709"/>
                </a:lnTo>
                <a:lnTo>
                  <a:pt x="214" y="709"/>
                </a:lnTo>
                <a:lnTo>
                  <a:pt x="213" y="709"/>
                </a:lnTo>
                <a:lnTo>
                  <a:pt x="212" y="709"/>
                </a:lnTo>
                <a:lnTo>
                  <a:pt x="211" y="708"/>
                </a:lnTo>
                <a:lnTo>
                  <a:pt x="210" y="707"/>
                </a:lnTo>
                <a:lnTo>
                  <a:pt x="210" y="706"/>
                </a:lnTo>
                <a:lnTo>
                  <a:pt x="209" y="706"/>
                </a:lnTo>
                <a:lnTo>
                  <a:pt x="209" y="705"/>
                </a:lnTo>
                <a:lnTo>
                  <a:pt x="209" y="704"/>
                </a:lnTo>
                <a:lnTo>
                  <a:pt x="209" y="703"/>
                </a:lnTo>
                <a:lnTo>
                  <a:pt x="210" y="703"/>
                </a:lnTo>
                <a:lnTo>
                  <a:pt x="210" y="702"/>
                </a:lnTo>
                <a:lnTo>
                  <a:pt x="209" y="702"/>
                </a:lnTo>
                <a:lnTo>
                  <a:pt x="210" y="702"/>
                </a:lnTo>
                <a:lnTo>
                  <a:pt x="210" y="701"/>
                </a:lnTo>
                <a:lnTo>
                  <a:pt x="209" y="701"/>
                </a:lnTo>
                <a:lnTo>
                  <a:pt x="210" y="701"/>
                </a:lnTo>
                <a:lnTo>
                  <a:pt x="210" y="700"/>
                </a:lnTo>
                <a:lnTo>
                  <a:pt x="209" y="700"/>
                </a:lnTo>
                <a:lnTo>
                  <a:pt x="209" y="699"/>
                </a:lnTo>
                <a:lnTo>
                  <a:pt x="210" y="699"/>
                </a:lnTo>
                <a:lnTo>
                  <a:pt x="210" y="698"/>
                </a:lnTo>
                <a:lnTo>
                  <a:pt x="209" y="698"/>
                </a:lnTo>
                <a:lnTo>
                  <a:pt x="209" y="697"/>
                </a:lnTo>
                <a:lnTo>
                  <a:pt x="209" y="696"/>
                </a:lnTo>
                <a:lnTo>
                  <a:pt x="210" y="696"/>
                </a:lnTo>
                <a:lnTo>
                  <a:pt x="210" y="695"/>
                </a:lnTo>
                <a:lnTo>
                  <a:pt x="210" y="694"/>
                </a:lnTo>
                <a:lnTo>
                  <a:pt x="209" y="694"/>
                </a:lnTo>
                <a:lnTo>
                  <a:pt x="210" y="694"/>
                </a:lnTo>
                <a:lnTo>
                  <a:pt x="210" y="693"/>
                </a:lnTo>
                <a:lnTo>
                  <a:pt x="211" y="693"/>
                </a:lnTo>
                <a:lnTo>
                  <a:pt x="211" y="692"/>
                </a:lnTo>
                <a:lnTo>
                  <a:pt x="211" y="691"/>
                </a:lnTo>
                <a:lnTo>
                  <a:pt x="211" y="690"/>
                </a:lnTo>
                <a:lnTo>
                  <a:pt x="210" y="690"/>
                </a:lnTo>
                <a:lnTo>
                  <a:pt x="210" y="689"/>
                </a:lnTo>
                <a:lnTo>
                  <a:pt x="209" y="689"/>
                </a:lnTo>
                <a:lnTo>
                  <a:pt x="209" y="688"/>
                </a:lnTo>
                <a:lnTo>
                  <a:pt x="208" y="688"/>
                </a:lnTo>
                <a:lnTo>
                  <a:pt x="208" y="687"/>
                </a:lnTo>
                <a:lnTo>
                  <a:pt x="208" y="686"/>
                </a:lnTo>
                <a:lnTo>
                  <a:pt x="208" y="685"/>
                </a:lnTo>
                <a:lnTo>
                  <a:pt x="207" y="685"/>
                </a:lnTo>
                <a:lnTo>
                  <a:pt x="206" y="685"/>
                </a:lnTo>
                <a:lnTo>
                  <a:pt x="206" y="684"/>
                </a:lnTo>
                <a:lnTo>
                  <a:pt x="205" y="684"/>
                </a:lnTo>
                <a:lnTo>
                  <a:pt x="205" y="683"/>
                </a:lnTo>
                <a:lnTo>
                  <a:pt x="206" y="682"/>
                </a:lnTo>
                <a:lnTo>
                  <a:pt x="205" y="681"/>
                </a:lnTo>
                <a:lnTo>
                  <a:pt x="204" y="680"/>
                </a:lnTo>
                <a:lnTo>
                  <a:pt x="204" y="679"/>
                </a:lnTo>
                <a:lnTo>
                  <a:pt x="203" y="678"/>
                </a:lnTo>
                <a:lnTo>
                  <a:pt x="202" y="677"/>
                </a:lnTo>
                <a:lnTo>
                  <a:pt x="203" y="677"/>
                </a:lnTo>
                <a:lnTo>
                  <a:pt x="203" y="676"/>
                </a:lnTo>
                <a:lnTo>
                  <a:pt x="203" y="675"/>
                </a:lnTo>
                <a:lnTo>
                  <a:pt x="203" y="673"/>
                </a:lnTo>
                <a:lnTo>
                  <a:pt x="204" y="673"/>
                </a:lnTo>
                <a:lnTo>
                  <a:pt x="205" y="672"/>
                </a:lnTo>
                <a:lnTo>
                  <a:pt x="207" y="672"/>
                </a:lnTo>
                <a:lnTo>
                  <a:pt x="208" y="671"/>
                </a:lnTo>
                <a:lnTo>
                  <a:pt x="209" y="671"/>
                </a:lnTo>
                <a:lnTo>
                  <a:pt x="209" y="670"/>
                </a:lnTo>
                <a:lnTo>
                  <a:pt x="210" y="668"/>
                </a:lnTo>
                <a:lnTo>
                  <a:pt x="210" y="666"/>
                </a:lnTo>
                <a:lnTo>
                  <a:pt x="210" y="665"/>
                </a:lnTo>
                <a:lnTo>
                  <a:pt x="210" y="664"/>
                </a:lnTo>
                <a:lnTo>
                  <a:pt x="212" y="664"/>
                </a:lnTo>
                <a:lnTo>
                  <a:pt x="214" y="662"/>
                </a:lnTo>
                <a:lnTo>
                  <a:pt x="213" y="661"/>
                </a:lnTo>
                <a:lnTo>
                  <a:pt x="213" y="660"/>
                </a:lnTo>
                <a:lnTo>
                  <a:pt x="214" y="659"/>
                </a:lnTo>
                <a:lnTo>
                  <a:pt x="215" y="659"/>
                </a:lnTo>
                <a:lnTo>
                  <a:pt x="217" y="658"/>
                </a:lnTo>
                <a:lnTo>
                  <a:pt x="218" y="658"/>
                </a:lnTo>
                <a:lnTo>
                  <a:pt x="218" y="657"/>
                </a:lnTo>
                <a:lnTo>
                  <a:pt x="219" y="657"/>
                </a:lnTo>
                <a:lnTo>
                  <a:pt x="219" y="656"/>
                </a:lnTo>
                <a:lnTo>
                  <a:pt x="220" y="657"/>
                </a:lnTo>
                <a:lnTo>
                  <a:pt x="220" y="656"/>
                </a:lnTo>
                <a:lnTo>
                  <a:pt x="221" y="656"/>
                </a:lnTo>
                <a:lnTo>
                  <a:pt x="221" y="655"/>
                </a:lnTo>
                <a:lnTo>
                  <a:pt x="222" y="655"/>
                </a:lnTo>
                <a:lnTo>
                  <a:pt x="223" y="654"/>
                </a:lnTo>
                <a:lnTo>
                  <a:pt x="224" y="654"/>
                </a:lnTo>
                <a:lnTo>
                  <a:pt x="225" y="653"/>
                </a:lnTo>
                <a:lnTo>
                  <a:pt x="225" y="652"/>
                </a:lnTo>
                <a:lnTo>
                  <a:pt x="226" y="652"/>
                </a:lnTo>
                <a:lnTo>
                  <a:pt x="228" y="652"/>
                </a:lnTo>
                <a:lnTo>
                  <a:pt x="228" y="653"/>
                </a:lnTo>
                <a:lnTo>
                  <a:pt x="229" y="653"/>
                </a:lnTo>
                <a:lnTo>
                  <a:pt x="230" y="653"/>
                </a:lnTo>
                <a:lnTo>
                  <a:pt x="230" y="654"/>
                </a:lnTo>
                <a:lnTo>
                  <a:pt x="229" y="654"/>
                </a:lnTo>
                <a:lnTo>
                  <a:pt x="229" y="655"/>
                </a:lnTo>
                <a:lnTo>
                  <a:pt x="229" y="656"/>
                </a:lnTo>
                <a:lnTo>
                  <a:pt x="230" y="657"/>
                </a:lnTo>
                <a:lnTo>
                  <a:pt x="231" y="657"/>
                </a:lnTo>
                <a:lnTo>
                  <a:pt x="233" y="656"/>
                </a:lnTo>
                <a:lnTo>
                  <a:pt x="234" y="656"/>
                </a:lnTo>
                <a:lnTo>
                  <a:pt x="235" y="656"/>
                </a:lnTo>
                <a:lnTo>
                  <a:pt x="235" y="655"/>
                </a:lnTo>
                <a:lnTo>
                  <a:pt x="234" y="654"/>
                </a:lnTo>
                <a:lnTo>
                  <a:pt x="232" y="652"/>
                </a:lnTo>
                <a:lnTo>
                  <a:pt x="231" y="651"/>
                </a:lnTo>
                <a:lnTo>
                  <a:pt x="230" y="651"/>
                </a:lnTo>
                <a:lnTo>
                  <a:pt x="230" y="652"/>
                </a:lnTo>
                <a:lnTo>
                  <a:pt x="229" y="652"/>
                </a:lnTo>
                <a:lnTo>
                  <a:pt x="229" y="651"/>
                </a:lnTo>
                <a:lnTo>
                  <a:pt x="229" y="650"/>
                </a:lnTo>
                <a:lnTo>
                  <a:pt x="230" y="650"/>
                </a:lnTo>
                <a:lnTo>
                  <a:pt x="231" y="650"/>
                </a:lnTo>
                <a:lnTo>
                  <a:pt x="232" y="650"/>
                </a:lnTo>
                <a:lnTo>
                  <a:pt x="233" y="650"/>
                </a:lnTo>
                <a:lnTo>
                  <a:pt x="233" y="649"/>
                </a:lnTo>
                <a:lnTo>
                  <a:pt x="233" y="648"/>
                </a:lnTo>
                <a:lnTo>
                  <a:pt x="232" y="647"/>
                </a:lnTo>
                <a:lnTo>
                  <a:pt x="231" y="647"/>
                </a:lnTo>
                <a:lnTo>
                  <a:pt x="230" y="646"/>
                </a:lnTo>
                <a:lnTo>
                  <a:pt x="230" y="645"/>
                </a:lnTo>
                <a:lnTo>
                  <a:pt x="229" y="645"/>
                </a:lnTo>
                <a:lnTo>
                  <a:pt x="229" y="644"/>
                </a:lnTo>
                <a:lnTo>
                  <a:pt x="228" y="643"/>
                </a:lnTo>
                <a:lnTo>
                  <a:pt x="227" y="643"/>
                </a:lnTo>
                <a:lnTo>
                  <a:pt x="226" y="643"/>
                </a:lnTo>
                <a:lnTo>
                  <a:pt x="225" y="642"/>
                </a:lnTo>
                <a:lnTo>
                  <a:pt x="224" y="642"/>
                </a:lnTo>
                <a:lnTo>
                  <a:pt x="223" y="642"/>
                </a:lnTo>
                <a:lnTo>
                  <a:pt x="222" y="642"/>
                </a:lnTo>
                <a:lnTo>
                  <a:pt x="221" y="641"/>
                </a:lnTo>
                <a:lnTo>
                  <a:pt x="222" y="641"/>
                </a:lnTo>
                <a:lnTo>
                  <a:pt x="223" y="640"/>
                </a:lnTo>
                <a:lnTo>
                  <a:pt x="224" y="640"/>
                </a:lnTo>
                <a:lnTo>
                  <a:pt x="226" y="641"/>
                </a:lnTo>
                <a:lnTo>
                  <a:pt x="227" y="641"/>
                </a:lnTo>
                <a:lnTo>
                  <a:pt x="228" y="641"/>
                </a:lnTo>
                <a:lnTo>
                  <a:pt x="228" y="640"/>
                </a:lnTo>
                <a:lnTo>
                  <a:pt x="229" y="640"/>
                </a:lnTo>
                <a:lnTo>
                  <a:pt x="230" y="640"/>
                </a:lnTo>
                <a:lnTo>
                  <a:pt x="231" y="640"/>
                </a:lnTo>
                <a:lnTo>
                  <a:pt x="231" y="641"/>
                </a:lnTo>
                <a:lnTo>
                  <a:pt x="232" y="642"/>
                </a:lnTo>
                <a:lnTo>
                  <a:pt x="233" y="642"/>
                </a:lnTo>
                <a:lnTo>
                  <a:pt x="234" y="642"/>
                </a:lnTo>
                <a:lnTo>
                  <a:pt x="236" y="641"/>
                </a:lnTo>
                <a:lnTo>
                  <a:pt x="237" y="639"/>
                </a:lnTo>
                <a:lnTo>
                  <a:pt x="238" y="639"/>
                </a:lnTo>
                <a:lnTo>
                  <a:pt x="238" y="638"/>
                </a:lnTo>
                <a:lnTo>
                  <a:pt x="239" y="637"/>
                </a:lnTo>
                <a:lnTo>
                  <a:pt x="240" y="636"/>
                </a:lnTo>
                <a:lnTo>
                  <a:pt x="241" y="635"/>
                </a:lnTo>
                <a:lnTo>
                  <a:pt x="242" y="635"/>
                </a:lnTo>
                <a:lnTo>
                  <a:pt x="243" y="634"/>
                </a:lnTo>
                <a:lnTo>
                  <a:pt x="244" y="634"/>
                </a:lnTo>
                <a:lnTo>
                  <a:pt x="244" y="633"/>
                </a:lnTo>
                <a:lnTo>
                  <a:pt x="244" y="632"/>
                </a:lnTo>
                <a:lnTo>
                  <a:pt x="244" y="631"/>
                </a:lnTo>
                <a:lnTo>
                  <a:pt x="244" y="630"/>
                </a:lnTo>
                <a:lnTo>
                  <a:pt x="245" y="629"/>
                </a:lnTo>
                <a:lnTo>
                  <a:pt x="246" y="629"/>
                </a:lnTo>
                <a:lnTo>
                  <a:pt x="247" y="629"/>
                </a:lnTo>
                <a:lnTo>
                  <a:pt x="248" y="629"/>
                </a:lnTo>
                <a:lnTo>
                  <a:pt x="249" y="628"/>
                </a:lnTo>
                <a:lnTo>
                  <a:pt x="250" y="628"/>
                </a:lnTo>
                <a:lnTo>
                  <a:pt x="250" y="627"/>
                </a:lnTo>
                <a:lnTo>
                  <a:pt x="251" y="627"/>
                </a:lnTo>
                <a:lnTo>
                  <a:pt x="252" y="627"/>
                </a:lnTo>
                <a:lnTo>
                  <a:pt x="253" y="627"/>
                </a:lnTo>
                <a:lnTo>
                  <a:pt x="254" y="627"/>
                </a:lnTo>
                <a:lnTo>
                  <a:pt x="255" y="628"/>
                </a:lnTo>
                <a:lnTo>
                  <a:pt x="256" y="627"/>
                </a:lnTo>
                <a:lnTo>
                  <a:pt x="257" y="625"/>
                </a:lnTo>
                <a:lnTo>
                  <a:pt x="256" y="624"/>
                </a:lnTo>
                <a:lnTo>
                  <a:pt x="257" y="623"/>
                </a:lnTo>
                <a:lnTo>
                  <a:pt x="256" y="622"/>
                </a:lnTo>
                <a:lnTo>
                  <a:pt x="256" y="621"/>
                </a:lnTo>
                <a:lnTo>
                  <a:pt x="256" y="620"/>
                </a:lnTo>
                <a:lnTo>
                  <a:pt x="257" y="620"/>
                </a:lnTo>
                <a:lnTo>
                  <a:pt x="257" y="619"/>
                </a:lnTo>
                <a:lnTo>
                  <a:pt x="257" y="618"/>
                </a:lnTo>
                <a:lnTo>
                  <a:pt x="258" y="618"/>
                </a:lnTo>
                <a:lnTo>
                  <a:pt x="259" y="617"/>
                </a:lnTo>
                <a:lnTo>
                  <a:pt x="260" y="616"/>
                </a:lnTo>
                <a:lnTo>
                  <a:pt x="260" y="615"/>
                </a:lnTo>
                <a:lnTo>
                  <a:pt x="261" y="615"/>
                </a:lnTo>
                <a:lnTo>
                  <a:pt x="263" y="615"/>
                </a:lnTo>
                <a:lnTo>
                  <a:pt x="263" y="616"/>
                </a:lnTo>
                <a:lnTo>
                  <a:pt x="264" y="616"/>
                </a:lnTo>
                <a:lnTo>
                  <a:pt x="265" y="615"/>
                </a:lnTo>
                <a:lnTo>
                  <a:pt x="265" y="614"/>
                </a:lnTo>
                <a:lnTo>
                  <a:pt x="266" y="614"/>
                </a:lnTo>
                <a:lnTo>
                  <a:pt x="267" y="614"/>
                </a:lnTo>
                <a:lnTo>
                  <a:pt x="269" y="615"/>
                </a:lnTo>
                <a:lnTo>
                  <a:pt x="270" y="615"/>
                </a:lnTo>
                <a:lnTo>
                  <a:pt x="273" y="617"/>
                </a:lnTo>
                <a:lnTo>
                  <a:pt x="273" y="619"/>
                </a:lnTo>
                <a:lnTo>
                  <a:pt x="273" y="620"/>
                </a:lnTo>
                <a:lnTo>
                  <a:pt x="272" y="620"/>
                </a:lnTo>
                <a:lnTo>
                  <a:pt x="273" y="621"/>
                </a:lnTo>
                <a:lnTo>
                  <a:pt x="274" y="621"/>
                </a:lnTo>
                <a:lnTo>
                  <a:pt x="275" y="621"/>
                </a:lnTo>
                <a:lnTo>
                  <a:pt x="275" y="620"/>
                </a:lnTo>
                <a:lnTo>
                  <a:pt x="276" y="620"/>
                </a:lnTo>
                <a:lnTo>
                  <a:pt x="276" y="619"/>
                </a:lnTo>
                <a:lnTo>
                  <a:pt x="277" y="619"/>
                </a:lnTo>
                <a:lnTo>
                  <a:pt x="279" y="620"/>
                </a:lnTo>
                <a:lnTo>
                  <a:pt x="280" y="621"/>
                </a:lnTo>
                <a:lnTo>
                  <a:pt x="281" y="622"/>
                </a:lnTo>
                <a:lnTo>
                  <a:pt x="282" y="622"/>
                </a:lnTo>
                <a:lnTo>
                  <a:pt x="283" y="622"/>
                </a:lnTo>
                <a:lnTo>
                  <a:pt x="284" y="622"/>
                </a:lnTo>
                <a:lnTo>
                  <a:pt x="284" y="621"/>
                </a:lnTo>
                <a:lnTo>
                  <a:pt x="285" y="622"/>
                </a:lnTo>
                <a:lnTo>
                  <a:pt x="285" y="623"/>
                </a:lnTo>
                <a:lnTo>
                  <a:pt x="286" y="623"/>
                </a:lnTo>
                <a:lnTo>
                  <a:pt x="287" y="623"/>
                </a:lnTo>
                <a:lnTo>
                  <a:pt x="287" y="622"/>
                </a:lnTo>
                <a:lnTo>
                  <a:pt x="288" y="622"/>
                </a:lnTo>
                <a:lnTo>
                  <a:pt x="289" y="622"/>
                </a:lnTo>
                <a:lnTo>
                  <a:pt x="290" y="623"/>
                </a:lnTo>
                <a:lnTo>
                  <a:pt x="290" y="625"/>
                </a:lnTo>
                <a:lnTo>
                  <a:pt x="290" y="627"/>
                </a:lnTo>
                <a:lnTo>
                  <a:pt x="290" y="628"/>
                </a:lnTo>
                <a:lnTo>
                  <a:pt x="289" y="628"/>
                </a:lnTo>
                <a:lnTo>
                  <a:pt x="288" y="628"/>
                </a:lnTo>
                <a:lnTo>
                  <a:pt x="288" y="629"/>
                </a:lnTo>
                <a:lnTo>
                  <a:pt x="288" y="630"/>
                </a:lnTo>
                <a:lnTo>
                  <a:pt x="289" y="630"/>
                </a:lnTo>
                <a:lnTo>
                  <a:pt x="290" y="630"/>
                </a:lnTo>
                <a:lnTo>
                  <a:pt x="290" y="631"/>
                </a:lnTo>
                <a:lnTo>
                  <a:pt x="291" y="631"/>
                </a:lnTo>
                <a:lnTo>
                  <a:pt x="292" y="631"/>
                </a:lnTo>
                <a:lnTo>
                  <a:pt x="293" y="631"/>
                </a:lnTo>
                <a:lnTo>
                  <a:pt x="293" y="630"/>
                </a:lnTo>
                <a:lnTo>
                  <a:pt x="294" y="629"/>
                </a:lnTo>
                <a:lnTo>
                  <a:pt x="294" y="628"/>
                </a:lnTo>
                <a:lnTo>
                  <a:pt x="295" y="628"/>
                </a:lnTo>
                <a:lnTo>
                  <a:pt x="295" y="627"/>
                </a:lnTo>
                <a:lnTo>
                  <a:pt x="295" y="626"/>
                </a:lnTo>
                <a:lnTo>
                  <a:pt x="296" y="626"/>
                </a:lnTo>
                <a:lnTo>
                  <a:pt x="297" y="626"/>
                </a:lnTo>
                <a:lnTo>
                  <a:pt x="297" y="625"/>
                </a:lnTo>
                <a:lnTo>
                  <a:pt x="298" y="624"/>
                </a:lnTo>
                <a:lnTo>
                  <a:pt x="298" y="623"/>
                </a:lnTo>
                <a:lnTo>
                  <a:pt x="297" y="623"/>
                </a:lnTo>
                <a:lnTo>
                  <a:pt x="298" y="623"/>
                </a:lnTo>
                <a:lnTo>
                  <a:pt x="299" y="623"/>
                </a:lnTo>
                <a:lnTo>
                  <a:pt x="299" y="624"/>
                </a:lnTo>
                <a:lnTo>
                  <a:pt x="300" y="625"/>
                </a:lnTo>
                <a:lnTo>
                  <a:pt x="301" y="624"/>
                </a:lnTo>
                <a:lnTo>
                  <a:pt x="302" y="623"/>
                </a:lnTo>
                <a:lnTo>
                  <a:pt x="303" y="623"/>
                </a:lnTo>
                <a:lnTo>
                  <a:pt x="304" y="623"/>
                </a:lnTo>
                <a:lnTo>
                  <a:pt x="305" y="622"/>
                </a:lnTo>
                <a:lnTo>
                  <a:pt x="305" y="621"/>
                </a:lnTo>
                <a:lnTo>
                  <a:pt x="304" y="621"/>
                </a:lnTo>
                <a:lnTo>
                  <a:pt x="305" y="621"/>
                </a:lnTo>
                <a:lnTo>
                  <a:pt x="306" y="620"/>
                </a:lnTo>
                <a:lnTo>
                  <a:pt x="306" y="619"/>
                </a:lnTo>
                <a:lnTo>
                  <a:pt x="305" y="619"/>
                </a:lnTo>
                <a:lnTo>
                  <a:pt x="305" y="618"/>
                </a:lnTo>
                <a:lnTo>
                  <a:pt x="306" y="618"/>
                </a:lnTo>
                <a:lnTo>
                  <a:pt x="306" y="617"/>
                </a:lnTo>
                <a:lnTo>
                  <a:pt x="306" y="616"/>
                </a:lnTo>
                <a:lnTo>
                  <a:pt x="307" y="614"/>
                </a:lnTo>
                <a:lnTo>
                  <a:pt x="308" y="614"/>
                </a:lnTo>
                <a:lnTo>
                  <a:pt x="308" y="615"/>
                </a:lnTo>
                <a:lnTo>
                  <a:pt x="311" y="615"/>
                </a:lnTo>
                <a:lnTo>
                  <a:pt x="311" y="614"/>
                </a:lnTo>
                <a:lnTo>
                  <a:pt x="313" y="612"/>
                </a:lnTo>
                <a:lnTo>
                  <a:pt x="314" y="612"/>
                </a:lnTo>
                <a:lnTo>
                  <a:pt x="314" y="611"/>
                </a:lnTo>
                <a:lnTo>
                  <a:pt x="315" y="609"/>
                </a:lnTo>
                <a:lnTo>
                  <a:pt x="314" y="608"/>
                </a:lnTo>
                <a:lnTo>
                  <a:pt x="315" y="608"/>
                </a:lnTo>
                <a:lnTo>
                  <a:pt x="316" y="607"/>
                </a:lnTo>
                <a:lnTo>
                  <a:pt x="317" y="607"/>
                </a:lnTo>
                <a:lnTo>
                  <a:pt x="317" y="606"/>
                </a:lnTo>
                <a:lnTo>
                  <a:pt x="317" y="605"/>
                </a:lnTo>
                <a:lnTo>
                  <a:pt x="315" y="604"/>
                </a:lnTo>
                <a:lnTo>
                  <a:pt x="314" y="603"/>
                </a:lnTo>
                <a:lnTo>
                  <a:pt x="313" y="602"/>
                </a:lnTo>
                <a:lnTo>
                  <a:pt x="313" y="600"/>
                </a:lnTo>
                <a:lnTo>
                  <a:pt x="313" y="599"/>
                </a:lnTo>
                <a:lnTo>
                  <a:pt x="314" y="598"/>
                </a:lnTo>
                <a:lnTo>
                  <a:pt x="315" y="597"/>
                </a:lnTo>
                <a:lnTo>
                  <a:pt x="316" y="596"/>
                </a:lnTo>
                <a:lnTo>
                  <a:pt x="317" y="594"/>
                </a:lnTo>
                <a:lnTo>
                  <a:pt x="318" y="592"/>
                </a:lnTo>
                <a:lnTo>
                  <a:pt x="317" y="592"/>
                </a:lnTo>
                <a:lnTo>
                  <a:pt x="318" y="591"/>
                </a:lnTo>
                <a:lnTo>
                  <a:pt x="318" y="590"/>
                </a:lnTo>
                <a:lnTo>
                  <a:pt x="319" y="589"/>
                </a:lnTo>
                <a:lnTo>
                  <a:pt x="319" y="588"/>
                </a:lnTo>
                <a:lnTo>
                  <a:pt x="319" y="587"/>
                </a:lnTo>
                <a:lnTo>
                  <a:pt x="319" y="585"/>
                </a:lnTo>
                <a:lnTo>
                  <a:pt x="319" y="584"/>
                </a:lnTo>
                <a:lnTo>
                  <a:pt x="319" y="583"/>
                </a:lnTo>
                <a:lnTo>
                  <a:pt x="319" y="582"/>
                </a:lnTo>
                <a:lnTo>
                  <a:pt x="319" y="581"/>
                </a:lnTo>
                <a:lnTo>
                  <a:pt x="320" y="581"/>
                </a:lnTo>
                <a:lnTo>
                  <a:pt x="320" y="580"/>
                </a:lnTo>
                <a:lnTo>
                  <a:pt x="320" y="578"/>
                </a:lnTo>
                <a:lnTo>
                  <a:pt x="321" y="578"/>
                </a:lnTo>
                <a:lnTo>
                  <a:pt x="321" y="577"/>
                </a:lnTo>
                <a:lnTo>
                  <a:pt x="321" y="576"/>
                </a:lnTo>
                <a:lnTo>
                  <a:pt x="321" y="575"/>
                </a:lnTo>
                <a:lnTo>
                  <a:pt x="320" y="575"/>
                </a:lnTo>
                <a:lnTo>
                  <a:pt x="319" y="574"/>
                </a:lnTo>
                <a:lnTo>
                  <a:pt x="318" y="573"/>
                </a:lnTo>
                <a:lnTo>
                  <a:pt x="317" y="570"/>
                </a:lnTo>
                <a:lnTo>
                  <a:pt x="317" y="569"/>
                </a:lnTo>
                <a:lnTo>
                  <a:pt x="318" y="568"/>
                </a:lnTo>
                <a:lnTo>
                  <a:pt x="318" y="566"/>
                </a:lnTo>
                <a:lnTo>
                  <a:pt x="317" y="565"/>
                </a:lnTo>
                <a:lnTo>
                  <a:pt x="317" y="564"/>
                </a:lnTo>
                <a:lnTo>
                  <a:pt x="317" y="561"/>
                </a:lnTo>
                <a:lnTo>
                  <a:pt x="316" y="560"/>
                </a:lnTo>
                <a:lnTo>
                  <a:pt x="316" y="559"/>
                </a:lnTo>
                <a:lnTo>
                  <a:pt x="317" y="559"/>
                </a:lnTo>
                <a:lnTo>
                  <a:pt x="317" y="558"/>
                </a:lnTo>
                <a:lnTo>
                  <a:pt x="317" y="557"/>
                </a:lnTo>
                <a:lnTo>
                  <a:pt x="318" y="557"/>
                </a:lnTo>
                <a:lnTo>
                  <a:pt x="318" y="558"/>
                </a:lnTo>
                <a:lnTo>
                  <a:pt x="320" y="557"/>
                </a:lnTo>
                <a:lnTo>
                  <a:pt x="320" y="556"/>
                </a:lnTo>
                <a:lnTo>
                  <a:pt x="321" y="556"/>
                </a:lnTo>
                <a:lnTo>
                  <a:pt x="322" y="556"/>
                </a:lnTo>
                <a:lnTo>
                  <a:pt x="323" y="556"/>
                </a:lnTo>
                <a:lnTo>
                  <a:pt x="324" y="556"/>
                </a:lnTo>
                <a:lnTo>
                  <a:pt x="325" y="556"/>
                </a:lnTo>
                <a:lnTo>
                  <a:pt x="326" y="555"/>
                </a:lnTo>
                <a:lnTo>
                  <a:pt x="327" y="553"/>
                </a:lnTo>
                <a:lnTo>
                  <a:pt x="327" y="552"/>
                </a:lnTo>
                <a:lnTo>
                  <a:pt x="325" y="550"/>
                </a:lnTo>
                <a:lnTo>
                  <a:pt x="324" y="550"/>
                </a:lnTo>
                <a:lnTo>
                  <a:pt x="323" y="550"/>
                </a:lnTo>
                <a:lnTo>
                  <a:pt x="323" y="549"/>
                </a:lnTo>
                <a:lnTo>
                  <a:pt x="323" y="548"/>
                </a:lnTo>
                <a:lnTo>
                  <a:pt x="322" y="547"/>
                </a:lnTo>
                <a:lnTo>
                  <a:pt x="323" y="546"/>
                </a:lnTo>
                <a:lnTo>
                  <a:pt x="324" y="546"/>
                </a:lnTo>
                <a:lnTo>
                  <a:pt x="325" y="546"/>
                </a:lnTo>
                <a:lnTo>
                  <a:pt x="325" y="547"/>
                </a:lnTo>
                <a:lnTo>
                  <a:pt x="326" y="547"/>
                </a:lnTo>
                <a:lnTo>
                  <a:pt x="327" y="547"/>
                </a:lnTo>
                <a:lnTo>
                  <a:pt x="327" y="546"/>
                </a:lnTo>
                <a:lnTo>
                  <a:pt x="328" y="545"/>
                </a:lnTo>
                <a:lnTo>
                  <a:pt x="328" y="544"/>
                </a:lnTo>
                <a:lnTo>
                  <a:pt x="327" y="543"/>
                </a:lnTo>
                <a:lnTo>
                  <a:pt x="326" y="543"/>
                </a:lnTo>
                <a:lnTo>
                  <a:pt x="326" y="542"/>
                </a:lnTo>
                <a:lnTo>
                  <a:pt x="325" y="542"/>
                </a:lnTo>
                <a:lnTo>
                  <a:pt x="324" y="542"/>
                </a:lnTo>
                <a:lnTo>
                  <a:pt x="324" y="543"/>
                </a:lnTo>
                <a:lnTo>
                  <a:pt x="323" y="543"/>
                </a:lnTo>
                <a:lnTo>
                  <a:pt x="322" y="542"/>
                </a:lnTo>
                <a:lnTo>
                  <a:pt x="320" y="542"/>
                </a:lnTo>
                <a:lnTo>
                  <a:pt x="320" y="541"/>
                </a:lnTo>
                <a:lnTo>
                  <a:pt x="320" y="540"/>
                </a:lnTo>
                <a:lnTo>
                  <a:pt x="319" y="540"/>
                </a:lnTo>
                <a:lnTo>
                  <a:pt x="319" y="539"/>
                </a:lnTo>
                <a:lnTo>
                  <a:pt x="320" y="539"/>
                </a:lnTo>
                <a:lnTo>
                  <a:pt x="319" y="537"/>
                </a:lnTo>
                <a:lnTo>
                  <a:pt x="318" y="537"/>
                </a:lnTo>
                <a:lnTo>
                  <a:pt x="318" y="536"/>
                </a:lnTo>
                <a:lnTo>
                  <a:pt x="317" y="535"/>
                </a:lnTo>
                <a:lnTo>
                  <a:pt x="316" y="535"/>
                </a:lnTo>
                <a:lnTo>
                  <a:pt x="316" y="532"/>
                </a:lnTo>
                <a:lnTo>
                  <a:pt x="316" y="529"/>
                </a:lnTo>
                <a:lnTo>
                  <a:pt x="316" y="528"/>
                </a:lnTo>
                <a:lnTo>
                  <a:pt x="315" y="527"/>
                </a:lnTo>
                <a:lnTo>
                  <a:pt x="314" y="527"/>
                </a:lnTo>
                <a:lnTo>
                  <a:pt x="312" y="526"/>
                </a:lnTo>
                <a:lnTo>
                  <a:pt x="311" y="526"/>
                </a:lnTo>
                <a:lnTo>
                  <a:pt x="311" y="525"/>
                </a:lnTo>
                <a:lnTo>
                  <a:pt x="310" y="525"/>
                </a:lnTo>
                <a:lnTo>
                  <a:pt x="310" y="524"/>
                </a:lnTo>
                <a:lnTo>
                  <a:pt x="309" y="523"/>
                </a:lnTo>
                <a:lnTo>
                  <a:pt x="309" y="522"/>
                </a:lnTo>
                <a:lnTo>
                  <a:pt x="308" y="522"/>
                </a:lnTo>
                <a:lnTo>
                  <a:pt x="308" y="521"/>
                </a:lnTo>
                <a:lnTo>
                  <a:pt x="307" y="521"/>
                </a:lnTo>
                <a:lnTo>
                  <a:pt x="306" y="521"/>
                </a:lnTo>
                <a:lnTo>
                  <a:pt x="305" y="520"/>
                </a:lnTo>
                <a:lnTo>
                  <a:pt x="306" y="519"/>
                </a:lnTo>
                <a:lnTo>
                  <a:pt x="307" y="519"/>
                </a:lnTo>
                <a:lnTo>
                  <a:pt x="307" y="518"/>
                </a:lnTo>
                <a:lnTo>
                  <a:pt x="308" y="514"/>
                </a:lnTo>
                <a:lnTo>
                  <a:pt x="307" y="514"/>
                </a:lnTo>
                <a:lnTo>
                  <a:pt x="307" y="513"/>
                </a:lnTo>
                <a:lnTo>
                  <a:pt x="306" y="512"/>
                </a:lnTo>
                <a:lnTo>
                  <a:pt x="305" y="512"/>
                </a:lnTo>
                <a:lnTo>
                  <a:pt x="305" y="513"/>
                </a:lnTo>
                <a:lnTo>
                  <a:pt x="304" y="513"/>
                </a:lnTo>
                <a:lnTo>
                  <a:pt x="303" y="513"/>
                </a:lnTo>
                <a:lnTo>
                  <a:pt x="303" y="512"/>
                </a:lnTo>
                <a:lnTo>
                  <a:pt x="303" y="511"/>
                </a:lnTo>
                <a:lnTo>
                  <a:pt x="302" y="511"/>
                </a:lnTo>
                <a:lnTo>
                  <a:pt x="301" y="510"/>
                </a:lnTo>
                <a:lnTo>
                  <a:pt x="300" y="510"/>
                </a:lnTo>
                <a:lnTo>
                  <a:pt x="300" y="509"/>
                </a:lnTo>
                <a:lnTo>
                  <a:pt x="299" y="508"/>
                </a:lnTo>
                <a:lnTo>
                  <a:pt x="299" y="507"/>
                </a:lnTo>
                <a:lnTo>
                  <a:pt x="300" y="507"/>
                </a:lnTo>
                <a:lnTo>
                  <a:pt x="300" y="506"/>
                </a:lnTo>
                <a:lnTo>
                  <a:pt x="299" y="505"/>
                </a:lnTo>
                <a:lnTo>
                  <a:pt x="299" y="502"/>
                </a:lnTo>
                <a:lnTo>
                  <a:pt x="299" y="501"/>
                </a:lnTo>
                <a:lnTo>
                  <a:pt x="298" y="501"/>
                </a:lnTo>
                <a:lnTo>
                  <a:pt x="298" y="500"/>
                </a:lnTo>
                <a:lnTo>
                  <a:pt x="297" y="500"/>
                </a:lnTo>
                <a:lnTo>
                  <a:pt x="296" y="499"/>
                </a:lnTo>
                <a:lnTo>
                  <a:pt x="294" y="498"/>
                </a:lnTo>
                <a:lnTo>
                  <a:pt x="293" y="499"/>
                </a:lnTo>
                <a:lnTo>
                  <a:pt x="292" y="499"/>
                </a:lnTo>
                <a:lnTo>
                  <a:pt x="291" y="498"/>
                </a:lnTo>
                <a:lnTo>
                  <a:pt x="289" y="496"/>
                </a:lnTo>
                <a:lnTo>
                  <a:pt x="289" y="495"/>
                </a:lnTo>
                <a:lnTo>
                  <a:pt x="288" y="495"/>
                </a:lnTo>
                <a:lnTo>
                  <a:pt x="287" y="495"/>
                </a:lnTo>
                <a:lnTo>
                  <a:pt x="285" y="496"/>
                </a:lnTo>
                <a:lnTo>
                  <a:pt x="282" y="496"/>
                </a:lnTo>
                <a:lnTo>
                  <a:pt x="281" y="496"/>
                </a:lnTo>
                <a:lnTo>
                  <a:pt x="279" y="496"/>
                </a:lnTo>
                <a:lnTo>
                  <a:pt x="277" y="495"/>
                </a:lnTo>
                <a:lnTo>
                  <a:pt x="275" y="495"/>
                </a:lnTo>
                <a:lnTo>
                  <a:pt x="271" y="497"/>
                </a:lnTo>
                <a:lnTo>
                  <a:pt x="271" y="499"/>
                </a:lnTo>
                <a:lnTo>
                  <a:pt x="270" y="501"/>
                </a:lnTo>
                <a:lnTo>
                  <a:pt x="270" y="502"/>
                </a:lnTo>
                <a:lnTo>
                  <a:pt x="270" y="503"/>
                </a:lnTo>
                <a:lnTo>
                  <a:pt x="272" y="504"/>
                </a:lnTo>
                <a:lnTo>
                  <a:pt x="272" y="505"/>
                </a:lnTo>
                <a:lnTo>
                  <a:pt x="272" y="506"/>
                </a:lnTo>
                <a:lnTo>
                  <a:pt x="272" y="507"/>
                </a:lnTo>
                <a:lnTo>
                  <a:pt x="271" y="510"/>
                </a:lnTo>
                <a:lnTo>
                  <a:pt x="270" y="511"/>
                </a:lnTo>
                <a:lnTo>
                  <a:pt x="269" y="511"/>
                </a:lnTo>
                <a:lnTo>
                  <a:pt x="268" y="510"/>
                </a:lnTo>
                <a:lnTo>
                  <a:pt x="267" y="510"/>
                </a:lnTo>
                <a:lnTo>
                  <a:pt x="266" y="509"/>
                </a:lnTo>
                <a:lnTo>
                  <a:pt x="264" y="509"/>
                </a:lnTo>
                <a:lnTo>
                  <a:pt x="263" y="508"/>
                </a:lnTo>
                <a:lnTo>
                  <a:pt x="262" y="508"/>
                </a:lnTo>
                <a:lnTo>
                  <a:pt x="261" y="508"/>
                </a:lnTo>
                <a:lnTo>
                  <a:pt x="262" y="509"/>
                </a:lnTo>
                <a:lnTo>
                  <a:pt x="261" y="510"/>
                </a:lnTo>
                <a:lnTo>
                  <a:pt x="261" y="511"/>
                </a:lnTo>
                <a:lnTo>
                  <a:pt x="261" y="512"/>
                </a:lnTo>
                <a:lnTo>
                  <a:pt x="260" y="513"/>
                </a:lnTo>
                <a:lnTo>
                  <a:pt x="259" y="513"/>
                </a:lnTo>
                <a:lnTo>
                  <a:pt x="257" y="514"/>
                </a:lnTo>
                <a:lnTo>
                  <a:pt x="257" y="513"/>
                </a:lnTo>
                <a:lnTo>
                  <a:pt x="255" y="514"/>
                </a:lnTo>
                <a:lnTo>
                  <a:pt x="252" y="514"/>
                </a:lnTo>
                <a:lnTo>
                  <a:pt x="252" y="515"/>
                </a:lnTo>
                <a:lnTo>
                  <a:pt x="251" y="514"/>
                </a:lnTo>
                <a:lnTo>
                  <a:pt x="250" y="513"/>
                </a:lnTo>
                <a:lnTo>
                  <a:pt x="250" y="512"/>
                </a:lnTo>
                <a:lnTo>
                  <a:pt x="250" y="511"/>
                </a:lnTo>
                <a:lnTo>
                  <a:pt x="252" y="510"/>
                </a:lnTo>
                <a:lnTo>
                  <a:pt x="252" y="509"/>
                </a:lnTo>
                <a:lnTo>
                  <a:pt x="252" y="508"/>
                </a:lnTo>
                <a:lnTo>
                  <a:pt x="251" y="506"/>
                </a:lnTo>
                <a:lnTo>
                  <a:pt x="250" y="506"/>
                </a:lnTo>
                <a:lnTo>
                  <a:pt x="248" y="506"/>
                </a:lnTo>
                <a:lnTo>
                  <a:pt x="247" y="506"/>
                </a:lnTo>
                <a:lnTo>
                  <a:pt x="245" y="505"/>
                </a:lnTo>
                <a:lnTo>
                  <a:pt x="244" y="505"/>
                </a:lnTo>
                <a:lnTo>
                  <a:pt x="243" y="506"/>
                </a:lnTo>
                <a:lnTo>
                  <a:pt x="242" y="508"/>
                </a:lnTo>
                <a:lnTo>
                  <a:pt x="241" y="508"/>
                </a:lnTo>
                <a:lnTo>
                  <a:pt x="240" y="508"/>
                </a:lnTo>
                <a:lnTo>
                  <a:pt x="239" y="508"/>
                </a:lnTo>
                <a:lnTo>
                  <a:pt x="239" y="507"/>
                </a:lnTo>
                <a:lnTo>
                  <a:pt x="239" y="508"/>
                </a:lnTo>
                <a:lnTo>
                  <a:pt x="239" y="507"/>
                </a:lnTo>
                <a:lnTo>
                  <a:pt x="238" y="507"/>
                </a:lnTo>
                <a:lnTo>
                  <a:pt x="238" y="508"/>
                </a:lnTo>
                <a:lnTo>
                  <a:pt x="237" y="508"/>
                </a:lnTo>
                <a:lnTo>
                  <a:pt x="236" y="507"/>
                </a:lnTo>
                <a:lnTo>
                  <a:pt x="235" y="507"/>
                </a:lnTo>
                <a:lnTo>
                  <a:pt x="235" y="506"/>
                </a:lnTo>
                <a:lnTo>
                  <a:pt x="234" y="507"/>
                </a:lnTo>
                <a:lnTo>
                  <a:pt x="233" y="507"/>
                </a:lnTo>
                <a:lnTo>
                  <a:pt x="232" y="509"/>
                </a:lnTo>
                <a:lnTo>
                  <a:pt x="231" y="510"/>
                </a:lnTo>
                <a:lnTo>
                  <a:pt x="230" y="511"/>
                </a:lnTo>
                <a:lnTo>
                  <a:pt x="228" y="512"/>
                </a:lnTo>
                <a:lnTo>
                  <a:pt x="227" y="512"/>
                </a:lnTo>
                <a:lnTo>
                  <a:pt x="226" y="512"/>
                </a:lnTo>
                <a:lnTo>
                  <a:pt x="225" y="512"/>
                </a:lnTo>
                <a:lnTo>
                  <a:pt x="225" y="513"/>
                </a:lnTo>
                <a:lnTo>
                  <a:pt x="224" y="514"/>
                </a:lnTo>
                <a:lnTo>
                  <a:pt x="224" y="513"/>
                </a:lnTo>
                <a:lnTo>
                  <a:pt x="223" y="512"/>
                </a:lnTo>
                <a:lnTo>
                  <a:pt x="222" y="509"/>
                </a:lnTo>
                <a:lnTo>
                  <a:pt x="222" y="508"/>
                </a:lnTo>
                <a:lnTo>
                  <a:pt x="223" y="507"/>
                </a:lnTo>
                <a:lnTo>
                  <a:pt x="223" y="506"/>
                </a:lnTo>
                <a:lnTo>
                  <a:pt x="222" y="505"/>
                </a:lnTo>
                <a:lnTo>
                  <a:pt x="222" y="504"/>
                </a:lnTo>
                <a:lnTo>
                  <a:pt x="223" y="504"/>
                </a:lnTo>
                <a:lnTo>
                  <a:pt x="223" y="503"/>
                </a:lnTo>
                <a:lnTo>
                  <a:pt x="223" y="502"/>
                </a:lnTo>
                <a:lnTo>
                  <a:pt x="222" y="502"/>
                </a:lnTo>
                <a:lnTo>
                  <a:pt x="221" y="502"/>
                </a:lnTo>
                <a:lnTo>
                  <a:pt x="221" y="501"/>
                </a:lnTo>
                <a:lnTo>
                  <a:pt x="221" y="500"/>
                </a:lnTo>
                <a:lnTo>
                  <a:pt x="222" y="499"/>
                </a:lnTo>
                <a:lnTo>
                  <a:pt x="221" y="499"/>
                </a:lnTo>
                <a:lnTo>
                  <a:pt x="220" y="499"/>
                </a:lnTo>
                <a:lnTo>
                  <a:pt x="220" y="498"/>
                </a:lnTo>
                <a:lnTo>
                  <a:pt x="220" y="497"/>
                </a:lnTo>
                <a:lnTo>
                  <a:pt x="220" y="496"/>
                </a:lnTo>
                <a:lnTo>
                  <a:pt x="220" y="494"/>
                </a:lnTo>
                <a:lnTo>
                  <a:pt x="218" y="492"/>
                </a:lnTo>
                <a:lnTo>
                  <a:pt x="217" y="492"/>
                </a:lnTo>
                <a:lnTo>
                  <a:pt x="216" y="492"/>
                </a:lnTo>
                <a:lnTo>
                  <a:pt x="215" y="492"/>
                </a:lnTo>
                <a:lnTo>
                  <a:pt x="214" y="491"/>
                </a:lnTo>
                <a:lnTo>
                  <a:pt x="214" y="492"/>
                </a:lnTo>
                <a:lnTo>
                  <a:pt x="213" y="492"/>
                </a:lnTo>
                <a:lnTo>
                  <a:pt x="213" y="493"/>
                </a:lnTo>
                <a:lnTo>
                  <a:pt x="212" y="493"/>
                </a:lnTo>
                <a:lnTo>
                  <a:pt x="211" y="493"/>
                </a:lnTo>
                <a:lnTo>
                  <a:pt x="210" y="493"/>
                </a:lnTo>
                <a:lnTo>
                  <a:pt x="209" y="493"/>
                </a:lnTo>
                <a:lnTo>
                  <a:pt x="208" y="493"/>
                </a:lnTo>
                <a:lnTo>
                  <a:pt x="207" y="493"/>
                </a:lnTo>
                <a:lnTo>
                  <a:pt x="206" y="494"/>
                </a:lnTo>
                <a:lnTo>
                  <a:pt x="205" y="494"/>
                </a:lnTo>
                <a:lnTo>
                  <a:pt x="205" y="495"/>
                </a:lnTo>
                <a:lnTo>
                  <a:pt x="205" y="494"/>
                </a:lnTo>
                <a:lnTo>
                  <a:pt x="204" y="494"/>
                </a:lnTo>
                <a:lnTo>
                  <a:pt x="203" y="494"/>
                </a:lnTo>
                <a:lnTo>
                  <a:pt x="202" y="493"/>
                </a:lnTo>
                <a:lnTo>
                  <a:pt x="201" y="493"/>
                </a:lnTo>
                <a:lnTo>
                  <a:pt x="201" y="494"/>
                </a:lnTo>
                <a:lnTo>
                  <a:pt x="201" y="495"/>
                </a:lnTo>
                <a:lnTo>
                  <a:pt x="202" y="496"/>
                </a:lnTo>
                <a:lnTo>
                  <a:pt x="202" y="497"/>
                </a:lnTo>
                <a:lnTo>
                  <a:pt x="201" y="497"/>
                </a:lnTo>
                <a:lnTo>
                  <a:pt x="201" y="498"/>
                </a:lnTo>
                <a:lnTo>
                  <a:pt x="200" y="498"/>
                </a:lnTo>
                <a:lnTo>
                  <a:pt x="200" y="499"/>
                </a:lnTo>
                <a:lnTo>
                  <a:pt x="199" y="500"/>
                </a:lnTo>
                <a:lnTo>
                  <a:pt x="199" y="502"/>
                </a:lnTo>
                <a:lnTo>
                  <a:pt x="199" y="503"/>
                </a:lnTo>
                <a:lnTo>
                  <a:pt x="199" y="504"/>
                </a:lnTo>
                <a:lnTo>
                  <a:pt x="199" y="506"/>
                </a:lnTo>
                <a:lnTo>
                  <a:pt x="198" y="506"/>
                </a:lnTo>
                <a:lnTo>
                  <a:pt x="198" y="507"/>
                </a:lnTo>
                <a:lnTo>
                  <a:pt x="197" y="509"/>
                </a:lnTo>
                <a:lnTo>
                  <a:pt x="197" y="510"/>
                </a:lnTo>
                <a:lnTo>
                  <a:pt x="197" y="511"/>
                </a:lnTo>
                <a:lnTo>
                  <a:pt x="198" y="513"/>
                </a:lnTo>
                <a:lnTo>
                  <a:pt x="198" y="514"/>
                </a:lnTo>
                <a:lnTo>
                  <a:pt x="198" y="515"/>
                </a:lnTo>
                <a:lnTo>
                  <a:pt x="197" y="515"/>
                </a:lnTo>
                <a:lnTo>
                  <a:pt x="196" y="515"/>
                </a:lnTo>
                <a:lnTo>
                  <a:pt x="195" y="516"/>
                </a:lnTo>
                <a:lnTo>
                  <a:pt x="194" y="516"/>
                </a:lnTo>
                <a:lnTo>
                  <a:pt x="193" y="516"/>
                </a:lnTo>
                <a:lnTo>
                  <a:pt x="190" y="515"/>
                </a:lnTo>
                <a:lnTo>
                  <a:pt x="189" y="514"/>
                </a:lnTo>
                <a:lnTo>
                  <a:pt x="188" y="514"/>
                </a:lnTo>
                <a:lnTo>
                  <a:pt x="187" y="514"/>
                </a:lnTo>
                <a:lnTo>
                  <a:pt x="186" y="514"/>
                </a:lnTo>
                <a:lnTo>
                  <a:pt x="185" y="513"/>
                </a:lnTo>
                <a:lnTo>
                  <a:pt x="183" y="513"/>
                </a:lnTo>
                <a:lnTo>
                  <a:pt x="183" y="514"/>
                </a:lnTo>
                <a:lnTo>
                  <a:pt x="182" y="514"/>
                </a:lnTo>
                <a:lnTo>
                  <a:pt x="181" y="514"/>
                </a:lnTo>
                <a:lnTo>
                  <a:pt x="180" y="514"/>
                </a:lnTo>
                <a:lnTo>
                  <a:pt x="179" y="513"/>
                </a:lnTo>
                <a:lnTo>
                  <a:pt x="179" y="512"/>
                </a:lnTo>
                <a:lnTo>
                  <a:pt x="178" y="512"/>
                </a:lnTo>
                <a:lnTo>
                  <a:pt x="178" y="511"/>
                </a:lnTo>
                <a:lnTo>
                  <a:pt x="178" y="510"/>
                </a:lnTo>
                <a:lnTo>
                  <a:pt x="177" y="510"/>
                </a:lnTo>
                <a:lnTo>
                  <a:pt x="177" y="509"/>
                </a:lnTo>
                <a:lnTo>
                  <a:pt x="177" y="508"/>
                </a:lnTo>
                <a:lnTo>
                  <a:pt x="177" y="507"/>
                </a:lnTo>
                <a:lnTo>
                  <a:pt x="176" y="507"/>
                </a:lnTo>
                <a:lnTo>
                  <a:pt x="175" y="507"/>
                </a:lnTo>
                <a:lnTo>
                  <a:pt x="174" y="506"/>
                </a:lnTo>
                <a:lnTo>
                  <a:pt x="173" y="505"/>
                </a:lnTo>
                <a:lnTo>
                  <a:pt x="173" y="504"/>
                </a:lnTo>
                <a:lnTo>
                  <a:pt x="172" y="504"/>
                </a:lnTo>
                <a:lnTo>
                  <a:pt x="170" y="504"/>
                </a:lnTo>
                <a:lnTo>
                  <a:pt x="170" y="503"/>
                </a:lnTo>
                <a:lnTo>
                  <a:pt x="169" y="503"/>
                </a:lnTo>
                <a:lnTo>
                  <a:pt x="168" y="503"/>
                </a:lnTo>
                <a:lnTo>
                  <a:pt x="167" y="502"/>
                </a:lnTo>
                <a:lnTo>
                  <a:pt x="167" y="501"/>
                </a:lnTo>
                <a:lnTo>
                  <a:pt x="166" y="500"/>
                </a:lnTo>
                <a:lnTo>
                  <a:pt x="166" y="501"/>
                </a:lnTo>
                <a:lnTo>
                  <a:pt x="165" y="501"/>
                </a:lnTo>
                <a:lnTo>
                  <a:pt x="164" y="501"/>
                </a:lnTo>
                <a:lnTo>
                  <a:pt x="164" y="500"/>
                </a:lnTo>
                <a:lnTo>
                  <a:pt x="164" y="499"/>
                </a:lnTo>
                <a:lnTo>
                  <a:pt x="164" y="498"/>
                </a:lnTo>
                <a:lnTo>
                  <a:pt x="164" y="497"/>
                </a:lnTo>
                <a:lnTo>
                  <a:pt x="163" y="497"/>
                </a:lnTo>
                <a:lnTo>
                  <a:pt x="162" y="496"/>
                </a:lnTo>
                <a:lnTo>
                  <a:pt x="161" y="496"/>
                </a:lnTo>
                <a:lnTo>
                  <a:pt x="160" y="496"/>
                </a:lnTo>
                <a:lnTo>
                  <a:pt x="160" y="497"/>
                </a:lnTo>
                <a:lnTo>
                  <a:pt x="159" y="497"/>
                </a:lnTo>
                <a:lnTo>
                  <a:pt x="158" y="497"/>
                </a:lnTo>
                <a:lnTo>
                  <a:pt x="157" y="497"/>
                </a:lnTo>
                <a:lnTo>
                  <a:pt x="157" y="498"/>
                </a:lnTo>
                <a:lnTo>
                  <a:pt x="156" y="498"/>
                </a:lnTo>
                <a:lnTo>
                  <a:pt x="156" y="500"/>
                </a:lnTo>
                <a:lnTo>
                  <a:pt x="155" y="500"/>
                </a:lnTo>
                <a:lnTo>
                  <a:pt x="154" y="499"/>
                </a:lnTo>
                <a:lnTo>
                  <a:pt x="153" y="499"/>
                </a:lnTo>
                <a:lnTo>
                  <a:pt x="153" y="500"/>
                </a:lnTo>
                <a:lnTo>
                  <a:pt x="153" y="501"/>
                </a:lnTo>
                <a:lnTo>
                  <a:pt x="154" y="501"/>
                </a:lnTo>
                <a:lnTo>
                  <a:pt x="155" y="502"/>
                </a:lnTo>
                <a:lnTo>
                  <a:pt x="156" y="503"/>
                </a:lnTo>
                <a:lnTo>
                  <a:pt x="157" y="503"/>
                </a:lnTo>
                <a:lnTo>
                  <a:pt x="157" y="504"/>
                </a:lnTo>
                <a:lnTo>
                  <a:pt x="157" y="505"/>
                </a:lnTo>
                <a:lnTo>
                  <a:pt x="156" y="506"/>
                </a:lnTo>
                <a:lnTo>
                  <a:pt x="155" y="507"/>
                </a:lnTo>
                <a:lnTo>
                  <a:pt x="154" y="507"/>
                </a:lnTo>
                <a:lnTo>
                  <a:pt x="152" y="507"/>
                </a:lnTo>
                <a:lnTo>
                  <a:pt x="151" y="507"/>
                </a:lnTo>
                <a:lnTo>
                  <a:pt x="151" y="508"/>
                </a:lnTo>
                <a:lnTo>
                  <a:pt x="150" y="507"/>
                </a:lnTo>
                <a:lnTo>
                  <a:pt x="149" y="506"/>
                </a:lnTo>
                <a:lnTo>
                  <a:pt x="148" y="505"/>
                </a:lnTo>
                <a:lnTo>
                  <a:pt x="146" y="505"/>
                </a:lnTo>
                <a:lnTo>
                  <a:pt x="146" y="504"/>
                </a:lnTo>
                <a:lnTo>
                  <a:pt x="145" y="502"/>
                </a:lnTo>
                <a:lnTo>
                  <a:pt x="142" y="501"/>
                </a:lnTo>
                <a:lnTo>
                  <a:pt x="140" y="499"/>
                </a:lnTo>
                <a:lnTo>
                  <a:pt x="139" y="497"/>
                </a:lnTo>
                <a:lnTo>
                  <a:pt x="139" y="496"/>
                </a:lnTo>
                <a:lnTo>
                  <a:pt x="138" y="495"/>
                </a:lnTo>
                <a:lnTo>
                  <a:pt x="138" y="494"/>
                </a:lnTo>
                <a:lnTo>
                  <a:pt x="137" y="494"/>
                </a:lnTo>
                <a:lnTo>
                  <a:pt x="136" y="493"/>
                </a:lnTo>
                <a:lnTo>
                  <a:pt x="136" y="492"/>
                </a:lnTo>
                <a:lnTo>
                  <a:pt x="136" y="491"/>
                </a:lnTo>
                <a:lnTo>
                  <a:pt x="137" y="490"/>
                </a:lnTo>
                <a:lnTo>
                  <a:pt x="136" y="490"/>
                </a:lnTo>
                <a:lnTo>
                  <a:pt x="136" y="489"/>
                </a:lnTo>
                <a:lnTo>
                  <a:pt x="135" y="489"/>
                </a:lnTo>
                <a:lnTo>
                  <a:pt x="135" y="488"/>
                </a:lnTo>
                <a:lnTo>
                  <a:pt x="136" y="488"/>
                </a:lnTo>
                <a:lnTo>
                  <a:pt x="136" y="487"/>
                </a:lnTo>
                <a:lnTo>
                  <a:pt x="136" y="486"/>
                </a:lnTo>
                <a:lnTo>
                  <a:pt x="137" y="486"/>
                </a:lnTo>
                <a:lnTo>
                  <a:pt x="138" y="486"/>
                </a:lnTo>
                <a:lnTo>
                  <a:pt x="139" y="486"/>
                </a:lnTo>
                <a:lnTo>
                  <a:pt x="140" y="487"/>
                </a:lnTo>
                <a:lnTo>
                  <a:pt x="140" y="486"/>
                </a:lnTo>
                <a:lnTo>
                  <a:pt x="141" y="486"/>
                </a:lnTo>
                <a:lnTo>
                  <a:pt x="141" y="488"/>
                </a:lnTo>
                <a:lnTo>
                  <a:pt x="142" y="488"/>
                </a:lnTo>
                <a:lnTo>
                  <a:pt x="143" y="487"/>
                </a:lnTo>
                <a:lnTo>
                  <a:pt x="144" y="487"/>
                </a:lnTo>
                <a:lnTo>
                  <a:pt x="145" y="487"/>
                </a:lnTo>
                <a:lnTo>
                  <a:pt x="145" y="486"/>
                </a:lnTo>
                <a:lnTo>
                  <a:pt x="145" y="484"/>
                </a:lnTo>
                <a:lnTo>
                  <a:pt x="146" y="484"/>
                </a:lnTo>
                <a:lnTo>
                  <a:pt x="146" y="483"/>
                </a:lnTo>
                <a:lnTo>
                  <a:pt x="147" y="481"/>
                </a:lnTo>
                <a:lnTo>
                  <a:pt x="147" y="480"/>
                </a:lnTo>
                <a:lnTo>
                  <a:pt x="148" y="479"/>
                </a:lnTo>
                <a:lnTo>
                  <a:pt x="148" y="478"/>
                </a:lnTo>
                <a:lnTo>
                  <a:pt x="147" y="477"/>
                </a:lnTo>
                <a:lnTo>
                  <a:pt x="146" y="478"/>
                </a:lnTo>
                <a:lnTo>
                  <a:pt x="145" y="477"/>
                </a:lnTo>
                <a:lnTo>
                  <a:pt x="146" y="476"/>
                </a:lnTo>
                <a:lnTo>
                  <a:pt x="146" y="475"/>
                </a:lnTo>
                <a:lnTo>
                  <a:pt x="145" y="475"/>
                </a:lnTo>
                <a:lnTo>
                  <a:pt x="144" y="475"/>
                </a:lnTo>
                <a:lnTo>
                  <a:pt x="144" y="476"/>
                </a:lnTo>
                <a:lnTo>
                  <a:pt x="144" y="475"/>
                </a:lnTo>
                <a:lnTo>
                  <a:pt x="143" y="476"/>
                </a:lnTo>
                <a:lnTo>
                  <a:pt x="143" y="477"/>
                </a:lnTo>
                <a:lnTo>
                  <a:pt x="142" y="476"/>
                </a:lnTo>
                <a:lnTo>
                  <a:pt x="142" y="475"/>
                </a:lnTo>
                <a:lnTo>
                  <a:pt x="141" y="474"/>
                </a:lnTo>
                <a:lnTo>
                  <a:pt x="140" y="473"/>
                </a:lnTo>
                <a:lnTo>
                  <a:pt x="140" y="471"/>
                </a:lnTo>
                <a:lnTo>
                  <a:pt x="140" y="470"/>
                </a:lnTo>
                <a:lnTo>
                  <a:pt x="140" y="469"/>
                </a:lnTo>
                <a:lnTo>
                  <a:pt x="139" y="468"/>
                </a:lnTo>
                <a:lnTo>
                  <a:pt x="138" y="469"/>
                </a:lnTo>
                <a:lnTo>
                  <a:pt x="137" y="469"/>
                </a:lnTo>
                <a:lnTo>
                  <a:pt x="136" y="469"/>
                </a:lnTo>
                <a:lnTo>
                  <a:pt x="135" y="469"/>
                </a:lnTo>
                <a:lnTo>
                  <a:pt x="135" y="468"/>
                </a:lnTo>
                <a:lnTo>
                  <a:pt x="136" y="467"/>
                </a:lnTo>
                <a:lnTo>
                  <a:pt x="136" y="466"/>
                </a:lnTo>
                <a:lnTo>
                  <a:pt x="135" y="466"/>
                </a:lnTo>
                <a:lnTo>
                  <a:pt x="134" y="464"/>
                </a:lnTo>
                <a:lnTo>
                  <a:pt x="134" y="463"/>
                </a:lnTo>
                <a:lnTo>
                  <a:pt x="133" y="463"/>
                </a:lnTo>
                <a:lnTo>
                  <a:pt x="132" y="463"/>
                </a:lnTo>
                <a:lnTo>
                  <a:pt x="132" y="462"/>
                </a:lnTo>
                <a:lnTo>
                  <a:pt x="133" y="462"/>
                </a:lnTo>
                <a:lnTo>
                  <a:pt x="133" y="461"/>
                </a:lnTo>
                <a:lnTo>
                  <a:pt x="134" y="461"/>
                </a:lnTo>
                <a:lnTo>
                  <a:pt x="134" y="462"/>
                </a:lnTo>
                <a:lnTo>
                  <a:pt x="135" y="462"/>
                </a:lnTo>
                <a:lnTo>
                  <a:pt x="136" y="462"/>
                </a:lnTo>
                <a:lnTo>
                  <a:pt x="136" y="461"/>
                </a:lnTo>
                <a:lnTo>
                  <a:pt x="135" y="460"/>
                </a:lnTo>
                <a:lnTo>
                  <a:pt x="134" y="459"/>
                </a:lnTo>
                <a:lnTo>
                  <a:pt x="135" y="457"/>
                </a:lnTo>
                <a:lnTo>
                  <a:pt x="136" y="457"/>
                </a:lnTo>
                <a:lnTo>
                  <a:pt x="136" y="456"/>
                </a:lnTo>
                <a:lnTo>
                  <a:pt x="139" y="454"/>
                </a:lnTo>
                <a:lnTo>
                  <a:pt x="139" y="453"/>
                </a:lnTo>
                <a:lnTo>
                  <a:pt x="139" y="452"/>
                </a:lnTo>
                <a:lnTo>
                  <a:pt x="138" y="451"/>
                </a:lnTo>
                <a:lnTo>
                  <a:pt x="136" y="451"/>
                </a:lnTo>
                <a:lnTo>
                  <a:pt x="135" y="450"/>
                </a:lnTo>
                <a:lnTo>
                  <a:pt x="134" y="450"/>
                </a:lnTo>
                <a:lnTo>
                  <a:pt x="134" y="449"/>
                </a:lnTo>
                <a:lnTo>
                  <a:pt x="133" y="448"/>
                </a:lnTo>
                <a:lnTo>
                  <a:pt x="132" y="448"/>
                </a:lnTo>
                <a:lnTo>
                  <a:pt x="131" y="447"/>
                </a:lnTo>
                <a:lnTo>
                  <a:pt x="130" y="446"/>
                </a:lnTo>
                <a:lnTo>
                  <a:pt x="130" y="445"/>
                </a:lnTo>
                <a:lnTo>
                  <a:pt x="129" y="445"/>
                </a:lnTo>
                <a:lnTo>
                  <a:pt x="128" y="445"/>
                </a:lnTo>
                <a:lnTo>
                  <a:pt x="127" y="445"/>
                </a:lnTo>
                <a:lnTo>
                  <a:pt x="126" y="445"/>
                </a:lnTo>
                <a:lnTo>
                  <a:pt x="125" y="445"/>
                </a:lnTo>
                <a:lnTo>
                  <a:pt x="124" y="445"/>
                </a:lnTo>
                <a:lnTo>
                  <a:pt x="124" y="446"/>
                </a:lnTo>
                <a:lnTo>
                  <a:pt x="123" y="446"/>
                </a:lnTo>
                <a:lnTo>
                  <a:pt x="123" y="444"/>
                </a:lnTo>
                <a:lnTo>
                  <a:pt x="122" y="443"/>
                </a:lnTo>
                <a:lnTo>
                  <a:pt x="121" y="443"/>
                </a:lnTo>
                <a:lnTo>
                  <a:pt x="121" y="442"/>
                </a:lnTo>
                <a:lnTo>
                  <a:pt x="120" y="441"/>
                </a:lnTo>
                <a:lnTo>
                  <a:pt x="121" y="441"/>
                </a:lnTo>
                <a:lnTo>
                  <a:pt x="122" y="441"/>
                </a:lnTo>
                <a:lnTo>
                  <a:pt x="123" y="440"/>
                </a:lnTo>
                <a:lnTo>
                  <a:pt x="123" y="439"/>
                </a:lnTo>
                <a:lnTo>
                  <a:pt x="122" y="439"/>
                </a:lnTo>
                <a:lnTo>
                  <a:pt x="121" y="439"/>
                </a:lnTo>
                <a:lnTo>
                  <a:pt x="121" y="438"/>
                </a:lnTo>
                <a:lnTo>
                  <a:pt x="122" y="438"/>
                </a:lnTo>
                <a:lnTo>
                  <a:pt x="122" y="437"/>
                </a:lnTo>
                <a:lnTo>
                  <a:pt x="123" y="437"/>
                </a:lnTo>
                <a:lnTo>
                  <a:pt x="123" y="436"/>
                </a:lnTo>
                <a:lnTo>
                  <a:pt x="122" y="436"/>
                </a:lnTo>
                <a:lnTo>
                  <a:pt x="121" y="436"/>
                </a:lnTo>
                <a:lnTo>
                  <a:pt x="120" y="435"/>
                </a:lnTo>
                <a:lnTo>
                  <a:pt x="118" y="434"/>
                </a:lnTo>
                <a:lnTo>
                  <a:pt x="117" y="433"/>
                </a:lnTo>
                <a:lnTo>
                  <a:pt x="116" y="433"/>
                </a:lnTo>
                <a:lnTo>
                  <a:pt x="115" y="432"/>
                </a:lnTo>
                <a:lnTo>
                  <a:pt x="114" y="433"/>
                </a:lnTo>
                <a:lnTo>
                  <a:pt x="113" y="433"/>
                </a:lnTo>
                <a:lnTo>
                  <a:pt x="113" y="432"/>
                </a:lnTo>
                <a:lnTo>
                  <a:pt x="112" y="432"/>
                </a:lnTo>
                <a:lnTo>
                  <a:pt x="112" y="431"/>
                </a:lnTo>
                <a:lnTo>
                  <a:pt x="113" y="431"/>
                </a:lnTo>
                <a:lnTo>
                  <a:pt x="112" y="431"/>
                </a:lnTo>
                <a:lnTo>
                  <a:pt x="112" y="430"/>
                </a:lnTo>
                <a:lnTo>
                  <a:pt x="111" y="430"/>
                </a:lnTo>
                <a:lnTo>
                  <a:pt x="110" y="430"/>
                </a:lnTo>
                <a:lnTo>
                  <a:pt x="109" y="431"/>
                </a:lnTo>
                <a:lnTo>
                  <a:pt x="108" y="431"/>
                </a:lnTo>
                <a:lnTo>
                  <a:pt x="107" y="431"/>
                </a:lnTo>
                <a:lnTo>
                  <a:pt x="106" y="432"/>
                </a:lnTo>
                <a:lnTo>
                  <a:pt x="103" y="432"/>
                </a:lnTo>
                <a:lnTo>
                  <a:pt x="102" y="433"/>
                </a:lnTo>
                <a:lnTo>
                  <a:pt x="101" y="433"/>
                </a:lnTo>
                <a:lnTo>
                  <a:pt x="100" y="434"/>
                </a:lnTo>
                <a:lnTo>
                  <a:pt x="100" y="435"/>
                </a:lnTo>
                <a:lnTo>
                  <a:pt x="98" y="436"/>
                </a:lnTo>
                <a:lnTo>
                  <a:pt x="98" y="437"/>
                </a:lnTo>
                <a:lnTo>
                  <a:pt x="96" y="437"/>
                </a:lnTo>
                <a:lnTo>
                  <a:pt x="95" y="437"/>
                </a:lnTo>
                <a:lnTo>
                  <a:pt x="94" y="437"/>
                </a:lnTo>
                <a:lnTo>
                  <a:pt x="92" y="437"/>
                </a:lnTo>
                <a:lnTo>
                  <a:pt x="91" y="437"/>
                </a:lnTo>
                <a:lnTo>
                  <a:pt x="90" y="437"/>
                </a:lnTo>
                <a:lnTo>
                  <a:pt x="89" y="437"/>
                </a:lnTo>
                <a:lnTo>
                  <a:pt x="88" y="437"/>
                </a:lnTo>
                <a:lnTo>
                  <a:pt x="88" y="436"/>
                </a:lnTo>
                <a:lnTo>
                  <a:pt x="88" y="435"/>
                </a:lnTo>
                <a:lnTo>
                  <a:pt x="87" y="434"/>
                </a:lnTo>
                <a:lnTo>
                  <a:pt x="86" y="434"/>
                </a:lnTo>
                <a:lnTo>
                  <a:pt x="84" y="433"/>
                </a:lnTo>
                <a:lnTo>
                  <a:pt x="82" y="433"/>
                </a:lnTo>
                <a:lnTo>
                  <a:pt x="81" y="432"/>
                </a:lnTo>
                <a:lnTo>
                  <a:pt x="80" y="432"/>
                </a:lnTo>
                <a:lnTo>
                  <a:pt x="79" y="432"/>
                </a:lnTo>
                <a:lnTo>
                  <a:pt x="78" y="432"/>
                </a:lnTo>
                <a:lnTo>
                  <a:pt x="77" y="432"/>
                </a:lnTo>
                <a:lnTo>
                  <a:pt x="77" y="431"/>
                </a:lnTo>
                <a:lnTo>
                  <a:pt x="76" y="431"/>
                </a:lnTo>
                <a:lnTo>
                  <a:pt x="75" y="431"/>
                </a:lnTo>
                <a:lnTo>
                  <a:pt x="74" y="431"/>
                </a:lnTo>
                <a:lnTo>
                  <a:pt x="74" y="430"/>
                </a:lnTo>
                <a:lnTo>
                  <a:pt x="73" y="429"/>
                </a:lnTo>
                <a:lnTo>
                  <a:pt x="72" y="429"/>
                </a:lnTo>
                <a:lnTo>
                  <a:pt x="71" y="430"/>
                </a:lnTo>
                <a:lnTo>
                  <a:pt x="70" y="430"/>
                </a:lnTo>
                <a:lnTo>
                  <a:pt x="69" y="431"/>
                </a:lnTo>
                <a:lnTo>
                  <a:pt x="68" y="431"/>
                </a:lnTo>
                <a:lnTo>
                  <a:pt x="67" y="431"/>
                </a:lnTo>
                <a:lnTo>
                  <a:pt x="66" y="430"/>
                </a:lnTo>
                <a:lnTo>
                  <a:pt x="64" y="430"/>
                </a:lnTo>
                <a:lnTo>
                  <a:pt x="63" y="430"/>
                </a:lnTo>
                <a:lnTo>
                  <a:pt x="62" y="430"/>
                </a:lnTo>
                <a:lnTo>
                  <a:pt x="61" y="430"/>
                </a:lnTo>
                <a:lnTo>
                  <a:pt x="60" y="430"/>
                </a:lnTo>
                <a:lnTo>
                  <a:pt x="60" y="429"/>
                </a:lnTo>
                <a:lnTo>
                  <a:pt x="60" y="428"/>
                </a:lnTo>
                <a:lnTo>
                  <a:pt x="60" y="427"/>
                </a:lnTo>
                <a:lnTo>
                  <a:pt x="59" y="427"/>
                </a:lnTo>
                <a:lnTo>
                  <a:pt x="58" y="427"/>
                </a:lnTo>
                <a:lnTo>
                  <a:pt x="57" y="427"/>
                </a:lnTo>
                <a:lnTo>
                  <a:pt x="56" y="427"/>
                </a:lnTo>
                <a:lnTo>
                  <a:pt x="56" y="431"/>
                </a:lnTo>
                <a:lnTo>
                  <a:pt x="55" y="431"/>
                </a:lnTo>
                <a:lnTo>
                  <a:pt x="53" y="430"/>
                </a:lnTo>
                <a:lnTo>
                  <a:pt x="52" y="430"/>
                </a:lnTo>
                <a:lnTo>
                  <a:pt x="52" y="429"/>
                </a:lnTo>
                <a:lnTo>
                  <a:pt x="51" y="429"/>
                </a:lnTo>
                <a:lnTo>
                  <a:pt x="50" y="430"/>
                </a:lnTo>
                <a:lnTo>
                  <a:pt x="49" y="430"/>
                </a:lnTo>
                <a:lnTo>
                  <a:pt x="49" y="431"/>
                </a:lnTo>
                <a:lnTo>
                  <a:pt x="48" y="433"/>
                </a:lnTo>
                <a:lnTo>
                  <a:pt x="47" y="434"/>
                </a:lnTo>
                <a:lnTo>
                  <a:pt x="47" y="435"/>
                </a:lnTo>
                <a:lnTo>
                  <a:pt x="48" y="436"/>
                </a:lnTo>
                <a:lnTo>
                  <a:pt x="48" y="437"/>
                </a:lnTo>
                <a:lnTo>
                  <a:pt x="48" y="438"/>
                </a:lnTo>
                <a:lnTo>
                  <a:pt x="48" y="440"/>
                </a:lnTo>
                <a:lnTo>
                  <a:pt x="48" y="441"/>
                </a:lnTo>
                <a:lnTo>
                  <a:pt x="49" y="442"/>
                </a:lnTo>
                <a:lnTo>
                  <a:pt x="49" y="443"/>
                </a:lnTo>
                <a:lnTo>
                  <a:pt x="49" y="444"/>
                </a:lnTo>
                <a:lnTo>
                  <a:pt x="50" y="444"/>
                </a:lnTo>
                <a:lnTo>
                  <a:pt x="50" y="445"/>
                </a:lnTo>
                <a:lnTo>
                  <a:pt x="49" y="445"/>
                </a:lnTo>
                <a:lnTo>
                  <a:pt x="49" y="446"/>
                </a:lnTo>
                <a:lnTo>
                  <a:pt x="49" y="447"/>
                </a:lnTo>
                <a:lnTo>
                  <a:pt x="49" y="448"/>
                </a:lnTo>
                <a:lnTo>
                  <a:pt x="49" y="449"/>
                </a:lnTo>
                <a:lnTo>
                  <a:pt x="50" y="449"/>
                </a:lnTo>
                <a:lnTo>
                  <a:pt x="51" y="449"/>
                </a:lnTo>
                <a:lnTo>
                  <a:pt x="51" y="450"/>
                </a:lnTo>
                <a:lnTo>
                  <a:pt x="51" y="451"/>
                </a:lnTo>
                <a:lnTo>
                  <a:pt x="51" y="452"/>
                </a:lnTo>
                <a:lnTo>
                  <a:pt x="50" y="452"/>
                </a:lnTo>
                <a:lnTo>
                  <a:pt x="50" y="453"/>
                </a:lnTo>
                <a:lnTo>
                  <a:pt x="49" y="453"/>
                </a:lnTo>
                <a:lnTo>
                  <a:pt x="49" y="454"/>
                </a:lnTo>
                <a:lnTo>
                  <a:pt x="48" y="454"/>
                </a:lnTo>
                <a:lnTo>
                  <a:pt x="48" y="455"/>
                </a:lnTo>
                <a:lnTo>
                  <a:pt x="47" y="455"/>
                </a:lnTo>
                <a:lnTo>
                  <a:pt x="46" y="455"/>
                </a:lnTo>
                <a:lnTo>
                  <a:pt x="45" y="455"/>
                </a:lnTo>
                <a:lnTo>
                  <a:pt x="45" y="454"/>
                </a:lnTo>
                <a:lnTo>
                  <a:pt x="44" y="454"/>
                </a:lnTo>
                <a:lnTo>
                  <a:pt x="43" y="454"/>
                </a:lnTo>
                <a:lnTo>
                  <a:pt x="43" y="453"/>
                </a:lnTo>
                <a:lnTo>
                  <a:pt x="43" y="452"/>
                </a:lnTo>
                <a:lnTo>
                  <a:pt x="42" y="452"/>
                </a:lnTo>
                <a:lnTo>
                  <a:pt x="42" y="451"/>
                </a:lnTo>
                <a:lnTo>
                  <a:pt x="41" y="450"/>
                </a:lnTo>
                <a:lnTo>
                  <a:pt x="39" y="449"/>
                </a:lnTo>
                <a:lnTo>
                  <a:pt x="38" y="448"/>
                </a:lnTo>
                <a:lnTo>
                  <a:pt x="37" y="446"/>
                </a:lnTo>
                <a:lnTo>
                  <a:pt x="36" y="445"/>
                </a:lnTo>
                <a:lnTo>
                  <a:pt x="35" y="445"/>
                </a:lnTo>
                <a:lnTo>
                  <a:pt x="34" y="445"/>
                </a:lnTo>
                <a:lnTo>
                  <a:pt x="33" y="445"/>
                </a:lnTo>
                <a:lnTo>
                  <a:pt x="32" y="444"/>
                </a:lnTo>
                <a:lnTo>
                  <a:pt x="30" y="444"/>
                </a:lnTo>
                <a:lnTo>
                  <a:pt x="30" y="443"/>
                </a:lnTo>
                <a:lnTo>
                  <a:pt x="29" y="444"/>
                </a:lnTo>
                <a:lnTo>
                  <a:pt x="29" y="443"/>
                </a:lnTo>
                <a:lnTo>
                  <a:pt x="30" y="443"/>
                </a:lnTo>
                <a:lnTo>
                  <a:pt x="30" y="442"/>
                </a:lnTo>
                <a:lnTo>
                  <a:pt x="30" y="441"/>
                </a:lnTo>
                <a:lnTo>
                  <a:pt x="31" y="440"/>
                </a:lnTo>
                <a:lnTo>
                  <a:pt x="32" y="440"/>
                </a:lnTo>
                <a:lnTo>
                  <a:pt x="32" y="439"/>
                </a:lnTo>
                <a:lnTo>
                  <a:pt x="33" y="439"/>
                </a:lnTo>
                <a:lnTo>
                  <a:pt x="33" y="438"/>
                </a:lnTo>
                <a:lnTo>
                  <a:pt x="32" y="438"/>
                </a:lnTo>
                <a:lnTo>
                  <a:pt x="32" y="437"/>
                </a:lnTo>
                <a:lnTo>
                  <a:pt x="32" y="436"/>
                </a:lnTo>
                <a:lnTo>
                  <a:pt x="31" y="435"/>
                </a:lnTo>
                <a:lnTo>
                  <a:pt x="30" y="434"/>
                </a:lnTo>
                <a:lnTo>
                  <a:pt x="28" y="434"/>
                </a:lnTo>
                <a:lnTo>
                  <a:pt x="27" y="434"/>
                </a:lnTo>
                <a:lnTo>
                  <a:pt x="26" y="434"/>
                </a:lnTo>
                <a:lnTo>
                  <a:pt x="25" y="434"/>
                </a:lnTo>
                <a:lnTo>
                  <a:pt x="25" y="435"/>
                </a:lnTo>
                <a:lnTo>
                  <a:pt x="24" y="435"/>
                </a:lnTo>
                <a:lnTo>
                  <a:pt x="23" y="434"/>
                </a:lnTo>
                <a:lnTo>
                  <a:pt x="23" y="433"/>
                </a:lnTo>
                <a:lnTo>
                  <a:pt x="23" y="432"/>
                </a:lnTo>
                <a:lnTo>
                  <a:pt x="22" y="431"/>
                </a:lnTo>
                <a:lnTo>
                  <a:pt x="22" y="430"/>
                </a:lnTo>
                <a:lnTo>
                  <a:pt x="22" y="429"/>
                </a:lnTo>
                <a:lnTo>
                  <a:pt x="23" y="429"/>
                </a:lnTo>
                <a:lnTo>
                  <a:pt x="22" y="428"/>
                </a:lnTo>
                <a:lnTo>
                  <a:pt x="22" y="427"/>
                </a:lnTo>
                <a:lnTo>
                  <a:pt x="22" y="426"/>
                </a:lnTo>
                <a:lnTo>
                  <a:pt x="21" y="426"/>
                </a:lnTo>
                <a:lnTo>
                  <a:pt x="21" y="425"/>
                </a:lnTo>
                <a:lnTo>
                  <a:pt x="22" y="425"/>
                </a:lnTo>
                <a:lnTo>
                  <a:pt x="22" y="424"/>
                </a:lnTo>
                <a:lnTo>
                  <a:pt x="21" y="424"/>
                </a:lnTo>
                <a:lnTo>
                  <a:pt x="21" y="423"/>
                </a:lnTo>
                <a:lnTo>
                  <a:pt x="20" y="423"/>
                </a:lnTo>
                <a:lnTo>
                  <a:pt x="19" y="422"/>
                </a:lnTo>
                <a:lnTo>
                  <a:pt x="18" y="420"/>
                </a:lnTo>
                <a:lnTo>
                  <a:pt x="18" y="419"/>
                </a:lnTo>
                <a:lnTo>
                  <a:pt x="18" y="418"/>
                </a:lnTo>
                <a:lnTo>
                  <a:pt x="17" y="418"/>
                </a:lnTo>
                <a:lnTo>
                  <a:pt x="17" y="417"/>
                </a:lnTo>
                <a:lnTo>
                  <a:pt x="17" y="416"/>
                </a:lnTo>
                <a:lnTo>
                  <a:pt x="18" y="416"/>
                </a:lnTo>
                <a:lnTo>
                  <a:pt x="18" y="415"/>
                </a:lnTo>
                <a:lnTo>
                  <a:pt x="18" y="414"/>
                </a:lnTo>
                <a:lnTo>
                  <a:pt x="17" y="413"/>
                </a:lnTo>
                <a:lnTo>
                  <a:pt x="16" y="412"/>
                </a:lnTo>
                <a:lnTo>
                  <a:pt x="15" y="411"/>
                </a:lnTo>
                <a:lnTo>
                  <a:pt x="15" y="412"/>
                </a:lnTo>
                <a:lnTo>
                  <a:pt x="14" y="412"/>
                </a:lnTo>
                <a:lnTo>
                  <a:pt x="13" y="411"/>
                </a:lnTo>
                <a:lnTo>
                  <a:pt x="12" y="408"/>
                </a:lnTo>
                <a:lnTo>
                  <a:pt x="12" y="407"/>
                </a:lnTo>
                <a:lnTo>
                  <a:pt x="12" y="406"/>
                </a:lnTo>
                <a:lnTo>
                  <a:pt x="12" y="405"/>
                </a:lnTo>
                <a:lnTo>
                  <a:pt x="11" y="404"/>
                </a:lnTo>
                <a:lnTo>
                  <a:pt x="11" y="403"/>
                </a:lnTo>
                <a:lnTo>
                  <a:pt x="10" y="401"/>
                </a:lnTo>
                <a:lnTo>
                  <a:pt x="10" y="400"/>
                </a:lnTo>
                <a:lnTo>
                  <a:pt x="10" y="399"/>
                </a:lnTo>
                <a:lnTo>
                  <a:pt x="10" y="398"/>
                </a:lnTo>
                <a:lnTo>
                  <a:pt x="10" y="396"/>
                </a:lnTo>
                <a:lnTo>
                  <a:pt x="10" y="394"/>
                </a:lnTo>
                <a:lnTo>
                  <a:pt x="10" y="392"/>
                </a:lnTo>
                <a:lnTo>
                  <a:pt x="9" y="391"/>
                </a:lnTo>
                <a:lnTo>
                  <a:pt x="7" y="390"/>
                </a:lnTo>
                <a:lnTo>
                  <a:pt x="6" y="388"/>
                </a:lnTo>
                <a:lnTo>
                  <a:pt x="6" y="389"/>
                </a:lnTo>
                <a:lnTo>
                  <a:pt x="5" y="389"/>
                </a:lnTo>
                <a:lnTo>
                  <a:pt x="5" y="388"/>
                </a:lnTo>
                <a:lnTo>
                  <a:pt x="5" y="389"/>
                </a:lnTo>
                <a:lnTo>
                  <a:pt x="4" y="390"/>
                </a:lnTo>
                <a:lnTo>
                  <a:pt x="3" y="391"/>
                </a:lnTo>
                <a:lnTo>
                  <a:pt x="3" y="390"/>
                </a:lnTo>
                <a:lnTo>
                  <a:pt x="2" y="390"/>
                </a:lnTo>
                <a:lnTo>
                  <a:pt x="2" y="391"/>
                </a:lnTo>
                <a:lnTo>
                  <a:pt x="1" y="390"/>
                </a:lnTo>
                <a:lnTo>
                  <a:pt x="1" y="391"/>
                </a:lnTo>
                <a:lnTo>
                  <a:pt x="0" y="390"/>
                </a:lnTo>
                <a:lnTo>
                  <a:pt x="0" y="389"/>
                </a:lnTo>
                <a:lnTo>
                  <a:pt x="1" y="389"/>
                </a:lnTo>
                <a:lnTo>
                  <a:pt x="2" y="389"/>
                </a:lnTo>
                <a:lnTo>
                  <a:pt x="3" y="389"/>
                </a:lnTo>
                <a:lnTo>
                  <a:pt x="4" y="389"/>
                </a:lnTo>
                <a:lnTo>
                  <a:pt x="4" y="388"/>
                </a:lnTo>
                <a:lnTo>
                  <a:pt x="5" y="387"/>
                </a:lnTo>
                <a:lnTo>
                  <a:pt x="7" y="387"/>
                </a:lnTo>
                <a:lnTo>
                  <a:pt x="8" y="387"/>
                </a:lnTo>
                <a:lnTo>
                  <a:pt x="8" y="386"/>
                </a:lnTo>
                <a:lnTo>
                  <a:pt x="9" y="383"/>
                </a:lnTo>
                <a:lnTo>
                  <a:pt x="10" y="381"/>
                </a:lnTo>
                <a:lnTo>
                  <a:pt x="10" y="380"/>
                </a:lnTo>
                <a:lnTo>
                  <a:pt x="11" y="378"/>
                </a:lnTo>
                <a:lnTo>
                  <a:pt x="12" y="377"/>
                </a:lnTo>
                <a:lnTo>
                  <a:pt x="12" y="375"/>
                </a:lnTo>
                <a:lnTo>
                  <a:pt x="13" y="373"/>
                </a:lnTo>
                <a:lnTo>
                  <a:pt x="13" y="372"/>
                </a:lnTo>
                <a:lnTo>
                  <a:pt x="15" y="371"/>
                </a:lnTo>
                <a:lnTo>
                  <a:pt x="16" y="371"/>
                </a:lnTo>
                <a:lnTo>
                  <a:pt x="18" y="372"/>
                </a:lnTo>
                <a:lnTo>
                  <a:pt x="20" y="372"/>
                </a:lnTo>
                <a:lnTo>
                  <a:pt x="21" y="372"/>
                </a:lnTo>
                <a:lnTo>
                  <a:pt x="22" y="373"/>
                </a:lnTo>
                <a:lnTo>
                  <a:pt x="22" y="374"/>
                </a:lnTo>
                <a:lnTo>
                  <a:pt x="23" y="375"/>
                </a:lnTo>
                <a:lnTo>
                  <a:pt x="25" y="375"/>
                </a:lnTo>
                <a:lnTo>
                  <a:pt x="26" y="375"/>
                </a:lnTo>
                <a:lnTo>
                  <a:pt x="27" y="376"/>
                </a:lnTo>
                <a:lnTo>
                  <a:pt x="28" y="377"/>
                </a:lnTo>
                <a:lnTo>
                  <a:pt x="28" y="379"/>
                </a:lnTo>
                <a:lnTo>
                  <a:pt x="31" y="382"/>
                </a:lnTo>
                <a:lnTo>
                  <a:pt x="33" y="385"/>
                </a:lnTo>
                <a:lnTo>
                  <a:pt x="33" y="386"/>
                </a:lnTo>
                <a:lnTo>
                  <a:pt x="34" y="386"/>
                </a:lnTo>
                <a:lnTo>
                  <a:pt x="35" y="386"/>
                </a:lnTo>
                <a:lnTo>
                  <a:pt x="37" y="386"/>
                </a:lnTo>
                <a:lnTo>
                  <a:pt x="38" y="386"/>
                </a:lnTo>
                <a:lnTo>
                  <a:pt x="40" y="387"/>
                </a:lnTo>
                <a:lnTo>
                  <a:pt x="42" y="387"/>
                </a:lnTo>
                <a:lnTo>
                  <a:pt x="43" y="387"/>
                </a:lnTo>
                <a:lnTo>
                  <a:pt x="45" y="387"/>
                </a:lnTo>
                <a:lnTo>
                  <a:pt x="46" y="388"/>
                </a:lnTo>
                <a:lnTo>
                  <a:pt x="47" y="388"/>
                </a:lnTo>
                <a:lnTo>
                  <a:pt x="47" y="389"/>
                </a:lnTo>
                <a:lnTo>
                  <a:pt x="47" y="390"/>
                </a:lnTo>
                <a:lnTo>
                  <a:pt x="46" y="390"/>
                </a:lnTo>
                <a:lnTo>
                  <a:pt x="46" y="391"/>
                </a:lnTo>
                <a:lnTo>
                  <a:pt x="47" y="392"/>
                </a:lnTo>
                <a:lnTo>
                  <a:pt x="48" y="393"/>
                </a:lnTo>
                <a:lnTo>
                  <a:pt x="49" y="393"/>
                </a:lnTo>
                <a:lnTo>
                  <a:pt x="50" y="394"/>
                </a:lnTo>
                <a:lnTo>
                  <a:pt x="51" y="394"/>
                </a:lnTo>
                <a:lnTo>
                  <a:pt x="53" y="394"/>
                </a:lnTo>
                <a:lnTo>
                  <a:pt x="54" y="394"/>
                </a:lnTo>
                <a:lnTo>
                  <a:pt x="55" y="393"/>
                </a:lnTo>
                <a:lnTo>
                  <a:pt x="55" y="392"/>
                </a:lnTo>
                <a:lnTo>
                  <a:pt x="56" y="391"/>
                </a:lnTo>
                <a:lnTo>
                  <a:pt x="56" y="390"/>
                </a:lnTo>
                <a:lnTo>
                  <a:pt x="56" y="389"/>
                </a:lnTo>
                <a:lnTo>
                  <a:pt x="56" y="388"/>
                </a:lnTo>
                <a:lnTo>
                  <a:pt x="57" y="387"/>
                </a:lnTo>
                <a:lnTo>
                  <a:pt x="58" y="386"/>
                </a:lnTo>
                <a:lnTo>
                  <a:pt x="59" y="386"/>
                </a:lnTo>
                <a:lnTo>
                  <a:pt x="61" y="385"/>
                </a:lnTo>
                <a:lnTo>
                  <a:pt x="62" y="385"/>
                </a:lnTo>
                <a:lnTo>
                  <a:pt x="63" y="385"/>
                </a:lnTo>
                <a:lnTo>
                  <a:pt x="64" y="385"/>
                </a:lnTo>
                <a:lnTo>
                  <a:pt x="65" y="385"/>
                </a:lnTo>
                <a:lnTo>
                  <a:pt x="66" y="385"/>
                </a:lnTo>
                <a:lnTo>
                  <a:pt x="66" y="384"/>
                </a:lnTo>
                <a:lnTo>
                  <a:pt x="67" y="384"/>
                </a:lnTo>
                <a:lnTo>
                  <a:pt x="67" y="383"/>
                </a:lnTo>
                <a:lnTo>
                  <a:pt x="68" y="383"/>
                </a:lnTo>
                <a:lnTo>
                  <a:pt x="68" y="384"/>
                </a:lnTo>
                <a:lnTo>
                  <a:pt x="69" y="384"/>
                </a:lnTo>
                <a:lnTo>
                  <a:pt x="70" y="384"/>
                </a:lnTo>
                <a:lnTo>
                  <a:pt x="70" y="383"/>
                </a:lnTo>
                <a:lnTo>
                  <a:pt x="71" y="383"/>
                </a:lnTo>
                <a:lnTo>
                  <a:pt x="72" y="383"/>
                </a:lnTo>
                <a:lnTo>
                  <a:pt x="73" y="383"/>
                </a:lnTo>
                <a:lnTo>
                  <a:pt x="73" y="382"/>
                </a:lnTo>
                <a:lnTo>
                  <a:pt x="74" y="382"/>
                </a:lnTo>
                <a:lnTo>
                  <a:pt x="74" y="380"/>
                </a:lnTo>
                <a:lnTo>
                  <a:pt x="75" y="380"/>
                </a:lnTo>
                <a:lnTo>
                  <a:pt x="75" y="379"/>
                </a:lnTo>
                <a:lnTo>
                  <a:pt x="76" y="378"/>
                </a:lnTo>
                <a:lnTo>
                  <a:pt x="76" y="377"/>
                </a:lnTo>
                <a:lnTo>
                  <a:pt x="77" y="377"/>
                </a:lnTo>
                <a:lnTo>
                  <a:pt x="77" y="375"/>
                </a:lnTo>
                <a:lnTo>
                  <a:pt x="77" y="374"/>
                </a:lnTo>
                <a:lnTo>
                  <a:pt x="77" y="373"/>
                </a:lnTo>
                <a:lnTo>
                  <a:pt x="77" y="372"/>
                </a:lnTo>
                <a:lnTo>
                  <a:pt x="78" y="371"/>
                </a:lnTo>
                <a:lnTo>
                  <a:pt x="79" y="370"/>
                </a:lnTo>
                <a:lnTo>
                  <a:pt x="80" y="369"/>
                </a:lnTo>
                <a:lnTo>
                  <a:pt x="81" y="368"/>
                </a:lnTo>
                <a:lnTo>
                  <a:pt x="82" y="368"/>
                </a:lnTo>
                <a:lnTo>
                  <a:pt x="83" y="367"/>
                </a:lnTo>
                <a:lnTo>
                  <a:pt x="84" y="367"/>
                </a:lnTo>
                <a:lnTo>
                  <a:pt x="84" y="366"/>
                </a:lnTo>
                <a:lnTo>
                  <a:pt x="85" y="366"/>
                </a:lnTo>
                <a:lnTo>
                  <a:pt x="86" y="366"/>
                </a:lnTo>
                <a:lnTo>
                  <a:pt x="88" y="366"/>
                </a:lnTo>
                <a:lnTo>
                  <a:pt x="89" y="366"/>
                </a:lnTo>
                <a:lnTo>
                  <a:pt x="90" y="365"/>
                </a:lnTo>
                <a:lnTo>
                  <a:pt x="91" y="365"/>
                </a:lnTo>
                <a:lnTo>
                  <a:pt x="92" y="365"/>
                </a:lnTo>
                <a:lnTo>
                  <a:pt x="92" y="364"/>
                </a:lnTo>
                <a:lnTo>
                  <a:pt x="92" y="365"/>
                </a:lnTo>
                <a:lnTo>
                  <a:pt x="94" y="365"/>
                </a:lnTo>
                <a:lnTo>
                  <a:pt x="94" y="364"/>
                </a:lnTo>
                <a:lnTo>
                  <a:pt x="95" y="364"/>
                </a:lnTo>
                <a:lnTo>
                  <a:pt x="97" y="364"/>
                </a:lnTo>
                <a:lnTo>
                  <a:pt x="99" y="364"/>
                </a:lnTo>
                <a:lnTo>
                  <a:pt x="101" y="362"/>
                </a:lnTo>
                <a:lnTo>
                  <a:pt x="102" y="362"/>
                </a:lnTo>
                <a:lnTo>
                  <a:pt x="103" y="362"/>
                </a:lnTo>
                <a:lnTo>
                  <a:pt x="103" y="361"/>
                </a:lnTo>
                <a:lnTo>
                  <a:pt x="104" y="361"/>
                </a:lnTo>
                <a:lnTo>
                  <a:pt x="104" y="360"/>
                </a:lnTo>
                <a:lnTo>
                  <a:pt x="105" y="360"/>
                </a:lnTo>
                <a:lnTo>
                  <a:pt x="106" y="360"/>
                </a:lnTo>
                <a:lnTo>
                  <a:pt x="108" y="360"/>
                </a:lnTo>
                <a:lnTo>
                  <a:pt x="109" y="360"/>
                </a:lnTo>
                <a:lnTo>
                  <a:pt x="109" y="359"/>
                </a:lnTo>
                <a:lnTo>
                  <a:pt x="108" y="359"/>
                </a:lnTo>
                <a:lnTo>
                  <a:pt x="108" y="358"/>
                </a:lnTo>
                <a:lnTo>
                  <a:pt x="108" y="357"/>
                </a:lnTo>
                <a:lnTo>
                  <a:pt x="108" y="356"/>
                </a:lnTo>
                <a:lnTo>
                  <a:pt x="108" y="355"/>
                </a:lnTo>
                <a:lnTo>
                  <a:pt x="107" y="355"/>
                </a:lnTo>
                <a:lnTo>
                  <a:pt x="107" y="354"/>
                </a:lnTo>
                <a:lnTo>
                  <a:pt x="107" y="353"/>
                </a:lnTo>
                <a:lnTo>
                  <a:pt x="108" y="353"/>
                </a:lnTo>
                <a:lnTo>
                  <a:pt x="108" y="352"/>
                </a:lnTo>
                <a:lnTo>
                  <a:pt x="109" y="352"/>
                </a:lnTo>
                <a:lnTo>
                  <a:pt x="109" y="351"/>
                </a:lnTo>
                <a:lnTo>
                  <a:pt x="109" y="350"/>
                </a:lnTo>
                <a:lnTo>
                  <a:pt x="109" y="349"/>
                </a:lnTo>
                <a:lnTo>
                  <a:pt x="109" y="348"/>
                </a:lnTo>
                <a:lnTo>
                  <a:pt x="110" y="348"/>
                </a:lnTo>
                <a:lnTo>
                  <a:pt x="110" y="347"/>
                </a:lnTo>
                <a:lnTo>
                  <a:pt x="110" y="346"/>
                </a:lnTo>
                <a:lnTo>
                  <a:pt x="110" y="345"/>
                </a:lnTo>
                <a:lnTo>
                  <a:pt x="109" y="345"/>
                </a:lnTo>
                <a:lnTo>
                  <a:pt x="109" y="344"/>
                </a:lnTo>
                <a:lnTo>
                  <a:pt x="109" y="343"/>
                </a:lnTo>
                <a:lnTo>
                  <a:pt x="110" y="342"/>
                </a:lnTo>
                <a:lnTo>
                  <a:pt x="111" y="342"/>
                </a:lnTo>
                <a:lnTo>
                  <a:pt x="113" y="341"/>
                </a:lnTo>
                <a:lnTo>
                  <a:pt x="113" y="340"/>
                </a:lnTo>
                <a:lnTo>
                  <a:pt x="114" y="340"/>
                </a:lnTo>
                <a:lnTo>
                  <a:pt x="115" y="338"/>
                </a:lnTo>
                <a:lnTo>
                  <a:pt x="115" y="337"/>
                </a:lnTo>
                <a:lnTo>
                  <a:pt x="116" y="337"/>
                </a:lnTo>
                <a:lnTo>
                  <a:pt x="116" y="336"/>
                </a:lnTo>
                <a:lnTo>
                  <a:pt x="115" y="336"/>
                </a:lnTo>
                <a:lnTo>
                  <a:pt x="115" y="335"/>
                </a:lnTo>
                <a:lnTo>
                  <a:pt x="116" y="335"/>
                </a:lnTo>
                <a:lnTo>
                  <a:pt x="116" y="334"/>
                </a:lnTo>
                <a:lnTo>
                  <a:pt x="117" y="334"/>
                </a:lnTo>
                <a:lnTo>
                  <a:pt x="118" y="333"/>
                </a:lnTo>
                <a:lnTo>
                  <a:pt x="118" y="332"/>
                </a:lnTo>
                <a:lnTo>
                  <a:pt x="119" y="331"/>
                </a:lnTo>
                <a:lnTo>
                  <a:pt x="120" y="331"/>
                </a:lnTo>
                <a:lnTo>
                  <a:pt x="120" y="330"/>
                </a:lnTo>
                <a:lnTo>
                  <a:pt x="121" y="330"/>
                </a:lnTo>
                <a:lnTo>
                  <a:pt x="122" y="329"/>
                </a:lnTo>
                <a:lnTo>
                  <a:pt x="123" y="328"/>
                </a:lnTo>
                <a:lnTo>
                  <a:pt x="124" y="328"/>
                </a:lnTo>
                <a:lnTo>
                  <a:pt x="125" y="328"/>
                </a:lnTo>
                <a:lnTo>
                  <a:pt x="125" y="327"/>
                </a:lnTo>
                <a:lnTo>
                  <a:pt x="126" y="327"/>
                </a:lnTo>
                <a:lnTo>
                  <a:pt x="126" y="326"/>
                </a:lnTo>
                <a:lnTo>
                  <a:pt x="126" y="325"/>
                </a:lnTo>
                <a:lnTo>
                  <a:pt x="127" y="325"/>
                </a:lnTo>
                <a:lnTo>
                  <a:pt x="127" y="324"/>
                </a:lnTo>
                <a:lnTo>
                  <a:pt x="128" y="324"/>
                </a:lnTo>
                <a:lnTo>
                  <a:pt x="129" y="324"/>
                </a:lnTo>
                <a:lnTo>
                  <a:pt x="130" y="324"/>
                </a:lnTo>
                <a:lnTo>
                  <a:pt x="130" y="325"/>
                </a:lnTo>
                <a:lnTo>
                  <a:pt x="131" y="325"/>
                </a:lnTo>
                <a:lnTo>
                  <a:pt x="132" y="325"/>
                </a:lnTo>
                <a:lnTo>
                  <a:pt x="132" y="324"/>
                </a:lnTo>
                <a:lnTo>
                  <a:pt x="133" y="323"/>
                </a:lnTo>
                <a:lnTo>
                  <a:pt x="134" y="322"/>
                </a:lnTo>
                <a:lnTo>
                  <a:pt x="134" y="321"/>
                </a:lnTo>
                <a:lnTo>
                  <a:pt x="135" y="319"/>
                </a:lnTo>
                <a:lnTo>
                  <a:pt x="136" y="319"/>
                </a:lnTo>
                <a:lnTo>
                  <a:pt x="137" y="319"/>
                </a:lnTo>
                <a:lnTo>
                  <a:pt x="137" y="318"/>
                </a:lnTo>
                <a:lnTo>
                  <a:pt x="138" y="318"/>
                </a:lnTo>
                <a:lnTo>
                  <a:pt x="139" y="318"/>
                </a:lnTo>
                <a:lnTo>
                  <a:pt x="141" y="318"/>
                </a:lnTo>
                <a:lnTo>
                  <a:pt x="142" y="318"/>
                </a:lnTo>
                <a:lnTo>
                  <a:pt x="142" y="319"/>
                </a:lnTo>
                <a:lnTo>
                  <a:pt x="142" y="320"/>
                </a:lnTo>
                <a:lnTo>
                  <a:pt x="143" y="320"/>
                </a:lnTo>
                <a:lnTo>
                  <a:pt x="143" y="321"/>
                </a:lnTo>
                <a:lnTo>
                  <a:pt x="145" y="321"/>
                </a:lnTo>
                <a:lnTo>
                  <a:pt x="145" y="320"/>
                </a:lnTo>
                <a:lnTo>
                  <a:pt x="145" y="321"/>
                </a:lnTo>
                <a:lnTo>
                  <a:pt x="146" y="321"/>
                </a:lnTo>
                <a:lnTo>
                  <a:pt x="146" y="322"/>
                </a:lnTo>
                <a:lnTo>
                  <a:pt x="146" y="323"/>
                </a:lnTo>
                <a:lnTo>
                  <a:pt x="146" y="324"/>
                </a:lnTo>
                <a:lnTo>
                  <a:pt x="147" y="324"/>
                </a:lnTo>
                <a:lnTo>
                  <a:pt x="148" y="324"/>
                </a:lnTo>
                <a:lnTo>
                  <a:pt x="149" y="323"/>
                </a:lnTo>
                <a:lnTo>
                  <a:pt x="150" y="324"/>
                </a:lnTo>
                <a:lnTo>
                  <a:pt x="151" y="324"/>
                </a:lnTo>
                <a:lnTo>
                  <a:pt x="151" y="325"/>
                </a:lnTo>
                <a:lnTo>
                  <a:pt x="151" y="326"/>
                </a:lnTo>
                <a:lnTo>
                  <a:pt x="150" y="326"/>
                </a:lnTo>
                <a:lnTo>
                  <a:pt x="150" y="327"/>
                </a:lnTo>
                <a:lnTo>
                  <a:pt x="150" y="328"/>
                </a:lnTo>
                <a:lnTo>
                  <a:pt x="150" y="329"/>
                </a:lnTo>
                <a:lnTo>
                  <a:pt x="151" y="330"/>
                </a:lnTo>
                <a:lnTo>
                  <a:pt x="151" y="331"/>
                </a:lnTo>
                <a:lnTo>
                  <a:pt x="152" y="331"/>
                </a:lnTo>
                <a:lnTo>
                  <a:pt x="154" y="331"/>
                </a:lnTo>
                <a:lnTo>
                  <a:pt x="155" y="331"/>
                </a:lnTo>
                <a:lnTo>
                  <a:pt x="156" y="331"/>
                </a:lnTo>
                <a:lnTo>
                  <a:pt x="157" y="332"/>
                </a:lnTo>
                <a:lnTo>
                  <a:pt x="158" y="332"/>
                </a:lnTo>
                <a:lnTo>
                  <a:pt x="159" y="332"/>
                </a:lnTo>
                <a:lnTo>
                  <a:pt x="163" y="332"/>
                </a:lnTo>
                <a:lnTo>
                  <a:pt x="164" y="332"/>
                </a:lnTo>
                <a:lnTo>
                  <a:pt x="164" y="331"/>
                </a:lnTo>
                <a:lnTo>
                  <a:pt x="165" y="331"/>
                </a:lnTo>
                <a:lnTo>
                  <a:pt x="165" y="330"/>
                </a:lnTo>
                <a:lnTo>
                  <a:pt x="167" y="329"/>
                </a:lnTo>
                <a:lnTo>
                  <a:pt x="168" y="329"/>
                </a:lnTo>
                <a:lnTo>
                  <a:pt x="169" y="329"/>
                </a:lnTo>
                <a:lnTo>
                  <a:pt x="170" y="328"/>
                </a:lnTo>
                <a:lnTo>
                  <a:pt x="171" y="328"/>
                </a:lnTo>
                <a:lnTo>
                  <a:pt x="173" y="328"/>
                </a:lnTo>
                <a:lnTo>
                  <a:pt x="175" y="328"/>
                </a:lnTo>
                <a:lnTo>
                  <a:pt x="175" y="329"/>
                </a:lnTo>
                <a:lnTo>
                  <a:pt x="177" y="329"/>
                </a:lnTo>
                <a:lnTo>
                  <a:pt x="178" y="330"/>
                </a:lnTo>
                <a:lnTo>
                  <a:pt x="179" y="330"/>
                </a:lnTo>
                <a:lnTo>
                  <a:pt x="180" y="330"/>
                </a:lnTo>
                <a:lnTo>
                  <a:pt x="181" y="330"/>
                </a:lnTo>
                <a:lnTo>
                  <a:pt x="182" y="331"/>
                </a:lnTo>
                <a:lnTo>
                  <a:pt x="184" y="332"/>
                </a:lnTo>
                <a:lnTo>
                  <a:pt x="185" y="332"/>
                </a:lnTo>
                <a:lnTo>
                  <a:pt x="185" y="333"/>
                </a:lnTo>
                <a:lnTo>
                  <a:pt x="185" y="334"/>
                </a:lnTo>
                <a:lnTo>
                  <a:pt x="185" y="335"/>
                </a:lnTo>
                <a:lnTo>
                  <a:pt x="186" y="335"/>
                </a:lnTo>
                <a:lnTo>
                  <a:pt x="186" y="336"/>
                </a:lnTo>
                <a:lnTo>
                  <a:pt x="186" y="337"/>
                </a:lnTo>
                <a:lnTo>
                  <a:pt x="186" y="338"/>
                </a:lnTo>
                <a:lnTo>
                  <a:pt x="186" y="339"/>
                </a:lnTo>
                <a:lnTo>
                  <a:pt x="187" y="339"/>
                </a:lnTo>
                <a:lnTo>
                  <a:pt x="187" y="341"/>
                </a:lnTo>
                <a:lnTo>
                  <a:pt x="187" y="342"/>
                </a:lnTo>
                <a:lnTo>
                  <a:pt x="187" y="343"/>
                </a:lnTo>
                <a:lnTo>
                  <a:pt x="188" y="343"/>
                </a:lnTo>
                <a:lnTo>
                  <a:pt x="188" y="344"/>
                </a:lnTo>
                <a:lnTo>
                  <a:pt x="189" y="344"/>
                </a:lnTo>
                <a:lnTo>
                  <a:pt x="188" y="345"/>
                </a:lnTo>
                <a:lnTo>
                  <a:pt x="189" y="345"/>
                </a:lnTo>
                <a:lnTo>
                  <a:pt x="189" y="346"/>
                </a:lnTo>
                <a:lnTo>
                  <a:pt x="190" y="346"/>
                </a:lnTo>
                <a:lnTo>
                  <a:pt x="190" y="347"/>
                </a:lnTo>
                <a:lnTo>
                  <a:pt x="191" y="347"/>
                </a:lnTo>
                <a:lnTo>
                  <a:pt x="192" y="347"/>
                </a:lnTo>
                <a:lnTo>
                  <a:pt x="192" y="348"/>
                </a:lnTo>
                <a:lnTo>
                  <a:pt x="193" y="348"/>
                </a:lnTo>
                <a:lnTo>
                  <a:pt x="193" y="349"/>
                </a:lnTo>
                <a:lnTo>
                  <a:pt x="193" y="350"/>
                </a:lnTo>
                <a:lnTo>
                  <a:pt x="194" y="350"/>
                </a:lnTo>
                <a:lnTo>
                  <a:pt x="194" y="354"/>
                </a:lnTo>
                <a:lnTo>
                  <a:pt x="194" y="355"/>
                </a:lnTo>
                <a:lnTo>
                  <a:pt x="195" y="355"/>
                </a:lnTo>
                <a:lnTo>
                  <a:pt x="195" y="356"/>
                </a:lnTo>
                <a:lnTo>
                  <a:pt x="196" y="356"/>
                </a:lnTo>
                <a:lnTo>
                  <a:pt x="197" y="356"/>
                </a:lnTo>
                <a:lnTo>
                  <a:pt x="198" y="356"/>
                </a:lnTo>
                <a:lnTo>
                  <a:pt x="199" y="356"/>
                </a:lnTo>
                <a:lnTo>
                  <a:pt x="199" y="357"/>
                </a:lnTo>
                <a:lnTo>
                  <a:pt x="200" y="357"/>
                </a:lnTo>
                <a:lnTo>
                  <a:pt x="201" y="357"/>
                </a:lnTo>
                <a:lnTo>
                  <a:pt x="202" y="357"/>
                </a:lnTo>
                <a:lnTo>
                  <a:pt x="203" y="357"/>
                </a:lnTo>
                <a:lnTo>
                  <a:pt x="204" y="357"/>
                </a:lnTo>
                <a:lnTo>
                  <a:pt x="205" y="357"/>
                </a:lnTo>
                <a:lnTo>
                  <a:pt x="205" y="358"/>
                </a:lnTo>
                <a:lnTo>
                  <a:pt x="205" y="357"/>
                </a:lnTo>
                <a:lnTo>
                  <a:pt x="205" y="358"/>
                </a:lnTo>
                <a:lnTo>
                  <a:pt x="208" y="358"/>
                </a:lnTo>
                <a:lnTo>
                  <a:pt x="209" y="358"/>
                </a:lnTo>
                <a:lnTo>
                  <a:pt x="209" y="357"/>
                </a:lnTo>
                <a:lnTo>
                  <a:pt x="210" y="357"/>
                </a:lnTo>
                <a:lnTo>
                  <a:pt x="210" y="356"/>
                </a:lnTo>
                <a:lnTo>
                  <a:pt x="211" y="356"/>
                </a:lnTo>
                <a:lnTo>
                  <a:pt x="212" y="356"/>
                </a:lnTo>
                <a:lnTo>
                  <a:pt x="212" y="355"/>
                </a:lnTo>
                <a:lnTo>
                  <a:pt x="213" y="355"/>
                </a:lnTo>
                <a:lnTo>
                  <a:pt x="213" y="356"/>
                </a:lnTo>
                <a:lnTo>
                  <a:pt x="214" y="356"/>
                </a:lnTo>
                <a:lnTo>
                  <a:pt x="215" y="356"/>
                </a:lnTo>
                <a:lnTo>
                  <a:pt x="215" y="357"/>
                </a:lnTo>
                <a:lnTo>
                  <a:pt x="216" y="357"/>
                </a:lnTo>
                <a:lnTo>
                  <a:pt x="216" y="358"/>
                </a:lnTo>
                <a:lnTo>
                  <a:pt x="216" y="359"/>
                </a:lnTo>
                <a:lnTo>
                  <a:pt x="216" y="360"/>
                </a:lnTo>
                <a:lnTo>
                  <a:pt x="217" y="360"/>
                </a:lnTo>
                <a:lnTo>
                  <a:pt x="217" y="361"/>
                </a:lnTo>
                <a:lnTo>
                  <a:pt x="218" y="361"/>
                </a:lnTo>
                <a:lnTo>
                  <a:pt x="218" y="362"/>
                </a:lnTo>
                <a:lnTo>
                  <a:pt x="219" y="362"/>
                </a:lnTo>
                <a:lnTo>
                  <a:pt x="220" y="362"/>
                </a:lnTo>
                <a:lnTo>
                  <a:pt x="221" y="362"/>
                </a:lnTo>
                <a:lnTo>
                  <a:pt x="222" y="362"/>
                </a:lnTo>
                <a:lnTo>
                  <a:pt x="223" y="362"/>
                </a:lnTo>
                <a:lnTo>
                  <a:pt x="223" y="363"/>
                </a:lnTo>
                <a:lnTo>
                  <a:pt x="225" y="363"/>
                </a:lnTo>
                <a:lnTo>
                  <a:pt x="225" y="362"/>
                </a:lnTo>
                <a:lnTo>
                  <a:pt x="226" y="362"/>
                </a:lnTo>
                <a:lnTo>
                  <a:pt x="227" y="362"/>
                </a:lnTo>
                <a:lnTo>
                  <a:pt x="228" y="362"/>
                </a:lnTo>
                <a:lnTo>
                  <a:pt x="229" y="362"/>
                </a:lnTo>
                <a:lnTo>
                  <a:pt x="230" y="362"/>
                </a:lnTo>
                <a:lnTo>
                  <a:pt x="231" y="363"/>
                </a:lnTo>
                <a:lnTo>
                  <a:pt x="232" y="363"/>
                </a:lnTo>
                <a:lnTo>
                  <a:pt x="233" y="363"/>
                </a:lnTo>
                <a:lnTo>
                  <a:pt x="234" y="363"/>
                </a:lnTo>
                <a:lnTo>
                  <a:pt x="234" y="364"/>
                </a:lnTo>
                <a:lnTo>
                  <a:pt x="235" y="364"/>
                </a:lnTo>
                <a:lnTo>
                  <a:pt x="235" y="365"/>
                </a:lnTo>
                <a:lnTo>
                  <a:pt x="236" y="365"/>
                </a:lnTo>
                <a:lnTo>
                  <a:pt x="236" y="366"/>
                </a:lnTo>
                <a:lnTo>
                  <a:pt x="237" y="366"/>
                </a:lnTo>
                <a:lnTo>
                  <a:pt x="238" y="366"/>
                </a:lnTo>
                <a:lnTo>
                  <a:pt x="238" y="367"/>
                </a:lnTo>
                <a:lnTo>
                  <a:pt x="238" y="368"/>
                </a:lnTo>
                <a:lnTo>
                  <a:pt x="239" y="368"/>
                </a:lnTo>
                <a:lnTo>
                  <a:pt x="239" y="369"/>
                </a:lnTo>
                <a:lnTo>
                  <a:pt x="240" y="369"/>
                </a:lnTo>
                <a:lnTo>
                  <a:pt x="241" y="369"/>
                </a:lnTo>
                <a:lnTo>
                  <a:pt x="242" y="369"/>
                </a:lnTo>
                <a:lnTo>
                  <a:pt x="242" y="370"/>
                </a:lnTo>
                <a:lnTo>
                  <a:pt x="243" y="370"/>
                </a:lnTo>
                <a:lnTo>
                  <a:pt x="244" y="370"/>
                </a:lnTo>
                <a:lnTo>
                  <a:pt x="244" y="371"/>
                </a:lnTo>
                <a:lnTo>
                  <a:pt x="244" y="372"/>
                </a:lnTo>
                <a:lnTo>
                  <a:pt x="245" y="372"/>
                </a:lnTo>
                <a:lnTo>
                  <a:pt x="245" y="373"/>
                </a:lnTo>
                <a:lnTo>
                  <a:pt x="246" y="374"/>
                </a:lnTo>
                <a:lnTo>
                  <a:pt x="247" y="374"/>
                </a:lnTo>
                <a:lnTo>
                  <a:pt x="248" y="375"/>
                </a:lnTo>
                <a:lnTo>
                  <a:pt x="249" y="375"/>
                </a:lnTo>
                <a:lnTo>
                  <a:pt x="249" y="376"/>
                </a:lnTo>
                <a:lnTo>
                  <a:pt x="250" y="376"/>
                </a:lnTo>
                <a:lnTo>
                  <a:pt x="251" y="376"/>
                </a:lnTo>
                <a:lnTo>
                  <a:pt x="251" y="377"/>
                </a:lnTo>
                <a:lnTo>
                  <a:pt x="252" y="377"/>
                </a:lnTo>
                <a:lnTo>
                  <a:pt x="253" y="377"/>
                </a:lnTo>
                <a:lnTo>
                  <a:pt x="255" y="377"/>
                </a:lnTo>
                <a:lnTo>
                  <a:pt x="256" y="377"/>
                </a:lnTo>
                <a:lnTo>
                  <a:pt x="256" y="376"/>
                </a:lnTo>
                <a:lnTo>
                  <a:pt x="257" y="376"/>
                </a:lnTo>
                <a:lnTo>
                  <a:pt x="258" y="376"/>
                </a:lnTo>
                <a:lnTo>
                  <a:pt x="258" y="375"/>
                </a:lnTo>
                <a:lnTo>
                  <a:pt x="259" y="375"/>
                </a:lnTo>
                <a:lnTo>
                  <a:pt x="260" y="374"/>
                </a:lnTo>
                <a:lnTo>
                  <a:pt x="261" y="374"/>
                </a:lnTo>
                <a:lnTo>
                  <a:pt x="262" y="373"/>
                </a:lnTo>
                <a:lnTo>
                  <a:pt x="262" y="372"/>
                </a:lnTo>
                <a:lnTo>
                  <a:pt x="263" y="372"/>
                </a:lnTo>
                <a:lnTo>
                  <a:pt x="263" y="371"/>
                </a:lnTo>
                <a:lnTo>
                  <a:pt x="264" y="371"/>
                </a:lnTo>
                <a:lnTo>
                  <a:pt x="265" y="371"/>
                </a:lnTo>
                <a:lnTo>
                  <a:pt x="266" y="371"/>
                </a:lnTo>
                <a:lnTo>
                  <a:pt x="267" y="371"/>
                </a:lnTo>
                <a:lnTo>
                  <a:pt x="267" y="372"/>
                </a:lnTo>
                <a:lnTo>
                  <a:pt x="268" y="372"/>
                </a:lnTo>
                <a:lnTo>
                  <a:pt x="269" y="372"/>
                </a:lnTo>
                <a:lnTo>
                  <a:pt x="270" y="372"/>
                </a:lnTo>
                <a:lnTo>
                  <a:pt x="271" y="372"/>
                </a:lnTo>
                <a:lnTo>
                  <a:pt x="275" y="372"/>
                </a:lnTo>
                <a:lnTo>
                  <a:pt x="276" y="371"/>
                </a:lnTo>
                <a:lnTo>
                  <a:pt x="277" y="371"/>
                </a:lnTo>
                <a:lnTo>
                  <a:pt x="277" y="372"/>
                </a:lnTo>
                <a:lnTo>
                  <a:pt x="278" y="372"/>
                </a:lnTo>
                <a:lnTo>
                  <a:pt x="277" y="372"/>
                </a:lnTo>
                <a:lnTo>
                  <a:pt x="277" y="373"/>
                </a:lnTo>
                <a:lnTo>
                  <a:pt x="278" y="373"/>
                </a:lnTo>
                <a:lnTo>
                  <a:pt x="278" y="375"/>
                </a:lnTo>
                <a:lnTo>
                  <a:pt x="278" y="376"/>
                </a:lnTo>
                <a:lnTo>
                  <a:pt x="279" y="376"/>
                </a:lnTo>
                <a:lnTo>
                  <a:pt x="279" y="377"/>
                </a:lnTo>
                <a:lnTo>
                  <a:pt x="279" y="378"/>
                </a:lnTo>
                <a:lnTo>
                  <a:pt x="279" y="379"/>
                </a:lnTo>
                <a:lnTo>
                  <a:pt x="280" y="379"/>
                </a:lnTo>
                <a:lnTo>
                  <a:pt x="280" y="380"/>
                </a:lnTo>
                <a:lnTo>
                  <a:pt x="281" y="381"/>
                </a:lnTo>
                <a:lnTo>
                  <a:pt x="281" y="382"/>
                </a:lnTo>
                <a:lnTo>
                  <a:pt x="282" y="382"/>
                </a:lnTo>
                <a:lnTo>
                  <a:pt x="283" y="382"/>
                </a:lnTo>
                <a:lnTo>
                  <a:pt x="283" y="383"/>
                </a:lnTo>
                <a:lnTo>
                  <a:pt x="284" y="383"/>
                </a:lnTo>
                <a:lnTo>
                  <a:pt x="285" y="384"/>
                </a:lnTo>
                <a:lnTo>
                  <a:pt x="286" y="384"/>
                </a:lnTo>
                <a:lnTo>
                  <a:pt x="286" y="385"/>
                </a:lnTo>
                <a:lnTo>
                  <a:pt x="287" y="386"/>
                </a:lnTo>
                <a:lnTo>
                  <a:pt x="286" y="386"/>
                </a:lnTo>
                <a:lnTo>
                  <a:pt x="286" y="387"/>
                </a:lnTo>
                <a:lnTo>
                  <a:pt x="287" y="387"/>
                </a:lnTo>
                <a:lnTo>
                  <a:pt x="288" y="387"/>
                </a:lnTo>
                <a:lnTo>
                  <a:pt x="288" y="388"/>
                </a:lnTo>
                <a:lnTo>
                  <a:pt x="289" y="388"/>
                </a:lnTo>
                <a:lnTo>
                  <a:pt x="289" y="389"/>
                </a:lnTo>
                <a:lnTo>
                  <a:pt x="290" y="389"/>
                </a:lnTo>
                <a:lnTo>
                  <a:pt x="290" y="390"/>
                </a:lnTo>
                <a:lnTo>
                  <a:pt x="291" y="390"/>
                </a:lnTo>
                <a:lnTo>
                  <a:pt x="292" y="390"/>
                </a:lnTo>
                <a:lnTo>
                  <a:pt x="293" y="390"/>
                </a:lnTo>
                <a:lnTo>
                  <a:pt x="293" y="389"/>
                </a:lnTo>
                <a:lnTo>
                  <a:pt x="294" y="389"/>
                </a:lnTo>
                <a:lnTo>
                  <a:pt x="294" y="388"/>
                </a:lnTo>
                <a:lnTo>
                  <a:pt x="295" y="387"/>
                </a:lnTo>
                <a:lnTo>
                  <a:pt x="295" y="386"/>
                </a:lnTo>
                <a:lnTo>
                  <a:pt x="296" y="386"/>
                </a:lnTo>
                <a:lnTo>
                  <a:pt x="296" y="385"/>
                </a:lnTo>
                <a:lnTo>
                  <a:pt x="296" y="384"/>
                </a:lnTo>
                <a:lnTo>
                  <a:pt x="297" y="383"/>
                </a:lnTo>
                <a:lnTo>
                  <a:pt x="297" y="382"/>
                </a:lnTo>
                <a:lnTo>
                  <a:pt x="297" y="381"/>
                </a:lnTo>
                <a:lnTo>
                  <a:pt x="297" y="380"/>
                </a:lnTo>
                <a:lnTo>
                  <a:pt x="298" y="379"/>
                </a:lnTo>
                <a:lnTo>
                  <a:pt x="299" y="379"/>
                </a:lnTo>
                <a:lnTo>
                  <a:pt x="299" y="378"/>
                </a:lnTo>
                <a:lnTo>
                  <a:pt x="300" y="378"/>
                </a:lnTo>
                <a:lnTo>
                  <a:pt x="300" y="377"/>
                </a:lnTo>
                <a:lnTo>
                  <a:pt x="301" y="377"/>
                </a:lnTo>
                <a:lnTo>
                  <a:pt x="302" y="377"/>
                </a:lnTo>
                <a:lnTo>
                  <a:pt x="302" y="376"/>
                </a:lnTo>
                <a:lnTo>
                  <a:pt x="303" y="376"/>
                </a:lnTo>
                <a:lnTo>
                  <a:pt x="304" y="376"/>
                </a:lnTo>
                <a:lnTo>
                  <a:pt x="305" y="376"/>
                </a:lnTo>
                <a:lnTo>
                  <a:pt x="305" y="375"/>
                </a:lnTo>
                <a:lnTo>
                  <a:pt x="307" y="375"/>
                </a:lnTo>
                <a:lnTo>
                  <a:pt x="308" y="375"/>
                </a:lnTo>
                <a:lnTo>
                  <a:pt x="309" y="374"/>
                </a:lnTo>
                <a:lnTo>
                  <a:pt x="309" y="373"/>
                </a:lnTo>
                <a:lnTo>
                  <a:pt x="310" y="373"/>
                </a:lnTo>
                <a:lnTo>
                  <a:pt x="310" y="372"/>
                </a:lnTo>
                <a:lnTo>
                  <a:pt x="310" y="371"/>
                </a:lnTo>
                <a:lnTo>
                  <a:pt x="311" y="371"/>
                </a:lnTo>
                <a:lnTo>
                  <a:pt x="312" y="371"/>
                </a:lnTo>
                <a:lnTo>
                  <a:pt x="313" y="371"/>
                </a:lnTo>
                <a:lnTo>
                  <a:pt x="314" y="370"/>
                </a:lnTo>
                <a:lnTo>
                  <a:pt x="314" y="369"/>
                </a:lnTo>
                <a:lnTo>
                  <a:pt x="314" y="368"/>
                </a:lnTo>
                <a:lnTo>
                  <a:pt x="314" y="367"/>
                </a:lnTo>
                <a:lnTo>
                  <a:pt x="314" y="366"/>
                </a:lnTo>
                <a:lnTo>
                  <a:pt x="315" y="366"/>
                </a:lnTo>
                <a:lnTo>
                  <a:pt x="315" y="365"/>
                </a:lnTo>
                <a:lnTo>
                  <a:pt x="316" y="364"/>
                </a:lnTo>
                <a:lnTo>
                  <a:pt x="317" y="364"/>
                </a:lnTo>
                <a:lnTo>
                  <a:pt x="318" y="364"/>
                </a:lnTo>
                <a:lnTo>
                  <a:pt x="318" y="365"/>
                </a:lnTo>
                <a:lnTo>
                  <a:pt x="319" y="365"/>
                </a:lnTo>
                <a:lnTo>
                  <a:pt x="320" y="365"/>
                </a:lnTo>
                <a:lnTo>
                  <a:pt x="320" y="364"/>
                </a:lnTo>
                <a:lnTo>
                  <a:pt x="321" y="364"/>
                </a:lnTo>
                <a:lnTo>
                  <a:pt x="321" y="363"/>
                </a:lnTo>
                <a:lnTo>
                  <a:pt x="321" y="362"/>
                </a:lnTo>
                <a:lnTo>
                  <a:pt x="321" y="361"/>
                </a:lnTo>
                <a:lnTo>
                  <a:pt x="322" y="361"/>
                </a:lnTo>
                <a:lnTo>
                  <a:pt x="322" y="360"/>
                </a:lnTo>
                <a:lnTo>
                  <a:pt x="323" y="359"/>
                </a:lnTo>
                <a:lnTo>
                  <a:pt x="323" y="358"/>
                </a:lnTo>
                <a:lnTo>
                  <a:pt x="323" y="357"/>
                </a:lnTo>
                <a:lnTo>
                  <a:pt x="322" y="357"/>
                </a:lnTo>
                <a:lnTo>
                  <a:pt x="322" y="356"/>
                </a:lnTo>
                <a:lnTo>
                  <a:pt x="323" y="356"/>
                </a:lnTo>
                <a:lnTo>
                  <a:pt x="323" y="355"/>
                </a:lnTo>
                <a:lnTo>
                  <a:pt x="324" y="355"/>
                </a:lnTo>
                <a:lnTo>
                  <a:pt x="325" y="353"/>
                </a:lnTo>
                <a:lnTo>
                  <a:pt x="325" y="352"/>
                </a:lnTo>
                <a:lnTo>
                  <a:pt x="325" y="351"/>
                </a:lnTo>
                <a:lnTo>
                  <a:pt x="325" y="350"/>
                </a:lnTo>
                <a:lnTo>
                  <a:pt x="325" y="349"/>
                </a:lnTo>
                <a:lnTo>
                  <a:pt x="325" y="348"/>
                </a:lnTo>
                <a:lnTo>
                  <a:pt x="325" y="347"/>
                </a:lnTo>
                <a:lnTo>
                  <a:pt x="326" y="346"/>
                </a:lnTo>
                <a:lnTo>
                  <a:pt x="326" y="345"/>
                </a:lnTo>
                <a:lnTo>
                  <a:pt x="326" y="344"/>
                </a:lnTo>
                <a:lnTo>
                  <a:pt x="325" y="343"/>
                </a:lnTo>
                <a:lnTo>
                  <a:pt x="325" y="342"/>
                </a:lnTo>
                <a:lnTo>
                  <a:pt x="324" y="341"/>
                </a:lnTo>
                <a:lnTo>
                  <a:pt x="324" y="340"/>
                </a:lnTo>
                <a:lnTo>
                  <a:pt x="325" y="340"/>
                </a:lnTo>
                <a:lnTo>
                  <a:pt x="325" y="339"/>
                </a:lnTo>
                <a:lnTo>
                  <a:pt x="324" y="338"/>
                </a:lnTo>
                <a:lnTo>
                  <a:pt x="324" y="337"/>
                </a:lnTo>
                <a:lnTo>
                  <a:pt x="324" y="336"/>
                </a:lnTo>
                <a:lnTo>
                  <a:pt x="323" y="336"/>
                </a:lnTo>
                <a:lnTo>
                  <a:pt x="322" y="336"/>
                </a:lnTo>
                <a:lnTo>
                  <a:pt x="322" y="335"/>
                </a:lnTo>
                <a:lnTo>
                  <a:pt x="321" y="334"/>
                </a:lnTo>
                <a:lnTo>
                  <a:pt x="319" y="331"/>
                </a:lnTo>
                <a:lnTo>
                  <a:pt x="319" y="330"/>
                </a:lnTo>
                <a:lnTo>
                  <a:pt x="318" y="329"/>
                </a:lnTo>
                <a:lnTo>
                  <a:pt x="318" y="328"/>
                </a:lnTo>
                <a:lnTo>
                  <a:pt x="317" y="328"/>
                </a:lnTo>
                <a:lnTo>
                  <a:pt x="317" y="327"/>
                </a:lnTo>
                <a:lnTo>
                  <a:pt x="316" y="327"/>
                </a:lnTo>
                <a:lnTo>
                  <a:pt x="315" y="327"/>
                </a:lnTo>
                <a:lnTo>
                  <a:pt x="315" y="326"/>
                </a:lnTo>
                <a:lnTo>
                  <a:pt x="315" y="325"/>
                </a:lnTo>
                <a:lnTo>
                  <a:pt x="315" y="324"/>
                </a:lnTo>
                <a:lnTo>
                  <a:pt x="316" y="323"/>
                </a:lnTo>
                <a:lnTo>
                  <a:pt x="318" y="323"/>
                </a:lnTo>
                <a:lnTo>
                  <a:pt x="319" y="324"/>
                </a:lnTo>
                <a:lnTo>
                  <a:pt x="320" y="324"/>
                </a:lnTo>
                <a:lnTo>
                  <a:pt x="321" y="324"/>
                </a:lnTo>
                <a:lnTo>
                  <a:pt x="321" y="325"/>
                </a:lnTo>
                <a:lnTo>
                  <a:pt x="322" y="325"/>
                </a:lnTo>
                <a:lnTo>
                  <a:pt x="323" y="325"/>
                </a:lnTo>
                <a:lnTo>
                  <a:pt x="323" y="324"/>
                </a:lnTo>
                <a:lnTo>
                  <a:pt x="324" y="323"/>
                </a:lnTo>
                <a:lnTo>
                  <a:pt x="325" y="323"/>
                </a:lnTo>
                <a:lnTo>
                  <a:pt x="325" y="322"/>
                </a:lnTo>
                <a:lnTo>
                  <a:pt x="326" y="321"/>
                </a:lnTo>
                <a:lnTo>
                  <a:pt x="327" y="320"/>
                </a:lnTo>
                <a:lnTo>
                  <a:pt x="327" y="319"/>
                </a:lnTo>
                <a:lnTo>
                  <a:pt x="328" y="319"/>
                </a:lnTo>
                <a:lnTo>
                  <a:pt x="329" y="319"/>
                </a:lnTo>
                <a:lnTo>
                  <a:pt x="330" y="319"/>
                </a:lnTo>
                <a:lnTo>
                  <a:pt x="332" y="321"/>
                </a:lnTo>
                <a:lnTo>
                  <a:pt x="333" y="321"/>
                </a:lnTo>
                <a:lnTo>
                  <a:pt x="334" y="321"/>
                </a:lnTo>
                <a:lnTo>
                  <a:pt x="335" y="321"/>
                </a:lnTo>
                <a:lnTo>
                  <a:pt x="336" y="320"/>
                </a:lnTo>
                <a:lnTo>
                  <a:pt x="337" y="319"/>
                </a:lnTo>
                <a:lnTo>
                  <a:pt x="339" y="319"/>
                </a:lnTo>
                <a:lnTo>
                  <a:pt x="340" y="319"/>
                </a:lnTo>
                <a:lnTo>
                  <a:pt x="340" y="320"/>
                </a:lnTo>
                <a:lnTo>
                  <a:pt x="341" y="320"/>
                </a:lnTo>
                <a:lnTo>
                  <a:pt x="342" y="320"/>
                </a:lnTo>
                <a:lnTo>
                  <a:pt x="344" y="320"/>
                </a:lnTo>
                <a:lnTo>
                  <a:pt x="345" y="320"/>
                </a:lnTo>
                <a:lnTo>
                  <a:pt x="346" y="320"/>
                </a:lnTo>
                <a:lnTo>
                  <a:pt x="346" y="319"/>
                </a:lnTo>
                <a:lnTo>
                  <a:pt x="346" y="318"/>
                </a:lnTo>
                <a:lnTo>
                  <a:pt x="347" y="318"/>
                </a:lnTo>
                <a:lnTo>
                  <a:pt x="349" y="318"/>
                </a:lnTo>
                <a:lnTo>
                  <a:pt x="349" y="317"/>
                </a:lnTo>
                <a:lnTo>
                  <a:pt x="351" y="317"/>
                </a:lnTo>
                <a:lnTo>
                  <a:pt x="353" y="317"/>
                </a:lnTo>
                <a:lnTo>
                  <a:pt x="354" y="317"/>
                </a:lnTo>
                <a:lnTo>
                  <a:pt x="355" y="316"/>
                </a:lnTo>
                <a:lnTo>
                  <a:pt x="356" y="316"/>
                </a:lnTo>
                <a:lnTo>
                  <a:pt x="356" y="315"/>
                </a:lnTo>
                <a:lnTo>
                  <a:pt x="357" y="315"/>
                </a:lnTo>
                <a:lnTo>
                  <a:pt x="358" y="315"/>
                </a:lnTo>
                <a:lnTo>
                  <a:pt x="359" y="314"/>
                </a:lnTo>
                <a:lnTo>
                  <a:pt x="360" y="314"/>
                </a:lnTo>
                <a:lnTo>
                  <a:pt x="361" y="314"/>
                </a:lnTo>
                <a:lnTo>
                  <a:pt x="363" y="314"/>
                </a:lnTo>
                <a:lnTo>
                  <a:pt x="363" y="313"/>
                </a:lnTo>
                <a:lnTo>
                  <a:pt x="364" y="312"/>
                </a:lnTo>
                <a:lnTo>
                  <a:pt x="365" y="312"/>
                </a:lnTo>
                <a:lnTo>
                  <a:pt x="366" y="312"/>
                </a:lnTo>
                <a:lnTo>
                  <a:pt x="367" y="311"/>
                </a:lnTo>
                <a:lnTo>
                  <a:pt x="368" y="311"/>
                </a:lnTo>
                <a:lnTo>
                  <a:pt x="369" y="311"/>
                </a:lnTo>
                <a:lnTo>
                  <a:pt x="370" y="311"/>
                </a:lnTo>
                <a:lnTo>
                  <a:pt x="370" y="310"/>
                </a:lnTo>
                <a:lnTo>
                  <a:pt x="370" y="309"/>
                </a:lnTo>
                <a:lnTo>
                  <a:pt x="371" y="308"/>
                </a:lnTo>
                <a:lnTo>
                  <a:pt x="372" y="307"/>
                </a:lnTo>
                <a:lnTo>
                  <a:pt x="373" y="307"/>
                </a:lnTo>
                <a:lnTo>
                  <a:pt x="374" y="306"/>
                </a:lnTo>
                <a:lnTo>
                  <a:pt x="375" y="306"/>
                </a:lnTo>
                <a:lnTo>
                  <a:pt x="377" y="306"/>
                </a:lnTo>
                <a:lnTo>
                  <a:pt x="378" y="305"/>
                </a:lnTo>
                <a:lnTo>
                  <a:pt x="380" y="305"/>
                </a:lnTo>
                <a:lnTo>
                  <a:pt x="381" y="304"/>
                </a:lnTo>
                <a:lnTo>
                  <a:pt x="382" y="304"/>
                </a:lnTo>
                <a:lnTo>
                  <a:pt x="383" y="304"/>
                </a:lnTo>
                <a:lnTo>
                  <a:pt x="384" y="304"/>
                </a:lnTo>
                <a:lnTo>
                  <a:pt x="384" y="303"/>
                </a:lnTo>
                <a:lnTo>
                  <a:pt x="384" y="302"/>
                </a:lnTo>
                <a:lnTo>
                  <a:pt x="385" y="302"/>
                </a:lnTo>
                <a:lnTo>
                  <a:pt x="385" y="301"/>
                </a:lnTo>
                <a:lnTo>
                  <a:pt x="386" y="300"/>
                </a:lnTo>
                <a:lnTo>
                  <a:pt x="386" y="299"/>
                </a:lnTo>
                <a:lnTo>
                  <a:pt x="388" y="299"/>
                </a:lnTo>
                <a:lnTo>
                  <a:pt x="388" y="298"/>
                </a:lnTo>
                <a:lnTo>
                  <a:pt x="389" y="298"/>
                </a:lnTo>
                <a:lnTo>
                  <a:pt x="390" y="297"/>
                </a:lnTo>
                <a:lnTo>
                  <a:pt x="391" y="297"/>
                </a:lnTo>
                <a:lnTo>
                  <a:pt x="392" y="297"/>
                </a:lnTo>
                <a:lnTo>
                  <a:pt x="393" y="297"/>
                </a:lnTo>
                <a:lnTo>
                  <a:pt x="396" y="297"/>
                </a:lnTo>
                <a:lnTo>
                  <a:pt x="397" y="297"/>
                </a:lnTo>
                <a:lnTo>
                  <a:pt x="397" y="296"/>
                </a:lnTo>
                <a:lnTo>
                  <a:pt x="398" y="295"/>
                </a:lnTo>
                <a:lnTo>
                  <a:pt x="398" y="294"/>
                </a:lnTo>
                <a:lnTo>
                  <a:pt x="398" y="293"/>
                </a:lnTo>
                <a:lnTo>
                  <a:pt x="399" y="292"/>
                </a:lnTo>
                <a:lnTo>
                  <a:pt x="400" y="292"/>
                </a:lnTo>
                <a:lnTo>
                  <a:pt x="401" y="291"/>
                </a:lnTo>
                <a:lnTo>
                  <a:pt x="402" y="290"/>
                </a:lnTo>
                <a:lnTo>
                  <a:pt x="403" y="290"/>
                </a:lnTo>
                <a:lnTo>
                  <a:pt x="403" y="289"/>
                </a:lnTo>
                <a:lnTo>
                  <a:pt x="404" y="289"/>
                </a:lnTo>
                <a:lnTo>
                  <a:pt x="406" y="287"/>
                </a:lnTo>
                <a:lnTo>
                  <a:pt x="406" y="286"/>
                </a:lnTo>
                <a:lnTo>
                  <a:pt x="406" y="285"/>
                </a:lnTo>
                <a:lnTo>
                  <a:pt x="406" y="283"/>
                </a:lnTo>
                <a:lnTo>
                  <a:pt x="406" y="282"/>
                </a:lnTo>
                <a:lnTo>
                  <a:pt x="406" y="281"/>
                </a:lnTo>
                <a:lnTo>
                  <a:pt x="407" y="280"/>
                </a:lnTo>
                <a:lnTo>
                  <a:pt x="408" y="280"/>
                </a:lnTo>
                <a:lnTo>
                  <a:pt x="409" y="280"/>
                </a:lnTo>
                <a:lnTo>
                  <a:pt x="411" y="279"/>
                </a:lnTo>
                <a:lnTo>
                  <a:pt x="412" y="279"/>
                </a:lnTo>
                <a:lnTo>
                  <a:pt x="413" y="278"/>
                </a:lnTo>
                <a:lnTo>
                  <a:pt x="414" y="278"/>
                </a:lnTo>
                <a:lnTo>
                  <a:pt x="415" y="277"/>
                </a:lnTo>
                <a:lnTo>
                  <a:pt x="416" y="277"/>
                </a:lnTo>
                <a:lnTo>
                  <a:pt x="416" y="278"/>
                </a:lnTo>
                <a:lnTo>
                  <a:pt x="417" y="278"/>
                </a:lnTo>
                <a:lnTo>
                  <a:pt x="418" y="278"/>
                </a:lnTo>
                <a:lnTo>
                  <a:pt x="419" y="279"/>
                </a:lnTo>
                <a:lnTo>
                  <a:pt x="419" y="280"/>
                </a:lnTo>
                <a:lnTo>
                  <a:pt x="420" y="280"/>
                </a:lnTo>
                <a:lnTo>
                  <a:pt x="420" y="281"/>
                </a:lnTo>
                <a:lnTo>
                  <a:pt x="421" y="281"/>
                </a:lnTo>
                <a:lnTo>
                  <a:pt x="422" y="281"/>
                </a:lnTo>
                <a:lnTo>
                  <a:pt x="423" y="281"/>
                </a:lnTo>
                <a:lnTo>
                  <a:pt x="423" y="280"/>
                </a:lnTo>
                <a:lnTo>
                  <a:pt x="424" y="280"/>
                </a:lnTo>
                <a:lnTo>
                  <a:pt x="425" y="279"/>
                </a:lnTo>
                <a:lnTo>
                  <a:pt x="426" y="279"/>
                </a:lnTo>
                <a:lnTo>
                  <a:pt x="426" y="278"/>
                </a:lnTo>
                <a:lnTo>
                  <a:pt x="427" y="278"/>
                </a:lnTo>
                <a:lnTo>
                  <a:pt x="428" y="277"/>
                </a:lnTo>
                <a:lnTo>
                  <a:pt x="429" y="277"/>
                </a:lnTo>
                <a:lnTo>
                  <a:pt x="429" y="276"/>
                </a:lnTo>
                <a:lnTo>
                  <a:pt x="430" y="276"/>
                </a:lnTo>
                <a:lnTo>
                  <a:pt x="430" y="277"/>
                </a:lnTo>
                <a:lnTo>
                  <a:pt x="431" y="278"/>
                </a:lnTo>
                <a:lnTo>
                  <a:pt x="432" y="278"/>
                </a:lnTo>
                <a:lnTo>
                  <a:pt x="432" y="279"/>
                </a:lnTo>
                <a:lnTo>
                  <a:pt x="433" y="279"/>
                </a:lnTo>
                <a:lnTo>
                  <a:pt x="435" y="279"/>
                </a:lnTo>
                <a:lnTo>
                  <a:pt x="436" y="279"/>
                </a:lnTo>
                <a:lnTo>
                  <a:pt x="436" y="278"/>
                </a:lnTo>
                <a:lnTo>
                  <a:pt x="438" y="278"/>
                </a:lnTo>
                <a:lnTo>
                  <a:pt x="439" y="278"/>
                </a:lnTo>
                <a:lnTo>
                  <a:pt x="440" y="278"/>
                </a:lnTo>
                <a:lnTo>
                  <a:pt x="440" y="277"/>
                </a:lnTo>
                <a:lnTo>
                  <a:pt x="441" y="277"/>
                </a:lnTo>
                <a:lnTo>
                  <a:pt x="443" y="276"/>
                </a:lnTo>
                <a:lnTo>
                  <a:pt x="444" y="276"/>
                </a:lnTo>
                <a:lnTo>
                  <a:pt x="445" y="276"/>
                </a:lnTo>
                <a:lnTo>
                  <a:pt x="445" y="275"/>
                </a:lnTo>
                <a:lnTo>
                  <a:pt x="446" y="275"/>
                </a:lnTo>
                <a:lnTo>
                  <a:pt x="447" y="276"/>
                </a:lnTo>
                <a:lnTo>
                  <a:pt x="448" y="276"/>
                </a:lnTo>
                <a:lnTo>
                  <a:pt x="449" y="276"/>
                </a:lnTo>
                <a:lnTo>
                  <a:pt x="450" y="276"/>
                </a:lnTo>
                <a:lnTo>
                  <a:pt x="451" y="276"/>
                </a:lnTo>
                <a:lnTo>
                  <a:pt x="452" y="276"/>
                </a:lnTo>
                <a:lnTo>
                  <a:pt x="453" y="276"/>
                </a:lnTo>
                <a:lnTo>
                  <a:pt x="453" y="275"/>
                </a:lnTo>
                <a:lnTo>
                  <a:pt x="454" y="275"/>
                </a:lnTo>
                <a:lnTo>
                  <a:pt x="454" y="274"/>
                </a:lnTo>
                <a:lnTo>
                  <a:pt x="454" y="270"/>
                </a:lnTo>
                <a:lnTo>
                  <a:pt x="454" y="269"/>
                </a:lnTo>
                <a:lnTo>
                  <a:pt x="454" y="267"/>
                </a:lnTo>
                <a:lnTo>
                  <a:pt x="455" y="266"/>
                </a:lnTo>
                <a:lnTo>
                  <a:pt x="455" y="265"/>
                </a:lnTo>
                <a:lnTo>
                  <a:pt x="456" y="264"/>
                </a:lnTo>
                <a:lnTo>
                  <a:pt x="457" y="263"/>
                </a:lnTo>
                <a:lnTo>
                  <a:pt x="458" y="263"/>
                </a:lnTo>
                <a:lnTo>
                  <a:pt x="458" y="262"/>
                </a:lnTo>
                <a:lnTo>
                  <a:pt x="460" y="262"/>
                </a:lnTo>
                <a:lnTo>
                  <a:pt x="462" y="262"/>
                </a:lnTo>
                <a:lnTo>
                  <a:pt x="462" y="263"/>
                </a:lnTo>
                <a:lnTo>
                  <a:pt x="464" y="263"/>
                </a:lnTo>
                <a:lnTo>
                  <a:pt x="466" y="264"/>
                </a:lnTo>
                <a:lnTo>
                  <a:pt x="467" y="264"/>
                </a:lnTo>
                <a:lnTo>
                  <a:pt x="467" y="265"/>
                </a:lnTo>
                <a:lnTo>
                  <a:pt x="468" y="265"/>
                </a:lnTo>
                <a:lnTo>
                  <a:pt x="469" y="265"/>
                </a:lnTo>
                <a:lnTo>
                  <a:pt x="469" y="264"/>
                </a:lnTo>
                <a:lnTo>
                  <a:pt x="470" y="264"/>
                </a:lnTo>
                <a:lnTo>
                  <a:pt x="471" y="264"/>
                </a:lnTo>
                <a:lnTo>
                  <a:pt x="472" y="264"/>
                </a:lnTo>
                <a:lnTo>
                  <a:pt x="472" y="263"/>
                </a:lnTo>
                <a:lnTo>
                  <a:pt x="470" y="261"/>
                </a:lnTo>
                <a:lnTo>
                  <a:pt x="470" y="260"/>
                </a:lnTo>
                <a:lnTo>
                  <a:pt x="471" y="259"/>
                </a:lnTo>
                <a:lnTo>
                  <a:pt x="472" y="258"/>
                </a:lnTo>
                <a:lnTo>
                  <a:pt x="473" y="258"/>
                </a:lnTo>
                <a:lnTo>
                  <a:pt x="474" y="258"/>
                </a:lnTo>
                <a:lnTo>
                  <a:pt x="474" y="257"/>
                </a:lnTo>
                <a:lnTo>
                  <a:pt x="475" y="256"/>
                </a:lnTo>
                <a:lnTo>
                  <a:pt x="474" y="255"/>
                </a:lnTo>
                <a:lnTo>
                  <a:pt x="474" y="254"/>
                </a:lnTo>
                <a:lnTo>
                  <a:pt x="474" y="253"/>
                </a:lnTo>
                <a:lnTo>
                  <a:pt x="474" y="252"/>
                </a:lnTo>
                <a:lnTo>
                  <a:pt x="474" y="251"/>
                </a:lnTo>
                <a:lnTo>
                  <a:pt x="473" y="250"/>
                </a:lnTo>
                <a:lnTo>
                  <a:pt x="473" y="249"/>
                </a:lnTo>
                <a:lnTo>
                  <a:pt x="474" y="248"/>
                </a:lnTo>
                <a:lnTo>
                  <a:pt x="474" y="247"/>
                </a:lnTo>
                <a:lnTo>
                  <a:pt x="474" y="246"/>
                </a:lnTo>
                <a:lnTo>
                  <a:pt x="474" y="245"/>
                </a:lnTo>
                <a:lnTo>
                  <a:pt x="474" y="244"/>
                </a:lnTo>
                <a:lnTo>
                  <a:pt x="474" y="243"/>
                </a:lnTo>
                <a:lnTo>
                  <a:pt x="474" y="241"/>
                </a:lnTo>
                <a:lnTo>
                  <a:pt x="474" y="240"/>
                </a:lnTo>
                <a:lnTo>
                  <a:pt x="473" y="240"/>
                </a:lnTo>
                <a:lnTo>
                  <a:pt x="471" y="240"/>
                </a:lnTo>
                <a:lnTo>
                  <a:pt x="470" y="240"/>
                </a:lnTo>
                <a:lnTo>
                  <a:pt x="469" y="240"/>
                </a:lnTo>
                <a:lnTo>
                  <a:pt x="469" y="239"/>
                </a:lnTo>
                <a:lnTo>
                  <a:pt x="468" y="237"/>
                </a:lnTo>
                <a:lnTo>
                  <a:pt x="468" y="236"/>
                </a:lnTo>
                <a:lnTo>
                  <a:pt x="468" y="235"/>
                </a:lnTo>
                <a:lnTo>
                  <a:pt x="468" y="234"/>
                </a:lnTo>
                <a:lnTo>
                  <a:pt x="467" y="233"/>
                </a:lnTo>
                <a:lnTo>
                  <a:pt x="467" y="232"/>
                </a:lnTo>
                <a:lnTo>
                  <a:pt x="467" y="231"/>
                </a:lnTo>
                <a:lnTo>
                  <a:pt x="467" y="230"/>
                </a:lnTo>
                <a:lnTo>
                  <a:pt x="466" y="230"/>
                </a:lnTo>
                <a:lnTo>
                  <a:pt x="466" y="229"/>
                </a:lnTo>
                <a:lnTo>
                  <a:pt x="466" y="228"/>
                </a:lnTo>
                <a:lnTo>
                  <a:pt x="466" y="227"/>
                </a:lnTo>
                <a:lnTo>
                  <a:pt x="466" y="226"/>
                </a:lnTo>
                <a:lnTo>
                  <a:pt x="465" y="226"/>
                </a:lnTo>
                <a:lnTo>
                  <a:pt x="465" y="225"/>
                </a:lnTo>
                <a:lnTo>
                  <a:pt x="465" y="224"/>
                </a:lnTo>
                <a:lnTo>
                  <a:pt x="465" y="223"/>
                </a:lnTo>
                <a:lnTo>
                  <a:pt x="466" y="223"/>
                </a:lnTo>
                <a:lnTo>
                  <a:pt x="468" y="222"/>
                </a:lnTo>
                <a:lnTo>
                  <a:pt x="469" y="222"/>
                </a:lnTo>
                <a:lnTo>
                  <a:pt x="470" y="223"/>
                </a:lnTo>
                <a:lnTo>
                  <a:pt x="471" y="222"/>
                </a:lnTo>
                <a:lnTo>
                  <a:pt x="471" y="221"/>
                </a:lnTo>
                <a:lnTo>
                  <a:pt x="471" y="220"/>
                </a:lnTo>
                <a:lnTo>
                  <a:pt x="472" y="219"/>
                </a:lnTo>
                <a:lnTo>
                  <a:pt x="472" y="218"/>
                </a:lnTo>
                <a:lnTo>
                  <a:pt x="472" y="217"/>
                </a:lnTo>
                <a:lnTo>
                  <a:pt x="473" y="215"/>
                </a:lnTo>
                <a:lnTo>
                  <a:pt x="474" y="214"/>
                </a:lnTo>
                <a:lnTo>
                  <a:pt x="474" y="213"/>
                </a:lnTo>
                <a:lnTo>
                  <a:pt x="474" y="212"/>
                </a:lnTo>
                <a:lnTo>
                  <a:pt x="477" y="211"/>
                </a:lnTo>
                <a:lnTo>
                  <a:pt x="478" y="210"/>
                </a:lnTo>
                <a:lnTo>
                  <a:pt x="479" y="210"/>
                </a:lnTo>
                <a:lnTo>
                  <a:pt x="481" y="210"/>
                </a:lnTo>
                <a:lnTo>
                  <a:pt x="483" y="209"/>
                </a:lnTo>
                <a:lnTo>
                  <a:pt x="484" y="209"/>
                </a:lnTo>
                <a:lnTo>
                  <a:pt x="484" y="207"/>
                </a:lnTo>
                <a:lnTo>
                  <a:pt x="485" y="206"/>
                </a:lnTo>
                <a:lnTo>
                  <a:pt x="485" y="205"/>
                </a:lnTo>
                <a:lnTo>
                  <a:pt x="484" y="204"/>
                </a:lnTo>
                <a:lnTo>
                  <a:pt x="484" y="203"/>
                </a:lnTo>
                <a:lnTo>
                  <a:pt x="483" y="202"/>
                </a:lnTo>
                <a:lnTo>
                  <a:pt x="483" y="201"/>
                </a:lnTo>
                <a:lnTo>
                  <a:pt x="483" y="200"/>
                </a:lnTo>
                <a:lnTo>
                  <a:pt x="483" y="199"/>
                </a:lnTo>
                <a:lnTo>
                  <a:pt x="483" y="198"/>
                </a:lnTo>
                <a:lnTo>
                  <a:pt x="484" y="198"/>
                </a:lnTo>
                <a:lnTo>
                  <a:pt x="485" y="197"/>
                </a:lnTo>
                <a:lnTo>
                  <a:pt x="486" y="196"/>
                </a:lnTo>
                <a:lnTo>
                  <a:pt x="488" y="196"/>
                </a:lnTo>
                <a:lnTo>
                  <a:pt x="489" y="196"/>
                </a:lnTo>
                <a:lnTo>
                  <a:pt x="490" y="196"/>
                </a:lnTo>
                <a:lnTo>
                  <a:pt x="492" y="196"/>
                </a:lnTo>
                <a:lnTo>
                  <a:pt x="493" y="197"/>
                </a:lnTo>
                <a:lnTo>
                  <a:pt x="494" y="197"/>
                </a:lnTo>
                <a:lnTo>
                  <a:pt x="495" y="196"/>
                </a:lnTo>
                <a:lnTo>
                  <a:pt x="496" y="196"/>
                </a:lnTo>
                <a:lnTo>
                  <a:pt x="496" y="197"/>
                </a:lnTo>
                <a:lnTo>
                  <a:pt x="497" y="197"/>
                </a:lnTo>
                <a:lnTo>
                  <a:pt x="498" y="196"/>
                </a:lnTo>
                <a:lnTo>
                  <a:pt x="499" y="195"/>
                </a:lnTo>
                <a:lnTo>
                  <a:pt x="501" y="194"/>
                </a:lnTo>
                <a:lnTo>
                  <a:pt x="502" y="194"/>
                </a:lnTo>
                <a:lnTo>
                  <a:pt x="503" y="194"/>
                </a:lnTo>
                <a:lnTo>
                  <a:pt x="505" y="193"/>
                </a:lnTo>
                <a:lnTo>
                  <a:pt x="505" y="192"/>
                </a:lnTo>
                <a:lnTo>
                  <a:pt x="505" y="189"/>
                </a:lnTo>
                <a:lnTo>
                  <a:pt x="506" y="189"/>
                </a:lnTo>
                <a:lnTo>
                  <a:pt x="507" y="189"/>
                </a:lnTo>
                <a:lnTo>
                  <a:pt x="508" y="189"/>
                </a:lnTo>
                <a:lnTo>
                  <a:pt x="508" y="188"/>
                </a:lnTo>
                <a:lnTo>
                  <a:pt x="508" y="187"/>
                </a:lnTo>
                <a:lnTo>
                  <a:pt x="509" y="187"/>
                </a:lnTo>
                <a:lnTo>
                  <a:pt x="510" y="187"/>
                </a:lnTo>
                <a:lnTo>
                  <a:pt x="511" y="187"/>
                </a:lnTo>
                <a:lnTo>
                  <a:pt x="511" y="188"/>
                </a:lnTo>
                <a:lnTo>
                  <a:pt x="512" y="189"/>
                </a:lnTo>
                <a:lnTo>
                  <a:pt x="513" y="189"/>
                </a:lnTo>
                <a:lnTo>
                  <a:pt x="514" y="189"/>
                </a:lnTo>
                <a:lnTo>
                  <a:pt x="515" y="190"/>
                </a:lnTo>
                <a:lnTo>
                  <a:pt x="515" y="191"/>
                </a:lnTo>
                <a:lnTo>
                  <a:pt x="514" y="191"/>
                </a:lnTo>
                <a:lnTo>
                  <a:pt x="514" y="192"/>
                </a:lnTo>
                <a:lnTo>
                  <a:pt x="513" y="194"/>
                </a:lnTo>
                <a:lnTo>
                  <a:pt x="513" y="196"/>
                </a:lnTo>
                <a:lnTo>
                  <a:pt x="513" y="197"/>
                </a:lnTo>
                <a:lnTo>
                  <a:pt x="513" y="198"/>
                </a:lnTo>
                <a:lnTo>
                  <a:pt x="515" y="199"/>
                </a:lnTo>
                <a:lnTo>
                  <a:pt x="516" y="200"/>
                </a:lnTo>
                <a:lnTo>
                  <a:pt x="517" y="201"/>
                </a:lnTo>
                <a:lnTo>
                  <a:pt x="519" y="201"/>
                </a:lnTo>
                <a:lnTo>
                  <a:pt x="522" y="203"/>
                </a:lnTo>
                <a:lnTo>
                  <a:pt x="524" y="204"/>
                </a:lnTo>
                <a:lnTo>
                  <a:pt x="525" y="205"/>
                </a:lnTo>
                <a:lnTo>
                  <a:pt x="526" y="205"/>
                </a:lnTo>
                <a:lnTo>
                  <a:pt x="526" y="206"/>
                </a:lnTo>
                <a:lnTo>
                  <a:pt x="527" y="207"/>
                </a:lnTo>
                <a:lnTo>
                  <a:pt x="527" y="209"/>
                </a:lnTo>
                <a:lnTo>
                  <a:pt x="527" y="210"/>
                </a:lnTo>
                <a:lnTo>
                  <a:pt x="528" y="210"/>
                </a:lnTo>
                <a:lnTo>
                  <a:pt x="528" y="209"/>
                </a:lnTo>
                <a:lnTo>
                  <a:pt x="529" y="209"/>
                </a:lnTo>
                <a:lnTo>
                  <a:pt x="530" y="209"/>
                </a:lnTo>
                <a:lnTo>
                  <a:pt x="530" y="210"/>
                </a:lnTo>
                <a:lnTo>
                  <a:pt x="531" y="210"/>
                </a:lnTo>
                <a:lnTo>
                  <a:pt x="532" y="210"/>
                </a:lnTo>
                <a:lnTo>
                  <a:pt x="532" y="211"/>
                </a:lnTo>
                <a:lnTo>
                  <a:pt x="531" y="211"/>
                </a:lnTo>
                <a:lnTo>
                  <a:pt x="530" y="212"/>
                </a:lnTo>
                <a:lnTo>
                  <a:pt x="530" y="213"/>
                </a:lnTo>
                <a:lnTo>
                  <a:pt x="531" y="214"/>
                </a:lnTo>
                <a:lnTo>
                  <a:pt x="532" y="214"/>
                </a:lnTo>
                <a:lnTo>
                  <a:pt x="532" y="215"/>
                </a:lnTo>
                <a:lnTo>
                  <a:pt x="532" y="216"/>
                </a:lnTo>
                <a:lnTo>
                  <a:pt x="532" y="217"/>
                </a:lnTo>
                <a:lnTo>
                  <a:pt x="533" y="217"/>
                </a:lnTo>
                <a:lnTo>
                  <a:pt x="533" y="218"/>
                </a:lnTo>
                <a:lnTo>
                  <a:pt x="532" y="219"/>
                </a:lnTo>
                <a:lnTo>
                  <a:pt x="532" y="220"/>
                </a:lnTo>
                <a:lnTo>
                  <a:pt x="532" y="221"/>
                </a:lnTo>
                <a:lnTo>
                  <a:pt x="531" y="223"/>
                </a:lnTo>
                <a:lnTo>
                  <a:pt x="530" y="223"/>
                </a:lnTo>
                <a:lnTo>
                  <a:pt x="530" y="224"/>
                </a:lnTo>
                <a:lnTo>
                  <a:pt x="528" y="224"/>
                </a:lnTo>
                <a:lnTo>
                  <a:pt x="528" y="225"/>
                </a:lnTo>
                <a:lnTo>
                  <a:pt x="528" y="226"/>
                </a:lnTo>
                <a:lnTo>
                  <a:pt x="528" y="227"/>
                </a:lnTo>
                <a:lnTo>
                  <a:pt x="528" y="228"/>
                </a:lnTo>
                <a:lnTo>
                  <a:pt x="529" y="228"/>
                </a:lnTo>
                <a:lnTo>
                  <a:pt x="529" y="229"/>
                </a:lnTo>
                <a:lnTo>
                  <a:pt x="530" y="229"/>
                </a:lnTo>
                <a:lnTo>
                  <a:pt x="530" y="230"/>
                </a:lnTo>
                <a:lnTo>
                  <a:pt x="531" y="229"/>
                </a:lnTo>
                <a:lnTo>
                  <a:pt x="532" y="229"/>
                </a:lnTo>
                <a:lnTo>
                  <a:pt x="533" y="230"/>
                </a:lnTo>
                <a:lnTo>
                  <a:pt x="534" y="229"/>
                </a:lnTo>
                <a:lnTo>
                  <a:pt x="535" y="229"/>
                </a:lnTo>
                <a:lnTo>
                  <a:pt x="536" y="230"/>
                </a:lnTo>
                <a:lnTo>
                  <a:pt x="537" y="231"/>
                </a:lnTo>
                <a:lnTo>
                  <a:pt x="538" y="231"/>
                </a:lnTo>
                <a:lnTo>
                  <a:pt x="540" y="230"/>
                </a:lnTo>
                <a:lnTo>
                  <a:pt x="540" y="228"/>
                </a:lnTo>
                <a:lnTo>
                  <a:pt x="541" y="228"/>
                </a:lnTo>
                <a:lnTo>
                  <a:pt x="542" y="228"/>
                </a:lnTo>
                <a:lnTo>
                  <a:pt x="543" y="229"/>
                </a:lnTo>
                <a:lnTo>
                  <a:pt x="544" y="229"/>
                </a:lnTo>
                <a:lnTo>
                  <a:pt x="544" y="231"/>
                </a:lnTo>
                <a:lnTo>
                  <a:pt x="545" y="232"/>
                </a:lnTo>
                <a:lnTo>
                  <a:pt x="546" y="232"/>
                </a:lnTo>
                <a:lnTo>
                  <a:pt x="547" y="232"/>
                </a:lnTo>
                <a:lnTo>
                  <a:pt x="548" y="232"/>
                </a:lnTo>
                <a:lnTo>
                  <a:pt x="549" y="232"/>
                </a:lnTo>
                <a:lnTo>
                  <a:pt x="550" y="233"/>
                </a:lnTo>
                <a:lnTo>
                  <a:pt x="549" y="233"/>
                </a:lnTo>
                <a:lnTo>
                  <a:pt x="548" y="236"/>
                </a:lnTo>
                <a:lnTo>
                  <a:pt x="547" y="239"/>
                </a:lnTo>
                <a:lnTo>
                  <a:pt x="546" y="240"/>
                </a:lnTo>
                <a:lnTo>
                  <a:pt x="546" y="241"/>
                </a:lnTo>
                <a:lnTo>
                  <a:pt x="547" y="242"/>
                </a:lnTo>
                <a:lnTo>
                  <a:pt x="548" y="242"/>
                </a:lnTo>
                <a:lnTo>
                  <a:pt x="548" y="243"/>
                </a:lnTo>
                <a:lnTo>
                  <a:pt x="549" y="243"/>
                </a:lnTo>
                <a:lnTo>
                  <a:pt x="550" y="244"/>
                </a:lnTo>
                <a:lnTo>
                  <a:pt x="550" y="245"/>
                </a:lnTo>
                <a:lnTo>
                  <a:pt x="549" y="246"/>
                </a:lnTo>
                <a:lnTo>
                  <a:pt x="549" y="248"/>
                </a:lnTo>
                <a:lnTo>
                  <a:pt x="549" y="249"/>
                </a:lnTo>
                <a:lnTo>
                  <a:pt x="550" y="249"/>
                </a:lnTo>
                <a:lnTo>
                  <a:pt x="550" y="250"/>
                </a:lnTo>
                <a:lnTo>
                  <a:pt x="551" y="251"/>
                </a:lnTo>
                <a:lnTo>
                  <a:pt x="551" y="252"/>
                </a:lnTo>
                <a:lnTo>
                  <a:pt x="552" y="253"/>
                </a:lnTo>
                <a:lnTo>
                  <a:pt x="554" y="253"/>
                </a:lnTo>
                <a:lnTo>
                  <a:pt x="554" y="254"/>
                </a:lnTo>
                <a:lnTo>
                  <a:pt x="554" y="255"/>
                </a:lnTo>
                <a:lnTo>
                  <a:pt x="555" y="255"/>
                </a:lnTo>
                <a:lnTo>
                  <a:pt x="555" y="254"/>
                </a:lnTo>
                <a:lnTo>
                  <a:pt x="556" y="253"/>
                </a:lnTo>
                <a:lnTo>
                  <a:pt x="557" y="253"/>
                </a:lnTo>
                <a:lnTo>
                  <a:pt x="557" y="252"/>
                </a:lnTo>
                <a:lnTo>
                  <a:pt x="558" y="252"/>
                </a:lnTo>
                <a:lnTo>
                  <a:pt x="559" y="252"/>
                </a:lnTo>
                <a:lnTo>
                  <a:pt x="559" y="251"/>
                </a:lnTo>
                <a:lnTo>
                  <a:pt x="560" y="251"/>
                </a:lnTo>
                <a:lnTo>
                  <a:pt x="561" y="251"/>
                </a:lnTo>
                <a:lnTo>
                  <a:pt x="561" y="252"/>
                </a:lnTo>
                <a:lnTo>
                  <a:pt x="562" y="253"/>
                </a:lnTo>
                <a:lnTo>
                  <a:pt x="561" y="253"/>
                </a:lnTo>
                <a:lnTo>
                  <a:pt x="561" y="254"/>
                </a:lnTo>
                <a:lnTo>
                  <a:pt x="560" y="254"/>
                </a:lnTo>
                <a:lnTo>
                  <a:pt x="561" y="255"/>
                </a:lnTo>
                <a:lnTo>
                  <a:pt x="562" y="255"/>
                </a:lnTo>
                <a:lnTo>
                  <a:pt x="562" y="256"/>
                </a:lnTo>
                <a:lnTo>
                  <a:pt x="561" y="256"/>
                </a:lnTo>
                <a:lnTo>
                  <a:pt x="561" y="257"/>
                </a:lnTo>
                <a:lnTo>
                  <a:pt x="561" y="258"/>
                </a:lnTo>
                <a:lnTo>
                  <a:pt x="560" y="259"/>
                </a:lnTo>
                <a:lnTo>
                  <a:pt x="560" y="260"/>
                </a:lnTo>
                <a:lnTo>
                  <a:pt x="560" y="261"/>
                </a:lnTo>
                <a:lnTo>
                  <a:pt x="560" y="262"/>
                </a:lnTo>
                <a:lnTo>
                  <a:pt x="559" y="262"/>
                </a:lnTo>
                <a:lnTo>
                  <a:pt x="559" y="263"/>
                </a:lnTo>
                <a:lnTo>
                  <a:pt x="559" y="264"/>
                </a:lnTo>
                <a:lnTo>
                  <a:pt x="559" y="265"/>
                </a:lnTo>
                <a:lnTo>
                  <a:pt x="559" y="267"/>
                </a:lnTo>
                <a:lnTo>
                  <a:pt x="564" y="268"/>
                </a:lnTo>
                <a:lnTo>
                  <a:pt x="565" y="268"/>
                </a:lnTo>
                <a:lnTo>
                  <a:pt x="567" y="267"/>
                </a:lnTo>
                <a:lnTo>
                  <a:pt x="568" y="267"/>
                </a:lnTo>
                <a:lnTo>
                  <a:pt x="569" y="266"/>
                </a:lnTo>
                <a:lnTo>
                  <a:pt x="570" y="265"/>
                </a:lnTo>
                <a:lnTo>
                  <a:pt x="571" y="265"/>
                </a:lnTo>
                <a:lnTo>
                  <a:pt x="572" y="264"/>
                </a:lnTo>
                <a:lnTo>
                  <a:pt x="572" y="263"/>
                </a:lnTo>
                <a:lnTo>
                  <a:pt x="577" y="260"/>
                </a:lnTo>
                <a:lnTo>
                  <a:pt x="578" y="259"/>
                </a:lnTo>
                <a:lnTo>
                  <a:pt x="579" y="259"/>
                </a:lnTo>
                <a:lnTo>
                  <a:pt x="580" y="259"/>
                </a:lnTo>
                <a:lnTo>
                  <a:pt x="582" y="260"/>
                </a:lnTo>
                <a:lnTo>
                  <a:pt x="583" y="259"/>
                </a:lnTo>
                <a:lnTo>
                  <a:pt x="582" y="259"/>
                </a:lnTo>
                <a:lnTo>
                  <a:pt x="582" y="258"/>
                </a:lnTo>
                <a:lnTo>
                  <a:pt x="582" y="257"/>
                </a:lnTo>
                <a:lnTo>
                  <a:pt x="583" y="257"/>
                </a:lnTo>
                <a:lnTo>
                  <a:pt x="584" y="258"/>
                </a:lnTo>
                <a:lnTo>
                  <a:pt x="585" y="258"/>
                </a:lnTo>
                <a:lnTo>
                  <a:pt x="585" y="257"/>
                </a:lnTo>
                <a:lnTo>
                  <a:pt x="586" y="256"/>
                </a:lnTo>
                <a:lnTo>
                  <a:pt x="586" y="254"/>
                </a:lnTo>
                <a:lnTo>
                  <a:pt x="585" y="253"/>
                </a:lnTo>
                <a:lnTo>
                  <a:pt x="586" y="253"/>
                </a:lnTo>
                <a:lnTo>
                  <a:pt x="586" y="252"/>
                </a:lnTo>
                <a:lnTo>
                  <a:pt x="587" y="251"/>
                </a:lnTo>
                <a:lnTo>
                  <a:pt x="587" y="250"/>
                </a:lnTo>
                <a:lnTo>
                  <a:pt x="587" y="249"/>
                </a:lnTo>
                <a:lnTo>
                  <a:pt x="587" y="248"/>
                </a:lnTo>
                <a:lnTo>
                  <a:pt x="588" y="247"/>
                </a:lnTo>
                <a:lnTo>
                  <a:pt x="589" y="247"/>
                </a:lnTo>
                <a:lnTo>
                  <a:pt x="589" y="248"/>
                </a:lnTo>
                <a:lnTo>
                  <a:pt x="590" y="248"/>
                </a:lnTo>
                <a:lnTo>
                  <a:pt x="590" y="247"/>
                </a:lnTo>
                <a:lnTo>
                  <a:pt x="591" y="247"/>
                </a:lnTo>
                <a:lnTo>
                  <a:pt x="591" y="246"/>
                </a:lnTo>
                <a:lnTo>
                  <a:pt x="592" y="245"/>
                </a:lnTo>
                <a:lnTo>
                  <a:pt x="593" y="245"/>
                </a:lnTo>
                <a:lnTo>
                  <a:pt x="594" y="245"/>
                </a:lnTo>
                <a:lnTo>
                  <a:pt x="595" y="245"/>
                </a:lnTo>
                <a:lnTo>
                  <a:pt x="596" y="247"/>
                </a:lnTo>
                <a:lnTo>
                  <a:pt x="595" y="248"/>
                </a:lnTo>
                <a:lnTo>
                  <a:pt x="594" y="249"/>
                </a:lnTo>
                <a:lnTo>
                  <a:pt x="593" y="249"/>
                </a:lnTo>
                <a:lnTo>
                  <a:pt x="593" y="250"/>
                </a:lnTo>
                <a:lnTo>
                  <a:pt x="594" y="251"/>
                </a:lnTo>
                <a:lnTo>
                  <a:pt x="595" y="251"/>
                </a:lnTo>
                <a:lnTo>
                  <a:pt x="595" y="252"/>
                </a:lnTo>
                <a:lnTo>
                  <a:pt x="595" y="253"/>
                </a:lnTo>
                <a:lnTo>
                  <a:pt x="596" y="254"/>
                </a:lnTo>
                <a:lnTo>
                  <a:pt x="595" y="256"/>
                </a:lnTo>
                <a:lnTo>
                  <a:pt x="594" y="256"/>
                </a:lnTo>
                <a:lnTo>
                  <a:pt x="594" y="257"/>
                </a:lnTo>
                <a:lnTo>
                  <a:pt x="595" y="258"/>
                </a:lnTo>
                <a:lnTo>
                  <a:pt x="596" y="258"/>
                </a:lnTo>
                <a:lnTo>
                  <a:pt x="596" y="259"/>
                </a:lnTo>
                <a:lnTo>
                  <a:pt x="597" y="259"/>
                </a:lnTo>
                <a:lnTo>
                  <a:pt x="596" y="259"/>
                </a:lnTo>
                <a:lnTo>
                  <a:pt x="596" y="260"/>
                </a:lnTo>
                <a:lnTo>
                  <a:pt x="595" y="260"/>
                </a:lnTo>
                <a:lnTo>
                  <a:pt x="596" y="260"/>
                </a:lnTo>
                <a:lnTo>
                  <a:pt x="596" y="261"/>
                </a:lnTo>
                <a:lnTo>
                  <a:pt x="597" y="262"/>
                </a:lnTo>
                <a:lnTo>
                  <a:pt x="598" y="262"/>
                </a:lnTo>
                <a:lnTo>
                  <a:pt x="599" y="262"/>
                </a:lnTo>
                <a:lnTo>
                  <a:pt x="599" y="263"/>
                </a:lnTo>
                <a:lnTo>
                  <a:pt x="599" y="264"/>
                </a:lnTo>
                <a:lnTo>
                  <a:pt x="600" y="265"/>
                </a:lnTo>
                <a:lnTo>
                  <a:pt x="600" y="264"/>
                </a:lnTo>
                <a:lnTo>
                  <a:pt x="601" y="264"/>
                </a:lnTo>
                <a:lnTo>
                  <a:pt x="602" y="264"/>
                </a:lnTo>
                <a:lnTo>
                  <a:pt x="602" y="265"/>
                </a:lnTo>
                <a:lnTo>
                  <a:pt x="601" y="265"/>
                </a:lnTo>
                <a:lnTo>
                  <a:pt x="601" y="266"/>
                </a:lnTo>
                <a:lnTo>
                  <a:pt x="602" y="267"/>
                </a:lnTo>
                <a:lnTo>
                  <a:pt x="601" y="268"/>
                </a:lnTo>
                <a:lnTo>
                  <a:pt x="600" y="269"/>
                </a:lnTo>
                <a:lnTo>
                  <a:pt x="600" y="270"/>
                </a:lnTo>
                <a:lnTo>
                  <a:pt x="599" y="270"/>
                </a:lnTo>
                <a:lnTo>
                  <a:pt x="600" y="270"/>
                </a:lnTo>
                <a:lnTo>
                  <a:pt x="601" y="270"/>
                </a:lnTo>
                <a:lnTo>
                  <a:pt x="602" y="269"/>
                </a:lnTo>
                <a:lnTo>
                  <a:pt x="603" y="269"/>
                </a:lnTo>
                <a:lnTo>
                  <a:pt x="603" y="268"/>
                </a:lnTo>
                <a:lnTo>
                  <a:pt x="603" y="267"/>
                </a:lnTo>
                <a:lnTo>
                  <a:pt x="604" y="267"/>
                </a:lnTo>
                <a:lnTo>
                  <a:pt x="604" y="266"/>
                </a:lnTo>
                <a:lnTo>
                  <a:pt x="605" y="266"/>
                </a:lnTo>
                <a:lnTo>
                  <a:pt x="606" y="265"/>
                </a:lnTo>
                <a:lnTo>
                  <a:pt x="607" y="264"/>
                </a:lnTo>
                <a:lnTo>
                  <a:pt x="609" y="264"/>
                </a:lnTo>
                <a:lnTo>
                  <a:pt x="609" y="263"/>
                </a:lnTo>
                <a:lnTo>
                  <a:pt x="609" y="262"/>
                </a:lnTo>
                <a:lnTo>
                  <a:pt x="610" y="261"/>
                </a:lnTo>
                <a:lnTo>
                  <a:pt x="611" y="261"/>
                </a:lnTo>
                <a:lnTo>
                  <a:pt x="612" y="262"/>
                </a:lnTo>
                <a:lnTo>
                  <a:pt x="613" y="262"/>
                </a:lnTo>
                <a:lnTo>
                  <a:pt x="614" y="264"/>
                </a:lnTo>
                <a:lnTo>
                  <a:pt x="613" y="265"/>
                </a:lnTo>
                <a:lnTo>
                  <a:pt x="613" y="267"/>
                </a:lnTo>
                <a:lnTo>
                  <a:pt x="613" y="269"/>
                </a:lnTo>
                <a:lnTo>
                  <a:pt x="614" y="269"/>
                </a:lnTo>
                <a:lnTo>
                  <a:pt x="614" y="270"/>
                </a:lnTo>
                <a:lnTo>
                  <a:pt x="613" y="271"/>
                </a:lnTo>
                <a:lnTo>
                  <a:pt x="614" y="272"/>
                </a:lnTo>
                <a:lnTo>
                  <a:pt x="615" y="272"/>
                </a:lnTo>
                <a:lnTo>
                  <a:pt x="615" y="273"/>
                </a:lnTo>
                <a:lnTo>
                  <a:pt x="616" y="273"/>
                </a:lnTo>
                <a:lnTo>
                  <a:pt x="617" y="274"/>
                </a:lnTo>
                <a:lnTo>
                  <a:pt x="617" y="275"/>
                </a:lnTo>
                <a:lnTo>
                  <a:pt x="618" y="276"/>
                </a:lnTo>
                <a:lnTo>
                  <a:pt x="617" y="276"/>
                </a:lnTo>
                <a:lnTo>
                  <a:pt x="616" y="277"/>
                </a:lnTo>
                <a:lnTo>
                  <a:pt x="618" y="278"/>
                </a:lnTo>
                <a:lnTo>
                  <a:pt x="618" y="279"/>
                </a:lnTo>
                <a:lnTo>
                  <a:pt x="619" y="279"/>
                </a:lnTo>
                <a:lnTo>
                  <a:pt x="619" y="280"/>
                </a:lnTo>
                <a:lnTo>
                  <a:pt x="618" y="281"/>
                </a:lnTo>
                <a:lnTo>
                  <a:pt x="616" y="283"/>
                </a:lnTo>
                <a:lnTo>
                  <a:pt x="615" y="283"/>
                </a:lnTo>
                <a:lnTo>
                  <a:pt x="614" y="284"/>
                </a:lnTo>
                <a:lnTo>
                  <a:pt x="614" y="285"/>
                </a:lnTo>
                <a:lnTo>
                  <a:pt x="614" y="286"/>
                </a:lnTo>
                <a:lnTo>
                  <a:pt x="615" y="286"/>
                </a:lnTo>
                <a:lnTo>
                  <a:pt x="615" y="285"/>
                </a:lnTo>
                <a:lnTo>
                  <a:pt x="616" y="285"/>
                </a:lnTo>
                <a:lnTo>
                  <a:pt x="617" y="284"/>
                </a:lnTo>
                <a:lnTo>
                  <a:pt x="617" y="285"/>
                </a:lnTo>
                <a:lnTo>
                  <a:pt x="618" y="285"/>
                </a:lnTo>
                <a:lnTo>
                  <a:pt x="620" y="286"/>
                </a:lnTo>
                <a:lnTo>
                  <a:pt x="622" y="284"/>
                </a:lnTo>
                <a:lnTo>
                  <a:pt x="623" y="283"/>
                </a:lnTo>
                <a:lnTo>
                  <a:pt x="626" y="284"/>
                </a:lnTo>
                <a:lnTo>
                  <a:pt x="627" y="284"/>
                </a:lnTo>
                <a:lnTo>
                  <a:pt x="628" y="285"/>
                </a:lnTo>
                <a:lnTo>
                  <a:pt x="630" y="284"/>
                </a:lnTo>
                <a:lnTo>
                  <a:pt x="632" y="284"/>
                </a:lnTo>
                <a:lnTo>
                  <a:pt x="633" y="284"/>
                </a:lnTo>
                <a:lnTo>
                  <a:pt x="634" y="283"/>
                </a:lnTo>
                <a:lnTo>
                  <a:pt x="634" y="281"/>
                </a:lnTo>
                <a:lnTo>
                  <a:pt x="634" y="280"/>
                </a:lnTo>
                <a:lnTo>
                  <a:pt x="635" y="280"/>
                </a:lnTo>
                <a:lnTo>
                  <a:pt x="636" y="280"/>
                </a:lnTo>
                <a:lnTo>
                  <a:pt x="637" y="280"/>
                </a:lnTo>
                <a:lnTo>
                  <a:pt x="639" y="278"/>
                </a:lnTo>
                <a:lnTo>
                  <a:pt x="640" y="278"/>
                </a:lnTo>
                <a:lnTo>
                  <a:pt x="641" y="278"/>
                </a:lnTo>
                <a:lnTo>
                  <a:pt x="642" y="278"/>
                </a:lnTo>
                <a:lnTo>
                  <a:pt x="643" y="277"/>
                </a:lnTo>
                <a:lnTo>
                  <a:pt x="644" y="277"/>
                </a:lnTo>
                <a:lnTo>
                  <a:pt x="645" y="276"/>
                </a:lnTo>
                <a:lnTo>
                  <a:pt x="647" y="275"/>
                </a:lnTo>
                <a:lnTo>
                  <a:pt x="648" y="274"/>
                </a:lnTo>
                <a:lnTo>
                  <a:pt x="649" y="273"/>
                </a:lnTo>
                <a:lnTo>
                  <a:pt x="650" y="272"/>
                </a:lnTo>
                <a:lnTo>
                  <a:pt x="651" y="272"/>
                </a:lnTo>
                <a:lnTo>
                  <a:pt x="652" y="272"/>
                </a:lnTo>
                <a:lnTo>
                  <a:pt x="653" y="271"/>
                </a:lnTo>
                <a:lnTo>
                  <a:pt x="654" y="271"/>
                </a:lnTo>
                <a:lnTo>
                  <a:pt x="655" y="271"/>
                </a:lnTo>
                <a:lnTo>
                  <a:pt x="656" y="271"/>
                </a:lnTo>
                <a:lnTo>
                  <a:pt x="657" y="269"/>
                </a:lnTo>
                <a:lnTo>
                  <a:pt x="657" y="268"/>
                </a:lnTo>
                <a:lnTo>
                  <a:pt x="658" y="268"/>
                </a:lnTo>
                <a:lnTo>
                  <a:pt x="659" y="269"/>
                </a:lnTo>
                <a:lnTo>
                  <a:pt x="660" y="269"/>
                </a:lnTo>
                <a:lnTo>
                  <a:pt x="662" y="269"/>
                </a:lnTo>
                <a:lnTo>
                  <a:pt x="662" y="268"/>
                </a:lnTo>
                <a:lnTo>
                  <a:pt x="664" y="268"/>
                </a:lnTo>
                <a:lnTo>
                  <a:pt x="665" y="268"/>
                </a:lnTo>
                <a:lnTo>
                  <a:pt x="666" y="267"/>
                </a:lnTo>
                <a:lnTo>
                  <a:pt x="668" y="268"/>
                </a:lnTo>
                <a:lnTo>
                  <a:pt x="669" y="268"/>
                </a:lnTo>
                <a:lnTo>
                  <a:pt x="672" y="268"/>
                </a:lnTo>
                <a:lnTo>
                  <a:pt x="673" y="268"/>
                </a:lnTo>
                <a:lnTo>
                  <a:pt x="674" y="268"/>
                </a:lnTo>
                <a:lnTo>
                  <a:pt x="675" y="267"/>
                </a:lnTo>
                <a:lnTo>
                  <a:pt x="676" y="266"/>
                </a:lnTo>
                <a:lnTo>
                  <a:pt x="677" y="266"/>
                </a:lnTo>
                <a:lnTo>
                  <a:pt x="677" y="265"/>
                </a:lnTo>
                <a:lnTo>
                  <a:pt x="678" y="265"/>
                </a:lnTo>
                <a:lnTo>
                  <a:pt x="679" y="263"/>
                </a:lnTo>
                <a:lnTo>
                  <a:pt x="680" y="262"/>
                </a:lnTo>
                <a:lnTo>
                  <a:pt x="681" y="261"/>
                </a:lnTo>
                <a:lnTo>
                  <a:pt x="682" y="261"/>
                </a:lnTo>
                <a:lnTo>
                  <a:pt x="683" y="261"/>
                </a:lnTo>
                <a:lnTo>
                  <a:pt x="683" y="260"/>
                </a:lnTo>
                <a:lnTo>
                  <a:pt x="683" y="258"/>
                </a:lnTo>
                <a:lnTo>
                  <a:pt x="682" y="257"/>
                </a:lnTo>
                <a:lnTo>
                  <a:pt x="682" y="256"/>
                </a:lnTo>
                <a:lnTo>
                  <a:pt x="682" y="255"/>
                </a:lnTo>
                <a:lnTo>
                  <a:pt x="682" y="254"/>
                </a:lnTo>
                <a:lnTo>
                  <a:pt x="683" y="254"/>
                </a:lnTo>
                <a:lnTo>
                  <a:pt x="683" y="253"/>
                </a:lnTo>
                <a:lnTo>
                  <a:pt x="684" y="253"/>
                </a:lnTo>
                <a:lnTo>
                  <a:pt x="684" y="252"/>
                </a:lnTo>
                <a:lnTo>
                  <a:pt x="684" y="251"/>
                </a:lnTo>
                <a:lnTo>
                  <a:pt x="683" y="250"/>
                </a:lnTo>
                <a:lnTo>
                  <a:pt x="682" y="250"/>
                </a:lnTo>
                <a:lnTo>
                  <a:pt x="682" y="249"/>
                </a:lnTo>
                <a:lnTo>
                  <a:pt x="683" y="248"/>
                </a:lnTo>
                <a:lnTo>
                  <a:pt x="683" y="247"/>
                </a:lnTo>
                <a:lnTo>
                  <a:pt x="685" y="245"/>
                </a:lnTo>
                <a:lnTo>
                  <a:pt x="685" y="244"/>
                </a:lnTo>
                <a:lnTo>
                  <a:pt x="685" y="243"/>
                </a:lnTo>
                <a:lnTo>
                  <a:pt x="685" y="242"/>
                </a:lnTo>
                <a:lnTo>
                  <a:pt x="686" y="242"/>
                </a:lnTo>
                <a:lnTo>
                  <a:pt x="686" y="241"/>
                </a:lnTo>
                <a:lnTo>
                  <a:pt x="685" y="240"/>
                </a:lnTo>
                <a:lnTo>
                  <a:pt x="684" y="239"/>
                </a:lnTo>
                <a:lnTo>
                  <a:pt x="684" y="238"/>
                </a:lnTo>
                <a:lnTo>
                  <a:pt x="683" y="238"/>
                </a:lnTo>
                <a:lnTo>
                  <a:pt x="683" y="237"/>
                </a:lnTo>
                <a:lnTo>
                  <a:pt x="684" y="236"/>
                </a:lnTo>
                <a:lnTo>
                  <a:pt x="685" y="235"/>
                </a:lnTo>
                <a:lnTo>
                  <a:pt x="685" y="233"/>
                </a:lnTo>
                <a:lnTo>
                  <a:pt x="685" y="231"/>
                </a:lnTo>
                <a:lnTo>
                  <a:pt x="685" y="230"/>
                </a:lnTo>
                <a:lnTo>
                  <a:pt x="685" y="231"/>
                </a:lnTo>
                <a:lnTo>
                  <a:pt x="685" y="230"/>
                </a:lnTo>
                <a:lnTo>
                  <a:pt x="684" y="229"/>
                </a:lnTo>
                <a:lnTo>
                  <a:pt x="682" y="228"/>
                </a:lnTo>
                <a:lnTo>
                  <a:pt x="683" y="228"/>
                </a:lnTo>
                <a:lnTo>
                  <a:pt x="683" y="227"/>
                </a:lnTo>
                <a:lnTo>
                  <a:pt x="684" y="227"/>
                </a:lnTo>
                <a:lnTo>
                  <a:pt x="685" y="227"/>
                </a:lnTo>
                <a:lnTo>
                  <a:pt x="686" y="227"/>
                </a:lnTo>
                <a:lnTo>
                  <a:pt x="689" y="228"/>
                </a:lnTo>
                <a:lnTo>
                  <a:pt x="690" y="228"/>
                </a:lnTo>
                <a:lnTo>
                  <a:pt x="691" y="227"/>
                </a:lnTo>
                <a:lnTo>
                  <a:pt x="691" y="226"/>
                </a:lnTo>
                <a:lnTo>
                  <a:pt x="692" y="225"/>
                </a:lnTo>
                <a:lnTo>
                  <a:pt x="692" y="224"/>
                </a:lnTo>
                <a:lnTo>
                  <a:pt x="691" y="224"/>
                </a:lnTo>
                <a:lnTo>
                  <a:pt x="690" y="223"/>
                </a:lnTo>
                <a:lnTo>
                  <a:pt x="690" y="222"/>
                </a:lnTo>
                <a:lnTo>
                  <a:pt x="690" y="221"/>
                </a:lnTo>
                <a:lnTo>
                  <a:pt x="688" y="219"/>
                </a:lnTo>
                <a:lnTo>
                  <a:pt x="687" y="219"/>
                </a:lnTo>
                <a:lnTo>
                  <a:pt x="687" y="220"/>
                </a:lnTo>
                <a:lnTo>
                  <a:pt x="686" y="220"/>
                </a:lnTo>
                <a:lnTo>
                  <a:pt x="685" y="219"/>
                </a:lnTo>
                <a:lnTo>
                  <a:pt x="685" y="218"/>
                </a:lnTo>
                <a:lnTo>
                  <a:pt x="685" y="217"/>
                </a:lnTo>
                <a:lnTo>
                  <a:pt x="688" y="216"/>
                </a:lnTo>
                <a:lnTo>
                  <a:pt x="690" y="215"/>
                </a:lnTo>
                <a:lnTo>
                  <a:pt x="692" y="214"/>
                </a:lnTo>
                <a:lnTo>
                  <a:pt x="694" y="215"/>
                </a:lnTo>
                <a:lnTo>
                  <a:pt x="694" y="216"/>
                </a:lnTo>
                <a:lnTo>
                  <a:pt x="695" y="216"/>
                </a:lnTo>
                <a:lnTo>
                  <a:pt x="695" y="215"/>
                </a:lnTo>
                <a:lnTo>
                  <a:pt x="696" y="215"/>
                </a:lnTo>
                <a:lnTo>
                  <a:pt x="697" y="215"/>
                </a:lnTo>
                <a:lnTo>
                  <a:pt x="697" y="217"/>
                </a:lnTo>
                <a:lnTo>
                  <a:pt x="698" y="218"/>
                </a:lnTo>
                <a:lnTo>
                  <a:pt x="699" y="220"/>
                </a:lnTo>
                <a:lnTo>
                  <a:pt x="701" y="220"/>
                </a:lnTo>
                <a:lnTo>
                  <a:pt x="702" y="220"/>
                </a:lnTo>
                <a:lnTo>
                  <a:pt x="702" y="219"/>
                </a:lnTo>
                <a:lnTo>
                  <a:pt x="703" y="218"/>
                </a:lnTo>
                <a:lnTo>
                  <a:pt x="702" y="218"/>
                </a:lnTo>
                <a:lnTo>
                  <a:pt x="702" y="217"/>
                </a:lnTo>
                <a:lnTo>
                  <a:pt x="701" y="216"/>
                </a:lnTo>
                <a:lnTo>
                  <a:pt x="700" y="215"/>
                </a:lnTo>
                <a:lnTo>
                  <a:pt x="700" y="214"/>
                </a:lnTo>
                <a:lnTo>
                  <a:pt x="700" y="213"/>
                </a:lnTo>
                <a:lnTo>
                  <a:pt x="701" y="213"/>
                </a:lnTo>
                <a:lnTo>
                  <a:pt x="702" y="212"/>
                </a:lnTo>
                <a:lnTo>
                  <a:pt x="703" y="212"/>
                </a:lnTo>
                <a:lnTo>
                  <a:pt x="703" y="211"/>
                </a:lnTo>
                <a:lnTo>
                  <a:pt x="704" y="210"/>
                </a:lnTo>
                <a:lnTo>
                  <a:pt x="707" y="209"/>
                </a:lnTo>
                <a:lnTo>
                  <a:pt x="708" y="210"/>
                </a:lnTo>
                <a:lnTo>
                  <a:pt x="709" y="209"/>
                </a:lnTo>
                <a:lnTo>
                  <a:pt x="710" y="209"/>
                </a:lnTo>
                <a:lnTo>
                  <a:pt x="711" y="207"/>
                </a:lnTo>
                <a:lnTo>
                  <a:pt x="711" y="206"/>
                </a:lnTo>
                <a:lnTo>
                  <a:pt x="710" y="206"/>
                </a:lnTo>
                <a:lnTo>
                  <a:pt x="710" y="205"/>
                </a:lnTo>
                <a:lnTo>
                  <a:pt x="709" y="205"/>
                </a:lnTo>
                <a:lnTo>
                  <a:pt x="710" y="205"/>
                </a:lnTo>
                <a:lnTo>
                  <a:pt x="711" y="203"/>
                </a:lnTo>
                <a:lnTo>
                  <a:pt x="711" y="201"/>
                </a:lnTo>
                <a:lnTo>
                  <a:pt x="711" y="200"/>
                </a:lnTo>
                <a:lnTo>
                  <a:pt x="712" y="199"/>
                </a:lnTo>
                <a:lnTo>
                  <a:pt x="712" y="198"/>
                </a:lnTo>
                <a:lnTo>
                  <a:pt x="713" y="198"/>
                </a:lnTo>
                <a:lnTo>
                  <a:pt x="714" y="199"/>
                </a:lnTo>
                <a:lnTo>
                  <a:pt x="717" y="196"/>
                </a:lnTo>
                <a:lnTo>
                  <a:pt x="719" y="196"/>
                </a:lnTo>
                <a:lnTo>
                  <a:pt x="720" y="196"/>
                </a:lnTo>
                <a:lnTo>
                  <a:pt x="720" y="197"/>
                </a:lnTo>
                <a:lnTo>
                  <a:pt x="720" y="198"/>
                </a:lnTo>
                <a:lnTo>
                  <a:pt x="720" y="199"/>
                </a:lnTo>
                <a:lnTo>
                  <a:pt x="721" y="199"/>
                </a:lnTo>
                <a:lnTo>
                  <a:pt x="722" y="201"/>
                </a:lnTo>
                <a:lnTo>
                  <a:pt x="723" y="202"/>
                </a:lnTo>
                <a:lnTo>
                  <a:pt x="724" y="202"/>
                </a:lnTo>
                <a:lnTo>
                  <a:pt x="728" y="204"/>
                </a:lnTo>
                <a:lnTo>
                  <a:pt x="729" y="205"/>
                </a:lnTo>
                <a:lnTo>
                  <a:pt x="730" y="206"/>
                </a:lnTo>
                <a:lnTo>
                  <a:pt x="732" y="210"/>
                </a:lnTo>
                <a:lnTo>
                  <a:pt x="732" y="212"/>
                </a:lnTo>
                <a:lnTo>
                  <a:pt x="733" y="213"/>
                </a:lnTo>
                <a:lnTo>
                  <a:pt x="733" y="215"/>
                </a:lnTo>
                <a:lnTo>
                  <a:pt x="733" y="216"/>
                </a:lnTo>
                <a:lnTo>
                  <a:pt x="734" y="216"/>
                </a:lnTo>
                <a:lnTo>
                  <a:pt x="735" y="217"/>
                </a:lnTo>
                <a:lnTo>
                  <a:pt x="736" y="217"/>
                </a:lnTo>
                <a:lnTo>
                  <a:pt x="736" y="216"/>
                </a:lnTo>
                <a:lnTo>
                  <a:pt x="736" y="215"/>
                </a:lnTo>
                <a:lnTo>
                  <a:pt x="737" y="215"/>
                </a:lnTo>
                <a:lnTo>
                  <a:pt x="737" y="214"/>
                </a:lnTo>
                <a:lnTo>
                  <a:pt x="738" y="214"/>
                </a:lnTo>
                <a:lnTo>
                  <a:pt x="739" y="214"/>
                </a:lnTo>
                <a:lnTo>
                  <a:pt x="742" y="213"/>
                </a:lnTo>
                <a:lnTo>
                  <a:pt x="745" y="212"/>
                </a:lnTo>
                <a:lnTo>
                  <a:pt x="746" y="212"/>
                </a:lnTo>
                <a:lnTo>
                  <a:pt x="746" y="213"/>
                </a:lnTo>
                <a:lnTo>
                  <a:pt x="748" y="214"/>
                </a:lnTo>
                <a:lnTo>
                  <a:pt x="749" y="214"/>
                </a:lnTo>
                <a:lnTo>
                  <a:pt x="749" y="215"/>
                </a:lnTo>
                <a:lnTo>
                  <a:pt x="751" y="218"/>
                </a:lnTo>
                <a:lnTo>
                  <a:pt x="750" y="219"/>
                </a:lnTo>
                <a:lnTo>
                  <a:pt x="751" y="220"/>
                </a:lnTo>
                <a:lnTo>
                  <a:pt x="751" y="221"/>
                </a:lnTo>
                <a:lnTo>
                  <a:pt x="752" y="220"/>
                </a:lnTo>
                <a:lnTo>
                  <a:pt x="753" y="220"/>
                </a:lnTo>
                <a:lnTo>
                  <a:pt x="755" y="221"/>
                </a:lnTo>
                <a:lnTo>
                  <a:pt x="756" y="223"/>
                </a:lnTo>
                <a:lnTo>
                  <a:pt x="758" y="225"/>
                </a:lnTo>
                <a:lnTo>
                  <a:pt x="761" y="227"/>
                </a:lnTo>
                <a:lnTo>
                  <a:pt x="761" y="228"/>
                </a:lnTo>
                <a:lnTo>
                  <a:pt x="760" y="228"/>
                </a:lnTo>
                <a:lnTo>
                  <a:pt x="762" y="230"/>
                </a:lnTo>
                <a:lnTo>
                  <a:pt x="765" y="231"/>
                </a:lnTo>
                <a:lnTo>
                  <a:pt x="766" y="233"/>
                </a:lnTo>
                <a:lnTo>
                  <a:pt x="766" y="234"/>
                </a:lnTo>
                <a:lnTo>
                  <a:pt x="766" y="235"/>
                </a:lnTo>
                <a:lnTo>
                  <a:pt x="766" y="236"/>
                </a:lnTo>
                <a:lnTo>
                  <a:pt x="766" y="237"/>
                </a:lnTo>
                <a:lnTo>
                  <a:pt x="768" y="239"/>
                </a:lnTo>
                <a:lnTo>
                  <a:pt x="770" y="241"/>
                </a:lnTo>
                <a:lnTo>
                  <a:pt x="771" y="242"/>
                </a:lnTo>
                <a:lnTo>
                  <a:pt x="772" y="242"/>
                </a:lnTo>
                <a:lnTo>
                  <a:pt x="772" y="241"/>
                </a:lnTo>
                <a:lnTo>
                  <a:pt x="772" y="238"/>
                </a:lnTo>
                <a:lnTo>
                  <a:pt x="773" y="238"/>
                </a:lnTo>
                <a:lnTo>
                  <a:pt x="773" y="237"/>
                </a:lnTo>
                <a:lnTo>
                  <a:pt x="773" y="236"/>
                </a:lnTo>
                <a:lnTo>
                  <a:pt x="772" y="234"/>
                </a:lnTo>
                <a:lnTo>
                  <a:pt x="770" y="231"/>
                </a:lnTo>
                <a:lnTo>
                  <a:pt x="771" y="229"/>
                </a:lnTo>
                <a:lnTo>
                  <a:pt x="771" y="227"/>
                </a:lnTo>
                <a:lnTo>
                  <a:pt x="770" y="225"/>
                </a:lnTo>
                <a:lnTo>
                  <a:pt x="770" y="223"/>
                </a:lnTo>
                <a:lnTo>
                  <a:pt x="769" y="221"/>
                </a:lnTo>
                <a:lnTo>
                  <a:pt x="768" y="221"/>
                </a:lnTo>
                <a:lnTo>
                  <a:pt x="768" y="222"/>
                </a:lnTo>
                <a:lnTo>
                  <a:pt x="767" y="222"/>
                </a:lnTo>
                <a:lnTo>
                  <a:pt x="766" y="222"/>
                </a:lnTo>
                <a:lnTo>
                  <a:pt x="766" y="221"/>
                </a:lnTo>
                <a:lnTo>
                  <a:pt x="765" y="221"/>
                </a:lnTo>
                <a:lnTo>
                  <a:pt x="765" y="220"/>
                </a:lnTo>
                <a:lnTo>
                  <a:pt x="765" y="219"/>
                </a:lnTo>
                <a:lnTo>
                  <a:pt x="765" y="218"/>
                </a:lnTo>
                <a:lnTo>
                  <a:pt x="766" y="218"/>
                </a:lnTo>
                <a:lnTo>
                  <a:pt x="767" y="217"/>
                </a:lnTo>
                <a:lnTo>
                  <a:pt x="767" y="216"/>
                </a:lnTo>
                <a:lnTo>
                  <a:pt x="767" y="215"/>
                </a:lnTo>
                <a:lnTo>
                  <a:pt x="766" y="215"/>
                </a:lnTo>
                <a:lnTo>
                  <a:pt x="766" y="213"/>
                </a:lnTo>
                <a:lnTo>
                  <a:pt x="768" y="206"/>
                </a:lnTo>
                <a:lnTo>
                  <a:pt x="769" y="206"/>
                </a:lnTo>
                <a:lnTo>
                  <a:pt x="769" y="207"/>
                </a:lnTo>
                <a:lnTo>
                  <a:pt x="771" y="210"/>
                </a:lnTo>
                <a:lnTo>
                  <a:pt x="772" y="210"/>
                </a:lnTo>
                <a:lnTo>
                  <a:pt x="773" y="210"/>
                </a:lnTo>
                <a:lnTo>
                  <a:pt x="772" y="207"/>
                </a:lnTo>
                <a:lnTo>
                  <a:pt x="772" y="206"/>
                </a:lnTo>
                <a:lnTo>
                  <a:pt x="771" y="206"/>
                </a:lnTo>
                <a:lnTo>
                  <a:pt x="770" y="206"/>
                </a:lnTo>
                <a:lnTo>
                  <a:pt x="770" y="205"/>
                </a:lnTo>
                <a:lnTo>
                  <a:pt x="769" y="204"/>
                </a:lnTo>
                <a:lnTo>
                  <a:pt x="770" y="203"/>
                </a:lnTo>
                <a:lnTo>
                  <a:pt x="770" y="202"/>
                </a:lnTo>
                <a:lnTo>
                  <a:pt x="771" y="201"/>
                </a:lnTo>
                <a:lnTo>
                  <a:pt x="772" y="198"/>
                </a:lnTo>
                <a:lnTo>
                  <a:pt x="773" y="197"/>
                </a:lnTo>
                <a:lnTo>
                  <a:pt x="774" y="197"/>
                </a:lnTo>
                <a:lnTo>
                  <a:pt x="774" y="196"/>
                </a:lnTo>
                <a:lnTo>
                  <a:pt x="776" y="196"/>
                </a:lnTo>
                <a:lnTo>
                  <a:pt x="778" y="195"/>
                </a:lnTo>
                <a:lnTo>
                  <a:pt x="780" y="196"/>
                </a:lnTo>
                <a:lnTo>
                  <a:pt x="781" y="197"/>
                </a:lnTo>
                <a:lnTo>
                  <a:pt x="782" y="197"/>
                </a:lnTo>
                <a:lnTo>
                  <a:pt x="783" y="198"/>
                </a:lnTo>
                <a:lnTo>
                  <a:pt x="783" y="197"/>
                </a:lnTo>
                <a:lnTo>
                  <a:pt x="783" y="196"/>
                </a:lnTo>
                <a:lnTo>
                  <a:pt x="783" y="195"/>
                </a:lnTo>
                <a:lnTo>
                  <a:pt x="782" y="195"/>
                </a:lnTo>
                <a:lnTo>
                  <a:pt x="782" y="194"/>
                </a:lnTo>
                <a:lnTo>
                  <a:pt x="781" y="194"/>
                </a:lnTo>
                <a:lnTo>
                  <a:pt x="780" y="194"/>
                </a:lnTo>
                <a:lnTo>
                  <a:pt x="780" y="193"/>
                </a:lnTo>
                <a:lnTo>
                  <a:pt x="779" y="193"/>
                </a:lnTo>
                <a:lnTo>
                  <a:pt x="779" y="192"/>
                </a:lnTo>
                <a:lnTo>
                  <a:pt x="778" y="191"/>
                </a:lnTo>
                <a:lnTo>
                  <a:pt x="777" y="191"/>
                </a:lnTo>
                <a:lnTo>
                  <a:pt x="778" y="189"/>
                </a:lnTo>
                <a:lnTo>
                  <a:pt x="778" y="188"/>
                </a:lnTo>
                <a:lnTo>
                  <a:pt x="777" y="188"/>
                </a:lnTo>
                <a:lnTo>
                  <a:pt x="777" y="187"/>
                </a:lnTo>
                <a:lnTo>
                  <a:pt x="776" y="186"/>
                </a:lnTo>
                <a:lnTo>
                  <a:pt x="777" y="184"/>
                </a:lnTo>
                <a:lnTo>
                  <a:pt x="778" y="183"/>
                </a:lnTo>
                <a:lnTo>
                  <a:pt x="779" y="183"/>
                </a:lnTo>
                <a:lnTo>
                  <a:pt x="780" y="183"/>
                </a:lnTo>
                <a:lnTo>
                  <a:pt x="781" y="184"/>
                </a:lnTo>
                <a:lnTo>
                  <a:pt x="782" y="184"/>
                </a:lnTo>
                <a:lnTo>
                  <a:pt x="782" y="182"/>
                </a:lnTo>
                <a:lnTo>
                  <a:pt x="782" y="181"/>
                </a:lnTo>
                <a:lnTo>
                  <a:pt x="782" y="180"/>
                </a:lnTo>
                <a:lnTo>
                  <a:pt x="781" y="180"/>
                </a:lnTo>
                <a:lnTo>
                  <a:pt x="781" y="179"/>
                </a:lnTo>
                <a:lnTo>
                  <a:pt x="781" y="178"/>
                </a:lnTo>
                <a:lnTo>
                  <a:pt x="781" y="176"/>
                </a:lnTo>
                <a:lnTo>
                  <a:pt x="782" y="176"/>
                </a:lnTo>
                <a:lnTo>
                  <a:pt x="784" y="176"/>
                </a:lnTo>
                <a:lnTo>
                  <a:pt x="785" y="176"/>
                </a:lnTo>
                <a:lnTo>
                  <a:pt x="787" y="175"/>
                </a:lnTo>
                <a:lnTo>
                  <a:pt x="788" y="173"/>
                </a:lnTo>
                <a:lnTo>
                  <a:pt x="790" y="173"/>
                </a:lnTo>
                <a:lnTo>
                  <a:pt x="792" y="173"/>
                </a:lnTo>
                <a:lnTo>
                  <a:pt x="793" y="173"/>
                </a:lnTo>
                <a:lnTo>
                  <a:pt x="795" y="173"/>
                </a:lnTo>
                <a:lnTo>
                  <a:pt x="795" y="174"/>
                </a:lnTo>
                <a:lnTo>
                  <a:pt x="796" y="174"/>
                </a:lnTo>
                <a:lnTo>
                  <a:pt x="796" y="175"/>
                </a:lnTo>
                <a:lnTo>
                  <a:pt x="799" y="175"/>
                </a:lnTo>
                <a:lnTo>
                  <a:pt x="800" y="176"/>
                </a:lnTo>
                <a:lnTo>
                  <a:pt x="799" y="178"/>
                </a:lnTo>
                <a:lnTo>
                  <a:pt x="799" y="180"/>
                </a:lnTo>
                <a:lnTo>
                  <a:pt x="800" y="180"/>
                </a:lnTo>
                <a:lnTo>
                  <a:pt x="801" y="181"/>
                </a:lnTo>
                <a:lnTo>
                  <a:pt x="801" y="182"/>
                </a:lnTo>
                <a:lnTo>
                  <a:pt x="801" y="183"/>
                </a:lnTo>
                <a:lnTo>
                  <a:pt x="802" y="184"/>
                </a:lnTo>
                <a:lnTo>
                  <a:pt x="802" y="185"/>
                </a:lnTo>
                <a:lnTo>
                  <a:pt x="801" y="185"/>
                </a:lnTo>
                <a:lnTo>
                  <a:pt x="800" y="186"/>
                </a:lnTo>
                <a:lnTo>
                  <a:pt x="799" y="189"/>
                </a:lnTo>
                <a:lnTo>
                  <a:pt x="801" y="190"/>
                </a:lnTo>
                <a:lnTo>
                  <a:pt x="802" y="190"/>
                </a:lnTo>
                <a:lnTo>
                  <a:pt x="803" y="191"/>
                </a:lnTo>
                <a:lnTo>
                  <a:pt x="803" y="192"/>
                </a:lnTo>
                <a:lnTo>
                  <a:pt x="803" y="193"/>
                </a:lnTo>
                <a:lnTo>
                  <a:pt x="804" y="193"/>
                </a:lnTo>
                <a:lnTo>
                  <a:pt x="805" y="195"/>
                </a:lnTo>
                <a:lnTo>
                  <a:pt x="806" y="194"/>
                </a:lnTo>
                <a:lnTo>
                  <a:pt x="806" y="193"/>
                </a:lnTo>
                <a:lnTo>
                  <a:pt x="807" y="191"/>
                </a:lnTo>
                <a:lnTo>
                  <a:pt x="808" y="191"/>
                </a:lnTo>
                <a:lnTo>
                  <a:pt x="809" y="191"/>
                </a:lnTo>
                <a:lnTo>
                  <a:pt x="810" y="190"/>
                </a:lnTo>
                <a:lnTo>
                  <a:pt x="812" y="190"/>
                </a:lnTo>
                <a:lnTo>
                  <a:pt x="812" y="189"/>
                </a:lnTo>
                <a:lnTo>
                  <a:pt x="813" y="189"/>
                </a:lnTo>
                <a:lnTo>
                  <a:pt x="814" y="189"/>
                </a:lnTo>
                <a:lnTo>
                  <a:pt x="815" y="188"/>
                </a:lnTo>
                <a:lnTo>
                  <a:pt x="818" y="189"/>
                </a:lnTo>
                <a:lnTo>
                  <a:pt x="818" y="188"/>
                </a:lnTo>
                <a:lnTo>
                  <a:pt x="819" y="188"/>
                </a:lnTo>
                <a:lnTo>
                  <a:pt x="820" y="189"/>
                </a:lnTo>
                <a:lnTo>
                  <a:pt x="820" y="190"/>
                </a:lnTo>
                <a:lnTo>
                  <a:pt x="819" y="190"/>
                </a:lnTo>
                <a:lnTo>
                  <a:pt x="819" y="191"/>
                </a:lnTo>
                <a:lnTo>
                  <a:pt x="820" y="191"/>
                </a:lnTo>
                <a:lnTo>
                  <a:pt x="821" y="191"/>
                </a:lnTo>
                <a:lnTo>
                  <a:pt x="824" y="191"/>
                </a:lnTo>
                <a:lnTo>
                  <a:pt x="825" y="190"/>
                </a:lnTo>
                <a:lnTo>
                  <a:pt x="827" y="188"/>
                </a:lnTo>
                <a:lnTo>
                  <a:pt x="830" y="188"/>
                </a:lnTo>
                <a:lnTo>
                  <a:pt x="833" y="190"/>
                </a:lnTo>
                <a:lnTo>
                  <a:pt x="834" y="190"/>
                </a:lnTo>
                <a:lnTo>
                  <a:pt x="834" y="191"/>
                </a:lnTo>
                <a:lnTo>
                  <a:pt x="835" y="193"/>
                </a:lnTo>
                <a:lnTo>
                  <a:pt x="837" y="192"/>
                </a:lnTo>
                <a:lnTo>
                  <a:pt x="838" y="192"/>
                </a:lnTo>
                <a:lnTo>
                  <a:pt x="839" y="192"/>
                </a:lnTo>
                <a:lnTo>
                  <a:pt x="841" y="194"/>
                </a:lnTo>
                <a:lnTo>
                  <a:pt x="842" y="195"/>
                </a:lnTo>
                <a:lnTo>
                  <a:pt x="844" y="196"/>
                </a:lnTo>
                <a:lnTo>
                  <a:pt x="845" y="196"/>
                </a:lnTo>
                <a:lnTo>
                  <a:pt x="845" y="195"/>
                </a:lnTo>
                <a:lnTo>
                  <a:pt x="846" y="195"/>
                </a:lnTo>
                <a:lnTo>
                  <a:pt x="848" y="193"/>
                </a:lnTo>
                <a:lnTo>
                  <a:pt x="848" y="194"/>
                </a:lnTo>
                <a:lnTo>
                  <a:pt x="849" y="194"/>
                </a:lnTo>
                <a:lnTo>
                  <a:pt x="850" y="194"/>
                </a:lnTo>
                <a:lnTo>
                  <a:pt x="851" y="192"/>
                </a:lnTo>
                <a:lnTo>
                  <a:pt x="852" y="191"/>
                </a:lnTo>
                <a:lnTo>
                  <a:pt x="852" y="190"/>
                </a:lnTo>
                <a:lnTo>
                  <a:pt x="853" y="191"/>
                </a:lnTo>
                <a:lnTo>
                  <a:pt x="854" y="191"/>
                </a:lnTo>
                <a:lnTo>
                  <a:pt x="855" y="190"/>
                </a:lnTo>
                <a:lnTo>
                  <a:pt x="855" y="189"/>
                </a:lnTo>
                <a:lnTo>
                  <a:pt x="856" y="188"/>
                </a:lnTo>
                <a:lnTo>
                  <a:pt x="855" y="188"/>
                </a:lnTo>
                <a:lnTo>
                  <a:pt x="852" y="186"/>
                </a:lnTo>
                <a:lnTo>
                  <a:pt x="851" y="185"/>
                </a:lnTo>
                <a:lnTo>
                  <a:pt x="850" y="185"/>
                </a:lnTo>
                <a:lnTo>
                  <a:pt x="849" y="185"/>
                </a:lnTo>
                <a:lnTo>
                  <a:pt x="848" y="184"/>
                </a:lnTo>
                <a:lnTo>
                  <a:pt x="848" y="183"/>
                </a:lnTo>
                <a:lnTo>
                  <a:pt x="848" y="182"/>
                </a:lnTo>
                <a:lnTo>
                  <a:pt x="847" y="179"/>
                </a:lnTo>
                <a:lnTo>
                  <a:pt x="847" y="178"/>
                </a:lnTo>
                <a:lnTo>
                  <a:pt x="847" y="177"/>
                </a:lnTo>
                <a:lnTo>
                  <a:pt x="848" y="176"/>
                </a:lnTo>
                <a:lnTo>
                  <a:pt x="847" y="175"/>
                </a:lnTo>
                <a:lnTo>
                  <a:pt x="846" y="175"/>
                </a:lnTo>
                <a:lnTo>
                  <a:pt x="845" y="173"/>
                </a:lnTo>
                <a:lnTo>
                  <a:pt x="845" y="172"/>
                </a:lnTo>
                <a:lnTo>
                  <a:pt x="845" y="171"/>
                </a:lnTo>
                <a:lnTo>
                  <a:pt x="846" y="169"/>
                </a:lnTo>
                <a:lnTo>
                  <a:pt x="847" y="165"/>
                </a:lnTo>
                <a:lnTo>
                  <a:pt x="849" y="162"/>
                </a:lnTo>
                <a:lnTo>
                  <a:pt x="850" y="160"/>
                </a:lnTo>
                <a:lnTo>
                  <a:pt x="851" y="160"/>
                </a:lnTo>
                <a:lnTo>
                  <a:pt x="852" y="159"/>
                </a:lnTo>
                <a:lnTo>
                  <a:pt x="852" y="158"/>
                </a:lnTo>
                <a:lnTo>
                  <a:pt x="851" y="157"/>
                </a:lnTo>
                <a:lnTo>
                  <a:pt x="851" y="156"/>
                </a:lnTo>
                <a:lnTo>
                  <a:pt x="851" y="155"/>
                </a:lnTo>
                <a:lnTo>
                  <a:pt x="852" y="155"/>
                </a:lnTo>
                <a:lnTo>
                  <a:pt x="852" y="154"/>
                </a:lnTo>
                <a:lnTo>
                  <a:pt x="850" y="153"/>
                </a:lnTo>
                <a:lnTo>
                  <a:pt x="848" y="152"/>
                </a:lnTo>
                <a:lnTo>
                  <a:pt x="848" y="151"/>
                </a:lnTo>
                <a:lnTo>
                  <a:pt x="848" y="150"/>
                </a:lnTo>
                <a:lnTo>
                  <a:pt x="848" y="149"/>
                </a:lnTo>
                <a:lnTo>
                  <a:pt x="847" y="149"/>
                </a:lnTo>
                <a:lnTo>
                  <a:pt x="846" y="150"/>
                </a:lnTo>
                <a:lnTo>
                  <a:pt x="846" y="151"/>
                </a:lnTo>
                <a:lnTo>
                  <a:pt x="845" y="152"/>
                </a:lnTo>
                <a:lnTo>
                  <a:pt x="845" y="153"/>
                </a:lnTo>
                <a:lnTo>
                  <a:pt x="844" y="153"/>
                </a:lnTo>
                <a:lnTo>
                  <a:pt x="843" y="153"/>
                </a:lnTo>
                <a:lnTo>
                  <a:pt x="842" y="153"/>
                </a:lnTo>
                <a:lnTo>
                  <a:pt x="842" y="152"/>
                </a:lnTo>
                <a:lnTo>
                  <a:pt x="839" y="151"/>
                </a:lnTo>
                <a:lnTo>
                  <a:pt x="838" y="151"/>
                </a:lnTo>
                <a:lnTo>
                  <a:pt x="838" y="152"/>
                </a:lnTo>
                <a:lnTo>
                  <a:pt x="838" y="153"/>
                </a:lnTo>
                <a:lnTo>
                  <a:pt x="837" y="154"/>
                </a:lnTo>
                <a:lnTo>
                  <a:pt x="836" y="154"/>
                </a:lnTo>
                <a:lnTo>
                  <a:pt x="835" y="154"/>
                </a:lnTo>
                <a:lnTo>
                  <a:pt x="835" y="155"/>
                </a:lnTo>
                <a:lnTo>
                  <a:pt x="835" y="156"/>
                </a:lnTo>
                <a:lnTo>
                  <a:pt x="834" y="157"/>
                </a:lnTo>
                <a:lnTo>
                  <a:pt x="834" y="158"/>
                </a:lnTo>
                <a:lnTo>
                  <a:pt x="832" y="160"/>
                </a:lnTo>
                <a:lnTo>
                  <a:pt x="832" y="161"/>
                </a:lnTo>
                <a:lnTo>
                  <a:pt x="831" y="161"/>
                </a:lnTo>
                <a:lnTo>
                  <a:pt x="829" y="163"/>
                </a:lnTo>
                <a:lnTo>
                  <a:pt x="828" y="163"/>
                </a:lnTo>
                <a:lnTo>
                  <a:pt x="827" y="162"/>
                </a:lnTo>
                <a:lnTo>
                  <a:pt x="826" y="162"/>
                </a:lnTo>
                <a:lnTo>
                  <a:pt x="825" y="162"/>
                </a:lnTo>
                <a:lnTo>
                  <a:pt x="824" y="163"/>
                </a:lnTo>
                <a:lnTo>
                  <a:pt x="822" y="163"/>
                </a:lnTo>
                <a:lnTo>
                  <a:pt x="821" y="163"/>
                </a:lnTo>
                <a:lnTo>
                  <a:pt x="820" y="162"/>
                </a:lnTo>
                <a:lnTo>
                  <a:pt x="819" y="162"/>
                </a:lnTo>
                <a:lnTo>
                  <a:pt x="819" y="158"/>
                </a:lnTo>
                <a:lnTo>
                  <a:pt x="819" y="156"/>
                </a:lnTo>
                <a:lnTo>
                  <a:pt x="822" y="153"/>
                </a:lnTo>
                <a:lnTo>
                  <a:pt x="824" y="152"/>
                </a:lnTo>
                <a:lnTo>
                  <a:pt x="827" y="150"/>
                </a:lnTo>
                <a:lnTo>
                  <a:pt x="828" y="151"/>
                </a:lnTo>
                <a:lnTo>
                  <a:pt x="828" y="152"/>
                </a:lnTo>
                <a:lnTo>
                  <a:pt x="829" y="152"/>
                </a:lnTo>
                <a:lnTo>
                  <a:pt x="829" y="153"/>
                </a:lnTo>
                <a:lnTo>
                  <a:pt x="830" y="152"/>
                </a:lnTo>
                <a:lnTo>
                  <a:pt x="831" y="152"/>
                </a:lnTo>
                <a:lnTo>
                  <a:pt x="831" y="151"/>
                </a:lnTo>
                <a:lnTo>
                  <a:pt x="830" y="151"/>
                </a:lnTo>
                <a:lnTo>
                  <a:pt x="830" y="150"/>
                </a:lnTo>
                <a:lnTo>
                  <a:pt x="831" y="149"/>
                </a:lnTo>
                <a:lnTo>
                  <a:pt x="832" y="149"/>
                </a:lnTo>
                <a:lnTo>
                  <a:pt x="832" y="150"/>
                </a:lnTo>
                <a:lnTo>
                  <a:pt x="833" y="150"/>
                </a:lnTo>
                <a:lnTo>
                  <a:pt x="834" y="150"/>
                </a:lnTo>
                <a:lnTo>
                  <a:pt x="834" y="149"/>
                </a:lnTo>
                <a:lnTo>
                  <a:pt x="834" y="148"/>
                </a:lnTo>
                <a:lnTo>
                  <a:pt x="835" y="146"/>
                </a:lnTo>
                <a:lnTo>
                  <a:pt x="836" y="145"/>
                </a:lnTo>
                <a:lnTo>
                  <a:pt x="837" y="145"/>
                </a:lnTo>
                <a:lnTo>
                  <a:pt x="837" y="146"/>
                </a:lnTo>
                <a:lnTo>
                  <a:pt x="838" y="146"/>
                </a:lnTo>
                <a:lnTo>
                  <a:pt x="838" y="145"/>
                </a:lnTo>
                <a:lnTo>
                  <a:pt x="836" y="143"/>
                </a:lnTo>
                <a:lnTo>
                  <a:pt x="836" y="142"/>
                </a:lnTo>
                <a:lnTo>
                  <a:pt x="840" y="139"/>
                </a:lnTo>
                <a:lnTo>
                  <a:pt x="841" y="139"/>
                </a:lnTo>
                <a:lnTo>
                  <a:pt x="844" y="140"/>
                </a:lnTo>
                <a:lnTo>
                  <a:pt x="845" y="140"/>
                </a:lnTo>
                <a:lnTo>
                  <a:pt x="846" y="140"/>
                </a:lnTo>
                <a:lnTo>
                  <a:pt x="846" y="139"/>
                </a:lnTo>
                <a:lnTo>
                  <a:pt x="847" y="139"/>
                </a:lnTo>
                <a:lnTo>
                  <a:pt x="847" y="140"/>
                </a:lnTo>
                <a:lnTo>
                  <a:pt x="848" y="140"/>
                </a:lnTo>
                <a:lnTo>
                  <a:pt x="851" y="141"/>
                </a:lnTo>
                <a:lnTo>
                  <a:pt x="852" y="142"/>
                </a:lnTo>
                <a:lnTo>
                  <a:pt x="852" y="140"/>
                </a:lnTo>
                <a:lnTo>
                  <a:pt x="852" y="139"/>
                </a:lnTo>
                <a:lnTo>
                  <a:pt x="853" y="139"/>
                </a:lnTo>
                <a:lnTo>
                  <a:pt x="855" y="136"/>
                </a:lnTo>
                <a:lnTo>
                  <a:pt x="856" y="136"/>
                </a:lnTo>
                <a:lnTo>
                  <a:pt x="857" y="136"/>
                </a:lnTo>
                <a:lnTo>
                  <a:pt x="858" y="136"/>
                </a:lnTo>
                <a:lnTo>
                  <a:pt x="858" y="135"/>
                </a:lnTo>
                <a:lnTo>
                  <a:pt x="859" y="135"/>
                </a:lnTo>
                <a:lnTo>
                  <a:pt x="860" y="135"/>
                </a:lnTo>
                <a:lnTo>
                  <a:pt x="861" y="135"/>
                </a:lnTo>
                <a:lnTo>
                  <a:pt x="862" y="136"/>
                </a:lnTo>
                <a:lnTo>
                  <a:pt x="863" y="136"/>
                </a:lnTo>
                <a:lnTo>
                  <a:pt x="864" y="137"/>
                </a:lnTo>
                <a:lnTo>
                  <a:pt x="864" y="138"/>
                </a:lnTo>
                <a:lnTo>
                  <a:pt x="865" y="141"/>
                </a:lnTo>
                <a:lnTo>
                  <a:pt x="864" y="141"/>
                </a:lnTo>
                <a:lnTo>
                  <a:pt x="864" y="142"/>
                </a:lnTo>
                <a:lnTo>
                  <a:pt x="863" y="143"/>
                </a:lnTo>
                <a:lnTo>
                  <a:pt x="862" y="143"/>
                </a:lnTo>
                <a:lnTo>
                  <a:pt x="862" y="144"/>
                </a:lnTo>
                <a:lnTo>
                  <a:pt x="862" y="145"/>
                </a:lnTo>
                <a:lnTo>
                  <a:pt x="863" y="146"/>
                </a:lnTo>
                <a:lnTo>
                  <a:pt x="863" y="147"/>
                </a:lnTo>
                <a:lnTo>
                  <a:pt x="865" y="148"/>
                </a:lnTo>
                <a:lnTo>
                  <a:pt x="865" y="149"/>
                </a:lnTo>
                <a:lnTo>
                  <a:pt x="866" y="149"/>
                </a:lnTo>
                <a:lnTo>
                  <a:pt x="866" y="148"/>
                </a:lnTo>
                <a:lnTo>
                  <a:pt x="867" y="147"/>
                </a:lnTo>
                <a:lnTo>
                  <a:pt x="867" y="146"/>
                </a:lnTo>
                <a:lnTo>
                  <a:pt x="867" y="145"/>
                </a:lnTo>
                <a:lnTo>
                  <a:pt x="868" y="144"/>
                </a:lnTo>
                <a:lnTo>
                  <a:pt x="869" y="145"/>
                </a:lnTo>
                <a:lnTo>
                  <a:pt x="870" y="145"/>
                </a:lnTo>
                <a:lnTo>
                  <a:pt x="871" y="145"/>
                </a:lnTo>
                <a:lnTo>
                  <a:pt x="871" y="144"/>
                </a:lnTo>
                <a:lnTo>
                  <a:pt x="872" y="143"/>
                </a:lnTo>
                <a:lnTo>
                  <a:pt x="873" y="142"/>
                </a:lnTo>
                <a:lnTo>
                  <a:pt x="873" y="141"/>
                </a:lnTo>
                <a:lnTo>
                  <a:pt x="870" y="140"/>
                </a:lnTo>
                <a:lnTo>
                  <a:pt x="868" y="137"/>
                </a:lnTo>
                <a:lnTo>
                  <a:pt x="868" y="136"/>
                </a:lnTo>
                <a:lnTo>
                  <a:pt x="869" y="136"/>
                </a:lnTo>
                <a:lnTo>
                  <a:pt x="869" y="135"/>
                </a:lnTo>
                <a:lnTo>
                  <a:pt x="870" y="135"/>
                </a:lnTo>
                <a:lnTo>
                  <a:pt x="871" y="135"/>
                </a:lnTo>
                <a:lnTo>
                  <a:pt x="872" y="136"/>
                </a:lnTo>
                <a:lnTo>
                  <a:pt x="873" y="136"/>
                </a:lnTo>
                <a:lnTo>
                  <a:pt x="875" y="137"/>
                </a:lnTo>
                <a:lnTo>
                  <a:pt x="875" y="138"/>
                </a:lnTo>
                <a:lnTo>
                  <a:pt x="876" y="139"/>
                </a:lnTo>
                <a:lnTo>
                  <a:pt x="875" y="141"/>
                </a:lnTo>
                <a:lnTo>
                  <a:pt x="875" y="142"/>
                </a:lnTo>
                <a:lnTo>
                  <a:pt x="874" y="142"/>
                </a:lnTo>
                <a:lnTo>
                  <a:pt x="874" y="143"/>
                </a:lnTo>
                <a:lnTo>
                  <a:pt x="874" y="144"/>
                </a:lnTo>
                <a:lnTo>
                  <a:pt x="875" y="144"/>
                </a:lnTo>
                <a:lnTo>
                  <a:pt x="876" y="144"/>
                </a:lnTo>
                <a:lnTo>
                  <a:pt x="876" y="145"/>
                </a:lnTo>
                <a:lnTo>
                  <a:pt x="876" y="146"/>
                </a:lnTo>
                <a:lnTo>
                  <a:pt x="876" y="147"/>
                </a:lnTo>
                <a:lnTo>
                  <a:pt x="876" y="148"/>
                </a:lnTo>
                <a:lnTo>
                  <a:pt x="876" y="149"/>
                </a:lnTo>
                <a:lnTo>
                  <a:pt x="878" y="149"/>
                </a:lnTo>
                <a:lnTo>
                  <a:pt x="879" y="149"/>
                </a:lnTo>
                <a:lnTo>
                  <a:pt x="880" y="149"/>
                </a:lnTo>
                <a:lnTo>
                  <a:pt x="881" y="149"/>
                </a:lnTo>
                <a:lnTo>
                  <a:pt x="882" y="149"/>
                </a:lnTo>
                <a:lnTo>
                  <a:pt x="883" y="150"/>
                </a:lnTo>
                <a:lnTo>
                  <a:pt x="885" y="152"/>
                </a:lnTo>
                <a:lnTo>
                  <a:pt x="886" y="153"/>
                </a:lnTo>
                <a:lnTo>
                  <a:pt x="887" y="153"/>
                </a:lnTo>
                <a:lnTo>
                  <a:pt x="890" y="153"/>
                </a:lnTo>
                <a:lnTo>
                  <a:pt x="892" y="153"/>
                </a:lnTo>
                <a:lnTo>
                  <a:pt x="893" y="153"/>
                </a:lnTo>
                <a:lnTo>
                  <a:pt x="895" y="152"/>
                </a:lnTo>
                <a:lnTo>
                  <a:pt x="896" y="151"/>
                </a:lnTo>
                <a:lnTo>
                  <a:pt x="895" y="151"/>
                </a:lnTo>
                <a:lnTo>
                  <a:pt x="895" y="150"/>
                </a:lnTo>
                <a:lnTo>
                  <a:pt x="895" y="149"/>
                </a:lnTo>
                <a:lnTo>
                  <a:pt x="896" y="149"/>
                </a:lnTo>
                <a:lnTo>
                  <a:pt x="898" y="149"/>
                </a:lnTo>
                <a:lnTo>
                  <a:pt x="899" y="149"/>
                </a:lnTo>
                <a:lnTo>
                  <a:pt x="901" y="149"/>
                </a:lnTo>
                <a:lnTo>
                  <a:pt x="900" y="146"/>
                </a:lnTo>
                <a:lnTo>
                  <a:pt x="900" y="144"/>
                </a:lnTo>
                <a:lnTo>
                  <a:pt x="899" y="144"/>
                </a:lnTo>
                <a:lnTo>
                  <a:pt x="898" y="143"/>
                </a:lnTo>
                <a:lnTo>
                  <a:pt x="898" y="142"/>
                </a:lnTo>
                <a:lnTo>
                  <a:pt x="899" y="141"/>
                </a:lnTo>
                <a:lnTo>
                  <a:pt x="900" y="141"/>
                </a:lnTo>
                <a:lnTo>
                  <a:pt x="899" y="139"/>
                </a:lnTo>
                <a:lnTo>
                  <a:pt x="899" y="138"/>
                </a:lnTo>
                <a:lnTo>
                  <a:pt x="899" y="137"/>
                </a:lnTo>
                <a:lnTo>
                  <a:pt x="900" y="136"/>
                </a:lnTo>
                <a:lnTo>
                  <a:pt x="900" y="135"/>
                </a:lnTo>
                <a:lnTo>
                  <a:pt x="900" y="134"/>
                </a:lnTo>
                <a:lnTo>
                  <a:pt x="899" y="134"/>
                </a:lnTo>
                <a:lnTo>
                  <a:pt x="899" y="133"/>
                </a:lnTo>
                <a:lnTo>
                  <a:pt x="899" y="131"/>
                </a:lnTo>
                <a:lnTo>
                  <a:pt x="899" y="128"/>
                </a:lnTo>
                <a:lnTo>
                  <a:pt x="900" y="127"/>
                </a:lnTo>
                <a:lnTo>
                  <a:pt x="902" y="127"/>
                </a:lnTo>
                <a:lnTo>
                  <a:pt x="903" y="127"/>
                </a:lnTo>
                <a:lnTo>
                  <a:pt x="905" y="125"/>
                </a:lnTo>
                <a:lnTo>
                  <a:pt x="905" y="124"/>
                </a:lnTo>
                <a:lnTo>
                  <a:pt x="908" y="121"/>
                </a:lnTo>
                <a:lnTo>
                  <a:pt x="909" y="120"/>
                </a:lnTo>
                <a:lnTo>
                  <a:pt x="909" y="118"/>
                </a:lnTo>
                <a:lnTo>
                  <a:pt x="909" y="117"/>
                </a:lnTo>
                <a:lnTo>
                  <a:pt x="909" y="116"/>
                </a:lnTo>
                <a:lnTo>
                  <a:pt x="908" y="115"/>
                </a:lnTo>
                <a:lnTo>
                  <a:pt x="909" y="114"/>
                </a:lnTo>
                <a:lnTo>
                  <a:pt x="911" y="113"/>
                </a:lnTo>
                <a:lnTo>
                  <a:pt x="913" y="112"/>
                </a:lnTo>
                <a:lnTo>
                  <a:pt x="914" y="112"/>
                </a:lnTo>
                <a:lnTo>
                  <a:pt x="915" y="111"/>
                </a:lnTo>
                <a:lnTo>
                  <a:pt x="916" y="110"/>
                </a:lnTo>
                <a:lnTo>
                  <a:pt x="916" y="109"/>
                </a:lnTo>
                <a:lnTo>
                  <a:pt x="916" y="108"/>
                </a:lnTo>
                <a:lnTo>
                  <a:pt x="917" y="103"/>
                </a:lnTo>
                <a:lnTo>
                  <a:pt x="914" y="101"/>
                </a:lnTo>
                <a:lnTo>
                  <a:pt x="912" y="101"/>
                </a:lnTo>
                <a:lnTo>
                  <a:pt x="911" y="101"/>
                </a:lnTo>
                <a:lnTo>
                  <a:pt x="910" y="101"/>
                </a:lnTo>
                <a:lnTo>
                  <a:pt x="911" y="100"/>
                </a:lnTo>
                <a:lnTo>
                  <a:pt x="913" y="100"/>
                </a:lnTo>
                <a:lnTo>
                  <a:pt x="914" y="100"/>
                </a:lnTo>
                <a:lnTo>
                  <a:pt x="914" y="99"/>
                </a:lnTo>
                <a:lnTo>
                  <a:pt x="915" y="99"/>
                </a:lnTo>
                <a:lnTo>
                  <a:pt x="915" y="98"/>
                </a:lnTo>
                <a:lnTo>
                  <a:pt x="917" y="96"/>
                </a:lnTo>
                <a:lnTo>
                  <a:pt x="918" y="96"/>
                </a:lnTo>
                <a:lnTo>
                  <a:pt x="919" y="96"/>
                </a:lnTo>
                <a:lnTo>
                  <a:pt x="920" y="95"/>
                </a:lnTo>
                <a:lnTo>
                  <a:pt x="921" y="94"/>
                </a:lnTo>
                <a:lnTo>
                  <a:pt x="920" y="94"/>
                </a:lnTo>
                <a:lnTo>
                  <a:pt x="920" y="93"/>
                </a:lnTo>
                <a:lnTo>
                  <a:pt x="921" y="93"/>
                </a:lnTo>
                <a:lnTo>
                  <a:pt x="922" y="92"/>
                </a:lnTo>
                <a:lnTo>
                  <a:pt x="923" y="91"/>
                </a:lnTo>
                <a:lnTo>
                  <a:pt x="924" y="90"/>
                </a:lnTo>
                <a:lnTo>
                  <a:pt x="924" y="88"/>
                </a:lnTo>
                <a:lnTo>
                  <a:pt x="924" y="87"/>
                </a:lnTo>
                <a:lnTo>
                  <a:pt x="926" y="87"/>
                </a:lnTo>
                <a:lnTo>
                  <a:pt x="927" y="88"/>
                </a:lnTo>
                <a:lnTo>
                  <a:pt x="927" y="89"/>
                </a:lnTo>
                <a:lnTo>
                  <a:pt x="928" y="89"/>
                </a:lnTo>
                <a:lnTo>
                  <a:pt x="929" y="90"/>
                </a:lnTo>
                <a:lnTo>
                  <a:pt x="930" y="92"/>
                </a:lnTo>
                <a:lnTo>
                  <a:pt x="931" y="93"/>
                </a:lnTo>
                <a:lnTo>
                  <a:pt x="934" y="94"/>
                </a:lnTo>
                <a:lnTo>
                  <a:pt x="936" y="92"/>
                </a:lnTo>
                <a:lnTo>
                  <a:pt x="936" y="90"/>
                </a:lnTo>
                <a:lnTo>
                  <a:pt x="936" y="89"/>
                </a:lnTo>
                <a:lnTo>
                  <a:pt x="936" y="88"/>
                </a:lnTo>
                <a:lnTo>
                  <a:pt x="937" y="88"/>
                </a:lnTo>
                <a:lnTo>
                  <a:pt x="938" y="87"/>
                </a:lnTo>
                <a:lnTo>
                  <a:pt x="939" y="88"/>
                </a:lnTo>
                <a:lnTo>
                  <a:pt x="940" y="89"/>
                </a:lnTo>
                <a:lnTo>
                  <a:pt x="941" y="89"/>
                </a:lnTo>
                <a:lnTo>
                  <a:pt x="941" y="90"/>
                </a:lnTo>
                <a:lnTo>
                  <a:pt x="942" y="90"/>
                </a:lnTo>
                <a:lnTo>
                  <a:pt x="943" y="89"/>
                </a:lnTo>
                <a:lnTo>
                  <a:pt x="943" y="88"/>
                </a:lnTo>
                <a:lnTo>
                  <a:pt x="944" y="88"/>
                </a:lnTo>
                <a:lnTo>
                  <a:pt x="945" y="88"/>
                </a:lnTo>
                <a:lnTo>
                  <a:pt x="946" y="87"/>
                </a:lnTo>
                <a:lnTo>
                  <a:pt x="948" y="84"/>
                </a:lnTo>
                <a:lnTo>
                  <a:pt x="948" y="83"/>
                </a:lnTo>
                <a:lnTo>
                  <a:pt x="949" y="83"/>
                </a:lnTo>
                <a:lnTo>
                  <a:pt x="950" y="82"/>
                </a:lnTo>
                <a:lnTo>
                  <a:pt x="951" y="81"/>
                </a:lnTo>
                <a:lnTo>
                  <a:pt x="953" y="81"/>
                </a:lnTo>
                <a:lnTo>
                  <a:pt x="954" y="82"/>
                </a:lnTo>
                <a:lnTo>
                  <a:pt x="955" y="82"/>
                </a:lnTo>
                <a:lnTo>
                  <a:pt x="955" y="83"/>
                </a:lnTo>
                <a:lnTo>
                  <a:pt x="955" y="84"/>
                </a:lnTo>
                <a:lnTo>
                  <a:pt x="955" y="85"/>
                </a:lnTo>
                <a:lnTo>
                  <a:pt x="955" y="87"/>
                </a:lnTo>
                <a:lnTo>
                  <a:pt x="955" y="88"/>
                </a:lnTo>
                <a:lnTo>
                  <a:pt x="956" y="89"/>
                </a:lnTo>
                <a:lnTo>
                  <a:pt x="957" y="89"/>
                </a:lnTo>
                <a:lnTo>
                  <a:pt x="958" y="89"/>
                </a:lnTo>
                <a:lnTo>
                  <a:pt x="958" y="88"/>
                </a:lnTo>
                <a:lnTo>
                  <a:pt x="960" y="88"/>
                </a:lnTo>
                <a:lnTo>
                  <a:pt x="961" y="88"/>
                </a:lnTo>
                <a:lnTo>
                  <a:pt x="961" y="89"/>
                </a:lnTo>
                <a:lnTo>
                  <a:pt x="962" y="90"/>
                </a:lnTo>
                <a:lnTo>
                  <a:pt x="964" y="92"/>
                </a:lnTo>
                <a:lnTo>
                  <a:pt x="965" y="92"/>
                </a:lnTo>
                <a:lnTo>
                  <a:pt x="965" y="91"/>
                </a:lnTo>
                <a:lnTo>
                  <a:pt x="964" y="90"/>
                </a:lnTo>
                <a:lnTo>
                  <a:pt x="965" y="88"/>
                </a:lnTo>
                <a:lnTo>
                  <a:pt x="966" y="88"/>
                </a:lnTo>
                <a:lnTo>
                  <a:pt x="966" y="89"/>
                </a:lnTo>
                <a:lnTo>
                  <a:pt x="967" y="90"/>
                </a:lnTo>
                <a:lnTo>
                  <a:pt x="968" y="90"/>
                </a:lnTo>
                <a:lnTo>
                  <a:pt x="968" y="91"/>
                </a:lnTo>
                <a:lnTo>
                  <a:pt x="970" y="93"/>
                </a:lnTo>
                <a:lnTo>
                  <a:pt x="969" y="94"/>
                </a:lnTo>
                <a:lnTo>
                  <a:pt x="968" y="97"/>
                </a:lnTo>
                <a:lnTo>
                  <a:pt x="967" y="98"/>
                </a:lnTo>
                <a:lnTo>
                  <a:pt x="966" y="101"/>
                </a:lnTo>
                <a:lnTo>
                  <a:pt x="965" y="101"/>
                </a:lnTo>
                <a:lnTo>
                  <a:pt x="965" y="100"/>
                </a:lnTo>
                <a:lnTo>
                  <a:pt x="964" y="100"/>
                </a:lnTo>
                <a:lnTo>
                  <a:pt x="964" y="101"/>
                </a:lnTo>
                <a:lnTo>
                  <a:pt x="963" y="103"/>
                </a:lnTo>
                <a:lnTo>
                  <a:pt x="962" y="104"/>
                </a:lnTo>
                <a:lnTo>
                  <a:pt x="962" y="105"/>
                </a:lnTo>
                <a:lnTo>
                  <a:pt x="961" y="105"/>
                </a:lnTo>
                <a:lnTo>
                  <a:pt x="961" y="107"/>
                </a:lnTo>
                <a:lnTo>
                  <a:pt x="962" y="109"/>
                </a:lnTo>
                <a:lnTo>
                  <a:pt x="963" y="109"/>
                </a:lnTo>
                <a:lnTo>
                  <a:pt x="963" y="110"/>
                </a:lnTo>
                <a:lnTo>
                  <a:pt x="964" y="110"/>
                </a:lnTo>
                <a:lnTo>
                  <a:pt x="964" y="111"/>
                </a:lnTo>
                <a:lnTo>
                  <a:pt x="963" y="111"/>
                </a:lnTo>
                <a:lnTo>
                  <a:pt x="962" y="111"/>
                </a:lnTo>
                <a:lnTo>
                  <a:pt x="962" y="112"/>
                </a:lnTo>
                <a:lnTo>
                  <a:pt x="961" y="113"/>
                </a:lnTo>
                <a:lnTo>
                  <a:pt x="961" y="114"/>
                </a:lnTo>
                <a:lnTo>
                  <a:pt x="962" y="115"/>
                </a:lnTo>
                <a:lnTo>
                  <a:pt x="963" y="115"/>
                </a:lnTo>
                <a:lnTo>
                  <a:pt x="963" y="116"/>
                </a:lnTo>
                <a:lnTo>
                  <a:pt x="964" y="116"/>
                </a:lnTo>
                <a:lnTo>
                  <a:pt x="965" y="116"/>
                </a:lnTo>
                <a:lnTo>
                  <a:pt x="966" y="115"/>
                </a:lnTo>
                <a:lnTo>
                  <a:pt x="967" y="114"/>
                </a:lnTo>
                <a:lnTo>
                  <a:pt x="968" y="114"/>
                </a:lnTo>
                <a:lnTo>
                  <a:pt x="968" y="115"/>
                </a:lnTo>
                <a:lnTo>
                  <a:pt x="969" y="115"/>
                </a:lnTo>
                <a:lnTo>
                  <a:pt x="972" y="114"/>
                </a:lnTo>
                <a:lnTo>
                  <a:pt x="973" y="114"/>
                </a:lnTo>
                <a:lnTo>
                  <a:pt x="974" y="113"/>
                </a:lnTo>
                <a:lnTo>
                  <a:pt x="977" y="113"/>
                </a:lnTo>
                <a:lnTo>
                  <a:pt x="977" y="115"/>
                </a:lnTo>
                <a:lnTo>
                  <a:pt x="977" y="116"/>
                </a:lnTo>
                <a:lnTo>
                  <a:pt x="978" y="116"/>
                </a:lnTo>
                <a:lnTo>
                  <a:pt x="979" y="117"/>
                </a:lnTo>
                <a:lnTo>
                  <a:pt x="980" y="117"/>
                </a:lnTo>
                <a:lnTo>
                  <a:pt x="981" y="117"/>
                </a:lnTo>
                <a:lnTo>
                  <a:pt x="984" y="115"/>
                </a:lnTo>
                <a:lnTo>
                  <a:pt x="987" y="114"/>
                </a:lnTo>
                <a:lnTo>
                  <a:pt x="986" y="113"/>
                </a:lnTo>
                <a:lnTo>
                  <a:pt x="987" y="112"/>
                </a:lnTo>
                <a:lnTo>
                  <a:pt x="987" y="110"/>
                </a:lnTo>
                <a:lnTo>
                  <a:pt x="988" y="110"/>
                </a:lnTo>
                <a:lnTo>
                  <a:pt x="988" y="109"/>
                </a:lnTo>
                <a:lnTo>
                  <a:pt x="989" y="109"/>
                </a:lnTo>
                <a:lnTo>
                  <a:pt x="989" y="107"/>
                </a:lnTo>
                <a:lnTo>
                  <a:pt x="988" y="107"/>
                </a:lnTo>
                <a:lnTo>
                  <a:pt x="988" y="106"/>
                </a:lnTo>
                <a:lnTo>
                  <a:pt x="986" y="105"/>
                </a:lnTo>
                <a:lnTo>
                  <a:pt x="986" y="103"/>
                </a:lnTo>
                <a:lnTo>
                  <a:pt x="985" y="100"/>
                </a:lnTo>
                <a:lnTo>
                  <a:pt x="985" y="97"/>
                </a:lnTo>
                <a:lnTo>
                  <a:pt x="985" y="96"/>
                </a:lnTo>
                <a:lnTo>
                  <a:pt x="985" y="95"/>
                </a:lnTo>
                <a:lnTo>
                  <a:pt x="982" y="94"/>
                </a:lnTo>
                <a:lnTo>
                  <a:pt x="981" y="94"/>
                </a:lnTo>
                <a:lnTo>
                  <a:pt x="981" y="93"/>
                </a:lnTo>
                <a:lnTo>
                  <a:pt x="980" y="93"/>
                </a:lnTo>
                <a:lnTo>
                  <a:pt x="980" y="92"/>
                </a:lnTo>
                <a:lnTo>
                  <a:pt x="980" y="88"/>
                </a:lnTo>
                <a:lnTo>
                  <a:pt x="981" y="88"/>
                </a:lnTo>
                <a:lnTo>
                  <a:pt x="981" y="87"/>
                </a:lnTo>
                <a:lnTo>
                  <a:pt x="982" y="87"/>
                </a:lnTo>
                <a:lnTo>
                  <a:pt x="982" y="85"/>
                </a:lnTo>
                <a:lnTo>
                  <a:pt x="982" y="84"/>
                </a:lnTo>
                <a:lnTo>
                  <a:pt x="983" y="83"/>
                </a:lnTo>
                <a:lnTo>
                  <a:pt x="984" y="81"/>
                </a:lnTo>
                <a:lnTo>
                  <a:pt x="985" y="81"/>
                </a:lnTo>
                <a:lnTo>
                  <a:pt x="986" y="82"/>
                </a:lnTo>
                <a:lnTo>
                  <a:pt x="987" y="83"/>
                </a:lnTo>
                <a:lnTo>
                  <a:pt x="990" y="84"/>
                </a:lnTo>
                <a:lnTo>
                  <a:pt x="994" y="84"/>
                </a:lnTo>
                <a:lnTo>
                  <a:pt x="995" y="84"/>
                </a:lnTo>
                <a:lnTo>
                  <a:pt x="995" y="83"/>
                </a:lnTo>
                <a:lnTo>
                  <a:pt x="997" y="81"/>
                </a:lnTo>
                <a:lnTo>
                  <a:pt x="998" y="79"/>
                </a:lnTo>
                <a:lnTo>
                  <a:pt x="998" y="78"/>
                </a:lnTo>
                <a:lnTo>
                  <a:pt x="998" y="77"/>
                </a:lnTo>
                <a:lnTo>
                  <a:pt x="998" y="76"/>
                </a:lnTo>
                <a:lnTo>
                  <a:pt x="998" y="75"/>
                </a:lnTo>
                <a:lnTo>
                  <a:pt x="999" y="70"/>
                </a:lnTo>
                <a:lnTo>
                  <a:pt x="1000" y="67"/>
                </a:lnTo>
                <a:lnTo>
                  <a:pt x="1001" y="64"/>
                </a:lnTo>
                <a:lnTo>
                  <a:pt x="1001" y="62"/>
                </a:lnTo>
                <a:lnTo>
                  <a:pt x="1002" y="58"/>
                </a:lnTo>
                <a:lnTo>
                  <a:pt x="1004" y="56"/>
                </a:lnTo>
                <a:lnTo>
                  <a:pt x="1005" y="56"/>
                </a:lnTo>
                <a:lnTo>
                  <a:pt x="1006" y="55"/>
                </a:lnTo>
                <a:lnTo>
                  <a:pt x="1008" y="53"/>
                </a:lnTo>
                <a:lnTo>
                  <a:pt x="1009" y="51"/>
                </a:lnTo>
                <a:lnTo>
                  <a:pt x="1010" y="50"/>
                </a:lnTo>
                <a:lnTo>
                  <a:pt x="1011" y="48"/>
                </a:lnTo>
                <a:lnTo>
                  <a:pt x="1012" y="48"/>
                </a:lnTo>
                <a:lnTo>
                  <a:pt x="1013" y="49"/>
                </a:lnTo>
                <a:lnTo>
                  <a:pt x="1014" y="50"/>
                </a:lnTo>
                <a:lnTo>
                  <a:pt x="1014" y="51"/>
                </a:lnTo>
                <a:lnTo>
                  <a:pt x="1015" y="51"/>
                </a:lnTo>
                <a:lnTo>
                  <a:pt x="1015" y="52"/>
                </a:lnTo>
                <a:lnTo>
                  <a:pt x="1016" y="52"/>
                </a:lnTo>
                <a:lnTo>
                  <a:pt x="1016" y="51"/>
                </a:lnTo>
                <a:lnTo>
                  <a:pt x="1017" y="51"/>
                </a:lnTo>
                <a:lnTo>
                  <a:pt x="1018" y="51"/>
                </a:lnTo>
                <a:lnTo>
                  <a:pt x="1019" y="50"/>
                </a:lnTo>
                <a:lnTo>
                  <a:pt x="1020" y="51"/>
                </a:lnTo>
                <a:lnTo>
                  <a:pt x="1021" y="52"/>
                </a:lnTo>
                <a:lnTo>
                  <a:pt x="1022" y="54"/>
                </a:lnTo>
                <a:lnTo>
                  <a:pt x="1022" y="55"/>
                </a:lnTo>
                <a:lnTo>
                  <a:pt x="1023" y="55"/>
                </a:lnTo>
                <a:lnTo>
                  <a:pt x="1026" y="55"/>
                </a:lnTo>
                <a:lnTo>
                  <a:pt x="1026" y="54"/>
                </a:lnTo>
                <a:lnTo>
                  <a:pt x="1026" y="53"/>
                </a:lnTo>
                <a:lnTo>
                  <a:pt x="1027" y="53"/>
                </a:lnTo>
                <a:lnTo>
                  <a:pt x="1028" y="53"/>
                </a:lnTo>
                <a:lnTo>
                  <a:pt x="1029" y="54"/>
                </a:lnTo>
                <a:lnTo>
                  <a:pt x="1030" y="54"/>
                </a:lnTo>
                <a:lnTo>
                  <a:pt x="1031" y="54"/>
                </a:lnTo>
                <a:lnTo>
                  <a:pt x="1032" y="53"/>
                </a:lnTo>
                <a:lnTo>
                  <a:pt x="1035" y="53"/>
                </a:lnTo>
                <a:lnTo>
                  <a:pt x="1035" y="54"/>
                </a:lnTo>
                <a:lnTo>
                  <a:pt x="1035" y="55"/>
                </a:lnTo>
                <a:lnTo>
                  <a:pt x="1034" y="57"/>
                </a:lnTo>
                <a:lnTo>
                  <a:pt x="1035" y="58"/>
                </a:lnTo>
                <a:lnTo>
                  <a:pt x="1036" y="60"/>
                </a:lnTo>
                <a:lnTo>
                  <a:pt x="1036" y="61"/>
                </a:lnTo>
                <a:lnTo>
                  <a:pt x="1035" y="62"/>
                </a:lnTo>
                <a:lnTo>
                  <a:pt x="1035" y="63"/>
                </a:lnTo>
                <a:lnTo>
                  <a:pt x="1035" y="64"/>
                </a:lnTo>
                <a:lnTo>
                  <a:pt x="1034" y="65"/>
                </a:lnTo>
                <a:lnTo>
                  <a:pt x="1034" y="66"/>
                </a:lnTo>
                <a:lnTo>
                  <a:pt x="1033" y="68"/>
                </a:lnTo>
                <a:lnTo>
                  <a:pt x="1033" y="69"/>
                </a:lnTo>
                <a:lnTo>
                  <a:pt x="1032" y="70"/>
                </a:lnTo>
                <a:lnTo>
                  <a:pt x="1032" y="72"/>
                </a:lnTo>
                <a:lnTo>
                  <a:pt x="1032" y="73"/>
                </a:lnTo>
                <a:lnTo>
                  <a:pt x="1032" y="74"/>
                </a:lnTo>
                <a:lnTo>
                  <a:pt x="1032" y="76"/>
                </a:lnTo>
                <a:lnTo>
                  <a:pt x="1031" y="78"/>
                </a:lnTo>
                <a:lnTo>
                  <a:pt x="1031" y="80"/>
                </a:lnTo>
                <a:lnTo>
                  <a:pt x="1032" y="79"/>
                </a:lnTo>
                <a:lnTo>
                  <a:pt x="1033" y="79"/>
                </a:lnTo>
                <a:lnTo>
                  <a:pt x="1034" y="79"/>
                </a:lnTo>
                <a:lnTo>
                  <a:pt x="1036" y="80"/>
                </a:lnTo>
                <a:lnTo>
                  <a:pt x="1037" y="81"/>
                </a:lnTo>
                <a:lnTo>
                  <a:pt x="1037" y="82"/>
                </a:lnTo>
                <a:lnTo>
                  <a:pt x="1037" y="83"/>
                </a:lnTo>
                <a:lnTo>
                  <a:pt x="1038" y="83"/>
                </a:lnTo>
                <a:lnTo>
                  <a:pt x="1038" y="84"/>
                </a:lnTo>
                <a:lnTo>
                  <a:pt x="1039" y="84"/>
                </a:lnTo>
                <a:lnTo>
                  <a:pt x="1039" y="83"/>
                </a:lnTo>
                <a:lnTo>
                  <a:pt x="1039" y="82"/>
                </a:lnTo>
                <a:lnTo>
                  <a:pt x="1040" y="82"/>
                </a:lnTo>
                <a:lnTo>
                  <a:pt x="1040" y="81"/>
                </a:lnTo>
                <a:lnTo>
                  <a:pt x="1041" y="80"/>
                </a:lnTo>
                <a:lnTo>
                  <a:pt x="1042" y="80"/>
                </a:lnTo>
                <a:lnTo>
                  <a:pt x="1043" y="81"/>
                </a:lnTo>
                <a:lnTo>
                  <a:pt x="1044" y="81"/>
                </a:lnTo>
                <a:lnTo>
                  <a:pt x="1044" y="82"/>
                </a:lnTo>
                <a:lnTo>
                  <a:pt x="1045" y="83"/>
                </a:lnTo>
                <a:lnTo>
                  <a:pt x="1046" y="84"/>
                </a:lnTo>
                <a:lnTo>
                  <a:pt x="1048" y="84"/>
                </a:lnTo>
                <a:lnTo>
                  <a:pt x="1049" y="83"/>
                </a:lnTo>
                <a:lnTo>
                  <a:pt x="1049" y="81"/>
                </a:lnTo>
                <a:lnTo>
                  <a:pt x="1050" y="79"/>
                </a:lnTo>
                <a:lnTo>
                  <a:pt x="1050" y="78"/>
                </a:lnTo>
                <a:lnTo>
                  <a:pt x="1050" y="77"/>
                </a:lnTo>
                <a:lnTo>
                  <a:pt x="1053" y="74"/>
                </a:lnTo>
                <a:lnTo>
                  <a:pt x="1053" y="73"/>
                </a:lnTo>
                <a:lnTo>
                  <a:pt x="1054" y="73"/>
                </a:lnTo>
                <a:lnTo>
                  <a:pt x="1056" y="75"/>
                </a:lnTo>
                <a:lnTo>
                  <a:pt x="1057" y="77"/>
                </a:lnTo>
                <a:lnTo>
                  <a:pt x="1058" y="77"/>
                </a:lnTo>
                <a:lnTo>
                  <a:pt x="1059" y="78"/>
                </a:lnTo>
                <a:lnTo>
                  <a:pt x="1062" y="79"/>
                </a:lnTo>
                <a:lnTo>
                  <a:pt x="1063" y="82"/>
                </a:lnTo>
                <a:lnTo>
                  <a:pt x="1064" y="82"/>
                </a:lnTo>
                <a:lnTo>
                  <a:pt x="1064" y="83"/>
                </a:lnTo>
                <a:lnTo>
                  <a:pt x="1064" y="85"/>
                </a:lnTo>
                <a:lnTo>
                  <a:pt x="1064" y="86"/>
                </a:lnTo>
                <a:lnTo>
                  <a:pt x="1066" y="88"/>
                </a:lnTo>
                <a:lnTo>
                  <a:pt x="1066" y="89"/>
                </a:lnTo>
                <a:lnTo>
                  <a:pt x="1065" y="90"/>
                </a:lnTo>
                <a:lnTo>
                  <a:pt x="1065" y="92"/>
                </a:lnTo>
                <a:lnTo>
                  <a:pt x="1066" y="93"/>
                </a:lnTo>
                <a:lnTo>
                  <a:pt x="1068" y="94"/>
                </a:lnTo>
                <a:lnTo>
                  <a:pt x="1069" y="93"/>
                </a:lnTo>
                <a:lnTo>
                  <a:pt x="1070" y="93"/>
                </a:lnTo>
                <a:lnTo>
                  <a:pt x="1072" y="93"/>
                </a:lnTo>
                <a:lnTo>
                  <a:pt x="1073" y="93"/>
                </a:lnTo>
                <a:lnTo>
                  <a:pt x="1074" y="93"/>
                </a:lnTo>
                <a:lnTo>
                  <a:pt x="1076" y="92"/>
                </a:lnTo>
                <a:lnTo>
                  <a:pt x="1078" y="91"/>
                </a:lnTo>
                <a:lnTo>
                  <a:pt x="1079" y="91"/>
                </a:lnTo>
                <a:lnTo>
                  <a:pt x="1080" y="89"/>
                </a:lnTo>
                <a:lnTo>
                  <a:pt x="1081" y="87"/>
                </a:lnTo>
                <a:lnTo>
                  <a:pt x="1081" y="85"/>
                </a:lnTo>
                <a:lnTo>
                  <a:pt x="1082" y="83"/>
                </a:lnTo>
                <a:lnTo>
                  <a:pt x="1083" y="81"/>
                </a:lnTo>
                <a:lnTo>
                  <a:pt x="1084" y="78"/>
                </a:lnTo>
                <a:lnTo>
                  <a:pt x="1085" y="76"/>
                </a:lnTo>
                <a:lnTo>
                  <a:pt x="1085" y="75"/>
                </a:lnTo>
                <a:lnTo>
                  <a:pt x="1084" y="74"/>
                </a:lnTo>
                <a:lnTo>
                  <a:pt x="1084" y="73"/>
                </a:lnTo>
                <a:lnTo>
                  <a:pt x="1084" y="72"/>
                </a:lnTo>
                <a:lnTo>
                  <a:pt x="1085" y="70"/>
                </a:lnTo>
                <a:lnTo>
                  <a:pt x="1086" y="70"/>
                </a:lnTo>
                <a:lnTo>
                  <a:pt x="1087" y="70"/>
                </a:lnTo>
                <a:lnTo>
                  <a:pt x="1087" y="68"/>
                </a:lnTo>
                <a:lnTo>
                  <a:pt x="1087" y="67"/>
                </a:lnTo>
                <a:lnTo>
                  <a:pt x="1087" y="65"/>
                </a:lnTo>
                <a:lnTo>
                  <a:pt x="1088" y="64"/>
                </a:lnTo>
                <a:lnTo>
                  <a:pt x="1089" y="63"/>
                </a:lnTo>
                <a:lnTo>
                  <a:pt x="1090" y="62"/>
                </a:lnTo>
                <a:lnTo>
                  <a:pt x="1090" y="61"/>
                </a:lnTo>
                <a:lnTo>
                  <a:pt x="1091" y="61"/>
                </a:lnTo>
                <a:lnTo>
                  <a:pt x="1092" y="61"/>
                </a:lnTo>
                <a:lnTo>
                  <a:pt x="1094" y="59"/>
                </a:lnTo>
                <a:lnTo>
                  <a:pt x="1095" y="57"/>
                </a:lnTo>
                <a:lnTo>
                  <a:pt x="1095" y="56"/>
                </a:lnTo>
                <a:lnTo>
                  <a:pt x="1096" y="55"/>
                </a:lnTo>
                <a:lnTo>
                  <a:pt x="1097" y="53"/>
                </a:lnTo>
                <a:lnTo>
                  <a:pt x="1100" y="51"/>
                </a:lnTo>
                <a:lnTo>
                  <a:pt x="1104" y="48"/>
                </a:lnTo>
                <a:lnTo>
                  <a:pt x="1105" y="47"/>
                </a:lnTo>
                <a:lnTo>
                  <a:pt x="1107" y="47"/>
                </a:lnTo>
                <a:lnTo>
                  <a:pt x="1107" y="48"/>
                </a:lnTo>
                <a:lnTo>
                  <a:pt x="1107" y="49"/>
                </a:lnTo>
                <a:lnTo>
                  <a:pt x="1108" y="50"/>
                </a:lnTo>
                <a:lnTo>
                  <a:pt x="1109" y="49"/>
                </a:lnTo>
                <a:lnTo>
                  <a:pt x="1109" y="48"/>
                </a:lnTo>
                <a:lnTo>
                  <a:pt x="1110" y="46"/>
                </a:lnTo>
                <a:lnTo>
                  <a:pt x="1111" y="46"/>
                </a:lnTo>
                <a:lnTo>
                  <a:pt x="1112" y="45"/>
                </a:lnTo>
                <a:lnTo>
                  <a:pt x="1114" y="42"/>
                </a:lnTo>
                <a:lnTo>
                  <a:pt x="1114" y="41"/>
                </a:lnTo>
                <a:lnTo>
                  <a:pt x="1114" y="40"/>
                </a:lnTo>
                <a:lnTo>
                  <a:pt x="1115" y="39"/>
                </a:lnTo>
                <a:lnTo>
                  <a:pt x="1116" y="39"/>
                </a:lnTo>
                <a:lnTo>
                  <a:pt x="1117" y="38"/>
                </a:lnTo>
                <a:lnTo>
                  <a:pt x="1118" y="36"/>
                </a:lnTo>
                <a:lnTo>
                  <a:pt x="1118" y="33"/>
                </a:lnTo>
                <a:lnTo>
                  <a:pt x="1118" y="32"/>
                </a:lnTo>
                <a:lnTo>
                  <a:pt x="1117" y="31"/>
                </a:lnTo>
                <a:lnTo>
                  <a:pt x="1117" y="30"/>
                </a:lnTo>
                <a:lnTo>
                  <a:pt x="1116" y="29"/>
                </a:lnTo>
                <a:lnTo>
                  <a:pt x="1116" y="27"/>
                </a:lnTo>
                <a:lnTo>
                  <a:pt x="1117" y="26"/>
                </a:lnTo>
                <a:lnTo>
                  <a:pt x="1117" y="25"/>
                </a:lnTo>
                <a:lnTo>
                  <a:pt x="1118" y="25"/>
                </a:lnTo>
                <a:lnTo>
                  <a:pt x="1120" y="24"/>
                </a:lnTo>
                <a:lnTo>
                  <a:pt x="1123" y="22"/>
                </a:lnTo>
                <a:lnTo>
                  <a:pt x="1125" y="19"/>
                </a:lnTo>
                <a:lnTo>
                  <a:pt x="1128" y="14"/>
                </a:lnTo>
                <a:lnTo>
                  <a:pt x="1129" y="14"/>
                </a:lnTo>
                <a:lnTo>
                  <a:pt x="1130" y="15"/>
                </a:lnTo>
                <a:lnTo>
                  <a:pt x="1129" y="15"/>
                </a:lnTo>
                <a:lnTo>
                  <a:pt x="1129" y="16"/>
                </a:lnTo>
                <a:lnTo>
                  <a:pt x="1129" y="17"/>
                </a:lnTo>
                <a:lnTo>
                  <a:pt x="1130" y="17"/>
                </a:lnTo>
                <a:lnTo>
                  <a:pt x="1131" y="17"/>
                </a:lnTo>
                <a:lnTo>
                  <a:pt x="1133" y="19"/>
                </a:lnTo>
                <a:lnTo>
                  <a:pt x="1134" y="19"/>
                </a:lnTo>
                <a:lnTo>
                  <a:pt x="1135" y="19"/>
                </a:lnTo>
                <a:lnTo>
                  <a:pt x="1136" y="18"/>
                </a:lnTo>
                <a:lnTo>
                  <a:pt x="1137" y="18"/>
                </a:lnTo>
                <a:lnTo>
                  <a:pt x="1137" y="17"/>
                </a:lnTo>
                <a:lnTo>
                  <a:pt x="1138" y="17"/>
                </a:lnTo>
                <a:lnTo>
                  <a:pt x="1141" y="17"/>
                </a:lnTo>
                <a:lnTo>
                  <a:pt x="1142" y="17"/>
                </a:lnTo>
                <a:lnTo>
                  <a:pt x="1145" y="19"/>
                </a:lnTo>
                <a:lnTo>
                  <a:pt x="1145" y="20"/>
                </a:lnTo>
                <a:lnTo>
                  <a:pt x="1145" y="21"/>
                </a:lnTo>
                <a:lnTo>
                  <a:pt x="1146" y="21"/>
                </a:lnTo>
                <a:lnTo>
                  <a:pt x="1147" y="21"/>
                </a:lnTo>
                <a:lnTo>
                  <a:pt x="1149" y="21"/>
                </a:lnTo>
                <a:lnTo>
                  <a:pt x="1149" y="20"/>
                </a:lnTo>
                <a:lnTo>
                  <a:pt x="1149" y="19"/>
                </a:lnTo>
                <a:lnTo>
                  <a:pt x="1149" y="18"/>
                </a:lnTo>
                <a:lnTo>
                  <a:pt x="1151" y="16"/>
                </a:lnTo>
                <a:lnTo>
                  <a:pt x="1152" y="16"/>
                </a:lnTo>
                <a:lnTo>
                  <a:pt x="1152" y="17"/>
                </a:lnTo>
                <a:lnTo>
                  <a:pt x="1153" y="18"/>
                </a:lnTo>
                <a:lnTo>
                  <a:pt x="1153" y="19"/>
                </a:lnTo>
                <a:lnTo>
                  <a:pt x="1153" y="22"/>
                </a:lnTo>
                <a:lnTo>
                  <a:pt x="1152" y="23"/>
                </a:lnTo>
                <a:lnTo>
                  <a:pt x="1152" y="24"/>
                </a:lnTo>
                <a:lnTo>
                  <a:pt x="1151" y="26"/>
                </a:lnTo>
                <a:lnTo>
                  <a:pt x="1152" y="27"/>
                </a:lnTo>
                <a:lnTo>
                  <a:pt x="1153" y="28"/>
                </a:lnTo>
                <a:lnTo>
                  <a:pt x="1156" y="30"/>
                </a:lnTo>
                <a:lnTo>
                  <a:pt x="1157" y="30"/>
                </a:lnTo>
                <a:lnTo>
                  <a:pt x="1157" y="29"/>
                </a:lnTo>
                <a:lnTo>
                  <a:pt x="1158" y="27"/>
                </a:lnTo>
                <a:lnTo>
                  <a:pt x="1159" y="28"/>
                </a:lnTo>
                <a:lnTo>
                  <a:pt x="1162" y="26"/>
                </a:lnTo>
                <a:lnTo>
                  <a:pt x="1163" y="26"/>
                </a:lnTo>
                <a:lnTo>
                  <a:pt x="1165" y="28"/>
                </a:lnTo>
                <a:lnTo>
                  <a:pt x="1166" y="27"/>
                </a:lnTo>
                <a:lnTo>
                  <a:pt x="1167" y="28"/>
                </a:lnTo>
                <a:lnTo>
                  <a:pt x="1168" y="28"/>
                </a:lnTo>
                <a:lnTo>
                  <a:pt x="1169" y="28"/>
                </a:lnTo>
                <a:lnTo>
                  <a:pt x="1171" y="28"/>
                </a:lnTo>
                <a:lnTo>
                  <a:pt x="1174" y="25"/>
                </a:lnTo>
                <a:lnTo>
                  <a:pt x="1175" y="25"/>
                </a:lnTo>
                <a:lnTo>
                  <a:pt x="1176" y="25"/>
                </a:lnTo>
                <a:lnTo>
                  <a:pt x="1178" y="24"/>
                </a:lnTo>
                <a:lnTo>
                  <a:pt x="1181" y="23"/>
                </a:lnTo>
                <a:lnTo>
                  <a:pt x="1184" y="23"/>
                </a:lnTo>
                <a:lnTo>
                  <a:pt x="1185" y="25"/>
                </a:lnTo>
                <a:lnTo>
                  <a:pt x="1185" y="26"/>
                </a:lnTo>
                <a:lnTo>
                  <a:pt x="1185" y="27"/>
                </a:lnTo>
                <a:lnTo>
                  <a:pt x="1186" y="28"/>
                </a:lnTo>
                <a:lnTo>
                  <a:pt x="1186" y="27"/>
                </a:lnTo>
                <a:lnTo>
                  <a:pt x="1186" y="26"/>
                </a:lnTo>
                <a:lnTo>
                  <a:pt x="1187" y="22"/>
                </a:lnTo>
                <a:lnTo>
                  <a:pt x="1188" y="21"/>
                </a:lnTo>
                <a:lnTo>
                  <a:pt x="1188" y="20"/>
                </a:lnTo>
                <a:lnTo>
                  <a:pt x="1187" y="17"/>
                </a:lnTo>
                <a:lnTo>
                  <a:pt x="1187" y="16"/>
                </a:lnTo>
                <a:lnTo>
                  <a:pt x="1185" y="14"/>
                </a:lnTo>
                <a:lnTo>
                  <a:pt x="1187" y="13"/>
                </a:lnTo>
                <a:lnTo>
                  <a:pt x="1188" y="13"/>
                </a:lnTo>
                <a:lnTo>
                  <a:pt x="1188" y="12"/>
                </a:lnTo>
                <a:lnTo>
                  <a:pt x="1188" y="11"/>
                </a:lnTo>
                <a:lnTo>
                  <a:pt x="1188" y="10"/>
                </a:lnTo>
                <a:lnTo>
                  <a:pt x="1188" y="9"/>
                </a:lnTo>
                <a:lnTo>
                  <a:pt x="1188" y="7"/>
                </a:lnTo>
                <a:lnTo>
                  <a:pt x="1189" y="6"/>
                </a:lnTo>
                <a:lnTo>
                  <a:pt x="1188" y="4"/>
                </a:lnTo>
                <a:lnTo>
                  <a:pt x="1188" y="3"/>
                </a:lnTo>
                <a:lnTo>
                  <a:pt x="1188" y="2"/>
                </a:lnTo>
                <a:lnTo>
                  <a:pt x="1189" y="1"/>
                </a:lnTo>
                <a:lnTo>
                  <a:pt x="1191" y="1"/>
                </a:lnTo>
                <a:lnTo>
                  <a:pt x="1193" y="0"/>
                </a:lnTo>
                <a:lnTo>
                  <a:pt x="1194" y="2"/>
                </a:lnTo>
                <a:lnTo>
                  <a:pt x="1195" y="2"/>
                </a:lnTo>
                <a:lnTo>
                  <a:pt x="1195" y="3"/>
                </a:lnTo>
                <a:lnTo>
                  <a:pt x="1196" y="4"/>
                </a:lnTo>
                <a:lnTo>
                  <a:pt x="1197" y="5"/>
                </a:lnTo>
                <a:lnTo>
                  <a:pt x="1199" y="5"/>
                </a:lnTo>
                <a:lnTo>
                  <a:pt x="1199" y="6"/>
                </a:lnTo>
                <a:lnTo>
                  <a:pt x="1199" y="7"/>
                </a:lnTo>
                <a:lnTo>
                  <a:pt x="1198" y="8"/>
                </a:lnTo>
                <a:lnTo>
                  <a:pt x="1198" y="9"/>
                </a:lnTo>
                <a:lnTo>
                  <a:pt x="1199" y="9"/>
                </a:lnTo>
                <a:lnTo>
                  <a:pt x="1200" y="9"/>
                </a:lnTo>
                <a:lnTo>
                  <a:pt x="1200" y="10"/>
                </a:lnTo>
                <a:close/>
              </a:path>
            </a:pathLst>
          </a:custGeom>
          <a:solidFill>
            <a:srgbClr val="FEE597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1" name=""/>
          <p:cNvSpPr/>
          <p:nvPr/>
        </p:nvSpPr>
        <p:spPr>
          <a:xfrm>
            <a:off x="7754040" y="27331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0"/>
                </a:move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EE597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2" name=""/>
          <p:cNvSpPr/>
          <p:nvPr/>
        </p:nvSpPr>
        <p:spPr>
          <a:xfrm>
            <a:off x="7745040" y="2722320"/>
            <a:ext cx="4680" cy="5040"/>
          </a:xfrm>
          <a:custGeom>
            <a:avLst/>
            <a:gdLst/>
            <a:ahLst/>
            <a:rect l="0" t="0" r="r" b="b"/>
            <a:pathLst>
              <a:path w="13" h="14">
                <a:moveTo>
                  <a:pt x="9" y="12"/>
                </a:moveTo>
                <a:lnTo>
                  <a:pt x="9" y="11"/>
                </a:lnTo>
                <a:lnTo>
                  <a:pt x="8" y="11"/>
                </a:lnTo>
                <a:lnTo>
                  <a:pt x="7" y="11"/>
                </a:lnTo>
                <a:lnTo>
                  <a:pt x="6" y="10"/>
                </a:lnTo>
                <a:lnTo>
                  <a:pt x="5" y="10"/>
                </a:lnTo>
                <a:lnTo>
                  <a:pt x="4" y="11"/>
                </a:lnTo>
                <a:lnTo>
                  <a:pt x="3" y="11"/>
                </a:lnTo>
                <a:lnTo>
                  <a:pt x="3" y="12"/>
                </a:lnTo>
                <a:lnTo>
                  <a:pt x="3" y="13"/>
                </a:lnTo>
                <a:lnTo>
                  <a:pt x="4" y="13"/>
                </a:lnTo>
                <a:lnTo>
                  <a:pt x="5" y="13"/>
                </a:lnTo>
                <a:lnTo>
                  <a:pt x="5" y="14"/>
                </a:lnTo>
                <a:lnTo>
                  <a:pt x="4" y="14"/>
                </a:lnTo>
                <a:lnTo>
                  <a:pt x="2" y="13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2" y="6"/>
                </a:lnTo>
                <a:lnTo>
                  <a:pt x="3" y="3"/>
                </a:lnTo>
                <a:lnTo>
                  <a:pt x="4" y="3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10" y="0"/>
                </a:lnTo>
                <a:lnTo>
                  <a:pt x="10" y="1"/>
                </a:lnTo>
                <a:lnTo>
                  <a:pt x="13" y="2"/>
                </a:lnTo>
                <a:lnTo>
                  <a:pt x="13" y="3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1" y="8"/>
                </a:lnTo>
                <a:lnTo>
                  <a:pt x="10" y="11"/>
                </a:lnTo>
                <a:lnTo>
                  <a:pt x="9" y="12"/>
                </a:lnTo>
                <a:close/>
              </a:path>
            </a:pathLst>
          </a:custGeom>
          <a:solidFill>
            <a:srgbClr val="FEE597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3" name=""/>
          <p:cNvSpPr/>
          <p:nvPr/>
        </p:nvSpPr>
        <p:spPr>
          <a:xfrm>
            <a:off x="7743960" y="26924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EE597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4" name=""/>
          <p:cNvSpPr/>
          <p:nvPr/>
        </p:nvSpPr>
        <p:spPr>
          <a:xfrm>
            <a:off x="7715160" y="26845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3" y="4"/>
                </a:moveTo>
                <a:lnTo>
                  <a:pt x="1" y="4"/>
                </a:lnTo>
                <a:lnTo>
                  <a:pt x="0" y="5"/>
                </a:lnTo>
                <a:lnTo>
                  <a:pt x="1" y="3"/>
                </a:lnTo>
                <a:lnTo>
                  <a:pt x="3" y="3"/>
                </a:lnTo>
                <a:lnTo>
                  <a:pt x="4" y="2"/>
                </a:lnTo>
                <a:lnTo>
                  <a:pt x="5" y="0"/>
                </a:lnTo>
                <a:lnTo>
                  <a:pt x="6" y="2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FEE597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5" name=""/>
          <p:cNvSpPr/>
          <p:nvPr/>
        </p:nvSpPr>
        <p:spPr>
          <a:xfrm>
            <a:off x="7740000" y="26820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0" y="7"/>
                </a:moveTo>
                <a:lnTo>
                  <a:pt x="0" y="6"/>
                </a:lnTo>
                <a:lnTo>
                  <a:pt x="0" y="4"/>
                </a:lnTo>
                <a:lnTo>
                  <a:pt x="2" y="3"/>
                </a:lnTo>
                <a:lnTo>
                  <a:pt x="4" y="2"/>
                </a:lnTo>
                <a:lnTo>
                  <a:pt x="5" y="1"/>
                </a:lnTo>
                <a:lnTo>
                  <a:pt x="7" y="0"/>
                </a:lnTo>
                <a:lnTo>
                  <a:pt x="7" y="2"/>
                </a:ln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2" y="7"/>
                </a:lnTo>
                <a:lnTo>
                  <a:pt x="0" y="7"/>
                </a:lnTo>
                <a:close/>
              </a:path>
            </a:pathLst>
          </a:custGeom>
          <a:solidFill>
            <a:srgbClr val="FEE597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6" name=""/>
          <p:cNvSpPr/>
          <p:nvPr/>
        </p:nvSpPr>
        <p:spPr>
          <a:xfrm>
            <a:off x="7742160" y="26805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close/>
              </a:path>
            </a:pathLst>
          </a:custGeom>
          <a:solidFill>
            <a:srgbClr val="FEE597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7" name=""/>
          <p:cNvSpPr/>
          <p:nvPr/>
        </p:nvSpPr>
        <p:spPr>
          <a:xfrm>
            <a:off x="7727040" y="2675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EE597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8" name=""/>
          <p:cNvSpPr/>
          <p:nvPr/>
        </p:nvSpPr>
        <p:spPr>
          <a:xfrm>
            <a:off x="7707600" y="2664360"/>
            <a:ext cx="3600" cy="4320"/>
          </a:xfrm>
          <a:custGeom>
            <a:avLst/>
            <a:gdLst/>
            <a:ahLst/>
            <a:rect l="0" t="0" r="r" b="b"/>
            <a:pathLst>
              <a:path w="10" h="12">
                <a:moveTo>
                  <a:pt x="10" y="2"/>
                </a:moveTo>
                <a:lnTo>
                  <a:pt x="9" y="3"/>
                </a:lnTo>
                <a:lnTo>
                  <a:pt x="8" y="5"/>
                </a:lnTo>
                <a:lnTo>
                  <a:pt x="7" y="6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3" y="9"/>
                </a:lnTo>
                <a:lnTo>
                  <a:pt x="3" y="10"/>
                </a:lnTo>
                <a:lnTo>
                  <a:pt x="3" y="11"/>
                </a:lnTo>
                <a:lnTo>
                  <a:pt x="2" y="11"/>
                </a:lnTo>
                <a:lnTo>
                  <a:pt x="1" y="12"/>
                </a:lnTo>
                <a:lnTo>
                  <a:pt x="1" y="11"/>
                </a:lnTo>
                <a:lnTo>
                  <a:pt x="2" y="9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10" y="1"/>
                </a:lnTo>
                <a:lnTo>
                  <a:pt x="10" y="2"/>
                </a:lnTo>
                <a:close/>
              </a:path>
            </a:pathLst>
          </a:custGeom>
          <a:solidFill>
            <a:srgbClr val="FEE597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9" name=""/>
          <p:cNvSpPr/>
          <p:nvPr/>
        </p:nvSpPr>
        <p:spPr>
          <a:xfrm>
            <a:off x="7369200" y="2128680"/>
            <a:ext cx="389520" cy="341640"/>
          </a:xfrm>
          <a:custGeom>
            <a:avLst/>
            <a:gdLst/>
            <a:ahLst/>
            <a:rect l="0" t="0" r="r" b="b"/>
            <a:pathLst>
              <a:path w="1082" h="949">
                <a:moveTo>
                  <a:pt x="709" y="4"/>
                </a:moveTo>
                <a:lnTo>
                  <a:pt x="709" y="6"/>
                </a:lnTo>
                <a:lnTo>
                  <a:pt x="710" y="7"/>
                </a:lnTo>
                <a:lnTo>
                  <a:pt x="710" y="8"/>
                </a:lnTo>
                <a:lnTo>
                  <a:pt x="711" y="8"/>
                </a:lnTo>
                <a:lnTo>
                  <a:pt x="711" y="10"/>
                </a:lnTo>
                <a:lnTo>
                  <a:pt x="711" y="11"/>
                </a:lnTo>
                <a:lnTo>
                  <a:pt x="711" y="12"/>
                </a:lnTo>
                <a:lnTo>
                  <a:pt x="711" y="13"/>
                </a:lnTo>
                <a:lnTo>
                  <a:pt x="712" y="14"/>
                </a:lnTo>
                <a:lnTo>
                  <a:pt x="712" y="15"/>
                </a:lnTo>
                <a:lnTo>
                  <a:pt x="713" y="16"/>
                </a:lnTo>
                <a:lnTo>
                  <a:pt x="714" y="16"/>
                </a:lnTo>
                <a:lnTo>
                  <a:pt x="714" y="15"/>
                </a:lnTo>
                <a:lnTo>
                  <a:pt x="715" y="14"/>
                </a:lnTo>
                <a:lnTo>
                  <a:pt x="715" y="13"/>
                </a:lnTo>
                <a:lnTo>
                  <a:pt x="714" y="13"/>
                </a:lnTo>
                <a:lnTo>
                  <a:pt x="714" y="12"/>
                </a:lnTo>
                <a:lnTo>
                  <a:pt x="715" y="12"/>
                </a:lnTo>
                <a:lnTo>
                  <a:pt x="718" y="10"/>
                </a:lnTo>
                <a:lnTo>
                  <a:pt x="719" y="10"/>
                </a:lnTo>
                <a:lnTo>
                  <a:pt x="719" y="11"/>
                </a:lnTo>
                <a:lnTo>
                  <a:pt x="720" y="12"/>
                </a:lnTo>
                <a:lnTo>
                  <a:pt x="721" y="12"/>
                </a:lnTo>
                <a:lnTo>
                  <a:pt x="722" y="12"/>
                </a:lnTo>
                <a:lnTo>
                  <a:pt x="723" y="12"/>
                </a:lnTo>
                <a:lnTo>
                  <a:pt x="724" y="12"/>
                </a:lnTo>
                <a:lnTo>
                  <a:pt x="725" y="13"/>
                </a:lnTo>
                <a:lnTo>
                  <a:pt x="725" y="14"/>
                </a:lnTo>
                <a:lnTo>
                  <a:pt x="725" y="15"/>
                </a:lnTo>
                <a:lnTo>
                  <a:pt x="726" y="15"/>
                </a:lnTo>
                <a:lnTo>
                  <a:pt x="727" y="15"/>
                </a:lnTo>
                <a:lnTo>
                  <a:pt x="729" y="15"/>
                </a:lnTo>
                <a:lnTo>
                  <a:pt x="730" y="15"/>
                </a:lnTo>
                <a:lnTo>
                  <a:pt x="731" y="16"/>
                </a:lnTo>
                <a:lnTo>
                  <a:pt x="732" y="15"/>
                </a:lnTo>
                <a:lnTo>
                  <a:pt x="732" y="14"/>
                </a:lnTo>
                <a:lnTo>
                  <a:pt x="734" y="11"/>
                </a:lnTo>
                <a:lnTo>
                  <a:pt x="734" y="12"/>
                </a:lnTo>
                <a:lnTo>
                  <a:pt x="733" y="13"/>
                </a:lnTo>
                <a:lnTo>
                  <a:pt x="734" y="13"/>
                </a:lnTo>
                <a:lnTo>
                  <a:pt x="735" y="13"/>
                </a:lnTo>
                <a:lnTo>
                  <a:pt x="736" y="10"/>
                </a:lnTo>
                <a:lnTo>
                  <a:pt x="736" y="9"/>
                </a:lnTo>
                <a:lnTo>
                  <a:pt x="737" y="9"/>
                </a:lnTo>
                <a:lnTo>
                  <a:pt x="736" y="9"/>
                </a:lnTo>
                <a:lnTo>
                  <a:pt x="735" y="8"/>
                </a:lnTo>
                <a:lnTo>
                  <a:pt x="736" y="8"/>
                </a:lnTo>
                <a:lnTo>
                  <a:pt x="736" y="7"/>
                </a:lnTo>
                <a:lnTo>
                  <a:pt x="737" y="7"/>
                </a:lnTo>
                <a:lnTo>
                  <a:pt x="739" y="6"/>
                </a:lnTo>
                <a:lnTo>
                  <a:pt x="740" y="5"/>
                </a:lnTo>
                <a:lnTo>
                  <a:pt x="740" y="4"/>
                </a:lnTo>
                <a:lnTo>
                  <a:pt x="741" y="4"/>
                </a:lnTo>
                <a:lnTo>
                  <a:pt x="742" y="5"/>
                </a:lnTo>
                <a:lnTo>
                  <a:pt x="743" y="7"/>
                </a:lnTo>
                <a:lnTo>
                  <a:pt x="744" y="9"/>
                </a:lnTo>
                <a:lnTo>
                  <a:pt x="745" y="11"/>
                </a:lnTo>
                <a:lnTo>
                  <a:pt x="746" y="11"/>
                </a:lnTo>
                <a:lnTo>
                  <a:pt x="747" y="12"/>
                </a:lnTo>
                <a:lnTo>
                  <a:pt x="747" y="13"/>
                </a:lnTo>
                <a:lnTo>
                  <a:pt x="748" y="14"/>
                </a:lnTo>
                <a:lnTo>
                  <a:pt x="750" y="15"/>
                </a:lnTo>
                <a:lnTo>
                  <a:pt x="751" y="15"/>
                </a:lnTo>
                <a:lnTo>
                  <a:pt x="752" y="16"/>
                </a:lnTo>
                <a:lnTo>
                  <a:pt x="751" y="16"/>
                </a:lnTo>
                <a:lnTo>
                  <a:pt x="751" y="17"/>
                </a:lnTo>
                <a:lnTo>
                  <a:pt x="751" y="18"/>
                </a:lnTo>
                <a:lnTo>
                  <a:pt x="751" y="19"/>
                </a:lnTo>
                <a:lnTo>
                  <a:pt x="750" y="20"/>
                </a:lnTo>
                <a:lnTo>
                  <a:pt x="750" y="22"/>
                </a:lnTo>
                <a:lnTo>
                  <a:pt x="750" y="23"/>
                </a:lnTo>
                <a:lnTo>
                  <a:pt x="749" y="24"/>
                </a:lnTo>
                <a:lnTo>
                  <a:pt x="748" y="26"/>
                </a:lnTo>
                <a:lnTo>
                  <a:pt x="748" y="27"/>
                </a:lnTo>
                <a:lnTo>
                  <a:pt x="748" y="32"/>
                </a:lnTo>
                <a:lnTo>
                  <a:pt x="747" y="34"/>
                </a:lnTo>
                <a:lnTo>
                  <a:pt x="747" y="35"/>
                </a:lnTo>
                <a:lnTo>
                  <a:pt x="748" y="35"/>
                </a:lnTo>
                <a:lnTo>
                  <a:pt x="749" y="35"/>
                </a:lnTo>
                <a:lnTo>
                  <a:pt x="750" y="35"/>
                </a:lnTo>
                <a:lnTo>
                  <a:pt x="751" y="36"/>
                </a:lnTo>
                <a:lnTo>
                  <a:pt x="752" y="36"/>
                </a:lnTo>
                <a:lnTo>
                  <a:pt x="752" y="37"/>
                </a:lnTo>
                <a:lnTo>
                  <a:pt x="753" y="37"/>
                </a:lnTo>
                <a:lnTo>
                  <a:pt x="754" y="38"/>
                </a:lnTo>
                <a:lnTo>
                  <a:pt x="754" y="43"/>
                </a:lnTo>
                <a:lnTo>
                  <a:pt x="754" y="45"/>
                </a:lnTo>
                <a:lnTo>
                  <a:pt x="753" y="46"/>
                </a:lnTo>
                <a:lnTo>
                  <a:pt x="753" y="47"/>
                </a:lnTo>
                <a:lnTo>
                  <a:pt x="752" y="47"/>
                </a:lnTo>
                <a:lnTo>
                  <a:pt x="752" y="48"/>
                </a:lnTo>
                <a:lnTo>
                  <a:pt x="753" y="48"/>
                </a:lnTo>
                <a:lnTo>
                  <a:pt x="753" y="49"/>
                </a:lnTo>
                <a:lnTo>
                  <a:pt x="754" y="49"/>
                </a:lnTo>
                <a:lnTo>
                  <a:pt x="755" y="49"/>
                </a:lnTo>
                <a:lnTo>
                  <a:pt x="757" y="50"/>
                </a:lnTo>
                <a:lnTo>
                  <a:pt x="757" y="51"/>
                </a:lnTo>
                <a:lnTo>
                  <a:pt x="758" y="52"/>
                </a:lnTo>
                <a:lnTo>
                  <a:pt x="759" y="52"/>
                </a:lnTo>
                <a:lnTo>
                  <a:pt x="760" y="52"/>
                </a:lnTo>
                <a:lnTo>
                  <a:pt x="760" y="51"/>
                </a:lnTo>
                <a:lnTo>
                  <a:pt x="761" y="51"/>
                </a:lnTo>
                <a:lnTo>
                  <a:pt x="762" y="52"/>
                </a:lnTo>
                <a:lnTo>
                  <a:pt x="763" y="53"/>
                </a:lnTo>
                <a:lnTo>
                  <a:pt x="763" y="50"/>
                </a:lnTo>
                <a:lnTo>
                  <a:pt x="763" y="48"/>
                </a:lnTo>
                <a:lnTo>
                  <a:pt x="763" y="47"/>
                </a:lnTo>
                <a:lnTo>
                  <a:pt x="764" y="47"/>
                </a:lnTo>
                <a:lnTo>
                  <a:pt x="765" y="47"/>
                </a:lnTo>
                <a:lnTo>
                  <a:pt x="766" y="47"/>
                </a:lnTo>
                <a:lnTo>
                  <a:pt x="766" y="45"/>
                </a:lnTo>
                <a:lnTo>
                  <a:pt x="766" y="44"/>
                </a:lnTo>
                <a:lnTo>
                  <a:pt x="766" y="43"/>
                </a:lnTo>
                <a:lnTo>
                  <a:pt x="765" y="43"/>
                </a:lnTo>
                <a:lnTo>
                  <a:pt x="765" y="42"/>
                </a:lnTo>
                <a:lnTo>
                  <a:pt x="767" y="42"/>
                </a:lnTo>
                <a:lnTo>
                  <a:pt x="768" y="43"/>
                </a:lnTo>
                <a:lnTo>
                  <a:pt x="769" y="43"/>
                </a:lnTo>
                <a:lnTo>
                  <a:pt x="770" y="42"/>
                </a:lnTo>
                <a:lnTo>
                  <a:pt x="772" y="40"/>
                </a:lnTo>
                <a:lnTo>
                  <a:pt x="772" y="39"/>
                </a:lnTo>
                <a:lnTo>
                  <a:pt x="773" y="38"/>
                </a:lnTo>
                <a:lnTo>
                  <a:pt x="773" y="37"/>
                </a:lnTo>
                <a:lnTo>
                  <a:pt x="773" y="36"/>
                </a:lnTo>
                <a:lnTo>
                  <a:pt x="775" y="36"/>
                </a:lnTo>
                <a:lnTo>
                  <a:pt x="777" y="37"/>
                </a:lnTo>
                <a:lnTo>
                  <a:pt x="782" y="37"/>
                </a:lnTo>
                <a:lnTo>
                  <a:pt x="784" y="36"/>
                </a:lnTo>
                <a:lnTo>
                  <a:pt x="785" y="36"/>
                </a:lnTo>
                <a:lnTo>
                  <a:pt x="786" y="36"/>
                </a:lnTo>
                <a:lnTo>
                  <a:pt x="787" y="36"/>
                </a:lnTo>
                <a:lnTo>
                  <a:pt x="790" y="36"/>
                </a:lnTo>
                <a:lnTo>
                  <a:pt x="790" y="35"/>
                </a:lnTo>
                <a:lnTo>
                  <a:pt x="791" y="34"/>
                </a:lnTo>
                <a:lnTo>
                  <a:pt x="792" y="34"/>
                </a:lnTo>
                <a:lnTo>
                  <a:pt x="792" y="33"/>
                </a:lnTo>
                <a:lnTo>
                  <a:pt x="792" y="32"/>
                </a:lnTo>
                <a:lnTo>
                  <a:pt x="793" y="30"/>
                </a:lnTo>
                <a:lnTo>
                  <a:pt x="794" y="30"/>
                </a:lnTo>
                <a:lnTo>
                  <a:pt x="794" y="29"/>
                </a:lnTo>
                <a:lnTo>
                  <a:pt x="795" y="28"/>
                </a:lnTo>
                <a:lnTo>
                  <a:pt x="796" y="27"/>
                </a:lnTo>
                <a:lnTo>
                  <a:pt x="796" y="26"/>
                </a:lnTo>
                <a:lnTo>
                  <a:pt x="797" y="25"/>
                </a:lnTo>
                <a:lnTo>
                  <a:pt x="800" y="26"/>
                </a:lnTo>
                <a:lnTo>
                  <a:pt x="802" y="27"/>
                </a:lnTo>
                <a:lnTo>
                  <a:pt x="804" y="27"/>
                </a:lnTo>
                <a:lnTo>
                  <a:pt x="805" y="27"/>
                </a:lnTo>
                <a:lnTo>
                  <a:pt x="807" y="28"/>
                </a:lnTo>
                <a:lnTo>
                  <a:pt x="808" y="29"/>
                </a:lnTo>
                <a:lnTo>
                  <a:pt x="809" y="30"/>
                </a:lnTo>
                <a:lnTo>
                  <a:pt x="809" y="31"/>
                </a:lnTo>
                <a:lnTo>
                  <a:pt x="809" y="32"/>
                </a:lnTo>
                <a:lnTo>
                  <a:pt x="812" y="32"/>
                </a:lnTo>
                <a:lnTo>
                  <a:pt x="813" y="32"/>
                </a:lnTo>
                <a:lnTo>
                  <a:pt x="813" y="31"/>
                </a:lnTo>
                <a:lnTo>
                  <a:pt x="814" y="30"/>
                </a:lnTo>
                <a:lnTo>
                  <a:pt x="816" y="29"/>
                </a:lnTo>
                <a:lnTo>
                  <a:pt x="818" y="28"/>
                </a:lnTo>
                <a:lnTo>
                  <a:pt x="819" y="28"/>
                </a:lnTo>
                <a:lnTo>
                  <a:pt x="820" y="28"/>
                </a:lnTo>
                <a:lnTo>
                  <a:pt x="820" y="27"/>
                </a:lnTo>
                <a:lnTo>
                  <a:pt x="820" y="28"/>
                </a:lnTo>
                <a:lnTo>
                  <a:pt x="821" y="29"/>
                </a:lnTo>
                <a:lnTo>
                  <a:pt x="821" y="30"/>
                </a:lnTo>
                <a:lnTo>
                  <a:pt x="822" y="31"/>
                </a:lnTo>
                <a:lnTo>
                  <a:pt x="823" y="31"/>
                </a:lnTo>
                <a:lnTo>
                  <a:pt x="825" y="32"/>
                </a:lnTo>
                <a:lnTo>
                  <a:pt x="826" y="32"/>
                </a:lnTo>
                <a:lnTo>
                  <a:pt x="826" y="33"/>
                </a:lnTo>
                <a:lnTo>
                  <a:pt x="826" y="34"/>
                </a:lnTo>
                <a:lnTo>
                  <a:pt x="825" y="34"/>
                </a:lnTo>
                <a:lnTo>
                  <a:pt x="825" y="35"/>
                </a:lnTo>
                <a:lnTo>
                  <a:pt x="825" y="36"/>
                </a:lnTo>
                <a:lnTo>
                  <a:pt x="826" y="36"/>
                </a:lnTo>
                <a:lnTo>
                  <a:pt x="827" y="36"/>
                </a:lnTo>
                <a:lnTo>
                  <a:pt x="828" y="36"/>
                </a:lnTo>
                <a:lnTo>
                  <a:pt x="829" y="36"/>
                </a:lnTo>
                <a:lnTo>
                  <a:pt x="829" y="35"/>
                </a:lnTo>
                <a:lnTo>
                  <a:pt x="830" y="35"/>
                </a:lnTo>
                <a:lnTo>
                  <a:pt x="831" y="34"/>
                </a:lnTo>
                <a:lnTo>
                  <a:pt x="831" y="33"/>
                </a:lnTo>
                <a:lnTo>
                  <a:pt x="832" y="32"/>
                </a:lnTo>
                <a:lnTo>
                  <a:pt x="832" y="31"/>
                </a:lnTo>
                <a:lnTo>
                  <a:pt x="831" y="31"/>
                </a:lnTo>
                <a:lnTo>
                  <a:pt x="831" y="29"/>
                </a:lnTo>
                <a:lnTo>
                  <a:pt x="832" y="28"/>
                </a:lnTo>
                <a:lnTo>
                  <a:pt x="832" y="27"/>
                </a:lnTo>
                <a:lnTo>
                  <a:pt x="833" y="26"/>
                </a:lnTo>
                <a:lnTo>
                  <a:pt x="833" y="25"/>
                </a:lnTo>
                <a:lnTo>
                  <a:pt x="833" y="24"/>
                </a:lnTo>
                <a:lnTo>
                  <a:pt x="833" y="23"/>
                </a:lnTo>
                <a:lnTo>
                  <a:pt x="834" y="23"/>
                </a:lnTo>
                <a:lnTo>
                  <a:pt x="835" y="23"/>
                </a:lnTo>
                <a:lnTo>
                  <a:pt x="836" y="24"/>
                </a:lnTo>
                <a:lnTo>
                  <a:pt x="837" y="24"/>
                </a:lnTo>
                <a:lnTo>
                  <a:pt x="838" y="24"/>
                </a:lnTo>
                <a:lnTo>
                  <a:pt x="839" y="25"/>
                </a:lnTo>
                <a:lnTo>
                  <a:pt x="840" y="25"/>
                </a:lnTo>
                <a:lnTo>
                  <a:pt x="840" y="27"/>
                </a:lnTo>
                <a:lnTo>
                  <a:pt x="839" y="29"/>
                </a:lnTo>
                <a:lnTo>
                  <a:pt x="838" y="31"/>
                </a:lnTo>
                <a:lnTo>
                  <a:pt x="838" y="32"/>
                </a:lnTo>
                <a:lnTo>
                  <a:pt x="839" y="33"/>
                </a:lnTo>
                <a:lnTo>
                  <a:pt x="839" y="34"/>
                </a:lnTo>
                <a:lnTo>
                  <a:pt x="840" y="37"/>
                </a:lnTo>
                <a:lnTo>
                  <a:pt x="841" y="38"/>
                </a:lnTo>
                <a:lnTo>
                  <a:pt x="840" y="39"/>
                </a:lnTo>
                <a:lnTo>
                  <a:pt x="840" y="41"/>
                </a:lnTo>
                <a:lnTo>
                  <a:pt x="841" y="42"/>
                </a:lnTo>
                <a:lnTo>
                  <a:pt x="842" y="44"/>
                </a:lnTo>
                <a:lnTo>
                  <a:pt x="842" y="47"/>
                </a:lnTo>
                <a:lnTo>
                  <a:pt x="843" y="49"/>
                </a:lnTo>
                <a:lnTo>
                  <a:pt x="843" y="50"/>
                </a:lnTo>
                <a:lnTo>
                  <a:pt x="843" y="51"/>
                </a:lnTo>
                <a:lnTo>
                  <a:pt x="844" y="51"/>
                </a:lnTo>
                <a:lnTo>
                  <a:pt x="845" y="52"/>
                </a:lnTo>
                <a:lnTo>
                  <a:pt x="847" y="52"/>
                </a:lnTo>
                <a:lnTo>
                  <a:pt x="848" y="53"/>
                </a:lnTo>
                <a:lnTo>
                  <a:pt x="848" y="54"/>
                </a:lnTo>
                <a:lnTo>
                  <a:pt x="848" y="55"/>
                </a:lnTo>
                <a:lnTo>
                  <a:pt x="848" y="56"/>
                </a:lnTo>
                <a:lnTo>
                  <a:pt x="848" y="59"/>
                </a:lnTo>
                <a:lnTo>
                  <a:pt x="849" y="61"/>
                </a:lnTo>
                <a:lnTo>
                  <a:pt x="849" y="62"/>
                </a:lnTo>
                <a:lnTo>
                  <a:pt x="850" y="63"/>
                </a:lnTo>
                <a:lnTo>
                  <a:pt x="850" y="64"/>
                </a:lnTo>
                <a:lnTo>
                  <a:pt x="850" y="65"/>
                </a:lnTo>
                <a:lnTo>
                  <a:pt x="850" y="66"/>
                </a:lnTo>
                <a:lnTo>
                  <a:pt x="850" y="67"/>
                </a:lnTo>
                <a:lnTo>
                  <a:pt x="850" y="68"/>
                </a:lnTo>
                <a:lnTo>
                  <a:pt x="849" y="69"/>
                </a:lnTo>
                <a:lnTo>
                  <a:pt x="848" y="70"/>
                </a:lnTo>
                <a:lnTo>
                  <a:pt x="848" y="71"/>
                </a:lnTo>
                <a:lnTo>
                  <a:pt x="849" y="73"/>
                </a:lnTo>
                <a:lnTo>
                  <a:pt x="849" y="74"/>
                </a:lnTo>
                <a:lnTo>
                  <a:pt x="850" y="75"/>
                </a:lnTo>
                <a:lnTo>
                  <a:pt x="850" y="76"/>
                </a:lnTo>
                <a:lnTo>
                  <a:pt x="850" y="78"/>
                </a:lnTo>
                <a:lnTo>
                  <a:pt x="850" y="79"/>
                </a:lnTo>
                <a:lnTo>
                  <a:pt x="850" y="80"/>
                </a:lnTo>
                <a:lnTo>
                  <a:pt x="851" y="80"/>
                </a:lnTo>
                <a:lnTo>
                  <a:pt x="855" y="81"/>
                </a:lnTo>
                <a:lnTo>
                  <a:pt x="855" y="82"/>
                </a:lnTo>
                <a:lnTo>
                  <a:pt x="856" y="82"/>
                </a:lnTo>
                <a:lnTo>
                  <a:pt x="856" y="84"/>
                </a:lnTo>
                <a:lnTo>
                  <a:pt x="856" y="85"/>
                </a:lnTo>
                <a:lnTo>
                  <a:pt x="856" y="86"/>
                </a:lnTo>
                <a:lnTo>
                  <a:pt x="856" y="87"/>
                </a:lnTo>
                <a:lnTo>
                  <a:pt x="856" y="88"/>
                </a:lnTo>
                <a:lnTo>
                  <a:pt x="855" y="88"/>
                </a:lnTo>
                <a:lnTo>
                  <a:pt x="854" y="89"/>
                </a:lnTo>
                <a:lnTo>
                  <a:pt x="854" y="90"/>
                </a:lnTo>
                <a:lnTo>
                  <a:pt x="851" y="93"/>
                </a:lnTo>
                <a:lnTo>
                  <a:pt x="851" y="94"/>
                </a:lnTo>
                <a:lnTo>
                  <a:pt x="851" y="95"/>
                </a:lnTo>
                <a:lnTo>
                  <a:pt x="850" y="95"/>
                </a:lnTo>
                <a:lnTo>
                  <a:pt x="850" y="96"/>
                </a:lnTo>
                <a:lnTo>
                  <a:pt x="849" y="96"/>
                </a:lnTo>
                <a:lnTo>
                  <a:pt x="849" y="97"/>
                </a:lnTo>
                <a:lnTo>
                  <a:pt x="849" y="100"/>
                </a:lnTo>
                <a:lnTo>
                  <a:pt x="850" y="101"/>
                </a:lnTo>
                <a:lnTo>
                  <a:pt x="849" y="102"/>
                </a:lnTo>
                <a:lnTo>
                  <a:pt x="849" y="104"/>
                </a:lnTo>
                <a:lnTo>
                  <a:pt x="848" y="106"/>
                </a:lnTo>
                <a:lnTo>
                  <a:pt x="848" y="107"/>
                </a:lnTo>
                <a:lnTo>
                  <a:pt x="847" y="108"/>
                </a:lnTo>
                <a:lnTo>
                  <a:pt x="848" y="108"/>
                </a:lnTo>
                <a:lnTo>
                  <a:pt x="849" y="108"/>
                </a:lnTo>
                <a:lnTo>
                  <a:pt x="850" y="108"/>
                </a:lnTo>
                <a:lnTo>
                  <a:pt x="851" y="108"/>
                </a:lnTo>
                <a:lnTo>
                  <a:pt x="851" y="109"/>
                </a:lnTo>
                <a:lnTo>
                  <a:pt x="852" y="109"/>
                </a:lnTo>
                <a:lnTo>
                  <a:pt x="852" y="110"/>
                </a:lnTo>
                <a:lnTo>
                  <a:pt x="854" y="110"/>
                </a:lnTo>
                <a:lnTo>
                  <a:pt x="856" y="112"/>
                </a:lnTo>
                <a:lnTo>
                  <a:pt x="857" y="113"/>
                </a:lnTo>
                <a:lnTo>
                  <a:pt x="858" y="113"/>
                </a:lnTo>
                <a:lnTo>
                  <a:pt x="859" y="113"/>
                </a:lnTo>
                <a:lnTo>
                  <a:pt x="862" y="114"/>
                </a:lnTo>
                <a:lnTo>
                  <a:pt x="863" y="114"/>
                </a:lnTo>
                <a:lnTo>
                  <a:pt x="864" y="115"/>
                </a:lnTo>
                <a:lnTo>
                  <a:pt x="865" y="116"/>
                </a:lnTo>
                <a:lnTo>
                  <a:pt x="867" y="116"/>
                </a:lnTo>
                <a:lnTo>
                  <a:pt x="868" y="116"/>
                </a:lnTo>
                <a:lnTo>
                  <a:pt x="869" y="116"/>
                </a:lnTo>
                <a:lnTo>
                  <a:pt x="870" y="116"/>
                </a:lnTo>
                <a:lnTo>
                  <a:pt x="872" y="117"/>
                </a:lnTo>
                <a:lnTo>
                  <a:pt x="873" y="117"/>
                </a:lnTo>
                <a:lnTo>
                  <a:pt x="875" y="117"/>
                </a:lnTo>
                <a:lnTo>
                  <a:pt x="876" y="117"/>
                </a:lnTo>
                <a:lnTo>
                  <a:pt x="877" y="117"/>
                </a:lnTo>
                <a:lnTo>
                  <a:pt x="878" y="117"/>
                </a:lnTo>
                <a:lnTo>
                  <a:pt x="878" y="116"/>
                </a:lnTo>
                <a:lnTo>
                  <a:pt x="878" y="115"/>
                </a:lnTo>
                <a:lnTo>
                  <a:pt x="879" y="114"/>
                </a:lnTo>
                <a:lnTo>
                  <a:pt x="881" y="114"/>
                </a:lnTo>
                <a:lnTo>
                  <a:pt x="883" y="113"/>
                </a:lnTo>
                <a:lnTo>
                  <a:pt x="883" y="112"/>
                </a:lnTo>
                <a:lnTo>
                  <a:pt x="884" y="112"/>
                </a:lnTo>
                <a:lnTo>
                  <a:pt x="885" y="112"/>
                </a:lnTo>
                <a:lnTo>
                  <a:pt x="885" y="113"/>
                </a:lnTo>
                <a:lnTo>
                  <a:pt x="886" y="113"/>
                </a:lnTo>
                <a:lnTo>
                  <a:pt x="888" y="113"/>
                </a:lnTo>
                <a:lnTo>
                  <a:pt x="888" y="112"/>
                </a:lnTo>
                <a:lnTo>
                  <a:pt x="888" y="111"/>
                </a:lnTo>
                <a:lnTo>
                  <a:pt x="888" y="110"/>
                </a:lnTo>
                <a:lnTo>
                  <a:pt x="889" y="110"/>
                </a:lnTo>
                <a:lnTo>
                  <a:pt x="889" y="109"/>
                </a:lnTo>
                <a:lnTo>
                  <a:pt x="890" y="110"/>
                </a:lnTo>
                <a:lnTo>
                  <a:pt x="891" y="110"/>
                </a:lnTo>
                <a:lnTo>
                  <a:pt x="893" y="112"/>
                </a:lnTo>
                <a:lnTo>
                  <a:pt x="893" y="113"/>
                </a:lnTo>
                <a:lnTo>
                  <a:pt x="892" y="113"/>
                </a:lnTo>
                <a:lnTo>
                  <a:pt x="892" y="114"/>
                </a:lnTo>
                <a:lnTo>
                  <a:pt x="893" y="114"/>
                </a:lnTo>
                <a:lnTo>
                  <a:pt x="894" y="114"/>
                </a:lnTo>
                <a:lnTo>
                  <a:pt x="895" y="113"/>
                </a:lnTo>
                <a:lnTo>
                  <a:pt x="895" y="114"/>
                </a:lnTo>
                <a:lnTo>
                  <a:pt x="895" y="115"/>
                </a:lnTo>
                <a:lnTo>
                  <a:pt x="896" y="115"/>
                </a:lnTo>
                <a:lnTo>
                  <a:pt x="898" y="114"/>
                </a:lnTo>
                <a:lnTo>
                  <a:pt x="899" y="113"/>
                </a:lnTo>
                <a:lnTo>
                  <a:pt x="900" y="113"/>
                </a:lnTo>
                <a:lnTo>
                  <a:pt x="900" y="114"/>
                </a:lnTo>
                <a:lnTo>
                  <a:pt x="901" y="115"/>
                </a:lnTo>
                <a:lnTo>
                  <a:pt x="901" y="116"/>
                </a:lnTo>
                <a:lnTo>
                  <a:pt x="901" y="117"/>
                </a:lnTo>
                <a:lnTo>
                  <a:pt x="901" y="118"/>
                </a:lnTo>
                <a:lnTo>
                  <a:pt x="900" y="119"/>
                </a:lnTo>
                <a:lnTo>
                  <a:pt x="899" y="120"/>
                </a:lnTo>
                <a:lnTo>
                  <a:pt x="898" y="121"/>
                </a:lnTo>
                <a:lnTo>
                  <a:pt x="897" y="122"/>
                </a:lnTo>
                <a:lnTo>
                  <a:pt x="896" y="124"/>
                </a:lnTo>
                <a:lnTo>
                  <a:pt x="896" y="125"/>
                </a:lnTo>
                <a:lnTo>
                  <a:pt x="896" y="126"/>
                </a:lnTo>
                <a:lnTo>
                  <a:pt x="897" y="127"/>
                </a:lnTo>
                <a:lnTo>
                  <a:pt x="897" y="128"/>
                </a:lnTo>
                <a:lnTo>
                  <a:pt x="897" y="130"/>
                </a:lnTo>
                <a:lnTo>
                  <a:pt x="897" y="131"/>
                </a:lnTo>
                <a:lnTo>
                  <a:pt x="897" y="132"/>
                </a:lnTo>
                <a:lnTo>
                  <a:pt x="898" y="134"/>
                </a:lnTo>
                <a:lnTo>
                  <a:pt x="897" y="134"/>
                </a:lnTo>
                <a:lnTo>
                  <a:pt x="897" y="135"/>
                </a:lnTo>
                <a:lnTo>
                  <a:pt x="895" y="135"/>
                </a:lnTo>
                <a:lnTo>
                  <a:pt x="893" y="135"/>
                </a:lnTo>
                <a:lnTo>
                  <a:pt x="892" y="135"/>
                </a:lnTo>
                <a:lnTo>
                  <a:pt x="891" y="137"/>
                </a:lnTo>
                <a:lnTo>
                  <a:pt x="892" y="141"/>
                </a:lnTo>
                <a:lnTo>
                  <a:pt x="893" y="141"/>
                </a:lnTo>
                <a:lnTo>
                  <a:pt x="892" y="142"/>
                </a:lnTo>
                <a:lnTo>
                  <a:pt x="892" y="143"/>
                </a:lnTo>
                <a:lnTo>
                  <a:pt x="892" y="144"/>
                </a:lnTo>
                <a:lnTo>
                  <a:pt x="892" y="145"/>
                </a:lnTo>
                <a:lnTo>
                  <a:pt x="893" y="146"/>
                </a:lnTo>
                <a:lnTo>
                  <a:pt x="894" y="147"/>
                </a:lnTo>
                <a:lnTo>
                  <a:pt x="894" y="148"/>
                </a:lnTo>
                <a:lnTo>
                  <a:pt x="894" y="149"/>
                </a:lnTo>
                <a:lnTo>
                  <a:pt x="894" y="150"/>
                </a:lnTo>
                <a:lnTo>
                  <a:pt x="894" y="151"/>
                </a:lnTo>
                <a:lnTo>
                  <a:pt x="895" y="151"/>
                </a:lnTo>
                <a:lnTo>
                  <a:pt x="896" y="151"/>
                </a:lnTo>
                <a:lnTo>
                  <a:pt x="896" y="152"/>
                </a:lnTo>
                <a:lnTo>
                  <a:pt x="896" y="153"/>
                </a:lnTo>
                <a:lnTo>
                  <a:pt x="897" y="155"/>
                </a:lnTo>
                <a:lnTo>
                  <a:pt x="898" y="155"/>
                </a:lnTo>
                <a:lnTo>
                  <a:pt x="898" y="156"/>
                </a:lnTo>
                <a:lnTo>
                  <a:pt x="898" y="158"/>
                </a:lnTo>
                <a:lnTo>
                  <a:pt x="898" y="159"/>
                </a:lnTo>
                <a:lnTo>
                  <a:pt x="898" y="161"/>
                </a:lnTo>
                <a:lnTo>
                  <a:pt x="898" y="162"/>
                </a:lnTo>
                <a:lnTo>
                  <a:pt x="896" y="162"/>
                </a:lnTo>
                <a:lnTo>
                  <a:pt x="895" y="162"/>
                </a:lnTo>
                <a:lnTo>
                  <a:pt x="894" y="163"/>
                </a:lnTo>
                <a:lnTo>
                  <a:pt x="893" y="164"/>
                </a:lnTo>
                <a:lnTo>
                  <a:pt x="893" y="165"/>
                </a:lnTo>
                <a:lnTo>
                  <a:pt x="893" y="166"/>
                </a:lnTo>
                <a:lnTo>
                  <a:pt x="893" y="167"/>
                </a:lnTo>
                <a:lnTo>
                  <a:pt x="893" y="168"/>
                </a:lnTo>
                <a:lnTo>
                  <a:pt x="893" y="169"/>
                </a:lnTo>
                <a:lnTo>
                  <a:pt x="893" y="171"/>
                </a:lnTo>
                <a:lnTo>
                  <a:pt x="893" y="172"/>
                </a:lnTo>
                <a:lnTo>
                  <a:pt x="893" y="175"/>
                </a:lnTo>
                <a:lnTo>
                  <a:pt x="894" y="175"/>
                </a:lnTo>
                <a:lnTo>
                  <a:pt x="896" y="175"/>
                </a:lnTo>
                <a:lnTo>
                  <a:pt x="897" y="175"/>
                </a:lnTo>
                <a:lnTo>
                  <a:pt x="898" y="176"/>
                </a:lnTo>
                <a:lnTo>
                  <a:pt x="898" y="177"/>
                </a:lnTo>
                <a:lnTo>
                  <a:pt x="899" y="177"/>
                </a:lnTo>
                <a:lnTo>
                  <a:pt x="899" y="179"/>
                </a:lnTo>
                <a:lnTo>
                  <a:pt x="900" y="179"/>
                </a:lnTo>
                <a:lnTo>
                  <a:pt x="901" y="178"/>
                </a:lnTo>
                <a:lnTo>
                  <a:pt x="904" y="177"/>
                </a:lnTo>
                <a:lnTo>
                  <a:pt x="905" y="177"/>
                </a:lnTo>
                <a:lnTo>
                  <a:pt x="906" y="177"/>
                </a:lnTo>
                <a:lnTo>
                  <a:pt x="907" y="176"/>
                </a:lnTo>
                <a:lnTo>
                  <a:pt x="908" y="176"/>
                </a:lnTo>
                <a:lnTo>
                  <a:pt x="909" y="176"/>
                </a:lnTo>
                <a:lnTo>
                  <a:pt x="910" y="176"/>
                </a:lnTo>
                <a:lnTo>
                  <a:pt x="911" y="174"/>
                </a:lnTo>
                <a:lnTo>
                  <a:pt x="911" y="173"/>
                </a:lnTo>
                <a:lnTo>
                  <a:pt x="910" y="172"/>
                </a:lnTo>
                <a:lnTo>
                  <a:pt x="909" y="172"/>
                </a:lnTo>
                <a:lnTo>
                  <a:pt x="909" y="173"/>
                </a:lnTo>
                <a:lnTo>
                  <a:pt x="908" y="173"/>
                </a:lnTo>
                <a:lnTo>
                  <a:pt x="907" y="173"/>
                </a:lnTo>
                <a:lnTo>
                  <a:pt x="907" y="172"/>
                </a:lnTo>
                <a:lnTo>
                  <a:pt x="907" y="170"/>
                </a:lnTo>
                <a:lnTo>
                  <a:pt x="907" y="169"/>
                </a:lnTo>
                <a:lnTo>
                  <a:pt x="908" y="168"/>
                </a:lnTo>
                <a:lnTo>
                  <a:pt x="908" y="167"/>
                </a:lnTo>
                <a:lnTo>
                  <a:pt x="908" y="166"/>
                </a:lnTo>
                <a:lnTo>
                  <a:pt x="909" y="166"/>
                </a:lnTo>
                <a:lnTo>
                  <a:pt x="910" y="165"/>
                </a:lnTo>
                <a:lnTo>
                  <a:pt x="912" y="164"/>
                </a:lnTo>
                <a:lnTo>
                  <a:pt x="913" y="164"/>
                </a:lnTo>
                <a:lnTo>
                  <a:pt x="914" y="164"/>
                </a:lnTo>
                <a:lnTo>
                  <a:pt x="914" y="163"/>
                </a:lnTo>
                <a:lnTo>
                  <a:pt x="914" y="162"/>
                </a:lnTo>
                <a:lnTo>
                  <a:pt x="914" y="161"/>
                </a:lnTo>
                <a:lnTo>
                  <a:pt x="913" y="160"/>
                </a:lnTo>
                <a:lnTo>
                  <a:pt x="912" y="158"/>
                </a:lnTo>
                <a:lnTo>
                  <a:pt x="911" y="157"/>
                </a:lnTo>
                <a:lnTo>
                  <a:pt x="910" y="157"/>
                </a:lnTo>
                <a:lnTo>
                  <a:pt x="909" y="156"/>
                </a:lnTo>
                <a:lnTo>
                  <a:pt x="908" y="155"/>
                </a:lnTo>
                <a:lnTo>
                  <a:pt x="908" y="154"/>
                </a:lnTo>
                <a:lnTo>
                  <a:pt x="907" y="153"/>
                </a:lnTo>
                <a:lnTo>
                  <a:pt x="906" y="153"/>
                </a:lnTo>
                <a:lnTo>
                  <a:pt x="904" y="152"/>
                </a:lnTo>
                <a:lnTo>
                  <a:pt x="903" y="151"/>
                </a:lnTo>
                <a:lnTo>
                  <a:pt x="904" y="151"/>
                </a:lnTo>
                <a:lnTo>
                  <a:pt x="904" y="149"/>
                </a:lnTo>
                <a:lnTo>
                  <a:pt x="904" y="148"/>
                </a:lnTo>
                <a:lnTo>
                  <a:pt x="906" y="148"/>
                </a:lnTo>
                <a:lnTo>
                  <a:pt x="907" y="147"/>
                </a:lnTo>
                <a:lnTo>
                  <a:pt x="908" y="147"/>
                </a:lnTo>
                <a:lnTo>
                  <a:pt x="909" y="147"/>
                </a:lnTo>
                <a:lnTo>
                  <a:pt x="910" y="147"/>
                </a:lnTo>
                <a:lnTo>
                  <a:pt x="911" y="147"/>
                </a:lnTo>
                <a:lnTo>
                  <a:pt x="911" y="146"/>
                </a:lnTo>
                <a:lnTo>
                  <a:pt x="913" y="146"/>
                </a:lnTo>
                <a:lnTo>
                  <a:pt x="914" y="146"/>
                </a:lnTo>
                <a:lnTo>
                  <a:pt x="914" y="145"/>
                </a:lnTo>
                <a:lnTo>
                  <a:pt x="915" y="144"/>
                </a:lnTo>
                <a:lnTo>
                  <a:pt x="915" y="143"/>
                </a:lnTo>
                <a:lnTo>
                  <a:pt x="915" y="142"/>
                </a:lnTo>
                <a:lnTo>
                  <a:pt x="916" y="142"/>
                </a:lnTo>
                <a:lnTo>
                  <a:pt x="917" y="143"/>
                </a:lnTo>
                <a:lnTo>
                  <a:pt x="918" y="143"/>
                </a:lnTo>
                <a:lnTo>
                  <a:pt x="918" y="144"/>
                </a:lnTo>
                <a:lnTo>
                  <a:pt x="918" y="145"/>
                </a:lnTo>
                <a:lnTo>
                  <a:pt x="918" y="146"/>
                </a:lnTo>
                <a:lnTo>
                  <a:pt x="919" y="147"/>
                </a:lnTo>
                <a:lnTo>
                  <a:pt x="919" y="148"/>
                </a:lnTo>
                <a:lnTo>
                  <a:pt x="920" y="148"/>
                </a:lnTo>
                <a:lnTo>
                  <a:pt x="921" y="148"/>
                </a:lnTo>
                <a:lnTo>
                  <a:pt x="922" y="150"/>
                </a:lnTo>
                <a:lnTo>
                  <a:pt x="923" y="150"/>
                </a:lnTo>
                <a:lnTo>
                  <a:pt x="923" y="151"/>
                </a:lnTo>
                <a:lnTo>
                  <a:pt x="922" y="151"/>
                </a:lnTo>
                <a:lnTo>
                  <a:pt x="922" y="152"/>
                </a:lnTo>
                <a:lnTo>
                  <a:pt x="923" y="152"/>
                </a:lnTo>
                <a:lnTo>
                  <a:pt x="924" y="153"/>
                </a:lnTo>
                <a:lnTo>
                  <a:pt x="926" y="154"/>
                </a:lnTo>
                <a:lnTo>
                  <a:pt x="927" y="154"/>
                </a:lnTo>
                <a:lnTo>
                  <a:pt x="928" y="155"/>
                </a:lnTo>
                <a:lnTo>
                  <a:pt x="929" y="156"/>
                </a:lnTo>
                <a:lnTo>
                  <a:pt x="928" y="158"/>
                </a:lnTo>
                <a:lnTo>
                  <a:pt x="927" y="160"/>
                </a:lnTo>
                <a:lnTo>
                  <a:pt x="927" y="161"/>
                </a:lnTo>
                <a:lnTo>
                  <a:pt x="926" y="163"/>
                </a:lnTo>
                <a:lnTo>
                  <a:pt x="925" y="165"/>
                </a:lnTo>
                <a:lnTo>
                  <a:pt x="926" y="165"/>
                </a:lnTo>
                <a:lnTo>
                  <a:pt x="928" y="166"/>
                </a:lnTo>
                <a:lnTo>
                  <a:pt x="929" y="166"/>
                </a:lnTo>
                <a:lnTo>
                  <a:pt x="930" y="166"/>
                </a:lnTo>
                <a:lnTo>
                  <a:pt x="930" y="167"/>
                </a:lnTo>
                <a:lnTo>
                  <a:pt x="929" y="168"/>
                </a:lnTo>
                <a:lnTo>
                  <a:pt x="928" y="169"/>
                </a:lnTo>
                <a:lnTo>
                  <a:pt x="929" y="171"/>
                </a:lnTo>
                <a:lnTo>
                  <a:pt x="929" y="172"/>
                </a:lnTo>
                <a:lnTo>
                  <a:pt x="929" y="174"/>
                </a:lnTo>
                <a:lnTo>
                  <a:pt x="927" y="175"/>
                </a:lnTo>
                <a:lnTo>
                  <a:pt x="926" y="177"/>
                </a:lnTo>
                <a:lnTo>
                  <a:pt x="926" y="178"/>
                </a:lnTo>
                <a:lnTo>
                  <a:pt x="927" y="178"/>
                </a:lnTo>
                <a:lnTo>
                  <a:pt x="927" y="179"/>
                </a:lnTo>
                <a:lnTo>
                  <a:pt x="928" y="179"/>
                </a:lnTo>
                <a:lnTo>
                  <a:pt x="928" y="180"/>
                </a:lnTo>
                <a:lnTo>
                  <a:pt x="927" y="181"/>
                </a:lnTo>
                <a:lnTo>
                  <a:pt x="927" y="182"/>
                </a:lnTo>
                <a:lnTo>
                  <a:pt x="926" y="182"/>
                </a:lnTo>
                <a:lnTo>
                  <a:pt x="924" y="183"/>
                </a:lnTo>
                <a:lnTo>
                  <a:pt x="922" y="184"/>
                </a:lnTo>
                <a:lnTo>
                  <a:pt x="922" y="185"/>
                </a:lnTo>
                <a:lnTo>
                  <a:pt x="921" y="186"/>
                </a:lnTo>
                <a:lnTo>
                  <a:pt x="920" y="187"/>
                </a:lnTo>
                <a:lnTo>
                  <a:pt x="920" y="188"/>
                </a:lnTo>
                <a:lnTo>
                  <a:pt x="920" y="191"/>
                </a:lnTo>
                <a:lnTo>
                  <a:pt x="921" y="191"/>
                </a:lnTo>
                <a:lnTo>
                  <a:pt x="921" y="192"/>
                </a:lnTo>
                <a:lnTo>
                  <a:pt x="922" y="192"/>
                </a:lnTo>
                <a:lnTo>
                  <a:pt x="922" y="193"/>
                </a:lnTo>
                <a:lnTo>
                  <a:pt x="922" y="195"/>
                </a:lnTo>
                <a:lnTo>
                  <a:pt x="922" y="196"/>
                </a:lnTo>
                <a:lnTo>
                  <a:pt x="923" y="197"/>
                </a:lnTo>
                <a:lnTo>
                  <a:pt x="923" y="198"/>
                </a:lnTo>
                <a:lnTo>
                  <a:pt x="924" y="198"/>
                </a:lnTo>
                <a:lnTo>
                  <a:pt x="925" y="198"/>
                </a:lnTo>
                <a:lnTo>
                  <a:pt x="926" y="198"/>
                </a:lnTo>
                <a:lnTo>
                  <a:pt x="926" y="199"/>
                </a:lnTo>
                <a:lnTo>
                  <a:pt x="927" y="200"/>
                </a:lnTo>
                <a:lnTo>
                  <a:pt x="927" y="201"/>
                </a:lnTo>
                <a:lnTo>
                  <a:pt x="926" y="201"/>
                </a:lnTo>
                <a:lnTo>
                  <a:pt x="926" y="204"/>
                </a:lnTo>
                <a:lnTo>
                  <a:pt x="927" y="205"/>
                </a:lnTo>
                <a:lnTo>
                  <a:pt x="929" y="203"/>
                </a:lnTo>
                <a:lnTo>
                  <a:pt x="929" y="202"/>
                </a:lnTo>
                <a:lnTo>
                  <a:pt x="929" y="201"/>
                </a:lnTo>
                <a:lnTo>
                  <a:pt x="929" y="200"/>
                </a:lnTo>
                <a:lnTo>
                  <a:pt x="930" y="199"/>
                </a:lnTo>
                <a:lnTo>
                  <a:pt x="931" y="199"/>
                </a:lnTo>
                <a:lnTo>
                  <a:pt x="932" y="199"/>
                </a:lnTo>
                <a:lnTo>
                  <a:pt x="933" y="198"/>
                </a:lnTo>
                <a:lnTo>
                  <a:pt x="934" y="197"/>
                </a:lnTo>
                <a:lnTo>
                  <a:pt x="934" y="196"/>
                </a:lnTo>
                <a:lnTo>
                  <a:pt x="934" y="194"/>
                </a:lnTo>
                <a:lnTo>
                  <a:pt x="935" y="194"/>
                </a:lnTo>
                <a:lnTo>
                  <a:pt x="936" y="194"/>
                </a:lnTo>
                <a:lnTo>
                  <a:pt x="937" y="194"/>
                </a:lnTo>
                <a:lnTo>
                  <a:pt x="937" y="193"/>
                </a:lnTo>
                <a:lnTo>
                  <a:pt x="937" y="194"/>
                </a:lnTo>
                <a:lnTo>
                  <a:pt x="938" y="194"/>
                </a:lnTo>
                <a:lnTo>
                  <a:pt x="938" y="195"/>
                </a:lnTo>
                <a:lnTo>
                  <a:pt x="938" y="197"/>
                </a:lnTo>
                <a:lnTo>
                  <a:pt x="939" y="198"/>
                </a:lnTo>
                <a:lnTo>
                  <a:pt x="939" y="199"/>
                </a:lnTo>
                <a:lnTo>
                  <a:pt x="940" y="199"/>
                </a:lnTo>
                <a:lnTo>
                  <a:pt x="940" y="201"/>
                </a:lnTo>
                <a:lnTo>
                  <a:pt x="941" y="202"/>
                </a:lnTo>
                <a:lnTo>
                  <a:pt x="942" y="203"/>
                </a:lnTo>
                <a:lnTo>
                  <a:pt x="944" y="203"/>
                </a:lnTo>
                <a:lnTo>
                  <a:pt x="944" y="202"/>
                </a:lnTo>
                <a:lnTo>
                  <a:pt x="945" y="202"/>
                </a:lnTo>
                <a:lnTo>
                  <a:pt x="945" y="201"/>
                </a:lnTo>
                <a:lnTo>
                  <a:pt x="946" y="201"/>
                </a:lnTo>
                <a:lnTo>
                  <a:pt x="948" y="200"/>
                </a:lnTo>
                <a:lnTo>
                  <a:pt x="950" y="199"/>
                </a:lnTo>
                <a:lnTo>
                  <a:pt x="951" y="198"/>
                </a:lnTo>
                <a:lnTo>
                  <a:pt x="953" y="199"/>
                </a:lnTo>
                <a:lnTo>
                  <a:pt x="954" y="199"/>
                </a:lnTo>
                <a:lnTo>
                  <a:pt x="955" y="199"/>
                </a:lnTo>
                <a:lnTo>
                  <a:pt x="955" y="198"/>
                </a:lnTo>
                <a:lnTo>
                  <a:pt x="956" y="198"/>
                </a:lnTo>
                <a:lnTo>
                  <a:pt x="957" y="199"/>
                </a:lnTo>
                <a:lnTo>
                  <a:pt x="957" y="200"/>
                </a:lnTo>
                <a:lnTo>
                  <a:pt x="958" y="201"/>
                </a:lnTo>
                <a:lnTo>
                  <a:pt x="957" y="201"/>
                </a:lnTo>
                <a:lnTo>
                  <a:pt x="957" y="202"/>
                </a:lnTo>
                <a:lnTo>
                  <a:pt x="957" y="203"/>
                </a:lnTo>
                <a:lnTo>
                  <a:pt x="957" y="204"/>
                </a:lnTo>
                <a:lnTo>
                  <a:pt x="958" y="204"/>
                </a:lnTo>
                <a:lnTo>
                  <a:pt x="959" y="204"/>
                </a:lnTo>
                <a:lnTo>
                  <a:pt x="962" y="205"/>
                </a:lnTo>
                <a:lnTo>
                  <a:pt x="963" y="206"/>
                </a:lnTo>
                <a:lnTo>
                  <a:pt x="965" y="207"/>
                </a:lnTo>
                <a:lnTo>
                  <a:pt x="966" y="207"/>
                </a:lnTo>
                <a:lnTo>
                  <a:pt x="967" y="209"/>
                </a:lnTo>
                <a:lnTo>
                  <a:pt x="969" y="209"/>
                </a:lnTo>
                <a:lnTo>
                  <a:pt x="971" y="209"/>
                </a:lnTo>
                <a:lnTo>
                  <a:pt x="972" y="207"/>
                </a:lnTo>
                <a:lnTo>
                  <a:pt x="972" y="205"/>
                </a:lnTo>
                <a:lnTo>
                  <a:pt x="972" y="204"/>
                </a:lnTo>
                <a:lnTo>
                  <a:pt x="972" y="203"/>
                </a:lnTo>
                <a:lnTo>
                  <a:pt x="972" y="202"/>
                </a:lnTo>
                <a:lnTo>
                  <a:pt x="972" y="201"/>
                </a:lnTo>
                <a:lnTo>
                  <a:pt x="973" y="200"/>
                </a:lnTo>
                <a:lnTo>
                  <a:pt x="974" y="199"/>
                </a:lnTo>
                <a:lnTo>
                  <a:pt x="974" y="198"/>
                </a:lnTo>
                <a:lnTo>
                  <a:pt x="974" y="197"/>
                </a:lnTo>
                <a:lnTo>
                  <a:pt x="976" y="198"/>
                </a:lnTo>
                <a:lnTo>
                  <a:pt x="977" y="199"/>
                </a:lnTo>
                <a:lnTo>
                  <a:pt x="977" y="200"/>
                </a:lnTo>
                <a:lnTo>
                  <a:pt x="977" y="201"/>
                </a:lnTo>
                <a:lnTo>
                  <a:pt x="979" y="201"/>
                </a:lnTo>
                <a:lnTo>
                  <a:pt x="980" y="201"/>
                </a:lnTo>
                <a:lnTo>
                  <a:pt x="982" y="202"/>
                </a:lnTo>
                <a:lnTo>
                  <a:pt x="982" y="203"/>
                </a:lnTo>
                <a:lnTo>
                  <a:pt x="984" y="204"/>
                </a:lnTo>
                <a:lnTo>
                  <a:pt x="985" y="204"/>
                </a:lnTo>
                <a:lnTo>
                  <a:pt x="985" y="203"/>
                </a:lnTo>
                <a:lnTo>
                  <a:pt x="985" y="202"/>
                </a:lnTo>
                <a:lnTo>
                  <a:pt x="986" y="201"/>
                </a:lnTo>
                <a:lnTo>
                  <a:pt x="987" y="201"/>
                </a:lnTo>
                <a:lnTo>
                  <a:pt x="988" y="201"/>
                </a:lnTo>
                <a:lnTo>
                  <a:pt x="988" y="199"/>
                </a:lnTo>
                <a:lnTo>
                  <a:pt x="987" y="197"/>
                </a:lnTo>
                <a:lnTo>
                  <a:pt x="987" y="196"/>
                </a:lnTo>
                <a:lnTo>
                  <a:pt x="986" y="196"/>
                </a:lnTo>
                <a:lnTo>
                  <a:pt x="985" y="195"/>
                </a:lnTo>
                <a:lnTo>
                  <a:pt x="984" y="194"/>
                </a:lnTo>
                <a:lnTo>
                  <a:pt x="985" y="193"/>
                </a:lnTo>
                <a:lnTo>
                  <a:pt x="984" y="192"/>
                </a:lnTo>
                <a:lnTo>
                  <a:pt x="984" y="191"/>
                </a:lnTo>
                <a:lnTo>
                  <a:pt x="984" y="190"/>
                </a:lnTo>
                <a:lnTo>
                  <a:pt x="984" y="189"/>
                </a:lnTo>
                <a:lnTo>
                  <a:pt x="985" y="188"/>
                </a:lnTo>
                <a:lnTo>
                  <a:pt x="986" y="188"/>
                </a:lnTo>
                <a:lnTo>
                  <a:pt x="987" y="188"/>
                </a:lnTo>
                <a:lnTo>
                  <a:pt x="988" y="187"/>
                </a:lnTo>
                <a:lnTo>
                  <a:pt x="988" y="186"/>
                </a:lnTo>
                <a:lnTo>
                  <a:pt x="989" y="186"/>
                </a:lnTo>
                <a:lnTo>
                  <a:pt x="990" y="184"/>
                </a:lnTo>
                <a:lnTo>
                  <a:pt x="990" y="183"/>
                </a:lnTo>
                <a:lnTo>
                  <a:pt x="990" y="182"/>
                </a:lnTo>
                <a:lnTo>
                  <a:pt x="991" y="181"/>
                </a:lnTo>
                <a:lnTo>
                  <a:pt x="992" y="180"/>
                </a:lnTo>
                <a:lnTo>
                  <a:pt x="992" y="179"/>
                </a:lnTo>
                <a:lnTo>
                  <a:pt x="993" y="177"/>
                </a:lnTo>
                <a:lnTo>
                  <a:pt x="993" y="176"/>
                </a:lnTo>
                <a:lnTo>
                  <a:pt x="994" y="176"/>
                </a:lnTo>
                <a:lnTo>
                  <a:pt x="994" y="175"/>
                </a:lnTo>
                <a:lnTo>
                  <a:pt x="993" y="174"/>
                </a:lnTo>
                <a:lnTo>
                  <a:pt x="993" y="173"/>
                </a:lnTo>
                <a:lnTo>
                  <a:pt x="994" y="171"/>
                </a:lnTo>
                <a:lnTo>
                  <a:pt x="995" y="171"/>
                </a:lnTo>
                <a:lnTo>
                  <a:pt x="996" y="170"/>
                </a:lnTo>
                <a:lnTo>
                  <a:pt x="995" y="170"/>
                </a:lnTo>
                <a:lnTo>
                  <a:pt x="995" y="169"/>
                </a:lnTo>
                <a:lnTo>
                  <a:pt x="994" y="168"/>
                </a:lnTo>
                <a:lnTo>
                  <a:pt x="993" y="168"/>
                </a:lnTo>
                <a:lnTo>
                  <a:pt x="994" y="167"/>
                </a:lnTo>
                <a:lnTo>
                  <a:pt x="995" y="165"/>
                </a:lnTo>
                <a:lnTo>
                  <a:pt x="995" y="164"/>
                </a:lnTo>
                <a:lnTo>
                  <a:pt x="996" y="161"/>
                </a:lnTo>
                <a:lnTo>
                  <a:pt x="995" y="161"/>
                </a:lnTo>
                <a:lnTo>
                  <a:pt x="995" y="160"/>
                </a:lnTo>
                <a:lnTo>
                  <a:pt x="995" y="159"/>
                </a:lnTo>
                <a:lnTo>
                  <a:pt x="996" y="159"/>
                </a:lnTo>
                <a:lnTo>
                  <a:pt x="995" y="158"/>
                </a:lnTo>
                <a:lnTo>
                  <a:pt x="994" y="157"/>
                </a:lnTo>
                <a:lnTo>
                  <a:pt x="995" y="156"/>
                </a:lnTo>
                <a:lnTo>
                  <a:pt x="996" y="156"/>
                </a:lnTo>
                <a:lnTo>
                  <a:pt x="997" y="156"/>
                </a:lnTo>
                <a:lnTo>
                  <a:pt x="998" y="155"/>
                </a:lnTo>
                <a:lnTo>
                  <a:pt x="998" y="154"/>
                </a:lnTo>
                <a:lnTo>
                  <a:pt x="997" y="153"/>
                </a:lnTo>
                <a:lnTo>
                  <a:pt x="998" y="153"/>
                </a:lnTo>
                <a:lnTo>
                  <a:pt x="999" y="153"/>
                </a:lnTo>
                <a:lnTo>
                  <a:pt x="1000" y="152"/>
                </a:lnTo>
                <a:lnTo>
                  <a:pt x="1000" y="151"/>
                </a:lnTo>
                <a:lnTo>
                  <a:pt x="1000" y="150"/>
                </a:lnTo>
                <a:lnTo>
                  <a:pt x="999" y="150"/>
                </a:lnTo>
                <a:lnTo>
                  <a:pt x="998" y="149"/>
                </a:lnTo>
                <a:lnTo>
                  <a:pt x="999" y="149"/>
                </a:lnTo>
                <a:lnTo>
                  <a:pt x="1000" y="148"/>
                </a:lnTo>
                <a:lnTo>
                  <a:pt x="1001" y="148"/>
                </a:lnTo>
                <a:lnTo>
                  <a:pt x="1001" y="147"/>
                </a:lnTo>
                <a:lnTo>
                  <a:pt x="1002" y="146"/>
                </a:lnTo>
                <a:lnTo>
                  <a:pt x="1001" y="145"/>
                </a:lnTo>
                <a:lnTo>
                  <a:pt x="1003" y="144"/>
                </a:lnTo>
                <a:lnTo>
                  <a:pt x="1004" y="143"/>
                </a:lnTo>
                <a:lnTo>
                  <a:pt x="1004" y="144"/>
                </a:lnTo>
                <a:lnTo>
                  <a:pt x="1005" y="143"/>
                </a:lnTo>
                <a:lnTo>
                  <a:pt x="1006" y="143"/>
                </a:lnTo>
                <a:lnTo>
                  <a:pt x="1006" y="142"/>
                </a:lnTo>
                <a:lnTo>
                  <a:pt x="1007" y="143"/>
                </a:lnTo>
                <a:lnTo>
                  <a:pt x="1008" y="143"/>
                </a:lnTo>
                <a:lnTo>
                  <a:pt x="1009" y="144"/>
                </a:lnTo>
                <a:lnTo>
                  <a:pt x="1011" y="142"/>
                </a:lnTo>
                <a:lnTo>
                  <a:pt x="1012" y="141"/>
                </a:lnTo>
                <a:lnTo>
                  <a:pt x="1013" y="140"/>
                </a:lnTo>
                <a:lnTo>
                  <a:pt x="1014" y="139"/>
                </a:lnTo>
                <a:lnTo>
                  <a:pt x="1015" y="139"/>
                </a:lnTo>
                <a:lnTo>
                  <a:pt x="1016" y="139"/>
                </a:lnTo>
                <a:lnTo>
                  <a:pt x="1016" y="140"/>
                </a:lnTo>
                <a:lnTo>
                  <a:pt x="1016" y="141"/>
                </a:lnTo>
                <a:lnTo>
                  <a:pt x="1015" y="141"/>
                </a:lnTo>
                <a:lnTo>
                  <a:pt x="1015" y="142"/>
                </a:lnTo>
                <a:lnTo>
                  <a:pt x="1014" y="145"/>
                </a:lnTo>
                <a:lnTo>
                  <a:pt x="1014" y="146"/>
                </a:lnTo>
                <a:lnTo>
                  <a:pt x="1014" y="147"/>
                </a:lnTo>
                <a:lnTo>
                  <a:pt x="1014" y="148"/>
                </a:lnTo>
                <a:lnTo>
                  <a:pt x="1014" y="149"/>
                </a:lnTo>
                <a:lnTo>
                  <a:pt x="1014" y="152"/>
                </a:lnTo>
                <a:lnTo>
                  <a:pt x="1015" y="157"/>
                </a:lnTo>
                <a:lnTo>
                  <a:pt x="1015" y="158"/>
                </a:lnTo>
                <a:lnTo>
                  <a:pt x="1015" y="159"/>
                </a:lnTo>
                <a:lnTo>
                  <a:pt x="1015" y="160"/>
                </a:lnTo>
                <a:lnTo>
                  <a:pt x="1016" y="161"/>
                </a:lnTo>
                <a:lnTo>
                  <a:pt x="1016" y="162"/>
                </a:lnTo>
                <a:lnTo>
                  <a:pt x="1017" y="162"/>
                </a:lnTo>
                <a:lnTo>
                  <a:pt x="1018" y="162"/>
                </a:lnTo>
                <a:lnTo>
                  <a:pt x="1018" y="163"/>
                </a:lnTo>
                <a:lnTo>
                  <a:pt x="1017" y="163"/>
                </a:lnTo>
                <a:lnTo>
                  <a:pt x="1018" y="163"/>
                </a:lnTo>
                <a:lnTo>
                  <a:pt x="1019" y="163"/>
                </a:lnTo>
                <a:lnTo>
                  <a:pt x="1020" y="164"/>
                </a:lnTo>
                <a:lnTo>
                  <a:pt x="1020" y="165"/>
                </a:lnTo>
                <a:lnTo>
                  <a:pt x="1019" y="167"/>
                </a:lnTo>
                <a:lnTo>
                  <a:pt x="1018" y="169"/>
                </a:lnTo>
                <a:lnTo>
                  <a:pt x="1017" y="169"/>
                </a:lnTo>
                <a:lnTo>
                  <a:pt x="1017" y="170"/>
                </a:lnTo>
                <a:lnTo>
                  <a:pt x="1016" y="171"/>
                </a:lnTo>
                <a:lnTo>
                  <a:pt x="1017" y="174"/>
                </a:lnTo>
                <a:lnTo>
                  <a:pt x="1018" y="176"/>
                </a:lnTo>
                <a:lnTo>
                  <a:pt x="1017" y="177"/>
                </a:lnTo>
                <a:lnTo>
                  <a:pt x="1018" y="177"/>
                </a:lnTo>
                <a:lnTo>
                  <a:pt x="1019" y="177"/>
                </a:lnTo>
                <a:lnTo>
                  <a:pt x="1020" y="178"/>
                </a:lnTo>
                <a:lnTo>
                  <a:pt x="1020" y="179"/>
                </a:lnTo>
                <a:lnTo>
                  <a:pt x="1021" y="179"/>
                </a:lnTo>
                <a:lnTo>
                  <a:pt x="1021" y="180"/>
                </a:lnTo>
                <a:lnTo>
                  <a:pt x="1022" y="180"/>
                </a:lnTo>
                <a:lnTo>
                  <a:pt x="1022" y="181"/>
                </a:lnTo>
                <a:lnTo>
                  <a:pt x="1022" y="182"/>
                </a:lnTo>
                <a:lnTo>
                  <a:pt x="1022" y="183"/>
                </a:lnTo>
                <a:lnTo>
                  <a:pt x="1024" y="184"/>
                </a:lnTo>
                <a:lnTo>
                  <a:pt x="1025" y="183"/>
                </a:lnTo>
                <a:lnTo>
                  <a:pt x="1026" y="183"/>
                </a:lnTo>
                <a:lnTo>
                  <a:pt x="1027" y="182"/>
                </a:lnTo>
                <a:lnTo>
                  <a:pt x="1028" y="181"/>
                </a:lnTo>
                <a:lnTo>
                  <a:pt x="1028" y="180"/>
                </a:lnTo>
                <a:lnTo>
                  <a:pt x="1029" y="180"/>
                </a:lnTo>
                <a:lnTo>
                  <a:pt x="1030" y="180"/>
                </a:lnTo>
                <a:lnTo>
                  <a:pt x="1031" y="180"/>
                </a:lnTo>
                <a:lnTo>
                  <a:pt x="1031" y="181"/>
                </a:lnTo>
                <a:lnTo>
                  <a:pt x="1032" y="181"/>
                </a:lnTo>
                <a:lnTo>
                  <a:pt x="1033" y="181"/>
                </a:lnTo>
                <a:lnTo>
                  <a:pt x="1034" y="181"/>
                </a:lnTo>
                <a:lnTo>
                  <a:pt x="1034" y="182"/>
                </a:lnTo>
                <a:lnTo>
                  <a:pt x="1033" y="183"/>
                </a:lnTo>
                <a:lnTo>
                  <a:pt x="1033" y="184"/>
                </a:lnTo>
                <a:lnTo>
                  <a:pt x="1032" y="184"/>
                </a:lnTo>
                <a:lnTo>
                  <a:pt x="1032" y="186"/>
                </a:lnTo>
                <a:lnTo>
                  <a:pt x="1033" y="186"/>
                </a:lnTo>
                <a:lnTo>
                  <a:pt x="1033" y="185"/>
                </a:lnTo>
                <a:lnTo>
                  <a:pt x="1034" y="185"/>
                </a:lnTo>
                <a:lnTo>
                  <a:pt x="1034" y="184"/>
                </a:lnTo>
                <a:lnTo>
                  <a:pt x="1035" y="184"/>
                </a:lnTo>
                <a:lnTo>
                  <a:pt x="1035" y="183"/>
                </a:lnTo>
                <a:lnTo>
                  <a:pt x="1036" y="183"/>
                </a:lnTo>
                <a:lnTo>
                  <a:pt x="1037" y="184"/>
                </a:lnTo>
                <a:lnTo>
                  <a:pt x="1039" y="184"/>
                </a:lnTo>
                <a:lnTo>
                  <a:pt x="1040" y="184"/>
                </a:lnTo>
                <a:lnTo>
                  <a:pt x="1040" y="185"/>
                </a:lnTo>
                <a:lnTo>
                  <a:pt x="1039" y="185"/>
                </a:lnTo>
                <a:lnTo>
                  <a:pt x="1038" y="185"/>
                </a:lnTo>
                <a:lnTo>
                  <a:pt x="1037" y="186"/>
                </a:lnTo>
                <a:lnTo>
                  <a:pt x="1036" y="187"/>
                </a:lnTo>
                <a:lnTo>
                  <a:pt x="1035" y="187"/>
                </a:lnTo>
                <a:lnTo>
                  <a:pt x="1035" y="188"/>
                </a:lnTo>
                <a:lnTo>
                  <a:pt x="1035" y="189"/>
                </a:lnTo>
                <a:lnTo>
                  <a:pt x="1034" y="191"/>
                </a:lnTo>
                <a:lnTo>
                  <a:pt x="1034" y="192"/>
                </a:lnTo>
                <a:lnTo>
                  <a:pt x="1033" y="192"/>
                </a:lnTo>
                <a:lnTo>
                  <a:pt x="1033" y="193"/>
                </a:lnTo>
                <a:lnTo>
                  <a:pt x="1034" y="193"/>
                </a:lnTo>
                <a:lnTo>
                  <a:pt x="1034" y="194"/>
                </a:lnTo>
                <a:lnTo>
                  <a:pt x="1034" y="195"/>
                </a:lnTo>
                <a:lnTo>
                  <a:pt x="1032" y="196"/>
                </a:lnTo>
                <a:lnTo>
                  <a:pt x="1031" y="197"/>
                </a:lnTo>
                <a:lnTo>
                  <a:pt x="1031" y="200"/>
                </a:lnTo>
                <a:lnTo>
                  <a:pt x="1031" y="202"/>
                </a:lnTo>
                <a:lnTo>
                  <a:pt x="1031" y="203"/>
                </a:lnTo>
                <a:lnTo>
                  <a:pt x="1031" y="204"/>
                </a:lnTo>
                <a:lnTo>
                  <a:pt x="1032" y="206"/>
                </a:lnTo>
                <a:lnTo>
                  <a:pt x="1032" y="207"/>
                </a:lnTo>
                <a:lnTo>
                  <a:pt x="1031" y="207"/>
                </a:lnTo>
                <a:lnTo>
                  <a:pt x="1030" y="207"/>
                </a:lnTo>
                <a:lnTo>
                  <a:pt x="1030" y="208"/>
                </a:lnTo>
                <a:lnTo>
                  <a:pt x="1031" y="209"/>
                </a:lnTo>
                <a:lnTo>
                  <a:pt x="1031" y="210"/>
                </a:lnTo>
                <a:lnTo>
                  <a:pt x="1031" y="211"/>
                </a:lnTo>
                <a:lnTo>
                  <a:pt x="1031" y="212"/>
                </a:lnTo>
                <a:lnTo>
                  <a:pt x="1030" y="213"/>
                </a:lnTo>
                <a:lnTo>
                  <a:pt x="1029" y="213"/>
                </a:lnTo>
                <a:lnTo>
                  <a:pt x="1029" y="214"/>
                </a:lnTo>
                <a:lnTo>
                  <a:pt x="1029" y="215"/>
                </a:lnTo>
                <a:lnTo>
                  <a:pt x="1029" y="216"/>
                </a:lnTo>
                <a:lnTo>
                  <a:pt x="1029" y="217"/>
                </a:lnTo>
                <a:lnTo>
                  <a:pt x="1027" y="219"/>
                </a:lnTo>
                <a:lnTo>
                  <a:pt x="1026" y="221"/>
                </a:lnTo>
                <a:lnTo>
                  <a:pt x="1027" y="221"/>
                </a:lnTo>
                <a:lnTo>
                  <a:pt x="1027" y="222"/>
                </a:lnTo>
                <a:lnTo>
                  <a:pt x="1027" y="223"/>
                </a:lnTo>
                <a:lnTo>
                  <a:pt x="1026" y="224"/>
                </a:lnTo>
                <a:lnTo>
                  <a:pt x="1025" y="224"/>
                </a:lnTo>
                <a:lnTo>
                  <a:pt x="1025" y="225"/>
                </a:lnTo>
                <a:lnTo>
                  <a:pt x="1025" y="227"/>
                </a:lnTo>
                <a:lnTo>
                  <a:pt x="1025" y="228"/>
                </a:lnTo>
                <a:lnTo>
                  <a:pt x="1025" y="229"/>
                </a:lnTo>
                <a:lnTo>
                  <a:pt x="1025" y="230"/>
                </a:lnTo>
                <a:lnTo>
                  <a:pt x="1024" y="230"/>
                </a:lnTo>
                <a:lnTo>
                  <a:pt x="1024" y="231"/>
                </a:lnTo>
                <a:lnTo>
                  <a:pt x="1024" y="233"/>
                </a:lnTo>
                <a:lnTo>
                  <a:pt x="1024" y="234"/>
                </a:lnTo>
                <a:lnTo>
                  <a:pt x="1025" y="234"/>
                </a:lnTo>
                <a:lnTo>
                  <a:pt x="1026" y="234"/>
                </a:lnTo>
                <a:lnTo>
                  <a:pt x="1026" y="232"/>
                </a:lnTo>
                <a:lnTo>
                  <a:pt x="1027" y="232"/>
                </a:lnTo>
                <a:lnTo>
                  <a:pt x="1028" y="232"/>
                </a:lnTo>
                <a:lnTo>
                  <a:pt x="1029" y="232"/>
                </a:lnTo>
                <a:lnTo>
                  <a:pt x="1030" y="230"/>
                </a:lnTo>
                <a:lnTo>
                  <a:pt x="1030" y="229"/>
                </a:lnTo>
                <a:lnTo>
                  <a:pt x="1030" y="228"/>
                </a:lnTo>
                <a:lnTo>
                  <a:pt x="1031" y="228"/>
                </a:lnTo>
                <a:lnTo>
                  <a:pt x="1031" y="227"/>
                </a:lnTo>
                <a:lnTo>
                  <a:pt x="1033" y="227"/>
                </a:lnTo>
                <a:lnTo>
                  <a:pt x="1033" y="228"/>
                </a:lnTo>
                <a:lnTo>
                  <a:pt x="1033" y="229"/>
                </a:lnTo>
                <a:lnTo>
                  <a:pt x="1034" y="229"/>
                </a:lnTo>
                <a:lnTo>
                  <a:pt x="1035" y="229"/>
                </a:lnTo>
                <a:lnTo>
                  <a:pt x="1035" y="230"/>
                </a:lnTo>
                <a:lnTo>
                  <a:pt x="1036" y="230"/>
                </a:lnTo>
                <a:lnTo>
                  <a:pt x="1037" y="230"/>
                </a:lnTo>
                <a:lnTo>
                  <a:pt x="1038" y="231"/>
                </a:lnTo>
                <a:lnTo>
                  <a:pt x="1038" y="232"/>
                </a:lnTo>
                <a:lnTo>
                  <a:pt x="1039" y="232"/>
                </a:lnTo>
                <a:lnTo>
                  <a:pt x="1039" y="233"/>
                </a:lnTo>
                <a:lnTo>
                  <a:pt x="1039" y="234"/>
                </a:lnTo>
                <a:lnTo>
                  <a:pt x="1037" y="236"/>
                </a:lnTo>
                <a:lnTo>
                  <a:pt x="1037" y="237"/>
                </a:lnTo>
                <a:lnTo>
                  <a:pt x="1036" y="238"/>
                </a:lnTo>
                <a:lnTo>
                  <a:pt x="1035" y="239"/>
                </a:lnTo>
                <a:lnTo>
                  <a:pt x="1034" y="239"/>
                </a:lnTo>
                <a:lnTo>
                  <a:pt x="1033" y="239"/>
                </a:lnTo>
                <a:lnTo>
                  <a:pt x="1033" y="238"/>
                </a:lnTo>
                <a:lnTo>
                  <a:pt x="1033" y="239"/>
                </a:lnTo>
                <a:lnTo>
                  <a:pt x="1032" y="239"/>
                </a:lnTo>
                <a:lnTo>
                  <a:pt x="1031" y="240"/>
                </a:lnTo>
                <a:lnTo>
                  <a:pt x="1031" y="241"/>
                </a:lnTo>
                <a:lnTo>
                  <a:pt x="1030" y="241"/>
                </a:lnTo>
                <a:lnTo>
                  <a:pt x="1029" y="241"/>
                </a:lnTo>
                <a:lnTo>
                  <a:pt x="1029" y="242"/>
                </a:lnTo>
                <a:lnTo>
                  <a:pt x="1028" y="243"/>
                </a:lnTo>
                <a:lnTo>
                  <a:pt x="1029" y="243"/>
                </a:lnTo>
                <a:lnTo>
                  <a:pt x="1029" y="244"/>
                </a:lnTo>
                <a:lnTo>
                  <a:pt x="1029" y="246"/>
                </a:lnTo>
                <a:lnTo>
                  <a:pt x="1028" y="246"/>
                </a:lnTo>
                <a:lnTo>
                  <a:pt x="1028" y="247"/>
                </a:lnTo>
                <a:lnTo>
                  <a:pt x="1027" y="247"/>
                </a:lnTo>
                <a:lnTo>
                  <a:pt x="1026" y="247"/>
                </a:lnTo>
                <a:lnTo>
                  <a:pt x="1026" y="250"/>
                </a:lnTo>
                <a:lnTo>
                  <a:pt x="1027" y="253"/>
                </a:lnTo>
                <a:lnTo>
                  <a:pt x="1028" y="254"/>
                </a:lnTo>
                <a:lnTo>
                  <a:pt x="1028" y="258"/>
                </a:lnTo>
                <a:lnTo>
                  <a:pt x="1028" y="259"/>
                </a:lnTo>
                <a:lnTo>
                  <a:pt x="1029" y="262"/>
                </a:lnTo>
                <a:lnTo>
                  <a:pt x="1029" y="264"/>
                </a:lnTo>
                <a:lnTo>
                  <a:pt x="1029" y="265"/>
                </a:lnTo>
                <a:lnTo>
                  <a:pt x="1029" y="266"/>
                </a:lnTo>
                <a:lnTo>
                  <a:pt x="1029" y="267"/>
                </a:lnTo>
                <a:lnTo>
                  <a:pt x="1030" y="267"/>
                </a:lnTo>
                <a:lnTo>
                  <a:pt x="1031" y="268"/>
                </a:lnTo>
                <a:lnTo>
                  <a:pt x="1032" y="268"/>
                </a:lnTo>
                <a:lnTo>
                  <a:pt x="1033" y="268"/>
                </a:lnTo>
                <a:lnTo>
                  <a:pt x="1033" y="269"/>
                </a:lnTo>
                <a:lnTo>
                  <a:pt x="1032" y="269"/>
                </a:lnTo>
                <a:lnTo>
                  <a:pt x="1031" y="269"/>
                </a:lnTo>
                <a:lnTo>
                  <a:pt x="1030" y="270"/>
                </a:lnTo>
                <a:lnTo>
                  <a:pt x="1032" y="271"/>
                </a:lnTo>
                <a:lnTo>
                  <a:pt x="1033" y="272"/>
                </a:lnTo>
                <a:lnTo>
                  <a:pt x="1034" y="273"/>
                </a:lnTo>
                <a:lnTo>
                  <a:pt x="1035" y="273"/>
                </a:lnTo>
                <a:lnTo>
                  <a:pt x="1035" y="274"/>
                </a:lnTo>
                <a:lnTo>
                  <a:pt x="1034" y="274"/>
                </a:lnTo>
                <a:lnTo>
                  <a:pt x="1034" y="275"/>
                </a:lnTo>
                <a:lnTo>
                  <a:pt x="1034" y="276"/>
                </a:lnTo>
                <a:lnTo>
                  <a:pt x="1034" y="277"/>
                </a:lnTo>
                <a:lnTo>
                  <a:pt x="1033" y="278"/>
                </a:lnTo>
                <a:lnTo>
                  <a:pt x="1034" y="278"/>
                </a:lnTo>
                <a:lnTo>
                  <a:pt x="1034" y="279"/>
                </a:lnTo>
                <a:lnTo>
                  <a:pt x="1035" y="280"/>
                </a:lnTo>
                <a:lnTo>
                  <a:pt x="1034" y="280"/>
                </a:lnTo>
                <a:lnTo>
                  <a:pt x="1034" y="282"/>
                </a:lnTo>
                <a:lnTo>
                  <a:pt x="1033" y="282"/>
                </a:lnTo>
                <a:lnTo>
                  <a:pt x="1033" y="283"/>
                </a:lnTo>
                <a:lnTo>
                  <a:pt x="1033" y="284"/>
                </a:lnTo>
                <a:lnTo>
                  <a:pt x="1033" y="286"/>
                </a:lnTo>
                <a:lnTo>
                  <a:pt x="1033" y="287"/>
                </a:lnTo>
                <a:lnTo>
                  <a:pt x="1034" y="287"/>
                </a:lnTo>
                <a:lnTo>
                  <a:pt x="1034" y="288"/>
                </a:lnTo>
                <a:lnTo>
                  <a:pt x="1036" y="287"/>
                </a:lnTo>
                <a:lnTo>
                  <a:pt x="1036" y="288"/>
                </a:lnTo>
                <a:lnTo>
                  <a:pt x="1039" y="291"/>
                </a:lnTo>
                <a:lnTo>
                  <a:pt x="1039" y="292"/>
                </a:lnTo>
                <a:lnTo>
                  <a:pt x="1041" y="294"/>
                </a:lnTo>
                <a:lnTo>
                  <a:pt x="1041" y="295"/>
                </a:lnTo>
                <a:lnTo>
                  <a:pt x="1040" y="296"/>
                </a:lnTo>
                <a:lnTo>
                  <a:pt x="1039" y="297"/>
                </a:lnTo>
                <a:lnTo>
                  <a:pt x="1040" y="297"/>
                </a:lnTo>
                <a:lnTo>
                  <a:pt x="1042" y="297"/>
                </a:lnTo>
                <a:lnTo>
                  <a:pt x="1044" y="298"/>
                </a:lnTo>
                <a:lnTo>
                  <a:pt x="1046" y="298"/>
                </a:lnTo>
                <a:lnTo>
                  <a:pt x="1046" y="297"/>
                </a:lnTo>
                <a:lnTo>
                  <a:pt x="1047" y="297"/>
                </a:lnTo>
                <a:lnTo>
                  <a:pt x="1048" y="297"/>
                </a:lnTo>
                <a:lnTo>
                  <a:pt x="1049" y="298"/>
                </a:lnTo>
                <a:lnTo>
                  <a:pt x="1049" y="299"/>
                </a:lnTo>
                <a:lnTo>
                  <a:pt x="1051" y="301"/>
                </a:lnTo>
                <a:lnTo>
                  <a:pt x="1052" y="302"/>
                </a:lnTo>
                <a:lnTo>
                  <a:pt x="1053" y="302"/>
                </a:lnTo>
                <a:lnTo>
                  <a:pt x="1054" y="302"/>
                </a:lnTo>
                <a:lnTo>
                  <a:pt x="1055" y="303"/>
                </a:lnTo>
                <a:lnTo>
                  <a:pt x="1056" y="303"/>
                </a:lnTo>
                <a:lnTo>
                  <a:pt x="1058" y="305"/>
                </a:lnTo>
                <a:lnTo>
                  <a:pt x="1058" y="306"/>
                </a:lnTo>
                <a:lnTo>
                  <a:pt x="1057" y="307"/>
                </a:lnTo>
                <a:lnTo>
                  <a:pt x="1057" y="308"/>
                </a:lnTo>
                <a:lnTo>
                  <a:pt x="1057" y="309"/>
                </a:lnTo>
                <a:lnTo>
                  <a:pt x="1057" y="310"/>
                </a:lnTo>
                <a:lnTo>
                  <a:pt x="1057" y="312"/>
                </a:lnTo>
                <a:lnTo>
                  <a:pt x="1058" y="313"/>
                </a:lnTo>
                <a:lnTo>
                  <a:pt x="1059" y="313"/>
                </a:lnTo>
                <a:lnTo>
                  <a:pt x="1060" y="313"/>
                </a:lnTo>
                <a:lnTo>
                  <a:pt x="1060" y="314"/>
                </a:lnTo>
                <a:lnTo>
                  <a:pt x="1059" y="318"/>
                </a:lnTo>
                <a:lnTo>
                  <a:pt x="1059" y="321"/>
                </a:lnTo>
                <a:lnTo>
                  <a:pt x="1058" y="321"/>
                </a:lnTo>
                <a:lnTo>
                  <a:pt x="1058" y="322"/>
                </a:lnTo>
                <a:lnTo>
                  <a:pt x="1057" y="322"/>
                </a:lnTo>
                <a:lnTo>
                  <a:pt x="1056" y="325"/>
                </a:lnTo>
                <a:lnTo>
                  <a:pt x="1057" y="328"/>
                </a:lnTo>
                <a:lnTo>
                  <a:pt x="1058" y="329"/>
                </a:lnTo>
                <a:lnTo>
                  <a:pt x="1058" y="330"/>
                </a:lnTo>
                <a:lnTo>
                  <a:pt x="1057" y="330"/>
                </a:lnTo>
                <a:lnTo>
                  <a:pt x="1056" y="330"/>
                </a:lnTo>
                <a:lnTo>
                  <a:pt x="1055" y="330"/>
                </a:lnTo>
                <a:lnTo>
                  <a:pt x="1053" y="331"/>
                </a:lnTo>
                <a:lnTo>
                  <a:pt x="1053" y="332"/>
                </a:lnTo>
                <a:lnTo>
                  <a:pt x="1054" y="332"/>
                </a:lnTo>
                <a:lnTo>
                  <a:pt x="1053" y="332"/>
                </a:lnTo>
                <a:lnTo>
                  <a:pt x="1053" y="333"/>
                </a:lnTo>
                <a:lnTo>
                  <a:pt x="1052" y="333"/>
                </a:lnTo>
                <a:lnTo>
                  <a:pt x="1051" y="333"/>
                </a:lnTo>
                <a:lnTo>
                  <a:pt x="1051" y="332"/>
                </a:lnTo>
                <a:lnTo>
                  <a:pt x="1050" y="332"/>
                </a:lnTo>
                <a:lnTo>
                  <a:pt x="1050" y="331"/>
                </a:lnTo>
                <a:lnTo>
                  <a:pt x="1050" y="332"/>
                </a:lnTo>
                <a:lnTo>
                  <a:pt x="1047" y="333"/>
                </a:lnTo>
                <a:lnTo>
                  <a:pt x="1045" y="336"/>
                </a:lnTo>
                <a:lnTo>
                  <a:pt x="1044" y="336"/>
                </a:lnTo>
                <a:lnTo>
                  <a:pt x="1043" y="336"/>
                </a:lnTo>
                <a:lnTo>
                  <a:pt x="1042" y="337"/>
                </a:lnTo>
                <a:lnTo>
                  <a:pt x="1042" y="338"/>
                </a:lnTo>
                <a:lnTo>
                  <a:pt x="1040" y="340"/>
                </a:lnTo>
                <a:lnTo>
                  <a:pt x="1039" y="340"/>
                </a:lnTo>
                <a:lnTo>
                  <a:pt x="1038" y="341"/>
                </a:lnTo>
                <a:lnTo>
                  <a:pt x="1037" y="343"/>
                </a:lnTo>
                <a:lnTo>
                  <a:pt x="1037" y="344"/>
                </a:lnTo>
                <a:lnTo>
                  <a:pt x="1036" y="344"/>
                </a:lnTo>
                <a:lnTo>
                  <a:pt x="1035" y="345"/>
                </a:lnTo>
                <a:lnTo>
                  <a:pt x="1034" y="345"/>
                </a:lnTo>
                <a:lnTo>
                  <a:pt x="1033" y="346"/>
                </a:lnTo>
                <a:lnTo>
                  <a:pt x="1033" y="347"/>
                </a:lnTo>
                <a:lnTo>
                  <a:pt x="1032" y="348"/>
                </a:lnTo>
                <a:lnTo>
                  <a:pt x="1031" y="348"/>
                </a:lnTo>
                <a:lnTo>
                  <a:pt x="1030" y="348"/>
                </a:lnTo>
                <a:lnTo>
                  <a:pt x="1029" y="349"/>
                </a:lnTo>
                <a:lnTo>
                  <a:pt x="1030" y="351"/>
                </a:lnTo>
                <a:lnTo>
                  <a:pt x="1031" y="353"/>
                </a:lnTo>
                <a:lnTo>
                  <a:pt x="1031" y="355"/>
                </a:lnTo>
                <a:lnTo>
                  <a:pt x="1031" y="356"/>
                </a:lnTo>
                <a:lnTo>
                  <a:pt x="1030" y="356"/>
                </a:lnTo>
                <a:lnTo>
                  <a:pt x="1030" y="359"/>
                </a:lnTo>
                <a:lnTo>
                  <a:pt x="1030" y="360"/>
                </a:lnTo>
                <a:lnTo>
                  <a:pt x="1029" y="360"/>
                </a:lnTo>
                <a:lnTo>
                  <a:pt x="1027" y="360"/>
                </a:lnTo>
                <a:lnTo>
                  <a:pt x="1025" y="359"/>
                </a:lnTo>
                <a:lnTo>
                  <a:pt x="1024" y="359"/>
                </a:lnTo>
                <a:lnTo>
                  <a:pt x="1023" y="359"/>
                </a:lnTo>
                <a:lnTo>
                  <a:pt x="1023" y="360"/>
                </a:lnTo>
                <a:lnTo>
                  <a:pt x="1022" y="360"/>
                </a:lnTo>
                <a:lnTo>
                  <a:pt x="1022" y="361"/>
                </a:lnTo>
                <a:lnTo>
                  <a:pt x="1021" y="361"/>
                </a:lnTo>
                <a:lnTo>
                  <a:pt x="1021" y="360"/>
                </a:lnTo>
                <a:lnTo>
                  <a:pt x="1021" y="359"/>
                </a:lnTo>
                <a:lnTo>
                  <a:pt x="1021" y="358"/>
                </a:lnTo>
                <a:lnTo>
                  <a:pt x="1017" y="358"/>
                </a:lnTo>
                <a:lnTo>
                  <a:pt x="1015" y="354"/>
                </a:lnTo>
                <a:lnTo>
                  <a:pt x="1014" y="353"/>
                </a:lnTo>
                <a:lnTo>
                  <a:pt x="1013" y="354"/>
                </a:lnTo>
                <a:lnTo>
                  <a:pt x="1013" y="355"/>
                </a:lnTo>
                <a:lnTo>
                  <a:pt x="1012" y="356"/>
                </a:lnTo>
                <a:lnTo>
                  <a:pt x="1010" y="358"/>
                </a:lnTo>
                <a:lnTo>
                  <a:pt x="1009" y="358"/>
                </a:lnTo>
                <a:lnTo>
                  <a:pt x="1009" y="359"/>
                </a:lnTo>
                <a:lnTo>
                  <a:pt x="1008" y="359"/>
                </a:lnTo>
                <a:lnTo>
                  <a:pt x="1006" y="361"/>
                </a:lnTo>
                <a:lnTo>
                  <a:pt x="1006" y="362"/>
                </a:lnTo>
                <a:lnTo>
                  <a:pt x="1005" y="362"/>
                </a:lnTo>
                <a:lnTo>
                  <a:pt x="1005" y="363"/>
                </a:lnTo>
                <a:lnTo>
                  <a:pt x="1004" y="363"/>
                </a:lnTo>
                <a:lnTo>
                  <a:pt x="1004" y="362"/>
                </a:lnTo>
                <a:lnTo>
                  <a:pt x="1004" y="361"/>
                </a:lnTo>
                <a:lnTo>
                  <a:pt x="1005" y="360"/>
                </a:lnTo>
                <a:lnTo>
                  <a:pt x="1005" y="359"/>
                </a:lnTo>
                <a:lnTo>
                  <a:pt x="1005" y="358"/>
                </a:lnTo>
                <a:lnTo>
                  <a:pt x="1004" y="357"/>
                </a:lnTo>
                <a:lnTo>
                  <a:pt x="1003" y="356"/>
                </a:lnTo>
                <a:lnTo>
                  <a:pt x="1003" y="355"/>
                </a:lnTo>
                <a:lnTo>
                  <a:pt x="1002" y="355"/>
                </a:lnTo>
                <a:lnTo>
                  <a:pt x="1001" y="356"/>
                </a:lnTo>
                <a:lnTo>
                  <a:pt x="1000" y="358"/>
                </a:lnTo>
                <a:lnTo>
                  <a:pt x="999" y="359"/>
                </a:lnTo>
                <a:lnTo>
                  <a:pt x="998" y="360"/>
                </a:lnTo>
                <a:lnTo>
                  <a:pt x="997" y="361"/>
                </a:lnTo>
                <a:lnTo>
                  <a:pt x="996" y="361"/>
                </a:lnTo>
                <a:lnTo>
                  <a:pt x="996" y="362"/>
                </a:lnTo>
                <a:lnTo>
                  <a:pt x="996" y="363"/>
                </a:lnTo>
                <a:lnTo>
                  <a:pt x="997" y="363"/>
                </a:lnTo>
                <a:lnTo>
                  <a:pt x="998" y="363"/>
                </a:lnTo>
                <a:lnTo>
                  <a:pt x="999" y="363"/>
                </a:lnTo>
                <a:lnTo>
                  <a:pt x="999" y="362"/>
                </a:lnTo>
                <a:lnTo>
                  <a:pt x="999" y="361"/>
                </a:lnTo>
                <a:lnTo>
                  <a:pt x="1000" y="360"/>
                </a:lnTo>
                <a:lnTo>
                  <a:pt x="1000" y="359"/>
                </a:lnTo>
                <a:lnTo>
                  <a:pt x="1001" y="360"/>
                </a:lnTo>
                <a:lnTo>
                  <a:pt x="1002" y="360"/>
                </a:lnTo>
                <a:lnTo>
                  <a:pt x="1002" y="361"/>
                </a:lnTo>
                <a:lnTo>
                  <a:pt x="1001" y="363"/>
                </a:lnTo>
                <a:lnTo>
                  <a:pt x="999" y="365"/>
                </a:lnTo>
                <a:lnTo>
                  <a:pt x="998" y="365"/>
                </a:lnTo>
                <a:lnTo>
                  <a:pt x="997" y="365"/>
                </a:lnTo>
                <a:lnTo>
                  <a:pt x="997" y="366"/>
                </a:lnTo>
                <a:lnTo>
                  <a:pt x="998" y="367"/>
                </a:lnTo>
                <a:lnTo>
                  <a:pt x="998" y="368"/>
                </a:lnTo>
                <a:lnTo>
                  <a:pt x="998" y="370"/>
                </a:lnTo>
                <a:lnTo>
                  <a:pt x="997" y="371"/>
                </a:lnTo>
                <a:lnTo>
                  <a:pt x="997" y="373"/>
                </a:lnTo>
                <a:lnTo>
                  <a:pt x="998" y="373"/>
                </a:lnTo>
                <a:lnTo>
                  <a:pt x="997" y="376"/>
                </a:lnTo>
                <a:lnTo>
                  <a:pt x="997" y="375"/>
                </a:lnTo>
                <a:lnTo>
                  <a:pt x="996" y="375"/>
                </a:lnTo>
                <a:lnTo>
                  <a:pt x="995" y="375"/>
                </a:lnTo>
                <a:lnTo>
                  <a:pt x="995" y="376"/>
                </a:lnTo>
                <a:lnTo>
                  <a:pt x="995" y="377"/>
                </a:lnTo>
                <a:lnTo>
                  <a:pt x="996" y="379"/>
                </a:lnTo>
                <a:lnTo>
                  <a:pt x="995" y="379"/>
                </a:lnTo>
                <a:lnTo>
                  <a:pt x="994" y="379"/>
                </a:lnTo>
                <a:lnTo>
                  <a:pt x="993" y="380"/>
                </a:lnTo>
                <a:lnTo>
                  <a:pt x="992" y="380"/>
                </a:lnTo>
                <a:lnTo>
                  <a:pt x="992" y="379"/>
                </a:lnTo>
                <a:lnTo>
                  <a:pt x="991" y="379"/>
                </a:lnTo>
                <a:lnTo>
                  <a:pt x="991" y="380"/>
                </a:lnTo>
                <a:lnTo>
                  <a:pt x="990" y="380"/>
                </a:lnTo>
                <a:lnTo>
                  <a:pt x="990" y="381"/>
                </a:lnTo>
                <a:lnTo>
                  <a:pt x="990" y="382"/>
                </a:lnTo>
                <a:lnTo>
                  <a:pt x="989" y="382"/>
                </a:lnTo>
                <a:lnTo>
                  <a:pt x="988" y="381"/>
                </a:lnTo>
                <a:lnTo>
                  <a:pt x="987" y="380"/>
                </a:lnTo>
                <a:lnTo>
                  <a:pt x="987" y="379"/>
                </a:lnTo>
                <a:lnTo>
                  <a:pt x="986" y="379"/>
                </a:lnTo>
                <a:lnTo>
                  <a:pt x="985" y="380"/>
                </a:lnTo>
                <a:lnTo>
                  <a:pt x="986" y="381"/>
                </a:lnTo>
                <a:lnTo>
                  <a:pt x="986" y="383"/>
                </a:lnTo>
                <a:lnTo>
                  <a:pt x="986" y="384"/>
                </a:lnTo>
                <a:lnTo>
                  <a:pt x="987" y="384"/>
                </a:lnTo>
                <a:lnTo>
                  <a:pt x="987" y="385"/>
                </a:lnTo>
                <a:lnTo>
                  <a:pt x="987" y="387"/>
                </a:lnTo>
                <a:lnTo>
                  <a:pt x="986" y="388"/>
                </a:lnTo>
                <a:lnTo>
                  <a:pt x="986" y="389"/>
                </a:lnTo>
                <a:lnTo>
                  <a:pt x="985" y="391"/>
                </a:lnTo>
                <a:lnTo>
                  <a:pt x="985" y="392"/>
                </a:lnTo>
                <a:lnTo>
                  <a:pt x="984" y="391"/>
                </a:lnTo>
                <a:lnTo>
                  <a:pt x="983" y="391"/>
                </a:lnTo>
                <a:lnTo>
                  <a:pt x="982" y="391"/>
                </a:lnTo>
                <a:lnTo>
                  <a:pt x="979" y="393"/>
                </a:lnTo>
                <a:lnTo>
                  <a:pt x="977" y="394"/>
                </a:lnTo>
                <a:lnTo>
                  <a:pt x="976" y="394"/>
                </a:lnTo>
                <a:lnTo>
                  <a:pt x="976" y="393"/>
                </a:lnTo>
                <a:lnTo>
                  <a:pt x="975" y="393"/>
                </a:lnTo>
                <a:lnTo>
                  <a:pt x="974" y="394"/>
                </a:lnTo>
                <a:lnTo>
                  <a:pt x="975" y="395"/>
                </a:lnTo>
                <a:lnTo>
                  <a:pt x="974" y="397"/>
                </a:lnTo>
                <a:lnTo>
                  <a:pt x="973" y="397"/>
                </a:lnTo>
                <a:lnTo>
                  <a:pt x="973" y="398"/>
                </a:lnTo>
                <a:lnTo>
                  <a:pt x="972" y="398"/>
                </a:lnTo>
                <a:lnTo>
                  <a:pt x="972" y="399"/>
                </a:lnTo>
                <a:lnTo>
                  <a:pt x="972" y="400"/>
                </a:lnTo>
                <a:lnTo>
                  <a:pt x="971" y="400"/>
                </a:lnTo>
                <a:lnTo>
                  <a:pt x="971" y="401"/>
                </a:lnTo>
                <a:lnTo>
                  <a:pt x="969" y="401"/>
                </a:lnTo>
                <a:lnTo>
                  <a:pt x="969" y="402"/>
                </a:lnTo>
                <a:lnTo>
                  <a:pt x="968" y="402"/>
                </a:lnTo>
                <a:lnTo>
                  <a:pt x="968" y="403"/>
                </a:lnTo>
                <a:lnTo>
                  <a:pt x="967" y="403"/>
                </a:lnTo>
                <a:lnTo>
                  <a:pt x="966" y="404"/>
                </a:lnTo>
                <a:lnTo>
                  <a:pt x="964" y="404"/>
                </a:lnTo>
                <a:lnTo>
                  <a:pt x="961" y="406"/>
                </a:lnTo>
                <a:lnTo>
                  <a:pt x="961" y="407"/>
                </a:lnTo>
                <a:lnTo>
                  <a:pt x="963" y="408"/>
                </a:lnTo>
                <a:lnTo>
                  <a:pt x="964" y="408"/>
                </a:lnTo>
                <a:lnTo>
                  <a:pt x="964" y="410"/>
                </a:lnTo>
                <a:lnTo>
                  <a:pt x="965" y="412"/>
                </a:lnTo>
                <a:lnTo>
                  <a:pt x="965" y="415"/>
                </a:lnTo>
                <a:lnTo>
                  <a:pt x="965" y="416"/>
                </a:lnTo>
                <a:lnTo>
                  <a:pt x="964" y="417"/>
                </a:lnTo>
                <a:lnTo>
                  <a:pt x="963" y="417"/>
                </a:lnTo>
                <a:lnTo>
                  <a:pt x="961" y="421"/>
                </a:lnTo>
                <a:lnTo>
                  <a:pt x="961" y="422"/>
                </a:lnTo>
                <a:lnTo>
                  <a:pt x="960" y="423"/>
                </a:lnTo>
                <a:lnTo>
                  <a:pt x="959" y="424"/>
                </a:lnTo>
                <a:lnTo>
                  <a:pt x="958" y="424"/>
                </a:lnTo>
                <a:lnTo>
                  <a:pt x="958" y="425"/>
                </a:lnTo>
                <a:lnTo>
                  <a:pt x="958" y="427"/>
                </a:lnTo>
                <a:lnTo>
                  <a:pt x="957" y="428"/>
                </a:lnTo>
                <a:lnTo>
                  <a:pt x="957" y="427"/>
                </a:lnTo>
                <a:lnTo>
                  <a:pt x="956" y="426"/>
                </a:lnTo>
                <a:lnTo>
                  <a:pt x="955" y="426"/>
                </a:lnTo>
                <a:lnTo>
                  <a:pt x="954" y="426"/>
                </a:lnTo>
                <a:lnTo>
                  <a:pt x="953" y="426"/>
                </a:lnTo>
                <a:lnTo>
                  <a:pt x="953" y="427"/>
                </a:lnTo>
                <a:lnTo>
                  <a:pt x="953" y="428"/>
                </a:lnTo>
                <a:lnTo>
                  <a:pt x="951" y="429"/>
                </a:lnTo>
                <a:lnTo>
                  <a:pt x="949" y="431"/>
                </a:lnTo>
                <a:lnTo>
                  <a:pt x="948" y="431"/>
                </a:lnTo>
                <a:lnTo>
                  <a:pt x="947" y="431"/>
                </a:lnTo>
                <a:lnTo>
                  <a:pt x="946" y="431"/>
                </a:lnTo>
                <a:lnTo>
                  <a:pt x="945" y="430"/>
                </a:lnTo>
                <a:lnTo>
                  <a:pt x="944" y="430"/>
                </a:lnTo>
                <a:lnTo>
                  <a:pt x="942" y="432"/>
                </a:lnTo>
                <a:lnTo>
                  <a:pt x="941" y="432"/>
                </a:lnTo>
                <a:lnTo>
                  <a:pt x="941" y="433"/>
                </a:lnTo>
                <a:lnTo>
                  <a:pt x="942" y="433"/>
                </a:lnTo>
                <a:lnTo>
                  <a:pt x="943" y="434"/>
                </a:lnTo>
                <a:lnTo>
                  <a:pt x="943" y="433"/>
                </a:lnTo>
                <a:lnTo>
                  <a:pt x="943" y="434"/>
                </a:lnTo>
                <a:lnTo>
                  <a:pt x="944" y="434"/>
                </a:lnTo>
                <a:lnTo>
                  <a:pt x="946" y="436"/>
                </a:lnTo>
                <a:lnTo>
                  <a:pt x="948" y="437"/>
                </a:lnTo>
                <a:lnTo>
                  <a:pt x="949" y="438"/>
                </a:lnTo>
                <a:lnTo>
                  <a:pt x="950" y="437"/>
                </a:lnTo>
                <a:lnTo>
                  <a:pt x="951" y="437"/>
                </a:lnTo>
                <a:lnTo>
                  <a:pt x="951" y="438"/>
                </a:lnTo>
                <a:lnTo>
                  <a:pt x="951" y="439"/>
                </a:lnTo>
                <a:lnTo>
                  <a:pt x="952" y="439"/>
                </a:lnTo>
                <a:lnTo>
                  <a:pt x="951" y="439"/>
                </a:lnTo>
                <a:lnTo>
                  <a:pt x="952" y="441"/>
                </a:lnTo>
                <a:lnTo>
                  <a:pt x="952" y="442"/>
                </a:lnTo>
                <a:lnTo>
                  <a:pt x="954" y="443"/>
                </a:lnTo>
                <a:lnTo>
                  <a:pt x="956" y="443"/>
                </a:lnTo>
                <a:lnTo>
                  <a:pt x="957" y="444"/>
                </a:lnTo>
                <a:lnTo>
                  <a:pt x="957" y="445"/>
                </a:lnTo>
                <a:lnTo>
                  <a:pt x="957" y="446"/>
                </a:lnTo>
                <a:lnTo>
                  <a:pt x="957" y="447"/>
                </a:lnTo>
                <a:lnTo>
                  <a:pt x="957" y="448"/>
                </a:lnTo>
                <a:lnTo>
                  <a:pt x="956" y="449"/>
                </a:lnTo>
                <a:lnTo>
                  <a:pt x="957" y="450"/>
                </a:lnTo>
                <a:lnTo>
                  <a:pt x="959" y="449"/>
                </a:lnTo>
                <a:lnTo>
                  <a:pt x="960" y="448"/>
                </a:lnTo>
                <a:lnTo>
                  <a:pt x="960" y="447"/>
                </a:lnTo>
                <a:lnTo>
                  <a:pt x="961" y="446"/>
                </a:lnTo>
                <a:lnTo>
                  <a:pt x="962" y="445"/>
                </a:lnTo>
                <a:lnTo>
                  <a:pt x="962" y="446"/>
                </a:lnTo>
                <a:lnTo>
                  <a:pt x="965" y="445"/>
                </a:lnTo>
                <a:lnTo>
                  <a:pt x="965" y="444"/>
                </a:lnTo>
                <a:lnTo>
                  <a:pt x="964" y="444"/>
                </a:lnTo>
                <a:lnTo>
                  <a:pt x="965" y="443"/>
                </a:lnTo>
                <a:lnTo>
                  <a:pt x="965" y="444"/>
                </a:lnTo>
                <a:lnTo>
                  <a:pt x="965" y="446"/>
                </a:lnTo>
                <a:lnTo>
                  <a:pt x="965" y="447"/>
                </a:lnTo>
                <a:lnTo>
                  <a:pt x="966" y="447"/>
                </a:lnTo>
                <a:lnTo>
                  <a:pt x="970" y="446"/>
                </a:lnTo>
                <a:lnTo>
                  <a:pt x="971" y="445"/>
                </a:lnTo>
                <a:lnTo>
                  <a:pt x="971" y="441"/>
                </a:lnTo>
                <a:lnTo>
                  <a:pt x="969" y="441"/>
                </a:lnTo>
                <a:lnTo>
                  <a:pt x="968" y="440"/>
                </a:lnTo>
                <a:lnTo>
                  <a:pt x="968" y="439"/>
                </a:lnTo>
                <a:lnTo>
                  <a:pt x="969" y="439"/>
                </a:lnTo>
                <a:lnTo>
                  <a:pt x="971" y="438"/>
                </a:lnTo>
                <a:lnTo>
                  <a:pt x="972" y="439"/>
                </a:lnTo>
                <a:lnTo>
                  <a:pt x="973" y="438"/>
                </a:lnTo>
                <a:lnTo>
                  <a:pt x="975" y="436"/>
                </a:lnTo>
                <a:lnTo>
                  <a:pt x="975" y="435"/>
                </a:lnTo>
                <a:lnTo>
                  <a:pt x="977" y="434"/>
                </a:lnTo>
                <a:lnTo>
                  <a:pt x="978" y="433"/>
                </a:lnTo>
                <a:lnTo>
                  <a:pt x="979" y="433"/>
                </a:lnTo>
                <a:lnTo>
                  <a:pt x="980" y="433"/>
                </a:lnTo>
                <a:lnTo>
                  <a:pt x="981" y="432"/>
                </a:lnTo>
                <a:lnTo>
                  <a:pt x="981" y="430"/>
                </a:lnTo>
                <a:lnTo>
                  <a:pt x="983" y="427"/>
                </a:lnTo>
                <a:lnTo>
                  <a:pt x="985" y="427"/>
                </a:lnTo>
                <a:lnTo>
                  <a:pt x="985" y="428"/>
                </a:lnTo>
                <a:lnTo>
                  <a:pt x="987" y="428"/>
                </a:lnTo>
                <a:lnTo>
                  <a:pt x="988" y="428"/>
                </a:lnTo>
                <a:lnTo>
                  <a:pt x="989" y="427"/>
                </a:lnTo>
                <a:lnTo>
                  <a:pt x="990" y="426"/>
                </a:lnTo>
                <a:lnTo>
                  <a:pt x="993" y="424"/>
                </a:lnTo>
                <a:lnTo>
                  <a:pt x="995" y="424"/>
                </a:lnTo>
                <a:lnTo>
                  <a:pt x="996" y="424"/>
                </a:lnTo>
                <a:lnTo>
                  <a:pt x="998" y="422"/>
                </a:lnTo>
                <a:lnTo>
                  <a:pt x="999" y="422"/>
                </a:lnTo>
                <a:lnTo>
                  <a:pt x="1001" y="422"/>
                </a:lnTo>
                <a:lnTo>
                  <a:pt x="1002" y="422"/>
                </a:lnTo>
                <a:lnTo>
                  <a:pt x="1003" y="423"/>
                </a:lnTo>
                <a:lnTo>
                  <a:pt x="1003" y="424"/>
                </a:lnTo>
                <a:lnTo>
                  <a:pt x="1003" y="425"/>
                </a:lnTo>
                <a:lnTo>
                  <a:pt x="1002" y="425"/>
                </a:lnTo>
                <a:lnTo>
                  <a:pt x="1001" y="425"/>
                </a:lnTo>
                <a:lnTo>
                  <a:pt x="1001" y="426"/>
                </a:lnTo>
                <a:lnTo>
                  <a:pt x="1000" y="426"/>
                </a:lnTo>
                <a:lnTo>
                  <a:pt x="1000" y="427"/>
                </a:lnTo>
                <a:lnTo>
                  <a:pt x="999" y="429"/>
                </a:lnTo>
                <a:lnTo>
                  <a:pt x="998" y="429"/>
                </a:lnTo>
                <a:lnTo>
                  <a:pt x="998" y="433"/>
                </a:lnTo>
                <a:lnTo>
                  <a:pt x="998" y="434"/>
                </a:lnTo>
                <a:lnTo>
                  <a:pt x="1002" y="434"/>
                </a:lnTo>
                <a:lnTo>
                  <a:pt x="1003" y="434"/>
                </a:lnTo>
                <a:lnTo>
                  <a:pt x="1003" y="433"/>
                </a:lnTo>
                <a:lnTo>
                  <a:pt x="1004" y="433"/>
                </a:lnTo>
                <a:lnTo>
                  <a:pt x="1007" y="433"/>
                </a:lnTo>
                <a:lnTo>
                  <a:pt x="1009" y="434"/>
                </a:lnTo>
                <a:lnTo>
                  <a:pt x="1009" y="433"/>
                </a:lnTo>
                <a:lnTo>
                  <a:pt x="1010" y="431"/>
                </a:lnTo>
                <a:lnTo>
                  <a:pt x="1011" y="430"/>
                </a:lnTo>
                <a:lnTo>
                  <a:pt x="1012" y="430"/>
                </a:lnTo>
                <a:lnTo>
                  <a:pt x="1013" y="430"/>
                </a:lnTo>
                <a:lnTo>
                  <a:pt x="1014" y="429"/>
                </a:lnTo>
                <a:lnTo>
                  <a:pt x="1015" y="429"/>
                </a:lnTo>
                <a:lnTo>
                  <a:pt x="1016" y="428"/>
                </a:lnTo>
                <a:lnTo>
                  <a:pt x="1017" y="426"/>
                </a:lnTo>
                <a:lnTo>
                  <a:pt x="1017" y="424"/>
                </a:lnTo>
                <a:lnTo>
                  <a:pt x="1019" y="422"/>
                </a:lnTo>
                <a:lnTo>
                  <a:pt x="1019" y="421"/>
                </a:lnTo>
                <a:lnTo>
                  <a:pt x="1019" y="420"/>
                </a:lnTo>
                <a:lnTo>
                  <a:pt x="1020" y="420"/>
                </a:lnTo>
                <a:lnTo>
                  <a:pt x="1020" y="419"/>
                </a:lnTo>
                <a:lnTo>
                  <a:pt x="1021" y="419"/>
                </a:lnTo>
                <a:lnTo>
                  <a:pt x="1022" y="416"/>
                </a:lnTo>
                <a:lnTo>
                  <a:pt x="1024" y="415"/>
                </a:lnTo>
                <a:lnTo>
                  <a:pt x="1025" y="416"/>
                </a:lnTo>
                <a:lnTo>
                  <a:pt x="1025" y="418"/>
                </a:lnTo>
                <a:lnTo>
                  <a:pt x="1026" y="420"/>
                </a:lnTo>
                <a:lnTo>
                  <a:pt x="1026" y="421"/>
                </a:lnTo>
                <a:lnTo>
                  <a:pt x="1028" y="420"/>
                </a:lnTo>
                <a:lnTo>
                  <a:pt x="1029" y="420"/>
                </a:lnTo>
                <a:lnTo>
                  <a:pt x="1029" y="419"/>
                </a:lnTo>
                <a:lnTo>
                  <a:pt x="1031" y="419"/>
                </a:lnTo>
                <a:lnTo>
                  <a:pt x="1032" y="419"/>
                </a:lnTo>
                <a:lnTo>
                  <a:pt x="1034" y="418"/>
                </a:lnTo>
                <a:lnTo>
                  <a:pt x="1035" y="418"/>
                </a:lnTo>
                <a:lnTo>
                  <a:pt x="1036" y="418"/>
                </a:lnTo>
                <a:lnTo>
                  <a:pt x="1037" y="418"/>
                </a:lnTo>
                <a:lnTo>
                  <a:pt x="1038" y="418"/>
                </a:lnTo>
                <a:lnTo>
                  <a:pt x="1039" y="418"/>
                </a:lnTo>
                <a:lnTo>
                  <a:pt x="1039" y="417"/>
                </a:lnTo>
                <a:lnTo>
                  <a:pt x="1039" y="416"/>
                </a:lnTo>
                <a:lnTo>
                  <a:pt x="1039" y="415"/>
                </a:lnTo>
                <a:lnTo>
                  <a:pt x="1043" y="414"/>
                </a:lnTo>
                <a:lnTo>
                  <a:pt x="1043" y="415"/>
                </a:lnTo>
                <a:lnTo>
                  <a:pt x="1044" y="415"/>
                </a:lnTo>
                <a:lnTo>
                  <a:pt x="1045" y="416"/>
                </a:lnTo>
                <a:lnTo>
                  <a:pt x="1046" y="416"/>
                </a:lnTo>
                <a:lnTo>
                  <a:pt x="1046" y="415"/>
                </a:lnTo>
                <a:lnTo>
                  <a:pt x="1046" y="414"/>
                </a:lnTo>
                <a:lnTo>
                  <a:pt x="1047" y="414"/>
                </a:lnTo>
                <a:lnTo>
                  <a:pt x="1048" y="415"/>
                </a:lnTo>
                <a:lnTo>
                  <a:pt x="1048" y="416"/>
                </a:lnTo>
                <a:lnTo>
                  <a:pt x="1050" y="416"/>
                </a:lnTo>
                <a:lnTo>
                  <a:pt x="1050" y="414"/>
                </a:lnTo>
                <a:lnTo>
                  <a:pt x="1049" y="414"/>
                </a:lnTo>
                <a:lnTo>
                  <a:pt x="1050" y="414"/>
                </a:lnTo>
                <a:lnTo>
                  <a:pt x="1050" y="413"/>
                </a:lnTo>
                <a:lnTo>
                  <a:pt x="1051" y="413"/>
                </a:lnTo>
                <a:lnTo>
                  <a:pt x="1051" y="414"/>
                </a:lnTo>
                <a:lnTo>
                  <a:pt x="1052" y="414"/>
                </a:lnTo>
                <a:lnTo>
                  <a:pt x="1053" y="414"/>
                </a:lnTo>
                <a:lnTo>
                  <a:pt x="1054" y="414"/>
                </a:lnTo>
                <a:lnTo>
                  <a:pt x="1054" y="415"/>
                </a:lnTo>
                <a:lnTo>
                  <a:pt x="1057" y="420"/>
                </a:lnTo>
                <a:lnTo>
                  <a:pt x="1058" y="420"/>
                </a:lnTo>
                <a:lnTo>
                  <a:pt x="1060" y="419"/>
                </a:lnTo>
                <a:lnTo>
                  <a:pt x="1062" y="419"/>
                </a:lnTo>
                <a:lnTo>
                  <a:pt x="1062" y="418"/>
                </a:lnTo>
                <a:lnTo>
                  <a:pt x="1062" y="417"/>
                </a:lnTo>
                <a:lnTo>
                  <a:pt x="1063" y="417"/>
                </a:lnTo>
                <a:lnTo>
                  <a:pt x="1064" y="418"/>
                </a:lnTo>
                <a:lnTo>
                  <a:pt x="1064" y="421"/>
                </a:lnTo>
                <a:lnTo>
                  <a:pt x="1063" y="422"/>
                </a:lnTo>
                <a:lnTo>
                  <a:pt x="1062" y="425"/>
                </a:lnTo>
                <a:lnTo>
                  <a:pt x="1062" y="428"/>
                </a:lnTo>
                <a:lnTo>
                  <a:pt x="1063" y="429"/>
                </a:lnTo>
                <a:lnTo>
                  <a:pt x="1063" y="428"/>
                </a:lnTo>
                <a:lnTo>
                  <a:pt x="1066" y="428"/>
                </a:lnTo>
                <a:lnTo>
                  <a:pt x="1066" y="430"/>
                </a:lnTo>
                <a:lnTo>
                  <a:pt x="1066" y="431"/>
                </a:lnTo>
                <a:lnTo>
                  <a:pt x="1064" y="430"/>
                </a:lnTo>
                <a:lnTo>
                  <a:pt x="1062" y="430"/>
                </a:lnTo>
                <a:lnTo>
                  <a:pt x="1062" y="431"/>
                </a:lnTo>
                <a:lnTo>
                  <a:pt x="1061" y="431"/>
                </a:lnTo>
                <a:lnTo>
                  <a:pt x="1062" y="432"/>
                </a:lnTo>
                <a:lnTo>
                  <a:pt x="1063" y="432"/>
                </a:lnTo>
                <a:lnTo>
                  <a:pt x="1064" y="432"/>
                </a:lnTo>
                <a:lnTo>
                  <a:pt x="1065" y="432"/>
                </a:lnTo>
                <a:lnTo>
                  <a:pt x="1066" y="433"/>
                </a:lnTo>
                <a:lnTo>
                  <a:pt x="1067" y="434"/>
                </a:lnTo>
                <a:lnTo>
                  <a:pt x="1068" y="434"/>
                </a:lnTo>
                <a:lnTo>
                  <a:pt x="1068" y="433"/>
                </a:lnTo>
                <a:lnTo>
                  <a:pt x="1068" y="432"/>
                </a:lnTo>
                <a:lnTo>
                  <a:pt x="1069" y="432"/>
                </a:lnTo>
                <a:lnTo>
                  <a:pt x="1068" y="431"/>
                </a:lnTo>
                <a:lnTo>
                  <a:pt x="1067" y="431"/>
                </a:lnTo>
                <a:lnTo>
                  <a:pt x="1067" y="430"/>
                </a:lnTo>
                <a:lnTo>
                  <a:pt x="1068" y="429"/>
                </a:lnTo>
                <a:lnTo>
                  <a:pt x="1068" y="428"/>
                </a:lnTo>
                <a:lnTo>
                  <a:pt x="1069" y="428"/>
                </a:lnTo>
                <a:lnTo>
                  <a:pt x="1074" y="430"/>
                </a:lnTo>
                <a:lnTo>
                  <a:pt x="1074" y="431"/>
                </a:lnTo>
                <a:lnTo>
                  <a:pt x="1073" y="432"/>
                </a:lnTo>
                <a:lnTo>
                  <a:pt x="1073" y="435"/>
                </a:lnTo>
                <a:lnTo>
                  <a:pt x="1074" y="439"/>
                </a:lnTo>
                <a:lnTo>
                  <a:pt x="1075" y="440"/>
                </a:lnTo>
                <a:lnTo>
                  <a:pt x="1077" y="441"/>
                </a:lnTo>
                <a:lnTo>
                  <a:pt x="1078" y="441"/>
                </a:lnTo>
                <a:lnTo>
                  <a:pt x="1078" y="442"/>
                </a:lnTo>
                <a:lnTo>
                  <a:pt x="1078" y="444"/>
                </a:lnTo>
                <a:lnTo>
                  <a:pt x="1078" y="445"/>
                </a:lnTo>
                <a:lnTo>
                  <a:pt x="1077" y="446"/>
                </a:lnTo>
                <a:lnTo>
                  <a:pt x="1076" y="446"/>
                </a:lnTo>
                <a:lnTo>
                  <a:pt x="1076" y="447"/>
                </a:lnTo>
                <a:lnTo>
                  <a:pt x="1075" y="447"/>
                </a:lnTo>
                <a:lnTo>
                  <a:pt x="1075" y="449"/>
                </a:lnTo>
                <a:lnTo>
                  <a:pt x="1076" y="449"/>
                </a:lnTo>
                <a:lnTo>
                  <a:pt x="1077" y="449"/>
                </a:lnTo>
                <a:lnTo>
                  <a:pt x="1079" y="449"/>
                </a:lnTo>
                <a:lnTo>
                  <a:pt x="1079" y="451"/>
                </a:lnTo>
                <a:lnTo>
                  <a:pt x="1080" y="452"/>
                </a:lnTo>
                <a:lnTo>
                  <a:pt x="1081" y="453"/>
                </a:lnTo>
                <a:lnTo>
                  <a:pt x="1082" y="453"/>
                </a:lnTo>
                <a:lnTo>
                  <a:pt x="1082" y="454"/>
                </a:lnTo>
                <a:lnTo>
                  <a:pt x="1081" y="455"/>
                </a:lnTo>
                <a:lnTo>
                  <a:pt x="1081" y="456"/>
                </a:lnTo>
                <a:lnTo>
                  <a:pt x="1080" y="456"/>
                </a:lnTo>
                <a:lnTo>
                  <a:pt x="1079" y="456"/>
                </a:lnTo>
                <a:lnTo>
                  <a:pt x="1078" y="456"/>
                </a:lnTo>
                <a:lnTo>
                  <a:pt x="1077" y="457"/>
                </a:lnTo>
                <a:lnTo>
                  <a:pt x="1077" y="458"/>
                </a:lnTo>
                <a:lnTo>
                  <a:pt x="1077" y="459"/>
                </a:lnTo>
                <a:lnTo>
                  <a:pt x="1078" y="460"/>
                </a:lnTo>
                <a:lnTo>
                  <a:pt x="1077" y="460"/>
                </a:lnTo>
                <a:lnTo>
                  <a:pt x="1075" y="460"/>
                </a:lnTo>
                <a:lnTo>
                  <a:pt x="1075" y="459"/>
                </a:lnTo>
                <a:lnTo>
                  <a:pt x="1074" y="459"/>
                </a:lnTo>
                <a:lnTo>
                  <a:pt x="1074" y="458"/>
                </a:lnTo>
                <a:lnTo>
                  <a:pt x="1073" y="458"/>
                </a:lnTo>
                <a:lnTo>
                  <a:pt x="1072" y="459"/>
                </a:lnTo>
                <a:lnTo>
                  <a:pt x="1070" y="461"/>
                </a:lnTo>
                <a:lnTo>
                  <a:pt x="1070" y="462"/>
                </a:lnTo>
                <a:lnTo>
                  <a:pt x="1069" y="462"/>
                </a:lnTo>
                <a:lnTo>
                  <a:pt x="1069" y="463"/>
                </a:lnTo>
                <a:lnTo>
                  <a:pt x="1066" y="464"/>
                </a:lnTo>
                <a:lnTo>
                  <a:pt x="1064" y="465"/>
                </a:lnTo>
                <a:lnTo>
                  <a:pt x="1061" y="467"/>
                </a:lnTo>
                <a:lnTo>
                  <a:pt x="1060" y="468"/>
                </a:lnTo>
                <a:lnTo>
                  <a:pt x="1060" y="469"/>
                </a:lnTo>
                <a:lnTo>
                  <a:pt x="1060" y="473"/>
                </a:lnTo>
                <a:lnTo>
                  <a:pt x="1060" y="474"/>
                </a:lnTo>
                <a:lnTo>
                  <a:pt x="1061" y="474"/>
                </a:lnTo>
                <a:lnTo>
                  <a:pt x="1062" y="474"/>
                </a:lnTo>
                <a:lnTo>
                  <a:pt x="1063" y="472"/>
                </a:lnTo>
                <a:lnTo>
                  <a:pt x="1064" y="472"/>
                </a:lnTo>
                <a:lnTo>
                  <a:pt x="1064" y="471"/>
                </a:lnTo>
                <a:lnTo>
                  <a:pt x="1063" y="471"/>
                </a:lnTo>
                <a:lnTo>
                  <a:pt x="1064" y="471"/>
                </a:lnTo>
                <a:lnTo>
                  <a:pt x="1064" y="470"/>
                </a:lnTo>
                <a:lnTo>
                  <a:pt x="1065" y="470"/>
                </a:lnTo>
                <a:lnTo>
                  <a:pt x="1065" y="469"/>
                </a:lnTo>
                <a:lnTo>
                  <a:pt x="1066" y="468"/>
                </a:lnTo>
                <a:lnTo>
                  <a:pt x="1066" y="467"/>
                </a:lnTo>
                <a:lnTo>
                  <a:pt x="1066" y="466"/>
                </a:lnTo>
                <a:lnTo>
                  <a:pt x="1067" y="466"/>
                </a:lnTo>
                <a:lnTo>
                  <a:pt x="1067" y="465"/>
                </a:lnTo>
                <a:lnTo>
                  <a:pt x="1068" y="465"/>
                </a:lnTo>
                <a:lnTo>
                  <a:pt x="1068" y="466"/>
                </a:lnTo>
                <a:lnTo>
                  <a:pt x="1069" y="466"/>
                </a:lnTo>
                <a:lnTo>
                  <a:pt x="1070" y="466"/>
                </a:lnTo>
                <a:lnTo>
                  <a:pt x="1069" y="467"/>
                </a:lnTo>
                <a:lnTo>
                  <a:pt x="1070" y="468"/>
                </a:lnTo>
                <a:lnTo>
                  <a:pt x="1071" y="469"/>
                </a:lnTo>
                <a:lnTo>
                  <a:pt x="1071" y="468"/>
                </a:lnTo>
                <a:lnTo>
                  <a:pt x="1072" y="468"/>
                </a:lnTo>
                <a:lnTo>
                  <a:pt x="1073" y="469"/>
                </a:lnTo>
                <a:lnTo>
                  <a:pt x="1074" y="469"/>
                </a:lnTo>
                <a:lnTo>
                  <a:pt x="1075" y="470"/>
                </a:lnTo>
                <a:lnTo>
                  <a:pt x="1074" y="470"/>
                </a:lnTo>
                <a:lnTo>
                  <a:pt x="1074" y="471"/>
                </a:lnTo>
                <a:lnTo>
                  <a:pt x="1074" y="473"/>
                </a:lnTo>
                <a:lnTo>
                  <a:pt x="1074" y="474"/>
                </a:lnTo>
                <a:lnTo>
                  <a:pt x="1075" y="474"/>
                </a:lnTo>
                <a:lnTo>
                  <a:pt x="1075" y="475"/>
                </a:lnTo>
                <a:lnTo>
                  <a:pt x="1074" y="476"/>
                </a:lnTo>
                <a:lnTo>
                  <a:pt x="1074" y="477"/>
                </a:lnTo>
                <a:lnTo>
                  <a:pt x="1073" y="478"/>
                </a:lnTo>
                <a:lnTo>
                  <a:pt x="1072" y="479"/>
                </a:lnTo>
                <a:lnTo>
                  <a:pt x="1072" y="480"/>
                </a:lnTo>
                <a:lnTo>
                  <a:pt x="1072" y="483"/>
                </a:lnTo>
                <a:lnTo>
                  <a:pt x="1072" y="484"/>
                </a:lnTo>
                <a:lnTo>
                  <a:pt x="1075" y="486"/>
                </a:lnTo>
                <a:lnTo>
                  <a:pt x="1077" y="489"/>
                </a:lnTo>
                <a:lnTo>
                  <a:pt x="1076" y="490"/>
                </a:lnTo>
                <a:lnTo>
                  <a:pt x="1076" y="494"/>
                </a:lnTo>
                <a:lnTo>
                  <a:pt x="1077" y="494"/>
                </a:lnTo>
                <a:lnTo>
                  <a:pt x="1077" y="496"/>
                </a:lnTo>
                <a:lnTo>
                  <a:pt x="1076" y="496"/>
                </a:lnTo>
                <a:lnTo>
                  <a:pt x="1075" y="496"/>
                </a:lnTo>
                <a:lnTo>
                  <a:pt x="1074" y="496"/>
                </a:lnTo>
                <a:lnTo>
                  <a:pt x="1073" y="496"/>
                </a:lnTo>
                <a:lnTo>
                  <a:pt x="1073" y="494"/>
                </a:lnTo>
                <a:lnTo>
                  <a:pt x="1074" y="494"/>
                </a:lnTo>
                <a:lnTo>
                  <a:pt x="1074" y="493"/>
                </a:lnTo>
                <a:lnTo>
                  <a:pt x="1074" y="492"/>
                </a:lnTo>
                <a:lnTo>
                  <a:pt x="1072" y="492"/>
                </a:lnTo>
                <a:lnTo>
                  <a:pt x="1071" y="492"/>
                </a:lnTo>
                <a:lnTo>
                  <a:pt x="1071" y="493"/>
                </a:lnTo>
                <a:lnTo>
                  <a:pt x="1071" y="494"/>
                </a:lnTo>
                <a:lnTo>
                  <a:pt x="1069" y="494"/>
                </a:lnTo>
                <a:lnTo>
                  <a:pt x="1069" y="493"/>
                </a:lnTo>
                <a:lnTo>
                  <a:pt x="1069" y="492"/>
                </a:lnTo>
                <a:lnTo>
                  <a:pt x="1067" y="492"/>
                </a:lnTo>
                <a:lnTo>
                  <a:pt x="1066" y="492"/>
                </a:lnTo>
                <a:lnTo>
                  <a:pt x="1066" y="493"/>
                </a:lnTo>
                <a:lnTo>
                  <a:pt x="1066" y="494"/>
                </a:lnTo>
                <a:lnTo>
                  <a:pt x="1065" y="494"/>
                </a:lnTo>
                <a:lnTo>
                  <a:pt x="1064" y="494"/>
                </a:lnTo>
                <a:lnTo>
                  <a:pt x="1062" y="494"/>
                </a:lnTo>
                <a:lnTo>
                  <a:pt x="1061" y="496"/>
                </a:lnTo>
                <a:lnTo>
                  <a:pt x="1060" y="496"/>
                </a:lnTo>
                <a:lnTo>
                  <a:pt x="1059" y="497"/>
                </a:lnTo>
                <a:lnTo>
                  <a:pt x="1056" y="498"/>
                </a:lnTo>
                <a:lnTo>
                  <a:pt x="1056" y="499"/>
                </a:lnTo>
                <a:lnTo>
                  <a:pt x="1057" y="499"/>
                </a:lnTo>
                <a:lnTo>
                  <a:pt x="1058" y="500"/>
                </a:lnTo>
                <a:lnTo>
                  <a:pt x="1058" y="501"/>
                </a:lnTo>
                <a:lnTo>
                  <a:pt x="1058" y="502"/>
                </a:lnTo>
                <a:lnTo>
                  <a:pt x="1057" y="503"/>
                </a:lnTo>
                <a:lnTo>
                  <a:pt x="1056" y="502"/>
                </a:lnTo>
                <a:lnTo>
                  <a:pt x="1055" y="501"/>
                </a:lnTo>
                <a:lnTo>
                  <a:pt x="1054" y="501"/>
                </a:lnTo>
                <a:lnTo>
                  <a:pt x="1052" y="501"/>
                </a:lnTo>
                <a:lnTo>
                  <a:pt x="1051" y="501"/>
                </a:lnTo>
                <a:lnTo>
                  <a:pt x="1051" y="502"/>
                </a:lnTo>
                <a:lnTo>
                  <a:pt x="1052" y="502"/>
                </a:lnTo>
                <a:lnTo>
                  <a:pt x="1053" y="503"/>
                </a:lnTo>
                <a:lnTo>
                  <a:pt x="1053" y="504"/>
                </a:lnTo>
                <a:lnTo>
                  <a:pt x="1050" y="506"/>
                </a:lnTo>
                <a:lnTo>
                  <a:pt x="1048" y="506"/>
                </a:lnTo>
                <a:lnTo>
                  <a:pt x="1044" y="507"/>
                </a:lnTo>
                <a:lnTo>
                  <a:pt x="1042" y="506"/>
                </a:lnTo>
                <a:lnTo>
                  <a:pt x="1040" y="506"/>
                </a:lnTo>
                <a:lnTo>
                  <a:pt x="1039" y="505"/>
                </a:lnTo>
                <a:lnTo>
                  <a:pt x="1038" y="505"/>
                </a:lnTo>
                <a:lnTo>
                  <a:pt x="1038" y="506"/>
                </a:lnTo>
                <a:lnTo>
                  <a:pt x="1038" y="507"/>
                </a:lnTo>
                <a:lnTo>
                  <a:pt x="1037" y="507"/>
                </a:lnTo>
                <a:lnTo>
                  <a:pt x="1035" y="507"/>
                </a:lnTo>
                <a:lnTo>
                  <a:pt x="1034" y="507"/>
                </a:lnTo>
                <a:lnTo>
                  <a:pt x="1034" y="508"/>
                </a:lnTo>
                <a:lnTo>
                  <a:pt x="1034" y="509"/>
                </a:lnTo>
                <a:lnTo>
                  <a:pt x="1035" y="509"/>
                </a:lnTo>
                <a:lnTo>
                  <a:pt x="1035" y="510"/>
                </a:lnTo>
                <a:lnTo>
                  <a:pt x="1035" y="511"/>
                </a:lnTo>
                <a:lnTo>
                  <a:pt x="1036" y="511"/>
                </a:lnTo>
                <a:lnTo>
                  <a:pt x="1036" y="512"/>
                </a:lnTo>
                <a:lnTo>
                  <a:pt x="1037" y="512"/>
                </a:lnTo>
                <a:lnTo>
                  <a:pt x="1037" y="513"/>
                </a:lnTo>
                <a:lnTo>
                  <a:pt x="1037" y="514"/>
                </a:lnTo>
                <a:lnTo>
                  <a:pt x="1037" y="515"/>
                </a:lnTo>
                <a:lnTo>
                  <a:pt x="1038" y="515"/>
                </a:lnTo>
                <a:lnTo>
                  <a:pt x="1040" y="516"/>
                </a:lnTo>
                <a:lnTo>
                  <a:pt x="1042" y="516"/>
                </a:lnTo>
                <a:lnTo>
                  <a:pt x="1043" y="517"/>
                </a:lnTo>
                <a:lnTo>
                  <a:pt x="1043" y="518"/>
                </a:lnTo>
                <a:lnTo>
                  <a:pt x="1044" y="518"/>
                </a:lnTo>
                <a:lnTo>
                  <a:pt x="1046" y="517"/>
                </a:lnTo>
                <a:lnTo>
                  <a:pt x="1048" y="518"/>
                </a:lnTo>
                <a:lnTo>
                  <a:pt x="1048" y="519"/>
                </a:lnTo>
                <a:lnTo>
                  <a:pt x="1050" y="520"/>
                </a:lnTo>
                <a:lnTo>
                  <a:pt x="1051" y="521"/>
                </a:lnTo>
                <a:lnTo>
                  <a:pt x="1051" y="522"/>
                </a:lnTo>
                <a:lnTo>
                  <a:pt x="1051" y="523"/>
                </a:lnTo>
                <a:lnTo>
                  <a:pt x="1053" y="525"/>
                </a:lnTo>
                <a:lnTo>
                  <a:pt x="1054" y="527"/>
                </a:lnTo>
                <a:lnTo>
                  <a:pt x="1054" y="529"/>
                </a:lnTo>
                <a:lnTo>
                  <a:pt x="1054" y="530"/>
                </a:lnTo>
                <a:lnTo>
                  <a:pt x="1054" y="533"/>
                </a:lnTo>
                <a:lnTo>
                  <a:pt x="1055" y="533"/>
                </a:lnTo>
                <a:lnTo>
                  <a:pt x="1056" y="533"/>
                </a:lnTo>
                <a:lnTo>
                  <a:pt x="1056" y="535"/>
                </a:lnTo>
                <a:lnTo>
                  <a:pt x="1056" y="536"/>
                </a:lnTo>
                <a:lnTo>
                  <a:pt x="1056" y="537"/>
                </a:lnTo>
                <a:lnTo>
                  <a:pt x="1057" y="537"/>
                </a:lnTo>
                <a:lnTo>
                  <a:pt x="1058" y="539"/>
                </a:lnTo>
                <a:lnTo>
                  <a:pt x="1058" y="540"/>
                </a:lnTo>
                <a:lnTo>
                  <a:pt x="1057" y="541"/>
                </a:lnTo>
                <a:lnTo>
                  <a:pt x="1055" y="542"/>
                </a:lnTo>
                <a:lnTo>
                  <a:pt x="1054" y="542"/>
                </a:lnTo>
                <a:lnTo>
                  <a:pt x="1053" y="543"/>
                </a:lnTo>
                <a:lnTo>
                  <a:pt x="1052" y="544"/>
                </a:lnTo>
                <a:lnTo>
                  <a:pt x="1053" y="545"/>
                </a:lnTo>
                <a:lnTo>
                  <a:pt x="1053" y="546"/>
                </a:lnTo>
                <a:lnTo>
                  <a:pt x="1054" y="546"/>
                </a:lnTo>
                <a:lnTo>
                  <a:pt x="1055" y="548"/>
                </a:lnTo>
                <a:lnTo>
                  <a:pt x="1054" y="549"/>
                </a:lnTo>
                <a:lnTo>
                  <a:pt x="1052" y="550"/>
                </a:lnTo>
                <a:lnTo>
                  <a:pt x="1050" y="552"/>
                </a:lnTo>
                <a:lnTo>
                  <a:pt x="1050" y="553"/>
                </a:lnTo>
                <a:lnTo>
                  <a:pt x="1051" y="554"/>
                </a:lnTo>
                <a:lnTo>
                  <a:pt x="1051" y="555"/>
                </a:lnTo>
                <a:lnTo>
                  <a:pt x="1052" y="555"/>
                </a:lnTo>
                <a:lnTo>
                  <a:pt x="1052" y="554"/>
                </a:lnTo>
                <a:lnTo>
                  <a:pt x="1053" y="554"/>
                </a:lnTo>
                <a:lnTo>
                  <a:pt x="1054" y="555"/>
                </a:lnTo>
                <a:lnTo>
                  <a:pt x="1053" y="556"/>
                </a:lnTo>
                <a:lnTo>
                  <a:pt x="1053" y="557"/>
                </a:lnTo>
                <a:lnTo>
                  <a:pt x="1050" y="559"/>
                </a:lnTo>
                <a:lnTo>
                  <a:pt x="1048" y="559"/>
                </a:lnTo>
                <a:lnTo>
                  <a:pt x="1047" y="560"/>
                </a:lnTo>
                <a:lnTo>
                  <a:pt x="1047" y="561"/>
                </a:lnTo>
                <a:lnTo>
                  <a:pt x="1046" y="561"/>
                </a:lnTo>
                <a:lnTo>
                  <a:pt x="1045" y="562"/>
                </a:lnTo>
                <a:lnTo>
                  <a:pt x="1044" y="562"/>
                </a:lnTo>
                <a:lnTo>
                  <a:pt x="1044" y="563"/>
                </a:lnTo>
                <a:lnTo>
                  <a:pt x="1044" y="564"/>
                </a:lnTo>
                <a:lnTo>
                  <a:pt x="1043" y="565"/>
                </a:lnTo>
                <a:lnTo>
                  <a:pt x="1043" y="566"/>
                </a:lnTo>
                <a:lnTo>
                  <a:pt x="1042" y="567"/>
                </a:lnTo>
                <a:lnTo>
                  <a:pt x="1042" y="568"/>
                </a:lnTo>
                <a:lnTo>
                  <a:pt x="1042" y="569"/>
                </a:lnTo>
                <a:lnTo>
                  <a:pt x="1042" y="571"/>
                </a:lnTo>
                <a:lnTo>
                  <a:pt x="1040" y="571"/>
                </a:lnTo>
                <a:lnTo>
                  <a:pt x="1039" y="574"/>
                </a:lnTo>
                <a:lnTo>
                  <a:pt x="1039" y="576"/>
                </a:lnTo>
                <a:lnTo>
                  <a:pt x="1040" y="579"/>
                </a:lnTo>
                <a:lnTo>
                  <a:pt x="1039" y="580"/>
                </a:lnTo>
                <a:lnTo>
                  <a:pt x="1038" y="580"/>
                </a:lnTo>
                <a:lnTo>
                  <a:pt x="1037" y="580"/>
                </a:lnTo>
                <a:lnTo>
                  <a:pt x="1035" y="581"/>
                </a:lnTo>
                <a:lnTo>
                  <a:pt x="1035" y="583"/>
                </a:lnTo>
                <a:lnTo>
                  <a:pt x="1035" y="584"/>
                </a:lnTo>
                <a:lnTo>
                  <a:pt x="1036" y="585"/>
                </a:lnTo>
                <a:lnTo>
                  <a:pt x="1036" y="587"/>
                </a:lnTo>
                <a:lnTo>
                  <a:pt x="1037" y="587"/>
                </a:lnTo>
                <a:lnTo>
                  <a:pt x="1037" y="588"/>
                </a:lnTo>
                <a:lnTo>
                  <a:pt x="1036" y="589"/>
                </a:lnTo>
                <a:lnTo>
                  <a:pt x="1036" y="590"/>
                </a:lnTo>
                <a:lnTo>
                  <a:pt x="1037" y="590"/>
                </a:lnTo>
                <a:lnTo>
                  <a:pt x="1038" y="591"/>
                </a:lnTo>
                <a:lnTo>
                  <a:pt x="1039" y="590"/>
                </a:lnTo>
                <a:lnTo>
                  <a:pt x="1041" y="591"/>
                </a:lnTo>
                <a:lnTo>
                  <a:pt x="1042" y="591"/>
                </a:lnTo>
                <a:lnTo>
                  <a:pt x="1044" y="591"/>
                </a:lnTo>
                <a:lnTo>
                  <a:pt x="1045" y="591"/>
                </a:lnTo>
                <a:lnTo>
                  <a:pt x="1047" y="594"/>
                </a:lnTo>
                <a:lnTo>
                  <a:pt x="1047" y="595"/>
                </a:lnTo>
                <a:lnTo>
                  <a:pt x="1048" y="596"/>
                </a:lnTo>
                <a:lnTo>
                  <a:pt x="1048" y="597"/>
                </a:lnTo>
                <a:lnTo>
                  <a:pt x="1050" y="596"/>
                </a:lnTo>
                <a:lnTo>
                  <a:pt x="1052" y="594"/>
                </a:lnTo>
                <a:lnTo>
                  <a:pt x="1054" y="593"/>
                </a:lnTo>
                <a:lnTo>
                  <a:pt x="1056" y="592"/>
                </a:lnTo>
                <a:lnTo>
                  <a:pt x="1062" y="591"/>
                </a:lnTo>
                <a:lnTo>
                  <a:pt x="1064" y="591"/>
                </a:lnTo>
                <a:lnTo>
                  <a:pt x="1065" y="591"/>
                </a:lnTo>
                <a:lnTo>
                  <a:pt x="1066" y="590"/>
                </a:lnTo>
                <a:lnTo>
                  <a:pt x="1066" y="589"/>
                </a:lnTo>
                <a:lnTo>
                  <a:pt x="1067" y="589"/>
                </a:lnTo>
                <a:lnTo>
                  <a:pt x="1066" y="588"/>
                </a:lnTo>
                <a:lnTo>
                  <a:pt x="1067" y="587"/>
                </a:lnTo>
                <a:lnTo>
                  <a:pt x="1068" y="586"/>
                </a:lnTo>
                <a:lnTo>
                  <a:pt x="1069" y="585"/>
                </a:lnTo>
                <a:lnTo>
                  <a:pt x="1070" y="585"/>
                </a:lnTo>
                <a:lnTo>
                  <a:pt x="1071" y="585"/>
                </a:lnTo>
                <a:lnTo>
                  <a:pt x="1072" y="586"/>
                </a:lnTo>
                <a:lnTo>
                  <a:pt x="1072" y="587"/>
                </a:lnTo>
                <a:lnTo>
                  <a:pt x="1072" y="588"/>
                </a:lnTo>
                <a:lnTo>
                  <a:pt x="1072" y="589"/>
                </a:lnTo>
                <a:lnTo>
                  <a:pt x="1072" y="588"/>
                </a:lnTo>
                <a:lnTo>
                  <a:pt x="1072" y="589"/>
                </a:lnTo>
                <a:lnTo>
                  <a:pt x="1071" y="589"/>
                </a:lnTo>
                <a:lnTo>
                  <a:pt x="1070" y="591"/>
                </a:lnTo>
                <a:lnTo>
                  <a:pt x="1069" y="593"/>
                </a:lnTo>
                <a:lnTo>
                  <a:pt x="1069" y="594"/>
                </a:lnTo>
                <a:lnTo>
                  <a:pt x="1068" y="596"/>
                </a:lnTo>
                <a:lnTo>
                  <a:pt x="1068" y="597"/>
                </a:lnTo>
                <a:lnTo>
                  <a:pt x="1067" y="598"/>
                </a:lnTo>
                <a:lnTo>
                  <a:pt x="1066" y="599"/>
                </a:lnTo>
                <a:lnTo>
                  <a:pt x="1066" y="600"/>
                </a:lnTo>
                <a:lnTo>
                  <a:pt x="1067" y="601"/>
                </a:lnTo>
                <a:lnTo>
                  <a:pt x="1068" y="601"/>
                </a:lnTo>
                <a:lnTo>
                  <a:pt x="1069" y="603"/>
                </a:lnTo>
                <a:lnTo>
                  <a:pt x="1069" y="604"/>
                </a:lnTo>
                <a:lnTo>
                  <a:pt x="1069" y="605"/>
                </a:lnTo>
                <a:lnTo>
                  <a:pt x="1069" y="606"/>
                </a:lnTo>
                <a:lnTo>
                  <a:pt x="1069" y="607"/>
                </a:lnTo>
                <a:lnTo>
                  <a:pt x="1070" y="607"/>
                </a:lnTo>
                <a:lnTo>
                  <a:pt x="1071" y="607"/>
                </a:lnTo>
                <a:lnTo>
                  <a:pt x="1071" y="606"/>
                </a:lnTo>
                <a:lnTo>
                  <a:pt x="1072" y="607"/>
                </a:lnTo>
                <a:lnTo>
                  <a:pt x="1073" y="608"/>
                </a:lnTo>
                <a:lnTo>
                  <a:pt x="1072" y="609"/>
                </a:lnTo>
                <a:lnTo>
                  <a:pt x="1071" y="609"/>
                </a:lnTo>
                <a:lnTo>
                  <a:pt x="1070" y="609"/>
                </a:lnTo>
                <a:lnTo>
                  <a:pt x="1070" y="610"/>
                </a:lnTo>
                <a:lnTo>
                  <a:pt x="1071" y="611"/>
                </a:lnTo>
                <a:lnTo>
                  <a:pt x="1071" y="612"/>
                </a:lnTo>
                <a:lnTo>
                  <a:pt x="1072" y="612"/>
                </a:lnTo>
                <a:lnTo>
                  <a:pt x="1072" y="613"/>
                </a:lnTo>
                <a:lnTo>
                  <a:pt x="1073" y="614"/>
                </a:lnTo>
                <a:lnTo>
                  <a:pt x="1073" y="615"/>
                </a:lnTo>
                <a:lnTo>
                  <a:pt x="1072" y="615"/>
                </a:lnTo>
                <a:lnTo>
                  <a:pt x="1072" y="616"/>
                </a:lnTo>
                <a:lnTo>
                  <a:pt x="1073" y="619"/>
                </a:lnTo>
                <a:lnTo>
                  <a:pt x="1074" y="619"/>
                </a:lnTo>
                <a:lnTo>
                  <a:pt x="1076" y="619"/>
                </a:lnTo>
                <a:lnTo>
                  <a:pt x="1077" y="618"/>
                </a:lnTo>
                <a:lnTo>
                  <a:pt x="1078" y="619"/>
                </a:lnTo>
                <a:lnTo>
                  <a:pt x="1079" y="621"/>
                </a:lnTo>
                <a:lnTo>
                  <a:pt x="1080" y="622"/>
                </a:lnTo>
                <a:lnTo>
                  <a:pt x="1081" y="622"/>
                </a:lnTo>
                <a:lnTo>
                  <a:pt x="1081" y="625"/>
                </a:lnTo>
                <a:lnTo>
                  <a:pt x="1080" y="626"/>
                </a:lnTo>
                <a:lnTo>
                  <a:pt x="1079" y="628"/>
                </a:lnTo>
                <a:lnTo>
                  <a:pt x="1078" y="629"/>
                </a:lnTo>
                <a:lnTo>
                  <a:pt x="1077" y="629"/>
                </a:lnTo>
                <a:lnTo>
                  <a:pt x="1076" y="629"/>
                </a:lnTo>
                <a:lnTo>
                  <a:pt x="1074" y="629"/>
                </a:lnTo>
                <a:lnTo>
                  <a:pt x="1073" y="630"/>
                </a:lnTo>
                <a:lnTo>
                  <a:pt x="1072" y="630"/>
                </a:lnTo>
                <a:lnTo>
                  <a:pt x="1071" y="630"/>
                </a:lnTo>
                <a:lnTo>
                  <a:pt x="1070" y="629"/>
                </a:lnTo>
                <a:lnTo>
                  <a:pt x="1069" y="629"/>
                </a:lnTo>
                <a:lnTo>
                  <a:pt x="1069" y="634"/>
                </a:lnTo>
                <a:lnTo>
                  <a:pt x="1070" y="636"/>
                </a:lnTo>
                <a:lnTo>
                  <a:pt x="1070" y="637"/>
                </a:lnTo>
                <a:lnTo>
                  <a:pt x="1070" y="638"/>
                </a:lnTo>
                <a:lnTo>
                  <a:pt x="1072" y="639"/>
                </a:lnTo>
                <a:lnTo>
                  <a:pt x="1074" y="639"/>
                </a:lnTo>
                <a:lnTo>
                  <a:pt x="1075" y="640"/>
                </a:lnTo>
                <a:lnTo>
                  <a:pt x="1075" y="641"/>
                </a:lnTo>
                <a:lnTo>
                  <a:pt x="1075" y="642"/>
                </a:lnTo>
                <a:lnTo>
                  <a:pt x="1076" y="643"/>
                </a:lnTo>
                <a:lnTo>
                  <a:pt x="1076" y="644"/>
                </a:lnTo>
                <a:lnTo>
                  <a:pt x="1076" y="646"/>
                </a:lnTo>
                <a:lnTo>
                  <a:pt x="1075" y="647"/>
                </a:lnTo>
                <a:lnTo>
                  <a:pt x="1074" y="648"/>
                </a:lnTo>
                <a:lnTo>
                  <a:pt x="1073" y="649"/>
                </a:lnTo>
                <a:lnTo>
                  <a:pt x="1072" y="649"/>
                </a:lnTo>
                <a:lnTo>
                  <a:pt x="1072" y="650"/>
                </a:lnTo>
                <a:lnTo>
                  <a:pt x="1073" y="650"/>
                </a:lnTo>
                <a:lnTo>
                  <a:pt x="1072" y="651"/>
                </a:lnTo>
                <a:lnTo>
                  <a:pt x="1071" y="652"/>
                </a:lnTo>
                <a:lnTo>
                  <a:pt x="1070" y="652"/>
                </a:lnTo>
                <a:lnTo>
                  <a:pt x="1069" y="652"/>
                </a:lnTo>
                <a:lnTo>
                  <a:pt x="1067" y="654"/>
                </a:lnTo>
                <a:lnTo>
                  <a:pt x="1067" y="655"/>
                </a:lnTo>
                <a:lnTo>
                  <a:pt x="1066" y="655"/>
                </a:lnTo>
                <a:lnTo>
                  <a:pt x="1066" y="656"/>
                </a:lnTo>
                <a:lnTo>
                  <a:pt x="1065" y="656"/>
                </a:lnTo>
                <a:lnTo>
                  <a:pt x="1063" y="656"/>
                </a:lnTo>
                <a:lnTo>
                  <a:pt x="1062" y="657"/>
                </a:lnTo>
                <a:lnTo>
                  <a:pt x="1063" y="657"/>
                </a:lnTo>
                <a:lnTo>
                  <a:pt x="1064" y="657"/>
                </a:lnTo>
                <a:lnTo>
                  <a:pt x="1066" y="657"/>
                </a:lnTo>
                <a:lnTo>
                  <a:pt x="1069" y="659"/>
                </a:lnTo>
                <a:lnTo>
                  <a:pt x="1068" y="664"/>
                </a:lnTo>
                <a:lnTo>
                  <a:pt x="1068" y="665"/>
                </a:lnTo>
                <a:lnTo>
                  <a:pt x="1068" y="666"/>
                </a:lnTo>
                <a:lnTo>
                  <a:pt x="1067" y="667"/>
                </a:lnTo>
                <a:lnTo>
                  <a:pt x="1066" y="668"/>
                </a:lnTo>
                <a:lnTo>
                  <a:pt x="1065" y="668"/>
                </a:lnTo>
                <a:lnTo>
                  <a:pt x="1063" y="669"/>
                </a:lnTo>
                <a:lnTo>
                  <a:pt x="1061" y="670"/>
                </a:lnTo>
                <a:lnTo>
                  <a:pt x="1060" y="671"/>
                </a:lnTo>
                <a:lnTo>
                  <a:pt x="1061" y="672"/>
                </a:lnTo>
                <a:lnTo>
                  <a:pt x="1061" y="673"/>
                </a:lnTo>
                <a:lnTo>
                  <a:pt x="1061" y="674"/>
                </a:lnTo>
                <a:lnTo>
                  <a:pt x="1061" y="676"/>
                </a:lnTo>
                <a:lnTo>
                  <a:pt x="1060" y="677"/>
                </a:lnTo>
                <a:lnTo>
                  <a:pt x="1057" y="680"/>
                </a:lnTo>
                <a:lnTo>
                  <a:pt x="1057" y="681"/>
                </a:lnTo>
                <a:lnTo>
                  <a:pt x="1055" y="683"/>
                </a:lnTo>
                <a:lnTo>
                  <a:pt x="1054" y="683"/>
                </a:lnTo>
                <a:lnTo>
                  <a:pt x="1052" y="683"/>
                </a:lnTo>
                <a:lnTo>
                  <a:pt x="1051" y="684"/>
                </a:lnTo>
                <a:lnTo>
                  <a:pt x="1051" y="687"/>
                </a:lnTo>
                <a:lnTo>
                  <a:pt x="1051" y="689"/>
                </a:lnTo>
                <a:lnTo>
                  <a:pt x="1051" y="690"/>
                </a:lnTo>
                <a:lnTo>
                  <a:pt x="1052" y="690"/>
                </a:lnTo>
                <a:lnTo>
                  <a:pt x="1052" y="691"/>
                </a:lnTo>
                <a:lnTo>
                  <a:pt x="1052" y="692"/>
                </a:lnTo>
                <a:lnTo>
                  <a:pt x="1051" y="693"/>
                </a:lnTo>
                <a:lnTo>
                  <a:pt x="1051" y="694"/>
                </a:lnTo>
                <a:lnTo>
                  <a:pt x="1051" y="695"/>
                </a:lnTo>
                <a:lnTo>
                  <a:pt x="1052" y="697"/>
                </a:lnTo>
                <a:lnTo>
                  <a:pt x="1051" y="697"/>
                </a:lnTo>
                <a:lnTo>
                  <a:pt x="1050" y="698"/>
                </a:lnTo>
                <a:lnTo>
                  <a:pt x="1050" y="699"/>
                </a:lnTo>
                <a:lnTo>
                  <a:pt x="1051" y="700"/>
                </a:lnTo>
                <a:lnTo>
                  <a:pt x="1052" y="700"/>
                </a:lnTo>
                <a:lnTo>
                  <a:pt x="1052" y="702"/>
                </a:lnTo>
                <a:lnTo>
                  <a:pt x="1053" y="705"/>
                </a:lnTo>
                <a:lnTo>
                  <a:pt x="1051" y="705"/>
                </a:lnTo>
                <a:lnTo>
                  <a:pt x="1050" y="705"/>
                </a:lnTo>
                <a:lnTo>
                  <a:pt x="1048" y="705"/>
                </a:lnTo>
                <a:lnTo>
                  <a:pt x="1047" y="705"/>
                </a:lnTo>
                <a:lnTo>
                  <a:pt x="1047" y="706"/>
                </a:lnTo>
                <a:lnTo>
                  <a:pt x="1047" y="707"/>
                </a:lnTo>
                <a:lnTo>
                  <a:pt x="1048" y="707"/>
                </a:lnTo>
                <a:lnTo>
                  <a:pt x="1047" y="708"/>
                </a:lnTo>
                <a:lnTo>
                  <a:pt x="1045" y="709"/>
                </a:lnTo>
                <a:lnTo>
                  <a:pt x="1044" y="709"/>
                </a:lnTo>
                <a:lnTo>
                  <a:pt x="1042" y="709"/>
                </a:lnTo>
                <a:lnTo>
                  <a:pt x="1039" y="709"/>
                </a:lnTo>
                <a:lnTo>
                  <a:pt x="1038" y="709"/>
                </a:lnTo>
                <a:lnTo>
                  <a:pt x="1037" y="708"/>
                </a:lnTo>
                <a:lnTo>
                  <a:pt x="1035" y="706"/>
                </a:lnTo>
                <a:lnTo>
                  <a:pt x="1034" y="705"/>
                </a:lnTo>
                <a:lnTo>
                  <a:pt x="1033" y="705"/>
                </a:lnTo>
                <a:lnTo>
                  <a:pt x="1032" y="705"/>
                </a:lnTo>
                <a:lnTo>
                  <a:pt x="1031" y="705"/>
                </a:lnTo>
                <a:lnTo>
                  <a:pt x="1030" y="705"/>
                </a:lnTo>
                <a:lnTo>
                  <a:pt x="1028" y="705"/>
                </a:lnTo>
                <a:lnTo>
                  <a:pt x="1028" y="704"/>
                </a:lnTo>
                <a:lnTo>
                  <a:pt x="1028" y="703"/>
                </a:lnTo>
                <a:lnTo>
                  <a:pt x="1028" y="702"/>
                </a:lnTo>
                <a:lnTo>
                  <a:pt x="1028" y="701"/>
                </a:lnTo>
                <a:lnTo>
                  <a:pt x="1028" y="700"/>
                </a:lnTo>
                <a:lnTo>
                  <a:pt x="1027" y="700"/>
                </a:lnTo>
                <a:lnTo>
                  <a:pt x="1026" y="700"/>
                </a:lnTo>
                <a:lnTo>
                  <a:pt x="1026" y="699"/>
                </a:lnTo>
                <a:lnTo>
                  <a:pt x="1026" y="698"/>
                </a:lnTo>
                <a:lnTo>
                  <a:pt x="1027" y="698"/>
                </a:lnTo>
                <a:lnTo>
                  <a:pt x="1027" y="697"/>
                </a:lnTo>
                <a:lnTo>
                  <a:pt x="1028" y="695"/>
                </a:lnTo>
                <a:lnTo>
                  <a:pt x="1027" y="694"/>
                </a:lnTo>
                <a:lnTo>
                  <a:pt x="1027" y="693"/>
                </a:lnTo>
                <a:lnTo>
                  <a:pt x="1025" y="692"/>
                </a:lnTo>
                <a:lnTo>
                  <a:pt x="1024" y="692"/>
                </a:lnTo>
                <a:lnTo>
                  <a:pt x="1023" y="691"/>
                </a:lnTo>
                <a:lnTo>
                  <a:pt x="1022" y="691"/>
                </a:lnTo>
                <a:lnTo>
                  <a:pt x="1021" y="691"/>
                </a:lnTo>
                <a:lnTo>
                  <a:pt x="1021" y="692"/>
                </a:lnTo>
                <a:lnTo>
                  <a:pt x="1020" y="692"/>
                </a:lnTo>
                <a:lnTo>
                  <a:pt x="1020" y="693"/>
                </a:lnTo>
                <a:lnTo>
                  <a:pt x="1022" y="696"/>
                </a:lnTo>
                <a:lnTo>
                  <a:pt x="1025" y="697"/>
                </a:lnTo>
                <a:lnTo>
                  <a:pt x="1025" y="698"/>
                </a:lnTo>
                <a:lnTo>
                  <a:pt x="1024" y="699"/>
                </a:lnTo>
                <a:lnTo>
                  <a:pt x="1023" y="700"/>
                </a:lnTo>
                <a:lnTo>
                  <a:pt x="1023" y="701"/>
                </a:lnTo>
                <a:lnTo>
                  <a:pt x="1022" y="701"/>
                </a:lnTo>
                <a:lnTo>
                  <a:pt x="1021" y="701"/>
                </a:lnTo>
                <a:lnTo>
                  <a:pt x="1020" y="700"/>
                </a:lnTo>
                <a:lnTo>
                  <a:pt x="1019" y="701"/>
                </a:lnTo>
                <a:lnTo>
                  <a:pt x="1019" y="702"/>
                </a:lnTo>
                <a:lnTo>
                  <a:pt x="1019" y="703"/>
                </a:lnTo>
                <a:lnTo>
                  <a:pt x="1018" y="704"/>
                </a:lnTo>
                <a:lnTo>
                  <a:pt x="1018" y="705"/>
                </a:lnTo>
                <a:lnTo>
                  <a:pt x="1017" y="705"/>
                </a:lnTo>
                <a:lnTo>
                  <a:pt x="1017" y="704"/>
                </a:lnTo>
                <a:lnTo>
                  <a:pt x="1015" y="703"/>
                </a:lnTo>
                <a:lnTo>
                  <a:pt x="1015" y="702"/>
                </a:lnTo>
                <a:lnTo>
                  <a:pt x="1014" y="701"/>
                </a:lnTo>
                <a:lnTo>
                  <a:pt x="1014" y="700"/>
                </a:lnTo>
                <a:lnTo>
                  <a:pt x="1014" y="699"/>
                </a:lnTo>
                <a:lnTo>
                  <a:pt x="1015" y="699"/>
                </a:lnTo>
                <a:lnTo>
                  <a:pt x="1016" y="698"/>
                </a:lnTo>
                <a:lnTo>
                  <a:pt x="1016" y="697"/>
                </a:lnTo>
                <a:lnTo>
                  <a:pt x="1017" y="697"/>
                </a:lnTo>
                <a:lnTo>
                  <a:pt x="1016" y="694"/>
                </a:lnTo>
                <a:lnTo>
                  <a:pt x="1016" y="693"/>
                </a:lnTo>
                <a:lnTo>
                  <a:pt x="1015" y="692"/>
                </a:lnTo>
                <a:lnTo>
                  <a:pt x="1014" y="692"/>
                </a:lnTo>
                <a:lnTo>
                  <a:pt x="1013" y="691"/>
                </a:lnTo>
                <a:lnTo>
                  <a:pt x="1012" y="691"/>
                </a:lnTo>
                <a:lnTo>
                  <a:pt x="1011" y="691"/>
                </a:lnTo>
                <a:lnTo>
                  <a:pt x="1010" y="691"/>
                </a:lnTo>
                <a:lnTo>
                  <a:pt x="1010" y="692"/>
                </a:lnTo>
                <a:lnTo>
                  <a:pt x="1009" y="692"/>
                </a:lnTo>
                <a:lnTo>
                  <a:pt x="1008" y="692"/>
                </a:lnTo>
                <a:lnTo>
                  <a:pt x="1007" y="692"/>
                </a:lnTo>
                <a:lnTo>
                  <a:pt x="1005" y="695"/>
                </a:lnTo>
                <a:lnTo>
                  <a:pt x="1004" y="695"/>
                </a:lnTo>
                <a:lnTo>
                  <a:pt x="1004" y="696"/>
                </a:lnTo>
                <a:lnTo>
                  <a:pt x="1004" y="698"/>
                </a:lnTo>
                <a:lnTo>
                  <a:pt x="1003" y="697"/>
                </a:lnTo>
                <a:lnTo>
                  <a:pt x="1000" y="696"/>
                </a:lnTo>
                <a:lnTo>
                  <a:pt x="999" y="696"/>
                </a:lnTo>
                <a:lnTo>
                  <a:pt x="999" y="695"/>
                </a:lnTo>
                <a:lnTo>
                  <a:pt x="998" y="695"/>
                </a:lnTo>
                <a:lnTo>
                  <a:pt x="998" y="696"/>
                </a:lnTo>
                <a:lnTo>
                  <a:pt x="997" y="696"/>
                </a:lnTo>
                <a:lnTo>
                  <a:pt x="996" y="696"/>
                </a:lnTo>
                <a:lnTo>
                  <a:pt x="993" y="695"/>
                </a:lnTo>
                <a:lnTo>
                  <a:pt x="992" y="695"/>
                </a:lnTo>
                <a:lnTo>
                  <a:pt x="988" y="698"/>
                </a:lnTo>
                <a:lnTo>
                  <a:pt x="988" y="699"/>
                </a:lnTo>
                <a:lnTo>
                  <a:pt x="990" y="701"/>
                </a:lnTo>
                <a:lnTo>
                  <a:pt x="990" y="702"/>
                </a:lnTo>
                <a:lnTo>
                  <a:pt x="989" y="702"/>
                </a:lnTo>
                <a:lnTo>
                  <a:pt x="989" y="701"/>
                </a:lnTo>
                <a:lnTo>
                  <a:pt x="988" y="701"/>
                </a:lnTo>
                <a:lnTo>
                  <a:pt x="987" y="702"/>
                </a:lnTo>
                <a:lnTo>
                  <a:pt x="986" y="704"/>
                </a:lnTo>
                <a:lnTo>
                  <a:pt x="986" y="705"/>
                </a:lnTo>
                <a:lnTo>
                  <a:pt x="986" y="706"/>
                </a:lnTo>
                <a:lnTo>
                  <a:pt x="985" y="706"/>
                </a:lnTo>
                <a:lnTo>
                  <a:pt x="984" y="706"/>
                </a:lnTo>
                <a:lnTo>
                  <a:pt x="984" y="705"/>
                </a:lnTo>
                <a:lnTo>
                  <a:pt x="983" y="705"/>
                </a:lnTo>
                <a:lnTo>
                  <a:pt x="982" y="706"/>
                </a:lnTo>
                <a:lnTo>
                  <a:pt x="982" y="707"/>
                </a:lnTo>
                <a:lnTo>
                  <a:pt x="983" y="707"/>
                </a:lnTo>
                <a:lnTo>
                  <a:pt x="983" y="708"/>
                </a:lnTo>
                <a:lnTo>
                  <a:pt x="982" y="708"/>
                </a:lnTo>
                <a:lnTo>
                  <a:pt x="981" y="709"/>
                </a:lnTo>
                <a:lnTo>
                  <a:pt x="981" y="708"/>
                </a:lnTo>
                <a:lnTo>
                  <a:pt x="980" y="708"/>
                </a:lnTo>
                <a:lnTo>
                  <a:pt x="980" y="707"/>
                </a:lnTo>
                <a:lnTo>
                  <a:pt x="979" y="706"/>
                </a:lnTo>
                <a:lnTo>
                  <a:pt x="976" y="708"/>
                </a:lnTo>
                <a:lnTo>
                  <a:pt x="974" y="709"/>
                </a:lnTo>
                <a:lnTo>
                  <a:pt x="971" y="712"/>
                </a:lnTo>
                <a:lnTo>
                  <a:pt x="971" y="714"/>
                </a:lnTo>
                <a:lnTo>
                  <a:pt x="971" y="718"/>
                </a:lnTo>
                <a:lnTo>
                  <a:pt x="972" y="718"/>
                </a:lnTo>
                <a:lnTo>
                  <a:pt x="973" y="719"/>
                </a:lnTo>
                <a:lnTo>
                  <a:pt x="974" y="719"/>
                </a:lnTo>
                <a:lnTo>
                  <a:pt x="976" y="719"/>
                </a:lnTo>
                <a:lnTo>
                  <a:pt x="977" y="718"/>
                </a:lnTo>
                <a:lnTo>
                  <a:pt x="978" y="718"/>
                </a:lnTo>
                <a:lnTo>
                  <a:pt x="979" y="718"/>
                </a:lnTo>
                <a:lnTo>
                  <a:pt x="980" y="719"/>
                </a:lnTo>
                <a:lnTo>
                  <a:pt x="981" y="719"/>
                </a:lnTo>
                <a:lnTo>
                  <a:pt x="983" y="717"/>
                </a:lnTo>
                <a:lnTo>
                  <a:pt x="984" y="717"/>
                </a:lnTo>
                <a:lnTo>
                  <a:pt x="984" y="716"/>
                </a:lnTo>
                <a:lnTo>
                  <a:pt x="986" y="714"/>
                </a:lnTo>
                <a:lnTo>
                  <a:pt x="986" y="713"/>
                </a:lnTo>
                <a:lnTo>
                  <a:pt x="987" y="712"/>
                </a:lnTo>
                <a:lnTo>
                  <a:pt x="987" y="711"/>
                </a:lnTo>
                <a:lnTo>
                  <a:pt x="987" y="710"/>
                </a:lnTo>
                <a:lnTo>
                  <a:pt x="988" y="710"/>
                </a:lnTo>
                <a:lnTo>
                  <a:pt x="989" y="710"/>
                </a:lnTo>
                <a:lnTo>
                  <a:pt x="990" y="709"/>
                </a:lnTo>
                <a:lnTo>
                  <a:pt x="990" y="708"/>
                </a:lnTo>
                <a:lnTo>
                  <a:pt x="990" y="707"/>
                </a:lnTo>
                <a:lnTo>
                  <a:pt x="991" y="707"/>
                </a:lnTo>
                <a:lnTo>
                  <a:pt x="994" y="708"/>
                </a:lnTo>
                <a:lnTo>
                  <a:pt x="994" y="709"/>
                </a:lnTo>
                <a:lnTo>
                  <a:pt x="995" y="709"/>
                </a:lnTo>
                <a:lnTo>
                  <a:pt x="996" y="709"/>
                </a:lnTo>
                <a:lnTo>
                  <a:pt x="997" y="709"/>
                </a:lnTo>
                <a:lnTo>
                  <a:pt x="997" y="708"/>
                </a:lnTo>
                <a:lnTo>
                  <a:pt x="998" y="707"/>
                </a:lnTo>
                <a:lnTo>
                  <a:pt x="998" y="706"/>
                </a:lnTo>
                <a:lnTo>
                  <a:pt x="999" y="705"/>
                </a:lnTo>
                <a:lnTo>
                  <a:pt x="1000" y="705"/>
                </a:lnTo>
                <a:lnTo>
                  <a:pt x="1000" y="706"/>
                </a:lnTo>
                <a:lnTo>
                  <a:pt x="1000" y="707"/>
                </a:lnTo>
                <a:lnTo>
                  <a:pt x="1000" y="708"/>
                </a:lnTo>
                <a:lnTo>
                  <a:pt x="1002" y="709"/>
                </a:lnTo>
                <a:lnTo>
                  <a:pt x="1004" y="710"/>
                </a:lnTo>
                <a:lnTo>
                  <a:pt x="1004" y="711"/>
                </a:lnTo>
                <a:lnTo>
                  <a:pt x="1003" y="711"/>
                </a:lnTo>
                <a:lnTo>
                  <a:pt x="1003" y="712"/>
                </a:lnTo>
                <a:lnTo>
                  <a:pt x="1003" y="713"/>
                </a:lnTo>
                <a:lnTo>
                  <a:pt x="1004" y="714"/>
                </a:lnTo>
                <a:lnTo>
                  <a:pt x="1004" y="715"/>
                </a:lnTo>
                <a:lnTo>
                  <a:pt x="1003" y="716"/>
                </a:lnTo>
                <a:lnTo>
                  <a:pt x="1002" y="716"/>
                </a:lnTo>
                <a:lnTo>
                  <a:pt x="1001" y="718"/>
                </a:lnTo>
                <a:lnTo>
                  <a:pt x="999" y="721"/>
                </a:lnTo>
                <a:lnTo>
                  <a:pt x="998" y="725"/>
                </a:lnTo>
                <a:lnTo>
                  <a:pt x="997" y="727"/>
                </a:lnTo>
                <a:lnTo>
                  <a:pt x="997" y="728"/>
                </a:lnTo>
                <a:lnTo>
                  <a:pt x="997" y="729"/>
                </a:lnTo>
                <a:lnTo>
                  <a:pt x="998" y="731"/>
                </a:lnTo>
                <a:lnTo>
                  <a:pt x="999" y="731"/>
                </a:lnTo>
                <a:lnTo>
                  <a:pt x="1000" y="732"/>
                </a:lnTo>
                <a:lnTo>
                  <a:pt x="999" y="733"/>
                </a:lnTo>
                <a:lnTo>
                  <a:pt x="999" y="734"/>
                </a:lnTo>
                <a:lnTo>
                  <a:pt x="999" y="735"/>
                </a:lnTo>
                <a:lnTo>
                  <a:pt x="1000" y="738"/>
                </a:lnTo>
                <a:lnTo>
                  <a:pt x="1000" y="739"/>
                </a:lnTo>
                <a:lnTo>
                  <a:pt x="1000" y="740"/>
                </a:lnTo>
                <a:lnTo>
                  <a:pt x="1001" y="741"/>
                </a:lnTo>
                <a:lnTo>
                  <a:pt x="1002" y="741"/>
                </a:lnTo>
                <a:lnTo>
                  <a:pt x="1003" y="741"/>
                </a:lnTo>
                <a:lnTo>
                  <a:pt x="1004" y="742"/>
                </a:lnTo>
                <a:lnTo>
                  <a:pt x="1007" y="744"/>
                </a:lnTo>
                <a:lnTo>
                  <a:pt x="1008" y="744"/>
                </a:lnTo>
                <a:lnTo>
                  <a:pt x="1007" y="745"/>
                </a:lnTo>
                <a:lnTo>
                  <a:pt x="1007" y="746"/>
                </a:lnTo>
                <a:lnTo>
                  <a:pt x="1006" y="747"/>
                </a:lnTo>
                <a:lnTo>
                  <a:pt x="1005" y="747"/>
                </a:lnTo>
                <a:lnTo>
                  <a:pt x="1004" y="746"/>
                </a:lnTo>
                <a:lnTo>
                  <a:pt x="1004" y="747"/>
                </a:lnTo>
                <a:lnTo>
                  <a:pt x="1003" y="748"/>
                </a:lnTo>
                <a:lnTo>
                  <a:pt x="1002" y="750"/>
                </a:lnTo>
                <a:lnTo>
                  <a:pt x="1001" y="750"/>
                </a:lnTo>
                <a:lnTo>
                  <a:pt x="1000" y="750"/>
                </a:lnTo>
                <a:lnTo>
                  <a:pt x="1000" y="749"/>
                </a:lnTo>
                <a:lnTo>
                  <a:pt x="998" y="751"/>
                </a:lnTo>
                <a:lnTo>
                  <a:pt x="997" y="751"/>
                </a:lnTo>
                <a:lnTo>
                  <a:pt x="997" y="752"/>
                </a:lnTo>
                <a:lnTo>
                  <a:pt x="996" y="752"/>
                </a:lnTo>
                <a:lnTo>
                  <a:pt x="994" y="751"/>
                </a:lnTo>
                <a:lnTo>
                  <a:pt x="993" y="750"/>
                </a:lnTo>
                <a:lnTo>
                  <a:pt x="991" y="748"/>
                </a:lnTo>
                <a:lnTo>
                  <a:pt x="990" y="748"/>
                </a:lnTo>
                <a:lnTo>
                  <a:pt x="989" y="748"/>
                </a:lnTo>
                <a:lnTo>
                  <a:pt x="987" y="749"/>
                </a:lnTo>
                <a:lnTo>
                  <a:pt x="986" y="747"/>
                </a:lnTo>
                <a:lnTo>
                  <a:pt x="986" y="746"/>
                </a:lnTo>
                <a:lnTo>
                  <a:pt x="985" y="746"/>
                </a:lnTo>
                <a:lnTo>
                  <a:pt x="982" y="744"/>
                </a:lnTo>
                <a:lnTo>
                  <a:pt x="979" y="744"/>
                </a:lnTo>
                <a:lnTo>
                  <a:pt x="977" y="746"/>
                </a:lnTo>
                <a:lnTo>
                  <a:pt x="976" y="747"/>
                </a:lnTo>
                <a:lnTo>
                  <a:pt x="973" y="747"/>
                </a:lnTo>
                <a:lnTo>
                  <a:pt x="972" y="747"/>
                </a:lnTo>
                <a:lnTo>
                  <a:pt x="971" y="747"/>
                </a:lnTo>
                <a:lnTo>
                  <a:pt x="971" y="746"/>
                </a:lnTo>
                <a:lnTo>
                  <a:pt x="972" y="746"/>
                </a:lnTo>
                <a:lnTo>
                  <a:pt x="972" y="745"/>
                </a:lnTo>
                <a:lnTo>
                  <a:pt x="971" y="744"/>
                </a:lnTo>
                <a:lnTo>
                  <a:pt x="970" y="744"/>
                </a:lnTo>
                <a:lnTo>
                  <a:pt x="970" y="745"/>
                </a:lnTo>
                <a:lnTo>
                  <a:pt x="967" y="744"/>
                </a:lnTo>
                <a:lnTo>
                  <a:pt x="966" y="745"/>
                </a:lnTo>
                <a:lnTo>
                  <a:pt x="965" y="745"/>
                </a:lnTo>
                <a:lnTo>
                  <a:pt x="964" y="745"/>
                </a:lnTo>
                <a:lnTo>
                  <a:pt x="964" y="746"/>
                </a:lnTo>
                <a:lnTo>
                  <a:pt x="962" y="746"/>
                </a:lnTo>
                <a:lnTo>
                  <a:pt x="961" y="747"/>
                </a:lnTo>
                <a:lnTo>
                  <a:pt x="960" y="747"/>
                </a:lnTo>
                <a:lnTo>
                  <a:pt x="959" y="747"/>
                </a:lnTo>
                <a:lnTo>
                  <a:pt x="958" y="749"/>
                </a:lnTo>
                <a:lnTo>
                  <a:pt x="958" y="750"/>
                </a:lnTo>
                <a:lnTo>
                  <a:pt x="957" y="751"/>
                </a:lnTo>
                <a:lnTo>
                  <a:pt x="956" y="749"/>
                </a:lnTo>
                <a:lnTo>
                  <a:pt x="955" y="749"/>
                </a:lnTo>
                <a:lnTo>
                  <a:pt x="955" y="748"/>
                </a:lnTo>
                <a:lnTo>
                  <a:pt x="955" y="747"/>
                </a:lnTo>
                <a:lnTo>
                  <a:pt x="954" y="746"/>
                </a:lnTo>
                <a:lnTo>
                  <a:pt x="953" y="746"/>
                </a:lnTo>
                <a:lnTo>
                  <a:pt x="951" y="745"/>
                </a:lnTo>
                <a:lnTo>
                  <a:pt x="952" y="742"/>
                </a:lnTo>
                <a:lnTo>
                  <a:pt x="953" y="741"/>
                </a:lnTo>
                <a:lnTo>
                  <a:pt x="954" y="741"/>
                </a:lnTo>
                <a:lnTo>
                  <a:pt x="954" y="740"/>
                </a:lnTo>
                <a:lnTo>
                  <a:pt x="953" y="739"/>
                </a:lnTo>
                <a:lnTo>
                  <a:pt x="953" y="738"/>
                </a:lnTo>
                <a:lnTo>
                  <a:pt x="953" y="737"/>
                </a:lnTo>
                <a:lnTo>
                  <a:pt x="952" y="736"/>
                </a:lnTo>
                <a:lnTo>
                  <a:pt x="951" y="736"/>
                </a:lnTo>
                <a:lnTo>
                  <a:pt x="951" y="734"/>
                </a:lnTo>
                <a:lnTo>
                  <a:pt x="952" y="732"/>
                </a:lnTo>
                <a:lnTo>
                  <a:pt x="951" y="731"/>
                </a:lnTo>
                <a:lnTo>
                  <a:pt x="948" y="731"/>
                </a:lnTo>
                <a:lnTo>
                  <a:pt x="948" y="730"/>
                </a:lnTo>
                <a:lnTo>
                  <a:pt x="947" y="730"/>
                </a:lnTo>
                <a:lnTo>
                  <a:pt x="947" y="729"/>
                </a:lnTo>
                <a:lnTo>
                  <a:pt x="945" y="729"/>
                </a:lnTo>
                <a:lnTo>
                  <a:pt x="944" y="729"/>
                </a:lnTo>
                <a:lnTo>
                  <a:pt x="942" y="729"/>
                </a:lnTo>
                <a:lnTo>
                  <a:pt x="940" y="729"/>
                </a:lnTo>
                <a:lnTo>
                  <a:pt x="939" y="731"/>
                </a:lnTo>
                <a:lnTo>
                  <a:pt x="937" y="732"/>
                </a:lnTo>
                <a:lnTo>
                  <a:pt x="936" y="732"/>
                </a:lnTo>
                <a:lnTo>
                  <a:pt x="934" y="732"/>
                </a:lnTo>
                <a:lnTo>
                  <a:pt x="933" y="732"/>
                </a:lnTo>
                <a:lnTo>
                  <a:pt x="933" y="734"/>
                </a:lnTo>
                <a:lnTo>
                  <a:pt x="933" y="735"/>
                </a:lnTo>
                <a:lnTo>
                  <a:pt x="933" y="736"/>
                </a:lnTo>
                <a:lnTo>
                  <a:pt x="934" y="736"/>
                </a:lnTo>
                <a:lnTo>
                  <a:pt x="934" y="737"/>
                </a:lnTo>
                <a:lnTo>
                  <a:pt x="934" y="738"/>
                </a:lnTo>
                <a:lnTo>
                  <a:pt x="934" y="740"/>
                </a:lnTo>
                <a:lnTo>
                  <a:pt x="933" y="740"/>
                </a:lnTo>
                <a:lnTo>
                  <a:pt x="932" y="739"/>
                </a:lnTo>
                <a:lnTo>
                  <a:pt x="931" y="739"/>
                </a:lnTo>
                <a:lnTo>
                  <a:pt x="930" y="739"/>
                </a:lnTo>
                <a:lnTo>
                  <a:pt x="929" y="740"/>
                </a:lnTo>
                <a:lnTo>
                  <a:pt x="928" y="742"/>
                </a:lnTo>
                <a:lnTo>
                  <a:pt x="929" y="743"/>
                </a:lnTo>
                <a:lnTo>
                  <a:pt x="929" y="744"/>
                </a:lnTo>
                <a:lnTo>
                  <a:pt x="930" y="744"/>
                </a:lnTo>
                <a:lnTo>
                  <a:pt x="930" y="745"/>
                </a:lnTo>
                <a:lnTo>
                  <a:pt x="929" y="747"/>
                </a:lnTo>
                <a:lnTo>
                  <a:pt x="930" y="747"/>
                </a:lnTo>
                <a:lnTo>
                  <a:pt x="931" y="748"/>
                </a:lnTo>
                <a:lnTo>
                  <a:pt x="931" y="749"/>
                </a:lnTo>
                <a:lnTo>
                  <a:pt x="932" y="749"/>
                </a:lnTo>
                <a:lnTo>
                  <a:pt x="932" y="750"/>
                </a:lnTo>
                <a:lnTo>
                  <a:pt x="933" y="750"/>
                </a:lnTo>
                <a:lnTo>
                  <a:pt x="934" y="750"/>
                </a:lnTo>
                <a:lnTo>
                  <a:pt x="934" y="751"/>
                </a:lnTo>
                <a:lnTo>
                  <a:pt x="935" y="751"/>
                </a:lnTo>
                <a:lnTo>
                  <a:pt x="935" y="752"/>
                </a:lnTo>
                <a:lnTo>
                  <a:pt x="935" y="753"/>
                </a:lnTo>
                <a:lnTo>
                  <a:pt x="935" y="754"/>
                </a:lnTo>
                <a:lnTo>
                  <a:pt x="934" y="753"/>
                </a:lnTo>
                <a:lnTo>
                  <a:pt x="933" y="753"/>
                </a:lnTo>
                <a:lnTo>
                  <a:pt x="932" y="752"/>
                </a:lnTo>
                <a:lnTo>
                  <a:pt x="930" y="751"/>
                </a:lnTo>
                <a:lnTo>
                  <a:pt x="928" y="752"/>
                </a:lnTo>
                <a:lnTo>
                  <a:pt x="926" y="752"/>
                </a:lnTo>
                <a:lnTo>
                  <a:pt x="926" y="753"/>
                </a:lnTo>
                <a:lnTo>
                  <a:pt x="925" y="753"/>
                </a:lnTo>
                <a:lnTo>
                  <a:pt x="924" y="754"/>
                </a:lnTo>
                <a:lnTo>
                  <a:pt x="923" y="757"/>
                </a:lnTo>
                <a:lnTo>
                  <a:pt x="922" y="758"/>
                </a:lnTo>
                <a:lnTo>
                  <a:pt x="922" y="759"/>
                </a:lnTo>
                <a:lnTo>
                  <a:pt x="921" y="760"/>
                </a:lnTo>
                <a:lnTo>
                  <a:pt x="922" y="761"/>
                </a:lnTo>
                <a:lnTo>
                  <a:pt x="922" y="762"/>
                </a:lnTo>
                <a:lnTo>
                  <a:pt x="923" y="762"/>
                </a:lnTo>
                <a:lnTo>
                  <a:pt x="924" y="762"/>
                </a:lnTo>
                <a:lnTo>
                  <a:pt x="924" y="763"/>
                </a:lnTo>
                <a:lnTo>
                  <a:pt x="925" y="765"/>
                </a:lnTo>
                <a:lnTo>
                  <a:pt x="924" y="765"/>
                </a:lnTo>
                <a:lnTo>
                  <a:pt x="923" y="765"/>
                </a:lnTo>
                <a:lnTo>
                  <a:pt x="921" y="763"/>
                </a:lnTo>
                <a:lnTo>
                  <a:pt x="921" y="762"/>
                </a:lnTo>
                <a:lnTo>
                  <a:pt x="920" y="762"/>
                </a:lnTo>
                <a:lnTo>
                  <a:pt x="918" y="768"/>
                </a:lnTo>
                <a:lnTo>
                  <a:pt x="918" y="770"/>
                </a:lnTo>
                <a:lnTo>
                  <a:pt x="919" y="770"/>
                </a:lnTo>
                <a:lnTo>
                  <a:pt x="919" y="771"/>
                </a:lnTo>
                <a:lnTo>
                  <a:pt x="919" y="772"/>
                </a:lnTo>
                <a:lnTo>
                  <a:pt x="918" y="773"/>
                </a:lnTo>
                <a:lnTo>
                  <a:pt x="917" y="773"/>
                </a:lnTo>
                <a:lnTo>
                  <a:pt x="917" y="774"/>
                </a:lnTo>
                <a:lnTo>
                  <a:pt x="917" y="775"/>
                </a:lnTo>
                <a:lnTo>
                  <a:pt x="917" y="776"/>
                </a:lnTo>
                <a:lnTo>
                  <a:pt x="918" y="776"/>
                </a:lnTo>
                <a:lnTo>
                  <a:pt x="918" y="777"/>
                </a:lnTo>
                <a:lnTo>
                  <a:pt x="919" y="777"/>
                </a:lnTo>
                <a:lnTo>
                  <a:pt x="920" y="777"/>
                </a:lnTo>
                <a:lnTo>
                  <a:pt x="920" y="776"/>
                </a:lnTo>
                <a:lnTo>
                  <a:pt x="921" y="776"/>
                </a:lnTo>
                <a:lnTo>
                  <a:pt x="922" y="778"/>
                </a:lnTo>
                <a:lnTo>
                  <a:pt x="922" y="780"/>
                </a:lnTo>
                <a:lnTo>
                  <a:pt x="923" y="782"/>
                </a:lnTo>
                <a:lnTo>
                  <a:pt x="923" y="784"/>
                </a:lnTo>
                <a:lnTo>
                  <a:pt x="922" y="786"/>
                </a:lnTo>
                <a:lnTo>
                  <a:pt x="924" y="789"/>
                </a:lnTo>
                <a:lnTo>
                  <a:pt x="925" y="791"/>
                </a:lnTo>
                <a:lnTo>
                  <a:pt x="925" y="792"/>
                </a:lnTo>
                <a:lnTo>
                  <a:pt x="925" y="793"/>
                </a:lnTo>
                <a:lnTo>
                  <a:pt x="924" y="793"/>
                </a:lnTo>
                <a:lnTo>
                  <a:pt x="924" y="796"/>
                </a:lnTo>
                <a:lnTo>
                  <a:pt x="924" y="797"/>
                </a:lnTo>
                <a:lnTo>
                  <a:pt x="923" y="797"/>
                </a:lnTo>
                <a:lnTo>
                  <a:pt x="922" y="796"/>
                </a:lnTo>
                <a:lnTo>
                  <a:pt x="920" y="794"/>
                </a:lnTo>
                <a:lnTo>
                  <a:pt x="918" y="792"/>
                </a:lnTo>
                <a:lnTo>
                  <a:pt x="918" y="791"/>
                </a:lnTo>
                <a:lnTo>
                  <a:pt x="918" y="790"/>
                </a:lnTo>
                <a:lnTo>
                  <a:pt x="918" y="789"/>
                </a:lnTo>
                <a:lnTo>
                  <a:pt x="918" y="788"/>
                </a:lnTo>
                <a:lnTo>
                  <a:pt x="917" y="786"/>
                </a:lnTo>
                <a:lnTo>
                  <a:pt x="914" y="785"/>
                </a:lnTo>
                <a:lnTo>
                  <a:pt x="912" y="783"/>
                </a:lnTo>
                <a:lnTo>
                  <a:pt x="913" y="783"/>
                </a:lnTo>
                <a:lnTo>
                  <a:pt x="913" y="782"/>
                </a:lnTo>
                <a:lnTo>
                  <a:pt x="910" y="780"/>
                </a:lnTo>
                <a:lnTo>
                  <a:pt x="908" y="778"/>
                </a:lnTo>
                <a:lnTo>
                  <a:pt x="907" y="776"/>
                </a:lnTo>
                <a:lnTo>
                  <a:pt x="905" y="775"/>
                </a:lnTo>
                <a:lnTo>
                  <a:pt x="904" y="775"/>
                </a:lnTo>
                <a:lnTo>
                  <a:pt x="903" y="776"/>
                </a:lnTo>
                <a:lnTo>
                  <a:pt x="903" y="775"/>
                </a:lnTo>
                <a:lnTo>
                  <a:pt x="902" y="774"/>
                </a:lnTo>
                <a:lnTo>
                  <a:pt x="903" y="773"/>
                </a:lnTo>
                <a:lnTo>
                  <a:pt x="901" y="770"/>
                </a:lnTo>
                <a:lnTo>
                  <a:pt x="901" y="769"/>
                </a:lnTo>
                <a:lnTo>
                  <a:pt x="900" y="769"/>
                </a:lnTo>
                <a:lnTo>
                  <a:pt x="898" y="768"/>
                </a:lnTo>
                <a:lnTo>
                  <a:pt x="898" y="767"/>
                </a:lnTo>
                <a:lnTo>
                  <a:pt x="897" y="767"/>
                </a:lnTo>
                <a:lnTo>
                  <a:pt x="894" y="768"/>
                </a:lnTo>
                <a:lnTo>
                  <a:pt x="891" y="769"/>
                </a:lnTo>
                <a:lnTo>
                  <a:pt x="890" y="769"/>
                </a:lnTo>
                <a:lnTo>
                  <a:pt x="889" y="769"/>
                </a:lnTo>
                <a:lnTo>
                  <a:pt x="889" y="770"/>
                </a:lnTo>
                <a:lnTo>
                  <a:pt x="888" y="770"/>
                </a:lnTo>
                <a:lnTo>
                  <a:pt x="888" y="771"/>
                </a:lnTo>
                <a:lnTo>
                  <a:pt x="888" y="772"/>
                </a:lnTo>
                <a:lnTo>
                  <a:pt x="887" y="772"/>
                </a:lnTo>
                <a:lnTo>
                  <a:pt x="886" y="771"/>
                </a:lnTo>
                <a:lnTo>
                  <a:pt x="885" y="771"/>
                </a:lnTo>
                <a:lnTo>
                  <a:pt x="885" y="770"/>
                </a:lnTo>
                <a:lnTo>
                  <a:pt x="885" y="768"/>
                </a:lnTo>
                <a:lnTo>
                  <a:pt x="884" y="767"/>
                </a:lnTo>
                <a:lnTo>
                  <a:pt x="884" y="765"/>
                </a:lnTo>
                <a:lnTo>
                  <a:pt x="882" y="762"/>
                </a:lnTo>
                <a:lnTo>
                  <a:pt x="881" y="761"/>
                </a:lnTo>
                <a:lnTo>
                  <a:pt x="880" y="760"/>
                </a:lnTo>
                <a:lnTo>
                  <a:pt x="876" y="758"/>
                </a:lnTo>
                <a:lnTo>
                  <a:pt x="875" y="758"/>
                </a:lnTo>
                <a:lnTo>
                  <a:pt x="874" y="757"/>
                </a:lnTo>
                <a:lnTo>
                  <a:pt x="873" y="755"/>
                </a:lnTo>
                <a:lnTo>
                  <a:pt x="872" y="755"/>
                </a:lnTo>
                <a:lnTo>
                  <a:pt x="872" y="754"/>
                </a:lnTo>
                <a:lnTo>
                  <a:pt x="872" y="753"/>
                </a:lnTo>
                <a:lnTo>
                  <a:pt x="872" y="752"/>
                </a:lnTo>
                <a:lnTo>
                  <a:pt x="871" y="752"/>
                </a:lnTo>
                <a:lnTo>
                  <a:pt x="869" y="752"/>
                </a:lnTo>
                <a:lnTo>
                  <a:pt x="866" y="755"/>
                </a:lnTo>
                <a:lnTo>
                  <a:pt x="865" y="754"/>
                </a:lnTo>
                <a:lnTo>
                  <a:pt x="864" y="754"/>
                </a:lnTo>
                <a:lnTo>
                  <a:pt x="864" y="755"/>
                </a:lnTo>
                <a:lnTo>
                  <a:pt x="863" y="756"/>
                </a:lnTo>
                <a:lnTo>
                  <a:pt x="863" y="757"/>
                </a:lnTo>
                <a:lnTo>
                  <a:pt x="863" y="759"/>
                </a:lnTo>
                <a:lnTo>
                  <a:pt x="862" y="761"/>
                </a:lnTo>
                <a:lnTo>
                  <a:pt x="861" y="761"/>
                </a:lnTo>
                <a:lnTo>
                  <a:pt x="862" y="761"/>
                </a:lnTo>
                <a:lnTo>
                  <a:pt x="862" y="762"/>
                </a:lnTo>
                <a:lnTo>
                  <a:pt x="863" y="762"/>
                </a:lnTo>
                <a:lnTo>
                  <a:pt x="863" y="763"/>
                </a:lnTo>
                <a:lnTo>
                  <a:pt x="862" y="764"/>
                </a:lnTo>
                <a:lnTo>
                  <a:pt x="861" y="764"/>
                </a:lnTo>
                <a:lnTo>
                  <a:pt x="860" y="765"/>
                </a:lnTo>
                <a:lnTo>
                  <a:pt x="859" y="764"/>
                </a:lnTo>
                <a:lnTo>
                  <a:pt x="856" y="765"/>
                </a:lnTo>
                <a:lnTo>
                  <a:pt x="855" y="766"/>
                </a:lnTo>
                <a:lnTo>
                  <a:pt x="855" y="767"/>
                </a:lnTo>
                <a:lnTo>
                  <a:pt x="854" y="767"/>
                </a:lnTo>
                <a:lnTo>
                  <a:pt x="853" y="768"/>
                </a:lnTo>
                <a:lnTo>
                  <a:pt x="852" y="768"/>
                </a:lnTo>
                <a:lnTo>
                  <a:pt x="852" y="769"/>
                </a:lnTo>
                <a:lnTo>
                  <a:pt x="852" y="770"/>
                </a:lnTo>
                <a:lnTo>
                  <a:pt x="853" y="771"/>
                </a:lnTo>
                <a:lnTo>
                  <a:pt x="854" y="772"/>
                </a:lnTo>
                <a:lnTo>
                  <a:pt x="854" y="773"/>
                </a:lnTo>
                <a:lnTo>
                  <a:pt x="855" y="773"/>
                </a:lnTo>
                <a:lnTo>
                  <a:pt x="854" y="774"/>
                </a:lnTo>
                <a:lnTo>
                  <a:pt x="854" y="775"/>
                </a:lnTo>
                <a:lnTo>
                  <a:pt x="853" y="775"/>
                </a:lnTo>
                <a:lnTo>
                  <a:pt x="851" y="775"/>
                </a:lnTo>
                <a:lnTo>
                  <a:pt x="850" y="773"/>
                </a:lnTo>
                <a:lnTo>
                  <a:pt x="849" y="772"/>
                </a:lnTo>
                <a:lnTo>
                  <a:pt x="849" y="770"/>
                </a:lnTo>
                <a:lnTo>
                  <a:pt x="848" y="770"/>
                </a:lnTo>
                <a:lnTo>
                  <a:pt x="847" y="770"/>
                </a:lnTo>
                <a:lnTo>
                  <a:pt x="847" y="771"/>
                </a:lnTo>
                <a:lnTo>
                  <a:pt x="846" y="771"/>
                </a:lnTo>
                <a:lnTo>
                  <a:pt x="846" y="770"/>
                </a:lnTo>
                <a:lnTo>
                  <a:pt x="844" y="769"/>
                </a:lnTo>
                <a:lnTo>
                  <a:pt x="842" y="770"/>
                </a:lnTo>
                <a:lnTo>
                  <a:pt x="840" y="771"/>
                </a:lnTo>
                <a:lnTo>
                  <a:pt x="837" y="772"/>
                </a:lnTo>
                <a:lnTo>
                  <a:pt x="837" y="773"/>
                </a:lnTo>
                <a:lnTo>
                  <a:pt x="837" y="774"/>
                </a:lnTo>
                <a:lnTo>
                  <a:pt x="838" y="775"/>
                </a:lnTo>
                <a:lnTo>
                  <a:pt x="839" y="775"/>
                </a:lnTo>
                <a:lnTo>
                  <a:pt x="839" y="774"/>
                </a:lnTo>
                <a:lnTo>
                  <a:pt x="840" y="774"/>
                </a:lnTo>
                <a:lnTo>
                  <a:pt x="842" y="776"/>
                </a:lnTo>
                <a:lnTo>
                  <a:pt x="842" y="777"/>
                </a:lnTo>
                <a:lnTo>
                  <a:pt x="842" y="778"/>
                </a:lnTo>
                <a:lnTo>
                  <a:pt x="843" y="779"/>
                </a:lnTo>
                <a:lnTo>
                  <a:pt x="844" y="779"/>
                </a:lnTo>
                <a:lnTo>
                  <a:pt x="844" y="780"/>
                </a:lnTo>
                <a:lnTo>
                  <a:pt x="843" y="781"/>
                </a:lnTo>
                <a:lnTo>
                  <a:pt x="843" y="782"/>
                </a:lnTo>
                <a:lnTo>
                  <a:pt x="842" y="783"/>
                </a:lnTo>
                <a:lnTo>
                  <a:pt x="841" y="783"/>
                </a:lnTo>
                <a:lnTo>
                  <a:pt x="838" y="782"/>
                </a:lnTo>
                <a:lnTo>
                  <a:pt x="837" y="782"/>
                </a:lnTo>
                <a:lnTo>
                  <a:pt x="836" y="782"/>
                </a:lnTo>
                <a:lnTo>
                  <a:pt x="835" y="782"/>
                </a:lnTo>
                <a:lnTo>
                  <a:pt x="835" y="783"/>
                </a:lnTo>
                <a:lnTo>
                  <a:pt x="834" y="783"/>
                </a:lnTo>
                <a:lnTo>
                  <a:pt x="836" y="784"/>
                </a:lnTo>
                <a:lnTo>
                  <a:pt x="837" y="785"/>
                </a:lnTo>
                <a:lnTo>
                  <a:pt x="837" y="786"/>
                </a:lnTo>
                <a:lnTo>
                  <a:pt x="837" y="785"/>
                </a:lnTo>
                <a:lnTo>
                  <a:pt x="837" y="786"/>
                </a:lnTo>
                <a:lnTo>
                  <a:pt x="837" y="788"/>
                </a:lnTo>
                <a:lnTo>
                  <a:pt x="837" y="790"/>
                </a:lnTo>
                <a:lnTo>
                  <a:pt x="836" y="791"/>
                </a:lnTo>
                <a:lnTo>
                  <a:pt x="835" y="792"/>
                </a:lnTo>
                <a:lnTo>
                  <a:pt x="835" y="793"/>
                </a:lnTo>
                <a:lnTo>
                  <a:pt x="836" y="793"/>
                </a:lnTo>
                <a:lnTo>
                  <a:pt x="836" y="794"/>
                </a:lnTo>
                <a:lnTo>
                  <a:pt x="837" y="795"/>
                </a:lnTo>
                <a:lnTo>
                  <a:pt x="838" y="796"/>
                </a:lnTo>
                <a:lnTo>
                  <a:pt x="838" y="797"/>
                </a:lnTo>
                <a:lnTo>
                  <a:pt x="837" y="797"/>
                </a:lnTo>
                <a:lnTo>
                  <a:pt x="837" y="798"/>
                </a:lnTo>
                <a:lnTo>
                  <a:pt x="837" y="799"/>
                </a:lnTo>
                <a:lnTo>
                  <a:pt x="837" y="800"/>
                </a:lnTo>
                <a:lnTo>
                  <a:pt x="835" y="802"/>
                </a:lnTo>
                <a:lnTo>
                  <a:pt x="835" y="803"/>
                </a:lnTo>
                <a:lnTo>
                  <a:pt x="834" y="804"/>
                </a:lnTo>
                <a:lnTo>
                  <a:pt x="834" y="805"/>
                </a:lnTo>
                <a:lnTo>
                  <a:pt x="835" y="805"/>
                </a:lnTo>
                <a:lnTo>
                  <a:pt x="836" y="806"/>
                </a:lnTo>
                <a:lnTo>
                  <a:pt x="836" y="807"/>
                </a:lnTo>
                <a:lnTo>
                  <a:pt x="836" y="808"/>
                </a:lnTo>
                <a:lnTo>
                  <a:pt x="835" y="808"/>
                </a:lnTo>
                <a:lnTo>
                  <a:pt x="835" y="809"/>
                </a:lnTo>
                <a:lnTo>
                  <a:pt x="834" y="809"/>
                </a:lnTo>
                <a:lnTo>
                  <a:pt x="834" y="810"/>
                </a:lnTo>
                <a:lnTo>
                  <a:pt x="834" y="811"/>
                </a:lnTo>
                <a:lnTo>
                  <a:pt x="834" y="812"/>
                </a:lnTo>
                <a:lnTo>
                  <a:pt x="835" y="813"/>
                </a:lnTo>
                <a:lnTo>
                  <a:pt x="835" y="815"/>
                </a:lnTo>
                <a:lnTo>
                  <a:pt x="835" y="816"/>
                </a:lnTo>
                <a:lnTo>
                  <a:pt x="834" y="816"/>
                </a:lnTo>
                <a:lnTo>
                  <a:pt x="833" y="816"/>
                </a:lnTo>
                <a:lnTo>
                  <a:pt x="832" y="817"/>
                </a:lnTo>
                <a:lnTo>
                  <a:pt x="831" y="818"/>
                </a:lnTo>
                <a:lnTo>
                  <a:pt x="830" y="820"/>
                </a:lnTo>
                <a:lnTo>
                  <a:pt x="829" y="820"/>
                </a:lnTo>
                <a:lnTo>
                  <a:pt x="829" y="821"/>
                </a:lnTo>
                <a:lnTo>
                  <a:pt x="828" y="821"/>
                </a:lnTo>
                <a:lnTo>
                  <a:pt x="827" y="822"/>
                </a:lnTo>
                <a:lnTo>
                  <a:pt x="826" y="823"/>
                </a:lnTo>
                <a:lnTo>
                  <a:pt x="825" y="823"/>
                </a:lnTo>
                <a:lnTo>
                  <a:pt x="824" y="823"/>
                </a:lnTo>
                <a:lnTo>
                  <a:pt x="821" y="823"/>
                </a:lnTo>
                <a:lnTo>
                  <a:pt x="820" y="823"/>
                </a:lnTo>
                <a:lnTo>
                  <a:pt x="818" y="822"/>
                </a:lnTo>
                <a:lnTo>
                  <a:pt x="817" y="823"/>
                </a:lnTo>
                <a:lnTo>
                  <a:pt x="816" y="823"/>
                </a:lnTo>
                <a:lnTo>
                  <a:pt x="814" y="823"/>
                </a:lnTo>
                <a:lnTo>
                  <a:pt x="814" y="824"/>
                </a:lnTo>
                <a:lnTo>
                  <a:pt x="812" y="824"/>
                </a:lnTo>
                <a:lnTo>
                  <a:pt x="811" y="824"/>
                </a:lnTo>
                <a:lnTo>
                  <a:pt x="810" y="823"/>
                </a:lnTo>
                <a:lnTo>
                  <a:pt x="809" y="823"/>
                </a:lnTo>
                <a:lnTo>
                  <a:pt x="809" y="824"/>
                </a:lnTo>
                <a:lnTo>
                  <a:pt x="808" y="826"/>
                </a:lnTo>
                <a:lnTo>
                  <a:pt x="807" y="826"/>
                </a:lnTo>
                <a:lnTo>
                  <a:pt x="806" y="826"/>
                </a:lnTo>
                <a:lnTo>
                  <a:pt x="805" y="826"/>
                </a:lnTo>
                <a:lnTo>
                  <a:pt x="804" y="827"/>
                </a:lnTo>
                <a:lnTo>
                  <a:pt x="803" y="827"/>
                </a:lnTo>
                <a:lnTo>
                  <a:pt x="802" y="827"/>
                </a:lnTo>
                <a:lnTo>
                  <a:pt x="801" y="828"/>
                </a:lnTo>
                <a:lnTo>
                  <a:pt x="800" y="829"/>
                </a:lnTo>
                <a:lnTo>
                  <a:pt x="799" y="830"/>
                </a:lnTo>
                <a:lnTo>
                  <a:pt x="797" y="831"/>
                </a:lnTo>
                <a:lnTo>
                  <a:pt x="796" y="832"/>
                </a:lnTo>
                <a:lnTo>
                  <a:pt x="795" y="832"/>
                </a:lnTo>
                <a:lnTo>
                  <a:pt x="794" y="833"/>
                </a:lnTo>
                <a:lnTo>
                  <a:pt x="793" y="833"/>
                </a:lnTo>
                <a:lnTo>
                  <a:pt x="792" y="833"/>
                </a:lnTo>
                <a:lnTo>
                  <a:pt x="791" y="833"/>
                </a:lnTo>
                <a:lnTo>
                  <a:pt x="789" y="835"/>
                </a:lnTo>
                <a:lnTo>
                  <a:pt x="788" y="835"/>
                </a:lnTo>
                <a:lnTo>
                  <a:pt x="787" y="835"/>
                </a:lnTo>
                <a:lnTo>
                  <a:pt x="786" y="835"/>
                </a:lnTo>
                <a:lnTo>
                  <a:pt x="786" y="836"/>
                </a:lnTo>
                <a:lnTo>
                  <a:pt x="786" y="838"/>
                </a:lnTo>
                <a:lnTo>
                  <a:pt x="785" y="839"/>
                </a:lnTo>
                <a:lnTo>
                  <a:pt x="784" y="839"/>
                </a:lnTo>
                <a:lnTo>
                  <a:pt x="782" y="839"/>
                </a:lnTo>
                <a:lnTo>
                  <a:pt x="780" y="840"/>
                </a:lnTo>
                <a:lnTo>
                  <a:pt x="779" y="839"/>
                </a:lnTo>
                <a:lnTo>
                  <a:pt x="778" y="839"/>
                </a:lnTo>
                <a:lnTo>
                  <a:pt x="775" y="838"/>
                </a:lnTo>
                <a:lnTo>
                  <a:pt x="774" y="839"/>
                </a:lnTo>
                <a:lnTo>
                  <a:pt x="772" y="841"/>
                </a:lnTo>
                <a:lnTo>
                  <a:pt x="770" y="840"/>
                </a:lnTo>
                <a:lnTo>
                  <a:pt x="769" y="840"/>
                </a:lnTo>
                <a:lnTo>
                  <a:pt x="769" y="839"/>
                </a:lnTo>
                <a:lnTo>
                  <a:pt x="768" y="840"/>
                </a:lnTo>
                <a:lnTo>
                  <a:pt x="767" y="840"/>
                </a:lnTo>
                <a:lnTo>
                  <a:pt x="767" y="841"/>
                </a:lnTo>
                <a:lnTo>
                  <a:pt x="766" y="841"/>
                </a:lnTo>
                <a:lnTo>
                  <a:pt x="766" y="840"/>
                </a:lnTo>
                <a:lnTo>
                  <a:pt x="766" y="839"/>
                </a:lnTo>
                <a:lnTo>
                  <a:pt x="767" y="838"/>
                </a:lnTo>
                <a:lnTo>
                  <a:pt x="768" y="838"/>
                </a:lnTo>
                <a:lnTo>
                  <a:pt x="770" y="836"/>
                </a:lnTo>
                <a:lnTo>
                  <a:pt x="771" y="835"/>
                </a:lnTo>
                <a:lnTo>
                  <a:pt x="771" y="834"/>
                </a:lnTo>
                <a:lnTo>
                  <a:pt x="770" y="834"/>
                </a:lnTo>
                <a:lnTo>
                  <a:pt x="770" y="833"/>
                </a:lnTo>
                <a:lnTo>
                  <a:pt x="768" y="832"/>
                </a:lnTo>
                <a:lnTo>
                  <a:pt x="769" y="831"/>
                </a:lnTo>
                <a:lnTo>
                  <a:pt x="770" y="831"/>
                </a:lnTo>
                <a:lnTo>
                  <a:pt x="769" y="830"/>
                </a:lnTo>
                <a:lnTo>
                  <a:pt x="769" y="829"/>
                </a:lnTo>
                <a:lnTo>
                  <a:pt x="768" y="828"/>
                </a:lnTo>
                <a:lnTo>
                  <a:pt x="767" y="828"/>
                </a:lnTo>
                <a:lnTo>
                  <a:pt x="767" y="827"/>
                </a:lnTo>
                <a:lnTo>
                  <a:pt x="766" y="827"/>
                </a:lnTo>
                <a:lnTo>
                  <a:pt x="765" y="826"/>
                </a:lnTo>
                <a:lnTo>
                  <a:pt x="766" y="825"/>
                </a:lnTo>
                <a:lnTo>
                  <a:pt x="766" y="824"/>
                </a:lnTo>
                <a:lnTo>
                  <a:pt x="765" y="824"/>
                </a:lnTo>
                <a:lnTo>
                  <a:pt x="765" y="822"/>
                </a:lnTo>
                <a:lnTo>
                  <a:pt x="765" y="820"/>
                </a:lnTo>
                <a:lnTo>
                  <a:pt x="766" y="819"/>
                </a:lnTo>
                <a:lnTo>
                  <a:pt x="765" y="817"/>
                </a:lnTo>
                <a:lnTo>
                  <a:pt x="764" y="817"/>
                </a:lnTo>
                <a:lnTo>
                  <a:pt x="763" y="816"/>
                </a:lnTo>
                <a:lnTo>
                  <a:pt x="762" y="816"/>
                </a:lnTo>
                <a:lnTo>
                  <a:pt x="761" y="817"/>
                </a:lnTo>
                <a:lnTo>
                  <a:pt x="761" y="818"/>
                </a:lnTo>
                <a:lnTo>
                  <a:pt x="761" y="819"/>
                </a:lnTo>
                <a:lnTo>
                  <a:pt x="759" y="819"/>
                </a:lnTo>
                <a:lnTo>
                  <a:pt x="758" y="820"/>
                </a:lnTo>
                <a:lnTo>
                  <a:pt x="757" y="821"/>
                </a:lnTo>
                <a:lnTo>
                  <a:pt x="756" y="821"/>
                </a:lnTo>
                <a:lnTo>
                  <a:pt x="756" y="822"/>
                </a:lnTo>
                <a:lnTo>
                  <a:pt x="755" y="822"/>
                </a:lnTo>
                <a:lnTo>
                  <a:pt x="755" y="823"/>
                </a:lnTo>
                <a:lnTo>
                  <a:pt x="755" y="824"/>
                </a:lnTo>
                <a:lnTo>
                  <a:pt x="754" y="824"/>
                </a:lnTo>
                <a:lnTo>
                  <a:pt x="753" y="825"/>
                </a:lnTo>
                <a:lnTo>
                  <a:pt x="752" y="825"/>
                </a:lnTo>
                <a:lnTo>
                  <a:pt x="751" y="825"/>
                </a:lnTo>
                <a:lnTo>
                  <a:pt x="752" y="825"/>
                </a:lnTo>
                <a:lnTo>
                  <a:pt x="752" y="824"/>
                </a:lnTo>
                <a:lnTo>
                  <a:pt x="753" y="823"/>
                </a:lnTo>
                <a:lnTo>
                  <a:pt x="754" y="822"/>
                </a:lnTo>
                <a:lnTo>
                  <a:pt x="753" y="821"/>
                </a:lnTo>
                <a:lnTo>
                  <a:pt x="753" y="820"/>
                </a:lnTo>
                <a:lnTo>
                  <a:pt x="754" y="820"/>
                </a:lnTo>
                <a:lnTo>
                  <a:pt x="754" y="819"/>
                </a:lnTo>
                <a:lnTo>
                  <a:pt x="753" y="819"/>
                </a:lnTo>
                <a:lnTo>
                  <a:pt x="752" y="819"/>
                </a:lnTo>
                <a:lnTo>
                  <a:pt x="752" y="820"/>
                </a:lnTo>
                <a:lnTo>
                  <a:pt x="751" y="819"/>
                </a:lnTo>
                <a:lnTo>
                  <a:pt x="751" y="818"/>
                </a:lnTo>
                <a:lnTo>
                  <a:pt x="751" y="817"/>
                </a:lnTo>
                <a:lnTo>
                  <a:pt x="750" y="817"/>
                </a:lnTo>
                <a:lnTo>
                  <a:pt x="749" y="817"/>
                </a:lnTo>
                <a:lnTo>
                  <a:pt x="748" y="816"/>
                </a:lnTo>
                <a:lnTo>
                  <a:pt x="748" y="815"/>
                </a:lnTo>
                <a:lnTo>
                  <a:pt x="747" y="815"/>
                </a:lnTo>
                <a:lnTo>
                  <a:pt x="748" y="815"/>
                </a:lnTo>
                <a:lnTo>
                  <a:pt x="748" y="814"/>
                </a:lnTo>
                <a:lnTo>
                  <a:pt x="749" y="814"/>
                </a:lnTo>
                <a:lnTo>
                  <a:pt x="748" y="814"/>
                </a:lnTo>
                <a:lnTo>
                  <a:pt x="748" y="813"/>
                </a:lnTo>
                <a:lnTo>
                  <a:pt x="747" y="813"/>
                </a:lnTo>
                <a:lnTo>
                  <a:pt x="746" y="812"/>
                </a:lnTo>
                <a:lnTo>
                  <a:pt x="746" y="811"/>
                </a:lnTo>
                <a:lnTo>
                  <a:pt x="747" y="811"/>
                </a:lnTo>
                <a:lnTo>
                  <a:pt x="748" y="809"/>
                </a:lnTo>
                <a:lnTo>
                  <a:pt x="747" y="808"/>
                </a:lnTo>
                <a:lnTo>
                  <a:pt x="747" y="807"/>
                </a:lnTo>
                <a:lnTo>
                  <a:pt x="747" y="806"/>
                </a:lnTo>
                <a:lnTo>
                  <a:pt x="746" y="806"/>
                </a:lnTo>
                <a:lnTo>
                  <a:pt x="745" y="805"/>
                </a:lnTo>
                <a:lnTo>
                  <a:pt x="745" y="804"/>
                </a:lnTo>
                <a:lnTo>
                  <a:pt x="746" y="804"/>
                </a:lnTo>
                <a:lnTo>
                  <a:pt x="747" y="803"/>
                </a:lnTo>
                <a:lnTo>
                  <a:pt x="748" y="802"/>
                </a:lnTo>
                <a:lnTo>
                  <a:pt x="747" y="800"/>
                </a:lnTo>
                <a:lnTo>
                  <a:pt x="746" y="800"/>
                </a:lnTo>
                <a:lnTo>
                  <a:pt x="745" y="800"/>
                </a:lnTo>
                <a:lnTo>
                  <a:pt x="744" y="800"/>
                </a:lnTo>
                <a:lnTo>
                  <a:pt x="743" y="801"/>
                </a:lnTo>
                <a:lnTo>
                  <a:pt x="743" y="802"/>
                </a:lnTo>
                <a:lnTo>
                  <a:pt x="742" y="802"/>
                </a:lnTo>
                <a:lnTo>
                  <a:pt x="742" y="803"/>
                </a:lnTo>
                <a:lnTo>
                  <a:pt x="741" y="803"/>
                </a:lnTo>
                <a:lnTo>
                  <a:pt x="741" y="802"/>
                </a:lnTo>
                <a:lnTo>
                  <a:pt x="740" y="802"/>
                </a:lnTo>
                <a:lnTo>
                  <a:pt x="739" y="803"/>
                </a:lnTo>
                <a:lnTo>
                  <a:pt x="739" y="804"/>
                </a:lnTo>
                <a:lnTo>
                  <a:pt x="739" y="805"/>
                </a:lnTo>
                <a:lnTo>
                  <a:pt x="739" y="806"/>
                </a:lnTo>
                <a:lnTo>
                  <a:pt x="738" y="807"/>
                </a:lnTo>
                <a:lnTo>
                  <a:pt x="738" y="808"/>
                </a:lnTo>
                <a:lnTo>
                  <a:pt x="737" y="808"/>
                </a:lnTo>
                <a:lnTo>
                  <a:pt x="738" y="809"/>
                </a:lnTo>
                <a:lnTo>
                  <a:pt x="738" y="811"/>
                </a:lnTo>
                <a:lnTo>
                  <a:pt x="737" y="812"/>
                </a:lnTo>
                <a:lnTo>
                  <a:pt x="737" y="813"/>
                </a:lnTo>
                <a:lnTo>
                  <a:pt x="736" y="813"/>
                </a:lnTo>
                <a:lnTo>
                  <a:pt x="735" y="812"/>
                </a:lnTo>
                <a:lnTo>
                  <a:pt x="734" y="812"/>
                </a:lnTo>
                <a:lnTo>
                  <a:pt x="734" y="813"/>
                </a:lnTo>
                <a:lnTo>
                  <a:pt x="734" y="814"/>
                </a:lnTo>
                <a:lnTo>
                  <a:pt x="735" y="814"/>
                </a:lnTo>
                <a:lnTo>
                  <a:pt x="734" y="815"/>
                </a:lnTo>
                <a:lnTo>
                  <a:pt x="732" y="814"/>
                </a:lnTo>
                <a:lnTo>
                  <a:pt x="731" y="814"/>
                </a:lnTo>
                <a:lnTo>
                  <a:pt x="730" y="814"/>
                </a:lnTo>
                <a:lnTo>
                  <a:pt x="729" y="815"/>
                </a:lnTo>
                <a:lnTo>
                  <a:pt x="724" y="818"/>
                </a:lnTo>
                <a:lnTo>
                  <a:pt x="724" y="819"/>
                </a:lnTo>
                <a:lnTo>
                  <a:pt x="723" y="820"/>
                </a:lnTo>
                <a:lnTo>
                  <a:pt x="722" y="820"/>
                </a:lnTo>
                <a:lnTo>
                  <a:pt x="721" y="821"/>
                </a:lnTo>
                <a:lnTo>
                  <a:pt x="720" y="822"/>
                </a:lnTo>
                <a:lnTo>
                  <a:pt x="719" y="822"/>
                </a:lnTo>
                <a:lnTo>
                  <a:pt x="717" y="823"/>
                </a:lnTo>
                <a:lnTo>
                  <a:pt x="716" y="823"/>
                </a:lnTo>
                <a:lnTo>
                  <a:pt x="711" y="822"/>
                </a:lnTo>
                <a:lnTo>
                  <a:pt x="711" y="820"/>
                </a:lnTo>
                <a:lnTo>
                  <a:pt x="711" y="819"/>
                </a:lnTo>
                <a:lnTo>
                  <a:pt x="711" y="818"/>
                </a:lnTo>
                <a:lnTo>
                  <a:pt x="711" y="817"/>
                </a:lnTo>
                <a:lnTo>
                  <a:pt x="712" y="817"/>
                </a:lnTo>
                <a:lnTo>
                  <a:pt x="712" y="816"/>
                </a:lnTo>
                <a:lnTo>
                  <a:pt x="712" y="815"/>
                </a:lnTo>
                <a:lnTo>
                  <a:pt x="712" y="814"/>
                </a:lnTo>
                <a:lnTo>
                  <a:pt x="713" y="813"/>
                </a:lnTo>
                <a:lnTo>
                  <a:pt x="713" y="812"/>
                </a:lnTo>
                <a:lnTo>
                  <a:pt x="713" y="811"/>
                </a:lnTo>
                <a:lnTo>
                  <a:pt x="714" y="811"/>
                </a:lnTo>
                <a:lnTo>
                  <a:pt x="714" y="810"/>
                </a:lnTo>
                <a:lnTo>
                  <a:pt x="713" y="810"/>
                </a:lnTo>
                <a:lnTo>
                  <a:pt x="712" y="809"/>
                </a:lnTo>
                <a:lnTo>
                  <a:pt x="713" y="809"/>
                </a:lnTo>
                <a:lnTo>
                  <a:pt x="713" y="808"/>
                </a:lnTo>
                <a:lnTo>
                  <a:pt x="714" y="808"/>
                </a:lnTo>
                <a:lnTo>
                  <a:pt x="713" y="807"/>
                </a:lnTo>
                <a:lnTo>
                  <a:pt x="713" y="806"/>
                </a:lnTo>
                <a:lnTo>
                  <a:pt x="712" y="806"/>
                </a:lnTo>
                <a:lnTo>
                  <a:pt x="711" y="806"/>
                </a:lnTo>
                <a:lnTo>
                  <a:pt x="711" y="807"/>
                </a:lnTo>
                <a:lnTo>
                  <a:pt x="710" y="807"/>
                </a:lnTo>
                <a:lnTo>
                  <a:pt x="709" y="807"/>
                </a:lnTo>
                <a:lnTo>
                  <a:pt x="709" y="808"/>
                </a:lnTo>
                <a:lnTo>
                  <a:pt x="708" y="808"/>
                </a:lnTo>
                <a:lnTo>
                  <a:pt x="707" y="809"/>
                </a:lnTo>
                <a:lnTo>
                  <a:pt x="707" y="810"/>
                </a:lnTo>
                <a:lnTo>
                  <a:pt x="706" y="810"/>
                </a:lnTo>
                <a:lnTo>
                  <a:pt x="706" y="809"/>
                </a:lnTo>
                <a:lnTo>
                  <a:pt x="706" y="808"/>
                </a:lnTo>
                <a:lnTo>
                  <a:pt x="704" y="808"/>
                </a:lnTo>
                <a:lnTo>
                  <a:pt x="703" y="807"/>
                </a:lnTo>
                <a:lnTo>
                  <a:pt x="703" y="806"/>
                </a:lnTo>
                <a:lnTo>
                  <a:pt x="702" y="805"/>
                </a:lnTo>
                <a:lnTo>
                  <a:pt x="702" y="804"/>
                </a:lnTo>
                <a:lnTo>
                  <a:pt x="701" y="804"/>
                </a:lnTo>
                <a:lnTo>
                  <a:pt x="701" y="803"/>
                </a:lnTo>
                <a:lnTo>
                  <a:pt x="701" y="801"/>
                </a:lnTo>
                <a:lnTo>
                  <a:pt x="702" y="800"/>
                </a:lnTo>
                <a:lnTo>
                  <a:pt x="702" y="799"/>
                </a:lnTo>
                <a:lnTo>
                  <a:pt x="701" y="798"/>
                </a:lnTo>
                <a:lnTo>
                  <a:pt x="700" y="798"/>
                </a:lnTo>
                <a:lnTo>
                  <a:pt x="700" y="797"/>
                </a:lnTo>
                <a:lnTo>
                  <a:pt x="699" y="797"/>
                </a:lnTo>
                <a:lnTo>
                  <a:pt x="698" y="796"/>
                </a:lnTo>
                <a:lnTo>
                  <a:pt x="698" y="795"/>
                </a:lnTo>
                <a:lnTo>
                  <a:pt x="699" y="794"/>
                </a:lnTo>
                <a:lnTo>
                  <a:pt x="700" y="791"/>
                </a:lnTo>
                <a:lnTo>
                  <a:pt x="701" y="788"/>
                </a:lnTo>
                <a:lnTo>
                  <a:pt x="702" y="788"/>
                </a:lnTo>
                <a:lnTo>
                  <a:pt x="701" y="787"/>
                </a:lnTo>
                <a:lnTo>
                  <a:pt x="700" y="787"/>
                </a:lnTo>
                <a:lnTo>
                  <a:pt x="699" y="787"/>
                </a:lnTo>
                <a:lnTo>
                  <a:pt x="698" y="787"/>
                </a:lnTo>
                <a:lnTo>
                  <a:pt x="697" y="787"/>
                </a:lnTo>
                <a:lnTo>
                  <a:pt x="696" y="786"/>
                </a:lnTo>
                <a:lnTo>
                  <a:pt x="696" y="784"/>
                </a:lnTo>
                <a:lnTo>
                  <a:pt x="695" y="784"/>
                </a:lnTo>
                <a:lnTo>
                  <a:pt x="694" y="783"/>
                </a:lnTo>
                <a:lnTo>
                  <a:pt x="693" y="783"/>
                </a:lnTo>
                <a:lnTo>
                  <a:pt x="692" y="783"/>
                </a:lnTo>
                <a:lnTo>
                  <a:pt x="692" y="785"/>
                </a:lnTo>
                <a:lnTo>
                  <a:pt x="690" y="786"/>
                </a:lnTo>
                <a:lnTo>
                  <a:pt x="689" y="786"/>
                </a:lnTo>
                <a:lnTo>
                  <a:pt x="688" y="785"/>
                </a:lnTo>
                <a:lnTo>
                  <a:pt x="687" y="784"/>
                </a:lnTo>
                <a:lnTo>
                  <a:pt x="686" y="784"/>
                </a:lnTo>
                <a:lnTo>
                  <a:pt x="685" y="785"/>
                </a:lnTo>
                <a:lnTo>
                  <a:pt x="684" y="784"/>
                </a:lnTo>
                <a:lnTo>
                  <a:pt x="683" y="784"/>
                </a:lnTo>
                <a:lnTo>
                  <a:pt x="682" y="785"/>
                </a:lnTo>
                <a:lnTo>
                  <a:pt x="682" y="784"/>
                </a:lnTo>
                <a:lnTo>
                  <a:pt x="681" y="784"/>
                </a:lnTo>
                <a:lnTo>
                  <a:pt x="681" y="783"/>
                </a:lnTo>
                <a:lnTo>
                  <a:pt x="680" y="783"/>
                </a:lnTo>
                <a:lnTo>
                  <a:pt x="680" y="782"/>
                </a:lnTo>
                <a:lnTo>
                  <a:pt x="680" y="781"/>
                </a:lnTo>
                <a:lnTo>
                  <a:pt x="680" y="780"/>
                </a:lnTo>
                <a:lnTo>
                  <a:pt x="680" y="779"/>
                </a:lnTo>
                <a:lnTo>
                  <a:pt x="682" y="779"/>
                </a:lnTo>
                <a:lnTo>
                  <a:pt x="682" y="778"/>
                </a:lnTo>
                <a:lnTo>
                  <a:pt x="683" y="778"/>
                </a:lnTo>
                <a:lnTo>
                  <a:pt x="684" y="776"/>
                </a:lnTo>
                <a:lnTo>
                  <a:pt x="684" y="775"/>
                </a:lnTo>
                <a:lnTo>
                  <a:pt x="684" y="774"/>
                </a:lnTo>
                <a:lnTo>
                  <a:pt x="685" y="773"/>
                </a:lnTo>
                <a:lnTo>
                  <a:pt x="685" y="772"/>
                </a:lnTo>
                <a:lnTo>
                  <a:pt x="684" y="772"/>
                </a:lnTo>
                <a:lnTo>
                  <a:pt x="684" y="771"/>
                </a:lnTo>
                <a:lnTo>
                  <a:pt x="684" y="770"/>
                </a:lnTo>
                <a:lnTo>
                  <a:pt x="684" y="769"/>
                </a:lnTo>
                <a:lnTo>
                  <a:pt x="683" y="769"/>
                </a:lnTo>
                <a:lnTo>
                  <a:pt x="682" y="768"/>
                </a:lnTo>
                <a:lnTo>
                  <a:pt x="682" y="767"/>
                </a:lnTo>
                <a:lnTo>
                  <a:pt x="683" y="766"/>
                </a:lnTo>
                <a:lnTo>
                  <a:pt x="684" y="766"/>
                </a:lnTo>
                <a:lnTo>
                  <a:pt x="684" y="765"/>
                </a:lnTo>
                <a:lnTo>
                  <a:pt x="683" y="765"/>
                </a:lnTo>
                <a:lnTo>
                  <a:pt x="682" y="765"/>
                </a:lnTo>
                <a:lnTo>
                  <a:pt x="682" y="764"/>
                </a:lnTo>
                <a:lnTo>
                  <a:pt x="681" y="764"/>
                </a:lnTo>
                <a:lnTo>
                  <a:pt x="680" y="764"/>
                </a:lnTo>
                <a:lnTo>
                  <a:pt x="680" y="765"/>
                </a:lnTo>
                <a:lnTo>
                  <a:pt x="679" y="765"/>
                </a:lnTo>
                <a:lnTo>
                  <a:pt x="679" y="764"/>
                </a:lnTo>
                <a:lnTo>
                  <a:pt x="679" y="763"/>
                </a:lnTo>
                <a:lnTo>
                  <a:pt x="678" y="762"/>
                </a:lnTo>
                <a:lnTo>
                  <a:pt x="678" y="761"/>
                </a:lnTo>
                <a:lnTo>
                  <a:pt x="677" y="761"/>
                </a:lnTo>
                <a:lnTo>
                  <a:pt x="676" y="760"/>
                </a:lnTo>
                <a:lnTo>
                  <a:pt x="674" y="759"/>
                </a:lnTo>
                <a:lnTo>
                  <a:pt x="671" y="757"/>
                </a:lnTo>
                <a:lnTo>
                  <a:pt x="669" y="757"/>
                </a:lnTo>
                <a:lnTo>
                  <a:pt x="668" y="756"/>
                </a:lnTo>
                <a:lnTo>
                  <a:pt x="667" y="755"/>
                </a:lnTo>
                <a:lnTo>
                  <a:pt x="665" y="754"/>
                </a:lnTo>
                <a:lnTo>
                  <a:pt x="665" y="753"/>
                </a:lnTo>
                <a:lnTo>
                  <a:pt x="665" y="752"/>
                </a:lnTo>
                <a:lnTo>
                  <a:pt x="665" y="750"/>
                </a:lnTo>
                <a:lnTo>
                  <a:pt x="666" y="748"/>
                </a:lnTo>
                <a:lnTo>
                  <a:pt x="666" y="747"/>
                </a:lnTo>
                <a:lnTo>
                  <a:pt x="667" y="747"/>
                </a:lnTo>
                <a:lnTo>
                  <a:pt x="667" y="746"/>
                </a:lnTo>
                <a:lnTo>
                  <a:pt x="666" y="745"/>
                </a:lnTo>
                <a:lnTo>
                  <a:pt x="665" y="745"/>
                </a:lnTo>
                <a:lnTo>
                  <a:pt x="664" y="745"/>
                </a:lnTo>
                <a:lnTo>
                  <a:pt x="663" y="744"/>
                </a:lnTo>
                <a:lnTo>
                  <a:pt x="663" y="743"/>
                </a:lnTo>
                <a:lnTo>
                  <a:pt x="662" y="743"/>
                </a:lnTo>
                <a:lnTo>
                  <a:pt x="661" y="743"/>
                </a:lnTo>
                <a:lnTo>
                  <a:pt x="660" y="743"/>
                </a:lnTo>
                <a:lnTo>
                  <a:pt x="660" y="744"/>
                </a:lnTo>
                <a:lnTo>
                  <a:pt x="660" y="745"/>
                </a:lnTo>
                <a:lnTo>
                  <a:pt x="659" y="745"/>
                </a:lnTo>
                <a:lnTo>
                  <a:pt x="658" y="745"/>
                </a:lnTo>
                <a:lnTo>
                  <a:pt x="657" y="745"/>
                </a:lnTo>
                <a:lnTo>
                  <a:pt x="657" y="748"/>
                </a:lnTo>
                <a:lnTo>
                  <a:pt x="657" y="749"/>
                </a:lnTo>
                <a:lnTo>
                  <a:pt x="655" y="750"/>
                </a:lnTo>
                <a:lnTo>
                  <a:pt x="654" y="750"/>
                </a:lnTo>
                <a:lnTo>
                  <a:pt x="653" y="750"/>
                </a:lnTo>
                <a:lnTo>
                  <a:pt x="651" y="751"/>
                </a:lnTo>
                <a:lnTo>
                  <a:pt x="650" y="752"/>
                </a:lnTo>
                <a:lnTo>
                  <a:pt x="649" y="753"/>
                </a:lnTo>
                <a:lnTo>
                  <a:pt x="648" y="753"/>
                </a:lnTo>
                <a:lnTo>
                  <a:pt x="648" y="752"/>
                </a:lnTo>
                <a:lnTo>
                  <a:pt x="647" y="752"/>
                </a:lnTo>
                <a:lnTo>
                  <a:pt x="646" y="753"/>
                </a:lnTo>
                <a:lnTo>
                  <a:pt x="645" y="753"/>
                </a:lnTo>
                <a:lnTo>
                  <a:pt x="644" y="752"/>
                </a:lnTo>
                <a:lnTo>
                  <a:pt x="642" y="752"/>
                </a:lnTo>
                <a:lnTo>
                  <a:pt x="641" y="752"/>
                </a:lnTo>
                <a:lnTo>
                  <a:pt x="640" y="752"/>
                </a:lnTo>
                <a:lnTo>
                  <a:pt x="638" y="752"/>
                </a:lnTo>
                <a:lnTo>
                  <a:pt x="637" y="753"/>
                </a:lnTo>
                <a:lnTo>
                  <a:pt x="636" y="754"/>
                </a:lnTo>
                <a:lnTo>
                  <a:pt x="635" y="754"/>
                </a:lnTo>
                <a:lnTo>
                  <a:pt x="635" y="755"/>
                </a:lnTo>
                <a:lnTo>
                  <a:pt x="635" y="756"/>
                </a:lnTo>
                <a:lnTo>
                  <a:pt x="635" y="757"/>
                </a:lnTo>
                <a:lnTo>
                  <a:pt x="635" y="758"/>
                </a:lnTo>
                <a:lnTo>
                  <a:pt x="636" y="759"/>
                </a:lnTo>
                <a:lnTo>
                  <a:pt x="636" y="760"/>
                </a:lnTo>
                <a:lnTo>
                  <a:pt x="637" y="761"/>
                </a:lnTo>
                <a:lnTo>
                  <a:pt x="637" y="762"/>
                </a:lnTo>
                <a:lnTo>
                  <a:pt x="636" y="763"/>
                </a:lnTo>
                <a:lnTo>
                  <a:pt x="636" y="764"/>
                </a:lnTo>
                <a:lnTo>
                  <a:pt x="635" y="764"/>
                </a:lnTo>
                <a:lnTo>
                  <a:pt x="633" y="765"/>
                </a:lnTo>
                <a:lnTo>
                  <a:pt x="631" y="765"/>
                </a:lnTo>
                <a:lnTo>
                  <a:pt x="630" y="765"/>
                </a:lnTo>
                <a:lnTo>
                  <a:pt x="629" y="766"/>
                </a:lnTo>
                <a:lnTo>
                  <a:pt x="626" y="767"/>
                </a:lnTo>
                <a:lnTo>
                  <a:pt x="626" y="768"/>
                </a:lnTo>
                <a:lnTo>
                  <a:pt x="626" y="769"/>
                </a:lnTo>
                <a:lnTo>
                  <a:pt x="625" y="770"/>
                </a:lnTo>
                <a:lnTo>
                  <a:pt x="624" y="772"/>
                </a:lnTo>
                <a:lnTo>
                  <a:pt x="624" y="773"/>
                </a:lnTo>
                <a:lnTo>
                  <a:pt x="624" y="774"/>
                </a:lnTo>
                <a:lnTo>
                  <a:pt x="623" y="775"/>
                </a:lnTo>
                <a:lnTo>
                  <a:pt x="623" y="776"/>
                </a:lnTo>
                <a:lnTo>
                  <a:pt x="623" y="777"/>
                </a:lnTo>
                <a:lnTo>
                  <a:pt x="622" y="778"/>
                </a:lnTo>
                <a:lnTo>
                  <a:pt x="621" y="777"/>
                </a:lnTo>
                <a:lnTo>
                  <a:pt x="620" y="777"/>
                </a:lnTo>
                <a:lnTo>
                  <a:pt x="618" y="778"/>
                </a:lnTo>
                <a:lnTo>
                  <a:pt x="617" y="778"/>
                </a:lnTo>
                <a:lnTo>
                  <a:pt x="617" y="779"/>
                </a:lnTo>
                <a:lnTo>
                  <a:pt x="617" y="780"/>
                </a:lnTo>
                <a:lnTo>
                  <a:pt x="617" y="781"/>
                </a:lnTo>
                <a:lnTo>
                  <a:pt x="618" y="781"/>
                </a:lnTo>
                <a:lnTo>
                  <a:pt x="618" y="782"/>
                </a:lnTo>
                <a:lnTo>
                  <a:pt x="618" y="783"/>
                </a:lnTo>
                <a:lnTo>
                  <a:pt x="618" y="784"/>
                </a:lnTo>
                <a:lnTo>
                  <a:pt x="618" y="785"/>
                </a:lnTo>
                <a:lnTo>
                  <a:pt x="619" y="785"/>
                </a:lnTo>
                <a:lnTo>
                  <a:pt x="619" y="786"/>
                </a:lnTo>
                <a:lnTo>
                  <a:pt x="619" y="787"/>
                </a:lnTo>
                <a:lnTo>
                  <a:pt x="619" y="788"/>
                </a:lnTo>
                <a:lnTo>
                  <a:pt x="620" y="789"/>
                </a:lnTo>
                <a:lnTo>
                  <a:pt x="620" y="790"/>
                </a:lnTo>
                <a:lnTo>
                  <a:pt x="620" y="791"/>
                </a:lnTo>
                <a:lnTo>
                  <a:pt x="620" y="792"/>
                </a:lnTo>
                <a:lnTo>
                  <a:pt x="621" y="794"/>
                </a:lnTo>
                <a:lnTo>
                  <a:pt x="621" y="795"/>
                </a:lnTo>
                <a:lnTo>
                  <a:pt x="622" y="795"/>
                </a:lnTo>
                <a:lnTo>
                  <a:pt x="623" y="795"/>
                </a:lnTo>
                <a:lnTo>
                  <a:pt x="625" y="795"/>
                </a:lnTo>
                <a:lnTo>
                  <a:pt x="626" y="795"/>
                </a:lnTo>
                <a:lnTo>
                  <a:pt x="626" y="796"/>
                </a:lnTo>
                <a:lnTo>
                  <a:pt x="626" y="798"/>
                </a:lnTo>
                <a:lnTo>
                  <a:pt x="626" y="799"/>
                </a:lnTo>
                <a:lnTo>
                  <a:pt x="626" y="800"/>
                </a:lnTo>
                <a:lnTo>
                  <a:pt x="626" y="801"/>
                </a:lnTo>
                <a:lnTo>
                  <a:pt x="626" y="802"/>
                </a:lnTo>
                <a:lnTo>
                  <a:pt x="626" y="803"/>
                </a:lnTo>
                <a:lnTo>
                  <a:pt x="625" y="804"/>
                </a:lnTo>
                <a:lnTo>
                  <a:pt x="625" y="805"/>
                </a:lnTo>
                <a:lnTo>
                  <a:pt x="626" y="806"/>
                </a:lnTo>
                <a:lnTo>
                  <a:pt x="626" y="807"/>
                </a:lnTo>
                <a:lnTo>
                  <a:pt x="626" y="808"/>
                </a:lnTo>
                <a:lnTo>
                  <a:pt x="626" y="809"/>
                </a:lnTo>
                <a:lnTo>
                  <a:pt x="626" y="810"/>
                </a:lnTo>
                <a:lnTo>
                  <a:pt x="627" y="811"/>
                </a:lnTo>
                <a:lnTo>
                  <a:pt x="626" y="812"/>
                </a:lnTo>
                <a:lnTo>
                  <a:pt x="626" y="813"/>
                </a:lnTo>
                <a:lnTo>
                  <a:pt x="625" y="813"/>
                </a:lnTo>
                <a:lnTo>
                  <a:pt x="624" y="813"/>
                </a:lnTo>
                <a:lnTo>
                  <a:pt x="623" y="814"/>
                </a:lnTo>
                <a:lnTo>
                  <a:pt x="622" y="815"/>
                </a:lnTo>
                <a:lnTo>
                  <a:pt x="622" y="816"/>
                </a:lnTo>
                <a:lnTo>
                  <a:pt x="624" y="818"/>
                </a:lnTo>
                <a:lnTo>
                  <a:pt x="624" y="819"/>
                </a:lnTo>
                <a:lnTo>
                  <a:pt x="623" y="819"/>
                </a:lnTo>
                <a:lnTo>
                  <a:pt x="622" y="819"/>
                </a:lnTo>
                <a:lnTo>
                  <a:pt x="621" y="819"/>
                </a:lnTo>
                <a:lnTo>
                  <a:pt x="621" y="820"/>
                </a:lnTo>
                <a:lnTo>
                  <a:pt x="620" y="820"/>
                </a:lnTo>
                <a:lnTo>
                  <a:pt x="619" y="820"/>
                </a:lnTo>
                <a:lnTo>
                  <a:pt x="619" y="819"/>
                </a:lnTo>
                <a:lnTo>
                  <a:pt x="618" y="819"/>
                </a:lnTo>
                <a:lnTo>
                  <a:pt x="616" y="818"/>
                </a:lnTo>
                <a:lnTo>
                  <a:pt x="614" y="818"/>
                </a:lnTo>
                <a:lnTo>
                  <a:pt x="614" y="817"/>
                </a:lnTo>
                <a:lnTo>
                  <a:pt x="612" y="817"/>
                </a:lnTo>
                <a:lnTo>
                  <a:pt x="610" y="817"/>
                </a:lnTo>
                <a:lnTo>
                  <a:pt x="610" y="818"/>
                </a:lnTo>
                <a:lnTo>
                  <a:pt x="609" y="818"/>
                </a:lnTo>
                <a:lnTo>
                  <a:pt x="608" y="819"/>
                </a:lnTo>
                <a:lnTo>
                  <a:pt x="607" y="820"/>
                </a:lnTo>
                <a:lnTo>
                  <a:pt x="607" y="821"/>
                </a:lnTo>
                <a:lnTo>
                  <a:pt x="606" y="822"/>
                </a:lnTo>
                <a:lnTo>
                  <a:pt x="606" y="824"/>
                </a:lnTo>
                <a:lnTo>
                  <a:pt x="606" y="825"/>
                </a:lnTo>
                <a:lnTo>
                  <a:pt x="606" y="829"/>
                </a:lnTo>
                <a:lnTo>
                  <a:pt x="606" y="830"/>
                </a:lnTo>
                <a:lnTo>
                  <a:pt x="605" y="830"/>
                </a:lnTo>
                <a:lnTo>
                  <a:pt x="605" y="831"/>
                </a:lnTo>
                <a:lnTo>
                  <a:pt x="604" y="831"/>
                </a:lnTo>
                <a:lnTo>
                  <a:pt x="603" y="831"/>
                </a:lnTo>
                <a:lnTo>
                  <a:pt x="602" y="831"/>
                </a:lnTo>
                <a:lnTo>
                  <a:pt x="601" y="831"/>
                </a:lnTo>
                <a:lnTo>
                  <a:pt x="600" y="831"/>
                </a:lnTo>
                <a:lnTo>
                  <a:pt x="599" y="831"/>
                </a:lnTo>
                <a:lnTo>
                  <a:pt x="598" y="830"/>
                </a:lnTo>
                <a:lnTo>
                  <a:pt x="597" y="830"/>
                </a:lnTo>
                <a:lnTo>
                  <a:pt x="597" y="831"/>
                </a:lnTo>
                <a:lnTo>
                  <a:pt x="596" y="831"/>
                </a:lnTo>
                <a:lnTo>
                  <a:pt x="595" y="831"/>
                </a:lnTo>
                <a:lnTo>
                  <a:pt x="593" y="832"/>
                </a:lnTo>
                <a:lnTo>
                  <a:pt x="592" y="832"/>
                </a:lnTo>
                <a:lnTo>
                  <a:pt x="592" y="833"/>
                </a:lnTo>
                <a:lnTo>
                  <a:pt x="591" y="833"/>
                </a:lnTo>
                <a:lnTo>
                  <a:pt x="589" y="833"/>
                </a:lnTo>
                <a:lnTo>
                  <a:pt x="587" y="833"/>
                </a:lnTo>
                <a:lnTo>
                  <a:pt x="587" y="834"/>
                </a:lnTo>
                <a:lnTo>
                  <a:pt x="586" y="834"/>
                </a:lnTo>
                <a:lnTo>
                  <a:pt x="584" y="834"/>
                </a:lnTo>
                <a:lnTo>
                  <a:pt x="583" y="834"/>
                </a:lnTo>
                <a:lnTo>
                  <a:pt x="583" y="833"/>
                </a:lnTo>
                <a:lnTo>
                  <a:pt x="582" y="833"/>
                </a:lnTo>
                <a:lnTo>
                  <a:pt x="581" y="832"/>
                </a:lnTo>
                <a:lnTo>
                  <a:pt x="581" y="831"/>
                </a:lnTo>
                <a:lnTo>
                  <a:pt x="580" y="831"/>
                </a:lnTo>
                <a:lnTo>
                  <a:pt x="580" y="832"/>
                </a:lnTo>
                <a:lnTo>
                  <a:pt x="579" y="832"/>
                </a:lnTo>
                <a:lnTo>
                  <a:pt x="578" y="833"/>
                </a:lnTo>
                <a:lnTo>
                  <a:pt x="577" y="833"/>
                </a:lnTo>
                <a:lnTo>
                  <a:pt x="577" y="834"/>
                </a:lnTo>
                <a:lnTo>
                  <a:pt x="576" y="834"/>
                </a:lnTo>
                <a:lnTo>
                  <a:pt x="575" y="835"/>
                </a:lnTo>
                <a:lnTo>
                  <a:pt x="574" y="835"/>
                </a:lnTo>
                <a:lnTo>
                  <a:pt x="574" y="836"/>
                </a:lnTo>
                <a:lnTo>
                  <a:pt x="573" y="836"/>
                </a:lnTo>
                <a:lnTo>
                  <a:pt x="572" y="836"/>
                </a:lnTo>
                <a:lnTo>
                  <a:pt x="571" y="836"/>
                </a:lnTo>
                <a:lnTo>
                  <a:pt x="571" y="835"/>
                </a:lnTo>
                <a:lnTo>
                  <a:pt x="570" y="835"/>
                </a:lnTo>
                <a:lnTo>
                  <a:pt x="570" y="834"/>
                </a:lnTo>
                <a:lnTo>
                  <a:pt x="569" y="833"/>
                </a:lnTo>
                <a:lnTo>
                  <a:pt x="568" y="833"/>
                </a:lnTo>
                <a:lnTo>
                  <a:pt x="567" y="833"/>
                </a:lnTo>
                <a:lnTo>
                  <a:pt x="567" y="832"/>
                </a:lnTo>
                <a:lnTo>
                  <a:pt x="566" y="832"/>
                </a:lnTo>
                <a:lnTo>
                  <a:pt x="565" y="833"/>
                </a:lnTo>
                <a:lnTo>
                  <a:pt x="564" y="833"/>
                </a:lnTo>
                <a:lnTo>
                  <a:pt x="563" y="834"/>
                </a:lnTo>
                <a:lnTo>
                  <a:pt x="562" y="834"/>
                </a:lnTo>
                <a:lnTo>
                  <a:pt x="560" y="835"/>
                </a:lnTo>
                <a:lnTo>
                  <a:pt x="559" y="835"/>
                </a:lnTo>
                <a:lnTo>
                  <a:pt x="558" y="835"/>
                </a:lnTo>
                <a:lnTo>
                  <a:pt x="557" y="836"/>
                </a:lnTo>
                <a:lnTo>
                  <a:pt x="557" y="837"/>
                </a:lnTo>
                <a:lnTo>
                  <a:pt x="557" y="838"/>
                </a:lnTo>
                <a:lnTo>
                  <a:pt x="557" y="840"/>
                </a:lnTo>
                <a:lnTo>
                  <a:pt x="557" y="841"/>
                </a:lnTo>
                <a:lnTo>
                  <a:pt x="557" y="842"/>
                </a:lnTo>
                <a:lnTo>
                  <a:pt x="555" y="844"/>
                </a:lnTo>
                <a:lnTo>
                  <a:pt x="554" y="844"/>
                </a:lnTo>
                <a:lnTo>
                  <a:pt x="554" y="845"/>
                </a:lnTo>
                <a:lnTo>
                  <a:pt x="553" y="845"/>
                </a:lnTo>
                <a:lnTo>
                  <a:pt x="552" y="846"/>
                </a:lnTo>
                <a:lnTo>
                  <a:pt x="551" y="847"/>
                </a:lnTo>
                <a:lnTo>
                  <a:pt x="550" y="847"/>
                </a:lnTo>
                <a:lnTo>
                  <a:pt x="549" y="848"/>
                </a:lnTo>
                <a:lnTo>
                  <a:pt x="549" y="849"/>
                </a:lnTo>
                <a:lnTo>
                  <a:pt x="549" y="850"/>
                </a:lnTo>
                <a:lnTo>
                  <a:pt x="548" y="851"/>
                </a:lnTo>
                <a:lnTo>
                  <a:pt x="548" y="852"/>
                </a:lnTo>
                <a:lnTo>
                  <a:pt x="547" y="852"/>
                </a:lnTo>
                <a:lnTo>
                  <a:pt x="544" y="852"/>
                </a:lnTo>
                <a:lnTo>
                  <a:pt x="543" y="852"/>
                </a:lnTo>
                <a:lnTo>
                  <a:pt x="542" y="852"/>
                </a:lnTo>
                <a:lnTo>
                  <a:pt x="541" y="852"/>
                </a:lnTo>
                <a:lnTo>
                  <a:pt x="540" y="853"/>
                </a:lnTo>
                <a:lnTo>
                  <a:pt x="539" y="853"/>
                </a:lnTo>
                <a:lnTo>
                  <a:pt x="539" y="854"/>
                </a:lnTo>
                <a:lnTo>
                  <a:pt x="537" y="854"/>
                </a:lnTo>
                <a:lnTo>
                  <a:pt x="537" y="855"/>
                </a:lnTo>
                <a:lnTo>
                  <a:pt x="536" y="856"/>
                </a:lnTo>
                <a:lnTo>
                  <a:pt x="536" y="857"/>
                </a:lnTo>
                <a:lnTo>
                  <a:pt x="535" y="857"/>
                </a:lnTo>
                <a:lnTo>
                  <a:pt x="535" y="858"/>
                </a:lnTo>
                <a:lnTo>
                  <a:pt x="535" y="859"/>
                </a:lnTo>
                <a:lnTo>
                  <a:pt x="534" y="859"/>
                </a:lnTo>
                <a:lnTo>
                  <a:pt x="533" y="859"/>
                </a:lnTo>
                <a:lnTo>
                  <a:pt x="532" y="859"/>
                </a:lnTo>
                <a:lnTo>
                  <a:pt x="531" y="860"/>
                </a:lnTo>
                <a:lnTo>
                  <a:pt x="529" y="860"/>
                </a:lnTo>
                <a:lnTo>
                  <a:pt x="528" y="861"/>
                </a:lnTo>
                <a:lnTo>
                  <a:pt x="526" y="861"/>
                </a:lnTo>
                <a:lnTo>
                  <a:pt x="525" y="861"/>
                </a:lnTo>
                <a:lnTo>
                  <a:pt x="524" y="862"/>
                </a:lnTo>
                <a:lnTo>
                  <a:pt x="523" y="862"/>
                </a:lnTo>
                <a:lnTo>
                  <a:pt x="522" y="863"/>
                </a:lnTo>
                <a:lnTo>
                  <a:pt x="521" y="864"/>
                </a:lnTo>
                <a:lnTo>
                  <a:pt x="521" y="865"/>
                </a:lnTo>
                <a:lnTo>
                  <a:pt x="521" y="866"/>
                </a:lnTo>
                <a:lnTo>
                  <a:pt x="520" y="866"/>
                </a:lnTo>
                <a:lnTo>
                  <a:pt x="519" y="866"/>
                </a:lnTo>
                <a:lnTo>
                  <a:pt x="518" y="866"/>
                </a:lnTo>
                <a:lnTo>
                  <a:pt x="517" y="867"/>
                </a:lnTo>
                <a:lnTo>
                  <a:pt x="516" y="867"/>
                </a:lnTo>
                <a:lnTo>
                  <a:pt x="515" y="867"/>
                </a:lnTo>
                <a:lnTo>
                  <a:pt x="514" y="868"/>
                </a:lnTo>
                <a:lnTo>
                  <a:pt x="514" y="869"/>
                </a:lnTo>
                <a:lnTo>
                  <a:pt x="512" y="869"/>
                </a:lnTo>
                <a:lnTo>
                  <a:pt x="511" y="869"/>
                </a:lnTo>
                <a:lnTo>
                  <a:pt x="510" y="869"/>
                </a:lnTo>
                <a:lnTo>
                  <a:pt x="509" y="870"/>
                </a:lnTo>
                <a:lnTo>
                  <a:pt x="508" y="870"/>
                </a:lnTo>
                <a:lnTo>
                  <a:pt x="507" y="870"/>
                </a:lnTo>
                <a:lnTo>
                  <a:pt x="507" y="871"/>
                </a:lnTo>
                <a:lnTo>
                  <a:pt x="506" y="871"/>
                </a:lnTo>
                <a:lnTo>
                  <a:pt x="505" y="872"/>
                </a:lnTo>
                <a:lnTo>
                  <a:pt x="504" y="872"/>
                </a:lnTo>
                <a:lnTo>
                  <a:pt x="502" y="872"/>
                </a:lnTo>
                <a:lnTo>
                  <a:pt x="500" y="872"/>
                </a:lnTo>
                <a:lnTo>
                  <a:pt x="500" y="873"/>
                </a:lnTo>
                <a:lnTo>
                  <a:pt x="498" y="873"/>
                </a:lnTo>
                <a:lnTo>
                  <a:pt x="497" y="873"/>
                </a:lnTo>
                <a:lnTo>
                  <a:pt x="497" y="874"/>
                </a:lnTo>
                <a:lnTo>
                  <a:pt x="497" y="875"/>
                </a:lnTo>
                <a:lnTo>
                  <a:pt x="496" y="875"/>
                </a:lnTo>
                <a:lnTo>
                  <a:pt x="495" y="875"/>
                </a:lnTo>
                <a:lnTo>
                  <a:pt x="493" y="875"/>
                </a:lnTo>
                <a:lnTo>
                  <a:pt x="492" y="875"/>
                </a:lnTo>
                <a:lnTo>
                  <a:pt x="491" y="875"/>
                </a:lnTo>
                <a:lnTo>
                  <a:pt x="491" y="874"/>
                </a:lnTo>
                <a:lnTo>
                  <a:pt x="490" y="874"/>
                </a:lnTo>
                <a:lnTo>
                  <a:pt x="488" y="874"/>
                </a:lnTo>
                <a:lnTo>
                  <a:pt x="487" y="875"/>
                </a:lnTo>
                <a:lnTo>
                  <a:pt x="486" y="876"/>
                </a:lnTo>
                <a:lnTo>
                  <a:pt x="485" y="876"/>
                </a:lnTo>
                <a:lnTo>
                  <a:pt x="484" y="876"/>
                </a:lnTo>
                <a:lnTo>
                  <a:pt x="483" y="876"/>
                </a:lnTo>
                <a:lnTo>
                  <a:pt x="481" y="874"/>
                </a:lnTo>
                <a:lnTo>
                  <a:pt x="480" y="874"/>
                </a:lnTo>
                <a:lnTo>
                  <a:pt x="479" y="874"/>
                </a:lnTo>
                <a:lnTo>
                  <a:pt x="478" y="874"/>
                </a:lnTo>
                <a:lnTo>
                  <a:pt x="478" y="875"/>
                </a:lnTo>
                <a:lnTo>
                  <a:pt x="477" y="876"/>
                </a:lnTo>
                <a:lnTo>
                  <a:pt x="476" y="877"/>
                </a:lnTo>
                <a:lnTo>
                  <a:pt x="476" y="878"/>
                </a:lnTo>
                <a:lnTo>
                  <a:pt x="475" y="878"/>
                </a:lnTo>
                <a:lnTo>
                  <a:pt x="474" y="879"/>
                </a:lnTo>
                <a:lnTo>
                  <a:pt x="474" y="880"/>
                </a:lnTo>
                <a:lnTo>
                  <a:pt x="473" y="880"/>
                </a:lnTo>
                <a:lnTo>
                  <a:pt x="472" y="880"/>
                </a:lnTo>
                <a:lnTo>
                  <a:pt x="472" y="879"/>
                </a:lnTo>
                <a:lnTo>
                  <a:pt x="471" y="879"/>
                </a:lnTo>
                <a:lnTo>
                  <a:pt x="470" y="879"/>
                </a:lnTo>
                <a:lnTo>
                  <a:pt x="469" y="878"/>
                </a:lnTo>
                <a:lnTo>
                  <a:pt x="467" y="878"/>
                </a:lnTo>
                <a:lnTo>
                  <a:pt x="466" y="879"/>
                </a:lnTo>
                <a:lnTo>
                  <a:pt x="466" y="880"/>
                </a:lnTo>
                <a:lnTo>
                  <a:pt x="466" y="881"/>
                </a:lnTo>
                <a:lnTo>
                  <a:pt x="466" y="882"/>
                </a:lnTo>
                <a:lnTo>
                  <a:pt x="467" y="882"/>
                </a:lnTo>
                <a:lnTo>
                  <a:pt x="468" y="882"/>
                </a:lnTo>
                <a:lnTo>
                  <a:pt x="468" y="883"/>
                </a:lnTo>
                <a:lnTo>
                  <a:pt x="469" y="883"/>
                </a:lnTo>
                <a:lnTo>
                  <a:pt x="469" y="884"/>
                </a:lnTo>
                <a:lnTo>
                  <a:pt x="470" y="885"/>
                </a:lnTo>
                <a:lnTo>
                  <a:pt x="470" y="886"/>
                </a:lnTo>
                <a:lnTo>
                  <a:pt x="472" y="889"/>
                </a:lnTo>
                <a:lnTo>
                  <a:pt x="473" y="890"/>
                </a:lnTo>
                <a:lnTo>
                  <a:pt x="473" y="891"/>
                </a:lnTo>
                <a:lnTo>
                  <a:pt x="474" y="891"/>
                </a:lnTo>
                <a:lnTo>
                  <a:pt x="475" y="891"/>
                </a:lnTo>
                <a:lnTo>
                  <a:pt x="475" y="892"/>
                </a:lnTo>
                <a:lnTo>
                  <a:pt x="475" y="893"/>
                </a:lnTo>
                <a:lnTo>
                  <a:pt x="476" y="894"/>
                </a:lnTo>
                <a:lnTo>
                  <a:pt x="476" y="895"/>
                </a:lnTo>
                <a:lnTo>
                  <a:pt x="475" y="895"/>
                </a:lnTo>
                <a:lnTo>
                  <a:pt x="475" y="896"/>
                </a:lnTo>
                <a:lnTo>
                  <a:pt x="476" y="897"/>
                </a:lnTo>
                <a:lnTo>
                  <a:pt x="476" y="898"/>
                </a:lnTo>
                <a:lnTo>
                  <a:pt x="477" y="899"/>
                </a:lnTo>
                <a:lnTo>
                  <a:pt x="477" y="900"/>
                </a:lnTo>
                <a:lnTo>
                  <a:pt x="477" y="901"/>
                </a:lnTo>
                <a:lnTo>
                  <a:pt x="476" y="902"/>
                </a:lnTo>
                <a:lnTo>
                  <a:pt x="476" y="903"/>
                </a:lnTo>
                <a:lnTo>
                  <a:pt x="476" y="904"/>
                </a:lnTo>
                <a:lnTo>
                  <a:pt x="476" y="905"/>
                </a:lnTo>
                <a:lnTo>
                  <a:pt x="476" y="906"/>
                </a:lnTo>
                <a:lnTo>
                  <a:pt x="476" y="907"/>
                </a:lnTo>
                <a:lnTo>
                  <a:pt x="476" y="908"/>
                </a:lnTo>
                <a:lnTo>
                  <a:pt x="475" y="910"/>
                </a:lnTo>
                <a:lnTo>
                  <a:pt x="474" y="910"/>
                </a:lnTo>
                <a:lnTo>
                  <a:pt x="474" y="911"/>
                </a:lnTo>
                <a:lnTo>
                  <a:pt x="473" y="911"/>
                </a:lnTo>
                <a:lnTo>
                  <a:pt x="473" y="912"/>
                </a:lnTo>
                <a:lnTo>
                  <a:pt x="474" y="912"/>
                </a:lnTo>
                <a:lnTo>
                  <a:pt x="474" y="913"/>
                </a:lnTo>
                <a:lnTo>
                  <a:pt x="474" y="914"/>
                </a:lnTo>
                <a:lnTo>
                  <a:pt x="473" y="915"/>
                </a:lnTo>
                <a:lnTo>
                  <a:pt x="473" y="916"/>
                </a:lnTo>
                <a:lnTo>
                  <a:pt x="472" y="916"/>
                </a:lnTo>
                <a:lnTo>
                  <a:pt x="472" y="917"/>
                </a:lnTo>
                <a:lnTo>
                  <a:pt x="472" y="918"/>
                </a:lnTo>
                <a:lnTo>
                  <a:pt x="472" y="919"/>
                </a:lnTo>
                <a:lnTo>
                  <a:pt x="471" y="919"/>
                </a:lnTo>
                <a:lnTo>
                  <a:pt x="471" y="920"/>
                </a:lnTo>
                <a:lnTo>
                  <a:pt x="470" y="920"/>
                </a:lnTo>
                <a:lnTo>
                  <a:pt x="469" y="920"/>
                </a:lnTo>
                <a:lnTo>
                  <a:pt x="469" y="919"/>
                </a:lnTo>
                <a:lnTo>
                  <a:pt x="468" y="919"/>
                </a:lnTo>
                <a:lnTo>
                  <a:pt x="467" y="919"/>
                </a:lnTo>
                <a:lnTo>
                  <a:pt x="466" y="920"/>
                </a:lnTo>
                <a:lnTo>
                  <a:pt x="466" y="921"/>
                </a:lnTo>
                <a:lnTo>
                  <a:pt x="465" y="921"/>
                </a:lnTo>
                <a:lnTo>
                  <a:pt x="465" y="922"/>
                </a:lnTo>
                <a:lnTo>
                  <a:pt x="465" y="923"/>
                </a:lnTo>
                <a:lnTo>
                  <a:pt x="465" y="924"/>
                </a:lnTo>
                <a:lnTo>
                  <a:pt x="465" y="925"/>
                </a:lnTo>
                <a:lnTo>
                  <a:pt x="464" y="926"/>
                </a:lnTo>
                <a:lnTo>
                  <a:pt x="463" y="926"/>
                </a:lnTo>
                <a:lnTo>
                  <a:pt x="462" y="926"/>
                </a:lnTo>
                <a:lnTo>
                  <a:pt x="461" y="926"/>
                </a:lnTo>
                <a:lnTo>
                  <a:pt x="461" y="927"/>
                </a:lnTo>
                <a:lnTo>
                  <a:pt x="461" y="928"/>
                </a:lnTo>
                <a:lnTo>
                  <a:pt x="460" y="928"/>
                </a:lnTo>
                <a:lnTo>
                  <a:pt x="460" y="929"/>
                </a:lnTo>
                <a:lnTo>
                  <a:pt x="459" y="930"/>
                </a:lnTo>
                <a:lnTo>
                  <a:pt x="458" y="930"/>
                </a:lnTo>
                <a:lnTo>
                  <a:pt x="456" y="930"/>
                </a:lnTo>
                <a:lnTo>
                  <a:pt x="456" y="931"/>
                </a:lnTo>
                <a:lnTo>
                  <a:pt x="455" y="931"/>
                </a:lnTo>
                <a:lnTo>
                  <a:pt x="454" y="931"/>
                </a:lnTo>
                <a:lnTo>
                  <a:pt x="453" y="931"/>
                </a:lnTo>
                <a:lnTo>
                  <a:pt x="453" y="932"/>
                </a:lnTo>
                <a:lnTo>
                  <a:pt x="452" y="932"/>
                </a:lnTo>
                <a:lnTo>
                  <a:pt x="451" y="932"/>
                </a:lnTo>
                <a:lnTo>
                  <a:pt x="451" y="933"/>
                </a:lnTo>
                <a:lnTo>
                  <a:pt x="450" y="933"/>
                </a:lnTo>
                <a:lnTo>
                  <a:pt x="450" y="934"/>
                </a:lnTo>
                <a:lnTo>
                  <a:pt x="449" y="934"/>
                </a:lnTo>
                <a:lnTo>
                  <a:pt x="448" y="935"/>
                </a:lnTo>
                <a:lnTo>
                  <a:pt x="448" y="936"/>
                </a:lnTo>
                <a:lnTo>
                  <a:pt x="448" y="937"/>
                </a:lnTo>
                <a:lnTo>
                  <a:pt x="448" y="938"/>
                </a:lnTo>
                <a:lnTo>
                  <a:pt x="447" y="939"/>
                </a:lnTo>
                <a:lnTo>
                  <a:pt x="447" y="940"/>
                </a:lnTo>
                <a:lnTo>
                  <a:pt x="447" y="941"/>
                </a:lnTo>
                <a:lnTo>
                  <a:pt x="446" y="941"/>
                </a:lnTo>
                <a:lnTo>
                  <a:pt x="446" y="942"/>
                </a:lnTo>
                <a:lnTo>
                  <a:pt x="445" y="943"/>
                </a:lnTo>
                <a:lnTo>
                  <a:pt x="445" y="944"/>
                </a:lnTo>
                <a:lnTo>
                  <a:pt x="444" y="944"/>
                </a:lnTo>
                <a:lnTo>
                  <a:pt x="444" y="945"/>
                </a:lnTo>
                <a:lnTo>
                  <a:pt x="443" y="945"/>
                </a:lnTo>
                <a:lnTo>
                  <a:pt x="442" y="945"/>
                </a:lnTo>
                <a:lnTo>
                  <a:pt x="441" y="945"/>
                </a:lnTo>
                <a:lnTo>
                  <a:pt x="441" y="944"/>
                </a:lnTo>
                <a:lnTo>
                  <a:pt x="440" y="944"/>
                </a:lnTo>
                <a:lnTo>
                  <a:pt x="440" y="943"/>
                </a:lnTo>
                <a:lnTo>
                  <a:pt x="439" y="943"/>
                </a:lnTo>
                <a:lnTo>
                  <a:pt x="439" y="942"/>
                </a:lnTo>
                <a:lnTo>
                  <a:pt x="438" y="942"/>
                </a:lnTo>
                <a:lnTo>
                  <a:pt x="437" y="942"/>
                </a:lnTo>
                <a:lnTo>
                  <a:pt x="437" y="941"/>
                </a:lnTo>
                <a:lnTo>
                  <a:pt x="438" y="941"/>
                </a:lnTo>
                <a:lnTo>
                  <a:pt x="437" y="940"/>
                </a:lnTo>
                <a:lnTo>
                  <a:pt x="437" y="939"/>
                </a:lnTo>
                <a:lnTo>
                  <a:pt x="436" y="939"/>
                </a:lnTo>
                <a:lnTo>
                  <a:pt x="435" y="938"/>
                </a:lnTo>
                <a:lnTo>
                  <a:pt x="434" y="938"/>
                </a:lnTo>
                <a:lnTo>
                  <a:pt x="434" y="937"/>
                </a:lnTo>
                <a:lnTo>
                  <a:pt x="433" y="937"/>
                </a:lnTo>
                <a:lnTo>
                  <a:pt x="432" y="937"/>
                </a:lnTo>
                <a:lnTo>
                  <a:pt x="432" y="936"/>
                </a:lnTo>
                <a:lnTo>
                  <a:pt x="431" y="935"/>
                </a:lnTo>
                <a:lnTo>
                  <a:pt x="431" y="934"/>
                </a:lnTo>
                <a:lnTo>
                  <a:pt x="430" y="934"/>
                </a:lnTo>
                <a:lnTo>
                  <a:pt x="430" y="933"/>
                </a:lnTo>
                <a:lnTo>
                  <a:pt x="430" y="932"/>
                </a:lnTo>
                <a:lnTo>
                  <a:pt x="430" y="931"/>
                </a:lnTo>
                <a:lnTo>
                  <a:pt x="429" y="931"/>
                </a:lnTo>
                <a:lnTo>
                  <a:pt x="429" y="930"/>
                </a:lnTo>
                <a:lnTo>
                  <a:pt x="429" y="928"/>
                </a:lnTo>
                <a:lnTo>
                  <a:pt x="428" y="928"/>
                </a:lnTo>
                <a:lnTo>
                  <a:pt x="428" y="927"/>
                </a:lnTo>
                <a:lnTo>
                  <a:pt x="429" y="927"/>
                </a:lnTo>
                <a:lnTo>
                  <a:pt x="428" y="927"/>
                </a:lnTo>
                <a:lnTo>
                  <a:pt x="428" y="926"/>
                </a:lnTo>
                <a:lnTo>
                  <a:pt x="427" y="926"/>
                </a:lnTo>
                <a:lnTo>
                  <a:pt x="426" y="927"/>
                </a:lnTo>
                <a:lnTo>
                  <a:pt x="422" y="927"/>
                </a:lnTo>
                <a:lnTo>
                  <a:pt x="421" y="927"/>
                </a:lnTo>
                <a:lnTo>
                  <a:pt x="420" y="927"/>
                </a:lnTo>
                <a:lnTo>
                  <a:pt x="419" y="927"/>
                </a:lnTo>
                <a:lnTo>
                  <a:pt x="418" y="927"/>
                </a:lnTo>
                <a:lnTo>
                  <a:pt x="418" y="926"/>
                </a:lnTo>
                <a:lnTo>
                  <a:pt x="417" y="926"/>
                </a:lnTo>
                <a:lnTo>
                  <a:pt x="416" y="926"/>
                </a:lnTo>
                <a:lnTo>
                  <a:pt x="415" y="926"/>
                </a:lnTo>
                <a:lnTo>
                  <a:pt x="414" y="926"/>
                </a:lnTo>
                <a:lnTo>
                  <a:pt x="414" y="927"/>
                </a:lnTo>
                <a:lnTo>
                  <a:pt x="413" y="927"/>
                </a:lnTo>
                <a:lnTo>
                  <a:pt x="413" y="928"/>
                </a:lnTo>
                <a:lnTo>
                  <a:pt x="412" y="929"/>
                </a:lnTo>
                <a:lnTo>
                  <a:pt x="411" y="929"/>
                </a:lnTo>
                <a:lnTo>
                  <a:pt x="410" y="930"/>
                </a:lnTo>
                <a:lnTo>
                  <a:pt x="409" y="930"/>
                </a:lnTo>
                <a:lnTo>
                  <a:pt x="409" y="931"/>
                </a:lnTo>
                <a:lnTo>
                  <a:pt x="408" y="931"/>
                </a:lnTo>
                <a:lnTo>
                  <a:pt x="407" y="931"/>
                </a:lnTo>
                <a:lnTo>
                  <a:pt x="407" y="932"/>
                </a:lnTo>
                <a:lnTo>
                  <a:pt x="406" y="932"/>
                </a:lnTo>
                <a:lnTo>
                  <a:pt x="404" y="932"/>
                </a:lnTo>
                <a:lnTo>
                  <a:pt x="403" y="932"/>
                </a:lnTo>
                <a:lnTo>
                  <a:pt x="402" y="932"/>
                </a:lnTo>
                <a:lnTo>
                  <a:pt x="402" y="931"/>
                </a:lnTo>
                <a:lnTo>
                  <a:pt x="401" y="931"/>
                </a:lnTo>
                <a:lnTo>
                  <a:pt x="400" y="931"/>
                </a:lnTo>
                <a:lnTo>
                  <a:pt x="400" y="930"/>
                </a:lnTo>
                <a:lnTo>
                  <a:pt x="399" y="930"/>
                </a:lnTo>
                <a:lnTo>
                  <a:pt x="398" y="929"/>
                </a:lnTo>
                <a:lnTo>
                  <a:pt x="397" y="929"/>
                </a:lnTo>
                <a:lnTo>
                  <a:pt x="396" y="928"/>
                </a:lnTo>
                <a:lnTo>
                  <a:pt x="396" y="927"/>
                </a:lnTo>
                <a:lnTo>
                  <a:pt x="395" y="927"/>
                </a:lnTo>
                <a:lnTo>
                  <a:pt x="395" y="926"/>
                </a:lnTo>
                <a:lnTo>
                  <a:pt x="395" y="925"/>
                </a:lnTo>
                <a:lnTo>
                  <a:pt x="394" y="925"/>
                </a:lnTo>
                <a:lnTo>
                  <a:pt x="393" y="925"/>
                </a:lnTo>
                <a:lnTo>
                  <a:pt x="393" y="924"/>
                </a:lnTo>
                <a:lnTo>
                  <a:pt x="392" y="924"/>
                </a:lnTo>
                <a:lnTo>
                  <a:pt x="391" y="924"/>
                </a:lnTo>
                <a:lnTo>
                  <a:pt x="390" y="924"/>
                </a:lnTo>
                <a:lnTo>
                  <a:pt x="390" y="923"/>
                </a:lnTo>
                <a:lnTo>
                  <a:pt x="389" y="923"/>
                </a:lnTo>
                <a:lnTo>
                  <a:pt x="389" y="922"/>
                </a:lnTo>
                <a:lnTo>
                  <a:pt x="389" y="921"/>
                </a:lnTo>
                <a:lnTo>
                  <a:pt x="388" y="921"/>
                </a:lnTo>
                <a:lnTo>
                  <a:pt x="387" y="921"/>
                </a:lnTo>
                <a:lnTo>
                  <a:pt x="387" y="920"/>
                </a:lnTo>
                <a:lnTo>
                  <a:pt x="386" y="920"/>
                </a:lnTo>
                <a:lnTo>
                  <a:pt x="386" y="919"/>
                </a:lnTo>
                <a:lnTo>
                  <a:pt x="385" y="919"/>
                </a:lnTo>
                <a:lnTo>
                  <a:pt x="385" y="918"/>
                </a:lnTo>
                <a:lnTo>
                  <a:pt x="384" y="918"/>
                </a:lnTo>
                <a:lnTo>
                  <a:pt x="383" y="918"/>
                </a:lnTo>
                <a:lnTo>
                  <a:pt x="382" y="918"/>
                </a:lnTo>
                <a:lnTo>
                  <a:pt x="381" y="917"/>
                </a:lnTo>
                <a:lnTo>
                  <a:pt x="380" y="917"/>
                </a:lnTo>
                <a:lnTo>
                  <a:pt x="379" y="917"/>
                </a:lnTo>
                <a:lnTo>
                  <a:pt x="378" y="917"/>
                </a:lnTo>
                <a:lnTo>
                  <a:pt x="377" y="917"/>
                </a:lnTo>
                <a:lnTo>
                  <a:pt x="376" y="917"/>
                </a:lnTo>
                <a:lnTo>
                  <a:pt x="376" y="918"/>
                </a:lnTo>
                <a:lnTo>
                  <a:pt x="374" y="918"/>
                </a:lnTo>
                <a:lnTo>
                  <a:pt x="374" y="917"/>
                </a:lnTo>
                <a:lnTo>
                  <a:pt x="373" y="917"/>
                </a:lnTo>
                <a:lnTo>
                  <a:pt x="372" y="917"/>
                </a:lnTo>
                <a:lnTo>
                  <a:pt x="371" y="917"/>
                </a:lnTo>
                <a:lnTo>
                  <a:pt x="370" y="917"/>
                </a:lnTo>
                <a:lnTo>
                  <a:pt x="369" y="917"/>
                </a:lnTo>
                <a:lnTo>
                  <a:pt x="369" y="916"/>
                </a:lnTo>
                <a:lnTo>
                  <a:pt x="368" y="916"/>
                </a:lnTo>
                <a:lnTo>
                  <a:pt x="368" y="915"/>
                </a:lnTo>
                <a:lnTo>
                  <a:pt x="367" y="915"/>
                </a:lnTo>
                <a:lnTo>
                  <a:pt x="367" y="914"/>
                </a:lnTo>
                <a:lnTo>
                  <a:pt x="367" y="913"/>
                </a:lnTo>
                <a:lnTo>
                  <a:pt x="367" y="912"/>
                </a:lnTo>
                <a:lnTo>
                  <a:pt x="366" y="912"/>
                </a:lnTo>
                <a:lnTo>
                  <a:pt x="366" y="911"/>
                </a:lnTo>
                <a:lnTo>
                  <a:pt x="365" y="911"/>
                </a:lnTo>
                <a:lnTo>
                  <a:pt x="364" y="911"/>
                </a:lnTo>
                <a:lnTo>
                  <a:pt x="364" y="910"/>
                </a:lnTo>
                <a:lnTo>
                  <a:pt x="363" y="910"/>
                </a:lnTo>
                <a:lnTo>
                  <a:pt x="363" y="911"/>
                </a:lnTo>
                <a:lnTo>
                  <a:pt x="362" y="911"/>
                </a:lnTo>
                <a:lnTo>
                  <a:pt x="361" y="911"/>
                </a:lnTo>
                <a:lnTo>
                  <a:pt x="361" y="912"/>
                </a:lnTo>
                <a:lnTo>
                  <a:pt x="360" y="912"/>
                </a:lnTo>
                <a:lnTo>
                  <a:pt x="360" y="913"/>
                </a:lnTo>
                <a:lnTo>
                  <a:pt x="359" y="913"/>
                </a:lnTo>
                <a:lnTo>
                  <a:pt x="356" y="913"/>
                </a:lnTo>
                <a:lnTo>
                  <a:pt x="356" y="912"/>
                </a:lnTo>
                <a:lnTo>
                  <a:pt x="356" y="913"/>
                </a:lnTo>
                <a:lnTo>
                  <a:pt x="356" y="912"/>
                </a:lnTo>
                <a:lnTo>
                  <a:pt x="355" y="912"/>
                </a:lnTo>
                <a:lnTo>
                  <a:pt x="354" y="912"/>
                </a:lnTo>
                <a:lnTo>
                  <a:pt x="353" y="912"/>
                </a:lnTo>
                <a:lnTo>
                  <a:pt x="352" y="912"/>
                </a:lnTo>
                <a:lnTo>
                  <a:pt x="351" y="912"/>
                </a:lnTo>
                <a:lnTo>
                  <a:pt x="350" y="912"/>
                </a:lnTo>
                <a:lnTo>
                  <a:pt x="350" y="911"/>
                </a:lnTo>
                <a:lnTo>
                  <a:pt x="349" y="911"/>
                </a:lnTo>
                <a:lnTo>
                  <a:pt x="348" y="911"/>
                </a:lnTo>
                <a:lnTo>
                  <a:pt x="347" y="911"/>
                </a:lnTo>
                <a:lnTo>
                  <a:pt x="346" y="911"/>
                </a:lnTo>
                <a:lnTo>
                  <a:pt x="346" y="910"/>
                </a:lnTo>
                <a:lnTo>
                  <a:pt x="345" y="910"/>
                </a:lnTo>
                <a:lnTo>
                  <a:pt x="345" y="909"/>
                </a:lnTo>
                <a:lnTo>
                  <a:pt x="345" y="905"/>
                </a:lnTo>
                <a:lnTo>
                  <a:pt x="344" y="905"/>
                </a:lnTo>
                <a:lnTo>
                  <a:pt x="344" y="904"/>
                </a:lnTo>
                <a:lnTo>
                  <a:pt x="344" y="903"/>
                </a:lnTo>
                <a:lnTo>
                  <a:pt x="343" y="903"/>
                </a:lnTo>
                <a:lnTo>
                  <a:pt x="343" y="902"/>
                </a:lnTo>
                <a:lnTo>
                  <a:pt x="342" y="902"/>
                </a:lnTo>
                <a:lnTo>
                  <a:pt x="341" y="902"/>
                </a:lnTo>
                <a:lnTo>
                  <a:pt x="341" y="901"/>
                </a:lnTo>
                <a:lnTo>
                  <a:pt x="340" y="901"/>
                </a:lnTo>
                <a:lnTo>
                  <a:pt x="340" y="900"/>
                </a:lnTo>
                <a:lnTo>
                  <a:pt x="339" y="900"/>
                </a:lnTo>
                <a:lnTo>
                  <a:pt x="340" y="899"/>
                </a:lnTo>
                <a:lnTo>
                  <a:pt x="339" y="899"/>
                </a:lnTo>
                <a:lnTo>
                  <a:pt x="339" y="898"/>
                </a:lnTo>
                <a:lnTo>
                  <a:pt x="338" y="898"/>
                </a:lnTo>
                <a:lnTo>
                  <a:pt x="338" y="897"/>
                </a:lnTo>
                <a:lnTo>
                  <a:pt x="338" y="896"/>
                </a:lnTo>
                <a:lnTo>
                  <a:pt x="338" y="894"/>
                </a:lnTo>
                <a:lnTo>
                  <a:pt x="337" y="894"/>
                </a:lnTo>
                <a:lnTo>
                  <a:pt x="337" y="893"/>
                </a:lnTo>
                <a:lnTo>
                  <a:pt x="337" y="892"/>
                </a:lnTo>
                <a:lnTo>
                  <a:pt x="337" y="891"/>
                </a:lnTo>
                <a:lnTo>
                  <a:pt x="337" y="890"/>
                </a:lnTo>
                <a:lnTo>
                  <a:pt x="336" y="890"/>
                </a:lnTo>
                <a:lnTo>
                  <a:pt x="336" y="889"/>
                </a:lnTo>
                <a:lnTo>
                  <a:pt x="336" y="888"/>
                </a:lnTo>
                <a:lnTo>
                  <a:pt x="336" y="887"/>
                </a:lnTo>
                <a:lnTo>
                  <a:pt x="335" y="887"/>
                </a:lnTo>
                <a:lnTo>
                  <a:pt x="333" y="886"/>
                </a:lnTo>
                <a:lnTo>
                  <a:pt x="332" y="885"/>
                </a:lnTo>
                <a:lnTo>
                  <a:pt x="331" y="885"/>
                </a:lnTo>
                <a:lnTo>
                  <a:pt x="330" y="885"/>
                </a:lnTo>
                <a:lnTo>
                  <a:pt x="329" y="885"/>
                </a:lnTo>
                <a:lnTo>
                  <a:pt x="328" y="884"/>
                </a:lnTo>
                <a:lnTo>
                  <a:pt x="326" y="884"/>
                </a:lnTo>
                <a:lnTo>
                  <a:pt x="326" y="883"/>
                </a:lnTo>
                <a:lnTo>
                  <a:pt x="324" y="883"/>
                </a:lnTo>
                <a:lnTo>
                  <a:pt x="322" y="883"/>
                </a:lnTo>
                <a:lnTo>
                  <a:pt x="321" y="883"/>
                </a:lnTo>
                <a:lnTo>
                  <a:pt x="320" y="884"/>
                </a:lnTo>
                <a:lnTo>
                  <a:pt x="319" y="884"/>
                </a:lnTo>
                <a:lnTo>
                  <a:pt x="318" y="884"/>
                </a:lnTo>
                <a:lnTo>
                  <a:pt x="316" y="885"/>
                </a:lnTo>
                <a:lnTo>
                  <a:pt x="316" y="886"/>
                </a:lnTo>
                <a:lnTo>
                  <a:pt x="315" y="886"/>
                </a:lnTo>
                <a:lnTo>
                  <a:pt x="315" y="887"/>
                </a:lnTo>
                <a:lnTo>
                  <a:pt x="314" y="887"/>
                </a:lnTo>
                <a:lnTo>
                  <a:pt x="310" y="887"/>
                </a:lnTo>
                <a:lnTo>
                  <a:pt x="309" y="887"/>
                </a:lnTo>
                <a:lnTo>
                  <a:pt x="308" y="887"/>
                </a:lnTo>
                <a:lnTo>
                  <a:pt x="307" y="886"/>
                </a:lnTo>
                <a:lnTo>
                  <a:pt x="306" y="886"/>
                </a:lnTo>
                <a:lnTo>
                  <a:pt x="305" y="886"/>
                </a:lnTo>
                <a:lnTo>
                  <a:pt x="303" y="886"/>
                </a:lnTo>
                <a:lnTo>
                  <a:pt x="302" y="886"/>
                </a:lnTo>
                <a:lnTo>
                  <a:pt x="302" y="885"/>
                </a:lnTo>
                <a:lnTo>
                  <a:pt x="301" y="884"/>
                </a:lnTo>
                <a:lnTo>
                  <a:pt x="301" y="883"/>
                </a:lnTo>
                <a:lnTo>
                  <a:pt x="301" y="882"/>
                </a:lnTo>
                <a:lnTo>
                  <a:pt x="301" y="881"/>
                </a:lnTo>
                <a:lnTo>
                  <a:pt x="302" y="881"/>
                </a:lnTo>
                <a:lnTo>
                  <a:pt x="302" y="880"/>
                </a:lnTo>
                <a:lnTo>
                  <a:pt x="302" y="879"/>
                </a:lnTo>
                <a:lnTo>
                  <a:pt x="301" y="879"/>
                </a:lnTo>
                <a:lnTo>
                  <a:pt x="300" y="878"/>
                </a:lnTo>
                <a:lnTo>
                  <a:pt x="299" y="879"/>
                </a:lnTo>
                <a:lnTo>
                  <a:pt x="298" y="879"/>
                </a:lnTo>
                <a:lnTo>
                  <a:pt x="297" y="879"/>
                </a:lnTo>
                <a:lnTo>
                  <a:pt x="297" y="878"/>
                </a:lnTo>
                <a:lnTo>
                  <a:pt x="297" y="877"/>
                </a:lnTo>
                <a:lnTo>
                  <a:pt x="297" y="876"/>
                </a:lnTo>
                <a:lnTo>
                  <a:pt x="296" y="876"/>
                </a:lnTo>
                <a:lnTo>
                  <a:pt x="296" y="875"/>
                </a:lnTo>
                <a:lnTo>
                  <a:pt x="296" y="876"/>
                </a:lnTo>
                <a:lnTo>
                  <a:pt x="294" y="876"/>
                </a:lnTo>
                <a:lnTo>
                  <a:pt x="294" y="875"/>
                </a:lnTo>
                <a:lnTo>
                  <a:pt x="293" y="875"/>
                </a:lnTo>
                <a:lnTo>
                  <a:pt x="293" y="874"/>
                </a:lnTo>
                <a:lnTo>
                  <a:pt x="293" y="873"/>
                </a:lnTo>
                <a:lnTo>
                  <a:pt x="292" y="873"/>
                </a:lnTo>
                <a:lnTo>
                  <a:pt x="290" y="873"/>
                </a:lnTo>
                <a:lnTo>
                  <a:pt x="289" y="873"/>
                </a:lnTo>
                <a:lnTo>
                  <a:pt x="288" y="873"/>
                </a:lnTo>
                <a:lnTo>
                  <a:pt x="288" y="874"/>
                </a:lnTo>
                <a:lnTo>
                  <a:pt x="287" y="874"/>
                </a:lnTo>
                <a:lnTo>
                  <a:pt x="286" y="874"/>
                </a:lnTo>
                <a:lnTo>
                  <a:pt x="285" y="876"/>
                </a:lnTo>
                <a:lnTo>
                  <a:pt x="285" y="877"/>
                </a:lnTo>
                <a:lnTo>
                  <a:pt x="284" y="878"/>
                </a:lnTo>
                <a:lnTo>
                  <a:pt x="283" y="879"/>
                </a:lnTo>
                <a:lnTo>
                  <a:pt x="283" y="880"/>
                </a:lnTo>
                <a:lnTo>
                  <a:pt x="282" y="880"/>
                </a:lnTo>
                <a:lnTo>
                  <a:pt x="281" y="880"/>
                </a:lnTo>
                <a:lnTo>
                  <a:pt x="281" y="879"/>
                </a:lnTo>
                <a:lnTo>
                  <a:pt x="280" y="879"/>
                </a:lnTo>
                <a:lnTo>
                  <a:pt x="279" y="879"/>
                </a:lnTo>
                <a:lnTo>
                  <a:pt x="278" y="879"/>
                </a:lnTo>
                <a:lnTo>
                  <a:pt x="278" y="880"/>
                </a:lnTo>
                <a:lnTo>
                  <a:pt x="277" y="880"/>
                </a:lnTo>
                <a:lnTo>
                  <a:pt x="277" y="881"/>
                </a:lnTo>
                <a:lnTo>
                  <a:pt x="277" y="882"/>
                </a:lnTo>
                <a:lnTo>
                  <a:pt x="276" y="882"/>
                </a:lnTo>
                <a:lnTo>
                  <a:pt x="276" y="883"/>
                </a:lnTo>
                <a:lnTo>
                  <a:pt x="275" y="883"/>
                </a:lnTo>
                <a:lnTo>
                  <a:pt x="274" y="883"/>
                </a:lnTo>
                <a:lnTo>
                  <a:pt x="273" y="884"/>
                </a:lnTo>
                <a:lnTo>
                  <a:pt x="272" y="885"/>
                </a:lnTo>
                <a:lnTo>
                  <a:pt x="271" y="885"/>
                </a:lnTo>
                <a:lnTo>
                  <a:pt x="271" y="886"/>
                </a:lnTo>
                <a:lnTo>
                  <a:pt x="270" y="886"/>
                </a:lnTo>
                <a:lnTo>
                  <a:pt x="269" y="887"/>
                </a:lnTo>
                <a:lnTo>
                  <a:pt x="269" y="888"/>
                </a:lnTo>
                <a:lnTo>
                  <a:pt x="268" y="889"/>
                </a:lnTo>
                <a:lnTo>
                  <a:pt x="267" y="889"/>
                </a:lnTo>
                <a:lnTo>
                  <a:pt x="267" y="890"/>
                </a:lnTo>
                <a:lnTo>
                  <a:pt x="266" y="890"/>
                </a:lnTo>
                <a:lnTo>
                  <a:pt x="266" y="891"/>
                </a:lnTo>
                <a:lnTo>
                  <a:pt x="267" y="891"/>
                </a:lnTo>
                <a:lnTo>
                  <a:pt x="267" y="892"/>
                </a:lnTo>
                <a:lnTo>
                  <a:pt x="266" y="892"/>
                </a:lnTo>
                <a:lnTo>
                  <a:pt x="266" y="893"/>
                </a:lnTo>
                <a:lnTo>
                  <a:pt x="265" y="895"/>
                </a:lnTo>
                <a:lnTo>
                  <a:pt x="264" y="895"/>
                </a:lnTo>
                <a:lnTo>
                  <a:pt x="264" y="896"/>
                </a:lnTo>
                <a:lnTo>
                  <a:pt x="262" y="897"/>
                </a:lnTo>
                <a:lnTo>
                  <a:pt x="261" y="897"/>
                </a:lnTo>
                <a:lnTo>
                  <a:pt x="260" y="898"/>
                </a:lnTo>
                <a:lnTo>
                  <a:pt x="260" y="899"/>
                </a:lnTo>
                <a:lnTo>
                  <a:pt x="260" y="900"/>
                </a:lnTo>
                <a:lnTo>
                  <a:pt x="261" y="900"/>
                </a:lnTo>
                <a:lnTo>
                  <a:pt x="261" y="901"/>
                </a:lnTo>
                <a:lnTo>
                  <a:pt x="261" y="902"/>
                </a:lnTo>
                <a:lnTo>
                  <a:pt x="261" y="903"/>
                </a:lnTo>
                <a:lnTo>
                  <a:pt x="260" y="903"/>
                </a:lnTo>
                <a:lnTo>
                  <a:pt x="260" y="904"/>
                </a:lnTo>
                <a:lnTo>
                  <a:pt x="260" y="905"/>
                </a:lnTo>
                <a:lnTo>
                  <a:pt x="260" y="906"/>
                </a:lnTo>
                <a:lnTo>
                  <a:pt x="260" y="907"/>
                </a:lnTo>
                <a:lnTo>
                  <a:pt x="259" y="907"/>
                </a:lnTo>
                <a:lnTo>
                  <a:pt x="259" y="908"/>
                </a:lnTo>
                <a:lnTo>
                  <a:pt x="258" y="908"/>
                </a:lnTo>
                <a:lnTo>
                  <a:pt x="258" y="909"/>
                </a:lnTo>
                <a:lnTo>
                  <a:pt x="258" y="910"/>
                </a:lnTo>
                <a:lnTo>
                  <a:pt x="259" y="910"/>
                </a:lnTo>
                <a:lnTo>
                  <a:pt x="259" y="911"/>
                </a:lnTo>
                <a:lnTo>
                  <a:pt x="259" y="912"/>
                </a:lnTo>
                <a:lnTo>
                  <a:pt x="259" y="913"/>
                </a:lnTo>
                <a:lnTo>
                  <a:pt x="259" y="914"/>
                </a:lnTo>
                <a:lnTo>
                  <a:pt x="260" y="914"/>
                </a:lnTo>
                <a:lnTo>
                  <a:pt x="260" y="915"/>
                </a:lnTo>
                <a:lnTo>
                  <a:pt x="259" y="915"/>
                </a:lnTo>
                <a:lnTo>
                  <a:pt x="257" y="915"/>
                </a:lnTo>
                <a:lnTo>
                  <a:pt x="256" y="915"/>
                </a:lnTo>
                <a:lnTo>
                  <a:pt x="255" y="915"/>
                </a:lnTo>
                <a:lnTo>
                  <a:pt x="255" y="916"/>
                </a:lnTo>
                <a:lnTo>
                  <a:pt x="254" y="916"/>
                </a:lnTo>
                <a:lnTo>
                  <a:pt x="254" y="917"/>
                </a:lnTo>
                <a:lnTo>
                  <a:pt x="253" y="917"/>
                </a:lnTo>
                <a:lnTo>
                  <a:pt x="252" y="917"/>
                </a:lnTo>
                <a:lnTo>
                  <a:pt x="250" y="919"/>
                </a:lnTo>
                <a:lnTo>
                  <a:pt x="248" y="919"/>
                </a:lnTo>
                <a:lnTo>
                  <a:pt x="246" y="919"/>
                </a:lnTo>
                <a:lnTo>
                  <a:pt x="245" y="919"/>
                </a:lnTo>
                <a:lnTo>
                  <a:pt x="245" y="920"/>
                </a:lnTo>
                <a:lnTo>
                  <a:pt x="243" y="920"/>
                </a:lnTo>
                <a:lnTo>
                  <a:pt x="243" y="919"/>
                </a:lnTo>
                <a:lnTo>
                  <a:pt x="243" y="920"/>
                </a:lnTo>
                <a:lnTo>
                  <a:pt x="242" y="920"/>
                </a:lnTo>
                <a:lnTo>
                  <a:pt x="241" y="920"/>
                </a:lnTo>
                <a:lnTo>
                  <a:pt x="240" y="921"/>
                </a:lnTo>
                <a:lnTo>
                  <a:pt x="239" y="921"/>
                </a:lnTo>
                <a:lnTo>
                  <a:pt x="237" y="921"/>
                </a:lnTo>
                <a:lnTo>
                  <a:pt x="236" y="921"/>
                </a:lnTo>
                <a:lnTo>
                  <a:pt x="235" y="921"/>
                </a:lnTo>
                <a:lnTo>
                  <a:pt x="235" y="922"/>
                </a:lnTo>
                <a:lnTo>
                  <a:pt x="234" y="922"/>
                </a:lnTo>
                <a:lnTo>
                  <a:pt x="233" y="923"/>
                </a:lnTo>
                <a:lnTo>
                  <a:pt x="232" y="923"/>
                </a:lnTo>
                <a:lnTo>
                  <a:pt x="231" y="924"/>
                </a:lnTo>
                <a:lnTo>
                  <a:pt x="230" y="925"/>
                </a:lnTo>
                <a:lnTo>
                  <a:pt x="229" y="926"/>
                </a:lnTo>
                <a:lnTo>
                  <a:pt x="228" y="927"/>
                </a:lnTo>
                <a:lnTo>
                  <a:pt x="228" y="928"/>
                </a:lnTo>
                <a:lnTo>
                  <a:pt x="228" y="929"/>
                </a:lnTo>
                <a:lnTo>
                  <a:pt x="228" y="930"/>
                </a:lnTo>
                <a:lnTo>
                  <a:pt x="228" y="932"/>
                </a:lnTo>
                <a:lnTo>
                  <a:pt x="227" y="932"/>
                </a:lnTo>
                <a:lnTo>
                  <a:pt x="227" y="933"/>
                </a:lnTo>
                <a:lnTo>
                  <a:pt x="226" y="934"/>
                </a:lnTo>
                <a:lnTo>
                  <a:pt x="226" y="935"/>
                </a:lnTo>
                <a:lnTo>
                  <a:pt x="225" y="935"/>
                </a:lnTo>
                <a:lnTo>
                  <a:pt x="225" y="937"/>
                </a:lnTo>
                <a:lnTo>
                  <a:pt x="224" y="937"/>
                </a:lnTo>
                <a:lnTo>
                  <a:pt x="224" y="938"/>
                </a:lnTo>
                <a:lnTo>
                  <a:pt x="223" y="938"/>
                </a:lnTo>
                <a:lnTo>
                  <a:pt x="222" y="938"/>
                </a:lnTo>
                <a:lnTo>
                  <a:pt x="221" y="938"/>
                </a:lnTo>
                <a:lnTo>
                  <a:pt x="221" y="939"/>
                </a:lnTo>
                <a:lnTo>
                  <a:pt x="220" y="939"/>
                </a:lnTo>
                <a:lnTo>
                  <a:pt x="219" y="939"/>
                </a:lnTo>
                <a:lnTo>
                  <a:pt x="219" y="938"/>
                </a:lnTo>
                <a:lnTo>
                  <a:pt x="218" y="938"/>
                </a:lnTo>
                <a:lnTo>
                  <a:pt x="218" y="939"/>
                </a:lnTo>
                <a:lnTo>
                  <a:pt x="217" y="939"/>
                </a:lnTo>
                <a:lnTo>
                  <a:pt x="217" y="940"/>
                </a:lnTo>
                <a:lnTo>
                  <a:pt x="216" y="940"/>
                </a:lnTo>
                <a:lnTo>
                  <a:pt x="215" y="940"/>
                </a:lnTo>
                <a:lnTo>
                  <a:pt x="214" y="940"/>
                </a:lnTo>
                <a:lnTo>
                  <a:pt x="213" y="940"/>
                </a:lnTo>
                <a:lnTo>
                  <a:pt x="212" y="940"/>
                </a:lnTo>
                <a:lnTo>
                  <a:pt x="210" y="941"/>
                </a:lnTo>
                <a:lnTo>
                  <a:pt x="209" y="941"/>
                </a:lnTo>
                <a:lnTo>
                  <a:pt x="208" y="942"/>
                </a:lnTo>
                <a:lnTo>
                  <a:pt x="207" y="943"/>
                </a:lnTo>
                <a:lnTo>
                  <a:pt x="207" y="944"/>
                </a:lnTo>
                <a:lnTo>
                  <a:pt x="207" y="945"/>
                </a:lnTo>
                <a:lnTo>
                  <a:pt x="207" y="946"/>
                </a:lnTo>
                <a:lnTo>
                  <a:pt x="206" y="947"/>
                </a:lnTo>
                <a:lnTo>
                  <a:pt x="206" y="948"/>
                </a:lnTo>
                <a:lnTo>
                  <a:pt x="205" y="949"/>
                </a:lnTo>
                <a:lnTo>
                  <a:pt x="204" y="949"/>
                </a:lnTo>
                <a:lnTo>
                  <a:pt x="202" y="949"/>
                </a:lnTo>
                <a:lnTo>
                  <a:pt x="201" y="949"/>
                </a:lnTo>
                <a:lnTo>
                  <a:pt x="200" y="948"/>
                </a:lnTo>
                <a:lnTo>
                  <a:pt x="199" y="948"/>
                </a:lnTo>
                <a:lnTo>
                  <a:pt x="198" y="947"/>
                </a:lnTo>
                <a:lnTo>
                  <a:pt x="197" y="946"/>
                </a:lnTo>
                <a:lnTo>
                  <a:pt x="197" y="945"/>
                </a:lnTo>
                <a:lnTo>
                  <a:pt x="198" y="945"/>
                </a:lnTo>
                <a:lnTo>
                  <a:pt x="198" y="944"/>
                </a:lnTo>
                <a:lnTo>
                  <a:pt x="198" y="943"/>
                </a:lnTo>
                <a:lnTo>
                  <a:pt x="197" y="943"/>
                </a:lnTo>
                <a:lnTo>
                  <a:pt x="196" y="942"/>
                </a:lnTo>
                <a:lnTo>
                  <a:pt x="194" y="942"/>
                </a:lnTo>
                <a:lnTo>
                  <a:pt x="193" y="942"/>
                </a:lnTo>
                <a:lnTo>
                  <a:pt x="191" y="942"/>
                </a:lnTo>
                <a:lnTo>
                  <a:pt x="189" y="941"/>
                </a:lnTo>
                <a:lnTo>
                  <a:pt x="188" y="941"/>
                </a:lnTo>
                <a:lnTo>
                  <a:pt x="186" y="941"/>
                </a:lnTo>
                <a:lnTo>
                  <a:pt x="185" y="941"/>
                </a:lnTo>
                <a:lnTo>
                  <a:pt x="184" y="941"/>
                </a:lnTo>
                <a:lnTo>
                  <a:pt x="184" y="940"/>
                </a:lnTo>
                <a:lnTo>
                  <a:pt x="182" y="937"/>
                </a:lnTo>
                <a:lnTo>
                  <a:pt x="179" y="934"/>
                </a:lnTo>
                <a:lnTo>
                  <a:pt x="179" y="932"/>
                </a:lnTo>
                <a:lnTo>
                  <a:pt x="178" y="931"/>
                </a:lnTo>
                <a:lnTo>
                  <a:pt x="177" y="930"/>
                </a:lnTo>
                <a:lnTo>
                  <a:pt x="176" y="930"/>
                </a:lnTo>
                <a:lnTo>
                  <a:pt x="174" y="930"/>
                </a:lnTo>
                <a:lnTo>
                  <a:pt x="173" y="929"/>
                </a:lnTo>
                <a:lnTo>
                  <a:pt x="173" y="928"/>
                </a:lnTo>
                <a:lnTo>
                  <a:pt x="172" y="927"/>
                </a:lnTo>
                <a:lnTo>
                  <a:pt x="171" y="927"/>
                </a:lnTo>
                <a:lnTo>
                  <a:pt x="169" y="927"/>
                </a:lnTo>
                <a:lnTo>
                  <a:pt x="167" y="926"/>
                </a:lnTo>
                <a:lnTo>
                  <a:pt x="166" y="926"/>
                </a:lnTo>
                <a:lnTo>
                  <a:pt x="166" y="925"/>
                </a:lnTo>
                <a:lnTo>
                  <a:pt x="166" y="924"/>
                </a:lnTo>
                <a:lnTo>
                  <a:pt x="167" y="923"/>
                </a:lnTo>
                <a:lnTo>
                  <a:pt x="168" y="921"/>
                </a:lnTo>
                <a:lnTo>
                  <a:pt x="168" y="920"/>
                </a:lnTo>
                <a:lnTo>
                  <a:pt x="168" y="919"/>
                </a:lnTo>
                <a:lnTo>
                  <a:pt x="168" y="918"/>
                </a:lnTo>
                <a:lnTo>
                  <a:pt x="169" y="918"/>
                </a:lnTo>
                <a:lnTo>
                  <a:pt x="169" y="917"/>
                </a:lnTo>
                <a:lnTo>
                  <a:pt x="169" y="916"/>
                </a:lnTo>
                <a:lnTo>
                  <a:pt x="168" y="915"/>
                </a:lnTo>
                <a:lnTo>
                  <a:pt x="168" y="914"/>
                </a:lnTo>
                <a:lnTo>
                  <a:pt x="167" y="914"/>
                </a:lnTo>
                <a:lnTo>
                  <a:pt x="167" y="913"/>
                </a:lnTo>
                <a:lnTo>
                  <a:pt x="167" y="912"/>
                </a:lnTo>
                <a:lnTo>
                  <a:pt x="168" y="911"/>
                </a:lnTo>
                <a:lnTo>
                  <a:pt x="168" y="909"/>
                </a:lnTo>
                <a:lnTo>
                  <a:pt x="169" y="907"/>
                </a:lnTo>
                <a:lnTo>
                  <a:pt x="170" y="907"/>
                </a:lnTo>
                <a:lnTo>
                  <a:pt x="172" y="905"/>
                </a:lnTo>
                <a:lnTo>
                  <a:pt x="174" y="903"/>
                </a:lnTo>
                <a:lnTo>
                  <a:pt x="174" y="902"/>
                </a:lnTo>
                <a:lnTo>
                  <a:pt x="174" y="901"/>
                </a:lnTo>
                <a:lnTo>
                  <a:pt x="177" y="898"/>
                </a:lnTo>
                <a:lnTo>
                  <a:pt x="178" y="895"/>
                </a:lnTo>
                <a:lnTo>
                  <a:pt x="180" y="894"/>
                </a:lnTo>
                <a:lnTo>
                  <a:pt x="181" y="893"/>
                </a:lnTo>
                <a:lnTo>
                  <a:pt x="183" y="893"/>
                </a:lnTo>
                <a:lnTo>
                  <a:pt x="184" y="893"/>
                </a:lnTo>
                <a:lnTo>
                  <a:pt x="184" y="892"/>
                </a:lnTo>
                <a:lnTo>
                  <a:pt x="185" y="892"/>
                </a:lnTo>
                <a:lnTo>
                  <a:pt x="186" y="891"/>
                </a:lnTo>
                <a:lnTo>
                  <a:pt x="186" y="890"/>
                </a:lnTo>
                <a:lnTo>
                  <a:pt x="186" y="889"/>
                </a:lnTo>
                <a:lnTo>
                  <a:pt x="186" y="888"/>
                </a:lnTo>
                <a:lnTo>
                  <a:pt x="187" y="887"/>
                </a:lnTo>
                <a:lnTo>
                  <a:pt x="188" y="886"/>
                </a:lnTo>
                <a:lnTo>
                  <a:pt x="188" y="885"/>
                </a:lnTo>
                <a:lnTo>
                  <a:pt x="189" y="884"/>
                </a:lnTo>
                <a:lnTo>
                  <a:pt x="189" y="883"/>
                </a:lnTo>
                <a:lnTo>
                  <a:pt x="190" y="882"/>
                </a:lnTo>
                <a:lnTo>
                  <a:pt x="191" y="882"/>
                </a:lnTo>
                <a:lnTo>
                  <a:pt x="191" y="881"/>
                </a:lnTo>
                <a:lnTo>
                  <a:pt x="191" y="880"/>
                </a:lnTo>
                <a:lnTo>
                  <a:pt x="191" y="879"/>
                </a:lnTo>
                <a:lnTo>
                  <a:pt x="191" y="878"/>
                </a:lnTo>
                <a:lnTo>
                  <a:pt x="193" y="877"/>
                </a:lnTo>
                <a:lnTo>
                  <a:pt x="194" y="877"/>
                </a:lnTo>
                <a:lnTo>
                  <a:pt x="195" y="877"/>
                </a:lnTo>
                <a:lnTo>
                  <a:pt x="195" y="876"/>
                </a:lnTo>
                <a:lnTo>
                  <a:pt x="195" y="875"/>
                </a:lnTo>
                <a:lnTo>
                  <a:pt x="195" y="874"/>
                </a:lnTo>
                <a:lnTo>
                  <a:pt x="196" y="874"/>
                </a:lnTo>
                <a:lnTo>
                  <a:pt x="198" y="873"/>
                </a:lnTo>
                <a:lnTo>
                  <a:pt x="199" y="873"/>
                </a:lnTo>
                <a:lnTo>
                  <a:pt x="200" y="872"/>
                </a:lnTo>
                <a:lnTo>
                  <a:pt x="200" y="871"/>
                </a:lnTo>
                <a:lnTo>
                  <a:pt x="199" y="870"/>
                </a:lnTo>
                <a:lnTo>
                  <a:pt x="199" y="869"/>
                </a:lnTo>
                <a:lnTo>
                  <a:pt x="199" y="868"/>
                </a:lnTo>
                <a:lnTo>
                  <a:pt x="199" y="866"/>
                </a:lnTo>
                <a:lnTo>
                  <a:pt x="198" y="865"/>
                </a:lnTo>
                <a:lnTo>
                  <a:pt x="198" y="864"/>
                </a:lnTo>
                <a:lnTo>
                  <a:pt x="197" y="863"/>
                </a:lnTo>
                <a:lnTo>
                  <a:pt x="196" y="862"/>
                </a:lnTo>
                <a:lnTo>
                  <a:pt x="195" y="860"/>
                </a:lnTo>
                <a:lnTo>
                  <a:pt x="194" y="860"/>
                </a:lnTo>
                <a:lnTo>
                  <a:pt x="193" y="860"/>
                </a:lnTo>
                <a:lnTo>
                  <a:pt x="192" y="859"/>
                </a:lnTo>
                <a:lnTo>
                  <a:pt x="189" y="859"/>
                </a:lnTo>
                <a:lnTo>
                  <a:pt x="188" y="860"/>
                </a:lnTo>
                <a:lnTo>
                  <a:pt x="187" y="860"/>
                </a:lnTo>
                <a:lnTo>
                  <a:pt x="186" y="860"/>
                </a:lnTo>
                <a:lnTo>
                  <a:pt x="185" y="860"/>
                </a:lnTo>
                <a:lnTo>
                  <a:pt x="184" y="860"/>
                </a:lnTo>
                <a:lnTo>
                  <a:pt x="183" y="860"/>
                </a:lnTo>
                <a:lnTo>
                  <a:pt x="183" y="859"/>
                </a:lnTo>
                <a:lnTo>
                  <a:pt x="184" y="859"/>
                </a:lnTo>
                <a:lnTo>
                  <a:pt x="186" y="859"/>
                </a:lnTo>
                <a:lnTo>
                  <a:pt x="187" y="859"/>
                </a:lnTo>
                <a:lnTo>
                  <a:pt x="190" y="859"/>
                </a:lnTo>
                <a:lnTo>
                  <a:pt x="192" y="858"/>
                </a:lnTo>
                <a:lnTo>
                  <a:pt x="193" y="857"/>
                </a:lnTo>
                <a:lnTo>
                  <a:pt x="194" y="857"/>
                </a:lnTo>
                <a:lnTo>
                  <a:pt x="194" y="856"/>
                </a:lnTo>
                <a:lnTo>
                  <a:pt x="195" y="856"/>
                </a:lnTo>
                <a:lnTo>
                  <a:pt x="195" y="855"/>
                </a:lnTo>
                <a:lnTo>
                  <a:pt x="195" y="854"/>
                </a:lnTo>
                <a:lnTo>
                  <a:pt x="195" y="852"/>
                </a:lnTo>
                <a:lnTo>
                  <a:pt x="196" y="851"/>
                </a:lnTo>
                <a:lnTo>
                  <a:pt x="196" y="850"/>
                </a:lnTo>
                <a:lnTo>
                  <a:pt x="197" y="848"/>
                </a:lnTo>
                <a:lnTo>
                  <a:pt x="197" y="847"/>
                </a:lnTo>
                <a:lnTo>
                  <a:pt x="197" y="846"/>
                </a:lnTo>
                <a:lnTo>
                  <a:pt x="198" y="846"/>
                </a:lnTo>
                <a:lnTo>
                  <a:pt x="198" y="845"/>
                </a:lnTo>
                <a:lnTo>
                  <a:pt x="200" y="844"/>
                </a:lnTo>
                <a:lnTo>
                  <a:pt x="201" y="843"/>
                </a:lnTo>
                <a:lnTo>
                  <a:pt x="201" y="842"/>
                </a:lnTo>
                <a:lnTo>
                  <a:pt x="201" y="841"/>
                </a:lnTo>
                <a:lnTo>
                  <a:pt x="201" y="840"/>
                </a:lnTo>
                <a:lnTo>
                  <a:pt x="202" y="839"/>
                </a:lnTo>
                <a:lnTo>
                  <a:pt x="204" y="837"/>
                </a:lnTo>
                <a:lnTo>
                  <a:pt x="204" y="836"/>
                </a:lnTo>
                <a:lnTo>
                  <a:pt x="204" y="834"/>
                </a:lnTo>
                <a:lnTo>
                  <a:pt x="203" y="833"/>
                </a:lnTo>
                <a:lnTo>
                  <a:pt x="202" y="832"/>
                </a:lnTo>
                <a:lnTo>
                  <a:pt x="203" y="832"/>
                </a:lnTo>
                <a:lnTo>
                  <a:pt x="203" y="831"/>
                </a:lnTo>
                <a:lnTo>
                  <a:pt x="204" y="830"/>
                </a:lnTo>
                <a:lnTo>
                  <a:pt x="205" y="829"/>
                </a:lnTo>
                <a:lnTo>
                  <a:pt x="206" y="829"/>
                </a:lnTo>
                <a:lnTo>
                  <a:pt x="207" y="829"/>
                </a:lnTo>
                <a:lnTo>
                  <a:pt x="208" y="829"/>
                </a:lnTo>
                <a:lnTo>
                  <a:pt x="209" y="829"/>
                </a:lnTo>
                <a:lnTo>
                  <a:pt x="211" y="831"/>
                </a:lnTo>
                <a:lnTo>
                  <a:pt x="211" y="832"/>
                </a:lnTo>
                <a:lnTo>
                  <a:pt x="212" y="834"/>
                </a:lnTo>
                <a:lnTo>
                  <a:pt x="216" y="838"/>
                </a:lnTo>
                <a:lnTo>
                  <a:pt x="218" y="839"/>
                </a:lnTo>
                <a:lnTo>
                  <a:pt x="219" y="839"/>
                </a:lnTo>
                <a:lnTo>
                  <a:pt x="219" y="838"/>
                </a:lnTo>
                <a:lnTo>
                  <a:pt x="220" y="838"/>
                </a:lnTo>
                <a:lnTo>
                  <a:pt x="220" y="837"/>
                </a:lnTo>
                <a:lnTo>
                  <a:pt x="219" y="836"/>
                </a:lnTo>
                <a:lnTo>
                  <a:pt x="219" y="835"/>
                </a:lnTo>
                <a:lnTo>
                  <a:pt x="218" y="834"/>
                </a:lnTo>
                <a:lnTo>
                  <a:pt x="218" y="833"/>
                </a:lnTo>
                <a:lnTo>
                  <a:pt x="218" y="832"/>
                </a:lnTo>
                <a:lnTo>
                  <a:pt x="219" y="831"/>
                </a:lnTo>
                <a:lnTo>
                  <a:pt x="218" y="829"/>
                </a:lnTo>
                <a:lnTo>
                  <a:pt x="218" y="826"/>
                </a:lnTo>
                <a:lnTo>
                  <a:pt x="218" y="825"/>
                </a:lnTo>
                <a:lnTo>
                  <a:pt x="219" y="824"/>
                </a:lnTo>
                <a:lnTo>
                  <a:pt x="220" y="824"/>
                </a:lnTo>
                <a:lnTo>
                  <a:pt x="221" y="824"/>
                </a:lnTo>
                <a:lnTo>
                  <a:pt x="221" y="823"/>
                </a:lnTo>
                <a:lnTo>
                  <a:pt x="222" y="823"/>
                </a:lnTo>
                <a:lnTo>
                  <a:pt x="221" y="823"/>
                </a:lnTo>
                <a:lnTo>
                  <a:pt x="220" y="820"/>
                </a:lnTo>
                <a:lnTo>
                  <a:pt x="220" y="819"/>
                </a:lnTo>
                <a:lnTo>
                  <a:pt x="220" y="818"/>
                </a:lnTo>
                <a:lnTo>
                  <a:pt x="219" y="817"/>
                </a:lnTo>
                <a:lnTo>
                  <a:pt x="218" y="818"/>
                </a:lnTo>
                <a:lnTo>
                  <a:pt x="217" y="818"/>
                </a:lnTo>
                <a:lnTo>
                  <a:pt x="216" y="820"/>
                </a:lnTo>
                <a:lnTo>
                  <a:pt x="215" y="820"/>
                </a:lnTo>
                <a:lnTo>
                  <a:pt x="215" y="819"/>
                </a:lnTo>
                <a:lnTo>
                  <a:pt x="214" y="819"/>
                </a:lnTo>
                <a:lnTo>
                  <a:pt x="214" y="818"/>
                </a:lnTo>
                <a:lnTo>
                  <a:pt x="213" y="818"/>
                </a:lnTo>
                <a:lnTo>
                  <a:pt x="213" y="817"/>
                </a:lnTo>
                <a:lnTo>
                  <a:pt x="213" y="816"/>
                </a:lnTo>
                <a:lnTo>
                  <a:pt x="212" y="816"/>
                </a:lnTo>
                <a:lnTo>
                  <a:pt x="211" y="816"/>
                </a:lnTo>
                <a:lnTo>
                  <a:pt x="210" y="815"/>
                </a:lnTo>
                <a:lnTo>
                  <a:pt x="209" y="815"/>
                </a:lnTo>
                <a:lnTo>
                  <a:pt x="209" y="816"/>
                </a:lnTo>
                <a:lnTo>
                  <a:pt x="209" y="815"/>
                </a:lnTo>
                <a:lnTo>
                  <a:pt x="208" y="815"/>
                </a:lnTo>
                <a:lnTo>
                  <a:pt x="208" y="816"/>
                </a:lnTo>
                <a:lnTo>
                  <a:pt x="208" y="817"/>
                </a:lnTo>
                <a:lnTo>
                  <a:pt x="208" y="818"/>
                </a:lnTo>
                <a:lnTo>
                  <a:pt x="207" y="818"/>
                </a:lnTo>
                <a:lnTo>
                  <a:pt x="206" y="818"/>
                </a:lnTo>
                <a:lnTo>
                  <a:pt x="205" y="817"/>
                </a:lnTo>
                <a:lnTo>
                  <a:pt x="204" y="816"/>
                </a:lnTo>
                <a:lnTo>
                  <a:pt x="203" y="816"/>
                </a:lnTo>
                <a:lnTo>
                  <a:pt x="202" y="815"/>
                </a:lnTo>
                <a:lnTo>
                  <a:pt x="200" y="814"/>
                </a:lnTo>
                <a:lnTo>
                  <a:pt x="200" y="813"/>
                </a:lnTo>
                <a:lnTo>
                  <a:pt x="200" y="812"/>
                </a:lnTo>
                <a:lnTo>
                  <a:pt x="199" y="811"/>
                </a:lnTo>
                <a:lnTo>
                  <a:pt x="198" y="811"/>
                </a:lnTo>
                <a:lnTo>
                  <a:pt x="198" y="812"/>
                </a:lnTo>
                <a:lnTo>
                  <a:pt x="197" y="811"/>
                </a:lnTo>
                <a:lnTo>
                  <a:pt x="196" y="811"/>
                </a:lnTo>
                <a:lnTo>
                  <a:pt x="195" y="812"/>
                </a:lnTo>
                <a:lnTo>
                  <a:pt x="194" y="812"/>
                </a:lnTo>
                <a:lnTo>
                  <a:pt x="193" y="812"/>
                </a:lnTo>
                <a:lnTo>
                  <a:pt x="192" y="812"/>
                </a:lnTo>
                <a:lnTo>
                  <a:pt x="193" y="813"/>
                </a:lnTo>
                <a:lnTo>
                  <a:pt x="192" y="814"/>
                </a:lnTo>
                <a:lnTo>
                  <a:pt x="191" y="814"/>
                </a:lnTo>
                <a:lnTo>
                  <a:pt x="190" y="813"/>
                </a:lnTo>
                <a:lnTo>
                  <a:pt x="189" y="812"/>
                </a:lnTo>
                <a:lnTo>
                  <a:pt x="188" y="812"/>
                </a:lnTo>
                <a:lnTo>
                  <a:pt x="187" y="812"/>
                </a:lnTo>
                <a:lnTo>
                  <a:pt x="187" y="811"/>
                </a:lnTo>
                <a:lnTo>
                  <a:pt x="186" y="811"/>
                </a:lnTo>
                <a:lnTo>
                  <a:pt x="187" y="810"/>
                </a:lnTo>
                <a:lnTo>
                  <a:pt x="188" y="810"/>
                </a:lnTo>
                <a:lnTo>
                  <a:pt x="189" y="810"/>
                </a:lnTo>
                <a:lnTo>
                  <a:pt x="189" y="808"/>
                </a:lnTo>
                <a:lnTo>
                  <a:pt x="188" y="808"/>
                </a:lnTo>
                <a:lnTo>
                  <a:pt x="188" y="807"/>
                </a:lnTo>
                <a:lnTo>
                  <a:pt x="188" y="806"/>
                </a:lnTo>
                <a:lnTo>
                  <a:pt x="188" y="805"/>
                </a:lnTo>
                <a:lnTo>
                  <a:pt x="188" y="804"/>
                </a:lnTo>
                <a:lnTo>
                  <a:pt x="188" y="803"/>
                </a:lnTo>
                <a:lnTo>
                  <a:pt x="188" y="802"/>
                </a:lnTo>
                <a:lnTo>
                  <a:pt x="188" y="800"/>
                </a:lnTo>
                <a:lnTo>
                  <a:pt x="187" y="800"/>
                </a:lnTo>
                <a:lnTo>
                  <a:pt x="188" y="799"/>
                </a:lnTo>
                <a:lnTo>
                  <a:pt x="188" y="798"/>
                </a:lnTo>
                <a:lnTo>
                  <a:pt x="187" y="798"/>
                </a:lnTo>
                <a:lnTo>
                  <a:pt x="187" y="797"/>
                </a:lnTo>
                <a:lnTo>
                  <a:pt x="186" y="797"/>
                </a:lnTo>
                <a:lnTo>
                  <a:pt x="184" y="797"/>
                </a:lnTo>
                <a:lnTo>
                  <a:pt x="182" y="797"/>
                </a:lnTo>
                <a:lnTo>
                  <a:pt x="181" y="796"/>
                </a:lnTo>
                <a:lnTo>
                  <a:pt x="180" y="795"/>
                </a:lnTo>
                <a:lnTo>
                  <a:pt x="179" y="795"/>
                </a:lnTo>
                <a:lnTo>
                  <a:pt x="178" y="793"/>
                </a:lnTo>
                <a:lnTo>
                  <a:pt x="178" y="792"/>
                </a:lnTo>
                <a:lnTo>
                  <a:pt x="177" y="791"/>
                </a:lnTo>
                <a:lnTo>
                  <a:pt x="175" y="790"/>
                </a:lnTo>
                <a:lnTo>
                  <a:pt x="175" y="789"/>
                </a:lnTo>
                <a:lnTo>
                  <a:pt x="174" y="789"/>
                </a:lnTo>
                <a:lnTo>
                  <a:pt x="173" y="790"/>
                </a:lnTo>
                <a:lnTo>
                  <a:pt x="172" y="791"/>
                </a:lnTo>
                <a:lnTo>
                  <a:pt x="172" y="792"/>
                </a:lnTo>
                <a:lnTo>
                  <a:pt x="171" y="791"/>
                </a:lnTo>
                <a:lnTo>
                  <a:pt x="170" y="791"/>
                </a:lnTo>
                <a:lnTo>
                  <a:pt x="169" y="790"/>
                </a:lnTo>
                <a:lnTo>
                  <a:pt x="169" y="789"/>
                </a:lnTo>
                <a:lnTo>
                  <a:pt x="168" y="789"/>
                </a:lnTo>
                <a:lnTo>
                  <a:pt x="168" y="788"/>
                </a:lnTo>
                <a:lnTo>
                  <a:pt x="169" y="787"/>
                </a:lnTo>
                <a:lnTo>
                  <a:pt x="169" y="786"/>
                </a:lnTo>
                <a:lnTo>
                  <a:pt x="169" y="785"/>
                </a:lnTo>
                <a:lnTo>
                  <a:pt x="169" y="784"/>
                </a:lnTo>
                <a:lnTo>
                  <a:pt x="169" y="783"/>
                </a:lnTo>
                <a:lnTo>
                  <a:pt x="169" y="782"/>
                </a:lnTo>
                <a:lnTo>
                  <a:pt x="169" y="781"/>
                </a:lnTo>
                <a:lnTo>
                  <a:pt x="169" y="780"/>
                </a:lnTo>
                <a:lnTo>
                  <a:pt x="169" y="779"/>
                </a:lnTo>
                <a:lnTo>
                  <a:pt x="169" y="778"/>
                </a:lnTo>
                <a:lnTo>
                  <a:pt x="169" y="777"/>
                </a:lnTo>
                <a:lnTo>
                  <a:pt x="170" y="776"/>
                </a:lnTo>
                <a:lnTo>
                  <a:pt x="170" y="775"/>
                </a:lnTo>
                <a:lnTo>
                  <a:pt x="170" y="774"/>
                </a:lnTo>
                <a:lnTo>
                  <a:pt x="171" y="773"/>
                </a:lnTo>
                <a:lnTo>
                  <a:pt x="171" y="770"/>
                </a:lnTo>
                <a:lnTo>
                  <a:pt x="171" y="769"/>
                </a:lnTo>
                <a:lnTo>
                  <a:pt x="171" y="767"/>
                </a:lnTo>
                <a:lnTo>
                  <a:pt x="171" y="766"/>
                </a:lnTo>
                <a:lnTo>
                  <a:pt x="171" y="765"/>
                </a:lnTo>
                <a:lnTo>
                  <a:pt x="171" y="764"/>
                </a:lnTo>
                <a:lnTo>
                  <a:pt x="170" y="763"/>
                </a:lnTo>
                <a:lnTo>
                  <a:pt x="170" y="764"/>
                </a:lnTo>
                <a:lnTo>
                  <a:pt x="169" y="764"/>
                </a:lnTo>
                <a:lnTo>
                  <a:pt x="169" y="765"/>
                </a:lnTo>
                <a:lnTo>
                  <a:pt x="170" y="766"/>
                </a:lnTo>
                <a:lnTo>
                  <a:pt x="170" y="767"/>
                </a:lnTo>
                <a:lnTo>
                  <a:pt x="169" y="767"/>
                </a:lnTo>
                <a:lnTo>
                  <a:pt x="169" y="766"/>
                </a:lnTo>
                <a:lnTo>
                  <a:pt x="168" y="766"/>
                </a:lnTo>
                <a:lnTo>
                  <a:pt x="168" y="765"/>
                </a:lnTo>
                <a:lnTo>
                  <a:pt x="167" y="765"/>
                </a:lnTo>
                <a:lnTo>
                  <a:pt x="166" y="765"/>
                </a:lnTo>
                <a:lnTo>
                  <a:pt x="165" y="764"/>
                </a:lnTo>
                <a:lnTo>
                  <a:pt x="165" y="765"/>
                </a:lnTo>
                <a:lnTo>
                  <a:pt x="163" y="766"/>
                </a:lnTo>
                <a:lnTo>
                  <a:pt x="163" y="767"/>
                </a:lnTo>
                <a:lnTo>
                  <a:pt x="162" y="768"/>
                </a:lnTo>
                <a:lnTo>
                  <a:pt x="161" y="768"/>
                </a:lnTo>
                <a:lnTo>
                  <a:pt x="158" y="771"/>
                </a:lnTo>
                <a:lnTo>
                  <a:pt x="157" y="771"/>
                </a:lnTo>
                <a:lnTo>
                  <a:pt x="156" y="771"/>
                </a:lnTo>
                <a:lnTo>
                  <a:pt x="155" y="771"/>
                </a:lnTo>
                <a:lnTo>
                  <a:pt x="154" y="770"/>
                </a:lnTo>
                <a:lnTo>
                  <a:pt x="153" y="770"/>
                </a:lnTo>
                <a:lnTo>
                  <a:pt x="152" y="770"/>
                </a:lnTo>
                <a:lnTo>
                  <a:pt x="152" y="771"/>
                </a:lnTo>
                <a:lnTo>
                  <a:pt x="152" y="774"/>
                </a:lnTo>
                <a:lnTo>
                  <a:pt x="151" y="774"/>
                </a:lnTo>
                <a:lnTo>
                  <a:pt x="151" y="775"/>
                </a:lnTo>
                <a:lnTo>
                  <a:pt x="149" y="775"/>
                </a:lnTo>
                <a:lnTo>
                  <a:pt x="149" y="774"/>
                </a:lnTo>
                <a:lnTo>
                  <a:pt x="149" y="773"/>
                </a:lnTo>
                <a:lnTo>
                  <a:pt x="148" y="772"/>
                </a:lnTo>
                <a:lnTo>
                  <a:pt x="146" y="771"/>
                </a:lnTo>
                <a:lnTo>
                  <a:pt x="146" y="769"/>
                </a:lnTo>
                <a:lnTo>
                  <a:pt x="147" y="769"/>
                </a:lnTo>
                <a:lnTo>
                  <a:pt x="148" y="768"/>
                </a:lnTo>
                <a:lnTo>
                  <a:pt x="149" y="768"/>
                </a:lnTo>
                <a:lnTo>
                  <a:pt x="149" y="766"/>
                </a:lnTo>
                <a:lnTo>
                  <a:pt x="149" y="765"/>
                </a:lnTo>
                <a:lnTo>
                  <a:pt x="149" y="764"/>
                </a:lnTo>
                <a:lnTo>
                  <a:pt x="149" y="763"/>
                </a:lnTo>
                <a:lnTo>
                  <a:pt x="149" y="762"/>
                </a:lnTo>
                <a:lnTo>
                  <a:pt x="149" y="761"/>
                </a:lnTo>
                <a:lnTo>
                  <a:pt x="149" y="760"/>
                </a:lnTo>
                <a:lnTo>
                  <a:pt x="149" y="759"/>
                </a:lnTo>
                <a:lnTo>
                  <a:pt x="148" y="758"/>
                </a:lnTo>
                <a:lnTo>
                  <a:pt x="148" y="757"/>
                </a:lnTo>
                <a:lnTo>
                  <a:pt x="147" y="755"/>
                </a:lnTo>
                <a:lnTo>
                  <a:pt x="148" y="755"/>
                </a:lnTo>
                <a:lnTo>
                  <a:pt x="147" y="753"/>
                </a:lnTo>
                <a:lnTo>
                  <a:pt x="146" y="752"/>
                </a:lnTo>
                <a:lnTo>
                  <a:pt x="145" y="752"/>
                </a:lnTo>
                <a:lnTo>
                  <a:pt x="145" y="751"/>
                </a:lnTo>
                <a:lnTo>
                  <a:pt x="144" y="751"/>
                </a:lnTo>
                <a:lnTo>
                  <a:pt x="144" y="750"/>
                </a:lnTo>
                <a:lnTo>
                  <a:pt x="142" y="751"/>
                </a:lnTo>
                <a:lnTo>
                  <a:pt x="141" y="750"/>
                </a:lnTo>
                <a:lnTo>
                  <a:pt x="140" y="751"/>
                </a:lnTo>
                <a:lnTo>
                  <a:pt x="139" y="752"/>
                </a:lnTo>
                <a:lnTo>
                  <a:pt x="138" y="752"/>
                </a:lnTo>
                <a:lnTo>
                  <a:pt x="138" y="753"/>
                </a:lnTo>
                <a:lnTo>
                  <a:pt x="137" y="753"/>
                </a:lnTo>
                <a:lnTo>
                  <a:pt x="136" y="754"/>
                </a:lnTo>
                <a:lnTo>
                  <a:pt x="136" y="753"/>
                </a:lnTo>
                <a:lnTo>
                  <a:pt x="137" y="753"/>
                </a:lnTo>
                <a:lnTo>
                  <a:pt x="137" y="752"/>
                </a:lnTo>
                <a:lnTo>
                  <a:pt x="137" y="751"/>
                </a:lnTo>
                <a:lnTo>
                  <a:pt x="136" y="750"/>
                </a:lnTo>
                <a:lnTo>
                  <a:pt x="136" y="749"/>
                </a:lnTo>
                <a:lnTo>
                  <a:pt x="135" y="749"/>
                </a:lnTo>
                <a:lnTo>
                  <a:pt x="134" y="749"/>
                </a:lnTo>
                <a:lnTo>
                  <a:pt x="133" y="749"/>
                </a:lnTo>
                <a:lnTo>
                  <a:pt x="132" y="749"/>
                </a:lnTo>
                <a:lnTo>
                  <a:pt x="131" y="749"/>
                </a:lnTo>
                <a:lnTo>
                  <a:pt x="130" y="745"/>
                </a:lnTo>
                <a:lnTo>
                  <a:pt x="129" y="744"/>
                </a:lnTo>
                <a:lnTo>
                  <a:pt x="128" y="744"/>
                </a:lnTo>
                <a:lnTo>
                  <a:pt x="127" y="743"/>
                </a:lnTo>
                <a:lnTo>
                  <a:pt x="129" y="741"/>
                </a:lnTo>
                <a:lnTo>
                  <a:pt x="127" y="738"/>
                </a:lnTo>
                <a:lnTo>
                  <a:pt x="127" y="737"/>
                </a:lnTo>
                <a:lnTo>
                  <a:pt x="127" y="734"/>
                </a:lnTo>
                <a:lnTo>
                  <a:pt x="128" y="730"/>
                </a:lnTo>
                <a:lnTo>
                  <a:pt x="128" y="729"/>
                </a:lnTo>
                <a:lnTo>
                  <a:pt x="128" y="728"/>
                </a:lnTo>
                <a:lnTo>
                  <a:pt x="129" y="727"/>
                </a:lnTo>
                <a:lnTo>
                  <a:pt x="128" y="726"/>
                </a:lnTo>
                <a:lnTo>
                  <a:pt x="128" y="725"/>
                </a:lnTo>
                <a:lnTo>
                  <a:pt x="128" y="724"/>
                </a:lnTo>
                <a:lnTo>
                  <a:pt x="129" y="724"/>
                </a:lnTo>
                <a:lnTo>
                  <a:pt x="129" y="723"/>
                </a:lnTo>
                <a:lnTo>
                  <a:pt x="128" y="722"/>
                </a:lnTo>
                <a:lnTo>
                  <a:pt x="129" y="722"/>
                </a:lnTo>
                <a:lnTo>
                  <a:pt x="129" y="721"/>
                </a:lnTo>
                <a:lnTo>
                  <a:pt x="130" y="720"/>
                </a:lnTo>
                <a:lnTo>
                  <a:pt x="129" y="718"/>
                </a:lnTo>
                <a:lnTo>
                  <a:pt x="129" y="717"/>
                </a:lnTo>
                <a:lnTo>
                  <a:pt x="130" y="716"/>
                </a:lnTo>
                <a:lnTo>
                  <a:pt x="130" y="715"/>
                </a:lnTo>
                <a:lnTo>
                  <a:pt x="130" y="716"/>
                </a:lnTo>
                <a:lnTo>
                  <a:pt x="131" y="716"/>
                </a:lnTo>
                <a:lnTo>
                  <a:pt x="132" y="718"/>
                </a:lnTo>
                <a:lnTo>
                  <a:pt x="133" y="718"/>
                </a:lnTo>
                <a:lnTo>
                  <a:pt x="133" y="719"/>
                </a:lnTo>
                <a:lnTo>
                  <a:pt x="134" y="720"/>
                </a:lnTo>
                <a:lnTo>
                  <a:pt x="134" y="721"/>
                </a:lnTo>
                <a:lnTo>
                  <a:pt x="135" y="721"/>
                </a:lnTo>
                <a:lnTo>
                  <a:pt x="136" y="722"/>
                </a:lnTo>
                <a:lnTo>
                  <a:pt x="137" y="722"/>
                </a:lnTo>
                <a:lnTo>
                  <a:pt x="138" y="722"/>
                </a:lnTo>
                <a:lnTo>
                  <a:pt x="139" y="721"/>
                </a:lnTo>
                <a:lnTo>
                  <a:pt x="140" y="720"/>
                </a:lnTo>
                <a:lnTo>
                  <a:pt x="140" y="719"/>
                </a:lnTo>
                <a:lnTo>
                  <a:pt x="140" y="718"/>
                </a:lnTo>
                <a:lnTo>
                  <a:pt x="141" y="718"/>
                </a:lnTo>
                <a:lnTo>
                  <a:pt x="141" y="717"/>
                </a:lnTo>
                <a:lnTo>
                  <a:pt x="141" y="716"/>
                </a:lnTo>
                <a:lnTo>
                  <a:pt x="142" y="716"/>
                </a:lnTo>
                <a:lnTo>
                  <a:pt x="143" y="716"/>
                </a:lnTo>
                <a:lnTo>
                  <a:pt x="143" y="714"/>
                </a:lnTo>
                <a:lnTo>
                  <a:pt x="143" y="713"/>
                </a:lnTo>
                <a:lnTo>
                  <a:pt x="144" y="711"/>
                </a:lnTo>
                <a:lnTo>
                  <a:pt x="144" y="710"/>
                </a:lnTo>
                <a:lnTo>
                  <a:pt x="143" y="710"/>
                </a:lnTo>
                <a:lnTo>
                  <a:pt x="143" y="709"/>
                </a:lnTo>
                <a:lnTo>
                  <a:pt x="144" y="709"/>
                </a:lnTo>
                <a:lnTo>
                  <a:pt x="145" y="709"/>
                </a:lnTo>
                <a:lnTo>
                  <a:pt x="145" y="708"/>
                </a:lnTo>
                <a:lnTo>
                  <a:pt x="145" y="707"/>
                </a:lnTo>
                <a:lnTo>
                  <a:pt x="146" y="707"/>
                </a:lnTo>
                <a:lnTo>
                  <a:pt x="146" y="705"/>
                </a:lnTo>
                <a:lnTo>
                  <a:pt x="147" y="705"/>
                </a:lnTo>
                <a:lnTo>
                  <a:pt x="148" y="704"/>
                </a:lnTo>
                <a:lnTo>
                  <a:pt x="149" y="704"/>
                </a:lnTo>
                <a:lnTo>
                  <a:pt x="148" y="703"/>
                </a:lnTo>
                <a:lnTo>
                  <a:pt x="148" y="702"/>
                </a:lnTo>
                <a:lnTo>
                  <a:pt x="148" y="701"/>
                </a:lnTo>
                <a:lnTo>
                  <a:pt x="148" y="700"/>
                </a:lnTo>
                <a:lnTo>
                  <a:pt x="147" y="700"/>
                </a:lnTo>
                <a:lnTo>
                  <a:pt x="148" y="699"/>
                </a:lnTo>
                <a:lnTo>
                  <a:pt x="148" y="698"/>
                </a:lnTo>
                <a:lnTo>
                  <a:pt x="149" y="697"/>
                </a:lnTo>
                <a:lnTo>
                  <a:pt x="149" y="696"/>
                </a:lnTo>
                <a:lnTo>
                  <a:pt x="149" y="695"/>
                </a:lnTo>
                <a:lnTo>
                  <a:pt x="150" y="695"/>
                </a:lnTo>
                <a:lnTo>
                  <a:pt x="151" y="694"/>
                </a:lnTo>
                <a:lnTo>
                  <a:pt x="150" y="694"/>
                </a:lnTo>
                <a:lnTo>
                  <a:pt x="150" y="693"/>
                </a:lnTo>
                <a:lnTo>
                  <a:pt x="150" y="692"/>
                </a:lnTo>
                <a:lnTo>
                  <a:pt x="150" y="691"/>
                </a:lnTo>
                <a:lnTo>
                  <a:pt x="150" y="690"/>
                </a:lnTo>
                <a:lnTo>
                  <a:pt x="149" y="689"/>
                </a:lnTo>
                <a:lnTo>
                  <a:pt x="148" y="689"/>
                </a:lnTo>
                <a:lnTo>
                  <a:pt x="147" y="689"/>
                </a:lnTo>
                <a:lnTo>
                  <a:pt x="147" y="690"/>
                </a:lnTo>
                <a:lnTo>
                  <a:pt x="146" y="689"/>
                </a:lnTo>
                <a:lnTo>
                  <a:pt x="146" y="688"/>
                </a:lnTo>
                <a:lnTo>
                  <a:pt x="146" y="687"/>
                </a:lnTo>
                <a:lnTo>
                  <a:pt x="146" y="685"/>
                </a:lnTo>
                <a:lnTo>
                  <a:pt x="146" y="684"/>
                </a:lnTo>
                <a:lnTo>
                  <a:pt x="147" y="684"/>
                </a:lnTo>
                <a:lnTo>
                  <a:pt x="147" y="683"/>
                </a:lnTo>
                <a:lnTo>
                  <a:pt x="148" y="683"/>
                </a:lnTo>
                <a:lnTo>
                  <a:pt x="148" y="684"/>
                </a:lnTo>
                <a:lnTo>
                  <a:pt x="149" y="683"/>
                </a:lnTo>
                <a:lnTo>
                  <a:pt x="150" y="682"/>
                </a:lnTo>
                <a:lnTo>
                  <a:pt x="150" y="681"/>
                </a:lnTo>
                <a:lnTo>
                  <a:pt x="150" y="680"/>
                </a:lnTo>
                <a:lnTo>
                  <a:pt x="151" y="680"/>
                </a:lnTo>
                <a:lnTo>
                  <a:pt x="152" y="680"/>
                </a:lnTo>
                <a:lnTo>
                  <a:pt x="152" y="679"/>
                </a:lnTo>
                <a:lnTo>
                  <a:pt x="151" y="678"/>
                </a:lnTo>
                <a:lnTo>
                  <a:pt x="151" y="677"/>
                </a:lnTo>
                <a:lnTo>
                  <a:pt x="151" y="676"/>
                </a:lnTo>
                <a:lnTo>
                  <a:pt x="151" y="675"/>
                </a:lnTo>
                <a:lnTo>
                  <a:pt x="152" y="675"/>
                </a:lnTo>
                <a:lnTo>
                  <a:pt x="152" y="674"/>
                </a:lnTo>
                <a:lnTo>
                  <a:pt x="153" y="674"/>
                </a:lnTo>
                <a:lnTo>
                  <a:pt x="153" y="673"/>
                </a:lnTo>
                <a:lnTo>
                  <a:pt x="154" y="672"/>
                </a:lnTo>
                <a:lnTo>
                  <a:pt x="154" y="671"/>
                </a:lnTo>
                <a:lnTo>
                  <a:pt x="155" y="670"/>
                </a:lnTo>
                <a:lnTo>
                  <a:pt x="154" y="669"/>
                </a:lnTo>
                <a:lnTo>
                  <a:pt x="155" y="668"/>
                </a:lnTo>
                <a:lnTo>
                  <a:pt x="155" y="666"/>
                </a:lnTo>
                <a:lnTo>
                  <a:pt x="156" y="665"/>
                </a:lnTo>
                <a:lnTo>
                  <a:pt x="155" y="664"/>
                </a:lnTo>
                <a:lnTo>
                  <a:pt x="155" y="663"/>
                </a:lnTo>
                <a:lnTo>
                  <a:pt x="155" y="662"/>
                </a:lnTo>
                <a:lnTo>
                  <a:pt x="155" y="661"/>
                </a:lnTo>
                <a:lnTo>
                  <a:pt x="156" y="660"/>
                </a:lnTo>
                <a:lnTo>
                  <a:pt x="157" y="657"/>
                </a:lnTo>
                <a:lnTo>
                  <a:pt x="156" y="655"/>
                </a:lnTo>
                <a:lnTo>
                  <a:pt x="155" y="653"/>
                </a:lnTo>
                <a:lnTo>
                  <a:pt x="153" y="652"/>
                </a:lnTo>
                <a:lnTo>
                  <a:pt x="153" y="651"/>
                </a:lnTo>
                <a:lnTo>
                  <a:pt x="154" y="650"/>
                </a:lnTo>
                <a:lnTo>
                  <a:pt x="155" y="650"/>
                </a:lnTo>
                <a:lnTo>
                  <a:pt x="156" y="650"/>
                </a:lnTo>
                <a:lnTo>
                  <a:pt x="157" y="650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1" y="653"/>
                </a:lnTo>
                <a:lnTo>
                  <a:pt x="162" y="653"/>
                </a:lnTo>
                <a:lnTo>
                  <a:pt x="162" y="652"/>
                </a:lnTo>
                <a:lnTo>
                  <a:pt x="163" y="651"/>
                </a:lnTo>
                <a:lnTo>
                  <a:pt x="163" y="650"/>
                </a:lnTo>
                <a:lnTo>
                  <a:pt x="164" y="650"/>
                </a:lnTo>
                <a:lnTo>
                  <a:pt x="165" y="650"/>
                </a:lnTo>
                <a:lnTo>
                  <a:pt x="165" y="649"/>
                </a:lnTo>
                <a:lnTo>
                  <a:pt x="166" y="649"/>
                </a:lnTo>
                <a:lnTo>
                  <a:pt x="166" y="648"/>
                </a:lnTo>
                <a:lnTo>
                  <a:pt x="167" y="647"/>
                </a:lnTo>
                <a:lnTo>
                  <a:pt x="167" y="646"/>
                </a:lnTo>
                <a:lnTo>
                  <a:pt x="167" y="645"/>
                </a:lnTo>
                <a:lnTo>
                  <a:pt x="167" y="644"/>
                </a:lnTo>
                <a:lnTo>
                  <a:pt x="167" y="642"/>
                </a:lnTo>
                <a:lnTo>
                  <a:pt x="166" y="642"/>
                </a:lnTo>
                <a:lnTo>
                  <a:pt x="166" y="641"/>
                </a:lnTo>
                <a:lnTo>
                  <a:pt x="165" y="640"/>
                </a:lnTo>
                <a:lnTo>
                  <a:pt x="165" y="639"/>
                </a:lnTo>
                <a:lnTo>
                  <a:pt x="165" y="638"/>
                </a:lnTo>
                <a:lnTo>
                  <a:pt x="165" y="636"/>
                </a:lnTo>
                <a:lnTo>
                  <a:pt x="165" y="635"/>
                </a:lnTo>
                <a:lnTo>
                  <a:pt x="165" y="634"/>
                </a:lnTo>
                <a:lnTo>
                  <a:pt x="165" y="633"/>
                </a:lnTo>
                <a:lnTo>
                  <a:pt x="166" y="632"/>
                </a:lnTo>
                <a:lnTo>
                  <a:pt x="167" y="632"/>
                </a:lnTo>
                <a:lnTo>
                  <a:pt x="168" y="630"/>
                </a:lnTo>
                <a:lnTo>
                  <a:pt x="168" y="629"/>
                </a:lnTo>
                <a:lnTo>
                  <a:pt x="169" y="627"/>
                </a:lnTo>
                <a:lnTo>
                  <a:pt x="169" y="626"/>
                </a:lnTo>
                <a:lnTo>
                  <a:pt x="169" y="625"/>
                </a:lnTo>
                <a:lnTo>
                  <a:pt x="169" y="624"/>
                </a:lnTo>
                <a:lnTo>
                  <a:pt x="170" y="623"/>
                </a:lnTo>
                <a:lnTo>
                  <a:pt x="171" y="623"/>
                </a:lnTo>
                <a:lnTo>
                  <a:pt x="171" y="622"/>
                </a:lnTo>
                <a:lnTo>
                  <a:pt x="171" y="621"/>
                </a:lnTo>
                <a:lnTo>
                  <a:pt x="170" y="620"/>
                </a:lnTo>
                <a:lnTo>
                  <a:pt x="170" y="617"/>
                </a:lnTo>
                <a:lnTo>
                  <a:pt x="169" y="616"/>
                </a:lnTo>
                <a:lnTo>
                  <a:pt x="171" y="614"/>
                </a:lnTo>
                <a:lnTo>
                  <a:pt x="171" y="613"/>
                </a:lnTo>
                <a:lnTo>
                  <a:pt x="172" y="612"/>
                </a:lnTo>
                <a:lnTo>
                  <a:pt x="172" y="611"/>
                </a:lnTo>
                <a:lnTo>
                  <a:pt x="173" y="611"/>
                </a:lnTo>
                <a:lnTo>
                  <a:pt x="173" y="610"/>
                </a:lnTo>
                <a:lnTo>
                  <a:pt x="174" y="610"/>
                </a:lnTo>
                <a:lnTo>
                  <a:pt x="175" y="609"/>
                </a:lnTo>
                <a:lnTo>
                  <a:pt x="176" y="608"/>
                </a:lnTo>
                <a:lnTo>
                  <a:pt x="177" y="607"/>
                </a:lnTo>
                <a:lnTo>
                  <a:pt x="177" y="606"/>
                </a:lnTo>
                <a:lnTo>
                  <a:pt x="177" y="605"/>
                </a:lnTo>
                <a:lnTo>
                  <a:pt x="179" y="603"/>
                </a:lnTo>
                <a:lnTo>
                  <a:pt x="179" y="602"/>
                </a:lnTo>
                <a:lnTo>
                  <a:pt x="180" y="602"/>
                </a:lnTo>
                <a:lnTo>
                  <a:pt x="181" y="602"/>
                </a:lnTo>
                <a:lnTo>
                  <a:pt x="182" y="601"/>
                </a:lnTo>
                <a:lnTo>
                  <a:pt x="183" y="601"/>
                </a:lnTo>
                <a:lnTo>
                  <a:pt x="184" y="601"/>
                </a:lnTo>
                <a:lnTo>
                  <a:pt x="184" y="600"/>
                </a:lnTo>
                <a:lnTo>
                  <a:pt x="185" y="600"/>
                </a:lnTo>
                <a:lnTo>
                  <a:pt x="186" y="600"/>
                </a:lnTo>
                <a:lnTo>
                  <a:pt x="189" y="600"/>
                </a:lnTo>
                <a:lnTo>
                  <a:pt x="191" y="599"/>
                </a:lnTo>
                <a:lnTo>
                  <a:pt x="191" y="597"/>
                </a:lnTo>
                <a:lnTo>
                  <a:pt x="191" y="595"/>
                </a:lnTo>
                <a:lnTo>
                  <a:pt x="192" y="593"/>
                </a:lnTo>
                <a:lnTo>
                  <a:pt x="193" y="593"/>
                </a:lnTo>
                <a:lnTo>
                  <a:pt x="194" y="593"/>
                </a:lnTo>
                <a:lnTo>
                  <a:pt x="195" y="593"/>
                </a:lnTo>
                <a:lnTo>
                  <a:pt x="196" y="592"/>
                </a:lnTo>
                <a:lnTo>
                  <a:pt x="195" y="591"/>
                </a:lnTo>
                <a:lnTo>
                  <a:pt x="196" y="590"/>
                </a:lnTo>
                <a:lnTo>
                  <a:pt x="195" y="590"/>
                </a:lnTo>
                <a:lnTo>
                  <a:pt x="193" y="589"/>
                </a:lnTo>
                <a:lnTo>
                  <a:pt x="193" y="588"/>
                </a:lnTo>
                <a:lnTo>
                  <a:pt x="192" y="586"/>
                </a:lnTo>
                <a:lnTo>
                  <a:pt x="192" y="585"/>
                </a:lnTo>
                <a:lnTo>
                  <a:pt x="193" y="584"/>
                </a:lnTo>
                <a:lnTo>
                  <a:pt x="193" y="583"/>
                </a:lnTo>
                <a:lnTo>
                  <a:pt x="192" y="580"/>
                </a:lnTo>
                <a:lnTo>
                  <a:pt x="192" y="579"/>
                </a:lnTo>
                <a:lnTo>
                  <a:pt x="192" y="578"/>
                </a:lnTo>
                <a:lnTo>
                  <a:pt x="191" y="578"/>
                </a:lnTo>
                <a:lnTo>
                  <a:pt x="189" y="578"/>
                </a:lnTo>
                <a:lnTo>
                  <a:pt x="188" y="578"/>
                </a:lnTo>
                <a:lnTo>
                  <a:pt x="188" y="577"/>
                </a:lnTo>
                <a:lnTo>
                  <a:pt x="186" y="575"/>
                </a:lnTo>
                <a:lnTo>
                  <a:pt x="186" y="573"/>
                </a:lnTo>
                <a:lnTo>
                  <a:pt x="187" y="572"/>
                </a:lnTo>
                <a:lnTo>
                  <a:pt x="187" y="570"/>
                </a:lnTo>
                <a:lnTo>
                  <a:pt x="187" y="569"/>
                </a:lnTo>
                <a:lnTo>
                  <a:pt x="186" y="568"/>
                </a:lnTo>
                <a:lnTo>
                  <a:pt x="186" y="567"/>
                </a:lnTo>
                <a:lnTo>
                  <a:pt x="184" y="566"/>
                </a:lnTo>
                <a:lnTo>
                  <a:pt x="183" y="565"/>
                </a:lnTo>
                <a:lnTo>
                  <a:pt x="183" y="563"/>
                </a:lnTo>
                <a:lnTo>
                  <a:pt x="182" y="563"/>
                </a:lnTo>
                <a:lnTo>
                  <a:pt x="181" y="562"/>
                </a:lnTo>
                <a:lnTo>
                  <a:pt x="180" y="561"/>
                </a:lnTo>
                <a:lnTo>
                  <a:pt x="179" y="561"/>
                </a:lnTo>
                <a:lnTo>
                  <a:pt x="177" y="560"/>
                </a:lnTo>
                <a:lnTo>
                  <a:pt x="176" y="560"/>
                </a:lnTo>
                <a:lnTo>
                  <a:pt x="175" y="560"/>
                </a:lnTo>
                <a:lnTo>
                  <a:pt x="175" y="559"/>
                </a:lnTo>
                <a:lnTo>
                  <a:pt x="175" y="558"/>
                </a:lnTo>
                <a:lnTo>
                  <a:pt x="175" y="557"/>
                </a:lnTo>
                <a:lnTo>
                  <a:pt x="175" y="556"/>
                </a:lnTo>
                <a:lnTo>
                  <a:pt x="176" y="556"/>
                </a:lnTo>
                <a:lnTo>
                  <a:pt x="177" y="554"/>
                </a:lnTo>
                <a:lnTo>
                  <a:pt x="177" y="553"/>
                </a:lnTo>
                <a:lnTo>
                  <a:pt x="177" y="552"/>
                </a:lnTo>
                <a:lnTo>
                  <a:pt x="177" y="551"/>
                </a:lnTo>
                <a:lnTo>
                  <a:pt x="176" y="551"/>
                </a:lnTo>
                <a:lnTo>
                  <a:pt x="175" y="551"/>
                </a:lnTo>
                <a:lnTo>
                  <a:pt x="175" y="550"/>
                </a:lnTo>
                <a:lnTo>
                  <a:pt x="175" y="549"/>
                </a:lnTo>
                <a:lnTo>
                  <a:pt x="174" y="547"/>
                </a:lnTo>
                <a:lnTo>
                  <a:pt x="172" y="547"/>
                </a:lnTo>
                <a:lnTo>
                  <a:pt x="171" y="547"/>
                </a:lnTo>
                <a:lnTo>
                  <a:pt x="170" y="548"/>
                </a:lnTo>
                <a:lnTo>
                  <a:pt x="169" y="548"/>
                </a:lnTo>
                <a:lnTo>
                  <a:pt x="168" y="547"/>
                </a:lnTo>
                <a:lnTo>
                  <a:pt x="165" y="547"/>
                </a:lnTo>
                <a:lnTo>
                  <a:pt x="164" y="547"/>
                </a:lnTo>
                <a:lnTo>
                  <a:pt x="163" y="547"/>
                </a:lnTo>
                <a:lnTo>
                  <a:pt x="162" y="547"/>
                </a:lnTo>
                <a:lnTo>
                  <a:pt x="161" y="547"/>
                </a:lnTo>
                <a:lnTo>
                  <a:pt x="161" y="548"/>
                </a:lnTo>
                <a:lnTo>
                  <a:pt x="160" y="549"/>
                </a:lnTo>
                <a:lnTo>
                  <a:pt x="159" y="549"/>
                </a:lnTo>
                <a:lnTo>
                  <a:pt x="157" y="547"/>
                </a:lnTo>
                <a:lnTo>
                  <a:pt x="156" y="546"/>
                </a:lnTo>
                <a:lnTo>
                  <a:pt x="155" y="544"/>
                </a:lnTo>
                <a:lnTo>
                  <a:pt x="155" y="543"/>
                </a:lnTo>
                <a:lnTo>
                  <a:pt x="155" y="542"/>
                </a:lnTo>
                <a:lnTo>
                  <a:pt x="155" y="540"/>
                </a:lnTo>
                <a:lnTo>
                  <a:pt x="155" y="539"/>
                </a:lnTo>
                <a:lnTo>
                  <a:pt x="156" y="538"/>
                </a:lnTo>
                <a:lnTo>
                  <a:pt x="156" y="536"/>
                </a:lnTo>
                <a:lnTo>
                  <a:pt x="156" y="534"/>
                </a:lnTo>
                <a:lnTo>
                  <a:pt x="154" y="532"/>
                </a:lnTo>
                <a:lnTo>
                  <a:pt x="154" y="531"/>
                </a:lnTo>
                <a:lnTo>
                  <a:pt x="153" y="531"/>
                </a:lnTo>
                <a:lnTo>
                  <a:pt x="152" y="530"/>
                </a:lnTo>
                <a:lnTo>
                  <a:pt x="152" y="529"/>
                </a:lnTo>
                <a:lnTo>
                  <a:pt x="151" y="529"/>
                </a:lnTo>
                <a:lnTo>
                  <a:pt x="152" y="528"/>
                </a:lnTo>
                <a:lnTo>
                  <a:pt x="152" y="527"/>
                </a:lnTo>
                <a:lnTo>
                  <a:pt x="150" y="525"/>
                </a:lnTo>
                <a:lnTo>
                  <a:pt x="150" y="524"/>
                </a:lnTo>
                <a:lnTo>
                  <a:pt x="149" y="524"/>
                </a:lnTo>
                <a:lnTo>
                  <a:pt x="148" y="524"/>
                </a:lnTo>
                <a:lnTo>
                  <a:pt x="148" y="523"/>
                </a:lnTo>
                <a:lnTo>
                  <a:pt x="149" y="523"/>
                </a:lnTo>
                <a:lnTo>
                  <a:pt x="148" y="522"/>
                </a:lnTo>
                <a:lnTo>
                  <a:pt x="147" y="522"/>
                </a:lnTo>
                <a:lnTo>
                  <a:pt x="146" y="522"/>
                </a:lnTo>
                <a:lnTo>
                  <a:pt x="145" y="522"/>
                </a:lnTo>
                <a:lnTo>
                  <a:pt x="144" y="522"/>
                </a:lnTo>
                <a:lnTo>
                  <a:pt x="144" y="523"/>
                </a:lnTo>
                <a:lnTo>
                  <a:pt x="144" y="527"/>
                </a:lnTo>
                <a:lnTo>
                  <a:pt x="143" y="528"/>
                </a:lnTo>
                <a:lnTo>
                  <a:pt x="142" y="529"/>
                </a:lnTo>
                <a:lnTo>
                  <a:pt x="141" y="531"/>
                </a:lnTo>
                <a:lnTo>
                  <a:pt x="141" y="532"/>
                </a:lnTo>
                <a:lnTo>
                  <a:pt x="141" y="533"/>
                </a:lnTo>
                <a:lnTo>
                  <a:pt x="141" y="534"/>
                </a:lnTo>
                <a:lnTo>
                  <a:pt x="140" y="535"/>
                </a:lnTo>
                <a:lnTo>
                  <a:pt x="138" y="535"/>
                </a:lnTo>
                <a:lnTo>
                  <a:pt x="138" y="536"/>
                </a:lnTo>
                <a:lnTo>
                  <a:pt x="138" y="537"/>
                </a:lnTo>
                <a:lnTo>
                  <a:pt x="137" y="538"/>
                </a:lnTo>
                <a:lnTo>
                  <a:pt x="136" y="539"/>
                </a:lnTo>
                <a:lnTo>
                  <a:pt x="136" y="540"/>
                </a:lnTo>
                <a:lnTo>
                  <a:pt x="135" y="541"/>
                </a:lnTo>
                <a:lnTo>
                  <a:pt x="134" y="540"/>
                </a:lnTo>
                <a:lnTo>
                  <a:pt x="133" y="540"/>
                </a:lnTo>
                <a:lnTo>
                  <a:pt x="131" y="540"/>
                </a:lnTo>
                <a:lnTo>
                  <a:pt x="130" y="541"/>
                </a:lnTo>
                <a:lnTo>
                  <a:pt x="129" y="542"/>
                </a:lnTo>
                <a:lnTo>
                  <a:pt x="128" y="542"/>
                </a:lnTo>
                <a:lnTo>
                  <a:pt x="127" y="542"/>
                </a:lnTo>
                <a:lnTo>
                  <a:pt x="127" y="541"/>
                </a:lnTo>
                <a:lnTo>
                  <a:pt x="127" y="540"/>
                </a:lnTo>
                <a:lnTo>
                  <a:pt x="127" y="539"/>
                </a:lnTo>
                <a:lnTo>
                  <a:pt x="126" y="538"/>
                </a:lnTo>
                <a:lnTo>
                  <a:pt x="125" y="538"/>
                </a:lnTo>
                <a:lnTo>
                  <a:pt x="124" y="538"/>
                </a:lnTo>
                <a:lnTo>
                  <a:pt x="123" y="538"/>
                </a:lnTo>
                <a:lnTo>
                  <a:pt x="122" y="538"/>
                </a:lnTo>
                <a:lnTo>
                  <a:pt x="121" y="538"/>
                </a:lnTo>
                <a:lnTo>
                  <a:pt x="120" y="538"/>
                </a:lnTo>
                <a:lnTo>
                  <a:pt x="120" y="539"/>
                </a:lnTo>
                <a:lnTo>
                  <a:pt x="121" y="539"/>
                </a:lnTo>
                <a:lnTo>
                  <a:pt x="121" y="540"/>
                </a:lnTo>
                <a:lnTo>
                  <a:pt x="120" y="540"/>
                </a:lnTo>
                <a:lnTo>
                  <a:pt x="119" y="540"/>
                </a:lnTo>
                <a:lnTo>
                  <a:pt x="118" y="540"/>
                </a:lnTo>
                <a:lnTo>
                  <a:pt x="118" y="541"/>
                </a:lnTo>
                <a:lnTo>
                  <a:pt x="118" y="540"/>
                </a:lnTo>
                <a:lnTo>
                  <a:pt x="117" y="540"/>
                </a:lnTo>
                <a:lnTo>
                  <a:pt x="117" y="539"/>
                </a:lnTo>
                <a:lnTo>
                  <a:pt x="116" y="539"/>
                </a:lnTo>
                <a:lnTo>
                  <a:pt x="115" y="539"/>
                </a:lnTo>
                <a:lnTo>
                  <a:pt x="114" y="539"/>
                </a:lnTo>
                <a:lnTo>
                  <a:pt x="114" y="540"/>
                </a:lnTo>
                <a:lnTo>
                  <a:pt x="113" y="540"/>
                </a:lnTo>
                <a:lnTo>
                  <a:pt x="112" y="540"/>
                </a:lnTo>
                <a:lnTo>
                  <a:pt x="110" y="539"/>
                </a:lnTo>
                <a:lnTo>
                  <a:pt x="109" y="539"/>
                </a:lnTo>
                <a:lnTo>
                  <a:pt x="108" y="539"/>
                </a:lnTo>
                <a:lnTo>
                  <a:pt x="106" y="537"/>
                </a:lnTo>
                <a:lnTo>
                  <a:pt x="106" y="536"/>
                </a:lnTo>
                <a:lnTo>
                  <a:pt x="105" y="537"/>
                </a:lnTo>
                <a:lnTo>
                  <a:pt x="103" y="537"/>
                </a:lnTo>
                <a:lnTo>
                  <a:pt x="102" y="537"/>
                </a:lnTo>
                <a:lnTo>
                  <a:pt x="102" y="536"/>
                </a:lnTo>
                <a:lnTo>
                  <a:pt x="100" y="535"/>
                </a:lnTo>
                <a:lnTo>
                  <a:pt x="99" y="535"/>
                </a:lnTo>
                <a:lnTo>
                  <a:pt x="98" y="535"/>
                </a:lnTo>
                <a:lnTo>
                  <a:pt x="97" y="536"/>
                </a:lnTo>
                <a:lnTo>
                  <a:pt x="95" y="536"/>
                </a:lnTo>
                <a:lnTo>
                  <a:pt x="95" y="535"/>
                </a:lnTo>
                <a:lnTo>
                  <a:pt x="94" y="535"/>
                </a:lnTo>
                <a:lnTo>
                  <a:pt x="93" y="536"/>
                </a:lnTo>
                <a:lnTo>
                  <a:pt x="92" y="537"/>
                </a:lnTo>
                <a:lnTo>
                  <a:pt x="92" y="538"/>
                </a:lnTo>
                <a:lnTo>
                  <a:pt x="92" y="539"/>
                </a:lnTo>
                <a:lnTo>
                  <a:pt x="91" y="540"/>
                </a:lnTo>
                <a:lnTo>
                  <a:pt x="90" y="541"/>
                </a:lnTo>
                <a:lnTo>
                  <a:pt x="90" y="542"/>
                </a:lnTo>
                <a:lnTo>
                  <a:pt x="90" y="543"/>
                </a:lnTo>
                <a:lnTo>
                  <a:pt x="89" y="543"/>
                </a:lnTo>
                <a:lnTo>
                  <a:pt x="88" y="544"/>
                </a:lnTo>
                <a:lnTo>
                  <a:pt x="88" y="545"/>
                </a:lnTo>
                <a:lnTo>
                  <a:pt x="87" y="546"/>
                </a:lnTo>
                <a:lnTo>
                  <a:pt x="86" y="548"/>
                </a:lnTo>
                <a:lnTo>
                  <a:pt x="84" y="549"/>
                </a:lnTo>
                <a:lnTo>
                  <a:pt x="83" y="550"/>
                </a:lnTo>
                <a:lnTo>
                  <a:pt x="83" y="552"/>
                </a:lnTo>
                <a:lnTo>
                  <a:pt x="83" y="554"/>
                </a:lnTo>
                <a:lnTo>
                  <a:pt x="83" y="555"/>
                </a:lnTo>
                <a:lnTo>
                  <a:pt x="84" y="555"/>
                </a:lnTo>
                <a:lnTo>
                  <a:pt x="84" y="556"/>
                </a:lnTo>
                <a:lnTo>
                  <a:pt x="84" y="557"/>
                </a:lnTo>
                <a:lnTo>
                  <a:pt x="84" y="558"/>
                </a:lnTo>
                <a:lnTo>
                  <a:pt x="84" y="559"/>
                </a:lnTo>
                <a:lnTo>
                  <a:pt x="84" y="560"/>
                </a:lnTo>
                <a:lnTo>
                  <a:pt x="82" y="562"/>
                </a:lnTo>
                <a:lnTo>
                  <a:pt x="81" y="562"/>
                </a:lnTo>
                <a:lnTo>
                  <a:pt x="81" y="563"/>
                </a:lnTo>
                <a:lnTo>
                  <a:pt x="80" y="563"/>
                </a:lnTo>
                <a:lnTo>
                  <a:pt x="79" y="562"/>
                </a:lnTo>
                <a:lnTo>
                  <a:pt x="78" y="562"/>
                </a:lnTo>
                <a:lnTo>
                  <a:pt x="77" y="562"/>
                </a:lnTo>
                <a:lnTo>
                  <a:pt x="77" y="561"/>
                </a:lnTo>
                <a:lnTo>
                  <a:pt x="76" y="561"/>
                </a:lnTo>
                <a:lnTo>
                  <a:pt x="75" y="562"/>
                </a:lnTo>
                <a:lnTo>
                  <a:pt x="74" y="562"/>
                </a:lnTo>
                <a:lnTo>
                  <a:pt x="73" y="562"/>
                </a:lnTo>
                <a:lnTo>
                  <a:pt x="72" y="562"/>
                </a:lnTo>
                <a:lnTo>
                  <a:pt x="72" y="561"/>
                </a:lnTo>
                <a:lnTo>
                  <a:pt x="71" y="561"/>
                </a:lnTo>
                <a:lnTo>
                  <a:pt x="71" y="560"/>
                </a:lnTo>
                <a:lnTo>
                  <a:pt x="70" y="560"/>
                </a:lnTo>
                <a:lnTo>
                  <a:pt x="69" y="560"/>
                </a:lnTo>
                <a:lnTo>
                  <a:pt x="68" y="561"/>
                </a:lnTo>
                <a:lnTo>
                  <a:pt x="67" y="561"/>
                </a:lnTo>
                <a:lnTo>
                  <a:pt x="65" y="560"/>
                </a:lnTo>
                <a:lnTo>
                  <a:pt x="64" y="560"/>
                </a:lnTo>
                <a:lnTo>
                  <a:pt x="62" y="560"/>
                </a:lnTo>
                <a:lnTo>
                  <a:pt x="61" y="561"/>
                </a:lnTo>
                <a:lnTo>
                  <a:pt x="60" y="561"/>
                </a:lnTo>
                <a:lnTo>
                  <a:pt x="59" y="561"/>
                </a:lnTo>
                <a:lnTo>
                  <a:pt x="56" y="561"/>
                </a:lnTo>
                <a:lnTo>
                  <a:pt x="56" y="562"/>
                </a:lnTo>
                <a:lnTo>
                  <a:pt x="55" y="562"/>
                </a:lnTo>
                <a:lnTo>
                  <a:pt x="54" y="562"/>
                </a:lnTo>
                <a:lnTo>
                  <a:pt x="54" y="561"/>
                </a:lnTo>
                <a:lnTo>
                  <a:pt x="52" y="561"/>
                </a:lnTo>
                <a:lnTo>
                  <a:pt x="51" y="561"/>
                </a:lnTo>
                <a:lnTo>
                  <a:pt x="49" y="561"/>
                </a:lnTo>
                <a:lnTo>
                  <a:pt x="48" y="561"/>
                </a:lnTo>
                <a:lnTo>
                  <a:pt x="47" y="562"/>
                </a:lnTo>
                <a:lnTo>
                  <a:pt x="46" y="562"/>
                </a:lnTo>
                <a:lnTo>
                  <a:pt x="46" y="561"/>
                </a:lnTo>
                <a:lnTo>
                  <a:pt x="45" y="561"/>
                </a:lnTo>
                <a:lnTo>
                  <a:pt x="45" y="560"/>
                </a:lnTo>
                <a:lnTo>
                  <a:pt x="44" y="560"/>
                </a:lnTo>
                <a:lnTo>
                  <a:pt x="44" y="559"/>
                </a:lnTo>
                <a:lnTo>
                  <a:pt x="43" y="558"/>
                </a:lnTo>
                <a:lnTo>
                  <a:pt x="42" y="558"/>
                </a:lnTo>
                <a:lnTo>
                  <a:pt x="41" y="558"/>
                </a:lnTo>
                <a:lnTo>
                  <a:pt x="40" y="558"/>
                </a:lnTo>
                <a:lnTo>
                  <a:pt x="39" y="558"/>
                </a:lnTo>
                <a:lnTo>
                  <a:pt x="38" y="558"/>
                </a:lnTo>
                <a:lnTo>
                  <a:pt x="37" y="557"/>
                </a:lnTo>
                <a:lnTo>
                  <a:pt x="37" y="556"/>
                </a:lnTo>
                <a:lnTo>
                  <a:pt x="37" y="555"/>
                </a:lnTo>
                <a:lnTo>
                  <a:pt x="37" y="554"/>
                </a:lnTo>
                <a:lnTo>
                  <a:pt x="37" y="553"/>
                </a:lnTo>
                <a:lnTo>
                  <a:pt x="35" y="551"/>
                </a:lnTo>
                <a:lnTo>
                  <a:pt x="35" y="550"/>
                </a:lnTo>
                <a:lnTo>
                  <a:pt x="33" y="550"/>
                </a:lnTo>
                <a:lnTo>
                  <a:pt x="32" y="549"/>
                </a:lnTo>
                <a:lnTo>
                  <a:pt x="31" y="549"/>
                </a:lnTo>
                <a:lnTo>
                  <a:pt x="29" y="547"/>
                </a:lnTo>
                <a:lnTo>
                  <a:pt x="28" y="546"/>
                </a:lnTo>
                <a:lnTo>
                  <a:pt x="29" y="546"/>
                </a:lnTo>
                <a:lnTo>
                  <a:pt x="29" y="544"/>
                </a:lnTo>
                <a:lnTo>
                  <a:pt x="29" y="543"/>
                </a:lnTo>
                <a:lnTo>
                  <a:pt x="28" y="542"/>
                </a:lnTo>
                <a:lnTo>
                  <a:pt x="28" y="541"/>
                </a:lnTo>
                <a:lnTo>
                  <a:pt x="27" y="540"/>
                </a:lnTo>
                <a:lnTo>
                  <a:pt x="26" y="540"/>
                </a:lnTo>
                <a:lnTo>
                  <a:pt x="26" y="539"/>
                </a:lnTo>
                <a:lnTo>
                  <a:pt x="25" y="539"/>
                </a:lnTo>
                <a:lnTo>
                  <a:pt x="25" y="538"/>
                </a:lnTo>
                <a:lnTo>
                  <a:pt x="25" y="537"/>
                </a:lnTo>
                <a:lnTo>
                  <a:pt x="26" y="536"/>
                </a:lnTo>
                <a:lnTo>
                  <a:pt x="28" y="533"/>
                </a:lnTo>
                <a:lnTo>
                  <a:pt x="28" y="531"/>
                </a:lnTo>
                <a:lnTo>
                  <a:pt x="27" y="530"/>
                </a:lnTo>
                <a:lnTo>
                  <a:pt x="27" y="529"/>
                </a:lnTo>
                <a:lnTo>
                  <a:pt x="28" y="528"/>
                </a:lnTo>
                <a:lnTo>
                  <a:pt x="27" y="526"/>
                </a:lnTo>
                <a:lnTo>
                  <a:pt x="28" y="525"/>
                </a:lnTo>
                <a:lnTo>
                  <a:pt x="28" y="524"/>
                </a:lnTo>
                <a:lnTo>
                  <a:pt x="29" y="524"/>
                </a:lnTo>
                <a:lnTo>
                  <a:pt x="29" y="523"/>
                </a:lnTo>
                <a:lnTo>
                  <a:pt x="29" y="522"/>
                </a:lnTo>
                <a:lnTo>
                  <a:pt x="29" y="521"/>
                </a:lnTo>
                <a:lnTo>
                  <a:pt x="30" y="520"/>
                </a:lnTo>
                <a:lnTo>
                  <a:pt x="30" y="519"/>
                </a:lnTo>
                <a:lnTo>
                  <a:pt x="30" y="517"/>
                </a:lnTo>
                <a:lnTo>
                  <a:pt x="29" y="516"/>
                </a:lnTo>
                <a:lnTo>
                  <a:pt x="28" y="515"/>
                </a:lnTo>
                <a:lnTo>
                  <a:pt x="27" y="516"/>
                </a:lnTo>
                <a:lnTo>
                  <a:pt x="27" y="517"/>
                </a:lnTo>
                <a:lnTo>
                  <a:pt x="26" y="518"/>
                </a:lnTo>
                <a:lnTo>
                  <a:pt x="25" y="518"/>
                </a:lnTo>
                <a:lnTo>
                  <a:pt x="24" y="517"/>
                </a:lnTo>
                <a:lnTo>
                  <a:pt x="23" y="517"/>
                </a:lnTo>
                <a:lnTo>
                  <a:pt x="23" y="516"/>
                </a:lnTo>
                <a:lnTo>
                  <a:pt x="22" y="516"/>
                </a:lnTo>
                <a:lnTo>
                  <a:pt x="22" y="515"/>
                </a:lnTo>
                <a:lnTo>
                  <a:pt x="21" y="514"/>
                </a:lnTo>
                <a:lnTo>
                  <a:pt x="21" y="512"/>
                </a:lnTo>
                <a:lnTo>
                  <a:pt x="21" y="511"/>
                </a:lnTo>
                <a:lnTo>
                  <a:pt x="20" y="511"/>
                </a:lnTo>
                <a:lnTo>
                  <a:pt x="21" y="510"/>
                </a:lnTo>
                <a:lnTo>
                  <a:pt x="21" y="508"/>
                </a:lnTo>
                <a:lnTo>
                  <a:pt x="20" y="507"/>
                </a:lnTo>
                <a:lnTo>
                  <a:pt x="19" y="506"/>
                </a:lnTo>
                <a:lnTo>
                  <a:pt x="18" y="503"/>
                </a:lnTo>
                <a:lnTo>
                  <a:pt x="18" y="502"/>
                </a:lnTo>
                <a:lnTo>
                  <a:pt x="18" y="501"/>
                </a:lnTo>
                <a:lnTo>
                  <a:pt x="17" y="500"/>
                </a:lnTo>
                <a:lnTo>
                  <a:pt x="18" y="499"/>
                </a:lnTo>
                <a:lnTo>
                  <a:pt x="18" y="497"/>
                </a:lnTo>
                <a:lnTo>
                  <a:pt x="18" y="496"/>
                </a:lnTo>
                <a:lnTo>
                  <a:pt x="19" y="496"/>
                </a:lnTo>
                <a:lnTo>
                  <a:pt x="20" y="496"/>
                </a:lnTo>
                <a:lnTo>
                  <a:pt x="21" y="495"/>
                </a:lnTo>
                <a:lnTo>
                  <a:pt x="21" y="494"/>
                </a:lnTo>
                <a:lnTo>
                  <a:pt x="21" y="493"/>
                </a:lnTo>
                <a:lnTo>
                  <a:pt x="21" y="492"/>
                </a:lnTo>
                <a:lnTo>
                  <a:pt x="22" y="492"/>
                </a:lnTo>
                <a:lnTo>
                  <a:pt x="23" y="491"/>
                </a:lnTo>
                <a:lnTo>
                  <a:pt x="24" y="491"/>
                </a:lnTo>
                <a:lnTo>
                  <a:pt x="25" y="491"/>
                </a:lnTo>
                <a:lnTo>
                  <a:pt x="27" y="490"/>
                </a:lnTo>
                <a:lnTo>
                  <a:pt x="28" y="489"/>
                </a:lnTo>
                <a:lnTo>
                  <a:pt x="29" y="489"/>
                </a:lnTo>
                <a:lnTo>
                  <a:pt x="30" y="489"/>
                </a:lnTo>
                <a:lnTo>
                  <a:pt x="31" y="489"/>
                </a:lnTo>
                <a:lnTo>
                  <a:pt x="32" y="487"/>
                </a:lnTo>
                <a:lnTo>
                  <a:pt x="31" y="486"/>
                </a:lnTo>
                <a:lnTo>
                  <a:pt x="30" y="486"/>
                </a:lnTo>
                <a:lnTo>
                  <a:pt x="30" y="484"/>
                </a:lnTo>
                <a:lnTo>
                  <a:pt x="29" y="484"/>
                </a:lnTo>
                <a:lnTo>
                  <a:pt x="29" y="482"/>
                </a:lnTo>
                <a:lnTo>
                  <a:pt x="29" y="481"/>
                </a:lnTo>
                <a:lnTo>
                  <a:pt x="29" y="480"/>
                </a:lnTo>
                <a:lnTo>
                  <a:pt x="29" y="479"/>
                </a:lnTo>
                <a:lnTo>
                  <a:pt x="29" y="478"/>
                </a:lnTo>
                <a:lnTo>
                  <a:pt x="30" y="477"/>
                </a:lnTo>
                <a:lnTo>
                  <a:pt x="31" y="475"/>
                </a:lnTo>
                <a:lnTo>
                  <a:pt x="31" y="474"/>
                </a:lnTo>
                <a:lnTo>
                  <a:pt x="31" y="473"/>
                </a:lnTo>
                <a:lnTo>
                  <a:pt x="31" y="472"/>
                </a:lnTo>
                <a:lnTo>
                  <a:pt x="30" y="471"/>
                </a:lnTo>
                <a:lnTo>
                  <a:pt x="28" y="470"/>
                </a:lnTo>
                <a:lnTo>
                  <a:pt x="27" y="469"/>
                </a:lnTo>
                <a:lnTo>
                  <a:pt x="27" y="468"/>
                </a:lnTo>
                <a:lnTo>
                  <a:pt x="27" y="467"/>
                </a:lnTo>
                <a:lnTo>
                  <a:pt x="26" y="465"/>
                </a:lnTo>
                <a:lnTo>
                  <a:pt x="26" y="464"/>
                </a:lnTo>
                <a:lnTo>
                  <a:pt x="26" y="463"/>
                </a:lnTo>
                <a:lnTo>
                  <a:pt x="25" y="463"/>
                </a:lnTo>
                <a:lnTo>
                  <a:pt x="25" y="462"/>
                </a:lnTo>
                <a:lnTo>
                  <a:pt x="24" y="461"/>
                </a:lnTo>
                <a:lnTo>
                  <a:pt x="23" y="459"/>
                </a:lnTo>
                <a:lnTo>
                  <a:pt x="23" y="458"/>
                </a:lnTo>
                <a:lnTo>
                  <a:pt x="23" y="457"/>
                </a:lnTo>
                <a:lnTo>
                  <a:pt x="22" y="457"/>
                </a:lnTo>
                <a:lnTo>
                  <a:pt x="22" y="456"/>
                </a:lnTo>
                <a:lnTo>
                  <a:pt x="21" y="455"/>
                </a:lnTo>
                <a:lnTo>
                  <a:pt x="20" y="454"/>
                </a:lnTo>
                <a:lnTo>
                  <a:pt x="20" y="453"/>
                </a:lnTo>
                <a:lnTo>
                  <a:pt x="19" y="452"/>
                </a:lnTo>
                <a:lnTo>
                  <a:pt x="19" y="451"/>
                </a:lnTo>
                <a:lnTo>
                  <a:pt x="18" y="451"/>
                </a:lnTo>
                <a:lnTo>
                  <a:pt x="17" y="451"/>
                </a:lnTo>
                <a:lnTo>
                  <a:pt x="16" y="451"/>
                </a:lnTo>
                <a:lnTo>
                  <a:pt x="13" y="451"/>
                </a:lnTo>
                <a:lnTo>
                  <a:pt x="12" y="452"/>
                </a:lnTo>
                <a:lnTo>
                  <a:pt x="11" y="453"/>
                </a:lnTo>
                <a:lnTo>
                  <a:pt x="10" y="454"/>
                </a:lnTo>
                <a:lnTo>
                  <a:pt x="10" y="455"/>
                </a:lnTo>
                <a:lnTo>
                  <a:pt x="9" y="455"/>
                </a:lnTo>
                <a:lnTo>
                  <a:pt x="9" y="456"/>
                </a:lnTo>
                <a:lnTo>
                  <a:pt x="9" y="457"/>
                </a:lnTo>
                <a:lnTo>
                  <a:pt x="7" y="458"/>
                </a:lnTo>
                <a:lnTo>
                  <a:pt x="5" y="458"/>
                </a:lnTo>
                <a:lnTo>
                  <a:pt x="5" y="459"/>
                </a:lnTo>
                <a:lnTo>
                  <a:pt x="4" y="459"/>
                </a:lnTo>
                <a:lnTo>
                  <a:pt x="4" y="460"/>
                </a:lnTo>
                <a:lnTo>
                  <a:pt x="3" y="460"/>
                </a:lnTo>
                <a:lnTo>
                  <a:pt x="2" y="460"/>
                </a:lnTo>
                <a:lnTo>
                  <a:pt x="2" y="459"/>
                </a:lnTo>
                <a:lnTo>
                  <a:pt x="3" y="459"/>
                </a:lnTo>
                <a:lnTo>
                  <a:pt x="4" y="458"/>
                </a:lnTo>
                <a:lnTo>
                  <a:pt x="5" y="458"/>
                </a:lnTo>
                <a:lnTo>
                  <a:pt x="4" y="457"/>
                </a:lnTo>
                <a:lnTo>
                  <a:pt x="4" y="456"/>
                </a:lnTo>
                <a:lnTo>
                  <a:pt x="4" y="454"/>
                </a:lnTo>
                <a:lnTo>
                  <a:pt x="3" y="454"/>
                </a:lnTo>
                <a:lnTo>
                  <a:pt x="2" y="454"/>
                </a:lnTo>
                <a:lnTo>
                  <a:pt x="2" y="453"/>
                </a:lnTo>
                <a:lnTo>
                  <a:pt x="1" y="452"/>
                </a:lnTo>
                <a:lnTo>
                  <a:pt x="1" y="451"/>
                </a:lnTo>
                <a:lnTo>
                  <a:pt x="1" y="450"/>
                </a:lnTo>
                <a:lnTo>
                  <a:pt x="0" y="450"/>
                </a:lnTo>
                <a:lnTo>
                  <a:pt x="0" y="449"/>
                </a:lnTo>
                <a:lnTo>
                  <a:pt x="0" y="448"/>
                </a:lnTo>
                <a:lnTo>
                  <a:pt x="1" y="448"/>
                </a:lnTo>
                <a:lnTo>
                  <a:pt x="1" y="446"/>
                </a:lnTo>
                <a:lnTo>
                  <a:pt x="2" y="446"/>
                </a:lnTo>
                <a:lnTo>
                  <a:pt x="2" y="445"/>
                </a:lnTo>
                <a:lnTo>
                  <a:pt x="3" y="445"/>
                </a:lnTo>
                <a:lnTo>
                  <a:pt x="4" y="446"/>
                </a:lnTo>
                <a:lnTo>
                  <a:pt x="5" y="447"/>
                </a:lnTo>
                <a:lnTo>
                  <a:pt x="6" y="447"/>
                </a:lnTo>
                <a:lnTo>
                  <a:pt x="7" y="447"/>
                </a:lnTo>
                <a:lnTo>
                  <a:pt x="7" y="448"/>
                </a:lnTo>
                <a:lnTo>
                  <a:pt x="8" y="448"/>
                </a:lnTo>
                <a:lnTo>
                  <a:pt x="9" y="448"/>
                </a:lnTo>
                <a:lnTo>
                  <a:pt x="10" y="448"/>
                </a:lnTo>
                <a:lnTo>
                  <a:pt x="10" y="447"/>
                </a:lnTo>
                <a:lnTo>
                  <a:pt x="10" y="446"/>
                </a:lnTo>
                <a:lnTo>
                  <a:pt x="10" y="445"/>
                </a:lnTo>
                <a:lnTo>
                  <a:pt x="10" y="444"/>
                </a:lnTo>
                <a:lnTo>
                  <a:pt x="9" y="444"/>
                </a:lnTo>
                <a:lnTo>
                  <a:pt x="9" y="443"/>
                </a:lnTo>
                <a:lnTo>
                  <a:pt x="9" y="442"/>
                </a:lnTo>
                <a:lnTo>
                  <a:pt x="8" y="443"/>
                </a:lnTo>
                <a:lnTo>
                  <a:pt x="7" y="443"/>
                </a:lnTo>
                <a:lnTo>
                  <a:pt x="6" y="443"/>
                </a:lnTo>
                <a:lnTo>
                  <a:pt x="5" y="442"/>
                </a:lnTo>
                <a:lnTo>
                  <a:pt x="4" y="441"/>
                </a:lnTo>
                <a:lnTo>
                  <a:pt x="3" y="441"/>
                </a:lnTo>
                <a:lnTo>
                  <a:pt x="4" y="441"/>
                </a:lnTo>
                <a:lnTo>
                  <a:pt x="3" y="441"/>
                </a:lnTo>
                <a:lnTo>
                  <a:pt x="4" y="439"/>
                </a:lnTo>
                <a:lnTo>
                  <a:pt x="5" y="437"/>
                </a:lnTo>
                <a:lnTo>
                  <a:pt x="6" y="437"/>
                </a:lnTo>
                <a:lnTo>
                  <a:pt x="7" y="436"/>
                </a:lnTo>
                <a:lnTo>
                  <a:pt x="7" y="437"/>
                </a:lnTo>
                <a:lnTo>
                  <a:pt x="8" y="436"/>
                </a:lnTo>
                <a:lnTo>
                  <a:pt x="9" y="435"/>
                </a:lnTo>
                <a:lnTo>
                  <a:pt x="10" y="436"/>
                </a:lnTo>
                <a:lnTo>
                  <a:pt x="11" y="436"/>
                </a:lnTo>
                <a:lnTo>
                  <a:pt x="12" y="436"/>
                </a:lnTo>
                <a:lnTo>
                  <a:pt x="12" y="435"/>
                </a:lnTo>
                <a:lnTo>
                  <a:pt x="13" y="435"/>
                </a:lnTo>
                <a:lnTo>
                  <a:pt x="13" y="434"/>
                </a:lnTo>
                <a:lnTo>
                  <a:pt x="14" y="435"/>
                </a:lnTo>
                <a:lnTo>
                  <a:pt x="15" y="435"/>
                </a:lnTo>
                <a:lnTo>
                  <a:pt x="16" y="435"/>
                </a:lnTo>
                <a:lnTo>
                  <a:pt x="17" y="435"/>
                </a:lnTo>
                <a:lnTo>
                  <a:pt x="17" y="436"/>
                </a:lnTo>
                <a:lnTo>
                  <a:pt x="17" y="435"/>
                </a:lnTo>
                <a:lnTo>
                  <a:pt x="18" y="435"/>
                </a:lnTo>
                <a:lnTo>
                  <a:pt x="18" y="434"/>
                </a:lnTo>
                <a:lnTo>
                  <a:pt x="19" y="434"/>
                </a:lnTo>
                <a:lnTo>
                  <a:pt x="20" y="434"/>
                </a:lnTo>
                <a:lnTo>
                  <a:pt x="20" y="433"/>
                </a:lnTo>
                <a:lnTo>
                  <a:pt x="20" y="432"/>
                </a:lnTo>
                <a:lnTo>
                  <a:pt x="20" y="431"/>
                </a:lnTo>
                <a:lnTo>
                  <a:pt x="19" y="430"/>
                </a:lnTo>
                <a:lnTo>
                  <a:pt x="19" y="429"/>
                </a:lnTo>
                <a:lnTo>
                  <a:pt x="20" y="428"/>
                </a:lnTo>
                <a:lnTo>
                  <a:pt x="20" y="429"/>
                </a:lnTo>
                <a:lnTo>
                  <a:pt x="21" y="429"/>
                </a:lnTo>
                <a:lnTo>
                  <a:pt x="22" y="428"/>
                </a:lnTo>
                <a:lnTo>
                  <a:pt x="22" y="427"/>
                </a:lnTo>
                <a:lnTo>
                  <a:pt x="22" y="426"/>
                </a:lnTo>
                <a:lnTo>
                  <a:pt x="23" y="426"/>
                </a:lnTo>
                <a:lnTo>
                  <a:pt x="23" y="425"/>
                </a:lnTo>
                <a:lnTo>
                  <a:pt x="24" y="424"/>
                </a:lnTo>
                <a:lnTo>
                  <a:pt x="25" y="424"/>
                </a:lnTo>
                <a:lnTo>
                  <a:pt x="25" y="423"/>
                </a:lnTo>
                <a:lnTo>
                  <a:pt x="25" y="422"/>
                </a:lnTo>
                <a:lnTo>
                  <a:pt x="25" y="421"/>
                </a:lnTo>
                <a:lnTo>
                  <a:pt x="26" y="421"/>
                </a:lnTo>
                <a:lnTo>
                  <a:pt x="27" y="421"/>
                </a:lnTo>
                <a:lnTo>
                  <a:pt x="27" y="420"/>
                </a:lnTo>
                <a:lnTo>
                  <a:pt x="27" y="419"/>
                </a:lnTo>
                <a:lnTo>
                  <a:pt x="27" y="418"/>
                </a:lnTo>
                <a:lnTo>
                  <a:pt x="28" y="418"/>
                </a:lnTo>
                <a:lnTo>
                  <a:pt x="29" y="418"/>
                </a:lnTo>
                <a:lnTo>
                  <a:pt x="30" y="417"/>
                </a:lnTo>
                <a:lnTo>
                  <a:pt x="31" y="417"/>
                </a:lnTo>
                <a:lnTo>
                  <a:pt x="32" y="415"/>
                </a:lnTo>
                <a:lnTo>
                  <a:pt x="32" y="414"/>
                </a:lnTo>
                <a:lnTo>
                  <a:pt x="33" y="413"/>
                </a:lnTo>
                <a:lnTo>
                  <a:pt x="34" y="413"/>
                </a:lnTo>
                <a:lnTo>
                  <a:pt x="35" y="412"/>
                </a:lnTo>
                <a:lnTo>
                  <a:pt x="34" y="411"/>
                </a:lnTo>
                <a:lnTo>
                  <a:pt x="35" y="411"/>
                </a:lnTo>
                <a:lnTo>
                  <a:pt x="34" y="410"/>
                </a:lnTo>
                <a:lnTo>
                  <a:pt x="35" y="410"/>
                </a:lnTo>
                <a:lnTo>
                  <a:pt x="36" y="411"/>
                </a:lnTo>
                <a:lnTo>
                  <a:pt x="37" y="410"/>
                </a:lnTo>
                <a:lnTo>
                  <a:pt x="36" y="408"/>
                </a:lnTo>
                <a:lnTo>
                  <a:pt x="37" y="407"/>
                </a:lnTo>
                <a:lnTo>
                  <a:pt x="40" y="408"/>
                </a:lnTo>
                <a:lnTo>
                  <a:pt x="43" y="407"/>
                </a:lnTo>
                <a:lnTo>
                  <a:pt x="44" y="406"/>
                </a:lnTo>
                <a:lnTo>
                  <a:pt x="44" y="404"/>
                </a:lnTo>
                <a:lnTo>
                  <a:pt x="44" y="403"/>
                </a:lnTo>
                <a:lnTo>
                  <a:pt x="45" y="403"/>
                </a:lnTo>
                <a:lnTo>
                  <a:pt x="47" y="403"/>
                </a:lnTo>
                <a:lnTo>
                  <a:pt x="48" y="403"/>
                </a:lnTo>
                <a:lnTo>
                  <a:pt x="48" y="400"/>
                </a:lnTo>
                <a:lnTo>
                  <a:pt x="49" y="399"/>
                </a:lnTo>
                <a:lnTo>
                  <a:pt x="50" y="398"/>
                </a:lnTo>
                <a:lnTo>
                  <a:pt x="50" y="397"/>
                </a:lnTo>
                <a:lnTo>
                  <a:pt x="50" y="396"/>
                </a:lnTo>
                <a:lnTo>
                  <a:pt x="50" y="394"/>
                </a:lnTo>
                <a:lnTo>
                  <a:pt x="51" y="393"/>
                </a:lnTo>
                <a:lnTo>
                  <a:pt x="52" y="393"/>
                </a:lnTo>
                <a:lnTo>
                  <a:pt x="53" y="393"/>
                </a:lnTo>
                <a:lnTo>
                  <a:pt x="53" y="392"/>
                </a:lnTo>
                <a:lnTo>
                  <a:pt x="54" y="392"/>
                </a:lnTo>
                <a:lnTo>
                  <a:pt x="55" y="392"/>
                </a:lnTo>
                <a:lnTo>
                  <a:pt x="55" y="391"/>
                </a:lnTo>
                <a:lnTo>
                  <a:pt x="56" y="391"/>
                </a:lnTo>
                <a:lnTo>
                  <a:pt x="55" y="391"/>
                </a:lnTo>
                <a:lnTo>
                  <a:pt x="55" y="388"/>
                </a:lnTo>
                <a:lnTo>
                  <a:pt x="55" y="386"/>
                </a:lnTo>
                <a:lnTo>
                  <a:pt x="55" y="385"/>
                </a:lnTo>
                <a:lnTo>
                  <a:pt x="56" y="383"/>
                </a:lnTo>
                <a:lnTo>
                  <a:pt x="56" y="382"/>
                </a:lnTo>
                <a:lnTo>
                  <a:pt x="56" y="383"/>
                </a:lnTo>
                <a:lnTo>
                  <a:pt x="57" y="383"/>
                </a:lnTo>
                <a:lnTo>
                  <a:pt x="57" y="382"/>
                </a:lnTo>
                <a:lnTo>
                  <a:pt x="57" y="381"/>
                </a:lnTo>
                <a:lnTo>
                  <a:pt x="57" y="380"/>
                </a:lnTo>
                <a:lnTo>
                  <a:pt x="58" y="380"/>
                </a:lnTo>
                <a:lnTo>
                  <a:pt x="58" y="379"/>
                </a:lnTo>
                <a:lnTo>
                  <a:pt x="58" y="378"/>
                </a:lnTo>
                <a:lnTo>
                  <a:pt x="59" y="378"/>
                </a:lnTo>
                <a:lnTo>
                  <a:pt x="59" y="377"/>
                </a:lnTo>
                <a:lnTo>
                  <a:pt x="60" y="377"/>
                </a:lnTo>
                <a:lnTo>
                  <a:pt x="60" y="375"/>
                </a:lnTo>
                <a:lnTo>
                  <a:pt x="60" y="374"/>
                </a:lnTo>
                <a:lnTo>
                  <a:pt x="60" y="373"/>
                </a:lnTo>
                <a:lnTo>
                  <a:pt x="60" y="372"/>
                </a:lnTo>
                <a:lnTo>
                  <a:pt x="61" y="371"/>
                </a:lnTo>
                <a:lnTo>
                  <a:pt x="62" y="372"/>
                </a:lnTo>
                <a:lnTo>
                  <a:pt x="63" y="373"/>
                </a:lnTo>
                <a:lnTo>
                  <a:pt x="64" y="373"/>
                </a:lnTo>
                <a:lnTo>
                  <a:pt x="65" y="373"/>
                </a:lnTo>
                <a:lnTo>
                  <a:pt x="65" y="374"/>
                </a:lnTo>
                <a:lnTo>
                  <a:pt x="65" y="375"/>
                </a:lnTo>
                <a:lnTo>
                  <a:pt x="66" y="375"/>
                </a:lnTo>
                <a:lnTo>
                  <a:pt x="67" y="375"/>
                </a:lnTo>
                <a:lnTo>
                  <a:pt x="68" y="375"/>
                </a:lnTo>
                <a:lnTo>
                  <a:pt x="69" y="376"/>
                </a:lnTo>
                <a:lnTo>
                  <a:pt x="69" y="377"/>
                </a:lnTo>
                <a:lnTo>
                  <a:pt x="70" y="376"/>
                </a:lnTo>
                <a:lnTo>
                  <a:pt x="71" y="376"/>
                </a:lnTo>
                <a:lnTo>
                  <a:pt x="73" y="375"/>
                </a:lnTo>
                <a:lnTo>
                  <a:pt x="74" y="374"/>
                </a:lnTo>
                <a:lnTo>
                  <a:pt x="75" y="374"/>
                </a:lnTo>
                <a:lnTo>
                  <a:pt x="76" y="375"/>
                </a:lnTo>
                <a:lnTo>
                  <a:pt x="75" y="376"/>
                </a:lnTo>
                <a:lnTo>
                  <a:pt x="76" y="378"/>
                </a:lnTo>
                <a:lnTo>
                  <a:pt x="76" y="379"/>
                </a:lnTo>
                <a:lnTo>
                  <a:pt x="76" y="382"/>
                </a:lnTo>
                <a:lnTo>
                  <a:pt x="76" y="383"/>
                </a:lnTo>
                <a:lnTo>
                  <a:pt x="76" y="385"/>
                </a:lnTo>
                <a:lnTo>
                  <a:pt x="78" y="387"/>
                </a:lnTo>
                <a:lnTo>
                  <a:pt x="80" y="388"/>
                </a:lnTo>
                <a:lnTo>
                  <a:pt x="81" y="388"/>
                </a:lnTo>
                <a:lnTo>
                  <a:pt x="83" y="389"/>
                </a:lnTo>
                <a:lnTo>
                  <a:pt x="84" y="391"/>
                </a:lnTo>
                <a:lnTo>
                  <a:pt x="86" y="392"/>
                </a:lnTo>
                <a:lnTo>
                  <a:pt x="87" y="393"/>
                </a:lnTo>
                <a:lnTo>
                  <a:pt x="87" y="394"/>
                </a:lnTo>
                <a:lnTo>
                  <a:pt x="88" y="394"/>
                </a:lnTo>
                <a:lnTo>
                  <a:pt x="90" y="394"/>
                </a:lnTo>
                <a:lnTo>
                  <a:pt x="91" y="394"/>
                </a:lnTo>
                <a:lnTo>
                  <a:pt x="91" y="393"/>
                </a:lnTo>
                <a:lnTo>
                  <a:pt x="92" y="393"/>
                </a:lnTo>
                <a:lnTo>
                  <a:pt x="93" y="393"/>
                </a:lnTo>
                <a:lnTo>
                  <a:pt x="94" y="394"/>
                </a:lnTo>
                <a:lnTo>
                  <a:pt x="94" y="395"/>
                </a:lnTo>
                <a:lnTo>
                  <a:pt x="96" y="395"/>
                </a:lnTo>
                <a:lnTo>
                  <a:pt x="97" y="396"/>
                </a:lnTo>
                <a:lnTo>
                  <a:pt x="97" y="397"/>
                </a:lnTo>
                <a:lnTo>
                  <a:pt x="96" y="398"/>
                </a:lnTo>
                <a:lnTo>
                  <a:pt x="96" y="399"/>
                </a:lnTo>
                <a:lnTo>
                  <a:pt x="96" y="400"/>
                </a:lnTo>
                <a:lnTo>
                  <a:pt x="97" y="400"/>
                </a:lnTo>
                <a:lnTo>
                  <a:pt x="97" y="401"/>
                </a:lnTo>
                <a:lnTo>
                  <a:pt x="98" y="403"/>
                </a:lnTo>
                <a:lnTo>
                  <a:pt x="99" y="403"/>
                </a:lnTo>
                <a:lnTo>
                  <a:pt x="99" y="404"/>
                </a:lnTo>
                <a:lnTo>
                  <a:pt x="100" y="405"/>
                </a:lnTo>
                <a:lnTo>
                  <a:pt x="102" y="406"/>
                </a:lnTo>
                <a:lnTo>
                  <a:pt x="102" y="407"/>
                </a:lnTo>
                <a:lnTo>
                  <a:pt x="103" y="408"/>
                </a:lnTo>
                <a:lnTo>
                  <a:pt x="104" y="408"/>
                </a:lnTo>
                <a:lnTo>
                  <a:pt x="105" y="408"/>
                </a:lnTo>
                <a:lnTo>
                  <a:pt x="105" y="407"/>
                </a:lnTo>
                <a:lnTo>
                  <a:pt x="106" y="406"/>
                </a:lnTo>
                <a:lnTo>
                  <a:pt x="107" y="404"/>
                </a:lnTo>
                <a:lnTo>
                  <a:pt x="107" y="403"/>
                </a:lnTo>
                <a:lnTo>
                  <a:pt x="108" y="404"/>
                </a:lnTo>
                <a:lnTo>
                  <a:pt x="109" y="405"/>
                </a:lnTo>
                <a:lnTo>
                  <a:pt x="110" y="405"/>
                </a:lnTo>
                <a:lnTo>
                  <a:pt x="111" y="405"/>
                </a:lnTo>
                <a:lnTo>
                  <a:pt x="112" y="405"/>
                </a:lnTo>
                <a:lnTo>
                  <a:pt x="112" y="404"/>
                </a:lnTo>
                <a:lnTo>
                  <a:pt x="112" y="403"/>
                </a:lnTo>
                <a:lnTo>
                  <a:pt x="111" y="402"/>
                </a:lnTo>
                <a:lnTo>
                  <a:pt x="111" y="401"/>
                </a:lnTo>
                <a:lnTo>
                  <a:pt x="112" y="401"/>
                </a:lnTo>
                <a:lnTo>
                  <a:pt x="114" y="403"/>
                </a:lnTo>
                <a:lnTo>
                  <a:pt x="115" y="403"/>
                </a:lnTo>
                <a:lnTo>
                  <a:pt x="116" y="402"/>
                </a:lnTo>
                <a:lnTo>
                  <a:pt x="118" y="401"/>
                </a:lnTo>
                <a:lnTo>
                  <a:pt x="119" y="400"/>
                </a:lnTo>
                <a:lnTo>
                  <a:pt x="119" y="399"/>
                </a:lnTo>
                <a:lnTo>
                  <a:pt x="117" y="396"/>
                </a:lnTo>
                <a:lnTo>
                  <a:pt x="117" y="394"/>
                </a:lnTo>
                <a:lnTo>
                  <a:pt x="118" y="393"/>
                </a:lnTo>
                <a:lnTo>
                  <a:pt x="119" y="391"/>
                </a:lnTo>
                <a:lnTo>
                  <a:pt x="121" y="389"/>
                </a:lnTo>
                <a:lnTo>
                  <a:pt x="122" y="389"/>
                </a:lnTo>
                <a:lnTo>
                  <a:pt x="125" y="387"/>
                </a:lnTo>
                <a:lnTo>
                  <a:pt x="127" y="383"/>
                </a:lnTo>
                <a:lnTo>
                  <a:pt x="127" y="382"/>
                </a:lnTo>
                <a:lnTo>
                  <a:pt x="127" y="381"/>
                </a:lnTo>
                <a:lnTo>
                  <a:pt x="128" y="380"/>
                </a:lnTo>
                <a:lnTo>
                  <a:pt x="129" y="379"/>
                </a:lnTo>
                <a:lnTo>
                  <a:pt x="131" y="379"/>
                </a:lnTo>
                <a:lnTo>
                  <a:pt x="133" y="375"/>
                </a:lnTo>
                <a:lnTo>
                  <a:pt x="134" y="374"/>
                </a:lnTo>
                <a:lnTo>
                  <a:pt x="134" y="373"/>
                </a:lnTo>
                <a:lnTo>
                  <a:pt x="134" y="372"/>
                </a:lnTo>
                <a:lnTo>
                  <a:pt x="134" y="371"/>
                </a:lnTo>
                <a:lnTo>
                  <a:pt x="136" y="368"/>
                </a:lnTo>
                <a:lnTo>
                  <a:pt x="136" y="367"/>
                </a:lnTo>
                <a:lnTo>
                  <a:pt x="138" y="367"/>
                </a:lnTo>
                <a:lnTo>
                  <a:pt x="139" y="367"/>
                </a:lnTo>
                <a:lnTo>
                  <a:pt x="139" y="368"/>
                </a:lnTo>
                <a:lnTo>
                  <a:pt x="140" y="368"/>
                </a:lnTo>
                <a:lnTo>
                  <a:pt x="141" y="368"/>
                </a:lnTo>
                <a:lnTo>
                  <a:pt x="142" y="368"/>
                </a:lnTo>
                <a:lnTo>
                  <a:pt x="143" y="368"/>
                </a:lnTo>
                <a:lnTo>
                  <a:pt x="145" y="369"/>
                </a:lnTo>
                <a:lnTo>
                  <a:pt x="146" y="370"/>
                </a:lnTo>
                <a:lnTo>
                  <a:pt x="146" y="369"/>
                </a:lnTo>
                <a:lnTo>
                  <a:pt x="147" y="369"/>
                </a:lnTo>
                <a:lnTo>
                  <a:pt x="147" y="370"/>
                </a:lnTo>
                <a:lnTo>
                  <a:pt x="147" y="371"/>
                </a:lnTo>
                <a:lnTo>
                  <a:pt x="147" y="372"/>
                </a:lnTo>
                <a:lnTo>
                  <a:pt x="148" y="372"/>
                </a:lnTo>
                <a:lnTo>
                  <a:pt x="148" y="374"/>
                </a:lnTo>
                <a:lnTo>
                  <a:pt x="149" y="374"/>
                </a:lnTo>
                <a:lnTo>
                  <a:pt x="150" y="374"/>
                </a:lnTo>
                <a:lnTo>
                  <a:pt x="151" y="374"/>
                </a:lnTo>
                <a:lnTo>
                  <a:pt x="151" y="375"/>
                </a:lnTo>
                <a:lnTo>
                  <a:pt x="156" y="377"/>
                </a:lnTo>
                <a:lnTo>
                  <a:pt x="160" y="378"/>
                </a:lnTo>
                <a:lnTo>
                  <a:pt x="161" y="378"/>
                </a:lnTo>
                <a:lnTo>
                  <a:pt x="162" y="378"/>
                </a:lnTo>
                <a:lnTo>
                  <a:pt x="163" y="378"/>
                </a:lnTo>
                <a:lnTo>
                  <a:pt x="162" y="379"/>
                </a:lnTo>
                <a:lnTo>
                  <a:pt x="161" y="380"/>
                </a:lnTo>
                <a:lnTo>
                  <a:pt x="162" y="381"/>
                </a:lnTo>
                <a:lnTo>
                  <a:pt x="163" y="381"/>
                </a:lnTo>
                <a:lnTo>
                  <a:pt x="164" y="381"/>
                </a:lnTo>
                <a:lnTo>
                  <a:pt x="165" y="381"/>
                </a:lnTo>
                <a:lnTo>
                  <a:pt x="165" y="382"/>
                </a:lnTo>
                <a:lnTo>
                  <a:pt x="165" y="383"/>
                </a:lnTo>
                <a:lnTo>
                  <a:pt x="165" y="384"/>
                </a:lnTo>
                <a:lnTo>
                  <a:pt x="168" y="391"/>
                </a:lnTo>
                <a:lnTo>
                  <a:pt x="169" y="392"/>
                </a:lnTo>
                <a:lnTo>
                  <a:pt x="169" y="393"/>
                </a:lnTo>
                <a:lnTo>
                  <a:pt x="170" y="393"/>
                </a:lnTo>
                <a:lnTo>
                  <a:pt x="170" y="394"/>
                </a:lnTo>
                <a:lnTo>
                  <a:pt x="170" y="395"/>
                </a:lnTo>
                <a:lnTo>
                  <a:pt x="170" y="396"/>
                </a:lnTo>
                <a:lnTo>
                  <a:pt x="171" y="396"/>
                </a:lnTo>
                <a:lnTo>
                  <a:pt x="171" y="395"/>
                </a:lnTo>
                <a:lnTo>
                  <a:pt x="172" y="395"/>
                </a:lnTo>
                <a:lnTo>
                  <a:pt x="173" y="395"/>
                </a:lnTo>
                <a:lnTo>
                  <a:pt x="174" y="395"/>
                </a:lnTo>
                <a:lnTo>
                  <a:pt x="175" y="395"/>
                </a:lnTo>
                <a:lnTo>
                  <a:pt x="176" y="395"/>
                </a:lnTo>
                <a:lnTo>
                  <a:pt x="177" y="395"/>
                </a:lnTo>
                <a:lnTo>
                  <a:pt x="178" y="397"/>
                </a:lnTo>
                <a:lnTo>
                  <a:pt x="179" y="398"/>
                </a:lnTo>
                <a:lnTo>
                  <a:pt x="182" y="399"/>
                </a:lnTo>
                <a:lnTo>
                  <a:pt x="183" y="400"/>
                </a:lnTo>
                <a:lnTo>
                  <a:pt x="187" y="398"/>
                </a:lnTo>
                <a:lnTo>
                  <a:pt x="190" y="397"/>
                </a:lnTo>
                <a:lnTo>
                  <a:pt x="191" y="397"/>
                </a:lnTo>
                <a:lnTo>
                  <a:pt x="192" y="398"/>
                </a:lnTo>
                <a:lnTo>
                  <a:pt x="193" y="398"/>
                </a:lnTo>
                <a:lnTo>
                  <a:pt x="195" y="398"/>
                </a:lnTo>
                <a:lnTo>
                  <a:pt x="197" y="395"/>
                </a:lnTo>
                <a:lnTo>
                  <a:pt x="200" y="394"/>
                </a:lnTo>
                <a:lnTo>
                  <a:pt x="203" y="393"/>
                </a:lnTo>
                <a:lnTo>
                  <a:pt x="204" y="394"/>
                </a:lnTo>
                <a:lnTo>
                  <a:pt x="205" y="394"/>
                </a:lnTo>
                <a:lnTo>
                  <a:pt x="207" y="394"/>
                </a:lnTo>
                <a:lnTo>
                  <a:pt x="208" y="392"/>
                </a:lnTo>
                <a:lnTo>
                  <a:pt x="211" y="395"/>
                </a:lnTo>
                <a:lnTo>
                  <a:pt x="212" y="398"/>
                </a:lnTo>
                <a:lnTo>
                  <a:pt x="215" y="398"/>
                </a:lnTo>
                <a:lnTo>
                  <a:pt x="218" y="392"/>
                </a:lnTo>
                <a:lnTo>
                  <a:pt x="219" y="391"/>
                </a:lnTo>
                <a:lnTo>
                  <a:pt x="221" y="391"/>
                </a:lnTo>
                <a:lnTo>
                  <a:pt x="223" y="392"/>
                </a:lnTo>
                <a:lnTo>
                  <a:pt x="224" y="393"/>
                </a:lnTo>
                <a:lnTo>
                  <a:pt x="226" y="394"/>
                </a:lnTo>
                <a:lnTo>
                  <a:pt x="227" y="395"/>
                </a:lnTo>
                <a:lnTo>
                  <a:pt x="227" y="396"/>
                </a:lnTo>
                <a:lnTo>
                  <a:pt x="227" y="398"/>
                </a:lnTo>
                <a:lnTo>
                  <a:pt x="227" y="400"/>
                </a:lnTo>
                <a:lnTo>
                  <a:pt x="227" y="401"/>
                </a:lnTo>
                <a:lnTo>
                  <a:pt x="227" y="402"/>
                </a:lnTo>
                <a:lnTo>
                  <a:pt x="229" y="403"/>
                </a:lnTo>
                <a:lnTo>
                  <a:pt x="230" y="403"/>
                </a:lnTo>
                <a:lnTo>
                  <a:pt x="231" y="403"/>
                </a:lnTo>
                <a:lnTo>
                  <a:pt x="231" y="402"/>
                </a:lnTo>
                <a:lnTo>
                  <a:pt x="232" y="402"/>
                </a:lnTo>
                <a:lnTo>
                  <a:pt x="233" y="402"/>
                </a:lnTo>
                <a:lnTo>
                  <a:pt x="234" y="402"/>
                </a:lnTo>
                <a:lnTo>
                  <a:pt x="234" y="401"/>
                </a:lnTo>
                <a:lnTo>
                  <a:pt x="234" y="400"/>
                </a:lnTo>
                <a:lnTo>
                  <a:pt x="235" y="401"/>
                </a:lnTo>
                <a:lnTo>
                  <a:pt x="236" y="401"/>
                </a:lnTo>
                <a:lnTo>
                  <a:pt x="236" y="400"/>
                </a:lnTo>
                <a:lnTo>
                  <a:pt x="237" y="399"/>
                </a:lnTo>
                <a:lnTo>
                  <a:pt x="237" y="398"/>
                </a:lnTo>
                <a:lnTo>
                  <a:pt x="237" y="397"/>
                </a:lnTo>
                <a:lnTo>
                  <a:pt x="237" y="396"/>
                </a:lnTo>
                <a:lnTo>
                  <a:pt x="239" y="395"/>
                </a:lnTo>
                <a:lnTo>
                  <a:pt x="240" y="395"/>
                </a:lnTo>
                <a:lnTo>
                  <a:pt x="241" y="394"/>
                </a:lnTo>
                <a:lnTo>
                  <a:pt x="242" y="394"/>
                </a:lnTo>
                <a:lnTo>
                  <a:pt x="242" y="393"/>
                </a:lnTo>
                <a:lnTo>
                  <a:pt x="243" y="392"/>
                </a:lnTo>
                <a:lnTo>
                  <a:pt x="244" y="392"/>
                </a:lnTo>
                <a:lnTo>
                  <a:pt x="244" y="391"/>
                </a:lnTo>
                <a:lnTo>
                  <a:pt x="245" y="391"/>
                </a:lnTo>
                <a:lnTo>
                  <a:pt x="246" y="391"/>
                </a:lnTo>
                <a:lnTo>
                  <a:pt x="246" y="390"/>
                </a:lnTo>
                <a:lnTo>
                  <a:pt x="247" y="390"/>
                </a:lnTo>
                <a:lnTo>
                  <a:pt x="248" y="390"/>
                </a:lnTo>
                <a:lnTo>
                  <a:pt x="251" y="388"/>
                </a:lnTo>
                <a:lnTo>
                  <a:pt x="253" y="387"/>
                </a:lnTo>
                <a:lnTo>
                  <a:pt x="254" y="386"/>
                </a:lnTo>
                <a:lnTo>
                  <a:pt x="256" y="385"/>
                </a:lnTo>
                <a:lnTo>
                  <a:pt x="258" y="382"/>
                </a:lnTo>
                <a:lnTo>
                  <a:pt x="259" y="381"/>
                </a:lnTo>
                <a:lnTo>
                  <a:pt x="260" y="381"/>
                </a:lnTo>
                <a:lnTo>
                  <a:pt x="261" y="381"/>
                </a:lnTo>
                <a:lnTo>
                  <a:pt x="261" y="382"/>
                </a:lnTo>
                <a:lnTo>
                  <a:pt x="262" y="382"/>
                </a:lnTo>
                <a:lnTo>
                  <a:pt x="262" y="381"/>
                </a:lnTo>
                <a:lnTo>
                  <a:pt x="261" y="381"/>
                </a:lnTo>
                <a:lnTo>
                  <a:pt x="261" y="380"/>
                </a:lnTo>
                <a:lnTo>
                  <a:pt x="262" y="380"/>
                </a:lnTo>
                <a:lnTo>
                  <a:pt x="262" y="379"/>
                </a:lnTo>
                <a:lnTo>
                  <a:pt x="263" y="379"/>
                </a:lnTo>
                <a:lnTo>
                  <a:pt x="264" y="379"/>
                </a:lnTo>
                <a:lnTo>
                  <a:pt x="265" y="378"/>
                </a:lnTo>
                <a:lnTo>
                  <a:pt x="266" y="377"/>
                </a:lnTo>
                <a:lnTo>
                  <a:pt x="268" y="377"/>
                </a:lnTo>
                <a:lnTo>
                  <a:pt x="269" y="377"/>
                </a:lnTo>
                <a:lnTo>
                  <a:pt x="271" y="379"/>
                </a:lnTo>
                <a:lnTo>
                  <a:pt x="272" y="379"/>
                </a:lnTo>
                <a:lnTo>
                  <a:pt x="273" y="378"/>
                </a:lnTo>
                <a:lnTo>
                  <a:pt x="274" y="378"/>
                </a:lnTo>
                <a:lnTo>
                  <a:pt x="275" y="378"/>
                </a:lnTo>
                <a:lnTo>
                  <a:pt x="276" y="378"/>
                </a:lnTo>
                <a:lnTo>
                  <a:pt x="278" y="378"/>
                </a:lnTo>
                <a:lnTo>
                  <a:pt x="280" y="379"/>
                </a:lnTo>
                <a:lnTo>
                  <a:pt x="281" y="380"/>
                </a:lnTo>
                <a:lnTo>
                  <a:pt x="282" y="380"/>
                </a:lnTo>
                <a:lnTo>
                  <a:pt x="282" y="379"/>
                </a:lnTo>
                <a:lnTo>
                  <a:pt x="283" y="379"/>
                </a:lnTo>
                <a:lnTo>
                  <a:pt x="283" y="380"/>
                </a:lnTo>
                <a:lnTo>
                  <a:pt x="284" y="380"/>
                </a:lnTo>
                <a:lnTo>
                  <a:pt x="284" y="381"/>
                </a:lnTo>
                <a:lnTo>
                  <a:pt x="285" y="382"/>
                </a:lnTo>
                <a:lnTo>
                  <a:pt x="286" y="382"/>
                </a:lnTo>
                <a:lnTo>
                  <a:pt x="286" y="383"/>
                </a:lnTo>
                <a:lnTo>
                  <a:pt x="286" y="385"/>
                </a:lnTo>
                <a:lnTo>
                  <a:pt x="286" y="387"/>
                </a:lnTo>
                <a:lnTo>
                  <a:pt x="287" y="387"/>
                </a:lnTo>
                <a:lnTo>
                  <a:pt x="288" y="387"/>
                </a:lnTo>
                <a:lnTo>
                  <a:pt x="288" y="386"/>
                </a:lnTo>
                <a:lnTo>
                  <a:pt x="288" y="385"/>
                </a:lnTo>
                <a:lnTo>
                  <a:pt x="288" y="384"/>
                </a:lnTo>
                <a:lnTo>
                  <a:pt x="289" y="384"/>
                </a:lnTo>
                <a:lnTo>
                  <a:pt x="290" y="383"/>
                </a:lnTo>
                <a:lnTo>
                  <a:pt x="292" y="381"/>
                </a:lnTo>
                <a:lnTo>
                  <a:pt x="292" y="380"/>
                </a:lnTo>
                <a:lnTo>
                  <a:pt x="293" y="379"/>
                </a:lnTo>
                <a:lnTo>
                  <a:pt x="294" y="376"/>
                </a:lnTo>
                <a:lnTo>
                  <a:pt x="295" y="375"/>
                </a:lnTo>
                <a:lnTo>
                  <a:pt x="295" y="374"/>
                </a:lnTo>
                <a:lnTo>
                  <a:pt x="295" y="373"/>
                </a:lnTo>
                <a:lnTo>
                  <a:pt x="294" y="373"/>
                </a:lnTo>
                <a:lnTo>
                  <a:pt x="294" y="372"/>
                </a:lnTo>
                <a:lnTo>
                  <a:pt x="295" y="371"/>
                </a:lnTo>
                <a:lnTo>
                  <a:pt x="296" y="369"/>
                </a:lnTo>
                <a:lnTo>
                  <a:pt x="296" y="367"/>
                </a:lnTo>
                <a:lnTo>
                  <a:pt x="296" y="366"/>
                </a:lnTo>
                <a:lnTo>
                  <a:pt x="295" y="366"/>
                </a:lnTo>
                <a:lnTo>
                  <a:pt x="295" y="365"/>
                </a:lnTo>
                <a:lnTo>
                  <a:pt x="296" y="364"/>
                </a:lnTo>
                <a:lnTo>
                  <a:pt x="296" y="363"/>
                </a:lnTo>
                <a:lnTo>
                  <a:pt x="296" y="362"/>
                </a:lnTo>
                <a:lnTo>
                  <a:pt x="297" y="362"/>
                </a:lnTo>
                <a:lnTo>
                  <a:pt x="298" y="362"/>
                </a:lnTo>
                <a:lnTo>
                  <a:pt x="299" y="360"/>
                </a:lnTo>
                <a:lnTo>
                  <a:pt x="300" y="359"/>
                </a:lnTo>
                <a:lnTo>
                  <a:pt x="300" y="358"/>
                </a:lnTo>
                <a:lnTo>
                  <a:pt x="300" y="357"/>
                </a:lnTo>
                <a:lnTo>
                  <a:pt x="300" y="356"/>
                </a:lnTo>
                <a:lnTo>
                  <a:pt x="300" y="355"/>
                </a:lnTo>
                <a:lnTo>
                  <a:pt x="299" y="354"/>
                </a:lnTo>
                <a:lnTo>
                  <a:pt x="298" y="352"/>
                </a:lnTo>
                <a:lnTo>
                  <a:pt x="298" y="351"/>
                </a:lnTo>
                <a:lnTo>
                  <a:pt x="296" y="352"/>
                </a:lnTo>
                <a:lnTo>
                  <a:pt x="295" y="352"/>
                </a:lnTo>
                <a:lnTo>
                  <a:pt x="295" y="351"/>
                </a:lnTo>
                <a:lnTo>
                  <a:pt x="297" y="350"/>
                </a:lnTo>
                <a:lnTo>
                  <a:pt x="297" y="348"/>
                </a:lnTo>
                <a:lnTo>
                  <a:pt x="298" y="348"/>
                </a:lnTo>
                <a:lnTo>
                  <a:pt x="298" y="346"/>
                </a:lnTo>
                <a:lnTo>
                  <a:pt x="297" y="346"/>
                </a:lnTo>
                <a:lnTo>
                  <a:pt x="297" y="345"/>
                </a:lnTo>
                <a:lnTo>
                  <a:pt x="298" y="344"/>
                </a:lnTo>
                <a:lnTo>
                  <a:pt x="298" y="345"/>
                </a:lnTo>
                <a:lnTo>
                  <a:pt x="300" y="343"/>
                </a:lnTo>
                <a:lnTo>
                  <a:pt x="302" y="342"/>
                </a:lnTo>
                <a:lnTo>
                  <a:pt x="303" y="342"/>
                </a:lnTo>
                <a:lnTo>
                  <a:pt x="305" y="340"/>
                </a:lnTo>
                <a:lnTo>
                  <a:pt x="307" y="339"/>
                </a:lnTo>
                <a:lnTo>
                  <a:pt x="308" y="338"/>
                </a:lnTo>
                <a:lnTo>
                  <a:pt x="308" y="337"/>
                </a:lnTo>
                <a:lnTo>
                  <a:pt x="308" y="335"/>
                </a:lnTo>
                <a:lnTo>
                  <a:pt x="307" y="334"/>
                </a:lnTo>
                <a:lnTo>
                  <a:pt x="306" y="333"/>
                </a:lnTo>
                <a:lnTo>
                  <a:pt x="307" y="333"/>
                </a:lnTo>
                <a:lnTo>
                  <a:pt x="307" y="332"/>
                </a:lnTo>
                <a:lnTo>
                  <a:pt x="308" y="332"/>
                </a:lnTo>
                <a:lnTo>
                  <a:pt x="308" y="331"/>
                </a:lnTo>
                <a:lnTo>
                  <a:pt x="309" y="329"/>
                </a:lnTo>
                <a:lnTo>
                  <a:pt x="309" y="327"/>
                </a:lnTo>
                <a:lnTo>
                  <a:pt x="308" y="325"/>
                </a:lnTo>
                <a:lnTo>
                  <a:pt x="307" y="322"/>
                </a:lnTo>
                <a:lnTo>
                  <a:pt x="307" y="320"/>
                </a:lnTo>
                <a:lnTo>
                  <a:pt x="308" y="319"/>
                </a:lnTo>
                <a:lnTo>
                  <a:pt x="308" y="318"/>
                </a:lnTo>
                <a:lnTo>
                  <a:pt x="309" y="318"/>
                </a:lnTo>
                <a:lnTo>
                  <a:pt x="310" y="316"/>
                </a:lnTo>
                <a:lnTo>
                  <a:pt x="311" y="316"/>
                </a:lnTo>
                <a:lnTo>
                  <a:pt x="311" y="315"/>
                </a:lnTo>
                <a:lnTo>
                  <a:pt x="312" y="314"/>
                </a:lnTo>
                <a:lnTo>
                  <a:pt x="313" y="314"/>
                </a:lnTo>
                <a:lnTo>
                  <a:pt x="315" y="313"/>
                </a:lnTo>
                <a:lnTo>
                  <a:pt x="315" y="312"/>
                </a:lnTo>
                <a:lnTo>
                  <a:pt x="316" y="312"/>
                </a:lnTo>
                <a:lnTo>
                  <a:pt x="316" y="311"/>
                </a:lnTo>
                <a:lnTo>
                  <a:pt x="316" y="310"/>
                </a:lnTo>
                <a:lnTo>
                  <a:pt x="317" y="309"/>
                </a:lnTo>
                <a:lnTo>
                  <a:pt x="319" y="309"/>
                </a:lnTo>
                <a:lnTo>
                  <a:pt x="320" y="309"/>
                </a:lnTo>
                <a:lnTo>
                  <a:pt x="320" y="308"/>
                </a:lnTo>
                <a:lnTo>
                  <a:pt x="321" y="308"/>
                </a:lnTo>
                <a:lnTo>
                  <a:pt x="322" y="308"/>
                </a:lnTo>
                <a:lnTo>
                  <a:pt x="323" y="308"/>
                </a:lnTo>
                <a:lnTo>
                  <a:pt x="323" y="309"/>
                </a:lnTo>
                <a:lnTo>
                  <a:pt x="324" y="309"/>
                </a:lnTo>
                <a:lnTo>
                  <a:pt x="324" y="308"/>
                </a:lnTo>
                <a:lnTo>
                  <a:pt x="324" y="307"/>
                </a:lnTo>
                <a:lnTo>
                  <a:pt x="325" y="306"/>
                </a:lnTo>
                <a:lnTo>
                  <a:pt x="326" y="306"/>
                </a:lnTo>
                <a:lnTo>
                  <a:pt x="328" y="306"/>
                </a:lnTo>
                <a:lnTo>
                  <a:pt x="330" y="306"/>
                </a:lnTo>
                <a:lnTo>
                  <a:pt x="331" y="306"/>
                </a:lnTo>
                <a:lnTo>
                  <a:pt x="332" y="305"/>
                </a:lnTo>
                <a:lnTo>
                  <a:pt x="332" y="304"/>
                </a:lnTo>
                <a:lnTo>
                  <a:pt x="334" y="304"/>
                </a:lnTo>
                <a:lnTo>
                  <a:pt x="335" y="305"/>
                </a:lnTo>
                <a:lnTo>
                  <a:pt x="336" y="305"/>
                </a:lnTo>
                <a:lnTo>
                  <a:pt x="337" y="305"/>
                </a:lnTo>
                <a:lnTo>
                  <a:pt x="337" y="304"/>
                </a:lnTo>
                <a:lnTo>
                  <a:pt x="339" y="304"/>
                </a:lnTo>
                <a:lnTo>
                  <a:pt x="341" y="304"/>
                </a:lnTo>
                <a:lnTo>
                  <a:pt x="342" y="304"/>
                </a:lnTo>
                <a:lnTo>
                  <a:pt x="342" y="305"/>
                </a:lnTo>
                <a:lnTo>
                  <a:pt x="343" y="305"/>
                </a:lnTo>
                <a:lnTo>
                  <a:pt x="344" y="305"/>
                </a:lnTo>
                <a:lnTo>
                  <a:pt x="345" y="305"/>
                </a:lnTo>
                <a:lnTo>
                  <a:pt x="346" y="306"/>
                </a:lnTo>
                <a:lnTo>
                  <a:pt x="347" y="307"/>
                </a:lnTo>
                <a:lnTo>
                  <a:pt x="348" y="308"/>
                </a:lnTo>
                <a:lnTo>
                  <a:pt x="350" y="308"/>
                </a:lnTo>
                <a:lnTo>
                  <a:pt x="350" y="309"/>
                </a:lnTo>
                <a:lnTo>
                  <a:pt x="351" y="310"/>
                </a:lnTo>
                <a:lnTo>
                  <a:pt x="351" y="311"/>
                </a:lnTo>
                <a:lnTo>
                  <a:pt x="351" y="312"/>
                </a:lnTo>
                <a:lnTo>
                  <a:pt x="351" y="313"/>
                </a:lnTo>
                <a:lnTo>
                  <a:pt x="352" y="314"/>
                </a:lnTo>
                <a:lnTo>
                  <a:pt x="353" y="315"/>
                </a:lnTo>
                <a:lnTo>
                  <a:pt x="354" y="315"/>
                </a:lnTo>
                <a:lnTo>
                  <a:pt x="356" y="315"/>
                </a:lnTo>
                <a:lnTo>
                  <a:pt x="357" y="315"/>
                </a:lnTo>
                <a:lnTo>
                  <a:pt x="358" y="315"/>
                </a:lnTo>
                <a:lnTo>
                  <a:pt x="359" y="315"/>
                </a:lnTo>
                <a:lnTo>
                  <a:pt x="360" y="315"/>
                </a:lnTo>
                <a:lnTo>
                  <a:pt x="361" y="316"/>
                </a:lnTo>
                <a:lnTo>
                  <a:pt x="362" y="316"/>
                </a:lnTo>
                <a:lnTo>
                  <a:pt x="362" y="318"/>
                </a:lnTo>
                <a:lnTo>
                  <a:pt x="362" y="319"/>
                </a:lnTo>
                <a:lnTo>
                  <a:pt x="363" y="321"/>
                </a:lnTo>
                <a:lnTo>
                  <a:pt x="364" y="321"/>
                </a:lnTo>
                <a:lnTo>
                  <a:pt x="365" y="322"/>
                </a:lnTo>
                <a:lnTo>
                  <a:pt x="365" y="323"/>
                </a:lnTo>
                <a:lnTo>
                  <a:pt x="365" y="324"/>
                </a:lnTo>
                <a:lnTo>
                  <a:pt x="365" y="326"/>
                </a:lnTo>
                <a:lnTo>
                  <a:pt x="366" y="326"/>
                </a:lnTo>
                <a:lnTo>
                  <a:pt x="366" y="327"/>
                </a:lnTo>
                <a:lnTo>
                  <a:pt x="367" y="327"/>
                </a:lnTo>
                <a:lnTo>
                  <a:pt x="368" y="328"/>
                </a:lnTo>
                <a:lnTo>
                  <a:pt x="369" y="327"/>
                </a:lnTo>
                <a:lnTo>
                  <a:pt x="370" y="326"/>
                </a:lnTo>
                <a:lnTo>
                  <a:pt x="370" y="325"/>
                </a:lnTo>
                <a:lnTo>
                  <a:pt x="371" y="324"/>
                </a:lnTo>
                <a:lnTo>
                  <a:pt x="372" y="323"/>
                </a:lnTo>
                <a:lnTo>
                  <a:pt x="373" y="322"/>
                </a:lnTo>
                <a:lnTo>
                  <a:pt x="374" y="322"/>
                </a:lnTo>
                <a:lnTo>
                  <a:pt x="375" y="323"/>
                </a:lnTo>
                <a:lnTo>
                  <a:pt x="376" y="323"/>
                </a:lnTo>
                <a:lnTo>
                  <a:pt x="376" y="324"/>
                </a:lnTo>
                <a:lnTo>
                  <a:pt x="379" y="324"/>
                </a:lnTo>
                <a:lnTo>
                  <a:pt x="382" y="323"/>
                </a:lnTo>
                <a:lnTo>
                  <a:pt x="383" y="322"/>
                </a:lnTo>
                <a:lnTo>
                  <a:pt x="383" y="321"/>
                </a:lnTo>
                <a:lnTo>
                  <a:pt x="383" y="319"/>
                </a:lnTo>
                <a:lnTo>
                  <a:pt x="383" y="318"/>
                </a:lnTo>
                <a:lnTo>
                  <a:pt x="385" y="317"/>
                </a:lnTo>
                <a:lnTo>
                  <a:pt x="386" y="317"/>
                </a:lnTo>
                <a:lnTo>
                  <a:pt x="387" y="316"/>
                </a:lnTo>
                <a:lnTo>
                  <a:pt x="388" y="316"/>
                </a:lnTo>
                <a:lnTo>
                  <a:pt x="390" y="316"/>
                </a:lnTo>
                <a:lnTo>
                  <a:pt x="391" y="315"/>
                </a:lnTo>
                <a:lnTo>
                  <a:pt x="391" y="316"/>
                </a:lnTo>
                <a:lnTo>
                  <a:pt x="392" y="316"/>
                </a:lnTo>
                <a:lnTo>
                  <a:pt x="393" y="315"/>
                </a:lnTo>
                <a:lnTo>
                  <a:pt x="394" y="315"/>
                </a:lnTo>
                <a:lnTo>
                  <a:pt x="395" y="315"/>
                </a:lnTo>
                <a:lnTo>
                  <a:pt x="396" y="316"/>
                </a:lnTo>
                <a:lnTo>
                  <a:pt x="397" y="316"/>
                </a:lnTo>
                <a:lnTo>
                  <a:pt x="398" y="316"/>
                </a:lnTo>
                <a:lnTo>
                  <a:pt x="399" y="316"/>
                </a:lnTo>
                <a:lnTo>
                  <a:pt x="400" y="317"/>
                </a:lnTo>
                <a:lnTo>
                  <a:pt x="403" y="317"/>
                </a:lnTo>
                <a:lnTo>
                  <a:pt x="405" y="318"/>
                </a:lnTo>
                <a:lnTo>
                  <a:pt x="406" y="317"/>
                </a:lnTo>
                <a:lnTo>
                  <a:pt x="407" y="316"/>
                </a:lnTo>
                <a:lnTo>
                  <a:pt x="408" y="315"/>
                </a:lnTo>
                <a:lnTo>
                  <a:pt x="409" y="313"/>
                </a:lnTo>
                <a:lnTo>
                  <a:pt x="410" y="313"/>
                </a:lnTo>
                <a:lnTo>
                  <a:pt x="409" y="312"/>
                </a:lnTo>
                <a:lnTo>
                  <a:pt x="410" y="312"/>
                </a:lnTo>
                <a:lnTo>
                  <a:pt x="411" y="311"/>
                </a:lnTo>
                <a:lnTo>
                  <a:pt x="412" y="311"/>
                </a:lnTo>
                <a:lnTo>
                  <a:pt x="414" y="311"/>
                </a:lnTo>
                <a:lnTo>
                  <a:pt x="416" y="309"/>
                </a:lnTo>
                <a:lnTo>
                  <a:pt x="417" y="309"/>
                </a:lnTo>
                <a:lnTo>
                  <a:pt x="418" y="309"/>
                </a:lnTo>
                <a:lnTo>
                  <a:pt x="419" y="309"/>
                </a:lnTo>
                <a:lnTo>
                  <a:pt x="420" y="312"/>
                </a:lnTo>
                <a:lnTo>
                  <a:pt x="421" y="313"/>
                </a:lnTo>
                <a:lnTo>
                  <a:pt x="422" y="313"/>
                </a:lnTo>
                <a:lnTo>
                  <a:pt x="423" y="312"/>
                </a:lnTo>
                <a:lnTo>
                  <a:pt x="427" y="310"/>
                </a:lnTo>
                <a:lnTo>
                  <a:pt x="429" y="309"/>
                </a:lnTo>
                <a:lnTo>
                  <a:pt x="431" y="308"/>
                </a:lnTo>
                <a:lnTo>
                  <a:pt x="433" y="309"/>
                </a:lnTo>
                <a:lnTo>
                  <a:pt x="434" y="309"/>
                </a:lnTo>
                <a:lnTo>
                  <a:pt x="435" y="309"/>
                </a:lnTo>
                <a:lnTo>
                  <a:pt x="436" y="309"/>
                </a:lnTo>
                <a:lnTo>
                  <a:pt x="437" y="309"/>
                </a:lnTo>
                <a:lnTo>
                  <a:pt x="438" y="309"/>
                </a:lnTo>
                <a:lnTo>
                  <a:pt x="439" y="308"/>
                </a:lnTo>
                <a:lnTo>
                  <a:pt x="440" y="307"/>
                </a:lnTo>
                <a:lnTo>
                  <a:pt x="443" y="306"/>
                </a:lnTo>
                <a:lnTo>
                  <a:pt x="444" y="306"/>
                </a:lnTo>
                <a:lnTo>
                  <a:pt x="444" y="305"/>
                </a:lnTo>
                <a:lnTo>
                  <a:pt x="444" y="304"/>
                </a:lnTo>
                <a:lnTo>
                  <a:pt x="444" y="303"/>
                </a:lnTo>
                <a:lnTo>
                  <a:pt x="445" y="303"/>
                </a:lnTo>
                <a:lnTo>
                  <a:pt x="446" y="303"/>
                </a:lnTo>
                <a:lnTo>
                  <a:pt x="446" y="302"/>
                </a:lnTo>
                <a:lnTo>
                  <a:pt x="446" y="303"/>
                </a:lnTo>
                <a:lnTo>
                  <a:pt x="447" y="303"/>
                </a:lnTo>
                <a:lnTo>
                  <a:pt x="449" y="303"/>
                </a:lnTo>
                <a:lnTo>
                  <a:pt x="450" y="302"/>
                </a:lnTo>
                <a:lnTo>
                  <a:pt x="451" y="302"/>
                </a:lnTo>
                <a:lnTo>
                  <a:pt x="452" y="302"/>
                </a:lnTo>
                <a:lnTo>
                  <a:pt x="453" y="302"/>
                </a:lnTo>
                <a:lnTo>
                  <a:pt x="454" y="302"/>
                </a:lnTo>
                <a:lnTo>
                  <a:pt x="455" y="302"/>
                </a:lnTo>
                <a:lnTo>
                  <a:pt x="457" y="303"/>
                </a:lnTo>
                <a:lnTo>
                  <a:pt x="459" y="304"/>
                </a:lnTo>
                <a:lnTo>
                  <a:pt x="461" y="304"/>
                </a:lnTo>
                <a:lnTo>
                  <a:pt x="461" y="305"/>
                </a:lnTo>
                <a:lnTo>
                  <a:pt x="462" y="305"/>
                </a:lnTo>
                <a:lnTo>
                  <a:pt x="463" y="305"/>
                </a:lnTo>
                <a:lnTo>
                  <a:pt x="464" y="305"/>
                </a:lnTo>
                <a:lnTo>
                  <a:pt x="465" y="305"/>
                </a:lnTo>
                <a:lnTo>
                  <a:pt x="465" y="306"/>
                </a:lnTo>
                <a:lnTo>
                  <a:pt x="466" y="306"/>
                </a:lnTo>
                <a:lnTo>
                  <a:pt x="467" y="307"/>
                </a:lnTo>
                <a:lnTo>
                  <a:pt x="468" y="307"/>
                </a:lnTo>
                <a:lnTo>
                  <a:pt x="469" y="307"/>
                </a:lnTo>
                <a:lnTo>
                  <a:pt x="469" y="306"/>
                </a:lnTo>
                <a:lnTo>
                  <a:pt x="470" y="305"/>
                </a:lnTo>
                <a:lnTo>
                  <a:pt x="471" y="305"/>
                </a:lnTo>
                <a:lnTo>
                  <a:pt x="473" y="306"/>
                </a:lnTo>
                <a:lnTo>
                  <a:pt x="474" y="305"/>
                </a:lnTo>
                <a:lnTo>
                  <a:pt x="474" y="304"/>
                </a:lnTo>
                <a:lnTo>
                  <a:pt x="476" y="304"/>
                </a:lnTo>
                <a:lnTo>
                  <a:pt x="478" y="304"/>
                </a:lnTo>
                <a:lnTo>
                  <a:pt x="479" y="303"/>
                </a:lnTo>
                <a:lnTo>
                  <a:pt x="481" y="302"/>
                </a:lnTo>
                <a:lnTo>
                  <a:pt x="482" y="300"/>
                </a:lnTo>
                <a:lnTo>
                  <a:pt x="484" y="299"/>
                </a:lnTo>
                <a:lnTo>
                  <a:pt x="486" y="297"/>
                </a:lnTo>
                <a:lnTo>
                  <a:pt x="488" y="296"/>
                </a:lnTo>
                <a:lnTo>
                  <a:pt x="489" y="295"/>
                </a:lnTo>
                <a:lnTo>
                  <a:pt x="490" y="295"/>
                </a:lnTo>
                <a:lnTo>
                  <a:pt x="490" y="296"/>
                </a:lnTo>
                <a:lnTo>
                  <a:pt x="491" y="295"/>
                </a:lnTo>
                <a:lnTo>
                  <a:pt x="492" y="295"/>
                </a:lnTo>
                <a:lnTo>
                  <a:pt x="493" y="294"/>
                </a:lnTo>
                <a:lnTo>
                  <a:pt x="494" y="293"/>
                </a:lnTo>
                <a:lnTo>
                  <a:pt x="495" y="293"/>
                </a:lnTo>
                <a:lnTo>
                  <a:pt x="495" y="292"/>
                </a:lnTo>
                <a:lnTo>
                  <a:pt x="494" y="292"/>
                </a:lnTo>
                <a:lnTo>
                  <a:pt x="493" y="292"/>
                </a:lnTo>
                <a:lnTo>
                  <a:pt x="493" y="293"/>
                </a:lnTo>
                <a:lnTo>
                  <a:pt x="492" y="293"/>
                </a:lnTo>
                <a:lnTo>
                  <a:pt x="492" y="292"/>
                </a:lnTo>
                <a:lnTo>
                  <a:pt x="491" y="292"/>
                </a:lnTo>
                <a:lnTo>
                  <a:pt x="491" y="291"/>
                </a:lnTo>
                <a:lnTo>
                  <a:pt x="490" y="291"/>
                </a:lnTo>
                <a:lnTo>
                  <a:pt x="490" y="290"/>
                </a:lnTo>
                <a:lnTo>
                  <a:pt x="490" y="289"/>
                </a:lnTo>
                <a:lnTo>
                  <a:pt x="491" y="288"/>
                </a:lnTo>
                <a:lnTo>
                  <a:pt x="492" y="287"/>
                </a:lnTo>
                <a:lnTo>
                  <a:pt x="493" y="286"/>
                </a:lnTo>
                <a:lnTo>
                  <a:pt x="494" y="285"/>
                </a:lnTo>
                <a:lnTo>
                  <a:pt x="494" y="284"/>
                </a:lnTo>
                <a:lnTo>
                  <a:pt x="494" y="283"/>
                </a:lnTo>
                <a:lnTo>
                  <a:pt x="494" y="282"/>
                </a:lnTo>
                <a:lnTo>
                  <a:pt x="493" y="282"/>
                </a:lnTo>
                <a:lnTo>
                  <a:pt x="492" y="282"/>
                </a:lnTo>
                <a:lnTo>
                  <a:pt x="492" y="281"/>
                </a:lnTo>
                <a:lnTo>
                  <a:pt x="491" y="281"/>
                </a:lnTo>
                <a:lnTo>
                  <a:pt x="492" y="281"/>
                </a:lnTo>
                <a:lnTo>
                  <a:pt x="493" y="280"/>
                </a:lnTo>
                <a:lnTo>
                  <a:pt x="492" y="279"/>
                </a:lnTo>
                <a:lnTo>
                  <a:pt x="492" y="278"/>
                </a:lnTo>
                <a:lnTo>
                  <a:pt x="491" y="278"/>
                </a:lnTo>
                <a:lnTo>
                  <a:pt x="490" y="278"/>
                </a:lnTo>
                <a:lnTo>
                  <a:pt x="490" y="277"/>
                </a:lnTo>
                <a:lnTo>
                  <a:pt x="489" y="277"/>
                </a:lnTo>
                <a:lnTo>
                  <a:pt x="488" y="277"/>
                </a:lnTo>
                <a:lnTo>
                  <a:pt x="487" y="277"/>
                </a:lnTo>
                <a:lnTo>
                  <a:pt x="487" y="276"/>
                </a:lnTo>
                <a:lnTo>
                  <a:pt x="487" y="275"/>
                </a:lnTo>
                <a:lnTo>
                  <a:pt x="488" y="275"/>
                </a:lnTo>
                <a:lnTo>
                  <a:pt x="488" y="274"/>
                </a:lnTo>
                <a:lnTo>
                  <a:pt x="488" y="273"/>
                </a:lnTo>
                <a:lnTo>
                  <a:pt x="488" y="272"/>
                </a:lnTo>
                <a:lnTo>
                  <a:pt x="488" y="271"/>
                </a:lnTo>
                <a:lnTo>
                  <a:pt x="488" y="270"/>
                </a:lnTo>
                <a:lnTo>
                  <a:pt x="488" y="269"/>
                </a:lnTo>
                <a:lnTo>
                  <a:pt x="489" y="269"/>
                </a:lnTo>
                <a:lnTo>
                  <a:pt x="489" y="268"/>
                </a:lnTo>
                <a:lnTo>
                  <a:pt x="490" y="268"/>
                </a:lnTo>
                <a:lnTo>
                  <a:pt x="491" y="267"/>
                </a:lnTo>
                <a:lnTo>
                  <a:pt x="491" y="266"/>
                </a:lnTo>
                <a:lnTo>
                  <a:pt x="492" y="266"/>
                </a:lnTo>
                <a:lnTo>
                  <a:pt x="492" y="265"/>
                </a:lnTo>
                <a:lnTo>
                  <a:pt x="491" y="265"/>
                </a:lnTo>
                <a:lnTo>
                  <a:pt x="490" y="264"/>
                </a:lnTo>
                <a:lnTo>
                  <a:pt x="490" y="263"/>
                </a:lnTo>
                <a:lnTo>
                  <a:pt x="489" y="262"/>
                </a:lnTo>
                <a:lnTo>
                  <a:pt x="489" y="261"/>
                </a:lnTo>
                <a:lnTo>
                  <a:pt x="488" y="260"/>
                </a:lnTo>
                <a:lnTo>
                  <a:pt x="488" y="259"/>
                </a:lnTo>
                <a:lnTo>
                  <a:pt x="487" y="259"/>
                </a:lnTo>
                <a:lnTo>
                  <a:pt x="486" y="258"/>
                </a:lnTo>
                <a:lnTo>
                  <a:pt x="486" y="257"/>
                </a:lnTo>
                <a:lnTo>
                  <a:pt x="485" y="256"/>
                </a:lnTo>
                <a:lnTo>
                  <a:pt x="484" y="255"/>
                </a:lnTo>
                <a:lnTo>
                  <a:pt x="483" y="255"/>
                </a:lnTo>
                <a:lnTo>
                  <a:pt x="482" y="255"/>
                </a:lnTo>
                <a:lnTo>
                  <a:pt x="482" y="256"/>
                </a:lnTo>
                <a:lnTo>
                  <a:pt x="481" y="256"/>
                </a:lnTo>
                <a:lnTo>
                  <a:pt x="480" y="256"/>
                </a:lnTo>
                <a:lnTo>
                  <a:pt x="480" y="255"/>
                </a:lnTo>
                <a:lnTo>
                  <a:pt x="479" y="255"/>
                </a:lnTo>
                <a:lnTo>
                  <a:pt x="478" y="255"/>
                </a:lnTo>
                <a:lnTo>
                  <a:pt x="477" y="255"/>
                </a:lnTo>
                <a:lnTo>
                  <a:pt x="477" y="254"/>
                </a:lnTo>
                <a:lnTo>
                  <a:pt x="476" y="254"/>
                </a:lnTo>
                <a:lnTo>
                  <a:pt x="476" y="253"/>
                </a:lnTo>
                <a:lnTo>
                  <a:pt x="476" y="252"/>
                </a:lnTo>
                <a:lnTo>
                  <a:pt x="475" y="252"/>
                </a:lnTo>
                <a:lnTo>
                  <a:pt x="476" y="252"/>
                </a:lnTo>
                <a:lnTo>
                  <a:pt x="476" y="251"/>
                </a:lnTo>
                <a:lnTo>
                  <a:pt x="476" y="250"/>
                </a:lnTo>
                <a:lnTo>
                  <a:pt x="478" y="248"/>
                </a:lnTo>
                <a:lnTo>
                  <a:pt x="478" y="247"/>
                </a:lnTo>
                <a:lnTo>
                  <a:pt x="478" y="246"/>
                </a:lnTo>
                <a:lnTo>
                  <a:pt x="479" y="246"/>
                </a:lnTo>
                <a:lnTo>
                  <a:pt x="480" y="246"/>
                </a:lnTo>
                <a:lnTo>
                  <a:pt x="480" y="245"/>
                </a:lnTo>
                <a:lnTo>
                  <a:pt x="480" y="244"/>
                </a:lnTo>
                <a:lnTo>
                  <a:pt x="480" y="242"/>
                </a:lnTo>
                <a:lnTo>
                  <a:pt x="480" y="241"/>
                </a:lnTo>
                <a:lnTo>
                  <a:pt x="479" y="240"/>
                </a:lnTo>
                <a:lnTo>
                  <a:pt x="478" y="238"/>
                </a:lnTo>
                <a:lnTo>
                  <a:pt x="477" y="237"/>
                </a:lnTo>
                <a:lnTo>
                  <a:pt x="476" y="236"/>
                </a:lnTo>
                <a:lnTo>
                  <a:pt x="475" y="236"/>
                </a:lnTo>
                <a:lnTo>
                  <a:pt x="474" y="236"/>
                </a:lnTo>
                <a:lnTo>
                  <a:pt x="474" y="235"/>
                </a:lnTo>
                <a:lnTo>
                  <a:pt x="473" y="235"/>
                </a:lnTo>
                <a:lnTo>
                  <a:pt x="473" y="234"/>
                </a:lnTo>
                <a:lnTo>
                  <a:pt x="473" y="233"/>
                </a:lnTo>
                <a:lnTo>
                  <a:pt x="473" y="232"/>
                </a:lnTo>
                <a:lnTo>
                  <a:pt x="472" y="232"/>
                </a:lnTo>
                <a:lnTo>
                  <a:pt x="471" y="232"/>
                </a:lnTo>
                <a:lnTo>
                  <a:pt x="471" y="231"/>
                </a:lnTo>
                <a:lnTo>
                  <a:pt x="470" y="231"/>
                </a:lnTo>
                <a:lnTo>
                  <a:pt x="470" y="230"/>
                </a:lnTo>
                <a:lnTo>
                  <a:pt x="470" y="229"/>
                </a:lnTo>
                <a:lnTo>
                  <a:pt x="469" y="228"/>
                </a:lnTo>
                <a:lnTo>
                  <a:pt x="468" y="228"/>
                </a:lnTo>
                <a:lnTo>
                  <a:pt x="467" y="228"/>
                </a:lnTo>
                <a:lnTo>
                  <a:pt x="466" y="228"/>
                </a:lnTo>
                <a:lnTo>
                  <a:pt x="466" y="227"/>
                </a:lnTo>
                <a:lnTo>
                  <a:pt x="465" y="226"/>
                </a:lnTo>
                <a:lnTo>
                  <a:pt x="463" y="225"/>
                </a:lnTo>
                <a:lnTo>
                  <a:pt x="461" y="224"/>
                </a:lnTo>
                <a:lnTo>
                  <a:pt x="459" y="223"/>
                </a:lnTo>
                <a:lnTo>
                  <a:pt x="458" y="222"/>
                </a:lnTo>
                <a:lnTo>
                  <a:pt x="457" y="223"/>
                </a:lnTo>
                <a:lnTo>
                  <a:pt x="456" y="222"/>
                </a:lnTo>
                <a:lnTo>
                  <a:pt x="455" y="222"/>
                </a:lnTo>
                <a:lnTo>
                  <a:pt x="454" y="222"/>
                </a:lnTo>
                <a:lnTo>
                  <a:pt x="453" y="222"/>
                </a:lnTo>
                <a:lnTo>
                  <a:pt x="452" y="222"/>
                </a:lnTo>
                <a:lnTo>
                  <a:pt x="451" y="222"/>
                </a:lnTo>
                <a:lnTo>
                  <a:pt x="450" y="222"/>
                </a:lnTo>
                <a:lnTo>
                  <a:pt x="449" y="223"/>
                </a:lnTo>
                <a:lnTo>
                  <a:pt x="448" y="223"/>
                </a:lnTo>
                <a:lnTo>
                  <a:pt x="446" y="225"/>
                </a:lnTo>
                <a:lnTo>
                  <a:pt x="445" y="225"/>
                </a:lnTo>
                <a:lnTo>
                  <a:pt x="444" y="226"/>
                </a:lnTo>
                <a:lnTo>
                  <a:pt x="443" y="226"/>
                </a:lnTo>
                <a:lnTo>
                  <a:pt x="443" y="227"/>
                </a:lnTo>
                <a:lnTo>
                  <a:pt x="440" y="228"/>
                </a:lnTo>
                <a:lnTo>
                  <a:pt x="439" y="228"/>
                </a:lnTo>
                <a:lnTo>
                  <a:pt x="438" y="228"/>
                </a:lnTo>
                <a:lnTo>
                  <a:pt x="438" y="229"/>
                </a:lnTo>
                <a:lnTo>
                  <a:pt x="437" y="229"/>
                </a:lnTo>
                <a:lnTo>
                  <a:pt x="437" y="230"/>
                </a:lnTo>
                <a:lnTo>
                  <a:pt x="437" y="231"/>
                </a:lnTo>
                <a:lnTo>
                  <a:pt x="438" y="231"/>
                </a:lnTo>
                <a:lnTo>
                  <a:pt x="438" y="232"/>
                </a:lnTo>
                <a:lnTo>
                  <a:pt x="439" y="233"/>
                </a:lnTo>
                <a:lnTo>
                  <a:pt x="439" y="234"/>
                </a:lnTo>
                <a:lnTo>
                  <a:pt x="438" y="234"/>
                </a:lnTo>
                <a:lnTo>
                  <a:pt x="437" y="234"/>
                </a:lnTo>
                <a:lnTo>
                  <a:pt x="436" y="234"/>
                </a:lnTo>
                <a:lnTo>
                  <a:pt x="436" y="232"/>
                </a:lnTo>
                <a:lnTo>
                  <a:pt x="435" y="232"/>
                </a:lnTo>
                <a:lnTo>
                  <a:pt x="435" y="231"/>
                </a:lnTo>
                <a:lnTo>
                  <a:pt x="434" y="231"/>
                </a:lnTo>
                <a:lnTo>
                  <a:pt x="433" y="232"/>
                </a:lnTo>
                <a:lnTo>
                  <a:pt x="432" y="232"/>
                </a:lnTo>
                <a:lnTo>
                  <a:pt x="431" y="232"/>
                </a:lnTo>
                <a:lnTo>
                  <a:pt x="430" y="232"/>
                </a:lnTo>
                <a:lnTo>
                  <a:pt x="430" y="233"/>
                </a:lnTo>
                <a:lnTo>
                  <a:pt x="430" y="234"/>
                </a:lnTo>
                <a:lnTo>
                  <a:pt x="429" y="234"/>
                </a:lnTo>
                <a:lnTo>
                  <a:pt x="428" y="233"/>
                </a:lnTo>
                <a:lnTo>
                  <a:pt x="428" y="232"/>
                </a:lnTo>
                <a:lnTo>
                  <a:pt x="427" y="231"/>
                </a:lnTo>
                <a:lnTo>
                  <a:pt x="427" y="230"/>
                </a:lnTo>
                <a:lnTo>
                  <a:pt x="427" y="229"/>
                </a:lnTo>
                <a:lnTo>
                  <a:pt x="426" y="228"/>
                </a:lnTo>
                <a:lnTo>
                  <a:pt x="425" y="228"/>
                </a:lnTo>
                <a:lnTo>
                  <a:pt x="424" y="227"/>
                </a:lnTo>
                <a:lnTo>
                  <a:pt x="422" y="226"/>
                </a:lnTo>
                <a:lnTo>
                  <a:pt x="421" y="227"/>
                </a:lnTo>
                <a:lnTo>
                  <a:pt x="421" y="228"/>
                </a:lnTo>
                <a:lnTo>
                  <a:pt x="421" y="229"/>
                </a:lnTo>
                <a:lnTo>
                  <a:pt x="420" y="229"/>
                </a:lnTo>
                <a:lnTo>
                  <a:pt x="419" y="229"/>
                </a:lnTo>
                <a:lnTo>
                  <a:pt x="419" y="228"/>
                </a:lnTo>
                <a:lnTo>
                  <a:pt x="418" y="228"/>
                </a:lnTo>
                <a:lnTo>
                  <a:pt x="417" y="228"/>
                </a:lnTo>
                <a:lnTo>
                  <a:pt x="415" y="229"/>
                </a:lnTo>
                <a:lnTo>
                  <a:pt x="415" y="230"/>
                </a:lnTo>
                <a:lnTo>
                  <a:pt x="415" y="231"/>
                </a:lnTo>
                <a:lnTo>
                  <a:pt x="414" y="231"/>
                </a:lnTo>
                <a:lnTo>
                  <a:pt x="413" y="232"/>
                </a:lnTo>
                <a:lnTo>
                  <a:pt x="411" y="231"/>
                </a:lnTo>
                <a:lnTo>
                  <a:pt x="410" y="231"/>
                </a:lnTo>
                <a:lnTo>
                  <a:pt x="410" y="230"/>
                </a:lnTo>
                <a:lnTo>
                  <a:pt x="410" y="229"/>
                </a:lnTo>
                <a:lnTo>
                  <a:pt x="410" y="228"/>
                </a:lnTo>
                <a:lnTo>
                  <a:pt x="410" y="227"/>
                </a:lnTo>
                <a:lnTo>
                  <a:pt x="409" y="227"/>
                </a:lnTo>
                <a:lnTo>
                  <a:pt x="409" y="226"/>
                </a:lnTo>
                <a:lnTo>
                  <a:pt x="408" y="225"/>
                </a:lnTo>
                <a:lnTo>
                  <a:pt x="407" y="224"/>
                </a:lnTo>
                <a:lnTo>
                  <a:pt x="407" y="222"/>
                </a:lnTo>
                <a:lnTo>
                  <a:pt x="407" y="221"/>
                </a:lnTo>
                <a:lnTo>
                  <a:pt x="408" y="220"/>
                </a:lnTo>
                <a:lnTo>
                  <a:pt x="408" y="219"/>
                </a:lnTo>
                <a:lnTo>
                  <a:pt x="409" y="217"/>
                </a:lnTo>
                <a:lnTo>
                  <a:pt x="409" y="216"/>
                </a:lnTo>
                <a:lnTo>
                  <a:pt x="409" y="215"/>
                </a:lnTo>
                <a:lnTo>
                  <a:pt x="409" y="214"/>
                </a:lnTo>
                <a:lnTo>
                  <a:pt x="410" y="214"/>
                </a:lnTo>
                <a:lnTo>
                  <a:pt x="410" y="213"/>
                </a:lnTo>
                <a:lnTo>
                  <a:pt x="411" y="212"/>
                </a:lnTo>
                <a:lnTo>
                  <a:pt x="411" y="211"/>
                </a:lnTo>
                <a:lnTo>
                  <a:pt x="412" y="209"/>
                </a:lnTo>
                <a:lnTo>
                  <a:pt x="412" y="208"/>
                </a:lnTo>
                <a:lnTo>
                  <a:pt x="413" y="208"/>
                </a:lnTo>
                <a:lnTo>
                  <a:pt x="413" y="207"/>
                </a:lnTo>
                <a:lnTo>
                  <a:pt x="412" y="207"/>
                </a:lnTo>
                <a:lnTo>
                  <a:pt x="411" y="207"/>
                </a:lnTo>
                <a:lnTo>
                  <a:pt x="411" y="206"/>
                </a:lnTo>
                <a:lnTo>
                  <a:pt x="410" y="206"/>
                </a:lnTo>
                <a:lnTo>
                  <a:pt x="410" y="205"/>
                </a:lnTo>
                <a:lnTo>
                  <a:pt x="409" y="205"/>
                </a:lnTo>
                <a:lnTo>
                  <a:pt x="409" y="204"/>
                </a:lnTo>
                <a:lnTo>
                  <a:pt x="408" y="205"/>
                </a:lnTo>
                <a:lnTo>
                  <a:pt x="407" y="205"/>
                </a:lnTo>
                <a:lnTo>
                  <a:pt x="406" y="204"/>
                </a:lnTo>
                <a:lnTo>
                  <a:pt x="404" y="203"/>
                </a:lnTo>
                <a:lnTo>
                  <a:pt x="404" y="202"/>
                </a:lnTo>
                <a:lnTo>
                  <a:pt x="402" y="199"/>
                </a:lnTo>
                <a:lnTo>
                  <a:pt x="402" y="197"/>
                </a:lnTo>
                <a:lnTo>
                  <a:pt x="401" y="194"/>
                </a:lnTo>
                <a:lnTo>
                  <a:pt x="400" y="193"/>
                </a:lnTo>
                <a:lnTo>
                  <a:pt x="399" y="193"/>
                </a:lnTo>
                <a:lnTo>
                  <a:pt x="397" y="193"/>
                </a:lnTo>
                <a:lnTo>
                  <a:pt x="396" y="193"/>
                </a:lnTo>
                <a:lnTo>
                  <a:pt x="395" y="192"/>
                </a:lnTo>
                <a:lnTo>
                  <a:pt x="395" y="191"/>
                </a:lnTo>
                <a:lnTo>
                  <a:pt x="395" y="190"/>
                </a:lnTo>
                <a:lnTo>
                  <a:pt x="395" y="189"/>
                </a:lnTo>
                <a:lnTo>
                  <a:pt x="394" y="188"/>
                </a:lnTo>
                <a:lnTo>
                  <a:pt x="394" y="187"/>
                </a:lnTo>
                <a:lnTo>
                  <a:pt x="393" y="187"/>
                </a:lnTo>
                <a:lnTo>
                  <a:pt x="392" y="187"/>
                </a:lnTo>
                <a:lnTo>
                  <a:pt x="391" y="188"/>
                </a:lnTo>
                <a:lnTo>
                  <a:pt x="391" y="189"/>
                </a:lnTo>
                <a:lnTo>
                  <a:pt x="391" y="190"/>
                </a:lnTo>
                <a:lnTo>
                  <a:pt x="391" y="191"/>
                </a:lnTo>
                <a:lnTo>
                  <a:pt x="392" y="192"/>
                </a:lnTo>
                <a:lnTo>
                  <a:pt x="393" y="192"/>
                </a:lnTo>
                <a:lnTo>
                  <a:pt x="392" y="193"/>
                </a:lnTo>
                <a:lnTo>
                  <a:pt x="389" y="193"/>
                </a:lnTo>
                <a:lnTo>
                  <a:pt x="388" y="193"/>
                </a:lnTo>
                <a:lnTo>
                  <a:pt x="387" y="193"/>
                </a:lnTo>
                <a:lnTo>
                  <a:pt x="385" y="194"/>
                </a:lnTo>
                <a:lnTo>
                  <a:pt x="385" y="195"/>
                </a:lnTo>
                <a:lnTo>
                  <a:pt x="384" y="197"/>
                </a:lnTo>
                <a:lnTo>
                  <a:pt x="385" y="197"/>
                </a:lnTo>
                <a:lnTo>
                  <a:pt x="385" y="198"/>
                </a:lnTo>
                <a:lnTo>
                  <a:pt x="385" y="199"/>
                </a:lnTo>
                <a:lnTo>
                  <a:pt x="385" y="200"/>
                </a:lnTo>
                <a:lnTo>
                  <a:pt x="385" y="201"/>
                </a:lnTo>
                <a:lnTo>
                  <a:pt x="384" y="201"/>
                </a:lnTo>
                <a:lnTo>
                  <a:pt x="382" y="200"/>
                </a:lnTo>
                <a:lnTo>
                  <a:pt x="379" y="199"/>
                </a:lnTo>
                <a:lnTo>
                  <a:pt x="377" y="199"/>
                </a:lnTo>
                <a:lnTo>
                  <a:pt x="376" y="198"/>
                </a:lnTo>
                <a:lnTo>
                  <a:pt x="376" y="197"/>
                </a:lnTo>
                <a:lnTo>
                  <a:pt x="375" y="197"/>
                </a:lnTo>
                <a:lnTo>
                  <a:pt x="375" y="196"/>
                </a:lnTo>
                <a:lnTo>
                  <a:pt x="374" y="195"/>
                </a:lnTo>
                <a:lnTo>
                  <a:pt x="374" y="194"/>
                </a:lnTo>
                <a:lnTo>
                  <a:pt x="373" y="193"/>
                </a:lnTo>
                <a:lnTo>
                  <a:pt x="372" y="192"/>
                </a:lnTo>
                <a:lnTo>
                  <a:pt x="371" y="193"/>
                </a:lnTo>
                <a:lnTo>
                  <a:pt x="371" y="192"/>
                </a:lnTo>
                <a:lnTo>
                  <a:pt x="370" y="192"/>
                </a:lnTo>
                <a:lnTo>
                  <a:pt x="369" y="191"/>
                </a:lnTo>
                <a:lnTo>
                  <a:pt x="369" y="192"/>
                </a:lnTo>
                <a:lnTo>
                  <a:pt x="368" y="193"/>
                </a:lnTo>
                <a:lnTo>
                  <a:pt x="369" y="193"/>
                </a:lnTo>
                <a:lnTo>
                  <a:pt x="368" y="194"/>
                </a:lnTo>
                <a:lnTo>
                  <a:pt x="368" y="193"/>
                </a:lnTo>
                <a:lnTo>
                  <a:pt x="368" y="192"/>
                </a:lnTo>
                <a:lnTo>
                  <a:pt x="367" y="190"/>
                </a:lnTo>
                <a:lnTo>
                  <a:pt x="368" y="190"/>
                </a:lnTo>
                <a:lnTo>
                  <a:pt x="368" y="189"/>
                </a:lnTo>
                <a:lnTo>
                  <a:pt x="369" y="187"/>
                </a:lnTo>
                <a:lnTo>
                  <a:pt x="369" y="186"/>
                </a:lnTo>
                <a:lnTo>
                  <a:pt x="369" y="185"/>
                </a:lnTo>
                <a:lnTo>
                  <a:pt x="370" y="184"/>
                </a:lnTo>
                <a:lnTo>
                  <a:pt x="370" y="183"/>
                </a:lnTo>
                <a:lnTo>
                  <a:pt x="370" y="182"/>
                </a:lnTo>
                <a:lnTo>
                  <a:pt x="370" y="180"/>
                </a:lnTo>
                <a:lnTo>
                  <a:pt x="370" y="179"/>
                </a:lnTo>
                <a:lnTo>
                  <a:pt x="369" y="179"/>
                </a:lnTo>
                <a:lnTo>
                  <a:pt x="370" y="179"/>
                </a:lnTo>
                <a:lnTo>
                  <a:pt x="370" y="178"/>
                </a:lnTo>
                <a:lnTo>
                  <a:pt x="369" y="177"/>
                </a:lnTo>
                <a:lnTo>
                  <a:pt x="369" y="176"/>
                </a:lnTo>
                <a:lnTo>
                  <a:pt x="368" y="176"/>
                </a:lnTo>
                <a:lnTo>
                  <a:pt x="368" y="175"/>
                </a:lnTo>
                <a:lnTo>
                  <a:pt x="367" y="174"/>
                </a:lnTo>
                <a:lnTo>
                  <a:pt x="368" y="174"/>
                </a:lnTo>
                <a:lnTo>
                  <a:pt x="368" y="173"/>
                </a:lnTo>
                <a:lnTo>
                  <a:pt x="369" y="173"/>
                </a:lnTo>
                <a:lnTo>
                  <a:pt x="369" y="172"/>
                </a:lnTo>
                <a:lnTo>
                  <a:pt x="369" y="170"/>
                </a:lnTo>
                <a:lnTo>
                  <a:pt x="369" y="169"/>
                </a:lnTo>
                <a:lnTo>
                  <a:pt x="368" y="168"/>
                </a:lnTo>
                <a:lnTo>
                  <a:pt x="367" y="167"/>
                </a:lnTo>
                <a:lnTo>
                  <a:pt x="366" y="168"/>
                </a:lnTo>
                <a:lnTo>
                  <a:pt x="364" y="167"/>
                </a:lnTo>
                <a:lnTo>
                  <a:pt x="363" y="166"/>
                </a:lnTo>
                <a:lnTo>
                  <a:pt x="362" y="166"/>
                </a:lnTo>
                <a:lnTo>
                  <a:pt x="362" y="165"/>
                </a:lnTo>
                <a:lnTo>
                  <a:pt x="362" y="164"/>
                </a:lnTo>
                <a:lnTo>
                  <a:pt x="362" y="163"/>
                </a:lnTo>
                <a:lnTo>
                  <a:pt x="363" y="163"/>
                </a:lnTo>
                <a:lnTo>
                  <a:pt x="363" y="162"/>
                </a:lnTo>
                <a:lnTo>
                  <a:pt x="364" y="162"/>
                </a:lnTo>
                <a:lnTo>
                  <a:pt x="364" y="161"/>
                </a:lnTo>
                <a:lnTo>
                  <a:pt x="363" y="160"/>
                </a:lnTo>
                <a:lnTo>
                  <a:pt x="362" y="159"/>
                </a:lnTo>
                <a:lnTo>
                  <a:pt x="362" y="158"/>
                </a:lnTo>
                <a:lnTo>
                  <a:pt x="363" y="157"/>
                </a:lnTo>
                <a:lnTo>
                  <a:pt x="364" y="157"/>
                </a:lnTo>
                <a:lnTo>
                  <a:pt x="364" y="156"/>
                </a:lnTo>
                <a:lnTo>
                  <a:pt x="365" y="155"/>
                </a:lnTo>
                <a:lnTo>
                  <a:pt x="365" y="153"/>
                </a:lnTo>
                <a:lnTo>
                  <a:pt x="365" y="152"/>
                </a:lnTo>
                <a:lnTo>
                  <a:pt x="365" y="151"/>
                </a:lnTo>
                <a:lnTo>
                  <a:pt x="364" y="150"/>
                </a:lnTo>
                <a:lnTo>
                  <a:pt x="365" y="150"/>
                </a:lnTo>
                <a:lnTo>
                  <a:pt x="366" y="150"/>
                </a:lnTo>
                <a:lnTo>
                  <a:pt x="367" y="150"/>
                </a:lnTo>
                <a:lnTo>
                  <a:pt x="368" y="150"/>
                </a:lnTo>
                <a:lnTo>
                  <a:pt x="369" y="150"/>
                </a:lnTo>
                <a:lnTo>
                  <a:pt x="369" y="149"/>
                </a:lnTo>
                <a:lnTo>
                  <a:pt x="370" y="149"/>
                </a:lnTo>
                <a:lnTo>
                  <a:pt x="371" y="149"/>
                </a:lnTo>
                <a:lnTo>
                  <a:pt x="372" y="148"/>
                </a:lnTo>
                <a:lnTo>
                  <a:pt x="372" y="147"/>
                </a:lnTo>
                <a:lnTo>
                  <a:pt x="373" y="147"/>
                </a:lnTo>
                <a:lnTo>
                  <a:pt x="373" y="146"/>
                </a:lnTo>
                <a:lnTo>
                  <a:pt x="374" y="146"/>
                </a:lnTo>
                <a:lnTo>
                  <a:pt x="375" y="147"/>
                </a:lnTo>
                <a:lnTo>
                  <a:pt x="375" y="146"/>
                </a:lnTo>
                <a:lnTo>
                  <a:pt x="375" y="145"/>
                </a:lnTo>
                <a:lnTo>
                  <a:pt x="375" y="144"/>
                </a:lnTo>
                <a:lnTo>
                  <a:pt x="375" y="143"/>
                </a:lnTo>
                <a:lnTo>
                  <a:pt x="375" y="142"/>
                </a:lnTo>
                <a:lnTo>
                  <a:pt x="375" y="141"/>
                </a:lnTo>
                <a:lnTo>
                  <a:pt x="376" y="141"/>
                </a:lnTo>
                <a:lnTo>
                  <a:pt x="376" y="140"/>
                </a:lnTo>
                <a:lnTo>
                  <a:pt x="377" y="140"/>
                </a:lnTo>
                <a:lnTo>
                  <a:pt x="376" y="140"/>
                </a:lnTo>
                <a:lnTo>
                  <a:pt x="376" y="139"/>
                </a:lnTo>
                <a:lnTo>
                  <a:pt x="376" y="138"/>
                </a:lnTo>
                <a:lnTo>
                  <a:pt x="376" y="136"/>
                </a:lnTo>
                <a:lnTo>
                  <a:pt x="377" y="135"/>
                </a:lnTo>
                <a:lnTo>
                  <a:pt x="378" y="135"/>
                </a:lnTo>
                <a:lnTo>
                  <a:pt x="379" y="135"/>
                </a:lnTo>
                <a:lnTo>
                  <a:pt x="379" y="136"/>
                </a:lnTo>
                <a:lnTo>
                  <a:pt x="380" y="136"/>
                </a:lnTo>
                <a:lnTo>
                  <a:pt x="381" y="136"/>
                </a:lnTo>
                <a:lnTo>
                  <a:pt x="381" y="135"/>
                </a:lnTo>
                <a:lnTo>
                  <a:pt x="382" y="135"/>
                </a:lnTo>
                <a:lnTo>
                  <a:pt x="382" y="134"/>
                </a:lnTo>
                <a:lnTo>
                  <a:pt x="382" y="133"/>
                </a:lnTo>
                <a:lnTo>
                  <a:pt x="383" y="133"/>
                </a:lnTo>
                <a:lnTo>
                  <a:pt x="383" y="132"/>
                </a:lnTo>
                <a:lnTo>
                  <a:pt x="384" y="132"/>
                </a:lnTo>
                <a:lnTo>
                  <a:pt x="384" y="131"/>
                </a:lnTo>
                <a:lnTo>
                  <a:pt x="385" y="130"/>
                </a:lnTo>
                <a:lnTo>
                  <a:pt x="386" y="130"/>
                </a:lnTo>
                <a:lnTo>
                  <a:pt x="388" y="132"/>
                </a:lnTo>
                <a:lnTo>
                  <a:pt x="388" y="133"/>
                </a:lnTo>
                <a:lnTo>
                  <a:pt x="388" y="134"/>
                </a:lnTo>
                <a:lnTo>
                  <a:pt x="388" y="135"/>
                </a:lnTo>
                <a:lnTo>
                  <a:pt x="390" y="135"/>
                </a:lnTo>
                <a:lnTo>
                  <a:pt x="392" y="134"/>
                </a:lnTo>
                <a:lnTo>
                  <a:pt x="392" y="133"/>
                </a:lnTo>
                <a:lnTo>
                  <a:pt x="392" y="132"/>
                </a:lnTo>
                <a:lnTo>
                  <a:pt x="392" y="131"/>
                </a:lnTo>
                <a:lnTo>
                  <a:pt x="393" y="131"/>
                </a:lnTo>
                <a:lnTo>
                  <a:pt x="395" y="132"/>
                </a:lnTo>
                <a:lnTo>
                  <a:pt x="397" y="133"/>
                </a:lnTo>
                <a:lnTo>
                  <a:pt x="398" y="133"/>
                </a:lnTo>
                <a:lnTo>
                  <a:pt x="399" y="133"/>
                </a:lnTo>
                <a:lnTo>
                  <a:pt x="400" y="133"/>
                </a:lnTo>
                <a:lnTo>
                  <a:pt x="402" y="133"/>
                </a:lnTo>
                <a:lnTo>
                  <a:pt x="403" y="133"/>
                </a:lnTo>
                <a:lnTo>
                  <a:pt x="403" y="132"/>
                </a:lnTo>
                <a:lnTo>
                  <a:pt x="404" y="132"/>
                </a:lnTo>
                <a:lnTo>
                  <a:pt x="405" y="132"/>
                </a:lnTo>
                <a:lnTo>
                  <a:pt x="406" y="133"/>
                </a:lnTo>
                <a:lnTo>
                  <a:pt x="408" y="133"/>
                </a:lnTo>
                <a:lnTo>
                  <a:pt x="408" y="132"/>
                </a:lnTo>
                <a:lnTo>
                  <a:pt x="409" y="132"/>
                </a:lnTo>
                <a:lnTo>
                  <a:pt x="409" y="133"/>
                </a:lnTo>
                <a:lnTo>
                  <a:pt x="410" y="134"/>
                </a:lnTo>
                <a:lnTo>
                  <a:pt x="411" y="134"/>
                </a:lnTo>
                <a:lnTo>
                  <a:pt x="411" y="133"/>
                </a:lnTo>
                <a:lnTo>
                  <a:pt x="413" y="132"/>
                </a:lnTo>
                <a:lnTo>
                  <a:pt x="414" y="133"/>
                </a:lnTo>
                <a:lnTo>
                  <a:pt x="414" y="132"/>
                </a:lnTo>
                <a:lnTo>
                  <a:pt x="415" y="132"/>
                </a:lnTo>
                <a:lnTo>
                  <a:pt x="415" y="131"/>
                </a:lnTo>
                <a:lnTo>
                  <a:pt x="414" y="130"/>
                </a:lnTo>
                <a:lnTo>
                  <a:pt x="413" y="129"/>
                </a:lnTo>
                <a:lnTo>
                  <a:pt x="412" y="128"/>
                </a:lnTo>
                <a:lnTo>
                  <a:pt x="412" y="125"/>
                </a:lnTo>
                <a:lnTo>
                  <a:pt x="412" y="124"/>
                </a:lnTo>
                <a:lnTo>
                  <a:pt x="411" y="123"/>
                </a:lnTo>
                <a:lnTo>
                  <a:pt x="411" y="122"/>
                </a:lnTo>
                <a:lnTo>
                  <a:pt x="411" y="121"/>
                </a:lnTo>
                <a:lnTo>
                  <a:pt x="412" y="119"/>
                </a:lnTo>
                <a:lnTo>
                  <a:pt x="413" y="119"/>
                </a:lnTo>
                <a:lnTo>
                  <a:pt x="414" y="119"/>
                </a:lnTo>
                <a:lnTo>
                  <a:pt x="415" y="118"/>
                </a:lnTo>
                <a:lnTo>
                  <a:pt x="418" y="117"/>
                </a:lnTo>
                <a:lnTo>
                  <a:pt x="419" y="116"/>
                </a:lnTo>
                <a:lnTo>
                  <a:pt x="420" y="116"/>
                </a:lnTo>
                <a:lnTo>
                  <a:pt x="420" y="115"/>
                </a:lnTo>
                <a:lnTo>
                  <a:pt x="420" y="114"/>
                </a:lnTo>
                <a:lnTo>
                  <a:pt x="419" y="113"/>
                </a:lnTo>
                <a:lnTo>
                  <a:pt x="419" y="112"/>
                </a:lnTo>
                <a:lnTo>
                  <a:pt x="420" y="111"/>
                </a:lnTo>
                <a:lnTo>
                  <a:pt x="421" y="111"/>
                </a:lnTo>
                <a:lnTo>
                  <a:pt x="421" y="110"/>
                </a:lnTo>
                <a:lnTo>
                  <a:pt x="422" y="110"/>
                </a:lnTo>
                <a:lnTo>
                  <a:pt x="422" y="109"/>
                </a:lnTo>
                <a:lnTo>
                  <a:pt x="423" y="109"/>
                </a:lnTo>
                <a:lnTo>
                  <a:pt x="423" y="107"/>
                </a:lnTo>
                <a:lnTo>
                  <a:pt x="424" y="105"/>
                </a:lnTo>
                <a:lnTo>
                  <a:pt x="425" y="105"/>
                </a:lnTo>
                <a:lnTo>
                  <a:pt x="425" y="103"/>
                </a:lnTo>
                <a:lnTo>
                  <a:pt x="425" y="102"/>
                </a:lnTo>
                <a:lnTo>
                  <a:pt x="425" y="100"/>
                </a:lnTo>
                <a:lnTo>
                  <a:pt x="425" y="99"/>
                </a:lnTo>
                <a:lnTo>
                  <a:pt x="426" y="101"/>
                </a:lnTo>
                <a:lnTo>
                  <a:pt x="426" y="102"/>
                </a:lnTo>
                <a:lnTo>
                  <a:pt x="427" y="102"/>
                </a:lnTo>
                <a:lnTo>
                  <a:pt x="427" y="103"/>
                </a:lnTo>
                <a:lnTo>
                  <a:pt x="429" y="104"/>
                </a:lnTo>
                <a:lnTo>
                  <a:pt x="430" y="103"/>
                </a:lnTo>
                <a:lnTo>
                  <a:pt x="431" y="103"/>
                </a:lnTo>
                <a:lnTo>
                  <a:pt x="433" y="105"/>
                </a:lnTo>
                <a:lnTo>
                  <a:pt x="434" y="106"/>
                </a:lnTo>
                <a:lnTo>
                  <a:pt x="434" y="107"/>
                </a:lnTo>
                <a:lnTo>
                  <a:pt x="435" y="108"/>
                </a:lnTo>
                <a:lnTo>
                  <a:pt x="436" y="108"/>
                </a:lnTo>
                <a:lnTo>
                  <a:pt x="436" y="109"/>
                </a:lnTo>
                <a:lnTo>
                  <a:pt x="435" y="109"/>
                </a:lnTo>
                <a:lnTo>
                  <a:pt x="435" y="110"/>
                </a:lnTo>
                <a:lnTo>
                  <a:pt x="434" y="110"/>
                </a:lnTo>
                <a:lnTo>
                  <a:pt x="435" y="111"/>
                </a:lnTo>
                <a:lnTo>
                  <a:pt x="436" y="111"/>
                </a:lnTo>
                <a:lnTo>
                  <a:pt x="437" y="111"/>
                </a:lnTo>
                <a:lnTo>
                  <a:pt x="438" y="111"/>
                </a:lnTo>
                <a:lnTo>
                  <a:pt x="437" y="111"/>
                </a:lnTo>
                <a:lnTo>
                  <a:pt x="437" y="112"/>
                </a:lnTo>
                <a:lnTo>
                  <a:pt x="437" y="113"/>
                </a:lnTo>
                <a:lnTo>
                  <a:pt x="438" y="114"/>
                </a:lnTo>
                <a:lnTo>
                  <a:pt x="439" y="113"/>
                </a:lnTo>
                <a:lnTo>
                  <a:pt x="440" y="114"/>
                </a:lnTo>
                <a:lnTo>
                  <a:pt x="441" y="115"/>
                </a:lnTo>
                <a:lnTo>
                  <a:pt x="442" y="115"/>
                </a:lnTo>
                <a:lnTo>
                  <a:pt x="443" y="114"/>
                </a:lnTo>
                <a:lnTo>
                  <a:pt x="444" y="114"/>
                </a:lnTo>
                <a:lnTo>
                  <a:pt x="445" y="115"/>
                </a:lnTo>
                <a:lnTo>
                  <a:pt x="446" y="116"/>
                </a:lnTo>
                <a:lnTo>
                  <a:pt x="446" y="117"/>
                </a:lnTo>
                <a:lnTo>
                  <a:pt x="447" y="118"/>
                </a:lnTo>
                <a:lnTo>
                  <a:pt x="447" y="119"/>
                </a:lnTo>
                <a:lnTo>
                  <a:pt x="447" y="120"/>
                </a:lnTo>
                <a:lnTo>
                  <a:pt x="446" y="120"/>
                </a:lnTo>
                <a:lnTo>
                  <a:pt x="447" y="121"/>
                </a:lnTo>
                <a:lnTo>
                  <a:pt x="448" y="121"/>
                </a:lnTo>
                <a:lnTo>
                  <a:pt x="448" y="122"/>
                </a:lnTo>
                <a:lnTo>
                  <a:pt x="448" y="123"/>
                </a:lnTo>
                <a:lnTo>
                  <a:pt x="448" y="124"/>
                </a:lnTo>
                <a:lnTo>
                  <a:pt x="450" y="126"/>
                </a:lnTo>
                <a:lnTo>
                  <a:pt x="451" y="126"/>
                </a:lnTo>
                <a:lnTo>
                  <a:pt x="453" y="126"/>
                </a:lnTo>
                <a:lnTo>
                  <a:pt x="453" y="125"/>
                </a:lnTo>
                <a:lnTo>
                  <a:pt x="453" y="124"/>
                </a:lnTo>
                <a:lnTo>
                  <a:pt x="454" y="124"/>
                </a:lnTo>
                <a:lnTo>
                  <a:pt x="456" y="124"/>
                </a:lnTo>
                <a:lnTo>
                  <a:pt x="457" y="124"/>
                </a:lnTo>
                <a:lnTo>
                  <a:pt x="459" y="125"/>
                </a:lnTo>
                <a:lnTo>
                  <a:pt x="461" y="125"/>
                </a:lnTo>
                <a:lnTo>
                  <a:pt x="461" y="126"/>
                </a:lnTo>
                <a:lnTo>
                  <a:pt x="461" y="127"/>
                </a:lnTo>
                <a:lnTo>
                  <a:pt x="461" y="128"/>
                </a:lnTo>
                <a:lnTo>
                  <a:pt x="461" y="129"/>
                </a:lnTo>
                <a:lnTo>
                  <a:pt x="462" y="130"/>
                </a:lnTo>
                <a:lnTo>
                  <a:pt x="464" y="132"/>
                </a:lnTo>
                <a:lnTo>
                  <a:pt x="464" y="133"/>
                </a:lnTo>
                <a:lnTo>
                  <a:pt x="464" y="134"/>
                </a:lnTo>
                <a:lnTo>
                  <a:pt x="464" y="135"/>
                </a:lnTo>
                <a:lnTo>
                  <a:pt x="465" y="137"/>
                </a:lnTo>
                <a:lnTo>
                  <a:pt x="466" y="138"/>
                </a:lnTo>
                <a:lnTo>
                  <a:pt x="467" y="138"/>
                </a:lnTo>
                <a:lnTo>
                  <a:pt x="468" y="138"/>
                </a:lnTo>
                <a:lnTo>
                  <a:pt x="469" y="138"/>
                </a:lnTo>
                <a:lnTo>
                  <a:pt x="470" y="138"/>
                </a:lnTo>
                <a:lnTo>
                  <a:pt x="471" y="138"/>
                </a:lnTo>
                <a:lnTo>
                  <a:pt x="471" y="139"/>
                </a:lnTo>
                <a:lnTo>
                  <a:pt x="472" y="140"/>
                </a:lnTo>
                <a:lnTo>
                  <a:pt x="473" y="141"/>
                </a:lnTo>
                <a:lnTo>
                  <a:pt x="475" y="142"/>
                </a:lnTo>
                <a:lnTo>
                  <a:pt x="476" y="144"/>
                </a:lnTo>
                <a:lnTo>
                  <a:pt x="477" y="144"/>
                </a:lnTo>
                <a:lnTo>
                  <a:pt x="478" y="144"/>
                </a:lnTo>
                <a:lnTo>
                  <a:pt x="479" y="145"/>
                </a:lnTo>
                <a:lnTo>
                  <a:pt x="480" y="145"/>
                </a:lnTo>
                <a:lnTo>
                  <a:pt x="480" y="146"/>
                </a:lnTo>
                <a:lnTo>
                  <a:pt x="481" y="146"/>
                </a:lnTo>
                <a:lnTo>
                  <a:pt x="481" y="145"/>
                </a:lnTo>
                <a:lnTo>
                  <a:pt x="482" y="145"/>
                </a:lnTo>
                <a:lnTo>
                  <a:pt x="483" y="145"/>
                </a:lnTo>
                <a:lnTo>
                  <a:pt x="484" y="148"/>
                </a:lnTo>
                <a:lnTo>
                  <a:pt x="484" y="149"/>
                </a:lnTo>
                <a:lnTo>
                  <a:pt x="485" y="150"/>
                </a:lnTo>
                <a:lnTo>
                  <a:pt x="485" y="151"/>
                </a:lnTo>
                <a:lnTo>
                  <a:pt x="486" y="152"/>
                </a:lnTo>
                <a:lnTo>
                  <a:pt x="488" y="154"/>
                </a:lnTo>
                <a:lnTo>
                  <a:pt x="489" y="156"/>
                </a:lnTo>
                <a:lnTo>
                  <a:pt x="490" y="156"/>
                </a:lnTo>
                <a:lnTo>
                  <a:pt x="491" y="157"/>
                </a:lnTo>
                <a:lnTo>
                  <a:pt x="493" y="157"/>
                </a:lnTo>
                <a:lnTo>
                  <a:pt x="494" y="157"/>
                </a:lnTo>
                <a:lnTo>
                  <a:pt x="495" y="157"/>
                </a:lnTo>
                <a:lnTo>
                  <a:pt x="496" y="157"/>
                </a:lnTo>
                <a:lnTo>
                  <a:pt x="497" y="157"/>
                </a:lnTo>
                <a:lnTo>
                  <a:pt x="497" y="158"/>
                </a:lnTo>
                <a:lnTo>
                  <a:pt x="498" y="158"/>
                </a:lnTo>
                <a:lnTo>
                  <a:pt x="499" y="157"/>
                </a:lnTo>
                <a:lnTo>
                  <a:pt x="499" y="156"/>
                </a:lnTo>
                <a:lnTo>
                  <a:pt x="499" y="155"/>
                </a:lnTo>
                <a:lnTo>
                  <a:pt x="498" y="154"/>
                </a:lnTo>
                <a:lnTo>
                  <a:pt x="498" y="153"/>
                </a:lnTo>
                <a:lnTo>
                  <a:pt x="499" y="152"/>
                </a:lnTo>
                <a:lnTo>
                  <a:pt x="499" y="151"/>
                </a:lnTo>
                <a:lnTo>
                  <a:pt x="498" y="149"/>
                </a:lnTo>
                <a:lnTo>
                  <a:pt x="498" y="148"/>
                </a:lnTo>
                <a:lnTo>
                  <a:pt x="498" y="147"/>
                </a:lnTo>
                <a:lnTo>
                  <a:pt x="499" y="146"/>
                </a:lnTo>
                <a:lnTo>
                  <a:pt x="500" y="144"/>
                </a:lnTo>
                <a:lnTo>
                  <a:pt x="500" y="143"/>
                </a:lnTo>
                <a:lnTo>
                  <a:pt x="500" y="142"/>
                </a:lnTo>
                <a:lnTo>
                  <a:pt x="501" y="141"/>
                </a:lnTo>
                <a:lnTo>
                  <a:pt x="500" y="141"/>
                </a:lnTo>
                <a:lnTo>
                  <a:pt x="500" y="140"/>
                </a:lnTo>
                <a:lnTo>
                  <a:pt x="500" y="139"/>
                </a:lnTo>
                <a:lnTo>
                  <a:pt x="501" y="139"/>
                </a:lnTo>
                <a:lnTo>
                  <a:pt x="502" y="138"/>
                </a:lnTo>
                <a:lnTo>
                  <a:pt x="503" y="138"/>
                </a:lnTo>
                <a:lnTo>
                  <a:pt x="504" y="138"/>
                </a:lnTo>
                <a:lnTo>
                  <a:pt x="504" y="139"/>
                </a:lnTo>
                <a:lnTo>
                  <a:pt x="505" y="140"/>
                </a:lnTo>
                <a:lnTo>
                  <a:pt x="506" y="140"/>
                </a:lnTo>
                <a:lnTo>
                  <a:pt x="508" y="141"/>
                </a:lnTo>
                <a:lnTo>
                  <a:pt x="509" y="141"/>
                </a:lnTo>
                <a:lnTo>
                  <a:pt x="509" y="140"/>
                </a:lnTo>
                <a:lnTo>
                  <a:pt x="510" y="140"/>
                </a:lnTo>
                <a:lnTo>
                  <a:pt x="515" y="144"/>
                </a:lnTo>
                <a:lnTo>
                  <a:pt x="515" y="145"/>
                </a:lnTo>
                <a:lnTo>
                  <a:pt x="515" y="146"/>
                </a:lnTo>
                <a:lnTo>
                  <a:pt x="516" y="146"/>
                </a:lnTo>
                <a:lnTo>
                  <a:pt x="517" y="146"/>
                </a:lnTo>
                <a:lnTo>
                  <a:pt x="518" y="146"/>
                </a:lnTo>
                <a:lnTo>
                  <a:pt x="518" y="145"/>
                </a:lnTo>
                <a:lnTo>
                  <a:pt x="519" y="144"/>
                </a:lnTo>
                <a:lnTo>
                  <a:pt x="520" y="144"/>
                </a:lnTo>
                <a:lnTo>
                  <a:pt x="520" y="145"/>
                </a:lnTo>
                <a:lnTo>
                  <a:pt x="521" y="145"/>
                </a:lnTo>
                <a:lnTo>
                  <a:pt x="522" y="144"/>
                </a:lnTo>
                <a:lnTo>
                  <a:pt x="521" y="143"/>
                </a:lnTo>
                <a:lnTo>
                  <a:pt x="520" y="142"/>
                </a:lnTo>
                <a:lnTo>
                  <a:pt x="519" y="141"/>
                </a:lnTo>
                <a:lnTo>
                  <a:pt x="518" y="140"/>
                </a:lnTo>
                <a:lnTo>
                  <a:pt x="518" y="139"/>
                </a:lnTo>
                <a:lnTo>
                  <a:pt x="517" y="137"/>
                </a:lnTo>
                <a:lnTo>
                  <a:pt x="516" y="137"/>
                </a:lnTo>
                <a:lnTo>
                  <a:pt x="516" y="136"/>
                </a:lnTo>
                <a:lnTo>
                  <a:pt x="515" y="136"/>
                </a:lnTo>
                <a:lnTo>
                  <a:pt x="514" y="135"/>
                </a:lnTo>
                <a:lnTo>
                  <a:pt x="514" y="134"/>
                </a:lnTo>
                <a:lnTo>
                  <a:pt x="516" y="132"/>
                </a:lnTo>
                <a:lnTo>
                  <a:pt x="516" y="133"/>
                </a:lnTo>
                <a:lnTo>
                  <a:pt x="518" y="134"/>
                </a:lnTo>
                <a:lnTo>
                  <a:pt x="519" y="134"/>
                </a:lnTo>
                <a:lnTo>
                  <a:pt x="520" y="134"/>
                </a:lnTo>
                <a:lnTo>
                  <a:pt x="520" y="135"/>
                </a:lnTo>
                <a:lnTo>
                  <a:pt x="521" y="136"/>
                </a:lnTo>
                <a:lnTo>
                  <a:pt x="521" y="137"/>
                </a:lnTo>
                <a:lnTo>
                  <a:pt x="521" y="138"/>
                </a:lnTo>
                <a:lnTo>
                  <a:pt x="522" y="139"/>
                </a:lnTo>
                <a:lnTo>
                  <a:pt x="523" y="139"/>
                </a:lnTo>
                <a:lnTo>
                  <a:pt x="525" y="137"/>
                </a:lnTo>
                <a:lnTo>
                  <a:pt x="525" y="136"/>
                </a:lnTo>
                <a:lnTo>
                  <a:pt x="523" y="136"/>
                </a:lnTo>
                <a:lnTo>
                  <a:pt x="522" y="136"/>
                </a:lnTo>
                <a:lnTo>
                  <a:pt x="522" y="135"/>
                </a:lnTo>
                <a:lnTo>
                  <a:pt x="521" y="135"/>
                </a:lnTo>
                <a:lnTo>
                  <a:pt x="521" y="134"/>
                </a:lnTo>
                <a:lnTo>
                  <a:pt x="520" y="133"/>
                </a:lnTo>
                <a:lnTo>
                  <a:pt x="519" y="132"/>
                </a:lnTo>
                <a:lnTo>
                  <a:pt x="519" y="131"/>
                </a:lnTo>
                <a:lnTo>
                  <a:pt x="519" y="130"/>
                </a:lnTo>
                <a:lnTo>
                  <a:pt x="519" y="129"/>
                </a:lnTo>
                <a:lnTo>
                  <a:pt x="519" y="128"/>
                </a:lnTo>
                <a:lnTo>
                  <a:pt x="520" y="128"/>
                </a:lnTo>
                <a:lnTo>
                  <a:pt x="520" y="127"/>
                </a:lnTo>
                <a:lnTo>
                  <a:pt x="521" y="125"/>
                </a:lnTo>
                <a:lnTo>
                  <a:pt x="521" y="124"/>
                </a:lnTo>
                <a:lnTo>
                  <a:pt x="521" y="123"/>
                </a:lnTo>
                <a:lnTo>
                  <a:pt x="521" y="122"/>
                </a:lnTo>
                <a:lnTo>
                  <a:pt x="521" y="121"/>
                </a:lnTo>
                <a:lnTo>
                  <a:pt x="521" y="119"/>
                </a:lnTo>
                <a:lnTo>
                  <a:pt x="522" y="120"/>
                </a:lnTo>
                <a:lnTo>
                  <a:pt x="523" y="119"/>
                </a:lnTo>
                <a:lnTo>
                  <a:pt x="524" y="119"/>
                </a:lnTo>
                <a:lnTo>
                  <a:pt x="524" y="118"/>
                </a:lnTo>
                <a:lnTo>
                  <a:pt x="525" y="117"/>
                </a:lnTo>
                <a:lnTo>
                  <a:pt x="525" y="116"/>
                </a:lnTo>
                <a:lnTo>
                  <a:pt x="524" y="115"/>
                </a:lnTo>
                <a:lnTo>
                  <a:pt x="523" y="114"/>
                </a:lnTo>
                <a:lnTo>
                  <a:pt x="523" y="113"/>
                </a:lnTo>
                <a:lnTo>
                  <a:pt x="522" y="112"/>
                </a:lnTo>
                <a:lnTo>
                  <a:pt x="523" y="111"/>
                </a:lnTo>
                <a:lnTo>
                  <a:pt x="522" y="110"/>
                </a:lnTo>
                <a:lnTo>
                  <a:pt x="522" y="109"/>
                </a:lnTo>
                <a:lnTo>
                  <a:pt x="521" y="108"/>
                </a:lnTo>
                <a:lnTo>
                  <a:pt x="520" y="108"/>
                </a:lnTo>
                <a:lnTo>
                  <a:pt x="520" y="107"/>
                </a:lnTo>
                <a:lnTo>
                  <a:pt x="520" y="106"/>
                </a:lnTo>
                <a:lnTo>
                  <a:pt x="519" y="105"/>
                </a:lnTo>
                <a:lnTo>
                  <a:pt x="519" y="104"/>
                </a:lnTo>
                <a:lnTo>
                  <a:pt x="518" y="102"/>
                </a:lnTo>
                <a:lnTo>
                  <a:pt x="517" y="102"/>
                </a:lnTo>
                <a:lnTo>
                  <a:pt x="517" y="101"/>
                </a:lnTo>
                <a:lnTo>
                  <a:pt x="516" y="101"/>
                </a:lnTo>
                <a:lnTo>
                  <a:pt x="514" y="100"/>
                </a:lnTo>
                <a:lnTo>
                  <a:pt x="514" y="99"/>
                </a:lnTo>
                <a:lnTo>
                  <a:pt x="513" y="98"/>
                </a:lnTo>
                <a:lnTo>
                  <a:pt x="513" y="97"/>
                </a:lnTo>
                <a:lnTo>
                  <a:pt x="512" y="97"/>
                </a:lnTo>
                <a:lnTo>
                  <a:pt x="512" y="96"/>
                </a:lnTo>
                <a:lnTo>
                  <a:pt x="512" y="95"/>
                </a:lnTo>
                <a:lnTo>
                  <a:pt x="512" y="94"/>
                </a:lnTo>
                <a:lnTo>
                  <a:pt x="511" y="92"/>
                </a:lnTo>
                <a:lnTo>
                  <a:pt x="512" y="92"/>
                </a:lnTo>
                <a:lnTo>
                  <a:pt x="513" y="92"/>
                </a:lnTo>
                <a:lnTo>
                  <a:pt x="514" y="92"/>
                </a:lnTo>
                <a:lnTo>
                  <a:pt x="514" y="91"/>
                </a:lnTo>
                <a:lnTo>
                  <a:pt x="513" y="91"/>
                </a:lnTo>
                <a:lnTo>
                  <a:pt x="513" y="90"/>
                </a:lnTo>
                <a:lnTo>
                  <a:pt x="512" y="89"/>
                </a:lnTo>
                <a:lnTo>
                  <a:pt x="511" y="89"/>
                </a:lnTo>
                <a:lnTo>
                  <a:pt x="511" y="88"/>
                </a:lnTo>
                <a:lnTo>
                  <a:pt x="511" y="87"/>
                </a:lnTo>
                <a:lnTo>
                  <a:pt x="513" y="87"/>
                </a:lnTo>
                <a:lnTo>
                  <a:pt x="514" y="86"/>
                </a:lnTo>
                <a:lnTo>
                  <a:pt x="514" y="85"/>
                </a:lnTo>
                <a:lnTo>
                  <a:pt x="513" y="84"/>
                </a:lnTo>
                <a:lnTo>
                  <a:pt x="514" y="84"/>
                </a:lnTo>
                <a:lnTo>
                  <a:pt x="515" y="84"/>
                </a:lnTo>
                <a:lnTo>
                  <a:pt x="515" y="85"/>
                </a:lnTo>
                <a:lnTo>
                  <a:pt x="516" y="86"/>
                </a:lnTo>
                <a:lnTo>
                  <a:pt x="516" y="87"/>
                </a:lnTo>
                <a:lnTo>
                  <a:pt x="517" y="87"/>
                </a:lnTo>
                <a:lnTo>
                  <a:pt x="518" y="89"/>
                </a:lnTo>
                <a:lnTo>
                  <a:pt x="520" y="91"/>
                </a:lnTo>
                <a:lnTo>
                  <a:pt x="521" y="91"/>
                </a:lnTo>
                <a:lnTo>
                  <a:pt x="522" y="92"/>
                </a:lnTo>
                <a:lnTo>
                  <a:pt x="523" y="92"/>
                </a:lnTo>
                <a:lnTo>
                  <a:pt x="524" y="93"/>
                </a:lnTo>
                <a:lnTo>
                  <a:pt x="523" y="93"/>
                </a:lnTo>
                <a:lnTo>
                  <a:pt x="524" y="94"/>
                </a:lnTo>
                <a:lnTo>
                  <a:pt x="524" y="95"/>
                </a:lnTo>
                <a:lnTo>
                  <a:pt x="524" y="94"/>
                </a:lnTo>
                <a:lnTo>
                  <a:pt x="525" y="94"/>
                </a:lnTo>
                <a:lnTo>
                  <a:pt x="526" y="95"/>
                </a:lnTo>
                <a:lnTo>
                  <a:pt x="526" y="97"/>
                </a:lnTo>
                <a:lnTo>
                  <a:pt x="528" y="97"/>
                </a:lnTo>
                <a:lnTo>
                  <a:pt x="529" y="97"/>
                </a:lnTo>
                <a:lnTo>
                  <a:pt x="530" y="98"/>
                </a:lnTo>
                <a:lnTo>
                  <a:pt x="531" y="99"/>
                </a:lnTo>
                <a:lnTo>
                  <a:pt x="531" y="100"/>
                </a:lnTo>
                <a:lnTo>
                  <a:pt x="531" y="101"/>
                </a:lnTo>
                <a:lnTo>
                  <a:pt x="531" y="103"/>
                </a:lnTo>
                <a:lnTo>
                  <a:pt x="530" y="104"/>
                </a:lnTo>
                <a:lnTo>
                  <a:pt x="531" y="106"/>
                </a:lnTo>
                <a:lnTo>
                  <a:pt x="531" y="107"/>
                </a:lnTo>
                <a:lnTo>
                  <a:pt x="531" y="108"/>
                </a:lnTo>
                <a:lnTo>
                  <a:pt x="533" y="110"/>
                </a:lnTo>
                <a:lnTo>
                  <a:pt x="535" y="111"/>
                </a:lnTo>
                <a:lnTo>
                  <a:pt x="536" y="112"/>
                </a:lnTo>
                <a:lnTo>
                  <a:pt x="537" y="112"/>
                </a:lnTo>
                <a:lnTo>
                  <a:pt x="540" y="113"/>
                </a:lnTo>
                <a:lnTo>
                  <a:pt x="540" y="114"/>
                </a:lnTo>
                <a:lnTo>
                  <a:pt x="540" y="115"/>
                </a:lnTo>
                <a:lnTo>
                  <a:pt x="541" y="118"/>
                </a:lnTo>
                <a:lnTo>
                  <a:pt x="542" y="118"/>
                </a:lnTo>
                <a:lnTo>
                  <a:pt x="543" y="119"/>
                </a:lnTo>
                <a:lnTo>
                  <a:pt x="544" y="119"/>
                </a:lnTo>
                <a:lnTo>
                  <a:pt x="545" y="118"/>
                </a:lnTo>
                <a:lnTo>
                  <a:pt x="546" y="118"/>
                </a:lnTo>
                <a:lnTo>
                  <a:pt x="547" y="121"/>
                </a:lnTo>
                <a:lnTo>
                  <a:pt x="546" y="122"/>
                </a:lnTo>
                <a:lnTo>
                  <a:pt x="544" y="123"/>
                </a:lnTo>
                <a:lnTo>
                  <a:pt x="543" y="122"/>
                </a:lnTo>
                <a:lnTo>
                  <a:pt x="542" y="122"/>
                </a:lnTo>
                <a:lnTo>
                  <a:pt x="541" y="122"/>
                </a:lnTo>
                <a:lnTo>
                  <a:pt x="541" y="123"/>
                </a:lnTo>
                <a:lnTo>
                  <a:pt x="542" y="124"/>
                </a:lnTo>
                <a:lnTo>
                  <a:pt x="543" y="125"/>
                </a:lnTo>
                <a:lnTo>
                  <a:pt x="544" y="125"/>
                </a:lnTo>
                <a:lnTo>
                  <a:pt x="544" y="126"/>
                </a:lnTo>
                <a:lnTo>
                  <a:pt x="545" y="126"/>
                </a:lnTo>
                <a:lnTo>
                  <a:pt x="544" y="129"/>
                </a:lnTo>
                <a:lnTo>
                  <a:pt x="543" y="130"/>
                </a:lnTo>
                <a:lnTo>
                  <a:pt x="543" y="131"/>
                </a:lnTo>
                <a:lnTo>
                  <a:pt x="542" y="131"/>
                </a:lnTo>
                <a:lnTo>
                  <a:pt x="542" y="130"/>
                </a:lnTo>
                <a:lnTo>
                  <a:pt x="541" y="129"/>
                </a:lnTo>
                <a:lnTo>
                  <a:pt x="540" y="129"/>
                </a:lnTo>
                <a:lnTo>
                  <a:pt x="540" y="130"/>
                </a:lnTo>
                <a:lnTo>
                  <a:pt x="539" y="131"/>
                </a:lnTo>
                <a:lnTo>
                  <a:pt x="539" y="132"/>
                </a:lnTo>
                <a:lnTo>
                  <a:pt x="539" y="133"/>
                </a:lnTo>
                <a:lnTo>
                  <a:pt x="540" y="134"/>
                </a:lnTo>
                <a:lnTo>
                  <a:pt x="540" y="135"/>
                </a:lnTo>
                <a:lnTo>
                  <a:pt x="540" y="136"/>
                </a:lnTo>
                <a:lnTo>
                  <a:pt x="541" y="138"/>
                </a:lnTo>
                <a:lnTo>
                  <a:pt x="541" y="139"/>
                </a:lnTo>
                <a:lnTo>
                  <a:pt x="541" y="141"/>
                </a:lnTo>
                <a:lnTo>
                  <a:pt x="541" y="142"/>
                </a:lnTo>
                <a:lnTo>
                  <a:pt x="539" y="144"/>
                </a:lnTo>
                <a:lnTo>
                  <a:pt x="538" y="145"/>
                </a:lnTo>
                <a:lnTo>
                  <a:pt x="537" y="145"/>
                </a:lnTo>
                <a:lnTo>
                  <a:pt x="536" y="146"/>
                </a:lnTo>
                <a:lnTo>
                  <a:pt x="536" y="147"/>
                </a:lnTo>
                <a:lnTo>
                  <a:pt x="535" y="147"/>
                </a:lnTo>
                <a:lnTo>
                  <a:pt x="532" y="147"/>
                </a:lnTo>
                <a:lnTo>
                  <a:pt x="532" y="148"/>
                </a:lnTo>
                <a:lnTo>
                  <a:pt x="531" y="149"/>
                </a:lnTo>
                <a:lnTo>
                  <a:pt x="531" y="150"/>
                </a:lnTo>
                <a:lnTo>
                  <a:pt x="532" y="152"/>
                </a:lnTo>
                <a:lnTo>
                  <a:pt x="532" y="153"/>
                </a:lnTo>
                <a:lnTo>
                  <a:pt x="532" y="154"/>
                </a:lnTo>
                <a:lnTo>
                  <a:pt x="532" y="155"/>
                </a:lnTo>
                <a:lnTo>
                  <a:pt x="533" y="155"/>
                </a:lnTo>
                <a:lnTo>
                  <a:pt x="534" y="155"/>
                </a:lnTo>
                <a:lnTo>
                  <a:pt x="535" y="154"/>
                </a:lnTo>
                <a:lnTo>
                  <a:pt x="536" y="154"/>
                </a:lnTo>
                <a:lnTo>
                  <a:pt x="536" y="155"/>
                </a:lnTo>
                <a:lnTo>
                  <a:pt x="536" y="154"/>
                </a:lnTo>
                <a:lnTo>
                  <a:pt x="537" y="154"/>
                </a:lnTo>
                <a:lnTo>
                  <a:pt x="537" y="153"/>
                </a:lnTo>
                <a:lnTo>
                  <a:pt x="537" y="152"/>
                </a:lnTo>
                <a:lnTo>
                  <a:pt x="536" y="151"/>
                </a:lnTo>
                <a:lnTo>
                  <a:pt x="535" y="151"/>
                </a:lnTo>
                <a:lnTo>
                  <a:pt x="535" y="150"/>
                </a:lnTo>
                <a:lnTo>
                  <a:pt x="536" y="150"/>
                </a:lnTo>
                <a:lnTo>
                  <a:pt x="537" y="149"/>
                </a:lnTo>
                <a:lnTo>
                  <a:pt x="538" y="149"/>
                </a:lnTo>
                <a:lnTo>
                  <a:pt x="539" y="151"/>
                </a:lnTo>
                <a:lnTo>
                  <a:pt x="541" y="152"/>
                </a:lnTo>
                <a:lnTo>
                  <a:pt x="542" y="151"/>
                </a:lnTo>
                <a:lnTo>
                  <a:pt x="543" y="151"/>
                </a:lnTo>
                <a:lnTo>
                  <a:pt x="544" y="151"/>
                </a:lnTo>
                <a:lnTo>
                  <a:pt x="544" y="152"/>
                </a:lnTo>
                <a:lnTo>
                  <a:pt x="544" y="153"/>
                </a:lnTo>
                <a:lnTo>
                  <a:pt x="544" y="154"/>
                </a:lnTo>
                <a:lnTo>
                  <a:pt x="545" y="155"/>
                </a:lnTo>
                <a:lnTo>
                  <a:pt x="547" y="156"/>
                </a:lnTo>
                <a:lnTo>
                  <a:pt x="548" y="155"/>
                </a:lnTo>
                <a:lnTo>
                  <a:pt x="549" y="155"/>
                </a:lnTo>
                <a:lnTo>
                  <a:pt x="549" y="154"/>
                </a:lnTo>
                <a:lnTo>
                  <a:pt x="550" y="153"/>
                </a:lnTo>
                <a:lnTo>
                  <a:pt x="550" y="155"/>
                </a:lnTo>
                <a:lnTo>
                  <a:pt x="552" y="156"/>
                </a:lnTo>
                <a:lnTo>
                  <a:pt x="553" y="155"/>
                </a:lnTo>
                <a:lnTo>
                  <a:pt x="554" y="155"/>
                </a:lnTo>
                <a:lnTo>
                  <a:pt x="556" y="156"/>
                </a:lnTo>
                <a:lnTo>
                  <a:pt x="556" y="157"/>
                </a:lnTo>
                <a:lnTo>
                  <a:pt x="555" y="158"/>
                </a:lnTo>
                <a:lnTo>
                  <a:pt x="555" y="160"/>
                </a:lnTo>
                <a:lnTo>
                  <a:pt x="556" y="161"/>
                </a:lnTo>
                <a:lnTo>
                  <a:pt x="557" y="161"/>
                </a:lnTo>
                <a:lnTo>
                  <a:pt x="558" y="162"/>
                </a:lnTo>
                <a:lnTo>
                  <a:pt x="559" y="161"/>
                </a:lnTo>
                <a:lnTo>
                  <a:pt x="560" y="161"/>
                </a:lnTo>
                <a:lnTo>
                  <a:pt x="562" y="159"/>
                </a:lnTo>
                <a:lnTo>
                  <a:pt x="564" y="158"/>
                </a:lnTo>
                <a:lnTo>
                  <a:pt x="564" y="155"/>
                </a:lnTo>
                <a:lnTo>
                  <a:pt x="564" y="154"/>
                </a:lnTo>
                <a:lnTo>
                  <a:pt x="564" y="153"/>
                </a:lnTo>
                <a:lnTo>
                  <a:pt x="564" y="152"/>
                </a:lnTo>
                <a:lnTo>
                  <a:pt x="563" y="151"/>
                </a:lnTo>
                <a:lnTo>
                  <a:pt x="561" y="148"/>
                </a:lnTo>
                <a:lnTo>
                  <a:pt x="560" y="147"/>
                </a:lnTo>
                <a:lnTo>
                  <a:pt x="560" y="146"/>
                </a:lnTo>
                <a:lnTo>
                  <a:pt x="560" y="145"/>
                </a:lnTo>
                <a:lnTo>
                  <a:pt x="561" y="143"/>
                </a:lnTo>
                <a:lnTo>
                  <a:pt x="562" y="142"/>
                </a:lnTo>
                <a:lnTo>
                  <a:pt x="563" y="140"/>
                </a:lnTo>
                <a:lnTo>
                  <a:pt x="566" y="140"/>
                </a:lnTo>
                <a:lnTo>
                  <a:pt x="568" y="139"/>
                </a:lnTo>
                <a:lnTo>
                  <a:pt x="570" y="139"/>
                </a:lnTo>
                <a:lnTo>
                  <a:pt x="570" y="138"/>
                </a:lnTo>
                <a:lnTo>
                  <a:pt x="571" y="138"/>
                </a:lnTo>
                <a:lnTo>
                  <a:pt x="571" y="136"/>
                </a:lnTo>
                <a:lnTo>
                  <a:pt x="570" y="136"/>
                </a:lnTo>
                <a:lnTo>
                  <a:pt x="569" y="136"/>
                </a:lnTo>
                <a:lnTo>
                  <a:pt x="569" y="135"/>
                </a:lnTo>
                <a:lnTo>
                  <a:pt x="568" y="135"/>
                </a:lnTo>
                <a:lnTo>
                  <a:pt x="567" y="134"/>
                </a:lnTo>
                <a:lnTo>
                  <a:pt x="566" y="134"/>
                </a:lnTo>
                <a:lnTo>
                  <a:pt x="566" y="133"/>
                </a:lnTo>
                <a:lnTo>
                  <a:pt x="566" y="130"/>
                </a:lnTo>
                <a:lnTo>
                  <a:pt x="566" y="129"/>
                </a:lnTo>
                <a:lnTo>
                  <a:pt x="567" y="128"/>
                </a:lnTo>
                <a:lnTo>
                  <a:pt x="568" y="128"/>
                </a:lnTo>
                <a:lnTo>
                  <a:pt x="570" y="127"/>
                </a:lnTo>
                <a:lnTo>
                  <a:pt x="570" y="126"/>
                </a:lnTo>
                <a:lnTo>
                  <a:pt x="571" y="126"/>
                </a:lnTo>
                <a:lnTo>
                  <a:pt x="572" y="127"/>
                </a:lnTo>
                <a:lnTo>
                  <a:pt x="572" y="128"/>
                </a:lnTo>
                <a:lnTo>
                  <a:pt x="572" y="129"/>
                </a:lnTo>
                <a:lnTo>
                  <a:pt x="573" y="130"/>
                </a:lnTo>
                <a:lnTo>
                  <a:pt x="573" y="131"/>
                </a:lnTo>
                <a:lnTo>
                  <a:pt x="575" y="133"/>
                </a:lnTo>
                <a:lnTo>
                  <a:pt x="576" y="133"/>
                </a:lnTo>
                <a:lnTo>
                  <a:pt x="576" y="132"/>
                </a:lnTo>
                <a:lnTo>
                  <a:pt x="577" y="132"/>
                </a:lnTo>
                <a:lnTo>
                  <a:pt x="577" y="131"/>
                </a:lnTo>
                <a:lnTo>
                  <a:pt x="578" y="131"/>
                </a:lnTo>
                <a:lnTo>
                  <a:pt x="579" y="129"/>
                </a:lnTo>
                <a:lnTo>
                  <a:pt x="579" y="128"/>
                </a:lnTo>
                <a:lnTo>
                  <a:pt x="578" y="127"/>
                </a:lnTo>
                <a:lnTo>
                  <a:pt x="579" y="126"/>
                </a:lnTo>
                <a:lnTo>
                  <a:pt x="580" y="126"/>
                </a:lnTo>
                <a:lnTo>
                  <a:pt x="581" y="126"/>
                </a:lnTo>
                <a:lnTo>
                  <a:pt x="583" y="126"/>
                </a:lnTo>
                <a:lnTo>
                  <a:pt x="584" y="126"/>
                </a:lnTo>
                <a:lnTo>
                  <a:pt x="585" y="126"/>
                </a:lnTo>
                <a:lnTo>
                  <a:pt x="585" y="125"/>
                </a:lnTo>
                <a:lnTo>
                  <a:pt x="586" y="125"/>
                </a:lnTo>
                <a:lnTo>
                  <a:pt x="586" y="124"/>
                </a:lnTo>
                <a:lnTo>
                  <a:pt x="586" y="123"/>
                </a:lnTo>
                <a:lnTo>
                  <a:pt x="586" y="121"/>
                </a:lnTo>
                <a:lnTo>
                  <a:pt x="586" y="120"/>
                </a:lnTo>
                <a:lnTo>
                  <a:pt x="585" y="120"/>
                </a:lnTo>
                <a:lnTo>
                  <a:pt x="586" y="118"/>
                </a:lnTo>
                <a:lnTo>
                  <a:pt x="587" y="117"/>
                </a:lnTo>
                <a:lnTo>
                  <a:pt x="589" y="112"/>
                </a:lnTo>
                <a:lnTo>
                  <a:pt x="589" y="111"/>
                </a:lnTo>
                <a:lnTo>
                  <a:pt x="586" y="111"/>
                </a:lnTo>
                <a:lnTo>
                  <a:pt x="585" y="112"/>
                </a:lnTo>
                <a:lnTo>
                  <a:pt x="584" y="112"/>
                </a:lnTo>
                <a:lnTo>
                  <a:pt x="583" y="110"/>
                </a:lnTo>
                <a:lnTo>
                  <a:pt x="583" y="109"/>
                </a:lnTo>
                <a:lnTo>
                  <a:pt x="584" y="109"/>
                </a:lnTo>
                <a:lnTo>
                  <a:pt x="584" y="108"/>
                </a:lnTo>
                <a:lnTo>
                  <a:pt x="583" y="106"/>
                </a:lnTo>
                <a:lnTo>
                  <a:pt x="583" y="105"/>
                </a:lnTo>
                <a:lnTo>
                  <a:pt x="582" y="104"/>
                </a:lnTo>
                <a:lnTo>
                  <a:pt x="581" y="104"/>
                </a:lnTo>
                <a:lnTo>
                  <a:pt x="580" y="104"/>
                </a:lnTo>
                <a:lnTo>
                  <a:pt x="579" y="103"/>
                </a:lnTo>
                <a:lnTo>
                  <a:pt x="578" y="103"/>
                </a:lnTo>
                <a:lnTo>
                  <a:pt x="578" y="102"/>
                </a:lnTo>
                <a:lnTo>
                  <a:pt x="577" y="100"/>
                </a:lnTo>
                <a:lnTo>
                  <a:pt x="578" y="98"/>
                </a:lnTo>
                <a:lnTo>
                  <a:pt x="578" y="97"/>
                </a:lnTo>
                <a:lnTo>
                  <a:pt x="579" y="96"/>
                </a:lnTo>
                <a:lnTo>
                  <a:pt x="580" y="93"/>
                </a:lnTo>
                <a:lnTo>
                  <a:pt x="581" y="93"/>
                </a:lnTo>
                <a:lnTo>
                  <a:pt x="583" y="93"/>
                </a:lnTo>
                <a:lnTo>
                  <a:pt x="584" y="93"/>
                </a:lnTo>
                <a:lnTo>
                  <a:pt x="584" y="94"/>
                </a:lnTo>
                <a:lnTo>
                  <a:pt x="584" y="95"/>
                </a:lnTo>
                <a:lnTo>
                  <a:pt x="585" y="95"/>
                </a:lnTo>
                <a:lnTo>
                  <a:pt x="585" y="94"/>
                </a:lnTo>
                <a:lnTo>
                  <a:pt x="586" y="93"/>
                </a:lnTo>
                <a:lnTo>
                  <a:pt x="587" y="93"/>
                </a:lnTo>
                <a:lnTo>
                  <a:pt x="587" y="92"/>
                </a:lnTo>
                <a:lnTo>
                  <a:pt x="588" y="90"/>
                </a:lnTo>
                <a:lnTo>
                  <a:pt x="589" y="90"/>
                </a:lnTo>
                <a:lnTo>
                  <a:pt x="591" y="89"/>
                </a:lnTo>
                <a:lnTo>
                  <a:pt x="591" y="90"/>
                </a:lnTo>
                <a:lnTo>
                  <a:pt x="592" y="90"/>
                </a:lnTo>
                <a:lnTo>
                  <a:pt x="593" y="89"/>
                </a:lnTo>
                <a:lnTo>
                  <a:pt x="594" y="89"/>
                </a:lnTo>
                <a:lnTo>
                  <a:pt x="595" y="89"/>
                </a:lnTo>
                <a:lnTo>
                  <a:pt x="595" y="88"/>
                </a:lnTo>
                <a:lnTo>
                  <a:pt x="596" y="87"/>
                </a:lnTo>
                <a:lnTo>
                  <a:pt x="598" y="90"/>
                </a:lnTo>
                <a:lnTo>
                  <a:pt x="598" y="91"/>
                </a:lnTo>
                <a:lnTo>
                  <a:pt x="599" y="92"/>
                </a:lnTo>
                <a:lnTo>
                  <a:pt x="599" y="93"/>
                </a:lnTo>
                <a:lnTo>
                  <a:pt x="600" y="93"/>
                </a:lnTo>
                <a:lnTo>
                  <a:pt x="601" y="96"/>
                </a:lnTo>
                <a:lnTo>
                  <a:pt x="603" y="95"/>
                </a:lnTo>
                <a:lnTo>
                  <a:pt x="604" y="94"/>
                </a:lnTo>
                <a:lnTo>
                  <a:pt x="605" y="94"/>
                </a:lnTo>
                <a:lnTo>
                  <a:pt x="605" y="95"/>
                </a:lnTo>
                <a:lnTo>
                  <a:pt x="606" y="95"/>
                </a:lnTo>
                <a:lnTo>
                  <a:pt x="608" y="95"/>
                </a:lnTo>
                <a:lnTo>
                  <a:pt x="608" y="93"/>
                </a:lnTo>
                <a:lnTo>
                  <a:pt x="608" y="92"/>
                </a:lnTo>
                <a:lnTo>
                  <a:pt x="607" y="91"/>
                </a:lnTo>
                <a:lnTo>
                  <a:pt x="607" y="90"/>
                </a:lnTo>
                <a:lnTo>
                  <a:pt x="606" y="88"/>
                </a:lnTo>
                <a:lnTo>
                  <a:pt x="606" y="86"/>
                </a:lnTo>
                <a:lnTo>
                  <a:pt x="607" y="85"/>
                </a:lnTo>
                <a:lnTo>
                  <a:pt x="607" y="83"/>
                </a:lnTo>
                <a:lnTo>
                  <a:pt x="607" y="82"/>
                </a:lnTo>
                <a:lnTo>
                  <a:pt x="607" y="81"/>
                </a:lnTo>
                <a:lnTo>
                  <a:pt x="606" y="79"/>
                </a:lnTo>
                <a:lnTo>
                  <a:pt x="607" y="78"/>
                </a:lnTo>
                <a:lnTo>
                  <a:pt x="608" y="78"/>
                </a:lnTo>
                <a:lnTo>
                  <a:pt x="609" y="78"/>
                </a:lnTo>
                <a:lnTo>
                  <a:pt x="610" y="78"/>
                </a:lnTo>
                <a:lnTo>
                  <a:pt x="612" y="77"/>
                </a:lnTo>
                <a:lnTo>
                  <a:pt x="612" y="76"/>
                </a:lnTo>
                <a:lnTo>
                  <a:pt x="612" y="75"/>
                </a:lnTo>
                <a:lnTo>
                  <a:pt x="612" y="74"/>
                </a:lnTo>
                <a:lnTo>
                  <a:pt x="612" y="73"/>
                </a:lnTo>
                <a:lnTo>
                  <a:pt x="612" y="72"/>
                </a:lnTo>
                <a:lnTo>
                  <a:pt x="612" y="71"/>
                </a:lnTo>
                <a:lnTo>
                  <a:pt x="616" y="72"/>
                </a:lnTo>
                <a:lnTo>
                  <a:pt x="616" y="73"/>
                </a:lnTo>
                <a:lnTo>
                  <a:pt x="616" y="74"/>
                </a:lnTo>
                <a:lnTo>
                  <a:pt x="616" y="75"/>
                </a:lnTo>
                <a:lnTo>
                  <a:pt x="616" y="76"/>
                </a:lnTo>
                <a:lnTo>
                  <a:pt x="617" y="75"/>
                </a:lnTo>
                <a:lnTo>
                  <a:pt x="618" y="75"/>
                </a:lnTo>
                <a:lnTo>
                  <a:pt x="619" y="74"/>
                </a:lnTo>
                <a:lnTo>
                  <a:pt x="618" y="74"/>
                </a:lnTo>
                <a:lnTo>
                  <a:pt x="617" y="74"/>
                </a:lnTo>
                <a:lnTo>
                  <a:pt x="617" y="73"/>
                </a:lnTo>
                <a:lnTo>
                  <a:pt x="618" y="73"/>
                </a:lnTo>
                <a:lnTo>
                  <a:pt x="618" y="71"/>
                </a:lnTo>
                <a:lnTo>
                  <a:pt x="619" y="70"/>
                </a:lnTo>
                <a:lnTo>
                  <a:pt x="619" y="69"/>
                </a:lnTo>
                <a:lnTo>
                  <a:pt x="620" y="69"/>
                </a:lnTo>
                <a:lnTo>
                  <a:pt x="621" y="69"/>
                </a:lnTo>
                <a:lnTo>
                  <a:pt x="622" y="70"/>
                </a:lnTo>
                <a:lnTo>
                  <a:pt x="622" y="71"/>
                </a:lnTo>
                <a:lnTo>
                  <a:pt x="622" y="72"/>
                </a:lnTo>
                <a:lnTo>
                  <a:pt x="622" y="73"/>
                </a:lnTo>
                <a:lnTo>
                  <a:pt x="621" y="73"/>
                </a:lnTo>
                <a:lnTo>
                  <a:pt x="620" y="73"/>
                </a:lnTo>
                <a:lnTo>
                  <a:pt x="620" y="74"/>
                </a:lnTo>
                <a:lnTo>
                  <a:pt x="620" y="75"/>
                </a:lnTo>
                <a:lnTo>
                  <a:pt x="621" y="75"/>
                </a:lnTo>
                <a:lnTo>
                  <a:pt x="622" y="75"/>
                </a:lnTo>
                <a:lnTo>
                  <a:pt x="624" y="74"/>
                </a:lnTo>
                <a:lnTo>
                  <a:pt x="625" y="74"/>
                </a:lnTo>
                <a:lnTo>
                  <a:pt x="625" y="73"/>
                </a:lnTo>
                <a:lnTo>
                  <a:pt x="626" y="71"/>
                </a:lnTo>
                <a:lnTo>
                  <a:pt x="626" y="70"/>
                </a:lnTo>
                <a:lnTo>
                  <a:pt x="629" y="70"/>
                </a:lnTo>
                <a:lnTo>
                  <a:pt x="630" y="70"/>
                </a:lnTo>
                <a:lnTo>
                  <a:pt x="631" y="70"/>
                </a:lnTo>
                <a:lnTo>
                  <a:pt x="634" y="71"/>
                </a:lnTo>
                <a:lnTo>
                  <a:pt x="635" y="71"/>
                </a:lnTo>
                <a:lnTo>
                  <a:pt x="634" y="72"/>
                </a:lnTo>
                <a:lnTo>
                  <a:pt x="635" y="73"/>
                </a:lnTo>
                <a:lnTo>
                  <a:pt x="636" y="73"/>
                </a:lnTo>
                <a:lnTo>
                  <a:pt x="636" y="72"/>
                </a:lnTo>
                <a:lnTo>
                  <a:pt x="636" y="71"/>
                </a:lnTo>
                <a:lnTo>
                  <a:pt x="637" y="71"/>
                </a:lnTo>
                <a:lnTo>
                  <a:pt x="638" y="72"/>
                </a:lnTo>
                <a:lnTo>
                  <a:pt x="639" y="72"/>
                </a:lnTo>
                <a:lnTo>
                  <a:pt x="640" y="71"/>
                </a:lnTo>
                <a:lnTo>
                  <a:pt x="641" y="70"/>
                </a:lnTo>
                <a:lnTo>
                  <a:pt x="642" y="70"/>
                </a:lnTo>
                <a:lnTo>
                  <a:pt x="643" y="70"/>
                </a:lnTo>
                <a:lnTo>
                  <a:pt x="644" y="72"/>
                </a:lnTo>
                <a:lnTo>
                  <a:pt x="645" y="74"/>
                </a:lnTo>
                <a:lnTo>
                  <a:pt x="645" y="75"/>
                </a:lnTo>
                <a:lnTo>
                  <a:pt x="645" y="76"/>
                </a:lnTo>
                <a:lnTo>
                  <a:pt x="644" y="77"/>
                </a:lnTo>
                <a:lnTo>
                  <a:pt x="644" y="79"/>
                </a:lnTo>
                <a:lnTo>
                  <a:pt x="644" y="80"/>
                </a:lnTo>
                <a:lnTo>
                  <a:pt x="646" y="81"/>
                </a:lnTo>
                <a:lnTo>
                  <a:pt x="646" y="80"/>
                </a:lnTo>
                <a:lnTo>
                  <a:pt x="649" y="81"/>
                </a:lnTo>
                <a:lnTo>
                  <a:pt x="649" y="82"/>
                </a:lnTo>
                <a:lnTo>
                  <a:pt x="648" y="82"/>
                </a:lnTo>
                <a:lnTo>
                  <a:pt x="647" y="84"/>
                </a:lnTo>
                <a:lnTo>
                  <a:pt x="647" y="85"/>
                </a:lnTo>
                <a:lnTo>
                  <a:pt x="647" y="87"/>
                </a:lnTo>
                <a:lnTo>
                  <a:pt x="647" y="89"/>
                </a:lnTo>
                <a:lnTo>
                  <a:pt x="648" y="90"/>
                </a:lnTo>
                <a:lnTo>
                  <a:pt x="648" y="91"/>
                </a:lnTo>
                <a:lnTo>
                  <a:pt x="648" y="92"/>
                </a:lnTo>
                <a:lnTo>
                  <a:pt x="648" y="93"/>
                </a:lnTo>
                <a:lnTo>
                  <a:pt x="648" y="94"/>
                </a:lnTo>
                <a:lnTo>
                  <a:pt x="649" y="94"/>
                </a:lnTo>
                <a:lnTo>
                  <a:pt x="650" y="94"/>
                </a:lnTo>
                <a:lnTo>
                  <a:pt x="653" y="96"/>
                </a:lnTo>
                <a:lnTo>
                  <a:pt x="654" y="96"/>
                </a:lnTo>
                <a:lnTo>
                  <a:pt x="654" y="95"/>
                </a:lnTo>
                <a:lnTo>
                  <a:pt x="655" y="95"/>
                </a:lnTo>
                <a:lnTo>
                  <a:pt x="655" y="94"/>
                </a:lnTo>
                <a:lnTo>
                  <a:pt x="655" y="93"/>
                </a:lnTo>
                <a:lnTo>
                  <a:pt x="654" y="92"/>
                </a:lnTo>
                <a:lnTo>
                  <a:pt x="655" y="90"/>
                </a:lnTo>
                <a:lnTo>
                  <a:pt x="655" y="89"/>
                </a:lnTo>
                <a:lnTo>
                  <a:pt x="655" y="90"/>
                </a:lnTo>
                <a:lnTo>
                  <a:pt x="656" y="90"/>
                </a:lnTo>
                <a:lnTo>
                  <a:pt x="657" y="90"/>
                </a:lnTo>
                <a:lnTo>
                  <a:pt x="657" y="89"/>
                </a:lnTo>
                <a:lnTo>
                  <a:pt x="658" y="89"/>
                </a:lnTo>
                <a:lnTo>
                  <a:pt x="658" y="88"/>
                </a:lnTo>
                <a:lnTo>
                  <a:pt x="660" y="88"/>
                </a:lnTo>
                <a:lnTo>
                  <a:pt x="661" y="88"/>
                </a:lnTo>
                <a:lnTo>
                  <a:pt x="662" y="87"/>
                </a:lnTo>
                <a:lnTo>
                  <a:pt x="663" y="87"/>
                </a:lnTo>
                <a:lnTo>
                  <a:pt x="663" y="86"/>
                </a:lnTo>
                <a:lnTo>
                  <a:pt x="665" y="86"/>
                </a:lnTo>
                <a:lnTo>
                  <a:pt x="667" y="86"/>
                </a:lnTo>
                <a:lnTo>
                  <a:pt x="668" y="86"/>
                </a:lnTo>
                <a:lnTo>
                  <a:pt x="669" y="86"/>
                </a:lnTo>
                <a:lnTo>
                  <a:pt x="669" y="85"/>
                </a:lnTo>
                <a:lnTo>
                  <a:pt x="668" y="84"/>
                </a:lnTo>
                <a:lnTo>
                  <a:pt x="669" y="84"/>
                </a:lnTo>
                <a:lnTo>
                  <a:pt x="669" y="83"/>
                </a:lnTo>
                <a:lnTo>
                  <a:pt x="670" y="83"/>
                </a:lnTo>
                <a:lnTo>
                  <a:pt x="671" y="82"/>
                </a:lnTo>
                <a:lnTo>
                  <a:pt x="670" y="82"/>
                </a:lnTo>
                <a:lnTo>
                  <a:pt x="670" y="81"/>
                </a:lnTo>
                <a:lnTo>
                  <a:pt x="669" y="81"/>
                </a:lnTo>
                <a:lnTo>
                  <a:pt x="669" y="80"/>
                </a:lnTo>
                <a:lnTo>
                  <a:pt x="668" y="80"/>
                </a:lnTo>
                <a:lnTo>
                  <a:pt x="668" y="79"/>
                </a:lnTo>
                <a:lnTo>
                  <a:pt x="669" y="79"/>
                </a:lnTo>
                <a:lnTo>
                  <a:pt x="673" y="78"/>
                </a:lnTo>
                <a:lnTo>
                  <a:pt x="674" y="78"/>
                </a:lnTo>
                <a:lnTo>
                  <a:pt x="675" y="78"/>
                </a:lnTo>
                <a:lnTo>
                  <a:pt x="676" y="78"/>
                </a:lnTo>
                <a:lnTo>
                  <a:pt x="677" y="77"/>
                </a:lnTo>
                <a:lnTo>
                  <a:pt x="678" y="77"/>
                </a:lnTo>
                <a:lnTo>
                  <a:pt x="679" y="76"/>
                </a:lnTo>
                <a:lnTo>
                  <a:pt x="679" y="75"/>
                </a:lnTo>
                <a:lnTo>
                  <a:pt x="680" y="75"/>
                </a:lnTo>
                <a:lnTo>
                  <a:pt x="679" y="74"/>
                </a:lnTo>
                <a:lnTo>
                  <a:pt x="679" y="73"/>
                </a:lnTo>
                <a:lnTo>
                  <a:pt x="679" y="72"/>
                </a:lnTo>
                <a:lnTo>
                  <a:pt x="680" y="71"/>
                </a:lnTo>
                <a:lnTo>
                  <a:pt x="680" y="70"/>
                </a:lnTo>
                <a:lnTo>
                  <a:pt x="681" y="70"/>
                </a:lnTo>
                <a:lnTo>
                  <a:pt x="682" y="70"/>
                </a:lnTo>
                <a:lnTo>
                  <a:pt x="683" y="70"/>
                </a:lnTo>
                <a:lnTo>
                  <a:pt x="683" y="69"/>
                </a:lnTo>
                <a:lnTo>
                  <a:pt x="683" y="68"/>
                </a:lnTo>
                <a:lnTo>
                  <a:pt x="683" y="67"/>
                </a:lnTo>
                <a:lnTo>
                  <a:pt x="683" y="66"/>
                </a:lnTo>
                <a:lnTo>
                  <a:pt x="682" y="64"/>
                </a:lnTo>
                <a:lnTo>
                  <a:pt x="683" y="64"/>
                </a:lnTo>
                <a:lnTo>
                  <a:pt x="684" y="61"/>
                </a:lnTo>
                <a:lnTo>
                  <a:pt x="685" y="59"/>
                </a:lnTo>
                <a:lnTo>
                  <a:pt x="687" y="57"/>
                </a:lnTo>
                <a:lnTo>
                  <a:pt x="687" y="56"/>
                </a:lnTo>
                <a:lnTo>
                  <a:pt x="686" y="55"/>
                </a:lnTo>
                <a:lnTo>
                  <a:pt x="686" y="56"/>
                </a:lnTo>
                <a:lnTo>
                  <a:pt x="685" y="56"/>
                </a:lnTo>
                <a:lnTo>
                  <a:pt x="684" y="55"/>
                </a:lnTo>
                <a:lnTo>
                  <a:pt x="682" y="55"/>
                </a:lnTo>
                <a:lnTo>
                  <a:pt x="681" y="54"/>
                </a:lnTo>
                <a:lnTo>
                  <a:pt x="680" y="52"/>
                </a:lnTo>
                <a:lnTo>
                  <a:pt x="680" y="51"/>
                </a:lnTo>
                <a:lnTo>
                  <a:pt x="681" y="51"/>
                </a:lnTo>
                <a:lnTo>
                  <a:pt x="680" y="50"/>
                </a:lnTo>
                <a:lnTo>
                  <a:pt x="680" y="49"/>
                </a:lnTo>
                <a:lnTo>
                  <a:pt x="679" y="48"/>
                </a:lnTo>
                <a:lnTo>
                  <a:pt x="678" y="47"/>
                </a:lnTo>
                <a:lnTo>
                  <a:pt x="676" y="48"/>
                </a:lnTo>
                <a:lnTo>
                  <a:pt x="675" y="48"/>
                </a:lnTo>
                <a:lnTo>
                  <a:pt x="674" y="48"/>
                </a:lnTo>
                <a:lnTo>
                  <a:pt x="674" y="47"/>
                </a:lnTo>
                <a:lnTo>
                  <a:pt x="673" y="45"/>
                </a:lnTo>
                <a:lnTo>
                  <a:pt x="673" y="44"/>
                </a:lnTo>
                <a:lnTo>
                  <a:pt x="675" y="41"/>
                </a:lnTo>
                <a:lnTo>
                  <a:pt x="676" y="41"/>
                </a:lnTo>
                <a:lnTo>
                  <a:pt x="676" y="40"/>
                </a:lnTo>
                <a:lnTo>
                  <a:pt x="677" y="40"/>
                </a:lnTo>
                <a:lnTo>
                  <a:pt x="678" y="39"/>
                </a:lnTo>
                <a:lnTo>
                  <a:pt x="678" y="38"/>
                </a:lnTo>
                <a:lnTo>
                  <a:pt x="678" y="37"/>
                </a:lnTo>
                <a:lnTo>
                  <a:pt x="678" y="36"/>
                </a:lnTo>
                <a:lnTo>
                  <a:pt x="678" y="34"/>
                </a:lnTo>
                <a:lnTo>
                  <a:pt x="677" y="34"/>
                </a:lnTo>
                <a:lnTo>
                  <a:pt x="675" y="33"/>
                </a:lnTo>
                <a:lnTo>
                  <a:pt x="675" y="32"/>
                </a:lnTo>
                <a:lnTo>
                  <a:pt x="674" y="30"/>
                </a:lnTo>
                <a:lnTo>
                  <a:pt x="674" y="28"/>
                </a:lnTo>
                <a:lnTo>
                  <a:pt x="674" y="27"/>
                </a:lnTo>
                <a:lnTo>
                  <a:pt x="674" y="25"/>
                </a:lnTo>
                <a:lnTo>
                  <a:pt x="675" y="25"/>
                </a:lnTo>
                <a:lnTo>
                  <a:pt x="676" y="27"/>
                </a:lnTo>
                <a:lnTo>
                  <a:pt x="678" y="27"/>
                </a:lnTo>
                <a:lnTo>
                  <a:pt x="678" y="28"/>
                </a:lnTo>
                <a:lnTo>
                  <a:pt x="678" y="27"/>
                </a:lnTo>
                <a:lnTo>
                  <a:pt x="679" y="27"/>
                </a:lnTo>
                <a:lnTo>
                  <a:pt x="680" y="27"/>
                </a:lnTo>
                <a:lnTo>
                  <a:pt x="681" y="27"/>
                </a:lnTo>
                <a:lnTo>
                  <a:pt x="681" y="26"/>
                </a:lnTo>
                <a:lnTo>
                  <a:pt x="682" y="25"/>
                </a:lnTo>
                <a:lnTo>
                  <a:pt x="682" y="24"/>
                </a:lnTo>
                <a:lnTo>
                  <a:pt x="682" y="23"/>
                </a:lnTo>
                <a:lnTo>
                  <a:pt x="683" y="22"/>
                </a:lnTo>
                <a:lnTo>
                  <a:pt x="683" y="21"/>
                </a:lnTo>
                <a:lnTo>
                  <a:pt x="684" y="20"/>
                </a:lnTo>
                <a:lnTo>
                  <a:pt x="684" y="19"/>
                </a:lnTo>
                <a:lnTo>
                  <a:pt x="683" y="18"/>
                </a:lnTo>
                <a:lnTo>
                  <a:pt x="682" y="18"/>
                </a:lnTo>
                <a:lnTo>
                  <a:pt x="681" y="19"/>
                </a:lnTo>
                <a:lnTo>
                  <a:pt x="681" y="18"/>
                </a:lnTo>
                <a:lnTo>
                  <a:pt x="680" y="18"/>
                </a:lnTo>
                <a:lnTo>
                  <a:pt x="680" y="17"/>
                </a:lnTo>
                <a:lnTo>
                  <a:pt x="680" y="15"/>
                </a:lnTo>
                <a:lnTo>
                  <a:pt x="681" y="13"/>
                </a:lnTo>
                <a:lnTo>
                  <a:pt x="680" y="12"/>
                </a:lnTo>
                <a:lnTo>
                  <a:pt x="679" y="11"/>
                </a:lnTo>
                <a:lnTo>
                  <a:pt x="679" y="10"/>
                </a:lnTo>
                <a:lnTo>
                  <a:pt x="679" y="9"/>
                </a:lnTo>
                <a:lnTo>
                  <a:pt x="679" y="8"/>
                </a:lnTo>
                <a:lnTo>
                  <a:pt x="680" y="8"/>
                </a:lnTo>
                <a:lnTo>
                  <a:pt x="680" y="7"/>
                </a:lnTo>
                <a:lnTo>
                  <a:pt x="681" y="7"/>
                </a:lnTo>
                <a:lnTo>
                  <a:pt x="682" y="7"/>
                </a:lnTo>
                <a:lnTo>
                  <a:pt x="683" y="7"/>
                </a:lnTo>
                <a:lnTo>
                  <a:pt x="684" y="7"/>
                </a:lnTo>
                <a:lnTo>
                  <a:pt x="684" y="6"/>
                </a:lnTo>
                <a:lnTo>
                  <a:pt x="685" y="6"/>
                </a:lnTo>
                <a:lnTo>
                  <a:pt x="685" y="5"/>
                </a:lnTo>
                <a:lnTo>
                  <a:pt x="686" y="4"/>
                </a:lnTo>
                <a:lnTo>
                  <a:pt x="687" y="5"/>
                </a:lnTo>
                <a:lnTo>
                  <a:pt x="688" y="6"/>
                </a:lnTo>
                <a:lnTo>
                  <a:pt x="689" y="6"/>
                </a:lnTo>
                <a:lnTo>
                  <a:pt x="689" y="5"/>
                </a:lnTo>
                <a:lnTo>
                  <a:pt x="689" y="6"/>
                </a:lnTo>
                <a:lnTo>
                  <a:pt x="690" y="6"/>
                </a:lnTo>
                <a:lnTo>
                  <a:pt x="690" y="8"/>
                </a:lnTo>
                <a:lnTo>
                  <a:pt x="690" y="9"/>
                </a:lnTo>
                <a:lnTo>
                  <a:pt x="690" y="10"/>
                </a:lnTo>
                <a:lnTo>
                  <a:pt x="691" y="11"/>
                </a:lnTo>
                <a:lnTo>
                  <a:pt x="692" y="11"/>
                </a:lnTo>
                <a:lnTo>
                  <a:pt x="694" y="10"/>
                </a:lnTo>
                <a:lnTo>
                  <a:pt x="695" y="10"/>
                </a:lnTo>
                <a:lnTo>
                  <a:pt x="695" y="9"/>
                </a:lnTo>
                <a:lnTo>
                  <a:pt x="696" y="9"/>
                </a:lnTo>
                <a:lnTo>
                  <a:pt x="696" y="8"/>
                </a:lnTo>
                <a:lnTo>
                  <a:pt x="697" y="8"/>
                </a:lnTo>
                <a:lnTo>
                  <a:pt x="698" y="7"/>
                </a:lnTo>
                <a:lnTo>
                  <a:pt x="699" y="6"/>
                </a:lnTo>
                <a:lnTo>
                  <a:pt x="700" y="5"/>
                </a:lnTo>
                <a:lnTo>
                  <a:pt x="701" y="6"/>
                </a:lnTo>
                <a:lnTo>
                  <a:pt x="702" y="6"/>
                </a:lnTo>
                <a:lnTo>
                  <a:pt x="704" y="4"/>
                </a:lnTo>
                <a:lnTo>
                  <a:pt x="704" y="3"/>
                </a:lnTo>
                <a:lnTo>
                  <a:pt x="705" y="2"/>
                </a:lnTo>
                <a:lnTo>
                  <a:pt x="705" y="1"/>
                </a:lnTo>
                <a:lnTo>
                  <a:pt x="706" y="1"/>
                </a:lnTo>
                <a:lnTo>
                  <a:pt x="706" y="0"/>
                </a:lnTo>
                <a:lnTo>
                  <a:pt x="707" y="0"/>
                </a:lnTo>
                <a:lnTo>
                  <a:pt x="708" y="1"/>
                </a:lnTo>
                <a:lnTo>
                  <a:pt x="709" y="1"/>
                </a:lnTo>
                <a:lnTo>
                  <a:pt x="709" y="3"/>
                </a:lnTo>
                <a:lnTo>
                  <a:pt x="709" y="4"/>
                </a:lnTo>
                <a:close/>
              </a:path>
            </a:pathLst>
          </a:custGeom>
          <a:solidFill>
            <a:srgbClr val="FFEBA1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0" name=""/>
          <p:cNvSpPr/>
          <p:nvPr/>
        </p:nvSpPr>
        <p:spPr>
          <a:xfrm>
            <a:off x="7914960" y="309096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1" y="2"/>
                </a:moveTo>
                <a:lnTo>
                  <a:pt x="3" y="1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9" y="4"/>
                </a:lnTo>
                <a:lnTo>
                  <a:pt x="8" y="5"/>
                </a:lnTo>
                <a:lnTo>
                  <a:pt x="6" y="6"/>
                </a:lnTo>
                <a:lnTo>
                  <a:pt x="4" y="7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1" y="2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1" name=""/>
          <p:cNvSpPr/>
          <p:nvPr/>
        </p:nvSpPr>
        <p:spPr>
          <a:xfrm>
            <a:off x="7934040" y="3042720"/>
            <a:ext cx="4680" cy="2880"/>
          </a:xfrm>
          <a:custGeom>
            <a:avLst/>
            <a:gdLst/>
            <a:ahLst/>
            <a:rect l="0" t="0" r="r" b="b"/>
            <a:pathLst>
              <a:path w="13" h="8">
                <a:moveTo>
                  <a:pt x="5" y="6"/>
                </a:move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4" y="2"/>
                </a:lnTo>
                <a:lnTo>
                  <a:pt x="5" y="2"/>
                </a:lnTo>
                <a:lnTo>
                  <a:pt x="7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2" y="2"/>
                </a:lnTo>
                <a:lnTo>
                  <a:pt x="13" y="3"/>
                </a:lnTo>
                <a:lnTo>
                  <a:pt x="13" y="4"/>
                </a:lnTo>
                <a:lnTo>
                  <a:pt x="12" y="6"/>
                </a:lnTo>
                <a:lnTo>
                  <a:pt x="10" y="8"/>
                </a:lnTo>
                <a:lnTo>
                  <a:pt x="9" y="8"/>
                </a:lnTo>
                <a:lnTo>
                  <a:pt x="8" y="6"/>
                </a:lnTo>
                <a:lnTo>
                  <a:pt x="6" y="6"/>
                </a:lnTo>
                <a:lnTo>
                  <a:pt x="5" y="6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2" name=""/>
          <p:cNvSpPr/>
          <p:nvPr/>
        </p:nvSpPr>
        <p:spPr>
          <a:xfrm>
            <a:off x="7928640" y="29995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2" y="0"/>
                </a:moveTo>
                <a:lnTo>
                  <a:pt x="3" y="0"/>
                </a:ln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4" y="4"/>
                </a:lnTo>
                <a:lnTo>
                  <a:pt x="3" y="6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3" name=""/>
          <p:cNvSpPr/>
          <p:nvPr/>
        </p:nvSpPr>
        <p:spPr>
          <a:xfrm>
            <a:off x="7927920" y="2996280"/>
            <a:ext cx="8640" cy="5040"/>
          </a:xfrm>
          <a:custGeom>
            <a:avLst/>
            <a:gdLst/>
            <a:ahLst/>
            <a:rect l="0" t="0" r="r" b="b"/>
            <a:pathLst>
              <a:path w="24" h="14">
                <a:moveTo>
                  <a:pt x="19" y="8"/>
                </a:moveTo>
                <a:lnTo>
                  <a:pt x="17" y="9"/>
                </a:lnTo>
                <a:lnTo>
                  <a:pt x="15" y="10"/>
                </a:lnTo>
                <a:lnTo>
                  <a:pt x="14" y="12"/>
                </a:lnTo>
                <a:lnTo>
                  <a:pt x="12" y="13"/>
                </a:lnTo>
                <a:lnTo>
                  <a:pt x="9" y="13"/>
                </a:lnTo>
                <a:lnTo>
                  <a:pt x="8" y="14"/>
                </a:lnTo>
                <a:lnTo>
                  <a:pt x="7" y="13"/>
                </a:lnTo>
                <a:lnTo>
                  <a:pt x="6" y="12"/>
                </a:lnTo>
                <a:lnTo>
                  <a:pt x="6" y="9"/>
                </a:lnTo>
                <a:lnTo>
                  <a:pt x="7" y="9"/>
                </a:lnTo>
                <a:lnTo>
                  <a:pt x="8" y="9"/>
                </a:lnTo>
                <a:lnTo>
                  <a:pt x="12" y="9"/>
                </a:lnTo>
                <a:lnTo>
                  <a:pt x="13" y="8"/>
                </a:lnTo>
                <a:lnTo>
                  <a:pt x="13" y="7"/>
                </a:lnTo>
                <a:lnTo>
                  <a:pt x="14" y="6"/>
                </a:lnTo>
                <a:lnTo>
                  <a:pt x="16" y="5"/>
                </a:lnTo>
                <a:lnTo>
                  <a:pt x="18" y="5"/>
                </a:lnTo>
                <a:lnTo>
                  <a:pt x="19" y="5"/>
                </a:lnTo>
                <a:lnTo>
                  <a:pt x="19" y="4"/>
                </a:lnTo>
                <a:lnTo>
                  <a:pt x="18" y="3"/>
                </a:lnTo>
                <a:lnTo>
                  <a:pt x="17" y="3"/>
                </a:lnTo>
                <a:lnTo>
                  <a:pt x="16" y="3"/>
                </a:lnTo>
                <a:lnTo>
                  <a:pt x="14" y="4"/>
                </a:lnTo>
                <a:lnTo>
                  <a:pt x="13" y="4"/>
                </a:lnTo>
                <a:lnTo>
                  <a:pt x="12" y="5"/>
                </a:lnTo>
                <a:lnTo>
                  <a:pt x="9" y="5"/>
                </a:lnTo>
                <a:lnTo>
                  <a:pt x="7" y="6"/>
                </a:lnTo>
                <a:lnTo>
                  <a:pt x="6" y="7"/>
                </a:lnTo>
                <a:lnTo>
                  <a:pt x="5" y="7"/>
                </a:lnTo>
                <a:lnTo>
                  <a:pt x="4" y="8"/>
                </a:lnTo>
                <a:lnTo>
                  <a:pt x="3" y="9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0" y="6"/>
                </a:lnTo>
                <a:lnTo>
                  <a:pt x="2" y="5"/>
                </a:lnTo>
                <a:lnTo>
                  <a:pt x="4" y="5"/>
                </a:lnTo>
                <a:lnTo>
                  <a:pt x="5" y="4"/>
                </a:lnTo>
                <a:lnTo>
                  <a:pt x="8" y="3"/>
                </a:lnTo>
                <a:lnTo>
                  <a:pt x="9" y="2"/>
                </a:lnTo>
                <a:lnTo>
                  <a:pt x="12" y="1"/>
                </a:lnTo>
                <a:lnTo>
                  <a:pt x="15" y="0"/>
                </a:lnTo>
                <a:lnTo>
                  <a:pt x="17" y="0"/>
                </a:lnTo>
                <a:lnTo>
                  <a:pt x="19" y="0"/>
                </a:lnTo>
                <a:lnTo>
                  <a:pt x="21" y="0"/>
                </a:lnTo>
                <a:lnTo>
                  <a:pt x="23" y="1"/>
                </a:lnTo>
                <a:lnTo>
                  <a:pt x="24" y="3"/>
                </a:lnTo>
                <a:lnTo>
                  <a:pt x="24" y="5"/>
                </a:lnTo>
                <a:lnTo>
                  <a:pt x="23" y="6"/>
                </a:lnTo>
                <a:lnTo>
                  <a:pt x="21" y="7"/>
                </a:lnTo>
                <a:lnTo>
                  <a:pt x="20" y="7"/>
                </a:lnTo>
                <a:lnTo>
                  <a:pt x="19" y="8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4" name=""/>
          <p:cNvSpPr/>
          <p:nvPr/>
        </p:nvSpPr>
        <p:spPr>
          <a:xfrm>
            <a:off x="7797240" y="29275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5" name=""/>
          <p:cNvSpPr/>
          <p:nvPr/>
        </p:nvSpPr>
        <p:spPr>
          <a:xfrm>
            <a:off x="7777080" y="2926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6" name=""/>
          <p:cNvSpPr/>
          <p:nvPr/>
        </p:nvSpPr>
        <p:spPr>
          <a:xfrm>
            <a:off x="7794720" y="2925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7" name=""/>
          <p:cNvSpPr/>
          <p:nvPr/>
        </p:nvSpPr>
        <p:spPr>
          <a:xfrm>
            <a:off x="7773480" y="29246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3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3" y="3"/>
                </a:lnTo>
                <a:lnTo>
                  <a:pt x="4" y="4"/>
                </a:lnTo>
                <a:lnTo>
                  <a:pt x="3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8" name=""/>
          <p:cNvSpPr/>
          <p:nvPr/>
        </p:nvSpPr>
        <p:spPr>
          <a:xfrm>
            <a:off x="7782120" y="2924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9" name=""/>
          <p:cNvSpPr/>
          <p:nvPr/>
        </p:nvSpPr>
        <p:spPr>
          <a:xfrm>
            <a:off x="7801200" y="29185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0"/>
                </a:move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3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0" name=""/>
          <p:cNvSpPr/>
          <p:nvPr/>
        </p:nvSpPr>
        <p:spPr>
          <a:xfrm>
            <a:off x="7842960" y="28929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1" name=""/>
          <p:cNvSpPr/>
          <p:nvPr/>
        </p:nvSpPr>
        <p:spPr>
          <a:xfrm>
            <a:off x="7851240" y="28900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0" y="1"/>
                </a:move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1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2" name=""/>
          <p:cNvSpPr/>
          <p:nvPr/>
        </p:nvSpPr>
        <p:spPr>
          <a:xfrm>
            <a:off x="7850880" y="28890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0"/>
                </a:moveTo>
                <a:lnTo>
                  <a:pt x="3" y="1"/>
                </a:lnTo>
                <a:lnTo>
                  <a:pt x="5" y="3"/>
                </a:lnTo>
                <a:lnTo>
                  <a:pt x="5" y="4"/>
                </a:lnTo>
                <a:lnTo>
                  <a:pt x="2" y="4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3" name=""/>
          <p:cNvSpPr/>
          <p:nvPr/>
        </p:nvSpPr>
        <p:spPr>
          <a:xfrm>
            <a:off x="7717680" y="2782800"/>
            <a:ext cx="170280" cy="147600"/>
          </a:xfrm>
          <a:custGeom>
            <a:avLst/>
            <a:gdLst/>
            <a:ahLst/>
            <a:rect l="0" t="0" r="r" b="b"/>
            <a:pathLst>
              <a:path w="473" h="410">
                <a:moveTo>
                  <a:pt x="408" y="20"/>
                </a:moveTo>
                <a:lnTo>
                  <a:pt x="409" y="21"/>
                </a:lnTo>
                <a:lnTo>
                  <a:pt x="410" y="22"/>
                </a:lnTo>
                <a:lnTo>
                  <a:pt x="411" y="22"/>
                </a:lnTo>
                <a:lnTo>
                  <a:pt x="412" y="22"/>
                </a:lnTo>
                <a:lnTo>
                  <a:pt x="413" y="22"/>
                </a:lnTo>
                <a:lnTo>
                  <a:pt x="414" y="22"/>
                </a:lnTo>
                <a:lnTo>
                  <a:pt x="414" y="24"/>
                </a:lnTo>
                <a:lnTo>
                  <a:pt x="414" y="25"/>
                </a:lnTo>
                <a:lnTo>
                  <a:pt x="415" y="25"/>
                </a:lnTo>
                <a:lnTo>
                  <a:pt x="415" y="26"/>
                </a:lnTo>
                <a:lnTo>
                  <a:pt x="416" y="27"/>
                </a:lnTo>
                <a:lnTo>
                  <a:pt x="419" y="29"/>
                </a:lnTo>
                <a:lnTo>
                  <a:pt x="420" y="29"/>
                </a:lnTo>
                <a:lnTo>
                  <a:pt x="423" y="29"/>
                </a:lnTo>
                <a:lnTo>
                  <a:pt x="424" y="29"/>
                </a:lnTo>
                <a:lnTo>
                  <a:pt x="424" y="30"/>
                </a:lnTo>
                <a:lnTo>
                  <a:pt x="425" y="30"/>
                </a:lnTo>
                <a:lnTo>
                  <a:pt x="426" y="30"/>
                </a:lnTo>
                <a:lnTo>
                  <a:pt x="427" y="31"/>
                </a:lnTo>
                <a:lnTo>
                  <a:pt x="428" y="31"/>
                </a:lnTo>
                <a:lnTo>
                  <a:pt x="429" y="31"/>
                </a:lnTo>
                <a:lnTo>
                  <a:pt x="430" y="31"/>
                </a:lnTo>
                <a:lnTo>
                  <a:pt x="431" y="31"/>
                </a:lnTo>
                <a:lnTo>
                  <a:pt x="432" y="31"/>
                </a:lnTo>
                <a:lnTo>
                  <a:pt x="432" y="32"/>
                </a:lnTo>
                <a:lnTo>
                  <a:pt x="433" y="32"/>
                </a:lnTo>
                <a:lnTo>
                  <a:pt x="433" y="31"/>
                </a:lnTo>
                <a:lnTo>
                  <a:pt x="432" y="31"/>
                </a:lnTo>
                <a:lnTo>
                  <a:pt x="433" y="31"/>
                </a:lnTo>
                <a:lnTo>
                  <a:pt x="434" y="31"/>
                </a:lnTo>
                <a:lnTo>
                  <a:pt x="435" y="31"/>
                </a:lnTo>
                <a:lnTo>
                  <a:pt x="436" y="31"/>
                </a:lnTo>
                <a:lnTo>
                  <a:pt x="438" y="31"/>
                </a:lnTo>
                <a:lnTo>
                  <a:pt x="438" y="30"/>
                </a:lnTo>
                <a:lnTo>
                  <a:pt x="439" y="30"/>
                </a:lnTo>
                <a:lnTo>
                  <a:pt x="441" y="30"/>
                </a:lnTo>
                <a:lnTo>
                  <a:pt x="442" y="30"/>
                </a:lnTo>
                <a:lnTo>
                  <a:pt x="443" y="30"/>
                </a:lnTo>
                <a:lnTo>
                  <a:pt x="443" y="29"/>
                </a:lnTo>
                <a:lnTo>
                  <a:pt x="444" y="29"/>
                </a:lnTo>
                <a:lnTo>
                  <a:pt x="444" y="28"/>
                </a:lnTo>
                <a:lnTo>
                  <a:pt x="444" y="27"/>
                </a:lnTo>
                <a:lnTo>
                  <a:pt x="445" y="27"/>
                </a:lnTo>
                <a:lnTo>
                  <a:pt x="444" y="27"/>
                </a:lnTo>
                <a:lnTo>
                  <a:pt x="445" y="27"/>
                </a:lnTo>
                <a:lnTo>
                  <a:pt x="445" y="26"/>
                </a:lnTo>
                <a:lnTo>
                  <a:pt x="446" y="26"/>
                </a:lnTo>
                <a:lnTo>
                  <a:pt x="447" y="26"/>
                </a:lnTo>
                <a:lnTo>
                  <a:pt x="447" y="27"/>
                </a:lnTo>
                <a:lnTo>
                  <a:pt x="448" y="27"/>
                </a:lnTo>
                <a:lnTo>
                  <a:pt x="448" y="28"/>
                </a:lnTo>
                <a:lnTo>
                  <a:pt x="449" y="29"/>
                </a:lnTo>
                <a:lnTo>
                  <a:pt x="452" y="34"/>
                </a:lnTo>
                <a:lnTo>
                  <a:pt x="452" y="37"/>
                </a:lnTo>
                <a:lnTo>
                  <a:pt x="452" y="38"/>
                </a:lnTo>
                <a:lnTo>
                  <a:pt x="453" y="42"/>
                </a:lnTo>
                <a:lnTo>
                  <a:pt x="454" y="43"/>
                </a:lnTo>
                <a:lnTo>
                  <a:pt x="455" y="45"/>
                </a:lnTo>
                <a:lnTo>
                  <a:pt x="455" y="46"/>
                </a:lnTo>
                <a:lnTo>
                  <a:pt x="456" y="48"/>
                </a:lnTo>
                <a:lnTo>
                  <a:pt x="456" y="49"/>
                </a:lnTo>
                <a:lnTo>
                  <a:pt x="457" y="51"/>
                </a:lnTo>
                <a:lnTo>
                  <a:pt x="458" y="54"/>
                </a:lnTo>
                <a:lnTo>
                  <a:pt x="459" y="56"/>
                </a:lnTo>
                <a:lnTo>
                  <a:pt x="460" y="59"/>
                </a:lnTo>
                <a:lnTo>
                  <a:pt x="461" y="60"/>
                </a:lnTo>
                <a:lnTo>
                  <a:pt x="462" y="64"/>
                </a:lnTo>
                <a:lnTo>
                  <a:pt x="462" y="65"/>
                </a:lnTo>
                <a:lnTo>
                  <a:pt x="462" y="70"/>
                </a:lnTo>
                <a:lnTo>
                  <a:pt x="463" y="72"/>
                </a:lnTo>
                <a:lnTo>
                  <a:pt x="463" y="78"/>
                </a:lnTo>
                <a:lnTo>
                  <a:pt x="463" y="79"/>
                </a:lnTo>
                <a:lnTo>
                  <a:pt x="463" y="80"/>
                </a:lnTo>
                <a:lnTo>
                  <a:pt x="464" y="82"/>
                </a:lnTo>
                <a:lnTo>
                  <a:pt x="464" y="86"/>
                </a:lnTo>
                <a:lnTo>
                  <a:pt x="465" y="89"/>
                </a:lnTo>
                <a:lnTo>
                  <a:pt x="466" y="91"/>
                </a:lnTo>
                <a:lnTo>
                  <a:pt x="467" y="91"/>
                </a:lnTo>
                <a:lnTo>
                  <a:pt x="468" y="91"/>
                </a:lnTo>
                <a:lnTo>
                  <a:pt x="469" y="91"/>
                </a:lnTo>
                <a:lnTo>
                  <a:pt x="469" y="92"/>
                </a:lnTo>
                <a:lnTo>
                  <a:pt x="469" y="93"/>
                </a:lnTo>
                <a:lnTo>
                  <a:pt x="470" y="93"/>
                </a:lnTo>
                <a:lnTo>
                  <a:pt x="470" y="94"/>
                </a:lnTo>
                <a:lnTo>
                  <a:pt x="471" y="95"/>
                </a:lnTo>
                <a:lnTo>
                  <a:pt x="470" y="96"/>
                </a:lnTo>
                <a:lnTo>
                  <a:pt x="470" y="97"/>
                </a:lnTo>
                <a:lnTo>
                  <a:pt x="471" y="97"/>
                </a:lnTo>
                <a:lnTo>
                  <a:pt x="472" y="98"/>
                </a:lnTo>
                <a:lnTo>
                  <a:pt x="471" y="98"/>
                </a:lnTo>
                <a:lnTo>
                  <a:pt x="471" y="99"/>
                </a:lnTo>
                <a:lnTo>
                  <a:pt x="472" y="99"/>
                </a:lnTo>
                <a:lnTo>
                  <a:pt x="473" y="99"/>
                </a:lnTo>
                <a:lnTo>
                  <a:pt x="473" y="100"/>
                </a:lnTo>
                <a:lnTo>
                  <a:pt x="472" y="100"/>
                </a:lnTo>
                <a:lnTo>
                  <a:pt x="470" y="101"/>
                </a:lnTo>
                <a:lnTo>
                  <a:pt x="468" y="99"/>
                </a:lnTo>
                <a:lnTo>
                  <a:pt x="464" y="99"/>
                </a:lnTo>
                <a:lnTo>
                  <a:pt x="462" y="100"/>
                </a:lnTo>
                <a:lnTo>
                  <a:pt x="461" y="100"/>
                </a:lnTo>
                <a:lnTo>
                  <a:pt x="460" y="101"/>
                </a:lnTo>
                <a:lnTo>
                  <a:pt x="459" y="104"/>
                </a:lnTo>
                <a:lnTo>
                  <a:pt x="458" y="105"/>
                </a:lnTo>
                <a:lnTo>
                  <a:pt x="457" y="107"/>
                </a:lnTo>
                <a:lnTo>
                  <a:pt x="456" y="107"/>
                </a:lnTo>
                <a:lnTo>
                  <a:pt x="456" y="108"/>
                </a:lnTo>
                <a:lnTo>
                  <a:pt x="455" y="108"/>
                </a:lnTo>
                <a:lnTo>
                  <a:pt x="455" y="109"/>
                </a:lnTo>
                <a:lnTo>
                  <a:pt x="454" y="109"/>
                </a:lnTo>
                <a:lnTo>
                  <a:pt x="453" y="110"/>
                </a:lnTo>
                <a:lnTo>
                  <a:pt x="452" y="110"/>
                </a:lnTo>
                <a:lnTo>
                  <a:pt x="451" y="111"/>
                </a:lnTo>
                <a:lnTo>
                  <a:pt x="450" y="111"/>
                </a:lnTo>
                <a:lnTo>
                  <a:pt x="450" y="112"/>
                </a:lnTo>
                <a:lnTo>
                  <a:pt x="449" y="112"/>
                </a:lnTo>
                <a:lnTo>
                  <a:pt x="448" y="113"/>
                </a:lnTo>
                <a:lnTo>
                  <a:pt x="448" y="114"/>
                </a:lnTo>
                <a:lnTo>
                  <a:pt x="447" y="115"/>
                </a:lnTo>
                <a:lnTo>
                  <a:pt x="446" y="115"/>
                </a:lnTo>
                <a:lnTo>
                  <a:pt x="446" y="116"/>
                </a:lnTo>
                <a:lnTo>
                  <a:pt x="446" y="117"/>
                </a:lnTo>
                <a:lnTo>
                  <a:pt x="445" y="118"/>
                </a:lnTo>
                <a:lnTo>
                  <a:pt x="444" y="119"/>
                </a:lnTo>
                <a:lnTo>
                  <a:pt x="443" y="119"/>
                </a:lnTo>
                <a:lnTo>
                  <a:pt x="443" y="120"/>
                </a:lnTo>
                <a:lnTo>
                  <a:pt x="442" y="121"/>
                </a:lnTo>
                <a:lnTo>
                  <a:pt x="441" y="122"/>
                </a:lnTo>
                <a:lnTo>
                  <a:pt x="441" y="123"/>
                </a:lnTo>
                <a:lnTo>
                  <a:pt x="441" y="124"/>
                </a:lnTo>
                <a:lnTo>
                  <a:pt x="440" y="125"/>
                </a:lnTo>
                <a:lnTo>
                  <a:pt x="439" y="125"/>
                </a:lnTo>
                <a:lnTo>
                  <a:pt x="438" y="125"/>
                </a:lnTo>
                <a:lnTo>
                  <a:pt x="437" y="124"/>
                </a:lnTo>
                <a:lnTo>
                  <a:pt x="436" y="123"/>
                </a:lnTo>
                <a:lnTo>
                  <a:pt x="435" y="122"/>
                </a:lnTo>
                <a:lnTo>
                  <a:pt x="436" y="122"/>
                </a:lnTo>
                <a:lnTo>
                  <a:pt x="436" y="121"/>
                </a:lnTo>
                <a:lnTo>
                  <a:pt x="435" y="121"/>
                </a:lnTo>
                <a:lnTo>
                  <a:pt x="435" y="120"/>
                </a:lnTo>
                <a:lnTo>
                  <a:pt x="434" y="120"/>
                </a:lnTo>
                <a:lnTo>
                  <a:pt x="434" y="119"/>
                </a:lnTo>
                <a:lnTo>
                  <a:pt x="433" y="119"/>
                </a:lnTo>
                <a:lnTo>
                  <a:pt x="433" y="118"/>
                </a:lnTo>
                <a:lnTo>
                  <a:pt x="434" y="119"/>
                </a:lnTo>
                <a:lnTo>
                  <a:pt x="435" y="119"/>
                </a:lnTo>
                <a:lnTo>
                  <a:pt x="434" y="117"/>
                </a:lnTo>
                <a:lnTo>
                  <a:pt x="433" y="117"/>
                </a:lnTo>
                <a:lnTo>
                  <a:pt x="433" y="118"/>
                </a:lnTo>
                <a:lnTo>
                  <a:pt x="432" y="118"/>
                </a:lnTo>
                <a:lnTo>
                  <a:pt x="432" y="117"/>
                </a:lnTo>
                <a:lnTo>
                  <a:pt x="432" y="116"/>
                </a:lnTo>
                <a:lnTo>
                  <a:pt x="432" y="115"/>
                </a:lnTo>
                <a:lnTo>
                  <a:pt x="432" y="114"/>
                </a:lnTo>
                <a:lnTo>
                  <a:pt x="433" y="114"/>
                </a:lnTo>
                <a:lnTo>
                  <a:pt x="433" y="113"/>
                </a:lnTo>
                <a:lnTo>
                  <a:pt x="432" y="112"/>
                </a:lnTo>
                <a:lnTo>
                  <a:pt x="431" y="111"/>
                </a:lnTo>
                <a:lnTo>
                  <a:pt x="431" y="110"/>
                </a:lnTo>
                <a:lnTo>
                  <a:pt x="432" y="110"/>
                </a:lnTo>
                <a:lnTo>
                  <a:pt x="432" y="109"/>
                </a:lnTo>
                <a:lnTo>
                  <a:pt x="433" y="108"/>
                </a:lnTo>
                <a:lnTo>
                  <a:pt x="434" y="108"/>
                </a:lnTo>
                <a:lnTo>
                  <a:pt x="434" y="107"/>
                </a:lnTo>
                <a:lnTo>
                  <a:pt x="436" y="108"/>
                </a:lnTo>
                <a:lnTo>
                  <a:pt x="437" y="108"/>
                </a:lnTo>
                <a:lnTo>
                  <a:pt x="439" y="108"/>
                </a:lnTo>
                <a:lnTo>
                  <a:pt x="441" y="108"/>
                </a:lnTo>
                <a:lnTo>
                  <a:pt x="440" y="108"/>
                </a:lnTo>
                <a:lnTo>
                  <a:pt x="440" y="107"/>
                </a:lnTo>
                <a:lnTo>
                  <a:pt x="439" y="107"/>
                </a:lnTo>
                <a:lnTo>
                  <a:pt x="439" y="106"/>
                </a:lnTo>
                <a:lnTo>
                  <a:pt x="441" y="105"/>
                </a:lnTo>
                <a:lnTo>
                  <a:pt x="442" y="104"/>
                </a:lnTo>
                <a:lnTo>
                  <a:pt x="441" y="103"/>
                </a:lnTo>
                <a:lnTo>
                  <a:pt x="441" y="102"/>
                </a:lnTo>
                <a:lnTo>
                  <a:pt x="442" y="101"/>
                </a:lnTo>
                <a:lnTo>
                  <a:pt x="443" y="100"/>
                </a:lnTo>
                <a:lnTo>
                  <a:pt x="445" y="100"/>
                </a:lnTo>
                <a:lnTo>
                  <a:pt x="446" y="100"/>
                </a:lnTo>
                <a:lnTo>
                  <a:pt x="446" y="99"/>
                </a:lnTo>
                <a:lnTo>
                  <a:pt x="445" y="99"/>
                </a:lnTo>
                <a:lnTo>
                  <a:pt x="445" y="100"/>
                </a:lnTo>
                <a:lnTo>
                  <a:pt x="444" y="100"/>
                </a:lnTo>
                <a:lnTo>
                  <a:pt x="443" y="100"/>
                </a:lnTo>
                <a:lnTo>
                  <a:pt x="441" y="100"/>
                </a:lnTo>
                <a:lnTo>
                  <a:pt x="441" y="101"/>
                </a:lnTo>
                <a:lnTo>
                  <a:pt x="441" y="102"/>
                </a:lnTo>
                <a:lnTo>
                  <a:pt x="441" y="104"/>
                </a:lnTo>
                <a:lnTo>
                  <a:pt x="441" y="105"/>
                </a:lnTo>
                <a:lnTo>
                  <a:pt x="440" y="105"/>
                </a:lnTo>
                <a:lnTo>
                  <a:pt x="439" y="106"/>
                </a:lnTo>
                <a:lnTo>
                  <a:pt x="438" y="105"/>
                </a:lnTo>
                <a:lnTo>
                  <a:pt x="437" y="105"/>
                </a:lnTo>
                <a:lnTo>
                  <a:pt x="437" y="104"/>
                </a:lnTo>
                <a:lnTo>
                  <a:pt x="434" y="104"/>
                </a:lnTo>
                <a:lnTo>
                  <a:pt x="434" y="105"/>
                </a:lnTo>
                <a:lnTo>
                  <a:pt x="433" y="105"/>
                </a:lnTo>
                <a:lnTo>
                  <a:pt x="433" y="104"/>
                </a:lnTo>
                <a:lnTo>
                  <a:pt x="432" y="104"/>
                </a:lnTo>
                <a:lnTo>
                  <a:pt x="430" y="105"/>
                </a:lnTo>
                <a:lnTo>
                  <a:pt x="429" y="105"/>
                </a:lnTo>
                <a:lnTo>
                  <a:pt x="428" y="106"/>
                </a:lnTo>
                <a:lnTo>
                  <a:pt x="427" y="106"/>
                </a:lnTo>
                <a:lnTo>
                  <a:pt x="426" y="106"/>
                </a:lnTo>
                <a:lnTo>
                  <a:pt x="426" y="107"/>
                </a:lnTo>
                <a:lnTo>
                  <a:pt x="425" y="107"/>
                </a:lnTo>
                <a:lnTo>
                  <a:pt x="425" y="106"/>
                </a:lnTo>
                <a:lnTo>
                  <a:pt x="425" y="105"/>
                </a:lnTo>
                <a:lnTo>
                  <a:pt x="424" y="105"/>
                </a:lnTo>
                <a:lnTo>
                  <a:pt x="423" y="105"/>
                </a:lnTo>
                <a:lnTo>
                  <a:pt x="422" y="105"/>
                </a:lnTo>
                <a:lnTo>
                  <a:pt x="422" y="106"/>
                </a:lnTo>
                <a:lnTo>
                  <a:pt x="420" y="106"/>
                </a:lnTo>
                <a:lnTo>
                  <a:pt x="419" y="106"/>
                </a:lnTo>
                <a:lnTo>
                  <a:pt x="418" y="106"/>
                </a:lnTo>
                <a:lnTo>
                  <a:pt x="419" y="106"/>
                </a:lnTo>
                <a:lnTo>
                  <a:pt x="419" y="107"/>
                </a:lnTo>
                <a:lnTo>
                  <a:pt x="420" y="107"/>
                </a:lnTo>
                <a:lnTo>
                  <a:pt x="422" y="106"/>
                </a:lnTo>
                <a:lnTo>
                  <a:pt x="422" y="107"/>
                </a:lnTo>
                <a:lnTo>
                  <a:pt x="423" y="108"/>
                </a:lnTo>
                <a:lnTo>
                  <a:pt x="424" y="109"/>
                </a:lnTo>
                <a:lnTo>
                  <a:pt x="425" y="108"/>
                </a:lnTo>
                <a:lnTo>
                  <a:pt x="425" y="109"/>
                </a:lnTo>
                <a:lnTo>
                  <a:pt x="426" y="112"/>
                </a:lnTo>
                <a:lnTo>
                  <a:pt x="427" y="113"/>
                </a:lnTo>
                <a:lnTo>
                  <a:pt x="427" y="112"/>
                </a:lnTo>
                <a:lnTo>
                  <a:pt x="428" y="112"/>
                </a:lnTo>
                <a:lnTo>
                  <a:pt x="428" y="113"/>
                </a:lnTo>
                <a:lnTo>
                  <a:pt x="428" y="114"/>
                </a:lnTo>
                <a:lnTo>
                  <a:pt x="429" y="114"/>
                </a:lnTo>
                <a:lnTo>
                  <a:pt x="430" y="114"/>
                </a:lnTo>
                <a:lnTo>
                  <a:pt x="430" y="115"/>
                </a:lnTo>
                <a:lnTo>
                  <a:pt x="430" y="116"/>
                </a:lnTo>
                <a:lnTo>
                  <a:pt x="430" y="117"/>
                </a:lnTo>
                <a:lnTo>
                  <a:pt x="431" y="118"/>
                </a:lnTo>
                <a:lnTo>
                  <a:pt x="434" y="121"/>
                </a:lnTo>
                <a:lnTo>
                  <a:pt x="434" y="122"/>
                </a:lnTo>
                <a:lnTo>
                  <a:pt x="434" y="123"/>
                </a:lnTo>
                <a:lnTo>
                  <a:pt x="434" y="124"/>
                </a:lnTo>
                <a:lnTo>
                  <a:pt x="433" y="124"/>
                </a:lnTo>
                <a:lnTo>
                  <a:pt x="432" y="122"/>
                </a:lnTo>
                <a:lnTo>
                  <a:pt x="431" y="122"/>
                </a:lnTo>
                <a:lnTo>
                  <a:pt x="430" y="122"/>
                </a:lnTo>
                <a:lnTo>
                  <a:pt x="430" y="123"/>
                </a:lnTo>
                <a:lnTo>
                  <a:pt x="429" y="123"/>
                </a:lnTo>
                <a:lnTo>
                  <a:pt x="429" y="124"/>
                </a:lnTo>
                <a:lnTo>
                  <a:pt x="428" y="125"/>
                </a:lnTo>
                <a:lnTo>
                  <a:pt x="428" y="126"/>
                </a:lnTo>
                <a:lnTo>
                  <a:pt x="428" y="127"/>
                </a:lnTo>
                <a:lnTo>
                  <a:pt x="428" y="128"/>
                </a:lnTo>
                <a:lnTo>
                  <a:pt x="429" y="129"/>
                </a:lnTo>
                <a:lnTo>
                  <a:pt x="429" y="130"/>
                </a:lnTo>
                <a:lnTo>
                  <a:pt x="428" y="133"/>
                </a:lnTo>
                <a:lnTo>
                  <a:pt x="427" y="134"/>
                </a:lnTo>
                <a:lnTo>
                  <a:pt x="427" y="135"/>
                </a:lnTo>
                <a:lnTo>
                  <a:pt x="427" y="134"/>
                </a:lnTo>
                <a:lnTo>
                  <a:pt x="427" y="135"/>
                </a:lnTo>
                <a:lnTo>
                  <a:pt x="426" y="135"/>
                </a:lnTo>
                <a:lnTo>
                  <a:pt x="425" y="136"/>
                </a:lnTo>
                <a:lnTo>
                  <a:pt x="426" y="136"/>
                </a:lnTo>
                <a:lnTo>
                  <a:pt x="425" y="136"/>
                </a:lnTo>
                <a:lnTo>
                  <a:pt x="425" y="137"/>
                </a:lnTo>
                <a:lnTo>
                  <a:pt x="424" y="138"/>
                </a:lnTo>
                <a:lnTo>
                  <a:pt x="423" y="138"/>
                </a:lnTo>
                <a:lnTo>
                  <a:pt x="423" y="139"/>
                </a:lnTo>
                <a:lnTo>
                  <a:pt x="422" y="139"/>
                </a:lnTo>
                <a:lnTo>
                  <a:pt x="421" y="139"/>
                </a:lnTo>
                <a:lnTo>
                  <a:pt x="421" y="140"/>
                </a:lnTo>
                <a:lnTo>
                  <a:pt x="420" y="140"/>
                </a:lnTo>
                <a:lnTo>
                  <a:pt x="421" y="140"/>
                </a:lnTo>
                <a:lnTo>
                  <a:pt x="421" y="141"/>
                </a:lnTo>
                <a:lnTo>
                  <a:pt x="422" y="140"/>
                </a:lnTo>
                <a:lnTo>
                  <a:pt x="423" y="140"/>
                </a:lnTo>
                <a:lnTo>
                  <a:pt x="423" y="141"/>
                </a:lnTo>
                <a:lnTo>
                  <a:pt x="422" y="142"/>
                </a:lnTo>
                <a:lnTo>
                  <a:pt x="421" y="143"/>
                </a:lnTo>
                <a:lnTo>
                  <a:pt x="421" y="144"/>
                </a:lnTo>
                <a:lnTo>
                  <a:pt x="421" y="145"/>
                </a:lnTo>
                <a:lnTo>
                  <a:pt x="420" y="146"/>
                </a:lnTo>
                <a:lnTo>
                  <a:pt x="419" y="147"/>
                </a:lnTo>
                <a:lnTo>
                  <a:pt x="418" y="147"/>
                </a:lnTo>
                <a:lnTo>
                  <a:pt x="417" y="148"/>
                </a:lnTo>
                <a:lnTo>
                  <a:pt x="415" y="149"/>
                </a:lnTo>
                <a:lnTo>
                  <a:pt x="416" y="150"/>
                </a:lnTo>
                <a:lnTo>
                  <a:pt x="415" y="150"/>
                </a:lnTo>
                <a:lnTo>
                  <a:pt x="414" y="150"/>
                </a:lnTo>
                <a:lnTo>
                  <a:pt x="414" y="149"/>
                </a:lnTo>
                <a:lnTo>
                  <a:pt x="413" y="148"/>
                </a:lnTo>
                <a:lnTo>
                  <a:pt x="412" y="148"/>
                </a:lnTo>
                <a:lnTo>
                  <a:pt x="410" y="148"/>
                </a:lnTo>
                <a:lnTo>
                  <a:pt x="409" y="149"/>
                </a:lnTo>
                <a:lnTo>
                  <a:pt x="407" y="150"/>
                </a:lnTo>
                <a:lnTo>
                  <a:pt x="407" y="151"/>
                </a:lnTo>
                <a:lnTo>
                  <a:pt x="406" y="151"/>
                </a:lnTo>
                <a:lnTo>
                  <a:pt x="405" y="153"/>
                </a:lnTo>
                <a:lnTo>
                  <a:pt x="404" y="153"/>
                </a:lnTo>
                <a:lnTo>
                  <a:pt x="403" y="155"/>
                </a:lnTo>
                <a:lnTo>
                  <a:pt x="403" y="156"/>
                </a:lnTo>
                <a:lnTo>
                  <a:pt x="404" y="156"/>
                </a:lnTo>
                <a:lnTo>
                  <a:pt x="404" y="157"/>
                </a:lnTo>
                <a:lnTo>
                  <a:pt x="404" y="158"/>
                </a:lnTo>
                <a:lnTo>
                  <a:pt x="403" y="158"/>
                </a:lnTo>
                <a:lnTo>
                  <a:pt x="403" y="159"/>
                </a:lnTo>
                <a:lnTo>
                  <a:pt x="404" y="161"/>
                </a:lnTo>
                <a:lnTo>
                  <a:pt x="404" y="162"/>
                </a:lnTo>
                <a:lnTo>
                  <a:pt x="405" y="162"/>
                </a:lnTo>
                <a:lnTo>
                  <a:pt x="405" y="163"/>
                </a:lnTo>
                <a:lnTo>
                  <a:pt x="406" y="163"/>
                </a:lnTo>
                <a:lnTo>
                  <a:pt x="406" y="164"/>
                </a:lnTo>
                <a:lnTo>
                  <a:pt x="406" y="165"/>
                </a:lnTo>
                <a:lnTo>
                  <a:pt x="406" y="166"/>
                </a:lnTo>
                <a:lnTo>
                  <a:pt x="405" y="168"/>
                </a:lnTo>
                <a:lnTo>
                  <a:pt x="404" y="168"/>
                </a:lnTo>
                <a:lnTo>
                  <a:pt x="403" y="169"/>
                </a:lnTo>
                <a:lnTo>
                  <a:pt x="402" y="169"/>
                </a:lnTo>
                <a:lnTo>
                  <a:pt x="402" y="170"/>
                </a:lnTo>
                <a:lnTo>
                  <a:pt x="401" y="170"/>
                </a:lnTo>
                <a:lnTo>
                  <a:pt x="400" y="169"/>
                </a:lnTo>
                <a:lnTo>
                  <a:pt x="399" y="169"/>
                </a:lnTo>
                <a:lnTo>
                  <a:pt x="398" y="170"/>
                </a:lnTo>
                <a:lnTo>
                  <a:pt x="397" y="171"/>
                </a:lnTo>
                <a:lnTo>
                  <a:pt x="397" y="172"/>
                </a:lnTo>
                <a:lnTo>
                  <a:pt x="397" y="173"/>
                </a:lnTo>
                <a:lnTo>
                  <a:pt x="397" y="174"/>
                </a:lnTo>
                <a:lnTo>
                  <a:pt x="398" y="175"/>
                </a:lnTo>
                <a:lnTo>
                  <a:pt x="398" y="177"/>
                </a:lnTo>
                <a:lnTo>
                  <a:pt x="398" y="180"/>
                </a:lnTo>
                <a:lnTo>
                  <a:pt x="397" y="181"/>
                </a:lnTo>
                <a:lnTo>
                  <a:pt x="396" y="184"/>
                </a:lnTo>
                <a:lnTo>
                  <a:pt x="395" y="185"/>
                </a:lnTo>
                <a:lnTo>
                  <a:pt x="396" y="186"/>
                </a:lnTo>
                <a:lnTo>
                  <a:pt x="395" y="186"/>
                </a:lnTo>
                <a:lnTo>
                  <a:pt x="394" y="188"/>
                </a:lnTo>
                <a:lnTo>
                  <a:pt x="394" y="189"/>
                </a:lnTo>
                <a:lnTo>
                  <a:pt x="394" y="190"/>
                </a:lnTo>
                <a:lnTo>
                  <a:pt x="394" y="191"/>
                </a:lnTo>
                <a:lnTo>
                  <a:pt x="393" y="192"/>
                </a:lnTo>
                <a:lnTo>
                  <a:pt x="391" y="193"/>
                </a:lnTo>
                <a:lnTo>
                  <a:pt x="390" y="194"/>
                </a:lnTo>
                <a:lnTo>
                  <a:pt x="390" y="196"/>
                </a:lnTo>
                <a:lnTo>
                  <a:pt x="390" y="197"/>
                </a:lnTo>
                <a:lnTo>
                  <a:pt x="389" y="198"/>
                </a:lnTo>
                <a:lnTo>
                  <a:pt x="389" y="199"/>
                </a:lnTo>
                <a:lnTo>
                  <a:pt x="389" y="200"/>
                </a:lnTo>
                <a:lnTo>
                  <a:pt x="389" y="201"/>
                </a:lnTo>
                <a:lnTo>
                  <a:pt x="388" y="201"/>
                </a:lnTo>
                <a:lnTo>
                  <a:pt x="387" y="201"/>
                </a:lnTo>
                <a:lnTo>
                  <a:pt x="386" y="202"/>
                </a:lnTo>
                <a:lnTo>
                  <a:pt x="385" y="202"/>
                </a:lnTo>
                <a:lnTo>
                  <a:pt x="385" y="203"/>
                </a:lnTo>
                <a:lnTo>
                  <a:pt x="384" y="204"/>
                </a:lnTo>
                <a:lnTo>
                  <a:pt x="383" y="204"/>
                </a:lnTo>
                <a:lnTo>
                  <a:pt x="383" y="205"/>
                </a:lnTo>
                <a:lnTo>
                  <a:pt x="384" y="205"/>
                </a:lnTo>
                <a:lnTo>
                  <a:pt x="385" y="206"/>
                </a:lnTo>
                <a:lnTo>
                  <a:pt x="385" y="207"/>
                </a:lnTo>
                <a:lnTo>
                  <a:pt x="385" y="208"/>
                </a:lnTo>
                <a:lnTo>
                  <a:pt x="385" y="209"/>
                </a:lnTo>
                <a:lnTo>
                  <a:pt x="385" y="210"/>
                </a:lnTo>
                <a:lnTo>
                  <a:pt x="385" y="211"/>
                </a:lnTo>
                <a:lnTo>
                  <a:pt x="384" y="211"/>
                </a:lnTo>
                <a:lnTo>
                  <a:pt x="383" y="211"/>
                </a:lnTo>
                <a:lnTo>
                  <a:pt x="383" y="212"/>
                </a:lnTo>
                <a:lnTo>
                  <a:pt x="384" y="213"/>
                </a:lnTo>
                <a:lnTo>
                  <a:pt x="385" y="214"/>
                </a:lnTo>
                <a:lnTo>
                  <a:pt x="385" y="213"/>
                </a:lnTo>
                <a:lnTo>
                  <a:pt x="385" y="212"/>
                </a:lnTo>
                <a:lnTo>
                  <a:pt x="386" y="211"/>
                </a:lnTo>
                <a:lnTo>
                  <a:pt x="385" y="211"/>
                </a:lnTo>
                <a:lnTo>
                  <a:pt x="385" y="210"/>
                </a:lnTo>
                <a:lnTo>
                  <a:pt x="386" y="210"/>
                </a:lnTo>
                <a:lnTo>
                  <a:pt x="386" y="209"/>
                </a:lnTo>
                <a:lnTo>
                  <a:pt x="386" y="207"/>
                </a:lnTo>
                <a:lnTo>
                  <a:pt x="385" y="207"/>
                </a:lnTo>
                <a:lnTo>
                  <a:pt x="385" y="206"/>
                </a:lnTo>
                <a:lnTo>
                  <a:pt x="386" y="206"/>
                </a:lnTo>
                <a:lnTo>
                  <a:pt x="387" y="206"/>
                </a:lnTo>
                <a:lnTo>
                  <a:pt x="387" y="207"/>
                </a:lnTo>
                <a:lnTo>
                  <a:pt x="387" y="208"/>
                </a:lnTo>
                <a:lnTo>
                  <a:pt x="387" y="210"/>
                </a:lnTo>
                <a:lnTo>
                  <a:pt x="387" y="211"/>
                </a:lnTo>
                <a:lnTo>
                  <a:pt x="387" y="214"/>
                </a:lnTo>
                <a:lnTo>
                  <a:pt x="387" y="220"/>
                </a:lnTo>
                <a:lnTo>
                  <a:pt x="387" y="222"/>
                </a:lnTo>
                <a:lnTo>
                  <a:pt x="387" y="223"/>
                </a:lnTo>
                <a:lnTo>
                  <a:pt x="386" y="223"/>
                </a:lnTo>
                <a:lnTo>
                  <a:pt x="385" y="223"/>
                </a:lnTo>
                <a:lnTo>
                  <a:pt x="382" y="224"/>
                </a:lnTo>
                <a:lnTo>
                  <a:pt x="381" y="225"/>
                </a:lnTo>
                <a:lnTo>
                  <a:pt x="381" y="226"/>
                </a:lnTo>
                <a:lnTo>
                  <a:pt x="380" y="227"/>
                </a:lnTo>
                <a:lnTo>
                  <a:pt x="380" y="228"/>
                </a:lnTo>
                <a:lnTo>
                  <a:pt x="380" y="229"/>
                </a:lnTo>
                <a:lnTo>
                  <a:pt x="379" y="230"/>
                </a:lnTo>
                <a:lnTo>
                  <a:pt x="378" y="231"/>
                </a:lnTo>
                <a:lnTo>
                  <a:pt x="378" y="234"/>
                </a:lnTo>
                <a:lnTo>
                  <a:pt x="377" y="235"/>
                </a:lnTo>
                <a:lnTo>
                  <a:pt x="377" y="236"/>
                </a:lnTo>
                <a:lnTo>
                  <a:pt x="377" y="239"/>
                </a:lnTo>
                <a:lnTo>
                  <a:pt x="377" y="243"/>
                </a:lnTo>
                <a:lnTo>
                  <a:pt x="377" y="245"/>
                </a:lnTo>
                <a:lnTo>
                  <a:pt x="377" y="248"/>
                </a:lnTo>
                <a:lnTo>
                  <a:pt x="377" y="249"/>
                </a:lnTo>
                <a:lnTo>
                  <a:pt x="377" y="250"/>
                </a:lnTo>
                <a:lnTo>
                  <a:pt x="377" y="251"/>
                </a:lnTo>
                <a:lnTo>
                  <a:pt x="377" y="252"/>
                </a:lnTo>
                <a:lnTo>
                  <a:pt x="378" y="254"/>
                </a:lnTo>
                <a:lnTo>
                  <a:pt x="378" y="255"/>
                </a:lnTo>
                <a:lnTo>
                  <a:pt x="378" y="256"/>
                </a:lnTo>
                <a:lnTo>
                  <a:pt x="377" y="255"/>
                </a:lnTo>
                <a:lnTo>
                  <a:pt x="376" y="255"/>
                </a:lnTo>
                <a:lnTo>
                  <a:pt x="375" y="256"/>
                </a:lnTo>
                <a:lnTo>
                  <a:pt x="374" y="256"/>
                </a:lnTo>
                <a:lnTo>
                  <a:pt x="373" y="256"/>
                </a:lnTo>
                <a:lnTo>
                  <a:pt x="372" y="257"/>
                </a:lnTo>
                <a:lnTo>
                  <a:pt x="372" y="258"/>
                </a:lnTo>
                <a:lnTo>
                  <a:pt x="371" y="258"/>
                </a:lnTo>
                <a:lnTo>
                  <a:pt x="370" y="260"/>
                </a:lnTo>
                <a:lnTo>
                  <a:pt x="369" y="260"/>
                </a:lnTo>
                <a:lnTo>
                  <a:pt x="369" y="259"/>
                </a:lnTo>
                <a:lnTo>
                  <a:pt x="368" y="259"/>
                </a:lnTo>
                <a:lnTo>
                  <a:pt x="367" y="259"/>
                </a:lnTo>
                <a:lnTo>
                  <a:pt x="368" y="259"/>
                </a:lnTo>
                <a:lnTo>
                  <a:pt x="368" y="260"/>
                </a:lnTo>
                <a:lnTo>
                  <a:pt x="369" y="261"/>
                </a:lnTo>
                <a:lnTo>
                  <a:pt x="369" y="262"/>
                </a:lnTo>
                <a:lnTo>
                  <a:pt x="369" y="264"/>
                </a:lnTo>
                <a:lnTo>
                  <a:pt x="370" y="264"/>
                </a:lnTo>
                <a:lnTo>
                  <a:pt x="369" y="265"/>
                </a:lnTo>
                <a:lnTo>
                  <a:pt x="368" y="266"/>
                </a:lnTo>
                <a:lnTo>
                  <a:pt x="368" y="267"/>
                </a:lnTo>
                <a:lnTo>
                  <a:pt x="367" y="267"/>
                </a:lnTo>
                <a:lnTo>
                  <a:pt x="365" y="267"/>
                </a:lnTo>
                <a:lnTo>
                  <a:pt x="363" y="267"/>
                </a:lnTo>
                <a:lnTo>
                  <a:pt x="363" y="268"/>
                </a:lnTo>
                <a:lnTo>
                  <a:pt x="363" y="269"/>
                </a:lnTo>
                <a:lnTo>
                  <a:pt x="363" y="270"/>
                </a:lnTo>
                <a:lnTo>
                  <a:pt x="363" y="271"/>
                </a:lnTo>
                <a:lnTo>
                  <a:pt x="364" y="272"/>
                </a:lnTo>
                <a:lnTo>
                  <a:pt x="365" y="272"/>
                </a:lnTo>
                <a:lnTo>
                  <a:pt x="366" y="272"/>
                </a:lnTo>
                <a:lnTo>
                  <a:pt x="366" y="273"/>
                </a:lnTo>
                <a:lnTo>
                  <a:pt x="367" y="272"/>
                </a:lnTo>
                <a:lnTo>
                  <a:pt x="367" y="273"/>
                </a:lnTo>
                <a:lnTo>
                  <a:pt x="368" y="273"/>
                </a:lnTo>
                <a:lnTo>
                  <a:pt x="369" y="273"/>
                </a:lnTo>
                <a:lnTo>
                  <a:pt x="370" y="274"/>
                </a:lnTo>
                <a:lnTo>
                  <a:pt x="371" y="274"/>
                </a:lnTo>
                <a:lnTo>
                  <a:pt x="373" y="274"/>
                </a:lnTo>
                <a:lnTo>
                  <a:pt x="374" y="274"/>
                </a:lnTo>
                <a:lnTo>
                  <a:pt x="374" y="275"/>
                </a:lnTo>
                <a:lnTo>
                  <a:pt x="374" y="276"/>
                </a:lnTo>
                <a:lnTo>
                  <a:pt x="375" y="275"/>
                </a:lnTo>
                <a:lnTo>
                  <a:pt x="376" y="275"/>
                </a:lnTo>
                <a:lnTo>
                  <a:pt x="376" y="274"/>
                </a:lnTo>
                <a:lnTo>
                  <a:pt x="377" y="274"/>
                </a:lnTo>
                <a:lnTo>
                  <a:pt x="378" y="274"/>
                </a:lnTo>
                <a:lnTo>
                  <a:pt x="378" y="273"/>
                </a:lnTo>
                <a:lnTo>
                  <a:pt x="378" y="272"/>
                </a:lnTo>
                <a:lnTo>
                  <a:pt x="377" y="271"/>
                </a:lnTo>
                <a:lnTo>
                  <a:pt x="376" y="270"/>
                </a:lnTo>
                <a:lnTo>
                  <a:pt x="375" y="270"/>
                </a:lnTo>
                <a:lnTo>
                  <a:pt x="375" y="269"/>
                </a:lnTo>
                <a:lnTo>
                  <a:pt x="376" y="269"/>
                </a:lnTo>
                <a:lnTo>
                  <a:pt x="377" y="269"/>
                </a:lnTo>
                <a:lnTo>
                  <a:pt x="377" y="268"/>
                </a:lnTo>
                <a:lnTo>
                  <a:pt x="376" y="266"/>
                </a:lnTo>
                <a:lnTo>
                  <a:pt x="375" y="264"/>
                </a:lnTo>
                <a:lnTo>
                  <a:pt x="374" y="263"/>
                </a:lnTo>
                <a:lnTo>
                  <a:pt x="374" y="262"/>
                </a:lnTo>
                <a:lnTo>
                  <a:pt x="374" y="260"/>
                </a:lnTo>
                <a:lnTo>
                  <a:pt x="374" y="259"/>
                </a:lnTo>
                <a:lnTo>
                  <a:pt x="374" y="258"/>
                </a:lnTo>
                <a:lnTo>
                  <a:pt x="374" y="257"/>
                </a:lnTo>
                <a:lnTo>
                  <a:pt x="375" y="257"/>
                </a:lnTo>
                <a:lnTo>
                  <a:pt x="375" y="256"/>
                </a:lnTo>
                <a:lnTo>
                  <a:pt x="376" y="256"/>
                </a:lnTo>
                <a:lnTo>
                  <a:pt x="377" y="256"/>
                </a:lnTo>
                <a:lnTo>
                  <a:pt x="378" y="257"/>
                </a:lnTo>
                <a:lnTo>
                  <a:pt x="378" y="258"/>
                </a:lnTo>
                <a:lnTo>
                  <a:pt x="378" y="261"/>
                </a:lnTo>
                <a:lnTo>
                  <a:pt x="378" y="262"/>
                </a:lnTo>
                <a:lnTo>
                  <a:pt x="379" y="264"/>
                </a:lnTo>
                <a:lnTo>
                  <a:pt x="379" y="265"/>
                </a:lnTo>
                <a:lnTo>
                  <a:pt x="380" y="268"/>
                </a:lnTo>
                <a:lnTo>
                  <a:pt x="381" y="270"/>
                </a:lnTo>
                <a:lnTo>
                  <a:pt x="381" y="271"/>
                </a:lnTo>
                <a:lnTo>
                  <a:pt x="381" y="272"/>
                </a:lnTo>
                <a:lnTo>
                  <a:pt x="382" y="273"/>
                </a:lnTo>
                <a:lnTo>
                  <a:pt x="382" y="274"/>
                </a:lnTo>
                <a:lnTo>
                  <a:pt x="382" y="275"/>
                </a:lnTo>
                <a:lnTo>
                  <a:pt x="383" y="275"/>
                </a:lnTo>
                <a:lnTo>
                  <a:pt x="384" y="275"/>
                </a:lnTo>
                <a:lnTo>
                  <a:pt x="384" y="276"/>
                </a:lnTo>
                <a:lnTo>
                  <a:pt x="384" y="277"/>
                </a:lnTo>
                <a:lnTo>
                  <a:pt x="383" y="277"/>
                </a:lnTo>
                <a:lnTo>
                  <a:pt x="382" y="276"/>
                </a:lnTo>
                <a:lnTo>
                  <a:pt x="383" y="276"/>
                </a:lnTo>
                <a:lnTo>
                  <a:pt x="382" y="276"/>
                </a:lnTo>
                <a:lnTo>
                  <a:pt x="381" y="276"/>
                </a:lnTo>
                <a:lnTo>
                  <a:pt x="380" y="277"/>
                </a:lnTo>
                <a:lnTo>
                  <a:pt x="379" y="277"/>
                </a:lnTo>
                <a:lnTo>
                  <a:pt x="379" y="278"/>
                </a:lnTo>
                <a:lnTo>
                  <a:pt x="379" y="279"/>
                </a:lnTo>
                <a:lnTo>
                  <a:pt x="378" y="279"/>
                </a:lnTo>
                <a:lnTo>
                  <a:pt x="378" y="278"/>
                </a:lnTo>
                <a:lnTo>
                  <a:pt x="377" y="278"/>
                </a:lnTo>
                <a:lnTo>
                  <a:pt x="376" y="278"/>
                </a:lnTo>
                <a:lnTo>
                  <a:pt x="375" y="279"/>
                </a:lnTo>
                <a:lnTo>
                  <a:pt x="375" y="280"/>
                </a:lnTo>
                <a:lnTo>
                  <a:pt x="374" y="281"/>
                </a:lnTo>
                <a:lnTo>
                  <a:pt x="374" y="280"/>
                </a:lnTo>
                <a:lnTo>
                  <a:pt x="373" y="279"/>
                </a:lnTo>
                <a:lnTo>
                  <a:pt x="372" y="279"/>
                </a:lnTo>
                <a:lnTo>
                  <a:pt x="371" y="279"/>
                </a:lnTo>
                <a:lnTo>
                  <a:pt x="370" y="280"/>
                </a:lnTo>
                <a:lnTo>
                  <a:pt x="369" y="280"/>
                </a:lnTo>
                <a:lnTo>
                  <a:pt x="369" y="281"/>
                </a:lnTo>
                <a:lnTo>
                  <a:pt x="368" y="282"/>
                </a:lnTo>
                <a:lnTo>
                  <a:pt x="367" y="284"/>
                </a:lnTo>
                <a:lnTo>
                  <a:pt x="367" y="285"/>
                </a:lnTo>
                <a:lnTo>
                  <a:pt x="367" y="287"/>
                </a:lnTo>
                <a:lnTo>
                  <a:pt x="366" y="288"/>
                </a:lnTo>
                <a:lnTo>
                  <a:pt x="367" y="288"/>
                </a:lnTo>
                <a:lnTo>
                  <a:pt x="366" y="288"/>
                </a:lnTo>
                <a:lnTo>
                  <a:pt x="365" y="288"/>
                </a:lnTo>
                <a:lnTo>
                  <a:pt x="364" y="289"/>
                </a:lnTo>
                <a:lnTo>
                  <a:pt x="363" y="291"/>
                </a:lnTo>
                <a:lnTo>
                  <a:pt x="363" y="292"/>
                </a:lnTo>
                <a:lnTo>
                  <a:pt x="363" y="293"/>
                </a:lnTo>
                <a:lnTo>
                  <a:pt x="363" y="297"/>
                </a:lnTo>
                <a:lnTo>
                  <a:pt x="363" y="298"/>
                </a:lnTo>
                <a:lnTo>
                  <a:pt x="363" y="299"/>
                </a:lnTo>
                <a:lnTo>
                  <a:pt x="361" y="301"/>
                </a:lnTo>
                <a:lnTo>
                  <a:pt x="360" y="302"/>
                </a:lnTo>
                <a:lnTo>
                  <a:pt x="360" y="303"/>
                </a:lnTo>
                <a:lnTo>
                  <a:pt x="359" y="302"/>
                </a:lnTo>
                <a:lnTo>
                  <a:pt x="359" y="301"/>
                </a:lnTo>
                <a:lnTo>
                  <a:pt x="358" y="301"/>
                </a:lnTo>
                <a:lnTo>
                  <a:pt x="357" y="301"/>
                </a:lnTo>
                <a:lnTo>
                  <a:pt x="357" y="300"/>
                </a:lnTo>
                <a:lnTo>
                  <a:pt x="356" y="300"/>
                </a:lnTo>
                <a:lnTo>
                  <a:pt x="355" y="300"/>
                </a:lnTo>
                <a:lnTo>
                  <a:pt x="354" y="300"/>
                </a:lnTo>
                <a:lnTo>
                  <a:pt x="354" y="301"/>
                </a:lnTo>
                <a:lnTo>
                  <a:pt x="353" y="301"/>
                </a:lnTo>
                <a:lnTo>
                  <a:pt x="352" y="301"/>
                </a:lnTo>
                <a:lnTo>
                  <a:pt x="351" y="301"/>
                </a:lnTo>
                <a:lnTo>
                  <a:pt x="351" y="302"/>
                </a:lnTo>
                <a:lnTo>
                  <a:pt x="350" y="302"/>
                </a:lnTo>
                <a:lnTo>
                  <a:pt x="350" y="303"/>
                </a:lnTo>
                <a:lnTo>
                  <a:pt x="349" y="303"/>
                </a:lnTo>
                <a:lnTo>
                  <a:pt x="348" y="303"/>
                </a:lnTo>
                <a:lnTo>
                  <a:pt x="348" y="302"/>
                </a:lnTo>
                <a:lnTo>
                  <a:pt x="348" y="301"/>
                </a:lnTo>
                <a:lnTo>
                  <a:pt x="347" y="301"/>
                </a:lnTo>
                <a:lnTo>
                  <a:pt x="346" y="301"/>
                </a:lnTo>
                <a:lnTo>
                  <a:pt x="345" y="301"/>
                </a:lnTo>
                <a:lnTo>
                  <a:pt x="343" y="302"/>
                </a:lnTo>
                <a:lnTo>
                  <a:pt x="343" y="301"/>
                </a:lnTo>
                <a:lnTo>
                  <a:pt x="344" y="301"/>
                </a:lnTo>
                <a:lnTo>
                  <a:pt x="345" y="300"/>
                </a:lnTo>
                <a:lnTo>
                  <a:pt x="347" y="299"/>
                </a:lnTo>
                <a:lnTo>
                  <a:pt x="347" y="298"/>
                </a:lnTo>
                <a:lnTo>
                  <a:pt x="348" y="298"/>
                </a:lnTo>
                <a:lnTo>
                  <a:pt x="349" y="298"/>
                </a:lnTo>
                <a:lnTo>
                  <a:pt x="349" y="297"/>
                </a:lnTo>
                <a:lnTo>
                  <a:pt x="351" y="298"/>
                </a:lnTo>
                <a:lnTo>
                  <a:pt x="352" y="298"/>
                </a:lnTo>
                <a:lnTo>
                  <a:pt x="353" y="298"/>
                </a:lnTo>
                <a:lnTo>
                  <a:pt x="354" y="298"/>
                </a:lnTo>
                <a:lnTo>
                  <a:pt x="354" y="297"/>
                </a:lnTo>
                <a:lnTo>
                  <a:pt x="355" y="297"/>
                </a:lnTo>
                <a:lnTo>
                  <a:pt x="356" y="298"/>
                </a:lnTo>
                <a:lnTo>
                  <a:pt x="357" y="298"/>
                </a:lnTo>
                <a:lnTo>
                  <a:pt x="358" y="298"/>
                </a:lnTo>
                <a:lnTo>
                  <a:pt x="358" y="297"/>
                </a:lnTo>
                <a:lnTo>
                  <a:pt x="358" y="296"/>
                </a:lnTo>
                <a:lnTo>
                  <a:pt x="359" y="296"/>
                </a:lnTo>
                <a:lnTo>
                  <a:pt x="360" y="296"/>
                </a:lnTo>
                <a:lnTo>
                  <a:pt x="359" y="296"/>
                </a:lnTo>
                <a:lnTo>
                  <a:pt x="359" y="297"/>
                </a:lnTo>
                <a:lnTo>
                  <a:pt x="359" y="298"/>
                </a:lnTo>
                <a:lnTo>
                  <a:pt x="360" y="298"/>
                </a:lnTo>
                <a:lnTo>
                  <a:pt x="360" y="297"/>
                </a:lnTo>
                <a:lnTo>
                  <a:pt x="360" y="296"/>
                </a:lnTo>
                <a:lnTo>
                  <a:pt x="361" y="296"/>
                </a:lnTo>
                <a:lnTo>
                  <a:pt x="360" y="295"/>
                </a:lnTo>
                <a:lnTo>
                  <a:pt x="359" y="294"/>
                </a:lnTo>
                <a:lnTo>
                  <a:pt x="358" y="294"/>
                </a:lnTo>
                <a:lnTo>
                  <a:pt x="356" y="294"/>
                </a:lnTo>
                <a:lnTo>
                  <a:pt x="356" y="295"/>
                </a:lnTo>
                <a:lnTo>
                  <a:pt x="357" y="296"/>
                </a:lnTo>
                <a:lnTo>
                  <a:pt x="357" y="297"/>
                </a:lnTo>
                <a:lnTo>
                  <a:pt x="356" y="297"/>
                </a:lnTo>
                <a:lnTo>
                  <a:pt x="355" y="297"/>
                </a:lnTo>
                <a:lnTo>
                  <a:pt x="354" y="297"/>
                </a:lnTo>
                <a:lnTo>
                  <a:pt x="353" y="297"/>
                </a:lnTo>
                <a:lnTo>
                  <a:pt x="352" y="297"/>
                </a:lnTo>
                <a:lnTo>
                  <a:pt x="352" y="298"/>
                </a:lnTo>
                <a:lnTo>
                  <a:pt x="351" y="297"/>
                </a:lnTo>
                <a:lnTo>
                  <a:pt x="350" y="297"/>
                </a:lnTo>
                <a:lnTo>
                  <a:pt x="349" y="297"/>
                </a:lnTo>
                <a:lnTo>
                  <a:pt x="348" y="297"/>
                </a:lnTo>
                <a:lnTo>
                  <a:pt x="347" y="297"/>
                </a:lnTo>
                <a:lnTo>
                  <a:pt x="345" y="299"/>
                </a:lnTo>
                <a:lnTo>
                  <a:pt x="343" y="301"/>
                </a:lnTo>
                <a:lnTo>
                  <a:pt x="342" y="301"/>
                </a:lnTo>
                <a:lnTo>
                  <a:pt x="343" y="302"/>
                </a:lnTo>
                <a:lnTo>
                  <a:pt x="343" y="303"/>
                </a:lnTo>
                <a:lnTo>
                  <a:pt x="342" y="303"/>
                </a:lnTo>
                <a:lnTo>
                  <a:pt x="340" y="304"/>
                </a:lnTo>
                <a:lnTo>
                  <a:pt x="339" y="304"/>
                </a:lnTo>
                <a:lnTo>
                  <a:pt x="339" y="303"/>
                </a:lnTo>
                <a:lnTo>
                  <a:pt x="337" y="303"/>
                </a:lnTo>
                <a:lnTo>
                  <a:pt x="336" y="302"/>
                </a:lnTo>
                <a:lnTo>
                  <a:pt x="335" y="302"/>
                </a:lnTo>
                <a:lnTo>
                  <a:pt x="334" y="302"/>
                </a:lnTo>
                <a:lnTo>
                  <a:pt x="333" y="303"/>
                </a:lnTo>
                <a:lnTo>
                  <a:pt x="332" y="303"/>
                </a:lnTo>
                <a:lnTo>
                  <a:pt x="331" y="303"/>
                </a:lnTo>
                <a:lnTo>
                  <a:pt x="331" y="304"/>
                </a:lnTo>
                <a:lnTo>
                  <a:pt x="329" y="305"/>
                </a:lnTo>
                <a:lnTo>
                  <a:pt x="327" y="307"/>
                </a:lnTo>
                <a:lnTo>
                  <a:pt x="325" y="310"/>
                </a:lnTo>
                <a:lnTo>
                  <a:pt x="324" y="311"/>
                </a:lnTo>
                <a:lnTo>
                  <a:pt x="323" y="311"/>
                </a:lnTo>
                <a:lnTo>
                  <a:pt x="323" y="310"/>
                </a:lnTo>
                <a:lnTo>
                  <a:pt x="322" y="310"/>
                </a:lnTo>
                <a:lnTo>
                  <a:pt x="322" y="311"/>
                </a:lnTo>
                <a:lnTo>
                  <a:pt x="320" y="312"/>
                </a:lnTo>
                <a:lnTo>
                  <a:pt x="318" y="313"/>
                </a:lnTo>
                <a:lnTo>
                  <a:pt x="317" y="315"/>
                </a:lnTo>
                <a:lnTo>
                  <a:pt x="316" y="315"/>
                </a:lnTo>
                <a:lnTo>
                  <a:pt x="316" y="316"/>
                </a:lnTo>
                <a:lnTo>
                  <a:pt x="315" y="317"/>
                </a:lnTo>
                <a:lnTo>
                  <a:pt x="315" y="319"/>
                </a:lnTo>
                <a:lnTo>
                  <a:pt x="314" y="320"/>
                </a:lnTo>
                <a:lnTo>
                  <a:pt x="313" y="320"/>
                </a:lnTo>
                <a:lnTo>
                  <a:pt x="312" y="320"/>
                </a:lnTo>
                <a:lnTo>
                  <a:pt x="311" y="320"/>
                </a:lnTo>
                <a:lnTo>
                  <a:pt x="310" y="321"/>
                </a:lnTo>
                <a:lnTo>
                  <a:pt x="309" y="322"/>
                </a:lnTo>
                <a:lnTo>
                  <a:pt x="309" y="323"/>
                </a:lnTo>
                <a:lnTo>
                  <a:pt x="308" y="324"/>
                </a:lnTo>
                <a:lnTo>
                  <a:pt x="308" y="326"/>
                </a:lnTo>
                <a:lnTo>
                  <a:pt x="307" y="326"/>
                </a:lnTo>
                <a:lnTo>
                  <a:pt x="307" y="327"/>
                </a:lnTo>
                <a:lnTo>
                  <a:pt x="306" y="328"/>
                </a:lnTo>
                <a:lnTo>
                  <a:pt x="305" y="328"/>
                </a:lnTo>
                <a:lnTo>
                  <a:pt x="305" y="327"/>
                </a:lnTo>
                <a:lnTo>
                  <a:pt x="304" y="327"/>
                </a:lnTo>
                <a:lnTo>
                  <a:pt x="303" y="328"/>
                </a:lnTo>
                <a:lnTo>
                  <a:pt x="302" y="329"/>
                </a:lnTo>
                <a:lnTo>
                  <a:pt x="300" y="332"/>
                </a:lnTo>
                <a:lnTo>
                  <a:pt x="300" y="333"/>
                </a:lnTo>
                <a:lnTo>
                  <a:pt x="298" y="338"/>
                </a:lnTo>
                <a:lnTo>
                  <a:pt x="298" y="339"/>
                </a:lnTo>
                <a:lnTo>
                  <a:pt x="297" y="339"/>
                </a:lnTo>
                <a:lnTo>
                  <a:pt x="297" y="340"/>
                </a:lnTo>
                <a:lnTo>
                  <a:pt x="297" y="341"/>
                </a:lnTo>
                <a:lnTo>
                  <a:pt x="297" y="342"/>
                </a:lnTo>
                <a:lnTo>
                  <a:pt x="296" y="345"/>
                </a:lnTo>
                <a:lnTo>
                  <a:pt x="295" y="350"/>
                </a:lnTo>
                <a:lnTo>
                  <a:pt x="295" y="353"/>
                </a:lnTo>
                <a:lnTo>
                  <a:pt x="295" y="354"/>
                </a:lnTo>
                <a:lnTo>
                  <a:pt x="294" y="356"/>
                </a:lnTo>
                <a:lnTo>
                  <a:pt x="293" y="356"/>
                </a:lnTo>
                <a:lnTo>
                  <a:pt x="293" y="355"/>
                </a:lnTo>
                <a:lnTo>
                  <a:pt x="292" y="354"/>
                </a:lnTo>
                <a:lnTo>
                  <a:pt x="293" y="354"/>
                </a:lnTo>
                <a:lnTo>
                  <a:pt x="294" y="353"/>
                </a:lnTo>
                <a:lnTo>
                  <a:pt x="294" y="352"/>
                </a:lnTo>
                <a:lnTo>
                  <a:pt x="293" y="351"/>
                </a:lnTo>
                <a:lnTo>
                  <a:pt x="292" y="349"/>
                </a:lnTo>
                <a:lnTo>
                  <a:pt x="291" y="349"/>
                </a:lnTo>
                <a:lnTo>
                  <a:pt x="289" y="351"/>
                </a:lnTo>
                <a:lnTo>
                  <a:pt x="289" y="352"/>
                </a:lnTo>
                <a:lnTo>
                  <a:pt x="288" y="353"/>
                </a:lnTo>
                <a:lnTo>
                  <a:pt x="289" y="353"/>
                </a:lnTo>
                <a:lnTo>
                  <a:pt x="289" y="354"/>
                </a:lnTo>
                <a:lnTo>
                  <a:pt x="290" y="354"/>
                </a:lnTo>
                <a:lnTo>
                  <a:pt x="291" y="354"/>
                </a:lnTo>
                <a:lnTo>
                  <a:pt x="290" y="354"/>
                </a:lnTo>
                <a:lnTo>
                  <a:pt x="290" y="355"/>
                </a:lnTo>
                <a:lnTo>
                  <a:pt x="288" y="355"/>
                </a:lnTo>
                <a:lnTo>
                  <a:pt x="288" y="356"/>
                </a:lnTo>
                <a:lnTo>
                  <a:pt x="287" y="357"/>
                </a:lnTo>
                <a:lnTo>
                  <a:pt x="287" y="358"/>
                </a:lnTo>
                <a:lnTo>
                  <a:pt x="288" y="358"/>
                </a:lnTo>
                <a:lnTo>
                  <a:pt x="288" y="357"/>
                </a:lnTo>
                <a:lnTo>
                  <a:pt x="288" y="356"/>
                </a:lnTo>
                <a:lnTo>
                  <a:pt x="288" y="355"/>
                </a:lnTo>
                <a:lnTo>
                  <a:pt x="289" y="355"/>
                </a:lnTo>
                <a:lnTo>
                  <a:pt x="289" y="356"/>
                </a:lnTo>
                <a:lnTo>
                  <a:pt x="290" y="356"/>
                </a:lnTo>
                <a:lnTo>
                  <a:pt x="290" y="357"/>
                </a:lnTo>
                <a:lnTo>
                  <a:pt x="292" y="357"/>
                </a:lnTo>
                <a:lnTo>
                  <a:pt x="293" y="357"/>
                </a:lnTo>
                <a:lnTo>
                  <a:pt x="293" y="358"/>
                </a:lnTo>
                <a:lnTo>
                  <a:pt x="292" y="358"/>
                </a:lnTo>
                <a:lnTo>
                  <a:pt x="292" y="359"/>
                </a:lnTo>
                <a:lnTo>
                  <a:pt x="292" y="360"/>
                </a:lnTo>
                <a:lnTo>
                  <a:pt x="291" y="361"/>
                </a:lnTo>
                <a:lnTo>
                  <a:pt x="289" y="361"/>
                </a:lnTo>
                <a:lnTo>
                  <a:pt x="288" y="361"/>
                </a:lnTo>
                <a:lnTo>
                  <a:pt x="287" y="361"/>
                </a:lnTo>
                <a:lnTo>
                  <a:pt x="286" y="361"/>
                </a:lnTo>
                <a:lnTo>
                  <a:pt x="285" y="361"/>
                </a:lnTo>
                <a:lnTo>
                  <a:pt x="285" y="362"/>
                </a:lnTo>
                <a:lnTo>
                  <a:pt x="284" y="362"/>
                </a:lnTo>
                <a:lnTo>
                  <a:pt x="284" y="363"/>
                </a:lnTo>
                <a:lnTo>
                  <a:pt x="281" y="364"/>
                </a:lnTo>
                <a:lnTo>
                  <a:pt x="281" y="363"/>
                </a:lnTo>
                <a:lnTo>
                  <a:pt x="281" y="362"/>
                </a:lnTo>
                <a:lnTo>
                  <a:pt x="280" y="362"/>
                </a:lnTo>
                <a:lnTo>
                  <a:pt x="279" y="361"/>
                </a:lnTo>
                <a:lnTo>
                  <a:pt x="277" y="362"/>
                </a:lnTo>
                <a:lnTo>
                  <a:pt x="276" y="362"/>
                </a:lnTo>
                <a:lnTo>
                  <a:pt x="275" y="361"/>
                </a:lnTo>
                <a:lnTo>
                  <a:pt x="275" y="360"/>
                </a:lnTo>
                <a:lnTo>
                  <a:pt x="275" y="359"/>
                </a:lnTo>
                <a:lnTo>
                  <a:pt x="275" y="358"/>
                </a:lnTo>
                <a:lnTo>
                  <a:pt x="274" y="358"/>
                </a:lnTo>
                <a:lnTo>
                  <a:pt x="274" y="357"/>
                </a:lnTo>
                <a:lnTo>
                  <a:pt x="275" y="357"/>
                </a:lnTo>
                <a:lnTo>
                  <a:pt x="277" y="358"/>
                </a:lnTo>
                <a:lnTo>
                  <a:pt x="277" y="359"/>
                </a:lnTo>
                <a:lnTo>
                  <a:pt x="279" y="359"/>
                </a:lnTo>
                <a:lnTo>
                  <a:pt x="282" y="359"/>
                </a:lnTo>
                <a:lnTo>
                  <a:pt x="285" y="357"/>
                </a:lnTo>
                <a:lnTo>
                  <a:pt x="285" y="355"/>
                </a:lnTo>
                <a:lnTo>
                  <a:pt x="285" y="354"/>
                </a:lnTo>
                <a:lnTo>
                  <a:pt x="286" y="353"/>
                </a:lnTo>
                <a:lnTo>
                  <a:pt x="287" y="352"/>
                </a:lnTo>
                <a:lnTo>
                  <a:pt x="287" y="351"/>
                </a:lnTo>
                <a:lnTo>
                  <a:pt x="287" y="350"/>
                </a:lnTo>
                <a:lnTo>
                  <a:pt x="286" y="349"/>
                </a:lnTo>
                <a:lnTo>
                  <a:pt x="285" y="349"/>
                </a:lnTo>
                <a:lnTo>
                  <a:pt x="284" y="349"/>
                </a:lnTo>
                <a:lnTo>
                  <a:pt x="284" y="350"/>
                </a:lnTo>
                <a:lnTo>
                  <a:pt x="285" y="350"/>
                </a:lnTo>
                <a:lnTo>
                  <a:pt x="284" y="350"/>
                </a:lnTo>
                <a:lnTo>
                  <a:pt x="284" y="351"/>
                </a:lnTo>
                <a:lnTo>
                  <a:pt x="284" y="352"/>
                </a:lnTo>
                <a:lnTo>
                  <a:pt x="283" y="352"/>
                </a:lnTo>
                <a:lnTo>
                  <a:pt x="282" y="352"/>
                </a:lnTo>
                <a:lnTo>
                  <a:pt x="281" y="352"/>
                </a:lnTo>
                <a:lnTo>
                  <a:pt x="280" y="352"/>
                </a:lnTo>
                <a:lnTo>
                  <a:pt x="278" y="352"/>
                </a:lnTo>
                <a:lnTo>
                  <a:pt x="278" y="353"/>
                </a:lnTo>
                <a:lnTo>
                  <a:pt x="276" y="355"/>
                </a:lnTo>
                <a:lnTo>
                  <a:pt x="275" y="355"/>
                </a:lnTo>
                <a:lnTo>
                  <a:pt x="275" y="356"/>
                </a:lnTo>
                <a:lnTo>
                  <a:pt x="275" y="357"/>
                </a:lnTo>
                <a:lnTo>
                  <a:pt x="274" y="357"/>
                </a:lnTo>
                <a:lnTo>
                  <a:pt x="272" y="357"/>
                </a:lnTo>
                <a:lnTo>
                  <a:pt x="269" y="356"/>
                </a:lnTo>
                <a:lnTo>
                  <a:pt x="268" y="356"/>
                </a:lnTo>
                <a:lnTo>
                  <a:pt x="267" y="356"/>
                </a:lnTo>
                <a:lnTo>
                  <a:pt x="266" y="356"/>
                </a:lnTo>
                <a:lnTo>
                  <a:pt x="265" y="356"/>
                </a:lnTo>
                <a:lnTo>
                  <a:pt x="263" y="356"/>
                </a:lnTo>
                <a:lnTo>
                  <a:pt x="262" y="357"/>
                </a:lnTo>
                <a:lnTo>
                  <a:pt x="259" y="358"/>
                </a:lnTo>
                <a:lnTo>
                  <a:pt x="257" y="359"/>
                </a:lnTo>
                <a:lnTo>
                  <a:pt x="255" y="360"/>
                </a:lnTo>
                <a:lnTo>
                  <a:pt x="254" y="361"/>
                </a:lnTo>
                <a:lnTo>
                  <a:pt x="253" y="362"/>
                </a:lnTo>
                <a:lnTo>
                  <a:pt x="251" y="362"/>
                </a:lnTo>
                <a:lnTo>
                  <a:pt x="249" y="363"/>
                </a:lnTo>
                <a:lnTo>
                  <a:pt x="248" y="364"/>
                </a:lnTo>
                <a:lnTo>
                  <a:pt x="247" y="364"/>
                </a:lnTo>
                <a:lnTo>
                  <a:pt x="246" y="365"/>
                </a:lnTo>
                <a:lnTo>
                  <a:pt x="245" y="364"/>
                </a:lnTo>
                <a:lnTo>
                  <a:pt x="245" y="362"/>
                </a:lnTo>
                <a:lnTo>
                  <a:pt x="244" y="361"/>
                </a:lnTo>
                <a:lnTo>
                  <a:pt x="243" y="360"/>
                </a:lnTo>
                <a:lnTo>
                  <a:pt x="242" y="360"/>
                </a:lnTo>
                <a:lnTo>
                  <a:pt x="241" y="360"/>
                </a:lnTo>
                <a:lnTo>
                  <a:pt x="239" y="360"/>
                </a:lnTo>
                <a:lnTo>
                  <a:pt x="238" y="361"/>
                </a:lnTo>
                <a:lnTo>
                  <a:pt x="237" y="361"/>
                </a:lnTo>
                <a:lnTo>
                  <a:pt x="236" y="362"/>
                </a:lnTo>
                <a:lnTo>
                  <a:pt x="235" y="362"/>
                </a:lnTo>
                <a:lnTo>
                  <a:pt x="234" y="363"/>
                </a:lnTo>
                <a:lnTo>
                  <a:pt x="234" y="364"/>
                </a:lnTo>
                <a:lnTo>
                  <a:pt x="233" y="365"/>
                </a:lnTo>
                <a:lnTo>
                  <a:pt x="231" y="368"/>
                </a:lnTo>
                <a:lnTo>
                  <a:pt x="230" y="372"/>
                </a:lnTo>
                <a:lnTo>
                  <a:pt x="230" y="373"/>
                </a:lnTo>
                <a:lnTo>
                  <a:pt x="229" y="374"/>
                </a:lnTo>
                <a:lnTo>
                  <a:pt x="229" y="376"/>
                </a:lnTo>
                <a:lnTo>
                  <a:pt x="228" y="378"/>
                </a:lnTo>
                <a:lnTo>
                  <a:pt x="227" y="379"/>
                </a:lnTo>
                <a:lnTo>
                  <a:pt x="227" y="382"/>
                </a:lnTo>
                <a:lnTo>
                  <a:pt x="227" y="383"/>
                </a:lnTo>
                <a:lnTo>
                  <a:pt x="227" y="384"/>
                </a:lnTo>
                <a:lnTo>
                  <a:pt x="227" y="385"/>
                </a:lnTo>
                <a:lnTo>
                  <a:pt x="227" y="386"/>
                </a:lnTo>
                <a:lnTo>
                  <a:pt x="228" y="386"/>
                </a:lnTo>
                <a:lnTo>
                  <a:pt x="229" y="386"/>
                </a:lnTo>
                <a:lnTo>
                  <a:pt x="230" y="386"/>
                </a:lnTo>
                <a:lnTo>
                  <a:pt x="229" y="387"/>
                </a:lnTo>
                <a:lnTo>
                  <a:pt x="228" y="387"/>
                </a:lnTo>
                <a:lnTo>
                  <a:pt x="228" y="386"/>
                </a:lnTo>
                <a:lnTo>
                  <a:pt x="228" y="387"/>
                </a:lnTo>
                <a:lnTo>
                  <a:pt x="227" y="387"/>
                </a:lnTo>
                <a:lnTo>
                  <a:pt x="227" y="388"/>
                </a:lnTo>
                <a:lnTo>
                  <a:pt x="226" y="388"/>
                </a:lnTo>
                <a:lnTo>
                  <a:pt x="225" y="389"/>
                </a:lnTo>
                <a:lnTo>
                  <a:pt x="224" y="388"/>
                </a:lnTo>
                <a:lnTo>
                  <a:pt x="224" y="387"/>
                </a:lnTo>
                <a:lnTo>
                  <a:pt x="224" y="386"/>
                </a:lnTo>
                <a:lnTo>
                  <a:pt x="224" y="385"/>
                </a:lnTo>
                <a:lnTo>
                  <a:pt x="223" y="384"/>
                </a:lnTo>
                <a:lnTo>
                  <a:pt x="221" y="384"/>
                </a:lnTo>
                <a:lnTo>
                  <a:pt x="221" y="385"/>
                </a:lnTo>
                <a:lnTo>
                  <a:pt x="222" y="386"/>
                </a:lnTo>
                <a:lnTo>
                  <a:pt x="221" y="386"/>
                </a:lnTo>
                <a:lnTo>
                  <a:pt x="220" y="386"/>
                </a:lnTo>
                <a:lnTo>
                  <a:pt x="219" y="386"/>
                </a:lnTo>
                <a:lnTo>
                  <a:pt x="217" y="386"/>
                </a:lnTo>
                <a:lnTo>
                  <a:pt x="218" y="387"/>
                </a:lnTo>
                <a:lnTo>
                  <a:pt x="218" y="388"/>
                </a:lnTo>
                <a:lnTo>
                  <a:pt x="218" y="389"/>
                </a:lnTo>
                <a:lnTo>
                  <a:pt x="219" y="390"/>
                </a:lnTo>
                <a:lnTo>
                  <a:pt x="220" y="390"/>
                </a:lnTo>
                <a:lnTo>
                  <a:pt x="221" y="389"/>
                </a:lnTo>
                <a:lnTo>
                  <a:pt x="222" y="388"/>
                </a:lnTo>
                <a:lnTo>
                  <a:pt x="222" y="387"/>
                </a:lnTo>
                <a:lnTo>
                  <a:pt x="222" y="385"/>
                </a:lnTo>
                <a:lnTo>
                  <a:pt x="222" y="384"/>
                </a:lnTo>
                <a:lnTo>
                  <a:pt x="223" y="385"/>
                </a:lnTo>
                <a:lnTo>
                  <a:pt x="223" y="386"/>
                </a:lnTo>
                <a:lnTo>
                  <a:pt x="223" y="388"/>
                </a:lnTo>
                <a:lnTo>
                  <a:pt x="223" y="389"/>
                </a:lnTo>
                <a:lnTo>
                  <a:pt x="224" y="389"/>
                </a:lnTo>
                <a:lnTo>
                  <a:pt x="227" y="389"/>
                </a:lnTo>
                <a:lnTo>
                  <a:pt x="229" y="389"/>
                </a:lnTo>
                <a:lnTo>
                  <a:pt x="230" y="389"/>
                </a:lnTo>
                <a:lnTo>
                  <a:pt x="231" y="390"/>
                </a:lnTo>
                <a:lnTo>
                  <a:pt x="231" y="391"/>
                </a:lnTo>
                <a:lnTo>
                  <a:pt x="231" y="392"/>
                </a:lnTo>
                <a:lnTo>
                  <a:pt x="231" y="393"/>
                </a:lnTo>
                <a:lnTo>
                  <a:pt x="230" y="394"/>
                </a:lnTo>
                <a:lnTo>
                  <a:pt x="229" y="394"/>
                </a:lnTo>
                <a:lnTo>
                  <a:pt x="228" y="395"/>
                </a:lnTo>
                <a:lnTo>
                  <a:pt x="229" y="396"/>
                </a:lnTo>
                <a:lnTo>
                  <a:pt x="229" y="398"/>
                </a:lnTo>
                <a:lnTo>
                  <a:pt x="228" y="398"/>
                </a:lnTo>
                <a:lnTo>
                  <a:pt x="227" y="398"/>
                </a:lnTo>
                <a:lnTo>
                  <a:pt x="226" y="397"/>
                </a:lnTo>
                <a:lnTo>
                  <a:pt x="225" y="397"/>
                </a:lnTo>
                <a:lnTo>
                  <a:pt x="224" y="398"/>
                </a:lnTo>
                <a:lnTo>
                  <a:pt x="224" y="399"/>
                </a:lnTo>
                <a:lnTo>
                  <a:pt x="224" y="400"/>
                </a:lnTo>
                <a:lnTo>
                  <a:pt x="225" y="400"/>
                </a:lnTo>
                <a:lnTo>
                  <a:pt x="226" y="401"/>
                </a:lnTo>
                <a:lnTo>
                  <a:pt x="226" y="402"/>
                </a:lnTo>
                <a:lnTo>
                  <a:pt x="223" y="402"/>
                </a:lnTo>
                <a:lnTo>
                  <a:pt x="221" y="400"/>
                </a:lnTo>
                <a:lnTo>
                  <a:pt x="221" y="399"/>
                </a:lnTo>
                <a:lnTo>
                  <a:pt x="221" y="398"/>
                </a:lnTo>
                <a:lnTo>
                  <a:pt x="222" y="397"/>
                </a:lnTo>
                <a:lnTo>
                  <a:pt x="222" y="396"/>
                </a:lnTo>
                <a:lnTo>
                  <a:pt x="220" y="394"/>
                </a:lnTo>
                <a:lnTo>
                  <a:pt x="219" y="394"/>
                </a:lnTo>
                <a:lnTo>
                  <a:pt x="218" y="394"/>
                </a:lnTo>
                <a:lnTo>
                  <a:pt x="217" y="394"/>
                </a:lnTo>
                <a:lnTo>
                  <a:pt x="216" y="394"/>
                </a:lnTo>
                <a:lnTo>
                  <a:pt x="215" y="395"/>
                </a:lnTo>
                <a:lnTo>
                  <a:pt x="214" y="395"/>
                </a:lnTo>
                <a:lnTo>
                  <a:pt x="212" y="395"/>
                </a:lnTo>
                <a:lnTo>
                  <a:pt x="210" y="396"/>
                </a:lnTo>
                <a:lnTo>
                  <a:pt x="206" y="398"/>
                </a:lnTo>
                <a:lnTo>
                  <a:pt x="206" y="399"/>
                </a:lnTo>
                <a:lnTo>
                  <a:pt x="205" y="399"/>
                </a:lnTo>
                <a:lnTo>
                  <a:pt x="205" y="400"/>
                </a:lnTo>
                <a:lnTo>
                  <a:pt x="206" y="401"/>
                </a:lnTo>
                <a:lnTo>
                  <a:pt x="206" y="402"/>
                </a:lnTo>
                <a:lnTo>
                  <a:pt x="205" y="402"/>
                </a:lnTo>
                <a:lnTo>
                  <a:pt x="205" y="403"/>
                </a:lnTo>
                <a:lnTo>
                  <a:pt x="205" y="404"/>
                </a:lnTo>
                <a:lnTo>
                  <a:pt x="206" y="404"/>
                </a:lnTo>
                <a:lnTo>
                  <a:pt x="207" y="404"/>
                </a:lnTo>
                <a:lnTo>
                  <a:pt x="208" y="407"/>
                </a:lnTo>
                <a:lnTo>
                  <a:pt x="208" y="408"/>
                </a:lnTo>
                <a:lnTo>
                  <a:pt x="207" y="408"/>
                </a:lnTo>
                <a:lnTo>
                  <a:pt x="206" y="407"/>
                </a:lnTo>
                <a:lnTo>
                  <a:pt x="206" y="406"/>
                </a:lnTo>
                <a:lnTo>
                  <a:pt x="205" y="406"/>
                </a:lnTo>
                <a:lnTo>
                  <a:pt x="204" y="407"/>
                </a:lnTo>
                <a:lnTo>
                  <a:pt x="203" y="407"/>
                </a:lnTo>
                <a:lnTo>
                  <a:pt x="201" y="406"/>
                </a:lnTo>
                <a:lnTo>
                  <a:pt x="200" y="406"/>
                </a:lnTo>
                <a:lnTo>
                  <a:pt x="199" y="407"/>
                </a:lnTo>
                <a:lnTo>
                  <a:pt x="200" y="408"/>
                </a:lnTo>
                <a:lnTo>
                  <a:pt x="200" y="409"/>
                </a:lnTo>
                <a:lnTo>
                  <a:pt x="199" y="409"/>
                </a:lnTo>
                <a:lnTo>
                  <a:pt x="198" y="409"/>
                </a:lnTo>
                <a:lnTo>
                  <a:pt x="199" y="410"/>
                </a:lnTo>
                <a:lnTo>
                  <a:pt x="198" y="410"/>
                </a:lnTo>
                <a:lnTo>
                  <a:pt x="195" y="408"/>
                </a:lnTo>
                <a:lnTo>
                  <a:pt x="196" y="407"/>
                </a:lnTo>
                <a:lnTo>
                  <a:pt x="197" y="407"/>
                </a:lnTo>
                <a:lnTo>
                  <a:pt x="197" y="406"/>
                </a:lnTo>
                <a:lnTo>
                  <a:pt x="197" y="405"/>
                </a:lnTo>
                <a:lnTo>
                  <a:pt x="197" y="404"/>
                </a:lnTo>
                <a:lnTo>
                  <a:pt x="197" y="403"/>
                </a:lnTo>
                <a:lnTo>
                  <a:pt x="198" y="403"/>
                </a:lnTo>
                <a:lnTo>
                  <a:pt x="198" y="402"/>
                </a:lnTo>
                <a:lnTo>
                  <a:pt x="199" y="401"/>
                </a:lnTo>
                <a:lnTo>
                  <a:pt x="198" y="401"/>
                </a:lnTo>
                <a:lnTo>
                  <a:pt x="197" y="401"/>
                </a:lnTo>
                <a:lnTo>
                  <a:pt x="195" y="400"/>
                </a:lnTo>
                <a:lnTo>
                  <a:pt x="195" y="399"/>
                </a:lnTo>
                <a:lnTo>
                  <a:pt x="194" y="399"/>
                </a:lnTo>
                <a:lnTo>
                  <a:pt x="193" y="399"/>
                </a:lnTo>
                <a:lnTo>
                  <a:pt x="192" y="399"/>
                </a:lnTo>
                <a:lnTo>
                  <a:pt x="192" y="398"/>
                </a:lnTo>
                <a:lnTo>
                  <a:pt x="193" y="398"/>
                </a:lnTo>
                <a:lnTo>
                  <a:pt x="193" y="397"/>
                </a:lnTo>
                <a:lnTo>
                  <a:pt x="194" y="397"/>
                </a:lnTo>
                <a:lnTo>
                  <a:pt x="195" y="397"/>
                </a:lnTo>
                <a:lnTo>
                  <a:pt x="195" y="396"/>
                </a:lnTo>
                <a:lnTo>
                  <a:pt x="196" y="396"/>
                </a:lnTo>
                <a:lnTo>
                  <a:pt x="196" y="395"/>
                </a:lnTo>
                <a:lnTo>
                  <a:pt x="197" y="395"/>
                </a:lnTo>
                <a:lnTo>
                  <a:pt x="198" y="394"/>
                </a:lnTo>
                <a:lnTo>
                  <a:pt x="198" y="393"/>
                </a:lnTo>
                <a:lnTo>
                  <a:pt x="197" y="392"/>
                </a:lnTo>
                <a:lnTo>
                  <a:pt x="197" y="391"/>
                </a:lnTo>
                <a:lnTo>
                  <a:pt x="196" y="391"/>
                </a:lnTo>
                <a:lnTo>
                  <a:pt x="196" y="392"/>
                </a:lnTo>
                <a:lnTo>
                  <a:pt x="196" y="393"/>
                </a:lnTo>
                <a:lnTo>
                  <a:pt x="196" y="394"/>
                </a:lnTo>
                <a:lnTo>
                  <a:pt x="196" y="395"/>
                </a:lnTo>
                <a:lnTo>
                  <a:pt x="195" y="395"/>
                </a:lnTo>
                <a:lnTo>
                  <a:pt x="194" y="395"/>
                </a:lnTo>
                <a:lnTo>
                  <a:pt x="193" y="396"/>
                </a:lnTo>
                <a:lnTo>
                  <a:pt x="192" y="396"/>
                </a:lnTo>
                <a:lnTo>
                  <a:pt x="190" y="397"/>
                </a:lnTo>
                <a:lnTo>
                  <a:pt x="190" y="398"/>
                </a:lnTo>
                <a:lnTo>
                  <a:pt x="191" y="398"/>
                </a:lnTo>
                <a:lnTo>
                  <a:pt x="191" y="399"/>
                </a:lnTo>
                <a:lnTo>
                  <a:pt x="191" y="401"/>
                </a:lnTo>
                <a:lnTo>
                  <a:pt x="191" y="402"/>
                </a:lnTo>
                <a:lnTo>
                  <a:pt x="191" y="401"/>
                </a:lnTo>
                <a:lnTo>
                  <a:pt x="190" y="401"/>
                </a:lnTo>
                <a:lnTo>
                  <a:pt x="190" y="400"/>
                </a:lnTo>
                <a:lnTo>
                  <a:pt x="189" y="399"/>
                </a:lnTo>
                <a:lnTo>
                  <a:pt x="188" y="399"/>
                </a:lnTo>
                <a:lnTo>
                  <a:pt x="188" y="398"/>
                </a:lnTo>
                <a:lnTo>
                  <a:pt x="186" y="399"/>
                </a:lnTo>
                <a:lnTo>
                  <a:pt x="185" y="399"/>
                </a:lnTo>
                <a:lnTo>
                  <a:pt x="185" y="400"/>
                </a:lnTo>
                <a:lnTo>
                  <a:pt x="185" y="401"/>
                </a:lnTo>
                <a:lnTo>
                  <a:pt x="184" y="401"/>
                </a:lnTo>
                <a:lnTo>
                  <a:pt x="183" y="401"/>
                </a:lnTo>
                <a:lnTo>
                  <a:pt x="183" y="402"/>
                </a:lnTo>
                <a:lnTo>
                  <a:pt x="182" y="403"/>
                </a:lnTo>
                <a:lnTo>
                  <a:pt x="182" y="404"/>
                </a:lnTo>
                <a:lnTo>
                  <a:pt x="182" y="405"/>
                </a:lnTo>
                <a:lnTo>
                  <a:pt x="181" y="405"/>
                </a:lnTo>
                <a:lnTo>
                  <a:pt x="180" y="405"/>
                </a:lnTo>
                <a:lnTo>
                  <a:pt x="179" y="405"/>
                </a:lnTo>
                <a:lnTo>
                  <a:pt x="178" y="403"/>
                </a:lnTo>
                <a:lnTo>
                  <a:pt x="178" y="401"/>
                </a:lnTo>
                <a:lnTo>
                  <a:pt x="180" y="401"/>
                </a:lnTo>
                <a:lnTo>
                  <a:pt x="181" y="400"/>
                </a:lnTo>
                <a:lnTo>
                  <a:pt x="181" y="399"/>
                </a:lnTo>
                <a:lnTo>
                  <a:pt x="182" y="399"/>
                </a:lnTo>
                <a:lnTo>
                  <a:pt x="182" y="398"/>
                </a:lnTo>
                <a:lnTo>
                  <a:pt x="181" y="398"/>
                </a:lnTo>
                <a:lnTo>
                  <a:pt x="180" y="398"/>
                </a:lnTo>
                <a:lnTo>
                  <a:pt x="180" y="397"/>
                </a:lnTo>
                <a:lnTo>
                  <a:pt x="181" y="397"/>
                </a:lnTo>
                <a:lnTo>
                  <a:pt x="182" y="396"/>
                </a:lnTo>
                <a:lnTo>
                  <a:pt x="183" y="396"/>
                </a:lnTo>
                <a:lnTo>
                  <a:pt x="183" y="395"/>
                </a:lnTo>
                <a:lnTo>
                  <a:pt x="182" y="393"/>
                </a:lnTo>
                <a:lnTo>
                  <a:pt x="182" y="392"/>
                </a:lnTo>
                <a:lnTo>
                  <a:pt x="181" y="392"/>
                </a:lnTo>
                <a:lnTo>
                  <a:pt x="180" y="390"/>
                </a:lnTo>
                <a:lnTo>
                  <a:pt x="178" y="389"/>
                </a:lnTo>
                <a:lnTo>
                  <a:pt x="177" y="388"/>
                </a:lnTo>
                <a:lnTo>
                  <a:pt x="176" y="388"/>
                </a:lnTo>
                <a:lnTo>
                  <a:pt x="175" y="387"/>
                </a:lnTo>
                <a:lnTo>
                  <a:pt x="173" y="387"/>
                </a:lnTo>
                <a:lnTo>
                  <a:pt x="171" y="386"/>
                </a:lnTo>
                <a:lnTo>
                  <a:pt x="168" y="386"/>
                </a:lnTo>
                <a:lnTo>
                  <a:pt x="163" y="386"/>
                </a:lnTo>
                <a:lnTo>
                  <a:pt x="160" y="386"/>
                </a:lnTo>
                <a:lnTo>
                  <a:pt x="158" y="386"/>
                </a:lnTo>
                <a:lnTo>
                  <a:pt x="156" y="386"/>
                </a:lnTo>
                <a:lnTo>
                  <a:pt x="155" y="386"/>
                </a:lnTo>
                <a:lnTo>
                  <a:pt x="154" y="386"/>
                </a:lnTo>
                <a:lnTo>
                  <a:pt x="153" y="386"/>
                </a:lnTo>
                <a:lnTo>
                  <a:pt x="152" y="386"/>
                </a:lnTo>
                <a:lnTo>
                  <a:pt x="152" y="385"/>
                </a:lnTo>
                <a:lnTo>
                  <a:pt x="150" y="384"/>
                </a:lnTo>
                <a:lnTo>
                  <a:pt x="147" y="384"/>
                </a:lnTo>
                <a:lnTo>
                  <a:pt x="145" y="384"/>
                </a:lnTo>
                <a:lnTo>
                  <a:pt x="143" y="384"/>
                </a:lnTo>
                <a:lnTo>
                  <a:pt x="142" y="384"/>
                </a:lnTo>
                <a:lnTo>
                  <a:pt x="141" y="384"/>
                </a:lnTo>
                <a:lnTo>
                  <a:pt x="137" y="385"/>
                </a:lnTo>
                <a:lnTo>
                  <a:pt x="136" y="385"/>
                </a:lnTo>
                <a:lnTo>
                  <a:pt x="134" y="385"/>
                </a:lnTo>
                <a:lnTo>
                  <a:pt x="133" y="386"/>
                </a:lnTo>
                <a:lnTo>
                  <a:pt x="132" y="386"/>
                </a:lnTo>
                <a:lnTo>
                  <a:pt x="131" y="385"/>
                </a:lnTo>
                <a:lnTo>
                  <a:pt x="130" y="385"/>
                </a:lnTo>
                <a:lnTo>
                  <a:pt x="128" y="385"/>
                </a:lnTo>
                <a:lnTo>
                  <a:pt x="127" y="385"/>
                </a:lnTo>
                <a:lnTo>
                  <a:pt x="126" y="386"/>
                </a:lnTo>
                <a:lnTo>
                  <a:pt x="124" y="387"/>
                </a:lnTo>
                <a:lnTo>
                  <a:pt x="123" y="387"/>
                </a:lnTo>
                <a:lnTo>
                  <a:pt x="123" y="388"/>
                </a:lnTo>
                <a:lnTo>
                  <a:pt x="122" y="388"/>
                </a:lnTo>
                <a:lnTo>
                  <a:pt x="122" y="389"/>
                </a:lnTo>
                <a:lnTo>
                  <a:pt x="120" y="389"/>
                </a:lnTo>
                <a:lnTo>
                  <a:pt x="119" y="389"/>
                </a:lnTo>
                <a:lnTo>
                  <a:pt x="118" y="389"/>
                </a:lnTo>
                <a:lnTo>
                  <a:pt x="116" y="388"/>
                </a:lnTo>
                <a:lnTo>
                  <a:pt x="116" y="387"/>
                </a:lnTo>
                <a:lnTo>
                  <a:pt x="115" y="387"/>
                </a:lnTo>
                <a:lnTo>
                  <a:pt x="114" y="387"/>
                </a:lnTo>
                <a:lnTo>
                  <a:pt x="113" y="386"/>
                </a:lnTo>
                <a:lnTo>
                  <a:pt x="111" y="383"/>
                </a:lnTo>
                <a:lnTo>
                  <a:pt x="112" y="383"/>
                </a:lnTo>
                <a:lnTo>
                  <a:pt x="113" y="383"/>
                </a:lnTo>
                <a:lnTo>
                  <a:pt x="113" y="381"/>
                </a:lnTo>
                <a:lnTo>
                  <a:pt x="112" y="380"/>
                </a:lnTo>
                <a:lnTo>
                  <a:pt x="111" y="379"/>
                </a:lnTo>
                <a:lnTo>
                  <a:pt x="110" y="378"/>
                </a:lnTo>
                <a:lnTo>
                  <a:pt x="109" y="378"/>
                </a:lnTo>
                <a:lnTo>
                  <a:pt x="107" y="377"/>
                </a:lnTo>
                <a:lnTo>
                  <a:pt x="106" y="376"/>
                </a:lnTo>
                <a:lnTo>
                  <a:pt x="105" y="375"/>
                </a:lnTo>
                <a:lnTo>
                  <a:pt x="104" y="374"/>
                </a:lnTo>
                <a:lnTo>
                  <a:pt x="103" y="374"/>
                </a:lnTo>
                <a:lnTo>
                  <a:pt x="102" y="374"/>
                </a:lnTo>
                <a:lnTo>
                  <a:pt x="101" y="373"/>
                </a:lnTo>
                <a:lnTo>
                  <a:pt x="99" y="373"/>
                </a:lnTo>
                <a:lnTo>
                  <a:pt x="96" y="373"/>
                </a:lnTo>
                <a:lnTo>
                  <a:pt x="94" y="373"/>
                </a:lnTo>
                <a:lnTo>
                  <a:pt x="92" y="373"/>
                </a:lnTo>
                <a:lnTo>
                  <a:pt x="90" y="374"/>
                </a:lnTo>
                <a:lnTo>
                  <a:pt x="86" y="375"/>
                </a:lnTo>
                <a:lnTo>
                  <a:pt x="85" y="375"/>
                </a:lnTo>
                <a:lnTo>
                  <a:pt x="81" y="376"/>
                </a:lnTo>
                <a:lnTo>
                  <a:pt x="80" y="376"/>
                </a:lnTo>
                <a:lnTo>
                  <a:pt x="81" y="375"/>
                </a:lnTo>
                <a:lnTo>
                  <a:pt x="80" y="374"/>
                </a:lnTo>
                <a:lnTo>
                  <a:pt x="80" y="373"/>
                </a:lnTo>
                <a:lnTo>
                  <a:pt x="79" y="373"/>
                </a:lnTo>
                <a:lnTo>
                  <a:pt x="78" y="372"/>
                </a:lnTo>
                <a:lnTo>
                  <a:pt x="77" y="372"/>
                </a:lnTo>
                <a:lnTo>
                  <a:pt x="76" y="371"/>
                </a:lnTo>
                <a:lnTo>
                  <a:pt x="76" y="370"/>
                </a:lnTo>
                <a:lnTo>
                  <a:pt x="75" y="369"/>
                </a:lnTo>
                <a:lnTo>
                  <a:pt x="75" y="368"/>
                </a:lnTo>
                <a:lnTo>
                  <a:pt x="74" y="367"/>
                </a:lnTo>
                <a:lnTo>
                  <a:pt x="73" y="367"/>
                </a:lnTo>
                <a:lnTo>
                  <a:pt x="72" y="367"/>
                </a:lnTo>
                <a:lnTo>
                  <a:pt x="71" y="366"/>
                </a:lnTo>
                <a:lnTo>
                  <a:pt x="70" y="366"/>
                </a:lnTo>
                <a:lnTo>
                  <a:pt x="69" y="366"/>
                </a:lnTo>
                <a:lnTo>
                  <a:pt x="68" y="365"/>
                </a:lnTo>
                <a:lnTo>
                  <a:pt x="66" y="365"/>
                </a:lnTo>
                <a:lnTo>
                  <a:pt x="64" y="365"/>
                </a:lnTo>
                <a:lnTo>
                  <a:pt x="63" y="365"/>
                </a:lnTo>
                <a:lnTo>
                  <a:pt x="62" y="364"/>
                </a:lnTo>
                <a:lnTo>
                  <a:pt x="61" y="364"/>
                </a:lnTo>
                <a:lnTo>
                  <a:pt x="60" y="364"/>
                </a:lnTo>
                <a:lnTo>
                  <a:pt x="59" y="364"/>
                </a:lnTo>
                <a:lnTo>
                  <a:pt x="58" y="364"/>
                </a:lnTo>
                <a:lnTo>
                  <a:pt x="56" y="363"/>
                </a:lnTo>
                <a:lnTo>
                  <a:pt x="55" y="363"/>
                </a:lnTo>
                <a:lnTo>
                  <a:pt x="55" y="362"/>
                </a:lnTo>
                <a:lnTo>
                  <a:pt x="55" y="361"/>
                </a:lnTo>
                <a:lnTo>
                  <a:pt x="54" y="362"/>
                </a:lnTo>
                <a:lnTo>
                  <a:pt x="53" y="362"/>
                </a:lnTo>
                <a:lnTo>
                  <a:pt x="53" y="361"/>
                </a:lnTo>
                <a:lnTo>
                  <a:pt x="53" y="360"/>
                </a:lnTo>
                <a:lnTo>
                  <a:pt x="52" y="360"/>
                </a:lnTo>
                <a:lnTo>
                  <a:pt x="52" y="359"/>
                </a:lnTo>
                <a:lnTo>
                  <a:pt x="51" y="359"/>
                </a:lnTo>
                <a:lnTo>
                  <a:pt x="51" y="358"/>
                </a:lnTo>
                <a:lnTo>
                  <a:pt x="49" y="357"/>
                </a:lnTo>
                <a:lnTo>
                  <a:pt x="47" y="356"/>
                </a:lnTo>
                <a:lnTo>
                  <a:pt x="45" y="355"/>
                </a:lnTo>
                <a:lnTo>
                  <a:pt x="45" y="354"/>
                </a:lnTo>
                <a:lnTo>
                  <a:pt x="40" y="353"/>
                </a:lnTo>
                <a:lnTo>
                  <a:pt x="35" y="352"/>
                </a:lnTo>
                <a:lnTo>
                  <a:pt x="33" y="352"/>
                </a:lnTo>
                <a:lnTo>
                  <a:pt x="30" y="351"/>
                </a:lnTo>
                <a:lnTo>
                  <a:pt x="24" y="351"/>
                </a:lnTo>
                <a:lnTo>
                  <a:pt x="23" y="351"/>
                </a:lnTo>
                <a:lnTo>
                  <a:pt x="22" y="351"/>
                </a:lnTo>
                <a:lnTo>
                  <a:pt x="21" y="350"/>
                </a:lnTo>
                <a:lnTo>
                  <a:pt x="20" y="350"/>
                </a:lnTo>
                <a:lnTo>
                  <a:pt x="19" y="349"/>
                </a:lnTo>
                <a:lnTo>
                  <a:pt x="18" y="347"/>
                </a:lnTo>
                <a:lnTo>
                  <a:pt x="18" y="346"/>
                </a:lnTo>
                <a:lnTo>
                  <a:pt x="18" y="345"/>
                </a:lnTo>
                <a:lnTo>
                  <a:pt x="17" y="345"/>
                </a:lnTo>
                <a:lnTo>
                  <a:pt x="17" y="343"/>
                </a:lnTo>
                <a:lnTo>
                  <a:pt x="16" y="341"/>
                </a:lnTo>
                <a:lnTo>
                  <a:pt x="16" y="340"/>
                </a:lnTo>
                <a:lnTo>
                  <a:pt x="16" y="338"/>
                </a:lnTo>
                <a:lnTo>
                  <a:pt x="16" y="336"/>
                </a:lnTo>
                <a:lnTo>
                  <a:pt x="17" y="336"/>
                </a:lnTo>
                <a:lnTo>
                  <a:pt x="17" y="335"/>
                </a:lnTo>
                <a:lnTo>
                  <a:pt x="17" y="334"/>
                </a:lnTo>
                <a:lnTo>
                  <a:pt x="18" y="334"/>
                </a:lnTo>
                <a:lnTo>
                  <a:pt x="19" y="332"/>
                </a:lnTo>
                <a:lnTo>
                  <a:pt x="19" y="331"/>
                </a:lnTo>
                <a:lnTo>
                  <a:pt x="20" y="328"/>
                </a:lnTo>
                <a:lnTo>
                  <a:pt x="20" y="326"/>
                </a:lnTo>
                <a:lnTo>
                  <a:pt x="20" y="325"/>
                </a:lnTo>
                <a:lnTo>
                  <a:pt x="20" y="323"/>
                </a:lnTo>
                <a:lnTo>
                  <a:pt x="20" y="322"/>
                </a:lnTo>
                <a:lnTo>
                  <a:pt x="20" y="321"/>
                </a:lnTo>
                <a:lnTo>
                  <a:pt x="20" y="320"/>
                </a:lnTo>
                <a:lnTo>
                  <a:pt x="20" y="318"/>
                </a:lnTo>
                <a:lnTo>
                  <a:pt x="20" y="317"/>
                </a:lnTo>
                <a:lnTo>
                  <a:pt x="20" y="315"/>
                </a:lnTo>
                <a:lnTo>
                  <a:pt x="19" y="314"/>
                </a:lnTo>
                <a:lnTo>
                  <a:pt x="18" y="314"/>
                </a:lnTo>
                <a:lnTo>
                  <a:pt x="19" y="313"/>
                </a:lnTo>
                <a:lnTo>
                  <a:pt x="19" y="311"/>
                </a:lnTo>
                <a:lnTo>
                  <a:pt x="19" y="310"/>
                </a:lnTo>
                <a:lnTo>
                  <a:pt x="19" y="309"/>
                </a:lnTo>
                <a:lnTo>
                  <a:pt x="19" y="308"/>
                </a:lnTo>
                <a:lnTo>
                  <a:pt x="19" y="307"/>
                </a:lnTo>
                <a:lnTo>
                  <a:pt x="19" y="306"/>
                </a:lnTo>
                <a:lnTo>
                  <a:pt x="18" y="305"/>
                </a:lnTo>
                <a:lnTo>
                  <a:pt x="19" y="304"/>
                </a:lnTo>
                <a:lnTo>
                  <a:pt x="18" y="303"/>
                </a:lnTo>
                <a:lnTo>
                  <a:pt x="17" y="301"/>
                </a:lnTo>
                <a:lnTo>
                  <a:pt x="17" y="300"/>
                </a:lnTo>
                <a:lnTo>
                  <a:pt x="16" y="300"/>
                </a:lnTo>
                <a:lnTo>
                  <a:pt x="14" y="295"/>
                </a:lnTo>
                <a:lnTo>
                  <a:pt x="14" y="293"/>
                </a:lnTo>
                <a:lnTo>
                  <a:pt x="13" y="293"/>
                </a:lnTo>
                <a:lnTo>
                  <a:pt x="13" y="292"/>
                </a:lnTo>
                <a:lnTo>
                  <a:pt x="12" y="291"/>
                </a:lnTo>
                <a:lnTo>
                  <a:pt x="11" y="289"/>
                </a:lnTo>
                <a:lnTo>
                  <a:pt x="10" y="288"/>
                </a:lnTo>
                <a:lnTo>
                  <a:pt x="9" y="288"/>
                </a:lnTo>
                <a:lnTo>
                  <a:pt x="7" y="287"/>
                </a:lnTo>
                <a:lnTo>
                  <a:pt x="5" y="286"/>
                </a:lnTo>
                <a:lnTo>
                  <a:pt x="4" y="286"/>
                </a:lnTo>
                <a:lnTo>
                  <a:pt x="3" y="283"/>
                </a:lnTo>
                <a:lnTo>
                  <a:pt x="4" y="282"/>
                </a:lnTo>
                <a:lnTo>
                  <a:pt x="4" y="281"/>
                </a:lnTo>
                <a:lnTo>
                  <a:pt x="4" y="280"/>
                </a:lnTo>
                <a:lnTo>
                  <a:pt x="5" y="279"/>
                </a:lnTo>
                <a:lnTo>
                  <a:pt x="6" y="279"/>
                </a:lnTo>
                <a:lnTo>
                  <a:pt x="7" y="279"/>
                </a:lnTo>
                <a:lnTo>
                  <a:pt x="6" y="278"/>
                </a:lnTo>
                <a:lnTo>
                  <a:pt x="5" y="278"/>
                </a:lnTo>
                <a:lnTo>
                  <a:pt x="5" y="277"/>
                </a:lnTo>
                <a:lnTo>
                  <a:pt x="7" y="276"/>
                </a:lnTo>
                <a:lnTo>
                  <a:pt x="8" y="273"/>
                </a:lnTo>
                <a:lnTo>
                  <a:pt x="9" y="272"/>
                </a:lnTo>
                <a:lnTo>
                  <a:pt x="9" y="271"/>
                </a:lnTo>
                <a:lnTo>
                  <a:pt x="9" y="269"/>
                </a:lnTo>
                <a:lnTo>
                  <a:pt x="9" y="268"/>
                </a:lnTo>
                <a:lnTo>
                  <a:pt x="10" y="265"/>
                </a:lnTo>
                <a:lnTo>
                  <a:pt x="10" y="264"/>
                </a:lnTo>
                <a:lnTo>
                  <a:pt x="9" y="263"/>
                </a:lnTo>
                <a:lnTo>
                  <a:pt x="9" y="262"/>
                </a:lnTo>
                <a:lnTo>
                  <a:pt x="8" y="260"/>
                </a:lnTo>
                <a:lnTo>
                  <a:pt x="7" y="259"/>
                </a:lnTo>
                <a:lnTo>
                  <a:pt x="7" y="258"/>
                </a:lnTo>
                <a:lnTo>
                  <a:pt x="7" y="257"/>
                </a:lnTo>
                <a:lnTo>
                  <a:pt x="7" y="258"/>
                </a:lnTo>
                <a:lnTo>
                  <a:pt x="7" y="257"/>
                </a:lnTo>
                <a:lnTo>
                  <a:pt x="7" y="256"/>
                </a:lnTo>
                <a:lnTo>
                  <a:pt x="7" y="255"/>
                </a:lnTo>
                <a:lnTo>
                  <a:pt x="7" y="254"/>
                </a:lnTo>
                <a:lnTo>
                  <a:pt x="7" y="252"/>
                </a:lnTo>
                <a:lnTo>
                  <a:pt x="6" y="251"/>
                </a:lnTo>
                <a:lnTo>
                  <a:pt x="6" y="249"/>
                </a:lnTo>
                <a:lnTo>
                  <a:pt x="6" y="248"/>
                </a:lnTo>
                <a:lnTo>
                  <a:pt x="5" y="247"/>
                </a:lnTo>
                <a:lnTo>
                  <a:pt x="4" y="244"/>
                </a:lnTo>
                <a:lnTo>
                  <a:pt x="4" y="242"/>
                </a:lnTo>
                <a:lnTo>
                  <a:pt x="4" y="241"/>
                </a:lnTo>
                <a:lnTo>
                  <a:pt x="3" y="238"/>
                </a:lnTo>
                <a:lnTo>
                  <a:pt x="2" y="237"/>
                </a:lnTo>
                <a:lnTo>
                  <a:pt x="2" y="236"/>
                </a:lnTo>
                <a:lnTo>
                  <a:pt x="2" y="235"/>
                </a:lnTo>
                <a:lnTo>
                  <a:pt x="1" y="234"/>
                </a:lnTo>
                <a:lnTo>
                  <a:pt x="1" y="233"/>
                </a:lnTo>
                <a:lnTo>
                  <a:pt x="0" y="233"/>
                </a:lnTo>
                <a:lnTo>
                  <a:pt x="0" y="232"/>
                </a:lnTo>
                <a:lnTo>
                  <a:pt x="0" y="231"/>
                </a:lnTo>
                <a:lnTo>
                  <a:pt x="0" y="230"/>
                </a:lnTo>
                <a:lnTo>
                  <a:pt x="1" y="230"/>
                </a:lnTo>
                <a:lnTo>
                  <a:pt x="2" y="229"/>
                </a:lnTo>
                <a:lnTo>
                  <a:pt x="3" y="229"/>
                </a:lnTo>
                <a:lnTo>
                  <a:pt x="4" y="228"/>
                </a:lnTo>
                <a:lnTo>
                  <a:pt x="7" y="226"/>
                </a:lnTo>
                <a:lnTo>
                  <a:pt x="8" y="223"/>
                </a:lnTo>
                <a:lnTo>
                  <a:pt x="9" y="222"/>
                </a:lnTo>
                <a:lnTo>
                  <a:pt x="9" y="221"/>
                </a:lnTo>
                <a:lnTo>
                  <a:pt x="10" y="220"/>
                </a:lnTo>
                <a:lnTo>
                  <a:pt x="10" y="219"/>
                </a:lnTo>
                <a:lnTo>
                  <a:pt x="11" y="219"/>
                </a:lnTo>
                <a:lnTo>
                  <a:pt x="10" y="218"/>
                </a:lnTo>
                <a:lnTo>
                  <a:pt x="11" y="218"/>
                </a:lnTo>
                <a:lnTo>
                  <a:pt x="12" y="217"/>
                </a:lnTo>
                <a:lnTo>
                  <a:pt x="12" y="215"/>
                </a:lnTo>
                <a:lnTo>
                  <a:pt x="11" y="215"/>
                </a:lnTo>
                <a:lnTo>
                  <a:pt x="11" y="213"/>
                </a:lnTo>
                <a:lnTo>
                  <a:pt x="11" y="212"/>
                </a:lnTo>
                <a:lnTo>
                  <a:pt x="10" y="211"/>
                </a:lnTo>
                <a:lnTo>
                  <a:pt x="9" y="210"/>
                </a:lnTo>
                <a:lnTo>
                  <a:pt x="8" y="209"/>
                </a:lnTo>
                <a:lnTo>
                  <a:pt x="7" y="208"/>
                </a:lnTo>
                <a:lnTo>
                  <a:pt x="5" y="208"/>
                </a:lnTo>
                <a:lnTo>
                  <a:pt x="3" y="207"/>
                </a:lnTo>
                <a:lnTo>
                  <a:pt x="2" y="207"/>
                </a:lnTo>
                <a:lnTo>
                  <a:pt x="2" y="206"/>
                </a:lnTo>
                <a:lnTo>
                  <a:pt x="2" y="205"/>
                </a:lnTo>
                <a:lnTo>
                  <a:pt x="3" y="204"/>
                </a:lnTo>
                <a:lnTo>
                  <a:pt x="3" y="203"/>
                </a:lnTo>
                <a:lnTo>
                  <a:pt x="3" y="202"/>
                </a:lnTo>
                <a:lnTo>
                  <a:pt x="2" y="200"/>
                </a:lnTo>
                <a:lnTo>
                  <a:pt x="2" y="199"/>
                </a:lnTo>
                <a:lnTo>
                  <a:pt x="3" y="198"/>
                </a:lnTo>
                <a:lnTo>
                  <a:pt x="3" y="194"/>
                </a:lnTo>
                <a:lnTo>
                  <a:pt x="2" y="193"/>
                </a:lnTo>
                <a:lnTo>
                  <a:pt x="3" y="192"/>
                </a:lnTo>
                <a:lnTo>
                  <a:pt x="3" y="191"/>
                </a:lnTo>
                <a:lnTo>
                  <a:pt x="4" y="191"/>
                </a:lnTo>
                <a:lnTo>
                  <a:pt x="5" y="192"/>
                </a:lnTo>
                <a:lnTo>
                  <a:pt x="6" y="192"/>
                </a:lnTo>
                <a:lnTo>
                  <a:pt x="8" y="193"/>
                </a:lnTo>
                <a:lnTo>
                  <a:pt x="9" y="193"/>
                </a:lnTo>
                <a:lnTo>
                  <a:pt x="9" y="192"/>
                </a:lnTo>
                <a:lnTo>
                  <a:pt x="8" y="192"/>
                </a:lnTo>
                <a:lnTo>
                  <a:pt x="8" y="191"/>
                </a:lnTo>
                <a:lnTo>
                  <a:pt x="7" y="191"/>
                </a:lnTo>
                <a:lnTo>
                  <a:pt x="7" y="190"/>
                </a:lnTo>
                <a:lnTo>
                  <a:pt x="6" y="190"/>
                </a:lnTo>
                <a:lnTo>
                  <a:pt x="6" y="189"/>
                </a:lnTo>
                <a:lnTo>
                  <a:pt x="5" y="189"/>
                </a:lnTo>
                <a:lnTo>
                  <a:pt x="4" y="189"/>
                </a:lnTo>
                <a:lnTo>
                  <a:pt x="5" y="188"/>
                </a:lnTo>
                <a:lnTo>
                  <a:pt x="6" y="188"/>
                </a:lnTo>
                <a:lnTo>
                  <a:pt x="6" y="187"/>
                </a:lnTo>
                <a:lnTo>
                  <a:pt x="7" y="187"/>
                </a:lnTo>
                <a:lnTo>
                  <a:pt x="7" y="188"/>
                </a:lnTo>
                <a:lnTo>
                  <a:pt x="7" y="189"/>
                </a:lnTo>
                <a:lnTo>
                  <a:pt x="8" y="189"/>
                </a:lnTo>
                <a:lnTo>
                  <a:pt x="9" y="190"/>
                </a:lnTo>
                <a:lnTo>
                  <a:pt x="9" y="191"/>
                </a:lnTo>
                <a:lnTo>
                  <a:pt x="10" y="191"/>
                </a:lnTo>
                <a:lnTo>
                  <a:pt x="10" y="190"/>
                </a:lnTo>
                <a:lnTo>
                  <a:pt x="9" y="190"/>
                </a:lnTo>
                <a:lnTo>
                  <a:pt x="8" y="188"/>
                </a:lnTo>
                <a:lnTo>
                  <a:pt x="8" y="187"/>
                </a:lnTo>
                <a:lnTo>
                  <a:pt x="8" y="186"/>
                </a:lnTo>
                <a:lnTo>
                  <a:pt x="9" y="186"/>
                </a:lnTo>
                <a:lnTo>
                  <a:pt x="10" y="186"/>
                </a:lnTo>
                <a:lnTo>
                  <a:pt x="11" y="187"/>
                </a:lnTo>
                <a:lnTo>
                  <a:pt x="11" y="188"/>
                </a:lnTo>
                <a:lnTo>
                  <a:pt x="12" y="189"/>
                </a:lnTo>
                <a:lnTo>
                  <a:pt x="13" y="189"/>
                </a:lnTo>
                <a:lnTo>
                  <a:pt x="13" y="188"/>
                </a:lnTo>
                <a:lnTo>
                  <a:pt x="12" y="187"/>
                </a:lnTo>
                <a:lnTo>
                  <a:pt x="11" y="185"/>
                </a:lnTo>
                <a:lnTo>
                  <a:pt x="10" y="184"/>
                </a:lnTo>
                <a:lnTo>
                  <a:pt x="9" y="183"/>
                </a:lnTo>
                <a:lnTo>
                  <a:pt x="8" y="182"/>
                </a:lnTo>
                <a:lnTo>
                  <a:pt x="7" y="181"/>
                </a:lnTo>
                <a:lnTo>
                  <a:pt x="8" y="181"/>
                </a:lnTo>
                <a:lnTo>
                  <a:pt x="9" y="180"/>
                </a:lnTo>
                <a:lnTo>
                  <a:pt x="9" y="179"/>
                </a:lnTo>
                <a:lnTo>
                  <a:pt x="10" y="179"/>
                </a:lnTo>
                <a:lnTo>
                  <a:pt x="11" y="178"/>
                </a:lnTo>
                <a:lnTo>
                  <a:pt x="11" y="177"/>
                </a:lnTo>
                <a:lnTo>
                  <a:pt x="11" y="176"/>
                </a:lnTo>
                <a:lnTo>
                  <a:pt x="11" y="175"/>
                </a:lnTo>
                <a:lnTo>
                  <a:pt x="12" y="175"/>
                </a:lnTo>
                <a:lnTo>
                  <a:pt x="13" y="175"/>
                </a:lnTo>
                <a:lnTo>
                  <a:pt x="17" y="176"/>
                </a:lnTo>
                <a:lnTo>
                  <a:pt x="18" y="175"/>
                </a:lnTo>
                <a:lnTo>
                  <a:pt x="19" y="175"/>
                </a:lnTo>
                <a:lnTo>
                  <a:pt x="20" y="175"/>
                </a:lnTo>
                <a:lnTo>
                  <a:pt x="22" y="174"/>
                </a:lnTo>
                <a:lnTo>
                  <a:pt x="23" y="174"/>
                </a:lnTo>
                <a:lnTo>
                  <a:pt x="25" y="173"/>
                </a:lnTo>
                <a:lnTo>
                  <a:pt x="26" y="173"/>
                </a:lnTo>
                <a:lnTo>
                  <a:pt x="26" y="172"/>
                </a:lnTo>
                <a:lnTo>
                  <a:pt x="28" y="171"/>
                </a:lnTo>
                <a:lnTo>
                  <a:pt x="29" y="171"/>
                </a:lnTo>
                <a:lnTo>
                  <a:pt x="29" y="170"/>
                </a:lnTo>
                <a:lnTo>
                  <a:pt x="33" y="167"/>
                </a:lnTo>
                <a:lnTo>
                  <a:pt x="33" y="166"/>
                </a:lnTo>
                <a:lnTo>
                  <a:pt x="35" y="165"/>
                </a:lnTo>
                <a:lnTo>
                  <a:pt x="35" y="164"/>
                </a:lnTo>
                <a:lnTo>
                  <a:pt x="36" y="164"/>
                </a:lnTo>
                <a:lnTo>
                  <a:pt x="36" y="163"/>
                </a:lnTo>
                <a:lnTo>
                  <a:pt x="37" y="162"/>
                </a:lnTo>
                <a:lnTo>
                  <a:pt x="39" y="161"/>
                </a:lnTo>
                <a:lnTo>
                  <a:pt x="40" y="160"/>
                </a:lnTo>
                <a:lnTo>
                  <a:pt x="41" y="160"/>
                </a:lnTo>
                <a:lnTo>
                  <a:pt x="42" y="160"/>
                </a:lnTo>
                <a:lnTo>
                  <a:pt x="43" y="159"/>
                </a:lnTo>
                <a:lnTo>
                  <a:pt x="44" y="159"/>
                </a:lnTo>
                <a:lnTo>
                  <a:pt x="47" y="158"/>
                </a:lnTo>
                <a:lnTo>
                  <a:pt x="48" y="157"/>
                </a:lnTo>
                <a:lnTo>
                  <a:pt x="50" y="156"/>
                </a:lnTo>
                <a:lnTo>
                  <a:pt x="51" y="155"/>
                </a:lnTo>
                <a:lnTo>
                  <a:pt x="53" y="154"/>
                </a:lnTo>
                <a:lnTo>
                  <a:pt x="55" y="151"/>
                </a:lnTo>
                <a:lnTo>
                  <a:pt x="57" y="149"/>
                </a:lnTo>
                <a:lnTo>
                  <a:pt x="60" y="147"/>
                </a:lnTo>
                <a:lnTo>
                  <a:pt x="61" y="147"/>
                </a:lnTo>
                <a:lnTo>
                  <a:pt x="61" y="146"/>
                </a:lnTo>
                <a:lnTo>
                  <a:pt x="62" y="146"/>
                </a:lnTo>
                <a:lnTo>
                  <a:pt x="63" y="146"/>
                </a:lnTo>
                <a:lnTo>
                  <a:pt x="64" y="146"/>
                </a:lnTo>
                <a:lnTo>
                  <a:pt x="65" y="146"/>
                </a:lnTo>
                <a:lnTo>
                  <a:pt x="64" y="146"/>
                </a:lnTo>
                <a:lnTo>
                  <a:pt x="62" y="145"/>
                </a:lnTo>
                <a:lnTo>
                  <a:pt x="62" y="146"/>
                </a:lnTo>
                <a:lnTo>
                  <a:pt x="61" y="146"/>
                </a:lnTo>
                <a:lnTo>
                  <a:pt x="63" y="144"/>
                </a:lnTo>
                <a:lnTo>
                  <a:pt x="64" y="143"/>
                </a:lnTo>
                <a:lnTo>
                  <a:pt x="66" y="142"/>
                </a:lnTo>
                <a:lnTo>
                  <a:pt x="67" y="141"/>
                </a:lnTo>
                <a:lnTo>
                  <a:pt x="69" y="139"/>
                </a:lnTo>
                <a:lnTo>
                  <a:pt x="71" y="137"/>
                </a:lnTo>
                <a:lnTo>
                  <a:pt x="72" y="136"/>
                </a:lnTo>
                <a:lnTo>
                  <a:pt x="72" y="135"/>
                </a:lnTo>
                <a:lnTo>
                  <a:pt x="72" y="134"/>
                </a:lnTo>
                <a:lnTo>
                  <a:pt x="74" y="131"/>
                </a:lnTo>
                <a:lnTo>
                  <a:pt x="75" y="131"/>
                </a:lnTo>
                <a:lnTo>
                  <a:pt x="76" y="130"/>
                </a:lnTo>
                <a:lnTo>
                  <a:pt x="79" y="129"/>
                </a:lnTo>
                <a:lnTo>
                  <a:pt x="80" y="129"/>
                </a:lnTo>
                <a:lnTo>
                  <a:pt x="80" y="128"/>
                </a:lnTo>
                <a:lnTo>
                  <a:pt x="83" y="128"/>
                </a:lnTo>
                <a:lnTo>
                  <a:pt x="84" y="128"/>
                </a:lnTo>
                <a:lnTo>
                  <a:pt x="84" y="127"/>
                </a:lnTo>
                <a:lnTo>
                  <a:pt x="86" y="127"/>
                </a:lnTo>
                <a:lnTo>
                  <a:pt x="88" y="126"/>
                </a:lnTo>
                <a:lnTo>
                  <a:pt x="90" y="125"/>
                </a:lnTo>
                <a:lnTo>
                  <a:pt x="91" y="124"/>
                </a:lnTo>
                <a:lnTo>
                  <a:pt x="93" y="123"/>
                </a:lnTo>
                <a:lnTo>
                  <a:pt x="94" y="123"/>
                </a:lnTo>
                <a:lnTo>
                  <a:pt x="95" y="122"/>
                </a:lnTo>
                <a:lnTo>
                  <a:pt x="97" y="121"/>
                </a:lnTo>
                <a:lnTo>
                  <a:pt x="100" y="119"/>
                </a:lnTo>
                <a:lnTo>
                  <a:pt x="102" y="118"/>
                </a:lnTo>
                <a:lnTo>
                  <a:pt x="103" y="118"/>
                </a:lnTo>
                <a:lnTo>
                  <a:pt x="104" y="118"/>
                </a:lnTo>
                <a:lnTo>
                  <a:pt x="105" y="118"/>
                </a:lnTo>
                <a:lnTo>
                  <a:pt x="108" y="115"/>
                </a:lnTo>
                <a:lnTo>
                  <a:pt x="109" y="114"/>
                </a:lnTo>
                <a:lnTo>
                  <a:pt x="110" y="113"/>
                </a:lnTo>
                <a:lnTo>
                  <a:pt x="111" y="113"/>
                </a:lnTo>
                <a:lnTo>
                  <a:pt x="111" y="112"/>
                </a:lnTo>
                <a:lnTo>
                  <a:pt x="113" y="110"/>
                </a:lnTo>
                <a:lnTo>
                  <a:pt x="114" y="109"/>
                </a:lnTo>
                <a:lnTo>
                  <a:pt x="113" y="108"/>
                </a:lnTo>
                <a:lnTo>
                  <a:pt x="114" y="107"/>
                </a:lnTo>
                <a:lnTo>
                  <a:pt x="114" y="105"/>
                </a:lnTo>
                <a:lnTo>
                  <a:pt x="114" y="103"/>
                </a:lnTo>
                <a:lnTo>
                  <a:pt x="113" y="103"/>
                </a:lnTo>
                <a:lnTo>
                  <a:pt x="113" y="102"/>
                </a:lnTo>
                <a:lnTo>
                  <a:pt x="114" y="102"/>
                </a:lnTo>
                <a:lnTo>
                  <a:pt x="115" y="103"/>
                </a:lnTo>
                <a:lnTo>
                  <a:pt x="116" y="104"/>
                </a:lnTo>
                <a:lnTo>
                  <a:pt x="116" y="103"/>
                </a:lnTo>
                <a:lnTo>
                  <a:pt x="117" y="103"/>
                </a:lnTo>
                <a:lnTo>
                  <a:pt x="117" y="102"/>
                </a:lnTo>
                <a:lnTo>
                  <a:pt x="118" y="102"/>
                </a:lnTo>
                <a:lnTo>
                  <a:pt x="119" y="101"/>
                </a:lnTo>
                <a:lnTo>
                  <a:pt x="120" y="101"/>
                </a:lnTo>
                <a:lnTo>
                  <a:pt x="120" y="102"/>
                </a:lnTo>
                <a:lnTo>
                  <a:pt x="124" y="101"/>
                </a:lnTo>
                <a:lnTo>
                  <a:pt x="126" y="101"/>
                </a:lnTo>
                <a:lnTo>
                  <a:pt x="128" y="102"/>
                </a:lnTo>
                <a:lnTo>
                  <a:pt x="129" y="102"/>
                </a:lnTo>
                <a:lnTo>
                  <a:pt x="129" y="103"/>
                </a:lnTo>
                <a:lnTo>
                  <a:pt x="129" y="104"/>
                </a:lnTo>
                <a:lnTo>
                  <a:pt x="130" y="104"/>
                </a:lnTo>
                <a:lnTo>
                  <a:pt x="130" y="105"/>
                </a:lnTo>
                <a:lnTo>
                  <a:pt x="130" y="104"/>
                </a:lnTo>
                <a:lnTo>
                  <a:pt x="131" y="105"/>
                </a:lnTo>
                <a:lnTo>
                  <a:pt x="131" y="106"/>
                </a:lnTo>
                <a:lnTo>
                  <a:pt x="130" y="106"/>
                </a:lnTo>
                <a:lnTo>
                  <a:pt x="132" y="107"/>
                </a:lnTo>
                <a:lnTo>
                  <a:pt x="132" y="105"/>
                </a:lnTo>
                <a:lnTo>
                  <a:pt x="132" y="103"/>
                </a:lnTo>
                <a:lnTo>
                  <a:pt x="132" y="102"/>
                </a:lnTo>
                <a:lnTo>
                  <a:pt x="131" y="101"/>
                </a:lnTo>
                <a:lnTo>
                  <a:pt x="130" y="100"/>
                </a:lnTo>
                <a:lnTo>
                  <a:pt x="129" y="100"/>
                </a:lnTo>
                <a:lnTo>
                  <a:pt x="128" y="98"/>
                </a:lnTo>
                <a:lnTo>
                  <a:pt x="127" y="99"/>
                </a:lnTo>
                <a:lnTo>
                  <a:pt x="125" y="98"/>
                </a:lnTo>
                <a:lnTo>
                  <a:pt x="125" y="97"/>
                </a:lnTo>
                <a:lnTo>
                  <a:pt x="125" y="96"/>
                </a:lnTo>
                <a:lnTo>
                  <a:pt x="126" y="96"/>
                </a:lnTo>
                <a:lnTo>
                  <a:pt x="129" y="94"/>
                </a:lnTo>
                <a:lnTo>
                  <a:pt x="130" y="94"/>
                </a:lnTo>
                <a:lnTo>
                  <a:pt x="130" y="95"/>
                </a:lnTo>
                <a:lnTo>
                  <a:pt x="131" y="95"/>
                </a:lnTo>
                <a:lnTo>
                  <a:pt x="131" y="96"/>
                </a:lnTo>
                <a:lnTo>
                  <a:pt x="132" y="96"/>
                </a:lnTo>
                <a:lnTo>
                  <a:pt x="132" y="95"/>
                </a:lnTo>
                <a:lnTo>
                  <a:pt x="131" y="94"/>
                </a:lnTo>
                <a:lnTo>
                  <a:pt x="131" y="93"/>
                </a:lnTo>
                <a:lnTo>
                  <a:pt x="132" y="93"/>
                </a:lnTo>
                <a:lnTo>
                  <a:pt x="131" y="92"/>
                </a:lnTo>
                <a:lnTo>
                  <a:pt x="131" y="91"/>
                </a:lnTo>
                <a:lnTo>
                  <a:pt x="132" y="90"/>
                </a:lnTo>
                <a:lnTo>
                  <a:pt x="133" y="90"/>
                </a:lnTo>
                <a:lnTo>
                  <a:pt x="134" y="90"/>
                </a:lnTo>
                <a:lnTo>
                  <a:pt x="135" y="89"/>
                </a:lnTo>
                <a:lnTo>
                  <a:pt x="134" y="89"/>
                </a:lnTo>
                <a:lnTo>
                  <a:pt x="133" y="89"/>
                </a:lnTo>
                <a:lnTo>
                  <a:pt x="132" y="89"/>
                </a:lnTo>
                <a:lnTo>
                  <a:pt x="131" y="89"/>
                </a:lnTo>
                <a:lnTo>
                  <a:pt x="130" y="89"/>
                </a:lnTo>
                <a:lnTo>
                  <a:pt x="129" y="89"/>
                </a:lnTo>
                <a:lnTo>
                  <a:pt x="128" y="89"/>
                </a:lnTo>
                <a:lnTo>
                  <a:pt x="128" y="88"/>
                </a:lnTo>
                <a:lnTo>
                  <a:pt x="128" y="87"/>
                </a:lnTo>
                <a:lnTo>
                  <a:pt x="127" y="87"/>
                </a:lnTo>
                <a:lnTo>
                  <a:pt x="126" y="88"/>
                </a:lnTo>
                <a:lnTo>
                  <a:pt x="125" y="88"/>
                </a:lnTo>
                <a:lnTo>
                  <a:pt x="125" y="89"/>
                </a:lnTo>
                <a:lnTo>
                  <a:pt x="124" y="90"/>
                </a:lnTo>
                <a:lnTo>
                  <a:pt x="124" y="91"/>
                </a:lnTo>
                <a:lnTo>
                  <a:pt x="124" y="92"/>
                </a:lnTo>
                <a:lnTo>
                  <a:pt x="124" y="93"/>
                </a:lnTo>
                <a:lnTo>
                  <a:pt x="124" y="94"/>
                </a:lnTo>
                <a:lnTo>
                  <a:pt x="123" y="93"/>
                </a:lnTo>
                <a:lnTo>
                  <a:pt x="123" y="92"/>
                </a:lnTo>
                <a:lnTo>
                  <a:pt x="123" y="91"/>
                </a:lnTo>
                <a:lnTo>
                  <a:pt x="122" y="91"/>
                </a:lnTo>
                <a:lnTo>
                  <a:pt x="121" y="92"/>
                </a:lnTo>
                <a:lnTo>
                  <a:pt x="121" y="93"/>
                </a:lnTo>
                <a:lnTo>
                  <a:pt x="121" y="94"/>
                </a:lnTo>
                <a:lnTo>
                  <a:pt x="120" y="94"/>
                </a:lnTo>
                <a:lnTo>
                  <a:pt x="119" y="93"/>
                </a:lnTo>
                <a:lnTo>
                  <a:pt x="118" y="94"/>
                </a:lnTo>
                <a:lnTo>
                  <a:pt x="116" y="94"/>
                </a:lnTo>
                <a:lnTo>
                  <a:pt x="116" y="95"/>
                </a:lnTo>
                <a:lnTo>
                  <a:pt x="117" y="95"/>
                </a:lnTo>
                <a:lnTo>
                  <a:pt x="117" y="96"/>
                </a:lnTo>
                <a:lnTo>
                  <a:pt x="116" y="97"/>
                </a:lnTo>
                <a:lnTo>
                  <a:pt x="114" y="97"/>
                </a:lnTo>
                <a:lnTo>
                  <a:pt x="114" y="98"/>
                </a:lnTo>
                <a:lnTo>
                  <a:pt x="114" y="99"/>
                </a:lnTo>
                <a:lnTo>
                  <a:pt x="114" y="100"/>
                </a:lnTo>
                <a:lnTo>
                  <a:pt x="114" y="101"/>
                </a:lnTo>
                <a:lnTo>
                  <a:pt x="113" y="101"/>
                </a:lnTo>
                <a:lnTo>
                  <a:pt x="112" y="101"/>
                </a:lnTo>
                <a:lnTo>
                  <a:pt x="110" y="100"/>
                </a:lnTo>
                <a:lnTo>
                  <a:pt x="109" y="100"/>
                </a:lnTo>
                <a:lnTo>
                  <a:pt x="108" y="100"/>
                </a:lnTo>
                <a:lnTo>
                  <a:pt x="108" y="102"/>
                </a:lnTo>
                <a:lnTo>
                  <a:pt x="107" y="102"/>
                </a:lnTo>
                <a:lnTo>
                  <a:pt x="106" y="102"/>
                </a:lnTo>
                <a:lnTo>
                  <a:pt x="106" y="103"/>
                </a:lnTo>
                <a:lnTo>
                  <a:pt x="105" y="103"/>
                </a:lnTo>
                <a:lnTo>
                  <a:pt x="105" y="104"/>
                </a:lnTo>
                <a:lnTo>
                  <a:pt x="104" y="103"/>
                </a:lnTo>
                <a:lnTo>
                  <a:pt x="103" y="103"/>
                </a:lnTo>
                <a:lnTo>
                  <a:pt x="103" y="105"/>
                </a:lnTo>
                <a:lnTo>
                  <a:pt x="102" y="105"/>
                </a:lnTo>
                <a:lnTo>
                  <a:pt x="101" y="102"/>
                </a:lnTo>
                <a:lnTo>
                  <a:pt x="103" y="102"/>
                </a:lnTo>
                <a:lnTo>
                  <a:pt x="104" y="101"/>
                </a:lnTo>
                <a:lnTo>
                  <a:pt x="105" y="101"/>
                </a:lnTo>
                <a:lnTo>
                  <a:pt x="105" y="100"/>
                </a:lnTo>
                <a:lnTo>
                  <a:pt x="106" y="100"/>
                </a:lnTo>
                <a:lnTo>
                  <a:pt x="107" y="99"/>
                </a:lnTo>
                <a:lnTo>
                  <a:pt x="106" y="98"/>
                </a:lnTo>
                <a:lnTo>
                  <a:pt x="105" y="96"/>
                </a:lnTo>
                <a:lnTo>
                  <a:pt x="105" y="95"/>
                </a:lnTo>
                <a:lnTo>
                  <a:pt x="104" y="94"/>
                </a:lnTo>
                <a:lnTo>
                  <a:pt x="103" y="93"/>
                </a:lnTo>
                <a:lnTo>
                  <a:pt x="104" y="93"/>
                </a:lnTo>
                <a:lnTo>
                  <a:pt x="104" y="92"/>
                </a:lnTo>
                <a:lnTo>
                  <a:pt x="102" y="91"/>
                </a:lnTo>
                <a:lnTo>
                  <a:pt x="102" y="89"/>
                </a:lnTo>
                <a:lnTo>
                  <a:pt x="102" y="88"/>
                </a:lnTo>
                <a:lnTo>
                  <a:pt x="103" y="87"/>
                </a:lnTo>
                <a:lnTo>
                  <a:pt x="105" y="84"/>
                </a:lnTo>
                <a:lnTo>
                  <a:pt x="106" y="82"/>
                </a:lnTo>
                <a:lnTo>
                  <a:pt x="108" y="81"/>
                </a:lnTo>
                <a:lnTo>
                  <a:pt x="110" y="80"/>
                </a:lnTo>
                <a:lnTo>
                  <a:pt x="112" y="82"/>
                </a:lnTo>
                <a:lnTo>
                  <a:pt x="112" y="81"/>
                </a:lnTo>
                <a:lnTo>
                  <a:pt x="111" y="81"/>
                </a:lnTo>
                <a:lnTo>
                  <a:pt x="112" y="81"/>
                </a:lnTo>
                <a:lnTo>
                  <a:pt x="112" y="80"/>
                </a:lnTo>
                <a:lnTo>
                  <a:pt x="112" y="79"/>
                </a:lnTo>
                <a:lnTo>
                  <a:pt x="112" y="78"/>
                </a:lnTo>
                <a:lnTo>
                  <a:pt x="113" y="78"/>
                </a:lnTo>
                <a:lnTo>
                  <a:pt x="113" y="77"/>
                </a:lnTo>
                <a:lnTo>
                  <a:pt x="114" y="77"/>
                </a:lnTo>
                <a:lnTo>
                  <a:pt x="114" y="76"/>
                </a:lnTo>
                <a:lnTo>
                  <a:pt x="113" y="76"/>
                </a:lnTo>
                <a:lnTo>
                  <a:pt x="114" y="75"/>
                </a:lnTo>
                <a:lnTo>
                  <a:pt x="115" y="75"/>
                </a:lnTo>
                <a:lnTo>
                  <a:pt x="115" y="74"/>
                </a:lnTo>
                <a:lnTo>
                  <a:pt x="116" y="74"/>
                </a:lnTo>
                <a:lnTo>
                  <a:pt x="116" y="75"/>
                </a:lnTo>
                <a:lnTo>
                  <a:pt x="115" y="77"/>
                </a:lnTo>
                <a:lnTo>
                  <a:pt x="116" y="77"/>
                </a:lnTo>
                <a:lnTo>
                  <a:pt x="118" y="77"/>
                </a:lnTo>
                <a:lnTo>
                  <a:pt x="118" y="76"/>
                </a:lnTo>
                <a:lnTo>
                  <a:pt x="117" y="76"/>
                </a:lnTo>
                <a:lnTo>
                  <a:pt x="116" y="76"/>
                </a:lnTo>
                <a:lnTo>
                  <a:pt x="116" y="75"/>
                </a:lnTo>
                <a:lnTo>
                  <a:pt x="117" y="75"/>
                </a:lnTo>
                <a:lnTo>
                  <a:pt x="118" y="75"/>
                </a:lnTo>
                <a:lnTo>
                  <a:pt x="119" y="75"/>
                </a:lnTo>
                <a:lnTo>
                  <a:pt x="119" y="74"/>
                </a:lnTo>
                <a:lnTo>
                  <a:pt x="120" y="74"/>
                </a:lnTo>
                <a:lnTo>
                  <a:pt x="121" y="73"/>
                </a:lnTo>
                <a:lnTo>
                  <a:pt x="121" y="72"/>
                </a:lnTo>
                <a:lnTo>
                  <a:pt x="121" y="71"/>
                </a:lnTo>
                <a:lnTo>
                  <a:pt x="121" y="70"/>
                </a:lnTo>
                <a:lnTo>
                  <a:pt x="122" y="69"/>
                </a:lnTo>
                <a:lnTo>
                  <a:pt x="122" y="68"/>
                </a:lnTo>
                <a:lnTo>
                  <a:pt x="121" y="68"/>
                </a:lnTo>
                <a:lnTo>
                  <a:pt x="121" y="67"/>
                </a:lnTo>
                <a:lnTo>
                  <a:pt x="121" y="66"/>
                </a:lnTo>
                <a:lnTo>
                  <a:pt x="122" y="66"/>
                </a:lnTo>
                <a:lnTo>
                  <a:pt x="125" y="66"/>
                </a:lnTo>
                <a:lnTo>
                  <a:pt x="126" y="66"/>
                </a:lnTo>
                <a:lnTo>
                  <a:pt x="126" y="67"/>
                </a:lnTo>
                <a:lnTo>
                  <a:pt x="127" y="67"/>
                </a:lnTo>
                <a:lnTo>
                  <a:pt x="127" y="66"/>
                </a:lnTo>
                <a:lnTo>
                  <a:pt x="127" y="65"/>
                </a:lnTo>
                <a:lnTo>
                  <a:pt x="127" y="63"/>
                </a:lnTo>
                <a:lnTo>
                  <a:pt x="129" y="62"/>
                </a:lnTo>
                <a:lnTo>
                  <a:pt x="130" y="62"/>
                </a:lnTo>
                <a:lnTo>
                  <a:pt x="131" y="63"/>
                </a:lnTo>
                <a:lnTo>
                  <a:pt x="132" y="62"/>
                </a:lnTo>
                <a:lnTo>
                  <a:pt x="133" y="62"/>
                </a:lnTo>
                <a:lnTo>
                  <a:pt x="134" y="64"/>
                </a:lnTo>
                <a:lnTo>
                  <a:pt x="134" y="65"/>
                </a:lnTo>
                <a:lnTo>
                  <a:pt x="133" y="65"/>
                </a:lnTo>
                <a:lnTo>
                  <a:pt x="132" y="66"/>
                </a:lnTo>
                <a:lnTo>
                  <a:pt x="132" y="67"/>
                </a:lnTo>
                <a:lnTo>
                  <a:pt x="133" y="68"/>
                </a:lnTo>
                <a:lnTo>
                  <a:pt x="134" y="69"/>
                </a:lnTo>
                <a:lnTo>
                  <a:pt x="135" y="69"/>
                </a:lnTo>
                <a:lnTo>
                  <a:pt x="137" y="68"/>
                </a:lnTo>
                <a:lnTo>
                  <a:pt x="138" y="68"/>
                </a:lnTo>
                <a:lnTo>
                  <a:pt x="141" y="67"/>
                </a:lnTo>
                <a:lnTo>
                  <a:pt x="141" y="66"/>
                </a:lnTo>
                <a:lnTo>
                  <a:pt x="141" y="67"/>
                </a:lnTo>
                <a:lnTo>
                  <a:pt x="142" y="67"/>
                </a:lnTo>
                <a:lnTo>
                  <a:pt x="144" y="67"/>
                </a:lnTo>
                <a:lnTo>
                  <a:pt x="144" y="68"/>
                </a:lnTo>
                <a:lnTo>
                  <a:pt x="145" y="69"/>
                </a:lnTo>
                <a:lnTo>
                  <a:pt x="145" y="70"/>
                </a:lnTo>
                <a:lnTo>
                  <a:pt x="145" y="69"/>
                </a:lnTo>
                <a:lnTo>
                  <a:pt x="145" y="68"/>
                </a:lnTo>
                <a:lnTo>
                  <a:pt x="144" y="68"/>
                </a:lnTo>
                <a:lnTo>
                  <a:pt x="144" y="67"/>
                </a:lnTo>
                <a:lnTo>
                  <a:pt x="145" y="67"/>
                </a:lnTo>
                <a:lnTo>
                  <a:pt x="146" y="67"/>
                </a:lnTo>
                <a:lnTo>
                  <a:pt x="146" y="68"/>
                </a:lnTo>
                <a:lnTo>
                  <a:pt x="147" y="68"/>
                </a:lnTo>
                <a:lnTo>
                  <a:pt x="147" y="69"/>
                </a:lnTo>
                <a:lnTo>
                  <a:pt x="148" y="70"/>
                </a:lnTo>
                <a:lnTo>
                  <a:pt x="149" y="71"/>
                </a:lnTo>
                <a:lnTo>
                  <a:pt x="150" y="72"/>
                </a:lnTo>
                <a:lnTo>
                  <a:pt x="151" y="73"/>
                </a:lnTo>
                <a:lnTo>
                  <a:pt x="152" y="73"/>
                </a:lnTo>
                <a:lnTo>
                  <a:pt x="153" y="73"/>
                </a:lnTo>
                <a:lnTo>
                  <a:pt x="152" y="74"/>
                </a:lnTo>
                <a:lnTo>
                  <a:pt x="152" y="75"/>
                </a:lnTo>
                <a:lnTo>
                  <a:pt x="154" y="74"/>
                </a:lnTo>
                <a:lnTo>
                  <a:pt x="154" y="75"/>
                </a:lnTo>
                <a:lnTo>
                  <a:pt x="154" y="74"/>
                </a:lnTo>
                <a:lnTo>
                  <a:pt x="153" y="74"/>
                </a:lnTo>
                <a:lnTo>
                  <a:pt x="153" y="73"/>
                </a:lnTo>
                <a:lnTo>
                  <a:pt x="154" y="73"/>
                </a:lnTo>
                <a:lnTo>
                  <a:pt x="155" y="73"/>
                </a:lnTo>
                <a:lnTo>
                  <a:pt x="156" y="72"/>
                </a:lnTo>
                <a:lnTo>
                  <a:pt x="156" y="71"/>
                </a:lnTo>
                <a:lnTo>
                  <a:pt x="157" y="70"/>
                </a:lnTo>
                <a:lnTo>
                  <a:pt x="157" y="69"/>
                </a:lnTo>
                <a:lnTo>
                  <a:pt x="158" y="70"/>
                </a:lnTo>
                <a:lnTo>
                  <a:pt x="158" y="71"/>
                </a:lnTo>
                <a:lnTo>
                  <a:pt x="158" y="72"/>
                </a:lnTo>
                <a:lnTo>
                  <a:pt x="159" y="72"/>
                </a:lnTo>
                <a:lnTo>
                  <a:pt x="160" y="72"/>
                </a:lnTo>
                <a:lnTo>
                  <a:pt x="159" y="71"/>
                </a:lnTo>
                <a:lnTo>
                  <a:pt x="159" y="70"/>
                </a:lnTo>
                <a:lnTo>
                  <a:pt x="161" y="70"/>
                </a:lnTo>
                <a:lnTo>
                  <a:pt x="161" y="71"/>
                </a:lnTo>
                <a:lnTo>
                  <a:pt x="162" y="72"/>
                </a:lnTo>
                <a:lnTo>
                  <a:pt x="162" y="73"/>
                </a:lnTo>
                <a:lnTo>
                  <a:pt x="163" y="74"/>
                </a:lnTo>
                <a:lnTo>
                  <a:pt x="164" y="76"/>
                </a:lnTo>
                <a:lnTo>
                  <a:pt x="164" y="77"/>
                </a:lnTo>
                <a:lnTo>
                  <a:pt x="163" y="78"/>
                </a:lnTo>
                <a:lnTo>
                  <a:pt x="163" y="79"/>
                </a:lnTo>
                <a:lnTo>
                  <a:pt x="164" y="79"/>
                </a:lnTo>
                <a:lnTo>
                  <a:pt x="165" y="79"/>
                </a:lnTo>
                <a:lnTo>
                  <a:pt x="165" y="77"/>
                </a:lnTo>
                <a:lnTo>
                  <a:pt x="165" y="76"/>
                </a:lnTo>
                <a:lnTo>
                  <a:pt x="166" y="76"/>
                </a:lnTo>
                <a:lnTo>
                  <a:pt x="167" y="76"/>
                </a:lnTo>
                <a:lnTo>
                  <a:pt x="168" y="75"/>
                </a:lnTo>
                <a:lnTo>
                  <a:pt x="171" y="75"/>
                </a:lnTo>
                <a:lnTo>
                  <a:pt x="172" y="74"/>
                </a:lnTo>
                <a:lnTo>
                  <a:pt x="173" y="74"/>
                </a:lnTo>
                <a:lnTo>
                  <a:pt x="173" y="73"/>
                </a:lnTo>
                <a:lnTo>
                  <a:pt x="174" y="73"/>
                </a:lnTo>
                <a:lnTo>
                  <a:pt x="175" y="71"/>
                </a:lnTo>
                <a:lnTo>
                  <a:pt x="175" y="70"/>
                </a:lnTo>
                <a:lnTo>
                  <a:pt x="176" y="70"/>
                </a:lnTo>
                <a:lnTo>
                  <a:pt x="176" y="71"/>
                </a:lnTo>
                <a:lnTo>
                  <a:pt x="175" y="73"/>
                </a:lnTo>
                <a:lnTo>
                  <a:pt x="176" y="74"/>
                </a:lnTo>
                <a:lnTo>
                  <a:pt x="174" y="75"/>
                </a:lnTo>
                <a:lnTo>
                  <a:pt x="172" y="77"/>
                </a:lnTo>
                <a:lnTo>
                  <a:pt x="173" y="77"/>
                </a:lnTo>
                <a:lnTo>
                  <a:pt x="173" y="76"/>
                </a:lnTo>
                <a:lnTo>
                  <a:pt x="174" y="76"/>
                </a:lnTo>
                <a:lnTo>
                  <a:pt x="175" y="76"/>
                </a:lnTo>
                <a:lnTo>
                  <a:pt x="175" y="77"/>
                </a:lnTo>
                <a:lnTo>
                  <a:pt x="176" y="76"/>
                </a:lnTo>
                <a:lnTo>
                  <a:pt x="177" y="75"/>
                </a:lnTo>
                <a:lnTo>
                  <a:pt x="177" y="74"/>
                </a:lnTo>
                <a:lnTo>
                  <a:pt x="178" y="73"/>
                </a:lnTo>
                <a:lnTo>
                  <a:pt x="179" y="72"/>
                </a:lnTo>
                <a:lnTo>
                  <a:pt x="180" y="72"/>
                </a:lnTo>
                <a:lnTo>
                  <a:pt x="181" y="73"/>
                </a:lnTo>
                <a:lnTo>
                  <a:pt x="181" y="74"/>
                </a:lnTo>
                <a:lnTo>
                  <a:pt x="182" y="74"/>
                </a:lnTo>
                <a:lnTo>
                  <a:pt x="182" y="73"/>
                </a:lnTo>
                <a:lnTo>
                  <a:pt x="182" y="72"/>
                </a:lnTo>
                <a:lnTo>
                  <a:pt x="183" y="72"/>
                </a:lnTo>
                <a:lnTo>
                  <a:pt x="184" y="72"/>
                </a:lnTo>
                <a:lnTo>
                  <a:pt x="183" y="71"/>
                </a:lnTo>
                <a:lnTo>
                  <a:pt x="182" y="71"/>
                </a:lnTo>
                <a:lnTo>
                  <a:pt x="181" y="71"/>
                </a:lnTo>
                <a:lnTo>
                  <a:pt x="180" y="71"/>
                </a:lnTo>
                <a:lnTo>
                  <a:pt x="178" y="71"/>
                </a:lnTo>
                <a:lnTo>
                  <a:pt x="177" y="70"/>
                </a:lnTo>
                <a:lnTo>
                  <a:pt x="176" y="69"/>
                </a:lnTo>
                <a:lnTo>
                  <a:pt x="175" y="69"/>
                </a:lnTo>
                <a:lnTo>
                  <a:pt x="174" y="69"/>
                </a:lnTo>
                <a:lnTo>
                  <a:pt x="174" y="70"/>
                </a:lnTo>
                <a:lnTo>
                  <a:pt x="173" y="69"/>
                </a:lnTo>
                <a:lnTo>
                  <a:pt x="172" y="69"/>
                </a:lnTo>
                <a:lnTo>
                  <a:pt x="172" y="68"/>
                </a:lnTo>
                <a:lnTo>
                  <a:pt x="172" y="67"/>
                </a:lnTo>
                <a:lnTo>
                  <a:pt x="173" y="66"/>
                </a:lnTo>
                <a:lnTo>
                  <a:pt x="173" y="65"/>
                </a:lnTo>
                <a:lnTo>
                  <a:pt x="172" y="64"/>
                </a:lnTo>
                <a:lnTo>
                  <a:pt x="171" y="64"/>
                </a:lnTo>
                <a:lnTo>
                  <a:pt x="172" y="63"/>
                </a:lnTo>
                <a:lnTo>
                  <a:pt x="172" y="62"/>
                </a:lnTo>
                <a:lnTo>
                  <a:pt x="173" y="61"/>
                </a:lnTo>
                <a:lnTo>
                  <a:pt x="176" y="61"/>
                </a:lnTo>
                <a:lnTo>
                  <a:pt x="177" y="61"/>
                </a:lnTo>
                <a:lnTo>
                  <a:pt x="178" y="61"/>
                </a:lnTo>
                <a:lnTo>
                  <a:pt x="179" y="61"/>
                </a:lnTo>
                <a:lnTo>
                  <a:pt x="180" y="62"/>
                </a:lnTo>
                <a:lnTo>
                  <a:pt x="181" y="62"/>
                </a:lnTo>
                <a:lnTo>
                  <a:pt x="180" y="62"/>
                </a:lnTo>
                <a:lnTo>
                  <a:pt x="179" y="61"/>
                </a:lnTo>
                <a:lnTo>
                  <a:pt x="180" y="61"/>
                </a:lnTo>
                <a:lnTo>
                  <a:pt x="180" y="60"/>
                </a:lnTo>
                <a:lnTo>
                  <a:pt x="179" y="60"/>
                </a:lnTo>
                <a:lnTo>
                  <a:pt x="178" y="59"/>
                </a:lnTo>
                <a:lnTo>
                  <a:pt x="177" y="60"/>
                </a:lnTo>
                <a:lnTo>
                  <a:pt x="176" y="60"/>
                </a:lnTo>
                <a:lnTo>
                  <a:pt x="175" y="60"/>
                </a:lnTo>
                <a:lnTo>
                  <a:pt x="174" y="60"/>
                </a:lnTo>
                <a:lnTo>
                  <a:pt x="174" y="59"/>
                </a:lnTo>
                <a:lnTo>
                  <a:pt x="174" y="57"/>
                </a:lnTo>
                <a:lnTo>
                  <a:pt x="174" y="56"/>
                </a:lnTo>
                <a:lnTo>
                  <a:pt x="175" y="54"/>
                </a:lnTo>
                <a:lnTo>
                  <a:pt x="176" y="54"/>
                </a:lnTo>
                <a:lnTo>
                  <a:pt x="177" y="54"/>
                </a:lnTo>
                <a:lnTo>
                  <a:pt x="178" y="54"/>
                </a:lnTo>
                <a:lnTo>
                  <a:pt x="178" y="53"/>
                </a:lnTo>
                <a:lnTo>
                  <a:pt x="179" y="53"/>
                </a:lnTo>
                <a:lnTo>
                  <a:pt x="179" y="52"/>
                </a:lnTo>
                <a:lnTo>
                  <a:pt x="180" y="52"/>
                </a:lnTo>
                <a:lnTo>
                  <a:pt x="180" y="51"/>
                </a:lnTo>
                <a:lnTo>
                  <a:pt x="181" y="51"/>
                </a:lnTo>
                <a:lnTo>
                  <a:pt x="181" y="50"/>
                </a:lnTo>
                <a:lnTo>
                  <a:pt x="181" y="49"/>
                </a:lnTo>
                <a:lnTo>
                  <a:pt x="182" y="49"/>
                </a:lnTo>
                <a:lnTo>
                  <a:pt x="182" y="48"/>
                </a:lnTo>
                <a:lnTo>
                  <a:pt x="183" y="47"/>
                </a:lnTo>
                <a:lnTo>
                  <a:pt x="185" y="46"/>
                </a:lnTo>
                <a:lnTo>
                  <a:pt x="186" y="45"/>
                </a:lnTo>
                <a:lnTo>
                  <a:pt x="189" y="45"/>
                </a:lnTo>
                <a:lnTo>
                  <a:pt x="189" y="44"/>
                </a:lnTo>
                <a:lnTo>
                  <a:pt x="190" y="44"/>
                </a:lnTo>
                <a:lnTo>
                  <a:pt x="193" y="44"/>
                </a:lnTo>
                <a:lnTo>
                  <a:pt x="194" y="44"/>
                </a:lnTo>
                <a:lnTo>
                  <a:pt x="196" y="44"/>
                </a:lnTo>
                <a:lnTo>
                  <a:pt x="197" y="43"/>
                </a:lnTo>
                <a:lnTo>
                  <a:pt x="199" y="42"/>
                </a:lnTo>
                <a:lnTo>
                  <a:pt x="200" y="42"/>
                </a:lnTo>
                <a:lnTo>
                  <a:pt x="201" y="42"/>
                </a:lnTo>
                <a:lnTo>
                  <a:pt x="201" y="41"/>
                </a:lnTo>
                <a:lnTo>
                  <a:pt x="203" y="41"/>
                </a:lnTo>
                <a:lnTo>
                  <a:pt x="202" y="41"/>
                </a:lnTo>
                <a:lnTo>
                  <a:pt x="203" y="41"/>
                </a:lnTo>
                <a:lnTo>
                  <a:pt x="204" y="41"/>
                </a:lnTo>
                <a:lnTo>
                  <a:pt x="205" y="41"/>
                </a:lnTo>
                <a:lnTo>
                  <a:pt x="206" y="41"/>
                </a:lnTo>
                <a:lnTo>
                  <a:pt x="207" y="41"/>
                </a:lnTo>
                <a:lnTo>
                  <a:pt x="208" y="40"/>
                </a:lnTo>
                <a:lnTo>
                  <a:pt x="208" y="39"/>
                </a:lnTo>
                <a:lnTo>
                  <a:pt x="209" y="40"/>
                </a:lnTo>
                <a:lnTo>
                  <a:pt x="210" y="41"/>
                </a:lnTo>
                <a:lnTo>
                  <a:pt x="211" y="41"/>
                </a:lnTo>
                <a:lnTo>
                  <a:pt x="211" y="42"/>
                </a:lnTo>
                <a:lnTo>
                  <a:pt x="212" y="42"/>
                </a:lnTo>
                <a:lnTo>
                  <a:pt x="213" y="43"/>
                </a:lnTo>
                <a:lnTo>
                  <a:pt x="213" y="44"/>
                </a:lnTo>
                <a:lnTo>
                  <a:pt x="212" y="44"/>
                </a:lnTo>
                <a:lnTo>
                  <a:pt x="212" y="45"/>
                </a:lnTo>
                <a:lnTo>
                  <a:pt x="212" y="46"/>
                </a:lnTo>
                <a:lnTo>
                  <a:pt x="213" y="47"/>
                </a:lnTo>
                <a:lnTo>
                  <a:pt x="213" y="45"/>
                </a:lnTo>
                <a:lnTo>
                  <a:pt x="213" y="44"/>
                </a:lnTo>
                <a:lnTo>
                  <a:pt x="214" y="44"/>
                </a:lnTo>
                <a:lnTo>
                  <a:pt x="215" y="45"/>
                </a:lnTo>
                <a:lnTo>
                  <a:pt x="215" y="46"/>
                </a:lnTo>
                <a:lnTo>
                  <a:pt x="216" y="46"/>
                </a:lnTo>
                <a:lnTo>
                  <a:pt x="218" y="48"/>
                </a:lnTo>
                <a:lnTo>
                  <a:pt x="219" y="48"/>
                </a:lnTo>
                <a:lnTo>
                  <a:pt x="220" y="49"/>
                </a:lnTo>
                <a:lnTo>
                  <a:pt x="223" y="48"/>
                </a:lnTo>
                <a:lnTo>
                  <a:pt x="224" y="48"/>
                </a:lnTo>
                <a:lnTo>
                  <a:pt x="225" y="48"/>
                </a:lnTo>
                <a:lnTo>
                  <a:pt x="226" y="48"/>
                </a:lnTo>
                <a:lnTo>
                  <a:pt x="227" y="48"/>
                </a:lnTo>
                <a:lnTo>
                  <a:pt x="227" y="49"/>
                </a:lnTo>
                <a:lnTo>
                  <a:pt x="226" y="50"/>
                </a:lnTo>
                <a:lnTo>
                  <a:pt x="227" y="51"/>
                </a:lnTo>
                <a:lnTo>
                  <a:pt x="227" y="52"/>
                </a:lnTo>
                <a:lnTo>
                  <a:pt x="227" y="53"/>
                </a:lnTo>
                <a:lnTo>
                  <a:pt x="228" y="54"/>
                </a:lnTo>
                <a:lnTo>
                  <a:pt x="230" y="52"/>
                </a:lnTo>
                <a:lnTo>
                  <a:pt x="230" y="51"/>
                </a:lnTo>
                <a:lnTo>
                  <a:pt x="231" y="50"/>
                </a:lnTo>
                <a:lnTo>
                  <a:pt x="231" y="49"/>
                </a:lnTo>
                <a:lnTo>
                  <a:pt x="230" y="49"/>
                </a:lnTo>
                <a:lnTo>
                  <a:pt x="230" y="48"/>
                </a:lnTo>
                <a:lnTo>
                  <a:pt x="230" y="47"/>
                </a:lnTo>
                <a:lnTo>
                  <a:pt x="230" y="46"/>
                </a:lnTo>
                <a:lnTo>
                  <a:pt x="230" y="45"/>
                </a:lnTo>
                <a:lnTo>
                  <a:pt x="229" y="45"/>
                </a:lnTo>
                <a:lnTo>
                  <a:pt x="229" y="44"/>
                </a:lnTo>
                <a:lnTo>
                  <a:pt x="232" y="44"/>
                </a:lnTo>
                <a:lnTo>
                  <a:pt x="233" y="45"/>
                </a:lnTo>
                <a:lnTo>
                  <a:pt x="234" y="46"/>
                </a:lnTo>
                <a:lnTo>
                  <a:pt x="233" y="47"/>
                </a:lnTo>
                <a:lnTo>
                  <a:pt x="234" y="50"/>
                </a:lnTo>
                <a:lnTo>
                  <a:pt x="234" y="51"/>
                </a:lnTo>
                <a:lnTo>
                  <a:pt x="236" y="52"/>
                </a:lnTo>
                <a:lnTo>
                  <a:pt x="235" y="53"/>
                </a:lnTo>
                <a:lnTo>
                  <a:pt x="234" y="53"/>
                </a:lnTo>
                <a:lnTo>
                  <a:pt x="233" y="54"/>
                </a:lnTo>
                <a:lnTo>
                  <a:pt x="233" y="55"/>
                </a:lnTo>
                <a:lnTo>
                  <a:pt x="234" y="55"/>
                </a:lnTo>
                <a:lnTo>
                  <a:pt x="234" y="56"/>
                </a:lnTo>
                <a:lnTo>
                  <a:pt x="234" y="57"/>
                </a:lnTo>
                <a:lnTo>
                  <a:pt x="234" y="58"/>
                </a:lnTo>
                <a:lnTo>
                  <a:pt x="234" y="57"/>
                </a:lnTo>
                <a:lnTo>
                  <a:pt x="235" y="57"/>
                </a:lnTo>
                <a:lnTo>
                  <a:pt x="235" y="58"/>
                </a:lnTo>
                <a:lnTo>
                  <a:pt x="236" y="59"/>
                </a:lnTo>
                <a:lnTo>
                  <a:pt x="236" y="58"/>
                </a:lnTo>
                <a:lnTo>
                  <a:pt x="235" y="56"/>
                </a:lnTo>
                <a:lnTo>
                  <a:pt x="234" y="56"/>
                </a:lnTo>
                <a:lnTo>
                  <a:pt x="234" y="55"/>
                </a:lnTo>
                <a:lnTo>
                  <a:pt x="235" y="53"/>
                </a:lnTo>
                <a:lnTo>
                  <a:pt x="236" y="53"/>
                </a:lnTo>
                <a:lnTo>
                  <a:pt x="239" y="53"/>
                </a:lnTo>
                <a:lnTo>
                  <a:pt x="240" y="53"/>
                </a:lnTo>
                <a:lnTo>
                  <a:pt x="240" y="52"/>
                </a:lnTo>
                <a:lnTo>
                  <a:pt x="239" y="52"/>
                </a:lnTo>
                <a:lnTo>
                  <a:pt x="240" y="51"/>
                </a:lnTo>
                <a:lnTo>
                  <a:pt x="241" y="50"/>
                </a:lnTo>
                <a:lnTo>
                  <a:pt x="242" y="49"/>
                </a:lnTo>
                <a:lnTo>
                  <a:pt x="241" y="48"/>
                </a:lnTo>
                <a:lnTo>
                  <a:pt x="241" y="47"/>
                </a:lnTo>
                <a:lnTo>
                  <a:pt x="242" y="47"/>
                </a:lnTo>
                <a:lnTo>
                  <a:pt x="243" y="47"/>
                </a:lnTo>
                <a:lnTo>
                  <a:pt x="243" y="46"/>
                </a:lnTo>
                <a:lnTo>
                  <a:pt x="244" y="45"/>
                </a:lnTo>
                <a:lnTo>
                  <a:pt x="244" y="44"/>
                </a:lnTo>
                <a:lnTo>
                  <a:pt x="243" y="44"/>
                </a:lnTo>
                <a:lnTo>
                  <a:pt x="242" y="44"/>
                </a:lnTo>
                <a:lnTo>
                  <a:pt x="242" y="43"/>
                </a:lnTo>
                <a:lnTo>
                  <a:pt x="241" y="42"/>
                </a:lnTo>
                <a:lnTo>
                  <a:pt x="242" y="42"/>
                </a:lnTo>
                <a:lnTo>
                  <a:pt x="243" y="42"/>
                </a:lnTo>
                <a:lnTo>
                  <a:pt x="244" y="43"/>
                </a:lnTo>
                <a:lnTo>
                  <a:pt x="245" y="43"/>
                </a:lnTo>
                <a:lnTo>
                  <a:pt x="246" y="43"/>
                </a:lnTo>
                <a:lnTo>
                  <a:pt x="247" y="43"/>
                </a:lnTo>
                <a:lnTo>
                  <a:pt x="248" y="43"/>
                </a:lnTo>
                <a:lnTo>
                  <a:pt x="249" y="43"/>
                </a:lnTo>
                <a:lnTo>
                  <a:pt x="251" y="43"/>
                </a:lnTo>
                <a:lnTo>
                  <a:pt x="252" y="42"/>
                </a:lnTo>
                <a:lnTo>
                  <a:pt x="254" y="41"/>
                </a:lnTo>
                <a:lnTo>
                  <a:pt x="255" y="42"/>
                </a:lnTo>
                <a:lnTo>
                  <a:pt x="255" y="43"/>
                </a:lnTo>
                <a:lnTo>
                  <a:pt x="256" y="44"/>
                </a:lnTo>
                <a:lnTo>
                  <a:pt x="256" y="45"/>
                </a:lnTo>
                <a:lnTo>
                  <a:pt x="256" y="46"/>
                </a:lnTo>
                <a:lnTo>
                  <a:pt x="257" y="46"/>
                </a:lnTo>
                <a:lnTo>
                  <a:pt x="258" y="48"/>
                </a:lnTo>
                <a:lnTo>
                  <a:pt x="259" y="49"/>
                </a:lnTo>
                <a:lnTo>
                  <a:pt x="261" y="50"/>
                </a:lnTo>
                <a:lnTo>
                  <a:pt x="263" y="51"/>
                </a:lnTo>
                <a:lnTo>
                  <a:pt x="264" y="51"/>
                </a:lnTo>
                <a:lnTo>
                  <a:pt x="265" y="51"/>
                </a:lnTo>
                <a:lnTo>
                  <a:pt x="267" y="51"/>
                </a:lnTo>
                <a:lnTo>
                  <a:pt x="269" y="50"/>
                </a:lnTo>
                <a:lnTo>
                  <a:pt x="269" y="49"/>
                </a:lnTo>
                <a:lnTo>
                  <a:pt x="270" y="50"/>
                </a:lnTo>
                <a:lnTo>
                  <a:pt x="268" y="51"/>
                </a:lnTo>
                <a:lnTo>
                  <a:pt x="267" y="52"/>
                </a:lnTo>
                <a:lnTo>
                  <a:pt x="266" y="52"/>
                </a:lnTo>
                <a:lnTo>
                  <a:pt x="264" y="51"/>
                </a:lnTo>
                <a:lnTo>
                  <a:pt x="263" y="52"/>
                </a:lnTo>
                <a:lnTo>
                  <a:pt x="262" y="53"/>
                </a:lnTo>
                <a:lnTo>
                  <a:pt x="261" y="55"/>
                </a:lnTo>
                <a:lnTo>
                  <a:pt x="260" y="55"/>
                </a:lnTo>
                <a:lnTo>
                  <a:pt x="259" y="55"/>
                </a:lnTo>
                <a:lnTo>
                  <a:pt x="258" y="56"/>
                </a:lnTo>
                <a:lnTo>
                  <a:pt x="259" y="57"/>
                </a:lnTo>
                <a:lnTo>
                  <a:pt x="261" y="58"/>
                </a:lnTo>
                <a:lnTo>
                  <a:pt x="262" y="57"/>
                </a:lnTo>
                <a:lnTo>
                  <a:pt x="263" y="57"/>
                </a:lnTo>
                <a:lnTo>
                  <a:pt x="264" y="58"/>
                </a:lnTo>
                <a:lnTo>
                  <a:pt x="265" y="58"/>
                </a:lnTo>
                <a:lnTo>
                  <a:pt x="265" y="60"/>
                </a:lnTo>
                <a:lnTo>
                  <a:pt x="265" y="59"/>
                </a:lnTo>
                <a:lnTo>
                  <a:pt x="265" y="58"/>
                </a:lnTo>
                <a:lnTo>
                  <a:pt x="264" y="56"/>
                </a:lnTo>
                <a:lnTo>
                  <a:pt x="265" y="56"/>
                </a:lnTo>
                <a:lnTo>
                  <a:pt x="266" y="56"/>
                </a:lnTo>
                <a:lnTo>
                  <a:pt x="267" y="56"/>
                </a:lnTo>
                <a:lnTo>
                  <a:pt x="267" y="57"/>
                </a:lnTo>
                <a:lnTo>
                  <a:pt x="267" y="58"/>
                </a:lnTo>
                <a:lnTo>
                  <a:pt x="267" y="57"/>
                </a:lnTo>
                <a:lnTo>
                  <a:pt x="268" y="56"/>
                </a:lnTo>
                <a:lnTo>
                  <a:pt x="268" y="55"/>
                </a:lnTo>
                <a:lnTo>
                  <a:pt x="267" y="55"/>
                </a:lnTo>
                <a:lnTo>
                  <a:pt x="266" y="55"/>
                </a:lnTo>
                <a:lnTo>
                  <a:pt x="265" y="55"/>
                </a:lnTo>
                <a:lnTo>
                  <a:pt x="265" y="54"/>
                </a:lnTo>
                <a:lnTo>
                  <a:pt x="264" y="54"/>
                </a:lnTo>
                <a:lnTo>
                  <a:pt x="263" y="54"/>
                </a:lnTo>
                <a:lnTo>
                  <a:pt x="263" y="53"/>
                </a:lnTo>
                <a:lnTo>
                  <a:pt x="264" y="52"/>
                </a:lnTo>
                <a:lnTo>
                  <a:pt x="265" y="53"/>
                </a:lnTo>
                <a:lnTo>
                  <a:pt x="266" y="53"/>
                </a:lnTo>
                <a:lnTo>
                  <a:pt x="268" y="53"/>
                </a:lnTo>
                <a:lnTo>
                  <a:pt x="268" y="52"/>
                </a:lnTo>
                <a:lnTo>
                  <a:pt x="269" y="51"/>
                </a:lnTo>
                <a:lnTo>
                  <a:pt x="270" y="51"/>
                </a:lnTo>
                <a:lnTo>
                  <a:pt x="270" y="49"/>
                </a:lnTo>
                <a:lnTo>
                  <a:pt x="269" y="49"/>
                </a:lnTo>
                <a:lnTo>
                  <a:pt x="268" y="49"/>
                </a:lnTo>
                <a:lnTo>
                  <a:pt x="267" y="47"/>
                </a:lnTo>
                <a:lnTo>
                  <a:pt x="268" y="47"/>
                </a:lnTo>
                <a:lnTo>
                  <a:pt x="269" y="47"/>
                </a:lnTo>
                <a:lnTo>
                  <a:pt x="269" y="48"/>
                </a:lnTo>
                <a:lnTo>
                  <a:pt x="270" y="47"/>
                </a:lnTo>
                <a:lnTo>
                  <a:pt x="271" y="46"/>
                </a:lnTo>
                <a:lnTo>
                  <a:pt x="273" y="46"/>
                </a:lnTo>
                <a:lnTo>
                  <a:pt x="274" y="45"/>
                </a:lnTo>
                <a:lnTo>
                  <a:pt x="275" y="45"/>
                </a:lnTo>
                <a:lnTo>
                  <a:pt x="276" y="44"/>
                </a:lnTo>
                <a:lnTo>
                  <a:pt x="276" y="43"/>
                </a:lnTo>
                <a:lnTo>
                  <a:pt x="277" y="42"/>
                </a:lnTo>
                <a:lnTo>
                  <a:pt x="278" y="42"/>
                </a:lnTo>
                <a:lnTo>
                  <a:pt x="280" y="42"/>
                </a:lnTo>
                <a:lnTo>
                  <a:pt x="281" y="44"/>
                </a:lnTo>
                <a:lnTo>
                  <a:pt x="282" y="44"/>
                </a:lnTo>
                <a:lnTo>
                  <a:pt x="283" y="43"/>
                </a:lnTo>
                <a:lnTo>
                  <a:pt x="284" y="43"/>
                </a:lnTo>
                <a:lnTo>
                  <a:pt x="285" y="43"/>
                </a:lnTo>
                <a:lnTo>
                  <a:pt x="286" y="43"/>
                </a:lnTo>
                <a:lnTo>
                  <a:pt x="287" y="43"/>
                </a:lnTo>
                <a:lnTo>
                  <a:pt x="288" y="43"/>
                </a:lnTo>
                <a:lnTo>
                  <a:pt x="288" y="44"/>
                </a:lnTo>
                <a:lnTo>
                  <a:pt x="288" y="45"/>
                </a:lnTo>
                <a:lnTo>
                  <a:pt x="288" y="46"/>
                </a:lnTo>
                <a:lnTo>
                  <a:pt x="288" y="45"/>
                </a:lnTo>
                <a:lnTo>
                  <a:pt x="289" y="44"/>
                </a:lnTo>
                <a:lnTo>
                  <a:pt x="289" y="43"/>
                </a:lnTo>
                <a:lnTo>
                  <a:pt x="290" y="42"/>
                </a:lnTo>
                <a:lnTo>
                  <a:pt x="291" y="42"/>
                </a:lnTo>
                <a:lnTo>
                  <a:pt x="291" y="41"/>
                </a:lnTo>
                <a:lnTo>
                  <a:pt x="290" y="41"/>
                </a:lnTo>
                <a:lnTo>
                  <a:pt x="288" y="42"/>
                </a:lnTo>
                <a:lnTo>
                  <a:pt x="287" y="42"/>
                </a:lnTo>
                <a:lnTo>
                  <a:pt x="285" y="42"/>
                </a:lnTo>
                <a:lnTo>
                  <a:pt x="283" y="42"/>
                </a:lnTo>
                <a:lnTo>
                  <a:pt x="281" y="42"/>
                </a:lnTo>
                <a:lnTo>
                  <a:pt x="279" y="42"/>
                </a:lnTo>
                <a:lnTo>
                  <a:pt x="278" y="42"/>
                </a:lnTo>
                <a:lnTo>
                  <a:pt x="279" y="42"/>
                </a:lnTo>
                <a:lnTo>
                  <a:pt x="280" y="42"/>
                </a:lnTo>
                <a:lnTo>
                  <a:pt x="282" y="41"/>
                </a:lnTo>
                <a:lnTo>
                  <a:pt x="283" y="41"/>
                </a:lnTo>
                <a:lnTo>
                  <a:pt x="284" y="41"/>
                </a:lnTo>
                <a:lnTo>
                  <a:pt x="285" y="41"/>
                </a:lnTo>
                <a:lnTo>
                  <a:pt x="287" y="39"/>
                </a:lnTo>
                <a:lnTo>
                  <a:pt x="288" y="39"/>
                </a:lnTo>
                <a:lnTo>
                  <a:pt x="289" y="38"/>
                </a:lnTo>
                <a:lnTo>
                  <a:pt x="290" y="38"/>
                </a:lnTo>
                <a:lnTo>
                  <a:pt x="290" y="37"/>
                </a:lnTo>
                <a:lnTo>
                  <a:pt x="291" y="37"/>
                </a:lnTo>
                <a:lnTo>
                  <a:pt x="291" y="36"/>
                </a:lnTo>
                <a:lnTo>
                  <a:pt x="291" y="35"/>
                </a:lnTo>
                <a:lnTo>
                  <a:pt x="292" y="35"/>
                </a:lnTo>
                <a:lnTo>
                  <a:pt x="292" y="34"/>
                </a:lnTo>
                <a:lnTo>
                  <a:pt x="292" y="33"/>
                </a:lnTo>
                <a:lnTo>
                  <a:pt x="293" y="33"/>
                </a:lnTo>
                <a:lnTo>
                  <a:pt x="293" y="32"/>
                </a:lnTo>
                <a:lnTo>
                  <a:pt x="293" y="31"/>
                </a:lnTo>
                <a:lnTo>
                  <a:pt x="294" y="29"/>
                </a:lnTo>
                <a:lnTo>
                  <a:pt x="294" y="27"/>
                </a:lnTo>
                <a:lnTo>
                  <a:pt x="295" y="27"/>
                </a:lnTo>
                <a:lnTo>
                  <a:pt x="296" y="25"/>
                </a:lnTo>
                <a:lnTo>
                  <a:pt x="297" y="25"/>
                </a:lnTo>
                <a:lnTo>
                  <a:pt x="298" y="25"/>
                </a:lnTo>
                <a:lnTo>
                  <a:pt x="299" y="25"/>
                </a:lnTo>
                <a:lnTo>
                  <a:pt x="300" y="25"/>
                </a:lnTo>
                <a:lnTo>
                  <a:pt x="302" y="25"/>
                </a:lnTo>
                <a:lnTo>
                  <a:pt x="303" y="25"/>
                </a:lnTo>
                <a:lnTo>
                  <a:pt x="303" y="24"/>
                </a:lnTo>
                <a:lnTo>
                  <a:pt x="303" y="25"/>
                </a:lnTo>
                <a:lnTo>
                  <a:pt x="304" y="25"/>
                </a:lnTo>
                <a:lnTo>
                  <a:pt x="305" y="25"/>
                </a:lnTo>
                <a:lnTo>
                  <a:pt x="305" y="26"/>
                </a:lnTo>
                <a:lnTo>
                  <a:pt x="306" y="26"/>
                </a:lnTo>
                <a:lnTo>
                  <a:pt x="307" y="26"/>
                </a:lnTo>
                <a:lnTo>
                  <a:pt x="307" y="27"/>
                </a:lnTo>
                <a:lnTo>
                  <a:pt x="308" y="27"/>
                </a:lnTo>
                <a:lnTo>
                  <a:pt x="308" y="28"/>
                </a:lnTo>
                <a:lnTo>
                  <a:pt x="309" y="28"/>
                </a:lnTo>
                <a:lnTo>
                  <a:pt x="310" y="29"/>
                </a:lnTo>
                <a:lnTo>
                  <a:pt x="311" y="29"/>
                </a:lnTo>
                <a:lnTo>
                  <a:pt x="311" y="30"/>
                </a:lnTo>
                <a:lnTo>
                  <a:pt x="312" y="30"/>
                </a:lnTo>
                <a:lnTo>
                  <a:pt x="313" y="30"/>
                </a:lnTo>
                <a:lnTo>
                  <a:pt x="314" y="30"/>
                </a:lnTo>
                <a:lnTo>
                  <a:pt x="314" y="31"/>
                </a:lnTo>
                <a:lnTo>
                  <a:pt x="315" y="31"/>
                </a:lnTo>
                <a:lnTo>
                  <a:pt x="317" y="31"/>
                </a:lnTo>
                <a:lnTo>
                  <a:pt x="318" y="31"/>
                </a:lnTo>
                <a:lnTo>
                  <a:pt x="320" y="32"/>
                </a:lnTo>
                <a:lnTo>
                  <a:pt x="320" y="31"/>
                </a:lnTo>
                <a:lnTo>
                  <a:pt x="319" y="31"/>
                </a:lnTo>
                <a:lnTo>
                  <a:pt x="319" y="30"/>
                </a:lnTo>
                <a:lnTo>
                  <a:pt x="320" y="30"/>
                </a:lnTo>
                <a:lnTo>
                  <a:pt x="320" y="29"/>
                </a:lnTo>
                <a:lnTo>
                  <a:pt x="318" y="29"/>
                </a:lnTo>
                <a:lnTo>
                  <a:pt x="319" y="27"/>
                </a:lnTo>
                <a:lnTo>
                  <a:pt x="319" y="28"/>
                </a:lnTo>
                <a:lnTo>
                  <a:pt x="320" y="28"/>
                </a:lnTo>
                <a:lnTo>
                  <a:pt x="321" y="28"/>
                </a:lnTo>
                <a:lnTo>
                  <a:pt x="321" y="29"/>
                </a:lnTo>
                <a:lnTo>
                  <a:pt x="322" y="29"/>
                </a:lnTo>
                <a:lnTo>
                  <a:pt x="323" y="30"/>
                </a:lnTo>
                <a:lnTo>
                  <a:pt x="323" y="29"/>
                </a:lnTo>
                <a:lnTo>
                  <a:pt x="324" y="29"/>
                </a:lnTo>
                <a:lnTo>
                  <a:pt x="324" y="28"/>
                </a:lnTo>
                <a:lnTo>
                  <a:pt x="325" y="28"/>
                </a:lnTo>
                <a:lnTo>
                  <a:pt x="326" y="28"/>
                </a:lnTo>
                <a:lnTo>
                  <a:pt x="326" y="26"/>
                </a:lnTo>
                <a:lnTo>
                  <a:pt x="329" y="26"/>
                </a:lnTo>
                <a:lnTo>
                  <a:pt x="329" y="25"/>
                </a:lnTo>
                <a:lnTo>
                  <a:pt x="325" y="24"/>
                </a:lnTo>
                <a:lnTo>
                  <a:pt x="324" y="24"/>
                </a:lnTo>
                <a:lnTo>
                  <a:pt x="323" y="24"/>
                </a:lnTo>
                <a:lnTo>
                  <a:pt x="323" y="23"/>
                </a:lnTo>
                <a:lnTo>
                  <a:pt x="323" y="22"/>
                </a:lnTo>
                <a:lnTo>
                  <a:pt x="324" y="22"/>
                </a:lnTo>
                <a:lnTo>
                  <a:pt x="324" y="21"/>
                </a:lnTo>
                <a:lnTo>
                  <a:pt x="325" y="21"/>
                </a:lnTo>
                <a:lnTo>
                  <a:pt x="326" y="21"/>
                </a:lnTo>
                <a:lnTo>
                  <a:pt x="326" y="20"/>
                </a:lnTo>
                <a:lnTo>
                  <a:pt x="327" y="20"/>
                </a:lnTo>
                <a:lnTo>
                  <a:pt x="328" y="20"/>
                </a:lnTo>
                <a:lnTo>
                  <a:pt x="331" y="18"/>
                </a:lnTo>
                <a:lnTo>
                  <a:pt x="334" y="17"/>
                </a:lnTo>
                <a:lnTo>
                  <a:pt x="336" y="17"/>
                </a:lnTo>
                <a:lnTo>
                  <a:pt x="336" y="18"/>
                </a:lnTo>
                <a:lnTo>
                  <a:pt x="337" y="18"/>
                </a:lnTo>
                <a:lnTo>
                  <a:pt x="337" y="19"/>
                </a:lnTo>
                <a:lnTo>
                  <a:pt x="337" y="20"/>
                </a:lnTo>
                <a:lnTo>
                  <a:pt x="338" y="20"/>
                </a:lnTo>
                <a:lnTo>
                  <a:pt x="339" y="20"/>
                </a:lnTo>
                <a:lnTo>
                  <a:pt x="340" y="20"/>
                </a:lnTo>
                <a:lnTo>
                  <a:pt x="342" y="21"/>
                </a:lnTo>
                <a:lnTo>
                  <a:pt x="343" y="21"/>
                </a:lnTo>
                <a:lnTo>
                  <a:pt x="344" y="22"/>
                </a:lnTo>
                <a:lnTo>
                  <a:pt x="345" y="22"/>
                </a:lnTo>
                <a:lnTo>
                  <a:pt x="346" y="22"/>
                </a:lnTo>
                <a:lnTo>
                  <a:pt x="346" y="23"/>
                </a:lnTo>
                <a:lnTo>
                  <a:pt x="347" y="23"/>
                </a:lnTo>
                <a:lnTo>
                  <a:pt x="348" y="24"/>
                </a:lnTo>
                <a:lnTo>
                  <a:pt x="349" y="24"/>
                </a:lnTo>
                <a:lnTo>
                  <a:pt x="350" y="25"/>
                </a:lnTo>
                <a:lnTo>
                  <a:pt x="351" y="25"/>
                </a:lnTo>
                <a:lnTo>
                  <a:pt x="352" y="26"/>
                </a:lnTo>
                <a:lnTo>
                  <a:pt x="353" y="26"/>
                </a:lnTo>
                <a:lnTo>
                  <a:pt x="354" y="27"/>
                </a:lnTo>
                <a:lnTo>
                  <a:pt x="355" y="27"/>
                </a:lnTo>
                <a:lnTo>
                  <a:pt x="356" y="27"/>
                </a:lnTo>
                <a:lnTo>
                  <a:pt x="356" y="28"/>
                </a:lnTo>
                <a:lnTo>
                  <a:pt x="357" y="28"/>
                </a:lnTo>
                <a:lnTo>
                  <a:pt x="358" y="28"/>
                </a:lnTo>
                <a:lnTo>
                  <a:pt x="358" y="29"/>
                </a:lnTo>
                <a:lnTo>
                  <a:pt x="359" y="29"/>
                </a:lnTo>
                <a:lnTo>
                  <a:pt x="360" y="29"/>
                </a:lnTo>
                <a:lnTo>
                  <a:pt x="361" y="29"/>
                </a:lnTo>
                <a:lnTo>
                  <a:pt x="361" y="30"/>
                </a:lnTo>
                <a:lnTo>
                  <a:pt x="362" y="30"/>
                </a:lnTo>
                <a:lnTo>
                  <a:pt x="363" y="30"/>
                </a:lnTo>
                <a:lnTo>
                  <a:pt x="364" y="30"/>
                </a:lnTo>
                <a:lnTo>
                  <a:pt x="367" y="30"/>
                </a:lnTo>
                <a:lnTo>
                  <a:pt x="368" y="30"/>
                </a:lnTo>
                <a:lnTo>
                  <a:pt x="369" y="30"/>
                </a:lnTo>
                <a:lnTo>
                  <a:pt x="370" y="30"/>
                </a:lnTo>
                <a:lnTo>
                  <a:pt x="371" y="30"/>
                </a:lnTo>
                <a:lnTo>
                  <a:pt x="371" y="29"/>
                </a:lnTo>
                <a:lnTo>
                  <a:pt x="371" y="30"/>
                </a:lnTo>
                <a:lnTo>
                  <a:pt x="372" y="30"/>
                </a:lnTo>
                <a:lnTo>
                  <a:pt x="371" y="30"/>
                </a:lnTo>
                <a:lnTo>
                  <a:pt x="370" y="31"/>
                </a:lnTo>
                <a:lnTo>
                  <a:pt x="370" y="33"/>
                </a:lnTo>
                <a:lnTo>
                  <a:pt x="370" y="34"/>
                </a:lnTo>
                <a:lnTo>
                  <a:pt x="371" y="35"/>
                </a:lnTo>
                <a:lnTo>
                  <a:pt x="372" y="38"/>
                </a:lnTo>
                <a:lnTo>
                  <a:pt x="371" y="38"/>
                </a:lnTo>
                <a:lnTo>
                  <a:pt x="372" y="40"/>
                </a:lnTo>
                <a:lnTo>
                  <a:pt x="373" y="41"/>
                </a:lnTo>
                <a:lnTo>
                  <a:pt x="373" y="40"/>
                </a:lnTo>
                <a:lnTo>
                  <a:pt x="373" y="39"/>
                </a:lnTo>
                <a:lnTo>
                  <a:pt x="374" y="38"/>
                </a:lnTo>
                <a:lnTo>
                  <a:pt x="375" y="38"/>
                </a:lnTo>
                <a:lnTo>
                  <a:pt x="376" y="38"/>
                </a:lnTo>
                <a:lnTo>
                  <a:pt x="376" y="37"/>
                </a:lnTo>
                <a:lnTo>
                  <a:pt x="377" y="36"/>
                </a:lnTo>
                <a:lnTo>
                  <a:pt x="376" y="36"/>
                </a:lnTo>
                <a:lnTo>
                  <a:pt x="376" y="35"/>
                </a:lnTo>
                <a:lnTo>
                  <a:pt x="376" y="34"/>
                </a:lnTo>
                <a:lnTo>
                  <a:pt x="377" y="34"/>
                </a:lnTo>
                <a:lnTo>
                  <a:pt x="377" y="33"/>
                </a:lnTo>
                <a:lnTo>
                  <a:pt x="378" y="33"/>
                </a:lnTo>
                <a:lnTo>
                  <a:pt x="378" y="34"/>
                </a:lnTo>
                <a:lnTo>
                  <a:pt x="380" y="34"/>
                </a:lnTo>
                <a:lnTo>
                  <a:pt x="380" y="35"/>
                </a:lnTo>
                <a:lnTo>
                  <a:pt x="379" y="36"/>
                </a:lnTo>
                <a:lnTo>
                  <a:pt x="379" y="38"/>
                </a:lnTo>
                <a:lnTo>
                  <a:pt x="378" y="38"/>
                </a:lnTo>
                <a:lnTo>
                  <a:pt x="379" y="39"/>
                </a:lnTo>
                <a:lnTo>
                  <a:pt x="380" y="40"/>
                </a:lnTo>
                <a:lnTo>
                  <a:pt x="381" y="41"/>
                </a:lnTo>
                <a:lnTo>
                  <a:pt x="381" y="42"/>
                </a:lnTo>
                <a:lnTo>
                  <a:pt x="380" y="42"/>
                </a:lnTo>
                <a:lnTo>
                  <a:pt x="379" y="42"/>
                </a:lnTo>
                <a:lnTo>
                  <a:pt x="378" y="43"/>
                </a:lnTo>
                <a:lnTo>
                  <a:pt x="377" y="43"/>
                </a:lnTo>
                <a:lnTo>
                  <a:pt x="377" y="42"/>
                </a:lnTo>
                <a:lnTo>
                  <a:pt x="375" y="43"/>
                </a:lnTo>
                <a:lnTo>
                  <a:pt x="376" y="44"/>
                </a:lnTo>
                <a:lnTo>
                  <a:pt x="376" y="43"/>
                </a:lnTo>
                <a:lnTo>
                  <a:pt x="378" y="44"/>
                </a:lnTo>
                <a:lnTo>
                  <a:pt x="378" y="45"/>
                </a:lnTo>
                <a:lnTo>
                  <a:pt x="379" y="45"/>
                </a:lnTo>
                <a:lnTo>
                  <a:pt x="379" y="44"/>
                </a:lnTo>
                <a:lnTo>
                  <a:pt x="380" y="43"/>
                </a:lnTo>
                <a:lnTo>
                  <a:pt x="381" y="43"/>
                </a:lnTo>
                <a:lnTo>
                  <a:pt x="381" y="44"/>
                </a:lnTo>
                <a:lnTo>
                  <a:pt x="381" y="45"/>
                </a:lnTo>
                <a:lnTo>
                  <a:pt x="380" y="45"/>
                </a:lnTo>
                <a:lnTo>
                  <a:pt x="379" y="45"/>
                </a:lnTo>
                <a:lnTo>
                  <a:pt x="379" y="46"/>
                </a:lnTo>
                <a:lnTo>
                  <a:pt x="379" y="45"/>
                </a:lnTo>
                <a:lnTo>
                  <a:pt x="380" y="45"/>
                </a:lnTo>
                <a:lnTo>
                  <a:pt x="381" y="47"/>
                </a:lnTo>
                <a:lnTo>
                  <a:pt x="382" y="47"/>
                </a:lnTo>
                <a:lnTo>
                  <a:pt x="382" y="48"/>
                </a:lnTo>
                <a:lnTo>
                  <a:pt x="382" y="50"/>
                </a:lnTo>
                <a:lnTo>
                  <a:pt x="383" y="50"/>
                </a:lnTo>
                <a:lnTo>
                  <a:pt x="383" y="51"/>
                </a:lnTo>
                <a:lnTo>
                  <a:pt x="383" y="52"/>
                </a:lnTo>
                <a:lnTo>
                  <a:pt x="384" y="52"/>
                </a:lnTo>
                <a:lnTo>
                  <a:pt x="384" y="53"/>
                </a:lnTo>
                <a:lnTo>
                  <a:pt x="384" y="54"/>
                </a:lnTo>
                <a:lnTo>
                  <a:pt x="384" y="55"/>
                </a:lnTo>
                <a:lnTo>
                  <a:pt x="385" y="55"/>
                </a:lnTo>
                <a:lnTo>
                  <a:pt x="385" y="54"/>
                </a:lnTo>
                <a:lnTo>
                  <a:pt x="385" y="53"/>
                </a:lnTo>
                <a:lnTo>
                  <a:pt x="384" y="52"/>
                </a:lnTo>
                <a:lnTo>
                  <a:pt x="383" y="52"/>
                </a:lnTo>
                <a:lnTo>
                  <a:pt x="383" y="51"/>
                </a:lnTo>
                <a:lnTo>
                  <a:pt x="384" y="51"/>
                </a:lnTo>
                <a:lnTo>
                  <a:pt x="384" y="50"/>
                </a:lnTo>
                <a:lnTo>
                  <a:pt x="384" y="48"/>
                </a:lnTo>
                <a:lnTo>
                  <a:pt x="388" y="48"/>
                </a:lnTo>
                <a:lnTo>
                  <a:pt x="389" y="48"/>
                </a:lnTo>
                <a:lnTo>
                  <a:pt x="390" y="48"/>
                </a:lnTo>
                <a:lnTo>
                  <a:pt x="390" y="47"/>
                </a:lnTo>
                <a:lnTo>
                  <a:pt x="389" y="46"/>
                </a:lnTo>
                <a:lnTo>
                  <a:pt x="388" y="44"/>
                </a:lnTo>
                <a:lnTo>
                  <a:pt x="387" y="43"/>
                </a:lnTo>
                <a:lnTo>
                  <a:pt x="387" y="42"/>
                </a:lnTo>
                <a:lnTo>
                  <a:pt x="387" y="40"/>
                </a:lnTo>
                <a:lnTo>
                  <a:pt x="387" y="39"/>
                </a:lnTo>
                <a:lnTo>
                  <a:pt x="386" y="38"/>
                </a:lnTo>
                <a:lnTo>
                  <a:pt x="385" y="36"/>
                </a:lnTo>
                <a:lnTo>
                  <a:pt x="385" y="35"/>
                </a:lnTo>
                <a:lnTo>
                  <a:pt x="384" y="33"/>
                </a:lnTo>
                <a:lnTo>
                  <a:pt x="384" y="32"/>
                </a:lnTo>
                <a:lnTo>
                  <a:pt x="383" y="32"/>
                </a:lnTo>
                <a:lnTo>
                  <a:pt x="383" y="31"/>
                </a:lnTo>
                <a:lnTo>
                  <a:pt x="384" y="31"/>
                </a:lnTo>
                <a:lnTo>
                  <a:pt x="383" y="31"/>
                </a:lnTo>
                <a:lnTo>
                  <a:pt x="383" y="30"/>
                </a:lnTo>
                <a:lnTo>
                  <a:pt x="384" y="30"/>
                </a:lnTo>
                <a:lnTo>
                  <a:pt x="384" y="31"/>
                </a:lnTo>
                <a:lnTo>
                  <a:pt x="385" y="30"/>
                </a:lnTo>
                <a:lnTo>
                  <a:pt x="385" y="29"/>
                </a:lnTo>
                <a:lnTo>
                  <a:pt x="384" y="29"/>
                </a:lnTo>
                <a:lnTo>
                  <a:pt x="384" y="28"/>
                </a:lnTo>
                <a:lnTo>
                  <a:pt x="384" y="29"/>
                </a:lnTo>
                <a:lnTo>
                  <a:pt x="383" y="29"/>
                </a:lnTo>
                <a:lnTo>
                  <a:pt x="382" y="29"/>
                </a:lnTo>
                <a:lnTo>
                  <a:pt x="382" y="28"/>
                </a:lnTo>
                <a:lnTo>
                  <a:pt x="381" y="28"/>
                </a:lnTo>
                <a:lnTo>
                  <a:pt x="380" y="28"/>
                </a:lnTo>
                <a:lnTo>
                  <a:pt x="379" y="28"/>
                </a:lnTo>
                <a:lnTo>
                  <a:pt x="378" y="28"/>
                </a:lnTo>
                <a:lnTo>
                  <a:pt x="378" y="29"/>
                </a:lnTo>
                <a:lnTo>
                  <a:pt x="377" y="29"/>
                </a:lnTo>
                <a:lnTo>
                  <a:pt x="377" y="28"/>
                </a:lnTo>
                <a:lnTo>
                  <a:pt x="377" y="27"/>
                </a:lnTo>
                <a:lnTo>
                  <a:pt x="376" y="26"/>
                </a:lnTo>
                <a:lnTo>
                  <a:pt x="375" y="26"/>
                </a:lnTo>
                <a:lnTo>
                  <a:pt x="375" y="25"/>
                </a:lnTo>
                <a:lnTo>
                  <a:pt x="376" y="25"/>
                </a:lnTo>
                <a:lnTo>
                  <a:pt x="376" y="23"/>
                </a:lnTo>
                <a:lnTo>
                  <a:pt x="376" y="21"/>
                </a:lnTo>
                <a:lnTo>
                  <a:pt x="376" y="20"/>
                </a:lnTo>
                <a:lnTo>
                  <a:pt x="376" y="19"/>
                </a:lnTo>
                <a:lnTo>
                  <a:pt x="377" y="19"/>
                </a:lnTo>
                <a:lnTo>
                  <a:pt x="377" y="18"/>
                </a:lnTo>
                <a:lnTo>
                  <a:pt x="377" y="17"/>
                </a:lnTo>
                <a:lnTo>
                  <a:pt x="377" y="16"/>
                </a:lnTo>
                <a:lnTo>
                  <a:pt x="376" y="16"/>
                </a:lnTo>
                <a:lnTo>
                  <a:pt x="376" y="15"/>
                </a:lnTo>
                <a:lnTo>
                  <a:pt x="378" y="14"/>
                </a:lnTo>
                <a:lnTo>
                  <a:pt x="379" y="13"/>
                </a:lnTo>
                <a:lnTo>
                  <a:pt x="380" y="13"/>
                </a:lnTo>
                <a:lnTo>
                  <a:pt x="380" y="12"/>
                </a:lnTo>
                <a:lnTo>
                  <a:pt x="380" y="11"/>
                </a:lnTo>
                <a:lnTo>
                  <a:pt x="381" y="11"/>
                </a:lnTo>
                <a:lnTo>
                  <a:pt x="383" y="11"/>
                </a:lnTo>
                <a:lnTo>
                  <a:pt x="384" y="11"/>
                </a:lnTo>
                <a:lnTo>
                  <a:pt x="385" y="11"/>
                </a:lnTo>
                <a:lnTo>
                  <a:pt x="388" y="11"/>
                </a:lnTo>
                <a:lnTo>
                  <a:pt x="389" y="11"/>
                </a:lnTo>
                <a:lnTo>
                  <a:pt x="390" y="11"/>
                </a:lnTo>
                <a:lnTo>
                  <a:pt x="391" y="10"/>
                </a:lnTo>
                <a:lnTo>
                  <a:pt x="392" y="10"/>
                </a:lnTo>
                <a:lnTo>
                  <a:pt x="392" y="9"/>
                </a:lnTo>
                <a:lnTo>
                  <a:pt x="393" y="8"/>
                </a:lnTo>
                <a:lnTo>
                  <a:pt x="394" y="7"/>
                </a:lnTo>
                <a:lnTo>
                  <a:pt x="395" y="6"/>
                </a:lnTo>
                <a:lnTo>
                  <a:pt x="396" y="4"/>
                </a:lnTo>
                <a:lnTo>
                  <a:pt x="395" y="3"/>
                </a:lnTo>
                <a:lnTo>
                  <a:pt x="395" y="2"/>
                </a:lnTo>
                <a:lnTo>
                  <a:pt x="395" y="1"/>
                </a:lnTo>
                <a:lnTo>
                  <a:pt x="397" y="0"/>
                </a:lnTo>
                <a:lnTo>
                  <a:pt x="398" y="0"/>
                </a:lnTo>
                <a:lnTo>
                  <a:pt x="398" y="1"/>
                </a:lnTo>
                <a:lnTo>
                  <a:pt x="398" y="2"/>
                </a:lnTo>
                <a:lnTo>
                  <a:pt x="398" y="3"/>
                </a:lnTo>
                <a:lnTo>
                  <a:pt x="399" y="3"/>
                </a:lnTo>
                <a:lnTo>
                  <a:pt x="399" y="4"/>
                </a:lnTo>
                <a:lnTo>
                  <a:pt x="400" y="4"/>
                </a:lnTo>
                <a:lnTo>
                  <a:pt x="400" y="5"/>
                </a:lnTo>
                <a:lnTo>
                  <a:pt x="400" y="6"/>
                </a:lnTo>
                <a:lnTo>
                  <a:pt x="402" y="11"/>
                </a:lnTo>
                <a:lnTo>
                  <a:pt x="404" y="17"/>
                </a:lnTo>
                <a:lnTo>
                  <a:pt x="405" y="17"/>
                </a:lnTo>
                <a:lnTo>
                  <a:pt x="408" y="20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4" name=""/>
          <p:cNvSpPr/>
          <p:nvPr/>
        </p:nvSpPr>
        <p:spPr>
          <a:xfrm>
            <a:off x="7855560" y="2855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0"/>
                </a:moveTo>
                <a:lnTo>
                  <a:pt x="4" y="3"/>
                </a:lnTo>
                <a:lnTo>
                  <a:pt x="2" y="4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5" name=""/>
          <p:cNvSpPr/>
          <p:nvPr/>
        </p:nvSpPr>
        <p:spPr>
          <a:xfrm>
            <a:off x="7859520" y="2850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6" name=""/>
          <p:cNvSpPr/>
          <p:nvPr/>
        </p:nvSpPr>
        <p:spPr>
          <a:xfrm>
            <a:off x="7720200" y="2849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4" y="0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7" name=""/>
          <p:cNvSpPr/>
          <p:nvPr/>
        </p:nvSpPr>
        <p:spPr>
          <a:xfrm>
            <a:off x="7754760" y="282276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5" y="2"/>
                </a:moveTo>
                <a:lnTo>
                  <a:pt x="5" y="3"/>
                </a:lnTo>
                <a:lnTo>
                  <a:pt x="7" y="3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8" name=""/>
          <p:cNvSpPr/>
          <p:nvPr/>
        </p:nvSpPr>
        <p:spPr>
          <a:xfrm>
            <a:off x="7897320" y="2798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9" name=""/>
          <p:cNvSpPr/>
          <p:nvPr/>
        </p:nvSpPr>
        <p:spPr>
          <a:xfrm>
            <a:off x="7851600" y="2792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0" name=""/>
          <p:cNvSpPr/>
          <p:nvPr/>
        </p:nvSpPr>
        <p:spPr>
          <a:xfrm>
            <a:off x="7828200" y="279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0"/>
                </a:move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1" name=""/>
          <p:cNvSpPr/>
          <p:nvPr/>
        </p:nvSpPr>
        <p:spPr>
          <a:xfrm>
            <a:off x="7989480" y="3089880"/>
            <a:ext cx="4320" cy="3960"/>
          </a:xfrm>
          <a:custGeom>
            <a:avLst/>
            <a:gdLst/>
            <a:ahLst/>
            <a:rect l="0" t="0" r="r" b="b"/>
            <a:pathLst>
              <a:path w="12" h="11">
                <a:moveTo>
                  <a:pt x="5" y="3"/>
                </a:moveTo>
                <a:lnTo>
                  <a:pt x="7" y="1"/>
                </a:lnTo>
                <a:lnTo>
                  <a:pt x="10" y="0"/>
                </a:lnTo>
                <a:lnTo>
                  <a:pt x="12" y="1"/>
                </a:lnTo>
                <a:lnTo>
                  <a:pt x="12" y="5"/>
                </a:lnTo>
                <a:lnTo>
                  <a:pt x="10" y="7"/>
                </a:lnTo>
                <a:lnTo>
                  <a:pt x="7" y="10"/>
                </a:lnTo>
                <a:lnTo>
                  <a:pt x="6" y="11"/>
                </a:lnTo>
                <a:lnTo>
                  <a:pt x="4" y="11"/>
                </a:lnTo>
                <a:lnTo>
                  <a:pt x="1" y="11"/>
                </a:lnTo>
                <a:lnTo>
                  <a:pt x="0" y="9"/>
                </a:lnTo>
                <a:lnTo>
                  <a:pt x="0" y="7"/>
                </a:lnTo>
                <a:lnTo>
                  <a:pt x="1" y="6"/>
                </a:lnTo>
                <a:lnTo>
                  <a:pt x="5" y="3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2" name=""/>
          <p:cNvSpPr/>
          <p:nvPr/>
        </p:nvSpPr>
        <p:spPr>
          <a:xfrm>
            <a:off x="7954920" y="3068640"/>
            <a:ext cx="6120" cy="3960"/>
          </a:xfrm>
          <a:custGeom>
            <a:avLst/>
            <a:gdLst/>
            <a:ahLst/>
            <a:rect l="0" t="0" r="r" b="b"/>
            <a:pathLst>
              <a:path w="17" h="11">
                <a:moveTo>
                  <a:pt x="0" y="6"/>
                </a:moveTo>
                <a:lnTo>
                  <a:pt x="1" y="5"/>
                </a:lnTo>
                <a:lnTo>
                  <a:pt x="5" y="3"/>
                </a:lnTo>
                <a:lnTo>
                  <a:pt x="9" y="1"/>
                </a:lnTo>
                <a:lnTo>
                  <a:pt x="13" y="1"/>
                </a:lnTo>
                <a:lnTo>
                  <a:pt x="15" y="0"/>
                </a:lnTo>
                <a:lnTo>
                  <a:pt x="16" y="1"/>
                </a:lnTo>
                <a:lnTo>
                  <a:pt x="17" y="1"/>
                </a:lnTo>
                <a:lnTo>
                  <a:pt x="17" y="3"/>
                </a:lnTo>
                <a:lnTo>
                  <a:pt x="17" y="5"/>
                </a:lnTo>
                <a:lnTo>
                  <a:pt x="16" y="6"/>
                </a:lnTo>
                <a:lnTo>
                  <a:pt x="15" y="7"/>
                </a:lnTo>
                <a:lnTo>
                  <a:pt x="12" y="9"/>
                </a:lnTo>
                <a:lnTo>
                  <a:pt x="9" y="11"/>
                </a:lnTo>
                <a:lnTo>
                  <a:pt x="7" y="11"/>
                </a:lnTo>
                <a:lnTo>
                  <a:pt x="5" y="11"/>
                </a:lnTo>
                <a:lnTo>
                  <a:pt x="3" y="10"/>
                </a:lnTo>
                <a:lnTo>
                  <a:pt x="2" y="9"/>
                </a:lnTo>
                <a:lnTo>
                  <a:pt x="1" y="7"/>
                </a:lnTo>
                <a:lnTo>
                  <a:pt x="0" y="6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3" name=""/>
          <p:cNvSpPr/>
          <p:nvPr/>
        </p:nvSpPr>
        <p:spPr>
          <a:xfrm>
            <a:off x="7940520" y="3056040"/>
            <a:ext cx="10080" cy="8640"/>
          </a:xfrm>
          <a:custGeom>
            <a:avLst/>
            <a:gdLst/>
            <a:ahLst/>
            <a:rect l="0" t="0" r="r" b="b"/>
            <a:pathLst>
              <a:path w="28" h="24">
                <a:moveTo>
                  <a:pt x="9" y="12"/>
                </a:moveTo>
                <a:lnTo>
                  <a:pt x="7" y="15"/>
                </a:lnTo>
                <a:lnTo>
                  <a:pt x="6" y="17"/>
                </a:lnTo>
                <a:lnTo>
                  <a:pt x="7" y="18"/>
                </a:lnTo>
                <a:lnTo>
                  <a:pt x="8" y="19"/>
                </a:lnTo>
                <a:lnTo>
                  <a:pt x="10" y="19"/>
                </a:lnTo>
                <a:lnTo>
                  <a:pt x="12" y="18"/>
                </a:lnTo>
                <a:lnTo>
                  <a:pt x="14" y="17"/>
                </a:lnTo>
                <a:lnTo>
                  <a:pt x="15" y="15"/>
                </a:lnTo>
                <a:lnTo>
                  <a:pt x="18" y="13"/>
                </a:lnTo>
                <a:lnTo>
                  <a:pt x="22" y="11"/>
                </a:lnTo>
                <a:lnTo>
                  <a:pt x="26" y="10"/>
                </a:lnTo>
                <a:lnTo>
                  <a:pt x="27" y="10"/>
                </a:lnTo>
                <a:lnTo>
                  <a:pt x="28" y="11"/>
                </a:lnTo>
                <a:lnTo>
                  <a:pt x="28" y="12"/>
                </a:lnTo>
                <a:lnTo>
                  <a:pt x="28" y="13"/>
                </a:lnTo>
                <a:lnTo>
                  <a:pt x="26" y="15"/>
                </a:lnTo>
                <a:lnTo>
                  <a:pt x="22" y="16"/>
                </a:lnTo>
                <a:lnTo>
                  <a:pt x="20" y="17"/>
                </a:lnTo>
                <a:lnTo>
                  <a:pt x="18" y="19"/>
                </a:lnTo>
                <a:lnTo>
                  <a:pt x="14" y="21"/>
                </a:lnTo>
                <a:lnTo>
                  <a:pt x="12" y="22"/>
                </a:lnTo>
                <a:lnTo>
                  <a:pt x="10" y="23"/>
                </a:lnTo>
                <a:lnTo>
                  <a:pt x="5" y="24"/>
                </a:lnTo>
                <a:lnTo>
                  <a:pt x="3" y="23"/>
                </a:lnTo>
                <a:lnTo>
                  <a:pt x="1" y="22"/>
                </a:lnTo>
                <a:lnTo>
                  <a:pt x="0" y="21"/>
                </a:lnTo>
                <a:lnTo>
                  <a:pt x="1" y="16"/>
                </a:lnTo>
                <a:lnTo>
                  <a:pt x="2" y="12"/>
                </a:lnTo>
                <a:lnTo>
                  <a:pt x="9" y="7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0" y="2"/>
                </a:lnTo>
                <a:lnTo>
                  <a:pt x="21" y="1"/>
                </a:lnTo>
                <a:lnTo>
                  <a:pt x="23" y="0"/>
                </a:lnTo>
                <a:lnTo>
                  <a:pt x="24" y="1"/>
                </a:lnTo>
                <a:lnTo>
                  <a:pt x="24" y="2"/>
                </a:lnTo>
                <a:lnTo>
                  <a:pt x="22" y="3"/>
                </a:lnTo>
                <a:lnTo>
                  <a:pt x="20" y="5"/>
                </a:lnTo>
                <a:lnTo>
                  <a:pt x="17" y="6"/>
                </a:lnTo>
                <a:lnTo>
                  <a:pt x="12" y="9"/>
                </a:lnTo>
                <a:lnTo>
                  <a:pt x="9" y="12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4" name=""/>
          <p:cNvSpPr/>
          <p:nvPr/>
        </p:nvSpPr>
        <p:spPr>
          <a:xfrm>
            <a:off x="7950600" y="30592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5" name=""/>
          <p:cNvSpPr/>
          <p:nvPr/>
        </p:nvSpPr>
        <p:spPr>
          <a:xfrm>
            <a:off x="7948800" y="3054600"/>
            <a:ext cx="10440" cy="6480"/>
          </a:xfrm>
          <a:custGeom>
            <a:avLst/>
            <a:gdLst/>
            <a:ahLst/>
            <a:rect l="0" t="0" r="r" b="b"/>
            <a:pathLst>
              <a:path w="29" h="18">
                <a:moveTo>
                  <a:pt x="17" y="18"/>
                </a:moveTo>
                <a:lnTo>
                  <a:pt x="15" y="18"/>
                </a:lnTo>
                <a:lnTo>
                  <a:pt x="13" y="18"/>
                </a:lnTo>
                <a:lnTo>
                  <a:pt x="11" y="17"/>
                </a:lnTo>
                <a:lnTo>
                  <a:pt x="10" y="17"/>
                </a:lnTo>
                <a:lnTo>
                  <a:pt x="11" y="16"/>
                </a:lnTo>
                <a:lnTo>
                  <a:pt x="11" y="15"/>
                </a:lnTo>
                <a:lnTo>
                  <a:pt x="12" y="15"/>
                </a:lnTo>
                <a:lnTo>
                  <a:pt x="16" y="15"/>
                </a:lnTo>
                <a:lnTo>
                  <a:pt x="17" y="15"/>
                </a:lnTo>
                <a:lnTo>
                  <a:pt x="20" y="13"/>
                </a:lnTo>
                <a:lnTo>
                  <a:pt x="22" y="12"/>
                </a:lnTo>
                <a:lnTo>
                  <a:pt x="23" y="11"/>
                </a:lnTo>
                <a:lnTo>
                  <a:pt x="23" y="9"/>
                </a:lnTo>
                <a:lnTo>
                  <a:pt x="23" y="8"/>
                </a:lnTo>
                <a:lnTo>
                  <a:pt x="22" y="6"/>
                </a:lnTo>
                <a:lnTo>
                  <a:pt x="21" y="6"/>
                </a:lnTo>
                <a:lnTo>
                  <a:pt x="18" y="5"/>
                </a:lnTo>
                <a:lnTo>
                  <a:pt x="16" y="5"/>
                </a:lnTo>
                <a:lnTo>
                  <a:pt x="16" y="6"/>
                </a:lnTo>
                <a:lnTo>
                  <a:pt x="13" y="7"/>
                </a:lnTo>
                <a:lnTo>
                  <a:pt x="10" y="7"/>
                </a:lnTo>
                <a:lnTo>
                  <a:pt x="7" y="8"/>
                </a:lnTo>
                <a:lnTo>
                  <a:pt x="4" y="7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4" y="5"/>
                </a:lnTo>
                <a:lnTo>
                  <a:pt x="6" y="5"/>
                </a:lnTo>
                <a:lnTo>
                  <a:pt x="9" y="5"/>
                </a:lnTo>
                <a:lnTo>
                  <a:pt x="12" y="4"/>
                </a:lnTo>
                <a:lnTo>
                  <a:pt x="15" y="2"/>
                </a:lnTo>
                <a:lnTo>
                  <a:pt x="20" y="1"/>
                </a:lnTo>
                <a:lnTo>
                  <a:pt x="21" y="0"/>
                </a:lnTo>
                <a:lnTo>
                  <a:pt x="23" y="1"/>
                </a:lnTo>
                <a:lnTo>
                  <a:pt x="25" y="2"/>
                </a:lnTo>
                <a:lnTo>
                  <a:pt x="27" y="4"/>
                </a:lnTo>
                <a:lnTo>
                  <a:pt x="29" y="7"/>
                </a:lnTo>
                <a:lnTo>
                  <a:pt x="29" y="8"/>
                </a:lnTo>
                <a:lnTo>
                  <a:pt x="29" y="11"/>
                </a:lnTo>
                <a:lnTo>
                  <a:pt x="24" y="14"/>
                </a:lnTo>
                <a:lnTo>
                  <a:pt x="20" y="17"/>
                </a:lnTo>
                <a:lnTo>
                  <a:pt x="17" y="18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6" name=""/>
          <p:cNvSpPr/>
          <p:nvPr/>
        </p:nvSpPr>
        <p:spPr>
          <a:xfrm>
            <a:off x="7999560" y="3047760"/>
            <a:ext cx="11880" cy="5040"/>
          </a:xfrm>
          <a:custGeom>
            <a:avLst/>
            <a:gdLst/>
            <a:ahLst/>
            <a:rect l="0" t="0" r="r" b="b"/>
            <a:pathLst>
              <a:path w="33" h="14">
                <a:moveTo>
                  <a:pt x="14" y="9"/>
                </a:moveTo>
                <a:lnTo>
                  <a:pt x="12" y="11"/>
                </a:lnTo>
                <a:lnTo>
                  <a:pt x="9" y="13"/>
                </a:lnTo>
                <a:lnTo>
                  <a:pt x="7" y="14"/>
                </a:lnTo>
                <a:lnTo>
                  <a:pt x="5" y="14"/>
                </a:lnTo>
                <a:lnTo>
                  <a:pt x="1" y="14"/>
                </a:lnTo>
                <a:lnTo>
                  <a:pt x="0" y="13"/>
                </a:lnTo>
                <a:lnTo>
                  <a:pt x="0" y="10"/>
                </a:lnTo>
                <a:lnTo>
                  <a:pt x="1" y="9"/>
                </a:lnTo>
                <a:lnTo>
                  <a:pt x="5" y="7"/>
                </a:lnTo>
                <a:lnTo>
                  <a:pt x="7" y="6"/>
                </a:lnTo>
                <a:lnTo>
                  <a:pt x="10" y="5"/>
                </a:lnTo>
                <a:lnTo>
                  <a:pt x="15" y="3"/>
                </a:lnTo>
                <a:lnTo>
                  <a:pt x="21" y="2"/>
                </a:lnTo>
                <a:lnTo>
                  <a:pt x="24" y="1"/>
                </a:lnTo>
                <a:lnTo>
                  <a:pt x="27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4"/>
                </a:lnTo>
                <a:lnTo>
                  <a:pt x="33" y="6"/>
                </a:lnTo>
                <a:lnTo>
                  <a:pt x="31" y="6"/>
                </a:lnTo>
                <a:lnTo>
                  <a:pt x="28" y="7"/>
                </a:lnTo>
                <a:lnTo>
                  <a:pt x="24" y="7"/>
                </a:lnTo>
                <a:lnTo>
                  <a:pt x="20" y="7"/>
                </a:lnTo>
                <a:lnTo>
                  <a:pt x="17" y="8"/>
                </a:lnTo>
                <a:lnTo>
                  <a:pt x="14" y="9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7" name=""/>
          <p:cNvSpPr/>
          <p:nvPr/>
        </p:nvSpPr>
        <p:spPr>
          <a:xfrm>
            <a:off x="7969680" y="3047400"/>
            <a:ext cx="8280" cy="4320"/>
          </a:xfrm>
          <a:custGeom>
            <a:avLst/>
            <a:gdLst/>
            <a:ahLst/>
            <a:rect l="0" t="0" r="r" b="b"/>
            <a:pathLst>
              <a:path w="23" h="12">
                <a:moveTo>
                  <a:pt x="0" y="8"/>
                </a:move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lnTo>
                  <a:pt x="3" y="4"/>
                </a:lnTo>
                <a:lnTo>
                  <a:pt x="4" y="3"/>
                </a:lnTo>
                <a:lnTo>
                  <a:pt x="5" y="2"/>
                </a:lnTo>
                <a:lnTo>
                  <a:pt x="8" y="2"/>
                </a:lnTo>
                <a:lnTo>
                  <a:pt x="9" y="2"/>
                </a:lnTo>
                <a:lnTo>
                  <a:pt x="11" y="1"/>
                </a:lnTo>
                <a:lnTo>
                  <a:pt x="12" y="1"/>
                </a:lnTo>
                <a:lnTo>
                  <a:pt x="14" y="1"/>
                </a:lnTo>
                <a:lnTo>
                  <a:pt x="15" y="0"/>
                </a:lnTo>
                <a:lnTo>
                  <a:pt x="16" y="0"/>
                </a:lnTo>
                <a:lnTo>
                  <a:pt x="17" y="0"/>
                </a:lnTo>
                <a:lnTo>
                  <a:pt x="18" y="1"/>
                </a:lnTo>
                <a:lnTo>
                  <a:pt x="19" y="1"/>
                </a:lnTo>
                <a:lnTo>
                  <a:pt x="21" y="2"/>
                </a:lnTo>
                <a:lnTo>
                  <a:pt x="22" y="2"/>
                </a:lnTo>
                <a:lnTo>
                  <a:pt x="23" y="4"/>
                </a:lnTo>
                <a:lnTo>
                  <a:pt x="23" y="5"/>
                </a:lnTo>
                <a:lnTo>
                  <a:pt x="22" y="7"/>
                </a:lnTo>
                <a:lnTo>
                  <a:pt x="20" y="8"/>
                </a:lnTo>
                <a:lnTo>
                  <a:pt x="19" y="9"/>
                </a:lnTo>
                <a:lnTo>
                  <a:pt x="18" y="9"/>
                </a:lnTo>
                <a:lnTo>
                  <a:pt x="17" y="9"/>
                </a:lnTo>
                <a:lnTo>
                  <a:pt x="15" y="9"/>
                </a:lnTo>
                <a:lnTo>
                  <a:pt x="14" y="10"/>
                </a:lnTo>
                <a:lnTo>
                  <a:pt x="13" y="10"/>
                </a:lnTo>
                <a:lnTo>
                  <a:pt x="11" y="10"/>
                </a:lnTo>
                <a:lnTo>
                  <a:pt x="9" y="12"/>
                </a:lnTo>
                <a:lnTo>
                  <a:pt x="6" y="12"/>
                </a:lnTo>
                <a:lnTo>
                  <a:pt x="5" y="12"/>
                </a:lnTo>
                <a:lnTo>
                  <a:pt x="3" y="10"/>
                </a:lnTo>
                <a:lnTo>
                  <a:pt x="2" y="10"/>
                </a:lnTo>
                <a:lnTo>
                  <a:pt x="1" y="9"/>
                </a:lnTo>
                <a:lnTo>
                  <a:pt x="0" y="8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8" name=""/>
          <p:cNvSpPr/>
          <p:nvPr/>
        </p:nvSpPr>
        <p:spPr>
          <a:xfrm>
            <a:off x="7948800" y="304236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5" y="0"/>
                </a:move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9" name=""/>
          <p:cNvSpPr/>
          <p:nvPr/>
        </p:nvSpPr>
        <p:spPr>
          <a:xfrm>
            <a:off x="7939800" y="3040200"/>
            <a:ext cx="3600" cy="4320"/>
          </a:xfrm>
          <a:custGeom>
            <a:avLst/>
            <a:gdLst/>
            <a:ahLst/>
            <a:rect l="0" t="0" r="r" b="b"/>
            <a:pathLst>
              <a:path w="10" h="12">
                <a:moveTo>
                  <a:pt x="1" y="8"/>
                </a:moveTo>
                <a:lnTo>
                  <a:pt x="0" y="6"/>
                </a:lnTo>
                <a:lnTo>
                  <a:pt x="0" y="5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8" y="4"/>
                </a:lnTo>
                <a:lnTo>
                  <a:pt x="9" y="6"/>
                </a:lnTo>
                <a:lnTo>
                  <a:pt x="9" y="7"/>
                </a:lnTo>
                <a:lnTo>
                  <a:pt x="10" y="9"/>
                </a:lnTo>
                <a:lnTo>
                  <a:pt x="10" y="11"/>
                </a:lnTo>
                <a:lnTo>
                  <a:pt x="8" y="12"/>
                </a:lnTo>
                <a:lnTo>
                  <a:pt x="7" y="12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1" y="9"/>
                </a:lnTo>
                <a:lnTo>
                  <a:pt x="1" y="8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0" name=""/>
          <p:cNvSpPr/>
          <p:nvPr/>
        </p:nvSpPr>
        <p:spPr>
          <a:xfrm>
            <a:off x="7940520" y="3039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1" name=""/>
          <p:cNvSpPr/>
          <p:nvPr/>
        </p:nvSpPr>
        <p:spPr>
          <a:xfrm>
            <a:off x="7951320" y="3035520"/>
            <a:ext cx="4320" cy="7200"/>
          </a:xfrm>
          <a:custGeom>
            <a:avLst/>
            <a:gdLst/>
            <a:ahLst/>
            <a:rect l="0" t="0" r="r" b="b"/>
            <a:pathLst>
              <a:path w="12" h="20">
                <a:moveTo>
                  <a:pt x="4" y="15"/>
                </a:moveTo>
                <a:lnTo>
                  <a:pt x="5" y="15"/>
                </a:lnTo>
                <a:lnTo>
                  <a:pt x="5" y="13"/>
                </a:lnTo>
                <a:lnTo>
                  <a:pt x="6" y="12"/>
                </a:lnTo>
                <a:lnTo>
                  <a:pt x="6" y="10"/>
                </a:lnTo>
                <a:lnTo>
                  <a:pt x="6" y="9"/>
                </a:lnTo>
                <a:lnTo>
                  <a:pt x="6" y="7"/>
                </a:lnTo>
                <a:lnTo>
                  <a:pt x="5" y="6"/>
                </a:lnTo>
                <a:lnTo>
                  <a:pt x="5" y="5"/>
                </a:lnTo>
                <a:lnTo>
                  <a:pt x="3" y="4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5" y="1"/>
                </a:lnTo>
                <a:lnTo>
                  <a:pt x="6" y="2"/>
                </a:lnTo>
                <a:lnTo>
                  <a:pt x="7" y="3"/>
                </a:lnTo>
                <a:lnTo>
                  <a:pt x="10" y="4"/>
                </a:lnTo>
                <a:lnTo>
                  <a:pt x="11" y="5"/>
                </a:lnTo>
                <a:lnTo>
                  <a:pt x="12" y="7"/>
                </a:lnTo>
                <a:lnTo>
                  <a:pt x="11" y="8"/>
                </a:lnTo>
                <a:lnTo>
                  <a:pt x="11" y="10"/>
                </a:lnTo>
                <a:lnTo>
                  <a:pt x="9" y="13"/>
                </a:lnTo>
                <a:lnTo>
                  <a:pt x="7" y="16"/>
                </a:lnTo>
                <a:lnTo>
                  <a:pt x="6" y="18"/>
                </a:lnTo>
                <a:lnTo>
                  <a:pt x="4" y="19"/>
                </a:lnTo>
                <a:lnTo>
                  <a:pt x="3" y="20"/>
                </a:lnTo>
                <a:lnTo>
                  <a:pt x="2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2" name=""/>
          <p:cNvSpPr/>
          <p:nvPr/>
        </p:nvSpPr>
        <p:spPr>
          <a:xfrm>
            <a:off x="7941240" y="303624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2" y="2"/>
                </a:moveTo>
                <a:lnTo>
                  <a:pt x="3" y="1"/>
                </a:lnTo>
                <a:lnTo>
                  <a:pt x="4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7" y="2"/>
                </a:lnTo>
                <a:lnTo>
                  <a:pt x="5" y="3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2" y="2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3" name=""/>
          <p:cNvSpPr/>
          <p:nvPr/>
        </p:nvSpPr>
        <p:spPr>
          <a:xfrm>
            <a:off x="7950240" y="3035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4" name=""/>
          <p:cNvSpPr/>
          <p:nvPr/>
        </p:nvSpPr>
        <p:spPr>
          <a:xfrm>
            <a:off x="7949520" y="3035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-1800" rIns="18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5" name=""/>
          <p:cNvSpPr/>
          <p:nvPr/>
        </p:nvSpPr>
        <p:spPr>
          <a:xfrm>
            <a:off x="7947720" y="3034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-1800" rIns="18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6" name=""/>
          <p:cNvSpPr/>
          <p:nvPr/>
        </p:nvSpPr>
        <p:spPr>
          <a:xfrm>
            <a:off x="7945200" y="303372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0" y="4"/>
                </a:moveTo>
                <a:lnTo>
                  <a:pt x="1" y="2"/>
                </a:lnTo>
                <a:lnTo>
                  <a:pt x="2" y="2"/>
                </a:lnTo>
                <a:lnTo>
                  <a:pt x="4" y="1"/>
                </a:lnTo>
                <a:lnTo>
                  <a:pt x="5" y="0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6" y="4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7" name=""/>
          <p:cNvSpPr/>
          <p:nvPr/>
        </p:nvSpPr>
        <p:spPr>
          <a:xfrm>
            <a:off x="7947720" y="303228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3" y="6"/>
                </a:moveTo>
                <a:lnTo>
                  <a:pt x="2" y="5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5" y="1"/>
                </a:lnTo>
                <a:lnTo>
                  <a:pt x="8" y="1"/>
                </a:lnTo>
                <a:lnTo>
                  <a:pt x="9" y="4"/>
                </a:lnTo>
                <a:lnTo>
                  <a:pt x="9" y="6"/>
                </a:lnTo>
                <a:lnTo>
                  <a:pt x="10" y="7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5" y="7"/>
                </a:lnTo>
                <a:lnTo>
                  <a:pt x="3" y="6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8" name=""/>
          <p:cNvSpPr/>
          <p:nvPr/>
        </p:nvSpPr>
        <p:spPr>
          <a:xfrm>
            <a:off x="7984080" y="3015720"/>
            <a:ext cx="4680" cy="3240"/>
          </a:xfrm>
          <a:custGeom>
            <a:avLst/>
            <a:gdLst/>
            <a:ahLst/>
            <a:rect l="0" t="0" r="r" b="b"/>
            <a:pathLst>
              <a:path w="13" h="9">
                <a:moveTo>
                  <a:pt x="0" y="2"/>
                </a:moveTo>
                <a:lnTo>
                  <a:pt x="1" y="0"/>
                </a:lnTo>
                <a:lnTo>
                  <a:pt x="5" y="0"/>
                </a:lnTo>
                <a:lnTo>
                  <a:pt x="10" y="2"/>
                </a:lnTo>
                <a:lnTo>
                  <a:pt x="13" y="4"/>
                </a:lnTo>
                <a:lnTo>
                  <a:pt x="13" y="5"/>
                </a:lnTo>
                <a:lnTo>
                  <a:pt x="13" y="8"/>
                </a:lnTo>
                <a:lnTo>
                  <a:pt x="12" y="9"/>
                </a:lnTo>
                <a:lnTo>
                  <a:pt x="10" y="9"/>
                </a:lnTo>
                <a:lnTo>
                  <a:pt x="8" y="9"/>
                </a:lnTo>
                <a:lnTo>
                  <a:pt x="7" y="8"/>
                </a:lnTo>
                <a:lnTo>
                  <a:pt x="6" y="8"/>
                </a:lnTo>
                <a:lnTo>
                  <a:pt x="0" y="5"/>
                </a:lnTo>
                <a:lnTo>
                  <a:pt x="0" y="2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9" name=""/>
          <p:cNvSpPr/>
          <p:nvPr/>
        </p:nvSpPr>
        <p:spPr>
          <a:xfrm>
            <a:off x="7993080" y="30114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6" y="2"/>
                </a:moveTo>
                <a:lnTo>
                  <a:pt x="7" y="2"/>
                </a:lnTo>
                <a:lnTo>
                  <a:pt x="6" y="4"/>
                </a:lnTo>
                <a:lnTo>
                  <a:pt x="4" y="4"/>
                </a:lnTo>
                <a:lnTo>
                  <a:pt x="3" y="5"/>
                </a:lnTo>
                <a:lnTo>
                  <a:pt x="2" y="7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6" y="2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0" name=""/>
          <p:cNvSpPr/>
          <p:nvPr/>
        </p:nvSpPr>
        <p:spPr>
          <a:xfrm>
            <a:off x="7990200" y="3002760"/>
            <a:ext cx="4680" cy="4320"/>
          </a:xfrm>
          <a:custGeom>
            <a:avLst/>
            <a:gdLst/>
            <a:ahLst/>
            <a:rect l="0" t="0" r="r" b="b"/>
            <a:pathLst>
              <a:path w="13" h="12">
                <a:moveTo>
                  <a:pt x="4" y="6"/>
                </a:move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7" y="1"/>
                </a:lnTo>
                <a:lnTo>
                  <a:pt x="10" y="6"/>
                </a:lnTo>
                <a:lnTo>
                  <a:pt x="12" y="7"/>
                </a:lnTo>
                <a:lnTo>
                  <a:pt x="13" y="8"/>
                </a:lnTo>
                <a:lnTo>
                  <a:pt x="13" y="9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0" y="12"/>
                </a:lnTo>
                <a:lnTo>
                  <a:pt x="9" y="12"/>
                </a:lnTo>
                <a:lnTo>
                  <a:pt x="8" y="11"/>
                </a:lnTo>
                <a:lnTo>
                  <a:pt x="6" y="8"/>
                </a:lnTo>
                <a:lnTo>
                  <a:pt x="5" y="7"/>
                </a:lnTo>
                <a:lnTo>
                  <a:pt x="4" y="6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1" name=""/>
          <p:cNvSpPr/>
          <p:nvPr/>
        </p:nvSpPr>
        <p:spPr>
          <a:xfrm>
            <a:off x="7982640" y="3001320"/>
            <a:ext cx="7560" cy="2880"/>
          </a:xfrm>
          <a:custGeom>
            <a:avLst/>
            <a:gdLst/>
            <a:ahLst/>
            <a:rect l="0" t="0" r="r" b="b"/>
            <a:pathLst>
              <a:path w="21" h="8">
                <a:moveTo>
                  <a:pt x="11" y="7"/>
                </a:moveTo>
                <a:lnTo>
                  <a:pt x="10" y="7"/>
                </a:lnTo>
                <a:lnTo>
                  <a:pt x="7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2" y="3"/>
                </a:lnTo>
                <a:lnTo>
                  <a:pt x="3" y="2"/>
                </a:lnTo>
                <a:lnTo>
                  <a:pt x="5" y="1"/>
                </a:lnTo>
                <a:lnTo>
                  <a:pt x="7" y="0"/>
                </a:lnTo>
                <a:lnTo>
                  <a:pt x="8" y="0"/>
                </a:lnTo>
                <a:lnTo>
                  <a:pt x="10" y="0"/>
                </a:lnTo>
                <a:lnTo>
                  <a:pt x="12" y="0"/>
                </a:lnTo>
                <a:lnTo>
                  <a:pt x="13" y="0"/>
                </a:lnTo>
                <a:lnTo>
                  <a:pt x="15" y="0"/>
                </a:lnTo>
                <a:lnTo>
                  <a:pt x="16" y="1"/>
                </a:lnTo>
                <a:lnTo>
                  <a:pt x="18" y="1"/>
                </a:lnTo>
                <a:lnTo>
                  <a:pt x="19" y="2"/>
                </a:lnTo>
                <a:lnTo>
                  <a:pt x="20" y="2"/>
                </a:lnTo>
                <a:lnTo>
                  <a:pt x="21" y="3"/>
                </a:lnTo>
                <a:lnTo>
                  <a:pt x="21" y="5"/>
                </a:lnTo>
                <a:lnTo>
                  <a:pt x="20" y="6"/>
                </a:lnTo>
                <a:lnTo>
                  <a:pt x="18" y="6"/>
                </a:lnTo>
                <a:lnTo>
                  <a:pt x="17" y="7"/>
                </a:lnTo>
                <a:lnTo>
                  <a:pt x="15" y="7"/>
                </a:lnTo>
                <a:lnTo>
                  <a:pt x="13" y="7"/>
                </a:lnTo>
                <a:lnTo>
                  <a:pt x="11" y="7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2" name=""/>
          <p:cNvSpPr/>
          <p:nvPr/>
        </p:nvSpPr>
        <p:spPr>
          <a:xfrm>
            <a:off x="8118360" y="37303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3" name=""/>
          <p:cNvSpPr/>
          <p:nvPr/>
        </p:nvSpPr>
        <p:spPr>
          <a:xfrm>
            <a:off x="8119800" y="3729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4" name=""/>
          <p:cNvSpPr/>
          <p:nvPr/>
        </p:nvSpPr>
        <p:spPr>
          <a:xfrm>
            <a:off x="8117640" y="3596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5" name=""/>
          <p:cNvSpPr/>
          <p:nvPr/>
        </p:nvSpPr>
        <p:spPr>
          <a:xfrm>
            <a:off x="8141040" y="3548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6" name=""/>
          <p:cNvSpPr/>
          <p:nvPr/>
        </p:nvSpPr>
        <p:spPr>
          <a:xfrm>
            <a:off x="8183160" y="3448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7" name=""/>
          <p:cNvSpPr/>
          <p:nvPr/>
        </p:nvSpPr>
        <p:spPr>
          <a:xfrm>
            <a:off x="8172360" y="3403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8" name=""/>
          <p:cNvSpPr/>
          <p:nvPr/>
        </p:nvSpPr>
        <p:spPr>
          <a:xfrm>
            <a:off x="8399880" y="3093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9" name=""/>
          <p:cNvSpPr/>
          <p:nvPr/>
        </p:nvSpPr>
        <p:spPr>
          <a:xfrm>
            <a:off x="8402760" y="3093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-1800" rIns="18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0" name=""/>
          <p:cNvSpPr/>
          <p:nvPr/>
        </p:nvSpPr>
        <p:spPr>
          <a:xfrm>
            <a:off x="8405640" y="3092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1" name=""/>
          <p:cNvSpPr/>
          <p:nvPr/>
        </p:nvSpPr>
        <p:spPr>
          <a:xfrm>
            <a:off x="8407440" y="3090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2" name=""/>
          <p:cNvSpPr/>
          <p:nvPr/>
        </p:nvSpPr>
        <p:spPr>
          <a:xfrm>
            <a:off x="8398800" y="3086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3" name=""/>
          <p:cNvSpPr/>
          <p:nvPr/>
        </p:nvSpPr>
        <p:spPr>
          <a:xfrm>
            <a:off x="8005680" y="3065040"/>
            <a:ext cx="12600" cy="5760"/>
          </a:xfrm>
          <a:custGeom>
            <a:avLst/>
            <a:gdLst/>
            <a:ahLst/>
            <a:rect l="0" t="0" r="r" b="b"/>
            <a:pathLst>
              <a:path w="35" h="16">
                <a:moveTo>
                  <a:pt x="33" y="7"/>
                </a:moveTo>
                <a:lnTo>
                  <a:pt x="32" y="9"/>
                </a:lnTo>
                <a:lnTo>
                  <a:pt x="31" y="10"/>
                </a:lnTo>
                <a:lnTo>
                  <a:pt x="29" y="11"/>
                </a:lnTo>
                <a:lnTo>
                  <a:pt x="26" y="12"/>
                </a:lnTo>
                <a:lnTo>
                  <a:pt x="17" y="13"/>
                </a:lnTo>
                <a:lnTo>
                  <a:pt x="6" y="16"/>
                </a:lnTo>
                <a:lnTo>
                  <a:pt x="1" y="16"/>
                </a:lnTo>
                <a:lnTo>
                  <a:pt x="0" y="15"/>
                </a:lnTo>
                <a:lnTo>
                  <a:pt x="0" y="13"/>
                </a:lnTo>
                <a:lnTo>
                  <a:pt x="0" y="12"/>
                </a:lnTo>
                <a:lnTo>
                  <a:pt x="0" y="10"/>
                </a:lnTo>
                <a:lnTo>
                  <a:pt x="1" y="8"/>
                </a:lnTo>
                <a:lnTo>
                  <a:pt x="3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16" y="3"/>
                </a:lnTo>
                <a:lnTo>
                  <a:pt x="18" y="2"/>
                </a:lnTo>
                <a:lnTo>
                  <a:pt x="20" y="2"/>
                </a:lnTo>
                <a:lnTo>
                  <a:pt x="22" y="1"/>
                </a:lnTo>
                <a:lnTo>
                  <a:pt x="25" y="1"/>
                </a:lnTo>
                <a:lnTo>
                  <a:pt x="27" y="0"/>
                </a:lnTo>
                <a:lnTo>
                  <a:pt x="29" y="0"/>
                </a:lnTo>
                <a:lnTo>
                  <a:pt x="31" y="0"/>
                </a:lnTo>
                <a:lnTo>
                  <a:pt x="33" y="0"/>
                </a:lnTo>
                <a:lnTo>
                  <a:pt x="34" y="2"/>
                </a:lnTo>
                <a:lnTo>
                  <a:pt x="35" y="4"/>
                </a:lnTo>
                <a:lnTo>
                  <a:pt x="34" y="5"/>
                </a:lnTo>
                <a:lnTo>
                  <a:pt x="33" y="7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4" name=""/>
          <p:cNvSpPr/>
          <p:nvPr/>
        </p:nvSpPr>
        <p:spPr>
          <a:xfrm>
            <a:off x="8020440" y="304380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4" y="0"/>
                </a:moveTo>
                <a:lnTo>
                  <a:pt x="6" y="1"/>
                </a:lnTo>
                <a:lnTo>
                  <a:pt x="7" y="4"/>
                </a:lnTo>
                <a:lnTo>
                  <a:pt x="7" y="7"/>
                </a:lnTo>
                <a:lnTo>
                  <a:pt x="6" y="8"/>
                </a:lnTo>
                <a:lnTo>
                  <a:pt x="3" y="8"/>
                </a:lnTo>
                <a:lnTo>
                  <a:pt x="0" y="7"/>
                </a:lnTo>
                <a:lnTo>
                  <a:pt x="0" y="5"/>
                </a:lnTo>
                <a:lnTo>
                  <a:pt x="1" y="1"/>
                </a:lnTo>
                <a:lnTo>
                  <a:pt x="4" y="0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5" name=""/>
          <p:cNvSpPr/>
          <p:nvPr/>
        </p:nvSpPr>
        <p:spPr>
          <a:xfrm>
            <a:off x="8018280" y="303948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1" y="2"/>
                </a:moveTo>
                <a:lnTo>
                  <a:pt x="2" y="0"/>
                </a:lnTo>
                <a:lnTo>
                  <a:pt x="6" y="0"/>
                </a:lnTo>
                <a:lnTo>
                  <a:pt x="7" y="3"/>
                </a:lnTo>
                <a:lnTo>
                  <a:pt x="8" y="5"/>
                </a:lnTo>
                <a:lnTo>
                  <a:pt x="7" y="8"/>
                </a:lnTo>
                <a:lnTo>
                  <a:pt x="4" y="11"/>
                </a:lnTo>
                <a:lnTo>
                  <a:pt x="2" y="11"/>
                </a:lnTo>
                <a:lnTo>
                  <a:pt x="0" y="9"/>
                </a:lnTo>
                <a:lnTo>
                  <a:pt x="0" y="8"/>
                </a:lnTo>
                <a:lnTo>
                  <a:pt x="0" y="6"/>
                </a:lnTo>
                <a:lnTo>
                  <a:pt x="1" y="2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6" name=""/>
          <p:cNvSpPr/>
          <p:nvPr/>
        </p:nvSpPr>
        <p:spPr>
          <a:xfrm>
            <a:off x="8006760" y="3031920"/>
            <a:ext cx="6840" cy="6480"/>
          </a:xfrm>
          <a:custGeom>
            <a:avLst/>
            <a:gdLst/>
            <a:ahLst/>
            <a:rect l="0" t="0" r="r" b="b"/>
            <a:pathLst>
              <a:path w="19" h="18">
                <a:moveTo>
                  <a:pt x="2" y="10"/>
                </a:moveTo>
                <a:lnTo>
                  <a:pt x="6" y="9"/>
                </a:lnTo>
                <a:lnTo>
                  <a:pt x="8" y="7"/>
                </a:lnTo>
                <a:lnTo>
                  <a:pt x="11" y="5"/>
                </a:lnTo>
                <a:lnTo>
                  <a:pt x="14" y="3"/>
                </a:lnTo>
                <a:lnTo>
                  <a:pt x="17" y="0"/>
                </a:lnTo>
                <a:lnTo>
                  <a:pt x="18" y="2"/>
                </a:lnTo>
                <a:lnTo>
                  <a:pt x="19" y="3"/>
                </a:lnTo>
                <a:lnTo>
                  <a:pt x="18" y="6"/>
                </a:lnTo>
                <a:lnTo>
                  <a:pt x="16" y="8"/>
                </a:lnTo>
                <a:lnTo>
                  <a:pt x="13" y="9"/>
                </a:lnTo>
                <a:lnTo>
                  <a:pt x="11" y="10"/>
                </a:lnTo>
                <a:lnTo>
                  <a:pt x="9" y="11"/>
                </a:lnTo>
                <a:lnTo>
                  <a:pt x="6" y="13"/>
                </a:lnTo>
                <a:lnTo>
                  <a:pt x="3" y="16"/>
                </a:lnTo>
                <a:lnTo>
                  <a:pt x="3" y="18"/>
                </a:lnTo>
                <a:lnTo>
                  <a:pt x="1" y="16"/>
                </a:lnTo>
                <a:lnTo>
                  <a:pt x="0" y="15"/>
                </a:lnTo>
                <a:lnTo>
                  <a:pt x="0" y="13"/>
                </a:lnTo>
                <a:lnTo>
                  <a:pt x="1" y="11"/>
                </a:lnTo>
                <a:lnTo>
                  <a:pt x="2" y="10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7" name=""/>
          <p:cNvSpPr/>
          <p:nvPr/>
        </p:nvSpPr>
        <p:spPr>
          <a:xfrm>
            <a:off x="8016480" y="3029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8" name=""/>
          <p:cNvSpPr/>
          <p:nvPr/>
        </p:nvSpPr>
        <p:spPr>
          <a:xfrm>
            <a:off x="8022240" y="302112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0" y="3"/>
                </a:move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7" y="5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9" name=""/>
          <p:cNvSpPr/>
          <p:nvPr/>
        </p:nvSpPr>
        <p:spPr>
          <a:xfrm>
            <a:off x="8313120" y="3014280"/>
            <a:ext cx="4680" cy="5760"/>
          </a:xfrm>
          <a:custGeom>
            <a:avLst/>
            <a:gdLst/>
            <a:ahLst/>
            <a:rect l="0" t="0" r="r" b="b"/>
            <a:pathLst>
              <a:path w="13" h="16">
                <a:moveTo>
                  <a:pt x="6" y="0"/>
                </a:moveTo>
                <a:lnTo>
                  <a:pt x="11" y="1"/>
                </a:lnTo>
                <a:lnTo>
                  <a:pt x="13" y="3"/>
                </a:lnTo>
                <a:lnTo>
                  <a:pt x="13" y="8"/>
                </a:lnTo>
                <a:lnTo>
                  <a:pt x="12" y="11"/>
                </a:lnTo>
                <a:lnTo>
                  <a:pt x="10" y="15"/>
                </a:lnTo>
                <a:lnTo>
                  <a:pt x="6" y="16"/>
                </a:lnTo>
                <a:lnTo>
                  <a:pt x="1" y="13"/>
                </a:lnTo>
                <a:lnTo>
                  <a:pt x="0" y="10"/>
                </a:lnTo>
                <a:lnTo>
                  <a:pt x="1" y="6"/>
                </a:lnTo>
                <a:lnTo>
                  <a:pt x="3" y="2"/>
                </a:lnTo>
                <a:lnTo>
                  <a:pt x="6" y="0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0" name=""/>
          <p:cNvSpPr/>
          <p:nvPr/>
        </p:nvSpPr>
        <p:spPr>
          <a:xfrm>
            <a:off x="8032680" y="301248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3" y="2"/>
                </a:moveTo>
                <a:lnTo>
                  <a:pt x="4" y="0"/>
                </a:lnTo>
                <a:lnTo>
                  <a:pt x="6" y="0"/>
                </a:lnTo>
                <a:lnTo>
                  <a:pt x="8" y="0"/>
                </a:lnTo>
                <a:lnTo>
                  <a:pt x="8" y="3"/>
                </a:lnTo>
                <a:lnTo>
                  <a:pt x="6" y="5"/>
                </a:lnTo>
                <a:lnTo>
                  <a:pt x="5" y="7"/>
                </a:lnTo>
                <a:lnTo>
                  <a:pt x="2" y="8"/>
                </a:lnTo>
                <a:lnTo>
                  <a:pt x="1" y="8"/>
                </a:lnTo>
                <a:lnTo>
                  <a:pt x="0" y="8"/>
                </a:lnTo>
                <a:lnTo>
                  <a:pt x="0" y="6"/>
                </a:lnTo>
                <a:lnTo>
                  <a:pt x="0" y="4"/>
                </a:lnTo>
                <a:lnTo>
                  <a:pt x="3" y="2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1" name=""/>
          <p:cNvSpPr/>
          <p:nvPr/>
        </p:nvSpPr>
        <p:spPr>
          <a:xfrm>
            <a:off x="8084520" y="2832480"/>
            <a:ext cx="9720" cy="6480"/>
          </a:xfrm>
          <a:custGeom>
            <a:avLst/>
            <a:gdLst/>
            <a:ahLst/>
            <a:rect l="0" t="0" r="r" b="b"/>
            <a:pathLst>
              <a:path w="27" h="18">
                <a:moveTo>
                  <a:pt x="1" y="4"/>
                </a:moveTo>
                <a:lnTo>
                  <a:pt x="5" y="1"/>
                </a:lnTo>
                <a:lnTo>
                  <a:pt x="10" y="0"/>
                </a:lnTo>
                <a:lnTo>
                  <a:pt x="15" y="0"/>
                </a:lnTo>
                <a:lnTo>
                  <a:pt x="20" y="1"/>
                </a:lnTo>
                <a:lnTo>
                  <a:pt x="25" y="1"/>
                </a:lnTo>
                <a:lnTo>
                  <a:pt x="27" y="5"/>
                </a:lnTo>
                <a:lnTo>
                  <a:pt x="26" y="9"/>
                </a:lnTo>
                <a:lnTo>
                  <a:pt x="24" y="13"/>
                </a:lnTo>
                <a:lnTo>
                  <a:pt x="21" y="16"/>
                </a:lnTo>
                <a:lnTo>
                  <a:pt x="17" y="18"/>
                </a:lnTo>
                <a:lnTo>
                  <a:pt x="13" y="18"/>
                </a:lnTo>
                <a:lnTo>
                  <a:pt x="8" y="17"/>
                </a:lnTo>
                <a:lnTo>
                  <a:pt x="3" y="15"/>
                </a:lnTo>
                <a:lnTo>
                  <a:pt x="0" y="8"/>
                </a:lnTo>
                <a:lnTo>
                  <a:pt x="1" y="4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2" name=""/>
          <p:cNvSpPr/>
          <p:nvPr/>
        </p:nvSpPr>
        <p:spPr>
          <a:xfrm>
            <a:off x="8024760" y="2816280"/>
            <a:ext cx="5400" cy="5040"/>
          </a:xfrm>
          <a:custGeom>
            <a:avLst/>
            <a:gdLst/>
            <a:ahLst/>
            <a:rect l="0" t="0" r="r" b="b"/>
            <a:pathLst>
              <a:path w="15" h="14">
                <a:moveTo>
                  <a:pt x="1" y="4"/>
                </a:moveTo>
                <a:lnTo>
                  <a:pt x="2" y="2"/>
                </a:lnTo>
                <a:lnTo>
                  <a:pt x="5" y="1"/>
                </a:lnTo>
                <a:lnTo>
                  <a:pt x="7" y="0"/>
                </a:lnTo>
                <a:lnTo>
                  <a:pt x="9" y="1"/>
                </a:lnTo>
                <a:lnTo>
                  <a:pt x="13" y="3"/>
                </a:lnTo>
                <a:lnTo>
                  <a:pt x="14" y="5"/>
                </a:lnTo>
                <a:lnTo>
                  <a:pt x="15" y="8"/>
                </a:lnTo>
                <a:lnTo>
                  <a:pt x="13" y="11"/>
                </a:lnTo>
                <a:lnTo>
                  <a:pt x="10" y="13"/>
                </a:lnTo>
                <a:lnTo>
                  <a:pt x="7" y="14"/>
                </a:lnTo>
                <a:lnTo>
                  <a:pt x="5" y="14"/>
                </a:lnTo>
                <a:lnTo>
                  <a:pt x="3" y="14"/>
                </a:lnTo>
                <a:lnTo>
                  <a:pt x="1" y="12"/>
                </a:lnTo>
                <a:lnTo>
                  <a:pt x="0" y="9"/>
                </a:lnTo>
                <a:lnTo>
                  <a:pt x="1" y="4"/>
                </a:lnTo>
                <a:close/>
              </a:path>
            </a:pathLst>
          </a:custGeom>
          <a:solidFill>
            <a:srgbClr val="FFEFA6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3" name=""/>
          <p:cNvSpPr/>
          <p:nvPr/>
        </p:nvSpPr>
        <p:spPr>
          <a:xfrm>
            <a:off x="7942680" y="1087200"/>
            <a:ext cx="340200" cy="506160"/>
          </a:xfrm>
          <a:custGeom>
            <a:avLst/>
            <a:gdLst/>
            <a:ahLst/>
            <a:rect l="0" t="0" r="r" b="b"/>
            <a:pathLst>
              <a:path w="945" h="1406">
                <a:moveTo>
                  <a:pt x="563" y="1"/>
                </a:moveTo>
                <a:lnTo>
                  <a:pt x="562" y="3"/>
                </a:lnTo>
                <a:lnTo>
                  <a:pt x="562" y="5"/>
                </a:lnTo>
                <a:lnTo>
                  <a:pt x="561" y="6"/>
                </a:lnTo>
                <a:lnTo>
                  <a:pt x="564" y="9"/>
                </a:lnTo>
                <a:lnTo>
                  <a:pt x="565" y="9"/>
                </a:lnTo>
                <a:lnTo>
                  <a:pt x="567" y="10"/>
                </a:lnTo>
                <a:lnTo>
                  <a:pt x="568" y="11"/>
                </a:lnTo>
                <a:lnTo>
                  <a:pt x="569" y="13"/>
                </a:lnTo>
                <a:lnTo>
                  <a:pt x="570" y="14"/>
                </a:lnTo>
                <a:lnTo>
                  <a:pt x="571" y="14"/>
                </a:lnTo>
                <a:lnTo>
                  <a:pt x="571" y="15"/>
                </a:lnTo>
                <a:lnTo>
                  <a:pt x="571" y="14"/>
                </a:lnTo>
                <a:lnTo>
                  <a:pt x="572" y="14"/>
                </a:lnTo>
                <a:lnTo>
                  <a:pt x="572" y="15"/>
                </a:lnTo>
                <a:lnTo>
                  <a:pt x="575" y="19"/>
                </a:lnTo>
                <a:lnTo>
                  <a:pt x="574" y="20"/>
                </a:lnTo>
                <a:lnTo>
                  <a:pt x="575" y="23"/>
                </a:lnTo>
                <a:lnTo>
                  <a:pt x="576" y="24"/>
                </a:lnTo>
                <a:lnTo>
                  <a:pt x="577" y="24"/>
                </a:lnTo>
                <a:lnTo>
                  <a:pt x="578" y="24"/>
                </a:lnTo>
                <a:lnTo>
                  <a:pt x="578" y="25"/>
                </a:lnTo>
                <a:lnTo>
                  <a:pt x="581" y="26"/>
                </a:lnTo>
                <a:lnTo>
                  <a:pt x="583" y="26"/>
                </a:lnTo>
                <a:lnTo>
                  <a:pt x="584" y="27"/>
                </a:lnTo>
                <a:lnTo>
                  <a:pt x="586" y="29"/>
                </a:lnTo>
                <a:lnTo>
                  <a:pt x="587" y="29"/>
                </a:lnTo>
                <a:lnTo>
                  <a:pt x="587" y="31"/>
                </a:lnTo>
                <a:lnTo>
                  <a:pt x="591" y="35"/>
                </a:lnTo>
                <a:lnTo>
                  <a:pt x="593" y="35"/>
                </a:lnTo>
                <a:lnTo>
                  <a:pt x="593" y="36"/>
                </a:lnTo>
                <a:lnTo>
                  <a:pt x="594" y="36"/>
                </a:lnTo>
                <a:lnTo>
                  <a:pt x="594" y="37"/>
                </a:lnTo>
                <a:lnTo>
                  <a:pt x="595" y="37"/>
                </a:lnTo>
                <a:lnTo>
                  <a:pt x="596" y="38"/>
                </a:lnTo>
                <a:lnTo>
                  <a:pt x="597" y="38"/>
                </a:lnTo>
                <a:lnTo>
                  <a:pt x="598" y="38"/>
                </a:lnTo>
                <a:lnTo>
                  <a:pt x="599" y="39"/>
                </a:lnTo>
                <a:lnTo>
                  <a:pt x="600" y="40"/>
                </a:lnTo>
                <a:lnTo>
                  <a:pt x="600" y="41"/>
                </a:lnTo>
                <a:lnTo>
                  <a:pt x="600" y="42"/>
                </a:lnTo>
                <a:lnTo>
                  <a:pt x="600" y="43"/>
                </a:lnTo>
                <a:lnTo>
                  <a:pt x="601" y="43"/>
                </a:lnTo>
                <a:lnTo>
                  <a:pt x="602" y="43"/>
                </a:lnTo>
                <a:lnTo>
                  <a:pt x="602" y="44"/>
                </a:lnTo>
                <a:lnTo>
                  <a:pt x="602" y="45"/>
                </a:lnTo>
                <a:lnTo>
                  <a:pt x="602" y="47"/>
                </a:lnTo>
                <a:lnTo>
                  <a:pt x="601" y="47"/>
                </a:lnTo>
                <a:lnTo>
                  <a:pt x="600" y="47"/>
                </a:lnTo>
                <a:lnTo>
                  <a:pt x="600" y="51"/>
                </a:lnTo>
                <a:lnTo>
                  <a:pt x="600" y="52"/>
                </a:lnTo>
                <a:lnTo>
                  <a:pt x="601" y="55"/>
                </a:lnTo>
                <a:lnTo>
                  <a:pt x="602" y="55"/>
                </a:lnTo>
                <a:lnTo>
                  <a:pt x="603" y="56"/>
                </a:lnTo>
                <a:lnTo>
                  <a:pt x="603" y="57"/>
                </a:lnTo>
                <a:lnTo>
                  <a:pt x="603" y="58"/>
                </a:lnTo>
                <a:lnTo>
                  <a:pt x="605" y="58"/>
                </a:lnTo>
                <a:lnTo>
                  <a:pt x="606" y="58"/>
                </a:lnTo>
                <a:lnTo>
                  <a:pt x="608" y="59"/>
                </a:lnTo>
                <a:lnTo>
                  <a:pt x="609" y="61"/>
                </a:lnTo>
                <a:lnTo>
                  <a:pt x="609" y="64"/>
                </a:lnTo>
                <a:lnTo>
                  <a:pt x="607" y="66"/>
                </a:lnTo>
                <a:lnTo>
                  <a:pt x="606" y="67"/>
                </a:lnTo>
                <a:lnTo>
                  <a:pt x="605" y="67"/>
                </a:lnTo>
                <a:lnTo>
                  <a:pt x="604" y="67"/>
                </a:lnTo>
                <a:lnTo>
                  <a:pt x="604" y="68"/>
                </a:lnTo>
                <a:lnTo>
                  <a:pt x="603" y="68"/>
                </a:lnTo>
                <a:lnTo>
                  <a:pt x="603" y="70"/>
                </a:lnTo>
                <a:lnTo>
                  <a:pt x="602" y="70"/>
                </a:lnTo>
                <a:lnTo>
                  <a:pt x="601" y="71"/>
                </a:lnTo>
                <a:lnTo>
                  <a:pt x="601" y="70"/>
                </a:lnTo>
                <a:lnTo>
                  <a:pt x="600" y="70"/>
                </a:lnTo>
                <a:lnTo>
                  <a:pt x="600" y="71"/>
                </a:lnTo>
                <a:lnTo>
                  <a:pt x="599" y="71"/>
                </a:lnTo>
                <a:lnTo>
                  <a:pt x="599" y="72"/>
                </a:lnTo>
                <a:lnTo>
                  <a:pt x="598" y="72"/>
                </a:lnTo>
                <a:lnTo>
                  <a:pt x="597" y="73"/>
                </a:lnTo>
                <a:lnTo>
                  <a:pt x="597" y="74"/>
                </a:lnTo>
                <a:lnTo>
                  <a:pt x="598" y="75"/>
                </a:lnTo>
                <a:lnTo>
                  <a:pt x="599" y="76"/>
                </a:lnTo>
                <a:lnTo>
                  <a:pt x="602" y="77"/>
                </a:lnTo>
                <a:lnTo>
                  <a:pt x="603" y="78"/>
                </a:lnTo>
                <a:lnTo>
                  <a:pt x="604" y="79"/>
                </a:lnTo>
                <a:lnTo>
                  <a:pt x="605" y="79"/>
                </a:lnTo>
                <a:lnTo>
                  <a:pt x="606" y="79"/>
                </a:lnTo>
                <a:lnTo>
                  <a:pt x="607" y="80"/>
                </a:lnTo>
                <a:lnTo>
                  <a:pt x="608" y="81"/>
                </a:lnTo>
                <a:lnTo>
                  <a:pt x="608" y="82"/>
                </a:lnTo>
                <a:lnTo>
                  <a:pt x="609" y="83"/>
                </a:lnTo>
                <a:lnTo>
                  <a:pt x="610" y="83"/>
                </a:lnTo>
                <a:lnTo>
                  <a:pt x="611" y="82"/>
                </a:lnTo>
                <a:lnTo>
                  <a:pt x="612" y="83"/>
                </a:lnTo>
                <a:lnTo>
                  <a:pt x="613" y="83"/>
                </a:lnTo>
                <a:lnTo>
                  <a:pt x="614" y="83"/>
                </a:lnTo>
                <a:lnTo>
                  <a:pt x="617" y="84"/>
                </a:lnTo>
                <a:lnTo>
                  <a:pt x="618" y="85"/>
                </a:lnTo>
                <a:lnTo>
                  <a:pt x="620" y="86"/>
                </a:lnTo>
                <a:lnTo>
                  <a:pt x="621" y="87"/>
                </a:lnTo>
                <a:lnTo>
                  <a:pt x="620" y="89"/>
                </a:lnTo>
                <a:lnTo>
                  <a:pt x="619" y="91"/>
                </a:lnTo>
                <a:lnTo>
                  <a:pt x="618" y="94"/>
                </a:lnTo>
                <a:lnTo>
                  <a:pt x="619" y="95"/>
                </a:lnTo>
                <a:lnTo>
                  <a:pt x="619" y="96"/>
                </a:lnTo>
                <a:lnTo>
                  <a:pt x="619" y="97"/>
                </a:lnTo>
                <a:lnTo>
                  <a:pt x="619" y="98"/>
                </a:lnTo>
                <a:lnTo>
                  <a:pt x="618" y="98"/>
                </a:lnTo>
                <a:lnTo>
                  <a:pt x="618" y="99"/>
                </a:lnTo>
                <a:lnTo>
                  <a:pt x="619" y="99"/>
                </a:lnTo>
                <a:lnTo>
                  <a:pt x="620" y="100"/>
                </a:lnTo>
                <a:lnTo>
                  <a:pt x="622" y="101"/>
                </a:lnTo>
                <a:lnTo>
                  <a:pt x="624" y="101"/>
                </a:lnTo>
                <a:lnTo>
                  <a:pt x="625" y="100"/>
                </a:lnTo>
                <a:lnTo>
                  <a:pt x="626" y="101"/>
                </a:lnTo>
                <a:lnTo>
                  <a:pt x="627" y="102"/>
                </a:lnTo>
                <a:lnTo>
                  <a:pt x="628" y="102"/>
                </a:lnTo>
                <a:lnTo>
                  <a:pt x="629" y="102"/>
                </a:lnTo>
                <a:lnTo>
                  <a:pt x="630" y="103"/>
                </a:lnTo>
                <a:lnTo>
                  <a:pt x="630" y="104"/>
                </a:lnTo>
                <a:lnTo>
                  <a:pt x="629" y="104"/>
                </a:lnTo>
                <a:lnTo>
                  <a:pt x="629" y="106"/>
                </a:lnTo>
                <a:lnTo>
                  <a:pt x="629" y="107"/>
                </a:lnTo>
                <a:lnTo>
                  <a:pt x="630" y="107"/>
                </a:lnTo>
                <a:lnTo>
                  <a:pt x="630" y="108"/>
                </a:lnTo>
                <a:lnTo>
                  <a:pt x="629" y="108"/>
                </a:lnTo>
                <a:lnTo>
                  <a:pt x="628" y="107"/>
                </a:lnTo>
                <a:lnTo>
                  <a:pt x="627" y="107"/>
                </a:lnTo>
                <a:lnTo>
                  <a:pt x="626" y="107"/>
                </a:lnTo>
                <a:lnTo>
                  <a:pt x="627" y="107"/>
                </a:lnTo>
                <a:lnTo>
                  <a:pt x="628" y="109"/>
                </a:lnTo>
                <a:lnTo>
                  <a:pt x="628" y="110"/>
                </a:lnTo>
                <a:lnTo>
                  <a:pt x="628" y="111"/>
                </a:lnTo>
                <a:lnTo>
                  <a:pt x="627" y="111"/>
                </a:lnTo>
                <a:lnTo>
                  <a:pt x="625" y="112"/>
                </a:lnTo>
                <a:lnTo>
                  <a:pt x="624" y="112"/>
                </a:lnTo>
                <a:lnTo>
                  <a:pt x="624" y="113"/>
                </a:lnTo>
                <a:lnTo>
                  <a:pt x="628" y="114"/>
                </a:lnTo>
                <a:lnTo>
                  <a:pt x="630" y="114"/>
                </a:lnTo>
                <a:lnTo>
                  <a:pt x="631" y="114"/>
                </a:lnTo>
                <a:lnTo>
                  <a:pt x="636" y="113"/>
                </a:lnTo>
                <a:lnTo>
                  <a:pt x="638" y="110"/>
                </a:lnTo>
                <a:lnTo>
                  <a:pt x="639" y="110"/>
                </a:lnTo>
                <a:lnTo>
                  <a:pt x="639" y="109"/>
                </a:lnTo>
                <a:lnTo>
                  <a:pt x="640" y="107"/>
                </a:lnTo>
                <a:lnTo>
                  <a:pt x="640" y="106"/>
                </a:lnTo>
                <a:lnTo>
                  <a:pt x="639" y="106"/>
                </a:lnTo>
                <a:lnTo>
                  <a:pt x="638" y="106"/>
                </a:lnTo>
                <a:lnTo>
                  <a:pt x="638" y="105"/>
                </a:lnTo>
                <a:lnTo>
                  <a:pt x="638" y="104"/>
                </a:lnTo>
                <a:lnTo>
                  <a:pt x="638" y="102"/>
                </a:lnTo>
                <a:lnTo>
                  <a:pt x="639" y="102"/>
                </a:lnTo>
                <a:lnTo>
                  <a:pt x="640" y="100"/>
                </a:lnTo>
                <a:lnTo>
                  <a:pt x="641" y="100"/>
                </a:lnTo>
                <a:lnTo>
                  <a:pt x="642" y="100"/>
                </a:lnTo>
                <a:lnTo>
                  <a:pt x="643" y="100"/>
                </a:lnTo>
                <a:lnTo>
                  <a:pt x="644" y="100"/>
                </a:lnTo>
                <a:lnTo>
                  <a:pt x="645" y="100"/>
                </a:lnTo>
                <a:lnTo>
                  <a:pt x="646" y="100"/>
                </a:lnTo>
                <a:lnTo>
                  <a:pt x="646" y="101"/>
                </a:lnTo>
                <a:lnTo>
                  <a:pt x="646" y="102"/>
                </a:lnTo>
                <a:lnTo>
                  <a:pt x="648" y="104"/>
                </a:lnTo>
                <a:lnTo>
                  <a:pt x="649" y="105"/>
                </a:lnTo>
                <a:lnTo>
                  <a:pt x="650" y="105"/>
                </a:lnTo>
                <a:lnTo>
                  <a:pt x="650" y="106"/>
                </a:lnTo>
                <a:lnTo>
                  <a:pt x="651" y="107"/>
                </a:lnTo>
                <a:lnTo>
                  <a:pt x="650" y="107"/>
                </a:lnTo>
                <a:lnTo>
                  <a:pt x="650" y="109"/>
                </a:lnTo>
                <a:lnTo>
                  <a:pt x="649" y="110"/>
                </a:lnTo>
                <a:lnTo>
                  <a:pt x="649" y="112"/>
                </a:lnTo>
                <a:lnTo>
                  <a:pt x="648" y="112"/>
                </a:lnTo>
                <a:lnTo>
                  <a:pt x="647" y="113"/>
                </a:lnTo>
                <a:lnTo>
                  <a:pt x="646" y="113"/>
                </a:lnTo>
                <a:lnTo>
                  <a:pt x="646" y="114"/>
                </a:lnTo>
                <a:lnTo>
                  <a:pt x="644" y="114"/>
                </a:lnTo>
                <a:lnTo>
                  <a:pt x="642" y="115"/>
                </a:lnTo>
                <a:lnTo>
                  <a:pt x="643" y="117"/>
                </a:lnTo>
                <a:lnTo>
                  <a:pt x="644" y="117"/>
                </a:lnTo>
                <a:lnTo>
                  <a:pt x="645" y="116"/>
                </a:lnTo>
                <a:lnTo>
                  <a:pt x="647" y="116"/>
                </a:lnTo>
                <a:lnTo>
                  <a:pt x="651" y="116"/>
                </a:lnTo>
                <a:lnTo>
                  <a:pt x="652" y="116"/>
                </a:lnTo>
                <a:lnTo>
                  <a:pt x="652" y="117"/>
                </a:lnTo>
                <a:lnTo>
                  <a:pt x="652" y="118"/>
                </a:lnTo>
                <a:lnTo>
                  <a:pt x="653" y="119"/>
                </a:lnTo>
                <a:lnTo>
                  <a:pt x="654" y="119"/>
                </a:lnTo>
                <a:lnTo>
                  <a:pt x="655" y="119"/>
                </a:lnTo>
                <a:lnTo>
                  <a:pt x="655" y="121"/>
                </a:lnTo>
                <a:lnTo>
                  <a:pt x="654" y="121"/>
                </a:lnTo>
                <a:lnTo>
                  <a:pt x="654" y="122"/>
                </a:lnTo>
                <a:lnTo>
                  <a:pt x="654" y="123"/>
                </a:lnTo>
                <a:lnTo>
                  <a:pt x="654" y="124"/>
                </a:lnTo>
                <a:lnTo>
                  <a:pt x="654" y="125"/>
                </a:lnTo>
                <a:lnTo>
                  <a:pt x="655" y="125"/>
                </a:lnTo>
                <a:lnTo>
                  <a:pt x="655" y="126"/>
                </a:lnTo>
                <a:lnTo>
                  <a:pt x="654" y="127"/>
                </a:lnTo>
                <a:lnTo>
                  <a:pt x="655" y="128"/>
                </a:lnTo>
                <a:lnTo>
                  <a:pt x="654" y="130"/>
                </a:lnTo>
                <a:lnTo>
                  <a:pt x="652" y="131"/>
                </a:lnTo>
                <a:lnTo>
                  <a:pt x="651" y="132"/>
                </a:lnTo>
                <a:lnTo>
                  <a:pt x="650" y="132"/>
                </a:lnTo>
                <a:lnTo>
                  <a:pt x="650" y="134"/>
                </a:lnTo>
                <a:lnTo>
                  <a:pt x="650" y="135"/>
                </a:lnTo>
                <a:lnTo>
                  <a:pt x="652" y="135"/>
                </a:lnTo>
                <a:lnTo>
                  <a:pt x="653" y="136"/>
                </a:lnTo>
                <a:lnTo>
                  <a:pt x="655" y="138"/>
                </a:lnTo>
                <a:lnTo>
                  <a:pt x="656" y="139"/>
                </a:lnTo>
                <a:lnTo>
                  <a:pt x="658" y="140"/>
                </a:lnTo>
                <a:lnTo>
                  <a:pt x="659" y="141"/>
                </a:lnTo>
                <a:lnTo>
                  <a:pt x="660" y="141"/>
                </a:lnTo>
                <a:lnTo>
                  <a:pt x="660" y="142"/>
                </a:lnTo>
                <a:lnTo>
                  <a:pt x="661" y="142"/>
                </a:lnTo>
                <a:lnTo>
                  <a:pt x="662" y="143"/>
                </a:lnTo>
                <a:lnTo>
                  <a:pt x="662" y="144"/>
                </a:lnTo>
                <a:lnTo>
                  <a:pt x="661" y="145"/>
                </a:lnTo>
                <a:lnTo>
                  <a:pt x="662" y="146"/>
                </a:lnTo>
                <a:lnTo>
                  <a:pt x="663" y="146"/>
                </a:lnTo>
                <a:lnTo>
                  <a:pt x="663" y="147"/>
                </a:lnTo>
                <a:lnTo>
                  <a:pt x="663" y="148"/>
                </a:lnTo>
                <a:lnTo>
                  <a:pt x="663" y="149"/>
                </a:lnTo>
                <a:lnTo>
                  <a:pt x="663" y="148"/>
                </a:lnTo>
                <a:lnTo>
                  <a:pt x="663" y="149"/>
                </a:lnTo>
                <a:lnTo>
                  <a:pt x="662" y="149"/>
                </a:lnTo>
                <a:lnTo>
                  <a:pt x="661" y="150"/>
                </a:lnTo>
                <a:lnTo>
                  <a:pt x="661" y="152"/>
                </a:lnTo>
                <a:lnTo>
                  <a:pt x="661" y="153"/>
                </a:lnTo>
                <a:lnTo>
                  <a:pt x="660" y="155"/>
                </a:lnTo>
                <a:lnTo>
                  <a:pt x="660" y="157"/>
                </a:lnTo>
                <a:lnTo>
                  <a:pt x="660" y="158"/>
                </a:lnTo>
                <a:lnTo>
                  <a:pt x="660" y="159"/>
                </a:lnTo>
                <a:lnTo>
                  <a:pt x="660" y="161"/>
                </a:lnTo>
                <a:lnTo>
                  <a:pt x="660" y="163"/>
                </a:lnTo>
                <a:lnTo>
                  <a:pt x="659" y="164"/>
                </a:lnTo>
                <a:lnTo>
                  <a:pt x="658" y="164"/>
                </a:lnTo>
                <a:lnTo>
                  <a:pt x="657" y="165"/>
                </a:lnTo>
                <a:lnTo>
                  <a:pt x="656" y="166"/>
                </a:lnTo>
                <a:lnTo>
                  <a:pt x="656" y="167"/>
                </a:lnTo>
                <a:lnTo>
                  <a:pt x="655" y="167"/>
                </a:lnTo>
                <a:lnTo>
                  <a:pt x="653" y="167"/>
                </a:lnTo>
                <a:lnTo>
                  <a:pt x="651" y="165"/>
                </a:lnTo>
                <a:lnTo>
                  <a:pt x="650" y="164"/>
                </a:lnTo>
                <a:lnTo>
                  <a:pt x="650" y="163"/>
                </a:lnTo>
                <a:lnTo>
                  <a:pt x="650" y="162"/>
                </a:lnTo>
                <a:lnTo>
                  <a:pt x="650" y="161"/>
                </a:lnTo>
                <a:lnTo>
                  <a:pt x="650" y="160"/>
                </a:lnTo>
                <a:lnTo>
                  <a:pt x="648" y="157"/>
                </a:lnTo>
                <a:lnTo>
                  <a:pt x="647" y="157"/>
                </a:lnTo>
                <a:lnTo>
                  <a:pt x="646" y="157"/>
                </a:lnTo>
                <a:lnTo>
                  <a:pt x="645" y="157"/>
                </a:lnTo>
                <a:lnTo>
                  <a:pt x="645" y="158"/>
                </a:lnTo>
                <a:lnTo>
                  <a:pt x="643" y="159"/>
                </a:lnTo>
                <a:lnTo>
                  <a:pt x="643" y="158"/>
                </a:lnTo>
                <a:lnTo>
                  <a:pt x="641" y="158"/>
                </a:lnTo>
                <a:lnTo>
                  <a:pt x="640" y="157"/>
                </a:lnTo>
                <a:lnTo>
                  <a:pt x="639" y="158"/>
                </a:lnTo>
                <a:lnTo>
                  <a:pt x="638" y="159"/>
                </a:lnTo>
                <a:lnTo>
                  <a:pt x="637" y="161"/>
                </a:lnTo>
                <a:lnTo>
                  <a:pt x="636" y="161"/>
                </a:lnTo>
                <a:lnTo>
                  <a:pt x="635" y="162"/>
                </a:lnTo>
                <a:lnTo>
                  <a:pt x="636" y="163"/>
                </a:lnTo>
                <a:lnTo>
                  <a:pt x="636" y="164"/>
                </a:lnTo>
                <a:lnTo>
                  <a:pt x="636" y="165"/>
                </a:lnTo>
                <a:lnTo>
                  <a:pt x="635" y="165"/>
                </a:lnTo>
                <a:lnTo>
                  <a:pt x="635" y="166"/>
                </a:lnTo>
                <a:lnTo>
                  <a:pt x="635" y="168"/>
                </a:lnTo>
                <a:lnTo>
                  <a:pt x="635" y="169"/>
                </a:lnTo>
                <a:lnTo>
                  <a:pt x="636" y="169"/>
                </a:lnTo>
                <a:lnTo>
                  <a:pt x="636" y="170"/>
                </a:lnTo>
                <a:lnTo>
                  <a:pt x="636" y="173"/>
                </a:lnTo>
                <a:lnTo>
                  <a:pt x="635" y="173"/>
                </a:lnTo>
                <a:lnTo>
                  <a:pt x="635" y="174"/>
                </a:lnTo>
                <a:lnTo>
                  <a:pt x="635" y="176"/>
                </a:lnTo>
                <a:lnTo>
                  <a:pt x="636" y="176"/>
                </a:lnTo>
                <a:lnTo>
                  <a:pt x="637" y="177"/>
                </a:lnTo>
                <a:lnTo>
                  <a:pt x="638" y="177"/>
                </a:lnTo>
                <a:lnTo>
                  <a:pt x="639" y="177"/>
                </a:lnTo>
                <a:lnTo>
                  <a:pt x="639" y="178"/>
                </a:lnTo>
                <a:lnTo>
                  <a:pt x="639" y="180"/>
                </a:lnTo>
                <a:lnTo>
                  <a:pt x="640" y="181"/>
                </a:lnTo>
                <a:lnTo>
                  <a:pt x="640" y="182"/>
                </a:lnTo>
                <a:lnTo>
                  <a:pt x="641" y="182"/>
                </a:lnTo>
                <a:lnTo>
                  <a:pt x="641" y="183"/>
                </a:lnTo>
                <a:lnTo>
                  <a:pt x="641" y="184"/>
                </a:lnTo>
                <a:lnTo>
                  <a:pt x="641" y="185"/>
                </a:lnTo>
                <a:lnTo>
                  <a:pt x="641" y="186"/>
                </a:lnTo>
                <a:lnTo>
                  <a:pt x="642" y="186"/>
                </a:lnTo>
                <a:lnTo>
                  <a:pt x="643" y="187"/>
                </a:lnTo>
                <a:lnTo>
                  <a:pt x="644" y="187"/>
                </a:lnTo>
                <a:lnTo>
                  <a:pt x="645" y="189"/>
                </a:lnTo>
                <a:lnTo>
                  <a:pt x="646" y="189"/>
                </a:lnTo>
                <a:lnTo>
                  <a:pt x="647" y="189"/>
                </a:lnTo>
                <a:lnTo>
                  <a:pt x="647" y="190"/>
                </a:lnTo>
                <a:lnTo>
                  <a:pt x="647" y="191"/>
                </a:lnTo>
                <a:lnTo>
                  <a:pt x="648" y="192"/>
                </a:lnTo>
                <a:lnTo>
                  <a:pt x="649" y="192"/>
                </a:lnTo>
                <a:lnTo>
                  <a:pt x="650" y="192"/>
                </a:lnTo>
                <a:lnTo>
                  <a:pt x="651" y="193"/>
                </a:lnTo>
                <a:lnTo>
                  <a:pt x="650" y="194"/>
                </a:lnTo>
                <a:lnTo>
                  <a:pt x="650" y="195"/>
                </a:lnTo>
                <a:lnTo>
                  <a:pt x="650" y="196"/>
                </a:lnTo>
                <a:lnTo>
                  <a:pt x="651" y="199"/>
                </a:lnTo>
                <a:lnTo>
                  <a:pt x="651" y="200"/>
                </a:lnTo>
                <a:lnTo>
                  <a:pt x="653" y="202"/>
                </a:lnTo>
                <a:lnTo>
                  <a:pt x="654" y="204"/>
                </a:lnTo>
                <a:lnTo>
                  <a:pt x="654" y="205"/>
                </a:lnTo>
                <a:lnTo>
                  <a:pt x="655" y="205"/>
                </a:lnTo>
                <a:lnTo>
                  <a:pt x="657" y="205"/>
                </a:lnTo>
                <a:lnTo>
                  <a:pt x="658" y="205"/>
                </a:lnTo>
                <a:lnTo>
                  <a:pt x="659" y="206"/>
                </a:lnTo>
                <a:lnTo>
                  <a:pt x="662" y="206"/>
                </a:lnTo>
                <a:lnTo>
                  <a:pt x="662" y="207"/>
                </a:lnTo>
                <a:lnTo>
                  <a:pt x="662" y="208"/>
                </a:lnTo>
                <a:lnTo>
                  <a:pt x="663" y="208"/>
                </a:lnTo>
                <a:lnTo>
                  <a:pt x="664" y="208"/>
                </a:lnTo>
                <a:lnTo>
                  <a:pt x="665" y="206"/>
                </a:lnTo>
                <a:lnTo>
                  <a:pt x="666" y="206"/>
                </a:lnTo>
                <a:lnTo>
                  <a:pt x="667" y="206"/>
                </a:lnTo>
                <a:lnTo>
                  <a:pt x="668" y="207"/>
                </a:lnTo>
                <a:lnTo>
                  <a:pt x="667" y="207"/>
                </a:lnTo>
                <a:lnTo>
                  <a:pt x="667" y="208"/>
                </a:lnTo>
                <a:lnTo>
                  <a:pt x="666" y="208"/>
                </a:lnTo>
                <a:lnTo>
                  <a:pt x="666" y="210"/>
                </a:lnTo>
                <a:lnTo>
                  <a:pt x="666" y="211"/>
                </a:lnTo>
                <a:lnTo>
                  <a:pt x="667" y="212"/>
                </a:lnTo>
                <a:lnTo>
                  <a:pt x="667" y="213"/>
                </a:lnTo>
                <a:lnTo>
                  <a:pt x="668" y="214"/>
                </a:lnTo>
                <a:lnTo>
                  <a:pt x="668" y="215"/>
                </a:lnTo>
                <a:lnTo>
                  <a:pt x="669" y="215"/>
                </a:lnTo>
                <a:lnTo>
                  <a:pt x="670" y="216"/>
                </a:lnTo>
                <a:lnTo>
                  <a:pt x="669" y="217"/>
                </a:lnTo>
                <a:lnTo>
                  <a:pt x="669" y="218"/>
                </a:lnTo>
                <a:lnTo>
                  <a:pt x="669" y="219"/>
                </a:lnTo>
                <a:lnTo>
                  <a:pt x="668" y="219"/>
                </a:lnTo>
                <a:lnTo>
                  <a:pt x="667" y="220"/>
                </a:lnTo>
                <a:lnTo>
                  <a:pt x="667" y="221"/>
                </a:lnTo>
                <a:lnTo>
                  <a:pt x="667" y="222"/>
                </a:lnTo>
                <a:lnTo>
                  <a:pt x="668" y="222"/>
                </a:lnTo>
                <a:lnTo>
                  <a:pt x="668" y="223"/>
                </a:lnTo>
                <a:lnTo>
                  <a:pt x="667" y="223"/>
                </a:lnTo>
                <a:lnTo>
                  <a:pt x="666" y="223"/>
                </a:lnTo>
                <a:lnTo>
                  <a:pt x="664" y="224"/>
                </a:lnTo>
                <a:lnTo>
                  <a:pt x="663" y="225"/>
                </a:lnTo>
                <a:lnTo>
                  <a:pt x="663" y="227"/>
                </a:lnTo>
                <a:lnTo>
                  <a:pt x="663" y="228"/>
                </a:lnTo>
                <a:lnTo>
                  <a:pt x="664" y="228"/>
                </a:lnTo>
                <a:lnTo>
                  <a:pt x="665" y="228"/>
                </a:lnTo>
                <a:lnTo>
                  <a:pt x="666" y="228"/>
                </a:lnTo>
                <a:lnTo>
                  <a:pt x="667" y="228"/>
                </a:lnTo>
                <a:lnTo>
                  <a:pt x="668" y="228"/>
                </a:lnTo>
                <a:lnTo>
                  <a:pt x="669" y="229"/>
                </a:lnTo>
                <a:lnTo>
                  <a:pt x="671" y="229"/>
                </a:lnTo>
                <a:lnTo>
                  <a:pt x="672" y="230"/>
                </a:lnTo>
                <a:lnTo>
                  <a:pt x="673" y="229"/>
                </a:lnTo>
                <a:lnTo>
                  <a:pt x="673" y="230"/>
                </a:lnTo>
                <a:lnTo>
                  <a:pt x="674" y="230"/>
                </a:lnTo>
                <a:lnTo>
                  <a:pt x="674" y="231"/>
                </a:lnTo>
                <a:lnTo>
                  <a:pt x="675" y="232"/>
                </a:lnTo>
                <a:lnTo>
                  <a:pt x="676" y="234"/>
                </a:lnTo>
                <a:lnTo>
                  <a:pt x="677" y="235"/>
                </a:lnTo>
                <a:lnTo>
                  <a:pt x="677" y="238"/>
                </a:lnTo>
                <a:lnTo>
                  <a:pt x="677" y="240"/>
                </a:lnTo>
                <a:lnTo>
                  <a:pt x="677" y="241"/>
                </a:lnTo>
                <a:lnTo>
                  <a:pt x="678" y="241"/>
                </a:lnTo>
                <a:lnTo>
                  <a:pt x="679" y="241"/>
                </a:lnTo>
                <a:lnTo>
                  <a:pt x="679" y="242"/>
                </a:lnTo>
                <a:lnTo>
                  <a:pt x="680" y="242"/>
                </a:lnTo>
                <a:lnTo>
                  <a:pt x="679" y="242"/>
                </a:lnTo>
                <a:lnTo>
                  <a:pt x="678" y="244"/>
                </a:lnTo>
                <a:lnTo>
                  <a:pt x="677" y="245"/>
                </a:lnTo>
                <a:lnTo>
                  <a:pt x="678" y="246"/>
                </a:lnTo>
                <a:lnTo>
                  <a:pt x="679" y="247"/>
                </a:lnTo>
                <a:lnTo>
                  <a:pt x="679" y="248"/>
                </a:lnTo>
                <a:lnTo>
                  <a:pt x="680" y="251"/>
                </a:lnTo>
                <a:lnTo>
                  <a:pt x="680" y="252"/>
                </a:lnTo>
                <a:lnTo>
                  <a:pt x="680" y="253"/>
                </a:lnTo>
                <a:lnTo>
                  <a:pt x="679" y="253"/>
                </a:lnTo>
                <a:lnTo>
                  <a:pt x="680" y="254"/>
                </a:lnTo>
                <a:lnTo>
                  <a:pt x="682" y="256"/>
                </a:lnTo>
                <a:lnTo>
                  <a:pt x="683" y="257"/>
                </a:lnTo>
                <a:lnTo>
                  <a:pt x="687" y="257"/>
                </a:lnTo>
                <a:lnTo>
                  <a:pt x="687" y="256"/>
                </a:lnTo>
                <a:lnTo>
                  <a:pt x="687" y="255"/>
                </a:lnTo>
                <a:lnTo>
                  <a:pt x="688" y="254"/>
                </a:lnTo>
                <a:lnTo>
                  <a:pt x="688" y="255"/>
                </a:lnTo>
                <a:lnTo>
                  <a:pt x="689" y="255"/>
                </a:lnTo>
                <a:lnTo>
                  <a:pt x="689" y="253"/>
                </a:lnTo>
                <a:lnTo>
                  <a:pt x="688" y="252"/>
                </a:lnTo>
                <a:lnTo>
                  <a:pt x="688" y="251"/>
                </a:lnTo>
                <a:lnTo>
                  <a:pt x="690" y="251"/>
                </a:lnTo>
                <a:lnTo>
                  <a:pt x="691" y="251"/>
                </a:lnTo>
                <a:lnTo>
                  <a:pt x="691" y="250"/>
                </a:lnTo>
                <a:lnTo>
                  <a:pt x="692" y="250"/>
                </a:lnTo>
                <a:lnTo>
                  <a:pt x="693" y="250"/>
                </a:lnTo>
                <a:lnTo>
                  <a:pt x="694" y="249"/>
                </a:lnTo>
                <a:lnTo>
                  <a:pt x="695" y="248"/>
                </a:lnTo>
                <a:lnTo>
                  <a:pt x="696" y="248"/>
                </a:lnTo>
                <a:lnTo>
                  <a:pt x="698" y="248"/>
                </a:lnTo>
                <a:lnTo>
                  <a:pt x="699" y="248"/>
                </a:lnTo>
                <a:lnTo>
                  <a:pt x="703" y="247"/>
                </a:lnTo>
                <a:lnTo>
                  <a:pt x="704" y="246"/>
                </a:lnTo>
                <a:lnTo>
                  <a:pt x="704" y="244"/>
                </a:lnTo>
                <a:lnTo>
                  <a:pt x="705" y="244"/>
                </a:lnTo>
                <a:lnTo>
                  <a:pt x="706" y="244"/>
                </a:lnTo>
                <a:lnTo>
                  <a:pt x="706" y="245"/>
                </a:lnTo>
                <a:lnTo>
                  <a:pt x="707" y="246"/>
                </a:lnTo>
                <a:lnTo>
                  <a:pt x="708" y="245"/>
                </a:lnTo>
                <a:lnTo>
                  <a:pt x="709" y="244"/>
                </a:lnTo>
                <a:lnTo>
                  <a:pt x="710" y="244"/>
                </a:lnTo>
                <a:lnTo>
                  <a:pt x="710" y="245"/>
                </a:lnTo>
                <a:lnTo>
                  <a:pt x="712" y="244"/>
                </a:lnTo>
                <a:lnTo>
                  <a:pt x="714" y="244"/>
                </a:lnTo>
                <a:lnTo>
                  <a:pt x="715" y="245"/>
                </a:lnTo>
                <a:lnTo>
                  <a:pt x="716" y="245"/>
                </a:lnTo>
                <a:lnTo>
                  <a:pt x="717" y="245"/>
                </a:lnTo>
                <a:lnTo>
                  <a:pt x="717" y="244"/>
                </a:lnTo>
                <a:lnTo>
                  <a:pt x="718" y="244"/>
                </a:lnTo>
                <a:lnTo>
                  <a:pt x="719" y="245"/>
                </a:lnTo>
                <a:lnTo>
                  <a:pt x="721" y="244"/>
                </a:lnTo>
                <a:lnTo>
                  <a:pt x="723" y="244"/>
                </a:lnTo>
                <a:lnTo>
                  <a:pt x="724" y="244"/>
                </a:lnTo>
                <a:lnTo>
                  <a:pt x="725" y="243"/>
                </a:lnTo>
                <a:lnTo>
                  <a:pt x="725" y="242"/>
                </a:lnTo>
                <a:lnTo>
                  <a:pt x="726" y="242"/>
                </a:lnTo>
                <a:lnTo>
                  <a:pt x="727" y="243"/>
                </a:lnTo>
                <a:lnTo>
                  <a:pt x="729" y="245"/>
                </a:lnTo>
                <a:lnTo>
                  <a:pt x="730" y="245"/>
                </a:lnTo>
                <a:lnTo>
                  <a:pt x="731" y="246"/>
                </a:lnTo>
                <a:lnTo>
                  <a:pt x="731" y="245"/>
                </a:lnTo>
                <a:lnTo>
                  <a:pt x="732" y="245"/>
                </a:lnTo>
                <a:lnTo>
                  <a:pt x="733" y="246"/>
                </a:lnTo>
                <a:lnTo>
                  <a:pt x="734" y="247"/>
                </a:lnTo>
                <a:lnTo>
                  <a:pt x="737" y="247"/>
                </a:lnTo>
                <a:lnTo>
                  <a:pt x="738" y="247"/>
                </a:lnTo>
                <a:lnTo>
                  <a:pt x="739" y="247"/>
                </a:lnTo>
                <a:lnTo>
                  <a:pt x="740" y="246"/>
                </a:lnTo>
                <a:lnTo>
                  <a:pt x="740" y="245"/>
                </a:lnTo>
                <a:lnTo>
                  <a:pt x="741" y="243"/>
                </a:lnTo>
                <a:lnTo>
                  <a:pt x="741" y="242"/>
                </a:lnTo>
                <a:lnTo>
                  <a:pt x="741" y="241"/>
                </a:lnTo>
                <a:lnTo>
                  <a:pt x="742" y="239"/>
                </a:lnTo>
                <a:lnTo>
                  <a:pt x="743" y="239"/>
                </a:lnTo>
                <a:lnTo>
                  <a:pt x="744" y="238"/>
                </a:lnTo>
                <a:lnTo>
                  <a:pt x="745" y="238"/>
                </a:lnTo>
                <a:lnTo>
                  <a:pt x="746" y="238"/>
                </a:lnTo>
                <a:lnTo>
                  <a:pt x="748" y="237"/>
                </a:lnTo>
                <a:lnTo>
                  <a:pt x="748" y="236"/>
                </a:lnTo>
                <a:lnTo>
                  <a:pt x="749" y="236"/>
                </a:lnTo>
                <a:lnTo>
                  <a:pt x="750" y="235"/>
                </a:lnTo>
                <a:lnTo>
                  <a:pt x="751" y="235"/>
                </a:lnTo>
                <a:lnTo>
                  <a:pt x="751" y="233"/>
                </a:lnTo>
                <a:lnTo>
                  <a:pt x="752" y="233"/>
                </a:lnTo>
                <a:lnTo>
                  <a:pt x="752" y="236"/>
                </a:lnTo>
                <a:lnTo>
                  <a:pt x="751" y="237"/>
                </a:lnTo>
                <a:lnTo>
                  <a:pt x="751" y="238"/>
                </a:lnTo>
                <a:lnTo>
                  <a:pt x="753" y="241"/>
                </a:lnTo>
                <a:lnTo>
                  <a:pt x="754" y="241"/>
                </a:lnTo>
                <a:lnTo>
                  <a:pt x="754" y="242"/>
                </a:lnTo>
                <a:lnTo>
                  <a:pt x="756" y="244"/>
                </a:lnTo>
                <a:lnTo>
                  <a:pt x="756" y="246"/>
                </a:lnTo>
                <a:lnTo>
                  <a:pt x="757" y="248"/>
                </a:lnTo>
                <a:lnTo>
                  <a:pt x="758" y="248"/>
                </a:lnTo>
                <a:lnTo>
                  <a:pt x="759" y="247"/>
                </a:lnTo>
                <a:lnTo>
                  <a:pt x="761" y="248"/>
                </a:lnTo>
                <a:lnTo>
                  <a:pt x="762" y="248"/>
                </a:lnTo>
                <a:lnTo>
                  <a:pt x="762" y="249"/>
                </a:lnTo>
                <a:lnTo>
                  <a:pt x="763" y="248"/>
                </a:lnTo>
                <a:lnTo>
                  <a:pt x="763" y="247"/>
                </a:lnTo>
                <a:lnTo>
                  <a:pt x="764" y="247"/>
                </a:lnTo>
                <a:lnTo>
                  <a:pt x="765" y="247"/>
                </a:lnTo>
                <a:lnTo>
                  <a:pt x="766" y="247"/>
                </a:lnTo>
                <a:lnTo>
                  <a:pt x="767" y="247"/>
                </a:lnTo>
                <a:lnTo>
                  <a:pt x="768" y="247"/>
                </a:lnTo>
                <a:lnTo>
                  <a:pt x="768" y="246"/>
                </a:lnTo>
                <a:lnTo>
                  <a:pt x="769" y="245"/>
                </a:lnTo>
                <a:lnTo>
                  <a:pt x="769" y="244"/>
                </a:lnTo>
                <a:lnTo>
                  <a:pt x="770" y="245"/>
                </a:lnTo>
                <a:lnTo>
                  <a:pt x="771" y="245"/>
                </a:lnTo>
                <a:lnTo>
                  <a:pt x="772" y="246"/>
                </a:lnTo>
                <a:lnTo>
                  <a:pt x="773" y="245"/>
                </a:lnTo>
                <a:lnTo>
                  <a:pt x="775" y="245"/>
                </a:lnTo>
                <a:lnTo>
                  <a:pt x="776" y="245"/>
                </a:lnTo>
                <a:lnTo>
                  <a:pt x="778" y="245"/>
                </a:lnTo>
                <a:lnTo>
                  <a:pt x="780" y="245"/>
                </a:lnTo>
                <a:lnTo>
                  <a:pt x="782" y="246"/>
                </a:lnTo>
                <a:lnTo>
                  <a:pt x="783" y="246"/>
                </a:lnTo>
                <a:lnTo>
                  <a:pt x="784" y="247"/>
                </a:lnTo>
                <a:lnTo>
                  <a:pt x="786" y="246"/>
                </a:lnTo>
                <a:lnTo>
                  <a:pt x="787" y="246"/>
                </a:lnTo>
                <a:lnTo>
                  <a:pt x="788" y="245"/>
                </a:lnTo>
                <a:lnTo>
                  <a:pt x="789" y="245"/>
                </a:lnTo>
                <a:lnTo>
                  <a:pt x="789" y="246"/>
                </a:lnTo>
                <a:lnTo>
                  <a:pt x="790" y="246"/>
                </a:lnTo>
                <a:lnTo>
                  <a:pt x="792" y="245"/>
                </a:lnTo>
                <a:lnTo>
                  <a:pt x="793" y="245"/>
                </a:lnTo>
                <a:lnTo>
                  <a:pt x="795" y="244"/>
                </a:lnTo>
                <a:lnTo>
                  <a:pt x="796" y="244"/>
                </a:lnTo>
                <a:lnTo>
                  <a:pt x="798" y="244"/>
                </a:lnTo>
                <a:lnTo>
                  <a:pt x="799" y="244"/>
                </a:lnTo>
                <a:lnTo>
                  <a:pt x="800" y="243"/>
                </a:lnTo>
                <a:lnTo>
                  <a:pt x="801" y="243"/>
                </a:lnTo>
                <a:lnTo>
                  <a:pt x="804" y="244"/>
                </a:lnTo>
                <a:lnTo>
                  <a:pt x="805" y="244"/>
                </a:lnTo>
                <a:lnTo>
                  <a:pt x="805" y="245"/>
                </a:lnTo>
                <a:lnTo>
                  <a:pt x="807" y="244"/>
                </a:lnTo>
                <a:lnTo>
                  <a:pt x="809" y="243"/>
                </a:lnTo>
                <a:lnTo>
                  <a:pt x="809" y="242"/>
                </a:lnTo>
                <a:lnTo>
                  <a:pt x="809" y="241"/>
                </a:lnTo>
                <a:lnTo>
                  <a:pt x="809" y="240"/>
                </a:lnTo>
                <a:lnTo>
                  <a:pt x="811" y="239"/>
                </a:lnTo>
                <a:lnTo>
                  <a:pt x="812" y="239"/>
                </a:lnTo>
                <a:lnTo>
                  <a:pt x="813" y="239"/>
                </a:lnTo>
                <a:lnTo>
                  <a:pt x="814" y="244"/>
                </a:lnTo>
                <a:lnTo>
                  <a:pt x="815" y="244"/>
                </a:lnTo>
                <a:lnTo>
                  <a:pt x="815" y="245"/>
                </a:lnTo>
                <a:lnTo>
                  <a:pt x="815" y="246"/>
                </a:lnTo>
                <a:lnTo>
                  <a:pt x="814" y="248"/>
                </a:lnTo>
                <a:lnTo>
                  <a:pt x="813" y="250"/>
                </a:lnTo>
                <a:lnTo>
                  <a:pt x="813" y="251"/>
                </a:lnTo>
                <a:lnTo>
                  <a:pt x="812" y="251"/>
                </a:lnTo>
                <a:lnTo>
                  <a:pt x="811" y="251"/>
                </a:lnTo>
                <a:lnTo>
                  <a:pt x="810" y="253"/>
                </a:lnTo>
                <a:lnTo>
                  <a:pt x="810" y="254"/>
                </a:lnTo>
                <a:lnTo>
                  <a:pt x="810" y="256"/>
                </a:lnTo>
                <a:lnTo>
                  <a:pt x="811" y="256"/>
                </a:lnTo>
                <a:lnTo>
                  <a:pt x="811" y="257"/>
                </a:lnTo>
                <a:lnTo>
                  <a:pt x="810" y="257"/>
                </a:lnTo>
                <a:lnTo>
                  <a:pt x="809" y="258"/>
                </a:lnTo>
                <a:lnTo>
                  <a:pt x="808" y="259"/>
                </a:lnTo>
                <a:lnTo>
                  <a:pt x="807" y="258"/>
                </a:lnTo>
                <a:lnTo>
                  <a:pt x="806" y="258"/>
                </a:lnTo>
                <a:lnTo>
                  <a:pt x="805" y="259"/>
                </a:lnTo>
                <a:lnTo>
                  <a:pt x="805" y="260"/>
                </a:lnTo>
                <a:lnTo>
                  <a:pt x="806" y="261"/>
                </a:lnTo>
                <a:lnTo>
                  <a:pt x="806" y="262"/>
                </a:lnTo>
                <a:lnTo>
                  <a:pt x="807" y="262"/>
                </a:lnTo>
                <a:lnTo>
                  <a:pt x="808" y="262"/>
                </a:lnTo>
                <a:lnTo>
                  <a:pt x="809" y="262"/>
                </a:lnTo>
                <a:lnTo>
                  <a:pt x="810" y="264"/>
                </a:lnTo>
                <a:lnTo>
                  <a:pt x="809" y="265"/>
                </a:lnTo>
                <a:lnTo>
                  <a:pt x="808" y="265"/>
                </a:lnTo>
                <a:lnTo>
                  <a:pt x="808" y="266"/>
                </a:lnTo>
                <a:lnTo>
                  <a:pt x="805" y="269"/>
                </a:lnTo>
                <a:lnTo>
                  <a:pt x="804" y="271"/>
                </a:lnTo>
                <a:lnTo>
                  <a:pt x="803" y="273"/>
                </a:lnTo>
                <a:lnTo>
                  <a:pt x="803" y="274"/>
                </a:lnTo>
                <a:lnTo>
                  <a:pt x="803" y="275"/>
                </a:lnTo>
                <a:lnTo>
                  <a:pt x="802" y="276"/>
                </a:lnTo>
                <a:lnTo>
                  <a:pt x="801" y="276"/>
                </a:lnTo>
                <a:lnTo>
                  <a:pt x="801" y="277"/>
                </a:lnTo>
                <a:lnTo>
                  <a:pt x="800" y="277"/>
                </a:lnTo>
                <a:lnTo>
                  <a:pt x="797" y="278"/>
                </a:lnTo>
                <a:lnTo>
                  <a:pt x="796" y="278"/>
                </a:lnTo>
                <a:lnTo>
                  <a:pt x="795" y="278"/>
                </a:lnTo>
                <a:lnTo>
                  <a:pt x="794" y="278"/>
                </a:lnTo>
                <a:lnTo>
                  <a:pt x="794" y="279"/>
                </a:lnTo>
                <a:lnTo>
                  <a:pt x="794" y="280"/>
                </a:lnTo>
                <a:lnTo>
                  <a:pt x="795" y="281"/>
                </a:lnTo>
                <a:lnTo>
                  <a:pt x="795" y="284"/>
                </a:lnTo>
                <a:lnTo>
                  <a:pt x="795" y="286"/>
                </a:lnTo>
                <a:lnTo>
                  <a:pt x="795" y="288"/>
                </a:lnTo>
                <a:lnTo>
                  <a:pt x="795" y="290"/>
                </a:lnTo>
                <a:lnTo>
                  <a:pt x="794" y="291"/>
                </a:lnTo>
                <a:lnTo>
                  <a:pt x="794" y="292"/>
                </a:lnTo>
                <a:lnTo>
                  <a:pt x="793" y="292"/>
                </a:lnTo>
                <a:lnTo>
                  <a:pt x="792" y="291"/>
                </a:lnTo>
                <a:lnTo>
                  <a:pt x="791" y="291"/>
                </a:lnTo>
                <a:lnTo>
                  <a:pt x="790" y="291"/>
                </a:lnTo>
                <a:lnTo>
                  <a:pt x="790" y="292"/>
                </a:lnTo>
                <a:lnTo>
                  <a:pt x="790" y="291"/>
                </a:lnTo>
                <a:lnTo>
                  <a:pt x="790" y="292"/>
                </a:lnTo>
                <a:lnTo>
                  <a:pt x="790" y="293"/>
                </a:lnTo>
                <a:lnTo>
                  <a:pt x="789" y="294"/>
                </a:lnTo>
                <a:lnTo>
                  <a:pt x="789" y="295"/>
                </a:lnTo>
                <a:lnTo>
                  <a:pt x="788" y="295"/>
                </a:lnTo>
                <a:lnTo>
                  <a:pt x="786" y="294"/>
                </a:lnTo>
                <a:lnTo>
                  <a:pt x="785" y="294"/>
                </a:lnTo>
                <a:lnTo>
                  <a:pt x="784" y="294"/>
                </a:lnTo>
                <a:lnTo>
                  <a:pt x="782" y="293"/>
                </a:lnTo>
                <a:lnTo>
                  <a:pt x="781" y="292"/>
                </a:lnTo>
                <a:lnTo>
                  <a:pt x="778" y="292"/>
                </a:lnTo>
                <a:lnTo>
                  <a:pt x="778" y="293"/>
                </a:lnTo>
                <a:lnTo>
                  <a:pt x="778" y="294"/>
                </a:lnTo>
                <a:lnTo>
                  <a:pt x="777" y="294"/>
                </a:lnTo>
                <a:lnTo>
                  <a:pt x="777" y="295"/>
                </a:lnTo>
                <a:lnTo>
                  <a:pt x="776" y="295"/>
                </a:lnTo>
                <a:lnTo>
                  <a:pt x="776" y="296"/>
                </a:lnTo>
                <a:lnTo>
                  <a:pt x="775" y="298"/>
                </a:lnTo>
                <a:lnTo>
                  <a:pt x="775" y="299"/>
                </a:lnTo>
                <a:lnTo>
                  <a:pt x="775" y="302"/>
                </a:lnTo>
                <a:lnTo>
                  <a:pt x="776" y="303"/>
                </a:lnTo>
                <a:lnTo>
                  <a:pt x="776" y="304"/>
                </a:lnTo>
                <a:lnTo>
                  <a:pt x="778" y="305"/>
                </a:lnTo>
                <a:lnTo>
                  <a:pt x="779" y="305"/>
                </a:lnTo>
                <a:lnTo>
                  <a:pt x="781" y="305"/>
                </a:lnTo>
                <a:lnTo>
                  <a:pt x="782" y="305"/>
                </a:lnTo>
                <a:lnTo>
                  <a:pt x="782" y="306"/>
                </a:lnTo>
                <a:lnTo>
                  <a:pt x="783" y="306"/>
                </a:lnTo>
                <a:lnTo>
                  <a:pt x="784" y="306"/>
                </a:lnTo>
                <a:lnTo>
                  <a:pt x="785" y="306"/>
                </a:lnTo>
                <a:lnTo>
                  <a:pt x="789" y="306"/>
                </a:lnTo>
                <a:lnTo>
                  <a:pt x="789" y="307"/>
                </a:lnTo>
                <a:lnTo>
                  <a:pt x="789" y="308"/>
                </a:lnTo>
                <a:lnTo>
                  <a:pt x="789" y="310"/>
                </a:lnTo>
                <a:lnTo>
                  <a:pt x="788" y="311"/>
                </a:lnTo>
                <a:lnTo>
                  <a:pt x="787" y="313"/>
                </a:lnTo>
                <a:lnTo>
                  <a:pt x="787" y="314"/>
                </a:lnTo>
                <a:lnTo>
                  <a:pt x="786" y="315"/>
                </a:lnTo>
                <a:lnTo>
                  <a:pt x="785" y="315"/>
                </a:lnTo>
                <a:lnTo>
                  <a:pt x="783" y="316"/>
                </a:lnTo>
                <a:lnTo>
                  <a:pt x="783" y="317"/>
                </a:lnTo>
                <a:lnTo>
                  <a:pt x="779" y="318"/>
                </a:lnTo>
                <a:lnTo>
                  <a:pt x="778" y="318"/>
                </a:lnTo>
                <a:lnTo>
                  <a:pt x="776" y="317"/>
                </a:lnTo>
                <a:lnTo>
                  <a:pt x="774" y="316"/>
                </a:lnTo>
                <a:lnTo>
                  <a:pt x="772" y="318"/>
                </a:lnTo>
                <a:lnTo>
                  <a:pt x="772" y="319"/>
                </a:lnTo>
                <a:lnTo>
                  <a:pt x="772" y="320"/>
                </a:lnTo>
                <a:lnTo>
                  <a:pt x="772" y="321"/>
                </a:lnTo>
                <a:lnTo>
                  <a:pt x="772" y="323"/>
                </a:lnTo>
                <a:lnTo>
                  <a:pt x="772" y="325"/>
                </a:lnTo>
                <a:lnTo>
                  <a:pt x="771" y="326"/>
                </a:lnTo>
                <a:lnTo>
                  <a:pt x="771" y="328"/>
                </a:lnTo>
                <a:lnTo>
                  <a:pt x="772" y="330"/>
                </a:lnTo>
                <a:lnTo>
                  <a:pt x="772" y="333"/>
                </a:lnTo>
                <a:lnTo>
                  <a:pt x="772" y="336"/>
                </a:lnTo>
                <a:lnTo>
                  <a:pt x="772" y="337"/>
                </a:lnTo>
                <a:lnTo>
                  <a:pt x="772" y="338"/>
                </a:lnTo>
                <a:lnTo>
                  <a:pt x="771" y="339"/>
                </a:lnTo>
                <a:lnTo>
                  <a:pt x="771" y="341"/>
                </a:lnTo>
                <a:lnTo>
                  <a:pt x="770" y="342"/>
                </a:lnTo>
                <a:lnTo>
                  <a:pt x="769" y="343"/>
                </a:lnTo>
                <a:lnTo>
                  <a:pt x="769" y="344"/>
                </a:lnTo>
                <a:lnTo>
                  <a:pt x="768" y="347"/>
                </a:lnTo>
                <a:lnTo>
                  <a:pt x="768" y="348"/>
                </a:lnTo>
                <a:lnTo>
                  <a:pt x="768" y="349"/>
                </a:lnTo>
                <a:lnTo>
                  <a:pt x="768" y="350"/>
                </a:lnTo>
                <a:lnTo>
                  <a:pt x="769" y="352"/>
                </a:lnTo>
                <a:lnTo>
                  <a:pt x="770" y="352"/>
                </a:lnTo>
                <a:lnTo>
                  <a:pt x="771" y="352"/>
                </a:lnTo>
                <a:lnTo>
                  <a:pt x="771" y="353"/>
                </a:lnTo>
                <a:lnTo>
                  <a:pt x="772" y="353"/>
                </a:lnTo>
                <a:lnTo>
                  <a:pt x="773" y="354"/>
                </a:lnTo>
                <a:lnTo>
                  <a:pt x="774" y="355"/>
                </a:lnTo>
                <a:lnTo>
                  <a:pt x="776" y="356"/>
                </a:lnTo>
                <a:lnTo>
                  <a:pt x="777" y="355"/>
                </a:lnTo>
                <a:lnTo>
                  <a:pt x="778" y="355"/>
                </a:lnTo>
                <a:lnTo>
                  <a:pt x="778" y="356"/>
                </a:lnTo>
                <a:lnTo>
                  <a:pt x="778" y="357"/>
                </a:lnTo>
                <a:lnTo>
                  <a:pt x="778" y="359"/>
                </a:lnTo>
                <a:lnTo>
                  <a:pt x="777" y="359"/>
                </a:lnTo>
                <a:lnTo>
                  <a:pt x="777" y="360"/>
                </a:lnTo>
                <a:lnTo>
                  <a:pt x="777" y="361"/>
                </a:lnTo>
                <a:lnTo>
                  <a:pt x="779" y="360"/>
                </a:lnTo>
                <a:lnTo>
                  <a:pt x="780" y="360"/>
                </a:lnTo>
                <a:lnTo>
                  <a:pt x="783" y="360"/>
                </a:lnTo>
                <a:lnTo>
                  <a:pt x="784" y="361"/>
                </a:lnTo>
                <a:lnTo>
                  <a:pt x="785" y="361"/>
                </a:lnTo>
                <a:lnTo>
                  <a:pt x="786" y="361"/>
                </a:lnTo>
                <a:lnTo>
                  <a:pt x="786" y="362"/>
                </a:lnTo>
                <a:lnTo>
                  <a:pt x="787" y="364"/>
                </a:lnTo>
                <a:lnTo>
                  <a:pt x="787" y="365"/>
                </a:lnTo>
                <a:lnTo>
                  <a:pt x="788" y="366"/>
                </a:lnTo>
                <a:lnTo>
                  <a:pt x="791" y="368"/>
                </a:lnTo>
                <a:lnTo>
                  <a:pt x="792" y="369"/>
                </a:lnTo>
                <a:lnTo>
                  <a:pt x="793" y="370"/>
                </a:lnTo>
                <a:lnTo>
                  <a:pt x="794" y="370"/>
                </a:lnTo>
                <a:lnTo>
                  <a:pt x="795" y="370"/>
                </a:lnTo>
                <a:lnTo>
                  <a:pt x="795" y="371"/>
                </a:lnTo>
                <a:lnTo>
                  <a:pt x="796" y="371"/>
                </a:lnTo>
                <a:lnTo>
                  <a:pt x="796" y="372"/>
                </a:lnTo>
                <a:lnTo>
                  <a:pt x="797" y="372"/>
                </a:lnTo>
                <a:lnTo>
                  <a:pt x="797" y="371"/>
                </a:lnTo>
                <a:lnTo>
                  <a:pt x="798" y="371"/>
                </a:lnTo>
                <a:lnTo>
                  <a:pt x="799" y="371"/>
                </a:lnTo>
                <a:lnTo>
                  <a:pt x="802" y="372"/>
                </a:lnTo>
                <a:lnTo>
                  <a:pt x="802" y="373"/>
                </a:lnTo>
                <a:lnTo>
                  <a:pt x="803" y="373"/>
                </a:lnTo>
                <a:lnTo>
                  <a:pt x="803" y="374"/>
                </a:lnTo>
                <a:lnTo>
                  <a:pt x="803" y="375"/>
                </a:lnTo>
                <a:lnTo>
                  <a:pt x="804" y="376"/>
                </a:lnTo>
                <a:lnTo>
                  <a:pt x="805" y="376"/>
                </a:lnTo>
                <a:lnTo>
                  <a:pt x="806" y="374"/>
                </a:lnTo>
                <a:lnTo>
                  <a:pt x="807" y="373"/>
                </a:lnTo>
                <a:lnTo>
                  <a:pt x="807" y="372"/>
                </a:lnTo>
                <a:lnTo>
                  <a:pt x="808" y="373"/>
                </a:lnTo>
                <a:lnTo>
                  <a:pt x="809" y="374"/>
                </a:lnTo>
                <a:lnTo>
                  <a:pt x="810" y="374"/>
                </a:lnTo>
                <a:lnTo>
                  <a:pt x="811" y="375"/>
                </a:lnTo>
                <a:lnTo>
                  <a:pt x="813" y="374"/>
                </a:lnTo>
                <a:lnTo>
                  <a:pt x="814" y="373"/>
                </a:lnTo>
                <a:lnTo>
                  <a:pt x="814" y="372"/>
                </a:lnTo>
                <a:lnTo>
                  <a:pt x="815" y="370"/>
                </a:lnTo>
                <a:lnTo>
                  <a:pt x="816" y="370"/>
                </a:lnTo>
                <a:lnTo>
                  <a:pt x="817" y="369"/>
                </a:lnTo>
                <a:lnTo>
                  <a:pt x="818" y="368"/>
                </a:lnTo>
                <a:lnTo>
                  <a:pt x="818" y="367"/>
                </a:lnTo>
                <a:lnTo>
                  <a:pt x="819" y="367"/>
                </a:lnTo>
                <a:lnTo>
                  <a:pt x="820" y="367"/>
                </a:lnTo>
                <a:lnTo>
                  <a:pt x="822" y="368"/>
                </a:lnTo>
                <a:lnTo>
                  <a:pt x="823" y="370"/>
                </a:lnTo>
                <a:lnTo>
                  <a:pt x="823" y="371"/>
                </a:lnTo>
                <a:lnTo>
                  <a:pt x="823" y="373"/>
                </a:lnTo>
                <a:lnTo>
                  <a:pt x="822" y="375"/>
                </a:lnTo>
                <a:lnTo>
                  <a:pt x="821" y="376"/>
                </a:lnTo>
                <a:lnTo>
                  <a:pt x="820" y="377"/>
                </a:lnTo>
                <a:lnTo>
                  <a:pt x="819" y="377"/>
                </a:lnTo>
                <a:lnTo>
                  <a:pt x="818" y="380"/>
                </a:lnTo>
                <a:lnTo>
                  <a:pt x="819" y="381"/>
                </a:lnTo>
                <a:lnTo>
                  <a:pt x="820" y="382"/>
                </a:lnTo>
                <a:lnTo>
                  <a:pt x="821" y="383"/>
                </a:lnTo>
                <a:lnTo>
                  <a:pt x="821" y="384"/>
                </a:lnTo>
                <a:lnTo>
                  <a:pt x="821" y="385"/>
                </a:lnTo>
                <a:lnTo>
                  <a:pt x="821" y="386"/>
                </a:lnTo>
                <a:lnTo>
                  <a:pt x="822" y="387"/>
                </a:lnTo>
                <a:lnTo>
                  <a:pt x="823" y="386"/>
                </a:lnTo>
                <a:lnTo>
                  <a:pt x="823" y="385"/>
                </a:lnTo>
                <a:lnTo>
                  <a:pt x="824" y="384"/>
                </a:lnTo>
                <a:lnTo>
                  <a:pt x="825" y="384"/>
                </a:lnTo>
                <a:lnTo>
                  <a:pt x="825" y="385"/>
                </a:lnTo>
                <a:lnTo>
                  <a:pt x="826" y="385"/>
                </a:lnTo>
                <a:lnTo>
                  <a:pt x="827" y="385"/>
                </a:lnTo>
                <a:lnTo>
                  <a:pt x="829" y="384"/>
                </a:lnTo>
                <a:lnTo>
                  <a:pt x="832" y="384"/>
                </a:lnTo>
                <a:lnTo>
                  <a:pt x="832" y="385"/>
                </a:lnTo>
                <a:lnTo>
                  <a:pt x="833" y="385"/>
                </a:lnTo>
                <a:lnTo>
                  <a:pt x="834" y="385"/>
                </a:lnTo>
                <a:lnTo>
                  <a:pt x="834" y="386"/>
                </a:lnTo>
                <a:lnTo>
                  <a:pt x="833" y="387"/>
                </a:lnTo>
                <a:lnTo>
                  <a:pt x="832" y="387"/>
                </a:lnTo>
                <a:lnTo>
                  <a:pt x="832" y="388"/>
                </a:lnTo>
                <a:lnTo>
                  <a:pt x="832" y="390"/>
                </a:lnTo>
                <a:lnTo>
                  <a:pt x="831" y="390"/>
                </a:lnTo>
                <a:lnTo>
                  <a:pt x="831" y="391"/>
                </a:lnTo>
                <a:lnTo>
                  <a:pt x="832" y="391"/>
                </a:lnTo>
                <a:lnTo>
                  <a:pt x="833" y="392"/>
                </a:lnTo>
                <a:lnTo>
                  <a:pt x="834" y="392"/>
                </a:lnTo>
                <a:lnTo>
                  <a:pt x="834" y="393"/>
                </a:lnTo>
                <a:lnTo>
                  <a:pt x="835" y="394"/>
                </a:lnTo>
                <a:lnTo>
                  <a:pt x="836" y="394"/>
                </a:lnTo>
                <a:lnTo>
                  <a:pt x="837" y="395"/>
                </a:lnTo>
                <a:lnTo>
                  <a:pt x="838" y="395"/>
                </a:lnTo>
                <a:lnTo>
                  <a:pt x="838" y="396"/>
                </a:lnTo>
                <a:lnTo>
                  <a:pt x="839" y="397"/>
                </a:lnTo>
                <a:lnTo>
                  <a:pt x="840" y="397"/>
                </a:lnTo>
                <a:lnTo>
                  <a:pt x="841" y="396"/>
                </a:lnTo>
                <a:lnTo>
                  <a:pt x="844" y="396"/>
                </a:lnTo>
                <a:lnTo>
                  <a:pt x="844" y="397"/>
                </a:lnTo>
                <a:lnTo>
                  <a:pt x="844" y="398"/>
                </a:lnTo>
                <a:lnTo>
                  <a:pt x="846" y="398"/>
                </a:lnTo>
                <a:lnTo>
                  <a:pt x="848" y="397"/>
                </a:lnTo>
                <a:lnTo>
                  <a:pt x="848" y="396"/>
                </a:lnTo>
                <a:lnTo>
                  <a:pt x="849" y="396"/>
                </a:lnTo>
                <a:lnTo>
                  <a:pt x="849" y="397"/>
                </a:lnTo>
                <a:lnTo>
                  <a:pt x="850" y="397"/>
                </a:lnTo>
                <a:lnTo>
                  <a:pt x="851" y="397"/>
                </a:lnTo>
                <a:lnTo>
                  <a:pt x="852" y="396"/>
                </a:lnTo>
                <a:lnTo>
                  <a:pt x="853" y="394"/>
                </a:lnTo>
                <a:lnTo>
                  <a:pt x="855" y="393"/>
                </a:lnTo>
                <a:lnTo>
                  <a:pt x="856" y="392"/>
                </a:lnTo>
                <a:lnTo>
                  <a:pt x="857" y="392"/>
                </a:lnTo>
                <a:lnTo>
                  <a:pt x="858" y="393"/>
                </a:lnTo>
                <a:lnTo>
                  <a:pt x="859" y="393"/>
                </a:lnTo>
                <a:lnTo>
                  <a:pt x="858" y="395"/>
                </a:lnTo>
                <a:lnTo>
                  <a:pt x="859" y="397"/>
                </a:lnTo>
                <a:lnTo>
                  <a:pt x="860" y="396"/>
                </a:lnTo>
                <a:lnTo>
                  <a:pt x="861" y="395"/>
                </a:lnTo>
                <a:lnTo>
                  <a:pt x="861" y="394"/>
                </a:lnTo>
                <a:lnTo>
                  <a:pt x="863" y="393"/>
                </a:lnTo>
                <a:lnTo>
                  <a:pt x="864" y="393"/>
                </a:lnTo>
                <a:lnTo>
                  <a:pt x="865" y="392"/>
                </a:lnTo>
                <a:lnTo>
                  <a:pt x="866" y="392"/>
                </a:lnTo>
                <a:lnTo>
                  <a:pt x="867" y="394"/>
                </a:lnTo>
                <a:lnTo>
                  <a:pt x="868" y="394"/>
                </a:lnTo>
                <a:lnTo>
                  <a:pt x="868" y="393"/>
                </a:lnTo>
                <a:lnTo>
                  <a:pt x="869" y="392"/>
                </a:lnTo>
                <a:lnTo>
                  <a:pt x="871" y="393"/>
                </a:lnTo>
                <a:lnTo>
                  <a:pt x="873" y="393"/>
                </a:lnTo>
                <a:lnTo>
                  <a:pt x="874" y="392"/>
                </a:lnTo>
                <a:lnTo>
                  <a:pt x="875" y="390"/>
                </a:lnTo>
                <a:lnTo>
                  <a:pt x="875" y="388"/>
                </a:lnTo>
                <a:lnTo>
                  <a:pt x="876" y="389"/>
                </a:lnTo>
                <a:lnTo>
                  <a:pt x="878" y="389"/>
                </a:lnTo>
                <a:lnTo>
                  <a:pt x="879" y="389"/>
                </a:lnTo>
                <a:lnTo>
                  <a:pt x="879" y="388"/>
                </a:lnTo>
                <a:lnTo>
                  <a:pt x="880" y="388"/>
                </a:lnTo>
                <a:lnTo>
                  <a:pt x="881" y="388"/>
                </a:lnTo>
                <a:lnTo>
                  <a:pt x="882" y="389"/>
                </a:lnTo>
                <a:lnTo>
                  <a:pt x="882" y="390"/>
                </a:lnTo>
                <a:lnTo>
                  <a:pt x="883" y="390"/>
                </a:lnTo>
                <a:lnTo>
                  <a:pt x="884" y="391"/>
                </a:lnTo>
                <a:lnTo>
                  <a:pt x="885" y="391"/>
                </a:lnTo>
                <a:lnTo>
                  <a:pt x="886" y="391"/>
                </a:lnTo>
                <a:lnTo>
                  <a:pt x="886" y="392"/>
                </a:lnTo>
                <a:lnTo>
                  <a:pt x="885" y="393"/>
                </a:lnTo>
                <a:lnTo>
                  <a:pt x="884" y="393"/>
                </a:lnTo>
                <a:lnTo>
                  <a:pt x="883" y="394"/>
                </a:lnTo>
                <a:lnTo>
                  <a:pt x="883" y="395"/>
                </a:lnTo>
                <a:lnTo>
                  <a:pt x="883" y="396"/>
                </a:lnTo>
                <a:lnTo>
                  <a:pt x="883" y="397"/>
                </a:lnTo>
                <a:lnTo>
                  <a:pt x="884" y="397"/>
                </a:lnTo>
                <a:lnTo>
                  <a:pt x="886" y="398"/>
                </a:lnTo>
                <a:lnTo>
                  <a:pt x="886" y="400"/>
                </a:lnTo>
                <a:lnTo>
                  <a:pt x="888" y="402"/>
                </a:lnTo>
                <a:lnTo>
                  <a:pt x="889" y="403"/>
                </a:lnTo>
                <a:lnTo>
                  <a:pt x="890" y="403"/>
                </a:lnTo>
                <a:lnTo>
                  <a:pt x="891" y="403"/>
                </a:lnTo>
                <a:lnTo>
                  <a:pt x="892" y="404"/>
                </a:lnTo>
                <a:lnTo>
                  <a:pt x="893" y="408"/>
                </a:lnTo>
                <a:lnTo>
                  <a:pt x="892" y="409"/>
                </a:lnTo>
                <a:lnTo>
                  <a:pt x="892" y="410"/>
                </a:lnTo>
                <a:lnTo>
                  <a:pt x="891" y="411"/>
                </a:lnTo>
                <a:lnTo>
                  <a:pt x="892" y="412"/>
                </a:lnTo>
                <a:lnTo>
                  <a:pt x="893" y="413"/>
                </a:lnTo>
                <a:lnTo>
                  <a:pt x="893" y="414"/>
                </a:lnTo>
                <a:lnTo>
                  <a:pt x="893" y="415"/>
                </a:lnTo>
                <a:lnTo>
                  <a:pt x="893" y="416"/>
                </a:lnTo>
                <a:lnTo>
                  <a:pt x="894" y="416"/>
                </a:lnTo>
                <a:lnTo>
                  <a:pt x="894" y="420"/>
                </a:lnTo>
                <a:lnTo>
                  <a:pt x="893" y="420"/>
                </a:lnTo>
                <a:lnTo>
                  <a:pt x="892" y="420"/>
                </a:lnTo>
                <a:lnTo>
                  <a:pt x="892" y="421"/>
                </a:lnTo>
                <a:lnTo>
                  <a:pt x="892" y="422"/>
                </a:lnTo>
                <a:lnTo>
                  <a:pt x="892" y="423"/>
                </a:lnTo>
                <a:lnTo>
                  <a:pt x="894" y="424"/>
                </a:lnTo>
                <a:lnTo>
                  <a:pt x="894" y="425"/>
                </a:lnTo>
                <a:lnTo>
                  <a:pt x="895" y="425"/>
                </a:lnTo>
                <a:lnTo>
                  <a:pt x="896" y="425"/>
                </a:lnTo>
                <a:lnTo>
                  <a:pt x="896" y="426"/>
                </a:lnTo>
                <a:lnTo>
                  <a:pt x="895" y="427"/>
                </a:lnTo>
                <a:lnTo>
                  <a:pt x="895" y="428"/>
                </a:lnTo>
                <a:lnTo>
                  <a:pt x="895" y="429"/>
                </a:lnTo>
                <a:lnTo>
                  <a:pt x="895" y="430"/>
                </a:lnTo>
                <a:lnTo>
                  <a:pt x="896" y="431"/>
                </a:lnTo>
                <a:lnTo>
                  <a:pt x="897" y="431"/>
                </a:lnTo>
                <a:lnTo>
                  <a:pt x="898" y="431"/>
                </a:lnTo>
                <a:lnTo>
                  <a:pt x="898" y="432"/>
                </a:lnTo>
                <a:lnTo>
                  <a:pt x="899" y="432"/>
                </a:lnTo>
                <a:lnTo>
                  <a:pt x="899" y="433"/>
                </a:lnTo>
                <a:lnTo>
                  <a:pt x="898" y="433"/>
                </a:lnTo>
                <a:lnTo>
                  <a:pt x="899" y="434"/>
                </a:lnTo>
                <a:lnTo>
                  <a:pt x="899" y="435"/>
                </a:lnTo>
                <a:lnTo>
                  <a:pt x="899" y="436"/>
                </a:lnTo>
                <a:lnTo>
                  <a:pt x="899" y="437"/>
                </a:lnTo>
                <a:lnTo>
                  <a:pt x="900" y="437"/>
                </a:lnTo>
                <a:lnTo>
                  <a:pt x="902" y="439"/>
                </a:lnTo>
                <a:lnTo>
                  <a:pt x="903" y="439"/>
                </a:lnTo>
                <a:lnTo>
                  <a:pt x="904" y="439"/>
                </a:lnTo>
                <a:lnTo>
                  <a:pt x="905" y="440"/>
                </a:lnTo>
                <a:lnTo>
                  <a:pt x="906" y="443"/>
                </a:lnTo>
                <a:lnTo>
                  <a:pt x="905" y="445"/>
                </a:lnTo>
                <a:lnTo>
                  <a:pt x="905" y="447"/>
                </a:lnTo>
                <a:lnTo>
                  <a:pt x="905" y="448"/>
                </a:lnTo>
                <a:lnTo>
                  <a:pt x="904" y="448"/>
                </a:lnTo>
                <a:lnTo>
                  <a:pt x="904" y="450"/>
                </a:lnTo>
                <a:lnTo>
                  <a:pt x="904" y="451"/>
                </a:lnTo>
                <a:lnTo>
                  <a:pt x="904" y="452"/>
                </a:lnTo>
                <a:lnTo>
                  <a:pt x="903" y="453"/>
                </a:lnTo>
                <a:lnTo>
                  <a:pt x="904" y="453"/>
                </a:lnTo>
                <a:lnTo>
                  <a:pt x="904" y="454"/>
                </a:lnTo>
                <a:lnTo>
                  <a:pt x="906" y="452"/>
                </a:lnTo>
                <a:lnTo>
                  <a:pt x="907" y="452"/>
                </a:lnTo>
                <a:lnTo>
                  <a:pt x="907" y="451"/>
                </a:lnTo>
                <a:lnTo>
                  <a:pt x="908" y="451"/>
                </a:lnTo>
                <a:lnTo>
                  <a:pt x="909" y="450"/>
                </a:lnTo>
                <a:lnTo>
                  <a:pt x="909" y="449"/>
                </a:lnTo>
                <a:lnTo>
                  <a:pt x="910" y="449"/>
                </a:lnTo>
                <a:lnTo>
                  <a:pt x="910" y="450"/>
                </a:lnTo>
                <a:lnTo>
                  <a:pt x="911" y="450"/>
                </a:lnTo>
                <a:lnTo>
                  <a:pt x="911" y="451"/>
                </a:lnTo>
                <a:lnTo>
                  <a:pt x="911" y="452"/>
                </a:lnTo>
                <a:lnTo>
                  <a:pt x="912" y="453"/>
                </a:lnTo>
                <a:lnTo>
                  <a:pt x="915" y="455"/>
                </a:lnTo>
                <a:lnTo>
                  <a:pt x="916" y="455"/>
                </a:lnTo>
                <a:lnTo>
                  <a:pt x="917" y="456"/>
                </a:lnTo>
                <a:lnTo>
                  <a:pt x="917" y="457"/>
                </a:lnTo>
                <a:lnTo>
                  <a:pt x="918" y="457"/>
                </a:lnTo>
                <a:lnTo>
                  <a:pt x="919" y="456"/>
                </a:lnTo>
                <a:lnTo>
                  <a:pt x="918" y="455"/>
                </a:lnTo>
                <a:lnTo>
                  <a:pt x="919" y="455"/>
                </a:lnTo>
                <a:lnTo>
                  <a:pt x="920" y="455"/>
                </a:lnTo>
                <a:lnTo>
                  <a:pt x="922" y="454"/>
                </a:lnTo>
                <a:lnTo>
                  <a:pt x="924" y="457"/>
                </a:lnTo>
                <a:lnTo>
                  <a:pt x="924" y="460"/>
                </a:lnTo>
                <a:lnTo>
                  <a:pt x="924" y="461"/>
                </a:lnTo>
                <a:lnTo>
                  <a:pt x="924" y="462"/>
                </a:lnTo>
                <a:lnTo>
                  <a:pt x="926" y="466"/>
                </a:lnTo>
                <a:lnTo>
                  <a:pt x="927" y="466"/>
                </a:lnTo>
                <a:lnTo>
                  <a:pt x="927" y="467"/>
                </a:lnTo>
                <a:lnTo>
                  <a:pt x="927" y="468"/>
                </a:lnTo>
                <a:lnTo>
                  <a:pt x="926" y="470"/>
                </a:lnTo>
                <a:lnTo>
                  <a:pt x="926" y="472"/>
                </a:lnTo>
                <a:lnTo>
                  <a:pt x="925" y="474"/>
                </a:lnTo>
                <a:lnTo>
                  <a:pt x="924" y="474"/>
                </a:lnTo>
                <a:lnTo>
                  <a:pt x="924" y="475"/>
                </a:lnTo>
                <a:lnTo>
                  <a:pt x="924" y="476"/>
                </a:lnTo>
                <a:lnTo>
                  <a:pt x="925" y="476"/>
                </a:lnTo>
                <a:lnTo>
                  <a:pt x="927" y="478"/>
                </a:lnTo>
                <a:lnTo>
                  <a:pt x="928" y="479"/>
                </a:lnTo>
                <a:lnTo>
                  <a:pt x="929" y="479"/>
                </a:lnTo>
                <a:lnTo>
                  <a:pt x="930" y="480"/>
                </a:lnTo>
                <a:lnTo>
                  <a:pt x="929" y="481"/>
                </a:lnTo>
                <a:lnTo>
                  <a:pt x="929" y="482"/>
                </a:lnTo>
                <a:lnTo>
                  <a:pt x="931" y="486"/>
                </a:lnTo>
                <a:lnTo>
                  <a:pt x="932" y="486"/>
                </a:lnTo>
                <a:lnTo>
                  <a:pt x="933" y="486"/>
                </a:lnTo>
                <a:lnTo>
                  <a:pt x="935" y="487"/>
                </a:lnTo>
                <a:lnTo>
                  <a:pt x="937" y="487"/>
                </a:lnTo>
                <a:lnTo>
                  <a:pt x="937" y="486"/>
                </a:lnTo>
                <a:lnTo>
                  <a:pt x="937" y="485"/>
                </a:lnTo>
                <a:lnTo>
                  <a:pt x="938" y="485"/>
                </a:lnTo>
                <a:lnTo>
                  <a:pt x="938" y="484"/>
                </a:lnTo>
                <a:lnTo>
                  <a:pt x="939" y="485"/>
                </a:lnTo>
                <a:lnTo>
                  <a:pt x="941" y="486"/>
                </a:lnTo>
                <a:lnTo>
                  <a:pt x="942" y="487"/>
                </a:lnTo>
                <a:lnTo>
                  <a:pt x="943" y="487"/>
                </a:lnTo>
                <a:lnTo>
                  <a:pt x="944" y="487"/>
                </a:lnTo>
                <a:lnTo>
                  <a:pt x="944" y="488"/>
                </a:lnTo>
                <a:lnTo>
                  <a:pt x="944" y="490"/>
                </a:lnTo>
                <a:lnTo>
                  <a:pt x="943" y="492"/>
                </a:lnTo>
                <a:lnTo>
                  <a:pt x="943" y="494"/>
                </a:lnTo>
                <a:lnTo>
                  <a:pt x="944" y="494"/>
                </a:lnTo>
                <a:lnTo>
                  <a:pt x="944" y="495"/>
                </a:lnTo>
                <a:lnTo>
                  <a:pt x="945" y="495"/>
                </a:lnTo>
                <a:lnTo>
                  <a:pt x="945" y="496"/>
                </a:lnTo>
                <a:lnTo>
                  <a:pt x="945" y="497"/>
                </a:lnTo>
                <a:lnTo>
                  <a:pt x="944" y="499"/>
                </a:lnTo>
                <a:lnTo>
                  <a:pt x="942" y="499"/>
                </a:lnTo>
                <a:lnTo>
                  <a:pt x="941" y="499"/>
                </a:lnTo>
                <a:lnTo>
                  <a:pt x="940" y="500"/>
                </a:lnTo>
                <a:lnTo>
                  <a:pt x="939" y="500"/>
                </a:lnTo>
                <a:lnTo>
                  <a:pt x="939" y="501"/>
                </a:lnTo>
                <a:lnTo>
                  <a:pt x="938" y="502"/>
                </a:lnTo>
                <a:lnTo>
                  <a:pt x="938" y="503"/>
                </a:lnTo>
                <a:lnTo>
                  <a:pt x="937" y="505"/>
                </a:lnTo>
                <a:lnTo>
                  <a:pt x="936" y="506"/>
                </a:lnTo>
                <a:lnTo>
                  <a:pt x="935" y="506"/>
                </a:lnTo>
                <a:lnTo>
                  <a:pt x="933" y="507"/>
                </a:lnTo>
                <a:lnTo>
                  <a:pt x="932" y="507"/>
                </a:lnTo>
                <a:lnTo>
                  <a:pt x="930" y="508"/>
                </a:lnTo>
                <a:lnTo>
                  <a:pt x="928" y="509"/>
                </a:lnTo>
                <a:lnTo>
                  <a:pt x="926" y="510"/>
                </a:lnTo>
                <a:lnTo>
                  <a:pt x="926" y="511"/>
                </a:lnTo>
                <a:lnTo>
                  <a:pt x="925" y="512"/>
                </a:lnTo>
                <a:lnTo>
                  <a:pt x="924" y="511"/>
                </a:lnTo>
                <a:lnTo>
                  <a:pt x="923" y="512"/>
                </a:lnTo>
                <a:lnTo>
                  <a:pt x="923" y="514"/>
                </a:lnTo>
                <a:lnTo>
                  <a:pt x="922" y="514"/>
                </a:lnTo>
                <a:lnTo>
                  <a:pt x="921" y="513"/>
                </a:lnTo>
                <a:lnTo>
                  <a:pt x="921" y="512"/>
                </a:lnTo>
                <a:lnTo>
                  <a:pt x="920" y="512"/>
                </a:lnTo>
                <a:lnTo>
                  <a:pt x="919" y="513"/>
                </a:lnTo>
                <a:lnTo>
                  <a:pt x="918" y="513"/>
                </a:lnTo>
                <a:lnTo>
                  <a:pt x="918" y="514"/>
                </a:lnTo>
                <a:lnTo>
                  <a:pt x="917" y="514"/>
                </a:lnTo>
                <a:lnTo>
                  <a:pt x="916" y="515"/>
                </a:lnTo>
                <a:lnTo>
                  <a:pt x="915" y="515"/>
                </a:lnTo>
                <a:lnTo>
                  <a:pt x="914" y="515"/>
                </a:lnTo>
                <a:lnTo>
                  <a:pt x="914" y="516"/>
                </a:lnTo>
                <a:lnTo>
                  <a:pt x="914" y="517"/>
                </a:lnTo>
                <a:lnTo>
                  <a:pt x="913" y="517"/>
                </a:lnTo>
                <a:lnTo>
                  <a:pt x="913" y="518"/>
                </a:lnTo>
                <a:lnTo>
                  <a:pt x="912" y="519"/>
                </a:lnTo>
                <a:lnTo>
                  <a:pt x="910" y="520"/>
                </a:lnTo>
                <a:lnTo>
                  <a:pt x="910" y="519"/>
                </a:lnTo>
                <a:lnTo>
                  <a:pt x="909" y="519"/>
                </a:lnTo>
                <a:lnTo>
                  <a:pt x="908" y="519"/>
                </a:lnTo>
                <a:lnTo>
                  <a:pt x="907" y="520"/>
                </a:lnTo>
                <a:lnTo>
                  <a:pt x="908" y="522"/>
                </a:lnTo>
                <a:lnTo>
                  <a:pt x="907" y="522"/>
                </a:lnTo>
                <a:lnTo>
                  <a:pt x="906" y="521"/>
                </a:lnTo>
                <a:lnTo>
                  <a:pt x="905" y="521"/>
                </a:lnTo>
                <a:lnTo>
                  <a:pt x="904" y="521"/>
                </a:lnTo>
                <a:lnTo>
                  <a:pt x="903" y="521"/>
                </a:lnTo>
                <a:lnTo>
                  <a:pt x="901" y="524"/>
                </a:lnTo>
                <a:lnTo>
                  <a:pt x="901" y="525"/>
                </a:lnTo>
                <a:lnTo>
                  <a:pt x="900" y="525"/>
                </a:lnTo>
                <a:lnTo>
                  <a:pt x="900" y="526"/>
                </a:lnTo>
                <a:lnTo>
                  <a:pt x="900" y="527"/>
                </a:lnTo>
                <a:lnTo>
                  <a:pt x="900" y="528"/>
                </a:lnTo>
                <a:lnTo>
                  <a:pt x="900" y="530"/>
                </a:lnTo>
                <a:lnTo>
                  <a:pt x="900" y="534"/>
                </a:lnTo>
                <a:lnTo>
                  <a:pt x="899" y="534"/>
                </a:lnTo>
                <a:lnTo>
                  <a:pt x="899" y="535"/>
                </a:lnTo>
                <a:lnTo>
                  <a:pt x="899" y="536"/>
                </a:lnTo>
                <a:lnTo>
                  <a:pt x="899" y="537"/>
                </a:lnTo>
                <a:lnTo>
                  <a:pt x="900" y="536"/>
                </a:lnTo>
                <a:lnTo>
                  <a:pt x="901" y="536"/>
                </a:lnTo>
                <a:lnTo>
                  <a:pt x="901" y="537"/>
                </a:lnTo>
                <a:lnTo>
                  <a:pt x="902" y="537"/>
                </a:lnTo>
                <a:lnTo>
                  <a:pt x="902" y="538"/>
                </a:lnTo>
                <a:lnTo>
                  <a:pt x="902" y="539"/>
                </a:lnTo>
                <a:lnTo>
                  <a:pt x="902" y="540"/>
                </a:lnTo>
                <a:lnTo>
                  <a:pt x="903" y="541"/>
                </a:lnTo>
                <a:lnTo>
                  <a:pt x="902" y="542"/>
                </a:lnTo>
                <a:lnTo>
                  <a:pt x="902" y="541"/>
                </a:lnTo>
                <a:lnTo>
                  <a:pt x="901" y="541"/>
                </a:lnTo>
                <a:lnTo>
                  <a:pt x="901" y="540"/>
                </a:lnTo>
                <a:lnTo>
                  <a:pt x="899" y="541"/>
                </a:lnTo>
                <a:lnTo>
                  <a:pt x="898" y="541"/>
                </a:lnTo>
                <a:lnTo>
                  <a:pt x="896" y="542"/>
                </a:lnTo>
                <a:lnTo>
                  <a:pt x="895" y="542"/>
                </a:lnTo>
                <a:lnTo>
                  <a:pt x="894" y="542"/>
                </a:lnTo>
                <a:lnTo>
                  <a:pt x="892" y="543"/>
                </a:lnTo>
                <a:lnTo>
                  <a:pt x="891" y="543"/>
                </a:lnTo>
                <a:lnTo>
                  <a:pt x="890" y="544"/>
                </a:lnTo>
                <a:lnTo>
                  <a:pt x="890" y="545"/>
                </a:lnTo>
                <a:lnTo>
                  <a:pt x="889" y="545"/>
                </a:lnTo>
                <a:lnTo>
                  <a:pt x="887" y="547"/>
                </a:lnTo>
                <a:lnTo>
                  <a:pt x="886" y="549"/>
                </a:lnTo>
                <a:lnTo>
                  <a:pt x="886" y="550"/>
                </a:lnTo>
                <a:lnTo>
                  <a:pt x="886" y="551"/>
                </a:lnTo>
                <a:lnTo>
                  <a:pt x="885" y="551"/>
                </a:lnTo>
                <a:lnTo>
                  <a:pt x="884" y="552"/>
                </a:lnTo>
                <a:lnTo>
                  <a:pt x="882" y="554"/>
                </a:lnTo>
                <a:lnTo>
                  <a:pt x="881" y="555"/>
                </a:lnTo>
                <a:lnTo>
                  <a:pt x="879" y="558"/>
                </a:lnTo>
                <a:lnTo>
                  <a:pt x="878" y="559"/>
                </a:lnTo>
                <a:lnTo>
                  <a:pt x="878" y="560"/>
                </a:lnTo>
                <a:lnTo>
                  <a:pt x="878" y="561"/>
                </a:lnTo>
                <a:lnTo>
                  <a:pt x="877" y="562"/>
                </a:lnTo>
                <a:lnTo>
                  <a:pt x="877" y="563"/>
                </a:lnTo>
                <a:lnTo>
                  <a:pt x="877" y="564"/>
                </a:lnTo>
                <a:lnTo>
                  <a:pt x="876" y="565"/>
                </a:lnTo>
                <a:lnTo>
                  <a:pt x="876" y="568"/>
                </a:lnTo>
                <a:lnTo>
                  <a:pt x="876" y="571"/>
                </a:lnTo>
                <a:lnTo>
                  <a:pt x="875" y="572"/>
                </a:lnTo>
                <a:lnTo>
                  <a:pt x="875" y="573"/>
                </a:lnTo>
                <a:lnTo>
                  <a:pt x="875" y="575"/>
                </a:lnTo>
                <a:lnTo>
                  <a:pt x="875" y="577"/>
                </a:lnTo>
                <a:lnTo>
                  <a:pt x="874" y="579"/>
                </a:lnTo>
                <a:lnTo>
                  <a:pt x="874" y="582"/>
                </a:lnTo>
                <a:lnTo>
                  <a:pt x="874" y="583"/>
                </a:lnTo>
                <a:lnTo>
                  <a:pt x="874" y="584"/>
                </a:lnTo>
                <a:lnTo>
                  <a:pt x="873" y="589"/>
                </a:lnTo>
                <a:lnTo>
                  <a:pt x="872" y="590"/>
                </a:lnTo>
                <a:lnTo>
                  <a:pt x="872" y="592"/>
                </a:lnTo>
                <a:lnTo>
                  <a:pt x="872" y="595"/>
                </a:lnTo>
                <a:lnTo>
                  <a:pt x="872" y="596"/>
                </a:lnTo>
                <a:lnTo>
                  <a:pt x="871" y="596"/>
                </a:lnTo>
                <a:lnTo>
                  <a:pt x="871" y="598"/>
                </a:lnTo>
                <a:lnTo>
                  <a:pt x="870" y="600"/>
                </a:lnTo>
                <a:lnTo>
                  <a:pt x="870" y="601"/>
                </a:lnTo>
                <a:lnTo>
                  <a:pt x="870" y="602"/>
                </a:lnTo>
                <a:lnTo>
                  <a:pt x="870" y="603"/>
                </a:lnTo>
                <a:lnTo>
                  <a:pt x="869" y="605"/>
                </a:lnTo>
                <a:lnTo>
                  <a:pt x="869" y="609"/>
                </a:lnTo>
                <a:lnTo>
                  <a:pt x="870" y="610"/>
                </a:lnTo>
                <a:lnTo>
                  <a:pt x="870" y="612"/>
                </a:lnTo>
                <a:lnTo>
                  <a:pt x="870" y="613"/>
                </a:lnTo>
                <a:lnTo>
                  <a:pt x="871" y="614"/>
                </a:lnTo>
                <a:lnTo>
                  <a:pt x="871" y="613"/>
                </a:lnTo>
                <a:lnTo>
                  <a:pt x="872" y="613"/>
                </a:lnTo>
                <a:lnTo>
                  <a:pt x="873" y="614"/>
                </a:lnTo>
                <a:lnTo>
                  <a:pt x="875" y="616"/>
                </a:lnTo>
                <a:lnTo>
                  <a:pt x="876" y="618"/>
                </a:lnTo>
                <a:lnTo>
                  <a:pt x="877" y="619"/>
                </a:lnTo>
                <a:lnTo>
                  <a:pt x="879" y="622"/>
                </a:lnTo>
                <a:lnTo>
                  <a:pt x="879" y="623"/>
                </a:lnTo>
                <a:lnTo>
                  <a:pt x="879" y="624"/>
                </a:lnTo>
                <a:lnTo>
                  <a:pt x="878" y="624"/>
                </a:lnTo>
                <a:lnTo>
                  <a:pt x="877" y="625"/>
                </a:lnTo>
                <a:lnTo>
                  <a:pt x="877" y="626"/>
                </a:lnTo>
                <a:lnTo>
                  <a:pt x="878" y="626"/>
                </a:lnTo>
                <a:lnTo>
                  <a:pt x="879" y="625"/>
                </a:lnTo>
                <a:lnTo>
                  <a:pt x="879" y="626"/>
                </a:lnTo>
                <a:lnTo>
                  <a:pt x="879" y="628"/>
                </a:lnTo>
                <a:lnTo>
                  <a:pt x="878" y="628"/>
                </a:lnTo>
                <a:lnTo>
                  <a:pt x="877" y="628"/>
                </a:lnTo>
                <a:lnTo>
                  <a:pt x="877" y="629"/>
                </a:lnTo>
                <a:lnTo>
                  <a:pt x="877" y="631"/>
                </a:lnTo>
                <a:lnTo>
                  <a:pt x="878" y="631"/>
                </a:lnTo>
                <a:lnTo>
                  <a:pt x="877" y="633"/>
                </a:lnTo>
                <a:lnTo>
                  <a:pt x="877" y="634"/>
                </a:lnTo>
                <a:lnTo>
                  <a:pt x="876" y="634"/>
                </a:lnTo>
                <a:lnTo>
                  <a:pt x="876" y="635"/>
                </a:lnTo>
                <a:lnTo>
                  <a:pt x="876" y="634"/>
                </a:lnTo>
                <a:lnTo>
                  <a:pt x="874" y="635"/>
                </a:lnTo>
                <a:lnTo>
                  <a:pt x="875" y="636"/>
                </a:lnTo>
                <a:lnTo>
                  <a:pt x="875" y="635"/>
                </a:lnTo>
                <a:lnTo>
                  <a:pt x="875" y="636"/>
                </a:lnTo>
                <a:lnTo>
                  <a:pt x="875" y="637"/>
                </a:lnTo>
                <a:lnTo>
                  <a:pt x="874" y="639"/>
                </a:lnTo>
                <a:lnTo>
                  <a:pt x="873" y="639"/>
                </a:lnTo>
                <a:lnTo>
                  <a:pt x="873" y="640"/>
                </a:lnTo>
                <a:lnTo>
                  <a:pt x="871" y="640"/>
                </a:lnTo>
                <a:lnTo>
                  <a:pt x="869" y="640"/>
                </a:lnTo>
                <a:lnTo>
                  <a:pt x="869" y="641"/>
                </a:lnTo>
                <a:lnTo>
                  <a:pt x="868" y="641"/>
                </a:lnTo>
                <a:lnTo>
                  <a:pt x="868" y="642"/>
                </a:lnTo>
                <a:lnTo>
                  <a:pt x="867" y="642"/>
                </a:lnTo>
                <a:lnTo>
                  <a:pt x="866" y="643"/>
                </a:lnTo>
                <a:lnTo>
                  <a:pt x="866" y="641"/>
                </a:lnTo>
                <a:lnTo>
                  <a:pt x="865" y="640"/>
                </a:lnTo>
                <a:lnTo>
                  <a:pt x="864" y="641"/>
                </a:lnTo>
                <a:lnTo>
                  <a:pt x="863" y="640"/>
                </a:lnTo>
                <a:lnTo>
                  <a:pt x="863" y="641"/>
                </a:lnTo>
                <a:lnTo>
                  <a:pt x="862" y="642"/>
                </a:lnTo>
                <a:lnTo>
                  <a:pt x="861" y="643"/>
                </a:lnTo>
                <a:lnTo>
                  <a:pt x="861" y="644"/>
                </a:lnTo>
                <a:lnTo>
                  <a:pt x="862" y="645"/>
                </a:lnTo>
                <a:lnTo>
                  <a:pt x="861" y="646"/>
                </a:lnTo>
                <a:lnTo>
                  <a:pt x="860" y="646"/>
                </a:lnTo>
                <a:lnTo>
                  <a:pt x="860" y="647"/>
                </a:lnTo>
                <a:lnTo>
                  <a:pt x="860" y="648"/>
                </a:lnTo>
                <a:lnTo>
                  <a:pt x="859" y="649"/>
                </a:lnTo>
                <a:lnTo>
                  <a:pt x="858" y="652"/>
                </a:lnTo>
                <a:lnTo>
                  <a:pt x="857" y="653"/>
                </a:lnTo>
                <a:lnTo>
                  <a:pt x="857" y="654"/>
                </a:lnTo>
                <a:lnTo>
                  <a:pt x="856" y="655"/>
                </a:lnTo>
                <a:lnTo>
                  <a:pt x="856" y="657"/>
                </a:lnTo>
                <a:lnTo>
                  <a:pt x="856" y="658"/>
                </a:lnTo>
                <a:lnTo>
                  <a:pt x="856" y="659"/>
                </a:lnTo>
                <a:lnTo>
                  <a:pt x="855" y="658"/>
                </a:lnTo>
                <a:lnTo>
                  <a:pt x="853" y="660"/>
                </a:lnTo>
                <a:lnTo>
                  <a:pt x="853" y="661"/>
                </a:lnTo>
                <a:lnTo>
                  <a:pt x="852" y="662"/>
                </a:lnTo>
                <a:lnTo>
                  <a:pt x="852" y="663"/>
                </a:lnTo>
                <a:lnTo>
                  <a:pt x="852" y="664"/>
                </a:lnTo>
                <a:lnTo>
                  <a:pt x="851" y="664"/>
                </a:lnTo>
                <a:lnTo>
                  <a:pt x="850" y="666"/>
                </a:lnTo>
                <a:lnTo>
                  <a:pt x="851" y="667"/>
                </a:lnTo>
                <a:lnTo>
                  <a:pt x="853" y="668"/>
                </a:lnTo>
                <a:lnTo>
                  <a:pt x="853" y="669"/>
                </a:lnTo>
                <a:lnTo>
                  <a:pt x="849" y="673"/>
                </a:lnTo>
                <a:lnTo>
                  <a:pt x="847" y="675"/>
                </a:lnTo>
                <a:lnTo>
                  <a:pt x="844" y="678"/>
                </a:lnTo>
                <a:lnTo>
                  <a:pt x="844" y="680"/>
                </a:lnTo>
                <a:lnTo>
                  <a:pt x="845" y="681"/>
                </a:lnTo>
                <a:lnTo>
                  <a:pt x="845" y="682"/>
                </a:lnTo>
                <a:lnTo>
                  <a:pt x="844" y="682"/>
                </a:lnTo>
                <a:lnTo>
                  <a:pt x="843" y="682"/>
                </a:lnTo>
                <a:lnTo>
                  <a:pt x="843" y="681"/>
                </a:lnTo>
                <a:lnTo>
                  <a:pt x="839" y="684"/>
                </a:lnTo>
                <a:lnTo>
                  <a:pt x="838" y="684"/>
                </a:lnTo>
                <a:lnTo>
                  <a:pt x="838" y="682"/>
                </a:lnTo>
                <a:lnTo>
                  <a:pt x="837" y="683"/>
                </a:lnTo>
                <a:lnTo>
                  <a:pt x="836" y="683"/>
                </a:lnTo>
                <a:lnTo>
                  <a:pt x="837" y="684"/>
                </a:lnTo>
                <a:lnTo>
                  <a:pt x="836" y="685"/>
                </a:lnTo>
                <a:lnTo>
                  <a:pt x="836" y="686"/>
                </a:lnTo>
                <a:lnTo>
                  <a:pt x="834" y="688"/>
                </a:lnTo>
                <a:lnTo>
                  <a:pt x="834" y="689"/>
                </a:lnTo>
                <a:lnTo>
                  <a:pt x="832" y="691"/>
                </a:lnTo>
                <a:lnTo>
                  <a:pt x="831" y="693"/>
                </a:lnTo>
                <a:lnTo>
                  <a:pt x="830" y="694"/>
                </a:lnTo>
                <a:lnTo>
                  <a:pt x="829" y="695"/>
                </a:lnTo>
                <a:lnTo>
                  <a:pt x="828" y="696"/>
                </a:lnTo>
                <a:lnTo>
                  <a:pt x="825" y="697"/>
                </a:lnTo>
                <a:lnTo>
                  <a:pt x="824" y="697"/>
                </a:lnTo>
                <a:lnTo>
                  <a:pt x="823" y="697"/>
                </a:lnTo>
                <a:lnTo>
                  <a:pt x="823" y="696"/>
                </a:lnTo>
                <a:lnTo>
                  <a:pt x="823" y="695"/>
                </a:lnTo>
                <a:lnTo>
                  <a:pt x="824" y="695"/>
                </a:lnTo>
                <a:lnTo>
                  <a:pt x="825" y="693"/>
                </a:lnTo>
                <a:lnTo>
                  <a:pt x="827" y="690"/>
                </a:lnTo>
                <a:lnTo>
                  <a:pt x="828" y="688"/>
                </a:lnTo>
                <a:lnTo>
                  <a:pt x="829" y="688"/>
                </a:lnTo>
                <a:lnTo>
                  <a:pt x="830" y="686"/>
                </a:lnTo>
                <a:lnTo>
                  <a:pt x="832" y="684"/>
                </a:lnTo>
                <a:lnTo>
                  <a:pt x="834" y="683"/>
                </a:lnTo>
                <a:lnTo>
                  <a:pt x="837" y="682"/>
                </a:lnTo>
                <a:lnTo>
                  <a:pt x="837" y="681"/>
                </a:lnTo>
                <a:lnTo>
                  <a:pt x="836" y="681"/>
                </a:lnTo>
                <a:lnTo>
                  <a:pt x="834" y="682"/>
                </a:lnTo>
                <a:lnTo>
                  <a:pt x="833" y="683"/>
                </a:lnTo>
                <a:lnTo>
                  <a:pt x="832" y="684"/>
                </a:lnTo>
                <a:lnTo>
                  <a:pt x="831" y="684"/>
                </a:lnTo>
                <a:lnTo>
                  <a:pt x="830" y="683"/>
                </a:lnTo>
                <a:lnTo>
                  <a:pt x="829" y="685"/>
                </a:lnTo>
                <a:lnTo>
                  <a:pt x="829" y="684"/>
                </a:lnTo>
                <a:lnTo>
                  <a:pt x="828" y="685"/>
                </a:lnTo>
                <a:lnTo>
                  <a:pt x="826" y="686"/>
                </a:lnTo>
                <a:lnTo>
                  <a:pt x="826" y="687"/>
                </a:lnTo>
                <a:lnTo>
                  <a:pt x="825" y="688"/>
                </a:lnTo>
                <a:lnTo>
                  <a:pt x="825" y="687"/>
                </a:lnTo>
                <a:lnTo>
                  <a:pt x="824" y="689"/>
                </a:lnTo>
                <a:lnTo>
                  <a:pt x="822" y="689"/>
                </a:lnTo>
                <a:lnTo>
                  <a:pt x="821" y="690"/>
                </a:lnTo>
                <a:lnTo>
                  <a:pt x="820" y="690"/>
                </a:lnTo>
                <a:lnTo>
                  <a:pt x="820" y="689"/>
                </a:lnTo>
                <a:lnTo>
                  <a:pt x="819" y="689"/>
                </a:lnTo>
                <a:lnTo>
                  <a:pt x="818" y="688"/>
                </a:lnTo>
                <a:lnTo>
                  <a:pt x="818" y="687"/>
                </a:lnTo>
                <a:lnTo>
                  <a:pt x="819" y="686"/>
                </a:lnTo>
                <a:lnTo>
                  <a:pt x="820" y="685"/>
                </a:lnTo>
                <a:lnTo>
                  <a:pt x="819" y="685"/>
                </a:lnTo>
                <a:lnTo>
                  <a:pt x="819" y="684"/>
                </a:lnTo>
                <a:lnTo>
                  <a:pt x="818" y="685"/>
                </a:lnTo>
                <a:lnTo>
                  <a:pt x="818" y="684"/>
                </a:lnTo>
                <a:lnTo>
                  <a:pt x="817" y="684"/>
                </a:lnTo>
                <a:lnTo>
                  <a:pt x="817" y="682"/>
                </a:lnTo>
                <a:lnTo>
                  <a:pt x="817" y="681"/>
                </a:lnTo>
                <a:lnTo>
                  <a:pt x="816" y="680"/>
                </a:lnTo>
                <a:lnTo>
                  <a:pt x="816" y="679"/>
                </a:lnTo>
                <a:lnTo>
                  <a:pt x="816" y="678"/>
                </a:lnTo>
                <a:lnTo>
                  <a:pt x="816" y="679"/>
                </a:lnTo>
                <a:lnTo>
                  <a:pt x="816" y="680"/>
                </a:lnTo>
                <a:lnTo>
                  <a:pt x="817" y="684"/>
                </a:lnTo>
                <a:lnTo>
                  <a:pt x="818" y="685"/>
                </a:lnTo>
                <a:lnTo>
                  <a:pt x="819" y="685"/>
                </a:lnTo>
                <a:lnTo>
                  <a:pt x="819" y="686"/>
                </a:lnTo>
                <a:lnTo>
                  <a:pt x="818" y="686"/>
                </a:lnTo>
                <a:lnTo>
                  <a:pt x="817" y="686"/>
                </a:lnTo>
                <a:lnTo>
                  <a:pt x="817" y="687"/>
                </a:lnTo>
                <a:lnTo>
                  <a:pt x="817" y="689"/>
                </a:lnTo>
                <a:lnTo>
                  <a:pt x="816" y="689"/>
                </a:lnTo>
                <a:lnTo>
                  <a:pt x="816" y="690"/>
                </a:lnTo>
                <a:lnTo>
                  <a:pt x="814" y="691"/>
                </a:lnTo>
                <a:lnTo>
                  <a:pt x="812" y="692"/>
                </a:lnTo>
                <a:lnTo>
                  <a:pt x="811" y="694"/>
                </a:lnTo>
                <a:lnTo>
                  <a:pt x="811" y="695"/>
                </a:lnTo>
                <a:lnTo>
                  <a:pt x="809" y="696"/>
                </a:lnTo>
                <a:lnTo>
                  <a:pt x="806" y="696"/>
                </a:lnTo>
                <a:lnTo>
                  <a:pt x="803" y="697"/>
                </a:lnTo>
                <a:lnTo>
                  <a:pt x="803" y="696"/>
                </a:lnTo>
                <a:lnTo>
                  <a:pt x="801" y="697"/>
                </a:lnTo>
                <a:lnTo>
                  <a:pt x="799" y="697"/>
                </a:lnTo>
                <a:lnTo>
                  <a:pt x="797" y="697"/>
                </a:lnTo>
                <a:lnTo>
                  <a:pt x="795" y="697"/>
                </a:lnTo>
                <a:lnTo>
                  <a:pt x="794" y="697"/>
                </a:lnTo>
                <a:lnTo>
                  <a:pt x="793" y="696"/>
                </a:lnTo>
                <a:lnTo>
                  <a:pt x="792" y="697"/>
                </a:lnTo>
                <a:lnTo>
                  <a:pt x="791" y="695"/>
                </a:lnTo>
                <a:lnTo>
                  <a:pt x="790" y="695"/>
                </a:lnTo>
                <a:lnTo>
                  <a:pt x="789" y="695"/>
                </a:lnTo>
                <a:lnTo>
                  <a:pt x="789" y="696"/>
                </a:lnTo>
                <a:lnTo>
                  <a:pt x="787" y="695"/>
                </a:lnTo>
                <a:lnTo>
                  <a:pt x="784" y="695"/>
                </a:lnTo>
                <a:lnTo>
                  <a:pt x="783" y="695"/>
                </a:lnTo>
                <a:lnTo>
                  <a:pt x="782" y="695"/>
                </a:lnTo>
                <a:lnTo>
                  <a:pt x="781" y="696"/>
                </a:lnTo>
                <a:lnTo>
                  <a:pt x="782" y="695"/>
                </a:lnTo>
                <a:lnTo>
                  <a:pt x="782" y="696"/>
                </a:lnTo>
                <a:lnTo>
                  <a:pt x="781" y="696"/>
                </a:lnTo>
                <a:lnTo>
                  <a:pt x="780" y="696"/>
                </a:lnTo>
                <a:lnTo>
                  <a:pt x="779" y="697"/>
                </a:lnTo>
                <a:lnTo>
                  <a:pt x="778" y="698"/>
                </a:lnTo>
                <a:lnTo>
                  <a:pt x="777" y="698"/>
                </a:lnTo>
                <a:lnTo>
                  <a:pt x="774" y="699"/>
                </a:lnTo>
                <a:lnTo>
                  <a:pt x="773" y="699"/>
                </a:lnTo>
                <a:lnTo>
                  <a:pt x="772" y="699"/>
                </a:lnTo>
                <a:lnTo>
                  <a:pt x="771" y="699"/>
                </a:lnTo>
                <a:lnTo>
                  <a:pt x="770" y="698"/>
                </a:lnTo>
                <a:lnTo>
                  <a:pt x="770" y="699"/>
                </a:lnTo>
                <a:lnTo>
                  <a:pt x="769" y="699"/>
                </a:lnTo>
                <a:lnTo>
                  <a:pt x="769" y="698"/>
                </a:lnTo>
                <a:lnTo>
                  <a:pt x="768" y="699"/>
                </a:lnTo>
                <a:lnTo>
                  <a:pt x="769" y="700"/>
                </a:lnTo>
                <a:lnTo>
                  <a:pt x="771" y="701"/>
                </a:lnTo>
                <a:lnTo>
                  <a:pt x="772" y="702"/>
                </a:lnTo>
                <a:lnTo>
                  <a:pt x="776" y="706"/>
                </a:lnTo>
                <a:lnTo>
                  <a:pt x="775" y="708"/>
                </a:lnTo>
                <a:lnTo>
                  <a:pt x="773" y="707"/>
                </a:lnTo>
                <a:lnTo>
                  <a:pt x="770" y="706"/>
                </a:lnTo>
                <a:lnTo>
                  <a:pt x="769" y="707"/>
                </a:lnTo>
                <a:lnTo>
                  <a:pt x="772" y="708"/>
                </a:lnTo>
                <a:lnTo>
                  <a:pt x="772" y="709"/>
                </a:lnTo>
                <a:lnTo>
                  <a:pt x="771" y="710"/>
                </a:lnTo>
                <a:lnTo>
                  <a:pt x="771" y="711"/>
                </a:lnTo>
                <a:lnTo>
                  <a:pt x="765" y="709"/>
                </a:lnTo>
                <a:lnTo>
                  <a:pt x="765" y="710"/>
                </a:lnTo>
                <a:lnTo>
                  <a:pt x="764" y="711"/>
                </a:lnTo>
                <a:lnTo>
                  <a:pt x="765" y="711"/>
                </a:lnTo>
                <a:lnTo>
                  <a:pt x="767" y="712"/>
                </a:lnTo>
                <a:lnTo>
                  <a:pt x="766" y="714"/>
                </a:lnTo>
                <a:lnTo>
                  <a:pt x="765" y="714"/>
                </a:lnTo>
                <a:lnTo>
                  <a:pt x="764" y="714"/>
                </a:lnTo>
                <a:lnTo>
                  <a:pt x="763" y="713"/>
                </a:lnTo>
                <a:lnTo>
                  <a:pt x="762" y="713"/>
                </a:lnTo>
                <a:lnTo>
                  <a:pt x="761" y="713"/>
                </a:lnTo>
                <a:lnTo>
                  <a:pt x="761" y="714"/>
                </a:lnTo>
                <a:lnTo>
                  <a:pt x="760" y="714"/>
                </a:lnTo>
                <a:lnTo>
                  <a:pt x="761" y="715"/>
                </a:lnTo>
                <a:lnTo>
                  <a:pt x="761" y="716"/>
                </a:lnTo>
                <a:lnTo>
                  <a:pt x="762" y="716"/>
                </a:lnTo>
                <a:lnTo>
                  <a:pt x="763" y="719"/>
                </a:lnTo>
                <a:lnTo>
                  <a:pt x="762" y="719"/>
                </a:lnTo>
                <a:lnTo>
                  <a:pt x="763" y="720"/>
                </a:lnTo>
                <a:lnTo>
                  <a:pt x="764" y="721"/>
                </a:lnTo>
                <a:lnTo>
                  <a:pt x="764" y="720"/>
                </a:lnTo>
                <a:lnTo>
                  <a:pt x="765" y="720"/>
                </a:lnTo>
                <a:lnTo>
                  <a:pt x="770" y="721"/>
                </a:lnTo>
                <a:lnTo>
                  <a:pt x="771" y="722"/>
                </a:lnTo>
                <a:lnTo>
                  <a:pt x="772" y="723"/>
                </a:lnTo>
                <a:lnTo>
                  <a:pt x="774" y="725"/>
                </a:lnTo>
                <a:lnTo>
                  <a:pt x="775" y="727"/>
                </a:lnTo>
                <a:lnTo>
                  <a:pt x="776" y="729"/>
                </a:lnTo>
                <a:lnTo>
                  <a:pt x="777" y="729"/>
                </a:lnTo>
                <a:lnTo>
                  <a:pt x="778" y="731"/>
                </a:lnTo>
                <a:lnTo>
                  <a:pt x="779" y="729"/>
                </a:lnTo>
                <a:lnTo>
                  <a:pt x="780" y="726"/>
                </a:lnTo>
                <a:lnTo>
                  <a:pt x="784" y="721"/>
                </a:lnTo>
                <a:lnTo>
                  <a:pt x="785" y="720"/>
                </a:lnTo>
                <a:lnTo>
                  <a:pt x="785" y="719"/>
                </a:lnTo>
                <a:lnTo>
                  <a:pt x="786" y="718"/>
                </a:lnTo>
                <a:lnTo>
                  <a:pt x="785" y="716"/>
                </a:lnTo>
                <a:lnTo>
                  <a:pt x="783" y="714"/>
                </a:lnTo>
                <a:lnTo>
                  <a:pt x="786" y="712"/>
                </a:lnTo>
                <a:lnTo>
                  <a:pt x="788" y="715"/>
                </a:lnTo>
                <a:lnTo>
                  <a:pt x="789" y="716"/>
                </a:lnTo>
                <a:lnTo>
                  <a:pt x="789" y="717"/>
                </a:lnTo>
                <a:lnTo>
                  <a:pt x="789" y="718"/>
                </a:lnTo>
                <a:lnTo>
                  <a:pt x="787" y="724"/>
                </a:lnTo>
                <a:lnTo>
                  <a:pt x="785" y="728"/>
                </a:lnTo>
                <a:lnTo>
                  <a:pt x="783" y="734"/>
                </a:lnTo>
                <a:lnTo>
                  <a:pt x="782" y="735"/>
                </a:lnTo>
                <a:lnTo>
                  <a:pt x="779" y="739"/>
                </a:lnTo>
                <a:lnTo>
                  <a:pt x="777" y="741"/>
                </a:lnTo>
                <a:lnTo>
                  <a:pt x="772" y="747"/>
                </a:lnTo>
                <a:lnTo>
                  <a:pt x="771" y="747"/>
                </a:lnTo>
                <a:lnTo>
                  <a:pt x="770" y="747"/>
                </a:lnTo>
                <a:lnTo>
                  <a:pt x="766" y="744"/>
                </a:lnTo>
                <a:lnTo>
                  <a:pt x="767" y="743"/>
                </a:lnTo>
                <a:lnTo>
                  <a:pt x="767" y="742"/>
                </a:lnTo>
                <a:lnTo>
                  <a:pt x="767" y="741"/>
                </a:lnTo>
                <a:lnTo>
                  <a:pt x="766" y="740"/>
                </a:lnTo>
                <a:lnTo>
                  <a:pt x="765" y="739"/>
                </a:lnTo>
                <a:lnTo>
                  <a:pt x="763" y="737"/>
                </a:lnTo>
                <a:lnTo>
                  <a:pt x="763" y="736"/>
                </a:lnTo>
                <a:lnTo>
                  <a:pt x="763" y="735"/>
                </a:lnTo>
                <a:lnTo>
                  <a:pt x="763" y="734"/>
                </a:lnTo>
                <a:lnTo>
                  <a:pt x="763" y="733"/>
                </a:lnTo>
                <a:lnTo>
                  <a:pt x="763" y="732"/>
                </a:lnTo>
                <a:lnTo>
                  <a:pt x="763" y="731"/>
                </a:lnTo>
                <a:lnTo>
                  <a:pt x="762" y="730"/>
                </a:lnTo>
                <a:lnTo>
                  <a:pt x="762" y="729"/>
                </a:lnTo>
                <a:lnTo>
                  <a:pt x="761" y="727"/>
                </a:lnTo>
                <a:lnTo>
                  <a:pt x="760" y="727"/>
                </a:lnTo>
                <a:lnTo>
                  <a:pt x="759" y="728"/>
                </a:lnTo>
                <a:lnTo>
                  <a:pt x="760" y="730"/>
                </a:lnTo>
                <a:lnTo>
                  <a:pt x="760" y="731"/>
                </a:lnTo>
                <a:lnTo>
                  <a:pt x="761" y="732"/>
                </a:lnTo>
                <a:lnTo>
                  <a:pt x="761" y="733"/>
                </a:lnTo>
                <a:lnTo>
                  <a:pt x="761" y="736"/>
                </a:lnTo>
                <a:lnTo>
                  <a:pt x="761" y="738"/>
                </a:lnTo>
                <a:lnTo>
                  <a:pt x="762" y="740"/>
                </a:lnTo>
                <a:lnTo>
                  <a:pt x="762" y="741"/>
                </a:lnTo>
                <a:lnTo>
                  <a:pt x="762" y="742"/>
                </a:lnTo>
                <a:lnTo>
                  <a:pt x="761" y="742"/>
                </a:lnTo>
                <a:lnTo>
                  <a:pt x="760" y="741"/>
                </a:lnTo>
                <a:lnTo>
                  <a:pt x="759" y="741"/>
                </a:lnTo>
                <a:lnTo>
                  <a:pt x="757" y="740"/>
                </a:lnTo>
                <a:lnTo>
                  <a:pt x="756" y="740"/>
                </a:lnTo>
                <a:lnTo>
                  <a:pt x="755" y="733"/>
                </a:lnTo>
                <a:lnTo>
                  <a:pt x="755" y="731"/>
                </a:lnTo>
                <a:lnTo>
                  <a:pt x="754" y="730"/>
                </a:lnTo>
                <a:lnTo>
                  <a:pt x="755" y="728"/>
                </a:lnTo>
                <a:lnTo>
                  <a:pt x="757" y="726"/>
                </a:lnTo>
                <a:lnTo>
                  <a:pt x="760" y="723"/>
                </a:lnTo>
                <a:lnTo>
                  <a:pt x="761" y="723"/>
                </a:lnTo>
                <a:lnTo>
                  <a:pt x="762" y="722"/>
                </a:lnTo>
                <a:lnTo>
                  <a:pt x="763" y="721"/>
                </a:lnTo>
                <a:lnTo>
                  <a:pt x="762" y="720"/>
                </a:lnTo>
                <a:lnTo>
                  <a:pt x="761" y="720"/>
                </a:lnTo>
                <a:lnTo>
                  <a:pt x="761" y="721"/>
                </a:lnTo>
                <a:lnTo>
                  <a:pt x="760" y="721"/>
                </a:lnTo>
                <a:lnTo>
                  <a:pt x="756" y="724"/>
                </a:lnTo>
                <a:lnTo>
                  <a:pt x="754" y="726"/>
                </a:lnTo>
                <a:lnTo>
                  <a:pt x="754" y="727"/>
                </a:lnTo>
                <a:lnTo>
                  <a:pt x="754" y="728"/>
                </a:lnTo>
                <a:lnTo>
                  <a:pt x="752" y="731"/>
                </a:lnTo>
                <a:lnTo>
                  <a:pt x="752" y="733"/>
                </a:lnTo>
                <a:lnTo>
                  <a:pt x="753" y="733"/>
                </a:lnTo>
                <a:lnTo>
                  <a:pt x="753" y="734"/>
                </a:lnTo>
                <a:lnTo>
                  <a:pt x="753" y="739"/>
                </a:lnTo>
                <a:lnTo>
                  <a:pt x="749" y="737"/>
                </a:lnTo>
                <a:lnTo>
                  <a:pt x="748" y="737"/>
                </a:lnTo>
                <a:lnTo>
                  <a:pt x="748" y="736"/>
                </a:lnTo>
                <a:lnTo>
                  <a:pt x="747" y="733"/>
                </a:lnTo>
                <a:lnTo>
                  <a:pt x="747" y="731"/>
                </a:lnTo>
                <a:lnTo>
                  <a:pt x="747" y="730"/>
                </a:lnTo>
                <a:lnTo>
                  <a:pt x="747" y="729"/>
                </a:lnTo>
                <a:lnTo>
                  <a:pt x="747" y="728"/>
                </a:lnTo>
                <a:lnTo>
                  <a:pt x="746" y="725"/>
                </a:lnTo>
                <a:lnTo>
                  <a:pt x="745" y="725"/>
                </a:lnTo>
                <a:lnTo>
                  <a:pt x="745" y="726"/>
                </a:lnTo>
                <a:lnTo>
                  <a:pt x="745" y="727"/>
                </a:lnTo>
                <a:lnTo>
                  <a:pt x="745" y="728"/>
                </a:lnTo>
                <a:lnTo>
                  <a:pt x="744" y="728"/>
                </a:lnTo>
                <a:lnTo>
                  <a:pt x="744" y="729"/>
                </a:lnTo>
                <a:lnTo>
                  <a:pt x="743" y="729"/>
                </a:lnTo>
                <a:lnTo>
                  <a:pt x="742" y="728"/>
                </a:lnTo>
                <a:lnTo>
                  <a:pt x="741" y="729"/>
                </a:lnTo>
                <a:lnTo>
                  <a:pt x="739" y="728"/>
                </a:lnTo>
                <a:lnTo>
                  <a:pt x="738" y="728"/>
                </a:lnTo>
                <a:lnTo>
                  <a:pt x="737" y="727"/>
                </a:lnTo>
                <a:lnTo>
                  <a:pt x="736" y="727"/>
                </a:lnTo>
                <a:lnTo>
                  <a:pt x="736" y="726"/>
                </a:lnTo>
                <a:lnTo>
                  <a:pt x="735" y="726"/>
                </a:lnTo>
                <a:lnTo>
                  <a:pt x="733" y="726"/>
                </a:lnTo>
                <a:lnTo>
                  <a:pt x="732" y="726"/>
                </a:lnTo>
                <a:lnTo>
                  <a:pt x="731" y="726"/>
                </a:lnTo>
                <a:lnTo>
                  <a:pt x="731" y="727"/>
                </a:lnTo>
                <a:lnTo>
                  <a:pt x="729" y="727"/>
                </a:lnTo>
                <a:lnTo>
                  <a:pt x="726" y="726"/>
                </a:lnTo>
                <a:lnTo>
                  <a:pt x="724" y="725"/>
                </a:lnTo>
                <a:lnTo>
                  <a:pt x="721" y="722"/>
                </a:lnTo>
                <a:lnTo>
                  <a:pt x="719" y="720"/>
                </a:lnTo>
                <a:lnTo>
                  <a:pt x="716" y="717"/>
                </a:lnTo>
                <a:lnTo>
                  <a:pt x="716" y="716"/>
                </a:lnTo>
                <a:lnTo>
                  <a:pt x="716" y="715"/>
                </a:lnTo>
                <a:lnTo>
                  <a:pt x="715" y="715"/>
                </a:lnTo>
                <a:lnTo>
                  <a:pt x="714" y="712"/>
                </a:lnTo>
                <a:lnTo>
                  <a:pt x="713" y="711"/>
                </a:lnTo>
                <a:lnTo>
                  <a:pt x="712" y="710"/>
                </a:lnTo>
                <a:lnTo>
                  <a:pt x="711" y="708"/>
                </a:lnTo>
                <a:lnTo>
                  <a:pt x="711" y="707"/>
                </a:lnTo>
                <a:lnTo>
                  <a:pt x="710" y="706"/>
                </a:lnTo>
                <a:lnTo>
                  <a:pt x="709" y="705"/>
                </a:lnTo>
                <a:lnTo>
                  <a:pt x="707" y="704"/>
                </a:lnTo>
                <a:lnTo>
                  <a:pt x="708" y="703"/>
                </a:lnTo>
                <a:lnTo>
                  <a:pt x="706" y="702"/>
                </a:lnTo>
                <a:lnTo>
                  <a:pt x="706" y="703"/>
                </a:lnTo>
                <a:lnTo>
                  <a:pt x="705" y="702"/>
                </a:lnTo>
                <a:lnTo>
                  <a:pt x="705" y="701"/>
                </a:lnTo>
                <a:lnTo>
                  <a:pt x="705" y="700"/>
                </a:lnTo>
                <a:lnTo>
                  <a:pt x="705" y="699"/>
                </a:lnTo>
                <a:lnTo>
                  <a:pt x="703" y="699"/>
                </a:lnTo>
                <a:lnTo>
                  <a:pt x="700" y="698"/>
                </a:lnTo>
                <a:lnTo>
                  <a:pt x="700" y="697"/>
                </a:lnTo>
                <a:lnTo>
                  <a:pt x="699" y="696"/>
                </a:lnTo>
                <a:lnTo>
                  <a:pt x="697" y="696"/>
                </a:lnTo>
                <a:lnTo>
                  <a:pt x="696" y="696"/>
                </a:lnTo>
                <a:lnTo>
                  <a:pt x="694" y="695"/>
                </a:lnTo>
                <a:lnTo>
                  <a:pt x="694" y="694"/>
                </a:lnTo>
                <a:lnTo>
                  <a:pt x="693" y="695"/>
                </a:lnTo>
                <a:lnTo>
                  <a:pt x="692" y="696"/>
                </a:lnTo>
                <a:lnTo>
                  <a:pt x="691" y="696"/>
                </a:lnTo>
                <a:lnTo>
                  <a:pt x="690" y="695"/>
                </a:lnTo>
                <a:lnTo>
                  <a:pt x="688" y="695"/>
                </a:lnTo>
                <a:lnTo>
                  <a:pt x="688" y="694"/>
                </a:lnTo>
                <a:lnTo>
                  <a:pt x="688" y="693"/>
                </a:lnTo>
                <a:lnTo>
                  <a:pt x="689" y="693"/>
                </a:lnTo>
                <a:lnTo>
                  <a:pt x="690" y="693"/>
                </a:lnTo>
                <a:lnTo>
                  <a:pt x="692" y="692"/>
                </a:lnTo>
                <a:lnTo>
                  <a:pt x="693" y="692"/>
                </a:lnTo>
                <a:lnTo>
                  <a:pt x="693" y="691"/>
                </a:lnTo>
                <a:lnTo>
                  <a:pt x="692" y="691"/>
                </a:lnTo>
                <a:lnTo>
                  <a:pt x="692" y="687"/>
                </a:lnTo>
                <a:lnTo>
                  <a:pt x="691" y="687"/>
                </a:lnTo>
                <a:lnTo>
                  <a:pt x="690" y="686"/>
                </a:lnTo>
                <a:lnTo>
                  <a:pt x="688" y="686"/>
                </a:lnTo>
                <a:lnTo>
                  <a:pt x="687" y="685"/>
                </a:lnTo>
                <a:lnTo>
                  <a:pt x="687" y="684"/>
                </a:lnTo>
                <a:lnTo>
                  <a:pt x="686" y="684"/>
                </a:lnTo>
                <a:lnTo>
                  <a:pt x="686" y="683"/>
                </a:lnTo>
                <a:lnTo>
                  <a:pt x="686" y="682"/>
                </a:lnTo>
                <a:lnTo>
                  <a:pt x="686" y="681"/>
                </a:lnTo>
                <a:lnTo>
                  <a:pt x="685" y="681"/>
                </a:lnTo>
                <a:lnTo>
                  <a:pt x="685" y="680"/>
                </a:lnTo>
                <a:lnTo>
                  <a:pt x="684" y="681"/>
                </a:lnTo>
                <a:lnTo>
                  <a:pt x="684" y="682"/>
                </a:lnTo>
                <a:lnTo>
                  <a:pt x="683" y="681"/>
                </a:lnTo>
                <a:lnTo>
                  <a:pt x="681" y="681"/>
                </a:lnTo>
                <a:lnTo>
                  <a:pt x="681" y="682"/>
                </a:lnTo>
                <a:lnTo>
                  <a:pt x="680" y="682"/>
                </a:lnTo>
                <a:lnTo>
                  <a:pt x="680" y="681"/>
                </a:lnTo>
                <a:lnTo>
                  <a:pt x="680" y="680"/>
                </a:lnTo>
                <a:lnTo>
                  <a:pt x="679" y="680"/>
                </a:lnTo>
                <a:lnTo>
                  <a:pt x="677" y="680"/>
                </a:lnTo>
                <a:lnTo>
                  <a:pt x="676" y="678"/>
                </a:lnTo>
                <a:lnTo>
                  <a:pt x="676" y="677"/>
                </a:lnTo>
                <a:lnTo>
                  <a:pt x="675" y="677"/>
                </a:lnTo>
                <a:lnTo>
                  <a:pt x="674" y="677"/>
                </a:lnTo>
                <a:lnTo>
                  <a:pt x="673" y="677"/>
                </a:lnTo>
                <a:lnTo>
                  <a:pt x="672" y="677"/>
                </a:lnTo>
                <a:lnTo>
                  <a:pt x="669" y="677"/>
                </a:lnTo>
                <a:lnTo>
                  <a:pt x="668" y="677"/>
                </a:lnTo>
                <a:lnTo>
                  <a:pt x="666" y="677"/>
                </a:lnTo>
                <a:lnTo>
                  <a:pt x="666" y="678"/>
                </a:lnTo>
                <a:lnTo>
                  <a:pt x="665" y="678"/>
                </a:lnTo>
                <a:lnTo>
                  <a:pt x="665" y="677"/>
                </a:lnTo>
                <a:lnTo>
                  <a:pt x="664" y="677"/>
                </a:lnTo>
                <a:lnTo>
                  <a:pt x="663" y="677"/>
                </a:lnTo>
                <a:lnTo>
                  <a:pt x="663" y="676"/>
                </a:lnTo>
                <a:lnTo>
                  <a:pt x="664" y="676"/>
                </a:lnTo>
                <a:lnTo>
                  <a:pt x="663" y="675"/>
                </a:lnTo>
                <a:lnTo>
                  <a:pt x="661" y="675"/>
                </a:lnTo>
                <a:lnTo>
                  <a:pt x="660" y="675"/>
                </a:lnTo>
                <a:lnTo>
                  <a:pt x="659" y="676"/>
                </a:lnTo>
                <a:lnTo>
                  <a:pt x="659" y="675"/>
                </a:lnTo>
                <a:lnTo>
                  <a:pt x="658" y="675"/>
                </a:lnTo>
                <a:lnTo>
                  <a:pt x="658" y="676"/>
                </a:lnTo>
                <a:lnTo>
                  <a:pt x="657" y="676"/>
                </a:lnTo>
                <a:lnTo>
                  <a:pt x="658" y="676"/>
                </a:lnTo>
                <a:lnTo>
                  <a:pt x="657" y="676"/>
                </a:lnTo>
                <a:lnTo>
                  <a:pt x="657" y="677"/>
                </a:lnTo>
                <a:lnTo>
                  <a:pt x="656" y="676"/>
                </a:lnTo>
                <a:lnTo>
                  <a:pt x="657" y="676"/>
                </a:lnTo>
                <a:lnTo>
                  <a:pt x="656" y="676"/>
                </a:lnTo>
                <a:lnTo>
                  <a:pt x="656" y="675"/>
                </a:lnTo>
                <a:lnTo>
                  <a:pt x="655" y="675"/>
                </a:lnTo>
                <a:lnTo>
                  <a:pt x="656" y="675"/>
                </a:lnTo>
                <a:lnTo>
                  <a:pt x="656" y="674"/>
                </a:lnTo>
                <a:lnTo>
                  <a:pt x="657" y="673"/>
                </a:lnTo>
                <a:lnTo>
                  <a:pt x="657" y="672"/>
                </a:lnTo>
                <a:lnTo>
                  <a:pt x="657" y="671"/>
                </a:lnTo>
                <a:lnTo>
                  <a:pt x="657" y="670"/>
                </a:lnTo>
                <a:lnTo>
                  <a:pt x="658" y="670"/>
                </a:lnTo>
                <a:lnTo>
                  <a:pt x="658" y="669"/>
                </a:lnTo>
                <a:lnTo>
                  <a:pt x="657" y="669"/>
                </a:lnTo>
                <a:lnTo>
                  <a:pt x="656" y="668"/>
                </a:lnTo>
                <a:lnTo>
                  <a:pt x="655" y="669"/>
                </a:lnTo>
                <a:lnTo>
                  <a:pt x="656" y="669"/>
                </a:lnTo>
                <a:lnTo>
                  <a:pt x="656" y="670"/>
                </a:lnTo>
                <a:lnTo>
                  <a:pt x="655" y="672"/>
                </a:lnTo>
                <a:lnTo>
                  <a:pt x="654" y="671"/>
                </a:lnTo>
                <a:lnTo>
                  <a:pt x="654" y="672"/>
                </a:lnTo>
                <a:lnTo>
                  <a:pt x="654" y="671"/>
                </a:lnTo>
                <a:lnTo>
                  <a:pt x="653" y="671"/>
                </a:lnTo>
                <a:lnTo>
                  <a:pt x="652" y="671"/>
                </a:lnTo>
                <a:lnTo>
                  <a:pt x="651" y="672"/>
                </a:lnTo>
                <a:lnTo>
                  <a:pt x="650" y="672"/>
                </a:lnTo>
                <a:lnTo>
                  <a:pt x="649" y="671"/>
                </a:lnTo>
                <a:lnTo>
                  <a:pt x="649" y="670"/>
                </a:lnTo>
                <a:lnTo>
                  <a:pt x="649" y="669"/>
                </a:lnTo>
                <a:lnTo>
                  <a:pt x="649" y="668"/>
                </a:lnTo>
                <a:lnTo>
                  <a:pt x="650" y="668"/>
                </a:lnTo>
                <a:lnTo>
                  <a:pt x="650" y="667"/>
                </a:lnTo>
                <a:lnTo>
                  <a:pt x="651" y="667"/>
                </a:lnTo>
                <a:lnTo>
                  <a:pt x="653" y="667"/>
                </a:lnTo>
                <a:lnTo>
                  <a:pt x="654" y="667"/>
                </a:lnTo>
                <a:lnTo>
                  <a:pt x="654" y="666"/>
                </a:lnTo>
                <a:lnTo>
                  <a:pt x="655" y="666"/>
                </a:lnTo>
                <a:lnTo>
                  <a:pt x="656" y="666"/>
                </a:lnTo>
                <a:lnTo>
                  <a:pt x="657" y="667"/>
                </a:lnTo>
                <a:lnTo>
                  <a:pt x="657" y="666"/>
                </a:lnTo>
                <a:lnTo>
                  <a:pt x="658" y="666"/>
                </a:lnTo>
                <a:lnTo>
                  <a:pt x="657" y="665"/>
                </a:lnTo>
                <a:lnTo>
                  <a:pt x="657" y="662"/>
                </a:lnTo>
                <a:lnTo>
                  <a:pt x="657" y="661"/>
                </a:lnTo>
                <a:lnTo>
                  <a:pt x="656" y="661"/>
                </a:lnTo>
                <a:lnTo>
                  <a:pt x="655" y="661"/>
                </a:lnTo>
                <a:lnTo>
                  <a:pt x="655" y="662"/>
                </a:lnTo>
                <a:lnTo>
                  <a:pt x="654" y="661"/>
                </a:lnTo>
                <a:lnTo>
                  <a:pt x="654" y="660"/>
                </a:lnTo>
                <a:lnTo>
                  <a:pt x="657" y="659"/>
                </a:lnTo>
                <a:lnTo>
                  <a:pt x="658" y="659"/>
                </a:lnTo>
                <a:lnTo>
                  <a:pt x="658" y="657"/>
                </a:lnTo>
                <a:lnTo>
                  <a:pt x="658" y="656"/>
                </a:lnTo>
                <a:lnTo>
                  <a:pt x="657" y="655"/>
                </a:lnTo>
                <a:lnTo>
                  <a:pt x="657" y="653"/>
                </a:lnTo>
                <a:lnTo>
                  <a:pt x="657" y="650"/>
                </a:lnTo>
                <a:lnTo>
                  <a:pt x="657" y="647"/>
                </a:lnTo>
                <a:lnTo>
                  <a:pt x="659" y="647"/>
                </a:lnTo>
                <a:lnTo>
                  <a:pt x="659" y="646"/>
                </a:lnTo>
                <a:lnTo>
                  <a:pt x="660" y="646"/>
                </a:lnTo>
                <a:lnTo>
                  <a:pt x="661" y="646"/>
                </a:lnTo>
                <a:lnTo>
                  <a:pt x="661" y="645"/>
                </a:lnTo>
                <a:lnTo>
                  <a:pt x="660" y="644"/>
                </a:lnTo>
                <a:lnTo>
                  <a:pt x="660" y="643"/>
                </a:lnTo>
                <a:lnTo>
                  <a:pt x="659" y="643"/>
                </a:lnTo>
                <a:lnTo>
                  <a:pt x="660" y="642"/>
                </a:lnTo>
                <a:lnTo>
                  <a:pt x="660" y="640"/>
                </a:lnTo>
                <a:lnTo>
                  <a:pt x="660" y="638"/>
                </a:lnTo>
                <a:lnTo>
                  <a:pt x="659" y="638"/>
                </a:lnTo>
                <a:lnTo>
                  <a:pt x="661" y="638"/>
                </a:lnTo>
                <a:lnTo>
                  <a:pt x="661" y="637"/>
                </a:lnTo>
                <a:lnTo>
                  <a:pt x="662" y="636"/>
                </a:lnTo>
                <a:lnTo>
                  <a:pt x="661" y="636"/>
                </a:lnTo>
                <a:lnTo>
                  <a:pt x="661" y="635"/>
                </a:lnTo>
                <a:lnTo>
                  <a:pt x="660" y="634"/>
                </a:lnTo>
                <a:lnTo>
                  <a:pt x="660" y="633"/>
                </a:lnTo>
                <a:lnTo>
                  <a:pt x="660" y="632"/>
                </a:lnTo>
                <a:lnTo>
                  <a:pt x="661" y="631"/>
                </a:lnTo>
                <a:lnTo>
                  <a:pt x="661" y="630"/>
                </a:lnTo>
                <a:lnTo>
                  <a:pt x="661" y="629"/>
                </a:lnTo>
                <a:lnTo>
                  <a:pt x="661" y="628"/>
                </a:lnTo>
                <a:lnTo>
                  <a:pt x="662" y="627"/>
                </a:lnTo>
                <a:lnTo>
                  <a:pt x="662" y="626"/>
                </a:lnTo>
                <a:lnTo>
                  <a:pt x="663" y="625"/>
                </a:lnTo>
                <a:lnTo>
                  <a:pt x="663" y="624"/>
                </a:lnTo>
                <a:lnTo>
                  <a:pt x="662" y="623"/>
                </a:lnTo>
                <a:lnTo>
                  <a:pt x="661" y="623"/>
                </a:lnTo>
                <a:lnTo>
                  <a:pt x="660" y="623"/>
                </a:lnTo>
                <a:lnTo>
                  <a:pt x="661" y="623"/>
                </a:lnTo>
                <a:lnTo>
                  <a:pt x="661" y="622"/>
                </a:lnTo>
                <a:lnTo>
                  <a:pt x="659" y="622"/>
                </a:lnTo>
                <a:lnTo>
                  <a:pt x="658" y="621"/>
                </a:lnTo>
                <a:lnTo>
                  <a:pt x="658" y="622"/>
                </a:lnTo>
                <a:lnTo>
                  <a:pt x="656" y="622"/>
                </a:lnTo>
                <a:lnTo>
                  <a:pt x="655" y="622"/>
                </a:lnTo>
                <a:lnTo>
                  <a:pt x="654" y="622"/>
                </a:lnTo>
                <a:lnTo>
                  <a:pt x="654" y="621"/>
                </a:lnTo>
                <a:lnTo>
                  <a:pt x="653" y="621"/>
                </a:lnTo>
                <a:lnTo>
                  <a:pt x="653" y="620"/>
                </a:lnTo>
                <a:lnTo>
                  <a:pt x="652" y="620"/>
                </a:lnTo>
                <a:lnTo>
                  <a:pt x="652" y="621"/>
                </a:lnTo>
                <a:lnTo>
                  <a:pt x="651" y="622"/>
                </a:lnTo>
                <a:lnTo>
                  <a:pt x="650" y="622"/>
                </a:lnTo>
                <a:lnTo>
                  <a:pt x="650" y="623"/>
                </a:lnTo>
                <a:lnTo>
                  <a:pt x="649" y="622"/>
                </a:lnTo>
                <a:lnTo>
                  <a:pt x="649" y="623"/>
                </a:lnTo>
                <a:lnTo>
                  <a:pt x="648" y="623"/>
                </a:lnTo>
                <a:lnTo>
                  <a:pt x="646" y="623"/>
                </a:lnTo>
                <a:lnTo>
                  <a:pt x="645" y="622"/>
                </a:lnTo>
                <a:lnTo>
                  <a:pt x="644" y="622"/>
                </a:lnTo>
                <a:lnTo>
                  <a:pt x="643" y="622"/>
                </a:lnTo>
                <a:lnTo>
                  <a:pt x="642" y="621"/>
                </a:lnTo>
                <a:lnTo>
                  <a:pt x="641" y="621"/>
                </a:lnTo>
                <a:lnTo>
                  <a:pt x="641" y="622"/>
                </a:lnTo>
                <a:lnTo>
                  <a:pt x="640" y="622"/>
                </a:lnTo>
                <a:lnTo>
                  <a:pt x="640" y="623"/>
                </a:lnTo>
                <a:lnTo>
                  <a:pt x="638" y="623"/>
                </a:lnTo>
                <a:lnTo>
                  <a:pt x="638" y="622"/>
                </a:lnTo>
                <a:lnTo>
                  <a:pt x="637" y="622"/>
                </a:lnTo>
                <a:lnTo>
                  <a:pt x="637" y="623"/>
                </a:lnTo>
                <a:lnTo>
                  <a:pt x="636" y="623"/>
                </a:lnTo>
                <a:lnTo>
                  <a:pt x="634" y="625"/>
                </a:lnTo>
                <a:lnTo>
                  <a:pt x="634" y="624"/>
                </a:lnTo>
                <a:lnTo>
                  <a:pt x="635" y="626"/>
                </a:lnTo>
                <a:lnTo>
                  <a:pt x="635" y="627"/>
                </a:lnTo>
                <a:lnTo>
                  <a:pt x="635" y="628"/>
                </a:lnTo>
                <a:lnTo>
                  <a:pt x="634" y="628"/>
                </a:lnTo>
                <a:lnTo>
                  <a:pt x="633" y="628"/>
                </a:lnTo>
                <a:lnTo>
                  <a:pt x="633" y="630"/>
                </a:lnTo>
                <a:lnTo>
                  <a:pt x="633" y="631"/>
                </a:lnTo>
                <a:lnTo>
                  <a:pt x="634" y="632"/>
                </a:lnTo>
                <a:lnTo>
                  <a:pt x="634" y="633"/>
                </a:lnTo>
                <a:lnTo>
                  <a:pt x="635" y="633"/>
                </a:lnTo>
                <a:lnTo>
                  <a:pt x="634" y="634"/>
                </a:lnTo>
                <a:lnTo>
                  <a:pt x="634" y="635"/>
                </a:lnTo>
                <a:lnTo>
                  <a:pt x="633" y="636"/>
                </a:lnTo>
                <a:lnTo>
                  <a:pt x="632" y="636"/>
                </a:lnTo>
                <a:lnTo>
                  <a:pt x="631" y="638"/>
                </a:lnTo>
                <a:lnTo>
                  <a:pt x="630" y="637"/>
                </a:lnTo>
                <a:lnTo>
                  <a:pt x="630" y="636"/>
                </a:lnTo>
                <a:lnTo>
                  <a:pt x="629" y="636"/>
                </a:lnTo>
                <a:lnTo>
                  <a:pt x="629" y="635"/>
                </a:lnTo>
                <a:lnTo>
                  <a:pt x="629" y="634"/>
                </a:lnTo>
                <a:lnTo>
                  <a:pt x="629" y="633"/>
                </a:lnTo>
                <a:lnTo>
                  <a:pt x="628" y="633"/>
                </a:lnTo>
                <a:lnTo>
                  <a:pt x="628" y="632"/>
                </a:lnTo>
                <a:lnTo>
                  <a:pt x="627" y="632"/>
                </a:lnTo>
                <a:lnTo>
                  <a:pt x="626" y="632"/>
                </a:lnTo>
                <a:lnTo>
                  <a:pt x="625" y="631"/>
                </a:lnTo>
                <a:lnTo>
                  <a:pt x="625" y="630"/>
                </a:lnTo>
                <a:lnTo>
                  <a:pt x="626" y="630"/>
                </a:lnTo>
                <a:lnTo>
                  <a:pt x="626" y="631"/>
                </a:lnTo>
                <a:lnTo>
                  <a:pt x="627" y="631"/>
                </a:lnTo>
                <a:lnTo>
                  <a:pt x="628" y="631"/>
                </a:lnTo>
                <a:lnTo>
                  <a:pt x="628" y="630"/>
                </a:lnTo>
                <a:lnTo>
                  <a:pt x="629" y="630"/>
                </a:lnTo>
                <a:lnTo>
                  <a:pt x="629" y="629"/>
                </a:lnTo>
                <a:lnTo>
                  <a:pt x="628" y="628"/>
                </a:lnTo>
                <a:lnTo>
                  <a:pt x="627" y="628"/>
                </a:lnTo>
                <a:lnTo>
                  <a:pt x="626" y="628"/>
                </a:lnTo>
                <a:lnTo>
                  <a:pt x="626" y="627"/>
                </a:lnTo>
                <a:lnTo>
                  <a:pt x="625" y="627"/>
                </a:lnTo>
                <a:lnTo>
                  <a:pt x="625" y="626"/>
                </a:lnTo>
                <a:lnTo>
                  <a:pt x="624" y="626"/>
                </a:lnTo>
                <a:lnTo>
                  <a:pt x="623" y="626"/>
                </a:lnTo>
                <a:lnTo>
                  <a:pt x="623" y="627"/>
                </a:lnTo>
                <a:lnTo>
                  <a:pt x="622" y="628"/>
                </a:lnTo>
                <a:lnTo>
                  <a:pt x="621" y="629"/>
                </a:lnTo>
                <a:lnTo>
                  <a:pt x="621" y="630"/>
                </a:lnTo>
                <a:lnTo>
                  <a:pt x="620" y="630"/>
                </a:lnTo>
                <a:lnTo>
                  <a:pt x="620" y="629"/>
                </a:lnTo>
                <a:lnTo>
                  <a:pt x="619" y="629"/>
                </a:lnTo>
                <a:lnTo>
                  <a:pt x="620" y="628"/>
                </a:lnTo>
                <a:lnTo>
                  <a:pt x="620" y="627"/>
                </a:lnTo>
                <a:lnTo>
                  <a:pt x="620" y="626"/>
                </a:lnTo>
                <a:lnTo>
                  <a:pt x="619" y="626"/>
                </a:lnTo>
                <a:lnTo>
                  <a:pt x="618" y="626"/>
                </a:lnTo>
                <a:lnTo>
                  <a:pt x="617" y="626"/>
                </a:lnTo>
                <a:lnTo>
                  <a:pt x="617" y="625"/>
                </a:lnTo>
                <a:lnTo>
                  <a:pt x="617" y="624"/>
                </a:lnTo>
                <a:lnTo>
                  <a:pt x="616" y="624"/>
                </a:lnTo>
                <a:lnTo>
                  <a:pt x="616" y="625"/>
                </a:lnTo>
                <a:lnTo>
                  <a:pt x="615" y="626"/>
                </a:lnTo>
                <a:lnTo>
                  <a:pt x="615" y="627"/>
                </a:lnTo>
                <a:lnTo>
                  <a:pt x="614" y="627"/>
                </a:lnTo>
                <a:lnTo>
                  <a:pt x="614" y="625"/>
                </a:lnTo>
                <a:lnTo>
                  <a:pt x="614" y="624"/>
                </a:lnTo>
                <a:lnTo>
                  <a:pt x="615" y="624"/>
                </a:lnTo>
                <a:lnTo>
                  <a:pt x="616" y="623"/>
                </a:lnTo>
                <a:lnTo>
                  <a:pt x="616" y="622"/>
                </a:lnTo>
                <a:lnTo>
                  <a:pt x="617" y="622"/>
                </a:lnTo>
                <a:lnTo>
                  <a:pt x="617" y="621"/>
                </a:lnTo>
                <a:lnTo>
                  <a:pt x="617" y="620"/>
                </a:lnTo>
                <a:lnTo>
                  <a:pt x="617" y="619"/>
                </a:lnTo>
                <a:lnTo>
                  <a:pt x="618" y="619"/>
                </a:lnTo>
                <a:lnTo>
                  <a:pt x="619" y="619"/>
                </a:lnTo>
                <a:lnTo>
                  <a:pt x="619" y="618"/>
                </a:lnTo>
                <a:lnTo>
                  <a:pt x="618" y="617"/>
                </a:lnTo>
                <a:lnTo>
                  <a:pt x="618" y="616"/>
                </a:lnTo>
                <a:lnTo>
                  <a:pt x="619" y="617"/>
                </a:lnTo>
                <a:lnTo>
                  <a:pt x="620" y="617"/>
                </a:lnTo>
                <a:lnTo>
                  <a:pt x="620" y="616"/>
                </a:lnTo>
                <a:lnTo>
                  <a:pt x="620" y="615"/>
                </a:lnTo>
                <a:lnTo>
                  <a:pt x="620" y="614"/>
                </a:lnTo>
                <a:lnTo>
                  <a:pt x="619" y="613"/>
                </a:lnTo>
                <a:lnTo>
                  <a:pt x="619" y="612"/>
                </a:lnTo>
                <a:lnTo>
                  <a:pt x="620" y="612"/>
                </a:lnTo>
                <a:lnTo>
                  <a:pt x="620" y="611"/>
                </a:lnTo>
                <a:lnTo>
                  <a:pt x="620" y="610"/>
                </a:lnTo>
                <a:lnTo>
                  <a:pt x="619" y="611"/>
                </a:lnTo>
                <a:lnTo>
                  <a:pt x="619" y="610"/>
                </a:lnTo>
                <a:lnTo>
                  <a:pt x="618" y="610"/>
                </a:lnTo>
                <a:lnTo>
                  <a:pt x="618" y="609"/>
                </a:lnTo>
                <a:lnTo>
                  <a:pt x="617" y="608"/>
                </a:lnTo>
                <a:lnTo>
                  <a:pt x="617" y="607"/>
                </a:lnTo>
                <a:lnTo>
                  <a:pt x="616" y="607"/>
                </a:lnTo>
                <a:lnTo>
                  <a:pt x="616" y="606"/>
                </a:lnTo>
                <a:lnTo>
                  <a:pt x="616" y="605"/>
                </a:lnTo>
                <a:lnTo>
                  <a:pt x="616" y="604"/>
                </a:lnTo>
                <a:lnTo>
                  <a:pt x="615" y="604"/>
                </a:lnTo>
                <a:lnTo>
                  <a:pt x="614" y="604"/>
                </a:lnTo>
                <a:lnTo>
                  <a:pt x="614" y="605"/>
                </a:lnTo>
                <a:lnTo>
                  <a:pt x="614" y="604"/>
                </a:lnTo>
                <a:lnTo>
                  <a:pt x="613" y="604"/>
                </a:lnTo>
                <a:lnTo>
                  <a:pt x="612" y="604"/>
                </a:lnTo>
                <a:lnTo>
                  <a:pt x="611" y="603"/>
                </a:lnTo>
                <a:lnTo>
                  <a:pt x="610" y="603"/>
                </a:lnTo>
                <a:lnTo>
                  <a:pt x="609" y="604"/>
                </a:lnTo>
                <a:lnTo>
                  <a:pt x="607" y="603"/>
                </a:lnTo>
                <a:lnTo>
                  <a:pt x="607" y="602"/>
                </a:lnTo>
                <a:lnTo>
                  <a:pt x="606" y="601"/>
                </a:lnTo>
                <a:lnTo>
                  <a:pt x="605" y="601"/>
                </a:lnTo>
                <a:lnTo>
                  <a:pt x="604" y="600"/>
                </a:lnTo>
                <a:lnTo>
                  <a:pt x="605" y="599"/>
                </a:lnTo>
                <a:lnTo>
                  <a:pt x="606" y="599"/>
                </a:lnTo>
                <a:lnTo>
                  <a:pt x="606" y="598"/>
                </a:lnTo>
                <a:lnTo>
                  <a:pt x="606" y="597"/>
                </a:lnTo>
                <a:lnTo>
                  <a:pt x="606" y="598"/>
                </a:lnTo>
                <a:lnTo>
                  <a:pt x="607" y="598"/>
                </a:lnTo>
                <a:lnTo>
                  <a:pt x="607" y="597"/>
                </a:lnTo>
                <a:lnTo>
                  <a:pt x="606" y="597"/>
                </a:lnTo>
                <a:lnTo>
                  <a:pt x="606" y="596"/>
                </a:lnTo>
                <a:lnTo>
                  <a:pt x="607" y="596"/>
                </a:lnTo>
                <a:lnTo>
                  <a:pt x="607" y="595"/>
                </a:lnTo>
                <a:lnTo>
                  <a:pt x="606" y="595"/>
                </a:lnTo>
                <a:lnTo>
                  <a:pt x="605" y="595"/>
                </a:lnTo>
                <a:lnTo>
                  <a:pt x="604" y="595"/>
                </a:lnTo>
                <a:lnTo>
                  <a:pt x="603" y="595"/>
                </a:lnTo>
                <a:lnTo>
                  <a:pt x="603" y="594"/>
                </a:lnTo>
                <a:lnTo>
                  <a:pt x="602" y="594"/>
                </a:lnTo>
                <a:lnTo>
                  <a:pt x="601" y="594"/>
                </a:lnTo>
                <a:lnTo>
                  <a:pt x="600" y="593"/>
                </a:lnTo>
                <a:lnTo>
                  <a:pt x="599" y="593"/>
                </a:lnTo>
                <a:lnTo>
                  <a:pt x="599" y="594"/>
                </a:lnTo>
                <a:lnTo>
                  <a:pt x="598" y="594"/>
                </a:lnTo>
                <a:lnTo>
                  <a:pt x="598" y="593"/>
                </a:lnTo>
                <a:lnTo>
                  <a:pt x="598" y="594"/>
                </a:lnTo>
                <a:lnTo>
                  <a:pt x="598" y="593"/>
                </a:lnTo>
                <a:lnTo>
                  <a:pt x="599" y="593"/>
                </a:lnTo>
                <a:lnTo>
                  <a:pt x="599" y="591"/>
                </a:lnTo>
                <a:lnTo>
                  <a:pt x="600" y="591"/>
                </a:lnTo>
                <a:lnTo>
                  <a:pt x="599" y="591"/>
                </a:lnTo>
                <a:lnTo>
                  <a:pt x="598" y="590"/>
                </a:lnTo>
                <a:lnTo>
                  <a:pt x="598" y="589"/>
                </a:lnTo>
                <a:lnTo>
                  <a:pt x="599" y="589"/>
                </a:lnTo>
                <a:lnTo>
                  <a:pt x="599" y="588"/>
                </a:lnTo>
                <a:lnTo>
                  <a:pt x="599" y="587"/>
                </a:lnTo>
                <a:lnTo>
                  <a:pt x="599" y="586"/>
                </a:lnTo>
                <a:lnTo>
                  <a:pt x="600" y="586"/>
                </a:lnTo>
                <a:lnTo>
                  <a:pt x="600" y="584"/>
                </a:lnTo>
                <a:lnTo>
                  <a:pt x="599" y="583"/>
                </a:lnTo>
                <a:lnTo>
                  <a:pt x="597" y="580"/>
                </a:lnTo>
                <a:lnTo>
                  <a:pt x="596" y="578"/>
                </a:lnTo>
                <a:lnTo>
                  <a:pt x="596" y="576"/>
                </a:lnTo>
                <a:lnTo>
                  <a:pt x="595" y="575"/>
                </a:lnTo>
                <a:lnTo>
                  <a:pt x="592" y="572"/>
                </a:lnTo>
                <a:lnTo>
                  <a:pt x="592" y="571"/>
                </a:lnTo>
                <a:lnTo>
                  <a:pt x="591" y="567"/>
                </a:lnTo>
                <a:lnTo>
                  <a:pt x="591" y="566"/>
                </a:lnTo>
                <a:lnTo>
                  <a:pt x="590" y="566"/>
                </a:lnTo>
                <a:lnTo>
                  <a:pt x="590" y="567"/>
                </a:lnTo>
                <a:lnTo>
                  <a:pt x="589" y="565"/>
                </a:lnTo>
                <a:lnTo>
                  <a:pt x="588" y="565"/>
                </a:lnTo>
                <a:lnTo>
                  <a:pt x="588" y="564"/>
                </a:lnTo>
                <a:lnTo>
                  <a:pt x="589" y="564"/>
                </a:lnTo>
                <a:lnTo>
                  <a:pt x="590" y="563"/>
                </a:lnTo>
                <a:lnTo>
                  <a:pt x="590" y="562"/>
                </a:lnTo>
                <a:lnTo>
                  <a:pt x="589" y="562"/>
                </a:lnTo>
                <a:lnTo>
                  <a:pt x="588" y="562"/>
                </a:lnTo>
                <a:lnTo>
                  <a:pt x="589" y="561"/>
                </a:lnTo>
                <a:lnTo>
                  <a:pt x="590" y="561"/>
                </a:lnTo>
                <a:lnTo>
                  <a:pt x="591" y="561"/>
                </a:lnTo>
                <a:lnTo>
                  <a:pt x="591" y="559"/>
                </a:lnTo>
                <a:lnTo>
                  <a:pt x="590" y="559"/>
                </a:lnTo>
                <a:lnTo>
                  <a:pt x="589" y="559"/>
                </a:lnTo>
                <a:lnTo>
                  <a:pt x="589" y="558"/>
                </a:lnTo>
                <a:lnTo>
                  <a:pt x="588" y="557"/>
                </a:lnTo>
                <a:lnTo>
                  <a:pt x="589" y="556"/>
                </a:lnTo>
                <a:lnTo>
                  <a:pt x="590" y="555"/>
                </a:lnTo>
                <a:lnTo>
                  <a:pt x="590" y="556"/>
                </a:lnTo>
                <a:lnTo>
                  <a:pt x="591" y="555"/>
                </a:lnTo>
                <a:lnTo>
                  <a:pt x="591" y="554"/>
                </a:lnTo>
                <a:lnTo>
                  <a:pt x="591" y="555"/>
                </a:lnTo>
                <a:lnTo>
                  <a:pt x="591" y="554"/>
                </a:lnTo>
                <a:lnTo>
                  <a:pt x="592" y="554"/>
                </a:lnTo>
                <a:lnTo>
                  <a:pt x="592" y="553"/>
                </a:lnTo>
                <a:lnTo>
                  <a:pt x="591" y="553"/>
                </a:lnTo>
                <a:lnTo>
                  <a:pt x="592" y="552"/>
                </a:lnTo>
                <a:lnTo>
                  <a:pt x="592" y="550"/>
                </a:lnTo>
                <a:lnTo>
                  <a:pt x="593" y="549"/>
                </a:lnTo>
                <a:lnTo>
                  <a:pt x="593" y="548"/>
                </a:lnTo>
                <a:lnTo>
                  <a:pt x="592" y="547"/>
                </a:lnTo>
                <a:lnTo>
                  <a:pt x="591" y="546"/>
                </a:lnTo>
                <a:lnTo>
                  <a:pt x="591" y="545"/>
                </a:lnTo>
                <a:lnTo>
                  <a:pt x="592" y="545"/>
                </a:lnTo>
                <a:lnTo>
                  <a:pt x="592" y="544"/>
                </a:lnTo>
                <a:lnTo>
                  <a:pt x="594" y="545"/>
                </a:lnTo>
                <a:lnTo>
                  <a:pt x="595" y="545"/>
                </a:lnTo>
                <a:lnTo>
                  <a:pt x="595" y="546"/>
                </a:lnTo>
                <a:lnTo>
                  <a:pt x="596" y="546"/>
                </a:lnTo>
                <a:lnTo>
                  <a:pt x="596" y="545"/>
                </a:lnTo>
                <a:lnTo>
                  <a:pt x="596" y="544"/>
                </a:lnTo>
                <a:lnTo>
                  <a:pt x="597" y="544"/>
                </a:lnTo>
                <a:lnTo>
                  <a:pt x="597" y="545"/>
                </a:lnTo>
                <a:lnTo>
                  <a:pt x="598" y="545"/>
                </a:lnTo>
                <a:lnTo>
                  <a:pt x="599" y="544"/>
                </a:lnTo>
                <a:lnTo>
                  <a:pt x="601" y="544"/>
                </a:lnTo>
                <a:lnTo>
                  <a:pt x="602" y="546"/>
                </a:lnTo>
                <a:lnTo>
                  <a:pt x="603" y="547"/>
                </a:lnTo>
                <a:lnTo>
                  <a:pt x="603" y="548"/>
                </a:lnTo>
                <a:lnTo>
                  <a:pt x="603" y="549"/>
                </a:lnTo>
                <a:lnTo>
                  <a:pt x="604" y="549"/>
                </a:lnTo>
                <a:lnTo>
                  <a:pt x="605" y="549"/>
                </a:lnTo>
                <a:lnTo>
                  <a:pt x="606" y="549"/>
                </a:lnTo>
                <a:lnTo>
                  <a:pt x="607" y="549"/>
                </a:lnTo>
                <a:lnTo>
                  <a:pt x="607" y="548"/>
                </a:lnTo>
                <a:lnTo>
                  <a:pt x="608" y="548"/>
                </a:lnTo>
                <a:lnTo>
                  <a:pt x="609" y="548"/>
                </a:lnTo>
                <a:lnTo>
                  <a:pt x="610" y="549"/>
                </a:lnTo>
                <a:lnTo>
                  <a:pt x="612" y="549"/>
                </a:lnTo>
                <a:lnTo>
                  <a:pt x="613" y="548"/>
                </a:lnTo>
                <a:lnTo>
                  <a:pt x="614" y="546"/>
                </a:lnTo>
                <a:lnTo>
                  <a:pt x="615" y="545"/>
                </a:lnTo>
                <a:lnTo>
                  <a:pt x="615" y="544"/>
                </a:lnTo>
                <a:lnTo>
                  <a:pt x="616" y="544"/>
                </a:lnTo>
                <a:lnTo>
                  <a:pt x="617" y="544"/>
                </a:lnTo>
                <a:lnTo>
                  <a:pt x="618" y="544"/>
                </a:lnTo>
                <a:lnTo>
                  <a:pt x="619" y="545"/>
                </a:lnTo>
                <a:lnTo>
                  <a:pt x="621" y="546"/>
                </a:lnTo>
                <a:lnTo>
                  <a:pt x="622" y="546"/>
                </a:lnTo>
                <a:lnTo>
                  <a:pt x="623" y="546"/>
                </a:lnTo>
                <a:lnTo>
                  <a:pt x="624" y="546"/>
                </a:lnTo>
                <a:lnTo>
                  <a:pt x="624" y="547"/>
                </a:lnTo>
                <a:lnTo>
                  <a:pt x="625" y="547"/>
                </a:lnTo>
                <a:lnTo>
                  <a:pt x="626" y="547"/>
                </a:lnTo>
                <a:lnTo>
                  <a:pt x="626" y="546"/>
                </a:lnTo>
                <a:lnTo>
                  <a:pt x="626" y="545"/>
                </a:lnTo>
                <a:lnTo>
                  <a:pt x="629" y="546"/>
                </a:lnTo>
                <a:lnTo>
                  <a:pt x="630" y="545"/>
                </a:lnTo>
                <a:lnTo>
                  <a:pt x="630" y="543"/>
                </a:lnTo>
                <a:lnTo>
                  <a:pt x="630" y="541"/>
                </a:lnTo>
                <a:lnTo>
                  <a:pt x="630" y="540"/>
                </a:lnTo>
                <a:lnTo>
                  <a:pt x="631" y="540"/>
                </a:lnTo>
                <a:lnTo>
                  <a:pt x="631" y="539"/>
                </a:lnTo>
                <a:lnTo>
                  <a:pt x="630" y="539"/>
                </a:lnTo>
                <a:lnTo>
                  <a:pt x="630" y="538"/>
                </a:lnTo>
                <a:lnTo>
                  <a:pt x="630" y="537"/>
                </a:lnTo>
                <a:lnTo>
                  <a:pt x="630" y="536"/>
                </a:lnTo>
                <a:lnTo>
                  <a:pt x="629" y="536"/>
                </a:lnTo>
                <a:lnTo>
                  <a:pt x="628" y="536"/>
                </a:lnTo>
                <a:lnTo>
                  <a:pt x="628" y="535"/>
                </a:lnTo>
                <a:lnTo>
                  <a:pt x="627" y="535"/>
                </a:lnTo>
                <a:lnTo>
                  <a:pt x="626" y="535"/>
                </a:lnTo>
                <a:lnTo>
                  <a:pt x="625" y="536"/>
                </a:lnTo>
                <a:lnTo>
                  <a:pt x="624" y="536"/>
                </a:lnTo>
                <a:lnTo>
                  <a:pt x="624" y="537"/>
                </a:lnTo>
                <a:lnTo>
                  <a:pt x="624" y="538"/>
                </a:lnTo>
                <a:lnTo>
                  <a:pt x="624" y="537"/>
                </a:lnTo>
                <a:lnTo>
                  <a:pt x="623" y="537"/>
                </a:lnTo>
                <a:lnTo>
                  <a:pt x="622" y="537"/>
                </a:lnTo>
                <a:lnTo>
                  <a:pt x="622" y="533"/>
                </a:lnTo>
                <a:lnTo>
                  <a:pt x="622" y="532"/>
                </a:lnTo>
                <a:lnTo>
                  <a:pt x="622" y="531"/>
                </a:lnTo>
                <a:lnTo>
                  <a:pt x="622" y="530"/>
                </a:lnTo>
                <a:lnTo>
                  <a:pt x="623" y="530"/>
                </a:lnTo>
                <a:lnTo>
                  <a:pt x="623" y="531"/>
                </a:lnTo>
                <a:lnTo>
                  <a:pt x="624" y="531"/>
                </a:lnTo>
                <a:lnTo>
                  <a:pt x="625" y="530"/>
                </a:lnTo>
                <a:lnTo>
                  <a:pt x="625" y="529"/>
                </a:lnTo>
                <a:lnTo>
                  <a:pt x="626" y="529"/>
                </a:lnTo>
                <a:lnTo>
                  <a:pt x="626" y="527"/>
                </a:lnTo>
                <a:lnTo>
                  <a:pt x="624" y="526"/>
                </a:lnTo>
                <a:lnTo>
                  <a:pt x="623" y="526"/>
                </a:lnTo>
                <a:lnTo>
                  <a:pt x="622" y="526"/>
                </a:lnTo>
                <a:lnTo>
                  <a:pt x="622" y="525"/>
                </a:lnTo>
                <a:lnTo>
                  <a:pt x="623" y="525"/>
                </a:lnTo>
                <a:lnTo>
                  <a:pt x="623" y="524"/>
                </a:lnTo>
                <a:lnTo>
                  <a:pt x="622" y="524"/>
                </a:lnTo>
                <a:lnTo>
                  <a:pt x="622" y="523"/>
                </a:lnTo>
                <a:lnTo>
                  <a:pt x="621" y="523"/>
                </a:lnTo>
                <a:lnTo>
                  <a:pt x="621" y="524"/>
                </a:lnTo>
                <a:lnTo>
                  <a:pt x="620" y="524"/>
                </a:lnTo>
                <a:lnTo>
                  <a:pt x="619" y="525"/>
                </a:lnTo>
                <a:lnTo>
                  <a:pt x="617" y="524"/>
                </a:lnTo>
                <a:lnTo>
                  <a:pt x="615" y="524"/>
                </a:lnTo>
                <a:lnTo>
                  <a:pt x="615" y="523"/>
                </a:lnTo>
                <a:lnTo>
                  <a:pt x="615" y="522"/>
                </a:lnTo>
                <a:lnTo>
                  <a:pt x="613" y="522"/>
                </a:lnTo>
                <a:lnTo>
                  <a:pt x="612" y="522"/>
                </a:lnTo>
                <a:lnTo>
                  <a:pt x="612" y="523"/>
                </a:lnTo>
                <a:lnTo>
                  <a:pt x="612" y="524"/>
                </a:lnTo>
                <a:lnTo>
                  <a:pt x="610" y="525"/>
                </a:lnTo>
                <a:lnTo>
                  <a:pt x="610" y="524"/>
                </a:lnTo>
                <a:lnTo>
                  <a:pt x="610" y="523"/>
                </a:lnTo>
                <a:lnTo>
                  <a:pt x="608" y="521"/>
                </a:lnTo>
                <a:lnTo>
                  <a:pt x="607" y="522"/>
                </a:lnTo>
                <a:lnTo>
                  <a:pt x="607" y="523"/>
                </a:lnTo>
                <a:lnTo>
                  <a:pt x="606" y="523"/>
                </a:lnTo>
                <a:lnTo>
                  <a:pt x="605" y="523"/>
                </a:lnTo>
                <a:lnTo>
                  <a:pt x="605" y="522"/>
                </a:lnTo>
                <a:lnTo>
                  <a:pt x="605" y="521"/>
                </a:lnTo>
                <a:lnTo>
                  <a:pt x="605" y="520"/>
                </a:lnTo>
                <a:lnTo>
                  <a:pt x="606" y="520"/>
                </a:lnTo>
                <a:lnTo>
                  <a:pt x="606" y="519"/>
                </a:lnTo>
                <a:lnTo>
                  <a:pt x="605" y="516"/>
                </a:lnTo>
                <a:lnTo>
                  <a:pt x="604" y="515"/>
                </a:lnTo>
                <a:lnTo>
                  <a:pt x="603" y="515"/>
                </a:lnTo>
                <a:lnTo>
                  <a:pt x="602" y="515"/>
                </a:lnTo>
                <a:lnTo>
                  <a:pt x="603" y="514"/>
                </a:lnTo>
                <a:lnTo>
                  <a:pt x="602" y="514"/>
                </a:lnTo>
                <a:lnTo>
                  <a:pt x="601" y="512"/>
                </a:lnTo>
                <a:lnTo>
                  <a:pt x="600" y="511"/>
                </a:lnTo>
                <a:lnTo>
                  <a:pt x="599" y="510"/>
                </a:lnTo>
                <a:lnTo>
                  <a:pt x="598" y="510"/>
                </a:lnTo>
                <a:lnTo>
                  <a:pt x="597" y="509"/>
                </a:lnTo>
                <a:lnTo>
                  <a:pt x="596" y="508"/>
                </a:lnTo>
                <a:lnTo>
                  <a:pt x="595" y="508"/>
                </a:lnTo>
                <a:lnTo>
                  <a:pt x="595" y="509"/>
                </a:lnTo>
                <a:lnTo>
                  <a:pt x="594" y="509"/>
                </a:lnTo>
                <a:lnTo>
                  <a:pt x="594" y="508"/>
                </a:lnTo>
                <a:lnTo>
                  <a:pt x="592" y="507"/>
                </a:lnTo>
                <a:lnTo>
                  <a:pt x="592" y="506"/>
                </a:lnTo>
                <a:lnTo>
                  <a:pt x="591" y="505"/>
                </a:lnTo>
                <a:lnTo>
                  <a:pt x="591" y="504"/>
                </a:lnTo>
                <a:lnTo>
                  <a:pt x="592" y="504"/>
                </a:lnTo>
                <a:lnTo>
                  <a:pt x="591" y="504"/>
                </a:lnTo>
                <a:lnTo>
                  <a:pt x="590" y="502"/>
                </a:lnTo>
                <a:lnTo>
                  <a:pt x="590" y="500"/>
                </a:lnTo>
                <a:lnTo>
                  <a:pt x="591" y="499"/>
                </a:lnTo>
                <a:lnTo>
                  <a:pt x="590" y="498"/>
                </a:lnTo>
                <a:lnTo>
                  <a:pt x="590" y="497"/>
                </a:lnTo>
                <a:lnTo>
                  <a:pt x="589" y="497"/>
                </a:lnTo>
                <a:lnTo>
                  <a:pt x="587" y="497"/>
                </a:lnTo>
                <a:lnTo>
                  <a:pt x="587" y="496"/>
                </a:lnTo>
                <a:lnTo>
                  <a:pt x="586" y="496"/>
                </a:lnTo>
                <a:lnTo>
                  <a:pt x="585" y="497"/>
                </a:lnTo>
                <a:lnTo>
                  <a:pt x="583" y="497"/>
                </a:lnTo>
                <a:lnTo>
                  <a:pt x="581" y="498"/>
                </a:lnTo>
                <a:lnTo>
                  <a:pt x="580" y="498"/>
                </a:lnTo>
                <a:lnTo>
                  <a:pt x="578" y="497"/>
                </a:lnTo>
                <a:lnTo>
                  <a:pt x="576" y="497"/>
                </a:lnTo>
                <a:lnTo>
                  <a:pt x="576" y="496"/>
                </a:lnTo>
                <a:lnTo>
                  <a:pt x="575" y="496"/>
                </a:lnTo>
                <a:lnTo>
                  <a:pt x="573" y="495"/>
                </a:lnTo>
                <a:lnTo>
                  <a:pt x="571" y="494"/>
                </a:lnTo>
                <a:lnTo>
                  <a:pt x="569" y="494"/>
                </a:lnTo>
                <a:lnTo>
                  <a:pt x="567" y="495"/>
                </a:lnTo>
                <a:lnTo>
                  <a:pt x="566" y="495"/>
                </a:lnTo>
                <a:lnTo>
                  <a:pt x="566" y="496"/>
                </a:lnTo>
                <a:lnTo>
                  <a:pt x="566" y="497"/>
                </a:lnTo>
                <a:lnTo>
                  <a:pt x="566" y="498"/>
                </a:lnTo>
                <a:lnTo>
                  <a:pt x="565" y="499"/>
                </a:lnTo>
                <a:lnTo>
                  <a:pt x="565" y="500"/>
                </a:lnTo>
                <a:lnTo>
                  <a:pt x="564" y="499"/>
                </a:lnTo>
                <a:lnTo>
                  <a:pt x="563" y="499"/>
                </a:lnTo>
                <a:lnTo>
                  <a:pt x="562" y="500"/>
                </a:lnTo>
                <a:lnTo>
                  <a:pt x="562" y="501"/>
                </a:lnTo>
                <a:lnTo>
                  <a:pt x="561" y="500"/>
                </a:lnTo>
                <a:lnTo>
                  <a:pt x="560" y="500"/>
                </a:lnTo>
                <a:lnTo>
                  <a:pt x="559" y="500"/>
                </a:lnTo>
                <a:lnTo>
                  <a:pt x="558" y="500"/>
                </a:lnTo>
                <a:lnTo>
                  <a:pt x="557" y="501"/>
                </a:lnTo>
                <a:lnTo>
                  <a:pt x="556" y="501"/>
                </a:lnTo>
                <a:lnTo>
                  <a:pt x="556" y="499"/>
                </a:lnTo>
                <a:lnTo>
                  <a:pt x="554" y="498"/>
                </a:lnTo>
                <a:lnTo>
                  <a:pt x="554" y="497"/>
                </a:lnTo>
                <a:lnTo>
                  <a:pt x="554" y="496"/>
                </a:lnTo>
                <a:lnTo>
                  <a:pt x="555" y="496"/>
                </a:lnTo>
                <a:lnTo>
                  <a:pt x="554" y="495"/>
                </a:lnTo>
                <a:lnTo>
                  <a:pt x="553" y="492"/>
                </a:lnTo>
                <a:lnTo>
                  <a:pt x="553" y="490"/>
                </a:lnTo>
                <a:lnTo>
                  <a:pt x="552" y="488"/>
                </a:lnTo>
                <a:lnTo>
                  <a:pt x="551" y="488"/>
                </a:lnTo>
                <a:lnTo>
                  <a:pt x="551" y="489"/>
                </a:lnTo>
                <a:lnTo>
                  <a:pt x="549" y="490"/>
                </a:lnTo>
                <a:lnTo>
                  <a:pt x="548" y="490"/>
                </a:lnTo>
                <a:lnTo>
                  <a:pt x="548" y="491"/>
                </a:lnTo>
                <a:lnTo>
                  <a:pt x="547" y="491"/>
                </a:lnTo>
                <a:lnTo>
                  <a:pt x="546" y="490"/>
                </a:lnTo>
                <a:lnTo>
                  <a:pt x="546" y="489"/>
                </a:lnTo>
                <a:lnTo>
                  <a:pt x="546" y="488"/>
                </a:lnTo>
                <a:lnTo>
                  <a:pt x="546" y="487"/>
                </a:lnTo>
                <a:lnTo>
                  <a:pt x="545" y="486"/>
                </a:lnTo>
                <a:lnTo>
                  <a:pt x="543" y="485"/>
                </a:lnTo>
                <a:lnTo>
                  <a:pt x="542" y="483"/>
                </a:lnTo>
                <a:lnTo>
                  <a:pt x="542" y="482"/>
                </a:lnTo>
                <a:lnTo>
                  <a:pt x="542" y="481"/>
                </a:lnTo>
                <a:lnTo>
                  <a:pt x="542" y="480"/>
                </a:lnTo>
                <a:lnTo>
                  <a:pt x="541" y="479"/>
                </a:lnTo>
                <a:lnTo>
                  <a:pt x="541" y="480"/>
                </a:lnTo>
                <a:lnTo>
                  <a:pt x="540" y="480"/>
                </a:lnTo>
                <a:lnTo>
                  <a:pt x="540" y="479"/>
                </a:lnTo>
                <a:lnTo>
                  <a:pt x="539" y="478"/>
                </a:lnTo>
                <a:lnTo>
                  <a:pt x="539" y="477"/>
                </a:lnTo>
                <a:lnTo>
                  <a:pt x="539" y="476"/>
                </a:lnTo>
                <a:lnTo>
                  <a:pt x="538" y="476"/>
                </a:lnTo>
                <a:lnTo>
                  <a:pt x="537" y="474"/>
                </a:lnTo>
                <a:lnTo>
                  <a:pt x="537" y="473"/>
                </a:lnTo>
                <a:lnTo>
                  <a:pt x="536" y="473"/>
                </a:lnTo>
                <a:lnTo>
                  <a:pt x="535" y="473"/>
                </a:lnTo>
                <a:lnTo>
                  <a:pt x="534" y="473"/>
                </a:lnTo>
                <a:lnTo>
                  <a:pt x="533" y="473"/>
                </a:lnTo>
                <a:lnTo>
                  <a:pt x="533" y="472"/>
                </a:lnTo>
                <a:lnTo>
                  <a:pt x="534" y="470"/>
                </a:lnTo>
                <a:lnTo>
                  <a:pt x="535" y="468"/>
                </a:lnTo>
                <a:lnTo>
                  <a:pt x="535" y="467"/>
                </a:lnTo>
                <a:lnTo>
                  <a:pt x="534" y="463"/>
                </a:lnTo>
                <a:lnTo>
                  <a:pt x="535" y="462"/>
                </a:lnTo>
                <a:lnTo>
                  <a:pt x="536" y="461"/>
                </a:lnTo>
                <a:lnTo>
                  <a:pt x="537" y="459"/>
                </a:lnTo>
                <a:lnTo>
                  <a:pt x="537" y="458"/>
                </a:lnTo>
                <a:lnTo>
                  <a:pt x="535" y="456"/>
                </a:lnTo>
                <a:lnTo>
                  <a:pt x="533" y="455"/>
                </a:lnTo>
                <a:lnTo>
                  <a:pt x="533" y="454"/>
                </a:lnTo>
                <a:lnTo>
                  <a:pt x="532" y="452"/>
                </a:lnTo>
                <a:lnTo>
                  <a:pt x="531" y="451"/>
                </a:lnTo>
                <a:lnTo>
                  <a:pt x="531" y="450"/>
                </a:lnTo>
                <a:lnTo>
                  <a:pt x="530" y="448"/>
                </a:lnTo>
                <a:lnTo>
                  <a:pt x="529" y="448"/>
                </a:lnTo>
                <a:lnTo>
                  <a:pt x="529" y="447"/>
                </a:lnTo>
                <a:lnTo>
                  <a:pt x="529" y="448"/>
                </a:lnTo>
                <a:lnTo>
                  <a:pt x="528" y="447"/>
                </a:lnTo>
                <a:lnTo>
                  <a:pt x="528" y="444"/>
                </a:lnTo>
                <a:lnTo>
                  <a:pt x="529" y="444"/>
                </a:lnTo>
                <a:lnTo>
                  <a:pt x="529" y="443"/>
                </a:lnTo>
                <a:lnTo>
                  <a:pt x="529" y="444"/>
                </a:lnTo>
                <a:lnTo>
                  <a:pt x="530" y="444"/>
                </a:lnTo>
                <a:lnTo>
                  <a:pt x="531" y="444"/>
                </a:lnTo>
                <a:lnTo>
                  <a:pt x="532" y="443"/>
                </a:lnTo>
                <a:lnTo>
                  <a:pt x="533" y="443"/>
                </a:lnTo>
                <a:lnTo>
                  <a:pt x="535" y="443"/>
                </a:lnTo>
                <a:lnTo>
                  <a:pt x="536" y="443"/>
                </a:lnTo>
                <a:lnTo>
                  <a:pt x="536" y="442"/>
                </a:lnTo>
                <a:lnTo>
                  <a:pt x="535" y="442"/>
                </a:lnTo>
                <a:lnTo>
                  <a:pt x="534" y="440"/>
                </a:lnTo>
                <a:lnTo>
                  <a:pt x="533" y="437"/>
                </a:lnTo>
                <a:lnTo>
                  <a:pt x="533" y="436"/>
                </a:lnTo>
                <a:lnTo>
                  <a:pt x="536" y="433"/>
                </a:lnTo>
                <a:lnTo>
                  <a:pt x="537" y="433"/>
                </a:lnTo>
                <a:lnTo>
                  <a:pt x="538" y="432"/>
                </a:lnTo>
                <a:lnTo>
                  <a:pt x="540" y="431"/>
                </a:lnTo>
                <a:lnTo>
                  <a:pt x="541" y="430"/>
                </a:lnTo>
                <a:lnTo>
                  <a:pt x="541" y="429"/>
                </a:lnTo>
                <a:lnTo>
                  <a:pt x="542" y="429"/>
                </a:lnTo>
                <a:lnTo>
                  <a:pt x="544" y="428"/>
                </a:lnTo>
                <a:lnTo>
                  <a:pt x="544" y="429"/>
                </a:lnTo>
                <a:lnTo>
                  <a:pt x="545" y="428"/>
                </a:lnTo>
                <a:lnTo>
                  <a:pt x="546" y="427"/>
                </a:lnTo>
                <a:lnTo>
                  <a:pt x="547" y="427"/>
                </a:lnTo>
                <a:lnTo>
                  <a:pt x="549" y="428"/>
                </a:lnTo>
                <a:lnTo>
                  <a:pt x="552" y="430"/>
                </a:lnTo>
                <a:lnTo>
                  <a:pt x="552" y="431"/>
                </a:lnTo>
                <a:lnTo>
                  <a:pt x="553" y="431"/>
                </a:lnTo>
                <a:lnTo>
                  <a:pt x="554" y="431"/>
                </a:lnTo>
                <a:lnTo>
                  <a:pt x="554" y="430"/>
                </a:lnTo>
                <a:lnTo>
                  <a:pt x="555" y="428"/>
                </a:lnTo>
                <a:lnTo>
                  <a:pt x="556" y="428"/>
                </a:lnTo>
                <a:lnTo>
                  <a:pt x="558" y="429"/>
                </a:lnTo>
                <a:lnTo>
                  <a:pt x="558" y="428"/>
                </a:lnTo>
                <a:lnTo>
                  <a:pt x="559" y="427"/>
                </a:lnTo>
                <a:lnTo>
                  <a:pt x="560" y="427"/>
                </a:lnTo>
                <a:lnTo>
                  <a:pt x="559" y="426"/>
                </a:lnTo>
                <a:lnTo>
                  <a:pt x="558" y="426"/>
                </a:lnTo>
                <a:lnTo>
                  <a:pt x="556" y="422"/>
                </a:lnTo>
                <a:lnTo>
                  <a:pt x="556" y="421"/>
                </a:lnTo>
                <a:lnTo>
                  <a:pt x="556" y="420"/>
                </a:lnTo>
                <a:lnTo>
                  <a:pt x="557" y="419"/>
                </a:lnTo>
                <a:lnTo>
                  <a:pt x="557" y="418"/>
                </a:lnTo>
                <a:lnTo>
                  <a:pt x="558" y="418"/>
                </a:lnTo>
                <a:lnTo>
                  <a:pt x="557" y="417"/>
                </a:lnTo>
                <a:lnTo>
                  <a:pt x="557" y="416"/>
                </a:lnTo>
                <a:lnTo>
                  <a:pt x="557" y="415"/>
                </a:lnTo>
                <a:lnTo>
                  <a:pt x="557" y="414"/>
                </a:lnTo>
                <a:lnTo>
                  <a:pt x="558" y="414"/>
                </a:lnTo>
                <a:lnTo>
                  <a:pt x="558" y="415"/>
                </a:lnTo>
                <a:lnTo>
                  <a:pt x="559" y="416"/>
                </a:lnTo>
                <a:lnTo>
                  <a:pt x="559" y="417"/>
                </a:lnTo>
                <a:lnTo>
                  <a:pt x="560" y="416"/>
                </a:lnTo>
                <a:lnTo>
                  <a:pt x="561" y="416"/>
                </a:lnTo>
                <a:lnTo>
                  <a:pt x="561" y="415"/>
                </a:lnTo>
                <a:lnTo>
                  <a:pt x="561" y="414"/>
                </a:lnTo>
                <a:lnTo>
                  <a:pt x="561" y="412"/>
                </a:lnTo>
                <a:lnTo>
                  <a:pt x="560" y="411"/>
                </a:lnTo>
                <a:lnTo>
                  <a:pt x="561" y="411"/>
                </a:lnTo>
                <a:lnTo>
                  <a:pt x="562" y="410"/>
                </a:lnTo>
                <a:lnTo>
                  <a:pt x="563" y="410"/>
                </a:lnTo>
                <a:lnTo>
                  <a:pt x="564" y="411"/>
                </a:lnTo>
                <a:lnTo>
                  <a:pt x="564" y="412"/>
                </a:lnTo>
                <a:lnTo>
                  <a:pt x="565" y="412"/>
                </a:lnTo>
                <a:lnTo>
                  <a:pt x="565" y="413"/>
                </a:lnTo>
                <a:lnTo>
                  <a:pt x="565" y="414"/>
                </a:lnTo>
                <a:lnTo>
                  <a:pt x="567" y="414"/>
                </a:lnTo>
                <a:lnTo>
                  <a:pt x="569" y="413"/>
                </a:lnTo>
                <a:lnTo>
                  <a:pt x="569" y="411"/>
                </a:lnTo>
                <a:lnTo>
                  <a:pt x="569" y="410"/>
                </a:lnTo>
                <a:lnTo>
                  <a:pt x="569" y="409"/>
                </a:lnTo>
                <a:lnTo>
                  <a:pt x="570" y="409"/>
                </a:lnTo>
                <a:lnTo>
                  <a:pt x="570" y="408"/>
                </a:lnTo>
                <a:lnTo>
                  <a:pt x="569" y="407"/>
                </a:lnTo>
                <a:lnTo>
                  <a:pt x="568" y="407"/>
                </a:lnTo>
                <a:lnTo>
                  <a:pt x="568" y="406"/>
                </a:lnTo>
                <a:lnTo>
                  <a:pt x="567" y="405"/>
                </a:lnTo>
                <a:lnTo>
                  <a:pt x="565" y="405"/>
                </a:lnTo>
                <a:lnTo>
                  <a:pt x="563" y="406"/>
                </a:lnTo>
                <a:lnTo>
                  <a:pt x="562" y="406"/>
                </a:lnTo>
                <a:lnTo>
                  <a:pt x="559" y="406"/>
                </a:lnTo>
                <a:lnTo>
                  <a:pt x="556" y="405"/>
                </a:lnTo>
                <a:lnTo>
                  <a:pt x="555" y="404"/>
                </a:lnTo>
                <a:lnTo>
                  <a:pt x="554" y="404"/>
                </a:lnTo>
                <a:lnTo>
                  <a:pt x="553" y="404"/>
                </a:lnTo>
                <a:lnTo>
                  <a:pt x="551" y="406"/>
                </a:lnTo>
                <a:lnTo>
                  <a:pt x="549" y="407"/>
                </a:lnTo>
                <a:lnTo>
                  <a:pt x="547" y="407"/>
                </a:lnTo>
                <a:lnTo>
                  <a:pt x="546" y="408"/>
                </a:lnTo>
                <a:lnTo>
                  <a:pt x="544" y="408"/>
                </a:lnTo>
                <a:lnTo>
                  <a:pt x="543" y="409"/>
                </a:lnTo>
                <a:lnTo>
                  <a:pt x="543" y="410"/>
                </a:lnTo>
                <a:lnTo>
                  <a:pt x="543" y="411"/>
                </a:lnTo>
                <a:lnTo>
                  <a:pt x="541" y="412"/>
                </a:lnTo>
                <a:lnTo>
                  <a:pt x="536" y="412"/>
                </a:lnTo>
                <a:lnTo>
                  <a:pt x="535" y="412"/>
                </a:lnTo>
                <a:lnTo>
                  <a:pt x="534" y="411"/>
                </a:lnTo>
                <a:lnTo>
                  <a:pt x="532" y="409"/>
                </a:lnTo>
                <a:lnTo>
                  <a:pt x="531" y="408"/>
                </a:lnTo>
                <a:lnTo>
                  <a:pt x="530" y="409"/>
                </a:lnTo>
                <a:lnTo>
                  <a:pt x="529" y="410"/>
                </a:lnTo>
                <a:lnTo>
                  <a:pt x="528" y="410"/>
                </a:lnTo>
                <a:lnTo>
                  <a:pt x="527" y="409"/>
                </a:lnTo>
                <a:lnTo>
                  <a:pt x="526" y="408"/>
                </a:lnTo>
                <a:lnTo>
                  <a:pt x="524" y="407"/>
                </a:lnTo>
                <a:lnTo>
                  <a:pt x="523" y="407"/>
                </a:lnTo>
                <a:lnTo>
                  <a:pt x="520" y="407"/>
                </a:lnTo>
                <a:lnTo>
                  <a:pt x="517" y="407"/>
                </a:lnTo>
                <a:lnTo>
                  <a:pt x="515" y="407"/>
                </a:lnTo>
                <a:lnTo>
                  <a:pt x="512" y="408"/>
                </a:lnTo>
                <a:lnTo>
                  <a:pt x="511" y="407"/>
                </a:lnTo>
                <a:lnTo>
                  <a:pt x="509" y="407"/>
                </a:lnTo>
                <a:lnTo>
                  <a:pt x="508" y="407"/>
                </a:lnTo>
                <a:lnTo>
                  <a:pt x="508" y="406"/>
                </a:lnTo>
                <a:lnTo>
                  <a:pt x="507" y="406"/>
                </a:lnTo>
                <a:lnTo>
                  <a:pt x="506" y="407"/>
                </a:lnTo>
                <a:lnTo>
                  <a:pt x="505" y="407"/>
                </a:lnTo>
                <a:lnTo>
                  <a:pt x="504" y="407"/>
                </a:lnTo>
                <a:lnTo>
                  <a:pt x="504" y="408"/>
                </a:lnTo>
                <a:lnTo>
                  <a:pt x="503" y="408"/>
                </a:lnTo>
                <a:lnTo>
                  <a:pt x="502" y="408"/>
                </a:lnTo>
                <a:lnTo>
                  <a:pt x="500" y="408"/>
                </a:lnTo>
                <a:lnTo>
                  <a:pt x="498" y="408"/>
                </a:lnTo>
                <a:lnTo>
                  <a:pt x="498" y="409"/>
                </a:lnTo>
                <a:lnTo>
                  <a:pt x="497" y="409"/>
                </a:lnTo>
                <a:lnTo>
                  <a:pt x="496" y="410"/>
                </a:lnTo>
                <a:lnTo>
                  <a:pt x="492" y="410"/>
                </a:lnTo>
                <a:lnTo>
                  <a:pt x="489" y="409"/>
                </a:lnTo>
                <a:lnTo>
                  <a:pt x="488" y="409"/>
                </a:lnTo>
                <a:lnTo>
                  <a:pt x="486" y="408"/>
                </a:lnTo>
                <a:lnTo>
                  <a:pt x="486" y="407"/>
                </a:lnTo>
                <a:lnTo>
                  <a:pt x="485" y="406"/>
                </a:lnTo>
                <a:lnTo>
                  <a:pt x="483" y="405"/>
                </a:lnTo>
                <a:lnTo>
                  <a:pt x="482" y="405"/>
                </a:lnTo>
                <a:lnTo>
                  <a:pt x="482" y="404"/>
                </a:lnTo>
                <a:lnTo>
                  <a:pt x="481" y="402"/>
                </a:lnTo>
                <a:lnTo>
                  <a:pt x="480" y="402"/>
                </a:lnTo>
                <a:lnTo>
                  <a:pt x="479" y="401"/>
                </a:lnTo>
                <a:lnTo>
                  <a:pt x="478" y="400"/>
                </a:lnTo>
                <a:lnTo>
                  <a:pt x="478" y="398"/>
                </a:lnTo>
                <a:lnTo>
                  <a:pt x="478" y="397"/>
                </a:lnTo>
                <a:lnTo>
                  <a:pt x="478" y="396"/>
                </a:lnTo>
                <a:lnTo>
                  <a:pt x="477" y="396"/>
                </a:lnTo>
                <a:lnTo>
                  <a:pt x="476" y="395"/>
                </a:lnTo>
                <a:lnTo>
                  <a:pt x="474" y="395"/>
                </a:lnTo>
                <a:lnTo>
                  <a:pt x="474" y="396"/>
                </a:lnTo>
                <a:lnTo>
                  <a:pt x="474" y="395"/>
                </a:lnTo>
                <a:lnTo>
                  <a:pt x="473" y="395"/>
                </a:lnTo>
                <a:lnTo>
                  <a:pt x="473" y="394"/>
                </a:lnTo>
                <a:lnTo>
                  <a:pt x="473" y="395"/>
                </a:lnTo>
                <a:lnTo>
                  <a:pt x="473" y="393"/>
                </a:lnTo>
                <a:lnTo>
                  <a:pt x="473" y="392"/>
                </a:lnTo>
                <a:lnTo>
                  <a:pt x="473" y="391"/>
                </a:lnTo>
                <a:lnTo>
                  <a:pt x="472" y="391"/>
                </a:lnTo>
                <a:lnTo>
                  <a:pt x="471" y="391"/>
                </a:lnTo>
                <a:lnTo>
                  <a:pt x="471" y="390"/>
                </a:lnTo>
                <a:lnTo>
                  <a:pt x="470" y="390"/>
                </a:lnTo>
                <a:lnTo>
                  <a:pt x="470" y="389"/>
                </a:lnTo>
                <a:lnTo>
                  <a:pt x="471" y="389"/>
                </a:lnTo>
                <a:lnTo>
                  <a:pt x="470" y="389"/>
                </a:lnTo>
                <a:lnTo>
                  <a:pt x="470" y="388"/>
                </a:lnTo>
                <a:lnTo>
                  <a:pt x="469" y="387"/>
                </a:lnTo>
                <a:lnTo>
                  <a:pt x="467" y="386"/>
                </a:lnTo>
                <a:lnTo>
                  <a:pt x="467" y="385"/>
                </a:lnTo>
                <a:lnTo>
                  <a:pt x="466" y="385"/>
                </a:lnTo>
                <a:lnTo>
                  <a:pt x="466" y="384"/>
                </a:lnTo>
                <a:lnTo>
                  <a:pt x="465" y="384"/>
                </a:lnTo>
                <a:lnTo>
                  <a:pt x="463" y="383"/>
                </a:lnTo>
                <a:lnTo>
                  <a:pt x="462" y="383"/>
                </a:lnTo>
                <a:lnTo>
                  <a:pt x="461" y="383"/>
                </a:lnTo>
                <a:lnTo>
                  <a:pt x="460" y="382"/>
                </a:lnTo>
                <a:lnTo>
                  <a:pt x="459" y="382"/>
                </a:lnTo>
                <a:lnTo>
                  <a:pt x="459" y="383"/>
                </a:lnTo>
                <a:lnTo>
                  <a:pt x="458" y="384"/>
                </a:lnTo>
                <a:lnTo>
                  <a:pt x="457" y="383"/>
                </a:lnTo>
                <a:lnTo>
                  <a:pt x="457" y="382"/>
                </a:lnTo>
                <a:lnTo>
                  <a:pt x="456" y="381"/>
                </a:lnTo>
                <a:lnTo>
                  <a:pt x="456" y="380"/>
                </a:lnTo>
                <a:lnTo>
                  <a:pt x="454" y="377"/>
                </a:lnTo>
                <a:lnTo>
                  <a:pt x="453" y="377"/>
                </a:lnTo>
                <a:lnTo>
                  <a:pt x="451" y="376"/>
                </a:lnTo>
                <a:lnTo>
                  <a:pt x="451" y="377"/>
                </a:lnTo>
                <a:lnTo>
                  <a:pt x="450" y="377"/>
                </a:lnTo>
                <a:lnTo>
                  <a:pt x="450" y="376"/>
                </a:lnTo>
                <a:lnTo>
                  <a:pt x="450" y="375"/>
                </a:lnTo>
                <a:lnTo>
                  <a:pt x="449" y="375"/>
                </a:lnTo>
                <a:lnTo>
                  <a:pt x="447" y="374"/>
                </a:lnTo>
                <a:lnTo>
                  <a:pt x="446" y="374"/>
                </a:lnTo>
                <a:lnTo>
                  <a:pt x="446" y="373"/>
                </a:lnTo>
                <a:lnTo>
                  <a:pt x="445" y="373"/>
                </a:lnTo>
                <a:lnTo>
                  <a:pt x="444" y="372"/>
                </a:lnTo>
                <a:lnTo>
                  <a:pt x="443" y="371"/>
                </a:lnTo>
                <a:lnTo>
                  <a:pt x="442" y="371"/>
                </a:lnTo>
                <a:lnTo>
                  <a:pt x="443" y="369"/>
                </a:lnTo>
                <a:lnTo>
                  <a:pt x="443" y="368"/>
                </a:lnTo>
                <a:lnTo>
                  <a:pt x="442" y="367"/>
                </a:lnTo>
                <a:lnTo>
                  <a:pt x="441" y="367"/>
                </a:lnTo>
                <a:lnTo>
                  <a:pt x="440" y="366"/>
                </a:lnTo>
                <a:lnTo>
                  <a:pt x="438" y="363"/>
                </a:lnTo>
                <a:lnTo>
                  <a:pt x="438" y="362"/>
                </a:lnTo>
                <a:lnTo>
                  <a:pt x="437" y="361"/>
                </a:lnTo>
                <a:lnTo>
                  <a:pt x="436" y="360"/>
                </a:lnTo>
                <a:lnTo>
                  <a:pt x="436" y="359"/>
                </a:lnTo>
                <a:lnTo>
                  <a:pt x="435" y="358"/>
                </a:lnTo>
                <a:lnTo>
                  <a:pt x="436" y="356"/>
                </a:lnTo>
                <a:lnTo>
                  <a:pt x="436" y="355"/>
                </a:lnTo>
                <a:lnTo>
                  <a:pt x="436" y="354"/>
                </a:lnTo>
                <a:lnTo>
                  <a:pt x="436" y="353"/>
                </a:lnTo>
                <a:lnTo>
                  <a:pt x="437" y="352"/>
                </a:lnTo>
                <a:lnTo>
                  <a:pt x="438" y="349"/>
                </a:lnTo>
                <a:lnTo>
                  <a:pt x="437" y="348"/>
                </a:lnTo>
                <a:lnTo>
                  <a:pt x="437" y="347"/>
                </a:lnTo>
                <a:lnTo>
                  <a:pt x="437" y="346"/>
                </a:lnTo>
                <a:lnTo>
                  <a:pt x="436" y="345"/>
                </a:lnTo>
                <a:lnTo>
                  <a:pt x="436" y="344"/>
                </a:lnTo>
                <a:lnTo>
                  <a:pt x="435" y="344"/>
                </a:lnTo>
                <a:lnTo>
                  <a:pt x="435" y="345"/>
                </a:lnTo>
                <a:lnTo>
                  <a:pt x="434" y="345"/>
                </a:lnTo>
                <a:lnTo>
                  <a:pt x="432" y="344"/>
                </a:lnTo>
                <a:lnTo>
                  <a:pt x="431" y="344"/>
                </a:lnTo>
                <a:lnTo>
                  <a:pt x="431" y="343"/>
                </a:lnTo>
                <a:lnTo>
                  <a:pt x="430" y="342"/>
                </a:lnTo>
                <a:lnTo>
                  <a:pt x="429" y="342"/>
                </a:lnTo>
                <a:lnTo>
                  <a:pt x="428" y="342"/>
                </a:lnTo>
                <a:lnTo>
                  <a:pt x="427" y="342"/>
                </a:lnTo>
                <a:lnTo>
                  <a:pt x="425" y="344"/>
                </a:lnTo>
                <a:lnTo>
                  <a:pt x="424" y="346"/>
                </a:lnTo>
                <a:lnTo>
                  <a:pt x="424" y="347"/>
                </a:lnTo>
                <a:lnTo>
                  <a:pt x="425" y="347"/>
                </a:lnTo>
                <a:lnTo>
                  <a:pt x="425" y="348"/>
                </a:lnTo>
                <a:lnTo>
                  <a:pt x="426" y="349"/>
                </a:lnTo>
                <a:lnTo>
                  <a:pt x="426" y="350"/>
                </a:lnTo>
                <a:lnTo>
                  <a:pt x="426" y="351"/>
                </a:lnTo>
                <a:lnTo>
                  <a:pt x="426" y="353"/>
                </a:lnTo>
                <a:lnTo>
                  <a:pt x="426" y="355"/>
                </a:lnTo>
                <a:lnTo>
                  <a:pt x="426" y="357"/>
                </a:lnTo>
                <a:lnTo>
                  <a:pt x="426" y="358"/>
                </a:lnTo>
                <a:lnTo>
                  <a:pt x="424" y="360"/>
                </a:lnTo>
                <a:lnTo>
                  <a:pt x="423" y="360"/>
                </a:lnTo>
                <a:lnTo>
                  <a:pt x="422" y="360"/>
                </a:lnTo>
                <a:lnTo>
                  <a:pt x="421" y="359"/>
                </a:lnTo>
                <a:lnTo>
                  <a:pt x="420" y="359"/>
                </a:lnTo>
                <a:lnTo>
                  <a:pt x="420" y="358"/>
                </a:lnTo>
                <a:lnTo>
                  <a:pt x="419" y="357"/>
                </a:lnTo>
                <a:lnTo>
                  <a:pt x="418" y="357"/>
                </a:lnTo>
                <a:lnTo>
                  <a:pt x="417" y="357"/>
                </a:lnTo>
                <a:lnTo>
                  <a:pt x="417" y="358"/>
                </a:lnTo>
                <a:lnTo>
                  <a:pt x="416" y="358"/>
                </a:lnTo>
                <a:lnTo>
                  <a:pt x="415" y="358"/>
                </a:lnTo>
                <a:lnTo>
                  <a:pt x="413" y="359"/>
                </a:lnTo>
                <a:lnTo>
                  <a:pt x="413" y="360"/>
                </a:lnTo>
                <a:lnTo>
                  <a:pt x="411" y="361"/>
                </a:lnTo>
                <a:lnTo>
                  <a:pt x="411" y="362"/>
                </a:lnTo>
                <a:lnTo>
                  <a:pt x="409" y="362"/>
                </a:lnTo>
                <a:lnTo>
                  <a:pt x="408" y="361"/>
                </a:lnTo>
                <a:lnTo>
                  <a:pt x="407" y="361"/>
                </a:lnTo>
                <a:lnTo>
                  <a:pt x="406" y="361"/>
                </a:lnTo>
                <a:lnTo>
                  <a:pt x="404" y="361"/>
                </a:lnTo>
                <a:lnTo>
                  <a:pt x="403" y="361"/>
                </a:lnTo>
                <a:lnTo>
                  <a:pt x="402" y="362"/>
                </a:lnTo>
                <a:lnTo>
                  <a:pt x="402" y="363"/>
                </a:lnTo>
                <a:lnTo>
                  <a:pt x="401" y="364"/>
                </a:lnTo>
                <a:lnTo>
                  <a:pt x="402" y="366"/>
                </a:lnTo>
                <a:lnTo>
                  <a:pt x="402" y="368"/>
                </a:lnTo>
                <a:lnTo>
                  <a:pt x="404" y="371"/>
                </a:lnTo>
                <a:lnTo>
                  <a:pt x="405" y="373"/>
                </a:lnTo>
                <a:lnTo>
                  <a:pt x="406" y="373"/>
                </a:lnTo>
                <a:lnTo>
                  <a:pt x="406" y="374"/>
                </a:lnTo>
                <a:lnTo>
                  <a:pt x="407" y="377"/>
                </a:lnTo>
                <a:lnTo>
                  <a:pt x="407" y="378"/>
                </a:lnTo>
                <a:lnTo>
                  <a:pt x="407" y="379"/>
                </a:lnTo>
                <a:lnTo>
                  <a:pt x="406" y="379"/>
                </a:lnTo>
                <a:lnTo>
                  <a:pt x="405" y="379"/>
                </a:lnTo>
                <a:lnTo>
                  <a:pt x="405" y="378"/>
                </a:lnTo>
                <a:lnTo>
                  <a:pt x="404" y="378"/>
                </a:lnTo>
                <a:lnTo>
                  <a:pt x="403" y="378"/>
                </a:lnTo>
                <a:lnTo>
                  <a:pt x="402" y="378"/>
                </a:lnTo>
                <a:lnTo>
                  <a:pt x="401" y="379"/>
                </a:lnTo>
                <a:lnTo>
                  <a:pt x="401" y="378"/>
                </a:lnTo>
                <a:lnTo>
                  <a:pt x="400" y="378"/>
                </a:lnTo>
                <a:lnTo>
                  <a:pt x="398" y="378"/>
                </a:lnTo>
                <a:lnTo>
                  <a:pt x="398" y="379"/>
                </a:lnTo>
                <a:lnTo>
                  <a:pt x="397" y="379"/>
                </a:lnTo>
                <a:lnTo>
                  <a:pt x="395" y="378"/>
                </a:lnTo>
                <a:lnTo>
                  <a:pt x="393" y="376"/>
                </a:lnTo>
                <a:lnTo>
                  <a:pt x="392" y="374"/>
                </a:lnTo>
                <a:lnTo>
                  <a:pt x="392" y="373"/>
                </a:lnTo>
                <a:lnTo>
                  <a:pt x="391" y="372"/>
                </a:lnTo>
                <a:lnTo>
                  <a:pt x="391" y="371"/>
                </a:lnTo>
                <a:lnTo>
                  <a:pt x="390" y="371"/>
                </a:lnTo>
                <a:lnTo>
                  <a:pt x="389" y="371"/>
                </a:lnTo>
                <a:lnTo>
                  <a:pt x="388" y="372"/>
                </a:lnTo>
                <a:lnTo>
                  <a:pt x="387" y="372"/>
                </a:lnTo>
                <a:lnTo>
                  <a:pt x="387" y="373"/>
                </a:lnTo>
                <a:lnTo>
                  <a:pt x="386" y="374"/>
                </a:lnTo>
                <a:lnTo>
                  <a:pt x="385" y="376"/>
                </a:lnTo>
                <a:lnTo>
                  <a:pt x="385" y="379"/>
                </a:lnTo>
                <a:lnTo>
                  <a:pt x="388" y="382"/>
                </a:lnTo>
                <a:lnTo>
                  <a:pt x="389" y="382"/>
                </a:lnTo>
                <a:lnTo>
                  <a:pt x="389" y="383"/>
                </a:lnTo>
                <a:lnTo>
                  <a:pt x="390" y="383"/>
                </a:lnTo>
                <a:lnTo>
                  <a:pt x="390" y="384"/>
                </a:lnTo>
                <a:lnTo>
                  <a:pt x="391" y="384"/>
                </a:lnTo>
                <a:lnTo>
                  <a:pt x="391" y="385"/>
                </a:lnTo>
                <a:lnTo>
                  <a:pt x="393" y="387"/>
                </a:lnTo>
                <a:lnTo>
                  <a:pt x="394" y="387"/>
                </a:lnTo>
                <a:lnTo>
                  <a:pt x="395" y="388"/>
                </a:lnTo>
                <a:lnTo>
                  <a:pt x="396" y="389"/>
                </a:lnTo>
                <a:lnTo>
                  <a:pt x="397" y="389"/>
                </a:lnTo>
                <a:lnTo>
                  <a:pt x="398" y="391"/>
                </a:lnTo>
                <a:lnTo>
                  <a:pt x="398" y="392"/>
                </a:lnTo>
                <a:lnTo>
                  <a:pt x="398" y="393"/>
                </a:lnTo>
                <a:lnTo>
                  <a:pt x="400" y="395"/>
                </a:lnTo>
                <a:lnTo>
                  <a:pt x="402" y="395"/>
                </a:lnTo>
                <a:lnTo>
                  <a:pt x="403" y="395"/>
                </a:lnTo>
                <a:lnTo>
                  <a:pt x="404" y="396"/>
                </a:lnTo>
                <a:lnTo>
                  <a:pt x="404" y="397"/>
                </a:lnTo>
                <a:lnTo>
                  <a:pt x="404" y="398"/>
                </a:lnTo>
                <a:lnTo>
                  <a:pt x="405" y="398"/>
                </a:lnTo>
                <a:lnTo>
                  <a:pt x="406" y="399"/>
                </a:lnTo>
                <a:lnTo>
                  <a:pt x="407" y="399"/>
                </a:lnTo>
                <a:lnTo>
                  <a:pt x="407" y="400"/>
                </a:lnTo>
                <a:lnTo>
                  <a:pt x="407" y="401"/>
                </a:lnTo>
                <a:lnTo>
                  <a:pt x="407" y="402"/>
                </a:lnTo>
                <a:lnTo>
                  <a:pt x="408" y="403"/>
                </a:lnTo>
                <a:lnTo>
                  <a:pt x="408" y="404"/>
                </a:lnTo>
                <a:lnTo>
                  <a:pt x="408" y="405"/>
                </a:lnTo>
                <a:lnTo>
                  <a:pt x="407" y="406"/>
                </a:lnTo>
                <a:lnTo>
                  <a:pt x="406" y="405"/>
                </a:lnTo>
                <a:lnTo>
                  <a:pt x="404" y="406"/>
                </a:lnTo>
                <a:lnTo>
                  <a:pt x="402" y="406"/>
                </a:lnTo>
                <a:lnTo>
                  <a:pt x="401" y="406"/>
                </a:lnTo>
                <a:lnTo>
                  <a:pt x="401" y="405"/>
                </a:lnTo>
                <a:lnTo>
                  <a:pt x="400" y="404"/>
                </a:lnTo>
                <a:lnTo>
                  <a:pt x="399" y="404"/>
                </a:lnTo>
                <a:lnTo>
                  <a:pt x="397" y="405"/>
                </a:lnTo>
                <a:lnTo>
                  <a:pt x="396" y="405"/>
                </a:lnTo>
                <a:lnTo>
                  <a:pt x="395" y="406"/>
                </a:lnTo>
                <a:lnTo>
                  <a:pt x="392" y="406"/>
                </a:lnTo>
                <a:lnTo>
                  <a:pt x="391" y="406"/>
                </a:lnTo>
                <a:lnTo>
                  <a:pt x="390" y="406"/>
                </a:lnTo>
                <a:lnTo>
                  <a:pt x="389" y="406"/>
                </a:lnTo>
                <a:lnTo>
                  <a:pt x="387" y="406"/>
                </a:lnTo>
                <a:lnTo>
                  <a:pt x="386" y="407"/>
                </a:lnTo>
                <a:lnTo>
                  <a:pt x="385" y="407"/>
                </a:lnTo>
                <a:lnTo>
                  <a:pt x="385" y="408"/>
                </a:lnTo>
                <a:lnTo>
                  <a:pt x="385" y="409"/>
                </a:lnTo>
                <a:lnTo>
                  <a:pt x="385" y="410"/>
                </a:lnTo>
                <a:lnTo>
                  <a:pt x="385" y="411"/>
                </a:lnTo>
                <a:lnTo>
                  <a:pt x="383" y="410"/>
                </a:lnTo>
                <a:lnTo>
                  <a:pt x="382" y="409"/>
                </a:lnTo>
                <a:lnTo>
                  <a:pt x="381" y="409"/>
                </a:lnTo>
                <a:lnTo>
                  <a:pt x="380" y="409"/>
                </a:lnTo>
                <a:lnTo>
                  <a:pt x="379" y="409"/>
                </a:lnTo>
                <a:lnTo>
                  <a:pt x="379" y="408"/>
                </a:lnTo>
                <a:lnTo>
                  <a:pt x="379" y="407"/>
                </a:lnTo>
                <a:lnTo>
                  <a:pt x="378" y="407"/>
                </a:lnTo>
                <a:lnTo>
                  <a:pt x="376" y="405"/>
                </a:lnTo>
                <a:lnTo>
                  <a:pt x="376" y="404"/>
                </a:lnTo>
                <a:lnTo>
                  <a:pt x="375" y="404"/>
                </a:lnTo>
                <a:lnTo>
                  <a:pt x="373" y="406"/>
                </a:lnTo>
                <a:lnTo>
                  <a:pt x="373" y="408"/>
                </a:lnTo>
                <a:lnTo>
                  <a:pt x="373" y="410"/>
                </a:lnTo>
                <a:lnTo>
                  <a:pt x="372" y="412"/>
                </a:lnTo>
                <a:lnTo>
                  <a:pt x="372" y="413"/>
                </a:lnTo>
                <a:lnTo>
                  <a:pt x="372" y="414"/>
                </a:lnTo>
                <a:lnTo>
                  <a:pt x="370" y="416"/>
                </a:lnTo>
                <a:lnTo>
                  <a:pt x="368" y="418"/>
                </a:lnTo>
                <a:lnTo>
                  <a:pt x="368" y="419"/>
                </a:lnTo>
                <a:lnTo>
                  <a:pt x="366" y="422"/>
                </a:lnTo>
                <a:lnTo>
                  <a:pt x="366" y="424"/>
                </a:lnTo>
                <a:lnTo>
                  <a:pt x="366" y="426"/>
                </a:lnTo>
                <a:lnTo>
                  <a:pt x="366" y="428"/>
                </a:lnTo>
                <a:lnTo>
                  <a:pt x="365" y="432"/>
                </a:lnTo>
                <a:lnTo>
                  <a:pt x="363" y="432"/>
                </a:lnTo>
                <a:lnTo>
                  <a:pt x="362" y="432"/>
                </a:lnTo>
                <a:lnTo>
                  <a:pt x="361" y="432"/>
                </a:lnTo>
                <a:lnTo>
                  <a:pt x="360" y="432"/>
                </a:lnTo>
                <a:lnTo>
                  <a:pt x="360" y="433"/>
                </a:lnTo>
                <a:lnTo>
                  <a:pt x="359" y="434"/>
                </a:lnTo>
                <a:lnTo>
                  <a:pt x="358" y="435"/>
                </a:lnTo>
                <a:lnTo>
                  <a:pt x="358" y="436"/>
                </a:lnTo>
                <a:lnTo>
                  <a:pt x="357" y="436"/>
                </a:lnTo>
                <a:lnTo>
                  <a:pt x="358" y="437"/>
                </a:lnTo>
                <a:lnTo>
                  <a:pt x="358" y="438"/>
                </a:lnTo>
                <a:lnTo>
                  <a:pt x="359" y="439"/>
                </a:lnTo>
                <a:lnTo>
                  <a:pt x="359" y="440"/>
                </a:lnTo>
                <a:lnTo>
                  <a:pt x="358" y="440"/>
                </a:lnTo>
                <a:lnTo>
                  <a:pt x="357" y="440"/>
                </a:lnTo>
                <a:lnTo>
                  <a:pt x="356" y="440"/>
                </a:lnTo>
                <a:lnTo>
                  <a:pt x="355" y="440"/>
                </a:lnTo>
                <a:lnTo>
                  <a:pt x="354" y="441"/>
                </a:lnTo>
                <a:lnTo>
                  <a:pt x="353" y="442"/>
                </a:lnTo>
                <a:lnTo>
                  <a:pt x="353" y="443"/>
                </a:lnTo>
                <a:lnTo>
                  <a:pt x="351" y="444"/>
                </a:lnTo>
                <a:lnTo>
                  <a:pt x="349" y="446"/>
                </a:lnTo>
                <a:lnTo>
                  <a:pt x="348" y="446"/>
                </a:lnTo>
                <a:lnTo>
                  <a:pt x="347" y="447"/>
                </a:lnTo>
                <a:lnTo>
                  <a:pt x="346" y="448"/>
                </a:lnTo>
                <a:lnTo>
                  <a:pt x="346" y="447"/>
                </a:lnTo>
                <a:lnTo>
                  <a:pt x="346" y="446"/>
                </a:lnTo>
                <a:lnTo>
                  <a:pt x="345" y="446"/>
                </a:lnTo>
                <a:lnTo>
                  <a:pt x="345" y="447"/>
                </a:lnTo>
                <a:lnTo>
                  <a:pt x="344" y="448"/>
                </a:lnTo>
                <a:lnTo>
                  <a:pt x="344" y="449"/>
                </a:lnTo>
                <a:lnTo>
                  <a:pt x="343" y="450"/>
                </a:lnTo>
                <a:lnTo>
                  <a:pt x="341" y="452"/>
                </a:lnTo>
                <a:lnTo>
                  <a:pt x="340" y="452"/>
                </a:lnTo>
                <a:lnTo>
                  <a:pt x="339" y="452"/>
                </a:lnTo>
                <a:lnTo>
                  <a:pt x="338" y="450"/>
                </a:lnTo>
                <a:lnTo>
                  <a:pt x="338" y="449"/>
                </a:lnTo>
                <a:lnTo>
                  <a:pt x="338" y="448"/>
                </a:lnTo>
                <a:lnTo>
                  <a:pt x="337" y="448"/>
                </a:lnTo>
                <a:lnTo>
                  <a:pt x="337" y="447"/>
                </a:lnTo>
                <a:lnTo>
                  <a:pt x="336" y="447"/>
                </a:lnTo>
                <a:lnTo>
                  <a:pt x="331" y="446"/>
                </a:lnTo>
                <a:lnTo>
                  <a:pt x="329" y="446"/>
                </a:lnTo>
                <a:lnTo>
                  <a:pt x="328" y="446"/>
                </a:lnTo>
                <a:lnTo>
                  <a:pt x="327" y="446"/>
                </a:lnTo>
                <a:lnTo>
                  <a:pt x="325" y="448"/>
                </a:lnTo>
                <a:lnTo>
                  <a:pt x="325" y="449"/>
                </a:lnTo>
                <a:lnTo>
                  <a:pt x="325" y="450"/>
                </a:lnTo>
                <a:lnTo>
                  <a:pt x="324" y="450"/>
                </a:lnTo>
                <a:lnTo>
                  <a:pt x="321" y="452"/>
                </a:lnTo>
                <a:lnTo>
                  <a:pt x="320" y="452"/>
                </a:lnTo>
                <a:lnTo>
                  <a:pt x="319" y="452"/>
                </a:lnTo>
                <a:lnTo>
                  <a:pt x="318" y="452"/>
                </a:lnTo>
                <a:lnTo>
                  <a:pt x="317" y="452"/>
                </a:lnTo>
                <a:lnTo>
                  <a:pt x="316" y="453"/>
                </a:lnTo>
                <a:lnTo>
                  <a:pt x="315" y="454"/>
                </a:lnTo>
                <a:lnTo>
                  <a:pt x="315" y="457"/>
                </a:lnTo>
                <a:lnTo>
                  <a:pt x="315" y="458"/>
                </a:lnTo>
                <a:lnTo>
                  <a:pt x="315" y="459"/>
                </a:lnTo>
                <a:lnTo>
                  <a:pt x="314" y="460"/>
                </a:lnTo>
                <a:lnTo>
                  <a:pt x="312" y="460"/>
                </a:lnTo>
                <a:lnTo>
                  <a:pt x="311" y="459"/>
                </a:lnTo>
                <a:lnTo>
                  <a:pt x="310" y="460"/>
                </a:lnTo>
                <a:lnTo>
                  <a:pt x="309" y="461"/>
                </a:lnTo>
                <a:lnTo>
                  <a:pt x="308" y="462"/>
                </a:lnTo>
                <a:lnTo>
                  <a:pt x="306" y="464"/>
                </a:lnTo>
                <a:lnTo>
                  <a:pt x="305" y="465"/>
                </a:lnTo>
                <a:lnTo>
                  <a:pt x="306" y="466"/>
                </a:lnTo>
                <a:lnTo>
                  <a:pt x="305" y="467"/>
                </a:lnTo>
                <a:lnTo>
                  <a:pt x="305" y="468"/>
                </a:lnTo>
                <a:lnTo>
                  <a:pt x="304" y="469"/>
                </a:lnTo>
                <a:lnTo>
                  <a:pt x="304" y="470"/>
                </a:lnTo>
                <a:lnTo>
                  <a:pt x="304" y="471"/>
                </a:lnTo>
                <a:lnTo>
                  <a:pt x="303" y="472"/>
                </a:lnTo>
                <a:lnTo>
                  <a:pt x="304" y="473"/>
                </a:lnTo>
                <a:lnTo>
                  <a:pt x="305" y="473"/>
                </a:lnTo>
                <a:lnTo>
                  <a:pt x="308" y="472"/>
                </a:lnTo>
                <a:lnTo>
                  <a:pt x="310" y="473"/>
                </a:lnTo>
                <a:lnTo>
                  <a:pt x="311" y="473"/>
                </a:lnTo>
                <a:lnTo>
                  <a:pt x="311" y="474"/>
                </a:lnTo>
                <a:lnTo>
                  <a:pt x="310" y="478"/>
                </a:lnTo>
                <a:lnTo>
                  <a:pt x="309" y="478"/>
                </a:lnTo>
                <a:lnTo>
                  <a:pt x="309" y="479"/>
                </a:lnTo>
                <a:lnTo>
                  <a:pt x="310" y="479"/>
                </a:lnTo>
                <a:lnTo>
                  <a:pt x="310" y="480"/>
                </a:lnTo>
                <a:lnTo>
                  <a:pt x="310" y="481"/>
                </a:lnTo>
                <a:lnTo>
                  <a:pt x="310" y="483"/>
                </a:lnTo>
                <a:lnTo>
                  <a:pt x="310" y="484"/>
                </a:lnTo>
                <a:lnTo>
                  <a:pt x="311" y="484"/>
                </a:lnTo>
                <a:lnTo>
                  <a:pt x="315" y="487"/>
                </a:lnTo>
                <a:lnTo>
                  <a:pt x="321" y="495"/>
                </a:lnTo>
                <a:lnTo>
                  <a:pt x="322" y="496"/>
                </a:lnTo>
                <a:lnTo>
                  <a:pt x="322" y="497"/>
                </a:lnTo>
                <a:lnTo>
                  <a:pt x="323" y="498"/>
                </a:lnTo>
                <a:lnTo>
                  <a:pt x="324" y="498"/>
                </a:lnTo>
                <a:lnTo>
                  <a:pt x="324" y="497"/>
                </a:lnTo>
                <a:lnTo>
                  <a:pt x="325" y="497"/>
                </a:lnTo>
                <a:lnTo>
                  <a:pt x="326" y="498"/>
                </a:lnTo>
                <a:lnTo>
                  <a:pt x="326" y="499"/>
                </a:lnTo>
                <a:lnTo>
                  <a:pt x="326" y="500"/>
                </a:lnTo>
                <a:lnTo>
                  <a:pt x="325" y="500"/>
                </a:lnTo>
                <a:lnTo>
                  <a:pt x="326" y="500"/>
                </a:lnTo>
                <a:lnTo>
                  <a:pt x="326" y="501"/>
                </a:lnTo>
                <a:lnTo>
                  <a:pt x="329" y="500"/>
                </a:lnTo>
                <a:lnTo>
                  <a:pt x="330" y="500"/>
                </a:lnTo>
                <a:lnTo>
                  <a:pt x="332" y="500"/>
                </a:lnTo>
                <a:lnTo>
                  <a:pt x="333" y="500"/>
                </a:lnTo>
                <a:lnTo>
                  <a:pt x="335" y="501"/>
                </a:lnTo>
                <a:lnTo>
                  <a:pt x="335" y="502"/>
                </a:lnTo>
                <a:lnTo>
                  <a:pt x="336" y="504"/>
                </a:lnTo>
                <a:lnTo>
                  <a:pt x="336" y="506"/>
                </a:lnTo>
                <a:lnTo>
                  <a:pt x="337" y="508"/>
                </a:lnTo>
                <a:lnTo>
                  <a:pt x="338" y="509"/>
                </a:lnTo>
                <a:lnTo>
                  <a:pt x="339" y="509"/>
                </a:lnTo>
                <a:lnTo>
                  <a:pt x="339" y="511"/>
                </a:lnTo>
                <a:lnTo>
                  <a:pt x="340" y="511"/>
                </a:lnTo>
                <a:lnTo>
                  <a:pt x="341" y="513"/>
                </a:lnTo>
                <a:lnTo>
                  <a:pt x="341" y="515"/>
                </a:lnTo>
                <a:lnTo>
                  <a:pt x="342" y="515"/>
                </a:lnTo>
                <a:lnTo>
                  <a:pt x="343" y="518"/>
                </a:lnTo>
                <a:lnTo>
                  <a:pt x="344" y="518"/>
                </a:lnTo>
                <a:lnTo>
                  <a:pt x="344" y="519"/>
                </a:lnTo>
                <a:lnTo>
                  <a:pt x="343" y="520"/>
                </a:lnTo>
                <a:lnTo>
                  <a:pt x="341" y="521"/>
                </a:lnTo>
                <a:lnTo>
                  <a:pt x="340" y="521"/>
                </a:lnTo>
                <a:lnTo>
                  <a:pt x="339" y="521"/>
                </a:lnTo>
                <a:lnTo>
                  <a:pt x="338" y="522"/>
                </a:lnTo>
                <a:lnTo>
                  <a:pt x="337" y="523"/>
                </a:lnTo>
                <a:lnTo>
                  <a:pt x="337" y="524"/>
                </a:lnTo>
                <a:lnTo>
                  <a:pt x="337" y="525"/>
                </a:lnTo>
                <a:lnTo>
                  <a:pt x="337" y="526"/>
                </a:lnTo>
                <a:lnTo>
                  <a:pt x="334" y="526"/>
                </a:lnTo>
                <a:lnTo>
                  <a:pt x="334" y="527"/>
                </a:lnTo>
                <a:lnTo>
                  <a:pt x="333" y="530"/>
                </a:lnTo>
                <a:lnTo>
                  <a:pt x="333" y="531"/>
                </a:lnTo>
                <a:lnTo>
                  <a:pt x="333" y="532"/>
                </a:lnTo>
                <a:lnTo>
                  <a:pt x="331" y="536"/>
                </a:lnTo>
                <a:lnTo>
                  <a:pt x="330" y="536"/>
                </a:lnTo>
                <a:lnTo>
                  <a:pt x="329" y="536"/>
                </a:lnTo>
                <a:lnTo>
                  <a:pt x="328" y="537"/>
                </a:lnTo>
                <a:lnTo>
                  <a:pt x="329" y="537"/>
                </a:lnTo>
                <a:lnTo>
                  <a:pt x="329" y="538"/>
                </a:lnTo>
                <a:lnTo>
                  <a:pt x="328" y="539"/>
                </a:lnTo>
                <a:lnTo>
                  <a:pt x="328" y="540"/>
                </a:lnTo>
                <a:lnTo>
                  <a:pt x="328" y="541"/>
                </a:lnTo>
                <a:lnTo>
                  <a:pt x="328" y="542"/>
                </a:lnTo>
                <a:lnTo>
                  <a:pt x="329" y="543"/>
                </a:lnTo>
                <a:lnTo>
                  <a:pt x="330" y="544"/>
                </a:lnTo>
                <a:lnTo>
                  <a:pt x="329" y="544"/>
                </a:lnTo>
                <a:lnTo>
                  <a:pt x="329" y="545"/>
                </a:lnTo>
                <a:lnTo>
                  <a:pt x="327" y="545"/>
                </a:lnTo>
                <a:lnTo>
                  <a:pt x="326" y="545"/>
                </a:lnTo>
                <a:lnTo>
                  <a:pt x="326" y="544"/>
                </a:lnTo>
                <a:lnTo>
                  <a:pt x="325" y="544"/>
                </a:lnTo>
                <a:lnTo>
                  <a:pt x="324" y="544"/>
                </a:lnTo>
                <a:lnTo>
                  <a:pt x="323" y="544"/>
                </a:lnTo>
                <a:lnTo>
                  <a:pt x="322" y="544"/>
                </a:lnTo>
                <a:lnTo>
                  <a:pt x="321" y="543"/>
                </a:lnTo>
                <a:lnTo>
                  <a:pt x="320" y="542"/>
                </a:lnTo>
                <a:lnTo>
                  <a:pt x="319" y="541"/>
                </a:lnTo>
                <a:lnTo>
                  <a:pt x="319" y="540"/>
                </a:lnTo>
                <a:lnTo>
                  <a:pt x="319" y="539"/>
                </a:lnTo>
                <a:lnTo>
                  <a:pt x="318" y="539"/>
                </a:lnTo>
                <a:lnTo>
                  <a:pt x="317" y="539"/>
                </a:lnTo>
                <a:lnTo>
                  <a:pt x="317" y="540"/>
                </a:lnTo>
                <a:lnTo>
                  <a:pt x="316" y="541"/>
                </a:lnTo>
                <a:lnTo>
                  <a:pt x="314" y="543"/>
                </a:lnTo>
                <a:lnTo>
                  <a:pt x="313" y="545"/>
                </a:lnTo>
                <a:lnTo>
                  <a:pt x="314" y="545"/>
                </a:lnTo>
                <a:lnTo>
                  <a:pt x="314" y="546"/>
                </a:lnTo>
                <a:lnTo>
                  <a:pt x="315" y="546"/>
                </a:lnTo>
                <a:lnTo>
                  <a:pt x="314" y="547"/>
                </a:lnTo>
                <a:lnTo>
                  <a:pt x="314" y="548"/>
                </a:lnTo>
                <a:lnTo>
                  <a:pt x="313" y="549"/>
                </a:lnTo>
                <a:lnTo>
                  <a:pt x="312" y="550"/>
                </a:lnTo>
                <a:lnTo>
                  <a:pt x="310" y="550"/>
                </a:lnTo>
                <a:lnTo>
                  <a:pt x="309" y="550"/>
                </a:lnTo>
                <a:lnTo>
                  <a:pt x="308" y="549"/>
                </a:lnTo>
                <a:lnTo>
                  <a:pt x="306" y="550"/>
                </a:lnTo>
                <a:lnTo>
                  <a:pt x="307" y="550"/>
                </a:lnTo>
                <a:lnTo>
                  <a:pt x="307" y="551"/>
                </a:lnTo>
                <a:lnTo>
                  <a:pt x="306" y="551"/>
                </a:lnTo>
                <a:lnTo>
                  <a:pt x="305" y="550"/>
                </a:lnTo>
                <a:lnTo>
                  <a:pt x="303" y="550"/>
                </a:lnTo>
                <a:lnTo>
                  <a:pt x="303" y="551"/>
                </a:lnTo>
                <a:lnTo>
                  <a:pt x="302" y="551"/>
                </a:lnTo>
                <a:lnTo>
                  <a:pt x="301" y="551"/>
                </a:lnTo>
                <a:lnTo>
                  <a:pt x="300" y="551"/>
                </a:lnTo>
                <a:lnTo>
                  <a:pt x="299" y="551"/>
                </a:lnTo>
                <a:lnTo>
                  <a:pt x="298" y="552"/>
                </a:lnTo>
                <a:lnTo>
                  <a:pt x="298" y="553"/>
                </a:lnTo>
                <a:lnTo>
                  <a:pt x="298" y="554"/>
                </a:lnTo>
                <a:lnTo>
                  <a:pt x="297" y="555"/>
                </a:lnTo>
                <a:lnTo>
                  <a:pt x="293" y="554"/>
                </a:lnTo>
                <a:lnTo>
                  <a:pt x="292" y="554"/>
                </a:lnTo>
                <a:lnTo>
                  <a:pt x="291" y="554"/>
                </a:lnTo>
                <a:lnTo>
                  <a:pt x="291" y="555"/>
                </a:lnTo>
                <a:lnTo>
                  <a:pt x="290" y="557"/>
                </a:lnTo>
                <a:lnTo>
                  <a:pt x="290" y="558"/>
                </a:lnTo>
                <a:lnTo>
                  <a:pt x="291" y="558"/>
                </a:lnTo>
                <a:lnTo>
                  <a:pt x="291" y="559"/>
                </a:lnTo>
                <a:lnTo>
                  <a:pt x="290" y="559"/>
                </a:lnTo>
                <a:lnTo>
                  <a:pt x="290" y="560"/>
                </a:lnTo>
                <a:lnTo>
                  <a:pt x="289" y="560"/>
                </a:lnTo>
                <a:lnTo>
                  <a:pt x="288" y="559"/>
                </a:lnTo>
                <a:lnTo>
                  <a:pt x="286" y="559"/>
                </a:lnTo>
                <a:lnTo>
                  <a:pt x="285" y="560"/>
                </a:lnTo>
                <a:lnTo>
                  <a:pt x="285" y="561"/>
                </a:lnTo>
                <a:lnTo>
                  <a:pt x="285" y="562"/>
                </a:lnTo>
                <a:lnTo>
                  <a:pt x="285" y="563"/>
                </a:lnTo>
                <a:lnTo>
                  <a:pt x="285" y="564"/>
                </a:lnTo>
                <a:lnTo>
                  <a:pt x="284" y="564"/>
                </a:lnTo>
                <a:lnTo>
                  <a:pt x="283" y="564"/>
                </a:lnTo>
                <a:lnTo>
                  <a:pt x="282" y="564"/>
                </a:lnTo>
                <a:lnTo>
                  <a:pt x="281" y="565"/>
                </a:lnTo>
                <a:lnTo>
                  <a:pt x="279" y="567"/>
                </a:lnTo>
                <a:lnTo>
                  <a:pt x="279" y="568"/>
                </a:lnTo>
                <a:lnTo>
                  <a:pt x="278" y="569"/>
                </a:lnTo>
                <a:lnTo>
                  <a:pt x="277" y="570"/>
                </a:lnTo>
                <a:lnTo>
                  <a:pt x="276" y="571"/>
                </a:lnTo>
                <a:lnTo>
                  <a:pt x="276" y="572"/>
                </a:lnTo>
                <a:lnTo>
                  <a:pt x="275" y="573"/>
                </a:lnTo>
                <a:lnTo>
                  <a:pt x="274" y="574"/>
                </a:lnTo>
                <a:lnTo>
                  <a:pt x="273" y="575"/>
                </a:lnTo>
                <a:lnTo>
                  <a:pt x="272" y="575"/>
                </a:lnTo>
                <a:lnTo>
                  <a:pt x="271" y="575"/>
                </a:lnTo>
                <a:lnTo>
                  <a:pt x="271" y="577"/>
                </a:lnTo>
                <a:lnTo>
                  <a:pt x="271" y="578"/>
                </a:lnTo>
                <a:lnTo>
                  <a:pt x="270" y="578"/>
                </a:lnTo>
                <a:lnTo>
                  <a:pt x="269" y="580"/>
                </a:lnTo>
                <a:lnTo>
                  <a:pt x="270" y="580"/>
                </a:lnTo>
                <a:lnTo>
                  <a:pt x="271" y="581"/>
                </a:lnTo>
                <a:lnTo>
                  <a:pt x="271" y="582"/>
                </a:lnTo>
                <a:lnTo>
                  <a:pt x="270" y="583"/>
                </a:lnTo>
                <a:lnTo>
                  <a:pt x="268" y="584"/>
                </a:lnTo>
                <a:lnTo>
                  <a:pt x="268" y="586"/>
                </a:lnTo>
                <a:lnTo>
                  <a:pt x="268" y="587"/>
                </a:lnTo>
                <a:lnTo>
                  <a:pt x="267" y="588"/>
                </a:lnTo>
                <a:lnTo>
                  <a:pt x="268" y="588"/>
                </a:lnTo>
                <a:lnTo>
                  <a:pt x="268" y="589"/>
                </a:lnTo>
                <a:lnTo>
                  <a:pt x="268" y="590"/>
                </a:lnTo>
                <a:lnTo>
                  <a:pt x="268" y="591"/>
                </a:lnTo>
                <a:lnTo>
                  <a:pt x="268" y="592"/>
                </a:lnTo>
                <a:lnTo>
                  <a:pt x="269" y="592"/>
                </a:lnTo>
                <a:lnTo>
                  <a:pt x="270" y="592"/>
                </a:lnTo>
                <a:lnTo>
                  <a:pt x="270" y="591"/>
                </a:lnTo>
                <a:lnTo>
                  <a:pt x="271" y="591"/>
                </a:lnTo>
                <a:lnTo>
                  <a:pt x="271" y="592"/>
                </a:lnTo>
                <a:lnTo>
                  <a:pt x="272" y="592"/>
                </a:lnTo>
                <a:lnTo>
                  <a:pt x="273" y="593"/>
                </a:lnTo>
                <a:lnTo>
                  <a:pt x="274" y="593"/>
                </a:lnTo>
                <a:lnTo>
                  <a:pt x="275" y="594"/>
                </a:lnTo>
                <a:lnTo>
                  <a:pt x="276" y="594"/>
                </a:lnTo>
                <a:lnTo>
                  <a:pt x="277" y="594"/>
                </a:lnTo>
                <a:lnTo>
                  <a:pt x="278" y="596"/>
                </a:lnTo>
                <a:lnTo>
                  <a:pt x="278" y="597"/>
                </a:lnTo>
                <a:lnTo>
                  <a:pt x="279" y="598"/>
                </a:lnTo>
                <a:lnTo>
                  <a:pt x="280" y="598"/>
                </a:lnTo>
                <a:lnTo>
                  <a:pt x="281" y="598"/>
                </a:lnTo>
                <a:lnTo>
                  <a:pt x="282" y="598"/>
                </a:lnTo>
                <a:lnTo>
                  <a:pt x="282" y="599"/>
                </a:lnTo>
                <a:lnTo>
                  <a:pt x="283" y="600"/>
                </a:lnTo>
                <a:lnTo>
                  <a:pt x="284" y="600"/>
                </a:lnTo>
                <a:lnTo>
                  <a:pt x="284" y="601"/>
                </a:lnTo>
                <a:lnTo>
                  <a:pt x="284" y="602"/>
                </a:lnTo>
                <a:lnTo>
                  <a:pt x="284" y="603"/>
                </a:lnTo>
                <a:lnTo>
                  <a:pt x="283" y="603"/>
                </a:lnTo>
                <a:lnTo>
                  <a:pt x="283" y="604"/>
                </a:lnTo>
                <a:lnTo>
                  <a:pt x="283" y="605"/>
                </a:lnTo>
                <a:lnTo>
                  <a:pt x="284" y="605"/>
                </a:lnTo>
                <a:lnTo>
                  <a:pt x="285" y="606"/>
                </a:lnTo>
                <a:lnTo>
                  <a:pt x="286" y="606"/>
                </a:lnTo>
                <a:lnTo>
                  <a:pt x="286" y="607"/>
                </a:lnTo>
                <a:lnTo>
                  <a:pt x="285" y="607"/>
                </a:lnTo>
                <a:lnTo>
                  <a:pt x="285" y="608"/>
                </a:lnTo>
                <a:lnTo>
                  <a:pt x="285" y="609"/>
                </a:lnTo>
                <a:lnTo>
                  <a:pt x="285" y="610"/>
                </a:lnTo>
                <a:lnTo>
                  <a:pt x="285" y="611"/>
                </a:lnTo>
                <a:lnTo>
                  <a:pt x="284" y="612"/>
                </a:lnTo>
                <a:lnTo>
                  <a:pt x="284" y="613"/>
                </a:lnTo>
                <a:lnTo>
                  <a:pt x="285" y="614"/>
                </a:lnTo>
                <a:lnTo>
                  <a:pt x="286" y="614"/>
                </a:lnTo>
                <a:lnTo>
                  <a:pt x="287" y="615"/>
                </a:lnTo>
                <a:lnTo>
                  <a:pt x="288" y="615"/>
                </a:lnTo>
                <a:lnTo>
                  <a:pt x="289" y="616"/>
                </a:lnTo>
                <a:lnTo>
                  <a:pt x="290" y="616"/>
                </a:lnTo>
                <a:lnTo>
                  <a:pt x="291" y="617"/>
                </a:lnTo>
                <a:lnTo>
                  <a:pt x="292" y="618"/>
                </a:lnTo>
                <a:lnTo>
                  <a:pt x="293" y="618"/>
                </a:lnTo>
                <a:lnTo>
                  <a:pt x="293" y="617"/>
                </a:lnTo>
                <a:lnTo>
                  <a:pt x="293" y="618"/>
                </a:lnTo>
                <a:lnTo>
                  <a:pt x="293" y="619"/>
                </a:lnTo>
                <a:lnTo>
                  <a:pt x="293" y="620"/>
                </a:lnTo>
                <a:lnTo>
                  <a:pt x="292" y="621"/>
                </a:lnTo>
                <a:lnTo>
                  <a:pt x="291" y="622"/>
                </a:lnTo>
                <a:lnTo>
                  <a:pt x="290" y="622"/>
                </a:lnTo>
                <a:lnTo>
                  <a:pt x="289" y="622"/>
                </a:lnTo>
                <a:lnTo>
                  <a:pt x="289" y="623"/>
                </a:lnTo>
                <a:lnTo>
                  <a:pt x="287" y="624"/>
                </a:lnTo>
                <a:lnTo>
                  <a:pt x="286" y="624"/>
                </a:lnTo>
                <a:lnTo>
                  <a:pt x="285" y="624"/>
                </a:lnTo>
                <a:lnTo>
                  <a:pt x="285" y="625"/>
                </a:lnTo>
                <a:lnTo>
                  <a:pt x="284" y="625"/>
                </a:lnTo>
                <a:lnTo>
                  <a:pt x="283" y="624"/>
                </a:lnTo>
                <a:lnTo>
                  <a:pt x="282" y="623"/>
                </a:lnTo>
                <a:lnTo>
                  <a:pt x="280" y="623"/>
                </a:lnTo>
                <a:lnTo>
                  <a:pt x="279" y="624"/>
                </a:lnTo>
                <a:lnTo>
                  <a:pt x="279" y="625"/>
                </a:lnTo>
                <a:lnTo>
                  <a:pt x="278" y="625"/>
                </a:lnTo>
                <a:lnTo>
                  <a:pt x="277" y="626"/>
                </a:lnTo>
                <a:lnTo>
                  <a:pt x="277" y="627"/>
                </a:lnTo>
                <a:lnTo>
                  <a:pt x="276" y="627"/>
                </a:lnTo>
                <a:lnTo>
                  <a:pt x="275" y="626"/>
                </a:lnTo>
                <a:lnTo>
                  <a:pt x="273" y="627"/>
                </a:lnTo>
                <a:lnTo>
                  <a:pt x="273" y="628"/>
                </a:lnTo>
                <a:lnTo>
                  <a:pt x="272" y="628"/>
                </a:lnTo>
                <a:lnTo>
                  <a:pt x="272" y="629"/>
                </a:lnTo>
                <a:lnTo>
                  <a:pt x="272" y="630"/>
                </a:lnTo>
                <a:lnTo>
                  <a:pt x="273" y="629"/>
                </a:lnTo>
                <a:lnTo>
                  <a:pt x="274" y="629"/>
                </a:lnTo>
                <a:lnTo>
                  <a:pt x="274" y="630"/>
                </a:lnTo>
                <a:lnTo>
                  <a:pt x="274" y="631"/>
                </a:lnTo>
                <a:lnTo>
                  <a:pt x="274" y="632"/>
                </a:lnTo>
                <a:lnTo>
                  <a:pt x="274" y="633"/>
                </a:lnTo>
                <a:lnTo>
                  <a:pt x="275" y="633"/>
                </a:lnTo>
                <a:lnTo>
                  <a:pt x="276" y="634"/>
                </a:lnTo>
                <a:lnTo>
                  <a:pt x="279" y="635"/>
                </a:lnTo>
                <a:lnTo>
                  <a:pt x="280" y="635"/>
                </a:lnTo>
                <a:lnTo>
                  <a:pt x="280" y="634"/>
                </a:lnTo>
                <a:lnTo>
                  <a:pt x="282" y="634"/>
                </a:lnTo>
                <a:lnTo>
                  <a:pt x="283" y="635"/>
                </a:lnTo>
                <a:lnTo>
                  <a:pt x="283" y="636"/>
                </a:lnTo>
                <a:lnTo>
                  <a:pt x="283" y="637"/>
                </a:lnTo>
                <a:lnTo>
                  <a:pt x="283" y="638"/>
                </a:lnTo>
                <a:lnTo>
                  <a:pt x="284" y="640"/>
                </a:lnTo>
                <a:lnTo>
                  <a:pt x="284" y="641"/>
                </a:lnTo>
                <a:lnTo>
                  <a:pt x="284" y="642"/>
                </a:lnTo>
                <a:lnTo>
                  <a:pt x="284" y="643"/>
                </a:lnTo>
                <a:lnTo>
                  <a:pt x="285" y="643"/>
                </a:lnTo>
                <a:lnTo>
                  <a:pt x="285" y="644"/>
                </a:lnTo>
                <a:lnTo>
                  <a:pt x="285" y="645"/>
                </a:lnTo>
                <a:lnTo>
                  <a:pt x="285" y="646"/>
                </a:lnTo>
                <a:lnTo>
                  <a:pt x="284" y="646"/>
                </a:lnTo>
                <a:lnTo>
                  <a:pt x="284" y="647"/>
                </a:lnTo>
                <a:lnTo>
                  <a:pt x="284" y="648"/>
                </a:lnTo>
                <a:lnTo>
                  <a:pt x="284" y="649"/>
                </a:lnTo>
                <a:lnTo>
                  <a:pt x="285" y="649"/>
                </a:lnTo>
                <a:lnTo>
                  <a:pt x="284" y="649"/>
                </a:lnTo>
                <a:lnTo>
                  <a:pt x="284" y="650"/>
                </a:lnTo>
                <a:lnTo>
                  <a:pt x="283" y="650"/>
                </a:lnTo>
                <a:lnTo>
                  <a:pt x="283" y="651"/>
                </a:lnTo>
                <a:lnTo>
                  <a:pt x="283" y="652"/>
                </a:lnTo>
                <a:lnTo>
                  <a:pt x="283" y="653"/>
                </a:lnTo>
                <a:lnTo>
                  <a:pt x="285" y="653"/>
                </a:lnTo>
                <a:lnTo>
                  <a:pt x="286" y="653"/>
                </a:lnTo>
                <a:lnTo>
                  <a:pt x="286" y="652"/>
                </a:lnTo>
                <a:lnTo>
                  <a:pt x="287" y="652"/>
                </a:lnTo>
                <a:lnTo>
                  <a:pt x="287" y="653"/>
                </a:lnTo>
                <a:lnTo>
                  <a:pt x="288" y="653"/>
                </a:lnTo>
                <a:lnTo>
                  <a:pt x="288" y="654"/>
                </a:lnTo>
                <a:lnTo>
                  <a:pt x="289" y="655"/>
                </a:lnTo>
                <a:lnTo>
                  <a:pt x="290" y="655"/>
                </a:lnTo>
                <a:lnTo>
                  <a:pt x="290" y="656"/>
                </a:lnTo>
                <a:lnTo>
                  <a:pt x="290" y="657"/>
                </a:lnTo>
                <a:lnTo>
                  <a:pt x="290" y="658"/>
                </a:lnTo>
                <a:lnTo>
                  <a:pt x="290" y="659"/>
                </a:lnTo>
                <a:lnTo>
                  <a:pt x="289" y="660"/>
                </a:lnTo>
                <a:lnTo>
                  <a:pt x="289" y="661"/>
                </a:lnTo>
                <a:lnTo>
                  <a:pt x="289" y="662"/>
                </a:lnTo>
                <a:lnTo>
                  <a:pt x="289" y="663"/>
                </a:lnTo>
                <a:lnTo>
                  <a:pt x="290" y="664"/>
                </a:lnTo>
                <a:lnTo>
                  <a:pt x="290" y="665"/>
                </a:lnTo>
                <a:lnTo>
                  <a:pt x="290" y="664"/>
                </a:lnTo>
                <a:lnTo>
                  <a:pt x="291" y="663"/>
                </a:lnTo>
                <a:lnTo>
                  <a:pt x="292" y="662"/>
                </a:lnTo>
                <a:lnTo>
                  <a:pt x="292" y="661"/>
                </a:lnTo>
                <a:lnTo>
                  <a:pt x="292" y="660"/>
                </a:lnTo>
                <a:lnTo>
                  <a:pt x="293" y="659"/>
                </a:lnTo>
                <a:lnTo>
                  <a:pt x="294" y="659"/>
                </a:lnTo>
                <a:lnTo>
                  <a:pt x="295" y="659"/>
                </a:lnTo>
                <a:lnTo>
                  <a:pt x="296" y="661"/>
                </a:lnTo>
                <a:lnTo>
                  <a:pt x="297" y="661"/>
                </a:lnTo>
                <a:lnTo>
                  <a:pt x="297" y="662"/>
                </a:lnTo>
                <a:lnTo>
                  <a:pt x="298" y="662"/>
                </a:lnTo>
                <a:lnTo>
                  <a:pt x="299" y="663"/>
                </a:lnTo>
                <a:lnTo>
                  <a:pt x="299" y="664"/>
                </a:lnTo>
                <a:lnTo>
                  <a:pt x="300" y="664"/>
                </a:lnTo>
                <a:lnTo>
                  <a:pt x="301" y="664"/>
                </a:lnTo>
                <a:lnTo>
                  <a:pt x="301" y="663"/>
                </a:lnTo>
                <a:lnTo>
                  <a:pt x="302" y="663"/>
                </a:lnTo>
                <a:lnTo>
                  <a:pt x="302" y="662"/>
                </a:lnTo>
                <a:lnTo>
                  <a:pt x="303" y="662"/>
                </a:lnTo>
                <a:lnTo>
                  <a:pt x="304" y="662"/>
                </a:lnTo>
                <a:lnTo>
                  <a:pt x="304" y="661"/>
                </a:lnTo>
                <a:lnTo>
                  <a:pt x="305" y="661"/>
                </a:lnTo>
                <a:lnTo>
                  <a:pt x="306" y="661"/>
                </a:lnTo>
                <a:lnTo>
                  <a:pt x="307" y="661"/>
                </a:lnTo>
                <a:lnTo>
                  <a:pt x="308" y="662"/>
                </a:lnTo>
                <a:lnTo>
                  <a:pt x="308" y="661"/>
                </a:lnTo>
                <a:lnTo>
                  <a:pt x="308" y="660"/>
                </a:lnTo>
                <a:lnTo>
                  <a:pt x="309" y="660"/>
                </a:lnTo>
                <a:lnTo>
                  <a:pt x="309" y="661"/>
                </a:lnTo>
                <a:lnTo>
                  <a:pt x="310" y="661"/>
                </a:lnTo>
                <a:lnTo>
                  <a:pt x="311" y="661"/>
                </a:lnTo>
                <a:lnTo>
                  <a:pt x="312" y="661"/>
                </a:lnTo>
                <a:lnTo>
                  <a:pt x="313" y="659"/>
                </a:lnTo>
                <a:lnTo>
                  <a:pt x="313" y="658"/>
                </a:lnTo>
                <a:lnTo>
                  <a:pt x="313" y="657"/>
                </a:lnTo>
                <a:lnTo>
                  <a:pt x="313" y="658"/>
                </a:lnTo>
                <a:lnTo>
                  <a:pt x="314" y="658"/>
                </a:lnTo>
                <a:lnTo>
                  <a:pt x="314" y="659"/>
                </a:lnTo>
                <a:lnTo>
                  <a:pt x="315" y="659"/>
                </a:lnTo>
                <a:lnTo>
                  <a:pt x="316" y="660"/>
                </a:lnTo>
                <a:lnTo>
                  <a:pt x="317" y="662"/>
                </a:lnTo>
                <a:lnTo>
                  <a:pt x="318" y="663"/>
                </a:lnTo>
                <a:lnTo>
                  <a:pt x="318" y="664"/>
                </a:lnTo>
                <a:lnTo>
                  <a:pt x="319" y="665"/>
                </a:lnTo>
                <a:lnTo>
                  <a:pt x="319" y="666"/>
                </a:lnTo>
                <a:lnTo>
                  <a:pt x="318" y="666"/>
                </a:lnTo>
                <a:lnTo>
                  <a:pt x="318" y="667"/>
                </a:lnTo>
                <a:lnTo>
                  <a:pt x="319" y="668"/>
                </a:lnTo>
                <a:lnTo>
                  <a:pt x="320" y="667"/>
                </a:lnTo>
                <a:lnTo>
                  <a:pt x="321" y="668"/>
                </a:lnTo>
                <a:lnTo>
                  <a:pt x="322" y="668"/>
                </a:lnTo>
                <a:lnTo>
                  <a:pt x="322" y="669"/>
                </a:lnTo>
                <a:lnTo>
                  <a:pt x="322" y="670"/>
                </a:lnTo>
                <a:lnTo>
                  <a:pt x="323" y="670"/>
                </a:lnTo>
                <a:lnTo>
                  <a:pt x="323" y="671"/>
                </a:lnTo>
                <a:lnTo>
                  <a:pt x="324" y="671"/>
                </a:lnTo>
                <a:lnTo>
                  <a:pt x="324" y="670"/>
                </a:lnTo>
                <a:lnTo>
                  <a:pt x="325" y="670"/>
                </a:lnTo>
                <a:lnTo>
                  <a:pt x="326" y="671"/>
                </a:lnTo>
                <a:lnTo>
                  <a:pt x="326" y="672"/>
                </a:lnTo>
                <a:lnTo>
                  <a:pt x="327" y="674"/>
                </a:lnTo>
                <a:lnTo>
                  <a:pt x="327" y="675"/>
                </a:lnTo>
                <a:lnTo>
                  <a:pt x="328" y="676"/>
                </a:lnTo>
                <a:lnTo>
                  <a:pt x="328" y="677"/>
                </a:lnTo>
                <a:lnTo>
                  <a:pt x="329" y="677"/>
                </a:lnTo>
                <a:lnTo>
                  <a:pt x="330" y="676"/>
                </a:lnTo>
                <a:lnTo>
                  <a:pt x="330" y="677"/>
                </a:lnTo>
                <a:lnTo>
                  <a:pt x="331" y="678"/>
                </a:lnTo>
                <a:lnTo>
                  <a:pt x="331" y="677"/>
                </a:lnTo>
                <a:lnTo>
                  <a:pt x="330" y="676"/>
                </a:lnTo>
                <a:lnTo>
                  <a:pt x="332" y="677"/>
                </a:lnTo>
                <a:lnTo>
                  <a:pt x="333" y="677"/>
                </a:lnTo>
                <a:lnTo>
                  <a:pt x="334" y="677"/>
                </a:lnTo>
                <a:lnTo>
                  <a:pt x="335" y="677"/>
                </a:lnTo>
                <a:lnTo>
                  <a:pt x="336" y="677"/>
                </a:lnTo>
                <a:lnTo>
                  <a:pt x="339" y="677"/>
                </a:lnTo>
                <a:lnTo>
                  <a:pt x="340" y="677"/>
                </a:lnTo>
                <a:lnTo>
                  <a:pt x="340" y="676"/>
                </a:lnTo>
                <a:lnTo>
                  <a:pt x="339" y="676"/>
                </a:lnTo>
                <a:lnTo>
                  <a:pt x="339" y="675"/>
                </a:lnTo>
                <a:lnTo>
                  <a:pt x="338" y="672"/>
                </a:lnTo>
                <a:lnTo>
                  <a:pt x="339" y="672"/>
                </a:lnTo>
                <a:lnTo>
                  <a:pt x="339" y="671"/>
                </a:lnTo>
                <a:lnTo>
                  <a:pt x="339" y="670"/>
                </a:lnTo>
                <a:lnTo>
                  <a:pt x="340" y="670"/>
                </a:lnTo>
                <a:lnTo>
                  <a:pt x="341" y="670"/>
                </a:lnTo>
                <a:lnTo>
                  <a:pt x="342" y="669"/>
                </a:lnTo>
                <a:lnTo>
                  <a:pt x="342" y="668"/>
                </a:lnTo>
                <a:lnTo>
                  <a:pt x="343" y="667"/>
                </a:lnTo>
                <a:lnTo>
                  <a:pt x="344" y="667"/>
                </a:lnTo>
                <a:lnTo>
                  <a:pt x="344" y="668"/>
                </a:lnTo>
                <a:lnTo>
                  <a:pt x="345" y="668"/>
                </a:lnTo>
                <a:lnTo>
                  <a:pt x="346" y="668"/>
                </a:lnTo>
                <a:lnTo>
                  <a:pt x="347" y="668"/>
                </a:lnTo>
                <a:lnTo>
                  <a:pt x="348" y="668"/>
                </a:lnTo>
                <a:lnTo>
                  <a:pt x="348" y="667"/>
                </a:lnTo>
                <a:lnTo>
                  <a:pt x="349" y="666"/>
                </a:lnTo>
                <a:lnTo>
                  <a:pt x="349" y="665"/>
                </a:lnTo>
                <a:lnTo>
                  <a:pt x="349" y="664"/>
                </a:lnTo>
                <a:lnTo>
                  <a:pt x="348" y="664"/>
                </a:lnTo>
                <a:lnTo>
                  <a:pt x="348" y="663"/>
                </a:lnTo>
                <a:lnTo>
                  <a:pt x="349" y="663"/>
                </a:lnTo>
                <a:lnTo>
                  <a:pt x="350" y="663"/>
                </a:lnTo>
                <a:lnTo>
                  <a:pt x="351" y="663"/>
                </a:lnTo>
                <a:lnTo>
                  <a:pt x="352" y="662"/>
                </a:lnTo>
                <a:lnTo>
                  <a:pt x="352" y="661"/>
                </a:lnTo>
                <a:lnTo>
                  <a:pt x="352" y="660"/>
                </a:lnTo>
                <a:lnTo>
                  <a:pt x="351" y="660"/>
                </a:lnTo>
                <a:lnTo>
                  <a:pt x="350" y="658"/>
                </a:lnTo>
                <a:lnTo>
                  <a:pt x="351" y="656"/>
                </a:lnTo>
                <a:lnTo>
                  <a:pt x="351" y="657"/>
                </a:lnTo>
                <a:lnTo>
                  <a:pt x="352" y="656"/>
                </a:lnTo>
                <a:lnTo>
                  <a:pt x="352" y="657"/>
                </a:lnTo>
                <a:lnTo>
                  <a:pt x="354" y="657"/>
                </a:lnTo>
                <a:lnTo>
                  <a:pt x="355" y="658"/>
                </a:lnTo>
                <a:lnTo>
                  <a:pt x="355" y="659"/>
                </a:lnTo>
                <a:lnTo>
                  <a:pt x="355" y="660"/>
                </a:lnTo>
                <a:lnTo>
                  <a:pt x="355" y="661"/>
                </a:lnTo>
                <a:lnTo>
                  <a:pt x="356" y="661"/>
                </a:lnTo>
                <a:lnTo>
                  <a:pt x="357" y="661"/>
                </a:lnTo>
                <a:lnTo>
                  <a:pt x="357" y="662"/>
                </a:lnTo>
                <a:lnTo>
                  <a:pt x="358" y="663"/>
                </a:lnTo>
                <a:lnTo>
                  <a:pt x="359" y="663"/>
                </a:lnTo>
                <a:lnTo>
                  <a:pt x="359" y="664"/>
                </a:lnTo>
                <a:lnTo>
                  <a:pt x="360" y="663"/>
                </a:lnTo>
                <a:lnTo>
                  <a:pt x="360" y="662"/>
                </a:lnTo>
                <a:lnTo>
                  <a:pt x="360" y="661"/>
                </a:lnTo>
                <a:lnTo>
                  <a:pt x="361" y="661"/>
                </a:lnTo>
                <a:lnTo>
                  <a:pt x="362" y="661"/>
                </a:lnTo>
                <a:lnTo>
                  <a:pt x="362" y="660"/>
                </a:lnTo>
                <a:lnTo>
                  <a:pt x="361" y="660"/>
                </a:lnTo>
                <a:lnTo>
                  <a:pt x="361" y="657"/>
                </a:lnTo>
                <a:lnTo>
                  <a:pt x="361" y="656"/>
                </a:lnTo>
                <a:lnTo>
                  <a:pt x="363" y="656"/>
                </a:lnTo>
                <a:lnTo>
                  <a:pt x="363" y="657"/>
                </a:lnTo>
                <a:lnTo>
                  <a:pt x="363" y="658"/>
                </a:lnTo>
                <a:lnTo>
                  <a:pt x="364" y="658"/>
                </a:lnTo>
                <a:lnTo>
                  <a:pt x="364" y="659"/>
                </a:lnTo>
                <a:lnTo>
                  <a:pt x="364" y="660"/>
                </a:lnTo>
                <a:lnTo>
                  <a:pt x="366" y="660"/>
                </a:lnTo>
                <a:lnTo>
                  <a:pt x="366" y="659"/>
                </a:lnTo>
                <a:lnTo>
                  <a:pt x="367" y="659"/>
                </a:lnTo>
                <a:lnTo>
                  <a:pt x="367" y="658"/>
                </a:lnTo>
                <a:lnTo>
                  <a:pt x="367" y="657"/>
                </a:lnTo>
                <a:lnTo>
                  <a:pt x="368" y="657"/>
                </a:lnTo>
                <a:lnTo>
                  <a:pt x="369" y="657"/>
                </a:lnTo>
                <a:lnTo>
                  <a:pt x="369" y="658"/>
                </a:lnTo>
                <a:lnTo>
                  <a:pt x="369" y="660"/>
                </a:lnTo>
                <a:lnTo>
                  <a:pt x="369" y="659"/>
                </a:lnTo>
                <a:lnTo>
                  <a:pt x="370" y="659"/>
                </a:lnTo>
                <a:lnTo>
                  <a:pt x="370" y="660"/>
                </a:lnTo>
                <a:lnTo>
                  <a:pt x="371" y="660"/>
                </a:lnTo>
                <a:lnTo>
                  <a:pt x="374" y="659"/>
                </a:lnTo>
                <a:lnTo>
                  <a:pt x="377" y="659"/>
                </a:lnTo>
                <a:lnTo>
                  <a:pt x="380" y="658"/>
                </a:lnTo>
                <a:lnTo>
                  <a:pt x="381" y="658"/>
                </a:lnTo>
                <a:lnTo>
                  <a:pt x="381" y="657"/>
                </a:lnTo>
                <a:lnTo>
                  <a:pt x="381" y="658"/>
                </a:lnTo>
                <a:lnTo>
                  <a:pt x="381" y="659"/>
                </a:lnTo>
                <a:lnTo>
                  <a:pt x="382" y="659"/>
                </a:lnTo>
                <a:lnTo>
                  <a:pt x="383" y="659"/>
                </a:lnTo>
                <a:lnTo>
                  <a:pt x="383" y="658"/>
                </a:lnTo>
                <a:lnTo>
                  <a:pt x="384" y="658"/>
                </a:lnTo>
                <a:lnTo>
                  <a:pt x="384" y="659"/>
                </a:lnTo>
                <a:lnTo>
                  <a:pt x="386" y="659"/>
                </a:lnTo>
                <a:lnTo>
                  <a:pt x="387" y="659"/>
                </a:lnTo>
                <a:lnTo>
                  <a:pt x="387" y="658"/>
                </a:lnTo>
                <a:lnTo>
                  <a:pt x="388" y="658"/>
                </a:lnTo>
                <a:lnTo>
                  <a:pt x="388" y="657"/>
                </a:lnTo>
                <a:lnTo>
                  <a:pt x="388" y="656"/>
                </a:lnTo>
                <a:lnTo>
                  <a:pt x="389" y="656"/>
                </a:lnTo>
                <a:lnTo>
                  <a:pt x="390" y="656"/>
                </a:lnTo>
                <a:lnTo>
                  <a:pt x="390" y="655"/>
                </a:lnTo>
                <a:lnTo>
                  <a:pt x="392" y="655"/>
                </a:lnTo>
                <a:lnTo>
                  <a:pt x="392" y="654"/>
                </a:lnTo>
                <a:lnTo>
                  <a:pt x="393" y="654"/>
                </a:lnTo>
                <a:lnTo>
                  <a:pt x="394" y="654"/>
                </a:lnTo>
                <a:lnTo>
                  <a:pt x="395" y="654"/>
                </a:lnTo>
                <a:lnTo>
                  <a:pt x="396" y="654"/>
                </a:lnTo>
                <a:lnTo>
                  <a:pt x="396" y="655"/>
                </a:lnTo>
                <a:lnTo>
                  <a:pt x="397" y="656"/>
                </a:lnTo>
                <a:lnTo>
                  <a:pt x="398" y="656"/>
                </a:lnTo>
                <a:lnTo>
                  <a:pt x="399" y="656"/>
                </a:lnTo>
                <a:lnTo>
                  <a:pt x="399" y="655"/>
                </a:lnTo>
                <a:lnTo>
                  <a:pt x="400" y="656"/>
                </a:lnTo>
                <a:lnTo>
                  <a:pt x="400" y="657"/>
                </a:lnTo>
                <a:lnTo>
                  <a:pt x="400" y="658"/>
                </a:lnTo>
                <a:lnTo>
                  <a:pt x="401" y="658"/>
                </a:lnTo>
                <a:lnTo>
                  <a:pt x="402" y="658"/>
                </a:lnTo>
                <a:lnTo>
                  <a:pt x="403" y="658"/>
                </a:lnTo>
                <a:lnTo>
                  <a:pt x="403" y="659"/>
                </a:lnTo>
                <a:lnTo>
                  <a:pt x="404" y="659"/>
                </a:lnTo>
                <a:lnTo>
                  <a:pt x="404" y="660"/>
                </a:lnTo>
                <a:lnTo>
                  <a:pt x="403" y="660"/>
                </a:lnTo>
                <a:lnTo>
                  <a:pt x="403" y="662"/>
                </a:lnTo>
                <a:lnTo>
                  <a:pt x="404" y="662"/>
                </a:lnTo>
                <a:lnTo>
                  <a:pt x="404" y="663"/>
                </a:lnTo>
                <a:lnTo>
                  <a:pt x="404" y="664"/>
                </a:lnTo>
                <a:lnTo>
                  <a:pt x="404" y="665"/>
                </a:lnTo>
                <a:lnTo>
                  <a:pt x="404" y="667"/>
                </a:lnTo>
                <a:lnTo>
                  <a:pt x="404" y="668"/>
                </a:lnTo>
                <a:lnTo>
                  <a:pt x="405" y="669"/>
                </a:lnTo>
                <a:lnTo>
                  <a:pt x="406" y="669"/>
                </a:lnTo>
                <a:lnTo>
                  <a:pt x="406" y="670"/>
                </a:lnTo>
                <a:lnTo>
                  <a:pt x="407" y="670"/>
                </a:lnTo>
                <a:lnTo>
                  <a:pt x="407" y="671"/>
                </a:lnTo>
                <a:lnTo>
                  <a:pt x="410" y="672"/>
                </a:lnTo>
                <a:lnTo>
                  <a:pt x="412" y="672"/>
                </a:lnTo>
                <a:lnTo>
                  <a:pt x="414" y="672"/>
                </a:lnTo>
                <a:lnTo>
                  <a:pt x="415" y="673"/>
                </a:lnTo>
                <a:lnTo>
                  <a:pt x="415" y="674"/>
                </a:lnTo>
                <a:lnTo>
                  <a:pt x="416" y="675"/>
                </a:lnTo>
                <a:lnTo>
                  <a:pt x="417" y="676"/>
                </a:lnTo>
                <a:lnTo>
                  <a:pt x="417" y="677"/>
                </a:lnTo>
                <a:lnTo>
                  <a:pt x="418" y="678"/>
                </a:lnTo>
                <a:lnTo>
                  <a:pt x="419" y="679"/>
                </a:lnTo>
                <a:lnTo>
                  <a:pt x="421" y="679"/>
                </a:lnTo>
                <a:lnTo>
                  <a:pt x="422" y="679"/>
                </a:lnTo>
                <a:lnTo>
                  <a:pt x="424" y="679"/>
                </a:lnTo>
                <a:lnTo>
                  <a:pt x="425" y="679"/>
                </a:lnTo>
                <a:lnTo>
                  <a:pt x="427" y="679"/>
                </a:lnTo>
                <a:lnTo>
                  <a:pt x="428" y="679"/>
                </a:lnTo>
                <a:lnTo>
                  <a:pt x="429" y="678"/>
                </a:lnTo>
                <a:lnTo>
                  <a:pt x="429" y="679"/>
                </a:lnTo>
                <a:lnTo>
                  <a:pt x="430" y="679"/>
                </a:lnTo>
                <a:lnTo>
                  <a:pt x="431" y="679"/>
                </a:lnTo>
                <a:lnTo>
                  <a:pt x="433" y="679"/>
                </a:lnTo>
                <a:lnTo>
                  <a:pt x="434" y="679"/>
                </a:lnTo>
                <a:lnTo>
                  <a:pt x="435" y="680"/>
                </a:lnTo>
                <a:lnTo>
                  <a:pt x="435" y="679"/>
                </a:lnTo>
                <a:lnTo>
                  <a:pt x="436" y="679"/>
                </a:lnTo>
                <a:lnTo>
                  <a:pt x="437" y="679"/>
                </a:lnTo>
                <a:lnTo>
                  <a:pt x="438" y="678"/>
                </a:lnTo>
                <a:lnTo>
                  <a:pt x="438" y="677"/>
                </a:lnTo>
                <a:lnTo>
                  <a:pt x="438" y="676"/>
                </a:lnTo>
                <a:lnTo>
                  <a:pt x="437" y="675"/>
                </a:lnTo>
                <a:lnTo>
                  <a:pt x="437" y="674"/>
                </a:lnTo>
                <a:lnTo>
                  <a:pt x="437" y="673"/>
                </a:lnTo>
                <a:lnTo>
                  <a:pt x="436" y="672"/>
                </a:lnTo>
                <a:lnTo>
                  <a:pt x="436" y="671"/>
                </a:lnTo>
                <a:lnTo>
                  <a:pt x="435" y="671"/>
                </a:lnTo>
                <a:lnTo>
                  <a:pt x="435" y="672"/>
                </a:lnTo>
                <a:lnTo>
                  <a:pt x="434" y="672"/>
                </a:lnTo>
                <a:lnTo>
                  <a:pt x="434" y="673"/>
                </a:lnTo>
                <a:lnTo>
                  <a:pt x="433" y="673"/>
                </a:lnTo>
                <a:lnTo>
                  <a:pt x="433" y="672"/>
                </a:lnTo>
                <a:lnTo>
                  <a:pt x="434" y="672"/>
                </a:lnTo>
                <a:lnTo>
                  <a:pt x="433" y="671"/>
                </a:lnTo>
                <a:lnTo>
                  <a:pt x="432" y="671"/>
                </a:lnTo>
                <a:lnTo>
                  <a:pt x="431" y="672"/>
                </a:lnTo>
                <a:lnTo>
                  <a:pt x="431" y="671"/>
                </a:lnTo>
                <a:lnTo>
                  <a:pt x="431" y="670"/>
                </a:lnTo>
                <a:lnTo>
                  <a:pt x="431" y="669"/>
                </a:lnTo>
                <a:lnTo>
                  <a:pt x="432" y="669"/>
                </a:lnTo>
                <a:lnTo>
                  <a:pt x="432" y="668"/>
                </a:lnTo>
                <a:lnTo>
                  <a:pt x="431" y="667"/>
                </a:lnTo>
                <a:lnTo>
                  <a:pt x="430" y="666"/>
                </a:lnTo>
                <a:lnTo>
                  <a:pt x="429" y="666"/>
                </a:lnTo>
                <a:lnTo>
                  <a:pt x="429" y="664"/>
                </a:lnTo>
                <a:lnTo>
                  <a:pt x="428" y="663"/>
                </a:lnTo>
                <a:lnTo>
                  <a:pt x="429" y="663"/>
                </a:lnTo>
                <a:lnTo>
                  <a:pt x="430" y="663"/>
                </a:lnTo>
                <a:lnTo>
                  <a:pt x="431" y="663"/>
                </a:lnTo>
                <a:lnTo>
                  <a:pt x="432" y="664"/>
                </a:lnTo>
                <a:lnTo>
                  <a:pt x="432" y="665"/>
                </a:lnTo>
                <a:lnTo>
                  <a:pt x="432" y="666"/>
                </a:lnTo>
                <a:lnTo>
                  <a:pt x="433" y="666"/>
                </a:lnTo>
                <a:lnTo>
                  <a:pt x="434" y="666"/>
                </a:lnTo>
                <a:lnTo>
                  <a:pt x="435" y="666"/>
                </a:lnTo>
                <a:lnTo>
                  <a:pt x="435" y="665"/>
                </a:lnTo>
                <a:lnTo>
                  <a:pt x="434" y="665"/>
                </a:lnTo>
                <a:lnTo>
                  <a:pt x="434" y="663"/>
                </a:lnTo>
                <a:lnTo>
                  <a:pt x="434" y="662"/>
                </a:lnTo>
                <a:lnTo>
                  <a:pt x="436" y="662"/>
                </a:lnTo>
                <a:lnTo>
                  <a:pt x="438" y="662"/>
                </a:lnTo>
                <a:lnTo>
                  <a:pt x="438" y="661"/>
                </a:lnTo>
                <a:lnTo>
                  <a:pt x="438" y="660"/>
                </a:lnTo>
                <a:lnTo>
                  <a:pt x="439" y="660"/>
                </a:lnTo>
                <a:lnTo>
                  <a:pt x="440" y="660"/>
                </a:lnTo>
                <a:lnTo>
                  <a:pt x="440" y="659"/>
                </a:lnTo>
                <a:lnTo>
                  <a:pt x="440" y="658"/>
                </a:lnTo>
                <a:lnTo>
                  <a:pt x="439" y="657"/>
                </a:lnTo>
                <a:lnTo>
                  <a:pt x="439" y="656"/>
                </a:lnTo>
                <a:lnTo>
                  <a:pt x="441" y="656"/>
                </a:lnTo>
                <a:lnTo>
                  <a:pt x="441" y="657"/>
                </a:lnTo>
                <a:lnTo>
                  <a:pt x="442" y="656"/>
                </a:lnTo>
                <a:lnTo>
                  <a:pt x="444" y="656"/>
                </a:lnTo>
                <a:lnTo>
                  <a:pt x="444" y="655"/>
                </a:lnTo>
                <a:lnTo>
                  <a:pt x="444" y="654"/>
                </a:lnTo>
                <a:lnTo>
                  <a:pt x="444" y="653"/>
                </a:lnTo>
                <a:lnTo>
                  <a:pt x="445" y="653"/>
                </a:lnTo>
                <a:lnTo>
                  <a:pt x="445" y="652"/>
                </a:lnTo>
                <a:lnTo>
                  <a:pt x="446" y="651"/>
                </a:lnTo>
                <a:lnTo>
                  <a:pt x="446" y="650"/>
                </a:lnTo>
                <a:lnTo>
                  <a:pt x="445" y="650"/>
                </a:lnTo>
                <a:lnTo>
                  <a:pt x="445" y="649"/>
                </a:lnTo>
                <a:lnTo>
                  <a:pt x="445" y="648"/>
                </a:lnTo>
                <a:lnTo>
                  <a:pt x="446" y="646"/>
                </a:lnTo>
                <a:lnTo>
                  <a:pt x="447" y="646"/>
                </a:lnTo>
                <a:lnTo>
                  <a:pt x="447" y="647"/>
                </a:lnTo>
                <a:lnTo>
                  <a:pt x="448" y="646"/>
                </a:lnTo>
                <a:lnTo>
                  <a:pt x="448" y="645"/>
                </a:lnTo>
                <a:lnTo>
                  <a:pt x="449" y="645"/>
                </a:lnTo>
                <a:lnTo>
                  <a:pt x="449" y="646"/>
                </a:lnTo>
                <a:lnTo>
                  <a:pt x="448" y="646"/>
                </a:lnTo>
                <a:lnTo>
                  <a:pt x="449" y="646"/>
                </a:lnTo>
                <a:lnTo>
                  <a:pt x="450" y="645"/>
                </a:lnTo>
                <a:lnTo>
                  <a:pt x="451" y="644"/>
                </a:lnTo>
                <a:lnTo>
                  <a:pt x="452" y="643"/>
                </a:lnTo>
                <a:lnTo>
                  <a:pt x="452" y="642"/>
                </a:lnTo>
                <a:lnTo>
                  <a:pt x="451" y="642"/>
                </a:lnTo>
                <a:lnTo>
                  <a:pt x="451" y="641"/>
                </a:lnTo>
                <a:lnTo>
                  <a:pt x="452" y="641"/>
                </a:lnTo>
                <a:lnTo>
                  <a:pt x="453" y="641"/>
                </a:lnTo>
                <a:lnTo>
                  <a:pt x="453" y="640"/>
                </a:lnTo>
                <a:lnTo>
                  <a:pt x="454" y="640"/>
                </a:lnTo>
                <a:lnTo>
                  <a:pt x="455" y="640"/>
                </a:lnTo>
                <a:lnTo>
                  <a:pt x="456" y="641"/>
                </a:lnTo>
                <a:lnTo>
                  <a:pt x="457" y="640"/>
                </a:lnTo>
                <a:lnTo>
                  <a:pt x="456" y="640"/>
                </a:lnTo>
                <a:lnTo>
                  <a:pt x="457" y="639"/>
                </a:lnTo>
                <a:lnTo>
                  <a:pt x="458" y="639"/>
                </a:lnTo>
                <a:lnTo>
                  <a:pt x="458" y="640"/>
                </a:lnTo>
                <a:lnTo>
                  <a:pt x="459" y="641"/>
                </a:lnTo>
                <a:lnTo>
                  <a:pt x="459" y="642"/>
                </a:lnTo>
                <a:lnTo>
                  <a:pt x="459" y="643"/>
                </a:lnTo>
                <a:lnTo>
                  <a:pt x="460" y="644"/>
                </a:lnTo>
                <a:lnTo>
                  <a:pt x="461" y="644"/>
                </a:lnTo>
                <a:lnTo>
                  <a:pt x="462" y="644"/>
                </a:lnTo>
                <a:lnTo>
                  <a:pt x="463" y="644"/>
                </a:lnTo>
                <a:lnTo>
                  <a:pt x="463" y="643"/>
                </a:lnTo>
                <a:lnTo>
                  <a:pt x="464" y="643"/>
                </a:lnTo>
                <a:lnTo>
                  <a:pt x="464" y="644"/>
                </a:lnTo>
                <a:lnTo>
                  <a:pt x="466" y="643"/>
                </a:lnTo>
                <a:lnTo>
                  <a:pt x="466" y="642"/>
                </a:lnTo>
                <a:lnTo>
                  <a:pt x="467" y="642"/>
                </a:lnTo>
                <a:lnTo>
                  <a:pt x="468" y="642"/>
                </a:lnTo>
                <a:lnTo>
                  <a:pt x="469" y="643"/>
                </a:lnTo>
                <a:lnTo>
                  <a:pt x="471" y="643"/>
                </a:lnTo>
                <a:lnTo>
                  <a:pt x="472" y="643"/>
                </a:lnTo>
                <a:lnTo>
                  <a:pt x="472" y="644"/>
                </a:lnTo>
                <a:lnTo>
                  <a:pt x="473" y="644"/>
                </a:lnTo>
                <a:lnTo>
                  <a:pt x="473" y="645"/>
                </a:lnTo>
                <a:lnTo>
                  <a:pt x="474" y="645"/>
                </a:lnTo>
                <a:lnTo>
                  <a:pt x="475" y="644"/>
                </a:lnTo>
                <a:lnTo>
                  <a:pt x="476" y="644"/>
                </a:lnTo>
                <a:lnTo>
                  <a:pt x="477" y="644"/>
                </a:lnTo>
                <a:lnTo>
                  <a:pt x="477" y="643"/>
                </a:lnTo>
                <a:lnTo>
                  <a:pt x="475" y="642"/>
                </a:lnTo>
                <a:lnTo>
                  <a:pt x="474" y="641"/>
                </a:lnTo>
                <a:lnTo>
                  <a:pt x="473" y="641"/>
                </a:lnTo>
                <a:lnTo>
                  <a:pt x="473" y="640"/>
                </a:lnTo>
                <a:lnTo>
                  <a:pt x="472" y="639"/>
                </a:lnTo>
                <a:lnTo>
                  <a:pt x="472" y="638"/>
                </a:lnTo>
                <a:lnTo>
                  <a:pt x="473" y="638"/>
                </a:lnTo>
                <a:lnTo>
                  <a:pt x="474" y="639"/>
                </a:lnTo>
                <a:lnTo>
                  <a:pt x="474" y="638"/>
                </a:lnTo>
                <a:lnTo>
                  <a:pt x="475" y="638"/>
                </a:lnTo>
                <a:lnTo>
                  <a:pt x="475" y="637"/>
                </a:lnTo>
                <a:lnTo>
                  <a:pt x="476" y="637"/>
                </a:lnTo>
                <a:lnTo>
                  <a:pt x="477" y="638"/>
                </a:lnTo>
                <a:lnTo>
                  <a:pt x="478" y="639"/>
                </a:lnTo>
                <a:lnTo>
                  <a:pt x="478" y="638"/>
                </a:lnTo>
                <a:lnTo>
                  <a:pt x="479" y="638"/>
                </a:lnTo>
                <a:lnTo>
                  <a:pt x="480" y="638"/>
                </a:lnTo>
                <a:lnTo>
                  <a:pt x="482" y="638"/>
                </a:lnTo>
                <a:lnTo>
                  <a:pt x="482" y="639"/>
                </a:lnTo>
                <a:lnTo>
                  <a:pt x="483" y="640"/>
                </a:lnTo>
                <a:lnTo>
                  <a:pt x="484" y="640"/>
                </a:lnTo>
                <a:lnTo>
                  <a:pt x="484" y="641"/>
                </a:lnTo>
                <a:lnTo>
                  <a:pt x="485" y="642"/>
                </a:lnTo>
                <a:lnTo>
                  <a:pt x="485" y="643"/>
                </a:lnTo>
                <a:lnTo>
                  <a:pt x="486" y="642"/>
                </a:lnTo>
                <a:lnTo>
                  <a:pt x="486" y="640"/>
                </a:lnTo>
                <a:lnTo>
                  <a:pt x="486" y="639"/>
                </a:lnTo>
                <a:lnTo>
                  <a:pt x="488" y="638"/>
                </a:lnTo>
                <a:lnTo>
                  <a:pt x="489" y="638"/>
                </a:lnTo>
                <a:lnTo>
                  <a:pt x="489" y="637"/>
                </a:lnTo>
                <a:lnTo>
                  <a:pt x="490" y="637"/>
                </a:lnTo>
                <a:lnTo>
                  <a:pt x="490" y="638"/>
                </a:lnTo>
                <a:lnTo>
                  <a:pt x="490" y="639"/>
                </a:lnTo>
                <a:lnTo>
                  <a:pt x="490" y="640"/>
                </a:lnTo>
                <a:lnTo>
                  <a:pt x="489" y="640"/>
                </a:lnTo>
                <a:lnTo>
                  <a:pt x="489" y="639"/>
                </a:lnTo>
                <a:lnTo>
                  <a:pt x="488" y="640"/>
                </a:lnTo>
                <a:lnTo>
                  <a:pt x="489" y="640"/>
                </a:lnTo>
                <a:lnTo>
                  <a:pt x="489" y="641"/>
                </a:lnTo>
                <a:lnTo>
                  <a:pt x="488" y="641"/>
                </a:lnTo>
                <a:lnTo>
                  <a:pt x="488" y="642"/>
                </a:lnTo>
                <a:lnTo>
                  <a:pt x="488" y="643"/>
                </a:lnTo>
                <a:lnTo>
                  <a:pt x="489" y="644"/>
                </a:lnTo>
                <a:lnTo>
                  <a:pt x="490" y="645"/>
                </a:lnTo>
                <a:lnTo>
                  <a:pt x="490" y="646"/>
                </a:lnTo>
                <a:lnTo>
                  <a:pt x="489" y="647"/>
                </a:lnTo>
                <a:lnTo>
                  <a:pt x="488" y="649"/>
                </a:lnTo>
                <a:lnTo>
                  <a:pt x="487" y="650"/>
                </a:lnTo>
                <a:lnTo>
                  <a:pt x="487" y="651"/>
                </a:lnTo>
                <a:lnTo>
                  <a:pt x="488" y="652"/>
                </a:lnTo>
                <a:lnTo>
                  <a:pt x="489" y="652"/>
                </a:lnTo>
                <a:lnTo>
                  <a:pt x="490" y="654"/>
                </a:lnTo>
                <a:lnTo>
                  <a:pt x="490" y="655"/>
                </a:lnTo>
                <a:lnTo>
                  <a:pt x="492" y="655"/>
                </a:lnTo>
                <a:lnTo>
                  <a:pt x="492" y="654"/>
                </a:lnTo>
                <a:lnTo>
                  <a:pt x="493" y="654"/>
                </a:lnTo>
                <a:lnTo>
                  <a:pt x="493" y="655"/>
                </a:lnTo>
                <a:lnTo>
                  <a:pt x="494" y="655"/>
                </a:lnTo>
                <a:lnTo>
                  <a:pt x="493" y="656"/>
                </a:lnTo>
                <a:lnTo>
                  <a:pt x="494" y="656"/>
                </a:lnTo>
                <a:lnTo>
                  <a:pt x="494" y="657"/>
                </a:lnTo>
                <a:lnTo>
                  <a:pt x="494" y="658"/>
                </a:lnTo>
                <a:lnTo>
                  <a:pt x="493" y="658"/>
                </a:lnTo>
                <a:lnTo>
                  <a:pt x="493" y="659"/>
                </a:lnTo>
                <a:lnTo>
                  <a:pt x="492" y="659"/>
                </a:lnTo>
                <a:lnTo>
                  <a:pt x="493" y="661"/>
                </a:lnTo>
                <a:lnTo>
                  <a:pt x="494" y="664"/>
                </a:lnTo>
                <a:lnTo>
                  <a:pt x="494" y="665"/>
                </a:lnTo>
                <a:lnTo>
                  <a:pt x="493" y="666"/>
                </a:lnTo>
                <a:lnTo>
                  <a:pt x="492" y="666"/>
                </a:lnTo>
                <a:lnTo>
                  <a:pt x="491" y="666"/>
                </a:lnTo>
                <a:lnTo>
                  <a:pt x="490" y="667"/>
                </a:lnTo>
                <a:lnTo>
                  <a:pt x="489" y="667"/>
                </a:lnTo>
                <a:lnTo>
                  <a:pt x="489" y="668"/>
                </a:lnTo>
                <a:lnTo>
                  <a:pt x="489" y="669"/>
                </a:lnTo>
                <a:lnTo>
                  <a:pt x="490" y="669"/>
                </a:lnTo>
                <a:lnTo>
                  <a:pt x="491" y="670"/>
                </a:lnTo>
                <a:lnTo>
                  <a:pt x="491" y="671"/>
                </a:lnTo>
                <a:lnTo>
                  <a:pt x="490" y="671"/>
                </a:lnTo>
                <a:lnTo>
                  <a:pt x="491" y="672"/>
                </a:lnTo>
                <a:lnTo>
                  <a:pt x="492" y="672"/>
                </a:lnTo>
                <a:lnTo>
                  <a:pt x="493" y="672"/>
                </a:lnTo>
                <a:lnTo>
                  <a:pt x="493" y="671"/>
                </a:lnTo>
                <a:lnTo>
                  <a:pt x="494" y="671"/>
                </a:lnTo>
                <a:lnTo>
                  <a:pt x="495" y="672"/>
                </a:lnTo>
                <a:lnTo>
                  <a:pt x="496" y="672"/>
                </a:lnTo>
                <a:lnTo>
                  <a:pt x="496" y="673"/>
                </a:lnTo>
                <a:lnTo>
                  <a:pt x="496" y="674"/>
                </a:lnTo>
                <a:lnTo>
                  <a:pt x="497" y="674"/>
                </a:lnTo>
                <a:lnTo>
                  <a:pt x="498" y="673"/>
                </a:lnTo>
                <a:lnTo>
                  <a:pt x="499" y="673"/>
                </a:lnTo>
                <a:lnTo>
                  <a:pt x="500" y="672"/>
                </a:lnTo>
                <a:lnTo>
                  <a:pt x="501" y="673"/>
                </a:lnTo>
                <a:lnTo>
                  <a:pt x="502" y="673"/>
                </a:lnTo>
                <a:lnTo>
                  <a:pt x="504" y="673"/>
                </a:lnTo>
                <a:lnTo>
                  <a:pt x="503" y="675"/>
                </a:lnTo>
                <a:lnTo>
                  <a:pt x="502" y="675"/>
                </a:lnTo>
                <a:lnTo>
                  <a:pt x="501" y="676"/>
                </a:lnTo>
                <a:lnTo>
                  <a:pt x="501" y="677"/>
                </a:lnTo>
                <a:lnTo>
                  <a:pt x="501" y="678"/>
                </a:lnTo>
                <a:lnTo>
                  <a:pt x="499" y="678"/>
                </a:lnTo>
                <a:lnTo>
                  <a:pt x="498" y="679"/>
                </a:lnTo>
                <a:lnTo>
                  <a:pt x="499" y="680"/>
                </a:lnTo>
                <a:lnTo>
                  <a:pt x="499" y="681"/>
                </a:lnTo>
                <a:lnTo>
                  <a:pt x="498" y="681"/>
                </a:lnTo>
                <a:lnTo>
                  <a:pt x="498" y="682"/>
                </a:lnTo>
                <a:lnTo>
                  <a:pt x="499" y="683"/>
                </a:lnTo>
                <a:lnTo>
                  <a:pt x="500" y="685"/>
                </a:lnTo>
                <a:lnTo>
                  <a:pt x="499" y="687"/>
                </a:lnTo>
                <a:lnTo>
                  <a:pt x="497" y="687"/>
                </a:lnTo>
                <a:lnTo>
                  <a:pt x="496" y="687"/>
                </a:lnTo>
                <a:lnTo>
                  <a:pt x="496" y="688"/>
                </a:lnTo>
                <a:lnTo>
                  <a:pt x="497" y="688"/>
                </a:lnTo>
                <a:lnTo>
                  <a:pt x="498" y="689"/>
                </a:lnTo>
                <a:lnTo>
                  <a:pt x="499" y="688"/>
                </a:lnTo>
                <a:lnTo>
                  <a:pt x="499" y="689"/>
                </a:lnTo>
                <a:lnTo>
                  <a:pt x="497" y="690"/>
                </a:lnTo>
                <a:lnTo>
                  <a:pt x="497" y="691"/>
                </a:lnTo>
                <a:lnTo>
                  <a:pt x="498" y="691"/>
                </a:lnTo>
                <a:lnTo>
                  <a:pt x="498" y="692"/>
                </a:lnTo>
                <a:lnTo>
                  <a:pt x="499" y="693"/>
                </a:lnTo>
                <a:lnTo>
                  <a:pt x="499" y="694"/>
                </a:lnTo>
                <a:lnTo>
                  <a:pt x="500" y="694"/>
                </a:lnTo>
                <a:lnTo>
                  <a:pt x="501" y="693"/>
                </a:lnTo>
                <a:lnTo>
                  <a:pt x="502" y="693"/>
                </a:lnTo>
                <a:lnTo>
                  <a:pt x="503" y="691"/>
                </a:lnTo>
                <a:lnTo>
                  <a:pt x="503" y="690"/>
                </a:lnTo>
                <a:lnTo>
                  <a:pt x="505" y="689"/>
                </a:lnTo>
                <a:lnTo>
                  <a:pt x="506" y="690"/>
                </a:lnTo>
                <a:lnTo>
                  <a:pt x="505" y="690"/>
                </a:lnTo>
                <a:lnTo>
                  <a:pt x="505" y="691"/>
                </a:lnTo>
                <a:lnTo>
                  <a:pt x="505" y="692"/>
                </a:lnTo>
                <a:lnTo>
                  <a:pt x="505" y="693"/>
                </a:lnTo>
                <a:lnTo>
                  <a:pt x="506" y="693"/>
                </a:lnTo>
                <a:lnTo>
                  <a:pt x="508" y="693"/>
                </a:lnTo>
                <a:lnTo>
                  <a:pt x="508" y="694"/>
                </a:lnTo>
                <a:lnTo>
                  <a:pt x="508" y="695"/>
                </a:lnTo>
                <a:lnTo>
                  <a:pt x="509" y="696"/>
                </a:lnTo>
                <a:lnTo>
                  <a:pt x="509" y="698"/>
                </a:lnTo>
                <a:lnTo>
                  <a:pt x="508" y="699"/>
                </a:lnTo>
                <a:lnTo>
                  <a:pt x="509" y="700"/>
                </a:lnTo>
                <a:lnTo>
                  <a:pt x="508" y="700"/>
                </a:lnTo>
                <a:lnTo>
                  <a:pt x="507" y="700"/>
                </a:lnTo>
                <a:lnTo>
                  <a:pt x="507" y="701"/>
                </a:lnTo>
                <a:lnTo>
                  <a:pt x="506" y="701"/>
                </a:lnTo>
                <a:lnTo>
                  <a:pt x="506" y="702"/>
                </a:lnTo>
                <a:lnTo>
                  <a:pt x="507" y="703"/>
                </a:lnTo>
                <a:lnTo>
                  <a:pt x="507" y="704"/>
                </a:lnTo>
                <a:lnTo>
                  <a:pt x="507" y="705"/>
                </a:lnTo>
                <a:lnTo>
                  <a:pt x="507" y="706"/>
                </a:lnTo>
                <a:lnTo>
                  <a:pt x="508" y="706"/>
                </a:lnTo>
                <a:lnTo>
                  <a:pt x="508" y="707"/>
                </a:lnTo>
                <a:lnTo>
                  <a:pt x="507" y="708"/>
                </a:lnTo>
                <a:lnTo>
                  <a:pt x="508" y="709"/>
                </a:lnTo>
                <a:lnTo>
                  <a:pt x="508" y="710"/>
                </a:lnTo>
                <a:lnTo>
                  <a:pt x="509" y="710"/>
                </a:lnTo>
                <a:lnTo>
                  <a:pt x="508" y="711"/>
                </a:lnTo>
                <a:lnTo>
                  <a:pt x="508" y="713"/>
                </a:lnTo>
                <a:lnTo>
                  <a:pt x="509" y="713"/>
                </a:lnTo>
                <a:lnTo>
                  <a:pt x="510" y="713"/>
                </a:lnTo>
                <a:lnTo>
                  <a:pt x="510" y="714"/>
                </a:lnTo>
                <a:lnTo>
                  <a:pt x="510" y="715"/>
                </a:lnTo>
                <a:lnTo>
                  <a:pt x="511" y="715"/>
                </a:lnTo>
                <a:lnTo>
                  <a:pt x="511" y="716"/>
                </a:lnTo>
                <a:lnTo>
                  <a:pt x="512" y="716"/>
                </a:lnTo>
                <a:lnTo>
                  <a:pt x="511" y="716"/>
                </a:lnTo>
                <a:lnTo>
                  <a:pt x="510" y="716"/>
                </a:lnTo>
                <a:lnTo>
                  <a:pt x="509" y="715"/>
                </a:lnTo>
                <a:lnTo>
                  <a:pt x="509" y="716"/>
                </a:lnTo>
                <a:lnTo>
                  <a:pt x="509" y="717"/>
                </a:lnTo>
                <a:lnTo>
                  <a:pt x="509" y="718"/>
                </a:lnTo>
                <a:lnTo>
                  <a:pt x="508" y="718"/>
                </a:lnTo>
                <a:lnTo>
                  <a:pt x="507" y="719"/>
                </a:lnTo>
                <a:lnTo>
                  <a:pt x="506" y="719"/>
                </a:lnTo>
                <a:lnTo>
                  <a:pt x="506" y="721"/>
                </a:lnTo>
                <a:lnTo>
                  <a:pt x="507" y="721"/>
                </a:lnTo>
                <a:lnTo>
                  <a:pt x="507" y="722"/>
                </a:lnTo>
                <a:lnTo>
                  <a:pt x="508" y="724"/>
                </a:lnTo>
                <a:lnTo>
                  <a:pt x="508" y="725"/>
                </a:lnTo>
                <a:lnTo>
                  <a:pt x="508" y="726"/>
                </a:lnTo>
                <a:lnTo>
                  <a:pt x="508" y="727"/>
                </a:lnTo>
                <a:lnTo>
                  <a:pt x="509" y="728"/>
                </a:lnTo>
                <a:lnTo>
                  <a:pt x="509" y="729"/>
                </a:lnTo>
                <a:lnTo>
                  <a:pt x="509" y="731"/>
                </a:lnTo>
                <a:lnTo>
                  <a:pt x="510" y="731"/>
                </a:lnTo>
                <a:lnTo>
                  <a:pt x="513" y="731"/>
                </a:lnTo>
                <a:lnTo>
                  <a:pt x="515" y="731"/>
                </a:lnTo>
                <a:lnTo>
                  <a:pt x="516" y="731"/>
                </a:lnTo>
                <a:lnTo>
                  <a:pt x="517" y="732"/>
                </a:lnTo>
                <a:lnTo>
                  <a:pt x="517" y="733"/>
                </a:lnTo>
                <a:lnTo>
                  <a:pt x="517" y="734"/>
                </a:lnTo>
                <a:lnTo>
                  <a:pt x="518" y="734"/>
                </a:lnTo>
                <a:lnTo>
                  <a:pt x="518" y="735"/>
                </a:lnTo>
                <a:lnTo>
                  <a:pt x="518" y="736"/>
                </a:lnTo>
                <a:lnTo>
                  <a:pt x="519" y="736"/>
                </a:lnTo>
                <a:lnTo>
                  <a:pt x="518" y="737"/>
                </a:lnTo>
                <a:lnTo>
                  <a:pt x="519" y="737"/>
                </a:lnTo>
                <a:lnTo>
                  <a:pt x="519" y="738"/>
                </a:lnTo>
                <a:lnTo>
                  <a:pt x="518" y="740"/>
                </a:lnTo>
                <a:lnTo>
                  <a:pt x="517" y="739"/>
                </a:lnTo>
                <a:lnTo>
                  <a:pt x="517" y="740"/>
                </a:lnTo>
                <a:lnTo>
                  <a:pt x="517" y="741"/>
                </a:lnTo>
                <a:lnTo>
                  <a:pt x="516" y="744"/>
                </a:lnTo>
                <a:lnTo>
                  <a:pt x="515" y="744"/>
                </a:lnTo>
                <a:lnTo>
                  <a:pt x="515" y="745"/>
                </a:lnTo>
                <a:lnTo>
                  <a:pt x="514" y="746"/>
                </a:lnTo>
                <a:lnTo>
                  <a:pt x="514" y="747"/>
                </a:lnTo>
                <a:lnTo>
                  <a:pt x="514" y="748"/>
                </a:lnTo>
                <a:lnTo>
                  <a:pt x="513" y="748"/>
                </a:lnTo>
                <a:lnTo>
                  <a:pt x="512" y="748"/>
                </a:lnTo>
                <a:lnTo>
                  <a:pt x="512" y="749"/>
                </a:lnTo>
                <a:lnTo>
                  <a:pt x="512" y="751"/>
                </a:lnTo>
                <a:lnTo>
                  <a:pt x="512" y="752"/>
                </a:lnTo>
                <a:lnTo>
                  <a:pt x="511" y="752"/>
                </a:lnTo>
                <a:lnTo>
                  <a:pt x="511" y="753"/>
                </a:lnTo>
                <a:lnTo>
                  <a:pt x="508" y="753"/>
                </a:lnTo>
                <a:lnTo>
                  <a:pt x="506" y="753"/>
                </a:lnTo>
                <a:lnTo>
                  <a:pt x="506" y="754"/>
                </a:lnTo>
                <a:lnTo>
                  <a:pt x="504" y="754"/>
                </a:lnTo>
                <a:lnTo>
                  <a:pt x="504" y="753"/>
                </a:lnTo>
                <a:lnTo>
                  <a:pt x="503" y="753"/>
                </a:lnTo>
                <a:lnTo>
                  <a:pt x="503" y="754"/>
                </a:lnTo>
                <a:lnTo>
                  <a:pt x="502" y="754"/>
                </a:lnTo>
                <a:lnTo>
                  <a:pt x="501" y="753"/>
                </a:lnTo>
                <a:lnTo>
                  <a:pt x="500" y="754"/>
                </a:lnTo>
                <a:lnTo>
                  <a:pt x="499" y="754"/>
                </a:lnTo>
                <a:lnTo>
                  <a:pt x="499" y="755"/>
                </a:lnTo>
                <a:lnTo>
                  <a:pt x="499" y="754"/>
                </a:lnTo>
                <a:lnTo>
                  <a:pt x="499" y="753"/>
                </a:lnTo>
                <a:lnTo>
                  <a:pt x="500" y="753"/>
                </a:lnTo>
                <a:lnTo>
                  <a:pt x="501" y="753"/>
                </a:lnTo>
                <a:lnTo>
                  <a:pt x="501" y="752"/>
                </a:lnTo>
                <a:lnTo>
                  <a:pt x="500" y="752"/>
                </a:lnTo>
                <a:lnTo>
                  <a:pt x="499" y="752"/>
                </a:lnTo>
                <a:lnTo>
                  <a:pt x="498" y="753"/>
                </a:lnTo>
                <a:lnTo>
                  <a:pt x="498" y="754"/>
                </a:lnTo>
                <a:lnTo>
                  <a:pt x="498" y="755"/>
                </a:lnTo>
                <a:lnTo>
                  <a:pt x="497" y="755"/>
                </a:lnTo>
                <a:lnTo>
                  <a:pt x="496" y="755"/>
                </a:lnTo>
                <a:lnTo>
                  <a:pt x="495" y="755"/>
                </a:lnTo>
                <a:lnTo>
                  <a:pt x="494" y="757"/>
                </a:lnTo>
                <a:lnTo>
                  <a:pt x="494" y="758"/>
                </a:lnTo>
                <a:lnTo>
                  <a:pt x="495" y="758"/>
                </a:lnTo>
                <a:lnTo>
                  <a:pt x="496" y="759"/>
                </a:lnTo>
                <a:lnTo>
                  <a:pt x="496" y="761"/>
                </a:lnTo>
                <a:lnTo>
                  <a:pt x="495" y="761"/>
                </a:lnTo>
                <a:lnTo>
                  <a:pt x="495" y="762"/>
                </a:lnTo>
                <a:lnTo>
                  <a:pt x="495" y="763"/>
                </a:lnTo>
                <a:lnTo>
                  <a:pt x="496" y="763"/>
                </a:lnTo>
                <a:lnTo>
                  <a:pt x="495" y="764"/>
                </a:lnTo>
                <a:lnTo>
                  <a:pt x="495" y="765"/>
                </a:lnTo>
                <a:lnTo>
                  <a:pt x="495" y="767"/>
                </a:lnTo>
                <a:lnTo>
                  <a:pt x="494" y="768"/>
                </a:lnTo>
                <a:lnTo>
                  <a:pt x="494" y="769"/>
                </a:lnTo>
                <a:lnTo>
                  <a:pt x="493" y="770"/>
                </a:lnTo>
                <a:lnTo>
                  <a:pt x="492" y="771"/>
                </a:lnTo>
                <a:lnTo>
                  <a:pt x="492" y="773"/>
                </a:lnTo>
                <a:lnTo>
                  <a:pt x="492" y="774"/>
                </a:lnTo>
                <a:lnTo>
                  <a:pt x="492" y="775"/>
                </a:lnTo>
                <a:lnTo>
                  <a:pt x="491" y="779"/>
                </a:lnTo>
                <a:lnTo>
                  <a:pt x="490" y="779"/>
                </a:lnTo>
                <a:lnTo>
                  <a:pt x="490" y="780"/>
                </a:lnTo>
                <a:lnTo>
                  <a:pt x="491" y="786"/>
                </a:lnTo>
                <a:lnTo>
                  <a:pt x="491" y="787"/>
                </a:lnTo>
                <a:lnTo>
                  <a:pt x="492" y="787"/>
                </a:lnTo>
                <a:lnTo>
                  <a:pt x="493" y="787"/>
                </a:lnTo>
                <a:lnTo>
                  <a:pt x="493" y="788"/>
                </a:lnTo>
                <a:lnTo>
                  <a:pt x="493" y="789"/>
                </a:lnTo>
                <a:lnTo>
                  <a:pt x="494" y="790"/>
                </a:lnTo>
                <a:lnTo>
                  <a:pt x="494" y="792"/>
                </a:lnTo>
                <a:lnTo>
                  <a:pt x="494" y="795"/>
                </a:lnTo>
                <a:lnTo>
                  <a:pt x="494" y="796"/>
                </a:lnTo>
                <a:lnTo>
                  <a:pt x="495" y="796"/>
                </a:lnTo>
                <a:lnTo>
                  <a:pt x="498" y="796"/>
                </a:lnTo>
                <a:lnTo>
                  <a:pt x="498" y="799"/>
                </a:lnTo>
                <a:lnTo>
                  <a:pt x="498" y="800"/>
                </a:lnTo>
                <a:lnTo>
                  <a:pt x="499" y="800"/>
                </a:lnTo>
                <a:lnTo>
                  <a:pt x="499" y="801"/>
                </a:lnTo>
                <a:lnTo>
                  <a:pt x="499" y="802"/>
                </a:lnTo>
                <a:lnTo>
                  <a:pt x="499" y="804"/>
                </a:lnTo>
                <a:lnTo>
                  <a:pt x="498" y="804"/>
                </a:lnTo>
                <a:lnTo>
                  <a:pt x="498" y="805"/>
                </a:lnTo>
                <a:lnTo>
                  <a:pt x="498" y="806"/>
                </a:lnTo>
                <a:lnTo>
                  <a:pt x="499" y="806"/>
                </a:lnTo>
                <a:lnTo>
                  <a:pt x="498" y="807"/>
                </a:lnTo>
                <a:lnTo>
                  <a:pt x="499" y="807"/>
                </a:lnTo>
                <a:lnTo>
                  <a:pt x="498" y="810"/>
                </a:lnTo>
                <a:lnTo>
                  <a:pt x="499" y="810"/>
                </a:lnTo>
                <a:lnTo>
                  <a:pt x="501" y="811"/>
                </a:lnTo>
                <a:lnTo>
                  <a:pt x="500" y="813"/>
                </a:lnTo>
                <a:lnTo>
                  <a:pt x="500" y="814"/>
                </a:lnTo>
                <a:lnTo>
                  <a:pt x="500" y="816"/>
                </a:lnTo>
                <a:lnTo>
                  <a:pt x="501" y="816"/>
                </a:lnTo>
                <a:lnTo>
                  <a:pt x="502" y="816"/>
                </a:lnTo>
                <a:lnTo>
                  <a:pt x="504" y="817"/>
                </a:lnTo>
                <a:lnTo>
                  <a:pt x="504" y="818"/>
                </a:lnTo>
                <a:lnTo>
                  <a:pt x="505" y="818"/>
                </a:lnTo>
                <a:lnTo>
                  <a:pt x="507" y="818"/>
                </a:lnTo>
                <a:lnTo>
                  <a:pt x="507" y="819"/>
                </a:lnTo>
                <a:lnTo>
                  <a:pt x="508" y="818"/>
                </a:lnTo>
                <a:lnTo>
                  <a:pt x="508" y="817"/>
                </a:lnTo>
                <a:lnTo>
                  <a:pt x="510" y="817"/>
                </a:lnTo>
                <a:lnTo>
                  <a:pt x="514" y="817"/>
                </a:lnTo>
                <a:lnTo>
                  <a:pt x="515" y="817"/>
                </a:lnTo>
                <a:lnTo>
                  <a:pt x="516" y="817"/>
                </a:lnTo>
                <a:lnTo>
                  <a:pt x="517" y="817"/>
                </a:lnTo>
                <a:lnTo>
                  <a:pt x="518" y="817"/>
                </a:lnTo>
                <a:lnTo>
                  <a:pt x="518" y="816"/>
                </a:lnTo>
                <a:lnTo>
                  <a:pt x="519" y="816"/>
                </a:lnTo>
                <a:lnTo>
                  <a:pt x="519" y="815"/>
                </a:lnTo>
                <a:lnTo>
                  <a:pt x="520" y="815"/>
                </a:lnTo>
                <a:lnTo>
                  <a:pt x="520" y="816"/>
                </a:lnTo>
                <a:lnTo>
                  <a:pt x="520" y="817"/>
                </a:lnTo>
                <a:lnTo>
                  <a:pt x="520" y="819"/>
                </a:lnTo>
                <a:lnTo>
                  <a:pt x="520" y="820"/>
                </a:lnTo>
                <a:lnTo>
                  <a:pt x="520" y="821"/>
                </a:lnTo>
                <a:lnTo>
                  <a:pt x="520" y="822"/>
                </a:lnTo>
                <a:lnTo>
                  <a:pt x="521" y="822"/>
                </a:lnTo>
                <a:lnTo>
                  <a:pt x="521" y="823"/>
                </a:lnTo>
                <a:lnTo>
                  <a:pt x="521" y="824"/>
                </a:lnTo>
                <a:lnTo>
                  <a:pt x="521" y="825"/>
                </a:lnTo>
                <a:lnTo>
                  <a:pt x="522" y="825"/>
                </a:lnTo>
                <a:lnTo>
                  <a:pt x="522" y="826"/>
                </a:lnTo>
                <a:lnTo>
                  <a:pt x="521" y="826"/>
                </a:lnTo>
                <a:lnTo>
                  <a:pt x="522" y="826"/>
                </a:lnTo>
                <a:lnTo>
                  <a:pt x="522" y="827"/>
                </a:lnTo>
                <a:lnTo>
                  <a:pt x="522" y="828"/>
                </a:lnTo>
                <a:lnTo>
                  <a:pt x="523" y="829"/>
                </a:lnTo>
                <a:lnTo>
                  <a:pt x="524" y="829"/>
                </a:lnTo>
                <a:lnTo>
                  <a:pt x="525" y="828"/>
                </a:lnTo>
                <a:lnTo>
                  <a:pt x="526" y="828"/>
                </a:lnTo>
                <a:lnTo>
                  <a:pt x="527" y="827"/>
                </a:lnTo>
                <a:lnTo>
                  <a:pt x="528" y="827"/>
                </a:lnTo>
                <a:lnTo>
                  <a:pt x="529" y="827"/>
                </a:lnTo>
                <a:lnTo>
                  <a:pt x="529" y="828"/>
                </a:lnTo>
                <a:lnTo>
                  <a:pt x="530" y="828"/>
                </a:lnTo>
                <a:lnTo>
                  <a:pt x="530" y="827"/>
                </a:lnTo>
                <a:lnTo>
                  <a:pt x="531" y="826"/>
                </a:lnTo>
                <a:lnTo>
                  <a:pt x="532" y="827"/>
                </a:lnTo>
                <a:lnTo>
                  <a:pt x="533" y="826"/>
                </a:lnTo>
                <a:lnTo>
                  <a:pt x="534" y="825"/>
                </a:lnTo>
                <a:lnTo>
                  <a:pt x="535" y="825"/>
                </a:lnTo>
                <a:lnTo>
                  <a:pt x="540" y="823"/>
                </a:lnTo>
                <a:lnTo>
                  <a:pt x="541" y="823"/>
                </a:lnTo>
                <a:lnTo>
                  <a:pt x="541" y="824"/>
                </a:lnTo>
                <a:lnTo>
                  <a:pt x="540" y="824"/>
                </a:lnTo>
                <a:lnTo>
                  <a:pt x="542" y="824"/>
                </a:lnTo>
                <a:lnTo>
                  <a:pt x="543" y="824"/>
                </a:lnTo>
                <a:lnTo>
                  <a:pt x="544" y="824"/>
                </a:lnTo>
                <a:lnTo>
                  <a:pt x="544" y="822"/>
                </a:lnTo>
                <a:lnTo>
                  <a:pt x="548" y="820"/>
                </a:lnTo>
                <a:lnTo>
                  <a:pt x="548" y="821"/>
                </a:lnTo>
                <a:lnTo>
                  <a:pt x="548" y="822"/>
                </a:lnTo>
                <a:lnTo>
                  <a:pt x="548" y="823"/>
                </a:lnTo>
                <a:lnTo>
                  <a:pt x="548" y="824"/>
                </a:lnTo>
                <a:lnTo>
                  <a:pt x="548" y="823"/>
                </a:lnTo>
                <a:lnTo>
                  <a:pt x="548" y="824"/>
                </a:lnTo>
                <a:lnTo>
                  <a:pt x="549" y="824"/>
                </a:lnTo>
                <a:lnTo>
                  <a:pt x="550" y="824"/>
                </a:lnTo>
                <a:lnTo>
                  <a:pt x="550" y="825"/>
                </a:lnTo>
                <a:lnTo>
                  <a:pt x="552" y="825"/>
                </a:lnTo>
                <a:lnTo>
                  <a:pt x="552" y="826"/>
                </a:lnTo>
                <a:lnTo>
                  <a:pt x="551" y="827"/>
                </a:lnTo>
                <a:lnTo>
                  <a:pt x="551" y="828"/>
                </a:lnTo>
                <a:lnTo>
                  <a:pt x="551" y="830"/>
                </a:lnTo>
                <a:lnTo>
                  <a:pt x="551" y="831"/>
                </a:lnTo>
                <a:lnTo>
                  <a:pt x="551" y="832"/>
                </a:lnTo>
                <a:lnTo>
                  <a:pt x="551" y="833"/>
                </a:lnTo>
                <a:lnTo>
                  <a:pt x="551" y="834"/>
                </a:lnTo>
                <a:lnTo>
                  <a:pt x="552" y="834"/>
                </a:lnTo>
                <a:lnTo>
                  <a:pt x="553" y="835"/>
                </a:lnTo>
                <a:lnTo>
                  <a:pt x="553" y="836"/>
                </a:lnTo>
                <a:lnTo>
                  <a:pt x="554" y="838"/>
                </a:lnTo>
                <a:lnTo>
                  <a:pt x="554" y="839"/>
                </a:lnTo>
                <a:lnTo>
                  <a:pt x="554" y="840"/>
                </a:lnTo>
                <a:lnTo>
                  <a:pt x="555" y="840"/>
                </a:lnTo>
                <a:lnTo>
                  <a:pt x="556" y="840"/>
                </a:lnTo>
                <a:lnTo>
                  <a:pt x="557" y="840"/>
                </a:lnTo>
                <a:lnTo>
                  <a:pt x="557" y="841"/>
                </a:lnTo>
                <a:lnTo>
                  <a:pt x="557" y="842"/>
                </a:lnTo>
                <a:lnTo>
                  <a:pt x="558" y="841"/>
                </a:lnTo>
                <a:lnTo>
                  <a:pt x="559" y="841"/>
                </a:lnTo>
                <a:lnTo>
                  <a:pt x="559" y="843"/>
                </a:lnTo>
                <a:lnTo>
                  <a:pt x="559" y="844"/>
                </a:lnTo>
                <a:lnTo>
                  <a:pt x="560" y="844"/>
                </a:lnTo>
                <a:lnTo>
                  <a:pt x="561" y="844"/>
                </a:lnTo>
                <a:lnTo>
                  <a:pt x="562" y="843"/>
                </a:lnTo>
                <a:lnTo>
                  <a:pt x="563" y="842"/>
                </a:lnTo>
                <a:lnTo>
                  <a:pt x="563" y="841"/>
                </a:lnTo>
                <a:lnTo>
                  <a:pt x="565" y="841"/>
                </a:lnTo>
                <a:lnTo>
                  <a:pt x="566" y="839"/>
                </a:lnTo>
                <a:lnTo>
                  <a:pt x="567" y="839"/>
                </a:lnTo>
                <a:lnTo>
                  <a:pt x="567" y="838"/>
                </a:lnTo>
                <a:lnTo>
                  <a:pt x="567" y="837"/>
                </a:lnTo>
                <a:lnTo>
                  <a:pt x="568" y="837"/>
                </a:lnTo>
                <a:lnTo>
                  <a:pt x="568" y="836"/>
                </a:lnTo>
                <a:lnTo>
                  <a:pt x="569" y="836"/>
                </a:lnTo>
                <a:lnTo>
                  <a:pt x="569" y="837"/>
                </a:lnTo>
                <a:lnTo>
                  <a:pt x="571" y="836"/>
                </a:lnTo>
                <a:lnTo>
                  <a:pt x="573" y="835"/>
                </a:lnTo>
                <a:lnTo>
                  <a:pt x="574" y="835"/>
                </a:lnTo>
                <a:lnTo>
                  <a:pt x="575" y="834"/>
                </a:lnTo>
                <a:lnTo>
                  <a:pt x="575" y="833"/>
                </a:lnTo>
                <a:lnTo>
                  <a:pt x="576" y="833"/>
                </a:lnTo>
                <a:lnTo>
                  <a:pt x="576" y="831"/>
                </a:lnTo>
                <a:lnTo>
                  <a:pt x="576" y="830"/>
                </a:lnTo>
                <a:lnTo>
                  <a:pt x="577" y="830"/>
                </a:lnTo>
                <a:lnTo>
                  <a:pt x="578" y="830"/>
                </a:lnTo>
                <a:lnTo>
                  <a:pt x="579" y="830"/>
                </a:lnTo>
                <a:lnTo>
                  <a:pt x="579" y="831"/>
                </a:lnTo>
                <a:lnTo>
                  <a:pt x="578" y="832"/>
                </a:lnTo>
                <a:lnTo>
                  <a:pt x="580" y="832"/>
                </a:lnTo>
                <a:lnTo>
                  <a:pt x="580" y="833"/>
                </a:lnTo>
                <a:lnTo>
                  <a:pt x="579" y="833"/>
                </a:lnTo>
                <a:lnTo>
                  <a:pt x="579" y="834"/>
                </a:lnTo>
                <a:lnTo>
                  <a:pt x="580" y="835"/>
                </a:lnTo>
                <a:lnTo>
                  <a:pt x="582" y="835"/>
                </a:lnTo>
                <a:lnTo>
                  <a:pt x="583" y="835"/>
                </a:lnTo>
                <a:lnTo>
                  <a:pt x="584" y="837"/>
                </a:lnTo>
                <a:lnTo>
                  <a:pt x="584" y="838"/>
                </a:lnTo>
                <a:lnTo>
                  <a:pt x="584" y="839"/>
                </a:lnTo>
                <a:lnTo>
                  <a:pt x="583" y="839"/>
                </a:lnTo>
                <a:lnTo>
                  <a:pt x="582" y="839"/>
                </a:lnTo>
                <a:lnTo>
                  <a:pt x="582" y="840"/>
                </a:lnTo>
                <a:lnTo>
                  <a:pt x="581" y="842"/>
                </a:lnTo>
                <a:lnTo>
                  <a:pt x="582" y="842"/>
                </a:lnTo>
                <a:lnTo>
                  <a:pt x="583" y="842"/>
                </a:lnTo>
                <a:lnTo>
                  <a:pt x="583" y="841"/>
                </a:lnTo>
                <a:lnTo>
                  <a:pt x="584" y="841"/>
                </a:lnTo>
                <a:lnTo>
                  <a:pt x="585" y="841"/>
                </a:lnTo>
                <a:lnTo>
                  <a:pt x="582" y="843"/>
                </a:lnTo>
                <a:lnTo>
                  <a:pt x="583" y="845"/>
                </a:lnTo>
                <a:lnTo>
                  <a:pt x="584" y="847"/>
                </a:lnTo>
                <a:lnTo>
                  <a:pt x="586" y="846"/>
                </a:lnTo>
                <a:lnTo>
                  <a:pt x="586" y="847"/>
                </a:lnTo>
                <a:lnTo>
                  <a:pt x="588" y="846"/>
                </a:lnTo>
                <a:lnTo>
                  <a:pt x="590" y="845"/>
                </a:lnTo>
                <a:lnTo>
                  <a:pt x="590" y="844"/>
                </a:lnTo>
                <a:lnTo>
                  <a:pt x="590" y="843"/>
                </a:lnTo>
                <a:lnTo>
                  <a:pt x="591" y="843"/>
                </a:lnTo>
                <a:lnTo>
                  <a:pt x="592" y="844"/>
                </a:lnTo>
                <a:lnTo>
                  <a:pt x="592" y="845"/>
                </a:lnTo>
                <a:lnTo>
                  <a:pt x="592" y="846"/>
                </a:lnTo>
                <a:lnTo>
                  <a:pt x="593" y="846"/>
                </a:lnTo>
                <a:lnTo>
                  <a:pt x="594" y="846"/>
                </a:lnTo>
                <a:lnTo>
                  <a:pt x="595" y="844"/>
                </a:lnTo>
                <a:lnTo>
                  <a:pt x="596" y="844"/>
                </a:lnTo>
                <a:lnTo>
                  <a:pt x="597" y="844"/>
                </a:lnTo>
                <a:lnTo>
                  <a:pt x="598" y="844"/>
                </a:lnTo>
                <a:lnTo>
                  <a:pt x="599" y="844"/>
                </a:lnTo>
                <a:lnTo>
                  <a:pt x="600" y="843"/>
                </a:lnTo>
                <a:lnTo>
                  <a:pt x="600" y="842"/>
                </a:lnTo>
                <a:lnTo>
                  <a:pt x="600" y="841"/>
                </a:lnTo>
                <a:lnTo>
                  <a:pt x="600" y="840"/>
                </a:lnTo>
                <a:lnTo>
                  <a:pt x="599" y="840"/>
                </a:lnTo>
                <a:lnTo>
                  <a:pt x="600" y="840"/>
                </a:lnTo>
                <a:lnTo>
                  <a:pt x="601" y="840"/>
                </a:lnTo>
                <a:lnTo>
                  <a:pt x="602" y="840"/>
                </a:lnTo>
                <a:lnTo>
                  <a:pt x="602" y="841"/>
                </a:lnTo>
                <a:lnTo>
                  <a:pt x="602" y="842"/>
                </a:lnTo>
                <a:lnTo>
                  <a:pt x="602" y="843"/>
                </a:lnTo>
                <a:lnTo>
                  <a:pt x="603" y="843"/>
                </a:lnTo>
                <a:lnTo>
                  <a:pt x="604" y="842"/>
                </a:lnTo>
                <a:lnTo>
                  <a:pt x="605" y="841"/>
                </a:lnTo>
                <a:lnTo>
                  <a:pt x="606" y="841"/>
                </a:lnTo>
                <a:lnTo>
                  <a:pt x="607" y="840"/>
                </a:lnTo>
                <a:lnTo>
                  <a:pt x="608" y="838"/>
                </a:lnTo>
                <a:lnTo>
                  <a:pt x="607" y="838"/>
                </a:lnTo>
                <a:lnTo>
                  <a:pt x="608" y="837"/>
                </a:lnTo>
                <a:lnTo>
                  <a:pt x="609" y="837"/>
                </a:lnTo>
                <a:lnTo>
                  <a:pt x="609" y="836"/>
                </a:lnTo>
                <a:lnTo>
                  <a:pt x="611" y="835"/>
                </a:lnTo>
                <a:lnTo>
                  <a:pt x="612" y="834"/>
                </a:lnTo>
                <a:lnTo>
                  <a:pt x="616" y="832"/>
                </a:lnTo>
                <a:lnTo>
                  <a:pt x="617" y="832"/>
                </a:lnTo>
                <a:lnTo>
                  <a:pt x="618" y="832"/>
                </a:lnTo>
                <a:lnTo>
                  <a:pt x="619" y="831"/>
                </a:lnTo>
                <a:lnTo>
                  <a:pt x="618" y="830"/>
                </a:lnTo>
                <a:lnTo>
                  <a:pt x="620" y="830"/>
                </a:lnTo>
                <a:lnTo>
                  <a:pt x="621" y="830"/>
                </a:lnTo>
                <a:lnTo>
                  <a:pt x="622" y="830"/>
                </a:lnTo>
                <a:lnTo>
                  <a:pt x="624" y="831"/>
                </a:lnTo>
                <a:lnTo>
                  <a:pt x="625" y="830"/>
                </a:lnTo>
                <a:lnTo>
                  <a:pt x="625" y="831"/>
                </a:lnTo>
                <a:lnTo>
                  <a:pt x="625" y="832"/>
                </a:lnTo>
                <a:lnTo>
                  <a:pt x="626" y="833"/>
                </a:lnTo>
                <a:lnTo>
                  <a:pt x="628" y="832"/>
                </a:lnTo>
                <a:lnTo>
                  <a:pt x="628" y="831"/>
                </a:lnTo>
                <a:lnTo>
                  <a:pt x="627" y="831"/>
                </a:lnTo>
                <a:lnTo>
                  <a:pt x="628" y="831"/>
                </a:lnTo>
                <a:lnTo>
                  <a:pt x="628" y="830"/>
                </a:lnTo>
                <a:lnTo>
                  <a:pt x="628" y="829"/>
                </a:lnTo>
                <a:lnTo>
                  <a:pt x="629" y="829"/>
                </a:lnTo>
                <a:lnTo>
                  <a:pt x="630" y="829"/>
                </a:lnTo>
                <a:lnTo>
                  <a:pt x="631" y="829"/>
                </a:lnTo>
                <a:lnTo>
                  <a:pt x="631" y="830"/>
                </a:lnTo>
                <a:lnTo>
                  <a:pt x="631" y="829"/>
                </a:lnTo>
                <a:lnTo>
                  <a:pt x="632" y="829"/>
                </a:lnTo>
                <a:lnTo>
                  <a:pt x="633" y="830"/>
                </a:lnTo>
                <a:lnTo>
                  <a:pt x="634" y="830"/>
                </a:lnTo>
                <a:lnTo>
                  <a:pt x="634" y="829"/>
                </a:lnTo>
                <a:lnTo>
                  <a:pt x="635" y="829"/>
                </a:lnTo>
                <a:lnTo>
                  <a:pt x="636" y="829"/>
                </a:lnTo>
                <a:lnTo>
                  <a:pt x="637" y="832"/>
                </a:lnTo>
                <a:lnTo>
                  <a:pt x="638" y="834"/>
                </a:lnTo>
                <a:lnTo>
                  <a:pt x="637" y="834"/>
                </a:lnTo>
                <a:lnTo>
                  <a:pt x="638" y="834"/>
                </a:lnTo>
                <a:lnTo>
                  <a:pt x="638" y="835"/>
                </a:lnTo>
                <a:lnTo>
                  <a:pt x="639" y="836"/>
                </a:lnTo>
                <a:lnTo>
                  <a:pt x="638" y="836"/>
                </a:lnTo>
                <a:lnTo>
                  <a:pt x="638" y="837"/>
                </a:lnTo>
                <a:lnTo>
                  <a:pt x="639" y="837"/>
                </a:lnTo>
                <a:lnTo>
                  <a:pt x="639" y="838"/>
                </a:lnTo>
                <a:lnTo>
                  <a:pt x="640" y="839"/>
                </a:lnTo>
                <a:lnTo>
                  <a:pt x="641" y="842"/>
                </a:lnTo>
                <a:lnTo>
                  <a:pt x="642" y="842"/>
                </a:lnTo>
                <a:lnTo>
                  <a:pt x="642" y="843"/>
                </a:lnTo>
                <a:lnTo>
                  <a:pt x="642" y="844"/>
                </a:lnTo>
                <a:lnTo>
                  <a:pt x="644" y="847"/>
                </a:lnTo>
                <a:lnTo>
                  <a:pt x="645" y="848"/>
                </a:lnTo>
                <a:lnTo>
                  <a:pt x="646" y="852"/>
                </a:lnTo>
                <a:lnTo>
                  <a:pt x="646" y="853"/>
                </a:lnTo>
                <a:lnTo>
                  <a:pt x="645" y="853"/>
                </a:lnTo>
                <a:lnTo>
                  <a:pt x="646" y="854"/>
                </a:lnTo>
                <a:lnTo>
                  <a:pt x="646" y="853"/>
                </a:lnTo>
                <a:lnTo>
                  <a:pt x="647" y="853"/>
                </a:lnTo>
                <a:lnTo>
                  <a:pt x="647" y="854"/>
                </a:lnTo>
                <a:lnTo>
                  <a:pt x="648" y="855"/>
                </a:lnTo>
                <a:lnTo>
                  <a:pt x="650" y="857"/>
                </a:lnTo>
                <a:lnTo>
                  <a:pt x="651" y="859"/>
                </a:lnTo>
                <a:lnTo>
                  <a:pt x="652" y="860"/>
                </a:lnTo>
                <a:lnTo>
                  <a:pt x="653" y="860"/>
                </a:lnTo>
                <a:lnTo>
                  <a:pt x="653" y="861"/>
                </a:lnTo>
                <a:lnTo>
                  <a:pt x="654" y="863"/>
                </a:lnTo>
                <a:lnTo>
                  <a:pt x="656" y="866"/>
                </a:lnTo>
                <a:lnTo>
                  <a:pt x="657" y="867"/>
                </a:lnTo>
                <a:lnTo>
                  <a:pt x="658" y="869"/>
                </a:lnTo>
                <a:lnTo>
                  <a:pt x="660" y="872"/>
                </a:lnTo>
                <a:lnTo>
                  <a:pt x="660" y="873"/>
                </a:lnTo>
                <a:lnTo>
                  <a:pt x="662" y="875"/>
                </a:lnTo>
                <a:lnTo>
                  <a:pt x="663" y="876"/>
                </a:lnTo>
                <a:lnTo>
                  <a:pt x="664" y="876"/>
                </a:lnTo>
                <a:lnTo>
                  <a:pt x="664" y="877"/>
                </a:lnTo>
                <a:lnTo>
                  <a:pt x="666" y="879"/>
                </a:lnTo>
                <a:lnTo>
                  <a:pt x="665" y="880"/>
                </a:lnTo>
                <a:lnTo>
                  <a:pt x="667" y="881"/>
                </a:lnTo>
                <a:lnTo>
                  <a:pt x="669" y="882"/>
                </a:lnTo>
                <a:lnTo>
                  <a:pt x="670" y="883"/>
                </a:lnTo>
                <a:lnTo>
                  <a:pt x="671" y="884"/>
                </a:lnTo>
                <a:lnTo>
                  <a:pt x="672" y="883"/>
                </a:lnTo>
                <a:lnTo>
                  <a:pt x="671" y="882"/>
                </a:lnTo>
                <a:lnTo>
                  <a:pt x="672" y="881"/>
                </a:lnTo>
                <a:lnTo>
                  <a:pt x="673" y="879"/>
                </a:lnTo>
                <a:lnTo>
                  <a:pt x="674" y="880"/>
                </a:lnTo>
                <a:lnTo>
                  <a:pt x="676" y="878"/>
                </a:lnTo>
                <a:lnTo>
                  <a:pt x="678" y="879"/>
                </a:lnTo>
                <a:lnTo>
                  <a:pt x="681" y="876"/>
                </a:lnTo>
                <a:lnTo>
                  <a:pt x="684" y="876"/>
                </a:lnTo>
                <a:lnTo>
                  <a:pt x="685" y="877"/>
                </a:lnTo>
                <a:lnTo>
                  <a:pt x="681" y="882"/>
                </a:lnTo>
                <a:lnTo>
                  <a:pt x="681" y="883"/>
                </a:lnTo>
                <a:lnTo>
                  <a:pt x="682" y="883"/>
                </a:lnTo>
                <a:lnTo>
                  <a:pt x="687" y="877"/>
                </a:lnTo>
                <a:lnTo>
                  <a:pt x="693" y="873"/>
                </a:lnTo>
                <a:lnTo>
                  <a:pt x="696" y="870"/>
                </a:lnTo>
                <a:lnTo>
                  <a:pt x="698" y="873"/>
                </a:lnTo>
                <a:lnTo>
                  <a:pt x="695" y="875"/>
                </a:lnTo>
                <a:lnTo>
                  <a:pt x="695" y="876"/>
                </a:lnTo>
                <a:lnTo>
                  <a:pt x="695" y="877"/>
                </a:lnTo>
                <a:lnTo>
                  <a:pt x="693" y="879"/>
                </a:lnTo>
                <a:lnTo>
                  <a:pt x="691" y="880"/>
                </a:lnTo>
                <a:lnTo>
                  <a:pt x="688" y="880"/>
                </a:lnTo>
                <a:lnTo>
                  <a:pt x="687" y="881"/>
                </a:lnTo>
                <a:lnTo>
                  <a:pt x="687" y="882"/>
                </a:lnTo>
                <a:lnTo>
                  <a:pt x="689" y="884"/>
                </a:lnTo>
                <a:lnTo>
                  <a:pt x="691" y="883"/>
                </a:lnTo>
                <a:lnTo>
                  <a:pt x="693" y="882"/>
                </a:lnTo>
                <a:lnTo>
                  <a:pt x="693" y="883"/>
                </a:lnTo>
                <a:lnTo>
                  <a:pt x="692" y="883"/>
                </a:lnTo>
                <a:lnTo>
                  <a:pt x="690" y="886"/>
                </a:lnTo>
                <a:lnTo>
                  <a:pt x="685" y="892"/>
                </a:lnTo>
                <a:lnTo>
                  <a:pt x="685" y="893"/>
                </a:lnTo>
                <a:lnTo>
                  <a:pt x="686" y="894"/>
                </a:lnTo>
                <a:lnTo>
                  <a:pt x="685" y="895"/>
                </a:lnTo>
                <a:lnTo>
                  <a:pt x="685" y="896"/>
                </a:lnTo>
                <a:lnTo>
                  <a:pt x="683" y="896"/>
                </a:lnTo>
                <a:lnTo>
                  <a:pt x="682" y="896"/>
                </a:lnTo>
                <a:lnTo>
                  <a:pt x="681" y="896"/>
                </a:lnTo>
                <a:lnTo>
                  <a:pt x="679" y="894"/>
                </a:lnTo>
                <a:lnTo>
                  <a:pt x="678" y="894"/>
                </a:lnTo>
                <a:lnTo>
                  <a:pt x="677" y="896"/>
                </a:lnTo>
                <a:lnTo>
                  <a:pt x="677" y="897"/>
                </a:lnTo>
                <a:lnTo>
                  <a:pt x="676" y="897"/>
                </a:lnTo>
                <a:lnTo>
                  <a:pt x="677" y="897"/>
                </a:lnTo>
                <a:lnTo>
                  <a:pt x="680" y="900"/>
                </a:lnTo>
                <a:lnTo>
                  <a:pt x="680" y="901"/>
                </a:lnTo>
                <a:lnTo>
                  <a:pt x="681" y="901"/>
                </a:lnTo>
                <a:lnTo>
                  <a:pt x="681" y="903"/>
                </a:lnTo>
                <a:lnTo>
                  <a:pt x="679" y="904"/>
                </a:lnTo>
                <a:lnTo>
                  <a:pt x="679" y="905"/>
                </a:lnTo>
                <a:lnTo>
                  <a:pt x="680" y="906"/>
                </a:lnTo>
                <a:lnTo>
                  <a:pt x="679" y="908"/>
                </a:lnTo>
                <a:lnTo>
                  <a:pt x="678" y="908"/>
                </a:lnTo>
                <a:lnTo>
                  <a:pt x="678" y="909"/>
                </a:lnTo>
                <a:lnTo>
                  <a:pt x="678" y="910"/>
                </a:lnTo>
                <a:lnTo>
                  <a:pt x="679" y="911"/>
                </a:lnTo>
                <a:lnTo>
                  <a:pt x="679" y="912"/>
                </a:lnTo>
                <a:lnTo>
                  <a:pt x="678" y="914"/>
                </a:lnTo>
                <a:lnTo>
                  <a:pt x="679" y="915"/>
                </a:lnTo>
                <a:lnTo>
                  <a:pt x="680" y="915"/>
                </a:lnTo>
                <a:lnTo>
                  <a:pt x="679" y="917"/>
                </a:lnTo>
                <a:lnTo>
                  <a:pt x="679" y="916"/>
                </a:lnTo>
                <a:lnTo>
                  <a:pt x="678" y="916"/>
                </a:lnTo>
                <a:lnTo>
                  <a:pt x="677" y="917"/>
                </a:lnTo>
                <a:lnTo>
                  <a:pt x="676" y="917"/>
                </a:lnTo>
                <a:lnTo>
                  <a:pt x="675" y="918"/>
                </a:lnTo>
                <a:lnTo>
                  <a:pt x="675" y="919"/>
                </a:lnTo>
                <a:lnTo>
                  <a:pt x="676" y="921"/>
                </a:lnTo>
                <a:lnTo>
                  <a:pt x="676" y="922"/>
                </a:lnTo>
                <a:lnTo>
                  <a:pt x="676" y="923"/>
                </a:lnTo>
                <a:lnTo>
                  <a:pt x="677" y="924"/>
                </a:lnTo>
                <a:lnTo>
                  <a:pt x="676" y="924"/>
                </a:lnTo>
                <a:lnTo>
                  <a:pt x="675" y="925"/>
                </a:lnTo>
                <a:lnTo>
                  <a:pt x="674" y="926"/>
                </a:lnTo>
                <a:lnTo>
                  <a:pt x="673" y="926"/>
                </a:lnTo>
                <a:lnTo>
                  <a:pt x="672" y="927"/>
                </a:lnTo>
                <a:lnTo>
                  <a:pt x="672" y="929"/>
                </a:lnTo>
                <a:lnTo>
                  <a:pt x="671" y="930"/>
                </a:lnTo>
                <a:lnTo>
                  <a:pt x="671" y="931"/>
                </a:lnTo>
                <a:lnTo>
                  <a:pt x="671" y="932"/>
                </a:lnTo>
                <a:lnTo>
                  <a:pt x="671" y="933"/>
                </a:lnTo>
                <a:lnTo>
                  <a:pt x="670" y="934"/>
                </a:lnTo>
                <a:lnTo>
                  <a:pt x="669" y="935"/>
                </a:lnTo>
                <a:lnTo>
                  <a:pt x="668" y="937"/>
                </a:lnTo>
                <a:lnTo>
                  <a:pt x="667" y="938"/>
                </a:lnTo>
                <a:lnTo>
                  <a:pt x="666" y="937"/>
                </a:lnTo>
                <a:lnTo>
                  <a:pt x="664" y="937"/>
                </a:lnTo>
                <a:lnTo>
                  <a:pt x="662" y="938"/>
                </a:lnTo>
                <a:lnTo>
                  <a:pt x="662" y="939"/>
                </a:lnTo>
                <a:lnTo>
                  <a:pt x="661" y="939"/>
                </a:lnTo>
                <a:lnTo>
                  <a:pt x="660" y="939"/>
                </a:lnTo>
                <a:lnTo>
                  <a:pt x="658" y="939"/>
                </a:lnTo>
                <a:lnTo>
                  <a:pt x="657" y="940"/>
                </a:lnTo>
                <a:lnTo>
                  <a:pt x="654" y="941"/>
                </a:lnTo>
                <a:lnTo>
                  <a:pt x="654" y="940"/>
                </a:lnTo>
                <a:lnTo>
                  <a:pt x="653" y="940"/>
                </a:lnTo>
                <a:lnTo>
                  <a:pt x="652" y="940"/>
                </a:lnTo>
                <a:lnTo>
                  <a:pt x="651" y="940"/>
                </a:lnTo>
                <a:lnTo>
                  <a:pt x="649" y="941"/>
                </a:lnTo>
                <a:lnTo>
                  <a:pt x="648" y="941"/>
                </a:lnTo>
                <a:lnTo>
                  <a:pt x="648" y="942"/>
                </a:lnTo>
                <a:lnTo>
                  <a:pt x="647" y="942"/>
                </a:lnTo>
                <a:lnTo>
                  <a:pt x="647" y="943"/>
                </a:lnTo>
                <a:lnTo>
                  <a:pt x="646" y="943"/>
                </a:lnTo>
                <a:lnTo>
                  <a:pt x="646" y="944"/>
                </a:lnTo>
                <a:lnTo>
                  <a:pt x="645" y="944"/>
                </a:lnTo>
                <a:lnTo>
                  <a:pt x="645" y="946"/>
                </a:lnTo>
                <a:lnTo>
                  <a:pt x="645" y="947"/>
                </a:lnTo>
                <a:lnTo>
                  <a:pt x="646" y="947"/>
                </a:lnTo>
                <a:lnTo>
                  <a:pt x="645" y="948"/>
                </a:lnTo>
                <a:lnTo>
                  <a:pt x="645" y="949"/>
                </a:lnTo>
                <a:lnTo>
                  <a:pt x="644" y="950"/>
                </a:lnTo>
                <a:lnTo>
                  <a:pt x="644" y="951"/>
                </a:lnTo>
                <a:lnTo>
                  <a:pt x="644" y="952"/>
                </a:lnTo>
                <a:lnTo>
                  <a:pt x="644" y="953"/>
                </a:lnTo>
                <a:lnTo>
                  <a:pt x="644" y="954"/>
                </a:lnTo>
                <a:lnTo>
                  <a:pt x="642" y="956"/>
                </a:lnTo>
                <a:lnTo>
                  <a:pt x="642" y="957"/>
                </a:lnTo>
                <a:lnTo>
                  <a:pt x="642" y="958"/>
                </a:lnTo>
                <a:lnTo>
                  <a:pt x="642" y="964"/>
                </a:lnTo>
                <a:lnTo>
                  <a:pt x="641" y="966"/>
                </a:lnTo>
                <a:lnTo>
                  <a:pt x="641" y="967"/>
                </a:lnTo>
                <a:lnTo>
                  <a:pt x="641" y="969"/>
                </a:lnTo>
                <a:lnTo>
                  <a:pt x="640" y="970"/>
                </a:lnTo>
                <a:lnTo>
                  <a:pt x="640" y="971"/>
                </a:lnTo>
                <a:lnTo>
                  <a:pt x="639" y="971"/>
                </a:lnTo>
                <a:lnTo>
                  <a:pt x="638" y="972"/>
                </a:lnTo>
                <a:lnTo>
                  <a:pt x="637" y="975"/>
                </a:lnTo>
                <a:lnTo>
                  <a:pt x="636" y="978"/>
                </a:lnTo>
                <a:lnTo>
                  <a:pt x="635" y="979"/>
                </a:lnTo>
                <a:lnTo>
                  <a:pt x="635" y="980"/>
                </a:lnTo>
                <a:lnTo>
                  <a:pt x="632" y="988"/>
                </a:lnTo>
                <a:lnTo>
                  <a:pt x="631" y="989"/>
                </a:lnTo>
                <a:lnTo>
                  <a:pt x="629" y="990"/>
                </a:lnTo>
                <a:lnTo>
                  <a:pt x="629" y="991"/>
                </a:lnTo>
                <a:lnTo>
                  <a:pt x="628" y="991"/>
                </a:lnTo>
                <a:lnTo>
                  <a:pt x="627" y="991"/>
                </a:lnTo>
                <a:lnTo>
                  <a:pt x="626" y="991"/>
                </a:lnTo>
                <a:lnTo>
                  <a:pt x="625" y="991"/>
                </a:lnTo>
                <a:lnTo>
                  <a:pt x="624" y="990"/>
                </a:lnTo>
                <a:lnTo>
                  <a:pt x="623" y="990"/>
                </a:lnTo>
                <a:lnTo>
                  <a:pt x="622" y="990"/>
                </a:lnTo>
                <a:lnTo>
                  <a:pt x="621" y="990"/>
                </a:lnTo>
                <a:lnTo>
                  <a:pt x="620" y="990"/>
                </a:lnTo>
                <a:lnTo>
                  <a:pt x="619" y="990"/>
                </a:lnTo>
                <a:lnTo>
                  <a:pt x="618" y="989"/>
                </a:lnTo>
                <a:lnTo>
                  <a:pt x="617" y="989"/>
                </a:lnTo>
                <a:lnTo>
                  <a:pt x="616" y="989"/>
                </a:lnTo>
                <a:lnTo>
                  <a:pt x="613" y="989"/>
                </a:lnTo>
                <a:lnTo>
                  <a:pt x="612" y="989"/>
                </a:lnTo>
                <a:lnTo>
                  <a:pt x="611" y="991"/>
                </a:lnTo>
                <a:lnTo>
                  <a:pt x="610" y="992"/>
                </a:lnTo>
                <a:lnTo>
                  <a:pt x="608" y="993"/>
                </a:lnTo>
                <a:lnTo>
                  <a:pt x="607" y="994"/>
                </a:lnTo>
                <a:lnTo>
                  <a:pt x="606" y="995"/>
                </a:lnTo>
                <a:lnTo>
                  <a:pt x="605" y="995"/>
                </a:lnTo>
                <a:lnTo>
                  <a:pt x="604" y="995"/>
                </a:lnTo>
                <a:lnTo>
                  <a:pt x="603" y="995"/>
                </a:lnTo>
                <a:lnTo>
                  <a:pt x="601" y="995"/>
                </a:lnTo>
                <a:lnTo>
                  <a:pt x="599" y="995"/>
                </a:lnTo>
                <a:lnTo>
                  <a:pt x="595" y="995"/>
                </a:lnTo>
                <a:lnTo>
                  <a:pt x="593" y="995"/>
                </a:lnTo>
                <a:lnTo>
                  <a:pt x="592" y="994"/>
                </a:lnTo>
                <a:lnTo>
                  <a:pt x="591" y="994"/>
                </a:lnTo>
                <a:lnTo>
                  <a:pt x="590" y="995"/>
                </a:lnTo>
                <a:lnTo>
                  <a:pt x="589" y="996"/>
                </a:lnTo>
                <a:lnTo>
                  <a:pt x="589" y="997"/>
                </a:lnTo>
                <a:lnTo>
                  <a:pt x="588" y="997"/>
                </a:lnTo>
                <a:lnTo>
                  <a:pt x="587" y="997"/>
                </a:lnTo>
                <a:lnTo>
                  <a:pt x="584" y="997"/>
                </a:lnTo>
                <a:lnTo>
                  <a:pt x="579" y="996"/>
                </a:lnTo>
                <a:lnTo>
                  <a:pt x="577" y="996"/>
                </a:lnTo>
                <a:lnTo>
                  <a:pt x="576" y="996"/>
                </a:lnTo>
                <a:lnTo>
                  <a:pt x="575" y="997"/>
                </a:lnTo>
                <a:lnTo>
                  <a:pt x="574" y="997"/>
                </a:lnTo>
                <a:lnTo>
                  <a:pt x="573" y="997"/>
                </a:lnTo>
                <a:lnTo>
                  <a:pt x="572" y="998"/>
                </a:lnTo>
                <a:lnTo>
                  <a:pt x="571" y="999"/>
                </a:lnTo>
                <a:lnTo>
                  <a:pt x="571" y="998"/>
                </a:lnTo>
                <a:lnTo>
                  <a:pt x="570" y="998"/>
                </a:lnTo>
                <a:lnTo>
                  <a:pt x="569" y="1000"/>
                </a:lnTo>
                <a:lnTo>
                  <a:pt x="568" y="1001"/>
                </a:lnTo>
                <a:lnTo>
                  <a:pt x="567" y="1001"/>
                </a:lnTo>
                <a:lnTo>
                  <a:pt x="564" y="1001"/>
                </a:lnTo>
                <a:lnTo>
                  <a:pt x="563" y="1001"/>
                </a:lnTo>
                <a:lnTo>
                  <a:pt x="560" y="1000"/>
                </a:lnTo>
                <a:lnTo>
                  <a:pt x="559" y="1000"/>
                </a:lnTo>
                <a:lnTo>
                  <a:pt x="558" y="1000"/>
                </a:lnTo>
                <a:lnTo>
                  <a:pt x="557" y="1001"/>
                </a:lnTo>
                <a:lnTo>
                  <a:pt x="556" y="1001"/>
                </a:lnTo>
                <a:lnTo>
                  <a:pt x="555" y="1001"/>
                </a:lnTo>
                <a:lnTo>
                  <a:pt x="554" y="1001"/>
                </a:lnTo>
                <a:lnTo>
                  <a:pt x="553" y="1001"/>
                </a:lnTo>
                <a:lnTo>
                  <a:pt x="554" y="1001"/>
                </a:lnTo>
                <a:lnTo>
                  <a:pt x="550" y="1000"/>
                </a:lnTo>
                <a:lnTo>
                  <a:pt x="548" y="1000"/>
                </a:lnTo>
                <a:lnTo>
                  <a:pt x="546" y="1001"/>
                </a:lnTo>
                <a:lnTo>
                  <a:pt x="545" y="1001"/>
                </a:lnTo>
                <a:lnTo>
                  <a:pt x="544" y="1001"/>
                </a:lnTo>
                <a:lnTo>
                  <a:pt x="539" y="1004"/>
                </a:lnTo>
                <a:lnTo>
                  <a:pt x="538" y="1004"/>
                </a:lnTo>
                <a:lnTo>
                  <a:pt x="537" y="1004"/>
                </a:lnTo>
                <a:lnTo>
                  <a:pt x="537" y="1003"/>
                </a:lnTo>
                <a:lnTo>
                  <a:pt x="536" y="1003"/>
                </a:lnTo>
                <a:lnTo>
                  <a:pt x="534" y="1003"/>
                </a:lnTo>
                <a:lnTo>
                  <a:pt x="534" y="1002"/>
                </a:lnTo>
                <a:lnTo>
                  <a:pt x="533" y="1003"/>
                </a:lnTo>
                <a:lnTo>
                  <a:pt x="533" y="1002"/>
                </a:lnTo>
                <a:lnTo>
                  <a:pt x="532" y="1002"/>
                </a:lnTo>
                <a:lnTo>
                  <a:pt x="531" y="1002"/>
                </a:lnTo>
                <a:lnTo>
                  <a:pt x="530" y="1002"/>
                </a:lnTo>
                <a:lnTo>
                  <a:pt x="529" y="1004"/>
                </a:lnTo>
                <a:lnTo>
                  <a:pt x="530" y="1004"/>
                </a:lnTo>
                <a:lnTo>
                  <a:pt x="529" y="1007"/>
                </a:lnTo>
                <a:lnTo>
                  <a:pt x="529" y="1008"/>
                </a:lnTo>
                <a:lnTo>
                  <a:pt x="527" y="1010"/>
                </a:lnTo>
                <a:lnTo>
                  <a:pt x="526" y="1012"/>
                </a:lnTo>
                <a:lnTo>
                  <a:pt x="525" y="1014"/>
                </a:lnTo>
                <a:lnTo>
                  <a:pt x="525" y="1015"/>
                </a:lnTo>
                <a:lnTo>
                  <a:pt x="526" y="1019"/>
                </a:lnTo>
                <a:lnTo>
                  <a:pt x="525" y="1020"/>
                </a:lnTo>
                <a:lnTo>
                  <a:pt x="525" y="1021"/>
                </a:lnTo>
                <a:lnTo>
                  <a:pt x="524" y="1022"/>
                </a:lnTo>
                <a:lnTo>
                  <a:pt x="522" y="1022"/>
                </a:lnTo>
                <a:lnTo>
                  <a:pt x="523" y="1021"/>
                </a:lnTo>
                <a:lnTo>
                  <a:pt x="522" y="1021"/>
                </a:lnTo>
                <a:lnTo>
                  <a:pt x="521" y="1020"/>
                </a:lnTo>
                <a:lnTo>
                  <a:pt x="520" y="1021"/>
                </a:lnTo>
                <a:lnTo>
                  <a:pt x="520" y="1022"/>
                </a:lnTo>
                <a:lnTo>
                  <a:pt x="521" y="1023"/>
                </a:lnTo>
                <a:lnTo>
                  <a:pt x="521" y="1024"/>
                </a:lnTo>
                <a:lnTo>
                  <a:pt x="522" y="1025"/>
                </a:lnTo>
                <a:lnTo>
                  <a:pt x="521" y="1026"/>
                </a:lnTo>
                <a:lnTo>
                  <a:pt x="520" y="1027"/>
                </a:lnTo>
                <a:lnTo>
                  <a:pt x="519" y="1027"/>
                </a:lnTo>
                <a:lnTo>
                  <a:pt x="519" y="1026"/>
                </a:lnTo>
                <a:lnTo>
                  <a:pt x="518" y="1026"/>
                </a:lnTo>
                <a:lnTo>
                  <a:pt x="518" y="1027"/>
                </a:lnTo>
                <a:lnTo>
                  <a:pt x="518" y="1028"/>
                </a:lnTo>
                <a:lnTo>
                  <a:pt x="517" y="1028"/>
                </a:lnTo>
                <a:lnTo>
                  <a:pt x="517" y="1029"/>
                </a:lnTo>
                <a:lnTo>
                  <a:pt x="517" y="1028"/>
                </a:lnTo>
                <a:lnTo>
                  <a:pt x="515" y="1029"/>
                </a:lnTo>
                <a:lnTo>
                  <a:pt x="514" y="1030"/>
                </a:lnTo>
                <a:lnTo>
                  <a:pt x="514" y="1031"/>
                </a:lnTo>
                <a:lnTo>
                  <a:pt x="514" y="1035"/>
                </a:lnTo>
                <a:lnTo>
                  <a:pt x="514" y="1037"/>
                </a:lnTo>
                <a:lnTo>
                  <a:pt x="513" y="1038"/>
                </a:lnTo>
                <a:lnTo>
                  <a:pt x="513" y="1039"/>
                </a:lnTo>
                <a:lnTo>
                  <a:pt x="512" y="1040"/>
                </a:lnTo>
                <a:lnTo>
                  <a:pt x="511" y="1040"/>
                </a:lnTo>
                <a:lnTo>
                  <a:pt x="510" y="1039"/>
                </a:lnTo>
                <a:lnTo>
                  <a:pt x="510" y="1040"/>
                </a:lnTo>
                <a:lnTo>
                  <a:pt x="509" y="1040"/>
                </a:lnTo>
                <a:lnTo>
                  <a:pt x="509" y="1041"/>
                </a:lnTo>
                <a:lnTo>
                  <a:pt x="510" y="1042"/>
                </a:lnTo>
                <a:lnTo>
                  <a:pt x="511" y="1042"/>
                </a:lnTo>
                <a:lnTo>
                  <a:pt x="510" y="1044"/>
                </a:lnTo>
                <a:lnTo>
                  <a:pt x="509" y="1044"/>
                </a:lnTo>
                <a:lnTo>
                  <a:pt x="509" y="1046"/>
                </a:lnTo>
                <a:lnTo>
                  <a:pt x="508" y="1047"/>
                </a:lnTo>
                <a:lnTo>
                  <a:pt x="508" y="1048"/>
                </a:lnTo>
                <a:lnTo>
                  <a:pt x="507" y="1049"/>
                </a:lnTo>
                <a:lnTo>
                  <a:pt x="506" y="1051"/>
                </a:lnTo>
                <a:lnTo>
                  <a:pt x="506" y="1052"/>
                </a:lnTo>
                <a:lnTo>
                  <a:pt x="504" y="1053"/>
                </a:lnTo>
                <a:lnTo>
                  <a:pt x="501" y="1055"/>
                </a:lnTo>
                <a:lnTo>
                  <a:pt x="501" y="1056"/>
                </a:lnTo>
                <a:lnTo>
                  <a:pt x="501" y="1057"/>
                </a:lnTo>
                <a:lnTo>
                  <a:pt x="500" y="1059"/>
                </a:lnTo>
                <a:lnTo>
                  <a:pt x="499" y="1060"/>
                </a:lnTo>
                <a:lnTo>
                  <a:pt x="497" y="1062"/>
                </a:lnTo>
                <a:lnTo>
                  <a:pt x="497" y="1063"/>
                </a:lnTo>
                <a:lnTo>
                  <a:pt x="497" y="1064"/>
                </a:lnTo>
                <a:lnTo>
                  <a:pt x="496" y="1065"/>
                </a:lnTo>
                <a:lnTo>
                  <a:pt x="495" y="1066"/>
                </a:lnTo>
                <a:lnTo>
                  <a:pt x="494" y="1067"/>
                </a:lnTo>
                <a:lnTo>
                  <a:pt x="493" y="1067"/>
                </a:lnTo>
                <a:lnTo>
                  <a:pt x="493" y="1069"/>
                </a:lnTo>
                <a:lnTo>
                  <a:pt x="492" y="1070"/>
                </a:lnTo>
                <a:lnTo>
                  <a:pt x="492" y="1071"/>
                </a:lnTo>
                <a:lnTo>
                  <a:pt x="491" y="1072"/>
                </a:lnTo>
                <a:lnTo>
                  <a:pt x="490" y="1073"/>
                </a:lnTo>
                <a:lnTo>
                  <a:pt x="490" y="1074"/>
                </a:lnTo>
                <a:lnTo>
                  <a:pt x="489" y="1075"/>
                </a:lnTo>
                <a:lnTo>
                  <a:pt x="488" y="1075"/>
                </a:lnTo>
                <a:lnTo>
                  <a:pt x="486" y="1076"/>
                </a:lnTo>
                <a:lnTo>
                  <a:pt x="485" y="1077"/>
                </a:lnTo>
                <a:lnTo>
                  <a:pt x="485" y="1078"/>
                </a:lnTo>
                <a:lnTo>
                  <a:pt x="484" y="1079"/>
                </a:lnTo>
                <a:lnTo>
                  <a:pt x="484" y="1080"/>
                </a:lnTo>
                <a:lnTo>
                  <a:pt x="483" y="1085"/>
                </a:lnTo>
                <a:lnTo>
                  <a:pt x="483" y="1086"/>
                </a:lnTo>
                <a:lnTo>
                  <a:pt x="482" y="1085"/>
                </a:lnTo>
                <a:lnTo>
                  <a:pt x="481" y="1085"/>
                </a:lnTo>
                <a:lnTo>
                  <a:pt x="480" y="1085"/>
                </a:lnTo>
                <a:lnTo>
                  <a:pt x="478" y="1082"/>
                </a:lnTo>
                <a:lnTo>
                  <a:pt x="478" y="1081"/>
                </a:lnTo>
                <a:lnTo>
                  <a:pt x="478" y="1080"/>
                </a:lnTo>
                <a:lnTo>
                  <a:pt x="477" y="1079"/>
                </a:lnTo>
                <a:lnTo>
                  <a:pt x="476" y="1079"/>
                </a:lnTo>
                <a:lnTo>
                  <a:pt x="475" y="1079"/>
                </a:lnTo>
                <a:lnTo>
                  <a:pt x="473" y="1079"/>
                </a:lnTo>
                <a:lnTo>
                  <a:pt x="474" y="1078"/>
                </a:lnTo>
                <a:lnTo>
                  <a:pt x="474" y="1077"/>
                </a:lnTo>
                <a:lnTo>
                  <a:pt x="473" y="1077"/>
                </a:lnTo>
                <a:lnTo>
                  <a:pt x="472" y="1077"/>
                </a:lnTo>
                <a:lnTo>
                  <a:pt x="471" y="1076"/>
                </a:lnTo>
                <a:lnTo>
                  <a:pt x="470" y="1075"/>
                </a:lnTo>
                <a:lnTo>
                  <a:pt x="470" y="1074"/>
                </a:lnTo>
                <a:lnTo>
                  <a:pt x="471" y="1073"/>
                </a:lnTo>
                <a:lnTo>
                  <a:pt x="472" y="1073"/>
                </a:lnTo>
                <a:lnTo>
                  <a:pt x="472" y="1072"/>
                </a:lnTo>
                <a:lnTo>
                  <a:pt x="471" y="1072"/>
                </a:lnTo>
                <a:lnTo>
                  <a:pt x="471" y="1070"/>
                </a:lnTo>
                <a:lnTo>
                  <a:pt x="471" y="1069"/>
                </a:lnTo>
                <a:lnTo>
                  <a:pt x="470" y="1068"/>
                </a:lnTo>
                <a:lnTo>
                  <a:pt x="469" y="1068"/>
                </a:lnTo>
                <a:lnTo>
                  <a:pt x="468" y="1069"/>
                </a:lnTo>
                <a:lnTo>
                  <a:pt x="467" y="1069"/>
                </a:lnTo>
                <a:lnTo>
                  <a:pt x="466" y="1069"/>
                </a:lnTo>
                <a:lnTo>
                  <a:pt x="466" y="1068"/>
                </a:lnTo>
                <a:lnTo>
                  <a:pt x="465" y="1067"/>
                </a:lnTo>
                <a:lnTo>
                  <a:pt x="464" y="1067"/>
                </a:lnTo>
                <a:lnTo>
                  <a:pt x="464" y="1066"/>
                </a:lnTo>
                <a:lnTo>
                  <a:pt x="463" y="1066"/>
                </a:lnTo>
                <a:lnTo>
                  <a:pt x="462" y="1066"/>
                </a:lnTo>
                <a:lnTo>
                  <a:pt x="462" y="1067"/>
                </a:lnTo>
                <a:lnTo>
                  <a:pt x="464" y="1067"/>
                </a:lnTo>
                <a:lnTo>
                  <a:pt x="464" y="1068"/>
                </a:lnTo>
                <a:lnTo>
                  <a:pt x="463" y="1068"/>
                </a:lnTo>
                <a:lnTo>
                  <a:pt x="462" y="1068"/>
                </a:lnTo>
                <a:lnTo>
                  <a:pt x="461" y="1069"/>
                </a:lnTo>
                <a:lnTo>
                  <a:pt x="460" y="1069"/>
                </a:lnTo>
                <a:lnTo>
                  <a:pt x="460" y="1070"/>
                </a:lnTo>
                <a:lnTo>
                  <a:pt x="459" y="1070"/>
                </a:lnTo>
                <a:lnTo>
                  <a:pt x="459" y="1069"/>
                </a:lnTo>
                <a:lnTo>
                  <a:pt x="459" y="1070"/>
                </a:lnTo>
                <a:lnTo>
                  <a:pt x="459" y="1071"/>
                </a:lnTo>
                <a:lnTo>
                  <a:pt x="458" y="1071"/>
                </a:lnTo>
                <a:lnTo>
                  <a:pt x="458" y="1072"/>
                </a:lnTo>
                <a:lnTo>
                  <a:pt x="457" y="1072"/>
                </a:lnTo>
                <a:lnTo>
                  <a:pt x="458" y="1073"/>
                </a:lnTo>
                <a:lnTo>
                  <a:pt x="458" y="1074"/>
                </a:lnTo>
                <a:lnTo>
                  <a:pt x="458" y="1075"/>
                </a:lnTo>
                <a:lnTo>
                  <a:pt x="458" y="1076"/>
                </a:lnTo>
                <a:lnTo>
                  <a:pt x="457" y="1076"/>
                </a:lnTo>
                <a:lnTo>
                  <a:pt x="457" y="1077"/>
                </a:lnTo>
                <a:lnTo>
                  <a:pt x="458" y="1077"/>
                </a:lnTo>
                <a:lnTo>
                  <a:pt x="458" y="1078"/>
                </a:lnTo>
                <a:lnTo>
                  <a:pt x="459" y="1078"/>
                </a:lnTo>
                <a:lnTo>
                  <a:pt x="459" y="1079"/>
                </a:lnTo>
                <a:lnTo>
                  <a:pt x="458" y="1079"/>
                </a:lnTo>
                <a:lnTo>
                  <a:pt x="458" y="1078"/>
                </a:lnTo>
                <a:lnTo>
                  <a:pt x="456" y="1078"/>
                </a:lnTo>
                <a:lnTo>
                  <a:pt x="456" y="1079"/>
                </a:lnTo>
                <a:lnTo>
                  <a:pt x="457" y="1079"/>
                </a:lnTo>
                <a:lnTo>
                  <a:pt x="457" y="1080"/>
                </a:lnTo>
                <a:lnTo>
                  <a:pt x="457" y="1081"/>
                </a:lnTo>
                <a:lnTo>
                  <a:pt x="458" y="1081"/>
                </a:lnTo>
                <a:lnTo>
                  <a:pt x="459" y="1082"/>
                </a:lnTo>
                <a:lnTo>
                  <a:pt x="458" y="1082"/>
                </a:lnTo>
                <a:lnTo>
                  <a:pt x="458" y="1083"/>
                </a:lnTo>
                <a:lnTo>
                  <a:pt x="458" y="1084"/>
                </a:lnTo>
                <a:lnTo>
                  <a:pt x="459" y="1084"/>
                </a:lnTo>
                <a:lnTo>
                  <a:pt x="459" y="1085"/>
                </a:lnTo>
                <a:lnTo>
                  <a:pt x="458" y="1085"/>
                </a:lnTo>
                <a:lnTo>
                  <a:pt x="458" y="1086"/>
                </a:lnTo>
                <a:lnTo>
                  <a:pt x="459" y="1086"/>
                </a:lnTo>
                <a:lnTo>
                  <a:pt x="459" y="1087"/>
                </a:lnTo>
                <a:lnTo>
                  <a:pt x="458" y="1087"/>
                </a:lnTo>
                <a:lnTo>
                  <a:pt x="456" y="1088"/>
                </a:lnTo>
                <a:lnTo>
                  <a:pt x="457" y="1089"/>
                </a:lnTo>
                <a:lnTo>
                  <a:pt x="458" y="1089"/>
                </a:lnTo>
                <a:lnTo>
                  <a:pt x="458" y="1090"/>
                </a:lnTo>
                <a:lnTo>
                  <a:pt x="458" y="1091"/>
                </a:lnTo>
                <a:lnTo>
                  <a:pt x="457" y="1091"/>
                </a:lnTo>
                <a:lnTo>
                  <a:pt x="455" y="1089"/>
                </a:lnTo>
                <a:lnTo>
                  <a:pt x="455" y="1088"/>
                </a:lnTo>
                <a:lnTo>
                  <a:pt x="454" y="1088"/>
                </a:lnTo>
                <a:lnTo>
                  <a:pt x="454" y="1087"/>
                </a:lnTo>
                <a:lnTo>
                  <a:pt x="452" y="1087"/>
                </a:lnTo>
                <a:lnTo>
                  <a:pt x="452" y="1086"/>
                </a:lnTo>
                <a:lnTo>
                  <a:pt x="451" y="1086"/>
                </a:lnTo>
                <a:lnTo>
                  <a:pt x="451" y="1087"/>
                </a:lnTo>
                <a:lnTo>
                  <a:pt x="451" y="1088"/>
                </a:lnTo>
                <a:lnTo>
                  <a:pt x="450" y="1089"/>
                </a:lnTo>
                <a:lnTo>
                  <a:pt x="449" y="1089"/>
                </a:lnTo>
                <a:lnTo>
                  <a:pt x="449" y="1090"/>
                </a:lnTo>
                <a:lnTo>
                  <a:pt x="450" y="1091"/>
                </a:lnTo>
                <a:lnTo>
                  <a:pt x="450" y="1092"/>
                </a:lnTo>
                <a:lnTo>
                  <a:pt x="450" y="1093"/>
                </a:lnTo>
                <a:lnTo>
                  <a:pt x="451" y="1093"/>
                </a:lnTo>
                <a:lnTo>
                  <a:pt x="452" y="1093"/>
                </a:lnTo>
                <a:lnTo>
                  <a:pt x="453" y="1095"/>
                </a:lnTo>
                <a:lnTo>
                  <a:pt x="452" y="1095"/>
                </a:lnTo>
                <a:lnTo>
                  <a:pt x="451" y="1096"/>
                </a:lnTo>
                <a:lnTo>
                  <a:pt x="451" y="1097"/>
                </a:lnTo>
                <a:lnTo>
                  <a:pt x="450" y="1098"/>
                </a:lnTo>
                <a:lnTo>
                  <a:pt x="450" y="1099"/>
                </a:lnTo>
                <a:lnTo>
                  <a:pt x="451" y="1100"/>
                </a:lnTo>
                <a:lnTo>
                  <a:pt x="454" y="1100"/>
                </a:lnTo>
                <a:lnTo>
                  <a:pt x="454" y="1099"/>
                </a:lnTo>
                <a:lnTo>
                  <a:pt x="456" y="1099"/>
                </a:lnTo>
                <a:lnTo>
                  <a:pt x="456" y="1098"/>
                </a:lnTo>
                <a:lnTo>
                  <a:pt x="457" y="1098"/>
                </a:lnTo>
                <a:lnTo>
                  <a:pt x="458" y="1098"/>
                </a:lnTo>
                <a:lnTo>
                  <a:pt x="458" y="1099"/>
                </a:lnTo>
                <a:lnTo>
                  <a:pt x="457" y="1099"/>
                </a:lnTo>
                <a:lnTo>
                  <a:pt x="457" y="1100"/>
                </a:lnTo>
                <a:lnTo>
                  <a:pt x="456" y="1100"/>
                </a:lnTo>
                <a:lnTo>
                  <a:pt x="457" y="1100"/>
                </a:lnTo>
                <a:lnTo>
                  <a:pt x="457" y="1101"/>
                </a:lnTo>
                <a:lnTo>
                  <a:pt x="457" y="1100"/>
                </a:lnTo>
                <a:lnTo>
                  <a:pt x="458" y="1100"/>
                </a:lnTo>
                <a:lnTo>
                  <a:pt x="458" y="1101"/>
                </a:lnTo>
                <a:lnTo>
                  <a:pt x="458" y="1102"/>
                </a:lnTo>
                <a:lnTo>
                  <a:pt x="459" y="1103"/>
                </a:lnTo>
                <a:lnTo>
                  <a:pt x="460" y="1103"/>
                </a:lnTo>
                <a:lnTo>
                  <a:pt x="460" y="1104"/>
                </a:lnTo>
                <a:lnTo>
                  <a:pt x="459" y="1104"/>
                </a:lnTo>
                <a:lnTo>
                  <a:pt x="459" y="1105"/>
                </a:lnTo>
                <a:lnTo>
                  <a:pt x="458" y="1105"/>
                </a:lnTo>
                <a:lnTo>
                  <a:pt x="459" y="1105"/>
                </a:lnTo>
                <a:lnTo>
                  <a:pt x="459" y="1106"/>
                </a:lnTo>
                <a:lnTo>
                  <a:pt x="457" y="1106"/>
                </a:lnTo>
                <a:lnTo>
                  <a:pt x="457" y="1107"/>
                </a:lnTo>
                <a:lnTo>
                  <a:pt x="457" y="1108"/>
                </a:lnTo>
                <a:lnTo>
                  <a:pt x="456" y="1108"/>
                </a:lnTo>
                <a:lnTo>
                  <a:pt x="456" y="1109"/>
                </a:lnTo>
                <a:lnTo>
                  <a:pt x="455" y="1110"/>
                </a:lnTo>
                <a:lnTo>
                  <a:pt x="455" y="1111"/>
                </a:lnTo>
                <a:lnTo>
                  <a:pt x="454" y="1111"/>
                </a:lnTo>
                <a:lnTo>
                  <a:pt x="454" y="1112"/>
                </a:lnTo>
                <a:lnTo>
                  <a:pt x="454" y="1113"/>
                </a:lnTo>
                <a:lnTo>
                  <a:pt x="453" y="1113"/>
                </a:lnTo>
                <a:lnTo>
                  <a:pt x="452" y="1113"/>
                </a:lnTo>
                <a:lnTo>
                  <a:pt x="451" y="1113"/>
                </a:lnTo>
                <a:lnTo>
                  <a:pt x="450" y="1113"/>
                </a:lnTo>
                <a:lnTo>
                  <a:pt x="449" y="1113"/>
                </a:lnTo>
                <a:lnTo>
                  <a:pt x="447" y="1113"/>
                </a:lnTo>
                <a:lnTo>
                  <a:pt x="446" y="1113"/>
                </a:lnTo>
                <a:lnTo>
                  <a:pt x="445" y="1112"/>
                </a:lnTo>
                <a:lnTo>
                  <a:pt x="444" y="1111"/>
                </a:lnTo>
                <a:lnTo>
                  <a:pt x="443" y="1110"/>
                </a:lnTo>
                <a:lnTo>
                  <a:pt x="442" y="1109"/>
                </a:lnTo>
                <a:lnTo>
                  <a:pt x="442" y="1110"/>
                </a:lnTo>
                <a:lnTo>
                  <a:pt x="441" y="1110"/>
                </a:lnTo>
                <a:lnTo>
                  <a:pt x="439" y="1111"/>
                </a:lnTo>
                <a:lnTo>
                  <a:pt x="438" y="1111"/>
                </a:lnTo>
                <a:lnTo>
                  <a:pt x="436" y="1112"/>
                </a:lnTo>
                <a:lnTo>
                  <a:pt x="435" y="1112"/>
                </a:lnTo>
                <a:lnTo>
                  <a:pt x="434" y="1112"/>
                </a:lnTo>
                <a:lnTo>
                  <a:pt x="434" y="1113"/>
                </a:lnTo>
                <a:lnTo>
                  <a:pt x="433" y="1114"/>
                </a:lnTo>
                <a:lnTo>
                  <a:pt x="432" y="1114"/>
                </a:lnTo>
                <a:lnTo>
                  <a:pt x="429" y="1113"/>
                </a:lnTo>
                <a:lnTo>
                  <a:pt x="428" y="1113"/>
                </a:lnTo>
                <a:lnTo>
                  <a:pt x="428" y="1114"/>
                </a:lnTo>
                <a:lnTo>
                  <a:pt x="427" y="1114"/>
                </a:lnTo>
                <a:lnTo>
                  <a:pt x="427" y="1115"/>
                </a:lnTo>
                <a:lnTo>
                  <a:pt x="426" y="1115"/>
                </a:lnTo>
                <a:lnTo>
                  <a:pt x="425" y="1115"/>
                </a:lnTo>
                <a:lnTo>
                  <a:pt x="425" y="1116"/>
                </a:lnTo>
                <a:lnTo>
                  <a:pt x="424" y="1116"/>
                </a:lnTo>
                <a:lnTo>
                  <a:pt x="424" y="1117"/>
                </a:lnTo>
                <a:lnTo>
                  <a:pt x="422" y="1117"/>
                </a:lnTo>
                <a:lnTo>
                  <a:pt x="421" y="1118"/>
                </a:lnTo>
                <a:lnTo>
                  <a:pt x="419" y="1118"/>
                </a:lnTo>
                <a:lnTo>
                  <a:pt x="419" y="1119"/>
                </a:lnTo>
                <a:lnTo>
                  <a:pt x="418" y="1120"/>
                </a:lnTo>
                <a:lnTo>
                  <a:pt x="418" y="1121"/>
                </a:lnTo>
                <a:lnTo>
                  <a:pt x="416" y="1121"/>
                </a:lnTo>
                <a:lnTo>
                  <a:pt x="414" y="1121"/>
                </a:lnTo>
                <a:lnTo>
                  <a:pt x="413" y="1122"/>
                </a:lnTo>
                <a:lnTo>
                  <a:pt x="413" y="1123"/>
                </a:lnTo>
                <a:lnTo>
                  <a:pt x="414" y="1124"/>
                </a:lnTo>
                <a:lnTo>
                  <a:pt x="414" y="1125"/>
                </a:lnTo>
                <a:lnTo>
                  <a:pt x="415" y="1126"/>
                </a:lnTo>
                <a:lnTo>
                  <a:pt x="415" y="1127"/>
                </a:lnTo>
                <a:lnTo>
                  <a:pt x="414" y="1128"/>
                </a:lnTo>
                <a:lnTo>
                  <a:pt x="414" y="1129"/>
                </a:lnTo>
                <a:lnTo>
                  <a:pt x="414" y="1130"/>
                </a:lnTo>
                <a:lnTo>
                  <a:pt x="413" y="1130"/>
                </a:lnTo>
                <a:lnTo>
                  <a:pt x="413" y="1131"/>
                </a:lnTo>
                <a:lnTo>
                  <a:pt x="413" y="1132"/>
                </a:lnTo>
                <a:lnTo>
                  <a:pt x="413" y="1133"/>
                </a:lnTo>
                <a:lnTo>
                  <a:pt x="413" y="1134"/>
                </a:lnTo>
                <a:lnTo>
                  <a:pt x="414" y="1134"/>
                </a:lnTo>
                <a:lnTo>
                  <a:pt x="414" y="1135"/>
                </a:lnTo>
                <a:lnTo>
                  <a:pt x="414" y="1139"/>
                </a:lnTo>
                <a:lnTo>
                  <a:pt x="414" y="1140"/>
                </a:lnTo>
                <a:lnTo>
                  <a:pt x="413" y="1141"/>
                </a:lnTo>
                <a:lnTo>
                  <a:pt x="414" y="1141"/>
                </a:lnTo>
                <a:lnTo>
                  <a:pt x="414" y="1142"/>
                </a:lnTo>
                <a:lnTo>
                  <a:pt x="414" y="1143"/>
                </a:lnTo>
                <a:lnTo>
                  <a:pt x="413" y="1143"/>
                </a:lnTo>
                <a:lnTo>
                  <a:pt x="413" y="1144"/>
                </a:lnTo>
                <a:lnTo>
                  <a:pt x="412" y="1144"/>
                </a:lnTo>
                <a:lnTo>
                  <a:pt x="412" y="1145"/>
                </a:lnTo>
                <a:lnTo>
                  <a:pt x="411" y="1146"/>
                </a:lnTo>
                <a:lnTo>
                  <a:pt x="410" y="1146"/>
                </a:lnTo>
                <a:lnTo>
                  <a:pt x="408" y="1147"/>
                </a:lnTo>
                <a:lnTo>
                  <a:pt x="408" y="1148"/>
                </a:lnTo>
                <a:lnTo>
                  <a:pt x="407" y="1149"/>
                </a:lnTo>
                <a:lnTo>
                  <a:pt x="406" y="1150"/>
                </a:lnTo>
                <a:lnTo>
                  <a:pt x="405" y="1151"/>
                </a:lnTo>
                <a:lnTo>
                  <a:pt x="405" y="1152"/>
                </a:lnTo>
                <a:lnTo>
                  <a:pt x="405" y="1153"/>
                </a:lnTo>
                <a:lnTo>
                  <a:pt x="405" y="1154"/>
                </a:lnTo>
                <a:lnTo>
                  <a:pt x="405" y="1155"/>
                </a:lnTo>
                <a:lnTo>
                  <a:pt x="406" y="1156"/>
                </a:lnTo>
                <a:lnTo>
                  <a:pt x="406" y="1157"/>
                </a:lnTo>
                <a:lnTo>
                  <a:pt x="406" y="1158"/>
                </a:lnTo>
                <a:lnTo>
                  <a:pt x="405" y="1159"/>
                </a:lnTo>
                <a:lnTo>
                  <a:pt x="404" y="1160"/>
                </a:lnTo>
                <a:lnTo>
                  <a:pt x="403" y="1161"/>
                </a:lnTo>
                <a:lnTo>
                  <a:pt x="402" y="1161"/>
                </a:lnTo>
                <a:lnTo>
                  <a:pt x="402" y="1162"/>
                </a:lnTo>
                <a:lnTo>
                  <a:pt x="402" y="1163"/>
                </a:lnTo>
                <a:lnTo>
                  <a:pt x="402" y="1165"/>
                </a:lnTo>
                <a:lnTo>
                  <a:pt x="402" y="1166"/>
                </a:lnTo>
                <a:lnTo>
                  <a:pt x="403" y="1167"/>
                </a:lnTo>
                <a:lnTo>
                  <a:pt x="403" y="1168"/>
                </a:lnTo>
                <a:lnTo>
                  <a:pt x="403" y="1170"/>
                </a:lnTo>
                <a:lnTo>
                  <a:pt x="403" y="1171"/>
                </a:lnTo>
                <a:lnTo>
                  <a:pt x="403" y="1172"/>
                </a:lnTo>
                <a:lnTo>
                  <a:pt x="402" y="1173"/>
                </a:lnTo>
                <a:lnTo>
                  <a:pt x="402" y="1175"/>
                </a:lnTo>
                <a:lnTo>
                  <a:pt x="401" y="1176"/>
                </a:lnTo>
                <a:lnTo>
                  <a:pt x="401" y="1178"/>
                </a:lnTo>
                <a:lnTo>
                  <a:pt x="401" y="1179"/>
                </a:lnTo>
                <a:lnTo>
                  <a:pt x="400" y="1181"/>
                </a:lnTo>
                <a:lnTo>
                  <a:pt x="400" y="1182"/>
                </a:lnTo>
                <a:lnTo>
                  <a:pt x="399" y="1182"/>
                </a:lnTo>
                <a:lnTo>
                  <a:pt x="399" y="1183"/>
                </a:lnTo>
                <a:lnTo>
                  <a:pt x="398" y="1184"/>
                </a:lnTo>
                <a:lnTo>
                  <a:pt x="396" y="1185"/>
                </a:lnTo>
                <a:lnTo>
                  <a:pt x="396" y="1187"/>
                </a:lnTo>
                <a:lnTo>
                  <a:pt x="396" y="1188"/>
                </a:lnTo>
                <a:lnTo>
                  <a:pt x="395" y="1188"/>
                </a:lnTo>
                <a:lnTo>
                  <a:pt x="395" y="1189"/>
                </a:lnTo>
                <a:lnTo>
                  <a:pt x="394" y="1189"/>
                </a:lnTo>
                <a:lnTo>
                  <a:pt x="394" y="1190"/>
                </a:lnTo>
                <a:lnTo>
                  <a:pt x="394" y="1191"/>
                </a:lnTo>
                <a:lnTo>
                  <a:pt x="393" y="1191"/>
                </a:lnTo>
                <a:lnTo>
                  <a:pt x="393" y="1192"/>
                </a:lnTo>
                <a:lnTo>
                  <a:pt x="394" y="1192"/>
                </a:lnTo>
                <a:lnTo>
                  <a:pt x="393" y="1193"/>
                </a:lnTo>
                <a:lnTo>
                  <a:pt x="392" y="1194"/>
                </a:lnTo>
                <a:lnTo>
                  <a:pt x="391" y="1194"/>
                </a:lnTo>
                <a:lnTo>
                  <a:pt x="390" y="1195"/>
                </a:lnTo>
                <a:lnTo>
                  <a:pt x="389" y="1197"/>
                </a:lnTo>
                <a:lnTo>
                  <a:pt x="389" y="1198"/>
                </a:lnTo>
                <a:lnTo>
                  <a:pt x="390" y="1199"/>
                </a:lnTo>
                <a:lnTo>
                  <a:pt x="391" y="1199"/>
                </a:lnTo>
                <a:lnTo>
                  <a:pt x="391" y="1200"/>
                </a:lnTo>
                <a:lnTo>
                  <a:pt x="390" y="1200"/>
                </a:lnTo>
                <a:lnTo>
                  <a:pt x="390" y="1201"/>
                </a:lnTo>
                <a:lnTo>
                  <a:pt x="390" y="1202"/>
                </a:lnTo>
                <a:lnTo>
                  <a:pt x="391" y="1202"/>
                </a:lnTo>
                <a:lnTo>
                  <a:pt x="391" y="1201"/>
                </a:lnTo>
                <a:lnTo>
                  <a:pt x="392" y="1200"/>
                </a:lnTo>
                <a:lnTo>
                  <a:pt x="392" y="1201"/>
                </a:lnTo>
                <a:lnTo>
                  <a:pt x="393" y="1202"/>
                </a:lnTo>
                <a:lnTo>
                  <a:pt x="392" y="1205"/>
                </a:lnTo>
                <a:lnTo>
                  <a:pt x="391" y="1206"/>
                </a:lnTo>
                <a:lnTo>
                  <a:pt x="391" y="1207"/>
                </a:lnTo>
                <a:lnTo>
                  <a:pt x="390" y="1207"/>
                </a:lnTo>
                <a:lnTo>
                  <a:pt x="389" y="1209"/>
                </a:lnTo>
                <a:lnTo>
                  <a:pt x="389" y="1208"/>
                </a:lnTo>
                <a:lnTo>
                  <a:pt x="388" y="1208"/>
                </a:lnTo>
                <a:lnTo>
                  <a:pt x="388" y="1209"/>
                </a:lnTo>
                <a:lnTo>
                  <a:pt x="388" y="1210"/>
                </a:lnTo>
                <a:lnTo>
                  <a:pt x="388" y="1211"/>
                </a:lnTo>
                <a:lnTo>
                  <a:pt x="388" y="1212"/>
                </a:lnTo>
                <a:lnTo>
                  <a:pt x="389" y="1212"/>
                </a:lnTo>
                <a:lnTo>
                  <a:pt x="389" y="1213"/>
                </a:lnTo>
                <a:lnTo>
                  <a:pt x="389" y="1215"/>
                </a:lnTo>
                <a:lnTo>
                  <a:pt x="388" y="1215"/>
                </a:lnTo>
                <a:lnTo>
                  <a:pt x="388" y="1216"/>
                </a:lnTo>
                <a:lnTo>
                  <a:pt x="387" y="1216"/>
                </a:lnTo>
                <a:lnTo>
                  <a:pt x="387" y="1215"/>
                </a:lnTo>
                <a:lnTo>
                  <a:pt x="387" y="1216"/>
                </a:lnTo>
                <a:lnTo>
                  <a:pt x="386" y="1216"/>
                </a:lnTo>
                <a:lnTo>
                  <a:pt x="385" y="1216"/>
                </a:lnTo>
                <a:lnTo>
                  <a:pt x="385" y="1217"/>
                </a:lnTo>
                <a:lnTo>
                  <a:pt x="384" y="1217"/>
                </a:lnTo>
                <a:lnTo>
                  <a:pt x="384" y="1218"/>
                </a:lnTo>
                <a:lnTo>
                  <a:pt x="383" y="1218"/>
                </a:lnTo>
                <a:lnTo>
                  <a:pt x="383" y="1219"/>
                </a:lnTo>
                <a:lnTo>
                  <a:pt x="382" y="1219"/>
                </a:lnTo>
                <a:lnTo>
                  <a:pt x="382" y="1220"/>
                </a:lnTo>
                <a:lnTo>
                  <a:pt x="381" y="1220"/>
                </a:lnTo>
                <a:lnTo>
                  <a:pt x="381" y="1221"/>
                </a:lnTo>
                <a:lnTo>
                  <a:pt x="381" y="1222"/>
                </a:lnTo>
                <a:lnTo>
                  <a:pt x="380" y="1222"/>
                </a:lnTo>
                <a:lnTo>
                  <a:pt x="380" y="1223"/>
                </a:lnTo>
                <a:lnTo>
                  <a:pt x="380" y="1224"/>
                </a:lnTo>
                <a:lnTo>
                  <a:pt x="379" y="1224"/>
                </a:lnTo>
                <a:lnTo>
                  <a:pt x="380" y="1225"/>
                </a:lnTo>
                <a:lnTo>
                  <a:pt x="380" y="1226"/>
                </a:lnTo>
                <a:lnTo>
                  <a:pt x="379" y="1228"/>
                </a:lnTo>
                <a:lnTo>
                  <a:pt x="378" y="1229"/>
                </a:lnTo>
                <a:lnTo>
                  <a:pt x="378" y="1230"/>
                </a:lnTo>
                <a:lnTo>
                  <a:pt x="378" y="1231"/>
                </a:lnTo>
                <a:lnTo>
                  <a:pt x="379" y="1231"/>
                </a:lnTo>
                <a:lnTo>
                  <a:pt x="379" y="1232"/>
                </a:lnTo>
                <a:lnTo>
                  <a:pt x="379" y="1233"/>
                </a:lnTo>
                <a:lnTo>
                  <a:pt x="379" y="1234"/>
                </a:lnTo>
                <a:lnTo>
                  <a:pt x="378" y="1234"/>
                </a:lnTo>
                <a:lnTo>
                  <a:pt x="378" y="1235"/>
                </a:lnTo>
                <a:lnTo>
                  <a:pt x="378" y="1236"/>
                </a:lnTo>
                <a:lnTo>
                  <a:pt x="377" y="1236"/>
                </a:lnTo>
                <a:lnTo>
                  <a:pt x="376" y="1237"/>
                </a:lnTo>
                <a:lnTo>
                  <a:pt x="375" y="1236"/>
                </a:lnTo>
                <a:lnTo>
                  <a:pt x="374" y="1237"/>
                </a:lnTo>
                <a:lnTo>
                  <a:pt x="372" y="1238"/>
                </a:lnTo>
                <a:lnTo>
                  <a:pt x="371" y="1239"/>
                </a:lnTo>
                <a:lnTo>
                  <a:pt x="370" y="1239"/>
                </a:lnTo>
                <a:lnTo>
                  <a:pt x="369" y="1241"/>
                </a:lnTo>
                <a:lnTo>
                  <a:pt x="368" y="1241"/>
                </a:lnTo>
                <a:lnTo>
                  <a:pt x="365" y="1243"/>
                </a:lnTo>
                <a:lnTo>
                  <a:pt x="364" y="1243"/>
                </a:lnTo>
                <a:lnTo>
                  <a:pt x="363" y="1244"/>
                </a:lnTo>
                <a:lnTo>
                  <a:pt x="362" y="1244"/>
                </a:lnTo>
                <a:lnTo>
                  <a:pt x="362" y="1245"/>
                </a:lnTo>
                <a:lnTo>
                  <a:pt x="361" y="1246"/>
                </a:lnTo>
                <a:lnTo>
                  <a:pt x="359" y="1246"/>
                </a:lnTo>
                <a:lnTo>
                  <a:pt x="358" y="1246"/>
                </a:lnTo>
                <a:lnTo>
                  <a:pt x="356" y="1246"/>
                </a:lnTo>
                <a:lnTo>
                  <a:pt x="355" y="1247"/>
                </a:lnTo>
                <a:lnTo>
                  <a:pt x="354" y="1247"/>
                </a:lnTo>
                <a:lnTo>
                  <a:pt x="353" y="1247"/>
                </a:lnTo>
                <a:lnTo>
                  <a:pt x="354" y="1248"/>
                </a:lnTo>
                <a:lnTo>
                  <a:pt x="354" y="1249"/>
                </a:lnTo>
                <a:lnTo>
                  <a:pt x="353" y="1249"/>
                </a:lnTo>
                <a:lnTo>
                  <a:pt x="352" y="1248"/>
                </a:lnTo>
                <a:lnTo>
                  <a:pt x="351" y="1248"/>
                </a:lnTo>
                <a:lnTo>
                  <a:pt x="348" y="1249"/>
                </a:lnTo>
                <a:lnTo>
                  <a:pt x="348" y="1250"/>
                </a:lnTo>
                <a:lnTo>
                  <a:pt x="347" y="1250"/>
                </a:lnTo>
                <a:lnTo>
                  <a:pt x="346" y="1250"/>
                </a:lnTo>
                <a:lnTo>
                  <a:pt x="346" y="1251"/>
                </a:lnTo>
                <a:lnTo>
                  <a:pt x="346" y="1252"/>
                </a:lnTo>
                <a:lnTo>
                  <a:pt x="346" y="1253"/>
                </a:lnTo>
                <a:lnTo>
                  <a:pt x="346" y="1254"/>
                </a:lnTo>
                <a:lnTo>
                  <a:pt x="345" y="1255"/>
                </a:lnTo>
                <a:lnTo>
                  <a:pt x="345" y="1256"/>
                </a:lnTo>
                <a:lnTo>
                  <a:pt x="345" y="1257"/>
                </a:lnTo>
                <a:lnTo>
                  <a:pt x="344" y="1257"/>
                </a:lnTo>
                <a:lnTo>
                  <a:pt x="344" y="1258"/>
                </a:lnTo>
                <a:lnTo>
                  <a:pt x="343" y="1259"/>
                </a:lnTo>
                <a:lnTo>
                  <a:pt x="343" y="1260"/>
                </a:lnTo>
                <a:lnTo>
                  <a:pt x="343" y="1261"/>
                </a:lnTo>
                <a:lnTo>
                  <a:pt x="343" y="1262"/>
                </a:lnTo>
                <a:lnTo>
                  <a:pt x="343" y="1263"/>
                </a:lnTo>
                <a:lnTo>
                  <a:pt x="342" y="1264"/>
                </a:lnTo>
                <a:lnTo>
                  <a:pt x="342" y="1265"/>
                </a:lnTo>
                <a:lnTo>
                  <a:pt x="340" y="1266"/>
                </a:lnTo>
                <a:lnTo>
                  <a:pt x="338" y="1266"/>
                </a:lnTo>
                <a:lnTo>
                  <a:pt x="338" y="1268"/>
                </a:lnTo>
                <a:lnTo>
                  <a:pt x="337" y="1269"/>
                </a:lnTo>
                <a:lnTo>
                  <a:pt x="337" y="1270"/>
                </a:lnTo>
                <a:lnTo>
                  <a:pt x="337" y="1271"/>
                </a:lnTo>
                <a:lnTo>
                  <a:pt x="337" y="1272"/>
                </a:lnTo>
                <a:lnTo>
                  <a:pt x="336" y="1272"/>
                </a:lnTo>
                <a:lnTo>
                  <a:pt x="335" y="1272"/>
                </a:lnTo>
                <a:lnTo>
                  <a:pt x="334" y="1273"/>
                </a:lnTo>
                <a:lnTo>
                  <a:pt x="334" y="1274"/>
                </a:lnTo>
                <a:lnTo>
                  <a:pt x="334" y="1275"/>
                </a:lnTo>
                <a:lnTo>
                  <a:pt x="334" y="1276"/>
                </a:lnTo>
                <a:lnTo>
                  <a:pt x="333" y="1278"/>
                </a:lnTo>
                <a:lnTo>
                  <a:pt x="332" y="1279"/>
                </a:lnTo>
                <a:lnTo>
                  <a:pt x="331" y="1281"/>
                </a:lnTo>
                <a:lnTo>
                  <a:pt x="330" y="1280"/>
                </a:lnTo>
                <a:lnTo>
                  <a:pt x="330" y="1279"/>
                </a:lnTo>
                <a:lnTo>
                  <a:pt x="329" y="1279"/>
                </a:lnTo>
                <a:lnTo>
                  <a:pt x="329" y="1280"/>
                </a:lnTo>
                <a:lnTo>
                  <a:pt x="329" y="1281"/>
                </a:lnTo>
                <a:lnTo>
                  <a:pt x="329" y="1282"/>
                </a:lnTo>
                <a:lnTo>
                  <a:pt x="328" y="1282"/>
                </a:lnTo>
                <a:lnTo>
                  <a:pt x="328" y="1283"/>
                </a:lnTo>
                <a:lnTo>
                  <a:pt x="328" y="1284"/>
                </a:lnTo>
                <a:lnTo>
                  <a:pt x="328" y="1285"/>
                </a:lnTo>
                <a:lnTo>
                  <a:pt x="327" y="1286"/>
                </a:lnTo>
                <a:lnTo>
                  <a:pt x="328" y="1286"/>
                </a:lnTo>
                <a:lnTo>
                  <a:pt x="328" y="1287"/>
                </a:lnTo>
                <a:lnTo>
                  <a:pt x="327" y="1289"/>
                </a:lnTo>
                <a:lnTo>
                  <a:pt x="327" y="1290"/>
                </a:lnTo>
                <a:lnTo>
                  <a:pt x="327" y="1291"/>
                </a:lnTo>
                <a:lnTo>
                  <a:pt x="327" y="1293"/>
                </a:lnTo>
                <a:lnTo>
                  <a:pt x="327" y="1294"/>
                </a:lnTo>
                <a:lnTo>
                  <a:pt x="327" y="1295"/>
                </a:lnTo>
                <a:lnTo>
                  <a:pt x="327" y="1296"/>
                </a:lnTo>
                <a:lnTo>
                  <a:pt x="327" y="1297"/>
                </a:lnTo>
                <a:lnTo>
                  <a:pt x="326" y="1298"/>
                </a:lnTo>
                <a:lnTo>
                  <a:pt x="324" y="1300"/>
                </a:lnTo>
                <a:lnTo>
                  <a:pt x="324" y="1301"/>
                </a:lnTo>
                <a:lnTo>
                  <a:pt x="323" y="1302"/>
                </a:lnTo>
                <a:lnTo>
                  <a:pt x="322" y="1305"/>
                </a:lnTo>
                <a:lnTo>
                  <a:pt x="322" y="1306"/>
                </a:lnTo>
                <a:lnTo>
                  <a:pt x="322" y="1307"/>
                </a:lnTo>
                <a:lnTo>
                  <a:pt x="321" y="1308"/>
                </a:lnTo>
                <a:lnTo>
                  <a:pt x="321" y="1309"/>
                </a:lnTo>
                <a:lnTo>
                  <a:pt x="321" y="1310"/>
                </a:lnTo>
                <a:lnTo>
                  <a:pt x="321" y="1311"/>
                </a:lnTo>
                <a:lnTo>
                  <a:pt x="321" y="1312"/>
                </a:lnTo>
                <a:lnTo>
                  <a:pt x="322" y="1312"/>
                </a:lnTo>
                <a:lnTo>
                  <a:pt x="323" y="1312"/>
                </a:lnTo>
                <a:lnTo>
                  <a:pt x="323" y="1313"/>
                </a:lnTo>
                <a:lnTo>
                  <a:pt x="322" y="1313"/>
                </a:lnTo>
                <a:lnTo>
                  <a:pt x="322" y="1314"/>
                </a:lnTo>
                <a:lnTo>
                  <a:pt x="322" y="1315"/>
                </a:lnTo>
                <a:lnTo>
                  <a:pt x="323" y="1315"/>
                </a:lnTo>
                <a:lnTo>
                  <a:pt x="323" y="1316"/>
                </a:lnTo>
                <a:lnTo>
                  <a:pt x="323" y="1315"/>
                </a:lnTo>
                <a:lnTo>
                  <a:pt x="324" y="1314"/>
                </a:lnTo>
                <a:lnTo>
                  <a:pt x="325" y="1314"/>
                </a:lnTo>
                <a:lnTo>
                  <a:pt x="325" y="1315"/>
                </a:lnTo>
                <a:lnTo>
                  <a:pt x="326" y="1316"/>
                </a:lnTo>
                <a:lnTo>
                  <a:pt x="327" y="1316"/>
                </a:lnTo>
                <a:lnTo>
                  <a:pt x="327" y="1317"/>
                </a:lnTo>
                <a:lnTo>
                  <a:pt x="327" y="1320"/>
                </a:lnTo>
                <a:lnTo>
                  <a:pt x="327" y="1321"/>
                </a:lnTo>
                <a:lnTo>
                  <a:pt x="326" y="1321"/>
                </a:lnTo>
                <a:lnTo>
                  <a:pt x="326" y="1322"/>
                </a:lnTo>
                <a:lnTo>
                  <a:pt x="326" y="1323"/>
                </a:lnTo>
                <a:lnTo>
                  <a:pt x="325" y="1324"/>
                </a:lnTo>
                <a:lnTo>
                  <a:pt x="325" y="1325"/>
                </a:lnTo>
                <a:lnTo>
                  <a:pt x="326" y="1325"/>
                </a:lnTo>
                <a:lnTo>
                  <a:pt x="327" y="1326"/>
                </a:lnTo>
                <a:lnTo>
                  <a:pt x="328" y="1326"/>
                </a:lnTo>
                <a:lnTo>
                  <a:pt x="330" y="1327"/>
                </a:lnTo>
                <a:lnTo>
                  <a:pt x="330" y="1328"/>
                </a:lnTo>
                <a:lnTo>
                  <a:pt x="331" y="1328"/>
                </a:lnTo>
                <a:lnTo>
                  <a:pt x="332" y="1328"/>
                </a:lnTo>
                <a:lnTo>
                  <a:pt x="332" y="1327"/>
                </a:lnTo>
                <a:lnTo>
                  <a:pt x="333" y="1328"/>
                </a:lnTo>
                <a:lnTo>
                  <a:pt x="332" y="1329"/>
                </a:lnTo>
                <a:lnTo>
                  <a:pt x="332" y="1330"/>
                </a:lnTo>
                <a:lnTo>
                  <a:pt x="332" y="1332"/>
                </a:lnTo>
                <a:lnTo>
                  <a:pt x="332" y="1331"/>
                </a:lnTo>
                <a:lnTo>
                  <a:pt x="332" y="1332"/>
                </a:lnTo>
                <a:lnTo>
                  <a:pt x="333" y="1333"/>
                </a:lnTo>
                <a:lnTo>
                  <a:pt x="333" y="1334"/>
                </a:lnTo>
                <a:lnTo>
                  <a:pt x="334" y="1334"/>
                </a:lnTo>
                <a:lnTo>
                  <a:pt x="334" y="1336"/>
                </a:lnTo>
                <a:lnTo>
                  <a:pt x="334" y="1337"/>
                </a:lnTo>
                <a:lnTo>
                  <a:pt x="335" y="1337"/>
                </a:lnTo>
                <a:lnTo>
                  <a:pt x="336" y="1337"/>
                </a:lnTo>
                <a:lnTo>
                  <a:pt x="337" y="1337"/>
                </a:lnTo>
                <a:lnTo>
                  <a:pt x="338" y="1338"/>
                </a:lnTo>
                <a:lnTo>
                  <a:pt x="338" y="1341"/>
                </a:lnTo>
                <a:lnTo>
                  <a:pt x="338" y="1342"/>
                </a:lnTo>
                <a:lnTo>
                  <a:pt x="337" y="1343"/>
                </a:lnTo>
                <a:lnTo>
                  <a:pt x="336" y="1343"/>
                </a:lnTo>
                <a:lnTo>
                  <a:pt x="336" y="1345"/>
                </a:lnTo>
                <a:lnTo>
                  <a:pt x="337" y="1346"/>
                </a:lnTo>
                <a:lnTo>
                  <a:pt x="338" y="1346"/>
                </a:lnTo>
                <a:lnTo>
                  <a:pt x="339" y="1345"/>
                </a:lnTo>
                <a:lnTo>
                  <a:pt x="340" y="1344"/>
                </a:lnTo>
                <a:lnTo>
                  <a:pt x="340" y="1342"/>
                </a:lnTo>
                <a:lnTo>
                  <a:pt x="341" y="1343"/>
                </a:lnTo>
                <a:lnTo>
                  <a:pt x="342" y="1343"/>
                </a:lnTo>
                <a:lnTo>
                  <a:pt x="343" y="1343"/>
                </a:lnTo>
                <a:lnTo>
                  <a:pt x="343" y="1342"/>
                </a:lnTo>
                <a:lnTo>
                  <a:pt x="344" y="1342"/>
                </a:lnTo>
                <a:lnTo>
                  <a:pt x="344" y="1341"/>
                </a:lnTo>
                <a:lnTo>
                  <a:pt x="345" y="1341"/>
                </a:lnTo>
                <a:lnTo>
                  <a:pt x="346" y="1341"/>
                </a:lnTo>
                <a:lnTo>
                  <a:pt x="347" y="1342"/>
                </a:lnTo>
                <a:lnTo>
                  <a:pt x="347" y="1344"/>
                </a:lnTo>
                <a:lnTo>
                  <a:pt x="347" y="1345"/>
                </a:lnTo>
                <a:lnTo>
                  <a:pt x="347" y="1346"/>
                </a:lnTo>
                <a:lnTo>
                  <a:pt x="347" y="1347"/>
                </a:lnTo>
                <a:lnTo>
                  <a:pt x="346" y="1348"/>
                </a:lnTo>
                <a:lnTo>
                  <a:pt x="347" y="1349"/>
                </a:lnTo>
                <a:lnTo>
                  <a:pt x="348" y="1349"/>
                </a:lnTo>
                <a:lnTo>
                  <a:pt x="349" y="1349"/>
                </a:lnTo>
                <a:lnTo>
                  <a:pt x="349" y="1350"/>
                </a:lnTo>
                <a:lnTo>
                  <a:pt x="349" y="1351"/>
                </a:lnTo>
                <a:lnTo>
                  <a:pt x="350" y="1351"/>
                </a:lnTo>
                <a:lnTo>
                  <a:pt x="352" y="1351"/>
                </a:lnTo>
                <a:lnTo>
                  <a:pt x="353" y="1351"/>
                </a:lnTo>
                <a:lnTo>
                  <a:pt x="354" y="1351"/>
                </a:lnTo>
                <a:lnTo>
                  <a:pt x="355" y="1352"/>
                </a:lnTo>
                <a:lnTo>
                  <a:pt x="355" y="1353"/>
                </a:lnTo>
                <a:lnTo>
                  <a:pt x="355" y="1354"/>
                </a:lnTo>
                <a:lnTo>
                  <a:pt x="355" y="1355"/>
                </a:lnTo>
                <a:lnTo>
                  <a:pt x="355" y="1356"/>
                </a:lnTo>
                <a:lnTo>
                  <a:pt x="356" y="1356"/>
                </a:lnTo>
                <a:lnTo>
                  <a:pt x="357" y="1356"/>
                </a:lnTo>
                <a:lnTo>
                  <a:pt x="357" y="1357"/>
                </a:lnTo>
                <a:lnTo>
                  <a:pt x="357" y="1358"/>
                </a:lnTo>
                <a:lnTo>
                  <a:pt x="357" y="1359"/>
                </a:lnTo>
                <a:lnTo>
                  <a:pt x="357" y="1361"/>
                </a:lnTo>
                <a:lnTo>
                  <a:pt x="358" y="1361"/>
                </a:lnTo>
                <a:lnTo>
                  <a:pt x="358" y="1362"/>
                </a:lnTo>
                <a:lnTo>
                  <a:pt x="357" y="1362"/>
                </a:lnTo>
                <a:lnTo>
                  <a:pt x="357" y="1363"/>
                </a:lnTo>
                <a:lnTo>
                  <a:pt x="358" y="1364"/>
                </a:lnTo>
                <a:lnTo>
                  <a:pt x="359" y="1365"/>
                </a:lnTo>
                <a:lnTo>
                  <a:pt x="359" y="1366"/>
                </a:lnTo>
                <a:lnTo>
                  <a:pt x="358" y="1366"/>
                </a:lnTo>
                <a:lnTo>
                  <a:pt x="358" y="1367"/>
                </a:lnTo>
                <a:lnTo>
                  <a:pt x="358" y="1368"/>
                </a:lnTo>
                <a:lnTo>
                  <a:pt x="359" y="1368"/>
                </a:lnTo>
                <a:lnTo>
                  <a:pt x="359" y="1370"/>
                </a:lnTo>
                <a:lnTo>
                  <a:pt x="359" y="1371"/>
                </a:lnTo>
                <a:lnTo>
                  <a:pt x="360" y="1372"/>
                </a:lnTo>
                <a:lnTo>
                  <a:pt x="359" y="1372"/>
                </a:lnTo>
                <a:lnTo>
                  <a:pt x="359" y="1373"/>
                </a:lnTo>
                <a:lnTo>
                  <a:pt x="360" y="1374"/>
                </a:lnTo>
                <a:lnTo>
                  <a:pt x="360" y="1375"/>
                </a:lnTo>
                <a:lnTo>
                  <a:pt x="361" y="1376"/>
                </a:lnTo>
                <a:lnTo>
                  <a:pt x="360" y="1376"/>
                </a:lnTo>
                <a:lnTo>
                  <a:pt x="360" y="1377"/>
                </a:lnTo>
                <a:lnTo>
                  <a:pt x="360" y="1376"/>
                </a:lnTo>
                <a:lnTo>
                  <a:pt x="359" y="1376"/>
                </a:lnTo>
                <a:lnTo>
                  <a:pt x="358" y="1376"/>
                </a:lnTo>
                <a:lnTo>
                  <a:pt x="358" y="1375"/>
                </a:lnTo>
                <a:lnTo>
                  <a:pt x="358" y="1374"/>
                </a:lnTo>
                <a:lnTo>
                  <a:pt x="358" y="1373"/>
                </a:lnTo>
                <a:lnTo>
                  <a:pt x="357" y="1373"/>
                </a:lnTo>
                <a:lnTo>
                  <a:pt x="356" y="1372"/>
                </a:lnTo>
                <a:lnTo>
                  <a:pt x="355" y="1371"/>
                </a:lnTo>
                <a:lnTo>
                  <a:pt x="355" y="1372"/>
                </a:lnTo>
                <a:lnTo>
                  <a:pt x="354" y="1373"/>
                </a:lnTo>
                <a:lnTo>
                  <a:pt x="354" y="1374"/>
                </a:lnTo>
                <a:lnTo>
                  <a:pt x="355" y="1375"/>
                </a:lnTo>
                <a:lnTo>
                  <a:pt x="355" y="1376"/>
                </a:lnTo>
                <a:lnTo>
                  <a:pt x="355" y="1377"/>
                </a:lnTo>
                <a:lnTo>
                  <a:pt x="355" y="1378"/>
                </a:lnTo>
                <a:lnTo>
                  <a:pt x="354" y="1377"/>
                </a:lnTo>
                <a:lnTo>
                  <a:pt x="353" y="1377"/>
                </a:lnTo>
                <a:lnTo>
                  <a:pt x="352" y="1378"/>
                </a:lnTo>
                <a:lnTo>
                  <a:pt x="352" y="1379"/>
                </a:lnTo>
                <a:lnTo>
                  <a:pt x="351" y="1380"/>
                </a:lnTo>
                <a:lnTo>
                  <a:pt x="350" y="1380"/>
                </a:lnTo>
                <a:lnTo>
                  <a:pt x="349" y="1380"/>
                </a:lnTo>
                <a:lnTo>
                  <a:pt x="348" y="1379"/>
                </a:lnTo>
                <a:lnTo>
                  <a:pt x="348" y="1378"/>
                </a:lnTo>
                <a:lnTo>
                  <a:pt x="348" y="1377"/>
                </a:lnTo>
                <a:lnTo>
                  <a:pt x="348" y="1376"/>
                </a:lnTo>
                <a:lnTo>
                  <a:pt x="347" y="1376"/>
                </a:lnTo>
                <a:lnTo>
                  <a:pt x="347" y="1377"/>
                </a:lnTo>
                <a:lnTo>
                  <a:pt x="347" y="1378"/>
                </a:lnTo>
                <a:lnTo>
                  <a:pt x="347" y="1379"/>
                </a:lnTo>
                <a:lnTo>
                  <a:pt x="347" y="1380"/>
                </a:lnTo>
                <a:lnTo>
                  <a:pt x="346" y="1382"/>
                </a:lnTo>
                <a:lnTo>
                  <a:pt x="345" y="1382"/>
                </a:lnTo>
                <a:lnTo>
                  <a:pt x="344" y="1382"/>
                </a:lnTo>
                <a:lnTo>
                  <a:pt x="343" y="1382"/>
                </a:lnTo>
                <a:lnTo>
                  <a:pt x="343" y="1383"/>
                </a:lnTo>
                <a:lnTo>
                  <a:pt x="343" y="1384"/>
                </a:lnTo>
                <a:lnTo>
                  <a:pt x="343" y="1385"/>
                </a:lnTo>
                <a:lnTo>
                  <a:pt x="344" y="1385"/>
                </a:lnTo>
                <a:lnTo>
                  <a:pt x="344" y="1386"/>
                </a:lnTo>
                <a:lnTo>
                  <a:pt x="343" y="1386"/>
                </a:lnTo>
                <a:lnTo>
                  <a:pt x="343" y="1388"/>
                </a:lnTo>
                <a:lnTo>
                  <a:pt x="342" y="1389"/>
                </a:lnTo>
                <a:lnTo>
                  <a:pt x="342" y="1390"/>
                </a:lnTo>
                <a:lnTo>
                  <a:pt x="339" y="1391"/>
                </a:lnTo>
                <a:lnTo>
                  <a:pt x="339" y="1392"/>
                </a:lnTo>
                <a:lnTo>
                  <a:pt x="338" y="1392"/>
                </a:lnTo>
                <a:lnTo>
                  <a:pt x="338" y="1391"/>
                </a:lnTo>
                <a:lnTo>
                  <a:pt x="337" y="1391"/>
                </a:lnTo>
                <a:lnTo>
                  <a:pt x="337" y="1392"/>
                </a:lnTo>
                <a:lnTo>
                  <a:pt x="336" y="1392"/>
                </a:lnTo>
                <a:lnTo>
                  <a:pt x="335" y="1392"/>
                </a:lnTo>
                <a:lnTo>
                  <a:pt x="334" y="1392"/>
                </a:lnTo>
                <a:lnTo>
                  <a:pt x="333" y="1391"/>
                </a:lnTo>
                <a:lnTo>
                  <a:pt x="333" y="1390"/>
                </a:lnTo>
                <a:lnTo>
                  <a:pt x="332" y="1390"/>
                </a:lnTo>
                <a:lnTo>
                  <a:pt x="331" y="1390"/>
                </a:lnTo>
                <a:lnTo>
                  <a:pt x="331" y="1389"/>
                </a:lnTo>
                <a:lnTo>
                  <a:pt x="331" y="1387"/>
                </a:lnTo>
                <a:lnTo>
                  <a:pt x="332" y="1387"/>
                </a:lnTo>
                <a:lnTo>
                  <a:pt x="332" y="1386"/>
                </a:lnTo>
                <a:lnTo>
                  <a:pt x="332" y="1385"/>
                </a:lnTo>
                <a:lnTo>
                  <a:pt x="332" y="1383"/>
                </a:lnTo>
                <a:lnTo>
                  <a:pt x="331" y="1383"/>
                </a:lnTo>
                <a:lnTo>
                  <a:pt x="330" y="1383"/>
                </a:lnTo>
                <a:lnTo>
                  <a:pt x="329" y="1383"/>
                </a:lnTo>
                <a:lnTo>
                  <a:pt x="328" y="1383"/>
                </a:lnTo>
                <a:lnTo>
                  <a:pt x="327" y="1382"/>
                </a:lnTo>
                <a:lnTo>
                  <a:pt x="326" y="1381"/>
                </a:lnTo>
                <a:lnTo>
                  <a:pt x="326" y="1380"/>
                </a:lnTo>
                <a:lnTo>
                  <a:pt x="326" y="1379"/>
                </a:lnTo>
                <a:lnTo>
                  <a:pt x="325" y="1379"/>
                </a:lnTo>
                <a:lnTo>
                  <a:pt x="324" y="1378"/>
                </a:lnTo>
                <a:lnTo>
                  <a:pt x="324" y="1376"/>
                </a:lnTo>
                <a:lnTo>
                  <a:pt x="324" y="1375"/>
                </a:lnTo>
                <a:lnTo>
                  <a:pt x="323" y="1374"/>
                </a:lnTo>
                <a:lnTo>
                  <a:pt x="322" y="1374"/>
                </a:lnTo>
                <a:lnTo>
                  <a:pt x="322" y="1372"/>
                </a:lnTo>
                <a:lnTo>
                  <a:pt x="321" y="1372"/>
                </a:lnTo>
                <a:lnTo>
                  <a:pt x="320" y="1371"/>
                </a:lnTo>
                <a:lnTo>
                  <a:pt x="319" y="1370"/>
                </a:lnTo>
                <a:lnTo>
                  <a:pt x="318" y="1370"/>
                </a:lnTo>
                <a:lnTo>
                  <a:pt x="318" y="1371"/>
                </a:lnTo>
                <a:lnTo>
                  <a:pt x="317" y="1371"/>
                </a:lnTo>
                <a:lnTo>
                  <a:pt x="316" y="1370"/>
                </a:lnTo>
                <a:lnTo>
                  <a:pt x="315" y="1370"/>
                </a:lnTo>
                <a:lnTo>
                  <a:pt x="314" y="1370"/>
                </a:lnTo>
                <a:lnTo>
                  <a:pt x="314" y="1369"/>
                </a:lnTo>
                <a:lnTo>
                  <a:pt x="314" y="1368"/>
                </a:lnTo>
                <a:lnTo>
                  <a:pt x="313" y="1368"/>
                </a:lnTo>
                <a:lnTo>
                  <a:pt x="313" y="1369"/>
                </a:lnTo>
                <a:lnTo>
                  <a:pt x="313" y="1370"/>
                </a:lnTo>
                <a:lnTo>
                  <a:pt x="313" y="1371"/>
                </a:lnTo>
                <a:lnTo>
                  <a:pt x="312" y="1372"/>
                </a:lnTo>
                <a:lnTo>
                  <a:pt x="311" y="1372"/>
                </a:lnTo>
                <a:lnTo>
                  <a:pt x="311" y="1373"/>
                </a:lnTo>
                <a:lnTo>
                  <a:pt x="309" y="1373"/>
                </a:lnTo>
                <a:lnTo>
                  <a:pt x="308" y="1373"/>
                </a:lnTo>
                <a:lnTo>
                  <a:pt x="308" y="1372"/>
                </a:lnTo>
                <a:lnTo>
                  <a:pt x="307" y="1372"/>
                </a:lnTo>
                <a:lnTo>
                  <a:pt x="306" y="1371"/>
                </a:lnTo>
                <a:lnTo>
                  <a:pt x="306" y="1370"/>
                </a:lnTo>
                <a:lnTo>
                  <a:pt x="305" y="1369"/>
                </a:lnTo>
                <a:lnTo>
                  <a:pt x="304" y="1369"/>
                </a:lnTo>
                <a:lnTo>
                  <a:pt x="304" y="1370"/>
                </a:lnTo>
                <a:lnTo>
                  <a:pt x="302" y="1370"/>
                </a:lnTo>
                <a:lnTo>
                  <a:pt x="301" y="1370"/>
                </a:lnTo>
                <a:lnTo>
                  <a:pt x="301" y="1371"/>
                </a:lnTo>
                <a:lnTo>
                  <a:pt x="300" y="1371"/>
                </a:lnTo>
                <a:lnTo>
                  <a:pt x="299" y="1371"/>
                </a:lnTo>
                <a:lnTo>
                  <a:pt x="299" y="1372"/>
                </a:lnTo>
                <a:lnTo>
                  <a:pt x="299" y="1373"/>
                </a:lnTo>
                <a:lnTo>
                  <a:pt x="298" y="1373"/>
                </a:lnTo>
                <a:lnTo>
                  <a:pt x="297" y="1376"/>
                </a:lnTo>
                <a:lnTo>
                  <a:pt x="298" y="1376"/>
                </a:lnTo>
                <a:lnTo>
                  <a:pt x="298" y="1377"/>
                </a:lnTo>
                <a:lnTo>
                  <a:pt x="299" y="1377"/>
                </a:lnTo>
                <a:lnTo>
                  <a:pt x="299" y="1378"/>
                </a:lnTo>
                <a:lnTo>
                  <a:pt x="298" y="1378"/>
                </a:lnTo>
                <a:lnTo>
                  <a:pt x="297" y="1378"/>
                </a:lnTo>
                <a:lnTo>
                  <a:pt x="296" y="1378"/>
                </a:lnTo>
                <a:lnTo>
                  <a:pt x="295" y="1378"/>
                </a:lnTo>
                <a:lnTo>
                  <a:pt x="294" y="1378"/>
                </a:lnTo>
                <a:lnTo>
                  <a:pt x="294" y="1377"/>
                </a:lnTo>
                <a:lnTo>
                  <a:pt x="293" y="1377"/>
                </a:lnTo>
                <a:lnTo>
                  <a:pt x="291" y="1377"/>
                </a:lnTo>
                <a:lnTo>
                  <a:pt x="291" y="1379"/>
                </a:lnTo>
                <a:lnTo>
                  <a:pt x="291" y="1380"/>
                </a:lnTo>
                <a:lnTo>
                  <a:pt x="290" y="1381"/>
                </a:lnTo>
                <a:lnTo>
                  <a:pt x="289" y="1382"/>
                </a:lnTo>
                <a:lnTo>
                  <a:pt x="290" y="1383"/>
                </a:lnTo>
                <a:lnTo>
                  <a:pt x="291" y="1384"/>
                </a:lnTo>
                <a:lnTo>
                  <a:pt x="291" y="1385"/>
                </a:lnTo>
                <a:lnTo>
                  <a:pt x="290" y="1387"/>
                </a:lnTo>
                <a:lnTo>
                  <a:pt x="290" y="1388"/>
                </a:lnTo>
                <a:lnTo>
                  <a:pt x="291" y="1389"/>
                </a:lnTo>
                <a:lnTo>
                  <a:pt x="291" y="1391"/>
                </a:lnTo>
                <a:lnTo>
                  <a:pt x="289" y="1392"/>
                </a:lnTo>
                <a:lnTo>
                  <a:pt x="290" y="1393"/>
                </a:lnTo>
                <a:lnTo>
                  <a:pt x="289" y="1394"/>
                </a:lnTo>
                <a:lnTo>
                  <a:pt x="288" y="1394"/>
                </a:lnTo>
                <a:lnTo>
                  <a:pt x="285" y="1398"/>
                </a:lnTo>
                <a:lnTo>
                  <a:pt x="285" y="1399"/>
                </a:lnTo>
                <a:lnTo>
                  <a:pt x="285" y="1400"/>
                </a:lnTo>
                <a:lnTo>
                  <a:pt x="284" y="1402"/>
                </a:lnTo>
                <a:lnTo>
                  <a:pt x="283" y="1402"/>
                </a:lnTo>
                <a:lnTo>
                  <a:pt x="282" y="1403"/>
                </a:lnTo>
                <a:lnTo>
                  <a:pt x="282" y="1402"/>
                </a:lnTo>
                <a:lnTo>
                  <a:pt x="281" y="1402"/>
                </a:lnTo>
                <a:lnTo>
                  <a:pt x="280" y="1402"/>
                </a:lnTo>
                <a:lnTo>
                  <a:pt x="279" y="1402"/>
                </a:lnTo>
                <a:lnTo>
                  <a:pt x="279" y="1401"/>
                </a:lnTo>
                <a:lnTo>
                  <a:pt x="277" y="1402"/>
                </a:lnTo>
                <a:lnTo>
                  <a:pt x="276" y="1403"/>
                </a:lnTo>
                <a:lnTo>
                  <a:pt x="275" y="1403"/>
                </a:lnTo>
                <a:lnTo>
                  <a:pt x="274" y="1404"/>
                </a:lnTo>
                <a:lnTo>
                  <a:pt x="273" y="1404"/>
                </a:lnTo>
                <a:lnTo>
                  <a:pt x="272" y="1405"/>
                </a:lnTo>
                <a:lnTo>
                  <a:pt x="272" y="1406"/>
                </a:lnTo>
                <a:lnTo>
                  <a:pt x="271" y="1406"/>
                </a:lnTo>
                <a:lnTo>
                  <a:pt x="271" y="1405"/>
                </a:lnTo>
                <a:lnTo>
                  <a:pt x="271" y="1404"/>
                </a:lnTo>
                <a:lnTo>
                  <a:pt x="270" y="1404"/>
                </a:lnTo>
                <a:lnTo>
                  <a:pt x="270" y="1403"/>
                </a:lnTo>
                <a:lnTo>
                  <a:pt x="271" y="1403"/>
                </a:lnTo>
                <a:lnTo>
                  <a:pt x="271" y="1402"/>
                </a:lnTo>
                <a:lnTo>
                  <a:pt x="271" y="1401"/>
                </a:lnTo>
                <a:lnTo>
                  <a:pt x="272" y="1398"/>
                </a:lnTo>
                <a:lnTo>
                  <a:pt x="271" y="1398"/>
                </a:lnTo>
                <a:lnTo>
                  <a:pt x="272" y="1398"/>
                </a:lnTo>
                <a:lnTo>
                  <a:pt x="272" y="1397"/>
                </a:lnTo>
                <a:lnTo>
                  <a:pt x="272" y="1396"/>
                </a:lnTo>
                <a:lnTo>
                  <a:pt x="271" y="1395"/>
                </a:lnTo>
                <a:lnTo>
                  <a:pt x="270" y="1395"/>
                </a:lnTo>
                <a:lnTo>
                  <a:pt x="269" y="1394"/>
                </a:lnTo>
                <a:lnTo>
                  <a:pt x="269" y="1393"/>
                </a:lnTo>
                <a:lnTo>
                  <a:pt x="268" y="1393"/>
                </a:lnTo>
                <a:lnTo>
                  <a:pt x="268" y="1392"/>
                </a:lnTo>
                <a:lnTo>
                  <a:pt x="268" y="1390"/>
                </a:lnTo>
                <a:lnTo>
                  <a:pt x="268" y="1389"/>
                </a:lnTo>
                <a:lnTo>
                  <a:pt x="268" y="1388"/>
                </a:lnTo>
                <a:lnTo>
                  <a:pt x="266" y="1388"/>
                </a:lnTo>
                <a:lnTo>
                  <a:pt x="265" y="1388"/>
                </a:lnTo>
                <a:lnTo>
                  <a:pt x="265" y="1387"/>
                </a:lnTo>
                <a:lnTo>
                  <a:pt x="264" y="1387"/>
                </a:lnTo>
                <a:lnTo>
                  <a:pt x="263" y="1388"/>
                </a:lnTo>
                <a:lnTo>
                  <a:pt x="263" y="1387"/>
                </a:lnTo>
                <a:lnTo>
                  <a:pt x="262" y="1387"/>
                </a:lnTo>
                <a:lnTo>
                  <a:pt x="261" y="1387"/>
                </a:lnTo>
                <a:lnTo>
                  <a:pt x="261" y="1388"/>
                </a:lnTo>
                <a:lnTo>
                  <a:pt x="260" y="1388"/>
                </a:lnTo>
                <a:lnTo>
                  <a:pt x="259" y="1389"/>
                </a:lnTo>
                <a:lnTo>
                  <a:pt x="260" y="1389"/>
                </a:lnTo>
                <a:lnTo>
                  <a:pt x="260" y="1391"/>
                </a:lnTo>
                <a:lnTo>
                  <a:pt x="259" y="1391"/>
                </a:lnTo>
                <a:lnTo>
                  <a:pt x="258" y="1391"/>
                </a:lnTo>
                <a:lnTo>
                  <a:pt x="257" y="1391"/>
                </a:lnTo>
                <a:lnTo>
                  <a:pt x="256" y="1391"/>
                </a:lnTo>
                <a:lnTo>
                  <a:pt x="255" y="1391"/>
                </a:lnTo>
                <a:lnTo>
                  <a:pt x="255" y="1392"/>
                </a:lnTo>
                <a:lnTo>
                  <a:pt x="255" y="1393"/>
                </a:lnTo>
                <a:lnTo>
                  <a:pt x="254" y="1392"/>
                </a:lnTo>
                <a:lnTo>
                  <a:pt x="253" y="1392"/>
                </a:lnTo>
                <a:lnTo>
                  <a:pt x="252" y="1392"/>
                </a:lnTo>
                <a:lnTo>
                  <a:pt x="251" y="1392"/>
                </a:lnTo>
                <a:lnTo>
                  <a:pt x="251" y="1391"/>
                </a:lnTo>
                <a:lnTo>
                  <a:pt x="248" y="1391"/>
                </a:lnTo>
                <a:lnTo>
                  <a:pt x="247" y="1391"/>
                </a:lnTo>
                <a:lnTo>
                  <a:pt x="247" y="1392"/>
                </a:lnTo>
                <a:lnTo>
                  <a:pt x="246" y="1392"/>
                </a:lnTo>
                <a:lnTo>
                  <a:pt x="246" y="1393"/>
                </a:lnTo>
                <a:lnTo>
                  <a:pt x="245" y="1393"/>
                </a:lnTo>
                <a:lnTo>
                  <a:pt x="245" y="1392"/>
                </a:lnTo>
                <a:lnTo>
                  <a:pt x="244" y="1391"/>
                </a:lnTo>
                <a:lnTo>
                  <a:pt x="243" y="1391"/>
                </a:lnTo>
                <a:lnTo>
                  <a:pt x="242" y="1391"/>
                </a:lnTo>
                <a:lnTo>
                  <a:pt x="242" y="1390"/>
                </a:lnTo>
                <a:lnTo>
                  <a:pt x="242" y="1389"/>
                </a:lnTo>
                <a:lnTo>
                  <a:pt x="242" y="1388"/>
                </a:lnTo>
                <a:lnTo>
                  <a:pt x="241" y="1388"/>
                </a:lnTo>
                <a:lnTo>
                  <a:pt x="240" y="1388"/>
                </a:lnTo>
                <a:lnTo>
                  <a:pt x="240" y="1387"/>
                </a:lnTo>
                <a:lnTo>
                  <a:pt x="239" y="1387"/>
                </a:lnTo>
                <a:lnTo>
                  <a:pt x="239" y="1388"/>
                </a:lnTo>
                <a:lnTo>
                  <a:pt x="239" y="1389"/>
                </a:lnTo>
                <a:lnTo>
                  <a:pt x="238" y="1389"/>
                </a:lnTo>
                <a:lnTo>
                  <a:pt x="238" y="1390"/>
                </a:lnTo>
                <a:lnTo>
                  <a:pt x="237" y="1391"/>
                </a:lnTo>
                <a:lnTo>
                  <a:pt x="236" y="1391"/>
                </a:lnTo>
                <a:lnTo>
                  <a:pt x="236" y="1390"/>
                </a:lnTo>
                <a:lnTo>
                  <a:pt x="234" y="1390"/>
                </a:lnTo>
                <a:lnTo>
                  <a:pt x="233" y="1390"/>
                </a:lnTo>
                <a:lnTo>
                  <a:pt x="233" y="1392"/>
                </a:lnTo>
                <a:lnTo>
                  <a:pt x="230" y="1392"/>
                </a:lnTo>
                <a:lnTo>
                  <a:pt x="228" y="1392"/>
                </a:lnTo>
                <a:lnTo>
                  <a:pt x="227" y="1392"/>
                </a:lnTo>
                <a:lnTo>
                  <a:pt x="226" y="1392"/>
                </a:lnTo>
                <a:lnTo>
                  <a:pt x="225" y="1392"/>
                </a:lnTo>
                <a:lnTo>
                  <a:pt x="225" y="1393"/>
                </a:lnTo>
                <a:lnTo>
                  <a:pt x="224" y="1393"/>
                </a:lnTo>
                <a:lnTo>
                  <a:pt x="224" y="1394"/>
                </a:lnTo>
                <a:lnTo>
                  <a:pt x="223" y="1395"/>
                </a:lnTo>
                <a:lnTo>
                  <a:pt x="223" y="1396"/>
                </a:lnTo>
                <a:lnTo>
                  <a:pt x="222" y="1396"/>
                </a:lnTo>
                <a:lnTo>
                  <a:pt x="221" y="1396"/>
                </a:lnTo>
                <a:lnTo>
                  <a:pt x="221" y="1395"/>
                </a:lnTo>
                <a:lnTo>
                  <a:pt x="220" y="1395"/>
                </a:lnTo>
                <a:lnTo>
                  <a:pt x="219" y="1395"/>
                </a:lnTo>
                <a:lnTo>
                  <a:pt x="219" y="1396"/>
                </a:lnTo>
                <a:lnTo>
                  <a:pt x="218" y="1396"/>
                </a:lnTo>
                <a:lnTo>
                  <a:pt x="217" y="1397"/>
                </a:lnTo>
                <a:lnTo>
                  <a:pt x="216" y="1397"/>
                </a:lnTo>
                <a:lnTo>
                  <a:pt x="216" y="1398"/>
                </a:lnTo>
                <a:lnTo>
                  <a:pt x="215" y="1398"/>
                </a:lnTo>
                <a:lnTo>
                  <a:pt x="215" y="1397"/>
                </a:lnTo>
                <a:lnTo>
                  <a:pt x="215" y="1396"/>
                </a:lnTo>
                <a:lnTo>
                  <a:pt x="216" y="1395"/>
                </a:lnTo>
                <a:lnTo>
                  <a:pt x="216" y="1396"/>
                </a:lnTo>
                <a:lnTo>
                  <a:pt x="216" y="1395"/>
                </a:lnTo>
                <a:lnTo>
                  <a:pt x="217" y="1395"/>
                </a:lnTo>
                <a:lnTo>
                  <a:pt x="216" y="1394"/>
                </a:lnTo>
                <a:lnTo>
                  <a:pt x="216" y="1393"/>
                </a:lnTo>
                <a:lnTo>
                  <a:pt x="214" y="1392"/>
                </a:lnTo>
                <a:lnTo>
                  <a:pt x="213" y="1392"/>
                </a:lnTo>
                <a:lnTo>
                  <a:pt x="213" y="1391"/>
                </a:lnTo>
                <a:lnTo>
                  <a:pt x="212" y="1391"/>
                </a:lnTo>
                <a:lnTo>
                  <a:pt x="211" y="1391"/>
                </a:lnTo>
                <a:lnTo>
                  <a:pt x="209" y="1390"/>
                </a:lnTo>
                <a:lnTo>
                  <a:pt x="208" y="1390"/>
                </a:lnTo>
                <a:lnTo>
                  <a:pt x="208" y="1389"/>
                </a:lnTo>
                <a:lnTo>
                  <a:pt x="207" y="1389"/>
                </a:lnTo>
                <a:lnTo>
                  <a:pt x="206" y="1389"/>
                </a:lnTo>
                <a:lnTo>
                  <a:pt x="206" y="1388"/>
                </a:lnTo>
                <a:lnTo>
                  <a:pt x="206" y="1387"/>
                </a:lnTo>
                <a:lnTo>
                  <a:pt x="205" y="1387"/>
                </a:lnTo>
                <a:lnTo>
                  <a:pt x="204" y="1388"/>
                </a:lnTo>
                <a:lnTo>
                  <a:pt x="203" y="1389"/>
                </a:lnTo>
                <a:lnTo>
                  <a:pt x="203" y="1388"/>
                </a:lnTo>
                <a:lnTo>
                  <a:pt x="203" y="1387"/>
                </a:lnTo>
                <a:lnTo>
                  <a:pt x="201" y="1387"/>
                </a:lnTo>
                <a:lnTo>
                  <a:pt x="200" y="1387"/>
                </a:lnTo>
                <a:lnTo>
                  <a:pt x="199" y="1387"/>
                </a:lnTo>
                <a:lnTo>
                  <a:pt x="199" y="1386"/>
                </a:lnTo>
                <a:lnTo>
                  <a:pt x="198" y="1386"/>
                </a:lnTo>
                <a:lnTo>
                  <a:pt x="197" y="1387"/>
                </a:lnTo>
                <a:lnTo>
                  <a:pt x="197" y="1386"/>
                </a:lnTo>
                <a:lnTo>
                  <a:pt x="196" y="1386"/>
                </a:lnTo>
                <a:lnTo>
                  <a:pt x="196" y="1385"/>
                </a:lnTo>
                <a:lnTo>
                  <a:pt x="196" y="1384"/>
                </a:lnTo>
                <a:lnTo>
                  <a:pt x="195" y="1384"/>
                </a:lnTo>
                <a:lnTo>
                  <a:pt x="194" y="1383"/>
                </a:lnTo>
                <a:lnTo>
                  <a:pt x="194" y="1381"/>
                </a:lnTo>
                <a:lnTo>
                  <a:pt x="193" y="1381"/>
                </a:lnTo>
                <a:lnTo>
                  <a:pt x="192" y="1381"/>
                </a:lnTo>
                <a:lnTo>
                  <a:pt x="191" y="1382"/>
                </a:lnTo>
                <a:lnTo>
                  <a:pt x="190" y="1382"/>
                </a:lnTo>
                <a:lnTo>
                  <a:pt x="190" y="1383"/>
                </a:lnTo>
                <a:lnTo>
                  <a:pt x="189" y="1383"/>
                </a:lnTo>
                <a:lnTo>
                  <a:pt x="188" y="1382"/>
                </a:lnTo>
                <a:lnTo>
                  <a:pt x="186" y="1382"/>
                </a:lnTo>
                <a:lnTo>
                  <a:pt x="186" y="1380"/>
                </a:lnTo>
                <a:lnTo>
                  <a:pt x="186" y="1379"/>
                </a:lnTo>
                <a:lnTo>
                  <a:pt x="185" y="1378"/>
                </a:lnTo>
                <a:lnTo>
                  <a:pt x="185" y="1377"/>
                </a:lnTo>
                <a:lnTo>
                  <a:pt x="183" y="1377"/>
                </a:lnTo>
                <a:lnTo>
                  <a:pt x="184" y="1378"/>
                </a:lnTo>
                <a:lnTo>
                  <a:pt x="184" y="1379"/>
                </a:lnTo>
                <a:lnTo>
                  <a:pt x="183" y="1379"/>
                </a:lnTo>
                <a:lnTo>
                  <a:pt x="181" y="1379"/>
                </a:lnTo>
                <a:lnTo>
                  <a:pt x="180" y="1379"/>
                </a:lnTo>
                <a:lnTo>
                  <a:pt x="179" y="1379"/>
                </a:lnTo>
                <a:lnTo>
                  <a:pt x="178" y="1379"/>
                </a:lnTo>
                <a:lnTo>
                  <a:pt x="178" y="1378"/>
                </a:lnTo>
                <a:lnTo>
                  <a:pt x="177" y="1378"/>
                </a:lnTo>
                <a:lnTo>
                  <a:pt x="177" y="1377"/>
                </a:lnTo>
                <a:lnTo>
                  <a:pt x="176" y="1376"/>
                </a:lnTo>
                <a:lnTo>
                  <a:pt x="176" y="1375"/>
                </a:lnTo>
                <a:lnTo>
                  <a:pt x="175" y="1375"/>
                </a:lnTo>
                <a:lnTo>
                  <a:pt x="175" y="1374"/>
                </a:lnTo>
                <a:lnTo>
                  <a:pt x="175" y="1373"/>
                </a:lnTo>
                <a:lnTo>
                  <a:pt x="174" y="1373"/>
                </a:lnTo>
                <a:lnTo>
                  <a:pt x="173" y="1373"/>
                </a:lnTo>
                <a:lnTo>
                  <a:pt x="172" y="1373"/>
                </a:lnTo>
                <a:lnTo>
                  <a:pt x="172" y="1375"/>
                </a:lnTo>
                <a:lnTo>
                  <a:pt x="171" y="1375"/>
                </a:lnTo>
                <a:lnTo>
                  <a:pt x="171" y="1374"/>
                </a:lnTo>
                <a:lnTo>
                  <a:pt x="170" y="1374"/>
                </a:lnTo>
                <a:lnTo>
                  <a:pt x="169" y="1374"/>
                </a:lnTo>
                <a:lnTo>
                  <a:pt x="169" y="1375"/>
                </a:lnTo>
                <a:lnTo>
                  <a:pt x="168" y="1375"/>
                </a:lnTo>
                <a:lnTo>
                  <a:pt x="167" y="1375"/>
                </a:lnTo>
                <a:lnTo>
                  <a:pt x="166" y="1375"/>
                </a:lnTo>
                <a:lnTo>
                  <a:pt x="164" y="1374"/>
                </a:lnTo>
                <a:lnTo>
                  <a:pt x="163" y="1374"/>
                </a:lnTo>
                <a:lnTo>
                  <a:pt x="162" y="1373"/>
                </a:lnTo>
                <a:lnTo>
                  <a:pt x="161" y="1373"/>
                </a:lnTo>
                <a:lnTo>
                  <a:pt x="160" y="1373"/>
                </a:lnTo>
                <a:lnTo>
                  <a:pt x="159" y="1374"/>
                </a:lnTo>
                <a:lnTo>
                  <a:pt x="159" y="1375"/>
                </a:lnTo>
                <a:lnTo>
                  <a:pt x="158" y="1375"/>
                </a:lnTo>
                <a:lnTo>
                  <a:pt x="157" y="1375"/>
                </a:lnTo>
                <a:lnTo>
                  <a:pt x="156" y="1375"/>
                </a:lnTo>
                <a:lnTo>
                  <a:pt x="156" y="1373"/>
                </a:lnTo>
                <a:lnTo>
                  <a:pt x="155" y="1373"/>
                </a:lnTo>
                <a:lnTo>
                  <a:pt x="155" y="1372"/>
                </a:lnTo>
                <a:lnTo>
                  <a:pt x="154" y="1372"/>
                </a:lnTo>
                <a:lnTo>
                  <a:pt x="154" y="1371"/>
                </a:lnTo>
                <a:lnTo>
                  <a:pt x="153" y="1371"/>
                </a:lnTo>
                <a:lnTo>
                  <a:pt x="152" y="1371"/>
                </a:lnTo>
                <a:lnTo>
                  <a:pt x="152" y="1372"/>
                </a:lnTo>
                <a:lnTo>
                  <a:pt x="152" y="1374"/>
                </a:lnTo>
                <a:lnTo>
                  <a:pt x="152" y="1375"/>
                </a:lnTo>
                <a:lnTo>
                  <a:pt x="152" y="1376"/>
                </a:lnTo>
                <a:lnTo>
                  <a:pt x="151" y="1377"/>
                </a:lnTo>
                <a:lnTo>
                  <a:pt x="150" y="1377"/>
                </a:lnTo>
                <a:lnTo>
                  <a:pt x="149" y="1377"/>
                </a:lnTo>
                <a:lnTo>
                  <a:pt x="148" y="1377"/>
                </a:lnTo>
                <a:lnTo>
                  <a:pt x="148" y="1378"/>
                </a:lnTo>
                <a:lnTo>
                  <a:pt x="146" y="1378"/>
                </a:lnTo>
                <a:lnTo>
                  <a:pt x="146" y="1377"/>
                </a:lnTo>
                <a:lnTo>
                  <a:pt x="147" y="1377"/>
                </a:lnTo>
                <a:lnTo>
                  <a:pt x="147" y="1376"/>
                </a:lnTo>
                <a:lnTo>
                  <a:pt x="147" y="1374"/>
                </a:lnTo>
                <a:lnTo>
                  <a:pt x="147" y="1373"/>
                </a:lnTo>
                <a:lnTo>
                  <a:pt x="146" y="1373"/>
                </a:lnTo>
                <a:lnTo>
                  <a:pt x="145" y="1372"/>
                </a:lnTo>
                <a:lnTo>
                  <a:pt x="145" y="1373"/>
                </a:lnTo>
                <a:lnTo>
                  <a:pt x="144" y="1373"/>
                </a:lnTo>
                <a:lnTo>
                  <a:pt x="143" y="1373"/>
                </a:lnTo>
                <a:lnTo>
                  <a:pt x="142" y="1372"/>
                </a:lnTo>
                <a:lnTo>
                  <a:pt x="141" y="1371"/>
                </a:lnTo>
                <a:lnTo>
                  <a:pt x="140" y="1371"/>
                </a:lnTo>
                <a:lnTo>
                  <a:pt x="139" y="1371"/>
                </a:lnTo>
                <a:lnTo>
                  <a:pt x="139" y="1372"/>
                </a:lnTo>
                <a:lnTo>
                  <a:pt x="138" y="1373"/>
                </a:lnTo>
                <a:lnTo>
                  <a:pt x="138" y="1372"/>
                </a:lnTo>
                <a:lnTo>
                  <a:pt x="137" y="1372"/>
                </a:lnTo>
                <a:lnTo>
                  <a:pt x="137" y="1373"/>
                </a:lnTo>
                <a:lnTo>
                  <a:pt x="136" y="1373"/>
                </a:lnTo>
                <a:lnTo>
                  <a:pt x="135" y="1372"/>
                </a:lnTo>
                <a:lnTo>
                  <a:pt x="134" y="1372"/>
                </a:lnTo>
                <a:lnTo>
                  <a:pt x="133" y="1372"/>
                </a:lnTo>
                <a:lnTo>
                  <a:pt x="133" y="1373"/>
                </a:lnTo>
                <a:lnTo>
                  <a:pt x="132" y="1374"/>
                </a:lnTo>
                <a:lnTo>
                  <a:pt x="131" y="1374"/>
                </a:lnTo>
                <a:lnTo>
                  <a:pt x="131" y="1373"/>
                </a:lnTo>
                <a:lnTo>
                  <a:pt x="128" y="1373"/>
                </a:lnTo>
                <a:lnTo>
                  <a:pt x="128" y="1372"/>
                </a:lnTo>
                <a:lnTo>
                  <a:pt x="127" y="1371"/>
                </a:lnTo>
                <a:lnTo>
                  <a:pt x="126" y="1369"/>
                </a:lnTo>
                <a:lnTo>
                  <a:pt x="125" y="1369"/>
                </a:lnTo>
                <a:lnTo>
                  <a:pt x="124" y="1367"/>
                </a:lnTo>
                <a:lnTo>
                  <a:pt x="125" y="1367"/>
                </a:lnTo>
                <a:lnTo>
                  <a:pt x="125" y="1366"/>
                </a:lnTo>
                <a:lnTo>
                  <a:pt x="126" y="1366"/>
                </a:lnTo>
                <a:lnTo>
                  <a:pt x="126" y="1365"/>
                </a:lnTo>
                <a:lnTo>
                  <a:pt x="127" y="1365"/>
                </a:lnTo>
                <a:lnTo>
                  <a:pt x="127" y="1364"/>
                </a:lnTo>
                <a:lnTo>
                  <a:pt x="127" y="1363"/>
                </a:lnTo>
                <a:lnTo>
                  <a:pt x="126" y="1362"/>
                </a:lnTo>
                <a:lnTo>
                  <a:pt x="125" y="1363"/>
                </a:lnTo>
                <a:lnTo>
                  <a:pt x="124" y="1363"/>
                </a:lnTo>
                <a:lnTo>
                  <a:pt x="122" y="1363"/>
                </a:lnTo>
                <a:lnTo>
                  <a:pt x="120" y="1363"/>
                </a:lnTo>
                <a:lnTo>
                  <a:pt x="120" y="1362"/>
                </a:lnTo>
                <a:lnTo>
                  <a:pt x="122" y="1362"/>
                </a:lnTo>
                <a:lnTo>
                  <a:pt x="122" y="1361"/>
                </a:lnTo>
                <a:lnTo>
                  <a:pt x="122" y="1360"/>
                </a:lnTo>
                <a:lnTo>
                  <a:pt x="122" y="1359"/>
                </a:lnTo>
                <a:lnTo>
                  <a:pt x="122" y="1358"/>
                </a:lnTo>
                <a:lnTo>
                  <a:pt x="122" y="1357"/>
                </a:lnTo>
                <a:lnTo>
                  <a:pt x="120" y="1357"/>
                </a:lnTo>
                <a:lnTo>
                  <a:pt x="119" y="1357"/>
                </a:lnTo>
                <a:lnTo>
                  <a:pt x="118" y="1358"/>
                </a:lnTo>
                <a:lnTo>
                  <a:pt x="118" y="1359"/>
                </a:lnTo>
                <a:lnTo>
                  <a:pt x="118" y="1360"/>
                </a:lnTo>
                <a:lnTo>
                  <a:pt x="117" y="1360"/>
                </a:lnTo>
                <a:lnTo>
                  <a:pt x="116" y="1359"/>
                </a:lnTo>
                <a:lnTo>
                  <a:pt x="115" y="1358"/>
                </a:lnTo>
                <a:lnTo>
                  <a:pt x="114" y="1357"/>
                </a:lnTo>
                <a:lnTo>
                  <a:pt x="113" y="1357"/>
                </a:lnTo>
                <a:lnTo>
                  <a:pt x="112" y="1357"/>
                </a:lnTo>
                <a:lnTo>
                  <a:pt x="112" y="1358"/>
                </a:lnTo>
                <a:lnTo>
                  <a:pt x="112" y="1359"/>
                </a:lnTo>
                <a:lnTo>
                  <a:pt x="112" y="1360"/>
                </a:lnTo>
                <a:lnTo>
                  <a:pt x="113" y="1360"/>
                </a:lnTo>
                <a:lnTo>
                  <a:pt x="114" y="1360"/>
                </a:lnTo>
                <a:lnTo>
                  <a:pt x="115" y="1360"/>
                </a:lnTo>
                <a:lnTo>
                  <a:pt x="116" y="1361"/>
                </a:lnTo>
                <a:lnTo>
                  <a:pt x="116" y="1362"/>
                </a:lnTo>
                <a:lnTo>
                  <a:pt x="117" y="1362"/>
                </a:lnTo>
                <a:lnTo>
                  <a:pt x="115" y="1366"/>
                </a:lnTo>
                <a:lnTo>
                  <a:pt x="114" y="1366"/>
                </a:lnTo>
                <a:lnTo>
                  <a:pt x="114" y="1365"/>
                </a:lnTo>
                <a:lnTo>
                  <a:pt x="113" y="1365"/>
                </a:lnTo>
                <a:lnTo>
                  <a:pt x="113" y="1364"/>
                </a:lnTo>
                <a:lnTo>
                  <a:pt x="113" y="1363"/>
                </a:lnTo>
                <a:lnTo>
                  <a:pt x="112" y="1362"/>
                </a:lnTo>
                <a:lnTo>
                  <a:pt x="110" y="1358"/>
                </a:lnTo>
                <a:lnTo>
                  <a:pt x="109" y="1357"/>
                </a:lnTo>
                <a:lnTo>
                  <a:pt x="108" y="1357"/>
                </a:lnTo>
                <a:lnTo>
                  <a:pt x="107" y="1357"/>
                </a:lnTo>
                <a:lnTo>
                  <a:pt x="107" y="1358"/>
                </a:lnTo>
                <a:lnTo>
                  <a:pt x="107" y="1359"/>
                </a:lnTo>
                <a:lnTo>
                  <a:pt x="107" y="1360"/>
                </a:lnTo>
                <a:lnTo>
                  <a:pt x="108" y="1360"/>
                </a:lnTo>
                <a:lnTo>
                  <a:pt x="109" y="1360"/>
                </a:lnTo>
                <a:lnTo>
                  <a:pt x="109" y="1361"/>
                </a:lnTo>
                <a:lnTo>
                  <a:pt x="109" y="1362"/>
                </a:lnTo>
                <a:lnTo>
                  <a:pt x="107" y="1362"/>
                </a:lnTo>
                <a:lnTo>
                  <a:pt x="106" y="1362"/>
                </a:lnTo>
                <a:lnTo>
                  <a:pt x="105" y="1362"/>
                </a:lnTo>
                <a:lnTo>
                  <a:pt x="106" y="1363"/>
                </a:lnTo>
                <a:lnTo>
                  <a:pt x="106" y="1365"/>
                </a:lnTo>
                <a:lnTo>
                  <a:pt x="105" y="1366"/>
                </a:lnTo>
                <a:lnTo>
                  <a:pt x="103" y="1367"/>
                </a:lnTo>
                <a:lnTo>
                  <a:pt x="102" y="1367"/>
                </a:lnTo>
                <a:lnTo>
                  <a:pt x="101" y="1366"/>
                </a:lnTo>
                <a:lnTo>
                  <a:pt x="98" y="1361"/>
                </a:lnTo>
                <a:lnTo>
                  <a:pt x="98" y="1360"/>
                </a:lnTo>
                <a:lnTo>
                  <a:pt x="97" y="1359"/>
                </a:lnTo>
                <a:lnTo>
                  <a:pt x="95" y="1360"/>
                </a:lnTo>
                <a:lnTo>
                  <a:pt x="94" y="1360"/>
                </a:lnTo>
                <a:lnTo>
                  <a:pt x="93" y="1360"/>
                </a:lnTo>
                <a:lnTo>
                  <a:pt x="92" y="1360"/>
                </a:lnTo>
                <a:lnTo>
                  <a:pt x="92" y="1361"/>
                </a:lnTo>
                <a:lnTo>
                  <a:pt x="92" y="1363"/>
                </a:lnTo>
                <a:lnTo>
                  <a:pt x="93" y="1364"/>
                </a:lnTo>
                <a:lnTo>
                  <a:pt x="94" y="1364"/>
                </a:lnTo>
                <a:lnTo>
                  <a:pt x="94" y="1365"/>
                </a:lnTo>
                <a:lnTo>
                  <a:pt x="93" y="1365"/>
                </a:lnTo>
                <a:lnTo>
                  <a:pt x="92" y="1364"/>
                </a:lnTo>
                <a:lnTo>
                  <a:pt x="91" y="1364"/>
                </a:lnTo>
                <a:lnTo>
                  <a:pt x="89" y="1364"/>
                </a:lnTo>
                <a:lnTo>
                  <a:pt x="88" y="1364"/>
                </a:lnTo>
                <a:lnTo>
                  <a:pt x="87" y="1365"/>
                </a:lnTo>
                <a:lnTo>
                  <a:pt x="86" y="1365"/>
                </a:lnTo>
                <a:lnTo>
                  <a:pt x="84" y="1364"/>
                </a:lnTo>
                <a:lnTo>
                  <a:pt x="84" y="1363"/>
                </a:lnTo>
                <a:lnTo>
                  <a:pt x="83" y="1362"/>
                </a:lnTo>
                <a:lnTo>
                  <a:pt x="81" y="1362"/>
                </a:lnTo>
                <a:lnTo>
                  <a:pt x="80" y="1362"/>
                </a:lnTo>
                <a:lnTo>
                  <a:pt x="77" y="1361"/>
                </a:lnTo>
                <a:lnTo>
                  <a:pt x="77" y="1360"/>
                </a:lnTo>
                <a:lnTo>
                  <a:pt x="76" y="1359"/>
                </a:lnTo>
                <a:lnTo>
                  <a:pt x="75" y="1359"/>
                </a:lnTo>
                <a:lnTo>
                  <a:pt x="74" y="1359"/>
                </a:lnTo>
                <a:lnTo>
                  <a:pt x="74" y="1360"/>
                </a:lnTo>
                <a:lnTo>
                  <a:pt x="74" y="1361"/>
                </a:lnTo>
                <a:lnTo>
                  <a:pt x="74" y="1360"/>
                </a:lnTo>
                <a:lnTo>
                  <a:pt x="73" y="1360"/>
                </a:lnTo>
                <a:lnTo>
                  <a:pt x="73" y="1359"/>
                </a:lnTo>
                <a:lnTo>
                  <a:pt x="74" y="1358"/>
                </a:lnTo>
                <a:lnTo>
                  <a:pt x="74" y="1357"/>
                </a:lnTo>
                <a:lnTo>
                  <a:pt x="72" y="1356"/>
                </a:lnTo>
                <a:lnTo>
                  <a:pt x="70" y="1353"/>
                </a:lnTo>
                <a:lnTo>
                  <a:pt x="68" y="1350"/>
                </a:lnTo>
                <a:lnTo>
                  <a:pt x="68" y="1348"/>
                </a:lnTo>
                <a:lnTo>
                  <a:pt x="67" y="1347"/>
                </a:lnTo>
                <a:lnTo>
                  <a:pt x="65" y="1347"/>
                </a:lnTo>
                <a:lnTo>
                  <a:pt x="64" y="1348"/>
                </a:lnTo>
                <a:lnTo>
                  <a:pt x="63" y="1348"/>
                </a:lnTo>
                <a:lnTo>
                  <a:pt x="59" y="1347"/>
                </a:lnTo>
                <a:lnTo>
                  <a:pt x="58" y="1346"/>
                </a:lnTo>
                <a:lnTo>
                  <a:pt x="57" y="1344"/>
                </a:lnTo>
                <a:lnTo>
                  <a:pt x="54" y="1342"/>
                </a:lnTo>
                <a:lnTo>
                  <a:pt x="54" y="1341"/>
                </a:lnTo>
                <a:lnTo>
                  <a:pt x="51" y="1341"/>
                </a:lnTo>
                <a:lnTo>
                  <a:pt x="50" y="1342"/>
                </a:lnTo>
                <a:lnTo>
                  <a:pt x="48" y="1343"/>
                </a:lnTo>
                <a:lnTo>
                  <a:pt x="47" y="1342"/>
                </a:lnTo>
                <a:lnTo>
                  <a:pt x="46" y="1339"/>
                </a:lnTo>
                <a:lnTo>
                  <a:pt x="46" y="1338"/>
                </a:lnTo>
                <a:lnTo>
                  <a:pt x="46" y="1337"/>
                </a:lnTo>
                <a:lnTo>
                  <a:pt x="46" y="1336"/>
                </a:lnTo>
                <a:lnTo>
                  <a:pt x="45" y="1336"/>
                </a:lnTo>
                <a:lnTo>
                  <a:pt x="43" y="1335"/>
                </a:lnTo>
                <a:lnTo>
                  <a:pt x="42" y="1335"/>
                </a:lnTo>
                <a:lnTo>
                  <a:pt x="41" y="1334"/>
                </a:lnTo>
                <a:lnTo>
                  <a:pt x="41" y="1332"/>
                </a:lnTo>
                <a:lnTo>
                  <a:pt x="42" y="1328"/>
                </a:lnTo>
                <a:lnTo>
                  <a:pt x="42" y="1327"/>
                </a:lnTo>
                <a:lnTo>
                  <a:pt x="41" y="1327"/>
                </a:lnTo>
                <a:lnTo>
                  <a:pt x="40" y="1327"/>
                </a:lnTo>
                <a:lnTo>
                  <a:pt x="39" y="1327"/>
                </a:lnTo>
                <a:lnTo>
                  <a:pt x="39" y="1326"/>
                </a:lnTo>
                <a:lnTo>
                  <a:pt x="39" y="1325"/>
                </a:lnTo>
                <a:lnTo>
                  <a:pt x="42" y="1325"/>
                </a:lnTo>
                <a:lnTo>
                  <a:pt x="43" y="1324"/>
                </a:lnTo>
                <a:lnTo>
                  <a:pt x="44" y="1325"/>
                </a:lnTo>
                <a:lnTo>
                  <a:pt x="45" y="1325"/>
                </a:lnTo>
                <a:lnTo>
                  <a:pt x="46" y="1325"/>
                </a:lnTo>
                <a:lnTo>
                  <a:pt x="46" y="1324"/>
                </a:lnTo>
                <a:lnTo>
                  <a:pt x="46" y="1323"/>
                </a:lnTo>
                <a:lnTo>
                  <a:pt x="46" y="1322"/>
                </a:lnTo>
                <a:lnTo>
                  <a:pt x="46" y="1321"/>
                </a:lnTo>
                <a:lnTo>
                  <a:pt x="46" y="1320"/>
                </a:lnTo>
                <a:lnTo>
                  <a:pt x="45" y="1320"/>
                </a:lnTo>
                <a:lnTo>
                  <a:pt x="42" y="1318"/>
                </a:lnTo>
                <a:lnTo>
                  <a:pt x="39" y="1316"/>
                </a:lnTo>
                <a:lnTo>
                  <a:pt x="38" y="1316"/>
                </a:lnTo>
                <a:lnTo>
                  <a:pt x="37" y="1315"/>
                </a:lnTo>
                <a:lnTo>
                  <a:pt x="37" y="1314"/>
                </a:lnTo>
                <a:lnTo>
                  <a:pt x="37" y="1312"/>
                </a:lnTo>
                <a:lnTo>
                  <a:pt x="38" y="1312"/>
                </a:lnTo>
                <a:lnTo>
                  <a:pt x="38" y="1311"/>
                </a:lnTo>
                <a:lnTo>
                  <a:pt x="38" y="1310"/>
                </a:lnTo>
                <a:lnTo>
                  <a:pt x="38" y="1309"/>
                </a:lnTo>
                <a:lnTo>
                  <a:pt x="38" y="1308"/>
                </a:lnTo>
                <a:lnTo>
                  <a:pt x="37" y="1309"/>
                </a:lnTo>
                <a:lnTo>
                  <a:pt x="34" y="1309"/>
                </a:lnTo>
                <a:lnTo>
                  <a:pt x="27" y="1307"/>
                </a:lnTo>
                <a:lnTo>
                  <a:pt x="27" y="1306"/>
                </a:lnTo>
                <a:lnTo>
                  <a:pt x="26" y="1306"/>
                </a:lnTo>
                <a:lnTo>
                  <a:pt x="26" y="1305"/>
                </a:lnTo>
                <a:lnTo>
                  <a:pt x="26" y="1303"/>
                </a:lnTo>
                <a:lnTo>
                  <a:pt x="26" y="1302"/>
                </a:lnTo>
                <a:lnTo>
                  <a:pt x="26" y="1301"/>
                </a:lnTo>
                <a:lnTo>
                  <a:pt x="28" y="1298"/>
                </a:lnTo>
                <a:lnTo>
                  <a:pt x="29" y="1298"/>
                </a:lnTo>
                <a:lnTo>
                  <a:pt x="31" y="1295"/>
                </a:lnTo>
                <a:lnTo>
                  <a:pt x="31" y="1293"/>
                </a:lnTo>
                <a:lnTo>
                  <a:pt x="29" y="1291"/>
                </a:lnTo>
                <a:lnTo>
                  <a:pt x="28" y="1291"/>
                </a:lnTo>
                <a:lnTo>
                  <a:pt x="27" y="1292"/>
                </a:lnTo>
                <a:lnTo>
                  <a:pt x="25" y="1293"/>
                </a:lnTo>
                <a:lnTo>
                  <a:pt x="24" y="1293"/>
                </a:lnTo>
                <a:lnTo>
                  <a:pt x="23" y="1292"/>
                </a:lnTo>
                <a:lnTo>
                  <a:pt x="22" y="1291"/>
                </a:lnTo>
                <a:lnTo>
                  <a:pt x="22" y="1290"/>
                </a:lnTo>
                <a:lnTo>
                  <a:pt x="23" y="1289"/>
                </a:lnTo>
                <a:lnTo>
                  <a:pt x="25" y="1285"/>
                </a:lnTo>
                <a:lnTo>
                  <a:pt x="26" y="1285"/>
                </a:lnTo>
                <a:lnTo>
                  <a:pt x="27" y="1285"/>
                </a:lnTo>
                <a:lnTo>
                  <a:pt x="28" y="1285"/>
                </a:lnTo>
                <a:lnTo>
                  <a:pt x="29" y="1285"/>
                </a:lnTo>
                <a:lnTo>
                  <a:pt x="30" y="1285"/>
                </a:lnTo>
                <a:lnTo>
                  <a:pt x="31" y="1286"/>
                </a:lnTo>
                <a:lnTo>
                  <a:pt x="31" y="1287"/>
                </a:lnTo>
                <a:lnTo>
                  <a:pt x="32" y="1286"/>
                </a:lnTo>
                <a:lnTo>
                  <a:pt x="33" y="1286"/>
                </a:lnTo>
                <a:lnTo>
                  <a:pt x="34" y="1285"/>
                </a:lnTo>
                <a:lnTo>
                  <a:pt x="35" y="1284"/>
                </a:lnTo>
                <a:lnTo>
                  <a:pt x="35" y="1283"/>
                </a:lnTo>
                <a:lnTo>
                  <a:pt x="35" y="1282"/>
                </a:lnTo>
                <a:lnTo>
                  <a:pt x="34" y="1282"/>
                </a:lnTo>
                <a:lnTo>
                  <a:pt x="34" y="1281"/>
                </a:lnTo>
                <a:lnTo>
                  <a:pt x="40" y="1279"/>
                </a:lnTo>
                <a:lnTo>
                  <a:pt x="40" y="1280"/>
                </a:lnTo>
                <a:lnTo>
                  <a:pt x="41" y="1280"/>
                </a:lnTo>
                <a:lnTo>
                  <a:pt x="41" y="1281"/>
                </a:lnTo>
                <a:lnTo>
                  <a:pt x="42" y="1281"/>
                </a:lnTo>
                <a:lnTo>
                  <a:pt x="44" y="1281"/>
                </a:lnTo>
                <a:lnTo>
                  <a:pt x="46" y="1279"/>
                </a:lnTo>
                <a:lnTo>
                  <a:pt x="50" y="1274"/>
                </a:lnTo>
                <a:lnTo>
                  <a:pt x="53" y="1273"/>
                </a:lnTo>
                <a:lnTo>
                  <a:pt x="54" y="1272"/>
                </a:lnTo>
                <a:lnTo>
                  <a:pt x="55" y="1272"/>
                </a:lnTo>
                <a:lnTo>
                  <a:pt x="55" y="1271"/>
                </a:lnTo>
                <a:lnTo>
                  <a:pt x="55" y="1270"/>
                </a:lnTo>
                <a:lnTo>
                  <a:pt x="55" y="1269"/>
                </a:lnTo>
                <a:lnTo>
                  <a:pt x="55" y="1264"/>
                </a:lnTo>
                <a:lnTo>
                  <a:pt x="55" y="1263"/>
                </a:lnTo>
                <a:lnTo>
                  <a:pt x="54" y="1260"/>
                </a:lnTo>
                <a:lnTo>
                  <a:pt x="54" y="1259"/>
                </a:lnTo>
                <a:lnTo>
                  <a:pt x="55" y="1258"/>
                </a:lnTo>
                <a:lnTo>
                  <a:pt x="55" y="1255"/>
                </a:lnTo>
                <a:lnTo>
                  <a:pt x="56" y="1253"/>
                </a:lnTo>
                <a:lnTo>
                  <a:pt x="57" y="1252"/>
                </a:lnTo>
                <a:lnTo>
                  <a:pt x="59" y="1251"/>
                </a:lnTo>
                <a:lnTo>
                  <a:pt x="62" y="1252"/>
                </a:lnTo>
                <a:lnTo>
                  <a:pt x="63" y="1253"/>
                </a:lnTo>
                <a:lnTo>
                  <a:pt x="63" y="1256"/>
                </a:lnTo>
                <a:lnTo>
                  <a:pt x="65" y="1259"/>
                </a:lnTo>
                <a:lnTo>
                  <a:pt x="66" y="1259"/>
                </a:lnTo>
                <a:lnTo>
                  <a:pt x="67" y="1258"/>
                </a:lnTo>
                <a:lnTo>
                  <a:pt x="67" y="1256"/>
                </a:lnTo>
                <a:lnTo>
                  <a:pt x="71" y="1254"/>
                </a:lnTo>
                <a:lnTo>
                  <a:pt x="72" y="1254"/>
                </a:lnTo>
                <a:lnTo>
                  <a:pt x="73" y="1252"/>
                </a:lnTo>
                <a:lnTo>
                  <a:pt x="73" y="1251"/>
                </a:lnTo>
                <a:lnTo>
                  <a:pt x="73" y="1250"/>
                </a:lnTo>
                <a:lnTo>
                  <a:pt x="71" y="1246"/>
                </a:lnTo>
                <a:lnTo>
                  <a:pt x="70" y="1245"/>
                </a:lnTo>
                <a:lnTo>
                  <a:pt x="70" y="1244"/>
                </a:lnTo>
                <a:lnTo>
                  <a:pt x="68" y="1241"/>
                </a:lnTo>
                <a:lnTo>
                  <a:pt x="66" y="1237"/>
                </a:lnTo>
                <a:lnTo>
                  <a:pt x="66" y="1236"/>
                </a:lnTo>
                <a:lnTo>
                  <a:pt x="66" y="1235"/>
                </a:lnTo>
                <a:lnTo>
                  <a:pt x="67" y="1235"/>
                </a:lnTo>
                <a:lnTo>
                  <a:pt x="69" y="1231"/>
                </a:lnTo>
                <a:lnTo>
                  <a:pt x="70" y="1228"/>
                </a:lnTo>
                <a:lnTo>
                  <a:pt x="71" y="1228"/>
                </a:lnTo>
                <a:lnTo>
                  <a:pt x="69" y="1227"/>
                </a:lnTo>
                <a:lnTo>
                  <a:pt x="68" y="1226"/>
                </a:lnTo>
                <a:lnTo>
                  <a:pt x="66" y="1224"/>
                </a:lnTo>
                <a:lnTo>
                  <a:pt x="66" y="1223"/>
                </a:lnTo>
                <a:lnTo>
                  <a:pt x="67" y="1221"/>
                </a:lnTo>
                <a:lnTo>
                  <a:pt x="68" y="1220"/>
                </a:lnTo>
                <a:lnTo>
                  <a:pt x="69" y="1219"/>
                </a:lnTo>
                <a:lnTo>
                  <a:pt x="69" y="1216"/>
                </a:lnTo>
                <a:lnTo>
                  <a:pt x="68" y="1215"/>
                </a:lnTo>
                <a:lnTo>
                  <a:pt x="67" y="1215"/>
                </a:lnTo>
                <a:lnTo>
                  <a:pt x="66" y="1215"/>
                </a:lnTo>
                <a:lnTo>
                  <a:pt x="64" y="1213"/>
                </a:lnTo>
                <a:lnTo>
                  <a:pt x="64" y="1212"/>
                </a:lnTo>
                <a:lnTo>
                  <a:pt x="64" y="1211"/>
                </a:lnTo>
                <a:lnTo>
                  <a:pt x="63" y="1208"/>
                </a:lnTo>
                <a:lnTo>
                  <a:pt x="64" y="1208"/>
                </a:lnTo>
                <a:lnTo>
                  <a:pt x="64" y="1207"/>
                </a:lnTo>
                <a:lnTo>
                  <a:pt x="65" y="1207"/>
                </a:lnTo>
                <a:lnTo>
                  <a:pt x="65" y="1206"/>
                </a:lnTo>
                <a:lnTo>
                  <a:pt x="65" y="1202"/>
                </a:lnTo>
                <a:lnTo>
                  <a:pt x="65" y="1200"/>
                </a:lnTo>
                <a:lnTo>
                  <a:pt x="64" y="1200"/>
                </a:lnTo>
                <a:lnTo>
                  <a:pt x="64" y="1198"/>
                </a:lnTo>
                <a:lnTo>
                  <a:pt x="64" y="1195"/>
                </a:lnTo>
                <a:lnTo>
                  <a:pt x="65" y="1195"/>
                </a:lnTo>
                <a:lnTo>
                  <a:pt x="67" y="1195"/>
                </a:lnTo>
                <a:lnTo>
                  <a:pt x="68" y="1195"/>
                </a:lnTo>
                <a:lnTo>
                  <a:pt x="69" y="1194"/>
                </a:lnTo>
                <a:lnTo>
                  <a:pt x="69" y="1193"/>
                </a:lnTo>
                <a:lnTo>
                  <a:pt x="70" y="1192"/>
                </a:lnTo>
                <a:lnTo>
                  <a:pt x="72" y="1191"/>
                </a:lnTo>
                <a:lnTo>
                  <a:pt x="73" y="1191"/>
                </a:lnTo>
                <a:lnTo>
                  <a:pt x="73" y="1190"/>
                </a:lnTo>
                <a:lnTo>
                  <a:pt x="74" y="1190"/>
                </a:lnTo>
                <a:lnTo>
                  <a:pt x="74" y="1189"/>
                </a:lnTo>
                <a:lnTo>
                  <a:pt x="74" y="1187"/>
                </a:lnTo>
                <a:lnTo>
                  <a:pt x="76" y="1183"/>
                </a:lnTo>
                <a:lnTo>
                  <a:pt x="78" y="1180"/>
                </a:lnTo>
                <a:lnTo>
                  <a:pt x="80" y="1174"/>
                </a:lnTo>
                <a:lnTo>
                  <a:pt x="80" y="1173"/>
                </a:lnTo>
                <a:lnTo>
                  <a:pt x="80" y="1172"/>
                </a:lnTo>
                <a:lnTo>
                  <a:pt x="80" y="1169"/>
                </a:lnTo>
                <a:lnTo>
                  <a:pt x="81" y="1169"/>
                </a:lnTo>
                <a:lnTo>
                  <a:pt x="82" y="1168"/>
                </a:lnTo>
                <a:lnTo>
                  <a:pt x="81" y="1161"/>
                </a:lnTo>
                <a:lnTo>
                  <a:pt x="82" y="1160"/>
                </a:lnTo>
                <a:lnTo>
                  <a:pt x="83" y="1159"/>
                </a:lnTo>
                <a:lnTo>
                  <a:pt x="84" y="1158"/>
                </a:lnTo>
                <a:lnTo>
                  <a:pt x="84" y="1157"/>
                </a:lnTo>
                <a:lnTo>
                  <a:pt x="85" y="1157"/>
                </a:lnTo>
                <a:lnTo>
                  <a:pt x="84" y="1156"/>
                </a:lnTo>
                <a:lnTo>
                  <a:pt x="84" y="1155"/>
                </a:lnTo>
                <a:lnTo>
                  <a:pt x="84" y="1154"/>
                </a:lnTo>
                <a:lnTo>
                  <a:pt x="85" y="1154"/>
                </a:lnTo>
                <a:lnTo>
                  <a:pt x="85" y="1153"/>
                </a:lnTo>
                <a:lnTo>
                  <a:pt x="86" y="1153"/>
                </a:lnTo>
                <a:lnTo>
                  <a:pt x="87" y="1154"/>
                </a:lnTo>
                <a:lnTo>
                  <a:pt x="88" y="1154"/>
                </a:lnTo>
                <a:lnTo>
                  <a:pt x="88" y="1155"/>
                </a:lnTo>
                <a:lnTo>
                  <a:pt x="89" y="1153"/>
                </a:lnTo>
                <a:lnTo>
                  <a:pt x="90" y="1153"/>
                </a:lnTo>
                <a:lnTo>
                  <a:pt x="90" y="1152"/>
                </a:lnTo>
                <a:lnTo>
                  <a:pt x="89" y="1149"/>
                </a:lnTo>
                <a:lnTo>
                  <a:pt x="90" y="1149"/>
                </a:lnTo>
                <a:lnTo>
                  <a:pt x="90" y="1148"/>
                </a:lnTo>
                <a:lnTo>
                  <a:pt x="89" y="1147"/>
                </a:lnTo>
                <a:lnTo>
                  <a:pt x="89" y="1146"/>
                </a:lnTo>
                <a:lnTo>
                  <a:pt x="90" y="1145"/>
                </a:lnTo>
                <a:lnTo>
                  <a:pt x="91" y="1143"/>
                </a:lnTo>
                <a:lnTo>
                  <a:pt x="92" y="1142"/>
                </a:lnTo>
                <a:lnTo>
                  <a:pt x="92" y="1141"/>
                </a:lnTo>
                <a:lnTo>
                  <a:pt x="92" y="1140"/>
                </a:lnTo>
                <a:lnTo>
                  <a:pt x="94" y="1137"/>
                </a:lnTo>
                <a:lnTo>
                  <a:pt x="95" y="1137"/>
                </a:lnTo>
                <a:lnTo>
                  <a:pt x="97" y="1137"/>
                </a:lnTo>
                <a:lnTo>
                  <a:pt x="98" y="1137"/>
                </a:lnTo>
                <a:lnTo>
                  <a:pt x="98" y="1136"/>
                </a:lnTo>
                <a:lnTo>
                  <a:pt x="99" y="1133"/>
                </a:lnTo>
                <a:lnTo>
                  <a:pt x="100" y="1133"/>
                </a:lnTo>
                <a:lnTo>
                  <a:pt x="100" y="1131"/>
                </a:lnTo>
                <a:lnTo>
                  <a:pt x="100" y="1130"/>
                </a:lnTo>
                <a:lnTo>
                  <a:pt x="101" y="1129"/>
                </a:lnTo>
                <a:lnTo>
                  <a:pt x="100" y="1128"/>
                </a:lnTo>
                <a:lnTo>
                  <a:pt x="100" y="1127"/>
                </a:lnTo>
                <a:lnTo>
                  <a:pt x="99" y="1126"/>
                </a:lnTo>
                <a:lnTo>
                  <a:pt x="99" y="1125"/>
                </a:lnTo>
                <a:lnTo>
                  <a:pt x="100" y="1124"/>
                </a:lnTo>
                <a:lnTo>
                  <a:pt x="100" y="1123"/>
                </a:lnTo>
                <a:lnTo>
                  <a:pt x="101" y="1123"/>
                </a:lnTo>
                <a:lnTo>
                  <a:pt x="101" y="1122"/>
                </a:lnTo>
                <a:lnTo>
                  <a:pt x="102" y="1122"/>
                </a:lnTo>
                <a:lnTo>
                  <a:pt x="102" y="1121"/>
                </a:lnTo>
                <a:lnTo>
                  <a:pt x="102" y="1120"/>
                </a:lnTo>
                <a:lnTo>
                  <a:pt x="103" y="1119"/>
                </a:lnTo>
                <a:lnTo>
                  <a:pt x="103" y="1118"/>
                </a:lnTo>
                <a:lnTo>
                  <a:pt x="104" y="1117"/>
                </a:lnTo>
                <a:lnTo>
                  <a:pt x="105" y="1117"/>
                </a:lnTo>
                <a:lnTo>
                  <a:pt x="105" y="1116"/>
                </a:lnTo>
                <a:lnTo>
                  <a:pt x="106" y="1114"/>
                </a:lnTo>
                <a:lnTo>
                  <a:pt x="106" y="1112"/>
                </a:lnTo>
                <a:lnTo>
                  <a:pt x="106" y="1111"/>
                </a:lnTo>
                <a:lnTo>
                  <a:pt x="107" y="1110"/>
                </a:lnTo>
                <a:lnTo>
                  <a:pt x="108" y="1110"/>
                </a:lnTo>
                <a:lnTo>
                  <a:pt x="108" y="1109"/>
                </a:lnTo>
                <a:lnTo>
                  <a:pt x="108" y="1108"/>
                </a:lnTo>
                <a:lnTo>
                  <a:pt x="108" y="1107"/>
                </a:lnTo>
                <a:lnTo>
                  <a:pt x="108" y="1106"/>
                </a:lnTo>
                <a:lnTo>
                  <a:pt x="108" y="1105"/>
                </a:lnTo>
                <a:lnTo>
                  <a:pt x="109" y="1105"/>
                </a:lnTo>
                <a:lnTo>
                  <a:pt x="110" y="1104"/>
                </a:lnTo>
                <a:lnTo>
                  <a:pt x="110" y="1102"/>
                </a:lnTo>
                <a:lnTo>
                  <a:pt x="111" y="1101"/>
                </a:lnTo>
                <a:lnTo>
                  <a:pt x="112" y="1100"/>
                </a:lnTo>
                <a:lnTo>
                  <a:pt x="112" y="1098"/>
                </a:lnTo>
                <a:lnTo>
                  <a:pt x="113" y="1098"/>
                </a:lnTo>
                <a:lnTo>
                  <a:pt x="113" y="1097"/>
                </a:lnTo>
                <a:lnTo>
                  <a:pt x="112" y="1096"/>
                </a:lnTo>
                <a:lnTo>
                  <a:pt x="111" y="1095"/>
                </a:lnTo>
                <a:lnTo>
                  <a:pt x="110" y="1095"/>
                </a:lnTo>
                <a:lnTo>
                  <a:pt x="109" y="1095"/>
                </a:lnTo>
                <a:lnTo>
                  <a:pt x="109" y="1094"/>
                </a:lnTo>
                <a:lnTo>
                  <a:pt x="110" y="1094"/>
                </a:lnTo>
                <a:lnTo>
                  <a:pt x="110" y="1093"/>
                </a:lnTo>
                <a:lnTo>
                  <a:pt x="110" y="1092"/>
                </a:lnTo>
                <a:lnTo>
                  <a:pt x="110" y="1091"/>
                </a:lnTo>
                <a:lnTo>
                  <a:pt x="111" y="1090"/>
                </a:lnTo>
                <a:lnTo>
                  <a:pt x="112" y="1089"/>
                </a:lnTo>
                <a:lnTo>
                  <a:pt x="113" y="1089"/>
                </a:lnTo>
                <a:lnTo>
                  <a:pt x="113" y="1088"/>
                </a:lnTo>
                <a:lnTo>
                  <a:pt x="113" y="1087"/>
                </a:lnTo>
                <a:lnTo>
                  <a:pt x="112" y="1085"/>
                </a:lnTo>
                <a:lnTo>
                  <a:pt x="112" y="1084"/>
                </a:lnTo>
                <a:lnTo>
                  <a:pt x="113" y="1084"/>
                </a:lnTo>
                <a:lnTo>
                  <a:pt x="113" y="1082"/>
                </a:lnTo>
                <a:lnTo>
                  <a:pt x="112" y="1081"/>
                </a:lnTo>
                <a:lnTo>
                  <a:pt x="111" y="1078"/>
                </a:lnTo>
                <a:lnTo>
                  <a:pt x="109" y="1077"/>
                </a:lnTo>
                <a:lnTo>
                  <a:pt x="109" y="1076"/>
                </a:lnTo>
                <a:lnTo>
                  <a:pt x="108" y="1076"/>
                </a:lnTo>
                <a:lnTo>
                  <a:pt x="108" y="1075"/>
                </a:lnTo>
                <a:lnTo>
                  <a:pt x="108" y="1076"/>
                </a:lnTo>
                <a:lnTo>
                  <a:pt x="107" y="1076"/>
                </a:lnTo>
                <a:lnTo>
                  <a:pt x="107" y="1075"/>
                </a:lnTo>
                <a:lnTo>
                  <a:pt x="106" y="1075"/>
                </a:lnTo>
                <a:lnTo>
                  <a:pt x="106" y="1074"/>
                </a:lnTo>
                <a:lnTo>
                  <a:pt x="106" y="1075"/>
                </a:lnTo>
                <a:lnTo>
                  <a:pt x="105" y="1075"/>
                </a:lnTo>
                <a:lnTo>
                  <a:pt x="105" y="1076"/>
                </a:lnTo>
                <a:lnTo>
                  <a:pt x="104" y="1075"/>
                </a:lnTo>
                <a:lnTo>
                  <a:pt x="103" y="1075"/>
                </a:lnTo>
                <a:lnTo>
                  <a:pt x="102" y="1075"/>
                </a:lnTo>
                <a:lnTo>
                  <a:pt x="101" y="1075"/>
                </a:lnTo>
                <a:lnTo>
                  <a:pt x="100" y="1074"/>
                </a:lnTo>
                <a:lnTo>
                  <a:pt x="99" y="1073"/>
                </a:lnTo>
                <a:lnTo>
                  <a:pt x="98" y="1073"/>
                </a:lnTo>
                <a:lnTo>
                  <a:pt x="97" y="1073"/>
                </a:lnTo>
                <a:lnTo>
                  <a:pt x="96" y="1073"/>
                </a:lnTo>
                <a:lnTo>
                  <a:pt x="95" y="1073"/>
                </a:lnTo>
                <a:lnTo>
                  <a:pt x="95" y="1074"/>
                </a:lnTo>
                <a:lnTo>
                  <a:pt x="96" y="1075"/>
                </a:lnTo>
                <a:lnTo>
                  <a:pt x="95" y="1076"/>
                </a:lnTo>
                <a:lnTo>
                  <a:pt x="94" y="1076"/>
                </a:lnTo>
                <a:lnTo>
                  <a:pt x="94" y="1075"/>
                </a:lnTo>
                <a:lnTo>
                  <a:pt x="93" y="1075"/>
                </a:lnTo>
                <a:lnTo>
                  <a:pt x="92" y="1076"/>
                </a:lnTo>
                <a:lnTo>
                  <a:pt x="91" y="1076"/>
                </a:lnTo>
                <a:lnTo>
                  <a:pt x="90" y="1077"/>
                </a:lnTo>
                <a:lnTo>
                  <a:pt x="89" y="1076"/>
                </a:lnTo>
                <a:lnTo>
                  <a:pt x="88" y="1075"/>
                </a:lnTo>
                <a:lnTo>
                  <a:pt x="89" y="1071"/>
                </a:lnTo>
                <a:lnTo>
                  <a:pt x="89" y="1070"/>
                </a:lnTo>
                <a:lnTo>
                  <a:pt x="90" y="1070"/>
                </a:lnTo>
                <a:lnTo>
                  <a:pt x="91" y="1070"/>
                </a:lnTo>
                <a:lnTo>
                  <a:pt x="92" y="1069"/>
                </a:lnTo>
                <a:lnTo>
                  <a:pt x="93" y="1069"/>
                </a:lnTo>
                <a:lnTo>
                  <a:pt x="94" y="1069"/>
                </a:lnTo>
                <a:lnTo>
                  <a:pt x="96" y="1068"/>
                </a:lnTo>
                <a:lnTo>
                  <a:pt x="96" y="1067"/>
                </a:lnTo>
                <a:lnTo>
                  <a:pt x="96" y="1066"/>
                </a:lnTo>
                <a:lnTo>
                  <a:pt x="96" y="1065"/>
                </a:lnTo>
                <a:lnTo>
                  <a:pt x="96" y="1064"/>
                </a:lnTo>
                <a:lnTo>
                  <a:pt x="95" y="1063"/>
                </a:lnTo>
                <a:lnTo>
                  <a:pt x="96" y="1062"/>
                </a:lnTo>
                <a:lnTo>
                  <a:pt x="96" y="1061"/>
                </a:lnTo>
                <a:lnTo>
                  <a:pt x="96" y="1060"/>
                </a:lnTo>
                <a:lnTo>
                  <a:pt x="95" y="1060"/>
                </a:lnTo>
                <a:lnTo>
                  <a:pt x="94" y="1060"/>
                </a:lnTo>
                <a:lnTo>
                  <a:pt x="93" y="1059"/>
                </a:lnTo>
                <a:lnTo>
                  <a:pt x="92" y="1059"/>
                </a:lnTo>
                <a:lnTo>
                  <a:pt x="91" y="1058"/>
                </a:lnTo>
                <a:lnTo>
                  <a:pt x="90" y="1058"/>
                </a:lnTo>
                <a:lnTo>
                  <a:pt x="90" y="1057"/>
                </a:lnTo>
                <a:lnTo>
                  <a:pt x="91" y="1056"/>
                </a:lnTo>
                <a:lnTo>
                  <a:pt x="90" y="1056"/>
                </a:lnTo>
                <a:lnTo>
                  <a:pt x="89" y="1055"/>
                </a:lnTo>
                <a:lnTo>
                  <a:pt x="88" y="1055"/>
                </a:lnTo>
                <a:lnTo>
                  <a:pt x="87" y="1055"/>
                </a:lnTo>
                <a:lnTo>
                  <a:pt x="86" y="1055"/>
                </a:lnTo>
                <a:lnTo>
                  <a:pt x="85" y="1055"/>
                </a:lnTo>
                <a:lnTo>
                  <a:pt x="84" y="1055"/>
                </a:lnTo>
                <a:lnTo>
                  <a:pt x="82" y="1053"/>
                </a:lnTo>
                <a:lnTo>
                  <a:pt x="82" y="1049"/>
                </a:lnTo>
                <a:lnTo>
                  <a:pt x="82" y="1047"/>
                </a:lnTo>
                <a:lnTo>
                  <a:pt x="84" y="1046"/>
                </a:lnTo>
                <a:lnTo>
                  <a:pt x="83" y="1043"/>
                </a:lnTo>
                <a:lnTo>
                  <a:pt x="79" y="1035"/>
                </a:lnTo>
                <a:lnTo>
                  <a:pt x="78" y="1035"/>
                </a:lnTo>
                <a:lnTo>
                  <a:pt x="77" y="1034"/>
                </a:lnTo>
                <a:lnTo>
                  <a:pt x="76" y="1034"/>
                </a:lnTo>
                <a:lnTo>
                  <a:pt x="74" y="1030"/>
                </a:lnTo>
                <a:lnTo>
                  <a:pt x="74" y="1029"/>
                </a:lnTo>
                <a:lnTo>
                  <a:pt x="74" y="1028"/>
                </a:lnTo>
                <a:lnTo>
                  <a:pt x="69" y="1022"/>
                </a:lnTo>
                <a:lnTo>
                  <a:pt x="69" y="1021"/>
                </a:lnTo>
                <a:lnTo>
                  <a:pt x="68" y="1021"/>
                </a:lnTo>
                <a:lnTo>
                  <a:pt x="67" y="1020"/>
                </a:lnTo>
                <a:lnTo>
                  <a:pt x="67" y="1021"/>
                </a:lnTo>
                <a:lnTo>
                  <a:pt x="66" y="1021"/>
                </a:lnTo>
                <a:lnTo>
                  <a:pt x="65" y="1021"/>
                </a:lnTo>
                <a:lnTo>
                  <a:pt x="64" y="1020"/>
                </a:lnTo>
                <a:lnTo>
                  <a:pt x="63" y="1019"/>
                </a:lnTo>
                <a:lnTo>
                  <a:pt x="65" y="1016"/>
                </a:lnTo>
                <a:lnTo>
                  <a:pt x="64" y="1007"/>
                </a:lnTo>
                <a:lnTo>
                  <a:pt x="61" y="1003"/>
                </a:lnTo>
                <a:lnTo>
                  <a:pt x="60" y="1002"/>
                </a:lnTo>
                <a:lnTo>
                  <a:pt x="57" y="999"/>
                </a:lnTo>
                <a:lnTo>
                  <a:pt x="55" y="997"/>
                </a:lnTo>
                <a:lnTo>
                  <a:pt x="53" y="997"/>
                </a:lnTo>
                <a:lnTo>
                  <a:pt x="53" y="996"/>
                </a:lnTo>
                <a:lnTo>
                  <a:pt x="53" y="995"/>
                </a:lnTo>
                <a:lnTo>
                  <a:pt x="53" y="993"/>
                </a:lnTo>
                <a:lnTo>
                  <a:pt x="54" y="990"/>
                </a:lnTo>
                <a:lnTo>
                  <a:pt x="56" y="986"/>
                </a:lnTo>
                <a:lnTo>
                  <a:pt x="56" y="985"/>
                </a:lnTo>
                <a:lnTo>
                  <a:pt x="55" y="985"/>
                </a:lnTo>
                <a:lnTo>
                  <a:pt x="53" y="985"/>
                </a:lnTo>
                <a:lnTo>
                  <a:pt x="51" y="986"/>
                </a:lnTo>
                <a:lnTo>
                  <a:pt x="50" y="986"/>
                </a:lnTo>
                <a:lnTo>
                  <a:pt x="49" y="986"/>
                </a:lnTo>
                <a:lnTo>
                  <a:pt x="47" y="986"/>
                </a:lnTo>
                <a:lnTo>
                  <a:pt x="42" y="985"/>
                </a:lnTo>
                <a:lnTo>
                  <a:pt x="38" y="981"/>
                </a:lnTo>
                <a:lnTo>
                  <a:pt x="37" y="979"/>
                </a:lnTo>
                <a:lnTo>
                  <a:pt x="36" y="978"/>
                </a:lnTo>
                <a:lnTo>
                  <a:pt x="34" y="978"/>
                </a:lnTo>
                <a:lnTo>
                  <a:pt x="32" y="979"/>
                </a:lnTo>
                <a:lnTo>
                  <a:pt x="31" y="979"/>
                </a:lnTo>
                <a:lnTo>
                  <a:pt x="29" y="977"/>
                </a:lnTo>
                <a:lnTo>
                  <a:pt x="28" y="976"/>
                </a:lnTo>
                <a:lnTo>
                  <a:pt x="27" y="976"/>
                </a:lnTo>
                <a:lnTo>
                  <a:pt x="27" y="975"/>
                </a:lnTo>
                <a:lnTo>
                  <a:pt x="26" y="974"/>
                </a:lnTo>
                <a:lnTo>
                  <a:pt x="25" y="974"/>
                </a:lnTo>
                <a:lnTo>
                  <a:pt x="21" y="974"/>
                </a:lnTo>
                <a:lnTo>
                  <a:pt x="17" y="974"/>
                </a:lnTo>
                <a:lnTo>
                  <a:pt x="16" y="974"/>
                </a:lnTo>
                <a:lnTo>
                  <a:pt x="15" y="974"/>
                </a:lnTo>
                <a:lnTo>
                  <a:pt x="14" y="974"/>
                </a:lnTo>
                <a:lnTo>
                  <a:pt x="12" y="973"/>
                </a:lnTo>
                <a:lnTo>
                  <a:pt x="8" y="970"/>
                </a:lnTo>
                <a:lnTo>
                  <a:pt x="7" y="968"/>
                </a:lnTo>
                <a:lnTo>
                  <a:pt x="7" y="964"/>
                </a:lnTo>
                <a:lnTo>
                  <a:pt x="8" y="958"/>
                </a:lnTo>
                <a:lnTo>
                  <a:pt x="9" y="956"/>
                </a:lnTo>
                <a:lnTo>
                  <a:pt x="10" y="955"/>
                </a:lnTo>
                <a:lnTo>
                  <a:pt x="9" y="953"/>
                </a:lnTo>
                <a:lnTo>
                  <a:pt x="10" y="953"/>
                </a:lnTo>
                <a:lnTo>
                  <a:pt x="9" y="953"/>
                </a:lnTo>
                <a:lnTo>
                  <a:pt x="9" y="952"/>
                </a:lnTo>
                <a:lnTo>
                  <a:pt x="8" y="951"/>
                </a:lnTo>
                <a:lnTo>
                  <a:pt x="7" y="950"/>
                </a:lnTo>
                <a:lnTo>
                  <a:pt x="6" y="950"/>
                </a:lnTo>
                <a:lnTo>
                  <a:pt x="5" y="949"/>
                </a:lnTo>
                <a:lnTo>
                  <a:pt x="4" y="948"/>
                </a:lnTo>
                <a:lnTo>
                  <a:pt x="4" y="947"/>
                </a:lnTo>
                <a:lnTo>
                  <a:pt x="3" y="946"/>
                </a:lnTo>
                <a:lnTo>
                  <a:pt x="4" y="937"/>
                </a:lnTo>
                <a:lnTo>
                  <a:pt x="4" y="936"/>
                </a:lnTo>
                <a:lnTo>
                  <a:pt x="6" y="935"/>
                </a:lnTo>
                <a:lnTo>
                  <a:pt x="7" y="935"/>
                </a:lnTo>
                <a:lnTo>
                  <a:pt x="8" y="935"/>
                </a:lnTo>
                <a:lnTo>
                  <a:pt x="9" y="932"/>
                </a:lnTo>
                <a:lnTo>
                  <a:pt x="9" y="931"/>
                </a:lnTo>
                <a:lnTo>
                  <a:pt x="9" y="930"/>
                </a:lnTo>
                <a:lnTo>
                  <a:pt x="8" y="930"/>
                </a:lnTo>
                <a:lnTo>
                  <a:pt x="9" y="930"/>
                </a:lnTo>
                <a:lnTo>
                  <a:pt x="9" y="929"/>
                </a:lnTo>
                <a:lnTo>
                  <a:pt x="10" y="929"/>
                </a:lnTo>
                <a:lnTo>
                  <a:pt x="11" y="928"/>
                </a:lnTo>
                <a:lnTo>
                  <a:pt x="12" y="928"/>
                </a:lnTo>
                <a:lnTo>
                  <a:pt x="12" y="927"/>
                </a:lnTo>
                <a:lnTo>
                  <a:pt x="12" y="926"/>
                </a:lnTo>
                <a:lnTo>
                  <a:pt x="11" y="926"/>
                </a:lnTo>
                <a:lnTo>
                  <a:pt x="10" y="926"/>
                </a:lnTo>
                <a:lnTo>
                  <a:pt x="9" y="925"/>
                </a:lnTo>
                <a:lnTo>
                  <a:pt x="8" y="924"/>
                </a:lnTo>
                <a:lnTo>
                  <a:pt x="7" y="924"/>
                </a:lnTo>
                <a:lnTo>
                  <a:pt x="6" y="923"/>
                </a:lnTo>
                <a:lnTo>
                  <a:pt x="6" y="922"/>
                </a:lnTo>
                <a:lnTo>
                  <a:pt x="5" y="920"/>
                </a:lnTo>
                <a:lnTo>
                  <a:pt x="6" y="919"/>
                </a:lnTo>
                <a:lnTo>
                  <a:pt x="5" y="918"/>
                </a:lnTo>
                <a:lnTo>
                  <a:pt x="4" y="916"/>
                </a:lnTo>
                <a:lnTo>
                  <a:pt x="6" y="915"/>
                </a:lnTo>
                <a:lnTo>
                  <a:pt x="6" y="913"/>
                </a:lnTo>
                <a:lnTo>
                  <a:pt x="6" y="911"/>
                </a:lnTo>
                <a:lnTo>
                  <a:pt x="5" y="909"/>
                </a:lnTo>
                <a:lnTo>
                  <a:pt x="5" y="908"/>
                </a:lnTo>
                <a:lnTo>
                  <a:pt x="4" y="908"/>
                </a:lnTo>
                <a:lnTo>
                  <a:pt x="5" y="907"/>
                </a:lnTo>
                <a:lnTo>
                  <a:pt x="6" y="905"/>
                </a:lnTo>
                <a:lnTo>
                  <a:pt x="8" y="904"/>
                </a:lnTo>
                <a:lnTo>
                  <a:pt x="10" y="902"/>
                </a:lnTo>
                <a:lnTo>
                  <a:pt x="12" y="900"/>
                </a:lnTo>
                <a:lnTo>
                  <a:pt x="12" y="899"/>
                </a:lnTo>
                <a:lnTo>
                  <a:pt x="13" y="898"/>
                </a:lnTo>
                <a:lnTo>
                  <a:pt x="12" y="897"/>
                </a:lnTo>
                <a:lnTo>
                  <a:pt x="11" y="897"/>
                </a:lnTo>
                <a:lnTo>
                  <a:pt x="11" y="896"/>
                </a:lnTo>
                <a:lnTo>
                  <a:pt x="11" y="895"/>
                </a:lnTo>
                <a:lnTo>
                  <a:pt x="11" y="892"/>
                </a:lnTo>
                <a:lnTo>
                  <a:pt x="12" y="891"/>
                </a:lnTo>
                <a:lnTo>
                  <a:pt x="13" y="888"/>
                </a:lnTo>
                <a:lnTo>
                  <a:pt x="15" y="887"/>
                </a:lnTo>
                <a:lnTo>
                  <a:pt x="19" y="887"/>
                </a:lnTo>
                <a:lnTo>
                  <a:pt x="21" y="888"/>
                </a:lnTo>
                <a:lnTo>
                  <a:pt x="24" y="887"/>
                </a:lnTo>
                <a:lnTo>
                  <a:pt x="26" y="886"/>
                </a:lnTo>
                <a:lnTo>
                  <a:pt x="27" y="885"/>
                </a:lnTo>
                <a:lnTo>
                  <a:pt x="28" y="883"/>
                </a:lnTo>
                <a:lnTo>
                  <a:pt x="28" y="882"/>
                </a:lnTo>
                <a:lnTo>
                  <a:pt x="27" y="881"/>
                </a:lnTo>
                <a:lnTo>
                  <a:pt x="27" y="880"/>
                </a:lnTo>
                <a:lnTo>
                  <a:pt x="26" y="877"/>
                </a:lnTo>
                <a:lnTo>
                  <a:pt x="26" y="874"/>
                </a:lnTo>
                <a:lnTo>
                  <a:pt x="26" y="873"/>
                </a:lnTo>
                <a:lnTo>
                  <a:pt x="28" y="873"/>
                </a:lnTo>
                <a:lnTo>
                  <a:pt x="29" y="873"/>
                </a:lnTo>
                <a:lnTo>
                  <a:pt x="29" y="874"/>
                </a:lnTo>
                <a:lnTo>
                  <a:pt x="31" y="875"/>
                </a:lnTo>
                <a:lnTo>
                  <a:pt x="33" y="876"/>
                </a:lnTo>
                <a:lnTo>
                  <a:pt x="35" y="874"/>
                </a:lnTo>
                <a:lnTo>
                  <a:pt x="36" y="873"/>
                </a:lnTo>
                <a:lnTo>
                  <a:pt x="36" y="871"/>
                </a:lnTo>
                <a:lnTo>
                  <a:pt x="36" y="869"/>
                </a:lnTo>
                <a:lnTo>
                  <a:pt x="38" y="864"/>
                </a:lnTo>
                <a:lnTo>
                  <a:pt x="39" y="862"/>
                </a:lnTo>
                <a:lnTo>
                  <a:pt x="40" y="862"/>
                </a:lnTo>
                <a:lnTo>
                  <a:pt x="42" y="863"/>
                </a:lnTo>
                <a:lnTo>
                  <a:pt x="43" y="863"/>
                </a:lnTo>
                <a:lnTo>
                  <a:pt x="44" y="862"/>
                </a:lnTo>
                <a:lnTo>
                  <a:pt x="44" y="861"/>
                </a:lnTo>
                <a:lnTo>
                  <a:pt x="44" y="860"/>
                </a:lnTo>
                <a:lnTo>
                  <a:pt x="44" y="857"/>
                </a:lnTo>
                <a:lnTo>
                  <a:pt x="43" y="856"/>
                </a:lnTo>
                <a:lnTo>
                  <a:pt x="43" y="855"/>
                </a:lnTo>
                <a:lnTo>
                  <a:pt x="44" y="853"/>
                </a:lnTo>
                <a:lnTo>
                  <a:pt x="45" y="852"/>
                </a:lnTo>
                <a:lnTo>
                  <a:pt x="46" y="852"/>
                </a:lnTo>
                <a:lnTo>
                  <a:pt x="46" y="851"/>
                </a:lnTo>
                <a:lnTo>
                  <a:pt x="47" y="851"/>
                </a:lnTo>
                <a:lnTo>
                  <a:pt x="47" y="850"/>
                </a:lnTo>
                <a:lnTo>
                  <a:pt x="45" y="847"/>
                </a:lnTo>
                <a:lnTo>
                  <a:pt x="45" y="846"/>
                </a:lnTo>
                <a:lnTo>
                  <a:pt x="44" y="845"/>
                </a:lnTo>
                <a:lnTo>
                  <a:pt x="43" y="845"/>
                </a:lnTo>
                <a:lnTo>
                  <a:pt x="41" y="845"/>
                </a:lnTo>
                <a:lnTo>
                  <a:pt x="40" y="845"/>
                </a:lnTo>
                <a:lnTo>
                  <a:pt x="40" y="844"/>
                </a:lnTo>
                <a:lnTo>
                  <a:pt x="38" y="843"/>
                </a:lnTo>
                <a:lnTo>
                  <a:pt x="37" y="842"/>
                </a:lnTo>
                <a:lnTo>
                  <a:pt x="37" y="841"/>
                </a:lnTo>
                <a:lnTo>
                  <a:pt x="36" y="840"/>
                </a:lnTo>
                <a:lnTo>
                  <a:pt x="35" y="839"/>
                </a:lnTo>
                <a:lnTo>
                  <a:pt x="34" y="837"/>
                </a:lnTo>
                <a:lnTo>
                  <a:pt x="33" y="836"/>
                </a:lnTo>
                <a:lnTo>
                  <a:pt x="32" y="836"/>
                </a:lnTo>
                <a:lnTo>
                  <a:pt x="32" y="835"/>
                </a:lnTo>
                <a:lnTo>
                  <a:pt x="33" y="832"/>
                </a:lnTo>
                <a:lnTo>
                  <a:pt x="32" y="828"/>
                </a:lnTo>
                <a:lnTo>
                  <a:pt x="31" y="826"/>
                </a:lnTo>
                <a:lnTo>
                  <a:pt x="31" y="825"/>
                </a:lnTo>
                <a:lnTo>
                  <a:pt x="30" y="822"/>
                </a:lnTo>
                <a:lnTo>
                  <a:pt x="30" y="821"/>
                </a:lnTo>
                <a:lnTo>
                  <a:pt x="30" y="818"/>
                </a:lnTo>
                <a:lnTo>
                  <a:pt x="31" y="815"/>
                </a:lnTo>
                <a:lnTo>
                  <a:pt x="32" y="814"/>
                </a:lnTo>
                <a:lnTo>
                  <a:pt x="33" y="814"/>
                </a:lnTo>
                <a:lnTo>
                  <a:pt x="33" y="815"/>
                </a:lnTo>
                <a:lnTo>
                  <a:pt x="34" y="815"/>
                </a:lnTo>
                <a:lnTo>
                  <a:pt x="36" y="814"/>
                </a:lnTo>
                <a:lnTo>
                  <a:pt x="37" y="814"/>
                </a:lnTo>
                <a:lnTo>
                  <a:pt x="37" y="813"/>
                </a:lnTo>
                <a:lnTo>
                  <a:pt x="37" y="812"/>
                </a:lnTo>
                <a:lnTo>
                  <a:pt x="37" y="810"/>
                </a:lnTo>
                <a:lnTo>
                  <a:pt x="38" y="810"/>
                </a:lnTo>
                <a:lnTo>
                  <a:pt x="41" y="808"/>
                </a:lnTo>
                <a:lnTo>
                  <a:pt x="43" y="806"/>
                </a:lnTo>
                <a:lnTo>
                  <a:pt x="45" y="803"/>
                </a:lnTo>
                <a:lnTo>
                  <a:pt x="46" y="800"/>
                </a:lnTo>
                <a:lnTo>
                  <a:pt x="47" y="798"/>
                </a:lnTo>
                <a:lnTo>
                  <a:pt x="49" y="797"/>
                </a:lnTo>
                <a:lnTo>
                  <a:pt x="49" y="798"/>
                </a:lnTo>
                <a:lnTo>
                  <a:pt x="51" y="798"/>
                </a:lnTo>
                <a:lnTo>
                  <a:pt x="52" y="798"/>
                </a:lnTo>
                <a:lnTo>
                  <a:pt x="53" y="798"/>
                </a:lnTo>
                <a:lnTo>
                  <a:pt x="54" y="797"/>
                </a:lnTo>
                <a:lnTo>
                  <a:pt x="54" y="796"/>
                </a:lnTo>
                <a:lnTo>
                  <a:pt x="54" y="795"/>
                </a:lnTo>
                <a:lnTo>
                  <a:pt x="55" y="794"/>
                </a:lnTo>
                <a:lnTo>
                  <a:pt x="56" y="792"/>
                </a:lnTo>
                <a:lnTo>
                  <a:pt x="58" y="790"/>
                </a:lnTo>
                <a:lnTo>
                  <a:pt x="59" y="790"/>
                </a:lnTo>
                <a:lnTo>
                  <a:pt x="60" y="790"/>
                </a:lnTo>
                <a:lnTo>
                  <a:pt x="60" y="791"/>
                </a:lnTo>
                <a:lnTo>
                  <a:pt x="61" y="792"/>
                </a:lnTo>
                <a:lnTo>
                  <a:pt x="62" y="792"/>
                </a:lnTo>
                <a:lnTo>
                  <a:pt x="62" y="791"/>
                </a:lnTo>
                <a:lnTo>
                  <a:pt x="63" y="790"/>
                </a:lnTo>
                <a:lnTo>
                  <a:pt x="64" y="789"/>
                </a:lnTo>
                <a:lnTo>
                  <a:pt x="63" y="788"/>
                </a:lnTo>
                <a:lnTo>
                  <a:pt x="64" y="787"/>
                </a:lnTo>
                <a:lnTo>
                  <a:pt x="64" y="786"/>
                </a:lnTo>
                <a:lnTo>
                  <a:pt x="65" y="785"/>
                </a:lnTo>
                <a:lnTo>
                  <a:pt x="66" y="784"/>
                </a:lnTo>
                <a:lnTo>
                  <a:pt x="68" y="783"/>
                </a:lnTo>
                <a:lnTo>
                  <a:pt x="69" y="783"/>
                </a:lnTo>
                <a:lnTo>
                  <a:pt x="70" y="783"/>
                </a:lnTo>
                <a:lnTo>
                  <a:pt x="70" y="782"/>
                </a:lnTo>
                <a:lnTo>
                  <a:pt x="71" y="782"/>
                </a:lnTo>
                <a:lnTo>
                  <a:pt x="71" y="783"/>
                </a:lnTo>
                <a:lnTo>
                  <a:pt x="71" y="784"/>
                </a:lnTo>
                <a:lnTo>
                  <a:pt x="72" y="784"/>
                </a:lnTo>
                <a:lnTo>
                  <a:pt x="72" y="785"/>
                </a:lnTo>
                <a:lnTo>
                  <a:pt x="73" y="787"/>
                </a:lnTo>
                <a:lnTo>
                  <a:pt x="74" y="787"/>
                </a:lnTo>
                <a:lnTo>
                  <a:pt x="74" y="788"/>
                </a:lnTo>
                <a:lnTo>
                  <a:pt x="75" y="789"/>
                </a:lnTo>
                <a:lnTo>
                  <a:pt x="74" y="789"/>
                </a:lnTo>
                <a:lnTo>
                  <a:pt x="74" y="790"/>
                </a:lnTo>
                <a:lnTo>
                  <a:pt x="75" y="790"/>
                </a:lnTo>
                <a:lnTo>
                  <a:pt x="76" y="790"/>
                </a:lnTo>
                <a:lnTo>
                  <a:pt x="77" y="790"/>
                </a:lnTo>
                <a:lnTo>
                  <a:pt x="78" y="790"/>
                </a:lnTo>
                <a:lnTo>
                  <a:pt x="79" y="791"/>
                </a:lnTo>
                <a:lnTo>
                  <a:pt x="80" y="791"/>
                </a:lnTo>
                <a:lnTo>
                  <a:pt x="80" y="792"/>
                </a:lnTo>
                <a:lnTo>
                  <a:pt x="81" y="793"/>
                </a:lnTo>
                <a:lnTo>
                  <a:pt x="82" y="794"/>
                </a:lnTo>
                <a:lnTo>
                  <a:pt x="82" y="795"/>
                </a:lnTo>
                <a:lnTo>
                  <a:pt x="82" y="797"/>
                </a:lnTo>
                <a:lnTo>
                  <a:pt x="84" y="798"/>
                </a:lnTo>
                <a:lnTo>
                  <a:pt x="85" y="798"/>
                </a:lnTo>
                <a:lnTo>
                  <a:pt x="87" y="798"/>
                </a:lnTo>
                <a:lnTo>
                  <a:pt x="88" y="798"/>
                </a:lnTo>
                <a:lnTo>
                  <a:pt x="89" y="798"/>
                </a:lnTo>
                <a:lnTo>
                  <a:pt x="90" y="797"/>
                </a:lnTo>
                <a:lnTo>
                  <a:pt x="90" y="796"/>
                </a:lnTo>
                <a:lnTo>
                  <a:pt x="91" y="795"/>
                </a:lnTo>
                <a:lnTo>
                  <a:pt x="91" y="794"/>
                </a:lnTo>
                <a:lnTo>
                  <a:pt x="92" y="794"/>
                </a:lnTo>
                <a:lnTo>
                  <a:pt x="92" y="795"/>
                </a:lnTo>
                <a:lnTo>
                  <a:pt x="93" y="796"/>
                </a:lnTo>
                <a:lnTo>
                  <a:pt x="94" y="796"/>
                </a:lnTo>
                <a:lnTo>
                  <a:pt x="94" y="797"/>
                </a:lnTo>
                <a:lnTo>
                  <a:pt x="95" y="797"/>
                </a:lnTo>
                <a:lnTo>
                  <a:pt x="96" y="797"/>
                </a:lnTo>
                <a:lnTo>
                  <a:pt x="97" y="797"/>
                </a:lnTo>
                <a:lnTo>
                  <a:pt x="98" y="797"/>
                </a:lnTo>
                <a:lnTo>
                  <a:pt x="98" y="796"/>
                </a:lnTo>
                <a:lnTo>
                  <a:pt x="98" y="795"/>
                </a:lnTo>
                <a:lnTo>
                  <a:pt x="98" y="794"/>
                </a:lnTo>
                <a:lnTo>
                  <a:pt x="99" y="794"/>
                </a:lnTo>
                <a:lnTo>
                  <a:pt x="100" y="793"/>
                </a:lnTo>
                <a:lnTo>
                  <a:pt x="101" y="793"/>
                </a:lnTo>
                <a:lnTo>
                  <a:pt x="102" y="793"/>
                </a:lnTo>
                <a:lnTo>
                  <a:pt x="104" y="792"/>
                </a:lnTo>
                <a:lnTo>
                  <a:pt x="104" y="791"/>
                </a:lnTo>
                <a:lnTo>
                  <a:pt x="105" y="791"/>
                </a:lnTo>
                <a:lnTo>
                  <a:pt x="106" y="791"/>
                </a:lnTo>
                <a:lnTo>
                  <a:pt x="107" y="791"/>
                </a:lnTo>
                <a:lnTo>
                  <a:pt x="109" y="790"/>
                </a:lnTo>
                <a:lnTo>
                  <a:pt x="109" y="791"/>
                </a:lnTo>
                <a:lnTo>
                  <a:pt x="110" y="791"/>
                </a:lnTo>
                <a:lnTo>
                  <a:pt x="110" y="790"/>
                </a:lnTo>
                <a:lnTo>
                  <a:pt x="111" y="790"/>
                </a:lnTo>
                <a:lnTo>
                  <a:pt x="111" y="789"/>
                </a:lnTo>
                <a:lnTo>
                  <a:pt x="112" y="790"/>
                </a:lnTo>
                <a:lnTo>
                  <a:pt x="114" y="791"/>
                </a:lnTo>
                <a:lnTo>
                  <a:pt x="115" y="790"/>
                </a:lnTo>
                <a:lnTo>
                  <a:pt x="116" y="790"/>
                </a:lnTo>
                <a:lnTo>
                  <a:pt x="117" y="790"/>
                </a:lnTo>
                <a:lnTo>
                  <a:pt x="118" y="790"/>
                </a:lnTo>
                <a:lnTo>
                  <a:pt x="119" y="789"/>
                </a:lnTo>
                <a:lnTo>
                  <a:pt x="120" y="786"/>
                </a:lnTo>
                <a:lnTo>
                  <a:pt x="122" y="785"/>
                </a:lnTo>
                <a:lnTo>
                  <a:pt x="120" y="785"/>
                </a:lnTo>
                <a:lnTo>
                  <a:pt x="120" y="784"/>
                </a:lnTo>
                <a:lnTo>
                  <a:pt x="122" y="783"/>
                </a:lnTo>
                <a:lnTo>
                  <a:pt x="122" y="782"/>
                </a:lnTo>
                <a:lnTo>
                  <a:pt x="122" y="781"/>
                </a:lnTo>
                <a:lnTo>
                  <a:pt x="122" y="780"/>
                </a:lnTo>
                <a:lnTo>
                  <a:pt x="122" y="779"/>
                </a:lnTo>
                <a:lnTo>
                  <a:pt x="122" y="778"/>
                </a:lnTo>
                <a:lnTo>
                  <a:pt x="120" y="778"/>
                </a:lnTo>
                <a:lnTo>
                  <a:pt x="120" y="777"/>
                </a:lnTo>
                <a:lnTo>
                  <a:pt x="119" y="777"/>
                </a:lnTo>
                <a:lnTo>
                  <a:pt x="119" y="776"/>
                </a:lnTo>
                <a:lnTo>
                  <a:pt x="122" y="774"/>
                </a:lnTo>
                <a:lnTo>
                  <a:pt x="123" y="774"/>
                </a:lnTo>
                <a:lnTo>
                  <a:pt x="123" y="773"/>
                </a:lnTo>
                <a:lnTo>
                  <a:pt x="122" y="772"/>
                </a:lnTo>
                <a:lnTo>
                  <a:pt x="123" y="771"/>
                </a:lnTo>
                <a:lnTo>
                  <a:pt x="123" y="770"/>
                </a:lnTo>
                <a:lnTo>
                  <a:pt x="123" y="769"/>
                </a:lnTo>
                <a:lnTo>
                  <a:pt x="124" y="768"/>
                </a:lnTo>
                <a:lnTo>
                  <a:pt x="125" y="768"/>
                </a:lnTo>
                <a:lnTo>
                  <a:pt x="126" y="768"/>
                </a:lnTo>
                <a:lnTo>
                  <a:pt x="127" y="767"/>
                </a:lnTo>
                <a:lnTo>
                  <a:pt x="128" y="767"/>
                </a:lnTo>
                <a:lnTo>
                  <a:pt x="129" y="768"/>
                </a:lnTo>
                <a:lnTo>
                  <a:pt x="130" y="768"/>
                </a:lnTo>
                <a:lnTo>
                  <a:pt x="131" y="768"/>
                </a:lnTo>
                <a:lnTo>
                  <a:pt x="132" y="768"/>
                </a:lnTo>
                <a:lnTo>
                  <a:pt x="133" y="768"/>
                </a:lnTo>
                <a:lnTo>
                  <a:pt x="133" y="767"/>
                </a:lnTo>
                <a:lnTo>
                  <a:pt x="133" y="766"/>
                </a:lnTo>
                <a:lnTo>
                  <a:pt x="132" y="766"/>
                </a:lnTo>
                <a:lnTo>
                  <a:pt x="132" y="765"/>
                </a:lnTo>
                <a:lnTo>
                  <a:pt x="133" y="765"/>
                </a:lnTo>
                <a:lnTo>
                  <a:pt x="133" y="764"/>
                </a:lnTo>
                <a:lnTo>
                  <a:pt x="134" y="764"/>
                </a:lnTo>
                <a:lnTo>
                  <a:pt x="135" y="764"/>
                </a:lnTo>
                <a:lnTo>
                  <a:pt x="135" y="765"/>
                </a:lnTo>
                <a:lnTo>
                  <a:pt x="136" y="765"/>
                </a:lnTo>
                <a:lnTo>
                  <a:pt x="136" y="763"/>
                </a:lnTo>
                <a:lnTo>
                  <a:pt x="137" y="762"/>
                </a:lnTo>
                <a:lnTo>
                  <a:pt x="136" y="761"/>
                </a:lnTo>
                <a:lnTo>
                  <a:pt x="136" y="760"/>
                </a:lnTo>
                <a:lnTo>
                  <a:pt x="137" y="760"/>
                </a:lnTo>
                <a:lnTo>
                  <a:pt x="137" y="759"/>
                </a:lnTo>
                <a:lnTo>
                  <a:pt x="137" y="758"/>
                </a:lnTo>
                <a:lnTo>
                  <a:pt x="135" y="757"/>
                </a:lnTo>
                <a:lnTo>
                  <a:pt x="134" y="757"/>
                </a:lnTo>
                <a:lnTo>
                  <a:pt x="133" y="756"/>
                </a:lnTo>
                <a:lnTo>
                  <a:pt x="131" y="756"/>
                </a:lnTo>
                <a:lnTo>
                  <a:pt x="130" y="756"/>
                </a:lnTo>
                <a:lnTo>
                  <a:pt x="129" y="756"/>
                </a:lnTo>
                <a:lnTo>
                  <a:pt x="128" y="756"/>
                </a:lnTo>
                <a:lnTo>
                  <a:pt x="128" y="755"/>
                </a:lnTo>
                <a:lnTo>
                  <a:pt x="127" y="754"/>
                </a:lnTo>
                <a:lnTo>
                  <a:pt x="127" y="753"/>
                </a:lnTo>
                <a:lnTo>
                  <a:pt x="128" y="753"/>
                </a:lnTo>
                <a:lnTo>
                  <a:pt x="129" y="753"/>
                </a:lnTo>
                <a:lnTo>
                  <a:pt x="130" y="751"/>
                </a:lnTo>
                <a:lnTo>
                  <a:pt x="130" y="750"/>
                </a:lnTo>
                <a:lnTo>
                  <a:pt x="130" y="749"/>
                </a:lnTo>
                <a:lnTo>
                  <a:pt x="129" y="749"/>
                </a:lnTo>
                <a:lnTo>
                  <a:pt x="128" y="748"/>
                </a:lnTo>
                <a:lnTo>
                  <a:pt x="128" y="747"/>
                </a:lnTo>
                <a:lnTo>
                  <a:pt x="128" y="746"/>
                </a:lnTo>
                <a:lnTo>
                  <a:pt x="128" y="745"/>
                </a:lnTo>
                <a:lnTo>
                  <a:pt x="128" y="744"/>
                </a:lnTo>
                <a:lnTo>
                  <a:pt x="128" y="743"/>
                </a:lnTo>
                <a:lnTo>
                  <a:pt x="129" y="743"/>
                </a:lnTo>
                <a:lnTo>
                  <a:pt x="129" y="742"/>
                </a:lnTo>
                <a:lnTo>
                  <a:pt x="128" y="742"/>
                </a:lnTo>
                <a:lnTo>
                  <a:pt x="128" y="741"/>
                </a:lnTo>
                <a:lnTo>
                  <a:pt x="128" y="740"/>
                </a:lnTo>
                <a:lnTo>
                  <a:pt x="128" y="739"/>
                </a:lnTo>
                <a:lnTo>
                  <a:pt x="128" y="738"/>
                </a:lnTo>
                <a:lnTo>
                  <a:pt x="129" y="738"/>
                </a:lnTo>
                <a:lnTo>
                  <a:pt x="130" y="738"/>
                </a:lnTo>
                <a:lnTo>
                  <a:pt x="130" y="737"/>
                </a:lnTo>
                <a:lnTo>
                  <a:pt x="131" y="737"/>
                </a:lnTo>
                <a:lnTo>
                  <a:pt x="131" y="736"/>
                </a:lnTo>
                <a:lnTo>
                  <a:pt x="130" y="736"/>
                </a:lnTo>
                <a:lnTo>
                  <a:pt x="131" y="736"/>
                </a:lnTo>
                <a:lnTo>
                  <a:pt x="132" y="736"/>
                </a:lnTo>
                <a:lnTo>
                  <a:pt x="133" y="736"/>
                </a:lnTo>
                <a:lnTo>
                  <a:pt x="133" y="735"/>
                </a:lnTo>
                <a:lnTo>
                  <a:pt x="133" y="734"/>
                </a:lnTo>
                <a:lnTo>
                  <a:pt x="133" y="733"/>
                </a:lnTo>
                <a:lnTo>
                  <a:pt x="134" y="732"/>
                </a:lnTo>
                <a:lnTo>
                  <a:pt x="135" y="732"/>
                </a:lnTo>
                <a:lnTo>
                  <a:pt x="135" y="731"/>
                </a:lnTo>
                <a:lnTo>
                  <a:pt x="134" y="730"/>
                </a:lnTo>
                <a:lnTo>
                  <a:pt x="133" y="730"/>
                </a:lnTo>
                <a:lnTo>
                  <a:pt x="133" y="729"/>
                </a:lnTo>
                <a:lnTo>
                  <a:pt x="133" y="728"/>
                </a:lnTo>
                <a:lnTo>
                  <a:pt x="134" y="728"/>
                </a:lnTo>
                <a:lnTo>
                  <a:pt x="133" y="727"/>
                </a:lnTo>
                <a:lnTo>
                  <a:pt x="133" y="726"/>
                </a:lnTo>
                <a:lnTo>
                  <a:pt x="133" y="725"/>
                </a:lnTo>
                <a:lnTo>
                  <a:pt x="133" y="724"/>
                </a:lnTo>
                <a:lnTo>
                  <a:pt x="133" y="723"/>
                </a:lnTo>
                <a:lnTo>
                  <a:pt x="133" y="722"/>
                </a:lnTo>
                <a:lnTo>
                  <a:pt x="133" y="721"/>
                </a:lnTo>
                <a:lnTo>
                  <a:pt x="133" y="720"/>
                </a:lnTo>
                <a:lnTo>
                  <a:pt x="133" y="719"/>
                </a:lnTo>
                <a:lnTo>
                  <a:pt x="133" y="718"/>
                </a:lnTo>
                <a:lnTo>
                  <a:pt x="134" y="718"/>
                </a:lnTo>
                <a:lnTo>
                  <a:pt x="134" y="716"/>
                </a:lnTo>
                <a:lnTo>
                  <a:pt x="135" y="715"/>
                </a:lnTo>
                <a:lnTo>
                  <a:pt x="135" y="714"/>
                </a:lnTo>
                <a:lnTo>
                  <a:pt x="136" y="714"/>
                </a:lnTo>
                <a:lnTo>
                  <a:pt x="136" y="712"/>
                </a:lnTo>
                <a:lnTo>
                  <a:pt x="136" y="711"/>
                </a:lnTo>
                <a:lnTo>
                  <a:pt x="136" y="710"/>
                </a:lnTo>
                <a:lnTo>
                  <a:pt x="136" y="707"/>
                </a:lnTo>
                <a:lnTo>
                  <a:pt x="136" y="706"/>
                </a:lnTo>
                <a:lnTo>
                  <a:pt x="136" y="705"/>
                </a:lnTo>
                <a:lnTo>
                  <a:pt x="136" y="704"/>
                </a:lnTo>
                <a:lnTo>
                  <a:pt x="138" y="704"/>
                </a:lnTo>
                <a:lnTo>
                  <a:pt x="138" y="703"/>
                </a:lnTo>
                <a:lnTo>
                  <a:pt x="139" y="702"/>
                </a:lnTo>
                <a:lnTo>
                  <a:pt x="140" y="702"/>
                </a:lnTo>
                <a:lnTo>
                  <a:pt x="141" y="700"/>
                </a:lnTo>
                <a:lnTo>
                  <a:pt x="141" y="698"/>
                </a:lnTo>
                <a:lnTo>
                  <a:pt x="140" y="697"/>
                </a:lnTo>
                <a:lnTo>
                  <a:pt x="140" y="696"/>
                </a:lnTo>
                <a:lnTo>
                  <a:pt x="141" y="696"/>
                </a:lnTo>
                <a:lnTo>
                  <a:pt x="141" y="695"/>
                </a:lnTo>
                <a:lnTo>
                  <a:pt x="141" y="694"/>
                </a:lnTo>
                <a:lnTo>
                  <a:pt x="142" y="694"/>
                </a:lnTo>
                <a:lnTo>
                  <a:pt x="142" y="693"/>
                </a:lnTo>
                <a:lnTo>
                  <a:pt x="143" y="693"/>
                </a:lnTo>
                <a:lnTo>
                  <a:pt x="143" y="692"/>
                </a:lnTo>
                <a:lnTo>
                  <a:pt x="143" y="689"/>
                </a:lnTo>
                <a:lnTo>
                  <a:pt x="143" y="688"/>
                </a:lnTo>
                <a:lnTo>
                  <a:pt x="144" y="687"/>
                </a:lnTo>
                <a:lnTo>
                  <a:pt x="143" y="686"/>
                </a:lnTo>
                <a:lnTo>
                  <a:pt x="144" y="685"/>
                </a:lnTo>
                <a:lnTo>
                  <a:pt x="144" y="683"/>
                </a:lnTo>
                <a:lnTo>
                  <a:pt x="144" y="682"/>
                </a:lnTo>
                <a:lnTo>
                  <a:pt x="142" y="682"/>
                </a:lnTo>
                <a:lnTo>
                  <a:pt x="140" y="683"/>
                </a:lnTo>
                <a:lnTo>
                  <a:pt x="139" y="684"/>
                </a:lnTo>
                <a:lnTo>
                  <a:pt x="139" y="685"/>
                </a:lnTo>
                <a:lnTo>
                  <a:pt x="138" y="686"/>
                </a:lnTo>
                <a:lnTo>
                  <a:pt x="136" y="686"/>
                </a:lnTo>
                <a:lnTo>
                  <a:pt x="134" y="682"/>
                </a:lnTo>
                <a:lnTo>
                  <a:pt x="134" y="681"/>
                </a:lnTo>
                <a:lnTo>
                  <a:pt x="134" y="680"/>
                </a:lnTo>
                <a:lnTo>
                  <a:pt x="134" y="679"/>
                </a:lnTo>
                <a:lnTo>
                  <a:pt x="133" y="678"/>
                </a:lnTo>
                <a:lnTo>
                  <a:pt x="132" y="678"/>
                </a:lnTo>
                <a:lnTo>
                  <a:pt x="132" y="679"/>
                </a:lnTo>
                <a:lnTo>
                  <a:pt x="131" y="679"/>
                </a:lnTo>
                <a:lnTo>
                  <a:pt x="131" y="678"/>
                </a:lnTo>
                <a:lnTo>
                  <a:pt x="130" y="678"/>
                </a:lnTo>
                <a:lnTo>
                  <a:pt x="129" y="677"/>
                </a:lnTo>
                <a:lnTo>
                  <a:pt x="127" y="677"/>
                </a:lnTo>
                <a:lnTo>
                  <a:pt x="126" y="678"/>
                </a:lnTo>
                <a:lnTo>
                  <a:pt x="125" y="678"/>
                </a:lnTo>
                <a:lnTo>
                  <a:pt x="124" y="678"/>
                </a:lnTo>
                <a:lnTo>
                  <a:pt x="123" y="678"/>
                </a:lnTo>
                <a:lnTo>
                  <a:pt x="122" y="677"/>
                </a:lnTo>
                <a:lnTo>
                  <a:pt x="120" y="676"/>
                </a:lnTo>
                <a:lnTo>
                  <a:pt x="120" y="675"/>
                </a:lnTo>
                <a:lnTo>
                  <a:pt x="119" y="674"/>
                </a:lnTo>
                <a:lnTo>
                  <a:pt x="118" y="674"/>
                </a:lnTo>
                <a:lnTo>
                  <a:pt x="118" y="673"/>
                </a:lnTo>
                <a:lnTo>
                  <a:pt x="118" y="672"/>
                </a:lnTo>
                <a:lnTo>
                  <a:pt x="117" y="671"/>
                </a:lnTo>
                <a:lnTo>
                  <a:pt x="116" y="671"/>
                </a:lnTo>
                <a:lnTo>
                  <a:pt x="116" y="670"/>
                </a:lnTo>
                <a:lnTo>
                  <a:pt x="115" y="669"/>
                </a:lnTo>
                <a:lnTo>
                  <a:pt x="115" y="668"/>
                </a:lnTo>
                <a:lnTo>
                  <a:pt x="116" y="667"/>
                </a:lnTo>
                <a:lnTo>
                  <a:pt x="116" y="666"/>
                </a:lnTo>
                <a:lnTo>
                  <a:pt x="115" y="666"/>
                </a:lnTo>
                <a:lnTo>
                  <a:pt x="116" y="666"/>
                </a:lnTo>
                <a:lnTo>
                  <a:pt x="116" y="663"/>
                </a:lnTo>
                <a:lnTo>
                  <a:pt x="115" y="662"/>
                </a:lnTo>
                <a:lnTo>
                  <a:pt x="115" y="661"/>
                </a:lnTo>
                <a:lnTo>
                  <a:pt x="115" y="660"/>
                </a:lnTo>
                <a:lnTo>
                  <a:pt x="115" y="659"/>
                </a:lnTo>
                <a:lnTo>
                  <a:pt x="115" y="658"/>
                </a:lnTo>
                <a:lnTo>
                  <a:pt x="115" y="657"/>
                </a:lnTo>
                <a:lnTo>
                  <a:pt x="115" y="655"/>
                </a:lnTo>
                <a:lnTo>
                  <a:pt x="115" y="654"/>
                </a:lnTo>
                <a:lnTo>
                  <a:pt x="115" y="653"/>
                </a:lnTo>
                <a:lnTo>
                  <a:pt x="115" y="652"/>
                </a:lnTo>
                <a:lnTo>
                  <a:pt x="115" y="650"/>
                </a:lnTo>
                <a:lnTo>
                  <a:pt x="116" y="649"/>
                </a:lnTo>
                <a:lnTo>
                  <a:pt x="116" y="648"/>
                </a:lnTo>
                <a:lnTo>
                  <a:pt x="115" y="647"/>
                </a:lnTo>
                <a:lnTo>
                  <a:pt x="115" y="646"/>
                </a:lnTo>
                <a:lnTo>
                  <a:pt x="114" y="645"/>
                </a:lnTo>
                <a:lnTo>
                  <a:pt x="115" y="645"/>
                </a:lnTo>
                <a:lnTo>
                  <a:pt x="116" y="644"/>
                </a:lnTo>
                <a:lnTo>
                  <a:pt x="115" y="643"/>
                </a:lnTo>
                <a:lnTo>
                  <a:pt x="115" y="642"/>
                </a:lnTo>
                <a:lnTo>
                  <a:pt x="115" y="643"/>
                </a:lnTo>
                <a:lnTo>
                  <a:pt x="114" y="643"/>
                </a:lnTo>
                <a:lnTo>
                  <a:pt x="114" y="642"/>
                </a:lnTo>
                <a:lnTo>
                  <a:pt x="114" y="641"/>
                </a:lnTo>
                <a:lnTo>
                  <a:pt x="113" y="640"/>
                </a:lnTo>
                <a:lnTo>
                  <a:pt x="112" y="639"/>
                </a:lnTo>
                <a:lnTo>
                  <a:pt x="112" y="638"/>
                </a:lnTo>
                <a:lnTo>
                  <a:pt x="112" y="637"/>
                </a:lnTo>
                <a:lnTo>
                  <a:pt x="112" y="636"/>
                </a:lnTo>
                <a:lnTo>
                  <a:pt x="111" y="636"/>
                </a:lnTo>
                <a:lnTo>
                  <a:pt x="111" y="635"/>
                </a:lnTo>
                <a:lnTo>
                  <a:pt x="111" y="634"/>
                </a:lnTo>
                <a:lnTo>
                  <a:pt x="112" y="634"/>
                </a:lnTo>
                <a:lnTo>
                  <a:pt x="113" y="634"/>
                </a:lnTo>
                <a:lnTo>
                  <a:pt x="113" y="633"/>
                </a:lnTo>
                <a:lnTo>
                  <a:pt x="113" y="632"/>
                </a:lnTo>
                <a:lnTo>
                  <a:pt x="112" y="631"/>
                </a:lnTo>
                <a:lnTo>
                  <a:pt x="111" y="630"/>
                </a:lnTo>
                <a:lnTo>
                  <a:pt x="111" y="627"/>
                </a:lnTo>
                <a:lnTo>
                  <a:pt x="111" y="626"/>
                </a:lnTo>
                <a:lnTo>
                  <a:pt x="111" y="625"/>
                </a:lnTo>
                <a:lnTo>
                  <a:pt x="110" y="625"/>
                </a:lnTo>
                <a:lnTo>
                  <a:pt x="109" y="625"/>
                </a:lnTo>
                <a:lnTo>
                  <a:pt x="108" y="625"/>
                </a:lnTo>
                <a:lnTo>
                  <a:pt x="107" y="625"/>
                </a:lnTo>
                <a:lnTo>
                  <a:pt x="107" y="626"/>
                </a:lnTo>
                <a:lnTo>
                  <a:pt x="106" y="626"/>
                </a:lnTo>
                <a:lnTo>
                  <a:pt x="105" y="626"/>
                </a:lnTo>
                <a:lnTo>
                  <a:pt x="104" y="627"/>
                </a:lnTo>
                <a:lnTo>
                  <a:pt x="103" y="627"/>
                </a:lnTo>
                <a:lnTo>
                  <a:pt x="102" y="627"/>
                </a:lnTo>
                <a:lnTo>
                  <a:pt x="101" y="627"/>
                </a:lnTo>
                <a:lnTo>
                  <a:pt x="100" y="627"/>
                </a:lnTo>
                <a:lnTo>
                  <a:pt x="99" y="627"/>
                </a:lnTo>
                <a:lnTo>
                  <a:pt x="99" y="628"/>
                </a:lnTo>
                <a:lnTo>
                  <a:pt x="98" y="628"/>
                </a:lnTo>
                <a:lnTo>
                  <a:pt x="97" y="628"/>
                </a:lnTo>
                <a:lnTo>
                  <a:pt x="96" y="628"/>
                </a:lnTo>
                <a:lnTo>
                  <a:pt x="95" y="628"/>
                </a:lnTo>
                <a:lnTo>
                  <a:pt x="94" y="629"/>
                </a:lnTo>
                <a:lnTo>
                  <a:pt x="94" y="628"/>
                </a:lnTo>
                <a:lnTo>
                  <a:pt x="94" y="627"/>
                </a:lnTo>
                <a:lnTo>
                  <a:pt x="94" y="626"/>
                </a:lnTo>
                <a:lnTo>
                  <a:pt x="93" y="626"/>
                </a:lnTo>
                <a:lnTo>
                  <a:pt x="93" y="625"/>
                </a:lnTo>
                <a:lnTo>
                  <a:pt x="92" y="625"/>
                </a:lnTo>
                <a:lnTo>
                  <a:pt x="92" y="626"/>
                </a:lnTo>
                <a:lnTo>
                  <a:pt x="91" y="627"/>
                </a:lnTo>
                <a:lnTo>
                  <a:pt x="90" y="627"/>
                </a:lnTo>
                <a:lnTo>
                  <a:pt x="89" y="627"/>
                </a:lnTo>
                <a:lnTo>
                  <a:pt x="88" y="628"/>
                </a:lnTo>
                <a:lnTo>
                  <a:pt x="87" y="628"/>
                </a:lnTo>
                <a:lnTo>
                  <a:pt x="87" y="629"/>
                </a:lnTo>
                <a:lnTo>
                  <a:pt x="86" y="628"/>
                </a:lnTo>
                <a:lnTo>
                  <a:pt x="86" y="629"/>
                </a:lnTo>
                <a:lnTo>
                  <a:pt x="85" y="629"/>
                </a:lnTo>
                <a:lnTo>
                  <a:pt x="84" y="630"/>
                </a:lnTo>
                <a:lnTo>
                  <a:pt x="85" y="630"/>
                </a:lnTo>
                <a:lnTo>
                  <a:pt x="85" y="631"/>
                </a:lnTo>
                <a:lnTo>
                  <a:pt x="84" y="631"/>
                </a:lnTo>
                <a:lnTo>
                  <a:pt x="84" y="630"/>
                </a:lnTo>
                <a:lnTo>
                  <a:pt x="84" y="629"/>
                </a:lnTo>
                <a:lnTo>
                  <a:pt x="83" y="629"/>
                </a:lnTo>
                <a:lnTo>
                  <a:pt x="82" y="628"/>
                </a:lnTo>
                <a:lnTo>
                  <a:pt x="81" y="627"/>
                </a:lnTo>
                <a:lnTo>
                  <a:pt x="80" y="627"/>
                </a:lnTo>
                <a:lnTo>
                  <a:pt x="80" y="626"/>
                </a:lnTo>
                <a:lnTo>
                  <a:pt x="80" y="625"/>
                </a:lnTo>
                <a:lnTo>
                  <a:pt x="81" y="624"/>
                </a:lnTo>
                <a:lnTo>
                  <a:pt x="82" y="623"/>
                </a:lnTo>
                <a:lnTo>
                  <a:pt x="83" y="623"/>
                </a:lnTo>
                <a:lnTo>
                  <a:pt x="83" y="622"/>
                </a:lnTo>
                <a:lnTo>
                  <a:pt x="84" y="622"/>
                </a:lnTo>
                <a:lnTo>
                  <a:pt x="84" y="621"/>
                </a:lnTo>
                <a:lnTo>
                  <a:pt x="84" y="619"/>
                </a:lnTo>
                <a:lnTo>
                  <a:pt x="83" y="618"/>
                </a:lnTo>
                <a:lnTo>
                  <a:pt x="82" y="618"/>
                </a:lnTo>
                <a:lnTo>
                  <a:pt x="82" y="617"/>
                </a:lnTo>
                <a:lnTo>
                  <a:pt x="82" y="618"/>
                </a:lnTo>
                <a:lnTo>
                  <a:pt x="81" y="618"/>
                </a:lnTo>
                <a:lnTo>
                  <a:pt x="81" y="617"/>
                </a:lnTo>
                <a:lnTo>
                  <a:pt x="81" y="618"/>
                </a:lnTo>
                <a:lnTo>
                  <a:pt x="81" y="619"/>
                </a:lnTo>
                <a:lnTo>
                  <a:pt x="80" y="619"/>
                </a:lnTo>
                <a:lnTo>
                  <a:pt x="80" y="620"/>
                </a:lnTo>
                <a:lnTo>
                  <a:pt x="78" y="620"/>
                </a:lnTo>
                <a:lnTo>
                  <a:pt x="78" y="621"/>
                </a:lnTo>
                <a:lnTo>
                  <a:pt x="77" y="621"/>
                </a:lnTo>
                <a:lnTo>
                  <a:pt x="77" y="622"/>
                </a:lnTo>
                <a:lnTo>
                  <a:pt x="76" y="622"/>
                </a:lnTo>
                <a:lnTo>
                  <a:pt x="75" y="622"/>
                </a:lnTo>
                <a:lnTo>
                  <a:pt x="75" y="621"/>
                </a:lnTo>
                <a:lnTo>
                  <a:pt x="74" y="622"/>
                </a:lnTo>
                <a:lnTo>
                  <a:pt x="73" y="622"/>
                </a:lnTo>
                <a:lnTo>
                  <a:pt x="73" y="623"/>
                </a:lnTo>
                <a:lnTo>
                  <a:pt x="72" y="623"/>
                </a:lnTo>
                <a:lnTo>
                  <a:pt x="71" y="623"/>
                </a:lnTo>
                <a:lnTo>
                  <a:pt x="71" y="622"/>
                </a:lnTo>
                <a:lnTo>
                  <a:pt x="70" y="622"/>
                </a:lnTo>
                <a:lnTo>
                  <a:pt x="70" y="621"/>
                </a:lnTo>
                <a:lnTo>
                  <a:pt x="69" y="621"/>
                </a:lnTo>
                <a:lnTo>
                  <a:pt x="68" y="621"/>
                </a:lnTo>
                <a:lnTo>
                  <a:pt x="67" y="621"/>
                </a:lnTo>
                <a:lnTo>
                  <a:pt x="67" y="620"/>
                </a:lnTo>
                <a:lnTo>
                  <a:pt x="65" y="620"/>
                </a:lnTo>
                <a:lnTo>
                  <a:pt x="64" y="620"/>
                </a:lnTo>
                <a:lnTo>
                  <a:pt x="63" y="621"/>
                </a:lnTo>
                <a:lnTo>
                  <a:pt x="62" y="621"/>
                </a:lnTo>
                <a:lnTo>
                  <a:pt x="62" y="620"/>
                </a:lnTo>
                <a:lnTo>
                  <a:pt x="61" y="620"/>
                </a:lnTo>
                <a:lnTo>
                  <a:pt x="60" y="619"/>
                </a:lnTo>
                <a:lnTo>
                  <a:pt x="60" y="618"/>
                </a:lnTo>
                <a:lnTo>
                  <a:pt x="59" y="618"/>
                </a:lnTo>
                <a:lnTo>
                  <a:pt x="59" y="619"/>
                </a:lnTo>
                <a:lnTo>
                  <a:pt x="58" y="619"/>
                </a:lnTo>
                <a:lnTo>
                  <a:pt x="57" y="619"/>
                </a:lnTo>
                <a:lnTo>
                  <a:pt x="56" y="620"/>
                </a:lnTo>
                <a:lnTo>
                  <a:pt x="55" y="619"/>
                </a:lnTo>
                <a:lnTo>
                  <a:pt x="55" y="617"/>
                </a:lnTo>
                <a:lnTo>
                  <a:pt x="54" y="617"/>
                </a:lnTo>
                <a:lnTo>
                  <a:pt x="54" y="615"/>
                </a:lnTo>
                <a:lnTo>
                  <a:pt x="54" y="614"/>
                </a:lnTo>
                <a:lnTo>
                  <a:pt x="53" y="613"/>
                </a:lnTo>
                <a:lnTo>
                  <a:pt x="53" y="612"/>
                </a:lnTo>
                <a:lnTo>
                  <a:pt x="52" y="612"/>
                </a:lnTo>
                <a:lnTo>
                  <a:pt x="52" y="611"/>
                </a:lnTo>
                <a:lnTo>
                  <a:pt x="52" y="610"/>
                </a:lnTo>
                <a:lnTo>
                  <a:pt x="52" y="606"/>
                </a:lnTo>
                <a:lnTo>
                  <a:pt x="51" y="605"/>
                </a:lnTo>
                <a:lnTo>
                  <a:pt x="50" y="605"/>
                </a:lnTo>
                <a:lnTo>
                  <a:pt x="49" y="605"/>
                </a:lnTo>
                <a:lnTo>
                  <a:pt x="48" y="605"/>
                </a:lnTo>
                <a:lnTo>
                  <a:pt x="47" y="605"/>
                </a:lnTo>
                <a:lnTo>
                  <a:pt x="46" y="604"/>
                </a:lnTo>
                <a:lnTo>
                  <a:pt x="41" y="604"/>
                </a:lnTo>
                <a:lnTo>
                  <a:pt x="40" y="603"/>
                </a:lnTo>
                <a:lnTo>
                  <a:pt x="39" y="603"/>
                </a:lnTo>
                <a:lnTo>
                  <a:pt x="38" y="603"/>
                </a:lnTo>
                <a:lnTo>
                  <a:pt x="37" y="603"/>
                </a:lnTo>
                <a:lnTo>
                  <a:pt x="36" y="603"/>
                </a:lnTo>
                <a:lnTo>
                  <a:pt x="35" y="604"/>
                </a:lnTo>
                <a:lnTo>
                  <a:pt x="34" y="604"/>
                </a:lnTo>
                <a:lnTo>
                  <a:pt x="33" y="603"/>
                </a:lnTo>
                <a:lnTo>
                  <a:pt x="33" y="602"/>
                </a:lnTo>
                <a:lnTo>
                  <a:pt x="33" y="600"/>
                </a:lnTo>
                <a:lnTo>
                  <a:pt x="34" y="600"/>
                </a:lnTo>
                <a:lnTo>
                  <a:pt x="35" y="600"/>
                </a:lnTo>
                <a:lnTo>
                  <a:pt x="36" y="599"/>
                </a:lnTo>
                <a:lnTo>
                  <a:pt x="37" y="599"/>
                </a:lnTo>
                <a:lnTo>
                  <a:pt x="39" y="598"/>
                </a:lnTo>
                <a:lnTo>
                  <a:pt x="40" y="598"/>
                </a:lnTo>
                <a:lnTo>
                  <a:pt x="40" y="597"/>
                </a:lnTo>
                <a:lnTo>
                  <a:pt x="40" y="596"/>
                </a:lnTo>
                <a:lnTo>
                  <a:pt x="41" y="596"/>
                </a:lnTo>
                <a:lnTo>
                  <a:pt x="41" y="595"/>
                </a:lnTo>
                <a:lnTo>
                  <a:pt x="41" y="594"/>
                </a:lnTo>
                <a:lnTo>
                  <a:pt x="42" y="593"/>
                </a:lnTo>
                <a:lnTo>
                  <a:pt x="42" y="592"/>
                </a:lnTo>
                <a:lnTo>
                  <a:pt x="42" y="591"/>
                </a:lnTo>
                <a:lnTo>
                  <a:pt x="43" y="589"/>
                </a:lnTo>
                <a:lnTo>
                  <a:pt x="43" y="588"/>
                </a:lnTo>
                <a:lnTo>
                  <a:pt x="42" y="585"/>
                </a:lnTo>
                <a:lnTo>
                  <a:pt x="42" y="584"/>
                </a:lnTo>
                <a:lnTo>
                  <a:pt x="41" y="584"/>
                </a:lnTo>
                <a:lnTo>
                  <a:pt x="41" y="583"/>
                </a:lnTo>
                <a:lnTo>
                  <a:pt x="41" y="582"/>
                </a:lnTo>
                <a:lnTo>
                  <a:pt x="42" y="581"/>
                </a:lnTo>
                <a:lnTo>
                  <a:pt x="42" y="580"/>
                </a:lnTo>
                <a:lnTo>
                  <a:pt x="44" y="580"/>
                </a:lnTo>
                <a:lnTo>
                  <a:pt x="45" y="580"/>
                </a:lnTo>
                <a:lnTo>
                  <a:pt x="45" y="581"/>
                </a:lnTo>
                <a:lnTo>
                  <a:pt x="46" y="581"/>
                </a:lnTo>
                <a:lnTo>
                  <a:pt x="47" y="581"/>
                </a:lnTo>
                <a:lnTo>
                  <a:pt x="48" y="582"/>
                </a:lnTo>
                <a:lnTo>
                  <a:pt x="48" y="583"/>
                </a:lnTo>
                <a:lnTo>
                  <a:pt x="49" y="584"/>
                </a:lnTo>
                <a:lnTo>
                  <a:pt x="51" y="586"/>
                </a:lnTo>
                <a:lnTo>
                  <a:pt x="51" y="587"/>
                </a:lnTo>
                <a:lnTo>
                  <a:pt x="51" y="588"/>
                </a:lnTo>
                <a:lnTo>
                  <a:pt x="51" y="589"/>
                </a:lnTo>
                <a:lnTo>
                  <a:pt x="51" y="590"/>
                </a:lnTo>
                <a:lnTo>
                  <a:pt x="52" y="591"/>
                </a:lnTo>
                <a:lnTo>
                  <a:pt x="53" y="591"/>
                </a:lnTo>
                <a:lnTo>
                  <a:pt x="54" y="591"/>
                </a:lnTo>
                <a:lnTo>
                  <a:pt x="54" y="590"/>
                </a:lnTo>
                <a:lnTo>
                  <a:pt x="55" y="589"/>
                </a:lnTo>
                <a:lnTo>
                  <a:pt x="56" y="588"/>
                </a:lnTo>
                <a:lnTo>
                  <a:pt x="57" y="588"/>
                </a:lnTo>
                <a:lnTo>
                  <a:pt x="58" y="588"/>
                </a:lnTo>
                <a:lnTo>
                  <a:pt x="59" y="588"/>
                </a:lnTo>
                <a:lnTo>
                  <a:pt x="59" y="587"/>
                </a:lnTo>
                <a:lnTo>
                  <a:pt x="60" y="587"/>
                </a:lnTo>
                <a:lnTo>
                  <a:pt x="60" y="586"/>
                </a:lnTo>
                <a:lnTo>
                  <a:pt x="60" y="584"/>
                </a:lnTo>
                <a:lnTo>
                  <a:pt x="60" y="583"/>
                </a:lnTo>
                <a:lnTo>
                  <a:pt x="60" y="582"/>
                </a:lnTo>
                <a:lnTo>
                  <a:pt x="61" y="582"/>
                </a:lnTo>
                <a:lnTo>
                  <a:pt x="61" y="581"/>
                </a:lnTo>
                <a:lnTo>
                  <a:pt x="61" y="580"/>
                </a:lnTo>
                <a:lnTo>
                  <a:pt x="60" y="580"/>
                </a:lnTo>
                <a:lnTo>
                  <a:pt x="60" y="579"/>
                </a:lnTo>
                <a:lnTo>
                  <a:pt x="60" y="578"/>
                </a:lnTo>
                <a:lnTo>
                  <a:pt x="59" y="578"/>
                </a:lnTo>
                <a:lnTo>
                  <a:pt x="59" y="577"/>
                </a:lnTo>
                <a:lnTo>
                  <a:pt x="58" y="577"/>
                </a:lnTo>
                <a:lnTo>
                  <a:pt x="58" y="576"/>
                </a:lnTo>
                <a:lnTo>
                  <a:pt x="58" y="575"/>
                </a:lnTo>
                <a:lnTo>
                  <a:pt x="57" y="575"/>
                </a:lnTo>
                <a:lnTo>
                  <a:pt x="57" y="574"/>
                </a:lnTo>
                <a:lnTo>
                  <a:pt x="57" y="573"/>
                </a:lnTo>
                <a:lnTo>
                  <a:pt x="57" y="572"/>
                </a:lnTo>
                <a:lnTo>
                  <a:pt x="56" y="570"/>
                </a:lnTo>
                <a:lnTo>
                  <a:pt x="55" y="568"/>
                </a:lnTo>
                <a:lnTo>
                  <a:pt x="55" y="567"/>
                </a:lnTo>
                <a:lnTo>
                  <a:pt x="54" y="565"/>
                </a:lnTo>
                <a:lnTo>
                  <a:pt x="54" y="564"/>
                </a:lnTo>
                <a:lnTo>
                  <a:pt x="55" y="564"/>
                </a:lnTo>
                <a:lnTo>
                  <a:pt x="56" y="564"/>
                </a:lnTo>
                <a:lnTo>
                  <a:pt x="57" y="564"/>
                </a:lnTo>
                <a:lnTo>
                  <a:pt x="58" y="563"/>
                </a:lnTo>
                <a:lnTo>
                  <a:pt x="58" y="562"/>
                </a:lnTo>
                <a:lnTo>
                  <a:pt x="59" y="562"/>
                </a:lnTo>
                <a:lnTo>
                  <a:pt x="60" y="562"/>
                </a:lnTo>
                <a:lnTo>
                  <a:pt x="62" y="563"/>
                </a:lnTo>
                <a:lnTo>
                  <a:pt x="63" y="564"/>
                </a:lnTo>
                <a:lnTo>
                  <a:pt x="62" y="564"/>
                </a:lnTo>
                <a:lnTo>
                  <a:pt x="62" y="565"/>
                </a:lnTo>
                <a:lnTo>
                  <a:pt x="63" y="565"/>
                </a:lnTo>
                <a:lnTo>
                  <a:pt x="64" y="565"/>
                </a:lnTo>
                <a:lnTo>
                  <a:pt x="65" y="565"/>
                </a:lnTo>
                <a:lnTo>
                  <a:pt x="66" y="565"/>
                </a:lnTo>
                <a:lnTo>
                  <a:pt x="67" y="565"/>
                </a:lnTo>
                <a:lnTo>
                  <a:pt x="68" y="564"/>
                </a:lnTo>
                <a:lnTo>
                  <a:pt x="68" y="563"/>
                </a:lnTo>
                <a:lnTo>
                  <a:pt x="69" y="563"/>
                </a:lnTo>
                <a:lnTo>
                  <a:pt x="71" y="562"/>
                </a:lnTo>
                <a:lnTo>
                  <a:pt x="71" y="561"/>
                </a:lnTo>
                <a:lnTo>
                  <a:pt x="73" y="561"/>
                </a:lnTo>
                <a:lnTo>
                  <a:pt x="75" y="561"/>
                </a:lnTo>
                <a:lnTo>
                  <a:pt x="76" y="561"/>
                </a:lnTo>
                <a:lnTo>
                  <a:pt x="77" y="561"/>
                </a:lnTo>
                <a:lnTo>
                  <a:pt x="77" y="560"/>
                </a:lnTo>
                <a:lnTo>
                  <a:pt x="77" y="559"/>
                </a:lnTo>
                <a:lnTo>
                  <a:pt x="78" y="559"/>
                </a:lnTo>
                <a:lnTo>
                  <a:pt x="78" y="560"/>
                </a:lnTo>
                <a:lnTo>
                  <a:pt x="79" y="560"/>
                </a:lnTo>
                <a:lnTo>
                  <a:pt x="80" y="559"/>
                </a:lnTo>
                <a:lnTo>
                  <a:pt x="80" y="558"/>
                </a:lnTo>
                <a:lnTo>
                  <a:pt x="79" y="558"/>
                </a:lnTo>
                <a:lnTo>
                  <a:pt x="79" y="557"/>
                </a:lnTo>
                <a:lnTo>
                  <a:pt x="78" y="556"/>
                </a:lnTo>
                <a:lnTo>
                  <a:pt x="79" y="556"/>
                </a:lnTo>
                <a:lnTo>
                  <a:pt x="80" y="555"/>
                </a:lnTo>
                <a:lnTo>
                  <a:pt x="80" y="554"/>
                </a:lnTo>
                <a:lnTo>
                  <a:pt x="82" y="553"/>
                </a:lnTo>
                <a:lnTo>
                  <a:pt x="82" y="551"/>
                </a:lnTo>
                <a:lnTo>
                  <a:pt x="83" y="551"/>
                </a:lnTo>
                <a:lnTo>
                  <a:pt x="84" y="551"/>
                </a:lnTo>
                <a:lnTo>
                  <a:pt x="84" y="552"/>
                </a:lnTo>
                <a:lnTo>
                  <a:pt x="84" y="553"/>
                </a:lnTo>
                <a:lnTo>
                  <a:pt x="85" y="553"/>
                </a:lnTo>
                <a:lnTo>
                  <a:pt x="86" y="553"/>
                </a:lnTo>
                <a:lnTo>
                  <a:pt x="87" y="553"/>
                </a:lnTo>
                <a:lnTo>
                  <a:pt x="87" y="552"/>
                </a:lnTo>
                <a:lnTo>
                  <a:pt x="88" y="552"/>
                </a:lnTo>
                <a:lnTo>
                  <a:pt x="89" y="552"/>
                </a:lnTo>
                <a:lnTo>
                  <a:pt x="90" y="551"/>
                </a:lnTo>
                <a:lnTo>
                  <a:pt x="90" y="550"/>
                </a:lnTo>
                <a:lnTo>
                  <a:pt x="91" y="550"/>
                </a:lnTo>
                <a:lnTo>
                  <a:pt x="92" y="550"/>
                </a:lnTo>
                <a:lnTo>
                  <a:pt x="93" y="550"/>
                </a:lnTo>
                <a:lnTo>
                  <a:pt x="94" y="549"/>
                </a:lnTo>
                <a:lnTo>
                  <a:pt x="94" y="548"/>
                </a:lnTo>
                <a:lnTo>
                  <a:pt x="95" y="548"/>
                </a:lnTo>
                <a:lnTo>
                  <a:pt x="97" y="547"/>
                </a:lnTo>
                <a:lnTo>
                  <a:pt x="98" y="547"/>
                </a:lnTo>
                <a:lnTo>
                  <a:pt x="100" y="547"/>
                </a:lnTo>
                <a:lnTo>
                  <a:pt x="101" y="548"/>
                </a:lnTo>
                <a:lnTo>
                  <a:pt x="102" y="549"/>
                </a:lnTo>
                <a:lnTo>
                  <a:pt x="106" y="547"/>
                </a:lnTo>
                <a:lnTo>
                  <a:pt x="107" y="547"/>
                </a:lnTo>
                <a:lnTo>
                  <a:pt x="107" y="546"/>
                </a:lnTo>
                <a:lnTo>
                  <a:pt x="109" y="545"/>
                </a:lnTo>
                <a:lnTo>
                  <a:pt x="110" y="545"/>
                </a:lnTo>
                <a:lnTo>
                  <a:pt x="112" y="544"/>
                </a:lnTo>
                <a:lnTo>
                  <a:pt x="114" y="543"/>
                </a:lnTo>
                <a:lnTo>
                  <a:pt x="116" y="541"/>
                </a:lnTo>
                <a:lnTo>
                  <a:pt x="117" y="540"/>
                </a:lnTo>
                <a:lnTo>
                  <a:pt x="117" y="539"/>
                </a:lnTo>
                <a:lnTo>
                  <a:pt x="118" y="539"/>
                </a:lnTo>
                <a:lnTo>
                  <a:pt x="118" y="537"/>
                </a:lnTo>
                <a:lnTo>
                  <a:pt x="118" y="536"/>
                </a:lnTo>
                <a:lnTo>
                  <a:pt x="119" y="535"/>
                </a:lnTo>
                <a:lnTo>
                  <a:pt x="120" y="534"/>
                </a:lnTo>
                <a:lnTo>
                  <a:pt x="122" y="533"/>
                </a:lnTo>
                <a:lnTo>
                  <a:pt x="122" y="532"/>
                </a:lnTo>
                <a:lnTo>
                  <a:pt x="123" y="530"/>
                </a:lnTo>
                <a:lnTo>
                  <a:pt x="122" y="530"/>
                </a:lnTo>
                <a:lnTo>
                  <a:pt x="122" y="529"/>
                </a:lnTo>
                <a:lnTo>
                  <a:pt x="122" y="528"/>
                </a:lnTo>
                <a:lnTo>
                  <a:pt x="123" y="528"/>
                </a:lnTo>
                <a:lnTo>
                  <a:pt x="123" y="526"/>
                </a:lnTo>
                <a:lnTo>
                  <a:pt x="123" y="525"/>
                </a:lnTo>
                <a:lnTo>
                  <a:pt x="122" y="524"/>
                </a:lnTo>
                <a:lnTo>
                  <a:pt x="120" y="524"/>
                </a:lnTo>
                <a:lnTo>
                  <a:pt x="120" y="523"/>
                </a:lnTo>
                <a:lnTo>
                  <a:pt x="119" y="522"/>
                </a:lnTo>
                <a:lnTo>
                  <a:pt x="118" y="523"/>
                </a:lnTo>
                <a:lnTo>
                  <a:pt x="117" y="524"/>
                </a:lnTo>
                <a:lnTo>
                  <a:pt x="116" y="525"/>
                </a:lnTo>
                <a:lnTo>
                  <a:pt x="114" y="525"/>
                </a:lnTo>
                <a:lnTo>
                  <a:pt x="113" y="525"/>
                </a:lnTo>
                <a:lnTo>
                  <a:pt x="112" y="524"/>
                </a:lnTo>
                <a:lnTo>
                  <a:pt x="111" y="522"/>
                </a:lnTo>
                <a:lnTo>
                  <a:pt x="109" y="520"/>
                </a:lnTo>
                <a:lnTo>
                  <a:pt x="108" y="521"/>
                </a:lnTo>
                <a:lnTo>
                  <a:pt x="107" y="521"/>
                </a:lnTo>
                <a:lnTo>
                  <a:pt x="107" y="522"/>
                </a:lnTo>
                <a:lnTo>
                  <a:pt x="106" y="522"/>
                </a:lnTo>
                <a:lnTo>
                  <a:pt x="105" y="522"/>
                </a:lnTo>
                <a:lnTo>
                  <a:pt x="104" y="522"/>
                </a:lnTo>
                <a:lnTo>
                  <a:pt x="103" y="523"/>
                </a:lnTo>
                <a:lnTo>
                  <a:pt x="103" y="524"/>
                </a:lnTo>
                <a:lnTo>
                  <a:pt x="102" y="525"/>
                </a:lnTo>
                <a:lnTo>
                  <a:pt x="101" y="525"/>
                </a:lnTo>
                <a:lnTo>
                  <a:pt x="100" y="525"/>
                </a:lnTo>
                <a:lnTo>
                  <a:pt x="99" y="525"/>
                </a:lnTo>
                <a:lnTo>
                  <a:pt x="99" y="524"/>
                </a:lnTo>
                <a:lnTo>
                  <a:pt x="99" y="523"/>
                </a:lnTo>
                <a:lnTo>
                  <a:pt x="98" y="523"/>
                </a:lnTo>
                <a:lnTo>
                  <a:pt x="97" y="523"/>
                </a:lnTo>
                <a:lnTo>
                  <a:pt x="96" y="523"/>
                </a:lnTo>
                <a:lnTo>
                  <a:pt x="95" y="523"/>
                </a:lnTo>
                <a:lnTo>
                  <a:pt x="94" y="523"/>
                </a:lnTo>
                <a:lnTo>
                  <a:pt x="92" y="523"/>
                </a:lnTo>
                <a:lnTo>
                  <a:pt x="89" y="524"/>
                </a:lnTo>
                <a:lnTo>
                  <a:pt x="88" y="524"/>
                </a:lnTo>
                <a:lnTo>
                  <a:pt x="87" y="524"/>
                </a:lnTo>
                <a:lnTo>
                  <a:pt x="87" y="523"/>
                </a:lnTo>
                <a:lnTo>
                  <a:pt x="86" y="522"/>
                </a:lnTo>
                <a:lnTo>
                  <a:pt x="87" y="522"/>
                </a:lnTo>
                <a:lnTo>
                  <a:pt x="87" y="521"/>
                </a:lnTo>
                <a:lnTo>
                  <a:pt x="86" y="519"/>
                </a:lnTo>
                <a:lnTo>
                  <a:pt x="86" y="518"/>
                </a:lnTo>
                <a:lnTo>
                  <a:pt x="85" y="517"/>
                </a:lnTo>
                <a:lnTo>
                  <a:pt x="85" y="516"/>
                </a:lnTo>
                <a:lnTo>
                  <a:pt x="84" y="515"/>
                </a:lnTo>
                <a:lnTo>
                  <a:pt x="85" y="515"/>
                </a:lnTo>
                <a:lnTo>
                  <a:pt x="84" y="514"/>
                </a:lnTo>
                <a:lnTo>
                  <a:pt x="84" y="513"/>
                </a:lnTo>
                <a:lnTo>
                  <a:pt x="84" y="512"/>
                </a:lnTo>
                <a:lnTo>
                  <a:pt x="83" y="512"/>
                </a:lnTo>
                <a:lnTo>
                  <a:pt x="83" y="511"/>
                </a:lnTo>
                <a:lnTo>
                  <a:pt x="83" y="510"/>
                </a:lnTo>
                <a:lnTo>
                  <a:pt x="84" y="510"/>
                </a:lnTo>
                <a:lnTo>
                  <a:pt x="84" y="509"/>
                </a:lnTo>
                <a:lnTo>
                  <a:pt x="84" y="507"/>
                </a:lnTo>
                <a:lnTo>
                  <a:pt x="83" y="506"/>
                </a:lnTo>
                <a:lnTo>
                  <a:pt x="82" y="506"/>
                </a:lnTo>
                <a:lnTo>
                  <a:pt x="82" y="505"/>
                </a:lnTo>
                <a:lnTo>
                  <a:pt x="81" y="505"/>
                </a:lnTo>
                <a:lnTo>
                  <a:pt x="80" y="505"/>
                </a:lnTo>
                <a:lnTo>
                  <a:pt x="80" y="504"/>
                </a:lnTo>
                <a:lnTo>
                  <a:pt x="79" y="502"/>
                </a:lnTo>
                <a:lnTo>
                  <a:pt x="79" y="501"/>
                </a:lnTo>
                <a:lnTo>
                  <a:pt x="80" y="499"/>
                </a:lnTo>
                <a:lnTo>
                  <a:pt x="80" y="498"/>
                </a:lnTo>
                <a:lnTo>
                  <a:pt x="81" y="497"/>
                </a:lnTo>
                <a:lnTo>
                  <a:pt x="81" y="494"/>
                </a:lnTo>
                <a:lnTo>
                  <a:pt x="81" y="491"/>
                </a:lnTo>
                <a:lnTo>
                  <a:pt x="81" y="489"/>
                </a:lnTo>
                <a:lnTo>
                  <a:pt x="82" y="489"/>
                </a:lnTo>
                <a:lnTo>
                  <a:pt x="82" y="488"/>
                </a:lnTo>
                <a:lnTo>
                  <a:pt x="82" y="487"/>
                </a:lnTo>
                <a:lnTo>
                  <a:pt x="82" y="486"/>
                </a:lnTo>
                <a:lnTo>
                  <a:pt x="82" y="485"/>
                </a:lnTo>
                <a:lnTo>
                  <a:pt x="81" y="485"/>
                </a:lnTo>
                <a:lnTo>
                  <a:pt x="80" y="485"/>
                </a:lnTo>
                <a:lnTo>
                  <a:pt x="79" y="485"/>
                </a:lnTo>
                <a:lnTo>
                  <a:pt x="79" y="484"/>
                </a:lnTo>
                <a:lnTo>
                  <a:pt x="78" y="484"/>
                </a:lnTo>
                <a:lnTo>
                  <a:pt x="79" y="483"/>
                </a:lnTo>
                <a:lnTo>
                  <a:pt x="78" y="480"/>
                </a:lnTo>
                <a:lnTo>
                  <a:pt x="78" y="479"/>
                </a:lnTo>
                <a:lnTo>
                  <a:pt x="79" y="479"/>
                </a:lnTo>
                <a:lnTo>
                  <a:pt x="79" y="478"/>
                </a:lnTo>
                <a:lnTo>
                  <a:pt x="80" y="478"/>
                </a:lnTo>
                <a:lnTo>
                  <a:pt x="80" y="477"/>
                </a:lnTo>
                <a:lnTo>
                  <a:pt x="79" y="475"/>
                </a:lnTo>
                <a:lnTo>
                  <a:pt x="78" y="475"/>
                </a:lnTo>
                <a:lnTo>
                  <a:pt x="77" y="474"/>
                </a:lnTo>
                <a:lnTo>
                  <a:pt x="77" y="473"/>
                </a:lnTo>
                <a:lnTo>
                  <a:pt x="76" y="473"/>
                </a:lnTo>
                <a:lnTo>
                  <a:pt x="75" y="472"/>
                </a:lnTo>
                <a:lnTo>
                  <a:pt x="75" y="473"/>
                </a:lnTo>
                <a:lnTo>
                  <a:pt x="74" y="474"/>
                </a:lnTo>
                <a:lnTo>
                  <a:pt x="73" y="474"/>
                </a:lnTo>
                <a:lnTo>
                  <a:pt x="71" y="474"/>
                </a:lnTo>
                <a:lnTo>
                  <a:pt x="71" y="473"/>
                </a:lnTo>
                <a:lnTo>
                  <a:pt x="70" y="473"/>
                </a:lnTo>
                <a:lnTo>
                  <a:pt x="69" y="472"/>
                </a:lnTo>
                <a:lnTo>
                  <a:pt x="69" y="471"/>
                </a:lnTo>
                <a:lnTo>
                  <a:pt x="68" y="471"/>
                </a:lnTo>
                <a:lnTo>
                  <a:pt x="68" y="470"/>
                </a:lnTo>
                <a:lnTo>
                  <a:pt x="67" y="470"/>
                </a:lnTo>
                <a:lnTo>
                  <a:pt x="67" y="469"/>
                </a:lnTo>
                <a:lnTo>
                  <a:pt x="68" y="469"/>
                </a:lnTo>
                <a:lnTo>
                  <a:pt x="68" y="468"/>
                </a:lnTo>
                <a:lnTo>
                  <a:pt x="68" y="467"/>
                </a:lnTo>
                <a:lnTo>
                  <a:pt x="67" y="467"/>
                </a:lnTo>
                <a:lnTo>
                  <a:pt x="67" y="466"/>
                </a:lnTo>
                <a:lnTo>
                  <a:pt x="66" y="466"/>
                </a:lnTo>
                <a:lnTo>
                  <a:pt x="64" y="463"/>
                </a:lnTo>
                <a:lnTo>
                  <a:pt x="62" y="460"/>
                </a:lnTo>
                <a:lnTo>
                  <a:pt x="61" y="458"/>
                </a:lnTo>
                <a:lnTo>
                  <a:pt x="60" y="457"/>
                </a:lnTo>
                <a:lnTo>
                  <a:pt x="61" y="457"/>
                </a:lnTo>
                <a:lnTo>
                  <a:pt x="61" y="456"/>
                </a:lnTo>
                <a:lnTo>
                  <a:pt x="60" y="456"/>
                </a:lnTo>
                <a:lnTo>
                  <a:pt x="60" y="455"/>
                </a:lnTo>
                <a:lnTo>
                  <a:pt x="59" y="455"/>
                </a:lnTo>
                <a:lnTo>
                  <a:pt x="59" y="454"/>
                </a:lnTo>
                <a:lnTo>
                  <a:pt x="58" y="453"/>
                </a:lnTo>
                <a:lnTo>
                  <a:pt x="58" y="452"/>
                </a:lnTo>
                <a:lnTo>
                  <a:pt x="56" y="451"/>
                </a:lnTo>
                <a:lnTo>
                  <a:pt x="56" y="450"/>
                </a:lnTo>
                <a:lnTo>
                  <a:pt x="56" y="449"/>
                </a:lnTo>
                <a:lnTo>
                  <a:pt x="55" y="448"/>
                </a:lnTo>
                <a:lnTo>
                  <a:pt x="54" y="448"/>
                </a:lnTo>
                <a:lnTo>
                  <a:pt x="54" y="447"/>
                </a:lnTo>
                <a:lnTo>
                  <a:pt x="53" y="446"/>
                </a:lnTo>
                <a:lnTo>
                  <a:pt x="52" y="446"/>
                </a:lnTo>
                <a:lnTo>
                  <a:pt x="51" y="445"/>
                </a:lnTo>
                <a:lnTo>
                  <a:pt x="50" y="445"/>
                </a:lnTo>
                <a:lnTo>
                  <a:pt x="49" y="445"/>
                </a:lnTo>
                <a:lnTo>
                  <a:pt x="49" y="444"/>
                </a:lnTo>
                <a:lnTo>
                  <a:pt x="48" y="442"/>
                </a:lnTo>
                <a:lnTo>
                  <a:pt x="49" y="440"/>
                </a:lnTo>
                <a:lnTo>
                  <a:pt x="49" y="439"/>
                </a:lnTo>
                <a:lnTo>
                  <a:pt x="48" y="439"/>
                </a:lnTo>
                <a:lnTo>
                  <a:pt x="48" y="437"/>
                </a:lnTo>
                <a:lnTo>
                  <a:pt x="48" y="436"/>
                </a:lnTo>
                <a:lnTo>
                  <a:pt x="46" y="437"/>
                </a:lnTo>
                <a:lnTo>
                  <a:pt x="45" y="437"/>
                </a:lnTo>
                <a:lnTo>
                  <a:pt x="45" y="438"/>
                </a:lnTo>
                <a:lnTo>
                  <a:pt x="44" y="438"/>
                </a:lnTo>
                <a:lnTo>
                  <a:pt x="43" y="437"/>
                </a:lnTo>
                <a:lnTo>
                  <a:pt x="43" y="436"/>
                </a:lnTo>
                <a:lnTo>
                  <a:pt x="42" y="435"/>
                </a:lnTo>
                <a:lnTo>
                  <a:pt x="41" y="434"/>
                </a:lnTo>
                <a:lnTo>
                  <a:pt x="40" y="433"/>
                </a:lnTo>
                <a:lnTo>
                  <a:pt x="40" y="432"/>
                </a:lnTo>
                <a:lnTo>
                  <a:pt x="40" y="431"/>
                </a:lnTo>
                <a:lnTo>
                  <a:pt x="39" y="431"/>
                </a:lnTo>
                <a:lnTo>
                  <a:pt x="39" y="430"/>
                </a:lnTo>
                <a:lnTo>
                  <a:pt x="38" y="430"/>
                </a:lnTo>
                <a:lnTo>
                  <a:pt x="39" y="428"/>
                </a:lnTo>
                <a:lnTo>
                  <a:pt x="40" y="427"/>
                </a:lnTo>
                <a:lnTo>
                  <a:pt x="41" y="427"/>
                </a:lnTo>
                <a:lnTo>
                  <a:pt x="42" y="426"/>
                </a:lnTo>
                <a:lnTo>
                  <a:pt x="42" y="425"/>
                </a:lnTo>
                <a:lnTo>
                  <a:pt x="41" y="424"/>
                </a:lnTo>
                <a:lnTo>
                  <a:pt x="40" y="424"/>
                </a:lnTo>
                <a:lnTo>
                  <a:pt x="39" y="424"/>
                </a:lnTo>
                <a:lnTo>
                  <a:pt x="39" y="423"/>
                </a:lnTo>
                <a:lnTo>
                  <a:pt x="38" y="419"/>
                </a:lnTo>
                <a:lnTo>
                  <a:pt x="38" y="418"/>
                </a:lnTo>
                <a:lnTo>
                  <a:pt x="37" y="416"/>
                </a:lnTo>
                <a:lnTo>
                  <a:pt x="37" y="415"/>
                </a:lnTo>
                <a:lnTo>
                  <a:pt x="36" y="412"/>
                </a:lnTo>
                <a:lnTo>
                  <a:pt x="37" y="411"/>
                </a:lnTo>
                <a:lnTo>
                  <a:pt x="38" y="411"/>
                </a:lnTo>
                <a:lnTo>
                  <a:pt x="38" y="410"/>
                </a:lnTo>
                <a:lnTo>
                  <a:pt x="37" y="409"/>
                </a:lnTo>
                <a:lnTo>
                  <a:pt x="34" y="409"/>
                </a:lnTo>
                <a:lnTo>
                  <a:pt x="31" y="409"/>
                </a:lnTo>
                <a:lnTo>
                  <a:pt x="30" y="408"/>
                </a:lnTo>
                <a:lnTo>
                  <a:pt x="30" y="407"/>
                </a:lnTo>
                <a:lnTo>
                  <a:pt x="29" y="407"/>
                </a:lnTo>
                <a:lnTo>
                  <a:pt x="29" y="408"/>
                </a:lnTo>
                <a:lnTo>
                  <a:pt x="29" y="409"/>
                </a:lnTo>
                <a:lnTo>
                  <a:pt x="28" y="408"/>
                </a:lnTo>
                <a:lnTo>
                  <a:pt x="27" y="408"/>
                </a:lnTo>
                <a:lnTo>
                  <a:pt x="26" y="407"/>
                </a:lnTo>
                <a:lnTo>
                  <a:pt x="26" y="406"/>
                </a:lnTo>
                <a:lnTo>
                  <a:pt x="26" y="405"/>
                </a:lnTo>
                <a:lnTo>
                  <a:pt x="26" y="404"/>
                </a:lnTo>
                <a:lnTo>
                  <a:pt x="26" y="403"/>
                </a:lnTo>
                <a:lnTo>
                  <a:pt x="26" y="400"/>
                </a:lnTo>
                <a:lnTo>
                  <a:pt x="25" y="398"/>
                </a:lnTo>
                <a:lnTo>
                  <a:pt x="25" y="397"/>
                </a:lnTo>
                <a:lnTo>
                  <a:pt x="24" y="397"/>
                </a:lnTo>
                <a:lnTo>
                  <a:pt x="24" y="398"/>
                </a:lnTo>
                <a:lnTo>
                  <a:pt x="24" y="399"/>
                </a:lnTo>
                <a:lnTo>
                  <a:pt x="23" y="399"/>
                </a:lnTo>
                <a:lnTo>
                  <a:pt x="23" y="398"/>
                </a:lnTo>
                <a:lnTo>
                  <a:pt x="22" y="396"/>
                </a:lnTo>
                <a:lnTo>
                  <a:pt x="22" y="395"/>
                </a:lnTo>
                <a:lnTo>
                  <a:pt x="20" y="395"/>
                </a:lnTo>
                <a:lnTo>
                  <a:pt x="19" y="395"/>
                </a:lnTo>
                <a:lnTo>
                  <a:pt x="17" y="394"/>
                </a:lnTo>
                <a:lnTo>
                  <a:pt x="16" y="393"/>
                </a:lnTo>
                <a:lnTo>
                  <a:pt x="16" y="392"/>
                </a:lnTo>
                <a:lnTo>
                  <a:pt x="15" y="391"/>
                </a:lnTo>
                <a:lnTo>
                  <a:pt x="16" y="391"/>
                </a:lnTo>
                <a:lnTo>
                  <a:pt x="15" y="390"/>
                </a:lnTo>
                <a:lnTo>
                  <a:pt x="15" y="389"/>
                </a:lnTo>
                <a:lnTo>
                  <a:pt x="14" y="389"/>
                </a:lnTo>
                <a:lnTo>
                  <a:pt x="13" y="388"/>
                </a:lnTo>
                <a:lnTo>
                  <a:pt x="12" y="388"/>
                </a:lnTo>
                <a:lnTo>
                  <a:pt x="11" y="388"/>
                </a:lnTo>
                <a:lnTo>
                  <a:pt x="11" y="387"/>
                </a:lnTo>
                <a:lnTo>
                  <a:pt x="11" y="386"/>
                </a:lnTo>
                <a:lnTo>
                  <a:pt x="10" y="386"/>
                </a:lnTo>
                <a:lnTo>
                  <a:pt x="9" y="386"/>
                </a:lnTo>
                <a:lnTo>
                  <a:pt x="8" y="385"/>
                </a:lnTo>
                <a:lnTo>
                  <a:pt x="8" y="384"/>
                </a:lnTo>
                <a:lnTo>
                  <a:pt x="7" y="383"/>
                </a:lnTo>
                <a:lnTo>
                  <a:pt x="7" y="382"/>
                </a:lnTo>
                <a:lnTo>
                  <a:pt x="6" y="381"/>
                </a:lnTo>
                <a:lnTo>
                  <a:pt x="4" y="382"/>
                </a:lnTo>
                <a:lnTo>
                  <a:pt x="3" y="382"/>
                </a:lnTo>
                <a:lnTo>
                  <a:pt x="1" y="380"/>
                </a:lnTo>
                <a:lnTo>
                  <a:pt x="0" y="379"/>
                </a:lnTo>
                <a:lnTo>
                  <a:pt x="0" y="378"/>
                </a:lnTo>
                <a:lnTo>
                  <a:pt x="0" y="377"/>
                </a:lnTo>
                <a:lnTo>
                  <a:pt x="2" y="376"/>
                </a:lnTo>
                <a:lnTo>
                  <a:pt x="5" y="375"/>
                </a:lnTo>
                <a:lnTo>
                  <a:pt x="6" y="375"/>
                </a:lnTo>
                <a:lnTo>
                  <a:pt x="9" y="376"/>
                </a:lnTo>
                <a:lnTo>
                  <a:pt x="9" y="375"/>
                </a:lnTo>
                <a:lnTo>
                  <a:pt x="8" y="374"/>
                </a:lnTo>
                <a:lnTo>
                  <a:pt x="7" y="374"/>
                </a:lnTo>
                <a:lnTo>
                  <a:pt x="8" y="374"/>
                </a:lnTo>
                <a:lnTo>
                  <a:pt x="8" y="373"/>
                </a:lnTo>
                <a:lnTo>
                  <a:pt x="8" y="372"/>
                </a:lnTo>
                <a:lnTo>
                  <a:pt x="8" y="371"/>
                </a:lnTo>
                <a:lnTo>
                  <a:pt x="8" y="370"/>
                </a:lnTo>
                <a:lnTo>
                  <a:pt x="9" y="369"/>
                </a:lnTo>
                <a:lnTo>
                  <a:pt x="9" y="370"/>
                </a:lnTo>
                <a:lnTo>
                  <a:pt x="10" y="370"/>
                </a:lnTo>
                <a:lnTo>
                  <a:pt x="10" y="369"/>
                </a:lnTo>
                <a:lnTo>
                  <a:pt x="11" y="368"/>
                </a:lnTo>
                <a:lnTo>
                  <a:pt x="11" y="366"/>
                </a:lnTo>
                <a:lnTo>
                  <a:pt x="11" y="365"/>
                </a:lnTo>
                <a:lnTo>
                  <a:pt x="12" y="364"/>
                </a:lnTo>
                <a:lnTo>
                  <a:pt x="12" y="362"/>
                </a:lnTo>
                <a:lnTo>
                  <a:pt x="13" y="361"/>
                </a:lnTo>
                <a:lnTo>
                  <a:pt x="14" y="361"/>
                </a:lnTo>
                <a:lnTo>
                  <a:pt x="15" y="361"/>
                </a:lnTo>
                <a:lnTo>
                  <a:pt x="16" y="361"/>
                </a:lnTo>
                <a:lnTo>
                  <a:pt x="16" y="360"/>
                </a:lnTo>
                <a:lnTo>
                  <a:pt x="17" y="360"/>
                </a:lnTo>
                <a:lnTo>
                  <a:pt x="18" y="360"/>
                </a:lnTo>
                <a:lnTo>
                  <a:pt x="18" y="361"/>
                </a:lnTo>
                <a:lnTo>
                  <a:pt x="19" y="361"/>
                </a:lnTo>
                <a:lnTo>
                  <a:pt x="20" y="360"/>
                </a:lnTo>
                <a:lnTo>
                  <a:pt x="21" y="360"/>
                </a:lnTo>
                <a:lnTo>
                  <a:pt x="21" y="359"/>
                </a:lnTo>
                <a:lnTo>
                  <a:pt x="22" y="358"/>
                </a:lnTo>
                <a:lnTo>
                  <a:pt x="24" y="358"/>
                </a:lnTo>
                <a:lnTo>
                  <a:pt x="25" y="358"/>
                </a:lnTo>
                <a:lnTo>
                  <a:pt x="25" y="357"/>
                </a:lnTo>
                <a:lnTo>
                  <a:pt x="25" y="355"/>
                </a:lnTo>
                <a:lnTo>
                  <a:pt x="25" y="354"/>
                </a:lnTo>
                <a:lnTo>
                  <a:pt x="25" y="353"/>
                </a:lnTo>
                <a:lnTo>
                  <a:pt x="25" y="350"/>
                </a:lnTo>
                <a:lnTo>
                  <a:pt x="26" y="350"/>
                </a:lnTo>
                <a:lnTo>
                  <a:pt x="26" y="348"/>
                </a:lnTo>
                <a:lnTo>
                  <a:pt x="25" y="347"/>
                </a:lnTo>
                <a:lnTo>
                  <a:pt x="25" y="346"/>
                </a:lnTo>
                <a:lnTo>
                  <a:pt x="25" y="345"/>
                </a:lnTo>
                <a:lnTo>
                  <a:pt x="25" y="344"/>
                </a:lnTo>
                <a:lnTo>
                  <a:pt x="24" y="344"/>
                </a:lnTo>
                <a:lnTo>
                  <a:pt x="24" y="343"/>
                </a:lnTo>
                <a:lnTo>
                  <a:pt x="23" y="343"/>
                </a:lnTo>
                <a:lnTo>
                  <a:pt x="23" y="342"/>
                </a:lnTo>
                <a:lnTo>
                  <a:pt x="22" y="341"/>
                </a:lnTo>
                <a:lnTo>
                  <a:pt x="23" y="341"/>
                </a:lnTo>
                <a:lnTo>
                  <a:pt x="22" y="341"/>
                </a:lnTo>
                <a:lnTo>
                  <a:pt x="22" y="340"/>
                </a:lnTo>
                <a:lnTo>
                  <a:pt x="21" y="340"/>
                </a:lnTo>
                <a:lnTo>
                  <a:pt x="21" y="341"/>
                </a:lnTo>
                <a:lnTo>
                  <a:pt x="20" y="341"/>
                </a:lnTo>
                <a:lnTo>
                  <a:pt x="20" y="342"/>
                </a:lnTo>
                <a:lnTo>
                  <a:pt x="20" y="343"/>
                </a:lnTo>
                <a:lnTo>
                  <a:pt x="20" y="344"/>
                </a:lnTo>
                <a:lnTo>
                  <a:pt x="20" y="346"/>
                </a:lnTo>
                <a:lnTo>
                  <a:pt x="20" y="347"/>
                </a:lnTo>
                <a:lnTo>
                  <a:pt x="19" y="347"/>
                </a:lnTo>
                <a:lnTo>
                  <a:pt x="18" y="346"/>
                </a:lnTo>
                <a:lnTo>
                  <a:pt x="18" y="344"/>
                </a:lnTo>
                <a:lnTo>
                  <a:pt x="17" y="343"/>
                </a:lnTo>
                <a:lnTo>
                  <a:pt x="16" y="342"/>
                </a:lnTo>
                <a:lnTo>
                  <a:pt x="16" y="339"/>
                </a:lnTo>
                <a:lnTo>
                  <a:pt x="16" y="338"/>
                </a:lnTo>
                <a:lnTo>
                  <a:pt x="16" y="337"/>
                </a:lnTo>
                <a:lnTo>
                  <a:pt x="15" y="337"/>
                </a:lnTo>
                <a:lnTo>
                  <a:pt x="13" y="336"/>
                </a:lnTo>
                <a:lnTo>
                  <a:pt x="12" y="336"/>
                </a:lnTo>
                <a:lnTo>
                  <a:pt x="11" y="337"/>
                </a:lnTo>
                <a:lnTo>
                  <a:pt x="10" y="336"/>
                </a:lnTo>
                <a:lnTo>
                  <a:pt x="9" y="335"/>
                </a:lnTo>
                <a:lnTo>
                  <a:pt x="9" y="334"/>
                </a:lnTo>
                <a:lnTo>
                  <a:pt x="8" y="334"/>
                </a:lnTo>
                <a:lnTo>
                  <a:pt x="8" y="333"/>
                </a:lnTo>
                <a:lnTo>
                  <a:pt x="8" y="332"/>
                </a:lnTo>
                <a:lnTo>
                  <a:pt x="7" y="332"/>
                </a:lnTo>
                <a:lnTo>
                  <a:pt x="8" y="331"/>
                </a:lnTo>
                <a:lnTo>
                  <a:pt x="9" y="330"/>
                </a:lnTo>
                <a:lnTo>
                  <a:pt x="10" y="330"/>
                </a:lnTo>
                <a:lnTo>
                  <a:pt x="11" y="330"/>
                </a:lnTo>
                <a:lnTo>
                  <a:pt x="11" y="329"/>
                </a:lnTo>
                <a:lnTo>
                  <a:pt x="10" y="329"/>
                </a:lnTo>
                <a:lnTo>
                  <a:pt x="10" y="328"/>
                </a:lnTo>
                <a:lnTo>
                  <a:pt x="11" y="328"/>
                </a:lnTo>
                <a:lnTo>
                  <a:pt x="11" y="327"/>
                </a:lnTo>
                <a:lnTo>
                  <a:pt x="10" y="327"/>
                </a:lnTo>
                <a:lnTo>
                  <a:pt x="10" y="326"/>
                </a:lnTo>
                <a:lnTo>
                  <a:pt x="11" y="326"/>
                </a:lnTo>
                <a:lnTo>
                  <a:pt x="11" y="324"/>
                </a:lnTo>
                <a:lnTo>
                  <a:pt x="12" y="324"/>
                </a:lnTo>
                <a:lnTo>
                  <a:pt x="12" y="323"/>
                </a:lnTo>
                <a:lnTo>
                  <a:pt x="12" y="321"/>
                </a:lnTo>
                <a:lnTo>
                  <a:pt x="12" y="320"/>
                </a:lnTo>
                <a:lnTo>
                  <a:pt x="12" y="321"/>
                </a:lnTo>
                <a:lnTo>
                  <a:pt x="11" y="320"/>
                </a:lnTo>
                <a:lnTo>
                  <a:pt x="11" y="319"/>
                </a:lnTo>
                <a:lnTo>
                  <a:pt x="12" y="318"/>
                </a:lnTo>
                <a:lnTo>
                  <a:pt x="13" y="316"/>
                </a:lnTo>
                <a:lnTo>
                  <a:pt x="13" y="315"/>
                </a:lnTo>
                <a:lnTo>
                  <a:pt x="12" y="315"/>
                </a:lnTo>
                <a:lnTo>
                  <a:pt x="11" y="315"/>
                </a:lnTo>
                <a:lnTo>
                  <a:pt x="10" y="315"/>
                </a:lnTo>
                <a:lnTo>
                  <a:pt x="9" y="314"/>
                </a:lnTo>
                <a:lnTo>
                  <a:pt x="8" y="314"/>
                </a:lnTo>
                <a:lnTo>
                  <a:pt x="7" y="313"/>
                </a:lnTo>
                <a:lnTo>
                  <a:pt x="6" y="313"/>
                </a:lnTo>
                <a:lnTo>
                  <a:pt x="5" y="313"/>
                </a:lnTo>
                <a:lnTo>
                  <a:pt x="2" y="312"/>
                </a:lnTo>
                <a:lnTo>
                  <a:pt x="1" y="312"/>
                </a:lnTo>
                <a:lnTo>
                  <a:pt x="1" y="311"/>
                </a:lnTo>
                <a:lnTo>
                  <a:pt x="2" y="310"/>
                </a:lnTo>
                <a:lnTo>
                  <a:pt x="2" y="309"/>
                </a:lnTo>
                <a:lnTo>
                  <a:pt x="2" y="308"/>
                </a:lnTo>
                <a:lnTo>
                  <a:pt x="2" y="307"/>
                </a:lnTo>
                <a:lnTo>
                  <a:pt x="3" y="307"/>
                </a:lnTo>
                <a:lnTo>
                  <a:pt x="4" y="307"/>
                </a:lnTo>
                <a:lnTo>
                  <a:pt x="4" y="306"/>
                </a:lnTo>
                <a:lnTo>
                  <a:pt x="5" y="306"/>
                </a:lnTo>
                <a:lnTo>
                  <a:pt x="6" y="305"/>
                </a:lnTo>
                <a:lnTo>
                  <a:pt x="7" y="305"/>
                </a:lnTo>
                <a:lnTo>
                  <a:pt x="7" y="304"/>
                </a:lnTo>
                <a:lnTo>
                  <a:pt x="8" y="303"/>
                </a:lnTo>
                <a:lnTo>
                  <a:pt x="8" y="302"/>
                </a:lnTo>
                <a:lnTo>
                  <a:pt x="8" y="301"/>
                </a:lnTo>
                <a:lnTo>
                  <a:pt x="8" y="300"/>
                </a:lnTo>
                <a:lnTo>
                  <a:pt x="8" y="299"/>
                </a:lnTo>
                <a:lnTo>
                  <a:pt x="9" y="298"/>
                </a:lnTo>
                <a:lnTo>
                  <a:pt x="9" y="297"/>
                </a:lnTo>
                <a:lnTo>
                  <a:pt x="9" y="296"/>
                </a:lnTo>
                <a:lnTo>
                  <a:pt x="10" y="296"/>
                </a:lnTo>
                <a:lnTo>
                  <a:pt x="10" y="297"/>
                </a:lnTo>
                <a:lnTo>
                  <a:pt x="11" y="297"/>
                </a:lnTo>
                <a:lnTo>
                  <a:pt x="12" y="297"/>
                </a:lnTo>
                <a:lnTo>
                  <a:pt x="13" y="296"/>
                </a:lnTo>
                <a:lnTo>
                  <a:pt x="13" y="295"/>
                </a:lnTo>
                <a:lnTo>
                  <a:pt x="14" y="294"/>
                </a:lnTo>
                <a:lnTo>
                  <a:pt x="15" y="293"/>
                </a:lnTo>
                <a:lnTo>
                  <a:pt x="16" y="293"/>
                </a:lnTo>
                <a:lnTo>
                  <a:pt x="16" y="292"/>
                </a:lnTo>
                <a:lnTo>
                  <a:pt x="16" y="291"/>
                </a:lnTo>
                <a:lnTo>
                  <a:pt x="18" y="291"/>
                </a:lnTo>
                <a:lnTo>
                  <a:pt x="18" y="290"/>
                </a:lnTo>
                <a:lnTo>
                  <a:pt x="19" y="290"/>
                </a:lnTo>
                <a:lnTo>
                  <a:pt x="19" y="289"/>
                </a:lnTo>
                <a:lnTo>
                  <a:pt x="21" y="289"/>
                </a:lnTo>
                <a:lnTo>
                  <a:pt x="21" y="288"/>
                </a:lnTo>
                <a:lnTo>
                  <a:pt x="22" y="287"/>
                </a:lnTo>
                <a:lnTo>
                  <a:pt x="23" y="287"/>
                </a:lnTo>
                <a:lnTo>
                  <a:pt x="23" y="286"/>
                </a:lnTo>
                <a:lnTo>
                  <a:pt x="25" y="286"/>
                </a:lnTo>
                <a:lnTo>
                  <a:pt x="27" y="287"/>
                </a:lnTo>
                <a:lnTo>
                  <a:pt x="27" y="286"/>
                </a:lnTo>
                <a:lnTo>
                  <a:pt x="28" y="286"/>
                </a:lnTo>
                <a:lnTo>
                  <a:pt x="29" y="285"/>
                </a:lnTo>
                <a:lnTo>
                  <a:pt x="30" y="285"/>
                </a:lnTo>
                <a:lnTo>
                  <a:pt x="31" y="286"/>
                </a:lnTo>
                <a:lnTo>
                  <a:pt x="31" y="285"/>
                </a:lnTo>
                <a:lnTo>
                  <a:pt x="32" y="285"/>
                </a:lnTo>
                <a:lnTo>
                  <a:pt x="33" y="284"/>
                </a:lnTo>
                <a:lnTo>
                  <a:pt x="34" y="283"/>
                </a:lnTo>
                <a:lnTo>
                  <a:pt x="35" y="283"/>
                </a:lnTo>
                <a:lnTo>
                  <a:pt x="37" y="284"/>
                </a:lnTo>
                <a:lnTo>
                  <a:pt x="38" y="284"/>
                </a:lnTo>
                <a:lnTo>
                  <a:pt x="39" y="284"/>
                </a:lnTo>
                <a:lnTo>
                  <a:pt x="40" y="285"/>
                </a:lnTo>
                <a:lnTo>
                  <a:pt x="42" y="285"/>
                </a:lnTo>
                <a:lnTo>
                  <a:pt x="43" y="285"/>
                </a:lnTo>
                <a:lnTo>
                  <a:pt x="45" y="285"/>
                </a:lnTo>
                <a:lnTo>
                  <a:pt x="49" y="286"/>
                </a:lnTo>
                <a:lnTo>
                  <a:pt x="50" y="287"/>
                </a:lnTo>
                <a:lnTo>
                  <a:pt x="51" y="287"/>
                </a:lnTo>
                <a:lnTo>
                  <a:pt x="52" y="287"/>
                </a:lnTo>
                <a:lnTo>
                  <a:pt x="53" y="287"/>
                </a:lnTo>
                <a:lnTo>
                  <a:pt x="53" y="286"/>
                </a:lnTo>
                <a:lnTo>
                  <a:pt x="53" y="285"/>
                </a:lnTo>
                <a:lnTo>
                  <a:pt x="53" y="284"/>
                </a:lnTo>
                <a:lnTo>
                  <a:pt x="53" y="281"/>
                </a:lnTo>
                <a:lnTo>
                  <a:pt x="53" y="280"/>
                </a:lnTo>
                <a:lnTo>
                  <a:pt x="52" y="279"/>
                </a:lnTo>
                <a:lnTo>
                  <a:pt x="52" y="277"/>
                </a:lnTo>
                <a:lnTo>
                  <a:pt x="51" y="277"/>
                </a:lnTo>
                <a:lnTo>
                  <a:pt x="51" y="275"/>
                </a:lnTo>
                <a:lnTo>
                  <a:pt x="51" y="274"/>
                </a:lnTo>
                <a:lnTo>
                  <a:pt x="51" y="273"/>
                </a:lnTo>
                <a:lnTo>
                  <a:pt x="51" y="272"/>
                </a:lnTo>
                <a:lnTo>
                  <a:pt x="53" y="270"/>
                </a:lnTo>
                <a:lnTo>
                  <a:pt x="52" y="268"/>
                </a:lnTo>
                <a:lnTo>
                  <a:pt x="52" y="267"/>
                </a:lnTo>
                <a:lnTo>
                  <a:pt x="51" y="267"/>
                </a:lnTo>
                <a:lnTo>
                  <a:pt x="51" y="266"/>
                </a:lnTo>
                <a:lnTo>
                  <a:pt x="51" y="265"/>
                </a:lnTo>
                <a:lnTo>
                  <a:pt x="52" y="264"/>
                </a:lnTo>
                <a:lnTo>
                  <a:pt x="53" y="264"/>
                </a:lnTo>
                <a:lnTo>
                  <a:pt x="55" y="264"/>
                </a:lnTo>
                <a:lnTo>
                  <a:pt x="55" y="262"/>
                </a:lnTo>
                <a:lnTo>
                  <a:pt x="52" y="258"/>
                </a:lnTo>
                <a:lnTo>
                  <a:pt x="49" y="254"/>
                </a:lnTo>
                <a:lnTo>
                  <a:pt x="48" y="252"/>
                </a:lnTo>
                <a:lnTo>
                  <a:pt x="48" y="249"/>
                </a:lnTo>
                <a:lnTo>
                  <a:pt x="48" y="248"/>
                </a:lnTo>
                <a:lnTo>
                  <a:pt x="49" y="249"/>
                </a:lnTo>
                <a:lnTo>
                  <a:pt x="50" y="249"/>
                </a:lnTo>
                <a:lnTo>
                  <a:pt x="51" y="248"/>
                </a:lnTo>
                <a:lnTo>
                  <a:pt x="50" y="247"/>
                </a:lnTo>
                <a:lnTo>
                  <a:pt x="50" y="246"/>
                </a:lnTo>
                <a:lnTo>
                  <a:pt x="50" y="245"/>
                </a:lnTo>
                <a:lnTo>
                  <a:pt x="50" y="244"/>
                </a:lnTo>
                <a:lnTo>
                  <a:pt x="48" y="243"/>
                </a:lnTo>
                <a:lnTo>
                  <a:pt x="47" y="242"/>
                </a:lnTo>
                <a:lnTo>
                  <a:pt x="45" y="241"/>
                </a:lnTo>
                <a:lnTo>
                  <a:pt x="46" y="241"/>
                </a:lnTo>
                <a:lnTo>
                  <a:pt x="46" y="239"/>
                </a:lnTo>
                <a:lnTo>
                  <a:pt x="47" y="237"/>
                </a:lnTo>
                <a:lnTo>
                  <a:pt x="46" y="237"/>
                </a:lnTo>
                <a:lnTo>
                  <a:pt x="45" y="237"/>
                </a:lnTo>
                <a:lnTo>
                  <a:pt x="45" y="236"/>
                </a:lnTo>
                <a:lnTo>
                  <a:pt x="45" y="235"/>
                </a:lnTo>
                <a:lnTo>
                  <a:pt x="45" y="234"/>
                </a:lnTo>
                <a:lnTo>
                  <a:pt x="44" y="233"/>
                </a:lnTo>
                <a:lnTo>
                  <a:pt x="44" y="232"/>
                </a:lnTo>
                <a:lnTo>
                  <a:pt x="44" y="230"/>
                </a:lnTo>
                <a:lnTo>
                  <a:pt x="44" y="229"/>
                </a:lnTo>
                <a:lnTo>
                  <a:pt x="45" y="227"/>
                </a:lnTo>
                <a:lnTo>
                  <a:pt x="46" y="227"/>
                </a:lnTo>
                <a:lnTo>
                  <a:pt x="46" y="226"/>
                </a:lnTo>
                <a:lnTo>
                  <a:pt x="47" y="226"/>
                </a:lnTo>
                <a:lnTo>
                  <a:pt x="47" y="225"/>
                </a:lnTo>
                <a:lnTo>
                  <a:pt x="48" y="225"/>
                </a:lnTo>
                <a:lnTo>
                  <a:pt x="49" y="222"/>
                </a:lnTo>
                <a:lnTo>
                  <a:pt x="49" y="221"/>
                </a:lnTo>
                <a:lnTo>
                  <a:pt x="50" y="220"/>
                </a:lnTo>
                <a:lnTo>
                  <a:pt x="51" y="218"/>
                </a:lnTo>
                <a:lnTo>
                  <a:pt x="52" y="218"/>
                </a:lnTo>
                <a:lnTo>
                  <a:pt x="52" y="217"/>
                </a:lnTo>
                <a:lnTo>
                  <a:pt x="53" y="217"/>
                </a:lnTo>
                <a:lnTo>
                  <a:pt x="54" y="217"/>
                </a:lnTo>
                <a:lnTo>
                  <a:pt x="55" y="216"/>
                </a:lnTo>
                <a:lnTo>
                  <a:pt x="55" y="215"/>
                </a:lnTo>
                <a:lnTo>
                  <a:pt x="55" y="214"/>
                </a:lnTo>
                <a:lnTo>
                  <a:pt x="55" y="212"/>
                </a:lnTo>
                <a:lnTo>
                  <a:pt x="56" y="212"/>
                </a:lnTo>
                <a:lnTo>
                  <a:pt x="57" y="212"/>
                </a:lnTo>
                <a:lnTo>
                  <a:pt x="56" y="210"/>
                </a:lnTo>
                <a:lnTo>
                  <a:pt x="56" y="209"/>
                </a:lnTo>
                <a:lnTo>
                  <a:pt x="57" y="207"/>
                </a:lnTo>
                <a:lnTo>
                  <a:pt x="58" y="207"/>
                </a:lnTo>
                <a:lnTo>
                  <a:pt x="59" y="205"/>
                </a:lnTo>
                <a:lnTo>
                  <a:pt x="60" y="204"/>
                </a:lnTo>
                <a:lnTo>
                  <a:pt x="61" y="203"/>
                </a:lnTo>
                <a:lnTo>
                  <a:pt x="61" y="202"/>
                </a:lnTo>
                <a:lnTo>
                  <a:pt x="60" y="202"/>
                </a:lnTo>
                <a:lnTo>
                  <a:pt x="60" y="201"/>
                </a:lnTo>
                <a:lnTo>
                  <a:pt x="60" y="200"/>
                </a:lnTo>
                <a:lnTo>
                  <a:pt x="61" y="200"/>
                </a:lnTo>
                <a:lnTo>
                  <a:pt x="62" y="200"/>
                </a:lnTo>
                <a:lnTo>
                  <a:pt x="63" y="200"/>
                </a:lnTo>
                <a:lnTo>
                  <a:pt x="63" y="199"/>
                </a:lnTo>
                <a:lnTo>
                  <a:pt x="63" y="198"/>
                </a:lnTo>
                <a:lnTo>
                  <a:pt x="63" y="197"/>
                </a:lnTo>
                <a:lnTo>
                  <a:pt x="63" y="196"/>
                </a:lnTo>
                <a:lnTo>
                  <a:pt x="63" y="195"/>
                </a:lnTo>
                <a:lnTo>
                  <a:pt x="63" y="194"/>
                </a:lnTo>
                <a:lnTo>
                  <a:pt x="64" y="194"/>
                </a:lnTo>
                <a:lnTo>
                  <a:pt x="64" y="195"/>
                </a:lnTo>
                <a:lnTo>
                  <a:pt x="65" y="195"/>
                </a:lnTo>
                <a:lnTo>
                  <a:pt x="66" y="195"/>
                </a:lnTo>
                <a:lnTo>
                  <a:pt x="66" y="194"/>
                </a:lnTo>
                <a:lnTo>
                  <a:pt x="66" y="193"/>
                </a:lnTo>
                <a:lnTo>
                  <a:pt x="67" y="193"/>
                </a:lnTo>
                <a:lnTo>
                  <a:pt x="69" y="194"/>
                </a:lnTo>
                <a:lnTo>
                  <a:pt x="71" y="194"/>
                </a:lnTo>
                <a:lnTo>
                  <a:pt x="71" y="195"/>
                </a:lnTo>
                <a:lnTo>
                  <a:pt x="73" y="196"/>
                </a:lnTo>
                <a:lnTo>
                  <a:pt x="74" y="196"/>
                </a:lnTo>
                <a:lnTo>
                  <a:pt x="74" y="195"/>
                </a:lnTo>
                <a:lnTo>
                  <a:pt x="75" y="195"/>
                </a:lnTo>
                <a:lnTo>
                  <a:pt x="80" y="193"/>
                </a:lnTo>
                <a:lnTo>
                  <a:pt x="82" y="193"/>
                </a:lnTo>
                <a:lnTo>
                  <a:pt x="82" y="192"/>
                </a:lnTo>
                <a:lnTo>
                  <a:pt x="83" y="190"/>
                </a:lnTo>
                <a:lnTo>
                  <a:pt x="83" y="189"/>
                </a:lnTo>
                <a:lnTo>
                  <a:pt x="84" y="189"/>
                </a:lnTo>
                <a:lnTo>
                  <a:pt x="86" y="188"/>
                </a:lnTo>
                <a:lnTo>
                  <a:pt x="87" y="188"/>
                </a:lnTo>
                <a:lnTo>
                  <a:pt x="87" y="186"/>
                </a:lnTo>
                <a:lnTo>
                  <a:pt x="85" y="184"/>
                </a:lnTo>
                <a:lnTo>
                  <a:pt x="84" y="184"/>
                </a:lnTo>
                <a:lnTo>
                  <a:pt x="83" y="184"/>
                </a:lnTo>
                <a:lnTo>
                  <a:pt x="83" y="183"/>
                </a:lnTo>
                <a:lnTo>
                  <a:pt x="82" y="183"/>
                </a:lnTo>
                <a:lnTo>
                  <a:pt x="82" y="182"/>
                </a:lnTo>
                <a:lnTo>
                  <a:pt x="82" y="181"/>
                </a:lnTo>
                <a:lnTo>
                  <a:pt x="81" y="181"/>
                </a:lnTo>
                <a:lnTo>
                  <a:pt x="81" y="180"/>
                </a:lnTo>
                <a:lnTo>
                  <a:pt x="82" y="180"/>
                </a:lnTo>
                <a:lnTo>
                  <a:pt x="82" y="179"/>
                </a:lnTo>
                <a:lnTo>
                  <a:pt x="81" y="179"/>
                </a:lnTo>
                <a:lnTo>
                  <a:pt x="80" y="179"/>
                </a:lnTo>
                <a:lnTo>
                  <a:pt x="80" y="178"/>
                </a:lnTo>
                <a:lnTo>
                  <a:pt x="79" y="176"/>
                </a:lnTo>
                <a:lnTo>
                  <a:pt x="79" y="175"/>
                </a:lnTo>
                <a:lnTo>
                  <a:pt x="79" y="174"/>
                </a:lnTo>
                <a:lnTo>
                  <a:pt x="79" y="173"/>
                </a:lnTo>
                <a:lnTo>
                  <a:pt x="80" y="173"/>
                </a:lnTo>
                <a:lnTo>
                  <a:pt x="80" y="172"/>
                </a:lnTo>
                <a:lnTo>
                  <a:pt x="80" y="171"/>
                </a:lnTo>
                <a:lnTo>
                  <a:pt x="80" y="170"/>
                </a:lnTo>
                <a:lnTo>
                  <a:pt x="81" y="170"/>
                </a:lnTo>
                <a:lnTo>
                  <a:pt x="82" y="170"/>
                </a:lnTo>
                <a:lnTo>
                  <a:pt x="82" y="171"/>
                </a:lnTo>
                <a:lnTo>
                  <a:pt x="82" y="170"/>
                </a:lnTo>
                <a:lnTo>
                  <a:pt x="83" y="169"/>
                </a:lnTo>
                <a:lnTo>
                  <a:pt x="84" y="166"/>
                </a:lnTo>
                <a:lnTo>
                  <a:pt x="83" y="164"/>
                </a:lnTo>
                <a:lnTo>
                  <a:pt x="84" y="163"/>
                </a:lnTo>
                <a:lnTo>
                  <a:pt x="84" y="162"/>
                </a:lnTo>
                <a:lnTo>
                  <a:pt x="84" y="161"/>
                </a:lnTo>
                <a:lnTo>
                  <a:pt x="84" y="160"/>
                </a:lnTo>
                <a:lnTo>
                  <a:pt x="84" y="159"/>
                </a:lnTo>
                <a:lnTo>
                  <a:pt x="84" y="158"/>
                </a:lnTo>
                <a:lnTo>
                  <a:pt x="85" y="158"/>
                </a:lnTo>
                <a:lnTo>
                  <a:pt x="85" y="157"/>
                </a:lnTo>
                <a:lnTo>
                  <a:pt x="89" y="157"/>
                </a:lnTo>
                <a:lnTo>
                  <a:pt x="90" y="157"/>
                </a:lnTo>
                <a:lnTo>
                  <a:pt x="91" y="156"/>
                </a:lnTo>
                <a:lnTo>
                  <a:pt x="91" y="155"/>
                </a:lnTo>
                <a:lnTo>
                  <a:pt x="94" y="154"/>
                </a:lnTo>
                <a:lnTo>
                  <a:pt x="95" y="154"/>
                </a:lnTo>
                <a:lnTo>
                  <a:pt x="97" y="154"/>
                </a:lnTo>
                <a:lnTo>
                  <a:pt x="98" y="154"/>
                </a:lnTo>
                <a:lnTo>
                  <a:pt x="98" y="155"/>
                </a:lnTo>
                <a:lnTo>
                  <a:pt x="100" y="156"/>
                </a:lnTo>
                <a:lnTo>
                  <a:pt x="101" y="156"/>
                </a:lnTo>
                <a:lnTo>
                  <a:pt x="103" y="157"/>
                </a:lnTo>
                <a:lnTo>
                  <a:pt x="104" y="159"/>
                </a:lnTo>
                <a:lnTo>
                  <a:pt x="105" y="159"/>
                </a:lnTo>
                <a:lnTo>
                  <a:pt x="106" y="158"/>
                </a:lnTo>
                <a:lnTo>
                  <a:pt x="107" y="157"/>
                </a:lnTo>
                <a:lnTo>
                  <a:pt x="107" y="156"/>
                </a:lnTo>
                <a:lnTo>
                  <a:pt x="108" y="156"/>
                </a:lnTo>
                <a:lnTo>
                  <a:pt x="109" y="156"/>
                </a:lnTo>
                <a:lnTo>
                  <a:pt x="110" y="155"/>
                </a:lnTo>
                <a:lnTo>
                  <a:pt x="113" y="155"/>
                </a:lnTo>
                <a:lnTo>
                  <a:pt x="116" y="155"/>
                </a:lnTo>
                <a:lnTo>
                  <a:pt x="117" y="155"/>
                </a:lnTo>
                <a:lnTo>
                  <a:pt x="118" y="155"/>
                </a:lnTo>
                <a:lnTo>
                  <a:pt x="120" y="155"/>
                </a:lnTo>
                <a:lnTo>
                  <a:pt x="123" y="154"/>
                </a:lnTo>
                <a:lnTo>
                  <a:pt x="124" y="153"/>
                </a:lnTo>
                <a:lnTo>
                  <a:pt x="124" y="152"/>
                </a:lnTo>
                <a:lnTo>
                  <a:pt x="125" y="152"/>
                </a:lnTo>
                <a:lnTo>
                  <a:pt x="126" y="151"/>
                </a:lnTo>
                <a:lnTo>
                  <a:pt x="126" y="150"/>
                </a:lnTo>
                <a:lnTo>
                  <a:pt x="126" y="149"/>
                </a:lnTo>
                <a:lnTo>
                  <a:pt x="126" y="148"/>
                </a:lnTo>
                <a:lnTo>
                  <a:pt x="126" y="147"/>
                </a:lnTo>
                <a:lnTo>
                  <a:pt x="127" y="147"/>
                </a:lnTo>
                <a:lnTo>
                  <a:pt x="128" y="147"/>
                </a:lnTo>
                <a:lnTo>
                  <a:pt x="129" y="147"/>
                </a:lnTo>
                <a:lnTo>
                  <a:pt x="130" y="147"/>
                </a:lnTo>
                <a:lnTo>
                  <a:pt x="131" y="147"/>
                </a:lnTo>
                <a:lnTo>
                  <a:pt x="131" y="148"/>
                </a:lnTo>
                <a:lnTo>
                  <a:pt x="131" y="149"/>
                </a:lnTo>
                <a:lnTo>
                  <a:pt x="131" y="150"/>
                </a:lnTo>
                <a:lnTo>
                  <a:pt x="132" y="150"/>
                </a:lnTo>
                <a:lnTo>
                  <a:pt x="133" y="151"/>
                </a:lnTo>
                <a:lnTo>
                  <a:pt x="135" y="153"/>
                </a:lnTo>
                <a:lnTo>
                  <a:pt x="135" y="154"/>
                </a:lnTo>
                <a:lnTo>
                  <a:pt x="137" y="156"/>
                </a:lnTo>
                <a:lnTo>
                  <a:pt x="138" y="157"/>
                </a:lnTo>
                <a:lnTo>
                  <a:pt x="138" y="158"/>
                </a:lnTo>
                <a:lnTo>
                  <a:pt x="137" y="158"/>
                </a:lnTo>
                <a:lnTo>
                  <a:pt x="137" y="160"/>
                </a:lnTo>
                <a:lnTo>
                  <a:pt x="138" y="161"/>
                </a:lnTo>
                <a:lnTo>
                  <a:pt x="138" y="162"/>
                </a:lnTo>
                <a:lnTo>
                  <a:pt x="138" y="166"/>
                </a:lnTo>
                <a:lnTo>
                  <a:pt x="139" y="166"/>
                </a:lnTo>
                <a:lnTo>
                  <a:pt x="140" y="168"/>
                </a:lnTo>
                <a:lnTo>
                  <a:pt x="141" y="168"/>
                </a:lnTo>
                <a:lnTo>
                  <a:pt x="141" y="169"/>
                </a:lnTo>
                <a:lnTo>
                  <a:pt x="142" y="169"/>
                </a:lnTo>
                <a:lnTo>
                  <a:pt x="143" y="171"/>
                </a:lnTo>
                <a:lnTo>
                  <a:pt x="143" y="172"/>
                </a:lnTo>
                <a:lnTo>
                  <a:pt x="142" y="172"/>
                </a:lnTo>
                <a:lnTo>
                  <a:pt x="141" y="172"/>
                </a:lnTo>
                <a:lnTo>
                  <a:pt x="141" y="173"/>
                </a:lnTo>
                <a:lnTo>
                  <a:pt x="144" y="174"/>
                </a:lnTo>
                <a:lnTo>
                  <a:pt x="145" y="174"/>
                </a:lnTo>
                <a:lnTo>
                  <a:pt x="146" y="175"/>
                </a:lnTo>
                <a:lnTo>
                  <a:pt x="147" y="176"/>
                </a:lnTo>
                <a:lnTo>
                  <a:pt x="148" y="179"/>
                </a:lnTo>
                <a:lnTo>
                  <a:pt x="148" y="180"/>
                </a:lnTo>
                <a:lnTo>
                  <a:pt x="148" y="181"/>
                </a:lnTo>
                <a:lnTo>
                  <a:pt x="148" y="182"/>
                </a:lnTo>
                <a:lnTo>
                  <a:pt x="148" y="183"/>
                </a:lnTo>
                <a:lnTo>
                  <a:pt x="148" y="185"/>
                </a:lnTo>
                <a:lnTo>
                  <a:pt x="149" y="186"/>
                </a:lnTo>
                <a:lnTo>
                  <a:pt x="150" y="186"/>
                </a:lnTo>
                <a:lnTo>
                  <a:pt x="150" y="187"/>
                </a:lnTo>
                <a:lnTo>
                  <a:pt x="151" y="188"/>
                </a:lnTo>
                <a:lnTo>
                  <a:pt x="151" y="189"/>
                </a:lnTo>
                <a:lnTo>
                  <a:pt x="150" y="189"/>
                </a:lnTo>
                <a:lnTo>
                  <a:pt x="149" y="189"/>
                </a:lnTo>
                <a:lnTo>
                  <a:pt x="149" y="190"/>
                </a:lnTo>
                <a:lnTo>
                  <a:pt x="150" y="191"/>
                </a:lnTo>
                <a:lnTo>
                  <a:pt x="150" y="193"/>
                </a:lnTo>
                <a:lnTo>
                  <a:pt x="149" y="193"/>
                </a:lnTo>
                <a:lnTo>
                  <a:pt x="149" y="194"/>
                </a:lnTo>
                <a:lnTo>
                  <a:pt x="149" y="195"/>
                </a:lnTo>
                <a:lnTo>
                  <a:pt x="150" y="195"/>
                </a:lnTo>
                <a:lnTo>
                  <a:pt x="151" y="195"/>
                </a:lnTo>
                <a:lnTo>
                  <a:pt x="151" y="196"/>
                </a:lnTo>
                <a:lnTo>
                  <a:pt x="151" y="197"/>
                </a:lnTo>
                <a:lnTo>
                  <a:pt x="151" y="198"/>
                </a:lnTo>
                <a:lnTo>
                  <a:pt x="149" y="200"/>
                </a:lnTo>
                <a:lnTo>
                  <a:pt x="150" y="201"/>
                </a:lnTo>
                <a:lnTo>
                  <a:pt x="150" y="202"/>
                </a:lnTo>
                <a:lnTo>
                  <a:pt x="150" y="203"/>
                </a:lnTo>
                <a:lnTo>
                  <a:pt x="151" y="206"/>
                </a:lnTo>
                <a:lnTo>
                  <a:pt x="152" y="206"/>
                </a:lnTo>
                <a:lnTo>
                  <a:pt x="153" y="206"/>
                </a:lnTo>
                <a:lnTo>
                  <a:pt x="154" y="207"/>
                </a:lnTo>
                <a:lnTo>
                  <a:pt x="154" y="208"/>
                </a:lnTo>
                <a:lnTo>
                  <a:pt x="154" y="209"/>
                </a:lnTo>
                <a:lnTo>
                  <a:pt x="153" y="209"/>
                </a:lnTo>
                <a:lnTo>
                  <a:pt x="153" y="210"/>
                </a:lnTo>
                <a:lnTo>
                  <a:pt x="152" y="211"/>
                </a:lnTo>
                <a:lnTo>
                  <a:pt x="152" y="212"/>
                </a:lnTo>
                <a:lnTo>
                  <a:pt x="151" y="214"/>
                </a:lnTo>
                <a:lnTo>
                  <a:pt x="147" y="216"/>
                </a:lnTo>
                <a:lnTo>
                  <a:pt x="146" y="215"/>
                </a:lnTo>
                <a:lnTo>
                  <a:pt x="144" y="216"/>
                </a:lnTo>
                <a:lnTo>
                  <a:pt x="144" y="217"/>
                </a:lnTo>
                <a:lnTo>
                  <a:pt x="144" y="218"/>
                </a:lnTo>
                <a:lnTo>
                  <a:pt x="145" y="218"/>
                </a:lnTo>
                <a:lnTo>
                  <a:pt x="147" y="220"/>
                </a:lnTo>
                <a:lnTo>
                  <a:pt x="148" y="221"/>
                </a:lnTo>
                <a:lnTo>
                  <a:pt x="149" y="221"/>
                </a:lnTo>
                <a:lnTo>
                  <a:pt x="150" y="227"/>
                </a:lnTo>
                <a:lnTo>
                  <a:pt x="151" y="230"/>
                </a:lnTo>
                <a:lnTo>
                  <a:pt x="151" y="231"/>
                </a:lnTo>
                <a:lnTo>
                  <a:pt x="151" y="234"/>
                </a:lnTo>
                <a:lnTo>
                  <a:pt x="152" y="240"/>
                </a:lnTo>
                <a:lnTo>
                  <a:pt x="152" y="241"/>
                </a:lnTo>
                <a:lnTo>
                  <a:pt x="153" y="243"/>
                </a:lnTo>
                <a:lnTo>
                  <a:pt x="153" y="244"/>
                </a:lnTo>
                <a:lnTo>
                  <a:pt x="153" y="247"/>
                </a:lnTo>
                <a:lnTo>
                  <a:pt x="153" y="249"/>
                </a:lnTo>
                <a:lnTo>
                  <a:pt x="153" y="250"/>
                </a:lnTo>
                <a:lnTo>
                  <a:pt x="153" y="251"/>
                </a:lnTo>
                <a:lnTo>
                  <a:pt x="152" y="253"/>
                </a:lnTo>
                <a:lnTo>
                  <a:pt x="151" y="254"/>
                </a:lnTo>
                <a:lnTo>
                  <a:pt x="150" y="254"/>
                </a:lnTo>
                <a:lnTo>
                  <a:pt x="150" y="255"/>
                </a:lnTo>
                <a:lnTo>
                  <a:pt x="149" y="257"/>
                </a:lnTo>
                <a:lnTo>
                  <a:pt x="148" y="259"/>
                </a:lnTo>
                <a:lnTo>
                  <a:pt x="148" y="260"/>
                </a:lnTo>
                <a:lnTo>
                  <a:pt x="149" y="260"/>
                </a:lnTo>
                <a:lnTo>
                  <a:pt x="150" y="260"/>
                </a:lnTo>
                <a:lnTo>
                  <a:pt x="151" y="260"/>
                </a:lnTo>
                <a:lnTo>
                  <a:pt x="151" y="259"/>
                </a:lnTo>
                <a:lnTo>
                  <a:pt x="150" y="259"/>
                </a:lnTo>
                <a:lnTo>
                  <a:pt x="150" y="258"/>
                </a:lnTo>
                <a:lnTo>
                  <a:pt x="151" y="258"/>
                </a:lnTo>
                <a:lnTo>
                  <a:pt x="152" y="258"/>
                </a:lnTo>
                <a:lnTo>
                  <a:pt x="154" y="257"/>
                </a:lnTo>
                <a:lnTo>
                  <a:pt x="157" y="257"/>
                </a:lnTo>
                <a:lnTo>
                  <a:pt x="158" y="256"/>
                </a:lnTo>
                <a:lnTo>
                  <a:pt x="159" y="256"/>
                </a:lnTo>
                <a:lnTo>
                  <a:pt x="162" y="255"/>
                </a:lnTo>
                <a:lnTo>
                  <a:pt x="163" y="255"/>
                </a:lnTo>
                <a:lnTo>
                  <a:pt x="164" y="255"/>
                </a:lnTo>
                <a:lnTo>
                  <a:pt x="164" y="256"/>
                </a:lnTo>
                <a:lnTo>
                  <a:pt x="165" y="256"/>
                </a:lnTo>
                <a:lnTo>
                  <a:pt x="166" y="256"/>
                </a:lnTo>
                <a:lnTo>
                  <a:pt x="167" y="256"/>
                </a:lnTo>
                <a:lnTo>
                  <a:pt x="169" y="255"/>
                </a:lnTo>
                <a:lnTo>
                  <a:pt x="170" y="255"/>
                </a:lnTo>
                <a:lnTo>
                  <a:pt x="171" y="255"/>
                </a:lnTo>
                <a:lnTo>
                  <a:pt x="174" y="256"/>
                </a:lnTo>
                <a:lnTo>
                  <a:pt x="174" y="257"/>
                </a:lnTo>
                <a:lnTo>
                  <a:pt x="177" y="257"/>
                </a:lnTo>
                <a:lnTo>
                  <a:pt x="178" y="257"/>
                </a:lnTo>
                <a:lnTo>
                  <a:pt x="179" y="256"/>
                </a:lnTo>
                <a:lnTo>
                  <a:pt x="179" y="255"/>
                </a:lnTo>
                <a:lnTo>
                  <a:pt x="180" y="254"/>
                </a:lnTo>
                <a:lnTo>
                  <a:pt x="181" y="254"/>
                </a:lnTo>
                <a:lnTo>
                  <a:pt x="181" y="252"/>
                </a:lnTo>
                <a:lnTo>
                  <a:pt x="182" y="252"/>
                </a:lnTo>
                <a:lnTo>
                  <a:pt x="183" y="251"/>
                </a:lnTo>
                <a:lnTo>
                  <a:pt x="183" y="252"/>
                </a:lnTo>
                <a:lnTo>
                  <a:pt x="184" y="252"/>
                </a:lnTo>
                <a:lnTo>
                  <a:pt x="185" y="252"/>
                </a:lnTo>
                <a:lnTo>
                  <a:pt x="185" y="253"/>
                </a:lnTo>
                <a:lnTo>
                  <a:pt x="186" y="253"/>
                </a:lnTo>
                <a:lnTo>
                  <a:pt x="188" y="252"/>
                </a:lnTo>
                <a:lnTo>
                  <a:pt x="190" y="252"/>
                </a:lnTo>
                <a:lnTo>
                  <a:pt x="191" y="253"/>
                </a:lnTo>
                <a:lnTo>
                  <a:pt x="191" y="254"/>
                </a:lnTo>
                <a:lnTo>
                  <a:pt x="191" y="255"/>
                </a:lnTo>
                <a:lnTo>
                  <a:pt x="194" y="254"/>
                </a:lnTo>
                <a:lnTo>
                  <a:pt x="195" y="254"/>
                </a:lnTo>
                <a:lnTo>
                  <a:pt x="196" y="254"/>
                </a:lnTo>
                <a:lnTo>
                  <a:pt x="197" y="254"/>
                </a:lnTo>
                <a:lnTo>
                  <a:pt x="198" y="254"/>
                </a:lnTo>
                <a:lnTo>
                  <a:pt x="199" y="255"/>
                </a:lnTo>
                <a:lnTo>
                  <a:pt x="200" y="256"/>
                </a:lnTo>
                <a:lnTo>
                  <a:pt x="200" y="259"/>
                </a:lnTo>
                <a:lnTo>
                  <a:pt x="200" y="260"/>
                </a:lnTo>
                <a:lnTo>
                  <a:pt x="201" y="260"/>
                </a:lnTo>
                <a:lnTo>
                  <a:pt x="205" y="259"/>
                </a:lnTo>
                <a:lnTo>
                  <a:pt x="207" y="258"/>
                </a:lnTo>
                <a:lnTo>
                  <a:pt x="208" y="257"/>
                </a:lnTo>
                <a:lnTo>
                  <a:pt x="209" y="256"/>
                </a:lnTo>
                <a:lnTo>
                  <a:pt x="209" y="255"/>
                </a:lnTo>
                <a:lnTo>
                  <a:pt x="208" y="253"/>
                </a:lnTo>
                <a:lnTo>
                  <a:pt x="208" y="252"/>
                </a:lnTo>
                <a:lnTo>
                  <a:pt x="208" y="251"/>
                </a:lnTo>
                <a:lnTo>
                  <a:pt x="208" y="250"/>
                </a:lnTo>
                <a:lnTo>
                  <a:pt x="210" y="249"/>
                </a:lnTo>
                <a:lnTo>
                  <a:pt x="211" y="249"/>
                </a:lnTo>
                <a:lnTo>
                  <a:pt x="213" y="250"/>
                </a:lnTo>
                <a:lnTo>
                  <a:pt x="214" y="253"/>
                </a:lnTo>
                <a:lnTo>
                  <a:pt x="215" y="253"/>
                </a:lnTo>
                <a:lnTo>
                  <a:pt x="215" y="254"/>
                </a:lnTo>
                <a:lnTo>
                  <a:pt x="216" y="254"/>
                </a:lnTo>
                <a:lnTo>
                  <a:pt x="218" y="254"/>
                </a:lnTo>
                <a:lnTo>
                  <a:pt x="220" y="254"/>
                </a:lnTo>
                <a:lnTo>
                  <a:pt x="223" y="253"/>
                </a:lnTo>
                <a:lnTo>
                  <a:pt x="224" y="253"/>
                </a:lnTo>
                <a:lnTo>
                  <a:pt x="225" y="251"/>
                </a:lnTo>
                <a:lnTo>
                  <a:pt x="224" y="251"/>
                </a:lnTo>
                <a:lnTo>
                  <a:pt x="224" y="250"/>
                </a:lnTo>
                <a:lnTo>
                  <a:pt x="223" y="250"/>
                </a:lnTo>
                <a:lnTo>
                  <a:pt x="223" y="249"/>
                </a:lnTo>
                <a:lnTo>
                  <a:pt x="222" y="248"/>
                </a:lnTo>
                <a:lnTo>
                  <a:pt x="221" y="248"/>
                </a:lnTo>
                <a:lnTo>
                  <a:pt x="221" y="247"/>
                </a:lnTo>
                <a:lnTo>
                  <a:pt x="220" y="246"/>
                </a:lnTo>
                <a:lnTo>
                  <a:pt x="220" y="245"/>
                </a:lnTo>
                <a:lnTo>
                  <a:pt x="221" y="242"/>
                </a:lnTo>
                <a:lnTo>
                  <a:pt x="221" y="240"/>
                </a:lnTo>
                <a:lnTo>
                  <a:pt x="221" y="238"/>
                </a:lnTo>
                <a:lnTo>
                  <a:pt x="220" y="237"/>
                </a:lnTo>
                <a:lnTo>
                  <a:pt x="219" y="237"/>
                </a:lnTo>
                <a:lnTo>
                  <a:pt x="218" y="237"/>
                </a:lnTo>
                <a:lnTo>
                  <a:pt x="217" y="237"/>
                </a:lnTo>
                <a:lnTo>
                  <a:pt x="216" y="236"/>
                </a:lnTo>
                <a:lnTo>
                  <a:pt x="214" y="234"/>
                </a:lnTo>
                <a:lnTo>
                  <a:pt x="214" y="233"/>
                </a:lnTo>
                <a:lnTo>
                  <a:pt x="213" y="232"/>
                </a:lnTo>
                <a:lnTo>
                  <a:pt x="214" y="231"/>
                </a:lnTo>
                <a:lnTo>
                  <a:pt x="215" y="230"/>
                </a:lnTo>
                <a:lnTo>
                  <a:pt x="217" y="229"/>
                </a:lnTo>
                <a:lnTo>
                  <a:pt x="218" y="229"/>
                </a:lnTo>
                <a:lnTo>
                  <a:pt x="220" y="228"/>
                </a:lnTo>
                <a:lnTo>
                  <a:pt x="221" y="227"/>
                </a:lnTo>
                <a:lnTo>
                  <a:pt x="225" y="226"/>
                </a:lnTo>
                <a:lnTo>
                  <a:pt x="226" y="225"/>
                </a:lnTo>
                <a:lnTo>
                  <a:pt x="229" y="224"/>
                </a:lnTo>
                <a:lnTo>
                  <a:pt x="229" y="223"/>
                </a:lnTo>
                <a:lnTo>
                  <a:pt x="231" y="222"/>
                </a:lnTo>
                <a:lnTo>
                  <a:pt x="231" y="221"/>
                </a:lnTo>
                <a:lnTo>
                  <a:pt x="232" y="221"/>
                </a:lnTo>
                <a:lnTo>
                  <a:pt x="233" y="221"/>
                </a:lnTo>
                <a:lnTo>
                  <a:pt x="234" y="220"/>
                </a:lnTo>
                <a:lnTo>
                  <a:pt x="238" y="218"/>
                </a:lnTo>
                <a:lnTo>
                  <a:pt x="238" y="217"/>
                </a:lnTo>
                <a:lnTo>
                  <a:pt x="239" y="217"/>
                </a:lnTo>
                <a:lnTo>
                  <a:pt x="240" y="217"/>
                </a:lnTo>
                <a:lnTo>
                  <a:pt x="241" y="217"/>
                </a:lnTo>
                <a:lnTo>
                  <a:pt x="241" y="216"/>
                </a:lnTo>
                <a:lnTo>
                  <a:pt x="242" y="216"/>
                </a:lnTo>
                <a:lnTo>
                  <a:pt x="244" y="214"/>
                </a:lnTo>
                <a:lnTo>
                  <a:pt x="245" y="214"/>
                </a:lnTo>
                <a:lnTo>
                  <a:pt x="248" y="212"/>
                </a:lnTo>
                <a:lnTo>
                  <a:pt x="248" y="210"/>
                </a:lnTo>
                <a:lnTo>
                  <a:pt x="249" y="210"/>
                </a:lnTo>
                <a:lnTo>
                  <a:pt x="250" y="209"/>
                </a:lnTo>
                <a:lnTo>
                  <a:pt x="251" y="208"/>
                </a:lnTo>
                <a:lnTo>
                  <a:pt x="254" y="206"/>
                </a:lnTo>
                <a:lnTo>
                  <a:pt x="256" y="205"/>
                </a:lnTo>
                <a:lnTo>
                  <a:pt x="256" y="204"/>
                </a:lnTo>
                <a:lnTo>
                  <a:pt x="257" y="204"/>
                </a:lnTo>
                <a:lnTo>
                  <a:pt x="257" y="203"/>
                </a:lnTo>
                <a:lnTo>
                  <a:pt x="259" y="202"/>
                </a:lnTo>
                <a:lnTo>
                  <a:pt x="261" y="201"/>
                </a:lnTo>
                <a:lnTo>
                  <a:pt x="261" y="200"/>
                </a:lnTo>
                <a:lnTo>
                  <a:pt x="262" y="198"/>
                </a:lnTo>
                <a:lnTo>
                  <a:pt x="268" y="193"/>
                </a:lnTo>
                <a:lnTo>
                  <a:pt x="269" y="192"/>
                </a:lnTo>
                <a:lnTo>
                  <a:pt x="271" y="191"/>
                </a:lnTo>
                <a:lnTo>
                  <a:pt x="272" y="190"/>
                </a:lnTo>
                <a:lnTo>
                  <a:pt x="272" y="189"/>
                </a:lnTo>
                <a:lnTo>
                  <a:pt x="272" y="188"/>
                </a:lnTo>
                <a:lnTo>
                  <a:pt x="272" y="186"/>
                </a:lnTo>
                <a:lnTo>
                  <a:pt x="272" y="185"/>
                </a:lnTo>
                <a:lnTo>
                  <a:pt x="273" y="185"/>
                </a:lnTo>
                <a:lnTo>
                  <a:pt x="274" y="185"/>
                </a:lnTo>
                <a:lnTo>
                  <a:pt x="274" y="186"/>
                </a:lnTo>
                <a:lnTo>
                  <a:pt x="275" y="186"/>
                </a:lnTo>
                <a:lnTo>
                  <a:pt x="276" y="187"/>
                </a:lnTo>
                <a:lnTo>
                  <a:pt x="277" y="187"/>
                </a:lnTo>
                <a:lnTo>
                  <a:pt x="277" y="186"/>
                </a:lnTo>
                <a:lnTo>
                  <a:pt x="278" y="186"/>
                </a:lnTo>
                <a:lnTo>
                  <a:pt x="280" y="184"/>
                </a:lnTo>
                <a:lnTo>
                  <a:pt x="281" y="182"/>
                </a:lnTo>
                <a:lnTo>
                  <a:pt x="281" y="181"/>
                </a:lnTo>
                <a:lnTo>
                  <a:pt x="281" y="180"/>
                </a:lnTo>
                <a:lnTo>
                  <a:pt x="282" y="180"/>
                </a:lnTo>
                <a:lnTo>
                  <a:pt x="283" y="180"/>
                </a:lnTo>
                <a:lnTo>
                  <a:pt x="284" y="179"/>
                </a:lnTo>
                <a:lnTo>
                  <a:pt x="285" y="178"/>
                </a:lnTo>
                <a:lnTo>
                  <a:pt x="285" y="177"/>
                </a:lnTo>
                <a:lnTo>
                  <a:pt x="285" y="176"/>
                </a:lnTo>
                <a:lnTo>
                  <a:pt x="286" y="176"/>
                </a:lnTo>
                <a:lnTo>
                  <a:pt x="288" y="175"/>
                </a:lnTo>
                <a:lnTo>
                  <a:pt x="289" y="175"/>
                </a:lnTo>
                <a:lnTo>
                  <a:pt x="290" y="175"/>
                </a:lnTo>
                <a:lnTo>
                  <a:pt x="291" y="175"/>
                </a:lnTo>
                <a:lnTo>
                  <a:pt x="293" y="174"/>
                </a:lnTo>
                <a:lnTo>
                  <a:pt x="294" y="174"/>
                </a:lnTo>
                <a:lnTo>
                  <a:pt x="295" y="174"/>
                </a:lnTo>
                <a:lnTo>
                  <a:pt x="296" y="173"/>
                </a:lnTo>
                <a:lnTo>
                  <a:pt x="297" y="172"/>
                </a:lnTo>
                <a:lnTo>
                  <a:pt x="298" y="172"/>
                </a:lnTo>
                <a:lnTo>
                  <a:pt x="298" y="171"/>
                </a:lnTo>
                <a:lnTo>
                  <a:pt x="299" y="171"/>
                </a:lnTo>
                <a:lnTo>
                  <a:pt x="299" y="172"/>
                </a:lnTo>
                <a:lnTo>
                  <a:pt x="300" y="173"/>
                </a:lnTo>
                <a:lnTo>
                  <a:pt x="300" y="174"/>
                </a:lnTo>
                <a:lnTo>
                  <a:pt x="301" y="175"/>
                </a:lnTo>
                <a:lnTo>
                  <a:pt x="301" y="176"/>
                </a:lnTo>
                <a:lnTo>
                  <a:pt x="301" y="177"/>
                </a:lnTo>
                <a:lnTo>
                  <a:pt x="302" y="178"/>
                </a:lnTo>
                <a:lnTo>
                  <a:pt x="302" y="179"/>
                </a:lnTo>
                <a:lnTo>
                  <a:pt x="303" y="180"/>
                </a:lnTo>
                <a:lnTo>
                  <a:pt x="303" y="181"/>
                </a:lnTo>
                <a:lnTo>
                  <a:pt x="304" y="182"/>
                </a:lnTo>
                <a:lnTo>
                  <a:pt x="305" y="183"/>
                </a:lnTo>
                <a:lnTo>
                  <a:pt x="305" y="184"/>
                </a:lnTo>
                <a:lnTo>
                  <a:pt x="306" y="185"/>
                </a:lnTo>
                <a:lnTo>
                  <a:pt x="306" y="186"/>
                </a:lnTo>
                <a:lnTo>
                  <a:pt x="307" y="186"/>
                </a:lnTo>
                <a:lnTo>
                  <a:pt x="307" y="187"/>
                </a:lnTo>
                <a:lnTo>
                  <a:pt x="308" y="188"/>
                </a:lnTo>
                <a:lnTo>
                  <a:pt x="309" y="188"/>
                </a:lnTo>
                <a:lnTo>
                  <a:pt x="309" y="189"/>
                </a:lnTo>
                <a:lnTo>
                  <a:pt x="314" y="194"/>
                </a:lnTo>
                <a:lnTo>
                  <a:pt x="314" y="195"/>
                </a:lnTo>
                <a:lnTo>
                  <a:pt x="314" y="196"/>
                </a:lnTo>
                <a:lnTo>
                  <a:pt x="314" y="197"/>
                </a:lnTo>
                <a:lnTo>
                  <a:pt x="314" y="199"/>
                </a:lnTo>
                <a:lnTo>
                  <a:pt x="314" y="200"/>
                </a:lnTo>
                <a:lnTo>
                  <a:pt x="315" y="200"/>
                </a:lnTo>
                <a:lnTo>
                  <a:pt x="315" y="201"/>
                </a:lnTo>
                <a:lnTo>
                  <a:pt x="316" y="201"/>
                </a:lnTo>
                <a:lnTo>
                  <a:pt x="316" y="202"/>
                </a:lnTo>
                <a:lnTo>
                  <a:pt x="317" y="205"/>
                </a:lnTo>
                <a:lnTo>
                  <a:pt x="320" y="205"/>
                </a:lnTo>
                <a:lnTo>
                  <a:pt x="320" y="204"/>
                </a:lnTo>
                <a:lnTo>
                  <a:pt x="322" y="203"/>
                </a:lnTo>
                <a:lnTo>
                  <a:pt x="327" y="203"/>
                </a:lnTo>
                <a:lnTo>
                  <a:pt x="327" y="204"/>
                </a:lnTo>
                <a:lnTo>
                  <a:pt x="329" y="204"/>
                </a:lnTo>
                <a:lnTo>
                  <a:pt x="330" y="204"/>
                </a:lnTo>
                <a:lnTo>
                  <a:pt x="330" y="203"/>
                </a:lnTo>
                <a:lnTo>
                  <a:pt x="330" y="202"/>
                </a:lnTo>
                <a:lnTo>
                  <a:pt x="330" y="201"/>
                </a:lnTo>
                <a:lnTo>
                  <a:pt x="331" y="201"/>
                </a:lnTo>
                <a:lnTo>
                  <a:pt x="333" y="199"/>
                </a:lnTo>
                <a:lnTo>
                  <a:pt x="333" y="197"/>
                </a:lnTo>
                <a:lnTo>
                  <a:pt x="333" y="196"/>
                </a:lnTo>
                <a:lnTo>
                  <a:pt x="333" y="195"/>
                </a:lnTo>
                <a:lnTo>
                  <a:pt x="332" y="195"/>
                </a:lnTo>
                <a:lnTo>
                  <a:pt x="331" y="193"/>
                </a:lnTo>
                <a:lnTo>
                  <a:pt x="330" y="193"/>
                </a:lnTo>
                <a:lnTo>
                  <a:pt x="329" y="192"/>
                </a:lnTo>
                <a:lnTo>
                  <a:pt x="329" y="189"/>
                </a:lnTo>
                <a:lnTo>
                  <a:pt x="330" y="188"/>
                </a:lnTo>
                <a:lnTo>
                  <a:pt x="331" y="185"/>
                </a:lnTo>
                <a:lnTo>
                  <a:pt x="332" y="184"/>
                </a:lnTo>
                <a:lnTo>
                  <a:pt x="333" y="184"/>
                </a:lnTo>
                <a:lnTo>
                  <a:pt x="334" y="184"/>
                </a:lnTo>
                <a:lnTo>
                  <a:pt x="336" y="185"/>
                </a:lnTo>
                <a:lnTo>
                  <a:pt x="337" y="184"/>
                </a:lnTo>
                <a:lnTo>
                  <a:pt x="338" y="184"/>
                </a:lnTo>
                <a:lnTo>
                  <a:pt x="338" y="183"/>
                </a:lnTo>
                <a:lnTo>
                  <a:pt x="338" y="182"/>
                </a:lnTo>
                <a:lnTo>
                  <a:pt x="338" y="183"/>
                </a:lnTo>
                <a:lnTo>
                  <a:pt x="340" y="184"/>
                </a:lnTo>
                <a:lnTo>
                  <a:pt x="341" y="184"/>
                </a:lnTo>
                <a:lnTo>
                  <a:pt x="341" y="185"/>
                </a:lnTo>
                <a:lnTo>
                  <a:pt x="342" y="185"/>
                </a:lnTo>
                <a:lnTo>
                  <a:pt x="342" y="184"/>
                </a:lnTo>
                <a:lnTo>
                  <a:pt x="343" y="183"/>
                </a:lnTo>
                <a:lnTo>
                  <a:pt x="343" y="182"/>
                </a:lnTo>
                <a:lnTo>
                  <a:pt x="344" y="179"/>
                </a:lnTo>
                <a:lnTo>
                  <a:pt x="343" y="178"/>
                </a:lnTo>
                <a:lnTo>
                  <a:pt x="344" y="177"/>
                </a:lnTo>
                <a:lnTo>
                  <a:pt x="344" y="175"/>
                </a:lnTo>
                <a:lnTo>
                  <a:pt x="345" y="173"/>
                </a:lnTo>
                <a:lnTo>
                  <a:pt x="346" y="171"/>
                </a:lnTo>
                <a:lnTo>
                  <a:pt x="346" y="170"/>
                </a:lnTo>
                <a:lnTo>
                  <a:pt x="345" y="170"/>
                </a:lnTo>
                <a:lnTo>
                  <a:pt x="345" y="168"/>
                </a:lnTo>
                <a:lnTo>
                  <a:pt x="346" y="167"/>
                </a:lnTo>
                <a:lnTo>
                  <a:pt x="347" y="167"/>
                </a:lnTo>
                <a:lnTo>
                  <a:pt x="348" y="167"/>
                </a:lnTo>
                <a:lnTo>
                  <a:pt x="349" y="165"/>
                </a:lnTo>
                <a:lnTo>
                  <a:pt x="349" y="164"/>
                </a:lnTo>
                <a:lnTo>
                  <a:pt x="350" y="164"/>
                </a:lnTo>
                <a:lnTo>
                  <a:pt x="351" y="164"/>
                </a:lnTo>
                <a:lnTo>
                  <a:pt x="352" y="163"/>
                </a:lnTo>
                <a:lnTo>
                  <a:pt x="353" y="163"/>
                </a:lnTo>
                <a:lnTo>
                  <a:pt x="353" y="162"/>
                </a:lnTo>
                <a:lnTo>
                  <a:pt x="353" y="160"/>
                </a:lnTo>
                <a:lnTo>
                  <a:pt x="354" y="160"/>
                </a:lnTo>
                <a:lnTo>
                  <a:pt x="355" y="161"/>
                </a:lnTo>
                <a:lnTo>
                  <a:pt x="355" y="160"/>
                </a:lnTo>
                <a:lnTo>
                  <a:pt x="356" y="159"/>
                </a:lnTo>
                <a:lnTo>
                  <a:pt x="356" y="158"/>
                </a:lnTo>
                <a:lnTo>
                  <a:pt x="356" y="157"/>
                </a:lnTo>
                <a:lnTo>
                  <a:pt x="356" y="155"/>
                </a:lnTo>
                <a:lnTo>
                  <a:pt x="357" y="155"/>
                </a:lnTo>
                <a:lnTo>
                  <a:pt x="357" y="153"/>
                </a:lnTo>
                <a:lnTo>
                  <a:pt x="358" y="153"/>
                </a:lnTo>
                <a:lnTo>
                  <a:pt x="359" y="152"/>
                </a:lnTo>
                <a:lnTo>
                  <a:pt x="360" y="152"/>
                </a:lnTo>
                <a:lnTo>
                  <a:pt x="362" y="152"/>
                </a:lnTo>
                <a:lnTo>
                  <a:pt x="362" y="151"/>
                </a:lnTo>
                <a:lnTo>
                  <a:pt x="365" y="151"/>
                </a:lnTo>
                <a:lnTo>
                  <a:pt x="366" y="151"/>
                </a:lnTo>
                <a:lnTo>
                  <a:pt x="366" y="152"/>
                </a:lnTo>
                <a:lnTo>
                  <a:pt x="367" y="152"/>
                </a:lnTo>
                <a:lnTo>
                  <a:pt x="369" y="153"/>
                </a:lnTo>
                <a:lnTo>
                  <a:pt x="370" y="153"/>
                </a:lnTo>
                <a:lnTo>
                  <a:pt x="371" y="153"/>
                </a:lnTo>
                <a:lnTo>
                  <a:pt x="372" y="153"/>
                </a:lnTo>
                <a:lnTo>
                  <a:pt x="373" y="154"/>
                </a:lnTo>
                <a:lnTo>
                  <a:pt x="373" y="155"/>
                </a:lnTo>
                <a:lnTo>
                  <a:pt x="372" y="158"/>
                </a:lnTo>
                <a:lnTo>
                  <a:pt x="372" y="159"/>
                </a:lnTo>
                <a:lnTo>
                  <a:pt x="372" y="160"/>
                </a:lnTo>
                <a:lnTo>
                  <a:pt x="370" y="163"/>
                </a:lnTo>
                <a:lnTo>
                  <a:pt x="369" y="163"/>
                </a:lnTo>
                <a:lnTo>
                  <a:pt x="369" y="164"/>
                </a:lnTo>
                <a:lnTo>
                  <a:pt x="371" y="164"/>
                </a:lnTo>
                <a:lnTo>
                  <a:pt x="372" y="164"/>
                </a:lnTo>
                <a:lnTo>
                  <a:pt x="373" y="164"/>
                </a:lnTo>
                <a:lnTo>
                  <a:pt x="374" y="164"/>
                </a:lnTo>
                <a:lnTo>
                  <a:pt x="374" y="165"/>
                </a:lnTo>
                <a:lnTo>
                  <a:pt x="376" y="164"/>
                </a:lnTo>
                <a:lnTo>
                  <a:pt x="379" y="162"/>
                </a:lnTo>
                <a:lnTo>
                  <a:pt x="380" y="161"/>
                </a:lnTo>
                <a:lnTo>
                  <a:pt x="382" y="158"/>
                </a:lnTo>
                <a:lnTo>
                  <a:pt x="383" y="157"/>
                </a:lnTo>
                <a:lnTo>
                  <a:pt x="383" y="155"/>
                </a:lnTo>
                <a:lnTo>
                  <a:pt x="384" y="155"/>
                </a:lnTo>
                <a:lnTo>
                  <a:pt x="384" y="154"/>
                </a:lnTo>
                <a:lnTo>
                  <a:pt x="384" y="155"/>
                </a:lnTo>
                <a:lnTo>
                  <a:pt x="385" y="155"/>
                </a:lnTo>
                <a:lnTo>
                  <a:pt x="387" y="157"/>
                </a:lnTo>
                <a:lnTo>
                  <a:pt x="388" y="158"/>
                </a:lnTo>
                <a:lnTo>
                  <a:pt x="389" y="159"/>
                </a:lnTo>
                <a:lnTo>
                  <a:pt x="390" y="159"/>
                </a:lnTo>
                <a:lnTo>
                  <a:pt x="391" y="160"/>
                </a:lnTo>
                <a:lnTo>
                  <a:pt x="391" y="161"/>
                </a:lnTo>
                <a:lnTo>
                  <a:pt x="390" y="161"/>
                </a:lnTo>
                <a:lnTo>
                  <a:pt x="391" y="161"/>
                </a:lnTo>
                <a:lnTo>
                  <a:pt x="393" y="164"/>
                </a:lnTo>
                <a:lnTo>
                  <a:pt x="394" y="164"/>
                </a:lnTo>
                <a:lnTo>
                  <a:pt x="395" y="164"/>
                </a:lnTo>
                <a:lnTo>
                  <a:pt x="395" y="163"/>
                </a:lnTo>
                <a:lnTo>
                  <a:pt x="396" y="163"/>
                </a:lnTo>
                <a:lnTo>
                  <a:pt x="397" y="164"/>
                </a:lnTo>
                <a:lnTo>
                  <a:pt x="399" y="165"/>
                </a:lnTo>
                <a:lnTo>
                  <a:pt x="400" y="165"/>
                </a:lnTo>
                <a:lnTo>
                  <a:pt x="400" y="164"/>
                </a:lnTo>
                <a:lnTo>
                  <a:pt x="400" y="163"/>
                </a:lnTo>
                <a:lnTo>
                  <a:pt x="399" y="163"/>
                </a:lnTo>
                <a:lnTo>
                  <a:pt x="400" y="162"/>
                </a:lnTo>
                <a:lnTo>
                  <a:pt x="401" y="162"/>
                </a:lnTo>
                <a:lnTo>
                  <a:pt x="402" y="163"/>
                </a:lnTo>
                <a:lnTo>
                  <a:pt x="404" y="162"/>
                </a:lnTo>
                <a:lnTo>
                  <a:pt x="404" y="163"/>
                </a:lnTo>
                <a:lnTo>
                  <a:pt x="405" y="163"/>
                </a:lnTo>
                <a:lnTo>
                  <a:pt x="406" y="163"/>
                </a:lnTo>
                <a:lnTo>
                  <a:pt x="407" y="163"/>
                </a:lnTo>
                <a:lnTo>
                  <a:pt x="408" y="161"/>
                </a:lnTo>
                <a:lnTo>
                  <a:pt x="408" y="160"/>
                </a:lnTo>
                <a:lnTo>
                  <a:pt x="409" y="159"/>
                </a:lnTo>
                <a:lnTo>
                  <a:pt x="410" y="159"/>
                </a:lnTo>
                <a:lnTo>
                  <a:pt x="411" y="159"/>
                </a:lnTo>
                <a:lnTo>
                  <a:pt x="415" y="159"/>
                </a:lnTo>
                <a:lnTo>
                  <a:pt x="414" y="158"/>
                </a:lnTo>
                <a:lnTo>
                  <a:pt x="419" y="157"/>
                </a:lnTo>
                <a:lnTo>
                  <a:pt x="420" y="155"/>
                </a:lnTo>
                <a:lnTo>
                  <a:pt x="420" y="154"/>
                </a:lnTo>
                <a:lnTo>
                  <a:pt x="420" y="153"/>
                </a:lnTo>
                <a:lnTo>
                  <a:pt x="420" y="152"/>
                </a:lnTo>
                <a:lnTo>
                  <a:pt x="421" y="152"/>
                </a:lnTo>
                <a:lnTo>
                  <a:pt x="421" y="150"/>
                </a:lnTo>
                <a:lnTo>
                  <a:pt x="423" y="148"/>
                </a:lnTo>
                <a:lnTo>
                  <a:pt x="424" y="147"/>
                </a:lnTo>
                <a:lnTo>
                  <a:pt x="425" y="147"/>
                </a:lnTo>
                <a:lnTo>
                  <a:pt x="425" y="148"/>
                </a:lnTo>
                <a:lnTo>
                  <a:pt x="425" y="149"/>
                </a:lnTo>
                <a:lnTo>
                  <a:pt x="427" y="151"/>
                </a:lnTo>
                <a:lnTo>
                  <a:pt x="428" y="151"/>
                </a:lnTo>
                <a:lnTo>
                  <a:pt x="434" y="147"/>
                </a:lnTo>
                <a:lnTo>
                  <a:pt x="435" y="146"/>
                </a:lnTo>
                <a:lnTo>
                  <a:pt x="435" y="145"/>
                </a:lnTo>
                <a:lnTo>
                  <a:pt x="436" y="144"/>
                </a:lnTo>
                <a:lnTo>
                  <a:pt x="438" y="144"/>
                </a:lnTo>
                <a:lnTo>
                  <a:pt x="440" y="142"/>
                </a:lnTo>
                <a:lnTo>
                  <a:pt x="441" y="141"/>
                </a:lnTo>
                <a:lnTo>
                  <a:pt x="441" y="140"/>
                </a:lnTo>
                <a:lnTo>
                  <a:pt x="441" y="139"/>
                </a:lnTo>
                <a:lnTo>
                  <a:pt x="441" y="138"/>
                </a:lnTo>
                <a:lnTo>
                  <a:pt x="440" y="138"/>
                </a:lnTo>
                <a:lnTo>
                  <a:pt x="440" y="135"/>
                </a:lnTo>
                <a:lnTo>
                  <a:pt x="441" y="133"/>
                </a:lnTo>
                <a:lnTo>
                  <a:pt x="440" y="132"/>
                </a:lnTo>
                <a:lnTo>
                  <a:pt x="440" y="131"/>
                </a:lnTo>
                <a:lnTo>
                  <a:pt x="439" y="130"/>
                </a:lnTo>
                <a:lnTo>
                  <a:pt x="439" y="128"/>
                </a:lnTo>
                <a:lnTo>
                  <a:pt x="440" y="128"/>
                </a:lnTo>
                <a:lnTo>
                  <a:pt x="440" y="127"/>
                </a:lnTo>
                <a:lnTo>
                  <a:pt x="440" y="126"/>
                </a:lnTo>
                <a:lnTo>
                  <a:pt x="440" y="123"/>
                </a:lnTo>
                <a:lnTo>
                  <a:pt x="440" y="122"/>
                </a:lnTo>
                <a:lnTo>
                  <a:pt x="439" y="121"/>
                </a:lnTo>
                <a:lnTo>
                  <a:pt x="438" y="120"/>
                </a:lnTo>
                <a:lnTo>
                  <a:pt x="437" y="120"/>
                </a:lnTo>
                <a:lnTo>
                  <a:pt x="436" y="119"/>
                </a:lnTo>
                <a:lnTo>
                  <a:pt x="437" y="118"/>
                </a:lnTo>
                <a:lnTo>
                  <a:pt x="436" y="118"/>
                </a:lnTo>
                <a:lnTo>
                  <a:pt x="435" y="117"/>
                </a:lnTo>
                <a:lnTo>
                  <a:pt x="434" y="116"/>
                </a:lnTo>
                <a:lnTo>
                  <a:pt x="434" y="115"/>
                </a:lnTo>
                <a:lnTo>
                  <a:pt x="433" y="115"/>
                </a:lnTo>
                <a:lnTo>
                  <a:pt x="433" y="114"/>
                </a:lnTo>
                <a:lnTo>
                  <a:pt x="433" y="113"/>
                </a:lnTo>
                <a:lnTo>
                  <a:pt x="432" y="113"/>
                </a:lnTo>
                <a:lnTo>
                  <a:pt x="431" y="113"/>
                </a:lnTo>
                <a:lnTo>
                  <a:pt x="430" y="113"/>
                </a:lnTo>
                <a:lnTo>
                  <a:pt x="429" y="113"/>
                </a:lnTo>
                <a:lnTo>
                  <a:pt x="428" y="112"/>
                </a:lnTo>
                <a:lnTo>
                  <a:pt x="427" y="111"/>
                </a:lnTo>
                <a:lnTo>
                  <a:pt x="425" y="108"/>
                </a:lnTo>
                <a:lnTo>
                  <a:pt x="423" y="106"/>
                </a:lnTo>
                <a:lnTo>
                  <a:pt x="422" y="104"/>
                </a:lnTo>
                <a:lnTo>
                  <a:pt x="421" y="103"/>
                </a:lnTo>
                <a:lnTo>
                  <a:pt x="423" y="104"/>
                </a:lnTo>
                <a:lnTo>
                  <a:pt x="425" y="104"/>
                </a:lnTo>
                <a:lnTo>
                  <a:pt x="426" y="104"/>
                </a:lnTo>
                <a:lnTo>
                  <a:pt x="427" y="104"/>
                </a:lnTo>
                <a:lnTo>
                  <a:pt x="429" y="104"/>
                </a:lnTo>
                <a:lnTo>
                  <a:pt x="430" y="104"/>
                </a:lnTo>
                <a:lnTo>
                  <a:pt x="431" y="104"/>
                </a:lnTo>
                <a:lnTo>
                  <a:pt x="432" y="104"/>
                </a:lnTo>
                <a:lnTo>
                  <a:pt x="433" y="105"/>
                </a:lnTo>
                <a:lnTo>
                  <a:pt x="433" y="106"/>
                </a:lnTo>
                <a:lnTo>
                  <a:pt x="435" y="105"/>
                </a:lnTo>
                <a:lnTo>
                  <a:pt x="436" y="104"/>
                </a:lnTo>
                <a:lnTo>
                  <a:pt x="437" y="104"/>
                </a:lnTo>
                <a:lnTo>
                  <a:pt x="438" y="104"/>
                </a:lnTo>
                <a:lnTo>
                  <a:pt x="439" y="105"/>
                </a:lnTo>
                <a:lnTo>
                  <a:pt x="440" y="105"/>
                </a:lnTo>
                <a:lnTo>
                  <a:pt x="441" y="104"/>
                </a:lnTo>
                <a:lnTo>
                  <a:pt x="442" y="104"/>
                </a:lnTo>
                <a:lnTo>
                  <a:pt x="442" y="102"/>
                </a:lnTo>
                <a:lnTo>
                  <a:pt x="442" y="100"/>
                </a:lnTo>
                <a:lnTo>
                  <a:pt x="441" y="99"/>
                </a:lnTo>
                <a:lnTo>
                  <a:pt x="441" y="96"/>
                </a:lnTo>
                <a:lnTo>
                  <a:pt x="440" y="95"/>
                </a:lnTo>
                <a:lnTo>
                  <a:pt x="439" y="95"/>
                </a:lnTo>
                <a:lnTo>
                  <a:pt x="439" y="94"/>
                </a:lnTo>
                <a:lnTo>
                  <a:pt x="438" y="94"/>
                </a:lnTo>
                <a:lnTo>
                  <a:pt x="438" y="85"/>
                </a:lnTo>
                <a:lnTo>
                  <a:pt x="438" y="84"/>
                </a:lnTo>
                <a:lnTo>
                  <a:pt x="437" y="82"/>
                </a:lnTo>
                <a:lnTo>
                  <a:pt x="437" y="81"/>
                </a:lnTo>
                <a:lnTo>
                  <a:pt x="436" y="79"/>
                </a:lnTo>
                <a:lnTo>
                  <a:pt x="436" y="78"/>
                </a:lnTo>
                <a:lnTo>
                  <a:pt x="434" y="76"/>
                </a:lnTo>
                <a:lnTo>
                  <a:pt x="434" y="75"/>
                </a:lnTo>
                <a:lnTo>
                  <a:pt x="433" y="72"/>
                </a:lnTo>
                <a:lnTo>
                  <a:pt x="433" y="71"/>
                </a:lnTo>
                <a:lnTo>
                  <a:pt x="433" y="69"/>
                </a:lnTo>
                <a:lnTo>
                  <a:pt x="433" y="68"/>
                </a:lnTo>
                <a:lnTo>
                  <a:pt x="433" y="67"/>
                </a:lnTo>
                <a:lnTo>
                  <a:pt x="434" y="66"/>
                </a:lnTo>
                <a:lnTo>
                  <a:pt x="434" y="65"/>
                </a:lnTo>
                <a:lnTo>
                  <a:pt x="433" y="64"/>
                </a:lnTo>
                <a:lnTo>
                  <a:pt x="434" y="64"/>
                </a:lnTo>
                <a:lnTo>
                  <a:pt x="436" y="62"/>
                </a:lnTo>
                <a:lnTo>
                  <a:pt x="439" y="59"/>
                </a:lnTo>
                <a:lnTo>
                  <a:pt x="442" y="57"/>
                </a:lnTo>
                <a:lnTo>
                  <a:pt x="444" y="55"/>
                </a:lnTo>
                <a:lnTo>
                  <a:pt x="445" y="54"/>
                </a:lnTo>
                <a:lnTo>
                  <a:pt x="446" y="55"/>
                </a:lnTo>
                <a:lnTo>
                  <a:pt x="447" y="55"/>
                </a:lnTo>
                <a:lnTo>
                  <a:pt x="448" y="54"/>
                </a:lnTo>
                <a:lnTo>
                  <a:pt x="449" y="53"/>
                </a:lnTo>
                <a:lnTo>
                  <a:pt x="449" y="52"/>
                </a:lnTo>
                <a:lnTo>
                  <a:pt x="449" y="51"/>
                </a:lnTo>
                <a:lnTo>
                  <a:pt x="449" y="50"/>
                </a:lnTo>
                <a:lnTo>
                  <a:pt x="449" y="49"/>
                </a:lnTo>
                <a:lnTo>
                  <a:pt x="449" y="48"/>
                </a:lnTo>
                <a:lnTo>
                  <a:pt x="451" y="47"/>
                </a:lnTo>
                <a:lnTo>
                  <a:pt x="452" y="47"/>
                </a:lnTo>
                <a:lnTo>
                  <a:pt x="453" y="48"/>
                </a:lnTo>
                <a:lnTo>
                  <a:pt x="455" y="48"/>
                </a:lnTo>
                <a:lnTo>
                  <a:pt x="456" y="47"/>
                </a:lnTo>
                <a:lnTo>
                  <a:pt x="458" y="46"/>
                </a:lnTo>
                <a:lnTo>
                  <a:pt x="459" y="46"/>
                </a:lnTo>
                <a:lnTo>
                  <a:pt x="459" y="45"/>
                </a:lnTo>
                <a:lnTo>
                  <a:pt x="459" y="44"/>
                </a:lnTo>
                <a:lnTo>
                  <a:pt x="460" y="42"/>
                </a:lnTo>
                <a:lnTo>
                  <a:pt x="461" y="41"/>
                </a:lnTo>
                <a:lnTo>
                  <a:pt x="462" y="42"/>
                </a:lnTo>
                <a:lnTo>
                  <a:pt x="463" y="42"/>
                </a:lnTo>
                <a:lnTo>
                  <a:pt x="464" y="43"/>
                </a:lnTo>
                <a:lnTo>
                  <a:pt x="465" y="43"/>
                </a:lnTo>
                <a:lnTo>
                  <a:pt x="465" y="42"/>
                </a:lnTo>
                <a:lnTo>
                  <a:pt x="466" y="42"/>
                </a:lnTo>
                <a:lnTo>
                  <a:pt x="470" y="43"/>
                </a:lnTo>
                <a:lnTo>
                  <a:pt x="471" y="43"/>
                </a:lnTo>
                <a:lnTo>
                  <a:pt x="473" y="43"/>
                </a:lnTo>
                <a:lnTo>
                  <a:pt x="477" y="42"/>
                </a:lnTo>
                <a:lnTo>
                  <a:pt x="479" y="41"/>
                </a:lnTo>
                <a:lnTo>
                  <a:pt x="482" y="40"/>
                </a:lnTo>
                <a:lnTo>
                  <a:pt x="483" y="40"/>
                </a:lnTo>
                <a:lnTo>
                  <a:pt x="484" y="40"/>
                </a:lnTo>
                <a:lnTo>
                  <a:pt x="485" y="40"/>
                </a:lnTo>
                <a:lnTo>
                  <a:pt x="486" y="40"/>
                </a:lnTo>
                <a:lnTo>
                  <a:pt x="486" y="39"/>
                </a:lnTo>
                <a:lnTo>
                  <a:pt x="487" y="38"/>
                </a:lnTo>
                <a:lnTo>
                  <a:pt x="488" y="38"/>
                </a:lnTo>
                <a:lnTo>
                  <a:pt x="489" y="38"/>
                </a:lnTo>
                <a:lnTo>
                  <a:pt x="490" y="39"/>
                </a:lnTo>
                <a:lnTo>
                  <a:pt x="491" y="39"/>
                </a:lnTo>
                <a:lnTo>
                  <a:pt x="492" y="40"/>
                </a:lnTo>
                <a:lnTo>
                  <a:pt x="494" y="40"/>
                </a:lnTo>
                <a:lnTo>
                  <a:pt x="495" y="40"/>
                </a:lnTo>
                <a:lnTo>
                  <a:pt x="495" y="41"/>
                </a:lnTo>
                <a:lnTo>
                  <a:pt x="496" y="41"/>
                </a:lnTo>
                <a:lnTo>
                  <a:pt x="497" y="41"/>
                </a:lnTo>
                <a:lnTo>
                  <a:pt x="498" y="41"/>
                </a:lnTo>
                <a:lnTo>
                  <a:pt x="499" y="41"/>
                </a:lnTo>
                <a:lnTo>
                  <a:pt x="500" y="41"/>
                </a:lnTo>
                <a:lnTo>
                  <a:pt x="501" y="41"/>
                </a:lnTo>
                <a:lnTo>
                  <a:pt x="502" y="41"/>
                </a:lnTo>
                <a:lnTo>
                  <a:pt x="504" y="40"/>
                </a:lnTo>
                <a:lnTo>
                  <a:pt x="505" y="40"/>
                </a:lnTo>
                <a:lnTo>
                  <a:pt x="506" y="39"/>
                </a:lnTo>
                <a:lnTo>
                  <a:pt x="507" y="38"/>
                </a:lnTo>
                <a:lnTo>
                  <a:pt x="508" y="38"/>
                </a:lnTo>
                <a:lnTo>
                  <a:pt x="508" y="37"/>
                </a:lnTo>
                <a:lnTo>
                  <a:pt x="508" y="36"/>
                </a:lnTo>
                <a:lnTo>
                  <a:pt x="508" y="34"/>
                </a:lnTo>
                <a:lnTo>
                  <a:pt x="508" y="33"/>
                </a:lnTo>
                <a:lnTo>
                  <a:pt x="508" y="32"/>
                </a:lnTo>
                <a:lnTo>
                  <a:pt x="507" y="29"/>
                </a:lnTo>
                <a:lnTo>
                  <a:pt x="507" y="28"/>
                </a:lnTo>
                <a:lnTo>
                  <a:pt x="506" y="28"/>
                </a:lnTo>
                <a:lnTo>
                  <a:pt x="505" y="28"/>
                </a:lnTo>
                <a:lnTo>
                  <a:pt x="504" y="29"/>
                </a:lnTo>
                <a:lnTo>
                  <a:pt x="504" y="28"/>
                </a:lnTo>
                <a:lnTo>
                  <a:pt x="504" y="27"/>
                </a:lnTo>
                <a:lnTo>
                  <a:pt x="504" y="25"/>
                </a:lnTo>
                <a:lnTo>
                  <a:pt x="505" y="23"/>
                </a:lnTo>
                <a:lnTo>
                  <a:pt x="507" y="22"/>
                </a:lnTo>
                <a:lnTo>
                  <a:pt x="507" y="21"/>
                </a:lnTo>
                <a:lnTo>
                  <a:pt x="509" y="20"/>
                </a:lnTo>
                <a:lnTo>
                  <a:pt x="509" y="18"/>
                </a:lnTo>
                <a:lnTo>
                  <a:pt x="509" y="17"/>
                </a:lnTo>
                <a:lnTo>
                  <a:pt x="509" y="15"/>
                </a:lnTo>
                <a:lnTo>
                  <a:pt x="509" y="14"/>
                </a:lnTo>
                <a:lnTo>
                  <a:pt x="510" y="13"/>
                </a:lnTo>
                <a:lnTo>
                  <a:pt x="511" y="13"/>
                </a:lnTo>
                <a:lnTo>
                  <a:pt x="511" y="12"/>
                </a:lnTo>
                <a:lnTo>
                  <a:pt x="512" y="12"/>
                </a:lnTo>
                <a:lnTo>
                  <a:pt x="512" y="11"/>
                </a:lnTo>
                <a:lnTo>
                  <a:pt x="512" y="10"/>
                </a:lnTo>
                <a:lnTo>
                  <a:pt x="513" y="10"/>
                </a:lnTo>
                <a:lnTo>
                  <a:pt x="514" y="10"/>
                </a:lnTo>
                <a:lnTo>
                  <a:pt x="515" y="10"/>
                </a:lnTo>
                <a:lnTo>
                  <a:pt x="516" y="10"/>
                </a:lnTo>
                <a:lnTo>
                  <a:pt x="517" y="10"/>
                </a:lnTo>
                <a:lnTo>
                  <a:pt x="518" y="10"/>
                </a:lnTo>
                <a:lnTo>
                  <a:pt x="519" y="10"/>
                </a:lnTo>
                <a:lnTo>
                  <a:pt x="520" y="9"/>
                </a:lnTo>
                <a:lnTo>
                  <a:pt x="520" y="10"/>
                </a:lnTo>
                <a:lnTo>
                  <a:pt x="521" y="11"/>
                </a:lnTo>
                <a:lnTo>
                  <a:pt x="522" y="11"/>
                </a:lnTo>
                <a:lnTo>
                  <a:pt x="523" y="9"/>
                </a:lnTo>
                <a:lnTo>
                  <a:pt x="523" y="8"/>
                </a:lnTo>
                <a:lnTo>
                  <a:pt x="525" y="7"/>
                </a:lnTo>
                <a:lnTo>
                  <a:pt x="526" y="7"/>
                </a:lnTo>
                <a:lnTo>
                  <a:pt x="527" y="7"/>
                </a:lnTo>
                <a:lnTo>
                  <a:pt x="528" y="7"/>
                </a:lnTo>
                <a:lnTo>
                  <a:pt x="529" y="7"/>
                </a:lnTo>
                <a:lnTo>
                  <a:pt x="532" y="7"/>
                </a:lnTo>
                <a:lnTo>
                  <a:pt x="534" y="9"/>
                </a:lnTo>
                <a:lnTo>
                  <a:pt x="537" y="9"/>
                </a:lnTo>
                <a:lnTo>
                  <a:pt x="540" y="9"/>
                </a:lnTo>
                <a:lnTo>
                  <a:pt x="543" y="10"/>
                </a:lnTo>
                <a:lnTo>
                  <a:pt x="544" y="10"/>
                </a:lnTo>
                <a:lnTo>
                  <a:pt x="544" y="9"/>
                </a:lnTo>
                <a:lnTo>
                  <a:pt x="545" y="9"/>
                </a:lnTo>
                <a:lnTo>
                  <a:pt x="546" y="10"/>
                </a:lnTo>
                <a:lnTo>
                  <a:pt x="548" y="8"/>
                </a:lnTo>
                <a:lnTo>
                  <a:pt x="549" y="8"/>
                </a:lnTo>
                <a:lnTo>
                  <a:pt x="551" y="6"/>
                </a:lnTo>
                <a:lnTo>
                  <a:pt x="553" y="5"/>
                </a:lnTo>
                <a:lnTo>
                  <a:pt x="555" y="5"/>
                </a:lnTo>
                <a:lnTo>
                  <a:pt x="555" y="4"/>
                </a:lnTo>
                <a:lnTo>
                  <a:pt x="556" y="3"/>
                </a:lnTo>
                <a:lnTo>
                  <a:pt x="558" y="2"/>
                </a:lnTo>
                <a:lnTo>
                  <a:pt x="560" y="1"/>
                </a:lnTo>
                <a:lnTo>
                  <a:pt x="561" y="1"/>
                </a:lnTo>
                <a:lnTo>
                  <a:pt x="562" y="0"/>
                </a:lnTo>
                <a:lnTo>
                  <a:pt x="562" y="1"/>
                </a:lnTo>
                <a:lnTo>
                  <a:pt x="563" y="1"/>
                </a:lnTo>
                <a:close/>
              </a:path>
            </a:pathLst>
          </a:custGeom>
          <a:solidFill>
            <a:srgbClr val="729ECA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754" name=""/>
          <p:cNvSpPr/>
          <p:nvPr/>
        </p:nvSpPr>
        <p:spPr>
          <a:xfrm>
            <a:off x="8236800" y="133740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0" y="6"/>
                </a:moveTo>
                <a:lnTo>
                  <a:pt x="0" y="4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0" y="6"/>
                </a:lnTo>
                <a:close/>
              </a:path>
            </a:pathLst>
          </a:custGeom>
          <a:solidFill>
            <a:srgbClr val="729ECA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755" name=""/>
          <p:cNvSpPr/>
          <p:nvPr/>
        </p:nvSpPr>
        <p:spPr>
          <a:xfrm>
            <a:off x="8234640" y="133596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1" y="7"/>
                </a:move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3" y="4"/>
                </a:lnTo>
                <a:lnTo>
                  <a:pt x="2" y="7"/>
                </a:lnTo>
                <a:lnTo>
                  <a:pt x="1" y="7"/>
                </a:lnTo>
                <a:close/>
              </a:path>
            </a:pathLst>
          </a:custGeom>
          <a:solidFill>
            <a:srgbClr val="729ECA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756" name=""/>
          <p:cNvSpPr/>
          <p:nvPr/>
        </p:nvSpPr>
        <p:spPr>
          <a:xfrm>
            <a:off x="8112240" y="1279080"/>
            <a:ext cx="29160" cy="35280"/>
          </a:xfrm>
          <a:custGeom>
            <a:avLst/>
            <a:gdLst/>
            <a:ahLst/>
            <a:rect l="0" t="0" r="r" b="b"/>
            <a:pathLst>
              <a:path w="81" h="98">
                <a:moveTo>
                  <a:pt x="67" y="2"/>
                </a:moveTo>
                <a:lnTo>
                  <a:pt x="68" y="1"/>
                </a:lnTo>
                <a:lnTo>
                  <a:pt x="67" y="1"/>
                </a:lnTo>
                <a:lnTo>
                  <a:pt x="67" y="0"/>
                </a:lnTo>
                <a:lnTo>
                  <a:pt x="68" y="0"/>
                </a:lnTo>
                <a:lnTo>
                  <a:pt x="70" y="2"/>
                </a:lnTo>
                <a:lnTo>
                  <a:pt x="70" y="3"/>
                </a:lnTo>
                <a:lnTo>
                  <a:pt x="69" y="3"/>
                </a:lnTo>
                <a:lnTo>
                  <a:pt x="68" y="3"/>
                </a:lnTo>
                <a:lnTo>
                  <a:pt x="65" y="3"/>
                </a:lnTo>
                <a:lnTo>
                  <a:pt x="63" y="4"/>
                </a:lnTo>
                <a:lnTo>
                  <a:pt x="63" y="5"/>
                </a:lnTo>
                <a:lnTo>
                  <a:pt x="63" y="6"/>
                </a:lnTo>
                <a:lnTo>
                  <a:pt x="64" y="7"/>
                </a:lnTo>
                <a:lnTo>
                  <a:pt x="64" y="9"/>
                </a:lnTo>
                <a:lnTo>
                  <a:pt x="65" y="12"/>
                </a:lnTo>
                <a:lnTo>
                  <a:pt x="67" y="14"/>
                </a:lnTo>
                <a:lnTo>
                  <a:pt x="68" y="16"/>
                </a:lnTo>
                <a:lnTo>
                  <a:pt x="68" y="17"/>
                </a:lnTo>
                <a:lnTo>
                  <a:pt x="68" y="18"/>
                </a:lnTo>
                <a:lnTo>
                  <a:pt x="68" y="19"/>
                </a:lnTo>
                <a:lnTo>
                  <a:pt x="67" y="20"/>
                </a:lnTo>
                <a:lnTo>
                  <a:pt x="67" y="21"/>
                </a:lnTo>
                <a:lnTo>
                  <a:pt x="65" y="22"/>
                </a:lnTo>
                <a:lnTo>
                  <a:pt x="65" y="23"/>
                </a:lnTo>
                <a:lnTo>
                  <a:pt x="65" y="24"/>
                </a:lnTo>
                <a:lnTo>
                  <a:pt x="65" y="26"/>
                </a:lnTo>
                <a:lnTo>
                  <a:pt x="64" y="26"/>
                </a:lnTo>
                <a:lnTo>
                  <a:pt x="64" y="25"/>
                </a:lnTo>
                <a:lnTo>
                  <a:pt x="63" y="25"/>
                </a:lnTo>
                <a:lnTo>
                  <a:pt x="63" y="26"/>
                </a:lnTo>
                <a:lnTo>
                  <a:pt x="63" y="27"/>
                </a:lnTo>
                <a:lnTo>
                  <a:pt x="62" y="28"/>
                </a:lnTo>
                <a:lnTo>
                  <a:pt x="61" y="29"/>
                </a:lnTo>
                <a:lnTo>
                  <a:pt x="62" y="30"/>
                </a:lnTo>
                <a:lnTo>
                  <a:pt x="62" y="31"/>
                </a:lnTo>
                <a:lnTo>
                  <a:pt x="61" y="31"/>
                </a:lnTo>
                <a:lnTo>
                  <a:pt x="61" y="32"/>
                </a:lnTo>
                <a:lnTo>
                  <a:pt x="60" y="34"/>
                </a:lnTo>
                <a:lnTo>
                  <a:pt x="60" y="35"/>
                </a:lnTo>
                <a:lnTo>
                  <a:pt x="61" y="36"/>
                </a:lnTo>
                <a:lnTo>
                  <a:pt x="62" y="36"/>
                </a:lnTo>
                <a:lnTo>
                  <a:pt x="63" y="36"/>
                </a:lnTo>
                <a:lnTo>
                  <a:pt x="63" y="37"/>
                </a:lnTo>
                <a:lnTo>
                  <a:pt x="62" y="38"/>
                </a:lnTo>
                <a:lnTo>
                  <a:pt x="62" y="39"/>
                </a:lnTo>
                <a:lnTo>
                  <a:pt x="64" y="40"/>
                </a:lnTo>
                <a:lnTo>
                  <a:pt x="64" y="41"/>
                </a:lnTo>
                <a:lnTo>
                  <a:pt x="63" y="42"/>
                </a:lnTo>
                <a:lnTo>
                  <a:pt x="63" y="43"/>
                </a:lnTo>
                <a:lnTo>
                  <a:pt x="64" y="43"/>
                </a:lnTo>
                <a:lnTo>
                  <a:pt x="65" y="43"/>
                </a:lnTo>
                <a:lnTo>
                  <a:pt x="65" y="44"/>
                </a:lnTo>
                <a:lnTo>
                  <a:pt x="67" y="44"/>
                </a:lnTo>
                <a:lnTo>
                  <a:pt x="67" y="43"/>
                </a:lnTo>
                <a:lnTo>
                  <a:pt x="68" y="43"/>
                </a:lnTo>
                <a:lnTo>
                  <a:pt x="67" y="44"/>
                </a:lnTo>
                <a:lnTo>
                  <a:pt x="65" y="45"/>
                </a:lnTo>
                <a:lnTo>
                  <a:pt x="67" y="45"/>
                </a:lnTo>
                <a:lnTo>
                  <a:pt x="68" y="45"/>
                </a:lnTo>
                <a:lnTo>
                  <a:pt x="68" y="44"/>
                </a:lnTo>
                <a:lnTo>
                  <a:pt x="69" y="44"/>
                </a:lnTo>
                <a:lnTo>
                  <a:pt x="69" y="45"/>
                </a:lnTo>
                <a:lnTo>
                  <a:pt x="70" y="45"/>
                </a:lnTo>
                <a:lnTo>
                  <a:pt x="71" y="45"/>
                </a:lnTo>
                <a:lnTo>
                  <a:pt x="72" y="45"/>
                </a:lnTo>
                <a:lnTo>
                  <a:pt x="73" y="46"/>
                </a:lnTo>
                <a:lnTo>
                  <a:pt x="74" y="46"/>
                </a:lnTo>
                <a:lnTo>
                  <a:pt x="75" y="46"/>
                </a:lnTo>
                <a:lnTo>
                  <a:pt x="76" y="47"/>
                </a:lnTo>
                <a:lnTo>
                  <a:pt x="77" y="46"/>
                </a:lnTo>
                <a:lnTo>
                  <a:pt x="78" y="45"/>
                </a:lnTo>
                <a:lnTo>
                  <a:pt x="79" y="45"/>
                </a:lnTo>
                <a:lnTo>
                  <a:pt x="80" y="45"/>
                </a:lnTo>
                <a:lnTo>
                  <a:pt x="81" y="47"/>
                </a:lnTo>
                <a:lnTo>
                  <a:pt x="81" y="48"/>
                </a:lnTo>
                <a:lnTo>
                  <a:pt x="81" y="49"/>
                </a:lnTo>
                <a:lnTo>
                  <a:pt x="80" y="50"/>
                </a:lnTo>
                <a:lnTo>
                  <a:pt x="81" y="50"/>
                </a:lnTo>
                <a:lnTo>
                  <a:pt x="81" y="51"/>
                </a:lnTo>
                <a:lnTo>
                  <a:pt x="80" y="51"/>
                </a:lnTo>
                <a:lnTo>
                  <a:pt x="80" y="50"/>
                </a:lnTo>
                <a:lnTo>
                  <a:pt x="79" y="50"/>
                </a:lnTo>
                <a:lnTo>
                  <a:pt x="78" y="50"/>
                </a:lnTo>
                <a:lnTo>
                  <a:pt x="77" y="50"/>
                </a:lnTo>
                <a:lnTo>
                  <a:pt x="77" y="51"/>
                </a:lnTo>
                <a:lnTo>
                  <a:pt x="76" y="52"/>
                </a:lnTo>
                <a:lnTo>
                  <a:pt x="76" y="51"/>
                </a:lnTo>
                <a:lnTo>
                  <a:pt x="74" y="51"/>
                </a:lnTo>
                <a:lnTo>
                  <a:pt x="71" y="51"/>
                </a:lnTo>
                <a:lnTo>
                  <a:pt x="72" y="52"/>
                </a:lnTo>
                <a:lnTo>
                  <a:pt x="72" y="53"/>
                </a:lnTo>
                <a:lnTo>
                  <a:pt x="71" y="53"/>
                </a:lnTo>
                <a:lnTo>
                  <a:pt x="70" y="53"/>
                </a:lnTo>
                <a:lnTo>
                  <a:pt x="68" y="54"/>
                </a:lnTo>
                <a:lnTo>
                  <a:pt x="68" y="55"/>
                </a:lnTo>
                <a:lnTo>
                  <a:pt x="67" y="55"/>
                </a:lnTo>
                <a:lnTo>
                  <a:pt x="67" y="54"/>
                </a:lnTo>
                <a:lnTo>
                  <a:pt x="65" y="54"/>
                </a:lnTo>
                <a:lnTo>
                  <a:pt x="65" y="55"/>
                </a:lnTo>
                <a:lnTo>
                  <a:pt x="65" y="56"/>
                </a:lnTo>
                <a:lnTo>
                  <a:pt x="67" y="56"/>
                </a:lnTo>
                <a:lnTo>
                  <a:pt x="67" y="57"/>
                </a:lnTo>
                <a:lnTo>
                  <a:pt x="67" y="58"/>
                </a:lnTo>
                <a:lnTo>
                  <a:pt x="67" y="59"/>
                </a:lnTo>
                <a:lnTo>
                  <a:pt x="67" y="60"/>
                </a:lnTo>
                <a:lnTo>
                  <a:pt x="68" y="59"/>
                </a:lnTo>
                <a:lnTo>
                  <a:pt x="69" y="59"/>
                </a:lnTo>
                <a:lnTo>
                  <a:pt x="70" y="59"/>
                </a:lnTo>
                <a:lnTo>
                  <a:pt x="70" y="60"/>
                </a:lnTo>
                <a:lnTo>
                  <a:pt x="70" y="61"/>
                </a:lnTo>
                <a:lnTo>
                  <a:pt x="71" y="61"/>
                </a:lnTo>
                <a:lnTo>
                  <a:pt x="71" y="62"/>
                </a:lnTo>
                <a:lnTo>
                  <a:pt x="71" y="63"/>
                </a:lnTo>
                <a:lnTo>
                  <a:pt x="72" y="63"/>
                </a:lnTo>
                <a:lnTo>
                  <a:pt x="73" y="63"/>
                </a:lnTo>
                <a:lnTo>
                  <a:pt x="74" y="64"/>
                </a:lnTo>
                <a:lnTo>
                  <a:pt x="75" y="65"/>
                </a:lnTo>
                <a:lnTo>
                  <a:pt x="75" y="66"/>
                </a:lnTo>
                <a:lnTo>
                  <a:pt x="74" y="66"/>
                </a:lnTo>
                <a:lnTo>
                  <a:pt x="73" y="67"/>
                </a:lnTo>
                <a:lnTo>
                  <a:pt x="72" y="68"/>
                </a:lnTo>
                <a:lnTo>
                  <a:pt x="71" y="68"/>
                </a:lnTo>
                <a:lnTo>
                  <a:pt x="70" y="68"/>
                </a:lnTo>
                <a:lnTo>
                  <a:pt x="69" y="69"/>
                </a:lnTo>
                <a:lnTo>
                  <a:pt x="69" y="70"/>
                </a:lnTo>
                <a:lnTo>
                  <a:pt x="70" y="71"/>
                </a:lnTo>
                <a:lnTo>
                  <a:pt x="70" y="72"/>
                </a:lnTo>
                <a:lnTo>
                  <a:pt x="69" y="72"/>
                </a:lnTo>
                <a:lnTo>
                  <a:pt x="68" y="72"/>
                </a:lnTo>
                <a:lnTo>
                  <a:pt x="68" y="73"/>
                </a:lnTo>
                <a:lnTo>
                  <a:pt x="68" y="74"/>
                </a:lnTo>
                <a:lnTo>
                  <a:pt x="68" y="75"/>
                </a:lnTo>
                <a:lnTo>
                  <a:pt x="69" y="75"/>
                </a:lnTo>
                <a:lnTo>
                  <a:pt x="70" y="76"/>
                </a:lnTo>
                <a:lnTo>
                  <a:pt x="70" y="75"/>
                </a:lnTo>
                <a:lnTo>
                  <a:pt x="71" y="75"/>
                </a:lnTo>
                <a:lnTo>
                  <a:pt x="71" y="76"/>
                </a:lnTo>
                <a:lnTo>
                  <a:pt x="70" y="76"/>
                </a:lnTo>
                <a:lnTo>
                  <a:pt x="70" y="77"/>
                </a:lnTo>
                <a:lnTo>
                  <a:pt x="71" y="77"/>
                </a:lnTo>
                <a:lnTo>
                  <a:pt x="71" y="76"/>
                </a:lnTo>
                <a:lnTo>
                  <a:pt x="71" y="78"/>
                </a:lnTo>
                <a:lnTo>
                  <a:pt x="71" y="79"/>
                </a:lnTo>
                <a:lnTo>
                  <a:pt x="71" y="80"/>
                </a:lnTo>
                <a:lnTo>
                  <a:pt x="72" y="81"/>
                </a:lnTo>
                <a:lnTo>
                  <a:pt x="72" y="82"/>
                </a:lnTo>
                <a:lnTo>
                  <a:pt x="71" y="82"/>
                </a:lnTo>
                <a:lnTo>
                  <a:pt x="72" y="83"/>
                </a:lnTo>
                <a:lnTo>
                  <a:pt x="72" y="84"/>
                </a:lnTo>
                <a:lnTo>
                  <a:pt x="72" y="86"/>
                </a:lnTo>
                <a:lnTo>
                  <a:pt x="71" y="87"/>
                </a:lnTo>
                <a:lnTo>
                  <a:pt x="70" y="87"/>
                </a:lnTo>
                <a:lnTo>
                  <a:pt x="70" y="88"/>
                </a:lnTo>
                <a:lnTo>
                  <a:pt x="71" y="88"/>
                </a:lnTo>
                <a:lnTo>
                  <a:pt x="71" y="90"/>
                </a:lnTo>
                <a:lnTo>
                  <a:pt x="72" y="91"/>
                </a:lnTo>
                <a:lnTo>
                  <a:pt x="73" y="91"/>
                </a:lnTo>
                <a:lnTo>
                  <a:pt x="74" y="91"/>
                </a:lnTo>
                <a:lnTo>
                  <a:pt x="73" y="92"/>
                </a:lnTo>
                <a:lnTo>
                  <a:pt x="73" y="93"/>
                </a:lnTo>
                <a:lnTo>
                  <a:pt x="72" y="94"/>
                </a:lnTo>
                <a:lnTo>
                  <a:pt x="71" y="94"/>
                </a:lnTo>
                <a:lnTo>
                  <a:pt x="70" y="95"/>
                </a:lnTo>
                <a:lnTo>
                  <a:pt x="70" y="96"/>
                </a:lnTo>
                <a:lnTo>
                  <a:pt x="71" y="96"/>
                </a:lnTo>
                <a:lnTo>
                  <a:pt x="70" y="97"/>
                </a:lnTo>
                <a:lnTo>
                  <a:pt x="69" y="98"/>
                </a:lnTo>
                <a:lnTo>
                  <a:pt x="68" y="98"/>
                </a:lnTo>
                <a:lnTo>
                  <a:pt x="67" y="98"/>
                </a:lnTo>
                <a:lnTo>
                  <a:pt x="65" y="98"/>
                </a:lnTo>
                <a:lnTo>
                  <a:pt x="64" y="98"/>
                </a:lnTo>
                <a:lnTo>
                  <a:pt x="63" y="97"/>
                </a:lnTo>
                <a:lnTo>
                  <a:pt x="62" y="97"/>
                </a:lnTo>
                <a:lnTo>
                  <a:pt x="62" y="96"/>
                </a:lnTo>
                <a:lnTo>
                  <a:pt x="60" y="96"/>
                </a:lnTo>
                <a:lnTo>
                  <a:pt x="57" y="95"/>
                </a:lnTo>
                <a:lnTo>
                  <a:pt x="55" y="94"/>
                </a:lnTo>
                <a:lnTo>
                  <a:pt x="52" y="94"/>
                </a:lnTo>
                <a:lnTo>
                  <a:pt x="51" y="93"/>
                </a:lnTo>
                <a:lnTo>
                  <a:pt x="49" y="93"/>
                </a:lnTo>
                <a:lnTo>
                  <a:pt x="48" y="93"/>
                </a:lnTo>
                <a:lnTo>
                  <a:pt x="47" y="93"/>
                </a:lnTo>
                <a:lnTo>
                  <a:pt x="47" y="94"/>
                </a:lnTo>
                <a:lnTo>
                  <a:pt x="46" y="95"/>
                </a:lnTo>
                <a:lnTo>
                  <a:pt x="45" y="95"/>
                </a:lnTo>
                <a:lnTo>
                  <a:pt x="44" y="96"/>
                </a:lnTo>
                <a:lnTo>
                  <a:pt x="43" y="97"/>
                </a:lnTo>
                <a:lnTo>
                  <a:pt x="42" y="97"/>
                </a:lnTo>
                <a:lnTo>
                  <a:pt x="42" y="96"/>
                </a:lnTo>
                <a:lnTo>
                  <a:pt x="42" y="95"/>
                </a:lnTo>
                <a:lnTo>
                  <a:pt x="41" y="95"/>
                </a:lnTo>
                <a:lnTo>
                  <a:pt x="41" y="94"/>
                </a:lnTo>
                <a:lnTo>
                  <a:pt x="41" y="95"/>
                </a:lnTo>
                <a:lnTo>
                  <a:pt x="40" y="96"/>
                </a:lnTo>
                <a:lnTo>
                  <a:pt x="40" y="95"/>
                </a:lnTo>
                <a:lnTo>
                  <a:pt x="39" y="95"/>
                </a:lnTo>
                <a:lnTo>
                  <a:pt x="39" y="94"/>
                </a:lnTo>
                <a:lnTo>
                  <a:pt x="38" y="93"/>
                </a:lnTo>
                <a:lnTo>
                  <a:pt x="38" y="92"/>
                </a:lnTo>
                <a:lnTo>
                  <a:pt x="38" y="91"/>
                </a:lnTo>
                <a:lnTo>
                  <a:pt x="39" y="91"/>
                </a:lnTo>
                <a:lnTo>
                  <a:pt x="39" y="90"/>
                </a:lnTo>
                <a:lnTo>
                  <a:pt x="38" y="90"/>
                </a:lnTo>
                <a:lnTo>
                  <a:pt x="37" y="89"/>
                </a:lnTo>
                <a:lnTo>
                  <a:pt x="36" y="88"/>
                </a:lnTo>
                <a:lnTo>
                  <a:pt x="36" y="87"/>
                </a:lnTo>
                <a:lnTo>
                  <a:pt x="36" y="86"/>
                </a:lnTo>
                <a:lnTo>
                  <a:pt x="37" y="86"/>
                </a:lnTo>
                <a:lnTo>
                  <a:pt x="37" y="84"/>
                </a:lnTo>
                <a:lnTo>
                  <a:pt x="37" y="83"/>
                </a:lnTo>
                <a:lnTo>
                  <a:pt x="37" y="82"/>
                </a:lnTo>
                <a:lnTo>
                  <a:pt x="36" y="82"/>
                </a:lnTo>
                <a:lnTo>
                  <a:pt x="34" y="82"/>
                </a:lnTo>
                <a:lnTo>
                  <a:pt x="32" y="82"/>
                </a:lnTo>
                <a:lnTo>
                  <a:pt x="31" y="83"/>
                </a:lnTo>
                <a:lnTo>
                  <a:pt x="31" y="84"/>
                </a:lnTo>
                <a:lnTo>
                  <a:pt x="31" y="86"/>
                </a:lnTo>
                <a:lnTo>
                  <a:pt x="31" y="87"/>
                </a:lnTo>
                <a:lnTo>
                  <a:pt x="30" y="87"/>
                </a:lnTo>
                <a:lnTo>
                  <a:pt x="30" y="88"/>
                </a:lnTo>
                <a:lnTo>
                  <a:pt x="30" y="87"/>
                </a:lnTo>
                <a:lnTo>
                  <a:pt x="29" y="87"/>
                </a:lnTo>
                <a:lnTo>
                  <a:pt x="28" y="87"/>
                </a:lnTo>
                <a:lnTo>
                  <a:pt x="28" y="86"/>
                </a:lnTo>
                <a:lnTo>
                  <a:pt x="27" y="84"/>
                </a:lnTo>
                <a:lnTo>
                  <a:pt x="27" y="83"/>
                </a:lnTo>
                <a:lnTo>
                  <a:pt x="27" y="82"/>
                </a:lnTo>
                <a:lnTo>
                  <a:pt x="26" y="81"/>
                </a:lnTo>
                <a:lnTo>
                  <a:pt x="26" y="79"/>
                </a:lnTo>
                <a:lnTo>
                  <a:pt x="27" y="79"/>
                </a:lnTo>
                <a:lnTo>
                  <a:pt x="28" y="79"/>
                </a:lnTo>
                <a:lnTo>
                  <a:pt x="29" y="78"/>
                </a:lnTo>
                <a:lnTo>
                  <a:pt x="28" y="78"/>
                </a:lnTo>
                <a:lnTo>
                  <a:pt x="29" y="78"/>
                </a:lnTo>
                <a:lnTo>
                  <a:pt x="30" y="78"/>
                </a:lnTo>
                <a:lnTo>
                  <a:pt x="30" y="77"/>
                </a:lnTo>
                <a:lnTo>
                  <a:pt x="29" y="76"/>
                </a:lnTo>
                <a:lnTo>
                  <a:pt x="30" y="76"/>
                </a:lnTo>
                <a:lnTo>
                  <a:pt x="30" y="75"/>
                </a:lnTo>
                <a:lnTo>
                  <a:pt x="30" y="74"/>
                </a:lnTo>
                <a:lnTo>
                  <a:pt x="29" y="73"/>
                </a:lnTo>
                <a:lnTo>
                  <a:pt x="28" y="73"/>
                </a:lnTo>
                <a:lnTo>
                  <a:pt x="27" y="73"/>
                </a:lnTo>
                <a:lnTo>
                  <a:pt x="27" y="72"/>
                </a:lnTo>
                <a:lnTo>
                  <a:pt x="27" y="71"/>
                </a:lnTo>
                <a:lnTo>
                  <a:pt x="28" y="71"/>
                </a:lnTo>
                <a:lnTo>
                  <a:pt x="28" y="70"/>
                </a:lnTo>
                <a:lnTo>
                  <a:pt x="29" y="70"/>
                </a:lnTo>
                <a:lnTo>
                  <a:pt x="29" y="69"/>
                </a:lnTo>
                <a:lnTo>
                  <a:pt x="29" y="68"/>
                </a:lnTo>
                <a:lnTo>
                  <a:pt x="30" y="68"/>
                </a:lnTo>
                <a:lnTo>
                  <a:pt x="30" y="67"/>
                </a:lnTo>
                <a:lnTo>
                  <a:pt x="31" y="67"/>
                </a:lnTo>
                <a:lnTo>
                  <a:pt x="32" y="67"/>
                </a:lnTo>
                <a:lnTo>
                  <a:pt x="33" y="67"/>
                </a:lnTo>
                <a:lnTo>
                  <a:pt x="34" y="67"/>
                </a:lnTo>
                <a:lnTo>
                  <a:pt x="34" y="68"/>
                </a:lnTo>
                <a:lnTo>
                  <a:pt x="34" y="67"/>
                </a:lnTo>
                <a:lnTo>
                  <a:pt x="34" y="66"/>
                </a:lnTo>
                <a:lnTo>
                  <a:pt x="33" y="65"/>
                </a:lnTo>
                <a:lnTo>
                  <a:pt x="32" y="64"/>
                </a:lnTo>
                <a:lnTo>
                  <a:pt x="32" y="63"/>
                </a:lnTo>
                <a:lnTo>
                  <a:pt x="32" y="62"/>
                </a:lnTo>
                <a:lnTo>
                  <a:pt x="31" y="61"/>
                </a:lnTo>
                <a:lnTo>
                  <a:pt x="30" y="61"/>
                </a:lnTo>
                <a:lnTo>
                  <a:pt x="30" y="60"/>
                </a:lnTo>
                <a:lnTo>
                  <a:pt x="30" y="59"/>
                </a:lnTo>
                <a:lnTo>
                  <a:pt x="30" y="57"/>
                </a:lnTo>
                <a:lnTo>
                  <a:pt x="30" y="56"/>
                </a:lnTo>
                <a:lnTo>
                  <a:pt x="29" y="54"/>
                </a:lnTo>
                <a:lnTo>
                  <a:pt x="28" y="54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5" y="54"/>
                </a:lnTo>
                <a:lnTo>
                  <a:pt x="26" y="55"/>
                </a:lnTo>
                <a:lnTo>
                  <a:pt x="26" y="56"/>
                </a:lnTo>
                <a:lnTo>
                  <a:pt x="27" y="56"/>
                </a:lnTo>
                <a:lnTo>
                  <a:pt x="27" y="57"/>
                </a:lnTo>
                <a:lnTo>
                  <a:pt x="26" y="57"/>
                </a:lnTo>
                <a:lnTo>
                  <a:pt x="25" y="57"/>
                </a:lnTo>
                <a:lnTo>
                  <a:pt x="24" y="56"/>
                </a:lnTo>
                <a:lnTo>
                  <a:pt x="23" y="55"/>
                </a:lnTo>
                <a:lnTo>
                  <a:pt x="23" y="54"/>
                </a:lnTo>
                <a:lnTo>
                  <a:pt x="22" y="54"/>
                </a:lnTo>
                <a:lnTo>
                  <a:pt x="21" y="54"/>
                </a:lnTo>
                <a:lnTo>
                  <a:pt x="19" y="54"/>
                </a:lnTo>
                <a:lnTo>
                  <a:pt x="18" y="54"/>
                </a:lnTo>
                <a:lnTo>
                  <a:pt x="17" y="53"/>
                </a:lnTo>
                <a:lnTo>
                  <a:pt x="16" y="53"/>
                </a:lnTo>
                <a:lnTo>
                  <a:pt x="14" y="51"/>
                </a:lnTo>
                <a:lnTo>
                  <a:pt x="14" y="50"/>
                </a:lnTo>
                <a:lnTo>
                  <a:pt x="13" y="49"/>
                </a:lnTo>
                <a:lnTo>
                  <a:pt x="12" y="49"/>
                </a:lnTo>
                <a:lnTo>
                  <a:pt x="11" y="48"/>
                </a:lnTo>
                <a:lnTo>
                  <a:pt x="11" y="47"/>
                </a:lnTo>
                <a:lnTo>
                  <a:pt x="10" y="47"/>
                </a:lnTo>
                <a:lnTo>
                  <a:pt x="10" y="48"/>
                </a:lnTo>
                <a:lnTo>
                  <a:pt x="10" y="49"/>
                </a:lnTo>
                <a:lnTo>
                  <a:pt x="9" y="49"/>
                </a:lnTo>
                <a:lnTo>
                  <a:pt x="8" y="49"/>
                </a:lnTo>
                <a:lnTo>
                  <a:pt x="7" y="48"/>
                </a:lnTo>
                <a:lnTo>
                  <a:pt x="6" y="48"/>
                </a:lnTo>
                <a:lnTo>
                  <a:pt x="6" y="46"/>
                </a:lnTo>
                <a:lnTo>
                  <a:pt x="6" y="44"/>
                </a:lnTo>
                <a:lnTo>
                  <a:pt x="6" y="43"/>
                </a:lnTo>
                <a:lnTo>
                  <a:pt x="5" y="42"/>
                </a:lnTo>
                <a:lnTo>
                  <a:pt x="5" y="41"/>
                </a:lnTo>
                <a:lnTo>
                  <a:pt x="5" y="39"/>
                </a:lnTo>
                <a:lnTo>
                  <a:pt x="5" y="38"/>
                </a:lnTo>
                <a:lnTo>
                  <a:pt x="5" y="36"/>
                </a:lnTo>
                <a:lnTo>
                  <a:pt x="4" y="35"/>
                </a:lnTo>
                <a:lnTo>
                  <a:pt x="4" y="34"/>
                </a:lnTo>
                <a:lnTo>
                  <a:pt x="3" y="34"/>
                </a:lnTo>
                <a:lnTo>
                  <a:pt x="2" y="34"/>
                </a:lnTo>
                <a:lnTo>
                  <a:pt x="1" y="34"/>
                </a:lnTo>
                <a:lnTo>
                  <a:pt x="0" y="33"/>
                </a:lnTo>
                <a:lnTo>
                  <a:pt x="0" y="32"/>
                </a:lnTo>
                <a:lnTo>
                  <a:pt x="1" y="31"/>
                </a:lnTo>
                <a:lnTo>
                  <a:pt x="1" y="30"/>
                </a:lnTo>
                <a:lnTo>
                  <a:pt x="1" y="29"/>
                </a:lnTo>
                <a:lnTo>
                  <a:pt x="2" y="28"/>
                </a:lnTo>
                <a:lnTo>
                  <a:pt x="2" y="27"/>
                </a:lnTo>
                <a:lnTo>
                  <a:pt x="2" y="26"/>
                </a:lnTo>
                <a:lnTo>
                  <a:pt x="3" y="26"/>
                </a:lnTo>
                <a:lnTo>
                  <a:pt x="2" y="26"/>
                </a:lnTo>
                <a:lnTo>
                  <a:pt x="2" y="25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4" y="17"/>
                </a:lnTo>
                <a:lnTo>
                  <a:pt x="4" y="18"/>
                </a:lnTo>
                <a:lnTo>
                  <a:pt x="5" y="18"/>
                </a:lnTo>
                <a:lnTo>
                  <a:pt x="8" y="18"/>
                </a:lnTo>
                <a:lnTo>
                  <a:pt x="8" y="17"/>
                </a:lnTo>
                <a:lnTo>
                  <a:pt x="8" y="16"/>
                </a:lnTo>
                <a:lnTo>
                  <a:pt x="9" y="15"/>
                </a:lnTo>
                <a:lnTo>
                  <a:pt x="10" y="13"/>
                </a:lnTo>
                <a:lnTo>
                  <a:pt x="12" y="13"/>
                </a:lnTo>
                <a:lnTo>
                  <a:pt x="12" y="12"/>
                </a:lnTo>
                <a:lnTo>
                  <a:pt x="14" y="12"/>
                </a:lnTo>
                <a:lnTo>
                  <a:pt x="14" y="13"/>
                </a:lnTo>
                <a:lnTo>
                  <a:pt x="15" y="14"/>
                </a:lnTo>
                <a:lnTo>
                  <a:pt x="16" y="15"/>
                </a:lnTo>
                <a:lnTo>
                  <a:pt x="16" y="14"/>
                </a:lnTo>
                <a:lnTo>
                  <a:pt x="17" y="14"/>
                </a:lnTo>
                <a:lnTo>
                  <a:pt x="18" y="13"/>
                </a:lnTo>
                <a:lnTo>
                  <a:pt x="19" y="13"/>
                </a:lnTo>
                <a:lnTo>
                  <a:pt x="20" y="13"/>
                </a:lnTo>
                <a:lnTo>
                  <a:pt x="21" y="12"/>
                </a:lnTo>
                <a:lnTo>
                  <a:pt x="21" y="11"/>
                </a:lnTo>
                <a:lnTo>
                  <a:pt x="22" y="11"/>
                </a:lnTo>
                <a:lnTo>
                  <a:pt x="23" y="12"/>
                </a:lnTo>
                <a:lnTo>
                  <a:pt x="24" y="12"/>
                </a:lnTo>
                <a:lnTo>
                  <a:pt x="25" y="11"/>
                </a:lnTo>
                <a:lnTo>
                  <a:pt x="26" y="12"/>
                </a:lnTo>
                <a:lnTo>
                  <a:pt x="27" y="13"/>
                </a:lnTo>
                <a:lnTo>
                  <a:pt x="28" y="12"/>
                </a:lnTo>
                <a:lnTo>
                  <a:pt x="29" y="12"/>
                </a:lnTo>
                <a:lnTo>
                  <a:pt x="29" y="11"/>
                </a:lnTo>
                <a:lnTo>
                  <a:pt x="31" y="11"/>
                </a:lnTo>
                <a:lnTo>
                  <a:pt x="32" y="13"/>
                </a:lnTo>
                <a:lnTo>
                  <a:pt x="33" y="13"/>
                </a:lnTo>
                <a:lnTo>
                  <a:pt x="34" y="13"/>
                </a:lnTo>
                <a:lnTo>
                  <a:pt x="35" y="13"/>
                </a:lnTo>
                <a:lnTo>
                  <a:pt x="36" y="14"/>
                </a:lnTo>
                <a:lnTo>
                  <a:pt x="39" y="14"/>
                </a:lnTo>
                <a:lnTo>
                  <a:pt x="40" y="14"/>
                </a:lnTo>
                <a:lnTo>
                  <a:pt x="40" y="13"/>
                </a:lnTo>
                <a:lnTo>
                  <a:pt x="40" y="12"/>
                </a:lnTo>
                <a:lnTo>
                  <a:pt x="41" y="10"/>
                </a:lnTo>
                <a:lnTo>
                  <a:pt x="42" y="9"/>
                </a:lnTo>
                <a:lnTo>
                  <a:pt x="43" y="8"/>
                </a:lnTo>
                <a:lnTo>
                  <a:pt x="44" y="7"/>
                </a:lnTo>
                <a:lnTo>
                  <a:pt x="45" y="7"/>
                </a:lnTo>
                <a:lnTo>
                  <a:pt x="45" y="6"/>
                </a:lnTo>
                <a:lnTo>
                  <a:pt x="46" y="5"/>
                </a:lnTo>
                <a:lnTo>
                  <a:pt x="47" y="5"/>
                </a:lnTo>
                <a:lnTo>
                  <a:pt x="48" y="4"/>
                </a:lnTo>
                <a:lnTo>
                  <a:pt x="48" y="3"/>
                </a:lnTo>
                <a:lnTo>
                  <a:pt x="50" y="3"/>
                </a:lnTo>
                <a:lnTo>
                  <a:pt x="53" y="3"/>
                </a:lnTo>
                <a:lnTo>
                  <a:pt x="54" y="4"/>
                </a:lnTo>
                <a:lnTo>
                  <a:pt x="55" y="5"/>
                </a:lnTo>
                <a:lnTo>
                  <a:pt x="56" y="5"/>
                </a:lnTo>
                <a:lnTo>
                  <a:pt x="57" y="4"/>
                </a:lnTo>
                <a:lnTo>
                  <a:pt x="59" y="3"/>
                </a:lnTo>
                <a:lnTo>
                  <a:pt x="59" y="2"/>
                </a:lnTo>
                <a:lnTo>
                  <a:pt x="60" y="2"/>
                </a:lnTo>
                <a:lnTo>
                  <a:pt x="61" y="2"/>
                </a:lnTo>
                <a:lnTo>
                  <a:pt x="62" y="3"/>
                </a:lnTo>
                <a:lnTo>
                  <a:pt x="63" y="3"/>
                </a:lnTo>
                <a:lnTo>
                  <a:pt x="63" y="2"/>
                </a:lnTo>
                <a:lnTo>
                  <a:pt x="63" y="1"/>
                </a:lnTo>
                <a:lnTo>
                  <a:pt x="62" y="1"/>
                </a:lnTo>
                <a:lnTo>
                  <a:pt x="62" y="0"/>
                </a:lnTo>
                <a:lnTo>
                  <a:pt x="63" y="0"/>
                </a:lnTo>
                <a:lnTo>
                  <a:pt x="64" y="0"/>
                </a:lnTo>
                <a:lnTo>
                  <a:pt x="64" y="1"/>
                </a:lnTo>
                <a:lnTo>
                  <a:pt x="64" y="2"/>
                </a:lnTo>
                <a:lnTo>
                  <a:pt x="65" y="2"/>
                </a:lnTo>
                <a:lnTo>
                  <a:pt x="65" y="3"/>
                </a:lnTo>
                <a:lnTo>
                  <a:pt x="67" y="2"/>
                </a:lnTo>
                <a:close/>
              </a:path>
            </a:pathLst>
          </a:custGeom>
          <a:solidFill>
            <a:srgbClr val="729ECA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757" name=""/>
          <p:cNvSpPr/>
          <p:nvPr/>
        </p:nvSpPr>
        <p:spPr>
          <a:xfrm>
            <a:off x="7779960" y="1575360"/>
            <a:ext cx="379800" cy="362160"/>
          </a:xfrm>
          <a:custGeom>
            <a:avLst/>
            <a:gdLst/>
            <a:ahLst/>
            <a:rect l="0" t="0" r="r" b="b"/>
            <a:pathLst>
              <a:path w="1055" h="1006">
                <a:moveTo>
                  <a:pt x="528" y="2"/>
                </a:moveTo>
                <a:lnTo>
                  <a:pt x="529" y="3"/>
                </a:lnTo>
                <a:lnTo>
                  <a:pt x="529" y="4"/>
                </a:lnTo>
                <a:lnTo>
                  <a:pt x="532" y="5"/>
                </a:lnTo>
                <a:lnTo>
                  <a:pt x="533" y="5"/>
                </a:lnTo>
                <a:lnTo>
                  <a:pt x="535" y="5"/>
                </a:lnTo>
                <a:lnTo>
                  <a:pt x="536" y="6"/>
                </a:lnTo>
                <a:lnTo>
                  <a:pt x="536" y="7"/>
                </a:lnTo>
                <a:lnTo>
                  <a:pt x="538" y="8"/>
                </a:lnTo>
                <a:lnTo>
                  <a:pt x="539" y="8"/>
                </a:lnTo>
                <a:lnTo>
                  <a:pt x="540" y="7"/>
                </a:lnTo>
                <a:lnTo>
                  <a:pt x="541" y="7"/>
                </a:lnTo>
                <a:lnTo>
                  <a:pt x="543" y="7"/>
                </a:lnTo>
                <a:lnTo>
                  <a:pt x="544" y="7"/>
                </a:lnTo>
                <a:lnTo>
                  <a:pt x="545" y="8"/>
                </a:lnTo>
                <a:lnTo>
                  <a:pt x="546" y="8"/>
                </a:lnTo>
                <a:lnTo>
                  <a:pt x="546" y="7"/>
                </a:lnTo>
                <a:lnTo>
                  <a:pt x="545" y="7"/>
                </a:lnTo>
                <a:lnTo>
                  <a:pt x="544" y="6"/>
                </a:lnTo>
                <a:lnTo>
                  <a:pt x="544" y="4"/>
                </a:lnTo>
                <a:lnTo>
                  <a:pt x="544" y="3"/>
                </a:lnTo>
                <a:lnTo>
                  <a:pt x="545" y="3"/>
                </a:lnTo>
                <a:lnTo>
                  <a:pt x="546" y="3"/>
                </a:lnTo>
                <a:lnTo>
                  <a:pt x="547" y="3"/>
                </a:lnTo>
                <a:lnTo>
                  <a:pt x="549" y="2"/>
                </a:lnTo>
                <a:lnTo>
                  <a:pt x="550" y="3"/>
                </a:lnTo>
                <a:lnTo>
                  <a:pt x="550" y="4"/>
                </a:lnTo>
                <a:lnTo>
                  <a:pt x="553" y="9"/>
                </a:lnTo>
                <a:lnTo>
                  <a:pt x="554" y="10"/>
                </a:lnTo>
                <a:lnTo>
                  <a:pt x="555" y="10"/>
                </a:lnTo>
                <a:lnTo>
                  <a:pt x="557" y="9"/>
                </a:lnTo>
                <a:lnTo>
                  <a:pt x="558" y="8"/>
                </a:lnTo>
                <a:lnTo>
                  <a:pt x="558" y="6"/>
                </a:lnTo>
                <a:lnTo>
                  <a:pt x="557" y="5"/>
                </a:lnTo>
                <a:lnTo>
                  <a:pt x="558" y="5"/>
                </a:lnTo>
                <a:lnTo>
                  <a:pt x="559" y="5"/>
                </a:lnTo>
                <a:lnTo>
                  <a:pt x="561" y="5"/>
                </a:lnTo>
                <a:lnTo>
                  <a:pt x="561" y="4"/>
                </a:lnTo>
                <a:lnTo>
                  <a:pt x="561" y="3"/>
                </a:lnTo>
                <a:lnTo>
                  <a:pt x="560" y="3"/>
                </a:lnTo>
                <a:lnTo>
                  <a:pt x="559" y="3"/>
                </a:lnTo>
                <a:lnTo>
                  <a:pt x="559" y="2"/>
                </a:lnTo>
                <a:lnTo>
                  <a:pt x="559" y="1"/>
                </a:lnTo>
                <a:lnTo>
                  <a:pt x="559" y="0"/>
                </a:lnTo>
                <a:lnTo>
                  <a:pt x="560" y="0"/>
                </a:lnTo>
                <a:lnTo>
                  <a:pt x="561" y="0"/>
                </a:lnTo>
                <a:lnTo>
                  <a:pt x="562" y="1"/>
                </a:lnTo>
                <a:lnTo>
                  <a:pt x="564" y="5"/>
                </a:lnTo>
                <a:lnTo>
                  <a:pt x="565" y="6"/>
                </a:lnTo>
                <a:lnTo>
                  <a:pt x="565" y="7"/>
                </a:lnTo>
                <a:lnTo>
                  <a:pt x="565" y="8"/>
                </a:lnTo>
                <a:lnTo>
                  <a:pt x="566" y="8"/>
                </a:lnTo>
                <a:lnTo>
                  <a:pt x="566" y="9"/>
                </a:lnTo>
                <a:lnTo>
                  <a:pt x="567" y="9"/>
                </a:lnTo>
                <a:lnTo>
                  <a:pt x="569" y="5"/>
                </a:lnTo>
                <a:lnTo>
                  <a:pt x="568" y="5"/>
                </a:lnTo>
                <a:lnTo>
                  <a:pt x="568" y="4"/>
                </a:lnTo>
                <a:lnTo>
                  <a:pt x="567" y="3"/>
                </a:lnTo>
                <a:lnTo>
                  <a:pt x="566" y="3"/>
                </a:lnTo>
                <a:lnTo>
                  <a:pt x="565" y="3"/>
                </a:lnTo>
                <a:lnTo>
                  <a:pt x="564" y="3"/>
                </a:lnTo>
                <a:lnTo>
                  <a:pt x="564" y="2"/>
                </a:lnTo>
                <a:lnTo>
                  <a:pt x="564" y="1"/>
                </a:lnTo>
                <a:lnTo>
                  <a:pt x="564" y="0"/>
                </a:lnTo>
                <a:lnTo>
                  <a:pt x="565" y="0"/>
                </a:lnTo>
                <a:lnTo>
                  <a:pt x="566" y="0"/>
                </a:lnTo>
                <a:lnTo>
                  <a:pt x="567" y="1"/>
                </a:lnTo>
                <a:lnTo>
                  <a:pt x="568" y="2"/>
                </a:lnTo>
                <a:lnTo>
                  <a:pt x="569" y="3"/>
                </a:lnTo>
                <a:lnTo>
                  <a:pt x="570" y="3"/>
                </a:lnTo>
                <a:lnTo>
                  <a:pt x="570" y="2"/>
                </a:lnTo>
                <a:lnTo>
                  <a:pt x="570" y="1"/>
                </a:lnTo>
                <a:lnTo>
                  <a:pt x="571" y="0"/>
                </a:lnTo>
                <a:lnTo>
                  <a:pt x="572" y="0"/>
                </a:lnTo>
                <a:lnTo>
                  <a:pt x="573" y="0"/>
                </a:lnTo>
                <a:lnTo>
                  <a:pt x="573" y="1"/>
                </a:lnTo>
                <a:lnTo>
                  <a:pt x="573" y="2"/>
                </a:lnTo>
                <a:lnTo>
                  <a:pt x="573" y="3"/>
                </a:lnTo>
                <a:lnTo>
                  <a:pt x="573" y="4"/>
                </a:lnTo>
                <a:lnTo>
                  <a:pt x="573" y="5"/>
                </a:lnTo>
                <a:lnTo>
                  <a:pt x="572" y="5"/>
                </a:lnTo>
                <a:lnTo>
                  <a:pt x="572" y="6"/>
                </a:lnTo>
                <a:lnTo>
                  <a:pt x="573" y="6"/>
                </a:lnTo>
                <a:lnTo>
                  <a:pt x="575" y="6"/>
                </a:lnTo>
                <a:lnTo>
                  <a:pt x="576" y="6"/>
                </a:lnTo>
                <a:lnTo>
                  <a:pt x="577" y="5"/>
                </a:lnTo>
                <a:lnTo>
                  <a:pt x="578" y="6"/>
                </a:lnTo>
                <a:lnTo>
                  <a:pt x="578" y="7"/>
                </a:lnTo>
                <a:lnTo>
                  <a:pt x="578" y="8"/>
                </a:lnTo>
                <a:lnTo>
                  <a:pt x="577" y="8"/>
                </a:lnTo>
                <a:lnTo>
                  <a:pt x="577" y="9"/>
                </a:lnTo>
                <a:lnTo>
                  <a:pt x="576" y="9"/>
                </a:lnTo>
                <a:lnTo>
                  <a:pt x="576" y="10"/>
                </a:lnTo>
                <a:lnTo>
                  <a:pt x="575" y="10"/>
                </a:lnTo>
                <a:lnTo>
                  <a:pt x="576" y="12"/>
                </a:lnTo>
                <a:lnTo>
                  <a:pt x="577" y="12"/>
                </a:lnTo>
                <a:lnTo>
                  <a:pt x="578" y="14"/>
                </a:lnTo>
                <a:lnTo>
                  <a:pt x="579" y="15"/>
                </a:lnTo>
                <a:lnTo>
                  <a:pt x="579" y="16"/>
                </a:lnTo>
                <a:lnTo>
                  <a:pt x="582" y="16"/>
                </a:lnTo>
                <a:lnTo>
                  <a:pt x="582" y="17"/>
                </a:lnTo>
                <a:lnTo>
                  <a:pt x="583" y="17"/>
                </a:lnTo>
                <a:lnTo>
                  <a:pt x="584" y="16"/>
                </a:lnTo>
                <a:lnTo>
                  <a:pt x="584" y="15"/>
                </a:lnTo>
                <a:lnTo>
                  <a:pt x="585" y="15"/>
                </a:lnTo>
                <a:lnTo>
                  <a:pt x="586" y="15"/>
                </a:lnTo>
                <a:lnTo>
                  <a:pt x="587" y="16"/>
                </a:lnTo>
                <a:lnTo>
                  <a:pt x="588" y="16"/>
                </a:lnTo>
                <a:lnTo>
                  <a:pt x="588" y="15"/>
                </a:lnTo>
                <a:lnTo>
                  <a:pt x="589" y="15"/>
                </a:lnTo>
                <a:lnTo>
                  <a:pt x="589" y="16"/>
                </a:lnTo>
                <a:lnTo>
                  <a:pt x="590" y="15"/>
                </a:lnTo>
                <a:lnTo>
                  <a:pt x="590" y="14"/>
                </a:lnTo>
                <a:lnTo>
                  <a:pt x="591" y="14"/>
                </a:lnTo>
                <a:lnTo>
                  <a:pt x="592" y="14"/>
                </a:lnTo>
                <a:lnTo>
                  <a:pt x="593" y="15"/>
                </a:lnTo>
                <a:lnTo>
                  <a:pt x="594" y="16"/>
                </a:lnTo>
                <a:lnTo>
                  <a:pt x="595" y="16"/>
                </a:lnTo>
                <a:lnTo>
                  <a:pt x="596" y="16"/>
                </a:lnTo>
                <a:lnTo>
                  <a:pt x="596" y="15"/>
                </a:lnTo>
                <a:lnTo>
                  <a:pt x="597" y="16"/>
                </a:lnTo>
                <a:lnTo>
                  <a:pt x="598" y="16"/>
                </a:lnTo>
                <a:lnTo>
                  <a:pt x="598" y="17"/>
                </a:lnTo>
                <a:lnTo>
                  <a:pt x="598" y="19"/>
                </a:lnTo>
                <a:lnTo>
                  <a:pt x="598" y="20"/>
                </a:lnTo>
                <a:lnTo>
                  <a:pt x="597" y="20"/>
                </a:lnTo>
                <a:lnTo>
                  <a:pt x="597" y="21"/>
                </a:lnTo>
                <a:lnTo>
                  <a:pt x="599" y="21"/>
                </a:lnTo>
                <a:lnTo>
                  <a:pt x="599" y="20"/>
                </a:lnTo>
                <a:lnTo>
                  <a:pt x="600" y="20"/>
                </a:lnTo>
                <a:lnTo>
                  <a:pt x="601" y="20"/>
                </a:lnTo>
                <a:lnTo>
                  <a:pt x="602" y="20"/>
                </a:lnTo>
                <a:lnTo>
                  <a:pt x="603" y="19"/>
                </a:lnTo>
                <a:lnTo>
                  <a:pt x="603" y="18"/>
                </a:lnTo>
                <a:lnTo>
                  <a:pt x="603" y="17"/>
                </a:lnTo>
                <a:lnTo>
                  <a:pt x="603" y="15"/>
                </a:lnTo>
                <a:lnTo>
                  <a:pt x="603" y="14"/>
                </a:lnTo>
                <a:lnTo>
                  <a:pt x="604" y="14"/>
                </a:lnTo>
                <a:lnTo>
                  <a:pt x="605" y="14"/>
                </a:lnTo>
                <a:lnTo>
                  <a:pt x="605" y="15"/>
                </a:lnTo>
                <a:lnTo>
                  <a:pt x="606" y="15"/>
                </a:lnTo>
                <a:lnTo>
                  <a:pt x="606" y="16"/>
                </a:lnTo>
                <a:lnTo>
                  <a:pt x="607" y="16"/>
                </a:lnTo>
                <a:lnTo>
                  <a:pt x="607" y="18"/>
                </a:lnTo>
                <a:lnTo>
                  <a:pt x="608" y="18"/>
                </a:lnTo>
                <a:lnTo>
                  <a:pt x="609" y="18"/>
                </a:lnTo>
                <a:lnTo>
                  <a:pt x="610" y="18"/>
                </a:lnTo>
                <a:lnTo>
                  <a:pt x="610" y="17"/>
                </a:lnTo>
                <a:lnTo>
                  <a:pt x="611" y="16"/>
                </a:lnTo>
                <a:lnTo>
                  <a:pt x="612" y="16"/>
                </a:lnTo>
                <a:lnTo>
                  <a:pt x="613" y="16"/>
                </a:lnTo>
                <a:lnTo>
                  <a:pt x="614" y="17"/>
                </a:lnTo>
                <a:lnTo>
                  <a:pt x="615" y="17"/>
                </a:lnTo>
                <a:lnTo>
                  <a:pt x="617" y="18"/>
                </a:lnTo>
                <a:lnTo>
                  <a:pt x="618" y="18"/>
                </a:lnTo>
                <a:lnTo>
                  <a:pt x="619" y="18"/>
                </a:lnTo>
                <a:lnTo>
                  <a:pt x="620" y="18"/>
                </a:lnTo>
                <a:lnTo>
                  <a:pt x="620" y="17"/>
                </a:lnTo>
                <a:lnTo>
                  <a:pt x="621" y="17"/>
                </a:lnTo>
                <a:lnTo>
                  <a:pt x="622" y="17"/>
                </a:lnTo>
                <a:lnTo>
                  <a:pt x="622" y="18"/>
                </a:lnTo>
                <a:lnTo>
                  <a:pt x="623" y="18"/>
                </a:lnTo>
                <a:lnTo>
                  <a:pt x="623" y="16"/>
                </a:lnTo>
                <a:lnTo>
                  <a:pt x="624" y="16"/>
                </a:lnTo>
                <a:lnTo>
                  <a:pt x="625" y="16"/>
                </a:lnTo>
                <a:lnTo>
                  <a:pt x="626" y="16"/>
                </a:lnTo>
                <a:lnTo>
                  <a:pt x="626" y="17"/>
                </a:lnTo>
                <a:lnTo>
                  <a:pt x="626" y="18"/>
                </a:lnTo>
                <a:lnTo>
                  <a:pt x="627" y="18"/>
                </a:lnTo>
                <a:lnTo>
                  <a:pt x="627" y="19"/>
                </a:lnTo>
                <a:lnTo>
                  <a:pt x="628" y="20"/>
                </a:lnTo>
                <a:lnTo>
                  <a:pt x="628" y="21"/>
                </a:lnTo>
                <a:lnTo>
                  <a:pt x="629" y="21"/>
                </a:lnTo>
                <a:lnTo>
                  <a:pt x="629" y="22"/>
                </a:lnTo>
                <a:lnTo>
                  <a:pt x="630" y="22"/>
                </a:lnTo>
                <a:lnTo>
                  <a:pt x="631" y="22"/>
                </a:lnTo>
                <a:lnTo>
                  <a:pt x="632" y="22"/>
                </a:lnTo>
                <a:lnTo>
                  <a:pt x="634" y="22"/>
                </a:lnTo>
                <a:lnTo>
                  <a:pt x="635" y="22"/>
                </a:lnTo>
                <a:lnTo>
                  <a:pt x="635" y="21"/>
                </a:lnTo>
                <a:lnTo>
                  <a:pt x="634" y="20"/>
                </a:lnTo>
                <a:lnTo>
                  <a:pt x="636" y="20"/>
                </a:lnTo>
                <a:lnTo>
                  <a:pt x="636" y="21"/>
                </a:lnTo>
                <a:lnTo>
                  <a:pt x="637" y="22"/>
                </a:lnTo>
                <a:lnTo>
                  <a:pt x="637" y="23"/>
                </a:lnTo>
                <a:lnTo>
                  <a:pt x="637" y="25"/>
                </a:lnTo>
                <a:lnTo>
                  <a:pt x="639" y="25"/>
                </a:lnTo>
                <a:lnTo>
                  <a:pt x="640" y="26"/>
                </a:lnTo>
                <a:lnTo>
                  <a:pt x="641" y="26"/>
                </a:lnTo>
                <a:lnTo>
                  <a:pt x="641" y="25"/>
                </a:lnTo>
                <a:lnTo>
                  <a:pt x="642" y="25"/>
                </a:lnTo>
                <a:lnTo>
                  <a:pt x="643" y="24"/>
                </a:lnTo>
                <a:lnTo>
                  <a:pt x="644" y="24"/>
                </a:lnTo>
                <a:lnTo>
                  <a:pt x="645" y="24"/>
                </a:lnTo>
                <a:lnTo>
                  <a:pt x="645" y="26"/>
                </a:lnTo>
                <a:lnTo>
                  <a:pt x="646" y="27"/>
                </a:lnTo>
                <a:lnTo>
                  <a:pt x="647" y="27"/>
                </a:lnTo>
                <a:lnTo>
                  <a:pt x="647" y="28"/>
                </a:lnTo>
                <a:lnTo>
                  <a:pt x="647" y="29"/>
                </a:lnTo>
                <a:lnTo>
                  <a:pt x="648" y="29"/>
                </a:lnTo>
                <a:lnTo>
                  <a:pt x="648" y="30"/>
                </a:lnTo>
                <a:lnTo>
                  <a:pt x="649" y="29"/>
                </a:lnTo>
                <a:lnTo>
                  <a:pt x="650" y="29"/>
                </a:lnTo>
                <a:lnTo>
                  <a:pt x="650" y="30"/>
                </a:lnTo>
                <a:lnTo>
                  <a:pt x="651" y="30"/>
                </a:lnTo>
                <a:lnTo>
                  <a:pt x="652" y="30"/>
                </a:lnTo>
                <a:lnTo>
                  <a:pt x="654" y="30"/>
                </a:lnTo>
                <a:lnTo>
                  <a:pt x="654" y="31"/>
                </a:lnTo>
                <a:lnTo>
                  <a:pt x="654" y="32"/>
                </a:lnTo>
                <a:lnTo>
                  <a:pt x="655" y="31"/>
                </a:lnTo>
                <a:lnTo>
                  <a:pt x="656" y="30"/>
                </a:lnTo>
                <a:lnTo>
                  <a:pt x="657" y="30"/>
                </a:lnTo>
                <a:lnTo>
                  <a:pt x="657" y="31"/>
                </a:lnTo>
                <a:lnTo>
                  <a:pt x="657" y="32"/>
                </a:lnTo>
                <a:lnTo>
                  <a:pt x="658" y="32"/>
                </a:lnTo>
                <a:lnTo>
                  <a:pt x="659" y="32"/>
                </a:lnTo>
                <a:lnTo>
                  <a:pt x="659" y="33"/>
                </a:lnTo>
                <a:lnTo>
                  <a:pt x="660" y="33"/>
                </a:lnTo>
                <a:lnTo>
                  <a:pt x="662" y="34"/>
                </a:lnTo>
                <a:lnTo>
                  <a:pt x="663" y="34"/>
                </a:lnTo>
                <a:lnTo>
                  <a:pt x="664" y="34"/>
                </a:lnTo>
                <a:lnTo>
                  <a:pt x="664" y="35"/>
                </a:lnTo>
                <a:lnTo>
                  <a:pt x="665" y="35"/>
                </a:lnTo>
                <a:lnTo>
                  <a:pt x="667" y="36"/>
                </a:lnTo>
                <a:lnTo>
                  <a:pt x="667" y="37"/>
                </a:lnTo>
                <a:lnTo>
                  <a:pt x="668" y="38"/>
                </a:lnTo>
                <a:lnTo>
                  <a:pt x="667" y="38"/>
                </a:lnTo>
                <a:lnTo>
                  <a:pt x="667" y="39"/>
                </a:lnTo>
                <a:lnTo>
                  <a:pt x="667" y="38"/>
                </a:lnTo>
                <a:lnTo>
                  <a:pt x="666" y="39"/>
                </a:lnTo>
                <a:lnTo>
                  <a:pt x="666" y="40"/>
                </a:lnTo>
                <a:lnTo>
                  <a:pt x="666" y="41"/>
                </a:lnTo>
                <a:lnTo>
                  <a:pt x="667" y="41"/>
                </a:lnTo>
                <a:lnTo>
                  <a:pt x="667" y="40"/>
                </a:lnTo>
                <a:lnTo>
                  <a:pt x="668" y="40"/>
                </a:lnTo>
                <a:lnTo>
                  <a:pt x="669" y="39"/>
                </a:lnTo>
                <a:lnTo>
                  <a:pt x="670" y="39"/>
                </a:lnTo>
                <a:lnTo>
                  <a:pt x="670" y="38"/>
                </a:lnTo>
                <a:lnTo>
                  <a:pt x="671" y="38"/>
                </a:lnTo>
                <a:lnTo>
                  <a:pt x="672" y="38"/>
                </a:lnTo>
                <a:lnTo>
                  <a:pt x="672" y="39"/>
                </a:lnTo>
                <a:lnTo>
                  <a:pt x="673" y="39"/>
                </a:lnTo>
                <a:lnTo>
                  <a:pt x="674" y="39"/>
                </a:lnTo>
                <a:lnTo>
                  <a:pt x="674" y="38"/>
                </a:lnTo>
                <a:lnTo>
                  <a:pt x="675" y="37"/>
                </a:lnTo>
                <a:lnTo>
                  <a:pt x="675" y="36"/>
                </a:lnTo>
                <a:lnTo>
                  <a:pt x="676" y="36"/>
                </a:lnTo>
                <a:lnTo>
                  <a:pt x="676" y="35"/>
                </a:lnTo>
                <a:lnTo>
                  <a:pt x="677" y="35"/>
                </a:lnTo>
                <a:lnTo>
                  <a:pt x="678" y="35"/>
                </a:lnTo>
                <a:lnTo>
                  <a:pt x="679" y="35"/>
                </a:lnTo>
                <a:lnTo>
                  <a:pt x="681" y="35"/>
                </a:lnTo>
                <a:lnTo>
                  <a:pt x="684" y="35"/>
                </a:lnTo>
                <a:lnTo>
                  <a:pt x="684" y="33"/>
                </a:lnTo>
                <a:lnTo>
                  <a:pt x="685" y="33"/>
                </a:lnTo>
                <a:lnTo>
                  <a:pt x="687" y="33"/>
                </a:lnTo>
                <a:lnTo>
                  <a:pt x="687" y="34"/>
                </a:lnTo>
                <a:lnTo>
                  <a:pt x="688" y="34"/>
                </a:lnTo>
                <a:lnTo>
                  <a:pt x="689" y="33"/>
                </a:lnTo>
                <a:lnTo>
                  <a:pt x="689" y="32"/>
                </a:lnTo>
                <a:lnTo>
                  <a:pt x="690" y="32"/>
                </a:lnTo>
                <a:lnTo>
                  <a:pt x="690" y="31"/>
                </a:lnTo>
                <a:lnTo>
                  <a:pt x="690" y="30"/>
                </a:lnTo>
                <a:lnTo>
                  <a:pt x="691" y="30"/>
                </a:lnTo>
                <a:lnTo>
                  <a:pt x="691" y="31"/>
                </a:lnTo>
                <a:lnTo>
                  <a:pt x="692" y="31"/>
                </a:lnTo>
                <a:lnTo>
                  <a:pt x="693" y="31"/>
                </a:lnTo>
                <a:lnTo>
                  <a:pt x="693" y="32"/>
                </a:lnTo>
                <a:lnTo>
                  <a:pt x="693" y="33"/>
                </a:lnTo>
                <a:lnTo>
                  <a:pt x="693" y="34"/>
                </a:lnTo>
                <a:lnTo>
                  <a:pt x="694" y="34"/>
                </a:lnTo>
                <a:lnTo>
                  <a:pt x="695" y="34"/>
                </a:lnTo>
                <a:lnTo>
                  <a:pt x="696" y="35"/>
                </a:lnTo>
                <a:lnTo>
                  <a:pt x="696" y="36"/>
                </a:lnTo>
                <a:lnTo>
                  <a:pt x="697" y="36"/>
                </a:lnTo>
                <a:lnTo>
                  <a:pt x="697" y="35"/>
                </a:lnTo>
                <a:lnTo>
                  <a:pt x="698" y="35"/>
                </a:lnTo>
                <a:lnTo>
                  <a:pt x="698" y="34"/>
                </a:lnTo>
                <a:lnTo>
                  <a:pt x="699" y="34"/>
                </a:lnTo>
                <a:lnTo>
                  <a:pt x="702" y="34"/>
                </a:lnTo>
                <a:lnTo>
                  <a:pt x="702" y="35"/>
                </a:lnTo>
                <a:lnTo>
                  <a:pt x="703" y="35"/>
                </a:lnTo>
                <a:lnTo>
                  <a:pt x="704" y="35"/>
                </a:lnTo>
                <a:lnTo>
                  <a:pt x="705" y="35"/>
                </a:lnTo>
                <a:lnTo>
                  <a:pt x="706" y="36"/>
                </a:lnTo>
                <a:lnTo>
                  <a:pt x="706" y="35"/>
                </a:lnTo>
                <a:lnTo>
                  <a:pt x="706" y="34"/>
                </a:lnTo>
                <a:lnTo>
                  <a:pt x="707" y="34"/>
                </a:lnTo>
                <a:lnTo>
                  <a:pt x="708" y="34"/>
                </a:lnTo>
                <a:lnTo>
                  <a:pt x="709" y="34"/>
                </a:lnTo>
                <a:lnTo>
                  <a:pt x="710" y="34"/>
                </a:lnTo>
                <a:lnTo>
                  <a:pt x="711" y="34"/>
                </a:lnTo>
                <a:lnTo>
                  <a:pt x="711" y="32"/>
                </a:lnTo>
                <a:lnTo>
                  <a:pt x="710" y="32"/>
                </a:lnTo>
                <a:lnTo>
                  <a:pt x="711" y="31"/>
                </a:lnTo>
                <a:lnTo>
                  <a:pt x="712" y="31"/>
                </a:lnTo>
                <a:lnTo>
                  <a:pt x="712" y="30"/>
                </a:lnTo>
                <a:lnTo>
                  <a:pt x="713" y="30"/>
                </a:lnTo>
                <a:lnTo>
                  <a:pt x="714" y="30"/>
                </a:lnTo>
                <a:lnTo>
                  <a:pt x="714" y="31"/>
                </a:lnTo>
                <a:lnTo>
                  <a:pt x="715" y="30"/>
                </a:lnTo>
                <a:lnTo>
                  <a:pt x="716" y="30"/>
                </a:lnTo>
                <a:lnTo>
                  <a:pt x="716" y="31"/>
                </a:lnTo>
                <a:lnTo>
                  <a:pt x="717" y="31"/>
                </a:lnTo>
                <a:lnTo>
                  <a:pt x="719" y="31"/>
                </a:lnTo>
                <a:lnTo>
                  <a:pt x="719" y="32"/>
                </a:lnTo>
                <a:lnTo>
                  <a:pt x="719" y="33"/>
                </a:lnTo>
                <a:lnTo>
                  <a:pt x="719" y="35"/>
                </a:lnTo>
                <a:lnTo>
                  <a:pt x="719" y="36"/>
                </a:lnTo>
                <a:lnTo>
                  <a:pt x="720" y="36"/>
                </a:lnTo>
                <a:lnTo>
                  <a:pt x="720" y="37"/>
                </a:lnTo>
                <a:lnTo>
                  <a:pt x="721" y="38"/>
                </a:lnTo>
                <a:lnTo>
                  <a:pt x="722" y="38"/>
                </a:lnTo>
                <a:lnTo>
                  <a:pt x="723" y="39"/>
                </a:lnTo>
                <a:lnTo>
                  <a:pt x="723" y="40"/>
                </a:lnTo>
                <a:lnTo>
                  <a:pt x="723" y="41"/>
                </a:lnTo>
                <a:lnTo>
                  <a:pt x="722" y="41"/>
                </a:lnTo>
                <a:lnTo>
                  <a:pt x="723" y="41"/>
                </a:lnTo>
                <a:lnTo>
                  <a:pt x="722" y="44"/>
                </a:lnTo>
                <a:lnTo>
                  <a:pt x="722" y="45"/>
                </a:lnTo>
                <a:lnTo>
                  <a:pt x="722" y="46"/>
                </a:lnTo>
                <a:lnTo>
                  <a:pt x="721" y="46"/>
                </a:lnTo>
                <a:lnTo>
                  <a:pt x="721" y="47"/>
                </a:lnTo>
                <a:lnTo>
                  <a:pt x="722" y="47"/>
                </a:lnTo>
                <a:lnTo>
                  <a:pt x="722" y="48"/>
                </a:lnTo>
                <a:lnTo>
                  <a:pt x="722" y="49"/>
                </a:lnTo>
                <a:lnTo>
                  <a:pt x="723" y="49"/>
                </a:lnTo>
                <a:lnTo>
                  <a:pt x="723" y="48"/>
                </a:lnTo>
                <a:lnTo>
                  <a:pt x="724" y="47"/>
                </a:lnTo>
                <a:lnTo>
                  <a:pt x="725" y="47"/>
                </a:lnTo>
                <a:lnTo>
                  <a:pt x="726" y="46"/>
                </a:lnTo>
                <a:lnTo>
                  <a:pt x="727" y="46"/>
                </a:lnTo>
                <a:lnTo>
                  <a:pt x="728" y="45"/>
                </a:lnTo>
                <a:lnTo>
                  <a:pt x="730" y="44"/>
                </a:lnTo>
                <a:lnTo>
                  <a:pt x="730" y="45"/>
                </a:lnTo>
                <a:lnTo>
                  <a:pt x="731" y="45"/>
                </a:lnTo>
                <a:lnTo>
                  <a:pt x="732" y="45"/>
                </a:lnTo>
                <a:lnTo>
                  <a:pt x="733" y="45"/>
                </a:lnTo>
                <a:lnTo>
                  <a:pt x="733" y="46"/>
                </a:lnTo>
                <a:lnTo>
                  <a:pt x="734" y="45"/>
                </a:lnTo>
                <a:lnTo>
                  <a:pt x="735" y="45"/>
                </a:lnTo>
                <a:lnTo>
                  <a:pt x="736" y="43"/>
                </a:lnTo>
                <a:lnTo>
                  <a:pt x="736" y="42"/>
                </a:lnTo>
                <a:lnTo>
                  <a:pt x="736" y="41"/>
                </a:lnTo>
                <a:lnTo>
                  <a:pt x="739" y="37"/>
                </a:lnTo>
                <a:lnTo>
                  <a:pt x="740" y="37"/>
                </a:lnTo>
                <a:lnTo>
                  <a:pt x="741" y="36"/>
                </a:lnTo>
                <a:lnTo>
                  <a:pt x="740" y="35"/>
                </a:lnTo>
                <a:lnTo>
                  <a:pt x="742" y="34"/>
                </a:lnTo>
                <a:lnTo>
                  <a:pt x="742" y="32"/>
                </a:lnTo>
                <a:lnTo>
                  <a:pt x="741" y="31"/>
                </a:lnTo>
                <a:lnTo>
                  <a:pt x="741" y="30"/>
                </a:lnTo>
                <a:lnTo>
                  <a:pt x="742" y="28"/>
                </a:lnTo>
                <a:lnTo>
                  <a:pt x="742" y="27"/>
                </a:lnTo>
                <a:lnTo>
                  <a:pt x="741" y="26"/>
                </a:lnTo>
                <a:lnTo>
                  <a:pt x="740" y="25"/>
                </a:lnTo>
                <a:lnTo>
                  <a:pt x="741" y="24"/>
                </a:lnTo>
                <a:lnTo>
                  <a:pt x="742" y="23"/>
                </a:lnTo>
                <a:lnTo>
                  <a:pt x="742" y="22"/>
                </a:lnTo>
                <a:lnTo>
                  <a:pt x="742" y="20"/>
                </a:lnTo>
                <a:lnTo>
                  <a:pt x="744" y="20"/>
                </a:lnTo>
                <a:lnTo>
                  <a:pt x="745" y="20"/>
                </a:lnTo>
                <a:lnTo>
                  <a:pt x="745" y="21"/>
                </a:lnTo>
                <a:lnTo>
                  <a:pt x="746" y="21"/>
                </a:lnTo>
                <a:lnTo>
                  <a:pt x="747" y="21"/>
                </a:lnTo>
                <a:lnTo>
                  <a:pt x="748" y="21"/>
                </a:lnTo>
                <a:lnTo>
                  <a:pt x="749" y="21"/>
                </a:lnTo>
                <a:lnTo>
                  <a:pt x="750" y="21"/>
                </a:lnTo>
                <a:lnTo>
                  <a:pt x="750" y="20"/>
                </a:lnTo>
                <a:lnTo>
                  <a:pt x="749" y="20"/>
                </a:lnTo>
                <a:lnTo>
                  <a:pt x="749" y="19"/>
                </a:lnTo>
                <a:lnTo>
                  <a:pt x="748" y="19"/>
                </a:lnTo>
                <a:lnTo>
                  <a:pt x="749" y="16"/>
                </a:lnTo>
                <a:lnTo>
                  <a:pt x="750" y="16"/>
                </a:lnTo>
                <a:lnTo>
                  <a:pt x="750" y="15"/>
                </a:lnTo>
                <a:lnTo>
                  <a:pt x="750" y="14"/>
                </a:lnTo>
                <a:lnTo>
                  <a:pt x="751" y="14"/>
                </a:lnTo>
                <a:lnTo>
                  <a:pt x="752" y="14"/>
                </a:lnTo>
                <a:lnTo>
                  <a:pt x="752" y="13"/>
                </a:lnTo>
                <a:lnTo>
                  <a:pt x="753" y="13"/>
                </a:lnTo>
                <a:lnTo>
                  <a:pt x="755" y="13"/>
                </a:lnTo>
                <a:lnTo>
                  <a:pt x="755" y="12"/>
                </a:lnTo>
                <a:lnTo>
                  <a:pt x="756" y="12"/>
                </a:lnTo>
                <a:lnTo>
                  <a:pt x="757" y="13"/>
                </a:lnTo>
                <a:lnTo>
                  <a:pt x="757" y="14"/>
                </a:lnTo>
                <a:lnTo>
                  <a:pt x="758" y="15"/>
                </a:lnTo>
                <a:lnTo>
                  <a:pt x="759" y="15"/>
                </a:lnTo>
                <a:lnTo>
                  <a:pt x="759" y="16"/>
                </a:lnTo>
                <a:lnTo>
                  <a:pt x="760" y="16"/>
                </a:lnTo>
                <a:lnTo>
                  <a:pt x="762" y="16"/>
                </a:lnTo>
                <a:lnTo>
                  <a:pt x="762" y="15"/>
                </a:lnTo>
                <a:lnTo>
                  <a:pt x="763" y="15"/>
                </a:lnTo>
                <a:lnTo>
                  <a:pt x="764" y="14"/>
                </a:lnTo>
                <a:lnTo>
                  <a:pt x="764" y="13"/>
                </a:lnTo>
                <a:lnTo>
                  <a:pt x="764" y="12"/>
                </a:lnTo>
                <a:lnTo>
                  <a:pt x="764" y="11"/>
                </a:lnTo>
                <a:lnTo>
                  <a:pt x="765" y="11"/>
                </a:lnTo>
                <a:lnTo>
                  <a:pt x="765" y="12"/>
                </a:lnTo>
                <a:lnTo>
                  <a:pt x="765" y="13"/>
                </a:lnTo>
                <a:lnTo>
                  <a:pt x="766" y="13"/>
                </a:lnTo>
                <a:lnTo>
                  <a:pt x="767" y="13"/>
                </a:lnTo>
                <a:lnTo>
                  <a:pt x="768" y="14"/>
                </a:lnTo>
                <a:lnTo>
                  <a:pt x="769" y="14"/>
                </a:lnTo>
                <a:lnTo>
                  <a:pt x="769" y="13"/>
                </a:lnTo>
                <a:lnTo>
                  <a:pt x="770" y="13"/>
                </a:lnTo>
                <a:lnTo>
                  <a:pt x="771" y="14"/>
                </a:lnTo>
                <a:lnTo>
                  <a:pt x="772" y="15"/>
                </a:lnTo>
                <a:lnTo>
                  <a:pt x="773" y="15"/>
                </a:lnTo>
                <a:lnTo>
                  <a:pt x="773" y="17"/>
                </a:lnTo>
                <a:lnTo>
                  <a:pt x="774" y="17"/>
                </a:lnTo>
                <a:lnTo>
                  <a:pt x="775" y="18"/>
                </a:lnTo>
                <a:lnTo>
                  <a:pt x="775" y="19"/>
                </a:lnTo>
                <a:lnTo>
                  <a:pt x="775" y="21"/>
                </a:lnTo>
                <a:lnTo>
                  <a:pt x="776" y="22"/>
                </a:lnTo>
                <a:lnTo>
                  <a:pt x="777" y="22"/>
                </a:lnTo>
                <a:lnTo>
                  <a:pt x="777" y="23"/>
                </a:lnTo>
                <a:lnTo>
                  <a:pt x="777" y="24"/>
                </a:lnTo>
                <a:lnTo>
                  <a:pt x="778" y="25"/>
                </a:lnTo>
                <a:lnTo>
                  <a:pt x="779" y="26"/>
                </a:lnTo>
                <a:lnTo>
                  <a:pt x="780" y="26"/>
                </a:lnTo>
                <a:lnTo>
                  <a:pt x="781" y="26"/>
                </a:lnTo>
                <a:lnTo>
                  <a:pt x="782" y="26"/>
                </a:lnTo>
                <a:lnTo>
                  <a:pt x="783" y="26"/>
                </a:lnTo>
                <a:lnTo>
                  <a:pt x="783" y="28"/>
                </a:lnTo>
                <a:lnTo>
                  <a:pt x="783" y="29"/>
                </a:lnTo>
                <a:lnTo>
                  <a:pt x="783" y="30"/>
                </a:lnTo>
                <a:lnTo>
                  <a:pt x="782" y="30"/>
                </a:lnTo>
                <a:lnTo>
                  <a:pt x="782" y="32"/>
                </a:lnTo>
                <a:lnTo>
                  <a:pt x="782" y="33"/>
                </a:lnTo>
                <a:lnTo>
                  <a:pt x="783" y="33"/>
                </a:lnTo>
                <a:lnTo>
                  <a:pt x="784" y="33"/>
                </a:lnTo>
                <a:lnTo>
                  <a:pt x="784" y="34"/>
                </a:lnTo>
                <a:lnTo>
                  <a:pt x="785" y="35"/>
                </a:lnTo>
                <a:lnTo>
                  <a:pt x="786" y="35"/>
                </a:lnTo>
                <a:lnTo>
                  <a:pt x="787" y="35"/>
                </a:lnTo>
                <a:lnTo>
                  <a:pt x="788" y="35"/>
                </a:lnTo>
                <a:lnTo>
                  <a:pt x="788" y="34"/>
                </a:lnTo>
                <a:lnTo>
                  <a:pt x="789" y="34"/>
                </a:lnTo>
                <a:lnTo>
                  <a:pt x="789" y="35"/>
                </a:lnTo>
                <a:lnTo>
                  <a:pt x="790" y="35"/>
                </a:lnTo>
                <a:lnTo>
                  <a:pt x="790" y="34"/>
                </a:lnTo>
                <a:lnTo>
                  <a:pt x="793" y="33"/>
                </a:lnTo>
                <a:lnTo>
                  <a:pt x="793" y="32"/>
                </a:lnTo>
                <a:lnTo>
                  <a:pt x="794" y="31"/>
                </a:lnTo>
                <a:lnTo>
                  <a:pt x="794" y="29"/>
                </a:lnTo>
                <a:lnTo>
                  <a:pt x="795" y="29"/>
                </a:lnTo>
                <a:lnTo>
                  <a:pt x="795" y="28"/>
                </a:lnTo>
                <a:lnTo>
                  <a:pt x="794" y="28"/>
                </a:lnTo>
                <a:lnTo>
                  <a:pt x="794" y="27"/>
                </a:lnTo>
                <a:lnTo>
                  <a:pt x="794" y="26"/>
                </a:lnTo>
                <a:lnTo>
                  <a:pt x="794" y="25"/>
                </a:lnTo>
                <a:lnTo>
                  <a:pt x="795" y="25"/>
                </a:lnTo>
                <a:lnTo>
                  <a:pt x="796" y="25"/>
                </a:lnTo>
                <a:lnTo>
                  <a:pt x="797" y="25"/>
                </a:lnTo>
                <a:lnTo>
                  <a:pt x="798" y="23"/>
                </a:lnTo>
                <a:lnTo>
                  <a:pt x="798" y="22"/>
                </a:lnTo>
                <a:lnTo>
                  <a:pt x="798" y="21"/>
                </a:lnTo>
                <a:lnTo>
                  <a:pt x="798" y="20"/>
                </a:lnTo>
                <a:lnTo>
                  <a:pt x="798" y="19"/>
                </a:lnTo>
                <a:lnTo>
                  <a:pt x="799" y="19"/>
                </a:lnTo>
                <a:lnTo>
                  <a:pt x="799" y="20"/>
                </a:lnTo>
                <a:lnTo>
                  <a:pt x="799" y="21"/>
                </a:lnTo>
                <a:lnTo>
                  <a:pt x="799" y="22"/>
                </a:lnTo>
                <a:lnTo>
                  <a:pt x="800" y="23"/>
                </a:lnTo>
                <a:lnTo>
                  <a:pt x="801" y="23"/>
                </a:lnTo>
                <a:lnTo>
                  <a:pt x="802" y="23"/>
                </a:lnTo>
                <a:lnTo>
                  <a:pt x="803" y="22"/>
                </a:lnTo>
                <a:lnTo>
                  <a:pt x="803" y="21"/>
                </a:lnTo>
                <a:lnTo>
                  <a:pt x="804" y="20"/>
                </a:lnTo>
                <a:lnTo>
                  <a:pt x="805" y="20"/>
                </a:lnTo>
                <a:lnTo>
                  <a:pt x="806" y="21"/>
                </a:lnTo>
                <a:lnTo>
                  <a:pt x="806" y="20"/>
                </a:lnTo>
                <a:lnTo>
                  <a:pt x="806" y="19"/>
                </a:lnTo>
                <a:lnTo>
                  <a:pt x="806" y="18"/>
                </a:lnTo>
                <a:lnTo>
                  <a:pt x="805" y="17"/>
                </a:lnTo>
                <a:lnTo>
                  <a:pt x="805" y="16"/>
                </a:lnTo>
                <a:lnTo>
                  <a:pt x="806" y="15"/>
                </a:lnTo>
                <a:lnTo>
                  <a:pt x="806" y="14"/>
                </a:lnTo>
                <a:lnTo>
                  <a:pt x="807" y="15"/>
                </a:lnTo>
                <a:lnTo>
                  <a:pt x="808" y="16"/>
                </a:lnTo>
                <a:lnTo>
                  <a:pt x="809" y="16"/>
                </a:lnTo>
                <a:lnTo>
                  <a:pt x="809" y="17"/>
                </a:lnTo>
                <a:lnTo>
                  <a:pt x="809" y="18"/>
                </a:lnTo>
                <a:lnTo>
                  <a:pt x="809" y="19"/>
                </a:lnTo>
                <a:lnTo>
                  <a:pt x="810" y="19"/>
                </a:lnTo>
                <a:lnTo>
                  <a:pt x="811" y="19"/>
                </a:lnTo>
                <a:lnTo>
                  <a:pt x="811" y="20"/>
                </a:lnTo>
                <a:lnTo>
                  <a:pt x="811" y="21"/>
                </a:lnTo>
                <a:lnTo>
                  <a:pt x="812" y="22"/>
                </a:lnTo>
                <a:lnTo>
                  <a:pt x="812" y="23"/>
                </a:lnTo>
                <a:lnTo>
                  <a:pt x="813" y="23"/>
                </a:lnTo>
                <a:lnTo>
                  <a:pt x="812" y="23"/>
                </a:lnTo>
                <a:lnTo>
                  <a:pt x="812" y="25"/>
                </a:lnTo>
                <a:lnTo>
                  <a:pt x="812" y="26"/>
                </a:lnTo>
                <a:lnTo>
                  <a:pt x="811" y="27"/>
                </a:lnTo>
                <a:lnTo>
                  <a:pt x="811" y="28"/>
                </a:lnTo>
                <a:lnTo>
                  <a:pt x="811" y="29"/>
                </a:lnTo>
                <a:lnTo>
                  <a:pt x="811" y="30"/>
                </a:lnTo>
                <a:lnTo>
                  <a:pt x="810" y="31"/>
                </a:lnTo>
                <a:lnTo>
                  <a:pt x="809" y="33"/>
                </a:lnTo>
                <a:lnTo>
                  <a:pt x="809" y="34"/>
                </a:lnTo>
                <a:lnTo>
                  <a:pt x="809" y="35"/>
                </a:lnTo>
                <a:lnTo>
                  <a:pt x="808" y="36"/>
                </a:lnTo>
                <a:lnTo>
                  <a:pt x="808" y="37"/>
                </a:lnTo>
                <a:lnTo>
                  <a:pt x="808" y="38"/>
                </a:lnTo>
                <a:lnTo>
                  <a:pt x="808" y="39"/>
                </a:lnTo>
                <a:lnTo>
                  <a:pt x="808" y="41"/>
                </a:lnTo>
                <a:lnTo>
                  <a:pt x="808" y="42"/>
                </a:lnTo>
                <a:lnTo>
                  <a:pt x="808" y="43"/>
                </a:lnTo>
                <a:lnTo>
                  <a:pt x="808" y="44"/>
                </a:lnTo>
                <a:lnTo>
                  <a:pt x="808" y="45"/>
                </a:lnTo>
                <a:lnTo>
                  <a:pt x="808" y="46"/>
                </a:lnTo>
                <a:lnTo>
                  <a:pt x="808" y="48"/>
                </a:lnTo>
                <a:lnTo>
                  <a:pt x="809" y="49"/>
                </a:lnTo>
                <a:lnTo>
                  <a:pt x="808" y="49"/>
                </a:lnTo>
                <a:lnTo>
                  <a:pt x="807" y="49"/>
                </a:lnTo>
                <a:lnTo>
                  <a:pt x="807" y="50"/>
                </a:lnTo>
                <a:lnTo>
                  <a:pt x="806" y="50"/>
                </a:lnTo>
                <a:lnTo>
                  <a:pt x="805" y="49"/>
                </a:lnTo>
                <a:lnTo>
                  <a:pt x="804" y="50"/>
                </a:lnTo>
                <a:lnTo>
                  <a:pt x="803" y="51"/>
                </a:lnTo>
                <a:lnTo>
                  <a:pt x="803" y="52"/>
                </a:lnTo>
                <a:lnTo>
                  <a:pt x="803" y="53"/>
                </a:lnTo>
                <a:lnTo>
                  <a:pt x="802" y="53"/>
                </a:lnTo>
                <a:lnTo>
                  <a:pt x="801" y="53"/>
                </a:lnTo>
                <a:lnTo>
                  <a:pt x="801" y="54"/>
                </a:lnTo>
                <a:lnTo>
                  <a:pt x="800" y="56"/>
                </a:lnTo>
                <a:lnTo>
                  <a:pt x="800" y="57"/>
                </a:lnTo>
                <a:lnTo>
                  <a:pt x="799" y="57"/>
                </a:lnTo>
                <a:lnTo>
                  <a:pt x="798" y="57"/>
                </a:lnTo>
                <a:lnTo>
                  <a:pt x="796" y="57"/>
                </a:lnTo>
                <a:lnTo>
                  <a:pt x="795" y="57"/>
                </a:lnTo>
                <a:lnTo>
                  <a:pt x="795" y="59"/>
                </a:lnTo>
                <a:lnTo>
                  <a:pt x="795" y="61"/>
                </a:lnTo>
                <a:lnTo>
                  <a:pt x="796" y="61"/>
                </a:lnTo>
                <a:lnTo>
                  <a:pt x="796" y="62"/>
                </a:lnTo>
                <a:lnTo>
                  <a:pt x="795" y="63"/>
                </a:lnTo>
                <a:lnTo>
                  <a:pt x="795" y="64"/>
                </a:lnTo>
                <a:lnTo>
                  <a:pt x="795" y="65"/>
                </a:lnTo>
                <a:lnTo>
                  <a:pt x="796" y="66"/>
                </a:lnTo>
                <a:lnTo>
                  <a:pt x="797" y="67"/>
                </a:lnTo>
                <a:lnTo>
                  <a:pt x="798" y="73"/>
                </a:lnTo>
                <a:lnTo>
                  <a:pt x="797" y="77"/>
                </a:lnTo>
                <a:lnTo>
                  <a:pt x="797" y="79"/>
                </a:lnTo>
                <a:lnTo>
                  <a:pt x="796" y="79"/>
                </a:lnTo>
                <a:lnTo>
                  <a:pt x="795" y="79"/>
                </a:lnTo>
                <a:lnTo>
                  <a:pt x="794" y="79"/>
                </a:lnTo>
                <a:lnTo>
                  <a:pt x="794" y="81"/>
                </a:lnTo>
                <a:lnTo>
                  <a:pt x="796" y="81"/>
                </a:lnTo>
                <a:lnTo>
                  <a:pt x="796" y="83"/>
                </a:lnTo>
                <a:lnTo>
                  <a:pt x="796" y="84"/>
                </a:lnTo>
                <a:lnTo>
                  <a:pt x="796" y="85"/>
                </a:lnTo>
                <a:lnTo>
                  <a:pt x="795" y="86"/>
                </a:lnTo>
                <a:lnTo>
                  <a:pt x="796" y="88"/>
                </a:lnTo>
                <a:lnTo>
                  <a:pt x="795" y="89"/>
                </a:lnTo>
                <a:lnTo>
                  <a:pt x="795" y="90"/>
                </a:lnTo>
                <a:lnTo>
                  <a:pt x="794" y="90"/>
                </a:lnTo>
                <a:lnTo>
                  <a:pt x="794" y="93"/>
                </a:lnTo>
                <a:lnTo>
                  <a:pt x="795" y="93"/>
                </a:lnTo>
                <a:lnTo>
                  <a:pt x="795" y="95"/>
                </a:lnTo>
                <a:lnTo>
                  <a:pt x="794" y="95"/>
                </a:lnTo>
                <a:lnTo>
                  <a:pt x="795" y="95"/>
                </a:lnTo>
                <a:lnTo>
                  <a:pt x="797" y="96"/>
                </a:lnTo>
                <a:lnTo>
                  <a:pt x="798" y="97"/>
                </a:lnTo>
                <a:lnTo>
                  <a:pt x="798" y="98"/>
                </a:lnTo>
                <a:lnTo>
                  <a:pt x="799" y="98"/>
                </a:lnTo>
                <a:lnTo>
                  <a:pt x="800" y="97"/>
                </a:lnTo>
                <a:lnTo>
                  <a:pt x="800" y="96"/>
                </a:lnTo>
                <a:lnTo>
                  <a:pt x="801" y="96"/>
                </a:lnTo>
                <a:lnTo>
                  <a:pt x="801" y="95"/>
                </a:lnTo>
                <a:lnTo>
                  <a:pt x="803" y="94"/>
                </a:lnTo>
                <a:lnTo>
                  <a:pt x="803" y="93"/>
                </a:lnTo>
                <a:lnTo>
                  <a:pt x="804" y="93"/>
                </a:lnTo>
                <a:lnTo>
                  <a:pt x="804" y="92"/>
                </a:lnTo>
                <a:lnTo>
                  <a:pt x="805" y="92"/>
                </a:lnTo>
                <a:lnTo>
                  <a:pt x="805" y="91"/>
                </a:lnTo>
                <a:lnTo>
                  <a:pt x="806" y="91"/>
                </a:lnTo>
                <a:lnTo>
                  <a:pt x="806" y="90"/>
                </a:lnTo>
                <a:lnTo>
                  <a:pt x="806" y="89"/>
                </a:lnTo>
                <a:lnTo>
                  <a:pt x="807" y="89"/>
                </a:lnTo>
                <a:lnTo>
                  <a:pt x="809" y="84"/>
                </a:lnTo>
                <a:lnTo>
                  <a:pt x="812" y="80"/>
                </a:lnTo>
                <a:lnTo>
                  <a:pt x="812" y="79"/>
                </a:lnTo>
                <a:lnTo>
                  <a:pt x="813" y="79"/>
                </a:lnTo>
                <a:lnTo>
                  <a:pt x="814" y="78"/>
                </a:lnTo>
                <a:lnTo>
                  <a:pt x="815" y="77"/>
                </a:lnTo>
                <a:lnTo>
                  <a:pt x="816" y="77"/>
                </a:lnTo>
                <a:lnTo>
                  <a:pt x="817" y="76"/>
                </a:lnTo>
                <a:lnTo>
                  <a:pt x="817" y="75"/>
                </a:lnTo>
                <a:lnTo>
                  <a:pt x="818" y="75"/>
                </a:lnTo>
                <a:lnTo>
                  <a:pt x="818" y="74"/>
                </a:lnTo>
                <a:lnTo>
                  <a:pt x="819" y="74"/>
                </a:lnTo>
                <a:lnTo>
                  <a:pt x="820" y="73"/>
                </a:lnTo>
                <a:lnTo>
                  <a:pt x="821" y="72"/>
                </a:lnTo>
                <a:lnTo>
                  <a:pt x="822" y="72"/>
                </a:lnTo>
                <a:lnTo>
                  <a:pt x="823" y="72"/>
                </a:lnTo>
                <a:lnTo>
                  <a:pt x="824" y="72"/>
                </a:lnTo>
                <a:lnTo>
                  <a:pt x="826" y="71"/>
                </a:lnTo>
                <a:lnTo>
                  <a:pt x="827" y="71"/>
                </a:lnTo>
                <a:lnTo>
                  <a:pt x="829" y="69"/>
                </a:lnTo>
                <a:lnTo>
                  <a:pt x="830" y="68"/>
                </a:lnTo>
                <a:lnTo>
                  <a:pt x="830" y="67"/>
                </a:lnTo>
                <a:lnTo>
                  <a:pt x="831" y="66"/>
                </a:lnTo>
                <a:lnTo>
                  <a:pt x="832" y="65"/>
                </a:lnTo>
                <a:lnTo>
                  <a:pt x="833" y="65"/>
                </a:lnTo>
                <a:lnTo>
                  <a:pt x="833" y="64"/>
                </a:lnTo>
                <a:lnTo>
                  <a:pt x="834" y="64"/>
                </a:lnTo>
                <a:lnTo>
                  <a:pt x="835" y="64"/>
                </a:lnTo>
                <a:lnTo>
                  <a:pt x="836" y="63"/>
                </a:lnTo>
                <a:lnTo>
                  <a:pt x="838" y="63"/>
                </a:lnTo>
                <a:lnTo>
                  <a:pt x="839" y="63"/>
                </a:lnTo>
                <a:lnTo>
                  <a:pt x="842" y="64"/>
                </a:lnTo>
                <a:lnTo>
                  <a:pt x="843" y="64"/>
                </a:lnTo>
                <a:lnTo>
                  <a:pt x="843" y="63"/>
                </a:lnTo>
                <a:lnTo>
                  <a:pt x="843" y="62"/>
                </a:lnTo>
                <a:lnTo>
                  <a:pt x="844" y="62"/>
                </a:lnTo>
                <a:lnTo>
                  <a:pt x="844" y="61"/>
                </a:lnTo>
                <a:lnTo>
                  <a:pt x="845" y="60"/>
                </a:lnTo>
                <a:lnTo>
                  <a:pt x="846" y="60"/>
                </a:lnTo>
                <a:lnTo>
                  <a:pt x="847" y="60"/>
                </a:lnTo>
                <a:lnTo>
                  <a:pt x="848" y="59"/>
                </a:lnTo>
                <a:lnTo>
                  <a:pt x="848" y="58"/>
                </a:lnTo>
                <a:lnTo>
                  <a:pt x="848" y="57"/>
                </a:lnTo>
                <a:lnTo>
                  <a:pt x="849" y="56"/>
                </a:lnTo>
                <a:lnTo>
                  <a:pt x="849" y="55"/>
                </a:lnTo>
                <a:lnTo>
                  <a:pt x="849" y="54"/>
                </a:lnTo>
                <a:lnTo>
                  <a:pt x="850" y="54"/>
                </a:lnTo>
                <a:lnTo>
                  <a:pt x="850" y="53"/>
                </a:lnTo>
                <a:lnTo>
                  <a:pt x="852" y="53"/>
                </a:lnTo>
                <a:lnTo>
                  <a:pt x="853" y="52"/>
                </a:lnTo>
                <a:lnTo>
                  <a:pt x="855" y="52"/>
                </a:lnTo>
                <a:lnTo>
                  <a:pt x="856" y="53"/>
                </a:lnTo>
                <a:lnTo>
                  <a:pt x="860" y="51"/>
                </a:lnTo>
                <a:lnTo>
                  <a:pt x="862" y="51"/>
                </a:lnTo>
                <a:lnTo>
                  <a:pt x="862" y="50"/>
                </a:lnTo>
                <a:lnTo>
                  <a:pt x="863" y="48"/>
                </a:lnTo>
                <a:lnTo>
                  <a:pt x="863" y="47"/>
                </a:lnTo>
                <a:lnTo>
                  <a:pt x="863" y="46"/>
                </a:lnTo>
                <a:lnTo>
                  <a:pt x="863" y="45"/>
                </a:lnTo>
                <a:lnTo>
                  <a:pt x="864" y="45"/>
                </a:lnTo>
                <a:lnTo>
                  <a:pt x="864" y="44"/>
                </a:lnTo>
                <a:lnTo>
                  <a:pt x="865" y="44"/>
                </a:lnTo>
                <a:lnTo>
                  <a:pt x="866" y="43"/>
                </a:lnTo>
                <a:lnTo>
                  <a:pt x="868" y="42"/>
                </a:lnTo>
                <a:lnTo>
                  <a:pt x="869" y="42"/>
                </a:lnTo>
                <a:lnTo>
                  <a:pt x="870" y="42"/>
                </a:lnTo>
                <a:lnTo>
                  <a:pt x="871" y="42"/>
                </a:lnTo>
                <a:lnTo>
                  <a:pt x="871" y="41"/>
                </a:lnTo>
                <a:lnTo>
                  <a:pt x="872" y="41"/>
                </a:lnTo>
                <a:lnTo>
                  <a:pt x="873" y="42"/>
                </a:lnTo>
                <a:lnTo>
                  <a:pt x="873" y="43"/>
                </a:lnTo>
                <a:lnTo>
                  <a:pt x="874" y="43"/>
                </a:lnTo>
                <a:lnTo>
                  <a:pt x="875" y="43"/>
                </a:lnTo>
                <a:lnTo>
                  <a:pt x="876" y="43"/>
                </a:lnTo>
                <a:lnTo>
                  <a:pt x="876" y="42"/>
                </a:lnTo>
                <a:lnTo>
                  <a:pt x="876" y="41"/>
                </a:lnTo>
                <a:lnTo>
                  <a:pt x="876" y="40"/>
                </a:lnTo>
                <a:lnTo>
                  <a:pt x="877" y="40"/>
                </a:lnTo>
                <a:lnTo>
                  <a:pt x="879" y="39"/>
                </a:lnTo>
                <a:lnTo>
                  <a:pt x="879" y="38"/>
                </a:lnTo>
                <a:lnTo>
                  <a:pt x="880" y="38"/>
                </a:lnTo>
                <a:lnTo>
                  <a:pt x="880" y="37"/>
                </a:lnTo>
                <a:lnTo>
                  <a:pt x="881" y="37"/>
                </a:lnTo>
                <a:lnTo>
                  <a:pt x="882" y="37"/>
                </a:lnTo>
                <a:lnTo>
                  <a:pt x="883" y="38"/>
                </a:lnTo>
                <a:lnTo>
                  <a:pt x="884" y="38"/>
                </a:lnTo>
                <a:lnTo>
                  <a:pt x="885" y="38"/>
                </a:lnTo>
                <a:lnTo>
                  <a:pt x="885" y="37"/>
                </a:lnTo>
                <a:lnTo>
                  <a:pt x="887" y="35"/>
                </a:lnTo>
                <a:lnTo>
                  <a:pt x="888" y="35"/>
                </a:lnTo>
                <a:lnTo>
                  <a:pt x="890" y="34"/>
                </a:lnTo>
                <a:lnTo>
                  <a:pt x="891" y="33"/>
                </a:lnTo>
                <a:lnTo>
                  <a:pt x="893" y="32"/>
                </a:lnTo>
                <a:lnTo>
                  <a:pt x="894" y="32"/>
                </a:lnTo>
                <a:lnTo>
                  <a:pt x="895" y="32"/>
                </a:lnTo>
                <a:lnTo>
                  <a:pt x="896" y="32"/>
                </a:lnTo>
                <a:lnTo>
                  <a:pt x="896" y="31"/>
                </a:lnTo>
                <a:lnTo>
                  <a:pt x="897" y="30"/>
                </a:lnTo>
                <a:lnTo>
                  <a:pt x="898" y="29"/>
                </a:lnTo>
                <a:lnTo>
                  <a:pt x="899" y="29"/>
                </a:lnTo>
                <a:lnTo>
                  <a:pt x="899" y="28"/>
                </a:lnTo>
                <a:lnTo>
                  <a:pt x="900" y="27"/>
                </a:lnTo>
                <a:lnTo>
                  <a:pt x="900" y="26"/>
                </a:lnTo>
                <a:lnTo>
                  <a:pt x="901" y="26"/>
                </a:lnTo>
                <a:lnTo>
                  <a:pt x="901" y="25"/>
                </a:lnTo>
                <a:lnTo>
                  <a:pt x="902" y="25"/>
                </a:lnTo>
                <a:lnTo>
                  <a:pt x="902" y="24"/>
                </a:lnTo>
                <a:lnTo>
                  <a:pt x="902" y="23"/>
                </a:lnTo>
                <a:lnTo>
                  <a:pt x="903" y="22"/>
                </a:lnTo>
                <a:lnTo>
                  <a:pt x="904" y="19"/>
                </a:lnTo>
                <a:lnTo>
                  <a:pt x="905" y="18"/>
                </a:lnTo>
                <a:lnTo>
                  <a:pt x="906" y="18"/>
                </a:lnTo>
                <a:lnTo>
                  <a:pt x="907" y="18"/>
                </a:lnTo>
                <a:lnTo>
                  <a:pt x="908" y="17"/>
                </a:lnTo>
                <a:lnTo>
                  <a:pt x="909" y="17"/>
                </a:lnTo>
                <a:lnTo>
                  <a:pt x="910" y="17"/>
                </a:lnTo>
                <a:lnTo>
                  <a:pt x="911" y="16"/>
                </a:lnTo>
                <a:lnTo>
                  <a:pt x="912" y="16"/>
                </a:lnTo>
                <a:lnTo>
                  <a:pt x="912" y="17"/>
                </a:lnTo>
                <a:lnTo>
                  <a:pt x="912" y="18"/>
                </a:lnTo>
                <a:lnTo>
                  <a:pt x="912" y="20"/>
                </a:lnTo>
                <a:lnTo>
                  <a:pt x="911" y="21"/>
                </a:lnTo>
                <a:lnTo>
                  <a:pt x="911" y="22"/>
                </a:lnTo>
                <a:lnTo>
                  <a:pt x="911" y="23"/>
                </a:lnTo>
                <a:lnTo>
                  <a:pt x="910" y="23"/>
                </a:lnTo>
                <a:lnTo>
                  <a:pt x="910" y="24"/>
                </a:lnTo>
                <a:lnTo>
                  <a:pt x="911" y="25"/>
                </a:lnTo>
                <a:lnTo>
                  <a:pt x="911" y="26"/>
                </a:lnTo>
                <a:lnTo>
                  <a:pt x="910" y="26"/>
                </a:lnTo>
                <a:lnTo>
                  <a:pt x="910" y="27"/>
                </a:lnTo>
                <a:lnTo>
                  <a:pt x="910" y="28"/>
                </a:lnTo>
                <a:lnTo>
                  <a:pt x="912" y="28"/>
                </a:lnTo>
                <a:lnTo>
                  <a:pt x="911" y="28"/>
                </a:lnTo>
                <a:lnTo>
                  <a:pt x="910" y="28"/>
                </a:lnTo>
                <a:lnTo>
                  <a:pt x="909" y="28"/>
                </a:lnTo>
                <a:lnTo>
                  <a:pt x="910" y="29"/>
                </a:lnTo>
                <a:lnTo>
                  <a:pt x="910" y="30"/>
                </a:lnTo>
                <a:lnTo>
                  <a:pt x="910" y="31"/>
                </a:lnTo>
                <a:lnTo>
                  <a:pt x="910" y="33"/>
                </a:lnTo>
                <a:lnTo>
                  <a:pt x="910" y="34"/>
                </a:lnTo>
                <a:lnTo>
                  <a:pt x="909" y="34"/>
                </a:lnTo>
                <a:lnTo>
                  <a:pt x="908" y="34"/>
                </a:lnTo>
                <a:lnTo>
                  <a:pt x="907" y="36"/>
                </a:lnTo>
                <a:lnTo>
                  <a:pt x="907" y="37"/>
                </a:lnTo>
                <a:lnTo>
                  <a:pt x="907" y="40"/>
                </a:lnTo>
                <a:lnTo>
                  <a:pt x="907" y="44"/>
                </a:lnTo>
                <a:lnTo>
                  <a:pt x="907" y="46"/>
                </a:lnTo>
                <a:lnTo>
                  <a:pt x="906" y="47"/>
                </a:lnTo>
                <a:lnTo>
                  <a:pt x="904" y="48"/>
                </a:lnTo>
                <a:lnTo>
                  <a:pt x="903" y="48"/>
                </a:lnTo>
                <a:lnTo>
                  <a:pt x="902" y="47"/>
                </a:lnTo>
                <a:lnTo>
                  <a:pt x="900" y="47"/>
                </a:lnTo>
                <a:lnTo>
                  <a:pt x="898" y="47"/>
                </a:lnTo>
                <a:lnTo>
                  <a:pt x="895" y="47"/>
                </a:lnTo>
                <a:lnTo>
                  <a:pt x="893" y="48"/>
                </a:lnTo>
                <a:lnTo>
                  <a:pt x="891" y="49"/>
                </a:lnTo>
                <a:lnTo>
                  <a:pt x="890" y="49"/>
                </a:lnTo>
                <a:lnTo>
                  <a:pt x="889" y="49"/>
                </a:lnTo>
                <a:lnTo>
                  <a:pt x="886" y="50"/>
                </a:lnTo>
                <a:lnTo>
                  <a:pt x="885" y="51"/>
                </a:lnTo>
                <a:lnTo>
                  <a:pt x="885" y="52"/>
                </a:lnTo>
                <a:lnTo>
                  <a:pt x="884" y="54"/>
                </a:lnTo>
                <a:lnTo>
                  <a:pt x="885" y="55"/>
                </a:lnTo>
                <a:lnTo>
                  <a:pt x="885" y="56"/>
                </a:lnTo>
                <a:lnTo>
                  <a:pt x="885" y="57"/>
                </a:lnTo>
                <a:lnTo>
                  <a:pt x="885" y="58"/>
                </a:lnTo>
                <a:lnTo>
                  <a:pt x="884" y="58"/>
                </a:lnTo>
                <a:lnTo>
                  <a:pt x="884" y="59"/>
                </a:lnTo>
                <a:lnTo>
                  <a:pt x="883" y="59"/>
                </a:lnTo>
                <a:lnTo>
                  <a:pt x="882" y="59"/>
                </a:lnTo>
                <a:lnTo>
                  <a:pt x="881" y="59"/>
                </a:lnTo>
                <a:lnTo>
                  <a:pt x="880" y="60"/>
                </a:lnTo>
                <a:lnTo>
                  <a:pt x="879" y="61"/>
                </a:lnTo>
                <a:lnTo>
                  <a:pt x="880" y="62"/>
                </a:lnTo>
                <a:lnTo>
                  <a:pt x="881" y="62"/>
                </a:lnTo>
                <a:lnTo>
                  <a:pt x="882" y="62"/>
                </a:lnTo>
                <a:lnTo>
                  <a:pt x="883" y="64"/>
                </a:lnTo>
                <a:lnTo>
                  <a:pt x="882" y="65"/>
                </a:lnTo>
                <a:lnTo>
                  <a:pt x="882" y="68"/>
                </a:lnTo>
                <a:lnTo>
                  <a:pt x="881" y="70"/>
                </a:lnTo>
                <a:lnTo>
                  <a:pt x="881" y="72"/>
                </a:lnTo>
                <a:lnTo>
                  <a:pt x="881" y="73"/>
                </a:lnTo>
                <a:lnTo>
                  <a:pt x="881" y="72"/>
                </a:lnTo>
                <a:lnTo>
                  <a:pt x="881" y="69"/>
                </a:lnTo>
                <a:lnTo>
                  <a:pt x="880" y="70"/>
                </a:lnTo>
                <a:lnTo>
                  <a:pt x="879" y="71"/>
                </a:lnTo>
                <a:lnTo>
                  <a:pt x="879" y="72"/>
                </a:lnTo>
                <a:lnTo>
                  <a:pt x="879" y="73"/>
                </a:lnTo>
                <a:lnTo>
                  <a:pt x="877" y="73"/>
                </a:lnTo>
                <a:lnTo>
                  <a:pt x="876" y="73"/>
                </a:lnTo>
                <a:lnTo>
                  <a:pt x="876" y="74"/>
                </a:lnTo>
                <a:lnTo>
                  <a:pt x="876" y="75"/>
                </a:lnTo>
                <a:lnTo>
                  <a:pt x="875" y="75"/>
                </a:lnTo>
                <a:lnTo>
                  <a:pt x="873" y="75"/>
                </a:lnTo>
                <a:lnTo>
                  <a:pt x="873" y="76"/>
                </a:lnTo>
                <a:lnTo>
                  <a:pt x="872" y="76"/>
                </a:lnTo>
                <a:lnTo>
                  <a:pt x="872" y="77"/>
                </a:lnTo>
                <a:lnTo>
                  <a:pt x="871" y="77"/>
                </a:lnTo>
                <a:lnTo>
                  <a:pt x="871" y="76"/>
                </a:lnTo>
                <a:lnTo>
                  <a:pt x="865" y="75"/>
                </a:lnTo>
                <a:lnTo>
                  <a:pt x="864" y="76"/>
                </a:lnTo>
                <a:lnTo>
                  <a:pt x="864" y="77"/>
                </a:lnTo>
                <a:lnTo>
                  <a:pt x="863" y="79"/>
                </a:lnTo>
                <a:lnTo>
                  <a:pt x="862" y="80"/>
                </a:lnTo>
                <a:lnTo>
                  <a:pt x="859" y="80"/>
                </a:lnTo>
                <a:lnTo>
                  <a:pt x="859" y="81"/>
                </a:lnTo>
                <a:lnTo>
                  <a:pt x="858" y="84"/>
                </a:lnTo>
                <a:lnTo>
                  <a:pt x="857" y="87"/>
                </a:lnTo>
                <a:lnTo>
                  <a:pt x="856" y="87"/>
                </a:lnTo>
                <a:lnTo>
                  <a:pt x="855" y="86"/>
                </a:lnTo>
                <a:lnTo>
                  <a:pt x="855" y="89"/>
                </a:lnTo>
                <a:lnTo>
                  <a:pt x="854" y="90"/>
                </a:lnTo>
                <a:lnTo>
                  <a:pt x="854" y="91"/>
                </a:lnTo>
                <a:lnTo>
                  <a:pt x="854" y="92"/>
                </a:lnTo>
                <a:lnTo>
                  <a:pt x="855" y="94"/>
                </a:lnTo>
                <a:lnTo>
                  <a:pt x="854" y="97"/>
                </a:lnTo>
                <a:lnTo>
                  <a:pt x="852" y="98"/>
                </a:lnTo>
                <a:lnTo>
                  <a:pt x="851" y="98"/>
                </a:lnTo>
                <a:lnTo>
                  <a:pt x="850" y="98"/>
                </a:lnTo>
                <a:lnTo>
                  <a:pt x="848" y="99"/>
                </a:lnTo>
                <a:lnTo>
                  <a:pt x="846" y="100"/>
                </a:lnTo>
                <a:lnTo>
                  <a:pt x="843" y="102"/>
                </a:lnTo>
                <a:lnTo>
                  <a:pt x="840" y="102"/>
                </a:lnTo>
                <a:lnTo>
                  <a:pt x="839" y="102"/>
                </a:lnTo>
                <a:lnTo>
                  <a:pt x="838" y="102"/>
                </a:lnTo>
                <a:lnTo>
                  <a:pt x="838" y="103"/>
                </a:lnTo>
                <a:lnTo>
                  <a:pt x="838" y="104"/>
                </a:lnTo>
                <a:lnTo>
                  <a:pt x="837" y="104"/>
                </a:lnTo>
                <a:lnTo>
                  <a:pt x="833" y="103"/>
                </a:lnTo>
                <a:lnTo>
                  <a:pt x="832" y="105"/>
                </a:lnTo>
                <a:lnTo>
                  <a:pt x="831" y="105"/>
                </a:lnTo>
                <a:lnTo>
                  <a:pt x="828" y="105"/>
                </a:lnTo>
                <a:lnTo>
                  <a:pt x="825" y="106"/>
                </a:lnTo>
                <a:lnTo>
                  <a:pt x="825" y="107"/>
                </a:lnTo>
                <a:lnTo>
                  <a:pt x="825" y="108"/>
                </a:lnTo>
                <a:lnTo>
                  <a:pt x="824" y="109"/>
                </a:lnTo>
                <a:lnTo>
                  <a:pt x="823" y="110"/>
                </a:lnTo>
                <a:lnTo>
                  <a:pt x="821" y="112"/>
                </a:lnTo>
                <a:lnTo>
                  <a:pt x="821" y="113"/>
                </a:lnTo>
                <a:lnTo>
                  <a:pt x="820" y="118"/>
                </a:lnTo>
                <a:lnTo>
                  <a:pt x="819" y="118"/>
                </a:lnTo>
                <a:lnTo>
                  <a:pt x="818" y="119"/>
                </a:lnTo>
                <a:lnTo>
                  <a:pt x="819" y="120"/>
                </a:lnTo>
                <a:lnTo>
                  <a:pt x="819" y="121"/>
                </a:lnTo>
                <a:lnTo>
                  <a:pt x="818" y="121"/>
                </a:lnTo>
                <a:lnTo>
                  <a:pt x="817" y="121"/>
                </a:lnTo>
                <a:lnTo>
                  <a:pt x="816" y="122"/>
                </a:lnTo>
                <a:lnTo>
                  <a:pt x="815" y="122"/>
                </a:lnTo>
                <a:lnTo>
                  <a:pt x="814" y="122"/>
                </a:lnTo>
                <a:lnTo>
                  <a:pt x="813" y="122"/>
                </a:lnTo>
                <a:lnTo>
                  <a:pt x="814" y="123"/>
                </a:lnTo>
                <a:lnTo>
                  <a:pt x="815" y="123"/>
                </a:lnTo>
                <a:lnTo>
                  <a:pt x="816" y="123"/>
                </a:lnTo>
                <a:lnTo>
                  <a:pt x="815" y="123"/>
                </a:lnTo>
                <a:lnTo>
                  <a:pt x="814" y="123"/>
                </a:lnTo>
                <a:lnTo>
                  <a:pt x="813" y="127"/>
                </a:lnTo>
                <a:lnTo>
                  <a:pt x="813" y="128"/>
                </a:lnTo>
                <a:lnTo>
                  <a:pt x="812" y="129"/>
                </a:lnTo>
                <a:lnTo>
                  <a:pt x="811" y="131"/>
                </a:lnTo>
                <a:lnTo>
                  <a:pt x="811" y="135"/>
                </a:lnTo>
                <a:lnTo>
                  <a:pt x="810" y="135"/>
                </a:lnTo>
                <a:lnTo>
                  <a:pt x="810" y="136"/>
                </a:lnTo>
                <a:lnTo>
                  <a:pt x="809" y="137"/>
                </a:lnTo>
                <a:lnTo>
                  <a:pt x="809" y="138"/>
                </a:lnTo>
                <a:lnTo>
                  <a:pt x="809" y="139"/>
                </a:lnTo>
                <a:lnTo>
                  <a:pt x="808" y="141"/>
                </a:lnTo>
                <a:lnTo>
                  <a:pt x="806" y="142"/>
                </a:lnTo>
                <a:lnTo>
                  <a:pt x="804" y="144"/>
                </a:lnTo>
                <a:lnTo>
                  <a:pt x="803" y="145"/>
                </a:lnTo>
                <a:lnTo>
                  <a:pt x="802" y="145"/>
                </a:lnTo>
                <a:lnTo>
                  <a:pt x="802" y="146"/>
                </a:lnTo>
                <a:lnTo>
                  <a:pt x="803" y="146"/>
                </a:lnTo>
                <a:lnTo>
                  <a:pt x="804" y="148"/>
                </a:lnTo>
                <a:lnTo>
                  <a:pt x="803" y="150"/>
                </a:lnTo>
                <a:lnTo>
                  <a:pt x="803" y="151"/>
                </a:lnTo>
                <a:lnTo>
                  <a:pt x="804" y="154"/>
                </a:lnTo>
                <a:lnTo>
                  <a:pt x="805" y="156"/>
                </a:lnTo>
                <a:lnTo>
                  <a:pt x="805" y="157"/>
                </a:lnTo>
                <a:lnTo>
                  <a:pt x="805" y="158"/>
                </a:lnTo>
                <a:lnTo>
                  <a:pt x="804" y="159"/>
                </a:lnTo>
                <a:lnTo>
                  <a:pt x="803" y="159"/>
                </a:lnTo>
                <a:lnTo>
                  <a:pt x="802" y="159"/>
                </a:lnTo>
                <a:lnTo>
                  <a:pt x="802" y="160"/>
                </a:lnTo>
                <a:lnTo>
                  <a:pt x="801" y="160"/>
                </a:lnTo>
                <a:lnTo>
                  <a:pt x="801" y="161"/>
                </a:lnTo>
                <a:lnTo>
                  <a:pt x="800" y="162"/>
                </a:lnTo>
                <a:lnTo>
                  <a:pt x="799" y="162"/>
                </a:lnTo>
                <a:lnTo>
                  <a:pt x="798" y="163"/>
                </a:lnTo>
                <a:lnTo>
                  <a:pt x="797" y="163"/>
                </a:lnTo>
                <a:lnTo>
                  <a:pt x="797" y="164"/>
                </a:lnTo>
                <a:lnTo>
                  <a:pt x="794" y="165"/>
                </a:lnTo>
                <a:lnTo>
                  <a:pt x="793" y="166"/>
                </a:lnTo>
                <a:lnTo>
                  <a:pt x="792" y="167"/>
                </a:lnTo>
                <a:lnTo>
                  <a:pt x="792" y="168"/>
                </a:lnTo>
                <a:lnTo>
                  <a:pt x="792" y="169"/>
                </a:lnTo>
                <a:lnTo>
                  <a:pt x="791" y="170"/>
                </a:lnTo>
                <a:lnTo>
                  <a:pt x="790" y="171"/>
                </a:lnTo>
                <a:lnTo>
                  <a:pt x="789" y="172"/>
                </a:lnTo>
                <a:lnTo>
                  <a:pt x="788" y="174"/>
                </a:lnTo>
                <a:lnTo>
                  <a:pt x="786" y="175"/>
                </a:lnTo>
                <a:lnTo>
                  <a:pt x="785" y="175"/>
                </a:lnTo>
                <a:lnTo>
                  <a:pt x="783" y="175"/>
                </a:lnTo>
                <a:lnTo>
                  <a:pt x="782" y="175"/>
                </a:lnTo>
                <a:lnTo>
                  <a:pt x="780" y="176"/>
                </a:lnTo>
                <a:lnTo>
                  <a:pt x="781" y="177"/>
                </a:lnTo>
                <a:lnTo>
                  <a:pt x="780" y="176"/>
                </a:lnTo>
                <a:lnTo>
                  <a:pt x="779" y="176"/>
                </a:lnTo>
                <a:lnTo>
                  <a:pt x="778" y="176"/>
                </a:lnTo>
                <a:lnTo>
                  <a:pt x="777" y="176"/>
                </a:lnTo>
                <a:lnTo>
                  <a:pt x="777" y="175"/>
                </a:lnTo>
                <a:lnTo>
                  <a:pt x="776" y="175"/>
                </a:lnTo>
                <a:lnTo>
                  <a:pt x="775" y="175"/>
                </a:lnTo>
                <a:lnTo>
                  <a:pt x="773" y="175"/>
                </a:lnTo>
                <a:lnTo>
                  <a:pt x="772" y="175"/>
                </a:lnTo>
                <a:lnTo>
                  <a:pt x="771" y="176"/>
                </a:lnTo>
                <a:lnTo>
                  <a:pt x="770" y="176"/>
                </a:lnTo>
                <a:lnTo>
                  <a:pt x="769" y="177"/>
                </a:lnTo>
                <a:lnTo>
                  <a:pt x="769" y="178"/>
                </a:lnTo>
                <a:lnTo>
                  <a:pt x="769" y="179"/>
                </a:lnTo>
                <a:lnTo>
                  <a:pt x="769" y="181"/>
                </a:lnTo>
                <a:lnTo>
                  <a:pt x="768" y="181"/>
                </a:lnTo>
                <a:lnTo>
                  <a:pt x="767" y="181"/>
                </a:lnTo>
                <a:lnTo>
                  <a:pt x="766" y="181"/>
                </a:lnTo>
                <a:lnTo>
                  <a:pt x="765" y="180"/>
                </a:lnTo>
                <a:lnTo>
                  <a:pt x="764" y="179"/>
                </a:lnTo>
                <a:lnTo>
                  <a:pt x="763" y="179"/>
                </a:lnTo>
                <a:lnTo>
                  <a:pt x="762" y="180"/>
                </a:lnTo>
                <a:lnTo>
                  <a:pt x="763" y="181"/>
                </a:lnTo>
                <a:lnTo>
                  <a:pt x="763" y="182"/>
                </a:lnTo>
                <a:lnTo>
                  <a:pt x="763" y="183"/>
                </a:lnTo>
                <a:lnTo>
                  <a:pt x="763" y="184"/>
                </a:lnTo>
                <a:lnTo>
                  <a:pt x="762" y="186"/>
                </a:lnTo>
                <a:lnTo>
                  <a:pt x="761" y="187"/>
                </a:lnTo>
                <a:lnTo>
                  <a:pt x="759" y="187"/>
                </a:lnTo>
                <a:lnTo>
                  <a:pt x="757" y="187"/>
                </a:lnTo>
                <a:lnTo>
                  <a:pt x="756" y="188"/>
                </a:lnTo>
                <a:lnTo>
                  <a:pt x="755" y="188"/>
                </a:lnTo>
                <a:lnTo>
                  <a:pt x="754" y="188"/>
                </a:lnTo>
                <a:lnTo>
                  <a:pt x="753" y="189"/>
                </a:lnTo>
                <a:lnTo>
                  <a:pt x="753" y="190"/>
                </a:lnTo>
                <a:lnTo>
                  <a:pt x="753" y="191"/>
                </a:lnTo>
                <a:lnTo>
                  <a:pt x="753" y="193"/>
                </a:lnTo>
                <a:lnTo>
                  <a:pt x="753" y="194"/>
                </a:lnTo>
                <a:lnTo>
                  <a:pt x="753" y="195"/>
                </a:lnTo>
                <a:lnTo>
                  <a:pt x="754" y="196"/>
                </a:lnTo>
                <a:lnTo>
                  <a:pt x="754" y="197"/>
                </a:lnTo>
                <a:lnTo>
                  <a:pt x="754" y="198"/>
                </a:lnTo>
                <a:lnTo>
                  <a:pt x="755" y="199"/>
                </a:lnTo>
                <a:lnTo>
                  <a:pt x="754" y="199"/>
                </a:lnTo>
                <a:lnTo>
                  <a:pt x="753" y="198"/>
                </a:lnTo>
                <a:lnTo>
                  <a:pt x="752" y="198"/>
                </a:lnTo>
                <a:lnTo>
                  <a:pt x="752" y="199"/>
                </a:lnTo>
                <a:lnTo>
                  <a:pt x="752" y="200"/>
                </a:lnTo>
                <a:lnTo>
                  <a:pt x="750" y="202"/>
                </a:lnTo>
                <a:lnTo>
                  <a:pt x="749" y="202"/>
                </a:lnTo>
                <a:lnTo>
                  <a:pt x="749" y="203"/>
                </a:lnTo>
                <a:lnTo>
                  <a:pt x="749" y="204"/>
                </a:lnTo>
                <a:lnTo>
                  <a:pt x="748" y="206"/>
                </a:lnTo>
                <a:lnTo>
                  <a:pt x="747" y="207"/>
                </a:lnTo>
                <a:lnTo>
                  <a:pt x="746" y="209"/>
                </a:lnTo>
                <a:lnTo>
                  <a:pt x="746" y="210"/>
                </a:lnTo>
                <a:lnTo>
                  <a:pt x="746" y="211"/>
                </a:lnTo>
                <a:lnTo>
                  <a:pt x="744" y="214"/>
                </a:lnTo>
                <a:lnTo>
                  <a:pt x="742" y="214"/>
                </a:lnTo>
                <a:lnTo>
                  <a:pt x="741" y="215"/>
                </a:lnTo>
                <a:lnTo>
                  <a:pt x="741" y="216"/>
                </a:lnTo>
                <a:lnTo>
                  <a:pt x="741" y="217"/>
                </a:lnTo>
                <a:lnTo>
                  <a:pt x="741" y="218"/>
                </a:lnTo>
                <a:lnTo>
                  <a:pt x="741" y="219"/>
                </a:lnTo>
                <a:lnTo>
                  <a:pt x="741" y="220"/>
                </a:lnTo>
                <a:lnTo>
                  <a:pt x="741" y="221"/>
                </a:lnTo>
                <a:lnTo>
                  <a:pt x="742" y="221"/>
                </a:lnTo>
                <a:lnTo>
                  <a:pt x="742" y="223"/>
                </a:lnTo>
                <a:lnTo>
                  <a:pt x="742" y="224"/>
                </a:lnTo>
                <a:lnTo>
                  <a:pt x="742" y="226"/>
                </a:lnTo>
                <a:lnTo>
                  <a:pt x="742" y="227"/>
                </a:lnTo>
                <a:lnTo>
                  <a:pt x="741" y="227"/>
                </a:lnTo>
                <a:lnTo>
                  <a:pt x="739" y="227"/>
                </a:lnTo>
                <a:lnTo>
                  <a:pt x="738" y="227"/>
                </a:lnTo>
                <a:lnTo>
                  <a:pt x="737" y="227"/>
                </a:lnTo>
                <a:lnTo>
                  <a:pt x="736" y="228"/>
                </a:lnTo>
                <a:lnTo>
                  <a:pt x="735" y="228"/>
                </a:lnTo>
                <a:lnTo>
                  <a:pt x="734" y="228"/>
                </a:lnTo>
                <a:lnTo>
                  <a:pt x="733" y="229"/>
                </a:lnTo>
                <a:lnTo>
                  <a:pt x="732" y="229"/>
                </a:lnTo>
                <a:lnTo>
                  <a:pt x="732" y="230"/>
                </a:lnTo>
                <a:lnTo>
                  <a:pt x="731" y="230"/>
                </a:lnTo>
                <a:lnTo>
                  <a:pt x="731" y="231"/>
                </a:lnTo>
                <a:lnTo>
                  <a:pt x="730" y="231"/>
                </a:lnTo>
                <a:lnTo>
                  <a:pt x="730" y="232"/>
                </a:lnTo>
                <a:lnTo>
                  <a:pt x="729" y="233"/>
                </a:lnTo>
                <a:lnTo>
                  <a:pt x="729" y="234"/>
                </a:lnTo>
                <a:lnTo>
                  <a:pt x="729" y="236"/>
                </a:lnTo>
                <a:lnTo>
                  <a:pt x="731" y="239"/>
                </a:lnTo>
                <a:lnTo>
                  <a:pt x="732" y="240"/>
                </a:lnTo>
                <a:lnTo>
                  <a:pt x="734" y="242"/>
                </a:lnTo>
                <a:lnTo>
                  <a:pt x="736" y="244"/>
                </a:lnTo>
                <a:lnTo>
                  <a:pt x="736" y="245"/>
                </a:lnTo>
                <a:lnTo>
                  <a:pt x="736" y="246"/>
                </a:lnTo>
                <a:lnTo>
                  <a:pt x="736" y="247"/>
                </a:lnTo>
                <a:lnTo>
                  <a:pt x="736" y="248"/>
                </a:lnTo>
                <a:lnTo>
                  <a:pt x="735" y="249"/>
                </a:lnTo>
                <a:lnTo>
                  <a:pt x="735" y="250"/>
                </a:lnTo>
                <a:lnTo>
                  <a:pt x="734" y="250"/>
                </a:lnTo>
                <a:lnTo>
                  <a:pt x="733" y="251"/>
                </a:lnTo>
                <a:lnTo>
                  <a:pt x="731" y="251"/>
                </a:lnTo>
                <a:lnTo>
                  <a:pt x="729" y="252"/>
                </a:lnTo>
                <a:lnTo>
                  <a:pt x="728" y="252"/>
                </a:lnTo>
                <a:lnTo>
                  <a:pt x="727" y="252"/>
                </a:lnTo>
                <a:lnTo>
                  <a:pt x="727" y="253"/>
                </a:lnTo>
                <a:lnTo>
                  <a:pt x="726" y="253"/>
                </a:lnTo>
                <a:lnTo>
                  <a:pt x="726" y="254"/>
                </a:lnTo>
                <a:lnTo>
                  <a:pt x="726" y="255"/>
                </a:lnTo>
                <a:lnTo>
                  <a:pt x="726" y="257"/>
                </a:lnTo>
                <a:lnTo>
                  <a:pt x="726" y="258"/>
                </a:lnTo>
                <a:lnTo>
                  <a:pt x="727" y="258"/>
                </a:lnTo>
                <a:lnTo>
                  <a:pt x="727" y="259"/>
                </a:lnTo>
                <a:lnTo>
                  <a:pt x="728" y="259"/>
                </a:lnTo>
                <a:lnTo>
                  <a:pt x="729" y="260"/>
                </a:lnTo>
                <a:lnTo>
                  <a:pt x="730" y="260"/>
                </a:lnTo>
                <a:lnTo>
                  <a:pt x="731" y="260"/>
                </a:lnTo>
                <a:lnTo>
                  <a:pt x="732" y="260"/>
                </a:lnTo>
                <a:lnTo>
                  <a:pt x="733" y="260"/>
                </a:lnTo>
                <a:lnTo>
                  <a:pt x="733" y="261"/>
                </a:lnTo>
                <a:lnTo>
                  <a:pt x="733" y="262"/>
                </a:lnTo>
                <a:lnTo>
                  <a:pt x="732" y="262"/>
                </a:lnTo>
                <a:lnTo>
                  <a:pt x="732" y="263"/>
                </a:lnTo>
                <a:lnTo>
                  <a:pt x="730" y="265"/>
                </a:lnTo>
                <a:lnTo>
                  <a:pt x="729" y="266"/>
                </a:lnTo>
                <a:lnTo>
                  <a:pt x="728" y="266"/>
                </a:lnTo>
                <a:lnTo>
                  <a:pt x="727" y="267"/>
                </a:lnTo>
                <a:lnTo>
                  <a:pt x="728" y="267"/>
                </a:lnTo>
                <a:lnTo>
                  <a:pt x="729" y="266"/>
                </a:lnTo>
                <a:lnTo>
                  <a:pt x="733" y="268"/>
                </a:lnTo>
                <a:lnTo>
                  <a:pt x="734" y="268"/>
                </a:lnTo>
                <a:lnTo>
                  <a:pt x="735" y="267"/>
                </a:lnTo>
                <a:lnTo>
                  <a:pt x="735" y="266"/>
                </a:lnTo>
                <a:lnTo>
                  <a:pt x="735" y="263"/>
                </a:lnTo>
                <a:lnTo>
                  <a:pt x="737" y="263"/>
                </a:lnTo>
                <a:lnTo>
                  <a:pt x="738" y="263"/>
                </a:lnTo>
                <a:lnTo>
                  <a:pt x="738" y="264"/>
                </a:lnTo>
                <a:lnTo>
                  <a:pt x="738" y="265"/>
                </a:lnTo>
                <a:lnTo>
                  <a:pt x="738" y="267"/>
                </a:lnTo>
                <a:lnTo>
                  <a:pt x="738" y="268"/>
                </a:lnTo>
                <a:lnTo>
                  <a:pt x="739" y="269"/>
                </a:lnTo>
                <a:lnTo>
                  <a:pt x="742" y="270"/>
                </a:lnTo>
                <a:lnTo>
                  <a:pt x="742" y="271"/>
                </a:lnTo>
                <a:lnTo>
                  <a:pt x="742" y="272"/>
                </a:lnTo>
                <a:lnTo>
                  <a:pt x="744" y="273"/>
                </a:lnTo>
                <a:lnTo>
                  <a:pt x="746" y="273"/>
                </a:lnTo>
                <a:lnTo>
                  <a:pt x="747" y="271"/>
                </a:lnTo>
                <a:lnTo>
                  <a:pt x="748" y="269"/>
                </a:lnTo>
                <a:lnTo>
                  <a:pt x="750" y="268"/>
                </a:lnTo>
                <a:lnTo>
                  <a:pt x="751" y="267"/>
                </a:lnTo>
                <a:lnTo>
                  <a:pt x="753" y="267"/>
                </a:lnTo>
                <a:lnTo>
                  <a:pt x="753" y="268"/>
                </a:lnTo>
                <a:lnTo>
                  <a:pt x="754" y="268"/>
                </a:lnTo>
                <a:lnTo>
                  <a:pt x="756" y="268"/>
                </a:lnTo>
                <a:lnTo>
                  <a:pt x="757" y="268"/>
                </a:lnTo>
                <a:lnTo>
                  <a:pt x="758" y="268"/>
                </a:lnTo>
                <a:lnTo>
                  <a:pt x="759" y="268"/>
                </a:lnTo>
                <a:lnTo>
                  <a:pt x="759" y="270"/>
                </a:lnTo>
                <a:lnTo>
                  <a:pt x="760" y="270"/>
                </a:lnTo>
                <a:lnTo>
                  <a:pt x="761" y="271"/>
                </a:lnTo>
                <a:lnTo>
                  <a:pt x="763" y="272"/>
                </a:lnTo>
                <a:lnTo>
                  <a:pt x="764" y="272"/>
                </a:lnTo>
                <a:lnTo>
                  <a:pt x="764" y="271"/>
                </a:lnTo>
                <a:lnTo>
                  <a:pt x="763" y="270"/>
                </a:lnTo>
                <a:lnTo>
                  <a:pt x="764" y="269"/>
                </a:lnTo>
                <a:lnTo>
                  <a:pt x="765" y="269"/>
                </a:lnTo>
                <a:lnTo>
                  <a:pt x="766" y="268"/>
                </a:lnTo>
                <a:lnTo>
                  <a:pt x="767" y="266"/>
                </a:lnTo>
                <a:lnTo>
                  <a:pt x="768" y="266"/>
                </a:lnTo>
                <a:lnTo>
                  <a:pt x="769" y="266"/>
                </a:lnTo>
                <a:lnTo>
                  <a:pt x="770" y="265"/>
                </a:lnTo>
                <a:lnTo>
                  <a:pt x="772" y="265"/>
                </a:lnTo>
                <a:lnTo>
                  <a:pt x="773" y="265"/>
                </a:lnTo>
                <a:lnTo>
                  <a:pt x="772" y="264"/>
                </a:lnTo>
                <a:lnTo>
                  <a:pt x="773" y="264"/>
                </a:lnTo>
                <a:lnTo>
                  <a:pt x="774" y="264"/>
                </a:lnTo>
                <a:lnTo>
                  <a:pt x="774" y="265"/>
                </a:lnTo>
                <a:lnTo>
                  <a:pt x="775" y="265"/>
                </a:lnTo>
                <a:lnTo>
                  <a:pt x="776" y="264"/>
                </a:lnTo>
                <a:lnTo>
                  <a:pt x="776" y="263"/>
                </a:lnTo>
                <a:lnTo>
                  <a:pt x="778" y="262"/>
                </a:lnTo>
                <a:lnTo>
                  <a:pt x="778" y="263"/>
                </a:lnTo>
                <a:lnTo>
                  <a:pt x="779" y="264"/>
                </a:lnTo>
                <a:lnTo>
                  <a:pt x="779" y="265"/>
                </a:lnTo>
                <a:lnTo>
                  <a:pt x="779" y="267"/>
                </a:lnTo>
                <a:lnTo>
                  <a:pt x="781" y="268"/>
                </a:lnTo>
                <a:lnTo>
                  <a:pt x="783" y="269"/>
                </a:lnTo>
                <a:lnTo>
                  <a:pt x="783" y="270"/>
                </a:lnTo>
                <a:lnTo>
                  <a:pt x="784" y="271"/>
                </a:lnTo>
                <a:lnTo>
                  <a:pt x="784" y="272"/>
                </a:lnTo>
                <a:lnTo>
                  <a:pt x="785" y="272"/>
                </a:lnTo>
                <a:lnTo>
                  <a:pt x="787" y="271"/>
                </a:lnTo>
                <a:lnTo>
                  <a:pt x="789" y="271"/>
                </a:lnTo>
                <a:lnTo>
                  <a:pt x="790" y="272"/>
                </a:lnTo>
                <a:lnTo>
                  <a:pt x="791" y="272"/>
                </a:lnTo>
                <a:lnTo>
                  <a:pt x="791" y="271"/>
                </a:lnTo>
                <a:lnTo>
                  <a:pt x="792" y="271"/>
                </a:lnTo>
                <a:lnTo>
                  <a:pt x="793" y="271"/>
                </a:lnTo>
                <a:lnTo>
                  <a:pt x="795" y="272"/>
                </a:lnTo>
                <a:lnTo>
                  <a:pt x="795" y="273"/>
                </a:lnTo>
                <a:lnTo>
                  <a:pt x="795" y="274"/>
                </a:lnTo>
                <a:lnTo>
                  <a:pt x="794" y="274"/>
                </a:lnTo>
                <a:lnTo>
                  <a:pt x="793" y="274"/>
                </a:lnTo>
                <a:lnTo>
                  <a:pt x="792" y="277"/>
                </a:lnTo>
                <a:lnTo>
                  <a:pt x="792" y="278"/>
                </a:lnTo>
                <a:lnTo>
                  <a:pt x="792" y="277"/>
                </a:lnTo>
                <a:lnTo>
                  <a:pt x="791" y="277"/>
                </a:lnTo>
                <a:lnTo>
                  <a:pt x="790" y="278"/>
                </a:lnTo>
                <a:lnTo>
                  <a:pt x="790" y="280"/>
                </a:lnTo>
                <a:lnTo>
                  <a:pt x="793" y="282"/>
                </a:lnTo>
                <a:lnTo>
                  <a:pt x="794" y="282"/>
                </a:lnTo>
                <a:lnTo>
                  <a:pt x="795" y="282"/>
                </a:lnTo>
                <a:lnTo>
                  <a:pt x="795" y="281"/>
                </a:lnTo>
                <a:lnTo>
                  <a:pt x="795" y="280"/>
                </a:lnTo>
                <a:lnTo>
                  <a:pt x="797" y="279"/>
                </a:lnTo>
                <a:lnTo>
                  <a:pt x="798" y="279"/>
                </a:lnTo>
                <a:lnTo>
                  <a:pt x="801" y="280"/>
                </a:lnTo>
                <a:lnTo>
                  <a:pt x="801" y="281"/>
                </a:lnTo>
                <a:lnTo>
                  <a:pt x="801" y="282"/>
                </a:lnTo>
                <a:lnTo>
                  <a:pt x="800" y="284"/>
                </a:lnTo>
                <a:lnTo>
                  <a:pt x="799" y="284"/>
                </a:lnTo>
                <a:lnTo>
                  <a:pt x="798" y="284"/>
                </a:lnTo>
                <a:lnTo>
                  <a:pt x="798" y="285"/>
                </a:lnTo>
                <a:lnTo>
                  <a:pt x="798" y="286"/>
                </a:lnTo>
                <a:lnTo>
                  <a:pt x="799" y="288"/>
                </a:lnTo>
                <a:lnTo>
                  <a:pt x="799" y="289"/>
                </a:lnTo>
                <a:lnTo>
                  <a:pt x="800" y="289"/>
                </a:lnTo>
                <a:lnTo>
                  <a:pt x="800" y="291"/>
                </a:lnTo>
                <a:lnTo>
                  <a:pt x="800" y="292"/>
                </a:lnTo>
                <a:lnTo>
                  <a:pt x="800" y="293"/>
                </a:lnTo>
                <a:lnTo>
                  <a:pt x="801" y="294"/>
                </a:lnTo>
                <a:lnTo>
                  <a:pt x="803" y="295"/>
                </a:lnTo>
                <a:lnTo>
                  <a:pt x="803" y="294"/>
                </a:lnTo>
                <a:lnTo>
                  <a:pt x="804" y="291"/>
                </a:lnTo>
                <a:lnTo>
                  <a:pt x="805" y="291"/>
                </a:lnTo>
                <a:lnTo>
                  <a:pt x="807" y="291"/>
                </a:lnTo>
                <a:lnTo>
                  <a:pt x="807" y="292"/>
                </a:lnTo>
                <a:lnTo>
                  <a:pt x="807" y="293"/>
                </a:lnTo>
                <a:lnTo>
                  <a:pt x="807" y="294"/>
                </a:lnTo>
                <a:lnTo>
                  <a:pt x="808" y="294"/>
                </a:lnTo>
                <a:lnTo>
                  <a:pt x="808" y="293"/>
                </a:lnTo>
                <a:lnTo>
                  <a:pt x="809" y="292"/>
                </a:lnTo>
                <a:lnTo>
                  <a:pt x="809" y="289"/>
                </a:lnTo>
                <a:lnTo>
                  <a:pt x="810" y="289"/>
                </a:lnTo>
                <a:lnTo>
                  <a:pt x="812" y="289"/>
                </a:lnTo>
                <a:lnTo>
                  <a:pt x="813" y="289"/>
                </a:lnTo>
                <a:lnTo>
                  <a:pt x="813" y="290"/>
                </a:lnTo>
                <a:lnTo>
                  <a:pt x="814" y="291"/>
                </a:lnTo>
                <a:lnTo>
                  <a:pt x="816" y="291"/>
                </a:lnTo>
                <a:lnTo>
                  <a:pt x="819" y="293"/>
                </a:lnTo>
                <a:lnTo>
                  <a:pt x="819" y="294"/>
                </a:lnTo>
                <a:lnTo>
                  <a:pt x="822" y="294"/>
                </a:lnTo>
                <a:lnTo>
                  <a:pt x="822" y="295"/>
                </a:lnTo>
                <a:lnTo>
                  <a:pt x="823" y="295"/>
                </a:lnTo>
                <a:lnTo>
                  <a:pt x="824" y="295"/>
                </a:lnTo>
                <a:lnTo>
                  <a:pt x="826" y="294"/>
                </a:lnTo>
                <a:lnTo>
                  <a:pt x="827" y="296"/>
                </a:lnTo>
                <a:lnTo>
                  <a:pt x="828" y="296"/>
                </a:lnTo>
                <a:lnTo>
                  <a:pt x="828" y="297"/>
                </a:lnTo>
                <a:lnTo>
                  <a:pt x="829" y="297"/>
                </a:lnTo>
                <a:lnTo>
                  <a:pt x="830" y="298"/>
                </a:lnTo>
                <a:lnTo>
                  <a:pt x="831" y="299"/>
                </a:lnTo>
                <a:lnTo>
                  <a:pt x="832" y="299"/>
                </a:lnTo>
                <a:lnTo>
                  <a:pt x="832" y="300"/>
                </a:lnTo>
                <a:lnTo>
                  <a:pt x="832" y="302"/>
                </a:lnTo>
                <a:lnTo>
                  <a:pt x="833" y="303"/>
                </a:lnTo>
                <a:lnTo>
                  <a:pt x="833" y="304"/>
                </a:lnTo>
                <a:lnTo>
                  <a:pt x="835" y="306"/>
                </a:lnTo>
                <a:lnTo>
                  <a:pt x="836" y="309"/>
                </a:lnTo>
                <a:lnTo>
                  <a:pt x="837" y="310"/>
                </a:lnTo>
                <a:lnTo>
                  <a:pt x="837" y="311"/>
                </a:lnTo>
                <a:lnTo>
                  <a:pt x="836" y="313"/>
                </a:lnTo>
                <a:lnTo>
                  <a:pt x="835" y="313"/>
                </a:lnTo>
                <a:lnTo>
                  <a:pt x="833" y="314"/>
                </a:lnTo>
                <a:lnTo>
                  <a:pt x="833" y="315"/>
                </a:lnTo>
                <a:lnTo>
                  <a:pt x="834" y="316"/>
                </a:lnTo>
                <a:lnTo>
                  <a:pt x="836" y="316"/>
                </a:lnTo>
                <a:lnTo>
                  <a:pt x="836" y="317"/>
                </a:lnTo>
                <a:lnTo>
                  <a:pt x="836" y="318"/>
                </a:lnTo>
                <a:lnTo>
                  <a:pt x="838" y="322"/>
                </a:lnTo>
                <a:lnTo>
                  <a:pt x="838" y="325"/>
                </a:lnTo>
                <a:lnTo>
                  <a:pt x="838" y="326"/>
                </a:lnTo>
                <a:lnTo>
                  <a:pt x="838" y="327"/>
                </a:lnTo>
                <a:lnTo>
                  <a:pt x="837" y="327"/>
                </a:lnTo>
                <a:lnTo>
                  <a:pt x="838" y="328"/>
                </a:lnTo>
                <a:lnTo>
                  <a:pt x="839" y="329"/>
                </a:lnTo>
                <a:lnTo>
                  <a:pt x="839" y="328"/>
                </a:lnTo>
                <a:lnTo>
                  <a:pt x="840" y="328"/>
                </a:lnTo>
                <a:lnTo>
                  <a:pt x="841" y="331"/>
                </a:lnTo>
                <a:lnTo>
                  <a:pt x="841" y="332"/>
                </a:lnTo>
                <a:lnTo>
                  <a:pt x="841" y="333"/>
                </a:lnTo>
                <a:lnTo>
                  <a:pt x="841" y="334"/>
                </a:lnTo>
                <a:lnTo>
                  <a:pt x="842" y="333"/>
                </a:lnTo>
                <a:lnTo>
                  <a:pt x="843" y="333"/>
                </a:lnTo>
                <a:lnTo>
                  <a:pt x="844" y="333"/>
                </a:lnTo>
                <a:lnTo>
                  <a:pt x="844" y="334"/>
                </a:lnTo>
                <a:lnTo>
                  <a:pt x="844" y="335"/>
                </a:lnTo>
                <a:lnTo>
                  <a:pt x="845" y="335"/>
                </a:lnTo>
                <a:lnTo>
                  <a:pt x="845" y="336"/>
                </a:lnTo>
                <a:lnTo>
                  <a:pt x="846" y="337"/>
                </a:lnTo>
                <a:lnTo>
                  <a:pt x="846" y="338"/>
                </a:lnTo>
                <a:lnTo>
                  <a:pt x="847" y="338"/>
                </a:lnTo>
                <a:lnTo>
                  <a:pt x="847" y="339"/>
                </a:lnTo>
                <a:lnTo>
                  <a:pt x="848" y="340"/>
                </a:lnTo>
                <a:lnTo>
                  <a:pt x="849" y="341"/>
                </a:lnTo>
                <a:lnTo>
                  <a:pt x="850" y="342"/>
                </a:lnTo>
                <a:lnTo>
                  <a:pt x="851" y="343"/>
                </a:lnTo>
                <a:lnTo>
                  <a:pt x="852" y="343"/>
                </a:lnTo>
                <a:lnTo>
                  <a:pt x="853" y="344"/>
                </a:lnTo>
                <a:lnTo>
                  <a:pt x="854" y="344"/>
                </a:lnTo>
                <a:lnTo>
                  <a:pt x="855" y="344"/>
                </a:lnTo>
                <a:lnTo>
                  <a:pt x="857" y="344"/>
                </a:lnTo>
                <a:lnTo>
                  <a:pt x="857" y="345"/>
                </a:lnTo>
                <a:lnTo>
                  <a:pt x="859" y="345"/>
                </a:lnTo>
                <a:lnTo>
                  <a:pt x="859" y="344"/>
                </a:lnTo>
                <a:lnTo>
                  <a:pt x="861" y="344"/>
                </a:lnTo>
                <a:lnTo>
                  <a:pt x="862" y="344"/>
                </a:lnTo>
                <a:lnTo>
                  <a:pt x="863" y="344"/>
                </a:lnTo>
                <a:lnTo>
                  <a:pt x="864" y="344"/>
                </a:lnTo>
                <a:lnTo>
                  <a:pt x="865" y="344"/>
                </a:lnTo>
                <a:lnTo>
                  <a:pt x="866" y="344"/>
                </a:lnTo>
                <a:lnTo>
                  <a:pt x="867" y="344"/>
                </a:lnTo>
                <a:lnTo>
                  <a:pt x="867" y="343"/>
                </a:lnTo>
                <a:lnTo>
                  <a:pt x="868" y="343"/>
                </a:lnTo>
                <a:lnTo>
                  <a:pt x="869" y="343"/>
                </a:lnTo>
                <a:lnTo>
                  <a:pt x="870" y="343"/>
                </a:lnTo>
                <a:lnTo>
                  <a:pt x="871" y="343"/>
                </a:lnTo>
                <a:lnTo>
                  <a:pt x="872" y="343"/>
                </a:lnTo>
                <a:lnTo>
                  <a:pt x="872" y="344"/>
                </a:lnTo>
                <a:lnTo>
                  <a:pt x="873" y="344"/>
                </a:lnTo>
                <a:lnTo>
                  <a:pt x="874" y="344"/>
                </a:lnTo>
                <a:lnTo>
                  <a:pt x="875" y="345"/>
                </a:lnTo>
                <a:lnTo>
                  <a:pt x="877" y="346"/>
                </a:lnTo>
                <a:lnTo>
                  <a:pt x="879" y="346"/>
                </a:lnTo>
                <a:lnTo>
                  <a:pt x="880" y="345"/>
                </a:lnTo>
                <a:lnTo>
                  <a:pt x="881" y="344"/>
                </a:lnTo>
                <a:lnTo>
                  <a:pt x="881" y="343"/>
                </a:lnTo>
                <a:lnTo>
                  <a:pt x="881" y="342"/>
                </a:lnTo>
                <a:lnTo>
                  <a:pt x="881" y="341"/>
                </a:lnTo>
                <a:lnTo>
                  <a:pt x="881" y="340"/>
                </a:lnTo>
                <a:lnTo>
                  <a:pt x="880" y="338"/>
                </a:lnTo>
                <a:lnTo>
                  <a:pt x="880" y="337"/>
                </a:lnTo>
                <a:lnTo>
                  <a:pt x="881" y="337"/>
                </a:lnTo>
                <a:lnTo>
                  <a:pt x="881" y="336"/>
                </a:lnTo>
                <a:lnTo>
                  <a:pt x="882" y="336"/>
                </a:lnTo>
                <a:lnTo>
                  <a:pt x="883" y="336"/>
                </a:lnTo>
                <a:lnTo>
                  <a:pt x="883" y="337"/>
                </a:lnTo>
                <a:lnTo>
                  <a:pt x="884" y="337"/>
                </a:lnTo>
                <a:lnTo>
                  <a:pt x="884" y="338"/>
                </a:lnTo>
                <a:lnTo>
                  <a:pt x="885" y="338"/>
                </a:lnTo>
                <a:lnTo>
                  <a:pt x="886" y="338"/>
                </a:lnTo>
                <a:lnTo>
                  <a:pt x="887" y="338"/>
                </a:lnTo>
                <a:lnTo>
                  <a:pt x="888" y="338"/>
                </a:lnTo>
                <a:lnTo>
                  <a:pt x="889" y="338"/>
                </a:lnTo>
                <a:lnTo>
                  <a:pt x="891" y="338"/>
                </a:lnTo>
                <a:lnTo>
                  <a:pt x="892" y="338"/>
                </a:lnTo>
                <a:lnTo>
                  <a:pt x="893" y="338"/>
                </a:lnTo>
                <a:lnTo>
                  <a:pt x="894" y="338"/>
                </a:lnTo>
                <a:lnTo>
                  <a:pt x="894" y="339"/>
                </a:lnTo>
                <a:lnTo>
                  <a:pt x="895" y="339"/>
                </a:lnTo>
                <a:lnTo>
                  <a:pt x="896" y="339"/>
                </a:lnTo>
                <a:lnTo>
                  <a:pt x="897" y="339"/>
                </a:lnTo>
                <a:lnTo>
                  <a:pt x="898" y="339"/>
                </a:lnTo>
                <a:lnTo>
                  <a:pt x="898" y="340"/>
                </a:lnTo>
                <a:lnTo>
                  <a:pt x="898" y="341"/>
                </a:lnTo>
                <a:lnTo>
                  <a:pt x="899" y="341"/>
                </a:lnTo>
                <a:lnTo>
                  <a:pt x="901" y="341"/>
                </a:lnTo>
                <a:lnTo>
                  <a:pt x="901" y="342"/>
                </a:lnTo>
                <a:lnTo>
                  <a:pt x="902" y="342"/>
                </a:lnTo>
                <a:lnTo>
                  <a:pt x="902" y="343"/>
                </a:lnTo>
                <a:lnTo>
                  <a:pt x="903" y="343"/>
                </a:lnTo>
                <a:lnTo>
                  <a:pt x="905" y="342"/>
                </a:lnTo>
                <a:lnTo>
                  <a:pt x="906" y="341"/>
                </a:lnTo>
                <a:lnTo>
                  <a:pt x="911" y="340"/>
                </a:lnTo>
                <a:lnTo>
                  <a:pt x="914" y="339"/>
                </a:lnTo>
                <a:lnTo>
                  <a:pt x="919" y="337"/>
                </a:lnTo>
                <a:lnTo>
                  <a:pt x="920" y="337"/>
                </a:lnTo>
                <a:lnTo>
                  <a:pt x="922" y="336"/>
                </a:lnTo>
                <a:lnTo>
                  <a:pt x="925" y="336"/>
                </a:lnTo>
                <a:lnTo>
                  <a:pt x="926" y="335"/>
                </a:lnTo>
                <a:lnTo>
                  <a:pt x="927" y="335"/>
                </a:lnTo>
                <a:lnTo>
                  <a:pt x="928" y="335"/>
                </a:lnTo>
                <a:lnTo>
                  <a:pt x="928" y="334"/>
                </a:lnTo>
                <a:lnTo>
                  <a:pt x="928" y="333"/>
                </a:lnTo>
                <a:lnTo>
                  <a:pt x="928" y="332"/>
                </a:lnTo>
                <a:lnTo>
                  <a:pt x="928" y="331"/>
                </a:lnTo>
                <a:lnTo>
                  <a:pt x="928" y="330"/>
                </a:lnTo>
                <a:lnTo>
                  <a:pt x="928" y="329"/>
                </a:lnTo>
                <a:lnTo>
                  <a:pt x="929" y="329"/>
                </a:lnTo>
                <a:lnTo>
                  <a:pt x="929" y="328"/>
                </a:lnTo>
                <a:lnTo>
                  <a:pt x="930" y="328"/>
                </a:lnTo>
                <a:lnTo>
                  <a:pt x="932" y="328"/>
                </a:lnTo>
                <a:lnTo>
                  <a:pt x="932" y="329"/>
                </a:lnTo>
                <a:lnTo>
                  <a:pt x="933" y="329"/>
                </a:lnTo>
                <a:lnTo>
                  <a:pt x="938" y="331"/>
                </a:lnTo>
                <a:lnTo>
                  <a:pt x="939" y="331"/>
                </a:lnTo>
                <a:lnTo>
                  <a:pt x="940" y="331"/>
                </a:lnTo>
                <a:lnTo>
                  <a:pt x="940" y="330"/>
                </a:lnTo>
                <a:lnTo>
                  <a:pt x="942" y="330"/>
                </a:lnTo>
                <a:lnTo>
                  <a:pt x="944" y="330"/>
                </a:lnTo>
                <a:lnTo>
                  <a:pt x="945" y="330"/>
                </a:lnTo>
                <a:lnTo>
                  <a:pt x="946" y="330"/>
                </a:lnTo>
                <a:lnTo>
                  <a:pt x="947" y="330"/>
                </a:lnTo>
                <a:lnTo>
                  <a:pt x="948" y="330"/>
                </a:lnTo>
                <a:lnTo>
                  <a:pt x="948" y="331"/>
                </a:lnTo>
                <a:lnTo>
                  <a:pt x="950" y="332"/>
                </a:lnTo>
                <a:lnTo>
                  <a:pt x="952" y="333"/>
                </a:lnTo>
                <a:lnTo>
                  <a:pt x="954" y="336"/>
                </a:lnTo>
                <a:lnTo>
                  <a:pt x="954" y="337"/>
                </a:lnTo>
                <a:lnTo>
                  <a:pt x="955" y="337"/>
                </a:lnTo>
                <a:lnTo>
                  <a:pt x="956" y="337"/>
                </a:lnTo>
                <a:lnTo>
                  <a:pt x="957" y="337"/>
                </a:lnTo>
                <a:lnTo>
                  <a:pt x="957" y="336"/>
                </a:lnTo>
                <a:lnTo>
                  <a:pt x="959" y="335"/>
                </a:lnTo>
                <a:lnTo>
                  <a:pt x="962" y="334"/>
                </a:lnTo>
                <a:lnTo>
                  <a:pt x="964" y="333"/>
                </a:lnTo>
                <a:lnTo>
                  <a:pt x="964" y="334"/>
                </a:lnTo>
                <a:lnTo>
                  <a:pt x="964" y="335"/>
                </a:lnTo>
                <a:lnTo>
                  <a:pt x="964" y="338"/>
                </a:lnTo>
                <a:lnTo>
                  <a:pt x="964" y="340"/>
                </a:lnTo>
                <a:lnTo>
                  <a:pt x="964" y="342"/>
                </a:lnTo>
                <a:lnTo>
                  <a:pt x="965" y="343"/>
                </a:lnTo>
                <a:lnTo>
                  <a:pt x="967" y="345"/>
                </a:lnTo>
                <a:lnTo>
                  <a:pt x="967" y="346"/>
                </a:lnTo>
                <a:lnTo>
                  <a:pt x="966" y="347"/>
                </a:lnTo>
                <a:lnTo>
                  <a:pt x="965" y="347"/>
                </a:lnTo>
                <a:lnTo>
                  <a:pt x="964" y="347"/>
                </a:lnTo>
                <a:lnTo>
                  <a:pt x="963" y="350"/>
                </a:lnTo>
                <a:lnTo>
                  <a:pt x="963" y="351"/>
                </a:lnTo>
                <a:lnTo>
                  <a:pt x="962" y="353"/>
                </a:lnTo>
                <a:lnTo>
                  <a:pt x="962" y="354"/>
                </a:lnTo>
                <a:lnTo>
                  <a:pt x="961" y="354"/>
                </a:lnTo>
                <a:lnTo>
                  <a:pt x="961" y="355"/>
                </a:lnTo>
                <a:lnTo>
                  <a:pt x="961" y="356"/>
                </a:lnTo>
                <a:lnTo>
                  <a:pt x="961" y="357"/>
                </a:lnTo>
                <a:lnTo>
                  <a:pt x="960" y="357"/>
                </a:lnTo>
                <a:lnTo>
                  <a:pt x="960" y="359"/>
                </a:lnTo>
                <a:lnTo>
                  <a:pt x="961" y="359"/>
                </a:lnTo>
                <a:lnTo>
                  <a:pt x="962" y="359"/>
                </a:lnTo>
                <a:lnTo>
                  <a:pt x="962" y="360"/>
                </a:lnTo>
                <a:lnTo>
                  <a:pt x="963" y="360"/>
                </a:lnTo>
                <a:lnTo>
                  <a:pt x="964" y="360"/>
                </a:lnTo>
                <a:lnTo>
                  <a:pt x="965" y="361"/>
                </a:lnTo>
                <a:lnTo>
                  <a:pt x="965" y="362"/>
                </a:lnTo>
                <a:lnTo>
                  <a:pt x="965" y="363"/>
                </a:lnTo>
                <a:lnTo>
                  <a:pt x="964" y="363"/>
                </a:lnTo>
                <a:lnTo>
                  <a:pt x="964" y="364"/>
                </a:lnTo>
                <a:lnTo>
                  <a:pt x="965" y="364"/>
                </a:lnTo>
                <a:lnTo>
                  <a:pt x="967" y="364"/>
                </a:lnTo>
                <a:lnTo>
                  <a:pt x="968" y="366"/>
                </a:lnTo>
                <a:lnTo>
                  <a:pt x="969" y="365"/>
                </a:lnTo>
                <a:lnTo>
                  <a:pt x="971" y="367"/>
                </a:lnTo>
                <a:lnTo>
                  <a:pt x="971" y="368"/>
                </a:lnTo>
                <a:lnTo>
                  <a:pt x="970" y="368"/>
                </a:lnTo>
                <a:lnTo>
                  <a:pt x="969" y="370"/>
                </a:lnTo>
                <a:lnTo>
                  <a:pt x="969" y="371"/>
                </a:lnTo>
                <a:lnTo>
                  <a:pt x="969" y="372"/>
                </a:lnTo>
                <a:lnTo>
                  <a:pt x="970" y="372"/>
                </a:lnTo>
                <a:lnTo>
                  <a:pt x="971" y="373"/>
                </a:lnTo>
                <a:lnTo>
                  <a:pt x="974" y="373"/>
                </a:lnTo>
                <a:lnTo>
                  <a:pt x="975" y="373"/>
                </a:lnTo>
                <a:lnTo>
                  <a:pt x="976" y="373"/>
                </a:lnTo>
                <a:lnTo>
                  <a:pt x="977" y="372"/>
                </a:lnTo>
                <a:lnTo>
                  <a:pt x="978" y="372"/>
                </a:lnTo>
                <a:lnTo>
                  <a:pt x="980" y="373"/>
                </a:lnTo>
                <a:lnTo>
                  <a:pt x="981" y="374"/>
                </a:lnTo>
                <a:lnTo>
                  <a:pt x="981" y="375"/>
                </a:lnTo>
                <a:lnTo>
                  <a:pt x="982" y="375"/>
                </a:lnTo>
                <a:lnTo>
                  <a:pt x="983" y="376"/>
                </a:lnTo>
                <a:lnTo>
                  <a:pt x="983" y="375"/>
                </a:lnTo>
                <a:lnTo>
                  <a:pt x="984" y="375"/>
                </a:lnTo>
                <a:lnTo>
                  <a:pt x="985" y="375"/>
                </a:lnTo>
                <a:lnTo>
                  <a:pt x="985" y="376"/>
                </a:lnTo>
                <a:lnTo>
                  <a:pt x="985" y="377"/>
                </a:lnTo>
                <a:lnTo>
                  <a:pt x="986" y="378"/>
                </a:lnTo>
                <a:lnTo>
                  <a:pt x="987" y="380"/>
                </a:lnTo>
                <a:lnTo>
                  <a:pt x="988" y="380"/>
                </a:lnTo>
                <a:lnTo>
                  <a:pt x="988" y="379"/>
                </a:lnTo>
                <a:lnTo>
                  <a:pt x="990" y="379"/>
                </a:lnTo>
                <a:lnTo>
                  <a:pt x="991" y="380"/>
                </a:lnTo>
                <a:lnTo>
                  <a:pt x="992" y="381"/>
                </a:lnTo>
                <a:lnTo>
                  <a:pt x="994" y="381"/>
                </a:lnTo>
                <a:lnTo>
                  <a:pt x="995" y="381"/>
                </a:lnTo>
                <a:lnTo>
                  <a:pt x="996" y="382"/>
                </a:lnTo>
                <a:lnTo>
                  <a:pt x="997" y="383"/>
                </a:lnTo>
                <a:lnTo>
                  <a:pt x="998" y="384"/>
                </a:lnTo>
                <a:lnTo>
                  <a:pt x="999" y="386"/>
                </a:lnTo>
                <a:lnTo>
                  <a:pt x="999" y="387"/>
                </a:lnTo>
                <a:lnTo>
                  <a:pt x="999" y="388"/>
                </a:lnTo>
                <a:lnTo>
                  <a:pt x="998" y="390"/>
                </a:lnTo>
                <a:lnTo>
                  <a:pt x="998" y="391"/>
                </a:lnTo>
                <a:lnTo>
                  <a:pt x="998" y="392"/>
                </a:lnTo>
                <a:lnTo>
                  <a:pt x="999" y="392"/>
                </a:lnTo>
                <a:lnTo>
                  <a:pt x="1000" y="392"/>
                </a:lnTo>
                <a:lnTo>
                  <a:pt x="1000" y="391"/>
                </a:lnTo>
                <a:lnTo>
                  <a:pt x="1001" y="391"/>
                </a:lnTo>
                <a:lnTo>
                  <a:pt x="1002" y="391"/>
                </a:lnTo>
                <a:lnTo>
                  <a:pt x="1003" y="390"/>
                </a:lnTo>
                <a:lnTo>
                  <a:pt x="1005" y="390"/>
                </a:lnTo>
                <a:lnTo>
                  <a:pt x="1006" y="391"/>
                </a:lnTo>
                <a:lnTo>
                  <a:pt x="1007" y="391"/>
                </a:lnTo>
                <a:lnTo>
                  <a:pt x="1010" y="391"/>
                </a:lnTo>
                <a:lnTo>
                  <a:pt x="1009" y="390"/>
                </a:lnTo>
                <a:lnTo>
                  <a:pt x="1009" y="389"/>
                </a:lnTo>
                <a:lnTo>
                  <a:pt x="1009" y="388"/>
                </a:lnTo>
                <a:lnTo>
                  <a:pt x="1010" y="388"/>
                </a:lnTo>
                <a:lnTo>
                  <a:pt x="1010" y="387"/>
                </a:lnTo>
                <a:lnTo>
                  <a:pt x="1011" y="387"/>
                </a:lnTo>
                <a:lnTo>
                  <a:pt x="1012" y="387"/>
                </a:lnTo>
                <a:lnTo>
                  <a:pt x="1013" y="387"/>
                </a:lnTo>
                <a:lnTo>
                  <a:pt x="1012" y="387"/>
                </a:lnTo>
                <a:lnTo>
                  <a:pt x="1012" y="388"/>
                </a:lnTo>
                <a:lnTo>
                  <a:pt x="1013" y="390"/>
                </a:lnTo>
                <a:lnTo>
                  <a:pt x="1015" y="390"/>
                </a:lnTo>
                <a:lnTo>
                  <a:pt x="1017" y="390"/>
                </a:lnTo>
                <a:lnTo>
                  <a:pt x="1017" y="389"/>
                </a:lnTo>
                <a:lnTo>
                  <a:pt x="1019" y="385"/>
                </a:lnTo>
                <a:lnTo>
                  <a:pt x="1020" y="384"/>
                </a:lnTo>
                <a:lnTo>
                  <a:pt x="1022" y="384"/>
                </a:lnTo>
                <a:lnTo>
                  <a:pt x="1023" y="384"/>
                </a:lnTo>
                <a:lnTo>
                  <a:pt x="1024" y="384"/>
                </a:lnTo>
                <a:lnTo>
                  <a:pt x="1024" y="385"/>
                </a:lnTo>
                <a:lnTo>
                  <a:pt x="1025" y="385"/>
                </a:lnTo>
                <a:lnTo>
                  <a:pt x="1027" y="384"/>
                </a:lnTo>
                <a:lnTo>
                  <a:pt x="1029" y="384"/>
                </a:lnTo>
                <a:lnTo>
                  <a:pt x="1030" y="385"/>
                </a:lnTo>
                <a:lnTo>
                  <a:pt x="1031" y="385"/>
                </a:lnTo>
                <a:lnTo>
                  <a:pt x="1031" y="386"/>
                </a:lnTo>
                <a:lnTo>
                  <a:pt x="1032" y="386"/>
                </a:lnTo>
                <a:lnTo>
                  <a:pt x="1035" y="387"/>
                </a:lnTo>
                <a:lnTo>
                  <a:pt x="1034" y="387"/>
                </a:lnTo>
                <a:lnTo>
                  <a:pt x="1034" y="389"/>
                </a:lnTo>
                <a:lnTo>
                  <a:pt x="1034" y="390"/>
                </a:lnTo>
                <a:lnTo>
                  <a:pt x="1033" y="391"/>
                </a:lnTo>
                <a:lnTo>
                  <a:pt x="1033" y="392"/>
                </a:lnTo>
                <a:lnTo>
                  <a:pt x="1032" y="392"/>
                </a:lnTo>
                <a:lnTo>
                  <a:pt x="1031" y="393"/>
                </a:lnTo>
                <a:lnTo>
                  <a:pt x="1031" y="394"/>
                </a:lnTo>
                <a:lnTo>
                  <a:pt x="1030" y="394"/>
                </a:lnTo>
                <a:lnTo>
                  <a:pt x="1029" y="394"/>
                </a:lnTo>
                <a:lnTo>
                  <a:pt x="1029" y="395"/>
                </a:lnTo>
                <a:lnTo>
                  <a:pt x="1029" y="396"/>
                </a:lnTo>
                <a:lnTo>
                  <a:pt x="1029" y="397"/>
                </a:lnTo>
                <a:lnTo>
                  <a:pt x="1029" y="398"/>
                </a:lnTo>
                <a:lnTo>
                  <a:pt x="1029" y="399"/>
                </a:lnTo>
                <a:lnTo>
                  <a:pt x="1029" y="402"/>
                </a:lnTo>
                <a:lnTo>
                  <a:pt x="1030" y="404"/>
                </a:lnTo>
                <a:lnTo>
                  <a:pt x="1031" y="405"/>
                </a:lnTo>
                <a:lnTo>
                  <a:pt x="1032" y="406"/>
                </a:lnTo>
                <a:lnTo>
                  <a:pt x="1032" y="405"/>
                </a:lnTo>
                <a:lnTo>
                  <a:pt x="1033" y="405"/>
                </a:lnTo>
                <a:lnTo>
                  <a:pt x="1033" y="406"/>
                </a:lnTo>
                <a:lnTo>
                  <a:pt x="1033" y="407"/>
                </a:lnTo>
                <a:lnTo>
                  <a:pt x="1033" y="408"/>
                </a:lnTo>
                <a:lnTo>
                  <a:pt x="1034" y="408"/>
                </a:lnTo>
                <a:lnTo>
                  <a:pt x="1034" y="409"/>
                </a:lnTo>
                <a:lnTo>
                  <a:pt x="1033" y="409"/>
                </a:lnTo>
                <a:lnTo>
                  <a:pt x="1032" y="410"/>
                </a:lnTo>
                <a:lnTo>
                  <a:pt x="1032" y="409"/>
                </a:lnTo>
                <a:lnTo>
                  <a:pt x="1031" y="411"/>
                </a:lnTo>
                <a:lnTo>
                  <a:pt x="1030" y="415"/>
                </a:lnTo>
                <a:lnTo>
                  <a:pt x="1030" y="420"/>
                </a:lnTo>
                <a:lnTo>
                  <a:pt x="1031" y="422"/>
                </a:lnTo>
                <a:lnTo>
                  <a:pt x="1031" y="423"/>
                </a:lnTo>
                <a:lnTo>
                  <a:pt x="1031" y="424"/>
                </a:lnTo>
                <a:lnTo>
                  <a:pt x="1032" y="424"/>
                </a:lnTo>
                <a:lnTo>
                  <a:pt x="1033" y="424"/>
                </a:lnTo>
                <a:lnTo>
                  <a:pt x="1034" y="424"/>
                </a:lnTo>
                <a:lnTo>
                  <a:pt x="1036" y="426"/>
                </a:lnTo>
                <a:lnTo>
                  <a:pt x="1036" y="427"/>
                </a:lnTo>
                <a:lnTo>
                  <a:pt x="1036" y="428"/>
                </a:lnTo>
                <a:lnTo>
                  <a:pt x="1037" y="429"/>
                </a:lnTo>
                <a:lnTo>
                  <a:pt x="1038" y="430"/>
                </a:lnTo>
                <a:lnTo>
                  <a:pt x="1039" y="431"/>
                </a:lnTo>
                <a:lnTo>
                  <a:pt x="1039" y="432"/>
                </a:lnTo>
                <a:lnTo>
                  <a:pt x="1040" y="433"/>
                </a:lnTo>
                <a:lnTo>
                  <a:pt x="1040" y="434"/>
                </a:lnTo>
                <a:lnTo>
                  <a:pt x="1041" y="434"/>
                </a:lnTo>
                <a:lnTo>
                  <a:pt x="1041" y="435"/>
                </a:lnTo>
                <a:lnTo>
                  <a:pt x="1042" y="435"/>
                </a:lnTo>
                <a:lnTo>
                  <a:pt x="1043" y="436"/>
                </a:lnTo>
                <a:lnTo>
                  <a:pt x="1043" y="437"/>
                </a:lnTo>
                <a:lnTo>
                  <a:pt x="1044" y="438"/>
                </a:lnTo>
                <a:lnTo>
                  <a:pt x="1044" y="439"/>
                </a:lnTo>
                <a:lnTo>
                  <a:pt x="1044" y="440"/>
                </a:lnTo>
                <a:lnTo>
                  <a:pt x="1044" y="441"/>
                </a:lnTo>
                <a:lnTo>
                  <a:pt x="1045" y="441"/>
                </a:lnTo>
                <a:lnTo>
                  <a:pt x="1045" y="442"/>
                </a:lnTo>
                <a:lnTo>
                  <a:pt x="1045" y="443"/>
                </a:lnTo>
                <a:lnTo>
                  <a:pt x="1046" y="444"/>
                </a:lnTo>
                <a:lnTo>
                  <a:pt x="1047" y="444"/>
                </a:lnTo>
                <a:lnTo>
                  <a:pt x="1048" y="446"/>
                </a:lnTo>
                <a:lnTo>
                  <a:pt x="1051" y="447"/>
                </a:lnTo>
                <a:lnTo>
                  <a:pt x="1052" y="447"/>
                </a:lnTo>
                <a:lnTo>
                  <a:pt x="1053" y="447"/>
                </a:lnTo>
                <a:lnTo>
                  <a:pt x="1053" y="448"/>
                </a:lnTo>
                <a:lnTo>
                  <a:pt x="1054" y="448"/>
                </a:lnTo>
                <a:lnTo>
                  <a:pt x="1054" y="449"/>
                </a:lnTo>
                <a:lnTo>
                  <a:pt x="1054" y="450"/>
                </a:lnTo>
                <a:lnTo>
                  <a:pt x="1054" y="451"/>
                </a:lnTo>
                <a:lnTo>
                  <a:pt x="1054" y="452"/>
                </a:lnTo>
                <a:lnTo>
                  <a:pt x="1053" y="452"/>
                </a:lnTo>
                <a:lnTo>
                  <a:pt x="1053" y="454"/>
                </a:lnTo>
                <a:lnTo>
                  <a:pt x="1054" y="456"/>
                </a:lnTo>
                <a:lnTo>
                  <a:pt x="1053" y="457"/>
                </a:lnTo>
                <a:lnTo>
                  <a:pt x="1053" y="460"/>
                </a:lnTo>
                <a:lnTo>
                  <a:pt x="1053" y="461"/>
                </a:lnTo>
                <a:lnTo>
                  <a:pt x="1054" y="461"/>
                </a:lnTo>
                <a:lnTo>
                  <a:pt x="1054" y="462"/>
                </a:lnTo>
                <a:lnTo>
                  <a:pt x="1055" y="462"/>
                </a:lnTo>
                <a:lnTo>
                  <a:pt x="1055" y="463"/>
                </a:lnTo>
                <a:lnTo>
                  <a:pt x="1055" y="466"/>
                </a:lnTo>
                <a:lnTo>
                  <a:pt x="1054" y="466"/>
                </a:lnTo>
                <a:lnTo>
                  <a:pt x="1049" y="466"/>
                </a:lnTo>
                <a:lnTo>
                  <a:pt x="1048" y="466"/>
                </a:lnTo>
                <a:lnTo>
                  <a:pt x="1048" y="465"/>
                </a:lnTo>
                <a:lnTo>
                  <a:pt x="1047" y="465"/>
                </a:lnTo>
                <a:lnTo>
                  <a:pt x="1047" y="464"/>
                </a:lnTo>
                <a:lnTo>
                  <a:pt x="1046" y="464"/>
                </a:lnTo>
                <a:lnTo>
                  <a:pt x="1045" y="464"/>
                </a:lnTo>
                <a:lnTo>
                  <a:pt x="1044" y="464"/>
                </a:lnTo>
                <a:lnTo>
                  <a:pt x="1043" y="464"/>
                </a:lnTo>
                <a:lnTo>
                  <a:pt x="1043" y="463"/>
                </a:lnTo>
                <a:lnTo>
                  <a:pt x="1042" y="462"/>
                </a:lnTo>
                <a:lnTo>
                  <a:pt x="1041" y="462"/>
                </a:lnTo>
                <a:lnTo>
                  <a:pt x="1040" y="463"/>
                </a:lnTo>
                <a:lnTo>
                  <a:pt x="1039" y="463"/>
                </a:lnTo>
                <a:lnTo>
                  <a:pt x="1039" y="465"/>
                </a:lnTo>
                <a:lnTo>
                  <a:pt x="1039" y="466"/>
                </a:lnTo>
                <a:lnTo>
                  <a:pt x="1039" y="467"/>
                </a:lnTo>
                <a:lnTo>
                  <a:pt x="1040" y="467"/>
                </a:lnTo>
                <a:lnTo>
                  <a:pt x="1040" y="469"/>
                </a:lnTo>
                <a:lnTo>
                  <a:pt x="1037" y="470"/>
                </a:lnTo>
                <a:lnTo>
                  <a:pt x="1036" y="470"/>
                </a:lnTo>
                <a:lnTo>
                  <a:pt x="1036" y="469"/>
                </a:lnTo>
                <a:lnTo>
                  <a:pt x="1035" y="469"/>
                </a:lnTo>
                <a:lnTo>
                  <a:pt x="1034" y="469"/>
                </a:lnTo>
                <a:lnTo>
                  <a:pt x="1034" y="472"/>
                </a:lnTo>
                <a:lnTo>
                  <a:pt x="1033" y="472"/>
                </a:lnTo>
                <a:lnTo>
                  <a:pt x="1030" y="473"/>
                </a:lnTo>
                <a:lnTo>
                  <a:pt x="1029" y="473"/>
                </a:lnTo>
                <a:lnTo>
                  <a:pt x="1029" y="472"/>
                </a:lnTo>
                <a:lnTo>
                  <a:pt x="1028" y="472"/>
                </a:lnTo>
                <a:lnTo>
                  <a:pt x="1026" y="474"/>
                </a:lnTo>
                <a:lnTo>
                  <a:pt x="1025" y="474"/>
                </a:lnTo>
                <a:lnTo>
                  <a:pt x="1024" y="475"/>
                </a:lnTo>
                <a:lnTo>
                  <a:pt x="1024" y="476"/>
                </a:lnTo>
                <a:lnTo>
                  <a:pt x="1024" y="477"/>
                </a:lnTo>
                <a:lnTo>
                  <a:pt x="1022" y="478"/>
                </a:lnTo>
                <a:lnTo>
                  <a:pt x="1021" y="478"/>
                </a:lnTo>
                <a:lnTo>
                  <a:pt x="1020" y="479"/>
                </a:lnTo>
                <a:lnTo>
                  <a:pt x="1020" y="484"/>
                </a:lnTo>
                <a:lnTo>
                  <a:pt x="1020" y="485"/>
                </a:lnTo>
                <a:lnTo>
                  <a:pt x="1021" y="485"/>
                </a:lnTo>
                <a:lnTo>
                  <a:pt x="1021" y="487"/>
                </a:lnTo>
                <a:lnTo>
                  <a:pt x="1022" y="488"/>
                </a:lnTo>
                <a:lnTo>
                  <a:pt x="1021" y="488"/>
                </a:lnTo>
                <a:lnTo>
                  <a:pt x="1021" y="489"/>
                </a:lnTo>
                <a:lnTo>
                  <a:pt x="1020" y="488"/>
                </a:lnTo>
                <a:lnTo>
                  <a:pt x="1019" y="488"/>
                </a:lnTo>
                <a:lnTo>
                  <a:pt x="1019" y="489"/>
                </a:lnTo>
                <a:lnTo>
                  <a:pt x="1019" y="488"/>
                </a:lnTo>
                <a:lnTo>
                  <a:pt x="1018" y="488"/>
                </a:lnTo>
                <a:lnTo>
                  <a:pt x="1018" y="487"/>
                </a:lnTo>
                <a:lnTo>
                  <a:pt x="1017" y="487"/>
                </a:lnTo>
                <a:lnTo>
                  <a:pt x="1016" y="487"/>
                </a:lnTo>
                <a:lnTo>
                  <a:pt x="1015" y="488"/>
                </a:lnTo>
                <a:lnTo>
                  <a:pt x="1015" y="490"/>
                </a:lnTo>
                <a:lnTo>
                  <a:pt x="1015" y="492"/>
                </a:lnTo>
                <a:lnTo>
                  <a:pt x="1014" y="492"/>
                </a:lnTo>
                <a:lnTo>
                  <a:pt x="1013" y="492"/>
                </a:lnTo>
                <a:lnTo>
                  <a:pt x="1013" y="493"/>
                </a:lnTo>
                <a:lnTo>
                  <a:pt x="1010" y="494"/>
                </a:lnTo>
                <a:lnTo>
                  <a:pt x="1009" y="494"/>
                </a:lnTo>
                <a:lnTo>
                  <a:pt x="1008" y="494"/>
                </a:lnTo>
                <a:lnTo>
                  <a:pt x="1007" y="494"/>
                </a:lnTo>
                <a:lnTo>
                  <a:pt x="1007" y="493"/>
                </a:lnTo>
                <a:lnTo>
                  <a:pt x="1006" y="493"/>
                </a:lnTo>
                <a:lnTo>
                  <a:pt x="1005" y="493"/>
                </a:lnTo>
                <a:lnTo>
                  <a:pt x="1004" y="494"/>
                </a:lnTo>
                <a:lnTo>
                  <a:pt x="1004" y="495"/>
                </a:lnTo>
                <a:lnTo>
                  <a:pt x="1004" y="496"/>
                </a:lnTo>
                <a:lnTo>
                  <a:pt x="1003" y="497"/>
                </a:lnTo>
                <a:lnTo>
                  <a:pt x="1002" y="497"/>
                </a:lnTo>
                <a:lnTo>
                  <a:pt x="1000" y="500"/>
                </a:lnTo>
                <a:lnTo>
                  <a:pt x="999" y="500"/>
                </a:lnTo>
                <a:lnTo>
                  <a:pt x="997" y="500"/>
                </a:lnTo>
                <a:lnTo>
                  <a:pt x="996" y="500"/>
                </a:lnTo>
                <a:lnTo>
                  <a:pt x="995" y="501"/>
                </a:lnTo>
                <a:lnTo>
                  <a:pt x="994" y="504"/>
                </a:lnTo>
                <a:lnTo>
                  <a:pt x="994" y="506"/>
                </a:lnTo>
                <a:lnTo>
                  <a:pt x="993" y="506"/>
                </a:lnTo>
                <a:lnTo>
                  <a:pt x="991" y="505"/>
                </a:lnTo>
                <a:lnTo>
                  <a:pt x="990" y="505"/>
                </a:lnTo>
                <a:lnTo>
                  <a:pt x="990" y="504"/>
                </a:lnTo>
                <a:lnTo>
                  <a:pt x="990" y="503"/>
                </a:lnTo>
                <a:lnTo>
                  <a:pt x="989" y="503"/>
                </a:lnTo>
                <a:lnTo>
                  <a:pt x="987" y="504"/>
                </a:lnTo>
                <a:lnTo>
                  <a:pt x="987" y="505"/>
                </a:lnTo>
                <a:lnTo>
                  <a:pt x="988" y="505"/>
                </a:lnTo>
                <a:lnTo>
                  <a:pt x="988" y="506"/>
                </a:lnTo>
                <a:lnTo>
                  <a:pt x="988" y="507"/>
                </a:lnTo>
                <a:lnTo>
                  <a:pt x="988" y="508"/>
                </a:lnTo>
                <a:lnTo>
                  <a:pt x="985" y="509"/>
                </a:lnTo>
                <a:lnTo>
                  <a:pt x="984" y="508"/>
                </a:lnTo>
                <a:lnTo>
                  <a:pt x="984" y="507"/>
                </a:lnTo>
                <a:lnTo>
                  <a:pt x="983" y="508"/>
                </a:lnTo>
                <a:lnTo>
                  <a:pt x="983" y="509"/>
                </a:lnTo>
                <a:lnTo>
                  <a:pt x="983" y="511"/>
                </a:lnTo>
                <a:lnTo>
                  <a:pt x="982" y="511"/>
                </a:lnTo>
                <a:lnTo>
                  <a:pt x="981" y="512"/>
                </a:lnTo>
                <a:lnTo>
                  <a:pt x="977" y="512"/>
                </a:lnTo>
                <a:lnTo>
                  <a:pt x="976" y="510"/>
                </a:lnTo>
                <a:lnTo>
                  <a:pt x="975" y="508"/>
                </a:lnTo>
                <a:lnTo>
                  <a:pt x="974" y="506"/>
                </a:lnTo>
                <a:lnTo>
                  <a:pt x="972" y="504"/>
                </a:lnTo>
                <a:lnTo>
                  <a:pt x="971" y="503"/>
                </a:lnTo>
                <a:lnTo>
                  <a:pt x="970" y="503"/>
                </a:lnTo>
                <a:lnTo>
                  <a:pt x="969" y="503"/>
                </a:lnTo>
                <a:lnTo>
                  <a:pt x="968" y="502"/>
                </a:lnTo>
                <a:lnTo>
                  <a:pt x="967" y="502"/>
                </a:lnTo>
                <a:lnTo>
                  <a:pt x="967" y="501"/>
                </a:lnTo>
                <a:lnTo>
                  <a:pt x="966" y="500"/>
                </a:lnTo>
                <a:lnTo>
                  <a:pt x="966" y="499"/>
                </a:lnTo>
                <a:lnTo>
                  <a:pt x="966" y="498"/>
                </a:lnTo>
                <a:lnTo>
                  <a:pt x="965" y="498"/>
                </a:lnTo>
                <a:lnTo>
                  <a:pt x="963" y="498"/>
                </a:lnTo>
                <a:lnTo>
                  <a:pt x="961" y="498"/>
                </a:lnTo>
                <a:lnTo>
                  <a:pt x="961" y="497"/>
                </a:lnTo>
                <a:lnTo>
                  <a:pt x="960" y="495"/>
                </a:lnTo>
                <a:lnTo>
                  <a:pt x="959" y="494"/>
                </a:lnTo>
                <a:lnTo>
                  <a:pt x="958" y="493"/>
                </a:lnTo>
                <a:lnTo>
                  <a:pt x="959" y="492"/>
                </a:lnTo>
                <a:lnTo>
                  <a:pt x="958" y="491"/>
                </a:lnTo>
                <a:lnTo>
                  <a:pt x="958" y="490"/>
                </a:lnTo>
                <a:lnTo>
                  <a:pt x="957" y="490"/>
                </a:lnTo>
                <a:lnTo>
                  <a:pt x="957" y="491"/>
                </a:lnTo>
                <a:lnTo>
                  <a:pt x="956" y="491"/>
                </a:lnTo>
                <a:lnTo>
                  <a:pt x="956" y="489"/>
                </a:lnTo>
                <a:lnTo>
                  <a:pt x="956" y="488"/>
                </a:lnTo>
                <a:lnTo>
                  <a:pt x="956" y="489"/>
                </a:lnTo>
                <a:lnTo>
                  <a:pt x="957" y="489"/>
                </a:lnTo>
                <a:lnTo>
                  <a:pt x="958" y="489"/>
                </a:lnTo>
                <a:lnTo>
                  <a:pt x="958" y="490"/>
                </a:lnTo>
                <a:lnTo>
                  <a:pt x="959" y="490"/>
                </a:lnTo>
                <a:lnTo>
                  <a:pt x="959" y="485"/>
                </a:lnTo>
                <a:lnTo>
                  <a:pt x="958" y="485"/>
                </a:lnTo>
                <a:lnTo>
                  <a:pt x="957" y="484"/>
                </a:lnTo>
                <a:lnTo>
                  <a:pt x="956" y="482"/>
                </a:lnTo>
                <a:lnTo>
                  <a:pt x="955" y="480"/>
                </a:lnTo>
                <a:lnTo>
                  <a:pt x="954" y="479"/>
                </a:lnTo>
                <a:lnTo>
                  <a:pt x="953" y="479"/>
                </a:lnTo>
                <a:lnTo>
                  <a:pt x="952" y="479"/>
                </a:lnTo>
                <a:lnTo>
                  <a:pt x="951" y="478"/>
                </a:lnTo>
                <a:lnTo>
                  <a:pt x="949" y="478"/>
                </a:lnTo>
                <a:lnTo>
                  <a:pt x="949" y="476"/>
                </a:lnTo>
                <a:lnTo>
                  <a:pt x="948" y="475"/>
                </a:lnTo>
                <a:lnTo>
                  <a:pt x="947" y="475"/>
                </a:lnTo>
                <a:lnTo>
                  <a:pt x="946" y="476"/>
                </a:lnTo>
                <a:lnTo>
                  <a:pt x="944" y="475"/>
                </a:lnTo>
                <a:lnTo>
                  <a:pt x="943" y="473"/>
                </a:lnTo>
                <a:lnTo>
                  <a:pt x="943" y="469"/>
                </a:lnTo>
                <a:lnTo>
                  <a:pt x="944" y="468"/>
                </a:lnTo>
                <a:lnTo>
                  <a:pt x="945" y="467"/>
                </a:lnTo>
                <a:lnTo>
                  <a:pt x="944" y="466"/>
                </a:lnTo>
                <a:lnTo>
                  <a:pt x="946" y="463"/>
                </a:lnTo>
                <a:lnTo>
                  <a:pt x="945" y="462"/>
                </a:lnTo>
                <a:lnTo>
                  <a:pt x="945" y="461"/>
                </a:lnTo>
                <a:lnTo>
                  <a:pt x="943" y="459"/>
                </a:lnTo>
                <a:lnTo>
                  <a:pt x="943" y="458"/>
                </a:lnTo>
                <a:lnTo>
                  <a:pt x="942" y="457"/>
                </a:lnTo>
                <a:lnTo>
                  <a:pt x="941" y="456"/>
                </a:lnTo>
                <a:lnTo>
                  <a:pt x="938" y="455"/>
                </a:lnTo>
                <a:lnTo>
                  <a:pt x="937" y="454"/>
                </a:lnTo>
                <a:lnTo>
                  <a:pt x="936" y="455"/>
                </a:lnTo>
                <a:lnTo>
                  <a:pt x="935" y="455"/>
                </a:lnTo>
                <a:lnTo>
                  <a:pt x="934" y="455"/>
                </a:lnTo>
                <a:lnTo>
                  <a:pt x="932" y="454"/>
                </a:lnTo>
                <a:lnTo>
                  <a:pt x="930" y="455"/>
                </a:lnTo>
                <a:lnTo>
                  <a:pt x="930" y="456"/>
                </a:lnTo>
                <a:lnTo>
                  <a:pt x="929" y="456"/>
                </a:lnTo>
                <a:lnTo>
                  <a:pt x="928" y="456"/>
                </a:lnTo>
                <a:lnTo>
                  <a:pt x="926" y="454"/>
                </a:lnTo>
                <a:lnTo>
                  <a:pt x="926" y="453"/>
                </a:lnTo>
                <a:lnTo>
                  <a:pt x="926" y="452"/>
                </a:lnTo>
                <a:lnTo>
                  <a:pt x="927" y="452"/>
                </a:lnTo>
                <a:lnTo>
                  <a:pt x="927" y="451"/>
                </a:lnTo>
                <a:lnTo>
                  <a:pt x="926" y="451"/>
                </a:lnTo>
                <a:lnTo>
                  <a:pt x="924" y="451"/>
                </a:lnTo>
                <a:lnTo>
                  <a:pt x="923" y="451"/>
                </a:lnTo>
                <a:lnTo>
                  <a:pt x="923" y="452"/>
                </a:lnTo>
                <a:lnTo>
                  <a:pt x="923" y="453"/>
                </a:lnTo>
                <a:lnTo>
                  <a:pt x="923" y="454"/>
                </a:lnTo>
                <a:lnTo>
                  <a:pt x="924" y="456"/>
                </a:lnTo>
                <a:lnTo>
                  <a:pt x="920" y="457"/>
                </a:lnTo>
                <a:lnTo>
                  <a:pt x="919" y="456"/>
                </a:lnTo>
                <a:lnTo>
                  <a:pt x="919" y="454"/>
                </a:lnTo>
                <a:lnTo>
                  <a:pt x="919" y="452"/>
                </a:lnTo>
                <a:lnTo>
                  <a:pt x="919" y="451"/>
                </a:lnTo>
                <a:lnTo>
                  <a:pt x="918" y="451"/>
                </a:lnTo>
                <a:lnTo>
                  <a:pt x="917" y="451"/>
                </a:lnTo>
                <a:lnTo>
                  <a:pt x="916" y="451"/>
                </a:lnTo>
                <a:lnTo>
                  <a:pt x="915" y="449"/>
                </a:lnTo>
                <a:lnTo>
                  <a:pt x="912" y="447"/>
                </a:lnTo>
                <a:lnTo>
                  <a:pt x="913" y="446"/>
                </a:lnTo>
                <a:lnTo>
                  <a:pt x="913" y="445"/>
                </a:lnTo>
                <a:lnTo>
                  <a:pt x="912" y="445"/>
                </a:lnTo>
                <a:lnTo>
                  <a:pt x="911" y="444"/>
                </a:lnTo>
                <a:lnTo>
                  <a:pt x="911" y="445"/>
                </a:lnTo>
                <a:lnTo>
                  <a:pt x="909" y="445"/>
                </a:lnTo>
                <a:lnTo>
                  <a:pt x="908" y="445"/>
                </a:lnTo>
                <a:lnTo>
                  <a:pt x="907" y="444"/>
                </a:lnTo>
                <a:lnTo>
                  <a:pt x="906" y="444"/>
                </a:lnTo>
                <a:lnTo>
                  <a:pt x="906" y="446"/>
                </a:lnTo>
                <a:lnTo>
                  <a:pt x="905" y="446"/>
                </a:lnTo>
                <a:lnTo>
                  <a:pt x="903" y="447"/>
                </a:lnTo>
                <a:lnTo>
                  <a:pt x="903" y="446"/>
                </a:lnTo>
                <a:lnTo>
                  <a:pt x="903" y="445"/>
                </a:lnTo>
                <a:lnTo>
                  <a:pt x="901" y="445"/>
                </a:lnTo>
                <a:lnTo>
                  <a:pt x="900" y="444"/>
                </a:lnTo>
                <a:lnTo>
                  <a:pt x="899" y="443"/>
                </a:lnTo>
                <a:lnTo>
                  <a:pt x="898" y="443"/>
                </a:lnTo>
                <a:lnTo>
                  <a:pt x="898" y="444"/>
                </a:lnTo>
                <a:lnTo>
                  <a:pt x="896" y="445"/>
                </a:lnTo>
                <a:lnTo>
                  <a:pt x="895" y="447"/>
                </a:lnTo>
                <a:lnTo>
                  <a:pt x="894" y="447"/>
                </a:lnTo>
                <a:lnTo>
                  <a:pt x="893" y="446"/>
                </a:lnTo>
                <a:lnTo>
                  <a:pt x="891" y="446"/>
                </a:lnTo>
                <a:lnTo>
                  <a:pt x="891" y="447"/>
                </a:lnTo>
                <a:lnTo>
                  <a:pt x="890" y="447"/>
                </a:lnTo>
                <a:lnTo>
                  <a:pt x="889" y="448"/>
                </a:lnTo>
                <a:lnTo>
                  <a:pt x="888" y="449"/>
                </a:lnTo>
                <a:lnTo>
                  <a:pt x="887" y="449"/>
                </a:lnTo>
                <a:lnTo>
                  <a:pt x="887" y="448"/>
                </a:lnTo>
                <a:lnTo>
                  <a:pt x="886" y="448"/>
                </a:lnTo>
                <a:lnTo>
                  <a:pt x="885" y="448"/>
                </a:lnTo>
                <a:lnTo>
                  <a:pt x="886" y="449"/>
                </a:lnTo>
                <a:lnTo>
                  <a:pt x="885" y="454"/>
                </a:lnTo>
                <a:lnTo>
                  <a:pt x="883" y="455"/>
                </a:lnTo>
                <a:lnTo>
                  <a:pt x="883" y="454"/>
                </a:lnTo>
                <a:lnTo>
                  <a:pt x="882" y="454"/>
                </a:lnTo>
                <a:lnTo>
                  <a:pt x="879" y="454"/>
                </a:lnTo>
                <a:lnTo>
                  <a:pt x="878" y="455"/>
                </a:lnTo>
                <a:lnTo>
                  <a:pt x="878" y="457"/>
                </a:lnTo>
                <a:lnTo>
                  <a:pt x="878" y="458"/>
                </a:lnTo>
                <a:lnTo>
                  <a:pt x="879" y="459"/>
                </a:lnTo>
                <a:lnTo>
                  <a:pt x="878" y="459"/>
                </a:lnTo>
                <a:lnTo>
                  <a:pt x="877" y="459"/>
                </a:lnTo>
                <a:lnTo>
                  <a:pt x="876" y="459"/>
                </a:lnTo>
                <a:lnTo>
                  <a:pt x="875" y="463"/>
                </a:lnTo>
                <a:lnTo>
                  <a:pt x="875" y="464"/>
                </a:lnTo>
                <a:lnTo>
                  <a:pt x="876" y="464"/>
                </a:lnTo>
                <a:lnTo>
                  <a:pt x="876" y="465"/>
                </a:lnTo>
                <a:lnTo>
                  <a:pt x="877" y="465"/>
                </a:lnTo>
                <a:lnTo>
                  <a:pt x="877" y="466"/>
                </a:lnTo>
                <a:lnTo>
                  <a:pt x="876" y="467"/>
                </a:lnTo>
                <a:lnTo>
                  <a:pt x="875" y="467"/>
                </a:lnTo>
                <a:lnTo>
                  <a:pt x="875" y="468"/>
                </a:lnTo>
                <a:lnTo>
                  <a:pt x="875" y="470"/>
                </a:lnTo>
                <a:lnTo>
                  <a:pt x="875" y="472"/>
                </a:lnTo>
                <a:lnTo>
                  <a:pt x="875" y="473"/>
                </a:lnTo>
                <a:lnTo>
                  <a:pt x="874" y="473"/>
                </a:lnTo>
                <a:lnTo>
                  <a:pt x="874" y="474"/>
                </a:lnTo>
                <a:lnTo>
                  <a:pt x="874" y="477"/>
                </a:lnTo>
                <a:lnTo>
                  <a:pt x="873" y="477"/>
                </a:lnTo>
                <a:lnTo>
                  <a:pt x="873" y="478"/>
                </a:lnTo>
                <a:lnTo>
                  <a:pt x="873" y="479"/>
                </a:lnTo>
                <a:lnTo>
                  <a:pt x="873" y="480"/>
                </a:lnTo>
                <a:lnTo>
                  <a:pt x="874" y="481"/>
                </a:lnTo>
                <a:lnTo>
                  <a:pt x="872" y="482"/>
                </a:lnTo>
                <a:lnTo>
                  <a:pt x="872" y="484"/>
                </a:lnTo>
                <a:lnTo>
                  <a:pt x="872" y="485"/>
                </a:lnTo>
                <a:lnTo>
                  <a:pt x="871" y="485"/>
                </a:lnTo>
                <a:lnTo>
                  <a:pt x="871" y="487"/>
                </a:lnTo>
                <a:lnTo>
                  <a:pt x="871" y="488"/>
                </a:lnTo>
                <a:lnTo>
                  <a:pt x="872" y="488"/>
                </a:lnTo>
                <a:lnTo>
                  <a:pt x="873" y="488"/>
                </a:lnTo>
                <a:lnTo>
                  <a:pt x="874" y="488"/>
                </a:lnTo>
                <a:lnTo>
                  <a:pt x="874" y="489"/>
                </a:lnTo>
                <a:lnTo>
                  <a:pt x="875" y="489"/>
                </a:lnTo>
                <a:lnTo>
                  <a:pt x="875" y="488"/>
                </a:lnTo>
                <a:lnTo>
                  <a:pt x="876" y="488"/>
                </a:lnTo>
                <a:lnTo>
                  <a:pt x="877" y="487"/>
                </a:lnTo>
                <a:lnTo>
                  <a:pt x="878" y="488"/>
                </a:lnTo>
                <a:lnTo>
                  <a:pt x="878" y="489"/>
                </a:lnTo>
                <a:lnTo>
                  <a:pt x="879" y="489"/>
                </a:lnTo>
                <a:lnTo>
                  <a:pt x="880" y="489"/>
                </a:lnTo>
                <a:lnTo>
                  <a:pt x="882" y="489"/>
                </a:lnTo>
                <a:lnTo>
                  <a:pt x="883" y="488"/>
                </a:lnTo>
                <a:lnTo>
                  <a:pt x="884" y="488"/>
                </a:lnTo>
                <a:lnTo>
                  <a:pt x="884" y="487"/>
                </a:lnTo>
                <a:lnTo>
                  <a:pt x="885" y="487"/>
                </a:lnTo>
                <a:lnTo>
                  <a:pt x="885" y="488"/>
                </a:lnTo>
                <a:lnTo>
                  <a:pt x="886" y="489"/>
                </a:lnTo>
                <a:lnTo>
                  <a:pt x="887" y="489"/>
                </a:lnTo>
                <a:lnTo>
                  <a:pt x="887" y="492"/>
                </a:lnTo>
                <a:lnTo>
                  <a:pt x="887" y="493"/>
                </a:lnTo>
                <a:lnTo>
                  <a:pt x="887" y="494"/>
                </a:lnTo>
                <a:lnTo>
                  <a:pt x="886" y="494"/>
                </a:lnTo>
                <a:lnTo>
                  <a:pt x="886" y="495"/>
                </a:lnTo>
                <a:lnTo>
                  <a:pt x="885" y="498"/>
                </a:lnTo>
                <a:lnTo>
                  <a:pt x="884" y="498"/>
                </a:lnTo>
                <a:lnTo>
                  <a:pt x="884" y="499"/>
                </a:lnTo>
                <a:lnTo>
                  <a:pt x="885" y="499"/>
                </a:lnTo>
                <a:lnTo>
                  <a:pt x="885" y="500"/>
                </a:lnTo>
                <a:lnTo>
                  <a:pt x="885" y="506"/>
                </a:lnTo>
                <a:lnTo>
                  <a:pt x="885" y="507"/>
                </a:lnTo>
                <a:lnTo>
                  <a:pt x="885" y="508"/>
                </a:lnTo>
                <a:lnTo>
                  <a:pt x="884" y="507"/>
                </a:lnTo>
                <a:lnTo>
                  <a:pt x="883" y="507"/>
                </a:lnTo>
                <a:lnTo>
                  <a:pt x="882" y="507"/>
                </a:lnTo>
                <a:lnTo>
                  <a:pt x="882" y="506"/>
                </a:lnTo>
                <a:lnTo>
                  <a:pt x="881" y="506"/>
                </a:lnTo>
                <a:lnTo>
                  <a:pt x="880" y="506"/>
                </a:lnTo>
                <a:lnTo>
                  <a:pt x="879" y="506"/>
                </a:lnTo>
                <a:lnTo>
                  <a:pt x="879" y="505"/>
                </a:lnTo>
                <a:lnTo>
                  <a:pt x="878" y="506"/>
                </a:lnTo>
                <a:lnTo>
                  <a:pt x="877" y="508"/>
                </a:lnTo>
                <a:lnTo>
                  <a:pt x="877" y="509"/>
                </a:lnTo>
                <a:lnTo>
                  <a:pt x="877" y="510"/>
                </a:lnTo>
                <a:lnTo>
                  <a:pt x="878" y="510"/>
                </a:lnTo>
                <a:lnTo>
                  <a:pt x="879" y="512"/>
                </a:lnTo>
                <a:lnTo>
                  <a:pt x="879" y="513"/>
                </a:lnTo>
                <a:lnTo>
                  <a:pt x="880" y="514"/>
                </a:lnTo>
                <a:lnTo>
                  <a:pt x="882" y="515"/>
                </a:lnTo>
                <a:lnTo>
                  <a:pt x="883" y="517"/>
                </a:lnTo>
                <a:lnTo>
                  <a:pt x="883" y="518"/>
                </a:lnTo>
                <a:lnTo>
                  <a:pt x="884" y="519"/>
                </a:lnTo>
                <a:lnTo>
                  <a:pt x="884" y="520"/>
                </a:lnTo>
                <a:lnTo>
                  <a:pt x="884" y="521"/>
                </a:lnTo>
                <a:lnTo>
                  <a:pt x="884" y="523"/>
                </a:lnTo>
                <a:lnTo>
                  <a:pt x="885" y="524"/>
                </a:lnTo>
                <a:lnTo>
                  <a:pt x="885" y="526"/>
                </a:lnTo>
                <a:lnTo>
                  <a:pt x="884" y="529"/>
                </a:lnTo>
                <a:lnTo>
                  <a:pt x="885" y="529"/>
                </a:lnTo>
                <a:lnTo>
                  <a:pt x="886" y="529"/>
                </a:lnTo>
                <a:lnTo>
                  <a:pt x="885" y="531"/>
                </a:lnTo>
                <a:lnTo>
                  <a:pt x="885" y="532"/>
                </a:lnTo>
                <a:lnTo>
                  <a:pt x="886" y="532"/>
                </a:lnTo>
                <a:lnTo>
                  <a:pt x="885" y="532"/>
                </a:lnTo>
                <a:lnTo>
                  <a:pt x="886" y="532"/>
                </a:lnTo>
                <a:lnTo>
                  <a:pt x="886" y="534"/>
                </a:lnTo>
                <a:lnTo>
                  <a:pt x="887" y="534"/>
                </a:lnTo>
                <a:lnTo>
                  <a:pt x="887" y="535"/>
                </a:lnTo>
                <a:lnTo>
                  <a:pt x="888" y="536"/>
                </a:lnTo>
                <a:lnTo>
                  <a:pt x="888" y="537"/>
                </a:lnTo>
                <a:lnTo>
                  <a:pt x="889" y="537"/>
                </a:lnTo>
                <a:lnTo>
                  <a:pt x="889" y="538"/>
                </a:lnTo>
                <a:lnTo>
                  <a:pt x="890" y="538"/>
                </a:lnTo>
                <a:lnTo>
                  <a:pt x="890" y="539"/>
                </a:lnTo>
                <a:lnTo>
                  <a:pt x="892" y="542"/>
                </a:lnTo>
                <a:lnTo>
                  <a:pt x="892" y="543"/>
                </a:lnTo>
                <a:lnTo>
                  <a:pt x="893" y="545"/>
                </a:lnTo>
                <a:lnTo>
                  <a:pt x="893" y="546"/>
                </a:lnTo>
                <a:lnTo>
                  <a:pt x="894" y="547"/>
                </a:lnTo>
                <a:lnTo>
                  <a:pt x="893" y="547"/>
                </a:lnTo>
                <a:lnTo>
                  <a:pt x="892" y="547"/>
                </a:lnTo>
                <a:lnTo>
                  <a:pt x="891" y="547"/>
                </a:lnTo>
                <a:lnTo>
                  <a:pt x="891" y="548"/>
                </a:lnTo>
                <a:lnTo>
                  <a:pt x="890" y="549"/>
                </a:lnTo>
                <a:lnTo>
                  <a:pt x="887" y="549"/>
                </a:lnTo>
                <a:lnTo>
                  <a:pt x="885" y="549"/>
                </a:lnTo>
                <a:lnTo>
                  <a:pt x="881" y="550"/>
                </a:lnTo>
                <a:lnTo>
                  <a:pt x="881" y="551"/>
                </a:lnTo>
                <a:lnTo>
                  <a:pt x="881" y="552"/>
                </a:lnTo>
                <a:lnTo>
                  <a:pt x="880" y="553"/>
                </a:lnTo>
                <a:lnTo>
                  <a:pt x="879" y="552"/>
                </a:lnTo>
                <a:lnTo>
                  <a:pt x="878" y="552"/>
                </a:lnTo>
                <a:lnTo>
                  <a:pt x="876" y="552"/>
                </a:lnTo>
                <a:lnTo>
                  <a:pt x="875" y="553"/>
                </a:lnTo>
                <a:lnTo>
                  <a:pt x="873" y="555"/>
                </a:lnTo>
                <a:lnTo>
                  <a:pt x="872" y="555"/>
                </a:lnTo>
                <a:lnTo>
                  <a:pt x="871" y="555"/>
                </a:lnTo>
                <a:lnTo>
                  <a:pt x="871" y="554"/>
                </a:lnTo>
                <a:lnTo>
                  <a:pt x="871" y="553"/>
                </a:lnTo>
                <a:lnTo>
                  <a:pt x="870" y="553"/>
                </a:lnTo>
                <a:lnTo>
                  <a:pt x="869" y="554"/>
                </a:lnTo>
                <a:lnTo>
                  <a:pt x="867" y="555"/>
                </a:lnTo>
                <a:lnTo>
                  <a:pt x="866" y="555"/>
                </a:lnTo>
                <a:lnTo>
                  <a:pt x="865" y="555"/>
                </a:lnTo>
                <a:lnTo>
                  <a:pt x="865" y="554"/>
                </a:lnTo>
                <a:lnTo>
                  <a:pt x="864" y="553"/>
                </a:lnTo>
                <a:lnTo>
                  <a:pt x="863" y="553"/>
                </a:lnTo>
                <a:lnTo>
                  <a:pt x="862" y="553"/>
                </a:lnTo>
                <a:lnTo>
                  <a:pt x="862" y="554"/>
                </a:lnTo>
                <a:lnTo>
                  <a:pt x="861" y="555"/>
                </a:lnTo>
                <a:lnTo>
                  <a:pt x="857" y="557"/>
                </a:lnTo>
                <a:lnTo>
                  <a:pt x="856" y="558"/>
                </a:lnTo>
                <a:lnTo>
                  <a:pt x="855" y="561"/>
                </a:lnTo>
                <a:lnTo>
                  <a:pt x="855" y="563"/>
                </a:lnTo>
                <a:lnTo>
                  <a:pt x="856" y="564"/>
                </a:lnTo>
                <a:lnTo>
                  <a:pt x="856" y="565"/>
                </a:lnTo>
                <a:lnTo>
                  <a:pt x="856" y="566"/>
                </a:lnTo>
                <a:lnTo>
                  <a:pt x="855" y="567"/>
                </a:lnTo>
                <a:lnTo>
                  <a:pt x="855" y="568"/>
                </a:lnTo>
                <a:lnTo>
                  <a:pt x="855" y="567"/>
                </a:lnTo>
                <a:lnTo>
                  <a:pt x="853" y="566"/>
                </a:lnTo>
                <a:lnTo>
                  <a:pt x="851" y="565"/>
                </a:lnTo>
                <a:lnTo>
                  <a:pt x="849" y="564"/>
                </a:lnTo>
                <a:lnTo>
                  <a:pt x="849" y="565"/>
                </a:lnTo>
                <a:lnTo>
                  <a:pt x="848" y="567"/>
                </a:lnTo>
                <a:lnTo>
                  <a:pt x="846" y="569"/>
                </a:lnTo>
                <a:lnTo>
                  <a:pt x="847" y="572"/>
                </a:lnTo>
                <a:lnTo>
                  <a:pt x="848" y="574"/>
                </a:lnTo>
                <a:lnTo>
                  <a:pt x="848" y="575"/>
                </a:lnTo>
                <a:lnTo>
                  <a:pt x="847" y="576"/>
                </a:lnTo>
                <a:lnTo>
                  <a:pt x="847" y="577"/>
                </a:lnTo>
                <a:lnTo>
                  <a:pt x="847" y="578"/>
                </a:lnTo>
                <a:lnTo>
                  <a:pt x="848" y="578"/>
                </a:lnTo>
                <a:lnTo>
                  <a:pt x="848" y="579"/>
                </a:lnTo>
                <a:lnTo>
                  <a:pt x="848" y="580"/>
                </a:lnTo>
                <a:lnTo>
                  <a:pt x="847" y="581"/>
                </a:lnTo>
                <a:lnTo>
                  <a:pt x="846" y="580"/>
                </a:lnTo>
                <a:lnTo>
                  <a:pt x="845" y="580"/>
                </a:lnTo>
                <a:lnTo>
                  <a:pt x="844" y="579"/>
                </a:lnTo>
                <a:lnTo>
                  <a:pt x="843" y="581"/>
                </a:lnTo>
                <a:lnTo>
                  <a:pt x="843" y="582"/>
                </a:lnTo>
                <a:lnTo>
                  <a:pt x="843" y="583"/>
                </a:lnTo>
                <a:lnTo>
                  <a:pt x="843" y="585"/>
                </a:lnTo>
                <a:lnTo>
                  <a:pt x="843" y="586"/>
                </a:lnTo>
                <a:lnTo>
                  <a:pt x="844" y="588"/>
                </a:lnTo>
                <a:lnTo>
                  <a:pt x="845" y="589"/>
                </a:lnTo>
                <a:lnTo>
                  <a:pt x="846" y="589"/>
                </a:lnTo>
                <a:lnTo>
                  <a:pt x="846" y="590"/>
                </a:lnTo>
                <a:lnTo>
                  <a:pt x="846" y="591"/>
                </a:lnTo>
                <a:lnTo>
                  <a:pt x="845" y="592"/>
                </a:lnTo>
                <a:lnTo>
                  <a:pt x="844" y="592"/>
                </a:lnTo>
                <a:lnTo>
                  <a:pt x="843" y="593"/>
                </a:lnTo>
                <a:lnTo>
                  <a:pt x="844" y="596"/>
                </a:lnTo>
                <a:lnTo>
                  <a:pt x="844" y="597"/>
                </a:lnTo>
                <a:lnTo>
                  <a:pt x="845" y="598"/>
                </a:lnTo>
                <a:lnTo>
                  <a:pt x="846" y="598"/>
                </a:lnTo>
                <a:lnTo>
                  <a:pt x="847" y="597"/>
                </a:lnTo>
                <a:lnTo>
                  <a:pt x="847" y="596"/>
                </a:lnTo>
                <a:lnTo>
                  <a:pt x="849" y="596"/>
                </a:lnTo>
                <a:lnTo>
                  <a:pt x="849" y="597"/>
                </a:lnTo>
                <a:lnTo>
                  <a:pt x="848" y="597"/>
                </a:lnTo>
                <a:lnTo>
                  <a:pt x="849" y="598"/>
                </a:lnTo>
                <a:lnTo>
                  <a:pt x="849" y="599"/>
                </a:lnTo>
                <a:lnTo>
                  <a:pt x="850" y="600"/>
                </a:lnTo>
                <a:lnTo>
                  <a:pt x="851" y="602"/>
                </a:lnTo>
                <a:lnTo>
                  <a:pt x="852" y="602"/>
                </a:lnTo>
                <a:lnTo>
                  <a:pt x="853" y="602"/>
                </a:lnTo>
                <a:lnTo>
                  <a:pt x="854" y="603"/>
                </a:lnTo>
                <a:lnTo>
                  <a:pt x="854" y="604"/>
                </a:lnTo>
                <a:lnTo>
                  <a:pt x="853" y="605"/>
                </a:lnTo>
                <a:lnTo>
                  <a:pt x="853" y="607"/>
                </a:lnTo>
                <a:lnTo>
                  <a:pt x="853" y="609"/>
                </a:lnTo>
                <a:lnTo>
                  <a:pt x="853" y="610"/>
                </a:lnTo>
                <a:lnTo>
                  <a:pt x="853" y="611"/>
                </a:lnTo>
                <a:lnTo>
                  <a:pt x="852" y="611"/>
                </a:lnTo>
                <a:lnTo>
                  <a:pt x="851" y="610"/>
                </a:lnTo>
                <a:lnTo>
                  <a:pt x="850" y="610"/>
                </a:lnTo>
                <a:lnTo>
                  <a:pt x="850" y="611"/>
                </a:lnTo>
                <a:lnTo>
                  <a:pt x="849" y="611"/>
                </a:lnTo>
                <a:lnTo>
                  <a:pt x="849" y="614"/>
                </a:lnTo>
                <a:lnTo>
                  <a:pt x="850" y="615"/>
                </a:lnTo>
                <a:lnTo>
                  <a:pt x="850" y="616"/>
                </a:lnTo>
                <a:lnTo>
                  <a:pt x="850" y="617"/>
                </a:lnTo>
                <a:lnTo>
                  <a:pt x="851" y="618"/>
                </a:lnTo>
                <a:lnTo>
                  <a:pt x="851" y="619"/>
                </a:lnTo>
                <a:lnTo>
                  <a:pt x="850" y="619"/>
                </a:lnTo>
                <a:lnTo>
                  <a:pt x="849" y="620"/>
                </a:lnTo>
                <a:lnTo>
                  <a:pt x="849" y="622"/>
                </a:lnTo>
                <a:lnTo>
                  <a:pt x="849" y="623"/>
                </a:lnTo>
                <a:lnTo>
                  <a:pt x="849" y="624"/>
                </a:lnTo>
                <a:lnTo>
                  <a:pt x="850" y="624"/>
                </a:lnTo>
                <a:lnTo>
                  <a:pt x="850" y="625"/>
                </a:lnTo>
                <a:lnTo>
                  <a:pt x="849" y="626"/>
                </a:lnTo>
                <a:lnTo>
                  <a:pt x="848" y="626"/>
                </a:lnTo>
                <a:lnTo>
                  <a:pt x="847" y="626"/>
                </a:lnTo>
                <a:lnTo>
                  <a:pt x="847" y="627"/>
                </a:lnTo>
                <a:lnTo>
                  <a:pt x="847" y="628"/>
                </a:lnTo>
                <a:lnTo>
                  <a:pt x="849" y="628"/>
                </a:lnTo>
                <a:lnTo>
                  <a:pt x="850" y="628"/>
                </a:lnTo>
                <a:lnTo>
                  <a:pt x="849" y="629"/>
                </a:lnTo>
                <a:lnTo>
                  <a:pt x="847" y="631"/>
                </a:lnTo>
                <a:lnTo>
                  <a:pt x="846" y="631"/>
                </a:lnTo>
                <a:lnTo>
                  <a:pt x="845" y="631"/>
                </a:lnTo>
                <a:lnTo>
                  <a:pt x="844" y="632"/>
                </a:lnTo>
                <a:lnTo>
                  <a:pt x="844" y="633"/>
                </a:lnTo>
                <a:lnTo>
                  <a:pt x="844" y="634"/>
                </a:lnTo>
                <a:lnTo>
                  <a:pt x="845" y="635"/>
                </a:lnTo>
                <a:lnTo>
                  <a:pt x="846" y="638"/>
                </a:lnTo>
                <a:lnTo>
                  <a:pt x="846" y="640"/>
                </a:lnTo>
                <a:lnTo>
                  <a:pt x="847" y="642"/>
                </a:lnTo>
                <a:lnTo>
                  <a:pt x="847" y="644"/>
                </a:lnTo>
                <a:lnTo>
                  <a:pt x="846" y="644"/>
                </a:lnTo>
                <a:lnTo>
                  <a:pt x="845" y="644"/>
                </a:lnTo>
                <a:lnTo>
                  <a:pt x="844" y="644"/>
                </a:lnTo>
                <a:lnTo>
                  <a:pt x="844" y="645"/>
                </a:lnTo>
                <a:lnTo>
                  <a:pt x="845" y="645"/>
                </a:lnTo>
                <a:lnTo>
                  <a:pt x="845" y="646"/>
                </a:lnTo>
                <a:lnTo>
                  <a:pt x="844" y="646"/>
                </a:lnTo>
                <a:lnTo>
                  <a:pt x="843" y="645"/>
                </a:lnTo>
                <a:lnTo>
                  <a:pt x="841" y="646"/>
                </a:lnTo>
                <a:lnTo>
                  <a:pt x="840" y="646"/>
                </a:lnTo>
                <a:lnTo>
                  <a:pt x="838" y="646"/>
                </a:lnTo>
                <a:lnTo>
                  <a:pt x="837" y="646"/>
                </a:lnTo>
                <a:lnTo>
                  <a:pt x="837" y="647"/>
                </a:lnTo>
                <a:lnTo>
                  <a:pt x="837" y="648"/>
                </a:lnTo>
                <a:lnTo>
                  <a:pt x="836" y="648"/>
                </a:lnTo>
                <a:lnTo>
                  <a:pt x="836" y="649"/>
                </a:lnTo>
                <a:lnTo>
                  <a:pt x="831" y="651"/>
                </a:lnTo>
                <a:lnTo>
                  <a:pt x="831" y="650"/>
                </a:lnTo>
                <a:lnTo>
                  <a:pt x="830" y="650"/>
                </a:lnTo>
                <a:lnTo>
                  <a:pt x="829" y="650"/>
                </a:lnTo>
                <a:lnTo>
                  <a:pt x="829" y="651"/>
                </a:lnTo>
                <a:lnTo>
                  <a:pt x="828" y="651"/>
                </a:lnTo>
                <a:lnTo>
                  <a:pt x="826" y="652"/>
                </a:lnTo>
                <a:lnTo>
                  <a:pt x="826" y="653"/>
                </a:lnTo>
                <a:lnTo>
                  <a:pt x="825" y="653"/>
                </a:lnTo>
                <a:lnTo>
                  <a:pt x="825" y="655"/>
                </a:lnTo>
                <a:lnTo>
                  <a:pt x="825" y="656"/>
                </a:lnTo>
                <a:lnTo>
                  <a:pt x="826" y="656"/>
                </a:lnTo>
                <a:lnTo>
                  <a:pt x="825" y="658"/>
                </a:lnTo>
                <a:lnTo>
                  <a:pt x="823" y="659"/>
                </a:lnTo>
                <a:lnTo>
                  <a:pt x="822" y="659"/>
                </a:lnTo>
                <a:lnTo>
                  <a:pt x="820" y="659"/>
                </a:lnTo>
                <a:lnTo>
                  <a:pt x="818" y="660"/>
                </a:lnTo>
                <a:lnTo>
                  <a:pt x="817" y="661"/>
                </a:lnTo>
                <a:lnTo>
                  <a:pt x="813" y="660"/>
                </a:lnTo>
                <a:lnTo>
                  <a:pt x="813" y="659"/>
                </a:lnTo>
                <a:lnTo>
                  <a:pt x="811" y="659"/>
                </a:lnTo>
                <a:lnTo>
                  <a:pt x="810" y="659"/>
                </a:lnTo>
                <a:lnTo>
                  <a:pt x="809" y="659"/>
                </a:lnTo>
                <a:lnTo>
                  <a:pt x="808" y="660"/>
                </a:lnTo>
                <a:lnTo>
                  <a:pt x="808" y="661"/>
                </a:lnTo>
                <a:lnTo>
                  <a:pt x="806" y="660"/>
                </a:lnTo>
                <a:lnTo>
                  <a:pt x="806" y="659"/>
                </a:lnTo>
                <a:lnTo>
                  <a:pt x="806" y="658"/>
                </a:lnTo>
                <a:lnTo>
                  <a:pt x="805" y="658"/>
                </a:lnTo>
                <a:lnTo>
                  <a:pt x="804" y="659"/>
                </a:lnTo>
                <a:lnTo>
                  <a:pt x="804" y="660"/>
                </a:lnTo>
                <a:lnTo>
                  <a:pt x="802" y="660"/>
                </a:lnTo>
                <a:lnTo>
                  <a:pt x="801" y="660"/>
                </a:lnTo>
                <a:lnTo>
                  <a:pt x="800" y="660"/>
                </a:lnTo>
                <a:lnTo>
                  <a:pt x="800" y="659"/>
                </a:lnTo>
                <a:lnTo>
                  <a:pt x="799" y="658"/>
                </a:lnTo>
                <a:lnTo>
                  <a:pt x="796" y="658"/>
                </a:lnTo>
                <a:lnTo>
                  <a:pt x="795" y="657"/>
                </a:lnTo>
                <a:lnTo>
                  <a:pt x="795" y="656"/>
                </a:lnTo>
                <a:lnTo>
                  <a:pt x="795" y="655"/>
                </a:lnTo>
                <a:lnTo>
                  <a:pt x="794" y="654"/>
                </a:lnTo>
                <a:lnTo>
                  <a:pt x="794" y="653"/>
                </a:lnTo>
                <a:lnTo>
                  <a:pt x="793" y="653"/>
                </a:lnTo>
                <a:lnTo>
                  <a:pt x="792" y="653"/>
                </a:lnTo>
                <a:lnTo>
                  <a:pt x="791" y="652"/>
                </a:lnTo>
                <a:lnTo>
                  <a:pt x="791" y="651"/>
                </a:lnTo>
                <a:lnTo>
                  <a:pt x="791" y="650"/>
                </a:lnTo>
                <a:lnTo>
                  <a:pt x="792" y="650"/>
                </a:lnTo>
                <a:lnTo>
                  <a:pt x="792" y="649"/>
                </a:lnTo>
                <a:lnTo>
                  <a:pt x="793" y="649"/>
                </a:lnTo>
                <a:lnTo>
                  <a:pt x="793" y="648"/>
                </a:lnTo>
                <a:lnTo>
                  <a:pt x="792" y="648"/>
                </a:lnTo>
                <a:lnTo>
                  <a:pt x="790" y="648"/>
                </a:lnTo>
                <a:lnTo>
                  <a:pt x="789" y="648"/>
                </a:lnTo>
                <a:lnTo>
                  <a:pt x="785" y="648"/>
                </a:lnTo>
                <a:lnTo>
                  <a:pt x="785" y="650"/>
                </a:lnTo>
                <a:lnTo>
                  <a:pt x="784" y="651"/>
                </a:lnTo>
                <a:lnTo>
                  <a:pt x="783" y="651"/>
                </a:lnTo>
                <a:lnTo>
                  <a:pt x="782" y="651"/>
                </a:lnTo>
                <a:lnTo>
                  <a:pt x="781" y="652"/>
                </a:lnTo>
                <a:lnTo>
                  <a:pt x="780" y="653"/>
                </a:lnTo>
                <a:lnTo>
                  <a:pt x="779" y="654"/>
                </a:lnTo>
                <a:lnTo>
                  <a:pt x="781" y="655"/>
                </a:lnTo>
                <a:lnTo>
                  <a:pt x="781" y="656"/>
                </a:lnTo>
                <a:lnTo>
                  <a:pt x="781" y="658"/>
                </a:lnTo>
                <a:lnTo>
                  <a:pt x="780" y="658"/>
                </a:lnTo>
                <a:lnTo>
                  <a:pt x="780" y="659"/>
                </a:lnTo>
                <a:lnTo>
                  <a:pt x="780" y="660"/>
                </a:lnTo>
                <a:lnTo>
                  <a:pt x="780" y="663"/>
                </a:lnTo>
                <a:lnTo>
                  <a:pt x="782" y="662"/>
                </a:lnTo>
                <a:lnTo>
                  <a:pt x="783" y="663"/>
                </a:lnTo>
                <a:lnTo>
                  <a:pt x="783" y="664"/>
                </a:lnTo>
                <a:lnTo>
                  <a:pt x="784" y="664"/>
                </a:lnTo>
                <a:lnTo>
                  <a:pt x="784" y="666"/>
                </a:lnTo>
                <a:lnTo>
                  <a:pt x="785" y="669"/>
                </a:lnTo>
                <a:lnTo>
                  <a:pt x="785" y="670"/>
                </a:lnTo>
                <a:lnTo>
                  <a:pt x="785" y="671"/>
                </a:lnTo>
                <a:lnTo>
                  <a:pt x="785" y="672"/>
                </a:lnTo>
                <a:lnTo>
                  <a:pt x="787" y="673"/>
                </a:lnTo>
                <a:lnTo>
                  <a:pt x="787" y="674"/>
                </a:lnTo>
                <a:lnTo>
                  <a:pt x="787" y="675"/>
                </a:lnTo>
                <a:lnTo>
                  <a:pt x="786" y="676"/>
                </a:lnTo>
                <a:lnTo>
                  <a:pt x="785" y="676"/>
                </a:lnTo>
                <a:lnTo>
                  <a:pt x="784" y="676"/>
                </a:lnTo>
                <a:lnTo>
                  <a:pt x="783" y="676"/>
                </a:lnTo>
                <a:lnTo>
                  <a:pt x="782" y="676"/>
                </a:lnTo>
                <a:lnTo>
                  <a:pt x="781" y="676"/>
                </a:lnTo>
                <a:lnTo>
                  <a:pt x="781" y="677"/>
                </a:lnTo>
                <a:lnTo>
                  <a:pt x="782" y="678"/>
                </a:lnTo>
                <a:lnTo>
                  <a:pt x="782" y="679"/>
                </a:lnTo>
                <a:lnTo>
                  <a:pt x="783" y="680"/>
                </a:lnTo>
                <a:lnTo>
                  <a:pt x="782" y="680"/>
                </a:lnTo>
                <a:lnTo>
                  <a:pt x="782" y="681"/>
                </a:lnTo>
                <a:lnTo>
                  <a:pt x="780" y="682"/>
                </a:lnTo>
                <a:lnTo>
                  <a:pt x="780" y="683"/>
                </a:lnTo>
                <a:lnTo>
                  <a:pt x="780" y="685"/>
                </a:lnTo>
                <a:lnTo>
                  <a:pt x="780" y="686"/>
                </a:lnTo>
                <a:lnTo>
                  <a:pt x="781" y="686"/>
                </a:lnTo>
                <a:lnTo>
                  <a:pt x="782" y="686"/>
                </a:lnTo>
                <a:lnTo>
                  <a:pt x="783" y="686"/>
                </a:lnTo>
                <a:lnTo>
                  <a:pt x="784" y="686"/>
                </a:lnTo>
                <a:lnTo>
                  <a:pt x="786" y="686"/>
                </a:lnTo>
                <a:lnTo>
                  <a:pt x="789" y="689"/>
                </a:lnTo>
                <a:lnTo>
                  <a:pt x="789" y="690"/>
                </a:lnTo>
                <a:lnTo>
                  <a:pt x="790" y="691"/>
                </a:lnTo>
                <a:lnTo>
                  <a:pt x="790" y="692"/>
                </a:lnTo>
                <a:lnTo>
                  <a:pt x="791" y="693"/>
                </a:lnTo>
                <a:lnTo>
                  <a:pt x="792" y="693"/>
                </a:lnTo>
                <a:lnTo>
                  <a:pt x="793" y="693"/>
                </a:lnTo>
                <a:lnTo>
                  <a:pt x="795" y="691"/>
                </a:lnTo>
                <a:lnTo>
                  <a:pt x="797" y="691"/>
                </a:lnTo>
                <a:lnTo>
                  <a:pt x="801" y="691"/>
                </a:lnTo>
                <a:lnTo>
                  <a:pt x="802" y="691"/>
                </a:lnTo>
                <a:lnTo>
                  <a:pt x="803" y="691"/>
                </a:lnTo>
                <a:lnTo>
                  <a:pt x="803" y="692"/>
                </a:lnTo>
                <a:lnTo>
                  <a:pt x="805" y="692"/>
                </a:lnTo>
                <a:lnTo>
                  <a:pt x="806" y="691"/>
                </a:lnTo>
                <a:lnTo>
                  <a:pt x="807" y="690"/>
                </a:lnTo>
                <a:lnTo>
                  <a:pt x="807" y="691"/>
                </a:lnTo>
                <a:lnTo>
                  <a:pt x="808" y="691"/>
                </a:lnTo>
                <a:lnTo>
                  <a:pt x="808" y="692"/>
                </a:lnTo>
                <a:lnTo>
                  <a:pt x="807" y="694"/>
                </a:lnTo>
                <a:lnTo>
                  <a:pt x="807" y="695"/>
                </a:lnTo>
                <a:lnTo>
                  <a:pt x="805" y="695"/>
                </a:lnTo>
                <a:lnTo>
                  <a:pt x="804" y="696"/>
                </a:lnTo>
                <a:lnTo>
                  <a:pt x="804" y="697"/>
                </a:lnTo>
                <a:lnTo>
                  <a:pt x="806" y="697"/>
                </a:lnTo>
                <a:lnTo>
                  <a:pt x="806" y="698"/>
                </a:lnTo>
                <a:lnTo>
                  <a:pt x="807" y="698"/>
                </a:lnTo>
                <a:lnTo>
                  <a:pt x="808" y="697"/>
                </a:lnTo>
                <a:lnTo>
                  <a:pt x="811" y="697"/>
                </a:lnTo>
                <a:lnTo>
                  <a:pt x="814" y="697"/>
                </a:lnTo>
                <a:lnTo>
                  <a:pt x="815" y="697"/>
                </a:lnTo>
                <a:lnTo>
                  <a:pt x="816" y="697"/>
                </a:lnTo>
                <a:lnTo>
                  <a:pt x="817" y="698"/>
                </a:lnTo>
                <a:lnTo>
                  <a:pt x="818" y="698"/>
                </a:lnTo>
                <a:lnTo>
                  <a:pt x="819" y="698"/>
                </a:lnTo>
                <a:lnTo>
                  <a:pt x="820" y="697"/>
                </a:lnTo>
                <a:lnTo>
                  <a:pt x="821" y="697"/>
                </a:lnTo>
                <a:lnTo>
                  <a:pt x="824" y="697"/>
                </a:lnTo>
                <a:lnTo>
                  <a:pt x="825" y="698"/>
                </a:lnTo>
                <a:lnTo>
                  <a:pt x="826" y="699"/>
                </a:lnTo>
                <a:lnTo>
                  <a:pt x="826" y="700"/>
                </a:lnTo>
                <a:lnTo>
                  <a:pt x="827" y="701"/>
                </a:lnTo>
                <a:lnTo>
                  <a:pt x="828" y="701"/>
                </a:lnTo>
                <a:lnTo>
                  <a:pt x="828" y="702"/>
                </a:lnTo>
                <a:lnTo>
                  <a:pt x="828" y="703"/>
                </a:lnTo>
                <a:lnTo>
                  <a:pt x="828" y="704"/>
                </a:lnTo>
                <a:lnTo>
                  <a:pt x="830" y="704"/>
                </a:lnTo>
                <a:lnTo>
                  <a:pt x="830" y="705"/>
                </a:lnTo>
                <a:lnTo>
                  <a:pt x="831" y="705"/>
                </a:lnTo>
                <a:lnTo>
                  <a:pt x="832" y="705"/>
                </a:lnTo>
                <a:lnTo>
                  <a:pt x="834" y="704"/>
                </a:lnTo>
                <a:lnTo>
                  <a:pt x="835" y="705"/>
                </a:lnTo>
                <a:lnTo>
                  <a:pt x="836" y="705"/>
                </a:lnTo>
                <a:lnTo>
                  <a:pt x="837" y="707"/>
                </a:lnTo>
                <a:lnTo>
                  <a:pt x="836" y="708"/>
                </a:lnTo>
                <a:lnTo>
                  <a:pt x="834" y="708"/>
                </a:lnTo>
                <a:lnTo>
                  <a:pt x="834" y="709"/>
                </a:lnTo>
                <a:lnTo>
                  <a:pt x="834" y="710"/>
                </a:lnTo>
                <a:lnTo>
                  <a:pt x="835" y="710"/>
                </a:lnTo>
                <a:lnTo>
                  <a:pt x="836" y="710"/>
                </a:lnTo>
                <a:lnTo>
                  <a:pt x="836" y="711"/>
                </a:lnTo>
                <a:lnTo>
                  <a:pt x="835" y="713"/>
                </a:lnTo>
                <a:lnTo>
                  <a:pt x="835" y="715"/>
                </a:lnTo>
                <a:lnTo>
                  <a:pt x="836" y="716"/>
                </a:lnTo>
                <a:lnTo>
                  <a:pt x="837" y="716"/>
                </a:lnTo>
                <a:lnTo>
                  <a:pt x="838" y="716"/>
                </a:lnTo>
                <a:lnTo>
                  <a:pt x="839" y="717"/>
                </a:lnTo>
                <a:lnTo>
                  <a:pt x="839" y="718"/>
                </a:lnTo>
                <a:lnTo>
                  <a:pt x="839" y="719"/>
                </a:lnTo>
                <a:lnTo>
                  <a:pt x="837" y="720"/>
                </a:lnTo>
                <a:lnTo>
                  <a:pt x="836" y="719"/>
                </a:lnTo>
                <a:lnTo>
                  <a:pt x="836" y="718"/>
                </a:lnTo>
                <a:lnTo>
                  <a:pt x="835" y="718"/>
                </a:lnTo>
                <a:lnTo>
                  <a:pt x="834" y="719"/>
                </a:lnTo>
                <a:lnTo>
                  <a:pt x="834" y="720"/>
                </a:lnTo>
                <a:lnTo>
                  <a:pt x="834" y="721"/>
                </a:lnTo>
                <a:lnTo>
                  <a:pt x="835" y="721"/>
                </a:lnTo>
                <a:lnTo>
                  <a:pt x="835" y="722"/>
                </a:lnTo>
                <a:lnTo>
                  <a:pt x="836" y="722"/>
                </a:lnTo>
                <a:lnTo>
                  <a:pt x="836" y="723"/>
                </a:lnTo>
                <a:lnTo>
                  <a:pt x="836" y="726"/>
                </a:lnTo>
                <a:lnTo>
                  <a:pt x="835" y="728"/>
                </a:lnTo>
                <a:lnTo>
                  <a:pt x="834" y="729"/>
                </a:lnTo>
                <a:lnTo>
                  <a:pt x="834" y="730"/>
                </a:lnTo>
                <a:lnTo>
                  <a:pt x="835" y="731"/>
                </a:lnTo>
                <a:lnTo>
                  <a:pt x="835" y="732"/>
                </a:lnTo>
                <a:lnTo>
                  <a:pt x="836" y="732"/>
                </a:lnTo>
                <a:lnTo>
                  <a:pt x="836" y="738"/>
                </a:lnTo>
                <a:lnTo>
                  <a:pt x="836" y="740"/>
                </a:lnTo>
                <a:lnTo>
                  <a:pt x="836" y="741"/>
                </a:lnTo>
                <a:lnTo>
                  <a:pt x="836" y="742"/>
                </a:lnTo>
                <a:lnTo>
                  <a:pt x="837" y="741"/>
                </a:lnTo>
                <a:lnTo>
                  <a:pt x="837" y="742"/>
                </a:lnTo>
                <a:lnTo>
                  <a:pt x="837" y="743"/>
                </a:lnTo>
                <a:lnTo>
                  <a:pt x="837" y="744"/>
                </a:lnTo>
                <a:lnTo>
                  <a:pt x="836" y="744"/>
                </a:lnTo>
                <a:lnTo>
                  <a:pt x="836" y="745"/>
                </a:lnTo>
                <a:lnTo>
                  <a:pt x="837" y="745"/>
                </a:lnTo>
                <a:lnTo>
                  <a:pt x="838" y="744"/>
                </a:lnTo>
                <a:lnTo>
                  <a:pt x="839" y="743"/>
                </a:lnTo>
                <a:lnTo>
                  <a:pt x="840" y="743"/>
                </a:lnTo>
                <a:lnTo>
                  <a:pt x="841" y="743"/>
                </a:lnTo>
                <a:lnTo>
                  <a:pt x="841" y="745"/>
                </a:lnTo>
                <a:lnTo>
                  <a:pt x="841" y="746"/>
                </a:lnTo>
                <a:lnTo>
                  <a:pt x="840" y="747"/>
                </a:lnTo>
                <a:lnTo>
                  <a:pt x="840" y="748"/>
                </a:lnTo>
                <a:lnTo>
                  <a:pt x="839" y="748"/>
                </a:lnTo>
                <a:lnTo>
                  <a:pt x="839" y="751"/>
                </a:lnTo>
                <a:lnTo>
                  <a:pt x="840" y="751"/>
                </a:lnTo>
                <a:lnTo>
                  <a:pt x="840" y="750"/>
                </a:lnTo>
                <a:lnTo>
                  <a:pt x="841" y="750"/>
                </a:lnTo>
                <a:lnTo>
                  <a:pt x="841" y="751"/>
                </a:lnTo>
                <a:lnTo>
                  <a:pt x="841" y="752"/>
                </a:lnTo>
                <a:lnTo>
                  <a:pt x="841" y="753"/>
                </a:lnTo>
                <a:lnTo>
                  <a:pt x="842" y="754"/>
                </a:lnTo>
                <a:lnTo>
                  <a:pt x="841" y="756"/>
                </a:lnTo>
                <a:lnTo>
                  <a:pt x="840" y="756"/>
                </a:lnTo>
                <a:lnTo>
                  <a:pt x="840" y="757"/>
                </a:lnTo>
                <a:lnTo>
                  <a:pt x="841" y="758"/>
                </a:lnTo>
                <a:lnTo>
                  <a:pt x="841" y="759"/>
                </a:lnTo>
                <a:lnTo>
                  <a:pt x="842" y="759"/>
                </a:lnTo>
                <a:lnTo>
                  <a:pt x="843" y="759"/>
                </a:lnTo>
                <a:lnTo>
                  <a:pt x="844" y="760"/>
                </a:lnTo>
                <a:lnTo>
                  <a:pt x="844" y="759"/>
                </a:lnTo>
                <a:lnTo>
                  <a:pt x="845" y="759"/>
                </a:lnTo>
                <a:lnTo>
                  <a:pt x="846" y="759"/>
                </a:lnTo>
                <a:lnTo>
                  <a:pt x="847" y="759"/>
                </a:lnTo>
                <a:lnTo>
                  <a:pt x="848" y="759"/>
                </a:lnTo>
                <a:lnTo>
                  <a:pt x="848" y="758"/>
                </a:lnTo>
                <a:lnTo>
                  <a:pt x="849" y="758"/>
                </a:lnTo>
                <a:lnTo>
                  <a:pt x="850" y="758"/>
                </a:lnTo>
                <a:lnTo>
                  <a:pt x="851" y="757"/>
                </a:lnTo>
                <a:lnTo>
                  <a:pt x="851" y="758"/>
                </a:lnTo>
                <a:lnTo>
                  <a:pt x="852" y="758"/>
                </a:lnTo>
                <a:lnTo>
                  <a:pt x="852" y="759"/>
                </a:lnTo>
                <a:lnTo>
                  <a:pt x="851" y="759"/>
                </a:lnTo>
                <a:lnTo>
                  <a:pt x="852" y="760"/>
                </a:lnTo>
                <a:lnTo>
                  <a:pt x="852" y="761"/>
                </a:lnTo>
                <a:lnTo>
                  <a:pt x="853" y="761"/>
                </a:lnTo>
                <a:lnTo>
                  <a:pt x="855" y="759"/>
                </a:lnTo>
                <a:lnTo>
                  <a:pt x="855" y="758"/>
                </a:lnTo>
                <a:lnTo>
                  <a:pt x="858" y="758"/>
                </a:lnTo>
                <a:lnTo>
                  <a:pt x="859" y="758"/>
                </a:lnTo>
                <a:lnTo>
                  <a:pt x="859" y="759"/>
                </a:lnTo>
                <a:lnTo>
                  <a:pt x="859" y="762"/>
                </a:lnTo>
                <a:lnTo>
                  <a:pt x="858" y="763"/>
                </a:lnTo>
                <a:lnTo>
                  <a:pt x="858" y="764"/>
                </a:lnTo>
                <a:lnTo>
                  <a:pt x="859" y="764"/>
                </a:lnTo>
                <a:lnTo>
                  <a:pt x="859" y="765"/>
                </a:lnTo>
                <a:lnTo>
                  <a:pt x="860" y="765"/>
                </a:lnTo>
                <a:lnTo>
                  <a:pt x="861" y="765"/>
                </a:lnTo>
                <a:lnTo>
                  <a:pt x="863" y="765"/>
                </a:lnTo>
                <a:lnTo>
                  <a:pt x="863" y="764"/>
                </a:lnTo>
                <a:lnTo>
                  <a:pt x="864" y="763"/>
                </a:lnTo>
                <a:lnTo>
                  <a:pt x="865" y="763"/>
                </a:lnTo>
                <a:lnTo>
                  <a:pt x="866" y="762"/>
                </a:lnTo>
                <a:lnTo>
                  <a:pt x="872" y="760"/>
                </a:lnTo>
                <a:lnTo>
                  <a:pt x="874" y="760"/>
                </a:lnTo>
                <a:lnTo>
                  <a:pt x="875" y="759"/>
                </a:lnTo>
                <a:lnTo>
                  <a:pt x="876" y="759"/>
                </a:lnTo>
                <a:lnTo>
                  <a:pt x="876" y="758"/>
                </a:lnTo>
                <a:lnTo>
                  <a:pt x="877" y="758"/>
                </a:lnTo>
                <a:lnTo>
                  <a:pt x="877" y="759"/>
                </a:lnTo>
                <a:lnTo>
                  <a:pt x="878" y="761"/>
                </a:lnTo>
                <a:lnTo>
                  <a:pt x="878" y="762"/>
                </a:lnTo>
                <a:lnTo>
                  <a:pt x="879" y="763"/>
                </a:lnTo>
                <a:lnTo>
                  <a:pt x="881" y="763"/>
                </a:lnTo>
                <a:lnTo>
                  <a:pt x="883" y="764"/>
                </a:lnTo>
                <a:lnTo>
                  <a:pt x="883" y="765"/>
                </a:lnTo>
                <a:lnTo>
                  <a:pt x="883" y="766"/>
                </a:lnTo>
                <a:lnTo>
                  <a:pt x="883" y="767"/>
                </a:lnTo>
                <a:lnTo>
                  <a:pt x="884" y="768"/>
                </a:lnTo>
                <a:lnTo>
                  <a:pt x="885" y="768"/>
                </a:lnTo>
                <a:lnTo>
                  <a:pt x="886" y="768"/>
                </a:lnTo>
                <a:lnTo>
                  <a:pt x="887" y="769"/>
                </a:lnTo>
                <a:lnTo>
                  <a:pt x="888" y="769"/>
                </a:lnTo>
                <a:lnTo>
                  <a:pt x="889" y="769"/>
                </a:lnTo>
                <a:lnTo>
                  <a:pt x="890" y="769"/>
                </a:lnTo>
                <a:lnTo>
                  <a:pt x="890" y="771"/>
                </a:lnTo>
                <a:lnTo>
                  <a:pt x="891" y="771"/>
                </a:lnTo>
                <a:lnTo>
                  <a:pt x="891" y="770"/>
                </a:lnTo>
                <a:lnTo>
                  <a:pt x="891" y="771"/>
                </a:lnTo>
                <a:lnTo>
                  <a:pt x="892" y="773"/>
                </a:lnTo>
                <a:lnTo>
                  <a:pt x="893" y="774"/>
                </a:lnTo>
                <a:lnTo>
                  <a:pt x="894" y="774"/>
                </a:lnTo>
                <a:lnTo>
                  <a:pt x="895" y="776"/>
                </a:lnTo>
                <a:lnTo>
                  <a:pt x="896" y="778"/>
                </a:lnTo>
                <a:lnTo>
                  <a:pt x="897" y="780"/>
                </a:lnTo>
                <a:lnTo>
                  <a:pt x="897" y="782"/>
                </a:lnTo>
                <a:lnTo>
                  <a:pt x="898" y="782"/>
                </a:lnTo>
                <a:lnTo>
                  <a:pt x="898" y="783"/>
                </a:lnTo>
                <a:lnTo>
                  <a:pt x="899" y="783"/>
                </a:lnTo>
                <a:lnTo>
                  <a:pt x="899" y="784"/>
                </a:lnTo>
                <a:lnTo>
                  <a:pt x="900" y="785"/>
                </a:lnTo>
                <a:lnTo>
                  <a:pt x="901" y="785"/>
                </a:lnTo>
                <a:lnTo>
                  <a:pt x="901" y="784"/>
                </a:lnTo>
                <a:lnTo>
                  <a:pt x="902" y="784"/>
                </a:lnTo>
                <a:lnTo>
                  <a:pt x="902" y="785"/>
                </a:lnTo>
                <a:lnTo>
                  <a:pt x="903" y="786"/>
                </a:lnTo>
                <a:lnTo>
                  <a:pt x="903" y="787"/>
                </a:lnTo>
                <a:lnTo>
                  <a:pt x="904" y="787"/>
                </a:lnTo>
                <a:lnTo>
                  <a:pt x="904" y="788"/>
                </a:lnTo>
                <a:lnTo>
                  <a:pt x="905" y="787"/>
                </a:lnTo>
                <a:lnTo>
                  <a:pt x="906" y="787"/>
                </a:lnTo>
                <a:lnTo>
                  <a:pt x="907" y="787"/>
                </a:lnTo>
                <a:lnTo>
                  <a:pt x="907" y="788"/>
                </a:lnTo>
                <a:lnTo>
                  <a:pt x="908" y="788"/>
                </a:lnTo>
                <a:lnTo>
                  <a:pt x="908" y="789"/>
                </a:lnTo>
                <a:lnTo>
                  <a:pt x="907" y="789"/>
                </a:lnTo>
                <a:lnTo>
                  <a:pt x="907" y="790"/>
                </a:lnTo>
                <a:lnTo>
                  <a:pt x="906" y="790"/>
                </a:lnTo>
                <a:lnTo>
                  <a:pt x="905" y="790"/>
                </a:lnTo>
                <a:lnTo>
                  <a:pt x="905" y="791"/>
                </a:lnTo>
                <a:lnTo>
                  <a:pt x="906" y="791"/>
                </a:lnTo>
                <a:lnTo>
                  <a:pt x="907" y="791"/>
                </a:lnTo>
                <a:lnTo>
                  <a:pt x="908" y="790"/>
                </a:lnTo>
                <a:lnTo>
                  <a:pt x="909" y="789"/>
                </a:lnTo>
                <a:lnTo>
                  <a:pt x="911" y="787"/>
                </a:lnTo>
                <a:lnTo>
                  <a:pt x="912" y="787"/>
                </a:lnTo>
                <a:lnTo>
                  <a:pt x="912" y="786"/>
                </a:lnTo>
                <a:lnTo>
                  <a:pt x="913" y="786"/>
                </a:lnTo>
                <a:lnTo>
                  <a:pt x="914" y="786"/>
                </a:lnTo>
                <a:lnTo>
                  <a:pt x="914" y="787"/>
                </a:lnTo>
                <a:lnTo>
                  <a:pt x="915" y="787"/>
                </a:lnTo>
                <a:lnTo>
                  <a:pt x="915" y="788"/>
                </a:lnTo>
                <a:lnTo>
                  <a:pt x="916" y="788"/>
                </a:lnTo>
                <a:lnTo>
                  <a:pt x="916" y="789"/>
                </a:lnTo>
                <a:lnTo>
                  <a:pt x="917" y="789"/>
                </a:lnTo>
                <a:lnTo>
                  <a:pt x="917" y="790"/>
                </a:lnTo>
                <a:lnTo>
                  <a:pt x="918" y="790"/>
                </a:lnTo>
                <a:lnTo>
                  <a:pt x="920" y="788"/>
                </a:lnTo>
                <a:lnTo>
                  <a:pt x="920" y="787"/>
                </a:lnTo>
                <a:lnTo>
                  <a:pt x="921" y="787"/>
                </a:lnTo>
                <a:lnTo>
                  <a:pt x="921" y="786"/>
                </a:lnTo>
                <a:lnTo>
                  <a:pt x="921" y="785"/>
                </a:lnTo>
                <a:lnTo>
                  <a:pt x="922" y="786"/>
                </a:lnTo>
                <a:lnTo>
                  <a:pt x="922" y="788"/>
                </a:lnTo>
                <a:lnTo>
                  <a:pt x="923" y="789"/>
                </a:lnTo>
                <a:lnTo>
                  <a:pt x="924" y="789"/>
                </a:lnTo>
                <a:lnTo>
                  <a:pt x="924" y="788"/>
                </a:lnTo>
                <a:lnTo>
                  <a:pt x="925" y="788"/>
                </a:lnTo>
                <a:lnTo>
                  <a:pt x="925" y="787"/>
                </a:lnTo>
                <a:lnTo>
                  <a:pt x="926" y="782"/>
                </a:lnTo>
                <a:lnTo>
                  <a:pt x="926" y="780"/>
                </a:lnTo>
                <a:lnTo>
                  <a:pt x="926" y="779"/>
                </a:lnTo>
                <a:lnTo>
                  <a:pt x="925" y="779"/>
                </a:lnTo>
                <a:lnTo>
                  <a:pt x="925" y="778"/>
                </a:lnTo>
                <a:lnTo>
                  <a:pt x="925" y="777"/>
                </a:lnTo>
                <a:lnTo>
                  <a:pt x="924" y="777"/>
                </a:lnTo>
                <a:lnTo>
                  <a:pt x="924" y="776"/>
                </a:lnTo>
                <a:lnTo>
                  <a:pt x="925" y="776"/>
                </a:lnTo>
                <a:lnTo>
                  <a:pt x="926" y="776"/>
                </a:lnTo>
                <a:lnTo>
                  <a:pt x="927" y="776"/>
                </a:lnTo>
                <a:lnTo>
                  <a:pt x="928" y="776"/>
                </a:lnTo>
                <a:lnTo>
                  <a:pt x="928" y="775"/>
                </a:lnTo>
                <a:lnTo>
                  <a:pt x="929" y="775"/>
                </a:lnTo>
                <a:lnTo>
                  <a:pt x="929" y="774"/>
                </a:lnTo>
                <a:lnTo>
                  <a:pt x="928" y="774"/>
                </a:lnTo>
                <a:lnTo>
                  <a:pt x="927" y="773"/>
                </a:lnTo>
                <a:lnTo>
                  <a:pt x="927" y="771"/>
                </a:lnTo>
                <a:lnTo>
                  <a:pt x="928" y="771"/>
                </a:lnTo>
                <a:lnTo>
                  <a:pt x="928" y="770"/>
                </a:lnTo>
                <a:lnTo>
                  <a:pt x="929" y="770"/>
                </a:lnTo>
                <a:lnTo>
                  <a:pt x="929" y="771"/>
                </a:lnTo>
                <a:lnTo>
                  <a:pt x="930" y="771"/>
                </a:lnTo>
                <a:lnTo>
                  <a:pt x="931" y="771"/>
                </a:lnTo>
                <a:lnTo>
                  <a:pt x="932" y="772"/>
                </a:lnTo>
                <a:lnTo>
                  <a:pt x="933" y="772"/>
                </a:lnTo>
                <a:lnTo>
                  <a:pt x="935" y="773"/>
                </a:lnTo>
                <a:lnTo>
                  <a:pt x="936" y="773"/>
                </a:lnTo>
                <a:lnTo>
                  <a:pt x="937" y="772"/>
                </a:lnTo>
                <a:lnTo>
                  <a:pt x="938" y="772"/>
                </a:lnTo>
                <a:lnTo>
                  <a:pt x="939" y="771"/>
                </a:lnTo>
                <a:lnTo>
                  <a:pt x="939" y="770"/>
                </a:lnTo>
                <a:lnTo>
                  <a:pt x="939" y="768"/>
                </a:lnTo>
                <a:lnTo>
                  <a:pt x="939" y="767"/>
                </a:lnTo>
                <a:lnTo>
                  <a:pt x="940" y="767"/>
                </a:lnTo>
                <a:lnTo>
                  <a:pt x="941" y="768"/>
                </a:lnTo>
                <a:lnTo>
                  <a:pt x="942" y="769"/>
                </a:lnTo>
                <a:lnTo>
                  <a:pt x="942" y="770"/>
                </a:lnTo>
                <a:lnTo>
                  <a:pt x="943" y="770"/>
                </a:lnTo>
                <a:lnTo>
                  <a:pt x="943" y="771"/>
                </a:lnTo>
                <a:lnTo>
                  <a:pt x="943" y="772"/>
                </a:lnTo>
                <a:lnTo>
                  <a:pt x="943" y="773"/>
                </a:lnTo>
                <a:lnTo>
                  <a:pt x="942" y="774"/>
                </a:lnTo>
                <a:lnTo>
                  <a:pt x="943" y="774"/>
                </a:lnTo>
                <a:lnTo>
                  <a:pt x="945" y="772"/>
                </a:lnTo>
                <a:lnTo>
                  <a:pt x="945" y="771"/>
                </a:lnTo>
                <a:lnTo>
                  <a:pt x="946" y="770"/>
                </a:lnTo>
                <a:lnTo>
                  <a:pt x="947" y="769"/>
                </a:lnTo>
                <a:lnTo>
                  <a:pt x="947" y="768"/>
                </a:lnTo>
                <a:lnTo>
                  <a:pt x="948" y="768"/>
                </a:lnTo>
                <a:lnTo>
                  <a:pt x="948" y="767"/>
                </a:lnTo>
                <a:lnTo>
                  <a:pt x="948" y="766"/>
                </a:lnTo>
                <a:lnTo>
                  <a:pt x="949" y="766"/>
                </a:lnTo>
                <a:lnTo>
                  <a:pt x="950" y="766"/>
                </a:lnTo>
                <a:lnTo>
                  <a:pt x="951" y="766"/>
                </a:lnTo>
                <a:lnTo>
                  <a:pt x="952" y="766"/>
                </a:lnTo>
                <a:lnTo>
                  <a:pt x="951" y="763"/>
                </a:lnTo>
                <a:lnTo>
                  <a:pt x="951" y="762"/>
                </a:lnTo>
                <a:lnTo>
                  <a:pt x="951" y="761"/>
                </a:lnTo>
                <a:lnTo>
                  <a:pt x="951" y="760"/>
                </a:lnTo>
                <a:lnTo>
                  <a:pt x="952" y="760"/>
                </a:lnTo>
                <a:lnTo>
                  <a:pt x="952" y="759"/>
                </a:lnTo>
                <a:lnTo>
                  <a:pt x="953" y="759"/>
                </a:lnTo>
                <a:lnTo>
                  <a:pt x="954" y="759"/>
                </a:lnTo>
                <a:lnTo>
                  <a:pt x="955" y="757"/>
                </a:lnTo>
                <a:lnTo>
                  <a:pt x="957" y="754"/>
                </a:lnTo>
                <a:lnTo>
                  <a:pt x="957" y="753"/>
                </a:lnTo>
                <a:lnTo>
                  <a:pt x="958" y="752"/>
                </a:lnTo>
                <a:lnTo>
                  <a:pt x="958" y="751"/>
                </a:lnTo>
                <a:lnTo>
                  <a:pt x="958" y="750"/>
                </a:lnTo>
                <a:lnTo>
                  <a:pt x="959" y="750"/>
                </a:lnTo>
                <a:lnTo>
                  <a:pt x="959" y="749"/>
                </a:lnTo>
                <a:lnTo>
                  <a:pt x="960" y="749"/>
                </a:lnTo>
                <a:lnTo>
                  <a:pt x="962" y="749"/>
                </a:lnTo>
                <a:lnTo>
                  <a:pt x="963" y="749"/>
                </a:lnTo>
                <a:lnTo>
                  <a:pt x="963" y="750"/>
                </a:lnTo>
                <a:lnTo>
                  <a:pt x="964" y="750"/>
                </a:lnTo>
                <a:lnTo>
                  <a:pt x="964" y="751"/>
                </a:lnTo>
                <a:lnTo>
                  <a:pt x="965" y="751"/>
                </a:lnTo>
                <a:lnTo>
                  <a:pt x="964" y="751"/>
                </a:lnTo>
                <a:lnTo>
                  <a:pt x="963" y="751"/>
                </a:lnTo>
                <a:lnTo>
                  <a:pt x="962" y="751"/>
                </a:lnTo>
                <a:lnTo>
                  <a:pt x="962" y="752"/>
                </a:lnTo>
                <a:lnTo>
                  <a:pt x="961" y="752"/>
                </a:lnTo>
                <a:lnTo>
                  <a:pt x="961" y="753"/>
                </a:lnTo>
                <a:lnTo>
                  <a:pt x="960" y="753"/>
                </a:lnTo>
                <a:lnTo>
                  <a:pt x="960" y="754"/>
                </a:lnTo>
                <a:lnTo>
                  <a:pt x="959" y="755"/>
                </a:lnTo>
                <a:lnTo>
                  <a:pt x="958" y="755"/>
                </a:lnTo>
                <a:lnTo>
                  <a:pt x="957" y="757"/>
                </a:lnTo>
                <a:lnTo>
                  <a:pt x="957" y="758"/>
                </a:lnTo>
                <a:lnTo>
                  <a:pt x="957" y="759"/>
                </a:lnTo>
                <a:lnTo>
                  <a:pt x="957" y="760"/>
                </a:lnTo>
                <a:lnTo>
                  <a:pt x="956" y="761"/>
                </a:lnTo>
                <a:lnTo>
                  <a:pt x="955" y="761"/>
                </a:lnTo>
                <a:lnTo>
                  <a:pt x="955" y="762"/>
                </a:lnTo>
                <a:lnTo>
                  <a:pt x="954" y="763"/>
                </a:lnTo>
                <a:lnTo>
                  <a:pt x="953" y="763"/>
                </a:lnTo>
                <a:lnTo>
                  <a:pt x="953" y="764"/>
                </a:lnTo>
                <a:lnTo>
                  <a:pt x="952" y="764"/>
                </a:lnTo>
                <a:lnTo>
                  <a:pt x="952" y="765"/>
                </a:lnTo>
                <a:lnTo>
                  <a:pt x="952" y="766"/>
                </a:lnTo>
                <a:lnTo>
                  <a:pt x="953" y="766"/>
                </a:lnTo>
                <a:lnTo>
                  <a:pt x="953" y="765"/>
                </a:lnTo>
                <a:lnTo>
                  <a:pt x="954" y="765"/>
                </a:lnTo>
                <a:lnTo>
                  <a:pt x="955" y="765"/>
                </a:lnTo>
                <a:lnTo>
                  <a:pt x="956" y="765"/>
                </a:lnTo>
                <a:lnTo>
                  <a:pt x="957" y="765"/>
                </a:lnTo>
                <a:lnTo>
                  <a:pt x="957" y="766"/>
                </a:lnTo>
                <a:lnTo>
                  <a:pt x="958" y="767"/>
                </a:lnTo>
                <a:lnTo>
                  <a:pt x="959" y="767"/>
                </a:lnTo>
                <a:lnTo>
                  <a:pt x="959" y="768"/>
                </a:lnTo>
                <a:lnTo>
                  <a:pt x="959" y="769"/>
                </a:lnTo>
                <a:lnTo>
                  <a:pt x="959" y="770"/>
                </a:lnTo>
                <a:lnTo>
                  <a:pt x="959" y="771"/>
                </a:lnTo>
                <a:lnTo>
                  <a:pt x="958" y="771"/>
                </a:lnTo>
                <a:lnTo>
                  <a:pt x="958" y="772"/>
                </a:lnTo>
                <a:lnTo>
                  <a:pt x="957" y="773"/>
                </a:lnTo>
                <a:lnTo>
                  <a:pt x="956" y="774"/>
                </a:lnTo>
                <a:lnTo>
                  <a:pt x="957" y="774"/>
                </a:lnTo>
                <a:lnTo>
                  <a:pt x="958" y="774"/>
                </a:lnTo>
                <a:lnTo>
                  <a:pt x="959" y="774"/>
                </a:lnTo>
                <a:lnTo>
                  <a:pt x="960" y="775"/>
                </a:lnTo>
                <a:lnTo>
                  <a:pt x="960" y="776"/>
                </a:lnTo>
                <a:lnTo>
                  <a:pt x="960" y="777"/>
                </a:lnTo>
                <a:lnTo>
                  <a:pt x="960" y="780"/>
                </a:lnTo>
                <a:lnTo>
                  <a:pt x="962" y="784"/>
                </a:lnTo>
                <a:lnTo>
                  <a:pt x="964" y="787"/>
                </a:lnTo>
                <a:lnTo>
                  <a:pt x="964" y="788"/>
                </a:lnTo>
                <a:lnTo>
                  <a:pt x="964" y="789"/>
                </a:lnTo>
                <a:lnTo>
                  <a:pt x="964" y="790"/>
                </a:lnTo>
                <a:lnTo>
                  <a:pt x="964" y="791"/>
                </a:lnTo>
                <a:lnTo>
                  <a:pt x="964" y="792"/>
                </a:lnTo>
                <a:lnTo>
                  <a:pt x="964" y="793"/>
                </a:lnTo>
                <a:lnTo>
                  <a:pt x="964" y="794"/>
                </a:lnTo>
                <a:lnTo>
                  <a:pt x="965" y="795"/>
                </a:lnTo>
                <a:lnTo>
                  <a:pt x="965" y="797"/>
                </a:lnTo>
                <a:lnTo>
                  <a:pt x="965" y="798"/>
                </a:lnTo>
                <a:lnTo>
                  <a:pt x="966" y="798"/>
                </a:lnTo>
                <a:lnTo>
                  <a:pt x="967" y="801"/>
                </a:lnTo>
                <a:lnTo>
                  <a:pt x="967" y="802"/>
                </a:lnTo>
                <a:lnTo>
                  <a:pt x="968" y="806"/>
                </a:lnTo>
                <a:lnTo>
                  <a:pt x="968" y="807"/>
                </a:lnTo>
                <a:lnTo>
                  <a:pt x="968" y="809"/>
                </a:lnTo>
                <a:lnTo>
                  <a:pt x="968" y="810"/>
                </a:lnTo>
                <a:lnTo>
                  <a:pt x="970" y="811"/>
                </a:lnTo>
                <a:lnTo>
                  <a:pt x="971" y="812"/>
                </a:lnTo>
                <a:lnTo>
                  <a:pt x="971" y="813"/>
                </a:lnTo>
                <a:lnTo>
                  <a:pt x="970" y="814"/>
                </a:lnTo>
                <a:lnTo>
                  <a:pt x="970" y="815"/>
                </a:lnTo>
                <a:lnTo>
                  <a:pt x="970" y="816"/>
                </a:lnTo>
                <a:lnTo>
                  <a:pt x="970" y="817"/>
                </a:lnTo>
                <a:lnTo>
                  <a:pt x="970" y="819"/>
                </a:lnTo>
                <a:lnTo>
                  <a:pt x="970" y="820"/>
                </a:lnTo>
                <a:lnTo>
                  <a:pt x="970" y="821"/>
                </a:lnTo>
                <a:lnTo>
                  <a:pt x="971" y="822"/>
                </a:lnTo>
                <a:lnTo>
                  <a:pt x="971" y="825"/>
                </a:lnTo>
                <a:lnTo>
                  <a:pt x="972" y="825"/>
                </a:lnTo>
                <a:lnTo>
                  <a:pt x="972" y="826"/>
                </a:lnTo>
                <a:lnTo>
                  <a:pt x="973" y="829"/>
                </a:lnTo>
                <a:lnTo>
                  <a:pt x="974" y="829"/>
                </a:lnTo>
                <a:lnTo>
                  <a:pt x="975" y="830"/>
                </a:lnTo>
                <a:lnTo>
                  <a:pt x="975" y="831"/>
                </a:lnTo>
                <a:lnTo>
                  <a:pt x="976" y="833"/>
                </a:lnTo>
                <a:lnTo>
                  <a:pt x="976" y="834"/>
                </a:lnTo>
                <a:lnTo>
                  <a:pt x="976" y="836"/>
                </a:lnTo>
                <a:lnTo>
                  <a:pt x="976" y="837"/>
                </a:lnTo>
                <a:lnTo>
                  <a:pt x="976" y="839"/>
                </a:lnTo>
                <a:lnTo>
                  <a:pt x="976" y="840"/>
                </a:lnTo>
                <a:lnTo>
                  <a:pt x="976" y="841"/>
                </a:lnTo>
                <a:lnTo>
                  <a:pt x="976" y="842"/>
                </a:lnTo>
                <a:lnTo>
                  <a:pt x="976" y="843"/>
                </a:lnTo>
                <a:lnTo>
                  <a:pt x="976" y="844"/>
                </a:lnTo>
                <a:lnTo>
                  <a:pt x="976" y="845"/>
                </a:lnTo>
                <a:lnTo>
                  <a:pt x="975" y="845"/>
                </a:lnTo>
                <a:lnTo>
                  <a:pt x="975" y="846"/>
                </a:lnTo>
                <a:lnTo>
                  <a:pt x="975" y="847"/>
                </a:lnTo>
                <a:lnTo>
                  <a:pt x="976" y="850"/>
                </a:lnTo>
                <a:lnTo>
                  <a:pt x="977" y="850"/>
                </a:lnTo>
                <a:lnTo>
                  <a:pt x="977" y="851"/>
                </a:lnTo>
                <a:lnTo>
                  <a:pt x="978" y="851"/>
                </a:lnTo>
                <a:lnTo>
                  <a:pt x="979" y="851"/>
                </a:lnTo>
                <a:lnTo>
                  <a:pt x="979" y="852"/>
                </a:lnTo>
                <a:lnTo>
                  <a:pt x="979" y="853"/>
                </a:lnTo>
                <a:lnTo>
                  <a:pt x="978" y="854"/>
                </a:lnTo>
                <a:lnTo>
                  <a:pt x="977" y="856"/>
                </a:lnTo>
                <a:lnTo>
                  <a:pt x="976" y="856"/>
                </a:lnTo>
                <a:lnTo>
                  <a:pt x="976" y="857"/>
                </a:lnTo>
                <a:lnTo>
                  <a:pt x="976" y="859"/>
                </a:lnTo>
                <a:lnTo>
                  <a:pt x="977" y="859"/>
                </a:lnTo>
                <a:lnTo>
                  <a:pt x="977" y="860"/>
                </a:lnTo>
                <a:lnTo>
                  <a:pt x="976" y="860"/>
                </a:lnTo>
                <a:lnTo>
                  <a:pt x="976" y="861"/>
                </a:lnTo>
                <a:lnTo>
                  <a:pt x="976" y="862"/>
                </a:lnTo>
                <a:lnTo>
                  <a:pt x="976" y="863"/>
                </a:lnTo>
                <a:lnTo>
                  <a:pt x="977" y="863"/>
                </a:lnTo>
                <a:lnTo>
                  <a:pt x="977" y="864"/>
                </a:lnTo>
                <a:lnTo>
                  <a:pt x="977" y="866"/>
                </a:lnTo>
                <a:lnTo>
                  <a:pt x="978" y="867"/>
                </a:lnTo>
                <a:lnTo>
                  <a:pt x="979" y="868"/>
                </a:lnTo>
                <a:lnTo>
                  <a:pt x="979" y="869"/>
                </a:lnTo>
                <a:lnTo>
                  <a:pt x="978" y="868"/>
                </a:lnTo>
                <a:lnTo>
                  <a:pt x="977" y="868"/>
                </a:lnTo>
                <a:lnTo>
                  <a:pt x="977" y="869"/>
                </a:lnTo>
                <a:lnTo>
                  <a:pt x="977" y="870"/>
                </a:lnTo>
                <a:lnTo>
                  <a:pt x="977" y="871"/>
                </a:lnTo>
                <a:lnTo>
                  <a:pt x="978" y="871"/>
                </a:lnTo>
                <a:lnTo>
                  <a:pt x="978" y="872"/>
                </a:lnTo>
                <a:lnTo>
                  <a:pt x="977" y="872"/>
                </a:lnTo>
                <a:lnTo>
                  <a:pt x="977" y="873"/>
                </a:lnTo>
                <a:lnTo>
                  <a:pt x="977" y="874"/>
                </a:lnTo>
                <a:lnTo>
                  <a:pt x="976" y="875"/>
                </a:lnTo>
                <a:lnTo>
                  <a:pt x="976" y="876"/>
                </a:lnTo>
                <a:lnTo>
                  <a:pt x="976" y="877"/>
                </a:lnTo>
                <a:lnTo>
                  <a:pt x="976" y="878"/>
                </a:lnTo>
                <a:lnTo>
                  <a:pt x="976" y="879"/>
                </a:lnTo>
                <a:lnTo>
                  <a:pt x="976" y="880"/>
                </a:lnTo>
                <a:lnTo>
                  <a:pt x="977" y="880"/>
                </a:lnTo>
                <a:lnTo>
                  <a:pt x="977" y="881"/>
                </a:lnTo>
                <a:lnTo>
                  <a:pt x="978" y="881"/>
                </a:lnTo>
                <a:lnTo>
                  <a:pt x="978" y="882"/>
                </a:lnTo>
                <a:lnTo>
                  <a:pt x="977" y="882"/>
                </a:lnTo>
                <a:lnTo>
                  <a:pt x="978" y="883"/>
                </a:lnTo>
                <a:lnTo>
                  <a:pt x="978" y="884"/>
                </a:lnTo>
                <a:lnTo>
                  <a:pt x="979" y="884"/>
                </a:lnTo>
                <a:lnTo>
                  <a:pt x="979" y="885"/>
                </a:lnTo>
                <a:lnTo>
                  <a:pt x="978" y="885"/>
                </a:lnTo>
                <a:lnTo>
                  <a:pt x="978" y="886"/>
                </a:lnTo>
                <a:lnTo>
                  <a:pt x="978" y="887"/>
                </a:lnTo>
                <a:lnTo>
                  <a:pt x="978" y="888"/>
                </a:lnTo>
                <a:lnTo>
                  <a:pt x="978" y="889"/>
                </a:lnTo>
                <a:lnTo>
                  <a:pt x="977" y="889"/>
                </a:lnTo>
                <a:lnTo>
                  <a:pt x="977" y="890"/>
                </a:lnTo>
                <a:lnTo>
                  <a:pt x="977" y="891"/>
                </a:lnTo>
                <a:lnTo>
                  <a:pt x="977" y="892"/>
                </a:lnTo>
                <a:lnTo>
                  <a:pt x="977" y="893"/>
                </a:lnTo>
                <a:lnTo>
                  <a:pt x="976" y="892"/>
                </a:lnTo>
                <a:lnTo>
                  <a:pt x="975" y="893"/>
                </a:lnTo>
                <a:lnTo>
                  <a:pt x="975" y="894"/>
                </a:lnTo>
                <a:lnTo>
                  <a:pt x="975" y="895"/>
                </a:lnTo>
                <a:lnTo>
                  <a:pt x="975" y="896"/>
                </a:lnTo>
                <a:lnTo>
                  <a:pt x="975" y="897"/>
                </a:lnTo>
                <a:lnTo>
                  <a:pt x="976" y="897"/>
                </a:lnTo>
                <a:lnTo>
                  <a:pt x="976" y="899"/>
                </a:lnTo>
                <a:lnTo>
                  <a:pt x="975" y="900"/>
                </a:lnTo>
                <a:lnTo>
                  <a:pt x="975" y="901"/>
                </a:lnTo>
                <a:lnTo>
                  <a:pt x="976" y="902"/>
                </a:lnTo>
                <a:lnTo>
                  <a:pt x="976" y="903"/>
                </a:lnTo>
                <a:lnTo>
                  <a:pt x="977" y="903"/>
                </a:lnTo>
                <a:lnTo>
                  <a:pt x="978" y="904"/>
                </a:lnTo>
                <a:lnTo>
                  <a:pt x="979" y="905"/>
                </a:lnTo>
                <a:lnTo>
                  <a:pt x="980" y="905"/>
                </a:lnTo>
                <a:lnTo>
                  <a:pt x="980" y="906"/>
                </a:lnTo>
                <a:lnTo>
                  <a:pt x="980" y="907"/>
                </a:lnTo>
                <a:lnTo>
                  <a:pt x="980" y="909"/>
                </a:lnTo>
                <a:lnTo>
                  <a:pt x="980" y="910"/>
                </a:lnTo>
                <a:lnTo>
                  <a:pt x="980" y="911"/>
                </a:lnTo>
                <a:lnTo>
                  <a:pt x="979" y="911"/>
                </a:lnTo>
                <a:lnTo>
                  <a:pt x="978" y="911"/>
                </a:lnTo>
                <a:lnTo>
                  <a:pt x="977" y="911"/>
                </a:lnTo>
                <a:lnTo>
                  <a:pt x="976" y="912"/>
                </a:lnTo>
                <a:lnTo>
                  <a:pt x="976" y="913"/>
                </a:lnTo>
                <a:lnTo>
                  <a:pt x="976" y="914"/>
                </a:lnTo>
                <a:lnTo>
                  <a:pt x="975" y="915"/>
                </a:lnTo>
                <a:lnTo>
                  <a:pt x="974" y="915"/>
                </a:lnTo>
                <a:lnTo>
                  <a:pt x="973" y="915"/>
                </a:lnTo>
                <a:lnTo>
                  <a:pt x="972" y="915"/>
                </a:lnTo>
                <a:lnTo>
                  <a:pt x="971" y="915"/>
                </a:lnTo>
                <a:lnTo>
                  <a:pt x="971" y="916"/>
                </a:lnTo>
                <a:lnTo>
                  <a:pt x="971" y="915"/>
                </a:lnTo>
                <a:lnTo>
                  <a:pt x="970" y="915"/>
                </a:lnTo>
                <a:lnTo>
                  <a:pt x="970" y="914"/>
                </a:lnTo>
                <a:lnTo>
                  <a:pt x="970" y="913"/>
                </a:lnTo>
                <a:lnTo>
                  <a:pt x="969" y="913"/>
                </a:lnTo>
                <a:lnTo>
                  <a:pt x="969" y="914"/>
                </a:lnTo>
                <a:lnTo>
                  <a:pt x="968" y="914"/>
                </a:lnTo>
                <a:lnTo>
                  <a:pt x="968" y="915"/>
                </a:lnTo>
                <a:lnTo>
                  <a:pt x="968" y="916"/>
                </a:lnTo>
                <a:lnTo>
                  <a:pt x="967" y="916"/>
                </a:lnTo>
                <a:lnTo>
                  <a:pt x="967" y="915"/>
                </a:lnTo>
                <a:lnTo>
                  <a:pt x="966" y="915"/>
                </a:lnTo>
                <a:lnTo>
                  <a:pt x="966" y="916"/>
                </a:lnTo>
                <a:lnTo>
                  <a:pt x="965" y="917"/>
                </a:lnTo>
                <a:lnTo>
                  <a:pt x="965" y="918"/>
                </a:lnTo>
                <a:lnTo>
                  <a:pt x="964" y="918"/>
                </a:lnTo>
                <a:lnTo>
                  <a:pt x="963" y="918"/>
                </a:lnTo>
                <a:lnTo>
                  <a:pt x="962" y="918"/>
                </a:lnTo>
                <a:lnTo>
                  <a:pt x="962" y="917"/>
                </a:lnTo>
                <a:lnTo>
                  <a:pt x="963" y="917"/>
                </a:lnTo>
                <a:lnTo>
                  <a:pt x="962" y="917"/>
                </a:lnTo>
                <a:lnTo>
                  <a:pt x="962" y="916"/>
                </a:lnTo>
                <a:lnTo>
                  <a:pt x="962" y="917"/>
                </a:lnTo>
                <a:lnTo>
                  <a:pt x="960" y="917"/>
                </a:lnTo>
                <a:lnTo>
                  <a:pt x="959" y="916"/>
                </a:lnTo>
                <a:lnTo>
                  <a:pt x="959" y="915"/>
                </a:lnTo>
                <a:lnTo>
                  <a:pt x="958" y="915"/>
                </a:lnTo>
                <a:lnTo>
                  <a:pt x="957" y="915"/>
                </a:lnTo>
                <a:lnTo>
                  <a:pt x="956" y="915"/>
                </a:lnTo>
                <a:lnTo>
                  <a:pt x="956" y="914"/>
                </a:lnTo>
                <a:lnTo>
                  <a:pt x="955" y="914"/>
                </a:lnTo>
                <a:lnTo>
                  <a:pt x="955" y="915"/>
                </a:lnTo>
                <a:lnTo>
                  <a:pt x="954" y="916"/>
                </a:lnTo>
                <a:lnTo>
                  <a:pt x="951" y="916"/>
                </a:lnTo>
                <a:lnTo>
                  <a:pt x="951" y="917"/>
                </a:lnTo>
                <a:lnTo>
                  <a:pt x="950" y="918"/>
                </a:lnTo>
                <a:lnTo>
                  <a:pt x="949" y="919"/>
                </a:lnTo>
                <a:lnTo>
                  <a:pt x="950" y="919"/>
                </a:lnTo>
                <a:lnTo>
                  <a:pt x="951" y="919"/>
                </a:lnTo>
                <a:lnTo>
                  <a:pt x="951" y="920"/>
                </a:lnTo>
                <a:lnTo>
                  <a:pt x="950" y="920"/>
                </a:lnTo>
                <a:lnTo>
                  <a:pt x="949" y="920"/>
                </a:lnTo>
                <a:lnTo>
                  <a:pt x="948" y="920"/>
                </a:lnTo>
                <a:lnTo>
                  <a:pt x="947" y="920"/>
                </a:lnTo>
                <a:lnTo>
                  <a:pt x="947" y="919"/>
                </a:lnTo>
                <a:lnTo>
                  <a:pt x="946" y="919"/>
                </a:lnTo>
                <a:lnTo>
                  <a:pt x="945" y="919"/>
                </a:lnTo>
                <a:lnTo>
                  <a:pt x="945" y="920"/>
                </a:lnTo>
                <a:lnTo>
                  <a:pt x="944" y="920"/>
                </a:lnTo>
                <a:lnTo>
                  <a:pt x="944" y="919"/>
                </a:lnTo>
                <a:lnTo>
                  <a:pt x="943" y="919"/>
                </a:lnTo>
                <a:lnTo>
                  <a:pt x="942" y="918"/>
                </a:lnTo>
                <a:lnTo>
                  <a:pt x="941" y="918"/>
                </a:lnTo>
                <a:lnTo>
                  <a:pt x="940" y="918"/>
                </a:lnTo>
                <a:lnTo>
                  <a:pt x="940" y="919"/>
                </a:lnTo>
                <a:lnTo>
                  <a:pt x="939" y="919"/>
                </a:lnTo>
                <a:lnTo>
                  <a:pt x="939" y="920"/>
                </a:lnTo>
                <a:lnTo>
                  <a:pt x="938" y="921"/>
                </a:lnTo>
                <a:lnTo>
                  <a:pt x="939" y="921"/>
                </a:lnTo>
                <a:lnTo>
                  <a:pt x="938" y="921"/>
                </a:lnTo>
                <a:lnTo>
                  <a:pt x="938" y="922"/>
                </a:lnTo>
                <a:lnTo>
                  <a:pt x="937" y="922"/>
                </a:lnTo>
                <a:lnTo>
                  <a:pt x="936" y="922"/>
                </a:lnTo>
                <a:lnTo>
                  <a:pt x="935" y="923"/>
                </a:lnTo>
                <a:lnTo>
                  <a:pt x="934" y="923"/>
                </a:lnTo>
                <a:lnTo>
                  <a:pt x="933" y="924"/>
                </a:lnTo>
                <a:lnTo>
                  <a:pt x="933" y="925"/>
                </a:lnTo>
                <a:lnTo>
                  <a:pt x="932" y="926"/>
                </a:lnTo>
                <a:lnTo>
                  <a:pt x="932" y="927"/>
                </a:lnTo>
                <a:lnTo>
                  <a:pt x="931" y="927"/>
                </a:lnTo>
                <a:lnTo>
                  <a:pt x="930" y="928"/>
                </a:lnTo>
                <a:lnTo>
                  <a:pt x="929" y="928"/>
                </a:lnTo>
                <a:lnTo>
                  <a:pt x="929" y="929"/>
                </a:lnTo>
                <a:lnTo>
                  <a:pt x="928" y="929"/>
                </a:lnTo>
                <a:lnTo>
                  <a:pt x="928" y="930"/>
                </a:lnTo>
                <a:lnTo>
                  <a:pt x="927" y="930"/>
                </a:lnTo>
                <a:lnTo>
                  <a:pt x="927" y="931"/>
                </a:lnTo>
                <a:lnTo>
                  <a:pt x="926" y="931"/>
                </a:lnTo>
                <a:lnTo>
                  <a:pt x="926" y="932"/>
                </a:lnTo>
                <a:lnTo>
                  <a:pt x="926" y="933"/>
                </a:lnTo>
                <a:lnTo>
                  <a:pt x="925" y="934"/>
                </a:lnTo>
                <a:lnTo>
                  <a:pt x="924" y="934"/>
                </a:lnTo>
                <a:lnTo>
                  <a:pt x="923" y="934"/>
                </a:lnTo>
                <a:lnTo>
                  <a:pt x="922" y="935"/>
                </a:lnTo>
                <a:lnTo>
                  <a:pt x="921" y="936"/>
                </a:lnTo>
                <a:lnTo>
                  <a:pt x="921" y="937"/>
                </a:lnTo>
                <a:lnTo>
                  <a:pt x="920" y="937"/>
                </a:lnTo>
                <a:lnTo>
                  <a:pt x="919" y="937"/>
                </a:lnTo>
                <a:lnTo>
                  <a:pt x="918" y="937"/>
                </a:lnTo>
                <a:lnTo>
                  <a:pt x="917" y="937"/>
                </a:lnTo>
                <a:lnTo>
                  <a:pt x="916" y="937"/>
                </a:lnTo>
                <a:lnTo>
                  <a:pt x="915" y="937"/>
                </a:lnTo>
                <a:lnTo>
                  <a:pt x="916" y="937"/>
                </a:lnTo>
                <a:lnTo>
                  <a:pt x="916" y="938"/>
                </a:lnTo>
                <a:lnTo>
                  <a:pt x="915" y="938"/>
                </a:lnTo>
                <a:lnTo>
                  <a:pt x="915" y="939"/>
                </a:lnTo>
                <a:lnTo>
                  <a:pt x="915" y="940"/>
                </a:lnTo>
                <a:lnTo>
                  <a:pt x="914" y="941"/>
                </a:lnTo>
                <a:lnTo>
                  <a:pt x="913" y="942"/>
                </a:lnTo>
                <a:lnTo>
                  <a:pt x="912" y="942"/>
                </a:lnTo>
                <a:lnTo>
                  <a:pt x="912" y="943"/>
                </a:lnTo>
                <a:lnTo>
                  <a:pt x="911" y="943"/>
                </a:lnTo>
                <a:lnTo>
                  <a:pt x="911" y="944"/>
                </a:lnTo>
                <a:lnTo>
                  <a:pt x="911" y="945"/>
                </a:lnTo>
                <a:lnTo>
                  <a:pt x="910" y="945"/>
                </a:lnTo>
                <a:lnTo>
                  <a:pt x="910" y="946"/>
                </a:lnTo>
                <a:lnTo>
                  <a:pt x="910" y="947"/>
                </a:lnTo>
                <a:lnTo>
                  <a:pt x="910" y="948"/>
                </a:lnTo>
                <a:lnTo>
                  <a:pt x="910" y="949"/>
                </a:lnTo>
                <a:lnTo>
                  <a:pt x="909" y="949"/>
                </a:lnTo>
                <a:lnTo>
                  <a:pt x="909" y="950"/>
                </a:lnTo>
                <a:lnTo>
                  <a:pt x="910" y="950"/>
                </a:lnTo>
                <a:lnTo>
                  <a:pt x="910" y="951"/>
                </a:lnTo>
                <a:lnTo>
                  <a:pt x="910" y="952"/>
                </a:lnTo>
                <a:lnTo>
                  <a:pt x="911" y="952"/>
                </a:lnTo>
                <a:lnTo>
                  <a:pt x="911" y="953"/>
                </a:lnTo>
                <a:lnTo>
                  <a:pt x="912" y="953"/>
                </a:lnTo>
                <a:lnTo>
                  <a:pt x="912" y="954"/>
                </a:lnTo>
                <a:lnTo>
                  <a:pt x="912" y="955"/>
                </a:lnTo>
                <a:lnTo>
                  <a:pt x="911" y="956"/>
                </a:lnTo>
                <a:lnTo>
                  <a:pt x="910" y="957"/>
                </a:lnTo>
                <a:lnTo>
                  <a:pt x="909" y="958"/>
                </a:lnTo>
                <a:lnTo>
                  <a:pt x="908" y="958"/>
                </a:lnTo>
                <a:lnTo>
                  <a:pt x="907" y="959"/>
                </a:lnTo>
                <a:lnTo>
                  <a:pt x="907" y="960"/>
                </a:lnTo>
                <a:lnTo>
                  <a:pt x="906" y="960"/>
                </a:lnTo>
                <a:lnTo>
                  <a:pt x="905" y="960"/>
                </a:lnTo>
                <a:lnTo>
                  <a:pt x="905" y="961"/>
                </a:lnTo>
                <a:lnTo>
                  <a:pt x="904" y="961"/>
                </a:lnTo>
                <a:lnTo>
                  <a:pt x="903" y="961"/>
                </a:lnTo>
                <a:lnTo>
                  <a:pt x="903" y="962"/>
                </a:lnTo>
                <a:lnTo>
                  <a:pt x="904" y="962"/>
                </a:lnTo>
                <a:lnTo>
                  <a:pt x="904" y="963"/>
                </a:lnTo>
                <a:lnTo>
                  <a:pt x="904" y="964"/>
                </a:lnTo>
                <a:lnTo>
                  <a:pt x="903" y="964"/>
                </a:lnTo>
                <a:lnTo>
                  <a:pt x="903" y="965"/>
                </a:lnTo>
                <a:lnTo>
                  <a:pt x="902" y="965"/>
                </a:lnTo>
                <a:lnTo>
                  <a:pt x="902" y="966"/>
                </a:lnTo>
                <a:lnTo>
                  <a:pt x="902" y="967"/>
                </a:lnTo>
                <a:lnTo>
                  <a:pt x="903" y="967"/>
                </a:lnTo>
                <a:lnTo>
                  <a:pt x="903" y="968"/>
                </a:lnTo>
                <a:lnTo>
                  <a:pt x="903" y="969"/>
                </a:lnTo>
                <a:lnTo>
                  <a:pt x="902" y="970"/>
                </a:lnTo>
                <a:lnTo>
                  <a:pt x="903" y="970"/>
                </a:lnTo>
                <a:lnTo>
                  <a:pt x="902" y="970"/>
                </a:lnTo>
                <a:lnTo>
                  <a:pt x="902" y="971"/>
                </a:lnTo>
                <a:lnTo>
                  <a:pt x="902" y="972"/>
                </a:lnTo>
                <a:lnTo>
                  <a:pt x="902" y="973"/>
                </a:lnTo>
                <a:lnTo>
                  <a:pt x="901" y="974"/>
                </a:lnTo>
                <a:lnTo>
                  <a:pt x="901" y="975"/>
                </a:lnTo>
                <a:lnTo>
                  <a:pt x="900" y="976"/>
                </a:lnTo>
                <a:lnTo>
                  <a:pt x="899" y="976"/>
                </a:lnTo>
                <a:lnTo>
                  <a:pt x="899" y="977"/>
                </a:lnTo>
                <a:lnTo>
                  <a:pt x="898" y="977"/>
                </a:lnTo>
                <a:lnTo>
                  <a:pt x="898" y="978"/>
                </a:lnTo>
                <a:lnTo>
                  <a:pt x="897" y="979"/>
                </a:lnTo>
                <a:lnTo>
                  <a:pt x="896" y="980"/>
                </a:lnTo>
                <a:lnTo>
                  <a:pt x="895" y="980"/>
                </a:lnTo>
                <a:lnTo>
                  <a:pt x="895" y="981"/>
                </a:lnTo>
                <a:lnTo>
                  <a:pt x="894" y="981"/>
                </a:lnTo>
                <a:lnTo>
                  <a:pt x="894" y="982"/>
                </a:lnTo>
                <a:lnTo>
                  <a:pt x="894" y="983"/>
                </a:lnTo>
                <a:lnTo>
                  <a:pt x="895" y="983"/>
                </a:lnTo>
                <a:lnTo>
                  <a:pt x="895" y="984"/>
                </a:lnTo>
                <a:lnTo>
                  <a:pt x="895" y="985"/>
                </a:lnTo>
                <a:lnTo>
                  <a:pt x="895" y="986"/>
                </a:lnTo>
                <a:lnTo>
                  <a:pt x="896" y="986"/>
                </a:lnTo>
                <a:lnTo>
                  <a:pt x="895" y="987"/>
                </a:lnTo>
                <a:lnTo>
                  <a:pt x="896" y="987"/>
                </a:lnTo>
                <a:lnTo>
                  <a:pt x="897" y="988"/>
                </a:lnTo>
                <a:lnTo>
                  <a:pt x="897" y="989"/>
                </a:lnTo>
                <a:lnTo>
                  <a:pt x="897" y="990"/>
                </a:lnTo>
                <a:lnTo>
                  <a:pt x="898" y="990"/>
                </a:lnTo>
                <a:lnTo>
                  <a:pt x="898" y="991"/>
                </a:lnTo>
                <a:lnTo>
                  <a:pt x="898" y="992"/>
                </a:lnTo>
                <a:lnTo>
                  <a:pt x="898" y="993"/>
                </a:lnTo>
                <a:lnTo>
                  <a:pt x="898" y="994"/>
                </a:lnTo>
                <a:lnTo>
                  <a:pt x="898" y="995"/>
                </a:lnTo>
                <a:lnTo>
                  <a:pt x="898" y="996"/>
                </a:lnTo>
                <a:lnTo>
                  <a:pt x="898" y="997"/>
                </a:lnTo>
                <a:lnTo>
                  <a:pt x="898" y="998"/>
                </a:lnTo>
                <a:lnTo>
                  <a:pt x="897" y="998"/>
                </a:lnTo>
                <a:lnTo>
                  <a:pt x="896" y="999"/>
                </a:lnTo>
                <a:lnTo>
                  <a:pt x="896" y="1000"/>
                </a:lnTo>
                <a:lnTo>
                  <a:pt x="896" y="1001"/>
                </a:lnTo>
                <a:lnTo>
                  <a:pt x="895" y="1001"/>
                </a:lnTo>
                <a:lnTo>
                  <a:pt x="894" y="1001"/>
                </a:lnTo>
                <a:lnTo>
                  <a:pt x="893" y="1002"/>
                </a:lnTo>
                <a:lnTo>
                  <a:pt x="892" y="1002"/>
                </a:lnTo>
                <a:lnTo>
                  <a:pt x="891" y="1001"/>
                </a:lnTo>
                <a:lnTo>
                  <a:pt x="890" y="1001"/>
                </a:lnTo>
                <a:lnTo>
                  <a:pt x="889" y="1003"/>
                </a:lnTo>
                <a:lnTo>
                  <a:pt x="888" y="1004"/>
                </a:lnTo>
                <a:lnTo>
                  <a:pt x="888" y="1005"/>
                </a:lnTo>
                <a:lnTo>
                  <a:pt x="887" y="1006"/>
                </a:lnTo>
                <a:lnTo>
                  <a:pt x="886" y="1006"/>
                </a:lnTo>
                <a:lnTo>
                  <a:pt x="885" y="1006"/>
                </a:lnTo>
                <a:lnTo>
                  <a:pt x="884" y="1006"/>
                </a:lnTo>
                <a:lnTo>
                  <a:pt x="884" y="1005"/>
                </a:lnTo>
                <a:lnTo>
                  <a:pt x="883" y="1004"/>
                </a:lnTo>
                <a:lnTo>
                  <a:pt x="883" y="1003"/>
                </a:lnTo>
                <a:lnTo>
                  <a:pt x="883" y="1004"/>
                </a:lnTo>
                <a:lnTo>
                  <a:pt x="882" y="1004"/>
                </a:lnTo>
                <a:lnTo>
                  <a:pt x="882" y="1003"/>
                </a:lnTo>
                <a:lnTo>
                  <a:pt x="881" y="1003"/>
                </a:lnTo>
                <a:lnTo>
                  <a:pt x="880" y="1003"/>
                </a:lnTo>
                <a:lnTo>
                  <a:pt x="879" y="1004"/>
                </a:lnTo>
                <a:lnTo>
                  <a:pt x="878" y="1005"/>
                </a:lnTo>
                <a:lnTo>
                  <a:pt x="878" y="1006"/>
                </a:lnTo>
                <a:lnTo>
                  <a:pt x="877" y="1006"/>
                </a:lnTo>
                <a:lnTo>
                  <a:pt x="876" y="1005"/>
                </a:lnTo>
                <a:lnTo>
                  <a:pt x="875" y="1004"/>
                </a:lnTo>
                <a:lnTo>
                  <a:pt x="876" y="1004"/>
                </a:lnTo>
                <a:lnTo>
                  <a:pt x="876" y="1003"/>
                </a:lnTo>
                <a:lnTo>
                  <a:pt x="877" y="1003"/>
                </a:lnTo>
                <a:lnTo>
                  <a:pt x="877" y="1001"/>
                </a:lnTo>
                <a:lnTo>
                  <a:pt x="876" y="1000"/>
                </a:lnTo>
                <a:lnTo>
                  <a:pt x="875" y="999"/>
                </a:lnTo>
                <a:lnTo>
                  <a:pt x="874" y="999"/>
                </a:lnTo>
                <a:lnTo>
                  <a:pt x="873" y="999"/>
                </a:lnTo>
                <a:lnTo>
                  <a:pt x="872" y="998"/>
                </a:lnTo>
                <a:lnTo>
                  <a:pt x="871" y="998"/>
                </a:lnTo>
                <a:lnTo>
                  <a:pt x="871" y="999"/>
                </a:lnTo>
                <a:lnTo>
                  <a:pt x="870" y="999"/>
                </a:lnTo>
                <a:lnTo>
                  <a:pt x="869" y="999"/>
                </a:lnTo>
                <a:lnTo>
                  <a:pt x="869" y="998"/>
                </a:lnTo>
                <a:lnTo>
                  <a:pt x="869" y="997"/>
                </a:lnTo>
                <a:lnTo>
                  <a:pt x="868" y="997"/>
                </a:lnTo>
                <a:lnTo>
                  <a:pt x="868" y="996"/>
                </a:lnTo>
                <a:lnTo>
                  <a:pt x="867" y="995"/>
                </a:lnTo>
                <a:lnTo>
                  <a:pt x="867" y="994"/>
                </a:lnTo>
                <a:lnTo>
                  <a:pt x="867" y="993"/>
                </a:lnTo>
                <a:lnTo>
                  <a:pt x="868" y="992"/>
                </a:lnTo>
                <a:lnTo>
                  <a:pt x="868" y="990"/>
                </a:lnTo>
                <a:lnTo>
                  <a:pt x="868" y="989"/>
                </a:lnTo>
                <a:lnTo>
                  <a:pt x="868" y="988"/>
                </a:lnTo>
                <a:lnTo>
                  <a:pt x="868" y="987"/>
                </a:lnTo>
                <a:lnTo>
                  <a:pt x="867" y="987"/>
                </a:lnTo>
                <a:lnTo>
                  <a:pt x="867" y="986"/>
                </a:lnTo>
                <a:lnTo>
                  <a:pt x="867" y="985"/>
                </a:lnTo>
                <a:lnTo>
                  <a:pt x="868" y="984"/>
                </a:lnTo>
                <a:lnTo>
                  <a:pt x="868" y="982"/>
                </a:lnTo>
                <a:lnTo>
                  <a:pt x="867" y="982"/>
                </a:lnTo>
                <a:lnTo>
                  <a:pt x="867" y="981"/>
                </a:lnTo>
                <a:lnTo>
                  <a:pt x="867" y="980"/>
                </a:lnTo>
                <a:lnTo>
                  <a:pt x="868" y="979"/>
                </a:lnTo>
                <a:lnTo>
                  <a:pt x="868" y="977"/>
                </a:lnTo>
                <a:lnTo>
                  <a:pt x="869" y="976"/>
                </a:lnTo>
                <a:lnTo>
                  <a:pt x="869" y="975"/>
                </a:lnTo>
                <a:lnTo>
                  <a:pt x="869" y="974"/>
                </a:lnTo>
                <a:lnTo>
                  <a:pt x="869" y="973"/>
                </a:lnTo>
                <a:lnTo>
                  <a:pt x="870" y="972"/>
                </a:lnTo>
                <a:lnTo>
                  <a:pt x="869" y="971"/>
                </a:lnTo>
                <a:lnTo>
                  <a:pt x="869" y="972"/>
                </a:lnTo>
                <a:lnTo>
                  <a:pt x="868" y="972"/>
                </a:lnTo>
                <a:lnTo>
                  <a:pt x="867" y="972"/>
                </a:lnTo>
                <a:lnTo>
                  <a:pt x="866" y="973"/>
                </a:lnTo>
                <a:lnTo>
                  <a:pt x="865" y="972"/>
                </a:lnTo>
                <a:lnTo>
                  <a:pt x="865" y="971"/>
                </a:lnTo>
                <a:lnTo>
                  <a:pt x="865" y="970"/>
                </a:lnTo>
                <a:lnTo>
                  <a:pt x="864" y="970"/>
                </a:lnTo>
                <a:lnTo>
                  <a:pt x="864" y="971"/>
                </a:lnTo>
                <a:lnTo>
                  <a:pt x="863" y="971"/>
                </a:lnTo>
                <a:lnTo>
                  <a:pt x="862" y="971"/>
                </a:lnTo>
                <a:lnTo>
                  <a:pt x="862" y="970"/>
                </a:lnTo>
                <a:lnTo>
                  <a:pt x="862" y="969"/>
                </a:lnTo>
                <a:lnTo>
                  <a:pt x="861" y="969"/>
                </a:lnTo>
                <a:lnTo>
                  <a:pt x="860" y="968"/>
                </a:lnTo>
                <a:lnTo>
                  <a:pt x="859" y="968"/>
                </a:lnTo>
                <a:lnTo>
                  <a:pt x="859" y="967"/>
                </a:lnTo>
                <a:lnTo>
                  <a:pt x="859" y="966"/>
                </a:lnTo>
                <a:lnTo>
                  <a:pt x="858" y="965"/>
                </a:lnTo>
                <a:lnTo>
                  <a:pt x="859" y="964"/>
                </a:lnTo>
                <a:lnTo>
                  <a:pt x="858" y="963"/>
                </a:lnTo>
                <a:lnTo>
                  <a:pt x="856" y="963"/>
                </a:lnTo>
                <a:lnTo>
                  <a:pt x="855" y="963"/>
                </a:lnTo>
                <a:lnTo>
                  <a:pt x="854" y="963"/>
                </a:lnTo>
                <a:lnTo>
                  <a:pt x="852" y="964"/>
                </a:lnTo>
                <a:lnTo>
                  <a:pt x="850" y="965"/>
                </a:lnTo>
                <a:lnTo>
                  <a:pt x="850" y="966"/>
                </a:lnTo>
                <a:lnTo>
                  <a:pt x="849" y="966"/>
                </a:lnTo>
                <a:lnTo>
                  <a:pt x="850" y="966"/>
                </a:lnTo>
                <a:lnTo>
                  <a:pt x="850" y="967"/>
                </a:lnTo>
                <a:lnTo>
                  <a:pt x="851" y="968"/>
                </a:lnTo>
                <a:lnTo>
                  <a:pt x="850" y="969"/>
                </a:lnTo>
                <a:lnTo>
                  <a:pt x="850" y="970"/>
                </a:lnTo>
                <a:lnTo>
                  <a:pt x="849" y="970"/>
                </a:lnTo>
                <a:lnTo>
                  <a:pt x="848" y="971"/>
                </a:lnTo>
                <a:lnTo>
                  <a:pt x="847" y="972"/>
                </a:lnTo>
                <a:lnTo>
                  <a:pt x="847" y="973"/>
                </a:lnTo>
                <a:lnTo>
                  <a:pt x="847" y="974"/>
                </a:lnTo>
                <a:lnTo>
                  <a:pt x="847" y="975"/>
                </a:lnTo>
                <a:lnTo>
                  <a:pt x="848" y="975"/>
                </a:lnTo>
                <a:lnTo>
                  <a:pt x="848" y="976"/>
                </a:lnTo>
                <a:lnTo>
                  <a:pt x="847" y="976"/>
                </a:lnTo>
                <a:lnTo>
                  <a:pt x="847" y="977"/>
                </a:lnTo>
                <a:lnTo>
                  <a:pt x="847" y="978"/>
                </a:lnTo>
                <a:lnTo>
                  <a:pt x="848" y="978"/>
                </a:lnTo>
                <a:lnTo>
                  <a:pt x="849" y="978"/>
                </a:lnTo>
                <a:lnTo>
                  <a:pt x="849" y="979"/>
                </a:lnTo>
                <a:lnTo>
                  <a:pt x="848" y="981"/>
                </a:lnTo>
                <a:lnTo>
                  <a:pt x="847" y="982"/>
                </a:lnTo>
                <a:lnTo>
                  <a:pt x="846" y="982"/>
                </a:lnTo>
                <a:lnTo>
                  <a:pt x="846" y="983"/>
                </a:lnTo>
                <a:lnTo>
                  <a:pt x="847" y="983"/>
                </a:lnTo>
                <a:lnTo>
                  <a:pt x="847" y="984"/>
                </a:lnTo>
                <a:lnTo>
                  <a:pt x="846" y="984"/>
                </a:lnTo>
                <a:lnTo>
                  <a:pt x="844" y="984"/>
                </a:lnTo>
                <a:lnTo>
                  <a:pt x="843" y="984"/>
                </a:lnTo>
                <a:lnTo>
                  <a:pt x="841" y="984"/>
                </a:lnTo>
                <a:lnTo>
                  <a:pt x="839" y="983"/>
                </a:lnTo>
                <a:lnTo>
                  <a:pt x="838" y="983"/>
                </a:lnTo>
                <a:lnTo>
                  <a:pt x="837" y="984"/>
                </a:lnTo>
                <a:lnTo>
                  <a:pt x="837" y="983"/>
                </a:lnTo>
                <a:lnTo>
                  <a:pt x="836" y="983"/>
                </a:lnTo>
                <a:lnTo>
                  <a:pt x="835" y="982"/>
                </a:lnTo>
                <a:lnTo>
                  <a:pt x="835" y="981"/>
                </a:lnTo>
                <a:lnTo>
                  <a:pt x="834" y="981"/>
                </a:lnTo>
                <a:lnTo>
                  <a:pt x="833" y="982"/>
                </a:lnTo>
                <a:lnTo>
                  <a:pt x="833" y="983"/>
                </a:lnTo>
                <a:lnTo>
                  <a:pt x="833" y="984"/>
                </a:lnTo>
                <a:lnTo>
                  <a:pt x="832" y="985"/>
                </a:lnTo>
                <a:lnTo>
                  <a:pt x="832" y="986"/>
                </a:lnTo>
                <a:lnTo>
                  <a:pt x="832" y="987"/>
                </a:lnTo>
                <a:lnTo>
                  <a:pt x="831" y="987"/>
                </a:lnTo>
                <a:lnTo>
                  <a:pt x="831" y="988"/>
                </a:lnTo>
                <a:lnTo>
                  <a:pt x="832" y="988"/>
                </a:lnTo>
                <a:lnTo>
                  <a:pt x="832" y="989"/>
                </a:lnTo>
                <a:lnTo>
                  <a:pt x="832" y="990"/>
                </a:lnTo>
                <a:lnTo>
                  <a:pt x="831" y="990"/>
                </a:lnTo>
                <a:lnTo>
                  <a:pt x="831" y="991"/>
                </a:lnTo>
                <a:lnTo>
                  <a:pt x="831" y="992"/>
                </a:lnTo>
                <a:lnTo>
                  <a:pt x="831" y="993"/>
                </a:lnTo>
                <a:lnTo>
                  <a:pt x="830" y="994"/>
                </a:lnTo>
                <a:lnTo>
                  <a:pt x="829" y="993"/>
                </a:lnTo>
                <a:lnTo>
                  <a:pt x="829" y="992"/>
                </a:lnTo>
                <a:lnTo>
                  <a:pt x="828" y="992"/>
                </a:lnTo>
                <a:lnTo>
                  <a:pt x="827" y="991"/>
                </a:lnTo>
                <a:lnTo>
                  <a:pt x="827" y="990"/>
                </a:lnTo>
                <a:lnTo>
                  <a:pt x="827" y="989"/>
                </a:lnTo>
                <a:lnTo>
                  <a:pt x="826" y="988"/>
                </a:lnTo>
                <a:lnTo>
                  <a:pt x="825" y="988"/>
                </a:lnTo>
                <a:lnTo>
                  <a:pt x="824" y="989"/>
                </a:lnTo>
                <a:lnTo>
                  <a:pt x="824" y="990"/>
                </a:lnTo>
                <a:lnTo>
                  <a:pt x="823" y="990"/>
                </a:lnTo>
                <a:lnTo>
                  <a:pt x="822" y="991"/>
                </a:lnTo>
                <a:lnTo>
                  <a:pt x="822" y="992"/>
                </a:lnTo>
                <a:lnTo>
                  <a:pt x="821" y="993"/>
                </a:lnTo>
                <a:lnTo>
                  <a:pt x="820" y="993"/>
                </a:lnTo>
                <a:lnTo>
                  <a:pt x="821" y="994"/>
                </a:lnTo>
                <a:lnTo>
                  <a:pt x="821" y="995"/>
                </a:lnTo>
                <a:lnTo>
                  <a:pt x="820" y="995"/>
                </a:lnTo>
                <a:lnTo>
                  <a:pt x="820" y="994"/>
                </a:lnTo>
                <a:lnTo>
                  <a:pt x="819" y="994"/>
                </a:lnTo>
                <a:lnTo>
                  <a:pt x="818" y="993"/>
                </a:lnTo>
                <a:lnTo>
                  <a:pt x="817" y="992"/>
                </a:lnTo>
                <a:lnTo>
                  <a:pt x="817" y="993"/>
                </a:lnTo>
                <a:lnTo>
                  <a:pt x="816" y="993"/>
                </a:lnTo>
                <a:lnTo>
                  <a:pt x="815" y="994"/>
                </a:lnTo>
                <a:lnTo>
                  <a:pt x="813" y="994"/>
                </a:lnTo>
                <a:lnTo>
                  <a:pt x="813" y="995"/>
                </a:lnTo>
                <a:lnTo>
                  <a:pt x="812" y="995"/>
                </a:lnTo>
                <a:lnTo>
                  <a:pt x="812" y="996"/>
                </a:lnTo>
                <a:lnTo>
                  <a:pt x="811" y="996"/>
                </a:lnTo>
                <a:lnTo>
                  <a:pt x="810" y="996"/>
                </a:lnTo>
                <a:lnTo>
                  <a:pt x="810" y="995"/>
                </a:lnTo>
                <a:lnTo>
                  <a:pt x="810" y="994"/>
                </a:lnTo>
                <a:lnTo>
                  <a:pt x="809" y="994"/>
                </a:lnTo>
                <a:lnTo>
                  <a:pt x="808" y="994"/>
                </a:lnTo>
                <a:lnTo>
                  <a:pt x="807" y="994"/>
                </a:lnTo>
                <a:lnTo>
                  <a:pt x="806" y="995"/>
                </a:lnTo>
                <a:lnTo>
                  <a:pt x="805" y="995"/>
                </a:lnTo>
                <a:lnTo>
                  <a:pt x="805" y="996"/>
                </a:lnTo>
                <a:lnTo>
                  <a:pt x="805" y="997"/>
                </a:lnTo>
                <a:lnTo>
                  <a:pt x="804" y="998"/>
                </a:lnTo>
                <a:lnTo>
                  <a:pt x="803" y="999"/>
                </a:lnTo>
                <a:lnTo>
                  <a:pt x="802" y="999"/>
                </a:lnTo>
                <a:lnTo>
                  <a:pt x="802" y="998"/>
                </a:lnTo>
                <a:lnTo>
                  <a:pt x="801" y="997"/>
                </a:lnTo>
                <a:lnTo>
                  <a:pt x="801" y="996"/>
                </a:lnTo>
                <a:lnTo>
                  <a:pt x="800" y="996"/>
                </a:lnTo>
                <a:lnTo>
                  <a:pt x="799" y="995"/>
                </a:lnTo>
                <a:lnTo>
                  <a:pt x="798" y="995"/>
                </a:lnTo>
                <a:lnTo>
                  <a:pt x="797" y="995"/>
                </a:lnTo>
                <a:lnTo>
                  <a:pt x="796" y="995"/>
                </a:lnTo>
                <a:lnTo>
                  <a:pt x="795" y="995"/>
                </a:lnTo>
                <a:lnTo>
                  <a:pt x="793" y="994"/>
                </a:lnTo>
                <a:lnTo>
                  <a:pt x="793" y="993"/>
                </a:lnTo>
                <a:lnTo>
                  <a:pt x="793" y="992"/>
                </a:lnTo>
                <a:lnTo>
                  <a:pt x="793" y="991"/>
                </a:lnTo>
                <a:lnTo>
                  <a:pt x="792" y="991"/>
                </a:lnTo>
                <a:lnTo>
                  <a:pt x="791" y="991"/>
                </a:lnTo>
                <a:lnTo>
                  <a:pt x="792" y="990"/>
                </a:lnTo>
                <a:lnTo>
                  <a:pt x="792" y="989"/>
                </a:lnTo>
                <a:lnTo>
                  <a:pt x="791" y="989"/>
                </a:lnTo>
                <a:lnTo>
                  <a:pt x="791" y="988"/>
                </a:lnTo>
                <a:lnTo>
                  <a:pt x="792" y="987"/>
                </a:lnTo>
                <a:lnTo>
                  <a:pt x="793" y="987"/>
                </a:lnTo>
                <a:lnTo>
                  <a:pt x="793" y="986"/>
                </a:lnTo>
                <a:lnTo>
                  <a:pt x="792" y="986"/>
                </a:lnTo>
                <a:lnTo>
                  <a:pt x="793" y="986"/>
                </a:lnTo>
                <a:lnTo>
                  <a:pt x="792" y="987"/>
                </a:lnTo>
                <a:lnTo>
                  <a:pt x="791" y="987"/>
                </a:lnTo>
                <a:lnTo>
                  <a:pt x="790" y="987"/>
                </a:lnTo>
                <a:lnTo>
                  <a:pt x="788" y="986"/>
                </a:lnTo>
                <a:lnTo>
                  <a:pt x="787" y="986"/>
                </a:lnTo>
                <a:lnTo>
                  <a:pt x="787" y="987"/>
                </a:lnTo>
                <a:lnTo>
                  <a:pt x="786" y="986"/>
                </a:lnTo>
                <a:lnTo>
                  <a:pt x="785" y="986"/>
                </a:lnTo>
                <a:lnTo>
                  <a:pt x="784" y="987"/>
                </a:lnTo>
                <a:lnTo>
                  <a:pt x="783" y="988"/>
                </a:lnTo>
                <a:lnTo>
                  <a:pt x="782" y="988"/>
                </a:lnTo>
                <a:lnTo>
                  <a:pt x="782" y="989"/>
                </a:lnTo>
                <a:lnTo>
                  <a:pt x="782" y="988"/>
                </a:lnTo>
                <a:lnTo>
                  <a:pt x="781" y="986"/>
                </a:lnTo>
                <a:lnTo>
                  <a:pt x="780" y="987"/>
                </a:lnTo>
                <a:lnTo>
                  <a:pt x="779" y="987"/>
                </a:lnTo>
                <a:lnTo>
                  <a:pt x="778" y="987"/>
                </a:lnTo>
                <a:lnTo>
                  <a:pt x="778" y="988"/>
                </a:lnTo>
                <a:lnTo>
                  <a:pt x="778" y="987"/>
                </a:lnTo>
                <a:lnTo>
                  <a:pt x="777" y="987"/>
                </a:lnTo>
                <a:lnTo>
                  <a:pt x="777" y="986"/>
                </a:lnTo>
                <a:lnTo>
                  <a:pt x="778" y="985"/>
                </a:lnTo>
                <a:lnTo>
                  <a:pt x="778" y="984"/>
                </a:lnTo>
                <a:lnTo>
                  <a:pt x="778" y="983"/>
                </a:lnTo>
                <a:lnTo>
                  <a:pt x="777" y="983"/>
                </a:lnTo>
                <a:lnTo>
                  <a:pt x="777" y="984"/>
                </a:lnTo>
                <a:lnTo>
                  <a:pt x="776" y="983"/>
                </a:lnTo>
                <a:lnTo>
                  <a:pt x="775" y="984"/>
                </a:lnTo>
                <a:lnTo>
                  <a:pt x="774" y="984"/>
                </a:lnTo>
                <a:lnTo>
                  <a:pt x="773" y="983"/>
                </a:lnTo>
                <a:lnTo>
                  <a:pt x="772" y="983"/>
                </a:lnTo>
                <a:lnTo>
                  <a:pt x="772" y="982"/>
                </a:lnTo>
                <a:lnTo>
                  <a:pt x="771" y="981"/>
                </a:lnTo>
                <a:lnTo>
                  <a:pt x="771" y="980"/>
                </a:lnTo>
                <a:lnTo>
                  <a:pt x="770" y="981"/>
                </a:lnTo>
                <a:lnTo>
                  <a:pt x="770" y="980"/>
                </a:lnTo>
                <a:lnTo>
                  <a:pt x="770" y="979"/>
                </a:lnTo>
                <a:lnTo>
                  <a:pt x="770" y="978"/>
                </a:lnTo>
                <a:lnTo>
                  <a:pt x="769" y="978"/>
                </a:lnTo>
                <a:lnTo>
                  <a:pt x="768" y="978"/>
                </a:lnTo>
                <a:lnTo>
                  <a:pt x="768" y="977"/>
                </a:lnTo>
                <a:lnTo>
                  <a:pt x="767" y="977"/>
                </a:lnTo>
                <a:lnTo>
                  <a:pt x="766" y="977"/>
                </a:lnTo>
                <a:lnTo>
                  <a:pt x="765" y="976"/>
                </a:lnTo>
                <a:lnTo>
                  <a:pt x="764" y="976"/>
                </a:lnTo>
                <a:lnTo>
                  <a:pt x="764" y="977"/>
                </a:lnTo>
                <a:lnTo>
                  <a:pt x="763" y="976"/>
                </a:lnTo>
                <a:lnTo>
                  <a:pt x="763" y="977"/>
                </a:lnTo>
                <a:lnTo>
                  <a:pt x="762" y="978"/>
                </a:lnTo>
                <a:lnTo>
                  <a:pt x="761" y="978"/>
                </a:lnTo>
                <a:lnTo>
                  <a:pt x="760" y="978"/>
                </a:lnTo>
                <a:lnTo>
                  <a:pt x="760" y="979"/>
                </a:lnTo>
                <a:lnTo>
                  <a:pt x="759" y="982"/>
                </a:lnTo>
                <a:lnTo>
                  <a:pt x="758" y="982"/>
                </a:lnTo>
                <a:lnTo>
                  <a:pt x="757" y="982"/>
                </a:lnTo>
                <a:lnTo>
                  <a:pt x="756" y="982"/>
                </a:lnTo>
                <a:lnTo>
                  <a:pt x="756" y="983"/>
                </a:lnTo>
                <a:lnTo>
                  <a:pt x="755" y="983"/>
                </a:lnTo>
                <a:lnTo>
                  <a:pt x="754" y="982"/>
                </a:lnTo>
                <a:lnTo>
                  <a:pt x="754" y="981"/>
                </a:lnTo>
                <a:lnTo>
                  <a:pt x="753" y="981"/>
                </a:lnTo>
                <a:lnTo>
                  <a:pt x="753" y="980"/>
                </a:lnTo>
                <a:lnTo>
                  <a:pt x="753" y="979"/>
                </a:lnTo>
                <a:lnTo>
                  <a:pt x="752" y="978"/>
                </a:lnTo>
                <a:lnTo>
                  <a:pt x="752" y="977"/>
                </a:lnTo>
                <a:lnTo>
                  <a:pt x="752" y="976"/>
                </a:lnTo>
                <a:lnTo>
                  <a:pt x="752" y="974"/>
                </a:lnTo>
                <a:lnTo>
                  <a:pt x="751" y="973"/>
                </a:lnTo>
                <a:lnTo>
                  <a:pt x="751" y="972"/>
                </a:lnTo>
                <a:lnTo>
                  <a:pt x="751" y="971"/>
                </a:lnTo>
                <a:lnTo>
                  <a:pt x="751" y="970"/>
                </a:lnTo>
                <a:lnTo>
                  <a:pt x="750" y="970"/>
                </a:lnTo>
                <a:lnTo>
                  <a:pt x="750" y="969"/>
                </a:lnTo>
                <a:lnTo>
                  <a:pt x="751" y="969"/>
                </a:lnTo>
                <a:lnTo>
                  <a:pt x="751" y="967"/>
                </a:lnTo>
                <a:lnTo>
                  <a:pt x="751" y="966"/>
                </a:lnTo>
                <a:lnTo>
                  <a:pt x="750" y="966"/>
                </a:lnTo>
                <a:lnTo>
                  <a:pt x="750" y="965"/>
                </a:lnTo>
                <a:lnTo>
                  <a:pt x="751" y="964"/>
                </a:lnTo>
                <a:lnTo>
                  <a:pt x="751" y="963"/>
                </a:lnTo>
                <a:lnTo>
                  <a:pt x="752" y="962"/>
                </a:lnTo>
                <a:lnTo>
                  <a:pt x="754" y="962"/>
                </a:lnTo>
                <a:lnTo>
                  <a:pt x="754" y="961"/>
                </a:lnTo>
                <a:lnTo>
                  <a:pt x="753" y="961"/>
                </a:lnTo>
                <a:lnTo>
                  <a:pt x="753" y="960"/>
                </a:lnTo>
                <a:lnTo>
                  <a:pt x="754" y="960"/>
                </a:lnTo>
                <a:lnTo>
                  <a:pt x="754" y="959"/>
                </a:lnTo>
                <a:lnTo>
                  <a:pt x="754" y="958"/>
                </a:lnTo>
                <a:lnTo>
                  <a:pt x="754" y="957"/>
                </a:lnTo>
                <a:lnTo>
                  <a:pt x="754" y="955"/>
                </a:lnTo>
                <a:lnTo>
                  <a:pt x="755" y="955"/>
                </a:lnTo>
                <a:lnTo>
                  <a:pt x="756" y="955"/>
                </a:lnTo>
                <a:lnTo>
                  <a:pt x="756" y="954"/>
                </a:lnTo>
                <a:lnTo>
                  <a:pt x="756" y="953"/>
                </a:lnTo>
                <a:lnTo>
                  <a:pt x="756" y="952"/>
                </a:lnTo>
                <a:lnTo>
                  <a:pt x="755" y="952"/>
                </a:lnTo>
                <a:lnTo>
                  <a:pt x="754" y="952"/>
                </a:lnTo>
                <a:lnTo>
                  <a:pt x="754" y="951"/>
                </a:lnTo>
                <a:lnTo>
                  <a:pt x="755" y="950"/>
                </a:lnTo>
                <a:lnTo>
                  <a:pt x="754" y="950"/>
                </a:lnTo>
                <a:lnTo>
                  <a:pt x="754" y="949"/>
                </a:lnTo>
                <a:lnTo>
                  <a:pt x="754" y="948"/>
                </a:lnTo>
                <a:lnTo>
                  <a:pt x="754" y="947"/>
                </a:lnTo>
                <a:lnTo>
                  <a:pt x="754" y="946"/>
                </a:lnTo>
                <a:lnTo>
                  <a:pt x="754" y="945"/>
                </a:lnTo>
                <a:lnTo>
                  <a:pt x="754" y="943"/>
                </a:lnTo>
                <a:lnTo>
                  <a:pt x="755" y="942"/>
                </a:lnTo>
                <a:lnTo>
                  <a:pt x="754" y="941"/>
                </a:lnTo>
                <a:lnTo>
                  <a:pt x="754" y="940"/>
                </a:lnTo>
                <a:lnTo>
                  <a:pt x="753" y="940"/>
                </a:lnTo>
                <a:lnTo>
                  <a:pt x="752" y="940"/>
                </a:lnTo>
                <a:lnTo>
                  <a:pt x="751" y="940"/>
                </a:lnTo>
                <a:lnTo>
                  <a:pt x="749" y="940"/>
                </a:lnTo>
                <a:lnTo>
                  <a:pt x="748" y="940"/>
                </a:lnTo>
                <a:lnTo>
                  <a:pt x="748" y="941"/>
                </a:lnTo>
                <a:lnTo>
                  <a:pt x="749" y="941"/>
                </a:lnTo>
                <a:lnTo>
                  <a:pt x="747" y="943"/>
                </a:lnTo>
                <a:lnTo>
                  <a:pt x="747" y="944"/>
                </a:lnTo>
                <a:lnTo>
                  <a:pt x="747" y="945"/>
                </a:lnTo>
                <a:lnTo>
                  <a:pt x="746" y="945"/>
                </a:lnTo>
                <a:lnTo>
                  <a:pt x="746" y="946"/>
                </a:lnTo>
                <a:lnTo>
                  <a:pt x="745" y="946"/>
                </a:lnTo>
                <a:lnTo>
                  <a:pt x="745" y="945"/>
                </a:lnTo>
                <a:lnTo>
                  <a:pt x="745" y="944"/>
                </a:lnTo>
                <a:lnTo>
                  <a:pt x="744" y="943"/>
                </a:lnTo>
                <a:lnTo>
                  <a:pt x="743" y="942"/>
                </a:lnTo>
                <a:lnTo>
                  <a:pt x="743" y="941"/>
                </a:lnTo>
                <a:lnTo>
                  <a:pt x="743" y="940"/>
                </a:lnTo>
                <a:lnTo>
                  <a:pt x="742" y="940"/>
                </a:lnTo>
                <a:lnTo>
                  <a:pt x="741" y="941"/>
                </a:lnTo>
                <a:lnTo>
                  <a:pt x="740" y="941"/>
                </a:lnTo>
                <a:lnTo>
                  <a:pt x="741" y="941"/>
                </a:lnTo>
                <a:lnTo>
                  <a:pt x="741" y="942"/>
                </a:lnTo>
                <a:lnTo>
                  <a:pt x="740" y="942"/>
                </a:lnTo>
                <a:lnTo>
                  <a:pt x="740" y="943"/>
                </a:lnTo>
                <a:lnTo>
                  <a:pt x="739" y="944"/>
                </a:lnTo>
                <a:lnTo>
                  <a:pt x="739" y="945"/>
                </a:lnTo>
                <a:lnTo>
                  <a:pt x="740" y="945"/>
                </a:lnTo>
                <a:lnTo>
                  <a:pt x="740" y="944"/>
                </a:lnTo>
                <a:lnTo>
                  <a:pt x="741" y="944"/>
                </a:lnTo>
                <a:lnTo>
                  <a:pt x="741" y="945"/>
                </a:lnTo>
                <a:lnTo>
                  <a:pt x="742" y="945"/>
                </a:lnTo>
                <a:lnTo>
                  <a:pt x="742" y="946"/>
                </a:lnTo>
                <a:lnTo>
                  <a:pt x="741" y="946"/>
                </a:lnTo>
                <a:lnTo>
                  <a:pt x="740" y="947"/>
                </a:lnTo>
                <a:lnTo>
                  <a:pt x="739" y="947"/>
                </a:lnTo>
                <a:lnTo>
                  <a:pt x="739" y="946"/>
                </a:lnTo>
                <a:lnTo>
                  <a:pt x="738" y="946"/>
                </a:lnTo>
                <a:lnTo>
                  <a:pt x="737" y="947"/>
                </a:lnTo>
                <a:lnTo>
                  <a:pt x="735" y="947"/>
                </a:lnTo>
                <a:lnTo>
                  <a:pt x="734" y="947"/>
                </a:lnTo>
                <a:lnTo>
                  <a:pt x="734" y="948"/>
                </a:lnTo>
                <a:lnTo>
                  <a:pt x="733" y="949"/>
                </a:lnTo>
                <a:lnTo>
                  <a:pt x="733" y="948"/>
                </a:lnTo>
                <a:lnTo>
                  <a:pt x="732" y="948"/>
                </a:lnTo>
                <a:lnTo>
                  <a:pt x="732" y="947"/>
                </a:lnTo>
                <a:lnTo>
                  <a:pt x="731" y="948"/>
                </a:lnTo>
                <a:lnTo>
                  <a:pt x="732" y="948"/>
                </a:lnTo>
                <a:lnTo>
                  <a:pt x="732" y="949"/>
                </a:lnTo>
                <a:lnTo>
                  <a:pt x="731" y="950"/>
                </a:lnTo>
                <a:lnTo>
                  <a:pt x="730" y="950"/>
                </a:lnTo>
                <a:lnTo>
                  <a:pt x="729" y="949"/>
                </a:lnTo>
                <a:lnTo>
                  <a:pt x="728" y="948"/>
                </a:lnTo>
                <a:lnTo>
                  <a:pt x="728" y="949"/>
                </a:lnTo>
                <a:lnTo>
                  <a:pt x="726" y="949"/>
                </a:lnTo>
                <a:lnTo>
                  <a:pt x="726" y="948"/>
                </a:lnTo>
                <a:lnTo>
                  <a:pt x="725" y="947"/>
                </a:lnTo>
                <a:lnTo>
                  <a:pt x="724" y="946"/>
                </a:lnTo>
                <a:lnTo>
                  <a:pt x="723" y="946"/>
                </a:lnTo>
                <a:lnTo>
                  <a:pt x="722" y="946"/>
                </a:lnTo>
                <a:lnTo>
                  <a:pt x="721" y="947"/>
                </a:lnTo>
                <a:lnTo>
                  <a:pt x="721" y="948"/>
                </a:lnTo>
                <a:lnTo>
                  <a:pt x="720" y="948"/>
                </a:lnTo>
                <a:lnTo>
                  <a:pt x="719" y="947"/>
                </a:lnTo>
                <a:lnTo>
                  <a:pt x="717" y="947"/>
                </a:lnTo>
                <a:lnTo>
                  <a:pt x="716" y="947"/>
                </a:lnTo>
                <a:lnTo>
                  <a:pt x="715" y="946"/>
                </a:lnTo>
                <a:lnTo>
                  <a:pt x="714" y="946"/>
                </a:lnTo>
                <a:lnTo>
                  <a:pt x="713" y="946"/>
                </a:lnTo>
                <a:lnTo>
                  <a:pt x="712" y="946"/>
                </a:lnTo>
                <a:lnTo>
                  <a:pt x="711" y="946"/>
                </a:lnTo>
                <a:lnTo>
                  <a:pt x="710" y="946"/>
                </a:lnTo>
                <a:lnTo>
                  <a:pt x="709" y="946"/>
                </a:lnTo>
                <a:lnTo>
                  <a:pt x="708" y="947"/>
                </a:lnTo>
                <a:lnTo>
                  <a:pt x="707" y="947"/>
                </a:lnTo>
                <a:lnTo>
                  <a:pt x="707" y="946"/>
                </a:lnTo>
                <a:lnTo>
                  <a:pt x="706" y="947"/>
                </a:lnTo>
                <a:lnTo>
                  <a:pt x="705" y="948"/>
                </a:lnTo>
                <a:lnTo>
                  <a:pt x="705" y="947"/>
                </a:lnTo>
                <a:lnTo>
                  <a:pt x="705" y="946"/>
                </a:lnTo>
                <a:lnTo>
                  <a:pt x="704" y="945"/>
                </a:lnTo>
                <a:lnTo>
                  <a:pt x="703" y="945"/>
                </a:lnTo>
                <a:lnTo>
                  <a:pt x="702" y="945"/>
                </a:lnTo>
                <a:lnTo>
                  <a:pt x="702" y="944"/>
                </a:lnTo>
                <a:lnTo>
                  <a:pt x="701" y="943"/>
                </a:lnTo>
                <a:lnTo>
                  <a:pt x="700" y="943"/>
                </a:lnTo>
                <a:lnTo>
                  <a:pt x="700" y="942"/>
                </a:lnTo>
                <a:lnTo>
                  <a:pt x="700" y="941"/>
                </a:lnTo>
                <a:lnTo>
                  <a:pt x="698" y="940"/>
                </a:lnTo>
                <a:lnTo>
                  <a:pt x="698" y="939"/>
                </a:lnTo>
                <a:lnTo>
                  <a:pt x="698" y="938"/>
                </a:lnTo>
                <a:lnTo>
                  <a:pt x="697" y="938"/>
                </a:lnTo>
                <a:lnTo>
                  <a:pt x="697" y="937"/>
                </a:lnTo>
                <a:lnTo>
                  <a:pt x="696" y="937"/>
                </a:lnTo>
                <a:lnTo>
                  <a:pt x="696" y="936"/>
                </a:lnTo>
                <a:lnTo>
                  <a:pt x="695" y="935"/>
                </a:lnTo>
                <a:lnTo>
                  <a:pt x="694" y="934"/>
                </a:lnTo>
                <a:lnTo>
                  <a:pt x="694" y="933"/>
                </a:lnTo>
                <a:lnTo>
                  <a:pt x="693" y="932"/>
                </a:lnTo>
                <a:lnTo>
                  <a:pt x="693" y="931"/>
                </a:lnTo>
                <a:lnTo>
                  <a:pt x="693" y="930"/>
                </a:lnTo>
                <a:lnTo>
                  <a:pt x="692" y="930"/>
                </a:lnTo>
                <a:lnTo>
                  <a:pt x="691" y="931"/>
                </a:lnTo>
                <a:lnTo>
                  <a:pt x="691" y="932"/>
                </a:lnTo>
                <a:lnTo>
                  <a:pt x="690" y="932"/>
                </a:lnTo>
                <a:lnTo>
                  <a:pt x="690" y="931"/>
                </a:lnTo>
                <a:lnTo>
                  <a:pt x="689" y="931"/>
                </a:lnTo>
                <a:lnTo>
                  <a:pt x="689" y="930"/>
                </a:lnTo>
                <a:lnTo>
                  <a:pt x="688" y="930"/>
                </a:lnTo>
                <a:lnTo>
                  <a:pt x="686" y="930"/>
                </a:lnTo>
                <a:lnTo>
                  <a:pt x="686" y="929"/>
                </a:lnTo>
                <a:lnTo>
                  <a:pt x="685" y="929"/>
                </a:lnTo>
                <a:lnTo>
                  <a:pt x="685" y="928"/>
                </a:lnTo>
                <a:lnTo>
                  <a:pt x="684" y="928"/>
                </a:lnTo>
                <a:lnTo>
                  <a:pt x="683" y="928"/>
                </a:lnTo>
                <a:lnTo>
                  <a:pt x="682" y="928"/>
                </a:lnTo>
                <a:lnTo>
                  <a:pt x="681" y="928"/>
                </a:lnTo>
                <a:lnTo>
                  <a:pt x="681" y="929"/>
                </a:lnTo>
                <a:lnTo>
                  <a:pt x="680" y="930"/>
                </a:lnTo>
                <a:lnTo>
                  <a:pt x="680" y="931"/>
                </a:lnTo>
                <a:lnTo>
                  <a:pt x="679" y="932"/>
                </a:lnTo>
                <a:lnTo>
                  <a:pt x="677" y="932"/>
                </a:lnTo>
                <a:lnTo>
                  <a:pt x="676" y="931"/>
                </a:lnTo>
                <a:lnTo>
                  <a:pt x="675" y="931"/>
                </a:lnTo>
                <a:lnTo>
                  <a:pt x="675" y="932"/>
                </a:lnTo>
                <a:lnTo>
                  <a:pt x="675" y="933"/>
                </a:lnTo>
                <a:lnTo>
                  <a:pt x="675" y="934"/>
                </a:lnTo>
                <a:lnTo>
                  <a:pt x="675" y="935"/>
                </a:lnTo>
                <a:lnTo>
                  <a:pt x="674" y="935"/>
                </a:lnTo>
                <a:lnTo>
                  <a:pt x="674" y="936"/>
                </a:lnTo>
                <a:lnTo>
                  <a:pt x="673" y="936"/>
                </a:lnTo>
                <a:lnTo>
                  <a:pt x="673" y="937"/>
                </a:lnTo>
                <a:lnTo>
                  <a:pt x="674" y="938"/>
                </a:lnTo>
                <a:lnTo>
                  <a:pt x="674" y="939"/>
                </a:lnTo>
                <a:lnTo>
                  <a:pt x="673" y="939"/>
                </a:lnTo>
                <a:lnTo>
                  <a:pt x="671" y="939"/>
                </a:lnTo>
                <a:lnTo>
                  <a:pt x="671" y="940"/>
                </a:lnTo>
                <a:lnTo>
                  <a:pt x="670" y="940"/>
                </a:lnTo>
                <a:lnTo>
                  <a:pt x="669" y="941"/>
                </a:lnTo>
                <a:lnTo>
                  <a:pt x="669" y="942"/>
                </a:lnTo>
                <a:lnTo>
                  <a:pt x="670" y="942"/>
                </a:lnTo>
                <a:lnTo>
                  <a:pt x="669" y="944"/>
                </a:lnTo>
                <a:lnTo>
                  <a:pt x="669" y="945"/>
                </a:lnTo>
                <a:lnTo>
                  <a:pt x="668" y="945"/>
                </a:lnTo>
                <a:lnTo>
                  <a:pt x="667" y="945"/>
                </a:lnTo>
                <a:lnTo>
                  <a:pt x="665" y="945"/>
                </a:lnTo>
                <a:lnTo>
                  <a:pt x="664" y="945"/>
                </a:lnTo>
                <a:lnTo>
                  <a:pt x="664" y="946"/>
                </a:lnTo>
                <a:lnTo>
                  <a:pt x="663" y="947"/>
                </a:lnTo>
                <a:lnTo>
                  <a:pt x="662" y="947"/>
                </a:lnTo>
                <a:lnTo>
                  <a:pt x="661" y="947"/>
                </a:lnTo>
                <a:lnTo>
                  <a:pt x="660" y="947"/>
                </a:lnTo>
                <a:lnTo>
                  <a:pt x="660" y="948"/>
                </a:lnTo>
                <a:lnTo>
                  <a:pt x="659" y="947"/>
                </a:lnTo>
                <a:lnTo>
                  <a:pt x="658" y="947"/>
                </a:lnTo>
                <a:lnTo>
                  <a:pt x="658" y="948"/>
                </a:lnTo>
                <a:lnTo>
                  <a:pt x="657" y="948"/>
                </a:lnTo>
                <a:lnTo>
                  <a:pt x="657" y="947"/>
                </a:lnTo>
                <a:lnTo>
                  <a:pt x="657" y="948"/>
                </a:lnTo>
                <a:lnTo>
                  <a:pt x="656" y="948"/>
                </a:lnTo>
                <a:lnTo>
                  <a:pt x="655" y="949"/>
                </a:lnTo>
                <a:lnTo>
                  <a:pt x="655" y="950"/>
                </a:lnTo>
                <a:lnTo>
                  <a:pt x="654" y="950"/>
                </a:lnTo>
                <a:lnTo>
                  <a:pt x="654" y="951"/>
                </a:lnTo>
                <a:lnTo>
                  <a:pt x="653" y="952"/>
                </a:lnTo>
                <a:lnTo>
                  <a:pt x="652" y="953"/>
                </a:lnTo>
                <a:lnTo>
                  <a:pt x="652" y="952"/>
                </a:lnTo>
                <a:lnTo>
                  <a:pt x="651" y="952"/>
                </a:lnTo>
                <a:lnTo>
                  <a:pt x="650" y="951"/>
                </a:lnTo>
                <a:lnTo>
                  <a:pt x="649" y="950"/>
                </a:lnTo>
                <a:lnTo>
                  <a:pt x="649" y="949"/>
                </a:lnTo>
                <a:lnTo>
                  <a:pt x="649" y="948"/>
                </a:lnTo>
                <a:lnTo>
                  <a:pt x="648" y="947"/>
                </a:lnTo>
                <a:lnTo>
                  <a:pt x="648" y="946"/>
                </a:lnTo>
                <a:lnTo>
                  <a:pt x="647" y="946"/>
                </a:lnTo>
                <a:lnTo>
                  <a:pt x="647" y="945"/>
                </a:lnTo>
                <a:lnTo>
                  <a:pt x="645" y="945"/>
                </a:lnTo>
                <a:lnTo>
                  <a:pt x="645" y="944"/>
                </a:lnTo>
                <a:lnTo>
                  <a:pt x="645" y="942"/>
                </a:lnTo>
                <a:lnTo>
                  <a:pt x="645" y="940"/>
                </a:lnTo>
                <a:lnTo>
                  <a:pt x="645" y="939"/>
                </a:lnTo>
                <a:lnTo>
                  <a:pt x="644" y="939"/>
                </a:lnTo>
                <a:lnTo>
                  <a:pt x="644" y="938"/>
                </a:lnTo>
                <a:lnTo>
                  <a:pt x="644" y="936"/>
                </a:lnTo>
                <a:lnTo>
                  <a:pt x="645" y="936"/>
                </a:lnTo>
                <a:lnTo>
                  <a:pt x="645" y="935"/>
                </a:lnTo>
                <a:lnTo>
                  <a:pt x="645" y="934"/>
                </a:lnTo>
                <a:lnTo>
                  <a:pt x="645" y="933"/>
                </a:lnTo>
                <a:lnTo>
                  <a:pt x="645" y="932"/>
                </a:lnTo>
                <a:lnTo>
                  <a:pt x="645" y="931"/>
                </a:lnTo>
                <a:lnTo>
                  <a:pt x="644" y="931"/>
                </a:lnTo>
                <a:lnTo>
                  <a:pt x="643" y="930"/>
                </a:lnTo>
                <a:lnTo>
                  <a:pt x="641" y="929"/>
                </a:lnTo>
                <a:lnTo>
                  <a:pt x="641" y="928"/>
                </a:lnTo>
                <a:lnTo>
                  <a:pt x="640" y="928"/>
                </a:lnTo>
                <a:lnTo>
                  <a:pt x="641" y="927"/>
                </a:lnTo>
                <a:lnTo>
                  <a:pt x="640" y="926"/>
                </a:lnTo>
                <a:lnTo>
                  <a:pt x="638" y="927"/>
                </a:lnTo>
                <a:lnTo>
                  <a:pt x="636" y="929"/>
                </a:lnTo>
                <a:lnTo>
                  <a:pt x="636" y="930"/>
                </a:lnTo>
                <a:lnTo>
                  <a:pt x="635" y="933"/>
                </a:lnTo>
                <a:lnTo>
                  <a:pt x="634" y="934"/>
                </a:lnTo>
                <a:lnTo>
                  <a:pt x="633" y="934"/>
                </a:lnTo>
                <a:lnTo>
                  <a:pt x="632" y="934"/>
                </a:lnTo>
                <a:lnTo>
                  <a:pt x="632" y="935"/>
                </a:lnTo>
                <a:lnTo>
                  <a:pt x="631" y="935"/>
                </a:lnTo>
                <a:lnTo>
                  <a:pt x="630" y="935"/>
                </a:lnTo>
                <a:lnTo>
                  <a:pt x="629" y="935"/>
                </a:lnTo>
                <a:lnTo>
                  <a:pt x="629" y="936"/>
                </a:lnTo>
                <a:lnTo>
                  <a:pt x="628" y="936"/>
                </a:lnTo>
                <a:lnTo>
                  <a:pt x="628" y="935"/>
                </a:lnTo>
                <a:lnTo>
                  <a:pt x="627" y="935"/>
                </a:lnTo>
                <a:lnTo>
                  <a:pt x="625" y="934"/>
                </a:lnTo>
                <a:lnTo>
                  <a:pt x="624" y="933"/>
                </a:lnTo>
                <a:lnTo>
                  <a:pt x="624" y="932"/>
                </a:lnTo>
                <a:lnTo>
                  <a:pt x="624" y="931"/>
                </a:lnTo>
                <a:lnTo>
                  <a:pt x="625" y="931"/>
                </a:lnTo>
                <a:lnTo>
                  <a:pt x="625" y="930"/>
                </a:lnTo>
                <a:lnTo>
                  <a:pt x="624" y="930"/>
                </a:lnTo>
                <a:lnTo>
                  <a:pt x="623" y="929"/>
                </a:lnTo>
                <a:lnTo>
                  <a:pt x="623" y="928"/>
                </a:lnTo>
                <a:lnTo>
                  <a:pt x="623" y="927"/>
                </a:lnTo>
                <a:lnTo>
                  <a:pt x="623" y="926"/>
                </a:lnTo>
                <a:lnTo>
                  <a:pt x="623" y="925"/>
                </a:lnTo>
                <a:lnTo>
                  <a:pt x="623" y="924"/>
                </a:lnTo>
                <a:lnTo>
                  <a:pt x="623" y="923"/>
                </a:lnTo>
                <a:lnTo>
                  <a:pt x="624" y="922"/>
                </a:lnTo>
                <a:lnTo>
                  <a:pt x="622" y="921"/>
                </a:lnTo>
                <a:lnTo>
                  <a:pt x="622" y="920"/>
                </a:lnTo>
                <a:lnTo>
                  <a:pt x="621" y="920"/>
                </a:lnTo>
                <a:lnTo>
                  <a:pt x="620" y="919"/>
                </a:lnTo>
                <a:lnTo>
                  <a:pt x="619" y="919"/>
                </a:lnTo>
                <a:lnTo>
                  <a:pt x="618" y="918"/>
                </a:lnTo>
                <a:lnTo>
                  <a:pt x="617" y="918"/>
                </a:lnTo>
                <a:lnTo>
                  <a:pt x="617" y="914"/>
                </a:lnTo>
                <a:lnTo>
                  <a:pt x="618" y="913"/>
                </a:lnTo>
                <a:lnTo>
                  <a:pt x="618" y="912"/>
                </a:lnTo>
                <a:lnTo>
                  <a:pt x="618" y="911"/>
                </a:lnTo>
                <a:lnTo>
                  <a:pt x="617" y="910"/>
                </a:lnTo>
                <a:lnTo>
                  <a:pt x="617" y="909"/>
                </a:lnTo>
                <a:lnTo>
                  <a:pt x="616" y="909"/>
                </a:lnTo>
                <a:lnTo>
                  <a:pt x="615" y="909"/>
                </a:lnTo>
                <a:lnTo>
                  <a:pt x="614" y="909"/>
                </a:lnTo>
                <a:lnTo>
                  <a:pt x="613" y="909"/>
                </a:lnTo>
                <a:lnTo>
                  <a:pt x="612" y="908"/>
                </a:lnTo>
                <a:lnTo>
                  <a:pt x="611" y="908"/>
                </a:lnTo>
                <a:lnTo>
                  <a:pt x="611" y="909"/>
                </a:lnTo>
                <a:lnTo>
                  <a:pt x="610" y="909"/>
                </a:lnTo>
                <a:lnTo>
                  <a:pt x="610" y="908"/>
                </a:lnTo>
                <a:lnTo>
                  <a:pt x="609" y="907"/>
                </a:lnTo>
                <a:lnTo>
                  <a:pt x="608" y="906"/>
                </a:lnTo>
                <a:lnTo>
                  <a:pt x="608" y="905"/>
                </a:lnTo>
                <a:lnTo>
                  <a:pt x="608" y="904"/>
                </a:lnTo>
                <a:lnTo>
                  <a:pt x="609" y="903"/>
                </a:lnTo>
                <a:lnTo>
                  <a:pt x="609" y="902"/>
                </a:lnTo>
                <a:lnTo>
                  <a:pt x="610" y="902"/>
                </a:lnTo>
                <a:lnTo>
                  <a:pt x="610" y="901"/>
                </a:lnTo>
                <a:lnTo>
                  <a:pt x="610" y="900"/>
                </a:lnTo>
                <a:lnTo>
                  <a:pt x="610" y="901"/>
                </a:lnTo>
                <a:lnTo>
                  <a:pt x="611" y="901"/>
                </a:lnTo>
                <a:lnTo>
                  <a:pt x="611" y="900"/>
                </a:lnTo>
                <a:lnTo>
                  <a:pt x="613" y="898"/>
                </a:lnTo>
                <a:lnTo>
                  <a:pt x="613" y="897"/>
                </a:lnTo>
                <a:lnTo>
                  <a:pt x="613" y="896"/>
                </a:lnTo>
                <a:lnTo>
                  <a:pt x="612" y="895"/>
                </a:lnTo>
                <a:lnTo>
                  <a:pt x="611" y="894"/>
                </a:lnTo>
                <a:lnTo>
                  <a:pt x="610" y="894"/>
                </a:lnTo>
                <a:lnTo>
                  <a:pt x="609" y="894"/>
                </a:lnTo>
                <a:lnTo>
                  <a:pt x="609" y="893"/>
                </a:lnTo>
                <a:lnTo>
                  <a:pt x="608" y="893"/>
                </a:lnTo>
                <a:lnTo>
                  <a:pt x="605" y="891"/>
                </a:lnTo>
                <a:lnTo>
                  <a:pt x="605" y="890"/>
                </a:lnTo>
                <a:lnTo>
                  <a:pt x="605" y="889"/>
                </a:lnTo>
                <a:lnTo>
                  <a:pt x="604" y="889"/>
                </a:lnTo>
                <a:lnTo>
                  <a:pt x="603" y="889"/>
                </a:lnTo>
                <a:lnTo>
                  <a:pt x="603" y="888"/>
                </a:lnTo>
                <a:lnTo>
                  <a:pt x="602" y="888"/>
                </a:lnTo>
                <a:lnTo>
                  <a:pt x="601" y="887"/>
                </a:lnTo>
                <a:lnTo>
                  <a:pt x="602" y="885"/>
                </a:lnTo>
                <a:lnTo>
                  <a:pt x="602" y="884"/>
                </a:lnTo>
                <a:lnTo>
                  <a:pt x="601" y="883"/>
                </a:lnTo>
                <a:lnTo>
                  <a:pt x="601" y="881"/>
                </a:lnTo>
                <a:lnTo>
                  <a:pt x="600" y="881"/>
                </a:lnTo>
                <a:lnTo>
                  <a:pt x="600" y="880"/>
                </a:lnTo>
                <a:lnTo>
                  <a:pt x="600" y="879"/>
                </a:lnTo>
                <a:lnTo>
                  <a:pt x="601" y="879"/>
                </a:lnTo>
                <a:lnTo>
                  <a:pt x="602" y="880"/>
                </a:lnTo>
                <a:lnTo>
                  <a:pt x="603" y="880"/>
                </a:lnTo>
                <a:lnTo>
                  <a:pt x="603" y="881"/>
                </a:lnTo>
                <a:lnTo>
                  <a:pt x="603" y="882"/>
                </a:lnTo>
                <a:lnTo>
                  <a:pt x="604" y="882"/>
                </a:lnTo>
                <a:lnTo>
                  <a:pt x="604" y="881"/>
                </a:lnTo>
                <a:lnTo>
                  <a:pt x="606" y="879"/>
                </a:lnTo>
                <a:lnTo>
                  <a:pt x="607" y="877"/>
                </a:lnTo>
                <a:lnTo>
                  <a:pt x="607" y="874"/>
                </a:lnTo>
                <a:lnTo>
                  <a:pt x="607" y="873"/>
                </a:lnTo>
                <a:lnTo>
                  <a:pt x="606" y="873"/>
                </a:lnTo>
                <a:lnTo>
                  <a:pt x="606" y="872"/>
                </a:lnTo>
                <a:lnTo>
                  <a:pt x="606" y="870"/>
                </a:lnTo>
                <a:lnTo>
                  <a:pt x="607" y="869"/>
                </a:lnTo>
                <a:lnTo>
                  <a:pt x="608" y="867"/>
                </a:lnTo>
                <a:lnTo>
                  <a:pt x="609" y="866"/>
                </a:lnTo>
                <a:lnTo>
                  <a:pt x="609" y="865"/>
                </a:lnTo>
                <a:lnTo>
                  <a:pt x="609" y="864"/>
                </a:lnTo>
                <a:lnTo>
                  <a:pt x="608" y="862"/>
                </a:lnTo>
                <a:lnTo>
                  <a:pt x="608" y="861"/>
                </a:lnTo>
                <a:lnTo>
                  <a:pt x="607" y="862"/>
                </a:lnTo>
                <a:lnTo>
                  <a:pt x="606" y="862"/>
                </a:lnTo>
                <a:lnTo>
                  <a:pt x="605" y="862"/>
                </a:lnTo>
                <a:lnTo>
                  <a:pt x="603" y="860"/>
                </a:lnTo>
                <a:lnTo>
                  <a:pt x="603" y="858"/>
                </a:lnTo>
                <a:lnTo>
                  <a:pt x="602" y="857"/>
                </a:lnTo>
                <a:lnTo>
                  <a:pt x="602" y="856"/>
                </a:lnTo>
                <a:lnTo>
                  <a:pt x="601" y="855"/>
                </a:lnTo>
                <a:lnTo>
                  <a:pt x="601" y="854"/>
                </a:lnTo>
                <a:lnTo>
                  <a:pt x="600" y="852"/>
                </a:lnTo>
                <a:lnTo>
                  <a:pt x="600" y="851"/>
                </a:lnTo>
                <a:lnTo>
                  <a:pt x="601" y="851"/>
                </a:lnTo>
                <a:lnTo>
                  <a:pt x="602" y="851"/>
                </a:lnTo>
                <a:lnTo>
                  <a:pt x="602" y="850"/>
                </a:lnTo>
                <a:lnTo>
                  <a:pt x="602" y="849"/>
                </a:lnTo>
                <a:lnTo>
                  <a:pt x="602" y="848"/>
                </a:lnTo>
                <a:lnTo>
                  <a:pt x="601" y="848"/>
                </a:lnTo>
                <a:lnTo>
                  <a:pt x="601" y="847"/>
                </a:lnTo>
                <a:lnTo>
                  <a:pt x="601" y="846"/>
                </a:lnTo>
                <a:lnTo>
                  <a:pt x="601" y="844"/>
                </a:lnTo>
                <a:lnTo>
                  <a:pt x="602" y="844"/>
                </a:lnTo>
                <a:lnTo>
                  <a:pt x="603" y="843"/>
                </a:lnTo>
                <a:lnTo>
                  <a:pt x="605" y="842"/>
                </a:lnTo>
                <a:lnTo>
                  <a:pt x="605" y="841"/>
                </a:lnTo>
                <a:lnTo>
                  <a:pt x="605" y="840"/>
                </a:lnTo>
                <a:lnTo>
                  <a:pt x="604" y="840"/>
                </a:lnTo>
                <a:lnTo>
                  <a:pt x="604" y="839"/>
                </a:lnTo>
                <a:lnTo>
                  <a:pt x="603" y="838"/>
                </a:lnTo>
                <a:lnTo>
                  <a:pt x="602" y="838"/>
                </a:lnTo>
                <a:lnTo>
                  <a:pt x="602" y="837"/>
                </a:lnTo>
                <a:lnTo>
                  <a:pt x="601" y="837"/>
                </a:lnTo>
                <a:lnTo>
                  <a:pt x="601" y="835"/>
                </a:lnTo>
                <a:lnTo>
                  <a:pt x="601" y="834"/>
                </a:lnTo>
                <a:lnTo>
                  <a:pt x="601" y="833"/>
                </a:lnTo>
                <a:lnTo>
                  <a:pt x="602" y="832"/>
                </a:lnTo>
                <a:lnTo>
                  <a:pt x="604" y="831"/>
                </a:lnTo>
                <a:lnTo>
                  <a:pt x="604" y="830"/>
                </a:lnTo>
                <a:lnTo>
                  <a:pt x="604" y="829"/>
                </a:lnTo>
                <a:lnTo>
                  <a:pt x="604" y="828"/>
                </a:lnTo>
                <a:lnTo>
                  <a:pt x="603" y="828"/>
                </a:lnTo>
                <a:lnTo>
                  <a:pt x="602" y="828"/>
                </a:lnTo>
                <a:lnTo>
                  <a:pt x="602" y="829"/>
                </a:lnTo>
                <a:lnTo>
                  <a:pt x="602" y="830"/>
                </a:lnTo>
                <a:lnTo>
                  <a:pt x="601" y="830"/>
                </a:lnTo>
                <a:lnTo>
                  <a:pt x="600" y="830"/>
                </a:lnTo>
                <a:lnTo>
                  <a:pt x="600" y="829"/>
                </a:lnTo>
                <a:lnTo>
                  <a:pt x="599" y="829"/>
                </a:lnTo>
                <a:lnTo>
                  <a:pt x="599" y="828"/>
                </a:lnTo>
                <a:lnTo>
                  <a:pt x="599" y="827"/>
                </a:lnTo>
                <a:lnTo>
                  <a:pt x="600" y="827"/>
                </a:lnTo>
                <a:lnTo>
                  <a:pt x="600" y="826"/>
                </a:lnTo>
                <a:lnTo>
                  <a:pt x="600" y="825"/>
                </a:lnTo>
                <a:lnTo>
                  <a:pt x="600" y="824"/>
                </a:lnTo>
                <a:lnTo>
                  <a:pt x="599" y="824"/>
                </a:lnTo>
                <a:lnTo>
                  <a:pt x="598" y="824"/>
                </a:lnTo>
                <a:lnTo>
                  <a:pt x="597" y="823"/>
                </a:lnTo>
                <a:lnTo>
                  <a:pt x="597" y="822"/>
                </a:lnTo>
                <a:lnTo>
                  <a:pt x="598" y="822"/>
                </a:lnTo>
                <a:lnTo>
                  <a:pt x="597" y="822"/>
                </a:lnTo>
                <a:lnTo>
                  <a:pt x="597" y="821"/>
                </a:lnTo>
                <a:lnTo>
                  <a:pt x="597" y="820"/>
                </a:lnTo>
                <a:lnTo>
                  <a:pt x="596" y="820"/>
                </a:lnTo>
                <a:lnTo>
                  <a:pt x="595" y="819"/>
                </a:lnTo>
                <a:lnTo>
                  <a:pt x="594" y="819"/>
                </a:lnTo>
                <a:lnTo>
                  <a:pt x="593" y="819"/>
                </a:lnTo>
                <a:lnTo>
                  <a:pt x="593" y="820"/>
                </a:lnTo>
                <a:lnTo>
                  <a:pt x="592" y="821"/>
                </a:lnTo>
                <a:lnTo>
                  <a:pt x="592" y="820"/>
                </a:lnTo>
                <a:lnTo>
                  <a:pt x="591" y="819"/>
                </a:lnTo>
                <a:lnTo>
                  <a:pt x="591" y="818"/>
                </a:lnTo>
                <a:lnTo>
                  <a:pt x="590" y="818"/>
                </a:lnTo>
                <a:lnTo>
                  <a:pt x="589" y="819"/>
                </a:lnTo>
                <a:lnTo>
                  <a:pt x="588" y="819"/>
                </a:lnTo>
                <a:lnTo>
                  <a:pt x="587" y="819"/>
                </a:lnTo>
                <a:lnTo>
                  <a:pt x="586" y="820"/>
                </a:lnTo>
                <a:lnTo>
                  <a:pt x="585" y="819"/>
                </a:lnTo>
                <a:lnTo>
                  <a:pt x="585" y="820"/>
                </a:lnTo>
                <a:lnTo>
                  <a:pt x="584" y="821"/>
                </a:lnTo>
                <a:lnTo>
                  <a:pt x="583" y="821"/>
                </a:lnTo>
                <a:lnTo>
                  <a:pt x="582" y="821"/>
                </a:lnTo>
                <a:lnTo>
                  <a:pt x="582" y="823"/>
                </a:lnTo>
                <a:lnTo>
                  <a:pt x="581" y="826"/>
                </a:lnTo>
                <a:lnTo>
                  <a:pt x="580" y="827"/>
                </a:lnTo>
                <a:lnTo>
                  <a:pt x="579" y="829"/>
                </a:lnTo>
                <a:lnTo>
                  <a:pt x="579" y="830"/>
                </a:lnTo>
                <a:lnTo>
                  <a:pt x="579" y="831"/>
                </a:lnTo>
                <a:lnTo>
                  <a:pt x="579" y="832"/>
                </a:lnTo>
                <a:lnTo>
                  <a:pt x="578" y="833"/>
                </a:lnTo>
                <a:lnTo>
                  <a:pt x="577" y="833"/>
                </a:lnTo>
                <a:lnTo>
                  <a:pt x="576" y="832"/>
                </a:lnTo>
                <a:lnTo>
                  <a:pt x="575" y="831"/>
                </a:lnTo>
                <a:lnTo>
                  <a:pt x="574" y="831"/>
                </a:lnTo>
                <a:lnTo>
                  <a:pt x="574" y="832"/>
                </a:lnTo>
                <a:lnTo>
                  <a:pt x="573" y="832"/>
                </a:lnTo>
                <a:lnTo>
                  <a:pt x="574" y="833"/>
                </a:lnTo>
                <a:lnTo>
                  <a:pt x="575" y="833"/>
                </a:lnTo>
                <a:lnTo>
                  <a:pt x="576" y="833"/>
                </a:lnTo>
                <a:lnTo>
                  <a:pt x="576" y="834"/>
                </a:lnTo>
                <a:lnTo>
                  <a:pt x="574" y="834"/>
                </a:lnTo>
                <a:lnTo>
                  <a:pt x="574" y="835"/>
                </a:lnTo>
                <a:lnTo>
                  <a:pt x="573" y="835"/>
                </a:lnTo>
                <a:lnTo>
                  <a:pt x="573" y="836"/>
                </a:lnTo>
                <a:lnTo>
                  <a:pt x="572" y="837"/>
                </a:lnTo>
                <a:lnTo>
                  <a:pt x="571" y="837"/>
                </a:lnTo>
                <a:lnTo>
                  <a:pt x="570" y="837"/>
                </a:lnTo>
                <a:lnTo>
                  <a:pt x="569" y="837"/>
                </a:lnTo>
                <a:lnTo>
                  <a:pt x="567" y="839"/>
                </a:lnTo>
                <a:lnTo>
                  <a:pt x="568" y="840"/>
                </a:lnTo>
                <a:lnTo>
                  <a:pt x="568" y="841"/>
                </a:lnTo>
                <a:lnTo>
                  <a:pt x="569" y="843"/>
                </a:lnTo>
                <a:lnTo>
                  <a:pt x="569" y="844"/>
                </a:lnTo>
                <a:lnTo>
                  <a:pt x="570" y="844"/>
                </a:lnTo>
                <a:lnTo>
                  <a:pt x="571" y="845"/>
                </a:lnTo>
                <a:lnTo>
                  <a:pt x="570" y="845"/>
                </a:lnTo>
                <a:lnTo>
                  <a:pt x="567" y="845"/>
                </a:lnTo>
                <a:lnTo>
                  <a:pt x="567" y="844"/>
                </a:lnTo>
                <a:lnTo>
                  <a:pt x="567" y="842"/>
                </a:lnTo>
                <a:lnTo>
                  <a:pt x="567" y="840"/>
                </a:lnTo>
                <a:lnTo>
                  <a:pt x="566" y="840"/>
                </a:lnTo>
                <a:lnTo>
                  <a:pt x="565" y="840"/>
                </a:lnTo>
                <a:lnTo>
                  <a:pt x="564" y="840"/>
                </a:lnTo>
                <a:lnTo>
                  <a:pt x="563" y="840"/>
                </a:lnTo>
                <a:lnTo>
                  <a:pt x="563" y="841"/>
                </a:lnTo>
                <a:lnTo>
                  <a:pt x="562" y="841"/>
                </a:lnTo>
                <a:lnTo>
                  <a:pt x="561" y="843"/>
                </a:lnTo>
                <a:lnTo>
                  <a:pt x="560" y="843"/>
                </a:lnTo>
                <a:lnTo>
                  <a:pt x="558" y="845"/>
                </a:lnTo>
                <a:lnTo>
                  <a:pt x="557" y="845"/>
                </a:lnTo>
                <a:lnTo>
                  <a:pt x="557" y="846"/>
                </a:lnTo>
                <a:lnTo>
                  <a:pt x="555" y="847"/>
                </a:lnTo>
                <a:lnTo>
                  <a:pt x="554" y="847"/>
                </a:lnTo>
                <a:lnTo>
                  <a:pt x="553" y="847"/>
                </a:lnTo>
                <a:lnTo>
                  <a:pt x="553" y="848"/>
                </a:lnTo>
                <a:lnTo>
                  <a:pt x="553" y="849"/>
                </a:lnTo>
                <a:lnTo>
                  <a:pt x="552" y="849"/>
                </a:lnTo>
                <a:lnTo>
                  <a:pt x="551" y="849"/>
                </a:lnTo>
                <a:lnTo>
                  <a:pt x="550" y="851"/>
                </a:lnTo>
                <a:lnTo>
                  <a:pt x="549" y="852"/>
                </a:lnTo>
                <a:lnTo>
                  <a:pt x="547" y="854"/>
                </a:lnTo>
                <a:lnTo>
                  <a:pt x="546" y="854"/>
                </a:lnTo>
                <a:lnTo>
                  <a:pt x="545" y="853"/>
                </a:lnTo>
                <a:lnTo>
                  <a:pt x="545" y="852"/>
                </a:lnTo>
                <a:lnTo>
                  <a:pt x="544" y="852"/>
                </a:lnTo>
                <a:lnTo>
                  <a:pt x="543" y="852"/>
                </a:lnTo>
                <a:lnTo>
                  <a:pt x="542" y="852"/>
                </a:lnTo>
                <a:lnTo>
                  <a:pt x="541" y="851"/>
                </a:lnTo>
                <a:lnTo>
                  <a:pt x="542" y="850"/>
                </a:lnTo>
                <a:lnTo>
                  <a:pt x="540" y="849"/>
                </a:lnTo>
                <a:lnTo>
                  <a:pt x="539" y="849"/>
                </a:lnTo>
                <a:lnTo>
                  <a:pt x="538" y="849"/>
                </a:lnTo>
                <a:lnTo>
                  <a:pt x="537" y="848"/>
                </a:lnTo>
                <a:lnTo>
                  <a:pt x="537" y="849"/>
                </a:lnTo>
                <a:lnTo>
                  <a:pt x="536" y="849"/>
                </a:lnTo>
                <a:lnTo>
                  <a:pt x="535" y="849"/>
                </a:lnTo>
                <a:lnTo>
                  <a:pt x="535" y="850"/>
                </a:lnTo>
                <a:lnTo>
                  <a:pt x="534" y="849"/>
                </a:lnTo>
                <a:lnTo>
                  <a:pt x="533" y="849"/>
                </a:lnTo>
                <a:lnTo>
                  <a:pt x="532" y="848"/>
                </a:lnTo>
                <a:lnTo>
                  <a:pt x="531" y="846"/>
                </a:lnTo>
                <a:lnTo>
                  <a:pt x="530" y="845"/>
                </a:lnTo>
                <a:lnTo>
                  <a:pt x="529" y="845"/>
                </a:lnTo>
                <a:lnTo>
                  <a:pt x="528" y="845"/>
                </a:lnTo>
                <a:lnTo>
                  <a:pt x="527" y="845"/>
                </a:lnTo>
                <a:lnTo>
                  <a:pt x="527" y="843"/>
                </a:lnTo>
                <a:lnTo>
                  <a:pt x="528" y="843"/>
                </a:lnTo>
                <a:lnTo>
                  <a:pt x="529" y="842"/>
                </a:lnTo>
                <a:lnTo>
                  <a:pt x="530" y="841"/>
                </a:lnTo>
                <a:lnTo>
                  <a:pt x="530" y="840"/>
                </a:lnTo>
                <a:lnTo>
                  <a:pt x="529" y="840"/>
                </a:lnTo>
                <a:lnTo>
                  <a:pt x="528" y="839"/>
                </a:lnTo>
                <a:lnTo>
                  <a:pt x="527" y="839"/>
                </a:lnTo>
                <a:lnTo>
                  <a:pt x="526" y="839"/>
                </a:lnTo>
                <a:lnTo>
                  <a:pt x="525" y="839"/>
                </a:lnTo>
                <a:lnTo>
                  <a:pt x="524" y="838"/>
                </a:lnTo>
                <a:lnTo>
                  <a:pt x="523" y="837"/>
                </a:lnTo>
                <a:lnTo>
                  <a:pt x="523" y="836"/>
                </a:lnTo>
                <a:lnTo>
                  <a:pt x="523" y="835"/>
                </a:lnTo>
                <a:lnTo>
                  <a:pt x="522" y="834"/>
                </a:lnTo>
                <a:lnTo>
                  <a:pt x="521" y="834"/>
                </a:lnTo>
                <a:lnTo>
                  <a:pt x="520" y="834"/>
                </a:lnTo>
                <a:lnTo>
                  <a:pt x="520" y="833"/>
                </a:lnTo>
                <a:lnTo>
                  <a:pt x="519" y="833"/>
                </a:lnTo>
                <a:lnTo>
                  <a:pt x="519" y="832"/>
                </a:lnTo>
                <a:lnTo>
                  <a:pt x="518" y="832"/>
                </a:lnTo>
                <a:lnTo>
                  <a:pt x="517" y="831"/>
                </a:lnTo>
                <a:lnTo>
                  <a:pt x="516" y="831"/>
                </a:lnTo>
                <a:lnTo>
                  <a:pt x="515" y="830"/>
                </a:lnTo>
                <a:lnTo>
                  <a:pt x="513" y="828"/>
                </a:lnTo>
                <a:lnTo>
                  <a:pt x="512" y="828"/>
                </a:lnTo>
                <a:lnTo>
                  <a:pt x="511" y="826"/>
                </a:lnTo>
                <a:lnTo>
                  <a:pt x="511" y="825"/>
                </a:lnTo>
                <a:lnTo>
                  <a:pt x="510" y="824"/>
                </a:lnTo>
                <a:lnTo>
                  <a:pt x="508" y="824"/>
                </a:lnTo>
                <a:lnTo>
                  <a:pt x="508" y="823"/>
                </a:lnTo>
                <a:lnTo>
                  <a:pt x="507" y="823"/>
                </a:lnTo>
                <a:lnTo>
                  <a:pt x="506" y="823"/>
                </a:lnTo>
                <a:lnTo>
                  <a:pt x="504" y="825"/>
                </a:lnTo>
                <a:lnTo>
                  <a:pt x="504" y="826"/>
                </a:lnTo>
                <a:lnTo>
                  <a:pt x="503" y="826"/>
                </a:lnTo>
                <a:lnTo>
                  <a:pt x="502" y="826"/>
                </a:lnTo>
                <a:lnTo>
                  <a:pt x="501" y="826"/>
                </a:lnTo>
                <a:lnTo>
                  <a:pt x="500" y="826"/>
                </a:lnTo>
                <a:lnTo>
                  <a:pt x="500" y="827"/>
                </a:lnTo>
                <a:lnTo>
                  <a:pt x="500" y="828"/>
                </a:lnTo>
                <a:lnTo>
                  <a:pt x="499" y="828"/>
                </a:lnTo>
                <a:lnTo>
                  <a:pt x="499" y="829"/>
                </a:lnTo>
                <a:lnTo>
                  <a:pt x="500" y="830"/>
                </a:lnTo>
                <a:lnTo>
                  <a:pt x="499" y="831"/>
                </a:lnTo>
                <a:lnTo>
                  <a:pt x="499" y="832"/>
                </a:lnTo>
                <a:lnTo>
                  <a:pt x="499" y="833"/>
                </a:lnTo>
                <a:lnTo>
                  <a:pt x="499" y="834"/>
                </a:lnTo>
                <a:lnTo>
                  <a:pt x="499" y="835"/>
                </a:lnTo>
                <a:lnTo>
                  <a:pt x="498" y="835"/>
                </a:lnTo>
                <a:lnTo>
                  <a:pt x="497" y="835"/>
                </a:lnTo>
                <a:lnTo>
                  <a:pt x="494" y="836"/>
                </a:lnTo>
                <a:lnTo>
                  <a:pt x="493" y="836"/>
                </a:lnTo>
                <a:lnTo>
                  <a:pt x="492" y="836"/>
                </a:lnTo>
                <a:lnTo>
                  <a:pt x="492" y="835"/>
                </a:lnTo>
                <a:lnTo>
                  <a:pt x="492" y="834"/>
                </a:lnTo>
                <a:lnTo>
                  <a:pt x="492" y="833"/>
                </a:lnTo>
                <a:lnTo>
                  <a:pt x="491" y="832"/>
                </a:lnTo>
                <a:lnTo>
                  <a:pt x="489" y="832"/>
                </a:lnTo>
                <a:lnTo>
                  <a:pt x="488" y="832"/>
                </a:lnTo>
                <a:lnTo>
                  <a:pt x="487" y="832"/>
                </a:lnTo>
                <a:lnTo>
                  <a:pt x="487" y="833"/>
                </a:lnTo>
                <a:lnTo>
                  <a:pt x="486" y="833"/>
                </a:lnTo>
                <a:lnTo>
                  <a:pt x="484" y="832"/>
                </a:lnTo>
                <a:lnTo>
                  <a:pt x="483" y="832"/>
                </a:lnTo>
                <a:lnTo>
                  <a:pt x="482" y="831"/>
                </a:lnTo>
                <a:lnTo>
                  <a:pt x="482" y="830"/>
                </a:lnTo>
                <a:lnTo>
                  <a:pt x="482" y="829"/>
                </a:lnTo>
                <a:lnTo>
                  <a:pt x="481" y="829"/>
                </a:lnTo>
                <a:lnTo>
                  <a:pt x="480" y="828"/>
                </a:lnTo>
                <a:lnTo>
                  <a:pt x="479" y="828"/>
                </a:lnTo>
                <a:lnTo>
                  <a:pt x="478" y="828"/>
                </a:lnTo>
                <a:lnTo>
                  <a:pt x="477" y="827"/>
                </a:lnTo>
                <a:lnTo>
                  <a:pt x="476" y="828"/>
                </a:lnTo>
                <a:lnTo>
                  <a:pt x="475" y="828"/>
                </a:lnTo>
                <a:lnTo>
                  <a:pt x="475" y="829"/>
                </a:lnTo>
                <a:lnTo>
                  <a:pt x="474" y="829"/>
                </a:lnTo>
                <a:lnTo>
                  <a:pt x="473" y="829"/>
                </a:lnTo>
                <a:lnTo>
                  <a:pt x="472" y="829"/>
                </a:lnTo>
                <a:lnTo>
                  <a:pt x="471" y="830"/>
                </a:lnTo>
                <a:lnTo>
                  <a:pt x="471" y="831"/>
                </a:lnTo>
                <a:lnTo>
                  <a:pt x="471" y="832"/>
                </a:lnTo>
                <a:lnTo>
                  <a:pt x="471" y="833"/>
                </a:lnTo>
                <a:lnTo>
                  <a:pt x="472" y="835"/>
                </a:lnTo>
                <a:lnTo>
                  <a:pt x="471" y="837"/>
                </a:lnTo>
                <a:lnTo>
                  <a:pt x="471" y="838"/>
                </a:lnTo>
                <a:lnTo>
                  <a:pt x="471" y="839"/>
                </a:lnTo>
                <a:lnTo>
                  <a:pt x="471" y="840"/>
                </a:lnTo>
                <a:lnTo>
                  <a:pt x="470" y="840"/>
                </a:lnTo>
                <a:lnTo>
                  <a:pt x="469" y="839"/>
                </a:lnTo>
                <a:lnTo>
                  <a:pt x="468" y="839"/>
                </a:lnTo>
                <a:lnTo>
                  <a:pt x="467" y="839"/>
                </a:lnTo>
                <a:lnTo>
                  <a:pt x="467" y="838"/>
                </a:lnTo>
                <a:lnTo>
                  <a:pt x="467" y="837"/>
                </a:lnTo>
                <a:lnTo>
                  <a:pt x="467" y="836"/>
                </a:lnTo>
                <a:lnTo>
                  <a:pt x="467" y="835"/>
                </a:lnTo>
                <a:lnTo>
                  <a:pt x="466" y="835"/>
                </a:lnTo>
                <a:lnTo>
                  <a:pt x="465" y="835"/>
                </a:lnTo>
                <a:lnTo>
                  <a:pt x="465" y="836"/>
                </a:lnTo>
                <a:lnTo>
                  <a:pt x="464" y="836"/>
                </a:lnTo>
                <a:lnTo>
                  <a:pt x="465" y="836"/>
                </a:lnTo>
                <a:lnTo>
                  <a:pt x="465" y="837"/>
                </a:lnTo>
                <a:lnTo>
                  <a:pt x="463" y="837"/>
                </a:lnTo>
                <a:lnTo>
                  <a:pt x="462" y="837"/>
                </a:lnTo>
                <a:lnTo>
                  <a:pt x="461" y="837"/>
                </a:lnTo>
                <a:lnTo>
                  <a:pt x="460" y="836"/>
                </a:lnTo>
                <a:lnTo>
                  <a:pt x="458" y="836"/>
                </a:lnTo>
                <a:lnTo>
                  <a:pt x="457" y="835"/>
                </a:lnTo>
                <a:lnTo>
                  <a:pt x="456" y="835"/>
                </a:lnTo>
                <a:lnTo>
                  <a:pt x="454" y="836"/>
                </a:lnTo>
                <a:lnTo>
                  <a:pt x="454" y="837"/>
                </a:lnTo>
                <a:lnTo>
                  <a:pt x="454" y="838"/>
                </a:lnTo>
                <a:lnTo>
                  <a:pt x="454" y="839"/>
                </a:lnTo>
                <a:lnTo>
                  <a:pt x="453" y="839"/>
                </a:lnTo>
                <a:lnTo>
                  <a:pt x="452" y="839"/>
                </a:lnTo>
                <a:lnTo>
                  <a:pt x="452" y="838"/>
                </a:lnTo>
                <a:lnTo>
                  <a:pt x="451" y="836"/>
                </a:lnTo>
                <a:lnTo>
                  <a:pt x="451" y="835"/>
                </a:lnTo>
                <a:lnTo>
                  <a:pt x="450" y="835"/>
                </a:lnTo>
                <a:lnTo>
                  <a:pt x="450" y="836"/>
                </a:lnTo>
                <a:lnTo>
                  <a:pt x="449" y="836"/>
                </a:lnTo>
                <a:lnTo>
                  <a:pt x="449" y="837"/>
                </a:lnTo>
                <a:lnTo>
                  <a:pt x="448" y="838"/>
                </a:lnTo>
                <a:lnTo>
                  <a:pt x="447" y="838"/>
                </a:lnTo>
                <a:lnTo>
                  <a:pt x="446" y="839"/>
                </a:lnTo>
                <a:lnTo>
                  <a:pt x="446" y="840"/>
                </a:lnTo>
                <a:lnTo>
                  <a:pt x="445" y="840"/>
                </a:lnTo>
                <a:lnTo>
                  <a:pt x="443" y="841"/>
                </a:lnTo>
                <a:lnTo>
                  <a:pt x="442" y="842"/>
                </a:lnTo>
                <a:lnTo>
                  <a:pt x="441" y="841"/>
                </a:lnTo>
                <a:lnTo>
                  <a:pt x="441" y="842"/>
                </a:lnTo>
                <a:lnTo>
                  <a:pt x="440" y="842"/>
                </a:lnTo>
                <a:lnTo>
                  <a:pt x="439" y="843"/>
                </a:lnTo>
                <a:lnTo>
                  <a:pt x="438" y="844"/>
                </a:lnTo>
                <a:lnTo>
                  <a:pt x="438" y="845"/>
                </a:lnTo>
                <a:lnTo>
                  <a:pt x="436" y="845"/>
                </a:lnTo>
                <a:lnTo>
                  <a:pt x="435" y="845"/>
                </a:lnTo>
                <a:lnTo>
                  <a:pt x="435" y="844"/>
                </a:lnTo>
                <a:lnTo>
                  <a:pt x="435" y="845"/>
                </a:lnTo>
                <a:lnTo>
                  <a:pt x="434" y="846"/>
                </a:lnTo>
                <a:lnTo>
                  <a:pt x="434" y="847"/>
                </a:lnTo>
                <a:lnTo>
                  <a:pt x="435" y="847"/>
                </a:lnTo>
                <a:lnTo>
                  <a:pt x="434" y="847"/>
                </a:lnTo>
                <a:lnTo>
                  <a:pt x="433" y="848"/>
                </a:lnTo>
                <a:lnTo>
                  <a:pt x="432" y="848"/>
                </a:lnTo>
                <a:lnTo>
                  <a:pt x="431" y="848"/>
                </a:lnTo>
                <a:lnTo>
                  <a:pt x="429" y="847"/>
                </a:lnTo>
                <a:lnTo>
                  <a:pt x="428" y="847"/>
                </a:lnTo>
                <a:lnTo>
                  <a:pt x="428" y="846"/>
                </a:lnTo>
                <a:lnTo>
                  <a:pt x="428" y="845"/>
                </a:lnTo>
                <a:lnTo>
                  <a:pt x="428" y="844"/>
                </a:lnTo>
                <a:lnTo>
                  <a:pt x="428" y="843"/>
                </a:lnTo>
                <a:lnTo>
                  <a:pt x="427" y="843"/>
                </a:lnTo>
                <a:lnTo>
                  <a:pt x="426" y="844"/>
                </a:lnTo>
                <a:lnTo>
                  <a:pt x="425" y="844"/>
                </a:lnTo>
                <a:lnTo>
                  <a:pt x="425" y="845"/>
                </a:lnTo>
                <a:lnTo>
                  <a:pt x="425" y="846"/>
                </a:lnTo>
                <a:lnTo>
                  <a:pt x="424" y="846"/>
                </a:lnTo>
                <a:lnTo>
                  <a:pt x="424" y="847"/>
                </a:lnTo>
                <a:lnTo>
                  <a:pt x="423" y="846"/>
                </a:lnTo>
                <a:lnTo>
                  <a:pt x="422" y="846"/>
                </a:lnTo>
                <a:lnTo>
                  <a:pt x="421" y="846"/>
                </a:lnTo>
                <a:lnTo>
                  <a:pt x="420" y="846"/>
                </a:lnTo>
                <a:lnTo>
                  <a:pt x="419" y="845"/>
                </a:lnTo>
                <a:lnTo>
                  <a:pt x="418" y="844"/>
                </a:lnTo>
                <a:lnTo>
                  <a:pt x="417" y="844"/>
                </a:lnTo>
                <a:lnTo>
                  <a:pt x="416" y="844"/>
                </a:lnTo>
                <a:lnTo>
                  <a:pt x="416" y="845"/>
                </a:lnTo>
                <a:lnTo>
                  <a:pt x="415" y="844"/>
                </a:lnTo>
                <a:lnTo>
                  <a:pt x="415" y="843"/>
                </a:lnTo>
                <a:lnTo>
                  <a:pt x="414" y="843"/>
                </a:lnTo>
                <a:lnTo>
                  <a:pt x="412" y="843"/>
                </a:lnTo>
                <a:lnTo>
                  <a:pt x="412" y="844"/>
                </a:lnTo>
                <a:lnTo>
                  <a:pt x="411" y="844"/>
                </a:lnTo>
                <a:lnTo>
                  <a:pt x="410" y="844"/>
                </a:lnTo>
                <a:lnTo>
                  <a:pt x="409" y="843"/>
                </a:lnTo>
                <a:lnTo>
                  <a:pt x="407" y="842"/>
                </a:lnTo>
                <a:lnTo>
                  <a:pt x="406" y="841"/>
                </a:lnTo>
                <a:lnTo>
                  <a:pt x="404" y="841"/>
                </a:lnTo>
                <a:lnTo>
                  <a:pt x="403" y="841"/>
                </a:lnTo>
                <a:lnTo>
                  <a:pt x="403" y="842"/>
                </a:lnTo>
                <a:lnTo>
                  <a:pt x="402" y="842"/>
                </a:lnTo>
                <a:lnTo>
                  <a:pt x="401" y="842"/>
                </a:lnTo>
                <a:lnTo>
                  <a:pt x="401" y="841"/>
                </a:lnTo>
                <a:lnTo>
                  <a:pt x="400" y="840"/>
                </a:lnTo>
                <a:lnTo>
                  <a:pt x="399" y="839"/>
                </a:lnTo>
                <a:lnTo>
                  <a:pt x="398" y="839"/>
                </a:lnTo>
                <a:lnTo>
                  <a:pt x="397" y="839"/>
                </a:lnTo>
                <a:lnTo>
                  <a:pt x="396" y="838"/>
                </a:lnTo>
                <a:lnTo>
                  <a:pt x="395" y="838"/>
                </a:lnTo>
                <a:lnTo>
                  <a:pt x="395" y="839"/>
                </a:lnTo>
                <a:lnTo>
                  <a:pt x="395" y="840"/>
                </a:lnTo>
                <a:lnTo>
                  <a:pt x="395" y="841"/>
                </a:lnTo>
                <a:lnTo>
                  <a:pt x="394" y="842"/>
                </a:lnTo>
                <a:lnTo>
                  <a:pt x="394" y="843"/>
                </a:lnTo>
                <a:lnTo>
                  <a:pt x="393" y="843"/>
                </a:lnTo>
                <a:lnTo>
                  <a:pt x="393" y="844"/>
                </a:lnTo>
                <a:lnTo>
                  <a:pt x="392" y="843"/>
                </a:lnTo>
                <a:lnTo>
                  <a:pt x="391" y="843"/>
                </a:lnTo>
                <a:lnTo>
                  <a:pt x="390" y="843"/>
                </a:lnTo>
                <a:lnTo>
                  <a:pt x="388" y="843"/>
                </a:lnTo>
                <a:lnTo>
                  <a:pt x="388" y="844"/>
                </a:lnTo>
                <a:lnTo>
                  <a:pt x="387" y="844"/>
                </a:lnTo>
                <a:lnTo>
                  <a:pt x="387" y="845"/>
                </a:lnTo>
                <a:lnTo>
                  <a:pt x="386" y="845"/>
                </a:lnTo>
                <a:lnTo>
                  <a:pt x="386" y="844"/>
                </a:lnTo>
                <a:lnTo>
                  <a:pt x="385" y="844"/>
                </a:lnTo>
                <a:lnTo>
                  <a:pt x="384" y="844"/>
                </a:lnTo>
                <a:lnTo>
                  <a:pt x="383" y="844"/>
                </a:lnTo>
                <a:lnTo>
                  <a:pt x="383" y="845"/>
                </a:lnTo>
                <a:lnTo>
                  <a:pt x="383" y="846"/>
                </a:lnTo>
                <a:lnTo>
                  <a:pt x="382" y="846"/>
                </a:lnTo>
                <a:lnTo>
                  <a:pt x="381" y="846"/>
                </a:lnTo>
                <a:lnTo>
                  <a:pt x="381" y="847"/>
                </a:lnTo>
                <a:lnTo>
                  <a:pt x="379" y="849"/>
                </a:lnTo>
                <a:lnTo>
                  <a:pt x="379" y="850"/>
                </a:lnTo>
                <a:lnTo>
                  <a:pt x="379" y="851"/>
                </a:lnTo>
                <a:lnTo>
                  <a:pt x="380" y="851"/>
                </a:lnTo>
                <a:lnTo>
                  <a:pt x="380" y="852"/>
                </a:lnTo>
                <a:lnTo>
                  <a:pt x="379" y="852"/>
                </a:lnTo>
                <a:lnTo>
                  <a:pt x="378" y="852"/>
                </a:lnTo>
                <a:lnTo>
                  <a:pt x="378" y="851"/>
                </a:lnTo>
                <a:lnTo>
                  <a:pt x="377" y="851"/>
                </a:lnTo>
                <a:lnTo>
                  <a:pt x="376" y="850"/>
                </a:lnTo>
                <a:lnTo>
                  <a:pt x="375" y="850"/>
                </a:lnTo>
                <a:lnTo>
                  <a:pt x="374" y="850"/>
                </a:lnTo>
                <a:lnTo>
                  <a:pt x="374" y="849"/>
                </a:lnTo>
                <a:lnTo>
                  <a:pt x="373" y="848"/>
                </a:lnTo>
                <a:lnTo>
                  <a:pt x="371" y="847"/>
                </a:lnTo>
                <a:lnTo>
                  <a:pt x="369" y="847"/>
                </a:lnTo>
                <a:lnTo>
                  <a:pt x="369" y="848"/>
                </a:lnTo>
                <a:lnTo>
                  <a:pt x="367" y="848"/>
                </a:lnTo>
                <a:lnTo>
                  <a:pt x="366" y="848"/>
                </a:lnTo>
                <a:lnTo>
                  <a:pt x="365" y="848"/>
                </a:lnTo>
                <a:lnTo>
                  <a:pt x="364" y="848"/>
                </a:lnTo>
                <a:lnTo>
                  <a:pt x="364" y="849"/>
                </a:lnTo>
                <a:lnTo>
                  <a:pt x="363" y="850"/>
                </a:lnTo>
                <a:lnTo>
                  <a:pt x="363" y="851"/>
                </a:lnTo>
                <a:lnTo>
                  <a:pt x="363" y="852"/>
                </a:lnTo>
                <a:lnTo>
                  <a:pt x="362" y="852"/>
                </a:lnTo>
                <a:lnTo>
                  <a:pt x="361" y="852"/>
                </a:lnTo>
                <a:lnTo>
                  <a:pt x="360" y="853"/>
                </a:lnTo>
                <a:lnTo>
                  <a:pt x="360" y="854"/>
                </a:lnTo>
                <a:lnTo>
                  <a:pt x="359" y="855"/>
                </a:lnTo>
                <a:lnTo>
                  <a:pt x="359" y="857"/>
                </a:lnTo>
                <a:lnTo>
                  <a:pt x="357" y="857"/>
                </a:lnTo>
                <a:lnTo>
                  <a:pt x="356" y="857"/>
                </a:lnTo>
                <a:lnTo>
                  <a:pt x="356" y="856"/>
                </a:lnTo>
                <a:lnTo>
                  <a:pt x="355" y="856"/>
                </a:lnTo>
                <a:lnTo>
                  <a:pt x="354" y="855"/>
                </a:lnTo>
                <a:lnTo>
                  <a:pt x="352" y="853"/>
                </a:lnTo>
                <a:lnTo>
                  <a:pt x="351" y="853"/>
                </a:lnTo>
                <a:lnTo>
                  <a:pt x="351" y="852"/>
                </a:lnTo>
                <a:lnTo>
                  <a:pt x="348" y="851"/>
                </a:lnTo>
                <a:lnTo>
                  <a:pt x="347" y="851"/>
                </a:lnTo>
                <a:lnTo>
                  <a:pt x="346" y="851"/>
                </a:lnTo>
                <a:lnTo>
                  <a:pt x="346" y="850"/>
                </a:lnTo>
                <a:lnTo>
                  <a:pt x="346" y="849"/>
                </a:lnTo>
                <a:lnTo>
                  <a:pt x="345" y="849"/>
                </a:lnTo>
                <a:lnTo>
                  <a:pt x="344" y="849"/>
                </a:lnTo>
                <a:lnTo>
                  <a:pt x="343" y="849"/>
                </a:lnTo>
                <a:lnTo>
                  <a:pt x="343" y="848"/>
                </a:lnTo>
                <a:lnTo>
                  <a:pt x="342" y="847"/>
                </a:lnTo>
                <a:lnTo>
                  <a:pt x="341" y="847"/>
                </a:lnTo>
                <a:lnTo>
                  <a:pt x="341" y="846"/>
                </a:lnTo>
                <a:lnTo>
                  <a:pt x="341" y="845"/>
                </a:lnTo>
                <a:lnTo>
                  <a:pt x="341" y="846"/>
                </a:lnTo>
                <a:lnTo>
                  <a:pt x="340" y="846"/>
                </a:lnTo>
                <a:lnTo>
                  <a:pt x="339" y="845"/>
                </a:lnTo>
                <a:lnTo>
                  <a:pt x="338" y="845"/>
                </a:lnTo>
                <a:lnTo>
                  <a:pt x="338" y="846"/>
                </a:lnTo>
                <a:lnTo>
                  <a:pt x="338" y="847"/>
                </a:lnTo>
                <a:lnTo>
                  <a:pt x="337" y="847"/>
                </a:lnTo>
                <a:lnTo>
                  <a:pt x="337" y="846"/>
                </a:lnTo>
                <a:lnTo>
                  <a:pt x="337" y="845"/>
                </a:lnTo>
                <a:lnTo>
                  <a:pt x="336" y="845"/>
                </a:lnTo>
                <a:lnTo>
                  <a:pt x="335" y="845"/>
                </a:lnTo>
                <a:lnTo>
                  <a:pt x="334" y="845"/>
                </a:lnTo>
                <a:lnTo>
                  <a:pt x="334" y="846"/>
                </a:lnTo>
                <a:lnTo>
                  <a:pt x="333" y="846"/>
                </a:lnTo>
                <a:lnTo>
                  <a:pt x="332" y="847"/>
                </a:lnTo>
                <a:lnTo>
                  <a:pt x="332" y="846"/>
                </a:lnTo>
                <a:lnTo>
                  <a:pt x="333" y="845"/>
                </a:lnTo>
                <a:lnTo>
                  <a:pt x="333" y="844"/>
                </a:lnTo>
                <a:lnTo>
                  <a:pt x="332" y="842"/>
                </a:lnTo>
                <a:lnTo>
                  <a:pt x="331" y="842"/>
                </a:lnTo>
                <a:lnTo>
                  <a:pt x="330" y="841"/>
                </a:lnTo>
                <a:lnTo>
                  <a:pt x="328" y="841"/>
                </a:lnTo>
                <a:lnTo>
                  <a:pt x="327" y="842"/>
                </a:lnTo>
                <a:lnTo>
                  <a:pt x="327" y="843"/>
                </a:lnTo>
                <a:lnTo>
                  <a:pt x="328" y="844"/>
                </a:lnTo>
                <a:lnTo>
                  <a:pt x="329" y="843"/>
                </a:lnTo>
                <a:lnTo>
                  <a:pt x="330" y="844"/>
                </a:lnTo>
                <a:lnTo>
                  <a:pt x="330" y="845"/>
                </a:lnTo>
                <a:lnTo>
                  <a:pt x="329" y="846"/>
                </a:lnTo>
                <a:lnTo>
                  <a:pt x="328" y="846"/>
                </a:lnTo>
                <a:lnTo>
                  <a:pt x="328" y="847"/>
                </a:lnTo>
                <a:lnTo>
                  <a:pt x="330" y="847"/>
                </a:lnTo>
                <a:lnTo>
                  <a:pt x="330" y="846"/>
                </a:lnTo>
                <a:lnTo>
                  <a:pt x="331" y="847"/>
                </a:lnTo>
                <a:lnTo>
                  <a:pt x="330" y="848"/>
                </a:lnTo>
                <a:lnTo>
                  <a:pt x="330" y="849"/>
                </a:lnTo>
                <a:lnTo>
                  <a:pt x="329" y="849"/>
                </a:lnTo>
                <a:lnTo>
                  <a:pt x="327" y="847"/>
                </a:lnTo>
                <a:lnTo>
                  <a:pt x="326" y="846"/>
                </a:lnTo>
                <a:lnTo>
                  <a:pt x="325" y="845"/>
                </a:lnTo>
                <a:lnTo>
                  <a:pt x="325" y="844"/>
                </a:lnTo>
                <a:lnTo>
                  <a:pt x="325" y="843"/>
                </a:lnTo>
                <a:lnTo>
                  <a:pt x="324" y="843"/>
                </a:lnTo>
                <a:lnTo>
                  <a:pt x="324" y="844"/>
                </a:lnTo>
                <a:lnTo>
                  <a:pt x="324" y="845"/>
                </a:lnTo>
                <a:lnTo>
                  <a:pt x="323" y="845"/>
                </a:lnTo>
                <a:lnTo>
                  <a:pt x="323" y="844"/>
                </a:lnTo>
                <a:lnTo>
                  <a:pt x="322" y="844"/>
                </a:lnTo>
                <a:lnTo>
                  <a:pt x="321" y="843"/>
                </a:lnTo>
                <a:lnTo>
                  <a:pt x="320" y="842"/>
                </a:lnTo>
                <a:lnTo>
                  <a:pt x="320" y="841"/>
                </a:lnTo>
                <a:lnTo>
                  <a:pt x="318" y="841"/>
                </a:lnTo>
                <a:lnTo>
                  <a:pt x="317" y="841"/>
                </a:lnTo>
                <a:lnTo>
                  <a:pt x="316" y="841"/>
                </a:lnTo>
                <a:lnTo>
                  <a:pt x="316" y="840"/>
                </a:lnTo>
                <a:lnTo>
                  <a:pt x="316" y="838"/>
                </a:lnTo>
                <a:lnTo>
                  <a:pt x="315" y="838"/>
                </a:lnTo>
                <a:lnTo>
                  <a:pt x="314" y="837"/>
                </a:lnTo>
                <a:lnTo>
                  <a:pt x="313" y="837"/>
                </a:lnTo>
                <a:lnTo>
                  <a:pt x="313" y="836"/>
                </a:lnTo>
                <a:lnTo>
                  <a:pt x="313" y="835"/>
                </a:lnTo>
                <a:lnTo>
                  <a:pt x="313" y="834"/>
                </a:lnTo>
                <a:lnTo>
                  <a:pt x="313" y="833"/>
                </a:lnTo>
                <a:lnTo>
                  <a:pt x="313" y="831"/>
                </a:lnTo>
                <a:lnTo>
                  <a:pt x="312" y="830"/>
                </a:lnTo>
                <a:lnTo>
                  <a:pt x="310" y="830"/>
                </a:lnTo>
                <a:lnTo>
                  <a:pt x="309" y="830"/>
                </a:lnTo>
                <a:lnTo>
                  <a:pt x="308" y="830"/>
                </a:lnTo>
                <a:lnTo>
                  <a:pt x="308" y="831"/>
                </a:lnTo>
                <a:lnTo>
                  <a:pt x="307" y="831"/>
                </a:lnTo>
                <a:lnTo>
                  <a:pt x="307" y="832"/>
                </a:lnTo>
                <a:lnTo>
                  <a:pt x="307" y="833"/>
                </a:lnTo>
                <a:lnTo>
                  <a:pt x="306" y="834"/>
                </a:lnTo>
                <a:lnTo>
                  <a:pt x="306" y="835"/>
                </a:lnTo>
                <a:lnTo>
                  <a:pt x="305" y="835"/>
                </a:lnTo>
                <a:lnTo>
                  <a:pt x="304" y="835"/>
                </a:lnTo>
                <a:lnTo>
                  <a:pt x="303" y="835"/>
                </a:lnTo>
                <a:lnTo>
                  <a:pt x="302" y="834"/>
                </a:lnTo>
                <a:lnTo>
                  <a:pt x="302" y="833"/>
                </a:lnTo>
                <a:lnTo>
                  <a:pt x="301" y="833"/>
                </a:lnTo>
                <a:lnTo>
                  <a:pt x="301" y="834"/>
                </a:lnTo>
                <a:lnTo>
                  <a:pt x="300" y="834"/>
                </a:lnTo>
                <a:lnTo>
                  <a:pt x="300" y="833"/>
                </a:lnTo>
                <a:lnTo>
                  <a:pt x="300" y="832"/>
                </a:lnTo>
                <a:lnTo>
                  <a:pt x="300" y="831"/>
                </a:lnTo>
                <a:lnTo>
                  <a:pt x="299" y="831"/>
                </a:lnTo>
                <a:lnTo>
                  <a:pt x="297" y="831"/>
                </a:lnTo>
                <a:lnTo>
                  <a:pt x="297" y="830"/>
                </a:lnTo>
                <a:lnTo>
                  <a:pt x="296" y="827"/>
                </a:lnTo>
                <a:lnTo>
                  <a:pt x="295" y="826"/>
                </a:lnTo>
                <a:lnTo>
                  <a:pt x="295" y="825"/>
                </a:lnTo>
                <a:lnTo>
                  <a:pt x="294" y="823"/>
                </a:lnTo>
                <a:lnTo>
                  <a:pt x="293" y="822"/>
                </a:lnTo>
                <a:lnTo>
                  <a:pt x="291" y="822"/>
                </a:lnTo>
                <a:lnTo>
                  <a:pt x="290" y="822"/>
                </a:lnTo>
                <a:lnTo>
                  <a:pt x="288" y="824"/>
                </a:lnTo>
                <a:lnTo>
                  <a:pt x="287" y="825"/>
                </a:lnTo>
                <a:lnTo>
                  <a:pt x="286" y="825"/>
                </a:lnTo>
                <a:lnTo>
                  <a:pt x="285" y="826"/>
                </a:lnTo>
                <a:lnTo>
                  <a:pt x="283" y="826"/>
                </a:lnTo>
                <a:lnTo>
                  <a:pt x="281" y="826"/>
                </a:lnTo>
                <a:lnTo>
                  <a:pt x="280" y="825"/>
                </a:lnTo>
                <a:lnTo>
                  <a:pt x="279" y="825"/>
                </a:lnTo>
                <a:lnTo>
                  <a:pt x="278" y="824"/>
                </a:lnTo>
                <a:lnTo>
                  <a:pt x="278" y="823"/>
                </a:lnTo>
                <a:lnTo>
                  <a:pt x="277" y="822"/>
                </a:lnTo>
                <a:lnTo>
                  <a:pt x="277" y="821"/>
                </a:lnTo>
                <a:lnTo>
                  <a:pt x="278" y="821"/>
                </a:lnTo>
                <a:lnTo>
                  <a:pt x="277" y="821"/>
                </a:lnTo>
                <a:lnTo>
                  <a:pt x="277" y="820"/>
                </a:lnTo>
                <a:lnTo>
                  <a:pt x="277" y="821"/>
                </a:lnTo>
                <a:lnTo>
                  <a:pt x="274" y="821"/>
                </a:lnTo>
                <a:lnTo>
                  <a:pt x="272" y="821"/>
                </a:lnTo>
                <a:lnTo>
                  <a:pt x="271" y="820"/>
                </a:lnTo>
                <a:lnTo>
                  <a:pt x="270" y="819"/>
                </a:lnTo>
                <a:lnTo>
                  <a:pt x="269" y="820"/>
                </a:lnTo>
                <a:lnTo>
                  <a:pt x="268" y="820"/>
                </a:lnTo>
                <a:lnTo>
                  <a:pt x="268" y="819"/>
                </a:lnTo>
                <a:lnTo>
                  <a:pt x="267" y="819"/>
                </a:lnTo>
                <a:lnTo>
                  <a:pt x="266" y="818"/>
                </a:lnTo>
                <a:lnTo>
                  <a:pt x="265" y="818"/>
                </a:lnTo>
                <a:lnTo>
                  <a:pt x="264" y="818"/>
                </a:lnTo>
                <a:lnTo>
                  <a:pt x="264" y="817"/>
                </a:lnTo>
                <a:lnTo>
                  <a:pt x="264" y="816"/>
                </a:lnTo>
                <a:lnTo>
                  <a:pt x="263" y="815"/>
                </a:lnTo>
                <a:lnTo>
                  <a:pt x="262" y="815"/>
                </a:lnTo>
                <a:lnTo>
                  <a:pt x="260" y="815"/>
                </a:lnTo>
                <a:lnTo>
                  <a:pt x="259" y="814"/>
                </a:lnTo>
                <a:lnTo>
                  <a:pt x="258" y="814"/>
                </a:lnTo>
                <a:lnTo>
                  <a:pt x="257" y="812"/>
                </a:lnTo>
                <a:lnTo>
                  <a:pt x="256" y="810"/>
                </a:lnTo>
                <a:lnTo>
                  <a:pt x="255" y="810"/>
                </a:lnTo>
                <a:lnTo>
                  <a:pt x="255" y="809"/>
                </a:lnTo>
                <a:lnTo>
                  <a:pt x="254" y="809"/>
                </a:lnTo>
                <a:lnTo>
                  <a:pt x="253" y="808"/>
                </a:lnTo>
                <a:lnTo>
                  <a:pt x="251" y="806"/>
                </a:lnTo>
                <a:lnTo>
                  <a:pt x="249" y="806"/>
                </a:lnTo>
                <a:lnTo>
                  <a:pt x="248" y="806"/>
                </a:lnTo>
                <a:lnTo>
                  <a:pt x="248" y="807"/>
                </a:lnTo>
                <a:lnTo>
                  <a:pt x="246" y="806"/>
                </a:lnTo>
                <a:lnTo>
                  <a:pt x="245" y="806"/>
                </a:lnTo>
                <a:lnTo>
                  <a:pt x="243" y="806"/>
                </a:lnTo>
                <a:lnTo>
                  <a:pt x="242" y="805"/>
                </a:lnTo>
                <a:lnTo>
                  <a:pt x="241" y="805"/>
                </a:lnTo>
                <a:lnTo>
                  <a:pt x="241" y="807"/>
                </a:lnTo>
                <a:lnTo>
                  <a:pt x="240" y="807"/>
                </a:lnTo>
                <a:lnTo>
                  <a:pt x="240" y="808"/>
                </a:lnTo>
                <a:lnTo>
                  <a:pt x="239" y="808"/>
                </a:lnTo>
                <a:lnTo>
                  <a:pt x="239" y="807"/>
                </a:lnTo>
                <a:lnTo>
                  <a:pt x="238" y="806"/>
                </a:lnTo>
                <a:lnTo>
                  <a:pt x="238" y="805"/>
                </a:lnTo>
                <a:lnTo>
                  <a:pt x="238" y="804"/>
                </a:lnTo>
                <a:lnTo>
                  <a:pt x="239" y="804"/>
                </a:lnTo>
                <a:lnTo>
                  <a:pt x="239" y="803"/>
                </a:lnTo>
                <a:lnTo>
                  <a:pt x="236" y="803"/>
                </a:lnTo>
                <a:lnTo>
                  <a:pt x="235" y="803"/>
                </a:lnTo>
                <a:lnTo>
                  <a:pt x="234" y="804"/>
                </a:lnTo>
                <a:lnTo>
                  <a:pt x="234" y="806"/>
                </a:lnTo>
                <a:lnTo>
                  <a:pt x="233" y="807"/>
                </a:lnTo>
                <a:lnTo>
                  <a:pt x="232" y="809"/>
                </a:lnTo>
                <a:lnTo>
                  <a:pt x="231" y="810"/>
                </a:lnTo>
                <a:lnTo>
                  <a:pt x="229" y="809"/>
                </a:lnTo>
                <a:lnTo>
                  <a:pt x="229" y="810"/>
                </a:lnTo>
                <a:lnTo>
                  <a:pt x="229" y="811"/>
                </a:lnTo>
                <a:lnTo>
                  <a:pt x="228" y="812"/>
                </a:lnTo>
                <a:lnTo>
                  <a:pt x="228" y="811"/>
                </a:lnTo>
                <a:lnTo>
                  <a:pt x="227" y="811"/>
                </a:lnTo>
                <a:lnTo>
                  <a:pt x="226" y="811"/>
                </a:lnTo>
                <a:lnTo>
                  <a:pt x="225" y="810"/>
                </a:lnTo>
                <a:lnTo>
                  <a:pt x="225" y="809"/>
                </a:lnTo>
                <a:lnTo>
                  <a:pt x="224" y="808"/>
                </a:lnTo>
                <a:lnTo>
                  <a:pt x="223" y="808"/>
                </a:lnTo>
                <a:lnTo>
                  <a:pt x="223" y="807"/>
                </a:lnTo>
                <a:lnTo>
                  <a:pt x="221" y="807"/>
                </a:lnTo>
                <a:lnTo>
                  <a:pt x="220" y="806"/>
                </a:lnTo>
                <a:lnTo>
                  <a:pt x="219" y="806"/>
                </a:lnTo>
                <a:lnTo>
                  <a:pt x="220" y="806"/>
                </a:lnTo>
                <a:lnTo>
                  <a:pt x="220" y="805"/>
                </a:lnTo>
                <a:lnTo>
                  <a:pt x="221" y="805"/>
                </a:lnTo>
                <a:lnTo>
                  <a:pt x="221" y="804"/>
                </a:lnTo>
                <a:lnTo>
                  <a:pt x="220" y="803"/>
                </a:lnTo>
                <a:lnTo>
                  <a:pt x="219" y="803"/>
                </a:lnTo>
                <a:lnTo>
                  <a:pt x="219" y="802"/>
                </a:lnTo>
                <a:lnTo>
                  <a:pt x="218" y="802"/>
                </a:lnTo>
                <a:lnTo>
                  <a:pt x="218" y="801"/>
                </a:lnTo>
                <a:lnTo>
                  <a:pt x="219" y="801"/>
                </a:lnTo>
                <a:lnTo>
                  <a:pt x="220" y="801"/>
                </a:lnTo>
                <a:lnTo>
                  <a:pt x="220" y="800"/>
                </a:lnTo>
                <a:lnTo>
                  <a:pt x="219" y="800"/>
                </a:lnTo>
                <a:lnTo>
                  <a:pt x="218" y="797"/>
                </a:lnTo>
                <a:lnTo>
                  <a:pt x="217" y="796"/>
                </a:lnTo>
                <a:lnTo>
                  <a:pt x="217" y="795"/>
                </a:lnTo>
                <a:lnTo>
                  <a:pt x="216" y="795"/>
                </a:lnTo>
                <a:lnTo>
                  <a:pt x="215" y="794"/>
                </a:lnTo>
                <a:lnTo>
                  <a:pt x="214" y="794"/>
                </a:lnTo>
                <a:lnTo>
                  <a:pt x="213" y="794"/>
                </a:lnTo>
                <a:lnTo>
                  <a:pt x="213" y="793"/>
                </a:lnTo>
                <a:lnTo>
                  <a:pt x="211" y="791"/>
                </a:lnTo>
                <a:lnTo>
                  <a:pt x="210" y="791"/>
                </a:lnTo>
                <a:lnTo>
                  <a:pt x="209" y="791"/>
                </a:lnTo>
                <a:lnTo>
                  <a:pt x="209" y="790"/>
                </a:lnTo>
                <a:lnTo>
                  <a:pt x="209" y="789"/>
                </a:lnTo>
                <a:lnTo>
                  <a:pt x="208" y="788"/>
                </a:lnTo>
                <a:lnTo>
                  <a:pt x="209" y="788"/>
                </a:lnTo>
                <a:lnTo>
                  <a:pt x="209" y="787"/>
                </a:lnTo>
                <a:lnTo>
                  <a:pt x="209" y="786"/>
                </a:lnTo>
                <a:lnTo>
                  <a:pt x="208" y="786"/>
                </a:lnTo>
                <a:lnTo>
                  <a:pt x="207" y="785"/>
                </a:lnTo>
                <a:lnTo>
                  <a:pt x="206" y="785"/>
                </a:lnTo>
                <a:lnTo>
                  <a:pt x="205" y="785"/>
                </a:lnTo>
                <a:lnTo>
                  <a:pt x="204" y="785"/>
                </a:lnTo>
                <a:lnTo>
                  <a:pt x="203" y="785"/>
                </a:lnTo>
                <a:lnTo>
                  <a:pt x="202" y="785"/>
                </a:lnTo>
                <a:lnTo>
                  <a:pt x="201" y="784"/>
                </a:lnTo>
                <a:lnTo>
                  <a:pt x="200" y="783"/>
                </a:lnTo>
                <a:lnTo>
                  <a:pt x="201" y="783"/>
                </a:lnTo>
                <a:lnTo>
                  <a:pt x="202" y="783"/>
                </a:lnTo>
                <a:lnTo>
                  <a:pt x="202" y="784"/>
                </a:lnTo>
                <a:lnTo>
                  <a:pt x="203" y="784"/>
                </a:lnTo>
                <a:lnTo>
                  <a:pt x="204" y="785"/>
                </a:lnTo>
                <a:lnTo>
                  <a:pt x="206" y="784"/>
                </a:lnTo>
                <a:lnTo>
                  <a:pt x="207" y="783"/>
                </a:lnTo>
                <a:lnTo>
                  <a:pt x="208" y="782"/>
                </a:lnTo>
                <a:lnTo>
                  <a:pt x="208" y="781"/>
                </a:lnTo>
                <a:lnTo>
                  <a:pt x="208" y="779"/>
                </a:lnTo>
                <a:lnTo>
                  <a:pt x="208" y="778"/>
                </a:lnTo>
                <a:lnTo>
                  <a:pt x="208" y="777"/>
                </a:lnTo>
                <a:lnTo>
                  <a:pt x="207" y="775"/>
                </a:lnTo>
                <a:lnTo>
                  <a:pt x="206" y="775"/>
                </a:lnTo>
                <a:lnTo>
                  <a:pt x="206" y="774"/>
                </a:lnTo>
                <a:lnTo>
                  <a:pt x="206" y="775"/>
                </a:lnTo>
                <a:lnTo>
                  <a:pt x="206" y="776"/>
                </a:lnTo>
                <a:lnTo>
                  <a:pt x="206" y="777"/>
                </a:lnTo>
                <a:lnTo>
                  <a:pt x="206" y="778"/>
                </a:lnTo>
                <a:lnTo>
                  <a:pt x="205" y="778"/>
                </a:lnTo>
                <a:lnTo>
                  <a:pt x="204" y="777"/>
                </a:lnTo>
                <a:lnTo>
                  <a:pt x="204" y="779"/>
                </a:lnTo>
                <a:lnTo>
                  <a:pt x="203" y="780"/>
                </a:lnTo>
                <a:lnTo>
                  <a:pt x="201" y="780"/>
                </a:lnTo>
                <a:lnTo>
                  <a:pt x="200" y="780"/>
                </a:lnTo>
                <a:lnTo>
                  <a:pt x="199" y="780"/>
                </a:lnTo>
                <a:lnTo>
                  <a:pt x="199" y="779"/>
                </a:lnTo>
                <a:lnTo>
                  <a:pt x="198" y="779"/>
                </a:lnTo>
                <a:lnTo>
                  <a:pt x="197" y="777"/>
                </a:lnTo>
                <a:lnTo>
                  <a:pt x="196" y="775"/>
                </a:lnTo>
                <a:lnTo>
                  <a:pt x="196" y="774"/>
                </a:lnTo>
                <a:lnTo>
                  <a:pt x="195" y="772"/>
                </a:lnTo>
                <a:lnTo>
                  <a:pt x="194" y="771"/>
                </a:lnTo>
                <a:lnTo>
                  <a:pt x="194" y="770"/>
                </a:lnTo>
                <a:lnTo>
                  <a:pt x="194" y="769"/>
                </a:lnTo>
                <a:lnTo>
                  <a:pt x="193" y="767"/>
                </a:lnTo>
                <a:lnTo>
                  <a:pt x="192" y="766"/>
                </a:lnTo>
                <a:lnTo>
                  <a:pt x="190" y="766"/>
                </a:lnTo>
                <a:lnTo>
                  <a:pt x="190" y="765"/>
                </a:lnTo>
                <a:lnTo>
                  <a:pt x="190" y="764"/>
                </a:lnTo>
                <a:lnTo>
                  <a:pt x="189" y="764"/>
                </a:lnTo>
                <a:lnTo>
                  <a:pt x="189" y="763"/>
                </a:lnTo>
                <a:lnTo>
                  <a:pt x="188" y="763"/>
                </a:lnTo>
                <a:lnTo>
                  <a:pt x="187" y="763"/>
                </a:lnTo>
                <a:lnTo>
                  <a:pt x="186" y="763"/>
                </a:lnTo>
                <a:lnTo>
                  <a:pt x="185" y="763"/>
                </a:lnTo>
                <a:lnTo>
                  <a:pt x="184" y="763"/>
                </a:lnTo>
                <a:lnTo>
                  <a:pt x="183" y="763"/>
                </a:lnTo>
                <a:lnTo>
                  <a:pt x="183" y="764"/>
                </a:lnTo>
                <a:lnTo>
                  <a:pt x="182" y="763"/>
                </a:lnTo>
                <a:lnTo>
                  <a:pt x="181" y="762"/>
                </a:lnTo>
                <a:lnTo>
                  <a:pt x="181" y="761"/>
                </a:lnTo>
                <a:lnTo>
                  <a:pt x="179" y="760"/>
                </a:lnTo>
                <a:lnTo>
                  <a:pt x="178" y="760"/>
                </a:lnTo>
                <a:lnTo>
                  <a:pt x="177" y="760"/>
                </a:lnTo>
                <a:lnTo>
                  <a:pt x="176" y="760"/>
                </a:lnTo>
                <a:lnTo>
                  <a:pt x="175" y="756"/>
                </a:lnTo>
                <a:lnTo>
                  <a:pt x="176" y="755"/>
                </a:lnTo>
                <a:lnTo>
                  <a:pt x="176" y="754"/>
                </a:lnTo>
                <a:lnTo>
                  <a:pt x="177" y="752"/>
                </a:lnTo>
                <a:lnTo>
                  <a:pt x="176" y="752"/>
                </a:lnTo>
                <a:lnTo>
                  <a:pt x="174" y="751"/>
                </a:lnTo>
                <a:lnTo>
                  <a:pt x="173" y="751"/>
                </a:lnTo>
                <a:lnTo>
                  <a:pt x="172" y="751"/>
                </a:lnTo>
                <a:lnTo>
                  <a:pt x="172" y="752"/>
                </a:lnTo>
                <a:lnTo>
                  <a:pt x="172" y="753"/>
                </a:lnTo>
                <a:lnTo>
                  <a:pt x="171" y="754"/>
                </a:lnTo>
                <a:lnTo>
                  <a:pt x="170" y="755"/>
                </a:lnTo>
                <a:lnTo>
                  <a:pt x="169" y="755"/>
                </a:lnTo>
                <a:lnTo>
                  <a:pt x="168" y="755"/>
                </a:lnTo>
                <a:lnTo>
                  <a:pt x="168" y="754"/>
                </a:lnTo>
                <a:lnTo>
                  <a:pt x="168" y="753"/>
                </a:lnTo>
                <a:lnTo>
                  <a:pt x="168" y="752"/>
                </a:lnTo>
                <a:lnTo>
                  <a:pt x="169" y="751"/>
                </a:lnTo>
                <a:lnTo>
                  <a:pt x="169" y="750"/>
                </a:lnTo>
                <a:lnTo>
                  <a:pt x="168" y="749"/>
                </a:lnTo>
                <a:lnTo>
                  <a:pt x="168" y="748"/>
                </a:lnTo>
                <a:lnTo>
                  <a:pt x="168" y="747"/>
                </a:lnTo>
                <a:lnTo>
                  <a:pt x="167" y="746"/>
                </a:lnTo>
                <a:lnTo>
                  <a:pt x="167" y="744"/>
                </a:lnTo>
                <a:lnTo>
                  <a:pt x="168" y="742"/>
                </a:lnTo>
                <a:lnTo>
                  <a:pt x="168" y="741"/>
                </a:lnTo>
                <a:lnTo>
                  <a:pt x="168" y="740"/>
                </a:lnTo>
                <a:lnTo>
                  <a:pt x="169" y="740"/>
                </a:lnTo>
                <a:lnTo>
                  <a:pt x="171" y="739"/>
                </a:lnTo>
                <a:lnTo>
                  <a:pt x="172" y="738"/>
                </a:lnTo>
                <a:lnTo>
                  <a:pt x="172" y="736"/>
                </a:lnTo>
                <a:lnTo>
                  <a:pt x="171" y="735"/>
                </a:lnTo>
                <a:lnTo>
                  <a:pt x="171" y="734"/>
                </a:lnTo>
                <a:lnTo>
                  <a:pt x="172" y="733"/>
                </a:lnTo>
                <a:lnTo>
                  <a:pt x="172" y="732"/>
                </a:lnTo>
                <a:lnTo>
                  <a:pt x="171" y="732"/>
                </a:lnTo>
                <a:lnTo>
                  <a:pt x="170" y="732"/>
                </a:lnTo>
                <a:lnTo>
                  <a:pt x="169" y="730"/>
                </a:lnTo>
                <a:lnTo>
                  <a:pt x="169" y="729"/>
                </a:lnTo>
                <a:lnTo>
                  <a:pt x="169" y="728"/>
                </a:lnTo>
                <a:lnTo>
                  <a:pt x="168" y="728"/>
                </a:lnTo>
                <a:lnTo>
                  <a:pt x="167" y="728"/>
                </a:lnTo>
                <a:lnTo>
                  <a:pt x="167" y="727"/>
                </a:lnTo>
                <a:lnTo>
                  <a:pt x="166" y="726"/>
                </a:lnTo>
                <a:lnTo>
                  <a:pt x="167" y="726"/>
                </a:lnTo>
                <a:lnTo>
                  <a:pt x="167" y="725"/>
                </a:lnTo>
                <a:lnTo>
                  <a:pt x="167" y="724"/>
                </a:lnTo>
                <a:lnTo>
                  <a:pt x="166" y="724"/>
                </a:lnTo>
                <a:lnTo>
                  <a:pt x="165" y="723"/>
                </a:lnTo>
                <a:lnTo>
                  <a:pt x="163" y="722"/>
                </a:lnTo>
                <a:lnTo>
                  <a:pt x="162" y="722"/>
                </a:lnTo>
                <a:lnTo>
                  <a:pt x="160" y="722"/>
                </a:lnTo>
                <a:lnTo>
                  <a:pt x="159" y="722"/>
                </a:lnTo>
                <a:lnTo>
                  <a:pt x="157" y="723"/>
                </a:lnTo>
                <a:lnTo>
                  <a:pt x="156" y="723"/>
                </a:lnTo>
                <a:lnTo>
                  <a:pt x="156" y="722"/>
                </a:lnTo>
                <a:lnTo>
                  <a:pt x="154" y="721"/>
                </a:lnTo>
                <a:lnTo>
                  <a:pt x="153" y="721"/>
                </a:lnTo>
                <a:lnTo>
                  <a:pt x="153" y="722"/>
                </a:lnTo>
                <a:lnTo>
                  <a:pt x="152" y="722"/>
                </a:lnTo>
                <a:lnTo>
                  <a:pt x="152" y="724"/>
                </a:lnTo>
                <a:lnTo>
                  <a:pt x="151" y="724"/>
                </a:lnTo>
                <a:lnTo>
                  <a:pt x="150" y="723"/>
                </a:lnTo>
                <a:lnTo>
                  <a:pt x="150" y="722"/>
                </a:lnTo>
                <a:lnTo>
                  <a:pt x="150" y="721"/>
                </a:lnTo>
                <a:lnTo>
                  <a:pt x="153" y="719"/>
                </a:lnTo>
                <a:lnTo>
                  <a:pt x="154" y="718"/>
                </a:lnTo>
                <a:lnTo>
                  <a:pt x="155" y="718"/>
                </a:lnTo>
                <a:lnTo>
                  <a:pt x="156" y="718"/>
                </a:lnTo>
                <a:lnTo>
                  <a:pt x="157" y="717"/>
                </a:lnTo>
                <a:lnTo>
                  <a:pt x="157" y="716"/>
                </a:lnTo>
                <a:lnTo>
                  <a:pt x="158" y="716"/>
                </a:lnTo>
                <a:lnTo>
                  <a:pt x="158" y="715"/>
                </a:lnTo>
                <a:lnTo>
                  <a:pt x="157" y="715"/>
                </a:lnTo>
                <a:lnTo>
                  <a:pt x="157" y="714"/>
                </a:lnTo>
                <a:lnTo>
                  <a:pt x="157" y="713"/>
                </a:lnTo>
                <a:lnTo>
                  <a:pt x="157" y="712"/>
                </a:lnTo>
                <a:lnTo>
                  <a:pt x="156" y="712"/>
                </a:lnTo>
                <a:lnTo>
                  <a:pt x="156" y="711"/>
                </a:lnTo>
                <a:lnTo>
                  <a:pt x="156" y="712"/>
                </a:lnTo>
                <a:lnTo>
                  <a:pt x="155" y="712"/>
                </a:lnTo>
                <a:lnTo>
                  <a:pt x="154" y="712"/>
                </a:lnTo>
                <a:lnTo>
                  <a:pt x="154" y="711"/>
                </a:lnTo>
                <a:lnTo>
                  <a:pt x="154" y="708"/>
                </a:lnTo>
                <a:lnTo>
                  <a:pt x="154" y="707"/>
                </a:lnTo>
                <a:lnTo>
                  <a:pt x="153" y="707"/>
                </a:lnTo>
                <a:lnTo>
                  <a:pt x="152" y="706"/>
                </a:lnTo>
                <a:lnTo>
                  <a:pt x="151" y="705"/>
                </a:lnTo>
                <a:lnTo>
                  <a:pt x="150" y="705"/>
                </a:lnTo>
                <a:lnTo>
                  <a:pt x="150" y="706"/>
                </a:lnTo>
                <a:lnTo>
                  <a:pt x="149" y="706"/>
                </a:lnTo>
                <a:lnTo>
                  <a:pt x="148" y="706"/>
                </a:lnTo>
                <a:lnTo>
                  <a:pt x="148" y="705"/>
                </a:lnTo>
                <a:lnTo>
                  <a:pt x="147" y="704"/>
                </a:lnTo>
                <a:lnTo>
                  <a:pt x="147" y="703"/>
                </a:lnTo>
                <a:lnTo>
                  <a:pt x="146" y="703"/>
                </a:lnTo>
                <a:lnTo>
                  <a:pt x="145" y="701"/>
                </a:lnTo>
                <a:lnTo>
                  <a:pt x="145" y="700"/>
                </a:lnTo>
                <a:lnTo>
                  <a:pt x="145" y="699"/>
                </a:lnTo>
                <a:lnTo>
                  <a:pt x="145" y="698"/>
                </a:lnTo>
                <a:lnTo>
                  <a:pt x="144" y="698"/>
                </a:lnTo>
                <a:lnTo>
                  <a:pt x="144" y="699"/>
                </a:lnTo>
                <a:lnTo>
                  <a:pt x="143" y="699"/>
                </a:lnTo>
                <a:lnTo>
                  <a:pt x="142" y="698"/>
                </a:lnTo>
                <a:lnTo>
                  <a:pt x="141" y="697"/>
                </a:lnTo>
                <a:lnTo>
                  <a:pt x="141" y="696"/>
                </a:lnTo>
                <a:lnTo>
                  <a:pt x="140" y="696"/>
                </a:lnTo>
                <a:lnTo>
                  <a:pt x="139" y="696"/>
                </a:lnTo>
                <a:lnTo>
                  <a:pt x="138" y="696"/>
                </a:lnTo>
                <a:lnTo>
                  <a:pt x="139" y="695"/>
                </a:lnTo>
                <a:lnTo>
                  <a:pt x="138" y="694"/>
                </a:lnTo>
                <a:lnTo>
                  <a:pt x="137" y="694"/>
                </a:lnTo>
                <a:lnTo>
                  <a:pt x="137" y="695"/>
                </a:lnTo>
                <a:lnTo>
                  <a:pt x="136" y="695"/>
                </a:lnTo>
                <a:lnTo>
                  <a:pt x="135" y="695"/>
                </a:lnTo>
                <a:lnTo>
                  <a:pt x="135" y="696"/>
                </a:lnTo>
                <a:lnTo>
                  <a:pt x="134" y="696"/>
                </a:lnTo>
                <a:lnTo>
                  <a:pt x="134" y="697"/>
                </a:lnTo>
                <a:lnTo>
                  <a:pt x="134" y="698"/>
                </a:lnTo>
                <a:lnTo>
                  <a:pt x="133" y="700"/>
                </a:lnTo>
                <a:lnTo>
                  <a:pt x="131" y="700"/>
                </a:lnTo>
                <a:lnTo>
                  <a:pt x="130" y="701"/>
                </a:lnTo>
                <a:lnTo>
                  <a:pt x="129" y="700"/>
                </a:lnTo>
                <a:lnTo>
                  <a:pt x="130" y="700"/>
                </a:lnTo>
                <a:lnTo>
                  <a:pt x="131" y="698"/>
                </a:lnTo>
                <a:lnTo>
                  <a:pt x="132" y="697"/>
                </a:lnTo>
                <a:lnTo>
                  <a:pt x="133" y="696"/>
                </a:lnTo>
                <a:lnTo>
                  <a:pt x="133" y="695"/>
                </a:lnTo>
                <a:lnTo>
                  <a:pt x="133" y="694"/>
                </a:lnTo>
                <a:lnTo>
                  <a:pt x="134" y="694"/>
                </a:lnTo>
                <a:lnTo>
                  <a:pt x="133" y="694"/>
                </a:lnTo>
                <a:lnTo>
                  <a:pt x="133" y="692"/>
                </a:lnTo>
                <a:lnTo>
                  <a:pt x="131" y="691"/>
                </a:lnTo>
                <a:lnTo>
                  <a:pt x="130" y="690"/>
                </a:lnTo>
                <a:lnTo>
                  <a:pt x="129" y="690"/>
                </a:lnTo>
                <a:lnTo>
                  <a:pt x="128" y="689"/>
                </a:lnTo>
                <a:lnTo>
                  <a:pt x="127" y="689"/>
                </a:lnTo>
                <a:lnTo>
                  <a:pt x="125" y="687"/>
                </a:lnTo>
                <a:lnTo>
                  <a:pt x="125" y="686"/>
                </a:lnTo>
                <a:lnTo>
                  <a:pt x="125" y="685"/>
                </a:lnTo>
                <a:lnTo>
                  <a:pt x="124" y="685"/>
                </a:lnTo>
                <a:lnTo>
                  <a:pt x="123" y="684"/>
                </a:lnTo>
                <a:lnTo>
                  <a:pt x="122" y="684"/>
                </a:lnTo>
                <a:lnTo>
                  <a:pt x="121" y="684"/>
                </a:lnTo>
                <a:lnTo>
                  <a:pt x="121" y="682"/>
                </a:lnTo>
                <a:lnTo>
                  <a:pt x="122" y="682"/>
                </a:lnTo>
                <a:lnTo>
                  <a:pt x="122" y="681"/>
                </a:lnTo>
                <a:lnTo>
                  <a:pt x="121" y="681"/>
                </a:lnTo>
                <a:lnTo>
                  <a:pt x="121" y="680"/>
                </a:lnTo>
                <a:lnTo>
                  <a:pt x="120" y="679"/>
                </a:lnTo>
                <a:lnTo>
                  <a:pt x="119" y="678"/>
                </a:lnTo>
                <a:lnTo>
                  <a:pt x="119" y="677"/>
                </a:lnTo>
                <a:lnTo>
                  <a:pt x="120" y="676"/>
                </a:lnTo>
                <a:lnTo>
                  <a:pt x="121" y="673"/>
                </a:lnTo>
                <a:lnTo>
                  <a:pt x="121" y="672"/>
                </a:lnTo>
                <a:lnTo>
                  <a:pt x="121" y="671"/>
                </a:lnTo>
                <a:lnTo>
                  <a:pt x="121" y="670"/>
                </a:lnTo>
                <a:lnTo>
                  <a:pt x="122" y="670"/>
                </a:lnTo>
                <a:lnTo>
                  <a:pt x="123" y="670"/>
                </a:lnTo>
                <a:lnTo>
                  <a:pt x="123" y="669"/>
                </a:lnTo>
                <a:lnTo>
                  <a:pt x="122" y="669"/>
                </a:lnTo>
                <a:lnTo>
                  <a:pt x="122" y="668"/>
                </a:lnTo>
                <a:lnTo>
                  <a:pt x="123" y="666"/>
                </a:lnTo>
                <a:lnTo>
                  <a:pt x="123" y="665"/>
                </a:lnTo>
                <a:lnTo>
                  <a:pt x="125" y="665"/>
                </a:lnTo>
                <a:lnTo>
                  <a:pt x="126" y="664"/>
                </a:lnTo>
                <a:lnTo>
                  <a:pt x="127" y="664"/>
                </a:lnTo>
                <a:lnTo>
                  <a:pt x="127" y="663"/>
                </a:lnTo>
                <a:lnTo>
                  <a:pt x="126" y="663"/>
                </a:lnTo>
                <a:lnTo>
                  <a:pt x="126" y="661"/>
                </a:lnTo>
                <a:lnTo>
                  <a:pt x="125" y="660"/>
                </a:lnTo>
                <a:lnTo>
                  <a:pt x="125" y="659"/>
                </a:lnTo>
                <a:lnTo>
                  <a:pt x="126" y="658"/>
                </a:lnTo>
                <a:lnTo>
                  <a:pt x="127" y="657"/>
                </a:lnTo>
                <a:lnTo>
                  <a:pt x="127" y="656"/>
                </a:lnTo>
                <a:lnTo>
                  <a:pt x="126" y="656"/>
                </a:lnTo>
                <a:lnTo>
                  <a:pt x="126" y="655"/>
                </a:lnTo>
                <a:lnTo>
                  <a:pt x="125" y="655"/>
                </a:lnTo>
                <a:lnTo>
                  <a:pt x="125" y="654"/>
                </a:lnTo>
                <a:lnTo>
                  <a:pt x="125" y="653"/>
                </a:lnTo>
                <a:lnTo>
                  <a:pt x="124" y="652"/>
                </a:lnTo>
                <a:lnTo>
                  <a:pt x="123" y="652"/>
                </a:lnTo>
                <a:lnTo>
                  <a:pt x="123" y="651"/>
                </a:lnTo>
                <a:lnTo>
                  <a:pt x="123" y="650"/>
                </a:lnTo>
                <a:lnTo>
                  <a:pt x="122" y="649"/>
                </a:lnTo>
                <a:lnTo>
                  <a:pt x="122" y="648"/>
                </a:lnTo>
                <a:lnTo>
                  <a:pt x="122" y="647"/>
                </a:lnTo>
                <a:lnTo>
                  <a:pt x="122" y="646"/>
                </a:lnTo>
                <a:lnTo>
                  <a:pt x="121" y="645"/>
                </a:lnTo>
                <a:lnTo>
                  <a:pt x="120" y="644"/>
                </a:lnTo>
                <a:lnTo>
                  <a:pt x="120" y="643"/>
                </a:lnTo>
                <a:lnTo>
                  <a:pt x="119" y="643"/>
                </a:lnTo>
                <a:lnTo>
                  <a:pt x="119" y="642"/>
                </a:lnTo>
                <a:lnTo>
                  <a:pt x="120" y="642"/>
                </a:lnTo>
                <a:lnTo>
                  <a:pt x="121" y="642"/>
                </a:lnTo>
                <a:lnTo>
                  <a:pt x="122" y="642"/>
                </a:lnTo>
                <a:lnTo>
                  <a:pt x="123" y="641"/>
                </a:lnTo>
                <a:lnTo>
                  <a:pt x="123" y="640"/>
                </a:lnTo>
                <a:lnTo>
                  <a:pt x="123" y="639"/>
                </a:lnTo>
                <a:lnTo>
                  <a:pt x="123" y="638"/>
                </a:lnTo>
                <a:lnTo>
                  <a:pt x="124" y="637"/>
                </a:lnTo>
                <a:lnTo>
                  <a:pt x="124" y="636"/>
                </a:lnTo>
                <a:lnTo>
                  <a:pt x="123" y="636"/>
                </a:lnTo>
                <a:lnTo>
                  <a:pt x="123" y="635"/>
                </a:lnTo>
                <a:lnTo>
                  <a:pt x="123" y="634"/>
                </a:lnTo>
                <a:lnTo>
                  <a:pt x="124" y="634"/>
                </a:lnTo>
                <a:lnTo>
                  <a:pt x="125" y="632"/>
                </a:lnTo>
                <a:lnTo>
                  <a:pt x="124" y="632"/>
                </a:lnTo>
                <a:lnTo>
                  <a:pt x="124" y="629"/>
                </a:lnTo>
                <a:lnTo>
                  <a:pt x="123" y="628"/>
                </a:lnTo>
                <a:lnTo>
                  <a:pt x="123" y="627"/>
                </a:lnTo>
                <a:lnTo>
                  <a:pt x="122" y="626"/>
                </a:lnTo>
                <a:lnTo>
                  <a:pt x="122" y="625"/>
                </a:lnTo>
                <a:lnTo>
                  <a:pt x="121" y="624"/>
                </a:lnTo>
                <a:lnTo>
                  <a:pt x="120" y="624"/>
                </a:lnTo>
                <a:lnTo>
                  <a:pt x="120" y="623"/>
                </a:lnTo>
                <a:lnTo>
                  <a:pt x="119" y="623"/>
                </a:lnTo>
                <a:lnTo>
                  <a:pt x="119" y="620"/>
                </a:lnTo>
                <a:lnTo>
                  <a:pt x="119" y="619"/>
                </a:lnTo>
                <a:lnTo>
                  <a:pt x="120" y="618"/>
                </a:lnTo>
                <a:lnTo>
                  <a:pt x="120" y="617"/>
                </a:lnTo>
                <a:lnTo>
                  <a:pt x="120" y="616"/>
                </a:lnTo>
                <a:lnTo>
                  <a:pt x="119" y="616"/>
                </a:lnTo>
                <a:lnTo>
                  <a:pt x="119" y="615"/>
                </a:lnTo>
                <a:lnTo>
                  <a:pt x="119" y="614"/>
                </a:lnTo>
                <a:lnTo>
                  <a:pt x="118" y="613"/>
                </a:lnTo>
                <a:lnTo>
                  <a:pt x="117" y="612"/>
                </a:lnTo>
                <a:lnTo>
                  <a:pt x="116" y="611"/>
                </a:lnTo>
                <a:lnTo>
                  <a:pt x="114" y="610"/>
                </a:lnTo>
                <a:lnTo>
                  <a:pt x="114" y="609"/>
                </a:lnTo>
                <a:lnTo>
                  <a:pt x="113" y="609"/>
                </a:lnTo>
                <a:lnTo>
                  <a:pt x="113" y="608"/>
                </a:lnTo>
                <a:lnTo>
                  <a:pt x="112" y="607"/>
                </a:lnTo>
                <a:lnTo>
                  <a:pt x="111" y="607"/>
                </a:lnTo>
                <a:lnTo>
                  <a:pt x="110" y="607"/>
                </a:lnTo>
                <a:lnTo>
                  <a:pt x="109" y="608"/>
                </a:lnTo>
                <a:lnTo>
                  <a:pt x="109" y="607"/>
                </a:lnTo>
                <a:lnTo>
                  <a:pt x="108" y="607"/>
                </a:lnTo>
                <a:lnTo>
                  <a:pt x="108" y="606"/>
                </a:lnTo>
                <a:lnTo>
                  <a:pt x="107" y="605"/>
                </a:lnTo>
                <a:lnTo>
                  <a:pt x="105" y="604"/>
                </a:lnTo>
                <a:lnTo>
                  <a:pt x="103" y="604"/>
                </a:lnTo>
                <a:lnTo>
                  <a:pt x="102" y="604"/>
                </a:lnTo>
                <a:lnTo>
                  <a:pt x="101" y="604"/>
                </a:lnTo>
                <a:lnTo>
                  <a:pt x="100" y="603"/>
                </a:lnTo>
                <a:lnTo>
                  <a:pt x="99" y="603"/>
                </a:lnTo>
                <a:lnTo>
                  <a:pt x="98" y="603"/>
                </a:lnTo>
                <a:lnTo>
                  <a:pt x="97" y="603"/>
                </a:lnTo>
                <a:lnTo>
                  <a:pt x="95" y="601"/>
                </a:lnTo>
                <a:lnTo>
                  <a:pt x="94" y="599"/>
                </a:lnTo>
                <a:lnTo>
                  <a:pt x="93" y="598"/>
                </a:lnTo>
                <a:lnTo>
                  <a:pt x="92" y="598"/>
                </a:lnTo>
                <a:lnTo>
                  <a:pt x="91" y="597"/>
                </a:lnTo>
                <a:lnTo>
                  <a:pt x="90" y="597"/>
                </a:lnTo>
                <a:lnTo>
                  <a:pt x="89" y="595"/>
                </a:lnTo>
                <a:lnTo>
                  <a:pt x="88" y="594"/>
                </a:lnTo>
                <a:lnTo>
                  <a:pt x="87" y="593"/>
                </a:lnTo>
                <a:lnTo>
                  <a:pt x="87" y="592"/>
                </a:lnTo>
                <a:lnTo>
                  <a:pt x="87" y="591"/>
                </a:lnTo>
                <a:lnTo>
                  <a:pt x="88" y="587"/>
                </a:lnTo>
                <a:lnTo>
                  <a:pt x="88" y="586"/>
                </a:lnTo>
                <a:lnTo>
                  <a:pt x="87" y="585"/>
                </a:lnTo>
                <a:lnTo>
                  <a:pt x="86" y="584"/>
                </a:lnTo>
                <a:lnTo>
                  <a:pt x="86" y="583"/>
                </a:lnTo>
                <a:lnTo>
                  <a:pt x="86" y="582"/>
                </a:lnTo>
                <a:lnTo>
                  <a:pt x="85" y="582"/>
                </a:lnTo>
                <a:lnTo>
                  <a:pt x="85" y="580"/>
                </a:lnTo>
                <a:lnTo>
                  <a:pt x="85" y="579"/>
                </a:lnTo>
                <a:lnTo>
                  <a:pt x="84" y="579"/>
                </a:lnTo>
                <a:lnTo>
                  <a:pt x="84" y="578"/>
                </a:lnTo>
                <a:lnTo>
                  <a:pt x="83" y="576"/>
                </a:lnTo>
                <a:lnTo>
                  <a:pt x="82" y="575"/>
                </a:lnTo>
                <a:lnTo>
                  <a:pt x="81" y="574"/>
                </a:lnTo>
                <a:lnTo>
                  <a:pt x="80" y="574"/>
                </a:lnTo>
                <a:lnTo>
                  <a:pt x="80" y="573"/>
                </a:lnTo>
                <a:lnTo>
                  <a:pt x="79" y="573"/>
                </a:lnTo>
                <a:lnTo>
                  <a:pt x="79" y="571"/>
                </a:lnTo>
                <a:lnTo>
                  <a:pt x="79" y="570"/>
                </a:lnTo>
                <a:lnTo>
                  <a:pt x="78" y="570"/>
                </a:lnTo>
                <a:lnTo>
                  <a:pt x="77" y="570"/>
                </a:lnTo>
                <a:lnTo>
                  <a:pt x="77" y="571"/>
                </a:lnTo>
                <a:lnTo>
                  <a:pt x="76" y="571"/>
                </a:lnTo>
                <a:lnTo>
                  <a:pt x="73" y="571"/>
                </a:lnTo>
                <a:lnTo>
                  <a:pt x="72" y="570"/>
                </a:lnTo>
                <a:lnTo>
                  <a:pt x="71" y="570"/>
                </a:lnTo>
                <a:lnTo>
                  <a:pt x="71" y="569"/>
                </a:lnTo>
                <a:lnTo>
                  <a:pt x="70" y="569"/>
                </a:lnTo>
                <a:lnTo>
                  <a:pt x="69" y="568"/>
                </a:lnTo>
                <a:lnTo>
                  <a:pt x="69" y="567"/>
                </a:lnTo>
                <a:lnTo>
                  <a:pt x="69" y="566"/>
                </a:lnTo>
                <a:lnTo>
                  <a:pt x="68" y="565"/>
                </a:lnTo>
                <a:lnTo>
                  <a:pt x="67" y="563"/>
                </a:lnTo>
                <a:lnTo>
                  <a:pt x="66" y="563"/>
                </a:lnTo>
                <a:lnTo>
                  <a:pt x="65" y="563"/>
                </a:lnTo>
                <a:lnTo>
                  <a:pt x="64" y="563"/>
                </a:lnTo>
                <a:lnTo>
                  <a:pt x="63" y="562"/>
                </a:lnTo>
                <a:lnTo>
                  <a:pt x="62" y="562"/>
                </a:lnTo>
                <a:lnTo>
                  <a:pt x="61" y="562"/>
                </a:lnTo>
                <a:lnTo>
                  <a:pt x="60" y="561"/>
                </a:lnTo>
                <a:lnTo>
                  <a:pt x="60" y="560"/>
                </a:lnTo>
                <a:lnTo>
                  <a:pt x="59" y="560"/>
                </a:lnTo>
                <a:lnTo>
                  <a:pt x="58" y="560"/>
                </a:lnTo>
                <a:lnTo>
                  <a:pt x="57" y="560"/>
                </a:lnTo>
                <a:lnTo>
                  <a:pt x="55" y="561"/>
                </a:lnTo>
                <a:lnTo>
                  <a:pt x="53" y="561"/>
                </a:lnTo>
                <a:lnTo>
                  <a:pt x="52" y="561"/>
                </a:lnTo>
                <a:lnTo>
                  <a:pt x="51" y="561"/>
                </a:lnTo>
                <a:lnTo>
                  <a:pt x="50" y="561"/>
                </a:lnTo>
                <a:lnTo>
                  <a:pt x="50" y="560"/>
                </a:lnTo>
                <a:lnTo>
                  <a:pt x="50" y="559"/>
                </a:lnTo>
                <a:lnTo>
                  <a:pt x="50" y="557"/>
                </a:lnTo>
                <a:lnTo>
                  <a:pt x="49" y="557"/>
                </a:lnTo>
                <a:lnTo>
                  <a:pt x="48" y="557"/>
                </a:lnTo>
                <a:lnTo>
                  <a:pt x="48" y="556"/>
                </a:lnTo>
                <a:lnTo>
                  <a:pt x="47" y="555"/>
                </a:lnTo>
                <a:lnTo>
                  <a:pt x="46" y="555"/>
                </a:lnTo>
                <a:lnTo>
                  <a:pt x="46" y="554"/>
                </a:lnTo>
                <a:lnTo>
                  <a:pt x="45" y="553"/>
                </a:lnTo>
                <a:lnTo>
                  <a:pt x="46" y="551"/>
                </a:lnTo>
                <a:lnTo>
                  <a:pt x="47" y="550"/>
                </a:lnTo>
                <a:lnTo>
                  <a:pt x="48" y="550"/>
                </a:lnTo>
                <a:lnTo>
                  <a:pt x="48" y="549"/>
                </a:lnTo>
                <a:lnTo>
                  <a:pt x="49" y="549"/>
                </a:lnTo>
                <a:lnTo>
                  <a:pt x="50" y="549"/>
                </a:lnTo>
                <a:lnTo>
                  <a:pt x="52" y="549"/>
                </a:lnTo>
                <a:lnTo>
                  <a:pt x="52" y="548"/>
                </a:lnTo>
                <a:lnTo>
                  <a:pt x="51" y="547"/>
                </a:lnTo>
                <a:lnTo>
                  <a:pt x="51" y="546"/>
                </a:lnTo>
                <a:lnTo>
                  <a:pt x="51" y="545"/>
                </a:lnTo>
                <a:lnTo>
                  <a:pt x="52" y="545"/>
                </a:lnTo>
                <a:lnTo>
                  <a:pt x="53" y="545"/>
                </a:lnTo>
                <a:lnTo>
                  <a:pt x="54" y="543"/>
                </a:lnTo>
                <a:lnTo>
                  <a:pt x="55" y="541"/>
                </a:lnTo>
                <a:lnTo>
                  <a:pt x="56" y="541"/>
                </a:lnTo>
                <a:lnTo>
                  <a:pt x="57" y="541"/>
                </a:lnTo>
                <a:lnTo>
                  <a:pt x="57" y="542"/>
                </a:lnTo>
                <a:lnTo>
                  <a:pt x="58" y="542"/>
                </a:lnTo>
                <a:lnTo>
                  <a:pt x="58" y="541"/>
                </a:lnTo>
                <a:lnTo>
                  <a:pt x="59" y="541"/>
                </a:lnTo>
                <a:lnTo>
                  <a:pt x="60" y="540"/>
                </a:lnTo>
                <a:lnTo>
                  <a:pt x="60" y="539"/>
                </a:lnTo>
                <a:lnTo>
                  <a:pt x="59" y="539"/>
                </a:lnTo>
                <a:lnTo>
                  <a:pt x="59" y="538"/>
                </a:lnTo>
                <a:lnTo>
                  <a:pt x="59" y="537"/>
                </a:lnTo>
                <a:lnTo>
                  <a:pt x="58" y="537"/>
                </a:lnTo>
                <a:lnTo>
                  <a:pt x="59" y="537"/>
                </a:lnTo>
                <a:lnTo>
                  <a:pt x="58" y="536"/>
                </a:lnTo>
                <a:lnTo>
                  <a:pt x="57" y="536"/>
                </a:lnTo>
                <a:lnTo>
                  <a:pt x="56" y="536"/>
                </a:lnTo>
                <a:lnTo>
                  <a:pt x="56" y="535"/>
                </a:lnTo>
                <a:lnTo>
                  <a:pt x="55" y="534"/>
                </a:lnTo>
                <a:lnTo>
                  <a:pt x="55" y="533"/>
                </a:lnTo>
                <a:lnTo>
                  <a:pt x="55" y="532"/>
                </a:lnTo>
                <a:lnTo>
                  <a:pt x="54" y="531"/>
                </a:lnTo>
                <a:lnTo>
                  <a:pt x="54" y="530"/>
                </a:lnTo>
                <a:lnTo>
                  <a:pt x="54" y="529"/>
                </a:lnTo>
                <a:lnTo>
                  <a:pt x="53" y="529"/>
                </a:lnTo>
                <a:lnTo>
                  <a:pt x="52" y="528"/>
                </a:lnTo>
                <a:lnTo>
                  <a:pt x="52" y="527"/>
                </a:lnTo>
                <a:lnTo>
                  <a:pt x="52" y="526"/>
                </a:lnTo>
                <a:lnTo>
                  <a:pt x="51" y="526"/>
                </a:lnTo>
                <a:lnTo>
                  <a:pt x="50" y="526"/>
                </a:lnTo>
                <a:lnTo>
                  <a:pt x="50" y="525"/>
                </a:lnTo>
                <a:lnTo>
                  <a:pt x="51" y="525"/>
                </a:lnTo>
                <a:lnTo>
                  <a:pt x="51" y="524"/>
                </a:lnTo>
                <a:lnTo>
                  <a:pt x="50" y="523"/>
                </a:lnTo>
                <a:lnTo>
                  <a:pt x="50" y="522"/>
                </a:lnTo>
                <a:lnTo>
                  <a:pt x="49" y="522"/>
                </a:lnTo>
                <a:lnTo>
                  <a:pt x="48" y="522"/>
                </a:lnTo>
                <a:lnTo>
                  <a:pt x="48" y="523"/>
                </a:lnTo>
                <a:lnTo>
                  <a:pt x="48" y="524"/>
                </a:lnTo>
                <a:lnTo>
                  <a:pt x="48" y="525"/>
                </a:lnTo>
                <a:lnTo>
                  <a:pt x="47" y="525"/>
                </a:lnTo>
                <a:lnTo>
                  <a:pt x="46" y="525"/>
                </a:lnTo>
                <a:lnTo>
                  <a:pt x="44" y="525"/>
                </a:lnTo>
                <a:lnTo>
                  <a:pt x="43" y="525"/>
                </a:lnTo>
                <a:lnTo>
                  <a:pt x="43" y="524"/>
                </a:lnTo>
                <a:lnTo>
                  <a:pt x="44" y="523"/>
                </a:lnTo>
                <a:lnTo>
                  <a:pt x="44" y="522"/>
                </a:lnTo>
                <a:lnTo>
                  <a:pt x="44" y="520"/>
                </a:lnTo>
                <a:lnTo>
                  <a:pt x="44" y="519"/>
                </a:lnTo>
                <a:lnTo>
                  <a:pt x="44" y="518"/>
                </a:lnTo>
                <a:lnTo>
                  <a:pt x="44" y="517"/>
                </a:lnTo>
                <a:lnTo>
                  <a:pt x="44" y="516"/>
                </a:lnTo>
                <a:lnTo>
                  <a:pt x="44" y="515"/>
                </a:lnTo>
                <a:lnTo>
                  <a:pt x="44" y="513"/>
                </a:lnTo>
                <a:lnTo>
                  <a:pt x="44" y="512"/>
                </a:lnTo>
                <a:lnTo>
                  <a:pt x="44" y="511"/>
                </a:lnTo>
                <a:lnTo>
                  <a:pt x="44" y="510"/>
                </a:lnTo>
                <a:lnTo>
                  <a:pt x="43" y="510"/>
                </a:lnTo>
                <a:lnTo>
                  <a:pt x="43" y="509"/>
                </a:lnTo>
                <a:lnTo>
                  <a:pt x="44" y="508"/>
                </a:lnTo>
                <a:lnTo>
                  <a:pt x="45" y="508"/>
                </a:lnTo>
                <a:lnTo>
                  <a:pt x="46" y="507"/>
                </a:lnTo>
                <a:lnTo>
                  <a:pt x="47" y="506"/>
                </a:lnTo>
                <a:lnTo>
                  <a:pt x="48" y="504"/>
                </a:lnTo>
                <a:lnTo>
                  <a:pt x="48" y="503"/>
                </a:lnTo>
                <a:lnTo>
                  <a:pt x="49" y="502"/>
                </a:lnTo>
                <a:lnTo>
                  <a:pt x="49" y="500"/>
                </a:lnTo>
                <a:lnTo>
                  <a:pt x="50" y="500"/>
                </a:lnTo>
                <a:lnTo>
                  <a:pt x="51" y="498"/>
                </a:lnTo>
                <a:lnTo>
                  <a:pt x="51" y="497"/>
                </a:lnTo>
                <a:lnTo>
                  <a:pt x="51" y="496"/>
                </a:lnTo>
                <a:lnTo>
                  <a:pt x="50" y="495"/>
                </a:lnTo>
                <a:lnTo>
                  <a:pt x="49" y="494"/>
                </a:lnTo>
                <a:lnTo>
                  <a:pt x="48" y="493"/>
                </a:lnTo>
                <a:lnTo>
                  <a:pt x="47" y="493"/>
                </a:lnTo>
                <a:lnTo>
                  <a:pt x="46" y="493"/>
                </a:lnTo>
                <a:lnTo>
                  <a:pt x="45" y="493"/>
                </a:lnTo>
                <a:lnTo>
                  <a:pt x="43" y="493"/>
                </a:lnTo>
                <a:lnTo>
                  <a:pt x="42" y="493"/>
                </a:lnTo>
                <a:lnTo>
                  <a:pt x="42" y="492"/>
                </a:lnTo>
                <a:lnTo>
                  <a:pt x="42" y="491"/>
                </a:lnTo>
                <a:lnTo>
                  <a:pt x="40" y="490"/>
                </a:lnTo>
                <a:lnTo>
                  <a:pt x="39" y="490"/>
                </a:lnTo>
                <a:lnTo>
                  <a:pt x="39" y="491"/>
                </a:lnTo>
                <a:lnTo>
                  <a:pt x="37" y="490"/>
                </a:lnTo>
                <a:lnTo>
                  <a:pt x="36" y="489"/>
                </a:lnTo>
                <a:lnTo>
                  <a:pt x="36" y="488"/>
                </a:lnTo>
                <a:lnTo>
                  <a:pt x="36" y="487"/>
                </a:lnTo>
                <a:lnTo>
                  <a:pt x="35" y="486"/>
                </a:lnTo>
                <a:lnTo>
                  <a:pt x="34" y="485"/>
                </a:lnTo>
                <a:lnTo>
                  <a:pt x="33" y="485"/>
                </a:lnTo>
                <a:lnTo>
                  <a:pt x="31" y="485"/>
                </a:lnTo>
                <a:lnTo>
                  <a:pt x="30" y="485"/>
                </a:lnTo>
                <a:lnTo>
                  <a:pt x="29" y="486"/>
                </a:lnTo>
                <a:lnTo>
                  <a:pt x="28" y="486"/>
                </a:lnTo>
                <a:lnTo>
                  <a:pt x="28" y="485"/>
                </a:lnTo>
                <a:lnTo>
                  <a:pt x="27" y="484"/>
                </a:lnTo>
                <a:lnTo>
                  <a:pt x="25" y="483"/>
                </a:lnTo>
                <a:lnTo>
                  <a:pt x="24" y="483"/>
                </a:lnTo>
                <a:lnTo>
                  <a:pt x="24" y="482"/>
                </a:lnTo>
                <a:lnTo>
                  <a:pt x="22" y="482"/>
                </a:lnTo>
                <a:lnTo>
                  <a:pt x="21" y="482"/>
                </a:lnTo>
                <a:lnTo>
                  <a:pt x="19" y="481"/>
                </a:lnTo>
                <a:lnTo>
                  <a:pt x="17" y="481"/>
                </a:lnTo>
                <a:lnTo>
                  <a:pt x="16" y="481"/>
                </a:lnTo>
                <a:lnTo>
                  <a:pt x="16" y="479"/>
                </a:lnTo>
                <a:lnTo>
                  <a:pt x="17" y="479"/>
                </a:lnTo>
                <a:lnTo>
                  <a:pt x="17" y="478"/>
                </a:lnTo>
                <a:lnTo>
                  <a:pt x="15" y="475"/>
                </a:lnTo>
                <a:lnTo>
                  <a:pt x="14" y="474"/>
                </a:lnTo>
                <a:lnTo>
                  <a:pt x="14" y="472"/>
                </a:lnTo>
                <a:lnTo>
                  <a:pt x="14" y="471"/>
                </a:lnTo>
                <a:lnTo>
                  <a:pt x="15" y="471"/>
                </a:lnTo>
                <a:lnTo>
                  <a:pt x="16" y="471"/>
                </a:lnTo>
                <a:lnTo>
                  <a:pt x="17" y="471"/>
                </a:lnTo>
                <a:lnTo>
                  <a:pt x="18" y="471"/>
                </a:lnTo>
                <a:lnTo>
                  <a:pt x="19" y="470"/>
                </a:lnTo>
                <a:lnTo>
                  <a:pt x="19" y="469"/>
                </a:lnTo>
                <a:lnTo>
                  <a:pt x="20" y="468"/>
                </a:lnTo>
                <a:lnTo>
                  <a:pt x="21" y="466"/>
                </a:lnTo>
                <a:lnTo>
                  <a:pt x="21" y="465"/>
                </a:lnTo>
                <a:lnTo>
                  <a:pt x="22" y="464"/>
                </a:lnTo>
                <a:lnTo>
                  <a:pt x="22" y="465"/>
                </a:lnTo>
                <a:lnTo>
                  <a:pt x="24" y="465"/>
                </a:lnTo>
                <a:lnTo>
                  <a:pt x="25" y="464"/>
                </a:lnTo>
                <a:lnTo>
                  <a:pt x="26" y="464"/>
                </a:lnTo>
                <a:lnTo>
                  <a:pt x="26" y="462"/>
                </a:lnTo>
                <a:lnTo>
                  <a:pt x="27" y="460"/>
                </a:lnTo>
                <a:lnTo>
                  <a:pt x="26" y="460"/>
                </a:lnTo>
                <a:lnTo>
                  <a:pt x="26" y="459"/>
                </a:lnTo>
                <a:lnTo>
                  <a:pt x="25" y="458"/>
                </a:lnTo>
                <a:lnTo>
                  <a:pt x="24" y="458"/>
                </a:lnTo>
                <a:lnTo>
                  <a:pt x="24" y="457"/>
                </a:lnTo>
                <a:lnTo>
                  <a:pt x="23" y="457"/>
                </a:lnTo>
                <a:lnTo>
                  <a:pt x="23" y="456"/>
                </a:lnTo>
                <a:lnTo>
                  <a:pt x="23" y="455"/>
                </a:lnTo>
                <a:lnTo>
                  <a:pt x="23" y="454"/>
                </a:lnTo>
                <a:lnTo>
                  <a:pt x="22" y="453"/>
                </a:lnTo>
                <a:lnTo>
                  <a:pt x="21" y="452"/>
                </a:lnTo>
                <a:lnTo>
                  <a:pt x="21" y="451"/>
                </a:lnTo>
                <a:lnTo>
                  <a:pt x="21" y="450"/>
                </a:lnTo>
                <a:lnTo>
                  <a:pt x="21" y="449"/>
                </a:lnTo>
                <a:lnTo>
                  <a:pt x="21" y="448"/>
                </a:lnTo>
                <a:lnTo>
                  <a:pt x="21" y="447"/>
                </a:lnTo>
                <a:lnTo>
                  <a:pt x="21" y="446"/>
                </a:lnTo>
                <a:lnTo>
                  <a:pt x="20" y="446"/>
                </a:lnTo>
                <a:lnTo>
                  <a:pt x="19" y="446"/>
                </a:lnTo>
                <a:lnTo>
                  <a:pt x="19" y="447"/>
                </a:lnTo>
                <a:lnTo>
                  <a:pt x="18" y="447"/>
                </a:lnTo>
                <a:lnTo>
                  <a:pt x="18" y="448"/>
                </a:lnTo>
                <a:lnTo>
                  <a:pt x="17" y="448"/>
                </a:lnTo>
                <a:lnTo>
                  <a:pt x="16" y="448"/>
                </a:lnTo>
                <a:lnTo>
                  <a:pt x="15" y="447"/>
                </a:lnTo>
                <a:lnTo>
                  <a:pt x="13" y="447"/>
                </a:lnTo>
                <a:lnTo>
                  <a:pt x="12" y="446"/>
                </a:lnTo>
                <a:lnTo>
                  <a:pt x="12" y="445"/>
                </a:lnTo>
                <a:lnTo>
                  <a:pt x="11" y="445"/>
                </a:lnTo>
                <a:lnTo>
                  <a:pt x="10" y="444"/>
                </a:lnTo>
                <a:lnTo>
                  <a:pt x="9" y="444"/>
                </a:lnTo>
                <a:lnTo>
                  <a:pt x="9" y="443"/>
                </a:lnTo>
                <a:lnTo>
                  <a:pt x="10" y="443"/>
                </a:lnTo>
                <a:lnTo>
                  <a:pt x="8" y="442"/>
                </a:lnTo>
                <a:lnTo>
                  <a:pt x="8" y="441"/>
                </a:lnTo>
                <a:lnTo>
                  <a:pt x="8" y="440"/>
                </a:lnTo>
                <a:lnTo>
                  <a:pt x="8" y="439"/>
                </a:lnTo>
                <a:lnTo>
                  <a:pt x="7" y="438"/>
                </a:lnTo>
                <a:lnTo>
                  <a:pt x="7" y="437"/>
                </a:lnTo>
                <a:lnTo>
                  <a:pt x="6" y="436"/>
                </a:lnTo>
                <a:lnTo>
                  <a:pt x="6" y="435"/>
                </a:lnTo>
                <a:lnTo>
                  <a:pt x="5" y="434"/>
                </a:lnTo>
                <a:lnTo>
                  <a:pt x="4" y="433"/>
                </a:lnTo>
                <a:lnTo>
                  <a:pt x="4" y="432"/>
                </a:lnTo>
                <a:lnTo>
                  <a:pt x="4" y="431"/>
                </a:lnTo>
                <a:lnTo>
                  <a:pt x="3" y="429"/>
                </a:lnTo>
                <a:lnTo>
                  <a:pt x="3" y="430"/>
                </a:lnTo>
                <a:lnTo>
                  <a:pt x="2" y="430"/>
                </a:lnTo>
                <a:lnTo>
                  <a:pt x="2" y="429"/>
                </a:lnTo>
                <a:lnTo>
                  <a:pt x="1" y="426"/>
                </a:lnTo>
                <a:lnTo>
                  <a:pt x="1" y="425"/>
                </a:lnTo>
                <a:lnTo>
                  <a:pt x="1" y="424"/>
                </a:lnTo>
                <a:lnTo>
                  <a:pt x="0" y="422"/>
                </a:lnTo>
                <a:lnTo>
                  <a:pt x="0" y="421"/>
                </a:lnTo>
                <a:lnTo>
                  <a:pt x="1" y="420"/>
                </a:lnTo>
                <a:lnTo>
                  <a:pt x="2" y="419"/>
                </a:lnTo>
                <a:lnTo>
                  <a:pt x="3" y="418"/>
                </a:lnTo>
                <a:lnTo>
                  <a:pt x="3" y="417"/>
                </a:lnTo>
                <a:lnTo>
                  <a:pt x="4" y="417"/>
                </a:lnTo>
                <a:lnTo>
                  <a:pt x="5" y="417"/>
                </a:lnTo>
                <a:lnTo>
                  <a:pt x="7" y="417"/>
                </a:lnTo>
                <a:lnTo>
                  <a:pt x="7" y="416"/>
                </a:lnTo>
                <a:lnTo>
                  <a:pt x="7" y="415"/>
                </a:lnTo>
                <a:lnTo>
                  <a:pt x="6" y="415"/>
                </a:lnTo>
                <a:lnTo>
                  <a:pt x="5" y="415"/>
                </a:lnTo>
                <a:lnTo>
                  <a:pt x="3" y="415"/>
                </a:lnTo>
                <a:lnTo>
                  <a:pt x="1" y="415"/>
                </a:lnTo>
                <a:lnTo>
                  <a:pt x="1" y="414"/>
                </a:lnTo>
                <a:lnTo>
                  <a:pt x="0" y="414"/>
                </a:lnTo>
                <a:lnTo>
                  <a:pt x="1" y="414"/>
                </a:lnTo>
                <a:lnTo>
                  <a:pt x="1" y="413"/>
                </a:lnTo>
                <a:lnTo>
                  <a:pt x="2" y="412"/>
                </a:lnTo>
                <a:lnTo>
                  <a:pt x="1" y="410"/>
                </a:lnTo>
                <a:lnTo>
                  <a:pt x="2" y="409"/>
                </a:lnTo>
                <a:lnTo>
                  <a:pt x="2" y="408"/>
                </a:lnTo>
                <a:lnTo>
                  <a:pt x="3" y="408"/>
                </a:lnTo>
                <a:lnTo>
                  <a:pt x="3" y="407"/>
                </a:lnTo>
                <a:lnTo>
                  <a:pt x="4" y="407"/>
                </a:lnTo>
                <a:lnTo>
                  <a:pt x="4" y="408"/>
                </a:lnTo>
                <a:lnTo>
                  <a:pt x="5" y="408"/>
                </a:lnTo>
                <a:lnTo>
                  <a:pt x="6" y="409"/>
                </a:lnTo>
                <a:lnTo>
                  <a:pt x="7" y="409"/>
                </a:lnTo>
                <a:lnTo>
                  <a:pt x="10" y="409"/>
                </a:lnTo>
                <a:lnTo>
                  <a:pt x="11" y="409"/>
                </a:lnTo>
                <a:lnTo>
                  <a:pt x="11" y="408"/>
                </a:lnTo>
                <a:lnTo>
                  <a:pt x="12" y="408"/>
                </a:lnTo>
                <a:lnTo>
                  <a:pt x="13" y="407"/>
                </a:lnTo>
                <a:lnTo>
                  <a:pt x="14" y="406"/>
                </a:lnTo>
                <a:lnTo>
                  <a:pt x="15" y="406"/>
                </a:lnTo>
                <a:lnTo>
                  <a:pt x="15" y="405"/>
                </a:lnTo>
                <a:lnTo>
                  <a:pt x="16" y="404"/>
                </a:lnTo>
                <a:lnTo>
                  <a:pt x="16" y="403"/>
                </a:lnTo>
                <a:lnTo>
                  <a:pt x="17" y="403"/>
                </a:lnTo>
                <a:lnTo>
                  <a:pt x="18" y="403"/>
                </a:lnTo>
                <a:lnTo>
                  <a:pt x="19" y="403"/>
                </a:lnTo>
                <a:lnTo>
                  <a:pt x="19" y="404"/>
                </a:lnTo>
                <a:lnTo>
                  <a:pt x="20" y="404"/>
                </a:lnTo>
                <a:lnTo>
                  <a:pt x="21" y="404"/>
                </a:lnTo>
                <a:lnTo>
                  <a:pt x="21" y="405"/>
                </a:lnTo>
                <a:lnTo>
                  <a:pt x="22" y="405"/>
                </a:lnTo>
                <a:lnTo>
                  <a:pt x="22" y="406"/>
                </a:lnTo>
                <a:lnTo>
                  <a:pt x="23" y="406"/>
                </a:lnTo>
                <a:lnTo>
                  <a:pt x="24" y="406"/>
                </a:lnTo>
                <a:lnTo>
                  <a:pt x="24" y="407"/>
                </a:lnTo>
                <a:lnTo>
                  <a:pt x="25" y="407"/>
                </a:lnTo>
                <a:lnTo>
                  <a:pt x="25" y="408"/>
                </a:lnTo>
                <a:lnTo>
                  <a:pt x="26" y="408"/>
                </a:lnTo>
                <a:lnTo>
                  <a:pt x="27" y="408"/>
                </a:lnTo>
                <a:lnTo>
                  <a:pt x="27" y="409"/>
                </a:lnTo>
                <a:lnTo>
                  <a:pt x="28" y="409"/>
                </a:lnTo>
                <a:lnTo>
                  <a:pt x="28" y="410"/>
                </a:lnTo>
                <a:lnTo>
                  <a:pt x="30" y="410"/>
                </a:lnTo>
                <a:lnTo>
                  <a:pt x="30" y="409"/>
                </a:lnTo>
                <a:lnTo>
                  <a:pt x="31" y="409"/>
                </a:lnTo>
                <a:lnTo>
                  <a:pt x="32" y="409"/>
                </a:lnTo>
                <a:lnTo>
                  <a:pt x="32" y="408"/>
                </a:lnTo>
                <a:lnTo>
                  <a:pt x="33" y="408"/>
                </a:lnTo>
                <a:lnTo>
                  <a:pt x="34" y="408"/>
                </a:lnTo>
                <a:lnTo>
                  <a:pt x="35" y="408"/>
                </a:lnTo>
                <a:lnTo>
                  <a:pt x="35" y="407"/>
                </a:lnTo>
                <a:lnTo>
                  <a:pt x="36" y="407"/>
                </a:lnTo>
                <a:lnTo>
                  <a:pt x="37" y="407"/>
                </a:lnTo>
                <a:lnTo>
                  <a:pt x="37" y="406"/>
                </a:lnTo>
                <a:lnTo>
                  <a:pt x="38" y="406"/>
                </a:lnTo>
                <a:lnTo>
                  <a:pt x="38" y="405"/>
                </a:lnTo>
                <a:lnTo>
                  <a:pt x="39" y="405"/>
                </a:lnTo>
                <a:lnTo>
                  <a:pt x="39" y="404"/>
                </a:lnTo>
                <a:lnTo>
                  <a:pt x="40" y="404"/>
                </a:lnTo>
                <a:lnTo>
                  <a:pt x="40" y="403"/>
                </a:lnTo>
                <a:lnTo>
                  <a:pt x="41" y="403"/>
                </a:lnTo>
                <a:lnTo>
                  <a:pt x="42" y="403"/>
                </a:lnTo>
                <a:lnTo>
                  <a:pt x="42" y="404"/>
                </a:lnTo>
                <a:lnTo>
                  <a:pt x="43" y="404"/>
                </a:lnTo>
                <a:lnTo>
                  <a:pt x="44" y="404"/>
                </a:lnTo>
                <a:lnTo>
                  <a:pt x="44" y="405"/>
                </a:lnTo>
                <a:lnTo>
                  <a:pt x="45" y="405"/>
                </a:lnTo>
                <a:lnTo>
                  <a:pt x="46" y="405"/>
                </a:lnTo>
                <a:lnTo>
                  <a:pt x="47" y="406"/>
                </a:lnTo>
                <a:lnTo>
                  <a:pt x="48" y="406"/>
                </a:lnTo>
                <a:lnTo>
                  <a:pt x="48" y="407"/>
                </a:lnTo>
                <a:lnTo>
                  <a:pt x="49" y="407"/>
                </a:lnTo>
                <a:lnTo>
                  <a:pt x="50" y="407"/>
                </a:lnTo>
                <a:lnTo>
                  <a:pt x="51" y="407"/>
                </a:lnTo>
                <a:lnTo>
                  <a:pt x="52" y="407"/>
                </a:lnTo>
                <a:lnTo>
                  <a:pt x="52" y="406"/>
                </a:lnTo>
                <a:lnTo>
                  <a:pt x="53" y="406"/>
                </a:lnTo>
                <a:lnTo>
                  <a:pt x="53" y="405"/>
                </a:lnTo>
                <a:lnTo>
                  <a:pt x="53" y="404"/>
                </a:lnTo>
                <a:lnTo>
                  <a:pt x="53" y="403"/>
                </a:lnTo>
                <a:lnTo>
                  <a:pt x="54" y="403"/>
                </a:lnTo>
                <a:lnTo>
                  <a:pt x="54" y="402"/>
                </a:lnTo>
                <a:lnTo>
                  <a:pt x="55" y="402"/>
                </a:lnTo>
                <a:lnTo>
                  <a:pt x="55" y="403"/>
                </a:lnTo>
                <a:lnTo>
                  <a:pt x="56" y="403"/>
                </a:lnTo>
                <a:lnTo>
                  <a:pt x="56" y="404"/>
                </a:lnTo>
                <a:lnTo>
                  <a:pt x="57" y="404"/>
                </a:lnTo>
                <a:lnTo>
                  <a:pt x="57" y="403"/>
                </a:lnTo>
                <a:lnTo>
                  <a:pt x="58" y="403"/>
                </a:lnTo>
                <a:lnTo>
                  <a:pt x="58" y="402"/>
                </a:lnTo>
                <a:lnTo>
                  <a:pt x="58" y="401"/>
                </a:lnTo>
                <a:lnTo>
                  <a:pt x="58" y="400"/>
                </a:lnTo>
                <a:lnTo>
                  <a:pt x="58" y="399"/>
                </a:lnTo>
                <a:lnTo>
                  <a:pt x="59" y="399"/>
                </a:lnTo>
                <a:lnTo>
                  <a:pt x="59" y="398"/>
                </a:lnTo>
                <a:lnTo>
                  <a:pt x="60" y="398"/>
                </a:lnTo>
                <a:lnTo>
                  <a:pt x="60" y="397"/>
                </a:lnTo>
                <a:lnTo>
                  <a:pt x="61" y="397"/>
                </a:lnTo>
                <a:lnTo>
                  <a:pt x="62" y="396"/>
                </a:lnTo>
                <a:lnTo>
                  <a:pt x="62" y="395"/>
                </a:lnTo>
                <a:lnTo>
                  <a:pt x="63" y="394"/>
                </a:lnTo>
                <a:lnTo>
                  <a:pt x="63" y="393"/>
                </a:lnTo>
                <a:lnTo>
                  <a:pt x="64" y="393"/>
                </a:lnTo>
                <a:lnTo>
                  <a:pt x="69" y="393"/>
                </a:lnTo>
                <a:lnTo>
                  <a:pt x="70" y="393"/>
                </a:lnTo>
                <a:lnTo>
                  <a:pt x="71" y="394"/>
                </a:lnTo>
                <a:lnTo>
                  <a:pt x="72" y="394"/>
                </a:lnTo>
                <a:lnTo>
                  <a:pt x="73" y="396"/>
                </a:lnTo>
                <a:lnTo>
                  <a:pt x="73" y="397"/>
                </a:lnTo>
                <a:lnTo>
                  <a:pt x="74" y="399"/>
                </a:lnTo>
                <a:lnTo>
                  <a:pt x="75" y="400"/>
                </a:lnTo>
                <a:lnTo>
                  <a:pt x="76" y="400"/>
                </a:lnTo>
                <a:lnTo>
                  <a:pt x="77" y="400"/>
                </a:lnTo>
                <a:lnTo>
                  <a:pt x="78" y="399"/>
                </a:lnTo>
                <a:lnTo>
                  <a:pt x="79" y="398"/>
                </a:lnTo>
                <a:lnTo>
                  <a:pt x="79" y="396"/>
                </a:lnTo>
                <a:lnTo>
                  <a:pt x="80" y="395"/>
                </a:lnTo>
                <a:lnTo>
                  <a:pt x="81" y="395"/>
                </a:lnTo>
                <a:lnTo>
                  <a:pt x="83" y="395"/>
                </a:lnTo>
                <a:lnTo>
                  <a:pt x="85" y="394"/>
                </a:lnTo>
                <a:lnTo>
                  <a:pt x="87" y="392"/>
                </a:lnTo>
                <a:lnTo>
                  <a:pt x="88" y="390"/>
                </a:lnTo>
                <a:lnTo>
                  <a:pt x="88" y="389"/>
                </a:lnTo>
                <a:lnTo>
                  <a:pt x="89" y="386"/>
                </a:lnTo>
                <a:lnTo>
                  <a:pt x="89" y="385"/>
                </a:lnTo>
                <a:lnTo>
                  <a:pt x="89" y="384"/>
                </a:lnTo>
                <a:lnTo>
                  <a:pt x="89" y="383"/>
                </a:lnTo>
                <a:lnTo>
                  <a:pt x="89" y="381"/>
                </a:lnTo>
                <a:lnTo>
                  <a:pt x="90" y="380"/>
                </a:lnTo>
                <a:lnTo>
                  <a:pt x="90" y="379"/>
                </a:lnTo>
                <a:lnTo>
                  <a:pt x="91" y="378"/>
                </a:lnTo>
                <a:lnTo>
                  <a:pt x="91" y="377"/>
                </a:lnTo>
                <a:lnTo>
                  <a:pt x="90" y="377"/>
                </a:lnTo>
                <a:lnTo>
                  <a:pt x="90" y="376"/>
                </a:lnTo>
                <a:lnTo>
                  <a:pt x="91" y="376"/>
                </a:lnTo>
                <a:lnTo>
                  <a:pt x="91" y="375"/>
                </a:lnTo>
                <a:lnTo>
                  <a:pt x="92" y="375"/>
                </a:lnTo>
                <a:lnTo>
                  <a:pt x="93" y="375"/>
                </a:lnTo>
                <a:lnTo>
                  <a:pt x="94" y="376"/>
                </a:lnTo>
                <a:lnTo>
                  <a:pt x="95" y="376"/>
                </a:lnTo>
                <a:lnTo>
                  <a:pt x="96" y="377"/>
                </a:lnTo>
                <a:lnTo>
                  <a:pt x="97" y="378"/>
                </a:lnTo>
                <a:lnTo>
                  <a:pt x="98" y="379"/>
                </a:lnTo>
                <a:lnTo>
                  <a:pt x="98" y="380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0" y="380"/>
                </a:lnTo>
                <a:lnTo>
                  <a:pt x="101" y="379"/>
                </a:lnTo>
                <a:lnTo>
                  <a:pt x="102" y="378"/>
                </a:lnTo>
                <a:lnTo>
                  <a:pt x="103" y="377"/>
                </a:lnTo>
                <a:lnTo>
                  <a:pt x="104" y="377"/>
                </a:lnTo>
                <a:lnTo>
                  <a:pt x="104" y="376"/>
                </a:lnTo>
                <a:lnTo>
                  <a:pt x="106" y="374"/>
                </a:lnTo>
                <a:lnTo>
                  <a:pt x="108" y="373"/>
                </a:lnTo>
                <a:lnTo>
                  <a:pt x="109" y="372"/>
                </a:lnTo>
                <a:lnTo>
                  <a:pt x="111" y="371"/>
                </a:lnTo>
                <a:lnTo>
                  <a:pt x="112" y="370"/>
                </a:lnTo>
                <a:lnTo>
                  <a:pt x="113" y="370"/>
                </a:lnTo>
                <a:lnTo>
                  <a:pt x="114" y="370"/>
                </a:lnTo>
                <a:lnTo>
                  <a:pt x="114" y="369"/>
                </a:lnTo>
                <a:lnTo>
                  <a:pt x="115" y="369"/>
                </a:lnTo>
                <a:lnTo>
                  <a:pt x="116" y="369"/>
                </a:lnTo>
                <a:lnTo>
                  <a:pt x="117" y="369"/>
                </a:lnTo>
                <a:lnTo>
                  <a:pt x="119" y="369"/>
                </a:lnTo>
                <a:lnTo>
                  <a:pt x="120" y="369"/>
                </a:lnTo>
                <a:lnTo>
                  <a:pt x="120" y="368"/>
                </a:lnTo>
                <a:lnTo>
                  <a:pt x="121" y="368"/>
                </a:lnTo>
                <a:lnTo>
                  <a:pt x="122" y="368"/>
                </a:lnTo>
                <a:lnTo>
                  <a:pt x="123" y="368"/>
                </a:lnTo>
                <a:lnTo>
                  <a:pt x="123" y="367"/>
                </a:lnTo>
                <a:lnTo>
                  <a:pt x="124" y="367"/>
                </a:lnTo>
                <a:lnTo>
                  <a:pt x="124" y="365"/>
                </a:lnTo>
                <a:lnTo>
                  <a:pt x="124" y="364"/>
                </a:lnTo>
                <a:lnTo>
                  <a:pt x="125" y="363"/>
                </a:lnTo>
                <a:lnTo>
                  <a:pt x="125" y="362"/>
                </a:lnTo>
                <a:lnTo>
                  <a:pt x="125" y="361"/>
                </a:lnTo>
                <a:lnTo>
                  <a:pt x="125" y="360"/>
                </a:lnTo>
                <a:lnTo>
                  <a:pt x="127" y="357"/>
                </a:lnTo>
                <a:lnTo>
                  <a:pt x="127" y="356"/>
                </a:lnTo>
                <a:lnTo>
                  <a:pt x="128" y="356"/>
                </a:lnTo>
                <a:lnTo>
                  <a:pt x="129" y="355"/>
                </a:lnTo>
                <a:lnTo>
                  <a:pt x="130" y="355"/>
                </a:lnTo>
                <a:lnTo>
                  <a:pt x="130" y="356"/>
                </a:lnTo>
                <a:lnTo>
                  <a:pt x="131" y="356"/>
                </a:lnTo>
                <a:lnTo>
                  <a:pt x="131" y="357"/>
                </a:lnTo>
                <a:lnTo>
                  <a:pt x="132" y="358"/>
                </a:lnTo>
                <a:lnTo>
                  <a:pt x="133" y="358"/>
                </a:lnTo>
                <a:lnTo>
                  <a:pt x="134" y="358"/>
                </a:lnTo>
                <a:lnTo>
                  <a:pt x="135" y="358"/>
                </a:lnTo>
                <a:lnTo>
                  <a:pt x="136" y="358"/>
                </a:lnTo>
                <a:lnTo>
                  <a:pt x="137" y="358"/>
                </a:lnTo>
                <a:lnTo>
                  <a:pt x="138" y="358"/>
                </a:lnTo>
                <a:lnTo>
                  <a:pt x="138" y="359"/>
                </a:lnTo>
                <a:lnTo>
                  <a:pt x="139" y="359"/>
                </a:lnTo>
                <a:lnTo>
                  <a:pt x="139" y="360"/>
                </a:lnTo>
                <a:lnTo>
                  <a:pt x="140" y="360"/>
                </a:lnTo>
                <a:lnTo>
                  <a:pt x="141" y="360"/>
                </a:lnTo>
                <a:lnTo>
                  <a:pt x="142" y="360"/>
                </a:lnTo>
                <a:lnTo>
                  <a:pt x="142" y="359"/>
                </a:lnTo>
                <a:lnTo>
                  <a:pt x="143" y="358"/>
                </a:lnTo>
                <a:lnTo>
                  <a:pt x="143" y="357"/>
                </a:lnTo>
                <a:lnTo>
                  <a:pt x="143" y="356"/>
                </a:lnTo>
                <a:lnTo>
                  <a:pt x="143" y="355"/>
                </a:lnTo>
                <a:lnTo>
                  <a:pt x="144" y="354"/>
                </a:lnTo>
                <a:lnTo>
                  <a:pt x="144" y="353"/>
                </a:lnTo>
                <a:lnTo>
                  <a:pt x="145" y="353"/>
                </a:lnTo>
                <a:lnTo>
                  <a:pt x="146" y="353"/>
                </a:lnTo>
                <a:lnTo>
                  <a:pt x="146" y="354"/>
                </a:lnTo>
                <a:lnTo>
                  <a:pt x="147" y="354"/>
                </a:lnTo>
                <a:lnTo>
                  <a:pt x="148" y="355"/>
                </a:lnTo>
                <a:lnTo>
                  <a:pt x="149" y="355"/>
                </a:lnTo>
                <a:lnTo>
                  <a:pt x="150" y="356"/>
                </a:lnTo>
                <a:lnTo>
                  <a:pt x="151" y="356"/>
                </a:lnTo>
                <a:lnTo>
                  <a:pt x="151" y="355"/>
                </a:lnTo>
                <a:lnTo>
                  <a:pt x="153" y="354"/>
                </a:lnTo>
                <a:lnTo>
                  <a:pt x="155" y="353"/>
                </a:lnTo>
                <a:lnTo>
                  <a:pt x="156" y="352"/>
                </a:lnTo>
                <a:lnTo>
                  <a:pt x="157" y="351"/>
                </a:lnTo>
                <a:lnTo>
                  <a:pt x="158" y="350"/>
                </a:lnTo>
                <a:lnTo>
                  <a:pt x="159" y="350"/>
                </a:lnTo>
                <a:lnTo>
                  <a:pt x="160" y="350"/>
                </a:lnTo>
                <a:lnTo>
                  <a:pt x="160" y="351"/>
                </a:lnTo>
                <a:lnTo>
                  <a:pt x="161" y="352"/>
                </a:lnTo>
                <a:lnTo>
                  <a:pt x="162" y="352"/>
                </a:lnTo>
                <a:lnTo>
                  <a:pt x="163" y="352"/>
                </a:lnTo>
                <a:lnTo>
                  <a:pt x="164" y="352"/>
                </a:lnTo>
                <a:lnTo>
                  <a:pt x="166" y="353"/>
                </a:lnTo>
                <a:lnTo>
                  <a:pt x="167" y="353"/>
                </a:lnTo>
                <a:lnTo>
                  <a:pt x="168" y="353"/>
                </a:lnTo>
                <a:lnTo>
                  <a:pt x="169" y="353"/>
                </a:lnTo>
                <a:lnTo>
                  <a:pt x="169" y="352"/>
                </a:lnTo>
                <a:lnTo>
                  <a:pt x="170" y="351"/>
                </a:lnTo>
                <a:lnTo>
                  <a:pt x="171" y="350"/>
                </a:lnTo>
                <a:lnTo>
                  <a:pt x="172" y="350"/>
                </a:lnTo>
                <a:lnTo>
                  <a:pt x="173" y="350"/>
                </a:lnTo>
                <a:lnTo>
                  <a:pt x="174" y="349"/>
                </a:lnTo>
                <a:lnTo>
                  <a:pt x="174" y="348"/>
                </a:lnTo>
                <a:lnTo>
                  <a:pt x="175" y="348"/>
                </a:lnTo>
                <a:lnTo>
                  <a:pt x="177" y="348"/>
                </a:lnTo>
                <a:lnTo>
                  <a:pt x="178" y="349"/>
                </a:lnTo>
                <a:lnTo>
                  <a:pt x="178" y="350"/>
                </a:lnTo>
                <a:lnTo>
                  <a:pt x="179" y="350"/>
                </a:lnTo>
                <a:lnTo>
                  <a:pt x="181" y="350"/>
                </a:lnTo>
                <a:lnTo>
                  <a:pt x="182" y="350"/>
                </a:lnTo>
                <a:lnTo>
                  <a:pt x="184" y="349"/>
                </a:lnTo>
                <a:lnTo>
                  <a:pt x="185" y="349"/>
                </a:lnTo>
                <a:lnTo>
                  <a:pt x="186" y="348"/>
                </a:lnTo>
                <a:lnTo>
                  <a:pt x="186" y="347"/>
                </a:lnTo>
                <a:lnTo>
                  <a:pt x="188" y="345"/>
                </a:lnTo>
                <a:lnTo>
                  <a:pt x="189" y="345"/>
                </a:lnTo>
                <a:lnTo>
                  <a:pt x="189" y="344"/>
                </a:lnTo>
                <a:lnTo>
                  <a:pt x="191" y="344"/>
                </a:lnTo>
                <a:lnTo>
                  <a:pt x="192" y="343"/>
                </a:lnTo>
                <a:lnTo>
                  <a:pt x="193" y="343"/>
                </a:lnTo>
                <a:lnTo>
                  <a:pt x="193" y="344"/>
                </a:lnTo>
                <a:lnTo>
                  <a:pt x="194" y="344"/>
                </a:lnTo>
                <a:lnTo>
                  <a:pt x="194" y="345"/>
                </a:lnTo>
                <a:lnTo>
                  <a:pt x="195" y="345"/>
                </a:lnTo>
                <a:lnTo>
                  <a:pt x="196" y="345"/>
                </a:lnTo>
                <a:lnTo>
                  <a:pt x="198" y="343"/>
                </a:lnTo>
                <a:lnTo>
                  <a:pt x="199" y="342"/>
                </a:lnTo>
                <a:lnTo>
                  <a:pt x="199" y="341"/>
                </a:lnTo>
                <a:lnTo>
                  <a:pt x="199" y="340"/>
                </a:lnTo>
                <a:lnTo>
                  <a:pt x="199" y="338"/>
                </a:lnTo>
                <a:lnTo>
                  <a:pt x="199" y="337"/>
                </a:lnTo>
                <a:lnTo>
                  <a:pt x="199" y="336"/>
                </a:lnTo>
                <a:lnTo>
                  <a:pt x="200" y="336"/>
                </a:lnTo>
                <a:lnTo>
                  <a:pt x="201" y="335"/>
                </a:lnTo>
                <a:lnTo>
                  <a:pt x="203" y="335"/>
                </a:lnTo>
                <a:lnTo>
                  <a:pt x="203" y="334"/>
                </a:lnTo>
                <a:lnTo>
                  <a:pt x="204" y="332"/>
                </a:lnTo>
                <a:lnTo>
                  <a:pt x="204" y="331"/>
                </a:lnTo>
                <a:lnTo>
                  <a:pt x="204" y="329"/>
                </a:lnTo>
                <a:lnTo>
                  <a:pt x="205" y="328"/>
                </a:lnTo>
                <a:lnTo>
                  <a:pt x="205" y="327"/>
                </a:lnTo>
                <a:lnTo>
                  <a:pt x="206" y="327"/>
                </a:lnTo>
                <a:lnTo>
                  <a:pt x="206" y="326"/>
                </a:lnTo>
                <a:lnTo>
                  <a:pt x="207" y="325"/>
                </a:lnTo>
                <a:lnTo>
                  <a:pt x="208" y="325"/>
                </a:lnTo>
                <a:lnTo>
                  <a:pt x="208" y="324"/>
                </a:lnTo>
                <a:lnTo>
                  <a:pt x="210" y="324"/>
                </a:lnTo>
                <a:lnTo>
                  <a:pt x="211" y="324"/>
                </a:lnTo>
                <a:lnTo>
                  <a:pt x="212" y="323"/>
                </a:lnTo>
                <a:lnTo>
                  <a:pt x="213" y="322"/>
                </a:lnTo>
                <a:lnTo>
                  <a:pt x="213" y="321"/>
                </a:lnTo>
                <a:lnTo>
                  <a:pt x="212" y="318"/>
                </a:lnTo>
                <a:lnTo>
                  <a:pt x="212" y="317"/>
                </a:lnTo>
                <a:lnTo>
                  <a:pt x="211" y="317"/>
                </a:lnTo>
                <a:lnTo>
                  <a:pt x="211" y="316"/>
                </a:lnTo>
                <a:lnTo>
                  <a:pt x="210" y="316"/>
                </a:lnTo>
                <a:lnTo>
                  <a:pt x="210" y="315"/>
                </a:lnTo>
                <a:lnTo>
                  <a:pt x="210" y="314"/>
                </a:lnTo>
                <a:lnTo>
                  <a:pt x="211" y="314"/>
                </a:lnTo>
                <a:lnTo>
                  <a:pt x="212" y="314"/>
                </a:lnTo>
                <a:lnTo>
                  <a:pt x="213" y="314"/>
                </a:lnTo>
                <a:lnTo>
                  <a:pt x="214" y="313"/>
                </a:lnTo>
                <a:lnTo>
                  <a:pt x="214" y="312"/>
                </a:lnTo>
                <a:lnTo>
                  <a:pt x="215" y="312"/>
                </a:lnTo>
                <a:lnTo>
                  <a:pt x="217" y="311"/>
                </a:lnTo>
                <a:lnTo>
                  <a:pt x="218" y="311"/>
                </a:lnTo>
                <a:lnTo>
                  <a:pt x="219" y="310"/>
                </a:lnTo>
                <a:lnTo>
                  <a:pt x="220" y="310"/>
                </a:lnTo>
                <a:lnTo>
                  <a:pt x="221" y="310"/>
                </a:lnTo>
                <a:lnTo>
                  <a:pt x="222" y="310"/>
                </a:lnTo>
                <a:lnTo>
                  <a:pt x="222" y="309"/>
                </a:lnTo>
                <a:lnTo>
                  <a:pt x="222" y="308"/>
                </a:lnTo>
                <a:lnTo>
                  <a:pt x="223" y="307"/>
                </a:lnTo>
                <a:lnTo>
                  <a:pt x="224" y="307"/>
                </a:lnTo>
                <a:lnTo>
                  <a:pt x="225" y="307"/>
                </a:lnTo>
                <a:lnTo>
                  <a:pt x="226" y="307"/>
                </a:lnTo>
                <a:lnTo>
                  <a:pt x="227" y="307"/>
                </a:lnTo>
                <a:lnTo>
                  <a:pt x="227" y="306"/>
                </a:lnTo>
                <a:lnTo>
                  <a:pt x="228" y="306"/>
                </a:lnTo>
                <a:lnTo>
                  <a:pt x="228" y="305"/>
                </a:lnTo>
                <a:lnTo>
                  <a:pt x="228" y="304"/>
                </a:lnTo>
                <a:lnTo>
                  <a:pt x="229" y="304"/>
                </a:lnTo>
                <a:lnTo>
                  <a:pt x="229" y="305"/>
                </a:lnTo>
                <a:lnTo>
                  <a:pt x="230" y="305"/>
                </a:lnTo>
                <a:lnTo>
                  <a:pt x="231" y="305"/>
                </a:lnTo>
                <a:lnTo>
                  <a:pt x="231" y="304"/>
                </a:lnTo>
                <a:lnTo>
                  <a:pt x="232" y="304"/>
                </a:lnTo>
                <a:lnTo>
                  <a:pt x="232" y="303"/>
                </a:lnTo>
                <a:lnTo>
                  <a:pt x="233" y="303"/>
                </a:lnTo>
                <a:lnTo>
                  <a:pt x="233" y="302"/>
                </a:lnTo>
                <a:lnTo>
                  <a:pt x="233" y="300"/>
                </a:lnTo>
                <a:lnTo>
                  <a:pt x="233" y="299"/>
                </a:lnTo>
                <a:lnTo>
                  <a:pt x="233" y="298"/>
                </a:lnTo>
                <a:lnTo>
                  <a:pt x="232" y="297"/>
                </a:lnTo>
                <a:lnTo>
                  <a:pt x="233" y="296"/>
                </a:lnTo>
                <a:lnTo>
                  <a:pt x="234" y="296"/>
                </a:lnTo>
                <a:lnTo>
                  <a:pt x="236" y="295"/>
                </a:lnTo>
                <a:lnTo>
                  <a:pt x="237" y="295"/>
                </a:lnTo>
                <a:lnTo>
                  <a:pt x="239" y="295"/>
                </a:lnTo>
                <a:lnTo>
                  <a:pt x="240" y="294"/>
                </a:lnTo>
                <a:lnTo>
                  <a:pt x="241" y="294"/>
                </a:lnTo>
                <a:lnTo>
                  <a:pt x="242" y="294"/>
                </a:lnTo>
                <a:lnTo>
                  <a:pt x="243" y="294"/>
                </a:lnTo>
                <a:lnTo>
                  <a:pt x="244" y="295"/>
                </a:lnTo>
                <a:lnTo>
                  <a:pt x="245" y="295"/>
                </a:lnTo>
                <a:lnTo>
                  <a:pt x="246" y="294"/>
                </a:lnTo>
                <a:lnTo>
                  <a:pt x="246" y="293"/>
                </a:lnTo>
                <a:lnTo>
                  <a:pt x="247" y="292"/>
                </a:lnTo>
                <a:lnTo>
                  <a:pt x="248" y="293"/>
                </a:lnTo>
                <a:lnTo>
                  <a:pt x="249" y="294"/>
                </a:lnTo>
                <a:lnTo>
                  <a:pt x="250" y="294"/>
                </a:lnTo>
                <a:lnTo>
                  <a:pt x="251" y="293"/>
                </a:lnTo>
                <a:lnTo>
                  <a:pt x="251" y="292"/>
                </a:lnTo>
                <a:lnTo>
                  <a:pt x="252" y="292"/>
                </a:lnTo>
                <a:lnTo>
                  <a:pt x="256" y="292"/>
                </a:lnTo>
                <a:lnTo>
                  <a:pt x="257" y="292"/>
                </a:lnTo>
                <a:lnTo>
                  <a:pt x="258" y="292"/>
                </a:lnTo>
                <a:lnTo>
                  <a:pt x="258" y="293"/>
                </a:lnTo>
                <a:lnTo>
                  <a:pt x="259" y="293"/>
                </a:lnTo>
                <a:lnTo>
                  <a:pt x="259" y="294"/>
                </a:lnTo>
                <a:lnTo>
                  <a:pt x="260" y="294"/>
                </a:lnTo>
                <a:lnTo>
                  <a:pt x="261" y="294"/>
                </a:lnTo>
                <a:lnTo>
                  <a:pt x="262" y="294"/>
                </a:lnTo>
                <a:lnTo>
                  <a:pt x="263" y="294"/>
                </a:lnTo>
                <a:lnTo>
                  <a:pt x="264" y="294"/>
                </a:lnTo>
                <a:lnTo>
                  <a:pt x="266" y="294"/>
                </a:lnTo>
                <a:lnTo>
                  <a:pt x="267" y="294"/>
                </a:lnTo>
                <a:lnTo>
                  <a:pt x="267" y="295"/>
                </a:lnTo>
                <a:lnTo>
                  <a:pt x="268" y="295"/>
                </a:lnTo>
                <a:lnTo>
                  <a:pt x="268" y="296"/>
                </a:lnTo>
                <a:lnTo>
                  <a:pt x="269" y="296"/>
                </a:lnTo>
                <a:lnTo>
                  <a:pt x="270" y="297"/>
                </a:lnTo>
                <a:lnTo>
                  <a:pt x="270" y="298"/>
                </a:lnTo>
                <a:lnTo>
                  <a:pt x="271" y="298"/>
                </a:lnTo>
                <a:lnTo>
                  <a:pt x="272" y="298"/>
                </a:lnTo>
                <a:lnTo>
                  <a:pt x="274" y="296"/>
                </a:lnTo>
                <a:lnTo>
                  <a:pt x="274" y="295"/>
                </a:lnTo>
                <a:lnTo>
                  <a:pt x="274" y="293"/>
                </a:lnTo>
                <a:lnTo>
                  <a:pt x="274" y="291"/>
                </a:lnTo>
                <a:lnTo>
                  <a:pt x="273" y="290"/>
                </a:lnTo>
                <a:lnTo>
                  <a:pt x="273" y="289"/>
                </a:lnTo>
                <a:lnTo>
                  <a:pt x="272" y="289"/>
                </a:lnTo>
                <a:lnTo>
                  <a:pt x="272" y="288"/>
                </a:lnTo>
                <a:lnTo>
                  <a:pt x="272" y="286"/>
                </a:lnTo>
                <a:lnTo>
                  <a:pt x="273" y="285"/>
                </a:lnTo>
                <a:lnTo>
                  <a:pt x="273" y="283"/>
                </a:lnTo>
                <a:lnTo>
                  <a:pt x="273" y="281"/>
                </a:lnTo>
                <a:lnTo>
                  <a:pt x="273" y="280"/>
                </a:lnTo>
                <a:lnTo>
                  <a:pt x="272" y="279"/>
                </a:lnTo>
                <a:lnTo>
                  <a:pt x="273" y="277"/>
                </a:lnTo>
                <a:lnTo>
                  <a:pt x="273" y="276"/>
                </a:lnTo>
                <a:lnTo>
                  <a:pt x="273" y="275"/>
                </a:lnTo>
                <a:lnTo>
                  <a:pt x="272" y="273"/>
                </a:lnTo>
                <a:lnTo>
                  <a:pt x="271" y="272"/>
                </a:lnTo>
                <a:lnTo>
                  <a:pt x="271" y="271"/>
                </a:lnTo>
                <a:lnTo>
                  <a:pt x="269" y="269"/>
                </a:lnTo>
                <a:lnTo>
                  <a:pt x="268" y="267"/>
                </a:lnTo>
                <a:lnTo>
                  <a:pt x="269" y="266"/>
                </a:lnTo>
                <a:lnTo>
                  <a:pt x="271" y="264"/>
                </a:lnTo>
                <a:lnTo>
                  <a:pt x="272" y="264"/>
                </a:lnTo>
                <a:lnTo>
                  <a:pt x="272" y="263"/>
                </a:lnTo>
                <a:lnTo>
                  <a:pt x="273" y="263"/>
                </a:lnTo>
                <a:lnTo>
                  <a:pt x="273" y="262"/>
                </a:lnTo>
                <a:lnTo>
                  <a:pt x="274" y="262"/>
                </a:lnTo>
                <a:lnTo>
                  <a:pt x="275" y="262"/>
                </a:lnTo>
                <a:lnTo>
                  <a:pt x="275" y="261"/>
                </a:lnTo>
                <a:lnTo>
                  <a:pt x="274" y="258"/>
                </a:lnTo>
                <a:lnTo>
                  <a:pt x="274" y="257"/>
                </a:lnTo>
                <a:lnTo>
                  <a:pt x="273" y="256"/>
                </a:lnTo>
                <a:lnTo>
                  <a:pt x="273" y="255"/>
                </a:lnTo>
                <a:lnTo>
                  <a:pt x="271" y="253"/>
                </a:lnTo>
                <a:lnTo>
                  <a:pt x="269" y="251"/>
                </a:lnTo>
                <a:lnTo>
                  <a:pt x="269" y="250"/>
                </a:lnTo>
                <a:lnTo>
                  <a:pt x="270" y="250"/>
                </a:lnTo>
                <a:lnTo>
                  <a:pt x="270" y="249"/>
                </a:lnTo>
                <a:lnTo>
                  <a:pt x="270" y="250"/>
                </a:lnTo>
                <a:lnTo>
                  <a:pt x="271" y="250"/>
                </a:lnTo>
                <a:lnTo>
                  <a:pt x="273" y="250"/>
                </a:lnTo>
                <a:lnTo>
                  <a:pt x="275" y="249"/>
                </a:lnTo>
                <a:lnTo>
                  <a:pt x="277" y="250"/>
                </a:lnTo>
                <a:lnTo>
                  <a:pt x="278" y="250"/>
                </a:lnTo>
                <a:lnTo>
                  <a:pt x="279" y="251"/>
                </a:lnTo>
                <a:lnTo>
                  <a:pt x="279" y="252"/>
                </a:lnTo>
                <a:lnTo>
                  <a:pt x="280" y="252"/>
                </a:lnTo>
                <a:lnTo>
                  <a:pt x="281" y="252"/>
                </a:lnTo>
                <a:lnTo>
                  <a:pt x="281" y="251"/>
                </a:lnTo>
                <a:lnTo>
                  <a:pt x="282" y="251"/>
                </a:lnTo>
                <a:lnTo>
                  <a:pt x="282" y="250"/>
                </a:lnTo>
                <a:lnTo>
                  <a:pt x="283" y="250"/>
                </a:lnTo>
                <a:lnTo>
                  <a:pt x="285" y="251"/>
                </a:lnTo>
                <a:lnTo>
                  <a:pt x="286" y="251"/>
                </a:lnTo>
                <a:lnTo>
                  <a:pt x="287" y="251"/>
                </a:lnTo>
                <a:lnTo>
                  <a:pt x="288" y="251"/>
                </a:lnTo>
                <a:lnTo>
                  <a:pt x="290" y="252"/>
                </a:lnTo>
                <a:lnTo>
                  <a:pt x="293" y="253"/>
                </a:lnTo>
                <a:lnTo>
                  <a:pt x="294" y="253"/>
                </a:lnTo>
                <a:lnTo>
                  <a:pt x="295" y="254"/>
                </a:lnTo>
                <a:lnTo>
                  <a:pt x="295" y="255"/>
                </a:lnTo>
                <a:lnTo>
                  <a:pt x="296" y="256"/>
                </a:lnTo>
                <a:lnTo>
                  <a:pt x="297" y="256"/>
                </a:lnTo>
                <a:lnTo>
                  <a:pt x="298" y="256"/>
                </a:lnTo>
                <a:lnTo>
                  <a:pt x="301" y="257"/>
                </a:lnTo>
                <a:lnTo>
                  <a:pt x="301" y="256"/>
                </a:lnTo>
                <a:lnTo>
                  <a:pt x="302" y="256"/>
                </a:lnTo>
                <a:lnTo>
                  <a:pt x="303" y="254"/>
                </a:lnTo>
                <a:lnTo>
                  <a:pt x="304" y="254"/>
                </a:lnTo>
                <a:lnTo>
                  <a:pt x="305" y="253"/>
                </a:lnTo>
                <a:lnTo>
                  <a:pt x="306" y="253"/>
                </a:lnTo>
                <a:lnTo>
                  <a:pt x="307" y="253"/>
                </a:lnTo>
                <a:lnTo>
                  <a:pt x="308" y="253"/>
                </a:lnTo>
                <a:lnTo>
                  <a:pt x="309" y="253"/>
                </a:lnTo>
                <a:lnTo>
                  <a:pt x="310" y="252"/>
                </a:lnTo>
                <a:lnTo>
                  <a:pt x="310" y="253"/>
                </a:lnTo>
                <a:lnTo>
                  <a:pt x="310" y="255"/>
                </a:lnTo>
                <a:lnTo>
                  <a:pt x="309" y="257"/>
                </a:lnTo>
                <a:lnTo>
                  <a:pt x="309" y="258"/>
                </a:lnTo>
                <a:lnTo>
                  <a:pt x="308" y="259"/>
                </a:lnTo>
                <a:lnTo>
                  <a:pt x="308" y="260"/>
                </a:lnTo>
                <a:lnTo>
                  <a:pt x="309" y="260"/>
                </a:lnTo>
                <a:lnTo>
                  <a:pt x="309" y="259"/>
                </a:lnTo>
                <a:lnTo>
                  <a:pt x="310" y="259"/>
                </a:lnTo>
                <a:lnTo>
                  <a:pt x="311" y="259"/>
                </a:lnTo>
                <a:lnTo>
                  <a:pt x="316" y="259"/>
                </a:lnTo>
                <a:lnTo>
                  <a:pt x="318" y="258"/>
                </a:lnTo>
                <a:lnTo>
                  <a:pt x="319" y="258"/>
                </a:lnTo>
                <a:lnTo>
                  <a:pt x="320" y="258"/>
                </a:lnTo>
                <a:lnTo>
                  <a:pt x="321" y="258"/>
                </a:lnTo>
                <a:lnTo>
                  <a:pt x="324" y="256"/>
                </a:lnTo>
                <a:lnTo>
                  <a:pt x="324" y="255"/>
                </a:lnTo>
                <a:lnTo>
                  <a:pt x="325" y="255"/>
                </a:lnTo>
                <a:lnTo>
                  <a:pt x="325" y="254"/>
                </a:lnTo>
                <a:lnTo>
                  <a:pt x="326" y="253"/>
                </a:lnTo>
                <a:lnTo>
                  <a:pt x="327" y="253"/>
                </a:lnTo>
                <a:lnTo>
                  <a:pt x="328" y="253"/>
                </a:lnTo>
                <a:lnTo>
                  <a:pt x="329" y="254"/>
                </a:lnTo>
                <a:lnTo>
                  <a:pt x="332" y="254"/>
                </a:lnTo>
                <a:lnTo>
                  <a:pt x="335" y="254"/>
                </a:lnTo>
                <a:lnTo>
                  <a:pt x="335" y="255"/>
                </a:lnTo>
                <a:lnTo>
                  <a:pt x="337" y="255"/>
                </a:lnTo>
                <a:lnTo>
                  <a:pt x="338" y="255"/>
                </a:lnTo>
                <a:lnTo>
                  <a:pt x="339" y="255"/>
                </a:lnTo>
                <a:lnTo>
                  <a:pt x="340" y="256"/>
                </a:lnTo>
                <a:lnTo>
                  <a:pt x="340" y="255"/>
                </a:lnTo>
                <a:lnTo>
                  <a:pt x="341" y="255"/>
                </a:lnTo>
                <a:lnTo>
                  <a:pt x="341" y="254"/>
                </a:lnTo>
                <a:lnTo>
                  <a:pt x="342" y="254"/>
                </a:lnTo>
                <a:lnTo>
                  <a:pt x="342" y="255"/>
                </a:lnTo>
                <a:lnTo>
                  <a:pt x="343" y="255"/>
                </a:lnTo>
                <a:lnTo>
                  <a:pt x="344" y="256"/>
                </a:lnTo>
                <a:lnTo>
                  <a:pt x="346" y="257"/>
                </a:lnTo>
                <a:lnTo>
                  <a:pt x="346" y="256"/>
                </a:lnTo>
                <a:lnTo>
                  <a:pt x="348" y="256"/>
                </a:lnTo>
                <a:lnTo>
                  <a:pt x="348" y="255"/>
                </a:lnTo>
                <a:lnTo>
                  <a:pt x="349" y="255"/>
                </a:lnTo>
                <a:lnTo>
                  <a:pt x="350" y="256"/>
                </a:lnTo>
                <a:lnTo>
                  <a:pt x="351" y="256"/>
                </a:lnTo>
                <a:lnTo>
                  <a:pt x="353" y="258"/>
                </a:lnTo>
                <a:lnTo>
                  <a:pt x="354" y="258"/>
                </a:lnTo>
                <a:lnTo>
                  <a:pt x="354" y="256"/>
                </a:lnTo>
                <a:lnTo>
                  <a:pt x="355" y="256"/>
                </a:lnTo>
                <a:lnTo>
                  <a:pt x="355" y="255"/>
                </a:lnTo>
                <a:lnTo>
                  <a:pt x="356" y="255"/>
                </a:lnTo>
                <a:lnTo>
                  <a:pt x="358" y="255"/>
                </a:lnTo>
                <a:lnTo>
                  <a:pt x="359" y="255"/>
                </a:lnTo>
                <a:lnTo>
                  <a:pt x="361" y="255"/>
                </a:lnTo>
                <a:lnTo>
                  <a:pt x="362" y="255"/>
                </a:lnTo>
                <a:lnTo>
                  <a:pt x="363" y="255"/>
                </a:lnTo>
                <a:lnTo>
                  <a:pt x="364" y="254"/>
                </a:lnTo>
                <a:lnTo>
                  <a:pt x="364" y="253"/>
                </a:lnTo>
                <a:lnTo>
                  <a:pt x="365" y="253"/>
                </a:lnTo>
                <a:lnTo>
                  <a:pt x="365" y="252"/>
                </a:lnTo>
                <a:lnTo>
                  <a:pt x="366" y="251"/>
                </a:lnTo>
                <a:lnTo>
                  <a:pt x="366" y="250"/>
                </a:lnTo>
                <a:lnTo>
                  <a:pt x="365" y="250"/>
                </a:lnTo>
                <a:lnTo>
                  <a:pt x="364" y="250"/>
                </a:lnTo>
                <a:lnTo>
                  <a:pt x="363" y="250"/>
                </a:lnTo>
                <a:lnTo>
                  <a:pt x="362" y="249"/>
                </a:lnTo>
                <a:lnTo>
                  <a:pt x="362" y="248"/>
                </a:lnTo>
                <a:lnTo>
                  <a:pt x="363" y="248"/>
                </a:lnTo>
                <a:lnTo>
                  <a:pt x="363" y="247"/>
                </a:lnTo>
                <a:lnTo>
                  <a:pt x="363" y="246"/>
                </a:lnTo>
                <a:lnTo>
                  <a:pt x="364" y="246"/>
                </a:lnTo>
                <a:lnTo>
                  <a:pt x="364" y="245"/>
                </a:lnTo>
                <a:lnTo>
                  <a:pt x="363" y="245"/>
                </a:lnTo>
                <a:lnTo>
                  <a:pt x="363" y="244"/>
                </a:lnTo>
                <a:lnTo>
                  <a:pt x="364" y="244"/>
                </a:lnTo>
                <a:lnTo>
                  <a:pt x="364" y="245"/>
                </a:lnTo>
                <a:lnTo>
                  <a:pt x="365" y="245"/>
                </a:lnTo>
                <a:lnTo>
                  <a:pt x="366" y="247"/>
                </a:lnTo>
                <a:lnTo>
                  <a:pt x="367" y="247"/>
                </a:lnTo>
                <a:lnTo>
                  <a:pt x="367" y="246"/>
                </a:lnTo>
                <a:lnTo>
                  <a:pt x="367" y="247"/>
                </a:lnTo>
                <a:lnTo>
                  <a:pt x="368" y="247"/>
                </a:lnTo>
                <a:lnTo>
                  <a:pt x="368" y="248"/>
                </a:lnTo>
                <a:lnTo>
                  <a:pt x="368" y="249"/>
                </a:lnTo>
                <a:lnTo>
                  <a:pt x="369" y="250"/>
                </a:lnTo>
                <a:lnTo>
                  <a:pt x="369" y="251"/>
                </a:lnTo>
                <a:lnTo>
                  <a:pt x="371" y="251"/>
                </a:lnTo>
                <a:lnTo>
                  <a:pt x="372" y="251"/>
                </a:lnTo>
                <a:lnTo>
                  <a:pt x="373" y="251"/>
                </a:lnTo>
                <a:lnTo>
                  <a:pt x="373" y="252"/>
                </a:lnTo>
                <a:lnTo>
                  <a:pt x="373" y="253"/>
                </a:lnTo>
                <a:lnTo>
                  <a:pt x="374" y="253"/>
                </a:lnTo>
                <a:lnTo>
                  <a:pt x="375" y="254"/>
                </a:lnTo>
                <a:lnTo>
                  <a:pt x="376" y="255"/>
                </a:lnTo>
                <a:lnTo>
                  <a:pt x="377" y="254"/>
                </a:lnTo>
                <a:lnTo>
                  <a:pt x="377" y="255"/>
                </a:lnTo>
                <a:lnTo>
                  <a:pt x="378" y="255"/>
                </a:lnTo>
                <a:lnTo>
                  <a:pt x="377" y="255"/>
                </a:lnTo>
                <a:lnTo>
                  <a:pt x="377" y="256"/>
                </a:lnTo>
                <a:lnTo>
                  <a:pt x="377" y="257"/>
                </a:lnTo>
                <a:lnTo>
                  <a:pt x="377" y="258"/>
                </a:lnTo>
                <a:lnTo>
                  <a:pt x="378" y="260"/>
                </a:lnTo>
                <a:lnTo>
                  <a:pt x="378" y="261"/>
                </a:lnTo>
                <a:lnTo>
                  <a:pt x="379" y="261"/>
                </a:lnTo>
                <a:lnTo>
                  <a:pt x="379" y="260"/>
                </a:lnTo>
                <a:lnTo>
                  <a:pt x="379" y="259"/>
                </a:lnTo>
                <a:lnTo>
                  <a:pt x="379" y="258"/>
                </a:lnTo>
                <a:lnTo>
                  <a:pt x="379" y="257"/>
                </a:lnTo>
                <a:lnTo>
                  <a:pt x="380" y="256"/>
                </a:lnTo>
                <a:lnTo>
                  <a:pt x="381" y="256"/>
                </a:lnTo>
                <a:lnTo>
                  <a:pt x="381" y="255"/>
                </a:lnTo>
                <a:lnTo>
                  <a:pt x="382" y="255"/>
                </a:lnTo>
                <a:lnTo>
                  <a:pt x="382" y="256"/>
                </a:lnTo>
                <a:lnTo>
                  <a:pt x="383" y="256"/>
                </a:lnTo>
                <a:lnTo>
                  <a:pt x="383" y="257"/>
                </a:lnTo>
                <a:lnTo>
                  <a:pt x="384" y="257"/>
                </a:lnTo>
                <a:lnTo>
                  <a:pt x="385" y="257"/>
                </a:lnTo>
                <a:lnTo>
                  <a:pt x="386" y="257"/>
                </a:lnTo>
                <a:lnTo>
                  <a:pt x="386" y="256"/>
                </a:lnTo>
                <a:lnTo>
                  <a:pt x="387" y="255"/>
                </a:lnTo>
                <a:lnTo>
                  <a:pt x="387" y="254"/>
                </a:lnTo>
                <a:lnTo>
                  <a:pt x="389" y="253"/>
                </a:lnTo>
                <a:lnTo>
                  <a:pt x="389" y="252"/>
                </a:lnTo>
                <a:lnTo>
                  <a:pt x="389" y="251"/>
                </a:lnTo>
                <a:lnTo>
                  <a:pt x="389" y="250"/>
                </a:lnTo>
                <a:lnTo>
                  <a:pt x="388" y="249"/>
                </a:lnTo>
                <a:lnTo>
                  <a:pt x="389" y="249"/>
                </a:lnTo>
                <a:lnTo>
                  <a:pt x="389" y="248"/>
                </a:lnTo>
                <a:lnTo>
                  <a:pt x="391" y="248"/>
                </a:lnTo>
                <a:lnTo>
                  <a:pt x="391" y="249"/>
                </a:lnTo>
                <a:lnTo>
                  <a:pt x="392" y="249"/>
                </a:lnTo>
                <a:lnTo>
                  <a:pt x="393" y="249"/>
                </a:lnTo>
                <a:lnTo>
                  <a:pt x="394" y="248"/>
                </a:lnTo>
                <a:lnTo>
                  <a:pt x="395" y="247"/>
                </a:lnTo>
                <a:lnTo>
                  <a:pt x="395" y="246"/>
                </a:lnTo>
                <a:lnTo>
                  <a:pt x="395" y="245"/>
                </a:lnTo>
                <a:lnTo>
                  <a:pt x="396" y="245"/>
                </a:lnTo>
                <a:lnTo>
                  <a:pt x="397" y="245"/>
                </a:lnTo>
                <a:lnTo>
                  <a:pt x="398" y="245"/>
                </a:lnTo>
                <a:lnTo>
                  <a:pt x="400" y="245"/>
                </a:lnTo>
                <a:lnTo>
                  <a:pt x="401" y="245"/>
                </a:lnTo>
                <a:lnTo>
                  <a:pt x="401" y="246"/>
                </a:lnTo>
                <a:lnTo>
                  <a:pt x="402" y="246"/>
                </a:lnTo>
                <a:lnTo>
                  <a:pt x="403" y="247"/>
                </a:lnTo>
                <a:lnTo>
                  <a:pt x="406" y="248"/>
                </a:lnTo>
                <a:lnTo>
                  <a:pt x="410" y="246"/>
                </a:lnTo>
                <a:lnTo>
                  <a:pt x="412" y="246"/>
                </a:lnTo>
                <a:lnTo>
                  <a:pt x="412" y="245"/>
                </a:lnTo>
                <a:lnTo>
                  <a:pt x="413" y="245"/>
                </a:lnTo>
                <a:lnTo>
                  <a:pt x="413" y="244"/>
                </a:lnTo>
                <a:lnTo>
                  <a:pt x="414" y="242"/>
                </a:lnTo>
                <a:lnTo>
                  <a:pt x="414" y="241"/>
                </a:lnTo>
                <a:lnTo>
                  <a:pt x="414" y="240"/>
                </a:lnTo>
                <a:lnTo>
                  <a:pt x="414" y="239"/>
                </a:lnTo>
                <a:lnTo>
                  <a:pt x="413" y="238"/>
                </a:lnTo>
                <a:lnTo>
                  <a:pt x="414" y="238"/>
                </a:lnTo>
                <a:lnTo>
                  <a:pt x="415" y="237"/>
                </a:lnTo>
                <a:lnTo>
                  <a:pt x="416" y="237"/>
                </a:lnTo>
                <a:lnTo>
                  <a:pt x="418" y="236"/>
                </a:lnTo>
                <a:lnTo>
                  <a:pt x="419" y="235"/>
                </a:lnTo>
                <a:lnTo>
                  <a:pt x="419" y="236"/>
                </a:lnTo>
                <a:lnTo>
                  <a:pt x="420" y="236"/>
                </a:lnTo>
                <a:lnTo>
                  <a:pt x="422" y="237"/>
                </a:lnTo>
                <a:lnTo>
                  <a:pt x="422" y="236"/>
                </a:lnTo>
                <a:lnTo>
                  <a:pt x="423" y="235"/>
                </a:lnTo>
                <a:lnTo>
                  <a:pt x="423" y="234"/>
                </a:lnTo>
                <a:lnTo>
                  <a:pt x="422" y="232"/>
                </a:lnTo>
                <a:lnTo>
                  <a:pt x="421" y="231"/>
                </a:lnTo>
                <a:lnTo>
                  <a:pt x="421" y="229"/>
                </a:lnTo>
                <a:lnTo>
                  <a:pt x="421" y="227"/>
                </a:lnTo>
                <a:lnTo>
                  <a:pt x="421" y="226"/>
                </a:lnTo>
                <a:lnTo>
                  <a:pt x="421" y="225"/>
                </a:lnTo>
                <a:lnTo>
                  <a:pt x="422" y="223"/>
                </a:lnTo>
                <a:lnTo>
                  <a:pt x="421" y="223"/>
                </a:lnTo>
                <a:lnTo>
                  <a:pt x="421" y="222"/>
                </a:lnTo>
                <a:lnTo>
                  <a:pt x="422" y="221"/>
                </a:lnTo>
                <a:lnTo>
                  <a:pt x="423" y="221"/>
                </a:lnTo>
                <a:lnTo>
                  <a:pt x="424" y="221"/>
                </a:lnTo>
                <a:lnTo>
                  <a:pt x="425" y="221"/>
                </a:lnTo>
                <a:lnTo>
                  <a:pt x="426" y="221"/>
                </a:lnTo>
                <a:lnTo>
                  <a:pt x="426" y="222"/>
                </a:lnTo>
                <a:lnTo>
                  <a:pt x="427" y="222"/>
                </a:lnTo>
                <a:lnTo>
                  <a:pt x="428" y="221"/>
                </a:lnTo>
                <a:lnTo>
                  <a:pt x="429" y="221"/>
                </a:lnTo>
                <a:lnTo>
                  <a:pt x="430" y="221"/>
                </a:lnTo>
                <a:lnTo>
                  <a:pt x="431" y="222"/>
                </a:lnTo>
                <a:lnTo>
                  <a:pt x="432" y="222"/>
                </a:lnTo>
                <a:lnTo>
                  <a:pt x="433" y="222"/>
                </a:lnTo>
                <a:lnTo>
                  <a:pt x="433" y="223"/>
                </a:lnTo>
                <a:lnTo>
                  <a:pt x="435" y="222"/>
                </a:lnTo>
                <a:lnTo>
                  <a:pt x="436" y="224"/>
                </a:lnTo>
                <a:lnTo>
                  <a:pt x="437" y="224"/>
                </a:lnTo>
                <a:lnTo>
                  <a:pt x="438" y="224"/>
                </a:lnTo>
                <a:lnTo>
                  <a:pt x="438" y="225"/>
                </a:lnTo>
                <a:lnTo>
                  <a:pt x="439" y="225"/>
                </a:lnTo>
                <a:lnTo>
                  <a:pt x="439" y="224"/>
                </a:lnTo>
                <a:lnTo>
                  <a:pt x="440" y="224"/>
                </a:lnTo>
                <a:lnTo>
                  <a:pt x="441" y="224"/>
                </a:lnTo>
                <a:lnTo>
                  <a:pt x="441" y="225"/>
                </a:lnTo>
                <a:lnTo>
                  <a:pt x="442" y="225"/>
                </a:lnTo>
                <a:lnTo>
                  <a:pt x="443" y="225"/>
                </a:lnTo>
                <a:lnTo>
                  <a:pt x="444" y="226"/>
                </a:lnTo>
                <a:lnTo>
                  <a:pt x="444" y="225"/>
                </a:lnTo>
                <a:lnTo>
                  <a:pt x="445" y="225"/>
                </a:lnTo>
                <a:lnTo>
                  <a:pt x="446" y="224"/>
                </a:lnTo>
                <a:lnTo>
                  <a:pt x="446" y="223"/>
                </a:lnTo>
                <a:lnTo>
                  <a:pt x="446" y="222"/>
                </a:lnTo>
                <a:lnTo>
                  <a:pt x="445" y="222"/>
                </a:lnTo>
                <a:lnTo>
                  <a:pt x="446" y="222"/>
                </a:lnTo>
                <a:lnTo>
                  <a:pt x="447" y="221"/>
                </a:lnTo>
                <a:lnTo>
                  <a:pt x="448" y="221"/>
                </a:lnTo>
                <a:lnTo>
                  <a:pt x="447" y="221"/>
                </a:lnTo>
                <a:lnTo>
                  <a:pt x="447" y="220"/>
                </a:lnTo>
                <a:lnTo>
                  <a:pt x="447" y="218"/>
                </a:lnTo>
                <a:lnTo>
                  <a:pt x="447" y="217"/>
                </a:lnTo>
                <a:lnTo>
                  <a:pt x="448" y="216"/>
                </a:lnTo>
                <a:lnTo>
                  <a:pt x="448" y="215"/>
                </a:lnTo>
                <a:lnTo>
                  <a:pt x="449" y="214"/>
                </a:lnTo>
                <a:lnTo>
                  <a:pt x="450" y="213"/>
                </a:lnTo>
                <a:lnTo>
                  <a:pt x="450" y="212"/>
                </a:lnTo>
                <a:lnTo>
                  <a:pt x="451" y="211"/>
                </a:lnTo>
                <a:lnTo>
                  <a:pt x="451" y="210"/>
                </a:lnTo>
                <a:lnTo>
                  <a:pt x="450" y="210"/>
                </a:lnTo>
                <a:lnTo>
                  <a:pt x="449" y="209"/>
                </a:lnTo>
                <a:lnTo>
                  <a:pt x="449" y="208"/>
                </a:lnTo>
                <a:lnTo>
                  <a:pt x="451" y="208"/>
                </a:lnTo>
                <a:lnTo>
                  <a:pt x="452" y="208"/>
                </a:lnTo>
                <a:lnTo>
                  <a:pt x="452" y="209"/>
                </a:lnTo>
                <a:lnTo>
                  <a:pt x="453" y="208"/>
                </a:lnTo>
                <a:lnTo>
                  <a:pt x="453" y="207"/>
                </a:lnTo>
                <a:lnTo>
                  <a:pt x="452" y="207"/>
                </a:lnTo>
                <a:lnTo>
                  <a:pt x="452" y="206"/>
                </a:lnTo>
                <a:lnTo>
                  <a:pt x="452" y="205"/>
                </a:lnTo>
                <a:lnTo>
                  <a:pt x="453" y="204"/>
                </a:lnTo>
                <a:lnTo>
                  <a:pt x="453" y="203"/>
                </a:lnTo>
                <a:lnTo>
                  <a:pt x="452" y="203"/>
                </a:lnTo>
                <a:lnTo>
                  <a:pt x="452" y="202"/>
                </a:lnTo>
                <a:lnTo>
                  <a:pt x="453" y="201"/>
                </a:lnTo>
                <a:lnTo>
                  <a:pt x="453" y="200"/>
                </a:lnTo>
                <a:lnTo>
                  <a:pt x="454" y="200"/>
                </a:lnTo>
                <a:lnTo>
                  <a:pt x="455" y="200"/>
                </a:lnTo>
                <a:lnTo>
                  <a:pt x="456" y="200"/>
                </a:lnTo>
                <a:lnTo>
                  <a:pt x="457" y="200"/>
                </a:lnTo>
                <a:lnTo>
                  <a:pt x="457" y="199"/>
                </a:lnTo>
                <a:lnTo>
                  <a:pt x="459" y="199"/>
                </a:lnTo>
                <a:lnTo>
                  <a:pt x="461" y="198"/>
                </a:lnTo>
                <a:lnTo>
                  <a:pt x="461" y="199"/>
                </a:lnTo>
                <a:lnTo>
                  <a:pt x="461" y="200"/>
                </a:lnTo>
                <a:lnTo>
                  <a:pt x="462" y="200"/>
                </a:lnTo>
                <a:lnTo>
                  <a:pt x="462" y="201"/>
                </a:lnTo>
                <a:lnTo>
                  <a:pt x="463" y="201"/>
                </a:lnTo>
                <a:lnTo>
                  <a:pt x="464" y="201"/>
                </a:lnTo>
                <a:lnTo>
                  <a:pt x="465" y="202"/>
                </a:lnTo>
                <a:lnTo>
                  <a:pt x="467" y="202"/>
                </a:lnTo>
                <a:lnTo>
                  <a:pt x="469" y="202"/>
                </a:lnTo>
                <a:lnTo>
                  <a:pt x="469" y="203"/>
                </a:lnTo>
                <a:lnTo>
                  <a:pt x="470" y="203"/>
                </a:lnTo>
                <a:lnTo>
                  <a:pt x="471" y="204"/>
                </a:lnTo>
                <a:lnTo>
                  <a:pt x="472" y="203"/>
                </a:lnTo>
                <a:lnTo>
                  <a:pt x="471" y="202"/>
                </a:lnTo>
                <a:lnTo>
                  <a:pt x="470" y="201"/>
                </a:lnTo>
                <a:lnTo>
                  <a:pt x="470" y="199"/>
                </a:lnTo>
                <a:lnTo>
                  <a:pt x="471" y="198"/>
                </a:lnTo>
                <a:lnTo>
                  <a:pt x="471" y="197"/>
                </a:lnTo>
                <a:lnTo>
                  <a:pt x="471" y="196"/>
                </a:lnTo>
                <a:lnTo>
                  <a:pt x="472" y="196"/>
                </a:lnTo>
                <a:lnTo>
                  <a:pt x="472" y="197"/>
                </a:lnTo>
                <a:lnTo>
                  <a:pt x="473" y="198"/>
                </a:lnTo>
                <a:lnTo>
                  <a:pt x="474" y="197"/>
                </a:lnTo>
                <a:lnTo>
                  <a:pt x="474" y="196"/>
                </a:lnTo>
                <a:lnTo>
                  <a:pt x="473" y="196"/>
                </a:lnTo>
                <a:lnTo>
                  <a:pt x="472" y="195"/>
                </a:lnTo>
                <a:lnTo>
                  <a:pt x="471" y="195"/>
                </a:lnTo>
                <a:lnTo>
                  <a:pt x="469" y="195"/>
                </a:lnTo>
                <a:lnTo>
                  <a:pt x="469" y="194"/>
                </a:lnTo>
                <a:lnTo>
                  <a:pt x="471" y="192"/>
                </a:lnTo>
                <a:lnTo>
                  <a:pt x="472" y="192"/>
                </a:lnTo>
                <a:lnTo>
                  <a:pt x="473" y="192"/>
                </a:lnTo>
                <a:lnTo>
                  <a:pt x="473" y="193"/>
                </a:lnTo>
                <a:lnTo>
                  <a:pt x="474" y="193"/>
                </a:lnTo>
                <a:lnTo>
                  <a:pt x="474" y="194"/>
                </a:lnTo>
                <a:lnTo>
                  <a:pt x="475" y="194"/>
                </a:lnTo>
                <a:lnTo>
                  <a:pt x="476" y="194"/>
                </a:lnTo>
                <a:lnTo>
                  <a:pt x="478" y="194"/>
                </a:lnTo>
                <a:lnTo>
                  <a:pt x="478" y="193"/>
                </a:lnTo>
                <a:lnTo>
                  <a:pt x="479" y="192"/>
                </a:lnTo>
                <a:lnTo>
                  <a:pt x="480" y="192"/>
                </a:lnTo>
                <a:lnTo>
                  <a:pt x="482" y="191"/>
                </a:lnTo>
                <a:lnTo>
                  <a:pt x="483" y="189"/>
                </a:lnTo>
                <a:lnTo>
                  <a:pt x="483" y="188"/>
                </a:lnTo>
                <a:lnTo>
                  <a:pt x="483" y="187"/>
                </a:lnTo>
                <a:lnTo>
                  <a:pt x="483" y="186"/>
                </a:lnTo>
                <a:lnTo>
                  <a:pt x="484" y="186"/>
                </a:lnTo>
                <a:lnTo>
                  <a:pt x="485" y="186"/>
                </a:lnTo>
                <a:lnTo>
                  <a:pt x="486" y="185"/>
                </a:lnTo>
                <a:lnTo>
                  <a:pt x="486" y="184"/>
                </a:lnTo>
                <a:lnTo>
                  <a:pt x="487" y="184"/>
                </a:lnTo>
                <a:lnTo>
                  <a:pt x="487" y="185"/>
                </a:lnTo>
                <a:lnTo>
                  <a:pt x="487" y="186"/>
                </a:lnTo>
                <a:lnTo>
                  <a:pt x="488" y="186"/>
                </a:lnTo>
                <a:lnTo>
                  <a:pt x="489" y="186"/>
                </a:lnTo>
                <a:lnTo>
                  <a:pt x="489" y="185"/>
                </a:lnTo>
                <a:lnTo>
                  <a:pt x="490" y="185"/>
                </a:lnTo>
                <a:lnTo>
                  <a:pt x="492" y="184"/>
                </a:lnTo>
                <a:lnTo>
                  <a:pt x="493" y="184"/>
                </a:lnTo>
                <a:lnTo>
                  <a:pt x="495" y="183"/>
                </a:lnTo>
                <a:lnTo>
                  <a:pt x="496" y="183"/>
                </a:lnTo>
                <a:lnTo>
                  <a:pt x="497" y="183"/>
                </a:lnTo>
                <a:lnTo>
                  <a:pt x="497" y="184"/>
                </a:lnTo>
                <a:lnTo>
                  <a:pt x="498" y="184"/>
                </a:lnTo>
                <a:lnTo>
                  <a:pt x="498" y="183"/>
                </a:lnTo>
                <a:lnTo>
                  <a:pt x="498" y="182"/>
                </a:lnTo>
                <a:lnTo>
                  <a:pt x="498" y="181"/>
                </a:lnTo>
                <a:lnTo>
                  <a:pt x="499" y="181"/>
                </a:lnTo>
                <a:lnTo>
                  <a:pt x="500" y="181"/>
                </a:lnTo>
                <a:lnTo>
                  <a:pt x="501" y="182"/>
                </a:lnTo>
                <a:lnTo>
                  <a:pt x="502" y="182"/>
                </a:lnTo>
                <a:lnTo>
                  <a:pt x="503" y="182"/>
                </a:lnTo>
                <a:lnTo>
                  <a:pt x="503" y="180"/>
                </a:lnTo>
                <a:lnTo>
                  <a:pt x="502" y="180"/>
                </a:lnTo>
                <a:lnTo>
                  <a:pt x="501" y="178"/>
                </a:lnTo>
                <a:lnTo>
                  <a:pt x="501" y="177"/>
                </a:lnTo>
                <a:lnTo>
                  <a:pt x="501" y="176"/>
                </a:lnTo>
                <a:lnTo>
                  <a:pt x="501" y="175"/>
                </a:lnTo>
                <a:lnTo>
                  <a:pt x="502" y="174"/>
                </a:lnTo>
                <a:lnTo>
                  <a:pt x="503" y="173"/>
                </a:lnTo>
                <a:lnTo>
                  <a:pt x="502" y="173"/>
                </a:lnTo>
                <a:lnTo>
                  <a:pt x="502" y="171"/>
                </a:lnTo>
                <a:lnTo>
                  <a:pt x="501" y="171"/>
                </a:lnTo>
                <a:lnTo>
                  <a:pt x="501" y="170"/>
                </a:lnTo>
                <a:lnTo>
                  <a:pt x="502" y="170"/>
                </a:lnTo>
                <a:lnTo>
                  <a:pt x="503" y="169"/>
                </a:lnTo>
                <a:lnTo>
                  <a:pt x="504" y="169"/>
                </a:lnTo>
                <a:lnTo>
                  <a:pt x="504" y="168"/>
                </a:lnTo>
                <a:lnTo>
                  <a:pt x="504" y="167"/>
                </a:lnTo>
                <a:lnTo>
                  <a:pt x="505" y="166"/>
                </a:lnTo>
                <a:lnTo>
                  <a:pt x="506" y="166"/>
                </a:lnTo>
                <a:lnTo>
                  <a:pt x="507" y="165"/>
                </a:lnTo>
                <a:lnTo>
                  <a:pt x="508" y="165"/>
                </a:lnTo>
                <a:lnTo>
                  <a:pt x="508" y="164"/>
                </a:lnTo>
                <a:lnTo>
                  <a:pt x="507" y="164"/>
                </a:lnTo>
                <a:lnTo>
                  <a:pt x="507" y="163"/>
                </a:lnTo>
                <a:lnTo>
                  <a:pt x="508" y="161"/>
                </a:lnTo>
                <a:lnTo>
                  <a:pt x="508" y="160"/>
                </a:lnTo>
                <a:lnTo>
                  <a:pt x="509" y="160"/>
                </a:lnTo>
                <a:lnTo>
                  <a:pt x="509" y="158"/>
                </a:lnTo>
                <a:lnTo>
                  <a:pt x="508" y="158"/>
                </a:lnTo>
                <a:lnTo>
                  <a:pt x="508" y="157"/>
                </a:lnTo>
                <a:lnTo>
                  <a:pt x="508" y="156"/>
                </a:lnTo>
                <a:lnTo>
                  <a:pt x="508" y="155"/>
                </a:lnTo>
                <a:lnTo>
                  <a:pt x="508" y="154"/>
                </a:lnTo>
                <a:lnTo>
                  <a:pt x="508" y="153"/>
                </a:lnTo>
                <a:lnTo>
                  <a:pt x="509" y="153"/>
                </a:lnTo>
                <a:lnTo>
                  <a:pt x="509" y="154"/>
                </a:lnTo>
                <a:lnTo>
                  <a:pt x="510" y="155"/>
                </a:lnTo>
                <a:lnTo>
                  <a:pt x="512" y="156"/>
                </a:lnTo>
                <a:lnTo>
                  <a:pt x="512" y="157"/>
                </a:lnTo>
                <a:lnTo>
                  <a:pt x="513" y="157"/>
                </a:lnTo>
                <a:lnTo>
                  <a:pt x="515" y="157"/>
                </a:lnTo>
                <a:lnTo>
                  <a:pt x="516" y="157"/>
                </a:lnTo>
                <a:lnTo>
                  <a:pt x="517" y="157"/>
                </a:lnTo>
                <a:lnTo>
                  <a:pt x="517" y="156"/>
                </a:lnTo>
                <a:lnTo>
                  <a:pt x="518" y="156"/>
                </a:lnTo>
                <a:lnTo>
                  <a:pt x="519" y="156"/>
                </a:lnTo>
                <a:lnTo>
                  <a:pt x="520" y="156"/>
                </a:lnTo>
                <a:lnTo>
                  <a:pt x="520" y="155"/>
                </a:lnTo>
                <a:lnTo>
                  <a:pt x="520" y="154"/>
                </a:lnTo>
                <a:lnTo>
                  <a:pt x="520" y="152"/>
                </a:lnTo>
                <a:lnTo>
                  <a:pt x="520" y="151"/>
                </a:lnTo>
                <a:lnTo>
                  <a:pt x="519" y="151"/>
                </a:lnTo>
                <a:lnTo>
                  <a:pt x="519" y="150"/>
                </a:lnTo>
                <a:lnTo>
                  <a:pt x="518" y="149"/>
                </a:lnTo>
                <a:lnTo>
                  <a:pt x="519" y="148"/>
                </a:lnTo>
                <a:lnTo>
                  <a:pt x="520" y="148"/>
                </a:lnTo>
                <a:lnTo>
                  <a:pt x="519" y="148"/>
                </a:lnTo>
                <a:lnTo>
                  <a:pt x="519" y="146"/>
                </a:lnTo>
                <a:lnTo>
                  <a:pt x="518" y="144"/>
                </a:lnTo>
                <a:lnTo>
                  <a:pt x="517" y="144"/>
                </a:lnTo>
                <a:lnTo>
                  <a:pt x="516" y="144"/>
                </a:lnTo>
                <a:lnTo>
                  <a:pt x="514" y="143"/>
                </a:lnTo>
                <a:lnTo>
                  <a:pt x="515" y="143"/>
                </a:lnTo>
                <a:lnTo>
                  <a:pt x="515" y="142"/>
                </a:lnTo>
                <a:lnTo>
                  <a:pt x="515" y="140"/>
                </a:lnTo>
                <a:lnTo>
                  <a:pt x="515" y="139"/>
                </a:lnTo>
                <a:lnTo>
                  <a:pt x="515" y="138"/>
                </a:lnTo>
                <a:lnTo>
                  <a:pt x="516" y="138"/>
                </a:lnTo>
                <a:lnTo>
                  <a:pt x="515" y="137"/>
                </a:lnTo>
                <a:lnTo>
                  <a:pt x="514" y="136"/>
                </a:lnTo>
                <a:lnTo>
                  <a:pt x="513" y="135"/>
                </a:lnTo>
                <a:lnTo>
                  <a:pt x="513" y="134"/>
                </a:lnTo>
                <a:lnTo>
                  <a:pt x="512" y="133"/>
                </a:lnTo>
                <a:lnTo>
                  <a:pt x="512" y="132"/>
                </a:lnTo>
                <a:lnTo>
                  <a:pt x="512" y="131"/>
                </a:lnTo>
                <a:lnTo>
                  <a:pt x="513" y="130"/>
                </a:lnTo>
                <a:lnTo>
                  <a:pt x="515" y="129"/>
                </a:lnTo>
                <a:lnTo>
                  <a:pt x="515" y="127"/>
                </a:lnTo>
                <a:lnTo>
                  <a:pt x="514" y="126"/>
                </a:lnTo>
                <a:lnTo>
                  <a:pt x="512" y="125"/>
                </a:lnTo>
                <a:lnTo>
                  <a:pt x="511" y="124"/>
                </a:lnTo>
                <a:lnTo>
                  <a:pt x="510" y="124"/>
                </a:lnTo>
                <a:lnTo>
                  <a:pt x="510" y="123"/>
                </a:lnTo>
                <a:lnTo>
                  <a:pt x="511" y="123"/>
                </a:lnTo>
                <a:lnTo>
                  <a:pt x="511" y="122"/>
                </a:lnTo>
                <a:lnTo>
                  <a:pt x="512" y="122"/>
                </a:lnTo>
                <a:lnTo>
                  <a:pt x="513" y="122"/>
                </a:lnTo>
                <a:lnTo>
                  <a:pt x="514" y="122"/>
                </a:lnTo>
                <a:lnTo>
                  <a:pt x="514" y="121"/>
                </a:lnTo>
                <a:lnTo>
                  <a:pt x="513" y="120"/>
                </a:lnTo>
                <a:lnTo>
                  <a:pt x="511" y="120"/>
                </a:lnTo>
                <a:lnTo>
                  <a:pt x="511" y="119"/>
                </a:lnTo>
                <a:lnTo>
                  <a:pt x="511" y="118"/>
                </a:lnTo>
                <a:lnTo>
                  <a:pt x="510" y="118"/>
                </a:lnTo>
                <a:lnTo>
                  <a:pt x="510" y="117"/>
                </a:lnTo>
                <a:lnTo>
                  <a:pt x="510" y="116"/>
                </a:lnTo>
                <a:lnTo>
                  <a:pt x="511" y="116"/>
                </a:lnTo>
                <a:lnTo>
                  <a:pt x="513" y="116"/>
                </a:lnTo>
                <a:lnTo>
                  <a:pt x="514" y="116"/>
                </a:lnTo>
                <a:lnTo>
                  <a:pt x="515" y="115"/>
                </a:lnTo>
                <a:lnTo>
                  <a:pt x="516" y="115"/>
                </a:lnTo>
                <a:lnTo>
                  <a:pt x="516" y="114"/>
                </a:lnTo>
                <a:lnTo>
                  <a:pt x="516" y="113"/>
                </a:lnTo>
                <a:lnTo>
                  <a:pt x="518" y="113"/>
                </a:lnTo>
                <a:lnTo>
                  <a:pt x="518" y="114"/>
                </a:lnTo>
                <a:lnTo>
                  <a:pt x="518" y="115"/>
                </a:lnTo>
                <a:lnTo>
                  <a:pt x="519" y="115"/>
                </a:lnTo>
                <a:lnTo>
                  <a:pt x="520" y="116"/>
                </a:lnTo>
                <a:lnTo>
                  <a:pt x="520" y="115"/>
                </a:lnTo>
                <a:lnTo>
                  <a:pt x="521" y="115"/>
                </a:lnTo>
                <a:lnTo>
                  <a:pt x="522" y="113"/>
                </a:lnTo>
                <a:lnTo>
                  <a:pt x="523" y="113"/>
                </a:lnTo>
                <a:lnTo>
                  <a:pt x="523" y="112"/>
                </a:lnTo>
                <a:lnTo>
                  <a:pt x="522" y="112"/>
                </a:lnTo>
                <a:lnTo>
                  <a:pt x="521" y="112"/>
                </a:lnTo>
                <a:lnTo>
                  <a:pt x="522" y="110"/>
                </a:lnTo>
                <a:lnTo>
                  <a:pt x="522" y="109"/>
                </a:lnTo>
                <a:lnTo>
                  <a:pt x="521" y="109"/>
                </a:lnTo>
                <a:lnTo>
                  <a:pt x="520" y="109"/>
                </a:lnTo>
                <a:lnTo>
                  <a:pt x="519" y="109"/>
                </a:lnTo>
                <a:lnTo>
                  <a:pt x="518" y="108"/>
                </a:lnTo>
                <a:lnTo>
                  <a:pt x="518" y="107"/>
                </a:lnTo>
                <a:lnTo>
                  <a:pt x="518" y="105"/>
                </a:lnTo>
                <a:lnTo>
                  <a:pt x="518" y="104"/>
                </a:lnTo>
                <a:lnTo>
                  <a:pt x="519" y="104"/>
                </a:lnTo>
                <a:lnTo>
                  <a:pt x="519" y="103"/>
                </a:lnTo>
                <a:lnTo>
                  <a:pt x="519" y="101"/>
                </a:lnTo>
                <a:lnTo>
                  <a:pt x="519" y="100"/>
                </a:lnTo>
                <a:lnTo>
                  <a:pt x="519" y="99"/>
                </a:lnTo>
                <a:lnTo>
                  <a:pt x="519" y="98"/>
                </a:lnTo>
                <a:lnTo>
                  <a:pt x="520" y="98"/>
                </a:lnTo>
                <a:lnTo>
                  <a:pt x="519" y="96"/>
                </a:lnTo>
                <a:lnTo>
                  <a:pt x="518" y="96"/>
                </a:lnTo>
                <a:lnTo>
                  <a:pt x="518" y="95"/>
                </a:lnTo>
                <a:lnTo>
                  <a:pt x="518" y="94"/>
                </a:lnTo>
                <a:lnTo>
                  <a:pt x="519" y="94"/>
                </a:lnTo>
                <a:lnTo>
                  <a:pt x="519" y="93"/>
                </a:lnTo>
                <a:lnTo>
                  <a:pt x="520" y="93"/>
                </a:lnTo>
                <a:lnTo>
                  <a:pt x="520" y="92"/>
                </a:lnTo>
                <a:lnTo>
                  <a:pt x="520" y="91"/>
                </a:lnTo>
                <a:lnTo>
                  <a:pt x="520" y="90"/>
                </a:lnTo>
                <a:lnTo>
                  <a:pt x="519" y="90"/>
                </a:lnTo>
                <a:lnTo>
                  <a:pt x="519" y="88"/>
                </a:lnTo>
                <a:lnTo>
                  <a:pt x="519" y="87"/>
                </a:lnTo>
                <a:lnTo>
                  <a:pt x="518" y="86"/>
                </a:lnTo>
                <a:lnTo>
                  <a:pt x="518" y="85"/>
                </a:lnTo>
                <a:lnTo>
                  <a:pt x="517" y="85"/>
                </a:lnTo>
                <a:lnTo>
                  <a:pt x="517" y="84"/>
                </a:lnTo>
                <a:lnTo>
                  <a:pt x="516" y="84"/>
                </a:lnTo>
                <a:lnTo>
                  <a:pt x="515" y="83"/>
                </a:lnTo>
                <a:lnTo>
                  <a:pt x="515" y="82"/>
                </a:lnTo>
                <a:lnTo>
                  <a:pt x="516" y="82"/>
                </a:lnTo>
                <a:lnTo>
                  <a:pt x="517" y="82"/>
                </a:lnTo>
                <a:lnTo>
                  <a:pt x="517" y="81"/>
                </a:lnTo>
                <a:lnTo>
                  <a:pt x="517" y="80"/>
                </a:lnTo>
                <a:lnTo>
                  <a:pt x="518" y="80"/>
                </a:lnTo>
                <a:lnTo>
                  <a:pt x="520" y="81"/>
                </a:lnTo>
                <a:lnTo>
                  <a:pt x="520" y="82"/>
                </a:lnTo>
                <a:lnTo>
                  <a:pt x="521" y="82"/>
                </a:lnTo>
                <a:lnTo>
                  <a:pt x="523" y="81"/>
                </a:lnTo>
                <a:lnTo>
                  <a:pt x="524" y="81"/>
                </a:lnTo>
                <a:lnTo>
                  <a:pt x="526" y="80"/>
                </a:lnTo>
                <a:lnTo>
                  <a:pt x="526" y="79"/>
                </a:lnTo>
                <a:lnTo>
                  <a:pt x="526" y="78"/>
                </a:lnTo>
                <a:lnTo>
                  <a:pt x="525" y="77"/>
                </a:lnTo>
                <a:lnTo>
                  <a:pt x="526" y="74"/>
                </a:lnTo>
                <a:lnTo>
                  <a:pt x="526" y="73"/>
                </a:lnTo>
                <a:lnTo>
                  <a:pt x="525" y="73"/>
                </a:lnTo>
                <a:lnTo>
                  <a:pt x="524" y="73"/>
                </a:lnTo>
                <a:lnTo>
                  <a:pt x="522" y="73"/>
                </a:lnTo>
                <a:lnTo>
                  <a:pt x="520" y="73"/>
                </a:lnTo>
                <a:lnTo>
                  <a:pt x="519" y="73"/>
                </a:lnTo>
                <a:lnTo>
                  <a:pt x="519" y="72"/>
                </a:lnTo>
                <a:lnTo>
                  <a:pt x="518" y="70"/>
                </a:lnTo>
                <a:lnTo>
                  <a:pt x="519" y="69"/>
                </a:lnTo>
                <a:lnTo>
                  <a:pt x="520" y="68"/>
                </a:lnTo>
                <a:lnTo>
                  <a:pt x="521" y="68"/>
                </a:lnTo>
                <a:lnTo>
                  <a:pt x="522" y="67"/>
                </a:lnTo>
                <a:lnTo>
                  <a:pt x="523" y="66"/>
                </a:lnTo>
                <a:lnTo>
                  <a:pt x="523" y="65"/>
                </a:lnTo>
                <a:lnTo>
                  <a:pt x="522" y="63"/>
                </a:lnTo>
                <a:lnTo>
                  <a:pt x="522" y="62"/>
                </a:lnTo>
                <a:lnTo>
                  <a:pt x="521" y="59"/>
                </a:lnTo>
                <a:lnTo>
                  <a:pt x="519" y="55"/>
                </a:lnTo>
                <a:lnTo>
                  <a:pt x="519" y="53"/>
                </a:lnTo>
                <a:lnTo>
                  <a:pt x="520" y="53"/>
                </a:lnTo>
                <a:lnTo>
                  <a:pt x="522" y="53"/>
                </a:lnTo>
                <a:lnTo>
                  <a:pt x="524" y="52"/>
                </a:lnTo>
                <a:lnTo>
                  <a:pt x="525" y="51"/>
                </a:lnTo>
                <a:lnTo>
                  <a:pt x="525" y="50"/>
                </a:lnTo>
                <a:lnTo>
                  <a:pt x="524" y="48"/>
                </a:lnTo>
                <a:lnTo>
                  <a:pt x="524" y="47"/>
                </a:lnTo>
                <a:lnTo>
                  <a:pt x="522" y="46"/>
                </a:lnTo>
                <a:lnTo>
                  <a:pt x="519" y="45"/>
                </a:lnTo>
                <a:lnTo>
                  <a:pt x="518" y="45"/>
                </a:lnTo>
                <a:lnTo>
                  <a:pt x="517" y="45"/>
                </a:lnTo>
                <a:lnTo>
                  <a:pt x="516" y="45"/>
                </a:lnTo>
                <a:lnTo>
                  <a:pt x="516" y="44"/>
                </a:lnTo>
                <a:lnTo>
                  <a:pt x="515" y="43"/>
                </a:lnTo>
                <a:lnTo>
                  <a:pt x="517" y="42"/>
                </a:lnTo>
                <a:lnTo>
                  <a:pt x="518" y="42"/>
                </a:lnTo>
                <a:lnTo>
                  <a:pt x="521" y="41"/>
                </a:lnTo>
                <a:lnTo>
                  <a:pt x="522" y="40"/>
                </a:lnTo>
                <a:lnTo>
                  <a:pt x="522" y="39"/>
                </a:lnTo>
                <a:lnTo>
                  <a:pt x="521" y="39"/>
                </a:lnTo>
                <a:lnTo>
                  <a:pt x="520" y="38"/>
                </a:lnTo>
                <a:lnTo>
                  <a:pt x="520" y="37"/>
                </a:lnTo>
                <a:lnTo>
                  <a:pt x="522" y="37"/>
                </a:lnTo>
                <a:lnTo>
                  <a:pt x="523" y="37"/>
                </a:lnTo>
                <a:lnTo>
                  <a:pt x="523" y="36"/>
                </a:lnTo>
                <a:lnTo>
                  <a:pt x="522" y="34"/>
                </a:lnTo>
                <a:lnTo>
                  <a:pt x="521" y="34"/>
                </a:lnTo>
                <a:lnTo>
                  <a:pt x="520" y="34"/>
                </a:lnTo>
                <a:lnTo>
                  <a:pt x="521" y="31"/>
                </a:lnTo>
                <a:lnTo>
                  <a:pt x="521" y="27"/>
                </a:lnTo>
                <a:lnTo>
                  <a:pt x="521" y="26"/>
                </a:lnTo>
                <a:lnTo>
                  <a:pt x="521" y="25"/>
                </a:lnTo>
                <a:lnTo>
                  <a:pt x="521" y="24"/>
                </a:lnTo>
                <a:lnTo>
                  <a:pt x="523" y="24"/>
                </a:lnTo>
                <a:lnTo>
                  <a:pt x="523" y="21"/>
                </a:lnTo>
                <a:lnTo>
                  <a:pt x="521" y="17"/>
                </a:lnTo>
                <a:lnTo>
                  <a:pt x="521" y="16"/>
                </a:lnTo>
                <a:lnTo>
                  <a:pt x="522" y="15"/>
                </a:lnTo>
                <a:lnTo>
                  <a:pt x="523" y="15"/>
                </a:lnTo>
                <a:lnTo>
                  <a:pt x="524" y="15"/>
                </a:lnTo>
                <a:lnTo>
                  <a:pt x="524" y="14"/>
                </a:lnTo>
                <a:lnTo>
                  <a:pt x="525" y="14"/>
                </a:lnTo>
                <a:lnTo>
                  <a:pt x="526" y="11"/>
                </a:lnTo>
                <a:lnTo>
                  <a:pt x="527" y="11"/>
                </a:lnTo>
                <a:lnTo>
                  <a:pt x="526" y="11"/>
                </a:lnTo>
                <a:lnTo>
                  <a:pt x="526" y="10"/>
                </a:lnTo>
                <a:lnTo>
                  <a:pt x="524" y="8"/>
                </a:lnTo>
                <a:lnTo>
                  <a:pt x="526" y="4"/>
                </a:lnTo>
                <a:lnTo>
                  <a:pt x="526" y="3"/>
                </a:lnTo>
                <a:lnTo>
                  <a:pt x="526" y="2"/>
                </a:lnTo>
                <a:lnTo>
                  <a:pt x="527" y="2"/>
                </a:lnTo>
                <a:lnTo>
                  <a:pt x="528" y="2"/>
                </a:lnTo>
                <a:close/>
              </a:path>
            </a:pathLst>
          </a:custGeom>
          <a:solidFill>
            <a:srgbClr val="FFCE83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8" name=""/>
          <p:cNvSpPr/>
          <p:nvPr/>
        </p:nvSpPr>
        <p:spPr>
          <a:xfrm>
            <a:off x="8205480" y="253440"/>
            <a:ext cx="716040" cy="658440"/>
          </a:xfrm>
          <a:custGeom>
            <a:avLst/>
            <a:gdLst/>
            <a:ahLst/>
            <a:rect l="0" t="0" r="r" b="b"/>
            <a:pathLst>
              <a:path w="1989" h="1829">
                <a:moveTo>
                  <a:pt x="248" y="7"/>
                </a:moveTo>
                <a:lnTo>
                  <a:pt x="249" y="7"/>
                </a:lnTo>
                <a:lnTo>
                  <a:pt x="250" y="7"/>
                </a:lnTo>
                <a:lnTo>
                  <a:pt x="251" y="7"/>
                </a:lnTo>
                <a:lnTo>
                  <a:pt x="252" y="7"/>
                </a:lnTo>
                <a:lnTo>
                  <a:pt x="252" y="6"/>
                </a:lnTo>
                <a:lnTo>
                  <a:pt x="252" y="7"/>
                </a:lnTo>
                <a:lnTo>
                  <a:pt x="252" y="6"/>
                </a:lnTo>
                <a:lnTo>
                  <a:pt x="252" y="7"/>
                </a:lnTo>
                <a:lnTo>
                  <a:pt x="253" y="6"/>
                </a:lnTo>
                <a:lnTo>
                  <a:pt x="254" y="6"/>
                </a:lnTo>
                <a:lnTo>
                  <a:pt x="254" y="7"/>
                </a:lnTo>
                <a:lnTo>
                  <a:pt x="255" y="7"/>
                </a:lnTo>
                <a:lnTo>
                  <a:pt x="255" y="8"/>
                </a:lnTo>
                <a:lnTo>
                  <a:pt x="255" y="9"/>
                </a:lnTo>
                <a:lnTo>
                  <a:pt x="256" y="9"/>
                </a:lnTo>
                <a:lnTo>
                  <a:pt x="256" y="10"/>
                </a:lnTo>
                <a:lnTo>
                  <a:pt x="256" y="11"/>
                </a:lnTo>
                <a:lnTo>
                  <a:pt x="256" y="12"/>
                </a:lnTo>
                <a:lnTo>
                  <a:pt x="257" y="12"/>
                </a:lnTo>
                <a:lnTo>
                  <a:pt x="258" y="13"/>
                </a:lnTo>
                <a:lnTo>
                  <a:pt x="259" y="13"/>
                </a:lnTo>
                <a:lnTo>
                  <a:pt x="260" y="13"/>
                </a:lnTo>
                <a:lnTo>
                  <a:pt x="261" y="13"/>
                </a:lnTo>
                <a:lnTo>
                  <a:pt x="261" y="12"/>
                </a:lnTo>
                <a:lnTo>
                  <a:pt x="261" y="10"/>
                </a:lnTo>
                <a:lnTo>
                  <a:pt x="261" y="9"/>
                </a:lnTo>
                <a:lnTo>
                  <a:pt x="260" y="9"/>
                </a:lnTo>
                <a:lnTo>
                  <a:pt x="259" y="9"/>
                </a:lnTo>
                <a:lnTo>
                  <a:pt x="259" y="8"/>
                </a:lnTo>
                <a:lnTo>
                  <a:pt x="258" y="8"/>
                </a:lnTo>
                <a:lnTo>
                  <a:pt x="258" y="7"/>
                </a:lnTo>
                <a:lnTo>
                  <a:pt x="258" y="6"/>
                </a:lnTo>
                <a:lnTo>
                  <a:pt x="258" y="5"/>
                </a:lnTo>
                <a:lnTo>
                  <a:pt x="258" y="4"/>
                </a:lnTo>
                <a:lnTo>
                  <a:pt x="258" y="3"/>
                </a:lnTo>
                <a:lnTo>
                  <a:pt x="259" y="2"/>
                </a:lnTo>
                <a:lnTo>
                  <a:pt x="260" y="1"/>
                </a:lnTo>
                <a:lnTo>
                  <a:pt x="261" y="1"/>
                </a:lnTo>
                <a:lnTo>
                  <a:pt x="261" y="0"/>
                </a:lnTo>
                <a:lnTo>
                  <a:pt x="262" y="0"/>
                </a:lnTo>
                <a:lnTo>
                  <a:pt x="263" y="0"/>
                </a:lnTo>
                <a:lnTo>
                  <a:pt x="263" y="1"/>
                </a:lnTo>
                <a:lnTo>
                  <a:pt x="264" y="1"/>
                </a:lnTo>
                <a:lnTo>
                  <a:pt x="265" y="1"/>
                </a:lnTo>
                <a:lnTo>
                  <a:pt x="265" y="2"/>
                </a:lnTo>
                <a:lnTo>
                  <a:pt x="266" y="2"/>
                </a:lnTo>
                <a:lnTo>
                  <a:pt x="266" y="3"/>
                </a:lnTo>
                <a:lnTo>
                  <a:pt x="267" y="3"/>
                </a:lnTo>
                <a:lnTo>
                  <a:pt x="267" y="4"/>
                </a:lnTo>
                <a:lnTo>
                  <a:pt x="266" y="4"/>
                </a:lnTo>
                <a:lnTo>
                  <a:pt x="267" y="4"/>
                </a:lnTo>
                <a:lnTo>
                  <a:pt x="267" y="5"/>
                </a:lnTo>
                <a:lnTo>
                  <a:pt x="266" y="5"/>
                </a:lnTo>
                <a:lnTo>
                  <a:pt x="266" y="6"/>
                </a:lnTo>
                <a:lnTo>
                  <a:pt x="266" y="7"/>
                </a:lnTo>
                <a:lnTo>
                  <a:pt x="265" y="7"/>
                </a:lnTo>
                <a:lnTo>
                  <a:pt x="265" y="8"/>
                </a:lnTo>
                <a:lnTo>
                  <a:pt x="264" y="8"/>
                </a:lnTo>
                <a:lnTo>
                  <a:pt x="264" y="9"/>
                </a:lnTo>
                <a:lnTo>
                  <a:pt x="264" y="10"/>
                </a:lnTo>
                <a:lnTo>
                  <a:pt x="264" y="11"/>
                </a:lnTo>
                <a:lnTo>
                  <a:pt x="265" y="11"/>
                </a:lnTo>
                <a:lnTo>
                  <a:pt x="265" y="12"/>
                </a:lnTo>
                <a:lnTo>
                  <a:pt x="267" y="12"/>
                </a:lnTo>
                <a:lnTo>
                  <a:pt x="267" y="11"/>
                </a:lnTo>
                <a:lnTo>
                  <a:pt x="268" y="11"/>
                </a:lnTo>
                <a:lnTo>
                  <a:pt x="268" y="10"/>
                </a:lnTo>
                <a:lnTo>
                  <a:pt x="269" y="10"/>
                </a:lnTo>
                <a:lnTo>
                  <a:pt x="269" y="9"/>
                </a:lnTo>
                <a:lnTo>
                  <a:pt x="269" y="8"/>
                </a:lnTo>
                <a:lnTo>
                  <a:pt x="270" y="8"/>
                </a:lnTo>
                <a:lnTo>
                  <a:pt x="270" y="7"/>
                </a:lnTo>
                <a:lnTo>
                  <a:pt x="270" y="6"/>
                </a:lnTo>
                <a:lnTo>
                  <a:pt x="270" y="5"/>
                </a:lnTo>
                <a:lnTo>
                  <a:pt x="270" y="4"/>
                </a:lnTo>
                <a:lnTo>
                  <a:pt x="270" y="3"/>
                </a:lnTo>
                <a:lnTo>
                  <a:pt x="270" y="2"/>
                </a:lnTo>
                <a:lnTo>
                  <a:pt x="270" y="1"/>
                </a:lnTo>
                <a:lnTo>
                  <a:pt x="270" y="0"/>
                </a:lnTo>
                <a:lnTo>
                  <a:pt x="271" y="0"/>
                </a:lnTo>
                <a:lnTo>
                  <a:pt x="272" y="0"/>
                </a:lnTo>
                <a:lnTo>
                  <a:pt x="274" y="0"/>
                </a:lnTo>
                <a:lnTo>
                  <a:pt x="275" y="0"/>
                </a:lnTo>
                <a:lnTo>
                  <a:pt x="276" y="0"/>
                </a:lnTo>
                <a:lnTo>
                  <a:pt x="276" y="1"/>
                </a:lnTo>
                <a:lnTo>
                  <a:pt x="277" y="1"/>
                </a:lnTo>
                <a:lnTo>
                  <a:pt x="278" y="1"/>
                </a:lnTo>
                <a:lnTo>
                  <a:pt x="279" y="1"/>
                </a:lnTo>
                <a:lnTo>
                  <a:pt x="280" y="1"/>
                </a:lnTo>
                <a:lnTo>
                  <a:pt x="280" y="2"/>
                </a:lnTo>
                <a:lnTo>
                  <a:pt x="280" y="3"/>
                </a:lnTo>
                <a:lnTo>
                  <a:pt x="281" y="3"/>
                </a:lnTo>
                <a:lnTo>
                  <a:pt x="281" y="4"/>
                </a:lnTo>
                <a:lnTo>
                  <a:pt x="282" y="4"/>
                </a:lnTo>
                <a:lnTo>
                  <a:pt x="282" y="5"/>
                </a:lnTo>
                <a:lnTo>
                  <a:pt x="283" y="6"/>
                </a:lnTo>
                <a:lnTo>
                  <a:pt x="284" y="7"/>
                </a:lnTo>
                <a:lnTo>
                  <a:pt x="284" y="8"/>
                </a:lnTo>
                <a:lnTo>
                  <a:pt x="285" y="8"/>
                </a:lnTo>
                <a:lnTo>
                  <a:pt x="286" y="8"/>
                </a:lnTo>
                <a:lnTo>
                  <a:pt x="286" y="9"/>
                </a:lnTo>
                <a:lnTo>
                  <a:pt x="287" y="9"/>
                </a:lnTo>
                <a:lnTo>
                  <a:pt x="288" y="8"/>
                </a:lnTo>
                <a:lnTo>
                  <a:pt x="289" y="8"/>
                </a:lnTo>
                <a:lnTo>
                  <a:pt x="289" y="7"/>
                </a:lnTo>
                <a:lnTo>
                  <a:pt x="290" y="7"/>
                </a:lnTo>
                <a:lnTo>
                  <a:pt x="291" y="7"/>
                </a:lnTo>
                <a:lnTo>
                  <a:pt x="292" y="7"/>
                </a:lnTo>
                <a:lnTo>
                  <a:pt x="292" y="6"/>
                </a:lnTo>
                <a:lnTo>
                  <a:pt x="293" y="6"/>
                </a:lnTo>
                <a:lnTo>
                  <a:pt x="293" y="7"/>
                </a:lnTo>
                <a:lnTo>
                  <a:pt x="294" y="7"/>
                </a:lnTo>
                <a:lnTo>
                  <a:pt x="295" y="7"/>
                </a:lnTo>
                <a:lnTo>
                  <a:pt x="297" y="7"/>
                </a:lnTo>
                <a:lnTo>
                  <a:pt x="298" y="7"/>
                </a:lnTo>
                <a:lnTo>
                  <a:pt x="300" y="7"/>
                </a:lnTo>
                <a:lnTo>
                  <a:pt x="301" y="7"/>
                </a:lnTo>
                <a:lnTo>
                  <a:pt x="302" y="7"/>
                </a:lnTo>
                <a:lnTo>
                  <a:pt x="303" y="6"/>
                </a:lnTo>
                <a:lnTo>
                  <a:pt x="304" y="6"/>
                </a:lnTo>
                <a:lnTo>
                  <a:pt x="305" y="6"/>
                </a:lnTo>
                <a:lnTo>
                  <a:pt x="306" y="6"/>
                </a:lnTo>
                <a:lnTo>
                  <a:pt x="307" y="6"/>
                </a:lnTo>
                <a:lnTo>
                  <a:pt x="310" y="7"/>
                </a:lnTo>
                <a:lnTo>
                  <a:pt x="312" y="8"/>
                </a:lnTo>
                <a:lnTo>
                  <a:pt x="314" y="9"/>
                </a:lnTo>
                <a:lnTo>
                  <a:pt x="318" y="11"/>
                </a:lnTo>
                <a:lnTo>
                  <a:pt x="321" y="13"/>
                </a:lnTo>
                <a:lnTo>
                  <a:pt x="322" y="13"/>
                </a:lnTo>
                <a:lnTo>
                  <a:pt x="326" y="16"/>
                </a:lnTo>
                <a:lnTo>
                  <a:pt x="326" y="17"/>
                </a:lnTo>
                <a:lnTo>
                  <a:pt x="327" y="17"/>
                </a:lnTo>
                <a:lnTo>
                  <a:pt x="327" y="18"/>
                </a:lnTo>
                <a:lnTo>
                  <a:pt x="327" y="19"/>
                </a:lnTo>
                <a:lnTo>
                  <a:pt x="328" y="19"/>
                </a:lnTo>
                <a:lnTo>
                  <a:pt x="328" y="20"/>
                </a:lnTo>
                <a:lnTo>
                  <a:pt x="329" y="20"/>
                </a:lnTo>
                <a:lnTo>
                  <a:pt x="330" y="20"/>
                </a:lnTo>
                <a:lnTo>
                  <a:pt x="331" y="20"/>
                </a:lnTo>
                <a:lnTo>
                  <a:pt x="331" y="19"/>
                </a:lnTo>
                <a:lnTo>
                  <a:pt x="332" y="19"/>
                </a:lnTo>
                <a:lnTo>
                  <a:pt x="332" y="18"/>
                </a:lnTo>
                <a:lnTo>
                  <a:pt x="333" y="18"/>
                </a:lnTo>
                <a:lnTo>
                  <a:pt x="334" y="18"/>
                </a:lnTo>
                <a:lnTo>
                  <a:pt x="335" y="18"/>
                </a:lnTo>
                <a:lnTo>
                  <a:pt x="336" y="19"/>
                </a:lnTo>
                <a:lnTo>
                  <a:pt x="337" y="20"/>
                </a:lnTo>
                <a:lnTo>
                  <a:pt x="337" y="21"/>
                </a:lnTo>
                <a:lnTo>
                  <a:pt x="337" y="22"/>
                </a:lnTo>
                <a:lnTo>
                  <a:pt x="338" y="22"/>
                </a:lnTo>
                <a:lnTo>
                  <a:pt x="338" y="23"/>
                </a:lnTo>
                <a:lnTo>
                  <a:pt x="339" y="23"/>
                </a:lnTo>
                <a:lnTo>
                  <a:pt x="340" y="23"/>
                </a:lnTo>
                <a:lnTo>
                  <a:pt x="340" y="24"/>
                </a:lnTo>
                <a:lnTo>
                  <a:pt x="341" y="24"/>
                </a:lnTo>
                <a:lnTo>
                  <a:pt x="341" y="25"/>
                </a:lnTo>
                <a:lnTo>
                  <a:pt x="341" y="26"/>
                </a:lnTo>
                <a:lnTo>
                  <a:pt x="342" y="26"/>
                </a:lnTo>
                <a:lnTo>
                  <a:pt x="342" y="27"/>
                </a:lnTo>
                <a:lnTo>
                  <a:pt x="343" y="27"/>
                </a:lnTo>
                <a:lnTo>
                  <a:pt x="344" y="27"/>
                </a:lnTo>
                <a:lnTo>
                  <a:pt x="345" y="27"/>
                </a:lnTo>
                <a:lnTo>
                  <a:pt x="345" y="26"/>
                </a:lnTo>
                <a:lnTo>
                  <a:pt x="347" y="25"/>
                </a:lnTo>
                <a:lnTo>
                  <a:pt x="347" y="24"/>
                </a:lnTo>
                <a:lnTo>
                  <a:pt x="348" y="24"/>
                </a:lnTo>
                <a:lnTo>
                  <a:pt x="348" y="23"/>
                </a:lnTo>
                <a:lnTo>
                  <a:pt x="348" y="22"/>
                </a:lnTo>
                <a:lnTo>
                  <a:pt x="349" y="21"/>
                </a:lnTo>
                <a:lnTo>
                  <a:pt x="350" y="21"/>
                </a:lnTo>
                <a:lnTo>
                  <a:pt x="351" y="21"/>
                </a:lnTo>
                <a:lnTo>
                  <a:pt x="352" y="20"/>
                </a:lnTo>
                <a:lnTo>
                  <a:pt x="354" y="19"/>
                </a:lnTo>
                <a:lnTo>
                  <a:pt x="355" y="18"/>
                </a:lnTo>
                <a:lnTo>
                  <a:pt x="356" y="18"/>
                </a:lnTo>
                <a:lnTo>
                  <a:pt x="357" y="18"/>
                </a:lnTo>
                <a:lnTo>
                  <a:pt x="358" y="18"/>
                </a:lnTo>
                <a:lnTo>
                  <a:pt x="359" y="18"/>
                </a:lnTo>
                <a:lnTo>
                  <a:pt x="359" y="19"/>
                </a:lnTo>
                <a:lnTo>
                  <a:pt x="360" y="20"/>
                </a:lnTo>
                <a:lnTo>
                  <a:pt x="361" y="21"/>
                </a:lnTo>
                <a:lnTo>
                  <a:pt x="362" y="21"/>
                </a:lnTo>
                <a:lnTo>
                  <a:pt x="362" y="22"/>
                </a:lnTo>
                <a:lnTo>
                  <a:pt x="363" y="22"/>
                </a:lnTo>
                <a:lnTo>
                  <a:pt x="364" y="23"/>
                </a:lnTo>
                <a:lnTo>
                  <a:pt x="365" y="24"/>
                </a:lnTo>
                <a:lnTo>
                  <a:pt x="366" y="24"/>
                </a:lnTo>
                <a:lnTo>
                  <a:pt x="367" y="24"/>
                </a:lnTo>
                <a:lnTo>
                  <a:pt x="368" y="24"/>
                </a:lnTo>
                <a:lnTo>
                  <a:pt x="369" y="25"/>
                </a:lnTo>
                <a:lnTo>
                  <a:pt x="370" y="26"/>
                </a:lnTo>
                <a:lnTo>
                  <a:pt x="371" y="28"/>
                </a:lnTo>
                <a:lnTo>
                  <a:pt x="372" y="29"/>
                </a:lnTo>
                <a:lnTo>
                  <a:pt x="373" y="30"/>
                </a:lnTo>
                <a:lnTo>
                  <a:pt x="373" y="31"/>
                </a:lnTo>
                <a:lnTo>
                  <a:pt x="374" y="32"/>
                </a:lnTo>
                <a:lnTo>
                  <a:pt x="374" y="33"/>
                </a:lnTo>
                <a:lnTo>
                  <a:pt x="375" y="33"/>
                </a:lnTo>
                <a:lnTo>
                  <a:pt x="375" y="34"/>
                </a:lnTo>
                <a:lnTo>
                  <a:pt x="376" y="34"/>
                </a:lnTo>
                <a:lnTo>
                  <a:pt x="376" y="35"/>
                </a:lnTo>
                <a:lnTo>
                  <a:pt x="377" y="36"/>
                </a:lnTo>
                <a:lnTo>
                  <a:pt x="378" y="37"/>
                </a:lnTo>
                <a:lnTo>
                  <a:pt x="378" y="38"/>
                </a:lnTo>
                <a:lnTo>
                  <a:pt x="379" y="39"/>
                </a:lnTo>
                <a:lnTo>
                  <a:pt x="380" y="39"/>
                </a:lnTo>
                <a:lnTo>
                  <a:pt x="381" y="39"/>
                </a:lnTo>
                <a:lnTo>
                  <a:pt x="383" y="39"/>
                </a:lnTo>
                <a:lnTo>
                  <a:pt x="384" y="39"/>
                </a:lnTo>
                <a:lnTo>
                  <a:pt x="386" y="41"/>
                </a:lnTo>
                <a:lnTo>
                  <a:pt x="387" y="42"/>
                </a:lnTo>
                <a:lnTo>
                  <a:pt x="387" y="43"/>
                </a:lnTo>
                <a:lnTo>
                  <a:pt x="387" y="44"/>
                </a:lnTo>
                <a:lnTo>
                  <a:pt x="388" y="44"/>
                </a:lnTo>
                <a:lnTo>
                  <a:pt x="389" y="44"/>
                </a:lnTo>
                <a:lnTo>
                  <a:pt x="390" y="44"/>
                </a:lnTo>
                <a:lnTo>
                  <a:pt x="391" y="44"/>
                </a:lnTo>
                <a:lnTo>
                  <a:pt x="391" y="43"/>
                </a:lnTo>
                <a:lnTo>
                  <a:pt x="393" y="44"/>
                </a:lnTo>
                <a:lnTo>
                  <a:pt x="394" y="44"/>
                </a:lnTo>
                <a:lnTo>
                  <a:pt x="396" y="45"/>
                </a:lnTo>
                <a:lnTo>
                  <a:pt x="397" y="45"/>
                </a:lnTo>
                <a:lnTo>
                  <a:pt x="398" y="45"/>
                </a:lnTo>
                <a:lnTo>
                  <a:pt x="399" y="45"/>
                </a:lnTo>
                <a:lnTo>
                  <a:pt x="400" y="45"/>
                </a:lnTo>
                <a:lnTo>
                  <a:pt x="401" y="45"/>
                </a:lnTo>
                <a:lnTo>
                  <a:pt x="402" y="45"/>
                </a:lnTo>
                <a:lnTo>
                  <a:pt x="406" y="43"/>
                </a:lnTo>
                <a:lnTo>
                  <a:pt x="408" y="42"/>
                </a:lnTo>
                <a:lnTo>
                  <a:pt x="409" y="42"/>
                </a:lnTo>
                <a:lnTo>
                  <a:pt x="410" y="42"/>
                </a:lnTo>
                <a:lnTo>
                  <a:pt x="411" y="42"/>
                </a:lnTo>
                <a:lnTo>
                  <a:pt x="412" y="41"/>
                </a:lnTo>
                <a:lnTo>
                  <a:pt x="413" y="41"/>
                </a:lnTo>
                <a:lnTo>
                  <a:pt x="414" y="41"/>
                </a:lnTo>
                <a:lnTo>
                  <a:pt x="416" y="41"/>
                </a:lnTo>
                <a:lnTo>
                  <a:pt x="417" y="41"/>
                </a:lnTo>
                <a:lnTo>
                  <a:pt x="419" y="41"/>
                </a:lnTo>
                <a:lnTo>
                  <a:pt x="420" y="42"/>
                </a:lnTo>
                <a:lnTo>
                  <a:pt x="421" y="42"/>
                </a:lnTo>
                <a:lnTo>
                  <a:pt x="423" y="42"/>
                </a:lnTo>
                <a:lnTo>
                  <a:pt x="424" y="42"/>
                </a:lnTo>
                <a:lnTo>
                  <a:pt x="425" y="43"/>
                </a:lnTo>
                <a:lnTo>
                  <a:pt x="425" y="44"/>
                </a:lnTo>
                <a:lnTo>
                  <a:pt x="425" y="46"/>
                </a:lnTo>
                <a:lnTo>
                  <a:pt x="425" y="47"/>
                </a:lnTo>
                <a:lnTo>
                  <a:pt x="424" y="47"/>
                </a:lnTo>
                <a:lnTo>
                  <a:pt x="424" y="48"/>
                </a:lnTo>
                <a:lnTo>
                  <a:pt x="425" y="49"/>
                </a:lnTo>
                <a:lnTo>
                  <a:pt x="426" y="50"/>
                </a:lnTo>
                <a:lnTo>
                  <a:pt x="428" y="51"/>
                </a:lnTo>
                <a:lnTo>
                  <a:pt x="429" y="51"/>
                </a:lnTo>
                <a:lnTo>
                  <a:pt x="430" y="51"/>
                </a:lnTo>
                <a:lnTo>
                  <a:pt x="431" y="51"/>
                </a:lnTo>
                <a:lnTo>
                  <a:pt x="434" y="51"/>
                </a:lnTo>
                <a:lnTo>
                  <a:pt x="436" y="50"/>
                </a:lnTo>
                <a:lnTo>
                  <a:pt x="437" y="50"/>
                </a:lnTo>
                <a:lnTo>
                  <a:pt x="437" y="49"/>
                </a:lnTo>
                <a:lnTo>
                  <a:pt x="438" y="49"/>
                </a:lnTo>
                <a:lnTo>
                  <a:pt x="439" y="49"/>
                </a:lnTo>
                <a:lnTo>
                  <a:pt x="439" y="48"/>
                </a:lnTo>
                <a:lnTo>
                  <a:pt x="440" y="48"/>
                </a:lnTo>
                <a:lnTo>
                  <a:pt x="441" y="49"/>
                </a:lnTo>
                <a:lnTo>
                  <a:pt x="442" y="51"/>
                </a:lnTo>
                <a:lnTo>
                  <a:pt x="444" y="54"/>
                </a:lnTo>
                <a:lnTo>
                  <a:pt x="444" y="55"/>
                </a:lnTo>
                <a:lnTo>
                  <a:pt x="445" y="55"/>
                </a:lnTo>
                <a:lnTo>
                  <a:pt x="445" y="56"/>
                </a:lnTo>
                <a:lnTo>
                  <a:pt x="446" y="56"/>
                </a:lnTo>
                <a:lnTo>
                  <a:pt x="446" y="57"/>
                </a:lnTo>
                <a:lnTo>
                  <a:pt x="447" y="57"/>
                </a:lnTo>
                <a:lnTo>
                  <a:pt x="448" y="56"/>
                </a:lnTo>
                <a:lnTo>
                  <a:pt x="449" y="56"/>
                </a:lnTo>
                <a:lnTo>
                  <a:pt x="450" y="55"/>
                </a:lnTo>
                <a:lnTo>
                  <a:pt x="450" y="54"/>
                </a:lnTo>
                <a:lnTo>
                  <a:pt x="450" y="52"/>
                </a:lnTo>
                <a:lnTo>
                  <a:pt x="450" y="51"/>
                </a:lnTo>
                <a:lnTo>
                  <a:pt x="450" y="50"/>
                </a:lnTo>
                <a:lnTo>
                  <a:pt x="449" y="50"/>
                </a:lnTo>
                <a:lnTo>
                  <a:pt x="449" y="49"/>
                </a:lnTo>
                <a:lnTo>
                  <a:pt x="449" y="48"/>
                </a:lnTo>
                <a:lnTo>
                  <a:pt x="448" y="48"/>
                </a:lnTo>
                <a:lnTo>
                  <a:pt x="447" y="47"/>
                </a:lnTo>
                <a:lnTo>
                  <a:pt x="446" y="46"/>
                </a:lnTo>
                <a:lnTo>
                  <a:pt x="446" y="45"/>
                </a:lnTo>
                <a:lnTo>
                  <a:pt x="446" y="44"/>
                </a:lnTo>
                <a:lnTo>
                  <a:pt x="446" y="43"/>
                </a:lnTo>
                <a:lnTo>
                  <a:pt x="447" y="42"/>
                </a:lnTo>
                <a:lnTo>
                  <a:pt x="449" y="40"/>
                </a:lnTo>
                <a:lnTo>
                  <a:pt x="452" y="38"/>
                </a:lnTo>
                <a:lnTo>
                  <a:pt x="453" y="38"/>
                </a:lnTo>
                <a:lnTo>
                  <a:pt x="453" y="37"/>
                </a:lnTo>
                <a:lnTo>
                  <a:pt x="454" y="37"/>
                </a:lnTo>
                <a:lnTo>
                  <a:pt x="455" y="36"/>
                </a:lnTo>
                <a:lnTo>
                  <a:pt x="456" y="36"/>
                </a:lnTo>
                <a:lnTo>
                  <a:pt x="456" y="35"/>
                </a:lnTo>
                <a:lnTo>
                  <a:pt x="458" y="34"/>
                </a:lnTo>
                <a:lnTo>
                  <a:pt x="460" y="34"/>
                </a:lnTo>
                <a:lnTo>
                  <a:pt x="461" y="33"/>
                </a:lnTo>
                <a:lnTo>
                  <a:pt x="462" y="33"/>
                </a:lnTo>
                <a:lnTo>
                  <a:pt x="463" y="32"/>
                </a:lnTo>
                <a:lnTo>
                  <a:pt x="464" y="32"/>
                </a:lnTo>
                <a:lnTo>
                  <a:pt x="465" y="32"/>
                </a:lnTo>
                <a:lnTo>
                  <a:pt x="466" y="32"/>
                </a:lnTo>
                <a:lnTo>
                  <a:pt x="468" y="31"/>
                </a:lnTo>
                <a:lnTo>
                  <a:pt x="473" y="30"/>
                </a:lnTo>
                <a:lnTo>
                  <a:pt x="475" y="30"/>
                </a:lnTo>
                <a:lnTo>
                  <a:pt x="476" y="29"/>
                </a:lnTo>
                <a:lnTo>
                  <a:pt x="477" y="29"/>
                </a:lnTo>
                <a:lnTo>
                  <a:pt x="478" y="29"/>
                </a:lnTo>
                <a:lnTo>
                  <a:pt x="479" y="29"/>
                </a:lnTo>
                <a:lnTo>
                  <a:pt x="480" y="29"/>
                </a:lnTo>
                <a:lnTo>
                  <a:pt x="480" y="30"/>
                </a:lnTo>
                <a:lnTo>
                  <a:pt x="481" y="29"/>
                </a:lnTo>
                <a:lnTo>
                  <a:pt x="483" y="29"/>
                </a:lnTo>
                <a:lnTo>
                  <a:pt x="486" y="30"/>
                </a:lnTo>
                <a:lnTo>
                  <a:pt x="487" y="31"/>
                </a:lnTo>
                <a:lnTo>
                  <a:pt x="488" y="31"/>
                </a:lnTo>
                <a:lnTo>
                  <a:pt x="490" y="31"/>
                </a:lnTo>
                <a:lnTo>
                  <a:pt x="495" y="34"/>
                </a:lnTo>
                <a:lnTo>
                  <a:pt x="496" y="35"/>
                </a:lnTo>
                <a:lnTo>
                  <a:pt x="497" y="35"/>
                </a:lnTo>
                <a:lnTo>
                  <a:pt x="498" y="35"/>
                </a:lnTo>
                <a:lnTo>
                  <a:pt x="498" y="36"/>
                </a:lnTo>
                <a:lnTo>
                  <a:pt x="499" y="36"/>
                </a:lnTo>
                <a:lnTo>
                  <a:pt x="500" y="36"/>
                </a:lnTo>
                <a:lnTo>
                  <a:pt x="501" y="36"/>
                </a:lnTo>
                <a:lnTo>
                  <a:pt x="502" y="36"/>
                </a:lnTo>
                <a:lnTo>
                  <a:pt x="503" y="36"/>
                </a:lnTo>
                <a:lnTo>
                  <a:pt x="504" y="37"/>
                </a:lnTo>
                <a:lnTo>
                  <a:pt x="506" y="37"/>
                </a:lnTo>
                <a:lnTo>
                  <a:pt x="507" y="37"/>
                </a:lnTo>
                <a:lnTo>
                  <a:pt x="509" y="37"/>
                </a:lnTo>
                <a:lnTo>
                  <a:pt x="510" y="37"/>
                </a:lnTo>
                <a:lnTo>
                  <a:pt x="511" y="37"/>
                </a:lnTo>
                <a:lnTo>
                  <a:pt x="513" y="38"/>
                </a:lnTo>
                <a:lnTo>
                  <a:pt x="514" y="38"/>
                </a:lnTo>
                <a:lnTo>
                  <a:pt x="515" y="39"/>
                </a:lnTo>
                <a:lnTo>
                  <a:pt x="516" y="39"/>
                </a:lnTo>
                <a:lnTo>
                  <a:pt x="517" y="39"/>
                </a:lnTo>
                <a:lnTo>
                  <a:pt x="517" y="40"/>
                </a:lnTo>
                <a:lnTo>
                  <a:pt x="519" y="40"/>
                </a:lnTo>
                <a:lnTo>
                  <a:pt x="521" y="40"/>
                </a:lnTo>
                <a:lnTo>
                  <a:pt x="522" y="40"/>
                </a:lnTo>
                <a:lnTo>
                  <a:pt x="523" y="40"/>
                </a:lnTo>
                <a:lnTo>
                  <a:pt x="524" y="40"/>
                </a:lnTo>
                <a:lnTo>
                  <a:pt x="525" y="41"/>
                </a:lnTo>
                <a:lnTo>
                  <a:pt x="526" y="41"/>
                </a:lnTo>
                <a:lnTo>
                  <a:pt x="526" y="42"/>
                </a:lnTo>
                <a:lnTo>
                  <a:pt x="526" y="43"/>
                </a:lnTo>
                <a:lnTo>
                  <a:pt x="526" y="44"/>
                </a:lnTo>
                <a:lnTo>
                  <a:pt x="526" y="45"/>
                </a:lnTo>
                <a:lnTo>
                  <a:pt x="526" y="46"/>
                </a:lnTo>
                <a:lnTo>
                  <a:pt x="527" y="47"/>
                </a:lnTo>
                <a:lnTo>
                  <a:pt x="527" y="48"/>
                </a:lnTo>
                <a:lnTo>
                  <a:pt x="528" y="49"/>
                </a:lnTo>
                <a:lnTo>
                  <a:pt x="529" y="49"/>
                </a:lnTo>
                <a:lnTo>
                  <a:pt x="530" y="49"/>
                </a:lnTo>
                <a:lnTo>
                  <a:pt x="531" y="48"/>
                </a:lnTo>
                <a:lnTo>
                  <a:pt x="532" y="47"/>
                </a:lnTo>
                <a:lnTo>
                  <a:pt x="533" y="47"/>
                </a:lnTo>
                <a:lnTo>
                  <a:pt x="533" y="46"/>
                </a:lnTo>
                <a:lnTo>
                  <a:pt x="534" y="45"/>
                </a:lnTo>
                <a:lnTo>
                  <a:pt x="534" y="44"/>
                </a:lnTo>
                <a:lnTo>
                  <a:pt x="535" y="43"/>
                </a:lnTo>
                <a:lnTo>
                  <a:pt x="537" y="41"/>
                </a:lnTo>
                <a:lnTo>
                  <a:pt x="538" y="41"/>
                </a:lnTo>
                <a:lnTo>
                  <a:pt x="539" y="41"/>
                </a:lnTo>
                <a:lnTo>
                  <a:pt x="540" y="40"/>
                </a:lnTo>
                <a:lnTo>
                  <a:pt x="541" y="41"/>
                </a:lnTo>
                <a:lnTo>
                  <a:pt x="542" y="41"/>
                </a:lnTo>
                <a:lnTo>
                  <a:pt x="542" y="42"/>
                </a:lnTo>
                <a:lnTo>
                  <a:pt x="543" y="42"/>
                </a:lnTo>
                <a:lnTo>
                  <a:pt x="543" y="43"/>
                </a:lnTo>
                <a:lnTo>
                  <a:pt x="544" y="43"/>
                </a:lnTo>
                <a:lnTo>
                  <a:pt x="544" y="44"/>
                </a:lnTo>
                <a:lnTo>
                  <a:pt x="545" y="45"/>
                </a:lnTo>
                <a:lnTo>
                  <a:pt x="545" y="47"/>
                </a:lnTo>
                <a:lnTo>
                  <a:pt x="545" y="48"/>
                </a:lnTo>
                <a:lnTo>
                  <a:pt x="546" y="49"/>
                </a:lnTo>
                <a:lnTo>
                  <a:pt x="547" y="49"/>
                </a:lnTo>
                <a:lnTo>
                  <a:pt x="548" y="50"/>
                </a:lnTo>
                <a:lnTo>
                  <a:pt x="550" y="51"/>
                </a:lnTo>
                <a:lnTo>
                  <a:pt x="551" y="52"/>
                </a:lnTo>
                <a:lnTo>
                  <a:pt x="552" y="53"/>
                </a:lnTo>
                <a:lnTo>
                  <a:pt x="552" y="54"/>
                </a:lnTo>
                <a:lnTo>
                  <a:pt x="553" y="54"/>
                </a:lnTo>
                <a:lnTo>
                  <a:pt x="554" y="54"/>
                </a:lnTo>
                <a:lnTo>
                  <a:pt x="555" y="54"/>
                </a:lnTo>
                <a:lnTo>
                  <a:pt x="557" y="54"/>
                </a:lnTo>
                <a:lnTo>
                  <a:pt x="558" y="54"/>
                </a:lnTo>
                <a:lnTo>
                  <a:pt x="559" y="54"/>
                </a:lnTo>
                <a:lnTo>
                  <a:pt x="560" y="55"/>
                </a:lnTo>
                <a:lnTo>
                  <a:pt x="561" y="55"/>
                </a:lnTo>
                <a:lnTo>
                  <a:pt x="561" y="56"/>
                </a:lnTo>
                <a:lnTo>
                  <a:pt x="561" y="57"/>
                </a:lnTo>
                <a:lnTo>
                  <a:pt x="560" y="58"/>
                </a:lnTo>
                <a:lnTo>
                  <a:pt x="559" y="58"/>
                </a:lnTo>
                <a:lnTo>
                  <a:pt x="559" y="59"/>
                </a:lnTo>
                <a:lnTo>
                  <a:pt x="559" y="60"/>
                </a:lnTo>
                <a:lnTo>
                  <a:pt x="559" y="61"/>
                </a:lnTo>
                <a:lnTo>
                  <a:pt x="560" y="62"/>
                </a:lnTo>
                <a:lnTo>
                  <a:pt x="560" y="63"/>
                </a:lnTo>
                <a:lnTo>
                  <a:pt x="561" y="64"/>
                </a:lnTo>
                <a:lnTo>
                  <a:pt x="561" y="65"/>
                </a:lnTo>
                <a:lnTo>
                  <a:pt x="560" y="65"/>
                </a:lnTo>
                <a:lnTo>
                  <a:pt x="560" y="66"/>
                </a:lnTo>
                <a:lnTo>
                  <a:pt x="559" y="66"/>
                </a:lnTo>
                <a:lnTo>
                  <a:pt x="559" y="67"/>
                </a:lnTo>
                <a:lnTo>
                  <a:pt x="557" y="68"/>
                </a:lnTo>
                <a:lnTo>
                  <a:pt x="556" y="68"/>
                </a:lnTo>
                <a:lnTo>
                  <a:pt x="555" y="68"/>
                </a:lnTo>
                <a:lnTo>
                  <a:pt x="554" y="70"/>
                </a:lnTo>
                <a:lnTo>
                  <a:pt x="553" y="70"/>
                </a:lnTo>
                <a:lnTo>
                  <a:pt x="553" y="71"/>
                </a:lnTo>
                <a:lnTo>
                  <a:pt x="553" y="72"/>
                </a:lnTo>
                <a:lnTo>
                  <a:pt x="553" y="73"/>
                </a:lnTo>
                <a:lnTo>
                  <a:pt x="554" y="75"/>
                </a:lnTo>
                <a:lnTo>
                  <a:pt x="555" y="78"/>
                </a:lnTo>
                <a:lnTo>
                  <a:pt x="555" y="79"/>
                </a:lnTo>
                <a:lnTo>
                  <a:pt x="555" y="80"/>
                </a:lnTo>
                <a:lnTo>
                  <a:pt x="555" y="81"/>
                </a:lnTo>
                <a:lnTo>
                  <a:pt x="556" y="81"/>
                </a:lnTo>
                <a:lnTo>
                  <a:pt x="556" y="82"/>
                </a:lnTo>
                <a:lnTo>
                  <a:pt x="557" y="82"/>
                </a:lnTo>
                <a:lnTo>
                  <a:pt x="558" y="82"/>
                </a:lnTo>
                <a:lnTo>
                  <a:pt x="558" y="81"/>
                </a:lnTo>
                <a:lnTo>
                  <a:pt x="559" y="80"/>
                </a:lnTo>
                <a:lnTo>
                  <a:pt x="560" y="79"/>
                </a:lnTo>
                <a:lnTo>
                  <a:pt x="560" y="78"/>
                </a:lnTo>
                <a:lnTo>
                  <a:pt x="561" y="78"/>
                </a:lnTo>
                <a:lnTo>
                  <a:pt x="561" y="77"/>
                </a:lnTo>
                <a:lnTo>
                  <a:pt x="562" y="77"/>
                </a:lnTo>
                <a:lnTo>
                  <a:pt x="563" y="76"/>
                </a:lnTo>
                <a:lnTo>
                  <a:pt x="565" y="76"/>
                </a:lnTo>
                <a:lnTo>
                  <a:pt x="566" y="75"/>
                </a:lnTo>
                <a:lnTo>
                  <a:pt x="567" y="74"/>
                </a:lnTo>
                <a:lnTo>
                  <a:pt x="567" y="73"/>
                </a:lnTo>
                <a:lnTo>
                  <a:pt x="567" y="72"/>
                </a:lnTo>
                <a:lnTo>
                  <a:pt x="568" y="72"/>
                </a:lnTo>
                <a:lnTo>
                  <a:pt x="572" y="72"/>
                </a:lnTo>
                <a:lnTo>
                  <a:pt x="572" y="71"/>
                </a:lnTo>
                <a:lnTo>
                  <a:pt x="573" y="71"/>
                </a:lnTo>
                <a:lnTo>
                  <a:pt x="574" y="71"/>
                </a:lnTo>
                <a:lnTo>
                  <a:pt x="576" y="71"/>
                </a:lnTo>
                <a:lnTo>
                  <a:pt x="577" y="71"/>
                </a:lnTo>
                <a:lnTo>
                  <a:pt x="578" y="71"/>
                </a:lnTo>
                <a:lnTo>
                  <a:pt x="578" y="72"/>
                </a:lnTo>
                <a:lnTo>
                  <a:pt x="578" y="73"/>
                </a:lnTo>
                <a:lnTo>
                  <a:pt x="578" y="74"/>
                </a:lnTo>
                <a:lnTo>
                  <a:pt x="578" y="75"/>
                </a:lnTo>
                <a:lnTo>
                  <a:pt x="578" y="76"/>
                </a:lnTo>
                <a:lnTo>
                  <a:pt x="579" y="76"/>
                </a:lnTo>
                <a:lnTo>
                  <a:pt x="580" y="77"/>
                </a:lnTo>
                <a:lnTo>
                  <a:pt x="581" y="78"/>
                </a:lnTo>
                <a:lnTo>
                  <a:pt x="582" y="79"/>
                </a:lnTo>
                <a:lnTo>
                  <a:pt x="583" y="80"/>
                </a:lnTo>
                <a:lnTo>
                  <a:pt x="584" y="80"/>
                </a:lnTo>
                <a:lnTo>
                  <a:pt x="585" y="81"/>
                </a:lnTo>
                <a:lnTo>
                  <a:pt x="586" y="81"/>
                </a:lnTo>
                <a:lnTo>
                  <a:pt x="586" y="82"/>
                </a:lnTo>
                <a:lnTo>
                  <a:pt x="587" y="82"/>
                </a:lnTo>
                <a:lnTo>
                  <a:pt x="588" y="83"/>
                </a:lnTo>
                <a:lnTo>
                  <a:pt x="590" y="84"/>
                </a:lnTo>
                <a:lnTo>
                  <a:pt x="590" y="85"/>
                </a:lnTo>
                <a:lnTo>
                  <a:pt x="591" y="86"/>
                </a:lnTo>
                <a:lnTo>
                  <a:pt x="591" y="87"/>
                </a:lnTo>
                <a:lnTo>
                  <a:pt x="591" y="88"/>
                </a:lnTo>
                <a:lnTo>
                  <a:pt x="592" y="88"/>
                </a:lnTo>
                <a:lnTo>
                  <a:pt x="592" y="89"/>
                </a:lnTo>
                <a:lnTo>
                  <a:pt x="593" y="90"/>
                </a:lnTo>
                <a:lnTo>
                  <a:pt x="594" y="90"/>
                </a:lnTo>
                <a:lnTo>
                  <a:pt x="595" y="90"/>
                </a:lnTo>
                <a:lnTo>
                  <a:pt x="595" y="91"/>
                </a:lnTo>
                <a:lnTo>
                  <a:pt x="596" y="91"/>
                </a:lnTo>
                <a:lnTo>
                  <a:pt x="596" y="92"/>
                </a:lnTo>
                <a:lnTo>
                  <a:pt x="597" y="93"/>
                </a:lnTo>
                <a:lnTo>
                  <a:pt x="598" y="93"/>
                </a:lnTo>
                <a:lnTo>
                  <a:pt x="598" y="94"/>
                </a:lnTo>
                <a:lnTo>
                  <a:pt x="599" y="94"/>
                </a:lnTo>
                <a:lnTo>
                  <a:pt x="600" y="94"/>
                </a:lnTo>
                <a:lnTo>
                  <a:pt x="600" y="93"/>
                </a:lnTo>
                <a:lnTo>
                  <a:pt x="601" y="92"/>
                </a:lnTo>
                <a:lnTo>
                  <a:pt x="601" y="91"/>
                </a:lnTo>
                <a:lnTo>
                  <a:pt x="601" y="90"/>
                </a:lnTo>
                <a:lnTo>
                  <a:pt x="602" y="90"/>
                </a:lnTo>
                <a:lnTo>
                  <a:pt x="602" y="89"/>
                </a:lnTo>
                <a:lnTo>
                  <a:pt x="602" y="86"/>
                </a:lnTo>
                <a:lnTo>
                  <a:pt x="603" y="85"/>
                </a:lnTo>
                <a:lnTo>
                  <a:pt x="604" y="84"/>
                </a:lnTo>
                <a:lnTo>
                  <a:pt x="605" y="84"/>
                </a:lnTo>
                <a:lnTo>
                  <a:pt x="606" y="84"/>
                </a:lnTo>
                <a:lnTo>
                  <a:pt x="610" y="86"/>
                </a:lnTo>
                <a:lnTo>
                  <a:pt x="613" y="86"/>
                </a:lnTo>
                <a:lnTo>
                  <a:pt x="613" y="87"/>
                </a:lnTo>
                <a:lnTo>
                  <a:pt x="615" y="87"/>
                </a:lnTo>
                <a:lnTo>
                  <a:pt x="615" y="88"/>
                </a:lnTo>
                <a:lnTo>
                  <a:pt x="616" y="88"/>
                </a:lnTo>
                <a:lnTo>
                  <a:pt x="616" y="89"/>
                </a:lnTo>
                <a:lnTo>
                  <a:pt x="616" y="90"/>
                </a:lnTo>
                <a:lnTo>
                  <a:pt x="615" y="90"/>
                </a:lnTo>
                <a:lnTo>
                  <a:pt x="615" y="91"/>
                </a:lnTo>
                <a:lnTo>
                  <a:pt x="614" y="91"/>
                </a:lnTo>
                <a:lnTo>
                  <a:pt x="613" y="91"/>
                </a:lnTo>
                <a:lnTo>
                  <a:pt x="612" y="91"/>
                </a:lnTo>
                <a:lnTo>
                  <a:pt x="610" y="92"/>
                </a:lnTo>
                <a:lnTo>
                  <a:pt x="609" y="93"/>
                </a:lnTo>
                <a:lnTo>
                  <a:pt x="608" y="94"/>
                </a:lnTo>
                <a:lnTo>
                  <a:pt x="608" y="95"/>
                </a:lnTo>
                <a:lnTo>
                  <a:pt x="608" y="96"/>
                </a:lnTo>
                <a:lnTo>
                  <a:pt x="610" y="99"/>
                </a:lnTo>
                <a:lnTo>
                  <a:pt x="611" y="100"/>
                </a:lnTo>
                <a:lnTo>
                  <a:pt x="612" y="102"/>
                </a:lnTo>
                <a:lnTo>
                  <a:pt x="613" y="103"/>
                </a:lnTo>
                <a:lnTo>
                  <a:pt x="613" y="104"/>
                </a:lnTo>
                <a:lnTo>
                  <a:pt x="613" y="105"/>
                </a:lnTo>
                <a:lnTo>
                  <a:pt x="613" y="106"/>
                </a:lnTo>
                <a:lnTo>
                  <a:pt x="612" y="107"/>
                </a:lnTo>
                <a:lnTo>
                  <a:pt x="608" y="109"/>
                </a:lnTo>
                <a:lnTo>
                  <a:pt x="606" y="109"/>
                </a:lnTo>
                <a:lnTo>
                  <a:pt x="605" y="109"/>
                </a:lnTo>
                <a:lnTo>
                  <a:pt x="604" y="109"/>
                </a:lnTo>
                <a:lnTo>
                  <a:pt x="604" y="110"/>
                </a:lnTo>
                <a:lnTo>
                  <a:pt x="603" y="110"/>
                </a:lnTo>
                <a:lnTo>
                  <a:pt x="603" y="111"/>
                </a:lnTo>
                <a:lnTo>
                  <a:pt x="602" y="113"/>
                </a:lnTo>
                <a:lnTo>
                  <a:pt x="602" y="116"/>
                </a:lnTo>
                <a:lnTo>
                  <a:pt x="602" y="117"/>
                </a:lnTo>
                <a:lnTo>
                  <a:pt x="603" y="118"/>
                </a:lnTo>
                <a:lnTo>
                  <a:pt x="603" y="119"/>
                </a:lnTo>
                <a:lnTo>
                  <a:pt x="604" y="121"/>
                </a:lnTo>
                <a:lnTo>
                  <a:pt x="605" y="122"/>
                </a:lnTo>
                <a:lnTo>
                  <a:pt x="606" y="123"/>
                </a:lnTo>
                <a:lnTo>
                  <a:pt x="607" y="124"/>
                </a:lnTo>
                <a:lnTo>
                  <a:pt x="608" y="124"/>
                </a:lnTo>
                <a:lnTo>
                  <a:pt x="608" y="125"/>
                </a:lnTo>
                <a:lnTo>
                  <a:pt x="609" y="125"/>
                </a:lnTo>
                <a:lnTo>
                  <a:pt x="611" y="127"/>
                </a:lnTo>
                <a:lnTo>
                  <a:pt x="612" y="127"/>
                </a:lnTo>
                <a:lnTo>
                  <a:pt x="613" y="128"/>
                </a:lnTo>
                <a:lnTo>
                  <a:pt x="614" y="128"/>
                </a:lnTo>
                <a:lnTo>
                  <a:pt x="614" y="127"/>
                </a:lnTo>
                <a:lnTo>
                  <a:pt x="615" y="127"/>
                </a:lnTo>
                <a:lnTo>
                  <a:pt x="615" y="126"/>
                </a:lnTo>
                <a:lnTo>
                  <a:pt x="616" y="124"/>
                </a:lnTo>
                <a:lnTo>
                  <a:pt x="616" y="123"/>
                </a:lnTo>
                <a:lnTo>
                  <a:pt x="616" y="121"/>
                </a:lnTo>
                <a:lnTo>
                  <a:pt x="617" y="121"/>
                </a:lnTo>
                <a:lnTo>
                  <a:pt x="620" y="122"/>
                </a:lnTo>
                <a:lnTo>
                  <a:pt x="622" y="123"/>
                </a:lnTo>
                <a:lnTo>
                  <a:pt x="623" y="123"/>
                </a:lnTo>
                <a:lnTo>
                  <a:pt x="624" y="124"/>
                </a:lnTo>
                <a:lnTo>
                  <a:pt x="626" y="125"/>
                </a:lnTo>
                <a:lnTo>
                  <a:pt x="632" y="127"/>
                </a:lnTo>
                <a:lnTo>
                  <a:pt x="632" y="128"/>
                </a:lnTo>
                <a:lnTo>
                  <a:pt x="634" y="129"/>
                </a:lnTo>
                <a:lnTo>
                  <a:pt x="636" y="130"/>
                </a:lnTo>
                <a:lnTo>
                  <a:pt x="636" y="131"/>
                </a:lnTo>
                <a:lnTo>
                  <a:pt x="637" y="131"/>
                </a:lnTo>
                <a:lnTo>
                  <a:pt x="637" y="132"/>
                </a:lnTo>
                <a:lnTo>
                  <a:pt x="638" y="132"/>
                </a:lnTo>
                <a:lnTo>
                  <a:pt x="638" y="133"/>
                </a:lnTo>
                <a:lnTo>
                  <a:pt x="637" y="135"/>
                </a:lnTo>
                <a:lnTo>
                  <a:pt x="637" y="136"/>
                </a:lnTo>
                <a:lnTo>
                  <a:pt x="637" y="137"/>
                </a:lnTo>
                <a:lnTo>
                  <a:pt x="637" y="138"/>
                </a:lnTo>
                <a:lnTo>
                  <a:pt x="637" y="139"/>
                </a:lnTo>
                <a:lnTo>
                  <a:pt x="637" y="140"/>
                </a:lnTo>
                <a:lnTo>
                  <a:pt x="637" y="142"/>
                </a:lnTo>
                <a:lnTo>
                  <a:pt x="637" y="143"/>
                </a:lnTo>
                <a:lnTo>
                  <a:pt x="638" y="144"/>
                </a:lnTo>
                <a:lnTo>
                  <a:pt x="639" y="144"/>
                </a:lnTo>
                <a:lnTo>
                  <a:pt x="640" y="144"/>
                </a:lnTo>
                <a:lnTo>
                  <a:pt x="641" y="143"/>
                </a:lnTo>
                <a:lnTo>
                  <a:pt x="642" y="143"/>
                </a:lnTo>
                <a:lnTo>
                  <a:pt x="642" y="142"/>
                </a:lnTo>
                <a:lnTo>
                  <a:pt x="643" y="142"/>
                </a:lnTo>
                <a:lnTo>
                  <a:pt x="644" y="141"/>
                </a:lnTo>
                <a:lnTo>
                  <a:pt x="645" y="141"/>
                </a:lnTo>
                <a:lnTo>
                  <a:pt x="646" y="141"/>
                </a:lnTo>
                <a:lnTo>
                  <a:pt x="647" y="141"/>
                </a:lnTo>
                <a:lnTo>
                  <a:pt x="648" y="141"/>
                </a:lnTo>
                <a:lnTo>
                  <a:pt x="648" y="142"/>
                </a:lnTo>
                <a:lnTo>
                  <a:pt x="649" y="143"/>
                </a:lnTo>
                <a:lnTo>
                  <a:pt x="650" y="144"/>
                </a:lnTo>
                <a:lnTo>
                  <a:pt x="652" y="146"/>
                </a:lnTo>
                <a:lnTo>
                  <a:pt x="653" y="147"/>
                </a:lnTo>
                <a:lnTo>
                  <a:pt x="654" y="147"/>
                </a:lnTo>
                <a:lnTo>
                  <a:pt x="655" y="148"/>
                </a:lnTo>
                <a:lnTo>
                  <a:pt x="657" y="150"/>
                </a:lnTo>
                <a:lnTo>
                  <a:pt x="658" y="151"/>
                </a:lnTo>
                <a:lnTo>
                  <a:pt x="660" y="153"/>
                </a:lnTo>
                <a:lnTo>
                  <a:pt x="662" y="156"/>
                </a:lnTo>
                <a:lnTo>
                  <a:pt x="662" y="157"/>
                </a:lnTo>
                <a:lnTo>
                  <a:pt x="662" y="160"/>
                </a:lnTo>
                <a:lnTo>
                  <a:pt x="662" y="161"/>
                </a:lnTo>
                <a:lnTo>
                  <a:pt x="662" y="162"/>
                </a:lnTo>
                <a:lnTo>
                  <a:pt x="661" y="163"/>
                </a:lnTo>
                <a:lnTo>
                  <a:pt x="660" y="164"/>
                </a:lnTo>
                <a:lnTo>
                  <a:pt x="659" y="164"/>
                </a:lnTo>
                <a:lnTo>
                  <a:pt x="659" y="165"/>
                </a:lnTo>
                <a:lnTo>
                  <a:pt x="659" y="166"/>
                </a:lnTo>
                <a:lnTo>
                  <a:pt x="659" y="167"/>
                </a:lnTo>
                <a:lnTo>
                  <a:pt x="660" y="168"/>
                </a:lnTo>
                <a:lnTo>
                  <a:pt x="660" y="169"/>
                </a:lnTo>
                <a:lnTo>
                  <a:pt x="660" y="170"/>
                </a:lnTo>
                <a:lnTo>
                  <a:pt x="661" y="170"/>
                </a:lnTo>
                <a:lnTo>
                  <a:pt x="662" y="171"/>
                </a:lnTo>
                <a:lnTo>
                  <a:pt x="663" y="172"/>
                </a:lnTo>
                <a:lnTo>
                  <a:pt x="664" y="172"/>
                </a:lnTo>
                <a:lnTo>
                  <a:pt x="665" y="172"/>
                </a:lnTo>
                <a:lnTo>
                  <a:pt x="666" y="172"/>
                </a:lnTo>
                <a:lnTo>
                  <a:pt x="667" y="171"/>
                </a:lnTo>
                <a:lnTo>
                  <a:pt x="669" y="171"/>
                </a:lnTo>
                <a:lnTo>
                  <a:pt x="670" y="170"/>
                </a:lnTo>
                <a:lnTo>
                  <a:pt x="671" y="170"/>
                </a:lnTo>
                <a:lnTo>
                  <a:pt x="674" y="170"/>
                </a:lnTo>
                <a:lnTo>
                  <a:pt x="675" y="170"/>
                </a:lnTo>
                <a:lnTo>
                  <a:pt x="676" y="171"/>
                </a:lnTo>
                <a:lnTo>
                  <a:pt x="676" y="172"/>
                </a:lnTo>
                <a:lnTo>
                  <a:pt x="676" y="173"/>
                </a:lnTo>
                <a:lnTo>
                  <a:pt x="676" y="174"/>
                </a:lnTo>
                <a:lnTo>
                  <a:pt x="675" y="174"/>
                </a:lnTo>
                <a:lnTo>
                  <a:pt x="674" y="174"/>
                </a:lnTo>
                <a:lnTo>
                  <a:pt x="673" y="174"/>
                </a:lnTo>
                <a:lnTo>
                  <a:pt x="672" y="174"/>
                </a:lnTo>
                <a:lnTo>
                  <a:pt x="672" y="175"/>
                </a:lnTo>
                <a:lnTo>
                  <a:pt x="671" y="175"/>
                </a:lnTo>
                <a:lnTo>
                  <a:pt x="671" y="176"/>
                </a:lnTo>
                <a:lnTo>
                  <a:pt x="670" y="177"/>
                </a:lnTo>
                <a:lnTo>
                  <a:pt x="670" y="178"/>
                </a:lnTo>
                <a:lnTo>
                  <a:pt x="669" y="178"/>
                </a:lnTo>
                <a:lnTo>
                  <a:pt x="668" y="178"/>
                </a:lnTo>
                <a:lnTo>
                  <a:pt x="668" y="179"/>
                </a:lnTo>
                <a:lnTo>
                  <a:pt x="667" y="179"/>
                </a:lnTo>
                <a:lnTo>
                  <a:pt x="667" y="180"/>
                </a:lnTo>
                <a:lnTo>
                  <a:pt x="666" y="180"/>
                </a:lnTo>
                <a:lnTo>
                  <a:pt x="666" y="181"/>
                </a:lnTo>
                <a:lnTo>
                  <a:pt x="665" y="181"/>
                </a:lnTo>
                <a:lnTo>
                  <a:pt x="665" y="182"/>
                </a:lnTo>
                <a:lnTo>
                  <a:pt x="665" y="183"/>
                </a:lnTo>
                <a:lnTo>
                  <a:pt x="664" y="183"/>
                </a:lnTo>
                <a:lnTo>
                  <a:pt x="664" y="184"/>
                </a:lnTo>
                <a:lnTo>
                  <a:pt x="663" y="184"/>
                </a:lnTo>
                <a:lnTo>
                  <a:pt x="663" y="185"/>
                </a:lnTo>
                <a:lnTo>
                  <a:pt x="663" y="186"/>
                </a:lnTo>
                <a:lnTo>
                  <a:pt x="662" y="187"/>
                </a:lnTo>
                <a:lnTo>
                  <a:pt x="662" y="188"/>
                </a:lnTo>
                <a:lnTo>
                  <a:pt x="662" y="189"/>
                </a:lnTo>
                <a:lnTo>
                  <a:pt x="662" y="190"/>
                </a:lnTo>
                <a:lnTo>
                  <a:pt x="662" y="191"/>
                </a:lnTo>
                <a:lnTo>
                  <a:pt x="663" y="192"/>
                </a:lnTo>
                <a:lnTo>
                  <a:pt x="664" y="192"/>
                </a:lnTo>
                <a:lnTo>
                  <a:pt x="665" y="192"/>
                </a:lnTo>
                <a:lnTo>
                  <a:pt x="666" y="193"/>
                </a:lnTo>
                <a:lnTo>
                  <a:pt x="668" y="193"/>
                </a:lnTo>
                <a:lnTo>
                  <a:pt x="669" y="193"/>
                </a:lnTo>
                <a:lnTo>
                  <a:pt x="669" y="194"/>
                </a:lnTo>
                <a:lnTo>
                  <a:pt x="670" y="194"/>
                </a:lnTo>
                <a:lnTo>
                  <a:pt x="672" y="194"/>
                </a:lnTo>
                <a:lnTo>
                  <a:pt x="673" y="194"/>
                </a:lnTo>
                <a:lnTo>
                  <a:pt x="675" y="193"/>
                </a:lnTo>
                <a:lnTo>
                  <a:pt x="676" y="193"/>
                </a:lnTo>
                <a:lnTo>
                  <a:pt x="677" y="193"/>
                </a:lnTo>
                <a:lnTo>
                  <a:pt x="678" y="194"/>
                </a:lnTo>
                <a:lnTo>
                  <a:pt x="679" y="195"/>
                </a:lnTo>
                <a:lnTo>
                  <a:pt x="680" y="195"/>
                </a:lnTo>
                <a:lnTo>
                  <a:pt x="681" y="195"/>
                </a:lnTo>
                <a:lnTo>
                  <a:pt x="682" y="195"/>
                </a:lnTo>
                <a:lnTo>
                  <a:pt x="682" y="196"/>
                </a:lnTo>
                <a:lnTo>
                  <a:pt x="683" y="196"/>
                </a:lnTo>
                <a:lnTo>
                  <a:pt x="684" y="196"/>
                </a:lnTo>
                <a:lnTo>
                  <a:pt x="687" y="196"/>
                </a:lnTo>
                <a:lnTo>
                  <a:pt x="688" y="195"/>
                </a:lnTo>
                <a:lnTo>
                  <a:pt x="690" y="195"/>
                </a:lnTo>
                <a:lnTo>
                  <a:pt x="690" y="196"/>
                </a:lnTo>
                <a:lnTo>
                  <a:pt x="695" y="197"/>
                </a:lnTo>
                <a:lnTo>
                  <a:pt x="696" y="198"/>
                </a:lnTo>
                <a:lnTo>
                  <a:pt x="697" y="198"/>
                </a:lnTo>
                <a:lnTo>
                  <a:pt x="698" y="198"/>
                </a:lnTo>
                <a:lnTo>
                  <a:pt x="698" y="199"/>
                </a:lnTo>
                <a:lnTo>
                  <a:pt x="699" y="199"/>
                </a:lnTo>
                <a:lnTo>
                  <a:pt x="699" y="200"/>
                </a:lnTo>
                <a:lnTo>
                  <a:pt x="699" y="201"/>
                </a:lnTo>
                <a:lnTo>
                  <a:pt x="700" y="201"/>
                </a:lnTo>
                <a:lnTo>
                  <a:pt x="699" y="204"/>
                </a:lnTo>
                <a:lnTo>
                  <a:pt x="699" y="205"/>
                </a:lnTo>
                <a:lnTo>
                  <a:pt x="698" y="205"/>
                </a:lnTo>
                <a:lnTo>
                  <a:pt x="698" y="206"/>
                </a:lnTo>
                <a:lnTo>
                  <a:pt x="698" y="207"/>
                </a:lnTo>
                <a:lnTo>
                  <a:pt x="698" y="208"/>
                </a:lnTo>
                <a:lnTo>
                  <a:pt x="698" y="209"/>
                </a:lnTo>
                <a:lnTo>
                  <a:pt x="698" y="211"/>
                </a:lnTo>
                <a:lnTo>
                  <a:pt x="699" y="211"/>
                </a:lnTo>
                <a:lnTo>
                  <a:pt x="699" y="212"/>
                </a:lnTo>
                <a:lnTo>
                  <a:pt x="699" y="213"/>
                </a:lnTo>
                <a:lnTo>
                  <a:pt x="698" y="213"/>
                </a:lnTo>
                <a:lnTo>
                  <a:pt x="698" y="214"/>
                </a:lnTo>
                <a:lnTo>
                  <a:pt x="697" y="214"/>
                </a:lnTo>
                <a:lnTo>
                  <a:pt x="697" y="215"/>
                </a:lnTo>
                <a:lnTo>
                  <a:pt x="697" y="216"/>
                </a:lnTo>
                <a:lnTo>
                  <a:pt x="697" y="217"/>
                </a:lnTo>
                <a:lnTo>
                  <a:pt x="697" y="218"/>
                </a:lnTo>
                <a:lnTo>
                  <a:pt x="697" y="219"/>
                </a:lnTo>
                <a:lnTo>
                  <a:pt x="698" y="219"/>
                </a:lnTo>
                <a:lnTo>
                  <a:pt x="698" y="220"/>
                </a:lnTo>
                <a:lnTo>
                  <a:pt x="697" y="220"/>
                </a:lnTo>
                <a:lnTo>
                  <a:pt x="696" y="220"/>
                </a:lnTo>
                <a:lnTo>
                  <a:pt x="694" y="220"/>
                </a:lnTo>
                <a:lnTo>
                  <a:pt x="693" y="220"/>
                </a:lnTo>
                <a:lnTo>
                  <a:pt x="692" y="220"/>
                </a:lnTo>
                <a:lnTo>
                  <a:pt x="691" y="221"/>
                </a:lnTo>
                <a:lnTo>
                  <a:pt x="689" y="223"/>
                </a:lnTo>
                <a:lnTo>
                  <a:pt x="689" y="224"/>
                </a:lnTo>
                <a:lnTo>
                  <a:pt x="689" y="227"/>
                </a:lnTo>
                <a:lnTo>
                  <a:pt x="690" y="228"/>
                </a:lnTo>
                <a:lnTo>
                  <a:pt x="690" y="229"/>
                </a:lnTo>
                <a:lnTo>
                  <a:pt x="691" y="230"/>
                </a:lnTo>
                <a:lnTo>
                  <a:pt x="692" y="230"/>
                </a:lnTo>
                <a:lnTo>
                  <a:pt x="693" y="231"/>
                </a:lnTo>
                <a:lnTo>
                  <a:pt x="694" y="232"/>
                </a:lnTo>
                <a:lnTo>
                  <a:pt x="694" y="233"/>
                </a:lnTo>
                <a:lnTo>
                  <a:pt x="693" y="234"/>
                </a:lnTo>
                <a:lnTo>
                  <a:pt x="693" y="235"/>
                </a:lnTo>
                <a:lnTo>
                  <a:pt x="694" y="237"/>
                </a:lnTo>
                <a:lnTo>
                  <a:pt x="694" y="238"/>
                </a:lnTo>
                <a:lnTo>
                  <a:pt x="694" y="239"/>
                </a:lnTo>
                <a:lnTo>
                  <a:pt x="695" y="240"/>
                </a:lnTo>
                <a:lnTo>
                  <a:pt x="697" y="241"/>
                </a:lnTo>
                <a:lnTo>
                  <a:pt x="698" y="241"/>
                </a:lnTo>
                <a:lnTo>
                  <a:pt x="699" y="241"/>
                </a:lnTo>
                <a:lnTo>
                  <a:pt x="700" y="241"/>
                </a:lnTo>
                <a:lnTo>
                  <a:pt x="701" y="242"/>
                </a:lnTo>
                <a:lnTo>
                  <a:pt x="701" y="243"/>
                </a:lnTo>
                <a:lnTo>
                  <a:pt x="703" y="246"/>
                </a:lnTo>
                <a:lnTo>
                  <a:pt x="705" y="247"/>
                </a:lnTo>
                <a:lnTo>
                  <a:pt x="706" y="248"/>
                </a:lnTo>
                <a:lnTo>
                  <a:pt x="708" y="250"/>
                </a:lnTo>
                <a:lnTo>
                  <a:pt x="711" y="253"/>
                </a:lnTo>
                <a:lnTo>
                  <a:pt x="712" y="256"/>
                </a:lnTo>
                <a:lnTo>
                  <a:pt x="713" y="257"/>
                </a:lnTo>
                <a:lnTo>
                  <a:pt x="713" y="258"/>
                </a:lnTo>
                <a:lnTo>
                  <a:pt x="715" y="259"/>
                </a:lnTo>
                <a:lnTo>
                  <a:pt x="717" y="261"/>
                </a:lnTo>
                <a:lnTo>
                  <a:pt x="718" y="263"/>
                </a:lnTo>
                <a:lnTo>
                  <a:pt x="719" y="264"/>
                </a:lnTo>
                <a:lnTo>
                  <a:pt x="722" y="267"/>
                </a:lnTo>
                <a:lnTo>
                  <a:pt x="723" y="268"/>
                </a:lnTo>
                <a:lnTo>
                  <a:pt x="724" y="268"/>
                </a:lnTo>
                <a:lnTo>
                  <a:pt x="724" y="269"/>
                </a:lnTo>
                <a:lnTo>
                  <a:pt x="725" y="269"/>
                </a:lnTo>
                <a:lnTo>
                  <a:pt x="726" y="269"/>
                </a:lnTo>
                <a:lnTo>
                  <a:pt x="727" y="269"/>
                </a:lnTo>
                <a:lnTo>
                  <a:pt x="728" y="270"/>
                </a:lnTo>
                <a:lnTo>
                  <a:pt x="728" y="271"/>
                </a:lnTo>
                <a:lnTo>
                  <a:pt x="728" y="272"/>
                </a:lnTo>
                <a:lnTo>
                  <a:pt x="728" y="273"/>
                </a:lnTo>
                <a:lnTo>
                  <a:pt x="728" y="274"/>
                </a:lnTo>
                <a:lnTo>
                  <a:pt x="729" y="275"/>
                </a:lnTo>
                <a:lnTo>
                  <a:pt x="730" y="275"/>
                </a:lnTo>
                <a:lnTo>
                  <a:pt x="732" y="275"/>
                </a:lnTo>
                <a:lnTo>
                  <a:pt x="733" y="275"/>
                </a:lnTo>
                <a:lnTo>
                  <a:pt x="734" y="274"/>
                </a:lnTo>
                <a:lnTo>
                  <a:pt x="735" y="274"/>
                </a:lnTo>
                <a:lnTo>
                  <a:pt x="736" y="274"/>
                </a:lnTo>
                <a:lnTo>
                  <a:pt x="738" y="276"/>
                </a:lnTo>
                <a:lnTo>
                  <a:pt x="738" y="277"/>
                </a:lnTo>
                <a:lnTo>
                  <a:pt x="739" y="279"/>
                </a:lnTo>
                <a:lnTo>
                  <a:pt x="738" y="280"/>
                </a:lnTo>
                <a:lnTo>
                  <a:pt x="738" y="281"/>
                </a:lnTo>
                <a:lnTo>
                  <a:pt x="738" y="282"/>
                </a:lnTo>
                <a:lnTo>
                  <a:pt x="738" y="283"/>
                </a:lnTo>
                <a:lnTo>
                  <a:pt x="739" y="284"/>
                </a:lnTo>
                <a:lnTo>
                  <a:pt x="739" y="285"/>
                </a:lnTo>
                <a:lnTo>
                  <a:pt x="740" y="286"/>
                </a:lnTo>
                <a:lnTo>
                  <a:pt x="742" y="288"/>
                </a:lnTo>
                <a:lnTo>
                  <a:pt x="742" y="289"/>
                </a:lnTo>
                <a:lnTo>
                  <a:pt x="742" y="291"/>
                </a:lnTo>
                <a:lnTo>
                  <a:pt x="742" y="292"/>
                </a:lnTo>
                <a:lnTo>
                  <a:pt x="742" y="294"/>
                </a:lnTo>
                <a:lnTo>
                  <a:pt x="741" y="294"/>
                </a:lnTo>
                <a:lnTo>
                  <a:pt x="740" y="295"/>
                </a:lnTo>
                <a:lnTo>
                  <a:pt x="739" y="296"/>
                </a:lnTo>
                <a:lnTo>
                  <a:pt x="738" y="297"/>
                </a:lnTo>
                <a:lnTo>
                  <a:pt x="736" y="299"/>
                </a:lnTo>
                <a:lnTo>
                  <a:pt x="736" y="300"/>
                </a:lnTo>
                <a:lnTo>
                  <a:pt x="736" y="301"/>
                </a:lnTo>
                <a:lnTo>
                  <a:pt x="737" y="301"/>
                </a:lnTo>
                <a:lnTo>
                  <a:pt x="737" y="302"/>
                </a:lnTo>
                <a:lnTo>
                  <a:pt x="739" y="304"/>
                </a:lnTo>
                <a:lnTo>
                  <a:pt x="741" y="305"/>
                </a:lnTo>
                <a:lnTo>
                  <a:pt x="742" y="305"/>
                </a:lnTo>
                <a:lnTo>
                  <a:pt x="744" y="306"/>
                </a:lnTo>
                <a:lnTo>
                  <a:pt x="745" y="306"/>
                </a:lnTo>
                <a:lnTo>
                  <a:pt x="746" y="306"/>
                </a:lnTo>
                <a:lnTo>
                  <a:pt x="748" y="306"/>
                </a:lnTo>
                <a:lnTo>
                  <a:pt x="751" y="306"/>
                </a:lnTo>
                <a:lnTo>
                  <a:pt x="753" y="307"/>
                </a:lnTo>
                <a:lnTo>
                  <a:pt x="755" y="307"/>
                </a:lnTo>
                <a:lnTo>
                  <a:pt x="759" y="308"/>
                </a:lnTo>
                <a:lnTo>
                  <a:pt x="760" y="309"/>
                </a:lnTo>
                <a:lnTo>
                  <a:pt x="761" y="309"/>
                </a:lnTo>
                <a:lnTo>
                  <a:pt x="761" y="310"/>
                </a:lnTo>
                <a:lnTo>
                  <a:pt x="761" y="311"/>
                </a:lnTo>
                <a:lnTo>
                  <a:pt x="761" y="312"/>
                </a:lnTo>
                <a:lnTo>
                  <a:pt x="760" y="312"/>
                </a:lnTo>
                <a:lnTo>
                  <a:pt x="760" y="313"/>
                </a:lnTo>
                <a:lnTo>
                  <a:pt x="760" y="314"/>
                </a:lnTo>
                <a:lnTo>
                  <a:pt x="760" y="315"/>
                </a:lnTo>
                <a:lnTo>
                  <a:pt x="759" y="316"/>
                </a:lnTo>
                <a:lnTo>
                  <a:pt x="758" y="317"/>
                </a:lnTo>
                <a:lnTo>
                  <a:pt x="758" y="318"/>
                </a:lnTo>
                <a:lnTo>
                  <a:pt x="758" y="321"/>
                </a:lnTo>
                <a:lnTo>
                  <a:pt x="758" y="322"/>
                </a:lnTo>
                <a:lnTo>
                  <a:pt x="758" y="323"/>
                </a:lnTo>
                <a:lnTo>
                  <a:pt x="758" y="324"/>
                </a:lnTo>
                <a:lnTo>
                  <a:pt x="757" y="324"/>
                </a:lnTo>
                <a:lnTo>
                  <a:pt x="757" y="325"/>
                </a:lnTo>
                <a:lnTo>
                  <a:pt x="757" y="326"/>
                </a:lnTo>
                <a:lnTo>
                  <a:pt x="756" y="326"/>
                </a:lnTo>
                <a:lnTo>
                  <a:pt x="756" y="327"/>
                </a:lnTo>
                <a:lnTo>
                  <a:pt x="756" y="328"/>
                </a:lnTo>
                <a:lnTo>
                  <a:pt x="757" y="328"/>
                </a:lnTo>
                <a:lnTo>
                  <a:pt x="757" y="329"/>
                </a:lnTo>
                <a:lnTo>
                  <a:pt x="758" y="330"/>
                </a:lnTo>
                <a:lnTo>
                  <a:pt x="759" y="331"/>
                </a:lnTo>
                <a:lnTo>
                  <a:pt x="761" y="332"/>
                </a:lnTo>
                <a:lnTo>
                  <a:pt x="762" y="332"/>
                </a:lnTo>
                <a:lnTo>
                  <a:pt x="764" y="332"/>
                </a:lnTo>
                <a:lnTo>
                  <a:pt x="767" y="332"/>
                </a:lnTo>
                <a:lnTo>
                  <a:pt x="770" y="332"/>
                </a:lnTo>
                <a:lnTo>
                  <a:pt x="772" y="331"/>
                </a:lnTo>
                <a:lnTo>
                  <a:pt x="773" y="331"/>
                </a:lnTo>
                <a:lnTo>
                  <a:pt x="774" y="331"/>
                </a:lnTo>
                <a:lnTo>
                  <a:pt x="776" y="334"/>
                </a:lnTo>
                <a:lnTo>
                  <a:pt x="777" y="335"/>
                </a:lnTo>
                <a:lnTo>
                  <a:pt x="778" y="338"/>
                </a:lnTo>
                <a:lnTo>
                  <a:pt x="779" y="340"/>
                </a:lnTo>
                <a:lnTo>
                  <a:pt x="779" y="341"/>
                </a:lnTo>
                <a:lnTo>
                  <a:pt x="778" y="342"/>
                </a:lnTo>
                <a:lnTo>
                  <a:pt x="777" y="344"/>
                </a:lnTo>
                <a:lnTo>
                  <a:pt x="776" y="345"/>
                </a:lnTo>
                <a:lnTo>
                  <a:pt x="774" y="345"/>
                </a:lnTo>
                <a:lnTo>
                  <a:pt x="772" y="345"/>
                </a:lnTo>
                <a:lnTo>
                  <a:pt x="770" y="345"/>
                </a:lnTo>
                <a:lnTo>
                  <a:pt x="769" y="345"/>
                </a:lnTo>
                <a:lnTo>
                  <a:pt x="768" y="346"/>
                </a:lnTo>
                <a:lnTo>
                  <a:pt x="767" y="347"/>
                </a:lnTo>
                <a:lnTo>
                  <a:pt x="766" y="348"/>
                </a:lnTo>
                <a:lnTo>
                  <a:pt x="766" y="349"/>
                </a:lnTo>
                <a:lnTo>
                  <a:pt x="766" y="351"/>
                </a:lnTo>
                <a:lnTo>
                  <a:pt x="766" y="353"/>
                </a:lnTo>
                <a:lnTo>
                  <a:pt x="767" y="356"/>
                </a:lnTo>
                <a:lnTo>
                  <a:pt x="769" y="359"/>
                </a:lnTo>
                <a:lnTo>
                  <a:pt x="770" y="360"/>
                </a:lnTo>
                <a:lnTo>
                  <a:pt x="771" y="362"/>
                </a:lnTo>
                <a:lnTo>
                  <a:pt x="772" y="362"/>
                </a:lnTo>
                <a:lnTo>
                  <a:pt x="772" y="363"/>
                </a:lnTo>
                <a:lnTo>
                  <a:pt x="774" y="363"/>
                </a:lnTo>
                <a:lnTo>
                  <a:pt x="776" y="364"/>
                </a:lnTo>
                <a:lnTo>
                  <a:pt x="778" y="364"/>
                </a:lnTo>
                <a:lnTo>
                  <a:pt x="779" y="364"/>
                </a:lnTo>
                <a:lnTo>
                  <a:pt x="780" y="364"/>
                </a:lnTo>
                <a:lnTo>
                  <a:pt x="781" y="363"/>
                </a:lnTo>
                <a:lnTo>
                  <a:pt x="781" y="362"/>
                </a:lnTo>
                <a:lnTo>
                  <a:pt x="782" y="360"/>
                </a:lnTo>
                <a:lnTo>
                  <a:pt x="782" y="359"/>
                </a:lnTo>
                <a:lnTo>
                  <a:pt x="781" y="358"/>
                </a:lnTo>
                <a:lnTo>
                  <a:pt x="780" y="356"/>
                </a:lnTo>
                <a:lnTo>
                  <a:pt x="778" y="355"/>
                </a:lnTo>
                <a:lnTo>
                  <a:pt x="776" y="354"/>
                </a:lnTo>
                <a:lnTo>
                  <a:pt x="775" y="353"/>
                </a:lnTo>
                <a:lnTo>
                  <a:pt x="774" y="352"/>
                </a:lnTo>
                <a:lnTo>
                  <a:pt x="774" y="351"/>
                </a:lnTo>
                <a:lnTo>
                  <a:pt x="774" y="350"/>
                </a:lnTo>
                <a:lnTo>
                  <a:pt x="774" y="349"/>
                </a:lnTo>
                <a:lnTo>
                  <a:pt x="775" y="349"/>
                </a:lnTo>
                <a:lnTo>
                  <a:pt x="776" y="348"/>
                </a:lnTo>
                <a:lnTo>
                  <a:pt x="777" y="348"/>
                </a:lnTo>
                <a:lnTo>
                  <a:pt x="779" y="347"/>
                </a:lnTo>
                <a:lnTo>
                  <a:pt x="781" y="345"/>
                </a:lnTo>
                <a:lnTo>
                  <a:pt x="784" y="344"/>
                </a:lnTo>
                <a:lnTo>
                  <a:pt x="785" y="344"/>
                </a:lnTo>
                <a:lnTo>
                  <a:pt x="787" y="344"/>
                </a:lnTo>
                <a:lnTo>
                  <a:pt x="787" y="345"/>
                </a:lnTo>
                <a:lnTo>
                  <a:pt x="787" y="346"/>
                </a:lnTo>
                <a:lnTo>
                  <a:pt x="788" y="347"/>
                </a:lnTo>
                <a:lnTo>
                  <a:pt x="788" y="348"/>
                </a:lnTo>
                <a:lnTo>
                  <a:pt x="788" y="349"/>
                </a:lnTo>
                <a:lnTo>
                  <a:pt x="788" y="350"/>
                </a:lnTo>
                <a:lnTo>
                  <a:pt x="788" y="352"/>
                </a:lnTo>
                <a:lnTo>
                  <a:pt x="787" y="354"/>
                </a:lnTo>
                <a:lnTo>
                  <a:pt x="787" y="355"/>
                </a:lnTo>
                <a:lnTo>
                  <a:pt x="786" y="358"/>
                </a:lnTo>
                <a:lnTo>
                  <a:pt x="784" y="360"/>
                </a:lnTo>
                <a:lnTo>
                  <a:pt x="784" y="361"/>
                </a:lnTo>
                <a:lnTo>
                  <a:pt x="784" y="363"/>
                </a:lnTo>
                <a:lnTo>
                  <a:pt x="783" y="365"/>
                </a:lnTo>
                <a:lnTo>
                  <a:pt x="783" y="366"/>
                </a:lnTo>
                <a:lnTo>
                  <a:pt x="782" y="369"/>
                </a:lnTo>
                <a:lnTo>
                  <a:pt x="782" y="371"/>
                </a:lnTo>
                <a:lnTo>
                  <a:pt x="782" y="372"/>
                </a:lnTo>
                <a:lnTo>
                  <a:pt x="782" y="373"/>
                </a:lnTo>
                <a:lnTo>
                  <a:pt x="783" y="374"/>
                </a:lnTo>
                <a:lnTo>
                  <a:pt x="784" y="376"/>
                </a:lnTo>
                <a:lnTo>
                  <a:pt x="786" y="380"/>
                </a:lnTo>
                <a:lnTo>
                  <a:pt x="787" y="382"/>
                </a:lnTo>
                <a:lnTo>
                  <a:pt x="788" y="385"/>
                </a:lnTo>
                <a:lnTo>
                  <a:pt x="789" y="389"/>
                </a:lnTo>
                <a:lnTo>
                  <a:pt x="789" y="391"/>
                </a:lnTo>
                <a:lnTo>
                  <a:pt x="790" y="393"/>
                </a:lnTo>
                <a:lnTo>
                  <a:pt x="790" y="395"/>
                </a:lnTo>
                <a:lnTo>
                  <a:pt x="791" y="398"/>
                </a:lnTo>
                <a:lnTo>
                  <a:pt x="791" y="399"/>
                </a:lnTo>
                <a:lnTo>
                  <a:pt x="792" y="399"/>
                </a:lnTo>
                <a:lnTo>
                  <a:pt x="794" y="400"/>
                </a:lnTo>
                <a:lnTo>
                  <a:pt x="795" y="400"/>
                </a:lnTo>
                <a:lnTo>
                  <a:pt x="796" y="401"/>
                </a:lnTo>
                <a:lnTo>
                  <a:pt x="799" y="402"/>
                </a:lnTo>
                <a:lnTo>
                  <a:pt x="802" y="405"/>
                </a:lnTo>
                <a:lnTo>
                  <a:pt x="805" y="407"/>
                </a:lnTo>
                <a:lnTo>
                  <a:pt x="806" y="408"/>
                </a:lnTo>
                <a:lnTo>
                  <a:pt x="808" y="410"/>
                </a:lnTo>
                <a:lnTo>
                  <a:pt x="809" y="412"/>
                </a:lnTo>
                <a:lnTo>
                  <a:pt x="810" y="413"/>
                </a:lnTo>
                <a:lnTo>
                  <a:pt x="811" y="413"/>
                </a:lnTo>
                <a:lnTo>
                  <a:pt x="811" y="414"/>
                </a:lnTo>
                <a:lnTo>
                  <a:pt x="812" y="414"/>
                </a:lnTo>
                <a:lnTo>
                  <a:pt x="813" y="414"/>
                </a:lnTo>
                <a:lnTo>
                  <a:pt x="815" y="415"/>
                </a:lnTo>
                <a:lnTo>
                  <a:pt x="818" y="416"/>
                </a:lnTo>
                <a:lnTo>
                  <a:pt x="820" y="417"/>
                </a:lnTo>
                <a:lnTo>
                  <a:pt x="824" y="420"/>
                </a:lnTo>
                <a:lnTo>
                  <a:pt x="825" y="421"/>
                </a:lnTo>
                <a:lnTo>
                  <a:pt x="826" y="421"/>
                </a:lnTo>
                <a:lnTo>
                  <a:pt x="826" y="422"/>
                </a:lnTo>
                <a:lnTo>
                  <a:pt x="827" y="422"/>
                </a:lnTo>
                <a:lnTo>
                  <a:pt x="827" y="423"/>
                </a:lnTo>
                <a:lnTo>
                  <a:pt x="828" y="424"/>
                </a:lnTo>
                <a:lnTo>
                  <a:pt x="828" y="425"/>
                </a:lnTo>
                <a:lnTo>
                  <a:pt x="829" y="425"/>
                </a:lnTo>
                <a:lnTo>
                  <a:pt x="831" y="428"/>
                </a:lnTo>
                <a:lnTo>
                  <a:pt x="834" y="432"/>
                </a:lnTo>
                <a:lnTo>
                  <a:pt x="837" y="436"/>
                </a:lnTo>
                <a:lnTo>
                  <a:pt x="840" y="440"/>
                </a:lnTo>
                <a:lnTo>
                  <a:pt x="843" y="443"/>
                </a:lnTo>
                <a:lnTo>
                  <a:pt x="845" y="445"/>
                </a:lnTo>
                <a:lnTo>
                  <a:pt x="846" y="446"/>
                </a:lnTo>
                <a:lnTo>
                  <a:pt x="847" y="447"/>
                </a:lnTo>
                <a:lnTo>
                  <a:pt x="848" y="447"/>
                </a:lnTo>
                <a:lnTo>
                  <a:pt x="849" y="447"/>
                </a:lnTo>
                <a:lnTo>
                  <a:pt x="850" y="447"/>
                </a:lnTo>
                <a:lnTo>
                  <a:pt x="851" y="447"/>
                </a:lnTo>
                <a:lnTo>
                  <a:pt x="852" y="447"/>
                </a:lnTo>
                <a:lnTo>
                  <a:pt x="854" y="448"/>
                </a:lnTo>
                <a:lnTo>
                  <a:pt x="854" y="449"/>
                </a:lnTo>
                <a:lnTo>
                  <a:pt x="855" y="450"/>
                </a:lnTo>
                <a:lnTo>
                  <a:pt x="855" y="451"/>
                </a:lnTo>
                <a:lnTo>
                  <a:pt x="855" y="453"/>
                </a:lnTo>
                <a:lnTo>
                  <a:pt x="854" y="455"/>
                </a:lnTo>
                <a:lnTo>
                  <a:pt x="854" y="456"/>
                </a:lnTo>
                <a:lnTo>
                  <a:pt x="854" y="457"/>
                </a:lnTo>
                <a:lnTo>
                  <a:pt x="854" y="458"/>
                </a:lnTo>
                <a:lnTo>
                  <a:pt x="854" y="460"/>
                </a:lnTo>
                <a:lnTo>
                  <a:pt x="855" y="462"/>
                </a:lnTo>
                <a:lnTo>
                  <a:pt x="856" y="465"/>
                </a:lnTo>
                <a:lnTo>
                  <a:pt x="857" y="466"/>
                </a:lnTo>
                <a:lnTo>
                  <a:pt x="859" y="468"/>
                </a:lnTo>
                <a:lnTo>
                  <a:pt x="861" y="470"/>
                </a:lnTo>
                <a:lnTo>
                  <a:pt x="863" y="471"/>
                </a:lnTo>
                <a:lnTo>
                  <a:pt x="864" y="472"/>
                </a:lnTo>
                <a:lnTo>
                  <a:pt x="866" y="474"/>
                </a:lnTo>
                <a:lnTo>
                  <a:pt x="867" y="476"/>
                </a:lnTo>
                <a:lnTo>
                  <a:pt x="870" y="479"/>
                </a:lnTo>
                <a:lnTo>
                  <a:pt x="870" y="480"/>
                </a:lnTo>
                <a:lnTo>
                  <a:pt x="870" y="482"/>
                </a:lnTo>
                <a:lnTo>
                  <a:pt x="870" y="484"/>
                </a:lnTo>
                <a:lnTo>
                  <a:pt x="870" y="486"/>
                </a:lnTo>
                <a:lnTo>
                  <a:pt x="870" y="487"/>
                </a:lnTo>
                <a:lnTo>
                  <a:pt x="869" y="488"/>
                </a:lnTo>
                <a:lnTo>
                  <a:pt x="867" y="490"/>
                </a:lnTo>
                <a:lnTo>
                  <a:pt x="866" y="492"/>
                </a:lnTo>
                <a:lnTo>
                  <a:pt x="866" y="493"/>
                </a:lnTo>
                <a:lnTo>
                  <a:pt x="866" y="497"/>
                </a:lnTo>
                <a:lnTo>
                  <a:pt x="866" y="499"/>
                </a:lnTo>
                <a:lnTo>
                  <a:pt x="866" y="500"/>
                </a:lnTo>
                <a:lnTo>
                  <a:pt x="865" y="501"/>
                </a:lnTo>
                <a:lnTo>
                  <a:pt x="865" y="502"/>
                </a:lnTo>
                <a:lnTo>
                  <a:pt x="865" y="503"/>
                </a:lnTo>
                <a:lnTo>
                  <a:pt x="865" y="504"/>
                </a:lnTo>
                <a:lnTo>
                  <a:pt x="866" y="505"/>
                </a:lnTo>
                <a:lnTo>
                  <a:pt x="868" y="506"/>
                </a:lnTo>
                <a:lnTo>
                  <a:pt x="869" y="507"/>
                </a:lnTo>
                <a:lnTo>
                  <a:pt x="871" y="507"/>
                </a:lnTo>
                <a:lnTo>
                  <a:pt x="872" y="507"/>
                </a:lnTo>
                <a:lnTo>
                  <a:pt x="872" y="506"/>
                </a:lnTo>
                <a:lnTo>
                  <a:pt x="873" y="506"/>
                </a:lnTo>
                <a:lnTo>
                  <a:pt x="874" y="506"/>
                </a:lnTo>
                <a:lnTo>
                  <a:pt x="875" y="507"/>
                </a:lnTo>
                <a:lnTo>
                  <a:pt x="876" y="508"/>
                </a:lnTo>
                <a:lnTo>
                  <a:pt x="877" y="509"/>
                </a:lnTo>
                <a:lnTo>
                  <a:pt x="877" y="510"/>
                </a:lnTo>
                <a:lnTo>
                  <a:pt x="877" y="512"/>
                </a:lnTo>
                <a:lnTo>
                  <a:pt x="878" y="513"/>
                </a:lnTo>
                <a:lnTo>
                  <a:pt x="878" y="514"/>
                </a:lnTo>
                <a:lnTo>
                  <a:pt x="878" y="516"/>
                </a:lnTo>
                <a:lnTo>
                  <a:pt x="878" y="518"/>
                </a:lnTo>
                <a:lnTo>
                  <a:pt x="877" y="518"/>
                </a:lnTo>
                <a:lnTo>
                  <a:pt x="877" y="519"/>
                </a:lnTo>
                <a:lnTo>
                  <a:pt x="876" y="522"/>
                </a:lnTo>
                <a:lnTo>
                  <a:pt x="876" y="523"/>
                </a:lnTo>
                <a:lnTo>
                  <a:pt x="875" y="523"/>
                </a:lnTo>
                <a:lnTo>
                  <a:pt x="875" y="525"/>
                </a:lnTo>
                <a:lnTo>
                  <a:pt x="876" y="527"/>
                </a:lnTo>
                <a:lnTo>
                  <a:pt x="876" y="528"/>
                </a:lnTo>
                <a:lnTo>
                  <a:pt x="877" y="529"/>
                </a:lnTo>
                <a:lnTo>
                  <a:pt x="879" y="531"/>
                </a:lnTo>
                <a:lnTo>
                  <a:pt x="880" y="532"/>
                </a:lnTo>
                <a:lnTo>
                  <a:pt x="882" y="534"/>
                </a:lnTo>
                <a:lnTo>
                  <a:pt x="884" y="536"/>
                </a:lnTo>
                <a:lnTo>
                  <a:pt x="886" y="537"/>
                </a:lnTo>
                <a:lnTo>
                  <a:pt x="888" y="537"/>
                </a:lnTo>
                <a:lnTo>
                  <a:pt x="891" y="537"/>
                </a:lnTo>
                <a:lnTo>
                  <a:pt x="893" y="537"/>
                </a:lnTo>
                <a:lnTo>
                  <a:pt x="894" y="538"/>
                </a:lnTo>
                <a:lnTo>
                  <a:pt x="895" y="538"/>
                </a:lnTo>
                <a:lnTo>
                  <a:pt x="896" y="538"/>
                </a:lnTo>
                <a:lnTo>
                  <a:pt x="897" y="538"/>
                </a:lnTo>
                <a:lnTo>
                  <a:pt x="898" y="538"/>
                </a:lnTo>
                <a:lnTo>
                  <a:pt x="899" y="539"/>
                </a:lnTo>
                <a:lnTo>
                  <a:pt x="900" y="539"/>
                </a:lnTo>
                <a:lnTo>
                  <a:pt x="902" y="539"/>
                </a:lnTo>
                <a:lnTo>
                  <a:pt x="905" y="539"/>
                </a:lnTo>
                <a:lnTo>
                  <a:pt x="908" y="539"/>
                </a:lnTo>
                <a:lnTo>
                  <a:pt x="910" y="539"/>
                </a:lnTo>
                <a:lnTo>
                  <a:pt x="912" y="540"/>
                </a:lnTo>
                <a:lnTo>
                  <a:pt x="915" y="539"/>
                </a:lnTo>
                <a:lnTo>
                  <a:pt x="916" y="540"/>
                </a:lnTo>
                <a:lnTo>
                  <a:pt x="917" y="541"/>
                </a:lnTo>
                <a:lnTo>
                  <a:pt x="918" y="543"/>
                </a:lnTo>
                <a:lnTo>
                  <a:pt x="918" y="544"/>
                </a:lnTo>
                <a:lnTo>
                  <a:pt x="918" y="550"/>
                </a:lnTo>
                <a:lnTo>
                  <a:pt x="919" y="552"/>
                </a:lnTo>
                <a:lnTo>
                  <a:pt x="919" y="555"/>
                </a:lnTo>
                <a:lnTo>
                  <a:pt x="918" y="557"/>
                </a:lnTo>
                <a:lnTo>
                  <a:pt x="918" y="560"/>
                </a:lnTo>
                <a:lnTo>
                  <a:pt x="917" y="563"/>
                </a:lnTo>
                <a:lnTo>
                  <a:pt x="915" y="567"/>
                </a:lnTo>
                <a:lnTo>
                  <a:pt x="914" y="568"/>
                </a:lnTo>
                <a:lnTo>
                  <a:pt x="913" y="569"/>
                </a:lnTo>
                <a:lnTo>
                  <a:pt x="912" y="573"/>
                </a:lnTo>
                <a:lnTo>
                  <a:pt x="912" y="576"/>
                </a:lnTo>
                <a:lnTo>
                  <a:pt x="911" y="578"/>
                </a:lnTo>
                <a:lnTo>
                  <a:pt x="912" y="582"/>
                </a:lnTo>
                <a:lnTo>
                  <a:pt x="911" y="583"/>
                </a:lnTo>
                <a:lnTo>
                  <a:pt x="912" y="587"/>
                </a:lnTo>
                <a:lnTo>
                  <a:pt x="912" y="590"/>
                </a:lnTo>
                <a:lnTo>
                  <a:pt x="913" y="592"/>
                </a:lnTo>
                <a:lnTo>
                  <a:pt x="915" y="594"/>
                </a:lnTo>
                <a:lnTo>
                  <a:pt x="917" y="596"/>
                </a:lnTo>
                <a:lnTo>
                  <a:pt x="920" y="599"/>
                </a:lnTo>
                <a:lnTo>
                  <a:pt x="921" y="599"/>
                </a:lnTo>
                <a:lnTo>
                  <a:pt x="921" y="600"/>
                </a:lnTo>
                <a:lnTo>
                  <a:pt x="922" y="601"/>
                </a:lnTo>
                <a:lnTo>
                  <a:pt x="923" y="603"/>
                </a:lnTo>
                <a:lnTo>
                  <a:pt x="923" y="605"/>
                </a:lnTo>
                <a:lnTo>
                  <a:pt x="923" y="609"/>
                </a:lnTo>
                <a:lnTo>
                  <a:pt x="923" y="617"/>
                </a:lnTo>
                <a:lnTo>
                  <a:pt x="923" y="618"/>
                </a:lnTo>
                <a:lnTo>
                  <a:pt x="924" y="620"/>
                </a:lnTo>
                <a:lnTo>
                  <a:pt x="925" y="623"/>
                </a:lnTo>
                <a:lnTo>
                  <a:pt x="926" y="624"/>
                </a:lnTo>
                <a:lnTo>
                  <a:pt x="928" y="626"/>
                </a:lnTo>
                <a:lnTo>
                  <a:pt x="930" y="628"/>
                </a:lnTo>
                <a:lnTo>
                  <a:pt x="932" y="629"/>
                </a:lnTo>
                <a:lnTo>
                  <a:pt x="933" y="629"/>
                </a:lnTo>
                <a:lnTo>
                  <a:pt x="937" y="629"/>
                </a:lnTo>
                <a:lnTo>
                  <a:pt x="940" y="629"/>
                </a:lnTo>
                <a:lnTo>
                  <a:pt x="943" y="629"/>
                </a:lnTo>
                <a:lnTo>
                  <a:pt x="944" y="629"/>
                </a:lnTo>
                <a:lnTo>
                  <a:pt x="945" y="629"/>
                </a:lnTo>
                <a:lnTo>
                  <a:pt x="946" y="630"/>
                </a:lnTo>
                <a:lnTo>
                  <a:pt x="947" y="631"/>
                </a:lnTo>
                <a:lnTo>
                  <a:pt x="947" y="633"/>
                </a:lnTo>
                <a:lnTo>
                  <a:pt x="948" y="636"/>
                </a:lnTo>
                <a:lnTo>
                  <a:pt x="949" y="638"/>
                </a:lnTo>
                <a:lnTo>
                  <a:pt x="950" y="642"/>
                </a:lnTo>
                <a:lnTo>
                  <a:pt x="951" y="644"/>
                </a:lnTo>
                <a:lnTo>
                  <a:pt x="951" y="646"/>
                </a:lnTo>
                <a:lnTo>
                  <a:pt x="952" y="647"/>
                </a:lnTo>
                <a:lnTo>
                  <a:pt x="953" y="648"/>
                </a:lnTo>
                <a:lnTo>
                  <a:pt x="956" y="650"/>
                </a:lnTo>
                <a:lnTo>
                  <a:pt x="959" y="651"/>
                </a:lnTo>
                <a:lnTo>
                  <a:pt x="959" y="652"/>
                </a:lnTo>
                <a:lnTo>
                  <a:pt x="961" y="652"/>
                </a:lnTo>
                <a:lnTo>
                  <a:pt x="965" y="653"/>
                </a:lnTo>
                <a:lnTo>
                  <a:pt x="966" y="654"/>
                </a:lnTo>
                <a:lnTo>
                  <a:pt x="968" y="655"/>
                </a:lnTo>
                <a:lnTo>
                  <a:pt x="969" y="656"/>
                </a:lnTo>
                <a:lnTo>
                  <a:pt x="971" y="659"/>
                </a:lnTo>
                <a:lnTo>
                  <a:pt x="972" y="660"/>
                </a:lnTo>
                <a:lnTo>
                  <a:pt x="973" y="661"/>
                </a:lnTo>
                <a:lnTo>
                  <a:pt x="974" y="661"/>
                </a:lnTo>
                <a:lnTo>
                  <a:pt x="975" y="661"/>
                </a:lnTo>
                <a:lnTo>
                  <a:pt x="976" y="660"/>
                </a:lnTo>
                <a:lnTo>
                  <a:pt x="978" y="660"/>
                </a:lnTo>
                <a:lnTo>
                  <a:pt x="979" y="660"/>
                </a:lnTo>
                <a:lnTo>
                  <a:pt x="980" y="660"/>
                </a:lnTo>
                <a:lnTo>
                  <a:pt x="981" y="660"/>
                </a:lnTo>
                <a:lnTo>
                  <a:pt x="983" y="661"/>
                </a:lnTo>
                <a:lnTo>
                  <a:pt x="984" y="661"/>
                </a:lnTo>
                <a:lnTo>
                  <a:pt x="985" y="661"/>
                </a:lnTo>
                <a:lnTo>
                  <a:pt x="986" y="661"/>
                </a:lnTo>
                <a:lnTo>
                  <a:pt x="987" y="660"/>
                </a:lnTo>
                <a:lnTo>
                  <a:pt x="988" y="659"/>
                </a:lnTo>
                <a:lnTo>
                  <a:pt x="988" y="658"/>
                </a:lnTo>
                <a:lnTo>
                  <a:pt x="989" y="657"/>
                </a:lnTo>
                <a:lnTo>
                  <a:pt x="990" y="656"/>
                </a:lnTo>
                <a:lnTo>
                  <a:pt x="991" y="656"/>
                </a:lnTo>
                <a:lnTo>
                  <a:pt x="991" y="655"/>
                </a:lnTo>
                <a:lnTo>
                  <a:pt x="992" y="655"/>
                </a:lnTo>
                <a:lnTo>
                  <a:pt x="993" y="655"/>
                </a:lnTo>
                <a:lnTo>
                  <a:pt x="995" y="656"/>
                </a:lnTo>
                <a:lnTo>
                  <a:pt x="996" y="656"/>
                </a:lnTo>
                <a:lnTo>
                  <a:pt x="997" y="656"/>
                </a:lnTo>
                <a:lnTo>
                  <a:pt x="998" y="656"/>
                </a:lnTo>
                <a:lnTo>
                  <a:pt x="999" y="656"/>
                </a:lnTo>
                <a:lnTo>
                  <a:pt x="1000" y="657"/>
                </a:lnTo>
                <a:lnTo>
                  <a:pt x="1002" y="658"/>
                </a:lnTo>
                <a:lnTo>
                  <a:pt x="1003" y="659"/>
                </a:lnTo>
                <a:lnTo>
                  <a:pt x="1006" y="659"/>
                </a:lnTo>
                <a:lnTo>
                  <a:pt x="1008" y="660"/>
                </a:lnTo>
                <a:lnTo>
                  <a:pt x="1011" y="660"/>
                </a:lnTo>
                <a:lnTo>
                  <a:pt x="1012" y="660"/>
                </a:lnTo>
                <a:lnTo>
                  <a:pt x="1013" y="660"/>
                </a:lnTo>
                <a:lnTo>
                  <a:pt x="1015" y="659"/>
                </a:lnTo>
                <a:lnTo>
                  <a:pt x="1016" y="659"/>
                </a:lnTo>
                <a:lnTo>
                  <a:pt x="1019" y="659"/>
                </a:lnTo>
                <a:lnTo>
                  <a:pt x="1021" y="660"/>
                </a:lnTo>
                <a:lnTo>
                  <a:pt x="1024" y="660"/>
                </a:lnTo>
                <a:lnTo>
                  <a:pt x="1026" y="659"/>
                </a:lnTo>
                <a:lnTo>
                  <a:pt x="1026" y="658"/>
                </a:lnTo>
                <a:lnTo>
                  <a:pt x="1027" y="658"/>
                </a:lnTo>
                <a:lnTo>
                  <a:pt x="1028" y="657"/>
                </a:lnTo>
                <a:lnTo>
                  <a:pt x="1029" y="655"/>
                </a:lnTo>
                <a:lnTo>
                  <a:pt x="1030" y="653"/>
                </a:lnTo>
                <a:lnTo>
                  <a:pt x="1032" y="652"/>
                </a:lnTo>
                <a:lnTo>
                  <a:pt x="1034" y="651"/>
                </a:lnTo>
                <a:lnTo>
                  <a:pt x="1035" y="651"/>
                </a:lnTo>
                <a:lnTo>
                  <a:pt x="1036" y="651"/>
                </a:lnTo>
                <a:lnTo>
                  <a:pt x="1038" y="652"/>
                </a:lnTo>
                <a:lnTo>
                  <a:pt x="1040" y="653"/>
                </a:lnTo>
                <a:lnTo>
                  <a:pt x="1042" y="654"/>
                </a:lnTo>
                <a:lnTo>
                  <a:pt x="1043" y="654"/>
                </a:lnTo>
                <a:lnTo>
                  <a:pt x="1044" y="654"/>
                </a:lnTo>
                <a:lnTo>
                  <a:pt x="1044" y="653"/>
                </a:lnTo>
                <a:lnTo>
                  <a:pt x="1046" y="652"/>
                </a:lnTo>
                <a:lnTo>
                  <a:pt x="1046" y="650"/>
                </a:lnTo>
                <a:lnTo>
                  <a:pt x="1047" y="649"/>
                </a:lnTo>
                <a:lnTo>
                  <a:pt x="1047" y="648"/>
                </a:lnTo>
                <a:lnTo>
                  <a:pt x="1046" y="647"/>
                </a:lnTo>
                <a:lnTo>
                  <a:pt x="1046" y="646"/>
                </a:lnTo>
                <a:lnTo>
                  <a:pt x="1046" y="645"/>
                </a:lnTo>
                <a:lnTo>
                  <a:pt x="1046" y="644"/>
                </a:lnTo>
                <a:lnTo>
                  <a:pt x="1047" y="644"/>
                </a:lnTo>
                <a:lnTo>
                  <a:pt x="1050" y="642"/>
                </a:lnTo>
                <a:lnTo>
                  <a:pt x="1053" y="642"/>
                </a:lnTo>
                <a:lnTo>
                  <a:pt x="1056" y="641"/>
                </a:lnTo>
                <a:lnTo>
                  <a:pt x="1059" y="641"/>
                </a:lnTo>
                <a:lnTo>
                  <a:pt x="1062" y="639"/>
                </a:lnTo>
                <a:lnTo>
                  <a:pt x="1065" y="637"/>
                </a:lnTo>
                <a:lnTo>
                  <a:pt x="1065" y="636"/>
                </a:lnTo>
                <a:lnTo>
                  <a:pt x="1066" y="636"/>
                </a:lnTo>
                <a:lnTo>
                  <a:pt x="1067" y="636"/>
                </a:lnTo>
                <a:lnTo>
                  <a:pt x="1067" y="635"/>
                </a:lnTo>
                <a:lnTo>
                  <a:pt x="1068" y="635"/>
                </a:lnTo>
                <a:lnTo>
                  <a:pt x="1070" y="635"/>
                </a:lnTo>
                <a:lnTo>
                  <a:pt x="1076" y="636"/>
                </a:lnTo>
                <a:lnTo>
                  <a:pt x="1078" y="636"/>
                </a:lnTo>
                <a:lnTo>
                  <a:pt x="1080" y="636"/>
                </a:lnTo>
                <a:lnTo>
                  <a:pt x="1083" y="637"/>
                </a:lnTo>
                <a:lnTo>
                  <a:pt x="1086" y="637"/>
                </a:lnTo>
                <a:lnTo>
                  <a:pt x="1089" y="637"/>
                </a:lnTo>
                <a:lnTo>
                  <a:pt x="1090" y="637"/>
                </a:lnTo>
                <a:lnTo>
                  <a:pt x="1092" y="638"/>
                </a:lnTo>
                <a:lnTo>
                  <a:pt x="1093" y="638"/>
                </a:lnTo>
                <a:lnTo>
                  <a:pt x="1093" y="637"/>
                </a:lnTo>
                <a:lnTo>
                  <a:pt x="1093" y="636"/>
                </a:lnTo>
                <a:lnTo>
                  <a:pt x="1094" y="636"/>
                </a:lnTo>
                <a:lnTo>
                  <a:pt x="1094" y="635"/>
                </a:lnTo>
                <a:lnTo>
                  <a:pt x="1094" y="634"/>
                </a:lnTo>
                <a:lnTo>
                  <a:pt x="1093" y="634"/>
                </a:lnTo>
                <a:lnTo>
                  <a:pt x="1093" y="633"/>
                </a:lnTo>
                <a:lnTo>
                  <a:pt x="1093" y="632"/>
                </a:lnTo>
                <a:lnTo>
                  <a:pt x="1093" y="631"/>
                </a:lnTo>
                <a:lnTo>
                  <a:pt x="1094" y="631"/>
                </a:lnTo>
                <a:lnTo>
                  <a:pt x="1095" y="630"/>
                </a:lnTo>
                <a:lnTo>
                  <a:pt x="1096" y="630"/>
                </a:lnTo>
                <a:lnTo>
                  <a:pt x="1097" y="630"/>
                </a:lnTo>
                <a:lnTo>
                  <a:pt x="1098" y="631"/>
                </a:lnTo>
                <a:lnTo>
                  <a:pt x="1101" y="631"/>
                </a:lnTo>
                <a:lnTo>
                  <a:pt x="1103" y="632"/>
                </a:lnTo>
                <a:lnTo>
                  <a:pt x="1104" y="635"/>
                </a:lnTo>
                <a:lnTo>
                  <a:pt x="1105" y="636"/>
                </a:lnTo>
                <a:lnTo>
                  <a:pt x="1104" y="636"/>
                </a:lnTo>
                <a:lnTo>
                  <a:pt x="1104" y="638"/>
                </a:lnTo>
                <a:lnTo>
                  <a:pt x="1104" y="639"/>
                </a:lnTo>
                <a:lnTo>
                  <a:pt x="1103" y="641"/>
                </a:lnTo>
                <a:lnTo>
                  <a:pt x="1102" y="641"/>
                </a:lnTo>
                <a:lnTo>
                  <a:pt x="1102" y="642"/>
                </a:lnTo>
                <a:lnTo>
                  <a:pt x="1100" y="645"/>
                </a:lnTo>
                <a:lnTo>
                  <a:pt x="1100" y="646"/>
                </a:lnTo>
                <a:lnTo>
                  <a:pt x="1099" y="648"/>
                </a:lnTo>
                <a:lnTo>
                  <a:pt x="1099" y="650"/>
                </a:lnTo>
                <a:lnTo>
                  <a:pt x="1100" y="651"/>
                </a:lnTo>
                <a:lnTo>
                  <a:pt x="1101" y="653"/>
                </a:lnTo>
                <a:lnTo>
                  <a:pt x="1102" y="653"/>
                </a:lnTo>
                <a:lnTo>
                  <a:pt x="1103" y="654"/>
                </a:lnTo>
                <a:lnTo>
                  <a:pt x="1105" y="654"/>
                </a:lnTo>
                <a:lnTo>
                  <a:pt x="1107" y="653"/>
                </a:lnTo>
                <a:lnTo>
                  <a:pt x="1108" y="653"/>
                </a:lnTo>
                <a:lnTo>
                  <a:pt x="1108" y="652"/>
                </a:lnTo>
                <a:lnTo>
                  <a:pt x="1109" y="652"/>
                </a:lnTo>
                <a:lnTo>
                  <a:pt x="1109" y="651"/>
                </a:lnTo>
                <a:lnTo>
                  <a:pt x="1111" y="650"/>
                </a:lnTo>
                <a:lnTo>
                  <a:pt x="1113" y="648"/>
                </a:lnTo>
                <a:lnTo>
                  <a:pt x="1115" y="648"/>
                </a:lnTo>
                <a:lnTo>
                  <a:pt x="1115" y="647"/>
                </a:lnTo>
                <a:lnTo>
                  <a:pt x="1117" y="647"/>
                </a:lnTo>
                <a:lnTo>
                  <a:pt x="1119" y="647"/>
                </a:lnTo>
                <a:lnTo>
                  <a:pt x="1122" y="648"/>
                </a:lnTo>
                <a:lnTo>
                  <a:pt x="1124" y="650"/>
                </a:lnTo>
                <a:lnTo>
                  <a:pt x="1126" y="650"/>
                </a:lnTo>
                <a:lnTo>
                  <a:pt x="1127" y="651"/>
                </a:lnTo>
                <a:lnTo>
                  <a:pt x="1130" y="650"/>
                </a:lnTo>
                <a:lnTo>
                  <a:pt x="1133" y="650"/>
                </a:lnTo>
                <a:lnTo>
                  <a:pt x="1135" y="649"/>
                </a:lnTo>
                <a:lnTo>
                  <a:pt x="1137" y="650"/>
                </a:lnTo>
                <a:lnTo>
                  <a:pt x="1138" y="652"/>
                </a:lnTo>
                <a:lnTo>
                  <a:pt x="1140" y="653"/>
                </a:lnTo>
                <a:lnTo>
                  <a:pt x="1142" y="656"/>
                </a:lnTo>
                <a:lnTo>
                  <a:pt x="1144" y="661"/>
                </a:lnTo>
                <a:lnTo>
                  <a:pt x="1145" y="662"/>
                </a:lnTo>
                <a:lnTo>
                  <a:pt x="1145" y="663"/>
                </a:lnTo>
                <a:lnTo>
                  <a:pt x="1146" y="664"/>
                </a:lnTo>
                <a:lnTo>
                  <a:pt x="1148" y="665"/>
                </a:lnTo>
                <a:lnTo>
                  <a:pt x="1149" y="666"/>
                </a:lnTo>
                <a:lnTo>
                  <a:pt x="1151" y="666"/>
                </a:lnTo>
                <a:lnTo>
                  <a:pt x="1154" y="667"/>
                </a:lnTo>
                <a:lnTo>
                  <a:pt x="1156" y="666"/>
                </a:lnTo>
                <a:lnTo>
                  <a:pt x="1157" y="666"/>
                </a:lnTo>
                <a:lnTo>
                  <a:pt x="1158" y="665"/>
                </a:lnTo>
                <a:lnTo>
                  <a:pt x="1158" y="664"/>
                </a:lnTo>
                <a:lnTo>
                  <a:pt x="1159" y="663"/>
                </a:lnTo>
                <a:lnTo>
                  <a:pt x="1160" y="661"/>
                </a:lnTo>
                <a:lnTo>
                  <a:pt x="1160" y="659"/>
                </a:lnTo>
                <a:lnTo>
                  <a:pt x="1161" y="658"/>
                </a:lnTo>
                <a:lnTo>
                  <a:pt x="1163" y="656"/>
                </a:lnTo>
                <a:lnTo>
                  <a:pt x="1165" y="654"/>
                </a:lnTo>
                <a:lnTo>
                  <a:pt x="1167" y="653"/>
                </a:lnTo>
                <a:lnTo>
                  <a:pt x="1170" y="653"/>
                </a:lnTo>
                <a:lnTo>
                  <a:pt x="1173" y="653"/>
                </a:lnTo>
                <a:lnTo>
                  <a:pt x="1175" y="655"/>
                </a:lnTo>
                <a:lnTo>
                  <a:pt x="1176" y="655"/>
                </a:lnTo>
                <a:lnTo>
                  <a:pt x="1176" y="656"/>
                </a:lnTo>
                <a:lnTo>
                  <a:pt x="1177" y="656"/>
                </a:lnTo>
                <a:lnTo>
                  <a:pt x="1178" y="657"/>
                </a:lnTo>
                <a:lnTo>
                  <a:pt x="1179" y="658"/>
                </a:lnTo>
                <a:lnTo>
                  <a:pt x="1180" y="659"/>
                </a:lnTo>
                <a:lnTo>
                  <a:pt x="1181" y="659"/>
                </a:lnTo>
                <a:lnTo>
                  <a:pt x="1183" y="659"/>
                </a:lnTo>
                <a:lnTo>
                  <a:pt x="1184" y="659"/>
                </a:lnTo>
                <a:lnTo>
                  <a:pt x="1185" y="659"/>
                </a:lnTo>
                <a:lnTo>
                  <a:pt x="1187" y="658"/>
                </a:lnTo>
                <a:lnTo>
                  <a:pt x="1188" y="657"/>
                </a:lnTo>
                <a:lnTo>
                  <a:pt x="1189" y="655"/>
                </a:lnTo>
                <a:lnTo>
                  <a:pt x="1189" y="654"/>
                </a:lnTo>
                <a:lnTo>
                  <a:pt x="1188" y="654"/>
                </a:lnTo>
                <a:lnTo>
                  <a:pt x="1188" y="653"/>
                </a:lnTo>
                <a:lnTo>
                  <a:pt x="1188" y="652"/>
                </a:lnTo>
                <a:lnTo>
                  <a:pt x="1187" y="651"/>
                </a:lnTo>
                <a:lnTo>
                  <a:pt x="1186" y="650"/>
                </a:lnTo>
                <a:lnTo>
                  <a:pt x="1186" y="648"/>
                </a:lnTo>
                <a:lnTo>
                  <a:pt x="1185" y="646"/>
                </a:lnTo>
                <a:lnTo>
                  <a:pt x="1185" y="645"/>
                </a:lnTo>
                <a:lnTo>
                  <a:pt x="1186" y="644"/>
                </a:lnTo>
                <a:lnTo>
                  <a:pt x="1187" y="642"/>
                </a:lnTo>
                <a:lnTo>
                  <a:pt x="1189" y="640"/>
                </a:lnTo>
                <a:lnTo>
                  <a:pt x="1190" y="639"/>
                </a:lnTo>
                <a:lnTo>
                  <a:pt x="1192" y="638"/>
                </a:lnTo>
                <a:lnTo>
                  <a:pt x="1194" y="639"/>
                </a:lnTo>
                <a:lnTo>
                  <a:pt x="1196" y="639"/>
                </a:lnTo>
                <a:lnTo>
                  <a:pt x="1197" y="639"/>
                </a:lnTo>
                <a:lnTo>
                  <a:pt x="1198" y="639"/>
                </a:lnTo>
                <a:lnTo>
                  <a:pt x="1201" y="639"/>
                </a:lnTo>
                <a:lnTo>
                  <a:pt x="1204" y="640"/>
                </a:lnTo>
                <a:lnTo>
                  <a:pt x="1206" y="641"/>
                </a:lnTo>
                <a:lnTo>
                  <a:pt x="1208" y="643"/>
                </a:lnTo>
                <a:lnTo>
                  <a:pt x="1209" y="645"/>
                </a:lnTo>
                <a:lnTo>
                  <a:pt x="1209" y="646"/>
                </a:lnTo>
                <a:lnTo>
                  <a:pt x="1210" y="649"/>
                </a:lnTo>
                <a:lnTo>
                  <a:pt x="1212" y="654"/>
                </a:lnTo>
                <a:lnTo>
                  <a:pt x="1213" y="657"/>
                </a:lnTo>
                <a:lnTo>
                  <a:pt x="1214" y="659"/>
                </a:lnTo>
                <a:lnTo>
                  <a:pt x="1214" y="660"/>
                </a:lnTo>
                <a:lnTo>
                  <a:pt x="1214" y="661"/>
                </a:lnTo>
                <a:lnTo>
                  <a:pt x="1215" y="662"/>
                </a:lnTo>
                <a:lnTo>
                  <a:pt x="1216" y="663"/>
                </a:lnTo>
                <a:lnTo>
                  <a:pt x="1216" y="664"/>
                </a:lnTo>
                <a:lnTo>
                  <a:pt x="1217" y="664"/>
                </a:lnTo>
                <a:lnTo>
                  <a:pt x="1218" y="665"/>
                </a:lnTo>
                <a:lnTo>
                  <a:pt x="1219" y="665"/>
                </a:lnTo>
                <a:lnTo>
                  <a:pt x="1221" y="665"/>
                </a:lnTo>
                <a:lnTo>
                  <a:pt x="1221" y="666"/>
                </a:lnTo>
                <a:lnTo>
                  <a:pt x="1222" y="665"/>
                </a:lnTo>
                <a:lnTo>
                  <a:pt x="1223" y="665"/>
                </a:lnTo>
                <a:lnTo>
                  <a:pt x="1224" y="664"/>
                </a:lnTo>
                <a:lnTo>
                  <a:pt x="1225" y="664"/>
                </a:lnTo>
                <a:lnTo>
                  <a:pt x="1227" y="662"/>
                </a:lnTo>
                <a:lnTo>
                  <a:pt x="1228" y="661"/>
                </a:lnTo>
                <a:lnTo>
                  <a:pt x="1228" y="660"/>
                </a:lnTo>
                <a:lnTo>
                  <a:pt x="1229" y="660"/>
                </a:lnTo>
                <a:lnTo>
                  <a:pt x="1230" y="660"/>
                </a:lnTo>
                <a:lnTo>
                  <a:pt x="1230" y="659"/>
                </a:lnTo>
                <a:lnTo>
                  <a:pt x="1231" y="659"/>
                </a:lnTo>
                <a:lnTo>
                  <a:pt x="1232" y="659"/>
                </a:lnTo>
                <a:lnTo>
                  <a:pt x="1232" y="658"/>
                </a:lnTo>
                <a:lnTo>
                  <a:pt x="1233" y="658"/>
                </a:lnTo>
                <a:lnTo>
                  <a:pt x="1234" y="658"/>
                </a:lnTo>
                <a:lnTo>
                  <a:pt x="1235" y="658"/>
                </a:lnTo>
                <a:lnTo>
                  <a:pt x="1236" y="658"/>
                </a:lnTo>
                <a:lnTo>
                  <a:pt x="1237" y="659"/>
                </a:lnTo>
                <a:lnTo>
                  <a:pt x="1239" y="660"/>
                </a:lnTo>
                <a:lnTo>
                  <a:pt x="1240" y="661"/>
                </a:lnTo>
                <a:lnTo>
                  <a:pt x="1241" y="661"/>
                </a:lnTo>
                <a:lnTo>
                  <a:pt x="1242" y="663"/>
                </a:lnTo>
                <a:lnTo>
                  <a:pt x="1243" y="664"/>
                </a:lnTo>
                <a:lnTo>
                  <a:pt x="1243" y="665"/>
                </a:lnTo>
                <a:lnTo>
                  <a:pt x="1243" y="666"/>
                </a:lnTo>
                <a:lnTo>
                  <a:pt x="1244" y="667"/>
                </a:lnTo>
                <a:lnTo>
                  <a:pt x="1244" y="668"/>
                </a:lnTo>
                <a:lnTo>
                  <a:pt x="1244" y="669"/>
                </a:lnTo>
                <a:lnTo>
                  <a:pt x="1244" y="671"/>
                </a:lnTo>
                <a:lnTo>
                  <a:pt x="1245" y="674"/>
                </a:lnTo>
                <a:lnTo>
                  <a:pt x="1246" y="675"/>
                </a:lnTo>
                <a:lnTo>
                  <a:pt x="1247" y="676"/>
                </a:lnTo>
                <a:lnTo>
                  <a:pt x="1249" y="677"/>
                </a:lnTo>
                <a:lnTo>
                  <a:pt x="1251" y="678"/>
                </a:lnTo>
                <a:lnTo>
                  <a:pt x="1252" y="678"/>
                </a:lnTo>
                <a:lnTo>
                  <a:pt x="1255" y="678"/>
                </a:lnTo>
                <a:lnTo>
                  <a:pt x="1257" y="677"/>
                </a:lnTo>
                <a:lnTo>
                  <a:pt x="1258" y="676"/>
                </a:lnTo>
                <a:lnTo>
                  <a:pt x="1259" y="676"/>
                </a:lnTo>
                <a:lnTo>
                  <a:pt x="1260" y="676"/>
                </a:lnTo>
                <a:lnTo>
                  <a:pt x="1260" y="677"/>
                </a:lnTo>
                <a:lnTo>
                  <a:pt x="1261" y="678"/>
                </a:lnTo>
                <a:lnTo>
                  <a:pt x="1262" y="680"/>
                </a:lnTo>
                <a:lnTo>
                  <a:pt x="1262" y="681"/>
                </a:lnTo>
                <a:lnTo>
                  <a:pt x="1262" y="682"/>
                </a:lnTo>
                <a:lnTo>
                  <a:pt x="1262" y="684"/>
                </a:lnTo>
                <a:lnTo>
                  <a:pt x="1262" y="685"/>
                </a:lnTo>
                <a:lnTo>
                  <a:pt x="1262" y="686"/>
                </a:lnTo>
                <a:lnTo>
                  <a:pt x="1262" y="687"/>
                </a:lnTo>
                <a:lnTo>
                  <a:pt x="1263" y="688"/>
                </a:lnTo>
                <a:lnTo>
                  <a:pt x="1264" y="689"/>
                </a:lnTo>
                <a:lnTo>
                  <a:pt x="1265" y="689"/>
                </a:lnTo>
                <a:lnTo>
                  <a:pt x="1267" y="689"/>
                </a:lnTo>
                <a:lnTo>
                  <a:pt x="1270" y="689"/>
                </a:lnTo>
                <a:lnTo>
                  <a:pt x="1272" y="689"/>
                </a:lnTo>
                <a:lnTo>
                  <a:pt x="1273" y="689"/>
                </a:lnTo>
                <a:lnTo>
                  <a:pt x="1274" y="690"/>
                </a:lnTo>
                <a:lnTo>
                  <a:pt x="1274" y="691"/>
                </a:lnTo>
                <a:lnTo>
                  <a:pt x="1275" y="692"/>
                </a:lnTo>
                <a:lnTo>
                  <a:pt x="1275" y="693"/>
                </a:lnTo>
                <a:lnTo>
                  <a:pt x="1275" y="694"/>
                </a:lnTo>
                <a:lnTo>
                  <a:pt x="1275" y="695"/>
                </a:lnTo>
                <a:lnTo>
                  <a:pt x="1274" y="697"/>
                </a:lnTo>
                <a:lnTo>
                  <a:pt x="1274" y="698"/>
                </a:lnTo>
                <a:lnTo>
                  <a:pt x="1274" y="699"/>
                </a:lnTo>
                <a:lnTo>
                  <a:pt x="1275" y="700"/>
                </a:lnTo>
                <a:lnTo>
                  <a:pt x="1276" y="701"/>
                </a:lnTo>
                <a:lnTo>
                  <a:pt x="1279" y="702"/>
                </a:lnTo>
                <a:lnTo>
                  <a:pt x="1281" y="702"/>
                </a:lnTo>
                <a:lnTo>
                  <a:pt x="1283" y="702"/>
                </a:lnTo>
                <a:lnTo>
                  <a:pt x="1285" y="702"/>
                </a:lnTo>
                <a:lnTo>
                  <a:pt x="1287" y="702"/>
                </a:lnTo>
                <a:lnTo>
                  <a:pt x="1289" y="702"/>
                </a:lnTo>
                <a:lnTo>
                  <a:pt x="1290" y="703"/>
                </a:lnTo>
                <a:lnTo>
                  <a:pt x="1291" y="703"/>
                </a:lnTo>
                <a:lnTo>
                  <a:pt x="1292" y="704"/>
                </a:lnTo>
                <a:lnTo>
                  <a:pt x="1292" y="705"/>
                </a:lnTo>
                <a:lnTo>
                  <a:pt x="1293" y="705"/>
                </a:lnTo>
                <a:lnTo>
                  <a:pt x="1293" y="706"/>
                </a:lnTo>
                <a:lnTo>
                  <a:pt x="1294" y="707"/>
                </a:lnTo>
                <a:lnTo>
                  <a:pt x="1295" y="709"/>
                </a:lnTo>
                <a:lnTo>
                  <a:pt x="1296" y="709"/>
                </a:lnTo>
                <a:lnTo>
                  <a:pt x="1297" y="710"/>
                </a:lnTo>
                <a:lnTo>
                  <a:pt x="1299" y="710"/>
                </a:lnTo>
                <a:lnTo>
                  <a:pt x="1301" y="711"/>
                </a:lnTo>
                <a:lnTo>
                  <a:pt x="1302" y="711"/>
                </a:lnTo>
                <a:lnTo>
                  <a:pt x="1304" y="711"/>
                </a:lnTo>
                <a:lnTo>
                  <a:pt x="1305" y="712"/>
                </a:lnTo>
                <a:lnTo>
                  <a:pt x="1306" y="712"/>
                </a:lnTo>
                <a:lnTo>
                  <a:pt x="1308" y="713"/>
                </a:lnTo>
                <a:lnTo>
                  <a:pt x="1309" y="713"/>
                </a:lnTo>
                <a:lnTo>
                  <a:pt x="1310" y="714"/>
                </a:lnTo>
                <a:lnTo>
                  <a:pt x="1311" y="714"/>
                </a:lnTo>
                <a:lnTo>
                  <a:pt x="1311" y="715"/>
                </a:lnTo>
                <a:lnTo>
                  <a:pt x="1312" y="715"/>
                </a:lnTo>
                <a:lnTo>
                  <a:pt x="1313" y="715"/>
                </a:lnTo>
                <a:lnTo>
                  <a:pt x="1316" y="717"/>
                </a:lnTo>
                <a:lnTo>
                  <a:pt x="1318" y="718"/>
                </a:lnTo>
                <a:lnTo>
                  <a:pt x="1320" y="719"/>
                </a:lnTo>
                <a:lnTo>
                  <a:pt x="1322" y="720"/>
                </a:lnTo>
                <a:lnTo>
                  <a:pt x="1322" y="721"/>
                </a:lnTo>
                <a:lnTo>
                  <a:pt x="1324" y="723"/>
                </a:lnTo>
                <a:lnTo>
                  <a:pt x="1326" y="724"/>
                </a:lnTo>
                <a:lnTo>
                  <a:pt x="1326" y="725"/>
                </a:lnTo>
                <a:lnTo>
                  <a:pt x="1328" y="725"/>
                </a:lnTo>
                <a:lnTo>
                  <a:pt x="1331" y="724"/>
                </a:lnTo>
                <a:lnTo>
                  <a:pt x="1332" y="723"/>
                </a:lnTo>
                <a:lnTo>
                  <a:pt x="1333" y="723"/>
                </a:lnTo>
                <a:lnTo>
                  <a:pt x="1333" y="722"/>
                </a:lnTo>
                <a:lnTo>
                  <a:pt x="1334" y="722"/>
                </a:lnTo>
                <a:lnTo>
                  <a:pt x="1337" y="719"/>
                </a:lnTo>
                <a:lnTo>
                  <a:pt x="1340" y="717"/>
                </a:lnTo>
                <a:lnTo>
                  <a:pt x="1342" y="715"/>
                </a:lnTo>
                <a:lnTo>
                  <a:pt x="1345" y="713"/>
                </a:lnTo>
                <a:lnTo>
                  <a:pt x="1346" y="711"/>
                </a:lnTo>
                <a:lnTo>
                  <a:pt x="1347" y="711"/>
                </a:lnTo>
                <a:lnTo>
                  <a:pt x="1348" y="711"/>
                </a:lnTo>
                <a:lnTo>
                  <a:pt x="1348" y="710"/>
                </a:lnTo>
                <a:lnTo>
                  <a:pt x="1349" y="710"/>
                </a:lnTo>
                <a:lnTo>
                  <a:pt x="1350" y="710"/>
                </a:lnTo>
                <a:lnTo>
                  <a:pt x="1351" y="709"/>
                </a:lnTo>
                <a:lnTo>
                  <a:pt x="1352" y="709"/>
                </a:lnTo>
                <a:lnTo>
                  <a:pt x="1353" y="709"/>
                </a:lnTo>
                <a:lnTo>
                  <a:pt x="1354" y="709"/>
                </a:lnTo>
                <a:lnTo>
                  <a:pt x="1355" y="709"/>
                </a:lnTo>
                <a:lnTo>
                  <a:pt x="1355" y="710"/>
                </a:lnTo>
                <a:lnTo>
                  <a:pt x="1356" y="710"/>
                </a:lnTo>
                <a:lnTo>
                  <a:pt x="1357" y="711"/>
                </a:lnTo>
                <a:lnTo>
                  <a:pt x="1357" y="712"/>
                </a:lnTo>
                <a:lnTo>
                  <a:pt x="1358" y="712"/>
                </a:lnTo>
                <a:lnTo>
                  <a:pt x="1358" y="713"/>
                </a:lnTo>
                <a:lnTo>
                  <a:pt x="1358" y="714"/>
                </a:lnTo>
                <a:lnTo>
                  <a:pt x="1359" y="714"/>
                </a:lnTo>
                <a:lnTo>
                  <a:pt x="1359" y="715"/>
                </a:lnTo>
                <a:lnTo>
                  <a:pt x="1360" y="716"/>
                </a:lnTo>
                <a:lnTo>
                  <a:pt x="1361" y="716"/>
                </a:lnTo>
                <a:lnTo>
                  <a:pt x="1362" y="717"/>
                </a:lnTo>
                <a:lnTo>
                  <a:pt x="1363" y="717"/>
                </a:lnTo>
                <a:lnTo>
                  <a:pt x="1364" y="717"/>
                </a:lnTo>
                <a:lnTo>
                  <a:pt x="1366" y="717"/>
                </a:lnTo>
                <a:lnTo>
                  <a:pt x="1367" y="717"/>
                </a:lnTo>
                <a:lnTo>
                  <a:pt x="1367" y="716"/>
                </a:lnTo>
                <a:lnTo>
                  <a:pt x="1368" y="716"/>
                </a:lnTo>
                <a:lnTo>
                  <a:pt x="1369" y="715"/>
                </a:lnTo>
                <a:lnTo>
                  <a:pt x="1370" y="714"/>
                </a:lnTo>
                <a:lnTo>
                  <a:pt x="1371" y="713"/>
                </a:lnTo>
                <a:lnTo>
                  <a:pt x="1371" y="712"/>
                </a:lnTo>
                <a:lnTo>
                  <a:pt x="1372" y="712"/>
                </a:lnTo>
                <a:lnTo>
                  <a:pt x="1372" y="711"/>
                </a:lnTo>
                <a:lnTo>
                  <a:pt x="1373" y="711"/>
                </a:lnTo>
                <a:lnTo>
                  <a:pt x="1374" y="709"/>
                </a:lnTo>
                <a:lnTo>
                  <a:pt x="1375" y="709"/>
                </a:lnTo>
                <a:lnTo>
                  <a:pt x="1375" y="708"/>
                </a:lnTo>
                <a:lnTo>
                  <a:pt x="1376" y="708"/>
                </a:lnTo>
                <a:lnTo>
                  <a:pt x="1377" y="708"/>
                </a:lnTo>
                <a:lnTo>
                  <a:pt x="1377" y="707"/>
                </a:lnTo>
                <a:lnTo>
                  <a:pt x="1378" y="707"/>
                </a:lnTo>
                <a:lnTo>
                  <a:pt x="1379" y="707"/>
                </a:lnTo>
                <a:lnTo>
                  <a:pt x="1380" y="707"/>
                </a:lnTo>
                <a:lnTo>
                  <a:pt x="1381" y="707"/>
                </a:lnTo>
                <a:lnTo>
                  <a:pt x="1382" y="707"/>
                </a:lnTo>
                <a:lnTo>
                  <a:pt x="1383" y="707"/>
                </a:lnTo>
                <a:lnTo>
                  <a:pt x="1384" y="707"/>
                </a:lnTo>
                <a:lnTo>
                  <a:pt x="1385" y="707"/>
                </a:lnTo>
                <a:lnTo>
                  <a:pt x="1385" y="708"/>
                </a:lnTo>
                <a:lnTo>
                  <a:pt x="1386" y="709"/>
                </a:lnTo>
                <a:lnTo>
                  <a:pt x="1386" y="710"/>
                </a:lnTo>
                <a:lnTo>
                  <a:pt x="1386" y="711"/>
                </a:lnTo>
                <a:lnTo>
                  <a:pt x="1386" y="712"/>
                </a:lnTo>
                <a:lnTo>
                  <a:pt x="1386" y="713"/>
                </a:lnTo>
                <a:lnTo>
                  <a:pt x="1386" y="714"/>
                </a:lnTo>
                <a:lnTo>
                  <a:pt x="1385" y="714"/>
                </a:lnTo>
                <a:lnTo>
                  <a:pt x="1385" y="715"/>
                </a:lnTo>
                <a:lnTo>
                  <a:pt x="1385" y="716"/>
                </a:lnTo>
                <a:lnTo>
                  <a:pt x="1384" y="716"/>
                </a:lnTo>
                <a:lnTo>
                  <a:pt x="1384" y="718"/>
                </a:lnTo>
                <a:lnTo>
                  <a:pt x="1383" y="718"/>
                </a:lnTo>
                <a:lnTo>
                  <a:pt x="1383" y="719"/>
                </a:lnTo>
                <a:lnTo>
                  <a:pt x="1383" y="720"/>
                </a:lnTo>
                <a:lnTo>
                  <a:pt x="1382" y="720"/>
                </a:lnTo>
                <a:lnTo>
                  <a:pt x="1382" y="721"/>
                </a:lnTo>
                <a:lnTo>
                  <a:pt x="1382" y="722"/>
                </a:lnTo>
                <a:lnTo>
                  <a:pt x="1381" y="723"/>
                </a:lnTo>
                <a:lnTo>
                  <a:pt x="1381" y="724"/>
                </a:lnTo>
                <a:lnTo>
                  <a:pt x="1381" y="725"/>
                </a:lnTo>
                <a:lnTo>
                  <a:pt x="1381" y="726"/>
                </a:lnTo>
                <a:lnTo>
                  <a:pt x="1380" y="726"/>
                </a:lnTo>
                <a:lnTo>
                  <a:pt x="1380" y="727"/>
                </a:lnTo>
                <a:lnTo>
                  <a:pt x="1380" y="728"/>
                </a:lnTo>
                <a:lnTo>
                  <a:pt x="1380" y="731"/>
                </a:lnTo>
                <a:lnTo>
                  <a:pt x="1380" y="732"/>
                </a:lnTo>
                <a:lnTo>
                  <a:pt x="1380" y="733"/>
                </a:lnTo>
                <a:lnTo>
                  <a:pt x="1380" y="735"/>
                </a:lnTo>
                <a:lnTo>
                  <a:pt x="1380" y="736"/>
                </a:lnTo>
                <a:lnTo>
                  <a:pt x="1380" y="737"/>
                </a:lnTo>
                <a:lnTo>
                  <a:pt x="1380" y="739"/>
                </a:lnTo>
                <a:lnTo>
                  <a:pt x="1379" y="740"/>
                </a:lnTo>
                <a:lnTo>
                  <a:pt x="1379" y="741"/>
                </a:lnTo>
                <a:lnTo>
                  <a:pt x="1379" y="744"/>
                </a:lnTo>
                <a:lnTo>
                  <a:pt x="1379" y="745"/>
                </a:lnTo>
                <a:lnTo>
                  <a:pt x="1379" y="748"/>
                </a:lnTo>
                <a:lnTo>
                  <a:pt x="1379" y="750"/>
                </a:lnTo>
                <a:lnTo>
                  <a:pt x="1379" y="751"/>
                </a:lnTo>
                <a:lnTo>
                  <a:pt x="1379" y="752"/>
                </a:lnTo>
                <a:lnTo>
                  <a:pt x="1378" y="753"/>
                </a:lnTo>
                <a:lnTo>
                  <a:pt x="1378" y="754"/>
                </a:lnTo>
                <a:lnTo>
                  <a:pt x="1378" y="755"/>
                </a:lnTo>
                <a:lnTo>
                  <a:pt x="1378" y="756"/>
                </a:lnTo>
                <a:lnTo>
                  <a:pt x="1378" y="757"/>
                </a:lnTo>
                <a:lnTo>
                  <a:pt x="1377" y="757"/>
                </a:lnTo>
                <a:lnTo>
                  <a:pt x="1377" y="758"/>
                </a:lnTo>
                <a:lnTo>
                  <a:pt x="1377" y="759"/>
                </a:lnTo>
                <a:lnTo>
                  <a:pt x="1377" y="761"/>
                </a:lnTo>
                <a:lnTo>
                  <a:pt x="1377" y="762"/>
                </a:lnTo>
                <a:lnTo>
                  <a:pt x="1377" y="763"/>
                </a:lnTo>
                <a:lnTo>
                  <a:pt x="1377" y="764"/>
                </a:lnTo>
                <a:lnTo>
                  <a:pt x="1378" y="764"/>
                </a:lnTo>
                <a:lnTo>
                  <a:pt x="1378" y="765"/>
                </a:lnTo>
                <a:lnTo>
                  <a:pt x="1379" y="765"/>
                </a:lnTo>
                <a:lnTo>
                  <a:pt x="1380" y="765"/>
                </a:lnTo>
                <a:lnTo>
                  <a:pt x="1381" y="765"/>
                </a:lnTo>
                <a:lnTo>
                  <a:pt x="1382" y="765"/>
                </a:lnTo>
                <a:lnTo>
                  <a:pt x="1384" y="765"/>
                </a:lnTo>
                <a:lnTo>
                  <a:pt x="1387" y="765"/>
                </a:lnTo>
                <a:lnTo>
                  <a:pt x="1388" y="766"/>
                </a:lnTo>
                <a:lnTo>
                  <a:pt x="1389" y="766"/>
                </a:lnTo>
                <a:lnTo>
                  <a:pt x="1390" y="767"/>
                </a:lnTo>
                <a:lnTo>
                  <a:pt x="1390" y="768"/>
                </a:lnTo>
                <a:lnTo>
                  <a:pt x="1391" y="768"/>
                </a:lnTo>
                <a:lnTo>
                  <a:pt x="1391" y="769"/>
                </a:lnTo>
                <a:lnTo>
                  <a:pt x="1391" y="770"/>
                </a:lnTo>
                <a:lnTo>
                  <a:pt x="1391" y="771"/>
                </a:lnTo>
                <a:lnTo>
                  <a:pt x="1392" y="771"/>
                </a:lnTo>
                <a:lnTo>
                  <a:pt x="1392" y="772"/>
                </a:lnTo>
                <a:lnTo>
                  <a:pt x="1392" y="773"/>
                </a:lnTo>
                <a:lnTo>
                  <a:pt x="1392" y="774"/>
                </a:lnTo>
                <a:lnTo>
                  <a:pt x="1392" y="775"/>
                </a:lnTo>
                <a:lnTo>
                  <a:pt x="1393" y="776"/>
                </a:lnTo>
                <a:lnTo>
                  <a:pt x="1393" y="777"/>
                </a:lnTo>
                <a:lnTo>
                  <a:pt x="1393" y="778"/>
                </a:lnTo>
                <a:lnTo>
                  <a:pt x="1394" y="780"/>
                </a:lnTo>
                <a:lnTo>
                  <a:pt x="1394" y="781"/>
                </a:lnTo>
                <a:lnTo>
                  <a:pt x="1394" y="782"/>
                </a:lnTo>
                <a:lnTo>
                  <a:pt x="1395" y="782"/>
                </a:lnTo>
                <a:lnTo>
                  <a:pt x="1395" y="783"/>
                </a:lnTo>
                <a:lnTo>
                  <a:pt x="1396" y="783"/>
                </a:lnTo>
                <a:lnTo>
                  <a:pt x="1396" y="784"/>
                </a:lnTo>
                <a:lnTo>
                  <a:pt x="1397" y="785"/>
                </a:lnTo>
                <a:lnTo>
                  <a:pt x="1398" y="785"/>
                </a:lnTo>
                <a:lnTo>
                  <a:pt x="1399" y="785"/>
                </a:lnTo>
                <a:lnTo>
                  <a:pt x="1400" y="785"/>
                </a:lnTo>
                <a:lnTo>
                  <a:pt x="1400" y="784"/>
                </a:lnTo>
                <a:lnTo>
                  <a:pt x="1401" y="784"/>
                </a:lnTo>
                <a:lnTo>
                  <a:pt x="1402" y="784"/>
                </a:lnTo>
                <a:lnTo>
                  <a:pt x="1402" y="783"/>
                </a:lnTo>
                <a:lnTo>
                  <a:pt x="1403" y="783"/>
                </a:lnTo>
                <a:lnTo>
                  <a:pt x="1403" y="782"/>
                </a:lnTo>
                <a:lnTo>
                  <a:pt x="1404" y="782"/>
                </a:lnTo>
                <a:lnTo>
                  <a:pt x="1404" y="781"/>
                </a:lnTo>
                <a:lnTo>
                  <a:pt x="1405" y="781"/>
                </a:lnTo>
                <a:lnTo>
                  <a:pt x="1405" y="780"/>
                </a:lnTo>
                <a:lnTo>
                  <a:pt x="1406" y="779"/>
                </a:lnTo>
                <a:lnTo>
                  <a:pt x="1407" y="778"/>
                </a:lnTo>
                <a:lnTo>
                  <a:pt x="1407" y="777"/>
                </a:lnTo>
                <a:lnTo>
                  <a:pt x="1408" y="777"/>
                </a:lnTo>
                <a:lnTo>
                  <a:pt x="1408" y="776"/>
                </a:lnTo>
                <a:lnTo>
                  <a:pt x="1409" y="776"/>
                </a:lnTo>
                <a:lnTo>
                  <a:pt x="1410" y="776"/>
                </a:lnTo>
                <a:lnTo>
                  <a:pt x="1411" y="776"/>
                </a:lnTo>
                <a:lnTo>
                  <a:pt x="1412" y="776"/>
                </a:lnTo>
                <a:lnTo>
                  <a:pt x="1412" y="777"/>
                </a:lnTo>
                <a:lnTo>
                  <a:pt x="1413" y="777"/>
                </a:lnTo>
                <a:lnTo>
                  <a:pt x="1414" y="778"/>
                </a:lnTo>
                <a:lnTo>
                  <a:pt x="1415" y="779"/>
                </a:lnTo>
                <a:lnTo>
                  <a:pt x="1416" y="780"/>
                </a:lnTo>
                <a:lnTo>
                  <a:pt x="1416" y="783"/>
                </a:lnTo>
                <a:lnTo>
                  <a:pt x="1416" y="784"/>
                </a:lnTo>
                <a:lnTo>
                  <a:pt x="1415" y="785"/>
                </a:lnTo>
                <a:lnTo>
                  <a:pt x="1415" y="786"/>
                </a:lnTo>
                <a:lnTo>
                  <a:pt x="1414" y="788"/>
                </a:lnTo>
                <a:lnTo>
                  <a:pt x="1414" y="789"/>
                </a:lnTo>
                <a:lnTo>
                  <a:pt x="1414" y="791"/>
                </a:lnTo>
                <a:lnTo>
                  <a:pt x="1414" y="792"/>
                </a:lnTo>
                <a:lnTo>
                  <a:pt x="1416" y="794"/>
                </a:lnTo>
                <a:lnTo>
                  <a:pt x="1416" y="795"/>
                </a:lnTo>
                <a:lnTo>
                  <a:pt x="1417" y="795"/>
                </a:lnTo>
                <a:lnTo>
                  <a:pt x="1417" y="796"/>
                </a:lnTo>
                <a:lnTo>
                  <a:pt x="1418" y="797"/>
                </a:lnTo>
                <a:lnTo>
                  <a:pt x="1419" y="798"/>
                </a:lnTo>
                <a:lnTo>
                  <a:pt x="1419" y="799"/>
                </a:lnTo>
                <a:lnTo>
                  <a:pt x="1420" y="799"/>
                </a:lnTo>
                <a:lnTo>
                  <a:pt x="1420" y="800"/>
                </a:lnTo>
                <a:lnTo>
                  <a:pt x="1421" y="801"/>
                </a:lnTo>
                <a:lnTo>
                  <a:pt x="1421" y="802"/>
                </a:lnTo>
                <a:lnTo>
                  <a:pt x="1422" y="802"/>
                </a:lnTo>
                <a:lnTo>
                  <a:pt x="1422" y="803"/>
                </a:lnTo>
                <a:lnTo>
                  <a:pt x="1422" y="804"/>
                </a:lnTo>
                <a:lnTo>
                  <a:pt x="1422" y="805"/>
                </a:lnTo>
                <a:lnTo>
                  <a:pt x="1423" y="805"/>
                </a:lnTo>
                <a:lnTo>
                  <a:pt x="1424" y="806"/>
                </a:lnTo>
                <a:lnTo>
                  <a:pt x="1425" y="806"/>
                </a:lnTo>
                <a:lnTo>
                  <a:pt x="1425" y="807"/>
                </a:lnTo>
                <a:lnTo>
                  <a:pt x="1426" y="807"/>
                </a:lnTo>
                <a:lnTo>
                  <a:pt x="1426" y="806"/>
                </a:lnTo>
                <a:lnTo>
                  <a:pt x="1428" y="806"/>
                </a:lnTo>
                <a:lnTo>
                  <a:pt x="1428" y="807"/>
                </a:lnTo>
                <a:lnTo>
                  <a:pt x="1429" y="807"/>
                </a:lnTo>
                <a:lnTo>
                  <a:pt x="1430" y="807"/>
                </a:lnTo>
                <a:lnTo>
                  <a:pt x="1431" y="808"/>
                </a:lnTo>
                <a:lnTo>
                  <a:pt x="1431" y="809"/>
                </a:lnTo>
                <a:lnTo>
                  <a:pt x="1431" y="810"/>
                </a:lnTo>
                <a:lnTo>
                  <a:pt x="1432" y="810"/>
                </a:lnTo>
                <a:lnTo>
                  <a:pt x="1432" y="811"/>
                </a:lnTo>
                <a:lnTo>
                  <a:pt x="1432" y="812"/>
                </a:lnTo>
                <a:lnTo>
                  <a:pt x="1433" y="812"/>
                </a:lnTo>
                <a:lnTo>
                  <a:pt x="1434" y="813"/>
                </a:lnTo>
                <a:lnTo>
                  <a:pt x="1435" y="813"/>
                </a:lnTo>
                <a:lnTo>
                  <a:pt x="1435" y="814"/>
                </a:lnTo>
                <a:lnTo>
                  <a:pt x="1435" y="815"/>
                </a:lnTo>
                <a:lnTo>
                  <a:pt x="1435" y="816"/>
                </a:lnTo>
                <a:lnTo>
                  <a:pt x="1434" y="817"/>
                </a:lnTo>
                <a:lnTo>
                  <a:pt x="1434" y="818"/>
                </a:lnTo>
                <a:lnTo>
                  <a:pt x="1433" y="818"/>
                </a:lnTo>
                <a:lnTo>
                  <a:pt x="1433" y="819"/>
                </a:lnTo>
                <a:lnTo>
                  <a:pt x="1433" y="820"/>
                </a:lnTo>
                <a:lnTo>
                  <a:pt x="1433" y="821"/>
                </a:lnTo>
                <a:lnTo>
                  <a:pt x="1433" y="822"/>
                </a:lnTo>
                <a:lnTo>
                  <a:pt x="1433" y="823"/>
                </a:lnTo>
                <a:lnTo>
                  <a:pt x="1432" y="824"/>
                </a:lnTo>
                <a:lnTo>
                  <a:pt x="1431" y="824"/>
                </a:lnTo>
                <a:lnTo>
                  <a:pt x="1430" y="824"/>
                </a:lnTo>
                <a:lnTo>
                  <a:pt x="1430" y="825"/>
                </a:lnTo>
                <a:lnTo>
                  <a:pt x="1429" y="825"/>
                </a:lnTo>
                <a:lnTo>
                  <a:pt x="1429" y="826"/>
                </a:lnTo>
                <a:lnTo>
                  <a:pt x="1429" y="830"/>
                </a:lnTo>
                <a:lnTo>
                  <a:pt x="1429" y="831"/>
                </a:lnTo>
                <a:lnTo>
                  <a:pt x="1428" y="831"/>
                </a:lnTo>
                <a:lnTo>
                  <a:pt x="1428" y="832"/>
                </a:lnTo>
                <a:lnTo>
                  <a:pt x="1428" y="833"/>
                </a:lnTo>
                <a:lnTo>
                  <a:pt x="1428" y="834"/>
                </a:lnTo>
                <a:lnTo>
                  <a:pt x="1429" y="834"/>
                </a:lnTo>
                <a:lnTo>
                  <a:pt x="1429" y="835"/>
                </a:lnTo>
                <a:lnTo>
                  <a:pt x="1429" y="836"/>
                </a:lnTo>
                <a:lnTo>
                  <a:pt x="1429" y="837"/>
                </a:lnTo>
                <a:lnTo>
                  <a:pt x="1430" y="838"/>
                </a:lnTo>
                <a:lnTo>
                  <a:pt x="1430" y="839"/>
                </a:lnTo>
                <a:lnTo>
                  <a:pt x="1430" y="840"/>
                </a:lnTo>
                <a:lnTo>
                  <a:pt x="1429" y="842"/>
                </a:lnTo>
                <a:lnTo>
                  <a:pt x="1428" y="842"/>
                </a:lnTo>
                <a:lnTo>
                  <a:pt x="1428" y="843"/>
                </a:lnTo>
                <a:lnTo>
                  <a:pt x="1427" y="844"/>
                </a:lnTo>
                <a:lnTo>
                  <a:pt x="1426" y="845"/>
                </a:lnTo>
                <a:lnTo>
                  <a:pt x="1426" y="846"/>
                </a:lnTo>
                <a:lnTo>
                  <a:pt x="1425" y="848"/>
                </a:lnTo>
                <a:lnTo>
                  <a:pt x="1425" y="849"/>
                </a:lnTo>
                <a:lnTo>
                  <a:pt x="1424" y="850"/>
                </a:lnTo>
                <a:lnTo>
                  <a:pt x="1424" y="851"/>
                </a:lnTo>
                <a:lnTo>
                  <a:pt x="1423" y="851"/>
                </a:lnTo>
                <a:lnTo>
                  <a:pt x="1423" y="852"/>
                </a:lnTo>
                <a:lnTo>
                  <a:pt x="1422" y="853"/>
                </a:lnTo>
                <a:lnTo>
                  <a:pt x="1422" y="854"/>
                </a:lnTo>
                <a:lnTo>
                  <a:pt x="1421" y="855"/>
                </a:lnTo>
                <a:lnTo>
                  <a:pt x="1421" y="856"/>
                </a:lnTo>
                <a:lnTo>
                  <a:pt x="1421" y="857"/>
                </a:lnTo>
                <a:lnTo>
                  <a:pt x="1421" y="858"/>
                </a:lnTo>
                <a:lnTo>
                  <a:pt x="1421" y="859"/>
                </a:lnTo>
                <a:lnTo>
                  <a:pt x="1421" y="860"/>
                </a:lnTo>
                <a:lnTo>
                  <a:pt x="1422" y="860"/>
                </a:lnTo>
                <a:lnTo>
                  <a:pt x="1422" y="861"/>
                </a:lnTo>
                <a:lnTo>
                  <a:pt x="1423" y="861"/>
                </a:lnTo>
                <a:lnTo>
                  <a:pt x="1423" y="862"/>
                </a:lnTo>
                <a:lnTo>
                  <a:pt x="1424" y="862"/>
                </a:lnTo>
                <a:lnTo>
                  <a:pt x="1425" y="862"/>
                </a:lnTo>
                <a:lnTo>
                  <a:pt x="1425" y="863"/>
                </a:lnTo>
                <a:lnTo>
                  <a:pt x="1426" y="863"/>
                </a:lnTo>
                <a:lnTo>
                  <a:pt x="1426" y="864"/>
                </a:lnTo>
                <a:lnTo>
                  <a:pt x="1426" y="865"/>
                </a:lnTo>
                <a:lnTo>
                  <a:pt x="1426" y="866"/>
                </a:lnTo>
                <a:lnTo>
                  <a:pt x="1426" y="867"/>
                </a:lnTo>
                <a:lnTo>
                  <a:pt x="1426" y="868"/>
                </a:lnTo>
                <a:lnTo>
                  <a:pt x="1427" y="868"/>
                </a:lnTo>
                <a:lnTo>
                  <a:pt x="1427" y="869"/>
                </a:lnTo>
                <a:lnTo>
                  <a:pt x="1428" y="870"/>
                </a:lnTo>
                <a:lnTo>
                  <a:pt x="1429" y="870"/>
                </a:lnTo>
                <a:lnTo>
                  <a:pt x="1430" y="870"/>
                </a:lnTo>
                <a:lnTo>
                  <a:pt x="1430" y="871"/>
                </a:lnTo>
                <a:lnTo>
                  <a:pt x="1431" y="871"/>
                </a:lnTo>
                <a:lnTo>
                  <a:pt x="1432" y="871"/>
                </a:lnTo>
                <a:lnTo>
                  <a:pt x="1433" y="871"/>
                </a:lnTo>
                <a:lnTo>
                  <a:pt x="1434" y="871"/>
                </a:lnTo>
                <a:lnTo>
                  <a:pt x="1435" y="871"/>
                </a:lnTo>
                <a:lnTo>
                  <a:pt x="1435" y="872"/>
                </a:lnTo>
                <a:lnTo>
                  <a:pt x="1436" y="872"/>
                </a:lnTo>
                <a:lnTo>
                  <a:pt x="1436" y="873"/>
                </a:lnTo>
                <a:lnTo>
                  <a:pt x="1436" y="874"/>
                </a:lnTo>
                <a:lnTo>
                  <a:pt x="1437" y="875"/>
                </a:lnTo>
                <a:lnTo>
                  <a:pt x="1438" y="875"/>
                </a:lnTo>
                <a:lnTo>
                  <a:pt x="1439" y="876"/>
                </a:lnTo>
                <a:lnTo>
                  <a:pt x="1442" y="878"/>
                </a:lnTo>
                <a:lnTo>
                  <a:pt x="1447" y="880"/>
                </a:lnTo>
                <a:lnTo>
                  <a:pt x="1453" y="883"/>
                </a:lnTo>
                <a:lnTo>
                  <a:pt x="1456" y="884"/>
                </a:lnTo>
                <a:lnTo>
                  <a:pt x="1458" y="885"/>
                </a:lnTo>
                <a:lnTo>
                  <a:pt x="1459" y="886"/>
                </a:lnTo>
                <a:lnTo>
                  <a:pt x="1461" y="888"/>
                </a:lnTo>
                <a:lnTo>
                  <a:pt x="1462" y="889"/>
                </a:lnTo>
                <a:lnTo>
                  <a:pt x="1464" y="891"/>
                </a:lnTo>
                <a:lnTo>
                  <a:pt x="1466" y="892"/>
                </a:lnTo>
                <a:lnTo>
                  <a:pt x="1468" y="895"/>
                </a:lnTo>
                <a:lnTo>
                  <a:pt x="1470" y="898"/>
                </a:lnTo>
                <a:lnTo>
                  <a:pt x="1473" y="901"/>
                </a:lnTo>
                <a:lnTo>
                  <a:pt x="1474" y="902"/>
                </a:lnTo>
                <a:lnTo>
                  <a:pt x="1475" y="903"/>
                </a:lnTo>
                <a:lnTo>
                  <a:pt x="1476" y="905"/>
                </a:lnTo>
                <a:lnTo>
                  <a:pt x="1476" y="906"/>
                </a:lnTo>
                <a:lnTo>
                  <a:pt x="1477" y="907"/>
                </a:lnTo>
                <a:lnTo>
                  <a:pt x="1478" y="911"/>
                </a:lnTo>
                <a:lnTo>
                  <a:pt x="1478" y="914"/>
                </a:lnTo>
                <a:lnTo>
                  <a:pt x="1480" y="918"/>
                </a:lnTo>
                <a:lnTo>
                  <a:pt x="1481" y="921"/>
                </a:lnTo>
                <a:lnTo>
                  <a:pt x="1481" y="922"/>
                </a:lnTo>
                <a:lnTo>
                  <a:pt x="1482" y="923"/>
                </a:lnTo>
                <a:lnTo>
                  <a:pt x="1482" y="924"/>
                </a:lnTo>
                <a:lnTo>
                  <a:pt x="1483" y="925"/>
                </a:lnTo>
                <a:lnTo>
                  <a:pt x="1484" y="926"/>
                </a:lnTo>
                <a:lnTo>
                  <a:pt x="1485" y="926"/>
                </a:lnTo>
                <a:lnTo>
                  <a:pt x="1486" y="926"/>
                </a:lnTo>
                <a:lnTo>
                  <a:pt x="1489" y="928"/>
                </a:lnTo>
                <a:lnTo>
                  <a:pt x="1492" y="928"/>
                </a:lnTo>
                <a:lnTo>
                  <a:pt x="1495" y="928"/>
                </a:lnTo>
                <a:lnTo>
                  <a:pt x="1501" y="926"/>
                </a:lnTo>
                <a:lnTo>
                  <a:pt x="1503" y="926"/>
                </a:lnTo>
                <a:lnTo>
                  <a:pt x="1504" y="926"/>
                </a:lnTo>
                <a:lnTo>
                  <a:pt x="1504" y="925"/>
                </a:lnTo>
                <a:lnTo>
                  <a:pt x="1505" y="925"/>
                </a:lnTo>
                <a:lnTo>
                  <a:pt x="1512" y="920"/>
                </a:lnTo>
                <a:lnTo>
                  <a:pt x="1514" y="918"/>
                </a:lnTo>
                <a:lnTo>
                  <a:pt x="1514" y="917"/>
                </a:lnTo>
                <a:lnTo>
                  <a:pt x="1515" y="917"/>
                </a:lnTo>
                <a:lnTo>
                  <a:pt x="1515" y="916"/>
                </a:lnTo>
                <a:lnTo>
                  <a:pt x="1515" y="915"/>
                </a:lnTo>
                <a:lnTo>
                  <a:pt x="1516" y="915"/>
                </a:lnTo>
                <a:lnTo>
                  <a:pt x="1516" y="914"/>
                </a:lnTo>
                <a:lnTo>
                  <a:pt x="1517" y="913"/>
                </a:lnTo>
                <a:lnTo>
                  <a:pt x="1518" y="913"/>
                </a:lnTo>
                <a:lnTo>
                  <a:pt x="1520" y="911"/>
                </a:lnTo>
                <a:lnTo>
                  <a:pt x="1522" y="910"/>
                </a:lnTo>
                <a:lnTo>
                  <a:pt x="1523" y="910"/>
                </a:lnTo>
                <a:lnTo>
                  <a:pt x="1523" y="909"/>
                </a:lnTo>
                <a:lnTo>
                  <a:pt x="1524" y="909"/>
                </a:lnTo>
                <a:lnTo>
                  <a:pt x="1527" y="909"/>
                </a:lnTo>
                <a:lnTo>
                  <a:pt x="1530" y="909"/>
                </a:lnTo>
                <a:lnTo>
                  <a:pt x="1532" y="908"/>
                </a:lnTo>
                <a:lnTo>
                  <a:pt x="1536" y="908"/>
                </a:lnTo>
                <a:lnTo>
                  <a:pt x="1537" y="907"/>
                </a:lnTo>
                <a:lnTo>
                  <a:pt x="1538" y="907"/>
                </a:lnTo>
                <a:lnTo>
                  <a:pt x="1539" y="906"/>
                </a:lnTo>
                <a:lnTo>
                  <a:pt x="1540" y="905"/>
                </a:lnTo>
                <a:lnTo>
                  <a:pt x="1541" y="904"/>
                </a:lnTo>
                <a:lnTo>
                  <a:pt x="1543" y="903"/>
                </a:lnTo>
                <a:lnTo>
                  <a:pt x="1544" y="902"/>
                </a:lnTo>
                <a:lnTo>
                  <a:pt x="1545" y="902"/>
                </a:lnTo>
                <a:lnTo>
                  <a:pt x="1546" y="901"/>
                </a:lnTo>
                <a:lnTo>
                  <a:pt x="1547" y="901"/>
                </a:lnTo>
                <a:lnTo>
                  <a:pt x="1548" y="901"/>
                </a:lnTo>
                <a:lnTo>
                  <a:pt x="1549" y="901"/>
                </a:lnTo>
                <a:lnTo>
                  <a:pt x="1551" y="901"/>
                </a:lnTo>
                <a:lnTo>
                  <a:pt x="1554" y="901"/>
                </a:lnTo>
                <a:lnTo>
                  <a:pt x="1556" y="901"/>
                </a:lnTo>
                <a:lnTo>
                  <a:pt x="1557" y="901"/>
                </a:lnTo>
                <a:lnTo>
                  <a:pt x="1558" y="901"/>
                </a:lnTo>
                <a:lnTo>
                  <a:pt x="1559" y="901"/>
                </a:lnTo>
                <a:lnTo>
                  <a:pt x="1560" y="902"/>
                </a:lnTo>
                <a:lnTo>
                  <a:pt x="1562" y="904"/>
                </a:lnTo>
                <a:lnTo>
                  <a:pt x="1562" y="905"/>
                </a:lnTo>
                <a:lnTo>
                  <a:pt x="1563" y="909"/>
                </a:lnTo>
                <a:lnTo>
                  <a:pt x="1563" y="910"/>
                </a:lnTo>
                <a:lnTo>
                  <a:pt x="1564" y="911"/>
                </a:lnTo>
                <a:lnTo>
                  <a:pt x="1565" y="912"/>
                </a:lnTo>
                <a:lnTo>
                  <a:pt x="1568" y="913"/>
                </a:lnTo>
                <a:lnTo>
                  <a:pt x="1571" y="913"/>
                </a:lnTo>
                <a:lnTo>
                  <a:pt x="1572" y="913"/>
                </a:lnTo>
                <a:lnTo>
                  <a:pt x="1573" y="913"/>
                </a:lnTo>
                <a:lnTo>
                  <a:pt x="1574" y="912"/>
                </a:lnTo>
                <a:lnTo>
                  <a:pt x="1576" y="910"/>
                </a:lnTo>
                <a:lnTo>
                  <a:pt x="1577" y="908"/>
                </a:lnTo>
                <a:lnTo>
                  <a:pt x="1577" y="907"/>
                </a:lnTo>
                <a:lnTo>
                  <a:pt x="1578" y="906"/>
                </a:lnTo>
                <a:lnTo>
                  <a:pt x="1578" y="904"/>
                </a:lnTo>
                <a:lnTo>
                  <a:pt x="1578" y="902"/>
                </a:lnTo>
                <a:lnTo>
                  <a:pt x="1579" y="902"/>
                </a:lnTo>
                <a:lnTo>
                  <a:pt x="1579" y="901"/>
                </a:lnTo>
                <a:lnTo>
                  <a:pt x="1580" y="900"/>
                </a:lnTo>
                <a:lnTo>
                  <a:pt x="1581" y="900"/>
                </a:lnTo>
                <a:lnTo>
                  <a:pt x="1582" y="899"/>
                </a:lnTo>
                <a:lnTo>
                  <a:pt x="1584" y="899"/>
                </a:lnTo>
                <a:lnTo>
                  <a:pt x="1585" y="899"/>
                </a:lnTo>
                <a:lnTo>
                  <a:pt x="1588" y="900"/>
                </a:lnTo>
                <a:lnTo>
                  <a:pt x="1590" y="901"/>
                </a:lnTo>
                <a:lnTo>
                  <a:pt x="1591" y="901"/>
                </a:lnTo>
                <a:lnTo>
                  <a:pt x="1592" y="902"/>
                </a:lnTo>
                <a:lnTo>
                  <a:pt x="1593" y="902"/>
                </a:lnTo>
                <a:lnTo>
                  <a:pt x="1594" y="902"/>
                </a:lnTo>
                <a:lnTo>
                  <a:pt x="1595" y="902"/>
                </a:lnTo>
                <a:lnTo>
                  <a:pt x="1598" y="902"/>
                </a:lnTo>
                <a:lnTo>
                  <a:pt x="1599" y="902"/>
                </a:lnTo>
                <a:lnTo>
                  <a:pt x="1600" y="902"/>
                </a:lnTo>
                <a:lnTo>
                  <a:pt x="1602" y="902"/>
                </a:lnTo>
                <a:lnTo>
                  <a:pt x="1604" y="901"/>
                </a:lnTo>
                <a:lnTo>
                  <a:pt x="1604" y="900"/>
                </a:lnTo>
                <a:lnTo>
                  <a:pt x="1605" y="900"/>
                </a:lnTo>
                <a:lnTo>
                  <a:pt x="1606" y="899"/>
                </a:lnTo>
                <a:lnTo>
                  <a:pt x="1609" y="897"/>
                </a:lnTo>
                <a:lnTo>
                  <a:pt x="1610" y="897"/>
                </a:lnTo>
                <a:lnTo>
                  <a:pt x="1611" y="898"/>
                </a:lnTo>
                <a:lnTo>
                  <a:pt x="1618" y="898"/>
                </a:lnTo>
                <a:lnTo>
                  <a:pt x="1619" y="898"/>
                </a:lnTo>
                <a:lnTo>
                  <a:pt x="1620" y="898"/>
                </a:lnTo>
                <a:lnTo>
                  <a:pt x="1620" y="897"/>
                </a:lnTo>
                <a:lnTo>
                  <a:pt x="1621" y="896"/>
                </a:lnTo>
                <a:lnTo>
                  <a:pt x="1621" y="895"/>
                </a:lnTo>
                <a:lnTo>
                  <a:pt x="1621" y="891"/>
                </a:lnTo>
                <a:lnTo>
                  <a:pt x="1621" y="890"/>
                </a:lnTo>
                <a:lnTo>
                  <a:pt x="1621" y="889"/>
                </a:lnTo>
                <a:lnTo>
                  <a:pt x="1622" y="888"/>
                </a:lnTo>
                <a:lnTo>
                  <a:pt x="1623" y="887"/>
                </a:lnTo>
                <a:lnTo>
                  <a:pt x="1624" y="887"/>
                </a:lnTo>
                <a:lnTo>
                  <a:pt x="1625" y="887"/>
                </a:lnTo>
                <a:lnTo>
                  <a:pt x="1626" y="887"/>
                </a:lnTo>
                <a:lnTo>
                  <a:pt x="1627" y="887"/>
                </a:lnTo>
                <a:lnTo>
                  <a:pt x="1628" y="887"/>
                </a:lnTo>
                <a:lnTo>
                  <a:pt x="1628" y="888"/>
                </a:lnTo>
                <a:lnTo>
                  <a:pt x="1629" y="888"/>
                </a:lnTo>
                <a:lnTo>
                  <a:pt x="1630" y="888"/>
                </a:lnTo>
                <a:lnTo>
                  <a:pt x="1631" y="888"/>
                </a:lnTo>
                <a:lnTo>
                  <a:pt x="1632" y="887"/>
                </a:lnTo>
                <a:lnTo>
                  <a:pt x="1635" y="886"/>
                </a:lnTo>
                <a:lnTo>
                  <a:pt x="1636" y="886"/>
                </a:lnTo>
                <a:lnTo>
                  <a:pt x="1637" y="886"/>
                </a:lnTo>
                <a:lnTo>
                  <a:pt x="1638" y="885"/>
                </a:lnTo>
                <a:lnTo>
                  <a:pt x="1639" y="885"/>
                </a:lnTo>
                <a:lnTo>
                  <a:pt x="1642" y="884"/>
                </a:lnTo>
                <a:lnTo>
                  <a:pt x="1643" y="884"/>
                </a:lnTo>
                <a:lnTo>
                  <a:pt x="1644" y="882"/>
                </a:lnTo>
                <a:lnTo>
                  <a:pt x="1646" y="881"/>
                </a:lnTo>
                <a:lnTo>
                  <a:pt x="1647" y="881"/>
                </a:lnTo>
                <a:lnTo>
                  <a:pt x="1647" y="880"/>
                </a:lnTo>
                <a:lnTo>
                  <a:pt x="1648" y="880"/>
                </a:lnTo>
                <a:lnTo>
                  <a:pt x="1649" y="880"/>
                </a:lnTo>
                <a:lnTo>
                  <a:pt x="1649" y="879"/>
                </a:lnTo>
                <a:lnTo>
                  <a:pt x="1650" y="879"/>
                </a:lnTo>
                <a:lnTo>
                  <a:pt x="1652" y="879"/>
                </a:lnTo>
                <a:lnTo>
                  <a:pt x="1653" y="879"/>
                </a:lnTo>
                <a:lnTo>
                  <a:pt x="1653" y="880"/>
                </a:lnTo>
                <a:lnTo>
                  <a:pt x="1654" y="880"/>
                </a:lnTo>
                <a:lnTo>
                  <a:pt x="1655" y="879"/>
                </a:lnTo>
                <a:lnTo>
                  <a:pt x="1656" y="879"/>
                </a:lnTo>
                <a:lnTo>
                  <a:pt x="1656" y="878"/>
                </a:lnTo>
                <a:lnTo>
                  <a:pt x="1657" y="878"/>
                </a:lnTo>
                <a:lnTo>
                  <a:pt x="1657" y="877"/>
                </a:lnTo>
                <a:lnTo>
                  <a:pt x="1658" y="877"/>
                </a:lnTo>
                <a:lnTo>
                  <a:pt x="1658" y="876"/>
                </a:lnTo>
                <a:lnTo>
                  <a:pt x="1658" y="875"/>
                </a:lnTo>
                <a:lnTo>
                  <a:pt x="1658" y="874"/>
                </a:lnTo>
                <a:lnTo>
                  <a:pt x="1658" y="873"/>
                </a:lnTo>
                <a:lnTo>
                  <a:pt x="1658" y="872"/>
                </a:lnTo>
                <a:lnTo>
                  <a:pt x="1658" y="871"/>
                </a:lnTo>
                <a:lnTo>
                  <a:pt x="1658" y="870"/>
                </a:lnTo>
                <a:lnTo>
                  <a:pt x="1660" y="868"/>
                </a:lnTo>
                <a:lnTo>
                  <a:pt x="1661" y="867"/>
                </a:lnTo>
                <a:lnTo>
                  <a:pt x="1662" y="867"/>
                </a:lnTo>
                <a:lnTo>
                  <a:pt x="1663" y="867"/>
                </a:lnTo>
                <a:lnTo>
                  <a:pt x="1664" y="866"/>
                </a:lnTo>
                <a:lnTo>
                  <a:pt x="1665" y="866"/>
                </a:lnTo>
                <a:lnTo>
                  <a:pt x="1666" y="866"/>
                </a:lnTo>
                <a:lnTo>
                  <a:pt x="1669" y="866"/>
                </a:lnTo>
                <a:lnTo>
                  <a:pt x="1671" y="866"/>
                </a:lnTo>
                <a:lnTo>
                  <a:pt x="1672" y="866"/>
                </a:lnTo>
                <a:lnTo>
                  <a:pt x="1673" y="866"/>
                </a:lnTo>
                <a:lnTo>
                  <a:pt x="1673" y="867"/>
                </a:lnTo>
                <a:lnTo>
                  <a:pt x="1675" y="867"/>
                </a:lnTo>
                <a:lnTo>
                  <a:pt x="1676" y="867"/>
                </a:lnTo>
                <a:lnTo>
                  <a:pt x="1677" y="867"/>
                </a:lnTo>
                <a:lnTo>
                  <a:pt x="1679" y="868"/>
                </a:lnTo>
                <a:lnTo>
                  <a:pt x="1680" y="867"/>
                </a:lnTo>
                <a:lnTo>
                  <a:pt x="1683" y="868"/>
                </a:lnTo>
                <a:lnTo>
                  <a:pt x="1684" y="868"/>
                </a:lnTo>
                <a:lnTo>
                  <a:pt x="1685" y="868"/>
                </a:lnTo>
                <a:lnTo>
                  <a:pt x="1687" y="868"/>
                </a:lnTo>
                <a:lnTo>
                  <a:pt x="1688" y="868"/>
                </a:lnTo>
                <a:lnTo>
                  <a:pt x="1690" y="868"/>
                </a:lnTo>
                <a:lnTo>
                  <a:pt x="1692" y="867"/>
                </a:lnTo>
                <a:lnTo>
                  <a:pt x="1693" y="867"/>
                </a:lnTo>
                <a:lnTo>
                  <a:pt x="1694" y="867"/>
                </a:lnTo>
                <a:lnTo>
                  <a:pt x="1694" y="866"/>
                </a:lnTo>
                <a:lnTo>
                  <a:pt x="1695" y="866"/>
                </a:lnTo>
                <a:lnTo>
                  <a:pt x="1695" y="865"/>
                </a:lnTo>
                <a:lnTo>
                  <a:pt x="1696" y="865"/>
                </a:lnTo>
                <a:lnTo>
                  <a:pt x="1697" y="865"/>
                </a:lnTo>
                <a:lnTo>
                  <a:pt x="1697" y="864"/>
                </a:lnTo>
                <a:lnTo>
                  <a:pt x="1698" y="864"/>
                </a:lnTo>
                <a:lnTo>
                  <a:pt x="1698" y="863"/>
                </a:lnTo>
                <a:lnTo>
                  <a:pt x="1699" y="863"/>
                </a:lnTo>
                <a:lnTo>
                  <a:pt x="1699" y="862"/>
                </a:lnTo>
                <a:lnTo>
                  <a:pt x="1699" y="861"/>
                </a:lnTo>
                <a:lnTo>
                  <a:pt x="1700" y="861"/>
                </a:lnTo>
                <a:lnTo>
                  <a:pt x="1700" y="860"/>
                </a:lnTo>
                <a:lnTo>
                  <a:pt x="1700" y="858"/>
                </a:lnTo>
                <a:lnTo>
                  <a:pt x="1700" y="857"/>
                </a:lnTo>
                <a:lnTo>
                  <a:pt x="1699" y="857"/>
                </a:lnTo>
                <a:lnTo>
                  <a:pt x="1699" y="856"/>
                </a:lnTo>
                <a:lnTo>
                  <a:pt x="1698" y="856"/>
                </a:lnTo>
                <a:lnTo>
                  <a:pt x="1698" y="855"/>
                </a:lnTo>
                <a:lnTo>
                  <a:pt x="1697" y="855"/>
                </a:lnTo>
                <a:lnTo>
                  <a:pt x="1696" y="855"/>
                </a:lnTo>
                <a:lnTo>
                  <a:pt x="1696" y="854"/>
                </a:lnTo>
                <a:lnTo>
                  <a:pt x="1696" y="853"/>
                </a:lnTo>
                <a:lnTo>
                  <a:pt x="1696" y="852"/>
                </a:lnTo>
                <a:lnTo>
                  <a:pt x="1696" y="851"/>
                </a:lnTo>
                <a:lnTo>
                  <a:pt x="1696" y="850"/>
                </a:lnTo>
                <a:lnTo>
                  <a:pt x="1695" y="850"/>
                </a:lnTo>
                <a:lnTo>
                  <a:pt x="1695" y="849"/>
                </a:lnTo>
                <a:lnTo>
                  <a:pt x="1695" y="848"/>
                </a:lnTo>
                <a:lnTo>
                  <a:pt x="1695" y="847"/>
                </a:lnTo>
                <a:lnTo>
                  <a:pt x="1696" y="846"/>
                </a:lnTo>
                <a:lnTo>
                  <a:pt x="1696" y="845"/>
                </a:lnTo>
                <a:lnTo>
                  <a:pt x="1696" y="844"/>
                </a:lnTo>
                <a:lnTo>
                  <a:pt x="1696" y="843"/>
                </a:lnTo>
                <a:lnTo>
                  <a:pt x="1696" y="842"/>
                </a:lnTo>
                <a:lnTo>
                  <a:pt x="1696" y="841"/>
                </a:lnTo>
                <a:lnTo>
                  <a:pt x="1696" y="840"/>
                </a:lnTo>
                <a:lnTo>
                  <a:pt x="1697" y="840"/>
                </a:lnTo>
                <a:lnTo>
                  <a:pt x="1697" y="839"/>
                </a:lnTo>
                <a:lnTo>
                  <a:pt x="1698" y="838"/>
                </a:lnTo>
                <a:lnTo>
                  <a:pt x="1699" y="837"/>
                </a:lnTo>
                <a:lnTo>
                  <a:pt x="1700" y="836"/>
                </a:lnTo>
                <a:lnTo>
                  <a:pt x="1700" y="835"/>
                </a:lnTo>
                <a:lnTo>
                  <a:pt x="1701" y="834"/>
                </a:lnTo>
                <a:lnTo>
                  <a:pt x="1702" y="833"/>
                </a:lnTo>
                <a:lnTo>
                  <a:pt x="1703" y="832"/>
                </a:lnTo>
                <a:lnTo>
                  <a:pt x="1703" y="831"/>
                </a:lnTo>
                <a:lnTo>
                  <a:pt x="1703" y="830"/>
                </a:lnTo>
                <a:lnTo>
                  <a:pt x="1703" y="829"/>
                </a:lnTo>
                <a:lnTo>
                  <a:pt x="1703" y="828"/>
                </a:lnTo>
                <a:lnTo>
                  <a:pt x="1702" y="827"/>
                </a:lnTo>
                <a:lnTo>
                  <a:pt x="1702" y="826"/>
                </a:lnTo>
                <a:lnTo>
                  <a:pt x="1701" y="826"/>
                </a:lnTo>
                <a:lnTo>
                  <a:pt x="1701" y="825"/>
                </a:lnTo>
                <a:lnTo>
                  <a:pt x="1700" y="824"/>
                </a:lnTo>
                <a:lnTo>
                  <a:pt x="1699" y="824"/>
                </a:lnTo>
                <a:lnTo>
                  <a:pt x="1699" y="823"/>
                </a:lnTo>
                <a:lnTo>
                  <a:pt x="1698" y="822"/>
                </a:lnTo>
                <a:lnTo>
                  <a:pt x="1697" y="822"/>
                </a:lnTo>
                <a:lnTo>
                  <a:pt x="1697" y="821"/>
                </a:lnTo>
                <a:lnTo>
                  <a:pt x="1696" y="821"/>
                </a:lnTo>
                <a:lnTo>
                  <a:pt x="1696" y="820"/>
                </a:lnTo>
                <a:lnTo>
                  <a:pt x="1695" y="820"/>
                </a:lnTo>
                <a:lnTo>
                  <a:pt x="1695" y="819"/>
                </a:lnTo>
                <a:lnTo>
                  <a:pt x="1695" y="818"/>
                </a:lnTo>
                <a:lnTo>
                  <a:pt x="1695" y="817"/>
                </a:lnTo>
                <a:lnTo>
                  <a:pt x="1696" y="817"/>
                </a:lnTo>
                <a:lnTo>
                  <a:pt x="1696" y="816"/>
                </a:lnTo>
                <a:lnTo>
                  <a:pt x="1696" y="815"/>
                </a:lnTo>
                <a:lnTo>
                  <a:pt x="1697" y="815"/>
                </a:lnTo>
                <a:lnTo>
                  <a:pt x="1697" y="814"/>
                </a:lnTo>
                <a:lnTo>
                  <a:pt x="1698" y="813"/>
                </a:lnTo>
                <a:lnTo>
                  <a:pt x="1699" y="813"/>
                </a:lnTo>
                <a:lnTo>
                  <a:pt x="1700" y="812"/>
                </a:lnTo>
                <a:lnTo>
                  <a:pt x="1701" y="812"/>
                </a:lnTo>
                <a:lnTo>
                  <a:pt x="1702" y="812"/>
                </a:lnTo>
                <a:lnTo>
                  <a:pt x="1703" y="812"/>
                </a:lnTo>
                <a:lnTo>
                  <a:pt x="1704" y="812"/>
                </a:lnTo>
                <a:lnTo>
                  <a:pt x="1705" y="812"/>
                </a:lnTo>
                <a:lnTo>
                  <a:pt x="1706" y="813"/>
                </a:lnTo>
                <a:lnTo>
                  <a:pt x="1707" y="815"/>
                </a:lnTo>
                <a:lnTo>
                  <a:pt x="1708" y="815"/>
                </a:lnTo>
                <a:lnTo>
                  <a:pt x="1710" y="816"/>
                </a:lnTo>
                <a:lnTo>
                  <a:pt x="1711" y="816"/>
                </a:lnTo>
                <a:lnTo>
                  <a:pt x="1713" y="816"/>
                </a:lnTo>
                <a:lnTo>
                  <a:pt x="1714" y="816"/>
                </a:lnTo>
                <a:lnTo>
                  <a:pt x="1716" y="815"/>
                </a:lnTo>
                <a:lnTo>
                  <a:pt x="1716" y="814"/>
                </a:lnTo>
                <a:lnTo>
                  <a:pt x="1717" y="814"/>
                </a:lnTo>
                <a:lnTo>
                  <a:pt x="1718" y="812"/>
                </a:lnTo>
                <a:lnTo>
                  <a:pt x="1718" y="810"/>
                </a:lnTo>
                <a:lnTo>
                  <a:pt x="1719" y="810"/>
                </a:lnTo>
                <a:lnTo>
                  <a:pt x="1719" y="809"/>
                </a:lnTo>
                <a:lnTo>
                  <a:pt x="1719" y="808"/>
                </a:lnTo>
                <a:lnTo>
                  <a:pt x="1719" y="807"/>
                </a:lnTo>
                <a:lnTo>
                  <a:pt x="1719" y="806"/>
                </a:lnTo>
                <a:lnTo>
                  <a:pt x="1719" y="805"/>
                </a:lnTo>
                <a:lnTo>
                  <a:pt x="1720" y="805"/>
                </a:lnTo>
                <a:lnTo>
                  <a:pt x="1720" y="803"/>
                </a:lnTo>
                <a:lnTo>
                  <a:pt x="1720" y="802"/>
                </a:lnTo>
                <a:lnTo>
                  <a:pt x="1720" y="800"/>
                </a:lnTo>
                <a:lnTo>
                  <a:pt x="1721" y="799"/>
                </a:lnTo>
                <a:lnTo>
                  <a:pt x="1725" y="795"/>
                </a:lnTo>
                <a:lnTo>
                  <a:pt x="1726" y="794"/>
                </a:lnTo>
                <a:lnTo>
                  <a:pt x="1728" y="792"/>
                </a:lnTo>
                <a:lnTo>
                  <a:pt x="1735" y="788"/>
                </a:lnTo>
                <a:lnTo>
                  <a:pt x="1736" y="787"/>
                </a:lnTo>
                <a:lnTo>
                  <a:pt x="1737" y="784"/>
                </a:lnTo>
                <a:lnTo>
                  <a:pt x="1737" y="779"/>
                </a:lnTo>
                <a:lnTo>
                  <a:pt x="1737" y="778"/>
                </a:lnTo>
                <a:lnTo>
                  <a:pt x="1737" y="777"/>
                </a:lnTo>
                <a:lnTo>
                  <a:pt x="1737" y="776"/>
                </a:lnTo>
                <a:lnTo>
                  <a:pt x="1737" y="774"/>
                </a:lnTo>
                <a:lnTo>
                  <a:pt x="1737" y="772"/>
                </a:lnTo>
                <a:lnTo>
                  <a:pt x="1737" y="771"/>
                </a:lnTo>
                <a:lnTo>
                  <a:pt x="1738" y="770"/>
                </a:lnTo>
                <a:lnTo>
                  <a:pt x="1739" y="770"/>
                </a:lnTo>
                <a:lnTo>
                  <a:pt x="1739" y="769"/>
                </a:lnTo>
                <a:lnTo>
                  <a:pt x="1740" y="769"/>
                </a:lnTo>
                <a:lnTo>
                  <a:pt x="1740" y="768"/>
                </a:lnTo>
                <a:lnTo>
                  <a:pt x="1741" y="768"/>
                </a:lnTo>
                <a:lnTo>
                  <a:pt x="1741" y="767"/>
                </a:lnTo>
                <a:lnTo>
                  <a:pt x="1742" y="767"/>
                </a:lnTo>
                <a:lnTo>
                  <a:pt x="1742" y="766"/>
                </a:lnTo>
                <a:lnTo>
                  <a:pt x="1743" y="766"/>
                </a:lnTo>
                <a:lnTo>
                  <a:pt x="1743" y="765"/>
                </a:lnTo>
                <a:lnTo>
                  <a:pt x="1744" y="765"/>
                </a:lnTo>
                <a:lnTo>
                  <a:pt x="1745" y="765"/>
                </a:lnTo>
                <a:lnTo>
                  <a:pt x="1746" y="764"/>
                </a:lnTo>
                <a:lnTo>
                  <a:pt x="1747" y="764"/>
                </a:lnTo>
                <a:lnTo>
                  <a:pt x="1749" y="762"/>
                </a:lnTo>
                <a:lnTo>
                  <a:pt x="1750" y="762"/>
                </a:lnTo>
                <a:lnTo>
                  <a:pt x="1751" y="762"/>
                </a:lnTo>
                <a:lnTo>
                  <a:pt x="1751" y="761"/>
                </a:lnTo>
                <a:lnTo>
                  <a:pt x="1752" y="761"/>
                </a:lnTo>
                <a:lnTo>
                  <a:pt x="1753" y="761"/>
                </a:lnTo>
                <a:lnTo>
                  <a:pt x="1756" y="761"/>
                </a:lnTo>
                <a:lnTo>
                  <a:pt x="1757" y="761"/>
                </a:lnTo>
                <a:lnTo>
                  <a:pt x="1758" y="761"/>
                </a:lnTo>
                <a:lnTo>
                  <a:pt x="1759" y="761"/>
                </a:lnTo>
                <a:lnTo>
                  <a:pt x="1760" y="761"/>
                </a:lnTo>
                <a:lnTo>
                  <a:pt x="1761" y="760"/>
                </a:lnTo>
                <a:lnTo>
                  <a:pt x="1763" y="760"/>
                </a:lnTo>
                <a:lnTo>
                  <a:pt x="1764" y="761"/>
                </a:lnTo>
                <a:lnTo>
                  <a:pt x="1765" y="761"/>
                </a:lnTo>
                <a:lnTo>
                  <a:pt x="1766" y="761"/>
                </a:lnTo>
                <a:lnTo>
                  <a:pt x="1767" y="761"/>
                </a:lnTo>
                <a:lnTo>
                  <a:pt x="1770" y="762"/>
                </a:lnTo>
                <a:lnTo>
                  <a:pt x="1773" y="762"/>
                </a:lnTo>
                <a:lnTo>
                  <a:pt x="1773" y="763"/>
                </a:lnTo>
                <a:lnTo>
                  <a:pt x="1773" y="762"/>
                </a:lnTo>
                <a:lnTo>
                  <a:pt x="1774" y="762"/>
                </a:lnTo>
                <a:lnTo>
                  <a:pt x="1774" y="761"/>
                </a:lnTo>
                <a:lnTo>
                  <a:pt x="1775" y="761"/>
                </a:lnTo>
                <a:lnTo>
                  <a:pt x="1775" y="760"/>
                </a:lnTo>
                <a:lnTo>
                  <a:pt x="1776" y="760"/>
                </a:lnTo>
                <a:lnTo>
                  <a:pt x="1776" y="759"/>
                </a:lnTo>
                <a:lnTo>
                  <a:pt x="1777" y="759"/>
                </a:lnTo>
                <a:lnTo>
                  <a:pt x="1778" y="758"/>
                </a:lnTo>
                <a:lnTo>
                  <a:pt x="1779" y="758"/>
                </a:lnTo>
                <a:lnTo>
                  <a:pt x="1779" y="757"/>
                </a:lnTo>
                <a:lnTo>
                  <a:pt x="1780" y="757"/>
                </a:lnTo>
                <a:lnTo>
                  <a:pt x="1780" y="756"/>
                </a:lnTo>
                <a:lnTo>
                  <a:pt x="1781" y="755"/>
                </a:lnTo>
                <a:lnTo>
                  <a:pt x="1782" y="755"/>
                </a:lnTo>
                <a:lnTo>
                  <a:pt x="1782" y="754"/>
                </a:lnTo>
                <a:lnTo>
                  <a:pt x="1783" y="754"/>
                </a:lnTo>
                <a:lnTo>
                  <a:pt x="1785" y="754"/>
                </a:lnTo>
                <a:lnTo>
                  <a:pt x="1786" y="754"/>
                </a:lnTo>
                <a:lnTo>
                  <a:pt x="1787" y="754"/>
                </a:lnTo>
                <a:lnTo>
                  <a:pt x="1788" y="754"/>
                </a:lnTo>
                <a:lnTo>
                  <a:pt x="1788" y="755"/>
                </a:lnTo>
                <a:lnTo>
                  <a:pt x="1789" y="755"/>
                </a:lnTo>
                <a:lnTo>
                  <a:pt x="1791" y="754"/>
                </a:lnTo>
                <a:lnTo>
                  <a:pt x="1793" y="754"/>
                </a:lnTo>
                <a:lnTo>
                  <a:pt x="1795" y="753"/>
                </a:lnTo>
                <a:lnTo>
                  <a:pt x="1795" y="752"/>
                </a:lnTo>
                <a:lnTo>
                  <a:pt x="1796" y="752"/>
                </a:lnTo>
                <a:lnTo>
                  <a:pt x="1798" y="751"/>
                </a:lnTo>
                <a:lnTo>
                  <a:pt x="1799" y="751"/>
                </a:lnTo>
                <a:lnTo>
                  <a:pt x="1800" y="751"/>
                </a:lnTo>
                <a:lnTo>
                  <a:pt x="1801" y="751"/>
                </a:lnTo>
                <a:lnTo>
                  <a:pt x="1802" y="750"/>
                </a:lnTo>
                <a:lnTo>
                  <a:pt x="1803" y="750"/>
                </a:lnTo>
                <a:lnTo>
                  <a:pt x="1804" y="749"/>
                </a:lnTo>
                <a:lnTo>
                  <a:pt x="1804" y="747"/>
                </a:lnTo>
                <a:lnTo>
                  <a:pt x="1804" y="745"/>
                </a:lnTo>
                <a:lnTo>
                  <a:pt x="1804" y="740"/>
                </a:lnTo>
                <a:lnTo>
                  <a:pt x="1804" y="737"/>
                </a:lnTo>
                <a:lnTo>
                  <a:pt x="1804" y="735"/>
                </a:lnTo>
                <a:lnTo>
                  <a:pt x="1804" y="734"/>
                </a:lnTo>
                <a:lnTo>
                  <a:pt x="1804" y="733"/>
                </a:lnTo>
                <a:lnTo>
                  <a:pt x="1805" y="733"/>
                </a:lnTo>
                <a:lnTo>
                  <a:pt x="1806" y="732"/>
                </a:lnTo>
                <a:lnTo>
                  <a:pt x="1808" y="732"/>
                </a:lnTo>
                <a:lnTo>
                  <a:pt x="1809" y="731"/>
                </a:lnTo>
                <a:lnTo>
                  <a:pt x="1810" y="732"/>
                </a:lnTo>
                <a:lnTo>
                  <a:pt x="1813" y="732"/>
                </a:lnTo>
                <a:lnTo>
                  <a:pt x="1815" y="732"/>
                </a:lnTo>
                <a:lnTo>
                  <a:pt x="1816" y="732"/>
                </a:lnTo>
                <a:lnTo>
                  <a:pt x="1819" y="731"/>
                </a:lnTo>
                <a:lnTo>
                  <a:pt x="1820" y="730"/>
                </a:lnTo>
                <a:lnTo>
                  <a:pt x="1820" y="729"/>
                </a:lnTo>
                <a:lnTo>
                  <a:pt x="1821" y="729"/>
                </a:lnTo>
                <a:lnTo>
                  <a:pt x="1821" y="728"/>
                </a:lnTo>
                <a:lnTo>
                  <a:pt x="1821" y="726"/>
                </a:lnTo>
                <a:lnTo>
                  <a:pt x="1820" y="722"/>
                </a:lnTo>
                <a:lnTo>
                  <a:pt x="1820" y="719"/>
                </a:lnTo>
                <a:lnTo>
                  <a:pt x="1819" y="719"/>
                </a:lnTo>
                <a:lnTo>
                  <a:pt x="1819" y="718"/>
                </a:lnTo>
                <a:lnTo>
                  <a:pt x="1820" y="717"/>
                </a:lnTo>
                <a:lnTo>
                  <a:pt x="1820" y="716"/>
                </a:lnTo>
                <a:lnTo>
                  <a:pt x="1821" y="715"/>
                </a:lnTo>
                <a:lnTo>
                  <a:pt x="1822" y="715"/>
                </a:lnTo>
                <a:lnTo>
                  <a:pt x="1822" y="714"/>
                </a:lnTo>
                <a:lnTo>
                  <a:pt x="1823" y="714"/>
                </a:lnTo>
                <a:lnTo>
                  <a:pt x="1824" y="714"/>
                </a:lnTo>
                <a:lnTo>
                  <a:pt x="1824" y="713"/>
                </a:lnTo>
                <a:lnTo>
                  <a:pt x="1825" y="713"/>
                </a:lnTo>
                <a:lnTo>
                  <a:pt x="1826" y="713"/>
                </a:lnTo>
                <a:lnTo>
                  <a:pt x="1826" y="712"/>
                </a:lnTo>
                <a:lnTo>
                  <a:pt x="1827" y="712"/>
                </a:lnTo>
                <a:lnTo>
                  <a:pt x="1828" y="712"/>
                </a:lnTo>
                <a:lnTo>
                  <a:pt x="1829" y="711"/>
                </a:lnTo>
                <a:lnTo>
                  <a:pt x="1830" y="711"/>
                </a:lnTo>
                <a:lnTo>
                  <a:pt x="1830" y="710"/>
                </a:lnTo>
                <a:lnTo>
                  <a:pt x="1831" y="709"/>
                </a:lnTo>
                <a:lnTo>
                  <a:pt x="1831" y="708"/>
                </a:lnTo>
                <a:lnTo>
                  <a:pt x="1832" y="708"/>
                </a:lnTo>
                <a:lnTo>
                  <a:pt x="1832" y="707"/>
                </a:lnTo>
                <a:lnTo>
                  <a:pt x="1833" y="707"/>
                </a:lnTo>
                <a:lnTo>
                  <a:pt x="1834" y="706"/>
                </a:lnTo>
                <a:lnTo>
                  <a:pt x="1836" y="705"/>
                </a:lnTo>
                <a:lnTo>
                  <a:pt x="1837" y="705"/>
                </a:lnTo>
                <a:lnTo>
                  <a:pt x="1837" y="704"/>
                </a:lnTo>
                <a:lnTo>
                  <a:pt x="1839" y="702"/>
                </a:lnTo>
                <a:lnTo>
                  <a:pt x="1842" y="701"/>
                </a:lnTo>
                <a:lnTo>
                  <a:pt x="1843" y="699"/>
                </a:lnTo>
                <a:lnTo>
                  <a:pt x="1844" y="698"/>
                </a:lnTo>
                <a:lnTo>
                  <a:pt x="1845" y="698"/>
                </a:lnTo>
                <a:lnTo>
                  <a:pt x="1846" y="697"/>
                </a:lnTo>
                <a:lnTo>
                  <a:pt x="1848" y="697"/>
                </a:lnTo>
                <a:lnTo>
                  <a:pt x="1849" y="697"/>
                </a:lnTo>
                <a:lnTo>
                  <a:pt x="1850" y="697"/>
                </a:lnTo>
                <a:lnTo>
                  <a:pt x="1851" y="696"/>
                </a:lnTo>
                <a:lnTo>
                  <a:pt x="1852" y="696"/>
                </a:lnTo>
                <a:lnTo>
                  <a:pt x="1852" y="695"/>
                </a:lnTo>
                <a:lnTo>
                  <a:pt x="1853" y="695"/>
                </a:lnTo>
                <a:lnTo>
                  <a:pt x="1853" y="694"/>
                </a:lnTo>
                <a:lnTo>
                  <a:pt x="1853" y="693"/>
                </a:lnTo>
                <a:lnTo>
                  <a:pt x="1854" y="689"/>
                </a:lnTo>
                <a:lnTo>
                  <a:pt x="1855" y="687"/>
                </a:lnTo>
                <a:lnTo>
                  <a:pt x="1857" y="686"/>
                </a:lnTo>
                <a:lnTo>
                  <a:pt x="1858" y="686"/>
                </a:lnTo>
                <a:lnTo>
                  <a:pt x="1860" y="686"/>
                </a:lnTo>
                <a:lnTo>
                  <a:pt x="1862" y="686"/>
                </a:lnTo>
                <a:lnTo>
                  <a:pt x="1864" y="686"/>
                </a:lnTo>
                <a:lnTo>
                  <a:pt x="1865" y="686"/>
                </a:lnTo>
                <a:lnTo>
                  <a:pt x="1867" y="685"/>
                </a:lnTo>
                <a:lnTo>
                  <a:pt x="1867" y="684"/>
                </a:lnTo>
                <a:lnTo>
                  <a:pt x="1868" y="684"/>
                </a:lnTo>
                <a:lnTo>
                  <a:pt x="1868" y="683"/>
                </a:lnTo>
                <a:lnTo>
                  <a:pt x="1868" y="682"/>
                </a:lnTo>
                <a:lnTo>
                  <a:pt x="1869" y="682"/>
                </a:lnTo>
                <a:lnTo>
                  <a:pt x="1869" y="681"/>
                </a:lnTo>
                <a:lnTo>
                  <a:pt x="1869" y="680"/>
                </a:lnTo>
                <a:lnTo>
                  <a:pt x="1870" y="679"/>
                </a:lnTo>
                <a:lnTo>
                  <a:pt x="1871" y="676"/>
                </a:lnTo>
                <a:lnTo>
                  <a:pt x="1872" y="675"/>
                </a:lnTo>
                <a:lnTo>
                  <a:pt x="1873" y="673"/>
                </a:lnTo>
                <a:lnTo>
                  <a:pt x="1874" y="672"/>
                </a:lnTo>
                <a:lnTo>
                  <a:pt x="1875" y="672"/>
                </a:lnTo>
                <a:lnTo>
                  <a:pt x="1875" y="671"/>
                </a:lnTo>
                <a:lnTo>
                  <a:pt x="1877" y="671"/>
                </a:lnTo>
                <a:lnTo>
                  <a:pt x="1878" y="671"/>
                </a:lnTo>
                <a:lnTo>
                  <a:pt x="1881" y="671"/>
                </a:lnTo>
                <a:lnTo>
                  <a:pt x="1882" y="670"/>
                </a:lnTo>
                <a:lnTo>
                  <a:pt x="1883" y="670"/>
                </a:lnTo>
                <a:lnTo>
                  <a:pt x="1884" y="669"/>
                </a:lnTo>
                <a:lnTo>
                  <a:pt x="1885" y="669"/>
                </a:lnTo>
                <a:lnTo>
                  <a:pt x="1887" y="669"/>
                </a:lnTo>
                <a:lnTo>
                  <a:pt x="1888" y="669"/>
                </a:lnTo>
                <a:lnTo>
                  <a:pt x="1889" y="669"/>
                </a:lnTo>
                <a:lnTo>
                  <a:pt x="1890" y="668"/>
                </a:lnTo>
                <a:lnTo>
                  <a:pt x="1891" y="668"/>
                </a:lnTo>
                <a:lnTo>
                  <a:pt x="1892" y="668"/>
                </a:lnTo>
                <a:lnTo>
                  <a:pt x="1893" y="667"/>
                </a:lnTo>
                <a:lnTo>
                  <a:pt x="1895" y="666"/>
                </a:lnTo>
                <a:lnTo>
                  <a:pt x="1896" y="665"/>
                </a:lnTo>
                <a:lnTo>
                  <a:pt x="1897" y="664"/>
                </a:lnTo>
                <a:lnTo>
                  <a:pt x="1898" y="662"/>
                </a:lnTo>
                <a:lnTo>
                  <a:pt x="1900" y="660"/>
                </a:lnTo>
                <a:lnTo>
                  <a:pt x="1901" y="660"/>
                </a:lnTo>
                <a:lnTo>
                  <a:pt x="1902" y="660"/>
                </a:lnTo>
                <a:lnTo>
                  <a:pt x="1903" y="659"/>
                </a:lnTo>
                <a:lnTo>
                  <a:pt x="1904" y="658"/>
                </a:lnTo>
                <a:lnTo>
                  <a:pt x="1905" y="658"/>
                </a:lnTo>
                <a:lnTo>
                  <a:pt x="1906" y="657"/>
                </a:lnTo>
                <a:lnTo>
                  <a:pt x="1907" y="655"/>
                </a:lnTo>
                <a:lnTo>
                  <a:pt x="1909" y="653"/>
                </a:lnTo>
                <a:lnTo>
                  <a:pt x="1910" y="653"/>
                </a:lnTo>
                <a:lnTo>
                  <a:pt x="1912" y="652"/>
                </a:lnTo>
                <a:lnTo>
                  <a:pt x="1913" y="652"/>
                </a:lnTo>
                <a:lnTo>
                  <a:pt x="1918" y="653"/>
                </a:lnTo>
                <a:lnTo>
                  <a:pt x="1919" y="653"/>
                </a:lnTo>
                <a:lnTo>
                  <a:pt x="1920" y="653"/>
                </a:lnTo>
                <a:lnTo>
                  <a:pt x="1921" y="653"/>
                </a:lnTo>
                <a:lnTo>
                  <a:pt x="1922" y="653"/>
                </a:lnTo>
                <a:lnTo>
                  <a:pt x="1924" y="652"/>
                </a:lnTo>
                <a:lnTo>
                  <a:pt x="1926" y="651"/>
                </a:lnTo>
                <a:lnTo>
                  <a:pt x="1927" y="650"/>
                </a:lnTo>
                <a:lnTo>
                  <a:pt x="1928" y="650"/>
                </a:lnTo>
                <a:lnTo>
                  <a:pt x="1929" y="649"/>
                </a:lnTo>
                <a:lnTo>
                  <a:pt x="1931" y="649"/>
                </a:lnTo>
                <a:lnTo>
                  <a:pt x="1933" y="649"/>
                </a:lnTo>
                <a:lnTo>
                  <a:pt x="1933" y="648"/>
                </a:lnTo>
                <a:lnTo>
                  <a:pt x="1934" y="648"/>
                </a:lnTo>
                <a:lnTo>
                  <a:pt x="1935" y="647"/>
                </a:lnTo>
                <a:lnTo>
                  <a:pt x="1938" y="648"/>
                </a:lnTo>
                <a:lnTo>
                  <a:pt x="1939" y="648"/>
                </a:lnTo>
                <a:lnTo>
                  <a:pt x="1943" y="650"/>
                </a:lnTo>
                <a:lnTo>
                  <a:pt x="1948" y="652"/>
                </a:lnTo>
                <a:lnTo>
                  <a:pt x="1949" y="652"/>
                </a:lnTo>
                <a:lnTo>
                  <a:pt x="1950" y="652"/>
                </a:lnTo>
                <a:lnTo>
                  <a:pt x="1951" y="651"/>
                </a:lnTo>
                <a:lnTo>
                  <a:pt x="1952" y="651"/>
                </a:lnTo>
                <a:lnTo>
                  <a:pt x="1953" y="650"/>
                </a:lnTo>
                <a:lnTo>
                  <a:pt x="1955" y="649"/>
                </a:lnTo>
                <a:lnTo>
                  <a:pt x="1956" y="647"/>
                </a:lnTo>
                <a:lnTo>
                  <a:pt x="1957" y="645"/>
                </a:lnTo>
                <a:lnTo>
                  <a:pt x="1957" y="644"/>
                </a:lnTo>
                <a:lnTo>
                  <a:pt x="1957" y="643"/>
                </a:lnTo>
                <a:lnTo>
                  <a:pt x="1958" y="640"/>
                </a:lnTo>
                <a:lnTo>
                  <a:pt x="1958" y="638"/>
                </a:lnTo>
                <a:lnTo>
                  <a:pt x="1959" y="634"/>
                </a:lnTo>
                <a:lnTo>
                  <a:pt x="1961" y="632"/>
                </a:lnTo>
                <a:lnTo>
                  <a:pt x="1962" y="632"/>
                </a:lnTo>
                <a:lnTo>
                  <a:pt x="1965" y="630"/>
                </a:lnTo>
                <a:lnTo>
                  <a:pt x="1966" y="630"/>
                </a:lnTo>
                <a:lnTo>
                  <a:pt x="1967" y="630"/>
                </a:lnTo>
                <a:lnTo>
                  <a:pt x="1972" y="629"/>
                </a:lnTo>
                <a:lnTo>
                  <a:pt x="1976" y="629"/>
                </a:lnTo>
                <a:lnTo>
                  <a:pt x="1977" y="629"/>
                </a:lnTo>
                <a:lnTo>
                  <a:pt x="1978" y="628"/>
                </a:lnTo>
                <a:lnTo>
                  <a:pt x="1979" y="628"/>
                </a:lnTo>
                <a:lnTo>
                  <a:pt x="1980" y="627"/>
                </a:lnTo>
                <a:lnTo>
                  <a:pt x="1981" y="625"/>
                </a:lnTo>
                <a:lnTo>
                  <a:pt x="1981" y="624"/>
                </a:lnTo>
                <a:lnTo>
                  <a:pt x="1981" y="623"/>
                </a:lnTo>
                <a:lnTo>
                  <a:pt x="1981" y="622"/>
                </a:lnTo>
                <a:lnTo>
                  <a:pt x="1984" y="623"/>
                </a:lnTo>
                <a:lnTo>
                  <a:pt x="1986" y="625"/>
                </a:lnTo>
                <a:lnTo>
                  <a:pt x="1987" y="625"/>
                </a:lnTo>
                <a:lnTo>
                  <a:pt x="1987" y="627"/>
                </a:lnTo>
                <a:lnTo>
                  <a:pt x="1988" y="630"/>
                </a:lnTo>
                <a:lnTo>
                  <a:pt x="1988" y="633"/>
                </a:lnTo>
                <a:lnTo>
                  <a:pt x="1988" y="635"/>
                </a:lnTo>
                <a:lnTo>
                  <a:pt x="1987" y="636"/>
                </a:lnTo>
                <a:lnTo>
                  <a:pt x="1986" y="637"/>
                </a:lnTo>
                <a:lnTo>
                  <a:pt x="1984" y="639"/>
                </a:lnTo>
                <a:lnTo>
                  <a:pt x="1980" y="643"/>
                </a:lnTo>
                <a:lnTo>
                  <a:pt x="1978" y="645"/>
                </a:lnTo>
                <a:lnTo>
                  <a:pt x="1977" y="645"/>
                </a:lnTo>
                <a:lnTo>
                  <a:pt x="1975" y="647"/>
                </a:lnTo>
                <a:lnTo>
                  <a:pt x="1974" y="648"/>
                </a:lnTo>
                <a:lnTo>
                  <a:pt x="1973" y="649"/>
                </a:lnTo>
                <a:lnTo>
                  <a:pt x="1970" y="651"/>
                </a:lnTo>
                <a:lnTo>
                  <a:pt x="1969" y="651"/>
                </a:lnTo>
                <a:lnTo>
                  <a:pt x="1967" y="653"/>
                </a:lnTo>
                <a:lnTo>
                  <a:pt x="1965" y="654"/>
                </a:lnTo>
                <a:lnTo>
                  <a:pt x="1963" y="656"/>
                </a:lnTo>
                <a:lnTo>
                  <a:pt x="1961" y="658"/>
                </a:lnTo>
                <a:lnTo>
                  <a:pt x="1960" y="659"/>
                </a:lnTo>
                <a:lnTo>
                  <a:pt x="1959" y="660"/>
                </a:lnTo>
                <a:lnTo>
                  <a:pt x="1958" y="661"/>
                </a:lnTo>
                <a:lnTo>
                  <a:pt x="1958" y="663"/>
                </a:lnTo>
                <a:lnTo>
                  <a:pt x="1957" y="664"/>
                </a:lnTo>
                <a:lnTo>
                  <a:pt x="1957" y="666"/>
                </a:lnTo>
                <a:lnTo>
                  <a:pt x="1956" y="667"/>
                </a:lnTo>
                <a:lnTo>
                  <a:pt x="1955" y="668"/>
                </a:lnTo>
                <a:lnTo>
                  <a:pt x="1954" y="668"/>
                </a:lnTo>
                <a:lnTo>
                  <a:pt x="1953" y="669"/>
                </a:lnTo>
                <a:lnTo>
                  <a:pt x="1952" y="670"/>
                </a:lnTo>
                <a:lnTo>
                  <a:pt x="1951" y="671"/>
                </a:lnTo>
                <a:lnTo>
                  <a:pt x="1950" y="672"/>
                </a:lnTo>
                <a:lnTo>
                  <a:pt x="1949" y="672"/>
                </a:lnTo>
                <a:lnTo>
                  <a:pt x="1949" y="673"/>
                </a:lnTo>
                <a:lnTo>
                  <a:pt x="1948" y="674"/>
                </a:lnTo>
                <a:lnTo>
                  <a:pt x="1947" y="674"/>
                </a:lnTo>
                <a:lnTo>
                  <a:pt x="1946" y="675"/>
                </a:lnTo>
                <a:lnTo>
                  <a:pt x="1945" y="675"/>
                </a:lnTo>
                <a:lnTo>
                  <a:pt x="1944" y="677"/>
                </a:lnTo>
                <a:lnTo>
                  <a:pt x="1944" y="679"/>
                </a:lnTo>
                <a:lnTo>
                  <a:pt x="1944" y="681"/>
                </a:lnTo>
                <a:lnTo>
                  <a:pt x="1944" y="682"/>
                </a:lnTo>
                <a:lnTo>
                  <a:pt x="1944" y="683"/>
                </a:lnTo>
                <a:lnTo>
                  <a:pt x="1945" y="683"/>
                </a:lnTo>
                <a:lnTo>
                  <a:pt x="1945" y="685"/>
                </a:lnTo>
                <a:lnTo>
                  <a:pt x="1945" y="687"/>
                </a:lnTo>
                <a:lnTo>
                  <a:pt x="1946" y="688"/>
                </a:lnTo>
                <a:lnTo>
                  <a:pt x="1946" y="690"/>
                </a:lnTo>
                <a:lnTo>
                  <a:pt x="1947" y="691"/>
                </a:lnTo>
                <a:lnTo>
                  <a:pt x="1947" y="692"/>
                </a:lnTo>
                <a:lnTo>
                  <a:pt x="1947" y="693"/>
                </a:lnTo>
                <a:lnTo>
                  <a:pt x="1947" y="694"/>
                </a:lnTo>
                <a:lnTo>
                  <a:pt x="1948" y="695"/>
                </a:lnTo>
                <a:lnTo>
                  <a:pt x="1949" y="696"/>
                </a:lnTo>
                <a:lnTo>
                  <a:pt x="1949" y="697"/>
                </a:lnTo>
                <a:lnTo>
                  <a:pt x="1949" y="698"/>
                </a:lnTo>
                <a:lnTo>
                  <a:pt x="1949" y="699"/>
                </a:lnTo>
                <a:lnTo>
                  <a:pt x="1949" y="700"/>
                </a:lnTo>
                <a:lnTo>
                  <a:pt x="1949" y="701"/>
                </a:lnTo>
                <a:lnTo>
                  <a:pt x="1948" y="703"/>
                </a:lnTo>
                <a:lnTo>
                  <a:pt x="1947" y="704"/>
                </a:lnTo>
                <a:lnTo>
                  <a:pt x="1947" y="705"/>
                </a:lnTo>
                <a:lnTo>
                  <a:pt x="1947" y="706"/>
                </a:lnTo>
                <a:lnTo>
                  <a:pt x="1947" y="709"/>
                </a:lnTo>
                <a:lnTo>
                  <a:pt x="1947" y="711"/>
                </a:lnTo>
                <a:lnTo>
                  <a:pt x="1946" y="712"/>
                </a:lnTo>
                <a:lnTo>
                  <a:pt x="1946" y="713"/>
                </a:lnTo>
                <a:lnTo>
                  <a:pt x="1944" y="716"/>
                </a:lnTo>
                <a:lnTo>
                  <a:pt x="1944" y="717"/>
                </a:lnTo>
                <a:lnTo>
                  <a:pt x="1943" y="719"/>
                </a:lnTo>
                <a:lnTo>
                  <a:pt x="1943" y="720"/>
                </a:lnTo>
                <a:lnTo>
                  <a:pt x="1942" y="720"/>
                </a:lnTo>
                <a:lnTo>
                  <a:pt x="1942" y="721"/>
                </a:lnTo>
                <a:lnTo>
                  <a:pt x="1942" y="722"/>
                </a:lnTo>
                <a:lnTo>
                  <a:pt x="1943" y="722"/>
                </a:lnTo>
                <a:lnTo>
                  <a:pt x="1943" y="723"/>
                </a:lnTo>
                <a:lnTo>
                  <a:pt x="1943" y="724"/>
                </a:lnTo>
                <a:lnTo>
                  <a:pt x="1942" y="724"/>
                </a:lnTo>
                <a:lnTo>
                  <a:pt x="1941" y="725"/>
                </a:lnTo>
                <a:lnTo>
                  <a:pt x="1940" y="726"/>
                </a:lnTo>
                <a:lnTo>
                  <a:pt x="1940" y="727"/>
                </a:lnTo>
                <a:lnTo>
                  <a:pt x="1941" y="727"/>
                </a:lnTo>
                <a:lnTo>
                  <a:pt x="1941" y="728"/>
                </a:lnTo>
                <a:lnTo>
                  <a:pt x="1941" y="729"/>
                </a:lnTo>
                <a:lnTo>
                  <a:pt x="1942" y="730"/>
                </a:lnTo>
                <a:lnTo>
                  <a:pt x="1942" y="732"/>
                </a:lnTo>
                <a:lnTo>
                  <a:pt x="1942" y="733"/>
                </a:lnTo>
                <a:lnTo>
                  <a:pt x="1943" y="734"/>
                </a:lnTo>
                <a:lnTo>
                  <a:pt x="1943" y="735"/>
                </a:lnTo>
                <a:lnTo>
                  <a:pt x="1943" y="736"/>
                </a:lnTo>
                <a:lnTo>
                  <a:pt x="1944" y="736"/>
                </a:lnTo>
                <a:lnTo>
                  <a:pt x="1944" y="737"/>
                </a:lnTo>
                <a:lnTo>
                  <a:pt x="1945" y="737"/>
                </a:lnTo>
                <a:lnTo>
                  <a:pt x="1946" y="737"/>
                </a:lnTo>
                <a:lnTo>
                  <a:pt x="1946" y="738"/>
                </a:lnTo>
                <a:lnTo>
                  <a:pt x="1947" y="738"/>
                </a:lnTo>
                <a:lnTo>
                  <a:pt x="1947" y="739"/>
                </a:lnTo>
                <a:lnTo>
                  <a:pt x="1948" y="739"/>
                </a:lnTo>
                <a:lnTo>
                  <a:pt x="1949" y="739"/>
                </a:lnTo>
                <a:lnTo>
                  <a:pt x="1949" y="740"/>
                </a:lnTo>
                <a:lnTo>
                  <a:pt x="1950" y="740"/>
                </a:lnTo>
                <a:lnTo>
                  <a:pt x="1951" y="740"/>
                </a:lnTo>
                <a:lnTo>
                  <a:pt x="1951" y="741"/>
                </a:lnTo>
                <a:lnTo>
                  <a:pt x="1952" y="741"/>
                </a:lnTo>
                <a:lnTo>
                  <a:pt x="1952" y="742"/>
                </a:lnTo>
                <a:lnTo>
                  <a:pt x="1953" y="743"/>
                </a:lnTo>
                <a:lnTo>
                  <a:pt x="1953" y="744"/>
                </a:lnTo>
                <a:lnTo>
                  <a:pt x="1954" y="744"/>
                </a:lnTo>
                <a:lnTo>
                  <a:pt x="1954" y="745"/>
                </a:lnTo>
                <a:lnTo>
                  <a:pt x="1955" y="745"/>
                </a:lnTo>
                <a:lnTo>
                  <a:pt x="1955" y="747"/>
                </a:lnTo>
                <a:lnTo>
                  <a:pt x="1955" y="748"/>
                </a:lnTo>
                <a:lnTo>
                  <a:pt x="1955" y="749"/>
                </a:lnTo>
                <a:lnTo>
                  <a:pt x="1957" y="749"/>
                </a:lnTo>
                <a:lnTo>
                  <a:pt x="1958" y="749"/>
                </a:lnTo>
                <a:lnTo>
                  <a:pt x="1959" y="749"/>
                </a:lnTo>
                <a:lnTo>
                  <a:pt x="1959" y="748"/>
                </a:lnTo>
                <a:lnTo>
                  <a:pt x="1960" y="748"/>
                </a:lnTo>
                <a:lnTo>
                  <a:pt x="1961" y="748"/>
                </a:lnTo>
                <a:lnTo>
                  <a:pt x="1962" y="748"/>
                </a:lnTo>
                <a:lnTo>
                  <a:pt x="1963" y="748"/>
                </a:lnTo>
                <a:lnTo>
                  <a:pt x="1963" y="749"/>
                </a:lnTo>
                <a:lnTo>
                  <a:pt x="1964" y="749"/>
                </a:lnTo>
                <a:lnTo>
                  <a:pt x="1964" y="750"/>
                </a:lnTo>
                <a:lnTo>
                  <a:pt x="1965" y="750"/>
                </a:lnTo>
                <a:lnTo>
                  <a:pt x="1965" y="751"/>
                </a:lnTo>
                <a:lnTo>
                  <a:pt x="1966" y="751"/>
                </a:lnTo>
                <a:lnTo>
                  <a:pt x="1966" y="753"/>
                </a:lnTo>
                <a:lnTo>
                  <a:pt x="1966" y="754"/>
                </a:lnTo>
                <a:lnTo>
                  <a:pt x="1966" y="755"/>
                </a:lnTo>
                <a:lnTo>
                  <a:pt x="1966" y="756"/>
                </a:lnTo>
                <a:lnTo>
                  <a:pt x="1966" y="757"/>
                </a:lnTo>
                <a:lnTo>
                  <a:pt x="1967" y="757"/>
                </a:lnTo>
                <a:lnTo>
                  <a:pt x="1967" y="758"/>
                </a:lnTo>
                <a:lnTo>
                  <a:pt x="1968" y="758"/>
                </a:lnTo>
                <a:lnTo>
                  <a:pt x="1968" y="759"/>
                </a:lnTo>
                <a:lnTo>
                  <a:pt x="1968" y="760"/>
                </a:lnTo>
                <a:lnTo>
                  <a:pt x="1968" y="761"/>
                </a:lnTo>
                <a:lnTo>
                  <a:pt x="1968" y="762"/>
                </a:lnTo>
                <a:lnTo>
                  <a:pt x="1969" y="763"/>
                </a:lnTo>
                <a:lnTo>
                  <a:pt x="1970" y="763"/>
                </a:lnTo>
                <a:lnTo>
                  <a:pt x="1970" y="764"/>
                </a:lnTo>
                <a:lnTo>
                  <a:pt x="1971" y="764"/>
                </a:lnTo>
                <a:lnTo>
                  <a:pt x="1972" y="764"/>
                </a:lnTo>
                <a:lnTo>
                  <a:pt x="1973" y="764"/>
                </a:lnTo>
                <a:lnTo>
                  <a:pt x="1974" y="764"/>
                </a:lnTo>
                <a:lnTo>
                  <a:pt x="1974" y="765"/>
                </a:lnTo>
                <a:lnTo>
                  <a:pt x="1975" y="765"/>
                </a:lnTo>
                <a:lnTo>
                  <a:pt x="1976" y="765"/>
                </a:lnTo>
                <a:lnTo>
                  <a:pt x="1976" y="766"/>
                </a:lnTo>
                <a:lnTo>
                  <a:pt x="1977" y="766"/>
                </a:lnTo>
                <a:lnTo>
                  <a:pt x="1977" y="767"/>
                </a:lnTo>
                <a:lnTo>
                  <a:pt x="1978" y="767"/>
                </a:lnTo>
                <a:lnTo>
                  <a:pt x="1979" y="768"/>
                </a:lnTo>
                <a:lnTo>
                  <a:pt x="1980" y="768"/>
                </a:lnTo>
                <a:lnTo>
                  <a:pt x="1980" y="769"/>
                </a:lnTo>
                <a:lnTo>
                  <a:pt x="1981" y="769"/>
                </a:lnTo>
                <a:lnTo>
                  <a:pt x="1983" y="769"/>
                </a:lnTo>
                <a:lnTo>
                  <a:pt x="1984" y="769"/>
                </a:lnTo>
                <a:lnTo>
                  <a:pt x="1984" y="770"/>
                </a:lnTo>
                <a:lnTo>
                  <a:pt x="1985" y="770"/>
                </a:lnTo>
                <a:lnTo>
                  <a:pt x="1985" y="771"/>
                </a:lnTo>
                <a:lnTo>
                  <a:pt x="1986" y="771"/>
                </a:lnTo>
                <a:lnTo>
                  <a:pt x="1986" y="772"/>
                </a:lnTo>
                <a:lnTo>
                  <a:pt x="1987" y="772"/>
                </a:lnTo>
                <a:lnTo>
                  <a:pt x="1987" y="773"/>
                </a:lnTo>
                <a:lnTo>
                  <a:pt x="1988" y="773"/>
                </a:lnTo>
                <a:lnTo>
                  <a:pt x="1988" y="774"/>
                </a:lnTo>
                <a:lnTo>
                  <a:pt x="1988" y="775"/>
                </a:lnTo>
                <a:lnTo>
                  <a:pt x="1988" y="776"/>
                </a:lnTo>
                <a:lnTo>
                  <a:pt x="1989" y="776"/>
                </a:lnTo>
                <a:lnTo>
                  <a:pt x="1989" y="777"/>
                </a:lnTo>
                <a:lnTo>
                  <a:pt x="1989" y="780"/>
                </a:lnTo>
                <a:lnTo>
                  <a:pt x="1988" y="780"/>
                </a:lnTo>
                <a:lnTo>
                  <a:pt x="1988" y="781"/>
                </a:lnTo>
                <a:lnTo>
                  <a:pt x="1988" y="782"/>
                </a:lnTo>
                <a:lnTo>
                  <a:pt x="1988" y="783"/>
                </a:lnTo>
                <a:lnTo>
                  <a:pt x="1988" y="784"/>
                </a:lnTo>
                <a:lnTo>
                  <a:pt x="1987" y="784"/>
                </a:lnTo>
                <a:lnTo>
                  <a:pt x="1987" y="785"/>
                </a:lnTo>
                <a:lnTo>
                  <a:pt x="1987" y="786"/>
                </a:lnTo>
                <a:lnTo>
                  <a:pt x="1987" y="787"/>
                </a:lnTo>
                <a:lnTo>
                  <a:pt x="1986" y="787"/>
                </a:lnTo>
                <a:lnTo>
                  <a:pt x="1986" y="788"/>
                </a:lnTo>
                <a:lnTo>
                  <a:pt x="1986" y="789"/>
                </a:lnTo>
                <a:lnTo>
                  <a:pt x="1986" y="790"/>
                </a:lnTo>
                <a:lnTo>
                  <a:pt x="1985" y="790"/>
                </a:lnTo>
                <a:lnTo>
                  <a:pt x="1985" y="791"/>
                </a:lnTo>
                <a:lnTo>
                  <a:pt x="1985" y="792"/>
                </a:lnTo>
                <a:lnTo>
                  <a:pt x="1985" y="793"/>
                </a:lnTo>
                <a:lnTo>
                  <a:pt x="1984" y="794"/>
                </a:lnTo>
                <a:lnTo>
                  <a:pt x="1984" y="795"/>
                </a:lnTo>
                <a:lnTo>
                  <a:pt x="1983" y="796"/>
                </a:lnTo>
                <a:lnTo>
                  <a:pt x="1983" y="797"/>
                </a:lnTo>
                <a:lnTo>
                  <a:pt x="1982" y="797"/>
                </a:lnTo>
                <a:lnTo>
                  <a:pt x="1982" y="798"/>
                </a:lnTo>
                <a:lnTo>
                  <a:pt x="1982" y="799"/>
                </a:lnTo>
                <a:lnTo>
                  <a:pt x="1982" y="800"/>
                </a:lnTo>
                <a:lnTo>
                  <a:pt x="1982" y="801"/>
                </a:lnTo>
                <a:lnTo>
                  <a:pt x="1982" y="802"/>
                </a:lnTo>
                <a:lnTo>
                  <a:pt x="1983" y="802"/>
                </a:lnTo>
                <a:lnTo>
                  <a:pt x="1983" y="803"/>
                </a:lnTo>
                <a:lnTo>
                  <a:pt x="1983" y="804"/>
                </a:lnTo>
                <a:lnTo>
                  <a:pt x="1984" y="804"/>
                </a:lnTo>
                <a:lnTo>
                  <a:pt x="1984" y="805"/>
                </a:lnTo>
                <a:lnTo>
                  <a:pt x="1984" y="806"/>
                </a:lnTo>
                <a:lnTo>
                  <a:pt x="1984" y="807"/>
                </a:lnTo>
                <a:lnTo>
                  <a:pt x="1984" y="808"/>
                </a:lnTo>
                <a:lnTo>
                  <a:pt x="1983" y="808"/>
                </a:lnTo>
                <a:lnTo>
                  <a:pt x="1983" y="809"/>
                </a:lnTo>
                <a:lnTo>
                  <a:pt x="1982" y="810"/>
                </a:lnTo>
                <a:lnTo>
                  <a:pt x="1981" y="811"/>
                </a:lnTo>
                <a:lnTo>
                  <a:pt x="1981" y="812"/>
                </a:lnTo>
                <a:lnTo>
                  <a:pt x="1981" y="813"/>
                </a:lnTo>
                <a:lnTo>
                  <a:pt x="1981" y="814"/>
                </a:lnTo>
                <a:lnTo>
                  <a:pt x="1980" y="814"/>
                </a:lnTo>
                <a:lnTo>
                  <a:pt x="1980" y="815"/>
                </a:lnTo>
                <a:lnTo>
                  <a:pt x="1980" y="816"/>
                </a:lnTo>
                <a:lnTo>
                  <a:pt x="1980" y="817"/>
                </a:lnTo>
                <a:lnTo>
                  <a:pt x="1980" y="818"/>
                </a:lnTo>
                <a:lnTo>
                  <a:pt x="1980" y="819"/>
                </a:lnTo>
                <a:lnTo>
                  <a:pt x="1979" y="819"/>
                </a:lnTo>
                <a:lnTo>
                  <a:pt x="1979" y="820"/>
                </a:lnTo>
                <a:lnTo>
                  <a:pt x="1978" y="821"/>
                </a:lnTo>
                <a:lnTo>
                  <a:pt x="1978" y="822"/>
                </a:lnTo>
                <a:lnTo>
                  <a:pt x="1977" y="822"/>
                </a:lnTo>
                <a:lnTo>
                  <a:pt x="1976" y="822"/>
                </a:lnTo>
                <a:lnTo>
                  <a:pt x="1976" y="823"/>
                </a:lnTo>
                <a:lnTo>
                  <a:pt x="1975" y="824"/>
                </a:lnTo>
                <a:lnTo>
                  <a:pt x="1975" y="825"/>
                </a:lnTo>
                <a:lnTo>
                  <a:pt x="1975" y="827"/>
                </a:lnTo>
                <a:lnTo>
                  <a:pt x="1975" y="828"/>
                </a:lnTo>
                <a:lnTo>
                  <a:pt x="1976" y="828"/>
                </a:lnTo>
                <a:lnTo>
                  <a:pt x="1976" y="829"/>
                </a:lnTo>
                <a:lnTo>
                  <a:pt x="1976" y="830"/>
                </a:lnTo>
                <a:lnTo>
                  <a:pt x="1976" y="831"/>
                </a:lnTo>
                <a:lnTo>
                  <a:pt x="1976" y="832"/>
                </a:lnTo>
                <a:lnTo>
                  <a:pt x="1976" y="833"/>
                </a:lnTo>
                <a:lnTo>
                  <a:pt x="1976" y="834"/>
                </a:lnTo>
                <a:lnTo>
                  <a:pt x="1975" y="834"/>
                </a:lnTo>
                <a:lnTo>
                  <a:pt x="1975" y="835"/>
                </a:lnTo>
                <a:lnTo>
                  <a:pt x="1974" y="835"/>
                </a:lnTo>
                <a:lnTo>
                  <a:pt x="1974" y="836"/>
                </a:lnTo>
                <a:lnTo>
                  <a:pt x="1973" y="836"/>
                </a:lnTo>
                <a:lnTo>
                  <a:pt x="1972" y="837"/>
                </a:lnTo>
                <a:lnTo>
                  <a:pt x="1971" y="837"/>
                </a:lnTo>
                <a:lnTo>
                  <a:pt x="1970" y="838"/>
                </a:lnTo>
                <a:lnTo>
                  <a:pt x="1970" y="839"/>
                </a:lnTo>
                <a:lnTo>
                  <a:pt x="1969" y="839"/>
                </a:lnTo>
                <a:lnTo>
                  <a:pt x="1969" y="840"/>
                </a:lnTo>
                <a:lnTo>
                  <a:pt x="1969" y="841"/>
                </a:lnTo>
                <a:lnTo>
                  <a:pt x="1969" y="842"/>
                </a:lnTo>
                <a:lnTo>
                  <a:pt x="1969" y="843"/>
                </a:lnTo>
                <a:lnTo>
                  <a:pt x="1968" y="843"/>
                </a:lnTo>
                <a:lnTo>
                  <a:pt x="1968" y="844"/>
                </a:lnTo>
                <a:lnTo>
                  <a:pt x="1967" y="844"/>
                </a:lnTo>
                <a:lnTo>
                  <a:pt x="1966" y="844"/>
                </a:lnTo>
                <a:lnTo>
                  <a:pt x="1965" y="844"/>
                </a:lnTo>
                <a:lnTo>
                  <a:pt x="1964" y="844"/>
                </a:lnTo>
                <a:lnTo>
                  <a:pt x="1963" y="844"/>
                </a:lnTo>
                <a:lnTo>
                  <a:pt x="1962" y="844"/>
                </a:lnTo>
                <a:lnTo>
                  <a:pt x="1962" y="845"/>
                </a:lnTo>
                <a:lnTo>
                  <a:pt x="1961" y="845"/>
                </a:lnTo>
                <a:lnTo>
                  <a:pt x="1961" y="846"/>
                </a:lnTo>
                <a:lnTo>
                  <a:pt x="1960" y="846"/>
                </a:lnTo>
                <a:lnTo>
                  <a:pt x="1959" y="847"/>
                </a:lnTo>
                <a:lnTo>
                  <a:pt x="1958" y="848"/>
                </a:lnTo>
                <a:lnTo>
                  <a:pt x="1957" y="848"/>
                </a:lnTo>
                <a:lnTo>
                  <a:pt x="1957" y="849"/>
                </a:lnTo>
                <a:lnTo>
                  <a:pt x="1956" y="849"/>
                </a:lnTo>
                <a:lnTo>
                  <a:pt x="1955" y="849"/>
                </a:lnTo>
                <a:lnTo>
                  <a:pt x="1954" y="849"/>
                </a:lnTo>
                <a:lnTo>
                  <a:pt x="1952" y="849"/>
                </a:lnTo>
                <a:lnTo>
                  <a:pt x="1951" y="850"/>
                </a:lnTo>
                <a:lnTo>
                  <a:pt x="1950" y="850"/>
                </a:lnTo>
                <a:lnTo>
                  <a:pt x="1950" y="849"/>
                </a:lnTo>
                <a:lnTo>
                  <a:pt x="1949" y="850"/>
                </a:lnTo>
                <a:lnTo>
                  <a:pt x="1948" y="850"/>
                </a:lnTo>
                <a:lnTo>
                  <a:pt x="1946" y="851"/>
                </a:lnTo>
                <a:lnTo>
                  <a:pt x="1945" y="853"/>
                </a:lnTo>
                <a:lnTo>
                  <a:pt x="1944" y="854"/>
                </a:lnTo>
                <a:lnTo>
                  <a:pt x="1944" y="855"/>
                </a:lnTo>
                <a:lnTo>
                  <a:pt x="1943" y="856"/>
                </a:lnTo>
                <a:lnTo>
                  <a:pt x="1943" y="857"/>
                </a:lnTo>
                <a:lnTo>
                  <a:pt x="1942" y="858"/>
                </a:lnTo>
                <a:lnTo>
                  <a:pt x="1942" y="859"/>
                </a:lnTo>
                <a:lnTo>
                  <a:pt x="1942" y="860"/>
                </a:lnTo>
                <a:lnTo>
                  <a:pt x="1941" y="860"/>
                </a:lnTo>
                <a:lnTo>
                  <a:pt x="1941" y="861"/>
                </a:lnTo>
                <a:lnTo>
                  <a:pt x="1941" y="862"/>
                </a:lnTo>
                <a:lnTo>
                  <a:pt x="1940" y="862"/>
                </a:lnTo>
                <a:lnTo>
                  <a:pt x="1941" y="863"/>
                </a:lnTo>
                <a:lnTo>
                  <a:pt x="1941" y="864"/>
                </a:lnTo>
                <a:lnTo>
                  <a:pt x="1941" y="865"/>
                </a:lnTo>
                <a:lnTo>
                  <a:pt x="1941" y="866"/>
                </a:lnTo>
                <a:lnTo>
                  <a:pt x="1941" y="867"/>
                </a:lnTo>
                <a:lnTo>
                  <a:pt x="1941" y="868"/>
                </a:lnTo>
                <a:lnTo>
                  <a:pt x="1941" y="869"/>
                </a:lnTo>
                <a:lnTo>
                  <a:pt x="1941" y="870"/>
                </a:lnTo>
                <a:lnTo>
                  <a:pt x="1940" y="870"/>
                </a:lnTo>
                <a:lnTo>
                  <a:pt x="1940" y="871"/>
                </a:lnTo>
                <a:lnTo>
                  <a:pt x="1939" y="872"/>
                </a:lnTo>
                <a:lnTo>
                  <a:pt x="1938" y="872"/>
                </a:lnTo>
                <a:lnTo>
                  <a:pt x="1938" y="873"/>
                </a:lnTo>
                <a:lnTo>
                  <a:pt x="1937" y="873"/>
                </a:lnTo>
                <a:lnTo>
                  <a:pt x="1936" y="873"/>
                </a:lnTo>
                <a:lnTo>
                  <a:pt x="1936" y="874"/>
                </a:lnTo>
                <a:lnTo>
                  <a:pt x="1935" y="874"/>
                </a:lnTo>
                <a:lnTo>
                  <a:pt x="1935" y="875"/>
                </a:lnTo>
                <a:lnTo>
                  <a:pt x="1935" y="876"/>
                </a:lnTo>
                <a:lnTo>
                  <a:pt x="1934" y="876"/>
                </a:lnTo>
                <a:lnTo>
                  <a:pt x="1934" y="877"/>
                </a:lnTo>
                <a:lnTo>
                  <a:pt x="1934" y="878"/>
                </a:lnTo>
                <a:lnTo>
                  <a:pt x="1933" y="878"/>
                </a:lnTo>
                <a:lnTo>
                  <a:pt x="1933" y="880"/>
                </a:lnTo>
                <a:lnTo>
                  <a:pt x="1933" y="881"/>
                </a:lnTo>
                <a:lnTo>
                  <a:pt x="1933" y="882"/>
                </a:lnTo>
                <a:lnTo>
                  <a:pt x="1933" y="883"/>
                </a:lnTo>
                <a:lnTo>
                  <a:pt x="1933" y="884"/>
                </a:lnTo>
                <a:lnTo>
                  <a:pt x="1934" y="884"/>
                </a:lnTo>
                <a:lnTo>
                  <a:pt x="1934" y="885"/>
                </a:lnTo>
                <a:lnTo>
                  <a:pt x="1934" y="886"/>
                </a:lnTo>
                <a:lnTo>
                  <a:pt x="1934" y="887"/>
                </a:lnTo>
                <a:lnTo>
                  <a:pt x="1934" y="889"/>
                </a:lnTo>
                <a:lnTo>
                  <a:pt x="1934" y="890"/>
                </a:lnTo>
                <a:lnTo>
                  <a:pt x="1934" y="891"/>
                </a:lnTo>
                <a:lnTo>
                  <a:pt x="1934" y="892"/>
                </a:lnTo>
                <a:lnTo>
                  <a:pt x="1934" y="893"/>
                </a:lnTo>
                <a:lnTo>
                  <a:pt x="1934" y="894"/>
                </a:lnTo>
                <a:lnTo>
                  <a:pt x="1934" y="895"/>
                </a:lnTo>
                <a:lnTo>
                  <a:pt x="1935" y="895"/>
                </a:lnTo>
                <a:lnTo>
                  <a:pt x="1935" y="896"/>
                </a:lnTo>
                <a:lnTo>
                  <a:pt x="1936" y="897"/>
                </a:lnTo>
                <a:lnTo>
                  <a:pt x="1937" y="897"/>
                </a:lnTo>
                <a:lnTo>
                  <a:pt x="1937" y="898"/>
                </a:lnTo>
                <a:lnTo>
                  <a:pt x="1938" y="898"/>
                </a:lnTo>
                <a:lnTo>
                  <a:pt x="1939" y="898"/>
                </a:lnTo>
                <a:lnTo>
                  <a:pt x="1940" y="898"/>
                </a:lnTo>
                <a:lnTo>
                  <a:pt x="1942" y="899"/>
                </a:lnTo>
                <a:lnTo>
                  <a:pt x="1942" y="900"/>
                </a:lnTo>
                <a:lnTo>
                  <a:pt x="1943" y="900"/>
                </a:lnTo>
                <a:lnTo>
                  <a:pt x="1944" y="901"/>
                </a:lnTo>
                <a:lnTo>
                  <a:pt x="1946" y="902"/>
                </a:lnTo>
                <a:lnTo>
                  <a:pt x="1946" y="903"/>
                </a:lnTo>
                <a:lnTo>
                  <a:pt x="1947" y="904"/>
                </a:lnTo>
                <a:lnTo>
                  <a:pt x="1948" y="905"/>
                </a:lnTo>
                <a:lnTo>
                  <a:pt x="1948" y="906"/>
                </a:lnTo>
                <a:lnTo>
                  <a:pt x="1949" y="908"/>
                </a:lnTo>
                <a:lnTo>
                  <a:pt x="1949" y="909"/>
                </a:lnTo>
                <a:lnTo>
                  <a:pt x="1949" y="910"/>
                </a:lnTo>
                <a:lnTo>
                  <a:pt x="1950" y="912"/>
                </a:lnTo>
                <a:lnTo>
                  <a:pt x="1950" y="913"/>
                </a:lnTo>
                <a:lnTo>
                  <a:pt x="1951" y="913"/>
                </a:lnTo>
                <a:lnTo>
                  <a:pt x="1951" y="914"/>
                </a:lnTo>
                <a:lnTo>
                  <a:pt x="1951" y="915"/>
                </a:lnTo>
                <a:lnTo>
                  <a:pt x="1951" y="916"/>
                </a:lnTo>
                <a:lnTo>
                  <a:pt x="1952" y="916"/>
                </a:lnTo>
                <a:lnTo>
                  <a:pt x="1952" y="917"/>
                </a:lnTo>
                <a:lnTo>
                  <a:pt x="1952" y="919"/>
                </a:lnTo>
                <a:lnTo>
                  <a:pt x="1952" y="920"/>
                </a:lnTo>
                <a:lnTo>
                  <a:pt x="1952" y="921"/>
                </a:lnTo>
                <a:lnTo>
                  <a:pt x="1951" y="922"/>
                </a:lnTo>
                <a:lnTo>
                  <a:pt x="1949" y="923"/>
                </a:lnTo>
                <a:lnTo>
                  <a:pt x="1948" y="924"/>
                </a:lnTo>
                <a:lnTo>
                  <a:pt x="1947" y="924"/>
                </a:lnTo>
                <a:lnTo>
                  <a:pt x="1946" y="924"/>
                </a:lnTo>
                <a:lnTo>
                  <a:pt x="1945" y="924"/>
                </a:lnTo>
                <a:lnTo>
                  <a:pt x="1945" y="925"/>
                </a:lnTo>
                <a:lnTo>
                  <a:pt x="1944" y="925"/>
                </a:lnTo>
                <a:lnTo>
                  <a:pt x="1943" y="925"/>
                </a:lnTo>
                <a:lnTo>
                  <a:pt x="1942" y="925"/>
                </a:lnTo>
                <a:lnTo>
                  <a:pt x="1942" y="926"/>
                </a:lnTo>
                <a:lnTo>
                  <a:pt x="1942" y="927"/>
                </a:lnTo>
                <a:lnTo>
                  <a:pt x="1941" y="927"/>
                </a:lnTo>
                <a:lnTo>
                  <a:pt x="1941" y="928"/>
                </a:lnTo>
                <a:lnTo>
                  <a:pt x="1941" y="931"/>
                </a:lnTo>
                <a:lnTo>
                  <a:pt x="1941" y="932"/>
                </a:lnTo>
                <a:lnTo>
                  <a:pt x="1940" y="932"/>
                </a:lnTo>
                <a:lnTo>
                  <a:pt x="1940" y="934"/>
                </a:lnTo>
                <a:lnTo>
                  <a:pt x="1941" y="934"/>
                </a:lnTo>
                <a:lnTo>
                  <a:pt x="1941" y="935"/>
                </a:lnTo>
                <a:lnTo>
                  <a:pt x="1941" y="936"/>
                </a:lnTo>
                <a:lnTo>
                  <a:pt x="1942" y="937"/>
                </a:lnTo>
                <a:lnTo>
                  <a:pt x="1942" y="939"/>
                </a:lnTo>
                <a:lnTo>
                  <a:pt x="1941" y="939"/>
                </a:lnTo>
                <a:lnTo>
                  <a:pt x="1941" y="940"/>
                </a:lnTo>
                <a:lnTo>
                  <a:pt x="1941" y="941"/>
                </a:lnTo>
                <a:lnTo>
                  <a:pt x="1941" y="942"/>
                </a:lnTo>
                <a:lnTo>
                  <a:pt x="1941" y="943"/>
                </a:lnTo>
                <a:lnTo>
                  <a:pt x="1941" y="944"/>
                </a:lnTo>
                <a:lnTo>
                  <a:pt x="1942" y="945"/>
                </a:lnTo>
                <a:lnTo>
                  <a:pt x="1941" y="945"/>
                </a:lnTo>
                <a:lnTo>
                  <a:pt x="1941" y="946"/>
                </a:lnTo>
                <a:lnTo>
                  <a:pt x="1940" y="948"/>
                </a:lnTo>
                <a:lnTo>
                  <a:pt x="1939" y="949"/>
                </a:lnTo>
                <a:lnTo>
                  <a:pt x="1938" y="950"/>
                </a:lnTo>
                <a:lnTo>
                  <a:pt x="1938" y="951"/>
                </a:lnTo>
                <a:lnTo>
                  <a:pt x="1938" y="952"/>
                </a:lnTo>
                <a:lnTo>
                  <a:pt x="1938" y="953"/>
                </a:lnTo>
                <a:lnTo>
                  <a:pt x="1938" y="954"/>
                </a:lnTo>
                <a:lnTo>
                  <a:pt x="1939" y="954"/>
                </a:lnTo>
                <a:lnTo>
                  <a:pt x="1939" y="955"/>
                </a:lnTo>
                <a:lnTo>
                  <a:pt x="1940" y="955"/>
                </a:lnTo>
                <a:lnTo>
                  <a:pt x="1941" y="955"/>
                </a:lnTo>
                <a:lnTo>
                  <a:pt x="1941" y="956"/>
                </a:lnTo>
                <a:lnTo>
                  <a:pt x="1941" y="957"/>
                </a:lnTo>
                <a:lnTo>
                  <a:pt x="1942" y="958"/>
                </a:lnTo>
                <a:lnTo>
                  <a:pt x="1942" y="959"/>
                </a:lnTo>
                <a:lnTo>
                  <a:pt x="1942" y="961"/>
                </a:lnTo>
                <a:lnTo>
                  <a:pt x="1942" y="962"/>
                </a:lnTo>
                <a:lnTo>
                  <a:pt x="1942" y="963"/>
                </a:lnTo>
                <a:lnTo>
                  <a:pt x="1941" y="964"/>
                </a:lnTo>
                <a:lnTo>
                  <a:pt x="1941" y="966"/>
                </a:lnTo>
                <a:lnTo>
                  <a:pt x="1941" y="967"/>
                </a:lnTo>
                <a:lnTo>
                  <a:pt x="1941" y="968"/>
                </a:lnTo>
                <a:lnTo>
                  <a:pt x="1941" y="971"/>
                </a:lnTo>
                <a:lnTo>
                  <a:pt x="1941" y="972"/>
                </a:lnTo>
                <a:lnTo>
                  <a:pt x="1941" y="973"/>
                </a:lnTo>
                <a:lnTo>
                  <a:pt x="1942" y="973"/>
                </a:lnTo>
                <a:lnTo>
                  <a:pt x="1942" y="974"/>
                </a:lnTo>
                <a:lnTo>
                  <a:pt x="1942" y="976"/>
                </a:lnTo>
                <a:lnTo>
                  <a:pt x="1942" y="977"/>
                </a:lnTo>
                <a:lnTo>
                  <a:pt x="1943" y="978"/>
                </a:lnTo>
                <a:lnTo>
                  <a:pt x="1943" y="979"/>
                </a:lnTo>
                <a:lnTo>
                  <a:pt x="1942" y="979"/>
                </a:lnTo>
                <a:lnTo>
                  <a:pt x="1942" y="980"/>
                </a:lnTo>
                <a:lnTo>
                  <a:pt x="1941" y="981"/>
                </a:lnTo>
                <a:lnTo>
                  <a:pt x="1941" y="982"/>
                </a:lnTo>
                <a:lnTo>
                  <a:pt x="1941" y="983"/>
                </a:lnTo>
                <a:lnTo>
                  <a:pt x="1941" y="984"/>
                </a:lnTo>
                <a:lnTo>
                  <a:pt x="1942" y="984"/>
                </a:lnTo>
                <a:lnTo>
                  <a:pt x="1942" y="985"/>
                </a:lnTo>
                <a:lnTo>
                  <a:pt x="1942" y="986"/>
                </a:lnTo>
                <a:lnTo>
                  <a:pt x="1943" y="987"/>
                </a:lnTo>
                <a:lnTo>
                  <a:pt x="1944" y="987"/>
                </a:lnTo>
                <a:lnTo>
                  <a:pt x="1945" y="988"/>
                </a:lnTo>
                <a:lnTo>
                  <a:pt x="1945" y="989"/>
                </a:lnTo>
                <a:lnTo>
                  <a:pt x="1946" y="989"/>
                </a:lnTo>
                <a:lnTo>
                  <a:pt x="1946" y="990"/>
                </a:lnTo>
                <a:lnTo>
                  <a:pt x="1947" y="990"/>
                </a:lnTo>
                <a:lnTo>
                  <a:pt x="1948" y="991"/>
                </a:lnTo>
                <a:lnTo>
                  <a:pt x="1948" y="992"/>
                </a:lnTo>
                <a:lnTo>
                  <a:pt x="1949" y="993"/>
                </a:lnTo>
                <a:lnTo>
                  <a:pt x="1948" y="993"/>
                </a:lnTo>
                <a:lnTo>
                  <a:pt x="1948" y="994"/>
                </a:lnTo>
                <a:lnTo>
                  <a:pt x="1947" y="995"/>
                </a:lnTo>
                <a:lnTo>
                  <a:pt x="1947" y="996"/>
                </a:lnTo>
                <a:lnTo>
                  <a:pt x="1947" y="997"/>
                </a:lnTo>
                <a:lnTo>
                  <a:pt x="1947" y="998"/>
                </a:lnTo>
                <a:lnTo>
                  <a:pt x="1947" y="999"/>
                </a:lnTo>
                <a:lnTo>
                  <a:pt x="1947" y="1000"/>
                </a:lnTo>
                <a:lnTo>
                  <a:pt x="1947" y="1001"/>
                </a:lnTo>
                <a:lnTo>
                  <a:pt x="1947" y="1002"/>
                </a:lnTo>
                <a:lnTo>
                  <a:pt x="1948" y="1002"/>
                </a:lnTo>
                <a:lnTo>
                  <a:pt x="1948" y="1003"/>
                </a:lnTo>
                <a:lnTo>
                  <a:pt x="1948" y="1004"/>
                </a:lnTo>
                <a:lnTo>
                  <a:pt x="1948" y="1005"/>
                </a:lnTo>
                <a:lnTo>
                  <a:pt x="1949" y="1005"/>
                </a:lnTo>
                <a:lnTo>
                  <a:pt x="1949" y="1006"/>
                </a:lnTo>
                <a:lnTo>
                  <a:pt x="1950" y="1006"/>
                </a:lnTo>
                <a:lnTo>
                  <a:pt x="1950" y="1007"/>
                </a:lnTo>
                <a:lnTo>
                  <a:pt x="1950" y="1008"/>
                </a:lnTo>
                <a:lnTo>
                  <a:pt x="1951" y="1008"/>
                </a:lnTo>
                <a:lnTo>
                  <a:pt x="1951" y="1009"/>
                </a:lnTo>
                <a:lnTo>
                  <a:pt x="1950" y="1009"/>
                </a:lnTo>
                <a:lnTo>
                  <a:pt x="1950" y="1010"/>
                </a:lnTo>
                <a:lnTo>
                  <a:pt x="1950" y="1013"/>
                </a:lnTo>
                <a:lnTo>
                  <a:pt x="1950" y="1016"/>
                </a:lnTo>
                <a:lnTo>
                  <a:pt x="1951" y="1018"/>
                </a:lnTo>
                <a:lnTo>
                  <a:pt x="1951" y="1019"/>
                </a:lnTo>
                <a:lnTo>
                  <a:pt x="1951" y="1022"/>
                </a:lnTo>
                <a:lnTo>
                  <a:pt x="1950" y="1022"/>
                </a:lnTo>
                <a:lnTo>
                  <a:pt x="1950" y="1023"/>
                </a:lnTo>
                <a:lnTo>
                  <a:pt x="1948" y="1024"/>
                </a:lnTo>
                <a:lnTo>
                  <a:pt x="1947" y="1026"/>
                </a:lnTo>
                <a:lnTo>
                  <a:pt x="1946" y="1027"/>
                </a:lnTo>
                <a:lnTo>
                  <a:pt x="1945" y="1028"/>
                </a:lnTo>
                <a:lnTo>
                  <a:pt x="1944" y="1029"/>
                </a:lnTo>
                <a:lnTo>
                  <a:pt x="1943" y="1030"/>
                </a:lnTo>
                <a:lnTo>
                  <a:pt x="1942" y="1031"/>
                </a:lnTo>
                <a:lnTo>
                  <a:pt x="1942" y="1032"/>
                </a:lnTo>
                <a:lnTo>
                  <a:pt x="1941" y="1033"/>
                </a:lnTo>
                <a:lnTo>
                  <a:pt x="1941" y="1034"/>
                </a:lnTo>
                <a:lnTo>
                  <a:pt x="1941" y="1036"/>
                </a:lnTo>
                <a:lnTo>
                  <a:pt x="1941" y="1037"/>
                </a:lnTo>
                <a:lnTo>
                  <a:pt x="1941" y="1038"/>
                </a:lnTo>
                <a:lnTo>
                  <a:pt x="1941" y="1039"/>
                </a:lnTo>
                <a:lnTo>
                  <a:pt x="1941" y="1040"/>
                </a:lnTo>
                <a:lnTo>
                  <a:pt x="1941" y="1042"/>
                </a:lnTo>
                <a:lnTo>
                  <a:pt x="1941" y="1043"/>
                </a:lnTo>
                <a:lnTo>
                  <a:pt x="1942" y="1044"/>
                </a:lnTo>
                <a:lnTo>
                  <a:pt x="1941" y="1046"/>
                </a:lnTo>
                <a:lnTo>
                  <a:pt x="1941" y="1048"/>
                </a:lnTo>
                <a:lnTo>
                  <a:pt x="1941" y="1049"/>
                </a:lnTo>
                <a:lnTo>
                  <a:pt x="1940" y="1049"/>
                </a:lnTo>
                <a:lnTo>
                  <a:pt x="1940" y="1050"/>
                </a:lnTo>
                <a:lnTo>
                  <a:pt x="1940" y="1051"/>
                </a:lnTo>
                <a:lnTo>
                  <a:pt x="1940" y="1052"/>
                </a:lnTo>
                <a:lnTo>
                  <a:pt x="1940" y="1053"/>
                </a:lnTo>
                <a:lnTo>
                  <a:pt x="1940" y="1054"/>
                </a:lnTo>
                <a:lnTo>
                  <a:pt x="1940" y="1055"/>
                </a:lnTo>
                <a:lnTo>
                  <a:pt x="1939" y="1057"/>
                </a:lnTo>
                <a:lnTo>
                  <a:pt x="1939" y="1058"/>
                </a:lnTo>
                <a:lnTo>
                  <a:pt x="1939" y="1059"/>
                </a:lnTo>
                <a:lnTo>
                  <a:pt x="1939" y="1060"/>
                </a:lnTo>
                <a:lnTo>
                  <a:pt x="1939" y="1061"/>
                </a:lnTo>
                <a:lnTo>
                  <a:pt x="1940" y="1064"/>
                </a:lnTo>
                <a:lnTo>
                  <a:pt x="1941" y="1064"/>
                </a:lnTo>
                <a:lnTo>
                  <a:pt x="1941" y="1065"/>
                </a:lnTo>
                <a:lnTo>
                  <a:pt x="1942" y="1065"/>
                </a:lnTo>
                <a:lnTo>
                  <a:pt x="1943" y="1065"/>
                </a:lnTo>
                <a:lnTo>
                  <a:pt x="1943" y="1064"/>
                </a:lnTo>
                <a:lnTo>
                  <a:pt x="1944" y="1064"/>
                </a:lnTo>
                <a:lnTo>
                  <a:pt x="1945" y="1063"/>
                </a:lnTo>
                <a:lnTo>
                  <a:pt x="1946" y="1063"/>
                </a:lnTo>
                <a:lnTo>
                  <a:pt x="1948" y="1063"/>
                </a:lnTo>
                <a:lnTo>
                  <a:pt x="1950" y="1064"/>
                </a:lnTo>
                <a:lnTo>
                  <a:pt x="1951" y="1065"/>
                </a:lnTo>
                <a:lnTo>
                  <a:pt x="1952" y="1065"/>
                </a:lnTo>
                <a:lnTo>
                  <a:pt x="1952" y="1066"/>
                </a:lnTo>
                <a:lnTo>
                  <a:pt x="1953" y="1066"/>
                </a:lnTo>
                <a:lnTo>
                  <a:pt x="1954" y="1067"/>
                </a:lnTo>
                <a:lnTo>
                  <a:pt x="1954" y="1068"/>
                </a:lnTo>
                <a:lnTo>
                  <a:pt x="1954" y="1069"/>
                </a:lnTo>
                <a:lnTo>
                  <a:pt x="1955" y="1069"/>
                </a:lnTo>
                <a:lnTo>
                  <a:pt x="1956" y="1069"/>
                </a:lnTo>
                <a:lnTo>
                  <a:pt x="1956" y="1070"/>
                </a:lnTo>
                <a:lnTo>
                  <a:pt x="1957" y="1070"/>
                </a:lnTo>
                <a:lnTo>
                  <a:pt x="1957" y="1071"/>
                </a:lnTo>
                <a:lnTo>
                  <a:pt x="1957" y="1072"/>
                </a:lnTo>
                <a:lnTo>
                  <a:pt x="1957" y="1073"/>
                </a:lnTo>
                <a:lnTo>
                  <a:pt x="1957" y="1074"/>
                </a:lnTo>
                <a:lnTo>
                  <a:pt x="1956" y="1075"/>
                </a:lnTo>
                <a:lnTo>
                  <a:pt x="1956" y="1076"/>
                </a:lnTo>
                <a:lnTo>
                  <a:pt x="1955" y="1076"/>
                </a:lnTo>
                <a:lnTo>
                  <a:pt x="1955" y="1077"/>
                </a:lnTo>
                <a:lnTo>
                  <a:pt x="1954" y="1077"/>
                </a:lnTo>
                <a:lnTo>
                  <a:pt x="1954" y="1078"/>
                </a:lnTo>
                <a:lnTo>
                  <a:pt x="1953" y="1078"/>
                </a:lnTo>
                <a:lnTo>
                  <a:pt x="1953" y="1079"/>
                </a:lnTo>
                <a:lnTo>
                  <a:pt x="1952" y="1079"/>
                </a:lnTo>
                <a:lnTo>
                  <a:pt x="1951" y="1079"/>
                </a:lnTo>
                <a:lnTo>
                  <a:pt x="1950" y="1080"/>
                </a:lnTo>
                <a:lnTo>
                  <a:pt x="1949" y="1080"/>
                </a:lnTo>
                <a:lnTo>
                  <a:pt x="1949" y="1081"/>
                </a:lnTo>
                <a:lnTo>
                  <a:pt x="1949" y="1084"/>
                </a:lnTo>
                <a:lnTo>
                  <a:pt x="1949" y="1085"/>
                </a:lnTo>
                <a:lnTo>
                  <a:pt x="1950" y="1086"/>
                </a:lnTo>
                <a:lnTo>
                  <a:pt x="1951" y="1086"/>
                </a:lnTo>
                <a:lnTo>
                  <a:pt x="1952" y="1086"/>
                </a:lnTo>
                <a:lnTo>
                  <a:pt x="1953" y="1086"/>
                </a:lnTo>
                <a:lnTo>
                  <a:pt x="1954" y="1086"/>
                </a:lnTo>
                <a:lnTo>
                  <a:pt x="1955" y="1086"/>
                </a:lnTo>
                <a:lnTo>
                  <a:pt x="1955" y="1085"/>
                </a:lnTo>
                <a:lnTo>
                  <a:pt x="1956" y="1085"/>
                </a:lnTo>
                <a:lnTo>
                  <a:pt x="1956" y="1084"/>
                </a:lnTo>
                <a:lnTo>
                  <a:pt x="1957" y="1084"/>
                </a:lnTo>
                <a:lnTo>
                  <a:pt x="1957" y="1085"/>
                </a:lnTo>
                <a:lnTo>
                  <a:pt x="1957" y="1086"/>
                </a:lnTo>
                <a:lnTo>
                  <a:pt x="1957" y="1089"/>
                </a:lnTo>
                <a:lnTo>
                  <a:pt x="1957" y="1090"/>
                </a:lnTo>
                <a:lnTo>
                  <a:pt x="1957" y="1091"/>
                </a:lnTo>
                <a:lnTo>
                  <a:pt x="1957" y="1092"/>
                </a:lnTo>
                <a:lnTo>
                  <a:pt x="1957" y="1093"/>
                </a:lnTo>
                <a:lnTo>
                  <a:pt x="1958" y="1093"/>
                </a:lnTo>
                <a:lnTo>
                  <a:pt x="1958" y="1094"/>
                </a:lnTo>
                <a:lnTo>
                  <a:pt x="1959" y="1094"/>
                </a:lnTo>
                <a:lnTo>
                  <a:pt x="1960" y="1095"/>
                </a:lnTo>
                <a:lnTo>
                  <a:pt x="1960" y="1096"/>
                </a:lnTo>
                <a:lnTo>
                  <a:pt x="1960" y="1097"/>
                </a:lnTo>
                <a:lnTo>
                  <a:pt x="1960" y="1098"/>
                </a:lnTo>
                <a:lnTo>
                  <a:pt x="1960" y="1099"/>
                </a:lnTo>
                <a:lnTo>
                  <a:pt x="1960" y="1100"/>
                </a:lnTo>
                <a:lnTo>
                  <a:pt x="1960" y="1101"/>
                </a:lnTo>
                <a:lnTo>
                  <a:pt x="1959" y="1101"/>
                </a:lnTo>
                <a:lnTo>
                  <a:pt x="1958" y="1101"/>
                </a:lnTo>
                <a:lnTo>
                  <a:pt x="1958" y="1102"/>
                </a:lnTo>
                <a:lnTo>
                  <a:pt x="1956" y="1102"/>
                </a:lnTo>
                <a:lnTo>
                  <a:pt x="1955" y="1102"/>
                </a:lnTo>
                <a:lnTo>
                  <a:pt x="1954" y="1102"/>
                </a:lnTo>
                <a:lnTo>
                  <a:pt x="1954" y="1103"/>
                </a:lnTo>
                <a:lnTo>
                  <a:pt x="1953" y="1103"/>
                </a:lnTo>
                <a:lnTo>
                  <a:pt x="1954" y="1104"/>
                </a:lnTo>
                <a:lnTo>
                  <a:pt x="1956" y="1104"/>
                </a:lnTo>
                <a:lnTo>
                  <a:pt x="1957" y="1104"/>
                </a:lnTo>
                <a:lnTo>
                  <a:pt x="1957" y="1105"/>
                </a:lnTo>
                <a:lnTo>
                  <a:pt x="1957" y="1106"/>
                </a:lnTo>
                <a:lnTo>
                  <a:pt x="1956" y="1107"/>
                </a:lnTo>
                <a:lnTo>
                  <a:pt x="1955" y="1108"/>
                </a:lnTo>
                <a:lnTo>
                  <a:pt x="1955" y="1109"/>
                </a:lnTo>
                <a:lnTo>
                  <a:pt x="1955" y="1110"/>
                </a:lnTo>
                <a:lnTo>
                  <a:pt x="1956" y="1110"/>
                </a:lnTo>
                <a:lnTo>
                  <a:pt x="1956" y="1111"/>
                </a:lnTo>
                <a:lnTo>
                  <a:pt x="1955" y="1111"/>
                </a:lnTo>
                <a:lnTo>
                  <a:pt x="1955" y="1112"/>
                </a:lnTo>
                <a:lnTo>
                  <a:pt x="1955" y="1113"/>
                </a:lnTo>
                <a:lnTo>
                  <a:pt x="1954" y="1113"/>
                </a:lnTo>
                <a:lnTo>
                  <a:pt x="1953" y="1113"/>
                </a:lnTo>
                <a:lnTo>
                  <a:pt x="1952" y="1112"/>
                </a:lnTo>
                <a:lnTo>
                  <a:pt x="1952" y="1111"/>
                </a:lnTo>
                <a:lnTo>
                  <a:pt x="1952" y="1110"/>
                </a:lnTo>
                <a:lnTo>
                  <a:pt x="1951" y="1110"/>
                </a:lnTo>
                <a:lnTo>
                  <a:pt x="1951" y="1109"/>
                </a:lnTo>
                <a:lnTo>
                  <a:pt x="1950" y="1109"/>
                </a:lnTo>
                <a:lnTo>
                  <a:pt x="1949" y="1109"/>
                </a:lnTo>
                <a:lnTo>
                  <a:pt x="1948" y="1109"/>
                </a:lnTo>
                <a:lnTo>
                  <a:pt x="1947" y="1109"/>
                </a:lnTo>
                <a:lnTo>
                  <a:pt x="1947" y="1110"/>
                </a:lnTo>
                <a:lnTo>
                  <a:pt x="1947" y="1111"/>
                </a:lnTo>
                <a:lnTo>
                  <a:pt x="1947" y="1112"/>
                </a:lnTo>
                <a:lnTo>
                  <a:pt x="1948" y="1112"/>
                </a:lnTo>
                <a:lnTo>
                  <a:pt x="1948" y="1113"/>
                </a:lnTo>
                <a:lnTo>
                  <a:pt x="1948" y="1114"/>
                </a:lnTo>
                <a:lnTo>
                  <a:pt x="1948" y="1115"/>
                </a:lnTo>
                <a:lnTo>
                  <a:pt x="1948" y="1116"/>
                </a:lnTo>
                <a:lnTo>
                  <a:pt x="1948" y="1117"/>
                </a:lnTo>
                <a:lnTo>
                  <a:pt x="1948" y="1118"/>
                </a:lnTo>
                <a:lnTo>
                  <a:pt x="1947" y="1118"/>
                </a:lnTo>
                <a:lnTo>
                  <a:pt x="1947" y="1119"/>
                </a:lnTo>
                <a:lnTo>
                  <a:pt x="1946" y="1120"/>
                </a:lnTo>
                <a:lnTo>
                  <a:pt x="1945" y="1122"/>
                </a:lnTo>
                <a:lnTo>
                  <a:pt x="1944" y="1122"/>
                </a:lnTo>
                <a:lnTo>
                  <a:pt x="1943" y="1123"/>
                </a:lnTo>
                <a:lnTo>
                  <a:pt x="1943" y="1124"/>
                </a:lnTo>
                <a:lnTo>
                  <a:pt x="1941" y="1124"/>
                </a:lnTo>
                <a:lnTo>
                  <a:pt x="1941" y="1125"/>
                </a:lnTo>
                <a:lnTo>
                  <a:pt x="1940" y="1125"/>
                </a:lnTo>
                <a:lnTo>
                  <a:pt x="1939" y="1125"/>
                </a:lnTo>
                <a:lnTo>
                  <a:pt x="1939" y="1126"/>
                </a:lnTo>
                <a:lnTo>
                  <a:pt x="1938" y="1126"/>
                </a:lnTo>
                <a:lnTo>
                  <a:pt x="1937" y="1127"/>
                </a:lnTo>
                <a:lnTo>
                  <a:pt x="1936" y="1128"/>
                </a:lnTo>
                <a:lnTo>
                  <a:pt x="1936" y="1130"/>
                </a:lnTo>
                <a:lnTo>
                  <a:pt x="1937" y="1131"/>
                </a:lnTo>
                <a:lnTo>
                  <a:pt x="1937" y="1132"/>
                </a:lnTo>
                <a:lnTo>
                  <a:pt x="1938" y="1134"/>
                </a:lnTo>
                <a:lnTo>
                  <a:pt x="1939" y="1134"/>
                </a:lnTo>
                <a:lnTo>
                  <a:pt x="1939" y="1135"/>
                </a:lnTo>
                <a:lnTo>
                  <a:pt x="1939" y="1136"/>
                </a:lnTo>
                <a:lnTo>
                  <a:pt x="1940" y="1136"/>
                </a:lnTo>
                <a:lnTo>
                  <a:pt x="1941" y="1137"/>
                </a:lnTo>
                <a:lnTo>
                  <a:pt x="1942" y="1138"/>
                </a:lnTo>
                <a:lnTo>
                  <a:pt x="1943" y="1138"/>
                </a:lnTo>
                <a:lnTo>
                  <a:pt x="1943" y="1139"/>
                </a:lnTo>
                <a:lnTo>
                  <a:pt x="1944" y="1139"/>
                </a:lnTo>
                <a:lnTo>
                  <a:pt x="1945" y="1139"/>
                </a:lnTo>
                <a:lnTo>
                  <a:pt x="1945" y="1140"/>
                </a:lnTo>
                <a:lnTo>
                  <a:pt x="1946" y="1140"/>
                </a:lnTo>
                <a:lnTo>
                  <a:pt x="1946" y="1141"/>
                </a:lnTo>
                <a:lnTo>
                  <a:pt x="1947" y="1141"/>
                </a:lnTo>
                <a:lnTo>
                  <a:pt x="1948" y="1142"/>
                </a:lnTo>
                <a:lnTo>
                  <a:pt x="1948" y="1143"/>
                </a:lnTo>
                <a:lnTo>
                  <a:pt x="1948" y="1144"/>
                </a:lnTo>
                <a:lnTo>
                  <a:pt x="1949" y="1144"/>
                </a:lnTo>
                <a:lnTo>
                  <a:pt x="1949" y="1145"/>
                </a:lnTo>
                <a:lnTo>
                  <a:pt x="1948" y="1147"/>
                </a:lnTo>
                <a:lnTo>
                  <a:pt x="1948" y="1149"/>
                </a:lnTo>
                <a:lnTo>
                  <a:pt x="1947" y="1153"/>
                </a:lnTo>
                <a:lnTo>
                  <a:pt x="1946" y="1154"/>
                </a:lnTo>
                <a:lnTo>
                  <a:pt x="1946" y="1155"/>
                </a:lnTo>
                <a:lnTo>
                  <a:pt x="1945" y="1157"/>
                </a:lnTo>
                <a:lnTo>
                  <a:pt x="1945" y="1158"/>
                </a:lnTo>
                <a:lnTo>
                  <a:pt x="1945" y="1160"/>
                </a:lnTo>
                <a:lnTo>
                  <a:pt x="1945" y="1161"/>
                </a:lnTo>
                <a:lnTo>
                  <a:pt x="1944" y="1162"/>
                </a:lnTo>
                <a:lnTo>
                  <a:pt x="1945" y="1162"/>
                </a:lnTo>
                <a:lnTo>
                  <a:pt x="1945" y="1163"/>
                </a:lnTo>
                <a:lnTo>
                  <a:pt x="1945" y="1164"/>
                </a:lnTo>
                <a:lnTo>
                  <a:pt x="1945" y="1165"/>
                </a:lnTo>
                <a:lnTo>
                  <a:pt x="1946" y="1165"/>
                </a:lnTo>
                <a:lnTo>
                  <a:pt x="1946" y="1166"/>
                </a:lnTo>
                <a:lnTo>
                  <a:pt x="1946" y="1167"/>
                </a:lnTo>
                <a:lnTo>
                  <a:pt x="1946" y="1168"/>
                </a:lnTo>
                <a:lnTo>
                  <a:pt x="1946" y="1169"/>
                </a:lnTo>
                <a:lnTo>
                  <a:pt x="1946" y="1170"/>
                </a:lnTo>
                <a:lnTo>
                  <a:pt x="1946" y="1171"/>
                </a:lnTo>
                <a:lnTo>
                  <a:pt x="1946" y="1172"/>
                </a:lnTo>
                <a:lnTo>
                  <a:pt x="1945" y="1172"/>
                </a:lnTo>
                <a:lnTo>
                  <a:pt x="1944" y="1171"/>
                </a:lnTo>
                <a:lnTo>
                  <a:pt x="1943" y="1171"/>
                </a:lnTo>
                <a:lnTo>
                  <a:pt x="1942" y="1171"/>
                </a:lnTo>
                <a:lnTo>
                  <a:pt x="1940" y="1172"/>
                </a:lnTo>
                <a:lnTo>
                  <a:pt x="1939" y="1172"/>
                </a:lnTo>
                <a:lnTo>
                  <a:pt x="1939" y="1173"/>
                </a:lnTo>
                <a:lnTo>
                  <a:pt x="1938" y="1174"/>
                </a:lnTo>
                <a:lnTo>
                  <a:pt x="1938" y="1175"/>
                </a:lnTo>
                <a:lnTo>
                  <a:pt x="1938" y="1177"/>
                </a:lnTo>
                <a:lnTo>
                  <a:pt x="1938" y="1178"/>
                </a:lnTo>
                <a:lnTo>
                  <a:pt x="1939" y="1178"/>
                </a:lnTo>
                <a:lnTo>
                  <a:pt x="1940" y="1179"/>
                </a:lnTo>
                <a:lnTo>
                  <a:pt x="1940" y="1180"/>
                </a:lnTo>
                <a:lnTo>
                  <a:pt x="1941" y="1181"/>
                </a:lnTo>
                <a:lnTo>
                  <a:pt x="1941" y="1182"/>
                </a:lnTo>
                <a:lnTo>
                  <a:pt x="1940" y="1182"/>
                </a:lnTo>
                <a:lnTo>
                  <a:pt x="1939" y="1183"/>
                </a:lnTo>
                <a:lnTo>
                  <a:pt x="1939" y="1184"/>
                </a:lnTo>
                <a:lnTo>
                  <a:pt x="1938" y="1184"/>
                </a:lnTo>
                <a:lnTo>
                  <a:pt x="1938" y="1185"/>
                </a:lnTo>
                <a:lnTo>
                  <a:pt x="1938" y="1186"/>
                </a:lnTo>
                <a:lnTo>
                  <a:pt x="1939" y="1186"/>
                </a:lnTo>
                <a:lnTo>
                  <a:pt x="1939" y="1187"/>
                </a:lnTo>
                <a:lnTo>
                  <a:pt x="1940" y="1187"/>
                </a:lnTo>
                <a:lnTo>
                  <a:pt x="1940" y="1188"/>
                </a:lnTo>
                <a:lnTo>
                  <a:pt x="1939" y="1189"/>
                </a:lnTo>
                <a:lnTo>
                  <a:pt x="1938" y="1189"/>
                </a:lnTo>
                <a:lnTo>
                  <a:pt x="1937" y="1189"/>
                </a:lnTo>
                <a:lnTo>
                  <a:pt x="1936" y="1188"/>
                </a:lnTo>
                <a:lnTo>
                  <a:pt x="1935" y="1188"/>
                </a:lnTo>
                <a:lnTo>
                  <a:pt x="1934" y="1187"/>
                </a:lnTo>
                <a:lnTo>
                  <a:pt x="1934" y="1186"/>
                </a:lnTo>
                <a:lnTo>
                  <a:pt x="1933" y="1186"/>
                </a:lnTo>
                <a:lnTo>
                  <a:pt x="1932" y="1185"/>
                </a:lnTo>
                <a:lnTo>
                  <a:pt x="1930" y="1185"/>
                </a:lnTo>
                <a:lnTo>
                  <a:pt x="1929" y="1185"/>
                </a:lnTo>
                <a:lnTo>
                  <a:pt x="1929" y="1186"/>
                </a:lnTo>
                <a:lnTo>
                  <a:pt x="1928" y="1186"/>
                </a:lnTo>
                <a:lnTo>
                  <a:pt x="1928" y="1187"/>
                </a:lnTo>
                <a:lnTo>
                  <a:pt x="1927" y="1188"/>
                </a:lnTo>
                <a:lnTo>
                  <a:pt x="1927" y="1189"/>
                </a:lnTo>
                <a:lnTo>
                  <a:pt x="1927" y="1190"/>
                </a:lnTo>
                <a:lnTo>
                  <a:pt x="1927" y="1191"/>
                </a:lnTo>
                <a:lnTo>
                  <a:pt x="1928" y="1192"/>
                </a:lnTo>
                <a:lnTo>
                  <a:pt x="1928" y="1193"/>
                </a:lnTo>
                <a:lnTo>
                  <a:pt x="1927" y="1193"/>
                </a:lnTo>
                <a:lnTo>
                  <a:pt x="1926" y="1193"/>
                </a:lnTo>
                <a:lnTo>
                  <a:pt x="1926" y="1194"/>
                </a:lnTo>
                <a:lnTo>
                  <a:pt x="1926" y="1195"/>
                </a:lnTo>
                <a:lnTo>
                  <a:pt x="1925" y="1195"/>
                </a:lnTo>
                <a:lnTo>
                  <a:pt x="1925" y="1196"/>
                </a:lnTo>
                <a:lnTo>
                  <a:pt x="1926" y="1196"/>
                </a:lnTo>
                <a:lnTo>
                  <a:pt x="1926" y="1197"/>
                </a:lnTo>
                <a:lnTo>
                  <a:pt x="1927" y="1197"/>
                </a:lnTo>
                <a:lnTo>
                  <a:pt x="1927" y="1198"/>
                </a:lnTo>
                <a:lnTo>
                  <a:pt x="1928" y="1198"/>
                </a:lnTo>
                <a:lnTo>
                  <a:pt x="1928" y="1199"/>
                </a:lnTo>
                <a:lnTo>
                  <a:pt x="1928" y="1200"/>
                </a:lnTo>
                <a:lnTo>
                  <a:pt x="1927" y="1200"/>
                </a:lnTo>
                <a:lnTo>
                  <a:pt x="1926" y="1199"/>
                </a:lnTo>
                <a:lnTo>
                  <a:pt x="1925" y="1199"/>
                </a:lnTo>
                <a:lnTo>
                  <a:pt x="1925" y="1200"/>
                </a:lnTo>
                <a:lnTo>
                  <a:pt x="1924" y="1200"/>
                </a:lnTo>
                <a:lnTo>
                  <a:pt x="1924" y="1201"/>
                </a:lnTo>
                <a:lnTo>
                  <a:pt x="1925" y="1202"/>
                </a:lnTo>
                <a:lnTo>
                  <a:pt x="1926" y="1203"/>
                </a:lnTo>
                <a:lnTo>
                  <a:pt x="1926" y="1204"/>
                </a:lnTo>
                <a:lnTo>
                  <a:pt x="1926" y="1205"/>
                </a:lnTo>
                <a:lnTo>
                  <a:pt x="1926" y="1206"/>
                </a:lnTo>
                <a:lnTo>
                  <a:pt x="1926" y="1207"/>
                </a:lnTo>
                <a:lnTo>
                  <a:pt x="1926" y="1208"/>
                </a:lnTo>
                <a:lnTo>
                  <a:pt x="1927" y="1208"/>
                </a:lnTo>
                <a:lnTo>
                  <a:pt x="1928" y="1209"/>
                </a:lnTo>
                <a:lnTo>
                  <a:pt x="1929" y="1208"/>
                </a:lnTo>
                <a:lnTo>
                  <a:pt x="1930" y="1208"/>
                </a:lnTo>
                <a:lnTo>
                  <a:pt x="1930" y="1207"/>
                </a:lnTo>
                <a:lnTo>
                  <a:pt x="1931" y="1207"/>
                </a:lnTo>
                <a:lnTo>
                  <a:pt x="1931" y="1208"/>
                </a:lnTo>
                <a:lnTo>
                  <a:pt x="1932" y="1208"/>
                </a:lnTo>
                <a:lnTo>
                  <a:pt x="1932" y="1209"/>
                </a:lnTo>
                <a:lnTo>
                  <a:pt x="1933" y="1209"/>
                </a:lnTo>
                <a:lnTo>
                  <a:pt x="1933" y="1210"/>
                </a:lnTo>
                <a:lnTo>
                  <a:pt x="1932" y="1211"/>
                </a:lnTo>
                <a:lnTo>
                  <a:pt x="1931" y="1211"/>
                </a:lnTo>
                <a:lnTo>
                  <a:pt x="1930" y="1211"/>
                </a:lnTo>
                <a:lnTo>
                  <a:pt x="1930" y="1210"/>
                </a:lnTo>
                <a:lnTo>
                  <a:pt x="1929" y="1210"/>
                </a:lnTo>
                <a:lnTo>
                  <a:pt x="1929" y="1211"/>
                </a:lnTo>
                <a:lnTo>
                  <a:pt x="1928" y="1211"/>
                </a:lnTo>
                <a:lnTo>
                  <a:pt x="1928" y="1212"/>
                </a:lnTo>
                <a:lnTo>
                  <a:pt x="1929" y="1213"/>
                </a:lnTo>
                <a:lnTo>
                  <a:pt x="1929" y="1214"/>
                </a:lnTo>
                <a:lnTo>
                  <a:pt x="1929" y="1215"/>
                </a:lnTo>
                <a:lnTo>
                  <a:pt x="1928" y="1215"/>
                </a:lnTo>
                <a:lnTo>
                  <a:pt x="1928" y="1216"/>
                </a:lnTo>
                <a:lnTo>
                  <a:pt x="1929" y="1217"/>
                </a:lnTo>
                <a:lnTo>
                  <a:pt x="1930" y="1217"/>
                </a:lnTo>
                <a:lnTo>
                  <a:pt x="1931" y="1217"/>
                </a:lnTo>
                <a:lnTo>
                  <a:pt x="1932" y="1217"/>
                </a:lnTo>
                <a:lnTo>
                  <a:pt x="1932" y="1218"/>
                </a:lnTo>
                <a:lnTo>
                  <a:pt x="1932" y="1219"/>
                </a:lnTo>
                <a:lnTo>
                  <a:pt x="1931" y="1219"/>
                </a:lnTo>
                <a:lnTo>
                  <a:pt x="1930" y="1220"/>
                </a:lnTo>
                <a:lnTo>
                  <a:pt x="1929" y="1221"/>
                </a:lnTo>
                <a:lnTo>
                  <a:pt x="1928" y="1221"/>
                </a:lnTo>
                <a:lnTo>
                  <a:pt x="1928" y="1222"/>
                </a:lnTo>
                <a:lnTo>
                  <a:pt x="1928" y="1223"/>
                </a:lnTo>
                <a:lnTo>
                  <a:pt x="1928" y="1224"/>
                </a:lnTo>
                <a:lnTo>
                  <a:pt x="1927" y="1224"/>
                </a:lnTo>
                <a:lnTo>
                  <a:pt x="1927" y="1225"/>
                </a:lnTo>
                <a:lnTo>
                  <a:pt x="1928" y="1225"/>
                </a:lnTo>
                <a:lnTo>
                  <a:pt x="1928" y="1226"/>
                </a:lnTo>
                <a:lnTo>
                  <a:pt x="1928" y="1227"/>
                </a:lnTo>
                <a:lnTo>
                  <a:pt x="1927" y="1227"/>
                </a:lnTo>
                <a:lnTo>
                  <a:pt x="1927" y="1228"/>
                </a:lnTo>
                <a:lnTo>
                  <a:pt x="1927" y="1229"/>
                </a:lnTo>
                <a:lnTo>
                  <a:pt x="1927" y="1230"/>
                </a:lnTo>
                <a:lnTo>
                  <a:pt x="1928" y="1230"/>
                </a:lnTo>
                <a:lnTo>
                  <a:pt x="1929" y="1229"/>
                </a:lnTo>
                <a:lnTo>
                  <a:pt x="1928" y="1229"/>
                </a:lnTo>
                <a:lnTo>
                  <a:pt x="1928" y="1228"/>
                </a:lnTo>
                <a:lnTo>
                  <a:pt x="1928" y="1227"/>
                </a:lnTo>
                <a:lnTo>
                  <a:pt x="1929" y="1227"/>
                </a:lnTo>
                <a:lnTo>
                  <a:pt x="1930" y="1227"/>
                </a:lnTo>
                <a:lnTo>
                  <a:pt x="1930" y="1228"/>
                </a:lnTo>
                <a:lnTo>
                  <a:pt x="1931" y="1228"/>
                </a:lnTo>
                <a:lnTo>
                  <a:pt x="1931" y="1229"/>
                </a:lnTo>
                <a:lnTo>
                  <a:pt x="1932" y="1229"/>
                </a:lnTo>
                <a:lnTo>
                  <a:pt x="1933" y="1229"/>
                </a:lnTo>
                <a:lnTo>
                  <a:pt x="1933" y="1228"/>
                </a:lnTo>
                <a:lnTo>
                  <a:pt x="1934" y="1228"/>
                </a:lnTo>
                <a:lnTo>
                  <a:pt x="1935" y="1228"/>
                </a:lnTo>
                <a:lnTo>
                  <a:pt x="1935" y="1229"/>
                </a:lnTo>
                <a:lnTo>
                  <a:pt x="1935" y="1230"/>
                </a:lnTo>
                <a:lnTo>
                  <a:pt x="1935" y="1231"/>
                </a:lnTo>
                <a:lnTo>
                  <a:pt x="1936" y="1231"/>
                </a:lnTo>
                <a:lnTo>
                  <a:pt x="1937" y="1231"/>
                </a:lnTo>
                <a:lnTo>
                  <a:pt x="1937" y="1232"/>
                </a:lnTo>
                <a:lnTo>
                  <a:pt x="1937" y="1233"/>
                </a:lnTo>
                <a:lnTo>
                  <a:pt x="1937" y="1234"/>
                </a:lnTo>
                <a:lnTo>
                  <a:pt x="1937" y="1235"/>
                </a:lnTo>
                <a:lnTo>
                  <a:pt x="1936" y="1235"/>
                </a:lnTo>
                <a:lnTo>
                  <a:pt x="1935" y="1235"/>
                </a:lnTo>
                <a:lnTo>
                  <a:pt x="1934" y="1235"/>
                </a:lnTo>
                <a:lnTo>
                  <a:pt x="1934" y="1236"/>
                </a:lnTo>
                <a:lnTo>
                  <a:pt x="1933" y="1236"/>
                </a:lnTo>
                <a:lnTo>
                  <a:pt x="1933" y="1237"/>
                </a:lnTo>
                <a:lnTo>
                  <a:pt x="1932" y="1237"/>
                </a:lnTo>
                <a:lnTo>
                  <a:pt x="1932" y="1238"/>
                </a:lnTo>
                <a:lnTo>
                  <a:pt x="1932" y="1239"/>
                </a:lnTo>
                <a:lnTo>
                  <a:pt x="1933" y="1239"/>
                </a:lnTo>
                <a:lnTo>
                  <a:pt x="1933" y="1240"/>
                </a:lnTo>
                <a:lnTo>
                  <a:pt x="1934" y="1240"/>
                </a:lnTo>
                <a:lnTo>
                  <a:pt x="1935" y="1240"/>
                </a:lnTo>
                <a:lnTo>
                  <a:pt x="1936" y="1240"/>
                </a:lnTo>
                <a:lnTo>
                  <a:pt x="1937" y="1241"/>
                </a:lnTo>
                <a:lnTo>
                  <a:pt x="1938" y="1241"/>
                </a:lnTo>
                <a:lnTo>
                  <a:pt x="1938" y="1242"/>
                </a:lnTo>
                <a:lnTo>
                  <a:pt x="1938" y="1243"/>
                </a:lnTo>
                <a:lnTo>
                  <a:pt x="1937" y="1243"/>
                </a:lnTo>
                <a:lnTo>
                  <a:pt x="1936" y="1243"/>
                </a:lnTo>
                <a:lnTo>
                  <a:pt x="1935" y="1242"/>
                </a:lnTo>
                <a:lnTo>
                  <a:pt x="1934" y="1242"/>
                </a:lnTo>
                <a:lnTo>
                  <a:pt x="1933" y="1242"/>
                </a:lnTo>
                <a:lnTo>
                  <a:pt x="1932" y="1242"/>
                </a:lnTo>
                <a:lnTo>
                  <a:pt x="1931" y="1243"/>
                </a:lnTo>
                <a:lnTo>
                  <a:pt x="1932" y="1243"/>
                </a:lnTo>
                <a:lnTo>
                  <a:pt x="1932" y="1244"/>
                </a:lnTo>
                <a:lnTo>
                  <a:pt x="1932" y="1245"/>
                </a:lnTo>
                <a:lnTo>
                  <a:pt x="1932" y="1246"/>
                </a:lnTo>
                <a:lnTo>
                  <a:pt x="1931" y="1246"/>
                </a:lnTo>
                <a:lnTo>
                  <a:pt x="1931" y="1245"/>
                </a:lnTo>
                <a:lnTo>
                  <a:pt x="1930" y="1245"/>
                </a:lnTo>
                <a:lnTo>
                  <a:pt x="1929" y="1245"/>
                </a:lnTo>
                <a:lnTo>
                  <a:pt x="1929" y="1246"/>
                </a:lnTo>
                <a:lnTo>
                  <a:pt x="1930" y="1246"/>
                </a:lnTo>
                <a:lnTo>
                  <a:pt x="1930" y="1247"/>
                </a:lnTo>
                <a:lnTo>
                  <a:pt x="1931" y="1247"/>
                </a:lnTo>
                <a:lnTo>
                  <a:pt x="1930" y="1248"/>
                </a:lnTo>
                <a:lnTo>
                  <a:pt x="1930" y="1249"/>
                </a:lnTo>
                <a:lnTo>
                  <a:pt x="1930" y="1250"/>
                </a:lnTo>
                <a:lnTo>
                  <a:pt x="1931" y="1250"/>
                </a:lnTo>
                <a:lnTo>
                  <a:pt x="1931" y="1251"/>
                </a:lnTo>
                <a:lnTo>
                  <a:pt x="1932" y="1251"/>
                </a:lnTo>
                <a:lnTo>
                  <a:pt x="1932" y="1252"/>
                </a:lnTo>
                <a:lnTo>
                  <a:pt x="1933" y="1252"/>
                </a:lnTo>
                <a:lnTo>
                  <a:pt x="1933" y="1254"/>
                </a:lnTo>
                <a:lnTo>
                  <a:pt x="1932" y="1254"/>
                </a:lnTo>
                <a:lnTo>
                  <a:pt x="1931" y="1254"/>
                </a:lnTo>
                <a:lnTo>
                  <a:pt x="1931" y="1255"/>
                </a:lnTo>
                <a:lnTo>
                  <a:pt x="1930" y="1255"/>
                </a:lnTo>
                <a:lnTo>
                  <a:pt x="1930" y="1254"/>
                </a:lnTo>
                <a:lnTo>
                  <a:pt x="1929" y="1254"/>
                </a:lnTo>
                <a:lnTo>
                  <a:pt x="1928" y="1254"/>
                </a:lnTo>
                <a:lnTo>
                  <a:pt x="1928" y="1255"/>
                </a:lnTo>
                <a:lnTo>
                  <a:pt x="1928" y="1256"/>
                </a:lnTo>
                <a:lnTo>
                  <a:pt x="1927" y="1256"/>
                </a:lnTo>
                <a:lnTo>
                  <a:pt x="1927" y="1255"/>
                </a:lnTo>
                <a:lnTo>
                  <a:pt x="1926" y="1255"/>
                </a:lnTo>
                <a:lnTo>
                  <a:pt x="1926" y="1256"/>
                </a:lnTo>
                <a:lnTo>
                  <a:pt x="1927" y="1256"/>
                </a:lnTo>
                <a:lnTo>
                  <a:pt x="1927" y="1257"/>
                </a:lnTo>
                <a:lnTo>
                  <a:pt x="1926" y="1257"/>
                </a:lnTo>
                <a:lnTo>
                  <a:pt x="1925" y="1257"/>
                </a:lnTo>
                <a:lnTo>
                  <a:pt x="1925" y="1258"/>
                </a:lnTo>
                <a:lnTo>
                  <a:pt x="1924" y="1258"/>
                </a:lnTo>
                <a:lnTo>
                  <a:pt x="1925" y="1258"/>
                </a:lnTo>
                <a:lnTo>
                  <a:pt x="1925" y="1259"/>
                </a:lnTo>
                <a:lnTo>
                  <a:pt x="1924" y="1259"/>
                </a:lnTo>
                <a:lnTo>
                  <a:pt x="1924" y="1260"/>
                </a:lnTo>
                <a:lnTo>
                  <a:pt x="1924" y="1261"/>
                </a:lnTo>
                <a:lnTo>
                  <a:pt x="1923" y="1261"/>
                </a:lnTo>
                <a:lnTo>
                  <a:pt x="1922" y="1261"/>
                </a:lnTo>
                <a:lnTo>
                  <a:pt x="1922" y="1260"/>
                </a:lnTo>
                <a:lnTo>
                  <a:pt x="1921" y="1260"/>
                </a:lnTo>
                <a:lnTo>
                  <a:pt x="1921" y="1261"/>
                </a:lnTo>
                <a:lnTo>
                  <a:pt x="1921" y="1262"/>
                </a:lnTo>
                <a:lnTo>
                  <a:pt x="1920" y="1263"/>
                </a:lnTo>
                <a:lnTo>
                  <a:pt x="1920" y="1262"/>
                </a:lnTo>
                <a:lnTo>
                  <a:pt x="1920" y="1263"/>
                </a:lnTo>
                <a:lnTo>
                  <a:pt x="1919" y="1263"/>
                </a:lnTo>
                <a:lnTo>
                  <a:pt x="1919" y="1264"/>
                </a:lnTo>
                <a:lnTo>
                  <a:pt x="1918" y="1264"/>
                </a:lnTo>
                <a:lnTo>
                  <a:pt x="1918" y="1265"/>
                </a:lnTo>
                <a:lnTo>
                  <a:pt x="1919" y="1265"/>
                </a:lnTo>
                <a:lnTo>
                  <a:pt x="1918" y="1265"/>
                </a:lnTo>
                <a:lnTo>
                  <a:pt x="1917" y="1265"/>
                </a:lnTo>
                <a:lnTo>
                  <a:pt x="1918" y="1266"/>
                </a:lnTo>
                <a:lnTo>
                  <a:pt x="1918" y="1267"/>
                </a:lnTo>
                <a:lnTo>
                  <a:pt x="1917" y="1267"/>
                </a:lnTo>
                <a:lnTo>
                  <a:pt x="1917" y="1266"/>
                </a:lnTo>
                <a:lnTo>
                  <a:pt x="1916" y="1266"/>
                </a:lnTo>
                <a:lnTo>
                  <a:pt x="1916" y="1267"/>
                </a:lnTo>
                <a:lnTo>
                  <a:pt x="1916" y="1268"/>
                </a:lnTo>
                <a:lnTo>
                  <a:pt x="1915" y="1268"/>
                </a:lnTo>
                <a:lnTo>
                  <a:pt x="1914" y="1269"/>
                </a:lnTo>
                <a:lnTo>
                  <a:pt x="1914" y="1270"/>
                </a:lnTo>
                <a:lnTo>
                  <a:pt x="1913" y="1270"/>
                </a:lnTo>
                <a:lnTo>
                  <a:pt x="1913" y="1271"/>
                </a:lnTo>
                <a:lnTo>
                  <a:pt x="1913" y="1272"/>
                </a:lnTo>
                <a:lnTo>
                  <a:pt x="1912" y="1272"/>
                </a:lnTo>
                <a:lnTo>
                  <a:pt x="1912" y="1271"/>
                </a:lnTo>
                <a:lnTo>
                  <a:pt x="1912" y="1272"/>
                </a:lnTo>
                <a:lnTo>
                  <a:pt x="1911" y="1272"/>
                </a:lnTo>
                <a:lnTo>
                  <a:pt x="1911" y="1271"/>
                </a:lnTo>
                <a:lnTo>
                  <a:pt x="1910" y="1271"/>
                </a:lnTo>
                <a:lnTo>
                  <a:pt x="1910" y="1272"/>
                </a:lnTo>
                <a:lnTo>
                  <a:pt x="1910" y="1273"/>
                </a:lnTo>
                <a:lnTo>
                  <a:pt x="1911" y="1273"/>
                </a:lnTo>
                <a:lnTo>
                  <a:pt x="1911" y="1274"/>
                </a:lnTo>
                <a:lnTo>
                  <a:pt x="1910" y="1274"/>
                </a:lnTo>
                <a:lnTo>
                  <a:pt x="1909" y="1274"/>
                </a:lnTo>
                <a:lnTo>
                  <a:pt x="1909" y="1273"/>
                </a:lnTo>
                <a:lnTo>
                  <a:pt x="1909" y="1274"/>
                </a:lnTo>
                <a:lnTo>
                  <a:pt x="1908" y="1274"/>
                </a:lnTo>
                <a:lnTo>
                  <a:pt x="1907" y="1274"/>
                </a:lnTo>
                <a:lnTo>
                  <a:pt x="1906" y="1274"/>
                </a:lnTo>
                <a:lnTo>
                  <a:pt x="1906" y="1275"/>
                </a:lnTo>
                <a:lnTo>
                  <a:pt x="1907" y="1276"/>
                </a:lnTo>
                <a:lnTo>
                  <a:pt x="1907" y="1277"/>
                </a:lnTo>
                <a:lnTo>
                  <a:pt x="1906" y="1277"/>
                </a:lnTo>
                <a:lnTo>
                  <a:pt x="1906" y="1278"/>
                </a:lnTo>
                <a:lnTo>
                  <a:pt x="1906" y="1279"/>
                </a:lnTo>
                <a:lnTo>
                  <a:pt x="1906" y="1278"/>
                </a:lnTo>
                <a:lnTo>
                  <a:pt x="1907" y="1278"/>
                </a:lnTo>
                <a:lnTo>
                  <a:pt x="1906" y="1279"/>
                </a:lnTo>
                <a:lnTo>
                  <a:pt x="1906" y="1280"/>
                </a:lnTo>
                <a:lnTo>
                  <a:pt x="1906" y="1281"/>
                </a:lnTo>
                <a:lnTo>
                  <a:pt x="1907" y="1281"/>
                </a:lnTo>
                <a:lnTo>
                  <a:pt x="1907" y="1282"/>
                </a:lnTo>
                <a:lnTo>
                  <a:pt x="1906" y="1282"/>
                </a:lnTo>
                <a:lnTo>
                  <a:pt x="1906" y="1283"/>
                </a:lnTo>
                <a:lnTo>
                  <a:pt x="1905" y="1283"/>
                </a:lnTo>
                <a:lnTo>
                  <a:pt x="1905" y="1284"/>
                </a:lnTo>
                <a:lnTo>
                  <a:pt x="1905" y="1285"/>
                </a:lnTo>
                <a:lnTo>
                  <a:pt x="1906" y="1285"/>
                </a:lnTo>
                <a:lnTo>
                  <a:pt x="1906" y="1286"/>
                </a:lnTo>
                <a:lnTo>
                  <a:pt x="1906" y="1287"/>
                </a:lnTo>
                <a:lnTo>
                  <a:pt x="1905" y="1287"/>
                </a:lnTo>
                <a:lnTo>
                  <a:pt x="1905" y="1288"/>
                </a:lnTo>
                <a:lnTo>
                  <a:pt x="1905" y="1289"/>
                </a:lnTo>
                <a:lnTo>
                  <a:pt x="1905" y="1290"/>
                </a:lnTo>
                <a:lnTo>
                  <a:pt x="1906" y="1290"/>
                </a:lnTo>
                <a:lnTo>
                  <a:pt x="1906" y="1289"/>
                </a:lnTo>
                <a:lnTo>
                  <a:pt x="1906" y="1290"/>
                </a:lnTo>
                <a:lnTo>
                  <a:pt x="1906" y="1291"/>
                </a:lnTo>
                <a:lnTo>
                  <a:pt x="1905" y="1291"/>
                </a:lnTo>
                <a:lnTo>
                  <a:pt x="1904" y="1291"/>
                </a:lnTo>
                <a:lnTo>
                  <a:pt x="1904" y="1292"/>
                </a:lnTo>
                <a:lnTo>
                  <a:pt x="1903" y="1292"/>
                </a:lnTo>
                <a:lnTo>
                  <a:pt x="1904" y="1292"/>
                </a:lnTo>
                <a:lnTo>
                  <a:pt x="1905" y="1292"/>
                </a:lnTo>
                <a:lnTo>
                  <a:pt x="1905" y="1293"/>
                </a:lnTo>
                <a:lnTo>
                  <a:pt x="1906" y="1293"/>
                </a:lnTo>
                <a:lnTo>
                  <a:pt x="1905" y="1293"/>
                </a:lnTo>
                <a:lnTo>
                  <a:pt x="1904" y="1293"/>
                </a:lnTo>
                <a:lnTo>
                  <a:pt x="1903" y="1293"/>
                </a:lnTo>
                <a:lnTo>
                  <a:pt x="1903" y="1294"/>
                </a:lnTo>
                <a:lnTo>
                  <a:pt x="1904" y="1294"/>
                </a:lnTo>
                <a:lnTo>
                  <a:pt x="1904" y="1295"/>
                </a:lnTo>
                <a:lnTo>
                  <a:pt x="1903" y="1296"/>
                </a:lnTo>
                <a:lnTo>
                  <a:pt x="1904" y="1296"/>
                </a:lnTo>
                <a:lnTo>
                  <a:pt x="1905" y="1297"/>
                </a:lnTo>
                <a:lnTo>
                  <a:pt x="1905" y="1298"/>
                </a:lnTo>
                <a:lnTo>
                  <a:pt x="1904" y="1298"/>
                </a:lnTo>
                <a:lnTo>
                  <a:pt x="1904" y="1299"/>
                </a:lnTo>
                <a:lnTo>
                  <a:pt x="1905" y="1299"/>
                </a:lnTo>
                <a:lnTo>
                  <a:pt x="1905" y="1298"/>
                </a:lnTo>
                <a:lnTo>
                  <a:pt x="1905" y="1299"/>
                </a:lnTo>
                <a:lnTo>
                  <a:pt x="1906" y="1299"/>
                </a:lnTo>
                <a:lnTo>
                  <a:pt x="1906" y="1300"/>
                </a:lnTo>
                <a:lnTo>
                  <a:pt x="1905" y="1300"/>
                </a:lnTo>
                <a:lnTo>
                  <a:pt x="1905" y="1303"/>
                </a:lnTo>
                <a:lnTo>
                  <a:pt x="1906" y="1303"/>
                </a:lnTo>
                <a:lnTo>
                  <a:pt x="1907" y="1303"/>
                </a:lnTo>
                <a:lnTo>
                  <a:pt x="1907" y="1304"/>
                </a:lnTo>
                <a:lnTo>
                  <a:pt x="1907" y="1305"/>
                </a:lnTo>
                <a:lnTo>
                  <a:pt x="1907" y="1306"/>
                </a:lnTo>
                <a:lnTo>
                  <a:pt x="1906" y="1306"/>
                </a:lnTo>
                <a:lnTo>
                  <a:pt x="1906" y="1305"/>
                </a:lnTo>
                <a:lnTo>
                  <a:pt x="1905" y="1305"/>
                </a:lnTo>
                <a:lnTo>
                  <a:pt x="1905" y="1306"/>
                </a:lnTo>
                <a:lnTo>
                  <a:pt x="1906" y="1306"/>
                </a:lnTo>
                <a:lnTo>
                  <a:pt x="1906" y="1307"/>
                </a:lnTo>
                <a:lnTo>
                  <a:pt x="1905" y="1307"/>
                </a:lnTo>
                <a:lnTo>
                  <a:pt x="1905" y="1308"/>
                </a:lnTo>
                <a:lnTo>
                  <a:pt x="1906" y="1308"/>
                </a:lnTo>
                <a:lnTo>
                  <a:pt x="1905" y="1308"/>
                </a:lnTo>
                <a:lnTo>
                  <a:pt x="1905" y="1309"/>
                </a:lnTo>
                <a:lnTo>
                  <a:pt x="1904" y="1309"/>
                </a:lnTo>
                <a:lnTo>
                  <a:pt x="1904" y="1310"/>
                </a:lnTo>
                <a:lnTo>
                  <a:pt x="1905" y="1310"/>
                </a:lnTo>
                <a:lnTo>
                  <a:pt x="1905" y="1311"/>
                </a:lnTo>
                <a:lnTo>
                  <a:pt x="1906" y="1311"/>
                </a:lnTo>
                <a:lnTo>
                  <a:pt x="1906" y="1312"/>
                </a:lnTo>
                <a:lnTo>
                  <a:pt x="1907" y="1312"/>
                </a:lnTo>
                <a:lnTo>
                  <a:pt x="1907" y="1313"/>
                </a:lnTo>
                <a:lnTo>
                  <a:pt x="1906" y="1313"/>
                </a:lnTo>
                <a:lnTo>
                  <a:pt x="1906" y="1314"/>
                </a:lnTo>
                <a:lnTo>
                  <a:pt x="1906" y="1315"/>
                </a:lnTo>
                <a:lnTo>
                  <a:pt x="1905" y="1315"/>
                </a:lnTo>
                <a:lnTo>
                  <a:pt x="1906" y="1315"/>
                </a:lnTo>
                <a:lnTo>
                  <a:pt x="1906" y="1316"/>
                </a:lnTo>
                <a:lnTo>
                  <a:pt x="1905" y="1316"/>
                </a:lnTo>
                <a:lnTo>
                  <a:pt x="1904" y="1316"/>
                </a:lnTo>
                <a:lnTo>
                  <a:pt x="1905" y="1318"/>
                </a:lnTo>
                <a:lnTo>
                  <a:pt x="1906" y="1318"/>
                </a:lnTo>
                <a:lnTo>
                  <a:pt x="1907" y="1318"/>
                </a:lnTo>
                <a:lnTo>
                  <a:pt x="1907" y="1319"/>
                </a:lnTo>
                <a:lnTo>
                  <a:pt x="1906" y="1318"/>
                </a:lnTo>
                <a:lnTo>
                  <a:pt x="1906" y="1319"/>
                </a:lnTo>
                <a:lnTo>
                  <a:pt x="1905" y="1319"/>
                </a:lnTo>
                <a:lnTo>
                  <a:pt x="1905" y="1320"/>
                </a:lnTo>
                <a:lnTo>
                  <a:pt x="1906" y="1320"/>
                </a:lnTo>
                <a:lnTo>
                  <a:pt x="1907" y="1320"/>
                </a:lnTo>
                <a:lnTo>
                  <a:pt x="1906" y="1320"/>
                </a:lnTo>
                <a:lnTo>
                  <a:pt x="1906" y="1321"/>
                </a:lnTo>
                <a:lnTo>
                  <a:pt x="1905" y="1322"/>
                </a:lnTo>
                <a:lnTo>
                  <a:pt x="1905" y="1323"/>
                </a:lnTo>
                <a:lnTo>
                  <a:pt x="1906" y="1322"/>
                </a:lnTo>
                <a:lnTo>
                  <a:pt x="1906" y="1323"/>
                </a:lnTo>
                <a:lnTo>
                  <a:pt x="1905" y="1324"/>
                </a:lnTo>
                <a:lnTo>
                  <a:pt x="1905" y="1325"/>
                </a:lnTo>
                <a:lnTo>
                  <a:pt x="1906" y="1324"/>
                </a:lnTo>
                <a:lnTo>
                  <a:pt x="1907" y="1324"/>
                </a:lnTo>
                <a:lnTo>
                  <a:pt x="1907" y="1325"/>
                </a:lnTo>
                <a:lnTo>
                  <a:pt x="1906" y="1325"/>
                </a:lnTo>
                <a:lnTo>
                  <a:pt x="1906" y="1326"/>
                </a:lnTo>
                <a:lnTo>
                  <a:pt x="1906" y="1327"/>
                </a:lnTo>
                <a:lnTo>
                  <a:pt x="1907" y="1327"/>
                </a:lnTo>
                <a:lnTo>
                  <a:pt x="1907" y="1326"/>
                </a:lnTo>
                <a:lnTo>
                  <a:pt x="1907" y="1325"/>
                </a:lnTo>
                <a:lnTo>
                  <a:pt x="1908" y="1325"/>
                </a:lnTo>
                <a:lnTo>
                  <a:pt x="1908" y="1326"/>
                </a:lnTo>
                <a:lnTo>
                  <a:pt x="1908" y="1327"/>
                </a:lnTo>
                <a:lnTo>
                  <a:pt x="1907" y="1327"/>
                </a:lnTo>
                <a:lnTo>
                  <a:pt x="1906" y="1327"/>
                </a:lnTo>
                <a:lnTo>
                  <a:pt x="1906" y="1328"/>
                </a:lnTo>
                <a:lnTo>
                  <a:pt x="1907" y="1328"/>
                </a:lnTo>
                <a:lnTo>
                  <a:pt x="1907" y="1329"/>
                </a:lnTo>
                <a:lnTo>
                  <a:pt x="1906" y="1329"/>
                </a:lnTo>
                <a:lnTo>
                  <a:pt x="1906" y="1330"/>
                </a:lnTo>
                <a:lnTo>
                  <a:pt x="1907" y="1331"/>
                </a:lnTo>
                <a:lnTo>
                  <a:pt x="1908" y="1331"/>
                </a:lnTo>
                <a:lnTo>
                  <a:pt x="1907" y="1330"/>
                </a:lnTo>
                <a:lnTo>
                  <a:pt x="1908" y="1330"/>
                </a:lnTo>
                <a:lnTo>
                  <a:pt x="1909" y="1330"/>
                </a:lnTo>
                <a:lnTo>
                  <a:pt x="1908" y="1330"/>
                </a:lnTo>
                <a:lnTo>
                  <a:pt x="1908" y="1331"/>
                </a:lnTo>
                <a:lnTo>
                  <a:pt x="1909" y="1331"/>
                </a:lnTo>
                <a:lnTo>
                  <a:pt x="1908" y="1331"/>
                </a:lnTo>
                <a:lnTo>
                  <a:pt x="1907" y="1331"/>
                </a:lnTo>
                <a:lnTo>
                  <a:pt x="1907" y="1332"/>
                </a:lnTo>
                <a:lnTo>
                  <a:pt x="1908" y="1332"/>
                </a:lnTo>
                <a:lnTo>
                  <a:pt x="1908" y="1333"/>
                </a:lnTo>
                <a:lnTo>
                  <a:pt x="1908" y="1332"/>
                </a:lnTo>
                <a:lnTo>
                  <a:pt x="1909" y="1332"/>
                </a:lnTo>
                <a:lnTo>
                  <a:pt x="1910" y="1332"/>
                </a:lnTo>
                <a:lnTo>
                  <a:pt x="1909" y="1332"/>
                </a:lnTo>
                <a:lnTo>
                  <a:pt x="1909" y="1333"/>
                </a:lnTo>
                <a:lnTo>
                  <a:pt x="1910" y="1334"/>
                </a:lnTo>
                <a:lnTo>
                  <a:pt x="1910" y="1333"/>
                </a:lnTo>
                <a:lnTo>
                  <a:pt x="1911" y="1333"/>
                </a:lnTo>
                <a:lnTo>
                  <a:pt x="1911" y="1334"/>
                </a:lnTo>
                <a:lnTo>
                  <a:pt x="1911" y="1335"/>
                </a:lnTo>
                <a:lnTo>
                  <a:pt x="1911" y="1334"/>
                </a:lnTo>
                <a:lnTo>
                  <a:pt x="1912" y="1334"/>
                </a:lnTo>
                <a:lnTo>
                  <a:pt x="1912" y="1335"/>
                </a:lnTo>
                <a:lnTo>
                  <a:pt x="1913" y="1335"/>
                </a:lnTo>
                <a:lnTo>
                  <a:pt x="1912" y="1335"/>
                </a:lnTo>
                <a:lnTo>
                  <a:pt x="1912" y="1336"/>
                </a:lnTo>
                <a:lnTo>
                  <a:pt x="1912" y="1337"/>
                </a:lnTo>
                <a:lnTo>
                  <a:pt x="1913" y="1337"/>
                </a:lnTo>
                <a:lnTo>
                  <a:pt x="1913" y="1336"/>
                </a:lnTo>
                <a:lnTo>
                  <a:pt x="1913" y="1337"/>
                </a:lnTo>
                <a:lnTo>
                  <a:pt x="1914" y="1338"/>
                </a:lnTo>
                <a:lnTo>
                  <a:pt x="1914" y="1339"/>
                </a:lnTo>
                <a:lnTo>
                  <a:pt x="1914" y="1340"/>
                </a:lnTo>
                <a:lnTo>
                  <a:pt x="1914" y="1339"/>
                </a:lnTo>
                <a:lnTo>
                  <a:pt x="1915" y="1339"/>
                </a:lnTo>
                <a:lnTo>
                  <a:pt x="1915" y="1340"/>
                </a:lnTo>
                <a:lnTo>
                  <a:pt x="1915" y="1341"/>
                </a:lnTo>
                <a:lnTo>
                  <a:pt x="1916" y="1341"/>
                </a:lnTo>
                <a:lnTo>
                  <a:pt x="1916" y="1342"/>
                </a:lnTo>
                <a:lnTo>
                  <a:pt x="1917" y="1343"/>
                </a:lnTo>
                <a:lnTo>
                  <a:pt x="1917" y="1344"/>
                </a:lnTo>
                <a:lnTo>
                  <a:pt x="1916" y="1344"/>
                </a:lnTo>
                <a:lnTo>
                  <a:pt x="1916" y="1345"/>
                </a:lnTo>
                <a:lnTo>
                  <a:pt x="1916" y="1346"/>
                </a:lnTo>
                <a:lnTo>
                  <a:pt x="1917" y="1346"/>
                </a:lnTo>
                <a:lnTo>
                  <a:pt x="1918" y="1346"/>
                </a:lnTo>
                <a:lnTo>
                  <a:pt x="1918" y="1347"/>
                </a:lnTo>
                <a:lnTo>
                  <a:pt x="1918" y="1348"/>
                </a:lnTo>
                <a:lnTo>
                  <a:pt x="1917" y="1348"/>
                </a:lnTo>
                <a:lnTo>
                  <a:pt x="1917" y="1349"/>
                </a:lnTo>
                <a:lnTo>
                  <a:pt x="1917" y="1348"/>
                </a:lnTo>
                <a:lnTo>
                  <a:pt x="1918" y="1348"/>
                </a:lnTo>
                <a:lnTo>
                  <a:pt x="1919" y="1348"/>
                </a:lnTo>
                <a:lnTo>
                  <a:pt x="1919" y="1349"/>
                </a:lnTo>
                <a:lnTo>
                  <a:pt x="1919" y="1348"/>
                </a:lnTo>
                <a:lnTo>
                  <a:pt x="1918" y="1348"/>
                </a:lnTo>
                <a:lnTo>
                  <a:pt x="1918" y="1349"/>
                </a:lnTo>
                <a:lnTo>
                  <a:pt x="1918" y="1351"/>
                </a:lnTo>
                <a:lnTo>
                  <a:pt x="1918" y="1352"/>
                </a:lnTo>
                <a:lnTo>
                  <a:pt x="1918" y="1351"/>
                </a:lnTo>
                <a:lnTo>
                  <a:pt x="1918" y="1350"/>
                </a:lnTo>
                <a:lnTo>
                  <a:pt x="1919" y="1350"/>
                </a:lnTo>
                <a:lnTo>
                  <a:pt x="1920" y="1350"/>
                </a:lnTo>
                <a:lnTo>
                  <a:pt x="1919" y="1351"/>
                </a:lnTo>
                <a:lnTo>
                  <a:pt x="1919" y="1352"/>
                </a:lnTo>
                <a:lnTo>
                  <a:pt x="1920" y="1352"/>
                </a:lnTo>
                <a:lnTo>
                  <a:pt x="1920" y="1353"/>
                </a:lnTo>
                <a:lnTo>
                  <a:pt x="1920" y="1354"/>
                </a:lnTo>
                <a:lnTo>
                  <a:pt x="1919" y="1354"/>
                </a:lnTo>
                <a:lnTo>
                  <a:pt x="1919" y="1353"/>
                </a:lnTo>
                <a:lnTo>
                  <a:pt x="1918" y="1353"/>
                </a:lnTo>
                <a:lnTo>
                  <a:pt x="1918" y="1354"/>
                </a:lnTo>
                <a:lnTo>
                  <a:pt x="1917" y="1354"/>
                </a:lnTo>
                <a:lnTo>
                  <a:pt x="1917" y="1355"/>
                </a:lnTo>
                <a:lnTo>
                  <a:pt x="1916" y="1355"/>
                </a:lnTo>
                <a:lnTo>
                  <a:pt x="1916" y="1357"/>
                </a:lnTo>
                <a:lnTo>
                  <a:pt x="1915" y="1357"/>
                </a:lnTo>
                <a:lnTo>
                  <a:pt x="1916" y="1358"/>
                </a:lnTo>
                <a:lnTo>
                  <a:pt x="1916" y="1359"/>
                </a:lnTo>
                <a:lnTo>
                  <a:pt x="1915" y="1359"/>
                </a:lnTo>
                <a:lnTo>
                  <a:pt x="1915" y="1360"/>
                </a:lnTo>
                <a:lnTo>
                  <a:pt x="1914" y="1360"/>
                </a:lnTo>
                <a:lnTo>
                  <a:pt x="1914" y="1361"/>
                </a:lnTo>
                <a:lnTo>
                  <a:pt x="1915" y="1361"/>
                </a:lnTo>
                <a:lnTo>
                  <a:pt x="1914" y="1361"/>
                </a:lnTo>
                <a:lnTo>
                  <a:pt x="1913" y="1361"/>
                </a:lnTo>
                <a:lnTo>
                  <a:pt x="1914" y="1361"/>
                </a:lnTo>
                <a:lnTo>
                  <a:pt x="1914" y="1362"/>
                </a:lnTo>
                <a:lnTo>
                  <a:pt x="1913" y="1362"/>
                </a:lnTo>
                <a:lnTo>
                  <a:pt x="1912" y="1362"/>
                </a:lnTo>
                <a:lnTo>
                  <a:pt x="1912" y="1364"/>
                </a:lnTo>
                <a:lnTo>
                  <a:pt x="1913" y="1364"/>
                </a:lnTo>
                <a:lnTo>
                  <a:pt x="1912" y="1364"/>
                </a:lnTo>
                <a:lnTo>
                  <a:pt x="1912" y="1365"/>
                </a:lnTo>
                <a:lnTo>
                  <a:pt x="1911" y="1365"/>
                </a:lnTo>
                <a:lnTo>
                  <a:pt x="1912" y="1365"/>
                </a:lnTo>
                <a:lnTo>
                  <a:pt x="1912" y="1366"/>
                </a:lnTo>
                <a:lnTo>
                  <a:pt x="1911" y="1366"/>
                </a:lnTo>
                <a:lnTo>
                  <a:pt x="1910" y="1366"/>
                </a:lnTo>
                <a:lnTo>
                  <a:pt x="1910" y="1368"/>
                </a:lnTo>
                <a:lnTo>
                  <a:pt x="1910" y="1369"/>
                </a:lnTo>
                <a:lnTo>
                  <a:pt x="1910" y="1368"/>
                </a:lnTo>
                <a:lnTo>
                  <a:pt x="1910" y="1369"/>
                </a:lnTo>
                <a:lnTo>
                  <a:pt x="1911" y="1369"/>
                </a:lnTo>
                <a:lnTo>
                  <a:pt x="1911" y="1370"/>
                </a:lnTo>
                <a:lnTo>
                  <a:pt x="1910" y="1370"/>
                </a:lnTo>
                <a:lnTo>
                  <a:pt x="1911" y="1370"/>
                </a:lnTo>
                <a:lnTo>
                  <a:pt x="1911" y="1371"/>
                </a:lnTo>
                <a:lnTo>
                  <a:pt x="1910" y="1371"/>
                </a:lnTo>
                <a:lnTo>
                  <a:pt x="1910" y="1372"/>
                </a:lnTo>
                <a:lnTo>
                  <a:pt x="1910" y="1371"/>
                </a:lnTo>
                <a:lnTo>
                  <a:pt x="1910" y="1372"/>
                </a:lnTo>
                <a:lnTo>
                  <a:pt x="1909" y="1372"/>
                </a:lnTo>
                <a:lnTo>
                  <a:pt x="1908" y="1373"/>
                </a:lnTo>
                <a:lnTo>
                  <a:pt x="1908" y="1374"/>
                </a:lnTo>
                <a:lnTo>
                  <a:pt x="1907" y="1374"/>
                </a:lnTo>
                <a:lnTo>
                  <a:pt x="1906" y="1374"/>
                </a:lnTo>
                <a:lnTo>
                  <a:pt x="1906" y="1375"/>
                </a:lnTo>
                <a:lnTo>
                  <a:pt x="1906" y="1376"/>
                </a:lnTo>
                <a:lnTo>
                  <a:pt x="1905" y="1375"/>
                </a:lnTo>
                <a:lnTo>
                  <a:pt x="1905" y="1376"/>
                </a:lnTo>
                <a:lnTo>
                  <a:pt x="1904" y="1376"/>
                </a:lnTo>
                <a:lnTo>
                  <a:pt x="1904" y="1377"/>
                </a:lnTo>
                <a:lnTo>
                  <a:pt x="1903" y="1377"/>
                </a:lnTo>
                <a:lnTo>
                  <a:pt x="1903" y="1378"/>
                </a:lnTo>
                <a:lnTo>
                  <a:pt x="1904" y="1378"/>
                </a:lnTo>
                <a:lnTo>
                  <a:pt x="1904" y="1380"/>
                </a:lnTo>
                <a:lnTo>
                  <a:pt x="1903" y="1381"/>
                </a:lnTo>
                <a:lnTo>
                  <a:pt x="1903" y="1380"/>
                </a:lnTo>
                <a:lnTo>
                  <a:pt x="1902" y="1380"/>
                </a:lnTo>
                <a:lnTo>
                  <a:pt x="1902" y="1379"/>
                </a:lnTo>
                <a:lnTo>
                  <a:pt x="1902" y="1380"/>
                </a:lnTo>
                <a:lnTo>
                  <a:pt x="1901" y="1380"/>
                </a:lnTo>
                <a:lnTo>
                  <a:pt x="1901" y="1381"/>
                </a:lnTo>
                <a:lnTo>
                  <a:pt x="1902" y="1381"/>
                </a:lnTo>
                <a:lnTo>
                  <a:pt x="1902" y="1382"/>
                </a:lnTo>
                <a:lnTo>
                  <a:pt x="1901" y="1382"/>
                </a:lnTo>
                <a:lnTo>
                  <a:pt x="1900" y="1382"/>
                </a:lnTo>
                <a:lnTo>
                  <a:pt x="1899" y="1382"/>
                </a:lnTo>
                <a:lnTo>
                  <a:pt x="1899" y="1381"/>
                </a:lnTo>
                <a:lnTo>
                  <a:pt x="1899" y="1380"/>
                </a:lnTo>
                <a:lnTo>
                  <a:pt x="1898" y="1380"/>
                </a:lnTo>
                <a:lnTo>
                  <a:pt x="1897" y="1380"/>
                </a:lnTo>
                <a:lnTo>
                  <a:pt x="1896" y="1380"/>
                </a:lnTo>
                <a:lnTo>
                  <a:pt x="1896" y="1381"/>
                </a:lnTo>
                <a:lnTo>
                  <a:pt x="1895" y="1381"/>
                </a:lnTo>
                <a:lnTo>
                  <a:pt x="1895" y="1380"/>
                </a:lnTo>
                <a:lnTo>
                  <a:pt x="1894" y="1380"/>
                </a:lnTo>
                <a:lnTo>
                  <a:pt x="1893" y="1380"/>
                </a:lnTo>
                <a:lnTo>
                  <a:pt x="1892" y="1380"/>
                </a:lnTo>
                <a:lnTo>
                  <a:pt x="1891" y="1380"/>
                </a:lnTo>
                <a:lnTo>
                  <a:pt x="1891" y="1379"/>
                </a:lnTo>
                <a:lnTo>
                  <a:pt x="1889" y="1379"/>
                </a:lnTo>
                <a:lnTo>
                  <a:pt x="1890" y="1379"/>
                </a:lnTo>
                <a:lnTo>
                  <a:pt x="1890" y="1378"/>
                </a:lnTo>
                <a:lnTo>
                  <a:pt x="1889" y="1378"/>
                </a:lnTo>
                <a:lnTo>
                  <a:pt x="1889" y="1379"/>
                </a:lnTo>
                <a:lnTo>
                  <a:pt x="1889" y="1378"/>
                </a:lnTo>
                <a:lnTo>
                  <a:pt x="1888" y="1378"/>
                </a:lnTo>
                <a:lnTo>
                  <a:pt x="1887" y="1378"/>
                </a:lnTo>
                <a:lnTo>
                  <a:pt x="1887" y="1377"/>
                </a:lnTo>
                <a:lnTo>
                  <a:pt x="1886" y="1377"/>
                </a:lnTo>
                <a:lnTo>
                  <a:pt x="1886" y="1378"/>
                </a:lnTo>
                <a:lnTo>
                  <a:pt x="1885" y="1378"/>
                </a:lnTo>
                <a:lnTo>
                  <a:pt x="1757" y="1373"/>
                </a:lnTo>
                <a:lnTo>
                  <a:pt x="1756" y="1372"/>
                </a:lnTo>
                <a:lnTo>
                  <a:pt x="1754" y="1370"/>
                </a:lnTo>
                <a:lnTo>
                  <a:pt x="1753" y="1369"/>
                </a:lnTo>
                <a:lnTo>
                  <a:pt x="1752" y="1369"/>
                </a:lnTo>
                <a:lnTo>
                  <a:pt x="1751" y="1369"/>
                </a:lnTo>
                <a:lnTo>
                  <a:pt x="1749" y="1369"/>
                </a:lnTo>
                <a:lnTo>
                  <a:pt x="1748" y="1369"/>
                </a:lnTo>
                <a:lnTo>
                  <a:pt x="1746" y="1370"/>
                </a:lnTo>
                <a:lnTo>
                  <a:pt x="1745" y="1369"/>
                </a:lnTo>
                <a:lnTo>
                  <a:pt x="1744" y="1367"/>
                </a:lnTo>
                <a:lnTo>
                  <a:pt x="1743" y="1365"/>
                </a:lnTo>
                <a:lnTo>
                  <a:pt x="1741" y="1361"/>
                </a:lnTo>
                <a:lnTo>
                  <a:pt x="1740" y="1359"/>
                </a:lnTo>
                <a:lnTo>
                  <a:pt x="1736" y="1360"/>
                </a:lnTo>
                <a:lnTo>
                  <a:pt x="1735" y="1360"/>
                </a:lnTo>
                <a:lnTo>
                  <a:pt x="1734" y="1360"/>
                </a:lnTo>
                <a:lnTo>
                  <a:pt x="1733" y="1360"/>
                </a:lnTo>
                <a:lnTo>
                  <a:pt x="1733" y="1361"/>
                </a:lnTo>
                <a:lnTo>
                  <a:pt x="1733" y="1363"/>
                </a:lnTo>
                <a:lnTo>
                  <a:pt x="1731" y="1366"/>
                </a:lnTo>
                <a:lnTo>
                  <a:pt x="1730" y="1367"/>
                </a:lnTo>
                <a:lnTo>
                  <a:pt x="1729" y="1367"/>
                </a:lnTo>
                <a:lnTo>
                  <a:pt x="1729" y="1368"/>
                </a:lnTo>
                <a:lnTo>
                  <a:pt x="1729" y="1369"/>
                </a:lnTo>
                <a:lnTo>
                  <a:pt x="1730" y="1370"/>
                </a:lnTo>
                <a:lnTo>
                  <a:pt x="1730" y="1371"/>
                </a:lnTo>
                <a:lnTo>
                  <a:pt x="1730" y="1372"/>
                </a:lnTo>
                <a:lnTo>
                  <a:pt x="1728" y="1377"/>
                </a:lnTo>
                <a:lnTo>
                  <a:pt x="1727" y="1378"/>
                </a:lnTo>
                <a:lnTo>
                  <a:pt x="1727" y="1380"/>
                </a:lnTo>
                <a:lnTo>
                  <a:pt x="1727" y="1381"/>
                </a:lnTo>
                <a:lnTo>
                  <a:pt x="1727" y="1383"/>
                </a:lnTo>
                <a:lnTo>
                  <a:pt x="1727" y="1384"/>
                </a:lnTo>
                <a:lnTo>
                  <a:pt x="1727" y="1386"/>
                </a:lnTo>
                <a:lnTo>
                  <a:pt x="1728" y="1387"/>
                </a:lnTo>
                <a:lnTo>
                  <a:pt x="1728" y="1388"/>
                </a:lnTo>
                <a:lnTo>
                  <a:pt x="1729" y="1388"/>
                </a:lnTo>
                <a:lnTo>
                  <a:pt x="1729" y="1389"/>
                </a:lnTo>
                <a:lnTo>
                  <a:pt x="1728" y="1389"/>
                </a:lnTo>
                <a:lnTo>
                  <a:pt x="1726" y="1389"/>
                </a:lnTo>
                <a:lnTo>
                  <a:pt x="1725" y="1389"/>
                </a:lnTo>
                <a:lnTo>
                  <a:pt x="1724" y="1389"/>
                </a:lnTo>
                <a:lnTo>
                  <a:pt x="1722" y="1389"/>
                </a:lnTo>
                <a:lnTo>
                  <a:pt x="1720" y="1388"/>
                </a:lnTo>
                <a:lnTo>
                  <a:pt x="1719" y="1389"/>
                </a:lnTo>
                <a:lnTo>
                  <a:pt x="1718" y="1389"/>
                </a:lnTo>
                <a:lnTo>
                  <a:pt x="1717" y="1390"/>
                </a:lnTo>
                <a:lnTo>
                  <a:pt x="1716" y="1391"/>
                </a:lnTo>
                <a:lnTo>
                  <a:pt x="1716" y="1392"/>
                </a:lnTo>
                <a:lnTo>
                  <a:pt x="1714" y="1392"/>
                </a:lnTo>
                <a:lnTo>
                  <a:pt x="1713" y="1393"/>
                </a:lnTo>
                <a:lnTo>
                  <a:pt x="1713" y="1397"/>
                </a:lnTo>
                <a:lnTo>
                  <a:pt x="1712" y="1401"/>
                </a:lnTo>
                <a:lnTo>
                  <a:pt x="1712" y="1404"/>
                </a:lnTo>
                <a:lnTo>
                  <a:pt x="1712" y="1405"/>
                </a:lnTo>
                <a:lnTo>
                  <a:pt x="1713" y="1406"/>
                </a:lnTo>
                <a:lnTo>
                  <a:pt x="1715" y="1406"/>
                </a:lnTo>
                <a:lnTo>
                  <a:pt x="1718" y="1405"/>
                </a:lnTo>
                <a:lnTo>
                  <a:pt x="1718" y="1406"/>
                </a:lnTo>
                <a:lnTo>
                  <a:pt x="1718" y="1408"/>
                </a:lnTo>
                <a:lnTo>
                  <a:pt x="1719" y="1408"/>
                </a:lnTo>
                <a:lnTo>
                  <a:pt x="1719" y="1410"/>
                </a:lnTo>
                <a:lnTo>
                  <a:pt x="1720" y="1411"/>
                </a:lnTo>
                <a:lnTo>
                  <a:pt x="1720" y="1412"/>
                </a:lnTo>
                <a:lnTo>
                  <a:pt x="1719" y="1412"/>
                </a:lnTo>
                <a:lnTo>
                  <a:pt x="1718" y="1415"/>
                </a:lnTo>
                <a:lnTo>
                  <a:pt x="1715" y="1420"/>
                </a:lnTo>
                <a:lnTo>
                  <a:pt x="1714" y="1423"/>
                </a:lnTo>
                <a:lnTo>
                  <a:pt x="1712" y="1425"/>
                </a:lnTo>
                <a:lnTo>
                  <a:pt x="1712" y="1427"/>
                </a:lnTo>
                <a:lnTo>
                  <a:pt x="1709" y="1430"/>
                </a:lnTo>
                <a:lnTo>
                  <a:pt x="1707" y="1431"/>
                </a:lnTo>
                <a:lnTo>
                  <a:pt x="1707" y="1433"/>
                </a:lnTo>
                <a:lnTo>
                  <a:pt x="1707" y="1434"/>
                </a:lnTo>
                <a:lnTo>
                  <a:pt x="1706" y="1435"/>
                </a:lnTo>
                <a:lnTo>
                  <a:pt x="1706" y="1436"/>
                </a:lnTo>
                <a:lnTo>
                  <a:pt x="1705" y="1437"/>
                </a:lnTo>
                <a:lnTo>
                  <a:pt x="1703" y="1438"/>
                </a:lnTo>
                <a:lnTo>
                  <a:pt x="1702" y="1439"/>
                </a:lnTo>
                <a:lnTo>
                  <a:pt x="1701" y="1440"/>
                </a:lnTo>
                <a:lnTo>
                  <a:pt x="1701" y="1441"/>
                </a:lnTo>
                <a:lnTo>
                  <a:pt x="1700" y="1442"/>
                </a:lnTo>
                <a:lnTo>
                  <a:pt x="1699" y="1442"/>
                </a:lnTo>
                <a:lnTo>
                  <a:pt x="1698" y="1443"/>
                </a:lnTo>
                <a:lnTo>
                  <a:pt x="1698" y="1444"/>
                </a:lnTo>
                <a:lnTo>
                  <a:pt x="1698" y="1445"/>
                </a:lnTo>
                <a:lnTo>
                  <a:pt x="1699" y="1446"/>
                </a:lnTo>
                <a:lnTo>
                  <a:pt x="1700" y="1446"/>
                </a:lnTo>
                <a:lnTo>
                  <a:pt x="1701" y="1447"/>
                </a:lnTo>
                <a:lnTo>
                  <a:pt x="1702" y="1447"/>
                </a:lnTo>
                <a:lnTo>
                  <a:pt x="1702" y="1448"/>
                </a:lnTo>
                <a:lnTo>
                  <a:pt x="1701" y="1449"/>
                </a:lnTo>
                <a:lnTo>
                  <a:pt x="1700" y="1450"/>
                </a:lnTo>
                <a:lnTo>
                  <a:pt x="1699" y="1451"/>
                </a:lnTo>
                <a:lnTo>
                  <a:pt x="1698" y="1451"/>
                </a:lnTo>
                <a:lnTo>
                  <a:pt x="1697" y="1451"/>
                </a:lnTo>
                <a:lnTo>
                  <a:pt x="1695" y="1451"/>
                </a:lnTo>
                <a:lnTo>
                  <a:pt x="1693" y="1451"/>
                </a:lnTo>
                <a:lnTo>
                  <a:pt x="1692" y="1451"/>
                </a:lnTo>
                <a:lnTo>
                  <a:pt x="1691" y="1450"/>
                </a:lnTo>
                <a:lnTo>
                  <a:pt x="1690" y="1449"/>
                </a:lnTo>
                <a:lnTo>
                  <a:pt x="1688" y="1449"/>
                </a:lnTo>
                <a:lnTo>
                  <a:pt x="1687" y="1449"/>
                </a:lnTo>
                <a:lnTo>
                  <a:pt x="1686" y="1450"/>
                </a:lnTo>
                <a:lnTo>
                  <a:pt x="1685" y="1451"/>
                </a:lnTo>
                <a:lnTo>
                  <a:pt x="1684" y="1451"/>
                </a:lnTo>
                <a:lnTo>
                  <a:pt x="1683" y="1451"/>
                </a:lnTo>
                <a:lnTo>
                  <a:pt x="1682" y="1450"/>
                </a:lnTo>
                <a:lnTo>
                  <a:pt x="1681" y="1450"/>
                </a:lnTo>
                <a:lnTo>
                  <a:pt x="1680" y="1451"/>
                </a:lnTo>
                <a:lnTo>
                  <a:pt x="1678" y="1454"/>
                </a:lnTo>
                <a:lnTo>
                  <a:pt x="1677" y="1456"/>
                </a:lnTo>
                <a:lnTo>
                  <a:pt x="1676" y="1457"/>
                </a:lnTo>
                <a:lnTo>
                  <a:pt x="1676" y="1458"/>
                </a:lnTo>
                <a:lnTo>
                  <a:pt x="1675" y="1458"/>
                </a:lnTo>
                <a:lnTo>
                  <a:pt x="1675" y="1459"/>
                </a:lnTo>
                <a:lnTo>
                  <a:pt x="1676" y="1460"/>
                </a:lnTo>
                <a:lnTo>
                  <a:pt x="1675" y="1462"/>
                </a:lnTo>
                <a:lnTo>
                  <a:pt x="1675" y="1464"/>
                </a:lnTo>
                <a:lnTo>
                  <a:pt x="1674" y="1466"/>
                </a:lnTo>
                <a:lnTo>
                  <a:pt x="1673" y="1466"/>
                </a:lnTo>
                <a:lnTo>
                  <a:pt x="1672" y="1467"/>
                </a:lnTo>
                <a:lnTo>
                  <a:pt x="1671" y="1466"/>
                </a:lnTo>
                <a:lnTo>
                  <a:pt x="1671" y="1465"/>
                </a:lnTo>
                <a:lnTo>
                  <a:pt x="1670" y="1465"/>
                </a:lnTo>
                <a:lnTo>
                  <a:pt x="1670" y="1466"/>
                </a:lnTo>
                <a:lnTo>
                  <a:pt x="1669" y="1466"/>
                </a:lnTo>
                <a:lnTo>
                  <a:pt x="1668" y="1468"/>
                </a:lnTo>
                <a:lnTo>
                  <a:pt x="1667" y="1469"/>
                </a:lnTo>
                <a:lnTo>
                  <a:pt x="1665" y="1470"/>
                </a:lnTo>
                <a:lnTo>
                  <a:pt x="1664" y="1470"/>
                </a:lnTo>
                <a:lnTo>
                  <a:pt x="1663" y="1468"/>
                </a:lnTo>
                <a:lnTo>
                  <a:pt x="1661" y="1468"/>
                </a:lnTo>
                <a:lnTo>
                  <a:pt x="1661" y="1467"/>
                </a:lnTo>
                <a:lnTo>
                  <a:pt x="1660" y="1467"/>
                </a:lnTo>
                <a:lnTo>
                  <a:pt x="1658" y="1468"/>
                </a:lnTo>
                <a:lnTo>
                  <a:pt x="1657" y="1468"/>
                </a:lnTo>
                <a:lnTo>
                  <a:pt x="1656" y="1467"/>
                </a:lnTo>
                <a:lnTo>
                  <a:pt x="1655" y="1467"/>
                </a:lnTo>
                <a:lnTo>
                  <a:pt x="1654" y="1467"/>
                </a:lnTo>
                <a:lnTo>
                  <a:pt x="1653" y="1467"/>
                </a:lnTo>
                <a:lnTo>
                  <a:pt x="1652" y="1469"/>
                </a:lnTo>
                <a:lnTo>
                  <a:pt x="1652" y="1470"/>
                </a:lnTo>
                <a:lnTo>
                  <a:pt x="1650" y="1470"/>
                </a:lnTo>
                <a:lnTo>
                  <a:pt x="1648" y="1471"/>
                </a:lnTo>
                <a:lnTo>
                  <a:pt x="1647" y="1471"/>
                </a:lnTo>
                <a:lnTo>
                  <a:pt x="1647" y="1472"/>
                </a:lnTo>
                <a:lnTo>
                  <a:pt x="1646" y="1473"/>
                </a:lnTo>
                <a:lnTo>
                  <a:pt x="1647" y="1474"/>
                </a:lnTo>
                <a:lnTo>
                  <a:pt x="1647" y="1475"/>
                </a:lnTo>
                <a:lnTo>
                  <a:pt x="1648" y="1476"/>
                </a:lnTo>
                <a:lnTo>
                  <a:pt x="1650" y="1478"/>
                </a:lnTo>
                <a:lnTo>
                  <a:pt x="1650" y="1479"/>
                </a:lnTo>
                <a:lnTo>
                  <a:pt x="1650" y="1480"/>
                </a:lnTo>
                <a:lnTo>
                  <a:pt x="1649" y="1480"/>
                </a:lnTo>
                <a:lnTo>
                  <a:pt x="1648" y="1480"/>
                </a:lnTo>
                <a:lnTo>
                  <a:pt x="1647" y="1480"/>
                </a:lnTo>
                <a:lnTo>
                  <a:pt x="1646" y="1483"/>
                </a:lnTo>
                <a:lnTo>
                  <a:pt x="1644" y="1485"/>
                </a:lnTo>
                <a:lnTo>
                  <a:pt x="1643" y="1485"/>
                </a:lnTo>
                <a:lnTo>
                  <a:pt x="1642" y="1485"/>
                </a:lnTo>
                <a:lnTo>
                  <a:pt x="1641" y="1485"/>
                </a:lnTo>
                <a:lnTo>
                  <a:pt x="1641" y="1486"/>
                </a:lnTo>
                <a:lnTo>
                  <a:pt x="1640" y="1487"/>
                </a:lnTo>
                <a:lnTo>
                  <a:pt x="1637" y="1488"/>
                </a:lnTo>
                <a:lnTo>
                  <a:pt x="1636" y="1488"/>
                </a:lnTo>
                <a:lnTo>
                  <a:pt x="1635" y="1489"/>
                </a:lnTo>
                <a:lnTo>
                  <a:pt x="1634" y="1491"/>
                </a:lnTo>
                <a:lnTo>
                  <a:pt x="1633" y="1493"/>
                </a:lnTo>
                <a:lnTo>
                  <a:pt x="1633" y="1494"/>
                </a:lnTo>
                <a:lnTo>
                  <a:pt x="1634" y="1496"/>
                </a:lnTo>
                <a:lnTo>
                  <a:pt x="1635" y="1498"/>
                </a:lnTo>
                <a:lnTo>
                  <a:pt x="1636" y="1499"/>
                </a:lnTo>
                <a:lnTo>
                  <a:pt x="1637" y="1498"/>
                </a:lnTo>
                <a:lnTo>
                  <a:pt x="1638" y="1498"/>
                </a:lnTo>
                <a:lnTo>
                  <a:pt x="1638" y="1497"/>
                </a:lnTo>
                <a:lnTo>
                  <a:pt x="1640" y="1498"/>
                </a:lnTo>
                <a:lnTo>
                  <a:pt x="1641" y="1498"/>
                </a:lnTo>
                <a:lnTo>
                  <a:pt x="1642" y="1499"/>
                </a:lnTo>
                <a:lnTo>
                  <a:pt x="1643" y="1499"/>
                </a:lnTo>
                <a:lnTo>
                  <a:pt x="1643" y="1500"/>
                </a:lnTo>
                <a:lnTo>
                  <a:pt x="1644" y="1501"/>
                </a:lnTo>
                <a:lnTo>
                  <a:pt x="1644" y="1503"/>
                </a:lnTo>
                <a:lnTo>
                  <a:pt x="1644" y="1504"/>
                </a:lnTo>
                <a:lnTo>
                  <a:pt x="1646" y="1504"/>
                </a:lnTo>
                <a:lnTo>
                  <a:pt x="1648" y="1504"/>
                </a:lnTo>
                <a:lnTo>
                  <a:pt x="1648" y="1503"/>
                </a:lnTo>
                <a:lnTo>
                  <a:pt x="1650" y="1502"/>
                </a:lnTo>
                <a:lnTo>
                  <a:pt x="1651" y="1502"/>
                </a:lnTo>
                <a:lnTo>
                  <a:pt x="1652" y="1506"/>
                </a:lnTo>
                <a:lnTo>
                  <a:pt x="1654" y="1508"/>
                </a:lnTo>
                <a:lnTo>
                  <a:pt x="1657" y="1509"/>
                </a:lnTo>
                <a:lnTo>
                  <a:pt x="1658" y="1514"/>
                </a:lnTo>
                <a:lnTo>
                  <a:pt x="1659" y="1515"/>
                </a:lnTo>
                <a:lnTo>
                  <a:pt x="1660" y="1515"/>
                </a:lnTo>
                <a:lnTo>
                  <a:pt x="1661" y="1515"/>
                </a:lnTo>
                <a:lnTo>
                  <a:pt x="1674" y="1539"/>
                </a:lnTo>
                <a:lnTo>
                  <a:pt x="1678" y="1548"/>
                </a:lnTo>
                <a:lnTo>
                  <a:pt x="1700" y="1592"/>
                </a:lnTo>
                <a:lnTo>
                  <a:pt x="1725" y="1639"/>
                </a:lnTo>
                <a:lnTo>
                  <a:pt x="1723" y="1640"/>
                </a:lnTo>
                <a:lnTo>
                  <a:pt x="1723" y="1642"/>
                </a:lnTo>
                <a:lnTo>
                  <a:pt x="1722" y="1642"/>
                </a:lnTo>
                <a:lnTo>
                  <a:pt x="1722" y="1643"/>
                </a:lnTo>
                <a:lnTo>
                  <a:pt x="1720" y="1643"/>
                </a:lnTo>
                <a:lnTo>
                  <a:pt x="1720" y="1644"/>
                </a:lnTo>
                <a:lnTo>
                  <a:pt x="1720" y="1650"/>
                </a:lnTo>
                <a:lnTo>
                  <a:pt x="1720" y="1651"/>
                </a:lnTo>
                <a:lnTo>
                  <a:pt x="1721" y="1651"/>
                </a:lnTo>
                <a:lnTo>
                  <a:pt x="1721" y="1652"/>
                </a:lnTo>
                <a:lnTo>
                  <a:pt x="1721" y="1653"/>
                </a:lnTo>
                <a:lnTo>
                  <a:pt x="1720" y="1653"/>
                </a:lnTo>
                <a:lnTo>
                  <a:pt x="1719" y="1653"/>
                </a:lnTo>
                <a:lnTo>
                  <a:pt x="1719" y="1654"/>
                </a:lnTo>
                <a:lnTo>
                  <a:pt x="1721" y="1655"/>
                </a:lnTo>
                <a:lnTo>
                  <a:pt x="1721" y="1656"/>
                </a:lnTo>
                <a:lnTo>
                  <a:pt x="1720" y="1656"/>
                </a:lnTo>
                <a:lnTo>
                  <a:pt x="1720" y="1657"/>
                </a:lnTo>
                <a:lnTo>
                  <a:pt x="1720" y="1658"/>
                </a:lnTo>
                <a:lnTo>
                  <a:pt x="1721" y="1659"/>
                </a:lnTo>
                <a:lnTo>
                  <a:pt x="1721" y="1660"/>
                </a:lnTo>
                <a:lnTo>
                  <a:pt x="1722" y="1660"/>
                </a:lnTo>
                <a:lnTo>
                  <a:pt x="1724" y="1661"/>
                </a:lnTo>
                <a:lnTo>
                  <a:pt x="1725" y="1661"/>
                </a:lnTo>
                <a:lnTo>
                  <a:pt x="1725" y="1662"/>
                </a:lnTo>
                <a:lnTo>
                  <a:pt x="1725" y="1663"/>
                </a:lnTo>
                <a:lnTo>
                  <a:pt x="1725" y="1665"/>
                </a:lnTo>
                <a:lnTo>
                  <a:pt x="1726" y="1670"/>
                </a:lnTo>
                <a:lnTo>
                  <a:pt x="1725" y="1672"/>
                </a:lnTo>
                <a:lnTo>
                  <a:pt x="1725" y="1673"/>
                </a:lnTo>
                <a:lnTo>
                  <a:pt x="1724" y="1674"/>
                </a:lnTo>
                <a:lnTo>
                  <a:pt x="1724" y="1675"/>
                </a:lnTo>
                <a:lnTo>
                  <a:pt x="1724" y="1677"/>
                </a:lnTo>
                <a:lnTo>
                  <a:pt x="1725" y="1679"/>
                </a:lnTo>
                <a:lnTo>
                  <a:pt x="1725" y="1680"/>
                </a:lnTo>
                <a:lnTo>
                  <a:pt x="1725" y="1681"/>
                </a:lnTo>
                <a:lnTo>
                  <a:pt x="1725" y="1682"/>
                </a:lnTo>
                <a:lnTo>
                  <a:pt x="1724" y="1683"/>
                </a:lnTo>
                <a:lnTo>
                  <a:pt x="1723" y="1686"/>
                </a:lnTo>
                <a:lnTo>
                  <a:pt x="1723" y="1687"/>
                </a:lnTo>
                <a:lnTo>
                  <a:pt x="1724" y="1687"/>
                </a:lnTo>
                <a:lnTo>
                  <a:pt x="1725" y="1688"/>
                </a:lnTo>
                <a:lnTo>
                  <a:pt x="1725" y="1689"/>
                </a:lnTo>
                <a:lnTo>
                  <a:pt x="1726" y="1689"/>
                </a:lnTo>
                <a:lnTo>
                  <a:pt x="1726" y="1690"/>
                </a:lnTo>
                <a:lnTo>
                  <a:pt x="1726" y="1691"/>
                </a:lnTo>
                <a:lnTo>
                  <a:pt x="1726" y="1692"/>
                </a:lnTo>
                <a:lnTo>
                  <a:pt x="1725" y="1692"/>
                </a:lnTo>
                <a:lnTo>
                  <a:pt x="1726" y="1693"/>
                </a:lnTo>
                <a:lnTo>
                  <a:pt x="1726" y="1694"/>
                </a:lnTo>
                <a:lnTo>
                  <a:pt x="1725" y="1695"/>
                </a:lnTo>
                <a:lnTo>
                  <a:pt x="1726" y="1695"/>
                </a:lnTo>
                <a:lnTo>
                  <a:pt x="1726" y="1696"/>
                </a:lnTo>
                <a:lnTo>
                  <a:pt x="1726" y="1697"/>
                </a:lnTo>
                <a:lnTo>
                  <a:pt x="1727" y="1697"/>
                </a:lnTo>
                <a:lnTo>
                  <a:pt x="1729" y="1698"/>
                </a:lnTo>
                <a:lnTo>
                  <a:pt x="1729" y="1699"/>
                </a:lnTo>
                <a:lnTo>
                  <a:pt x="1730" y="1699"/>
                </a:lnTo>
                <a:lnTo>
                  <a:pt x="1730" y="1701"/>
                </a:lnTo>
                <a:lnTo>
                  <a:pt x="1730" y="1702"/>
                </a:lnTo>
                <a:lnTo>
                  <a:pt x="1731" y="1703"/>
                </a:lnTo>
                <a:lnTo>
                  <a:pt x="1730" y="1705"/>
                </a:lnTo>
                <a:lnTo>
                  <a:pt x="1729" y="1705"/>
                </a:lnTo>
                <a:lnTo>
                  <a:pt x="1729" y="1706"/>
                </a:lnTo>
                <a:lnTo>
                  <a:pt x="1729" y="1707"/>
                </a:lnTo>
                <a:lnTo>
                  <a:pt x="1730" y="1707"/>
                </a:lnTo>
                <a:lnTo>
                  <a:pt x="1731" y="1707"/>
                </a:lnTo>
                <a:lnTo>
                  <a:pt x="1731" y="1708"/>
                </a:lnTo>
                <a:lnTo>
                  <a:pt x="1732" y="1710"/>
                </a:lnTo>
                <a:lnTo>
                  <a:pt x="1732" y="1711"/>
                </a:lnTo>
                <a:lnTo>
                  <a:pt x="1731" y="1711"/>
                </a:lnTo>
                <a:lnTo>
                  <a:pt x="1731" y="1712"/>
                </a:lnTo>
                <a:lnTo>
                  <a:pt x="1731" y="1713"/>
                </a:lnTo>
                <a:lnTo>
                  <a:pt x="1732" y="1714"/>
                </a:lnTo>
                <a:lnTo>
                  <a:pt x="1732" y="1715"/>
                </a:lnTo>
                <a:lnTo>
                  <a:pt x="1733" y="1715"/>
                </a:lnTo>
                <a:lnTo>
                  <a:pt x="1733" y="1716"/>
                </a:lnTo>
                <a:lnTo>
                  <a:pt x="1734" y="1716"/>
                </a:lnTo>
                <a:lnTo>
                  <a:pt x="1735" y="1716"/>
                </a:lnTo>
                <a:lnTo>
                  <a:pt x="1735" y="1717"/>
                </a:lnTo>
                <a:lnTo>
                  <a:pt x="1736" y="1717"/>
                </a:lnTo>
                <a:lnTo>
                  <a:pt x="1736" y="1718"/>
                </a:lnTo>
                <a:lnTo>
                  <a:pt x="1736" y="1719"/>
                </a:lnTo>
                <a:lnTo>
                  <a:pt x="1735" y="1719"/>
                </a:lnTo>
                <a:lnTo>
                  <a:pt x="1735" y="1720"/>
                </a:lnTo>
                <a:lnTo>
                  <a:pt x="1736" y="1722"/>
                </a:lnTo>
                <a:lnTo>
                  <a:pt x="1736" y="1723"/>
                </a:lnTo>
                <a:lnTo>
                  <a:pt x="1737" y="1724"/>
                </a:lnTo>
                <a:lnTo>
                  <a:pt x="1736" y="1724"/>
                </a:lnTo>
                <a:lnTo>
                  <a:pt x="1736" y="1725"/>
                </a:lnTo>
                <a:lnTo>
                  <a:pt x="1735" y="1725"/>
                </a:lnTo>
                <a:lnTo>
                  <a:pt x="1735" y="1727"/>
                </a:lnTo>
                <a:lnTo>
                  <a:pt x="1736" y="1727"/>
                </a:lnTo>
                <a:lnTo>
                  <a:pt x="1736" y="1728"/>
                </a:lnTo>
                <a:lnTo>
                  <a:pt x="1736" y="1729"/>
                </a:lnTo>
                <a:lnTo>
                  <a:pt x="1735" y="1729"/>
                </a:lnTo>
                <a:lnTo>
                  <a:pt x="1736" y="1729"/>
                </a:lnTo>
                <a:lnTo>
                  <a:pt x="1736" y="1730"/>
                </a:lnTo>
                <a:lnTo>
                  <a:pt x="1737" y="1730"/>
                </a:lnTo>
                <a:lnTo>
                  <a:pt x="1738" y="1730"/>
                </a:lnTo>
                <a:lnTo>
                  <a:pt x="1739" y="1730"/>
                </a:lnTo>
                <a:lnTo>
                  <a:pt x="1740" y="1730"/>
                </a:lnTo>
                <a:lnTo>
                  <a:pt x="1740" y="1731"/>
                </a:lnTo>
                <a:lnTo>
                  <a:pt x="1739" y="1731"/>
                </a:lnTo>
                <a:lnTo>
                  <a:pt x="1739" y="1733"/>
                </a:lnTo>
                <a:lnTo>
                  <a:pt x="1739" y="1734"/>
                </a:lnTo>
                <a:lnTo>
                  <a:pt x="1740" y="1734"/>
                </a:lnTo>
                <a:lnTo>
                  <a:pt x="1739" y="1734"/>
                </a:lnTo>
                <a:lnTo>
                  <a:pt x="1738" y="1733"/>
                </a:lnTo>
                <a:lnTo>
                  <a:pt x="1737" y="1733"/>
                </a:lnTo>
                <a:lnTo>
                  <a:pt x="1736" y="1735"/>
                </a:lnTo>
                <a:lnTo>
                  <a:pt x="1735" y="1736"/>
                </a:lnTo>
                <a:lnTo>
                  <a:pt x="1736" y="1736"/>
                </a:lnTo>
                <a:lnTo>
                  <a:pt x="1737" y="1736"/>
                </a:lnTo>
                <a:lnTo>
                  <a:pt x="1737" y="1737"/>
                </a:lnTo>
                <a:lnTo>
                  <a:pt x="1737" y="1739"/>
                </a:lnTo>
                <a:lnTo>
                  <a:pt x="1738" y="1739"/>
                </a:lnTo>
                <a:lnTo>
                  <a:pt x="1738" y="1740"/>
                </a:lnTo>
                <a:lnTo>
                  <a:pt x="1737" y="1740"/>
                </a:lnTo>
                <a:lnTo>
                  <a:pt x="1736" y="1740"/>
                </a:lnTo>
                <a:lnTo>
                  <a:pt x="1735" y="1740"/>
                </a:lnTo>
                <a:lnTo>
                  <a:pt x="1735" y="1741"/>
                </a:lnTo>
                <a:lnTo>
                  <a:pt x="1736" y="1741"/>
                </a:lnTo>
                <a:lnTo>
                  <a:pt x="1737" y="1741"/>
                </a:lnTo>
                <a:lnTo>
                  <a:pt x="1737" y="1742"/>
                </a:lnTo>
                <a:lnTo>
                  <a:pt x="1738" y="1742"/>
                </a:lnTo>
                <a:lnTo>
                  <a:pt x="1738" y="1743"/>
                </a:lnTo>
                <a:lnTo>
                  <a:pt x="1738" y="1745"/>
                </a:lnTo>
                <a:lnTo>
                  <a:pt x="1738" y="1746"/>
                </a:lnTo>
                <a:lnTo>
                  <a:pt x="1739" y="1746"/>
                </a:lnTo>
                <a:lnTo>
                  <a:pt x="1740" y="1746"/>
                </a:lnTo>
                <a:lnTo>
                  <a:pt x="1740" y="1747"/>
                </a:lnTo>
                <a:lnTo>
                  <a:pt x="1741" y="1747"/>
                </a:lnTo>
                <a:lnTo>
                  <a:pt x="1742" y="1748"/>
                </a:lnTo>
                <a:lnTo>
                  <a:pt x="1744" y="1748"/>
                </a:lnTo>
                <a:lnTo>
                  <a:pt x="1745" y="1748"/>
                </a:lnTo>
                <a:lnTo>
                  <a:pt x="1746" y="1748"/>
                </a:lnTo>
                <a:lnTo>
                  <a:pt x="1746" y="1749"/>
                </a:lnTo>
                <a:lnTo>
                  <a:pt x="1747" y="1749"/>
                </a:lnTo>
                <a:lnTo>
                  <a:pt x="1748" y="1750"/>
                </a:lnTo>
                <a:lnTo>
                  <a:pt x="1750" y="1750"/>
                </a:lnTo>
                <a:lnTo>
                  <a:pt x="1751" y="1750"/>
                </a:lnTo>
                <a:lnTo>
                  <a:pt x="1752" y="1750"/>
                </a:lnTo>
                <a:lnTo>
                  <a:pt x="1752" y="1749"/>
                </a:lnTo>
                <a:lnTo>
                  <a:pt x="1753" y="1748"/>
                </a:lnTo>
                <a:lnTo>
                  <a:pt x="1754" y="1748"/>
                </a:lnTo>
                <a:lnTo>
                  <a:pt x="1754" y="1749"/>
                </a:lnTo>
                <a:lnTo>
                  <a:pt x="1753" y="1749"/>
                </a:lnTo>
                <a:lnTo>
                  <a:pt x="1753" y="1750"/>
                </a:lnTo>
                <a:lnTo>
                  <a:pt x="1754" y="1750"/>
                </a:lnTo>
                <a:lnTo>
                  <a:pt x="1754" y="1751"/>
                </a:lnTo>
                <a:lnTo>
                  <a:pt x="1755" y="1751"/>
                </a:lnTo>
                <a:lnTo>
                  <a:pt x="1755" y="1752"/>
                </a:lnTo>
                <a:lnTo>
                  <a:pt x="1755" y="1753"/>
                </a:lnTo>
                <a:lnTo>
                  <a:pt x="1754" y="1753"/>
                </a:lnTo>
                <a:lnTo>
                  <a:pt x="1753" y="1753"/>
                </a:lnTo>
                <a:lnTo>
                  <a:pt x="1753" y="1754"/>
                </a:lnTo>
                <a:lnTo>
                  <a:pt x="1754" y="1754"/>
                </a:lnTo>
                <a:lnTo>
                  <a:pt x="1754" y="1755"/>
                </a:lnTo>
                <a:lnTo>
                  <a:pt x="1753" y="1756"/>
                </a:lnTo>
                <a:lnTo>
                  <a:pt x="1751" y="1756"/>
                </a:lnTo>
                <a:lnTo>
                  <a:pt x="1750" y="1756"/>
                </a:lnTo>
                <a:lnTo>
                  <a:pt x="1749" y="1756"/>
                </a:lnTo>
                <a:lnTo>
                  <a:pt x="1748" y="1755"/>
                </a:lnTo>
                <a:lnTo>
                  <a:pt x="1747" y="1755"/>
                </a:lnTo>
                <a:lnTo>
                  <a:pt x="1746" y="1756"/>
                </a:lnTo>
                <a:lnTo>
                  <a:pt x="1746" y="1757"/>
                </a:lnTo>
                <a:lnTo>
                  <a:pt x="1746" y="1758"/>
                </a:lnTo>
                <a:lnTo>
                  <a:pt x="1746" y="1759"/>
                </a:lnTo>
                <a:lnTo>
                  <a:pt x="1746" y="1760"/>
                </a:lnTo>
                <a:lnTo>
                  <a:pt x="1745" y="1760"/>
                </a:lnTo>
                <a:lnTo>
                  <a:pt x="1744" y="1760"/>
                </a:lnTo>
                <a:lnTo>
                  <a:pt x="1742" y="1761"/>
                </a:lnTo>
                <a:lnTo>
                  <a:pt x="1742" y="1762"/>
                </a:lnTo>
                <a:lnTo>
                  <a:pt x="1743" y="1762"/>
                </a:lnTo>
                <a:lnTo>
                  <a:pt x="1743" y="1763"/>
                </a:lnTo>
                <a:lnTo>
                  <a:pt x="1742" y="1764"/>
                </a:lnTo>
                <a:lnTo>
                  <a:pt x="1741" y="1765"/>
                </a:lnTo>
                <a:lnTo>
                  <a:pt x="1741" y="1764"/>
                </a:lnTo>
                <a:lnTo>
                  <a:pt x="1740" y="1764"/>
                </a:lnTo>
                <a:lnTo>
                  <a:pt x="1739" y="1764"/>
                </a:lnTo>
                <a:lnTo>
                  <a:pt x="1739" y="1765"/>
                </a:lnTo>
                <a:lnTo>
                  <a:pt x="1739" y="1766"/>
                </a:lnTo>
                <a:lnTo>
                  <a:pt x="1738" y="1767"/>
                </a:lnTo>
                <a:lnTo>
                  <a:pt x="1737" y="1768"/>
                </a:lnTo>
                <a:lnTo>
                  <a:pt x="1736" y="1769"/>
                </a:lnTo>
                <a:lnTo>
                  <a:pt x="1735" y="1770"/>
                </a:lnTo>
                <a:lnTo>
                  <a:pt x="1734" y="1769"/>
                </a:lnTo>
                <a:lnTo>
                  <a:pt x="1733" y="1769"/>
                </a:lnTo>
                <a:lnTo>
                  <a:pt x="1732" y="1769"/>
                </a:lnTo>
                <a:lnTo>
                  <a:pt x="1732" y="1768"/>
                </a:lnTo>
                <a:lnTo>
                  <a:pt x="1732" y="1767"/>
                </a:lnTo>
                <a:lnTo>
                  <a:pt x="1731" y="1766"/>
                </a:lnTo>
                <a:lnTo>
                  <a:pt x="1730" y="1766"/>
                </a:lnTo>
                <a:lnTo>
                  <a:pt x="1729" y="1766"/>
                </a:lnTo>
                <a:lnTo>
                  <a:pt x="1728" y="1766"/>
                </a:lnTo>
                <a:lnTo>
                  <a:pt x="1727" y="1765"/>
                </a:lnTo>
                <a:lnTo>
                  <a:pt x="1726" y="1765"/>
                </a:lnTo>
                <a:lnTo>
                  <a:pt x="1723" y="1763"/>
                </a:lnTo>
                <a:lnTo>
                  <a:pt x="1723" y="1762"/>
                </a:lnTo>
                <a:lnTo>
                  <a:pt x="1722" y="1761"/>
                </a:lnTo>
                <a:lnTo>
                  <a:pt x="1721" y="1761"/>
                </a:lnTo>
                <a:lnTo>
                  <a:pt x="1720" y="1761"/>
                </a:lnTo>
                <a:lnTo>
                  <a:pt x="1719" y="1760"/>
                </a:lnTo>
                <a:lnTo>
                  <a:pt x="1718" y="1760"/>
                </a:lnTo>
                <a:lnTo>
                  <a:pt x="1717" y="1759"/>
                </a:lnTo>
                <a:lnTo>
                  <a:pt x="1716" y="1758"/>
                </a:lnTo>
                <a:lnTo>
                  <a:pt x="1714" y="1757"/>
                </a:lnTo>
                <a:lnTo>
                  <a:pt x="1714" y="1758"/>
                </a:lnTo>
                <a:lnTo>
                  <a:pt x="1713" y="1758"/>
                </a:lnTo>
                <a:lnTo>
                  <a:pt x="1712" y="1758"/>
                </a:lnTo>
                <a:lnTo>
                  <a:pt x="1711" y="1758"/>
                </a:lnTo>
                <a:lnTo>
                  <a:pt x="1711" y="1759"/>
                </a:lnTo>
                <a:lnTo>
                  <a:pt x="1710" y="1759"/>
                </a:lnTo>
                <a:lnTo>
                  <a:pt x="1711" y="1759"/>
                </a:lnTo>
                <a:lnTo>
                  <a:pt x="1711" y="1760"/>
                </a:lnTo>
                <a:lnTo>
                  <a:pt x="1709" y="1762"/>
                </a:lnTo>
                <a:lnTo>
                  <a:pt x="1707" y="1763"/>
                </a:lnTo>
                <a:lnTo>
                  <a:pt x="1706" y="1764"/>
                </a:lnTo>
                <a:lnTo>
                  <a:pt x="1706" y="1765"/>
                </a:lnTo>
                <a:lnTo>
                  <a:pt x="1705" y="1766"/>
                </a:lnTo>
                <a:lnTo>
                  <a:pt x="1705" y="1767"/>
                </a:lnTo>
                <a:lnTo>
                  <a:pt x="1704" y="1767"/>
                </a:lnTo>
                <a:lnTo>
                  <a:pt x="1704" y="1768"/>
                </a:lnTo>
                <a:lnTo>
                  <a:pt x="1703" y="1770"/>
                </a:lnTo>
                <a:lnTo>
                  <a:pt x="1702" y="1772"/>
                </a:lnTo>
                <a:lnTo>
                  <a:pt x="1702" y="1774"/>
                </a:lnTo>
                <a:lnTo>
                  <a:pt x="1701" y="1775"/>
                </a:lnTo>
                <a:lnTo>
                  <a:pt x="1701" y="1776"/>
                </a:lnTo>
                <a:lnTo>
                  <a:pt x="1701" y="1777"/>
                </a:lnTo>
                <a:lnTo>
                  <a:pt x="1700" y="1777"/>
                </a:lnTo>
                <a:lnTo>
                  <a:pt x="1699" y="1777"/>
                </a:lnTo>
                <a:lnTo>
                  <a:pt x="1698" y="1778"/>
                </a:lnTo>
                <a:lnTo>
                  <a:pt x="1696" y="1778"/>
                </a:lnTo>
                <a:lnTo>
                  <a:pt x="1695" y="1778"/>
                </a:lnTo>
                <a:lnTo>
                  <a:pt x="1694" y="1778"/>
                </a:lnTo>
                <a:lnTo>
                  <a:pt x="1693" y="1777"/>
                </a:lnTo>
                <a:lnTo>
                  <a:pt x="1692" y="1776"/>
                </a:lnTo>
                <a:lnTo>
                  <a:pt x="1692" y="1775"/>
                </a:lnTo>
                <a:lnTo>
                  <a:pt x="1691" y="1775"/>
                </a:lnTo>
                <a:lnTo>
                  <a:pt x="1691" y="1774"/>
                </a:lnTo>
                <a:lnTo>
                  <a:pt x="1690" y="1774"/>
                </a:lnTo>
                <a:lnTo>
                  <a:pt x="1690" y="1773"/>
                </a:lnTo>
                <a:lnTo>
                  <a:pt x="1689" y="1772"/>
                </a:lnTo>
                <a:lnTo>
                  <a:pt x="1689" y="1771"/>
                </a:lnTo>
                <a:lnTo>
                  <a:pt x="1688" y="1770"/>
                </a:lnTo>
                <a:lnTo>
                  <a:pt x="1686" y="1768"/>
                </a:lnTo>
                <a:lnTo>
                  <a:pt x="1686" y="1767"/>
                </a:lnTo>
                <a:lnTo>
                  <a:pt x="1686" y="1766"/>
                </a:lnTo>
                <a:lnTo>
                  <a:pt x="1684" y="1766"/>
                </a:lnTo>
                <a:lnTo>
                  <a:pt x="1683" y="1766"/>
                </a:lnTo>
                <a:lnTo>
                  <a:pt x="1682" y="1766"/>
                </a:lnTo>
                <a:lnTo>
                  <a:pt x="1681" y="1765"/>
                </a:lnTo>
                <a:lnTo>
                  <a:pt x="1680" y="1764"/>
                </a:lnTo>
                <a:lnTo>
                  <a:pt x="1680" y="1763"/>
                </a:lnTo>
                <a:lnTo>
                  <a:pt x="1680" y="1762"/>
                </a:lnTo>
                <a:lnTo>
                  <a:pt x="1679" y="1763"/>
                </a:lnTo>
                <a:lnTo>
                  <a:pt x="1678" y="1763"/>
                </a:lnTo>
                <a:lnTo>
                  <a:pt x="1678" y="1764"/>
                </a:lnTo>
                <a:lnTo>
                  <a:pt x="1677" y="1763"/>
                </a:lnTo>
                <a:lnTo>
                  <a:pt x="1676" y="1762"/>
                </a:lnTo>
                <a:lnTo>
                  <a:pt x="1675" y="1762"/>
                </a:lnTo>
                <a:lnTo>
                  <a:pt x="1675" y="1761"/>
                </a:lnTo>
                <a:lnTo>
                  <a:pt x="1674" y="1761"/>
                </a:lnTo>
                <a:lnTo>
                  <a:pt x="1673" y="1761"/>
                </a:lnTo>
                <a:lnTo>
                  <a:pt x="1671" y="1761"/>
                </a:lnTo>
                <a:lnTo>
                  <a:pt x="1671" y="1760"/>
                </a:lnTo>
                <a:lnTo>
                  <a:pt x="1670" y="1760"/>
                </a:lnTo>
                <a:lnTo>
                  <a:pt x="1670" y="1759"/>
                </a:lnTo>
                <a:lnTo>
                  <a:pt x="1669" y="1759"/>
                </a:lnTo>
                <a:lnTo>
                  <a:pt x="1669" y="1758"/>
                </a:lnTo>
                <a:lnTo>
                  <a:pt x="1668" y="1759"/>
                </a:lnTo>
                <a:lnTo>
                  <a:pt x="1667" y="1759"/>
                </a:lnTo>
                <a:lnTo>
                  <a:pt x="1666" y="1759"/>
                </a:lnTo>
                <a:lnTo>
                  <a:pt x="1665" y="1759"/>
                </a:lnTo>
                <a:lnTo>
                  <a:pt x="1665" y="1758"/>
                </a:lnTo>
                <a:lnTo>
                  <a:pt x="1663" y="1758"/>
                </a:lnTo>
                <a:lnTo>
                  <a:pt x="1662" y="1759"/>
                </a:lnTo>
                <a:lnTo>
                  <a:pt x="1661" y="1759"/>
                </a:lnTo>
                <a:lnTo>
                  <a:pt x="1661" y="1758"/>
                </a:lnTo>
                <a:lnTo>
                  <a:pt x="1660" y="1758"/>
                </a:lnTo>
                <a:lnTo>
                  <a:pt x="1660" y="1757"/>
                </a:lnTo>
                <a:lnTo>
                  <a:pt x="1659" y="1756"/>
                </a:lnTo>
                <a:lnTo>
                  <a:pt x="1659" y="1757"/>
                </a:lnTo>
                <a:lnTo>
                  <a:pt x="1658" y="1757"/>
                </a:lnTo>
                <a:lnTo>
                  <a:pt x="1657" y="1757"/>
                </a:lnTo>
                <a:lnTo>
                  <a:pt x="1657" y="1756"/>
                </a:lnTo>
                <a:lnTo>
                  <a:pt x="1656" y="1756"/>
                </a:lnTo>
                <a:lnTo>
                  <a:pt x="1654" y="1757"/>
                </a:lnTo>
                <a:lnTo>
                  <a:pt x="1653" y="1757"/>
                </a:lnTo>
                <a:lnTo>
                  <a:pt x="1653" y="1756"/>
                </a:lnTo>
                <a:lnTo>
                  <a:pt x="1653" y="1753"/>
                </a:lnTo>
                <a:lnTo>
                  <a:pt x="1653" y="1751"/>
                </a:lnTo>
                <a:lnTo>
                  <a:pt x="1652" y="1750"/>
                </a:lnTo>
                <a:lnTo>
                  <a:pt x="1651" y="1750"/>
                </a:lnTo>
                <a:lnTo>
                  <a:pt x="1651" y="1749"/>
                </a:lnTo>
                <a:lnTo>
                  <a:pt x="1650" y="1750"/>
                </a:lnTo>
                <a:lnTo>
                  <a:pt x="1649" y="1751"/>
                </a:lnTo>
                <a:lnTo>
                  <a:pt x="1648" y="1751"/>
                </a:lnTo>
                <a:lnTo>
                  <a:pt x="1647" y="1751"/>
                </a:lnTo>
                <a:lnTo>
                  <a:pt x="1647" y="1752"/>
                </a:lnTo>
                <a:lnTo>
                  <a:pt x="1647" y="1753"/>
                </a:lnTo>
                <a:lnTo>
                  <a:pt x="1646" y="1753"/>
                </a:lnTo>
                <a:lnTo>
                  <a:pt x="1645" y="1752"/>
                </a:lnTo>
                <a:lnTo>
                  <a:pt x="1643" y="1751"/>
                </a:lnTo>
                <a:lnTo>
                  <a:pt x="1641" y="1751"/>
                </a:lnTo>
                <a:lnTo>
                  <a:pt x="1641" y="1752"/>
                </a:lnTo>
                <a:lnTo>
                  <a:pt x="1640" y="1753"/>
                </a:lnTo>
                <a:lnTo>
                  <a:pt x="1639" y="1753"/>
                </a:lnTo>
                <a:lnTo>
                  <a:pt x="1638" y="1752"/>
                </a:lnTo>
                <a:lnTo>
                  <a:pt x="1638" y="1751"/>
                </a:lnTo>
                <a:lnTo>
                  <a:pt x="1636" y="1751"/>
                </a:lnTo>
                <a:lnTo>
                  <a:pt x="1635" y="1751"/>
                </a:lnTo>
                <a:lnTo>
                  <a:pt x="1634" y="1751"/>
                </a:lnTo>
                <a:lnTo>
                  <a:pt x="1632" y="1750"/>
                </a:lnTo>
                <a:lnTo>
                  <a:pt x="1631" y="1750"/>
                </a:lnTo>
                <a:lnTo>
                  <a:pt x="1631" y="1749"/>
                </a:lnTo>
                <a:lnTo>
                  <a:pt x="1630" y="1748"/>
                </a:lnTo>
                <a:lnTo>
                  <a:pt x="1628" y="1748"/>
                </a:lnTo>
                <a:lnTo>
                  <a:pt x="1627" y="1749"/>
                </a:lnTo>
                <a:lnTo>
                  <a:pt x="1626" y="1750"/>
                </a:lnTo>
                <a:lnTo>
                  <a:pt x="1626" y="1751"/>
                </a:lnTo>
                <a:lnTo>
                  <a:pt x="1625" y="1752"/>
                </a:lnTo>
                <a:lnTo>
                  <a:pt x="1623" y="1752"/>
                </a:lnTo>
                <a:lnTo>
                  <a:pt x="1620" y="1752"/>
                </a:lnTo>
                <a:lnTo>
                  <a:pt x="1619" y="1752"/>
                </a:lnTo>
                <a:lnTo>
                  <a:pt x="1619" y="1750"/>
                </a:lnTo>
                <a:lnTo>
                  <a:pt x="1618" y="1749"/>
                </a:lnTo>
                <a:lnTo>
                  <a:pt x="1618" y="1748"/>
                </a:lnTo>
                <a:lnTo>
                  <a:pt x="1617" y="1748"/>
                </a:lnTo>
                <a:lnTo>
                  <a:pt x="1616" y="1748"/>
                </a:lnTo>
                <a:lnTo>
                  <a:pt x="1616" y="1747"/>
                </a:lnTo>
                <a:lnTo>
                  <a:pt x="1616" y="1746"/>
                </a:lnTo>
                <a:lnTo>
                  <a:pt x="1615" y="1745"/>
                </a:lnTo>
                <a:lnTo>
                  <a:pt x="1615" y="1744"/>
                </a:lnTo>
                <a:lnTo>
                  <a:pt x="1614" y="1743"/>
                </a:lnTo>
                <a:lnTo>
                  <a:pt x="1614" y="1742"/>
                </a:lnTo>
                <a:lnTo>
                  <a:pt x="1614" y="1741"/>
                </a:lnTo>
                <a:lnTo>
                  <a:pt x="1615" y="1741"/>
                </a:lnTo>
                <a:lnTo>
                  <a:pt x="1615" y="1740"/>
                </a:lnTo>
                <a:lnTo>
                  <a:pt x="1615" y="1739"/>
                </a:lnTo>
                <a:lnTo>
                  <a:pt x="1615" y="1738"/>
                </a:lnTo>
                <a:lnTo>
                  <a:pt x="1615" y="1736"/>
                </a:lnTo>
                <a:lnTo>
                  <a:pt x="1615" y="1735"/>
                </a:lnTo>
                <a:lnTo>
                  <a:pt x="1616" y="1735"/>
                </a:lnTo>
                <a:lnTo>
                  <a:pt x="1616" y="1734"/>
                </a:lnTo>
                <a:lnTo>
                  <a:pt x="1616" y="1733"/>
                </a:lnTo>
                <a:lnTo>
                  <a:pt x="1615" y="1731"/>
                </a:lnTo>
                <a:lnTo>
                  <a:pt x="1614" y="1731"/>
                </a:lnTo>
                <a:lnTo>
                  <a:pt x="1613" y="1731"/>
                </a:lnTo>
                <a:lnTo>
                  <a:pt x="1612" y="1730"/>
                </a:lnTo>
                <a:lnTo>
                  <a:pt x="1611" y="1730"/>
                </a:lnTo>
                <a:lnTo>
                  <a:pt x="1610" y="1730"/>
                </a:lnTo>
                <a:lnTo>
                  <a:pt x="1610" y="1729"/>
                </a:lnTo>
                <a:lnTo>
                  <a:pt x="1609" y="1728"/>
                </a:lnTo>
                <a:lnTo>
                  <a:pt x="1608" y="1727"/>
                </a:lnTo>
                <a:lnTo>
                  <a:pt x="1608" y="1725"/>
                </a:lnTo>
                <a:lnTo>
                  <a:pt x="1607" y="1723"/>
                </a:lnTo>
                <a:lnTo>
                  <a:pt x="1607" y="1721"/>
                </a:lnTo>
                <a:lnTo>
                  <a:pt x="1606" y="1720"/>
                </a:lnTo>
                <a:lnTo>
                  <a:pt x="1606" y="1718"/>
                </a:lnTo>
                <a:lnTo>
                  <a:pt x="1604" y="1718"/>
                </a:lnTo>
                <a:lnTo>
                  <a:pt x="1604" y="1717"/>
                </a:lnTo>
                <a:lnTo>
                  <a:pt x="1603" y="1717"/>
                </a:lnTo>
                <a:lnTo>
                  <a:pt x="1603" y="1716"/>
                </a:lnTo>
                <a:lnTo>
                  <a:pt x="1602" y="1716"/>
                </a:lnTo>
                <a:lnTo>
                  <a:pt x="1602" y="1715"/>
                </a:lnTo>
                <a:lnTo>
                  <a:pt x="1603" y="1714"/>
                </a:lnTo>
                <a:lnTo>
                  <a:pt x="1604" y="1713"/>
                </a:lnTo>
                <a:lnTo>
                  <a:pt x="1605" y="1713"/>
                </a:lnTo>
                <a:lnTo>
                  <a:pt x="1605" y="1712"/>
                </a:lnTo>
                <a:lnTo>
                  <a:pt x="1604" y="1711"/>
                </a:lnTo>
                <a:lnTo>
                  <a:pt x="1603" y="1710"/>
                </a:lnTo>
                <a:lnTo>
                  <a:pt x="1602" y="1709"/>
                </a:lnTo>
                <a:lnTo>
                  <a:pt x="1602" y="1708"/>
                </a:lnTo>
                <a:lnTo>
                  <a:pt x="1601" y="1707"/>
                </a:lnTo>
                <a:lnTo>
                  <a:pt x="1600" y="1706"/>
                </a:lnTo>
                <a:lnTo>
                  <a:pt x="1600" y="1705"/>
                </a:lnTo>
                <a:lnTo>
                  <a:pt x="1601" y="1704"/>
                </a:lnTo>
                <a:lnTo>
                  <a:pt x="1602" y="1702"/>
                </a:lnTo>
                <a:lnTo>
                  <a:pt x="1602" y="1701"/>
                </a:lnTo>
                <a:lnTo>
                  <a:pt x="1601" y="1701"/>
                </a:lnTo>
                <a:lnTo>
                  <a:pt x="1600" y="1701"/>
                </a:lnTo>
                <a:lnTo>
                  <a:pt x="1599" y="1701"/>
                </a:lnTo>
                <a:lnTo>
                  <a:pt x="1599" y="1700"/>
                </a:lnTo>
                <a:lnTo>
                  <a:pt x="1599" y="1699"/>
                </a:lnTo>
                <a:lnTo>
                  <a:pt x="1598" y="1698"/>
                </a:lnTo>
                <a:lnTo>
                  <a:pt x="1596" y="1696"/>
                </a:lnTo>
                <a:lnTo>
                  <a:pt x="1594" y="1696"/>
                </a:lnTo>
                <a:lnTo>
                  <a:pt x="1593" y="1695"/>
                </a:lnTo>
                <a:lnTo>
                  <a:pt x="1593" y="1694"/>
                </a:lnTo>
                <a:lnTo>
                  <a:pt x="1594" y="1694"/>
                </a:lnTo>
                <a:lnTo>
                  <a:pt x="1593" y="1694"/>
                </a:lnTo>
                <a:lnTo>
                  <a:pt x="1593" y="1693"/>
                </a:lnTo>
                <a:lnTo>
                  <a:pt x="1593" y="1692"/>
                </a:lnTo>
                <a:lnTo>
                  <a:pt x="1594" y="1692"/>
                </a:lnTo>
                <a:lnTo>
                  <a:pt x="1594" y="1689"/>
                </a:lnTo>
                <a:lnTo>
                  <a:pt x="1595" y="1686"/>
                </a:lnTo>
                <a:lnTo>
                  <a:pt x="1594" y="1684"/>
                </a:lnTo>
                <a:lnTo>
                  <a:pt x="1594" y="1683"/>
                </a:lnTo>
                <a:lnTo>
                  <a:pt x="1594" y="1682"/>
                </a:lnTo>
                <a:lnTo>
                  <a:pt x="1594" y="1681"/>
                </a:lnTo>
                <a:lnTo>
                  <a:pt x="1593" y="1681"/>
                </a:lnTo>
                <a:lnTo>
                  <a:pt x="1592" y="1680"/>
                </a:lnTo>
                <a:lnTo>
                  <a:pt x="1592" y="1678"/>
                </a:lnTo>
                <a:lnTo>
                  <a:pt x="1592" y="1677"/>
                </a:lnTo>
                <a:lnTo>
                  <a:pt x="1592" y="1676"/>
                </a:lnTo>
                <a:lnTo>
                  <a:pt x="1592" y="1675"/>
                </a:lnTo>
                <a:lnTo>
                  <a:pt x="1591" y="1675"/>
                </a:lnTo>
                <a:lnTo>
                  <a:pt x="1590" y="1675"/>
                </a:lnTo>
                <a:lnTo>
                  <a:pt x="1590" y="1674"/>
                </a:lnTo>
                <a:lnTo>
                  <a:pt x="1589" y="1675"/>
                </a:lnTo>
                <a:lnTo>
                  <a:pt x="1589" y="1676"/>
                </a:lnTo>
                <a:lnTo>
                  <a:pt x="1588" y="1676"/>
                </a:lnTo>
                <a:lnTo>
                  <a:pt x="1588" y="1677"/>
                </a:lnTo>
                <a:lnTo>
                  <a:pt x="1587" y="1677"/>
                </a:lnTo>
                <a:lnTo>
                  <a:pt x="1587" y="1678"/>
                </a:lnTo>
                <a:lnTo>
                  <a:pt x="1586" y="1678"/>
                </a:lnTo>
                <a:lnTo>
                  <a:pt x="1586" y="1679"/>
                </a:lnTo>
                <a:lnTo>
                  <a:pt x="1586" y="1680"/>
                </a:lnTo>
                <a:lnTo>
                  <a:pt x="1586" y="1681"/>
                </a:lnTo>
                <a:lnTo>
                  <a:pt x="1585" y="1681"/>
                </a:lnTo>
                <a:lnTo>
                  <a:pt x="1585" y="1682"/>
                </a:lnTo>
                <a:lnTo>
                  <a:pt x="1586" y="1682"/>
                </a:lnTo>
                <a:lnTo>
                  <a:pt x="1586" y="1683"/>
                </a:lnTo>
                <a:lnTo>
                  <a:pt x="1586" y="1684"/>
                </a:lnTo>
                <a:lnTo>
                  <a:pt x="1586" y="1685"/>
                </a:lnTo>
                <a:lnTo>
                  <a:pt x="1586" y="1686"/>
                </a:lnTo>
                <a:lnTo>
                  <a:pt x="1585" y="1686"/>
                </a:lnTo>
                <a:lnTo>
                  <a:pt x="1585" y="1687"/>
                </a:lnTo>
                <a:lnTo>
                  <a:pt x="1585" y="1688"/>
                </a:lnTo>
                <a:lnTo>
                  <a:pt x="1584" y="1688"/>
                </a:lnTo>
                <a:lnTo>
                  <a:pt x="1584" y="1689"/>
                </a:lnTo>
                <a:lnTo>
                  <a:pt x="1583" y="1690"/>
                </a:lnTo>
                <a:lnTo>
                  <a:pt x="1583" y="1691"/>
                </a:lnTo>
                <a:lnTo>
                  <a:pt x="1582" y="1691"/>
                </a:lnTo>
                <a:lnTo>
                  <a:pt x="1583" y="1692"/>
                </a:lnTo>
                <a:lnTo>
                  <a:pt x="1583" y="1694"/>
                </a:lnTo>
                <a:lnTo>
                  <a:pt x="1583" y="1695"/>
                </a:lnTo>
                <a:lnTo>
                  <a:pt x="1583" y="1696"/>
                </a:lnTo>
                <a:lnTo>
                  <a:pt x="1582" y="1696"/>
                </a:lnTo>
                <a:lnTo>
                  <a:pt x="1582" y="1697"/>
                </a:lnTo>
                <a:lnTo>
                  <a:pt x="1582" y="1699"/>
                </a:lnTo>
                <a:lnTo>
                  <a:pt x="1580" y="1700"/>
                </a:lnTo>
                <a:lnTo>
                  <a:pt x="1580" y="1701"/>
                </a:lnTo>
                <a:lnTo>
                  <a:pt x="1579" y="1701"/>
                </a:lnTo>
                <a:lnTo>
                  <a:pt x="1579" y="1700"/>
                </a:lnTo>
                <a:lnTo>
                  <a:pt x="1579" y="1699"/>
                </a:lnTo>
                <a:lnTo>
                  <a:pt x="1578" y="1699"/>
                </a:lnTo>
                <a:lnTo>
                  <a:pt x="1578" y="1700"/>
                </a:lnTo>
                <a:lnTo>
                  <a:pt x="1577" y="1700"/>
                </a:lnTo>
                <a:lnTo>
                  <a:pt x="1576" y="1701"/>
                </a:lnTo>
                <a:lnTo>
                  <a:pt x="1575" y="1701"/>
                </a:lnTo>
                <a:lnTo>
                  <a:pt x="1574" y="1702"/>
                </a:lnTo>
                <a:lnTo>
                  <a:pt x="1573" y="1702"/>
                </a:lnTo>
                <a:lnTo>
                  <a:pt x="1573" y="1703"/>
                </a:lnTo>
                <a:lnTo>
                  <a:pt x="1573" y="1704"/>
                </a:lnTo>
                <a:lnTo>
                  <a:pt x="1573" y="1705"/>
                </a:lnTo>
                <a:lnTo>
                  <a:pt x="1572" y="1705"/>
                </a:lnTo>
                <a:lnTo>
                  <a:pt x="1572" y="1704"/>
                </a:lnTo>
                <a:lnTo>
                  <a:pt x="1572" y="1705"/>
                </a:lnTo>
                <a:lnTo>
                  <a:pt x="1571" y="1705"/>
                </a:lnTo>
                <a:lnTo>
                  <a:pt x="1571" y="1706"/>
                </a:lnTo>
                <a:lnTo>
                  <a:pt x="1570" y="1708"/>
                </a:lnTo>
                <a:lnTo>
                  <a:pt x="1569" y="1708"/>
                </a:lnTo>
                <a:lnTo>
                  <a:pt x="1569" y="1709"/>
                </a:lnTo>
                <a:lnTo>
                  <a:pt x="1569" y="1710"/>
                </a:lnTo>
                <a:lnTo>
                  <a:pt x="1569" y="1711"/>
                </a:lnTo>
                <a:lnTo>
                  <a:pt x="1570" y="1714"/>
                </a:lnTo>
                <a:lnTo>
                  <a:pt x="1570" y="1716"/>
                </a:lnTo>
                <a:lnTo>
                  <a:pt x="1569" y="1716"/>
                </a:lnTo>
                <a:lnTo>
                  <a:pt x="1569" y="1717"/>
                </a:lnTo>
                <a:lnTo>
                  <a:pt x="1567" y="1717"/>
                </a:lnTo>
                <a:lnTo>
                  <a:pt x="1567" y="1718"/>
                </a:lnTo>
                <a:lnTo>
                  <a:pt x="1566" y="1718"/>
                </a:lnTo>
                <a:lnTo>
                  <a:pt x="1566" y="1720"/>
                </a:lnTo>
                <a:lnTo>
                  <a:pt x="1566" y="1722"/>
                </a:lnTo>
                <a:lnTo>
                  <a:pt x="1566" y="1723"/>
                </a:lnTo>
                <a:lnTo>
                  <a:pt x="1566" y="1724"/>
                </a:lnTo>
                <a:lnTo>
                  <a:pt x="1565" y="1725"/>
                </a:lnTo>
                <a:lnTo>
                  <a:pt x="1564" y="1726"/>
                </a:lnTo>
                <a:lnTo>
                  <a:pt x="1563" y="1726"/>
                </a:lnTo>
                <a:lnTo>
                  <a:pt x="1563" y="1727"/>
                </a:lnTo>
                <a:lnTo>
                  <a:pt x="1561" y="1728"/>
                </a:lnTo>
                <a:lnTo>
                  <a:pt x="1559" y="1728"/>
                </a:lnTo>
                <a:lnTo>
                  <a:pt x="1558" y="1727"/>
                </a:lnTo>
                <a:lnTo>
                  <a:pt x="1558" y="1726"/>
                </a:lnTo>
                <a:lnTo>
                  <a:pt x="1557" y="1725"/>
                </a:lnTo>
                <a:lnTo>
                  <a:pt x="1556" y="1725"/>
                </a:lnTo>
                <a:lnTo>
                  <a:pt x="1555" y="1725"/>
                </a:lnTo>
                <a:lnTo>
                  <a:pt x="1554" y="1725"/>
                </a:lnTo>
                <a:lnTo>
                  <a:pt x="1553" y="1724"/>
                </a:lnTo>
                <a:lnTo>
                  <a:pt x="1552" y="1724"/>
                </a:lnTo>
                <a:lnTo>
                  <a:pt x="1551" y="1722"/>
                </a:lnTo>
                <a:lnTo>
                  <a:pt x="1551" y="1721"/>
                </a:lnTo>
                <a:lnTo>
                  <a:pt x="1550" y="1719"/>
                </a:lnTo>
                <a:lnTo>
                  <a:pt x="1550" y="1715"/>
                </a:lnTo>
                <a:lnTo>
                  <a:pt x="1550" y="1714"/>
                </a:lnTo>
                <a:lnTo>
                  <a:pt x="1551" y="1713"/>
                </a:lnTo>
                <a:lnTo>
                  <a:pt x="1550" y="1711"/>
                </a:lnTo>
                <a:lnTo>
                  <a:pt x="1550" y="1710"/>
                </a:lnTo>
                <a:lnTo>
                  <a:pt x="1549" y="1710"/>
                </a:lnTo>
                <a:lnTo>
                  <a:pt x="1549" y="1709"/>
                </a:lnTo>
                <a:lnTo>
                  <a:pt x="1549" y="1708"/>
                </a:lnTo>
                <a:lnTo>
                  <a:pt x="1549" y="1707"/>
                </a:lnTo>
                <a:lnTo>
                  <a:pt x="1547" y="1705"/>
                </a:lnTo>
                <a:lnTo>
                  <a:pt x="1548" y="1705"/>
                </a:lnTo>
                <a:lnTo>
                  <a:pt x="1548" y="1704"/>
                </a:lnTo>
                <a:lnTo>
                  <a:pt x="1547" y="1704"/>
                </a:lnTo>
                <a:lnTo>
                  <a:pt x="1546" y="1704"/>
                </a:lnTo>
                <a:lnTo>
                  <a:pt x="1545" y="1703"/>
                </a:lnTo>
                <a:lnTo>
                  <a:pt x="1544" y="1702"/>
                </a:lnTo>
                <a:lnTo>
                  <a:pt x="1543" y="1702"/>
                </a:lnTo>
                <a:lnTo>
                  <a:pt x="1542" y="1701"/>
                </a:lnTo>
                <a:lnTo>
                  <a:pt x="1543" y="1700"/>
                </a:lnTo>
                <a:lnTo>
                  <a:pt x="1544" y="1700"/>
                </a:lnTo>
                <a:lnTo>
                  <a:pt x="1543" y="1698"/>
                </a:lnTo>
                <a:lnTo>
                  <a:pt x="1543" y="1697"/>
                </a:lnTo>
                <a:lnTo>
                  <a:pt x="1542" y="1697"/>
                </a:lnTo>
                <a:lnTo>
                  <a:pt x="1541" y="1698"/>
                </a:lnTo>
                <a:lnTo>
                  <a:pt x="1541" y="1697"/>
                </a:lnTo>
                <a:lnTo>
                  <a:pt x="1540" y="1695"/>
                </a:lnTo>
                <a:lnTo>
                  <a:pt x="1539" y="1695"/>
                </a:lnTo>
                <a:lnTo>
                  <a:pt x="1538" y="1695"/>
                </a:lnTo>
                <a:lnTo>
                  <a:pt x="1537" y="1695"/>
                </a:lnTo>
                <a:lnTo>
                  <a:pt x="1536" y="1695"/>
                </a:lnTo>
                <a:lnTo>
                  <a:pt x="1536" y="1694"/>
                </a:lnTo>
                <a:lnTo>
                  <a:pt x="1535" y="1694"/>
                </a:lnTo>
                <a:lnTo>
                  <a:pt x="1533" y="1694"/>
                </a:lnTo>
                <a:lnTo>
                  <a:pt x="1532" y="1694"/>
                </a:lnTo>
                <a:lnTo>
                  <a:pt x="1532" y="1695"/>
                </a:lnTo>
                <a:lnTo>
                  <a:pt x="1532" y="1696"/>
                </a:lnTo>
                <a:lnTo>
                  <a:pt x="1532" y="1697"/>
                </a:lnTo>
                <a:lnTo>
                  <a:pt x="1531" y="1697"/>
                </a:lnTo>
                <a:lnTo>
                  <a:pt x="1530" y="1696"/>
                </a:lnTo>
                <a:lnTo>
                  <a:pt x="1529" y="1696"/>
                </a:lnTo>
                <a:lnTo>
                  <a:pt x="1528" y="1698"/>
                </a:lnTo>
                <a:lnTo>
                  <a:pt x="1528" y="1699"/>
                </a:lnTo>
                <a:lnTo>
                  <a:pt x="1528" y="1698"/>
                </a:lnTo>
                <a:lnTo>
                  <a:pt x="1527" y="1699"/>
                </a:lnTo>
                <a:lnTo>
                  <a:pt x="1527" y="1700"/>
                </a:lnTo>
                <a:lnTo>
                  <a:pt x="1526" y="1701"/>
                </a:lnTo>
                <a:lnTo>
                  <a:pt x="1526" y="1702"/>
                </a:lnTo>
                <a:lnTo>
                  <a:pt x="1524" y="1702"/>
                </a:lnTo>
                <a:lnTo>
                  <a:pt x="1524" y="1701"/>
                </a:lnTo>
                <a:lnTo>
                  <a:pt x="1524" y="1700"/>
                </a:lnTo>
                <a:lnTo>
                  <a:pt x="1523" y="1701"/>
                </a:lnTo>
                <a:lnTo>
                  <a:pt x="1522" y="1702"/>
                </a:lnTo>
                <a:lnTo>
                  <a:pt x="1522" y="1703"/>
                </a:lnTo>
                <a:lnTo>
                  <a:pt x="1522" y="1704"/>
                </a:lnTo>
                <a:lnTo>
                  <a:pt x="1521" y="1704"/>
                </a:lnTo>
                <a:lnTo>
                  <a:pt x="1521" y="1705"/>
                </a:lnTo>
                <a:lnTo>
                  <a:pt x="1520" y="1706"/>
                </a:lnTo>
                <a:lnTo>
                  <a:pt x="1519" y="1708"/>
                </a:lnTo>
                <a:lnTo>
                  <a:pt x="1519" y="1709"/>
                </a:lnTo>
                <a:lnTo>
                  <a:pt x="1518" y="1711"/>
                </a:lnTo>
                <a:lnTo>
                  <a:pt x="1517" y="1712"/>
                </a:lnTo>
                <a:lnTo>
                  <a:pt x="1516" y="1712"/>
                </a:lnTo>
                <a:lnTo>
                  <a:pt x="1514" y="1712"/>
                </a:lnTo>
                <a:lnTo>
                  <a:pt x="1514" y="1713"/>
                </a:lnTo>
                <a:lnTo>
                  <a:pt x="1514" y="1714"/>
                </a:lnTo>
                <a:lnTo>
                  <a:pt x="1514" y="1715"/>
                </a:lnTo>
                <a:lnTo>
                  <a:pt x="1515" y="1715"/>
                </a:lnTo>
                <a:lnTo>
                  <a:pt x="1516" y="1716"/>
                </a:lnTo>
                <a:lnTo>
                  <a:pt x="1517" y="1717"/>
                </a:lnTo>
                <a:lnTo>
                  <a:pt x="1517" y="1718"/>
                </a:lnTo>
                <a:lnTo>
                  <a:pt x="1516" y="1718"/>
                </a:lnTo>
                <a:lnTo>
                  <a:pt x="1515" y="1719"/>
                </a:lnTo>
                <a:lnTo>
                  <a:pt x="1515" y="1720"/>
                </a:lnTo>
                <a:lnTo>
                  <a:pt x="1516" y="1721"/>
                </a:lnTo>
                <a:lnTo>
                  <a:pt x="1517" y="1723"/>
                </a:lnTo>
                <a:lnTo>
                  <a:pt x="1518" y="1725"/>
                </a:lnTo>
                <a:lnTo>
                  <a:pt x="1517" y="1726"/>
                </a:lnTo>
                <a:lnTo>
                  <a:pt x="1517" y="1727"/>
                </a:lnTo>
                <a:lnTo>
                  <a:pt x="1515" y="1727"/>
                </a:lnTo>
                <a:lnTo>
                  <a:pt x="1514" y="1727"/>
                </a:lnTo>
                <a:lnTo>
                  <a:pt x="1513" y="1727"/>
                </a:lnTo>
                <a:lnTo>
                  <a:pt x="1512" y="1727"/>
                </a:lnTo>
                <a:lnTo>
                  <a:pt x="1512" y="1728"/>
                </a:lnTo>
                <a:lnTo>
                  <a:pt x="1511" y="1728"/>
                </a:lnTo>
                <a:lnTo>
                  <a:pt x="1511" y="1729"/>
                </a:lnTo>
                <a:lnTo>
                  <a:pt x="1512" y="1729"/>
                </a:lnTo>
                <a:lnTo>
                  <a:pt x="1512" y="1730"/>
                </a:lnTo>
                <a:lnTo>
                  <a:pt x="1512" y="1731"/>
                </a:lnTo>
                <a:lnTo>
                  <a:pt x="1510" y="1732"/>
                </a:lnTo>
                <a:lnTo>
                  <a:pt x="1509" y="1732"/>
                </a:lnTo>
                <a:lnTo>
                  <a:pt x="1507" y="1732"/>
                </a:lnTo>
                <a:lnTo>
                  <a:pt x="1506" y="1732"/>
                </a:lnTo>
                <a:lnTo>
                  <a:pt x="1506" y="1733"/>
                </a:lnTo>
                <a:lnTo>
                  <a:pt x="1505" y="1733"/>
                </a:lnTo>
                <a:lnTo>
                  <a:pt x="1504" y="1733"/>
                </a:lnTo>
                <a:lnTo>
                  <a:pt x="1503" y="1734"/>
                </a:lnTo>
                <a:lnTo>
                  <a:pt x="1502" y="1735"/>
                </a:lnTo>
                <a:lnTo>
                  <a:pt x="1501" y="1735"/>
                </a:lnTo>
                <a:lnTo>
                  <a:pt x="1500" y="1735"/>
                </a:lnTo>
                <a:lnTo>
                  <a:pt x="1498" y="1735"/>
                </a:lnTo>
                <a:lnTo>
                  <a:pt x="1497" y="1735"/>
                </a:lnTo>
                <a:lnTo>
                  <a:pt x="1495" y="1735"/>
                </a:lnTo>
                <a:lnTo>
                  <a:pt x="1494" y="1735"/>
                </a:lnTo>
                <a:lnTo>
                  <a:pt x="1493" y="1735"/>
                </a:lnTo>
                <a:lnTo>
                  <a:pt x="1493" y="1736"/>
                </a:lnTo>
                <a:lnTo>
                  <a:pt x="1492" y="1736"/>
                </a:lnTo>
                <a:lnTo>
                  <a:pt x="1492" y="1737"/>
                </a:lnTo>
                <a:lnTo>
                  <a:pt x="1491" y="1737"/>
                </a:lnTo>
                <a:lnTo>
                  <a:pt x="1488" y="1739"/>
                </a:lnTo>
                <a:lnTo>
                  <a:pt x="1487" y="1739"/>
                </a:lnTo>
                <a:lnTo>
                  <a:pt x="1486" y="1739"/>
                </a:lnTo>
                <a:lnTo>
                  <a:pt x="1485" y="1739"/>
                </a:lnTo>
                <a:lnTo>
                  <a:pt x="1484" y="1739"/>
                </a:lnTo>
                <a:lnTo>
                  <a:pt x="1484" y="1740"/>
                </a:lnTo>
                <a:lnTo>
                  <a:pt x="1483" y="1740"/>
                </a:lnTo>
                <a:lnTo>
                  <a:pt x="1482" y="1740"/>
                </a:lnTo>
                <a:lnTo>
                  <a:pt x="1480" y="1740"/>
                </a:lnTo>
                <a:lnTo>
                  <a:pt x="1479" y="1740"/>
                </a:lnTo>
                <a:lnTo>
                  <a:pt x="1479" y="1739"/>
                </a:lnTo>
                <a:lnTo>
                  <a:pt x="1478" y="1739"/>
                </a:lnTo>
                <a:lnTo>
                  <a:pt x="1478" y="1740"/>
                </a:lnTo>
                <a:lnTo>
                  <a:pt x="1478" y="1741"/>
                </a:lnTo>
                <a:lnTo>
                  <a:pt x="1477" y="1741"/>
                </a:lnTo>
                <a:lnTo>
                  <a:pt x="1476" y="1741"/>
                </a:lnTo>
                <a:lnTo>
                  <a:pt x="1475" y="1742"/>
                </a:lnTo>
                <a:lnTo>
                  <a:pt x="1474" y="1742"/>
                </a:lnTo>
                <a:lnTo>
                  <a:pt x="1474" y="1743"/>
                </a:lnTo>
                <a:lnTo>
                  <a:pt x="1474" y="1744"/>
                </a:lnTo>
                <a:lnTo>
                  <a:pt x="1473" y="1746"/>
                </a:lnTo>
                <a:lnTo>
                  <a:pt x="1473" y="1747"/>
                </a:lnTo>
                <a:lnTo>
                  <a:pt x="1471" y="1749"/>
                </a:lnTo>
                <a:lnTo>
                  <a:pt x="1469" y="1749"/>
                </a:lnTo>
                <a:lnTo>
                  <a:pt x="1468" y="1750"/>
                </a:lnTo>
                <a:lnTo>
                  <a:pt x="1468" y="1751"/>
                </a:lnTo>
                <a:lnTo>
                  <a:pt x="1468" y="1752"/>
                </a:lnTo>
                <a:lnTo>
                  <a:pt x="1467" y="1752"/>
                </a:lnTo>
                <a:lnTo>
                  <a:pt x="1467" y="1753"/>
                </a:lnTo>
                <a:lnTo>
                  <a:pt x="1468" y="1753"/>
                </a:lnTo>
                <a:lnTo>
                  <a:pt x="1468" y="1754"/>
                </a:lnTo>
                <a:lnTo>
                  <a:pt x="1468" y="1755"/>
                </a:lnTo>
                <a:lnTo>
                  <a:pt x="1467" y="1755"/>
                </a:lnTo>
                <a:lnTo>
                  <a:pt x="1466" y="1756"/>
                </a:lnTo>
                <a:lnTo>
                  <a:pt x="1466" y="1757"/>
                </a:lnTo>
                <a:lnTo>
                  <a:pt x="1466" y="1758"/>
                </a:lnTo>
                <a:lnTo>
                  <a:pt x="1464" y="1760"/>
                </a:lnTo>
                <a:lnTo>
                  <a:pt x="1462" y="1761"/>
                </a:lnTo>
                <a:lnTo>
                  <a:pt x="1461" y="1761"/>
                </a:lnTo>
                <a:lnTo>
                  <a:pt x="1460" y="1761"/>
                </a:lnTo>
                <a:lnTo>
                  <a:pt x="1459" y="1761"/>
                </a:lnTo>
                <a:lnTo>
                  <a:pt x="1457" y="1760"/>
                </a:lnTo>
                <a:lnTo>
                  <a:pt x="1456" y="1760"/>
                </a:lnTo>
                <a:lnTo>
                  <a:pt x="1455" y="1760"/>
                </a:lnTo>
                <a:lnTo>
                  <a:pt x="1454" y="1760"/>
                </a:lnTo>
                <a:lnTo>
                  <a:pt x="1455" y="1760"/>
                </a:lnTo>
                <a:lnTo>
                  <a:pt x="1455" y="1761"/>
                </a:lnTo>
                <a:lnTo>
                  <a:pt x="1455" y="1762"/>
                </a:lnTo>
                <a:lnTo>
                  <a:pt x="1455" y="1763"/>
                </a:lnTo>
                <a:lnTo>
                  <a:pt x="1454" y="1763"/>
                </a:lnTo>
                <a:lnTo>
                  <a:pt x="1453" y="1764"/>
                </a:lnTo>
                <a:lnTo>
                  <a:pt x="1452" y="1763"/>
                </a:lnTo>
                <a:lnTo>
                  <a:pt x="1451" y="1762"/>
                </a:lnTo>
                <a:lnTo>
                  <a:pt x="1451" y="1761"/>
                </a:lnTo>
                <a:lnTo>
                  <a:pt x="1450" y="1761"/>
                </a:lnTo>
                <a:lnTo>
                  <a:pt x="1449" y="1761"/>
                </a:lnTo>
                <a:lnTo>
                  <a:pt x="1448" y="1761"/>
                </a:lnTo>
                <a:lnTo>
                  <a:pt x="1448" y="1760"/>
                </a:lnTo>
                <a:lnTo>
                  <a:pt x="1447" y="1760"/>
                </a:lnTo>
                <a:lnTo>
                  <a:pt x="1446" y="1760"/>
                </a:lnTo>
                <a:lnTo>
                  <a:pt x="1446" y="1761"/>
                </a:lnTo>
                <a:lnTo>
                  <a:pt x="1445" y="1762"/>
                </a:lnTo>
                <a:lnTo>
                  <a:pt x="1445" y="1763"/>
                </a:lnTo>
                <a:lnTo>
                  <a:pt x="1445" y="1764"/>
                </a:lnTo>
                <a:lnTo>
                  <a:pt x="1444" y="1764"/>
                </a:lnTo>
                <a:lnTo>
                  <a:pt x="1443" y="1766"/>
                </a:lnTo>
                <a:lnTo>
                  <a:pt x="1442" y="1769"/>
                </a:lnTo>
                <a:lnTo>
                  <a:pt x="1442" y="1770"/>
                </a:lnTo>
                <a:lnTo>
                  <a:pt x="1443" y="1772"/>
                </a:lnTo>
                <a:lnTo>
                  <a:pt x="1444" y="1773"/>
                </a:lnTo>
                <a:lnTo>
                  <a:pt x="1444" y="1774"/>
                </a:lnTo>
                <a:lnTo>
                  <a:pt x="1445" y="1775"/>
                </a:lnTo>
                <a:lnTo>
                  <a:pt x="1444" y="1776"/>
                </a:lnTo>
                <a:lnTo>
                  <a:pt x="1444" y="1777"/>
                </a:lnTo>
                <a:lnTo>
                  <a:pt x="1445" y="1777"/>
                </a:lnTo>
                <a:lnTo>
                  <a:pt x="1446" y="1777"/>
                </a:lnTo>
                <a:lnTo>
                  <a:pt x="1446" y="1778"/>
                </a:lnTo>
                <a:lnTo>
                  <a:pt x="1446" y="1779"/>
                </a:lnTo>
                <a:lnTo>
                  <a:pt x="1446" y="1780"/>
                </a:lnTo>
                <a:lnTo>
                  <a:pt x="1446" y="1781"/>
                </a:lnTo>
                <a:lnTo>
                  <a:pt x="1447" y="1782"/>
                </a:lnTo>
                <a:lnTo>
                  <a:pt x="1448" y="1782"/>
                </a:lnTo>
                <a:lnTo>
                  <a:pt x="1449" y="1783"/>
                </a:lnTo>
                <a:lnTo>
                  <a:pt x="1448" y="1785"/>
                </a:lnTo>
                <a:lnTo>
                  <a:pt x="1447" y="1786"/>
                </a:lnTo>
                <a:lnTo>
                  <a:pt x="1447" y="1787"/>
                </a:lnTo>
                <a:lnTo>
                  <a:pt x="1448" y="1787"/>
                </a:lnTo>
                <a:lnTo>
                  <a:pt x="1448" y="1788"/>
                </a:lnTo>
                <a:lnTo>
                  <a:pt x="1448" y="1789"/>
                </a:lnTo>
                <a:lnTo>
                  <a:pt x="1448" y="1790"/>
                </a:lnTo>
                <a:lnTo>
                  <a:pt x="1448" y="1791"/>
                </a:lnTo>
                <a:lnTo>
                  <a:pt x="1448" y="1792"/>
                </a:lnTo>
                <a:lnTo>
                  <a:pt x="1448" y="1793"/>
                </a:lnTo>
                <a:lnTo>
                  <a:pt x="1450" y="1795"/>
                </a:lnTo>
                <a:lnTo>
                  <a:pt x="1451" y="1796"/>
                </a:lnTo>
                <a:lnTo>
                  <a:pt x="1452" y="1798"/>
                </a:lnTo>
                <a:lnTo>
                  <a:pt x="1453" y="1799"/>
                </a:lnTo>
                <a:lnTo>
                  <a:pt x="1453" y="1800"/>
                </a:lnTo>
                <a:lnTo>
                  <a:pt x="1453" y="1801"/>
                </a:lnTo>
                <a:lnTo>
                  <a:pt x="1454" y="1802"/>
                </a:lnTo>
                <a:lnTo>
                  <a:pt x="1454" y="1803"/>
                </a:lnTo>
                <a:lnTo>
                  <a:pt x="1454" y="1804"/>
                </a:lnTo>
                <a:lnTo>
                  <a:pt x="1454" y="1805"/>
                </a:lnTo>
                <a:lnTo>
                  <a:pt x="1454" y="1806"/>
                </a:lnTo>
                <a:lnTo>
                  <a:pt x="1454" y="1807"/>
                </a:lnTo>
                <a:lnTo>
                  <a:pt x="1454" y="1808"/>
                </a:lnTo>
                <a:lnTo>
                  <a:pt x="1453" y="1808"/>
                </a:lnTo>
                <a:lnTo>
                  <a:pt x="1453" y="1809"/>
                </a:lnTo>
                <a:lnTo>
                  <a:pt x="1452" y="1809"/>
                </a:lnTo>
                <a:lnTo>
                  <a:pt x="1452" y="1810"/>
                </a:lnTo>
                <a:lnTo>
                  <a:pt x="1451" y="1810"/>
                </a:lnTo>
                <a:lnTo>
                  <a:pt x="1452" y="1811"/>
                </a:lnTo>
                <a:lnTo>
                  <a:pt x="1451" y="1812"/>
                </a:lnTo>
                <a:lnTo>
                  <a:pt x="1450" y="1812"/>
                </a:lnTo>
                <a:lnTo>
                  <a:pt x="1450" y="1811"/>
                </a:lnTo>
                <a:lnTo>
                  <a:pt x="1450" y="1812"/>
                </a:lnTo>
                <a:lnTo>
                  <a:pt x="1449" y="1812"/>
                </a:lnTo>
                <a:lnTo>
                  <a:pt x="1449" y="1813"/>
                </a:lnTo>
                <a:lnTo>
                  <a:pt x="1448" y="1814"/>
                </a:lnTo>
                <a:lnTo>
                  <a:pt x="1447" y="1815"/>
                </a:lnTo>
                <a:lnTo>
                  <a:pt x="1447" y="1814"/>
                </a:lnTo>
                <a:lnTo>
                  <a:pt x="1447" y="1813"/>
                </a:lnTo>
                <a:lnTo>
                  <a:pt x="1446" y="1813"/>
                </a:lnTo>
                <a:lnTo>
                  <a:pt x="1444" y="1814"/>
                </a:lnTo>
                <a:lnTo>
                  <a:pt x="1443" y="1814"/>
                </a:lnTo>
                <a:lnTo>
                  <a:pt x="1443" y="1815"/>
                </a:lnTo>
                <a:lnTo>
                  <a:pt x="1442" y="1817"/>
                </a:lnTo>
                <a:lnTo>
                  <a:pt x="1441" y="1818"/>
                </a:lnTo>
                <a:lnTo>
                  <a:pt x="1440" y="1818"/>
                </a:lnTo>
                <a:lnTo>
                  <a:pt x="1439" y="1818"/>
                </a:lnTo>
                <a:lnTo>
                  <a:pt x="1438" y="1818"/>
                </a:lnTo>
                <a:lnTo>
                  <a:pt x="1437" y="1819"/>
                </a:lnTo>
                <a:lnTo>
                  <a:pt x="1437" y="1820"/>
                </a:lnTo>
                <a:lnTo>
                  <a:pt x="1437" y="1821"/>
                </a:lnTo>
                <a:lnTo>
                  <a:pt x="1436" y="1821"/>
                </a:lnTo>
                <a:lnTo>
                  <a:pt x="1432" y="1822"/>
                </a:lnTo>
                <a:lnTo>
                  <a:pt x="1431" y="1823"/>
                </a:lnTo>
                <a:lnTo>
                  <a:pt x="1430" y="1823"/>
                </a:lnTo>
                <a:lnTo>
                  <a:pt x="1430" y="1824"/>
                </a:lnTo>
                <a:lnTo>
                  <a:pt x="1428" y="1826"/>
                </a:lnTo>
                <a:lnTo>
                  <a:pt x="1428" y="1827"/>
                </a:lnTo>
                <a:lnTo>
                  <a:pt x="1427" y="1828"/>
                </a:lnTo>
                <a:lnTo>
                  <a:pt x="1426" y="1828"/>
                </a:lnTo>
                <a:lnTo>
                  <a:pt x="1425" y="1828"/>
                </a:lnTo>
                <a:lnTo>
                  <a:pt x="1425" y="1827"/>
                </a:lnTo>
                <a:lnTo>
                  <a:pt x="1424" y="1827"/>
                </a:lnTo>
                <a:lnTo>
                  <a:pt x="1423" y="1827"/>
                </a:lnTo>
                <a:lnTo>
                  <a:pt x="1422" y="1827"/>
                </a:lnTo>
                <a:lnTo>
                  <a:pt x="1421" y="1827"/>
                </a:lnTo>
                <a:lnTo>
                  <a:pt x="1420" y="1827"/>
                </a:lnTo>
                <a:lnTo>
                  <a:pt x="1419" y="1827"/>
                </a:lnTo>
                <a:lnTo>
                  <a:pt x="1418" y="1826"/>
                </a:lnTo>
                <a:lnTo>
                  <a:pt x="1418" y="1825"/>
                </a:lnTo>
                <a:lnTo>
                  <a:pt x="1416" y="1824"/>
                </a:lnTo>
                <a:lnTo>
                  <a:pt x="1415" y="1824"/>
                </a:lnTo>
                <a:lnTo>
                  <a:pt x="1414" y="1824"/>
                </a:lnTo>
                <a:lnTo>
                  <a:pt x="1413" y="1825"/>
                </a:lnTo>
                <a:lnTo>
                  <a:pt x="1412" y="1826"/>
                </a:lnTo>
                <a:lnTo>
                  <a:pt x="1412" y="1827"/>
                </a:lnTo>
                <a:lnTo>
                  <a:pt x="1412" y="1828"/>
                </a:lnTo>
                <a:lnTo>
                  <a:pt x="1409" y="1829"/>
                </a:lnTo>
                <a:lnTo>
                  <a:pt x="1407" y="1829"/>
                </a:lnTo>
                <a:lnTo>
                  <a:pt x="1406" y="1829"/>
                </a:lnTo>
                <a:lnTo>
                  <a:pt x="1405" y="1827"/>
                </a:lnTo>
                <a:lnTo>
                  <a:pt x="1404" y="1826"/>
                </a:lnTo>
                <a:lnTo>
                  <a:pt x="1404" y="1827"/>
                </a:lnTo>
                <a:lnTo>
                  <a:pt x="1403" y="1827"/>
                </a:lnTo>
                <a:lnTo>
                  <a:pt x="1402" y="1827"/>
                </a:lnTo>
                <a:lnTo>
                  <a:pt x="1402" y="1826"/>
                </a:lnTo>
                <a:lnTo>
                  <a:pt x="1401" y="1825"/>
                </a:lnTo>
                <a:lnTo>
                  <a:pt x="1401" y="1824"/>
                </a:lnTo>
                <a:lnTo>
                  <a:pt x="1401" y="1823"/>
                </a:lnTo>
                <a:lnTo>
                  <a:pt x="1400" y="1823"/>
                </a:lnTo>
                <a:lnTo>
                  <a:pt x="1399" y="1823"/>
                </a:lnTo>
                <a:lnTo>
                  <a:pt x="1398" y="1822"/>
                </a:lnTo>
                <a:lnTo>
                  <a:pt x="1398" y="1821"/>
                </a:lnTo>
                <a:lnTo>
                  <a:pt x="1398" y="1820"/>
                </a:lnTo>
                <a:lnTo>
                  <a:pt x="1396" y="1818"/>
                </a:lnTo>
                <a:lnTo>
                  <a:pt x="1396" y="1816"/>
                </a:lnTo>
                <a:lnTo>
                  <a:pt x="1394" y="1813"/>
                </a:lnTo>
                <a:lnTo>
                  <a:pt x="1394" y="1812"/>
                </a:lnTo>
                <a:lnTo>
                  <a:pt x="1393" y="1812"/>
                </a:lnTo>
                <a:lnTo>
                  <a:pt x="1393" y="1811"/>
                </a:lnTo>
                <a:lnTo>
                  <a:pt x="1392" y="1811"/>
                </a:lnTo>
                <a:lnTo>
                  <a:pt x="1391" y="1808"/>
                </a:lnTo>
                <a:lnTo>
                  <a:pt x="1390" y="1806"/>
                </a:lnTo>
                <a:lnTo>
                  <a:pt x="1389" y="1805"/>
                </a:lnTo>
                <a:lnTo>
                  <a:pt x="1388" y="1804"/>
                </a:lnTo>
                <a:lnTo>
                  <a:pt x="1387" y="1804"/>
                </a:lnTo>
                <a:lnTo>
                  <a:pt x="1387" y="1803"/>
                </a:lnTo>
                <a:lnTo>
                  <a:pt x="1386" y="1802"/>
                </a:lnTo>
                <a:lnTo>
                  <a:pt x="1386" y="1801"/>
                </a:lnTo>
                <a:lnTo>
                  <a:pt x="1386" y="1800"/>
                </a:lnTo>
                <a:lnTo>
                  <a:pt x="1385" y="1800"/>
                </a:lnTo>
                <a:lnTo>
                  <a:pt x="1385" y="1799"/>
                </a:lnTo>
                <a:lnTo>
                  <a:pt x="1385" y="1798"/>
                </a:lnTo>
                <a:lnTo>
                  <a:pt x="1384" y="1798"/>
                </a:lnTo>
                <a:lnTo>
                  <a:pt x="1383" y="1797"/>
                </a:lnTo>
                <a:lnTo>
                  <a:pt x="1383" y="1796"/>
                </a:lnTo>
                <a:lnTo>
                  <a:pt x="1382" y="1795"/>
                </a:lnTo>
                <a:lnTo>
                  <a:pt x="1381" y="1795"/>
                </a:lnTo>
                <a:lnTo>
                  <a:pt x="1380" y="1796"/>
                </a:lnTo>
                <a:lnTo>
                  <a:pt x="1378" y="1796"/>
                </a:lnTo>
                <a:lnTo>
                  <a:pt x="1378" y="1795"/>
                </a:lnTo>
                <a:lnTo>
                  <a:pt x="1378" y="1794"/>
                </a:lnTo>
                <a:lnTo>
                  <a:pt x="1377" y="1795"/>
                </a:lnTo>
                <a:lnTo>
                  <a:pt x="1376" y="1795"/>
                </a:lnTo>
                <a:lnTo>
                  <a:pt x="1375" y="1795"/>
                </a:lnTo>
                <a:lnTo>
                  <a:pt x="1375" y="1793"/>
                </a:lnTo>
                <a:lnTo>
                  <a:pt x="1376" y="1792"/>
                </a:lnTo>
                <a:lnTo>
                  <a:pt x="1377" y="1791"/>
                </a:lnTo>
                <a:lnTo>
                  <a:pt x="1378" y="1790"/>
                </a:lnTo>
                <a:lnTo>
                  <a:pt x="1379" y="1790"/>
                </a:lnTo>
                <a:lnTo>
                  <a:pt x="1380" y="1790"/>
                </a:lnTo>
                <a:lnTo>
                  <a:pt x="1379" y="1790"/>
                </a:lnTo>
                <a:lnTo>
                  <a:pt x="1379" y="1789"/>
                </a:lnTo>
                <a:lnTo>
                  <a:pt x="1378" y="1787"/>
                </a:lnTo>
                <a:lnTo>
                  <a:pt x="1377" y="1786"/>
                </a:lnTo>
                <a:lnTo>
                  <a:pt x="1376" y="1785"/>
                </a:lnTo>
                <a:lnTo>
                  <a:pt x="1375" y="1784"/>
                </a:lnTo>
                <a:lnTo>
                  <a:pt x="1375" y="1783"/>
                </a:lnTo>
                <a:lnTo>
                  <a:pt x="1375" y="1782"/>
                </a:lnTo>
                <a:lnTo>
                  <a:pt x="1374" y="1781"/>
                </a:lnTo>
                <a:lnTo>
                  <a:pt x="1373" y="1780"/>
                </a:lnTo>
                <a:lnTo>
                  <a:pt x="1372" y="1780"/>
                </a:lnTo>
                <a:lnTo>
                  <a:pt x="1371" y="1780"/>
                </a:lnTo>
                <a:lnTo>
                  <a:pt x="1370" y="1779"/>
                </a:lnTo>
                <a:lnTo>
                  <a:pt x="1370" y="1778"/>
                </a:lnTo>
                <a:lnTo>
                  <a:pt x="1371" y="1777"/>
                </a:lnTo>
                <a:lnTo>
                  <a:pt x="1371" y="1776"/>
                </a:lnTo>
                <a:lnTo>
                  <a:pt x="1371" y="1775"/>
                </a:lnTo>
                <a:lnTo>
                  <a:pt x="1372" y="1775"/>
                </a:lnTo>
                <a:lnTo>
                  <a:pt x="1372" y="1774"/>
                </a:lnTo>
                <a:lnTo>
                  <a:pt x="1372" y="1773"/>
                </a:lnTo>
                <a:lnTo>
                  <a:pt x="1373" y="1773"/>
                </a:lnTo>
                <a:lnTo>
                  <a:pt x="1373" y="1772"/>
                </a:lnTo>
                <a:lnTo>
                  <a:pt x="1374" y="1771"/>
                </a:lnTo>
                <a:lnTo>
                  <a:pt x="1374" y="1770"/>
                </a:lnTo>
                <a:lnTo>
                  <a:pt x="1374" y="1769"/>
                </a:lnTo>
                <a:lnTo>
                  <a:pt x="1373" y="1768"/>
                </a:lnTo>
                <a:lnTo>
                  <a:pt x="1372" y="1768"/>
                </a:lnTo>
                <a:lnTo>
                  <a:pt x="1370" y="1767"/>
                </a:lnTo>
                <a:lnTo>
                  <a:pt x="1370" y="1766"/>
                </a:lnTo>
                <a:lnTo>
                  <a:pt x="1368" y="1764"/>
                </a:lnTo>
                <a:lnTo>
                  <a:pt x="1367" y="1764"/>
                </a:lnTo>
                <a:lnTo>
                  <a:pt x="1366" y="1764"/>
                </a:lnTo>
                <a:lnTo>
                  <a:pt x="1365" y="1764"/>
                </a:lnTo>
                <a:lnTo>
                  <a:pt x="1364" y="1763"/>
                </a:lnTo>
                <a:lnTo>
                  <a:pt x="1363" y="1763"/>
                </a:lnTo>
                <a:lnTo>
                  <a:pt x="1363" y="1764"/>
                </a:lnTo>
                <a:lnTo>
                  <a:pt x="1363" y="1765"/>
                </a:lnTo>
                <a:lnTo>
                  <a:pt x="1362" y="1766"/>
                </a:lnTo>
                <a:lnTo>
                  <a:pt x="1361" y="1766"/>
                </a:lnTo>
                <a:lnTo>
                  <a:pt x="1360" y="1766"/>
                </a:lnTo>
                <a:lnTo>
                  <a:pt x="1360" y="1765"/>
                </a:lnTo>
                <a:lnTo>
                  <a:pt x="1359" y="1766"/>
                </a:lnTo>
                <a:lnTo>
                  <a:pt x="1359" y="1767"/>
                </a:lnTo>
                <a:lnTo>
                  <a:pt x="1358" y="1767"/>
                </a:lnTo>
                <a:lnTo>
                  <a:pt x="1357" y="1767"/>
                </a:lnTo>
                <a:lnTo>
                  <a:pt x="1357" y="1766"/>
                </a:lnTo>
                <a:lnTo>
                  <a:pt x="1356" y="1767"/>
                </a:lnTo>
                <a:lnTo>
                  <a:pt x="1355" y="1767"/>
                </a:lnTo>
                <a:lnTo>
                  <a:pt x="1354" y="1766"/>
                </a:lnTo>
                <a:lnTo>
                  <a:pt x="1354" y="1765"/>
                </a:lnTo>
                <a:lnTo>
                  <a:pt x="1355" y="1764"/>
                </a:lnTo>
                <a:lnTo>
                  <a:pt x="1354" y="1763"/>
                </a:lnTo>
                <a:lnTo>
                  <a:pt x="1353" y="1762"/>
                </a:lnTo>
                <a:lnTo>
                  <a:pt x="1353" y="1761"/>
                </a:lnTo>
                <a:lnTo>
                  <a:pt x="1354" y="1759"/>
                </a:lnTo>
                <a:lnTo>
                  <a:pt x="1353" y="1757"/>
                </a:lnTo>
                <a:lnTo>
                  <a:pt x="1353" y="1756"/>
                </a:lnTo>
                <a:lnTo>
                  <a:pt x="1352" y="1756"/>
                </a:lnTo>
                <a:lnTo>
                  <a:pt x="1351" y="1756"/>
                </a:lnTo>
                <a:lnTo>
                  <a:pt x="1350" y="1756"/>
                </a:lnTo>
                <a:lnTo>
                  <a:pt x="1350" y="1755"/>
                </a:lnTo>
                <a:lnTo>
                  <a:pt x="1349" y="1755"/>
                </a:lnTo>
                <a:lnTo>
                  <a:pt x="1348" y="1755"/>
                </a:lnTo>
                <a:lnTo>
                  <a:pt x="1347" y="1753"/>
                </a:lnTo>
                <a:lnTo>
                  <a:pt x="1346" y="1753"/>
                </a:lnTo>
                <a:lnTo>
                  <a:pt x="1346" y="1752"/>
                </a:lnTo>
                <a:lnTo>
                  <a:pt x="1345" y="1751"/>
                </a:lnTo>
                <a:lnTo>
                  <a:pt x="1344" y="1750"/>
                </a:lnTo>
                <a:lnTo>
                  <a:pt x="1343" y="1750"/>
                </a:lnTo>
                <a:lnTo>
                  <a:pt x="1343" y="1749"/>
                </a:lnTo>
                <a:lnTo>
                  <a:pt x="1343" y="1748"/>
                </a:lnTo>
                <a:lnTo>
                  <a:pt x="1342" y="1747"/>
                </a:lnTo>
                <a:lnTo>
                  <a:pt x="1341" y="1745"/>
                </a:lnTo>
                <a:lnTo>
                  <a:pt x="1340" y="1743"/>
                </a:lnTo>
                <a:lnTo>
                  <a:pt x="1340" y="1742"/>
                </a:lnTo>
                <a:lnTo>
                  <a:pt x="1340" y="1741"/>
                </a:lnTo>
                <a:lnTo>
                  <a:pt x="1339" y="1739"/>
                </a:lnTo>
                <a:lnTo>
                  <a:pt x="1339" y="1738"/>
                </a:lnTo>
                <a:lnTo>
                  <a:pt x="1338" y="1738"/>
                </a:lnTo>
                <a:lnTo>
                  <a:pt x="1337" y="1738"/>
                </a:lnTo>
                <a:lnTo>
                  <a:pt x="1337" y="1737"/>
                </a:lnTo>
                <a:lnTo>
                  <a:pt x="1336" y="1737"/>
                </a:lnTo>
                <a:lnTo>
                  <a:pt x="1336" y="1736"/>
                </a:lnTo>
                <a:lnTo>
                  <a:pt x="1336" y="1735"/>
                </a:lnTo>
                <a:lnTo>
                  <a:pt x="1335" y="1734"/>
                </a:lnTo>
                <a:lnTo>
                  <a:pt x="1334" y="1733"/>
                </a:lnTo>
                <a:lnTo>
                  <a:pt x="1333" y="1732"/>
                </a:lnTo>
                <a:lnTo>
                  <a:pt x="1332" y="1731"/>
                </a:lnTo>
                <a:lnTo>
                  <a:pt x="1331" y="1730"/>
                </a:lnTo>
                <a:lnTo>
                  <a:pt x="1331" y="1729"/>
                </a:lnTo>
                <a:lnTo>
                  <a:pt x="1329" y="1727"/>
                </a:lnTo>
                <a:lnTo>
                  <a:pt x="1327" y="1726"/>
                </a:lnTo>
                <a:lnTo>
                  <a:pt x="1326" y="1725"/>
                </a:lnTo>
                <a:lnTo>
                  <a:pt x="1325" y="1725"/>
                </a:lnTo>
                <a:lnTo>
                  <a:pt x="1324" y="1724"/>
                </a:lnTo>
                <a:lnTo>
                  <a:pt x="1324" y="1723"/>
                </a:lnTo>
                <a:lnTo>
                  <a:pt x="1323" y="1723"/>
                </a:lnTo>
                <a:lnTo>
                  <a:pt x="1322" y="1723"/>
                </a:lnTo>
                <a:lnTo>
                  <a:pt x="1322" y="1722"/>
                </a:lnTo>
                <a:lnTo>
                  <a:pt x="1322" y="1721"/>
                </a:lnTo>
                <a:lnTo>
                  <a:pt x="1321" y="1721"/>
                </a:lnTo>
                <a:lnTo>
                  <a:pt x="1321" y="1720"/>
                </a:lnTo>
                <a:lnTo>
                  <a:pt x="1320" y="1720"/>
                </a:lnTo>
                <a:lnTo>
                  <a:pt x="1319" y="1719"/>
                </a:lnTo>
                <a:lnTo>
                  <a:pt x="1318" y="1718"/>
                </a:lnTo>
                <a:lnTo>
                  <a:pt x="1318" y="1717"/>
                </a:lnTo>
                <a:lnTo>
                  <a:pt x="1317" y="1716"/>
                </a:lnTo>
                <a:lnTo>
                  <a:pt x="1317" y="1715"/>
                </a:lnTo>
                <a:lnTo>
                  <a:pt x="1316" y="1715"/>
                </a:lnTo>
                <a:lnTo>
                  <a:pt x="1316" y="1714"/>
                </a:lnTo>
                <a:lnTo>
                  <a:pt x="1316" y="1713"/>
                </a:lnTo>
                <a:lnTo>
                  <a:pt x="1316" y="1712"/>
                </a:lnTo>
                <a:lnTo>
                  <a:pt x="1315" y="1711"/>
                </a:lnTo>
                <a:lnTo>
                  <a:pt x="1314" y="1711"/>
                </a:lnTo>
                <a:lnTo>
                  <a:pt x="1314" y="1710"/>
                </a:lnTo>
                <a:lnTo>
                  <a:pt x="1314" y="1709"/>
                </a:lnTo>
                <a:lnTo>
                  <a:pt x="1314" y="1708"/>
                </a:lnTo>
                <a:lnTo>
                  <a:pt x="1314" y="1707"/>
                </a:lnTo>
                <a:lnTo>
                  <a:pt x="1314" y="1706"/>
                </a:lnTo>
                <a:lnTo>
                  <a:pt x="1314" y="1705"/>
                </a:lnTo>
                <a:lnTo>
                  <a:pt x="1315" y="1705"/>
                </a:lnTo>
                <a:lnTo>
                  <a:pt x="1315" y="1704"/>
                </a:lnTo>
                <a:lnTo>
                  <a:pt x="1315" y="1703"/>
                </a:lnTo>
                <a:lnTo>
                  <a:pt x="1314" y="1702"/>
                </a:lnTo>
                <a:lnTo>
                  <a:pt x="1314" y="1701"/>
                </a:lnTo>
                <a:lnTo>
                  <a:pt x="1313" y="1701"/>
                </a:lnTo>
                <a:lnTo>
                  <a:pt x="1312" y="1701"/>
                </a:lnTo>
                <a:lnTo>
                  <a:pt x="1311" y="1700"/>
                </a:lnTo>
                <a:lnTo>
                  <a:pt x="1311" y="1698"/>
                </a:lnTo>
                <a:lnTo>
                  <a:pt x="1312" y="1696"/>
                </a:lnTo>
                <a:lnTo>
                  <a:pt x="1312" y="1695"/>
                </a:lnTo>
                <a:lnTo>
                  <a:pt x="1312" y="1694"/>
                </a:lnTo>
                <a:lnTo>
                  <a:pt x="1312" y="1692"/>
                </a:lnTo>
                <a:lnTo>
                  <a:pt x="1312" y="1691"/>
                </a:lnTo>
                <a:lnTo>
                  <a:pt x="1312" y="1690"/>
                </a:lnTo>
                <a:lnTo>
                  <a:pt x="1312" y="1689"/>
                </a:lnTo>
                <a:lnTo>
                  <a:pt x="1312" y="1688"/>
                </a:lnTo>
                <a:lnTo>
                  <a:pt x="1311" y="1688"/>
                </a:lnTo>
                <a:lnTo>
                  <a:pt x="1311" y="1687"/>
                </a:lnTo>
                <a:lnTo>
                  <a:pt x="1310" y="1687"/>
                </a:lnTo>
                <a:lnTo>
                  <a:pt x="1309" y="1686"/>
                </a:lnTo>
                <a:lnTo>
                  <a:pt x="1308" y="1686"/>
                </a:lnTo>
                <a:lnTo>
                  <a:pt x="1308" y="1685"/>
                </a:lnTo>
                <a:lnTo>
                  <a:pt x="1307" y="1684"/>
                </a:lnTo>
                <a:lnTo>
                  <a:pt x="1306" y="1684"/>
                </a:lnTo>
                <a:lnTo>
                  <a:pt x="1307" y="1684"/>
                </a:lnTo>
                <a:lnTo>
                  <a:pt x="1307" y="1683"/>
                </a:lnTo>
                <a:lnTo>
                  <a:pt x="1308" y="1683"/>
                </a:lnTo>
                <a:lnTo>
                  <a:pt x="1309" y="1683"/>
                </a:lnTo>
                <a:lnTo>
                  <a:pt x="1310" y="1683"/>
                </a:lnTo>
                <a:lnTo>
                  <a:pt x="1310" y="1682"/>
                </a:lnTo>
                <a:lnTo>
                  <a:pt x="1310" y="1681"/>
                </a:lnTo>
                <a:lnTo>
                  <a:pt x="1310" y="1680"/>
                </a:lnTo>
                <a:lnTo>
                  <a:pt x="1310" y="1679"/>
                </a:lnTo>
                <a:lnTo>
                  <a:pt x="1310" y="1676"/>
                </a:lnTo>
                <a:lnTo>
                  <a:pt x="1309" y="1675"/>
                </a:lnTo>
                <a:lnTo>
                  <a:pt x="1309" y="1674"/>
                </a:lnTo>
                <a:lnTo>
                  <a:pt x="1308" y="1674"/>
                </a:lnTo>
                <a:lnTo>
                  <a:pt x="1308" y="1673"/>
                </a:lnTo>
                <a:lnTo>
                  <a:pt x="1307" y="1673"/>
                </a:lnTo>
                <a:lnTo>
                  <a:pt x="1306" y="1672"/>
                </a:lnTo>
                <a:lnTo>
                  <a:pt x="1305" y="1670"/>
                </a:lnTo>
                <a:lnTo>
                  <a:pt x="1304" y="1668"/>
                </a:lnTo>
                <a:lnTo>
                  <a:pt x="1304" y="1667"/>
                </a:lnTo>
                <a:lnTo>
                  <a:pt x="1304" y="1666"/>
                </a:lnTo>
                <a:lnTo>
                  <a:pt x="1304" y="1665"/>
                </a:lnTo>
                <a:lnTo>
                  <a:pt x="1304" y="1664"/>
                </a:lnTo>
                <a:lnTo>
                  <a:pt x="1303" y="1664"/>
                </a:lnTo>
                <a:lnTo>
                  <a:pt x="1302" y="1664"/>
                </a:lnTo>
                <a:lnTo>
                  <a:pt x="1302" y="1663"/>
                </a:lnTo>
                <a:lnTo>
                  <a:pt x="1301" y="1663"/>
                </a:lnTo>
                <a:lnTo>
                  <a:pt x="1300" y="1662"/>
                </a:lnTo>
                <a:lnTo>
                  <a:pt x="1300" y="1661"/>
                </a:lnTo>
                <a:lnTo>
                  <a:pt x="1299" y="1660"/>
                </a:lnTo>
                <a:lnTo>
                  <a:pt x="1298" y="1659"/>
                </a:lnTo>
                <a:lnTo>
                  <a:pt x="1298" y="1658"/>
                </a:lnTo>
                <a:lnTo>
                  <a:pt x="1297" y="1658"/>
                </a:lnTo>
                <a:lnTo>
                  <a:pt x="1296" y="1658"/>
                </a:lnTo>
                <a:lnTo>
                  <a:pt x="1295" y="1657"/>
                </a:lnTo>
                <a:lnTo>
                  <a:pt x="1294" y="1657"/>
                </a:lnTo>
                <a:lnTo>
                  <a:pt x="1293" y="1657"/>
                </a:lnTo>
                <a:lnTo>
                  <a:pt x="1292" y="1657"/>
                </a:lnTo>
                <a:lnTo>
                  <a:pt x="1291" y="1656"/>
                </a:lnTo>
                <a:lnTo>
                  <a:pt x="1291" y="1655"/>
                </a:lnTo>
                <a:lnTo>
                  <a:pt x="1290" y="1654"/>
                </a:lnTo>
                <a:lnTo>
                  <a:pt x="1289" y="1653"/>
                </a:lnTo>
                <a:lnTo>
                  <a:pt x="1288" y="1652"/>
                </a:lnTo>
                <a:lnTo>
                  <a:pt x="1287" y="1652"/>
                </a:lnTo>
                <a:lnTo>
                  <a:pt x="1286" y="1653"/>
                </a:lnTo>
                <a:lnTo>
                  <a:pt x="1285" y="1653"/>
                </a:lnTo>
                <a:lnTo>
                  <a:pt x="1284" y="1653"/>
                </a:lnTo>
                <a:lnTo>
                  <a:pt x="1283" y="1654"/>
                </a:lnTo>
                <a:lnTo>
                  <a:pt x="1283" y="1655"/>
                </a:lnTo>
                <a:lnTo>
                  <a:pt x="1283" y="1656"/>
                </a:lnTo>
                <a:lnTo>
                  <a:pt x="1283" y="1657"/>
                </a:lnTo>
                <a:lnTo>
                  <a:pt x="1282" y="1657"/>
                </a:lnTo>
                <a:lnTo>
                  <a:pt x="1282" y="1658"/>
                </a:lnTo>
                <a:lnTo>
                  <a:pt x="1281" y="1659"/>
                </a:lnTo>
                <a:lnTo>
                  <a:pt x="1280" y="1659"/>
                </a:lnTo>
                <a:lnTo>
                  <a:pt x="1279" y="1661"/>
                </a:lnTo>
                <a:lnTo>
                  <a:pt x="1278" y="1661"/>
                </a:lnTo>
                <a:lnTo>
                  <a:pt x="1278" y="1663"/>
                </a:lnTo>
                <a:lnTo>
                  <a:pt x="1279" y="1663"/>
                </a:lnTo>
                <a:lnTo>
                  <a:pt x="1279" y="1664"/>
                </a:lnTo>
                <a:lnTo>
                  <a:pt x="1278" y="1664"/>
                </a:lnTo>
                <a:lnTo>
                  <a:pt x="1277" y="1665"/>
                </a:lnTo>
                <a:lnTo>
                  <a:pt x="1276" y="1666"/>
                </a:lnTo>
                <a:lnTo>
                  <a:pt x="1275" y="1666"/>
                </a:lnTo>
                <a:lnTo>
                  <a:pt x="1275" y="1667"/>
                </a:lnTo>
                <a:lnTo>
                  <a:pt x="1274" y="1667"/>
                </a:lnTo>
                <a:lnTo>
                  <a:pt x="1274" y="1668"/>
                </a:lnTo>
                <a:lnTo>
                  <a:pt x="1274" y="1669"/>
                </a:lnTo>
                <a:lnTo>
                  <a:pt x="1273" y="1669"/>
                </a:lnTo>
                <a:lnTo>
                  <a:pt x="1271" y="1670"/>
                </a:lnTo>
                <a:lnTo>
                  <a:pt x="1270" y="1671"/>
                </a:lnTo>
                <a:lnTo>
                  <a:pt x="1270" y="1672"/>
                </a:lnTo>
                <a:lnTo>
                  <a:pt x="1270" y="1673"/>
                </a:lnTo>
                <a:lnTo>
                  <a:pt x="1269" y="1673"/>
                </a:lnTo>
                <a:lnTo>
                  <a:pt x="1269" y="1674"/>
                </a:lnTo>
                <a:lnTo>
                  <a:pt x="1269" y="1675"/>
                </a:lnTo>
                <a:lnTo>
                  <a:pt x="1269" y="1676"/>
                </a:lnTo>
                <a:lnTo>
                  <a:pt x="1269" y="1677"/>
                </a:lnTo>
                <a:lnTo>
                  <a:pt x="1269" y="1678"/>
                </a:lnTo>
                <a:lnTo>
                  <a:pt x="1269" y="1681"/>
                </a:lnTo>
                <a:lnTo>
                  <a:pt x="1269" y="1682"/>
                </a:lnTo>
                <a:lnTo>
                  <a:pt x="1269" y="1684"/>
                </a:lnTo>
                <a:lnTo>
                  <a:pt x="1269" y="1685"/>
                </a:lnTo>
                <a:lnTo>
                  <a:pt x="1269" y="1686"/>
                </a:lnTo>
                <a:lnTo>
                  <a:pt x="1269" y="1687"/>
                </a:lnTo>
                <a:lnTo>
                  <a:pt x="1269" y="1688"/>
                </a:lnTo>
                <a:lnTo>
                  <a:pt x="1268" y="1691"/>
                </a:lnTo>
                <a:lnTo>
                  <a:pt x="1268" y="1692"/>
                </a:lnTo>
                <a:lnTo>
                  <a:pt x="1267" y="1692"/>
                </a:lnTo>
                <a:lnTo>
                  <a:pt x="1267" y="1693"/>
                </a:lnTo>
                <a:lnTo>
                  <a:pt x="1266" y="1693"/>
                </a:lnTo>
                <a:lnTo>
                  <a:pt x="1266" y="1692"/>
                </a:lnTo>
                <a:lnTo>
                  <a:pt x="1265" y="1692"/>
                </a:lnTo>
                <a:lnTo>
                  <a:pt x="1264" y="1691"/>
                </a:lnTo>
                <a:lnTo>
                  <a:pt x="1263" y="1691"/>
                </a:lnTo>
                <a:lnTo>
                  <a:pt x="1262" y="1691"/>
                </a:lnTo>
                <a:lnTo>
                  <a:pt x="1261" y="1692"/>
                </a:lnTo>
                <a:lnTo>
                  <a:pt x="1261" y="1693"/>
                </a:lnTo>
                <a:lnTo>
                  <a:pt x="1260" y="1693"/>
                </a:lnTo>
                <a:lnTo>
                  <a:pt x="1260" y="1692"/>
                </a:lnTo>
                <a:lnTo>
                  <a:pt x="1259" y="1692"/>
                </a:lnTo>
                <a:lnTo>
                  <a:pt x="1258" y="1692"/>
                </a:lnTo>
                <a:lnTo>
                  <a:pt x="1257" y="1693"/>
                </a:lnTo>
                <a:lnTo>
                  <a:pt x="1256" y="1693"/>
                </a:lnTo>
                <a:lnTo>
                  <a:pt x="1253" y="1691"/>
                </a:lnTo>
                <a:lnTo>
                  <a:pt x="1252" y="1690"/>
                </a:lnTo>
                <a:lnTo>
                  <a:pt x="1251" y="1690"/>
                </a:lnTo>
                <a:lnTo>
                  <a:pt x="1251" y="1691"/>
                </a:lnTo>
                <a:lnTo>
                  <a:pt x="1252" y="1691"/>
                </a:lnTo>
                <a:lnTo>
                  <a:pt x="1252" y="1692"/>
                </a:lnTo>
                <a:lnTo>
                  <a:pt x="1251" y="1694"/>
                </a:lnTo>
                <a:lnTo>
                  <a:pt x="1250" y="1695"/>
                </a:lnTo>
                <a:lnTo>
                  <a:pt x="1250" y="1696"/>
                </a:lnTo>
                <a:lnTo>
                  <a:pt x="1251" y="1696"/>
                </a:lnTo>
                <a:lnTo>
                  <a:pt x="1251" y="1697"/>
                </a:lnTo>
                <a:lnTo>
                  <a:pt x="1252" y="1697"/>
                </a:lnTo>
                <a:lnTo>
                  <a:pt x="1252" y="1698"/>
                </a:lnTo>
                <a:lnTo>
                  <a:pt x="1252" y="1699"/>
                </a:lnTo>
                <a:lnTo>
                  <a:pt x="1252" y="1700"/>
                </a:lnTo>
                <a:lnTo>
                  <a:pt x="1253" y="1700"/>
                </a:lnTo>
                <a:lnTo>
                  <a:pt x="1253" y="1701"/>
                </a:lnTo>
                <a:lnTo>
                  <a:pt x="1254" y="1702"/>
                </a:lnTo>
                <a:lnTo>
                  <a:pt x="1254" y="1703"/>
                </a:lnTo>
                <a:lnTo>
                  <a:pt x="1254" y="1704"/>
                </a:lnTo>
                <a:lnTo>
                  <a:pt x="1254" y="1703"/>
                </a:lnTo>
                <a:lnTo>
                  <a:pt x="1255" y="1703"/>
                </a:lnTo>
                <a:lnTo>
                  <a:pt x="1256" y="1703"/>
                </a:lnTo>
                <a:lnTo>
                  <a:pt x="1256" y="1704"/>
                </a:lnTo>
                <a:lnTo>
                  <a:pt x="1257" y="1704"/>
                </a:lnTo>
                <a:lnTo>
                  <a:pt x="1257" y="1705"/>
                </a:lnTo>
                <a:lnTo>
                  <a:pt x="1258" y="1705"/>
                </a:lnTo>
                <a:lnTo>
                  <a:pt x="1258" y="1706"/>
                </a:lnTo>
                <a:lnTo>
                  <a:pt x="1259" y="1706"/>
                </a:lnTo>
                <a:lnTo>
                  <a:pt x="1259" y="1705"/>
                </a:lnTo>
                <a:lnTo>
                  <a:pt x="1260" y="1705"/>
                </a:lnTo>
                <a:lnTo>
                  <a:pt x="1260" y="1706"/>
                </a:lnTo>
                <a:lnTo>
                  <a:pt x="1260" y="1707"/>
                </a:lnTo>
                <a:lnTo>
                  <a:pt x="1259" y="1709"/>
                </a:lnTo>
                <a:lnTo>
                  <a:pt x="1259" y="1710"/>
                </a:lnTo>
                <a:lnTo>
                  <a:pt x="1258" y="1710"/>
                </a:lnTo>
                <a:lnTo>
                  <a:pt x="1257" y="1711"/>
                </a:lnTo>
                <a:lnTo>
                  <a:pt x="1257" y="1712"/>
                </a:lnTo>
                <a:lnTo>
                  <a:pt x="1256" y="1712"/>
                </a:lnTo>
                <a:lnTo>
                  <a:pt x="1256" y="1713"/>
                </a:lnTo>
                <a:lnTo>
                  <a:pt x="1257" y="1714"/>
                </a:lnTo>
                <a:lnTo>
                  <a:pt x="1257" y="1715"/>
                </a:lnTo>
                <a:lnTo>
                  <a:pt x="1258" y="1715"/>
                </a:lnTo>
                <a:lnTo>
                  <a:pt x="1259" y="1715"/>
                </a:lnTo>
                <a:lnTo>
                  <a:pt x="1260" y="1715"/>
                </a:lnTo>
                <a:lnTo>
                  <a:pt x="1261" y="1714"/>
                </a:lnTo>
                <a:lnTo>
                  <a:pt x="1261" y="1715"/>
                </a:lnTo>
                <a:lnTo>
                  <a:pt x="1261" y="1716"/>
                </a:lnTo>
                <a:lnTo>
                  <a:pt x="1260" y="1716"/>
                </a:lnTo>
                <a:lnTo>
                  <a:pt x="1261" y="1716"/>
                </a:lnTo>
                <a:lnTo>
                  <a:pt x="1262" y="1717"/>
                </a:lnTo>
                <a:lnTo>
                  <a:pt x="1263" y="1718"/>
                </a:lnTo>
                <a:lnTo>
                  <a:pt x="1263" y="1719"/>
                </a:lnTo>
                <a:lnTo>
                  <a:pt x="1264" y="1720"/>
                </a:lnTo>
                <a:lnTo>
                  <a:pt x="1264" y="1721"/>
                </a:lnTo>
                <a:lnTo>
                  <a:pt x="1263" y="1721"/>
                </a:lnTo>
                <a:lnTo>
                  <a:pt x="1262" y="1721"/>
                </a:lnTo>
                <a:lnTo>
                  <a:pt x="1263" y="1723"/>
                </a:lnTo>
                <a:lnTo>
                  <a:pt x="1263" y="1725"/>
                </a:lnTo>
                <a:lnTo>
                  <a:pt x="1264" y="1727"/>
                </a:lnTo>
                <a:lnTo>
                  <a:pt x="1264" y="1728"/>
                </a:lnTo>
                <a:lnTo>
                  <a:pt x="1263" y="1728"/>
                </a:lnTo>
                <a:lnTo>
                  <a:pt x="1262" y="1728"/>
                </a:lnTo>
                <a:lnTo>
                  <a:pt x="1261" y="1728"/>
                </a:lnTo>
                <a:lnTo>
                  <a:pt x="1261" y="1729"/>
                </a:lnTo>
                <a:lnTo>
                  <a:pt x="1261" y="1730"/>
                </a:lnTo>
                <a:lnTo>
                  <a:pt x="1260" y="1730"/>
                </a:lnTo>
                <a:lnTo>
                  <a:pt x="1260" y="1731"/>
                </a:lnTo>
                <a:lnTo>
                  <a:pt x="1260" y="1732"/>
                </a:lnTo>
                <a:lnTo>
                  <a:pt x="1261" y="1732"/>
                </a:lnTo>
                <a:lnTo>
                  <a:pt x="1262" y="1732"/>
                </a:lnTo>
                <a:lnTo>
                  <a:pt x="1262" y="1733"/>
                </a:lnTo>
                <a:lnTo>
                  <a:pt x="1263" y="1733"/>
                </a:lnTo>
                <a:lnTo>
                  <a:pt x="1263" y="1732"/>
                </a:lnTo>
                <a:lnTo>
                  <a:pt x="1264" y="1732"/>
                </a:lnTo>
                <a:lnTo>
                  <a:pt x="1264" y="1735"/>
                </a:lnTo>
                <a:lnTo>
                  <a:pt x="1265" y="1735"/>
                </a:lnTo>
                <a:lnTo>
                  <a:pt x="1265" y="1736"/>
                </a:lnTo>
                <a:lnTo>
                  <a:pt x="1266" y="1736"/>
                </a:lnTo>
                <a:lnTo>
                  <a:pt x="1267" y="1737"/>
                </a:lnTo>
                <a:lnTo>
                  <a:pt x="1267" y="1736"/>
                </a:lnTo>
                <a:lnTo>
                  <a:pt x="1268" y="1736"/>
                </a:lnTo>
                <a:lnTo>
                  <a:pt x="1268" y="1737"/>
                </a:lnTo>
                <a:lnTo>
                  <a:pt x="1267" y="1737"/>
                </a:lnTo>
                <a:lnTo>
                  <a:pt x="1266" y="1738"/>
                </a:lnTo>
                <a:lnTo>
                  <a:pt x="1266" y="1739"/>
                </a:lnTo>
                <a:lnTo>
                  <a:pt x="1265" y="1739"/>
                </a:lnTo>
                <a:lnTo>
                  <a:pt x="1265" y="1740"/>
                </a:lnTo>
                <a:lnTo>
                  <a:pt x="1264" y="1740"/>
                </a:lnTo>
                <a:lnTo>
                  <a:pt x="1264" y="1741"/>
                </a:lnTo>
                <a:lnTo>
                  <a:pt x="1263" y="1742"/>
                </a:lnTo>
                <a:lnTo>
                  <a:pt x="1263" y="1743"/>
                </a:lnTo>
                <a:lnTo>
                  <a:pt x="1262" y="1744"/>
                </a:lnTo>
                <a:lnTo>
                  <a:pt x="1261" y="1745"/>
                </a:lnTo>
                <a:lnTo>
                  <a:pt x="1260" y="1745"/>
                </a:lnTo>
                <a:lnTo>
                  <a:pt x="1259" y="1745"/>
                </a:lnTo>
                <a:lnTo>
                  <a:pt x="1259" y="1744"/>
                </a:lnTo>
                <a:lnTo>
                  <a:pt x="1259" y="1745"/>
                </a:lnTo>
                <a:lnTo>
                  <a:pt x="1258" y="1745"/>
                </a:lnTo>
                <a:lnTo>
                  <a:pt x="1257" y="1746"/>
                </a:lnTo>
                <a:lnTo>
                  <a:pt x="1257" y="1747"/>
                </a:lnTo>
                <a:lnTo>
                  <a:pt x="1257" y="1748"/>
                </a:lnTo>
                <a:lnTo>
                  <a:pt x="1256" y="1748"/>
                </a:lnTo>
                <a:lnTo>
                  <a:pt x="1255" y="1749"/>
                </a:lnTo>
                <a:lnTo>
                  <a:pt x="1254" y="1749"/>
                </a:lnTo>
                <a:lnTo>
                  <a:pt x="1253" y="1749"/>
                </a:lnTo>
                <a:lnTo>
                  <a:pt x="1253" y="1750"/>
                </a:lnTo>
                <a:lnTo>
                  <a:pt x="1252" y="1750"/>
                </a:lnTo>
                <a:lnTo>
                  <a:pt x="1251" y="1750"/>
                </a:lnTo>
                <a:lnTo>
                  <a:pt x="1250" y="1751"/>
                </a:lnTo>
                <a:lnTo>
                  <a:pt x="1249" y="1751"/>
                </a:lnTo>
                <a:lnTo>
                  <a:pt x="1248" y="1751"/>
                </a:lnTo>
                <a:lnTo>
                  <a:pt x="1248" y="1752"/>
                </a:lnTo>
                <a:lnTo>
                  <a:pt x="1246" y="1754"/>
                </a:lnTo>
                <a:lnTo>
                  <a:pt x="1246" y="1755"/>
                </a:lnTo>
                <a:lnTo>
                  <a:pt x="1245" y="1755"/>
                </a:lnTo>
                <a:lnTo>
                  <a:pt x="1245" y="1756"/>
                </a:lnTo>
                <a:lnTo>
                  <a:pt x="1244" y="1756"/>
                </a:lnTo>
                <a:lnTo>
                  <a:pt x="1244" y="1757"/>
                </a:lnTo>
                <a:lnTo>
                  <a:pt x="1243" y="1757"/>
                </a:lnTo>
                <a:lnTo>
                  <a:pt x="1242" y="1757"/>
                </a:lnTo>
                <a:lnTo>
                  <a:pt x="1241" y="1757"/>
                </a:lnTo>
                <a:lnTo>
                  <a:pt x="1240" y="1757"/>
                </a:lnTo>
                <a:lnTo>
                  <a:pt x="1240" y="1758"/>
                </a:lnTo>
                <a:lnTo>
                  <a:pt x="1239" y="1758"/>
                </a:lnTo>
                <a:lnTo>
                  <a:pt x="1238" y="1759"/>
                </a:lnTo>
                <a:lnTo>
                  <a:pt x="1237" y="1759"/>
                </a:lnTo>
                <a:lnTo>
                  <a:pt x="1236" y="1758"/>
                </a:lnTo>
                <a:lnTo>
                  <a:pt x="1234" y="1758"/>
                </a:lnTo>
                <a:lnTo>
                  <a:pt x="1234" y="1757"/>
                </a:lnTo>
                <a:lnTo>
                  <a:pt x="1234" y="1756"/>
                </a:lnTo>
                <a:lnTo>
                  <a:pt x="1233" y="1756"/>
                </a:lnTo>
                <a:lnTo>
                  <a:pt x="1232" y="1756"/>
                </a:lnTo>
                <a:lnTo>
                  <a:pt x="1232" y="1757"/>
                </a:lnTo>
                <a:lnTo>
                  <a:pt x="1231" y="1757"/>
                </a:lnTo>
                <a:lnTo>
                  <a:pt x="1230" y="1757"/>
                </a:lnTo>
                <a:lnTo>
                  <a:pt x="1229" y="1757"/>
                </a:lnTo>
                <a:lnTo>
                  <a:pt x="1229" y="1756"/>
                </a:lnTo>
                <a:lnTo>
                  <a:pt x="1228" y="1756"/>
                </a:lnTo>
                <a:lnTo>
                  <a:pt x="1228" y="1757"/>
                </a:lnTo>
                <a:lnTo>
                  <a:pt x="1228" y="1758"/>
                </a:lnTo>
                <a:lnTo>
                  <a:pt x="1227" y="1759"/>
                </a:lnTo>
                <a:lnTo>
                  <a:pt x="1226" y="1759"/>
                </a:lnTo>
                <a:lnTo>
                  <a:pt x="1226" y="1760"/>
                </a:lnTo>
                <a:lnTo>
                  <a:pt x="1225" y="1760"/>
                </a:lnTo>
                <a:lnTo>
                  <a:pt x="1224" y="1759"/>
                </a:lnTo>
                <a:lnTo>
                  <a:pt x="1223" y="1759"/>
                </a:lnTo>
                <a:lnTo>
                  <a:pt x="1222" y="1759"/>
                </a:lnTo>
                <a:lnTo>
                  <a:pt x="1221" y="1759"/>
                </a:lnTo>
                <a:lnTo>
                  <a:pt x="1221" y="1758"/>
                </a:lnTo>
                <a:lnTo>
                  <a:pt x="1219" y="1758"/>
                </a:lnTo>
                <a:lnTo>
                  <a:pt x="1218" y="1758"/>
                </a:lnTo>
                <a:lnTo>
                  <a:pt x="1218" y="1757"/>
                </a:lnTo>
                <a:lnTo>
                  <a:pt x="1216" y="1756"/>
                </a:lnTo>
                <a:lnTo>
                  <a:pt x="1217" y="1755"/>
                </a:lnTo>
                <a:lnTo>
                  <a:pt x="1217" y="1753"/>
                </a:lnTo>
                <a:lnTo>
                  <a:pt x="1216" y="1752"/>
                </a:lnTo>
                <a:lnTo>
                  <a:pt x="1216" y="1751"/>
                </a:lnTo>
                <a:lnTo>
                  <a:pt x="1216" y="1750"/>
                </a:lnTo>
                <a:lnTo>
                  <a:pt x="1215" y="1750"/>
                </a:lnTo>
                <a:lnTo>
                  <a:pt x="1215" y="1748"/>
                </a:lnTo>
                <a:lnTo>
                  <a:pt x="1213" y="1746"/>
                </a:lnTo>
                <a:lnTo>
                  <a:pt x="1213" y="1745"/>
                </a:lnTo>
                <a:lnTo>
                  <a:pt x="1212" y="1744"/>
                </a:lnTo>
                <a:lnTo>
                  <a:pt x="1212" y="1741"/>
                </a:lnTo>
                <a:lnTo>
                  <a:pt x="1212" y="1740"/>
                </a:lnTo>
                <a:lnTo>
                  <a:pt x="1212" y="1739"/>
                </a:lnTo>
                <a:lnTo>
                  <a:pt x="1211" y="1739"/>
                </a:lnTo>
                <a:lnTo>
                  <a:pt x="1211" y="1738"/>
                </a:lnTo>
                <a:lnTo>
                  <a:pt x="1211" y="1737"/>
                </a:lnTo>
                <a:lnTo>
                  <a:pt x="1210" y="1736"/>
                </a:lnTo>
                <a:lnTo>
                  <a:pt x="1209" y="1737"/>
                </a:lnTo>
                <a:lnTo>
                  <a:pt x="1209" y="1739"/>
                </a:lnTo>
                <a:lnTo>
                  <a:pt x="1209" y="1740"/>
                </a:lnTo>
                <a:lnTo>
                  <a:pt x="1209" y="1741"/>
                </a:lnTo>
                <a:lnTo>
                  <a:pt x="1209" y="1742"/>
                </a:lnTo>
                <a:lnTo>
                  <a:pt x="1208" y="1742"/>
                </a:lnTo>
                <a:lnTo>
                  <a:pt x="1208" y="1743"/>
                </a:lnTo>
                <a:lnTo>
                  <a:pt x="1207" y="1743"/>
                </a:lnTo>
                <a:lnTo>
                  <a:pt x="1207" y="1744"/>
                </a:lnTo>
                <a:lnTo>
                  <a:pt x="1206" y="1744"/>
                </a:lnTo>
                <a:lnTo>
                  <a:pt x="1205" y="1744"/>
                </a:lnTo>
                <a:lnTo>
                  <a:pt x="1204" y="1744"/>
                </a:lnTo>
                <a:lnTo>
                  <a:pt x="1204" y="1743"/>
                </a:lnTo>
                <a:lnTo>
                  <a:pt x="1202" y="1742"/>
                </a:lnTo>
                <a:lnTo>
                  <a:pt x="1202" y="1741"/>
                </a:lnTo>
                <a:lnTo>
                  <a:pt x="1200" y="1740"/>
                </a:lnTo>
                <a:lnTo>
                  <a:pt x="1199" y="1740"/>
                </a:lnTo>
                <a:lnTo>
                  <a:pt x="1199" y="1741"/>
                </a:lnTo>
                <a:lnTo>
                  <a:pt x="1199" y="1742"/>
                </a:lnTo>
                <a:lnTo>
                  <a:pt x="1198" y="1742"/>
                </a:lnTo>
                <a:lnTo>
                  <a:pt x="1197" y="1742"/>
                </a:lnTo>
                <a:lnTo>
                  <a:pt x="1197" y="1741"/>
                </a:lnTo>
                <a:lnTo>
                  <a:pt x="1196" y="1740"/>
                </a:lnTo>
                <a:lnTo>
                  <a:pt x="1195" y="1740"/>
                </a:lnTo>
                <a:lnTo>
                  <a:pt x="1195" y="1739"/>
                </a:lnTo>
                <a:lnTo>
                  <a:pt x="1194" y="1739"/>
                </a:lnTo>
                <a:lnTo>
                  <a:pt x="1194" y="1738"/>
                </a:lnTo>
                <a:lnTo>
                  <a:pt x="1193" y="1737"/>
                </a:lnTo>
                <a:lnTo>
                  <a:pt x="1193" y="1736"/>
                </a:lnTo>
                <a:lnTo>
                  <a:pt x="1192" y="1736"/>
                </a:lnTo>
                <a:lnTo>
                  <a:pt x="1192" y="1735"/>
                </a:lnTo>
                <a:lnTo>
                  <a:pt x="1191" y="1735"/>
                </a:lnTo>
                <a:lnTo>
                  <a:pt x="1191" y="1733"/>
                </a:lnTo>
                <a:lnTo>
                  <a:pt x="1192" y="1733"/>
                </a:lnTo>
                <a:lnTo>
                  <a:pt x="1192" y="1732"/>
                </a:lnTo>
                <a:lnTo>
                  <a:pt x="1192" y="1731"/>
                </a:lnTo>
                <a:lnTo>
                  <a:pt x="1193" y="1729"/>
                </a:lnTo>
                <a:lnTo>
                  <a:pt x="1194" y="1729"/>
                </a:lnTo>
                <a:lnTo>
                  <a:pt x="1194" y="1728"/>
                </a:lnTo>
                <a:lnTo>
                  <a:pt x="1193" y="1727"/>
                </a:lnTo>
                <a:lnTo>
                  <a:pt x="1193" y="1726"/>
                </a:lnTo>
                <a:lnTo>
                  <a:pt x="1192" y="1726"/>
                </a:lnTo>
                <a:lnTo>
                  <a:pt x="1192" y="1725"/>
                </a:lnTo>
                <a:lnTo>
                  <a:pt x="1193" y="1725"/>
                </a:lnTo>
                <a:lnTo>
                  <a:pt x="1193" y="1724"/>
                </a:lnTo>
                <a:lnTo>
                  <a:pt x="1193" y="1723"/>
                </a:lnTo>
                <a:lnTo>
                  <a:pt x="1192" y="1723"/>
                </a:lnTo>
                <a:lnTo>
                  <a:pt x="1191" y="1722"/>
                </a:lnTo>
                <a:lnTo>
                  <a:pt x="1190" y="1721"/>
                </a:lnTo>
                <a:lnTo>
                  <a:pt x="1189" y="1721"/>
                </a:lnTo>
                <a:lnTo>
                  <a:pt x="1188" y="1721"/>
                </a:lnTo>
                <a:lnTo>
                  <a:pt x="1188" y="1720"/>
                </a:lnTo>
                <a:lnTo>
                  <a:pt x="1187" y="1719"/>
                </a:lnTo>
                <a:lnTo>
                  <a:pt x="1186" y="1719"/>
                </a:lnTo>
                <a:lnTo>
                  <a:pt x="1185" y="1719"/>
                </a:lnTo>
                <a:lnTo>
                  <a:pt x="1185" y="1718"/>
                </a:lnTo>
                <a:lnTo>
                  <a:pt x="1184" y="1716"/>
                </a:lnTo>
                <a:lnTo>
                  <a:pt x="1183" y="1716"/>
                </a:lnTo>
                <a:lnTo>
                  <a:pt x="1183" y="1715"/>
                </a:lnTo>
                <a:lnTo>
                  <a:pt x="1182" y="1715"/>
                </a:lnTo>
                <a:lnTo>
                  <a:pt x="1181" y="1715"/>
                </a:lnTo>
                <a:lnTo>
                  <a:pt x="1181" y="1714"/>
                </a:lnTo>
                <a:lnTo>
                  <a:pt x="1180" y="1713"/>
                </a:lnTo>
                <a:lnTo>
                  <a:pt x="1179" y="1713"/>
                </a:lnTo>
                <a:lnTo>
                  <a:pt x="1178" y="1712"/>
                </a:lnTo>
                <a:lnTo>
                  <a:pt x="1177" y="1712"/>
                </a:lnTo>
                <a:lnTo>
                  <a:pt x="1177" y="1711"/>
                </a:lnTo>
                <a:lnTo>
                  <a:pt x="1177" y="1710"/>
                </a:lnTo>
                <a:lnTo>
                  <a:pt x="1176" y="1710"/>
                </a:lnTo>
                <a:lnTo>
                  <a:pt x="1175" y="1710"/>
                </a:lnTo>
                <a:lnTo>
                  <a:pt x="1175" y="1711"/>
                </a:lnTo>
                <a:lnTo>
                  <a:pt x="1174" y="1709"/>
                </a:lnTo>
                <a:lnTo>
                  <a:pt x="1174" y="1708"/>
                </a:lnTo>
                <a:lnTo>
                  <a:pt x="1174" y="1707"/>
                </a:lnTo>
                <a:lnTo>
                  <a:pt x="1173" y="1706"/>
                </a:lnTo>
                <a:lnTo>
                  <a:pt x="1172" y="1706"/>
                </a:lnTo>
                <a:lnTo>
                  <a:pt x="1172" y="1705"/>
                </a:lnTo>
                <a:lnTo>
                  <a:pt x="1171" y="1705"/>
                </a:lnTo>
                <a:lnTo>
                  <a:pt x="1170" y="1704"/>
                </a:lnTo>
                <a:lnTo>
                  <a:pt x="1169" y="1704"/>
                </a:lnTo>
                <a:lnTo>
                  <a:pt x="1168" y="1704"/>
                </a:lnTo>
                <a:lnTo>
                  <a:pt x="1167" y="1704"/>
                </a:lnTo>
                <a:lnTo>
                  <a:pt x="1167" y="1702"/>
                </a:lnTo>
                <a:lnTo>
                  <a:pt x="1168" y="1701"/>
                </a:lnTo>
                <a:lnTo>
                  <a:pt x="1168" y="1700"/>
                </a:lnTo>
                <a:lnTo>
                  <a:pt x="1169" y="1700"/>
                </a:lnTo>
                <a:lnTo>
                  <a:pt x="1169" y="1699"/>
                </a:lnTo>
                <a:lnTo>
                  <a:pt x="1169" y="1698"/>
                </a:lnTo>
                <a:lnTo>
                  <a:pt x="1169" y="1697"/>
                </a:lnTo>
                <a:lnTo>
                  <a:pt x="1169" y="1696"/>
                </a:lnTo>
                <a:lnTo>
                  <a:pt x="1169" y="1695"/>
                </a:lnTo>
                <a:lnTo>
                  <a:pt x="1168" y="1694"/>
                </a:lnTo>
                <a:lnTo>
                  <a:pt x="1168" y="1693"/>
                </a:lnTo>
                <a:lnTo>
                  <a:pt x="1167" y="1693"/>
                </a:lnTo>
                <a:lnTo>
                  <a:pt x="1165" y="1693"/>
                </a:lnTo>
                <a:lnTo>
                  <a:pt x="1164" y="1693"/>
                </a:lnTo>
                <a:lnTo>
                  <a:pt x="1163" y="1691"/>
                </a:lnTo>
                <a:lnTo>
                  <a:pt x="1162" y="1690"/>
                </a:lnTo>
                <a:lnTo>
                  <a:pt x="1161" y="1688"/>
                </a:lnTo>
                <a:lnTo>
                  <a:pt x="1161" y="1687"/>
                </a:lnTo>
                <a:lnTo>
                  <a:pt x="1161" y="1686"/>
                </a:lnTo>
                <a:lnTo>
                  <a:pt x="1162" y="1685"/>
                </a:lnTo>
                <a:lnTo>
                  <a:pt x="1162" y="1684"/>
                </a:lnTo>
                <a:lnTo>
                  <a:pt x="1161" y="1684"/>
                </a:lnTo>
                <a:lnTo>
                  <a:pt x="1161" y="1683"/>
                </a:lnTo>
                <a:lnTo>
                  <a:pt x="1160" y="1683"/>
                </a:lnTo>
                <a:lnTo>
                  <a:pt x="1160" y="1682"/>
                </a:lnTo>
                <a:lnTo>
                  <a:pt x="1160" y="1681"/>
                </a:lnTo>
                <a:lnTo>
                  <a:pt x="1161" y="1681"/>
                </a:lnTo>
                <a:lnTo>
                  <a:pt x="1161" y="1680"/>
                </a:lnTo>
                <a:lnTo>
                  <a:pt x="1161" y="1679"/>
                </a:lnTo>
                <a:lnTo>
                  <a:pt x="1162" y="1678"/>
                </a:lnTo>
                <a:lnTo>
                  <a:pt x="1165" y="1677"/>
                </a:lnTo>
                <a:lnTo>
                  <a:pt x="1165" y="1678"/>
                </a:lnTo>
                <a:lnTo>
                  <a:pt x="1166" y="1678"/>
                </a:lnTo>
                <a:lnTo>
                  <a:pt x="1169" y="1678"/>
                </a:lnTo>
                <a:lnTo>
                  <a:pt x="1170" y="1677"/>
                </a:lnTo>
                <a:lnTo>
                  <a:pt x="1170" y="1676"/>
                </a:lnTo>
                <a:lnTo>
                  <a:pt x="1170" y="1675"/>
                </a:lnTo>
                <a:lnTo>
                  <a:pt x="1170" y="1674"/>
                </a:lnTo>
                <a:lnTo>
                  <a:pt x="1171" y="1673"/>
                </a:lnTo>
                <a:lnTo>
                  <a:pt x="1172" y="1672"/>
                </a:lnTo>
                <a:lnTo>
                  <a:pt x="1172" y="1671"/>
                </a:lnTo>
                <a:lnTo>
                  <a:pt x="1173" y="1671"/>
                </a:lnTo>
                <a:lnTo>
                  <a:pt x="1172" y="1670"/>
                </a:lnTo>
                <a:lnTo>
                  <a:pt x="1172" y="1669"/>
                </a:lnTo>
                <a:lnTo>
                  <a:pt x="1171" y="1669"/>
                </a:lnTo>
                <a:lnTo>
                  <a:pt x="1171" y="1668"/>
                </a:lnTo>
                <a:lnTo>
                  <a:pt x="1170" y="1667"/>
                </a:lnTo>
                <a:lnTo>
                  <a:pt x="1169" y="1666"/>
                </a:lnTo>
                <a:lnTo>
                  <a:pt x="1168" y="1666"/>
                </a:lnTo>
                <a:lnTo>
                  <a:pt x="1167" y="1667"/>
                </a:lnTo>
                <a:lnTo>
                  <a:pt x="1165" y="1667"/>
                </a:lnTo>
                <a:lnTo>
                  <a:pt x="1165" y="1666"/>
                </a:lnTo>
                <a:lnTo>
                  <a:pt x="1164" y="1666"/>
                </a:lnTo>
                <a:lnTo>
                  <a:pt x="1163" y="1666"/>
                </a:lnTo>
                <a:lnTo>
                  <a:pt x="1162" y="1666"/>
                </a:lnTo>
                <a:lnTo>
                  <a:pt x="1162" y="1665"/>
                </a:lnTo>
                <a:lnTo>
                  <a:pt x="1162" y="1664"/>
                </a:lnTo>
                <a:lnTo>
                  <a:pt x="1161" y="1664"/>
                </a:lnTo>
                <a:lnTo>
                  <a:pt x="1160" y="1664"/>
                </a:lnTo>
                <a:lnTo>
                  <a:pt x="1160" y="1663"/>
                </a:lnTo>
                <a:lnTo>
                  <a:pt x="1159" y="1663"/>
                </a:lnTo>
                <a:lnTo>
                  <a:pt x="1159" y="1664"/>
                </a:lnTo>
                <a:lnTo>
                  <a:pt x="1158" y="1664"/>
                </a:lnTo>
                <a:lnTo>
                  <a:pt x="1157" y="1664"/>
                </a:lnTo>
                <a:lnTo>
                  <a:pt x="1157" y="1663"/>
                </a:lnTo>
                <a:lnTo>
                  <a:pt x="1156" y="1663"/>
                </a:lnTo>
                <a:lnTo>
                  <a:pt x="1155" y="1663"/>
                </a:lnTo>
                <a:lnTo>
                  <a:pt x="1153" y="1662"/>
                </a:lnTo>
                <a:lnTo>
                  <a:pt x="1152" y="1662"/>
                </a:lnTo>
                <a:lnTo>
                  <a:pt x="1152" y="1663"/>
                </a:lnTo>
                <a:lnTo>
                  <a:pt x="1151" y="1663"/>
                </a:lnTo>
                <a:lnTo>
                  <a:pt x="1150" y="1663"/>
                </a:lnTo>
                <a:lnTo>
                  <a:pt x="1150" y="1662"/>
                </a:lnTo>
                <a:lnTo>
                  <a:pt x="1148" y="1662"/>
                </a:lnTo>
                <a:lnTo>
                  <a:pt x="1147" y="1662"/>
                </a:lnTo>
                <a:lnTo>
                  <a:pt x="1147" y="1661"/>
                </a:lnTo>
                <a:lnTo>
                  <a:pt x="1146" y="1661"/>
                </a:lnTo>
                <a:lnTo>
                  <a:pt x="1145" y="1660"/>
                </a:lnTo>
                <a:lnTo>
                  <a:pt x="1144" y="1660"/>
                </a:lnTo>
                <a:lnTo>
                  <a:pt x="1143" y="1661"/>
                </a:lnTo>
                <a:lnTo>
                  <a:pt x="1141" y="1661"/>
                </a:lnTo>
                <a:lnTo>
                  <a:pt x="1138" y="1661"/>
                </a:lnTo>
                <a:lnTo>
                  <a:pt x="1137" y="1661"/>
                </a:lnTo>
                <a:lnTo>
                  <a:pt x="1136" y="1662"/>
                </a:lnTo>
                <a:lnTo>
                  <a:pt x="1135" y="1662"/>
                </a:lnTo>
                <a:lnTo>
                  <a:pt x="1134" y="1662"/>
                </a:lnTo>
                <a:lnTo>
                  <a:pt x="1132" y="1662"/>
                </a:lnTo>
                <a:lnTo>
                  <a:pt x="1128" y="1662"/>
                </a:lnTo>
                <a:lnTo>
                  <a:pt x="1127" y="1662"/>
                </a:lnTo>
                <a:lnTo>
                  <a:pt x="1127" y="1663"/>
                </a:lnTo>
                <a:lnTo>
                  <a:pt x="1127" y="1664"/>
                </a:lnTo>
                <a:lnTo>
                  <a:pt x="1127" y="1665"/>
                </a:lnTo>
                <a:lnTo>
                  <a:pt x="1127" y="1666"/>
                </a:lnTo>
                <a:lnTo>
                  <a:pt x="1127" y="1668"/>
                </a:lnTo>
                <a:lnTo>
                  <a:pt x="1127" y="1669"/>
                </a:lnTo>
                <a:lnTo>
                  <a:pt x="1126" y="1669"/>
                </a:lnTo>
                <a:lnTo>
                  <a:pt x="1125" y="1668"/>
                </a:lnTo>
                <a:lnTo>
                  <a:pt x="1124" y="1668"/>
                </a:lnTo>
                <a:lnTo>
                  <a:pt x="1123" y="1668"/>
                </a:lnTo>
                <a:lnTo>
                  <a:pt x="1122" y="1668"/>
                </a:lnTo>
                <a:lnTo>
                  <a:pt x="1121" y="1668"/>
                </a:lnTo>
                <a:lnTo>
                  <a:pt x="1120" y="1668"/>
                </a:lnTo>
                <a:lnTo>
                  <a:pt x="1119" y="1668"/>
                </a:lnTo>
                <a:lnTo>
                  <a:pt x="1119" y="1666"/>
                </a:lnTo>
                <a:lnTo>
                  <a:pt x="1120" y="1665"/>
                </a:lnTo>
                <a:lnTo>
                  <a:pt x="1121" y="1664"/>
                </a:lnTo>
                <a:lnTo>
                  <a:pt x="1120" y="1664"/>
                </a:lnTo>
                <a:lnTo>
                  <a:pt x="1120" y="1663"/>
                </a:lnTo>
                <a:lnTo>
                  <a:pt x="1120" y="1664"/>
                </a:lnTo>
                <a:lnTo>
                  <a:pt x="1119" y="1664"/>
                </a:lnTo>
                <a:lnTo>
                  <a:pt x="1118" y="1663"/>
                </a:lnTo>
                <a:lnTo>
                  <a:pt x="1117" y="1663"/>
                </a:lnTo>
                <a:lnTo>
                  <a:pt x="1117" y="1664"/>
                </a:lnTo>
                <a:lnTo>
                  <a:pt x="1116" y="1664"/>
                </a:lnTo>
                <a:lnTo>
                  <a:pt x="1115" y="1664"/>
                </a:lnTo>
                <a:lnTo>
                  <a:pt x="1114" y="1665"/>
                </a:lnTo>
                <a:lnTo>
                  <a:pt x="1113" y="1666"/>
                </a:lnTo>
                <a:lnTo>
                  <a:pt x="1113" y="1665"/>
                </a:lnTo>
                <a:lnTo>
                  <a:pt x="1112" y="1665"/>
                </a:lnTo>
                <a:lnTo>
                  <a:pt x="1112" y="1666"/>
                </a:lnTo>
                <a:lnTo>
                  <a:pt x="1112" y="1668"/>
                </a:lnTo>
                <a:lnTo>
                  <a:pt x="1112" y="1669"/>
                </a:lnTo>
                <a:lnTo>
                  <a:pt x="1111" y="1670"/>
                </a:lnTo>
                <a:lnTo>
                  <a:pt x="1111" y="1671"/>
                </a:lnTo>
                <a:lnTo>
                  <a:pt x="1110" y="1671"/>
                </a:lnTo>
                <a:lnTo>
                  <a:pt x="1110" y="1672"/>
                </a:lnTo>
                <a:lnTo>
                  <a:pt x="1109" y="1672"/>
                </a:lnTo>
                <a:lnTo>
                  <a:pt x="1109" y="1673"/>
                </a:lnTo>
                <a:lnTo>
                  <a:pt x="1109" y="1674"/>
                </a:lnTo>
                <a:lnTo>
                  <a:pt x="1108" y="1673"/>
                </a:lnTo>
                <a:lnTo>
                  <a:pt x="1107" y="1673"/>
                </a:lnTo>
                <a:lnTo>
                  <a:pt x="1106" y="1673"/>
                </a:lnTo>
                <a:lnTo>
                  <a:pt x="1103" y="1673"/>
                </a:lnTo>
                <a:lnTo>
                  <a:pt x="1102" y="1675"/>
                </a:lnTo>
                <a:lnTo>
                  <a:pt x="1102" y="1676"/>
                </a:lnTo>
                <a:lnTo>
                  <a:pt x="1103" y="1677"/>
                </a:lnTo>
                <a:lnTo>
                  <a:pt x="1103" y="1678"/>
                </a:lnTo>
                <a:lnTo>
                  <a:pt x="1102" y="1679"/>
                </a:lnTo>
                <a:lnTo>
                  <a:pt x="1102" y="1680"/>
                </a:lnTo>
                <a:lnTo>
                  <a:pt x="1100" y="1682"/>
                </a:lnTo>
                <a:lnTo>
                  <a:pt x="1100" y="1683"/>
                </a:lnTo>
                <a:lnTo>
                  <a:pt x="1100" y="1684"/>
                </a:lnTo>
                <a:lnTo>
                  <a:pt x="1099" y="1684"/>
                </a:lnTo>
                <a:lnTo>
                  <a:pt x="1098" y="1685"/>
                </a:lnTo>
                <a:lnTo>
                  <a:pt x="1098" y="1684"/>
                </a:lnTo>
                <a:lnTo>
                  <a:pt x="1098" y="1683"/>
                </a:lnTo>
                <a:lnTo>
                  <a:pt x="1097" y="1682"/>
                </a:lnTo>
                <a:lnTo>
                  <a:pt x="1097" y="1681"/>
                </a:lnTo>
                <a:lnTo>
                  <a:pt x="1096" y="1680"/>
                </a:lnTo>
                <a:lnTo>
                  <a:pt x="1095" y="1680"/>
                </a:lnTo>
                <a:lnTo>
                  <a:pt x="1094" y="1679"/>
                </a:lnTo>
                <a:lnTo>
                  <a:pt x="1094" y="1678"/>
                </a:lnTo>
                <a:lnTo>
                  <a:pt x="1094" y="1677"/>
                </a:lnTo>
                <a:lnTo>
                  <a:pt x="1095" y="1676"/>
                </a:lnTo>
                <a:lnTo>
                  <a:pt x="1095" y="1673"/>
                </a:lnTo>
                <a:lnTo>
                  <a:pt x="1094" y="1672"/>
                </a:lnTo>
                <a:lnTo>
                  <a:pt x="1094" y="1671"/>
                </a:lnTo>
                <a:lnTo>
                  <a:pt x="1094" y="1670"/>
                </a:lnTo>
                <a:lnTo>
                  <a:pt x="1094" y="1669"/>
                </a:lnTo>
                <a:lnTo>
                  <a:pt x="1094" y="1668"/>
                </a:lnTo>
                <a:lnTo>
                  <a:pt x="1094" y="1667"/>
                </a:lnTo>
                <a:lnTo>
                  <a:pt x="1093" y="1666"/>
                </a:lnTo>
                <a:lnTo>
                  <a:pt x="1092" y="1666"/>
                </a:lnTo>
                <a:lnTo>
                  <a:pt x="1092" y="1665"/>
                </a:lnTo>
                <a:lnTo>
                  <a:pt x="1091" y="1664"/>
                </a:lnTo>
                <a:lnTo>
                  <a:pt x="1091" y="1663"/>
                </a:lnTo>
                <a:lnTo>
                  <a:pt x="1091" y="1660"/>
                </a:lnTo>
                <a:lnTo>
                  <a:pt x="1091" y="1659"/>
                </a:lnTo>
                <a:lnTo>
                  <a:pt x="1091" y="1658"/>
                </a:lnTo>
                <a:lnTo>
                  <a:pt x="1091" y="1657"/>
                </a:lnTo>
                <a:lnTo>
                  <a:pt x="1091" y="1656"/>
                </a:lnTo>
                <a:lnTo>
                  <a:pt x="1091" y="1655"/>
                </a:lnTo>
                <a:lnTo>
                  <a:pt x="1090" y="1655"/>
                </a:lnTo>
                <a:lnTo>
                  <a:pt x="1090" y="1654"/>
                </a:lnTo>
                <a:lnTo>
                  <a:pt x="1089" y="1654"/>
                </a:lnTo>
                <a:lnTo>
                  <a:pt x="1089" y="1653"/>
                </a:lnTo>
                <a:lnTo>
                  <a:pt x="1088" y="1653"/>
                </a:lnTo>
                <a:lnTo>
                  <a:pt x="1088" y="1652"/>
                </a:lnTo>
                <a:lnTo>
                  <a:pt x="1086" y="1651"/>
                </a:lnTo>
                <a:lnTo>
                  <a:pt x="1085" y="1649"/>
                </a:lnTo>
                <a:lnTo>
                  <a:pt x="1084" y="1648"/>
                </a:lnTo>
                <a:lnTo>
                  <a:pt x="1083" y="1647"/>
                </a:lnTo>
                <a:lnTo>
                  <a:pt x="1082" y="1646"/>
                </a:lnTo>
                <a:lnTo>
                  <a:pt x="1082" y="1645"/>
                </a:lnTo>
                <a:lnTo>
                  <a:pt x="1081" y="1644"/>
                </a:lnTo>
                <a:lnTo>
                  <a:pt x="1081" y="1643"/>
                </a:lnTo>
                <a:lnTo>
                  <a:pt x="1081" y="1642"/>
                </a:lnTo>
                <a:lnTo>
                  <a:pt x="1080" y="1641"/>
                </a:lnTo>
                <a:lnTo>
                  <a:pt x="1080" y="1640"/>
                </a:lnTo>
                <a:lnTo>
                  <a:pt x="1079" y="1638"/>
                </a:lnTo>
                <a:lnTo>
                  <a:pt x="1079" y="1637"/>
                </a:lnTo>
                <a:lnTo>
                  <a:pt x="1078" y="1636"/>
                </a:lnTo>
                <a:lnTo>
                  <a:pt x="1078" y="1635"/>
                </a:lnTo>
                <a:lnTo>
                  <a:pt x="1078" y="1633"/>
                </a:lnTo>
                <a:lnTo>
                  <a:pt x="1078" y="1632"/>
                </a:lnTo>
                <a:lnTo>
                  <a:pt x="1078" y="1631"/>
                </a:lnTo>
                <a:lnTo>
                  <a:pt x="1078" y="1629"/>
                </a:lnTo>
                <a:lnTo>
                  <a:pt x="1079" y="1628"/>
                </a:lnTo>
                <a:lnTo>
                  <a:pt x="1078" y="1626"/>
                </a:lnTo>
                <a:lnTo>
                  <a:pt x="1078" y="1625"/>
                </a:lnTo>
                <a:lnTo>
                  <a:pt x="1078" y="1624"/>
                </a:lnTo>
                <a:lnTo>
                  <a:pt x="1078" y="1622"/>
                </a:lnTo>
                <a:lnTo>
                  <a:pt x="1078" y="1621"/>
                </a:lnTo>
                <a:lnTo>
                  <a:pt x="1079" y="1621"/>
                </a:lnTo>
                <a:lnTo>
                  <a:pt x="1079" y="1620"/>
                </a:lnTo>
                <a:lnTo>
                  <a:pt x="1080" y="1620"/>
                </a:lnTo>
                <a:lnTo>
                  <a:pt x="1080" y="1619"/>
                </a:lnTo>
                <a:lnTo>
                  <a:pt x="1080" y="1618"/>
                </a:lnTo>
                <a:lnTo>
                  <a:pt x="1081" y="1618"/>
                </a:lnTo>
                <a:lnTo>
                  <a:pt x="1081" y="1617"/>
                </a:lnTo>
                <a:lnTo>
                  <a:pt x="1082" y="1617"/>
                </a:lnTo>
                <a:lnTo>
                  <a:pt x="1084" y="1616"/>
                </a:lnTo>
                <a:lnTo>
                  <a:pt x="1085" y="1616"/>
                </a:lnTo>
                <a:lnTo>
                  <a:pt x="1086" y="1616"/>
                </a:lnTo>
                <a:lnTo>
                  <a:pt x="1086" y="1614"/>
                </a:lnTo>
                <a:lnTo>
                  <a:pt x="1086" y="1613"/>
                </a:lnTo>
                <a:lnTo>
                  <a:pt x="1087" y="1613"/>
                </a:lnTo>
                <a:lnTo>
                  <a:pt x="1087" y="1614"/>
                </a:lnTo>
                <a:lnTo>
                  <a:pt x="1088" y="1614"/>
                </a:lnTo>
                <a:lnTo>
                  <a:pt x="1088" y="1613"/>
                </a:lnTo>
                <a:lnTo>
                  <a:pt x="1088" y="1612"/>
                </a:lnTo>
                <a:lnTo>
                  <a:pt x="1088" y="1611"/>
                </a:lnTo>
                <a:lnTo>
                  <a:pt x="1087" y="1610"/>
                </a:lnTo>
                <a:lnTo>
                  <a:pt x="1087" y="1609"/>
                </a:lnTo>
                <a:lnTo>
                  <a:pt x="1087" y="1608"/>
                </a:lnTo>
                <a:lnTo>
                  <a:pt x="1086" y="1608"/>
                </a:lnTo>
                <a:lnTo>
                  <a:pt x="1087" y="1608"/>
                </a:lnTo>
                <a:lnTo>
                  <a:pt x="1087" y="1607"/>
                </a:lnTo>
                <a:lnTo>
                  <a:pt x="1086" y="1606"/>
                </a:lnTo>
                <a:lnTo>
                  <a:pt x="1086" y="1605"/>
                </a:lnTo>
                <a:lnTo>
                  <a:pt x="1085" y="1605"/>
                </a:lnTo>
                <a:lnTo>
                  <a:pt x="1084" y="1605"/>
                </a:lnTo>
                <a:lnTo>
                  <a:pt x="1085" y="1604"/>
                </a:lnTo>
                <a:lnTo>
                  <a:pt x="1084" y="1603"/>
                </a:lnTo>
                <a:lnTo>
                  <a:pt x="1083" y="1603"/>
                </a:lnTo>
                <a:lnTo>
                  <a:pt x="1083" y="1602"/>
                </a:lnTo>
                <a:lnTo>
                  <a:pt x="1081" y="1600"/>
                </a:lnTo>
                <a:lnTo>
                  <a:pt x="1081" y="1599"/>
                </a:lnTo>
                <a:lnTo>
                  <a:pt x="1080" y="1599"/>
                </a:lnTo>
                <a:lnTo>
                  <a:pt x="1079" y="1599"/>
                </a:lnTo>
                <a:lnTo>
                  <a:pt x="1078" y="1599"/>
                </a:lnTo>
                <a:lnTo>
                  <a:pt x="1077" y="1599"/>
                </a:lnTo>
                <a:lnTo>
                  <a:pt x="1078" y="1598"/>
                </a:lnTo>
                <a:lnTo>
                  <a:pt x="1079" y="1597"/>
                </a:lnTo>
                <a:lnTo>
                  <a:pt x="1079" y="1596"/>
                </a:lnTo>
                <a:lnTo>
                  <a:pt x="1078" y="1596"/>
                </a:lnTo>
                <a:lnTo>
                  <a:pt x="1077" y="1596"/>
                </a:lnTo>
                <a:lnTo>
                  <a:pt x="1076" y="1595"/>
                </a:lnTo>
                <a:lnTo>
                  <a:pt x="1076" y="1594"/>
                </a:lnTo>
                <a:lnTo>
                  <a:pt x="1075" y="1594"/>
                </a:lnTo>
                <a:lnTo>
                  <a:pt x="1074" y="1594"/>
                </a:lnTo>
                <a:lnTo>
                  <a:pt x="1073" y="1593"/>
                </a:lnTo>
                <a:lnTo>
                  <a:pt x="1072" y="1593"/>
                </a:lnTo>
                <a:lnTo>
                  <a:pt x="1072" y="1591"/>
                </a:lnTo>
                <a:lnTo>
                  <a:pt x="1071" y="1591"/>
                </a:lnTo>
                <a:lnTo>
                  <a:pt x="1070" y="1590"/>
                </a:lnTo>
                <a:lnTo>
                  <a:pt x="1070" y="1589"/>
                </a:lnTo>
                <a:lnTo>
                  <a:pt x="1069" y="1588"/>
                </a:lnTo>
                <a:lnTo>
                  <a:pt x="1067" y="1586"/>
                </a:lnTo>
                <a:lnTo>
                  <a:pt x="1066" y="1586"/>
                </a:lnTo>
                <a:lnTo>
                  <a:pt x="1065" y="1586"/>
                </a:lnTo>
                <a:lnTo>
                  <a:pt x="1064" y="1585"/>
                </a:lnTo>
                <a:lnTo>
                  <a:pt x="1064" y="1583"/>
                </a:lnTo>
                <a:lnTo>
                  <a:pt x="1064" y="1581"/>
                </a:lnTo>
                <a:lnTo>
                  <a:pt x="1064" y="1580"/>
                </a:lnTo>
                <a:lnTo>
                  <a:pt x="1064" y="1579"/>
                </a:lnTo>
                <a:lnTo>
                  <a:pt x="1064" y="1578"/>
                </a:lnTo>
                <a:lnTo>
                  <a:pt x="1063" y="1578"/>
                </a:lnTo>
                <a:lnTo>
                  <a:pt x="1063" y="1577"/>
                </a:lnTo>
                <a:lnTo>
                  <a:pt x="1062" y="1577"/>
                </a:lnTo>
                <a:lnTo>
                  <a:pt x="1062" y="1576"/>
                </a:lnTo>
                <a:lnTo>
                  <a:pt x="1061" y="1576"/>
                </a:lnTo>
                <a:lnTo>
                  <a:pt x="1060" y="1576"/>
                </a:lnTo>
                <a:lnTo>
                  <a:pt x="1060" y="1575"/>
                </a:lnTo>
                <a:lnTo>
                  <a:pt x="1060" y="1574"/>
                </a:lnTo>
                <a:lnTo>
                  <a:pt x="1061" y="1574"/>
                </a:lnTo>
                <a:lnTo>
                  <a:pt x="1061" y="1573"/>
                </a:lnTo>
                <a:lnTo>
                  <a:pt x="1060" y="1573"/>
                </a:lnTo>
                <a:lnTo>
                  <a:pt x="1060" y="1572"/>
                </a:lnTo>
                <a:lnTo>
                  <a:pt x="1059" y="1572"/>
                </a:lnTo>
                <a:lnTo>
                  <a:pt x="1059" y="1573"/>
                </a:lnTo>
                <a:lnTo>
                  <a:pt x="1058" y="1573"/>
                </a:lnTo>
                <a:lnTo>
                  <a:pt x="1057" y="1573"/>
                </a:lnTo>
                <a:lnTo>
                  <a:pt x="1057" y="1574"/>
                </a:lnTo>
                <a:lnTo>
                  <a:pt x="1055" y="1573"/>
                </a:lnTo>
                <a:lnTo>
                  <a:pt x="1054" y="1573"/>
                </a:lnTo>
                <a:lnTo>
                  <a:pt x="1053" y="1573"/>
                </a:lnTo>
                <a:lnTo>
                  <a:pt x="1052" y="1574"/>
                </a:lnTo>
                <a:lnTo>
                  <a:pt x="1049" y="1574"/>
                </a:lnTo>
                <a:lnTo>
                  <a:pt x="1048" y="1575"/>
                </a:lnTo>
                <a:lnTo>
                  <a:pt x="1047" y="1575"/>
                </a:lnTo>
                <a:lnTo>
                  <a:pt x="1046" y="1575"/>
                </a:lnTo>
                <a:lnTo>
                  <a:pt x="1045" y="1575"/>
                </a:lnTo>
                <a:lnTo>
                  <a:pt x="1044" y="1576"/>
                </a:lnTo>
                <a:lnTo>
                  <a:pt x="1044" y="1577"/>
                </a:lnTo>
                <a:lnTo>
                  <a:pt x="1044" y="1578"/>
                </a:lnTo>
                <a:lnTo>
                  <a:pt x="1043" y="1578"/>
                </a:lnTo>
                <a:lnTo>
                  <a:pt x="1042" y="1576"/>
                </a:lnTo>
                <a:lnTo>
                  <a:pt x="1042" y="1575"/>
                </a:lnTo>
                <a:lnTo>
                  <a:pt x="1041" y="1575"/>
                </a:lnTo>
                <a:lnTo>
                  <a:pt x="1040" y="1575"/>
                </a:lnTo>
                <a:lnTo>
                  <a:pt x="1040" y="1577"/>
                </a:lnTo>
                <a:lnTo>
                  <a:pt x="1039" y="1578"/>
                </a:lnTo>
                <a:lnTo>
                  <a:pt x="1039" y="1577"/>
                </a:lnTo>
                <a:lnTo>
                  <a:pt x="1038" y="1577"/>
                </a:lnTo>
                <a:lnTo>
                  <a:pt x="1038" y="1578"/>
                </a:lnTo>
                <a:lnTo>
                  <a:pt x="1037" y="1578"/>
                </a:lnTo>
                <a:lnTo>
                  <a:pt x="1037" y="1579"/>
                </a:lnTo>
                <a:lnTo>
                  <a:pt x="1037" y="1578"/>
                </a:lnTo>
                <a:lnTo>
                  <a:pt x="1036" y="1578"/>
                </a:lnTo>
                <a:lnTo>
                  <a:pt x="1036" y="1577"/>
                </a:lnTo>
                <a:lnTo>
                  <a:pt x="1035" y="1576"/>
                </a:lnTo>
                <a:lnTo>
                  <a:pt x="1035" y="1575"/>
                </a:lnTo>
                <a:lnTo>
                  <a:pt x="1035" y="1574"/>
                </a:lnTo>
                <a:lnTo>
                  <a:pt x="1034" y="1573"/>
                </a:lnTo>
                <a:lnTo>
                  <a:pt x="1033" y="1573"/>
                </a:lnTo>
                <a:lnTo>
                  <a:pt x="1032" y="1573"/>
                </a:lnTo>
                <a:lnTo>
                  <a:pt x="1031" y="1572"/>
                </a:lnTo>
                <a:lnTo>
                  <a:pt x="1031" y="1571"/>
                </a:lnTo>
                <a:lnTo>
                  <a:pt x="1029" y="1571"/>
                </a:lnTo>
                <a:lnTo>
                  <a:pt x="1029" y="1572"/>
                </a:lnTo>
                <a:lnTo>
                  <a:pt x="1028" y="1572"/>
                </a:lnTo>
                <a:lnTo>
                  <a:pt x="1027" y="1572"/>
                </a:lnTo>
                <a:lnTo>
                  <a:pt x="1026" y="1572"/>
                </a:lnTo>
                <a:lnTo>
                  <a:pt x="1026" y="1571"/>
                </a:lnTo>
                <a:lnTo>
                  <a:pt x="1026" y="1570"/>
                </a:lnTo>
                <a:lnTo>
                  <a:pt x="1025" y="1570"/>
                </a:lnTo>
                <a:lnTo>
                  <a:pt x="1023" y="1570"/>
                </a:lnTo>
                <a:lnTo>
                  <a:pt x="1023" y="1571"/>
                </a:lnTo>
                <a:lnTo>
                  <a:pt x="1022" y="1571"/>
                </a:lnTo>
                <a:lnTo>
                  <a:pt x="1021" y="1571"/>
                </a:lnTo>
                <a:lnTo>
                  <a:pt x="1020" y="1571"/>
                </a:lnTo>
                <a:lnTo>
                  <a:pt x="1019" y="1571"/>
                </a:lnTo>
                <a:lnTo>
                  <a:pt x="1018" y="1570"/>
                </a:lnTo>
                <a:lnTo>
                  <a:pt x="1017" y="1570"/>
                </a:lnTo>
                <a:lnTo>
                  <a:pt x="1016" y="1570"/>
                </a:lnTo>
                <a:lnTo>
                  <a:pt x="1016" y="1569"/>
                </a:lnTo>
                <a:lnTo>
                  <a:pt x="1015" y="1568"/>
                </a:lnTo>
                <a:lnTo>
                  <a:pt x="1013" y="1568"/>
                </a:lnTo>
                <a:lnTo>
                  <a:pt x="1012" y="1568"/>
                </a:lnTo>
                <a:lnTo>
                  <a:pt x="1012" y="1567"/>
                </a:lnTo>
                <a:lnTo>
                  <a:pt x="1013" y="1566"/>
                </a:lnTo>
                <a:lnTo>
                  <a:pt x="1012" y="1565"/>
                </a:lnTo>
                <a:lnTo>
                  <a:pt x="1010" y="1565"/>
                </a:lnTo>
                <a:lnTo>
                  <a:pt x="1009" y="1564"/>
                </a:lnTo>
                <a:lnTo>
                  <a:pt x="1007" y="1563"/>
                </a:lnTo>
                <a:lnTo>
                  <a:pt x="1006" y="1564"/>
                </a:lnTo>
                <a:lnTo>
                  <a:pt x="1006" y="1563"/>
                </a:lnTo>
                <a:lnTo>
                  <a:pt x="1005" y="1563"/>
                </a:lnTo>
                <a:lnTo>
                  <a:pt x="1005" y="1564"/>
                </a:lnTo>
                <a:lnTo>
                  <a:pt x="1005" y="1565"/>
                </a:lnTo>
                <a:lnTo>
                  <a:pt x="1004" y="1565"/>
                </a:lnTo>
                <a:lnTo>
                  <a:pt x="1004" y="1564"/>
                </a:lnTo>
                <a:lnTo>
                  <a:pt x="1004" y="1563"/>
                </a:lnTo>
                <a:lnTo>
                  <a:pt x="1004" y="1562"/>
                </a:lnTo>
                <a:lnTo>
                  <a:pt x="1002" y="1562"/>
                </a:lnTo>
                <a:lnTo>
                  <a:pt x="1001" y="1562"/>
                </a:lnTo>
                <a:lnTo>
                  <a:pt x="1000" y="1562"/>
                </a:lnTo>
                <a:lnTo>
                  <a:pt x="999" y="1563"/>
                </a:lnTo>
                <a:lnTo>
                  <a:pt x="998" y="1563"/>
                </a:lnTo>
                <a:lnTo>
                  <a:pt x="998" y="1564"/>
                </a:lnTo>
                <a:lnTo>
                  <a:pt x="998" y="1565"/>
                </a:lnTo>
                <a:lnTo>
                  <a:pt x="997" y="1565"/>
                </a:lnTo>
                <a:lnTo>
                  <a:pt x="996" y="1565"/>
                </a:lnTo>
                <a:lnTo>
                  <a:pt x="995" y="1564"/>
                </a:lnTo>
                <a:lnTo>
                  <a:pt x="994" y="1564"/>
                </a:lnTo>
                <a:lnTo>
                  <a:pt x="993" y="1564"/>
                </a:lnTo>
                <a:lnTo>
                  <a:pt x="993" y="1565"/>
                </a:lnTo>
                <a:lnTo>
                  <a:pt x="993" y="1566"/>
                </a:lnTo>
                <a:lnTo>
                  <a:pt x="992" y="1566"/>
                </a:lnTo>
                <a:lnTo>
                  <a:pt x="991" y="1566"/>
                </a:lnTo>
                <a:lnTo>
                  <a:pt x="990" y="1567"/>
                </a:lnTo>
                <a:lnTo>
                  <a:pt x="990" y="1568"/>
                </a:lnTo>
                <a:lnTo>
                  <a:pt x="989" y="1568"/>
                </a:lnTo>
                <a:lnTo>
                  <a:pt x="988" y="1568"/>
                </a:lnTo>
                <a:lnTo>
                  <a:pt x="987" y="1569"/>
                </a:lnTo>
                <a:lnTo>
                  <a:pt x="986" y="1569"/>
                </a:lnTo>
                <a:lnTo>
                  <a:pt x="985" y="1569"/>
                </a:lnTo>
                <a:lnTo>
                  <a:pt x="985" y="1570"/>
                </a:lnTo>
                <a:lnTo>
                  <a:pt x="984" y="1571"/>
                </a:lnTo>
                <a:lnTo>
                  <a:pt x="983" y="1572"/>
                </a:lnTo>
                <a:lnTo>
                  <a:pt x="982" y="1572"/>
                </a:lnTo>
                <a:lnTo>
                  <a:pt x="981" y="1571"/>
                </a:lnTo>
                <a:lnTo>
                  <a:pt x="981" y="1570"/>
                </a:lnTo>
                <a:lnTo>
                  <a:pt x="980" y="1570"/>
                </a:lnTo>
                <a:lnTo>
                  <a:pt x="980" y="1571"/>
                </a:lnTo>
                <a:lnTo>
                  <a:pt x="980" y="1572"/>
                </a:lnTo>
                <a:lnTo>
                  <a:pt x="978" y="1573"/>
                </a:lnTo>
                <a:lnTo>
                  <a:pt x="978" y="1574"/>
                </a:lnTo>
                <a:lnTo>
                  <a:pt x="977" y="1574"/>
                </a:lnTo>
                <a:lnTo>
                  <a:pt x="977" y="1575"/>
                </a:lnTo>
                <a:lnTo>
                  <a:pt x="977" y="1576"/>
                </a:lnTo>
                <a:lnTo>
                  <a:pt x="976" y="1576"/>
                </a:lnTo>
                <a:lnTo>
                  <a:pt x="976" y="1577"/>
                </a:lnTo>
                <a:lnTo>
                  <a:pt x="975" y="1577"/>
                </a:lnTo>
                <a:lnTo>
                  <a:pt x="975" y="1578"/>
                </a:lnTo>
                <a:lnTo>
                  <a:pt x="975" y="1579"/>
                </a:lnTo>
                <a:lnTo>
                  <a:pt x="974" y="1579"/>
                </a:lnTo>
                <a:lnTo>
                  <a:pt x="974" y="1580"/>
                </a:lnTo>
                <a:lnTo>
                  <a:pt x="974" y="1581"/>
                </a:lnTo>
                <a:lnTo>
                  <a:pt x="974" y="1582"/>
                </a:lnTo>
                <a:lnTo>
                  <a:pt x="973" y="1582"/>
                </a:lnTo>
                <a:lnTo>
                  <a:pt x="972" y="1582"/>
                </a:lnTo>
                <a:lnTo>
                  <a:pt x="971" y="1581"/>
                </a:lnTo>
                <a:lnTo>
                  <a:pt x="970" y="1581"/>
                </a:lnTo>
                <a:lnTo>
                  <a:pt x="970" y="1582"/>
                </a:lnTo>
                <a:lnTo>
                  <a:pt x="969" y="1583"/>
                </a:lnTo>
                <a:lnTo>
                  <a:pt x="969" y="1584"/>
                </a:lnTo>
                <a:lnTo>
                  <a:pt x="968" y="1584"/>
                </a:lnTo>
                <a:lnTo>
                  <a:pt x="967" y="1584"/>
                </a:lnTo>
                <a:lnTo>
                  <a:pt x="967" y="1585"/>
                </a:lnTo>
                <a:lnTo>
                  <a:pt x="966" y="1585"/>
                </a:lnTo>
                <a:lnTo>
                  <a:pt x="966" y="1584"/>
                </a:lnTo>
                <a:lnTo>
                  <a:pt x="966" y="1583"/>
                </a:lnTo>
                <a:lnTo>
                  <a:pt x="965" y="1582"/>
                </a:lnTo>
                <a:lnTo>
                  <a:pt x="964" y="1583"/>
                </a:lnTo>
                <a:lnTo>
                  <a:pt x="964" y="1584"/>
                </a:lnTo>
                <a:lnTo>
                  <a:pt x="965" y="1585"/>
                </a:lnTo>
                <a:lnTo>
                  <a:pt x="965" y="1586"/>
                </a:lnTo>
                <a:lnTo>
                  <a:pt x="964" y="1586"/>
                </a:lnTo>
                <a:lnTo>
                  <a:pt x="963" y="1586"/>
                </a:lnTo>
                <a:lnTo>
                  <a:pt x="963" y="1587"/>
                </a:lnTo>
                <a:lnTo>
                  <a:pt x="964" y="1587"/>
                </a:lnTo>
                <a:lnTo>
                  <a:pt x="965" y="1587"/>
                </a:lnTo>
                <a:lnTo>
                  <a:pt x="965" y="1588"/>
                </a:lnTo>
                <a:lnTo>
                  <a:pt x="965" y="1589"/>
                </a:lnTo>
                <a:lnTo>
                  <a:pt x="964" y="1589"/>
                </a:lnTo>
                <a:lnTo>
                  <a:pt x="963" y="1589"/>
                </a:lnTo>
                <a:lnTo>
                  <a:pt x="962" y="1588"/>
                </a:lnTo>
                <a:lnTo>
                  <a:pt x="961" y="1588"/>
                </a:lnTo>
                <a:lnTo>
                  <a:pt x="961" y="1589"/>
                </a:lnTo>
                <a:lnTo>
                  <a:pt x="961" y="1590"/>
                </a:lnTo>
                <a:lnTo>
                  <a:pt x="961" y="1591"/>
                </a:lnTo>
                <a:lnTo>
                  <a:pt x="962" y="1591"/>
                </a:lnTo>
                <a:lnTo>
                  <a:pt x="962" y="1592"/>
                </a:lnTo>
                <a:lnTo>
                  <a:pt x="961" y="1592"/>
                </a:lnTo>
                <a:lnTo>
                  <a:pt x="960" y="1592"/>
                </a:lnTo>
                <a:lnTo>
                  <a:pt x="959" y="1592"/>
                </a:lnTo>
                <a:lnTo>
                  <a:pt x="959" y="1593"/>
                </a:lnTo>
                <a:lnTo>
                  <a:pt x="960" y="1593"/>
                </a:lnTo>
                <a:lnTo>
                  <a:pt x="960" y="1594"/>
                </a:lnTo>
                <a:lnTo>
                  <a:pt x="958" y="1595"/>
                </a:lnTo>
                <a:lnTo>
                  <a:pt x="958" y="1594"/>
                </a:lnTo>
                <a:lnTo>
                  <a:pt x="957" y="1593"/>
                </a:lnTo>
                <a:lnTo>
                  <a:pt x="956" y="1594"/>
                </a:lnTo>
                <a:lnTo>
                  <a:pt x="955" y="1594"/>
                </a:lnTo>
                <a:lnTo>
                  <a:pt x="955" y="1595"/>
                </a:lnTo>
                <a:lnTo>
                  <a:pt x="955" y="1594"/>
                </a:lnTo>
                <a:lnTo>
                  <a:pt x="954" y="1594"/>
                </a:lnTo>
                <a:lnTo>
                  <a:pt x="953" y="1593"/>
                </a:lnTo>
                <a:lnTo>
                  <a:pt x="952" y="1595"/>
                </a:lnTo>
                <a:lnTo>
                  <a:pt x="951" y="1595"/>
                </a:lnTo>
                <a:lnTo>
                  <a:pt x="950" y="1595"/>
                </a:lnTo>
                <a:lnTo>
                  <a:pt x="950" y="1596"/>
                </a:lnTo>
                <a:lnTo>
                  <a:pt x="949" y="1596"/>
                </a:lnTo>
                <a:lnTo>
                  <a:pt x="949" y="1597"/>
                </a:lnTo>
                <a:lnTo>
                  <a:pt x="949" y="1598"/>
                </a:lnTo>
                <a:lnTo>
                  <a:pt x="947" y="1597"/>
                </a:lnTo>
                <a:lnTo>
                  <a:pt x="946" y="1596"/>
                </a:lnTo>
                <a:lnTo>
                  <a:pt x="945" y="1596"/>
                </a:lnTo>
                <a:lnTo>
                  <a:pt x="944" y="1597"/>
                </a:lnTo>
                <a:lnTo>
                  <a:pt x="943" y="1597"/>
                </a:lnTo>
                <a:lnTo>
                  <a:pt x="942" y="1597"/>
                </a:lnTo>
                <a:lnTo>
                  <a:pt x="942" y="1596"/>
                </a:lnTo>
                <a:lnTo>
                  <a:pt x="941" y="1596"/>
                </a:lnTo>
                <a:lnTo>
                  <a:pt x="941" y="1597"/>
                </a:lnTo>
                <a:lnTo>
                  <a:pt x="941" y="1598"/>
                </a:lnTo>
                <a:lnTo>
                  <a:pt x="940" y="1598"/>
                </a:lnTo>
                <a:lnTo>
                  <a:pt x="939" y="1597"/>
                </a:lnTo>
                <a:lnTo>
                  <a:pt x="939" y="1598"/>
                </a:lnTo>
                <a:lnTo>
                  <a:pt x="938" y="1598"/>
                </a:lnTo>
                <a:lnTo>
                  <a:pt x="938" y="1597"/>
                </a:lnTo>
                <a:lnTo>
                  <a:pt x="937" y="1597"/>
                </a:lnTo>
                <a:lnTo>
                  <a:pt x="937" y="1596"/>
                </a:lnTo>
                <a:lnTo>
                  <a:pt x="937" y="1595"/>
                </a:lnTo>
                <a:lnTo>
                  <a:pt x="936" y="1595"/>
                </a:lnTo>
                <a:lnTo>
                  <a:pt x="936" y="1594"/>
                </a:lnTo>
                <a:lnTo>
                  <a:pt x="935" y="1595"/>
                </a:lnTo>
                <a:lnTo>
                  <a:pt x="934" y="1595"/>
                </a:lnTo>
                <a:lnTo>
                  <a:pt x="933" y="1594"/>
                </a:lnTo>
                <a:lnTo>
                  <a:pt x="932" y="1595"/>
                </a:lnTo>
                <a:lnTo>
                  <a:pt x="931" y="1595"/>
                </a:lnTo>
                <a:lnTo>
                  <a:pt x="931" y="1594"/>
                </a:lnTo>
                <a:lnTo>
                  <a:pt x="930" y="1594"/>
                </a:lnTo>
                <a:lnTo>
                  <a:pt x="929" y="1595"/>
                </a:lnTo>
                <a:lnTo>
                  <a:pt x="928" y="1596"/>
                </a:lnTo>
                <a:lnTo>
                  <a:pt x="928" y="1597"/>
                </a:lnTo>
                <a:lnTo>
                  <a:pt x="927" y="1597"/>
                </a:lnTo>
                <a:lnTo>
                  <a:pt x="926" y="1597"/>
                </a:lnTo>
                <a:lnTo>
                  <a:pt x="926" y="1596"/>
                </a:lnTo>
                <a:lnTo>
                  <a:pt x="925" y="1596"/>
                </a:lnTo>
                <a:lnTo>
                  <a:pt x="925" y="1597"/>
                </a:lnTo>
                <a:lnTo>
                  <a:pt x="924" y="1597"/>
                </a:lnTo>
                <a:lnTo>
                  <a:pt x="923" y="1596"/>
                </a:lnTo>
                <a:lnTo>
                  <a:pt x="923" y="1595"/>
                </a:lnTo>
                <a:lnTo>
                  <a:pt x="924" y="1595"/>
                </a:lnTo>
                <a:lnTo>
                  <a:pt x="924" y="1594"/>
                </a:lnTo>
                <a:lnTo>
                  <a:pt x="923" y="1594"/>
                </a:lnTo>
                <a:lnTo>
                  <a:pt x="922" y="1595"/>
                </a:lnTo>
                <a:lnTo>
                  <a:pt x="921" y="1595"/>
                </a:lnTo>
                <a:lnTo>
                  <a:pt x="920" y="1596"/>
                </a:lnTo>
                <a:lnTo>
                  <a:pt x="920" y="1595"/>
                </a:lnTo>
                <a:lnTo>
                  <a:pt x="921" y="1594"/>
                </a:lnTo>
                <a:lnTo>
                  <a:pt x="921" y="1593"/>
                </a:lnTo>
                <a:lnTo>
                  <a:pt x="922" y="1593"/>
                </a:lnTo>
                <a:lnTo>
                  <a:pt x="921" y="1593"/>
                </a:lnTo>
                <a:lnTo>
                  <a:pt x="922" y="1592"/>
                </a:lnTo>
                <a:lnTo>
                  <a:pt x="922" y="1591"/>
                </a:lnTo>
                <a:lnTo>
                  <a:pt x="921" y="1591"/>
                </a:lnTo>
                <a:lnTo>
                  <a:pt x="920" y="1592"/>
                </a:lnTo>
                <a:lnTo>
                  <a:pt x="919" y="1592"/>
                </a:lnTo>
                <a:lnTo>
                  <a:pt x="918" y="1592"/>
                </a:lnTo>
                <a:lnTo>
                  <a:pt x="917" y="1592"/>
                </a:lnTo>
                <a:lnTo>
                  <a:pt x="916" y="1592"/>
                </a:lnTo>
                <a:lnTo>
                  <a:pt x="915" y="1592"/>
                </a:lnTo>
                <a:lnTo>
                  <a:pt x="914" y="1592"/>
                </a:lnTo>
                <a:lnTo>
                  <a:pt x="913" y="1592"/>
                </a:lnTo>
                <a:lnTo>
                  <a:pt x="912" y="1593"/>
                </a:lnTo>
                <a:lnTo>
                  <a:pt x="911" y="1593"/>
                </a:lnTo>
                <a:lnTo>
                  <a:pt x="910" y="1593"/>
                </a:lnTo>
                <a:lnTo>
                  <a:pt x="910" y="1592"/>
                </a:lnTo>
                <a:lnTo>
                  <a:pt x="909" y="1592"/>
                </a:lnTo>
                <a:lnTo>
                  <a:pt x="909" y="1591"/>
                </a:lnTo>
                <a:lnTo>
                  <a:pt x="907" y="1591"/>
                </a:lnTo>
                <a:lnTo>
                  <a:pt x="907" y="1590"/>
                </a:lnTo>
                <a:lnTo>
                  <a:pt x="906" y="1590"/>
                </a:lnTo>
                <a:lnTo>
                  <a:pt x="906" y="1589"/>
                </a:lnTo>
                <a:lnTo>
                  <a:pt x="905" y="1589"/>
                </a:lnTo>
                <a:lnTo>
                  <a:pt x="905" y="1590"/>
                </a:lnTo>
                <a:lnTo>
                  <a:pt x="904" y="1590"/>
                </a:lnTo>
                <a:lnTo>
                  <a:pt x="904" y="1589"/>
                </a:lnTo>
                <a:lnTo>
                  <a:pt x="903" y="1589"/>
                </a:lnTo>
                <a:lnTo>
                  <a:pt x="903" y="1588"/>
                </a:lnTo>
                <a:lnTo>
                  <a:pt x="903" y="1587"/>
                </a:lnTo>
                <a:lnTo>
                  <a:pt x="902" y="1587"/>
                </a:lnTo>
                <a:lnTo>
                  <a:pt x="902" y="1588"/>
                </a:lnTo>
                <a:lnTo>
                  <a:pt x="901" y="1588"/>
                </a:lnTo>
                <a:lnTo>
                  <a:pt x="900" y="1587"/>
                </a:lnTo>
                <a:lnTo>
                  <a:pt x="899" y="1587"/>
                </a:lnTo>
                <a:lnTo>
                  <a:pt x="898" y="1587"/>
                </a:lnTo>
                <a:lnTo>
                  <a:pt x="897" y="1587"/>
                </a:lnTo>
                <a:lnTo>
                  <a:pt x="896" y="1587"/>
                </a:lnTo>
                <a:lnTo>
                  <a:pt x="896" y="1588"/>
                </a:lnTo>
                <a:lnTo>
                  <a:pt x="896" y="1587"/>
                </a:lnTo>
                <a:lnTo>
                  <a:pt x="895" y="1587"/>
                </a:lnTo>
                <a:lnTo>
                  <a:pt x="894" y="1586"/>
                </a:lnTo>
                <a:lnTo>
                  <a:pt x="894" y="1585"/>
                </a:lnTo>
                <a:lnTo>
                  <a:pt x="894" y="1584"/>
                </a:lnTo>
                <a:lnTo>
                  <a:pt x="894" y="1583"/>
                </a:lnTo>
                <a:lnTo>
                  <a:pt x="894" y="1582"/>
                </a:lnTo>
                <a:lnTo>
                  <a:pt x="894" y="1581"/>
                </a:lnTo>
                <a:lnTo>
                  <a:pt x="893" y="1581"/>
                </a:lnTo>
                <a:lnTo>
                  <a:pt x="892" y="1582"/>
                </a:lnTo>
                <a:lnTo>
                  <a:pt x="892" y="1581"/>
                </a:lnTo>
                <a:lnTo>
                  <a:pt x="891" y="1581"/>
                </a:lnTo>
                <a:lnTo>
                  <a:pt x="890" y="1581"/>
                </a:lnTo>
                <a:lnTo>
                  <a:pt x="890" y="1582"/>
                </a:lnTo>
                <a:lnTo>
                  <a:pt x="889" y="1582"/>
                </a:lnTo>
                <a:lnTo>
                  <a:pt x="889" y="1581"/>
                </a:lnTo>
                <a:lnTo>
                  <a:pt x="888" y="1582"/>
                </a:lnTo>
                <a:lnTo>
                  <a:pt x="888" y="1581"/>
                </a:lnTo>
                <a:lnTo>
                  <a:pt x="890" y="1580"/>
                </a:lnTo>
                <a:lnTo>
                  <a:pt x="889" y="1580"/>
                </a:lnTo>
                <a:lnTo>
                  <a:pt x="889" y="1579"/>
                </a:lnTo>
                <a:lnTo>
                  <a:pt x="889" y="1578"/>
                </a:lnTo>
                <a:lnTo>
                  <a:pt x="888" y="1578"/>
                </a:lnTo>
                <a:lnTo>
                  <a:pt x="887" y="1578"/>
                </a:lnTo>
                <a:lnTo>
                  <a:pt x="886" y="1578"/>
                </a:lnTo>
                <a:lnTo>
                  <a:pt x="886" y="1579"/>
                </a:lnTo>
                <a:lnTo>
                  <a:pt x="885" y="1579"/>
                </a:lnTo>
                <a:lnTo>
                  <a:pt x="885" y="1578"/>
                </a:lnTo>
                <a:lnTo>
                  <a:pt x="885" y="1579"/>
                </a:lnTo>
                <a:lnTo>
                  <a:pt x="886" y="1579"/>
                </a:lnTo>
                <a:lnTo>
                  <a:pt x="886" y="1580"/>
                </a:lnTo>
                <a:lnTo>
                  <a:pt x="885" y="1580"/>
                </a:lnTo>
                <a:lnTo>
                  <a:pt x="884" y="1580"/>
                </a:lnTo>
                <a:lnTo>
                  <a:pt x="883" y="1579"/>
                </a:lnTo>
                <a:lnTo>
                  <a:pt x="883" y="1578"/>
                </a:lnTo>
                <a:lnTo>
                  <a:pt x="884" y="1578"/>
                </a:lnTo>
                <a:lnTo>
                  <a:pt x="884" y="1577"/>
                </a:lnTo>
                <a:lnTo>
                  <a:pt x="883" y="1577"/>
                </a:lnTo>
                <a:lnTo>
                  <a:pt x="883" y="1576"/>
                </a:lnTo>
                <a:lnTo>
                  <a:pt x="882" y="1576"/>
                </a:lnTo>
                <a:lnTo>
                  <a:pt x="882" y="1575"/>
                </a:lnTo>
                <a:lnTo>
                  <a:pt x="881" y="1575"/>
                </a:lnTo>
                <a:lnTo>
                  <a:pt x="880" y="1574"/>
                </a:lnTo>
                <a:lnTo>
                  <a:pt x="880" y="1573"/>
                </a:lnTo>
                <a:lnTo>
                  <a:pt x="879" y="1573"/>
                </a:lnTo>
                <a:lnTo>
                  <a:pt x="878" y="1573"/>
                </a:lnTo>
                <a:lnTo>
                  <a:pt x="877" y="1573"/>
                </a:lnTo>
                <a:lnTo>
                  <a:pt x="878" y="1572"/>
                </a:lnTo>
                <a:lnTo>
                  <a:pt x="878" y="1571"/>
                </a:lnTo>
                <a:lnTo>
                  <a:pt x="878" y="1570"/>
                </a:lnTo>
                <a:lnTo>
                  <a:pt x="877" y="1570"/>
                </a:lnTo>
                <a:lnTo>
                  <a:pt x="876" y="1570"/>
                </a:lnTo>
                <a:lnTo>
                  <a:pt x="876" y="1571"/>
                </a:lnTo>
                <a:lnTo>
                  <a:pt x="876" y="1570"/>
                </a:lnTo>
                <a:lnTo>
                  <a:pt x="875" y="1570"/>
                </a:lnTo>
                <a:lnTo>
                  <a:pt x="874" y="1569"/>
                </a:lnTo>
                <a:lnTo>
                  <a:pt x="873" y="1568"/>
                </a:lnTo>
                <a:lnTo>
                  <a:pt x="873" y="1567"/>
                </a:lnTo>
                <a:lnTo>
                  <a:pt x="873" y="1566"/>
                </a:lnTo>
                <a:lnTo>
                  <a:pt x="873" y="1565"/>
                </a:lnTo>
                <a:lnTo>
                  <a:pt x="873" y="1564"/>
                </a:lnTo>
                <a:lnTo>
                  <a:pt x="874" y="1563"/>
                </a:lnTo>
                <a:lnTo>
                  <a:pt x="874" y="1562"/>
                </a:lnTo>
                <a:lnTo>
                  <a:pt x="874" y="1561"/>
                </a:lnTo>
                <a:lnTo>
                  <a:pt x="874" y="1560"/>
                </a:lnTo>
                <a:lnTo>
                  <a:pt x="874" y="1559"/>
                </a:lnTo>
                <a:lnTo>
                  <a:pt x="874" y="1558"/>
                </a:lnTo>
                <a:lnTo>
                  <a:pt x="874" y="1557"/>
                </a:lnTo>
                <a:lnTo>
                  <a:pt x="874" y="1556"/>
                </a:lnTo>
                <a:lnTo>
                  <a:pt x="874" y="1555"/>
                </a:lnTo>
                <a:lnTo>
                  <a:pt x="873" y="1555"/>
                </a:lnTo>
                <a:lnTo>
                  <a:pt x="873" y="1554"/>
                </a:lnTo>
                <a:lnTo>
                  <a:pt x="873" y="1553"/>
                </a:lnTo>
                <a:lnTo>
                  <a:pt x="872" y="1553"/>
                </a:lnTo>
                <a:lnTo>
                  <a:pt x="871" y="1553"/>
                </a:lnTo>
                <a:lnTo>
                  <a:pt x="871" y="1552"/>
                </a:lnTo>
                <a:lnTo>
                  <a:pt x="871" y="1551"/>
                </a:lnTo>
                <a:lnTo>
                  <a:pt x="871" y="1550"/>
                </a:lnTo>
                <a:lnTo>
                  <a:pt x="871" y="1549"/>
                </a:lnTo>
                <a:lnTo>
                  <a:pt x="870" y="1549"/>
                </a:lnTo>
                <a:lnTo>
                  <a:pt x="869" y="1549"/>
                </a:lnTo>
                <a:lnTo>
                  <a:pt x="869" y="1548"/>
                </a:lnTo>
                <a:lnTo>
                  <a:pt x="870" y="1547"/>
                </a:lnTo>
                <a:lnTo>
                  <a:pt x="871" y="1547"/>
                </a:lnTo>
                <a:lnTo>
                  <a:pt x="871" y="1546"/>
                </a:lnTo>
                <a:lnTo>
                  <a:pt x="871" y="1545"/>
                </a:lnTo>
                <a:lnTo>
                  <a:pt x="870" y="1545"/>
                </a:lnTo>
                <a:lnTo>
                  <a:pt x="870" y="1546"/>
                </a:lnTo>
                <a:lnTo>
                  <a:pt x="869" y="1546"/>
                </a:lnTo>
                <a:lnTo>
                  <a:pt x="869" y="1545"/>
                </a:lnTo>
                <a:lnTo>
                  <a:pt x="868" y="1545"/>
                </a:lnTo>
                <a:lnTo>
                  <a:pt x="868" y="1543"/>
                </a:lnTo>
                <a:lnTo>
                  <a:pt x="869" y="1543"/>
                </a:lnTo>
                <a:lnTo>
                  <a:pt x="869" y="1544"/>
                </a:lnTo>
                <a:lnTo>
                  <a:pt x="870" y="1543"/>
                </a:lnTo>
                <a:lnTo>
                  <a:pt x="870" y="1542"/>
                </a:lnTo>
                <a:lnTo>
                  <a:pt x="870" y="1541"/>
                </a:lnTo>
                <a:lnTo>
                  <a:pt x="869" y="1541"/>
                </a:lnTo>
                <a:lnTo>
                  <a:pt x="868" y="1541"/>
                </a:lnTo>
                <a:lnTo>
                  <a:pt x="867" y="1541"/>
                </a:lnTo>
                <a:lnTo>
                  <a:pt x="866" y="1541"/>
                </a:lnTo>
                <a:lnTo>
                  <a:pt x="866" y="1540"/>
                </a:lnTo>
                <a:lnTo>
                  <a:pt x="867" y="1540"/>
                </a:lnTo>
                <a:lnTo>
                  <a:pt x="868" y="1539"/>
                </a:lnTo>
                <a:lnTo>
                  <a:pt x="868" y="1538"/>
                </a:lnTo>
                <a:lnTo>
                  <a:pt x="869" y="1538"/>
                </a:lnTo>
                <a:lnTo>
                  <a:pt x="868" y="1538"/>
                </a:lnTo>
                <a:lnTo>
                  <a:pt x="868" y="1537"/>
                </a:lnTo>
                <a:lnTo>
                  <a:pt x="867" y="1537"/>
                </a:lnTo>
                <a:lnTo>
                  <a:pt x="866" y="1537"/>
                </a:lnTo>
                <a:lnTo>
                  <a:pt x="866" y="1536"/>
                </a:lnTo>
                <a:lnTo>
                  <a:pt x="865" y="1536"/>
                </a:lnTo>
                <a:lnTo>
                  <a:pt x="865" y="1537"/>
                </a:lnTo>
                <a:lnTo>
                  <a:pt x="864" y="1537"/>
                </a:lnTo>
                <a:lnTo>
                  <a:pt x="864" y="1538"/>
                </a:lnTo>
                <a:lnTo>
                  <a:pt x="863" y="1538"/>
                </a:lnTo>
                <a:lnTo>
                  <a:pt x="862" y="1538"/>
                </a:lnTo>
                <a:lnTo>
                  <a:pt x="861" y="1538"/>
                </a:lnTo>
                <a:lnTo>
                  <a:pt x="860" y="1538"/>
                </a:lnTo>
                <a:lnTo>
                  <a:pt x="860" y="1537"/>
                </a:lnTo>
                <a:lnTo>
                  <a:pt x="859" y="1536"/>
                </a:lnTo>
                <a:lnTo>
                  <a:pt x="858" y="1536"/>
                </a:lnTo>
                <a:lnTo>
                  <a:pt x="857" y="1536"/>
                </a:lnTo>
                <a:lnTo>
                  <a:pt x="856" y="1536"/>
                </a:lnTo>
                <a:lnTo>
                  <a:pt x="856" y="1537"/>
                </a:lnTo>
                <a:lnTo>
                  <a:pt x="855" y="1537"/>
                </a:lnTo>
                <a:lnTo>
                  <a:pt x="855" y="1538"/>
                </a:lnTo>
                <a:lnTo>
                  <a:pt x="854" y="1539"/>
                </a:lnTo>
                <a:lnTo>
                  <a:pt x="854" y="1540"/>
                </a:lnTo>
                <a:lnTo>
                  <a:pt x="854" y="1541"/>
                </a:lnTo>
                <a:lnTo>
                  <a:pt x="853" y="1542"/>
                </a:lnTo>
                <a:lnTo>
                  <a:pt x="853" y="1543"/>
                </a:lnTo>
                <a:lnTo>
                  <a:pt x="852" y="1544"/>
                </a:lnTo>
                <a:lnTo>
                  <a:pt x="851" y="1545"/>
                </a:lnTo>
                <a:lnTo>
                  <a:pt x="850" y="1545"/>
                </a:lnTo>
                <a:lnTo>
                  <a:pt x="849" y="1545"/>
                </a:lnTo>
                <a:lnTo>
                  <a:pt x="848" y="1546"/>
                </a:lnTo>
                <a:lnTo>
                  <a:pt x="847" y="1546"/>
                </a:lnTo>
                <a:lnTo>
                  <a:pt x="845" y="1547"/>
                </a:lnTo>
                <a:lnTo>
                  <a:pt x="844" y="1548"/>
                </a:lnTo>
                <a:lnTo>
                  <a:pt x="843" y="1549"/>
                </a:lnTo>
                <a:lnTo>
                  <a:pt x="842" y="1550"/>
                </a:lnTo>
                <a:lnTo>
                  <a:pt x="841" y="1551"/>
                </a:lnTo>
                <a:lnTo>
                  <a:pt x="840" y="1551"/>
                </a:lnTo>
                <a:lnTo>
                  <a:pt x="839" y="1550"/>
                </a:lnTo>
                <a:lnTo>
                  <a:pt x="839" y="1549"/>
                </a:lnTo>
                <a:lnTo>
                  <a:pt x="838" y="1548"/>
                </a:lnTo>
                <a:lnTo>
                  <a:pt x="838" y="1547"/>
                </a:lnTo>
                <a:lnTo>
                  <a:pt x="837" y="1547"/>
                </a:lnTo>
                <a:lnTo>
                  <a:pt x="836" y="1548"/>
                </a:lnTo>
                <a:lnTo>
                  <a:pt x="835" y="1548"/>
                </a:lnTo>
                <a:lnTo>
                  <a:pt x="834" y="1549"/>
                </a:lnTo>
                <a:lnTo>
                  <a:pt x="833" y="1549"/>
                </a:lnTo>
                <a:lnTo>
                  <a:pt x="832" y="1549"/>
                </a:lnTo>
                <a:lnTo>
                  <a:pt x="831" y="1549"/>
                </a:lnTo>
                <a:lnTo>
                  <a:pt x="830" y="1549"/>
                </a:lnTo>
                <a:lnTo>
                  <a:pt x="829" y="1549"/>
                </a:lnTo>
                <a:lnTo>
                  <a:pt x="829" y="1550"/>
                </a:lnTo>
                <a:lnTo>
                  <a:pt x="830" y="1551"/>
                </a:lnTo>
                <a:lnTo>
                  <a:pt x="830" y="1552"/>
                </a:lnTo>
                <a:lnTo>
                  <a:pt x="831" y="1552"/>
                </a:lnTo>
                <a:lnTo>
                  <a:pt x="832" y="1552"/>
                </a:lnTo>
                <a:lnTo>
                  <a:pt x="832" y="1553"/>
                </a:lnTo>
                <a:lnTo>
                  <a:pt x="832" y="1554"/>
                </a:lnTo>
                <a:lnTo>
                  <a:pt x="832" y="1555"/>
                </a:lnTo>
                <a:lnTo>
                  <a:pt x="832" y="1556"/>
                </a:lnTo>
                <a:lnTo>
                  <a:pt x="831" y="1557"/>
                </a:lnTo>
                <a:lnTo>
                  <a:pt x="831" y="1560"/>
                </a:lnTo>
                <a:lnTo>
                  <a:pt x="830" y="1562"/>
                </a:lnTo>
                <a:lnTo>
                  <a:pt x="829" y="1564"/>
                </a:lnTo>
                <a:lnTo>
                  <a:pt x="829" y="1565"/>
                </a:lnTo>
                <a:lnTo>
                  <a:pt x="828" y="1566"/>
                </a:lnTo>
                <a:lnTo>
                  <a:pt x="827" y="1568"/>
                </a:lnTo>
                <a:lnTo>
                  <a:pt x="827" y="1569"/>
                </a:lnTo>
                <a:lnTo>
                  <a:pt x="826" y="1570"/>
                </a:lnTo>
                <a:lnTo>
                  <a:pt x="825" y="1570"/>
                </a:lnTo>
                <a:lnTo>
                  <a:pt x="825" y="1571"/>
                </a:lnTo>
                <a:lnTo>
                  <a:pt x="823" y="1571"/>
                </a:lnTo>
                <a:lnTo>
                  <a:pt x="823" y="1570"/>
                </a:lnTo>
                <a:lnTo>
                  <a:pt x="822" y="1570"/>
                </a:lnTo>
                <a:lnTo>
                  <a:pt x="822" y="1569"/>
                </a:lnTo>
                <a:lnTo>
                  <a:pt x="821" y="1569"/>
                </a:lnTo>
                <a:lnTo>
                  <a:pt x="821" y="1568"/>
                </a:lnTo>
                <a:lnTo>
                  <a:pt x="820" y="1567"/>
                </a:lnTo>
                <a:lnTo>
                  <a:pt x="819" y="1567"/>
                </a:lnTo>
                <a:lnTo>
                  <a:pt x="819" y="1566"/>
                </a:lnTo>
                <a:lnTo>
                  <a:pt x="819" y="1565"/>
                </a:lnTo>
                <a:lnTo>
                  <a:pt x="818" y="1565"/>
                </a:lnTo>
                <a:lnTo>
                  <a:pt x="817" y="1566"/>
                </a:lnTo>
                <a:lnTo>
                  <a:pt x="817" y="1567"/>
                </a:lnTo>
                <a:lnTo>
                  <a:pt x="818" y="1568"/>
                </a:lnTo>
                <a:lnTo>
                  <a:pt x="818" y="1569"/>
                </a:lnTo>
                <a:lnTo>
                  <a:pt x="818" y="1570"/>
                </a:lnTo>
                <a:lnTo>
                  <a:pt x="817" y="1570"/>
                </a:lnTo>
                <a:lnTo>
                  <a:pt x="816" y="1570"/>
                </a:lnTo>
                <a:lnTo>
                  <a:pt x="815" y="1569"/>
                </a:lnTo>
                <a:lnTo>
                  <a:pt x="814" y="1568"/>
                </a:lnTo>
                <a:lnTo>
                  <a:pt x="812" y="1568"/>
                </a:lnTo>
                <a:lnTo>
                  <a:pt x="811" y="1568"/>
                </a:lnTo>
                <a:lnTo>
                  <a:pt x="809" y="1568"/>
                </a:lnTo>
                <a:lnTo>
                  <a:pt x="808" y="1568"/>
                </a:lnTo>
                <a:lnTo>
                  <a:pt x="806" y="1570"/>
                </a:lnTo>
                <a:lnTo>
                  <a:pt x="805" y="1571"/>
                </a:lnTo>
                <a:lnTo>
                  <a:pt x="804" y="1572"/>
                </a:lnTo>
                <a:lnTo>
                  <a:pt x="802" y="1573"/>
                </a:lnTo>
                <a:lnTo>
                  <a:pt x="800" y="1574"/>
                </a:lnTo>
                <a:lnTo>
                  <a:pt x="799" y="1574"/>
                </a:lnTo>
                <a:lnTo>
                  <a:pt x="798" y="1574"/>
                </a:lnTo>
                <a:lnTo>
                  <a:pt x="797" y="1573"/>
                </a:lnTo>
                <a:lnTo>
                  <a:pt x="795" y="1572"/>
                </a:lnTo>
                <a:lnTo>
                  <a:pt x="794" y="1572"/>
                </a:lnTo>
                <a:lnTo>
                  <a:pt x="793" y="1573"/>
                </a:lnTo>
                <a:lnTo>
                  <a:pt x="793" y="1574"/>
                </a:lnTo>
                <a:lnTo>
                  <a:pt x="792" y="1574"/>
                </a:lnTo>
                <a:lnTo>
                  <a:pt x="792" y="1575"/>
                </a:lnTo>
                <a:lnTo>
                  <a:pt x="791" y="1576"/>
                </a:lnTo>
                <a:lnTo>
                  <a:pt x="791" y="1577"/>
                </a:lnTo>
                <a:lnTo>
                  <a:pt x="791" y="1578"/>
                </a:lnTo>
                <a:lnTo>
                  <a:pt x="790" y="1578"/>
                </a:lnTo>
                <a:lnTo>
                  <a:pt x="790" y="1579"/>
                </a:lnTo>
                <a:lnTo>
                  <a:pt x="789" y="1580"/>
                </a:lnTo>
                <a:lnTo>
                  <a:pt x="788" y="1580"/>
                </a:lnTo>
                <a:lnTo>
                  <a:pt x="787" y="1580"/>
                </a:lnTo>
                <a:lnTo>
                  <a:pt x="786" y="1581"/>
                </a:lnTo>
                <a:lnTo>
                  <a:pt x="785" y="1581"/>
                </a:lnTo>
                <a:lnTo>
                  <a:pt x="785" y="1580"/>
                </a:lnTo>
                <a:lnTo>
                  <a:pt x="784" y="1580"/>
                </a:lnTo>
                <a:lnTo>
                  <a:pt x="783" y="1579"/>
                </a:lnTo>
                <a:lnTo>
                  <a:pt x="783" y="1577"/>
                </a:lnTo>
                <a:lnTo>
                  <a:pt x="784" y="1577"/>
                </a:lnTo>
                <a:lnTo>
                  <a:pt x="785" y="1576"/>
                </a:lnTo>
                <a:lnTo>
                  <a:pt x="786" y="1575"/>
                </a:lnTo>
                <a:lnTo>
                  <a:pt x="786" y="1574"/>
                </a:lnTo>
                <a:lnTo>
                  <a:pt x="786" y="1573"/>
                </a:lnTo>
                <a:lnTo>
                  <a:pt x="786" y="1572"/>
                </a:lnTo>
                <a:lnTo>
                  <a:pt x="785" y="1572"/>
                </a:lnTo>
                <a:lnTo>
                  <a:pt x="784" y="1572"/>
                </a:lnTo>
                <a:lnTo>
                  <a:pt x="783" y="1573"/>
                </a:lnTo>
                <a:lnTo>
                  <a:pt x="782" y="1573"/>
                </a:lnTo>
                <a:lnTo>
                  <a:pt x="781" y="1572"/>
                </a:lnTo>
                <a:lnTo>
                  <a:pt x="780" y="1572"/>
                </a:lnTo>
                <a:lnTo>
                  <a:pt x="779" y="1571"/>
                </a:lnTo>
                <a:lnTo>
                  <a:pt x="779" y="1570"/>
                </a:lnTo>
                <a:lnTo>
                  <a:pt x="778" y="1568"/>
                </a:lnTo>
                <a:lnTo>
                  <a:pt x="777" y="1567"/>
                </a:lnTo>
                <a:lnTo>
                  <a:pt x="777" y="1566"/>
                </a:lnTo>
                <a:lnTo>
                  <a:pt x="776" y="1565"/>
                </a:lnTo>
                <a:lnTo>
                  <a:pt x="776" y="1564"/>
                </a:lnTo>
                <a:lnTo>
                  <a:pt x="776" y="1563"/>
                </a:lnTo>
                <a:lnTo>
                  <a:pt x="775" y="1563"/>
                </a:lnTo>
                <a:lnTo>
                  <a:pt x="775" y="1562"/>
                </a:lnTo>
                <a:lnTo>
                  <a:pt x="775" y="1561"/>
                </a:lnTo>
                <a:lnTo>
                  <a:pt x="775" y="1560"/>
                </a:lnTo>
                <a:lnTo>
                  <a:pt x="774" y="1560"/>
                </a:lnTo>
                <a:lnTo>
                  <a:pt x="773" y="1560"/>
                </a:lnTo>
                <a:lnTo>
                  <a:pt x="772" y="1560"/>
                </a:lnTo>
                <a:lnTo>
                  <a:pt x="771" y="1560"/>
                </a:lnTo>
                <a:lnTo>
                  <a:pt x="770" y="1561"/>
                </a:lnTo>
                <a:lnTo>
                  <a:pt x="767" y="1561"/>
                </a:lnTo>
                <a:lnTo>
                  <a:pt x="766" y="1561"/>
                </a:lnTo>
                <a:lnTo>
                  <a:pt x="764" y="1561"/>
                </a:lnTo>
                <a:lnTo>
                  <a:pt x="763" y="1561"/>
                </a:lnTo>
                <a:lnTo>
                  <a:pt x="762" y="1560"/>
                </a:lnTo>
                <a:lnTo>
                  <a:pt x="761" y="1559"/>
                </a:lnTo>
                <a:lnTo>
                  <a:pt x="761" y="1558"/>
                </a:lnTo>
                <a:lnTo>
                  <a:pt x="761" y="1556"/>
                </a:lnTo>
                <a:lnTo>
                  <a:pt x="761" y="1555"/>
                </a:lnTo>
                <a:lnTo>
                  <a:pt x="760" y="1555"/>
                </a:lnTo>
                <a:lnTo>
                  <a:pt x="759" y="1553"/>
                </a:lnTo>
                <a:lnTo>
                  <a:pt x="758" y="1553"/>
                </a:lnTo>
                <a:lnTo>
                  <a:pt x="757" y="1553"/>
                </a:lnTo>
                <a:lnTo>
                  <a:pt x="756" y="1553"/>
                </a:lnTo>
                <a:lnTo>
                  <a:pt x="756" y="1554"/>
                </a:lnTo>
                <a:lnTo>
                  <a:pt x="756" y="1555"/>
                </a:lnTo>
                <a:lnTo>
                  <a:pt x="756" y="1557"/>
                </a:lnTo>
                <a:lnTo>
                  <a:pt x="756" y="1558"/>
                </a:lnTo>
                <a:lnTo>
                  <a:pt x="756" y="1559"/>
                </a:lnTo>
                <a:lnTo>
                  <a:pt x="755" y="1561"/>
                </a:lnTo>
                <a:lnTo>
                  <a:pt x="755" y="1562"/>
                </a:lnTo>
                <a:lnTo>
                  <a:pt x="754" y="1562"/>
                </a:lnTo>
                <a:lnTo>
                  <a:pt x="754" y="1563"/>
                </a:lnTo>
                <a:lnTo>
                  <a:pt x="754" y="1564"/>
                </a:lnTo>
                <a:lnTo>
                  <a:pt x="754" y="1565"/>
                </a:lnTo>
                <a:lnTo>
                  <a:pt x="754" y="1566"/>
                </a:lnTo>
                <a:lnTo>
                  <a:pt x="754" y="1567"/>
                </a:lnTo>
                <a:lnTo>
                  <a:pt x="755" y="1567"/>
                </a:lnTo>
                <a:lnTo>
                  <a:pt x="755" y="1568"/>
                </a:lnTo>
                <a:lnTo>
                  <a:pt x="756" y="1570"/>
                </a:lnTo>
                <a:lnTo>
                  <a:pt x="757" y="1571"/>
                </a:lnTo>
                <a:lnTo>
                  <a:pt x="757" y="1572"/>
                </a:lnTo>
                <a:lnTo>
                  <a:pt x="757" y="1573"/>
                </a:lnTo>
                <a:lnTo>
                  <a:pt x="757" y="1574"/>
                </a:lnTo>
                <a:lnTo>
                  <a:pt x="756" y="1575"/>
                </a:lnTo>
                <a:lnTo>
                  <a:pt x="755" y="1575"/>
                </a:lnTo>
                <a:lnTo>
                  <a:pt x="754" y="1575"/>
                </a:lnTo>
                <a:lnTo>
                  <a:pt x="753" y="1574"/>
                </a:lnTo>
                <a:lnTo>
                  <a:pt x="752" y="1574"/>
                </a:lnTo>
                <a:lnTo>
                  <a:pt x="750" y="1573"/>
                </a:lnTo>
                <a:lnTo>
                  <a:pt x="749" y="1572"/>
                </a:lnTo>
                <a:lnTo>
                  <a:pt x="748" y="1572"/>
                </a:lnTo>
                <a:lnTo>
                  <a:pt x="748" y="1573"/>
                </a:lnTo>
                <a:lnTo>
                  <a:pt x="746" y="1574"/>
                </a:lnTo>
                <a:lnTo>
                  <a:pt x="746" y="1575"/>
                </a:lnTo>
                <a:lnTo>
                  <a:pt x="746" y="1576"/>
                </a:lnTo>
                <a:lnTo>
                  <a:pt x="744" y="1577"/>
                </a:lnTo>
                <a:lnTo>
                  <a:pt x="743" y="1578"/>
                </a:lnTo>
                <a:lnTo>
                  <a:pt x="742" y="1578"/>
                </a:lnTo>
                <a:lnTo>
                  <a:pt x="741" y="1577"/>
                </a:lnTo>
                <a:lnTo>
                  <a:pt x="741" y="1576"/>
                </a:lnTo>
                <a:lnTo>
                  <a:pt x="741" y="1572"/>
                </a:lnTo>
                <a:lnTo>
                  <a:pt x="740" y="1572"/>
                </a:lnTo>
                <a:lnTo>
                  <a:pt x="739" y="1571"/>
                </a:lnTo>
                <a:lnTo>
                  <a:pt x="738" y="1571"/>
                </a:lnTo>
                <a:lnTo>
                  <a:pt x="738" y="1572"/>
                </a:lnTo>
                <a:lnTo>
                  <a:pt x="737" y="1572"/>
                </a:lnTo>
                <a:lnTo>
                  <a:pt x="737" y="1573"/>
                </a:lnTo>
                <a:lnTo>
                  <a:pt x="736" y="1573"/>
                </a:lnTo>
                <a:lnTo>
                  <a:pt x="736" y="1574"/>
                </a:lnTo>
                <a:lnTo>
                  <a:pt x="736" y="1576"/>
                </a:lnTo>
                <a:lnTo>
                  <a:pt x="736" y="1577"/>
                </a:lnTo>
                <a:lnTo>
                  <a:pt x="735" y="1577"/>
                </a:lnTo>
                <a:lnTo>
                  <a:pt x="735" y="1578"/>
                </a:lnTo>
                <a:lnTo>
                  <a:pt x="734" y="1578"/>
                </a:lnTo>
                <a:lnTo>
                  <a:pt x="732" y="1578"/>
                </a:lnTo>
                <a:lnTo>
                  <a:pt x="731" y="1578"/>
                </a:lnTo>
                <a:lnTo>
                  <a:pt x="730" y="1577"/>
                </a:lnTo>
                <a:lnTo>
                  <a:pt x="729" y="1577"/>
                </a:lnTo>
                <a:lnTo>
                  <a:pt x="727" y="1578"/>
                </a:lnTo>
                <a:lnTo>
                  <a:pt x="726" y="1579"/>
                </a:lnTo>
                <a:lnTo>
                  <a:pt x="726" y="1580"/>
                </a:lnTo>
                <a:lnTo>
                  <a:pt x="725" y="1580"/>
                </a:lnTo>
                <a:lnTo>
                  <a:pt x="725" y="1581"/>
                </a:lnTo>
                <a:lnTo>
                  <a:pt x="724" y="1581"/>
                </a:lnTo>
                <a:lnTo>
                  <a:pt x="723" y="1582"/>
                </a:lnTo>
                <a:lnTo>
                  <a:pt x="722" y="1582"/>
                </a:lnTo>
                <a:lnTo>
                  <a:pt x="721" y="1582"/>
                </a:lnTo>
                <a:lnTo>
                  <a:pt x="720" y="1582"/>
                </a:lnTo>
                <a:lnTo>
                  <a:pt x="719" y="1582"/>
                </a:lnTo>
                <a:lnTo>
                  <a:pt x="718" y="1581"/>
                </a:lnTo>
                <a:lnTo>
                  <a:pt x="716" y="1580"/>
                </a:lnTo>
                <a:lnTo>
                  <a:pt x="715" y="1580"/>
                </a:lnTo>
                <a:lnTo>
                  <a:pt x="714" y="1580"/>
                </a:lnTo>
                <a:lnTo>
                  <a:pt x="713" y="1580"/>
                </a:lnTo>
                <a:lnTo>
                  <a:pt x="713" y="1581"/>
                </a:lnTo>
                <a:lnTo>
                  <a:pt x="712" y="1581"/>
                </a:lnTo>
                <a:lnTo>
                  <a:pt x="712" y="1582"/>
                </a:lnTo>
                <a:lnTo>
                  <a:pt x="713" y="1582"/>
                </a:lnTo>
                <a:lnTo>
                  <a:pt x="713" y="1583"/>
                </a:lnTo>
                <a:lnTo>
                  <a:pt x="714" y="1583"/>
                </a:lnTo>
                <a:lnTo>
                  <a:pt x="714" y="1584"/>
                </a:lnTo>
                <a:lnTo>
                  <a:pt x="715" y="1584"/>
                </a:lnTo>
                <a:lnTo>
                  <a:pt x="714" y="1585"/>
                </a:lnTo>
                <a:lnTo>
                  <a:pt x="714" y="1586"/>
                </a:lnTo>
                <a:lnTo>
                  <a:pt x="714" y="1587"/>
                </a:lnTo>
                <a:lnTo>
                  <a:pt x="713" y="1587"/>
                </a:lnTo>
                <a:lnTo>
                  <a:pt x="712" y="1588"/>
                </a:lnTo>
                <a:lnTo>
                  <a:pt x="712" y="1589"/>
                </a:lnTo>
                <a:lnTo>
                  <a:pt x="711" y="1589"/>
                </a:lnTo>
                <a:lnTo>
                  <a:pt x="709" y="1589"/>
                </a:lnTo>
                <a:lnTo>
                  <a:pt x="708" y="1589"/>
                </a:lnTo>
                <a:lnTo>
                  <a:pt x="707" y="1589"/>
                </a:lnTo>
                <a:lnTo>
                  <a:pt x="706" y="1589"/>
                </a:lnTo>
                <a:lnTo>
                  <a:pt x="705" y="1588"/>
                </a:lnTo>
                <a:lnTo>
                  <a:pt x="704" y="1588"/>
                </a:lnTo>
                <a:lnTo>
                  <a:pt x="703" y="1588"/>
                </a:lnTo>
                <a:lnTo>
                  <a:pt x="703" y="1587"/>
                </a:lnTo>
                <a:lnTo>
                  <a:pt x="702" y="1587"/>
                </a:lnTo>
                <a:lnTo>
                  <a:pt x="702" y="1586"/>
                </a:lnTo>
                <a:lnTo>
                  <a:pt x="701" y="1586"/>
                </a:lnTo>
                <a:lnTo>
                  <a:pt x="701" y="1584"/>
                </a:lnTo>
                <a:lnTo>
                  <a:pt x="700" y="1584"/>
                </a:lnTo>
                <a:lnTo>
                  <a:pt x="700" y="1583"/>
                </a:lnTo>
                <a:lnTo>
                  <a:pt x="699" y="1583"/>
                </a:lnTo>
                <a:lnTo>
                  <a:pt x="699" y="1582"/>
                </a:lnTo>
                <a:lnTo>
                  <a:pt x="697" y="1582"/>
                </a:lnTo>
                <a:lnTo>
                  <a:pt x="696" y="1583"/>
                </a:lnTo>
                <a:lnTo>
                  <a:pt x="695" y="1583"/>
                </a:lnTo>
                <a:lnTo>
                  <a:pt x="694" y="1583"/>
                </a:lnTo>
                <a:lnTo>
                  <a:pt x="694" y="1584"/>
                </a:lnTo>
                <a:lnTo>
                  <a:pt x="693" y="1584"/>
                </a:lnTo>
                <a:lnTo>
                  <a:pt x="692" y="1585"/>
                </a:lnTo>
                <a:lnTo>
                  <a:pt x="691" y="1585"/>
                </a:lnTo>
                <a:lnTo>
                  <a:pt x="691" y="1586"/>
                </a:lnTo>
                <a:lnTo>
                  <a:pt x="691" y="1587"/>
                </a:lnTo>
                <a:lnTo>
                  <a:pt x="691" y="1588"/>
                </a:lnTo>
                <a:lnTo>
                  <a:pt x="690" y="1588"/>
                </a:lnTo>
                <a:lnTo>
                  <a:pt x="688" y="1588"/>
                </a:lnTo>
                <a:lnTo>
                  <a:pt x="687" y="1587"/>
                </a:lnTo>
                <a:lnTo>
                  <a:pt x="686" y="1587"/>
                </a:lnTo>
                <a:lnTo>
                  <a:pt x="685" y="1586"/>
                </a:lnTo>
                <a:lnTo>
                  <a:pt x="684" y="1586"/>
                </a:lnTo>
                <a:lnTo>
                  <a:pt x="684" y="1585"/>
                </a:lnTo>
                <a:lnTo>
                  <a:pt x="684" y="1584"/>
                </a:lnTo>
                <a:lnTo>
                  <a:pt x="683" y="1584"/>
                </a:lnTo>
                <a:lnTo>
                  <a:pt x="684" y="1584"/>
                </a:lnTo>
                <a:lnTo>
                  <a:pt x="683" y="1583"/>
                </a:lnTo>
                <a:lnTo>
                  <a:pt x="683" y="1582"/>
                </a:lnTo>
                <a:lnTo>
                  <a:pt x="682" y="1581"/>
                </a:lnTo>
                <a:lnTo>
                  <a:pt x="681" y="1580"/>
                </a:lnTo>
                <a:lnTo>
                  <a:pt x="680" y="1580"/>
                </a:lnTo>
                <a:lnTo>
                  <a:pt x="679" y="1579"/>
                </a:lnTo>
                <a:lnTo>
                  <a:pt x="679" y="1578"/>
                </a:lnTo>
                <a:lnTo>
                  <a:pt x="679" y="1577"/>
                </a:lnTo>
                <a:lnTo>
                  <a:pt x="680" y="1577"/>
                </a:lnTo>
                <a:lnTo>
                  <a:pt x="680" y="1576"/>
                </a:lnTo>
                <a:lnTo>
                  <a:pt x="681" y="1575"/>
                </a:lnTo>
                <a:lnTo>
                  <a:pt x="681" y="1574"/>
                </a:lnTo>
                <a:lnTo>
                  <a:pt x="681" y="1573"/>
                </a:lnTo>
                <a:lnTo>
                  <a:pt x="681" y="1572"/>
                </a:lnTo>
                <a:lnTo>
                  <a:pt x="680" y="1571"/>
                </a:lnTo>
                <a:lnTo>
                  <a:pt x="680" y="1569"/>
                </a:lnTo>
                <a:lnTo>
                  <a:pt x="679" y="1569"/>
                </a:lnTo>
                <a:lnTo>
                  <a:pt x="679" y="1568"/>
                </a:lnTo>
                <a:lnTo>
                  <a:pt x="678" y="1568"/>
                </a:lnTo>
                <a:lnTo>
                  <a:pt x="677" y="1568"/>
                </a:lnTo>
                <a:lnTo>
                  <a:pt x="675" y="1568"/>
                </a:lnTo>
                <a:lnTo>
                  <a:pt x="674" y="1569"/>
                </a:lnTo>
                <a:lnTo>
                  <a:pt x="673" y="1570"/>
                </a:lnTo>
                <a:lnTo>
                  <a:pt x="672" y="1570"/>
                </a:lnTo>
                <a:lnTo>
                  <a:pt x="671" y="1570"/>
                </a:lnTo>
                <a:lnTo>
                  <a:pt x="670" y="1571"/>
                </a:lnTo>
                <a:lnTo>
                  <a:pt x="669" y="1571"/>
                </a:lnTo>
                <a:lnTo>
                  <a:pt x="668" y="1571"/>
                </a:lnTo>
                <a:lnTo>
                  <a:pt x="667" y="1570"/>
                </a:lnTo>
                <a:lnTo>
                  <a:pt x="666" y="1570"/>
                </a:lnTo>
                <a:lnTo>
                  <a:pt x="666" y="1569"/>
                </a:lnTo>
                <a:lnTo>
                  <a:pt x="665" y="1569"/>
                </a:lnTo>
                <a:lnTo>
                  <a:pt x="665" y="1568"/>
                </a:lnTo>
                <a:lnTo>
                  <a:pt x="664" y="1568"/>
                </a:lnTo>
                <a:lnTo>
                  <a:pt x="664" y="1567"/>
                </a:lnTo>
                <a:lnTo>
                  <a:pt x="664" y="1566"/>
                </a:lnTo>
                <a:lnTo>
                  <a:pt x="664" y="1565"/>
                </a:lnTo>
                <a:lnTo>
                  <a:pt x="664" y="1564"/>
                </a:lnTo>
                <a:lnTo>
                  <a:pt x="665" y="1563"/>
                </a:lnTo>
                <a:lnTo>
                  <a:pt x="665" y="1562"/>
                </a:lnTo>
                <a:lnTo>
                  <a:pt x="665" y="1561"/>
                </a:lnTo>
                <a:lnTo>
                  <a:pt x="664" y="1561"/>
                </a:lnTo>
                <a:lnTo>
                  <a:pt x="663" y="1561"/>
                </a:lnTo>
                <a:lnTo>
                  <a:pt x="662" y="1561"/>
                </a:lnTo>
                <a:lnTo>
                  <a:pt x="661" y="1562"/>
                </a:lnTo>
                <a:lnTo>
                  <a:pt x="660" y="1562"/>
                </a:lnTo>
                <a:lnTo>
                  <a:pt x="659" y="1562"/>
                </a:lnTo>
                <a:lnTo>
                  <a:pt x="658" y="1561"/>
                </a:lnTo>
                <a:lnTo>
                  <a:pt x="657" y="1560"/>
                </a:lnTo>
                <a:lnTo>
                  <a:pt x="657" y="1559"/>
                </a:lnTo>
                <a:lnTo>
                  <a:pt x="657" y="1557"/>
                </a:lnTo>
                <a:lnTo>
                  <a:pt x="658" y="1557"/>
                </a:lnTo>
                <a:lnTo>
                  <a:pt x="658" y="1556"/>
                </a:lnTo>
                <a:lnTo>
                  <a:pt x="658" y="1555"/>
                </a:lnTo>
                <a:lnTo>
                  <a:pt x="658" y="1554"/>
                </a:lnTo>
                <a:lnTo>
                  <a:pt x="657" y="1553"/>
                </a:lnTo>
                <a:lnTo>
                  <a:pt x="656" y="1553"/>
                </a:lnTo>
                <a:lnTo>
                  <a:pt x="656" y="1554"/>
                </a:lnTo>
                <a:lnTo>
                  <a:pt x="655" y="1554"/>
                </a:lnTo>
                <a:lnTo>
                  <a:pt x="655" y="1555"/>
                </a:lnTo>
                <a:lnTo>
                  <a:pt x="654" y="1555"/>
                </a:lnTo>
                <a:lnTo>
                  <a:pt x="653" y="1557"/>
                </a:lnTo>
                <a:lnTo>
                  <a:pt x="652" y="1558"/>
                </a:lnTo>
                <a:lnTo>
                  <a:pt x="651" y="1559"/>
                </a:lnTo>
                <a:lnTo>
                  <a:pt x="650" y="1559"/>
                </a:lnTo>
                <a:lnTo>
                  <a:pt x="649" y="1559"/>
                </a:lnTo>
                <a:lnTo>
                  <a:pt x="648" y="1559"/>
                </a:lnTo>
                <a:lnTo>
                  <a:pt x="647" y="1559"/>
                </a:lnTo>
                <a:lnTo>
                  <a:pt x="646" y="1559"/>
                </a:lnTo>
                <a:lnTo>
                  <a:pt x="646" y="1558"/>
                </a:lnTo>
                <a:lnTo>
                  <a:pt x="645" y="1558"/>
                </a:lnTo>
                <a:lnTo>
                  <a:pt x="645" y="1557"/>
                </a:lnTo>
                <a:lnTo>
                  <a:pt x="644" y="1557"/>
                </a:lnTo>
                <a:lnTo>
                  <a:pt x="644" y="1556"/>
                </a:lnTo>
                <a:lnTo>
                  <a:pt x="644" y="1555"/>
                </a:lnTo>
                <a:lnTo>
                  <a:pt x="644" y="1554"/>
                </a:lnTo>
                <a:lnTo>
                  <a:pt x="644" y="1553"/>
                </a:lnTo>
                <a:lnTo>
                  <a:pt x="644" y="1552"/>
                </a:lnTo>
                <a:lnTo>
                  <a:pt x="645" y="1551"/>
                </a:lnTo>
                <a:lnTo>
                  <a:pt x="645" y="1550"/>
                </a:lnTo>
                <a:lnTo>
                  <a:pt x="644" y="1550"/>
                </a:lnTo>
                <a:lnTo>
                  <a:pt x="643" y="1550"/>
                </a:lnTo>
                <a:lnTo>
                  <a:pt x="642" y="1550"/>
                </a:lnTo>
                <a:lnTo>
                  <a:pt x="641" y="1550"/>
                </a:lnTo>
                <a:lnTo>
                  <a:pt x="640" y="1550"/>
                </a:lnTo>
                <a:lnTo>
                  <a:pt x="640" y="1549"/>
                </a:lnTo>
                <a:lnTo>
                  <a:pt x="641" y="1549"/>
                </a:lnTo>
                <a:lnTo>
                  <a:pt x="642" y="1548"/>
                </a:lnTo>
                <a:lnTo>
                  <a:pt x="642" y="1547"/>
                </a:lnTo>
                <a:lnTo>
                  <a:pt x="642" y="1546"/>
                </a:lnTo>
                <a:lnTo>
                  <a:pt x="642" y="1545"/>
                </a:lnTo>
                <a:lnTo>
                  <a:pt x="641" y="1545"/>
                </a:lnTo>
                <a:lnTo>
                  <a:pt x="641" y="1544"/>
                </a:lnTo>
                <a:lnTo>
                  <a:pt x="638" y="1544"/>
                </a:lnTo>
                <a:lnTo>
                  <a:pt x="637" y="1544"/>
                </a:lnTo>
                <a:lnTo>
                  <a:pt x="636" y="1544"/>
                </a:lnTo>
                <a:lnTo>
                  <a:pt x="636" y="1543"/>
                </a:lnTo>
                <a:lnTo>
                  <a:pt x="635" y="1542"/>
                </a:lnTo>
                <a:lnTo>
                  <a:pt x="635" y="1540"/>
                </a:lnTo>
                <a:lnTo>
                  <a:pt x="635" y="1539"/>
                </a:lnTo>
                <a:lnTo>
                  <a:pt x="634" y="1539"/>
                </a:lnTo>
                <a:lnTo>
                  <a:pt x="633" y="1538"/>
                </a:lnTo>
                <a:lnTo>
                  <a:pt x="632" y="1537"/>
                </a:lnTo>
                <a:lnTo>
                  <a:pt x="631" y="1536"/>
                </a:lnTo>
                <a:lnTo>
                  <a:pt x="630" y="1536"/>
                </a:lnTo>
                <a:lnTo>
                  <a:pt x="629" y="1536"/>
                </a:lnTo>
                <a:lnTo>
                  <a:pt x="629" y="1535"/>
                </a:lnTo>
                <a:lnTo>
                  <a:pt x="628" y="1535"/>
                </a:lnTo>
                <a:lnTo>
                  <a:pt x="628" y="1534"/>
                </a:lnTo>
                <a:lnTo>
                  <a:pt x="627" y="1534"/>
                </a:lnTo>
                <a:lnTo>
                  <a:pt x="626" y="1535"/>
                </a:lnTo>
                <a:lnTo>
                  <a:pt x="625" y="1535"/>
                </a:lnTo>
                <a:lnTo>
                  <a:pt x="624" y="1535"/>
                </a:lnTo>
                <a:lnTo>
                  <a:pt x="624" y="1536"/>
                </a:lnTo>
                <a:lnTo>
                  <a:pt x="623" y="1536"/>
                </a:lnTo>
                <a:lnTo>
                  <a:pt x="622" y="1536"/>
                </a:lnTo>
                <a:lnTo>
                  <a:pt x="622" y="1535"/>
                </a:lnTo>
                <a:lnTo>
                  <a:pt x="621" y="1535"/>
                </a:lnTo>
                <a:lnTo>
                  <a:pt x="621" y="1534"/>
                </a:lnTo>
                <a:lnTo>
                  <a:pt x="620" y="1533"/>
                </a:lnTo>
                <a:lnTo>
                  <a:pt x="619" y="1532"/>
                </a:lnTo>
                <a:lnTo>
                  <a:pt x="619" y="1531"/>
                </a:lnTo>
                <a:lnTo>
                  <a:pt x="619" y="1530"/>
                </a:lnTo>
                <a:lnTo>
                  <a:pt x="620" y="1530"/>
                </a:lnTo>
                <a:lnTo>
                  <a:pt x="620" y="1529"/>
                </a:lnTo>
                <a:lnTo>
                  <a:pt x="621" y="1529"/>
                </a:lnTo>
                <a:lnTo>
                  <a:pt x="622" y="1529"/>
                </a:lnTo>
                <a:lnTo>
                  <a:pt x="623" y="1529"/>
                </a:lnTo>
                <a:lnTo>
                  <a:pt x="623" y="1528"/>
                </a:lnTo>
                <a:lnTo>
                  <a:pt x="624" y="1528"/>
                </a:lnTo>
                <a:lnTo>
                  <a:pt x="624" y="1527"/>
                </a:lnTo>
                <a:lnTo>
                  <a:pt x="624" y="1526"/>
                </a:lnTo>
                <a:lnTo>
                  <a:pt x="625" y="1526"/>
                </a:lnTo>
                <a:lnTo>
                  <a:pt x="626" y="1526"/>
                </a:lnTo>
                <a:lnTo>
                  <a:pt x="627" y="1525"/>
                </a:lnTo>
                <a:lnTo>
                  <a:pt x="627" y="1524"/>
                </a:lnTo>
                <a:lnTo>
                  <a:pt x="626" y="1524"/>
                </a:lnTo>
                <a:lnTo>
                  <a:pt x="626" y="1523"/>
                </a:lnTo>
                <a:lnTo>
                  <a:pt x="625" y="1523"/>
                </a:lnTo>
                <a:lnTo>
                  <a:pt x="624" y="1522"/>
                </a:lnTo>
                <a:lnTo>
                  <a:pt x="623" y="1522"/>
                </a:lnTo>
                <a:lnTo>
                  <a:pt x="623" y="1521"/>
                </a:lnTo>
                <a:lnTo>
                  <a:pt x="622" y="1521"/>
                </a:lnTo>
                <a:lnTo>
                  <a:pt x="622" y="1520"/>
                </a:lnTo>
                <a:lnTo>
                  <a:pt x="621" y="1519"/>
                </a:lnTo>
                <a:lnTo>
                  <a:pt x="621" y="1518"/>
                </a:lnTo>
                <a:lnTo>
                  <a:pt x="621" y="1517"/>
                </a:lnTo>
                <a:lnTo>
                  <a:pt x="622" y="1517"/>
                </a:lnTo>
                <a:lnTo>
                  <a:pt x="623" y="1517"/>
                </a:lnTo>
                <a:lnTo>
                  <a:pt x="624" y="1517"/>
                </a:lnTo>
                <a:lnTo>
                  <a:pt x="625" y="1517"/>
                </a:lnTo>
                <a:lnTo>
                  <a:pt x="626" y="1517"/>
                </a:lnTo>
                <a:lnTo>
                  <a:pt x="626" y="1516"/>
                </a:lnTo>
                <a:lnTo>
                  <a:pt x="626" y="1515"/>
                </a:lnTo>
                <a:lnTo>
                  <a:pt x="626" y="1514"/>
                </a:lnTo>
                <a:lnTo>
                  <a:pt x="626" y="1513"/>
                </a:lnTo>
                <a:lnTo>
                  <a:pt x="625" y="1513"/>
                </a:lnTo>
                <a:lnTo>
                  <a:pt x="625" y="1512"/>
                </a:lnTo>
                <a:lnTo>
                  <a:pt x="625" y="1511"/>
                </a:lnTo>
                <a:lnTo>
                  <a:pt x="625" y="1510"/>
                </a:lnTo>
                <a:lnTo>
                  <a:pt x="624" y="1510"/>
                </a:lnTo>
                <a:lnTo>
                  <a:pt x="624" y="1509"/>
                </a:lnTo>
                <a:lnTo>
                  <a:pt x="624" y="1508"/>
                </a:lnTo>
                <a:lnTo>
                  <a:pt x="623" y="1507"/>
                </a:lnTo>
                <a:lnTo>
                  <a:pt x="622" y="1506"/>
                </a:lnTo>
                <a:lnTo>
                  <a:pt x="621" y="1506"/>
                </a:lnTo>
                <a:lnTo>
                  <a:pt x="620" y="1506"/>
                </a:lnTo>
                <a:lnTo>
                  <a:pt x="619" y="1506"/>
                </a:lnTo>
                <a:lnTo>
                  <a:pt x="618" y="1506"/>
                </a:lnTo>
                <a:lnTo>
                  <a:pt x="617" y="1506"/>
                </a:lnTo>
                <a:lnTo>
                  <a:pt x="616" y="1506"/>
                </a:lnTo>
                <a:lnTo>
                  <a:pt x="616" y="1505"/>
                </a:lnTo>
                <a:lnTo>
                  <a:pt x="615" y="1505"/>
                </a:lnTo>
                <a:lnTo>
                  <a:pt x="614" y="1505"/>
                </a:lnTo>
                <a:lnTo>
                  <a:pt x="613" y="1504"/>
                </a:lnTo>
                <a:lnTo>
                  <a:pt x="612" y="1504"/>
                </a:lnTo>
                <a:lnTo>
                  <a:pt x="612" y="1503"/>
                </a:lnTo>
                <a:lnTo>
                  <a:pt x="611" y="1503"/>
                </a:lnTo>
                <a:lnTo>
                  <a:pt x="610" y="1502"/>
                </a:lnTo>
                <a:lnTo>
                  <a:pt x="610" y="1501"/>
                </a:lnTo>
                <a:lnTo>
                  <a:pt x="609" y="1501"/>
                </a:lnTo>
                <a:lnTo>
                  <a:pt x="609" y="1500"/>
                </a:lnTo>
                <a:lnTo>
                  <a:pt x="608" y="1500"/>
                </a:lnTo>
                <a:lnTo>
                  <a:pt x="608" y="1499"/>
                </a:lnTo>
                <a:lnTo>
                  <a:pt x="608" y="1498"/>
                </a:lnTo>
                <a:lnTo>
                  <a:pt x="607" y="1498"/>
                </a:lnTo>
                <a:lnTo>
                  <a:pt x="607" y="1497"/>
                </a:lnTo>
                <a:lnTo>
                  <a:pt x="607" y="1496"/>
                </a:lnTo>
                <a:lnTo>
                  <a:pt x="607" y="1495"/>
                </a:lnTo>
                <a:lnTo>
                  <a:pt x="607" y="1494"/>
                </a:lnTo>
                <a:lnTo>
                  <a:pt x="607" y="1493"/>
                </a:lnTo>
                <a:lnTo>
                  <a:pt x="608" y="1492"/>
                </a:lnTo>
                <a:lnTo>
                  <a:pt x="608" y="1491"/>
                </a:lnTo>
                <a:lnTo>
                  <a:pt x="608" y="1490"/>
                </a:lnTo>
                <a:lnTo>
                  <a:pt x="609" y="1490"/>
                </a:lnTo>
                <a:lnTo>
                  <a:pt x="610" y="1490"/>
                </a:lnTo>
                <a:lnTo>
                  <a:pt x="611" y="1490"/>
                </a:lnTo>
                <a:lnTo>
                  <a:pt x="612" y="1490"/>
                </a:lnTo>
                <a:lnTo>
                  <a:pt x="613" y="1489"/>
                </a:lnTo>
                <a:lnTo>
                  <a:pt x="613" y="1488"/>
                </a:lnTo>
                <a:lnTo>
                  <a:pt x="614" y="1488"/>
                </a:lnTo>
                <a:lnTo>
                  <a:pt x="614" y="1487"/>
                </a:lnTo>
                <a:lnTo>
                  <a:pt x="613" y="1487"/>
                </a:lnTo>
                <a:lnTo>
                  <a:pt x="613" y="1486"/>
                </a:lnTo>
                <a:lnTo>
                  <a:pt x="612" y="1486"/>
                </a:lnTo>
                <a:lnTo>
                  <a:pt x="611" y="1486"/>
                </a:lnTo>
                <a:lnTo>
                  <a:pt x="611" y="1485"/>
                </a:lnTo>
                <a:lnTo>
                  <a:pt x="609" y="1485"/>
                </a:lnTo>
                <a:lnTo>
                  <a:pt x="608" y="1485"/>
                </a:lnTo>
                <a:lnTo>
                  <a:pt x="608" y="1484"/>
                </a:lnTo>
                <a:lnTo>
                  <a:pt x="608" y="1483"/>
                </a:lnTo>
                <a:lnTo>
                  <a:pt x="608" y="1482"/>
                </a:lnTo>
                <a:lnTo>
                  <a:pt x="609" y="1482"/>
                </a:lnTo>
                <a:lnTo>
                  <a:pt x="610" y="1482"/>
                </a:lnTo>
                <a:lnTo>
                  <a:pt x="611" y="1482"/>
                </a:lnTo>
                <a:lnTo>
                  <a:pt x="612" y="1482"/>
                </a:lnTo>
                <a:lnTo>
                  <a:pt x="613" y="1482"/>
                </a:lnTo>
                <a:lnTo>
                  <a:pt x="614" y="1482"/>
                </a:lnTo>
                <a:lnTo>
                  <a:pt x="615" y="1481"/>
                </a:lnTo>
                <a:lnTo>
                  <a:pt x="615" y="1480"/>
                </a:lnTo>
                <a:lnTo>
                  <a:pt x="614" y="1479"/>
                </a:lnTo>
                <a:lnTo>
                  <a:pt x="614" y="1478"/>
                </a:lnTo>
                <a:lnTo>
                  <a:pt x="613" y="1476"/>
                </a:lnTo>
                <a:lnTo>
                  <a:pt x="613" y="1475"/>
                </a:lnTo>
                <a:lnTo>
                  <a:pt x="612" y="1475"/>
                </a:lnTo>
                <a:lnTo>
                  <a:pt x="611" y="1475"/>
                </a:lnTo>
                <a:lnTo>
                  <a:pt x="611" y="1474"/>
                </a:lnTo>
                <a:lnTo>
                  <a:pt x="610" y="1474"/>
                </a:lnTo>
                <a:lnTo>
                  <a:pt x="609" y="1474"/>
                </a:lnTo>
                <a:lnTo>
                  <a:pt x="608" y="1473"/>
                </a:lnTo>
                <a:lnTo>
                  <a:pt x="608" y="1472"/>
                </a:lnTo>
                <a:lnTo>
                  <a:pt x="609" y="1471"/>
                </a:lnTo>
                <a:lnTo>
                  <a:pt x="610" y="1470"/>
                </a:lnTo>
                <a:lnTo>
                  <a:pt x="610" y="1469"/>
                </a:lnTo>
                <a:lnTo>
                  <a:pt x="609" y="1469"/>
                </a:lnTo>
                <a:lnTo>
                  <a:pt x="609" y="1468"/>
                </a:lnTo>
                <a:lnTo>
                  <a:pt x="609" y="1467"/>
                </a:lnTo>
                <a:lnTo>
                  <a:pt x="608" y="1467"/>
                </a:lnTo>
                <a:lnTo>
                  <a:pt x="607" y="1467"/>
                </a:lnTo>
                <a:lnTo>
                  <a:pt x="606" y="1467"/>
                </a:lnTo>
                <a:lnTo>
                  <a:pt x="605" y="1467"/>
                </a:lnTo>
                <a:lnTo>
                  <a:pt x="605" y="1466"/>
                </a:lnTo>
                <a:lnTo>
                  <a:pt x="605" y="1465"/>
                </a:lnTo>
                <a:lnTo>
                  <a:pt x="605" y="1464"/>
                </a:lnTo>
                <a:lnTo>
                  <a:pt x="606" y="1464"/>
                </a:lnTo>
                <a:lnTo>
                  <a:pt x="607" y="1463"/>
                </a:lnTo>
                <a:lnTo>
                  <a:pt x="608" y="1463"/>
                </a:lnTo>
                <a:lnTo>
                  <a:pt x="608" y="1462"/>
                </a:lnTo>
                <a:lnTo>
                  <a:pt x="608" y="1461"/>
                </a:lnTo>
                <a:lnTo>
                  <a:pt x="607" y="1460"/>
                </a:lnTo>
                <a:lnTo>
                  <a:pt x="606" y="1460"/>
                </a:lnTo>
                <a:lnTo>
                  <a:pt x="605" y="1459"/>
                </a:lnTo>
                <a:lnTo>
                  <a:pt x="604" y="1459"/>
                </a:lnTo>
                <a:lnTo>
                  <a:pt x="604" y="1458"/>
                </a:lnTo>
                <a:lnTo>
                  <a:pt x="603" y="1458"/>
                </a:lnTo>
                <a:lnTo>
                  <a:pt x="603" y="1457"/>
                </a:lnTo>
                <a:lnTo>
                  <a:pt x="604" y="1456"/>
                </a:lnTo>
                <a:lnTo>
                  <a:pt x="604" y="1455"/>
                </a:lnTo>
                <a:lnTo>
                  <a:pt x="605" y="1455"/>
                </a:lnTo>
                <a:lnTo>
                  <a:pt x="605" y="1454"/>
                </a:lnTo>
                <a:lnTo>
                  <a:pt x="605" y="1453"/>
                </a:lnTo>
                <a:lnTo>
                  <a:pt x="605" y="1452"/>
                </a:lnTo>
                <a:lnTo>
                  <a:pt x="604" y="1452"/>
                </a:lnTo>
                <a:lnTo>
                  <a:pt x="603" y="1452"/>
                </a:lnTo>
                <a:lnTo>
                  <a:pt x="603" y="1453"/>
                </a:lnTo>
                <a:lnTo>
                  <a:pt x="602" y="1453"/>
                </a:lnTo>
                <a:lnTo>
                  <a:pt x="602" y="1454"/>
                </a:lnTo>
                <a:lnTo>
                  <a:pt x="601" y="1454"/>
                </a:lnTo>
                <a:lnTo>
                  <a:pt x="600" y="1454"/>
                </a:lnTo>
                <a:lnTo>
                  <a:pt x="600" y="1453"/>
                </a:lnTo>
                <a:lnTo>
                  <a:pt x="600" y="1452"/>
                </a:lnTo>
                <a:lnTo>
                  <a:pt x="600" y="1451"/>
                </a:lnTo>
                <a:lnTo>
                  <a:pt x="600" y="1450"/>
                </a:lnTo>
                <a:lnTo>
                  <a:pt x="599" y="1449"/>
                </a:lnTo>
                <a:lnTo>
                  <a:pt x="598" y="1449"/>
                </a:lnTo>
                <a:lnTo>
                  <a:pt x="597" y="1448"/>
                </a:lnTo>
                <a:lnTo>
                  <a:pt x="597" y="1447"/>
                </a:lnTo>
                <a:lnTo>
                  <a:pt x="596" y="1446"/>
                </a:lnTo>
                <a:lnTo>
                  <a:pt x="596" y="1445"/>
                </a:lnTo>
                <a:lnTo>
                  <a:pt x="596" y="1444"/>
                </a:lnTo>
                <a:lnTo>
                  <a:pt x="597" y="1444"/>
                </a:lnTo>
                <a:lnTo>
                  <a:pt x="598" y="1443"/>
                </a:lnTo>
                <a:lnTo>
                  <a:pt x="599" y="1443"/>
                </a:lnTo>
                <a:lnTo>
                  <a:pt x="599" y="1442"/>
                </a:lnTo>
                <a:lnTo>
                  <a:pt x="599" y="1441"/>
                </a:lnTo>
                <a:lnTo>
                  <a:pt x="598" y="1440"/>
                </a:lnTo>
                <a:lnTo>
                  <a:pt x="597" y="1440"/>
                </a:lnTo>
                <a:lnTo>
                  <a:pt x="597" y="1439"/>
                </a:lnTo>
                <a:lnTo>
                  <a:pt x="596" y="1439"/>
                </a:lnTo>
                <a:lnTo>
                  <a:pt x="595" y="1438"/>
                </a:lnTo>
                <a:lnTo>
                  <a:pt x="594" y="1438"/>
                </a:lnTo>
                <a:lnTo>
                  <a:pt x="594" y="1437"/>
                </a:lnTo>
                <a:lnTo>
                  <a:pt x="593" y="1436"/>
                </a:lnTo>
                <a:lnTo>
                  <a:pt x="593" y="1435"/>
                </a:lnTo>
                <a:lnTo>
                  <a:pt x="594" y="1434"/>
                </a:lnTo>
                <a:lnTo>
                  <a:pt x="594" y="1433"/>
                </a:lnTo>
                <a:lnTo>
                  <a:pt x="595" y="1433"/>
                </a:lnTo>
                <a:lnTo>
                  <a:pt x="595" y="1432"/>
                </a:lnTo>
                <a:lnTo>
                  <a:pt x="595" y="1431"/>
                </a:lnTo>
                <a:lnTo>
                  <a:pt x="594" y="1431"/>
                </a:lnTo>
                <a:lnTo>
                  <a:pt x="594" y="1430"/>
                </a:lnTo>
                <a:lnTo>
                  <a:pt x="593" y="1429"/>
                </a:lnTo>
                <a:lnTo>
                  <a:pt x="593" y="1428"/>
                </a:lnTo>
                <a:lnTo>
                  <a:pt x="590" y="1430"/>
                </a:lnTo>
                <a:lnTo>
                  <a:pt x="590" y="1432"/>
                </a:lnTo>
                <a:lnTo>
                  <a:pt x="590" y="1433"/>
                </a:lnTo>
                <a:lnTo>
                  <a:pt x="590" y="1434"/>
                </a:lnTo>
                <a:lnTo>
                  <a:pt x="589" y="1435"/>
                </a:lnTo>
                <a:lnTo>
                  <a:pt x="589" y="1436"/>
                </a:lnTo>
                <a:lnTo>
                  <a:pt x="589" y="1437"/>
                </a:lnTo>
                <a:lnTo>
                  <a:pt x="589" y="1436"/>
                </a:lnTo>
                <a:lnTo>
                  <a:pt x="587" y="1436"/>
                </a:lnTo>
                <a:lnTo>
                  <a:pt x="586" y="1436"/>
                </a:lnTo>
                <a:lnTo>
                  <a:pt x="586" y="1435"/>
                </a:lnTo>
                <a:lnTo>
                  <a:pt x="585" y="1435"/>
                </a:lnTo>
                <a:lnTo>
                  <a:pt x="586" y="1435"/>
                </a:lnTo>
                <a:lnTo>
                  <a:pt x="586" y="1434"/>
                </a:lnTo>
                <a:lnTo>
                  <a:pt x="586" y="1433"/>
                </a:lnTo>
                <a:lnTo>
                  <a:pt x="587" y="1433"/>
                </a:lnTo>
                <a:lnTo>
                  <a:pt x="587" y="1432"/>
                </a:lnTo>
                <a:lnTo>
                  <a:pt x="586" y="1432"/>
                </a:lnTo>
                <a:lnTo>
                  <a:pt x="586" y="1431"/>
                </a:lnTo>
                <a:lnTo>
                  <a:pt x="586" y="1430"/>
                </a:lnTo>
                <a:lnTo>
                  <a:pt x="585" y="1430"/>
                </a:lnTo>
                <a:lnTo>
                  <a:pt x="586" y="1429"/>
                </a:lnTo>
                <a:lnTo>
                  <a:pt x="586" y="1428"/>
                </a:lnTo>
                <a:lnTo>
                  <a:pt x="585" y="1427"/>
                </a:lnTo>
                <a:lnTo>
                  <a:pt x="584" y="1427"/>
                </a:lnTo>
                <a:lnTo>
                  <a:pt x="583" y="1428"/>
                </a:lnTo>
                <a:lnTo>
                  <a:pt x="582" y="1428"/>
                </a:lnTo>
                <a:lnTo>
                  <a:pt x="581" y="1429"/>
                </a:lnTo>
                <a:lnTo>
                  <a:pt x="580" y="1429"/>
                </a:lnTo>
                <a:lnTo>
                  <a:pt x="579" y="1429"/>
                </a:lnTo>
                <a:lnTo>
                  <a:pt x="578" y="1429"/>
                </a:lnTo>
                <a:lnTo>
                  <a:pt x="577" y="1429"/>
                </a:lnTo>
                <a:lnTo>
                  <a:pt x="577" y="1430"/>
                </a:lnTo>
                <a:lnTo>
                  <a:pt x="575" y="1432"/>
                </a:lnTo>
                <a:lnTo>
                  <a:pt x="575" y="1433"/>
                </a:lnTo>
                <a:lnTo>
                  <a:pt x="574" y="1433"/>
                </a:lnTo>
                <a:lnTo>
                  <a:pt x="574" y="1434"/>
                </a:lnTo>
                <a:lnTo>
                  <a:pt x="573" y="1434"/>
                </a:lnTo>
                <a:lnTo>
                  <a:pt x="572" y="1434"/>
                </a:lnTo>
                <a:lnTo>
                  <a:pt x="572" y="1435"/>
                </a:lnTo>
                <a:lnTo>
                  <a:pt x="572" y="1436"/>
                </a:lnTo>
                <a:lnTo>
                  <a:pt x="571" y="1436"/>
                </a:lnTo>
                <a:lnTo>
                  <a:pt x="570" y="1437"/>
                </a:lnTo>
                <a:lnTo>
                  <a:pt x="570" y="1438"/>
                </a:lnTo>
                <a:lnTo>
                  <a:pt x="569" y="1439"/>
                </a:lnTo>
                <a:lnTo>
                  <a:pt x="568" y="1439"/>
                </a:lnTo>
                <a:lnTo>
                  <a:pt x="567" y="1440"/>
                </a:lnTo>
                <a:lnTo>
                  <a:pt x="566" y="1440"/>
                </a:lnTo>
                <a:lnTo>
                  <a:pt x="565" y="1440"/>
                </a:lnTo>
                <a:lnTo>
                  <a:pt x="565" y="1439"/>
                </a:lnTo>
                <a:lnTo>
                  <a:pt x="564" y="1440"/>
                </a:lnTo>
                <a:lnTo>
                  <a:pt x="563" y="1441"/>
                </a:lnTo>
                <a:lnTo>
                  <a:pt x="562" y="1442"/>
                </a:lnTo>
                <a:lnTo>
                  <a:pt x="559" y="1442"/>
                </a:lnTo>
                <a:lnTo>
                  <a:pt x="558" y="1442"/>
                </a:lnTo>
                <a:lnTo>
                  <a:pt x="558" y="1443"/>
                </a:lnTo>
                <a:lnTo>
                  <a:pt x="557" y="1443"/>
                </a:lnTo>
                <a:lnTo>
                  <a:pt x="556" y="1443"/>
                </a:lnTo>
                <a:lnTo>
                  <a:pt x="555" y="1443"/>
                </a:lnTo>
                <a:lnTo>
                  <a:pt x="554" y="1443"/>
                </a:lnTo>
                <a:lnTo>
                  <a:pt x="553" y="1443"/>
                </a:lnTo>
                <a:lnTo>
                  <a:pt x="552" y="1443"/>
                </a:lnTo>
                <a:lnTo>
                  <a:pt x="549" y="1445"/>
                </a:lnTo>
                <a:lnTo>
                  <a:pt x="548" y="1445"/>
                </a:lnTo>
                <a:lnTo>
                  <a:pt x="547" y="1445"/>
                </a:lnTo>
                <a:lnTo>
                  <a:pt x="546" y="1445"/>
                </a:lnTo>
                <a:lnTo>
                  <a:pt x="546" y="1446"/>
                </a:lnTo>
                <a:lnTo>
                  <a:pt x="546" y="1447"/>
                </a:lnTo>
                <a:lnTo>
                  <a:pt x="545" y="1447"/>
                </a:lnTo>
                <a:lnTo>
                  <a:pt x="545" y="1448"/>
                </a:lnTo>
                <a:lnTo>
                  <a:pt x="545" y="1449"/>
                </a:lnTo>
                <a:lnTo>
                  <a:pt x="545" y="1450"/>
                </a:lnTo>
                <a:lnTo>
                  <a:pt x="544" y="1450"/>
                </a:lnTo>
                <a:lnTo>
                  <a:pt x="543" y="1450"/>
                </a:lnTo>
                <a:lnTo>
                  <a:pt x="543" y="1451"/>
                </a:lnTo>
                <a:lnTo>
                  <a:pt x="542" y="1451"/>
                </a:lnTo>
                <a:lnTo>
                  <a:pt x="542" y="1452"/>
                </a:lnTo>
                <a:lnTo>
                  <a:pt x="541" y="1452"/>
                </a:lnTo>
                <a:lnTo>
                  <a:pt x="541" y="1451"/>
                </a:lnTo>
                <a:lnTo>
                  <a:pt x="540" y="1451"/>
                </a:lnTo>
                <a:lnTo>
                  <a:pt x="540" y="1450"/>
                </a:lnTo>
                <a:lnTo>
                  <a:pt x="539" y="1450"/>
                </a:lnTo>
                <a:lnTo>
                  <a:pt x="539" y="1451"/>
                </a:lnTo>
                <a:lnTo>
                  <a:pt x="538" y="1451"/>
                </a:lnTo>
                <a:lnTo>
                  <a:pt x="537" y="1450"/>
                </a:lnTo>
                <a:lnTo>
                  <a:pt x="536" y="1450"/>
                </a:lnTo>
                <a:lnTo>
                  <a:pt x="535" y="1449"/>
                </a:lnTo>
                <a:lnTo>
                  <a:pt x="535" y="1448"/>
                </a:lnTo>
                <a:lnTo>
                  <a:pt x="534" y="1448"/>
                </a:lnTo>
                <a:lnTo>
                  <a:pt x="533" y="1448"/>
                </a:lnTo>
                <a:lnTo>
                  <a:pt x="532" y="1447"/>
                </a:lnTo>
                <a:lnTo>
                  <a:pt x="531" y="1447"/>
                </a:lnTo>
                <a:lnTo>
                  <a:pt x="530" y="1448"/>
                </a:lnTo>
                <a:lnTo>
                  <a:pt x="529" y="1449"/>
                </a:lnTo>
                <a:lnTo>
                  <a:pt x="528" y="1450"/>
                </a:lnTo>
                <a:lnTo>
                  <a:pt x="528" y="1449"/>
                </a:lnTo>
                <a:lnTo>
                  <a:pt x="528" y="1450"/>
                </a:lnTo>
                <a:lnTo>
                  <a:pt x="528" y="1451"/>
                </a:lnTo>
                <a:lnTo>
                  <a:pt x="527" y="1452"/>
                </a:lnTo>
                <a:lnTo>
                  <a:pt x="527" y="1451"/>
                </a:lnTo>
                <a:lnTo>
                  <a:pt x="527" y="1452"/>
                </a:lnTo>
                <a:lnTo>
                  <a:pt x="526" y="1452"/>
                </a:lnTo>
                <a:lnTo>
                  <a:pt x="526" y="1453"/>
                </a:lnTo>
                <a:lnTo>
                  <a:pt x="525" y="1453"/>
                </a:lnTo>
                <a:lnTo>
                  <a:pt x="525" y="1454"/>
                </a:lnTo>
                <a:lnTo>
                  <a:pt x="525" y="1453"/>
                </a:lnTo>
                <a:lnTo>
                  <a:pt x="524" y="1453"/>
                </a:lnTo>
                <a:lnTo>
                  <a:pt x="524" y="1452"/>
                </a:lnTo>
                <a:lnTo>
                  <a:pt x="523" y="1453"/>
                </a:lnTo>
                <a:lnTo>
                  <a:pt x="522" y="1452"/>
                </a:lnTo>
                <a:lnTo>
                  <a:pt x="521" y="1452"/>
                </a:lnTo>
                <a:lnTo>
                  <a:pt x="521" y="1453"/>
                </a:lnTo>
                <a:lnTo>
                  <a:pt x="520" y="1453"/>
                </a:lnTo>
                <a:lnTo>
                  <a:pt x="519" y="1452"/>
                </a:lnTo>
                <a:lnTo>
                  <a:pt x="519" y="1453"/>
                </a:lnTo>
                <a:lnTo>
                  <a:pt x="518" y="1454"/>
                </a:lnTo>
                <a:lnTo>
                  <a:pt x="518" y="1453"/>
                </a:lnTo>
                <a:lnTo>
                  <a:pt x="517" y="1453"/>
                </a:lnTo>
                <a:lnTo>
                  <a:pt x="516" y="1453"/>
                </a:lnTo>
                <a:lnTo>
                  <a:pt x="516" y="1454"/>
                </a:lnTo>
                <a:lnTo>
                  <a:pt x="516" y="1455"/>
                </a:lnTo>
                <a:lnTo>
                  <a:pt x="516" y="1456"/>
                </a:lnTo>
                <a:lnTo>
                  <a:pt x="515" y="1456"/>
                </a:lnTo>
                <a:lnTo>
                  <a:pt x="515" y="1457"/>
                </a:lnTo>
                <a:lnTo>
                  <a:pt x="514" y="1458"/>
                </a:lnTo>
                <a:lnTo>
                  <a:pt x="513" y="1457"/>
                </a:lnTo>
                <a:lnTo>
                  <a:pt x="512" y="1457"/>
                </a:lnTo>
                <a:lnTo>
                  <a:pt x="512" y="1456"/>
                </a:lnTo>
                <a:lnTo>
                  <a:pt x="511" y="1455"/>
                </a:lnTo>
                <a:lnTo>
                  <a:pt x="510" y="1454"/>
                </a:lnTo>
                <a:lnTo>
                  <a:pt x="509" y="1454"/>
                </a:lnTo>
                <a:lnTo>
                  <a:pt x="508" y="1454"/>
                </a:lnTo>
                <a:lnTo>
                  <a:pt x="507" y="1453"/>
                </a:lnTo>
                <a:lnTo>
                  <a:pt x="506" y="1453"/>
                </a:lnTo>
                <a:lnTo>
                  <a:pt x="505" y="1454"/>
                </a:lnTo>
                <a:lnTo>
                  <a:pt x="504" y="1454"/>
                </a:lnTo>
                <a:lnTo>
                  <a:pt x="503" y="1454"/>
                </a:lnTo>
                <a:lnTo>
                  <a:pt x="502" y="1454"/>
                </a:lnTo>
                <a:lnTo>
                  <a:pt x="501" y="1454"/>
                </a:lnTo>
                <a:lnTo>
                  <a:pt x="500" y="1454"/>
                </a:lnTo>
                <a:lnTo>
                  <a:pt x="500" y="1453"/>
                </a:lnTo>
                <a:lnTo>
                  <a:pt x="500" y="1452"/>
                </a:lnTo>
                <a:lnTo>
                  <a:pt x="498" y="1452"/>
                </a:lnTo>
                <a:lnTo>
                  <a:pt x="497" y="1452"/>
                </a:lnTo>
                <a:lnTo>
                  <a:pt x="496" y="1452"/>
                </a:lnTo>
                <a:lnTo>
                  <a:pt x="495" y="1451"/>
                </a:lnTo>
                <a:lnTo>
                  <a:pt x="493" y="1451"/>
                </a:lnTo>
                <a:lnTo>
                  <a:pt x="492" y="1452"/>
                </a:lnTo>
                <a:lnTo>
                  <a:pt x="491" y="1452"/>
                </a:lnTo>
                <a:lnTo>
                  <a:pt x="490" y="1454"/>
                </a:lnTo>
                <a:lnTo>
                  <a:pt x="486" y="1458"/>
                </a:lnTo>
                <a:lnTo>
                  <a:pt x="485" y="1459"/>
                </a:lnTo>
                <a:lnTo>
                  <a:pt x="486" y="1458"/>
                </a:lnTo>
                <a:lnTo>
                  <a:pt x="479" y="1448"/>
                </a:lnTo>
                <a:lnTo>
                  <a:pt x="478" y="1447"/>
                </a:lnTo>
                <a:lnTo>
                  <a:pt x="471" y="1441"/>
                </a:lnTo>
                <a:lnTo>
                  <a:pt x="456" y="1424"/>
                </a:lnTo>
                <a:lnTo>
                  <a:pt x="455" y="1422"/>
                </a:lnTo>
                <a:lnTo>
                  <a:pt x="455" y="1421"/>
                </a:lnTo>
                <a:lnTo>
                  <a:pt x="455" y="1420"/>
                </a:lnTo>
                <a:lnTo>
                  <a:pt x="455" y="1419"/>
                </a:lnTo>
                <a:lnTo>
                  <a:pt x="453" y="1406"/>
                </a:lnTo>
                <a:lnTo>
                  <a:pt x="452" y="1404"/>
                </a:lnTo>
                <a:lnTo>
                  <a:pt x="452" y="1403"/>
                </a:lnTo>
                <a:lnTo>
                  <a:pt x="450" y="1399"/>
                </a:lnTo>
                <a:lnTo>
                  <a:pt x="450" y="1398"/>
                </a:lnTo>
                <a:lnTo>
                  <a:pt x="450" y="1397"/>
                </a:lnTo>
                <a:lnTo>
                  <a:pt x="450" y="1396"/>
                </a:lnTo>
                <a:lnTo>
                  <a:pt x="451" y="1396"/>
                </a:lnTo>
                <a:lnTo>
                  <a:pt x="453" y="1395"/>
                </a:lnTo>
                <a:lnTo>
                  <a:pt x="457" y="1394"/>
                </a:lnTo>
                <a:lnTo>
                  <a:pt x="456" y="1391"/>
                </a:lnTo>
                <a:lnTo>
                  <a:pt x="455" y="1390"/>
                </a:lnTo>
                <a:lnTo>
                  <a:pt x="455" y="1389"/>
                </a:lnTo>
                <a:lnTo>
                  <a:pt x="455" y="1388"/>
                </a:lnTo>
                <a:lnTo>
                  <a:pt x="454" y="1387"/>
                </a:lnTo>
                <a:lnTo>
                  <a:pt x="455" y="1386"/>
                </a:lnTo>
                <a:lnTo>
                  <a:pt x="457" y="1385"/>
                </a:lnTo>
                <a:lnTo>
                  <a:pt x="458" y="1385"/>
                </a:lnTo>
                <a:lnTo>
                  <a:pt x="459" y="1387"/>
                </a:lnTo>
                <a:lnTo>
                  <a:pt x="459" y="1388"/>
                </a:lnTo>
                <a:lnTo>
                  <a:pt x="461" y="1391"/>
                </a:lnTo>
                <a:lnTo>
                  <a:pt x="463" y="1390"/>
                </a:lnTo>
                <a:lnTo>
                  <a:pt x="462" y="1388"/>
                </a:lnTo>
                <a:lnTo>
                  <a:pt x="463" y="1388"/>
                </a:lnTo>
                <a:lnTo>
                  <a:pt x="465" y="1387"/>
                </a:lnTo>
                <a:lnTo>
                  <a:pt x="466" y="1387"/>
                </a:lnTo>
                <a:lnTo>
                  <a:pt x="468" y="1386"/>
                </a:lnTo>
                <a:lnTo>
                  <a:pt x="470" y="1385"/>
                </a:lnTo>
                <a:lnTo>
                  <a:pt x="473" y="1384"/>
                </a:lnTo>
                <a:lnTo>
                  <a:pt x="474" y="1384"/>
                </a:lnTo>
                <a:lnTo>
                  <a:pt x="475" y="1386"/>
                </a:lnTo>
                <a:lnTo>
                  <a:pt x="476" y="1387"/>
                </a:lnTo>
                <a:lnTo>
                  <a:pt x="477" y="1388"/>
                </a:lnTo>
                <a:lnTo>
                  <a:pt x="478" y="1388"/>
                </a:lnTo>
                <a:lnTo>
                  <a:pt x="479" y="1388"/>
                </a:lnTo>
                <a:lnTo>
                  <a:pt x="480" y="1387"/>
                </a:lnTo>
                <a:lnTo>
                  <a:pt x="480" y="1388"/>
                </a:lnTo>
                <a:lnTo>
                  <a:pt x="481" y="1388"/>
                </a:lnTo>
                <a:lnTo>
                  <a:pt x="482" y="1386"/>
                </a:lnTo>
                <a:lnTo>
                  <a:pt x="482" y="1387"/>
                </a:lnTo>
                <a:lnTo>
                  <a:pt x="482" y="1386"/>
                </a:lnTo>
                <a:lnTo>
                  <a:pt x="483" y="1386"/>
                </a:lnTo>
                <a:lnTo>
                  <a:pt x="482" y="1386"/>
                </a:lnTo>
                <a:lnTo>
                  <a:pt x="482" y="1385"/>
                </a:lnTo>
                <a:lnTo>
                  <a:pt x="482" y="1384"/>
                </a:lnTo>
                <a:lnTo>
                  <a:pt x="484" y="1383"/>
                </a:lnTo>
                <a:lnTo>
                  <a:pt x="484" y="1382"/>
                </a:lnTo>
                <a:lnTo>
                  <a:pt x="486" y="1382"/>
                </a:lnTo>
                <a:lnTo>
                  <a:pt x="487" y="1381"/>
                </a:lnTo>
                <a:lnTo>
                  <a:pt x="486" y="1379"/>
                </a:lnTo>
                <a:lnTo>
                  <a:pt x="486" y="1378"/>
                </a:lnTo>
                <a:lnTo>
                  <a:pt x="486" y="1377"/>
                </a:lnTo>
                <a:lnTo>
                  <a:pt x="485" y="1376"/>
                </a:lnTo>
                <a:lnTo>
                  <a:pt x="485" y="1375"/>
                </a:lnTo>
                <a:lnTo>
                  <a:pt x="485" y="1374"/>
                </a:lnTo>
                <a:lnTo>
                  <a:pt x="484" y="1374"/>
                </a:lnTo>
                <a:lnTo>
                  <a:pt x="484" y="1373"/>
                </a:lnTo>
                <a:lnTo>
                  <a:pt x="485" y="1372"/>
                </a:lnTo>
                <a:lnTo>
                  <a:pt x="487" y="1371"/>
                </a:lnTo>
                <a:lnTo>
                  <a:pt x="489" y="1371"/>
                </a:lnTo>
                <a:lnTo>
                  <a:pt x="490" y="1371"/>
                </a:lnTo>
                <a:lnTo>
                  <a:pt x="491" y="1370"/>
                </a:lnTo>
                <a:lnTo>
                  <a:pt x="491" y="1369"/>
                </a:lnTo>
                <a:lnTo>
                  <a:pt x="492" y="1369"/>
                </a:lnTo>
                <a:lnTo>
                  <a:pt x="493" y="1369"/>
                </a:lnTo>
                <a:lnTo>
                  <a:pt x="494" y="1368"/>
                </a:lnTo>
                <a:lnTo>
                  <a:pt x="495" y="1368"/>
                </a:lnTo>
                <a:lnTo>
                  <a:pt x="496" y="1366"/>
                </a:lnTo>
                <a:lnTo>
                  <a:pt x="503" y="1364"/>
                </a:lnTo>
                <a:lnTo>
                  <a:pt x="504" y="1364"/>
                </a:lnTo>
                <a:lnTo>
                  <a:pt x="511" y="1362"/>
                </a:lnTo>
                <a:lnTo>
                  <a:pt x="512" y="1361"/>
                </a:lnTo>
                <a:lnTo>
                  <a:pt x="513" y="1361"/>
                </a:lnTo>
                <a:lnTo>
                  <a:pt x="515" y="1361"/>
                </a:lnTo>
                <a:lnTo>
                  <a:pt x="516" y="1361"/>
                </a:lnTo>
                <a:lnTo>
                  <a:pt x="518" y="1360"/>
                </a:lnTo>
                <a:lnTo>
                  <a:pt x="519" y="1360"/>
                </a:lnTo>
                <a:lnTo>
                  <a:pt x="524" y="1359"/>
                </a:lnTo>
                <a:lnTo>
                  <a:pt x="528" y="1358"/>
                </a:lnTo>
                <a:lnTo>
                  <a:pt x="529" y="1358"/>
                </a:lnTo>
                <a:lnTo>
                  <a:pt x="529" y="1355"/>
                </a:lnTo>
                <a:lnTo>
                  <a:pt x="530" y="1351"/>
                </a:lnTo>
                <a:lnTo>
                  <a:pt x="530" y="1350"/>
                </a:lnTo>
                <a:lnTo>
                  <a:pt x="531" y="1349"/>
                </a:lnTo>
                <a:lnTo>
                  <a:pt x="530" y="1347"/>
                </a:lnTo>
                <a:lnTo>
                  <a:pt x="530" y="1346"/>
                </a:lnTo>
                <a:lnTo>
                  <a:pt x="529" y="1344"/>
                </a:lnTo>
                <a:lnTo>
                  <a:pt x="529" y="1342"/>
                </a:lnTo>
                <a:lnTo>
                  <a:pt x="530" y="1342"/>
                </a:lnTo>
                <a:lnTo>
                  <a:pt x="528" y="1338"/>
                </a:lnTo>
                <a:lnTo>
                  <a:pt x="528" y="1337"/>
                </a:lnTo>
                <a:lnTo>
                  <a:pt x="528" y="1336"/>
                </a:lnTo>
                <a:lnTo>
                  <a:pt x="527" y="1334"/>
                </a:lnTo>
                <a:lnTo>
                  <a:pt x="528" y="1333"/>
                </a:lnTo>
                <a:lnTo>
                  <a:pt x="528" y="1332"/>
                </a:lnTo>
                <a:lnTo>
                  <a:pt x="527" y="1332"/>
                </a:lnTo>
                <a:lnTo>
                  <a:pt x="526" y="1332"/>
                </a:lnTo>
                <a:lnTo>
                  <a:pt x="525" y="1332"/>
                </a:lnTo>
                <a:lnTo>
                  <a:pt x="525" y="1333"/>
                </a:lnTo>
                <a:lnTo>
                  <a:pt x="524" y="1333"/>
                </a:lnTo>
                <a:lnTo>
                  <a:pt x="523" y="1333"/>
                </a:lnTo>
                <a:lnTo>
                  <a:pt x="522" y="1333"/>
                </a:lnTo>
                <a:lnTo>
                  <a:pt x="522" y="1332"/>
                </a:lnTo>
                <a:lnTo>
                  <a:pt x="521" y="1332"/>
                </a:lnTo>
                <a:lnTo>
                  <a:pt x="521" y="1331"/>
                </a:lnTo>
                <a:lnTo>
                  <a:pt x="520" y="1331"/>
                </a:lnTo>
                <a:lnTo>
                  <a:pt x="520" y="1330"/>
                </a:lnTo>
                <a:lnTo>
                  <a:pt x="521" y="1330"/>
                </a:lnTo>
                <a:lnTo>
                  <a:pt x="522" y="1330"/>
                </a:lnTo>
                <a:lnTo>
                  <a:pt x="522" y="1329"/>
                </a:lnTo>
                <a:lnTo>
                  <a:pt x="523" y="1329"/>
                </a:lnTo>
                <a:lnTo>
                  <a:pt x="524" y="1328"/>
                </a:lnTo>
                <a:lnTo>
                  <a:pt x="525" y="1328"/>
                </a:lnTo>
                <a:lnTo>
                  <a:pt x="525" y="1327"/>
                </a:lnTo>
                <a:lnTo>
                  <a:pt x="525" y="1326"/>
                </a:lnTo>
                <a:lnTo>
                  <a:pt x="525" y="1325"/>
                </a:lnTo>
                <a:lnTo>
                  <a:pt x="524" y="1324"/>
                </a:lnTo>
                <a:lnTo>
                  <a:pt x="523" y="1324"/>
                </a:lnTo>
                <a:lnTo>
                  <a:pt x="522" y="1324"/>
                </a:lnTo>
                <a:lnTo>
                  <a:pt x="522" y="1323"/>
                </a:lnTo>
                <a:lnTo>
                  <a:pt x="521" y="1323"/>
                </a:lnTo>
                <a:lnTo>
                  <a:pt x="521" y="1322"/>
                </a:lnTo>
                <a:lnTo>
                  <a:pt x="521" y="1321"/>
                </a:lnTo>
                <a:lnTo>
                  <a:pt x="522" y="1320"/>
                </a:lnTo>
                <a:lnTo>
                  <a:pt x="522" y="1319"/>
                </a:lnTo>
                <a:lnTo>
                  <a:pt x="522" y="1318"/>
                </a:lnTo>
                <a:lnTo>
                  <a:pt x="521" y="1317"/>
                </a:lnTo>
                <a:lnTo>
                  <a:pt x="520" y="1317"/>
                </a:lnTo>
                <a:lnTo>
                  <a:pt x="519" y="1317"/>
                </a:lnTo>
                <a:lnTo>
                  <a:pt x="519" y="1318"/>
                </a:lnTo>
                <a:lnTo>
                  <a:pt x="519" y="1317"/>
                </a:lnTo>
                <a:lnTo>
                  <a:pt x="518" y="1317"/>
                </a:lnTo>
                <a:lnTo>
                  <a:pt x="517" y="1318"/>
                </a:lnTo>
                <a:lnTo>
                  <a:pt x="517" y="1319"/>
                </a:lnTo>
                <a:lnTo>
                  <a:pt x="518" y="1319"/>
                </a:lnTo>
                <a:lnTo>
                  <a:pt x="518" y="1320"/>
                </a:lnTo>
                <a:lnTo>
                  <a:pt x="518" y="1321"/>
                </a:lnTo>
                <a:lnTo>
                  <a:pt x="518" y="1322"/>
                </a:lnTo>
                <a:lnTo>
                  <a:pt x="517" y="1322"/>
                </a:lnTo>
                <a:lnTo>
                  <a:pt x="517" y="1323"/>
                </a:lnTo>
                <a:lnTo>
                  <a:pt x="517" y="1324"/>
                </a:lnTo>
                <a:lnTo>
                  <a:pt x="518" y="1325"/>
                </a:lnTo>
                <a:lnTo>
                  <a:pt x="518" y="1326"/>
                </a:lnTo>
                <a:lnTo>
                  <a:pt x="519" y="1326"/>
                </a:lnTo>
                <a:lnTo>
                  <a:pt x="519" y="1327"/>
                </a:lnTo>
                <a:lnTo>
                  <a:pt x="519" y="1330"/>
                </a:lnTo>
                <a:lnTo>
                  <a:pt x="519" y="1331"/>
                </a:lnTo>
                <a:lnTo>
                  <a:pt x="518" y="1331"/>
                </a:lnTo>
                <a:lnTo>
                  <a:pt x="517" y="1332"/>
                </a:lnTo>
                <a:lnTo>
                  <a:pt x="516" y="1332"/>
                </a:lnTo>
                <a:lnTo>
                  <a:pt x="515" y="1331"/>
                </a:lnTo>
                <a:lnTo>
                  <a:pt x="514" y="1331"/>
                </a:lnTo>
                <a:lnTo>
                  <a:pt x="513" y="1332"/>
                </a:lnTo>
                <a:lnTo>
                  <a:pt x="512" y="1332"/>
                </a:lnTo>
                <a:lnTo>
                  <a:pt x="512" y="1333"/>
                </a:lnTo>
                <a:lnTo>
                  <a:pt x="511" y="1333"/>
                </a:lnTo>
                <a:lnTo>
                  <a:pt x="510" y="1333"/>
                </a:lnTo>
                <a:lnTo>
                  <a:pt x="509" y="1333"/>
                </a:lnTo>
                <a:lnTo>
                  <a:pt x="509" y="1332"/>
                </a:lnTo>
                <a:lnTo>
                  <a:pt x="508" y="1332"/>
                </a:lnTo>
                <a:lnTo>
                  <a:pt x="508" y="1331"/>
                </a:lnTo>
                <a:lnTo>
                  <a:pt x="507" y="1331"/>
                </a:lnTo>
                <a:lnTo>
                  <a:pt x="506" y="1330"/>
                </a:lnTo>
                <a:lnTo>
                  <a:pt x="506" y="1329"/>
                </a:lnTo>
                <a:lnTo>
                  <a:pt x="506" y="1328"/>
                </a:lnTo>
                <a:lnTo>
                  <a:pt x="506" y="1327"/>
                </a:lnTo>
                <a:lnTo>
                  <a:pt x="506" y="1326"/>
                </a:lnTo>
                <a:lnTo>
                  <a:pt x="506" y="1325"/>
                </a:lnTo>
                <a:lnTo>
                  <a:pt x="507" y="1324"/>
                </a:lnTo>
                <a:lnTo>
                  <a:pt x="507" y="1323"/>
                </a:lnTo>
                <a:lnTo>
                  <a:pt x="507" y="1321"/>
                </a:lnTo>
                <a:lnTo>
                  <a:pt x="507" y="1320"/>
                </a:lnTo>
                <a:lnTo>
                  <a:pt x="507" y="1319"/>
                </a:lnTo>
                <a:lnTo>
                  <a:pt x="508" y="1318"/>
                </a:lnTo>
                <a:lnTo>
                  <a:pt x="508" y="1316"/>
                </a:lnTo>
                <a:lnTo>
                  <a:pt x="508" y="1315"/>
                </a:lnTo>
                <a:lnTo>
                  <a:pt x="508" y="1314"/>
                </a:lnTo>
                <a:lnTo>
                  <a:pt x="508" y="1313"/>
                </a:lnTo>
                <a:lnTo>
                  <a:pt x="509" y="1313"/>
                </a:lnTo>
                <a:lnTo>
                  <a:pt x="509" y="1311"/>
                </a:lnTo>
                <a:lnTo>
                  <a:pt x="508" y="1311"/>
                </a:lnTo>
                <a:lnTo>
                  <a:pt x="508" y="1309"/>
                </a:lnTo>
                <a:lnTo>
                  <a:pt x="509" y="1309"/>
                </a:lnTo>
                <a:lnTo>
                  <a:pt x="508" y="1308"/>
                </a:lnTo>
                <a:lnTo>
                  <a:pt x="508" y="1307"/>
                </a:lnTo>
                <a:lnTo>
                  <a:pt x="508" y="1306"/>
                </a:lnTo>
                <a:lnTo>
                  <a:pt x="507" y="1307"/>
                </a:lnTo>
                <a:lnTo>
                  <a:pt x="504" y="1308"/>
                </a:lnTo>
                <a:lnTo>
                  <a:pt x="503" y="1308"/>
                </a:lnTo>
                <a:lnTo>
                  <a:pt x="502" y="1307"/>
                </a:lnTo>
                <a:lnTo>
                  <a:pt x="502" y="1308"/>
                </a:lnTo>
                <a:lnTo>
                  <a:pt x="501" y="1308"/>
                </a:lnTo>
                <a:lnTo>
                  <a:pt x="500" y="1308"/>
                </a:lnTo>
                <a:lnTo>
                  <a:pt x="500" y="1309"/>
                </a:lnTo>
                <a:lnTo>
                  <a:pt x="500" y="1310"/>
                </a:lnTo>
                <a:lnTo>
                  <a:pt x="499" y="1310"/>
                </a:lnTo>
                <a:lnTo>
                  <a:pt x="498" y="1311"/>
                </a:lnTo>
                <a:lnTo>
                  <a:pt x="497" y="1311"/>
                </a:lnTo>
                <a:lnTo>
                  <a:pt x="497" y="1312"/>
                </a:lnTo>
                <a:lnTo>
                  <a:pt x="496" y="1312"/>
                </a:lnTo>
                <a:lnTo>
                  <a:pt x="496" y="1313"/>
                </a:lnTo>
                <a:lnTo>
                  <a:pt x="495" y="1312"/>
                </a:lnTo>
                <a:lnTo>
                  <a:pt x="494" y="1313"/>
                </a:lnTo>
                <a:lnTo>
                  <a:pt x="493" y="1313"/>
                </a:lnTo>
                <a:lnTo>
                  <a:pt x="492" y="1313"/>
                </a:lnTo>
                <a:lnTo>
                  <a:pt x="490" y="1313"/>
                </a:lnTo>
                <a:lnTo>
                  <a:pt x="490" y="1312"/>
                </a:lnTo>
                <a:lnTo>
                  <a:pt x="489" y="1311"/>
                </a:lnTo>
                <a:lnTo>
                  <a:pt x="488" y="1310"/>
                </a:lnTo>
                <a:lnTo>
                  <a:pt x="487" y="1309"/>
                </a:lnTo>
                <a:lnTo>
                  <a:pt x="485" y="1308"/>
                </a:lnTo>
                <a:lnTo>
                  <a:pt x="485" y="1307"/>
                </a:lnTo>
                <a:lnTo>
                  <a:pt x="484" y="1307"/>
                </a:lnTo>
                <a:lnTo>
                  <a:pt x="483" y="1306"/>
                </a:lnTo>
                <a:lnTo>
                  <a:pt x="482" y="1305"/>
                </a:lnTo>
                <a:lnTo>
                  <a:pt x="481" y="1305"/>
                </a:lnTo>
                <a:lnTo>
                  <a:pt x="480" y="1305"/>
                </a:lnTo>
                <a:lnTo>
                  <a:pt x="479" y="1304"/>
                </a:lnTo>
                <a:lnTo>
                  <a:pt x="479" y="1305"/>
                </a:lnTo>
                <a:lnTo>
                  <a:pt x="478" y="1304"/>
                </a:lnTo>
                <a:lnTo>
                  <a:pt x="477" y="1304"/>
                </a:lnTo>
                <a:lnTo>
                  <a:pt x="476" y="1304"/>
                </a:lnTo>
                <a:lnTo>
                  <a:pt x="475" y="1303"/>
                </a:lnTo>
                <a:lnTo>
                  <a:pt x="476" y="1304"/>
                </a:lnTo>
                <a:lnTo>
                  <a:pt x="475" y="1305"/>
                </a:lnTo>
                <a:lnTo>
                  <a:pt x="475" y="1306"/>
                </a:lnTo>
                <a:lnTo>
                  <a:pt x="476" y="1306"/>
                </a:lnTo>
                <a:lnTo>
                  <a:pt x="476" y="1307"/>
                </a:lnTo>
                <a:lnTo>
                  <a:pt x="477" y="1310"/>
                </a:lnTo>
                <a:lnTo>
                  <a:pt x="480" y="1309"/>
                </a:lnTo>
                <a:lnTo>
                  <a:pt x="483" y="1308"/>
                </a:lnTo>
                <a:lnTo>
                  <a:pt x="484" y="1308"/>
                </a:lnTo>
                <a:lnTo>
                  <a:pt x="487" y="1310"/>
                </a:lnTo>
                <a:lnTo>
                  <a:pt x="488" y="1310"/>
                </a:lnTo>
                <a:lnTo>
                  <a:pt x="489" y="1311"/>
                </a:lnTo>
                <a:lnTo>
                  <a:pt x="489" y="1312"/>
                </a:lnTo>
                <a:lnTo>
                  <a:pt x="490" y="1313"/>
                </a:lnTo>
                <a:lnTo>
                  <a:pt x="492" y="1314"/>
                </a:lnTo>
                <a:lnTo>
                  <a:pt x="492" y="1317"/>
                </a:lnTo>
                <a:lnTo>
                  <a:pt x="493" y="1317"/>
                </a:lnTo>
                <a:lnTo>
                  <a:pt x="493" y="1319"/>
                </a:lnTo>
                <a:lnTo>
                  <a:pt x="493" y="1323"/>
                </a:lnTo>
                <a:lnTo>
                  <a:pt x="491" y="1334"/>
                </a:lnTo>
                <a:lnTo>
                  <a:pt x="490" y="1334"/>
                </a:lnTo>
                <a:lnTo>
                  <a:pt x="490" y="1335"/>
                </a:lnTo>
                <a:lnTo>
                  <a:pt x="489" y="1335"/>
                </a:lnTo>
                <a:lnTo>
                  <a:pt x="489" y="1336"/>
                </a:lnTo>
                <a:lnTo>
                  <a:pt x="488" y="1336"/>
                </a:lnTo>
                <a:lnTo>
                  <a:pt x="487" y="1336"/>
                </a:lnTo>
                <a:lnTo>
                  <a:pt x="487" y="1337"/>
                </a:lnTo>
                <a:lnTo>
                  <a:pt x="486" y="1337"/>
                </a:lnTo>
                <a:lnTo>
                  <a:pt x="486" y="1336"/>
                </a:lnTo>
                <a:lnTo>
                  <a:pt x="486" y="1335"/>
                </a:lnTo>
                <a:lnTo>
                  <a:pt x="485" y="1335"/>
                </a:lnTo>
                <a:lnTo>
                  <a:pt x="485" y="1334"/>
                </a:lnTo>
                <a:lnTo>
                  <a:pt x="484" y="1332"/>
                </a:lnTo>
                <a:lnTo>
                  <a:pt x="482" y="1331"/>
                </a:lnTo>
                <a:lnTo>
                  <a:pt x="481" y="1331"/>
                </a:lnTo>
                <a:lnTo>
                  <a:pt x="480" y="1330"/>
                </a:lnTo>
                <a:lnTo>
                  <a:pt x="479" y="1331"/>
                </a:lnTo>
                <a:lnTo>
                  <a:pt x="479" y="1332"/>
                </a:lnTo>
                <a:lnTo>
                  <a:pt x="478" y="1332"/>
                </a:lnTo>
                <a:lnTo>
                  <a:pt x="477" y="1332"/>
                </a:lnTo>
                <a:lnTo>
                  <a:pt x="475" y="1332"/>
                </a:lnTo>
                <a:lnTo>
                  <a:pt x="475" y="1333"/>
                </a:lnTo>
                <a:lnTo>
                  <a:pt x="474" y="1333"/>
                </a:lnTo>
                <a:lnTo>
                  <a:pt x="474" y="1334"/>
                </a:lnTo>
                <a:lnTo>
                  <a:pt x="472" y="1333"/>
                </a:lnTo>
                <a:lnTo>
                  <a:pt x="471" y="1332"/>
                </a:lnTo>
                <a:lnTo>
                  <a:pt x="470" y="1334"/>
                </a:lnTo>
                <a:lnTo>
                  <a:pt x="469" y="1335"/>
                </a:lnTo>
                <a:lnTo>
                  <a:pt x="470" y="1335"/>
                </a:lnTo>
                <a:lnTo>
                  <a:pt x="470" y="1337"/>
                </a:lnTo>
                <a:lnTo>
                  <a:pt x="470" y="1338"/>
                </a:lnTo>
                <a:lnTo>
                  <a:pt x="470" y="1340"/>
                </a:lnTo>
                <a:lnTo>
                  <a:pt x="471" y="1340"/>
                </a:lnTo>
                <a:lnTo>
                  <a:pt x="471" y="1341"/>
                </a:lnTo>
                <a:lnTo>
                  <a:pt x="471" y="1342"/>
                </a:lnTo>
                <a:lnTo>
                  <a:pt x="470" y="1342"/>
                </a:lnTo>
                <a:lnTo>
                  <a:pt x="469" y="1342"/>
                </a:lnTo>
                <a:lnTo>
                  <a:pt x="470" y="1342"/>
                </a:lnTo>
                <a:lnTo>
                  <a:pt x="470" y="1344"/>
                </a:lnTo>
                <a:lnTo>
                  <a:pt x="469" y="1345"/>
                </a:lnTo>
                <a:lnTo>
                  <a:pt x="469" y="1346"/>
                </a:lnTo>
                <a:lnTo>
                  <a:pt x="468" y="1347"/>
                </a:lnTo>
                <a:lnTo>
                  <a:pt x="468" y="1348"/>
                </a:lnTo>
                <a:lnTo>
                  <a:pt x="467" y="1349"/>
                </a:lnTo>
                <a:lnTo>
                  <a:pt x="467" y="1352"/>
                </a:lnTo>
                <a:lnTo>
                  <a:pt x="467" y="1353"/>
                </a:lnTo>
                <a:lnTo>
                  <a:pt x="467" y="1354"/>
                </a:lnTo>
                <a:lnTo>
                  <a:pt x="467" y="1355"/>
                </a:lnTo>
                <a:lnTo>
                  <a:pt x="467" y="1356"/>
                </a:lnTo>
                <a:lnTo>
                  <a:pt x="466" y="1357"/>
                </a:lnTo>
                <a:lnTo>
                  <a:pt x="465" y="1359"/>
                </a:lnTo>
                <a:lnTo>
                  <a:pt x="464" y="1359"/>
                </a:lnTo>
                <a:lnTo>
                  <a:pt x="463" y="1359"/>
                </a:lnTo>
                <a:lnTo>
                  <a:pt x="462" y="1360"/>
                </a:lnTo>
                <a:lnTo>
                  <a:pt x="461" y="1361"/>
                </a:lnTo>
                <a:lnTo>
                  <a:pt x="460" y="1361"/>
                </a:lnTo>
                <a:lnTo>
                  <a:pt x="459" y="1361"/>
                </a:lnTo>
                <a:lnTo>
                  <a:pt x="459" y="1362"/>
                </a:lnTo>
                <a:lnTo>
                  <a:pt x="459" y="1361"/>
                </a:lnTo>
                <a:lnTo>
                  <a:pt x="458" y="1361"/>
                </a:lnTo>
                <a:lnTo>
                  <a:pt x="457" y="1361"/>
                </a:lnTo>
                <a:lnTo>
                  <a:pt x="456" y="1361"/>
                </a:lnTo>
                <a:lnTo>
                  <a:pt x="455" y="1361"/>
                </a:lnTo>
                <a:lnTo>
                  <a:pt x="454" y="1361"/>
                </a:lnTo>
                <a:lnTo>
                  <a:pt x="454" y="1360"/>
                </a:lnTo>
                <a:lnTo>
                  <a:pt x="453" y="1361"/>
                </a:lnTo>
                <a:lnTo>
                  <a:pt x="453" y="1362"/>
                </a:lnTo>
                <a:lnTo>
                  <a:pt x="452" y="1362"/>
                </a:lnTo>
                <a:lnTo>
                  <a:pt x="451" y="1363"/>
                </a:lnTo>
                <a:lnTo>
                  <a:pt x="450" y="1363"/>
                </a:lnTo>
                <a:lnTo>
                  <a:pt x="449" y="1364"/>
                </a:lnTo>
                <a:lnTo>
                  <a:pt x="449" y="1365"/>
                </a:lnTo>
                <a:lnTo>
                  <a:pt x="448" y="1365"/>
                </a:lnTo>
                <a:lnTo>
                  <a:pt x="448" y="1366"/>
                </a:lnTo>
                <a:lnTo>
                  <a:pt x="447" y="1366"/>
                </a:lnTo>
                <a:lnTo>
                  <a:pt x="446" y="1365"/>
                </a:lnTo>
                <a:lnTo>
                  <a:pt x="446" y="1366"/>
                </a:lnTo>
                <a:lnTo>
                  <a:pt x="445" y="1365"/>
                </a:lnTo>
                <a:lnTo>
                  <a:pt x="444" y="1364"/>
                </a:lnTo>
                <a:lnTo>
                  <a:pt x="444" y="1363"/>
                </a:lnTo>
                <a:lnTo>
                  <a:pt x="443" y="1363"/>
                </a:lnTo>
                <a:lnTo>
                  <a:pt x="443" y="1361"/>
                </a:lnTo>
                <a:lnTo>
                  <a:pt x="442" y="1359"/>
                </a:lnTo>
                <a:lnTo>
                  <a:pt x="441" y="1359"/>
                </a:lnTo>
                <a:lnTo>
                  <a:pt x="441" y="1358"/>
                </a:lnTo>
                <a:lnTo>
                  <a:pt x="440" y="1358"/>
                </a:lnTo>
                <a:lnTo>
                  <a:pt x="438" y="1358"/>
                </a:lnTo>
                <a:lnTo>
                  <a:pt x="436" y="1357"/>
                </a:lnTo>
                <a:lnTo>
                  <a:pt x="435" y="1356"/>
                </a:lnTo>
                <a:lnTo>
                  <a:pt x="434" y="1356"/>
                </a:lnTo>
                <a:lnTo>
                  <a:pt x="434" y="1355"/>
                </a:lnTo>
                <a:lnTo>
                  <a:pt x="433" y="1355"/>
                </a:lnTo>
                <a:lnTo>
                  <a:pt x="433" y="1356"/>
                </a:lnTo>
                <a:lnTo>
                  <a:pt x="432" y="1356"/>
                </a:lnTo>
                <a:lnTo>
                  <a:pt x="431" y="1355"/>
                </a:lnTo>
                <a:lnTo>
                  <a:pt x="432" y="1355"/>
                </a:lnTo>
                <a:lnTo>
                  <a:pt x="431" y="1354"/>
                </a:lnTo>
                <a:lnTo>
                  <a:pt x="431" y="1353"/>
                </a:lnTo>
                <a:lnTo>
                  <a:pt x="430" y="1353"/>
                </a:lnTo>
                <a:lnTo>
                  <a:pt x="430" y="1352"/>
                </a:lnTo>
                <a:lnTo>
                  <a:pt x="428" y="1352"/>
                </a:lnTo>
                <a:lnTo>
                  <a:pt x="428" y="1350"/>
                </a:lnTo>
                <a:lnTo>
                  <a:pt x="428" y="1349"/>
                </a:lnTo>
                <a:lnTo>
                  <a:pt x="427" y="1349"/>
                </a:lnTo>
                <a:lnTo>
                  <a:pt x="426" y="1348"/>
                </a:lnTo>
                <a:lnTo>
                  <a:pt x="426" y="1347"/>
                </a:lnTo>
                <a:lnTo>
                  <a:pt x="426" y="1346"/>
                </a:lnTo>
                <a:lnTo>
                  <a:pt x="426" y="1345"/>
                </a:lnTo>
                <a:lnTo>
                  <a:pt x="426" y="1344"/>
                </a:lnTo>
                <a:lnTo>
                  <a:pt x="426" y="1343"/>
                </a:lnTo>
                <a:lnTo>
                  <a:pt x="425" y="1343"/>
                </a:lnTo>
                <a:lnTo>
                  <a:pt x="425" y="1342"/>
                </a:lnTo>
                <a:lnTo>
                  <a:pt x="425" y="1341"/>
                </a:lnTo>
                <a:lnTo>
                  <a:pt x="425" y="1340"/>
                </a:lnTo>
                <a:lnTo>
                  <a:pt x="424" y="1339"/>
                </a:lnTo>
                <a:lnTo>
                  <a:pt x="423" y="1339"/>
                </a:lnTo>
                <a:lnTo>
                  <a:pt x="423" y="1338"/>
                </a:lnTo>
                <a:lnTo>
                  <a:pt x="422" y="1337"/>
                </a:lnTo>
                <a:lnTo>
                  <a:pt x="422" y="1336"/>
                </a:lnTo>
                <a:lnTo>
                  <a:pt x="421" y="1336"/>
                </a:lnTo>
                <a:lnTo>
                  <a:pt x="421" y="1335"/>
                </a:lnTo>
                <a:lnTo>
                  <a:pt x="422" y="1335"/>
                </a:lnTo>
                <a:lnTo>
                  <a:pt x="423" y="1334"/>
                </a:lnTo>
                <a:lnTo>
                  <a:pt x="423" y="1333"/>
                </a:lnTo>
                <a:lnTo>
                  <a:pt x="423" y="1331"/>
                </a:lnTo>
                <a:lnTo>
                  <a:pt x="423" y="1330"/>
                </a:lnTo>
                <a:lnTo>
                  <a:pt x="423" y="1329"/>
                </a:lnTo>
                <a:lnTo>
                  <a:pt x="422" y="1328"/>
                </a:lnTo>
                <a:lnTo>
                  <a:pt x="422" y="1327"/>
                </a:lnTo>
                <a:lnTo>
                  <a:pt x="422" y="1325"/>
                </a:lnTo>
                <a:lnTo>
                  <a:pt x="422" y="1324"/>
                </a:lnTo>
                <a:lnTo>
                  <a:pt x="422" y="1323"/>
                </a:lnTo>
                <a:lnTo>
                  <a:pt x="421" y="1322"/>
                </a:lnTo>
                <a:lnTo>
                  <a:pt x="421" y="1321"/>
                </a:lnTo>
                <a:lnTo>
                  <a:pt x="420" y="1322"/>
                </a:lnTo>
                <a:lnTo>
                  <a:pt x="419" y="1322"/>
                </a:lnTo>
                <a:lnTo>
                  <a:pt x="419" y="1323"/>
                </a:lnTo>
                <a:lnTo>
                  <a:pt x="418" y="1323"/>
                </a:lnTo>
                <a:lnTo>
                  <a:pt x="418" y="1324"/>
                </a:lnTo>
                <a:lnTo>
                  <a:pt x="417" y="1325"/>
                </a:lnTo>
                <a:lnTo>
                  <a:pt x="416" y="1326"/>
                </a:lnTo>
                <a:lnTo>
                  <a:pt x="415" y="1327"/>
                </a:lnTo>
                <a:lnTo>
                  <a:pt x="414" y="1327"/>
                </a:lnTo>
                <a:lnTo>
                  <a:pt x="414" y="1328"/>
                </a:lnTo>
                <a:lnTo>
                  <a:pt x="413" y="1327"/>
                </a:lnTo>
                <a:lnTo>
                  <a:pt x="412" y="1328"/>
                </a:lnTo>
                <a:lnTo>
                  <a:pt x="411" y="1328"/>
                </a:lnTo>
                <a:lnTo>
                  <a:pt x="409" y="1328"/>
                </a:lnTo>
                <a:lnTo>
                  <a:pt x="408" y="1328"/>
                </a:lnTo>
                <a:lnTo>
                  <a:pt x="407" y="1328"/>
                </a:lnTo>
                <a:lnTo>
                  <a:pt x="407" y="1326"/>
                </a:lnTo>
                <a:lnTo>
                  <a:pt x="408" y="1325"/>
                </a:lnTo>
                <a:lnTo>
                  <a:pt x="408" y="1324"/>
                </a:lnTo>
                <a:lnTo>
                  <a:pt x="406" y="1324"/>
                </a:lnTo>
                <a:lnTo>
                  <a:pt x="405" y="1323"/>
                </a:lnTo>
                <a:lnTo>
                  <a:pt x="404" y="1322"/>
                </a:lnTo>
                <a:lnTo>
                  <a:pt x="404" y="1321"/>
                </a:lnTo>
                <a:lnTo>
                  <a:pt x="403" y="1319"/>
                </a:lnTo>
                <a:lnTo>
                  <a:pt x="404" y="1318"/>
                </a:lnTo>
                <a:lnTo>
                  <a:pt x="403" y="1316"/>
                </a:lnTo>
                <a:lnTo>
                  <a:pt x="405" y="1312"/>
                </a:lnTo>
                <a:lnTo>
                  <a:pt x="406" y="1312"/>
                </a:lnTo>
                <a:lnTo>
                  <a:pt x="406" y="1311"/>
                </a:lnTo>
                <a:lnTo>
                  <a:pt x="407" y="1309"/>
                </a:lnTo>
                <a:lnTo>
                  <a:pt x="408" y="1308"/>
                </a:lnTo>
                <a:lnTo>
                  <a:pt x="410" y="1307"/>
                </a:lnTo>
                <a:lnTo>
                  <a:pt x="410" y="1306"/>
                </a:lnTo>
                <a:lnTo>
                  <a:pt x="411" y="1306"/>
                </a:lnTo>
                <a:lnTo>
                  <a:pt x="411" y="1305"/>
                </a:lnTo>
                <a:lnTo>
                  <a:pt x="411" y="1304"/>
                </a:lnTo>
                <a:lnTo>
                  <a:pt x="411" y="1303"/>
                </a:lnTo>
                <a:lnTo>
                  <a:pt x="412" y="1303"/>
                </a:lnTo>
                <a:lnTo>
                  <a:pt x="411" y="1301"/>
                </a:lnTo>
                <a:lnTo>
                  <a:pt x="411" y="1300"/>
                </a:lnTo>
                <a:lnTo>
                  <a:pt x="411" y="1301"/>
                </a:lnTo>
                <a:lnTo>
                  <a:pt x="410" y="1301"/>
                </a:lnTo>
                <a:lnTo>
                  <a:pt x="409" y="1301"/>
                </a:lnTo>
                <a:lnTo>
                  <a:pt x="409" y="1302"/>
                </a:lnTo>
                <a:lnTo>
                  <a:pt x="408" y="1302"/>
                </a:lnTo>
                <a:lnTo>
                  <a:pt x="407" y="1302"/>
                </a:lnTo>
                <a:lnTo>
                  <a:pt x="406" y="1302"/>
                </a:lnTo>
                <a:lnTo>
                  <a:pt x="406" y="1301"/>
                </a:lnTo>
                <a:lnTo>
                  <a:pt x="405" y="1300"/>
                </a:lnTo>
                <a:lnTo>
                  <a:pt x="404" y="1300"/>
                </a:lnTo>
                <a:lnTo>
                  <a:pt x="402" y="1300"/>
                </a:lnTo>
                <a:lnTo>
                  <a:pt x="401" y="1301"/>
                </a:lnTo>
                <a:lnTo>
                  <a:pt x="400" y="1301"/>
                </a:lnTo>
                <a:lnTo>
                  <a:pt x="399" y="1301"/>
                </a:lnTo>
                <a:lnTo>
                  <a:pt x="398" y="1301"/>
                </a:lnTo>
                <a:lnTo>
                  <a:pt x="397" y="1301"/>
                </a:lnTo>
                <a:lnTo>
                  <a:pt x="396" y="1301"/>
                </a:lnTo>
                <a:lnTo>
                  <a:pt x="395" y="1301"/>
                </a:lnTo>
                <a:lnTo>
                  <a:pt x="395" y="1300"/>
                </a:lnTo>
                <a:lnTo>
                  <a:pt x="395" y="1299"/>
                </a:lnTo>
                <a:lnTo>
                  <a:pt x="393" y="1300"/>
                </a:lnTo>
                <a:lnTo>
                  <a:pt x="390" y="1299"/>
                </a:lnTo>
                <a:lnTo>
                  <a:pt x="389" y="1299"/>
                </a:lnTo>
                <a:lnTo>
                  <a:pt x="388" y="1299"/>
                </a:lnTo>
                <a:lnTo>
                  <a:pt x="388" y="1300"/>
                </a:lnTo>
                <a:lnTo>
                  <a:pt x="387" y="1300"/>
                </a:lnTo>
                <a:lnTo>
                  <a:pt x="386" y="1299"/>
                </a:lnTo>
                <a:lnTo>
                  <a:pt x="385" y="1299"/>
                </a:lnTo>
                <a:lnTo>
                  <a:pt x="384" y="1299"/>
                </a:lnTo>
                <a:lnTo>
                  <a:pt x="384" y="1298"/>
                </a:lnTo>
                <a:lnTo>
                  <a:pt x="383" y="1298"/>
                </a:lnTo>
                <a:lnTo>
                  <a:pt x="381" y="1298"/>
                </a:lnTo>
                <a:lnTo>
                  <a:pt x="381" y="1297"/>
                </a:lnTo>
                <a:lnTo>
                  <a:pt x="380" y="1297"/>
                </a:lnTo>
                <a:lnTo>
                  <a:pt x="379" y="1297"/>
                </a:lnTo>
                <a:lnTo>
                  <a:pt x="378" y="1296"/>
                </a:lnTo>
                <a:lnTo>
                  <a:pt x="377" y="1296"/>
                </a:lnTo>
                <a:lnTo>
                  <a:pt x="377" y="1295"/>
                </a:lnTo>
                <a:lnTo>
                  <a:pt x="376" y="1295"/>
                </a:lnTo>
                <a:lnTo>
                  <a:pt x="376" y="1294"/>
                </a:lnTo>
                <a:lnTo>
                  <a:pt x="375" y="1294"/>
                </a:lnTo>
                <a:lnTo>
                  <a:pt x="375" y="1293"/>
                </a:lnTo>
                <a:lnTo>
                  <a:pt x="376" y="1293"/>
                </a:lnTo>
                <a:lnTo>
                  <a:pt x="373" y="1290"/>
                </a:lnTo>
                <a:lnTo>
                  <a:pt x="372" y="1290"/>
                </a:lnTo>
                <a:lnTo>
                  <a:pt x="371" y="1290"/>
                </a:lnTo>
                <a:lnTo>
                  <a:pt x="371" y="1289"/>
                </a:lnTo>
                <a:lnTo>
                  <a:pt x="370" y="1289"/>
                </a:lnTo>
                <a:lnTo>
                  <a:pt x="370" y="1288"/>
                </a:lnTo>
                <a:lnTo>
                  <a:pt x="369" y="1288"/>
                </a:lnTo>
                <a:lnTo>
                  <a:pt x="368" y="1288"/>
                </a:lnTo>
                <a:lnTo>
                  <a:pt x="368" y="1287"/>
                </a:lnTo>
                <a:lnTo>
                  <a:pt x="367" y="1287"/>
                </a:lnTo>
                <a:lnTo>
                  <a:pt x="366" y="1287"/>
                </a:lnTo>
                <a:lnTo>
                  <a:pt x="366" y="1286"/>
                </a:lnTo>
                <a:lnTo>
                  <a:pt x="365" y="1285"/>
                </a:lnTo>
                <a:lnTo>
                  <a:pt x="365" y="1284"/>
                </a:lnTo>
                <a:lnTo>
                  <a:pt x="364" y="1284"/>
                </a:lnTo>
                <a:lnTo>
                  <a:pt x="364" y="1283"/>
                </a:lnTo>
                <a:lnTo>
                  <a:pt x="363" y="1282"/>
                </a:lnTo>
                <a:lnTo>
                  <a:pt x="362" y="1281"/>
                </a:lnTo>
                <a:lnTo>
                  <a:pt x="362" y="1280"/>
                </a:lnTo>
                <a:lnTo>
                  <a:pt x="361" y="1280"/>
                </a:lnTo>
                <a:lnTo>
                  <a:pt x="361" y="1279"/>
                </a:lnTo>
                <a:lnTo>
                  <a:pt x="360" y="1278"/>
                </a:lnTo>
                <a:lnTo>
                  <a:pt x="359" y="1277"/>
                </a:lnTo>
                <a:lnTo>
                  <a:pt x="359" y="1276"/>
                </a:lnTo>
                <a:lnTo>
                  <a:pt x="358" y="1276"/>
                </a:lnTo>
                <a:lnTo>
                  <a:pt x="358" y="1275"/>
                </a:lnTo>
                <a:lnTo>
                  <a:pt x="358" y="1274"/>
                </a:lnTo>
                <a:lnTo>
                  <a:pt x="357" y="1274"/>
                </a:lnTo>
                <a:lnTo>
                  <a:pt x="357" y="1273"/>
                </a:lnTo>
                <a:lnTo>
                  <a:pt x="355" y="1272"/>
                </a:lnTo>
                <a:lnTo>
                  <a:pt x="354" y="1271"/>
                </a:lnTo>
                <a:lnTo>
                  <a:pt x="353" y="1271"/>
                </a:lnTo>
                <a:lnTo>
                  <a:pt x="352" y="1271"/>
                </a:lnTo>
                <a:lnTo>
                  <a:pt x="352" y="1270"/>
                </a:lnTo>
                <a:lnTo>
                  <a:pt x="351" y="1269"/>
                </a:lnTo>
                <a:lnTo>
                  <a:pt x="350" y="1268"/>
                </a:lnTo>
                <a:lnTo>
                  <a:pt x="350" y="1267"/>
                </a:lnTo>
                <a:lnTo>
                  <a:pt x="349" y="1266"/>
                </a:lnTo>
                <a:lnTo>
                  <a:pt x="349" y="1265"/>
                </a:lnTo>
                <a:lnTo>
                  <a:pt x="349" y="1264"/>
                </a:lnTo>
                <a:lnTo>
                  <a:pt x="348" y="1264"/>
                </a:lnTo>
                <a:lnTo>
                  <a:pt x="348" y="1263"/>
                </a:lnTo>
                <a:lnTo>
                  <a:pt x="347" y="1263"/>
                </a:lnTo>
                <a:lnTo>
                  <a:pt x="346" y="1263"/>
                </a:lnTo>
                <a:lnTo>
                  <a:pt x="345" y="1262"/>
                </a:lnTo>
                <a:lnTo>
                  <a:pt x="345" y="1261"/>
                </a:lnTo>
                <a:lnTo>
                  <a:pt x="344" y="1260"/>
                </a:lnTo>
                <a:lnTo>
                  <a:pt x="344" y="1259"/>
                </a:lnTo>
                <a:lnTo>
                  <a:pt x="343" y="1259"/>
                </a:lnTo>
                <a:lnTo>
                  <a:pt x="342" y="1259"/>
                </a:lnTo>
                <a:lnTo>
                  <a:pt x="342" y="1258"/>
                </a:lnTo>
                <a:lnTo>
                  <a:pt x="341" y="1255"/>
                </a:lnTo>
                <a:lnTo>
                  <a:pt x="342" y="1254"/>
                </a:lnTo>
                <a:lnTo>
                  <a:pt x="344" y="1252"/>
                </a:lnTo>
                <a:lnTo>
                  <a:pt x="344" y="1251"/>
                </a:lnTo>
                <a:lnTo>
                  <a:pt x="345" y="1250"/>
                </a:lnTo>
                <a:lnTo>
                  <a:pt x="347" y="1248"/>
                </a:lnTo>
                <a:lnTo>
                  <a:pt x="350" y="1245"/>
                </a:lnTo>
                <a:lnTo>
                  <a:pt x="350" y="1244"/>
                </a:lnTo>
                <a:lnTo>
                  <a:pt x="351" y="1244"/>
                </a:lnTo>
                <a:lnTo>
                  <a:pt x="352" y="1242"/>
                </a:lnTo>
                <a:lnTo>
                  <a:pt x="352" y="1240"/>
                </a:lnTo>
                <a:lnTo>
                  <a:pt x="352" y="1239"/>
                </a:lnTo>
                <a:lnTo>
                  <a:pt x="352" y="1238"/>
                </a:lnTo>
                <a:lnTo>
                  <a:pt x="352" y="1233"/>
                </a:lnTo>
                <a:lnTo>
                  <a:pt x="353" y="1231"/>
                </a:lnTo>
                <a:lnTo>
                  <a:pt x="353" y="1228"/>
                </a:lnTo>
                <a:lnTo>
                  <a:pt x="353" y="1225"/>
                </a:lnTo>
                <a:lnTo>
                  <a:pt x="353" y="1224"/>
                </a:lnTo>
                <a:lnTo>
                  <a:pt x="353" y="1223"/>
                </a:lnTo>
                <a:lnTo>
                  <a:pt x="354" y="1220"/>
                </a:lnTo>
                <a:lnTo>
                  <a:pt x="355" y="1219"/>
                </a:lnTo>
                <a:lnTo>
                  <a:pt x="355" y="1218"/>
                </a:lnTo>
                <a:lnTo>
                  <a:pt x="356" y="1215"/>
                </a:lnTo>
                <a:lnTo>
                  <a:pt x="356" y="1214"/>
                </a:lnTo>
                <a:lnTo>
                  <a:pt x="357" y="1213"/>
                </a:lnTo>
                <a:lnTo>
                  <a:pt x="358" y="1211"/>
                </a:lnTo>
                <a:lnTo>
                  <a:pt x="363" y="1207"/>
                </a:lnTo>
                <a:lnTo>
                  <a:pt x="366" y="1205"/>
                </a:lnTo>
                <a:lnTo>
                  <a:pt x="370" y="1201"/>
                </a:lnTo>
                <a:lnTo>
                  <a:pt x="376" y="1196"/>
                </a:lnTo>
                <a:lnTo>
                  <a:pt x="379" y="1194"/>
                </a:lnTo>
                <a:lnTo>
                  <a:pt x="379" y="1193"/>
                </a:lnTo>
                <a:lnTo>
                  <a:pt x="380" y="1192"/>
                </a:lnTo>
                <a:lnTo>
                  <a:pt x="381" y="1191"/>
                </a:lnTo>
                <a:lnTo>
                  <a:pt x="381" y="1190"/>
                </a:lnTo>
                <a:lnTo>
                  <a:pt x="383" y="1188"/>
                </a:lnTo>
                <a:lnTo>
                  <a:pt x="383" y="1187"/>
                </a:lnTo>
                <a:lnTo>
                  <a:pt x="384" y="1186"/>
                </a:lnTo>
                <a:lnTo>
                  <a:pt x="386" y="1182"/>
                </a:lnTo>
                <a:lnTo>
                  <a:pt x="387" y="1182"/>
                </a:lnTo>
                <a:lnTo>
                  <a:pt x="388" y="1179"/>
                </a:lnTo>
                <a:lnTo>
                  <a:pt x="389" y="1178"/>
                </a:lnTo>
                <a:lnTo>
                  <a:pt x="391" y="1178"/>
                </a:lnTo>
                <a:lnTo>
                  <a:pt x="393" y="1176"/>
                </a:lnTo>
                <a:lnTo>
                  <a:pt x="396" y="1174"/>
                </a:lnTo>
                <a:lnTo>
                  <a:pt x="397" y="1173"/>
                </a:lnTo>
                <a:lnTo>
                  <a:pt x="399" y="1172"/>
                </a:lnTo>
                <a:lnTo>
                  <a:pt x="401" y="1171"/>
                </a:lnTo>
                <a:lnTo>
                  <a:pt x="402" y="1170"/>
                </a:lnTo>
                <a:lnTo>
                  <a:pt x="405" y="1167"/>
                </a:lnTo>
                <a:lnTo>
                  <a:pt x="410" y="1163"/>
                </a:lnTo>
                <a:lnTo>
                  <a:pt x="411" y="1162"/>
                </a:lnTo>
                <a:lnTo>
                  <a:pt x="411" y="1161"/>
                </a:lnTo>
                <a:lnTo>
                  <a:pt x="412" y="1160"/>
                </a:lnTo>
                <a:lnTo>
                  <a:pt x="414" y="1159"/>
                </a:lnTo>
                <a:lnTo>
                  <a:pt x="416" y="1157"/>
                </a:lnTo>
                <a:lnTo>
                  <a:pt x="417" y="1156"/>
                </a:lnTo>
                <a:lnTo>
                  <a:pt x="422" y="1154"/>
                </a:lnTo>
                <a:lnTo>
                  <a:pt x="424" y="1152"/>
                </a:lnTo>
                <a:lnTo>
                  <a:pt x="426" y="1151"/>
                </a:lnTo>
                <a:lnTo>
                  <a:pt x="428" y="1149"/>
                </a:lnTo>
                <a:lnTo>
                  <a:pt x="430" y="1146"/>
                </a:lnTo>
                <a:lnTo>
                  <a:pt x="431" y="1143"/>
                </a:lnTo>
                <a:lnTo>
                  <a:pt x="432" y="1141"/>
                </a:lnTo>
                <a:lnTo>
                  <a:pt x="433" y="1140"/>
                </a:lnTo>
                <a:lnTo>
                  <a:pt x="433" y="1139"/>
                </a:lnTo>
                <a:lnTo>
                  <a:pt x="434" y="1137"/>
                </a:lnTo>
                <a:lnTo>
                  <a:pt x="434" y="1135"/>
                </a:lnTo>
                <a:lnTo>
                  <a:pt x="435" y="1132"/>
                </a:lnTo>
                <a:lnTo>
                  <a:pt x="436" y="1127"/>
                </a:lnTo>
                <a:lnTo>
                  <a:pt x="437" y="1124"/>
                </a:lnTo>
                <a:lnTo>
                  <a:pt x="438" y="1121"/>
                </a:lnTo>
                <a:lnTo>
                  <a:pt x="438" y="1119"/>
                </a:lnTo>
                <a:lnTo>
                  <a:pt x="438" y="1115"/>
                </a:lnTo>
                <a:lnTo>
                  <a:pt x="438" y="1114"/>
                </a:lnTo>
                <a:lnTo>
                  <a:pt x="439" y="1113"/>
                </a:lnTo>
                <a:lnTo>
                  <a:pt x="439" y="1112"/>
                </a:lnTo>
                <a:lnTo>
                  <a:pt x="441" y="1111"/>
                </a:lnTo>
                <a:lnTo>
                  <a:pt x="442" y="1110"/>
                </a:lnTo>
                <a:lnTo>
                  <a:pt x="445" y="1109"/>
                </a:lnTo>
                <a:lnTo>
                  <a:pt x="446" y="1108"/>
                </a:lnTo>
                <a:lnTo>
                  <a:pt x="447" y="1108"/>
                </a:lnTo>
                <a:lnTo>
                  <a:pt x="449" y="1106"/>
                </a:lnTo>
                <a:lnTo>
                  <a:pt x="454" y="1102"/>
                </a:lnTo>
                <a:lnTo>
                  <a:pt x="455" y="1102"/>
                </a:lnTo>
                <a:lnTo>
                  <a:pt x="456" y="1101"/>
                </a:lnTo>
                <a:lnTo>
                  <a:pt x="460" y="1098"/>
                </a:lnTo>
                <a:lnTo>
                  <a:pt x="461" y="1097"/>
                </a:lnTo>
                <a:lnTo>
                  <a:pt x="462" y="1097"/>
                </a:lnTo>
                <a:lnTo>
                  <a:pt x="465" y="1095"/>
                </a:lnTo>
                <a:lnTo>
                  <a:pt x="467" y="1094"/>
                </a:lnTo>
                <a:lnTo>
                  <a:pt x="467" y="1093"/>
                </a:lnTo>
                <a:lnTo>
                  <a:pt x="468" y="1093"/>
                </a:lnTo>
                <a:lnTo>
                  <a:pt x="469" y="1092"/>
                </a:lnTo>
                <a:lnTo>
                  <a:pt x="472" y="1089"/>
                </a:lnTo>
                <a:lnTo>
                  <a:pt x="473" y="1087"/>
                </a:lnTo>
                <a:lnTo>
                  <a:pt x="474" y="1087"/>
                </a:lnTo>
                <a:lnTo>
                  <a:pt x="474" y="1086"/>
                </a:lnTo>
                <a:lnTo>
                  <a:pt x="476" y="1082"/>
                </a:lnTo>
                <a:lnTo>
                  <a:pt x="477" y="1080"/>
                </a:lnTo>
                <a:lnTo>
                  <a:pt x="480" y="1074"/>
                </a:lnTo>
                <a:lnTo>
                  <a:pt x="480" y="1073"/>
                </a:lnTo>
                <a:lnTo>
                  <a:pt x="481" y="1072"/>
                </a:lnTo>
                <a:lnTo>
                  <a:pt x="482" y="1071"/>
                </a:lnTo>
                <a:lnTo>
                  <a:pt x="483" y="1068"/>
                </a:lnTo>
                <a:lnTo>
                  <a:pt x="485" y="1066"/>
                </a:lnTo>
                <a:lnTo>
                  <a:pt x="485" y="1065"/>
                </a:lnTo>
                <a:lnTo>
                  <a:pt x="486" y="1063"/>
                </a:lnTo>
                <a:lnTo>
                  <a:pt x="486" y="1062"/>
                </a:lnTo>
                <a:lnTo>
                  <a:pt x="487" y="1062"/>
                </a:lnTo>
                <a:lnTo>
                  <a:pt x="487" y="1061"/>
                </a:lnTo>
                <a:lnTo>
                  <a:pt x="489" y="1057"/>
                </a:lnTo>
                <a:lnTo>
                  <a:pt x="490" y="1053"/>
                </a:lnTo>
                <a:lnTo>
                  <a:pt x="490" y="1052"/>
                </a:lnTo>
                <a:lnTo>
                  <a:pt x="491" y="1052"/>
                </a:lnTo>
                <a:lnTo>
                  <a:pt x="491" y="1051"/>
                </a:lnTo>
                <a:lnTo>
                  <a:pt x="492" y="1051"/>
                </a:lnTo>
                <a:lnTo>
                  <a:pt x="492" y="1050"/>
                </a:lnTo>
                <a:lnTo>
                  <a:pt x="495" y="1046"/>
                </a:lnTo>
                <a:lnTo>
                  <a:pt x="497" y="1043"/>
                </a:lnTo>
                <a:lnTo>
                  <a:pt x="498" y="1042"/>
                </a:lnTo>
                <a:lnTo>
                  <a:pt x="499" y="1040"/>
                </a:lnTo>
                <a:lnTo>
                  <a:pt x="501" y="1037"/>
                </a:lnTo>
                <a:lnTo>
                  <a:pt x="503" y="1035"/>
                </a:lnTo>
                <a:lnTo>
                  <a:pt x="504" y="1033"/>
                </a:lnTo>
                <a:lnTo>
                  <a:pt x="504" y="1032"/>
                </a:lnTo>
                <a:lnTo>
                  <a:pt x="505" y="1031"/>
                </a:lnTo>
                <a:lnTo>
                  <a:pt x="506" y="1028"/>
                </a:lnTo>
                <a:lnTo>
                  <a:pt x="508" y="1026"/>
                </a:lnTo>
                <a:lnTo>
                  <a:pt x="508" y="1025"/>
                </a:lnTo>
                <a:lnTo>
                  <a:pt x="511" y="1022"/>
                </a:lnTo>
                <a:lnTo>
                  <a:pt x="511" y="1021"/>
                </a:lnTo>
                <a:lnTo>
                  <a:pt x="512" y="1020"/>
                </a:lnTo>
                <a:lnTo>
                  <a:pt x="512" y="1019"/>
                </a:lnTo>
                <a:lnTo>
                  <a:pt x="512" y="1018"/>
                </a:lnTo>
                <a:lnTo>
                  <a:pt x="513" y="1017"/>
                </a:lnTo>
                <a:lnTo>
                  <a:pt x="513" y="1016"/>
                </a:lnTo>
                <a:lnTo>
                  <a:pt x="514" y="1015"/>
                </a:lnTo>
                <a:lnTo>
                  <a:pt x="515" y="1014"/>
                </a:lnTo>
                <a:lnTo>
                  <a:pt x="515" y="1013"/>
                </a:lnTo>
                <a:lnTo>
                  <a:pt x="519" y="1007"/>
                </a:lnTo>
                <a:lnTo>
                  <a:pt x="520" y="1005"/>
                </a:lnTo>
                <a:lnTo>
                  <a:pt x="521" y="1004"/>
                </a:lnTo>
                <a:lnTo>
                  <a:pt x="522" y="1002"/>
                </a:lnTo>
                <a:lnTo>
                  <a:pt x="523" y="1002"/>
                </a:lnTo>
                <a:lnTo>
                  <a:pt x="524" y="1000"/>
                </a:lnTo>
                <a:lnTo>
                  <a:pt x="524" y="999"/>
                </a:lnTo>
                <a:lnTo>
                  <a:pt x="525" y="998"/>
                </a:lnTo>
                <a:lnTo>
                  <a:pt x="525" y="997"/>
                </a:lnTo>
                <a:lnTo>
                  <a:pt x="526" y="997"/>
                </a:lnTo>
                <a:lnTo>
                  <a:pt x="526" y="996"/>
                </a:lnTo>
                <a:lnTo>
                  <a:pt x="526" y="995"/>
                </a:lnTo>
                <a:lnTo>
                  <a:pt x="527" y="995"/>
                </a:lnTo>
                <a:lnTo>
                  <a:pt x="528" y="994"/>
                </a:lnTo>
                <a:lnTo>
                  <a:pt x="528" y="993"/>
                </a:lnTo>
                <a:lnTo>
                  <a:pt x="529" y="993"/>
                </a:lnTo>
                <a:lnTo>
                  <a:pt x="531" y="991"/>
                </a:lnTo>
                <a:lnTo>
                  <a:pt x="532" y="989"/>
                </a:lnTo>
                <a:lnTo>
                  <a:pt x="533" y="988"/>
                </a:lnTo>
                <a:lnTo>
                  <a:pt x="534" y="988"/>
                </a:lnTo>
                <a:lnTo>
                  <a:pt x="534" y="987"/>
                </a:lnTo>
                <a:lnTo>
                  <a:pt x="535" y="986"/>
                </a:lnTo>
                <a:lnTo>
                  <a:pt x="537" y="983"/>
                </a:lnTo>
                <a:lnTo>
                  <a:pt x="543" y="976"/>
                </a:lnTo>
                <a:lnTo>
                  <a:pt x="544" y="976"/>
                </a:lnTo>
                <a:lnTo>
                  <a:pt x="544" y="975"/>
                </a:lnTo>
                <a:lnTo>
                  <a:pt x="546" y="971"/>
                </a:lnTo>
                <a:lnTo>
                  <a:pt x="547" y="971"/>
                </a:lnTo>
                <a:lnTo>
                  <a:pt x="548" y="971"/>
                </a:lnTo>
                <a:lnTo>
                  <a:pt x="549" y="972"/>
                </a:lnTo>
                <a:lnTo>
                  <a:pt x="550" y="972"/>
                </a:lnTo>
                <a:lnTo>
                  <a:pt x="551" y="973"/>
                </a:lnTo>
                <a:lnTo>
                  <a:pt x="552" y="973"/>
                </a:lnTo>
                <a:lnTo>
                  <a:pt x="553" y="973"/>
                </a:lnTo>
                <a:lnTo>
                  <a:pt x="553" y="974"/>
                </a:lnTo>
                <a:lnTo>
                  <a:pt x="554" y="974"/>
                </a:lnTo>
                <a:lnTo>
                  <a:pt x="554" y="975"/>
                </a:lnTo>
                <a:lnTo>
                  <a:pt x="555" y="976"/>
                </a:lnTo>
                <a:lnTo>
                  <a:pt x="555" y="977"/>
                </a:lnTo>
                <a:lnTo>
                  <a:pt x="555" y="978"/>
                </a:lnTo>
                <a:lnTo>
                  <a:pt x="555" y="979"/>
                </a:lnTo>
                <a:lnTo>
                  <a:pt x="556" y="980"/>
                </a:lnTo>
                <a:lnTo>
                  <a:pt x="556" y="981"/>
                </a:lnTo>
                <a:lnTo>
                  <a:pt x="556" y="982"/>
                </a:lnTo>
                <a:lnTo>
                  <a:pt x="555" y="982"/>
                </a:lnTo>
                <a:lnTo>
                  <a:pt x="555" y="983"/>
                </a:lnTo>
                <a:lnTo>
                  <a:pt x="555" y="985"/>
                </a:lnTo>
                <a:lnTo>
                  <a:pt x="556" y="986"/>
                </a:lnTo>
                <a:lnTo>
                  <a:pt x="558" y="988"/>
                </a:lnTo>
                <a:lnTo>
                  <a:pt x="559" y="989"/>
                </a:lnTo>
                <a:lnTo>
                  <a:pt x="560" y="989"/>
                </a:lnTo>
                <a:lnTo>
                  <a:pt x="560" y="990"/>
                </a:lnTo>
                <a:lnTo>
                  <a:pt x="561" y="990"/>
                </a:lnTo>
                <a:lnTo>
                  <a:pt x="560" y="990"/>
                </a:lnTo>
                <a:lnTo>
                  <a:pt x="560" y="991"/>
                </a:lnTo>
                <a:lnTo>
                  <a:pt x="560" y="992"/>
                </a:lnTo>
                <a:lnTo>
                  <a:pt x="559" y="992"/>
                </a:lnTo>
                <a:lnTo>
                  <a:pt x="558" y="992"/>
                </a:lnTo>
                <a:lnTo>
                  <a:pt x="558" y="993"/>
                </a:lnTo>
                <a:lnTo>
                  <a:pt x="558" y="994"/>
                </a:lnTo>
                <a:lnTo>
                  <a:pt x="558" y="995"/>
                </a:lnTo>
                <a:lnTo>
                  <a:pt x="559" y="995"/>
                </a:lnTo>
                <a:lnTo>
                  <a:pt x="560" y="996"/>
                </a:lnTo>
                <a:lnTo>
                  <a:pt x="560" y="997"/>
                </a:lnTo>
                <a:lnTo>
                  <a:pt x="561" y="997"/>
                </a:lnTo>
                <a:lnTo>
                  <a:pt x="561" y="998"/>
                </a:lnTo>
                <a:lnTo>
                  <a:pt x="561" y="999"/>
                </a:lnTo>
                <a:lnTo>
                  <a:pt x="562" y="1000"/>
                </a:lnTo>
                <a:lnTo>
                  <a:pt x="562" y="1001"/>
                </a:lnTo>
                <a:lnTo>
                  <a:pt x="561" y="1002"/>
                </a:lnTo>
                <a:lnTo>
                  <a:pt x="560" y="1002"/>
                </a:lnTo>
                <a:lnTo>
                  <a:pt x="561" y="1003"/>
                </a:lnTo>
                <a:lnTo>
                  <a:pt x="562" y="1004"/>
                </a:lnTo>
                <a:lnTo>
                  <a:pt x="562" y="1005"/>
                </a:lnTo>
                <a:lnTo>
                  <a:pt x="562" y="1006"/>
                </a:lnTo>
                <a:lnTo>
                  <a:pt x="562" y="1007"/>
                </a:lnTo>
                <a:lnTo>
                  <a:pt x="563" y="1007"/>
                </a:lnTo>
                <a:lnTo>
                  <a:pt x="563" y="1008"/>
                </a:lnTo>
                <a:lnTo>
                  <a:pt x="564" y="1009"/>
                </a:lnTo>
                <a:lnTo>
                  <a:pt x="565" y="1011"/>
                </a:lnTo>
                <a:lnTo>
                  <a:pt x="566" y="1012"/>
                </a:lnTo>
                <a:lnTo>
                  <a:pt x="567" y="1013"/>
                </a:lnTo>
                <a:lnTo>
                  <a:pt x="567" y="1012"/>
                </a:lnTo>
                <a:lnTo>
                  <a:pt x="569" y="1013"/>
                </a:lnTo>
                <a:lnTo>
                  <a:pt x="568" y="1014"/>
                </a:lnTo>
                <a:lnTo>
                  <a:pt x="568" y="1015"/>
                </a:lnTo>
                <a:lnTo>
                  <a:pt x="570" y="1017"/>
                </a:lnTo>
                <a:lnTo>
                  <a:pt x="571" y="1017"/>
                </a:lnTo>
                <a:lnTo>
                  <a:pt x="572" y="1019"/>
                </a:lnTo>
                <a:lnTo>
                  <a:pt x="572" y="1020"/>
                </a:lnTo>
                <a:lnTo>
                  <a:pt x="573" y="1020"/>
                </a:lnTo>
                <a:lnTo>
                  <a:pt x="574" y="1020"/>
                </a:lnTo>
                <a:lnTo>
                  <a:pt x="575" y="1020"/>
                </a:lnTo>
                <a:lnTo>
                  <a:pt x="576" y="1021"/>
                </a:lnTo>
                <a:lnTo>
                  <a:pt x="576" y="1022"/>
                </a:lnTo>
                <a:lnTo>
                  <a:pt x="576" y="1023"/>
                </a:lnTo>
                <a:lnTo>
                  <a:pt x="577" y="1024"/>
                </a:lnTo>
                <a:lnTo>
                  <a:pt x="577" y="1025"/>
                </a:lnTo>
                <a:lnTo>
                  <a:pt x="579" y="1025"/>
                </a:lnTo>
                <a:lnTo>
                  <a:pt x="579" y="1024"/>
                </a:lnTo>
                <a:lnTo>
                  <a:pt x="580" y="1024"/>
                </a:lnTo>
                <a:lnTo>
                  <a:pt x="580" y="1025"/>
                </a:lnTo>
                <a:lnTo>
                  <a:pt x="580" y="1026"/>
                </a:lnTo>
                <a:lnTo>
                  <a:pt x="581" y="1026"/>
                </a:lnTo>
                <a:lnTo>
                  <a:pt x="581" y="1028"/>
                </a:lnTo>
                <a:lnTo>
                  <a:pt x="581" y="1029"/>
                </a:lnTo>
                <a:lnTo>
                  <a:pt x="580" y="1029"/>
                </a:lnTo>
                <a:lnTo>
                  <a:pt x="580" y="1030"/>
                </a:lnTo>
                <a:lnTo>
                  <a:pt x="579" y="1030"/>
                </a:lnTo>
                <a:lnTo>
                  <a:pt x="579" y="1031"/>
                </a:lnTo>
                <a:lnTo>
                  <a:pt x="580" y="1031"/>
                </a:lnTo>
                <a:lnTo>
                  <a:pt x="580" y="1032"/>
                </a:lnTo>
                <a:lnTo>
                  <a:pt x="581" y="1033"/>
                </a:lnTo>
                <a:lnTo>
                  <a:pt x="581" y="1034"/>
                </a:lnTo>
                <a:lnTo>
                  <a:pt x="581" y="1035"/>
                </a:lnTo>
                <a:lnTo>
                  <a:pt x="581" y="1036"/>
                </a:lnTo>
                <a:lnTo>
                  <a:pt x="582" y="1037"/>
                </a:lnTo>
                <a:lnTo>
                  <a:pt x="583" y="1037"/>
                </a:lnTo>
                <a:lnTo>
                  <a:pt x="583" y="1038"/>
                </a:lnTo>
                <a:lnTo>
                  <a:pt x="585" y="1038"/>
                </a:lnTo>
                <a:lnTo>
                  <a:pt x="585" y="1037"/>
                </a:lnTo>
                <a:lnTo>
                  <a:pt x="586" y="1038"/>
                </a:lnTo>
                <a:lnTo>
                  <a:pt x="587" y="1038"/>
                </a:lnTo>
                <a:lnTo>
                  <a:pt x="588" y="1038"/>
                </a:lnTo>
                <a:lnTo>
                  <a:pt x="588" y="1037"/>
                </a:lnTo>
                <a:lnTo>
                  <a:pt x="588" y="1036"/>
                </a:lnTo>
                <a:lnTo>
                  <a:pt x="588" y="1037"/>
                </a:lnTo>
                <a:lnTo>
                  <a:pt x="589" y="1037"/>
                </a:lnTo>
                <a:lnTo>
                  <a:pt x="588" y="1038"/>
                </a:lnTo>
                <a:lnTo>
                  <a:pt x="589" y="1038"/>
                </a:lnTo>
                <a:lnTo>
                  <a:pt x="589" y="1037"/>
                </a:lnTo>
                <a:lnTo>
                  <a:pt x="590" y="1039"/>
                </a:lnTo>
                <a:lnTo>
                  <a:pt x="590" y="1040"/>
                </a:lnTo>
                <a:lnTo>
                  <a:pt x="589" y="1040"/>
                </a:lnTo>
                <a:lnTo>
                  <a:pt x="589" y="1041"/>
                </a:lnTo>
                <a:lnTo>
                  <a:pt x="589" y="1042"/>
                </a:lnTo>
                <a:lnTo>
                  <a:pt x="590" y="1043"/>
                </a:lnTo>
                <a:lnTo>
                  <a:pt x="590" y="1044"/>
                </a:lnTo>
                <a:lnTo>
                  <a:pt x="591" y="1044"/>
                </a:lnTo>
                <a:lnTo>
                  <a:pt x="591" y="1045"/>
                </a:lnTo>
                <a:lnTo>
                  <a:pt x="591" y="1046"/>
                </a:lnTo>
                <a:lnTo>
                  <a:pt x="590" y="1046"/>
                </a:lnTo>
                <a:lnTo>
                  <a:pt x="588" y="1047"/>
                </a:lnTo>
                <a:lnTo>
                  <a:pt x="587" y="1048"/>
                </a:lnTo>
                <a:lnTo>
                  <a:pt x="586" y="1048"/>
                </a:lnTo>
                <a:lnTo>
                  <a:pt x="586" y="1049"/>
                </a:lnTo>
                <a:lnTo>
                  <a:pt x="586" y="1050"/>
                </a:lnTo>
                <a:lnTo>
                  <a:pt x="587" y="1050"/>
                </a:lnTo>
                <a:lnTo>
                  <a:pt x="587" y="1051"/>
                </a:lnTo>
                <a:lnTo>
                  <a:pt x="587" y="1052"/>
                </a:lnTo>
                <a:lnTo>
                  <a:pt x="586" y="1052"/>
                </a:lnTo>
                <a:lnTo>
                  <a:pt x="585" y="1052"/>
                </a:lnTo>
                <a:lnTo>
                  <a:pt x="585" y="1053"/>
                </a:lnTo>
                <a:lnTo>
                  <a:pt x="586" y="1054"/>
                </a:lnTo>
                <a:lnTo>
                  <a:pt x="586" y="1055"/>
                </a:lnTo>
                <a:lnTo>
                  <a:pt x="586" y="1056"/>
                </a:lnTo>
                <a:lnTo>
                  <a:pt x="585" y="1056"/>
                </a:lnTo>
                <a:lnTo>
                  <a:pt x="586" y="1056"/>
                </a:lnTo>
                <a:lnTo>
                  <a:pt x="587" y="1057"/>
                </a:lnTo>
                <a:lnTo>
                  <a:pt x="588" y="1057"/>
                </a:lnTo>
                <a:lnTo>
                  <a:pt x="588" y="1056"/>
                </a:lnTo>
                <a:lnTo>
                  <a:pt x="588" y="1055"/>
                </a:lnTo>
                <a:lnTo>
                  <a:pt x="588" y="1054"/>
                </a:lnTo>
                <a:lnTo>
                  <a:pt x="589" y="1053"/>
                </a:lnTo>
                <a:lnTo>
                  <a:pt x="590" y="1053"/>
                </a:lnTo>
                <a:lnTo>
                  <a:pt x="591" y="1053"/>
                </a:lnTo>
                <a:lnTo>
                  <a:pt x="592" y="1053"/>
                </a:lnTo>
                <a:lnTo>
                  <a:pt x="592" y="1051"/>
                </a:lnTo>
                <a:lnTo>
                  <a:pt x="593" y="1051"/>
                </a:lnTo>
                <a:lnTo>
                  <a:pt x="593" y="1050"/>
                </a:lnTo>
                <a:lnTo>
                  <a:pt x="593" y="1049"/>
                </a:lnTo>
                <a:lnTo>
                  <a:pt x="592" y="1049"/>
                </a:lnTo>
                <a:lnTo>
                  <a:pt x="592" y="1048"/>
                </a:lnTo>
                <a:lnTo>
                  <a:pt x="592" y="1047"/>
                </a:lnTo>
                <a:lnTo>
                  <a:pt x="593" y="1046"/>
                </a:lnTo>
                <a:lnTo>
                  <a:pt x="594" y="1047"/>
                </a:lnTo>
                <a:lnTo>
                  <a:pt x="595" y="1047"/>
                </a:lnTo>
                <a:lnTo>
                  <a:pt x="596" y="1047"/>
                </a:lnTo>
                <a:lnTo>
                  <a:pt x="596" y="1046"/>
                </a:lnTo>
                <a:lnTo>
                  <a:pt x="596" y="1045"/>
                </a:lnTo>
                <a:lnTo>
                  <a:pt x="596" y="1044"/>
                </a:lnTo>
                <a:lnTo>
                  <a:pt x="596" y="1043"/>
                </a:lnTo>
                <a:lnTo>
                  <a:pt x="597" y="1043"/>
                </a:lnTo>
                <a:lnTo>
                  <a:pt x="597" y="1042"/>
                </a:lnTo>
                <a:lnTo>
                  <a:pt x="598" y="1042"/>
                </a:lnTo>
                <a:lnTo>
                  <a:pt x="598" y="1040"/>
                </a:lnTo>
                <a:lnTo>
                  <a:pt x="597" y="1039"/>
                </a:lnTo>
                <a:lnTo>
                  <a:pt x="596" y="1038"/>
                </a:lnTo>
                <a:lnTo>
                  <a:pt x="595" y="1038"/>
                </a:lnTo>
                <a:lnTo>
                  <a:pt x="595" y="1037"/>
                </a:lnTo>
                <a:lnTo>
                  <a:pt x="596" y="1037"/>
                </a:lnTo>
                <a:lnTo>
                  <a:pt x="597" y="1037"/>
                </a:lnTo>
                <a:lnTo>
                  <a:pt x="597" y="1036"/>
                </a:lnTo>
                <a:lnTo>
                  <a:pt x="597" y="1035"/>
                </a:lnTo>
                <a:lnTo>
                  <a:pt x="596" y="1035"/>
                </a:lnTo>
                <a:lnTo>
                  <a:pt x="595" y="1034"/>
                </a:lnTo>
                <a:lnTo>
                  <a:pt x="595" y="1033"/>
                </a:lnTo>
                <a:lnTo>
                  <a:pt x="596" y="1033"/>
                </a:lnTo>
                <a:lnTo>
                  <a:pt x="597" y="1032"/>
                </a:lnTo>
                <a:lnTo>
                  <a:pt x="598" y="1031"/>
                </a:lnTo>
                <a:lnTo>
                  <a:pt x="599" y="1029"/>
                </a:lnTo>
                <a:lnTo>
                  <a:pt x="599" y="1028"/>
                </a:lnTo>
                <a:lnTo>
                  <a:pt x="598" y="1028"/>
                </a:lnTo>
                <a:lnTo>
                  <a:pt x="598" y="1026"/>
                </a:lnTo>
                <a:lnTo>
                  <a:pt x="599" y="1026"/>
                </a:lnTo>
                <a:lnTo>
                  <a:pt x="599" y="1025"/>
                </a:lnTo>
                <a:lnTo>
                  <a:pt x="599" y="1024"/>
                </a:lnTo>
                <a:lnTo>
                  <a:pt x="599" y="1023"/>
                </a:lnTo>
                <a:lnTo>
                  <a:pt x="598" y="1023"/>
                </a:lnTo>
                <a:lnTo>
                  <a:pt x="598" y="1022"/>
                </a:lnTo>
                <a:lnTo>
                  <a:pt x="599" y="1022"/>
                </a:lnTo>
                <a:lnTo>
                  <a:pt x="599" y="1021"/>
                </a:lnTo>
                <a:lnTo>
                  <a:pt x="599" y="1020"/>
                </a:lnTo>
                <a:lnTo>
                  <a:pt x="600" y="1020"/>
                </a:lnTo>
                <a:lnTo>
                  <a:pt x="600" y="1019"/>
                </a:lnTo>
                <a:lnTo>
                  <a:pt x="601" y="1019"/>
                </a:lnTo>
                <a:lnTo>
                  <a:pt x="601" y="1018"/>
                </a:lnTo>
                <a:lnTo>
                  <a:pt x="600" y="1017"/>
                </a:lnTo>
                <a:lnTo>
                  <a:pt x="600" y="1016"/>
                </a:lnTo>
                <a:lnTo>
                  <a:pt x="598" y="1016"/>
                </a:lnTo>
                <a:lnTo>
                  <a:pt x="597" y="1016"/>
                </a:lnTo>
                <a:lnTo>
                  <a:pt x="597" y="1015"/>
                </a:lnTo>
                <a:lnTo>
                  <a:pt x="597" y="1014"/>
                </a:lnTo>
                <a:lnTo>
                  <a:pt x="597" y="1012"/>
                </a:lnTo>
                <a:lnTo>
                  <a:pt x="597" y="1011"/>
                </a:lnTo>
                <a:lnTo>
                  <a:pt x="598" y="1011"/>
                </a:lnTo>
                <a:lnTo>
                  <a:pt x="599" y="1011"/>
                </a:lnTo>
                <a:lnTo>
                  <a:pt x="599" y="1010"/>
                </a:lnTo>
                <a:lnTo>
                  <a:pt x="599" y="1009"/>
                </a:lnTo>
                <a:lnTo>
                  <a:pt x="598" y="1009"/>
                </a:lnTo>
                <a:lnTo>
                  <a:pt x="598" y="1008"/>
                </a:lnTo>
                <a:lnTo>
                  <a:pt x="597" y="1009"/>
                </a:lnTo>
                <a:lnTo>
                  <a:pt x="597" y="1008"/>
                </a:lnTo>
                <a:lnTo>
                  <a:pt x="596" y="1008"/>
                </a:lnTo>
                <a:lnTo>
                  <a:pt x="597" y="1007"/>
                </a:lnTo>
                <a:lnTo>
                  <a:pt x="596" y="1007"/>
                </a:lnTo>
                <a:lnTo>
                  <a:pt x="596" y="1006"/>
                </a:lnTo>
                <a:lnTo>
                  <a:pt x="596" y="1005"/>
                </a:lnTo>
                <a:lnTo>
                  <a:pt x="595" y="1005"/>
                </a:lnTo>
                <a:lnTo>
                  <a:pt x="594" y="1005"/>
                </a:lnTo>
                <a:lnTo>
                  <a:pt x="593" y="1005"/>
                </a:lnTo>
                <a:lnTo>
                  <a:pt x="593" y="1004"/>
                </a:lnTo>
                <a:lnTo>
                  <a:pt x="592" y="1003"/>
                </a:lnTo>
                <a:lnTo>
                  <a:pt x="592" y="1002"/>
                </a:lnTo>
                <a:lnTo>
                  <a:pt x="593" y="1001"/>
                </a:lnTo>
                <a:lnTo>
                  <a:pt x="593" y="1000"/>
                </a:lnTo>
                <a:lnTo>
                  <a:pt x="592" y="1000"/>
                </a:lnTo>
                <a:lnTo>
                  <a:pt x="592" y="999"/>
                </a:lnTo>
                <a:lnTo>
                  <a:pt x="592" y="998"/>
                </a:lnTo>
                <a:lnTo>
                  <a:pt x="591" y="998"/>
                </a:lnTo>
                <a:lnTo>
                  <a:pt x="591" y="997"/>
                </a:lnTo>
                <a:lnTo>
                  <a:pt x="590" y="997"/>
                </a:lnTo>
                <a:lnTo>
                  <a:pt x="589" y="997"/>
                </a:lnTo>
                <a:lnTo>
                  <a:pt x="588" y="996"/>
                </a:lnTo>
                <a:lnTo>
                  <a:pt x="587" y="996"/>
                </a:lnTo>
                <a:lnTo>
                  <a:pt x="587" y="995"/>
                </a:lnTo>
                <a:lnTo>
                  <a:pt x="587" y="994"/>
                </a:lnTo>
                <a:lnTo>
                  <a:pt x="588" y="994"/>
                </a:lnTo>
                <a:lnTo>
                  <a:pt x="588" y="993"/>
                </a:lnTo>
                <a:lnTo>
                  <a:pt x="588" y="992"/>
                </a:lnTo>
                <a:lnTo>
                  <a:pt x="587" y="992"/>
                </a:lnTo>
                <a:lnTo>
                  <a:pt x="587" y="991"/>
                </a:lnTo>
                <a:lnTo>
                  <a:pt x="587" y="990"/>
                </a:lnTo>
                <a:lnTo>
                  <a:pt x="587" y="989"/>
                </a:lnTo>
                <a:lnTo>
                  <a:pt x="587" y="988"/>
                </a:lnTo>
                <a:lnTo>
                  <a:pt x="587" y="987"/>
                </a:lnTo>
                <a:lnTo>
                  <a:pt x="587" y="986"/>
                </a:lnTo>
                <a:lnTo>
                  <a:pt x="586" y="986"/>
                </a:lnTo>
                <a:lnTo>
                  <a:pt x="586" y="985"/>
                </a:lnTo>
                <a:lnTo>
                  <a:pt x="585" y="984"/>
                </a:lnTo>
                <a:lnTo>
                  <a:pt x="584" y="983"/>
                </a:lnTo>
                <a:lnTo>
                  <a:pt x="583" y="983"/>
                </a:lnTo>
                <a:lnTo>
                  <a:pt x="583" y="982"/>
                </a:lnTo>
                <a:lnTo>
                  <a:pt x="583" y="981"/>
                </a:lnTo>
                <a:lnTo>
                  <a:pt x="584" y="981"/>
                </a:lnTo>
                <a:lnTo>
                  <a:pt x="585" y="981"/>
                </a:lnTo>
                <a:lnTo>
                  <a:pt x="586" y="981"/>
                </a:lnTo>
                <a:lnTo>
                  <a:pt x="586" y="980"/>
                </a:lnTo>
                <a:lnTo>
                  <a:pt x="587" y="979"/>
                </a:lnTo>
                <a:lnTo>
                  <a:pt x="587" y="978"/>
                </a:lnTo>
                <a:lnTo>
                  <a:pt x="589" y="978"/>
                </a:lnTo>
                <a:lnTo>
                  <a:pt x="589" y="977"/>
                </a:lnTo>
                <a:lnTo>
                  <a:pt x="589" y="976"/>
                </a:lnTo>
                <a:lnTo>
                  <a:pt x="588" y="976"/>
                </a:lnTo>
                <a:lnTo>
                  <a:pt x="587" y="976"/>
                </a:lnTo>
                <a:lnTo>
                  <a:pt x="586" y="975"/>
                </a:lnTo>
                <a:lnTo>
                  <a:pt x="586" y="974"/>
                </a:lnTo>
                <a:lnTo>
                  <a:pt x="586" y="972"/>
                </a:lnTo>
                <a:lnTo>
                  <a:pt x="585" y="972"/>
                </a:lnTo>
                <a:lnTo>
                  <a:pt x="585" y="971"/>
                </a:lnTo>
                <a:lnTo>
                  <a:pt x="584" y="969"/>
                </a:lnTo>
                <a:lnTo>
                  <a:pt x="584" y="968"/>
                </a:lnTo>
                <a:lnTo>
                  <a:pt x="584" y="967"/>
                </a:lnTo>
                <a:lnTo>
                  <a:pt x="584" y="966"/>
                </a:lnTo>
                <a:lnTo>
                  <a:pt x="585" y="966"/>
                </a:lnTo>
                <a:lnTo>
                  <a:pt x="585" y="965"/>
                </a:lnTo>
                <a:lnTo>
                  <a:pt x="586" y="964"/>
                </a:lnTo>
                <a:lnTo>
                  <a:pt x="585" y="963"/>
                </a:lnTo>
                <a:lnTo>
                  <a:pt x="584" y="963"/>
                </a:lnTo>
                <a:lnTo>
                  <a:pt x="584" y="962"/>
                </a:lnTo>
                <a:lnTo>
                  <a:pt x="583" y="962"/>
                </a:lnTo>
                <a:lnTo>
                  <a:pt x="582" y="962"/>
                </a:lnTo>
                <a:lnTo>
                  <a:pt x="581" y="959"/>
                </a:lnTo>
                <a:lnTo>
                  <a:pt x="582" y="955"/>
                </a:lnTo>
                <a:lnTo>
                  <a:pt x="583" y="954"/>
                </a:lnTo>
                <a:lnTo>
                  <a:pt x="585" y="953"/>
                </a:lnTo>
                <a:lnTo>
                  <a:pt x="585" y="952"/>
                </a:lnTo>
                <a:lnTo>
                  <a:pt x="586" y="952"/>
                </a:lnTo>
                <a:lnTo>
                  <a:pt x="586" y="951"/>
                </a:lnTo>
                <a:lnTo>
                  <a:pt x="587" y="948"/>
                </a:lnTo>
                <a:lnTo>
                  <a:pt x="586" y="946"/>
                </a:lnTo>
                <a:lnTo>
                  <a:pt x="587" y="945"/>
                </a:lnTo>
                <a:lnTo>
                  <a:pt x="588" y="944"/>
                </a:lnTo>
                <a:lnTo>
                  <a:pt x="588" y="943"/>
                </a:lnTo>
                <a:lnTo>
                  <a:pt x="589" y="943"/>
                </a:lnTo>
                <a:lnTo>
                  <a:pt x="589" y="941"/>
                </a:lnTo>
                <a:lnTo>
                  <a:pt x="588" y="938"/>
                </a:lnTo>
                <a:lnTo>
                  <a:pt x="588" y="937"/>
                </a:lnTo>
                <a:lnTo>
                  <a:pt x="588" y="936"/>
                </a:lnTo>
                <a:lnTo>
                  <a:pt x="589" y="936"/>
                </a:lnTo>
                <a:lnTo>
                  <a:pt x="589" y="935"/>
                </a:lnTo>
                <a:lnTo>
                  <a:pt x="589" y="932"/>
                </a:lnTo>
                <a:lnTo>
                  <a:pt x="589" y="928"/>
                </a:lnTo>
                <a:lnTo>
                  <a:pt x="589" y="927"/>
                </a:lnTo>
                <a:lnTo>
                  <a:pt x="588" y="927"/>
                </a:lnTo>
                <a:lnTo>
                  <a:pt x="588" y="925"/>
                </a:lnTo>
                <a:lnTo>
                  <a:pt x="586" y="922"/>
                </a:lnTo>
                <a:lnTo>
                  <a:pt x="586" y="920"/>
                </a:lnTo>
                <a:lnTo>
                  <a:pt x="586" y="919"/>
                </a:lnTo>
                <a:lnTo>
                  <a:pt x="586" y="918"/>
                </a:lnTo>
                <a:lnTo>
                  <a:pt x="586" y="917"/>
                </a:lnTo>
                <a:lnTo>
                  <a:pt x="586" y="916"/>
                </a:lnTo>
                <a:lnTo>
                  <a:pt x="586" y="915"/>
                </a:lnTo>
                <a:lnTo>
                  <a:pt x="588" y="913"/>
                </a:lnTo>
                <a:lnTo>
                  <a:pt x="589" y="913"/>
                </a:lnTo>
                <a:lnTo>
                  <a:pt x="589" y="912"/>
                </a:lnTo>
                <a:lnTo>
                  <a:pt x="589" y="911"/>
                </a:lnTo>
                <a:lnTo>
                  <a:pt x="589" y="910"/>
                </a:lnTo>
                <a:lnTo>
                  <a:pt x="588" y="908"/>
                </a:lnTo>
                <a:lnTo>
                  <a:pt x="587" y="907"/>
                </a:lnTo>
                <a:lnTo>
                  <a:pt x="587" y="906"/>
                </a:lnTo>
                <a:lnTo>
                  <a:pt x="587" y="905"/>
                </a:lnTo>
                <a:lnTo>
                  <a:pt x="587" y="904"/>
                </a:lnTo>
                <a:lnTo>
                  <a:pt x="587" y="903"/>
                </a:lnTo>
                <a:lnTo>
                  <a:pt x="588" y="901"/>
                </a:lnTo>
                <a:lnTo>
                  <a:pt x="590" y="899"/>
                </a:lnTo>
                <a:lnTo>
                  <a:pt x="591" y="899"/>
                </a:lnTo>
                <a:lnTo>
                  <a:pt x="592" y="899"/>
                </a:lnTo>
                <a:lnTo>
                  <a:pt x="593" y="894"/>
                </a:lnTo>
                <a:lnTo>
                  <a:pt x="593" y="889"/>
                </a:lnTo>
                <a:lnTo>
                  <a:pt x="592" y="888"/>
                </a:lnTo>
                <a:lnTo>
                  <a:pt x="592" y="886"/>
                </a:lnTo>
                <a:lnTo>
                  <a:pt x="592" y="884"/>
                </a:lnTo>
                <a:lnTo>
                  <a:pt x="593" y="882"/>
                </a:lnTo>
                <a:lnTo>
                  <a:pt x="596" y="882"/>
                </a:lnTo>
                <a:lnTo>
                  <a:pt x="597" y="881"/>
                </a:lnTo>
                <a:lnTo>
                  <a:pt x="597" y="880"/>
                </a:lnTo>
                <a:lnTo>
                  <a:pt x="597" y="879"/>
                </a:lnTo>
                <a:lnTo>
                  <a:pt x="597" y="878"/>
                </a:lnTo>
                <a:lnTo>
                  <a:pt x="596" y="878"/>
                </a:lnTo>
                <a:lnTo>
                  <a:pt x="596" y="877"/>
                </a:lnTo>
                <a:lnTo>
                  <a:pt x="595" y="876"/>
                </a:lnTo>
                <a:lnTo>
                  <a:pt x="595" y="875"/>
                </a:lnTo>
                <a:lnTo>
                  <a:pt x="596" y="872"/>
                </a:lnTo>
                <a:lnTo>
                  <a:pt x="596" y="869"/>
                </a:lnTo>
                <a:lnTo>
                  <a:pt x="597" y="868"/>
                </a:lnTo>
                <a:lnTo>
                  <a:pt x="598" y="865"/>
                </a:lnTo>
                <a:lnTo>
                  <a:pt x="599" y="864"/>
                </a:lnTo>
                <a:lnTo>
                  <a:pt x="600" y="863"/>
                </a:lnTo>
                <a:lnTo>
                  <a:pt x="600" y="862"/>
                </a:lnTo>
                <a:lnTo>
                  <a:pt x="600" y="861"/>
                </a:lnTo>
                <a:lnTo>
                  <a:pt x="601" y="860"/>
                </a:lnTo>
                <a:lnTo>
                  <a:pt x="601" y="859"/>
                </a:lnTo>
                <a:lnTo>
                  <a:pt x="600" y="858"/>
                </a:lnTo>
                <a:lnTo>
                  <a:pt x="600" y="857"/>
                </a:lnTo>
                <a:lnTo>
                  <a:pt x="601" y="857"/>
                </a:lnTo>
                <a:lnTo>
                  <a:pt x="601" y="855"/>
                </a:lnTo>
                <a:lnTo>
                  <a:pt x="601" y="854"/>
                </a:lnTo>
                <a:lnTo>
                  <a:pt x="601" y="853"/>
                </a:lnTo>
                <a:lnTo>
                  <a:pt x="600" y="853"/>
                </a:lnTo>
                <a:lnTo>
                  <a:pt x="600" y="852"/>
                </a:lnTo>
                <a:lnTo>
                  <a:pt x="600" y="851"/>
                </a:lnTo>
                <a:lnTo>
                  <a:pt x="601" y="850"/>
                </a:lnTo>
                <a:lnTo>
                  <a:pt x="601" y="849"/>
                </a:lnTo>
                <a:lnTo>
                  <a:pt x="601" y="848"/>
                </a:lnTo>
                <a:lnTo>
                  <a:pt x="601" y="847"/>
                </a:lnTo>
                <a:lnTo>
                  <a:pt x="600" y="847"/>
                </a:lnTo>
                <a:lnTo>
                  <a:pt x="600" y="846"/>
                </a:lnTo>
                <a:lnTo>
                  <a:pt x="599" y="845"/>
                </a:lnTo>
                <a:lnTo>
                  <a:pt x="598" y="844"/>
                </a:lnTo>
                <a:lnTo>
                  <a:pt x="597" y="843"/>
                </a:lnTo>
                <a:lnTo>
                  <a:pt x="597" y="842"/>
                </a:lnTo>
                <a:lnTo>
                  <a:pt x="597" y="841"/>
                </a:lnTo>
                <a:lnTo>
                  <a:pt x="597" y="840"/>
                </a:lnTo>
                <a:lnTo>
                  <a:pt x="598" y="840"/>
                </a:lnTo>
                <a:lnTo>
                  <a:pt x="599" y="840"/>
                </a:lnTo>
                <a:lnTo>
                  <a:pt x="600" y="839"/>
                </a:lnTo>
                <a:lnTo>
                  <a:pt x="601" y="839"/>
                </a:lnTo>
                <a:lnTo>
                  <a:pt x="601" y="838"/>
                </a:lnTo>
                <a:lnTo>
                  <a:pt x="601" y="837"/>
                </a:lnTo>
                <a:lnTo>
                  <a:pt x="601" y="836"/>
                </a:lnTo>
                <a:lnTo>
                  <a:pt x="602" y="834"/>
                </a:lnTo>
                <a:lnTo>
                  <a:pt x="602" y="830"/>
                </a:lnTo>
                <a:lnTo>
                  <a:pt x="602" y="829"/>
                </a:lnTo>
                <a:lnTo>
                  <a:pt x="604" y="827"/>
                </a:lnTo>
                <a:lnTo>
                  <a:pt x="605" y="827"/>
                </a:lnTo>
                <a:lnTo>
                  <a:pt x="605" y="826"/>
                </a:lnTo>
                <a:lnTo>
                  <a:pt x="606" y="826"/>
                </a:lnTo>
                <a:lnTo>
                  <a:pt x="607" y="825"/>
                </a:lnTo>
                <a:lnTo>
                  <a:pt x="608" y="825"/>
                </a:lnTo>
                <a:lnTo>
                  <a:pt x="609" y="825"/>
                </a:lnTo>
                <a:lnTo>
                  <a:pt x="610" y="825"/>
                </a:lnTo>
                <a:lnTo>
                  <a:pt x="610" y="826"/>
                </a:lnTo>
                <a:lnTo>
                  <a:pt x="612" y="826"/>
                </a:lnTo>
                <a:lnTo>
                  <a:pt x="612" y="827"/>
                </a:lnTo>
                <a:lnTo>
                  <a:pt x="613" y="827"/>
                </a:lnTo>
                <a:lnTo>
                  <a:pt x="614" y="827"/>
                </a:lnTo>
                <a:lnTo>
                  <a:pt x="615" y="827"/>
                </a:lnTo>
                <a:lnTo>
                  <a:pt x="616" y="827"/>
                </a:lnTo>
                <a:lnTo>
                  <a:pt x="617" y="827"/>
                </a:lnTo>
                <a:lnTo>
                  <a:pt x="618" y="827"/>
                </a:lnTo>
                <a:lnTo>
                  <a:pt x="619" y="827"/>
                </a:lnTo>
                <a:lnTo>
                  <a:pt x="619" y="826"/>
                </a:lnTo>
                <a:lnTo>
                  <a:pt x="620" y="825"/>
                </a:lnTo>
                <a:lnTo>
                  <a:pt x="620" y="824"/>
                </a:lnTo>
                <a:lnTo>
                  <a:pt x="621" y="824"/>
                </a:lnTo>
                <a:lnTo>
                  <a:pt x="622" y="824"/>
                </a:lnTo>
                <a:lnTo>
                  <a:pt x="623" y="824"/>
                </a:lnTo>
                <a:lnTo>
                  <a:pt x="624" y="823"/>
                </a:lnTo>
                <a:lnTo>
                  <a:pt x="625" y="823"/>
                </a:lnTo>
                <a:lnTo>
                  <a:pt x="625" y="824"/>
                </a:lnTo>
                <a:lnTo>
                  <a:pt x="625" y="825"/>
                </a:lnTo>
                <a:lnTo>
                  <a:pt x="625" y="826"/>
                </a:lnTo>
                <a:lnTo>
                  <a:pt x="625" y="827"/>
                </a:lnTo>
                <a:lnTo>
                  <a:pt x="626" y="827"/>
                </a:lnTo>
                <a:lnTo>
                  <a:pt x="626" y="828"/>
                </a:lnTo>
                <a:lnTo>
                  <a:pt x="627" y="828"/>
                </a:lnTo>
                <a:lnTo>
                  <a:pt x="628" y="828"/>
                </a:lnTo>
                <a:lnTo>
                  <a:pt x="629" y="829"/>
                </a:lnTo>
                <a:lnTo>
                  <a:pt x="630" y="829"/>
                </a:lnTo>
                <a:lnTo>
                  <a:pt x="631" y="829"/>
                </a:lnTo>
                <a:lnTo>
                  <a:pt x="632" y="829"/>
                </a:lnTo>
                <a:lnTo>
                  <a:pt x="634" y="830"/>
                </a:lnTo>
                <a:lnTo>
                  <a:pt x="635" y="830"/>
                </a:lnTo>
                <a:lnTo>
                  <a:pt x="635" y="831"/>
                </a:lnTo>
                <a:lnTo>
                  <a:pt x="636" y="831"/>
                </a:lnTo>
                <a:lnTo>
                  <a:pt x="637" y="831"/>
                </a:lnTo>
                <a:lnTo>
                  <a:pt x="637" y="830"/>
                </a:lnTo>
                <a:lnTo>
                  <a:pt x="638" y="830"/>
                </a:lnTo>
                <a:lnTo>
                  <a:pt x="638" y="829"/>
                </a:lnTo>
                <a:lnTo>
                  <a:pt x="638" y="828"/>
                </a:lnTo>
                <a:lnTo>
                  <a:pt x="639" y="827"/>
                </a:lnTo>
                <a:lnTo>
                  <a:pt x="640" y="827"/>
                </a:lnTo>
                <a:lnTo>
                  <a:pt x="641" y="827"/>
                </a:lnTo>
                <a:lnTo>
                  <a:pt x="641" y="826"/>
                </a:lnTo>
                <a:lnTo>
                  <a:pt x="642" y="825"/>
                </a:lnTo>
                <a:lnTo>
                  <a:pt x="642" y="824"/>
                </a:lnTo>
                <a:lnTo>
                  <a:pt x="642" y="823"/>
                </a:lnTo>
                <a:lnTo>
                  <a:pt x="642" y="822"/>
                </a:lnTo>
                <a:lnTo>
                  <a:pt x="642" y="821"/>
                </a:lnTo>
                <a:lnTo>
                  <a:pt x="643" y="820"/>
                </a:lnTo>
                <a:lnTo>
                  <a:pt x="644" y="820"/>
                </a:lnTo>
                <a:lnTo>
                  <a:pt x="644" y="819"/>
                </a:lnTo>
                <a:lnTo>
                  <a:pt x="644" y="818"/>
                </a:lnTo>
                <a:lnTo>
                  <a:pt x="644" y="817"/>
                </a:lnTo>
                <a:lnTo>
                  <a:pt x="644" y="816"/>
                </a:lnTo>
                <a:lnTo>
                  <a:pt x="645" y="816"/>
                </a:lnTo>
                <a:lnTo>
                  <a:pt x="647" y="816"/>
                </a:lnTo>
                <a:lnTo>
                  <a:pt x="648" y="816"/>
                </a:lnTo>
                <a:lnTo>
                  <a:pt x="648" y="815"/>
                </a:lnTo>
                <a:lnTo>
                  <a:pt x="648" y="814"/>
                </a:lnTo>
                <a:lnTo>
                  <a:pt x="648" y="813"/>
                </a:lnTo>
                <a:lnTo>
                  <a:pt x="648" y="812"/>
                </a:lnTo>
                <a:lnTo>
                  <a:pt x="648" y="811"/>
                </a:lnTo>
                <a:lnTo>
                  <a:pt x="648" y="810"/>
                </a:lnTo>
                <a:lnTo>
                  <a:pt x="648" y="809"/>
                </a:lnTo>
                <a:lnTo>
                  <a:pt x="648" y="808"/>
                </a:lnTo>
                <a:lnTo>
                  <a:pt x="648" y="807"/>
                </a:lnTo>
                <a:lnTo>
                  <a:pt x="648" y="806"/>
                </a:lnTo>
                <a:lnTo>
                  <a:pt x="647" y="806"/>
                </a:lnTo>
                <a:lnTo>
                  <a:pt x="647" y="805"/>
                </a:lnTo>
                <a:lnTo>
                  <a:pt x="646" y="805"/>
                </a:lnTo>
                <a:lnTo>
                  <a:pt x="645" y="804"/>
                </a:lnTo>
                <a:lnTo>
                  <a:pt x="645" y="803"/>
                </a:lnTo>
                <a:lnTo>
                  <a:pt x="646" y="802"/>
                </a:lnTo>
                <a:lnTo>
                  <a:pt x="647" y="802"/>
                </a:lnTo>
                <a:lnTo>
                  <a:pt x="648" y="802"/>
                </a:lnTo>
                <a:lnTo>
                  <a:pt x="648" y="801"/>
                </a:lnTo>
                <a:lnTo>
                  <a:pt x="647" y="801"/>
                </a:lnTo>
                <a:lnTo>
                  <a:pt x="646" y="801"/>
                </a:lnTo>
                <a:lnTo>
                  <a:pt x="645" y="801"/>
                </a:lnTo>
                <a:lnTo>
                  <a:pt x="645" y="800"/>
                </a:lnTo>
                <a:lnTo>
                  <a:pt x="646" y="800"/>
                </a:lnTo>
                <a:lnTo>
                  <a:pt x="646" y="799"/>
                </a:lnTo>
                <a:lnTo>
                  <a:pt x="645" y="798"/>
                </a:lnTo>
                <a:lnTo>
                  <a:pt x="645" y="799"/>
                </a:lnTo>
                <a:lnTo>
                  <a:pt x="644" y="799"/>
                </a:lnTo>
                <a:lnTo>
                  <a:pt x="644" y="798"/>
                </a:lnTo>
                <a:lnTo>
                  <a:pt x="644" y="797"/>
                </a:lnTo>
                <a:lnTo>
                  <a:pt x="645" y="797"/>
                </a:lnTo>
                <a:lnTo>
                  <a:pt x="645" y="796"/>
                </a:lnTo>
                <a:lnTo>
                  <a:pt x="646" y="795"/>
                </a:lnTo>
                <a:lnTo>
                  <a:pt x="646" y="794"/>
                </a:lnTo>
                <a:lnTo>
                  <a:pt x="646" y="793"/>
                </a:lnTo>
                <a:lnTo>
                  <a:pt x="647" y="792"/>
                </a:lnTo>
                <a:lnTo>
                  <a:pt x="647" y="791"/>
                </a:lnTo>
                <a:lnTo>
                  <a:pt x="648" y="790"/>
                </a:lnTo>
                <a:lnTo>
                  <a:pt x="648" y="789"/>
                </a:lnTo>
                <a:lnTo>
                  <a:pt x="649" y="789"/>
                </a:lnTo>
                <a:lnTo>
                  <a:pt x="649" y="788"/>
                </a:lnTo>
                <a:lnTo>
                  <a:pt x="648" y="788"/>
                </a:lnTo>
                <a:lnTo>
                  <a:pt x="647" y="788"/>
                </a:lnTo>
                <a:lnTo>
                  <a:pt x="647" y="787"/>
                </a:lnTo>
                <a:lnTo>
                  <a:pt x="647" y="786"/>
                </a:lnTo>
                <a:lnTo>
                  <a:pt x="648" y="786"/>
                </a:lnTo>
                <a:lnTo>
                  <a:pt x="648" y="785"/>
                </a:lnTo>
                <a:lnTo>
                  <a:pt x="648" y="784"/>
                </a:lnTo>
                <a:lnTo>
                  <a:pt x="647" y="783"/>
                </a:lnTo>
                <a:lnTo>
                  <a:pt x="646" y="782"/>
                </a:lnTo>
                <a:lnTo>
                  <a:pt x="646" y="781"/>
                </a:lnTo>
                <a:lnTo>
                  <a:pt x="646" y="780"/>
                </a:lnTo>
                <a:lnTo>
                  <a:pt x="647" y="780"/>
                </a:lnTo>
                <a:lnTo>
                  <a:pt x="648" y="780"/>
                </a:lnTo>
                <a:lnTo>
                  <a:pt x="649" y="780"/>
                </a:lnTo>
                <a:lnTo>
                  <a:pt x="649" y="779"/>
                </a:lnTo>
                <a:lnTo>
                  <a:pt x="648" y="779"/>
                </a:lnTo>
                <a:lnTo>
                  <a:pt x="648" y="778"/>
                </a:lnTo>
                <a:lnTo>
                  <a:pt x="648" y="777"/>
                </a:lnTo>
                <a:lnTo>
                  <a:pt x="648" y="776"/>
                </a:lnTo>
                <a:lnTo>
                  <a:pt x="648" y="775"/>
                </a:lnTo>
                <a:lnTo>
                  <a:pt x="647" y="774"/>
                </a:lnTo>
                <a:lnTo>
                  <a:pt x="646" y="774"/>
                </a:lnTo>
                <a:lnTo>
                  <a:pt x="645" y="774"/>
                </a:lnTo>
                <a:lnTo>
                  <a:pt x="645" y="773"/>
                </a:lnTo>
                <a:lnTo>
                  <a:pt x="644" y="773"/>
                </a:lnTo>
                <a:lnTo>
                  <a:pt x="645" y="773"/>
                </a:lnTo>
                <a:lnTo>
                  <a:pt x="645" y="772"/>
                </a:lnTo>
                <a:lnTo>
                  <a:pt x="645" y="771"/>
                </a:lnTo>
                <a:lnTo>
                  <a:pt x="644" y="769"/>
                </a:lnTo>
                <a:lnTo>
                  <a:pt x="644" y="767"/>
                </a:lnTo>
                <a:lnTo>
                  <a:pt x="643" y="766"/>
                </a:lnTo>
                <a:lnTo>
                  <a:pt x="643" y="765"/>
                </a:lnTo>
                <a:lnTo>
                  <a:pt x="644" y="764"/>
                </a:lnTo>
                <a:lnTo>
                  <a:pt x="644" y="763"/>
                </a:lnTo>
                <a:lnTo>
                  <a:pt x="644" y="762"/>
                </a:lnTo>
                <a:lnTo>
                  <a:pt x="644" y="761"/>
                </a:lnTo>
                <a:lnTo>
                  <a:pt x="643" y="761"/>
                </a:lnTo>
                <a:lnTo>
                  <a:pt x="642" y="760"/>
                </a:lnTo>
                <a:lnTo>
                  <a:pt x="640" y="758"/>
                </a:lnTo>
                <a:lnTo>
                  <a:pt x="639" y="757"/>
                </a:lnTo>
                <a:lnTo>
                  <a:pt x="638" y="756"/>
                </a:lnTo>
                <a:lnTo>
                  <a:pt x="637" y="756"/>
                </a:lnTo>
                <a:lnTo>
                  <a:pt x="637" y="755"/>
                </a:lnTo>
                <a:lnTo>
                  <a:pt x="638" y="754"/>
                </a:lnTo>
                <a:lnTo>
                  <a:pt x="639" y="754"/>
                </a:lnTo>
                <a:lnTo>
                  <a:pt x="639" y="753"/>
                </a:lnTo>
                <a:lnTo>
                  <a:pt x="638" y="753"/>
                </a:lnTo>
                <a:lnTo>
                  <a:pt x="638" y="752"/>
                </a:lnTo>
                <a:lnTo>
                  <a:pt x="638" y="753"/>
                </a:lnTo>
                <a:lnTo>
                  <a:pt x="637" y="753"/>
                </a:lnTo>
                <a:lnTo>
                  <a:pt x="636" y="753"/>
                </a:lnTo>
                <a:lnTo>
                  <a:pt x="636" y="752"/>
                </a:lnTo>
                <a:lnTo>
                  <a:pt x="636" y="751"/>
                </a:lnTo>
                <a:lnTo>
                  <a:pt x="636" y="750"/>
                </a:lnTo>
                <a:lnTo>
                  <a:pt x="635" y="750"/>
                </a:lnTo>
                <a:lnTo>
                  <a:pt x="635" y="749"/>
                </a:lnTo>
                <a:lnTo>
                  <a:pt x="634" y="749"/>
                </a:lnTo>
                <a:lnTo>
                  <a:pt x="634" y="748"/>
                </a:lnTo>
                <a:lnTo>
                  <a:pt x="634" y="747"/>
                </a:lnTo>
                <a:lnTo>
                  <a:pt x="633" y="747"/>
                </a:lnTo>
                <a:lnTo>
                  <a:pt x="633" y="746"/>
                </a:lnTo>
                <a:lnTo>
                  <a:pt x="634" y="746"/>
                </a:lnTo>
                <a:lnTo>
                  <a:pt x="635" y="746"/>
                </a:lnTo>
                <a:lnTo>
                  <a:pt x="635" y="747"/>
                </a:lnTo>
                <a:lnTo>
                  <a:pt x="636" y="746"/>
                </a:lnTo>
                <a:lnTo>
                  <a:pt x="636" y="745"/>
                </a:lnTo>
                <a:lnTo>
                  <a:pt x="636" y="744"/>
                </a:lnTo>
                <a:lnTo>
                  <a:pt x="636" y="743"/>
                </a:lnTo>
                <a:lnTo>
                  <a:pt x="635" y="743"/>
                </a:lnTo>
                <a:lnTo>
                  <a:pt x="635" y="742"/>
                </a:lnTo>
                <a:lnTo>
                  <a:pt x="635" y="741"/>
                </a:lnTo>
                <a:lnTo>
                  <a:pt x="633" y="741"/>
                </a:lnTo>
                <a:lnTo>
                  <a:pt x="632" y="741"/>
                </a:lnTo>
                <a:lnTo>
                  <a:pt x="633" y="741"/>
                </a:lnTo>
                <a:lnTo>
                  <a:pt x="633" y="740"/>
                </a:lnTo>
                <a:lnTo>
                  <a:pt x="633" y="739"/>
                </a:lnTo>
                <a:lnTo>
                  <a:pt x="634" y="739"/>
                </a:lnTo>
                <a:lnTo>
                  <a:pt x="635" y="739"/>
                </a:lnTo>
                <a:lnTo>
                  <a:pt x="635" y="738"/>
                </a:lnTo>
                <a:lnTo>
                  <a:pt x="634" y="738"/>
                </a:lnTo>
                <a:lnTo>
                  <a:pt x="634" y="737"/>
                </a:lnTo>
                <a:lnTo>
                  <a:pt x="633" y="737"/>
                </a:lnTo>
                <a:lnTo>
                  <a:pt x="633" y="736"/>
                </a:lnTo>
                <a:lnTo>
                  <a:pt x="634" y="736"/>
                </a:lnTo>
                <a:lnTo>
                  <a:pt x="634" y="735"/>
                </a:lnTo>
                <a:lnTo>
                  <a:pt x="633" y="735"/>
                </a:lnTo>
                <a:lnTo>
                  <a:pt x="632" y="735"/>
                </a:lnTo>
                <a:lnTo>
                  <a:pt x="631" y="736"/>
                </a:lnTo>
                <a:lnTo>
                  <a:pt x="630" y="736"/>
                </a:lnTo>
                <a:lnTo>
                  <a:pt x="629" y="735"/>
                </a:lnTo>
                <a:lnTo>
                  <a:pt x="629" y="734"/>
                </a:lnTo>
                <a:lnTo>
                  <a:pt x="628" y="734"/>
                </a:lnTo>
                <a:lnTo>
                  <a:pt x="627" y="733"/>
                </a:lnTo>
                <a:lnTo>
                  <a:pt x="626" y="732"/>
                </a:lnTo>
                <a:lnTo>
                  <a:pt x="625" y="731"/>
                </a:lnTo>
                <a:lnTo>
                  <a:pt x="625" y="730"/>
                </a:lnTo>
                <a:lnTo>
                  <a:pt x="624" y="730"/>
                </a:lnTo>
                <a:lnTo>
                  <a:pt x="624" y="729"/>
                </a:lnTo>
                <a:lnTo>
                  <a:pt x="623" y="730"/>
                </a:lnTo>
                <a:lnTo>
                  <a:pt x="624" y="731"/>
                </a:lnTo>
                <a:lnTo>
                  <a:pt x="623" y="732"/>
                </a:lnTo>
                <a:lnTo>
                  <a:pt x="622" y="732"/>
                </a:lnTo>
                <a:lnTo>
                  <a:pt x="621" y="732"/>
                </a:lnTo>
                <a:lnTo>
                  <a:pt x="620" y="732"/>
                </a:lnTo>
                <a:lnTo>
                  <a:pt x="620" y="731"/>
                </a:lnTo>
                <a:lnTo>
                  <a:pt x="620" y="730"/>
                </a:lnTo>
                <a:lnTo>
                  <a:pt x="619" y="730"/>
                </a:lnTo>
                <a:lnTo>
                  <a:pt x="619" y="729"/>
                </a:lnTo>
                <a:lnTo>
                  <a:pt x="618" y="728"/>
                </a:lnTo>
                <a:lnTo>
                  <a:pt x="617" y="726"/>
                </a:lnTo>
                <a:lnTo>
                  <a:pt x="617" y="725"/>
                </a:lnTo>
                <a:lnTo>
                  <a:pt x="617" y="724"/>
                </a:lnTo>
                <a:lnTo>
                  <a:pt x="617" y="723"/>
                </a:lnTo>
                <a:lnTo>
                  <a:pt x="617" y="722"/>
                </a:lnTo>
                <a:lnTo>
                  <a:pt x="618" y="722"/>
                </a:lnTo>
                <a:lnTo>
                  <a:pt x="618" y="721"/>
                </a:lnTo>
                <a:lnTo>
                  <a:pt x="620" y="722"/>
                </a:lnTo>
                <a:lnTo>
                  <a:pt x="621" y="722"/>
                </a:lnTo>
                <a:lnTo>
                  <a:pt x="622" y="722"/>
                </a:lnTo>
                <a:lnTo>
                  <a:pt x="623" y="722"/>
                </a:lnTo>
                <a:lnTo>
                  <a:pt x="623" y="723"/>
                </a:lnTo>
                <a:lnTo>
                  <a:pt x="624" y="723"/>
                </a:lnTo>
                <a:lnTo>
                  <a:pt x="625" y="723"/>
                </a:lnTo>
                <a:lnTo>
                  <a:pt x="625" y="725"/>
                </a:lnTo>
                <a:lnTo>
                  <a:pt x="625" y="726"/>
                </a:lnTo>
                <a:lnTo>
                  <a:pt x="625" y="728"/>
                </a:lnTo>
                <a:lnTo>
                  <a:pt x="626" y="728"/>
                </a:lnTo>
                <a:lnTo>
                  <a:pt x="626" y="729"/>
                </a:lnTo>
                <a:lnTo>
                  <a:pt x="627" y="729"/>
                </a:lnTo>
                <a:lnTo>
                  <a:pt x="627" y="728"/>
                </a:lnTo>
                <a:lnTo>
                  <a:pt x="627" y="727"/>
                </a:lnTo>
                <a:lnTo>
                  <a:pt x="627" y="726"/>
                </a:lnTo>
                <a:lnTo>
                  <a:pt x="627" y="725"/>
                </a:lnTo>
                <a:lnTo>
                  <a:pt x="627" y="724"/>
                </a:lnTo>
                <a:lnTo>
                  <a:pt x="627" y="723"/>
                </a:lnTo>
                <a:lnTo>
                  <a:pt x="628" y="723"/>
                </a:lnTo>
                <a:lnTo>
                  <a:pt x="628" y="722"/>
                </a:lnTo>
                <a:lnTo>
                  <a:pt x="629" y="720"/>
                </a:lnTo>
                <a:lnTo>
                  <a:pt x="629" y="719"/>
                </a:lnTo>
                <a:lnTo>
                  <a:pt x="628" y="719"/>
                </a:lnTo>
                <a:lnTo>
                  <a:pt x="628" y="718"/>
                </a:lnTo>
                <a:lnTo>
                  <a:pt x="628" y="717"/>
                </a:lnTo>
                <a:lnTo>
                  <a:pt x="628" y="716"/>
                </a:lnTo>
                <a:lnTo>
                  <a:pt x="628" y="715"/>
                </a:lnTo>
                <a:lnTo>
                  <a:pt x="627" y="714"/>
                </a:lnTo>
                <a:lnTo>
                  <a:pt x="627" y="713"/>
                </a:lnTo>
                <a:lnTo>
                  <a:pt x="627" y="712"/>
                </a:lnTo>
                <a:lnTo>
                  <a:pt x="627" y="711"/>
                </a:lnTo>
                <a:lnTo>
                  <a:pt x="627" y="710"/>
                </a:lnTo>
                <a:lnTo>
                  <a:pt x="627" y="709"/>
                </a:lnTo>
                <a:lnTo>
                  <a:pt x="626" y="708"/>
                </a:lnTo>
                <a:lnTo>
                  <a:pt x="625" y="708"/>
                </a:lnTo>
                <a:lnTo>
                  <a:pt x="624" y="708"/>
                </a:lnTo>
                <a:lnTo>
                  <a:pt x="624" y="707"/>
                </a:lnTo>
                <a:lnTo>
                  <a:pt x="624" y="706"/>
                </a:lnTo>
                <a:lnTo>
                  <a:pt x="624" y="705"/>
                </a:lnTo>
                <a:lnTo>
                  <a:pt x="625" y="705"/>
                </a:lnTo>
                <a:lnTo>
                  <a:pt x="625" y="704"/>
                </a:lnTo>
                <a:lnTo>
                  <a:pt x="625" y="703"/>
                </a:lnTo>
                <a:lnTo>
                  <a:pt x="625" y="701"/>
                </a:lnTo>
                <a:lnTo>
                  <a:pt x="625" y="699"/>
                </a:lnTo>
                <a:lnTo>
                  <a:pt x="625" y="698"/>
                </a:lnTo>
                <a:lnTo>
                  <a:pt x="624" y="698"/>
                </a:lnTo>
                <a:lnTo>
                  <a:pt x="624" y="697"/>
                </a:lnTo>
                <a:lnTo>
                  <a:pt x="625" y="697"/>
                </a:lnTo>
                <a:lnTo>
                  <a:pt x="625" y="696"/>
                </a:lnTo>
                <a:lnTo>
                  <a:pt x="624" y="695"/>
                </a:lnTo>
                <a:lnTo>
                  <a:pt x="623" y="694"/>
                </a:lnTo>
                <a:lnTo>
                  <a:pt x="622" y="693"/>
                </a:lnTo>
                <a:lnTo>
                  <a:pt x="621" y="693"/>
                </a:lnTo>
                <a:lnTo>
                  <a:pt x="620" y="693"/>
                </a:lnTo>
                <a:lnTo>
                  <a:pt x="620" y="692"/>
                </a:lnTo>
                <a:lnTo>
                  <a:pt x="619" y="692"/>
                </a:lnTo>
                <a:lnTo>
                  <a:pt x="618" y="692"/>
                </a:lnTo>
                <a:lnTo>
                  <a:pt x="617" y="692"/>
                </a:lnTo>
                <a:lnTo>
                  <a:pt x="617" y="691"/>
                </a:lnTo>
                <a:lnTo>
                  <a:pt x="617" y="690"/>
                </a:lnTo>
                <a:lnTo>
                  <a:pt x="617" y="689"/>
                </a:lnTo>
                <a:lnTo>
                  <a:pt x="618" y="689"/>
                </a:lnTo>
                <a:lnTo>
                  <a:pt x="619" y="688"/>
                </a:lnTo>
                <a:lnTo>
                  <a:pt x="620" y="688"/>
                </a:lnTo>
                <a:lnTo>
                  <a:pt x="621" y="688"/>
                </a:lnTo>
                <a:lnTo>
                  <a:pt x="622" y="687"/>
                </a:lnTo>
                <a:lnTo>
                  <a:pt x="623" y="687"/>
                </a:lnTo>
                <a:lnTo>
                  <a:pt x="623" y="686"/>
                </a:lnTo>
                <a:lnTo>
                  <a:pt x="624" y="686"/>
                </a:lnTo>
                <a:lnTo>
                  <a:pt x="624" y="685"/>
                </a:lnTo>
                <a:lnTo>
                  <a:pt x="624" y="684"/>
                </a:lnTo>
                <a:lnTo>
                  <a:pt x="623" y="683"/>
                </a:lnTo>
                <a:lnTo>
                  <a:pt x="622" y="683"/>
                </a:lnTo>
                <a:lnTo>
                  <a:pt x="621" y="682"/>
                </a:lnTo>
                <a:lnTo>
                  <a:pt x="621" y="681"/>
                </a:lnTo>
                <a:lnTo>
                  <a:pt x="622" y="681"/>
                </a:lnTo>
                <a:lnTo>
                  <a:pt x="623" y="681"/>
                </a:lnTo>
                <a:lnTo>
                  <a:pt x="624" y="680"/>
                </a:lnTo>
                <a:lnTo>
                  <a:pt x="624" y="679"/>
                </a:lnTo>
                <a:lnTo>
                  <a:pt x="623" y="678"/>
                </a:lnTo>
                <a:lnTo>
                  <a:pt x="622" y="677"/>
                </a:lnTo>
                <a:lnTo>
                  <a:pt x="622" y="676"/>
                </a:lnTo>
                <a:lnTo>
                  <a:pt x="621" y="676"/>
                </a:lnTo>
                <a:lnTo>
                  <a:pt x="621" y="675"/>
                </a:lnTo>
                <a:lnTo>
                  <a:pt x="620" y="675"/>
                </a:lnTo>
                <a:lnTo>
                  <a:pt x="619" y="674"/>
                </a:lnTo>
                <a:lnTo>
                  <a:pt x="618" y="674"/>
                </a:lnTo>
                <a:lnTo>
                  <a:pt x="618" y="673"/>
                </a:lnTo>
                <a:lnTo>
                  <a:pt x="618" y="672"/>
                </a:lnTo>
                <a:lnTo>
                  <a:pt x="618" y="671"/>
                </a:lnTo>
                <a:lnTo>
                  <a:pt x="619" y="670"/>
                </a:lnTo>
                <a:lnTo>
                  <a:pt x="618" y="670"/>
                </a:lnTo>
                <a:lnTo>
                  <a:pt x="617" y="669"/>
                </a:lnTo>
                <a:lnTo>
                  <a:pt x="616" y="669"/>
                </a:lnTo>
                <a:lnTo>
                  <a:pt x="616" y="668"/>
                </a:lnTo>
                <a:lnTo>
                  <a:pt x="615" y="668"/>
                </a:lnTo>
                <a:lnTo>
                  <a:pt x="615" y="667"/>
                </a:lnTo>
                <a:lnTo>
                  <a:pt x="614" y="666"/>
                </a:lnTo>
                <a:lnTo>
                  <a:pt x="613" y="666"/>
                </a:lnTo>
                <a:lnTo>
                  <a:pt x="612" y="665"/>
                </a:lnTo>
                <a:lnTo>
                  <a:pt x="612" y="664"/>
                </a:lnTo>
                <a:lnTo>
                  <a:pt x="613" y="664"/>
                </a:lnTo>
                <a:lnTo>
                  <a:pt x="614" y="663"/>
                </a:lnTo>
                <a:lnTo>
                  <a:pt x="615" y="663"/>
                </a:lnTo>
                <a:lnTo>
                  <a:pt x="616" y="663"/>
                </a:lnTo>
                <a:lnTo>
                  <a:pt x="617" y="663"/>
                </a:lnTo>
                <a:lnTo>
                  <a:pt x="618" y="663"/>
                </a:lnTo>
                <a:lnTo>
                  <a:pt x="619" y="663"/>
                </a:lnTo>
                <a:lnTo>
                  <a:pt x="619" y="662"/>
                </a:lnTo>
                <a:lnTo>
                  <a:pt x="619" y="660"/>
                </a:lnTo>
                <a:lnTo>
                  <a:pt x="619" y="659"/>
                </a:lnTo>
                <a:lnTo>
                  <a:pt x="619" y="658"/>
                </a:lnTo>
                <a:lnTo>
                  <a:pt x="619" y="656"/>
                </a:lnTo>
                <a:lnTo>
                  <a:pt x="619" y="655"/>
                </a:lnTo>
                <a:lnTo>
                  <a:pt x="620" y="655"/>
                </a:lnTo>
                <a:lnTo>
                  <a:pt x="621" y="655"/>
                </a:lnTo>
                <a:lnTo>
                  <a:pt x="622" y="654"/>
                </a:lnTo>
                <a:lnTo>
                  <a:pt x="623" y="654"/>
                </a:lnTo>
                <a:lnTo>
                  <a:pt x="624" y="653"/>
                </a:lnTo>
                <a:lnTo>
                  <a:pt x="625" y="652"/>
                </a:lnTo>
                <a:lnTo>
                  <a:pt x="625" y="651"/>
                </a:lnTo>
                <a:lnTo>
                  <a:pt x="625" y="649"/>
                </a:lnTo>
                <a:lnTo>
                  <a:pt x="624" y="648"/>
                </a:lnTo>
                <a:lnTo>
                  <a:pt x="624" y="647"/>
                </a:lnTo>
                <a:lnTo>
                  <a:pt x="623" y="647"/>
                </a:lnTo>
                <a:lnTo>
                  <a:pt x="623" y="646"/>
                </a:lnTo>
                <a:lnTo>
                  <a:pt x="622" y="646"/>
                </a:lnTo>
                <a:lnTo>
                  <a:pt x="621" y="646"/>
                </a:lnTo>
                <a:lnTo>
                  <a:pt x="620" y="646"/>
                </a:lnTo>
                <a:lnTo>
                  <a:pt x="619" y="646"/>
                </a:lnTo>
                <a:lnTo>
                  <a:pt x="618" y="646"/>
                </a:lnTo>
                <a:lnTo>
                  <a:pt x="618" y="645"/>
                </a:lnTo>
                <a:lnTo>
                  <a:pt x="617" y="645"/>
                </a:lnTo>
                <a:lnTo>
                  <a:pt x="618" y="645"/>
                </a:lnTo>
                <a:lnTo>
                  <a:pt x="619" y="644"/>
                </a:lnTo>
                <a:lnTo>
                  <a:pt x="620" y="643"/>
                </a:lnTo>
                <a:lnTo>
                  <a:pt x="620" y="642"/>
                </a:lnTo>
                <a:lnTo>
                  <a:pt x="621" y="642"/>
                </a:lnTo>
                <a:lnTo>
                  <a:pt x="621" y="641"/>
                </a:lnTo>
                <a:lnTo>
                  <a:pt x="622" y="641"/>
                </a:lnTo>
                <a:lnTo>
                  <a:pt x="622" y="642"/>
                </a:lnTo>
                <a:lnTo>
                  <a:pt x="623" y="642"/>
                </a:lnTo>
                <a:lnTo>
                  <a:pt x="623" y="643"/>
                </a:lnTo>
                <a:lnTo>
                  <a:pt x="624" y="643"/>
                </a:lnTo>
                <a:lnTo>
                  <a:pt x="625" y="644"/>
                </a:lnTo>
                <a:lnTo>
                  <a:pt x="625" y="643"/>
                </a:lnTo>
                <a:lnTo>
                  <a:pt x="626" y="643"/>
                </a:lnTo>
                <a:lnTo>
                  <a:pt x="627" y="642"/>
                </a:lnTo>
                <a:lnTo>
                  <a:pt x="628" y="642"/>
                </a:lnTo>
                <a:lnTo>
                  <a:pt x="628" y="641"/>
                </a:lnTo>
                <a:lnTo>
                  <a:pt x="628" y="640"/>
                </a:lnTo>
                <a:lnTo>
                  <a:pt x="628" y="639"/>
                </a:lnTo>
                <a:lnTo>
                  <a:pt x="627" y="639"/>
                </a:lnTo>
                <a:lnTo>
                  <a:pt x="626" y="639"/>
                </a:lnTo>
                <a:lnTo>
                  <a:pt x="625" y="639"/>
                </a:lnTo>
                <a:lnTo>
                  <a:pt x="624" y="639"/>
                </a:lnTo>
                <a:lnTo>
                  <a:pt x="623" y="639"/>
                </a:lnTo>
                <a:lnTo>
                  <a:pt x="621" y="639"/>
                </a:lnTo>
                <a:lnTo>
                  <a:pt x="620" y="639"/>
                </a:lnTo>
                <a:lnTo>
                  <a:pt x="619" y="639"/>
                </a:lnTo>
                <a:lnTo>
                  <a:pt x="619" y="638"/>
                </a:lnTo>
                <a:lnTo>
                  <a:pt x="619" y="637"/>
                </a:lnTo>
                <a:lnTo>
                  <a:pt x="620" y="636"/>
                </a:lnTo>
                <a:lnTo>
                  <a:pt x="620" y="635"/>
                </a:lnTo>
                <a:lnTo>
                  <a:pt x="621" y="635"/>
                </a:lnTo>
                <a:lnTo>
                  <a:pt x="620" y="635"/>
                </a:lnTo>
                <a:lnTo>
                  <a:pt x="620" y="634"/>
                </a:lnTo>
                <a:lnTo>
                  <a:pt x="618" y="634"/>
                </a:lnTo>
                <a:lnTo>
                  <a:pt x="617" y="634"/>
                </a:lnTo>
                <a:lnTo>
                  <a:pt x="616" y="634"/>
                </a:lnTo>
                <a:lnTo>
                  <a:pt x="616" y="633"/>
                </a:lnTo>
                <a:lnTo>
                  <a:pt x="617" y="633"/>
                </a:lnTo>
                <a:lnTo>
                  <a:pt x="618" y="633"/>
                </a:lnTo>
                <a:lnTo>
                  <a:pt x="618" y="632"/>
                </a:lnTo>
                <a:lnTo>
                  <a:pt x="619" y="631"/>
                </a:lnTo>
                <a:lnTo>
                  <a:pt x="619" y="630"/>
                </a:lnTo>
                <a:lnTo>
                  <a:pt x="618" y="630"/>
                </a:lnTo>
                <a:lnTo>
                  <a:pt x="618" y="629"/>
                </a:lnTo>
                <a:lnTo>
                  <a:pt x="618" y="628"/>
                </a:lnTo>
                <a:lnTo>
                  <a:pt x="619" y="627"/>
                </a:lnTo>
                <a:lnTo>
                  <a:pt x="620" y="626"/>
                </a:lnTo>
                <a:lnTo>
                  <a:pt x="620" y="625"/>
                </a:lnTo>
                <a:lnTo>
                  <a:pt x="621" y="625"/>
                </a:lnTo>
                <a:lnTo>
                  <a:pt x="622" y="625"/>
                </a:lnTo>
                <a:lnTo>
                  <a:pt x="622" y="626"/>
                </a:lnTo>
                <a:lnTo>
                  <a:pt x="622" y="627"/>
                </a:lnTo>
                <a:lnTo>
                  <a:pt x="622" y="628"/>
                </a:lnTo>
                <a:lnTo>
                  <a:pt x="623" y="628"/>
                </a:lnTo>
                <a:lnTo>
                  <a:pt x="624" y="629"/>
                </a:lnTo>
                <a:lnTo>
                  <a:pt x="624" y="628"/>
                </a:lnTo>
                <a:lnTo>
                  <a:pt x="625" y="628"/>
                </a:lnTo>
                <a:lnTo>
                  <a:pt x="624" y="627"/>
                </a:lnTo>
                <a:lnTo>
                  <a:pt x="624" y="626"/>
                </a:lnTo>
                <a:lnTo>
                  <a:pt x="624" y="625"/>
                </a:lnTo>
                <a:lnTo>
                  <a:pt x="625" y="625"/>
                </a:lnTo>
                <a:lnTo>
                  <a:pt x="626" y="625"/>
                </a:lnTo>
                <a:lnTo>
                  <a:pt x="627" y="625"/>
                </a:lnTo>
                <a:lnTo>
                  <a:pt x="627" y="624"/>
                </a:lnTo>
                <a:lnTo>
                  <a:pt x="628" y="624"/>
                </a:lnTo>
                <a:lnTo>
                  <a:pt x="629" y="624"/>
                </a:lnTo>
                <a:lnTo>
                  <a:pt x="630" y="624"/>
                </a:lnTo>
                <a:lnTo>
                  <a:pt x="630" y="623"/>
                </a:lnTo>
                <a:lnTo>
                  <a:pt x="630" y="622"/>
                </a:lnTo>
                <a:lnTo>
                  <a:pt x="629" y="622"/>
                </a:lnTo>
                <a:lnTo>
                  <a:pt x="627" y="622"/>
                </a:lnTo>
                <a:lnTo>
                  <a:pt x="626" y="621"/>
                </a:lnTo>
                <a:lnTo>
                  <a:pt x="624" y="620"/>
                </a:lnTo>
                <a:lnTo>
                  <a:pt x="624" y="619"/>
                </a:lnTo>
                <a:lnTo>
                  <a:pt x="623" y="619"/>
                </a:lnTo>
                <a:lnTo>
                  <a:pt x="624" y="619"/>
                </a:lnTo>
                <a:lnTo>
                  <a:pt x="626" y="619"/>
                </a:lnTo>
                <a:lnTo>
                  <a:pt x="627" y="619"/>
                </a:lnTo>
                <a:lnTo>
                  <a:pt x="627" y="618"/>
                </a:lnTo>
                <a:lnTo>
                  <a:pt x="628" y="618"/>
                </a:lnTo>
                <a:lnTo>
                  <a:pt x="628" y="617"/>
                </a:lnTo>
                <a:lnTo>
                  <a:pt x="629" y="617"/>
                </a:lnTo>
                <a:lnTo>
                  <a:pt x="630" y="616"/>
                </a:lnTo>
                <a:lnTo>
                  <a:pt x="630" y="615"/>
                </a:lnTo>
                <a:lnTo>
                  <a:pt x="630" y="614"/>
                </a:lnTo>
                <a:lnTo>
                  <a:pt x="629" y="614"/>
                </a:lnTo>
                <a:lnTo>
                  <a:pt x="629" y="613"/>
                </a:lnTo>
                <a:lnTo>
                  <a:pt x="629" y="612"/>
                </a:lnTo>
                <a:lnTo>
                  <a:pt x="629" y="611"/>
                </a:lnTo>
                <a:lnTo>
                  <a:pt x="630" y="611"/>
                </a:lnTo>
                <a:lnTo>
                  <a:pt x="631" y="611"/>
                </a:lnTo>
                <a:lnTo>
                  <a:pt x="632" y="611"/>
                </a:lnTo>
                <a:lnTo>
                  <a:pt x="633" y="611"/>
                </a:lnTo>
                <a:lnTo>
                  <a:pt x="633" y="610"/>
                </a:lnTo>
                <a:lnTo>
                  <a:pt x="634" y="610"/>
                </a:lnTo>
                <a:lnTo>
                  <a:pt x="634" y="609"/>
                </a:lnTo>
                <a:lnTo>
                  <a:pt x="635" y="609"/>
                </a:lnTo>
                <a:lnTo>
                  <a:pt x="635" y="608"/>
                </a:lnTo>
                <a:lnTo>
                  <a:pt x="636" y="608"/>
                </a:lnTo>
                <a:lnTo>
                  <a:pt x="636" y="607"/>
                </a:lnTo>
                <a:lnTo>
                  <a:pt x="636" y="606"/>
                </a:lnTo>
                <a:lnTo>
                  <a:pt x="636" y="605"/>
                </a:lnTo>
                <a:lnTo>
                  <a:pt x="635" y="605"/>
                </a:lnTo>
                <a:lnTo>
                  <a:pt x="634" y="605"/>
                </a:lnTo>
                <a:lnTo>
                  <a:pt x="634" y="604"/>
                </a:lnTo>
                <a:lnTo>
                  <a:pt x="634" y="603"/>
                </a:lnTo>
                <a:lnTo>
                  <a:pt x="635" y="603"/>
                </a:lnTo>
                <a:lnTo>
                  <a:pt x="636" y="603"/>
                </a:lnTo>
                <a:lnTo>
                  <a:pt x="637" y="604"/>
                </a:lnTo>
                <a:lnTo>
                  <a:pt x="637" y="603"/>
                </a:lnTo>
                <a:lnTo>
                  <a:pt x="638" y="603"/>
                </a:lnTo>
                <a:lnTo>
                  <a:pt x="637" y="602"/>
                </a:lnTo>
                <a:lnTo>
                  <a:pt x="636" y="602"/>
                </a:lnTo>
                <a:lnTo>
                  <a:pt x="636" y="601"/>
                </a:lnTo>
                <a:lnTo>
                  <a:pt x="635" y="601"/>
                </a:lnTo>
                <a:lnTo>
                  <a:pt x="635" y="600"/>
                </a:lnTo>
                <a:lnTo>
                  <a:pt x="635" y="599"/>
                </a:lnTo>
                <a:lnTo>
                  <a:pt x="635" y="598"/>
                </a:lnTo>
                <a:lnTo>
                  <a:pt x="634" y="598"/>
                </a:lnTo>
                <a:lnTo>
                  <a:pt x="634" y="597"/>
                </a:lnTo>
                <a:lnTo>
                  <a:pt x="634" y="596"/>
                </a:lnTo>
                <a:lnTo>
                  <a:pt x="635" y="596"/>
                </a:lnTo>
                <a:lnTo>
                  <a:pt x="636" y="596"/>
                </a:lnTo>
                <a:lnTo>
                  <a:pt x="636" y="595"/>
                </a:lnTo>
                <a:lnTo>
                  <a:pt x="636" y="594"/>
                </a:lnTo>
                <a:lnTo>
                  <a:pt x="636" y="593"/>
                </a:lnTo>
                <a:lnTo>
                  <a:pt x="635" y="593"/>
                </a:lnTo>
                <a:lnTo>
                  <a:pt x="635" y="592"/>
                </a:lnTo>
                <a:lnTo>
                  <a:pt x="635" y="591"/>
                </a:lnTo>
                <a:lnTo>
                  <a:pt x="635" y="590"/>
                </a:lnTo>
                <a:lnTo>
                  <a:pt x="635" y="589"/>
                </a:lnTo>
                <a:lnTo>
                  <a:pt x="636" y="590"/>
                </a:lnTo>
                <a:lnTo>
                  <a:pt x="637" y="589"/>
                </a:lnTo>
                <a:lnTo>
                  <a:pt x="637" y="588"/>
                </a:lnTo>
                <a:lnTo>
                  <a:pt x="637" y="587"/>
                </a:lnTo>
                <a:lnTo>
                  <a:pt x="638" y="587"/>
                </a:lnTo>
                <a:lnTo>
                  <a:pt x="638" y="586"/>
                </a:lnTo>
                <a:lnTo>
                  <a:pt x="639" y="586"/>
                </a:lnTo>
                <a:lnTo>
                  <a:pt x="640" y="586"/>
                </a:lnTo>
                <a:lnTo>
                  <a:pt x="641" y="586"/>
                </a:lnTo>
                <a:lnTo>
                  <a:pt x="641" y="585"/>
                </a:lnTo>
                <a:lnTo>
                  <a:pt x="642" y="585"/>
                </a:lnTo>
                <a:lnTo>
                  <a:pt x="641" y="584"/>
                </a:lnTo>
                <a:lnTo>
                  <a:pt x="640" y="584"/>
                </a:lnTo>
                <a:lnTo>
                  <a:pt x="640" y="585"/>
                </a:lnTo>
                <a:lnTo>
                  <a:pt x="639" y="584"/>
                </a:lnTo>
                <a:lnTo>
                  <a:pt x="639" y="583"/>
                </a:lnTo>
                <a:lnTo>
                  <a:pt x="640" y="583"/>
                </a:lnTo>
                <a:lnTo>
                  <a:pt x="641" y="583"/>
                </a:lnTo>
                <a:lnTo>
                  <a:pt x="641" y="582"/>
                </a:lnTo>
                <a:lnTo>
                  <a:pt x="642" y="582"/>
                </a:lnTo>
                <a:lnTo>
                  <a:pt x="642" y="581"/>
                </a:lnTo>
                <a:lnTo>
                  <a:pt x="641" y="581"/>
                </a:lnTo>
                <a:lnTo>
                  <a:pt x="641" y="580"/>
                </a:lnTo>
                <a:lnTo>
                  <a:pt x="640" y="580"/>
                </a:lnTo>
                <a:lnTo>
                  <a:pt x="640" y="579"/>
                </a:lnTo>
                <a:lnTo>
                  <a:pt x="640" y="578"/>
                </a:lnTo>
                <a:lnTo>
                  <a:pt x="640" y="577"/>
                </a:lnTo>
                <a:lnTo>
                  <a:pt x="641" y="577"/>
                </a:lnTo>
                <a:lnTo>
                  <a:pt x="642" y="577"/>
                </a:lnTo>
                <a:lnTo>
                  <a:pt x="643" y="576"/>
                </a:lnTo>
                <a:lnTo>
                  <a:pt x="643" y="575"/>
                </a:lnTo>
                <a:lnTo>
                  <a:pt x="642" y="574"/>
                </a:lnTo>
                <a:lnTo>
                  <a:pt x="641" y="574"/>
                </a:lnTo>
                <a:lnTo>
                  <a:pt x="641" y="575"/>
                </a:lnTo>
                <a:lnTo>
                  <a:pt x="640" y="575"/>
                </a:lnTo>
                <a:lnTo>
                  <a:pt x="640" y="574"/>
                </a:lnTo>
                <a:lnTo>
                  <a:pt x="639" y="574"/>
                </a:lnTo>
                <a:lnTo>
                  <a:pt x="639" y="573"/>
                </a:lnTo>
                <a:lnTo>
                  <a:pt x="640" y="572"/>
                </a:lnTo>
                <a:lnTo>
                  <a:pt x="641" y="572"/>
                </a:lnTo>
                <a:lnTo>
                  <a:pt x="641" y="571"/>
                </a:lnTo>
                <a:lnTo>
                  <a:pt x="640" y="570"/>
                </a:lnTo>
                <a:lnTo>
                  <a:pt x="639" y="569"/>
                </a:lnTo>
                <a:lnTo>
                  <a:pt x="639" y="568"/>
                </a:lnTo>
                <a:lnTo>
                  <a:pt x="639" y="567"/>
                </a:lnTo>
                <a:lnTo>
                  <a:pt x="638" y="567"/>
                </a:lnTo>
                <a:lnTo>
                  <a:pt x="637" y="567"/>
                </a:lnTo>
                <a:lnTo>
                  <a:pt x="637" y="566"/>
                </a:lnTo>
                <a:lnTo>
                  <a:pt x="638" y="566"/>
                </a:lnTo>
                <a:lnTo>
                  <a:pt x="638" y="565"/>
                </a:lnTo>
                <a:lnTo>
                  <a:pt x="638" y="564"/>
                </a:lnTo>
                <a:lnTo>
                  <a:pt x="638" y="563"/>
                </a:lnTo>
                <a:lnTo>
                  <a:pt x="639" y="563"/>
                </a:lnTo>
                <a:lnTo>
                  <a:pt x="640" y="563"/>
                </a:lnTo>
                <a:lnTo>
                  <a:pt x="640" y="564"/>
                </a:lnTo>
                <a:lnTo>
                  <a:pt x="641" y="564"/>
                </a:lnTo>
                <a:lnTo>
                  <a:pt x="643" y="566"/>
                </a:lnTo>
                <a:lnTo>
                  <a:pt x="644" y="566"/>
                </a:lnTo>
                <a:lnTo>
                  <a:pt x="645" y="566"/>
                </a:lnTo>
                <a:lnTo>
                  <a:pt x="646" y="566"/>
                </a:lnTo>
                <a:lnTo>
                  <a:pt x="646" y="565"/>
                </a:lnTo>
                <a:lnTo>
                  <a:pt x="646" y="564"/>
                </a:lnTo>
                <a:lnTo>
                  <a:pt x="645" y="564"/>
                </a:lnTo>
                <a:lnTo>
                  <a:pt x="645" y="563"/>
                </a:lnTo>
                <a:lnTo>
                  <a:pt x="644" y="563"/>
                </a:lnTo>
                <a:lnTo>
                  <a:pt x="644" y="562"/>
                </a:lnTo>
                <a:lnTo>
                  <a:pt x="643" y="561"/>
                </a:lnTo>
                <a:lnTo>
                  <a:pt x="642" y="560"/>
                </a:lnTo>
                <a:lnTo>
                  <a:pt x="642" y="559"/>
                </a:lnTo>
                <a:lnTo>
                  <a:pt x="642" y="558"/>
                </a:lnTo>
                <a:lnTo>
                  <a:pt x="644" y="558"/>
                </a:lnTo>
                <a:lnTo>
                  <a:pt x="645" y="558"/>
                </a:lnTo>
                <a:lnTo>
                  <a:pt x="644" y="558"/>
                </a:lnTo>
                <a:lnTo>
                  <a:pt x="644" y="557"/>
                </a:lnTo>
                <a:lnTo>
                  <a:pt x="643" y="557"/>
                </a:lnTo>
                <a:lnTo>
                  <a:pt x="644" y="557"/>
                </a:lnTo>
                <a:lnTo>
                  <a:pt x="644" y="556"/>
                </a:lnTo>
                <a:lnTo>
                  <a:pt x="645" y="556"/>
                </a:lnTo>
                <a:lnTo>
                  <a:pt x="645" y="555"/>
                </a:lnTo>
                <a:lnTo>
                  <a:pt x="648" y="555"/>
                </a:lnTo>
                <a:lnTo>
                  <a:pt x="648" y="556"/>
                </a:lnTo>
                <a:lnTo>
                  <a:pt x="649" y="556"/>
                </a:lnTo>
                <a:lnTo>
                  <a:pt x="650" y="556"/>
                </a:lnTo>
                <a:lnTo>
                  <a:pt x="651" y="556"/>
                </a:lnTo>
                <a:lnTo>
                  <a:pt x="652" y="555"/>
                </a:lnTo>
                <a:lnTo>
                  <a:pt x="652" y="554"/>
                </a:lnTo>
                <a:lnTo>
                  <a:pt x="652" y="552"/>
                </a:lnTo>
                <a:lnTo>
                  <a:pt x="652" y="550"/>
                </a:lnTo>
                <a:lnTo>
                  <a:pt x="653" y="550"/>
                </a:lnTo>
                <a:lnTo>
                  <a:pt x="654" y="548"/>
                </a:lnTo>
                <a:lnTo>
                  <a:pt x="655" y="548"/>
                </a:lnTo>
                <a:lnTo>
                  <a:pt x="656" y="548"/>
                </a:lnTo>
                <a:lnTo>
                  <a:pt x="656" y="547"/>
                </a:lnTo>
                <a:lnTo>
                  <a:pt x="657" y="547"/>
                </a:lnTo>
                <a:lnTo>
                  <a:pt x="658" y="547"/>
                </a:lnTo>
                <a:lnTo>
                  <a:pt x="658" y="546"/>
                </a:lnTo>
                <a:lnTo>
                  <a:pt x="657" y="546"/>
                </a:lnTo>
                <a:lnTo>
                  <a:pt x="656" y="546"/>
                </a:lnTo>
                <a:lnTo>
                  <a:pt x="655" y="546"/>
                </a:lnTo>
                <a:lnTo>
                  <a:pt x="655" y="545"/>
                </a:lnTo>
                <a:lnTo>
                  <a:pt x="656" y="545"/>
                </a:lnTo>
                <a:lnTo>
                  <a:pt x="656" y="544"/>
                </a:lnTo>
                <a:lnTo>
                  <a:pt x="657" y="544"/>
                </a:lnTo>
                <a:lnTo>
                  <a:pt x="658" y="543"/>
                </a:lnTo>
                <a:lnTo>
                  <a:pt x="659" y="542"/>
                </a:lnTo>
                <a:lnTo>
                  <a:pt x="659" y="541"/>
                </a:lnTo>
                <a:lnTo>
                  <a:pt x="659" y="540"/>
                </a:lnTo>
                <a:lnTo>
                  <a:pt x="660" y="539"/>
                </a:lnTo>
                <a:lnTo>
                  <a:pt x="661" y="538"/>
                </a:lnTo>
                <a:lnTo>
                  <a:pt x="662" y="538"/>
                </a:lnTo>
                <a:lnTo>
                  <a:pt x="663" y="538"/>
                </a:lnTo>
                <a:lnTo>
                  <a:pt x="664" y="539"/>
                </a:lnTo>
                <a:lnTo>
                  <a:pt x="663" y="539"/>
                </a:lnTo>
                <a:lnTo>
                  <a:pt x="662" y="539"/>
                </a:lnTo>
                <a:lnTo>
                  <a:pt x="662" y="540"/>
                </a:lnTo>
                <a:lnTo>
                  <a:pt x="664" y="540"/>
                </a:lnTo>
                <a:lnTo>
                  <a:pt x="665" y="539"/>
                </a:lnTo>
                <a:lnTo>
                  <a:pt x="665" y="538"/>
                </a:lnTo>
                <a:lnTo>
                  <a:pt x="666" y="538"/>
                </a:lnTo>
                <a:lnTo>
                  <a:pt x="666" y="537"/>
                </a:lnTo>
                <a:lnTo>
                  <a:pt x="666" y="536"/>
                </a:lnTo>
                <a:lnTo>
                  <a:pt x="665" y="536"/>
                </a:lnTo>
                <a:lnTo>
                  <a:pt x="665" y="535"/>
                </a:lnTo>
                <a:lnTo>
                  <a:pt x="666" y="535"/>
                </a:lnTo>
                <a:lnTo>
                  <a:pt x="667" y="535"/>
                </a:lnTo>
                <a:lnTo>
                  <a:pt x="668" y="535"/>
                </a:lnTo>
                <a:lnTo>
                  <a:pt x="668" y="534"/>
                </a:lnTo>
                <a:lnTo>
                  <a:pt x="668" y="533"/>
                </a:lnTo>
                <a:lnTo>
                  <a:pt x="668" y="532"/>
                </a:lnTo>
                <a:lnTo>
                  <a:pt x="669" y="532"/>
                </a:lnTo>
                <a:lnTo>
                  <a:pt x="669" y="531"/>
                </a:lnTo>
                <a:lnTo>
                  <a:pt x="670" y="531"/>
                </a:lnTo>
                <a:lnTo>
                  <a:pt x="670" y="530"/>
                </a:lnTo>
                <a:lnTo>
                  <a:pt x="671" y="530"/>
                </a:lnTo>
                <a:lnTo>
                  <a:pt x="671" y="529"/>
                </a:lnTo>
                <a:lnTo>
                  <a:pt x="671" y="528"/>
                </a:lnTo>
                <a:lnTo>
                  <a:pt x="671" y="527"/>
                </a:lnTo>
                <a:lnTo>
                  <a:pt x="671" y="526"/>
                </a:lnTo>
                <a:lnTo>
                  <a:pt x="670" y="525"/>
                </a:lnTo>
                <a:lnTo>
                  <a:pt x="670" y="524"/>
                </a:lnTo>
                <a:lnTo>
                  <a:pt x="669" y="524"/>
                </a:lnTo>
                <a:lnTo>
                  <a:pt x="669" y="523"/>
                </a:lnTo>
                <a:lnTo>
                  <a:pt x="668" y="522"/>
                </a:lnTo>
                <a:lnTo>
                  <a:pt x="668" y="521"/>
                </a:lnTo>
                <a:lnTo>
                  <a:pt x="667" y="520"/>
                </a:lnTo>
                <a:lnTo>
                  <a:pt x="667" y="519"/>
                </a:lnTo>
                <a:lnTo>
                  <a:pt x="667" y="518"/>
                </a:lnTo>
                <a:lnTo>
                  <a:pt x="667" y="516"/>
                </a:lnTo>
                <a:lnTo>
                  <a:pt x="667" y="515"/>
                </a:lnTo>
                <a:lnTo>
                  <a:pt x="666" y="515"/>
                </a:lnTo>
                <a:lnTo>
                  <a:pt x="665" y="515"/>
                </a:lnTo>
                <a:lnTo>
                  <a:pt x="665" y="514"/>
                </a:lnTo>
                <a:lnTo>
                  <a:pt x="664" y="514"/>
                </a:lnTo>
                <a:lnTo>
                  <a:pt x="664" y="513"/>
                </a:lnTo>
                <a:lnTo>
                  <a:pt x="663" y="512"/>
                </a:lnTo>
                <a:lnTo>
                  <a:pt x="663" y="511"/>
                </a:lnTo>
                <a:lnTo>
                  <a:pt x="664" y="510"/>
                </a:lnTo>
                <a:lnTo>
                  <a:pt x="664" y="509"/>
                </a:lnTo>
                <a:lnTo>
                  <a:pt x="664" y="508"/>
                </a:lnTo>
                <a:lnTo>
                  <a:pt x="663" y="508"/>
                </a:lnTo>
                <a:lnTo>
                  <a:pt x="662" y="507"/>
                </a:lnTo>
                <a:lnTo>
                  <a:pt x="661" y="506"/>
                </a:lnTo>
                <a:lnTo>
                  <a:pt x="661" y="505"/>
                </a:lnTo>
                <a:lnTo>
                  <a:pt x="662" y="505"/>
                </a:lnTo>
                <a:lnTo>
                  <a:pt x="663" y="504"/>
                </a:lnTo>
                <a:lnTo>
                  <a:pt x="664" y="504"/>
                </a:lnTo>
                <a:lnTo>
                  <a:pt x="664" y="503"/>
                </a:lnTo>
                <a:lnTo>
                  <a:pt x="665" y="503"/>
                </a:lnTo>
                <a:lnTo>
                  <a:pt x="665" y="502"/>
                </a:lnTo>
                <a:lnTo>
                  <a:pt x="665" y="501"/>
                </a:lnTo>
                <a:lnTo>
                  <a:pt x="665" y="500"/>
                </a:lnTo>
                <a:lnTo>
                  <a:pt x="665" y="499"/>
                </a:lnTo>
                <a:lnTo>
                  <a:pt x="664" y="499"/>
                </a:lnTo>
                <a:lnTo>
                  <a:pt x="662" y="499"/>
                </a:lnTo>
                <a:lnTo>
                  <a:pt x="662" y="498"/>
                </a:lnTo>
                <a:lnTo>
                  <a:pt x="660" y="498"/>
                </a:lnTo>
                <a:lnTo>
                  <a:pt x="659" y="497"/>
                </a:lnTo>
                <a:lnTo>
                  <a:pt x="658" y="497"/>
                </a:lnTo>
                <a:lnTo>
                  <a:pt x="658" y="496"/>
                </a:lnTo>
                <a:lnTo>
                  <a:pt x="659" y="495"/>
                </a:lnTo>
                <a:lnTo>
                  <a:pt x="660" y="495"/>
                </a:lnTo>
                <a:lnTo>
                  <a:pt x="660" y="494"/>
                </a:lnTo>
                <a:lnTo>
                  <a:pt x="659" y="494"/>
                </a:lnTo>
                <a:lnTo>
                  <a:pt x="659" y="493"/>
                </a:lnTo>
                <a:lnTo>
                  <a:pt x="657" y="492"/>
                </a:lnTo>
                <a:lnTo>
                  <a:pt x="656" y="492"/>
                </a:lnTo>
                <a:lnTo>
                  <a:pt x="656" y="493"/>
                </a:lnTo>
                <a:lnTo>
                  <a:pt x="655" y="493"/>
                </a:lnTo>
                <a:lnTo>
                  <a:pt x="654" y="493"/>
                </a:lnTo>
                <a:lnTo>
                  <a:pt x="654" y="492"/>
                </a:lnTo>
                <a:lnTo>
                  <a:pt x="655" y="492"/>
                </a:lnTo>
                <a:lnTo>
                  <a:pt x="655" y="491"/>
                </a:lnTo>
                <a:lnTo>
                  <a:pt x="655" y="490"/>
                </a:lnTo>
                <a:lnTo>
                  <a:pt x="656" y="489"/>
                </a:lnTo>
                <a:lnTo>
                  <a:pt x="658" y="487"/>
                </a:lnTo>
                <a:lnTo>
                  <a:pt x="659" y="487"/>
                </a:lnTo>
                <a:lnTo>
                  <a:pt x="660" y="487"/>
                </a:lnTo>
                <a:lnTo>
                  <a:pt x="661" y="488"/>
                </a:lnTo>
                <a:lnTo>
                  <a:pt x="662" y="488"/>
                </a:lnTo>
                <a:lnTo>
                  <a:pt x="663" y="488"/>
                </a:lnTo>
                <a:lnTo>
                  <a:pt x="663" y="489"/>
                </a:lnTo>
                <a:lnTo>
                  <a:pt x="664" y="489"/>
                </a:lnTo>
                <a:lnTo>
                  <a:pt x="665" y="489"/>
                </a:lnTo>
                <a:lnTo>
                  <a:pt x="665" y="488"/>
                </a:lnTo>
                <a:lnTo>
                  <a:pt x="665" y="487"/>
                </a:lnTo>
                <a:lnTo>
                  <a:pt x="665" y="486"/>
                </a:lnTo>
                <a:lnTo>
                  <a:pt x="664" y="486"/>
                </a:lnTo>
                <a:lnTo>
                  <a:pt x="664" y="485"/>
                </a:lnTo>
                <a:lnTo>
                  <a:pt x="663" y="485"/>
                </a:lnTo>
                <a:lnTo>
                  <a:pt x="663" y="484"/>
                </a:lnTo>
                <a:lnTo>
                  <a:pt x="662" y="484"/>
                </a:lnTo>
                <a:lnTo>
                  <a:pt x="662" y="483"/>
                </a:lnTo>
                <a:lnTo>
                  <a:pt x="663" y="482"/>
                </a:lnTo>
                <a:lnTo>
                  <a:pt x="663" y="481"/>
                </a:lnTo>
                <a:lnTo>
                  <a:pt x="664" y="481"/>
                </a:lnTo>
                <a:lnTo>
                  <a:pt x="664" y="482"/>
                </a:lnTo>
                <a:lnTo>
                  <a:pt x="665" y="482"/>
                </a:lnTo>
                <a:lnTo>
                  <a:pt x="666" y="482"/>
                </a:lnTo>
                <a:lnTo>
                  <a:pt x="666" y="481"/>
                </a:lnTo>
                <a:lnTo>
                  <a:pt x="667" y="481"/>
                </a:lnTo>
                <a:lnTo>
                  <a:pt x="667" y="480"/>
                </a:lnTo>
                <a:lnTo>
                  <a:pt x="668" y="479"/>
                </a:lnTo>
                <a:lnTo>
                  <a:pt x="669" y="478"/>
                </a:lnTo>
                <a:lnTo>
                  <a:pt x="669" y="477"/>
                </a:lnTo>
                <a:lnTo>
                  <a:pt x="668" y="477"/>
                </a:lnTo>
                <a:lnTo>
                  <a:pt x="667" y="476"/>
                </a:lnTo>
                <a:lnTo>
                  <a:pt x="667" y="475"/>
                </a:lnTo>
                <a:lnTo>
                  <a:pt x="668" y="475"/>
                </a:lnTo>
                <a:lnTo>
                  <a:pt x="668" y="474"/>
                </a:lnTo>
                <a:lnTo>
                  <a:pt x="669" y="474"/>
                </a:lnTo>
                <a:lnTo>
                  <a:pt x="670" y="474"/>
                </a:lnTo>
                <a:lnTo>
                  <a:pt x="671" y="474"/>
                </a:lnTo>
                <a:lnTo>
                  <a:pt x="671" y="473"/>
                </a:lnTo>
                <a:lnTo>
                  <a:pt x="672" y="472"/>
                </a:lnTo>
                <a:lnTo>
                  <a:pt x="672" y="471"/>
                </a:lnTo>
                <a:lnTo>
                  <a:pt x="672" y="469"/>
                </a:lnTo>
                <a:lnTo>
                  <a:pt x="671" y="468"/>
                </a:lnTo>
                <a:lnTo>
                  <a:pt x="669" y="468"/>
                </a:lnTo>
                <a:lnTo>
                  <a:pt x="668" y="468"/>
                </a:lnTo>
                <a:lnTo>
                  <a:pt x="667" y="468"/>
                </a:lnTo>
                <a:lnTo>
                  <a:pt x="668" y="467"/>
                </a:lnTo>
                <a:lnTo>
                  <a:pt x="669" y="467"/>
                </a:lnTo>
                <a:lnTo>
                  <a:pt x="670" y="467"/>
                </a:lnTo>
                <a:lnTo>
                  <a:pt x="671" y="467"/>
                </a:lnTo>
                <a:lnTo>
                  <a:pt x="671" y="468"/>
                </a:lnTo>
                <a:lnTo>
                  <a:pt x="671" y="467"/>
                </a:lnTo>
                <a:lnTo>
                  <a:pt x="672" y="467"/>
                </a:lnTo>
                <a:lnTo>
                  <a:pt x="673" y="467"/>
                </a:lnTo>
                <a:lnTo>
                  <a:pt x="674" y="467"/>
                </a:lnTo>
                <a:lnTo>
                  <a:pt x="674" y="466"/>
                </a:lnTo>
                <a:lnTo>
                  <a:pt x="675" y="466"/>
                </a:lnTo>
                <a:lnTo>
                  <a:pt x="675" y="465"/>
                </a:lnTo>
                <a:lnTo>
                  <a:pt x="675" y="464"/>
                </a:lnTo>
                <a:lnTo>
                  <a:pt x="674" y="464"/>
                </a:lnTo>
                <a:lnTo>
                  <a:pt x="673" y="464"/>
                </a:lnTo>
                <a:lnTo>
                  <a:pt x="673" y="463"/>
                </a:lnTo>
                <a:lnTo>
                  <a:pt x="674" y="462"/>
                </a:lnTo>
                <a:lnTo>
                  <a:pt x="674" y="460"/>
                </a:lnTo>
                <a:lnTo>
                  <a:pt x="674" y="459"/>
                </a:lnTo>
                <a:lnTo>
                  <a:pt x="674" y="457"/>
                </a:lnTo>
                <a:lnTo>
                  <a:pt x="675" y="457"/>
                </a:lnTo>
                <a:lnTo>
                  <a:pt x="676" y="457"/>
                </a:lnTo>
                <a:lnTo>
                  <a:pt x="676" y="458"/>
                </a:lnTo>
                <a:lnTo>
                  <a:pt x="676" y="459"/>
                </a:lnTo>
                <a:lnTo>
                  <a:pt x="676" y="460"/>
                </a:lnTo>
                <a:lnTo>
                  <a:pt x="676" y="461"/>
                </a:lnTo>
                <a:lnTo>
                  <a:pt x="677" y="461"/>
                </a:lnTo>
                <a:lnTo>
                  <a:pt x="677" y="462"/>
                </a:lnTo>
                <a:lnTo>
                  <a:pt x="678" y="462"/>
                </a:lnTo>
                <a:lnTo>
                  <a:pt x="679" y="462"/>
                </a:lnTo>
                <a:lnTo>
                  <a:pt x="680" y="462"/>
                </a:lnTo>
                <a:lnTo>
                  <a:pt x="680" y="460"/>
                </a:lnTo>
                <a:lnTo>
                  <a:pt x="680" y="459"/>
                </a:lnTo>
                <a:lnTo>
                  <a:pt x="679" y="459"/>
                </a:lnTo>
                <a:lnTo>
                  <a:pt x="679" y="457"/>
                </a:lnTo>
                <a:lnTo>
                  <a:pt x="680" y="457"/>
                </a:lnTo>
                <a:lnTo>
                  <a:pt x="680" y="456"/>
                </a:lnTo>
                <a:lnTo>
                  <a:pt x="679" y="456"/>
                </a:lnTo>
                <a:lnTo>
                  <a:pt x="678" y="456"/>
                </a:lnTo>
                <a:lnTo>
                  <a:pt x="678" y="455"/>
                </a:lnTo>
                <a:lnTo>
                  <a:pt x="679" y="455"/>
                </a:lnTo>
                <a:lnTo>
                  <a:pt x="680" y="455"/>
                </a:lnTo>
                <a:lnTo>
                  <a:pt x="680" y="454"/>
                </a:lnTo>
                <a:lnTo>
                  <a:pt x="681" y="454"/>
                </a:lnTo>
                <a:lnTo>
                  <a:pt x="682" y="455"/>
                </a:lnTo>
                <a:lnTo>
                  <a:pt x="683" y="455"/>
                </a:lnTo>
                <a:lnTo>
                  <a:pt x="683" y="454"/>
                </a:lnTo>
                <a:lnTo>
                  <a:pt x="682" y="454"/>
                </a:lnTo>
                <a:lnTo>
                  <a:pt x="682" y="453"/>
                </a:lnTo>
                <a:lnTo>
                  <a:pt x="681" y="451"/>
                </a:lnTo>
                <a:lnTo>
                  <a:pt x="681" y="450"/>
                </a:lnTo>
                <a:lnTo>
                  <a:pt x="682" y="449"/>
                </a:lnTo>
                <a:lnTo>
                  <a:pt x="683" y="449"/>
                </a:lnTo>
                <a:lnTo>
                  <a:pt x="683" y="450"/>
                </a:lnTo>
                <a:lnTo>
                  <a:pt x="684" y="450"/>
                </a:lnTo>
                <a:lnTo>
                  <a:pt x="684" y="448"/>
                </a:lnTo>
                <a:lnTo>
                  <a:pt x="683" y="447"/>
                </a:lnTo>
                <a:lnTo>
                  <a:pt x="683" y="446"/>
                </a:lnTo>
                <a:lnTo>
                  <a:pt x="684" y="443"/>
                </a:lnTo>
                <a:lnTo>
                  <a:pt x="685" y="442"/>
                </a:lnTo>
                <a:lnTo>
                  <a:pt x="685" y="441"/>
                </a:lnTo>
                <a:lnTo>
                  <a:pt x="685" y="439"/>
                </a:lnTo>
                <a:lnTo>
                  <a:pt x="685" y="438"/>
                </a:lnTo>
                <a:lnTo>
                  <a:pt x="684" y="439"/>
                </a:lnTo>
                <a:lnTo>
                  <a:pt x="683" y="440"/>
                </a:lnTo>
                <a:lnTo>
                  <a:pt x="682" y="440"/>
                </a:lnTo>
                <a:lnTo>
                  <a:pt x="681" y="439"/>
                </a:lnTo>
                <a:lnTo>
                  <a:pt x="681" y="438"/>
                </a:lnTo>
                <a:lnTo>
                  <a:pt x="682" y="438"/>
                </a:lnTo>
                <a:lnTo>
                  <a:pt x="682" y="437"/>
                </a:lnTo>
                <a:lnTo>
                  <a:pt x="681" y="436"/>
                </a:lnTo>
                <a:lnTo>
                  <a:pt x="680" y="436"/>
                </a:lnTo>
                <a:lnTo>
                  <a:pt x="680" y="435"/>
                </a:lnTo>
                <a:lnTo>
                  <a:pt x="679" y="435"/>
                </a:lnTo>
                <a:lnTo>
                  <a:pt x="679" y="434"/>
                </a:lnTo>
                <a:lnTo>
                  <a:pt x="679" y="433"/>
                </a:lnTo>
                <a:lnTo>
                  <a:pt x="680" y="432"/>
                </a:lnTo>
                <a:lnTo>
                  <a:pt x="680" y="429"/>
                </a:lnTo>
                <a:lnTo>
                  <a:pt x="679" y="429"/>
                </a:lnTo>
                <a:lnTo>
                  <a:pt x="679" y="428"/>
                </a:lnTo>
                <a:lnTo>
                  <a:pt x="680" y="429"/>
                </a:lnTo>
                <a:lnTo>
                  <a:pt x="681" y="429"/>
                </a:lnTo>
                <a:lnTo>
                  <a:pt x="681" y="428"/>
                </a:lnTo>
                <a:lnTo>
                  <a:pt x="681" y="427"/>
                </a:lnTo>
                <a:lnTo>
                  <a:pt x="681" y="426"/>
                </a:lnTo>
                <a:lnTo>
                  <a:pt x="680" y="426"/>
                </a:lnTo>
                <a:lnTo>
                  <a:pt x="679" y="426"/>
                </a:lnTo>
                <a:lnTo>
                  <a:pt x="679" y="427"/>
                </a:lnTo>
                <a:lnTo>
                  <a:pt x="678" y="427"/>
                </a:lnTo>
                <a:lnTo>
                  <a:pt x="678" y="426"/>
                </a:lnTo>
                <a:lnTo>
                  <a:pt x="676" y="426"/>
                </a:lnTo>
                <a:lnTo>
                  <a:pt x="676" y="425"/>
                </a:lnTo>
                <a:lnTo>
                  <a:pt x="675" y="425"/>
                </a:lnTo>
                <a:lnTo>
                  <a:pt x="674" y="425"/>
                </a:lnTo>
                <a:lnTo>
                  <a:pt x="674" y="424"/>
                </a:lnTo>
                <a:lnTo>
                  <a:pt x="675" y="424"/>
                </a:lnTo>
                <a:lnTo>
                  <a:pt x="675" y="423"/>
                </a:lnTo>
                <a:lnTo>
                  <a:pt x="675" y="422"/>
                </a:lnTo>
                <a:lnTo>
                  <a:pt x="674" y="422"/>
                </a:lnTo>
                <a:lnTo>
                  <a:pt x="674" y="423"/>
                </a:lnTo>
                <a:lnTo>
                  <a:pt x="673" y="423"/>
                </a:lnTo>
                <a:lnTo>
                  <a:pt x="672" y="423"/>
                </a:lnTo>
                <a:lnTo>
                  <a:pt x="672" y="422"/>
                </a:lnTo>
                <a:lnTo>
                  <a:pt x="670" y="421"/>
                </a:lnTo>
                <a:lnTo>
                  <a:pt x="669" y="421"/>
                </a:lnTo>
                <a:lnTo>
                  <a:pt x="668" y="421"/>
                </a:lnTo>
                <a:lnTo>
                  <a:pt x="668" y="420"/>
                </a:lnTo>
                <a:lnTo>
                  <a:pt x="669" y="420"/>
                </a:lnTo>
                <a:lnTo>
                  <a:pt x="670" y="421"/>
                </a:lnTo>
                <a:lnTo>
                  <a:pt x="670" y="420"/>
                </a:lnTo>
                <a:lnTo>
                  <a:pt x="669" y="420"/>
                </a:lnTo>
                <a:lnTo>
                  <a:pt x="668" y="420"/>
                </a:lnTo>
                <a:lnTo>
                  <a:pt x="668" y="419"/>
                </a:lnTo>
                <a:lnTo>
                  <a:pt x="669" y="418"/>
                </a:lnTo>
                <a:lnTo>
                  <a:pt x="670" y="418"/>
                </a:lnTo>
                <a:lnTo>
                  <a:pt x="670" y="417"/>
                </a:lnTo>
                <a:lnTo>
                  <a:pt x="669" y="417"/>
                </a:lnTo>
                <a:lnTo>
                  <a:pt x="669" y="415"/>
                </a:lnTo>
                <a:lnTo>
                  <a:pt x="669" y="414"/>
                </a:lnTo>
                <a:lnTo>
                  <a:pt x="669" y="413"/>
                </a:lnTo>
                <a:lnTo>
                  <a:pt x="669" y="414"/>
                </a:lnTo>
                <a:lnTo>
                  <a:pt x="668" y="415"/>
                </a:lnTo>
                <a:lnTo>
                  <a:pt x="668" y="414"/>
                </a:lnTo>
                <a:lnTo>
                  <a:pt x="668" y="413"/>
                </a:lnTo>
                <a:lnTo>
                  <a:pt x="667" y="413"/>
                </a:lnTo>
                <a:lnTo>
                  <a:pt x="666" y="413"/>
                </a:lnTo>
                <a:lnTo>
                  <a:pt x="666" y="414"/>
                </a:lnTo>
                <a:lnTo>
                  <a:pt x="665" y="414"/>
                </a:lnTo>
                <a:lnTo>
                  <a:pt x="665" y="415"/>
                </a:lnTo>
                <a:lnTo>
                  <a:pt x="664" y="416"/>
                </a:lnTo>
                <a:lnTo>
                  <a:pt x="664" y="417"/>
                </a:lnTo>
                <a:lnTo>
                  <a:pt x="662" y="416"/>
                </a:lnTo>
                <a:lnTo>
                  <a:pt x="661" y="416"/>
                </a:lnTo>
                <a:lnTo>
                  <a:pt x="661" y="415"/>
                </a:lnTo>
                <a:lnTo>
                  <a:pt x="660" y="415"/>
                </a:lnTo>
                <a:lnTo>
                  <a:pt x="660" y="414"/>
                </a:lnTo>
                <a:lnTo>
                  <a:pt x="661" y="414"/>
                </a:lnTo>
                <a:lnTo>
                  <a:pt x="661" y="413"/>
                </a:lnTo>
                <a:lnTo>
                  <a:pt x="660" y="413"/>
                </a:lnTo>
                <a:lnTo>
                  <a:pt x="659" y="414"/>
                </a:lnTo>
                <a:lnTo>
                  <a:pt x="659" y="413"/>
                </a:lnTo>
                <a:lnTo>
                  <a:pt x="659" y="412"/>
                </a:lnTo>
                <a:lnTo>
                  <a:pt x="658" y="412"/>
                </a:lnTo>
                <a:lnTo>
                  <a:pt x="657" y="412"/>
                </a:lnTo>
                <a:lnTo>
                  <a:pt x="655" y="413"/>
                </a:lnTo>
                <a:lnTo>
                  <a:pt x="655" y="412"/>
                </a:lnTo>
                <a:lnTo>
                  <a:pt x="654" y="413"/>
                </a:lnTo>
                <a:lnTo>
                  <a:pt x="653" y="413"/>
                </a:lnTo>
                <a:lnTo>
                  <a:pt x="652" y="412"/>
                </a:lnTo>
                <a:lnTo>
                  <a:pt x="652" y="410"/>
                </a:lnTo>
                <a:lnTo>
                  <a:pt x="653" y="409"/>
                </a:lnTo>
                <a:lnTo>
                  <a:pt x="653" y="408"/>
                </a:lnTo>
                <a:lnTo>
                  <a:pt x="652" y="408"/>
                </a:lnTo>
                <a:lnTo>
                  <a:pt x="650" y="407"/>
                </a:lnTo>
                <a:lnTo>
                  <a:pt x="650" y="406"/>
                </a:lnTo>
                <a:lnTo>
                  <a:pt x="651" y="406"/>
                </a:lnTo>
                <a:lnTo>
                  <a:pt x="650" y="406"/>
                </a:lnTo>
                <a:lnTo>
                  <a:pt x="650" y="405"/>
                </a:lnTo>
                <a:lnTo>
                  <a:pt x="650" y="404"/>
                </a:lnTo>
                <a:lnTo>
                  <a:pt x="649" y="403"/>
                </a:lnTo>
                <a:lnTo>
                  <a:pt x="649" y="402"/>
                </a:lnTo>
                <a:lnTo>
                  <a:pt x="648" y="402"/>
                </a:lnTo>
                <a:lnTo>
                  <a:pt x="648" y="401"/>
                </a:lnTo>
                <a:lnTo>
                  <a:pt x="647" y="401"/>
                </a:lnTo>
                <a:lnTo>
                  <a:pt x="648" y="401"/>
                </a:lnTo>
                <a:lnTo>
                  <a:pt x="648" y="400"/>
                </a:lnTo>
                <a:lnTo>
                  <a:pt x="647" y="400"/>
                </a:lnTo>
                <a:lnTo>
                  <a:pt x="646" y="399"/>
                </a:lnTo>
                <a:lnTo>
                  <a:pt x="645" y="398"/>
                </a:lnTo>
                <a:lnTo>
                  <a:pt x="643" y="397"/>
                </a:lnTo>
                <a:lnTo>
                  <a:pt x="642" y="397"/>
                </a:lnTo>
                <a:lnTo>
                  <a:pt x="641" y="398"/>
                </a:lnTo>
                <a:lnTo>
                  <a:pt x="640" y="398"/>
                </a:lnTo>
                <a:lnTo>
                  <a:pt x="639" y="398"/>
                </a:lnTo>
                <a:lnTo>
                  <a:pt x="638" y="398"/>
                </a:lnTo>
                <a:lnTo>
                  <a:pt x="637" y="398"/>
                </a:lnTo>
                <a:lnTo>
                  <a:pt x="636" y="399"/>
                </a:lnTo>
                <a:lnTo>
                  <a:pt x="634" y="399"/>
                </a:lnTo>
                <a:lnTo>
                  <a:pt x="634" y="398"/>
                </a:lnTo>
                <a:lnTo>
                  <a:pt x="633" y="398"/>
                </a:lnTo>
                <a:lnTo>
                  <a:pt x="633" y="397"/>
                </a:lnTo>
                <a:lnTo>
                  <a:pt x="634" y="397"/>
                </a:lnTo>
                <a:lnTo>
                  <a:pt x="635" y="395"/>
                </a:lnTo>
                <a:lnTo>
                  <a:pt x="634" y="394"/>
                </a:lnTo>
                <a:lnTo>
                  <a:pt x="634" y="393"/>
                </a:lnTo>
                <a:lnTo>
                  <a:pt x="634" y="392"/>
                </a:lnTo>
                <a:lnTo>
                  <a:pt x="633" y="392"/>
                </a:lnTo>
                <a:lnTo>
                  <a:pt x="632" y="391"/>
                </a:lnTo>
                <a:lnTo>
                  <a:pt x="631" y="391"/>
                </a:lnTo>
                <a:lnTo>
                  <a:pt x="629" y="388"/>
                </a:lnTo>
                <a:lnTo>
                  <a:pt x="628" y="388"/>
                </a:lnTo>
                <a:lnTo>
                  <a:pt x="627" y="387"/>
                </a:lnTo>
                <a:lnTo>
                  <a:pt x="626" y="385"/>
                </a:lnTo>
                <a:lnTo>
                  <a:pt x="625" y="385"/>
                </a:lnTo>
                <a:lnTo>
                  <a:pt x="625" y="384"/>
                </a:lnTo>
                <a:lnTo>
                  <a:pt x="625" y="383"/>
                </a:lnTo>
                <a:lnTo>
                  <a:pt x="624" y="383"/>
                </a:lnTo>
                <a:lnTo>
                  <a:pt x="623" y="382"/>
                </a:lnTo>
                <a:lnTo>
                  <a:pt x="623" y="381"/>
                </a:lnTo>
                <a:lnTo>
                  <a:pt x="623" y="380"/>
                </a:lnTo>
                <a:lnTo>
                  <a:pt x="622" y="379"/>
                </a:lnTo>
                <a:lnTo>
                  <a:pt x="621" y="379"/>
                </a:lnTo>
                <a:lnTo>
                  <a:pt x="620" y="379"/>
                </a:lnTo>
                <a:lnTo>
                  <a:pt x="619" y="379"/>
                </a:lnTo>
                <a:lnTo>
                  <a:pt x="618" y="379"/>
                </a:lnTo>
                <a:lnTo>
                  <a:pt x="618" y="378"/>
                </a:lnTo>
                <a:lnTo>
                  <a:pt x="618" y="377"/>
                </a:lnTo>
                <a:lnTo>
                  <a:pt x="617" y="377"/>
                </a:lnTo>
                <a:lnTo>
                  <a:pt x="616" y="377"/>
                </a:lnTo>
                <a:lnTo>
                  <a:pt x="615" y="376"/>
                </a:lnTo>
                <a:lnTo>
                  <a:pt x="614" y="375"/>
                </a:lnTo>
                <a:lnTo>
                  <a:pt x="614" y="374"/>
                </a:lnTo>
                <a:lnTo>
                  <a:pt x="613" y="373"/>
                </a:lnTo>
                <a:lnTo>
                  <a:pt x="611" y="373"/>
                </a:lnTo>
                <a:lnTo>
                  <a:pt x="611" y="372"/>
                </a:lnTo>
                <a:lnTo>
                  <a:pt x="611" y="371"/>
                </a:lnTo>
                <a:lnTo>
                  <a:pt x="610" y="371"/>
                </a:lnTo>
                <a:lnTo>
                  <a:pt x="610" y="370"/>
                </a:lnTo>
                <a:lnTo>
                  <a:pt x="610" y="369"/>
                </a:lnTo>
                <a:lnTo>
                  <a:pt x="609" y="369"/>
                </a:lnTo>
                <a:lnTo>
                  <a:pt x="608" y="369"/>
                </a:lnTo>
                <a:lnTo>
                  <a:pt x="608" y="368"/>
                </a:lnTo>
                <a:lnTo>
                  <a:pt x="607" y="367"/>
                </a:lnTo>
                <a:lnTo>
                  <a:pt x="606" y="366"/>
                </a:lnTo>
                <a:lnTo>
                  <a:pt x="605" y="366"/>
                </a:lnTo>
                <a:lnTo>
                  <a:pt x="605" y="365"/>
                </a:lnTo>
                <a:lnTo>
                  <a:pt x="604" y="364"/>
                </a:lnTo>
                <a:lnTo>
                  <a:pt x="603" y="364"/>
                </a:lnTo>
                <a:lnTo>
                  <a:pt x="602" y="364"/>
                </a:lnTo>
                <a:lnTo>
                  <a:pt x="602" y="363"/>
                </a:lnTo>
                <a:lnTo>
                  <a:pt x="601" y="363"/>
                </a:lnTo>
                <a:lnTo>
                  <a:pt x="602" y="362"/>
                </a:lnTo>
                <a:lnTo>
                  <a:pt x="602" y="361"/>
                </a:lnTo>
                <a:lnTo>
                  <a:pt x="602" y="360"/>
                </a:lnTo>
                <a:lnTo>
                  <a:pt x="601" y="360"/>
                </a:lnTo>
                <a:lnTo>
                  <a:pt x="600" y="360"/>
                </a:lnTo>
                <a:lnTo>
                  <a:pt x="600" y="359"/>
                </a:lnTo>
                <a:lnTo>
                  <a:pt x="599" y="359"/>
                </a:lnTo>
                <a:lnTo>
                  <a:pt x="598" y="358"/>
                </a:lnTo>
                <a:lnTo>
                  <a:pt x="597" y="358"/>
                </a:lnTo>
                <a:lnTo>
                  <a:pt x="597" y="357"/>
                </a:lnTo>
                <a:lnTo>
                  <a:pt x="597" y="356"/>
                </a:lnTo>
                <a:lnTo>
                  <a:pt x="595" y="355"/>
                </a:lnTo>
                <a:lnTo>
                  <a:pt x="594" y="354"/>
                </a:lnTo>
                <a:lnTo>
                  <a:pt x="593" y="353"/>
                </a:lnTo>
                <a:lnTo>
                  <a:pt x="591" y="352"/>
                </a:lnTo>
                <a:lnTo>
                  <a:pt x="590" y="352"/>
                </a:lnTo>
                <a:lnTo>
                  <a:pt x="590" y="351"/>
                </a:lnTo>
                <a:lnTo>
                  <a:pt x="589" y="350"/>
                </a:lnTo>
                <a:lnTo>
                  <a:pt x="587" y="349"/>
                </a:lnTo>
                <a:lnTo>
                  <a:pt x="586" y="349"/>
                </a:lnTo>
                <a:lnTo>
                  <a:pt x="586" y="348"/>
                </a:lnTo>
                <a:lnTo>
                  <a:pt x="585" y="347"/>
                </a:lnTo>
                <a:lnTo>
                  <a:pt x="585" y="348"/>
                </a:lnTo>
                <a:lnTo>
                  <a:pt x="584" y="347"/>
                </a:lnTo>
                <a:lnTo>
                  <a:pt x="583" y="347"/>
                </a:lnTo>
                <a:lnTo>
                  <a:pt x="583" y="346"/>
                </a:lnTo>
                <a:lnTo>
                  <a:pt x="582" y="346"/>
                </a:lnTo>
                <a:lnTo>
                  <a:pt x="582" y="345"/>
                </a:lnTo>
                <a:lnTo>
                  <a:pt x="581" y="345"/>
                </a:lnTo>
                <a:lnTo>
                  <a:pt x="580" y="344"/>
                </a:lnTo>
                <a:lnTo>
                  <a:pt x="579" y="344"/>
                </a:lnTo>
                <a:lnTo>
                  <a:pt x="579" y="343"/>
                </a:lnTo>
                <a:lnTo>
                  <a:pt x="578" y="342"/>
                </a:lnTo>
                <a:lnTo>
                  <a:pt x="577" y="342"/>
                </a:lnTo>
                <a:lnTo>
                  <a:pt x="576" y="342"/>
                </a:lnTo>
                <a:lnTo>
                  <a:pt x="575" y="341"/>
                </a:lnTo>
                <a:lnTo>
                  <a:pt x="573" y="340"/>
                </a:lnTo>
                <a:lnTo>
                  <a:pt x="572" y="339"/>
                </a:lnTo>
                <a:lnTo>
                  <a:pt x="571" y="339"/>
                </a:lnTo>
                <a:lnTo>
                  <a:pt x="571" y="338"/>
                </a:lnTo>
                <a:lnTo>
                  <a:pt x="571" y="337"/>
                </a:lnTo>
                <a:lnTo>
                  <a:pt x="570" y="337"/>
                </a:lnTo>
                <a:lnTo>
                  <a:pt x="570" y="336"/>
                </a:lnTo>
                <a:lnTo>
                  <a:pt x="570" y="335"/>
                </a:lnTo>
                <a:lnTo>
                  <a:pt x="569" y="335"/>
                </a:lnTo>
                <a:lnTo>
                  <a:pt x="569" y="334"/>
                </a:lnTo>
                <a:lnTo>
                  <a:pt x="569" y="333"/>
                </a:lnTo>
                <a:lnTo>
                  <a:pt x="568" y="333"/>
                </a:lnTo>
                <a:lnTo>
                  <a:pt x="567" y="332"/>
                </a:lnTo>
                <a:lnTo>
                  <a:pt x="566" y="332"/>
                </a:lnTo>
                <a:lnTo>
                  <a:pt x="564" y="333"/>
                </a:lnTo>
                <a:lnTo>
                  <a:pt x="563" y="334"/>
                </a:lnTo>
                <a:lnTo>
                  <a:pt x="562" y="335"/>
                </a:lnTo>
                <a:lnTo>
                  <a:pt x="562" y="336"/>
                </a:lnTo>
                <a:lnTo>
                  <a:pt x="560" y="335"/>
                </a:lnTo>
                <a:lnTo>
                  <a:pt x="559" y="335"/>
                </a:lnTo>
                <a:lnTo>
                  <a:pt x="559" y="334"/>
                </a:lnTo>
                <a:lnTo>
                  <a:pt x="559" y="333"/>
                </a:lnTo>
                <a:lnTo>
                  <a:pt x="558" y="332"/>
                </a:lnTo>
                <a:lnTo>
                  <a:pt x="557" y="332"/>
                </a:lnTo>
                <a:lnTo>
                  <a:pt x="555" y="332"/>
                </a:lnTo>
                <a:lnTo>
                  <a:pt x="555" y="333"/>
                </a:lnTo>
                <a:lnTo>
                  <a:pt x="554" y="333"/>
                </a:lnTo>
                <a:lnTo>
                  <a:pt x="554" y="334"/>
                </a:lnTo>
                <a:lnTo>
                  <a:pt x="552" y="333"/>
                </a:lnTo>
                <a:lnTo>
                  <a:pt x="550" y="332"/>
                </a:lnTo>
                <a:lnTo>
                  <a:pt x="550" y="333"/>
                </a:lnTo>
                <a:lnTo>
                  <a:pt x="549" y="333"/>
                </a:lnTo>
                <a:lnTo>
                  <a:pt x="549" y="334"/>
                </a:lnTo>
                <a:lnTo>
                  <a:pt x="549" y="335"/>
                </a:lnTo>
                <a:lnTo>
                  <a:pt x="548" y="335"/>
                </a:lnTo>
                <a:lnTo>
                  <a:pt x="547" y="335"/>
                </a:lnTo>
                <a:lnTo>
                  <a:pt x="545" y="334"/>
                </a:lnTo>
                <a:lnTo>
                  <a:pt x="543" y="334"/>
                </a:lnTo>
                <a:lnTo>
                  <a:pt x="542" y="334"/>
                </a:lnTo>
                <a:lnTo>
                  <a:pt x="540" y="335"/>
                </a:lnTo>
                <a:lnTo>
                  <a:pt x="540" y="336"/>
                </a:lnTo>
                <a:lnTo>
                  <a:pt x="538" y="336"/>
                </a:lnTo>
                <a:lnTo>
                  <a:pt x="537" y="336"/>
                </a:lnTo>
                <a:lnTo>
                  <a:pt x="537" y="334"/>
                </a:lnTo>
                <a:lnTo>
                  <a:pt x="536" y="331"/>
                </a:lnTo>
                <a:lnTo>
                  <a:pt x="535" y="331"/>
                </a:lnTo>
                <a:lnTo>
                  <a:pt x="534" y="331"/>
                </a:lnTo>
                <a:lnTo>
                  <a:pt x="533" y="332"/>
                </a:lnTo>
                <a:lnTo>
                  <a:pt x="533" y="333"/>
                </a:lnTo>
                <a:lnTo>
                  <a:pt x="532" y="336"/>
                </a:lnTo>
                <a:lnTo>
                  <a:pt x="531" y="337"/>
                </a:lnTo>
                <a:lnTo>
                  <a:pt x="530" y="339"/>
                </a:lnTo>
                <a:lnTo>
                  <a:pt x="530" y="343"/>
                </a:lnTo>
                <a:lnTo>
                  <a:pt x="530" y="345"/>
                </a:lnTo>
                <a:lnTo>
                  <a:pt x="531" y="348"/>
                </a:lnTo>
                <a:lnTo>
                  <a:pt x="531" y="349"/>
                </a:lnTo>
                <a:lnTo>
                  <a:pt x="532" y="351"/>
                </a:lnTo>
                <a:lnTo>
                  <a:pt x="533" y="352"/>
                </a:lnTo>
                <a:lnTo>
                  <a:pt x="534" y="353"/>
                </a:lnTo>
                <a:lnTo>
                  <a:pt x="533" y="353"/>
                </a:lnTo>
                <a:lnTo>
                  <a:pt x="533" y="354"/>
                </a:lnTo>
                <a:lnTo>
                  <a:pt x="532" y="354"/>
                </a:lnTo>
                <a:lnTo>
                  <a:pt x="532" y="355"/>
                </a:lnTo>
                <a:lnTo>
                  <a:pt x="532" y="356"/>
                </a:lnTo>
                <a:lnTo>
                  <a:pt x="532" y="357"/>
                </a:lnTo>
                <a:lnTo>
                  <a:pt x="533" y="357"/>
                </a:lnTo>
                <a:lnTo>
                  <a:pt x="531" y="359"/>
                </a:lnTo>
                <a:lnTo>
                  <a:pt x="529" y="359"/>
                </a:lnTo>
                <a:lnTo>
                  <a:pt x="526" y="360"/>
                </a:lnTo>
                <a:lnTo>
                  <a:pt x="525" y="361"/>
                </a:lnTo>
                <a:lnTo>
                  <a:pt x="524" y="362"/>
                </a:lnTo>
                <a:lnTo>
                  <a:pt x="524" y="364"/>
                </a:lnTo>
                <a:lnTo>
                  <a:pt x="524" y="365"/>
                </a:lnTo>
                <a:lnTo>
                  <a:pt x="522" y="366"/>
                </a:lnTo>
                <a:lnTo>
                  <a:pt x="521" y="366"/>
                </a:lnTo>
                <a:lnTo>
                  <a:pt x="519" y="366"/>
                </a:lnTo>
                <a:lnTo>
                  <a:pt x="518" y="367"/>
                </a:lnTo>
                <a:lnTo>
                  <a:pt x="517" y="367"/>
                </a:lnTo>
                <a:lnTo>
                  <a:pt x="516" y="367"/>
                </a:lnTo>
                <a:lnTo>
                  <a:pt x="516" y="368"/>
                </a:lnTo>
                <a:lnTo>
                  <a:pt x="516" y="369"/>
                </a:lnTo>
                <a:lnTo>
                  <a:pt x="517" y="372"/>
                </a:lnTo>
                <a:lnTo>
                  <a:pt x="518" y="373"/>
                </a:lnTo>
                <a:lnTo>
                  <a:pt x="519" y="374"/>
                </a:lnTo>
                <a:lnTo>
                  <a:pt x="520" y="376"/>
                </a:lnTo>
                <a:lnTo>
                  <a:pt x="521" y="378"/>
                </a:lnTo>
                <a:lnTo>
                  <a:pt x="520" y="379"/>
                </a:lnTo>
                <a:lnTo>
                  <a:pt x="519" y="380"/>
                </a:lnTo>
                <a:lnTo>
                  <a:pt x="519" y="381"/>
                </a:lnTo>
                <a:lnTo>
                  <a:pt x="518" y="381"/>
                </a:lnTo>
                <a:lnTo>
                  <a:pt x="517" y="381"/>
                </a:lnTo>
                <a:lnTo>
                  <a:pt x="517" y="382"/>
                </a:lnTo>
                <a:lnTo>
                  <a:pt x="517" y="383"/>
                </a:lnTo>
                <a:lnTo>
                  <a:pt x="516" y="385"/>
                </a:lnTo>
                <a:lnTo>
                  <a:pt x="515" y="388"/>
                </a:lnTo>
                <a:lnTo>
                  <a:pt x="514" y="388"/>
                </a:lnTo>
                <a:lnTo>
                  <a:pt x="515" y="389"/>
                </a:lnTo>
                <a:lnTo>
                  <a:pt x="516" y="389"/>
                </a:lnTo>
                <a:lnTo>
                  <a:pt x="516" y="390"/>
                </a:lnTo>
                <a:lnTo>
                  <a:pt x="515" y="392"/>
                </a:lnTo>
                <a:lnTo>
                  <a:pt x="514" y="393"/>
                </a:lnTo>
                <a:lnTo>
                  <a:pt x="512" y="393"/>
                </a:lnTo>
                <a:lnTo>
                  <a:pt x="510" y="393"/>
                </a:lnTo>
                <a:lnTo>
                  <a:pt x="509" y="393"/>
                </a:lnTo>
                <a:lnTo>
                  <a:pt x="507" y="393"/>
                </a:lnTo>
                <a:lnTo>
                  <a:pt x="506" y="393"/>
                </a:lnTo>
                <a:lnTo>
                  <a:pt x="505" y="392"/>
                </a:lnTo>
                <a:lnTo>
                  <a:pt x="504" y="392"/>
                </a:lnTo>
                <a:lnTo>
                  <a:pt x="503" y="392"/>
                </a:lnTo>
                <a:lnTo>
                  <a:pt x="502" y="392"/>
                </a:lnTo>
                <a:lnTo>
                  <a:pt x="502" y="393"/>
                </a:lnTo>
                <a:lnTo>
                  <a:pt x="500" y="395"/>
                </a:lnTo>
                <a:lnTo>
                  <a:pt x="500" y="396"/>
                </a:lnTo>
                <a:lnTo>
                  <a:pt x="500" y="397"/>
                </a:lnTo>
                <a:lnTo>
                  <a:pt x="499" y="397"/>
                </a:lnTo>
                <a:lnTo>
                  <a:pt x="500" y="398"/>
                </a:lnTo>
                <a:lnTo>
                  <a:pt x="500" y="399"/>
                </a:lnTo>
                <a:lnTo>
                  <a:pt x="500" y="400"/>
                </a:lnTo>
                <a:lnTo>
                  <a:pt x="500" y="401"/>
                </a:lnTo>
                <a:lnTo>
                  <a:pt x="498" y="402"/>
                </a:lnTo>
                <a:lnTo>
                  <a:pt x="496" y="404"/>
                </a:lnTo>
                <a:lnTo>
                  <a:pt x="491" y="407"/>
                </a:lnTo>
                <a:lnTo>
                  <a:pt x="490" y="407"/>
                </a:lnTo>
                <a:lnTo>
                  <a:pt x="489" y="407"/>
                </a:lnTo>
                <a:lnTo>
                  <a:pt x="488" y="406"/>
                </a:lnTo>
                <a:lnTo>
                  <a:pt x="488" y="407"/>
                </a:lnTo>
                <a:lnTo>
                  <a:pt x="486" y="408"/>
                </a:lnTo>
                <a:lnTo>
                  <a:pt x="486" y="409"/>
                </a:lnTo>
                <a:lnTo>
                  <a:pt x="486" y="410"/>
                </a:lnTo>
                <a:lnTo>
                  <a:pt x="483" y="408"/>
                </a:lnTo>
                <a:lnTo>
                  <a:pt x="481" y="406"/>
                </a:lnTo>
                <a:lnTo>
                  <a:pt x="480" y="406"/>
                </a:lnTo>
                <a:lnTo>
                  <a:pt x="480" y="405"/>
                </a:lnTo>
                <a:lnTo>
                  <a:pt x="479" y="404"/>
                </a:lnTo>
                <a:lnTo>
                  <a:pt x="479" y="403"/>
                </a:lnTo>
                <a:lnTo>
                  <a:pt x="478" y="403"/>
                </a:lnTo>
                <a:lnTo>
                  <a:pt x="477" y="403"/>
                </a:lnTo>
                <a:lnTo>
                  <a:pt x="475" y="402"/>
                </a:lnTo>
                <a:lnTo>
                  <a:pt x="475" y="401"/>
                </a:lnTo>
                <a:lnTo>
                  <a:pt x="474" y="401"/>
                </a:lnTo>
                <a:lnTo>
                  <a:pt x="473" y="401"/>
                </a:lnTo>
                <a:lnTo>
                  <a:pt x="472" y="402"/>
                </a:lnTo>
                <a:lnTo>
                  <a:pt x="472" y="403"/>
                </a:lnTo>
                <a:lnTo>
                  <a:pt x="470" y="402"/>
                </a:lnTo>
                <a:lnTo>
                  <a:pt x="469" y="402"/>
                </a:lnTo>
                <a:lnTo>
                  <a:pt x="468" y="402"/>
                </a:lnTo>
                <a:lnTo>
                  <a:pt x="467" y="402"/>
                </a:lnTo>
                <a:lnTo>
                  <a:pt x="467" y="401"/>
                </a:lnTo>
                <a:lnTo>
                  <a:pt x="467" y="402"/>
                </a:lnTo>
                <a:lnTo>
                  <a:pt x="466" y="402"/>
                </a:lnTo>
                <a:lnTo>
                  <a:pt x="465" y="403"/>
                </a:lnTo>
                <a:lnTo>
                  <a:pt x="465" y="404"/>
                </a:lnTo>
                <a:lnTo>
                  <a:pt x="465" y="406"/>
                </a:lnTo>
                <a:lnTo>
                  <a:pt x="464" y="406"/>
                </a:lnTo>
                <a:lnTo>
                  <a:pt x="463" y="406"/>
                </a:lnTo>
                <a:lnTo>
                  <a:pt x="461" y="407"/>
                </a:lnTo>
                <a:lnTo>
                  <a:pt x="459" y="409"/>
                </a:lnTo>
                <a:lnTo>
                  <a:pt x="459" y="411"/>
                </a:lnTo>
                <a:lnTo>
                  <a:pt x="459" y="412"/>
                </a:lnTo>
                <a:lnTo>
                  <a:pt x="460" y="415"/>
                </a:lnTo>
                <a:lnTo>
                  <a:pt x="461" y="418"/>
                </a:lnTo>
                <a:lnTo>
                  <a:pt x="461" y="420"/>
                </a:lnTo>
                <a:lnTo>
                  <a:pt x="460" y="420"/>
                </a:lnTo>
                <a:lnTo>
                  <a:pt x="460" y="421"/>
                </a:lnTo>
                <a:lnTo>
                  <a:pt x="460" y="422"/>
                </a:lnTo>
                <a:lnTo>
                  <a:pt x="459" y="423"/>
                </a:lnTo>
                <a:lnTo>
                  <a:pt x="459" y="426"/>
                </a:lnTo>
                <a:lnTo>
                  <a:pt x="457" y="425"/>
                </a:lnTo>
                <a:lnTo>
                  <a:pt x="456" y="425"/>
                </a:lnTo>
                <a:lnTo>
                  <a:pt x="455" y="425"/>
                </a:lnTo>
                <a:lnTo>
                  <a:pt x="454" y="425"/>
                </a:lnTo>
                <a:lnTo>
                  <a:pt x="452" y="425"/>
                </a:lnTo>
                <a:lnTo>
                  <a:pt x="452" y="426"/>
                </a:lnTo>
                <a:lnTo>
                  <a:pt x="451" y="427"/>
                </a:lnTo>
                <a:lnTo>
                  <a:pt x="449" y="426"/>
                </a:lnTo>
                <a:lnTo>
                  <a:pt x="449" y="425"/>
                </a:lnTo>
                <a:lnTo>
                  <a:pt x="449" y="424"/>
                </a:lnTo>
                <a:lnTo>
                  <a:pt x="449" y="423"/>
                </a:lnTo>
                <a:lnTo>
                  <a:pt x="447" y="424"/>
                </a:lnTo>
                <a:lnTo>
                  <a:pt x="446" y="425"/>
                </a:lnTo>
                <a:lnTo>
                  <a:pt x="445" y="425"/>
                </a:lnTo>
                <a:lnTo>
                  <a:pt x="445" y="424"/>
                </a:lnTo>
                <a:lnTo>
                  <a:pt x="444" y="423"/>
                </a:lnTo>
                <a:lnTo>
                  <a:pt x="442" y="422"/>
                </a:lnTo>
                <a:lnTo>
                  <a:pt x="440" y="420"/>
                </a:lnTo>
                <a:lnTo>
                  <a:pt x="439" y="419"/>
                </a:lnTo>
                <a:lnTo>
                  <a:pt x="438" y="419"/>
                </a:lnTo>
                <a:lnTo>
                  <a:pt x="436" y="417"/>
                </a:lnTo>
                <a:lnTo>
                  <a:pt x="434" y="416"/>
                </a:lnTo>
                <a:lnTo>
                  <a:pt x="431" y="415"/>
                </a:lnTo>
                <a:lnTo>
                  <a:pt x="430" y="416"/>
                </a:lnTo>
                <a:lnTo>
                  <a:pt x="430" y="417"/>
                </a:lnTo>
                <a:lnTo>
                  <a:pt x="427" y="418"/>
                </a:lnTo>
                <a:lnTo>
                  <a:pt x="425" y="418"/>
                </a:lnTo>
                <a:lnTo>
                  <a:pt x="423" y="418"/>
                </a:lnTo>
                <a:lnTo>
                  <a:pt x="423" y="419"/>
                </a:lnTo>
                <a:lnTo>
                  <a:pt x="422" y="419"/>
                </a:lnTo>
                <a:lnTo>
                  <a:pt x="421" y="419"/>
                </a:lnTo>
                <a:lnTo>
                  <a:pt x="419" y="418"/>
                </a:lnTo>
                <a:lnTo>
                  <a:pt x="416" y="420"/>
                </a:lnTo>
                <a:lnTo>
                  <a:pt x="416" y="421"/>
                </a:lnTo>
                <a:lnTo>
                  <a:pt x="415" y="421"/>
                </a:lnTo>
                <a:lnTo>
                  <a:pt x="415" y="422"/>
                </a:lnTo>
                <a:lnTo>
                  <a:pt x="415" y="423"/>
                </a:lnTo>
                <a:lnTo>
                  <a:pt x="415" y="424"/>
                </a:lnTo>
                <a:lnTo>
                  <a:pt x="414" y="425"/>
                </a:lnTo>
                <a:lnTo>
                  <a:pt x="413" y="425"/>
                </a:lnTo>
                <a:lnTo>
                  <a:pt x="411" y="425"/>
                </a:lnTo>
                <a:lnTo>
                  <a:pt x="410" y="425"/>
                </a:lnTo>
                <a:lnTo>
                  <a:pt x="410" y="426"/>
                </a:lnTo>
                <a:lnTo>
                  <a:pt x="409" y="426"/>
                </a:lnTo>
                <a:lnTo>
                  <a:pt x="408" y="426"/>
                </a:lnTo>
                <a:lnTo>
                  <a:pt x="407" y="426"/>
                </a:lnTo>
                <a:lnTo>
                  <a:pt x="406" y="425"/>
                </a:lnTo>
                <a:lnTo>
                  <a:pt x="405" y="426"/>
                </a:lnTo>
                <a:lnTo>
                  <a:pt x="404" y="426"/>
                </a:lnTo>
                <a:lnTo>
                  <a:pt x="402" y="426"/>
                </a:lnTo>
                <a:lnTo>
                  <a:pt x="398" y="429"/>
                </a:lnTo>
                <a:lnTo>
                  <a:pt x="397" y="431"/>
                </a:lnTo>
                <a:lnTo>
                  <a:pt x="396" y="432"/>
                </a:lnTo>
                <a:lnTo>
                  <a:pt x="395" y="432"/>
                </a:lnTo>
                <a:lnTo>
                  <a:pt x="391" y="430"/>
                </a:lnTo>
                <a:lnTo>
                  <a:pt x="387" y="426"/>
                </a:lnTo>
                <a:lnTo>
                  <a:pt x="386" y="425"/>
                </a:lnTo>
                <a:lnTo>
                  <a:pt x="386" y="424"/>
                </a:lnTo>
                <a:lnTo>
                  <a:pt x="385" y="424"/>
                </a:lnTo>
                <a:lnTo>
                  <a:pt x="385" y="423"/>
                </a:lnTo>
                <a:lnTo>
                  <a:pt x="384" y="422"/>
                </a:lnTo>
                <a:lnTo>
                  <a:pt x="383" y="422"/>
                </a:lnTo>
                <a:lnTo>
                  <a:pt x="382" y="421"/>
                </a:lnTo>
                <a:lnTo>
                  <a:pt x="381" y="421"/>
                </a:lnTo>
                <a:lnTo>
                  <a:pt x="380" y="421"/>
                </a:lnTo>
                <a:lnTo>
                  <a:pt x="379" y="422"/>
                </a:lnTo>
                <a:lnTo>
                  <a:pt x="377" y="423"/>
                </a:lnTo>
                <a:lnTo>
                  <a:pt x="374" y="422"/>
                </a:lnTo>
                <a:lnTo>
                  <a:pt x="371" y="422"/>
                </a:lnTo>
                <a:lnTo>
                  <a:pt x="368" y="420"/>
                </a:lnTo>
                <a:lnTo>
                  <a:pt x="367" y="420"/>
                </a:lnTo>
                <a:lnTo>
                  <a:pt x="367" y="419"/>
                </a:lnTo>
                <a:lnTo>
                  <a:pt x="367" y="418"/>
                </a:lnTo>
                <a:lnTo>
                  <a:pt x="366" y="418"/>
                </a:lnTo>
                <a:lnTo>
                  <a:pt x="364" y="419"/>
                </a:lnTo>
                <a:lnTo>
                  <a:pt x="362" y="424"/>
                </a:lnTo>
                <a:lnTo>
                  <a:pt x="362" y="425"/>
                </a:lnTo>
                <a:lnTo>
                  <a:pt x="362" y="426"/>
                </a:lnTo>
                <a:lnTo>
                  <a:pt x="362" y="428"/>
                </a:lnTo>
                <a:lnTo>
                  <a:pt x="361" y="429"/>
                </a:lnTo>
                <a:lnTo>
                  <a:pt x="360" y="429"/>
                </a:lnTo>
                <a:lnTo>
                  <a:pt x="360" y="430"/>
                </a:lnTo>
                <a:lnTo>
                  <a:pt x="360" y="431"/>
                </a:lnTo>
                <a:lnTo>
                  <a:pt x="360" y="432"/>
                </a:lnTo>
                <a:lnTo>
                  <a:pt x="360" y="433"/>
                </a:lnTo>
                <a:lnTo>
                  <a:pt x="361" y="433"/>
                </a:lnTo>
                <a:lnTo>
                  <a:pt x="361" y="434"/>
                </a:lnTo>
                <a:lnTo>
                  <a:pt x="361" y="435"/>
                </a:lnTo>
                <a:lnTo>
                  <a:pt x="360" y="435"/>
                </a:lnTo>
                <a:lnTo>
                  <a:pt x="359" y="435"/>
                </a:lnTo>
                <a:lnTo>
                  <a:pt x="358" y="435"/>
                </a:lnTo>
                <a:lnTo>
                  <a:pt x="357" y="436"/>
                </a:lnTo>
                <a:lnTo>
                  <a:pt x="354" y="438"/>
                </a:lnTo>
                <a:lnTo>
                  <a:pt x="353" y="438"/>
                </a:lnTo>
                <a:lnTo>
                  <a:pt x="352" y="438"/>
                </a:lnTo>
                <a:lnTo>
                  <a:pt x="351" y="438"/>
                </a:lnTo>
                <a:lnTo>
                  <a:pt x="351" y="439"/>
                </a:lnTo>
                <a:lnTo>
                  <a:pt x="351" y="440"/>
                </a:lnTo>
                <a:lnTo>
                  <a:pt x="352" y="441"/>
                </a:lnTo>
                <a:lnTo>
                  <a:pt x="352" y="442"/>
                </a:lnTo>
                <a:lnTo>
                  <a:pt x="350" y="443"/>
                </a:lnTo>
                <a:lnTo>
                  <a:pt x="349" y="443"/>
                </a:lnTo>
                <a:lnTo>
                  <a:pt x="348" y="443"/>
                </a:lnTo>
                <a:lnTo>
                  <a:pt x="347" y="444"/>
                </a:lnTo>
                <a:lnTo>
                  <a:pt x="346" y="444"/>
                </a:lnTo>
                <a:lnTo>
                  <a:pt x="346" y="445"/>
                </a:lnTo>
                <a:lnTo>
                  <a:pt x="345" y="445"/>
                </a:lnTo>
                <a:lnTo>
                  <a:pt x="343" y="445"/>
                </a:lnTo>
                <a:lnTo>
                  <a:pt x="342" y="445"/>
                </a:lnTo>
                <a:lnTo>
                  <a:pt x="342" y="444"/>
                </a:lnTo>
                <a:lnTo>
                  <a:pt x="340" y="444"/>
                </a:lnTo>
                <a:lnTo>
                  <a:pt x="337" y="445"/>
                </a:lnTo>
                <a:lnTo>
                  <a:pt x="337" y="446"/>
                </a:lnTo>
                <a:lnTo>
                  <a:pt x="336" y="446"/>
                </a:lnTo>
                <a:lnTo>
                  <a:pt x="336" y="448"/>
                </a:lnTo>
                <a:lnTo>
                  <a:pt x="336" y="449"/>
                </a:lnTo>
                <a:lnTo>
                  <a:pt x="334" y="450"/>
                </a:lnTo>
                <a:lnTo>
                  <a:pt x="333" y="450"/>
                </a:lnTo>
                <a:lnTo>
                  <a:pt x="332" y="450"/>
                </a:lnTo>
                <a:lnTo>
                  <a:pt x="331" y="450"/>
                </a:lnTo>
                <a:lnTo>
                  <a:pt x="331" y="449"/>
                </a:lnTo>
                <a:lnTo>
                  <a:pt x="330" y="449"/>
                </a:lnTo>
                <a:lnTo>
                  <a:pt x="329" y="449"/>
                </a:lnTo>
                <a:lnTo>
                  <a:pt x="328" y="450"/>
                </a:lnTo>
                <a:lnTo>
                  <a:pt x="328" y="451"/>
                </a:lnTo>
                <a:lnTo>
                  <a:pt x="327" y="451"/>
                </a:lnTo>
                <a:lnTo>
                  <a:pt x="327" y="452"/>
                </a:lnTo>
                <a:lnTo>
                  <a:pt x="327" y="453"/>
                </a:lnTo>
                <a:lnTo>
                  <a:pt x="326" y="453"/>
                </a:lnTo>
                <a:lnTo>
                  <a:pt x="325" y="453"/>
                </a:lnTo>
                <a:lnTo>
                  <a:pt x="324" y="453"/>
                </a:lnTo>
                <a:lnTo>
                  <a:pt x="324" y="452"/>
                </a:lnTo>
                <a:lnTo>
                  <a:pt x="323" y="452"/>
                </a:lnTo>
                <a:lnTo>
                  <a:pt x="322" y="452"/>
                </a:lnTo>
                <a:lnTo>
                  <a:pt x="321" y="452"/>
                </a:lnTo>
                <a:lnTo>
                  <a:pt x="319" y="453"/>
                </a:lnTo>
                <a:lnTo>
                  <a:pt x="318" y="454"/>
                </a:lnTo>
                <a:lnTo>
                  <a:pt x="317" y="455"/>
                </a:lnTo>
                <a:lnTo>
                  <a:pt x="317" y="456"/>
                </a:lnTo>
                <a:lnTo>
                  <a:pt x="316" y="456"/>
                </a:lnTo>
                <a:lnTo>
                  <a:pt x="316" y="457"/>
                </a:lnTo>
                <a:lnTo>
                  <a:pt x="315" y="458"/>
                </a:lnTo>
                <a:lnTo>
                  <a:pt x="314" y="458"/>
                </a:lnTo>
                <a:lnTo>
                  <a:pt x="312" y="457"/>
                </a:lnTo>
                <a:lnTo>
                  <a:pt x="311" y="457"/>
                </a:lnTo>
                <a:lnTo>
                  <a:pt x="310" y="457"/>
                </a:lnTo>
                <a:lnTo>
                  <a:pt x="308" y="455"/>
                </a:lnTo>
                <a:lnTo>
                  <a:pt x="307" y="454"/>
                </a:lnTo>
                <a:lnTo>
                  <a:pt x="307" y="453"/>
                </a:lnTo>
                <a:lnTo>
                  <a:pt x="306" y="453"/>
                </a:lnTo>
                <a:lnTo>
                  <a:pt x="305" y="453"/>
                </a:lnTo>
                <a:lnTo>
                  <a:pt x="304" y="453"/>
                </a:lnTo>
                <a:lnTo>
                  <a:pt x="303" y="453"/>
                </a:lnTo>
                <a:lnTo>
                  <a:pt x="302" y="454"/>
                </a:lnTo>
                <a:lnTo>
                  <a:pt x="301" y="454"/>
                </a:lnTo>
                <a:lnTo>
                  <a:pt x="299" y="453"/>
                </a:lnTo>
                <a:lnTo>
                  <a:pt x="298" y="453"/>
                </a:lnTo>
                <a:lnTo>
                  <a:pt x="298" y="452"/>
                </a:lnTo>
                <a:lnTo>
                  <a:pt x="298" y="451"/>
                </a:lnTo>
                <a:lnTo>
                  <a:pt x="296" y="450"/>
                </a:lnTo>
                <a:lnTo>
                  <a:pt x="295" y="450"/>
                </a:lnTo>
                <a:lnTo>
                  <a:pt x="295" y="451"/>
                </a:lnTo>
                <a:lnTo>
                  <a:pt x="295" y="452"/>
                </a:lnTo>
                <a:lnTo>
                  <a:pt x="294" y="452"/>
                </a:lnTo>
                <a:lnTo>
                  <a:pt x="293" y="452"/>
                </a:lnTo>
                <a:lnTo>
                  <a:pt x="292" y="451"/>
                </a:lnTo>
                <a:lnTo>
                  <a:pt x="291" y="451"/>
                </a:lnTo>
                <a:lnTo>
                  <a:pt x="291" y="450"/>
                </a:lnTo>
                <a:lnTo>
                  <a:pt x="290" y="450"/>
                </a:lnTo>
                <a:lnTo>
                  <a:pt x="290" y="451"/>
                </a:lnTo>
                <a:lnTo>
                  <a:pt x="288" y="451"/>
                </a:lnTo>
                <a:lnTo>
                  <a:pt x="288" y="450"/>
                </a:lnTo>
                <a:lnTo>
                  <a:pt x="287" y="450"/>
                </a:lnTo>
                <a:lnTo>
                  <a:pt x="285" y="449"/>
                </a:lnTo>
                <a:lnTo>
                  <a:pt x="280" y="450"/>
                </a:lnTo>
                <a:lnTo>
                  <a:pt x="279" y="451"/>
                </a:lnTo>
                <a:lnTo>
                  <a:pt x="279" y="452"/>
                </a:lnTo>
                <a:lnTo>
                  <a:pt x="279" y="453"/>
                </a:lnTo>
                <a:lnTo>
                  <a:pt x="277" y="453"/>
                </a:lnTo>
                <a:lnTo>
                  <a:pt x="276" y="452"/>
                </a:lnTo>
                <a:lnTo>
                  <a:pt x="274" y="450"/>
                </a:lnTo>
                <a:lnTo>
                  <a:pt x="273" y="449"/>
                </a:lnTo>
                <a:lnTo>
                  <a:pt x="272" y="448"/>
                </a:lnTo>
                <a:lnTo>
                  <a:pt x="271" y="447"/>
                </a:lnTo>
                <a:lnTo>
                  <a:pt x="270" y="445"/>
                </a:lnTo>
                <a:lnTo>
                  <a:pt x="269" y="444"/>
                </a:lnTo>
                <a:lnTo>
                  <a:pt x="269" y="443"/>
                </a:lnTo>
                <a:lnTo>
                  <a:pt x="270" y="442"/>
                </a:lnTo>
                <a:lnTo>
                  <a:pt x="270" y="441"/>
                </a:lnTo>
                <a:lnTo>
                  <a:pt x="270" y="438"/>
                </a:lnTo>
                <a:lnTo>
                  <a:pt x="269" y="438"/>
                </a:lnTo>
                <a:lnTo>
                  <a:pt x="268" y="438"/>
                </a:lnTo>
                <a:lnTo>
                  <a:pt x="267" y="437"/>
                </a:lnTo>
                <a:lnTo>
                  <a:pt x="266" y="436"/>
                </a:lnTo>
                <a:lnTo>
                  <a:pt x="266" y="435"/>
                </a:lnTo>
                <a:lnTo>
                  <a:pt x="265" y="435"/>
                </a:lnTo>
                <a:lnTo>
                  <a:pt x="264" y="435"/>
                </a:lnTo>
                <a:lnTo>
                  <a:pt x="263" y="435"/>
                </a:lnTo>
                <a:lnTo>
                  <a:pt x="262" y="435"/>
                </a:lnTo>
                <a:lnTo>
                  <a:pt x="260" y="434"/>
                </a:lnTo>
                <a:lnTo>
                  <a:pt x="259" y="433"/>
                </a:lnTo>
                <a:lnTo>
                  <a:pt x="259" y="432"/>
                </a:lnTo>
                <a:lnTo>
                  <a:pt x="259" y="431"/>
                </a:lnTo>
                <a:lnTo>
                  <a:pt x="259" y="430"/>
                </a:lnTo>
                <a:lnTo>
                  <a:pt x="259" y="429"/>
                </a:lnTo>
                <a:lnTo>
                  <a:pt x="260" y="428"/>
                </a:lnTo>
                <a:lnTo>
                  <a:pt x="258" y="428"/>
                </a:lnTo>
                <a:lnTo>
                  <a:pt x="257" y="428"/>
                </a:lnTo>
                <a:lnTo>
                  <a:pt x="256" y="428"/>
                </a:lnTo>
                <a:lnTo>
                  <a:pt x="255" y="428"/>
                </a:lnTo>
                <a:lnTo>
                  <a:pt x="255" y="426"/>
                </a:lnTo>
                <a:lnTo>
                  <a:pt x="254" y="425"/>
                </a:lnTo>
                <a:lnTo>
                  <a:pt x="253" y="424"/>
                </a:lnTo>
                <a:lnTo>
                  <a:pt x="252" y="424"/>
                </a:lnTo>
                <a:lnTo>
                  <a:pt x="253" y="423"/>
                </a:lnTo>
                <a:lnTo>
                  <a:pt x="253" y="422"/>
                </a:lnTo>
                <a:lnTo>
                  <a:pt x="254" y="421"/>
                </a:lnTo>
                <a:lnTo>
                  <a:pt x="254" y="420"/>
                </a:lnTo>
                <a:lnTo>
                  <a:pt x="255" y="420"/>
                </a:lnTo>
                <a:lnTo>
                  <a:pt x="255" y="418"/>
                </a:lnTo>
                <a:lnTo>
                  <a:pt x="255" y="417"/>
                </a:lnTo>
                <a:lnTo>
                  <a:pt x="254" y="416"/>
                </a:lnTo>
                <a:lnTo>
                  <a:pt x="253" y="416"/>
                </a:lnTo>
                <a:lnTo>
                  <a:pt x="252" y="416"/>
                </a:lnTo>
                <a:lnTo>
                  <a:pt x="250" y="413"/>
                </a:lnTo>
                <a:lnTo>
                  <a:pt x="251" y="412"/>
                </a:lnTo>
                <a:lnTo>
                  <a:pt x="252" y="412"/>
                </a:lnTo>
                <a:lnTo>
                  <a:pt x="253" y="411"/>
                </a:lnTo>
                <a:lnTo>
                  <a:pt x="254" y="411"/>
                </a:lnTo>
                <a:lnTo>
                  <a:pt x="254" y="408"/>
                </a:lnTo>
                <a:lnTo>
                  <a:pt x="253" y="408"/>
                </a:lnTo>
                <a:lnTo>
                  <a:pt x="253" y="407"/>
                </a:lnTo>
                <a:lnTo>
                  <a:pt x="249" y="405"/>
                </a:lnTo>
                <a:lnTo>
                  <a:pt x="247" y="404"/>
                </a:lnTo>
                <a:lnTo>
                  <a:pt x="246" y="404"/>
                </a:lnTo>
                <a:lnTo>
                  <a:pt x="245" y="403"/>
                </a:lnTo>
                <a:lnTo>
                  <a:pt x="246" y="401"/>
                </a:lnTo>
                <a:lnTo>
                  <a:pt x="246" y="400"/>
                </a:lnTo>
                <a:lnTo>
                  <a:pt x="247" y="400"/>
                </a:lnTo>
                <a:lnTo>
                  <a:pt x="247" y="399"/>
                </a:lnTo>
                <a:lnTo>
                  <a:pt x="248" y="399"/>
                </a:lnTo>
                <a:lnTo>
                  <a:pt x="248" y="398"/>
                </a:lnTo>
                <a:lnTo>
                  <a:pt x="247" y="396"/>
                </a:lnTo>
                <a:lnTo>
                  <a:pt x="245" y="394"/>
                </a:lnTo>
                <a:lnTo>
                  <a:pt x="244" y="394"/>
                </a:lnTo>
                <a:lnTo>
                  <a:pt x="243" y="394"/>
                </a:lnTo>
                <a:lnTo>
                  <a:pt x="242" y="394"/>
                </a:lnTo>
                <a:lnTo>
                  <a:pt x="242" y="393"/>
                </a:lnTo>
                <a:lnTo>
                  <a:pt x="241" y="391"/>
                </a:lnTo>
                <a:lnTo>
                  <a:pt x="241" y="390"/>
                </a:lnTo>
                <a:lnTo>
                  <a:pt x="241" y="389"/>
                </a:lnTo>
                <a:lnTo>
                  <a:pt x="240" y="389"/>
                </a:lnTo>
                <a:lnTo>
                  <a:pt x="240" y="388"/>
                </a:lnTo>
                <a:lnTo>
                  <a:pt x="239" y="388"/>
                </a:lnTo>
                <a:lnTo>
                  <a:pt x="238" y="386"/>
                </a:lnTo>
                <a:lnTo>
                  <a:pt x="237" y="385"/>
                </a:lnTo>
                <a:lnTo>
                  <a:pt x="235" y="384"/>
                </a:lnTo>
                <a:lnTo>
                  <a:pt x="235" y="383"/>
                </a:lnTo>
                <a:lnTo>
                  <a:pt x="233" y="379"/>
                </a:lnTo>
                <a:lnTo>
                  <a:pt x="233" y="378"/>
                </a:lnTo>
                <a:lnTo>
                  <a:pt x="232" y="376"/>
                </a:lnTo>
                <a:lnTo>
                  <a:pt x="232" y="375"/>
                </a:lnTo>
                <a:lnTo>
                  <a:pt x="231" y="375"/>
                </a:lnTo>
                <a:lnTo>
                  <a:pt x="230" y="375"/>
                </a:lnTo>
                <a:lnTo>
                  <a:pt x="229" y="374"/>
                </a:lnTo>
                <a:lnTo>
                  <a:pt x="229" y="373"/>
                </a:lnTo>
                <a:lnTo>
                  <a:pt x="228" y="373"/>
                </a:lnTo>
                <a:lnTo>
                  <a:pt x="229" y="372"/>
                </a:lnTo>
                <a:lnTo>
                  <a:pt x="231" y="368"/>
                </a:lnTo>
                <a:lnTo>
                  <a:pt x="231" y="367"/>
                </a:lnTo>
                <a:lnTo>
                  <a:pt x="229" y="364"/>
                </a:lnTo>
                <a:lnTo>
                  <a:pt x="228" y="362"/>
                </a:lnTo>
                <a:lnTo>
                  <a:pt x="226" y="361"/>
                </a:lnTo>
                <a:lnTo>
                  <a:pt x="225" y="358"/>
                </a:lnTo>
                <a:lnTo>
                  <a:pt x="224" y="358"/>
                </a:lnTo>
                <a:lnTo>
                  <a:pt x="223" y="356"/>
                </a:lnTo>
                <a:lnTo>
                  <a:pt x="223" y="353"/>
                </a:lnTo>
                <a:lnTo>
                  <a:pt x="222" y="351"/>
                </a:lnTo>
                <a:lnTo>
                  <a:pt x="222" y="350"/>
                </a:lnTo>
                <a:lnTo>
                  <a:pt x="221" y="350"/>
                </a:lnTo>
                <a:lnTo>
                  <a:pt x="221" y="349"/>
                </a:lnTo>
                <a:lnTo>
                  <a:pt x="221" y="348"/>
                </a:lnTo>
                <a:lnTo>
                  <a:pt x="220" y="347"/>
                </a:lnTo>
                <a:lnTo>
                  <a:pt x="219" y="347"/>
                </a:lnTo>
                <a:lnTo>
                  <a:pt x="218" y="347"/>
                </a:lnTo>
                <a:lnTo>
                  <a:pt x="217" y="346"/>
                </a:lnTo>
                <a:lnTo>
                  <a:pt x="218" y="342"/>
                </a:lnTo>
                <a:lnTo>
                  <a:pt x="219" y="341"/>
                </a:lnTo>
                <a:lnTo>
                  <a:pt x="219" y="340"/>
                </a:lnTo>
                <a:lnTo>
                  <a:pt x="220" y="340"/>
                </a:lnTo>
                <a:lnTo>
                  <a:pt x="220" y="339"/>
                </a:lnTo>
                <a:lnTo>
                  <a:pt x="220" y="338"/>
                </a:lnTo>
                <a:lnTo>
                  <a:pt x="218" y="335"/>
                </a:lnTo>
                <a:lnTo>
                  <a:pt x="218" y="334"/>
                </a:lnTo>
                <a:lnTo>
                  <a:pt x="218" y="333"/>
                </a:lnTo>
                <a:lnTo>
                  <a:pt x="218" y="332"/>
                </a:lnTo>
                <a:lnTo>
                  <a:pt x="217" y="329"/>
                </a:lnTo>
                <a:lnTo>
                  <a:pt x="217" y="328"/>
                </a:lnTo>
                <a:lnTo>
                  <a:pt x="216" y="328"/>
                </a:lnTo>
                <a:lnTo>
                  <a:pt x="215" y="329"/>
                </a:lnTo>
                <a:lnTo>
                  <a:pt x="214" y="329"/>
                </a:lnTo>
                <a:lnTo>
                  <a:pt x="213" y="330"/>
                </a:lnTo>
                <a:lnTo>
                  <a:pt x="212" y="330"/>
                </a:lnTo>
                <a:lnTo>
                  <a:pt x="211" y="329"/>
                </a:lnTo>
                <a:lnTo>
                  <a:pt x="211" y="328"/>
                </a:lnTo>
                <a:lnTo>
                  <a:pt x="210" y="327"/>
                </a:lnTo>
                <a:lnTo>
                  <a:pt x="210" y="326"/>
                </a:lnTo>
                <a:lnTo>
                  <a:pt x="209" y="326"/>
                </a:lnTo>
                <a:lnTo>
                  <a:pt x="209" y="325"/>
                </a:lnTo>
                <a:lnTo>
                  <a:pt x="208" y="323"/>
                </a:lnTo>
                <a:lnTo>
                  <a:pt x="208" y="322"/>
                </a:lnTo>
                <a:lnTo>
                  <a:pt x="209" y="322"/>
                </a:lnTo>
                <a:lnTo>
                  <a:pt x="209" y="321"/>
                </a:lnTo>
                <a:lnTo>
                  <a:pt x="208" y="321"/>
                </a:lnTo>
                <a:lnTo>
                  <a:pt x="207" y="320"/>
                </a:lnTo>
                <a:lnTo>
                  <a:pt x="206" y="319"/>
                </a:lnTo>
                <a:lnTo>
                  <a:pt x="206" y="317"/>
                </a:lnTo>
                <a:lnTo>
                  <a:pt x="206" y="316"/>
                </a:lnTo>
                <a:lnTo>
                  <a:pt x="206" y="315"/>
                </a:lnTo>
                <a:lnTo>
                  <a:pt x="205" y="313"/>
                </a:lnTo>
                <a:lnTo>
                  <a:pt x="204" y="313"/>
                </a:lnTo>
                <a:lnTo>
                  <a:pt x="203" y="313"/>
                </a:lnTo>
                <a:lnTo>
                  <a:pt x="202" y="313"/>
                </a:lnTo>
                <a:lnTo>
                  <a:pt x="201" y="312"/>
                </a:lnTo>
                <a:lnTo>
                  <a:pt x="201" y="311"/>
                </a:lnTo>
                <a:lnTo>
                  <a:pt x="202" y="311"/>
                </a:lnTo>
                <a:lnTo>
                  <a:pt x="202" y="310"/>
                </a:lnTo>
                <a:lnTo>
                  <a:pt x="203" y="309"/>
                </a:lnTo>
                <a:lnTo>
                  <a:pt x="203" y="308"/>
                </a:lnTo>
                <a:lnTo>
                  <a:pt x="203" y="307"/>
                </a:lnTo>
                <a:lnTo>
                  <a:pt x="202" y="307"/>
                </a:lnTo>
                <a:lnTo>
                  <a:pt x="202" y="306"/>
                </a:lnTo>
                <a:lnTo>
                  <a:pt x="203" y="306"/>
                </a:lnTo>
                <a:lnTo>
                  <a:pt x="203" y="305"/>
                </a:lnTo>
                <a:lnTo>
                  <a:pt x="203" y="304"/>
                </a:lnTo>
                <a:lnTo>
                  <a:pt x="202" y="304"/>
                </a:lnTo>
                <a:lnTo>
                  <a:pt x="201" y="302"/>
                </a:lnTo>
                <a:lnTo>
                  <a:pt x="200" y="301"/>
                </a:lnTo>
                <a:lnTo>
                  <a:pt x="200" y="299"/>
                </a:lnTo>
                <a:lnTo>
                  <a:pt x="201" y="299"/>
                </a:lnTo>
                <a:lnTo>
                  <a:pt x="202" y="298"/>
                </a:lnTo>
                <a:lnTo>
                  <a:pt x="202" y="299"/>
                </a:lnTo>
                <a:lnTo>
                  <a:pt x="203" y="298"/>
                </a:lnTo>
                <a:lnTo>
                  <a:pt x="204" y="298"/>
                </a:lnTo>
                <a:lnTo>
                  <a:pt x="206" y="298"/>
                </a:lnTo>
                <a:lnTo>
                  <a:pt x="207" y="298"/>
                </a:lnTo>
                <a:lnTo>
                  <a:pt x="207" y="297"/>
                </a:lnTo>
                <a:lnTo>
                  <a:pt x="208" y="296"/>
                </a:lnTo>
                <a:lnTo>
                  <a:pt x="208" y="295"/>
                </a:lnTo>
                <a:lnTo>
                  <a:pt x="209" y="295"/>
                </a:lnTo>
                <a:lnTo>
                  <a:pt x="210" y="295"/>
                </a:lnTo>
                <a:lnTo>
                  <a:pt x="211" y="295"/>
                </a:lnTo>
                <a:lnTo>
                  <a:pt x="212" y="294"/>
                </a:lnTo>
                <a:lnTo>
                  <a:pt x="213" y="294"/>
                </a:lnTo>
                <a:lnTo>
                  <a:pt x="213" y="292"/>
                </a:lnTo>
                <a:lnTo>
                  <a:pt x="213" y="291"/>
                </a:lnTo>
                <a:lnTo>
                  <a:pt x="213" y="290"/>
                </a:lnTo>
                <a:lnTo>
                  <a:pt x="214" y="290"/>
                </a:lnTo>
                <a:lnTo>
                  <a:pt x="215" y="289"/>
                </a:lnTo>
                <a:lnTo>
                  <a:pt x="215" y="288"/>
                </a:lnTo>
                <a:lnTo>
                  <a:pt x="216" y="288"/>
                </a:lnTo>
                <a:lnTo>
                  <a:pt x="217" y="288"/>
                </a:lnTo>
                <a:lnTo>
                  <a:pt x="217" y="287"/>
                </a:lnTo>
                <a:lnTo>
                  <a:pt x="216" y="287"/>
                </a:lnTo>
                <a:lnTo>
                  <a:pt x="216" y="286"/>
                </a:lnTo>
                <a:lnTo>
                  <a:pt x="216" y="285"/>
                </a:lnTo>
                <a:lnTo>
                  <a:pt x="216" y="284"/>
                </a:lnTo>
                <a:lnTo>
                  <a:pt x="216" y="283"/>
                </a:lnTo>
                <a:lnTo>
                  <a:pt x="215" y="282"/>
                </a:lnTo>
                <a:lnTo>
                  <a:pt x="215" y="281"/>
                </a:lnTo>
                <a:lnTo>
                  <a:pt x="214" y="280"/>
                </a:lnTo>
                <a:lnTo>
                  <a:pt x="214" y="279"/>
                </a:lnTo>
                <a:lnTo>
                  <a:pt x="213" y="278"/>
                </a:lnTo>
                <a:lnTo>
                  <a:pt x="214" y="277"/>
                </a:lnTo>
                <a:lnTo>
                  <a:pt x="215" y="276"/>
                </a:lnTo>
                <a:lnTo>
                  <a:pt x="216" y="276"/>
                </a:lnTo>
                <a:lnTo>
                  <a:pt x="216" y="275"/>
                </a:lnTo>
                <a:lnTo>
                  <a:pt x="216" y="274"/>
                </a:lnTo>
                <a:lnTo>
                  <a:pt x="216" y="273"/>
                </a:lnTo>
                <a:lnTo>
                  <a:pt x="215" y="272"/>
                </a:lnTo>
                <a:lnTo>
                  <a:pt x="214" y="272"/>
                </a:lnTo>
                <a:lnTo>
                  <a:pt x="213" y="272"/>
                </a:lnTo>
                <a:lnTo>
                  <a:pt x="213" y="271"/>
                </a:lnTo>
                <a:lnTo>
                  <a:pt x="212" y="271"/>
                </a:lnTo>
                <a:lnTo>
                  <a:pt x="211" y="272"/>
                </a:lnTo>
                <a:lnTo>
                  <a:pt x="210" y="272"/>
                </a:lnTo>
                <a:lnTo>
                  <a:pt x="209" y="272"/>
                </a:lnTo>
                <a:lnTo>
                  <a:pt x="208" y="273"/>
                </a:lnTo>
                <a:lnTo>
                  <a:pt x="207" y="273"/>
                </a:lnTo>
                <a:lnTo>
                  <a:pt x="206" y="274"/>
                </a:lnTo>
                <a:lnTo>
                  <a:pt x="205" y="274"/>
                </a:lnTo>
                <a:lnTo>
                  <a:pt x="204" y="274"/>
                </a:lnTo>
                <a:lnTo>
                  <a:pt x="203" y="273"/>
                </a:lnTo>
                <a:lnTo>
                  <a:pt x="203" y="272"/>
                </a:lnTo>
                <a:lnTo>
                  <a:pt x="204" y="271"/>
                </a:lnTo>
                <a:lnTo>
                  <a:pt x="203" y="271"/>
                </a:lnTo>
                <a:lnTo>
                  <a:pt x="202" y="271"/>
                </a:lnTo>
                <a:lnTo>
                  <a:pt x="200" y="271"/>
                </a:lnTo>
                <a:lnTo>
                  <a:pt x="199" y="270"/>
                </a:lnTo>
                <a:lnTo>
                  <a:pt x="198" y="270"/>
                </a:lnTo>
                <a:lnTo>
                  <a:pt x="198" y="271"/>
                </a:lnTo>
                <a:lnTo>
                  <a:pt x="197" y="272"/>
                </a:lnTo>
                <a:lnTo>
                  <a:pt x="196" y="272"/>
                </a:lnTo>
                <a:lnTo>
                  <a:pt x="195" y="272"/>
                </a:lnTo>
                <a:lnTo>
                  <a:pt x="195" y="273"/>
                </a:lnTo>
                <a:lnTo>
                  <a:pt x="194" y="273"/>
                </a:lnTo>
                <a:lnTo>
                  <a:pt x="193" y="274"/>
                </a:lnTo>
                <a:lnTo>
                  <a:pt x="192" y="274"/>
                </a:lnTo>
                <a:lnTo>
                  <a:pt x="191" y="274"/>
                </a:lnTo>
                <a:lnTo>
                  <a:pt x="189" y="274"/>
                </a:lnTo>
                <a:lnTo>
                  <a:pt x="189" y="273"/>
                </a:lnTo>
                <a:lnTo>
                  <a:pt x="188" y="273"/>
                </a:lnTo>
                <a:lnTo>
                  <a:pt x="187" y="272"/>
                </a:lnTo>
                <a:lnTo>
                  <a:pt x="186" y="272"/>
                </a:lnTo>
                <a:lnTo>
                  <a:pt x="185" y="272"/>
                </a:lnTo>
                <a:lnTo>
                  <a:pt x="184" y="272"/>
                </a:lnTo>
                <a:lnTo>
                  <a:pt x="183" y="272"/>
                </a:lnTo>
                <a:lnTo>
                  <a:pt x="182" y="272"/>
                </a:lnTo>
                <a:lnTo>
                  <a:pt x="181" y="272"/>
                </a:lnTo>
                <a:lnTo>
                  <a:pt x="180" y="272"/>
                </a:lnTo>
                <a:lnTo>
                  <a:pt x="178" y="272"/>
                </a:lnTo>
                <a:lnTo>
                  <a:pt x="177" y="272"/>
                </a:lnTo>
                <a:lnTo>
                  <a:pt x="177" y="271"/>
                </a:lnTo>
                <a:lnTo>
                  <a:pt x="176" y="271"/>
                </a:lnTo>
                <a:lnTo>
                  <a:pt x="175" y="271"/>
                </a:lnTo>
                <a:lnTo>
                  <a:pt x="174" y="271"/>
                </a:lnTo>
                <a:lnTo>
                  <a:pt x="173" y="270"/>
                </a:lnTo>
                <a:lnTo>
                  <a:pt x="174" y="270"/>
                </a:lnTo>
                <a:lnTo>
                  <a:pt x="174" y="269"/>
                </a:lnTo>
                <a:lnTo>
                  <a:pt x="174" y="267"/>
                </a:lnTo>
                <a:lnTo>
                  <a:pt x="173" y="266"/>
                </a:lnTo>
                <a:lnTo>
                  <a:pt x="173" y="265"/>
                </a:lnTo>
                <a:lnTo>
                  <a:pt x="174" y="264"/>
                </a:lnTo>
                <a:lnTo>
                  <a:pt x="173" y="263"/>
                </a:lnTo>
                <a:lnTo>
                  <a:pt x="173" y="262"/>
                </a:lnTo>
                <a:lnTo>
                  <a:pt x="173" y="261"/>
                </a:lnTo>
                <a:lnTo>
                  <a:pt x="173" y="260"/>
                </a:lnTo>
                <a:lnTo>
                  <a:pt x="172" y="259"/>
                </a:lnTo>
                <a:lnTo>
                  <a:pt x="171" y="259"/>
                </a:lnTo>
                <a:lnTo>
                  <a:pt x="170" y="258"/>
                </a:lnTo>
                <a:lnTo>
                  <a:pt x="170" y="257"/>
                </a:lnTo>
                <a:lnTo>
                  <a:pt x="169" y="256"/>
                </a:lnTo>
                <a:lnTo>
                  <a:pt x="168" y="256"/>
                </a:lnTo>
                <a:lnTo>
                  <a:pt x="168" y="255"/>
                </a:lnTo>
                <a:lnTo>
                  <a:pt x="168" y="254"/>
                </a:lnTo>
                <a:lnTo>
                  <a:pt x="167" y="253"/>
                </a:lnTo>
                <a:lnTo>
                  <a:pt x="166" y="254"/>
                </a:lnTo>
                <a:lnTo>
                  <a:pt x="166" y="255"/>
                </a:lnTo>
                <a:lnTo>
                  <a:pt x="166" y="256"/>
                </a:lnTo>
                <a:lnTo>
                  <a:pt x="165" y="256"/>
                </a:lnTo>
                <a:lnTo>
                  <a:pt x="164" y="256"/>
                </a:lnTo>
                <a:lnTo>
                  <a:pt x="164" y="257"/>
                </a:lnTo>
                <a:lnTo>
                  <a:pt x="163" y="257"/>
                </a:lnTo>
                <a:lnTo>
                  <a:pt x="162" y="255"/>
                </a:lnTo>
                <a:lnTo>
                  <a:pt x="162" y="254"/>
                </a:lnTo>
                <a:lnTo>
                  <a:pt x="161" y="254"/>
                </a:lnTo>
                <a:lnTo>
                  <a:pt x="160" y="254"/>
                </a:lnTo>
                <a:lnTo>
                  <a:pt x="159" y="254"/>
                </a:lnTo>
                <a:lnTo>
                  <a:pt x="158" y="253"/>
                </a:lnTo>
                <a:lnTo>
                  <a:pt x="158" y="252"/>
                </a:lnTo>
                <a:lnTo>
                  <a:pt x="157" y="252"/>
                </a:lnTo>
                <a:lnTo>
                  <a:pt x="157" y="251"/>
                </a:lnTo>
                <a:lnTo>
                  <a:pt x="156" y="251"/>
                </a:lnTo>
                <a:lnTo>
                  <a:pt x="155" y="251"/>
                </a:lnTo>
                <a:lnTo>
                  <a:pt x="155" y="252"/>
                </a:lnTo>
                <a:lnTo>
                  <a:pt x="154" y="252"/>
                </a:lnTo>
                <a:lnTo>
                  <a:pt x="154" y="251"/>
                </a:lnTo>
                <a:lnTo>
                  <a:pt x="154" y="250"/>
                </a:lnTo>
                <a:lnTo>
                  <a:pt x="154" y="249"/>
                </a:lnTo>
                <a:lnTo>
                  <a:pt x="153" y="249"/>
                </a:lnTo>
                <a:lnTo>
                  <a:pt x="152" y="248"/>
                </a:lnTo>
                <a:lnTo>
                  <a:pt x="151" y="247"/>
                </a:lnTo>
                <a:lnTo>
                  <a:pt x="150" y="245"/>
                </a:lnTo>
                <a:lnTo>
                  <a:pt x="150" y="244"/>
                </a:lnTo>
                <a:lnTo>
                  <a:pt x="150" y="243"/>
                </a:lnTo>
                <a:lnTo>
                  <a:pt x="150" y="242"/>
                </a:lnTo>
                <a:lnTo>
                  <a:pt x="149" y="242"/>
                </a:lnTo>
                <a:lnTo>
                  <a:pt x="148" y="242"/>
                </a:lnTo>
                <a:lnTo>
                  <a:pt x="148" y="241"/>
                </a:lnTo>
                <a:lnTo>
                  <a:pt x="148" y="240"/>
                </a:lnTo>
                <a:lnTo>
                  <a:pt x="147" y="240"/>
                </a:lnTo>
                <a:lnTo>
                  <a:pt x="146" y="240"/>
                </a:lnTo>
                <a:lnTo>
                  <a:pt x="144" y="240"/>
                </a:lnTo>
                <a:lnTo>
                  <a:pt x="144" y="241"/>
                </a:lnTo>
                <a:lnTo>
                  <a:pt x="143" y="241"/>
                </a:lnTo>
                <a:lnTo>
                  <a:pt x="143" y="242"/>
                </a:lnTo>
                <a:lnTo>
                  <a:pt x="142" y="243"/>
                </a:lnTo>
                <a:lnTo>
                  <a:pt x="141" y="242"/>
                </a:lnTo>
                <a:lnTo>
                  <a:pt x="140" y="242"/>
                </a:lnTo>
                <a:lnTo>
                  <a:pt x="139" y="243"/>
                </a:lnTo>
                <a:lnTo>
                  <a:pt x="137" y="243"/>
                </a:lnTo>
                <a:lnTo>
                  <a:pt x="137" y="242"/>
                </a:lnTo>
                <a:lnTo>
                  <a:pt x="136" y="243"/>
                </a:lnTo>
                <a:lnTo>
                  <a:pt x="135" y="243"/>
                </a:lnTo>
                <a:lnTo>
                  <a:pt x="135" y="244"/>
                </a:lnTo>
                <a:lnTo>
                  <a:pt x="134" y="244"/>
                </a:lnTo>
                <a:lnTo>
                  <a:pt x="134" y="243"/>
                </a:lnTo>
                <a:lnTo>
                  <a:pt x="133" y="242"/>
                </a:lnTo>
                <a:lnTo>
                  <a:pt x="132" y="242"/>
                </a:lnTo>
                <a:lnTo>
                  <a:pt x="131" y="241"/>
                </a:lnTo>
                <a:lnTo>
                  <a:pt x="130" y="241"/>
                </a:lnTo>
                <a:lnTo>
                  <a:pt x="129" y="240"/>
                </a:lnTo>
                <a:lnTo>
                  <a:pt x="129" y="239"/>
                </a:lnTo>
                <a:lnTo>
                  <a:pt x="129" y="238"/>
                </a:lnTo>
                <a:lnTo>
                  <a:pt x="128" y="237"/>
                </a:lnTo>
                <a:lnTo>
                  <a:pt x="128" y="236"/>
                </a:lnTo>
                <a:lnTo>
                  <a:pt x="128" y="235"/>
                </a:lnTo>
                <a:lnTo>
                  <a:pt x="127" y="235"/>
                </a:lnTo>
                <a:lnTo>
                  <a:pt x="126" y="235"/>
                </a:lnTo>
                <a:lnTo>
                  <a:pt x="126" y="236"/>
                </a:lnTo>
                <a:lnTo>
                  <a:pt x="125" y="237"/>
                </a:lnTo>
                <a:lnTo>
                  <a:pt x="124" y="237"/>
                </a:lnTo>
                <a:lnTo>
                  <a:pt x="125" y="238"/>
                </a:lnTo>
                <a:lnTo>
                  <a:pt x="125" y="239"/>
                </a:lnTo>
                <a:lnTo>
                  <a:pt x="125" y="240"/>
                </a:lnTo>
                <a:lnTo>
                  <a:pt x="125" y="241"/>
                </a:lnTo>
                <a:lnTo>
                  <a:pt x="124" y="241"/>
                </a:lnTo>
                <a:lnTo>
                  <a:pt x="124" y="242"/>
                </a:lnTo>
                <a:lnTo>
                  <a:pt x="125" y="242"/>
                </a:lnTo>
                <a:lnTo>
                  <a:pt x="125" y="243"/>
                </a:lnTo>
                <a:lnTo>
                  <a:pt x="125" y="244"/>
                </a:lnTo>
                <a:lnTo>
                  <a:pt x="124" y="244"/>
                </a:lnTo>
                <a:lnTo>
                  <a:pt x="123" y="245"/>
                </a:lnTo>
                <a:lnTo>
                  <a:pt x="123" y="246"/>
                </a:lnTo>
                <a:lnTo>
                  <a:pt x="123" y="247"/>
                </a:lnTo>
                <a:lnTo>
                  <a:pt x="123" y="248"/>
                </a:lnTo>
                <a:lnTo>
                  <a:pt x="123" y="249"/>
                </a:lnTo>
                <a:lnTo>
                  <a:pt x="122" y="250"/>
                </a:lnTo>
                <a:lnTo>
                  <a:pt x="121" y="251"/>
                </a:lnTo>
                <a:lnTo>
                  <a:pt x="120" y="251"/>
                </a:lnTo>
                <a:lnTo>
                  <a:pt x="120" y="253"/>
                </a:lnTo>
                <a:lnTo>
                  <a:pt x="120" y="254"/>
                </a:lnTo>
                <a:lnTo>
                  <a:pt x="121" y="254"/>
                </a:lnTo>
                <a:lnTo>
                  <a:pt x="121" y="256"/>
                </a:lnTo>
                <a:lnTo>
                  <a:pt x="120" y="256"/>
                </a:lnTo>
                <a:lnTo>
                  <a:pt x="119" y="256"/>
                </a:lnTo>
                <a:lnTo>
                  <a:pt x="118" y="256"/>
                </a:lnTo>
                <a:lnTo>
                  <a:pt x="118" y="257"/>
                </a:lnTo>
                <a:lnTo>
                  <a:pt x="117" y="258"/>
                </a:lnTo>
                <a:lnTo>
                  <a:pt x="116" y="258"/>
                </a:lnTo>
                <a:lnTo>
                  <a:pt x="116" y="259"/>
                </a:lnTo>
                <a:lnTo>
                  <a:pt x="115" y="259"/>
                </a:lnTo>
                <a:lnTo>
                  <a:pt x="116" y="261"/>
                </a:lnTo>
                <a:lnTo>
                  <a:pt x="117" y="262"/>
                </a:lnTo>
                <a:lnTo>
                  <a:pt x="117" y="263"/>
                </a:lnTo>
                <a:lnTo>
                  <a:pt x="116" y="263"/>
                </a:lnTo>
                <a:lnTo>
                  <a:pt x="116" y="264"/>
                </a:lnTo>
                <a:lnTo>
                  <a:pt x="115" y="265"/>
                </a:lnTo>
                <a:lnTo>
                  <a:pt x="115" y="267"/>
                </a:lnTo>
                <a:lnTo>
                  <a:pt x="114" y="268"/>
                </a:lnTo>
                <a:lnTo>
                  <a:pt x="113" y="268"/>
                </a:lnTo>
                <a:lnTo>
                  <a:pt x="113" y="269"/>
                </a:lnTo>
                <a:lnTo>
                  <a:pt x="112" y="269"/>
                </a:lnTo>
                <a:lnTo>
                  <a:pt x="111" y="272"/>
                </a:lnTo>
                <a:lnTo>
                  <a:pt x="111" y="273"/>
                </a:lnTo>
                <a:lnTo>
                  <a:pt x="110" y="273"/>
                </a:lnTo>
                <a:lnTo>
                  <a:pt x="110" y="274"/>
                </a:lnTo>
                <a:lnTo>
                  <a:pt x="110" y="275"/>
                </a:lnTo>
                <a:lnTo>
                  <a:pt x="110" y="276"/>
                </a:lnTo>
                <a:lnTo>
                  <a:pt x="110" y="277"/>
                </a:lnTo>
                <a:lnTo>
                  <a:pt x="109" y="277"/>
                </a:lnTo>
                <a:lnTo>
                  <a:pt x="108" y="278"/>
                </a:lnTo>
                <a:lnTo>
                  <a:pt x="107" y="279"/>
                </a:lnTo>
                <a:lnTo>
                  <a:pt x="108" y="280"/>
                </a:lnTo>
                <a:lnTo>
                  <a:pt x="107" y="282"/>
                </a:lnTo>
                <a:lnTo>
                  <a:pt x="107" y="284"/>
                </a:lnTo>
                <a:lnTo>
                  <a:pt x="106" y="285"/>
                </a:lnTo>
                <a:lnTo>
                  <a:pt x="105" y="286"/>
                </a:lnTo>
                <a:lnTo>
                  <a:pt x="104" y="286"/>
                </a:lnTo>
                <a:lnTo>
                  <a:pt x="103" y="286"/>
                </a:lnTo>
                <a:lnTo>
                  <a:pt x="103" y="287"/>
                </a:lnTo>
                <a:lnTo>
                  <a:pt x="102" y="287"/>
                </a:lnTo>
                <a:lnTo>
                  <a:pt x="100" y="287"/>
                </a:lnTo>
                <a:lnTo>
                  <a:pt x="99" y="287"/>
                </a:lnTo>
                <a:lnTo>
                  <a:pt x="98" y="287"/>
                </a:lnTo>
                <a:lnTo>
                  <a:pt x="98" y="286"/>
                </a:lnTo>
                <a:lnTo>
                  <a:pt x="98" y="287"/>
                </a:lnTo>
                <a:lnTo>
                  <a:pt x="97" y="287"/>
                </a:lnTo>
                <a:lnTo>
                  <a:pt x="96" y="288"/>
                </a:lnTo>
                <a:lnTo>
                  <a:pt x="94" y="288"/>
                </a:lnTo>
                <a:lnTo>
                  <a:pt x="92" y="287"/>
                </a:lnTo>
                <a:lnTo>
                  <a:pt x="91" y="287"/>
                </a:lnTo>
                <a:lnTo>
                  <a:pt x="90" y="287"/>
                </a:lnTo>
                <a:lnTo>
                  <a:pt x="89" y="286"/>
                </a:lnTo>
                <a:lnTo>
                  <a:pt x="88" y="286"/>
                </a:lnTo>
                <a:lnTo>
                  <a:pt x="87" y="286"/>
                </a:lnTo>
                <a:lnTo>
                  <a:pt x="86" y="285"/>
                </a:lnTo>
                <a:lnTo>
                  <a:pt x="85" y="285"/>
                </a:lnTo>
                <a:lnTo>
                  <a:pt x="84" y="285"/>
                </a:lnTo>
                <a:lnTo>
                  <a:pt x="83" y="285"/>
                </a:lnTo>
                <a:lnTo>
                  <a:pt x="82" y="285"/>
                </a:lnTo>
                <a:lnTo>
                  <a:pt x="81" y="284"/>
                </a:lnTo>
                <a:lnTo>
                  <a:pt x="81" y="285"/>
                </a:lnTo>
                <a:lnTo>
                  <a:pt x="80" y="285"/>
                </a:lnTo>
                <a:lnTo>
                  <a:pt x="80" y="284"/>
                </a:lnTo>
                <a:lnTo>
                  <a:pt x="79" y="284"/>
                </a:lnTo>
                <a:lnTo>
                  <a:pt x="78" y="284"/>
                </a:lnTo>
                <a:lnTo>
                  <a:pt x="77" y="284"/>
                </a:lnTo>
                <a:lnTo>
                  <a:pt x="77" y="282"/>
                </a:lnTo>
                <a:lnTo>
                  <a:pt x="77" y="281"/>
                </a:lnTo>
                <a:lnTo>
                  <a:pt x="77" y="280"/>
                </a:lnTo>
                <a:lnTo>
                  <a:pt x="76" y="278"/>
                </a:lnTo>
                <a:lnTo>
                  <a:pt x="75" y="277"/>
                </a:lnTo>
                <a:lnTo>
                  <a:pt x="74" y="276"/>
                </a:lnTo>
                <a:lnTo>
                  <a:pt x="74" y="275"/>
                </a:lnTo>
                <a:lnTo>
                  <a:pt x="73" y="274"/>
                </a:lnTo>
                <a:lnTo>
                  <a:pt x="72" y="273"/>
                </a:lnTo>
                <a:lnTo>
                  <a:pt x="71" y="273"/>
                </a:lnTo>
                <a:lnTo>
                  <a:pt x="70" y="272"/>
                </a:lnTo>
                <a:lnTo>
                  <a:pt x="69" y="271"/>
                </a:lnTo>
                <a:lnTo>
                  <a:pt x="68" y="271"/>
                </a:lnTo>
                <a:lnTo>
                  <a:pt x="68" y="270"/>
                </a:lnTo>
                <a:lnTo>
                  <a:pt x="68" y="269"/>
                </a:lnTo>
                <a:lnTo>
                  <a:pt x="69" y="267"/>
                </a:lnTo>
                <a:lnTo>
                  <a:pt x="68" y="266"/>
                </a:lnTo>
                <a:lnTo>
                  <a:pt x="69" y="266"/>
                </a:lnTo>
                <a:lnTo>
                  <a:pt x="69" y="265"/>
                </a:lnTo>
                <a:lnTo>
                  <a:pt x="68" y="263"/>
                </a:lnTo>
                <a:lnTo>
                  <a:pt x="67" y="263"/>
                </a:lnTo>
                <a:lnTo>
                  <a:pt x="66" y="263"/>
                </a:lnTo>
                <a:lnTo>
                  <a:pt x="65" y="262"/>
                </a:lnTo>
                <a:lnTo>
                  <a:pt x="65" y="261"/>
                </a:lnTo>
                <a:lnTo>
                  <a:pt x="64" y="260"/>
                </a:lnTo>
                <a:lnTo>
                  <a:pt x="62" y="261"/>
                </a:lnTo>
                <a:lnTo>
                  <a:pt x="61" y="261"/>
                </a:lnTo>
                <a:lnTo>
                  <a:pt x="60" y="262"/>
                </a:lnTo>
                <a:lnTo>
                  <a:pt x="59" y="262"/>
                </a:lnTo>
                <a:lnTo>
                  <a:pt x="56" y="262"/>
                </a:lnTo>
                <a:lnTo>
                  <a:pt x="55" y="261"/>
                </a:lnTo>
                <a:lnTo>
                  <a:pt x="55" y="260"/>
                </a:lnTo>
                <a:lnTo>
                  <a:pt x="54" y="260"/>
                </a:lnTo>
                <a:lnTo>
                  <a:pt x="53" y="260"/>
                </a:lnTo>
                <a:lnTo>
                  <a:pt x="52" y="259"/>
                </a:lnTo>
                <a:lnTo>
                  <a:pt x="51" y="259"/>
                </a:lnTo>
                <a:lnTo>
                  <a:pt x="50" y="259"/>
                </a:lnTo>
                <a:lnTo>
                  <a:pt x="50" y="260"/>
                </a:lnTo>
                <a:lnTo>
                  <a:pt x="49" y="261"/>
                </a:lnTo>
                <a:lnTo>
                  <a:pt x="48" y="261"/>
                </a:lnTo>
                <a:lnTo>
                  <a:pt x="47" y="261"/>
                </a:lnTo>
                <a:lnTo>
                  <a:pt x="46" y="260"/>
                </a:lnTo>
                <a:lnTo>
                  <a:pt x="46" y="259"/>
                </a:lnTo>
                <a:lnTo>
                  <a:pt x="45" y="259"/>
                </a:lnTo>
                <a:lnTo>
                  <a:pt x="45" y="258"/>
                </a:lnTo>
                <a:lnTo>
                  <a:pt x="44" y="257"/>
                </a:lnTo>
                <a:lnTo>
                  <a:pt x="43" y="257"/>
                </a:lnTo>
                <a:lnTo>
                  <a:pt x="43" y="256"/>
                </a:lnTo>
                <a:lnTo>
                  <a:pt x="42" y="256"/>
                </a:lnTo>
                <a:lnTo>
                  <a:pt x="41" y="256"/>
                </a:lnTo>
                <a:lnTo>
                  <a:pt x="40" y="257"/>
                </a:lnTo>
                <a:lnTo>
                  <a:pt x="39" y="257"/>
                </a:lnTo>
                <a:lnTo>
                  <a:pt x="39" y="256"/>
                </a:lnTo>
                <a:lnTo>
                  <a:pt x="38" y="256"/>
                </a:lnTo>
                <a:lnTo>
                  <a:pt x="37" y="256"/>
                </a:lnTo>
                <a:lnTo>
                  <a:pt x="36" y="256"/>
                </a:lnTo>
                <a:lnTo>
                  <a:pt x="36" y="255"/>
                </a:lnTo>
                <a:lnTo>
                  <a:pt x="35" y="255"/>
                </a:lnTo>
                <a:lnTo>
                  <a:pt x="34" y="255"/>
                </a:lnTo>
                <a:lnTo>
                  <a:pt x="33" y="255"/>
                </a:lnTo>
                <a:lnTo>
                  <a:pt x="32" y="254"/>
                </a:lnTo>
                <a:lnTo>
                  <a:pt x="31" y="253"/>
                </a:lnTo>
                <a:lnTo>
                  <a:pt x="31" y="252"/>
                </a:lnTo>
                <a:lnTo>
                  <a:pt x="31" y="251"/>
                </a:lnTo>
                <a:lnTo>
                  <a:pt x="31" y="250"/>
                </a:lnTo>
                <a:lnTo>
                  <a:pt x="30" y="250"/>
                </a:lnTo>
                <a:lnTo>
                  <a:pt x="29" y="250"/>
                </a:lnTo>
                <a:lnTo>
                  <a:pt x="28" y="250"/>
                </a:lnTo>
                <a:lnTo>
                  <a:pt x="27" y="250"/>
                </a:lnTo>
                <a:lnTo>
                  <a:pt x="27" y="249"/>
                </a:lnTo>
                <a:lnTo>
                  <a:pt x="26" y="249"/>
                </a:lnTo>
                <a:lnTo>
                  <a:pt x="25" y="249"/>
                </a:lnTo>
                <a:lnTo>
                  <a:pt x="25" y="250"/>
                </a:lnTo>
                <a:lnTo>
                  <a:pt x="24" y="250"/>
                </a:lnTo>
                <a:lnTo>
                  <a:pt x="23" y="249"/>
                </a:lnTo>
                <a:lnTo>
                  <a:pt x="23" y="248"/>
                </a:lnTo>
                <a:lnTo>
                  <a:pt x="22" y="248"/>
                </a:lnTo>
                <a:lnTo>
                  <a:pt x="22" y="247"/>
                </a:lnTo>
                <a:lnTo>
                  <a:pt x="21" y="247"/>
                </a:lnTo>
                <a:lnTo>
                  <a:pt x="21" y="246"/>
                </a:lnTo>
                <a:lnTo>
                  <a:pt x="20" y="246"/>
                </a:lnTo>
                <a:lnTo>
                  <a:pt x="19" y="246"/>
                </a:lnTo>
                <a:lnTo>
                  <a:pt x="19" y="243"/>
                </a:lnTo>
                <a:lnTo>
                  <a:pt x="18" y="243"/>
                </a:lnTo>
                <a:lnTo>
                  <a:pt x="18" y="242"/>
                </a:lnTo>
                <a:lnTo>
                  <a:pt x="17" y="242"/>
                </a:lnTo>
                <a:lnTo>
                  <a:pt x="16" y="242"/>
                </a:lnTo>
                <a:lnTo>
                  <a:pt x="15" y="242"/>
                </a:lnTo>
                <a:lnTo>
                  <a:pt x="14" y="241"/>
                </a:lnTo>
                <a:lnTo>
                  <a:pt x="12" y="240"/>
                </a:lnTo>
                <a:lnTo>
                  <a:pt x="11" y="240"/>
                </a:lnTo>
                <a:lnTo>
                  <a:pt x="11" y="241"/>
                </a:lnTo>
                <a:lnTo>
                  <a:pt x="11" y="242"/>
                </a:lnTo>
                <a:lnTo>
                  <a:pt x="10" y="242"/>
                </a:lnTo>
                <a:lnTo>
                  <a:pt x="8" y="242"/>
                </a:lnTo>
                <a:lnTo>
                  <a:pt x="7" y="243"/>
                </a:lnTo>
                <a:lnTo>
                  <a:pt x="6" y="244"/>
                </a:lnTo>
                <a:lnTo>
                  <a:pt x="4" y="243"/>
                </a:lnTo>
                <a:lnTo>
                  <a:pt x="2" y="242"/>
                </a:lnTo>
                <a:lnTo>
                  <a:pt x="1" y="241"/>
                </a:lnTo>
                <a:lnTo>
                  <a:pt x="0" y="241"/>
                </a:lnTo>
                <a:lnTo>
                  <a:pt x="0" y="240"/>
                </a:lnTo>
                <a:lnTo>
                  <a:pt x="1" y="240"/>
                </a:lnTo>
                <a:lnTo>
                  <a:pt x="2" y="238"/>
                </a:lnTo>
                <a:lnTo>
                  <a:pt x="2" y="237"/>
                </a:lnTo>
                <a:lnTo>
                  <a:pt x="3" y="237"/>
                </a:lnTo>
                <a:lnTo>
                  <a:pt x="3" y="236"/>
                </a:lnTo>
                <a:lnTo>
                  <a:pt x="4" y="236"/>
                </a:lnTo>
                <a:lnTo>
                  <a:pt x="5" y="236"/>
                </a:lnTo>
                <a:lnTo>
                  <a:pt x="5" y="235"/>
                </a:lnTo>
                <a:lnTo>
                  <a:pt x="6" y="234"/>
                </a:lnTo>
                <a:lnTo>
                  <a:pt x="6" y="233"/>
                </a:lnTo>
                <a:lnTo>
                  <a:pt x="7" y="232"/>
                </a:lnTo>
                <a:lnTo>
                  <a:pt x="8" y="231"/>
                </a:lnTo>
                <a:lnTo>
                  <a:pt x="9" y="231"/>
                </a:lnTo>
                <a:lnTo>
                  <a:pt x="9" y="230"/>
                </a:lnTo>
                <a:lnTo>
                  <a:pt x="10" y="230"/>
                </a:lnTo>
                <a:lnTo>
                  <a:pt x="10" y="229"/>
                </a:lnTo>
                <a:lnTo>
                  <a:pt x="11" y="228"/>
                </a:lnTo>
                <a:lnTo>
                  <a:pt x="12" y="228"/>
                </a:lnTo>
                <a:lnTo>
                  <a:pt x="12" y="227"/>
                </a:lnTo>
                <a:lnTo>
                  <a:pt x="11" y="227"/>
                </a:lnTo>
                <a:lnTo>
                  <a:pt x="11" y="226"/>
                </a:lnTo>
                <a:lnTo>
                  <a:pt x="11" y="225"/>
                </a:lnTo>
                <a:lnTo>
                  <a:pt x="12" y="225"/>
                </a:lnTo>
                <a:lnTo>
                  <a:pt x="13" y="224"/>
                </a:lnTo>
                <a:lnTo>
                  <a:pt x="13" y="223"/>
                </a:lnTo>
                <a:lnTo>
                  <a:pt x="13" y="222"/>
                </a:lnTo>
                <a:lnTo>
                  <a:pt x="14" y="222"/>
                </a:lnTo>
                <a:lnTo>
                  <a:pt x="15" y="222"/>
                </a:lnTo>
                <a:lnTo>
                  <a:pt x="16" y="221"/>
                </a:lnTo>
                <a:lnTo>
                  <a:pt x="17" y="221"/>
                </a:lnTo>
                <a:lnTo>
                  <a:pt x="17" y="220"/>
                </a:lnTo>
                <a:lnTo>
                  <a:pt x="18" y="220"/>
                </a:lnTo>
                <a:lnTo>
                  <a:pt x="19" y="220"/>
                </a:lnTo>
                <a:lnTo>
                  <a:pt x="20" y="220"/>
                </a:lnTo>
                <a:lnTo>
                  <a:pt x="21" y="219"/>
                </a:lnTo>
                <a:lnTo>
                  <a:pt x="22" y="219"/>
                </a:lnTo>
                <a:lnTo>
                  <a:pt x="22" y="218"/>
                </a:lnTo>
                <a:lnTo>
                  <a:pt x="22" y="217"/>
                </a:lnTo>
                <a:lnTo>
                  <a:pt x="22" y="216"/>
                </a:lnTo>
                <a:lnTo>
                  <a:pt x="23" y="216"/>
                </a:lnTo>
                <a:lnTo>
                  <a:pt x="24" y="216"/>
                </a:lnTo>
                <a:lnTo>
                  <a:pt x="24" y="215"/>
                </a:lnTo>
                <a:lnTo>
                  <a:pt x="25" y="214"/>
                </a:lnTo>
                <a:lnTo>
                  <a:pt x="26" y="212"/>
                </a:lnTo>
                <a:lnTo>
                  <a:pt x="26" y="211"/>
                </a:lnTo>
                <a:lnTo>
                  <a:pt x="27" y="211"/>
                </a:lnTo>
                <a:lnTo>
                  <a:pt x="27" y="209"/>
                </a:lnTo>
                <a:lnTo>
                  <a:pt x="28" y="209"/>
                </a:lnTo>
                <a:lnTo>
                  <a:pt x="28" y="208"/>
                </a:lnTo>
                <a:lnTo>
                  <a:pt x="29" y="207"/>
                </a:lnTo>
                <a:lnTo>
                  <a:pt x="29" y="206"/>
                </a:lnTo>
                <a:lnTo>
                  <a:pt x="29" y="205"/>
                </a:lnTo>
                <a:lnTo>
                  <a:pt x="30" y="204"/>
                </a:lnTo>
                <a:lnTo>
                  <a:pt x="30" y="203"/>
                </a:lnTo>
                <a:lnTo>
                  <a:pt x="30" y="202"/>
                </a:lnTo>
                <a:lnTo>
                  <a:pt x="30" y="201"/>
                </a:lnTo>
                <a:lnTo>
                  <a:pt x="31" y="201"/>
                </a:lnTo>
                <a:lnTo>
                  <a:pt x="31" y="199"/>
                </a:lnTo>
                <a:lnTo>
                  <a:pt x="32" y="198"/>
                </a:lnTo>
                <a:lnTo>
                  <a:pt x="33" y="198"/>
                </a:lnTo>
                <a:lnTo>
                  <a:pt x="34" y="198"/>
                </a:lnTo>
                <a:lnTo>
                  <a:pt x="35" y="198"/>
                </a:lnTo>
                <a:lnTo>
                  <a:pt x="35" y="197"/>
                </a:lnTo>
                <a:lnTo>
                  <a:pt x="36" y="196"/>
                </a:lnTo>
                <a:lnTo>
                  <a:pt x="37" y="194"/>
                </a:lnTo>
                <a:lnTo>
                  <a:pt x="37" y="193"/>
                </a:lnTo>
                <a:lnTo>
                  <a:pt x="37" y="192"/>
                </a:lnTo>
                <a:lnTo>
                  <a:pt x="38" y="192"/>
                </a:lnTo>
                <a:lnTo>
                  <a:pt x="39" y="190"/>
                </a:lnTo>
                <a:lnTo>
                  <a:pt x="41" y="189"/>
                </a:lnTo>
                <a:lnTo>
                  <a:pt x="42" y="188"/>
                </a:lnTo>
                <a:lnTo>
                  <a:pt x="43" y="187"/>
                </a:lnTo>
                <a:lnTo>
                  <a:pt x="44" y="186"/>
                </a:lnTo>
                <a:lnTo>
                  <a:pt x="44" y="185"/>
                </a:lnTo>
                <a:lnTo>
                  <a:pt x="44" y="184"/>
                </a:lnTo>
                <a:lnTo>
                  <a:pt x="45" y="183"/>
                </a:lnTo>
                <a:lnTo>
                  <a:pt x="45" y="182"/>
                </a:lnTo>
                <a:lnTo>
                  <a:pt x="46" y="181"/>
                </a:lnTo>
                <a:lnTo>
                  <a:pt x="47" y="180"/>
                </a:lnTo>
                <a:lnTo>
                  <a:pt x="46" y="180"/>
                </a:lnTo>
                <a:lnTo>
                  <a:pt x="46" y="179"/>
                </a:lnTo>
                <a:lnTo>
                  <a:pt x="46" y="178"/>
                </a:lnTo>
                <a:lnTo>
                  <a:pt x="45" y="178"/>
                </a:lnTo>
                <a:lnTo>
                  <a:pt x="44" y="177"/>
                </a:lnTo>
                <a:lnTo>
                  <a:pt x="43" y="177"/>
                </a:lnTo>
                <a:lnTo>
                  <a:pt x="44" y="176"/>
                </a:lnTo>
                <a:lnTo>
                  <a:pt x="44" y="174"/>
                </a:lnTo>
                <a:lnTo>
                  <a:pt x="44" y="173"/>
                </a:lnTo>
                <a:lnTo>
                  <a:pt x="43" y="173"/>
                </a:lnTo>
                <a:lnTo>
                  <a:pt x="44" y="173"/>
                </a:lnTo>
                <a:lnTo>
                  <a:pt x="45" y="172"/>
                </a:lnTo>
                <a:lnTo>
                  <a:pt x="46" y="172"/>
                </a:lnTo>
                <a:lnTo>
                  <a:pt x="47" y="171"/>
                </a:lnTo>
                <a:lnTo>
                  <a:pt x="47" y="170"/>
                </a:lnTo>
                <a:lnTo>
                  <a:pt x="48" y="169"/>
                </a:lnTo>
                <a:lnTo>
                  <a:pt x="49" y="169"/>
                </a:lnTo>
                <a:lnTo>
                  <a:pt x="50" y="168"/>
                </a:lnTo>
                <a:lnTo>
                  <a:pt x="50" y="167"/>
                </a:lnTo>
                <a:lnTo>
                  <a:pt x="50" y="166"/>
                </a:lnTo>
                <a:lnTo>
                  <a:pt x="50" y="165"/>
                </a:lnTo>
                <a:lnTo>
                  <a:pt x="51" y="165"/>
                </a:lnTo>
                <a:lnTo>
                  <a:pt x="51" y="164"/>
                </a:lnTo>
                <a:lnTo>
                  <a:pt x="51" y="162"/>
                </a:lnTo>
                <a:lnTo>
                  <a:pt x="51" y="161"/>
                </a:lnTo>
                <a:lnTo>
                  <a:pt x="51" y="159"/>
                </a:lnTo>
                <a:lnTo>
                  <a:pt x="52" y="158"/>
                </a:lnTo>
                <a:lnTo>
                  <a:pt x="52" y="157"/>
                </a:lnTo>
                <a:lnTo>
                  <a:pt x="52" y="156"/>
                </a:lnTo>
                <a:lnTo>
                  <a:pt x="52" y="155"/>
                </a:lnTo>
                <a:lnTo>
                  <a:pt x="53" y="153"/>
                </a:lnTo>
                <a:lnTo>
                  <a:pt x="53" y="152"/>
                </a:lnTo>
                <a:lnTo>
                  <a:pt x="54" y="152"/>
                </a:lnTo>
                <a:lnTo>
                  <a:pt x="54" y="151"/>
                </a:lnTo>
                <a:lnTo>
                  <a:pt x="53" y="150"/>
                </a:lnTo>
                <a:lnTo>
                  <a:pt x="54" y="149"/>
                </a:lnTo>
                <a:lnTo>
                  <a:pt x="55" y="149"/>
                </a:lnTo>
                <a:lnTo>
                  <a:pt x="56" y="149"/>
                </a:lnTo>
                <a:lnTo>
                  <a:pt x="57" y="148"/>
                </a:lnTo>
                <a:lnTo>
                  <a:pt x="59" y="148"/>
                </a:lnTo>
                <a:lnTo>
                  <a:pt x="60" y="147"/>
                </a:lnTo>
                <a:lnTo>
                  <a:pt x="61" y="146"/>
                </a:lnTo>
                <a:lnTo>
                  <a:pt x="61" y="145"/>
                </a:lnTo>
                <a:lnTo>
                  <a:pt x="62" y="145"/>
                </a:lnTo>
                <a:lnTo>
                  <a:pt x="63" y="144"/>
                </a:lnTo>
                <a:lnTo>
                  <a:pt x="63" y="143"/>
                </a:lnTo>
                <a:lnTo>
                  <a:pt x="63" y="142"/>
                </a:lnTo>
                <a:lnTo>
                  <a:pt x="63" y="141"/>
                </a:lnTo>
                <a:lnTo>
                  <a:pt x="63" y="140"/>
                </a:lnTo>
                <a:lnTo>
                  <a:pt x="63" y="139"/>
                </a:lnTo>
                <a:lnTo>
                  <a:pt x="64" y="138"/>
                </a:lnTo>
                <a:lnTo>
                  <a:pt x="64" y="137"/>
                </a:lnTo>
                <a:lnTo>
                  <a:pt x="65" y="137"/>
                </a:lnTo>
                <a:lnTo>
                  <a:pt x="65" y="136"/>
                </a:lnTo>
                <a:lnTo>
                  <a:pt x="65" y="135"/>
                </a:lnTo>
                <a:lnTo>
                  <a:pt x="66" y="135"/>
                </a:lnTo>
                <a:lnTo>
                  <a:pt x="64" y="134"/>
                </a:lnTo>
                <a:lnTo>
                  <a:pt x="63" y="133"/>
                </a:lnTo>
                <a:lnTo>
                  <a:pt x="62" y="133"/>
                </a:lnTo>
                <a:lnTo>
                  <a:pt x="61" y="132"/>
                </a:lnTo>
                <a:lnTo>
                  <a:pt x="60" y="131"/>
                </a:lnTo>
                <a:lnTo>
                  <a:pt x="59" y="131"/>
                </a:lnTo>
                <a:lnTo>
                  <a:pt x="59" y="130"/>
                </a:lnTo>
                <a:lnTo>
                  <a:pt x="59" y="129"/>
                </a:lnTo>
                <a:lnTo>
                  <a:pt x="59" y="128"/>
                </a:lnTo>
                <a:lnTo>
                  <a:pt x="60" y="128"/>
                </a:lnTo>
                <a:lnTo>
                  <a:pt x="59" y="127"/>
                </a:lnTo>
                <a:lnTo>
                  <a:pt x="59" y="126"/>
                </a:lnTo>
                <a:lnTo>
                  <a:pt x="59" y="125"/>
                </a:lnTo>
                <a:lnTo>
                  <a:pt x="57" y="125"/>
                </a:lnTo>
                <a:lnTo>
                  <a:pt x="56" y="125"/>
                </a:lnTo>
                <a:lnTo>
                  <a:pt x="56" y="124"/>
                </a:lnTo>
                <a:lnTo>
                  <a:pt x="55" y="123"/>
                </a:lnTo>
                <a:lnTo>
                  <a:pt x="55" y="122"/>
                </a:lnTo>
                <a:lnTo>
                  <a:pt x="55" y="121"/>
                </a:lnTo>
                <a:lnTo>
                  <a:pt x="53" y="120"/>
                </a:lnTo>
                <a:lnTo>
                  <a:pt x="52" y="120"/>
                </a:lnTo>
                <a:lnTo>
                  <a:pt x="51" y="120"/>
                </a:lnTo>
                <a:lnTo>
                  <a:pt x="51" y="121"/>
                </a:lnTo>
                <a:lnTo>
                  <a:pt x="49" y="121"/>
                </a:lnTo>
                <a:lnTo>
                  <a:pt x="48" y="120"/>
                </a:lnTo>
                <a:lnTo>
                  <a:pt x="47" y="119"/>
                </a:lnTo>
                <a:lnTo>
                  <a:pt x="46" y="119"/>
                </a:lnTo>
                <a:lnTo>
                  <a:pt x="45" y="119"/>
                </a:lnTo>
                <a:lnTo>
                  <a:pt x="45" y="118"/>
                </a:lnTo>
                <a:lnTo>
                  <a:pt x="44" y="118"/>
                </a:lnTo>
                <a:lnTo>
                  <a:pt x="43" y="118"/>
                </a:lnTo>
                <a:lnTo>
                  <a:pt x="42" y="117"/>
                </a:lnTo>
                <a:lnTo>
                  <a:pt x="41" y="117"/>
                </a:lnTo>
                <a:lnTo>
                  <a:pt x="40" y="116"/>
                </a:lnTo>
                <a:lnTo>
                  <a:pt x="39" y="114"/>
                </a:lnTo>
                <a:lnTo>
                  <a:pt x="39" y="113"/>
                </a:lnTo>
                <a:lnTo>
                  <a:pt x="40" y="113"/>
                </a:lnTo>
                <a:lnTo>
                  <a:pt x="41" y="112"/>
                </a:lnTo>
                <a:lnTo>
                  <a:pt x="42" y="111"/>
                </a:lnTo>
                <a:lnTo>
                  <a:pt x="41" y="110"/>
                </a:lnTo>
                <a:lnTo>
                  <a:pt x="41" y="109"/>
                </a:lnTo>
                <a:lnTo>
                  <a:pt x="41" y="108"/>
                </a:lnTo>
                <a:lnTo>
                  <a:pt x="41" y="107"/>
                </a:lnTo>
                <a:lnTo>
                  <a:pt x="41" y="106"/>
                </a:lnTo>
                <a:lnTo>
                  <a:pt x="41" y="104"/>
                </a:lnTo>
                <a:lnTo>
                  <a:pt x="41" y="103"/>
                </a:lnTo>
                <a:lnTo>
                  <a:pt x="40" y="103"/>
                </a:lnTo>
                <a:lnTo>
                  <a:pt x="39" y="102"/>
                </a:lnTo>
                <a:lnTo>
                  <a:pt x="38" y="102"/>
                </a:lnTo>
                <a:lnTo>
                  <a:pt x="37" y="101"/>
                </a:lnTo>
                <a:lnTo>
                  <a:pt x="37" y="100"/>
                </a:lnTo>
                <a:lnTo>
                  <a:pt x="36" y="100"/>
                </a:lnTo>
                <a:lnTo>
                  <a:pt x="35" y="101"/>
                </a:lnTo>
                <a:lnTo>
                  <a:pt x="33" y="101"/>
                </a:lnTo>
                <a:lnTo>
                  <a:pt x="32" y="101"/>
                </a:lnTo>
                <a:lnTo>
                  <a:pt x="31" y="100"/>
                </a:lnTo>
                <a:lnTo>
                  <a:pt x="30" y="100"/>
                </a:lnTo>
                <a:lnTo>
                  <a:pt x="30" y="99"/>
                </a:lnTo>
                <a:lnTo>
                  <a:pt x="30" y="98"/>
                </a:lnTo>
                <a:lnTo>
                  <a:pt x="29" y="98"/>
                </a:lnTo>
                <a:lnTo>
                  <a:pt x="28" y="97"/>
                </a:lnTo>
                <a:lnTo>
                  <a:pt x="28" y="96"/>
                </a:lnTo>
                <a:lnTo>
                  <a:pt x="27" y="96"/>
                </a:lnTo>
                <a:lnTo>
                  <a:pt x="26" y="95"/>
                </a:lnTo>
                <a:lnTo>
                  <a:pt x="26" y="94"/>
                </a:lnTo>
                <a:lnTo>
                  <a:pt x="26" y="95"/>
                </a:lnTo>
                <a:lnTo>
                  <a:pt x="25" y="95"/>
                </a:lnTo>
                <a:lnTo>
                  <a:pt x="24" y="95"/>
                </a:lnTo>
                <a:lnTo>
                  <a:pt x="24" y="96"/>
                </a:lnTo>
                <a:lnTo>
                  <a:pt x="23" y="96"/>
                </a:lnTo>
                <a:lnTo>
                  <a:pt x="23" y="94"/>
                </a:lnTo>
                <a:lnTo>
                  <a:pt x="21" y="94"/>
                </a:lnTo>
                <a:lnTo>
                  <a:pt x="21" y="93"/>
                </a:lnTo>
                <a:lnTo>
                  <a:pt x="20" y="92"/>
                </a:lnTo>
                <a:lnTo>
                  <a:pt x="20" y="91"/>
                </a:lnTo>
                <a:lnTo>
                  <a:pt x="19" y="91"/>
                </a:lnTo>
                <a:lnTo>
                  <a:pt x="18" y="91"/>
                </a:lnTo>
                <a:lnTo>
                  <a:pt x="18" y="92"/>
                </a:lnTo>
                <a:lnTo>
                  <a:pt x="17" y="92"/>
                </a:lnTo>
                <a:lnTo>
                  <a:pt x="17" y="91"/>
                </a:lnTo>
                <a:lnTo>
                  <a:pt x="16" y="90"/>
                </a:lnTo>
                <a:lnTo>
                  <a:pt x="16" y="89"/>
                </a:lnTo>
                <a:lnTo>
                  <a:pt x="15" y="89"/>
                </a:lnTo>
                <a:lnTo>
                  <a:pt x="16" y="89"/>
                </a:lnTo>
                <a:lnTo>
                  <a:pt x="16" y="88"/>
                </a:lnTo>
                <a:lnTo>
                  <a:pt x="17" y="88"/>
                </a:lnTo>
                <a:lnTo>
                  <a:pt x="18" y="88"/>
                </a:lnTo>
                <a:lnTo>
                  <a:pt x="19" y="88"/>
                </a:lnTo>
                <a:lnTo>
                  <a:pt x="19" y="87"/>
                </a:lnTo>
                <a:lnTo>
                  <a:pt x="20" y="87"/>
                </a:lnTo>
                <a:lnTo>
                  <a:pt x="20" y="86"/>
                </a:lnTo>
                <a:lnTo>
                  <a:pt x="21" y="86"/>
                </a:lnTo>
                <a:lnTo>
                  <a:pt x="22" y="86"/>
                </a:lnTo>
                <a:lnTo>
                  <a:pt x="23" y="86"/>
                </a:lnTo>
                <a:lnTo>
                  <a:pt x="23" y="85"/>
                </a:lnTo>
                <a:lnTo>
                  <a:pt x="24" y="85"/>
                </a:lnTo>
                <a:lnTo>
                  <a:pt x="25" y="84"/>
                </a:lnTo>
                <a:lnTo>
                  <a:pt x="26" y="84"/>
                </a:lnTo>
                <a:lnTo>
                  <a:pt x="27" y="83"/>
                </a:lnTo>
                <a:lnTo>
                  <a:pt x="28" y="83"/>
                </a:lnTo>
                <a:lnTo>
                  <a:pt x="28" y="82"/>
                </a:lnTo>
                <a:lnTo>
                  <a:pt x="29" y="82"/>
                </a:lnTo>
                <a:lnTo>
                  <a:pt x="30" y="81"/>
                </a:lnTo>
                <a:lnTo>
                  <a:pt x="30" y="80"/>
                </a:lnTo>
                <a:lnTo>
                  <a:pt x="31" y="79"/>
                </a:lnTo>
                <a:lnTo>
                  <a:pt x="32" y="79"/>
                </a:lnTo>
                <a:lnTo>
                  <a:pt x="32" y="78"/>
                </a:lnTo>
                <a:lnTo>
                  <a:pt x="33" y="78"/>
                </a:lnTo>
                <a:lnTo>
                  <a:pt x="34" y="78"/>
                </a:lnTo>
                <a:lnTo>
                  <a:pt x="34" y="77"/>
                </a:lnTo>
                <a:lnTo>
                  <a:pt x="35" y="77"/>
                </a:lnTo>
                <a:lnTo>
                  <a:pt x="35" y="76"/>
                </a:lnTo>
                <a:lnTo>
                  <a:pt x="36" y="76"/>
                </a:lnTo>
                <a:lnTo>
                  <a:pt x="36" y="75"/>
                </a:lnTo>
                <a:lnTo>
                  <a:pt x="37" y="74"/>
                </a:lnTo>
                <a:lnTo>
                  <a:pt x="38" y="73"/>
                </a:lnTo>
                <a:lnTo>
                  <a:pt x="40" y="73"/>
                </a:lnTo>
                <a:lnTo>
                  <a:pt x="41" y="73"/>
                </a:lnTo>
                <a:lnTo>
                  <a:pt x="42" y="74"/>
                </a:lnTo>
                <a:lnTo>
                  <a:pt x="43" y="74"/>
                </a:lnTo>
                <a:lnTo>
                  <a:pt x="44" y="74"/>
                </a:lnTo>
                <a:lnTo>
                  <a:pt x="44" y="73"/>
                </a:lnTo>
                <a:lnTo>
                  <a:pt x="45" y="73"/>
                </a:lnTo>
                <a:lnTo>
                  <a:pt x="46" y="73"/>
                </a:lnTo>
                <a:lnTo>
                  <a:pt x="46" y="72"/>
                </a:lnTo>
                <a:lnTo>
                  <a:pt x="47" y="72"/>
                </a:lnTo>
                <a:lnTo>
                  <a:pt x="47" y="71"/>
                </a:lnTo>
                <a:lnTo>
                  <a:pt x="48" y="71"/>
                </a:lnTo>
                <a:lnTo>
                  <a:pt x="49" y="70"/>
                </a:lnTo>
                <a:lnTo>
                  <a:pt x="49" y="69"/>
                </a:lnTo>
                <a:lnTo>
                  <a:pt x="50" y="69"/>
                </a:lnTo>
                <a:lnTo>
                  <a:pt x="51" y="69"/>
                </a:lnTo>
                <a:lnTo>
                  <a:pt x="51" y="68"/>
                </a:lnTo>
                <a:lnTo>
                  <a:pt x="52" y="68"/>
                </a:lnTo>
                <a:lnTo>
                  <a:pt x="52" y="67"/>
                </a:lnTo>
                <a:lnTo>
                  <a:pt x="53" y="67"/>
                </a:lnTo>
                <a:lnTo>
                  <a:pt x="53" y="66"/>
                </a:lnTo>
                <a:lnTo>
                  <a:pt x="54" y="66"/>
                </a:lnTo>
                <a:lnTo>
                  <a:pt x="55" y="66"/>
                </a:lnTo>
                <a:lnTo>
                  <a:pt x="55" y="65"/>
                </a:lnTo>
                <a:lnTo>
                  <a:pt x="56" y="65"/>
                </a:lnTo>
                <a:lnTo>
                  <a:pt x="57" y="65"/>
                </a:lnTo>
                <a:lnTo>
                  <a:pt x="59" y="63"/>
                </a:lnTo>
                <a:lnTo>
                  <a:pt x="60" y="63"/>
                </a:lnTo>
                <a:lnTo>
                  <a:pt x="61" y="63"/>
                </a:lnTo>
                <a:lnTo>
                  <a:pt x="62" y="63"/>
                </a:lnTo>
                <a:lnTo>
                  <a:pt x="65" y="63"/>
                </a:lnTo>
                <a:lnTo>
                  <a:pt x="66" y="63"/>
                </a:lnTo>
                <a:lnTo>
                  <a:pt x="66" y="62"/>
                </a:lnTo>
                <a:lnTo>
                  <a:pt x="67" y="62"/>
                </a:lnTo>
                <a:lnTo>
                  <a:pt x="68" y="62"/>
                </a:lnTo>
                <a:lnTo>
                  <a:pt x="68" y="61"/>
                </a:lnTo>
                <a:lnTo>
                  <a:pt x="69" y="61"/>
                </a:lnTo>
                <a:lnTo>
                  <a:pt x="71" y="61"/>
                </a:lnTo>
                <a:lnTo>
                  <a:pt x="71" y="60"/>
                </a:lnTo>
                <a:lnTo>
                  <a:pt x="72" y="60"/>
                </a:lnTo>
                <a:lnTo>
                  <a:pt x="73" y="60"/>
                </a:lnTo>
                <a:lnTo>
                  <a:pt x="74" y="60"/>
                </a:lnTo>
                <a:lnTo>
                  <a:pt x="75" y="60"/>
                </a:lnTo>
                <a:lnTo>
                  <a:pt x="76" y="60"/>
                </a:lnTo>
                <a:lnTo>
                  <a:pt x="77" y="59"/>
                </a:lnTo>
                <a:lnTo>
                  <a:pt x="78" y="59"/>
                </a:lnTo>
                <a:lnTo>
                  <a:pt x="78" y="60"/>
                </a:lnTo>
                <a:lnTo>
                  <a:pt x="80" y="60"/>
                </a:lnTo>
                <a:lnTo>
                  <a:pt x="85" y="60"/>
                </a:lnTo>
                <a:lnTo>
                  <a:pt x="86" y="60"/>
                </a:lnTo>
                <a:lnTo>
                  <a:pt x="87" y="59"/>
                </a:lnTo>
                <a:lnTo>
                  <a:pt x="88" y="59"/>
                </a:lnTo>
                <a:lnTo>
                  <a:pt x="89" y="59"/>
                </a:lnTo>
                <a:lnTo>
                  <a:pt x="89" y="58"/>
                </a:lnTo>
                <a:lnTo>
                  <a:pt x="90" y="58"/>
                </a:lnTo>
                <a:lnTo>
                  <a:pt x="90" y="57"/>
                </a:lnTo>
                <a:lnTo>
                  <a:pt x="91" y="57"/>
                </a:lnTo>
                <a:lnTo>
                  <a:pt x="92" y="55"/>
                </a:lnTo>
                <a:lnTo>
                  <a:pt x="92" y="54"/>
                </a:lnTo>
                <a:lnTo>
                  <a:pt x="93" y="53"/>
                </a:lnTo>
                <a:lnTo>
                  <a:pt x="93" y="52"/>
                </a:lnTo>
                <a:lnTo>
                  <a:pt x="94" y="51"/>
                </a:lnTo>
                <a:lnTo>
                  <a:pt x="94" y="50"/>
                </a:lnTo>
                <a:lnTo>
                  <a:pt x="94" y="49"/>
                </a:lnTo>
                <a:lnTo>
                  <a:pt x="95" y="49"/>
                </a:lnTo>
                <a:lnTo>
                  <a:pt x="95" y="48"/>
                </a:lnTo>
                <a:lnTo>
                  <a:pt x="96" y="48"/>
                </a:lnTo>
                <a:lnTo>
                  <a:pt x="96" y="47"/>
                </a:lnTo>
                <a:lnTo>
                  <a:pt x="97" y="47"/>
                </a:lnTo>
                <a:lnTo>
                  <a:pt x="98" y="48"/>
                </a:lnTo>
                <a:lnTo>
                  <a:pt x="99" y="48"/>
                </a:lnTo>
                <a:lnTo>
                  <a:pt x="100" y="48"/>
                </a:lnTo>
                <a:lnTo>
                  <a:pt x="101" y="48"/>
                </a:lnTo>
                <a:lnTo>
                  <a:pt x="102" y="48"/>
                </a:lnTo>
                <a:lnTo>
                  <a:pt x="102" y="49"/>
                </a:lnTo>
                <a:lnTo>
                  <a:pt x="103" y="49"/>
                </a:lnTo>
                <a:lnTo>
                  <a:pt x="103" y="48"/>
                </a:lnTo>
                <a:lnTo>
                  <a:pt x="104" y="48"/>
                </a:lnTo>
                <a:lnTo>
                  <a:pt x="105" y="48"/>
                </a:lnTo>
                <a:lnTo>
                  <a:pt x="106" y="48"/>
                </a:lnTo>
                <a:lnTo>
                  <a:pt x="106" y="47"/>
                </a:lnTo>
                <a:lnTo>
                  <a:pt x="107" y="47"/>
                </a:lnTo>
                <a:lnTo>
                  <a:pt x="108" y="46"/>
                </a:lnTo>
                <a:lnTo>
                  <a:pt x="109" y="46"/>
                </a:lnTo>
                <a:lnTo>
                  <a:pt x="109" y="45"/>
                </a:lnTo>
                <a:lnTo>
                  <a:pt x="110" y="45"/>
                </a:lnTo>
                <a:lnTo>
                  <a:pt x="110" y="44"/>
                </a:lnTo>
                <a:lnTo>
                  <a:pt x="111" y="44"/>
                </a:lnTo>
                <a:lnTo>
                  <a:pt x="111" y="43"/>
                </a:lnTo>
                <a:lnTo>
                  <a:pt x="112" y="43"/>
                </a:lnTo>
                <a:lnTo>
                  <a:pt x="112" y="42"/>
                </a:lnTo>
                <a:lnTo>
                  <a:pt x="112" y="41"/>
                </a:lnTo>
                <a:lnTo>
                  <a:pt x="113" y="40"/>
                </a:lnTo>
                <a:lnTo>
                  <a:pt x="113" y="39"/>
                </a:lnTo>
                <a:lnTo>
                  <a:pt x="114" y="39"/>
                </a:lnTo>
                <a:lnTo>
                  <a:pt x="115" y="39"/>
                </a:lnTo>
                <a:lnTo>
                  <a:pt x="115" y="38"/>
                </a:lnTo>
                <a:lnTo>
                  <a:pt x="116" y="38"/>
                </a:lnTo>
                <a:lnTo>
                  <a:pt x="117" y="38"/>
                </a:lnTo>
                <a:lnTo>
                  <a:pt x="118" y="38"/>
                </a:lnTo>
                <a:lnTo>
                  <a:pt x="118" y="39"/>
                </a:lnTo>
                <a:lnTo>
                  <a:pt x="119" y="39"/>
                </a:lnTo>
                <a:lnTo>
                  <a:pt x="119" y="40"/>
                </a:lnTo>
                <a:lnTo>
                  <a:pt x="120" y="40"/>
                </a:lnTo>
                <a:lnTo>
                  <a:pt x="120" y="41"/>
                </a:lnTo>
                <a:lnTo>
                  <a:pt x="120" y="42"/>
                </a:lnTo>
                <a:lnTo>
                  <a:pt x="121" y="42"/>
                </a:lnTo>
                <a:lnTo>
                  <a:pt x="121" y="43"/>
                </a:lnTo>
                <a:lnTo>
                  <a:pt x="122" y="44"/>
                </a:lnTo>
                <a:lnTo>
                  <a:pt x="123" y="44"/>
                </a:lnTo>
                <a:lnTo>
                  <a:pt x="123" y="45"/>
                </a:lnTo>
                <a:lnTo>
                  <a:pt x="124" y="45"/>
                </a:lnTo>
                <a:lnTo>
                  <a:pt x="125" y="45"/>
                </a:lnTo>
                <a:lnTo>
                  <a:pt x="126" y="45"/>
                </a:lnTo>
                <a:lnTo>
                  <a:pt x="126" y="46"/>
                </a:lnTo>
                <a:lnTo>
                  <a:pt x="127" y="46"/>
                </a:lnTo>
                <a:lnTo>
                  <a:pt x="127" y="47"/>
                </a:lnTo>
                <a:lnTo>
                  <a:pt x="128" y="47"/>
                </a:lnTo>
                <a:lnTo>
                  <a:pt x="129" y="47"/>
                </a:lnTo>
                <a:lnTo>
                  <a:pt x="130" y="47"/>
                </a:lnTo>
                <a:lnTo>
                  <a:pt x="131" y="47"/>
                </a:lnTo>
                <a:lnTo>
                  <a:pt x="132" y="47"/>
                </a:lnTo>
                <a:lnTo>
                  <a:pt x="133" y="47"/>
                </a:lnTo>
                <a:lnTo>
                  <a:pt x="133" y="46"/>
                </a:lnTo>
                <a:lnTo>
                  <a:pt x="134" y="46"/>
                </a:lnTo>
                <a:lnTo>
                  <a:pt x="135" y="45"/>
                </a:lnTo>
                <a:lnTo>
                  <a:pt x="135" y="44"/>
                </a:lnTo>
                <a:lnTo>
                  <a:pt x="136" y="44"/>
                </a:lnTo>
                <a:lnTo>
                  <a:pt x="137" y="43"/>
                </a:lnTo>
                <a:lnTo>
                  <a:pt x="138" y="43"/>
                </a:lnTo>
                <a:lnTo>
                  <a:pt x="139" y="43"/>
                </a:lnTo>
                <a:lnTo>
                  <a:pt x="140" y="43"/>
                </a:lnTo>
                <a:lnTo>
                  <a:pt x="141" y="43"/>
                </a:lnTo>
                <a:lnTo>
                  <a:pt x="141" y="44"/>
                </a:lnTo>
                <a:lnTo>
                  <a:pt x="141" y="43"/>
                </a:lnTo>
                <a:lnTo>
                  <a:pt x="142" y="43"/>
                </a:lnTo>
                <a:lnTo>
                  <a:pt x="143" y="43"/>
                </a:lnTo>
                <a:lnTo>
                  <a:pt x="145" y="42"/>
                </a:lnTo>
                <a:lnTo>
                  <a:pt x="146" y="41"/>
                </a:lnTo>
                <a:lnTo>
                  <a:pt x="147" y="41"/>
                </a:lnTo>
                <a:lnTo>
                  <a:pt x="148" y="40"/>
                </a:lnTo>
                <a:lnTo>
                  <a:pt x="149" y="40"/>
                </a:lnTo>
                <a:lnTo>
                  <a:pt x="150" y="40"/>
                </a:lnTo>
                <a:lnTo>
                  <a:pt x="151" y="40"/>
                </a:lnTo>
                <a:lnTo>
                  <a:pt x="152" y="40"/>
                </a:lnTo>
                <a:lnTo>
                  <a:pt x="152" y="39"/>
                </a:lnTo>
                <a:lnTo>
                  <a:pt x="153" y="39"/>
                </a:lnTo>
                <a:lnTo>
                  <a:pt x="154" y="39"/>
                </a:lnTo>
                <a:lnTo>
                  <a:pt x="155" y="39"/>
                </a:lnTo>
                <a:lnTo>
                  <a:pt x="155" y="40"/>
                </a:lnTo>
                <a:lnTo>
                  <a:pt x="156" y="39"/>
                </a:lnTo>
                <a:lnTo>
                  <a:pt x="157" y="39"/>
                </a:lnTo>
                <a:lnTo>
                  <a:pt x="160" y="39"/>
                </a:lnTo>
                <a:lnTo>
                  <a:pt x="162" y="38"/>
                </a:lnTo>
                <a:lnTo>
                  <a:pt x="165" y="38"/>
                </a:lnTo>
                <a:lnTo>
                  <a:pt x="167" y="37"/>
                </a:lnTo>
                <a:lnTo>
                  <a:pt x="169" y="36"/>
                </a:lnTo>
                <a:lnTo>
                  <a:pt x="172" y="36"/>
                </a:lnTo>
                <a:lnTo>
                  <a:pt x="173" y="36"/>
                </a:lnTo>
                <a:lnTo>
                  <a:pt x="176" y="36"/>
                </a:lnTo>
                <a:lnTo>
                  <a:pt x="177" y="36"/>
                </a:lnTo>
                <a:lnTo>
                  <a:pt x="178" y="36"/>
                </a:lnTo>
                <a:lnTo>
                  <a:pt x="179" y="36"/>
                </a:lnTo>
                <a:lnTo>
                  <a:pt x="180" y="36"/>
                </a:lnTo>
                <a:lnTo>
                  <a:pt x="181" y="35"/>
                </a:lnTo>
                <a:lnTo>
                  <a:pt x="182" y="35"/>
                </a:lnTo>
                <a:lnTo>
                  <a:pt x="183" y="35"/>
                </a:lnTo>
                <a:lnTo>
                  <a:pt x="184" y="35"/>
                </a:lnTo>
                <a:lnTo>
                  <a:pt x="184" y="34"/>
                </a:lnTo>
                <a:lnTo>
                  <a:pt x="187" y="33"/>
                </a:lnTo>
                <a:lnTo>
                  <a:pt x="188" y="33"/>
                </a:lnTo>
                <a:lnTo>
                  <a:pt x="189" y="32"/>
                </a:lnTo>
                <a:lnTo>
                  <a:pt x="189" y="31"/>
                </a:lnTo>
                <a:lnTo>
                  <a:pt x="190" y="31"/>
                </a:lnTo>
                <a:lnTo>
                  <a:pt x="193" y="28"/>
                </a:lnTo>
                <a:lnTo>
                  <a:pt x="196" y="26"/>
                </a:lnTo>
                <a:lnTo>
                  <a:pt x="197" y="26"/>
                </a:lnTo>
                <a:lnTo>
                  <a:pt x="198" y="26"/>
                </a:lnTo>
                <a:lnTo>
                  <a:pt x="198" y="25"/>
                </a:lnTo>
                <a:lnTo>
                  <a:pt x="199" y="25"/>
                </a:lnTo>
                <a:lnTo>
                  <a:pt x="200" y="24"/>
                </a:lnTo>
                <a:lnTo>
                  <a:pt x="201" y="24"/>
                </a:lnTo>
                <a:lnTo>
                  <a:pt x="201" y="23"/>
                </a:lnTo>
                <a:lnTo>
                  <a:pt x="202" y="23"/>
                </a:lnTo>
                <a:lnTo>
                  <a:pt x="203" y="23"/>
                </a:lnTo>
                <a:lnTo>
                  <a:pt x="203" y="22"/>
                </a:lnTo>
                <a:lnTo>
                  <a:pt x="204" y="22"/>
                </a:lnTo>
                <a:lnTo>
                  <a:pt x="204" y="21"/>
                </a:lnTo>
                <a:lnTo>
                  <a:pt x="205" y="21"/>
                </a:lnTo>
                <a:lnTo>
                  <a:pt x="206" y="21"/>
                </a:lnTo>
                <a:lnTo>
                  <a:pt x="207" y="20"/>
                </a:lnTo>
                <a:lnTo>
                  <a:pt x="208" y="20"/>
                </a:lnTo>
                <a:lnTo>
                  <a:pt x="209" y="20"/>
                </a:lnTo>
                <a:lnTo>
                  <a:pt x="210" y="20"/>
                </a:lnTo>
                <a:lnTo>
                  <a:pt x="212" y="20"/>
                </a:lnTo>
                <a:lnTo>
                  <a:pt x="212" y="21"/>
                </a:lnTo>
                <a:lnTo>
                  <a:pt x="213" y="21"/>
                </a:lnTo>
                <a:lnTo>
                  <a:pt x="214" y="21"/>
                </a:lnTo>
                <a:lnTo>
                  <a:pt x="215" y="21"/>
                </a:lnTo>
                <a:lnTo>
                  <a:pt x="216" y="21"/>
                </a:lnTo>
                <a:lnTo>
                  <a:pt x="217" y="21"/>
                </a:lnTo>
                <a:lnTo>
                  <a:pt x="217" y="20"/>
                </a:lnTo>
                <a:lnTo>
                  <a:pt x="218" y="20"/>
                </a:lnTo>
                <a:lnTo>
                  <a:pt x="219" y="19"/>
                </a:lnTo>
                <a:lnTo>
                  <a:pt x="220" y="19"/>
                </a:lnTo>
                <a:lnTo>
                  <a:pt x="220" y="18"/>
                </a:lnTo>
                <a:lnTo>
                  <a:pt x="220" y="17"/>
                </a:lnTo>
                <a:lnTo>
                  <a:pt x="221" y="15"/>
                </a:lnTo>
                <a:lnTo>
                  <a:pt x="222" y="14"/>
                </a:lnTo>
                <a:lnTo>
                  <a:pt x="222" y="13"/>
                </a:lnTo>
                <a:lnTo>
                  <a:pt x="223" y="13"/>
                </a:lnTo>
                <a:lnTo>
                  <a:pt x="223" y="12"/>
                </a:lnTo>
                <a:lnTo>
                  <a:pt x="223" y="11"/>
                </a:lnTo>
                <a:lnTo>
                  <a:pt x="224" y="11"/>
                </a:lnTo>
                <a:lnTo>
                  <a:pt x="224" y="10"/>
                </a:lnTo>
                <a:lnTo>
                  <a:pt x="225" y="9"/>
                </a:lnTo>
                <a:lnTo>
                  <a:pt x="226" y="8"/>
                </a:lnTo>
                <a:lnTo>
                  <a:pt x="227" y="7"/>
                </a:lnTo>
                <a:lnTo>
                  <a:pt x="229" y="6"/>
                </a:lnTo>
                <a:lnTo>
                  <a:pt x="230" y="5"/>
                </a:lnTo>
                <a:lnTo>
                  <a:pt x="231" y="5"/>
                </a:lnTo>
                <a:lnTo>
                  <a:pt x="232" y="5"/>
                </a:lnTo>
                <a:lnTo>
                  <a:pt x="234" y="5"/>
                </a:lnTo>
                <a:lnTo>
                  <a:pt x="235" y="5"/>
                </a:lnTo>
                <a:lnTo>
                  <a:pt x="236" y="6"/>
                </a:lnTo>
                <a:lnTo>
                  <a:pt x="239" y="6"/>
                </a:lnTo>
                <a:lnTo>
                  <a:pt x="242" y="7"/>
                </a:lnTo>
                <a:lnTo>
                  <a:pt x="244" y="7"/>
                </a:lnTo>
                <a:lnTo>
                  <a:pt x="246" y="7"/>
                </a:lnTo>
                <a:lnTo>
                  <a:pt x="248" y="7"/>
                </a:lnTo>
                <a:close/>
              </a:path>
            </a:pathLst>
          </a:custGeom>
          <a:solidFill>
            <a:srgbClr val="E1F3F6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9" name=""/>
          <p:cNvSpPr/>
          <p:nvPr/>
        </p:nvSpPr>
        <p:spPr>
          <a:xfrm>
            <a:off x="8205480" y="253440"/>
            <a:ext cx="716040" cy="658440"/>
          </a:xfrm>
          <a:custGeom>
            <a:avLst/>
            <a:gdLst/>
            <a:ahLst/>
            <a:rect l="0" t="0" r="r" b="b"/>
            <a:pathLst>
              <a:path w="1989" h="1829">
                <a:moveTo>
                  <a:pt x="248" y="7"/>
                </a:moveTo>
                <a:lnTo>
                  <a:pt x="249" y="7"/>
                </a:lnTo>
                <a:lnTo>
                  <a:pt x="250" y="7"/>
                </a:lnTo>
                <a:lnTo>
                  <a:pt x="251" y="7"/>
                </a:lnTo>
                <a:lnTo>
                  <a:pt x="252" y="7"/>
                </a:lnTo>
                <a:lnTo>
                  <a:pt x="252" y="6"/>
                </a:lnTo>
                <a:lnTo>
                  <a:pt x="252" y="7"/>
                </a:lnTo>
                <a:lnTo>
                  <a:pt x="252" y="6"/>
                </a:lnTo>
                <a:lnTo>
                  <a:pt x="252" y="7"/>
                </a:lnTo>
                <a:lnTo>
                  <a:pt x="253" y="6"/>
                </a:lnTo>
                <a:lnTo>
                  <a:pt x="254" y="6"/>
                </a:lnTo>
                <a:lnTo>
                  <a:pt x="254" y="7"/>
                </a:lnTo>
                <a:lnTo>
                  <a:pt x="255" y="7"/>
                </a:lnTo>
                <a:lnTo>
                  <a:pt x="255" y="8"/>
                </a:lnTo>
                <a:lnTo>
                  <a:pt x="255" y="9"/>
                </a:lnTo>
                <a:lnTo>
                  <a:pt x="256" y="9"/>
                </a:lnTo>
                <a:lnTo>
                  <a:pt x="256" y="10"/>
                </a:lnTo>
                <a:lnTo>
                  <a:pt x="256" y="11"/>
                </a:lnTo>
                <a:lnTo>
                  <a:pt x="256" y="12"/>
                </a:lnTo>
                <a:lnTo>
                  <a:pt x="257" y="12"/>
                </a:lnTo>
                <a:lnTo>
                  <a:pt x="258" y="13"/>
                </a:lnTo>
                <a:lnTo>
                  <a:pt x="259" y="13"/>
                </a:lnTo>
                <a:lnTo>
                  <a:pt x="260" y="13"/>
                </a:lnTo>
                <a:lnTo>
                  <a:pt x="261" y="13"/>
                </a:lnTo>
                <a:lnTo>
                  <a:pt x="261" y="12"/>
                </a:lnTo>
                <a:lnTo>
                  <a:pt x="261" y="10"/>
                </a:lnTo>
                <a:lnTo>
                  <a:pt x="261" y="9"/>
                </a:lnTo>
                <a:lnTo>
                  <a:pt x="260" y="9"/>
                </a:lnTo>
                <a:lnTo>
                  <a:pt x="259" y="9"/>
                </a:lnTo>
                <a:lnTo>
                  <a:pt x="259" y="8"/>
                </a:lnTo>
                <a:lnTo>
                  <a:pt x="258" y="8"/>
                </a:lnTo>
                <a:lnTo>
                  <a:pt x="258" y="7"/>
                </a:lnTo>
                <a:lnTo>
                  <a:pt x="258" y="6"/>
                </a:lnTo>
                <a:lnTo>
                  <a:pt x="258" y="5"/>
                </a:lnTo>
                <a:lnTo>
                  <a:pt x="258" y="4"/>
                </a:lnTo>
                <a:lnTo>
                  <a:pt x="258" y="3"/>
                </a:lnTo>
                <a:lnTo>
                  <a:pt x="259" y="2"/>
                </a:lnTo>
                <a:lnTo>
                  <a:pt x="260" y="1"/>
                </a:lnTo>
                <a:lnTo>
                  <a:pt x="261" y="1"/>
                </a:lnTo>
                <a:lnTo>
                  <a:pt x="261" y="0"/>
                </a:lnTo>
                <a:lnTo>
                  <a:pt x="262" y="0"/>
                </a:lnTo>
                <a:lnTo>
                  <a:pt x="263" y="0"/>
                </a:lnTo>
                <a:lnTo>
                  <a:pt x="263" y="1"/>
                </a:lnTo>
                <a:lnTo>
                  <a:pt x="264" y="1"/>
                </a:lnTo>
                <a:lnTo>
                  <a:pt x="265" y="1"/>
                </a:lnTo>
                <a:lnTo>
                  <a:pt x="265" y="2"/>
                </a:lnTo>
                <a:lnTo>
                  <a:pt x="266" y="2"/>
                </a:lnTo>
                <a:lnTo>
                  <a:pt x="266" y="3"/>
                </a:lnTo>
                <a:lnTo>
                  <a:pt x="267" y="3"/>
                </a:lnTo>
                <a:lnTo>
                  <a:pt x="267" y="4"/>
                </a:lnTo>
                <a:lnTo>
                  <a:pt x="266" y="4"/>
                </a:lnTo>
                <a:lnTo>
                  <a:pt x="267" y="4"/>
                </a:lnTo>
                <a:lnTo>
                  <a:pt x="267" y="5"/>
                </a:lnTo>
                <a:lnTo>
                  <a:pt x="266" y="5"/>
                </a:lnTo>
                <a:lnTo>
                  <a:pt x="266" y="6"/>
                </a:lnTo>
                <a:lnTo>
                  <a:pt x="266" y="7"/>
                </a:lnTo>
                <a:lnTo>
                  <a:pt x="265" y="7"/>
                </a:lnTo>
                <a:lnTo>
                  <a:pt x="265" y="8"/>
                </a:lnTo>
                <a:lnTo>
                  <a:pt x="264" y="8"/>
                </a:lnTo>
                <a:lnTo>
                  <a:pt x="264" y="9"/>
                </a:lnTo>
                <a:lnTo>
                  <a:pt x="264" y="10"/>
                </a:lnTo>
                <a:lnTo>
                  <a:pt x="264" y="11"/>
                </a:lnTo>
                <a:lnTo>
                  <a:pt x="265" y="11"/>
                </a:lnTo>
                <a:lnTo>
                  <a:pt x="265" y="12"/>
                </a:lnTo>
                <a:lnTo>
                  <a:pt x="267" y="12"/>
                </a:lnTo>
                <a:lnTo>
                  <a:pt x="267" y="11"/>
                </a:lnTo>
                <a:lnTo>
                  <a:pt x="268" y="11"/>
                </a:lnTo>
                <a:lnTo>
                  <a:pt x="268" y="10"/>
                </a:lnTo>
                <a:lnTo>
                  <a:pt x="269" y="10"/>
                </a:lnTo>
                <a:lnTo>
                  <a:pt x="269" y="9"/>
                </a:lnTo>
                <a:lnTo>
                  <a:pt x="269" y="8"/>
                </a:lnTo>
                <a:lnTo>
                  <a:pt x="270" y="8"/>
                </a:lnTo>
                <a:lnTo>
                  <a:pt x="270" y="7"/>
                </a:lnTo>
                <a:lnTo>
                  <a:pt x="270" y="6"/>
                </a:lnTo>
                <a:lnTo>
                  <a:pt x="270" y="5"/>
                </a:lnTo>
                <a:lnTo>
                  <a:pt x="270" y="4"/>
                </a:lnTo>
                <a:lnTo>
                  <a:pt x="270" y="3"/>
                </a:lnTo>
                <a:lnTo>
                  <a:pt x="270" y="2"/>
                </a:lnTo>
                <a:lnTo>
                  <a:pt x="270" y="1"/>
                </a:lnTo>
                <a:lnTo>
                  <a:pt x="270" y="0"/>
                </a:lnTo>
                <a:lnTo>
                  <a:pt x="271" y="0"/>
                </a:lnTo>
                <a:lnTo>
                  <a:pt x="272" y="0"/>
                </a:lnTo>
                <a:lnTo>
                  <a:pt x="274" y="0"/>
                </a:lnTo>
                <a:lnTo>
                  <a:pt x="275" y="0"/>
                </a:lnTo>
                <a:lnTo>
                  <a:pt x="276" y="0"/>
                </a:lnTo>
                <a:lnTo>
                  <a:pt x="276" y="1"/>
                </a:lnTo>
                <a:lnTo>
                  <a:pt x="277" y="1"/>
                </a:lnTo>
                <a:lnTo>
                  <a:pt x="278" y="1"/>
                </a:lnTo>
                <a:lnTo>
                  <a:pt x="279" y="1"/>
                </a:lnTo>
                <a:lnTo>
                  <a:pt x="280" y="1"/>
                </a:lnTo>
                <a:lnTo>
                  <a:pt x="280" y="2"/>
                </a:lnTo>
                <a:lnTo>
                  <a:pt x="280" y="3"/>
                </a:lnTo>
                <a:lnTo>
                  <a:pt x="281" y="3"/>
                </a:lnTo>
                <a:lnTo>
                  <a:pt x="281" y="4"/>
                </a:lnTo>
                <a:lnTo>
                  <a:pt x="282" y="4"/>
                </a:lnTo>
                <a:lnTo>
                  <a:pt x="282" y="5"/>
                </a:lnTo>
                <a:lnTo>
                  <a:pt x="283" y="6"/>
                </a:lnTo>
                <a:lnTo>
                  <a:pt x="284" y="7"/>
                </a:lnTo>
                <a:lnTo>
                  <a:pt x="284" y="8"/>
                </a:lnTo>
                <a:lnTo>
                  <a:pt x="285" y="8"/>
                </a:lnTo>
                <a:lnTo>
                  <a:pt x="286" y="8"/>
                </a:lnTo>
                <a:lnTo>
                  <a:pt x="286" y="9"/>
                </a:lnTo>
                <a:lnTo>
                  <a:pt x="287" y="9"/>
                </a:lnTo>
                <a:lnTo>
                  <a:pt x="288" y="8"/>
                </a:lnTo>
                <a:lnTo>
                  <a:pt x="289" y="8"/>
                </a:lnTo>
                <a:lnTo>
                  <a:pt x="289" y="7"/>
                </a:lnTo>
                <a:lnTo>
                  <a:pt x="290" y="7"/>
                </a:lnTo>
                <a:lnTo>
                  <a:pt x="291" y="7"/>
                </a:lnTo>
                <a:lnTo>
                  <a:pt x="292" y="7"/>
                </a:lnTo>
                <a:lnTo>
                  <a:pt x="292" y="6"/>
                </a:lnTo>
                <a:lnTo>
                  <a:pt x="293" y="6"/>
                </a:lnTo>
                <a:lnTo>
                  <a:pt x="293" y="7"/>
                </a:lnTo>
                <a:lnTo>
                  <a:pt x="294" y="7"/>
                </a:lnTo>
                <a:lnTo>
                  <a:pt x="295" y="7"/>
                </a:lnTo>
                <a:lnTo>
                  <a:pt x="297" y="7"/>
                </a:lnTo>
                <a:lnTo>
                  <a:pt x="298" y="7"/>
                </a:lnTo>
                <a:lnTo>
                  <a:pt x="300" y="7"/>
                </a:lnTo>
                <a:lnTo>
                  <a:pt x="301" y="7"/>
                </a:lnTo>
                <a:lnTo>
                  <a:pt x="302" y="7"/>
                </a:lnTo>
                <a:lnTo>
                  <a:pt x="303" y="6"/>
                </a:lnTo>
                <a:lnTo>
                  <a:pt x="304" y="6"/>
                </a:lnTo>
                <a:lnTo>
                  <a:pt x="305" y="6"/>
                </a:lnTo>
                <a:lnTo>
                  <a:pt x="306" y="6"/>
                </a:lnTo>
                <a:lnTo>
                  <a:pt x="307" y="6"/>
                </a:lnTo>
                <a:lnTo>
                  <a:pt x="310" y="7"/>
                </a:lnTo>
                <a:lnTo>
                  <a:pt x="312" y="8"/>
                </a:lnTo>
                <a:lnTo>
                  <a:pt x="314" y="9"/>
                </a:lnTo>
                <a:lnTo>
                  <a:pt x="318" y="11"/>
                </a:lnTo>
                <a:lnTo>
                  <a:pt x="321" y="13"/>
                </a:lnTo>
                <a:lnTo>
                  <a:pt x="322" y="13"/>
                </a:lnTo>
                <a:lnTo>
                  <a:pt x="326" y="16"/>
                </a:lnTo>
                <a:lnTo>
                  <a:pt x="326" y="17"/>
                </a:lnTo>
                <a:lnTo>
                  <a:pt x="327" y="17"/>
                </a:lnTo>
                <a:lnTo>
                  <a:pt x="327" y="18"/>
                </a:lnTo>
                <a:lnTo>
                  <a:pt x="327" y="19"/>
                </a:lnTo>
                <a:lnTo>
                  <a:pt x="328" y="19"/>
                </a:lnTo>
                <a:lnTo>
                  <a:pt x="328" y="20"/>
                </a:lnTo>
                <a:lnTo>
                  <a:pt x="329" y="20"/>
                </a:lnTo>
                <a:lnTo>
                  <a:pt x="330" y="20"/>
                </a:lnTo>
                <a:lnTo>
                  <a:pt x="331" y="20"/>
                </a:lnTo>
                <a:lnTo>
                  <a:pt x="331" y="19"/>
                </a:lnTo>
                <a:lnTo>
                  <a:pt x="332" y="19"/>
                </a:lnTo>
                <a:lnTo>
                  <a:pt x="332" y="18"/>
                </a:lnTo>
                <a:lnTo>
                  <a:pt x="333" y="18"/>
                </a:lnTo>
                <a:lnTo>
                  <a:pt x="334" y="18"/>
                </a:lnTo>
                <a:lnTo>
                  <a:pt x="335" y="18"/>
                </a:lnTo>
                <a:lnTo>
                  <a:pt x="336" y="19"/>
                </a:lnTo>
                <a:lnTo>
                  <a:pt x="337" y="20"/>
                </a:lnTo>
                <a:lnTo>
                  <a:pt x="337" y="21"/>
                </a:lnTo>
                <a:lnTo>
                  <a:pt x="337" y="22"/>
                </a:lnTo>
                <a:lnTo>
                  <a:pt x="338" y="22"/>
                </a:lnTo>
                <a:lnTo>
                  <a:pt x="338" y="23"/>
                </a:lnTo>
                <a:lnTo>
                  <a:pt x="339" y="23"/>
                </a:lnTo>
                <a:lnTo>
                  <a:pt x="340" y="23"/>
                </a:lnTo>
                <a:lnTo>
                  <a:pt x="340" y="24"/>
                </a:lnTo>
                <a:lnTo>
                  <a:pt x="341" y="24"/>
                </a:lnTo>
                <a:lnTo>
                  <a:pt x="341" y="25"/>
                </a:lnTo>
                <a:lnTo>
                  <a:pt x="341" y="26"/>
                </a:lnTo>
                <a:lnTo>
                  <a:pt x="342" y="26"/>
                </a:lnTo>
                <a:lnTo>
                  <a:pt x="342" y="27"/>
                </a:lnTo>
                <a:lnTo>
                  <a:pt x="343" y="27"/>
                </a:lnTo>
                <a:lnTo>
                  <a:pt x="344" y="27"/>
                </a:lnTo>
                <a:lnTo>
                  <a:pt x="345" y="27"/>
                </a:lnTo>
                <a:lnTo>
                  <a:pt x="345" y="26"/>
                </a:lnTo>
                <a:lnTo>
                  <a:pt x="347" y="25"/>
                </a:lnTo>
                <a:lnTo>
                  <a:pt x="347" y="24"/>
                </a:lnTo>
                <a:lnTo>
                  <a:pt x="348" y="24"/>
                </a:lnTo>
                <a:lnTo>
                  <a:pt x="348" y="23"/>
                </a:lnTo>
                <a:lnTo>
                  <a:pt x="348" y="22"/>
                </a:lnTo>
                <a:lnTo>
                  <a:pt x="349" y="21"/>
                </a:lnTo>
                <a:lnTo>
                  <a:pt x="350" y="21"/>
                </a:lnTo>
                <a:lnTo>
                  <a:pt x="351" y="21"/>
                </a:lnTo>
                <a:lnTo>
                  <a:pt x="352" y="20"/>
                </a:lnTo>
                <a:lnTo>
                  <a:pt x="354" y="19"/>
                </a:lnTo>
                <a:lnTo>
                  <a:pt x="355" y="18"/>
                </a:lnTo>
                <a:lnTo>
                  <a:pt x="356" y="18"/>
                </a:lnTo>
                <a:lnTo>
                  <a:pt x="357" y="18"/>
                </a:lnTo>
                <a:lnTo>
                  <a:pt x="358" y="18"/>
                </a:lnTo>
                <a:lnTo>
                  <a:pt x="359" y="18"/>
                </a:lnTo>
                <a:lnTo>
                  <a:pt x="359" y="19"/>
                </a:lnTo>
                <a:lnTo>
                  <a:pt x="360" y="20"/>
                </a:lnTo>
                <a:lnTo>
                  <a:pt x="361" y="21"/>
                </a:lnTo>
                <a:lnTo>
                  <a:pt x="362" y="21"/>
                </a:lnTo>
                <a:lnTo>
                  <a:pt x="362" y="22"/>
                </a:lnTo>
                <a:lnTo>
                  <a:pt x="363" y="22"/>
                </a:lnTo>
                <a:lnTo>
                  <a:pt x="364" y="23"/>
                </a:lnTo>
                <a:lnTo>
                  <a:pt x="365" y="24"/>
                </a:lnTo>
                <a:lnTo>
                  <a:pt x="366" y="24"/>
                </a:lnTo>
                <a:lnTo>
                  <a:pt x="367" y="24"/>
                </a:lnTo>
                <a:lnTo>
                  <a:pt x="368" y="24"/>
                </a:lnTo>
                <a:lnTo>
                  <a:pt x="369" y="25"/>
                </a:lnTo>
                <a:lnTo>
                  <a:pt x="370" y="26"/>
                </a:lnTo>
                <a:lnTo>
                  <a:pt x="371" y="28"/>
                </a:lnTo>
                <a:lnTo>
                  <a:pt x="372" y="29"/>
                </a:lnTo>
                <a:lnTo>
                  <a:pt x="373" y="30"/>
                </a:lnTo>
                <a:lnTo>
                  <a:pt x="373" y="31"/>
                </a:lnTo>
                <a:lnTo>
                  <a:pt x="374" y="32"/>
                </a:lnTo>
                <a:lnTo>
                  <a:pt x="374" y="33"/>
                </a:lnTo>
                <a:lnTo>
                  <a:pt x="375" y="33"/>
                </a:lnTo>
                <a:lnTo>
                  <a:pt x="375" y="34"/>
                </a:lnTo>
                <a:lnTo>
                  <a:pt x="376" y="34"/>
                </a:lnTo>
                <a:lnTo>
                  <a:pt x="376" y="35"/>
                </a:lnTo>
                <a:lnTo>
                  <a:pt x="377" y="36"/>
                </a:lnTo>
                <a:lnTo>
                  <a:pt x="378" y="37"/>
                </a:lnTo>
                <a:lnTo>
                  <a:pt x="378" y="38"/>
                </a:lnTo>
                <a:lnTo>
                  <a:pt x="379" y="39"/>
                </a:lnTo>
                <a:lnTo>
                  <a:pt x="380" y="39"/>
                </a:lnTo>
                <a:lnTo>
                  <a:pt x="381" y="39"/>
                </a:lnTo>
                <a:lnTo>
                  <a:pt x="383" y="39"/>
                </a:lnTo>
                <a:lnTo>
                  <a:pt x="384" y="39"/>
                </a:lnTo>
                <a:lnTo>
                  <a:pt x="386" y="41"/>
                </a:lnTo>
                <a:lnTo>
                  <a:pt x="387" y="42"/>
                </a:lnTo>
                <a:lnTo>
                  <a:pt x="387" y="43"/>
                </a:lnTo>
                <a:lnTo>
                  <a:pt x="387" y="44"/>
                </a:lnTo>
                <a:lnTo>
                  <a:pt x="388" y="44"/>
                </a:lnTo>
                <a:lnTo>
                  <a:pt x="389" y="44"/>
                </a:lnTo>
                <a:lnTo>
                  <a:pt x="390" y="44"/>
                </a:lnTo>
                <a:lnTo>
                  <a:pt x="391" y="44"/>
                </a:lnTo>
                <a:lnTo>
                  <a:pt x="391" y="43"/>
                </a:lnTo>
                <a:lnTo>
                  <a:pt x="393" y="44"/>
                </a:lnTo>
                <a:lnTo>
                  <a:pt x="394" y="44"/>
                </a:lnTo>
                <a:lnTo>
                  <a:pt x="396" y="45"/>
                </a:lnTo>
                <a:lnTo>
                  <a:pt x="397" y="45"/>
                </a:lnTo>
                <a:lnTo>
                  <a:pt x="398" y="45"/>
                </a:lnTo>
                <a:lnTo>
                  <a:pt x="399" y="45"/>
                </a:lnTo>
                <a:lnTo>
                  <a:pt x="400" y="45"/>
                </a:lnTo>
                <a:lnTo>
                  <a:pt x="401" y="45"/>
                </a:lnTo>
                <a:lnTo>
                  <a:pt x="402" y="45"/>
                </a:lnTo>
                <a:lnTo>
                  <a:pt x="406" y="43"/>
                </a:lnTo>
                <a:lnTo>
                  <a:pt x="408" y="42"/>
                </a:lnTo>
                <a:lnTo>
                  <a:pt x="409" y="42"/>
                </a:lnTo>
                <a:lnTo>
                  <a:pt x="410" y="42"/>
                </a:lnTo>
                <a:lnTo>
                  <a:pt x="411" y="42"/>
                </a:lnTo>
                <a:lnTo>
                  <a:pt x="412" y="41"/>
                </a:lnTo>
                <a:lnTo>
                  <a:pt x="413" y="41"/>
                </a:lnTo>
                <a:lnTo>
                  <a:pt x="414" y="41"/>
                </a:lnTo>
                <a:lnTo>
                  <a:pt x="416" y="41"/>
                </a:lnTo>
                <a:lnTo>
                  <a:pt x="417" y="41"/>
                </a:lnTo>
                <a:lnTo>
                  <a:pt x="419" y="41"/>
                </a:lnTo>
                <a:lnTo>
                  <a:pt x="420" y="42"/>
                </a:lnTo>
                <a:lnTo>
                  <a:pt x="421" y="42"/>
                </a:lnTo>
                <a:lnTo>
                  <a:pt x="423" y="42"/>
                </a:lnTo>
                <a:lnTo>
                  <a:pt x="424" y="42"/>
                </a:lnTo>
                <a:lnTo>
                  <a:pt x="425" y="43"/>
                </a:lnTo>
                <a:lnTo>
                  <a:pt x="425" y="44"/>
                </a:lnTo>
                <a:lnTo>
                  <a:pt x="425" y="46"/>
                </a:lnTo>
                <a:lnTo>
                  <a:pt x="425" y="47"/>
                </a:lnTo>
                <a:lnTo>
                  <a:pt x="424" y="47"/>
                </a:lnTo>
                <a:lnTo>
                  <a:pt x="424" y="48"/>
                </a:lnTo>
                <a:lnTo>
                  <a:pt x="425" y="49"/>
                </a:lnTo>
                <a:lnTo>
                  <a:pt x="426" y="50"/>
                </a:lnTo>
                <a:lnTo>
                  <a:pt x="428" y="51"/>
                </a:lnTo>
                <a:lnTo>
                  <a:pt x="429" y="51"/>
                </a:lnTo>
                <a:lnTo>
                  <a:pt x="430" y="51"/>
                </a:lnTo>
                <a:lnTo>
                  <a:pt x="431" y="51"/>
                </a:lnTo>
                <a:lnTo>
                  <a:pt x="434" y="51"/>
                </a:lnTo>
                <a:lnTo>
                  <a:pt x="436" y="50"/>
                </a:lnTo>
                <a:lnTo>
                  <a:pt x="437" y="50"/>
                </a:lnTo>
                <a:lnTo>
                  <a:pt x="437" y="49"/>
                </a:lnTo>
                <a:lnTo>
                  <a:pt x="438" y="49"/>
                </a:lnTo>
                <a:lnTo>
                  <a:pt x="439" y="49"/>
                </a:lnTo>
                <a:lnTo>
                  <a:pt x="439" y="48"/>
                </a:lnTo>
                <a:lnTo>
                  <a:pt x="440" y="48"/>
                </a:lnTo>
                <a:lnTo>
                  <a:pt x="441" y="49"/>
                </a:lnTo>
                <a:lnTo>
                  <a:pt x="442" y="51"/>
                </a:lnTo>
                <a:lnTo>
                  <a:pt x="444" y="54"/>
                </a:lnTo>
                <a:lnTo>
                  <a:pt x="444" y="55"/>
                </a:lnTo>
                <a:lnTo>
                  <a:pt x="445" y="55"/>
                </a:lnTo>
                <a:lnTo>
                  <a:pt x="445" y="56"/>
                </a:lnTo>
                <a:lnTo>
                  <a:pt x="446" y="56"/>
                </a:lnTo>
                <a:lnTo>
                  <a:pt x="446" y="57"/>
                </a:lnTo>
                <a:lnTo>
                  <a:pt x="447" y="57"/>
                </a:lnTo>
                <a:lnTo>
                  <a:pt x="448" y="56"/>
                </a:lnTo>
                <a:lnTo>
                  <a:pt x="449" y="56"/>
                </a:lnTo>
                <a:lnTo>
                  <a:pt x="450" y="55"/>
                </a:lnTo>
                <a:lnTo>
                  <a:pt x="450" y="54"/>
                </a:lnTo>
                <a:lnTo>
                  <a:pt x="450" y="52"/>
                </a:lnTo>
                <a:lnTo>
                  <a:pt x="450" y="51"/>
                </a:lnTo>
                <a:lnTo>
                  <a:pt x="450" y="50"/>
                </a:lnTo>
                <a:lnTo>
                  <a:pt x="449" y="50"/>
                </a:lnTo>
                <a:lnTo>
                  <a:pt x="449" y="49"/>
                </a:lnTo>
                <a:lnTo>
                  <a:pt x="449" y="48"/>
                </a:lnTo>
                <a:lnTo>
                  <a:pt x="448" y="48"/>
                </a:lnTo>
                <a:lnTo>
                  <a:pt x="447" y="47"/>
                </a:lnTo>
                <a:lnTo>
                  <a:pt x="446" y="46"/>
                </a:lnTo>
                <a:lnTo>
                  <a:pt x="446" y="45"/>
                </a:lnTo>
                <a:lnTo>
                  <a:pt x="446" y="44"/>
                </a:lnTo>
                <a:lnTo>
                  <a:pt x="446" y="43"/>
                </a:lnTo>
                <a:lnTo>
                  <a:pt x="447" y="42"/>
                </a:lnTo>
                <a:lnTo>
                  <a:pt x="449" y="40"/>
                </a:lnTo>
                <a:lnTo>
                  <a:pt x="452" y="38"/>
                </a:lnTo>
                <a:lnTo>
                  <a:pt x="453" y="38"/>
                </a:lnTo>
                <a:lnTo>
                  <a:pt x="453" y="37"/>
                </a:lnTo>
                <a:lnTo>
                  <a:pt x="454" y="37"/>
                </a:lnTo>
                <a:lnTo>
                  <a:pt x="455" y="36"/>
                </a:lnTo>
                <a:lnTo>
                  <a:pt x="456" y="36"/>
                </a:lnTo>
                <a:lnTo>
                  <a:pt x="456" y="35"/>
                </a:lnTo>
                <a:lnTo>
                  <a:pt x="458" y="34"/>
                </a:lnTo>
                <a:lnTo>
                  <a:pt x="460" y="34"/>
                </a:lnTo>
                <a:lnTo>
                  <a:pt x="461" y="33"/>
                </a:lnTo>
                <a:lnTo>
                  <a:pt x="462" y="33"/>
                </a:lnTo>
                <a:lnTo>
                  <a:pt x="463" y="32"/>
                </a:lnTo>
                <a:lnTo>
                  <a:pt x="464" y="32"/>
                </a:lnTo>
                <a:lnTo>
                  <a:pt x="465" y="32"/>
                </a:lnTo>
                <a:lnTo>
                  <a:pt x="466" y="32"/>
                </a:lnTo>
                <a:lnTo>
                  <a:pt x="468" y="31"/>
                </a:lnTo>
                <a:lnTo>
                  <a:pt x="473" y="30"/>
                </a:lnTo>
                <a:lnTo>
                  <a:pt x="475" y="30"/>
                </a:lnTo>
                <a:lnTo>
                  <a:pt x="476" y="29"/>
                </a:lnTo>
                <a:lnTo>
                  <a:pt x="477" y="29"/>
                </a:lnTo>
                <a:lnTo>
                  <a:pt x="478" y="29"/>
                </a:lnTo>
                <a:lnTo>
                  <a:pt x="479" y="29"/>
                </a:lnTo>
                <a:lnTo>
                  <a:pt x="480" y="29"/>
                </a:lnTo>
                <a:lnTo>
                  <a:pt x="480" y="30"/>
                </a:lnTo>
                <a:lnTo>
                  <a:pt x="481" y="29"/>
                </a:lnTo>
                <a:lnTo>
                  <a:pt x="483" y="29"/>
                </a:lnTo>
                <a:lnTo>
                  <a:pt x="486" y="30"/>
                </a:lnTo>
                <a:lnTo>
                  <a:pt x="487" y="31"/>
                </a:lnTo>
                <a:lnTo>
                  <a:pt x="488" y="31"/>
                </a:lnTo>
                <a:lnTo>
                  <a:pt x="490" y="31"/>
                </a:lnTo>
                <a:lnTo>
                  <a:pt x="495" y="34"/>
                </a:lnTo>
                <a:lnTo>
                  <a:pt x="496" y="35"/>
                </a:lnTo>
                <a:lnTo>
                  <a:pt x="497" y="35"/>
                </a:lnTo>
                <a:lnTo>
                  <a:pt x="498" y="35"/>
                </a:lnTo>
                <a:lnTo>
                  <a:pt x="498" y="36"/>
                </a:lnTo>
                <a:lnTo>
                  <a:pt x="499" y="36"/>
                </a:lnTo>
                <a:lnTo>
                  <a:pt x="500" y="36"/>
                </a:lnTo>
                <a:lnTo>
                  <a:pt x="501" y="36"/>
                </a:lnTo>
                <a:lnTo>
                  <a:pt x="502" y="36"/>
                </a:lnTo>
                <a:lnTo>
                  <a:pt x="503" y="36"/>
                </a:lnTo>
                <a:lnTo>
                  <a:pt x="504" y="37"/>
                </a:lnTo>
                <a:lnTo>
                  <a:pt x="506" y="37"/>
                </a:lnTo>
                <a:lnTo>
                  <a:pt x="507" y="37"/>
                </a:lnTo>
                <a:lnTo>
                  <a:pt x="509" y="37"/>
                </a:lnTo>
                <a:lnTo>
                  <a:pt x="510" y="37"/>
                </a:lnTo>
                <a:lnTo>
                  <a:pt x="511" y="37"/>
                </a:lnTo>
                <a:lnTo>
                  <a:pt x="513" y="38"/>
                </a:lnTo>
                <a:lnTo>
                  <a:pt x="514" y="38"/>
                </a:lnTo>
                <a:lnTo>
                  <a:pt x="515" y="39"/>
                </a:lnTo>
                <a:lnTo>
                  <a:pt x="516" y="39"/>
                </a:lnTo>
                <a:lnTo>
                  <a:pt x="517" y="39"/>
                </a:lnTo>
                <a:lnTo>
                  <a:pt x="517" y="40"/>
                </a:lnTo>
                <a:lnTo>
                  <a:pt x="519" y="40"/>
                </a:lnTo>
                <a:lnTo>
                  <a:pt x="521" y="40"/>
                </a:lnTo>
                <a:lnTo>
                  <a:pt x="522" y="40"/>
                </a:lnTo>
                <a:lnTo>
                  <a:pt x="523" y="40"/>
                </a:lnTo>
                <a:lnTo>
                  <a:pt x="524" y="40"/>
                </a:lnTo>
                <a:lnTo>
                  <a:pt x="525" y="41"/>
                </a:lnTo>
                <a:lnTo>
                  <a:pt x="526" y="41"/>
                </a:lnTo>
                <a:lnTo>
                  <a:pt x="526" y="42"/>
                </a:lnTo>
                <a:lnTo>
                  <a:pt x="526" y="43"/>
                </a:lnTo>
                <a:lnTo>
                  <a:pt x="526" y="44"/>
                </a:lnTo>
                <a:lnTo>
                  <a:pt x="526" y="45"/>
                </a:lnTo>
                <a:lnTo>
                  <a:pt x="526" y="46"/>
                </a:lnTo>
                <a:lnTo>
                  <a:pt x="527" y="47"/>
                </a:lnTo>
                <a:lnTo>
                  <a:pt x="527" y="48"/>
                </a:lnTo>
                <a:lnTo>
                  <a:pt x="528" y="49"/>
                </a:lnTo>
                <a:lnTo>
                  <a:pt x="529" y="49"/>
                </a:lnTo>
                <a:lnTo>
                  <a:pt x="530" y="49"/>
                </a:lnTo>
                <a:lnTo>
                  <a:pt x="531" y="48"/>
                </a:lnTo>
                <a:lnTo>
                  <a:pt x="532" y="47"/>
                </a:lnTo>
                <a:lnTo>
                  <a:pt x="533" y="47"/>
                </a:lnTo>
                <a:lnTo>
                  <a:pt x="533" y="46"/>
                </a:lnTo>
                <a:lnTo>
                  <a:pt x="534" y="45"/>
                </a:lnTo>
                <a:lnTo>
                  <a:pt x="534" y="44"/>
                </a:lnTo>
                <a:lnTo>
                  <a:pt x="535" y="43"/>
                </a:lnTo>
                <a:lnTo>
                  <a:pt x="537" y="41"/>
                </a:lnTo>
                <a:lnTo>
                  <a:pt x="538" y="41"/>
                </a:lnTo>
                <a:lnTo>
                  <a:pt x="539" y="41"/>
                </a:lnTo>
                <a:lnTo>
                  <a:pt x="540" y="40"/>
                </a:lnTo>
                <a:lnTo>
                  <a:pt x="541" y="41"/>
                </a:lnTo>
                <a:lnTo>
                  <a:pt x="542" y="41"/>
                </a:lnTo>
                <a:lnTo>
                  <a:pt x="542" y="42"/>
                </a:lnTo>
                <a:lnTo>
                  <a:pt x="543" y="42"/>
                </a:lnTo>
                <a:lnTo>
                  <a:pt x="543" y="43"/>
                </a:lnTo>
                <a:lnTo>
                  <a:pt x="544" y="43"/>
                </a:lnTo>
                <a:lnTo>
                  <a:pt x="544" y="44"/>
                </a:lnTo>
                <a:lnTo>
                  <a:pt x="545" y="45"/>
                </a:lnTo>
                <a:lnTo>
                  <a:pt x="545" y="47"/>
                </a:lnTo>
                <a:lnTo>
                  <a:pt x="545" y="48"/>
                </a:lnTo>
                <a:lnTo>
                  <a:pt x="546" y="49"/>
                </a:lnTo>
                <a:lnTo>
                  <a:pt x="547" y="49"/>
                </a:lnTo>
                <a:lnTo>
                  <a:pt x="548" y="50"/>
                </a:lnTo>
                <a:lnTo>
                  <a:pt x="550" y="51"/>
                </a:lnTo>
                <a:lnTo>
                  <a:pt x="551" y="52"/>
                </a:lnTo>
                <a:lnTo>
                  <a:pt x="552" y="53"/>
                </a:lnTo>
                <a:lnTo>
                  <a:pt x="552" y="54"/>
                </a:lnTo>
                <a:lnTo>
                  <a:pt x="553" y="54"/>
                </a:lnTo>
                <a:lnTo>
                  <a:pt x="554" y="54"/>
                </a:lnTo>
                <a:lnTo>
                  <a:pt x="555" y="54"/>
                </a:lnTo>
                <a:lnTo>
                  <a:pt x="557" y="54"/>
                </a:lnTo>
                <a:lnTo>
                  <a:pt x="558" y="54"/>
                </a:lnTo>
                <a:lnTo>
                  <a:pt x="559" y="54"/>
                </a:lnTo>
                <a:lnTo>
                  <a:pt x="560" y="55"/>
                </a:lnTo>
                <a:lnTo>
                  <a:pt x="561" y="55"/>
                </a:lnTo>
                <a:lnTo>
                  <a:pt x="561" y="56"/>
                </a:lnTo>
                <a:lnTo>
                  <a:pt x="561" y="57"/>
                </a:lnTo>
                <a:lnTo>
                  <a:pt x="560" y="58"/>
                </a:lnTo>
                <a:lnTo>
                  <a:pt x="559" y="58"/>
                </a:lnTo>
                <a:lnTo>
                  <a:pt x="559" y="59"/>
                </a:lnTo>
                <a:lnTo>
                  <a:pt x="559" y="60"/>
                </a:lnTo>
                <a:lnTo>
                  <a:pt x="559" y="61"/>
                </a:lnTo>
                <a:lnTo>
                  <a:pt x="560" y="62"/>
                </a:lnTo>
                <a:lnTo>
                  <a:pt x="560" y="63"/>
                </a:lnTo>
                <a:lnTo>
                  <a:pt x="561" y="64"/>
                </a:lnTo>
                <a:lnTo>
                  <a:pt x="561" y="65"/>
                </a:lnTo>
                <a:lnTo>
                  <a:pt x="560" y="65"/>
                </a:lnTo>
                <a:lnTo>
                  <a:pt x="560" y="66"/>
                </a:lnTo>
                <a:lnTo>
                  <a:pt x="559" y="66"/>
                </a:lnTo>
                <a:lnTo>
                  <a:pt x="559" y="67"/>
                </a:lnTo>
                <a:lnTo>
                  <a:pt x="557" y="68"/>
                </a:lnTo>
                <a:lnTo>
                  <a:pt x="556" y="68"/>
                </a:lnTo>
                <a:lnTo>
                  <a:pt x="555" y="68"/>
                </a:lnTo>
                <a:lnTo>
                  <a:pt x="554" y="70"/>
                </a:lnTo>
                <a:lnTo>
                  <a:pt x="553" y="70"/>
                </a:lnTo>
                <a:lnTo>
                  <a:pt x="553" y="71"/>
                </a:lnTo>
                <a:lnTo>
                  <a:pt x="553" y="72"/>
                </a:lnTo>
                <a:lnTo>
                  <a:pt x="553" y="73"/>
                </a:lnTo>
                <a:lnTo>
                  <a:pt x="554" y="75"/>
                </a:lnTo>
                <a:lnTo>
                  <a:pt x="555" y="78"/>
                </a:lnTo>
                <a:lnTo>
                  <a:pt x="555" y="79"/>
                </a:lnTo>
                <a:lnTo>
                  <a:pt x="555" y="80"/>
                </a:lnTo>
                <a:lnTo>
                  <a:pt x="555" y="81"/>
                </a:lnTo>
                <a:lnTo>
                  <a:pt x="556" y="81"/>
                </a:lnTo>
                <a:lnTo>
                  <a:pt x="556" y="82"/>
                </a:lnTo>
                <a:lnTo>
                  <a:pt x="557" y="82"/>
                </a:lnTo>
                <a:lnTo>
                  <a:pt x="558" y="82"/>
                </a:lnTo>
                <a:lnTo>
                  <a:pt x="558" y="81"/>
                </a:lnTo>
                <a:lnTo>
                  <a:pt x="559" y="80"/>
                </a:lnTo>
                <a:lnTo>
                  <a:pt x="560" y="79"/>
                </a:lnTo>
                <a:lnTo>
                  <a:pt x="560" y="78"/>
                </a:lnTo>
                <a:lnTo>
                  <a:pt x="561" y="78"/>
                </a:lnTo>
                <a:lnTo>
                  <a:pt x="561" y="77"/>
                </a:lnTo>
                <a:lnTo>
                  <a:pt x="562" y="77"/>
                </a:lnTo>
                <a:lnTo>
                  <a:pt x="563" y="76"/>
                </a:lnTo>
                <a:lnTo>
                  <a:pt x="565" y="76"/>
                </a:lnTo>
                <a:lnTo>
                  <a:pt x="566" y="75"/>
                </a:lnTo>
                <a:lnTo>
                  <a:pt x="567" y="74"/>
                </a:lnTo>
                <a:lnTo>
                  <a:pt x="567" y="73"/>
                </a:lnTo>
                <a:lnTo>
                  <a:pt x="567" y="72"/>
                </a:lnTo>
                <a:lnTo>
                  <a:pt x="568" y="72"/>
                </a:lnTo>
                <a:lnTo>
                  <a:pt x="572" y="72"/>
                </a:lnTo>
                <a:lnTo>
                  <a:pt x="572" y="71"/>
                </a:lnTo>
                <a:lnTo>
                  <a:pt x="573" y="71"/>
                </a:lnTo>
                <a:lnTo>
                  <a:pt x="574" y="71"/>
                </a:lnTo>
                <a:lnTo>
                  <a:pt x="576" y="71"/>
                </a:lnTo>
                <a:lnTo>
                  <a:pt x="577" y="71"/>
                </a:lnTo>
                <a:lnTo>
                  <a:pt x="578" y="71"/>
                </a:lnTo>
                <a:lnTo>
                  <a:pt x="578" y="72"/>
                </a:lnTo>
                <a:lnTo>
                  <a:pt x="578" y="73"/>
                </a:lnTo>
                <a:lnTo>
                  <a:pt x="578" y="74"/>
                </a:lnTo>
                <a:lnTo>
                  <a:pt x="578" y="75"/>
                </a:lnTo>
                <a:lnTo>
                  <a:pt x="578" y="76"/>
                </a:lnTo>
                <a:lnTo>
                  <a:pt x="579" y="76"/>
                </a:lnTo>
                <a:lnTo>
                  <a:pt x="580" y="77"/>
                </a:lnTo>
                <a:lnTo>
                  <a:pt x="581" y="78"/>
                </a:lnTo>
                <a:lnTo>
                  <a:pt x="582" y="79"/>
                </a:lnTo>
                <a:lnTo>
                  <a:pt x="583" y="80"/>
                </a:lnTo>
                <a:lnTo>
                  <a:pt x="584" y="80"/>
                </a:lnTo>
                <a:lnTo>
                  <a:pt x="585" y="81"/>
                </a:lnTo>
                <a:lnTo>
                  <a:pt x="586" y="81"/>
                </a:lnTo>
                <a:lnTo>
                  <a:pt x="586" y="82"/>
                </a:lnTo>
                <a:lnTo>
                  <a:pt x="587" y="82"/>
                </a:lnTo>
                <a:lnTo>
                  <a:pt x="588" y="83"/>
                </a:lnTo>
                <a:lnTo>
                  <a:pt x="590" y="84"/>
                </a:lnTo>
                <a:lnTo>
                  <a:pt x="590" y="85"/>
                </a:lnTo>
                <a:lnTo>
                  <a:pt x="591" y="86"/>
                </a:lnTo>
                <a:lnTo>
                  <a:pt x="591" y="87"/>
                </a:lnTo>
                <a:lnTo>
                  <a:pt x="591" y="88"/>
                </a:lnTo>
                <a:lnTo>
                  <a:pt x="592" y="88"/>
                </a:lnTo>
                <a:lnTo>
                  <a:pt x="592" y="89"/>
                </a:lnTo>
                <a:lnTo>
                  <a:pt x="593" y="90"/>
                </a:lnTo>
                <a:lnTo>
                  <a:pt x="594" y="90"/>
                </a:lnTo>
                <a:lnTo>
                  <a:pt x="595" y="90"/>
                </a:lnTo>
                <a:lnTo>
                  <a:pt x="595" y="91"/>
                </a:lnTo>
                <a:lnTo>
                  <a:pt x="596" y="91"/>
                </a:lnTo>
                <a:lnTo>
                  <a:pt x="596" y="92"/>
                </a:lnTo>
                <a:lnTo>
                  <a:pt x="597" y="93"/>
                </a:lnTo>
                <a:lnTo>
                  <a:pt x="598" y="93"/>
                </a:lnTo>
                <a:lnTo>
                  <a:pt x="598" y="94"/>
                </a:lnTo>
                <a:lnTo>
                  <a:pt x="599" y="94"/>
                </a:lnTo>
                <a:lnTo>
                  <a:pt x="600" y="94"/>
                </a:lnTo>
                <a:lnTo>
                  <a:pt x="600" y="93"/>
                </a:lnTo>
                <a:lnTo>
                  <a:pt x="601" y="92"/>
                </a:lnTo>
                <a:lnTo>
                  <a:pt x="601" y="91"/>
                </a:lnTo>
                <a:lnTo>
                  <a:pt x="601" y="90"/>
                </a:lnTo>
                <a:lnTo>
                  <a:pt x="602" y="90"/>
                </a:lnTo>
                <a:lnTo>
                  <a:pt x="602" y="89"/>
                </a:lnTo>
                <a:lnTo>
                  <a:pt x="602" y="86"/>
                </a:lnTo>
                <a:lnTo>
                  <a:pt x="603" y="85"/>
                </a:lnTo>
                <a:lnTo>
                  <a:pt x="604" y="84"/>
                </a:lnTo>
                <a:lnTo>
                  <a:pt x="605" y="84"/>
                </a:lnTo>
                <a:lnTo>
                  <a:pt x="606" y="84"/>
                </a:lnTo>
                <a:lnTo>
                  <a:pt x="610" y="86"/>
                </a:lnTo>
                <a:lnTo>
                  <a:pt x="613" y="86"/>
                </a:lnTo>
                <a:lnTo>
                  <a:pt x="613" y="87"/>
                </a:lnTo>
                <a:lnTo>
                  <a:pt x="615" y="87"/>
                </a:lnTo>
                <a:lnTo>
                  <a:pt x="615" y="88"/>
                </a:lnTo>
                <a:lnTo>
                  <a:pt x="616" y="88"/>
                </a:lnTo>
                <a:lnTo>
                  <a:pt x="616" y="89"/>
                </a:lnTo>
                <a:lnTo>
                  <a:pt x="616" y="90"/>
                </a:lnTo>
                <a:lnTo>
                  <a:pt x="615" y="90"/>
                </a:lnTo>
                <a:lnTo>
                  <a:pt x="615" y="91"/>
                </a:lnTo>
                <a:lnTo>
                  <a:pt x="614" y="91"/>
                </a:lnTo>
                <a:lnTo>
                  <a:pt x="613" y="91"/>
                </a:lnTo>
                <a:lnTo>
                  <a:pt x="612" y="91"/>
                </a:lnTo>
                <a:lnTo>
                  <a:pt x="610" y="92"/>
                </a:lnTo>
                <a:lnTo>
                  <a:pt x="609" y="93"/>
                </a:lnTo>
                <a:lnTo>
                  <a:pt x="608" y="94"/>
                </a:lnTo>
                <a:lnTo>
                  <a:pt x="608" y="95"/>
                </a:lnTo>
                <a:lnTo>
                  <a:pt x="608" y="96"/>
                </a:lnTo>
                <a:lnTo>
                  <a:pt x="610" y="99"/>
                </a:lnTo>
                <a:lnTo>
                  <a:pt x="611" y="100"/>
                </a:lnTo>
                <a:lnTo>
                  <a:pt x="612" y="102"/>
                </a:lnTo>
                <a:lnTo>
                  <a:pt x="613" y="103"/>
                </a:lnTo>
                <a:lnTo>
                  <a:pt x="613" y="104"/>
                </a:lnTo>
                <a:lnTo>
                  <a:pt x="613" y="105"/>
                </a:lnTo>
                <a:lnTo>
                  <a:pt x="613" y="106"/>
                </a:lnTo>
                <a:lnTo>
                  <a:pt x="612" y="107"/>
                </a:lnTo>
                <a:lnTo>
                  <a:pt x="608" y="109"/>
                </a:lnTo>
                <a:lnTo>
                  <a:pt x="606" y="109"/>
                </a:lnTo>
                <a:lnTo>
                  <a:pt x="605" y="109"/>
                </a:lnTo>
                <a:lnTo>
                  <a:pt x="604" y="109"/>
                </a:lnTo>
                <a:lnTo>
                  <a:pt x="604" y="110"/>
                </a:lnTo>
                <a:lnTo>
                  <a:pt x="603" y="110"/>
                </a:lnTo>
                <a:lnTo>
                  <a:pt x="603" y="111"/>
                </a:lnTo>
                <a:lnTo>
                  <a:pt x="602" y="113"/>
                </a:lnTo>
                <a:lnTo>
                  <a:pt x="602" y="116"/>
                </a:lnTo>
                <a:lnTo>
                  <a:pt x="602" y="117"/>
                </a:lnTo>
                <a:lnTo>
                  <a:pt x="603" y="118"/>
                </a:lnTo>
                <a:lnTo>
                  <a:pt x="603" y="119"/>
                </a:lnTo>
                <a:lnTo>
                  <a:pt x="604" y="121"/>
                </a:lnTo>
                <a:lnTo>
                  <a:pt x="605" y="122"/>
                </a:lnTo>
                <a:lnTo>
                  <a:pt x="606" y="123"/>
                </a:lnTo>
                <a:lnTo>
                  <a:pt x="607" y="124"/>
                </a:lnTo>
                <a:lnTo>
                  <a:pt x="608" y="124"/>
                </a:lnTo>
                <a:lnTo>
                  <a:pt x="608" y="125"/>
                </a:lnTo>
                <a:lnTo>
                  <a:pt x="609" y="125"/>
                </a:lnTo>
                <a:lnTo>
                  <a:pt x="611" y="127"/>
                </a:lnTo>
                <a:lnTo>
                  <a:pt x="612" y="127"/>
                </a:lnTo>
                <a:lnTo>
                  <a:pt x="613" y="128"/>
                </a:lnTo>
                <a:lnTo>
                  <a:pt x="614" y="128"/>
                </a:lnTo>
                <a:lnTo>
                  <a:pt x="614" y="127"/>
                </a:lnTo>
                <a:lnTo>
                  <a:pt x="615" y="127"/>
                </a:lnTo>
                <a:lnTo>
                  <a:pt x="615" y="126"/>
                </a:lnTo>
                <a:lnTo>
                  <a:pt x="616" y="124"/>
                </a:lnTo>
                <a:lnTo>
                  <a:pt x="616" y="123"/>
                </a:lnTo>
                <a:lnTo>
                  <a:pt x="616" y="121"/>
                </a:lnTo>
                <a:lnTo>
                  <a:pt x="617" y="121"/>
                </a:lnTo>
                <a:lnTo>
                  <a:pt x="620" y="122"/>
                </a:lnTo>
                <a:lnTo>
                  <a:pt x="622" y="123"/>
                </a:lnTo>
                <a:lnTo>
                  <a:pt x="623" y="123"/>
                </a:lnTo>
                <a:lnTo>
                  <a:pt x="624" y="124"/>
                </a:lnTo>
                <a:lnTo>
                  <a:pt x="626" y="125"/>
                </a:lnTo>
                <a:lnTo>
                  <a:pt x="632" y="127"/>
                </a:lnTo>
                <a:lnTo>
                  <a:pt x="632" y="128"/>
                </a:lnTo>
                <a:lnTo>
                  <a:pt x="634" y="129"/>
                </a:lnTo>
                <a:lnTo>
                  <a:pt x="636" y="130"/>
                </a:lnTo>
                <a:lnTo>
                  <a:pt x="636" y="131"/>
                </a:lnTo>
                <a:lnTo>
                  <a:pt x="637" y="131"/>
                </a:lnTo>
                <a:lnTo>
                  <a:pt x="637" y="132"/>
                </a:lnTo>
                <a:lnTo>
                  <a:pt x="638" y="132"/>
                </a:lnTo>
                <a:lnTo>
                  <a:pt x="638" y="133"/>
                </a:lnTo>
                <a:lnTo>
                  <a:pt x="637" y="135"/>
                </a:lnTo>
                <a:lnTo>
                  <a:pt x="637" y="136"/>
                </a:lnTo>
                <a:lnTo>
                  <a:pt x="637" y="137"/>
                </a:lnTo>
                <a:lnTo>
                  <a:pt x="637" y="138"/>
                </a:lnTo>
                <a:lnTo>
                  <a:pt x="637" y="139"/>
                </a:lnTo>
                <a:lnTo>
                  <a:pt x="637" y="140"/>
                </a:lnTo>
                <a:lnTo>
                  <a:pt x="637" y="142"/>
                </a:lnTo>
                <a:lnTo>
                  <a:pt x="637" y="143"/>
                </a:lnTo>
                <a:lnTo>
                  <a:pt x="638" y="144"/>
                </a:lnTo>
                <a:lnTo>
                  <a:pt x="639" y="144"/>
                </a:lnTo>
                <a:lnTo>
                  <a:pt x="640" y="144"/>
                </a:lnTo>
                <a:lnTo>
                  <a:pt x="641" y="143"/>
                </a:lnTo>
                <a:lnTo>
                  <a:pt x="642" y="143"/>
                </a:lnTo>
                <a:lnTo>
                  <a:pt x="642" y="142"/>
                </a:lnTo>
                <a:lnTo>
                  <a:pt x="643" y="142"/>
                </a:lnTo>
                <a:lnTo>
                  <a:pt x="644" y="141"/>
                </a:lnTo>
                <a:lnTo>
                  <a:pt x="645" y="141"/>
                </a:lnTo>
                <a:lnTo>
                  <a:pt x="646" y="141"/>
                </a:lnTo>
                <a:lnTo>
                  <a:pt x="647" y="141"/>
                </a:lnTo>
                <a:lnTo>
                  <a:pt x="648" y="141"/>
                </a:lnTo>
                <a:lnTo>
                  <a:pt x="648" y="142"/>
                </a:lnTo>
                <a:lnTo>
                  <a:pt x="649" y="143"/>
                </a:lnTo>
                <a:lnTo>
                  <a:pt x="650" y="144"/>
                </a:lnTo>
                <a:lnTo>
                  <a:pt x="652" y="146"/>
                </a:lnTo>
                <a:lnTo>
                  <a:pt x="653" y="147"/>
                </a:lnTo>
                <a:lnTo>
                  <a:pt x="654" y="147"/>
                </a:lnTo>
                <a:lnTo>
                  <a:pt x="655" y="148"/>
                </a:lnTo>
                <a:lnTo>
                  <a:pt x="657" y="150"/>
                </a:lnTo>
                <a:lnTo>
                  <a:pt x="658" y="151"/>
                </a:lnTo>
                <a:lnTo>
                  <a:pt x="660" y="153"/>
                </a:lnTo>
                <a:lnTo>
                  <a:pt x="662" y="156"/>
                </a:lnTo>
                <a:lnTo>
                  <a:pt x="662" y="157"/>
                </a:lnTo>
                <a:lnTo>
                  <a:pt x="662" y="160"/>
                </a:lnTo>
                <a:lnTo>
                  <a:pt x="662" y="161"/>
                </a:lnTo>
                <a:lnTo>
                  <a:pt x="662" y="162"/>
                </a:lnTo>
                <a:lnTo>
                  <a:pt x="661" y="163"/>
                </a:lnTo>
                <a:lnTo>
                  <a:pt x="660" y="164"/>
                </a:lnTo>
                <a:lnTo>
                  <a:pt x="659" y="164"/>
                </a:lnTo>
                <a:lnTo>
                  <a:pt x="659" y="165"/>
                </a:lnTo>
                <a:lnTo>
                  <a:pt x="659" y="166"/>
                </a:lnTo>
                <a:lnTo>
                  <a:pt x="659" y="167"/>
                </a:lnTo>
                <a:lnTo>
                  <a:pt x="660" y="168"/>
                </a:lnTo>
                <a:lnTo>
                  <a:pt x="660" y="169"/>
                </a:lnTo>
                <a:lnTo>
                  <a:pt x="660" y="170"/>
                </a:lnTo>
                <a:lnTo>
                  <a:pt x="661" y="170"/>
                </a:lnTo>
                <a:lnTo>
                  <a:pt x="662" y="171"/>
                </a:lnTo>
                <a:lnTo>
                  <a:pt x="663" y="172"/>
                </a:lnTo>
                <a:lnTo>
                  <a:pt x="664" y="172"/>
                </a:lnTo>
                <a:lnTo>
                  <a:pt x="665" y="172"/>
                </a:lnTo>
                <a:lnTo>
                  <a:pt x="666" y="172"/>
                </a:lnTo>
                <a:lnTo>
                  <a:pt x="667" y="171"/>
                </a:lnTo>
                <a:lnTo>
                  <a:pt x="669" y="171"/>
                </a:lnTo>
                <a:lnTo>
                  <a:pt x="670" y="170"/>
                </a:lnTo>
                <a:lnTo>
                  <a:pt x="671" y="170"/>
                </a:lnTo>
                <a:lnTo>
                  <a:pt x="674" y="170"/>
                </a:lnTo>
                <a:lnTo>
                  <a:pt x="675" y="170"/>
                </a:lnTo>
                <a:lnTo>
                  <a:pt x="676" y="171"/>
                </a:lnTo>
                <a:lnTo>
                  <a:pt x="676" y="172"/>
                </a:lnTo>
                <a:lnTo>
                  <a:pt x="676" y="173"/>
                </a:lnTo>
                <a:lnTo>
                  <a:pt x="676" y="174"/>
                </a:lnTo>
                <a:lnTo>
                  <a:pt x="675" y="174"/>
                </a:lnTo>
                <a:lnTo>
                  <a:pt x="674" y="174"/>
                </a:lnTo>
                <a:lnTo>
                  <a:pt x="673" y="174"/>
                </a:lnTo>
                <a:lnTo>
                  <a:pt x="672" y="174"/>
                </a:lnTo>
                <a:lnTo>
                  <a:pt x="672" y="175"/>
                </a:lnTo>
                <a:lnTo>
                  <a:pt x="671" y="175"/>
                </a:lnTo>
                <a:lnTo>
                  <a:pt x="671" y="176"/>
                </a:lnTo>
                <a:lnTo>
                  <a:pt x="670" y="177"/>
                </a:lnTo>
                <a:lnTo>
                  <a:pt x="670" y="178"/>
                </a:lnTo>
                <a:lnTo>
                  <a:pt x="669" y="178"/>
                </a:lnTo>
                <a:lnTo>
                  <a:pt x="668" y="178"/>
                </a:lnTo>
                <a:lnTo>
                  <a:pt x="668" y="179"/>
                </a:lnTo>
                <a:lnTo>
                  <a:pt x="667" y="179"/>
                </a:lnTo>
                <a:lnTo>
                  <a:pt x="667" y="180"/>
                </a:lnTo>
                <a:lnTo>
                  <a:pt x="666" y="180"/>
                </a:lnTo>
                <a:lnTo>
                  <a:pt x="666" y="181"/>
                </a:lnTo>
                <a:lnTo>
                  <a:pt x="665" y="181"/>
                </a:lnTo>
                <a:lnTo>
                  <a:pt x="665" y="182"/>
                </a:lnTo>
                <a:lnTo>
                  <a:pt x="665" y="183"/>
                </a:lnTo>
                <a:lnTo>
                  <a:pt x="664" y="183"/>
                </a:lnTo>
                <a:lnTo>
                  <a:pt x="664" y="184"/>
                </a:lnTo>
                <a:lnTo>
                  <a:pt x="663" y="184"/>
                </a:lnTo>
                <a:lnTo>
                  <a:pt x="663" y="185"/>
                </a:lnTo>
                <a:lnTo>
                  <a:pt x="663" y="186"/>
                </a:lnTo>
                <a:lnTo>
                  <a:pt x="662" y="187"/>
                </a:lnTo>
                <a:lnTo>
                  <a:pt x="662" y="188"/>
                </a:lnTo>
                <a:lnTo>
                  <a:pt x="662" y="189"/>
                </a:lnTo>
                <a:lnTo>
                  <a:pt x="662" y="190"/>
                </a:lnTo>
                <a:lnTo>
                  <a:pt x="662" y="191"/>
                </a:lnTo>
                <a:lnTo>
                  <a:pt x="663" y="192"/>
                </a:lnTo>
                <a:lnTo>
                  <a:pt x="664" y="192"/>
                </a:lnTo>
                <a:lnTo>
                  <a:pt x="665" y="192"/>
                </a:lnTo>
                <a:lnTo>
                  <a:pt x="666" y="193"/>
                </a:lnTo>
                <a:lnTo>
                  <a:pt x="668" y="193"/>
                </a:lnTo>
                <a:lnTo>
                  <a:pt x="669" y="193"/>
                </a:lnTo>
                <a:lnTo>
                  <a:pt x="669" y="194"/>
                </a:lnTo>
                <a:lnTo>
                  <a:pt x="670" y="194"/>
                </a:lnTo>
                <a:lnTo>
                  <a:pt x="672" y="194"/>
                </a:lnTo>
                <a:lnTo>
                  <a:pt x="673" y="194"/>
                </a:lnTo>
                <a:lnTo>
                  <a:pt x="675" y="193"/>
                </a:lnTo>
                <a:lnTo>
                  <a:pt x="676" y="193"/>
                </a:lnTo>
                <a:lnTo>
                  <a:pt x="677" y="193"/>
                </a:lnTo>
                <a:lnTo>
                  <a:pt x="678" y="194"/>
                </a:lnTo>
                <a:lnTo>
                  <a:pt x="679" y="195"/>
                </a:lnTo>
                <a:lnTo>
                  <a:pt x="680" y="195"/>
                </a:lnTo>
                <a:lnTo>
                  <a:pt x="681" y="195"/>
                </a:lnTo>
                <a:lnTo>
                  <a:pt x="682" y="195"/>
                </a:lnTo>
                <a:lnTo>
                  <a:pt x="682" y="196"/>
                </a:lnTo>
                <a:lnTo>
                  <a:pt x="683" y="196"/>
                </a:lnTo>
                <a:lnTo>
                  <a:pt x="684" y="196"/>
                </a:lnTo>
                <a:lnTo>
                  <a:pt x="687" y="196"/>
                </a:lnTo>
                <a:lnTo>
                  <a:pt x="688" y="195"/>
                </a:lnTo>
                <a:lnTo>
                  <a:pt x="690" y="195"/>
                </a:lnTo>
                <a:lnTo>
                  <a:pt x="690" y="196"/>
                </a:lnTo>
                <a:lnTo>
                  <a:pt x="695" y="197"/>
                </a:lnTo>
                <a:lnTo>
                  <a:pt x="696" y="198"/>
                </a:lnTo>
                <a:lnTo>
                  <a:pt x="697" y="198"/>
                </a:lnTo>
                <a:lnTo>
                  <a:pt x="698" y="198"/>
                </a:lnTo>
                <a:lnTo>
                  <a:pt x="698" y="199"/>
                </a:lnTo>
                <a:lnTo>
                  <a:pt x="699" y="199"/>
                </a:lnTo>
                <a:lnTo>
                  <a:pt x="699" y="200"/>
                </a:lnTo>
                <a:lnTo>
                  <a:pt x="699" y="201"/>
                </a:lnTo>
                <a:lnTo>
                  <a:pt x="700" y="201"/>
                </a:lnTo>
                <a:lnTo>
                  <a:pt x="699" y="204"/>
                </a:lnTo>
                <a:lnTo>
                  <a:pt x="699" y="205"/>
                </a:lnTo>
                <a:lnTo>
                  <a:pt x="698" y="205"/>
                </a:lnTo>
                <a:lnTo>
                  <a:pt x="698" y="206"/>
                </a:lnTo>
                <a:lnTo>
                  <a:pt x="698" y="207"/>
                </a:lnTo>
                <a:lnTo>
                  <a:pt x="698" y="208"/>
                </a:lnTo>
                <a:lnTo>
                  <a:pt x="698" y="209"/>
                </a:lnTo>
                <a:lnTo>
                  <a:pt x="698" y="211"/>
                </a:lnTo>
                <a:lnTo>
                  <a:pt x="699" y="211"/>
                </a:lnTo>
                <a:lnTo>
                  <a:pt x="699" y="212"/>
                </a:lnTo>
                <a:lnTo>
                  <a:pt x="699" y="213"/>
                </a:lnTo>
                <a:lnTo>
                  <a:pt x="698" y="213"/>
                </a:lnTo>
                <a:lnTo>
                  <a:pt x="698" y="214"/>
                </a:lnTo>
                <a:lnTo>
                  <a:pt x="697" y="214"/>
                </a:lnTo>
                <a:lnTo>
                  <a:pt x="697" y="215"/>
                </a:lnTo>
                <a:lnTo>
                  <a:pt x="697" y="216"/>
                </a:lnTo>
                <a:lnTo>
                  <a:pt x="697" y="217"/>
                </a:lnTo>
                <a:lnTo>
                  <a:pt x="697" y="218"/>
                </a:lnTo>
                <a:lnTo>
                  <a:pt x="697" y="219"/>
                </a:lnTo>
                <a:lnTo>
                  <a:pt x="698" y="219"/>
                </a:lnTo>
                <a:lnTo>
                  <a:pt x="698" y="220"/>
                </a:lnTo>
                <a:lnTo>
                  <a:pt x="697" y="220"/>
                </a:lnTo>
                <a:lnTo>
                  <a:pt x="696" y="220"/>
                </a:lnTo>
                <a:lnTo>
                  <a:pt x="694" y="220"/>
                </a:lnTo>
                <a:lnTo>
                  <a:pt x="693" y="220"/>
                </a:lnTo>
                <a:lnTo>
                  <a:pt x="692" y="220"/>
                </a:lnTo>
                <a:lnTo>
                  <a:pt x="691" y="221"/>
                </a:lnTo>
                <a:lnTo>
                  <a:pt x="689" y="223"/>
                </a:lnTo>
                <a:lnTo>
                  <a:pt x="689" y="224"/>
                </a:lnTo>
                <a:lnTo>
                  <a:pt x="689" y="227"/>
                </a:lnTo>
                <a:lnTo>
                  <a:pt x="690" y="228"/>
                </a:lnTo>
                <a:lnTo>
                  <a:pt x="690" y="229"/>
                </a:lnTo>
                <a:lnTo>
                  <a:pt x="691" y="230"/>
                </a:lnTo>
                <a:lnTo>
                  <a:pt x="692" y="230"/>
                </a:lnTo>
                <a:lnTo>
                  <a:pt x="693" y="231"/>
                </a:lnTo>
                <a:lnTo>
                  <a:pt x="694" y="232"/>
                </a:lnTo>
                <a:lnTo>
                  <a:pt x="694" y="233"/>
                </a:lnTo>
                <a:lnTo>
                  <a:pt x="693" y="234"/>
                </a:lnTo>
                <a:lnTo>
                  <a:pt x="693" y="235"/>
                </a:lnTo>
                <a:lnTo>
                  <a:pt x="694" y="237"/>
                </a:lnTo>
                <a:lnTo>
                  <a:pt x="694" y="238"/>
                </a:lnTo>
                <a:lnTo>
                  <a:pt x="694" y="239"/>
                </a:lnTo>
                <a:lnTo>
                  <a:pt x="695" y="240"/>
                </a:lnTo>
                <a:lnTo>
                  <a:pt x="697" y="241"/>
                </a:lnTo>
                <a:lnTo>
                  <a:pt x="698" y="241"/>
                </a:lnTo>
                <a:lnTo>
                  <a:pt x="699" y="241"/>
                </a:lnTo>
                <a:lnTo>
                  <a:pt x="700" y="241"/>
                </a:lnTo>
                <a:lnTo>
                  <a:pt x="701" y="242"/>
                </a:lnTo>
                <a:lnTo>
                  <a:pt x="701" y="243"/>
                </a:lnTo>
                <a:lnTo>
                  <a:pt x="703" y="246"/>
                </a:lnTo>
                <a:lnTo>
                  <a:pt x="705" y="247"/>
                </a:lnTo>
                <a:lnTo>
                  <a:pt x="706" y="248"/>
                </a:lnTo>
                <a:lnTo>
                  <a:pt x="708" y="250"/>
                </a:lnTo>
                <a:lnTo>
                  <a:pt x="711" y="253"/>
                </a:lnTo>
                <a:lnTo>
                  <a:pt x="712" y="256"/>
                </a:lnTo>
                <a:lnTo>
                  <a:pt x="713" y="257"/>
                </a:lnTo>
                <a:lnTo>
                  <a:pt x="713" y="258"/>
                </a:lnTo>
                <a:lnTo>
                  <a:pt x="715" y="259"/>
                </a:lnTo>
                <a:lnTo>
                  <a:pt x="717" y="261"/>
                </a:lnTo>
                <a:lnTo>
                  <a:pt x="718" y="263"/>
                </a:lnTo>
                <a:lnTo>
                  <a:pt x="719" y="264"/>
                </a:lnTo>
                <a:lnTo>
                  <a:pt x="722" y="267"/>
                </a:lnTo>
                <a:lnTo>
                  <a:pt x="723" y="268"/>
                </a:lnTo>
                <a:lnTo>
                  <a:pt x="724" y="268"/>
                </a:lnTo>
                <a:lnTo>
                  <a:pt x="724" y="269"/>
                </a:lnTo>
                <a:lnTo>
                  <a:pt x="725" y="269"/>
                </a:lnTo>
                <a:lnTo>
                  <a:pt x="726" y="269"/>
                </a:lnTo>
                <a:lnTo>
                  <a:pt x="727" y="269"/>
                </a:lnTo>
                <a:lnTo>
                  <a:pt x="728" y="270"/>
                </a:lnTo>
                <a:lnTo>
                  <a:pt x="728" y="271"/>
                </a:lnTo>
                <a:lnTo>
                  <a:pt x="728" y="272"/>
                </a:lnTo>
                <a:lnTo>
                  <a:pt x="728" y="273"/>
                </a:lnTo>
                <a:lnTo>
                  <a:pt x="728" y="274"/>
                </a:lnTo>
                <a:lnTo>
                  <a:pt x="729" y="275"/>
                </a:lnTo>
                <a:lnTo>
                  <a:pt x="730" y="275"/>
                </a:lnTo>
                <a:lnTo>
                  <a:pt x="732" y="275"/>
                </a:lnTo>
                <a:lnTo>
                  <a:pt x="733" y="275"/>
                </a:lnTo>
                <a:lnTo>
                  <a:pt x="734" y="274"/>
                </a:lnTo>
                <a:lnTo>
                  <a:pt x="735" y="274"/>
                </a:lnTo>
                <a:lnTo>
                  <a:pt x="736" y="274"/>
                </a:lnTo>
                <a:lnTo>
                  <a:pt x="738" y="276"/>
                </a:lnTo>
                <a:lnTo>
                  <a:pt x="738" y="277"/>
                </a:lnTo>
                <a:lnTo>
                  <a:pt x="739" y="279"/>
                </a:lnTo>
                <a:lnTo>
                  <a:pt x="738" y="280"/>
                </a:lnTo>
                <a:lnTo>
                  <a:pt x="738" y="281"/>
                </a:lnTo>
                <a:lnTo>
                  <a:pt x="738" y="282"/>
                </a:lnTo>
                <a:lnTo>
                  <a:pt x="738" y="283"/>
                </a:lnTo>
                <a:lnTo>
                  <a:pt x="739" y="284"/>
                </a:lnTo>
                <a:lnTo>
                  <a:pt x="739" y="285"/>
                </a:lnTo>
                <a:lnTo>
                  <a:pt x="740" y="286"/>
                </a:lnTo>
                <a:lnTo>
                  <a:pt x="742" y="288"/>
                </a:lnTo>
                <a:lnTo>
                  <a:pt x="742" y="289"/>
                </a:lnTo>
                <a:lnTo>
                  <a:pt x="742" y="291"/>
                </a:lnTo>
                <a:lnTo>
                  <a:pt x="742" y="292"/>
                </a:lnTo>
                <a:lnTo>
                  <a:pt x="742" y="294"/>
                </a:lnTo>
                <a:lnTo>
                  <a:pt x="741" y="294"/>
                </a:lnTo>
                <a:lnTo>
                  <a:pt x="740" y="295"/>
                </a:lnTo>
                <a:lnTo>
                  <a:pt x="739" y="296"/>
                </a:lnTo>
                <a:lnTo>
                  <a:pt x="738" y="297"/>
                </a:lnTo>
                <a:lnTo>
                  <a:pt x="736" y="299"/>
                </a:lnTo>
                <a:lnTo>
                  <a:pt x="736" y="300"/>
                </a:lnTo>
                <a:lnTo>
                  <a:pt x="736" y="301"/>
                </a:lnTo>
                <a:lnTo>
                  <a:pt x="737" y="301"/>
                </a:lnTo>
                <a:lnTo>
                  <a:pt x="737" y="302"/>
                </a:lnTo>
                <a:lnTo>
                  <a:pt x="739" y="304"/>
                </a:lnTo>
                <a:lnTo>
                  <a:pt x="741" y="305"/>
                </a:lnTo>
                <a:lnTo>
                  <a:pt x="742" y="305"/>
                </a:lnTo>
                <a:lnTo>
                  <a:pt x="744" y="306"/>
                </a:lnTo>
                <a:lnTo>
                  <a:pt x="745" y="306"/>
                </a:lnTo>
                <a:lnTo>
                  <a:pt x="746" y="306"/>
                </a:lnTo>
                <a:lnTo>
                  <a:pt x="748" y="306"/>
                </a:lnTo>
                <a:lnTo>
                  <a:pt x="751" y="306"/>
                </a:lnTo>
                <a:lnTo>
                  <a:pt x="753" y="307"/>
                </a:lnTo>
                <a:lnTo>
                  <a:pt x="755" y="307"/>
                </a:lnTo>
                <a:lnTo>
                  <a:pt x="759" y="308"/>
                </a:lnTo>
                <a:lnTo>
                  <a:pt x="760" y="309"/>
                </a:lnTo>
                <a:lnTo>
                  <a:pt x="761" y="309"/>
                </a:lnTo>
                <a:lnTo>
                  <a:pt x="761" y="310"/>
                </a:lnTo>
                <a:lnTo>
                  <a:pt x="761" y="311"/>
                </a:lnTo>
                <a:lnTo>
                  <a:pt x="761" y="312"/>
                </a:lnTo>
                <a:lnTo>
                  <a:pt x="760" y="312"/>
                </a:lnTo>
                <a:lnTo>
                  <a:pt x="760" y="313"/>
                </a:lnTo>
                <a:lnTo>
                  <a:pt x="760" y="314"/>
                </a:lnTo>
                <a:lnTo>
                  <a:pt x="760" y="315"/>
                </a:lnTo>
                <a:lnTo>
                  <a:pt x="759" y="316"/>
                </a:lnTo>
                <a:lnTo>
                  <a:pt x="758" y="317"/>
                </a:lnTo>
                <a:lnTo>
                  <a:pt x="758" y="318"/>
                </a:lnTo>
                <a:lnTo>
                  <a:pt x="758" y="321"/>
                </a:lnTo>
                <a:lnTo>
                  <a:pt x="758" y="322"/>
                </a:lnTo>
                <a:lnTo>
                  <a:pt x="758" y="323"/>
                </a:lnTo>
                <a:lnTo>
                  <a:pt x="758" y="324"/>
                </a:lnTo>
                <a:lnTo>
                  <a:pt x="757" y="324"/>
                </a:lnTo>
                <a:lnTo>
                  <a:pt x="757" y="325"/>
                </a:lnTo>
                <a:lnTo>
                  <a:pt x="757" y="326"/>
                </a:lnTo>
                <a:lnTo>
                  <a:pt x="756" y="326"/>
                </a:lnTo>
                <a:lnTo>
                  <a:pt x="756" y="327"/>
                </a:lnTo>
                <a:lnTo>
                  <a:pt x="756" y="328"/>
                </a:lnTo>
                <a:lnTo>
                  <a:pt x="757" y="328"/>
                </a:lnTo>
                <a:lnTo>
                  <a:pt x="757" y="329"/>
                </a:lnTo>
                <a:lnTo>
                  <a:pt x="758" y="330"/>
                </a:lnTo>
                <a:lnTo>
                  <a:pt x="759" y="331"/>
                </a:lnTo>
                <a:lnTo>
                  <a:pt x="761" y="332"/>
                </a:lnTo>
                <a:lnTo>
                  <a:pt x="762" y="332"/>
                </a:lnTo>
                <a:lnTo>
                  <a:pt x="764" y="332"/>
                </a:lnTo>
                <a:lnTo>
                  <a:pt x="767" y="332"/>
                </a:lnTo>
                <a:lnTo>
                  <a:pt x="770" y="332"/>
                </a:lnTo>
                <a:lnTo>
                  <a:pt x="772" y="331"/>
                </a:lnTo>
                <a:lnTo>
                  <a:pt x="773" y="331"/>
                </a:lnTo>
                <a:lnTo>
                  <a:pt x="774" y="331"/>
                </a:lnTo>
                <a:lnTo>
                  <a:pt x="776" y="334"/>
                </a:lnTo>
                <a:lnTo>
                  <a:pt x="777" y="335"/>
                </a:lnTo>
                <a:lnTo>
                  <a:pt x="778" y="338"/>
                </a:lnTo>
                <a:lnTo>
                  <a:pt x="779" y="340"/>
                </a:lnTo>
                <a:lnTo>
                  <a:pt x="779" y="341"/>
                </a:lnTo>
                <a:lnTo>
                  <a:pt x="778" y="342"/>
                </a:lnTo>
                <a:lnTo>
                  <a:pt x="777" y="344"/>
                </a:lnTo>
                <a:lnTo>
                  <a:pt x="776" y="345"/>
                </a:lnTo>
                <a:lnTo>
                  <a:pt x="774" y="345"/>
                </a:lnTo>
                <a:lnTo>
                  <a:pt x="772" y="345"/>
                </a:lnTo>
                <a:lnTo>
                  <a:pt x="770" y="345"/>
                </a:lnTo>
                <a:lnTo>
                  <a:pt x="769" y="345"/>
                </a:lnTo>
                <a:lnTo>
                  <a:pt x="768" y="346"/>
                </a:lnTo>
                <a:lnTo>
                  <a:pt x="767" y="347"/>
                </a:lnTo>
                <a:lnTo>
                  <a:pt x="766" y="348"/>
                </a:lnTo>
                <a:lnTo>
                  <a:pt x="766" y="349"/>
                </a:lnTo>
                <a:lnTo>
                  <a:pt x="766" y="351"/>
                </a:lnTo>
                <a:lnTo>
                  <a:pt x="766" y="353"/>
                </a:lnTo>
                <a:lnTo>
                  <a:pt x="767" y="356"/>
                </a:lnTo>
                <a:lnTo>
                  <a:pt x="769" y="359"/>
                </a:lnTo>
                <a:lnTo>
                  <a:pt x="770" y="360"/>
                </a:lnTo>
                <a:lnTo>
                  <a:pt x="771" y="362"/>
                </a:lnTo>
                <a:lnTo>
                  <a:pt x="772" y="362"/>
                </a:lnTo>
                <a:lnTo>
                  <a:pt x="772" y="363"/>
                </a:lnTo>
                <a:lnTo>
                  <a:pt x="774" y="363"/>
                </a:lnTo>
                <a:lnTo>
                  <a:pt x="776" y="364"/>
                </a:lnTo>
                <a:lnTo>
                  <a:pt x="778" y="364"/>
                </a:lnTo>
                <a:lnTo>
                  <a:pt x="779" y="364"/>
                </a:lnTo>
                <a:lnTo>
                  <a:pt x="780" y="364"/>
                </a:lnTo>
                <a:lnTo>
                  <a:pt x="781" y="363"/>
                </a:lnTo>
                <a:lnTo>
                  <a:pt x="781" y="362"/>
                </a:lnTo>
                <a:lnTo>
                  <a:pt x="782" y="360"/>
                </a:lnTo>
                <a:lnTo>
                  <a:pt x="782" y="359"/>
                </a:lnTo>
                <a:lnTo>
                  <a:pt x="781" y="358"/>
                </a:lnTo>
                <a:lnTo>
                  <a:pt x="780" y="356"/>
                </a:lnTo>
                <a:lnTo>
                  <a:pt x="778" y="355"/>
                </a:lnTo>
                <a:lnTo>
                  <a:pt x="776" y="354"/>
                </a:lnTo>
                <a:lnTo>
                  <a:pt x="775" y="353"/>
                </a:lnTo>
                <a:lnTo>
                  <a:pt x="774" y="352"/>
                </a:lnTo>
                <a:lnTo>
                  <a:pt x="774" y="351"/>
                </a:lnTo>
                <a:lnTo>
                  <a:pt x="774" y="350"/>
                </a:lnTo>
                <a:lnTo>
                  <a:pt x="774" y="349"/>
                </a:lnTo>
                <a:lnTo>
                  <a:pt x="775" y="349"/>
                </a:lnTo>
                <a:lnTo>
                  <a:pt x="776" y="348"/>
                </a:lnTo>
                <a:lnTo>
                  <a:pt x="777" y="348"/>
                </a:lnTo>
                <a:lnTo>
                  <a:pt x="779" y="347"/>
                </a:lnTo>
                <a:lnTo>
                  <a:pt x="781" y="345"/>
                </a:lnTo>
                <a:lnTo>
                  <a:pt x="784" y="344"/>
                </a:lnTo>
                <a:lnTo>
                  <a:pt x="785" y="344"/>
                </a:lnTo>
                <a:lnTo>
                  <a:pt x="787" y="344"/>
                </a:lnTo>
                <a:lnTo>
                  <a:pt x="787" y="345"/>
                </a:lnTo>
                <a:lnTo>
                  <a:pt x="787" y="346"/>
                </a:lnTo>
                <a:lnTo>
                  <a:pt x="788" y="347"/>
                </a:lnTo>
                <a:lnTo>
                  <a:pt x="788" y="348"/>
                </a:lnTo>
                <a:lnTo>
                  <a:pt x="788" y="349"/>
                </a:lnTo>
                <a:lnTo>
                  <a:pt x="788" y="350"/>
                </a:lnTo>
                <a:lnTo>
                  <a:pt x="788" y="352"/>
                </a:lnTo>
                <a:lnTo>
                  <a:pt x="787" y="354"/>
                </a:lnTo>
                <a:lnTo>
                  <a:pt x="787" y="355"/>
                </a:lnTo>
                <a:lnTo>
                  <a:pt x="786" y="358"/>
                </a:lnTo>
                <a:lnTo>
                  <a:pt x="784" y="360"/>
                </a:lnTo>
                <a:lnTo>
                  <a:pt x="784" y="361"/>
                </a:lnTo>
                <a:lnTo>
                  <a:pt x="784" y="363"/>
                </a:lnTo>
                <a:lnTo>
                  <a:pt x="783" y="365"/>
                </a:lnTo>
                <a:lnTo>
                  <a:pt x="783" y="366"/>
                </a:lnTo>
                <a:lnTo>
                  <a:pt x="782" y="369"/>
                </a:lnTo>
                <a:lnTo>
                  <a:pt x="782" y="371"/>
                </a:lnTo>
                <a:lnTo>
                  <a:pt x="782" y="372"/>
                </a:lnTo>
                <a:lnTo>
                  <a:pt x="782" y="373"/>
                </a:lnTo>
                <a:lnTo>
                  <a:pt x="783" y="374"/>
                </a:lnTo>
                <a:lnTo>
                  <a:pt x="784" y="376"/>
                </a:lnTo>
                <a:lnTo>
                  <a:pt x="786" y="380"/>
                </a:lnTo>
                <a:lnTo>
                  <a:pt x="787" y="382"/>
                </a:lnTo>
                <a:lnTo>
                  <a:pt x="788" y="385"/>
                </a:lnTo>
                <a:lnTo>
                  <a:pt x="789" y="389"/>
                </a:lnTo>
                <a:lnTo>
                  <a:pt x="789" y="391"/>
                </a:lnTo>
                <a:lnTo>
                  <a:pt x="790" y="393"/>
                </a:lnTo>
                <a:lnTo>
                  <a:pt x="790" y="395"/>
                </a:lnTo>
                <a:lnTo>
                  <a:pt x="791" y="398"/>
                </a:lnTo>
                <a:lnTo>
                  <a:pt x="791" y="399"/>
                </a:lnTo>
                <a:lnTo>
                  <a:pt x="792" y="399"/>
                </a:lnTo>
                <a:lnTo>
                  <a:pt x="794" y="400"/>
                </a:lnTo>
                <a:lnTo>
                  <a:pt x="795" y="400"/>
                </a:lnTo>
                <a:lnTo>
                  <a:pt x="796" y="401"/>
                </a:lnTo>
                <a:lnTo>
                  <a:pt x="799" y="402"/>
                </a:lnTo>
                <a:lnTo>
                  <a:pt x="802" y="405"/>
                </a:lnTo>
                <a:lnTo>
                  <a:pt x="805" y="407"/>
                </a:lnTo>
                <a:lnTo>
                  <a:pt x="806" y="408"/>
                </a:lnTo>
                <a:lnTo>
                  <a:pt x="808" y="410"/>
                </a:lnTo>
                <a:lnTo>
                  <a:pt x="809" y="412"/>
                </a:lnTo>
                <a:lnTo>
                  <a:pt x="810" y="413"/>
                </a:lnTo>
                <a:lnTo>
                  <a:pt x="811" y="413"/>
                </a:lnTo>
                <a:lnTo>
                  <a:pt x="811" y="414"/>
                </a:lnTo>
                <a:lnTo>
                  <a:pt x="812" y="414"/>
                </a:lnTo>
                <a:lnTo>
                  <a:pt x="813" y="414"/>
                </a:lnTo>
                <a:lnTo>
                  <a:pt x="815" y="415"/>
                </a:lnTo>
                <a:lnTo>
                  <a:pt x="818" y="416"/>
                </a:lnTo>
                <a:lnTo>
                  <a:pt x="820" y="417"/>
                </a:lnTo>
                <a:lnTo>
                  <a:pt x="824" y="420"/>
                </a:lnTo>
                <a:lnTo>
                  <a:pt x="825" y="421"/>
                </a:lnTo>
                <a:lnTo>
                  <a:pt x="826" y="421"/>
                </a:lnTo>
                <a:lnTo>
                  <a:pt x="826" y="422"/>
                </a:lnTo>
                <a:lnTo>
                  <a:pt x="827" y="422"/>
                </a:lnTo>
                <a:lnTo>
                  <a:pt x="827" y="423"/>
                </a:lnTo>
                <a:lnTo>
                  <a:pt x="828" y="424"/>
                </a:lnTo>
                <a:lnTo>
                  <a:pt x="828" y="425"/>
                </a:lnTo>
                <a:lnTo>
                  <a:pt x="829" y="425"/>
                </a:lnTo>
                <a:lnTo>
                  <a:pt x="831" y="428"/>
                </a:lnTo>
                <a:lnTo>
                  <a:pt x="834" y="432"/>
                </a:lnTo>
                <a:lnTo>
                  <a:pt x="837" y="436"/>
                </a:lnTo>
                <a:lnTo>
                  <a:pt x="840" y="440"/>
                </a:lnTo>
                <a:lnTo>
                  <a:pt x="843" y="443"/>
                </a:lnTo>
                <a:lnTo>
                  <a:pt x="845" y="445"/>
                </a:lnTo>
                <a:lnTo>
                  <a:pt x="846" y="446"/>
                </a:lnTo>
                <a:lnTo>
                  <a:pt x="847" y="447"/>
                </a:lnTo>
                <a:lnTo>
                  <a:pt x="848" y="447"/>
                </a:lnTo>
                <a:lnTo>
                  <a:pt x="849" y="447"/>
                </a:lnTo>
                <a:lnTo>
                  <a:pt x="850" y="447"/>
                </a:lnTo>
                <a:lnTo>
                  <a:pt x="851" y="447"/>
                </a:lnTo>
                <a:lnTo>
                  <a:pt x="852" y="447"/>
                </a:lnTo>
                <a:lnTo>
                  <a:pt x="854" y="448"/>
                </a:lnTo>
                <a:lnTo>
                  <a:pt x="854" y="449"/>
                </a:lnTo>
                <a:lnTo>
                  <a:pt x="855" y="450"/>
                </a:lnTo>
                <a:lnTo>
                  <a:pt x="855" y="451"/>
                </a:lnTo>
                <a:lnTo>
                  <a:pt x="855" y="453"/>
                </a:lnTo>
                <a:lnTo>
                  <a:pt x="854" y="455"/>
                </a:lnTo>
                <a:lnTo>
                  <a:pt x="854" y="456"/>
                </a:lnTo>
                <a:lnTo>
                  <a:pt x="854" y="457"/>
                </a:lnTo>
                <a:lnTo>
                  <a:pt x="854" y="458"/>
                </a:lnTo>
                <a:lnTo>
                  <a:pt x="854" y="460"/>
                </a:lnTo>
                <a:lnTo>
                  <a:pt x="855" y="462"/>
                </a:lnTo>
                <a:lnTo>
                  <a:pt x="856" y="465"/>
                </a:lnTo>
                <a:lnTo>
                  <a:pt x="857" y="466"/>
                </a:lnTo>
                <a:lnTo>
                  <a:pt x="859" y="468"/>
                </a:lnTo>
                <a:lnTo>
                  <a:pt x="861" y="470"/>
                </a:lnTo>
                <a:lnTo>
                  <a:pt x="863" y="471"/>
                </a:lnTo>
                <a:lnTo>
                  <a:pt x="864" y="472"/>
                </a:lnTo>
                <a:lnTo>
                  <a:pt x="866" y="474"/>
                </a:lnTo>
                <a:lnTo>
                  <a:pt x="867" y="476"/>
                </a:lnTo>
                <a:lnTo>
                  <a:pt x="870" y="479"/>
                </a:lnTo>
                <a:lnTo>
                  <a:pt x="870" y="480"/>
                </a:lnTo>
                <a:lnTo>
                  <a:pt x="870" y="482"/>
                </a:lnTo>
                <a:lnTo>
                  <a:pt x="870" y="484"/>
                </a:lnTo>
                <a:lnTo>
                  <a:pt x="870" y="486"/>
                </a:lnTo>
                <a:lnTo>
                  <a:pt x="870" y="487"/>
                </a:lnTo>
                <a:lnTo>
                  <a:pt x="869" y="488"/>
                </a:lnTo>
                <a:lnTo>
                  <a:pt x="867" y="490"/>
                </a:lnTo>
                <a:lnTo>
                  <a:pt x="866" y="492"/>
                </a:lnTo>
                <a:lnTo>
                  <a:pt x="866" y="493"/>
                </a:lnTo>
                <a:lnTo>
                  <a:pt x="866" y="497"/>
                </a:lnTo>
                <a:lnTo>
                  <a:pt x="866" y="499"/>
                </a:lnTo>
                <a:lnTo>
                  <a:pt x="866" y="500"/>
                </a:lnTo>
                <a:lnTo>
                  <a:pt x="865" y="501"/>
                </a:lnTo>
                <a:lnTo>
                  <a:pt x="865" y="502"/>
                </a:lnTo>
                <a:lnTo>
                  <a:pt x="865" y="503"/>
                </a:lnTo>
                <a:lnTo>
                  <a:pt x="865" y="504"/>
                </a:lnTo>
                <a:lnTo>
                  <a:pt x="866" y="505"/>
                </a:lnTo>
                <a:lnTo>
                  <a:pt x="868" y="506"/>
                </a:lnTo>
                <a:lnTo>
                  <a:pt x="869" y="507"/>
                </a:lnTo>
                <a:lnTo>
                  <a:pt x="871" y="507"/>
                </a:lnTo>
                <a:lnTo>
                  <a:pt x="872" y="507"/>
                </a:lnTo>
                <a:lnTo>
                  <a:pt x="872" y="506"/>
                </a:lnTo>
                <a:lnTo>
                  <a:pt x="873" y="506"/>
                </a:lnTo>
                <a:lnTo>
                  <a:pt x="874" y="506"/>
                </a:lnTo>
                <a:lnTo>
                  <a:pt x="875" y="507"/>
                </a:lnTo>
                <a:lnTo>
                  <a:pt x="876" y="508"/>
                </a:lnTo>
                <a:lnTo>
                  <a:pt x="877" y="509"/>
                </a:lnTo>
                <a:lnTo>
                  <a:pt x="877" y="510"/>
                </a:lnTo>
                <a:lnTo>
                  <a:pt x="877" y="512"/>
                </a:lnTo>
                <a:lnTo>
                  <a:pt x="878" y="513"/>
                </a:lnTo>
                <a:lnTo>
                  <a:pt x="878" y="514"/>
                </a:lnTo>
                <a:lnTo>
                  <a:pt x="878" y="516"/>
                </a:lnTo>
                <a:lnTo>
                  <a:pt x="878" y="518"/>
                </a:lnTo>
                <a:lnTo>
                  <a:pt x="877" y="518"/>
                </a:lnTo>
                <a:lnTo>
                  <a:pt x="877" y="519"/>
                </a:lnTo>
                <a:lnTo>
                  <a:pt x="876" y="522"/>
                </a:lnTo>
                <a:lnTo>
                  <a:pt x="876" y="523"/>
                </a:lnTo>
                <a:lnTo>
                  <a:pt x="875" y="523"/>
                </a:lnTo>
                <a:lnTo>
                  <a:pt x="875" y="525"/>
                </a:lnTo>
                <a:lnTo>
                  <a:pt x="876" y="527"/>
                </a:lnTo>
                <a:lnTo>
                  <a:pt x="876" y="528"/>
                </a:lnTo>
                <a:lnTo>
                  <a:pt x="877" y="529"/>
                </a:lnTo>
                <a:lnTo>
                  <a:pt x="879" y="531"/>
                </a:lnTo>
                <a:lnTo>
                  <a:pt x="880" y="532"/>
                </a:lnTo>
                <a:lnTo>
                  <a:pt x="882" y="534"/>
                </a:lnTo>
                <a:lnTo>
                  <a:pt x="884" y="536"/>
                </a:lnTo>
                <a:lnTo>
                  <a:pt x="886" y="537"/>
                </a:lnTo>
                <a:lnTo>
                  <a:pt x="888" y="537"/>
                </a:lnTo>
                <a:lnTo>
                  <a:pt x="891" y="537"/>
                </a:lnTo>
                <a:lnTo>
                  <a:pt x="893" y="537"/>
                </a:lnTo>
                <a:lnTo>
                  <a:pt x="894" y="538"/>
                </a:lnTo>
                <a:lnTo>
                  <a:pt x="895" y="538"/>
                </a:lnTo>
                <a:lnTo>
                  <a:pt x="896" y="538"/>
                </a:lnTo>
                <a:lnTo>
                  <a:pt x="897" y="538"/>
                </a:lnTo>
                <a:lnTo>
                  <a:pt x="898" y="538"/>
                </a:lnTo>
                <a:lnTo>
                  <a:pt x="899" y="539"/>
                </a:lnTo>
                <a:lnTo>
                  <a:pt x="900" y="539"/>
                </a:lnTo>
                <a:lnTo>
                  <a:pt x="902" y="539"/>
                </a:lnTo>
                <a:lnTo>
                  <a:pt x="905" y="539"/>
                </a:lnTo>
                <a:lnTo>
                  <a:pt x="908" y="539"/>
                </a:lnTo>
                <a:lnTo>
                  <a:pt x="910" y="539"/>
                </a:lnTo>
                <a:lnTo>
                  <a:pt x="912" y="540"/>
                </a:lnTo>
                <a:lnTo>
                  <a:pt x="915" y="539"/>
                </a:lnTo>
                <a:lnTo>
                  <a:pt x="916" y="540"/>
                </a:lnTo>
                <a:lnTo>
                  <a:pt x="917" y="541"/>
                </a:lnTo>
                <a:lnTo>
                  <a:pt x="918" y="543"/>
                </a:lnTo>
                <a:lnTo>
                  <a:pt x="918" y="544"/>
                </a:lnTo>
                <a:lnTo>
                  <a:pt x="918" y="550"/>
                </a:lnTo>
                <a:lnTo>
                  <a:pt x="919" y="552"/>
                </a:lnTo>
                <a:lnTo>
                  <a:pt x="919" y="555"/>
                </a:lnTo>
                <a:lnTo>
                  <a:pt x="918" y="557"/>
                </a:lnTo>
                <a:lnTo>
                  <a:pt x="918" y="560"/>
                </a:lnTo>
                <a:lnTo>
                  <a:pt x="917" y="563"/>
                </a:lnTo>
                <a:lnTo>
                  <a:pt x="915" y="567"/>
                </a:lnTo>
                <a:lnTo>
                  <a:pt x="914" y="568"/>
                </a:lnTo>
                <a:lnTo>
                  <a:pt x="913" y="569"/>
                </a:lnTo>
                <a:lnTo>
                  <a:pt x="912" y="573"/>
                </a:lnTo>
                <a:lnTo>
                  <a:pt x="912" y="576"/>
                </a:lnTo>
                <a:lnTo>
                  <a:pt x="911" y="578"/>
                </a:lnTo>
                <a:lnTo>
                  <a:pt x="912" y="582"/>
                </a:lnTo>
                <a:lnTo>
                  <a:pt x="911" y="583"/>
                </a:lnTo>
                <a:lnTo>
                  <a:pt x="912" y="587"/>
                </a:lnTo>
                <a:lnTo>
                  <a:pt x="912" y="590"/>
                </a:lnTo>
                <a:lnTo>
                  <a:pt x="913" y="592"/>
                </a:lnTo>
                <a:lnTo>
                  <a:pt x="915" y="594"/>
                </a:lnTo>
                <a:lnTo>
                  <a:pt x="917" y="596"/>
                </a:lnTo>
                <a:lnTo>
                  <a:pt x="920" y="599"/>
                </a:lnTo>
                <a:lnTo>
                  <a:pt x="921" y="599"/>
                </a:lnTo>
                <a:lnTo>
                  <a:pt x="921" y="600"/>
                </a:lnTo>
                <a:lnTo>
                  <a:pt x="922" y="601"/>
                </a:lnTo>
                <a:lnTo>
                  <a:pt x="923" y="603"/>
                </a:lnTo>
                <a:lnTo>
                  <a:pt x="923" y="605"/>
                </a:lnTo>
                <a:lnTo>
                  <a:pt x="923" y="609"/>
                </a:lnTo>
                <a:lnTo>
                  <a:pt x="923" y="617"/>
                </a:lnTo>
                <a:lnTo>
                  <a:pt x="923" y="618"/>
                </a:lnTo>
                <a:lnTo>
                  <a:pt x="924" y="620"/>
                </a:lnTo>
                <a:lnTo>
                  <a:pt x="925" y="623"/>
                </a:lnTo>
                <a:lnTo>
                  <a:pt x="926" y="624"/>
                </a:lnTo>
                <a:lnTo>
                  <a:pt x="928" y="626"/>
                </a:lnTo>
                <a:lnTo>
                  <a:pt x="930" y="628"/>
                </a:lnTo>
                <a:lnTo>
                  <a:pt x="932" y="629"/>
                </a:lnTo>
                <a:lnTo>
                  <a:pt x="933" y="629"/>
                </a:lnTo>
                <a:lnTo>
                  <a:pt x="937" y="629"/>
                </a:lnTo>
                <a:lnTo>
                  <a:pt x="940" y="629"/>
                </a:lnTo>
                <a:lnTo>
                  <a:pt x="943" y="629"/>
                </a:lnTo>
                <a:lnTo>
                  <a:pt x="944" y="629"/>
                </a:lnTo>
                <a:lnTo>
                  <a:pt x="945" y="629"/>
                </a:lnTo>
                <a:lnTo>
                  <a:pt x="946" y="630"/>
                </a:lnTo>
                <a:lnTo>
                  <a:pt x="947" y="631"/>
                </a:lnTo>
                <a:lnTo>
                  <a:pt x="947" y="633"/>
                </a:lnTo>
                <a:lnTo>
                  <a:pt x="948" y="636"/>
                </a:lnTo>
                <a:lnTo>
                  <a:pt x="949" y="638"/>
                </a:lnTo>
                <a:lnTo>
                  <a:pt x="950" y="642"/>
                </a:lnTo>
                <a:lnTo>
                  <a:pt x="951" y="644"/>
                </a:lnTo>
                <a:lnTo>
                  <a:pt x="951" y="646"/>
                </a:lnTo>
                <a:lnTo>
                  <a:pt x="952" y="647"/>
                </a:lnTo>
                <a:lnTo>
                  <a:pt x="953" y="648"/>
                </a:lnTo>
                <a:lnTo>
                  <a:pt x="956" y="650"/>
                </a:lnTo>
                <a:lnTo>
                  <a:pt x="959" y="651"/>
                </a:lnTo>
                <a:lnTo>
                  <a:pt x="959" y="652"/>
                </a:lnTo>
                <a:lnTo>
                  <a:pt x="961" y="652"/>
                </a:lnTo>
                <a:lnTo>
                  <a:pt x="965" y="653"/>
                </a:lnTo>
                <a:lnTo>
                  <a:pt x="966" y="654"/>
                </a:lnTo>
                <a:lnTo>
                  <a:pt x="968" y="655"/>
                </a:lnTo>
                <a:lnTo>
                  <a:pt x="969" y="656"/>
                </a:lnTo>
                <a:lnTo>
                  <a:pt x="971" y="659"/>
                </a:lnTo>
                <a:lnTo>
                  <a:pt x="972" y="660"/>
                </a:lnTo>
                <a:lnTo>
                  <a:pt x="973" y="661"/>
                </a:lnTo>
                <a:lnTo>
                  <a:pt x="974" y="661"/>
                </a:lnTo>
                <a:lnTo>
                  <a:pt x="975" y="661"/>
                </a:lnTo>
                <a:lnTo>
                  <a:pt x="976" y="660"/>
                </a:lnTo>
                <a:lnTo>
                  <a:pt x="978" y="660"/>
                </a:lnTo>
                <a:lnTo>
                  <a:pt x="979" y="660"/>
                </a:lnTo>
                <a:lnTo>
                  <a:pt x="980" y="660"/>
                </a:lnTo>
                <a:lnTo>
                  <a:pt x="981" y="660"/>
                </a:lnTo>
                <a:lnTo>
                  <a:pt x="983" y="661"/>
                </a:lnTo>
                <a:lnTo>
                  <a:pt x="984" y="661"/>
                </a:lnTo>
                <a:lnTo>
                  <a:pt x="985" y="661"/>
                </a:lnTo>
                <a:lnTo>
                  <a:pt x="986" y="661"/>
                </a:lnTo>
                <a:lnTo>
                  <a:pt x="987" y="660"/>
                </a:lnTo>
                <a:lnTo>
                  <a:pt x="988" y="659"/>
                </a:lnTo>
                <a:lnTo>
                  <a:pt x="988" y="658"/>
                </a:lnTo>
                <a:lnTo>
                  <a:pt x="989" y="657"/>
                </a:lnTo>
                <a:lnTo>
                  <a:pt x="990" y="656"/>
                </a:lnTo>
                <a:lnTo>
                  <a:pt x="991" y="656"/>
                </a:lnTo>
                <a:lnTo>
                  <a:pt x="991" y="655"/>
                </a:lnTo>
                <a:lnTo>
                  <a:pt x="992" y="655"/>
                </a:lnTo>
                <a:lnTo>
                  <a:pt x="993" y="655"/>
                </a:lnTo>
                <a:lnTo>
                  <a:pt x="995" y="656"/>
                </a:lnTo>
                <a:lnTo>
                  <a:pt x="996" y="656"/>
                </a:lnTo>
                <a:lnTo>
                  <a:pt x="997" y="656"/>
                </a:lnTo>
                <a:lnTo>
                  <a:pt x="998" y="656"/>
                </a:lnTo>
                <a:lnTo>
                  <a:pt x="999" y="656"/>
                </a:lnTo>
                <a:lnTo>
                  <a:pt x="1000" y="657"/>
                </a:lnTo>
                <a:lnTo>
                  <a:pt x="1002" y="658"/>
                </a:lnTo>
                <a:lnTo>
                  <a:pt x="1003" y="659"/>
                </a:lnTo>
                <a:lnTo>
                  <a:pt x="1006" y="659"/>
                </a:lnTo>
                <a:lnTo>
                  <a:pt x="1008" y="660"/>
                </a:lnTo>
                <a:lnTo>
                  <a:pt x="1011" y="660"/>
                </a:lnTo>
                <a:lnTo>
                  <a:pt x="1012" y="660"/>
                </a:lnTo>
                <a:lnTo>
                  <a:pt x="1013" y="660"/>
                </a:lnTo>
                <a:lnTo>
                  <a:pt x="1015" y="659"/>
                </a:lnTo>
                <a:lnTo>
                  <a:pt x="1016" y="659"/>
                </a:lnTo>
                <a:lnTo>
                  <a:pt x="1019" y="659"/>
                </a:lnTo>
                <a:lnTo>
                  <a:pt x="1021" y="660"/>
                </a:lnTo>
                <a:lnTo>
                  <a:pt x="1024" y="660"/>
                </a:lnTo>
                <a:lnTo>
                  <a:pt x="1026" y="659"/>
                </a:lnTo>
                <a:lnTo>
                  <a:pt x="1026" y="658"/>
                </a:lnTo>
                <a:lnTo>
                  <a:pt x="1027" y="658"/>
                </a:lnTo>
                <a:lnTo>
                  <a:pt x="1028" y="657"/>
                </a:lnTo>
                <a:lnTo>
                  <a:pt x="1029" y="655"/>
                </a:lnTo>
                <a:lnTo>
                  <a:pt x="1030" y="653"/>
                </a:lnTo>
                <a:lnTo>
                  <a:pt x="1032" y="652"/>
                </a:lnTo>
                <a:lnTo>
                  <a:pt x="1034" y="651"/>
                </a:lnTo>
                <a:lnTo>
                  <a:pt x="1035" y="651"/>
                </a:lnTo>
                <a:lnTo>
                  <a:pt x="1036" y="651"/>
                </a:lnTo>
                <a:lnTo>
                  <a:pt x="1038" y="652"/>
                </a:lnTo>
                <a:lnTo>
                  <a:pt x="1040" y="653"/>
                </a:lnTo>
                <a:lnTo>
                  <a:pt x="1042" y="654"/>
                </a:lnTo>
                <a:lnTo>
                  <a:pt x="1043" y="654"/>
                </a:lnTo>
                <a:lnTo>
                  <a:pt x="1044" y="654"/>
                </a:lnTo>
                <a:lnTo>
                  <a:pt x="1044" y="653"/>
                </a:lnTo>
                <a:lnTo>
                  <a:pt x="1046" y="652"/>
                </a:lnTo>
                <a:lnTo>
                  <a:pt x="1046" y="650"/>
                </a:lnTo>
                <a:lnTo>
                  <a:pt x="1047" y="649"/>
                </a:lnTo>
                <a:lnTo>
                  <a:pt x="1047" y="648"/>
                </a:lnTo>
                <a:lnTo>
                  <a:pt x="1046" y="647"/>
                </a:lnTo>
                <a:lnTo>
                  <a:pt x="1046" y="646"/>
                </a:lnTo>
                <a:lnTo>
                  <a:pt x="1046" y="645"/>
                </a:lnTo>
                <a:lnTo>
                  <a:pt x="1046" y="644"/>
                </a:lnTo>
                <a:lnTo>
                  <a:pt x="1047" y="644"/>
                </a:lnTo>
                <a:lnTo>
                  <a:pt x="1050" y="642"/>
                </a:lnTo>
                <a:lnTo>
                  <a:pt x="1053" y="642"/>
                </a:lnTo>
                <a:lnTo>
                  <a:pt x="1056" y="641"/>
                </a:lnTo>
                <a:lnTo>
                  <a:pt x="1059" y="641"/>
                </a:lnTo>
                <a:lnTo>
                  <a:pt x="1062" y="639"/>
                </a:lnTo>
                <a:lnTo>
                  <a:pt x="1065" y="637"/>
                </a:lnTo>
                <a:lnTo>
                  <a:pt x="1065" y="636"/>
                </a:lnTo>
                <a:lnTo>
                  <a:pt x="1066" y="636"/>
                </a:lnTo>
                <a:lnTo>
                  <a:pt x="1067" y="636"/>
                </a:lnTo>
                <a:lnTo>
                  <a:pt x="1067" y="635"/>
                </a:lnTo>
                <a:lnTo>
                  <a:pt x="1068" y="635"/>
                </a:lnTo>
                <a:lnTo>
                  <a:pt x="1070" y="635"/>
                </a:lnTo>
                <a:lnTo>
                  <a:pt x="1076" y="636"/>
                </a:lnTo>
                <a:lnTo>
                  <a:pt x="1078" y="636"/>
                </a:lnTo>
                <a:lnTo>
                  <a:pt x="1080" y="636"/>
                </a:lnTo>
                <a:lnTo>
                  <a:pt x="1083" y="637"/>
                </a:lnTo>
                <a:lnTo>
                  <a:pt x="1086" y="637"/>
                </a:lnTo>
                <a:lnTo>
                  <a:pt x="1089" y="637"/>
                </a:lnTo>
                <a:lnTo>
                  <a:pt x="1090" y="637"/>
                </a:lnTo>
                <a:lnTo>
                  <a:pt x="1092" y="638"/>
                </a:lnTo>
                <a:lnTo>
                  <a:pt x="1093" y="638"/>
                </a:lnTo>
                <a:lnTo>
                  <a:pt x="1093" y="637"/>
                </a:lnTo>
                <a:lnTo>
                  <a:pt x="1093" y="636"/>
                </a:lnTo>
                <a:lnTo>
                  <a:pt x="1094" y="636"/>
                </a:lnTo>
                <a:lnTo>
                  <a:pt x="1094" y="635"/>
                </a:lnTo>
                <a:lnTo>
                  <a:pt x="1094" y="634"/>
                </a:lnTo>
                <a:lnTo>
                  <a:pt x="1093" y="634"/>
                </a:lnTo>
                <a:lnTo>
                  <a:pt x="1093" y="633"/>
                </a:lnTo>
                <a:lnTo>
                  <a:pt x="1093" y="632"/>
                </a:lnTo>
                <a:lnTo>
                  <a:pt x="1093" y="631"/>
                </a:lnTo>
                <a:lnTo>
                  <a:pt x="1094" y="631"/>
                </a:lnTo>
                <a:lnTo>
                  <a:pt x="1095" y="630"/>
                </a:lnTo>
                <a:lnTo>
                  <a:pt x="1096" y="630"/>
                </a:lnTo>
                <a:lnTo>
                  <a:pt x="1097" y="630"/>
                </a:lnTo>
                <a:lnTo>
                  <a:pt x="1098" y="631"/>
                </a:lnTo>
                <a:lnTo>
                  <a:pt x="1101" y="631"/>
                </a:lnTo>
                <a:lnTo>
                  <a:pt x="1103" y="632"/>
                </a:lnTo>
                <a:lnTo>
                  <a:pt x="1104" y="635"/>
                </a:lnTo>
                <a:lnTo>
                  <a:pt x="1105" y="636"/>
                </a:lnTo>
                <a:lnTo>
                  <a:pt x="1104" y="636"/>
                </a:lnTo>
                <a:lnTo>
                  <a:pt x="1104" y="638"/>
                </a:lnTo>
                <a:lnTo>
                  <a:pt x="1104" y="639"/>
                </a:lnTo>
                <a:lnTo>
                  <a:pt x="1103" y="641"/>
                </a:lnTo>
                <a:lnTo>
                  <a:pt x="1102" y="641"/>
                </a:lnTo>
                <a:lnTo>
                  <a:pt x="1102" y="642"/>
                </a:lnTo>
                <a:lnTo>
                  <a:pt x="1100" y="645"/>
                </a:lnTo>
                <a:lnTo>
                  <a:pt x="1100" y="646"/>
                </a:lnTo>
                <a:lnTo>
                  <a:pt x="1099" y="648"/>
                </a:lnTo>
                <a:lnTo>
                  <a:pt x="1099" y="650"/>
                </a:lnTo>
                <a:lnTo>
                  <a:pt x="1100" y="651"/>
                </a:lnTo>
                <a:lnTo>
                  <a:pt x="1101" y="653"/>
                </a:lnTo>
                <a:lnTo>
                  <a:pt x="1102" y="653"/>
                </a:lnTo>
                <a:lnTo>
                  <a:pt x="1103" y="654"/>
                </a:lnTo>
                <a:lnTo>
                  <a:pt x="1105" y="654"/>
                </a:lnTo>
                <a:lnTo>
                  <a:pt x="1107" y="653"/>
                </a:lnTo>
                <a:lnTo>
                  <a:pt x="1108" y="653"/>
                </a:lnTo>
                <a:lnTo>
                  <a:pt x="1108" y="652"/>
                </a:lnTo>
                <a:lnTo>
                  <a:pt x="1109" y="652"/>
                </a:lnTo>
                <a:lnTo>
                  <a:pt x="1109" y="651"/>
                </a:lnTo>
                <a:lnTo>
                  <a:pt x="1111" y="650"/>
                </a:lnTo>
                <a:lnTo>
                  <a:pt x="1113" y="648"/>
                </a:lnTo>
                <a:lnTo>
                  <a:pt x="1115" y="648"/>
                </a:lnTo>
                <a:lnTo>
                  <a:pt x="1115" y="647"/>
                </a:lnTo>
                <a:lnTo>
                  <a:pt x="1117" y="647"/>
                </a:lnTo>
                <a:lnTo>
                  <a:pt x="1119" y="647"/>
                </a:lnTo>
                <a:lnTo>
                  <a:pt x="1122" y="648"/>
                </a:lnTo>
                <a:lnTo>
                  <a:pt x="1124" y="650"/>
                </a:lnTo>
                <a:lnTo>
                  <a:pt x="1126" y="650"/>
                </a:lnTo>
                <a:lnTo>
                  <a:pt x="1127" y="651"/>
                </a:lnTo>
                <a:lnTo>
                  <a:pt x="1130" y="650"/>
                </a:lnTo>
                <a:lnTo>
                  <a:pt x="1133" y="650"/>
                </a:lnTo>
                <a:lnTo>
                  <a:pt x="1135" y="649"/>
                </a:lnTo>
                <a:lnTo>
                  <a:pt x="1137" y="650"/>
                </a:lnTo>
                <a:lnTo>
                  <a:pt x="1138" y="652"/>
                </a:lnTo>
                <a:lnTo>
                  <a:pt x="1140" y="653"/>
                </a:lnTo>
                <a:lnTo>
                  <a:pt x="1142" y="656"/>
                </a:lnTo>
                <a:lnTo>
                  <a:pt x="1144" y="661"/>
                </a:lnTo>
                <a:lnTo>
                  <a:pt x="1145" y="662"/>
                </a:lnTo>
                <a:lnTo>
                  <a:pt x="1145" y="663"/>
                </a:lnTo>
                <a:lnTo>
                  <a:pt x="1146" y="664"/>
                </a:lnTo>
                <a:lnTo>
                  <a:pt x="1148" y="665"/>
                </a:lnTo>
                <a:lnTo>
                  <a:pt x="1149" y="666"/>
                </a:lnTo>
                <a:lnTo>
                  <a:pt x="1151" y="666"/>
                </a:lnTo>
                <a:lnTo>
                  <a:pt x="1154" y="667"/>
                </a:lnTo>
                <a:lnTo>
                  <a:pt x="1156" y="666"/>
                </a:lnTo>
                <a:lnTo>
                  <a:pt x="1157" y="666"/>
                </a:lnTo>
                <a:lnTo>
                  <a:pt x="1158" y="665"/>
                </a:lnTo>
                <a:lnTo>
                  <a:pt x="1158" y="664"/>
                </a:lnTo>
                <a:lnTo>
                  <a:pt x="1159" y="663"/>
                </a:lnTo>
                <a:lnTo>
                  <a:pt x="1160" y="661"/>
                </a:lnTo>
                <a:lnTo>
                  <a:pt x="1160" y="659"/>
                </a:lnTo>
                <a:lnTo>
                  <a:pt x="1161" y="658"/>
                </a:lnTo>
                <a:lnTo>
                  <a:pt x="1163" y="656"/>
                </a:lnTo>
                <a:lnTo>
                  <a:pt x="1165" y="654"/>
                </a:lnTo>
                <a:lnTo>
                  <a:pt x="1167" y="653"/>
                </a:lnTo>
                <a:lnTo>
                  <a:pt x="1170" y="653"/>
                </a:lnTo>
                <a:lnTo>
                  <a:pt x="1173" y="653"/>
                </a:lnTo>
                <a:lnTo>
                  <a:pt x="1175" y="655"/>
                </a:lnTo>
                <a:lnTo>
                  <a:pt x="1176" y="655"/>
                </a:lnTo>
                <a:lnTo>
                  <a:pt x="1176" y="656"/>
                </a:lnTo>
                <a:lnTo>
                  <a:pt x="1177" y="656"/>
                </a:lnTo>
                <a:lnTo>
                  <a:pt x="1178" y="657"/>
                </a:lnTo>
                <a:lnTo>
                  <a:pt x="1179" y="658"/>
                </a:lnTo>
                <a:lnTo>
                  <a:pt x="1180" y="659"/>
                </a:lnTo>
                <a:lnTo>
                  <a:pt x="1181" y="659"/>
                </a:lnTo>
                <a:lnTo>
                  <a:pt x="1183" y="659"/>
                </a:lnTo>
                <a:lnTo>
                  <a:pt x="1184" y="659"/>
                </a:lnTo>
                <a:lnTo>
                  <a:pt x="1185" y="659"/>
                </a:lnTo>
                <a:lnTo>
                  <a:pt x="1187" y="658"/>
                </a:lnTo>
                <a:lnTo>
                  <a:pt x="1188" y="657"/>
                </a:lnTo>
                <a:lnTo>
                  <a:pt x="1189" y="655"/>
                </a:lnTo>
                <a:lnTo>
                  <a:pt x="1189" y="654"/>
                </a:lnTo>
                <a:lnTo>
                  <a:pt x="1188" y="654"/>
                </a:lnTo>
                <a:lnTo>
                  <a:pt x="1188" y="653"/>
                </a:lnTo>
                <a:lnTo>
                  <a:pt x="1188" y="652"/>
                </a:lnTo>
                <a:lnTo>
                  <a:pt x="1187" y="651"/>
                </a:lnTo>
                <a:lnTo>
                  <a:pt x="1186" y="650"/>
                </a:lnTo>
                <a:lnTo>
                  <a:pt x="1186" y="648"/>
                </a:lnTo>
                <a:lnTo>
                  <a:pt x="1185" y="646"/>
                </a:lnTo>
                <a:lnTo>
                  <a:pt x="1185" y="645"/>
                </a:lnTo>
                <a:lnTo>
                  <a:pt x="1186" y="644"/>
                </a:lnTo>
                <a:lnTo>
                  <a:pt x="1187" y="642"/>
                </a:lnTo>
                <a:lnTo>
                  <a:pt x="1189" y="640"/>
                </a:lnTo>
                <a:lnTo>
                  <a:pt x="1190" y="639"/>
                </a:lnTo>
                <a:lnTo>
                  <a:pt x="1192" y="638"/>
                </a:lnTo>
                <a:lnTo>
                  <a:pt x="1194" y="639"/>
                </a:lnTo>
                <a:lnTo>
                  <a:pt x="1196" y="639"/>
                </a:lnTo>
                <a:lnTo>
                  <a:pt x="1197" y="639"/>
                </a:lnTo>
                <a:lnTo>
                  <a:pt x="1198" y="639"/>
                </a:lnTo>
                <a:lnTo>
                  <a:pt x="1201" y="639"/>
                </a:lnTo>
                <a:lnTo>
                  <a:pt x="1204" y="640"/>
                </a:lnTo>
                <a:lnTo>
                  <a:pt x="1206" y="641"/>
                </a:lnTo>
                <a:lnTo>
                  <a:pt x="1208" y="643"/>
                </a:lnTo>
                <a:lnTo>
                  <a:pt x="1209" y="645"/>
                </a:lnTo>
                <a:lnTo>
                  <a:pt x="1209" y="646"/>
                </a:lnTo>
                <a:lnTo>
                  <a:pt x="1210" y="649"/>
                </a:lnTo>
                <a:lnTo>
                  <a:pt x="1212" y="654"/>
                </a:lnTo>
                <a:lnTo>
                  <a:pt x="1213" y="657"/>
                </a:lnTo>
                <a:lnTo>
                  <a:pt x="1214" y="659"/>
                </a:lnTo>
                <a:lnTo>
                  <a:pt x="1214" y="660"/>
                </a:lnTo>
                <a:lnTo>
                  <a:pt x="1214" y="661"/>
                </a:lnTo>
                <a:lnTo>
                  <a:pt x="1215" y="662"/>
                </a:lnTo>
                <a:lnTo>
                  <a:pt x="1216" y="663"/>
                </a:lnTo>
                <a:lnTo>
                  <a:pt x="1216" y="664"/>
                </a:lnTo>
                <a:lnTo>
                  <a:pt x="1217" y="664"/>
                </a:lnTo>
                <a:lnTo>
                  <a:pt x="1218" y="665"/>
                </a:lnTo>
                <a:lnTo>
                  <a:pt x="1219" y="665"/>
                </a:lnTo>
                <a:lnTo>
                  <a:pt x="1221" y="665"/>
                </a:lnTo>
                <a:lnTo>
                  <a:pt x="1221" y="666"/>
                </a:lnTo>
                <a:lnTo>
                  <a:pt x="1222" y="665"/>
                </a:lnTo>
                <a:lnTo>
                  <a:pt x="1223" y="665"/>
                </a:lnTo>
                <a:lnTo>
                  <a:pt x="1224" y="664"/>
                </a:lnTo>
                <a:lnTo>
                  <a:pt x="1225" y="664"/>
                </a:lnTo>
                <a:lnTo>
                  <a:pt x="1227" y="662"/>
                </a:lnTo>
                <a:lnTo>
                  <a:pt x="1228" y="661"/>
                </a:lnTo>
                <a:lnTo>
                  <a:pt x="1228" y="660"/>
                </a:lnTo>
                <a:lnTo>
                  <a:pt x="1229" y="660"/>
                </a:lnTo>
                <a:lnTo>
                  <a:pt x="1230" y="660"/>
                </a:lnTo>
                <a:lnTo>
                  <a:pt x="1230" y="659"/>
                </a:lnTo>
                <a:lnTo>
                  <a:pt x="1231" y="659"/>
                </a:lnTo>
                <a:lnTo>
                  <a:pt x="1232" y="659"/>
                </a:lnTo>
                <a:lnTo>
                  <a:pt x="1232" y="658"/>
                </a:lnTo>
                <a:lnTo>
                  <a:pt x="1233" y="658"/>
                </a:lnTo>
                <a:lnTo>
                  <a:pt x="1234" y="658"/>
                </a:lnTo>
                <a:lnTo>
                  <a:pt x="1235" y="658"/>
                </a:lnTo>
                <a:lnTo>
                  <a:pt x="1236" y="658"/>
                </a:lnTo>
                <a:lnTo>
                  <a:pt x="1237" y="659"/>
                </a:lnTo>
                <a:lnTo>
                  <a:pt x="1239" y="660"/>
                </a:lnTo>
                <a:lnTo>
                  <a:pt x="1240" y="661"/>
                </a:lnTo>
                <a:lnTo>
                  <a:pt x="1241" y="661"/>
                </a:lnTo>
                <a:lnTo>
                  <a:pt x="1242" y="663"/>
                </a:lnTo>
                <a:lnTo>
                  <a:pt x="1243" y="664"/>
                </a:lnTo>
                <a:lnTo>
                  <a:pt x="1243" y="665"/>
                </a:lnTo>
                <a:lnTo>
                  <a:pt x="1243" y="666"/>
                </a:lnTo>
                <a:lnTo>
                  <a:pt x="1244" y="667"/>
                </a:lnTo>
                <a:lnTo>
                  <a:pt x="1244" y="668"/>
                </a:lnTo>
                <a:lnTo>
                  <a:pt x="1244" y="669"/>
                </a:lnTo>
                <a:lnTo>
                  <a:pt x="1244" y="671"/>
                </a:lnTo>
                <a:lnTo>
                  <a:pt x="1245" y="674"/>
                </a:lnTo>
                <a:lnTo>
                  <a:pt x="1246" y="675"/>
                </a:lnTo>
                <a:lnTo>
                  <a:pt x="1247" y="676"/>
                </a:lnTo>
                <a:lnTo>
                  <a:pt x="1249" y="677"/>
                </a:lnTo>
                <a:lnTo>
                  <a:pt x="1251" y="678"/>
                </a:lnTo>
                <a:lnTo>
                  <a:pt x="1252" y="678"/>
                </a:lnTo>
                <a:lnTo>
                  <a:pt x="1255" y="678"/>
                </a:lnTo>
                <a:lnTo>
                  <a:pt x="1257" y="677"/>
                </a:lnTo>
                <a:lnTo>
                  <a:pt x="1258" y="676"/>
                </a:lnTo>
                <a:lnTo>
                  <a:pt x="1259" y="676"/>
                </a:lnTo>
                <a:lnTo>
                  <a:pt x="1260" y="676"/>
                </a:lnTo>
                <a:lnTo>
                  <a:pt x="1260" y="677"/>
                </a:lnTo>
                <a:lnTo>
                  <a:pt x="1261" y="678"/>
                </a:lnTo>
                <a:lnTo>
                  <a:pt x="1262" y="680"/>
                </a:lnTo>
                <a:lnTo>
                  <a:pt x="1262" y="681"/>
                </a:lnTo>
                <a:lnTo>
                  <a:pt x="1262" y="682"/>
                </a:lnTo>
                <a:lnTo>
                  <a:pt x="1262" y="684"/>
                </a:lnTo>
                <a:lnTo>
                  <a:pt x="1262" y="685"/>
                </a:lnTo>
                <a:lnTo>
                  <a:pt x="1262" y="686"/>
                </a:lnTo>
                <a:lnTo>
                  <a:pt x="1262" y="687"/>
                </a:lnTo>
                <a:lnTo>
                  <a:pt x="1263" y="688"/>
                </a:lnTo>
                <a:lnTo>
                  <a:pt x="1264" y="689"/>
                </a:lnTo>
                <a:lnTo>
                  <a:pt x="1265" y="689"/>
                </a:lnTo>
                <a:lnTo>
                  <a:pt x="1267" y="689"/>
                </a:lnTo>
                <a:lnTo>
                  <a:pt x="1270" y="689"/>
                </a:lnTo>
                <a:lnTo>
                  <a:pt x="1272" y="689"/>
                </a:lnTo>
                <a:lnTo>
                  <a:pt x="1273" y="689"/>
                </a:lnTo>
                <a:lnTo>
                  <a:pt x="1274" y="690"/>
                </a:lnTo>
                <a:lnTo>
                  <a:pt x="1274" y="691"/>
                </a:lnTo>
                <a:lnTo>
                  <a:pt x="1275" y="692"/>
                </a:lnTo>
                <a:lnTo>
                  <a:pt x="1275" y="693"/>
                </a:lnTo>
                <a:lnTo>
                  <a:pt x="1275" y="694"/>
                </a:lnTo>
                <a:lnTo>
                  <a:pt x="1275" y="695"/>
                </a:lnTo>
                <a:lnTo>
                  <a:pt x="1274" y="697"/>
                </a:lnTo>
                <a:lnTo>
                  <a:pt x="1274" y="698"/>
                </a:lnTo>
                <a:lnTo>
                  <a:pt x="1274" y="699"/>
                </a:lnTo>
                <a:lnTo>
                  <a:pt x="1275" y="700"/>
                </a:lnTo>
                <a:lnTo>
                  <a:pt x="1276" y="701"/>
                </a:lnTo>
                <a:lnTo>
                  <a:pt x="1279" y="702"/>
                </a:lnTo>
                <a:lnTo>
                  <a:pt x="1281" y="702"/>
                </a:lnTo>
                <a:lnTo>
                  <a:pt x="1283" y="702"/>
                </a:lnTo>
                <a:lnTo>
                  <a:pt x="1285" y="702"/>
                </a:lnTo>
                <a:lnTo>
                  <a:pt x="1287" y="702"/>
                </a:lnTo>
                <a:lnTo>
                  <a:pt x="1289" y="702"/>
                </a:lnTo>
                <a:lnTo>
                  <a:pt x="1290" y="703"/>
                </a:lnTo>
                <a:lnTo>
                  <a:pt x="1291" y="703"/>
                </a:lnTo>
                <a:lnTo>
                  <a:pt x="1292" y="704"/>
                </a:lnTo>
                <a:lnTo>
                  <a:pt x="1292" y="705"/>
                </a:lnTo>
                <a:lnTo>
                  <a:pt x="1293" y="705"/>
                </a:lnTo>
                <a:lnTo>
                  <a:pt x="1293" y="706"/>
                </a:lnTo>
                <a:lnTo>
                  <a:pt x="1294" y="707"/>
                </a:lnTo>
                <a:lnTo>
                  <a:pt x="1295" y="709"/>
                </a:lnTo>
                <a:lnTo>
                  <a:pt x="1296" y="709"/>
                </a:lnTo>
                <a:lnTo>
                  <a:pt x="1297" y="710"/>
                </a:lnTo>
                <a:lnTo>
                  <a:pt x="1299" y="710"/>
                </a:lnTo>
                <a:lnTo>
                  <a:pt x="1301" y="711"/>
                </a:lnTo>
                <a:lnTo>
                  <a:pt x="1302" y="711"/>
                </a:lnTo>
                <a:lnTo>
                  <a:pt x="1304" y="711"/>
                </a:lnTo>
                <a:lnTo>
                  <a:pt x="1305" y="712"/>
                </a:lnTo>
                <a:lnTo>
                  <a:pt x="1306" y="712"/>
                </a:lnTo>
                <a:lnTo>
                  <a:pt x="1308" y="713"/>
                </a:lnTo>
                <a:lnTo>
                  <a:pt x="1309" y="713"/>
                </a:lnTo>
                <a:lnTo>
                  <a:pt x="1310" y="714"/>
                </a:lnTo>
                <a:lnTo>
                  <a:pt x="1311" y="714"/>
                </a:lnTo>
                <a:lnTo>
                  <a:pt x="1311" y="715"/>
                </a:lnTo>
                <a:lnTo>
                  <a:pt x="1312" y="715"/>
                </a:lnTo>
                <a:lnTo>
                  <a:pt x="1313" y="715"/>
                </a:lnTo>
                <a:lnTo>
                  <a:pt x="1316" y="717"/>
                </a:lnTo>
                <a:lnTo>
                  <a:pt x="1318" y="718"/>
                </a:lnTo>
                <a:lnTo>
                  <a:pt x="1320" y="719"/>
                </a:lnTo>
                <a:lnTo>
                  <a:pt x="1322" y="720"/>
                </a:lnTo>
                <a:lnTo>
                  <a:pt x="1322" y="721"/>
                </a:lnTo>
                <a:lnTo>
                  <a:pt x="1324" y="723"/>
                </a:lnTo>
                <a:lnTo>
                  <a:pt x="1326" y="724"/>
                </a:lnTo>
                <a:lnTo>
                  <a:pt x="1326" y="725"/>
                </a:lnTo>
                <a:lnTo>
                  <a:pt x="1328" y="725"/>
                </a:lnTo>
                <a:lnTo>
                  <a:pt x="1331" y="724"/>
                </a:lnTo>
                <a:lnTo>
                  <a:pt x="1332" y="723"/>
                </a:lnTo>
                <a:lnTo>
                  <a:pt x="1333" y="723"/>
                </a:lnTo>
                <a:lnTo>
                  <a:pt x="1333" y="722"/>
                </a:lnTo>
                <a:lnTo>
                  <a:pt x="1334" y="722"/>
                </a:lnTo>
                <a:lnTo>
                  <a:pt x="1337" y="719"/>
                </a:lnTo>
                <a:lnTo>
                  <a:pt x="1340" y="717"/>
                </a:lnTo>
                <a:lnTo>
                  <a:pt x="1342" y="715"/>
                </a:lnTo>
                <a:lnTo>
                  <a:pt x="1345" y="713"/>
                </a:lnTo>
                <a:lnTo>
                  <a:pt x="1346" y="711"/>
                </a:lnTo>
                <a:lnTo>
                  <a:pt x="1347" y="711"/>
                </a:lnTo>
                <a:lnTo>
                  <a:pt x="1348" y="711"/>
                </a:lnTo>
                <a:lnTo>
                  <a:pt x="1348" y="710"/>
                </a:lnTo>
                <a:lnTo>
                  <a:pt x="1349" y="710"/>
                </a:lnTo>
                <a:lnTo>
                  <a:pt x="1350" y="710"/>
                </a:lnTo>
                <a:lnTo>
                  <a:pt x="1351" y="709"/>
                </a:lnTo>
                <a:lnTo>
                  <a:pt x="1352" y="709"/>
                </a:lnTo>
                <a:lnTo>
                  <a:pt x="1353" y="709"/>
                </a:lnTo>
                <a:lnTo>
                  <a:pt x="1354" y="709"/>
                </a:lnTo>
                <a:lnTo>
                  <a:pt x="1355" y="709"/>
                </a:lnTo>
                <a:lnTo>
                  <a:pt x="1355" y="710"/>
                </a:lnTo>
                <a:lnTo>
                  <a:pt x="1356" y="710"/>
                </a:lnTo>
                <a:lnTo>
                  <a:pt x="1357" y="711"/>
                </a:lnTo>
                <a:lnTo>
                  <a:pt x="1357" y="712"/>
                </a:lnTo>
                <a:lnTo>
                  <a:pt x="1358" y="712"/>
                </a:lnTo>
                <a:lnTo>
                  <a:pt x="1358" y="713"/>
                </a:lnTo>
                <a:lnTo>
                  <a:pt x="1358" y="714"/>
                </a:lnTo>
                <a:lnTo>
                  <a:pt x="1359" y="714"/>
                </a:lnTo>
                <a:lnTo>
                  <a:pt x="1359" y="715"/>
                </a:lnTo>
                <a:lnTo>
                  <a:pt x="1360" y="716"/>
                </a:lnTo>
                <a:lnTo>
                  <a:pt x="1361" y="716"/>
                </a:lnTo>
                <a:lnTo>
                  <a:pt x="1362" y="717"/>
                </a:lnTo>
                <a:lnTo>
                  <a:pt x="1363" y="717"/>
                </a:lnTo>
                <a:lnTo>
                  <a:pt x="1364" y="717"/>
                </a:lnTo>
                <a:lnTo>
                  <a:pt x="1366" y="717"/>
                </a:lnTo>
                <a:lnTo>
                  <a:pt x="1367" y="717"/>
                </a:lnTo>
                <a:lnTo>
                  <a:pt x="1367" y="716"/>
                </a:lnTo>
                <a:lnTo>
                  <a:pt x="1368" y="716"/>
                </a:lnTo>
                <a:lnTo>
                  <a:pt x="1369" y="715"/>
                </a:lnTo>
                <a:lnTo>
                  <a:pt x="1370" y="714"/>
                </a:lnTo>
                <a:lnTo>
                  <a:pt x="1371" y="713"/>
                </a:lnTo>
                <a:lnTo>
                  <a:pt x="1371" y="712"/>
                </a:lnTo>
                <a:lnTo>
                  <a:pt x="1372" y="712"/>
                </a:lnTo>
                <a:lnTo>
                  <a:pt x="1372" y="711"/>
                </a:lnTo>
                <a:lnTo>
                  <a:pt x="1373" y="711"/>
                </a:lnTo>
                <a:lnTo>
                  <a:pt x="1374" y="709"/>
                </a:lnTo>
                <a:lnTo>
                  <a:pt x="1375" y="709"/>
                </a:lnTo>
                <a:lnTo>
                  <a:pt x="1375" y="708"/>
                </a:lnTo>
                <a:lnTo>
                  <a:pt x="1376" y="708"/>
                </a:lnTo>
                <a:lnTo>
                  <a:pt x="1377" y="708"/>
                </a:lnTo>
                <a:lnTo>
                  <a:pt x="1377" y="707"/>
                </a:lnTo>
                <a:lnTo>
                  <a:pt x="1378" y="707"/>
                </a:lnTo>
                <a:lnTo>
                  <a:pt x="1379" y="707"/>
                </a:lnTo>
                <a:lnTo>
                  <a:pt x="1380" y="707"/>
                </a:lnTo>
                <a:lnTo>
                  <a:pt x="1381" y="707"/>
                </a:lnTo>
                <a:lnTo>
                  <a:pt x="1382" y="707"/>
                </a:lnTo>
                <a:lnTo>
                  <a:pt x="1383" y="707"/>
                </a:lnTo>
                <a:lnTo>
                  <a:pt x="1384" y="707"/>
                </a:lnTo>
                <a:lnTo>
                  <a:pt x="1385" y="707"/>
                </a:lnTo>
                <a:lnTo>
                  <a:pt x="1385" y="708"/>
                </a:lnTo>
                <a:lnTo>
                  <a:pt x="1386" y="709"/>
                </a:lnTo>
                <a:lnTo>
                  <a:pt x="1386" y="710"/>
                </a:lnTo>
                <a:lnTo>
                  <a:pt x="1386" y="711"/>
                </a:lnTo>
                <a:lnTo>
                  <a:pt x="1386" y="712"/>
                </a:lnTo>
                <a:lnTo>
                  <a:pt x="1386" y="713"/>
                </a:lnTo>
                <a:lnTo>
                  <a:pt x="1386" y="714"/>
                </a:lnTo>
                <a:lnTo>
                  <a:pt x="1385" y="714"/>
                </a:lnTo>
                <a:lnTo>
                  <a:pt x="1385" y="715"/>
                </a:lnTo>
                <a:lnTo>
                  <a:pt x="1385" y="716"/>
                </a:lnTo>
                <a:lnTo>
                  <a:pt x="1384" y="716"/>
                </a:lnTo>
                <a:lnTo>
                  <a:pt x="1384" y="718"/>
                </a:lnTo>
                <a:lnTo>
                  <a:pt x="1383" y="718"/>
                </a:lnTo>
                <a:lnTo>
                  <a:pt x="1383" y="719"/>
                </a:lnTo>
                <a:lnTo>
                  <a:pt x="1383" y="720"/>
                </a:lnTo>
                <a:lnTo>
                  <a:pt x="1382" y="720"/>
                </a:lnTo>
                <a:lnTo>
                  <a:pt x="1382" y="721"/>
                </a:lnTo>
                <a:lnTo>
                  <a:pt x="1382" y="722"/>
                </a:lnTo>
                <a:lnTo>
                  <a:pt x="1381" y="723"/>
                </a:lnTo>
                <a:lnTo>
                  <a:pt x="1381" y="724"/>
                </a:lnTo>
                <a:lnTo>
                  <a:pt x="1381" y="725"/>
                </a:lnTo>
                <a:lnTo>
                  <a:pt x="1381" y="726"/>
                </a:lnTo>
                <a:lnTo>
                  <a:pt x="1380" y="726"/>
                </a:lnTo>
                <a:lnTo>
                  <a:pt x="1380" y="727"/>
                </a:lnTo>
                <a:lnTo>
                  <a:pt x="1380" y="728"/>
                </a:lnTo>
                <a:lnTo>
                  <a:pt x="1380" y="731"/>
                </a:lnTo>
                <a:lnTo>
                  <a:pt x="1380" y="732"/>
                </a:lnTo>
                <a:lnTo>
                  <a:pt x="1380" y="733"/>
                </a:lnTo>
                <a:lnTo>
                  <a:pt x="1380" y="735"/>
                </a:lnTo>
                <a:lnTo>
                  <a:pt x="1380" y="736"/>
                </a:lnTo>
                <a:lnTo>
                  <a:pt x="1380" y="737"/>
                </a:lnTo>
                <a:lnTo>
                  <a:pt x="1380" y="739"/>
                </a:lnTo>
                <a:lnTo>
                  <a:pt x="1379" y="740"/>
                </a:lnTo>
                <a:lnTo>
                  <a:pt x="1379" y="741"/>
                </a:lnTo>
                <a:lnTo>
                  <a:pt x="1379" y="744"/>
                </a:lnTo>
                <a:lnTo>
                  <a:pt x="1379" y="745"/>
                </a:lnTo>
                <a:lnTo>
                  <a:pt x="1379" y="748"/>
                </a:lnTo>
                <a:lnTo>
                  <a:pt x="1379" y="750"/>
                </a:lnTo>
                <a:lnTo>
                  <a:pt x="1379" y="751"/>
                </a:lnTo>
                <a:lnTo>
                  <a:pt x="1379" y="752"/>
                </a:lnTo>
                <a:lnTo>
                  <a:pt x="1378" y="753"/>
                </a:lnTo>
                <a:lnTo>
                  <a:pt x="1378" y="754"/>
                </a:lnTo>
                <a:lnTo>
                  <a:pt x="1378" y="755"/>
                </a:lnTo>
                <a:lnTo>
                  <a:pt x="1378" y="756"/>
                </a:lnTo>
                <a:lnTo>
                  <a:pt x="1378" y="757"/>
                </a:lnTo>
                <a:lnTo>
                  <a:pt x="1377" y="757"/>
                </a:lnTo>
                <a:lnTo>
                  <a:pt x="1377" y="758"/>
                </a:lnTo>
                <a:lnTo>
                  <a:pt x="1377" y="759"/>
                </a:lnTo>
                <a:lnTo>
                  <a:pt x="1377" y="761"/>
                </a:lnTo>
                <a:lnTo>
                  <a:pt x="1377" y="762"/>
                </a:lnTo>
                <a:lnTo>
                  <a:pt x="1377" y="763"/>
                </a:lnTo>
                <a:lnTo>
                  <a:pt x="1377" y="764"/>
                </a:lnTo>
                <a:lnTo>
                  <a:pt x="1378" y="764"/>
                </a:lnTo>
                <a:lnTo>
                  <a:pt x="1378" y="765"/>
                </a:lnTo>
                <a:lnTo>
                  <a:pt x="1379" y="765"/>
                </a:lnTo>
                <a:lnTo>
                  <a:pt x="1380" y="765"/>
                </a:lnTo>
                <a:lnTo>
                  <a:pt x="1381" y="765"/>
                </a:lnTo>
                <a:lnTo>
                  <a:pt x="1382" y="765"/>
                </a:lnTo>
                <a:lnTo>
                  <a:pt x="1384" y="765"/>
                </a:lnTo>
                <a:lnTo>
                  <a:pt x="1387" y="765"/>
                </a:lnTo>
                <a:lnTo>
                  <a:pt x="1388" y="766"/>
                </a:lnTo>
                <a:lnTo>
                  <a:pt x="1389" y="766"/>
                </a:lnTo>
                <a:lnTo>
                  <a:pt x="1390" y="767"/>
                </a:lnTo>
                <a:lnTo>
                  <a:pt x="1390" y="768"/>
                </a:lnTo>
                <a:lnTo>
                  <a:pt x="1391" y="768"/>
                </a:lnTo>
                <a:lnTo>
                  <a:pt x="1391" y="769"/>
                </a:lnTo>
                <a:lnTo>
                  <a:pt x="1391" y="770"/>
                </a:lnTo>
                <a:lnTo>
                  <a:pt x="1391" y="771"/>
                </a:lnTo>
                <a:lnTo>
                  <a:pt x="1392" y="771"/>
                </a:lnTo>
                <a:lnTo>
                  <a:pt x="1392" y="772"/>
                </a:lnTo>
                <a:lnTo>
                  <a:pt x="1392" y="773"/>
                </a:lnTo>
                <a:lnTo>
                  <a:pt x="1392" y="774"/>
                </a:lnTo>
                <a:lnTo>
                  <a:pt x="1392" y="775"/>
                </a:lnTo>
                <a:lnTo>
                  <a:pt x="1393" y="776"/>
                </a:lnTo>
                <a:lnTo>
                  <a:pt x="1393" y="777"/>
                </a:lnTo>
                <a:lnTo>
                  <a:pt x="1393" y="778"/>
                </a:lnTo>
                <a:lnTo>
                  <a:pt x="1394" y="780"/>
                </a:lnTo>
                <a:lnTo>
                  <a:pt x="1394" y="781"/>
                </a:lnTo>
                <a:lnTo>
                  <a:pt x="1394" y="782"/>
                </a:lnTo>
                <a:lnTo>
                  <a:pt x="1395" y="782"/>
                </a:lnTo>
                <a:lnTo>
                  <a:pt x="1395" y="783"/>
                </a:lnTo>
                <a:lnTo>
                  <a:pt x="1396" y="783"/>
                </a:lnTo>
                <a:lnTo>
                  <a:pt x="1396" y="784"/>
                </a:lnTo>
                <a:lnTo>
                  <a:pt x="1397" y="785"/>
                </a:lnTo>
                <a:lnTo>
                  <a:pt x="1398" y="785"/>
                </a:lnTo>
                <a:lnTo>
                  <a:pt x="1399" y="785"/>
                </a:lnTo>
                <a:lnTo>
                  <a:pt x="1400" y="785"/>
                </a:lnTo>
                <a:lnTo>
                  <a:pt x="1400" y="784"/>
                </a:lnTo>
                <a:lnTo>
                  <a:pt x="1401" y="784"/>
                </a:lnTo>
                <a:lnTo>
                  <a:pt x="1402" y="784"/>
                </a:lnTo>
                <a:lnTo>
                  <a:pt x="1402" y="783"/>
                </a:lnTo>
                <a:lnTo>
                  <a:pt x="1403" y="783"/>
                </a:lnTo>
                <a:lnTo>
                  <a:pt x="1403" y="782"/>
                </a:lnTo>
                <a:lnTo>
                  <a:pt x="1404" y="782"/>
                </a:lnTo>
                <a:lnTo>
                  <a:pt x="1404" y="781"/>
                </a:lnTo>
                <a:lnTo>
                  <a:pt x="1405" y="781"/>
                </a:lnTo>
                <a:lnTo>
                  <a:pt x="1405" y="780"/>
                </a:lnTo>
                <a:lnTo>
                  <a:pt x="1406" y="779"/>
                </a:lnTo>
                <a:lnTo>
                  <a:pt x="1407" y="778"/>
                </a:lnTo>
                <a:lnTo>
                  <a:pt x="1407" y="777"/>
                </a:lnTo>
                <a:lnTo>
                  <a:pt x="1408" y="777"/>
                </a:lnTo>
                <a:lnTo>
                  <a:pt x="1408" y="776"/>
                </a:lnTo>
                <a:lnTo>
                  <a:pt x="1409" y="776"/>
                </a:lnTo>
                <a:lnTo>
                  <a:pt x="1410" y="776"/>
                </a:lnTo>
                <a:lnTo>
                  <a:pt x="1411" y="776"/>
                </a:lnTo>
                <a:lnTo>
                  <a:pt x="1412" y="776"/>
                </a:lnTo>
                <a:lnTo>
                  <a:pt x="1412" y="777"/>
                </a:lnTo>
                <a:lnTo>
                  <a:pt x="1413" y="777"/>
                </a:lnTo>
                <a:lnTo>
                  <a:pt x="1414" y="778"/>
                </a:lnTo>
                <a:lnTo>
                  <a:pt x="1415" y="779"/>
                </a:lnTo>
                <a:lnTo>
                  <a:pt x="1416" y="780"/>
                </a:lnTo>
                <a:lnTo>
                  <a:pt x="1416" y="783"/>
                </a:lnTo>
                <a:lnTo>
                  <a:pt x="1416" y="784"/>
                </a:lnTo>
                <a:lnTo>
                  <a:pt x="1415" y="785"/>
                </a:lnTo>
                <a:lnTo>
                  <a:pt x="1415" y="786"/>
                </a:lnTo>
                <a:lnTo>
                  <a:pt x="1414" y="788"/>
                </a:lnTo>
                <a:lnTo>
                  <a:pt x="1414" y="789"/>
                </a:lnTo>
                <a:lnTo>
                  <a:pt x="1414" y="791"/>
                </a:lnTo>
                <a:lnTo>
                  <a:pt x="1414" y="792"/>
                </a:lnTo>
                <a:lnTo>
                  <a:pt x="1416" y="794"/>
                </a:lnTo>
                <a:lnTo>
                  <a:pt x="1416" y="795"/>
                </a:lnTo>
                <a:lnTo>
                  <a:pt x="1417" y="795"/>
                </a:lnTo>
                <a:lnTo>
                  <a:pt x="1417" y="796"/>
                </a:lnTo>
                <a:lnTo>
                  <a:pt x="1418" y="797"/>
                </a:lnTo>
                <a:lnTo>
                  <a:pt x="1419" y="798"/>
                </a:lnTo>
                <a:lnTo>
                  <a:pt x="1419" y="799"/>
                </a:lnTo>
                <a:lnTo>
                  <a:pt x="1420" y="799"/>
                </a:lnTo>
                <a:lnTo>
                  <a:pt x="1420" y="800"/>
                </a:lnTo>
                <a:lnTo>
                  <a:pt x="1421" y="801"/>
                </a:lnTo>
                <a:lnTo>
                  <a:pt x="1421" y="802"/>
                </a:lnTo>
                <a:lnTo>
                  <a:pt x="1422" y="802"/>
                </a:lnTo>
                <a:lnTo>
                  <a:pt x="1422" y="803"/>
                </a:lnTo>
                <a:lnTo>
                  <a:pt x="1422" y="804"/>
                </a:lnTo>
                <a:lnTo>
                  <a:pt x="1422" y="805"/>
                </a:lnTo>
                <a:lnTo>
                  <a:pt x="1423" y="805"/>
                </a:lnTo>
                <a:lnTo>
                  <a:pt x="1424" y="806"/>
                </a:lnTo>
                <a:lnTo>
                  <a:pt x="1425" y="806"/>
                </a:lnTo>
                <a:lnTo>
                  <a:pt x="1425" y="807"/>
                </a:lnTo>
                <a:lnTo>
                  <a:pt x="1426" y="807"/>
                </a:lnTo>
                <a:lnTo>
                  <a:pt x="1426" y="806"/>
                </a:lnTo>
                <a:lnTo>
                  <a:pt x="1428" y="806"/>
                </a:lnTo>
                <a:lnTo>
                  <a:pt x="1428" y="807"/>
                </a:lnTo>
                <a:lnTo>
                  <a:pt x="1429" y="807"/>
                </a:lnTo>
                <a:lnTo>
                  <a:pt x="1430" y="807"/>
                </a:lnTo>
                <a:lnTo>
                  <a:pt x="1431" y="808"/>
                </a:lnTo>
                <a:lnTo>
                  <a:pt x="1431" y="809"/>
                </a:lnTo>
                <a:lnTo>
                  <a:pt x="1431" y="810"/>
                </a:lnTo>
                <a:lnTo>
                  <a:pt x="1432" y="810"/>
                </a:lnTo>
                <a:lnTo>
                  <a:pt x="1432" y="811"/>
                </a:lnTo>
                <a:lnTo>
                  <a:pt x="1432" y="812"/>
                </a:lnTo>
                <a:lnTo>
                  <a:pt x="1433" y="812"/>
                </a:lnTo>
                <a:lnTo>
                  <a:pt x="1434" y="813"/>
                </a:lnTo>
                <a:lnTo>
                  <a:pt x="1435" y="813"/>
                </a:lnTo>
                <a:lnTo>
                  <a:pt x="1435" y="814"/>
                </a:lnTo>
                <a:lnTo>
                  <a:pt x="1435" y="815"/>
                </a:lnTo>
                <a:lnTo>
                  <a:pt x="1435" y="816"/>
                </a:lnTo>
                <a:lnTo>
                  <a:pt x="1434" y="817"/>
                </a:lnTo>
                <a:lnTo>
                  <a:pt x="1434" y="818"/>
                </a:lnTo>
                <a:lnTo>
                  <a:pt x="1433" y="818"/>
                </a:lnTo>
                <a:lnTo>
                  <a:pt x="1433" y="819"/>
                </a:lnTo>
                <a:lnTo>
                  <a:pt x="1433" y="820"/>
                </a:lnTo>
                <a:lnTo>
                  <a:pt x="1433" y="821"/>
                </a:lnTo>
                <a:lnTo>
                  <a:pt x="1433" y="822"/>
                </a:lnTo>
                <a:lnTo>
                  <a:pt x="1433" y="823"/>
                </a:lnTo>
                <a:lnTo>
                  <a:pt x="1432" y="824"/>
                </a:lnTo>
                <a:lnTo>
                  <a:pt x="1431" y="824"/>
                </a:lnTo>
                <a:lnTo>
                  <a:pt x="1430" y="824"/>
                </a:lnTo>
                <a:lnTo>
                  <a:pt x="1430" y="825"/>
                </a:lnTo>
                <a:lnTo>
                  <a:pt x="1429" y="825"/>
                </a:lnTo>
                <a:lnTo>
                  <a:pt x="1429" y="826"/>
                </a:lnTo>
                <a:lnTo>
                  <a:pt x="1429" y="830"/>
                </a:lnTo>
                <a:lnTo>
                  <a:pt x="1429" y="831"/>
                </a:lnTo>
                <a:lnTo>
                  <a:pt x="1428" y="831"/>
                </a:lnTo>
                <a:lnTo>
                  <a:pt x="1428" y="832"/>
                </a:lnTo>
                <a:lnTo>
                  <a:pt x="1428" y="833"/>
                </a:lnTo>
                <a:lnTo>
                  <a:pt x="1428" y="834"/>
                </a:lnTo>
                <a:lnTo>
                  <a:pt x="1429" y="834"/>
                </a:lnTo>
                <a:lnTo>
                  <a:pt x="1429" y="835"/>
                </a:lnTo>
                <a:lnTo>
                  <a:pt x="1429" y="836"/>
                </a:lnTo>
                <a:lnTo>
                  <a:pt x="1429" y="837"/>
                </a:lnTo>
                <a:lnTo>
                  <a:pt x="1430" y="838"/>
                </a:lnTo>
                <a:lnTo>
                  <a:pt x="1430" y="839"/>
                </a:lnTo>
                <a:lnTo>
                  <a:pt x="1430" y="840"/>
                </a:lnTo>
                <a:lnTo>
                  <a:pt x="1429" y="842"/>
                </a:lnTo>
                <a:lnTo>
                  <a:pt x="1428" y="842"/>
                </a:lnTo>
                <a:lnTo>
                  <a:pt x="1428" y="843"/>
                </a:lnTo>
                <a:lnTo>
                  <a:pt x="1427" y="844"/>
                </a:lnTo>
                <a:lnTo>
                  <a:pt x="1426" y="845"/>
                </a:lnTo>
                <a:lnTo>
                  <a:pt x="1426" y="846"/>
                </a:lnTo>
                <a:lnTo>
                  <a:pt x="1425" y="848"/>
                </a:lnTo>
                <a:lnTo>
                  <a:pt x="1425" y="849"/>
                </a:lnTo>
                <a:lnTo>
                  <a:pt x="1424" y="850"/>
                </a:lnTo>
                <a:lnTo>
                  <a:pt x="1424" y="851"/>
                </a:lnTo>
                <a:lnTo>
                  <a:pt x="1423" y="851"/>
                </a:lnTo>
                <a:lnTo>
                  <a:pt x="1423" y="852"/>
                </a:lnTo>
                <a:lnTo>
                  <a:pt x="1422" y="853"/>
                </a:lnTo>
                <a:lnTo>
                  <a:pt x="1422" y="854"/>
                </a:lnTo>
                <a:lnTo>
                  <a:pt x="1421" y="855"/>
                </a:lnTo>
                <a:lnTo>
                  <a:pt x="1421" y="856"/>
                </a:lnTo>
                <a:lnTo>
                  <a:pt x="1421" y="857"/>
                </a:lnTo>
                <a:lnTo>
                  <a:pt x="1421" y="858"/>
                </a:lnTo>
                <a:lnTo>
                  <a:pt x="1421" y="859"/>
                </a:lnTo>
                <a:lnTo>
                  <a:pt x="1421" y="860"/>
                </a:lnTo>
                <a:lnTo>
                  <a:pt x="1422" y="860"/>
                </a:lnTo>
                <a:lnTo>
                  <a:pt x="1422" y="861"/>
                </a:lnTo>
                <a:lnTo>
                  <a:pt x="1423" y="861"/>
                </a:lnTo>
                <a:lnTo>
                  <a:pt x="1423" y="862"/>
                </a:lnTo>
                <a:lnTo>
                  <a:pt x="1424" y="862"/>
                </a:lnTo>
                <a:lnTo>
                  <a:pt x="1425" y="862"/>
                </a:lnTo>
                <a:lnTo>
                  <a:pt x="1425" y="863"/>
                </a:lnTo>
                <a:lnTo>
                  <a:pt x="1426" y="863"/>
                </a:lnTo>
                <a:lnTo>
                  <a:pt x="1426" y="864"/>
                </a:lnTo>
                <a:lnTo>
                  <a:pt x="1426" y="865"/>
                </a:lnTo>
                <a:lnTo>
                  <a:pt x="1426" y="866"/>
                </a:lnTo>
                <a:lnTo>
                  <a:pt x="1426" y="867"/>
                </a:lnTo>
                <a:lnTo>
                  <a:pt x="1426" y="868"/>
                </a:lnTo>
                <a:lnTo>
                  <a:pt x="1427" y="868"/>
                </a:lnTo>
                <a:lnTo>
                  <a:pt x="1427" y="869"/>
                </a:lnTo>
                <a:lnTo>
                  <a:pt x="1428" y="870"/>
                </a:lnTo>
                <a:lnTo>
                  <a:pt x="1429" y="870"/>
                </a:lnTo>
                <a:lnTo>
                  <a:pt x="1430" y="870"/>
                </a:lnTo>
                <a:lnTo>
                  <a:pt x="1430" y="871"/>
                </a:lnTo>
                <a:lnTo>
                  <a:pt x="1431" y="871"/>
                </a:lnTo>
                <a:lnTo>
                  <a:pt x="1432" y="871"/>
                </a:lnTo>
                <a:lnTo>
                  <a:pt x="1433" y="871"/>
                </a:lnTo>
                <a:lnTo>
                  <a:pt x="1434" y="871"/>
                </a:lnTo>
                <a:lnTo>
                  <a:pt x="1435" y="871"/>
                </a:lnTo>
                <a:lnTo>
                  <a:pt x="1435" y="872"/>
                </a:lnTo>
                <a:lnTo>
                  <a:pt x="1436" y="872"/>
                </a:lnTo>
                <a:lnTo>
                  <a:pt x="1436" y="873"/>
                </a:lnTo>
                <a:lnTo>
                  <a:pt x="1436" y="874"/>
                </a:lnTo>
                <a:lnTo>
                  <a:pt x="1437" y="875"/>
                </a:lnTo>
                <a:lnTo>
                  <a:pt x="1438" y="875"/>
                </a:lnTo>
                <a:lnTo>
                  <a:pt x="1439" y="876"/>
                </a:lnTo>
                <a:lnTo>
                  <a:pt x="1442" y="878"/>
                </a:lnTo>
                <a:lnTo>
                  <a:pt x="1447" y="880"/>
                </a:lnTo>
                <a:lnTo>
                  <a:pt x="1453" y="883"/>
                </a:lnTo>
                <a:lnTo>
                  <a:pt x="1456" y="884"/>
                </a:lnTo>
                <a:lnTo>
                  <a:pt x="1458" y="885"/>
                </a:lnTo>
                <a:lnTo>
                  <a:pt x="1459" y="886"/>
                </a:lnTo>
                <a:lnTo>
                  <a:pt x="1461" y="888"/>
                </a:lnTo>
                <a:lnTo>
                  <a:pt x="1462" y="889"/>
                </a:lnTo>
                <a:lnTo>
                  <a:pt x="1464" y="891"/>
                </a:lnTo>
                <a:lnTo>
                  <a:pt x="1466" y="892"/>
                </a:lnTo>
                <a:lnTo>
                  <a:pt x="1468" y="895"/>
                </a:lnTo>
                <a:lnTo>
                  <a:pt x="1470" y="898"/>
                </a:lnTo>
                <a:lnTo>
                  <a:pt x="1473" y="901"/>
                </a:lnTo>
                <a:lnTo>
                  <a:pt x="1474" y="902"/>
                </a:lnTo>
                <a:lnTo>
                  <a:pt x="1475" y="903"/>
                </a:lnTo>
                <a:lnTo>
                  <a:pt x="1476" y="905"/>
                </a:lnTo>
                <a:lnTo>
                  <a:pt x="1476" y="906"/>
                </a:lnTo>
                <a:lnTo>
                  <a:pt x="1477" y="907"/>
                </a:lnTo>
                <a:lnTo>
                  <a:pt x="1478" y="911"/>
                </a:lnTo>
                <a:lnTo>
                  <a:pt x="1478" y="914"/>
                </a:lnTo>
                <a:lnTo>
                  <a:pt x="1480" y="918"/>
                </a:lnTo>
                <a:lnTo>
                  <a:pt x="1481" y="921"/>
                </a:lnTo>
                <a:lnTo>
                  <a:pt x="1481" y="922"/>
                </a:lnTo>
                <a:lnTo>
                  <a:pt x="1482" y="923"/>
                </a:lnTo>
                <a:lnTo>
                  <a:pt x="1482" y="924"/>
                </a:lnTo>
                <a:lnTo>
                  <a:pt x="1483" y="925"/>
                </a:lnTo>
                <a:lnTo>
                  <a:pt x="1484" y="926"/>
                </a:lnTo>
                <a:lnTo>
                  <a:pt x="1485" y="926"/>
                </a:lnTo>
                <a:lnTo>
                  <a:pt x="1486" y="926"/>
                </a:lnTo>
                <a:lnTo>
                  <a:pt x="1489" y="928"/>
                </a:lnTo>
                <a:lnTo>
                  <a:pt x="1492" y="928"/>
                </a:lnTo>
                <a:lnTo>
                  <a:pt x="1495" y="928"/>
                </a:lnTo>
                <a:lnTo>
                  <a:pt x="1501" y="926"/>
                </a:lnTo>
                <a:lnTo>
                  <a:pt x="1503" y="926"/>
                </a:lnTo>
                <a:lnTo>
                  <a:pt x="1504" y="926"/>
                </a:lnTo>
                <a:lnTo>
                  <a:pt x="1504" y="925"/>
                </a:lnTo>
                <a:lnTo>
                  <a:pt x="1505" y="925"/>
                </a:lnTo>
                <a:lnTo>
                  <a:pt x="1512" y="920"/>
                </a:lnTo>
                <a:lnTo>
                  <a:pt x="1514" y="918"/>
                </a:lnTo>
                <a:lnTo>
                  <a:pt x="1514" y="917"/>
                </a:lnTo>
                <a:lnTo>
                  <a:pt x="1515" y="917"/>
                </a:lnTo>
                <a:lnTo>
                  <a:pt x="1515" y="916"/>
                </a:lnTo>
                <a:lnTo>
                  <a:pt x="1515" y="915"/>
                </a:lnTo>
                <a:lnTo>
                  <a:pt x="1516" y="915"/>
                </a:lnTo>
                <a:lnTo>
                  <a:pt x="1516" y="914"/>
                </a:lnTo>
                <a:lnTo>
                  <a:pt x="1517" y="913"/>
                </a:lnTo>
                <a:lnTo>
                  <a:pt x="1518" y="913"/>
                </a:lnTo>
                <a:lnTo>
                  <a:pt x="1520" y="911"/>
                </a:lnTo>
                <a:lnTo>
                  <a:pt x="1522" y="910"/>
                </a:lnTo>
                <a:lnTo>
                  <a:pt x="1523" y="910"/>
                </a:lnTo>
                <a:lnTo>
                  <a:pt x="1523" y="909"/>
                </a:lnTo>
                <a:lnTo>
                  <a:pt x="1524" y="909"/>
                </a:lnTo>
                <a:lnTo>
                  <a:pt x="1527" y="909"/>
                </a:lnTo>
                <a:lnTo>
                  <a:pt x="1530" y="909"/>
                </a:lnTo>
                <a:lnTo>
                  <a:pt x="1532" y="908"/>
                </a:lnTo>
                <a:lnTo>
                  <a:pt x="1536" y="908"/>
                </a:lnTo>
                <a:lnTo>
                  <a:pt x="1537" y="907"/>
                </a:lnTo>
                <a:lnTo>
                  <a:pt x="1538" y="907"/>
                </a:lnTo>
                <a:lnTo>
                  <a:pt x="1539" y="906"/>
                </a:lnTo>
                <a:lnTo>
                  <a:pt x="1540" y="905"/>
                </a:lnTo>
                <a:lnTo>
                  <a:pt x="1541" y="904"/>
                </a:lnTo>
                <a:lnTo>
                  <a:pt x="1543" y="903"/>
                </a:lnTo>
                <a:lnTo>
                  <a:pt x="1544" y="902"/>
                </a:lnTo>
                <a:lnTo>
                  <a:pt x="1545" y="902"/>
                </a:lnTo>
                <a:lnTo>
                  <a:pt x="1546" y="901"/>
                </a:lnTo>
                <a:lnTo>
                  <a:pt x="1547" y="901"/>
                </a:lnTo>
                <a:lnTo>
                  <a:pt x="1548" y="901"/>
                </a:lnTo>
                <a:lnTo>
                  <a:pt x="1549" y="901"/>
                </a:lnTo>
                <a:lnTo>
                  <a:pt x="1551" y="901"/>
                </a:lnTo>
                <a:lnTo>
                  <a:pt x="1554" y="901"/>
                </a:lnTo>
                <a:lnTo>
                  <a:pt x="1556" y="901"/>
                </a:lnTo>
                <a:lnTo>
                  <a:pt x="1557" y="901"/>
                </a:lnTo>
                <a:lnTo>
                  <a:pt x="1558" y="901"/>
                </a:lnTo>
                <a:lnTo>
                  <a:pt x="1559" y="901"/>
                </a:lnTo>
                <a:lnTo>
                  <a:pt x="1560" y="902"/>
                </a:lnTo>
                <a:lnTo>
                  <a:pt x="1562" y="904"/>
                </a:lnTo>
                <a:lnTo>
                  <a:pt x="1562" y="905"/>
                </a:lnTo>
                <a:lnTo>
                  <a:pt x="1563" y="909"/>
                </a:lnTo>
                <a:lnTo>
                  <a:pt x="1563" y="910"/>
                </a:lnTo>
                <a:lnTo>
                  <a:pt x="1564" y="911"/>
                </a:lnTo>
                <a:lnTo>
                  <a:pt x="1565" y="912"/>
                </a:lnTo>
                <a:lnTo>
                  <a:pt x="1568" y="913"/>
                </a:lnTo>
                <a:lnTo>
                  <a:pt x="1571" y="913"/>
                </a:lnTo>
                <a:lnTo>
                  <a:pt x="1572" y="913"/>
                </a:lnTo>
                <a:lnTo>
                  <a:pt x="1573" y="913"/>
                </a:lnTo>
                <a:lnTo>
                  <a:pt x="1574" y="912"/>
                </a:lnTo>
                <a:lnTo>
                  <a:pt x="1576" y="910"/>
                </a:lnTo>
                <a:lnTo>
                  <a:pt x="1577" y="908"/>
                </a:lnTo>
                <a:lnTo>
                  <a:pt x="1577" y="907"/>
                </a:lnTo>
                <a:lnTo>
                  <a:pt x="1578" y="906"/>
                </a:lnTo>
                <a:lnTo>
                  <a:pt x="1578" y="904"/>
                </a:lnTo>
                <a:lnTo>
                  <a:pt x="1578" y="902"/>
                </a:lnTo>
                <a:lnTo>
                  <a:pt x="1579" y="902"/>
                </a:lnTo>
                <a:lnTo>
                  <a:pt x="1579" y="901"/>
                </a:lnTo>
                <a:lnTo>
                  <a:pt x="1580" y="900"/>
                </a:lnTo>
                <a:lnTo>
                  <a:pt x="1581" y="900"/>
                </a:lnTo>
                <a:lnTo>
                  <a:pt x="1582" y="899"/>
                </a:lnTo>
                <a:lnTo>
                  <a:pt x="1584" y="899"/>
                </a:lnTo>
                <a:lnTo>
                  <a:pt x="1585" y="899"/>
                </a:lnTo>
                <a:lnTo>
                  <a:pt x="1588" y="900"/>
                </a:lnTo>
                <a:lnTo>
                  <a:pt x="1590" y="901"/>
                </a:lnTo>
                <a:lnTo>
                  <a:pt x="1591" y="901"/>
                </a:lnTo>
                <a:lnTo>
                  <a:pt x="1592" y="902"/>
                </a:lnTo>
                <a:lnTo>
                  <a:pt x="1593" y="902"/>
                </a:lnTo>
                <a:lnTo>
                  <a:pt x="1594" y="902"/>
                </a:lnTo>
                <a:lnTo>
                  <a:pt x="1595" y="902"/>
                </a:lnTo>
                <a:lnTo>
                  <a:pt x="1598" y="902"/>
                </a:lnTo>
                <a:lnTo>
                  <a:pt x="1599" y="902"/>
                </a:lnTo>
                <a:lnTo>
                  <a:pt x="1600" y="902"/>
                </a:lnTo>
                <a:lnTo>
                  <a:pt x="1602" y="902"/>
                </a:lnTo>
                <a:lnTo>
                  <a:pt x="1604" y="901"/>
                </a:lnTo>
                <a:lnTo>
                  <a:pt x="1604" y="900"/>
                </a:lnTo>
                <a:lnTo>
                  <a:pt x="1605" y="900"/>
                </a:lnTo>
                <a:lnTo>
                  <a:pt x="1606" y="899"/>
                </a:lnTo>
                <a:lnTo>
                  <a:pt x="1609" y="897"/>
                </a:lnTo>
                <a:lnTo>
                  <a:pt x="1610" y="897"/>
                </a:lnTo>
                <a:lnTo>
                  <a:pt x="1611" y="898"/>
                </a:lnTo>
                <a:lnTo>
                  <a:pt x="1618" y="898"/>
                </a:lnTo>
                <a:lnTo>
                  <a:pt x="1619" y="898"/>
                </a:lnTo>
                <a:lnTo>
                  <a:pt x="1620" y="898"/>
                </a:lnTo>
                <a:lnTo>
                  <a:pt x="1620" y="897"/>
                </a:lnTo>
                <a:lnTo>
                  <a:pt x="1621" y="896"/>
                </a:lnTo>
                <a:lnTo>
                  <a:pt x="1621" y="895"/>
                </a:lnTo>
                <a:lnTo>
                  <a:pt x="1621" y="891"/>
                </a:lnTo>
                <a:lnTo>
                  <a:pt x="1621" y="890"/>
                </a:lnTo>
                <a:lnTo>
                  <a:pt x="1621" y="889"/>
                </a:lnTo>
                <a:lnTo>
                  <a:pt x="1622" y="888"/>
                </a:lnTo>
                <a:lnTo>
                  <a:pt x="1623" y="887"/>
                </a:lnTo>
                <a:lnTo>
                  <a:pt x="1624" y="887"/>
                </a:lnTo>
                <a:lnTo>
                  <a:pt x="1625" y="887"/>
                </a:lnTo>
                <a:lnTo>
                  <a:pt x="1626" y="887"/>
                </a:lnTo>
                <a:lnTo>
                  <a:pt x="1627" y="887"/>
                </a:lnTo>
                <a:lnTo>
                  <a:pt x="1628" y="887"/>
                </a:lnTo>
                <a:lnTo>
                  <a:pt x="1628" y="888"/>
                </a:lnTo>
                <a:lnTo>
                  <a:pt x="1629" y="888"/>
                </a:lnTo>
                <a:lnTo>
                  <a:pt x="1630" y="888"/>
                </a:lnTo>
                <a:lnTo>
                  <a:pt x="1631" y="888"/>
                </a:lnTo>
                <a:lnTo>
                  <a:pt x="1632" y="887"/>
                </a:lnTo>
                <a:lnTo>
                  <a:pt x="1635" y="886"/>
                </a:lnTo>
                <a:lnTo>
                  <a:pt x="1636" y="886"/>
                </a:lnTo>
                <a:lnTo>
                  <a:pt x="1637" y="886"/>
                </a:lnTo>
                <a:lnTo>
                  <a:pt x="1638" y="885"/>
                </a:lnTo>
                <a:lnTo>
                  <a:pt x="1639" y="885"/>
                </a:lnTo>
                <a:lnTo>
                  <a:pt x="1642" y="884"/>
                </a:lnTo>
                <a:lnTo>
                  <a:pt x="1643" y="884"/>
                </a:lnTo>
                <a:lnTo>
                  <a:pt x="1644" y="882"/>
                </a:lnTo>
                <a:lnTo>
                  <a:pt x="1646" y="881"/>
                </a:lnTo>
                <a:lnTo>
                  <a:pt x="1647" y="881"/>
                </a:lnTo>
                <a:lnTo>
                  <a:pt x="1647" y="880"/>
                </a:lnTo>
                <a:lnTo>
                  <a:pt x="1648" y="880"/>
                </a:lnTo>
                <a:lnTo>
                  <a:pt x="1649" y="880"/>
                </a:lnTo>
                <a:lnTo>
                  <a:pt x="1649" y="879"/>
                </a:lnTo>
                <a:lnTo>
                  <a:pt x="1650" y="879"/>
                </a:lnTo>
                <a:lnTo>
                  <a:pt x="1652" y="879"/>
                </a:lnTo>
                <a:lnTo>
                  <a:pt x="1653" y="879"/>
                </a:lnTo>
                <a:lnTo>
                  <a:pt x="1653" y="880"/>
                </a:lnTo>
                <a:lnTo>
                  <a:pt x="1654" y="880"/>
                </a:lnTo>
                <a:lnTo>
                  <a:pt x="1655" y="879"/>
                </a:lnTo>
                <a:lnTo>
                  <a:pt x="1656" y="879"/>
                </a:lnTo>
                <a:lnTo>
                  <a:pt x="1656" y="878"/>
                </a:lnTo>
                <a:lnTo>
                  <a:pt x="1657" y="878"/>
                </a:lnTo>
                <a:lnTo>
                  <a:pt x="1657" y="877"/>
                </a:lnTo>
                <a:lnTo>
                  <a:pt x="1658" y="877"/>
                </a:lnTo>
                <a:lnTo>
                  <a:pt x="1658" y="876"/>
                </a:lnTo>
                <a:lnTo>
                  <a:pt x="1658" y="875"/>
                </a:lnTo>
                <a:lnTo>
                  <a:pt x="1658" y="874"/>
                </a:lnTo>
                <a:lnTo>
                  <a:pt x="1658" y="873"/>
                </a:lnTo>
                <a:lnTo>
                  <a:pt x="1658" y="872"/>
                </a:lnTo>
                <a:lnTo>
                  <a:pt x="1658" y="871"/>
                </a:lnTo>
                <a:lnTo>
                  <a:pt x="1658" y="870"/>
                </a:lnTo>
                <a:lnTo>
                  <a:pt x="1660" y="868"/>
                </a:lnTo>
                <a:lnTo>
                  <a:pt x="1661" y="867"/>
                </a:lnTo>
                <a:lnTo>
                  <a:pt x="1662" y="867"/>
                </a:lnTo>
                <a:lnTo>
                  <a:pt x="1663" y="867"/>
                </a:lnTo>
                <a:lnTo>
                  <a:pt x="1664" y="866"/>
                </a:lnTo>
                <a:lnTo>
                  <a:pt x="1665" y="866"/>
                </a:lnTo>
                <a:lnTo>
                  <a:pt x="1666" y="866"/>
                </a:lnTo>
                <a:lnTo>
                  <a:pt x="1669" y="866"/>
                </a:lnTo>
                <a:lnTo>
                  <a:pt x="1671" y="866"/>
                </a:lnTo>
                <a:lnTo>
                  <a:pt x="1672" y="866"/>
                </a:lnTo>
                <a:lnTo>
                  <a:pt x="1673" y="866"/>
                </a:lnTo>
                <a:lnTo>
                  <a:pt x="1673" y="867"/>
                </a:lnTo>
                <a:lnTo>
                  <a:pt x="1675" y="867"/>
                </a:lnTo>
                <a:lnTo>
                  <a:pt x="1676" y="867"/>
                </a:lnTo>
                <a:lnTo>
                  <a:pt x="1677" y="867"/>
                </a:lnTo>
                <a:lnTo>
                  <a:pt x="1679" y="868"/>
                </a:lnTo>
                <a:lnTo>
                  <a:pt x="1680" y="867"/>
                </a:lnTo>
                <a:lnTo>
                  <a:pt x="1683" y="868"/>
                </a:lnTo>
                <a:lnTo>
                  <a:pt x="1684" y="868"/>
                </a:lnTo>
                <a:lnTo>
                  <a:pt x="1685" y="868"/>
                </a:lnTo>
                <a:lnTo>
                  <a:pt x="1687" y="868"/>
                </a:lnTo>
                <a:lnTo>
                  <a:pt x="1688" y="868"/>
                </a:lnTo>
                <a:lnTo>
                  <a:pt x="1690" y="868"/>
                </a:lnTo>
                <a:lnTo>
                  <a:pt x="1692" y="867"/>
                </a:lnTo>
                <a:lnTo>
                  <a:pt x="1693" y="867"/>
                </a:lnTo>
                <a:lnTo>
                  <a:pt x="1694" y="867"/>
                </a:lnTo>
                <a:lnTo>
                  <a:pt x="1694" y="866"/>
                </a:lnTo>
                <a:lnTo>
                  <a:pt x="1695" y="866"/>
                </a:lnTo>
                <a:lnTo>
                  <a:pt x="1695" y="865"/>
                </a:lnTo>
                <a:lnTo>
                  <a:pt x="1696" y="865"/>
                </a:lnTo>
                <a:lnTo>
                  <a:pt x="1697" y="865"/>
                </a:lnTo>
                <a:lnTo>
                  <a:pt x="1697" y="864"/>
                </a:lnTo>
                <a:lnTo>
                  <a:pt x="1698" y="864"/>
                </a:lnTo>
                <a:lnTo>
                  <a:pt x="1698" y="863"/>
                </a:lnTo>
                <a:lnTo>
                  <a:pt x="1699" y="863"/>
                </a:lnTo>
                <a:lnTo>
                  <a:pt x="1699" y="862"/>
                </a:lnTo>
                <a:lnTo>
                  <a:pt x="1699" y="861"/>
                </a:lnTo>
                <a:lnTo>
                  <a:pt x="1700" y="861"/>
                </a:lnTo>
                <a:lnTo>
                  <a:pt x="1700" y="860"/>
                </a:lnTo>
                <a:lnTo>
                  <a:pt x="1700" y="858"/>
                </a:lnTo>
                <a:lnTo>
                  <a:pt x="1700" y="857"/>
                </a:lnTo>
                <a:lnTo>
                  <a:pt x="1699" y="857"/>
                </a:lnTo>
                <a:lnTo>
                  <a:pt x="1699" y="856"/>
                </a:lnTo>
                <a:lnTo>
                  <a:pt x="1698" y="856"/>
                </a:lnTo>
                <a:lnTo>
                  <a:pt x="1698" y="855"/>
                </a:lnTo>
                <a:lnTo>
                  <a:pt x="1697" y="855"/>
                </a:lnTo>
                <a:lnTo>
                  <a:pt x="1696" y="855"/>
                </a:lnTo>
                <a:lnTo>
                  <a:pt x="1696" y="854"/>
                </a:lnTo>
                <a:lnTo>
                  <a:pt x="1696" y="853"/>
                </a:lnTo>
                <a:lnTo>
                  <a:pt x="1696" y="852"/>
                </a:lnTo>
                <a:lnTo>
                  <a:pt x="1696" y="851"/>
                </a:lnTo>
                <a:lnTo>
                  <a:pt x="1696" y="850"/>
                </a:lnTo>
                <a:lnTo>
                  <a:pt x="1695" y="850"/>
                </a:lnTo>
                <a:lnTo>
                  <a:pt x="1695" y="849"/>
                </a:lnTo>
                <a:lnTo>
                  <a:pt x="1695" y="848"/>
                </a:lnTo>
                <a:lnTo>
                  <a:pt x="1695" y="847"/>
                </a:lnTo>
                <a:lnTo>
                  <a:pt x="1696" y="846"/>
                </a:lnTo>
                <a:lnTo>
                  <a:pt x="1696" y="845"/>
                </a:lnTo>
                <a:lnTo>
                  <a:pt x="1696" y="844"/>
                </a:lnTo>
                <a:lnTo>
                  <a:pt x="1696" y="843"/>
                </a:lnTo>
                <a:lnTo>
                  <a:pt x="1696" y="842"/>
                </a:lnTo>
                <a:lnTo>
                  <a:pt x="1696" y="841"/>
                </a:lnTo>
                <a:lnTo>
                  <a:pt x="1696" y="840"/>
                </a:lnTo>
                <a:lnTo>
                  <a:pt x="1697" y="840"/>
                </a:lnTo>
                <a:lnTo>
                  <a:pt x="1697" y="839"/>
                </a:lnTo>
                <a:lnTo>
                  <a:pt x="1698" y="838"/>
                </a:lnTo>
                <a:lnTo>
                  <a:pt x="1699" y="837"/>
                </a:lnTo>
                <a:lnTo>
                  <a:pt x="1700" y="836"/>
                </a:lnTo>
                <a:lnTo>
                  <a:pt x="1700" y="835"/>
                </a:lnTo>
                <a:lnTo>
                  <a:pt x="1701" y="834"/>
                </a:lnTo>
                <a:lnTo>
                  <a:pt x="1702" y="833"/>
                </a:lnTo>
                <a:lnTo>
                  <a:pt x="1703" y="832"/>
                </a:lnTo>
                <a:lnTo>
                  <a:pt x="1703" y="831"/>
                </a:lnTo>
                <a:lnTo>
                  <a:pt x="1703" y="830"/>
                </a:lnTo>
                <a:lnTo>
                  <a:pt x="1703" y="829"/>
                </a:lnTo>
                <a:lnTo>
                  <a:pt x="1703" y="828"/>
                </a:lnTo>
                <a:lnTo>
                  <a:pt x="1702" y="827"/>
                </a:lnTo>
                <a:lnTo>
                  <a:pt x="1702" y="826"/>
                </a:lnTo>
                <a:lnTo>
                  <a:pt x="1701" y="826"/>
                </a:lnTo>
                <a:lnTo>
                  <a:pt x="1701" y="825"/>
                </a:lnTo>
                <a:lnTo>
                  <a:pt x="1700" y="824"/>
                </a:lnTo>
                <a:lnTo>
                  <a:pt x="1699" y="824"/>
                </a:lnTo>
                <a:lnTo>
                  <a:pt x="1699" y="823"/>
                </a:lnTo>
                <a:lnTo>
                  <a:pt x="1698" y="822"/>
                </a:lnTo>
                <a:lnTo>
                  <a:pt x="1697" y="822"/>
                </a:lnTo>
                <a:lnTo>
                  <a:pt x="1697" y="821"/>
                </a:lnTo>
                <a:lnTo>
                  <a:pt x="1696" y="821"/>
                </a:lnTo>
                <a:lnTo>
                  <a:pt x="1696" y="820"/>
                </a:lnTo>
                <a:lnTo>
                  <a:pt x="1695" y="820"/>
                </a:lnTo>
                <a:lnTo>
                  <a:pt x="1695" y="819"/>
                </a:lnTo>
                <a:lnTo>
                  <a:pt x="1695" y="818"/>
                </a:lnTo>
                <a:lnTo>
                  <a:pt x="1695" y="817"/>
                </a:lnTo>
                <a:lnTo>
                  <a:pt x="1696" y="817"/>
                </a:lnTo>
                <a:lnTo>
                  <a:pt x="1696" y="816"/>
                </a:lnTo>
                <a:lnTo>
                  <a:pt x="1696" y="815"/>
                </a:lnTo>
                <a:lnTo>
                  <a:pt x="1697" y="815"/>
                </a:lnTo>
                <a:lnTo>
                  <a:pt x="1697" y="814"/>
                </a:lnTo>
                <a:lnTo>
                  <a:pt x="1698" y="813"/>
                </a:lnTo>
                <a:lnTo>
                  <a:pt x="1699" y="813"/>
                </a:lnTo>
                <a:lnTo>
                  <a:pt x="1700" y="812"/>
                </a:lnTo>
                <a:lnTo>
                  <a:pt x="1701" y="812"/>
                </a:lnTo>
                <a:lnTo>
                  <a:pt x="1702" y="812"/>
                </a:lnTo>
                <a:lnTo>
                  <a:pt x="1703" y="812"/>
                </a:lnTo>
                <a:lnTo>
                  <a:pt x="1704" y="812"/>
                </a:lnTo>
                <a:lnTo>
                  <a:pt x="1705" y="812"/>
                </a:lnTo>
                <a:lnTo>
                  <a:pt x="1706" y="813"/>
                </a:lnTo>
                <a:lnTo>
                  <a:pt x="1707" y="815"/>
                </a:lnTo>
                <a:lnTo>
                  <a:pt x="1708" y="815"/>
                </a:lnTo>
                <a:lnTo>
                  <a:pt x="1710" y="816"/>
                </a:lnTo>
                <a:lnTo>
                  <a:pt x="1711" y="816"/>
                </a:lnTo>
                <a:lnTo>
                  <a:pt x="1713" y="816"/>
                </a:lnTo>
                <a:lnTo>
                  <a:pt x="1714" y="816"/>
                </a:lnTo>
                <a:lnTo>
                  <a:pt x="1716" y="815"/>
                </a:lnTo>
                <a:lnTo>
                  <a:pt x="1716" y="814"/>
                </a:lnTo>
                <a:lnTo>
                  <a:pt x="1717" y="814"/>
                </a:lnTo>
                <a:lnTo>
                  <a:pt x="1718" y="812"/>
                </a:lnTo>
                <a:lnTo>
                  <a:pt x="1718" y="810"/>
                </a:lnTo>
                <a:lnTo>
                  <a:pt x="1719" y="810"/>
                </a:lnTo>
                <a:lnTo>
                  <a:pt x="1719" y="809"/>
                </a:lnTo>
                <a:lnTo>
                  <a:pt x="1719" y="808"/>
                </a:lnTo>
                <a:lnTo>
                  <a:pt x="1719" y="807"/>
                </a:lnTo>
                <a:lnTo>
                  <a:pt x="1719" y="806"/>
                </a:lnTo>
                <a:lnTo>
                  <a:pt x="1719" y="805"/>
                </a:lnTo>
                <a:lnTo>
                  <a:pt x="1720" y="805"/>
                </a:lnTo>
                <a:lnTo>
                  <a:pt x="1720" y="803"/>
                </a:lnTo>
                <a:lnTo>
                  <a:pt x="1720" y="802"/>
                </a:lnTo>
                <a:lnTo>
                  <a:pt x="1720" y="800"/>
                </a:lnTo>
                <a:lnTo>
                  <a:pt x="1721" y="799"/>
                </a:lnTo>
                <a:lnTo>
                  <a:pt x="1725" y="795"/>
                </a:lnTo>
                <a:lnTo>
                  <a:pt x="1726" y="794"/>
                </a:lnTo>
                <a:lnTo>
                  <a:pt x="1728" y="792"/>
                </a:lnTo>
                <a:lnTo>
                  <a:pt x="1735" y="788"/>
                </a:lnTo>
                <a:lnTo>
                  <a:pt x="1736" y="787"/>
                </a:lnTo>
                <a:lnTo>
                  <a:pt x="1737" y="784"/>
                </a:lnTo>
                <a:lnTo>
                  <a:pt x="1737" y="779"/>
                </a:lnTo>
                <a:lnTo>
                  <a:pt x="1737" y="778"/>
                </a:lnTo>
                <a:lnTo>
                  <a:pt x="1737" y="777"/>
                </a:lnTo>
                <a:lnTo>
                  <a:pt x="1737" y="776"/>
                </a:lnTo>
                <a:lnTo>
                  <a:pt x="1737" y="774"/>
                </a:lnTo>
                <a:lnTo>
                  <a:pt x="1737" y="772"/>
                </a:lnTo>
                <a:lnTo>
                  <a:pt x="1737" y="771"/>
                </a:lnTo>
                <a:lnTo>
                  <a:pt x="1738" y="770"/>
                </a:lnTo>
                <a:lnTo>
                  <a:pt x="1739" y="770"/>
                </a:lnTo>
                <a:lnTo>
                  <a:pt x="1739" y="769"/>
                </a:lnTo>
                <a:lnTo>
                  <a:pt x="1740" y="769"/>
                </a:lnTo>
                <a:lnTo>
                  <a:pt x="1740" y="768"/>
                </a:lnTo>
                <a:lnTo>
                  <a:pt x="1741" y="768"/>
                </a:lnTo>
                <a:lnTo>
                  <a:pt x="1741" y="767"/>
                </a:lnTo>
                <a:lnTo>
                  <a:pt x="1742" y="767"/>
                </a:lnTo>
                <a:lnTo>
                  <a:pt x="1742" y="766"/>
                </a:lnTo>
                <a:lnTo>
                  <a:pt x="1743" y="766"/>
                </a:lnTo>
                <a:lnTo>
                  <a:pt x="1743" y="765"/>
                </a:lnTo>
                <a:lnTo>
                  <a:pt x="1744" y="765"/>
                </a:lnTo>
                <a:lnTo>
                  <a:pt x="1745" y="765"/>
                </a:lnTo>
                <a:lnTo>
                  <a:pt x="1746" y="764"/>
                </a:lnTo>
                <a:lnTo>
                  <a:pt x="1747" y="764"/>
                </a:lnTo>
                <a:lnTo>
                  <a:pt x="1749" y="762"/>
                </a:lnTo>
                <a:lnTo>
                  <a:pt x="1750" y="762"/>
                </a:lnTo>
                <a:lnTo>
                  <a:pt x="1751" y="762"/>
                </a:lnTo>
                <a:lnTo>
                  <a:pt x="1751" y="761"/>
                </a:lnTo>
                <a:lnTo>
                  <a:pt x="1752" y="761"/>
                </a:lnTo>
                <a:lnTo>
                  <a:pt x="1753" y="761"/>
                </a:lnTo>
                <a:lnTo>
                  <a:pt x="1756" y="761"/>
                </a:lnTo>
                <a:lnTo>
                  <a:pt x="1757" y="761"/>
                </a:lnTo>
                <a:lnTo>
                  <a:pt x="1758" y="761"/>
                </a:lnTo>
                <a:lnTo>
                  <a:pt x="1759" y="761"/>
                </a:lnTo>
                <a:lnTo>
                  <a:pt x="1760" y="761"/>
                </a:lnTo>
                <a:lnTo>
                  <a:pt x="1761" y="760"/>
                </a:lnTo>
                <a:lnTo>
                  <a:pt x="1763" y="760"/>
                </a:lnTo>
                <a:lnTo>
                  <a:pt x="1764" y="761"/>
                </a:lnTo>
                <a:lnTo>
                  <a:pt x="1765" y="761"/>
                </a:lnTo>
                <a:lnTo>
                  <a:pt x="1766" y="761"/>
                </a:lnTo>
                <a:lnTo>
                  <a:pt x="1767" y="761"/>
                </a:lnTo>
                <a:lnTo>
                  <a:pt x="1770" y="762"/>
                </a:lnTo>
                <a:lnTo>
                  <a:pt x="1773" y="762"/>
                </a:lnTo>
                <a:lnTo>
                  <a:pt x="1773" y="763"/>
                </a:lnTo>
                <a:lnTo>
                  <a:pt x="1773" y="762"/>
                </a:lnTo>
                <a:lnTo>
                  <a:pt x="1774" y="762"/>
                </a:lnTo>
                <a:lnTo>
                  <a:pt x="1774" y="761"/>
                </a:lnTo>
                <a:lnTo>
                  <a:pt x="1775" y="761"/>
                </a:lnTo>
                <a:lnTo>
                  <a:pt x="1775" y="760"/>
                </a:lnTo>
                <a:lnTo>
                  <a:pt x="1776" y="760"/>
                </a:lnTo>
                <a:lnTo>
                  <a:pt x="1776" y="759"/>
                </a:lnTo>
                <a:lnTo>
                  <a:pt x="1777" y="759"/>
                </a:lnTo>
                <a:lnTo>
                  <a:pt x="1778" y="758"/>
                </a:lnTo>
                <a:lnTo>
                  <a:pt x="1779" y="758"/>
                </a:lnTo>
                <a:lnTo>
                  <a:pt x="1779" y="757"/>
                </a:lnTo>
                <a:lnTo>
                  <a:pt x="1780" y="757"/>
                </a:lnTo>
                <a:lnTo>
                  <a:pt x="1780" y="756"/>
                </a:lnTo>
                <a:lnTo>
                  <a:pt x="1781" y="755"/>
                </a:lnTo>
                <a:lnTo>
                  <a:pt x="1782" y="755"/>
                </a:lnTo>
                <a:lnTo>
                  <a:pt x="1782" y="754"/>
                </a:lnTo>
                <a:lnTo>
                  <a:pt x="1783" y="754"/>
                </a:lnTo>
                <a:lnTo>
                  <a:pt x="1785" y="754"/>
                </a:lnTo>
                <a:lnTo>
                  <a:pt x="1786" y="754"/>
                </a:lnTo>
                <a:lnTo>
                  <a:pt x="1787" y="754"/>
                </a:lnTo>
                <a:lnTo>
                  <a:pt x="1788" y="754"/>
                </a:lnTo>
                <a:lnTo>
                  <a:pt x="1788" y="755"/>
                </a:lnTo>
                <a:lnTo>
                  <a:pt x="1789" y="755"/>
                </a:lnTo>
                <a:lnTo>
                  <a:pt x="1791" y="754"/>
                </a:lnTo>
                <a:lnTo>
                  <a:pt x="1793" y="754"/>
                </a:lnTo>
                <a:lnTo>
                  <a:pt x="1795" y="753"/>
                </a:lnTo>
                <a:lnTo>
                  <a:pt x="1795" y="752"/>
                </a:lnTo>
                <a:lnTo>
                  <a:pt x="1796" y="752"/>
                </a:lnTo>
                <a:lnTo>
                  <a:pt x="1798" y="751"/>
                </a:lnTo>
                <a:lnTo>
                  <a:pt x="1799" y="751"/>
                </a:lnTo>
                <a:lnTo>
                  <a:pt x="1800" y="751"/>
                </a:lnTo>
                <a:lnTo>
                  <a:pt x="1801" y="751"/>
                </a:lnTo>
                <a:lnTo>
                  <a:pt x="1802" y="750"/>
                </a:lnTo>
                <a:lnTo>
                  <a:pt x="1803" y="750"/>
                </a:lnTo>
                <a:lnTo>
                  <a:pt x="1804" y="749"/>
                </a:lnTo>
                <a:lnTo>
                  <a:pt x="1804" y="747"/>
                </a:lnTo>
                <a:lnTo>
                  <a:pt x="1804" y="745"/>
                </a:lnTo>
                <a:lnTo>
                  <a:pt x="1804" y="740"/>
                </a:lnTo>
                <a:lnTo>
                  <a:pt x="1804" y="737"/>
                </a:lnTo>
                <a:lnTo>
                  <a:pt x="1804" y="735"/>
                </a:lnTo>
                <a:lnTo>
                  <a:pt x="1804" y="734"/>
                </a:lnTo>
                <a:lnTo>
                  <a:pt x="1804" y="733"/>
                </a:lnTo>
                <a:lnTo>
                  <a:pt x="1805" y="733"/>
                </a:lnTo>
                <a:lnTo>
                  <a:pt x="1806" y="732"/>
                </a:lnTo>
                <a:lnTo>
                  <a:pt x="1808" y="732"/>
                </a:lnTo>
                <a:lnTo>
                  <a:pt x="1809" y="731"/>
                </a:lnTo>
                <a:lnTo>
                  <a:pt x="1810" y="732"/>
                </a:lnTo>
                <a:lnTo>
                  <a:pt x="1813" y="732"/>
                </a:lnTo>
                <a:lnTo>
                  <a:pt x="1815" y="732"/>
                </a:lnTo>
                <a:lnTo>
                  <a:pt x="1816" y="732"/>
                </a:lnTo>
                <a:lnTo>
                  <a:pt x="1819" y="731"/>
                </a:lnTo>
                <a:lnTo>
                  <a:pt x="1820" y="730"/>
                </a:lnTo>
                <a:lnTo>
                  <a:pt x="1820" y="729"/>
                </a:lnTo>
                <a:lnTo>
                  <a:pt x="1821" y="729"/>
                </a:lnTo>
                <a:lnTo>
                  <a:pt x="1821" y="728"/>
                </a:lnTo>
                <a:lnTo>
                  <a:pt x="1821" y="726"/>
                </a:lnTo>
                <a:lnTo>
                  <a:pt x="1820" y="722"/>
                </a:lnTo>
                <a:lnTo>
                  <a:pt x="1820" y="719"/>
                </a:lnTo>
                <a:lnTo>
                  <a:pt x="1819" y="719"/>
                </a:lnTo>
                <a:lnTo>
                  <a:pt x="1819" y="718"/>
                </a:lnTo>
                <a:lnTo>
                  <a:pt x="1820" y="717"/>
                </a:lnTo>
                <a:lnTo>
                  <a:pt x="1820" y="716"/>
                </a:lnTo>
                <a:lnTo>
                  <a:pt x="1821" y="715"/>
                </a:lnTo>
                <a:lnTo>
                  <a:pt x="1822" y="715"/>
                </a:lnTo>
                <a:lnTo>
                  <a:pt x="1822" y="714"/>
                </a:lnTo>
                <a:lnTo>
                  <a:pt x="1823" y="714"/>
                </a:lnTo>
                <a:lnTo>
                  <a:pt x="1824" y="714"/>
                </a:lnTo>
                <a:lnTo>
                  <a:pt x="1824" y="713"/>
                </a:lnTo>
                <a:lnTo>
                  <a:pt x="1825" y="713"/>
                </a:lnTo>
                <a:lnTo>
                  <a:pt x="1826" y="713"/>
                </a:lnTo>
                <a:lnTo>
                  <a:pt x="1826" y="712"/>
                </a:lnTo>
                <a:lnTo>
                  <a:pt x="1827" y="712"/>
                </a:lnTo>
                <a:lnTo>
                  <a:pt x="1828" y="712"/>
                </a:lnTo>
                <a:lnTo>
                  <a:pt x="1829" y="711"/>
                </a:lnTo>
                <a:lnTo>
                  <a:pt x="1830" y="711"/>
                </a:lnTo>
                <a:lnTo>
                  <a:pt x="1830" y="710"/>
                </a:lnTo>
                <a:lnTo>
                  <a:pt x="1831" y="709"/>
                </a:lnTo>
                <a:lnTo>
                  <a:pt x="1831" y="708"/>
                </a:lnTo>
                <a:lnTo>
                  <a:pt x="1832" y="708"/>
                </a:lnTo>
                <a:lnTo>
                  <a:pt x="1832" y="707"/>
                </a:lnTo>
                <a:lnTo>
                  <a:pt x="1833" y="707"/>
                </a:lnTo>
                <a:lnTo>
                  <a:pt x="1834" y="706"/>
                </a:lnTo>
                <a:lnTo>
                  <a:pt x="1836" y="705"/>
                </a:lnTo>
                <a:lnTo>
                  <a:pt x="1837" y="705"/>
                </a:lnTo>
                <a:lnTo>
                  <a:pt x="1837" y="704"/>
                </a:lnTo>
                <a:lnTo>
                  <a:pt x="1839" y="702"/>
                </a:lnTo>
                <a:lnTo>
                  <a:pt x="1842" y="701"/>
                </a:lnTo>
                <a:lnTo>
                  <a:pt x="1843" y="699"/>
                </a:lnTo>
                <a:lnTo>
                  <a:pt x="1844" y="698"/>
                </a:lnTo>
                <a:lnTo>
                  <a:pt x="1845" y="698"/>
                </a:lnTo>
                <a:lnTo>
                  <a:pt x="1846" y="697"/>
                </a:lnTo>
                <a:lnTo>
                  <a:pt x="1848" y="697"/>
                </a:lnTo>
                <a:lnTo>
                  <a:pt x="1849" y="697"/>
                </a:lnTo>
                <a:lnTo>
                  <a:pt x="1850" y="697"/>
                </a:lnTo>
                <a:lnTo>
                  <a:pt x="1851" y="696"/>
                </a:lnTo>
                <a:lnTo>
                  <a:pt x="1852" y="696"/>
                </a:lnTo>
                <a:lnTo>
                  <a:pt x="1852" y="695"/>
                </a:lnTo>
                <a:lnTo>
                  <a:pt x="1853" y="695"/>
                </a:lnTo>
                <a:lnTo>
                  <a:pt x="1853" y="694"/>
                </a:lnTo>
                <a:lnTo>
                  <a:pt x="1853" y="693"/>
                </a:lnTo>
                <a:lnTo>
                  <a:pt x="1854" y="689"/>
                </a:lnTo>
                <a:lnTo>
                  <a:pt x="1855" y="687"/>
                </a:lnTo>
                <a:lnTo>
                  <a:pt x="1857" y="686"/>
                </a:lnTo>
                <a:lnTo>
                  <a:pt x="1858" y="686"/>
                </a:lnTo>
                <a:lnTo>
                  <a:pt x="1860" y="686"/>
                </a:lnTo>
                <a:lnTo>
                  <a:pt x="1862" y="686"/>
                </a:lnTo>
                <a:lnTo>
                  <a:pt x="1864" y="686"/>
                </a:lnTo>
                <a:lnTo>
                  <a:pt x="1865" y="686"/>
                </a:lnTo>
                <a:lnTo>
                  <a:pt x="1867" y="685"/>
                </a:lnTo>
                <a:lnTo>
                  <a:pt x="1867" y="684"/>
                </a:lnTo>
                <a:lnTo>
                  <a:pt x="1868" y="684"/>
                </a:lnTo>
                <a:lnTo>
                  <a:pt x="1868" y="683"/>
                </a:lnTo>
                <a:lnTo>
                  <a:pt x="1868" y="682"/>
                </a:lnTo>
                <a:lnTo>
                  <a:pt x="1869" y="682"/>
                </a:lnTo>
                <a:lnTo>
                  <a:pt x="1869" y="681"/>
                </a:lnTo>
                <a:lnTo>
                  <a:pt x="1869" y="680"/>
                </a:lnTo>
                <a:lnTo>
                  <a:pt x="1870" y="679"/>
                </a:lnTo>
                <a:lnTo>
                  <a:pt x="1871" y="676"/>
                </a:lnTo>
                <a:lnTo>
                  <a:pt x="1872" y="675"/>
                </a:lnTo>
                <a:lnTo>
                  <a:pt x="1873" y="673"/>
                </a:lnTo>
                <a:lnTo>
                  <a:pt x="1874" y="672"/>
                </a:lnTo>
                <a:lnTo>
                  <a:pt x="1875" y="672"/>
                </a:lnTo>
                <a:lnTo>
                  <a:pt x="1875" y="671"/>
                </a:lnTo>
                <a:lnTo>
                  <a:pt x="1877" y="671"/>
                </a:lnTo>
                <a:lnTo>
                  <a:pt x="1878" y="671"/>
                </a:lnTo>
                <a:lnTo>
                  <a:pt x="1881" y="671"/>
                </a:lnTo>
                <a:lnTo>
                  <a:pt x="1882" y="670"/>
                </a:lnTo>
                <a:lnTo>
                  <a:pt x="1883" y="670"/>
                </a:lnTo>
                <a:lnTo>
                  <a:pt x="1884" y="669"/>
                </a:lnTo>
                <a:lnTo>
                  <a:pt x="1885" y="669"/>
                </a:lnTo>
                <a:lnTo>
                  <a:pt x="1887" y="669"/>
                </a:lnTo>
                <a:lnTo>
                  <a:pt x="1888" y="669"/>
                </a:lnTo>
                <a:lnTo>
                  <a:pt x="1889" y="669"/>
                </a:lnTo>
                <a:lnTo>
                  <a:pt x="1890" y="668"/>
                </a:lnTo>
                <a:lnTo>
                  <a:pt x="1891" y="668"/>
                </a:lnTo>
                <a:lnTo>
                  <a:pt x="1892" y="668"/>
                </a:lnTo>
                <a:lnTo>
                  <a:pt x="1893" y="667"/>
                </a:lnTo>
                <a:lnTo>
                  <a:pt x="1895" y="666"/>
                </a:lnTo>
                <a:lnTo>
                  <a:pt x="1896" y="665"/>
                </a:lnTo>
                <a:lnTo>
                  <a:pt x="1897" y="664"/>
                </a:lnTo>
                <a:lnTo>
                  <a:pt x="1898" y="662"/>
                </a:lnTo>
                <a:lnTo>
                  <a:pt x="1900" y="660"/>
                </a:lnTo>
                <a:lnTo>
                  <a:pt x="1901" y="660"/>
                </a:lnTo>
                <a:lnTo>
                  <a:pt x="1902" y="660"/>
                </a:lnTo>
                <a:lnTo>
                  <a:pt x="1903" y="659"/>
                </a:lnTo>
                <a:lnTo>
                  <a:pt x="1904" y="658"/>
                </a:lnTo>
                <a:lnTo>
                  <a:pt x="1905" y="658"/>
                </a:lnTo>
                <a:lnTo>
                  <a:pt x="1906" y="657"/>
                </a:lnTo>
                <a:lnTo>
                  <a:pt x="1907" y="655"/>
                </a:lnTo>
                <a:lnTo>
                  <a:pt x="1909" y="653"/>
                </a:lnTo>
                <a:lnTo>
                  <a:pt x="1910" y="653"/>
                </a:lnTo>
                <a:lnTo>
                  <a:pt x="1912" y="652"/>
                </a:lnTo>
                <a:lnTo>
                  <a:pt x="1913" y="652"/>
                </a:lnTo>
                <a:lnTo>
                  <a:pt x="1918" y="653"/>
                </a:lnTo>
                <a:lnTo>
                  <a:pt x="1919" y="653"/>
                </a:lnTo>
                <a:lnTo>
                  <a:pt x="1920" y="653"/>
                </a:lnTo>
                <a:lnTo>
                  <a:pt x="1921" y="653"/>
                </a:lnTo>
                <a:lnTo>
                  <a:pt x="1922" y="653"/>
                </a:lnTo>
                <a:lnTo>
                  <a:pt x="1924" y="652"/>
                </a:lnTo>
                <a:lnTo>
                  <a:pt x="1926" y="651"/>
                </a:lnTo>
                <a:lnTo>
                  <a:pt x="1927" y="650"/>
                </a:lnTo>
                <a:lnTo>
                  <a:pt x="1928" y="650"/>
                </a:lnTo>
                <a:lnTo>
                  <a:pt x="1929" y="649"/>
                </a:lnTo>
                <a:lnTo>
                  <a:pt x="1931" y="649"/>
                </a:lnTo>
                <a:lnTo>
                  <a:pt x="1933" y="649"/>
                </a:lnTo>
                <a:lnTo>
                  <a:pt x="1933" y="648"/>
                </a:lnTo>
                <a:lnTo>
                  <a:pt x="1934" y="648"/>
                </a:lnTo>
                <a:lnTo>
                  <a:pt x="1935" y="647"/>
                </a:lnTo>
                <a:lnTo>
                  <a:pt x="1938" y="648"/>
                </a:lnTo>
                <a:lnTo>
                  <a:pt x="1939" y="648"/>
                </a:lnTo>
                <a:lnTo>
                  <a:pt x="1943" y="650"/>
                </a:lnTo>
                <a:lnTo>
                  <a:pt x="1948" y="652"/>
                </a:lnTo>
                <a:lnTo>
                  <a:pt x="1949" y="652"/>
                </a:lnTo>
                <a:lnTo>
                  <a:pt x="1950" y="652"/>
                </a:lnTo>
                <a:lnTo>
                  <a:pt x="1951" y="651"/>
                </a:lnTo>
                <a:lnTo>
                  <a:pt x="1952" y="651"/>
                </a:lnTo>
                <a:lnTo>
                  <a:pt x="1953" y="650"/>
                </a:lnTo>
                <a:lnTo>
                  <a:pt x="1955" y="649"/>
                </a:lnTo>
                <a:lnTo>
                  <a:pt x="1956" y="647"/>
                </a:lnTo>
                <a:lnTo>
                  <a:pt x="1957" y="645"/>
                </a:lnTo>
                <a:lnTo>
                  <a:pt x="1957" y="644"/>
                </a:lnTo>
                <a:lnTo>
                  <a:pt x="1957" y="643"/>
                </a:lnTo>
                <a:lnTo>
                  <a:pt x="1958" y="640"/>
                </a:lnTo>
                <a:lnTo>
                  <a:pt x="1958" y="638"/>
                </a:lnTo>
                <a:lnTo>
                  <a:pt x="1959" y="634"/>
                </a:lnTo>
                <a:lnTo>
                  <a:pt x="1961" y="632"/>
                </a:lnTo>
                <a:lnTo>
                  <a:pt x="1962" y="632"/>
                </a:lnTo>
                <a:lnTo>
                  <a:pt x="1965" y="630"/>
                </a:lnTo>
                <a:lnTo>
                  <a:pt x="1966" y="630"/>
                </a:lnTo>
                <a:lnTo>
                  <a:pt x="1967" y="630"/>
                </a:lnTo>
                <a:lnTo>
                  <a:pt x="1972" y="629"/>
                </a:lnTo>
                <a:lnTo>
                  <a:pt x="1976" y="629"/>
                </a:lnTo>
                <a:lnTo>
                  <a:pt x="1977" y="629"/>
                </a:lnTo>
                <a:lnTo>
                  <a:pt x="1978" y="628"/>
                </a:lnTo>
                <a:lnTo>
                  <a:pt x="1979" y="628"/>
                </a:lnTo>
                <a:lnTo>
                  <a:pt x="1980" y="627"/>
                </a:lnTo>
                <a:lnTo>
                  <a:pt x="1981" y="625"/>
                </a:lnTo>
                <a:lnTo>
                  <a:pt x="1981" y="624"/>
                </a:lnTo>
                <a:lnTo>
                  <a:pt x="1981" y="623"/>
                </a:lnTo>
                <a:lnTo>
                  <a:pt x="1981" y="622"/>
                </a:lnTo>
                <a:lnTo>
                  <a:pt x="1984" y="623"/>
                </a:lnTo>
                <a:lnTo>
                  <a:pt x="1986" y="625"/>
                </a:lnTo>
                <a:lnTo>
                  <a:pt x="1987" y="625"/>
                </a:lnTo>
                <a:lnTo>
                  <a:pt x="1987" y="627"/>
                </a:lnTo>
                <a:lnTo>
                  <a:pt x="1988" y="630"/>
                </a:lnTo>
                <a:lnTo>
                  <a:pt x="1988" y="633"/>
                </a:lnTo>
                <a:lnTo>
                  <a:pt x="1988" y="635"/>
                </a:lnTo>
                <a:lnTo>
                  <a:pt x="1987" y="636"/>
                </a:lnTo>
                <a:lnTo>
                  <a:pt x="1986" y="637"/>
                </a:lnTo>
                <a:lnTo>
                  <a:pt x="1984" y="639"/>
                </a:lnTo>
                <a:lnTo>
                  <a:pt x="1980" y="643"/>
                </a:lnTo>
                <a:lnTo>
                  <a:pt x="1978" y="645"/>
                </a:lnTo>
                <a:lnTo>
                  <a:pt x="1977" y="645"/>
                </a:lnTo>
                <a:lnTo>
                  <a:pt x="1975" y="647"/>
                </a:lnTo>
                <a:lnTo>
                  <a:pt x="1974" y="648"/>
                </a:lnTo>
                <a:lnTo>
                  <a:pt x="1973" y="649"/>
                </a:lnTo>
                <a:lnTo>
                  <a:pt x="1970" y="651"/>
                </a:lnTo>
                <a:lnTo>
                  <a:pt x="1969" y="651"/>
                </a:lnTo>
                <a:lnTo>
                  <a:pt x="1967" y="653"/>
                </a:lnTo>
                <a:lnTo>
                  <a:pt x="1965" y="654"/>
                </a:lnTo>
                <a:lnTo>
                  <a:pt x="1963" y="656"/>
                </a:lnTo>
                <a:lnTo>
                  <a:pt x="1961" y="658"/>
                </a:lnTo>
                <a:lnTo>
                  <a:pt x="1960" y="659"/>
                </a:lnTo>
                <a:lnTo>
                  <a:pt x="1959" y="660"/>
                </a:lnTo>
                <a:lnTo>
                  <a:pt x="1958" y="661"/>
                </a:lnTo>
                <a:lnTo>
                  <a:pt x="1958" y="663"/>
                </a:lnTo>
                <a:lnTo>
                  <a:pt x="1957" y="664"/>
                </a:lnTo>
                <a:lnTo>
                  <a:pt x="1957" y="666"/>
                </a:lnTo>
                <a:lnTo>
                  <a:pt x="1956" y="667"/>
                </a:lnTo>
                <a:lnTo>
                  <a:pt x="1955" y="668"/>
                </a:lnTo>
                <a:lnTo>
                  <a:pt x="1954" y="668"/>
                </a:lnTo>
                <a:lnTo>
                  <a:pt x="1953" y="669"/>
                </a:lnTo>
                <a:lnTo>
                  <a:pt x="1952" y="670"/>
                </a:lnTo>
                <a:lnTo>
                  <a:pt x="1951" y="671"/>
                </a:lnTo>
                <a:lnTo>
                  <a:pt x="1950" y="672"/>
                </a:lnTo>
                <a:lnTo>
                  <a:pt x="1949" y="672"/>
                </a:lnTo>
                <a:lnTo>
                  <a:pt x="1949" y="673"/>
                </a:lnTo>
                <a:lnTo>
                  <a:pt x="1948" y="674"/>
                </a:lnTo>
                <a:lnTo>
                  <a:pt x="1947" y="674"/>
                </a:lnTo>
                <a:lnTo>
                  <a:pt x="1946" y="675"/>
                </a:lnTo>
                <a:lnTo>
                  <a:pt x="1945" y="675"/>
                </a:lnTo>
                <a:lnTo>
                  <a:pt x="1944" y="677"/>
                </a:lnTo>
                <a:lnTo>
                  <a:pt x="1944" y="679"/>
                </a:lnTo>
                <a:lnTo>
                  <a:pt x="1944" y="681"/>
                </a:lnTo>
                <a:lnTo>
                  <a:pt x="1944" y="682"/>
                </a:lnTo>
                <a:lnTo>
                  <a:pt x="1944" y="683"/>
                </a:lnTo>
                <a:lnTo>
                  <a:pt x="1945" y="683"/>
                </a:lnTo>
                <a:lnTo>
                  <a:pt x="1945" y="685"/>
                </a:lnTo>
                <a:lnTo>
                  <a:pt x="1945" y="687"/>
                </a:lnTo>
                <a:lnTo>
                  <a:pt x="1946" y="688"/>
                </a:lnTo>
                <a:lnTo>
                  <a:pt x="1946" y="690"/>
                </a:lnTo>
                <a:lnTo>
                  <a:pt x="1947" y="691"/>
                </a:lnTo>
                <a:lnTo>
                  <a:pt x="1947" y="692"/>
                </a:lnTo>
                <a:lnTo>
                  <a:pt x="1947" y="693"/>
                </a:lnTo>
                <a:lnTo>
                  <a:pt x="1947" y="694"/>
                </a:lnTo>
                <a:lnTo>
                  <a:pt x="1948" y="695"/>
                </a:lnTo>
                <a:lnTo>
                  <a:pt x="1949" y="696"/>
                </a:lnTo>
                <a:lnTo>
                  <a:pt x="1949" y="697"/>
                </a:lnTo>
                <a:lnTo>
                  <a:pt x="1949" y="698"/>
                </a:lnTo>
                <a:lnTo>
                  <a:pt x="1949" y="699"/>
                </a:lnTo>
                <a:lnTo>
                  <a:pt x="1949" y="700"/>
                </a:lnTo>
                <a:lnTo>
                  <a:pt x="1949" y="701"/>
                </a:lnTo>
                <a:lnTo>
                  <a:pt x="1948" y="703"/>
                </a:lnTo>
                <a:lnTo>
                  <a:pt x="1947" y="704"/>
                </a:lnTo>
                <a:lnTo>
                  <a:pt x="1947" y="705"/>
                </a:lnTo>
                <a:lnTo>
                  <a:pt x="1947" y="706"/>
                </a:lnTo>
                <a:lnTo>
                  <a:pt x="1947" y="709"/>
                </a:lnTo>
                <a:lnTo>
                  <a:pt x="1947" y="711"/>
                </a:lnTo>
                <a:lnTo>
                  <a:pt x="1946" y="712"/>
                </a:lnTo>
                <a:lnTo>
                  <a:pt x="1946" y="713"/>
                </a:lnTo>
                <a:lnTo>
                  <a:pt x="1944" y="716"/>
                </a:lnTo>
                <a:lnTo>
                  <a:pt x="1944" y="717"/>
                </a:lnTo>
                <a:lnTo>
                  <a:pt x="1943" y="719"/>
                </a:lnTo>
                <a:lnTo>
                  <a:pt x="1943" y="720"/>
                </a:lnTo>
                <a:lnTo>
                  <a:pt x="1942" y="720"/>
                </a:lnTo>
                <a:lnTo>
                  <a:pt x="1942" y="721"/>
                </a:lnTo>
                <a:lnTo>
                  <a:pt x="1942" y="722"/>
                </a:lnTo>
                <a:lnTo>
                  <a:pt x="1943" y="722"/>
                </a:lnTo>
                <a:lnTo>
                  <a:pt x="1943" y="723"/>
                </a:lnTo>
                <a:lnTo>
                  <a:pt x="1943" y="724"/>
                </a:lnTo>
                <a:lnTo>
                  <a:pt x="1942" y="724"/>
                </a:lnTo>
                <a:lnTo>
                  <a:pt x="1941" y="725"/>
                </a:lnTo>
                <a:lnTo>
                  <a:pt x="1940" y="726"/>
                </a:lnTo>
                <a:lnTo>
                  <a:pt x="1940" y="727"/>
                </a:lnTo>
                <a:lnTo>
                  <a:pt x="1941" y="727"/>
                </a:lnTo>
                <a:lnTo>
                  <a:pt x="1941" y="728"/>
                </a:lnTo>
                <a:lnTo>
                  <a:pt x="1941" y="729"/>
                </a:lnTo>
                <a:lnTo>
                  <a:pt x="1942" y="730"/>
                </a:lnTo>
                <a:lnTo>
                  <a:pt x="1942" y="732"/>
                </a:lnTo>
                <a:lnTo>
                  <a:pt x="1942" y="733"/>
                </a:lnTo>
                <a:lnTo>
                  <a:pt x="1943" y="734"/>
                </a:lnTo>
                <a:lnTo>
                  <a:pt x="1943" y="735"/>
                </a:lnTo>
                <a:lnTo>
                  <a:pt x="1943" y="736"/>
                </a:lnTo>
                <a:lnTo>
                  <a:pt x="1944" y="736"/>
                </a:lnTo>
                <a:lnTo>
                  <a:pt x="1944" y="737"/>
                </a:lnTo>
                <a:lnTo>
                  <a:pt x="1945" y="737"/>
                </a:lnTo>
                <a:lnTo>
                  <a:pt x="1946" y="737"/>
                </a:lnTo>
                <a:lnTo>
                  <a:pt x="1946" y="738"/>
                </a:lnTo>
                <a:lnTo>
                  <a:pt x="1947" y="738"/>
                </a:lnTo>
                <a:lnTo>
                  <a:pt x="1947" y="739"/>
                </a:lnTo>
                <a:lnTo>
                  <a:pt x="1948" y="739"/>
                </a:lnTo>
                <a:lnTo>
                  <a:pt x="1949" y="739"/>
                </a:lnTo>
                <a:lnTo>
                  <a:pt x="1949" y="740"/>
                </a:lnTo>
                <a:lnTo>
                  <a:pt x="1950" y="740"/>
                </a:lnTo>
                <a:lnTo>
                  <a:pt x="1951" y="740"/>
                </a:lnTo>
                <a:lnTo>
                  <a:pt x="1951" y="741"/>
                </a:lnTo>
                <a:lnTo>
                  <a:pt x="1952" y="741"/>
                </a:lnTo>
                <a:lnTo>
                  <a:pt x="1952" y="742"/>
                </a:lnTo>
                <a:lnTo>
                  <a:pt x="1953" y="743"/>
                </a:lnTo>
                <a:lnTo>
                  <a:pt x="1953" y="744"/>
                </a:lnTo>
                <a:lnTo>
                  <a:pt x="1954" y="744"/>
                </a:lnTo>
                <a:lnTo>
                  <a:pt x="1954" y="745"/>
                </a:lnTo>
                <a:lnTo>
                  <a:pt x="1955" y="745"/>
                </a:lnTo>
                <a:lnTo>
                  <a:pt x="1955" y="747"/>
                </a:lnTo>
                <a:lnTo>
                  <a:pt x="1955" y="748"/>
                </a:lnTo>
                <a:lnTo>
                  <a:pt x="1955" y="749"/>
                </a:lnTo>
                <a:lnTo>
                  <a:pt x="1957" y="749"/>
                </a:lnTo>
                <a:lnTo>
                  <a:pt x="1958" y="749"/>
                </a:lnTo>
                <a:lnTo>
                  <a:pt x="1959" y="749"/>
                </a:lnTo>
                <a:lnTo>
                  <a:pt x="1959" y="748"/>
                </a:lnTo>
                <a:lnTo>
                  <a:pt x="1960" y="748"/>
                </a:lnTo>
                <a:lnTo>
                  <a:pt x="1961" y="748"/>
                </a:lnTo>
                <a:lnTo>
                  <a:pt x="1962" y="748"/>
                </a:lnTo>
                <a:lnTo>
                  <a:pt x="1963" y="748"/>
                </a:lnTo>
                <a:lnTo>
                  <a:pt x="1963" y="749"/>
                </a:lnTo>
                <a:lnTo>
                  <a:pt x="1964" y="749"/>
                </a:lnTo>
                <a:lnTo>
                  <a:pt x="1964" y="750"/>
                </a:lnTo>
                <a:lnTo>
                  <a:pt x="1965" y="750"/>
                </a:lnTo>
                <a:lnTo>
                  <a:pt x="1965" y="751"/>
                </a:lnTo>
                <a:lnTo>
                  <a:pt x="1966" y="751"/>
                </a:lnTo>
                <a:lnTo>
                  <a:pt x="1966" y="753"/>
                </a:lnTo>
                <a:lnTo>
                  <a:pt x="1966" y="754"/>
                </a:lnTo>
                <a:lnTo>
                  <a:pt x="1966" y="755"/>
                </a:lnTo>
                <a:lnTo>
                  <a:pt x="1966" y="756"/>
                </a:lnTo>
                <a:lnTo>
                  <a:pt x="1966" y="757"/>
                </a:lnTo>
                <a:lnTo>
                  <a:pt x="1967" y="757"/>
                </a:lnTo>
                <a:lnTo>
                  <a:pt x="1967" y="758"/>
                </a:lnTo>
                <a:lnTo>
                  <a:pt x="1968" y="758"/>
                </a:lnTo>
                <a:lnTo>
                  <a:pt x="1968" y="759"/>
                </a:lnTo>
                <a:lnTo>
                  <a:pt x="1968" y="760"/>
                </a:lnTo>
                <a:lnTo>
                  <a:pt x="1968" y="761"/>
                </a:lnTo>
                <a:lnTo>
                  <a:pt x="1968" y="762"/>
                </a:lnTo>
                <a:lnTo>
                  <a:pt x="1969" y="763"/>
                </a:lnTo>
                <a:lnTo>
                  <a:pt x="1970" y="763"/>
                </a:lnTo>
                <a:lnTo>
                  <a:pt x="1970" y="764"/>
                </a:lnTo>
                <a:lnTo>
                  <a:pt x="1971" y="764"/>
                </a:lnTo>
                <a:lnTo>
                  <a:pt x="1972" y="764"/>
                </a:lnTo>
                <a:lnTo>
                  <a:pt x="1973" y="764"/>
                </a:lnTo>
                <a:lnTo>
                  <a:pt x="1974" y="764"/>
                </a:lnTo>
                <a:lnTo>
                  <a:pt x="1974" y="765"/>
                </a:lnTo>
                <a:lnTo>
                  <a:pt x="1975" y="765"/>
                </a:lnTo>
                <a:lnTo>
                  <a:pt x="1976" y="765"/>
                </a:lnTo>
                <a:lnTo>
                  <a:pt x="1976" y="766"/>
                </a:lnTo>
                <a:lnTo>
                  <a:pt x="1977" y="766"/>
                </a:lnTo>
                <a:lnTo>
                  <a:pt x="1977" y="767"/>
                </a:lnTo>
                <a:lnTo>
                  <a:pt x="1978" y="767"/>
                </a:lnTo>
                <a:lnTo>
                  <a:pt x="1979" y="768"/>
                </a:lnTo>
                <a:lnTo>
                  <a:pt x="1980" y="768"/>
                </a:lnTo>
                <a:lnTo>
                  <a:pt x="1980" y="769"/>
                </a:lnTo>
                <a:lnTo>
                  <a:pt x="1981" y="769"/>
                </a:lnTo>
                <a:lnTo>
                  <a:pt x="1983" y="769"/>
                </a:lnTo>
                <a:lnTo>
                  <a:pt x="1984" y="769"/>
                </a:lnTo>
                <a:lnTo>
                  <a:pt x="1984" y="770"/>
                </a:lnTo>
                <a:lnTo>
                  <a:pt x="1985" y="770"/>
                </a:lnTo>
                <a:lnTo>
                  <a:pt x="1985" y="771"/>
                </a:lnTo>
                <a:lnTo>
                  <a:pt x="1986" y="771"/>
                </a:lnTo>
                <a:lnTo>
                  <a:pt x="1986" y="772"/>
                </a:lnTo>
                <a:lnTo>
                  <a:pt x="1987" y="772"/>
                </a:lnTo>
                <a:lnTo>
                  <a:pt x="1987" y="773"/>
                </a:lnTo>
                <a:lnTo>
                  <a:pt x="1988" y="773"/>
                </a:lnTo>
                <a:lnTo>
                  <a:pt x="1988" y="774"/>
                </a:lnTo>
                <a:lnTo>
                  <a:pt x="1988" y="775"/>
                </a:lnTo>
                <a:lnTo>
                  <a:pt x="1988" y="776"/>
                </a:lnTo>
                <a:lnTo>
                  <a:pt x="1989" y="776"/>
                </a:lnTo>
                <a:lnTo>
                  <a:pt x="1989" y="777"/>
                </a:lnTo>
                <a:lnTo>
                  <a:pt x="1989" y="780"/>
                </a:lnTo>
                <a:lnTo>
                  <a:pt x="1988" y="780"/>
                </a:lnTo>
                <a:lnTo>
                  <a:pt x="1988" y="781"/>
                </a:lnTo>
                <a:lnTo>
                  <a:pt x="1988" y="782"/>
                </a:lnTo>
                <a:lnTo>
                  <a:pt x="1988" y="783"/>
                </a:lnTo>
                <a:lnTo>
                  <a:pt x="1988" y="784"/>
                </a:lnTo>
                <a:lnTo>
                  <a:pt x="1987" y="784"/>
                </a:lnTo>
                <a:lnTo>
                  <a:pt x="1987" y="785"/>
                </a:lnTo>
                <a:lnTo>
                  <a:pt x="1987" y="786"/>
                </a:lnTo>
                <a:lnTo>
                  <a:pt x="1987" y="787"/>
                </a:lnTo>
                <a:lnTo>
                  <a:pt x="1986" y="787"/>
                </a:lnTo>
                <a:lnTo>
                  <a:pt x="1986" y="788"/>
                </a:lnTo>
                <a:lnTo>
                  <a:pt x="1986" y="789"/>
                </a:lnTo>
                <a:lnTo>
                  <a:pt x="1986" y="790"/>
                </a:lnTo>
                <a:lnTo>
                  <a:pt x="1985" y="790"/>
                </a:lnTo>
                <a:lnTo>
                  <a:pt x="1985" y="791"/>
                </a:lnTo>
                <a:lnTo>
                  <a:pt x="1985" y="792"/>
                </a:lnTo>
                <a:lnTo>
                  <a:pt x="1985" y="793"/>
                </a:lnTo>
                <a:lnTo>
                  <a:pt x="1984" y="794"/>
                </a:lnTo>
                <a:lnTo>
                  <a:pt x="1984" y="795"/>
                </a:lnTo>
                <a:lnTo>
                  <a:pt x="1983" y="796"/>
                </a:lnTo>
                <a:lnTo>
                  <a:pt x="1983" y="797"/>
                </a:lnTo>
                <a:lnTo>
                  <a:pt x="1982" y="797"/>
                </a:lnTo>
                <a:lnTo>
                  <a:pt x="1982" y="798"/>
                </a:lnTo>
                <a:lnTo>
                  <a:pt x="1982" y="799"/>
                </a:lnTo>
                <a:lnTo>
                  <a:pt x="1982" y="800"/>
                </a:lnTo>
                <a:lnTo>
                  <a:pt x="1982" y="801"/>
                </a:lnTo>
                <a:lnTo>
                  <a:pt x="1982" y="802"/>
                </a:lnTo>
                <a:lnTo>
                  <a:pt x="1983" y="802"/>
                </a:lnTo>
                <a:lnTo>
                  <a:pt x="1983" y="803"/>
                </a:lnTo>
                <a:lnTo>
                  <a:pt x="1983" y="804"/>
                </a:lnTo>
                <a:lnTo>
                  <a:pt x="1984" y="804"/>
                </a:lnTo>
                <a:lnTo>
                  <a:pt x="1984" y="805"/>
                </a:lnTo>
                <a:lnTo>
                  <a:pt x="1984" y="806"/>
                </a:lnTo>
                <a:lnTo>
                  <a:pt x="1984" y="807"/>
                </a:lnTo>
                <a:lnTo>
                  <a:pt x="1984" y="808"/>
                </a:lnTo>
                <a:lnTo>
                  <a:pt x="1983" y="808"/>
                </a:lnTo>
                <a:lnTo>
                  <a:pt x="1983" y="809"/>
                </a:lnTo>
                <a:lnTo>
                  <a:pt x="1982" y="810"/>
                </a:lnTo>
                <a:lnTo>
                  <a:pt x="1981" y="811"/>
                </a:lnTo>
                <a:lnTo>
                  <a:pt x="1981" y="812"/>
                </a:lnTo>
                <a:lnTo>
                  <a:pt x="1981" y="813"/>
                </a:lnTo>
                <a:lnTo>
                  <a:pt x="1981" y="814"/>
                </a:lnTo>
                <a:lnTo>
                  <a:pt x="1980" y="814"/>
                </a:lnTo>
                <a:lnTo>
                  <a:pt x="1980" y="815"/>
                </a:lnTo>
                <a:lnTo>
                  <a:pt x="1980" y="816"/>
                </a:lnTo>
                <a:lnTo>
                  <a:pt x="1980" y="817"/>
                </a:lnTo>
                <a:lnTo>
                  <a:pt x="1980" y="818"/>
                </a:lnTo>
                <a:lnTo>
                  <a:pt x="1980" y="819"/>
                </a:lnTo>
                <a:lnTo>
                  <a:pt x="1979" y="819"/>
                </a:lnTo>
                <a:lnTo>
                  <a:pt x="1979" y="820"/>
                </a:lnTo>
                <a:lnTo>
                  <a:pt x="1978" y="821"/>
                </a:lnTo>
                <a:lnTo>
                  <a:pt x="1978" y="822"/>
                </a:lnTo>
                <a:lnTo>
                  <a:pt x="1977" y="822"/>
                </a:lnTo>
                <a:lnTo>
                  <a:pt x="1976" y="822"/>
                </a:lnTo>
                <a:lnTo>
                  <a:pt x="1976" y="823"/>
                </a:lnTo>
                <a:lnTo>
                  <a:pt x="1975" y="824"/>
                </a:lnTo>
                <a:lnTo>
                  <a:pt x="1975" y="825"/>
                </a:lnTo>
                <a:lnTo>
                  <a:pt x="1975" y="827"/>
                </a:lnTo>
                <a:lnTo>
                  <a:pt x="1975" y="828"/>
                </a:lnTo>
                <a:lnTo>
                  <a:pt x="1976" y="828"/>
                </a:lnTo>
                <a:lnTo>
                  <a:pt x="1976" y="829"/>
                </a:lnTo>
                <a:lnTo>
                  <a:pt x="1976" y="830"/>
                </a:lnTo>
                <a:lnTo>
                  <a:pt x="1976" y="831"/>
                </a:lnTo>
                <a:lnTo>
                  <a:pt x="1976" y="832"/>
                </a:lnTo>
                <a:lnTo>
                  <a:pt x="1976" y="833"/>
                </a:lnTo>
                <a:lnTo>
                  <a:pt x="1976" y="834"/>
                </a:lnTo>
                <a:lnTo>
                  <a:pt x="1975" y="834"/>
                </a:lnTo>
                <a:lnTo>
                  <a:pt x="1975" y="835"/>
                </a:lnTo>
                <a:lnTo>
                  <a:pt x="1974" y="835"/>
                </a:lnTo>
                <a:lnTo>
                  <a:pt x="1974" y="836"/>
                </a:lnTo>
                <a:lnTo>
                  <a:pt x="1973" y="836"/>
                </a:lnTo>
                <a:lnTo>
                  <a:pt x="1972" y="837"/>
                </a:lnTo>
                <a:lnTo>
                  <a:pt x="1971" y="837"/>
                </a:lnTo>
                <a:lnTo>
                  <a:pt x="1970" y="838"/>
                </a:lnTo>
                <a:lnTo>
                  <a:pt x="1970" y="839"/>
                </a:lnTo>
                <a:lnTo>
                  <a:pt x="1969" y="839"/>
                </a:lnTo>
                <a:lnTo>
                  <a:pt x="1969" y="840"/>
                </a:lnTo>
                <a:lnTo>
                  <a:pt x="1969" y="841"/>
                </a:lnTo>
                <a:lnTo>
                  <a:pt x="1969" y="842"/>
                </a:lnTo>
                <a:lnTo>
                  <a:pt x="1969" y="843"/>
                </a:lnTo>
                <a:lnTo>
                  <a:pt x="1968" y="843"/>
                </a:lnTo>
                <a:lnTo>
                  <a:pt x="1968" y="844"/>
                </a:lnTo>
                <a:lnTo>
                  <a:pt x="1967" y="844"/>
                </a:lnTo>
                <a:lnTo>
                  <a:pt x="1966" y="844"/>
                </a:lnTo>
                <a:lnTo>
                  <a:pt x="1965" y="844"/>
                </a:lnTo>
                <a:lnTo>
                  <a:pt x="1964" y="844"/>
                </a:lnTo>
                <a:lnTo>
                  <a:pt x="1963" y="844"/>
                </a:lnTo>
                <a:lnTo>
                  <a:pt x="1962" y="844"/>
                </a:lnTo>
                <a:lnTo>
                  <a:pt x="1962" y="845"/>
                </a:lnTo>
                <a:lnTo>
                  <a:pt x="1961" y="845"/>
                </a:lnTo>
                <a:lnTo>
                  <a:pt x="1961" y="846"/>
                </a:lnTo>
                <a:lnTo>
                  <a:pt x="1960" y="846"/>
                </a:lnTo>
                <a:lnTo>
                  <a:pt x="1959" y="847"/>
                </a:lnTo>
                <a:lnTo>
                  <a:pt x="1958" y="848"/>
                </a:lnTo>
                <a:lnTo>
                  <a:pt x="1957" y="848"/>
                </a:lnTo>
                <a:lnTo>
                  <a:pt x="1957" y="849"/>
                </a:lnTo>
                <a:lnTo>
                  <a:pt x="1956" y="849"/>
                </a:lnTo>
                <a:lnTo>
                  <a:pt x="1955" y="849"/>
                </a:lnTo>
                <a:lnTo>
                  <a:pt x="1954" y="849"/>
                </a:lnTo>
                <a:lnTo>
                  <a:pt x="1952" y="849"/>
                </a:lnTo>
                <a:lnTo>
                  <a:pt x="1951" y="850"/>
                </a:lnTo>
                <a:lnTo>
                  <a:pt x="1950" y="850"/>
                </a:lnTo>
                <a:lnTo>
                  <a:pt x="1950" y="849"/>
                </a:lnTo>
                <a:lnTo>
                  <a:pt x="1949" y="850"/>
                </a:lnTo>
                <a:lnTo>
                  <a:pt x="1948" y="850"/>
                </a:lnTo>
                <a:lnTo>
                  <a:pt x="1946" y="851"/>
                </a:lnTo>
                <a:lnTo>
                  <a:pt x="1945" y="853"/>
                </a:lnTo>
                <a:lnTo>
                  <a:pt x="1944" y="854"/>
                </a:lnTo>
                <a:lnTo>
                  <a:pt x="1944" y="855"/>
                </a:lnTo>
                <a:lnTo>
                  <a:pt x="1943" y="856"/>
                </a:lnTo>
                <a:lnTo>
                  <a:pt x="1943" y="857"/>
                </a:lnTo>
                <a:lnTo>
                  <a:pt x="1942" y="858"/>
                </a:lnTo>
                <a:lnTo>
                  <a:pt x="1942" y="859"/>
                </a:lnTo>
                <a:lnTo>
                  <a:pt x="1942" y="860"/>
                </a:lnTo>
                <a:lnTo>
                  <a:pt x="1941" y="860"/>
                </a:lnTo>
                <a:lnTo>
                  <a:pt x="1941" y="861"/>
                </a:lnTo>
                <a:lnTo>
                  <a:pt x="1941" y="862"/>
                </a:lnTo>
                <a:lnTo>
                  <a:pt x="1940" y="862"/>
                </a:lnTo>
                <a:lnTo>
                  <a:pt x="1941" y="863"/>
                </a:lnTo>
                <a:lnTo>
                  <a:pt x="1941" y="864"/>
                </a:lnTo>
                <a:lnTo>
                  <a:pt x="1941" y="865"/>
                </a:lnTo>
                <a:lnTo>
                  <a:pt x="1941" y="866"/>
                </a:lnTo>
                <a:lnTo>
                  <a:pt x="1941" y="867"/>
                </a:lnTo>
                <a:lnTo>
                  <a:pt x="1941" y="868"/>
                </a:lnTo>
                <a:lnTo>
                  <a:pt x="1941" y="869"/>
                </a:lnTo>
                <a:lnTo>
                  <a:pt x="1941" y="870"/>
                </a:lnTo>
                <a:lnTo>
                  <a:pt x="1940" y="870"/>
                </a:lnTo>
                <a:lnTo>
                  <a:pt x="1940" y="871"/>
                </a:lnTo>
                <a:lnTo>
                  <a:pt x="1939" y="872"/>
                </a:lnTo>
                <a:lnTo>
                  <a:pt x="1938" y="872"/>
                </a:lnTo>
                <a:lnTo>
                  <a:pt x="1938" y="873"/>
                </a:lnTo>
                <a:lnTo>
                  <a:pt x="1937" y="873"/>
                </a:lnTo>
                <a:lnTo>
                  <a:pt x="1936" y="873"/>
                </a:lnTo>
                <a:lnTo>
                  <a:pt x="1936" y="874"/>
                </a:lnTo>
                <a:lnTo>
                  <a:pt x="1935" y="874"/>
                </a:lnTo>
                <a:lnTo>
                  <a:pt x="1935" y="875"/>
                </a:lnTo>
                <a:lnTo>
                  <a:pt x="1935" y="876"/>
                </a:lnTo>
                <a:lnTo>
                  <a:pt x="1934" y="876"/>
                </a:lnTo>
                <a:lnTo>
                  <a:pt x="1934" y="877"/>
                </a:lnTo>
                <a:lnTo>
                  <a:pt x="1934" y="878"/>
                </a:lnTo>
                <a:lnTo>
                  <a:pt x="1933" y="878"/>
                </a:lnTo>
                <a:lnTo>
                  <a:pt x="1933" y="880"/>
                </a:lnTo>
                <a:lnTo>
                  <a:pt x="1933" y="881"/>
                </a:lnTo>
                <a:lnTo>
                  <a:pt x="1933" y="882"/>
                </a:lnTo>
                <a:lnTo>
                  <a:pt x="1933" y="883"/>
                </a:lnTo>
                <a:lnTo>
                  <a:pt x="1933" y="884"/>
                </a:lnTo>
                <a:lnTo>
                  <a:pt x="1934" y="884"/>
                </a:lnTo>
                <a:lnTo>
                  <a:pt x="1934" y="885"/>
                </a:lnTo>
                <a:lnTo>
                  <a:pt x="1934" y="886"/>
                </a:lnTo>
                <a:lnTo>
                  <a:pt x="1934" y="887"/>
                </a:lnTo>
                <a:lnTo>
                  <a:pt x="1934" y="889"/>
                </a:lnTo>
                <a:lnTo>
                  <a:pt x="1934" y="890"/>
                </a:lnTo>
                <a:lnTo>
                  <a:pt x="1934" y="891"/>
                </a:lnTo>
                <a:lnTo>
                  <a:pt x="1934" y="892"/>
                </a:lnTo>
                <a:lnTo>
                  <a:pt x="1934" y="893"/>
                </a:lnTo>
                <a:lnTo>
                  <a:pt x="1934" y="894"/>
                </a:lnTo>
                <a:lnTo>
                  <a:pt x="1934" y="895"/>
                </a:lnTo>
                <a:lnTo>
                  <a:pt x="1935" y="895"/>
                </a:lnTo>
                <a:lnTo>
                  <a:pt x="1935" y="896"/>
                </a:lnTo>
                <a:lnTo>
                  <a:pt x="1936" y="897"/>
                </a:lnTo>
                <a:lnTo>
                  <a:pt x="1937" y="897"/>
                </a:lnTo>
                <a:lnTo>
                  <a:pt x="1937" y="898"/>
                </a:lnTo>
                <a:lnTo>
                  <a:pt x="1938" y="898"/>
                </a:lnTo>
                <a:lnTo>
                  <a:pt x="1939" y="898"/>
                </a:lnTo>
                <a:lnTo>
                  <a:pt x="1940" y="898"/>
                </a:lnTo>
                <a:lnTo>
                  <a:pt x="1942" y="899"/>
                </a:lnTo>
                <a:lnTo>
                  <a:pt x="1942" y="900"/>
                </a:lnTo>
                <a:lnTo>
                  <a:pt x="1943" y="900"/>
                </a:lnTo>
                <a:lnTo>
                  <a:pt x="1944" y="901"/>
                </a:lnTo>
                <a:lnTo>
                  <a:pt x="1946" y="902"/>
                </a:lnTo>
                <a:lnTo>
                  <a:pt x="1946" y="903"/>
                </a:lnTo>
                <a:lnTo>
                  <a:pt x="1947" y="904"/>
                </a:lnTo>
                <a:lnTo>
                  <a:pt x="1948" y="905"/>
                </a:lnTo>
                <a:lnTo>
                  <a:pt x="1948" y="906"/>
                </a:lnTo>
                <a:lnTo>
                  <a:pt x="1949" y="908"/>
                </a:lnTo>
                <a:lnTo>
                  <a:pt x="1949" y="909"/>
                </a:lnTo>
                <a:lnTo>
                  <a:pt x="1949" y="910"/>
                </a:lnTo>
                <a:lnTo>
                  <a:pt x="1950" y="912"/>
                </a:lnTo>
                <a:lnTo>
                  <a:pt x="1950" y="913"/>
                </a:lnTo>
                <a:lnTo>
                  <a:pt x="1951" y="913"/>
                </a:lnTo>
                <a:lnTo>
                  <a:pt x="1951" y="914"/>
                </a:lnTo>
                <a:lnTo>
                  <a:pt x="1951" y="915"/>
                </a:lnTo>
                <a:lnTo>
                  <a:pt x="1951" y="916"/>
                </a:lnTo>
                <a:lnTo>
                  <a:pt x="1952" y="916"/>
                </a:lnTo>
                <a:lnTo>
                  <a:pt x="1952" y="917"/>
                </a:lnTo>
                <a:lnTo>
                  <a:pt x="1952" y="919"/>
                </a:lnTo>
                <a:lnTo>
                  <a:pt x="1952" y="920"/>
                </a:lnTo>
                <a:lnTo>
                  <a:pt x="1952" y="921"/>
                </a:lnTo>
                <a:lnTo>
                  <a:pt x="1951" y="922"/>
                </a:lnTo>
                <a:lnTo>
                  <a:pt x="1949" y="923"/>
                </a:lnTo>
                <a:lnTo>
                  <a:pt x="1948" y="924"/>
                </a:lnTo>
                <a:lnTo>
                  <a:pt x="1947" y="924"/>
                </a:lnTo>
                <a:lnTo>
                  <a:pt x="1946" y="924"/>
                </a:lnTo>
                <a:lnTo>
                  <a:pt x="1945" y="924"/>
                </a:lnTo>
                <a:lnTo>
                  <a:pt x="1945" y="925"/>
                </a:lnTo>
                <a:lnTo>
                  <a:pt x="1944" y="925"/>
                </a:lnTo>
                <a:lnTo>
                  <a:pt x="1943" y="925"/>
                </a:lnTo>
                <a:lnTo>
                  <a:pt x="1942" y="925"/>
                </a:lnTo>
                <a:lnTo>
                  <a:pt x="1942" y="926"/>
                </a:lnTo>
                <a:lnTo>
                  <a:pt x="1942" y="927"/>
                </a:lnTo>
                <a:lnTo>
                  <a:pt x="1941" y="927"/>
                </a:lnTo>
                <a:lnTo>
                  <a:pt x="1941" y="928"/>
                </a:lnTo>
                <a:lnTo>
                  <a:pt x="1941" y="931"/>
                </a:lnTo>
                <a:lnTo>
                  <a:pt x="1941" y="932"/>
                </a:lnTo>
                <a:lnTo>
                  <a:pt x="1940" y="932"/>
                </a:lnTo>
                <a:lnTo>
                  <a:pt x="1940" y="934"/>
                </a:lnTo>
                <a:lnTo>
                  <a:pt x="1941" y="934"/>
                </a:lnTo>
                <a:lnTo>
                  <a:pt x="1941" y="935"/>
                </a:lnTo>
                <a:lnTo>
                  <a:pt x="1941" y="936"/>
                </a:lnTo>
                <a:lnTo>
                  <a:pt x="1942" y="937"/>
                </a:lnTo>
                <a:lnTo>
                  <a:pt x="1942" y="939"/>
                </a:lnTo>
                <a:lnTo>
                  <a:pt x="1941" y="939"/>
                </a:lnTo>
                <a:lnTo>
                  <a:pt x="1941" y="940"/>
                </a:lnTo>
                <a:lnTo>
                  <a:pt x="1941" y="941"/>
                </a:lnTo>
                <a:lnTo>
                  <a:pt x="1941" y="942"/>
                </a:lnTo>
                <a:lnTo>
                  <a:pt x="1941" y="943"/>
                </a:lnTo>
                <a:lnTo>
                  <a:pt x="1941" y="944"/>
                </a:lnTo>
                <a:lnTo>
                  <a:pt x="1942" y="945"/>
                </a:lnTo>
                <a:lnTo>
                  <a:pt x="1941" y="945"/>
                </a:lnTo>
                <a:lnTo>
                  <a:pt x="1941" y="946"/>
                </a:lnTo>
                <a:lnTo>
                  <a:pt x="1940" y="948"/>
                </a:lnTo>
                <a:lnTo>
                  <a:pt x="1939" y="949"/>
                </a:lnTo>
                <a:lnTo>
                  <a:pt x="1938" y="950"/>
                </a:lnTo>
                <a:lnTo>
                  <a:pt x="1938" y="951"/>
                </a:lnTo>
                <a:lnTo>
                  <a:pt x="1938" y="952"/>
                </a:lnTo>
                <a:lnTo>
                  <a:pt x="1938" y="953"/>
                </a:lnTo>
                <a:lnTo>
                  <a:pt x="1938" y="954"/>
                </a:lnTo>
                <a:lnTo>
                  <a:pt x="1939" y="954"/>
                </a:lnTo>
                <a:lnTo>
                  <a:pt x="1939" y="955"/>
                </a:lnTo>
                <a:lnTo>
                  <a:pt x="1940" y="955"/>
                </a:lnTo>
                <a:lnTo>
                  <a:pt x="1941" y="955"/>
                </a:lnTo>
                <a:lnTo>
                  <a:pt x="1941" y="956"/>
                </a:lnTo>
                <a:lnTo>
                  <a:pt x="1941" y="957"/>
                </a:lnTo>
                <a:lnTo>
                  <a:pt x="1942" y="958"/>
                </a:lnTo>
                <a:lnTo>
                  <a:pt x="1942" y="959"/>
                </a:lnTo>
                <a:lnTo>
                  <a:pt x="1942" y="961"/>
                </a:lnTo>
                <a:lnTo>
                  <a:pt x="1942" y="962"/>
                </a:lnTo>
                <a:lnTo>
                  <a:pt x="1942" y="963"/>
                </a:lnTo>
                <a:lnTo>
                  <a:pt x="1941" y="964"/>
                </a:lnTo>
                <a:lnTo>
                  <a:pt x="1941" y="966"/>
                </a:lnTo>
                <a:lnTo>
                  <a:pt x="1941" y="967"/>
                </a:lnTo>
                <a:lnTo>
                  <a:pt x="1941" y="968"/>
                </a:lnTo>
                <a:lnTo>
                  <a:pt x="1941" y="971"/>
                </a:lnTo>
                <a:lnTo>
                  <a:pt x="1941" y="972"/>
                </a:lnTo>
                <a:lnTo>
                  <a:pt x="1941" y="973"/>
                </a:lnTo>
                <a:lnTo>
                  <a:pt x="1942" y="973"/>
                </a:lnTo>
                <a:lnTo>
                  <a:pt x="1942" y="974"/>
                </a:lnTo>
                <a:lnTo>
                  <a:pt x="1942" y="976"/>
                </a:lnTo>
                <a:lnTo>
                  <a:pt x="1942" y="977"/>
                </a:lnTo>
                <a:lnTo>
                  <a:pt x="1943" y="978"/>
                </a:lnTo>
                <a:lnTo>
                  <a:pt x="1943" y="979"/>
                </a:lnTo>
                <a:lnTo>
                  <a:pt x="1942" y="979"/>
                </a:lnTo>
                <a:lnTo>
                  <a:pt x="1942" y="980"/>
                </a:lnTo>
                <a:lnTo>
                  <a:pt x="1941" y="981"/>
                </a:lnTo>
                <a:lnTo>
                  <a:pt x="1941" y="982"/>
                </a:lnTo>
                <a:lnTo>
                  <a:pt x="1941" y="983"/>
                </a:lnTo>
                <a:lnTo>
                  <a:pt x="1941" y="984"/>
                </a:lnTo>
                <a:lnTo>
                  <a:pt x="1942" y="984"/>
                </a:lnTo>
                <a:lnTo>
                  <a:pt x="1942" y="985"/>
                </a:lnTo>
                <a:lnTo>
                  <a:pt x="1942" y="986"/>
                </a:lnTo>
                <a:lnTo>
                  <a:pt x="1943" y="987"/>
                </a:lnTo>
                <a:lnTo>
                  <a:pt x="1944" y="987"/>
                </a:lnTo>
                <a:lnTo>
                  <a:pt x="1945" y="988"/>
                </a:lnTo>
                <a:lnTo>
                  <a:pt x="1945" y="989"/>
                </a:lnTo>
                <a:lnTo>
                  <a:pt x="1946" y="989"/>
                </a:lnTo>
                <a:lnTo>
                  <a:pt x="1946" y="990"/>
                </a:lnTo>
                <a:lnTo>
                  <a:pt x="1947" y="990"/>
                </a:lnTo>
                <a:lnTo>
                  <a:pt x="1948" y="991"/>
                </a:lnTo>
                <a:lnTo>
                  <a:pt x="1948" y="992"/>
                </a:lnTo>
                <a:lnTo>
                  <a:pt x="1949" y="993"/>
                </a:lnTo>
                <a:lnTo>
                  <a:pt x="1948" y="993"/>
                </a:lnTo>
                <a:lnTo>
                  <a:pt x="1948" y="994"/>
                </a:lnTo>
                <a:lnTo>
                  <a:pt x="1947" y="995"/>
                </a:lnTo>
                <a:lnTo>
                  <a:pt x="1947" y="996"/>
                </a:lnTo>
                <a:lnTo>
                  <a:pt x="1947" y="997"/>
                </a:lnTo>
                <a:lnTo>
                  <a:pt x="1947" y="998"/>
                </a:lnTo>
                <a:lnTo>
                  <a:pt x="1947" y="999"/>
                </a:lnTo>
                <a:lnTo>
                  <a:pt x="1947" y="1000"/>
                </a:lnTo>
                <a:lnTo>
                  <a:pt x="1947" y="1001"/>
                </a:lnTo>
                <a:lnTo>
                  <a:pt x="1947" y="1002"/>
                </a:lnTo>
                <a:lnTo>
                  <a:pt x="1948" y="1002"/>
                </a:lnTo>
                <a:lnTo>
                  <a:pt x="1948" y="1003"/>
                </a:lnTo>
                <a:lnTo>
                  <a:pt x="1948" y="1004"/>
                </a:lnTo>
                <a:lnTo>
                  <a:pt x="1948" y="1005"/>
                </a:lnTo>
                <a:lnTo>
                  <a:pt x="1949" y="1005"/>
                </a:lnTo>
                <a:lnTo>
                  <a:pt x="1949" y="1006"/>
                </a:lnTo>
                <a:lnTo>
                  <a:pt x="1950" y="1006"/>
                </a:lnTo>
                <a:lnTo>
                  <a:pt x="1950" y="1007"/>
                </a:lnTo>
                <a:lnTo>
                  <a:pt x="1950" y="1008"/>
                </a:lnTo>
                <a:lnTo>
                  <a:pt x="1951" y="1008"/>
                </a:lnTo>
                <a:lnTo>
                  <a:pt x="1951" y="1009"/>
                </a:lnTo>
                <a:lnTo>
                  <a:pt x="1950" y="1009"/>
                </a:lnTo>
                <a:lnTo>
                  <a:pt x="1950" y="1010"/>
                </a:lnTo>
                <a:lnTo>
                  <a:pt x="1950" y="1013"/>
                </a:lnTo>
                <a:lnTo>
                  <a:pt x="1950" y="1016"/>
                </a:lnTo>
                <a:lnTo>
                  <a:pt x="1951" y="1018"/>
                </a:lnTo>
                <a:lnTo>
                  <a:pt x="1951" y="1019"/>
                </a:lnTo>
                <a:lnTo>
                  <a:pt x="1951" y="1022"/>
                </a:lnTo>
                <a:lnTo>
                  <a:pt x="1950" y="1022"/>
                </a:lnTo>
                <a:lnTo>
                  <a:pt x="1950" y="1023"/>
                </a:lnTo>
                <a:lnTo>
                  <a:pt x="1948" y="1024"/>
                </a:lnTo>
                <a:lnTo>
                  <a:pt x="1947" y="1026"/>
                </a:lnTo>
                <a:lnTo>
                  <a:pt x="1946" y="1027"/>
                </a:lnTo>
                <a:lnTo>
                  <a:pt x="1945" y="1028"/>
                </a:lnTo>
                <a:lnTo>
                  <a:pt x="1944" y="1029"/>
                </a:lnTo>
                <a:lnTo>
                  <a:pt x="1943" y="1030"/>
                </a:lnTo>
                <a:lnTo>
                  <a:pt x="1942" y="1031"/>
                </a:lnTo>
                <a:lnTo>
                  <a:pt x="1942" y="1032"/>
                </a:lnTo>
                <a:lnTo>
                  <a:pt x="1941" y="1033"/>
                </a:lnTo>
                <a:lnTo>
                  <a:pt x="1941" y="1034"/>
                </a:lnTo>
                <a:lnTo>
                  <a:pt x="1941" y="1036"/>
                </a:lnTo>
                <a:lnTo>
                  <a:pt x="1941" y="1037"/>
                </a:lnTo>
                <a:lnTo>
                  <a:pt x="1941" y="1038"/>
                </a:lnTo>
                <a:lnTo>
                  <a:pt x="1941" y="1039"/>
                </a:lnTo>
                <a:lnTo>
                  <a:pt x="1941" y="1040"/>
                </a:lnTo>
                <a:lnTo>
                  <a:pt x="1941" y="1042"/>
                </a:lnTo>
                <a:lnTo>
                  <a:pt x="1941" y="1043"/>
                </a:lnTo>
                <a:lnTo>
                  <a:pt x="1942" y="1044"/>
                </a:lnTo>
                <a:lnTo>
                  <a:pt x="1941" y="1046"/>
                </a:lnTo>
                <a:lnTo>
                  <a:pt x="1941" y="1048"/>
                </a:lnTo>
                <a:lnTo>
                  <a:pt x="1941" y="1049"/>
                </a:lnTo>
                <a:lnTo>
                  <a:pt x="1940" y="1049"/>
                </a:lnTo>
                <a:lnTo>
                  <a:pt x="1940" y="1050"/>
                </a:lnTo>
                <a:lnTo>
                  <a:pt x="1940" y="1051"/>
                </a:lnTo>
                <a:lnTo>
                  <a:pt x="1940" y="1052"/>
                </a:lnTo>
                <a:lnTo>
                  <a:pt x="1940" y="1053"/>
                </a:lnTo>
                <a:lnTo>
                  <a:pt x="1940" y="1054"/>
                </a:lnTo>
                <a:lnTo>
                  <a:pt x="1940" y="1055"/>
                </a:lnTo>
                <a:lnTo>
                  <a:pt x="1939" y="1057"/>
                </a:lnTo>
                <a:lnTo>
                  <a:pt x="1939" y="1058"/>
                </a:lnTo>
                <a:lnTo>
                  <a:pt x="1939" y="1059"/>
                </a:lnTo>
                <a:lnTo>
                  <a:pt x="1939" y="1060"/>
                </a:lnTo>
                <a:lnTo>
                  <a:pt x="1939" y="1061"/>
                </a:lnTo>
                <a:lnTo>
                  <a:pt x="1940" y="1064"/>
                </a:lnTo>
                <a:lnTo>
                  <a:pt x="1941" y="1064"/>
                </a:lnTo>
                <a:lnTo>
                  <a:pt x="1941" y="1065"/>
                </a:lnTo>
                <a:lnTo>
                  <a:pt x="1942" y="1065"/>
                </a:lnTo>
                <a:lnTo>
                  <a:pt x="1943" y="1065"/>
                </a:lnTo>
                <a:lnTo>
                  <a:pt x="1943" y="1064"/>
                </a:lnTo>
                <a:lnTo>
                  <a:pt x="1944" y="1064"/>
                </a:lnTo>
                <a:lnTo>
                  <a:pt x="1945" y="1063"/>
                </a:lnTo>
                <a:lnTo>
                  <a:pt x="1946" y="1063"/>
                </a:lnTo>
                <a:lnTo>
                  <a:pt x="1948" y="1063"/>
                </a:lnTo>
                <a:lnTo>
                  <a:pt x="1950" y="1064"/>
                </a:lnTo>
                <a:lnTo>
                  <a:pt x="1951" y="1065"/>
                </a:lnTo>
                <a:lnTo>
                  <a:pt x="1952" y="1065"/>
                </a:lnTo>
                <a:lnTo>
                  <a:pt x="1952" y="1066"/>
                </a:lnTo>
                <a:lnTo>
                  <a:pt x="1953" y="1066"/>
                </a:lnTo>
                <a:lnTo>
                  <a:pt x="1954" y="1067"/>
                </a:lnTo>
                <a:lnTo>
                  <a:pt x="1954" y="1068"/>
                </a:lnTo>
                <a:lnTo>
                  <a:pt x="1954" y="1069"/>
                </a:lnTo>
                <a:lnTo>
                  <a:pt x="1955" y="1069"/>
                </a:lnTo>
                <a:lnTo>
                  <a:pt x="1956" y="1069"/>
                </a:lnTo>
                <a:lnTo>
                  <a:pt x="1956" y="1070"/>
                </a:lnTo>
                <a:lnTo>
                  <a:pt x="1957" y="1070"/>
                </a:lnTo>
                <a:lnTo>
                  <a:pt x="1957" y="1071"/>
                </a:lnTo>
                <a:lnTo>
                  <a:pt x="1957" y="1072"/>
                </a:lnTo>
                <a:lnTo>
                  <a:pt x="1957" y="1073"/>
                </a:lnTo>
                <a:lnTo>
                  <a:pt x="1957" y="1074"/>
                </a:lnTo>
                <a:lnTo>
                  <a:pt x="1956" y="1075"/>
                </a:lnTo>
                <a:lnTo>
                  <a:pt x="1956" y="1076"/>
                </a:lnTo>
                <a:lnTo>
                  <a:pt x="1955" y="1076"/>
                </a:lnTo>
                <a:lnTo>
                  <a:pt x="1955" y="1077"/>
                </a:lnTo>
                <a:lnTo>
                  <a:pt x="1954" y="1077"/>
                </a:lnTo>
                <a:lnTo>
                  <a:pt x="1954" y="1078"/>
                </a:lnTo>
                <a:lnTo>
                  <a:pt x="1953" y="1078"/>
                </a:lnTo>
                <a:lnTo>
                  <a:pt x="1953" y="1079"/>
                </a:lnTo>
                <a:lnTo>
                  <a:pt x="1952" y="1079"/>
                </a:lnTo>
                <a:lnTo>
                  <a:pt x="1951" y="1079"/>
                </a:lnTo>
                <a:lnTo>
                  <a:pt x="1950" y="1080"/>
                </a:lnTo>
                <a:lnTo>
                  <a:pt x="1949" y="1080"/>
                </a:lnTo>
                <a:lnTo>
                  <a:pt x="1949" y="1081"/>
                </a:lnTo>
                <a:lnTo>
                  <a:pt x="1949" y="1084"/>
                </a:lnTo>
                <a:lnTo>
                  <a:pt x="1949" y="1085"/>
                </a:lnTo>
                <a:lnTo>
                  <a:pt x="1950" y="1086"/>
                </a:lnTo>
                <a:lnTo>
                  <a:pt x="1951" y="1086"/>
                </a:lnTo>
                <a:lnTo>
                  <a:pt x="1952" y="1086"/>
                </a:lnTo>
                <a:lnTo>
                  <a:pt x="1953" y="1086"/>
                </a:lnTo>
                <a:lnTo>
                  <a:pt x="1954" y="1086"/>
                </a:lnTo>
                <a:lnTo>
                  <a:pt x="1955" y="1086"/>
                </a:lnTo>
                <a:lnTo>
                  <a:pt x="1955" y="1085"/>
                </a:lnTo>
                <a:lnTo>
                  <a:pt x="1956" y="1085"/>
                </a:lnTo>
                <a:lnTo>
                  <a:pt x="1956" y="1084"/>
                </a:lnTo>
                <a:lnTo>
                  <a:pt x="1957" y="1084"/>
                </a:lnTo>
                <a:lnTo>
                  <a:pt x="1957" y="1085"/>
                </a:lnTo>
                <a:lnTo>
                  <a:pt x="1957" y="1086"/>
                </a:lnTo>
                <a:lnTo>
                  <a:pt x="1957" y="1089"/>
                </a:lnTo>
                <a:lnTo>
                  <a:pt x="1957" y="1090"/>
                </a:lnTo>
                <a:lnTo>
                  <a:pt x="1957" y="1091"/>
                </a:lnTo>
                <a:lnTo>
                  <a:pt x="1957" y="1092"/>
                </a:lnTo>
                <a:lnTo>
                  <a:pt x="1957" y="1093"/>
                </a:lnTo>
                <a:lnTo>
                  <a:pt x="1958" y="1093"/>
                </a:lnTo>
                <a:lnTo>
                  <a:pt x="1958" y="1094"/>
                </a:lnTo>
                <a:lnTo>
                  <a:pt x="1959" y="1094"/>
                </a:lnTo>
                <a:lnTo>
                  <a:pt x="1960" y="1095"/>
                </a:lnTo>
                <a:lnTo>
                  <a:pt x="1960" y="1096"/>
                </a:lnTo>
                <a:lnTo>
                  <a:pt x="1960" y="1097"/>
                </a:lnTo>
                <a:lnTo>
                  <a:pt x="1960" y="1098"/>
                </a:lnTo>
                <a:lnTo>
                  <a:pt x="1960" y="1099"/>
                </a:lnTo>
                <a:lnTo>
                  <a:pt x="1960" y="1100"/>
                </a:lnTo>
                <a:lnTo>
                  <a:pt x="1960" y="1101"/>
                </a:lnTo>
                <a:lnTo>
                  <a:pt x="1959" y="1101"/>
                </a:lnTo>
                <a:lnTo>
                  <a:pt x="1958" y="1101"/>
                </a:lnTo>
                <a:lnTo>
                  <a:pt x="1958" y="1102"/>
                </a:lnTo>
                <a:lnTo>
                  <a:pt x="1956" y="1102"/>
                </a:lnTo>
                <a:lnTo>
                  <a:pt x="1955" y="1102"/>
                </a:lnTo>
                <a:lnTo>
                  <a:pt x="1954" y="1102"/>
                </a:lnTo>
                <a:lnTo>
                  <a:pt x="1954" y="1103"/>
                </a:lnTo>
                <a:lnTo>
                  <a:pt x="1953" y="1103"/>
                </a:lnTo>
                <a:lnTo>
                  <a:pt x="1954" y="1104"/>
                </a:lnTo>
                <a:lnTo>
                  <a:pt x="1956" y="1104"/>
                </a:lnTo>
                <a:lnTo>
                  <a:pt x="1957" y="1104"/>
                </a:lnTo>
                <a:lnTo>
                  <a:pt x="1957" y="1105"/>
                </a:lnTo>
                <a:lnTo>
                  <a:pt x="1957" y="1106"/>
                </a:lnTo>
                <a:lnTo>
                  <a:pt x="1956" y="1107"/>
                </a:lnTo>
                <a:lnTo>
                  <a:pt x="1955" y="1108"/>
                </a:lnTo>
                <a:lnTo>
                  <a:pt x="1955" y="1109"/>
                </a:lnTo>
                <a:lnTo>
                  <a:pt x="1955" y="1110"/>
                </a:lnTo>
                <a:lnTo>
                  <a:pt x="1956" y="1110"/>
                </a:lnTo>
                <a:lnTo>
                  <a:pt x="1956" y="1111"/>
                </a:lnTo>
                <a:lnTo>
                  <a:pt x="1955" y="1111"/>
                </a:lnTo>
                <a:lnTo>
                  <a:pt x="1955" y="1112"/>
                </a:lnTo>
                <a:lnTo>
                  <a:pt x="1955" y="1113"/>
                </a:lnTo>
                <a:lnTo>
                  <a:pt x="1954" y="1113"/>
                </a:lnTo>
                <a:lnTo>
                  <a:pt x="1953" y="1113"/>
                </a:lnTo>
                <a:lnTo>
                  <a:pt x="1952" y="1112"/>
                </a:lnTo>
                <a:lnTo>
                  <a:pt x="1952" y="1111"/>
                </a:lnTo>
                <a:lnTo>
                  <a:pt x="1952" y="1110"/>
                </a:lnTo>
                <a:lnTo>
                  <a:pt x="1951" y="1110"/>
                </a:lnTo>
                <a:lnTo>
                  <a:pt x="1951" y="1109"/>
                </a:lnTo>
                <a:lnTo>
                  <a:pt x="1950" y="1109"/>
                </a:lnTo>
                <a:lnTo>
                  <a:pt x="1949" y="1109"/>
                </a:lnTo>
                <a:lnTo>
                  <a:pt x="1948" y="1109"/>
                </a:lnTo>
                <a:lnTo>
                  <a:pt x="1947" y="1109"/>
                </a:lnTo>
                <a:lnTo>
                  <a:pt x="1947" y="1110"/>
                </a:lnTo>
                <a:lnTo>
                  <a:pt x="1947" y="1111"/>
                </a:lnTo>
                <a:lnTo>
                  <a:pt x="1947" y="1112"/>
                </a:lnTo>
                <a:lnTo>
                  <a:pt x="1948" y="1112"/>
                </a:lnTo>
                <a:lnTo>
                  <a:pt x="1948" y="1113"/>
                </a:lnTo>
                <a:lnTo>
                  <a:pt x="1948" y="1114"/>
                </a:lnTo>
                <a:lnTo>
                  <a:pt x="1948" y="1115"/>
                </a:lnTo>
                <a:lnTo>
                  <a:pt x="1948" y="1116"/>
                </a:lnTo>
                <a:lnTo>
                  <a:pt x="1948" y="1117"/>
                </a:lnTo>
                <a:lnTo>
                  <a:pt x="1948" y="1118"/>
                </a:lnTo>
                <a:lnTo>
                  <a:pt x="1947" y="1118"/>
                </a:lnTo>
                <a:lnTo>
                  <a:pt x="1947" y="1119"/>
                </a:lnTo>
                <a:lnTo>
                  <a:pt x="1946" y="1120"/>
                </a:lnTo>
                <a:lnTo>
                  <a:pt x="1945" y="1122"/>
                </a:lnTo>
                <a:lnTo>
                  <a:pt x="1944" y="1122"/>
                </a:lnTo>
                <a:lnTo>
                  <a:pt x="1943" y="1123"/>
                </a:lnTo>
                <a:lnTo>
                  <a:pt x="1943" y="1124"/>
                </a:lnTo>
                <a:lnTo>
                  <a:pt x="1941" y="1124"/>
                </a:lnTo>
                <a:lnTo>
                  <a:pt x="1941" y="1125"/>
                </a:lnTo>
                <a:lnTo>
                  <a:pt x="1940" y="1125"/>
                </a:lnTo>
                <a:lnTo>
                  <a:pt x="1939" y="1125"/>
                </a:lnTo>
                <a:lnTo>
                  <a:pt x="1939" y="1126"/>
                </a:lnTo>
                <a:lnTo>
                  <a:pt x="1938" y="1126"/>
                </a:lnTo>
                <a:lnTo>
                  <a:pt x="1937" y="1127"/>
                </a:lnTo>
                <a:lnTo>
                  <a:pt x="1936" y="1128"/>
                </a:lnTo>
                <a:lnTo>
                  <a:pt x="1936" y="1130"/>
                </a:lnTo>
                <a:lnTo>
                  <a:pt x="1937" y="1131"/>
                </a:lnTo>
                <a:lnTo>
                  <a:pt x="1937" y="1132"/>
                </a:lnTo>
                <a:lnTo>
                  <a:pt x="1938" y="1134"/>
                </a:lnTo>
                <a:lnTo>
                  <a:pt x="1939" y="1134"/>
                </a:lnTo>
                <a:lnTo>
                  <a:pt x="1939" y="1135"/>
                </a:lnTo>
                <a:lnTo>
                  <a:pt x="1939" y="1136"/>
                </a:lnTo>
                <a:lnTo>
                  <a:pt x="1940" y="1136"/>
                </a:lnTo>
                <a:lnTo>
                  <a:pt x="1941" y="1137"/>
                </a:lnTo>
                <a:lnTo>
                  <a:pt x="1942" y="1138"/>
                </a:lnTo>
                <a:lnTo>
                  <a:pt x="1943" y="1138"/>
                </a:lnTo>
                <a:lnTo>
                  <a:pt x="1943" y="1139"/>
                </a:lnTo>
                <a:lnTo>
                  <a:pt x="1944" y="1139"/>
                </a:lnTo>
                <a:lnTo>
                  <a:pt x="1945" y="1139"/>
                </a:lnTo>
                <a:lnTo>
                  <a:pt x="1945" y="1140"/>
                </a:lnTo>
                <a:lnTo>
                  <a:pt x="1946" y="1140"/>
                </a:lnTo>
                <a:lnTo>
                  <a:pt x="1946" y="1141"/>
                </a:lnTo>
                <a:lnTo>
                  <a:pt x="1947" y="1141"/>
                </a:lnTo>
                <a:lnTo>
                  <a:pt x="1948" y="1142"/>
                </a:lnTo>
                <a:lnTo>
                  <a:pt x="1948" y="1143"/>
                </a:lnTo>
                <a:lnTo>
                  <a:pt x="1948" y="1144"/>
                </a:lnTo>
                <a:lnTo>
                  <a:pt x="1949" y="1144"/>
                </a:lnTo>
                <a:lnTo>
                  <a:pt x="1949" y="1145"/>
                </a:lnTo>
                <a:lnTo>
                  <a:pt x="1948" y="1147"/>
                </a:lnTo>
                <a:lnTo>
                  <a:pt x="1948" y="1149"/>
                </a:lnTo>
                <a:lnTo>
                  <a:pt x="1947" y="1153"/>
                </a:lnTo>
                <a:lnTo>
                  <a:pt x="1946" y="1154"/>
                </a:lnTo>
                <a:lnTo>
                  <a:pt x="1946" y="1155"/>
                </a:lnTo>
                <a:lnTo>
                  <a:pt x="1945" y="1157"/>
                </a:lnTo>
                <a:lnTo>
                  <a:pt x="1945" y="1158"/>
                </a:lnTo>
                <a:lnTo>
                  <a:pt x="1945" y="1160"/>
                </a:lnTo>
                <a:lnTo>
                  <a:pt x="1945" y="1161"/>
                </a:lnTo>
                <a:lnTo>
                  <a:pt x="1944" y="1162"/>
                </a:lnTo>
                <a:lnTo>
                  <a:pt x="1945" y="1162"/>
                </a:lnTo>
                <a:lnTo>
                  <a:pt x="1945" y="1163"/>
                </a:lnTo>
                <a:lnTo>
                  <a:pt x="1945" y="1164"/>
                </a:lnTo>
                <a:lnTo>
                  <a:pt x="1945" y="1165"/>
                </a:lnTo>
                <a:lnTo>
                  <a:pt x="1946" y="1165"/>
                </a:lnTo>
                <a:lnTo>
                  <a:pt x="1946" y="1166"/>
                </a:lnTo>
                <a:lnTo>
                  <a:pt x="1946" y="1167"/>
                </a:lnTo>
                <a:lnTo>
                  <a:pt x="1946" y="1168"/>
                </a:lnTo>
                <a:lnTo>
                  <a:pt x="1946" y="1169"/>
                </a:lnTo>
                <a:lnTo>
                  <a:pt x="1946" y="1170"/>
                </a:lnTo>
                <a:lnTo>
                  <a:pt x="1946" y="1171"/>
                </a:lnTo>
                <a:lnTo>
                  <a:pt x="1946" y="1172"/>
                </a:lnTo>
                <a:lnTo>
                  <a:pt x="1945" y="1172"/>
                </a:lnTo>
                <a:lnTo>
                  <a:pt x="1944" y="1171"/>
                </a:lnTo>
                <a:lnTo>
                  <a:pt x="1943" y="1171"/>
                </a:lnTo>
                <a:lnTo>
                  <a:pt x="1942" y="1171"/>
                </a:lnTo>
                <a:lnTo>
                  <a:pt x="1940" y="1172"/>
                </a:lnTo>
                <a:lnTo>
                  <a:pt x="1939" y="1172"/>
                </a:lnTo>
                <a:lnTo>
                  <a:pt x="1939" y="1173"/>
                </a:lnTo>
                <a:lnTo>
                  <a:pt x="1938" y="1174"/>
                </a:lnTo>
                <a:lnTo>
                  <a:pt x="1938" y="1175"/>
                </a:lnTo>
                <a:lnTo>
                  <a:pt x="1938" y="1177"/>
                </a:lnTo>
                <a:lnTo>
                  <a:pt x="1938" y="1178"/>
                </a:lnTo>
                <a:lnTo>
                  <a:pt x="1939" y="1178"/>
                </a:lnTo>
                <a:lnTo>
                  <a:pt x="1940" y="1179"/>
                </a:lnTo>
                <a:lnTo>
                  <a:pt x="1940" y="1180"/>
                </a:lnTo>
                <a:lnTo>
                  <a:pt x="1941" y="1181"/>
                </a:lnTo>
                <a:lnTo>
                  <a:pt x="1941" y="1182"/>
                </a:lnTo>
                <a:lnTo>
                  <a:pt x="1940" y="1182"/>
                </a:lnTo>
                <a:lnTo>
                  <a:pt x="1939" y="1183"/>
                </a:lnTo>
                <a:lnTo>
                  <a:pt x="1939" y="1184"/>
                </a:lnTo>
                <a:lnTo>
                  <a:pt x="1938" y="1184"/>
                </a:lnTo>
                <a:lnTo>
                  <a:pt x="1938" y="1185"/>
                </a:lnTo>
                <a:lnTo>
                  <a:pt x="1938" y="1186"/>
                </a:lnTo>
                <a:lnTo>
                  <a:pt x="1939" y="1186"/>
                </a:lnTo>
                <a:lnTo>
                  <a:pt x="1939" y="1187"/>
                </a:lnTo>
                <a:lnTo>
                  <a:pt x="1940" y="1187"/>
                </a:lnTo>
                <a:lnTo>
                  <a:pt x="1940" y="1188"/>
                </a:lnTo>
                <a:lnTo>
                  <a:pt x="1939" y="1189"/>
                </a:lnTo>
                <a:lnTo>
                  <a:pt x="1938" y="1189"/>
                </a:lnTo>
                <a:lnTo>
                  <a:pt x="1937" y="1189"/>
                </a:lnTo>
                <a:lnTo>
                  <a:pt x="1936" y="1188"/>
                </a:lnTo>
                <a:lnTo>
                  <a:pt x="1935" y="1188"/>
                </a:lnTo>
                <a:lnTo>
                  <a:pt x="1934" y="1187"/>
                </a:lnTo>
                <a:lnTo>
                  <a:pt x="1934" y="1186"/>
                </a:lnTo>
                <a:lnTo>
                  <a:pt x="1933" y="1186"/>
                </a:lnTo>
                <a:lnTo>
                  <a:pt x="1932" y="1185"/>
                </a:lnTo>
                <a:lnTo>
                  <a:pt x="1930" y="1185"/>
                </a:lnTo>
                <a:lnTo>
                  <a:pt x="1929" y="1185"/>
                </a:lnTo>
                <a:lnTo>
                  <a:pt x="1929" y="1186"/>
                </a:lnTo>
                <a:lnTo>
                  <a:pt x="1928" y="1186"/>
                </a:lnTo>
                <a:lnTo>
                  <a:pt x="1928" y="1187"/>
                </a:lnTo>
                <a:lnTo>
                  <a:pt x="1927" y="1188"/>
                </a:lnTo>
                <a:lnTo>
                  <a:pt x="1927" y="1189"/>
                </a:lnTo>
                <a:lnTo>
                  <a:pt x="1927" y="1190"/>
                </a:lnTo>
                <a:lnTo>
                  <a:pt x="1927" y="1191"/>
                </a:lnTo>
                <a:lnTo>
                  <a:pt x="1928" y="1192"/>
                </a:lnTo>
                <a:lnTo>
                  <a:pt x="1928" y="1193"/>
                </a:lnTo>
                <a:lnTo>
                  <a:pt x="1927" y="1193"/>
                </a:lnTo>
                <a:lnTo>
                  <a:pt x="1926" y="1193"/>
                </a:lnTo>
                <a:lnTo>
                  <a:pt x="1926" y="1194"/>
                </a:lnTo>
                <a:lnTo>
                  <a:pt x="1926" y="1195"/>
                </a:lnTo>
                <a:lnTo>
                  <a:pt x="1925" y="1195"/>
                </a:lnTo>
                <a:lnTo>
                  <a:pt x="1925" y="1196"/>
                </a:lnTo>
                <a:lnTo>
                  <a:pt x="1926" y="1196"/>
                </a:lnTo>
                <a:lnTo>
                  <a:pt x="1926" y="1197"/>
                </a:lnTo>
                <a:lnTo>
                  <a:pt x="1927" y="1197"/>
                </a:lnTo>
                <a:lnTo>
                  <a:pt x="1927" y="1198"/>
                </a:lnTo>
                <a:lnTo>
                  <a:pt x="1928" y="1198"/>
                </a:lnTo>
                <a:lnTo>
                  <a:pt x="1928" y="1199"/>
                </a:lnTo>
                <a:lnTo>
                  <a:pt x="1928" y="1200"/>
                </a:lnTo>
                <a:lnTo>
                  <a:pt x="1927" y="1200"/>
                </a:lnTo>
                <a:lnTo>
                  <a:pt x="1926" y="1199"/>
                </a:lnTo>
                <a:lnTo>
                  <a:pt x="1925" y="1199"/>
                </a:lnTo>
                <a:lnTo>
                  <a:pt x="1925" y="1200"/>
                </a:lnTo>
                <a:lnTo>
                  <a:pt x="1924" y="1200"/>
                </a:lnTo>
                <a:lnTo>
                  <a:pt x="1924" y="1201"/>
                </a:lnTo>
                <a:lnTo>
                  <a:pt x="1925" y="1202"/>
                </a:lnTo>
                <a:lnTo>
                  <a:pt x="1926" y="1203"/>
                </a:lnTo>
                <a:lnTo>
                  <a:pt x="1926" y="1204"/>
                </a:lnTo>
                <a:lnTo>
                  <a:pt x="1926" y="1205"/>
                </a:lnTo>
                <a:lnTo>
                  <a:pt x="1926" y="1206"/>
                </a:lnTo>
                <a:lnTo>
                  <a:pt x="1926" y="1207"/>
                </a:lnTo>
                <a:lnTo>
                  <a:pt x="1926" y="1208"/>
                </a:lnTo>
                <a:lnTo>
                  <a:pt x="1927" y="1208"/>
                </a:lnTo>
                <a:lnTo>
                  <a:pt x="1928" y="1209"/>
                </a:lnTo>
                <a:lnTo>
                  <a:pt x="1929" y="1208"/>
                </a:lnTo>
                <a:lnTo>
                  <a:pt x="1930" y="1208"/>
                </a:lnTo>
                <a:lnTo>
                  <a:pt x="1930" y="1207"/>
                </a:lnTo>
                <a:lnTo>
                  <a:pt x="1931" y="1207"/>
                </a:lnTo>
                <a:lnTo>
                  <a:pt x="1931" y="1208"/>
                </a:lnTo>
                <a:lnTo>
                  <a:pt x="1932" y="1208"/>
                </a:lnTo>
                <a:lnTo>
                  <a:pt x="1932" y="1209"/>
                </a:lnTo>
                <a:lnTo>
                  <a:pt x="1933" y="1209"/>
                </a:lnTo>
                <a:lnTo>
                  <a:pt x="1933" y="1210"/>
                </a:lnTo>
                <a:lnTo>
                  <a:pt x="1932" y="1211"/>
                </a:lnTo>
                <a:lnTo>
                  <a:pt x="1931" y="1211"/>
                </a:lnTo>
                <a:lnTo>
                  <a:pt x="1930" y="1211"/>
                </a:lnTo>
                <a:lnTo>
                  <a:pt x="1930" y="1210"/>
                </a:lnTo>
                <a:lnTo>
                  <a:pt x="1929" y="1210"/>
                </a:lnTo>
                <a:lnTo>
                  <a:pt x="1929" y="1211"/>
                </a:lnTo>
                <a:lnTo>
                  <a:pt x="1928" y="1211"/>
                </a:lnTo>
                <a:lnTo>
                  <a:pt x="1928" y="1212"/>
                </a:lnTo>
                <a:lnTo>
                  <a:pt x="1929" y="1213"/>
                </a:lnTo>
                <a:lnTo>
                  <a:pt x="1929" y="1214"/>
                </a:lnTo>
                <a:lnTo>
                  <a:pt x="1929" y="1215"/>
                </a:lnTo>
                <a:lnTo>
                  <a:pt x="1928" y="1215"/>
                </a:lnTo>
                <a:lnTo>
                  <a:pt x="1928" y="1216"/>
                </a:lnTo>
                <a:lnTo>
                  <a:pt x="1929" y="1217"/>
                </a:lnTo>
                <a:lnTo>
                  <a:pt x="1930" y="1217"/>
                </a:lnTo>
                <a:lnTo>
                  <a:pt x="1931" y="1217"/>
                </a:lnTo>
                <a:lnTo>
                  <a:pt x="1932" y="1217"/>
                </a:lnTo>
                <a:lnTo>
                  <a:pt x="1932" y="1218"/>
                </a:lnTo>
                <a:lnTo>
                  <a:pt x="1932" y="1219"/>
                </a:lnTo>
                <a:lnTo>
                  <a:pt x="1931" y="1219"/>
                </a:lnTo>
                <a:lnTo>
                  <a:pt x="1930" y="1220"/>
                </a:lnTo>
                <a:lnTo>
                  <a:pt x="1929" y="1221"/>
                </a:lnTo>
                <a:lnTo>
                  <a:pt x="1928" y="1221"/>
                </a:lnTo>
                <a:lnTo>
                  <a:pt x="1928" y="1222"/>
                </a:lnTo>
                <a:lnTo>
                  <a:pt x="1928" y="1223"/>
                </a:lnTo>
                <a:lnTo>
                  <a:pt x="1928" y="1224"/>
                </a:lnTo>
                <a:lnTo>
                  <a:pt x="1927" y="1224"/>
                </a:lnTo>
                <a:lnTo>
                  <a:pt x="1927" y="1225"/>
                </a:lnTo>
                <a:lnTo>
                  <a:pt x="1928" y="1225"/>
                </a:lnTo>
                <a:lnTo>
                  <a:pt x="1928" y="1226"/>
                </a:lnTo>
                <a:lnTo>
                  <a:pt x="1928" y="1227"/>
                </a:lnTo>
                <a:lnTo>
                  <a:pt x="1927" y="1227"/>
                </a:lnTo>
                <a:lnTo>
                  <a:pt x="1927" y="1228"/>
                </a:lnTo>
                <a:lnTo>
                  <a:pt x="1927" y="1229"/>
                </a:lnTo>
                <a:lnTo>
                  <a:pt x="1927" y="1230"/>
                </a:lnTo>
                <a:lnTo>
                  <a:pt x="1928" y="1230"/>
                </a:lnTo>
                <a:lnTo>
                  <a:pt x="1929" y="1229"/>
                </a:lnTo>
                <a:lnTo>
                  <a:pt x="1928" y="1229"/>
                </a:lnTo>
                <a:lnTo>
                  <a:pt x="1928" y="1228"/>
                </a:lnTo>
                <a:lnTo>
                  <a:pt x="1928" y="1227"/>
                </a:lnTo>
                <a:lnTo>
                  <a:pt x="1929" y="1227"/>
                </a:lnTo>
                <a:lnTo>
                  <a:pt x="1930" y="1227"/>
                </a:lnTo>
                <a:lnTo>
                  <a:pt x="1930" y="1228"/>
                </a:lnTo>
                <a:lnTo>
                  <a:pt x="1931" y="1228"/>
                </a:lnTo>
                <a:lnTo>
                  <a:pt x="1931" y="1229"/>
                </a:lnTo>
                <a:lnTo>
                  <a:pt x="1932" y="1229"/>
                </a:lnTo>
                <a:lnTo>
                  <a:pt x="1933" y="1229"/>
                </a:lnTo>
                <a:lnTo>
                  <a:pt x="1933" y="1228"/>
                </a:lnTo>
                <a:lnTo>
                  <a:pt x="1934" y="1228"/>
                </a:lnTo>
                <a:lnTo>
                  <a:pt x="1935" y="1228"/>
                </a:lnTo>
                <a:lnTo>
                  <a:pt x="1935" y="1229"/>
                </a:lnTo>
                <a:lnTo>
                  <a:pt x="1935" y="1230"/>
                </a:lnTo>
                <a:lnTo>
                  <a:pt x="1935" y="1231"/>
                </a:lnTo>
                <a:lnTo>
                  <a:pt x="1936" y="1231"/>
                </a:lnTo>
                <a:lnTo>
                  <a:pt x="1937" y="1231"/>
                </a:lnTo>
                <a:lnTo>
                  <a:pt x="1937" y="1232"/>
                </a:lnTo>
                <a:lnTo>
                  <a:pt x="1937" y="1233"/>
                </a:lnTo>
                <a:lnTo>
                  <a:pt x="1937" y="1234"/>
                </a:lnTo>
                <a:lnTo>
                  <a:pt x="1937" y="1235"/>
                </a:lnTo>
                <a:lnTo>
                  <a:pt x="1936" y="1235"/>
                </a:lnTo>
                <a:lnTo>
                  <a:pt x="1935" y="1235"/>
                </a:lnTo>
                <a:lnTo>
                  <a:pt x="1934" y="1235"/>
                </a:lnTo>
                <a:lnTo>
                  <a:pt x="1934" y="1236"/>
                </a:lnTo>
                <a:lnTo>
                  <a:pt x="1933" y="1236"/>
                </a:lnTo>
                <a:lnTo>
                  <a:pt x="1933" y="1237"/>
                </a:lnTo>
                <a:lnTo>
                  <a:pt x="1932" y="1237"/>
                </a:lnTo>
                <a:lnTo>
                  <a:pt x="1932" y="1238"/>
                </a:lnTo>
                <a:lnTo>
                  <a:pt x="1932" y="1239"/>
                </a:lnTo>
                <a:lnTo>
                  <a:pt x="1933" y="1239"/>
                </a:lnTo>
                <a:lnTo>
                  <a:pt x="1933" y="1240"/>
                </a:lnTo>
                <a:lnTo>
                  <a:pt x="1934" y="1240"/>
                </a:lnTo>
                <a:lnTo>
                  <a:pt x="1935" y="1240"/>
                </a:lnTo>
                <a:lnTo>
                  <a:pt x="1936" y="1240"/>
                </a:lnTo>
                <a:lnTo>
                  <a:pt x="1937" y="1241"/>
                </a:lnTo>
                <a:lnTo>
                  <a:pt x="1938" y="1241"/>
                </a:lnTo>
                <a:lnTo>
                  <a:pt x="1938" y="1242"/>
                </a:lnTo>
                <a:lnTo>
                  <a:pt x="1938" y="1243"/>
                </a:lnTo>
                <a:lnTo>
                  <a:pt x="1937" y="1243"/>
                </a:lnTo>
                <a:lnTo>
                  <a:pt x="1936" y="1243"/>
                </a:lnTo>
                <a:lnTo>
                  <a:pt x="1935" y="1242"/>
                </a:lnTo>
                <a:lnTo>
                  <a:pt x="1934" y="1242"/>
                </a:lnTo>
                <a:lnTo>
                  <a:pt x="1933" y="1242"/>
                </a:lnTo>
                <a:lnTo>
                  <a:pt x="1932" y="1242"/>
                </a:lnTo>
                <a:lnTo>
                  <a:pt x="1931" y="1243"/>
                </a:lnTo>
                <a:lnTo>
                  <a:pt x="1932" y="1243"/>
                </a:lnTo>
                <a:lnTo>
                  <a:pt x="1932" y="1244"/>
                </a:lnTo>
                <a:lnTo>
                  <a:pt x="1932" y="1245"/>
                </a:lnTo>
                <a:lnTo>
                  <a:pt x="1932" y="1246"/>
                </a:lnTo>
                <a:lnTo>
                  <a:pt x="1931" y="1246"/>
                </a:lnTo>
                <a:lnTo>
                  <a:pt x="1931" y="1245"/>
                </a:lnTo>
                <a:lnTo>
                  <a:pt x="1930" y="1245"/>
                </a:lnTo>
                <a:lnTo>
                  <a:pt x="1929" y="1245"/>
                </a:lnTo>
                <a:lnTo>
                  <a:pt x="1929" y="1246"/>
                </a:lnTo>
                <a:lnTo>
                  <a:pt x="1930" y="1246"/>
                </a:lnTo>
                <a:lnTo>
                  <a:pt x="1930" y="1247"/>
                </a:lnTo>
                <a:lnTo>
                  <a:pt x="1931" y="1247"/>
                </a:lnTo>
                <a:lnTo>
                  <a:pt x="1930" y="1248"/>
                </a:lnTo>
                <a:lnTo>
                  <a:pt x="1930" y="1249"/>
                </a:lnTo>
                <a:lnTo>
                  <a:pt x="1930" y="1250"/>
                </a:lnTo>
                <a:lnTo>
                  <a:pt x="1931" y="1250"/>
                </a:lnTo>
                <a:lnTo>
                  <a:pt x="1931" y="1251"/>
                </a:lnTo>
                <a:lnTo>
                  <a:pt x="1932" y="1251"/>
                </a:lnTo>
                <a:lnTo>
                  <a:pt x="1932" y="1252"/>
                </a:lnTo>
                <a:lnTo>
                  <a:pt x="1933" y="1252"/>
                </a:lnTo>
                <a:lnTo>
                  <a:pt x="1933" y="1254"/>
                </a:lnTo>
                <a:lnTo>
                  <a:pt x="1932" y="1254"/>
                </a:lnTo>
                <a:lnTo>
                  <a:pt x="1931" y="1254"/>
                </a:lnTo>
                <a:lnTo>
                  <a:pt x="1931" y="1255"/>
                </a:lnTo>
                <a:lnTo>
                  <a:pt x="1930" y="1255"/>
                </a:lnTo>
                <a:lnTo>
                  <a:pt x="1930" y="1254"/>
                </a:lnTo>
                <a:lnTo>
                  <a:pt x="1929" y="1254"/>
                </a:lnTo>
                <a:lnTo>
                  <a:pt x="1928" y="1254"/>
                </a:lnTo>
                <a:lnTo>
                  <a:pt x="1928" y="1255"/>
                </a:lnTo>
                <a:lnTo>
                  <a:pt x="1928" y="1256"/>
                </a:lnTo>
                <a:lnTo>
                  <a:pt x="1927" y="1256"/>
                </a:lnTo>
                <a:lnTo>
                  <a:pt x="1927" y="1255"/>
                </a:lnTo>
                <a:lnTo>
                  <a:pt x="1926" y="1255"/>
                </a:lnTo>
                <a:lnTo>
                  <a:pt x="1926" y="1256"/>
                </a:lnTo>
                <a:lnTo>
                  <a:pt x="1927" y="1256"/>
                </a:lnTo>
                <a:lnTo>
                  <a:pt x="1927" y="1257"/>
                </a:lnTo>
                <a:lnTo>
                  <a:pt x="1926" y="1257"/>
                </a:lnTo>
                <a:lnTo>
                  <a:pt x="1925" y="1257"/>
                </a:lnTo>
                <a:lnTo>
                  <a:pt x="1925" y="1258"/>
                </a:lnTo>
                <a:lnTo>
                  <a:pt x="1924" y="1258"/>
                </a:lnTo>
                <a:lnTo>
                  <a:pt x="1925" y="1258"/>
                </a:lnTo>
                <a:lnTo>
                  <a:pt x="1925" y="1259"/>
                </a:lnTo>
                <a:lnTo>
                  <a:pt x="1924" y="1259"/>
                </a:lnTo>
                <a:lnTo>
                  <a:pt x="1924" y="1260"/>
                </a:lnTo>
                <a:lnTo>
                  <a:pt x="1924" y="1261"/>
                </a:lnTo>
                <a:lnTo>
                  <a:pt x="1923" y="1261"/>
                </a:lnTo>
                <a:lnTo>
                  <a:pt x="1922" y="1261"/>
                </a:lnTo>
                <a:lnTo>
                  <a:pt x="1922" y="1260"/>
                </a:lnTo>
                <a:lnTo>
                  <a:pt x="1921" y="1260"/>
                </a:lnTo>
                <a:lnTo>
                  <a:pt x="1921" y="1261"/>
                </a:lnTo>
                <a:lnTo>
                  <a:pt x="1921" y="1262"/>
                </a:lnTo>
                <a:lnTo>
                  <a:pt x="1920" y="1263"/>
                </a:lnTo>
                <a:lnTo>
                  <a:pt x="1920" y="1262"/>
                </a:lnTo>
                <a:lnTo>
                  <a:pt x="1920" y="1263"/>
                </a:lnTo>
                <a:lnTo>
                  <a:pt x="1919" y="1263"/>
                </a:lnTo>
                <a:lnTo>
                  <a:pt x="1919" y="1264"/>
                </a:lnTo>
                <a:lnTo>
                  <a:pt x="1918" y="1264"/>
                </a:lnTo>
                <a:lnTo>
                  <a:pt x="1918" y="1265"/>
                </a:lnTo>
                <a:lnTo>
                  <a:pt x="1919" y="1265"/>
                </a:lnTo>
                <a:lnTo>
                  <a:pt x="1918" y="1265"/>
                </a:lnTo>
                <a:lnTo>
                  <a:pt x="1917" y="1265"/>
                </a:lnTo>
                <a:lnTo>
                  <a:pt x="1918" y="1266"/>
                </a:lnTo>
                <a:lnTo>
                  <a:pt x="1918" y="1267"/>
                </a:lnTo>
                <a:lnTo>
                  <a:pt x="1917" y="1267"/>
                </a:lnTo>
                <a:lnTo>
                  <a:pt x="1917" y="1266"/>
                </a:lnTo>
                <a:lnTo>
                  <a:pt x="1916" y="1266"/>
                </a:lnTo>
                <a:lnTo>
                  <a:pt x="1916" y="1267"/>
                </a:lnTo>
                <a:lnTo>
                  <a:pt x="1916" y="1268"/>
                </a:lnTo>
                <a:lnTo>
                  <a:pt x="1915" y="1268"/>
                </a:lnTo>
                <a:lnTo>
                  <a:pt x="1914" y="1269"/>
                </a:lnTo>
                <a:lnTo>
                  <a:pt x="1914" y="1270"/>
                </a:lnTo>
                <a:lnTo>
                  <a:pt x="1913" y="1270"/>
                </a:lnTo>
                <a:lnTo>
                  <a:pt x="1913" y="1271"/>
                </a:lnTo>
                <a:lnTo>
                  <a:pt x="1913" y="1272"/>
                </a:lnTo>
                <a:lnTo>
                  <a:pt x="1912" y="1272"/>
                </a:lnTo>
                <a:lnTo>
                  <a:pt x="1912" y="1271"/>
                </a:lnTo>
                <a:lnTo>
                  <a:pt x="1912" y="1272"/>
                </a:lnTo>
                <a:lnTo>
                  <a:pt x="1911" y="1272"/>
                </a:lnTo>
                <a:lnTo>
                  <a:pt x="1911" y="1271"/>
                </a:lnTo>
                <a:lnTo>
                  <a:pt x="1910" y="1271"/>
                </a:lnTo>
                <a:lnTo>
                  <a:pt x="1910" y="1272"/>
                </a:lnTo>
                <a:lnTo>
                  <a:pt x="1910" y="1273"/>
                </a:lnTo>
                <a:lnTo>
                  <a:pt x="1911" y="1273"/>
                </a:lnTo>
                <a:lnTo>
                  <a:pt x="1911" y="1274"/>
                </a:lnTo>
                <a:lnTo>
                  <a:pt x="1910" y="1274"/>
                </a:lnTo>
                <a:lnTo>
                  <a:pt x="1909" y="1274"/>
                </a:lnTo>
                <a:lnTo>
                  <a:pt x="1909" y="1273"/>
                </a:lnTo>
                <a:lnTo>
                  <a:pt x="1909" y="1274"/>
                </a:lnTo>
                <a:lnTo>
                  <a:pt x="1908" y="1274"/>
                </a:lnTo>
                <a:lnTo>
                  <a:pt x="1907" y="1274"/>
                </a:lnTo>
                <a:lnTo>
                  <a:pt x="1906" y="1274"/>
                </a:lnTo>
                <a:lnTo>
                  <a:pt x="1906" y="1275"/>
                </a:lnTo>
                <a:lnTo>
                  <a:pt x="1907" y="1276"/>
                </a:lnTo>
                <a:lnTo>
                  <a:pt x="1907" y="1277"/>
                </a:lnTo>
                <a:lnTo>
                  <a:pt x="1906" y="1277"/>
                </a:lnTo>
                <a:lnTo>
                  <a:pt x="1906" y="1278"/>
                </a:lnTo>
                <a:lnTo>
                  <a:pt x="1906" y="1279"/>
                </a:lnTo>
                <a:lnTo>
                  <a:pt x="1906" y="1278"/>
                </a:lnTo>
                <a:lnTo>
                  <a:pt x="1907" y="1278"/>
                </a:lnTo>
                <a:lnTo>
                  <a:pt x="1906" y="1279"/>
                </a:lnTo>
                <a:lnTo>
                  <a:pt x="1906" y="1280"/>
                </a:lnTo>
                <a:lnTo>
                  <a:pt x="1906" y="1281"/>
                </a:lnTo>
                <a:lnTo>
                  <a:pt x="1907" y="1281"/>
                </a:lnTo>
                <a:lnTo>
                  <a:pt x="1907" y="1282"/>
                </a:lnTo>
                <a:lnTo>
                  <a:pt x="1906" y="1282"/>
                </a:lnTo>
                <a:lnTo>
                  <a:pt x="1906" y="1283"/>
                </a:lnTo>
                <a:lnTo>
                  <a:pt x="1905" y="1283"/>
                </a:lnTo>
                <a:lnTo>
                  <a:pt x="1905" y="1284"/>
                </a:lnTo>
                <a:lnTo>
                  <a:pt x="1905" y="1285"/>
                </a:lnTo>
                <a:lnTo>
                  <a:pt x="1906" y="1285"/>
                </a:lnTo>
                <a:lnTo>
                  <a:pt x="1906" y="1286"/>
                </a:lnTo>
                <a:lnTo>
                  <a:pt x="1906" y="1287"/>
                </a:lnTo>
                <a:lnTo>
                  <a:pt x="1905" y="1287"/>
                </a:lnTo>
                <a:lnTo>
                  <a:pt x="1905" y="1288"/>
                </a:lnTo>
                <a:lnTo>
                  <a:pt x="1905" y="1289"/>
                </a:lnTo>
                <a:lnTo>
                  <a:pt x="1905" y="1290"/>
                </a:lnTo>
                <a:lnTo>
                  <a:pt x="1906" y="1290"/>
                </a:lnTo>
                <a:lnTo>
                  <a:pt x="1906" y="1289"/>
                </a:lnTo>
                <a:lnTo>
                  <a:pt x="1906" y="1290"/>
                </a:lnTo>
                <a:lnTo>
                  <a:pt x="1906" y="1291"/>
                </a:lnTo>
                <a:lnTo>
                  <a:pt x="1905" y="1291"/>
                </a:lnTo>
                <a:lnTo>
                  <a:pt x="1904" y="1291"/>
                </a:lnTo>
                <a:lnTo>
                  <a:pt x="1904" y="1292"/>
                </a:lnTo>
                <a:lnTo>
                  <a:pt x="1903" y="1292"/>
                </a:lnTo>
                <a:lnTo>
                  <a:pt x="1904" y="1292"/>
                </a:lnTo>
                <a:lnTo>
                  <a:pt x="1905" y="1292"/>
                </a:lnTo>
                <a:lnTo>
                  <a:pt x="1905" y="1293"/>
                </a:lnTo>
                <a:lnTo>
                  <a:pt x="1906" y="1293"/>
                </a:lnTo>
                <a:lnTo>
                  <a:pt x="1905" y="1293"/>
                </a:lnTo>
                <a:lnTo>
                  <a:pt x="1904" y="1293"/>
                </a:lnTo>
                <a:lnTo>
                  <a:pt x="1903" y="1293"/>
                </a:lnTo>
                <a:lnTo>
                  <a:pt x="1903" y="1294"/>
                </a:lnTo>
                <a:lnTo>
                  <a:pt x="1904" y="1294"/>
                </a:lnTo>
                <a:lnTo>
                  <a:pt x="1904" y="1295"/>
                </a:lnTo>
                <a:lnTo>
                  <a:pt x="1903" y="1296"/>
                </a:lnTo>
                <a:lnTo>
                  <a:pt x="1904" y="1296"/>
                </a:lnTo>
                <a:lnTo>
                  <a:pt x="1905" y="1297"/>
                </a:lnTo>
                <a:lnTo>
                  <a:pt x="1905" y="1298"/>
                </a:lnTo>
                <a:lnTo>
                  <a:pt x="1904" y="1298"/>
                </a:lnTo>
                <a:lnTo>
                  <a:pt x="1904" y="1299"/>
                </a:lnTo>
                <a:lnTo>
                  <a:pt x="1905" y="1299"/>
                </a:lnTo>
                <a:lnTo>
                  <a:pt x="1905" y="1298"/>
                </a:lnTo>
                <a:lnTo>
                  <a:pt x="1905" y="1299"/>
                </a:lnTo>
                <a:lnTo>
                  <a:pt x="1906" y="1299"/>
                </a:lnTo>
                <a:lnTo>
                  <a:pt x="1906" y="1300"/>
                </a:lnTo>
                <a:lnTo>
                  <a:pt x="1905" y="1300"/>
                </a:lnTo>
                <a:lnTo>
                  <a:pt x="1905" y="1303"/>
                </a:lnTo>
                <a:lnTo>
                  <a:pt x="1906" y="1303"/>
                </a:lnTo>
                <a:lnTo>
                  <a:pt x="1907" y="1303"/>
                </a:lnTo>
                <a:lnTo>
                  <a:pt x="1907" y="1304"/>
                </a:lnTo>
                <a:lnTo>
                  <a:pt x="1907" y="1305"/>
                </a:lnTo>
                <a:lnTo>
                  <a:pt x="1907" y="1306"/>
                </a:lnTo>
                <a:lnTo>
                  <a:pt x="1906" y="1306"/>
                </a:lnTo>
                <a:lnTo>
                  <a:pt x="1906" y="1305"/>
                </a:lnTo>
                <a:lnTo>
                  <a:pt x="1905" y="1305"/>
                </a:lnTo>
                <a:lnTo>
                  <a:pt x="1905" y="1306"/>
                </a:lnTo>
                <a:lnTo>
                  <a:pt x="1906" y="1306"/>
                </a:lnTo>
                <a:lnTo>
                  <a:pt x="1906" y="1307"/>
                </a:lnTo>
                <a:lnTo>
                  <a:pt x="1905" y="1307"/>
                </a:lnTo>
                <a:lnTo>
                  <a:pt x="1905" y="1308"/>
                </a:lnTo>
                <a:lnTo>
                  <a:pt x="1906" y="1308"/>
                </a:lnTo>
                <a:lnTo>
                  <a:pt x="1905" y="1308"/>
                </a:lnTo>
                <a:lnTo>
                  <a:pt x="1905" y="1309"/>
                </a:lnTo>
                <a:lnTo>
                  <a:pt x="1904" y="1309"/>
                </a:lnTo>
                <a:lnTo>
                  <a:pt x="1904" y="1310"/>
                </a:lnTo>
                <a:lnTo>
                  <a:pt x="1905" y="1310"/>
                </a:lnTo>
                <a:lnTo>
                  <a:pt x="1905" y="1311"/>
                </a:lnTo>
                <a:lnTo>
                  <a:pt x="1906" y="1311"/>
                </a:lnTo>
                <a:lnTo>
                  <a:pt x="1906" y="1312"/>
                </a:lnTo>
                <a:lnTo>
                  <a:pt x="1907" y="1312"/>
                </a:lnTo>
                <a:lnTo>
                  <a:pt x="1907" y="1313"/>
                </a:lnTo>
                <a:lnTo>
                  <a:pt x="1906" y="1313"/>
                </a:lnTo>
                <a:lnTo>
                  <a:pt x="1906" y="1314"/>
                </a:lnTo>
                <a:lnTo>
                  <a:pt x="1906" y="1315"/>
                </a:lnTo>
                <a:lnTo>
                  <a:pt x="1905" y="1315"/>
                </a:lnTo>
                <a:lnTo>
                  <a:pt x="1906" y="1315"/>
                </a:lnTo>
                <a:lnTo>
                  <a:pt x="1906" y="1316"/>
                </a:lnTo>
                <a:lnTo>
                  <a:pt x="1905" y="1316"/>
                </a:lnTo>
                <a:lnTo>
                  <a:pt x="1904" y="1316"/>
                </a:lnTo>
                <a:lnTo>
                  <a:pt x="1905" y="1318"/>
                </a:lnTo>
                <a:lnTo>
                  <a:pt x="1906" y="1318"/>
                </a:lnTo>
                <a:lnTo>
                  <a:pt x="1907" y="1318"/>
                </a:lnTo>
                <a:lnTo>
                  <a:pt x="1907" y="1319"/>
                </a:lnTo>
                <a:lnTo>
                  <a:pt x="1906" y="1318"/>
                </a:lnTo>
                <a:lnTo>
                  <a:pt x="1906" y="1319"/>
                </a:lnTo>
                <a:lnTo>
                  <a:pt x="1905" y="1319"/>
                </a:lnTo>
                <a:lnTo>
                  <a:pt x="1905" y="1320"/>
                </a:lnTo>
                <a:lnTo>
                  <a:pt x="1906" y="1320"/>
                </a:lnTo>
                <a:lnTo>
                  <a:pt x="1907" y="1320"/>
                </a:lnTo>
                <a:lnTo>
                  <a:pt x="1906" y="1320"/>
                </a:lnTo>
                <a:lnTo>
                  <a:pt x="1906" y="1321"/>
                </a:lnTo>
                <a:lnTo>
                  <a:pt x="1905" y="1322"/>
                </a:lnTo>
                <a:lnTo>
                  <a:pt x="1905" y="1323"/>
                </a:lnTo>
                <a:lnTo>
                  <a:pt x="1906" y="1322"/>
                </a:lnTo>
                <a:lnTo>
                  <a:pt x="1906" y="1323"/>
                </a:lnTo>
                <a:lnTo>
                  <a:pt x="1905" y="1324"/>
                </a:lnTo>
                <a:lnTo>
                  <a:pt x="1905" y="1325"/>
                </a:lnTo>
                <a:lnTo>
                  <a:pt x="1906" y="1324"/>
                </a:lnTo>
                <a:lnTo>
                  <a:pt x="1907" y="1324"/>
                </a:lnTo>
                <a:lnTo>
                  <a:pt x="1907" y="1325"/>
                </a:lnTo>
                <a:lnTo>
                  <a:pt x="1906" y="1325"/>
                </a:lnTo>
                <a:lnTo>
                  <a:pt x="1906" y="1326"/>
                </a:lnTo>
                <a:lnTo>
                  <a:pt x="1906" y="1327"/>
                </a:lnTo>
                <a:lnTo>
                  <a:pt x="1907" y="1327"/>
                </a:lnTo>
                <a:lnTo>
                  <a:pt x="1907" y="1326"/>
                </a:lnTo>
                <a:lnTo>
                  <a:pt x="1907" y="1325"/>
                </a:lnTo>
                <a:lnTo>
                  <a:pt x="1908" y="1325"/>
                </a:lnTo>
                <a:lnTo>
                  <a:pt x="1908" y="1326"/>
                </a:lnTo>
                <a:lnTo>
                  <a:pt x="1908" y="1327"/>
                </a:lnTo>
                <a:lnTo>
                  <a:pt x="1907" y="1327"/>
                </a:lnTo>
                <a:lnTo>
                  <a:pt x="1906" y="1327"/>
                </a:lnTo>
                <a:lnTo>
                  <a:pt x="1906" y="1328"/>
                </a:lnTo>
                <a:lnTo>
                  <a:pt x="1907" y="1328"/>
                </a:lnTo>
                <a:lnTo>
                  <a:pt x="1907" y="1329"/>
                </a:lnTo>
                <a:lnTo>
                  <a:pt x="1906" y="1329"/>
                </a:lnTo>
                <a:lnTo>
                  <a:pt x="1906" y="1330"/>
                </a:lnTo>
                <a:lnTo>
                  <a:pt x="1907" y="1331"/>
                </a:lnTo>
                <a:lnTo>
                  <a:pt x="1908" y="1331"/>
                </a:lnTo>
                <a:lnTo>
                  <a:pt x="1907" y="1330"/>
                </a:lnTo>
                <a:lnTo>
                  <a:pt x="1908" y="1330"/>
                </a:lnTo>
                <a:lnTo>
                  <a:pt x="1909" y="1330"/>
                </a:lnTo>
                <a:lnTo>
                  <a:pt x="1908" y="1330"/>
                </a:lnTo>
                <a:lnTo>
                  <a:pt x="1908" y="1331"/>
                </a:lnTo>
                <a:lnTo>
                  <a:pt x="1909" y="1331"/>
                </a:lnTo>
                <a:lnTo>
                  <a:pt x="1908" y="1331"/>
                </a:lnTo>
                <a:lnTo>
                  <a:pt x="1907" y="1331"/>
                </a:lnTo>
                <a:lnTo>
                  <a:pt x="1907" y="1332"/>
                </a:lnTo>
                <a:lnTo>
                  <a:pt x="1908" y="1332"/>
                </a:lnTo>
                <a:lnTo>
                  <a:pt x="1908" y="1333"/>
                </a:lnTo>
                <a:lnTo>
                  <a:pt x="1908" y="1332"/>
                </a:lnTo>
                <a:lnTo>
                  <a:pt x="1909" y="1332"/>
                </a:lnTo>
                <a:lnTo>
                  <a:pt x="1910" y="1332"/>
                </a:lnTo>
                <a:lnTo>
                  <a:pt x="1909" y="1332"/>
                </a:lnTo>
                <a:lnTo>
                  <a:pt x="1909" y="1333"/>
                </a:lnTo>
                <a:lnTo>
                  <a:pt x="1910" y="1334"/>
                </a:lnTo>
                <a:lnTo>
                  <a:pt x="1910" y="1333"/>
                </a:lnTo>
                <a:lnTo>
                  <a:pt x="1911" y="1333"/>
                </a:lnTo>
                <a:lnTo>
                  <a:pt x="1911" y="1334"/>
                </a:lnTo>
                <a:lnTo>
                  <a:pt x="1911" y="1335"/>
                </a:lnTo>
                <a:lnTo>
                  <a:pt x="1911" y="1334"/>
                </a:lnTo>
                <a:lnTo>
                  <a:pt x="1912" y="1334"/>
                </a:lnTo>
                <a:lnTo>
                  <a:pt x="1912" y="1335"/>
                </a:lnTo>
                <a:lnTo>
                  <a:pt x="1913" y="1335"/>
                </a:lnTo>
                <a:lnTo>
                  <a:pt x="1912" y="1335"/>
                </a:lnTo>
                <a:lnTo>
                  <a:pt x="1912" y="1336"/>
                </a:lnTo>
                <a:lnTo>
                  <a:pt x="1912" y="1337"/>
                </a:lnTo>
                <a:lnTo>
                  <a:pt x="1913" y="1337"/>
                </a:lnTo>
                <a:lnTo>
                  <a:pt x="1913" y="1336"/>
                </a:lnTo>
                <a:lnTo>
                  <a:pt x="1913" y="1337"/>
                </a:lnTo>
                <a:lnTo>
                  <a:pt x="1914" y="1338"/>
                </a:lnTo>
                <a:lnTo>
                  <a:pt x="1914" y="1339"/>
                </a:lnTo>
                <a:lnTo>
                  <a:pt x="1914" y="1340"/>
                </a:lnTo>
                <a:lnTo>
                  <a:pt x="1914" y="1339"/>
                </a:lnTo>
                <a:lnTo>
                  <a:pt x="1915" y="1339"/>
                </a:lnTo>
                <a:lnTo>
                  <a:pt x="1915" y="1340"/>
                </a:lnTo>
                <a:lnTo>
                  <a:pt x="1915" y="1341"/>
                </a:lnTo>
                <a:lnTo>
                  <a:pt x="1916" y="1341"/>
                </a:lnTo>
                <a:lnTo>
                  <a:pt x="1916" y="1342"/>
                </a:lnTo>
                <a:lnTo>
                  <a:pt x="1917" y="1343"/>
                </a:lnTo>
                <a:lnTo>
                  <a:pt x="1917" y="1344"/>
                </a:lnTo>
                <a:lnTo>
                  <a:pt x="1916" y="1344"/>
                </a:lnTo>
                <a:lnTo>
                  <a:pt x="1916" y="1345"/>
                </a:lnTo>
                <a:lnTo>
                  <a:pt x="1916" y="1346"/>
                </a:lnTo>
                <a:lnTo>
                  <a:pt x="1917" y="1346"/>
                </a:lnTo>
                <a:lnTo>
                  <a:pt x="1918" y="1346"/>
                </a:lnTo>
                <a:lnTo>
                  <a:pt x="1918" y="1347"/>
                </a:lnTo>
                <a:lnTo>
                  <a:pt x="1918" y="1348"/>
                </a:lnTo>
                <a:lnTo>
                  <a:pt x="1917" y="1348"/>
                </a:lnTo>
                <a:lnTo>
                  <a:pt x="1917" y="1349"/>
                </a:lnTo>
                <a:lnTo>
                  <a:pt x="1917" y="1348"/>
                </a:lnTo>
                <a:lnTo>
                  <a:pt x="1918" y="1348"/>
                </a:lnTo>
                <a:lnTo>
                  <a:pt x="1919" y="1348"/>
                </a:lnTo>
                <a:lnTo>
                  <a:pt x="1919" y="1349"/>
                </a:lnTo>
                <a:lnTo>
                  <a:pt x="1919" y="1348"/>
                </a:lnTo>
                <a:lnTo>
                  <a:pt x="1918" y="1348"/>
                </a:lnTo>
                <a:lnTo>
                  <a:pt x="1918" y="1349"/>
                </a:lnTo>
                <a:lnTo>
                  <a:pt x="1918" y="1351"/>
                </a:lnTo>
                <a:lnTo>
                  <a:pt x="1918" y="1352"/>
                </a:lnTo>
                <a:lnTo>
                  <a:pt x="1918" y="1351"/>
                </a:lnTo>
                <a:lnTo>
                  <a:pt x="1918" y="1350"/>
                </a:lnTo>
                <a:lnTo>
                  <a:pt x="1919" y="1350"/>
                </a:lnTo>
                <a:lnTo>
                  <a:pt x="1920" y="1350"/>
                </a:lnTo>
                <a:lnTo>
                  <a:pt x="1919" y="1351"/>
                </a:lnTo>
                <a:lnTo>
                  <a:pt x="1919" y="1352"/>
                </a:lnTo>
                <a:lnTo>
                  <a:pt x="1920" y="1352"/>
                </a:lnTo>
                <a:lnTo>
                  <a:pt x="1920" y="1353"/>
                </a:lnTo>
                <a:lnTo>
                  <a:pt x="1920" y="1354"/>
                </a:lnTo>
                <a:lnTo>
                  <a:pt x="1919" y="1354"/>
                </a:lnTo>
                <a:lnTo>
                  <a:pt x="1919" y="1353"/>
                </a:lnTo>
                <a:lnTo>
                  <a:pt x="1918" y="1353"/>
                </a:lnTo>
                <a:lnTo>
                  <a:pt x="1918" y="1354"/>
                </a:lnTo>
                <a:lnTo>
                  <a:pt x="1917" y="1354"/>
                </a:lnTo>
                <a:lnTo>
                  <a:pt x="1917" y="1355"/>
                </a:lnTo>
                <a:lnTo>
                  <a:pt x="1916" y="1355"/>
                </a:lnTo>
                <a:lnTo>
                  <a:pt x="1916" y="1357"/>
                </a:lnTo>
                <a:lnTo>
                  <a:pt x="1915" y="1357"/>
                </a:lnTo>
                <a:lnTo>
                  <a:pt x="1916" y="1358"/>
                </a:lnTo>
                <a:lnTo>
                  <a:pt x="1916" y="1359"/>
                </a:lnTo>
                <a:lnTo>
                  <a:pt x="1915" y="1359"/>
                </a:lnTo>
                <a:lnTo>
                  <a:pt x="1915" y="1360"/>
                </a:lnTo>
                <a:lnTo>
                  <a:pt x="1914" y="1360"/>
                </a:lnTo>
                <a:lnTo>
                  <a:pt x="1914" y="1361"/>
                </a:lnTo>
                <a:lnTo>
                  <a:pt x="1915" y="1361"/>
                </a:lnTo>
                <a:lnTo>
                  <a:pt x="1914" y="1361"/>
                </a:lnTo>
                <a:lnTo>
                  <a:pt x="1913" y="1361"/>
                </a:lnTo>
                <a:lnTo>
                  <a:pt x="1914" y="1361"/>
                </a:lnTo>
                <a:lnTo>
                  <a:pt x="1914" y="1362"/>
                </a:lnTo>
                <a:lnTo>
                  <a:pt x="1913" y="1362"/>
                </a:lnTo>
                <a:lnTo>
                  <a:pt x="1912" y="1362"/>
                </a:lnTo>
                <a:lnTo>
                  <a:pt x="1912" y="1364"/>
                </a:lnTo>
                <a:lnTo>
                  <a:pt x="1913" y="1364"/>
                </a:lnTo>
                <a:lnTo>
                  <a:pt x="1912" y="1364"/>
                </a:lnTo>
                <a:lnTo>
                  <a:pt x="1912" y="1365"/>
                </a:lnTo>
                <a:lnTo>
                  <a:pt x="1911" y="1365"/>
                </a:lnTo>
                <a:lnTo>
                  <a:pt x="1912" y="1365"/>
                </a:lnTo>
                <a:lnTo>
                  <a:pt x="1912" y="1366"/>
                </a:lnTo>
                <a:lnTo>
                  <a:pt x="1911" y="1366"/>
                </a:lnTo>
                <a:lnTo>
                  <a:pt x="1910" y="1366"/>
                </a:lnTo>
                <a:lnTo>
                  <a:pt x="1910" y="1368"/>
                </a:lnTo>
                <a:lnTo>
                  <a:pt x="1910" y="1369"/>
                </a:lnTo>
                <a:lnTo>
                  <a:pt x="1910" y="1368"/>
                </a:lnTo>
                <a:lnTo>
                  <a:pt x="1910" y="1369"/>
                </a:lnTo>
                <a:lnTo>
                  <a:pt x="1911" y="1369"/>
                </a:lnTo>
                <a:lnTo>
                  <a:pt x="1911" y="1370"/>
                </a:lnTo>
                <a:lnTo>
                  <a:pt x="1910" y="1370"/>
                </a:lnTo>
                <a:lnTo>
                  <a:pt x="1911" y="1370"/>
                </a:lnTo>
                <a:lnTo>
                  <a:pt x="1911" y="1371"/>
                </a:lnTo>
                <a:lnTo>
                  <a:pt x="1910" y="1371"/>
                </a:lnTo>
                <a:lnTo>
                  <a:pt x="1910" y="1372"/>
                </a:lnTo>
                <a:lnTo>
                  <a:pt x="1910" y="1371"/>
                </a:lnTo>
                <a:lnTo>
                  <a:pt x="1910" y="1372"/>
                </a:lnTo>
                <a:lnTo>
                  <a:pt x="1909" y="1372"/>
                </a:lnTo>
                <a:lnTo>
                  <a:pt x="1908" y="1373"/>
                </a:lnTo>
                <a:lnTo>
                  <a:pt x="1908" y="1374"/>
                </a:lnTo>
                <a:lnTo>
                  <a:pt x="1907" y="1374"/>
                </a:lnTo>
                <a:lnTo>
                  <a:pt x="1906" y="1374"/>
                </a:lnTo>
                <a:lnTo>
                  <a:pt x="1906" y="1375"/>
                </a:lnTo>
                <a:lnTo>
                  <a:pt x="1906" y="1376"/>
                </a:lnTo>
                <a:lnTo>
                  <a:pt x="1905" y="1375"/>
                </a:lnTo>
                <a:lnTo>
                  <a:pt x="1905" y="1376"/>
                </a:lnTo>
                <a:lnTo>
                  <a:pt x="1904" y="1376"/>
                </a:lnTo>
                <a:lnTo>
                  <a:pt x="1904" y="1377"/>
                </a:lnTo>
                <a:lnTo>
                  <a:pt x="1903" y="1377"/>
                </a:lnTo>
                <a:lnTo>
                  <a:pt x="1903" y="1378"/>
                </a:lnTo>
                <a:lnTo>
                  <a:pt x="1904" y="1378"/>
                </a:lnTo>
                <a:lnTo>
                  <a:pt x="1904" y="1380"/>
                </a:lnTo>
                <a:lnTo>
                  <a:pt x="1903" y="1381"/>
                </a:lnTo>
                <a:lnTo>
                  <a:pt x="1903" y="1380"/>
                </a:lnTo>
                <a:lnTo>
                  <a:pt x="1902" y="1380"/>
                </a:lnTo>
                <a:lnTo>
                  <a:pt x="1902" y="1379"/>
                </a:lnTo>
                <a:lnTo>
                  <a:pt x="1902" y="1380"/>
                </a:lnTo>
                <a:lnTo>
                  <a:pt x="1901" y="1380"/>
                </a:lnTo>
                <a:lnTo>
                  <a:pt x="1901" y="1381"/>
                </a:lnTo>
                <a:lnTo>
                  <a:pt x="1902" y="1381"/>
                </a:lnTo>
                <a:lnTo>
                  <a:pt x="1902" y="1382"/>
                </a:lnTo>
                <a:lnTo>
                  <a:pt x="1901" y="1382"/>
                </a:lnTo>
                <a:lnTo>
                  <a:pt x="1900" y="1382"/>
                </a:lnTo>
                <a:lnTo>
                  <a:pt x="1899" y="1382"/>
                </a:lnTo>
                <a:lnTo>
                  <a:pt x="1899" y="1381"/>
                </a:lnTo>
                <a:lnTo>
                  <a:pt x="1899" y="1380"/>
                </a:lnTo>
                <a:lnTo>
                  <a:pt x="1898" y="1380"/>
                </a:lnTo>
                <a:lnTo>
                  <a:pt x="1897" y="1380"/>
                </a:lnTo>
                <a:lnTo>
                  <a:pt x="1896" y="1380"/>
                </a:lnTo>
                <a:lnTo>
                  <a:pt x="1896" y="1381"/>
                </a:lnTo>
                <a:lnTo>
                  <a:pt x="1895" y="1381"/>
                </a:lnTo>
                <a:lnTo>
                  <a:pt x="1895" y="1380"/>
                </a:lnTo>
                <a:lnTo>
                  <a:pt x="1894" y="1380"/>
                </a:lnTo>
                <a:lnTo>
                  <a:pt x="1893" y="1380"/>
                </a:lnTo>
                <a:lnTo>
                  <a:pt x="1892" y="1380"/>
                </a:lnTo>
                <a:lnTo>
                  <a:pt x="1891" y="1380"/>
                </a:lnTo>
                <a:lnTo>
                  <a:pt x="1891" y="1379"/>
                </a:lnTo>
                <a:lnTo>
                  <a:pt x="1889" y="1379"/>
                </a:lnTo>
                <a:lnTo>
                  <a:pt x="1890" y="1379"/>
                </a:lnTo>
                <a:lnTo>
                  <a:pt x="1890" y="1378"/>
                </a:lnTo>
                <a:lnTo>
                  <a:pt x="1889" y="1378"/>
                </a:lnTo>
                <a:lnTo>
                  <a:pt x="1889" y="1379"/>
                </a:lnTo>
                <a:lnTo>
                  <a:pt x="1889" y="1378"/>
                </a:lnTo>
                <a:lnTo>
                  <a:pt x="1888" y="1378"/>
                </a:lnTo>
                <a:lnTo>
                  <a:pt x="1887" y="1378"/>
                </a:lnTo>
                <a:lnTo>
                  <a:pt x="1887" y="1377"/>
                </a:lnTo>
                <a:lnTo>
                  <a:pt x="1886" y="1377"/>
                </a:lnTo>
                <a:lnTo>
                  <a:pt x="1886" y="1378"/>
                </a:lnTo>
                <a:lnTo>
                  <a:pt x="1885" y="1378"/>
                </a:lnTo>
                <a:lnTo>
                  <a:pt x="1757" y="1373"/>
                </a:lnTo>
                <a:lnTo>
                  <a:pt x="1756" y="1372"/>
                </a:lnTo>
                <a:lnTo>
                  <a:pt x="1754" y="1370"/>
                </a:lnTo>
                <a:lnTo>
                  <a:pt x="1753" y="1369"/>
                </a:lnTo>
                <a:lnTo>
                  <a:pt x="1752" y="1369"/>
                </a:lnTo>
                <a:lnTo>
                  <a:pt x="1751" y="1369"/>
                </a:lnTo>
                <a:lnTo>
                  <a:pt x="1749" y="1369"/>
                </a:lnTo>
                <a:lnTo>
                  <a:pt x="1748" y="1369"/>
                </a:lnTo>
                <a:lnTo>
                  <a:pt x="1746" y="1370"/>
                </a:lnTo>
                <a:lnTo>
                  <a:pt x="1745" y="1369"/>
                </a:lnTo>
                <a:lnTo>
                  <a:pt x="1744" y="1367"/>
                </a:lnTo>
                <a:lnTo>
                  <a:pt x="1743" y="1365"/>
                </a:lnTo>
                <a:lnTo>
                  <a:pt x="1741" y="1361"/>
                </a:lnTo>
                <a:lnTo>
                  <a:pt x="1740" y="1359"/>
                </a:lnTo>
                <a:lnTo>
                  <a:pt x="1736" y="1360"/>
                </a:lnTo>
                <a:lnTo>
                  <a:pt x="1735" y="1360"/>
                </a:lnTo>
                <a:lnTo>
                  <a:pt x="1734" y="1360"/>
                </a:lnTo>
                <a:lnTo>
                  <a:pt x="1733" y="1360"/>
                </a:lnTo>
                <a:lnTo>
                  <a:pt x="1733" y="1361"/>
                </a:lnTo>
                <a:lnTo>
                  <a:pt x="1733" y="1363"/>
                </a:lnTo>
                <a:lnTo>
                  <a:pt x="1731" y="1366"/>
                </a:lnTo>
                <a:lnTo>
                  <a:pt x="1730" y="1367"/>
                </a:lnTo>
                <a:lnTo>
                  <a:pt x="1729" y="1367"/>
                </a:lnTo>
                <a:lnTo>
                  <a:pt x="1729" y="1368"/>
                </a:lnTo>
                <a:lnTo>
                  <a:pt x="1729" y="1369"/>
                </a:lnTo>
                <a:lnTo>
                  <a:pt x="1730" y="1370"/>
                </a:lnTo>
                <a:lnTo>
                  <a:pt x="1730" y="1371"/>
                </a:lnTo>
                <a:lnTo>
                  <a:pt x="1730" y="1372"/>
                </a:lnTo>
                <a:lnTo>
                  <a:pt x="1728" y="1377"/>
                </a:lnTo>
                <a:lnTo>
                  <a:pt x="1727" y="1378"/>
                </a:lnTo>
                <a:lnTo>
                  <a:pt x="1727" y="1380"/>
                </a:lnTo>
                <a:lnTo>
                  <a:pt x="1727" y="1381"/>
                </a:lnTo>
                <a:lnTo>
                  <a:pt x="1727" y="1383"/>
                </a:lnTo>
                <a:lnTo>
                  <a:pt x="1727" y="1384"/>
                </a:lnTo>
                <a:lnTo>
                  <a:pt x="1727" y="1386"/>
                </a:lnTo>
                <a:lnTo>
                  <a:pt x="1728" y="1387"/>
                </a:lnTo>
                <a:lnTo>
                  <a:pt x="1728" y="1388"/>
                </a:lnTo>
                <a:lnTo>
                  <a:pt x="1729" y="1388"/>
                </a:lnTo>
                <a:lnTo>
                  <a:pt x="1729" y="1389"/>
                </a:lnTo>
                <a:lnTo>
                  <a:pt x="1728" y="1389"/>
                </a:lnTo>
                <a:lnTo>
                  <a:pt x="1726" y="1389"/>
                </a:lnTo>
                <a:lnTo>
                  <a:pt x="1725" y="1389"/>
                </a:lnTo>
                <a:lnTo>
                  <a:pt x="1724" y="1389"/>
                </a:lnTo>
                <a:lnTo>
                  <a:pt x="1722" y="1389"/>
                </a:lnTo>
                <a:lnTo>
                  <a:pt x="1720" y="1388"/>
                </a:lnTo>
                <a:lnTo>
                  <a:pt x="1719" y="1389"/>
                </a:lnTo>
                <a:lnTo>
                  <a:pt x="1718" y="1389"/>
                </a:lnTo>
                <a:lnTo>
                  <a:pt x="1717" y="1390"/>
                </a:lnTo>
                <a:lnTo>
                  <a:pt x="1716" y="1391"/>
                </a:lnTo>
                <a:lnTo>
                  <a:pt x="1716" y="1392"/>
                </a:lnTo>
                <a:lnTo>
                  <a:pt x="1714" y="1392"/>
                </a:lnTo>
                <a:lnTo>
                  <a:pt x="1713" y="1393"/>
                </a:lnTo>
                <a:lnTo>
                  <a:pt x="1713" y="1397"/>
                </a:lnTo>
                <a:lnTo>
                  <a:pt x="1712" y="1401"/>
                </a:lnTo>
                <a:lnTo>
                  <a:pt x="1712" y="1404"/>
                </a:lnTo>
                <a:lnTo>
                  <a:pt x="1712" y="1405"/>
                </a:lnTo>
                <a:lnTo>
                  <a:pt x="1713" y="1406"/>
                </a:lnTo>
                <a:lnTo>
                  <a:pt x="1715" y="1406"/>
                </a:lnTo>
                <a:lnTo>
                  <a:pt x="1718" y="1405"/>
                </a:lnTo>
                <a:lnTo>
                  <a:pt x="1718" y="1406"/>
                </a:lnTo>
                <a:lnTo>
                  <a:pt x="1718" y="1408"/>
                </a:lnTo>
                <a:lnTo>
                  <a:pt x="1719" y="1408"/>
                </a:lnTo>
                <a:lnTo>
                  <a:pt x="1719" y="1410"/>
                </a:lnTo>
                <a:lnTo>
                  <a:pt x="1720" y="1411"/>
                </a:lnTo>
                <a:lnTo>
                  <a:pt x="1720" y="1412"/>
                </a:lnTo>
                <a:lnTo>
                  <a:pt x="1719" y="1412"/>
                </a:lnTo>
                <a:lnTo>
                  <a:pt x="1718" y="1415"/>
                </a:lnTo>
                <a:lnTo>
                  <a:pt x="1715" y="1420"/>
                </a:lnTo>
                <a:lnTo>
                  <a:pt x="1714" y="1423"/>
                </a:lnTo>
                <a:lnTo>
                  <a:pt x="1712" y="1425"/>
                </a:lnTo>
                <a:lnTo>
                  <a:pt x="1712" y="1427"/>
                </a:lnTo>
                <a:lnTo>
                  <a:pt x="1709" y="1430"/>
                </a:lnTo>
                <a:lnTo>
                  <a:pt x="1707" y="1431"/>
                </a:lnTo>
                <a:lnTo>
                  <a:pt x="1707" y="1433"/>
                </a:lnTo>
                <a:lnTo>
                  <a:pt x="1707" y="1434"/>
                </a:lnTo>
                <a:lnTo>
                  <a:pt x="1706" y="1435"/>
                </a:lnTo>
                <a:lnTo>
                  <a:pt x="1706" y="1436"/>
                </a:lnTo>
                <a:lnTo>
                  <a:pt x="1705" y="1437"/>
                </a:lnTo>
                <a:lnTo>
                  <a:pt x="1703" y="1438"/>
                </a:lnTo>
                <a:lnTo>
                  <a:pt x="1702" y="1439"/>
                </a:lnTo>
                <a:lnTo>
                  <a:pt x="1701" y="1440"/>
                </a:lnTo>
                <a:lnTo>
                  <a:pt x="1701" y="1441"/>
                </a:lnTo>
                <a:lnTo>
                  <a:pt x="1700" y="1442"/>
                </a:lnTo>
                <a:lnTo>
                  <a:pt x="1699" y="1442"/>
                </a:lnTo>
                <a:lnTo>
                  <a:pt x="1698" y="1443"/>
                </a:lnTo>
                <a:lnTo>
                  <a:pt x="1698" y="1444"/>
                </a:lnTo>
                <a:lnTo>
                  <a:pt x="1698" y="1445"/>
                </a:lnTo>
                <a:lnTo>
                  <a:pt x="1699" y="1446"/>
                </a:lnTo>
                <a:lnTo>
                  <a:pt x="1700" y="1446"/>
                </a:lnTo>
                <a:lnTo>
                  <a:pt x="1701" y="1447"/>
                </a:lnTo>
                <a:lnTo>
                  <a:pt x="1702" y="1447"/>
                </a:lnTo>
                <a:lnTo>
                  <a:pt x="1702" y="1448"/>
                </a:lnTo>
                <a:lnTo>
                  <a:pt x="1701" y="1449"/>
                </a:lnTo>
                <a:lnTo>
                  <a:pt x="1700" y="1450"/>
                </a:lnTo>
                <a:lnTo>
                  <a:pt x="1699" y="1451"/>
                </a:lnTo>
                <a:lnTo>
                  <a:pt x="1698" y="1451"/>
                </a:lnTo>
                <a:lnTo>
                  <a:pt x="1697" y="1451"/>
                </a:lnTo>
                <a:lnTo>
                  <a:pt x="1695" y="1451"/>
                </a:lnTo>
                <a:lnTo>
                  <a:pt x="1693" y="1451"/>
                </a:lnTo>
                <a:lnTo>
                  <a:pt x="1692" y="1451"/>
                </a:lnTo>
                <a:lnTo>
                  <a:pt x="1691" y="1450"/>
                </a:lnTo>
                <a:lnTo>
                  <a:pt x="1690" y="1449"/>
                </a:lnTo>
                <a:lnTo>
                  <a:pt x="1688" y="1449"/>
                </a:lnTo>
                <a:lnTo>
                  <a:pt x="1687" y="1449"/>
                </a:lnTo>
                <a:lnTo>
                  <a:pt x="1686" y="1450"/>
                </a:lnTo>
                <a:lnTo>
                  <a:pt x="1685" y="1451"/>
                </a:lnTo>
                <a:lnTo>
                  <a:pt x="1684" y="1451"/>
                </a:lnTo>
                <a:lnTo>
                  <a:pt x="1683" y="1451"/>
                </a:lnTo>
                <a:lnTo>
                  <a:pt x="1682" y="1450"/>
                </a:lnTo>
                <a:lnTo>
                  <a:pt x="1681" y="1450"/>
                </a:lnTo>
                <a:lnTo>
                  <a:pt x="1680" y="1451"/>
                </a:lnTo>
                <a:lnTo>
                  <a:pt x="1678" y="1454"/>
                </a:lnTo>
                <a:lnTo>
                  <a:pt x="1677" y="1456"/>
                </a:lnTo>
                <a:lnTo>
                  <a:pt x="1676" y="1457"/>
                </a:lnTo>
                <a:lnTo>
                  <a:pt x="1676" y="1458"/>
                </a:lnTo>
                <a:lnTo>
                  <a:pt x="1675" y="1458"/>
                </a:lnTo>
                <a:lnTo>
                  <a:pt x="1675" y="1459"/>
                </a:lnTo>
                <a:lnTo>
                  <a:pt x="1676" y="1460"/>
                </a:lnTo>
                <a:lnTo>
                  <a:pt x="1675" y="1462"/>
                </a:lnTo>
                <a:lnTo>
                  <a:pt x="1675" y="1464"/>
                </a:lnTo>
                <a:lnTo>
                  <a:pt x="1674" y="1466"/>
                </a:lnTo>
                <a:lnTo>
                  <a:pt x="1673" y="1466"/>
                </a:lnTo>
                <a:lnTo>
                  <a:pt x="1672" y="1467"/>
                </a:lnTo>
                <a:lnTo>
                  <a:pt x="1671" y="1466"/>
                </a:lnTo>
                <a:lnTo>
                  <a:pt x="1671" y="1465"/>
                </a:lnTo>
                <a:lnTo>
                  <a:pt x="1670" y="1465"/>
                </a:lnTo>
                <a:lnTo>
                  <a:pt x="1670" y="1466"/>
                </a:lnTo>
                <a:lnTo>
                  <a:pt x="1669" y="1466"/>
                </a:lnTo>
                <a:lnTo>
                  <a:pt x="1668" y="1468"/>
                </a:lnTo>
                <a:lnTo>
                  <a:pt x="1667" y="1469"/>
                </a:lnTo>
                <a:lnTo>
                  <a:pt x="1665" y="1470"/>
                </a:lnTo>
                <a:lnTo>
                  <a:pt x="1664" y="1470"/>
                </a:lnTo>
                <a:lnTo>
                  <a:pt x="1663" y="1468"/>
                </a:lnTo>
                <a:lnTo>
                  <a:pt x="1661" y="1468"/>
                </a:lnTo>
                <a:lnTo>
                  <a:pt x="1661" y="1467"/>
                </a:lnTo>
                <a:lnTo>
                  <a:pt x="1660" y="1467"/>
                </a:lnTo>
                <a:lnTo>
                  <a:pt x="1658" y="1468"/>
                </a:lnTo>
                <a:lnTo>
                  <a:pt x="1657" y="1468"/>
                </a:lnTo>
                <a:lnTo>
                  <a:pt x="1656" y="1467"/>
                </a:lnTo>
                <a:lnTo>
                  <a:pt x="1655" y="1467"/>
                </a:lnTo>
                <a:lnTo>
                  <a:pt x="1654" y="1467"/>
                </a:lnTo>
                <a:lnTo>
                  <a:pt x="1653" y="1467"/>
                </a:lnTo>
                <a:lnTo>
                  <a:pt x="1652" y="1469"/>
                </a:lnTo>
                <a:lnTo>
                  <a:pt x="1652" y="1470"/>
                </a:lnTo>
                <a:lnTo>
                  <a:pt x="1650" y="1470"/>
                </a:lnTo>
                <a:lnTo>
                  <a:pt x="1648" y="1471"/>
                </a:lnTo>
                <a:lnTo>
                  <a:pt x="1647" y="1471"/>
                </a:lnTo>
                <a:lnTo>
                  <a:pt x="1647" y="1472"/>
                </a:lnTo>
                <a:lnTo>
                  <a:pt x="1646" y="1473"/>
                </a:lnTo>
                <a:lnTo>
                  <a:pt x="1647" y="1474"/>
                </a:lnTo>
                <a:lnTo>
                  <a:pt x="1647" y="1475"/>
                </a:lnTo>
                <a:lnTo>
                  <a:pt x="1648" y="1476"/>
                </a:lnTo>
                <a:lnTo>
                  <a:pt x="1650" y="1478"/>
                </a:lnTo>
                <a:lnTo>
                  <a:pt x="1650" y="1479"/>
                </a:lnTo>
                <a:lnTo>
                  <a:pt x="1650" y="1480"/>
                </a:lnTo>
                <a:lnTo>
                  <a:pt x="1649" y="1480"/>
                </a:lnTo>
                <a:lnTo>
                  <a:pt x="1648" y="1480"/>
                </a:lnTo>
                <a:lnTo>
                  <a:pt x="1647" y="1480"/>
                </a:lnTo>
                <a:lnTo>
                  <a:pt x="1646" y="1483"/>
                </a:lnTo>
                <a:lnTo>
                  <a:pt x="1644" y="1485"/>
                </a:lnTo>
                <a:lnTo>
                  <a:pt x="1643" y="1485"/>
                </a:lnTo>
                <a:lnTo>
                  <a:pt x="1642" y="1485"/>
                </a:lnTo>
                <a:lnTo>
                  <a:pt x="1641" y="1485"/>
                </a:lnTo>
                <a:lnTo>
                  <a:pt x="1641" y="1486"/>
                </a:lnTo>
                <a:lnTo>
                  <a:pt x="1640" y="1487"/>
                </a:lnTo>
                <a:lnTo>
                  <a:pt x="1637" y="1488"/>
                </a:lnTo>
                <a:lnTo>
                  <a:pt x="1636" y="1488"/>
                </a:lnTo>
                <a:lnTo>
                  <a:pt x="1635" y="1489"/>
                </a:lnTo>
                <a:lnTo>
                  <a:pt x="1634" y="1491"/>
                </a:lnTo>
                <a:lnTo>
                  <a:pt x="1633" y="1493"/>
                </a:lnTo>
                <a:lnTo>
                  <a:pt x="1633" y="1494"/>
                </a:lnTo>
                <a:lnTo>
                  <a:pt x="1634" y="1496"/>
                </a:lnTo>
                <a:lnTo>
                  <a:pt x="1635" y="1498"/>
                </a:lnTo>
                <a:lnTo>
                  <a:pt x="1636" y="1499"/>
                </a:lnTo>
                <a:lnTo>
                  <a:pt x="1637" y="1498"/>
                </a:lnTo>
                <a:lnTo>
                  <a:pt x="1638" y="1498"/>
                </a:lnTo>
                <a:lnTo>
                  <a:pt x="1638" y="1497"/>
                </a:lnTo>
                <a:lnTo>
                  <a:pt x="1640" y="1498"/>
                </a:lnTo>
                <a:lnTo>
                  <a:pt x="1641" y="1498"/>
                </a:lnTo>
                <a:lnTo>
                  <a:pt x="1642" y="1499"/>
                </a:lnTo>
                <a:lnTo>
                  <a:pt x="1643" y="1499"/>
                </a:lnTo>
                <a:lnTo>
                  <a:pt x="1643" y="1500"/>
                </a:lnTo>
                <a:lnTo>
                  <a:pt x="1644" y="1501"/>
                </a:lnTo>
                <a:lnTo>
                  <a:pt x="1644" y="1503"/>
                </a:lnTo>
                <a:lnTo>
                  <a:pt x="1644" y="1504"/>
                </a:lnTo>
                <a:lnTo>
                  <a:pt x="1646" y="1504"/>
                </a:lnTo>
                <a:lnTo>
                  <a:pt x="1648" y="1504"/>
                </a:lnTo>
                <a:lnTo>
                  <a:pt x="1648" y="1503"/>
                </a:lnTo>
                <a:lnTo>
                  <a:pt x="1650" y="1502"/>
                </a:lnTo>
                <a:lnTo>
                  <a:pt x="1651" y="1502"/>
                </a:lnTo>
                <a:lnTo>
                  <a:pt x="1652" y="1506"/>
                </a:lnTo>
                <a:lnTo>
                  <a:pt x="1654" y="1508"/>
                </a:lnTo>
                <a:lnTo>
                  <a:pt x="1657" y="1509"/>
                </a:lnTo>
                <a:lnTo>
                  <a:pt x="1658" y="1514"/>
                </a:lnTo>
                <a:lnTo>
                  <a:pt x="1659" y="1515"/>
                </a:lnTo>
                <a:lnTo>
                  <a:pt x="1660" y="1515"/>
                </a:lnTo>
                <a:lnTo>
                  <a:pt x="1661" y="1515"/>
                </a:lnTo>
                <a:lnTo>
                  <a:pt x="1674" y="1539"/>
                </a:lnTo>
                <a:lnTo>
                  <a:pt x="1678" y="1548"/>
                </a:lnTo>
                <a:lnTo>
                  <a:pt x="1700" y="1592"/>
                </a:lnTo>
                <a:lnTo>
                  <a:pt x="1725" y="1639"/>
                </a:lnTo>
                <a:lnTo>
                  <a:pt x="1723" y="1640"/>
                </a:lnTo>
                <a:lnTo>
                  <a:pt x="1723" y="1642"/>
                </a:lnTo>
                <a:lnTo>
                  <a:pt x="1722" y="1642"/>
                </a:lnTo>
                <a:lnTo>
                  <a:pt x="1722" y="1643"/>
                </a:lnTo>
                <a:lnTo>
                  <a:pt x="1720" y="1643"/>
                </a:lnTo>
                <a:lnTo>
                  <a:pt x="1720" y="1644"/>
                </a:lnTo>
                <a:lnTo>
                  <a:pt x="1720" y="1650"/>
                </a:lnTo>
                <a:lnTo>
                  <a:pt x="1720" y="1651"/>
                </a:lnTo>
                <a:lnTo>
                  <a:pt x="1721" y="1651"/>
                </a:lnTo>
                <a:lnTo>
                  <a:pt x="1721" y="1652"/>
                </a:lnTo>
                <a:lnTo>
                  <a:pt x="1721" y="1653"/>
                </a:lnTo>
                <a:lnTo>
                  <a:pt x="1720" y="1653"/>
                </a:lnTo>
                <a:lnTo>
                  <a:pt x="1719" y="1653"/>
                </a:lnTo>
                <a:lnTo>
                  <a:pt x="1719" y="1654"/>
                </a:lnTo>
                <a:lnTo>
                  <a:pt x="1721" y="1655"/>
                </a:lnTo>
                <a:lnTo>
                  <a:pt x="1721" y="1656"/>
                </a:lnTo>
                <a:lnTo>
                  <a:pt x="1720" y="1656"/>
                </a:lnTo>
                <a:lnTo>
                  <a:pt x="1720" y="1657"/>
                </a:lnTo>
                <a:lnTo>
                  <a:pt x="1720" y="1658"/>
                </a:lnTo>
                <a:lnTo>
                  <a:pt x="1721" y="1659"/>
                </a:lnTo>
                <a:lnTo>
                  <a:pt x="1721" y="1660"/>
                </a:lnTo>
                <a:lnTo>
                  <a:pt x="1722" y="1660"/>
                </a:lnTo>
                <a:lnTo>
                  <a:pt x="1724" y="1661"/>
                </a:lnTo>
                <a:lnTo>
                  <a:pt x="1725" y="1661"/>
                </a:lnTo>
                <a:lnTo>
                  <a:pt x="1725" y="1662"/>
                </a:lnTo>
                <a:lnTo>
                  <a:pt x="1725" y="1663"/>
                </a:lnTo>
                <a:lnTo>
                  <a:pt x="1725" y="1665"/>
                </a:lnTo>
                <a:lnTo>
                  <a:pt x="1726" y="1670"/>
                </a:lnTo>
                <a:lnTo>
                  <a:pt x="1725" y="1672"/>
                </a:lnTo>
                <a:lnTo>
                  <a:pt x="1725" y="1673"/>
                </a:lnTo>
                <a:lnTo>
                  <a:pt x="1724" y="1674"/>
                </a:lnTo>
                <a:lnTo>
                  <a:pt x="1724" y="1675"/>
                </a:lnTo>
                <a:lnTo>
                  <a:pt x="1724" y="1677"/>
                </a:lnTo>
                <a:lnTo>
                  <a:pt x="1725" y="1679"/>
                </a:lnTo>
                <a:lnTo>
                  <a:pt x="1725" y="1680"/>
                </a:lnTo>
                <a:lnTo>
                  <a:pt x="1725" y="1681"/>
                </a:lnTo>
                <a:lnTo>
                  <a:pt x="1725" y="1682"/>
                </a:lnTo>
                <a:lnTo>
                  <a:pt x="1724" y="1683"/>
                </a:lnTo>
                <a:lnTo>
                  <a:pt x="1723" y="1686"/>
                </a:lnTo>
                <a:lnTo>
                  <a:pt x="1723" y="1687"/>
                </a:lnTo>
                <a:lnTo>
                  <a:pt x="1724" y="1687"/>
                </a:lnTo>
                <a:lnTo>
                  <a:pt x="1725" y="1688"/>
                </a:lnTo>
                <a:lnTo>
                  <a:pt x="1725" y="1689"/>
                </a:lnTo>
                <a:lnTo>
                  <a:pt x="1726" y="1689"/>
                </a:lnTo>
                <a:lnTo>
                  <a:pt x="1726" y="1690"/>
                </a:lnTo>
                <a:lnTo>
                  <a:pt x="1726" y="1691"/>
                </a:lnTo>
                <a:lnTo>
                  <a:pt x="1726" y="1692"/>
                </a:lnTo>
                <a:lnTo>
                  <a:pt x="1725" y="1692"/>
                </a:lnTo>
                <a:lnTo>
                  <a:pt x="1726" y="1693"/>
                </a:lnTo>
                <a:lnTo>
                  <a:pt x="1726" y="1694"/>
                </a:lnTo>
                <a:lnTo>
                  <a:pt x="1725" y="1695"/>
                </a:lnTo>
                <a:lnTo>
                  <a:pt x="1726" y="1695"/>
                </a:lnTo>
                <a:lnTo>
                  <a:pt x="1726" y="1696"/>
                </a:lnTo>
                <a:lnTo>
                  <a:pt x="1726" y="1697"/>
                </a:lnTo>
                <a:lnTo>
                  <a:pt x="1727" y="1697"/>
                </a:lnTo>
                <a:lnTo>
                  <a:pt x="1729" y="1698"/>
                </a:lnTo>
                <a:lnTo>
                  <a:pt x="1729" y="1699"/>
                </a:lnTo>
                <a:lnTo>
                  <a:pt x="1730" y="1699"/>
                </a:lnTo>
                <a:lnTo>
                  <a:pt x="1730" y="1701"/>
                </a:lnTo>
                <a:lnTo>
                  <a:pt x="1730" y="1702"/>
                </a:lnTo>
                <a:lnTo>
                  <a:pt x="1731" y="1703"/>
                </a:lnTo>
                <a:lnTo>
                  <a:pt x="1730" y="1705"/>
                </a:lnTo>
                <a:lnTo>
                  <a:pt x="1729" y="1705"/>
                </a:lnTo>
                <a:lnTo>
                  <a:pt x="1729" y="1706"/>
                </a:lnTo>
                <a:lnTo>
                  <a:pt x="1729" y="1707"/>
                </a:lnTo>
                <a:lnTo>
                  <a:pt x="1730" y="1707"/>
                </a:lnTo>
                <a:lnTo>
                  <a:pt x="1731" y="1707"/>
                </a:lnTo>
                <a:lnTo>
                  <a:pt x="1731" y="1708"/>
                </a:lnTo>
                <a:lnTo>
                  <a:pt x="1732" y="1710"/>
                </a:lnTo>
                <a:lnTo>
                  <a:pt x="1732" y="1711"/>
                </a:lnTo>
                <a:lnTo>
                  <a:pt x="1731" y="1711"/>
                </a:lnTo>
                <a:lnTo>
                  <a:pt x="1731" y="1712"/>
                </a:lnTo>
                <a:lnTo>
                  <a:pt x="1731" y="1713"/>
                </a:lnTo>
                <a:lnTo>
                  <a:pt x="1732" y="1714"/>
                </a:lnTo>
                <a:lnTo>
                  <a:pt x="1732" y="1715"/>
                </a:lnTo>
                <a:lnTo>
                  <a:pt x="1733" y="1715"/>
                </a:lnTo>
                <a:lnTo>
                  <a:pt x="1733" y="1716"/>
                </a:lnTo>
                <a:lnTo>
                  <a:pt x="1734" y="1716"/>
                </a:lnTo>
                <a:lnTo>
                  <a:pt x="1735" y="1716"/>
                </a:lnTo>
                <a:lnTo>
                  <a:pt x="1735" y="1717"/>
                </a:lnTo>
                <a:lnTo>
                  <a:pt x="1736" y="1717"/>
                </a:lnTo>
                <a:lnTo>
                  <a:pt x="1736" y="1718"/>
                </a:lnTo>
                <a:lnTo>
                  <a:pt x="1736" y="1719"/>
                </a:lnTo>
                <a:lnTo>
                  <a:pt x="1735" y="1719"/>
                </a:lnTo>
                <a:lnTo>
                  <a:pt x="1735" y="1720"/>
                </a:lnTo>
                <a:lnTo>
                  <a:pt x="1736" y="1722"/>
                </a:lnTo>
                <a:lnTo>
                  <a:pt x="1736" y="1723"/>
                </a:lnTo>
                <a:lnTo>
                  <a:pt x="1737" y="1724"/>
                </a:lnTo>
                <a:lnTo>
                  <a:pt x="1736" y="1724"/>
                </a:lnTo>
                <a:lnTo>
                  <a:pt x="1736" y="1725"/>
                </a:lnTo>
                <a:lnTo>
                  <a:pt x="1735" y="1725"/>
                </a:lnTo>
                <a:lnTo>
                  <a:pt x="1735" y="1727"/>
                </a:lnTo>
                <a:lnTo>
                  <a:pt x="1736" y="1727"/>
                </a:lnTo>
                <a:lnTo>
                  <a:pt x="1736" y="1728"/>
                </a:lnTo>
                <a:lnTo>
                  <a:pt x="1736" y="1729"/>
                </a:lnTo>
                <a:lnTo>
                  <a:pt x="1735" y="1729"/>
                </a:lnTo>
                <a:lnTo>
                  <a:pt x="1736" y="1729"/>
                </a:lnTo>
                <a:lnTo>
                  <a:pt x="1736" y="1730"/>
                </a:lnTo>
                <a:lnTo>
                  <a:pt x="1737" y="1730"/>
                </a:lnTo>
                <a:lnTo>
                  <a:pt x="1738" y="1730"/>
                </a:lnTo>
                <a:lnTo>
                  <a:pt x="1739" y="1730"/>
                </a:lnTo>
                <a:lnTo>
                  <a:pt x="1740" y="1730"/>
                </a:lnTo>
                <a:lnTo>
                  <a:pt x="1740" y="1731"/>
                </a:lnTo>
                <a:lnTo>
                  <a:pt x="1739" y="1731"/>
                </a:lnTo>
                <a:lnTo>
                  <a:pt x="1739" y="1733"/>
                </a:lnTo>
                <a:lnTo>
                  <a:pt x="1739" y="1734"/>
                </a:lnTo>
                <a:lnTo>
                  <a:pt x="1740" y="1734"/>
                </a:lnTo>
                <a:lnTo>
                  <a:pt x="1739" y="1734"/>
                </a:lnTo>
                <a:lnTo>
                  <a:pt x="1738" y="1733"/>
                </a:lnTo>
                <a:lnTo>
                  <a:pt x="1737" y="1733"/>
                </a:lnTo>
                <a:lnTo>
                  <a:pt x="1736" y="1735"/>
                </a:lnTo>
                <a:lnTo>
                  <a:pt x="1735" y="1736"/>
                </a:lnTo>
                <a:lnTo>
                  <a:pt x="1736" y="1736"/>
                </a:lnTo>
                <a:lnTo>
                  <a:pt x="1737" y="1736"/>
                </a:lnTo>
                <a:lnTo>
                  <a:pt x="1737" y="1737"/>
                </a:lnTo>
                <a:lnTo>
                  <a:pt x="1737" y="1739"/>
                </a:lnTo>
                <a:lnTo>
                  <a:pt x="1738" y="1739"/>
                </a:lnTo>
                <a:lnTo>
                  <a:pt x="1738" y="1740"/>
                </a:lnTo>
                <a:lnTo>
                  <a:pt x="1737" y="1740"/>
                </a:lnTo>
                <a:lnTo>
                  <a:pt x="1736" y="1740"/>
                </a:lnTo>
                <a:lnTo>
                  <a:pt x="1735" y="1740"/>
                </a:lnTo>
                <a:lnTo>
                  <a:pt x="1735" y="1741"/>
                </a:lnTo>
                <a:lnTo>
                  <a:pt x="1736" y="1741"/>
                </a:lnTo>
                <a:lnTo>
                  <a:pt x="1737" y="1741"/>
                </a:lnTo>
                <a:lnTo>
                  <a:pt x="1737" y="1742"/>
                </a:lnTo>
                <a:lnTo>
                  <a:pt x="1738" y="1742"/>
                </a:lnTo>
                <a:lnTo>
                  <a:pt x="1738" y="1743"/>
                </a:lnTo>
                <a:lnTo>
                  <a:pt x="1738" y="1745"/>
                </a:lnTo>
                <a:lnTo>
                  <a:pt x="1738" y="1746"/>
                </a:lnTo>
                <a:lnTo>
                  <a:pt x="1739" y="1746"/>
                </a:lnTo>
                <a:lnTo>
                  <a:pt x="1740" y="1746"/>
                </a:lnTo>
                <a:lnTo>
                  <a:pt x="1740" y="1747"/>
                </a:lnTo>
                <a:lnTo>
                  <a:pt x="1741" y="1747"/>
                </a:lnTo>
                <a:lnTo>
                  <a:pt x="1742" y="1748"/>
                </a:lnTo>
                <a:lnTo>
                  <a:pt x="1744" y="1748"/>
                </a:lnTo>
                <a:lnTo>
                  <a:pt x="1745" y="1748"/>
                </a:lnTo>
                <a:lnTo>
                  <a:pt x="1746" y="1748"/>
                </a:lnTo>
                <a:lnTo>
                  <a:pt x="1746" y="1749"/>
                </a:lnTo>
                <a:lnTo>
                  <a:pt x="1747" y="1749"/>
                </a:lnTo>
                <a:lnTo>
                  <a:pt x="1748" y="1750"/>
                </a:lnTo>
                <a:lnTo>
                  <a:pt x="1750" y="1750"/>
                </a:lnTo>
                <a:lnTo>
                  <a:pt x="1751" y="1750"/>
                </a:lnTo>
                <a:lnTo>
                  <a:pt x="1752" y="1750"/>
                </a:lnTo>
                <a:lnTo>
                  <a:pt x="1752" y="1749"/>
                </a:lnTo>
                <a:lnTo>
                  <a:pt x="1753" y="1748"/>
                </a:lnTo>
                <a:lnTo>
                  <a:pt x="1754" y="1748"/>
                </a:lnTo>
                <a:lnTo>
                  <a:pt x="1754" y="1749"/>
                </a:lnTo>
                <a:lnTo>
                  <a:pt x="1753" y="1749"/>
                </a:lnTo>
                <a:lnTo>
                  <a:pt x="1753" y="1750"/>
                </a:lnTo>
                <a:lnTo>
                  <a:pt x="1754" y="1750"/>
                </a:lnTo>
                <a:lnTo>
                  <a:pt x="1754" y="1751"/>
                </a:lnTo>
                <a:lnTo>
                  <a:pt x="1755" y="1751"/>
                </a:lnTo>
                <a:lnTo>
                  <a:pt x="1755" y="1752"/>
                </a:lnTo>
                <a:lnTo>
                  <a:pt x="1755" y="1753"/>
                </a:lnTo>
                <a:lnTo>
                  <a:pt x="1754" y="1753"/>
                </a:lnTo>
                <a:lnTo>
                  <a:pt x="1753" y="1753"/>
                </a:lnTo>
                <a:lnTo>
                  <a:pt x="1753" y="1754"/>
                </a:lnTo>
                <a:lnTo>
                  <a:pt x="1754" y="1754"/>
                </a:lnTo>
                <a:lnTo>
                  <a:pt x="1754" y="1755"/>
                </a:lnTo>
                <a:lnTo>
                  <a:pt x="1753" y="1756"/>
                </a:lnTo>
                <a:lnTo>
                  <a:pt x="1751" y="1756"/>
                </a:lnTo>
                <a:lnTo>
                  <a:pt x="1750" y="1756"/>
                </a:lnTo>
                <a:lnTo>
                  <a:pt x="1749" y="1756"/>
                </a:lnTo>
                <a:lnTo>
                  <a:pt x="1748" y="1755"/>
                </a:lnTo>
                <a:lnTo>
                  <a:pt x="1747" y="1755"/>
                </a:lnTo>
                <a:lnTo>
                  <a:pt x="1746" y="1756"/>
                </a:lnTo>
                <a:lnTo>
                  <a:pt x="1746" y="1757"/>
                </a:lnTo>
                <a:lnTo>
                  <a:pt x="1746" y="1758"/>
                </a:lnTo>
                <a:lnTo>
                  <a:pt x="1746" y="1759"/>
                </a:lnTo>
                <a:lnTo>
                  <a:pt x="1746" y="1760"/>
                </a:lnTo>
                <a:lnTo>
                  <a:pt x="1745" y="1760"/>
                </a:lnTo>
                <a:lnTo>
                  <a:pt x="1744" y="1760"/>
                </a:lnTo>
                <a:lnTo>
                  <a:pt x="1742" y="1761"/>
                </a:lnTo>
                <a:lnTo>
                  <a:pt x="1742" y="1762"/>
                </a:lnTo>
                <a:lnTo>
                  <a:pt x="1743" y="1762"/>
                </a:lnTo>
                <a:lnTo>
                  <a:pt x="1743" y="1763"/>
                </a:lnTo>
                <a:lnTo>
                  <a:pt x="1742" y="1764"/>
                </a:lnTo>
                <a:lnTo>
                  <a:pt x="1741" y="1765"/>
                </a:lnTo>
                <a:lnTo>
                  <a:pt x="1741" y="1764"/>
                </a:lnTo>
                <a:lnTo>
                  <a:pt x="1740" y="1764"/>
                </a:lnTo>
                <a:lnTo>
                  <a:pt x="1739" y="1764"/>
                </a:lnTo>
                <a:lnTo>
                  <a:pt x="1739" y="1765"/>
                </a:lnTo>
                <a:lnTo>
                  <a:pt x="1739" y="1766"/>
                </a:lnTo>
                <a:lnTo>
                  <a:pt x="1738" y="1767"/>
                </a:lnTo>
                <a:lnTo>
                  <a:pt x="1737" y="1768"/>
                </a:lnTo>
                <a:lnTo>
                  <a:pt x="1736" y="1769"/>
                </a:lnTo>
                <a:lnTo>
                  <a:pt x="1735" y="1770"/>
                </a:lnTo>
                <a:lnTo>
                  <a:pt x="1734" y="1769"/>
                </a:lnTo>
                <a:lnTo>
                  <a:pt x="1733" y="1769"/>
                </a:lnTo>
                <a:lnTo>
                  <a:pt x="1732" y="1769"/>
                </a:lnTo>
                <a:lnTo>
                  <a:pt x="1732" y="1768"/>
                </a:lnTo>
                <a:lnTo>
                  <a:pt x="1732" y="1767"/>
                </a:lnTo>
                <a:lnTo>
                  <a:pt x="1731" y="1766"/>
                </a:lnTo>
                <a:lnTo>
                  <a:pt x="1730" y="1766"/>
                </a:lnTo>
                <a:lnTo>
                  <a:pt x="1729" y="1766"/>
                </a:lnTo>
                <a:lnTo>
                  <a:pt x="1728" y="1766"/>
                </a:lnTo>
                <a:lnTo>
                  <a:pt x="1727" y="1765"/>
                </a:lnTo>
                <a:lnTo>
                  <a:pt x="1726" y="1765"/>
                </a:lnTo>
                <a:lnTo>
                  <a:pt x="1723" y="1763"/>
                </a:lnTo>
                <a:lnTo>
                  <a:pt x="1723" y="1762"/>
                </a:lnTo>
                <a:lnTo>
                  <a:pt x="1722" y="1761"/>
                </a:lnTo>
                <a:lnTo>
                  <a:pt x="1721" y="1761"/>
                </a:lnTo>
                <a:lnTo>
                  <a:pt x="1720" y="1761"/>
                </a:lnTo>
                <a:lnTo>
                  <a:pt x="1719" y="1760"/>
                </a:lnTo>
                <a:lnTo>
                  <a:pt x="1718" y="1760"/>
                </a:lnTo>
                <a:lnTo>
                  <a:pt x="1717" y="1759"/>
                </a:lnTo>
                <a:lnTo>
                  <a:pt x="1716" y="1758"/>
                </a:lnTo>
                <a:lnTo>
                  <a:pt x="1714" y="1757"/>
                </a:lnTo>
                <a:lnTo>
                  <a:pt x="1714" y="1758"/>
                </a:lnTo>
                <a:lnTo>
                  <a:pt x="1713" y="1758"/>
                </a:lnTo>
                <a:lnTo>
                  <a:pt x="1712" y="1758"/>
                </a:lnTo>
                <a:lnTo>
                  <a:pt x="1711" y="1758"/>
                </a:lnTo>
                <a:lnTo>
                  <a:pt x="1711" y="1759"/>
                </a:lnTo>
                <a:lnTo>
                  <a:pt x="1710" y="1759"/>
                </a:lnTo>
                <a:lnTo>
                  <a:pt x="1711" y="1759"/>
                </a:lnTo>
                <a:lnTo>
                  <a:pt x="1711" y="1760"/>
                </a:lnTo>
                <a:lnTo>
                  <a:pt x="1709" y="1762"/>
                </a:lnTo>
                <a:lnTo>
                  <a:pt x="1707" y="1763"/>
                </a:lnTo>
                <a:lnTo>
                  <a:pt x="1706" y="1764"/>
                </a:lnTo>
                <a:lnTo>
                  <a:pt x="1706" y="1765"/>
                </a:lnTo>
                <a:lnTo>
                  <a:pt x="1705" y="1766"/>
                </a:lnTo>
                <a:lnTo>
                  <a:pt x="1705" y="1767"/>
                </a:lnTo>
                <a:lnTo>
                  <a:pt x="1704" y="1767"/>
                </a:lnTo>
                <a:lnTo>
                  <a:pt x="1704" y="1768"/>
                </a:lnTo>
                <a:lnTo>
                  <a:pt x="1703" y="1770"/>
                </a:lnTo>
                <a:lnTo>
                  <a:pt x="1702" y="1772"/>
                </a:lnTo>
                <a:lnTo>
                  <a:pt x="1702" y="1774"/>
                </a:lnTo>
                <a:lnTo>
                  <a:pt x="1701" y="1775"/>
                </a:lnTo>
                <a:lnTo>
                  <a:pt x="1701" y="1776"/>
                </a:lnTo>
                <a:lnTo>
                  <a:pt x="1701" y="1777"/>
                </a:lnTo>
                <a:lnTo>
                  <a:pt x="1700" y="1777"/>
                </a:lnTo>
                <a:lnTo>
                  <a:pt x="1699" y="1777"/>
                </a:lnTo>
                <a:lnTo>
                  <a:pt x="1698" y="1778"/>
                </a:lnTo>
                <a:lnTo>
                  <a:pt x="1696" y="1778"/>
                </a:lnTo>
                <a:lnTo>
                  <a:pt x="1695" y="1778"/>
                </a:lnTo>
                <a:lnTo>
                  <a:pt x="1694" y="1778"/>
                </a:lnTo>
                <a:lnTo>
                  <a:pt x="1693" y="1777"/>
                </a:lnTo>
                <a:lnTo>
                  <a:pt x="1692" y="1776"/>
                </a:lnTo>
                <a:lnTo>
                  <a:pt x="1692" y="1775"/>
                </a:lnTo>
                <a:lnTo>
                  <a:pt x="1691" y="1775"/>
                </a:lnTo>
                <a:lnTo>
                  <a:pt x="1691" y="1774"/>
                </a:lnTo>
                <a:lnTo>
                  <a:pt x="1690" y="1774"/>
                </a:lnTo>
                <a:lnTo>
                  <a:pt x="1690" y="1773"/>
                </a:lnTo>
                <a:lnTo>
                  <a:pt x="1689" y="1772"/>
                </a:lnTo>
                <a:lnTo>
                  <a:pt x="1689" y="1771"/>
                </a:lnTo>
                <a:lnTo>
                  <a:pt x="1688" y="1770"/>
                </a:lnTo>
                <a:lnTo>
                  <a:pt x="1686" y="1768"/>
                </a:lnTo>
                <a:lnTo>
                  <a:pt x="1686" y="1767"/>
                </a:lnTo>
                <a:lnTo>
                  <a:pt x="1686" y="1766"/>
                </a:lnTo>
                <a:lnTo>
                  <a:pt x="1684" y="1766"/>
                </a:lnTo>
                <a:lnTo>
                  <a:pt x="1683" y="1766"/>
                </a:lnTo>
                <a:lnTo>
                  <a:pt x="1682" y="1766"/>
                </a:lnTo>
                <a:lnTo>
                  <a:pt x="1681" y="1765"/>
                </a:lnTo>
                <a:lnTo>
                  <a:pt x="1680" y="1764"/>
                </a:lnTo>
                <a:lnTo>
                  <a:pt x="1680" y="1763"/>
                </a:lnTo>
                <a:lnTo>
                  <a:pt x="1680" y="1762"/>
                </a:lnTo>
                <a:lnTo>
                  <a:pt x="1679" y="1763"/>
                </a:lnTo>
                <a:lnTo>
                  <a:pt x="1678" y="1763"/>
                </a:lnTo>
                <a:lnTo>
                  <a:pt x="1678" y="1764"/>
                </a:lnTo>
                <a:lnTo>
                  <a:pt x="1677" y="1763"/>
                </a:lnTo>
                <a:lnTo>
                  <a:pt x="1676" y="1762"/>
                </a:lnTo>
                <a:lnTo>
                  <a:pt x="1675" y="1762"/>
                </a:lnTo>
                <a:lnTo>
                  <a:pt x="1675" y="1761"/>
                </a:lnTo>
                <a:lnTo>
                  <a:pt x="1674" y="1761"/>
                </a:lnTo>
                <a:lnTo>
                  <a:pt x="1673" y="1761"/>
                </a:lnTo>
                <a:lnTo>
                  <a:pt x="1671" y="1761"/>
                </a:lnTo>
                <a:lnTo>
                  <a:pt x="1671" y="1760"/>
                </a:lnTo>
                <a:lnTo>
                  <a:pt x="1670" y="1760"/>
                </a:lnTo>
                <a:lnTo>
                  <a:pt x="1670" y="1759"/>
                </a:lnTo>
                <a:lnTo>
                  <a:pt x="1669" y="1759"/>
                </a:lnTo>
                <a:lnTo>
                  <a:pt x="1669" y="1758"/>
                </a:lnTo>
                <a:lnTo>
                  <a:pt x="1668" y="1759"/>
                </a:lnTo>
                <a:lnTo>
                  <a:pt x="1667" y="1759"/>
                </a:lnTo>
                <a:lnTo>
                  <a:pt x="1666" y="1759"/>
                </a:lnTo>
                <a:lnTo>
                  <a:pt x="1665" y="1759"/>
                </a:lnTo>
                <a:lnTo>
                  <a:pt x="1665" y="1758"/>
                </a:lnTo>
                <a:lnTo>
                  <a:pt x="1663" y="1758"/>
                </a:lnTo>
                <a:lnTo>
                  <a:pt x="1662" y="1759"/>
                </a:lnTo>
                <a:lnTo>
                  <a:pt x="1661" y="1759"/>
                </a:lnTo>
                <a:lnTo>
                  <a:pt x="1661" y="1758"/>
                </a:lnTo>
                <a:lnTo>
                  <a:pt x="1660" y="1758"/>
                </a:lnTo>
                <a:lnTo>
                  <a:pt x="1660" y="1757"/>
                </a:lnTo>
                <a:lnTo>
                  <a:pt x="1659" y="1756"/>
                </a:lnTo>
                <a:lnTo>
                  <a:pt x="1659" y="1757"/>
                </a:lnTo>
                <a:lnTo>
                  <a:pt x="1658" y="1757"/>
                </a:lnTo>
                <a:lnTo>
                  <a:pt x="1657" y="1757"/>
                </a:lnTo>
                <a:lnTo>
                  <a:pt x="1657" y="1756"/>
                </a:lnTo>
                <a:lnTo>
                  <a:pt x="1656" y="1756"/>
                </a:lnTo>
                <a:lnTo>
                  <a:pt x="1654" y="1757"/>
                </a:lnTo>
                <a:lnTo>
                  <a:pt x="1653" y="1757"/>
                </a:lnTo>
                <a:lnTo>
                  <a:pt x="1653" y="1756"/>
                </a:lnTo>
                <a:lnTo>
                  <a:pt x="1653" y="1753"/>
                </a:lnTo>
                <a:lnTo>
                  <a:pt x="1653" y="1751"/>
                </a:lnTo>
                <a:lnTo>
                  <a:pt x="1652" y="1750"/>
                </a:lnTo>
                <a:lnTo>
                  <a:pt x="1651" y="1750"/>
                </a:lnTo>
                <a:lnTo>
                  <a:pt x="1651" y="1749"/>
                </a:lnTo>
                <a:lnTo>
                  <a:pt x="1650" y="1750"/>
                </a:lnTo>
                <a:lnTo>
                  <a:pt x="1649" y="1751"/>
                </a:lnTo>
                <a:lnTo>
                  <a:pt x="1648" y="1751"/>
                </a:lnTo>
                <a:lnTo>
                  <a:pt x="1647" y="1751"/>
                </a:lnTo>
                <a:lnTo>
                  <a:pt x="1647" y="1752"/>
                </a:lnTo>
                <a:lnTo>
                  <a:pt x="1647" y="1753"/>
                </a:lnTo>
                <a:lnTo>
                  <a:pt x="1646" y="1753"/>
                </a:lnTo>
                <a:lnTo>
                  <a:pt x="1645" y="1752"/>
                </a:lnTo>
                <a:lnTo>
                  <a:pt x="1643" y="1751"/>
                </a:lnTo>
                <a:lnTo>
                  <a:pt x="1641" y="1751"/>
                </a:lnTo>
                <a:lnTo>
                  <a:pt x="1641" y="1752"/>
                </a:lnTo>
                <a:lnTo>
                  <a:pt x="1640" y="1753"/>
                </a:lnTo>
                <a:lnTo>
                  <a:pt x="1639" y="1753"/>
                </a:lnTo>
                <a:lnTo>
                  <a:pt x="1638" y="1752"/>
                </a:lnTo>
                <a:lnTo>
                  <a:pt x="1638" y="1751"/>
                </a:lnTo>
                <a:lnTo>
                  <a:pt x="1636" y="1751"/>
                </a:lnTo>
                <a:lnTo>
                  <a:pt x="1635" y="1751"/>
                </a:lnTo>
                <a:lnTo>
                  <a:pt x="1634" y="1751"/>
                </a:lnTo>
                <a:lnTo>
                  <a:pt x="1632" y="1750"/>
                </a:lnTo>
                <a:lnTo>
                  <a:pt x="1631" y="1750"/>
                </a:lnTo>
                <a:lnTo>
                  <a:pt x="1631" y="1749"/>
                </a:lnTo>
                <a:lnTo>
                  <a:pt x="1630" y="1748"/>
                </a:lnTo>
                <a:lnTo>
                  <a:pt x="1628" y="1748"/>
                </a:lnTo>
                <a:lnTo>
                  <a:pt x="1627" y="1749"/>
                </a:lnTo>
                <a:lnTo>
                  <a:pt x="1626" y="1750"/>
                </a:lnTo>
                <a:lnTo>
                  <a:pt x="1626" y="1751"/>
                </a:lnTo>
                <a:lnTo>
                  <a:pt x="1625" y="1752"/>
                </a:lnTo>
                <a:lnTo>
                  <a:pt x="1623" y="1752"/>
                </a:lnTo>
                <a:lnTo>
                  <a:pt x="1620" y="1752"/>
                </a:lnTo>
                <a:lnTo>
                  <a:pt x="1619" y="1752"/>
                </a:lnTo>
                <a:lnTo>
                  <a:pt x="1619" y="1750"/>
                </a:lnTo>
                <a:lnTo>
                  <a:pt x="1618" y="1749"/>
                </a:lnTo>
                <a:lnTo>
                  <a:pt x="1618" y="1748"/>
                </a:lnTo>
                <a:lnTo>
                  <a:pt x="1617" y="1748"/>
                </a:lnTo>
                <a:lnTo>
                  <a:pt x="1616" y="1748"/>
                </a:lnTo>
                <a:lnTo>
                  <a:pt x="1616" y="1747"/>
                </a:lnTo>
                <a:lnTo>
                  <a:pt x="1616" y="1746"/>
                </a:lnTo>
                <a:lnTo>
                  <a:pt x="1615" y="1745"/>
                </a:lnTo>
                <a:lnTo>
                  <a:pt x="1615" y="1744"/>
                </a:lnTo>
                <a:lnTo>
                  <a:pt x="1614" y="1743"/>
                </a:lnTo>
                <a:lnTo>
                  <a:pt x="1614" y="1742"/>
                </a:lnTo>
                <a:lnTo>
                  <a:pt x="1614" y="1741"/>
                </a:lnTo>
                <a:lnTo>
                  <a:pt x="1615" y="1741"/>
                </a:lnTo>
                <a:lnTo>
                  <a:pt x="1615" y="1740"/>
                </a:lnTo>
                <a:lnTo>
                  <a:pt x="1615" y="1739"/>
                </a:lnTo>
                <a:lnTo>
                  <a:pt x="1615" y="1738"/>
                </a:lnTo>
                <a:lnTo>
                  <a:pt x="1615" y="1736"/>
                </a:lnTo>
                <a:lnTo>
                  <a:pt x="1615" y="1735"/>
                </a:lnTo>
                <a:lnTo>
                  <a:pt x="1616" y="1735"/>
                </a:lnTo>
                <a:lnTo>
                  <a:pt x="1616" y="1734"/>
                </a:lnTo>
                <a:lnTo>
                  <a:pt x="1616" y="1733"/>
                </a:lnTo>
                <a:lnTo>
                  <a:pt x="1615" y="1731"/>
                </a:lnTo>
                <a:lnTo>
                  <a:pt x="1614" y="1731"/>
                </a:lnTo>
                <a:lnTo>
                  <a:pt x="1613" y="1731"/>
                </a:lnTo>
                <a:lnTo>
                  <a:pt x="1612" y="1730"/>
                </a:lnTo>
                <a:lnTo>
                  <a:pt x="1611" y="1730"/>
                </a:lnTo>
                <a:lnTo>
                  <a:pt x="1610" y="1730"/>
                </a:lnTo>
                <a:lnTo>
                  <a:pt x="1610" y="1729"/>
                </a:lnTo>
                <a:lnTo>
                  <a:pt x="1609" y="1728"/>
                </a:lnTo>
                <a:lnTo>
                  <a:pt x="1608" y="1727"/>
                </a:lnTo>
                <a:lnTo>
                  <a:pt x="1608" y="1725"/>
                </a:lnTo>
                <a:lnTo>
                  <a:pt x="1607" y="1723"/>
                </a:lnTo>
                <a:lnTo>
                  <a:pt x="1607" y="1721"/>
                </a:lnTo>
                <a:lnTo>
                  <a:pt x="1606" y="1720"/>
                </a:lnTo>
                <a:lnTo>
                  <a:pt x="1606" y="1718"/>
                </a:lnTo>
                <a:lnTo>
                  <a:pt x="1604" y="1718"/>
                </a:lnTo>
                <a:lnTo>
                  <a:pt x="1604" y="1717"/>
                </a:lnTo>
                <a:lnTo>
                  <a:pt x="1603" y="1717"/>
                </a:lnTo>
                <a:lnTo>
                  <a:pt x="1603" y="1716"/>
                </a:lnTo>
                <a:lnTo>
                  <a:pt x="1602" y="1716"/>
                </a:lnTo>
                <a:lnTo>
                  <a:pt x="1602" y="1715"/>
                </a:lnTo>
                <a:lnTo>
                  <a:pt x="1603" y="1714"/>
                </a:lnTo>
                <a:lnTo>
                  <a:pt x="1604" y="1713"/>
                </a:lnTo>
                <a:lnTo>
                  <a:pt x="1605" y="1713"/>
                </a:lnTo>
                <a:lnTo>
                  <a:pt x="1605" y="1712"/>
                </a:lnTo>
                <a:lnTo>
                  <a:pt x="1604" y="1711"/>
                </a:lnTo>
                <a:lnTo>
                  <a:pt x="1603" y="1710"/>
                </a:lnTo>
                <a:lnTo>
                  <a:pt x="1602" y="1709"/>
                </a:lnTo>
                <a:lnTo>
                  <a:pt x="1602" y="1708"/>
                </a:lnTo>
                <a:lnTo>
                  <a:pt x="1601" y="1707"/>
                </a:lnTo>
                <a:lnTo>
                  <a:pt x="1600" y="1706"/>
                </a:lnTo>
                <a:lnTo>
                  <a:pt x="1600" y="1705"/>
                </a:lnTo>
                <a:lnTo>
                  <a:pt x="1601" y="1704"/>
                </a:lnTo>
                <a:lnTo>
                  <a:pt x="1602" y="1702"/>
                </a:lnTo>
                <a:lnTo>
                  <a:pt x="1602" y="1701"/>
                </a:lnTo>
                <a:lnTo>
                  <a:pt x="1601" y="1701"/>
                </a:lnTo>
                <a:lnTo>
                  <a:pt x="1600" y="1701"/>
                </a:lnTo>
                <a:lnTo>
                  <a:pt x="1599" y="1701"/>
                </a:lnTo>
                <a:lnTo>
                  <a:pt x="1599" y="1700"/>
                </a:lnTo>
                <a:lnTo>
                  <a:pt x="1599" y="1699"/>
                </a:lnTo>
                <a:lnTo>
                  <a:pt x="1598" y="1698"/>
                </a:lnTo>
                <a:lnTo>
                  <a:pt x="1596" y="1696"/>
                </a:lnTo>
                <a:lnTo>
                  <a:pt x="1594" y="1696"/>
                </a:lnTo>
                <a:lnTo>
                  <a:pt x="1593" y="1695"/>
                </a:lnTo>
                <a:lnTo>
                  <a:pt x="1593" y="1694"/>
                </a:lnTo>
                <a:lnTo>
                  <a:pt x="1594" y="1694"/>
                </a:lnTo>
                <a:lnTo>
                  <a:pt x="1593" y="1694"/>
                </a:lnTo>
                <a:lnTo>
                  <a:pt x="1593" y="1693"/>
                </a:lnTo>
                <a:lnTo>
                  <a:pt x="1593" y="1692"/>
                </a:lnTo>
                <a:lnTo>
                  <a:pt x="1594" y="1692"/>
                </a:lnTo>
                <a:lnTo>
                  <a:pt x="1594" y="1689"/>
                </a:lnTo>
                <a:lnTo>
                  <a:pt x="1595" y="1686"/>
                </a:lnTo>
                <a:lnTo>
                  <a:pt x="1594" y="1684"/>
                </a:lnTo>
                <a:lnTo>
                  <a:pt x="1594" y="1683"/>
                </a:lnTo>
                <a:lnTo>
                  <a:pt x="1594" y="1682"/>
                </a:lnTo>
                <a:lnTo>
                  <a:pt x="1594" y="1681"/>
                </a:lnTo>
                <a:lnTo>
                  <a:pt x="1593" y="1681"/>
                </a:lnTo>
                <a:lnTo>
                  <a:pt x="1592" y="1680"/>
                </a:lnTo>
                <a:lnTo>
                  <a:pt x="1592" y="1678"/>
                </a:lnTo>
                <a:lnTo>
                  <a:pt x="1592" y="1677"/>
                </a:lnTo>
                <a:lnTo>
                  <a:pt x="1592" y="1676"/>
                </a:lnTo>
                <a:lnTo>
                  <a:pt x="1592" y="1675"/>
                </a:lnTo>
                <a:lnTo>
                  <a:pt x="1591" y="1675"/>
                </a:lnTo>
                <a:lnTo>
                  <a:pt x="1590" y="1675"/>
                </a:lnTo>
                <a:lnTo>
                  <a:pt x="1590" y="1674"/>
                </a:lnTo>
                <a:lnTo>
                  <a:pt x="1589" y="1675"/>
                </a:lnTo>
                <a:lnTo>
                  <a:pt x="1589" y="1676"/>
                </a:lnTo>
                <a:lnTo>
                  <a:pt x="1588" y="1676"/>
                </a:lnTo>
                <a:lnTo>
                  <a:pt x="1588" y="1677"/>
                </a:lnTo>
                <a:lnTo>
                  <a:pt x="1587" y="1677"/>
                </a:lnTo>
                <a:lnTo>
                  <a:pt x="1587" y="1678"/>
                </a:lnTo>
                <a:lnTo>
                  <a:pt x="1586" y="1678"/>
                </a:lnTo>
                <a:lnTo>
                  <a:pt x="1586" y="1679"/>
                </a:lnTo>
                <a:lnTo>
                  <a:pt x="1586" y="1680"/>
                </a:lnTo>
                <a:lnTo>
                  <a:pt x="1586" y="1681"/>
                </a:lnTo>
                <a:lnTo>
                  <a:pt x="1585" y="1681"/>
                </a:lnTo>
                <a:lnTo>
                  <a:pt x="1585" y="1682"/>
                </a:lnTo>
                <a:lnTo>
                  <a:pt x="1586" y="1682"/>
                </a:lnTo>
                <a:lnTo>
                  <a:pt x="1586" y="1683"/>
                </a:lnTo>
                <a:lnTo>
                  <a:pt x="1586" y="1684"/>
                </a:lnTo>
                <a:lnTo>
                  <a:pt x="1586" y="1685"/>
                </a:lnTo>
                <a:lnTo>
                  <a:pt x="1586" y="1686"/>
                </a:lnTo>
                <a:lnTo>
                  <a:pt x="1585" y="1686"/>
                </a:lnTo>
                <a:lnTo>
                  <a:pt x="1585" y="1687"/>
                </a:lnTo>
                <a:lnTo>
                  <a:pt x="1585" y="1688"/>
                </a:lnTo>
                <a:lnTo>
                  <a:pt x="1584" y="1688"/>
                </a:lnTo>
                <a:lnTo>
                  <a:pt x="1584" y="1689"/>
                </a:lnTo>
                <a:lnTo>
                  <a:pt x="1583" y="1690"/>
                </a:lnTo>
                <a:lnTo>
                  <a:pt x="1583" y="1691"/>
                </a:lnTo>
                <a:lnTo>
                  <a:pt x="1582" y="1691"/>
                </a:lnTo>
                <a:lnTo>
                  <a:pt x="1583" y="1692"/>
                </a:lnTo>
                <a:lnTo>
                  <a:pt x="1583" y="1694"/>
                </a:lnTo>
                <a:lnTo>
                  <a:pt x="1583" y="1695"/>
                </a:lnTo>
                <a:lnTo>
                  <a:pt x="1583" y="1696"/>
                </a:lnTo>
                <a:lnTo>
                  <a:pt x="1582" y="1696"/>
                </a:lnTo>
                <a:lnTo>
                  <a:pt x="1582" y="1697"/>
                </a:lnTo>
                <a:lnTo>
                  <a:pt x="1582" y="1699"/>
                </a:lnTo>
                <a:lnTo>
                  <a:pt x="1580" y="1700"/>
                </a:lnTo>
                <a:lnTo>
                  <a:pt x="1580" y="1701"/>
                </a:lnTo>
                <a:lnTo>
                  <a:pt x="1579" y="1701"/>
                </a:lnTo>
                <a:lnTo>
                  <a:pt x="1579" y="1700"/>
                </a:lnTo>
                <a:lnTo>
                  <a:pt x="1579" y="1699"/>
                </a:lnTo>
                <a:lnTo>
                  <a:pt x="1578" y="1699"/>
                </a:lnTo>
                <a:lnTo>
                  <a:pt x="1578" y="1700"/>
                </a:lnTo>
                <a:lnTo>
                  <a:pt x="1577" y="1700"/>
                </a:lnTo>
                <a:lnTo>
                  <a:pt x="1576" y="1701"/>
                </a:lnTo>
                <a:lnTo>
                  <a:pt x="1575" y="1701"/>
                </a:lnTo>
                <a:lnTo>
                  <a:pt x="1574" y="1702"/>
                </a:lnTo>
                <a:lnTo>
                  <a:pt x="1573" y="1702"/>
                </a:lnTo>
                <a:lnTo>
                  <a:pt x="1573" y="1703"/>
                </a:lnTo>
                <a:lnTo>
                  <a:pt x="1573" y="1704"/>
                </a:lnTo>
                <a:lnTo>
                  <a:pt x="1573" y="1705"/>
                </a:lnTo>
                <a:lnTo>
                  <a:pt x="1572" y="1705"/>
                </a:lnTo>
                <a:lnTo>
                  <a:pt x="1572" y="1704"/>
                </a:lnTo>
                <a:lnTo>
                  <a:pt x="1572" y="1705"/>
                </a:lnTo>
                <a:lnTo>
                  <a:pt x="1571" y="1705"/>
                </a:lnTo>
                <a:lnTo>
                  <a:pt x="1571" y="1706"/>
                </a:lnTo>
                <a:lnTo>
                  <a:pt x="1570" y="1708"/>
                </a:lnTo>
                <a:lnTo>
                  <a:pt x="1569" y="1708"/>
                </a:lnTo>
                <a:lnTo>
                  <a:pt x="1569" y="1709"/>
                </a:lnTo>
                <a:lnTo>
                  <a:pt x="1569" y="1710"/>
                </a:lnTo>
                <a:lnTo>
                  <a:pt x="1569" y="1711"/>
                </a:lnTo>
                <a:lnTo>
                  <a:pt x="1570" y="1714"/>
                </a:lnTo>
                <a:lnTo>
                  <a:pt x="1570" y="1716"/>
                </a:lnTo>
                <a:lnTo>
                  <a:pt x="1569" y="1716"/>
                </a:lnTo>
                <a:lnTo>
                  <a:pt x="1569" y="1717"/>
                </a:lnTo>
                <a:lnTo>
                  <a:pt x="1567" y="1717"/>
                </a:lnTo>
                <a:lnTo>
                  <a:pt x="1567" y="1718"/>
                </a:lnTo>
                <a:lnTo>
                  <a:pt x="1566" y="1718"/>
                </a:lnTo>
                <a:lnTo>
                  <a:pt x="1566" y="1720"/>
                </a:lnTo>
                <a:lnTo>
                  <a:pt x="1566" y="1722"/>
                </a:lnTo>
                <a:lnTo>
                  <a:pt x="1566" y="1723"/>
                </a:lnTo>
                <a:lnTo>
                  <a:pt x="1566" y="1724"/>
                </a:lnTo>
                <a:lnTo>
                  <a:pt x="1565" y="1725"/>
                </a:lnTo>
                <a:lnTo>
                  <a:pt x="1564" y="1726"/>
                </a:lnTo>
                <a:lnTo>
                  <a:pt x="1563" y="1726"/>
                </a:lnTo>
                <a:lnTo>
                  <a:pt x="1563" y="1727"/>
                </a:lnTo>
                <a:lnTo>
                  <a:pt x="1561" y="1728"/>
                </a:lnTo>
                <a:lnTo>
                  <a:pt x="1559" y="1728"/>
                </a:lnTo>
                <a:lnTo>
                  <a:pt x="1558" y="1727"/>
                </a:lnTo>
                <a:lnTo>
                  <a:pt x="1558" y="1726"/>
                </a:lnTo>
                <a:lnTo>
                  <a:pt x="1557" y="1725"/>
                </a:lnTo>
                <a:lnTo>
                  <a:pt x="1556" y="1725"/>
                </a:lnTo>
                <a:lnTo>
                  <a:pt x="1555" y="1725"/>
                </a:lnTo>
                <a:lnTo>
                  <a:pt x="1554" y="1725"/>
                </a:lnTo>
                <a:lnTo>
                  <a:pt x="1553" y="1724"/>
                </a:lnTo>
                <a:lnTo>
                  <a:pt x="1552" y="1724"/>
                </a:lnTo>
                <a:lnTo>
                  <a:pt x="1551" y="1722"/>
                </a:lnTo>
                <a:lnTo>
                  <a:pt x="1551" y="1721"/>
                </a:lnTo>
                <a:lnTo>
                  <a:pt x="1550" y="1719"/>
                </a:lnTo>
                <a:lnTo>
                  <a:pt x="1550" y="1715"/>
                </a:lnTo>
                <a:lnTo>
                  <a:pt x="1550" y="1714"/>
                </a:lnTo>
                <a:lnTo>
                  <a:pt x="1551" y="1713"/>
                </a:lnTo>
                <a:lnTo>
                  <a:pt x="1550" y="1711"/>
                </a:lnTo>
                <a:lnTo>
                  <a:pt x="1550" y="1710"/>
                </a:lnTo>
                <a:lnTo>
                  <a:pt x="1549" y="1710"/>
                </a:lnTo>
                <a:lnTo>
                  <a:pt x="1549" y="1709"/>
                </a:lnTo>
                <a:lnTo>
                  <a:pt x="1549" y="1708"/>
                </a:lnTo>
                <a:lnTo>
                  <a:pt x="1549" y="1707"/>
                </a:lnTo>
                <a:lnTo>
                  <a:pt x="1547" y="1705"/>
                </a:lnTo>
                <a:lnTo>
                  <a:pt x="1548" y="1705"/>
                </a:lnTo>
                <a:lnTo>
                  <a:pt x="1548" y="1704"/>
                </a:lnTo>
                <a:lnTo>
                  <a:pt x="1547" y="1704"/>
                </a:lnTo>
                <a:lnTo>
                  <a:pt x="1546" y="1704"/>
                </a:lnTo>
                <a:lnTo>
                  <a:pt x="1545" y="1703"/>
                </a:lnTo>
                <a:lnTo>
                  <a:pt x="1544" y="1702"/>
                </a:lnTo>
                <a:lnTo>
                  <a:pt x="1543" y="1702"/>
                </a:lnTo>
                <a:lnTo>
                  <a:pt x="1542" y="1701"/>
                </a:lnTo>
                <a:lnTo>
                  <a:pt x="1543" y="1700"/>
                </a:lnTo>
                <a:lnTo>
                  <a:pt x="1544" y="1700"/>
                </a:lnTo>
                <a:lnTo>
                  <a:pt x="1543" y="1698"/>
                </a:lnTo>
                <a:lnTo>
                  <a:pt x="1543" y="1697"/>
                </a:lnTo>
                <a:lnTo>
                  <a:pt x="1542" y="1697"/>
                </a:lnTo>
                <a:lnTo>
                  <a:pt x="1541" y="1698"/>
                </a:lnTo>
                <a:lnTo>
                  <a:pt x="1541" y="1697"/>
                </a:lnTo>
                <a:lnTo>
                  <a:pt x="1540" y="1695"/>
                </a:lnTo>
                <a:lnTo>
                  <a:pt x="1539" y="1695"/>
                </a:lnTo>
                <a:lnTo>
                  <a:pt x="1538" y="1695"/>
                </a:lnTo>
                <a:lnTo>
                  <a:pt x="1537" y="1695"/>
                </a:lnTo>
                <a:lnTo>
                  <a:pt x="1536" y="1695"/>
                </a:lnTo>
                <a:lnTo>
                  <a:pt x="1536" y="1694"/>
                </a:lnTo>
                <a:lnTo>
                  <a:pt x="1535" y="1694"/>
                </a:lnTo>
                <a:lnTo>
                  <a:pt x="1533" y="1694"/>
                </a:lnTo>
                <a:lnTo>
                  <a:pt x="1532" y="1694"/>
                </a:lnTo>
                <a:lnTo>
                  <a:pt x="1532" y="1695"/>
                </a:lnTo>
                <a:lnTo>
                  <a:pt x="1532" y="1696"/>
                </a:lnTo>
                <a:lnTo>
                  <a:pt x="1532" y="1697"/>
                </a:lnTo>
                <a:lnTo>
                  <a:pt x="1531" y="1697"/>
                </a:lnTo>
                <a:lnTo>
                  <a:pt x="1530" y="1696"/>
                </a:lnTo>
                <a:lnTo>
                  <a:pt x="1529" y="1696"/>
                </a:lnTo>
                <a:lnTo>
                  <a:pt x="1528" y="1698"/>
                </a:lnTo>
                <a:lnTo>
                  <a:pt x="1528" y="1699"/>
                </a:lnTo>
                <a:lnTo>
                  <a:pt x="1528" y="1698"/>
                </a:lnTo>
                <a:lnTo>
                  <a:pt x="1527" y="1699"/>
                </a:lnTo>
                <a:lnTo>
                  <a:pt x="1527" y="1700"/>
                </a:lnTo>
                <a:lnTo>
                  <a:pt x="1526" y="1701"/>
                </a:lnTo>
                <a:lnTo>
                  <a:pt x="1526" y="1702"/>
                </a:lnTo>
                <a:lnTo>
                  <a:pt x="1524" y="1702"/>
                </a:lnTo>
                <a:lnTo>
                  <a:pt x="1524" y="1701"/>
                </a:lnTo>
                <a:lnTo>
                  <a:pt x="1524" y="1700"/>
                </a:lnTo>
                <a:lnTo>
                  <a:pt x="1523" y="1701"/>
                </a:lnTo>
                <a:lnTo>
                  <a:pt x="1522" y="1702"/>
                </a:lnTo>
                <a:lnTo>
                  <a:pt x="1522" y="1703"/>
                </a:lnTo>
                <a:lnTo>
                  <a:pt x="1522" y="1704"/>
                </a:lnTo>
                <a:lnTo>
                  <a:pt x="1521" y="1704"/>
                </a:lnTo>
                <a:lnTo>
                  <a:pt x="1521" y="1705"/>
                </a:lnTo>
                <a:lnTo>
                  <a:pt x="1520" y="1706"/>
                </a:lnTo>
                <a:lnTo>
                  <a:pt x="1519" y="1708"/>
                </a:lnTo>
                <a:lnTo>
                  <a:pt x="1519" y="1709"/>
                </a:lnTo>
                <a:lnTo>
                  <a:pt x="1518" y="1711"/>
                </a:lnTo>
                <a:lnTo>
                  <a:pt x="1517" y="1712"/>
                </a:lnTo>
                <a:lnTo>
                  <a:pt x="1516" y="1712"/>
                </a:lnTo>
                <a:lnTo>
                  <a:pt x="1514" y="1712"/>
                </a:lnTo>
                <a:lnTo>
                  <a:pt x="1514" y="1713"/>
                </a:lnTo>
                <a:lnTo>
                  <a:pt x="1514" y="1714"/>
                </a:lnTo>
                <a:lnTo>
                  <a:pt x="1514" y="1715"/>
                </a:lnTo>
                <a:lnTo>
                  <a:pt x="1515" y="1715"/>
                </a:lnTo>
                <a:lnTo>
                  <a:pt x="1516" y="1716"/>
                </a:lnTo>
                <a:lnTo>
                  <a:pt x="1517" y="1717"/>
                </a:lnTo>
                <a:lnTo>
                  <a:pt x="1517" y="1718"/>
                </a:lnTo>
                <a:lnTo>
                  <a:pt x="1516" y="1718"/>
                </a:lnTo>
                <a:lnTo>
                  <a:pt x="1515" y="1719"/>
                </a:lnTo>
                <a:lnTo>
                  <a:pt x="1515" y="1720"/>
                </a:lnTo>
                <a:lnTo>
                  <a:pt x="1516" y="1721"/>
                </a:lnTo>
                <a:lnTo>
                  <a:pt x="1517" y="1723"/>
                </a:lnTo>
                <a:lnTo>
                  <a:pt x="1518" y="1725"/>
                </a:lnTo>
                <a:lnTo>
                  <a:pt x="1517" y="1726"/>
                </a:lnTo>
                <a:lnTo>
                  <a:pt x="1517" y="1727"/>
                </a:lnTo>
                <a:lnTo>
                  <a:pt x="1515" y="1727"/>
                </a:lnTo>
                <a:lnTo>
                  <a:pt x="1514" y="1727"/>
                </a:lnTo>
                <a:lnTo>
                  <a:pt x="1513" y="1727"/>
                </a:lnTo>
                <a:lnTo>
                  <a:pt x="1512" y="1727"/>
                </a:lnTo>
                <a:lnTo>
                  <a:pt x="1512" y="1728"/>
                </a:lnTo>
                <a:lnTo>
                  <a:pt x="1511" y="1728"/>
                </a:lnTo>
                <a:lnTo>
                  <a:pt x="1511" y="1729"/>
                </a:lnTo>
                <a:lnTo>
                  <a:pt x="1512" y="1729"/>
                </a:lnTo>
                <a:lnTo>
                  <a:pt x="1512" y="1730"/>
                </a:lnTo>
                <a:lnTo>
                  <a:pt x="1512" y="1731"/>
                </a:lnTo>
                <a:lnTo>
                  <a:pt x="1510" y="1732"/>
                </a:lnTo>
                <a:lnTo>
                  <a:pt x="1509" y="1732"/>
                </a:lnTo>
                <a:lnTo>
                  <a:pt x="1507" y="1732"/>
                </a:lnTo>
                <a:lnTo>
                  <a:pt x="1506" y="1732"/>
                </a:lnTo>
                <a:lnTo>
                  <a:pt x="1506" y="1733"/>
                </a:lnTo>
                <a:lnTo>
                  <a:pt x="1505" y="1733"/>
                </a:lnTo>
                <a:lnTo>
                  <a:pt x="1504" y="1733"/>
                </a:lnTo>
                <a:lnTo>
                  <a:pt x="1503" y="1734"/>
                </a:lnTo>
                <a:lnTo>
                  <a:pt x="1502" y="1735"/>
                </a:lnTo>
                <a:lnTo>
                  <a:pt x="1501" y="1735"/>
                </a:lnTo>
                <a:lnTo>
                  <a:pt x="1500" y="1735"/>
                </a:lnTo>
                <a:lnTo>
                  <a:pt x="1498" y="1735"/>
                </a:lnTo>
                <a:lnTo>
                  <a:pt x="1497" y="1735"/>
                </a:lnTo>
                <a:lnTo>
                  <a:pt x="1495" y="1735"/>
                </a:lnTo>
                <a:lnTo>
                  <a:pt x="1494" y="1735"/>
                </a:lnTo>
                <a:lnTo>
                  <a:pt x="1493" y="1735"/>
                </a:lnTo>
                <a:lnTo>
                  <a:pt x="1493" y="1736"/>
                </a:lnTo>
                <a:lnTo>
                  <a:pt x="1492" y="1736"/>
                </a:lnTo>
                <a:lnTo>
                  <a:pt x="1492" y="1737"/>
                </a:lnTo>
                <a:lnTo>
                  <a:pt x="1491" y="1737"/>
                </a:lnTo>
                <a:lnTo>
                  <a:pt x="1488" y="1739"/>
                </a:lnTo>
                <a:lnTo>
                  <a:pt x="1487" y="1739"/>
                </a:lnTo>
                <a:lnTo>
                  <a:pt x="1486" y="1739"/>
                </a:lnTo>
                <a:lnTo>
                  <a:pt x="1485" y="1739"/>
                </a:lnTo>
                <a:lnTo>
                  <a:pt x="1484" y="1739"/>
                </a:lnTo>
                <a:lnTo>
                  <a:pt x="1484" y="1740"/>
                </a:lnTo>
                <a:lnTo>
                  <a:pt x="1483" y="1740"/>
                </a:lnTo>
                <a:lnTo>
                  <a:pt x="1482" y="1740"/>
                </a:lnTo>
                <a:lnTo>
                  <a:pt x="1480" y="1740"/>
                </a:lnTo>
                <a:lnTo>
                  <a:pt x="1479" y="1740"/>
                </a:lnTo>
                <a:lnTo>
                  <a:pt x="1479" y="1739"/>
                </a:lnTo>
                <a:lnTo>
                  <a:pt x="1478" y="1739"/>
                </a:lnTo>
                <a:lnTo>
                  <a:pt x="1478" y="1740"/>
                </a:lnTo>
                <a:lnTo>
                  <a:pt x="1478" y="1741"/>
                </a:lnTo>
                <a:lnTo>
                  <a:pt x="1477" y="1741"/>
                </a:lnTo>
                <a:lnTo>
                  <a:pt x="1476" y="1741"/>
                </a:lnTo>
                <a:lnTo>
                  <a:pt x="1475" y="1742"/>
                </a:lnTo>
                <a:lnTo>
                  <a:pt x="1474" y="1742"/>
                </a:lnTo>
                <a:lnTo>
                  <a:pt x="1474" y="1743"/>
                </a:lnTo>
                <a:lnTo>
                  <a:pt x="1474" y="1744"/>
                </a:lnTo>
                <a:lnTo>
                  <a:pt x="1473" y="1746"/>
                </a:lnTo>
                <a:lnTo>
                  <a:pt x="1473" y="1747"/>
                </a:lnTo>
                <a:lnTo>
                  <a:pt x="1471" y="1749"/>
                </a:lnTo>
                <a:lnTo>
                  <a:pt x="1469" y="1749"/>
                </a:lnTo>
                <a:lnTo>
                  <a:pt x="1468" y="1750"/>
                </a:lnTo>
                <a:lnTo>
                  <a:pt x="1468" y="1751"/>
                </a:lnTo>
                <a:lnTo>
                  <a:pt x="1468" y="1752"/>
                </a:lnTo>
                <a:lnTo>
                  <a:pt x="1467" y="1752"/>
                </a:lnTo>
                <a:lnTo>
                  <a:pt x="1467" y="1753"/>
                </a:lnTo>
                <a:lnTo>
                  <a:pt x="1468" y="1753"/>
                </a:lnTo>
                <a:lnTo>
                  <a:pt x="1468" y="1754"/>
                </a:lnTo>
                <a:lnTo>
                  <a:pt x="1468" y="1755"/>
                </a:lnTo>
                <a:lnTo>
                  <a:pt x="1467" y="1755"/>
                </a:lnTo>
                <a:lnTo>
                  <a:pt x="1466" y="1756"/>
                </a:lnTo>
                <a:lnTo>
                  <a:pt x="1466" y="1757"/>
                </a:lnTo>
                <a:lnTo>
                  <a:pt x="1466" y="1758"/>
                </a:lnTo>
                <a:lnTo>
                  <a:pt x="1464" y="1760"/>
                </a:lnTo>
                <a:lnTo>
                  <a:pt x="1462" y="1761"/>
                </a:lnTo>
                <a:lnTo>
                  <a:pt x="1461" y="1761"/>
                </a:lnTo>
                <a:lnTo>
                  <a:pt x="1460" y="1761"/>
                </a:lnTo>
                <a:lnTo>
                  <a:pt x="1459" y="1761"/>
                </a:lnTo>
                <a:lnTo>
                  <a:pt x="1457" y="1760"/>
                </a:lnTo>
                <a:lnTo>
                  <a:pt x="1456" y="1760"/>
                </a:lnTo>
                <a:lnTo>
                  <a:pt x="1455" y="1760"/>
                </a:lnTo>
                <a:lnTo>
                  <a:pt x="1454" y="1760"/>
                </a:lnTo>
                <a:lnTo>
                  <a:pt x="1455" y="1760"/>
                </a:lnTo>
                <a:lnTo>
                  <a:pt x="1455" y="1761"/>
                </a:lnTo>
                <a:lnTo>
                  <a:pt x="1455" y="1762"/>
                </a:lnTo>
                <a:lnTo>
                  <a:pt x="1455" y="1763"/>
                </a:lnTo>
                <a:lnTo>
                  <a:pt x="1454" y="1763"/>
                </a:lnTo>
                <a:lnTo>
                  <a:pt x="1453" y="1764"/>
                </a:lnTo>
                <a:lnTo>
                  <a:pt x="1452" y="1763"/>
                </a:lnTo>
                <a:lnTo>
                  <a:pt x="1451" y="1762"/>
                </a:lnTo>
                <a:lnTo>
                  <a:pt x="1451" y="1761"/>
                </a:lnTo>
                <a:lnTo>
                  <a:pt x="1450" y="1761"/>
                </a:lnTo>
                <a:lnTo>
                  <a:pt x="1449" y="1761"/>
                </a:lnTo>
                <a:lnTo>
                  <a:pt x="1448" y="1761"/>
                </a:lnTo>
                <a:lnTo>
                  <a:pt x="1448" y="1760"/>
                </a:lnTo>
                <a:lnTo>
                  <a:pt x="1447" y="1760"/>
                </a:lnTo>
                <a:lnTo>
                  <a:pt x="1446" y="1760"/>
                </a:lnTo>
                <a:lnTo>
                  <a:pt x="1446" y="1761"/>
                </a:lnTo>
                <a:lnTo>
                  <a:pt x="1445" y="1762"/>
                </a:lnTo>
                <a:lnTo>
                  <a:pt x="1445" y="1763"/>
                </a:lnTo>
                <a:lnTo>
                  <a:pt x="1445" y="1764"/>
                </a:lnTo>
                <a:lnTo>
                  <a:pt x="1444" y="1764"/>
                </a:lnTo>
                <a:lnTo>
                  <a:pt x="1443" y="1766"/>
                </a:lnTo>
                <a:lnTo>
                  <a:pt x="1442" y="1769"/>
                </a:lnTo>
                <a:lnTo>
                  <a:pt x="1442" y="1770"/>
                </a:lnTo>
                <a:lnTo>
                  <a:pt x="1443" y="1772"/>
                </a:lnTo>
                <a:lnTo>
                  <a:pt x="1444" y="1773"/>
                </a:lnTo>
                <a:lnTo>
                  <a:pt x="1444" y="1774"/>
                </a:lnTo>
                <a:lnTo>
                  <a:pt x="1445" y="1775"/>
                </a:lnTo>
                <a:lnTo>
                  <a:pt x="1444" y="1776"/>
                </a:lnTo>
                <a:lnTo>
                  <a:pt x="1444" y="1777"/>
                </a:lnTo>
                <a:lnTo>
                  <a:pt x="1445" y="1777"/>
                </a:lnTo>
                <a:lnTo>
                  <a:pt x="1446" y="1777"/>
                </a:lnTo>
                <a:lnTo>
                  <a:pt x="1446" y="1778"/>
                </a:lnTo>
                <a:lnTo>
                  <a:pt x="1446" y="1779"/>
                </a:lnTo>
                <a:lnTo>
                  <a:pt x="1446" y="1780"/>
                </a:lnTo>
                <a:lnTo>
                  <a:pt x="1446" y="1781"/>
                </a:lnTo>
                <a:lnTo>
                  <a:pt x="1447" y="1782"/>
                </a:lnTo>
                <a:lnTo>
                  <a:pt x="1448" y="1782"/>
                </a:lnTo>
                <a:lnTo>
                  <a:pt x="1449" y="1783"/>
                </a:lnTo>
                <a:lnTo>
                  <a:pt x="1448" y="1785"/>
                </a:lnTo>
                <a:lnTo>
                  <a:pt x="1447" y="1786"/>
                </a:lnTo>
                <a:lnTo>
                  <a:pt x="1447" y="1787"/>
                </a:lnTo>
                <a:lnTo>
                  <a:pt x="1448" y="1787"/>
                </a:lnTo>
                <a:lnTo>
                  <a:pt x="1448" y="1788"/>
                </a:lnTo>
                <a:lnTo>
                  <a:pt x="1448" y="1789"/>
                </a:lnTo>
                <a:lnTo>
                  <a:pt x="1448" y="1790"/>
                </a:lnTo>
                <a:lnTo>
                  <a:pt x="1448" y="1791"/>
                </a:lnTo>
                <a:lnTo>
                  <a:pt x="1448" y="1792"/>
                </a:lnTo>
                <a:lnTo>
                  <a:pt x="1448" y="1793"/>
                </a:lnTo>
                <a:lnTo>
                  <a:pt x="1450" y="1795"/>
                </a:lnTo>
                <a:lnTo>
                  <a:pt x="1451" y="1796"/>
                </a:lnTo>
                <a:lnTo>
                  <a:pt x="1452" y="1798"/>
                </a:lnTo>
                <a:lnTo>
                  <a:pt x="1453" y="1799"/>
                </a:lnTo>
                <a:lnTo>
                  <a:pt x="1453" y="1800"/>
                </a:lnTo>
                <a:lnTo>
                  <a:pt x="1453" y="1801"/>
                </a:lnTo>
                <a:lnTo>
                  <a:pt x="1454" y="1802"/>
                </a:lnTo>
                <a:lnTo>
                  <a:pt x="1454" y="1803"/>
                </a:lnTo>
                <a:lnTo>
                  <a:pt x="1454" y="1804"/>
                </a:lnTo>
                <a:lnTo>
                  <a:pt x="1454" y="1805"/>
                </a:lnTo>
                <a:lnTo>
                  <a:pt x="1454" y="1806"/>
                </a:lnTo>
                <a:lnTo>
                  <a:pt x="1454" y="1807"/>
                </a:lnTo>
                <a:lnTo>
                  <a:pt x="1454" y="1808"/>
                </a:lnTo>
                <a:lnTo>
                  <a:pt x="1453" y="1808"/>
                </a:lnTo>
                <a:lnTo>
                  <a:pt x="1453" y="1809"/>
                </a:lnTo>
                <a:lnTo>
                  <a:pt x="1452" y="1809"/>
                </a:lnTo>
                <a:lnTo>
                  <a:pt x="1452" y="1810"/>
                </a:lnTo>
                <a:lnTo>
                  <a:pt x="1451" y="1810"/>
                </a:lnTo>
                <a:lnTo>
                  <a:pt x="1452" y="1811"/>
                </a:lnTo>
                <a:lnTo>
                  <a:pt x="1451" y="1812"/>
                </a:lnTo>
                <a:lnTo>
                  <a:pt x="1450" y="1812"/>
                </a:lnTo>
                <a:lnTo>
                  <a:pt x="1450" y="1811"/>
                </a:lnTo>
                <a:lnTo>
                  <a:pt x="1450" y="1812"/>
                </a:lnTo>
                <a:lnTo>
                  <a:pt x="1449" y="1812"/>
                </a:lnTo>
                <a:lnTo>
                  <a:pt x="1449" y="1813"/>
                </a:lnTo>
                <a:lnTo>
                  <a:pt x="1448" y="1814"/>
                </a:lnTo>
                <a:lnTo>
                  <a:pt x="1447" y="1815"/>
                </a:lnTo>
                <a:lnTo>
                  <a:pt x="1447" y="1814"/>
                </a:lnTo>
                <a:lnTo>
                  <a:pt x="1447" y="1813"/>
                </a:lnTo>
                <a:lnTo>
                  <a:pt x="1446" y="1813"/>
                </a:lnTo>
                <a:lnTo>
                  <a:pt x="1444" y="1814"/>
                </a:lnTo>
                <a:lnTo>
                  <a:pt x="1443" y="1814"/>
                </a:lnTo>
                <a:lnTo>
                  <a:pt x="1443" y="1815"/>
                </a:lnTo>
                <a:lnTo>
                  <a:pt x="1442" y="1817"/>
                </a:lnTo>
                <a:lnTo>
                  <a:pt x="1441" y="1818"/>
                </a:lnTo>
                <a:lnTo>
                  <a:pt x="1440" y="1818"/>
                </a:lnTo>
                <a:lnTo>
                  <a:pt x="1439" y="1818"/>
                </a:lnTo>
                <a:lnTo>
                  <a:pt x="1438" y="1818"/>
                </a:lnTo>
                <a:lnTo>
                  <a:pt x="1437" y="1819"/>
                </a:lnTo>
                <a:lnTo>
                  <a:pt x="1437" y="1820"/>
                </a:lnTo>
                <a:lnTo>
                  <a:pt x="1437" y="1821"/>
                </a:lnTo>
                <a:lnTo>
                  <a:pt x="1436" y="1821"/>
                </a:lnTo>
                <a:lnTo>
                  <a:pt x="1432" y="1822"/>
                </a:lnTo>
                <a:lnTo>
                  <a:pt x="1431" y="1823"/>
                </a:lnTo>
                <a:lnTo>
                  <a:pt x="1430" y="1823"/>
                </a:lnTo>
                <a:lnTo>
                  <a:pt x="1430" y="1824"/>
                </a:lnTo>
                <a:lnTo>
                  <a:pt x="1428" y="1826"/>
                </a:lnTo>
                <a:lnTo>
                  <a:pt x="1428" y="1827"/>
                </a:lnTo>
                <a:lnTo>
                  <a:pt x="1427" y="1828"/>
                </a:lnTo>
                <a:lnTo>
                  <a:pt x="1426" y="1828"/>
                </a:lnTo>
                <a:lnTo>
                  <a:pt x="1425" y="1828"/>
                </a:lnTo>
                <a:lnTo>
                  <a:pt x="1425" y="1827"/>
                </a:lnTo>
                <a:lnTo>
                  <a:pt x="1424" y="1827"/>
                </a:lnTo>
                <a:lnTo>
                  <a:pt x="1423" y="1827"/>
                </a:lnTo>
                <a:lnTo>
                  <a:pt x="1422" y="1827"/>
                </a:lnTo>
                <a:lnTo>
                  <a:pt x="1421" y="1827"/>
                </a:lnTo>
                <a:lnTo>
                  <a:pt x="1420" y="1827"/>
                </a:lnTo>
                <a:lnTo>
                  <a:pt x="1419" y="1827"/>
                </a:lnTo>
                <a:lnTo>
                  <a:pt x="1418" y="1826"/>
                </a:lnTo>
                <a:lnTo>
                  <a:pt x="1418" y="1825"/>
                </a:lnTo>
                <a:lnTo>
                  <a:pt x="1416" y="1824"/>
                </a:lnTo>
                <a:lnTo>
                  <a:pt x="1415" y="1824"/>
                </a:lnTo>
                <a:lnTo>
                  <a:pt x="1414" y="1824"/>
                </a:lnTo>
                <a:lnTo>
                  <a:pt x="1413" y="1825"/>
                </a:lnTo>
                <a:lnTo>
                  <a:pt x="1412" y="1826"/>
                </a:lnTo>
                <a:lnTo>
                  <a:pt x="1412" y="1827"/>
                </a:lnTo>
                <a:lnTo>
                  <a:pt x="1412" y="1828"/>
                </a:lnTo>
                <a:lnTo>
                  <a:pt x="1409" y="1829"/>
                </a:lnTo>
                <a:lnTo>
                  <a:pt x="1407" y="1829"/>
                </a:lnTo>
                <a:lnTo>
                  <a:pt x="1406" y="1829"/>
                </a:lnTo>
                <a:lnTo>
                  <a:pt x="1405" y="1827"/>
                </a:lnTo>
                <a:lnTo>
                  <a:pt x="1404" y="1826"/>
                </a:lnTo>
                <a:lnTo>
                  <a:pt x="1404" y="1827"/>
                </a:lnTo>
                <a:lnTo>
                  <a:pt x="1403" y="1827"/>
                </a:lnTo>
                <a:lnTo>
                  <a:pt x="1402" y="1827"/>
                </a:lnTo>
                <a:lnTo>
                  <a:pt x="1402" y="1826"/>
                </a:lnTo>
                <a:lnTo>
                  <a:pt x="1401" y="1825"/>
                </a:lnTo>
                <a:lnTo>
                  <a:pt x="1401" y="1824"/>
                </a:lnTo>
                <a:lnTo>
                  <a:pt x="1401" y="1823"/>
                </a:lnTo>
                <a:lnTo>
                  <a:pt x="1400" y="1823"/>
                </a:lnTo>
                <a:lnTo>
                  <a:pt x="1399" y="1823"/>
                </a:lnTo>
                <a:lnTo>
                  <a:pt x="1398" y="1822"/>
                </a:lnTo>
                <a:lnTo>
                  <a:pt x="1398" y="1821"/>
                </a:lnTo>
                <a:lnTo>
                  <a:pt x="1398" y="1820"/>
                </a:lnTo>
                <a:lnTo>
                  <a:pt x="1396" y="1818"/>
                </a:lnTo>
                <a:lnTo>
                  <a:pt x="1396" y="1816"/>
                </a:lnTo>
                <a:lnTo>
                  <a:pt x="1394" y="1813"/>
                </a:lnTo>
                <a:lnTo>
                  <a:pt x="1394" y="1812"/>
                </a:lnTo>
                <a:lnTo>
                  <a:pt x="1393" y="1812"/>
                </a:lnTo>
                <a:lnTo>
                  <a:pt x="1393" y="1811"/>
                </a:lnTo>
                <a:lnTo>
                  <a:pt x="1392" y="1811"/>
                </a:lnTo>
                <a:lnTo>
                  <a:pt x="1391" y="1808"/>
                </a:lnTo>
                <a:lnTo>
                  <a:pt x="1390" y="1806"/>
                </a:lnTo>
                <a:lnTo>
                  <a:pt x="1389" y="1805"/>
                </a:lnTo>
                <a:lnTo>
                  <a:pt x="1388" y="1804"/>
                </a:lnTo>
                <a:lnTo>
                  <a:pt x="1387" y="1804"/>
                </a:lnTo>
                <a:lnTo>
                  <a:pt x="1387" y="1803"/>
                </a:lnTo>
                <a:lnTo>
                  <a:pt x="1386" y="1802"/>
                </a:lnTo>
                <a:lnTo>
                  <a:pt x="1386" y="1801"/>
                </a:lnTo>
                <a:lnTo>
                  <a:pt x="1386" y="1800"/>
                </a:lnTo>
                <a:lnTo>
                  <a:pt x="1385" y="1800"/>
                </a:lnTo>
                <a:lnTo>
                  <a:pt x="1385" y="1799"/>
                </a:lnTo>
                <a:lnTo>
                  <a:pt x="1385" y="1798"/>
                </a:lnTo>
                <a:lnTo>
                  <a:pt x="1384" y="1798"/>
                </a:lnTo>
                <a:lnTo>
                  <a:pt x="1383" y="1797"/>
                </a:lnTo>
                <a:lnTo>
                  <a:pt x="1383" y="1796"/>
                </a:lnTo>
                <a:lnTo>
                  <a:pt x="1382" y="1795"/>
                </a:lnTo>
                <a:lnTo>
                  <a:pt x="1381" y="1795"/>
                </a:lnTo>
                <a:lnTo>
                  <a:pt x="1380" y="1796"/>
                </a:lnTo>
                <a:lnTo>
                  <a:pt x="1378" y="1796"/>
                </a:lnTo>
                <a:lnTo>
                  <a:pt x="1378" y="1795"/>
                </a:lnTo>
                <a:lnTo>
                  <a:pt x="1378" y="1794"/>
                </a:lnTo>
                <a:lnTo>
                  <a:pt x="1377" y="1795"/>
                </a:lnTo>
                <a:lnTo>
                  <a:pt x="1376" y="1795"/>
                </a:lnTo>
                <a:lnTo>
                  <a:pt x="1375" y="1795"/>
                </a:lnTo>
                <a:lnTo>
                  <a:pt x="1375" y="1793"/>
                </a:lnTo>
                <a:lnTo>
                  <a:pt x="1376" y="1792"/>
                </a:lnTo>
                <a:lnTo>
                  <a:pt x="1377" y="1791"/>
                </a:lnTo>
                <a:lnTo>
                  <a:pt x="1378" y="1790"/>
                </a:lnTo>
                <a:lnTo>
                  <a:pt x="1379" y="1790"/>
                </a:lnTo>
                <a:lnTo>
                  <a:pt x="1380" y="1790"/>
                </a:lnTo>
                <a:lnTo>
                  <a:pt x="1379" y="1790"/>
                </a:lnTo>
                <a:lnTo>
                  <a:pt x="1379" y="1789"/>
                </a:lnTo>
                <a:lnTo>
                  <a:pt x="1378" y="1787"/>
                </a:lnTo>
                <a:lnTo>
                  <a:pt x="1377" y="1786"/>
                </a:lnTo>
                <a:lnTo>
                  <a:pt x="1376" y="1785"/>
                </a:lnTo>
                <a:lnTo>
                  <a:pt x="1375" y="1784"/>
                </a:lnTo>
                <a:lnTo>
                  <a:pt x="1375" y="1783"/>
                </a:lnTo>
                <a:lnTo>
                  <a:pt x="1375" y="1782"/>
                </a:lnTo>
                <a:lnTo>
                  <a:pt x="1374" y="1781"/>
                </a:lnTo>
                <a:lnTo>
                  <a:pt x="1373" y="1780"/>
                </a:lnTo>
                <a:lnTo>
                  <a:pt x="1372" y="1780"/>
                </a:lnTo>
                <a:lnTo>
                  <a:pt x="1371" y="1780"/>
                </a:lnTo>
                <a:lnTo>
                  <a:pt x="1370" y="1779"/>
                </a:lnTo>
                <a:lnTo>
                  <a:pt x="1370" y="1778"/>
                </a:lnTo>
                <a:lnTo>
                  <a:pt x="1371" y="1777"/>
                </a:lnTo>
                <a:lnTo>
                  <a:pt x="1371" y="1776"/>
                </a:lnTo>
                <a:lnTo>
                  <a:pt x="1371" y="1775"/>
                </a:lnTo>
                <a:lnTo>
                  <a:pt x="1372" y="1775"/>
                </a:lnTo>
                <a:lnTo>
                  <a:pt x="1372" y="1774"/>
                </a:lnTo>
                <a:lnTo>
                  <a:pt x="1372" y="1773"/>
                </a:lnTo>
                <a:lnTo>
                  <a:pt x="1373" y="1773"/>
                </a:lnTo>
                <a:lnTo>
                  <a:pt x="1373" y="1772"/>
                </a:lnTo>
                <a:lnTo>
                  <a:pt x="1374" y="1771"/>
                </a:lnTo>
                <a:lnTo>
                  <a:pt x="1374" y="1770"/>
                </a:lnTo>
                <a:lnTo>
                  <a:pt x="1374" y="1769"/>
                </a:lnTo>
                <a:lnTo>
                  <a:pt x="1373" y="1768"/>
                </a:lnTo>
                <a:lnTo>
                  <a:pt x="1372" y="1768"/>
                </a:lnTo>
                <a:lnTo>
                  <a:pt x="1370" y="1767"/>
                </a:lnTo>
                <a:lnTo>
                  <a:pt x="1370" y="1766"/>
                </a:lnTo>
                <a:lnTo>
                  <a:pt x="1368" y="1764"/>
                </a:lnTo>
                <a:lnTo>
                  <a:pt x="1367" y="1764"/>
                </a:lnTo>
                <a:lnTo>
                  <a:pt x="1366" y="1764"/>
                </a:lnTo>
                <a:lnTo>
                  <a:pt x="1365" y="1764"/>
                </a:lnTo>
                <a:lnTo>
                  <a:pt x="1364" y="1763"/>
                </a:lnTo>
                <a:lnTo>
                  <a:pt x="1363" y="1763"/>
                </a:lnTo>
                <a:lnTo>
                  <a:pt x="1363" y="1764"/>
                </a:lnTo>
                <a:lnTo>
                  <a:pt x="1363" y="1765"/>
                </a:lnTo>
                <a:lnTo>
                  <a:pt x="1362" y="1766"/>
                </a:lnTo>
                <a:lnTo>
                  <a:pt x="1361" y="1766"/>
                </a:lnTo>
                <a:lnTo>
                  <a:pt x="1360" y="1766"/>
                </a:lnTo>
                <a:lnTo>
                  <a:pt x="1360" y="1765"/>
                </a:lnTo>
                <a:lnTo>
                  <a:pt x="1359" y="1766"/>
                </a:lnTo>
                <a:lnTo>
                  <a:pt x="1359" y="1767"/>
                </a:lnTo>
                <a:lnTo>
                  <a:pt x="1358" y="1767"/>
                </a:lnTo>
                <a:lnTo>
                  <a:pt x="1357" y="1767"/>
                </a:lnTo>
                <a:lnTo>
                  <a:pt x="1357" y="1766"/>
                </a:lnTo>
                <a:lnTo>
                  <a:pt x="1356" y="1767"/>
                </a:lnTo>
                <a:lnTo>
                  <a:pt x="1355" y="1767"/>
                </a:lnTo>
                <a:lnTo>
                  <a:pt x="1354" y="1766"/>
                </a:lnTo>
                <a:lnTo>
                  <a:pt x="1354" y="1765"/>
                </a:lnTo>
                <a:lnTo>
                  <a:pt x="1355" y="1764"/>
                </a:lnTo>
                <a:lnTo>
                  <a:pt x="1354" y="1763"/>
                </a:lnTo>
                <a:lnTo>
                  <a:pt x="1353" y="1762"/>
                </a:lnTo>
                <a:lnTo>
                  <a:pt x="1353" y="1761"/>
                </a:lnTo>
                <a:lnTo>
                  <a:pt x="1354" y="1759"/>
                </a:lnTo>
                <a:lnTo>
                  <a:pt x="1353" y="1757"/>
                </a:lnTo>
                <a:lnTo>
                  <a:pt x="1353" y="1756"/>
                </a:lnTo>
                <a:lnTo>
                  <a:pt x="1352" y="1756"/>
                </a:lnTo>
                <a:lnTo>
                  <a:pt x="1351" y="1756"/>
                </a:lnTo>
                <a:lnTo>
                  <a:pt x="1350" y="1756"/>
                </a:lnTo>
                <a:lnTo>
                  <a:pt x="1350" y="1755"/>
                </a:lnTo>
                <a:lnTo>
                  <a:pt x="1349" y="1755"/>
                </a:lnTo>
                <a:lnTo>
                  <a:pt x="1348" y="1755"/>
                </a:lnTo>
                <a:lnTo>
                  <a:pt x="1347" y="1753"/>
                </a:lnTo>
                <a:lnTo>
                  <a:pt x="1346" y="1753"/>
                </a:lnTo>
                <a:lnTo>
                  <a:pt x="1346" y="1752"/>
                </a:lnTo>
                <a:lnTo>
                  <a:pt x="1345" y="1751"/>
                </a:lnTo>
                <a:lnTo>
                  <a:pt x="1344" y="1750"/>
                </a:lnTo>
                <a:lnTo>
                  <a:pt x="1343" y="1750"/>
                </a:lnTo>
                <a:lnTo>
                  <a:pt x="1343" y="1749"/>
                </a:lnTo>
                <a:lnTo>
                  <a:pt x="1343" y="1748"/>
                </a:lnTo>
                <a:lnTo>
                  <a:pt x="1342" y="1747"/>
                </a:lnTo>
                <a:lnTo>
                  <a:pt x="1341" y="1745"/>
                </a:lnTo>
                <a:lnTo>
                  <a:pt x="1340" y="1743"/>
                </a:lnTo>
                <a:lnTo>
                  <a:pt x="1340" y="1742"/>
                </a:lnTo>
                <a:lnTo>
                  <a:pt x="1340" y="1741"/>
                </a:lnTo>
                <a:lnTo>
                  <a:pt x="1339" y="1739"/>
                </a:lnTo>
                <a:lnTo>
                  <a:pt x="1339" y="1738"/>
                </a:lnTo>
                <a:lnTo>
                  <a:pt x="1338" y="1738"/>
                </a:lnTo>
                <a:lnTo>
                  <a:pt x="1337" y="1738"/>
                </a:lnTo>
                <a:lnTo>
                  <a:pt x="1337" y="1737"/>
                </a:lnTo>
                <a:lnTo>
                  <a:pt x="1336" y="1737"/>
                </a:lnTo>
                <a:lnTo>
                  <a:pt x="1336" y="1736"/>
                </a:lnTo>
                <a:lnTo>
                  <a:pt x="1336" y="1735"/>
                </a:lnTo>
                <a:lnTo>
                  <a:pt x="1335" y="1734"/>
                </a:lnTo>
                <a:lnTo>
                  <a:pt x="1334" y="1733"/>
                </a:lnTo>
                <a:lnTo>
                  <a:pt x="1333" y="1732"/>
                </a:lnTo>
                <a:lnTo>
                  <a:pt x="1332" y="1731"/>
                </a:lnTo>
                <a:lnTo>
                  <a:pt x="1331" y="1730"/>
                </a:lnTo>
                <a:lnTo>
                  <a:pt x="1331" y="1729"/>
                </a:lnTo>
                <a:lnTo>
                  <a:pt x="1329" y="1727"/>
                </a:lnTo>
                <a:lnTo>
                  <a:pt x="1327" y="1726"/>
                </a:lnTo>
                <a:lnTo>
                  <a:pt x="1326" y="1725"/>
                </a:lnTo>
                <a:lnTo>
                  <a:pt x="1325" y="1725"/>
                </a:lnTo>
                <a:lnTo>
                  <a:pt x="1324" y="1724"/>
                </a:lnTo>
                <a:lnTo>
                  <a:pt x="1324" y="1723"/>
                </a:lnTo>
                <a:lnTo>
                  <a:pt x="1323" y="1723"/>
                </a:lnTo>
                <a:lnTo>
                  <a:pt x="1322" y="1723"/>
                </a:lnTo>
                <a:lnTo>
                  <a:pt x="1322" y="1722"/>
                </a:lnTo>
                <a:lnTo>
                  <a:pt x="1322" y="1721"/>
                </a:lnTo>
                <a:lnTo>
                  <a:pt x="1321" y="1721"/>
                </a:lnTo>
                <a:lnTo>
                  <a:pt x="1321" y="1720"/>
                </a:lnTo>
                <a:lnTo>
                  <a:pt x="1320" y="1720"/>
                </a:lnTo>
                <a:lnTo>
                  <a:pt x="1319" y="1719"/>
                </a:lnTo>
                <a:lnTo>
                  <a:pt x="1318" y="1718"/>
                </a:lnTo>
                <a:lnTo>
                  <a:pt x="1318" y="1717"/>
                </a:lnTo>
                <a:lnTo>
                  <a:pt x="1317" y="1716"/>
                </a:lnTo>
                <a:lnTo>
                  <a:pt x="1317" y="1715"/>
                </a:lnTo>
                <a:lnTo>
                  <a:pt x="1316" y="1715"/>
                </a:lnTo>
                <a:lnTo>
                  <a:pt x="1316" y="1714"/>
                </a:lnTo>
                <a:lnTo>
                  <a:pt x="1316" y="1713"/>
                </a:lnTo>
                <a:lnTo>
                  <a:pt x="1316" y="1712"/>
                </a:lnTo>
                <a:lnTo>
                  <a:pt x="1315" y="1711"/>
                </a:lnTo>
                <a:lnTo>
                  <a:pt x="1314" y="1711"/>
                </a:lnTo>
                <a:lnTo>
                  <a:pt x="1314" y="1710"/>
                </a:lnTo>
                <a:lnTo>
                  <a:pt x="1314" y="1709"/>
                </a:lnTo>
                <a:lnTo>
                  <a:pt x="1314" y="1708"/>
                </a:lnTo>
                <a:lnTo>
                  <a:pt x="1314" y="1707"/>
                </a:lnTo>
                <a:lnTo>
                  <a:pt x="1314" y="1706"/>
                </a:lnTo>
                <a:lnTo>
                  <a:pt x="1314" y="1705"/>
                </a:lnTo>
                <a:lnTo>
                  <a:pt x="1315" y="1705"/>
                </a:lnTo>
                <a:lnTo>
                  <a:pt x="1315" y="1704"/>
                </a:lnTo>
                <a:lnTo>
                  <a:pt x="1315" y="1703"/>
                </a:lnTo>
                <a:lnTo>
                  <a:pt x="1314" y="1702"/>
                </a:lnTo>
                <a:lnTo>
                  <a:pt x="1314" y="1701"/>
                </a:lnTo>
                <a:lnTo>
                  <a:pt x="1313" y="1701"/>
                </a:lnTo>
                <a:lnTo>
                  <a:pt x="1312" y="1701"/>
                </a:lnTo>
                <a:lnTo>
                  <a:pt x="1311" y="1700"/>
                </a:lnTo>
                <a:lnTo>
                  <a:pt x="1311" y="1698"/>
                </a:lnTo>
                <a:lnTo>
                  <a:pt x="1312" y="1696"/>
                </a:lnTo>
                <a:lnTo>
                  <a:pt x="1312" y="1695"/>
                </a:lnTo>
                <a:lnTo>
                  <a:pt x="1312" y="1694"/>
                </a:lnTo>
                <a:lnTo>
                  <a:pt x="1312" y="1692"/>
                </a:lnTo>
                <a:lnTo>
                  <a:pt x="1312" y="1691"/>
                </a:lnTo>
                <a:lnTo>
                  <a:pt x="1312" y="1690"/>
                </a:lnTo>
                <a:lnTo>
                  <a:pt x="1312" y="1689"/>
                </a:lnTo>
                <a:lnTo>
                  <a:pt x="1312" y="1688"/>
                </a:lnTo>
                <a:lnTo>
                  <a:pt x="1311" y="1688"/>
                </a:lnTo>
                <a:lnTo>
                  <a:pt x="1311" y="1687"/>
                </a:lnTo>
                <a:lnTo>
                  <a:pt x="1310" y="1687"/>
                </a:lnTo>
                <a:lnTo>
                  <a:pt x="1309" y="1686"/>
                </a:lnTo>
                <a:lnTo>
                  <a:pt x="1308" y="1686"/>
                </a:lnTo>
                <a:lnTo>
                  <a:pt x="1308" y="1685"/>
                </a:lnTo>
                <a:lnTo>
                  <a:pt x="1307" y="1684"/>
                </a:lnTo>
                <a:lnTo>
                  <a:pt x="1306" y="1684"/>
                </a:lnTo>
                <a:lnTo>
                  <a:pt x="1307" y="1684"/>
                </a:lnTo>
                <a:lnTo>
                  <a:pt x="1307" y="1683"/>
                </a:lnTo>
                <a:lnTo>
                  <a:pt x="1308" y="1683"/>
                </a:lnTo>
                <a:lnTo>
                  <a:pt x="1309" y="1683"/>
                </a:lnTo>
                <a:lnTo>
                  <a:pt x="1310" y="1683"/>
                </a:lnTo>
                <a:lnTo>
                  <a:pt x="1310" y="1682"/>
                </a:lnTo>
                <a:lnTo>
                  <a:pt x="1310" y="1681"/>
                </a:lnTo>
                <a:lnTo>
                  <a:pt x="1310" y="1680"/>
                </a:lnTo>
                <a:lnTo>
                  <a:pt x="1310" y="1679"/>
                </a:lnTo>
                <a:lnTo>
                  <a:pt x="1310" y="1676"/>
                </a:lnTo>
                <a:lnTo>
                  <a:pt x="1309" y="1675"/>
                </a:lnTo>
                <a:lnTo>
                  <a:pt x="1309" y="1674"/>
                </a:lnTo>
                <a:lnTo>
                  <a:pt x="1308" y="1674"/>
                </a:lnTo>
                <a:lnTo>
                  <a:pt x="1308" y="1673"/>
                </a:lnTo>
                <a:lnTo>
                  <a:pt x="1307" y="1673"/>
                </a:lnTo>
                <a:lnTo>
                  <a:pt x="1306" y="1672"/>
                </a:lnTo>
                <a:lnTo>
                  <a:pt x="1305" y="1670"/>
                </a:lnTo>
                <a:lnTo>
                  <a:pt x="1304" y="1668"/>
                </a:lnTo>
                <a:lnTo>
                  <a:pt x="1304" y="1667"/>
                </a:lnTo>
                <a:lnTo>
                  <a:pt x="1304" y="1666"/>
                </a:lnTo>
                <a:lnTo>
                  <a:pt x="1304" y="1665"/>
                </a:lnTo>
                <a:lnTo>
                  <a:pt x="1304" y="1664"/>
                </a:lnTo>
                <a:lnTo>
                  <a:pt x="1303" y="1664"/>
                </a:lnTo>
                <a:lnTo>
                  <a:pt x="1302" y="1664"/>
                </a:lnTo>
                <a:lnTo>
                  <a:pt x="1302" y="1663"/>
                </a:lnTo>
                <a:lnTo>
                  <a:pt x="1301" y="1663"/>
                </a:lnTo>
                <a:lnTo>
                  <a:pt x="1300" y="1662"/>
                </a:lnTo>
                <a:lnTo>
                  <a:pt x="1300" y="1661"/>
                </a:lnTo>
                <a:lnTo>
                  <a:pt x="1299" y="1660"/>
                </a:lnTo>
                <a:lnTo>
                  <a:pt x="1298" y="1659"/>
                </a:lnTo>
                <a:lnTo>
                  <a:pt x="1298" y="1658"/>
                </a:lnTo>
                <a:lnTo>
                  <a:pt x="1297" y="1658"/>
                </a:lnTo>
                <a:lnTo>
                  <a:pt x="1296" y="1658"/>
                </a:lnTo>
                <a:lnTo>
                  <a:pt x="1295" y="1657"/>
                </a:lnTo>
                <a:lnTo>
                  <a:pt x="1294" y="1657"/>
                </a:lnTo>
                <a:lnTo>
                  <a:pt x="1293" y="1657"/>
                </a:lnTo>
                <a:lnTo>
                  <a:pt x="1292" y="1657"/>
                </a:lnTo>
                <a:lnTo>
                  <a:pt x="1291" y="1656"/>
                </a:lnTo>
                <a:lnTo>
                  <a:pt x="1291" y="1655"/>
                </a:lnTo>
                <a:lnTo>
                  <a:pt x="1290" y="1654"/>
                </a:lnTo>
                <a:lnTo>
                  <a:pt x="1289" y="1653"/>
                </a:lnTo>
                <a:lnTo>
                  <a:pt x="1288" y="1652"/>
                </a:lnTo>
                <a:lnTo>
                  <a:pt x="1287" y="1652"/>
                </a:lnTo>
                <a:lnTo>
                  <a:pt x="1286" y="1653"/>
                </a:lnTo>
                <a:lnTo>
                  <a:pt x="1285" y="1653"/>
                </a:lnTo>
                <a:lnTo>
                  <a:pt x="1284" y="1653"/>
                </a:lnTo>
                <a:lnTo>
                  <a:pt x="1283" y="1654"/>
                </a:lnTo>
                <a:lnTo>
                  <a:pt x="1283" y="1655"/>
                </a:lnTo>
                <a:lnTo>
                  <a:pt x="1283" y="1656"/>
                </a:lnTo>
                <a:lnTo>
                  <a:pt x="1283" y="1657"/>
                </a:lnTo>
                <a:lnTo>
                  <a:pt x="1282" y="1657"/>
                </a:lnTo>
                <a:lnTo>
                  <a:pt x="1282" y="1658"/>
                </a:lnTo>
                <a:lnTo>
                  <a:pt x="1281" y="1659"/>
                </a:lnTo>
                <a:lnTo>
                  <a:pt x="1280" y="1659"/>
                </a:lnTo>
                <a:lnTo>
                  <a:pt x="1279" y="1661"/>
                </a:lnTo>
                <a:lnTo>
                  <a:pt x="1278" y="1661"/>
                </a:lnTo>
                <a:lnTo>
                  <a:pt x="1278" y="1663"/>
                </a:lnTo>
                <a:lnTo>
                  <a:pt x="1279" y="1663"/>
                </a:lnTo>
                <a:lnTo>
                  <a:pt x="1279" y="1664"/>
                </a:lnTo>
                <a:lnTo>
                  <a:pt x="1278" y="1664"/>
                </a:lnTo>
                <a:lnTo>
                  <a:pt x="1277" y="1665"/>
                </a:lnTo>
                <a:lnTo>
                  <a:pt x="1276" y="1666"/>
                </a:lnTo>
                <a:lnTo>
                  <a:pt x="1275" y="1666"/>
                </a:lnTo>
                <a:lnTo>
                  <a:pt x="1275" y="1667"/>
                </a:lnTo>
                <a:lnTo>
                  <a:pt x="1274" y="1667"/>
                </a:lnTo>
                <a:lnTo>
                  <a:pt x="1274" y="1668"/>
                </a:lnTo>
                <a:lnTo>
                  <a:pt x="1274" y="1669"/>
                </a:lnTo>
                <a:lnTo>
                  <a:pt x="1273" y="1669"/>
                </a:lnTo>
                <a:lnTo>
                  <a:pt x="1271" y="1670"/>
                </a:lnTo>
                <a:lnTo>
                  <a:pt x="1270" y="1671"/>
                </a:lnTo>
                <a:lnTo>
                  <a:pt x="1270" y="1672"/>
                </a:lnTo>
                <a:lnTo>
                  <a:pt x="1270" y="1673"/>
                </a:lnTo>
                <a:lnTo>
                  <a:pt x="1269" y="1673"/>
                </a:lnTo>
                <a:lnTo>
                  <a:pt x="1269" y="1674"/>
                </a:lnTo>
                <a:lnTo>
                  <a:pt x="1269" y="1675"/>
                </a:lnTo>
                <a:lnTo>
                  <a:pt x="1269" y="1676"/>
                </a:lnTo>
                <a:lnTo>
                  <a:pt x="1269" y="1677"/>
                </a:lnTo>
                <a:lnTo>
                  <a:pt x="1269" y="1678"/>
                </a:lnTo>
                <a:lnTo>
                  <a:pt x="1269" y="1681"/>
                </a:lnTo>
                <a:lnTo>
                  <a:pt x="1269" y="1682"/>
                </a:lnTo>
                <a:lnTo>
                  <a:pt x="1269" y="1684"/>
                </a:lnTo>
                <a:lnTo>
                  <a:pt x="1269" y="1685"/>
                </a:lnTo>
                <a:lnTo>
                  <a:pt x="1269" y="1686"/>
                </a:lnTo>
                <a:lnTo>
                  <a:pt x="1269" y="1687"/>
                </a:lnTo>
                <a:lnTo>
                  <a:pt x="1269" y="1688"/>
                </a:lnTo>
                <a:lnTo>
                  <a:pt x="1268" y="1691"/>
                </a:lnTo>
                <a:lnTo>
                  <a:pt x="1268" y="1692"/>
                </a:lnTo>
                <a:lnTo>
                  <a:pt x="1267" y="1692"/>
                </a:lnTo>
                <a:lnTo>
                  <a:pt x="1267" y="1693"/>
                </a:lnTo>
                <a:lnTo>
                  <a:pt x="1266" y="1693"/>
                </a:lnTo>
                <a:lnTo>
                  <a:pt x="1266" y="1692"/>
                </a:lnTo>
                <a:lnTo>
                  <a:pt x="1265" y="1692"/>
                </a:lnTo>
                <a:lnTo>
                  <a:pt x="1264" y="1691"/>
                </a:lnTo>
                <a:lnTo>
                  <a:pt x="1263" y="1691"/>
                </a:lnTo>
                <a:lnTo>
                  <a:pt x="1262" y="1691"/>
                </a:lnTo>
                <a:lnTo>
                  <a:pt x="1261" y="1692"/>
                </a:lnTo>
                <a:lnTo>
                  <a:pt x="1261" y="1693"/>
                </a:lnTo>
                <a:lnTo>
                  <a:pt x="1260" y="1693"/>
                </a:lnTo>
                <a:lnTo>
                  <a:pt x="1260" y="1692"/>
                </a:lnTo>
                <a:lnTo>
                  <a:pt x="1259" y="1692"/>
                </a:lnTo>
                <a:lnTo>
                  <a:pt x="1258" y="1692"/>
                </a:lnTo>
                <a:lnTo>
                  <a:pt x="1257" y="1693"/>
                </a:lnTo>
                <a:lnTo>
                  <a:pt x="1256" y="1693"/>
                </a:lnTo>
                <a:lnTo>
                  <a:pt x="1253" y="1691"/>
                </a:lnTo>
                <a:lnTo>
                  <a:pt x="1252" y="1690"/>
                </a:lnTo>
                <a:lnTo>
                  <a:pt x="1251" y="1690"/>
                </a:lnTo>
                <a:lnTo>
                  <a:pt x="1251" y="1691"/>
                </a:lnTo>
                <a:lnTo>
                  <a:pt x="1252" y="1691"/>
                </a:lnTo>
                <a:lnTo>
                  <a:pt x="1252" y="1692"/>
                </a:lnTo>
                <a:lnTo>
                  <a:pt x="1251" y="1694"/>
                </a:lnTo>
                <a:lnTo>
                  <a:pt x="1250" y="1695"/>
                </a:lnTo>
                <a:lnTo>
                  <a:pt x="1250" y="1696"/>
                </a:lnTo>
                <a:lnTo>
                  <a:pt x="1251" y="1696"/>
                </a:lnTo>
                <a:lnTo>
                  <a:pt x="1251" y="1697"/>
                </a:lnTo>
                <a:lnTo>
                  <a:pt x="1252" y="1697"/>
                </a:lnTo>
                <a:lnTo>
                  <a:pt x="1252" y="1698"/>
                </a:lnTo>
                <a:lnTo>
                  <a:pt x="1252" y="1699"/>
                </a:lnTo>
                <a:lnTo>
                  <a:pt x="1252" y="1700"/>
                </a:lnTo>
                <a:lnTo>
                  <a:pt x="1253" y="1700"/>
                </a:lnTo>
                <a:lnTo>
                  <a:pt x="1253" y="1701"/>
                </a:lnTo>
                <a:lnTo>
                  <a:pt x="1254" y="1702"/>
                </a:lnTo>
                <a:lnTo>
                  <a:pt x="1254" y="1703"/>
                </a:lnTo>
                <a:lnTo>
                  <a:pt x="1254" y="1704"/>
                </a:lnTo>
                <a:lnTo>
                  <a:pt x="1254" y="1703"/>
                </a:lnTo>
                <a:lnTo>
                  <a:pt x="1255" y="1703"/>
                </a:lnTo>
                <a:lnTo>
                  <a:pt x="1256" y="1703"/>
                </a:lnTo>
                <a:lnTo>
                  <a:pt x="1256" y="1704"/>
                </a:lnTo>
                <a:lnTo>
                  <a:pt x="1257" y="1704"/>
                </a:lnTo>
                <a:lnTo>
                  <a:pt x="1257" y="1705"/>
                </a:lnTo>
                <a:lnTo>
                  <a:pt x="1258" y="1705"/>
                </a:lnTo>
                <a:lnTo>
                  <a:pt x="1258" y="1706"/>
                </a:lnTo>
                <a:lnTo>
                  <a:pt x="1259" y="1706"/>
                </a:lnTo>
                <a:lnTo>
                  <a:pt x="1259" y="1705"/>
                </a:lnTo>
                <a:lnTo>
                  <a:pt x="1260" y="1705"/>
                </a:lnTo>
                <a:lnTo>
                  <a:pt x="1260" y="1706"/>
                </a:lnTo>
                <a:lnTo>
                  <a:pt x="1260" y="1707"/>
                </a:lnTo>
                <a:lnTo>
                  <a:pt x="1259" y="1709"/>
                </a:lnTo>
                <a:lnTo>
                  <a:pt x="1259" y="1710"/>
                </a:lnTo>
                <a:lnTo>
                  <a:pt x="1258" y="1710"/>
                </a:lnTo>
                <a:lnTo>
                  <a:pt x="1257" y="1711"/>
                </a:lnTo>
                <a:lnTo>
                  <a:pt x="1257" y="1712"/>
                </a:lnTo>
                <a:lnTo>
                  <a:pt x="1256" y="1712"/>
                </a:lnTo>
                <a:lnTo>
                  <a:pt x="1256" y="1713"/>
                </a:lnTo>
                <a:lnTo>
                  <a:pt x="1257" y="1714"/>
                </a:lnTo>
                <a:lnTo>
                  <a:pt x="1257" y="1715"/>
                </a:lnTo>
                <a:lnTo>
                  <a:pt x="1258" y="1715"/>
                </a:lnTo>
                <a:lnTo>
                  <a:pt x="1259" y="1715"/>
                </a:lnTo>
                <a:lnTo>
                  <a:pt x="1260" y="1715"/>
                </a:lnTo>
                <a:lnTo>
                  <a:pt x="1261" y="1714"/>
                </a:lnTo>
                <a:lnTo>
                  <a:pt x="1261" y="1715"/>
                </a:lnTo>
                <a:lnTo>
                  <a:pt x="1261" y="1716"/>
                </a:lnTo>
                <a:lnTo>
                  <a:pt x="1260" y="1716"/>
                </a:lnTo>
                <a:lnTo>
                  <a:pt x="1261" y="1716"/>
                </a:lnTo>
                <a:lnTo>
                  <a:pt x="1262" y="1717"/>
                </a:lnTo>
                <a:lnTo>
                  <a:pt x="1263" y="1718"/>
                </a:lnTo>
                <a:lnTo>
                  <a:pt x="1263" y="1719"/>
                </a:lnTo>
                <a:lnTo>
                  <a:pt x="1264" y="1720"/>
                </a:lnTo>
                <a:lnTo>
                  <a:pt x="1264" y="1721"/>
                </a:lnTo>
                <a:lnTo>
                  <a:pt x="1263" y="1721"/>
                </a:lnTo>
                <a:lnTo>
                  <a:pt x="1262" y="1721"/>
                </a:lnTo>
                <a:lnTo>
                  <a:pt x="1263" y="1723"/>
                </a:lnTo>
                <a:lnTo>
                  <a:pt x="1263" y="1725"/>
                </a:lnTo>
                <a:lnTo>
                  <a:pt x="1264" y="1727"/>
                </a:lnTo>
                <a:lnTo>
                  <a:pt x="1264" y="1728"/>
                </a:lnTo>
                <a:lnTo>
                  <a:pt x="1263" y="1728"/>
                </a:lnTo>
                <a:lnTo>
                  <a:pt x="1262" y="1728"/>
                </a:lnTo>
                <a:lnTo>
                  <a:pt x="1261" y="1728"/>
                </a:lnTo>
                <a:lnTo>
                  <a:pt x="1261" y="1729"/>
                </a:lnTo>
                <a:lnTo>
                  <a:pt x="1261" y="1730"/>
                </a:lnTo>
                <a:lnTo>
                  <a:pt x="1260" y="1730"/>
                </a:lnTo>
                <a:lnTo>
                  <a:pt x="1260" y="1731"/>
                </a:lnTo>
                <a:lnTo>
                  <a:pt x="1260" y="1732"/>
                </a:lnTo>
                <a:lnTo>
                  <a:pt x="1261" y="1732"/>
                </a:lnTo>
                <a:lnTo>
                  <a:pt x="1262" y="1732"/>
                </a:lnTo>
                <a:lnTo>
                  <a:pt x="1262" y="1733"/>
                </a:lnTo>
                <a:lnTo>
                  <a:pt x="1263" y="1733"/>
                </a:lnTo>
                <a:lnTo>
                  <a:pt x="1263" y="1732"/>
                </a:lnTo>
                <a:lnTo>
                  <a:pt x="1264" y="1732"/>
                </a:lnTo>
                <a:lnTo>
                  <a:pt x="1264" y="1735"/>
                </a:lnTo>
                <a:lnTo>
                  <a:pt x="1265" y="1735"/>
                </a:lnTo>
                <a:lnTo>
                  <a:pt x="1265" y="1736"/>
                </a:lnTo>
                <a:lnTo>
                  <a:pt x="1266" y="1736"/>
                </a:lnTo>
                <a:lnTo>
                  <a:pt x="1267" y="1737"/>
                </a:lnTo>
                <a:lnTo>
                  <a:pt x="1267" y="1736"/>
                </a:lnTo>
                <a:lnTo>
                  <a:pt x="1268" y="1736"/>
                </a:lnTo>
                <a:lnTo>
                  <a:pt x="1268" y="1737"/>
                </a:lnTo>
                <a:lnTo>
                  <a:pt x="1267" y="1737"/>
                </a:lnTo>
                <a:lnTo>
                  <a:pt x="1266" y="1738"/>
                </a:lnTo>
                <a:lnTo>
                  <a:pt x="1266" y="1739"/>
                </a:lnTo>
                <a:lnTo>
                  <a:pt x="1265" y="1739"/>
                </a:lnTo>
                <a:lnTo>
                  <a:pt x="1265" y="1740"/>
                </a:lnTo>
                <a:lnTo>
                  <a:pt x="1264" y="1740"/>
                </a:lnTo>
                <a:lnTo>
                  <a:pt x="1264" y="1741"/>
                </a:lnTo>
                <a:lnTo>
                  <a:pt x="1263" y="1742"/>
                </a:lnTo>
                <a:lnTo>
                  <a:pt x="1263" y="1743"/>
                </a:lnTo>
                <a:lnTo>
                  <a:pt x="1262" y="1744"/>
                </a:lnTo>
                <a:lnTo>
                  <a:pt x="1261" y="1745"/>
                </a:lnTo>
                <a:lnTo>
                  <a:pt x="1260" y="1745"/>
                </a:lnTo>
                <a:lnTo>
                  <a:pt x="1259" y="1745"/>
                </a:lnTo>
                <a:lnTo>
                  <a:pt x="1259" y="1744"/>
                </a:lnTo>
                <a:lnTo>
                  <a:pt x="1259" y="1745"/>
                </a:lnTo>
                <a:lnTo>
                  <a:pt x="1258" y="1745"/>
                </a:lnTo>
                <a:lnTo>
                  <a:pt x="1257" y="1746"/>
                </a:lnTo>
                <a:lnTo>
                  <a:pt x="1257" y="1747"/>
                </a:lnTo>
                <a:lnTo>
                  <a:pt x="1257" y="1748"/>
                </a:lnTo>
                <a:lnTo>
                  <a:pt x="1256" y="1748"/>
                </a:lnTo>
                <a:lnTo>
                  <a:pt x="1255" y="1749"/>
                </a:lnTo>
                <a:lnTo>
                  <a:pt x="1254" y="1749"/>
                </a:lnTo>
                <a:lnTo>
                  <a:pt x="1253" y="1749"/>
                </a:lnTo>
                <a:lnTo>
                  <a:pt x="1253" y="1750"/>
                </a:lnTo>
                <a:lnTo>
                  <a:pt x="1252" y="1750"/>
                </a:lnTo>
                <a:lnTo>
                  <a:pt x="1251" y="1750"/>
                </a:lnTo>
                <a:lnTo>
                  <a:pt x="1250" y="1751"/>
                </a:lnTo>
                <a:lnTo>
                  <a:pt x="1249" y="1751"/>
                </a:lnTo>
                <a:lnTo>
                  <a:pt x="1248" y="1751"/>
                </a:lnTo>
                <a:lnTo>
                  <a:pt x="1248" y="1752"/>
                </a:lnTo>
                <a:lnTo>
                  <a:pt x="1246" y="1754"/>
                </a:lnTo>
                <a:lnTo>
                  <a:pt x="1246" y="1755"/>
                </a:lnTo>
                <a:lnTo>
                  <a:pt x="1245" y="1755"/>
                </a:lnTo>
                <a:lnTo>
                  <a:pt x="1245" y="1756"/>
                </a:lnTo>
                <a:lnTo>
                  <a:pt x="1244" y="1756"/>
                </a:lnTo>
                <a:lnTo>
                  <a:pt x="1244" y="1757"/>
                </a:lnTo>
                <a:lnTo>
                  <a:pt x="1243" y="1757"/>
                </a:lnTo>
                <a:lnTo>
                  <a:pt x="1242" y="1757"/>
                </a:lnTo>
                <a:lnTo>
                  <a:pt x="1241" y="1757"/>
                </a:lnTo>
                <a:lnTo>
                  <a:pt x="1240" y="1757"/>
                </a:lnTo>
                <a:lnTo>
                  <a:pt x="1240" y="1758"/>
                </a:lnTo>
                <a:lnTo>
                  <a:pt x="1239" y="1758"/>
                </a:lnTo>
                <a:lnTo>
                  <a:pt x="1238" y="1759"/>
                </a:lnTo>
                <a:lnTo>
                  <a:pt x="1237" y="1759"/>
                </a:lnTo>
                <a:lnTo>
                  <a:pt x="1236" y="1758"/>
                </a:lnTo>
                <a:lnTo>
                  <a:pt x="1234" y="1758"/>
                </a:lnTo>
                <a:lnTo>
                  <a:pt x="1234" y="1757"/>
                </a:lnTo>
                <a:lnTo>
                  <a:pt x="1234" y="1756"/>
                </a:lnTo>
                <a:lnTo>
                  <a:pt x="1233" y="1756"/>
                </a:lnTo>
                <a:lnTo>
                  <a:pt x="1232" y="1756"/>
                </a:lnTo>
                <a:lnTo>
                  <a:pt x="1232" y="1757"/>
                </a:lnTo>
                <a:lnTo>
                  <a:pt x="1231" y="1757"/>
                </a:lnTo>
                <a:lnTo>
                  <a:pt x="1230" y="1757"/>
                </a:lnTo>
                <a:lnTo>
                  <a:pt x="1229" y="1757"/>
                </a:lnTo>
                <a:lnTo>
                  <a:pt x="1229" y="1756"/>
                </a:lnTo>
                <a:lnTo>
                  <a:pt x="1228" y="1756"/>
                </a:lnTo>
                <a:lnTo>
                  <a:pt x="1228" y="1757"/>
                </a:lnTo>
                <a:lnTo>
                  <a:pt x="1228" y="1758"/>
                </a:lnTo>
                <a:lnTo>
                  <a:pt x="1227" y="1759"/>
                </a:lnTo>
                <a:lnTo>
                  <a:pt x="1226" y="1759"/>
                </a:lnTo>
                <a:lnTo>
                  <a:pt x="1226" y="1760"/>
                </a:lnTo>
                <a:lnTo>
                  <a:pt x="1225" y="1760"/>
                </a:lnTo>
                <a:lnTo>
                  <a:pt x="1224" y="1759"/>
                </a:lnTo>
                <a:lnTo>
                  <a:pt x="1223" y="1759"/>
                </a:lnTo>
                <a:lnTo>
                  <a:pt x="1222" y="1759"/>
                </a:lnTo>
                <a:lnTo>
                  <a:pt x="1221" y="1759"/>
                </a:lnTo>
                <a:lnTo>
                  <a:pt x="1221" y="1758"/>
                </a:lnTo>
                <a:lnTo>
                  <a:pt x="1219" y="1758"/>
                </a:lnTo>
                <a:lnTo>
                  <a:pt x="1218" y="1758"/>
                </a:lnTo>
                <a:lnTo>
                  <a:pt x="1218" y="1757"/>
                </a:lnTo>
                <a:lnTo>
                  <a:pt x="1216" y="1756"/>
                </a:lnTo>
                <a:lnTo>
                  <a:pt x="1217" y="1755"/>
                </a:lnTo>
                <a:lnTo>
                  <a:pt x="1217" y="1753"/>
                </a:lnTo>
                <a:lnTo>
                  <a:pt x="1216" y="1752"/>
                </a:lnTo>
                <a:lnTo>
                  <a:pt x="1216" y="1751"/>
                </a:lnTo>
                <a:lnTo>
                  <a:pt x="1216" y="1750"/>
                </a:lnTo>
                <a:lnTo>
                  <a:pt x="1215" y="1750"/>
                </a:lnTo>
                <a:lnTo>
                  <a:pt x="1215" y="1748"/>
                </a:lnTo>
                <a:lnTo>
                  <a:pt x="1213" y="1746"/>
                </a:lnTo>
                <a:lnTo>
                  <a:pt x="1213" y="1745"/>
                </a:lnTo>
                <a:lnTo>
                  <a:pt x="1212" y="1744"/>
                </a:lnTo>
                <a:lnTo>
                  <a:pt x="1212" y="1741"/>
                </a:lnTo>
                <a:lnTo>
                  <a:pt x="1212" y="1740"/>
                </a:lnTo>
                <a:lnTo>
                  <a:pt x="1212" y="1739"/>
                </a:lnTo>
                <a:lnTo>
                  <a:pt x="1211" y="1739"/>
                </a:lnTo>
                <a:lnTo>
                  <a:pt x="1211" y="1738"/>
                </a:lnTo>
                <a:lnTo>
                  <a:pt x="1211" y="1737"/>
                </a:lnTo>
                <a:lnTo>
                  <a:pt x="1210" y="1736"/>
                </a:lnTo>
                <a:lnTo>
                  <a:pt x="1209" y="1737"/>
                </a:lnTo>
                <a:lnTo>
                  <a:pt x="1209" y="1739"/>
                </a:lnTo>
                <a:lnTo>
                  <a:pt x="1209" y="1740"/>
                </a:lnTo>
                <a:lnTo>
                  <a:pt x="1209" y="1741"/>
                </a:lnTo>
                <a:lnTo>
                  <a:pt x="1209" y="1742"/>
                </a:lnTo>
                <a:lnTo>
                  <a:pt x="1208" y="1742"/>
                </a:lnTo>
                <a:lnTo>
                  <a:pt x="1208" y="1743"/>
                </a:lnTo>
                <a:lnTo>
                  <a:pt x="1207" y="1743"/>
                </a:lnTo>
                <a:lnTo>
                  <a:pt x="1207" y="1744"/>
                </a:lnTo>
                <a:lnTo>
                  <a:pt x="1206" y="1744"/>
                </a:lnTo>
                <a:lnTo>
                  <a:pt x="1205" y="1744"/>
                </a:lnTo>
                <a:lnTo>
                  <a:pt x="1204" y="1744"/>
                </a:lnTo>
                <a:lnTo>
                  <a:pt x="1204" y="1743"/>
                </a:lnTo>
                <a:lnTo>
                  <a:pt x="1202" y="1742"/>
                </a:lnTo>
                <a:lnTo>
                  <a:pt x="1202" y="1741"/>
                </a:lnTo>
                <a:lnTo>
                  <a:pt x="1200" y="1740"/>
                </a:lnTo>
                <a:lnTo>
                  <a:pt x="1199" y="1740"/>
                </a:lnTo>
                <a:lnTo>
                  <a:pt x="1199" y="1741"/>
                </a:lnTo>
                <a:lnTo>
                  <a:pt x="1199" y="1742"/>
                </a:lnTo>
                <a:lnTo>
                  <a:pt x="1198" y="1742"/>
                </a:lnTo>
                <a:lnTo>
                  <a:pt x="1197" y="1742"/>
                </a:lnTo>
                <a:lnTo>
                  <a:pt x="1197" y="1741"/>
                </a:lnTo>
                <a:lnTo>
                  <a:pt x="1196" y="1740"/>
                </a:lnTo>
                <a:lnTo>
                  <a:pt x="1195" y="1740"/>
                </a:lnTo>
                <a:lnTo>
                  <a:pt x="1195" y="1739"/>
                </a:lnTo>
                <a:lnTo>
                  <a:pt x="1194" y="1739"/>
                </a:lnTo>
                <a:lnTo>
                  <a:pt x="1194" y="1738"/>
                </a:lnTo>
                <a:lnTo>
                  <a:pt x="1193" y="1737"/>
                </a:lnTo>
                <a:lnTo>
                  <a:pt x="1193" y="1736"/>
                </a:lnTo>
                <a:lnTo>
                  <a:pt x="1192" y="1736"/>
                </a:lnTo>
                <a:lnTo>
                  <a:pt x="1192" y="1735"/>
                </a:lnTo>
                <a:lnTo>
                  <a:pt x="1191" y="1735"/>
                </a:lnTo>
                <a:lnTo>
                  <a:pt x="1191" y="1733"/>
                </a:lnTo>
                <a:lnTo>
                  <a:pt x="1192" y="1733"/>
                </a:lnTo>
                <a:lnTo>
                  <a:pt x="1192" y="1732"/>
                </a:lnTo>
                <a:lnTo>
                  <a:pt x="1192" y="1731"/>
                </a:lnTo>
                <a:lnTo>
                  <a:pt x="1193" y="1729"/>
                </a:lnTo>
                <a:lnTo>
                  <a:pt x="1194" y="1729"/>
                </a:lnTo>
                <a:lnTo>
                  <a:pt x="1194" y="1728"/>
                </a:lnTo>
                <a:lnTo>
                  <a:pt x="1193" y="1727"/>
                </a:lnTo>
                <a:lnTo>
                  <a:pt x="1193" y="1726"/>
                </a:lnTo>
                <a:lnTo>
                  <a:pt x="1192" y="1726"/>
                </a:lnTo>
                <a:lnTo>
                  <a:pt x="1192" y="1725"/>
                </a:lnTo>
                <a:lnTo>
                  <a:pt x="1193" y="1725"/>
                </a:lnTo>
                <a:lnTo>
                  <a:pt x="1193" y="1724"/>
                </a:lnTo>
                <a:lnTo>
                  <a:pt x="1193" y="1723"/>
                </a:lnTo>
                <a:lnTo>
                  <a:pt x="1192" y="1723"/>
                </a:lnTo>
                <a:lnTo>
                  <a:pt x="1191" y="1722"/>
                </a:lnTo>
                <a:lnTo>
                  <a:pt x="1190" y="1721"/>
                </a:lnTo>
                <a:lnTo>
                  <a:pt x="1189" y="1721"/>
                </a:lnTo>
                <a:lnTo>
                  <a:pt x="1188" y="1721"/>
                </a:lnTo>
                <a:lnTo>
                  <a:pt x="1188" y="1720"/>
                </a:lnTo>
                <a:lnTo>
                  <a:pt x="1187" y="1719"/>
                </a:lnTo>
                <a:lnTo>
                  <a:pt x="1186" y="1719"/>
                </a:lnTo>
                <a:lnTo>
                  <a:pt x="1185" y="1719"/>
                </a:lnTo>
                <a:lnTo>
                  <a:pt x="1185" y="1718"/>
                </a:lnTo>
                <a:lnTo>
                  <a:pt x="1184" y="1716"/>
                </a:lnTo>
                <a:lnTo>
                  <a:pt x="1183" y="1716"/>
                </a:lnTo>
                <a:lnTo>
                  <a:pt x="1183" y="1715"/>
                </a:lnTo>
                <a:lnTo>
                  <a:pt x="1182" y="1715"/>
                </a:lnTo>
                <a:lnTo>
                  <a:pt x="1181" y="1715"/>
                </a:lnTo>
                <a:lnTo>
                  <a:pt x="1181" y="1714"/>
                </a:lnTo>
                <a:lnTo>
                  <a:pt x="1180" y="1713"/>
                </a:lnTo>
                <a:lnTo>
                  <a:pt x="1179" y="1713"/>
                </a:lnTo>
                <a:lnTo>
                  <a:pt x="1178" y="1712"/>
                </a:lnTo>
                <a:lnTo>
                  <a:pt x="1177" y="1712"/>
                </a:lnTo>
                <a:lnTo>
                  <a:pt x="1177" y="1711"/>
                </a:lnTo>
                <a:lnTo>
                  <a:pt x="1177" y="1710"/>
                </a:lnTo>
                <a:lnTo>
                  <a:pt x="1176" y="1710"/>
                </a:lnTo>
                <a:lnTo>
                  <a:pt x="1175" y="1710"/>
                </a:lnTo>
                <a:lnTo>
                  <a:pt x="1175" y="1711"/>
                </a:lnTo>
                <a:lnTo>
                  <a:pt x="1174" y="1709"/>
                </a:lnTo>
                <a:lnTo>
                  <a:pt x="1174" y="1708"/>
                </a:lnTo>
                <a:lnTo>
                  <a:pt x="1174" y="1707"/>
                </a:lnTo>
                <a:lnTo>
                  <a:pt x="1173" y="1706"/>
                </a:lnTo>
                <a:lnTo>
                  <a:pt x="1172" y="1706"/>
                </a:lnTo>
                <a:lnTo>
                  <a:pt x="1172" y="1705"/>
                </a:lnTo>
                <a:lnTo>
                  <a:pt x="1171" y="1705"/>
                </a:lnTo>
                <a:lnTo>
                  <a:pt x="1170" y="1704"/>
                </a:lnTo>
                <a:lnTo>
                  <a:pt x="1169" y="1704"/>
                </a:lnTo>
                <a:lnTo>
                  <a:pt x="1168" y="1704"/>
                </a:lnTo>
                <a:lnTo>
                  <a:pt x="1167" y="1704"/>
                </a:lnTo>
                <a:lnTo>
                  <a:pt x="1167" y="1702"/>
                </a:lnTo>
                <a:lnTo>
                  <a:pt x="1168" y="1701"/>
                </a:lnTo>
                <a:lnTo>
                  <a:pt x="1168" y="1700"/>
                </a:lnTo>
                <a:lnTo>
                  <a:pt x="1169" y="1700"/>
                </a:lnTo>
                <a:lnTo>
                  <a:pt x="1169" y="1699"/>
                </a:lnTo>
                <a:lnTo>
                  <a:pt x="1169" y="1698"/>
                </a:lnTo>
                <a:lnTo>
                  <a:pt x="1169" y="1697"/>
                </a:lnTo>
                <a:lnTo>
                  <a:pt x="1169" y="1696"/>
                </a:lnTo>
                <a:lnTo>
                  <a:pt x="1169" y="1695"/>
                </a:lnTo>
                <a:lnTo>
                  <a:pt x="1168" y="1694"/>
                </a:lnTo>
                <a:lnTo>
                  <a:pt x="1168" y="1693"/>
                </a:lnTo>
                <a:lnTo>
                  <a:pt x="1167" y="1693"/>
                </a:lnTo>
                <a:lnTo>
                  <a:pt x="1165" y="1693"/>
                </a:lnTo>
                <a:lnTo>
                  <a:pt x="1164" y="1693"/>
                </a:lnTo>
                <a:lnTo>
                  <a:pt x="1163" y="1691"/>
                </a:lnTo>
                <a:lnTo>
                  <a:pt x="1162" y="1690"/>
                </a:lnTo>
                <a:lnTo>
                  <a:pt x="1161" y="1688"/>
                </a:lnTo>
                <a:lnTo>
                  <a:pt x="1161" y="1687"/>
                </a:lnTo>
                <a:lnTo>
                  <a:pt x="1161" y="1686"/>
                </a:lnTo>
                <a:lnTo>
                  <a:pt x="1162" y="1685"/>
                </a:lnTo>
                <a:lnTo>
                  <a:pt x="1162" y="1684"/>
                </a:lnTo>
                <a:lnTo>
                  <a:pt x="1161" y="1684"/>
                </a:lnTo>
                <a:lnTo>
                  <a:pt x="1161" y="1683"/>
                </a:lnTo>
                <a:lnTo>
                  <a:pt x="1160" y="1683"/>
                </a:lnTo>
                <a:lnTo>
                  <a:pt x="1160" y="1682"/>
                </a:lnTo>
                <a:lnTo>
                  <a:pt x="1160" y="1681"/>
                </a:lnTo>
                <a:lnTo>
                  <a:pt x="1161" y="1681"/>
                </a:lnTo>
                <a:lnTo>
                  <a:pt x="1161" y="1680"/>
                </a:lnTo>
                <a:lnTo>
                  <a:pt x="1161" y="1679"/>
                </a:lnTo>
                <a:lnTo>
                  <a:pt x="1162" y="1678"/>
                </a:lnTo>
                <a:lnTo>
                  <a:pt x="1165" y="1677"/>
                </a:lnTo>
                <a:lnTo>
                  <a:pt x="1165" y="1678"/>
                </a:lnTo>
                <a:lnTo>
                  <a:pt x="1166" y="1678"/>
                </a:lnTo>
                <a:lnTo>
                  <a:pt x="1169" y="1678"/>
                </a:lnTo>
                <a:lnTo>
                  <a:pt x="1170" y="1677"/>
                </a:lnTo>
                <a:lnTo>
                  <a:pt x="1170" y="1676"/>
                </a:lnTo>
                <a:lnTo>
                  <a:pt x="1170" y="1675"/>
                </a:lnTo>
                <a:lnTo>
                  <a:pt x="1170" y="1674"/>
                </a:lnTo>
                <a:lnTo>
                  <a:pt x="1171" y="1673"/>
                </a:lnTo>
                <a:lnTo>
                  <a:pt x="1172" y="1672"/>
                </a:lnTo>
                <a:lnTo>
                  <a:pt x="1172" y="1671"/>
                </a:lnTo>
                <a:lnTo>
                  <a:pt x="1173" y="1671"/>
                </a:lnTo>
                <a:lnTo>
                  <a:pt x="1172" y="1670"/>
                </a:lnTo>
                <a:lnTo>
                  <a:pt x="1172" y="1669"/>
                </a:lnTo>
                <a:lnTo>
                  <a:pt x="1171" y="1669"/>
                </a:lnTo>
                <a:lnTo>
                  <a:pt x="1171" y="1668"/>
                </a:lnTo>
                <a:lnTo>
                  <a:pt x="1170" y="1667"/>
                </a:lnTo>
                <a:lnTo>
                  <a:pt x="1169" y="1666"/>
                </a:lnTo>
                <a:lnTo>
                  <a:pt x="1168" y="1666"/>
                </a:lnTo>
                <a:lnTo>
                  <a:pt x="1167" y="1667"/>
                </a:lnTo>
                <a:lnTo>
                  <a:pt x="1165" y="1667"/>
                </a:lnTo>
                <a:lnTo>
                  <a:pt x="1165" y="1666"/>
                </a:lnTo>
                <a:lnTo>
                  <a:pt x="1164" y="1666"/>
                </a:lnTo>
                <a:lnTo>
                  <a:pt x="1163" y="1666"/>
                </a:lnTo>
                <a:lnTo>
                  <a:pt x="1162" y="1666"/>
                </a:lnTo>
                <a:lnTo>
                  <a:pt x="1162" y="1665"/>
                </a:lnTo>
                <a:lnTo>
                  <a:pt x="1162" y="1664"/>
                </a:lnTo>
                <a:lnTo>
                  <a:pt x="1161" y="1664"/>
                </a:lnTo>
                <a:lnTo>
                  <a:pt x="1160" y="1664"/>
                </a:lnTo>
                <a:lnTo>
                  <a:pt x="1160" y="1663"/>
                </a:lnTo>
                <a:lnTo>
                  <a:pt x="1159" y="1663"/>
                </a:lnTo>
                <a:lnTo>
                  <a:pt x="1159" y="1664"/>
                </a:lnTo>
                <a:lnTo>
                  <a:pt x="1158" y="1664"/>
                </a:lnTo>
                <a:lnTo>
                  <a:pt x="1157" y="1664"/>
                </a:lnTo>
                <a:lnTo>
                  <a:pt x="1157" y="1663"/>
                </a:lnTo>
                <a:lnTo>
                  <a:pt x="1156" y="1663"/>
                </a:lnTo>
                <a:lnTo>
                  <a:pt x="1155" y="1663"/>
                </a:lnTo>
                <a:lnTo>
                  <a:pt x="1153" y="1662"/>
                </a:lnTo>
                <a:lnTo>
                  <a:pt x="1152" y="1662"/>
                </a:lnTo>
                <a:lnTo>
                  <a:pt x="1152" y="1663"/>
                </a:lnTo>
                <a:lnTo>
                  <a:pt x="1151" y="1663"/>
                </a:lnTo>
                <a:lnTo>
                  <a:pt x="1150" y="1663"/>
                </a:lnTo>
                <a:lnTo>
                  <a:pt x="1150" y="1662"/>
                </a:lnTo>
                <a:lnTo>
                  <a:pt x="1148" y="1662"/>
                </a:lnTo>
                <a:lnTo>
                  <a:pt x="1147" y="1662"/>
                </a:lnTo>
                <a:lnTo>
                  <a:pt x="1147" y="1661"/>
                </a:lnTo>
                <a:lnTo>
                  <a:pt x="1146" y="1661"/>
                </a:lnTo>
                <a:lnTo>
                  <a:pt x="1145" y="1660"/>
                </a:lnTo>
                <a:lnTo>
                  <a:pt x="1144" y="1660"/>
                </a:lnTo>
                <a:lnTo>
                  <a:pt x="1143" y="1661"/>
                </a:lnTo>
                <a:lnTo>
                  <a:pt x="1141" y="1661"/>
                </a:lnTo>
                <a:lnTo>
                  <a:pt x="1138" y="1661"/>
                </a:lnTo>
                <a:lnTo>
                  <a:pt x="1137" y="1661"/>
                </a:lnTo>
                <a:lnTo>
                  <a:pt x="1136" y="1662"/>
                </a:lnTo>
                <a:lnTo>
                  <a:pt x="1135" y="1662"/>
                </a:lnTo>
                <a:lnTo>
                  <a:pt x="1134" y="1662"/>
                </a:lnTo>
                <a:lnTo>
                  <a:pt x="1132" y="1662"/>
                </a:lnTo>
                <a:lnTo>
                  <a:pt x="1128" y="1662"/>
                </a:lnTo>
                <a:lnTo>
                  <a:pt x="1127" y="1662"/>
                </a:lnTo>
                <a:lnTo>
                  <a:pt x="1127" y="1663"/>
                </a:lnTo>
                <a:lnTo>
                  <a:pt x="1127" y="1664"/>
                </a:lnTo>
                <a:lnTo>
                  <a:pt x="1127" y="1665"/>
                </a:lnTo>
                <a:lnTo>
                  <a:pt x="1127" y="1666"/>
                </a:lnTo>
                <a:lnTo>
                  <a:pt x="1127" y="1668"/>
                </a:lnTo>
                <a:lnTo>
                  <a:pt x="1127" y="1669"/>
                </a:lnTo>
                <a:lnTo>
                  <a:pt x="1126" y="1669"/>
                </a:lnTo>
                <a:lnTo>
                  <a:pt x="1125" y="1668"/>
                </a:lnTo>
                <a:lnTo>
                  <a:pt x="1124" y="1668"/>
                </a:lnTo>
                <a:lnTo>
                  <a:pt x="1123" y="1668"/>
                </a:lnTo>
                <a:lnTo>
                  <a:pt x="1122" y="1668"/>
                </a:lnTo>
                <a:lnTo>
                  <a:pt x="1121" y="1668"/>
                </a:lnTo>
                <a:lnTo>
                  <a:pt x="1120" y="1668"/>
                </a:lnTo>
                <a:lnTo>
                  <a:pt x="1119" y="1668"/>
                </a:lnTo>
                <a:lnTo>
                  <a:pt x="1119" y="1666"/>
                </a:lnTo>
                <a:lnTo>
                  <a:pt x="1120" y="1665"/>
                </a:lnTo>
                <a:lnTo>
                  <a:pt x="1121" y="1664"/>
                </a:lnTo>
                <a:lnTo>
                  <a:pt x="1120" y="1664"/>
                </a:lnTo>
                <a:lnTo>
                  <a:pt x="1120" y="1663"/>
                </a:lnTo>
                <a:lnTo>
                  <a:pt x="1120" y="1664"/>
                </a:lnTo>
                <a:lnTo>
                  <a:pt x="1119" y="1664"/>
                </a:lnTo>
                <a:lnTo>
                  <a:pt x="1118" y="1663"/>
                </a:lnTo>
                <a:lnTo>
                  <a:pt x="1117" y="1663"/>
                </a:lnTo>
                <a:lnTo>
                  <a:pt x="1117" y="1664"/>
                </a:lnTo>
                <a:lnTo>
                  <a:pt x="1116" y="1664"/>
                </a:lnTo>
                <a:lnTo>
                  <a:pt x="1115" y="1664"/>
                </a:lnTo>
                <a:lnTo>
                  <a:pt x="1114" y="1665"/>
                </a:lnTo>
                <a:lnTo>
                  <a:pt x="1113" y="1666"/>
                </a:lnTo>
                <a:lnTo>
                  <a:pt x="1113" y="1665"/>
                </a:lnTo>
                <a:lnTo>
                  <a:pt x="1112" y="1665"/>
                </a:lnTo>
                <a:lnTo>
                  <a:pt x="1112" y="1666"/>
                </a:lnTo>
                <a:lnTo>
                  <a:pt x="1112" y="1668"/>
                </a:lnTo>
                <a:lnTo>
                  <a:pt x="1112" y="1669"/>
                </a:lnTo>
                <a:lnTo>
                  <a:pt x="1111" y="1670"/>
                </a:lnTo>
                <a:lnTo>
                  <a:pt x="1111" y="1671"/>
                </a:lnTo>
                <a:lnTo>
                  <a:pt x="1110" y="1671"/>
                </a:lnTo>
                <a:lnTo>
                  <a:pt x="1110" y="1672"/>
                </a:lnTo>
                <a:lnTo>
                  <a:pt x="1109" y="1672"/>
                </a:lnTo>
                <a:lnTo>
                  <a:pt x="1109" y="1673"/>
                </a:lnTo>
                <a:lnTo>
                  <a:pt x="1109" y="1674"/>
                </a:lnTo>
                <a:lnTo>
                  <a:pt x="1108" y="1673"/>
                </a:lnTo>
                <a:lnTo>
                  <a:pt x="1107" y="1673"/>
                </a:lnTo>
                <a:lnTo>
                  <a:pt x="1106" y="1673"/>
                </a:lnTo>
                <a:lnTo>
                  <a:pt x="1103" y="1673"/>
                </a:lnTo>
                <a:lnTo>
                  <a:pt x="1102" y="1675"/>
                </a:lnTo>
                <a:lnTo>
                  <a:pt x="1102" y="1676"/>
                </a:lnTo>
                <a:lnTo>
                  <a:pt x="1103" y="1677"/>
                </a:lnTo>
                <a:lnTo>
                  <a:pt x="1103" y="1678"/>
                </a:lnTo>
                <a:lnTo>
                  <a:pt x="1102" y="1679"/>
                </a:lnTo>
                <a:lnTo>
                  <a:pt x="1102" y="1680"/>
                </a:lnTo>
                <a:lnTo>
                  <a:pt x="1100" y="1682"/>
                </a:lnTo>
                <a:lnTo>
                  <a:pt x="1100" y="1683"/>
                </a:lnTo>
                <a:lnTo>
                  <a:pt x="1100" y="1684"/>
                </a:lnTo>
                <a:lnTo>
                  <a:pt x="1099" y="1684"/>
                </a:lnTo>
                <a:lnTo>
                  <a:pt x="1098" y="1685"/>
                </a:lnTo>
                <a:lnTo>
                  <a:pt x="1098" y="1684"/>
                </a:lnTo>
                <a:lnTo>
                  <a:pt x="1098" y="1683"/>
                </a:lnTo>
                <a:lnTo>
                  <a:pt x="1097" y="1682"/>
                </a:lnTo>
                <a:lnTo>
                  <a:pt x="1097" y="1681"/>
                </a:lnTo>
                <a:lnTo>
                  <a:pt x="1096" y="1680"/>
                </a:lnTo>
                <a:lnTo>
                  <a:pt x="1095" y="1680"/>
                </a:lnTo>
                <a:lnTo>
                  <a:pt x="1094" y="1679"/>
                </a:lnTo>
                <a:lnTo>
                  <a:pt x="1094" y="1678"/>
                </a:lnTo>
                <a:lnTo>
                  <a:pt x="1094" y="1677"/>
                </a:lnTo>
                <a:lnTo>
                  <a:pt x="1095" y="1676"/>
                </a:lnTo>
                <a:lnTo>
                  <a:pt x="1095" y="1673"/>
                </a:lnTo>
                <a:lnTo>
                  <a:pt x="1094" y="1672"/>
                </a:lnTo>
                <a:lnTo>
                  <a:pt x="1094" y="1671"/>
                </a:lnTo>
                <a:lnTo>
                  <a:pt x="1094" y="1670"/>
                </a:lnTo>
                <a:lnTo>
                  <a:pt x="1094" y="1669"/>
                </a:lnTo>
                <a:lnTo>
                  <a:pt x="1094" y="1668"/>
                </a:lnTo>
                <a:lnTo>
                  <a:pt x="1094" y="1667"/>
                </a:lnTo>
                <a:lnTo>
                  <a:pt x="1093" y="1666"/>
                </a:lnTo>
                <a:lnTo>
                  <a:pt x="1092" y="1666"/>
                </a:lnTo>
                <a:lnTo>
                  <a:pt x="1092" y="1665"/>
                </a:lnTo>
                <a:lnTo>
                  <a:pt x="1091" y="1664"/>
                </a:lnTo>
                <a:lnTo>
                  <a:pt x="1091" y="1663"/>
                </a:lnTo>
                <a:lnTo>
                  <a:pt x="1091" y="1660"/>
                </a:lnTo>
                <a:lnTo>
                  <a:pt x="1091" y="1659"/>
                </a:lnTo>
                <a:lnTo>
                  <a:pt x="1091" y="1658"/>
                </a:lnTo>
                <a:lnTo>
                  <a:pt x="1091" y="1657"/>
                </a:lnTo>
                <a:lnTo>
                  <a:pt x="1091" y="1656"/>
                </a:lnTo>
                <a:lnTo>
                  <a:pt x="1091" y="1655"/>
                </a:lnTo>
                <a:lnTo>
                  <a:pt x="1090" y="1655"/>
                </a:lnTo>
                <a:lnTo>
                  <a:pt x="1090" y="1654"/>
                </a:lnTo>
                <a:lnTo>
                  <a:pt x="1089" y="1654"/>
                </a:lnTo>
                <a:lnTo>
                  <a:pt x="1089" y="1653"/>
                </a:lnTo>
                <a:lnTo>
                  <a:pt x="1088" y="1653"/>
                </a:lnTo>
                <a:lnTo>
                  <a:pt x="1088" y="1652"/>
                </a:lnTo>
                <a:lnTo>
                  <a:pt x="1086" y="1651"/>
                </a:lnTo>
                <a:lnTo>
                  <a:pt x="1085" y="1649"/>
                </a:lnTo>
                <a:lnTo>
                  <a:pt x="1084" y="1648"/>
                </a:lnTo>
                <a:lnTo>
                  <a:pt x="1083" y="1647"/>
                </a:lnTo>
                <a:lnTo>
                  <a:pt x="1082" y="1646"/>
                </a:lnTo>
                <a:lnTo>
                  <a:pt x="1082" y="1645"/>
                </a:lnTo>
                <a:lnTo>
                  <a:pt x="1081" y="1644"/>
                </a:lnTo>
                <a:lnTo>
                  <a:pt x="1081" y="1643"/>
                </a:lnTo>
                <a:lnTo>
                  <a:pt x="1081" y="1642"/>
                </a:lnTo>
                <a:lnTo>
                  <a:pt x="1080" y="1641"/>
                </a:lnTo>
                <a:lnTo>
                  <a:pt x="1080" y="1640"/>
                </a:lnTo>
                <a:lnTo>
                  <a:pt x="1079" y="1638"/>
                </a:lnTo>
                <a:lnTo>
                  <a:pt x="1079" y="1637"/>
                </a:lnTo>
                <a:lnTo>
                  <a:pt x="1078" y="1636"/>
                </a:lnTo>
                <a:lnTo>
                  <a:pt x="1078" y="1635"/>
                </a:lnTo>
                <a:lnTo>
                  <a:pt x="1078" y="1633"/>
                </a:lnTo>
                <a:lnTo>
                  <a:pt x="1078" y="1632"/>
                </a:lnTo>
                <a:lnTo>
                  <a:pt x="1078" y="1631"/>
                </a:lnTo>
                <a:lnTo>
                  <a:pt x="1078" y="1629"/>
                </a:lnTo>
                <a:lnTo>
                  <a:pt x="1079" y="1628"/>
                </a:lnTo>
                <a:lnTo>
                  <a:pt x="1078" y="1626"/>
                </a:lnTo>
                <a:lnTo>
                  <a:pt x="1078" y="1625"/>
                </a:lnTo>
                <a:lnTo>
                  <a:pt x="1078" y="1624"/>
                </a:lnTo>
                <a:lnTo>
                  <a:pt x="1078" y="1622"/>
                </a:lnTo>
                <a:lnTo>
                  <a:pt x="1078" y="1621"/>
                </a:lnTo>
                <a:lnTo>
                  <a:pt x="1079" y="1621"/>
                </a:lnTo>
                <a:lnTo>
                  <a:pt x="1079" y="1620"/>
                </a:lnTo>
                <a:lnTo>
                  <a:pt x="1080" y="1620"/>
                </a:lnTo>
                <a:lnTo>
                  <a:pt x="1080" y="1619"/>
                </a:lnTo>
                <a:lnTo>
                  <a:pt x="1080" y="1618"/>
                </a:lnTo>
                <a:lnTo>
                  <a:pt x="1081" y="1618"/>
                </a:lnTo>
                <a:lnTo>
                  <a:pt x="1081" y="1617"/>
                </a:lnTo>
                <a:lnTo>
                  <a:pt x="1082" y="1617"/>
                </a:lnTo>
                <a:lnTo>
                  <a:pt x="1084" y="1616"/>
                </a:lnTo>
                <a:lnTo>
                  <a:pt x="1085" y="1616"/>
                </a:lnTo>
                <a:lnTo>
                  <a:pt x="1086" y="1616"/>
                </a:lnTo>
                <a:lnTo>
                  <a:pt x="1086" y="1614"/>
                </a:lnTo>
                <a:lnTo>
                  <a:pt x="1086" y="1613"/>
                </a:lnTo>
                <a:lnTo>
                  <a:pt x="1087" y="1613"/>
                </a:lnTo>
                <a:lnTo>
                  <a:pt x="1087" y="1614"/>
                </a:lnTo>
                <a:lnTo>
                  <a:pt x="1088" y="1614"/>
                </a:lnTo>
                <a:lnTo>
                  <a:pt x="1088" y="1613"/>
                </a:lnTo>
                <a:lnTo>
                  <a:pt x="1088" y="1612"/>
                </a:lnTo>
                <a:lnTo>
                  <a:pt x="1088" y="1611"/>
                </a:lnTo>
                <a:lnTo>
                  <a:pt x="1087" y="1610"/>
                </a:lnTo>
                <a:lnTo>
                  <a:pt x="1087" y="1609"/>
                </a:lnTo>
                <a:lnTo>
                  <a:pt x="1087" y="1608"/>
                </a:lnTo>
                <a:lnTo>
                  <a:pt x="1086" y="1608"/>
                </a:lnTo>
                <a:lnTo>
                  <a:pt x="1087" y="1608"/>
                </a:lnTo>
                <a:lnTo>
                  <a:pt x="1087" y="1607"/>
                </a:lnTo>
                <a:lnTo>
                  <a:pt x="1086" y="1606"/>
                </a:lnTo>
                <a:lnTo>
                  <a:pt x="1086" y="1605"/>
                </a:lnTo>
                <a:lnTo>
                  <a:pt x="1085" y="1605"/>
                </a:lnTo>
                <a:lnTo>
                  <a:pt x="1084" y="1605"/>
                </a:lnTo>
                <a:lnTo>
                  <a:pt x="1085" y="1604"/>
                </a:lnTo>
                <a:lnTo>
                  <a:pt x="1084" y="1603"/>
                </a:lnTo>
                <a:lnTo>
                  <a:pt x="1083" y="1603"/>
                </a:lnTo>
                <a:lnTo>
                  <a:pt x="1083" y="1602"/>
                </a:lnTo>
                <a:lnTo>
                  <a:pt x="1081" y="1600"/>
                </a:lnTo>
                <a:lnTo>
                  <a:pt x="1081" y="1599"/>
                </a:lnTo>
                <a:lnTo>
                  <a:pt x="1080" y="1599"/>
                </a:lnTo>
                <a:lnTo>
                  <a:pt x="1079" y="1599"/>
                </a:lnTo>
                <a:lnTo>
                  <a:pt x="1078" y="1599"/>
                </a:lnTo>
                <a:lnTo>
                  <a:pt x="1077" y="1599"/>
                </a:lnTo>
                <a:lnTo>
                  <a:pt x="1078" y="1598"/>
                </a:lnTo>
                <a:lnTo>
                  <a:pt x="1079" y="1597"/>
                </a:lnTo>
                <a:lnTo>
                  <a:pt x="1079" y="1596"/>
                </a:lnTo>
                <a:lnTo>
                  <a:pt x="1078" y="1596"/>
                </a:lnTo>
                <a:lnTo>
                  <a:pt x="1077" y="1596"/>
                </a:lnTo>
                <a:lnTo>
                  <a:pt x="1076" y="1595"/>
                </a:lnTo>
                <a:lnTo>
                  <a:pt x="1076" y="1594"/>
                </a:lnTo>
                <a:lnTo>
                  <a:pt x="1075" y="1594"/>
                </a:lnTo>
                <a:lnTo>
                  <a:pt x="1074" y="1594"/>
                </a:lnTo>
                <a:lnTo>
                  <a:pt x="1073" y="1593"/>
                </a:lnTo>
                <a:lnTo>
                  <a:pt x="1072" y="1593"/>
                </a:lnTo>
                <a:lnTo>
                  <a:pt x="1072" y="1591"/>
                </a:lnTo>
                <a:lnTo>
                  <a:pt x="1071" y="1591"/>
                </a:lnTo>
                <a:lnTo>
                  <a:pt x="1070" y="1590"/>
                </a:lnTo>
                <a:lnTo>
                  <a:pt x="1070" y="1589"/>
                </a:lnTo>
                <a:lnTo>
                  <a:pt x="1069" y="1588"/>
                </a:lnTo>
                <a:lnTo>
                  <a:pt x="1067" y="1586"/>
                </a:lnTo>
                <a:lnTo>
                  <a:pt x="1066" y="1586"/>
                </a:lnTo>
                <a:lnTo>
                  <a:pt x="1065" y="1586"/>
                </a:lnTo>
                <a:lnTo>
                  <a:pt x="1064" y="1585"/>
                </a:lnTo>
                <a:lnTo>
                  <a:pt x="1064" y="1583"/>
                </a:lnTo>
                <a:lnTo>
                  <a:pt x="1064" y="1581"/>
                </a:lnTo>
                <a:lnTo>
                  <a:pt x="1064" y="1580"/>
                </a:lnTo>
                <a:lnTo>
                  <a:pt x="1064" y="1579"/>
                </a:lnTo>
                <a:lnTo>
                  <a:pt x="1064" y="1578"/>
                </a:lnTo>
                <a:lnTo>
                  <a:pt x="1063" y="1578"/>
                </a:lnTo>
                <a:lnTo>
                  <a:pt x="1063" y="1577"/>
                </a:lnTo>
                <a:lnTo>
                  <a:pt x="1062" y="1577"/>
                </a:lnTo>
                <a:lnTo>
                  <a:pt x="1062" y="1576"/>
                </a:lnTo>
                <a:lnTo>
                  <a:pt x="1061" y="1576"/>
                </a:lnTo>
                <a:lnTo>
                  <a:pt x="1060" y="1576"/>
                </a:lnTo>
                <a:lnTo>
                  <a:pt x="1060" y="1575"/>
                </a:lnTo>
                <a:lnTo>
                  <a:pt x="1060" y="1574"/>
                </a:lnTo>
                <a:lnTo>
                  <a:pt x="1061" y="1574"/>
                </a:lnTo>
                <a:lnTo>
                  <a:pt x="1061" y="1573"/>
                </a:lnTo>
                <a:lnTo>
                  <a:pt x="1060" y="1573"/>
                </a:lnTo>
                <a:lnTo>
                  <a:pt x="1060" y="1572"/>
                </a:lnTo>
                <a:lnTo>
                  <a:pt x="1059" y="1572"/>
                </a:lnTo>
                <a:lnTo>
                  <a:pt x="1059" y="1573"/>
                </a:lnTo>
                <a:lnTo>
                  <a:pt x="1058" y="1573"/>
                </a:lnTo>
                <a:lnTo>
                  <a:pt x="1057" y="1573"/>
                </a:lnTo>
                <a:lnTo>
                  <a:pt x="1057" y="1574"/>
                </a:lnTo>
                <a:lnTo>
                  <a:pt x="1055" y="1573"/>
                </a:lnTo>
                <a:lnTo>
                  <a:pt x="1054" y="1573"/>
                </a:lnTo>
                <a:lnTo>
                  <a:pt x="1053" y="1573"/>
                </a:lnTo>
                <a:lnTo>
                  <a:pt x="1052" y="1574"/>
                </a:lnTo>
                <a:lnTo>
                  <a:pt x="1049" y="1574"/>
                </a:lnTo>
                <a:lnTo>
                  <a:pt x="1048" y="1575"/>
                </a:lnTo>
                <a:lnTo>
                  <a:pt x="1047" y="1575"/>
                </a:lnTo>
                <a:lnTo>
                  <a:pt x="1046" y="1575"/>
                </a:lnTo>
                <a:lnTo>
                  <a:pt x="1045" y="1575"/>
                </a:lnTo>
                <a:lnTo>
                  <a:pt x="1044" y="1576"/>
                </a:lnTo>
                <a:lnTo>
                  <a:pt x="1044" y="1577"/>
                </a:lnTo>
                <a:lnTo>
                  <a:pt x="1044" y="1578"/>
                </a:lnTo>
                <a:lnTo>
                  <a:pt x="1043" y="1578"/>
                </a:lnTo>
                <a:lnTo>
                  <a:pt x="1042" y="1576"/>
                </a:lnTo>
                <a:lnTo>
                  <a:pt x="1042" y="1575"/>
                </a:lnTo>
                <a:lnTo>
                  <a:pt x="1041" y="1575"/>
                </a:lnTo>
                <a:lnTo>
                  <a:pt x="1040" y="1575"/>
                </a:lnTo>
                <a:lnTo>
                  <a:pt x="1040" y="1577"/>
                </a:lnTo>
                <a:lnTo>
                  <a:pt x="1039" y="1578"/>
                </a:lnTo>
                <a:lnTo>
                  <a:pt x="1039" y="1577"/>
                </a:lnTo>
                <a:lnTo>
                  <a:pt x="1038" y="1577"/>
                </a:lnTo>
                <a:lnTo>
                  <a:pt x="1038" y="1578"/>
                </a:lnTo>
                <a:lnTo>
                  <a:pt x="1037" y="1578"/>
                </a:lnTo>
                <a:lnTo>
                  <a:pt x="1037" y="1579"/>
                </a:lnTo>
                <a:lnTo>
                  <a:pt x="1037" y="1578"/>
                </a:lnTo>
                <a:lnTo>
                  <a:pt x="1036" y="1578"/>
                </a:lnTo>
                <a:lnTo>
                  <a:pt x="1036" y="1577"/>
                </a:lnTo>
                <a:lnTo>
                  <a:pt x="1035" y="1576"/>
                </a:lnTo>
                <a:lnTo>
                  <a:pt x="1035" y="1575"/>
                </a:lnTo>
                <a:lnTo>
                  <a:pt x="1035" y="1574"/>
                </a:lnTo>
                <a:lnTo>
                  <a:pt x="1034" y="1573"/>
                </a:lnTo>
                <a:lnTo>
                  <a:pt x="1033" y="1573"/>
                </a:lnTo>
                <a:lnTo>
                  <a:pt x="1032" y="1573"/>
                </a:lnTo>
                <a:lnTo>
                  <a:pt x="1031" y="1572"/>
                </a:lnTo>
                <a:lnTo>
                  <a:pt x="1031" y="1571"/>
                </a:lnTo>
                <a:lnTo>
                  <a:pt x="1029" y="1571"/>
                </a:lnTo>
                <a:lnTo>
                  <a:pt x="1029" y="1572"/>
                </a:lnTo>
                <a:lnTo>
                  <a:pt x="1028" y="1572"/>
                </a:lnTo>
                <a:lnTo>
                  <a:pt x="1027" y="1572"/>
                </a:lnTo>
                <a:lnTo>
                  <a:pt x="1026" y="1572"/>
                </a:lnTo>
                <a:lnTo>
                  <a:pt x="1026" y="1571"/>
                </a:lnTo>
                <a:lnTo>
                  <a:pt x="1026" y="1570"/>
                </a:lnTo>
                <a:lnTo>
                  <a:pt x="1025" y="1570"/>
                </a:lnTo>
                <a:lnTo>
                  <a:pt x="1023" y="1570"/>
                </a:lnTo>
                <a:lnTo>
                  <a:pt x="1023" y="1571"/>
                </a:lnTo>
                <a:lnTo>
                  <a:pt x="1022" y="1571"/>
                </a:lnTo>
                <a:lnTo>
                  <a:pt x="1021" y="1571"/>
                </a:lnTo>
                <a:lnTo>
                  <a:pt x="1020" y="1571"/>
                </a:lnTo>
                <a:lnTo>
                  <a:pt x="1019" y="1571"/>
                </a:lnTo>
                <a:lnTo>
                  <a:pt x="1018" y="1570"/>
                </a:lnTo>
                <a:lnTo>
                  <a:pt x="1017" y="1570"/>
                </a:lnTo>
                <a:lnTo>
                  <a:pt x="1016" y="1570"/>
                </a:lnTo>
                <a:lnTo>
                  <a:pt x="1016" y="1569"/>
                </a:lnTo>
                <a:lnTo>
                  <a:pt x="1015" y="1568"/>
                </a:lnTo>
                <a:lnTo>
                  <a:pt x="1013" y="1568"/>
                </a:lnTo>
                <a:lnTo>
                  <a:pt x="1012" y="1568"/>
                </a:lnTo>
                <a:lnTo>
                  <a:pt x="1012" y="1567"/>
                </a:lnTo>
                <a:lnTo>
                  <a:pt x="1013" y="1566"/>
                </a:lnTo>
                <a:lnTo>
                  <a:pt x="1012" y="1565"/>
                </a:lnTo>
                <a:lnTo>
                  <a:pt x="1010" y="1565"/>
                </a:lnTo>
                <a:lnTo>
                  <a:pt x="1009" y="1564"/>
                </a:lnTo>
                <a:lnTo>
                  <a:pt x="1007" y="1563"/>
                </a:lnTo>
                <a:lnTo>
                  <a:pt x="1006" y="1564"/>
                </a:lnTo>
                <a:lnTo>
                  <a:pt x="1006" y="1563"/>
                </a:lnTo>
                <a:lnTo>
                  <a:pt x="1005" y="1563"/>
                </a:lnTo>
                <a:lnTo>
                  <a:pt x="1005" y="1564"/>
                </a:lnTo>
                <a:lnTo>
                  <a:pt x="1005" y="1565"/>
                </a:lnTo>
                <a:lnTo>
                  <a:pt x="1004" y="1565"/>
                </a:lnTo>
                <a:lnTo>
                  <a:pt x="1004" y="1564"/>
                </a:lnTo>
                <a:lnTo>
                  <a:pt x="1004" y="1563"/>
                </a:lnTo>
                <a:lnTo>
                  <a:pt x="1004" y="1562"/>
                </a:lnTo>
                <a:lnTo>
                  <a:pt x="1002" y="1562"/>
                </a:lnTo>
                <a:lnTo>
                  <a:pt x="1001" y="1562"/>
                </a:lnTo>
                <a:lnTo>
                  <a:pt x="1000" y="1562"/>
                </a:lnTo>
                <a:lnTo>
                  <a:pt x="999" y="1563"/>
                </a:lnTo>
                <a:lnTo>
                  <a:pt x="998" y="1563"/>
                </a:lnTo>
                <a:lnTo>
                  <a:pt x="998" y="1564"/>
                </a:lnTo>
                <a:lnTo>
                  <a:pt x="998" y="1565"/>
                </a:lnTo>
                <a:lnTo>
                  <a:pt x="997" y="1565"/>
                </a:lnTo>
                <a:lnTo>
                  <a:pt x="996" y="1565"/>
                </a:lnTo>
                <a:lnTo>
                  <a:pt x="995" y="1564"/>
                </a:lnTo>
                <a:lnTo>
                  <a:pt x="994" y="1564"/>
                </a:lnTo>
                <a:lnTo>
                  <a:pt x="993" y="1564"/>
                </a:lnTo>
                <a:lnTo>
                  <a:pt x="993" y="1565"/>
                </a:lnTo>
                <a:lnTo>
                  <a:pt x="993" y="1566"/>
                </a:lnTo>
                <a:lnTo>
                  <a:pt x="992" y="1566"/>
                </a:lnTo>
                <a:lnTo>
                  <a:pt x="991" y="1566"/>
                </a:lnTo>
                <a:lnTo>
                  <a:pt x="990" y="1567"/>
                </a:lnTo>
                <a:lnTo>
                  <a:pt x="990" y="1568"/>
                </a:lnTo>
                <a:lnTo>
                  <a:pt x="989" y="1568"/>
                </a:lnTo>
                <a:lnTo>
                  <a:pt x="988" y="1568"/>
                </a:lnTo>
                <a:lnTo>
                  <a:pt x="987" y="1569"/>
                </a:lnTo>
                <a:lnTo>
                  <a:pt x="986" y="1569"/>
                </a:lnTo>
                <a:lnTo>
                  <a:pt x="985" y="1569"/>
                </a:lnTo>
                <a:lnTo>
                  <a:pt x="985" y="1570"/>
                </a:lnTo>
                <a:lnTo>
                  <a:pt x="984" y="1571"/>
                </a:lnTo>
                <a:lnTo>
                  <a:pt x="983" y="1572"/>
                </a:lnTo>
                <a:lnTo>
                  <a:pt x="982" y="1572"/>
                </a:lnTo>
                <a:lnTo>
                  <a:pt x="981" y="1571"/>
                </a:lnTo>
                <a:lnTo>
                  <a:pt x="981" y="1570"/>
                </a:lnTo>
                <a:lnTo>
                  <a:pt x="980" y="1570"/>
                </a:lnTo>
                <a:lnTo>
                  <a:pt x="980" y="1571"/>
                </a:lnTo>
                <a:lnTo>
                  <a:pt x="980" y="1572"/>
                </a:lnTo>
                <a:lnTo>
                  <a:pt x="978" y="1573"/>
                </a:lnTo>
                <a:lnTo>
                  <a:pt x="978" y="1574"/>
                </a:lnTo>
                <a:lnTo>
                  <a:pt x="977" y="1574"/>
                </a:lnTo>
                <a:lnTo>
                  <a:pt x="977" y="1575"/>
                </a:lnTo>
                <a:lnTo>
                  <a:pt x="977" y="1576"/>
                </a:lnTo>
                <a:lnTo>
                  <a:pt x="976" y="1576"/>
                </a:lnTo>
                <a:lnTo>
                  <a:pt x="976" y="1577"/>
                </a:lnTo>
                <a:lnTo>
                  <a:pt x="975" y="1577"/>
                </a:lnTo>
                <a:lnTo>
                  <a:pt x="975" y="1578"/>
                </a:lnTo>
                <a:lnTo>
                  <a:pt x="975" y="1579"/>
                </a:lnTo>
                <a:lnTo>
                  <a:pt x="974" y="1579"/>
                </a:lnTo>
                <a:lnTo>
                  <a:pt x="974" y="1580"/>
                </a:lnTo>
                <a:lnTo>
                  <a:pt x="974" y="1581"/>
                </a:lnTo>
                <a:lnTo>
                  <a:pt x="974" y="1582"/>
                </a:lnTo>
                <a:lnTo>
                  <a:pt x="973" y="1582"/>
                </a:lnTo>
                <a:lnTo>
                  <a:pt x="972" y="1582"/>
                </a:lnTo>
                <a:lnTo>
                  <a:pt x="971" y="1581"/>
                </a:lnTo>
                <a:lnTo>
                  <a:pt x="970" y="1581"/>
                </a:lnTo>
                <a:lnTo>
                  <a:pt x="970" y="1582"/>
                </a:lnTo>
                <a:lnTo>
                  <a:pt x="969" y="1583"/>
                </a:lnTo>
                <a:lnTo>
                  <a:pt x="969" y="1584"/>
                </a:lnTo>
                <a:lnTo>
                  <a:pt x="968" y="1584"/>
                </a:lnTo>
                <a:lnTo>
                  <a:pt x="967" y="1584"/>
                </a:lnTo>
                <a:lnTo>
                  <a:pt x="967" y="1585"/>
                </a:lnTo>
                <a:lnTo>
                  <a:pt x="966" y="1585"/>
                </a:lnTo>
                <a:lnTo>
                  <a:pt x="966" y="1584"/>
                </a:lnTo>
                <a:lnTo>
                  <a:pt x="966" y="1583"/>
                </a:lnTo>
                <a:lnTo>
                  <a:pt x="965" y="1582"/>
                </a:lnTo>
                <a:lnTo>
                  <a:pt x="964" y="1583"/>
                </a:lnTo>
                <a:lnTo>
                  <a:pt x="964" y="1584"/>
                </a:lnTo>
                <a:lnTo>
                  <a:pt x="965" y="1585"/>
                </a:lnTo>
                <a:lnTo>
                  <a:pt x="965" y="1586"/>
                </a:lnTo>
                <a:lnTo>
                  <a:pt x="964" y="1586"/>
                </a:lnTo>
                <a:lnTo>
                  <a:pt x="963" y="1586"/>
                </a:lnTo>
                <a:lnTo>
                  <a:pt x="963" y="1587"/>
                </a:lnTo>
                <a:lnTo>
                  <a:pt x="964" y="1587"/>
                </a:lnTo>
                <a:lnTo>
                  <a:pt x="965" y="1587"/>
                </a:lnTo>
                <a:lnTo>
                  <a:pt x="965" y="1588"/>
                </a:lnTo>
                <a:lnTo>
                  <a:pt x="965" y="1589"/>
                </a:lnTo>
                <a:lnTo>
                  <a:pt x="964" y="1589"/>
                </a:lnTo>
                <a:lnTo>
                  <a:pt x="963" y="1589"/>
                </a:lnTo>
                <a:lnTo>
                  <a:pt x="962" y="1588"/>
                </a:lnTo>
                <a:lnTo>
                  <a:pt x="961" y="1588"/>
                </a:lnTo>
                <a:lnTo>
                  <a:pt x="961" y="1589"/>
                </a:lnTo>
                <a:lnTo>
                  <a:pt x="961" y="1590"/>
                </a:lnTo>
                <a:lnTo>
                  <a:pt x="961" y="1591"/>
                </a:lnTo>
                <a:lnTo>
                  <a:pt x="962" y="1591"/>
                </a:lnTo>
                <a:lnTo>
                  <a:pt x="962" y="1592"/>
                </a:lnTo>
                <a:lnTo>
                  <a:pt x="961" y="1592"/>
                </a:lnTo>
                <a:lnTo>
                  <a:pt x="960" y="1592"/>
                </a:lnTo>
                <a:lnTo>
                  <a:pt x="959" y="1592"/>
                </a:lnTo>
                <a:lnTo>
                  <a:pt x="959" y="1593"/>
                </a:lnTo>
                <a:lnTo>
                  <a:pt x="960" y="1593"/>
                </a:lnTo>
                <a:lnTo>
                  <a:pt x="960" y="1594"/>
                </a:lnTo>
                <a:lnTo>
                  <a:pt x="958" y="1595"/>
                </a:lnTo>
                <a:lnTo>
                  <a:pt x="958" y="1594"/>
                </a:lnTo>
                <a:lnTo>
                  <a:pt x="957" y="1593"/>
                </a:lnTo>
                <a:lnTo>
                  <a:pt x="956" y="1594"/>
                </a:lnTo>
                <a:lnTo>
                  <a:pt x="955" y="1594"/>
                </a:lnTo>
                <a:lnTo>
                  <a:pt x="955" y="1595"/>
                </a:lnTo>
                <a:lnTo>
                  <a:pt x="955" y="1594"/>
                </a:lnTo>
                <a:lnTo>
                  <a:pt x="954" y="1594"/>
                </a:lnTo>
                <a:lnTo>
                  <a:pt x="953" y="1593"/>
                </a:lnTo>
                <a:lnTo>
                  <a:pt x="952" y="1595"/>
                </a:lnTo>
                <a:lnTo>
                  <a:pt x="951" y="1595"/>
                </a:lnTo>
                <a:lnTo>
                  <a:pt x="950" y="1595"/>
                </a:lnTo>
                <a:lnTo>
                  <a:pt x="950" y="1596"/>
                </a:lnTo>
                <a:lnTo>
                  <a:pt x="949" y="1596"/>
                </a:lnTo>
                <a:lnTo>
                  <a:pt x="949" y="1597"/>
                </a:lnTo>
                <a:lnTo>
                  <a:pt x="949" y="1598"/>
                </a:lnTo>
                <a:lnTo>
                  <a:pt x="947" y="1597"/>
                </a:lnTo>
                <a:lnTo>
                  <a:pt x="946" y="1596"/>
                </a:lnTo>
                <a:lnTo>
                  <a:pt x="945" y="1596"/>
                </a:lnTo>
                <a:lnTo>
                  <a:pt x="944" y="1597"/>
                </a:lnTo>
                <a:lnTo>
                  <a:pt x="943" y="1597"/>
                </a:lnTo>
                <a:lnTo>
                  <a:pt x="942" y="1597"/>
                </a:lnTo>
                <a:lnTo>
                  <a:pt x="942" y="1596"/>
                </a:lnTo>
                <a:lnTo>
                  <a:pt x="941" y="1596"/>
                </a:lnTo>
                <a:lnTo>
                  <a:pt x="941" y="1597"/>
                </a:lnTo>
                <a:lnTo>
                  <a:pt x="941" y="1598"/>
                </a:lnTo>
                <a:lnTo>
                  <a:pt x="940" y="1598"/>
                </a:lnTo>
                <a:lnTo>
                  <a:pt x="939" y="1597"/>
                </a:lnTo>
                <a:lnTo>
                  <a:pt x="939" y="1598"/>
                </a:lnTo>
                <a:lnTo>
                  <a:pt x="938" y="1598"/>
                </a:lnTo>
                <a:lnTo>
                  <a:pt x="938" y="1597"/>
                </a:lnTo>
                <a:lnTo>
                  <a:pt x="937" y="1597"/>
                </a:lnTo>
                <a:lnTo>
                  <a:pt x="937" y="1596"/>
                </a:lnTo>
                <a:lnTo>
                  <a:pt x="937" y="1595"/>
                </a:lnTo>
                <a:lnTo>
                  <a:pt x="936" y="1595"/>
                </a:lnTo>
                <a:lnTo>
                  <a:pt x="936" y="1594"/>
                </a:lnTo>
                <a:lnTo>
                  <a:pt x="935" y="1595"/>
                </a:lnTo>
                <a:lnTo>
                  <a:pt x="934" y="1595"/>
                </a:lnTo>
                <a:lnTo>
                  <a:pt x="933" y="1594"/>
                </a:lnTo>
                <a:lnTo>
                  <a:pt x="932" y="1595"/>
                </a:lnTo>
                <a:lnTo>
                  <a:pt x="931" y="1595"/>
                </a:lnTo>
                <a:lnTo>
                  <a:pt x="931" y="1594"/>
                </a:lnTo>
                <a:lnTo>
                  <a:pt x="930" y="1594"/>
                </a:lnTo>
                <a:lnTo>
                  <a:pt x="929" y="1595"/>
                </a:lnTo>
                <a:lnTo>
                  <a:pt x="928" y="1596"/>
                </a:lnTo>
                <a:lnTo>
                  <a:pt x="928" y="1597"/>
                </a:lnTo>
                <a:lnTo>
                  <a:pt x="927" y="1597"/>
                </a:lnTo>
                <a:lnTo>
                  <a:pt x="926" y="1597"/>
                </a:lnTo>
                <a:lnTo>
                  <a:pt x="926" y="1596"/>
                </a:lnTo>
                <a:lnTo>
                  <a:pt x="925" y="1596"/>
                </a:lnTo>
                <a:lnTo>
                  <a:pt x="925" y="1597"/>
                </a:lnTo>
                <a:lnTo>
                  <a:pt x="924" y="1597"/>
                </a:lnTo>
                <a:lnTo>
                  <a:pt x="923" y="1596"/>
                </a:lnTo>
                <a:lnTo>
                  <a:pt x="923" y="1595"/>
                </a:lnTo>
                <a:lnTo>
                  <a:pt x="924" y="1595"/>
                </a:lnTo>
                <a:lnTo>
                  <a:pt x="924" y="1594"/>
                </a:lnTo>
                <a:lnTo>
                  <a:pt x="923" y="1594"/>
                </a:lnTo>
                <a:lnTo>
                  <a:pt x="922" y="1595"/>
                </a:lnTo>
                <a:lnTo>
                  <a:pt x="921" y="1595"/>
                </a:lnTo>
                <a:lnTo>
                  <a:pt x="920" y="1596"/>
                </a:lnTo>
                <a:lnTo>
                  <a:pt x="920" y="1595"/>
                </a:lnTo>
                <a:lnTo>
                  <a:pt x="921" y="1594"/>
                </a:lnTo>
                <a:lnTo>
                  <a:pt x="921" y="1593"/>
                </a:lnTo>
                <a:lnTo>
                  <a:pt x="922" y="1593"/>
                </a:lnTo>
                <a:lnTo>
                  <a:pt x="921" y="1593"/>
                </a:lnTo>
                <a:lnTo>
                  <a:pt x="922" y="1592"/>
                </a:lnTo>
                <a:lnTo>
                  <a:pt x="922" y="1591"/>
                </a:lnTo>
                <a:lnTo>
                  <a:pt x="921" y="1591"/>
                </a:lnTo>
                <a:lnTo>
                  <a:pt x="920" y="1592"/>
                </a:lnTo>
                <a:lnTo>
                  <a:pt x="919" y="1592"/>
                </a:lnTo>
                <a:lnTo>
                  <a:pt x="918" y="1592"/>
                </a:lnTo>
                <a:lnTo>
                  <a:pt x="917" y="1592"/>
                </a:lnTo>
                <a:lnTo>
                  <a:pt x="916" y="1592"/>
                </a:lnTo>
                <a:lnTo>
                  <a:pt x="915" y="1592"/>
                </a:lnTo>
                <a:lnTo>
                  <a:pt x="914" y="1592"/>
                </a:lnTo>
                <a:lnTo>
                  <a:pt x="913" y="1592"/>
                </a:lnTo>
                <a:lnTo>
                  <a:pt x="912" y="1593"/>
                </a:lnTo>
                <a:lnTo>
                  <a:pt x="911" y="1593"/>
                </a:lnTo>
                <a:lnTo>
                  <a:pt x="910" y="1593"/>
                </a:lnTo>
                <a:lnTo>
                  <a:pt x="910" y="1592"/>
                </a:lnTo>
                <a:lnTo>
                  <a:pt x="909" y="1592"/>
                </a:lnTo>
                <a:lnTo>
                  <a:pt x="909" y="1591"/>
                </a:lnTo>
                <a:lnTo>
                  <a:pt x="907" y="1591"/>
                </a:lnTo>
                <a:lnTo>
                  <a:pt x="907" y="1590"/>
                </a:lnTo>
                <a:lnTo>
                  <a:pt x="906" y="1590"/>
                </a:lnTo>
                <a:lnTo>
                  <a:pt x="906" y="1589"/>
                </a:lnTo>
                <a:lnTo>
                  <a:pt x="905" y="1589"/>
                </a:lnTo>
                <a:lnTo>
                  <a:pt x="905" y="1590"/>
                </a:lnTo>
                <a:lnTo>
                  <a:pt x="904" y="1590"/>
                </a:lnTo>
                <a:lnTo>
                  <a:pt x="904" y="1589"/>
                </a:lnTo>
                <a:lnTo>
                  <a:pt x="903" y="1589"/>
                </a:lnTo>
                <a:lnTo>
                  <a:pt x="903" y="1588"/>
                </a:lnTo>
                <a:lnTo>
                  <a:pt x="903" y="1587"/>
                </a:lnTo>
                <a:lnTo>
                  <a:pt x="902" y="1587"/>
                </a:lnTo>
                <a:lnTo>
                  <a:pt x="902" y="1588"/>
                </a:lnTo>
                <a:lnTo>
                  <a:pt x="901" y="1588"/>
                </a:lnTo>
                <a:lnTo>
                  <a:pt x="900" y="1587"/>
                </a:lnTo>
                <a:lnTo>
                  <a:pt x="899" y="1587"/>
                </a:lnTo>
                <a:lnTo>
                  <a:pt x="898" y="1587"/>
                </a:lnTo>
                <a:lnTo>
                  <a:pt x="897" y="1587"/>
                </a:lnTo>
                <a:lnTo>
                  <a:pt x="896" y="1587"/>
                </a:lnTo>
                <a:lnTo>
                  <a:pt x="896" y="1588"/>
                </a:lnTo>
                <a:lnTo>
                  <a:pt x="896" y="1587"/>
                </a:lnTo>
                <a:lnTo>
                  <a:pt x="895" y="1587"/>
                </a:lnTo>
                <a:lnTo>
                  <a:pt x="894" y="1586"/>
                </a:lnTo>
                <a:lnTo>
                  <a:pt x="894" y="1585"/>
                </a:lnTo>
                <a:lnTo>
                  <a:pt x="894" y="1584"/>
                </a:lnTo>
                <a:lnTo>
                  <a:pt x="894" y="1583"/>
                </a:lnTo>
                <a:lnTo>
                  <a:pt x="894" y="1582"/>
                </a:lnTo>
                <a:lnTo>
                  <a:pt x="894" y="1581"/>
                </a:lnTo>
                <a:lnTo>
                  <a:pt x="893" y="1581"/>
                </a:lnTo>
                <a:lnTo>
                  <a:pt x="892" y="1582"/>
                </a:lnTo>
                <a:lnTo>
                  <a:pt x="892" y="1581"/>
                </a:lnTo>
                <a:lnTo>
                  <a:pt x="891" y="1581"/>
                </a:lnTo>
                <a:lnTo>
                  <a:pt x="890" y="1581"/>
                </a:lnTo>
                <a:lnTo>
                  <a:pt x="890" y="1582"/>
                </a:lnTo>
                <a:lnTo>
                  <a:pt x="889" y="1582"/>
                </a:lnTo>
                <a:lnTo>
                  <a:pt x="889" y="1581"/>
                </a:lnTo>
                <a:lnTo>
                  <a:pt x="888" y="1582"/>
                </a:lnTo>
                <a:lnTo>
                  <a:pt x="888" y="1581"/>
                </a:lnTo>
                <a:lnTo>
                  <a:pt x="890" y="1580"/>
                </a:lnTo>
                <a:lnTo>
                  <a:pt x="889" y="1580"/>
                </a:lnTo>
                <a:lnTo>
                  <a:pt x="889" y="1579"/>
                </a:lnTo>
                <a:lnTo>
                  <a:pt x="889" y="1578"/>
                </a:lnTo>
                <a:lnTo>
                  <a:pt x="888" y="1578"/>
                </a:lnTo>
                <a:lnTo>
                  <a:pt x="887" y="1578"/>
                </a:lnTo>
                <a:lnTo>
                  <a:pt x="886" y="1578"/>
                </a:lnTo>
                <a:lnTo>
                  <a:pt x="886" y="1579"/>
                </a:lnTo>
                <a:lnTo>
                  <a:pt x="885" y="1579"/>
                </a:lnTo>
                <a:lnTo>
                  <a:pt x="885" y="1578"/>
                </a:lnTo>
                <a:lnTo>
                  <a:pt x="885" y="1579"/>
                </a:lnTo>
                <a:lnTo>
                  <a:pt x="886" y="1579"/>
                </a:lnTo>
                <a:lnTo>
                  <a:pt x="886" y="1580"/>
                </a:lnTo>
                <a:lnTo>
                  <a:pt x="885" y="1580"/>
                </a:lnTo>
                <a:lnTo>
                  <a:pt x="884" y="1580"/>
                </a:lnTo>
                <a:lnTo>
                  <a:pt x="883" y="1579"/>
                </a:lnTo>
                <a:lnTo>
                  <a:pt x="883" y="1578"/>
                </a:lnTo>
                <a:lnTo>
                  <a:pt x="884" y="1578"/>
                </a:lnTo>
                <a:lnTo>
                  <a:pt x="884" y="1577"/>
                </a:lnTo>
                <a:lnTo>
                  <a:pt x="883" y="1577"/>
                </a:lnTo>
                <a:lnTo>
                  <a:pt x="883" y="1576"/>
                </a:lnTo>
                <a:lnTo>
                  <a:pt x="882" y="1576"/>
                </a:lnTo>
                <a:lnTo>
                  <a:pt x="882" y="1575"/>
                </a:lnTo>
                <a:lnTo>
                  <a:pt x="881" y="1575"/>
                </a:lnTo>
                <a:lnTo>
                  <a:pt x="880" y="1574"/>
                </a:lnTo>
                <a:lnTo>
                  <a:pt x="880" y="1573"/>
                </a:lnTo>
                <a:lnTo>
                  <a:pt x="879" y="1573"/>
                </a:lnTo>
                <a:lnTo>
                  <a:pt x="878" y="1573"/>
                </a:lnTo>
                <a:lnTo>
                  <a:pt x="877" y="1573"/>
                </a:lnTo>
                <a:lnTo>
                  <a:pt x="878" y="1572"/>
                </a:lnTo>
                <a:lnTo>
                  <a:pt x="878" y="1571"/>
                </a:lnTo>
                <a:lnTo>
                  <a:pt x="878" y="1570"/>
                </a:lnTo>
                <a:lnTo>
                  <a:pt x="877" y="1570"/>
                </a:lnTo>
                <a:lnTo>
                  <a:pt x="876" y="1570"/>
                </a:lnTo>
                <a:lnTo>
                  <a:pt x="876" y="1571"/>
                </a:lnTo>
                <a:lnTo>
                  <a:pt x="876" y="1570"/>
                </a:lnTo>
                <a:lnTo>
                  <a:pt x="875" y="1570"/>
                </a:lnTo>
                <a:lnTo>
                  <a:pt x="874" y="1569"/>
                </a:lnTo>
                <a:lnTo>
                  <a:pt x="873" y="1568"/>
                </a:lnTo>
                <a:lnTo>
                  <a:pt x="873" y="1567"/>
                </a:lnTo>
                <a:lnTo>
                  <a:pt x="873" y="1566"/>
                </a:lnTo>
                <a:lnTo>
                  <a:pt x="873" y="1565"/>
                </a:lnTo>
                <a:lnTo>
                  <a:pt x="873" y="1564"/>
                </a:lnTo>
                <a:lnTo>
                  <a:pt x="874" y="1563"/>
                </a:lnTo>
                <a:lnTo>
                  <a:pt x="874" y="1562"/>
                </a:lnTo>
                <a:lnTo>
                  <a:pt x="874" y="1561"/>
                </a:lnTo>
                <a:lnTo>
                  <a:pt x="874" y="1560"/>
                </a:lnTo>
                <a:lnTo>
                  <a:pt x="874" y="1559"/>
                </a:lnTo>
                <a:lnTo>
                  <a:pt x="874" y="1558"/>
                </a:lnTo>
                <a:lnTo>
                  <a:pt x="874" y="1557"/>
                </a:lnTo>
                <a:lnTo>
                  <a:pt x="874" y="1556"/>
                </a:lnTo>
                <a:lnTo>
                  <a:pt x="874" y="1555"/>
                </a:lnTo>
                <a:lnTo>
                  <a:pt x="873" y="1555"/>
                </a:lnTo>
                <a:lnTo>
                  <a:pt x="873" y="1554"/>
                </a:lnTo>
                <a:lnTo>
                  <a:pt x="873" y="1553"/>
                </a:lnTo>
                <a:lnTo>
                  <a:pt x="872" y="1553"/>
                </a:lnTo>
                <a:lnTo>
                  <a:pt x="871" y="1553"/>
                </a:lnTo>
                <a:lnTo>
                  <a:pt x="871" y="1552"/>
                </a:lnTo>
                <a:lnTo>
                  <a:pt x="871" y="1551"/>
                </a:lnTo>
                <a:lnTo>
                  <a:pt x="871" y="1550"/>
                </a:lnTo>
                <a:lnTo>
                  <a:pt x="871" y="1549"/>
                </a:lnTo>
                <a:lnTo>
                  <a:pt x="870" y="1549"/>
                </a:lnTo>
                <a:lnTo>
                  <a:pt x="869" y="1549"/>
                </a:lnTo>
                <a:lnTo>
                  <a:pt x="869" y="1548"/>
                </a:lnTo>
                <a:lnTo>
                  <a:pt x="870" y="1547"/>
                </a:lnTo>
                <a:lnTo>
                  <a:pt x="871" y="1547"/>
                </a:lnTo>
                <a:lnTo>
                  <a:pt x="871" y="1546"/>
                </a:lnTo>
                <a:lnTo>
                  <a:pt x="871" y="1545"/>
                </a:lnTo>
                <a:lnTo>
                  <a:pt x="870" y="1545"/>
                </a:lnTo>
                <a:lnTo>
                  <a:pt x="870" y="1546"/>
                </a:lnTo>
                <a:lnTo>
                  <a:pt x="869" y="1546"/>
                </a:lnTo>
                <a:lnTo>
                  <a:pt x="869" y="1545"/>
                </a:lnTo>
                <a:lnTo>
                  <a:pt x="868" y="1545"/>
                </a:lnTo>
                <a:lnTo>
                  <a:pt x="868" y="1543"/>
                </a:lnTo>
                <a:lnTo>
                  <a:pt x="869" y="1543"/>
                </a:lnTo>
                <a:lnTo>
                  <a:pt x="869" y="1544"/>
                </a:lnTo>
                <a:lnTo>
                  <a:pt x="870" y="1543"/>
                </a:lnTo>
                <a:lnTo>
                  <a:pt x="870" y="1542"/>
                </a:lnTo>
                <a:lnTo>
                  <a:pt x="870" y="1541"/>
                </a:lnTo>
                <a:lnTo>
                  <a:pt x="869" y="1541"/>
                </a:lnTo>
                <a:lnTo>
                  <a:pt x="868" y="1541"/>
                </a:lnTo>
                <a:lnTo>
                  <a:pt x="867" y="1541"/>
                </a:lnTo>
                <a:lnTo>
                  <a:pt x="866" y="1541"/>
                </a:lnTo>
                <a:lnTo>
                  <a:pt x="866" y="1540"/>
                </a:lnTo>
                <a:lnTo>
                  <a:pt x="867" y="1540"/>
                </a:lnTo>
                <a:lnTo>
                  <a:pt x="868" y="1539"/>
                </a:lnTo>
                <a:lnTo>
                  <a:pt x="868" y="1538"/>
                </a:lnTo>
                <a:lnTo>
                  <a:pt x="869" y="1538"/>
                </a:lnTo>
                <a:lnTo>
                  <a:pt x="868" y="1538"/>
                </a:lnTo>
                <a:lnTo>
                  <a:pt x="868" y="1537"/>
                </a:lnTo>
                <a:lnTo>
                  <a:pt x="867" y="1537"/>
                </a:lnTo>
                <a:lnTo>
                  <a:pt x="866" y="1537"/>
                </a:lnTo>
                <a:lnTo>
                  <a:pt x="866" y="1536"/>
                </a:lnTo>
                <a:lnTo>
                  <a:pt x="865" y="1536"/>
                </a:lnTo>
                <a:lnTo>
                  <a:pt x="865" y="1537"/>
                </a:lnTo>
                <a:lnTo>
                  <a:pt x="864" y="1537"/>
                </a:lnTo>
                <a:lnTo>
                  <a:pt x="864" y="1538"/>
                </a:lnTo>
                <a:lnTo>
                  <a:pt x="863" y="1538"/>
                </a:lnTo>
                <a:lnTo>
                  <a:pt x="862" y="1538"/>
                </a:lnTo>
                <a:lnTo>
                  <a:pt x="861" y="1538"/>
                </a:lnTo>
                <a:lnTo>
                  <a:pt x="860" y="1538"/>
                </a:lnTo>
                <a:lnTo>
                  <a:pt x="860" y="1537"/>
                </a:lnTo>
                <a:lnTo>
                  <a:pt x="859" y="1536"/>
                </a:lnTo>
                <a:lnTo>
                  <a:pt x="858" y="1536"/>
                </a:lnTo>
                <a:lnTo>
                  <a:pt x="857" y="1536"/>
                </a:lnTo>
                <a:lnTo>
                  <a:pt x="856" y="1536"/>
                </a:lnTo>
                <a:lnTo>
                  <a:pt x="856" y="1537"/>
                </a:lnTo>
                <a:lnTo>
                  <a:pt x="855" y="1537"/>
                </a:lnTo>
                <a:lnTo>
                  <a:pt x="855" y="1538"/>
                </a:lnTo>
                <a:lnTo>
                  <a:pt x="854" y="1539"/>
                </a:lnTo>
                <a:lnTo>
                  <a:pt x="854" y="1540"/>
                </a:lnTo>
                <a:lnTo>
                  <a:pt x="854" y="1541"/>
                </a:lnTo>
                <a:lnTo>
                  <a:pt x="853" y="1542"/>
                </a:lnTo>
                <a:lnTo>
                  <a:pt x="853" y="1543"/>
                </a:lnTo>
                <a:lnTo>
                  <a:pt x="852" y="1544"/>
                </a:lnTo>
                <a:lnTo>
                  <a:pt x="851" y="1545"/>
                </a:lnTo>
                <a:lnTo>
                  <a:pt x="850" y="1545"/>
                </a:lnTo>
                <a:lnTo>
                  <a:pt x="849" y="1545"/>
                </a:lnTo>
                <a:lnTo>
                  <a:pt x="848" y="1546"/>
                </a:lnTo>
                <a:lnTo>
                  <a:pt x="847" y="1546"/>
                </a:lnTo>
                <a:lnTo>
                  <a:pt x="845" y="1547"/>
                </a:lnTo>
                <a:lnTo>
                  <a:pt x="844" y="1548"/>
                </a:lnTo>
                <a:lnTo>
                  <a:pt x="843" y="1549"/>
                </a:lnTo>
                <a:lnTo>
                  <a:pt x="842" y="1550"/>
                </a:lnTo>
                <a:lnTo>
                  <a:pt x="841" y="1551"/>
                </a:lnTo>
                <a:lnTo>
                  <a:pt x="840" y="1551"/>
                </a:lnTo>
                <a:lnTo>
                  <a:pt x="839" y="1550"/>
                </a:lnTo>
                <a:lnTo>
                  <a:pt x="839" y="1549"/>
                </a:lnTo>
                <a:lnTo>
                  <a:pt x="838" y="1548"/>
                </a:lnTo>
                <a:lnTo>
                  <a:pt x="838" y="1547"/>
                </a:lnTo>
                <a:lnTo>
                  <a:pt x="837" y="1547"/>
                </a:lnTo>
                <a:lnTo>
                  <a:pt x="836" y="1548"/>
                </a:lnTo>
                <a:lnTo>
                  <a:pt x="835" y="1548"/>
                </a:lnTo>
                <a:lnTo>
                  <a:pt x="834" y="1549"/>
                </a:lnTo>
                <a:lnTo>
                  <a:pt x="833" y="1549"/>
                </a:lnTo>
                <a:lnTo>
                  <a:pt x="832" y="1549"/>
                </a:lnTo>
                <a:lnTo>
                  <a:pt x="831" y="1549"/>
                </a:lnTo>
                <a:lnTo>
                  <a:pt x="830" y="1549"/>
                </a:lnTo>
                <a:lnTo>
                  <a:pt x="829" y="1549"/>
                </a:lnTo>
                <a:lnTo>
                  <a:pt x="829" y="1550"/>
                </a:lnTo>
                <a:lnTo>
                  <a:pt x="830" y="1551"/>
                </a:lnTo>
                <a:lnTo>
                  <a:pt x="830" y="1552"/>
                </a:lnTo>
                <a:lnTo>
                  <a:pt x="831" y="1552"/>
                </a:lnTo>
                <a:lnTo>
                  <a:pt x="832" y="1552"/>
                </a:lnTo>
                <a:lnTo>
                  <a:pt x="832" y="1553"/>
                </a:lnTo>
                <a:lnTo>
                  <a:pt x="832" y="1554"/>
                </a:lnTo>
                <a:lnTo>
                  <a:pt x="832" y="1555"/>
                </a:lnTo>
                <a:lnTo>
                  <a:pt x="832" y="1556"/>
                </a:lnTo>
                <a:lnTo>
                  <a:pt x="831" y="1557"/>
                </a:lnTo>
                <a:lnTo>
                  <a:pt x="831" y="1560"/>
                </a:lnTo>
                <a:lnTo>
                  <a:pt x="830" y="1562"/>
                </a:lnTo>
                <a:lnTo>
                  <a:pt x="829" y="1564"/>
                </a:lnTo>
                <a:lnTo>
                  <a:pt x="829" y="1565"/>
                </a:lnTo>
                <a:lnTo>
                  <a:pt x="828" y="1566"/>
                </a:lnTo>
                <a:lnTo>
                  <a:pt x="827" y="1568"/>
                </a:lnTo>
                <a:lnTo>
                  <a:pt x="827" y="1569"/>
                </a:lnTo>
                <a:lnTo>
                  <a:pt x="826" y="1570"/>
                </a:lnTo>
                <a:lnTo>
                  <a:pt x="825" y="1570"/>
                </a:lnTo>
                <a:lnTo>
                  <a:pt x="825" y="1571"/>
                </a:lnTo>
                <a:lnTo>
                  <a:pt x="823" y="1571"/>
                </a:lnTo>
                <a:lnTo>
                  <a:pt x="823" y="1570"/>
                </a:lnTo>
                <a:lnTo>
                  <a:pt x="822" y="1570"/>
                </a:lnTo>
                <a:lnTo>
                  <a:pt x="822" y="1569"/>
                </a:lnTo>
                <a:lnTo>
                  <a:pt x="821" y="1569"/>
                </a:lnTo>
                <a:lnTo>
                  <a:pt x="821" y="1568"/>
                </a:lnTo>
                <a:lnTo>
                  <a:pt x="820" y="1567"/>
                </a:lnTo>
                <a:lnTo>
                  <a:pt x="819" y="1567"/>
                </a:lnTo>
                <a:lnTo>
                  <a:pt x="819" y="1566"/>
                </a:lnTo>
                <a:lnTo>
                  <a:pt x="819" y="1565"/>
                </a:lnTo>
                <a:lnTo>
                  <a:pt x="818" y="1565"/>
                </a:lnTo>
                <a:lnTo>
                  <a:pt x="817" y="1566"/>
                </a:lnTo>
                <a:lnTo>
                  <a:pt x="817" y="1567"/>
                </a:lnTo>
                <a:lnTo>
                  <a:pt x="818" y="1568"/>
                </a:lnTo>
                <a:lnTo>
                  <a:pt x="818" y="1569"/>
                </a:lnTo>
                <a:lnTo>
                  <a:pt x="818" y="1570"/>
                </a:lnTo>
                <a:lnTo>
                  <a:pt x="817" y="1570"/>
                </a:lnTo>
                <a:lnTo>
                  <a:pt x="816" y="1570"/>
                </a:lnTo>
                <a:lnTo>
                  <a:pt x="815" y="1569"/>
                </a:lnTo>
                <a:lnTo>
                  <a:pt x="814" y="1568"/>
                </a:lnTo>
                <a:lnTo>
                  <a:pt x="812" y="1568"/>
                </a:lnTo>
                <a:lnTo>
                  <a:pt x="811" y="1568"/>
                </a:lnTo>
                <a:lnTo>
                  <a:pt x="809" y="1568"/>
                </a:lnTo>
                <a:lnTo>
                  <a:pt x="808" y="1568"/>
                </a:lnTo>
                <a:lnTo>
                  <a:pt x="806" y="1570"/>
                </a:lnTo>
                <a:lnTo>
                  <a:pt x="805" y="1571"/>
                </a:lnTo>
                <a:lnTo>
                  <a:pt x="804" y="1572"/>
                </a:lnTo>
                <a:lnTo>
                  <a:pt x="802" y="1573"/>
                </a:lnTo>
                <a:lnTo>
                  <a:pt x="800" y="1574"/>
                </a:lnTo>
                <a:lnTo>
                  <a:pt x="799" y="1574"/>
                </a:lnTo>
                <a:lnTo>
                  <a:pt x="798" y="1574"/>
                </a:lnTo>
                <a:lnTo>
                  <a:pt x="797" y="1573"/>
                </a:lnTo>
                <a:lnTo>
                  <a:pt x="795" y="1572"/>
                </a:lnTo>
                <a:lnTo>
                  <a:pt x="794" y="1572"/>
                </a:lnTo>
                <a:lnTo>
                  <a:pt x="793" y="1573"/>
                </a:lnTo>
                <a:lnTo>
                  <a:pt x="793" y="1574"/>
                </a:lnTo>
                <a:lnTo>
                  <a:pt x="792" y="1574"/>
                </a:lnTo>
                <a:lnTo>
                  <a:pt x="792" y="1575"/>
                </a:lnTo>
                <a:lnTo>
                  <a:pt x="791" y="1576"/>
                </a:lnTo>
                <a:lnTo>
                  <a:pt x="791" y="1577"/>
                </a:lnTo>
                <a:lnTo>
                  <a:pt x="791" y="1578"/>
                </a:lnTo>
                <a:lnTo>
                  <a:pt x="790" y="1578"/>
                </a:lnTo>
                <a:lnTo>
                  <a:pt x="790" y="1579"/>
                </a:lnTo>
                <a:lnTo>
                  <a:pt x="789" y="1580"/>
                </a:lnTo>
                <a:lnTo>
                  <a:pt x="788" y="1580"/>
                </a:lnTo>
                <a:lnTo>
                  <a:pt x="787" y="1580"/>
                </a:lnTo>
                <a:lnTo>
                  <a:pt x="786" y="1581"/>
                </a:lnTo>
                <a:lnTo>
                  <a:pt x="785" y="1581"/>
                </a:lnTo>
                <a:lnTo>
                  <a:pt x="785" y="1580"/>
                </a:lnTo>
                <a:lnTo>
                  <a:pt x="784" y="1580"/>
                </a:lnTo>
                <a:lnTo>
                  <a:pt x="783" y="1579"/>
                </a:lnTo>
                <a:lnTo>
                  <a:pt x="783" y="1577"/>
                </a:lnTo>
                <a:lnTo>
                  <a:pt x="784" y="1577"/>
                </a:lnTo>
                <a:lnTo>
                  <a:pt x="785" y="1576"/>
                </a:lnTo>
                <a:lnTo>
                  <a:pt x="786" y="1575"/>
                </a:lnTo>
                <a:lnTo>
                  <a:pt x="786" y="1574"/>
                </a:lnTo>
                <a:lnTo>
                  <a:pt x="786" y="1573"/>
                </a:lnTo>
                <a:lnTo>
                  <a:pt x="786" y="1572"/>
                </a:lnTo>
                <a:lnTo>
                  <a:pt x="785" y="1572"/>
                </a:lnTo>
                <a:lnTo>
                  <a:pt x="784" y="1572"/>
                </a:lnTo>
                <a:lnTo>
                  <a:pt x="783" y="1573"/>
                </a:lnTo>
                <a:lnTo>
                  <a:pt x="782" y="1573"/>
                </a:lnTo>
                <a:lnTo>
                  <a:pt x="781" y="1572"/>
                </a:lnTo>
                <a:lnTo>
                  <a:pt x="780" y="1572"/>
                </a:lnTo>
                <a:lnTo>
                  <a:pt x="779" y="1571"/>
                </a:lnTo>
                <a:lnTo>
                  <a:pt x="779" y="1570"/>
                </a:lnTo>
                <a:lnTo>
                  <a:pt x="778" y="1568"/>
                </a:lnTo>
                <a:lnTo>
                  <a:pt x="777" y="1567"/>
                </a:lnTo>
                <a:lnTo>
                  <a:pt x="777" y="1566"/>
                </a:lnTo>
                <a:lnTo>
                  <a:pt x="776" y="1565"/>
                </a:lnTo>
                <a:lnTo>
                  <a:pt x="776" y="1564"/>
                </a:lnTo>
                <a:lnTo>
                  <a:pt x="776" y="1563"/>
                </a:lnTo>
                <a:lnTo>
                  <a:pt x="775" y="1563"/>
                </a:lnTo>
                <a:lnTo>
                  <a:pt x="775" y="1562"/>
                </a:lnTo>
                <a:lnTo>
                  <a:pt x="775" y="1561"/>
                </a:lnTo>
                <a:lnTo>
                  <a:pt x="775" y="1560"/>
                </a:lnTo>
                <a:lnTo>
                  <a:pt x="774" y="1560"/>
                </a:lnTo>
                <a:lnTo>
                  <a:pt x="773" y="1560"/>
                </a:lnTo>
                <a:lnTo>
                  <a:pt x="772" y="1560"/>
                </a:lnTo>
                <a:lnTo>
                  <a:pt x="771" y="1560"/>
                </a:lnTo>
                <a:lnTo>
                  <a:pt x="770" y="1561"/>
                </a:lnTo>
                <a:lnTo>
                  <a:pt x="767" y="1561"/>
                </a:lnTo>
                <a:lnTo>
                  <a:pt x="766" y="1561"/>
                </a:lnTo>
                <a:lnTo>
                  <a:pt x="764" y="1561"/>
                </a:lnTo>
                <a:lnTo>
                  <a:pt x="763" y="1561"/>
                </a:lnTo>
                <a:lnTo>
                  <a:pt x="762" y="1560"/>
                </a:lnTo>
                <a:lnTo>
                  <a:pt x="761" y="1559"/>
                </a:lnTo>
                <a:lnTo>
                  <a:pt x="761" y="1558"/>
                </a:lnTo>
                <a:lnTo>
                  <a:pt x="761" y="1556"/>
                </a:lnTo>
                <a:lnTo>
                  <a:pt x="761" y="1555"/>
                </a:lnTo>
                <a:lnTo>
                  <a:pt x="760" y="1555"/>
                </a:lnTo>
                <a:lnTo>
                  <a:pt x="759" y="1553"/>
                </a:lnTo>
                <a:lnTo>
                  <a:pt x="758" y="1553"/>
                </a:lnTo>
                <a:lnTo>
                  <a:pt x="757" y="1553"/>
                </a:lnTo>
                <a:lnTo>
                  <a:pt x="756" y="1553"/>
                </a:lnTo>
                <a:lnTo>
                  <a:pt x="756" y="1554"/>
                </a:lnTo>
                <a:lnTo>
                  <a:pt x="756" y="1555"/>
                </a:lnTo>
                <a:lnTo>
                  <a:pt x="756" y="1557"/>
                </a:lnTo>
                <a:lnTo>
                  <a:pt x="756" y="1558"/>
                </a:lnTo>
                <a:lnTo>
                  <a:pt x="756" y="1559"/>
                </a:lnTo>
                <a:lnTo>
                  <a:pt x="755" y="1561"/>
                </a:lnTo>
                <a:lnTo>
                  <a:pt x="755" y="1562"/>
                </a:lnTo>
                <a:lnTo>
                  <a:pt x="754" y="1562"/>
                </a:lnTo>
                <a:lnTo>
                  <a:pt x="754" y="1563"/>
                </a:lnTo>
                <a:lnTo>
                  <a:pt x="754" y="1564"/>
                </a:lnTo>
                <a:lnTo>
                  <a:pt x="754" y="1565"/>
                </a:lnTo>
                <a:lnTo>
                  <a:pt x="754" y="1566"/>
                </a:lnTo>
                <a:lnTo>
                  <a:pt x="754" y="1567"/>
                </a:lnTo>
                <a:lnTo>
                  <a:pt x="755" y="1567"/>
                </a:lnTo>
                <a:lnTo>
                  <a:pt x="755" y="1568"/>
                </a:lnTo>
                <a:lnTo>
                  <a:pt x="756" y="1570"/>
                </a:lnTo>
                <a:lnTo>
                  <a:pt x="757" y="1571"/>
                </a:lnTo>
                <a:lnTo>
                  <a:pt x="757" y="1572"/>
                </a:lnTo>
                <a:lnTo>
                  <a:pt x="757" y="1573"/>
                </a:lnTo>
                <a:lnTo>
                  <a:pt x="757" y="1574"/>
                </a:lnTo>
                <a:lnTo>
                  <a:pt x="756" y="1575"/>
                </a:lnTo>
                <a:lnTo>
                  <a:pt x="755" y="1575"/>
                </a:lnTo>
                <a:lnTo>
                  <a:pt x="754" y="1575"/>
                </a:lnTo>
                <a:lnTo>
                  <a:pt x="753" y="1574"/>
                </a:lnTo>
                <a:lnTo>
                  <a:pt x="752" y="1574"/>
                </a:lnTo>
                <a:lnTo>
                  <a:pt x="750" y="1573"/>
                </a:lnTo>
                <a:lnTo>
                  <a:pt x="749" y="1572"/>
                </a:lnTo>
                <a:lnTo>
                  <a:pt x="748" y="1572"/>
                </a:lnTo>
                <a:lnTo>
                  <a:pt x="748" y="1573"/>
                </a:lnTo>
                <a:lnTo>
                  <a:pt x="746" y="1574"/>
                </a:lnTo>
                <a:lnTo>
                  <a:pt x="746" y="1575"/>
                </a:lnTo>
                <a:lnTo>
                  <a:pt x="746" y="1576"/>
                </a:lnTo>
                <a:lnTo>
                  <a:pt x="744" y="1577"/>
                </a:lnTo>
                <a:lnTo>
                  <a:pt x="743" y="1578"/>
                </a:lnTo>
                <a:lnTo>
                  <a:pt x="742" y="1578"/>
                </a:lnTo>
                <a:lnTo>
                  <a:pt x="741" y="1577"/>
                </a:lnTo>
                <a:lnTo>
                  <a:pt x="741" y="1576"/>
                </a:lnTo>
                <a:lnTo>
                  <a:pt x="741" y="1572"/>
                </a:lnTo>
                <a:lnTo>
                  <a:pt x="740" y="1572"/>
                </a:lnTo>
                <a:lnTo>
                  <a:pt x="739" y="1571"/>
                </a:lnTo>
                <a:lnTo>
                  <a:pt x="738" y="1571"/>
                </a:lnTo>
                <a:lnTo>
                  <a:pt x="738" y="1572"/>
                </a:lnTo>
                <a:lnTo>
                  <a:pt x="737" y="1572"/>
                </a:lnTo>
                <a:lnTo>
                  <a:pt x="737" y="1573"/>
                </a:lnTo>
                <a:lnTo>
                  <a:pt x="736" y="1573"/>
                </a:lnTo>
                <a:lnTo>
                  <a:pt x="736" y="1574"/>
                </a:lnTo>
                <a:lnTo>
                  <a:pt x="736" y="1576"/>
                </a:lnTo>
                <a:lnTo>
                  <a:pt x="736" y="1577"/>
                </a:lnTo>
                <a:lnTo>
                  <a:pt x="735" y="1577"/>
                </a:lnTo>
                <a:lnTo>
                  <a:pt x="735" y="1578"/>
                </a:lnTo>
                <a:lnTo>
                  <a:pt x="734" y="1578"/>
                </a:lnTo>
                <a:lnTo>
                  <a:pt x="732" y="1578"/>
                </a:lnTo>
                <a:lnTo>
                  <a:pt x="731" y="1578"/>
                </a:lnTo>
                <a:lnTo>
                  <a:pt x="730" y="1577"/>
                </a:lnTo>
                <a:lnTo>
                  <a:pt x="729" y="1577"/>
                </a:lnTo>
                <a:lnTo>
                  <a:pt x="727" y="1578"/>
                </a:lnTo>
                <a:lnTo>
                  <a:pt x="726" y="1579"/>
                </a:lnTo>
                <a:lnTo>
                  <a:pt x="726" y="1580"/>
                </a:lnTo>
                <a:lnTo>
                  <a:pt x="725" y="1580"/>
                </a:lnTo>
                <a:lnTo>
                  <a:pt x="725" y="1581"/>
                </a:lnTo>
                <a:lnTo>
                  <a:pt x="724" y="1581"/>
                </a:lnTo>
                <a:lnTo>
                  <a:pt x="723" y="1582"/>
                </a:lnTo>
                <a:lnTo>
                  <a:pt x="722" y="1582"/>
                </a:lnTo>
                <a:lnTo>
                  <a:pt x="721" y="1582"/>
                </a:lnTo>
                <a:lnTo>
                  <a:pt x="720" y="1582"/>
                </a:lnTo>
                <a:lnTo>
                  <a:pt x="719" y="1582"/>
                </a:lnTo>
                <a:lnTo>
                  <a:pt x="718" y="1581"/>
                </a:lnTo>
                <a:lnTo>
                  <a:pt x="716" y="1580"/>
                </a:lnTo>
                <a:lnTo>
                  <a:pt x="715" y="1580"/>
                </a:lnTo>
                <a:lnTo>
                  <a:pt x="714" y="1580"/>
                </a:lnTo>
                <a:lnTo>
                  <a:pt x="713" y="1580"/>
                </a:lnTo>
                <a:lnTo>
                  <a:pt x="713" y="1581"/>
                </a:lnTo>
                <a:lnTo>
                  <a:pt x="712" y="1581"/>
                </a:lnTo>
                <a:lnTo>
                  <a:pt x="712" y="1582"/>
                </a:lnTo>
                <a:lnTo>
                  <a:pt x="713" y="1582"/>
                </a:lnTo>
                <a:lnTo>
                  <a:pt x="713" y="1583"/>
                </a:lnTo>
                <a:lnTo>
                  <a:pt x="714" y="1583"/>
                </a:lnTo>
                <a:lnTo>
                  <a:pt x="714" y="1584"/>
                </a:lnTo>
                <a:lnTo>
                  <a:pt x="715" y="1584"/>
                </a:lnTo>
                <a:lnTo>
                  <a:pt x="714" y="1585"/>
                </a:lnTo>
                <a:lnTo>
                  <a:pt x="714" y="1586"/>
                </a:lnTo>
                <a:lnTo>
                  <a:pt x="714" y="1587"/>
                </a:lnTo>
                <a:lnTo>
                  <a:pt x="713" y="1587"/>
                </a:lnTo>
                <a:lnTo>
                  <a:pt x="712" y="1588"/>
                </a:lnTo>
                <a:lnTo>
                  <a:pt x="712" y="1589"/>
                </a:lnTo>
                <a:lnTo>
                  <a:pt x="711" y="1589"/>
                </a:lnTo>
                <a:lnTo>
                  <a:pt x="709" y="1589"/>
                </a:lnTo>
                <a:lnTo>
                  <a:pt x="708" y="1589"/>
                </a:lnTo>
                <a:lnTo>
                  <a:pt x="707" y="1589"/>
                </a:lnTo>
                <a:lnTo>
                  <a:pt x="706" y="1589"/>
                </a:lnTo>
                <a:lnTo>
                  <a:pt x="705" y="1588"/>
                </a:lnTo>
                <a:lnTo>
                  <a:pt x="704" y="1588"/>
                </a:lnTo>
                <a:lnTo>
                  <a:pt x="703" y="1588"/>
                </a:lnTo>
                <a:lnTo>
                  <a:pt x="703" y="1587"/>
                </a:lnTo>
                <a:lnTo>
                  <a:pt x="702" y="1587"/>
                </a:lnTo>
                <a:lnTo>
                  <a:pt x="702" y="1586"/>
                </a:lnTo>
                <a:lnTo>
                  <a:pt x="701" y="1586"/>
                </a:lnTo>
                <a:lnTo>
                  <a:pt x="701" y="1584"/>
                </a:lnTo>
                <a:lnTo>
                  <a:pt x="700" y="1584"/>
                </a:lnTo>
                <a:lnTo>
                  <a:pt x="700" y="1583"/>
                </a:lnTo>
                <a:lnTo>
                  <a:pt x="699" y="1583"/>
                </a:lnTo>
                <a:lnTo>
                  <a:pt x="699" y="1582"/>
                </a:lnTo>
                <a:lnTo>
                  <a:pt x="697" y="1582"/>
                </a:lnTo>
                <a:lnTo>
                  <a:pt x="696" y="1583"/>
                </a:lnTo>
                <a:lnTo>
                  <a:pt x="695" y="1583"/>
                </a:lnTo>
                <a:lnTo>
                  <a:pt x="694" y="1583"/>
                </a:lnTo>
                <a:lnTo>
                  <a:pt x="694" y="1584"/>
                </a:lnTo>
                <a:lnTo>
                  <a:pt x="693" y="1584"/>
                </a:lnTo>
                <a:lnTo>
                  <a:pt x="692" y="1585"/>
                </a:lnTo>
                <a:lnTo>
                  <a:pt x="691" y="1585"/>
                </a:lnTo>
                <a:lnTo>
                  <a:pt x="691" y="1586"/>
                </a:lnTo>
                <a:lnTo>
                  <a:pt x="691" y="1587"/>
                </a:lnTo>
                <a:lnTo>
                  <a:pt x="691" y="1588"/>
                </a:lnTo>
                <a:lnTo>
                  <a:pt x="690" y="1588"/>
                </a:lnTo>
                <a:lnTo>
                  <a:pt x="688" y="1588"/>
                </a:lnTo>
                <a:lnTo>
                  <a:pt x="687" y="1587"/>
                </a:lnTo>
                <a:lnTo>
                  <a:pt x="686" y="1587"/>
                </a:lnTo>
                <a:lnTo>
                  <a:pt x="685" y="1586"/>
                </a:lnTo>
                <a:lnTo>
                  <a:pt x="684" y="1586"/>
                </a:lnTo>
                <a:lnTo>
                  <a:pt x="684" y="1585"/>
                </a:lnTo>
                <a:lnTo>
                  <a:pt x="684" y="1584"/>
                </a:lnTo>
                <a:lnTo>
                  <a:pt x="683" y="1584"/>
                </a:lnTo>
                <a:lnTo>
                  <a:pt x="684" y="1584"/>
                </a:lnTo>
                <a:lnTo>
                  <a:pt x="683" y="1583"/>
                </a:lnTo>
                <a:lnTo>
                  <a:pt x="683" y="1582"/>
                </a:lnTo>
                <a:lnTo>
                  <a:pt x="682" y="1581"/>
                </a:lnTo>
                <a:lnTo>
                  <a:pt x="681" y="1580"/>
                </a:lnTo>
                <a:lnTo>
                  <a:pt x="680" y="1580"/>
                </a:lnTo>
                <a:lnTo>
                  <a:pt x="679" y="1579"/>
                </a:lnTo>
                <a:lnTo>
                  <a:pt x="679" y="1578"/>
                </a:lnTo>
                <a:lnTo>
                  <a:pt x="679" y="1577"/>
                </a:lnTo>
                <a:lnTo>
                  <a:pt x="680" y="1577"/>
                </a:lnTo>
                <a:lnTo>
                  <a:pt x="680" y="1576"/>
                </a:lnTo>
                <a:lnTo>
                  <a:pt x="681" y="1575"/>
                </a:lnTo>
                <a:lnTo>
                  <a:pt x="681" y="1574"/>
                </a:lnTo>
                <a:lnTo>
                  <a:pt x="681" y="1573"/>
                </a:lnTo>
                <a:lnTo>
                  <a:pt x="681" y="1572"/>
                </a:lnTo>
                <a:lnTo>
                  <a:pt x="680" y="1571"/>
                </a:lnTo>
                <a:lnTo>
                  <a:pt x="680" y="1569"/>
                </a:lnTo>
                <a:lnTo>
                  <a:pt x="679" y="1569"/>
                </a:lnTo>
                <a:lnTo>
                  <a:pt x="679" y="1568"/>
                </a:lnTo>
                <a:lnTo>
                  <a:pt x="678" y="1568"/>
                </a:lnTo>
                <a:lnTo>
                  <a:pt x="677" y="1568"/>
                </a:lnTo>
                <a:lnTo>
                  <a:pt x="675" y="1568"/>
                </a:lnTo>
                <a:lnTo>
                  <a:pt x="674" y="1569"/>
                </a:lnTo>
                <a:lnTo>
                  <a:pt x="673" y="1570"/>
                </a:lnTo>
                <a:lnTo>
                  <a:pt x="672" y="1570"/>
                </a:lnTo>
                <a:lnTo>
                  <a:pt x="671" y="1570"/>
                </a:lnTo>
                <a:lnTo>
                  <a:pt x="670" y="1571"/>
                </a:lnTo>
                <a:lnTo>
                  <a:pt x="669" y="1571"/>
                </a:lnTo>
                <a:lnTo>
                  <a:pt x="668" y="1571"/>
                </a:lnTo>
                <a:lnTo>
                  <a:pt x="667" y="1570"/>
                </a:lnTo>
                <a:lnTo>
                  <a:pt x="666" y="1570"/>
                </a:lnTo>
                <a:lnTo>
                  <a:pt x="666" y="1569"/>
                </a:lnTo>
                <a:lnTo>
                  <a:pt x="665" y="1569"/>
                </a:lnTo>
                <a:lnTo>
                  <a:pt x="665" y="1568"/>
                </a:lnTo>
                <a:lnTo>
                  <a:pt x="664" y="1568"/>
                </a:lnTo>
                <a:lnTo>
                  <a:pt x="664" y="1567"/>
                </a:lnTo>
                <a:lnTo>
                  <a:pt x="664" y="1566"/>
                </a:lnTo>
                <a:lnTo>
                  <a:pt x="664" y="1565"/>
                </a:lnTo>
                <a:lnTo>
                  <a:pt x="664" y="1564"/>
                </a:lnTo>
                <a:lnTo>
                  <a:pt x="665" y="1563"/>
                </a:lnTo>
                <a:lnTo>
                  <a:pt x="665" y="1562"/>
                </a:lnTo>
                <a:lnTo>
                  <a:pt x="665" y="1561"/>
                </a:lnTo>
                <a:lnTo>
                  <a:pt x="664" y="1561"/>
                </a:lnTo>
                <a:lnTo>
                  <a:pt x="663" y="1561"/>
                </a:lnTo>
                <a:lnTo>
                  <a:pt x="662" y="1561"/>
                </a:lnTo>
                <a:lnTo>
                  <a:pt x="661" y="1562"/>
                </a:lnTo>
                <a:lnTo>
                  <a:pt x="660" y="1562"/>
                </a:lnTo>
                <a:lnTo>
                  <a:pt x="659" y="1562"/>
                </a:lnTo>
                <a:lnTo>
                  <a:pt x="658" y="1561"/>
                </a:lnTo>
                <a:lnTo>
                  <a:pt x="657" y="1560"/>
                </a:lnTo>
                <a:lnTo>
                  <a:pt x="657" y="1559"/>
                </a:lnTo>
                <a:lnTo>
                  <a:pt x="657" y="1557"/>
                </a:lnTo>
                <a:lnTo>
                  <a:pt x="658" y="1557"/>
                </a:lnTo>
                <a:lnTo>
                  <a:pt x="658" y="1556"/>
                </a:lnTo>
                <a:lnTo>
                  <a:pt x="658" y="1555"/>
                </a:lnTo>
                <a:lnTo>
                  <a:pt x="658" y="1554"/>
                </a:lnTo>
                <a:lnTo>
                  <a:pt x="657" y="1553"/>
                </a:lnTo>
                <a:lnTo>
                  <a:pt x="656" y="1553"/>
                </a:lnTo>
                <a:lnTo>
                  <a:pt x="656" y="1554"/>
                </a:lnTo>
                <a:lnTo>
                  <a:pt x="655" y="1554"/>
                </a:lnTo>
                <a:lnTo>
                  <a:pt x="655" y="1555"/>
                </a:lnTo>
                <a:lnTo>
                  <a:pt x="654" y="1555"/>
                </a:lnTo>
                <a:lnTo>
                  <a:pt x="653" y="1557"/>
                </a:lnTo>
                <a:lnTo>
                  <a:pt x="652" y="1558"/>
                </a:lnTo>
                <a:lnTo>
                  <a:pt x="651" y="1559"/>
                </a:lnTo>
                <a:lnTo>
                  <a:pt x="650" y="1559"/>
                </a:lnTo>
                <a:lnTo>
                  <a:pt x="649" y="1559"/>
                </a:lnTo>
                <a:lnTo>
                  <a:pt x="648" y="1559"/>
                </a:lnTo>
                <a:lnTo>
                  <a:pt x="647" y="1559"/>
                </a:lnTo>
                <a:lnTo>
                  <a:pt x="646" y="1559"/>
                </a:lnTo>
                <a:lnTo>
                  <a:pt x="646" y="1558"/>
                </a:lnTo>
                <a:lnTo>
                  <a:pt x="645" y="1558"/>
                </a:lnTo>
                <a:lnTo>
                  <a:pt x="645" y="1557"/>
                </a:lnTo>
                <a:lnTo>
                  <a:pt x="644" y="1557"/>
                </a:lnTo>
                <a:lnTo>
                  <a:pt x="644" y="1556"/>
                </a:lnTo>
                <a:lnTo>
                  <a:pt x="644" y="1555"/>
                </a:lnTo>
                <a:lnTo>
                  <a:pt x="644" y="1554"/>
                </a:lnTo>
                <a:lnTo>
                  <a:pt x="644" y="1553"/>
                </a:lnTo>
                <a:lnTo>
                  <a:pt x="644" y="1552"/>
                </a:lnTo>
                <a:lnTo>
                  <a:pt x="645" y="1551"/>
                </a:lnTo>
                <a:lnTo>
                  <a:pt x="645" y="1550"/>
                </a:lnTo>
                <a:lnTo>
                  <a:pt x="644" y="1550"/>
                </a:lnTo>
                <a:lnTo>
                  <a:pt x="643" y="1550"/>
                </a:lnTo>
                <a:lnTo>
                  <a:pt x="642" y="1550"/>
                </a:lnTo>
                <a:lnTo>
                  <a:pt x="641" y="1550"/>
                </a:lnTo>
                <a:lnTo>
                  <a:pt x="640" y="1550"/>
                </a:lnTo>
                <a:lnTo>
                  <a:pt x="640" y="1549"/>
                </a:lnTo>
                <a:lnTo>
                  <a:pt x="641" y="1549"/>
                </a:lnTo>
                <a:lnTo>
                  <a:pt x="642" y="1548"/>
                </a:lnTo>
                <a:lnTo>
                  <a:pt x="642" y="1547"/>
                </a:lnTo>
                <a:lnTo>
                  <a:pt x="642" y="1546"/>
                </a:lnTo>
                <a:lnTo>
                  <a:pt x="642" y="1545"/>
                </a:lnTo>
                <a:lnTo>
                  <a:pt x="641" y="1545"/>
                </a:lnTo>
                <a:lnTo>
                  <a:pt x="641" y="1544"/>
                </a:lnTo>
                <a:lnTo>
                  <a:pt x="638" y="1544"/>
                </a:lnTo>
                <a:lnTo>
                  <a:pt x="637" y="1544"/>
                </a:lnTo>
                <a:lnTo>
                  <a:pt x="636" y="1544"/>
                </a:lnTo>
                <a:lnTo>
                  <a:pt x="636" y="1543"/>
                </a:lnTo>
                <a:lnTo>
                  <a:pt x="635" y="1542"/>
                </a:lnTo>
                <a:lnTo>
                  <a:pt x="635" y="1540"/>
                </a:lnTo>
                <a:lnTo>
                  <a:pt x="635" y="1539"/>
                </a:lnTo>
                <a:lnTo>
                  <a:pt x="634" y="1539"/>
                </a:lnTo>
                <a:lnTo>
                  <a:pt x="633" y="1538"/>
                </a:lnTo>
                <a:lnTo>
                  <a:pt x="632" y="1537"/>
                </a:lnTo>
                <a:lnTo>
                  <a:pt x="631" y="1536"/>
                </a:lnTo>
                <a:lnTo>
                  <a:pt x="630" y="1536"/>
                </a:lnTo>
                <a:lnTo>
                  <a:pt x="629" y="1536"/>
                </a:lnTo>
                <a:lnTo>
                  <a:pt x="629" y="1535"/>
                </a:lnTo>
                <a:lnTo>
                  <a:pt x="628" y="1535"/>
                </a:lnTo>
                <a:lnTo>
                  <a:pt x="628" y="1534"/>
                </a:lnTo>
                <a:lnTo>
                  <a:pt x="627" y="1534"/>
                </a:lnTo>
                <a:lnTo>
                  <a:pt x="626" y="1535"/>
                </a:lnTo>
                <a:lnTo>
                  <a:pt x="625" y="1535"/>
                </a:lnTo>
                <a:lnTo>
                  <a:pt x="624" y="1535"/>
                </a:lnTo>
                <a:lnTo>
                  <a:pt x="624" y="1536"/>
                </a:lnTo>
                <a:lnTo>
                  <a:pt x="623" y="1536"/>
                </a:lnTo>
                <a:lnTo>
                  <a:pt x="622" y="1536"/>
                </a:lnTo>
                <a:lnTo>
                  <a:pt x="622" y="1535"/>
                </a:lnTo>
                <a:lnTo>
                  <a:pt x="621" y="1535"/>
                </a:lnTo>
                <a:lnTo>
                  <a:pt x="621" y="1534"/>
                </a:lnTo>
                <a:lnTo>
                  <a:pt x="620" y="1533"/>
                </a:lnTo>
                <a:lnTo>
                  <a:pt x="619" y="1532"/>
                </a:lnTo>
                <a:lnTo>
                  <a:pt x="619" y="1531"/>
                </a:lnTo>
                <a:lnTo>
                  <a:pt x="619" y="1530"/>
                </a:lnTo>
                <a:lnTo>
                  <a:pt x="620" y="1530"/>
                </a:lnTo>
                <a:lnTo>
                  <a:pt x="620" y="1529"/>
                </a:lnTo>
                <a:lnTo>
                  <a:pt x="621" y="1529"/>
                </a:lnTo>
                <a:lnTo>
                  <a:pt x="622" y="1529"/>
                </a:lnTo>
                <a:lnTo>
                  <a:pt x="623" y="1529"/>
                </a:lnTo>
                <a:lnTo>
                  <a:pt x="623" y="1528"/>
                </a:lnTo>
                <a:lnTo>
                  <a:pt x="624" y="1528"/>
                </a:lnTo>
                <a:lnTo>
                  <a:pt x="624" y="1527"/>
                </a:lnTo>
                <a:lnTo>
                  <a:pt x="624" y="1526"/>
                </a:lnTo>
                <a:lnTo>
                  <a:pt x="625" y="1526"/>
                </a:lnTo>
                <a:lnTo>
                  <a:pt x="626" y="1526"/>
                </a:lnTo>
                <a:lnTo>
                  <a:pt x="627" y="1525"/>
                </a:lnTo>
                <a:lnTo>
                  <a:pt x="627" y="1524"/>
                </a:lnTo>
                <a:lnTo>
                  <a:pt x="626" y="1524"/>
                </a:lnTo>
                <a:lnTo>
                  <a:pt x="626" y="1523"/>
                </a:lnTo>
                <a:lnTo>
                  <a:pt x="625" y="1523"/>
                </a:lnTo>
                <a:lnTo>
                  <a:pt x="624" y="1522"/>
                </a:lnTo>
                <a:lnTo>
                  <a:pt x="623" y="1522"/>
                </a:lnTo>
                <a:lnTo>
                  <a:pt x="623" y="1521"/>
                </a:lnTo>
                <a:lnTo>
                  <a:pt x="622" y="1521"/>
                </a:lnTo>
                <a:lnTo>
                  <a:pt x="622" y="1520"/>
                </a:lnTo>
                <a:lnTo>
                  <a:pt x="621" y="1519"/>
                </a:lnTo>
                <a:lnTo>
                  <a:pt x="621" y="1518"/>
                </a:lnTo>
                <a:lnTo>
                  <a:pt x="621" y="1517"/>
                </a:lnTo>
                <a:lnTo>
                  <a:pt x="622" y="1517"/>
                </a:lnTo>
                <a:lnTo>
                  <a:pt x="623" y="1517"/>
                </a:lnTo>
                <a:lnTo>
                  <a:pt x="624" y="1517"/>
                </a:lnTo>
                <a:lnTo>
                  <a:pt x="625" y="1517"/>
                </a:lnTo>
                <a:lnTo>
                  <a:pt x="626" y="1517"/>
                </a:lnTo>
                <a:lnTo>
                  <a:pt x="626" y="1516"/>
                </a:lnTo>
                <a:lnTo>
                  <a:pt x="626" y="1515"/>
                </a:lnTo>
                <a:lnTo>
                  <a:pt x="626" y="1514"/>
                </a:lnTo>
                <a:lnTo>
                  <a:pt x="626" y="1513"/>
                </a:lnTo>
                <a:lnTo>
                  <a:pt x="625" y="1513"/>
                </a:lnTo>
                <a:lnTo>
                  <a:pt x="625" y="1512"/>
                </a:lnTo>
                <a:lnTo>
                  <a:pt x="625" y="1511"/>
                </a:lnTo>
                <a:lnTo>
                  <a:pt x="625" y="1510"/>
                </a:lnTo>
                <a:lnTo>
                  <a:pt x="624" y="1510"/>
                </a:lnTo>
                <a:lnTo>
                  <a:pt x="624" y="1509"/>
                </a:lnTo>
                <a:lnTo>
                  <a:pt x="624" y="1508"/>
                </a:lnTo>
                <a:lnTo>
                  <a:pt x="623" y="1507"/>
                </a:lnTo>
                <a:lnTo>
                  <a:pt x="622" y="1506"/>
                </a:lnTo>
                <a:lnTo>
                  <a:pt x="621" y="1506"/>
                </a:lnTo>
                <a:lnTo>
                  <a:pt x="620" y="1506"/>
                </a:lnTo>
                <a:lnTo>
                  <a:pt x="619" y="1506"/>
                </a:lnTo>
                <a:lnTo>
                  <a:pt x="618" y="1506"/>
                </a:lnTo>
                <a:lnTo>
                  <a:pt x="617" y="1506"/>
                </a:lnTo>
                <a:lnTo>
                  <a:pt x="616" y="1506"/>
                </a:lnTo>
                <a:lnTo>
                  <a:pt x="616" y="1505"/>
                </a:lnTo>
                <a:lnTo>
                  <a:pt x="615" y="1505"/>
                </a:lnTo>
                <a:lnTo>
                  <a:pt x="614" y="1505"/>
                </a:lnTo>
                <a:lnTo>
                  <a:pt x="613" y="1504"/>
                </a:lnTo>
                <a:lnTo>
                  <a:pt x="612" y="1504"/>
                </a:lnTo>
                <a:lnTo>
                  <a:pt x="612" y="1503"/>
                </a:lnTo>
                <a:lnTo>
                  <a:pt x="611" y="1503"/>
                </a:lnTo>
                <a:lnTo>
                  <a:pt x="610" y="1502"/>
                </a:lnTo>
                <a:lnTo>
                  <a:pt x="610" y="1501"/>
                </a:lnTo>
                <a:lnTo>
                  <a:pt x="609" y="1501"/>
                </a:lnTo>
                <a:lnTo>
                  <a:pt x="609" y="1500"/>
                </a:lnTo>
                <a:lnTo>
                  <a:pt x="608" y="1500"/>
                </a:lnTo>
                <a:lnTo>
                  <a:pt x="608" y="1499"/>
                </a:lnTo>
                <a:lnTo>
                  <a:pt x="608" y="1498"/>
                </a:lnTo>
                <a:lnTo>
                  <a:pt x="607" y="1498"/>
                </a:lnTo>
                <a:lnTo>
                  <a:pt x="607" y="1497"/>
                </a:lnTo>
                <a:lnTo>
                  <a:pt x="607" y="1496"/>
                </a:lnTo>
                <a:lnTo>
                  <a:pt x="607" y="1495"/>
                </a:lnTo>
                <a:lnTo>
                  <a:pt x="607" y="1494"/>
                </a:lnTo>
                <a:lnTo>
                  <a:pt x="607" y="1493"/>
                </a:lnTo>
                <a:lnTo>
                  <a:pt x="608" y="1492"/>
                </a:lnTo>
                <a:lnTo>
                  <a:pt x="608" y="1491"/>
                </a:lnTo>
                <a:lnTo>
                  <a:pt x="608" y="1490"/>
                </a:lnTo>
                <a:lnTo>
                  <a:pt x="609" y="1490"/>
                </a:lnTo>
                <a:lnTo>
                  <a:pt x="610" y="1490"/>
                </a:lnTo>
                <a:lnTo>
                  <a:pt x="611" y="1490"/>
                </a:lnTo>
                <a:lnTo>
                  <a:pt x="612" y="1490"/>
                </a:lnTo>
                <a:lnTo>
                  <a:pt x="613" y="1489"/>
                </a:lnTo>
                <a:lnTo>
                  <a:pt x="613" y="1488"/>
                </a:lnTo>
                <a:lnTo>
                  <a:pt x="614" y="1488"/>
                </a:lnTo>
                <a:lnTo>
                  <a:pt x="614" y="1487"/>
                </a:lnTo>
                <a:lnTo>
                  <a:pt x="613" y="1487"/>
                </a:lnTo>
                <a:lnTo>
                  <a:pt x="613" y="1486"/>
                </a:lnTo>
                <a:lnTo>
                  <a:pt x="612" y="1486"/>
                </a:lnTo>
                <a:lnTo>
                  <a:pt x="611" y="1486"/>
                </a:lnTo>
                <a:lnTo>
                  <a:pt x="611" y="1485"/>
                </a:lnTo>
                <a:lnTo>
                  <a:pt x="609" y="1485"/>
                </a:lnTo>
                <a:lnTo>
                  <a:pt x="608" y="1485"/>
                </a:lnTo>
                <a:lnTo>
                  <a:pt x="608" y="1484"/>
                </a:lnTo>
                <a:lnTo>
                  <a:pt x="608" y="1483"/>
                </a:lnTo>
                <a:lnTo>
                  <a:pt x="608" y="1482"/>
                </a:lnTo>
                <a:lnTo>
                  <a:pt x="609" y="1482"/>
                </a:lnTo>
                <a:lnTo>
                  <a:pt x="610" y="1482"/>
                </a:lnTo>
                <a:lnTo>
                  <a:pt x="611" y="1482"/>
                </a:lnTo>
                <a:lnTo>
                  <a:pt x="612" y="1482"/>
                </a:lnTo>
                <a:lnTo>
                  <a:pt x="613" y="1482"/>
                </a:lnTo>
                <a:lnTo>
                  <a:pt x="614" y="1482"/>
                </a:lnTo>
                <a:lnTo>
                  <a:pt x="615" y="1481"/>
                </a:lnTo>
                <a:lnTo>
                  <a:pt x="615" y="1480"/>
                </a:lnTo>
                <a:lnTo>
                  <a:pt x="614" y="1479"/>
                </a:lnTo>
                <a:lnTo>
                  <a:pt x="614" y="1478"/>
                </a:lnTo>
                <a:lnTo>
                  <a:pt x="613" y="1476"/>
                </a:lnTo>
                <a:lnTo>
                  <a:pt x="613" y="1475"/>
                </a:lnTo>
                <a:lnTo>
                  <a:pt x="612" y="1475"/>
                </a:lnTo>
                <a:lnTo>
                  <a:pt x="611" y="1475"/>
                </a:lnTo>
                <a:lnTo>
                  <a:pt x="611" y="1474"/>
                </a:lnTo>
                <a:lnTo>
                  <a:pt x="610" y="1474"/>
                </a:lnTo>
                <a:lnTo>
                  <a:pt x="609" y="1474"/>
                </a:lnTo>
                <a:lnTo>
                  <a:pt x="608" y="1473"/>
                </a:lnTo>
                <a:lnTo>
                  <a:pt x="608" y="1472"/>
                </a:lnTo>
                <a:lnTo>
                  <a:pt x="609" y="1471"/>
                </a:lnTo>
                <a:lnTo>
                  <a:pt x="610" y="1470"/>
                </a:lnTo>
                <a:lnTo>
                  <a:pt x="610" y="1469"/>
                </a:lnTo>
                <a:lnTo>
                  <a:pt x="609" y="1469"/>
                </a:lnTo>
                <a:lnTo>
                  <a:pt x="609" y="1468"/>
                </a:lnTo>
                <a:lnTo>
                  <a:pt x="609" y="1467"/>
                </a:lnTo>
                <a:lnTo>
                  <a:pt x="608" y="1467"/>
                </a:lnTo>
                <a:lnTo>
                  <a:pt x="607" y="1467"/>
                </a:lnTo>
                <a:lnTo>
                  <a:pt x="606" y="1467"/>
                </a:lnTo>
                <a:lnTo>
                  <a:pt x="605" y="1467"/>
                </a:lnTo>
                <a:lnTo>
                  <a:pt x="605" y="1466"/>
                </a:lnTo>
                <a:lnTo>
                  <a:pt x="605" y="1465"/>
                </a:lnTo>
                <a:lnTo>
                  <a:pt x="605" y="1464"/>
                </a:lnTo>
                <a:lnTo>
                  <a:pt x="606" y="1464"/>
                </a:lnTo>
                <a:lnTo>
                  <a:pt x="607" y="1463"/>
                </a:lnTo>
                <a:lnTo>
                  <a:pt x="608" y="1463"/>
                </a:lnTo>
                <a:lnTo>
                  <a:pt x="608" y="1462"/>
                </a:lnTo>
                <a:lnTo>
                  <a:pt x="608" y="1461"/>
                </a:lnTo>
                <a:lnTo>
                  <a:pt x="607" y="1460"/>
                </a:lnTo>
                <a:lnTo>
                  <a:pt x="606" y="1460"/>
                </a:lnTo>
                <a:lnTo>
                  <a:pt x="605" y="1459"/>
                </a:lnTo>
                <a:lnTo>
                  <a:pt x="604" y="1459"/>
                </a:lnTo>
                <a:lnTo>
                  <a:pt x="604" y="1458"/>
                </a:lnTo>
                <a:lnTo>
                  <a:pt x="603" y="1458"/>
                </a:lnTo>
                <a:lnTo>
                  <a:pt x="603" y="1457"/>
                </a:lnTo>
                <a:lnTo>
                  <a:pt x="604" y="1456"/>
                </a:lnTo>
                <a:lnTo>
                  <a:pt x="604" y="1455"/>
                </a:lnTo>
                <a:lnTo>
                  <a:pt x="605" y="1455"/>
                </a:lnTo>
                <a:lnTo>
                  <a:pt x="605" y="1454"/>
                </a:lnTo>
                <a:lnTo>
                  <a:pt x="605" y="1453"/>
                </a:lnTo>
                <a:lnTo>
                  <a:pt x="605" y="1452"/>
                </a:lnTo>
                <a:lnTo>
                  <a:pt x="604" y="1452"/>
                </a:lnTo>
                <a:lnTo>
                  <a:pt x="603" y="1452"/>
                </a:lnTo>
                <a:lnTo>
                  <a:pt x="603" y="1453"/>
                </a:lnTo>
                <a:lnTo>
                  <a:pt x="602" y="1453"/>
                </a:lnTo>
                <a:lnTo>
                  <a:pt x="602" y="1454"/>
                </a:lnTo>
                <a:lnTo>
                  <a:pt x="601" y="1454"/>
                </a:lnTo>
                <a:lnTo>
                  <a:pt x="600" y="1454"/>
                </a:lnTo>
                <a:lnTo>
                  <a:pt x="600" y="1453"/>
                </a:lnTo>
                <a:lnTo>
                  <a:pt x="600" y="1452"/>
                </a:lnTo>
                <a:lnTo>
                  <a:pt x="600" y="1451"/>
                </a:lnTo>
                <a:lnTo>
                  <a:pt x="600" y="1450"/>
                </a:lnTo>
                <a:lnTo>
                  <a:pt x="599" y="1449"/>
                </a:lnTo>
                <a:lnTo>
                  <a:pt x="598" y="1449"/>
                </a:lnTo>
                <a:lnTo>
                  <a:pt x="597" y="1448"/>
                </a:lnTo>
                <a:lnTo>
                  <a:pt x="597" y="1447"/>
                </a:lnTo>
                <a:lnTo>
                  <a:pt x="596" y="1446"/>
                </a:lnTo>
                <a:lnTo>
                  <a:pt x="596" y="1445"/>
                </a:lnTo>
                <a:lnTo>
                  <a:pt x="596" y="1444"/>
                </a:lnTo>
                <a:lnTo>
                  <a:pt x="597" y="1444"/>
                </a:lnTo>
                <a:lnTo>
                  <a:pt x="598" y="1443"/>
                </a:lnTo>
                <a:lnTo>
                  <a:pt x="599" y="1443"/>
                </a:lnTo>
                <a:lnTo>
                  <a:pt x="599" y="1442"/>
                </a:lnTo>
                <a:lnTo>
                  <a:pt x="599" y="1441"/>
                </a:lnTo>
                <a:lnTo>
                  <a:pt x="598" y="1440"/>
                </a:lnTo>
                <a:lnTo>
                  <a:pt x="597" y="1440"/>
                </a:lnTo>
                <a:lnTo>
                  <a:pt x="597" y="1439"/>
                </a:lnTo>
                <a:lnTo>
                  <a:pt x="596" y="1439"/>
                </a:lnTo>
                <a:lnTo>
                  <a:pt x="595" y="1438"/>
                </a:lnTo>
                <a:lnTo>
                  <a:pt x="594" y="1438"/>
                </a:lnTo>
                <a:lnTo>
                  <a:pt x="594" y="1437"/>
                </a:lnTo>
                <a:lnTo>
                  <a:pt x="593" y="1436"/>
                </a:lnTo>
                <a:lnTo>
                  <a:pt x="593" y="1435"/>
                </a:lnTo>
                <a:lnTo>
                  <a:pt x="594" y="1434"/>
                </a:lnTo>
                <a:lnTo>
                  <a:pt x="594" y="1433"/>
                </a:lnTo>
                <a:lnTo>
                  <a:pt x="595" y="1433"/>
                </a:lnTo>
                <a:lnTo>
                  <a:pt x="595" y="1432"/>
                </a:lnTo>
                <a:lnTo>
                  <a:pt x="595" y="1431"/>
                </a:lnTo>
                <a:lnTo>
                  <a:pt x="594" y="1431"/>
                </a:lnTo>
                <a:lnTo>
                  <a:pt x="594" y="1430"/>
                </a:lnTo>
                <a:lnTo>
                  <a:pt x="593" y="1429"/>
                </a:lnTo>
                <a:lnTo>
                  <a:pt x="593" y="1428"/>
                </a:lnTo>
                <a:lnTo>
                  <a:pt x="590" y="1430"/>
                </a:lnTo>
                <a:lnTo>
                  <a:pt x="590" y="1432"/>
                </a:lnTo>
                <a:lnTo>
                  <a:pt x="590" y="1433"/>
                </a:lnTo>
                <a:lnTo>
                  <a:pt x="590" y="1434"/>
                </a:lnTo>
                <a:lnTo>
                  <a:pt x="589" y="1435"/>
                </a:lnTo>
                <a:lnTo>
                  <a:pt x="589" y="1436"/>
                </a:lnTo>
                <a:lnTo>
                  <a:pt x="589" y="1437"/>
                </a:lnTo>
                <a:lnTo>
                  <a:pt x="589" y="1436"/>
                </a:lnTo>
                <a:lnTo>
                  <a:pt x="587" y="1436"/>
                </a:lnTo>
                <a:lnTo>
                  <a:pt x="586" y="1436"/>
                </a:lnTo>
                <a:lnTo>
                  <a:pt x="586" y="1435"/>
                </a:lnTo>
                <a:lnTo>
                  <a:pt x="585" y="1435"/>
                </a:lnTo>
                <a:lnTo>
                  <a:pt x="586" y="1435"/>
                </a:lnTo>
                <a:lnTo>
                  <a:pt x="586" y="1434"/>
                </a:lnTo>
                <a:lnTo>
                  <a:pt x="586" y="1433"/>
                </a:lnTo>
                <a:lnTo>
                  <a:pt x="587" y="1433"/>
                </a:lnTo>
                <a:lnTo>
                  <a:pt x="587" y="1432"/>
                </a:lnTo>
                <a:lnTo>
                  <a:pt x="586" y="1432"/>
                </a:lnTo>
                <a:lnTo>
                  <a:pt x="586" y="1431"/>
                </a:lnTo>
                <a:lnTo>
                  <a:pt x="586" y="1430"/>
                </a:lnTo>
                <a:lnTo>
                  <a:pt x="585" y="1430"/>
                </a:lnTo>
                <a:lnTo>
                  <a:pt x="586" y="1429"/>
                </a:lnTo>
                <a:lnTo>
                  <a:pt x="586" y="1428"/>
                </a:lnTo>
                <a:lnTo>
                  <a:pt x="585" y="1427"/>
                </a:lnTo>
                <a:lnTo>
                  <a:pt x="584" y="1427"/>
                </a:lnTo>
                <a:lnTo>
                  <a:pt x="583" y="1428"/>
                </a:lnTo>
                <a:lnTo>
                  <a:pt x="582" y="1428"/>
                </a:lnTo>
                <a:lnTo>
                  <a:pt x="581" y="1429"/>
                </a:lnTo>
                <a:lnTo>
                  <a:pt x="580" y="1429"/>
                </a:lnTo>
                <a:lnTo>
                  <a:pt x="579" y="1429"/>
                </a:lnTo>
                <a:lnTo>
                  <a:pt x="578" y="1429"/>
                </a:lnTo>
                <a:lnTo>
                  <a:pt x="577" y="1429"/>
                </a:lnTo>
                <a:lnTo>
                  <a:pt x="577" y="1430"/>
                </a:lnTo>
                <a:lnTo>
                  <a:pt x="575" y="1432"/>
                </a:lnTo>
                <a:lnTo>
                  <a:pt x="575" y="1433"/>
                </a:lnTo>
                <a:lnTo>
                  <a:pt x="574" y="1433"/>
                </a:lnTo>
                <a:lnTo>
                  <a:pt x="574" y="1434"/>
                </a:lnTo>
                <a:lnTo>
                  <a:pt x="573" y="1434"/>
                </a:lnTo>
                <a:lnTo>
                  <a:pt x="572" y="1434"/>
                </a:lnTo>
                <a:lnTo>
                  <a:pt x="572" y="1435"/>
                </a:lnTo>
                <a:lnTo>
                  <a:pt x="572" y="1436"/>
                </a:lnTo>
                <a:lnTo>
                  <a:pt x="571" y="1436"/>
                </a:lnTo>
                <a:lnTo>
                  <a:pt x="570" y="1437"/>
                </a:lnTo>
                <a:lnTo>
                  <a:pt x="570" y="1438"/>
                </a:lnTo>
                <a:lnTo>
                  <a:pt x="569" y="1439"/>
                </a:lnTo>
                <a:lnTo>
                  <a:pt x="568" y="1439"/>
                </a:lnTo>
                <a:lnTo>
                  <a:pt x="567" y="1440"/>
                </a:lnTo>
                <a:lnTo>
                  <a:pt x="566" y="1440"/>
                </a:lnTo>
                <a:lnTo>
                  <a:pt x="565" y="1440"/>
                </a:lnTo>
                <a:lnTo>
                  <a:pt x="565" y="1439"/>
                </a:lnTo>
                <a:lnTo>
                  <a:pt x="564" y="1440"/>
                </a:lnTo>
                <a:lnTo>
                  <a:pt x="563" y="1441"/>
                </a:lnTo>
                <a:lnTo>
                  <a:pt x="562" y="1442"/>
                </a:lnTo>
                <a:lnTo>
                  <a:pt x="559" y="1442"/>
                </a:lnTo>
                <a:lnTo>
                  <a:pt x="558" y="1442"/>
                </a:lnTo>
                <a:lnTo>
                  <a:pt x="558" y="1443"/>
                </a:lnTo>
                <a:lnTo>
                  <a:pt x="557" y="1443"/>
                </a:lnTo>
                <a:lnTo>
                  <a:pt x="556" y="1443"/>
                </a:lnTo>
                <a:lnTo>
                  <a:pt x="555" y="1443"/>
                </a:lnTo>
                <a:lnTo>
                  <a:pt x="554" y="1443"/>
                </a:lnTo>
                <a:lnTo>
                  <a:pt x="553" y="1443"/>
                </a:lnTo>
                <a:lnTo>
                  <a:pt x="552" y="1443"/>
                </a:lnTo>
                <a:lnTo>
                  <a:pt x="549" y="1445"/>
                </a:lnTo>
                <a:lnTo>
                  <a:pt x="548" y="1445"/>
                </a:lnTo>
                <a:lnTo>
                  <a:pt x="547" y="1445"/>
                </a:lnTo>
                <a:lnTo>
                  <a:pt x="546" y="1445"/>
                </a:lnTo>
                <a:lnTo>
                  <a:pt x="546" y="1446"/>
                </a:lnTo>
                <a:lnTo>
                  <a:pt x="546" y="1447"/>
                </a:lnTo>
                <a:lnTo>
                  <a:pt x="545" y="1447"/>
                </a:lnTo>
                <a:lnTo>
                  <a:pt x="545" y="1448"/>
                </a:lnTo>
                <a:lnTo>
                  <a:pt x="545" y="1449"/>
                </a:lnTo>
                <a:lnTo>
                  <a:pt x="545" y="1450"/>
                </a:lnTo>
                <a:lnTo>
                  <a:pt x="544" y="1450"/>
                </a:lnTo>
                <a:lnTo>
                  <a:pt x="543" y="1450"/>
                </a:lnTo>
                <a:lnTo>
                  <a:pt x="543" y="1451"/>
                </a:lnTo>
                <a:lnTo>
                  <a:pt x="542" y="1451"/>
                </a:lnTo>
                <a:lnTo>
                  <a:pt x="542" y="1452"/>
                </a:lnTo>
                <a:lnTo>
                  <a:pt x="541" y="1452"/>
                </a:lnTo>
                <a:lnTo>
                  <a:pt x="541" y="1451"/>
                </a:lnTo>
                <a:lnTo>
                  <a:pt x="540" y="1451"/>
                </a:lnTo>
                <a:lnTo>
                  <a:pt x="540" y="1450"/>
                </a:lnTo>
                <a:lnTo>
                  <a:pt x="539" y="1450"/>
                </a:lnTo>
                <a:lnTo>
                  <a:pt x="539" y="1451"/>
                </a:lnTo>
                <a:lnTo>
                  <a:pt x="538" y="1451"/>
                </a:lnTo>
                <a:lnTo>
                  <a:pt x="537" y="1450"/>
                </a:lnTo>
                <a:lnTo>
                  <a:pt x="536" y="1450"/>
                </a:lnTo>
                <a:lnTo>
                  <a:pt x="535" y="1449"/>
                </a:lnTo>
                <a:lnTo>
                  <a:pt x="535" y="1448"/>
                </a:lnTo>
                <a:lnTo>
                  <a:pt x="534" y="1448"/>
                </a:lnTo>
                <a:lnTo>
                  <a:pt x="533" y="1448"/>
                </a:lnTo>
                <a:lnTo>
                  <a:pt x="532" y="1447"/>
                </a:lnTo>
                <a:lnTo>
                  <a:pt x="531" y="1447"/>
                </a:lnTo>
                <a:lnTo>
                  <a:pt x="530" y="1448"/>
                </a:lnTo>
                <a:lnTo>
                  <a:pt x="529" y="1449"/>
                </a:lnTo>
                <a:lnTo>
                  <a:pt x="528" y="1450"/>
                </a:lnTo>
                <a:lnTo>
                  <a:pt x="528" y="1449"/>
                </a:lnTo>
                <a:lnTo>
                  <a:pt x="528" y="1450"/>
                </a:lnTo>
                <a:lnTo>
                  <a:pt x="528" y="1451"/>
                </a:lnTo>
                <a:lnTo>
                  <a:pt x="527" y="1452"/>
                </a:lnTo>
                <a:lnTo>
                  <a:pt x="527" y="1451"/>
                </a:lnTo>
                <a:lnTo>
                  <a:pt x="527" y="1452"/>
                </a:lnTo>
                <a:lnTo>
                  <a:pt x="526" y="1452"/>
                </a:lnTo>
                <a:lnTo>
                  <a:pt x="526" y="1453"/>
                </a:lnTo>
                <a:lnTo>
                  <a:pt x="525" y="1453"/>
                </a:lnTo>
                <a:lnTo>
                  <a:pt x="525" y="1454"/>
                </a:lnTo>
                <a:lnTo>
                  <a:pt x="525" y="1453"/>
                </a:lnTo>
                <a:lnTo>
                  <a:pt x="524" y="1453"/>
                </a:lnTo>
                <a:lnTo>
                  <a:pt x="524" y="1452"/>
                </a:lnTo>
                <a:lnTo>
                  <a:pt x="523" y="1453"/>
                </a:lnTo>
                <a:lnTo>
                  <a:pt x="522" y="1452"/>
                </a:lnTo>
                <a:lnTo>
                  <a:pt x="521" y="1452"/>
                </a:lnTo>
                <a:lnTo>
                  <a:pt x="521" y="1453"/>
                </a:lnTo>
                <a:lnTo>
                  <a:pt x="520" y="1453"/>
                </a:lnTo>
                <a:lnTo>
                  <a:pt x="519" y="1452"/>
                </a:lnTo>
                <a:lnTo>
                  <a:pt x="519" y="1453"/>
                </a:lnTo>
                <a:lnTo>
                  <a:pt x="518" y="1454"/>
                </a:lnTo>
                <a:lnTo>
                  <a:pt x="518" y="1453"/>
                </a:lnTo>
                <a:lnTo>
                  <a:pt x="517" y="1453"/>
                </a:lnTo>
                <a:lnTo>
                  <a:pt x="516" y="1453"/>
                </a:lnTo>
                <a:lnTo>
                  <a:pt x="516" y="1454"/>
                </a:lnTo>
                <a:lnTo>
                  <a:pt x="516" y="1455"/>
                </a:lnTo>
                <a:lnTo>
                  <a:pt x="516" y="1456"/>
                </a:lnTo>
                <a:lnTo>
                  <a:pt x="515" y="1456"/>
                </a:lnTo>
                <a:lnTo>
                  <a:pt x="515" y="1457"/>
                </a:lnTo>
                <a:lnTo>
                  <a:pt x="514" y="1458"/>
                </a:lnTo>
                <a:lnTo>
                  <a:pt x="513" y="1457"/>
                </a:lnTo>
                <a:lnTo>
                  <a:pt x="512" y="1457"/>
                </a:lnTo>
                <a:lnTo>
                  <a:pt x="512" y="1456"/>
                </a:lnTo>
                <a:lnTo>
                  <a:pt x="511" y="1455"/>
                </a:lnTo>
                <a:lnTo>
                  <a:pt x="510" y="1454"/>
                </a:lnTo>
                <a:lnTo>
                  <a:pt x="509" y="1454"/>
                </a:lnTo>
                <a:lnTo>
                  <a:pt x="508" y="1454"/>
                </a:lnTo>
                <a:lnTo>
                  <a:pt x="507" y="1453"/>
                </a:lnTo>
                <a:lnTo>
                  <a:pt x="506" y="1453"/>
                </a:lnTo>
                <a:lnTo>
                  <a:pt x="505" y="1454"/>
                </a:lnTo>
                <a:lnTo>
                  <a:pt x="504" y="1454"/>
                </a:lnTo>
                <a:lnTo>
                  <a:pt x="503" y="1454"/>
                </a:lnTo>
                <a:lnTo>
                  <a:pt x="502" y="1454"/>
                </a:lnTo>
                <a:lnTo>
                  <a:pt x="501" y="1454"/>
                </a:lnTo>
                <a:lnTo>
                  <a:pt x="500" y="1454"/>
                </a:lnTo>
                <a:lnTo>
                  <a:pt x="500" y="1453"/>
                </a:lnTo>
                <a:lnTo>
                  <a:pt x="500" y="1452"/>
                </a:lnTo>
                <a:lnTo>
                  <a:pt x="498" y="1452"/>
                </a:lnTo>
                <a:lnTo>
                  <a:pt x="497" y="1452"/>
                </a:lnTo>
                <a:lnTo>
                  <a:pt x="496" y="1452"/>
                </a:lnTo>
                <a:lnTo>
                  <a:pt x="495" y="1451"/>
                </a:lnTo>
                <a:lnTo>
                  <a:pt x="493" y="1451"/>
                </a:lnTo>
                <a:lnTo>
                  <a:pt x="492" y="1452"/>
                </a:lnTo>
                <a:lnTo>
                  <a:pt x="491" y="1452"/>
                </a:lnTo>
                <a:lnTo>
                  <a:pt x="490" y="1454"/>
                </a:lnTo>
                <a:lnTo>
                  <a:pt x="486" y="1458"/>
                </a:lnTo>
                <a:lnTo>
                  <a:pt x="485" y="1459"/>
                </a:lnTo>
                <a:lnTo>
                  <a:pt x="486" y="1458"/>
                </a:lnTo>
                <a:lnTo>
                  <a:pt x="479" y="1448"/>
                </a:lnTo>
                <a:lnTo>
                  <a:pt x="478" y="1447"/>
                </a:lnTo>
                <a:lnTo>
                  <a:pt x="471" y="1441"/>
                </a:lnTo>
                <a:lnTo>
                  <a:pt x="456" y="1424"/>
                </a:lnTo>
                <a:lnTo>
                  <a:pt x="455" y="1422"/>
                </a:lnTo>
                <a:lnTo>
                  <a:pt x="455" y="1421"/>
                </a:lnTo>
                <a:lnTo>
                  <a:pt x="455" y="1420"/>
                </a:lnTo>
                <a:lnTo>
                  <a:pt x="455" y="1419"/>
                </a:lnTo>
                <a:lnTo>
                  <a:pt x="453" y="1406"/>
                </a:lnTo>
                <a:lnTo>
                  <a:pt x="452" y="1404"/>
                </a:lnTo>
                <a:lnTo>
                  <a:pt x="452" y="1403"/>
                </a:lnTo>
                <a:lnTo>
                  <a:pt x="450" y="1399"/>
                </a:lnTo>
                <a:lnTo>
                  <a:pt x="450" y="1398"/>
                </a:lnTo>
                <a:lnTo>
                  <a:pt x="450" y="1397"/>
                </a:lnTo>
                <a:lnTo>
                  <a:pt x="450" y="1396"/>
                </a:lnTo>
                <a:lnTo>
                  <a:pt x="451" y="1396"/>
                </a:lnTo>
                <a:lnTo>
                  <a:pt x="453" y="1395"/>
                </a:lnTo>
                <a:lnTo>
                  <a:pt x="457" y="1394"/>
                </a:lnTo>
                <a:lnTo>
                  <a:pt x="456" y="1391"/>
                </a:lnTo>
                <a:lnTo>
                  <a:pt x="455" y="1390"/>
                </a:lnTo>
                <a:lnTo>
                  <a:pt x="455" y="1389"/>
                </a:lnTo>
                <a:lnTo>
                  <a:pt x="455" y="1388"/>
                </a:lnTo>
                <a:lnTo>
                  <a:pt x="454" y="1387"/>
                </a:lnTo>
                <a:lnTo>
                  <a:pt x="455" y="1386"/>
                </a:lnTo>
                <a:lnTo>
                  <a:pt x="457" y="1385"/>
                </a:lnTo>
                <a:lnTo>
                  <a:pt x="458" y="1385"/>
                </a:lnTo>
                <a:lnTo>
                  <a:pt x="459" y="1387"/>
                </a:lnTo>
                <a:lnTo>
                  <a:pt x="459" y="1388"/>
                </a:lnTo>
                <a:lnTo>
                  <a:pt x="461" y="1391"/>
                </a:lnTo>
                <a:lnTo>
                  <a:pt x="463" y="1390"/>
                </a:lnTo>
                <a:lnTo>
                  <a:pt x="462" y="1388"/>
                </a:lnTo>
                <a:lnTo>
                  <a:pt x="463" y="1388"/>
                </a:lnTo>
                <a:lnTo>
                  <a:pt x="465" y="1387"/>
                </a:lnTo>
                <a:lnTo>
                  <a:pt x="466" y="1387"/>
                </a:lnTo>
                <a:lnTo>
                  <a:pt x="468" y="1386"/>
                </a:lnTo>
                <a:lnTo>
                  <a:pt x="470" y="1385"/>
                </a:lnTo>
                <a:lnTo>
                  <a:pt x="473" y="1384"/>
                </a:lnTo>
                <a:lnTo>
                  <a:pt x="474" y="1384"/>
                </a:lnTo>
                <a:lnTo>
                  <a:pt x="475" y="1386"/>
                </a:lnTo>
                <a:lnTo>
                  <a:pt x="476" y="1387"/>
                </a:lnTo>
                <a:lnTo>
                  <a:pt x="477" y="1388"/>
                </a:lnTo>
                <a:lnTo>
                  <a:pt x="478" y="1388"/>
                </a:lnTo>
                <a:lnTo>
                  <a:pt x="479" y="1388"/>
                </a:lnTo>
                <a:lnTo>
                  <a:pt x="480" y="1387"/>
                </a:lnTo>
                <a:lnTo>
                  <a:pt x="480" y="1388"/>
                </a:lnTo>
                <a:lnTo>
                  <a:pt x="481" y="1388"/>
                </a:lnTo>
                <a:lnTo>
                  <a:pt x="482" y="1386"/>
                </a:lnTo>
                <a:lnTo>
                  <a:pt x="482" y="1387"/>
                </a:lnTo>
                <a:lnTo>
                  <a:pt x="482" y="1386"/>
                </a:lnTo>
                <a:lnTo>
                  <a:pt x="483" y="1386"/>
                </a:lnTo>
                <a:lnTo>
                  <a:pt x="482" y="1386"/>
                </a:lnTo>
                <a:lnTo>
                  <a:pt x="482" y="1385"/>
                </a:lnTo>
                <a:lnTo>
                  <a:pt x="482" y="1384"/>
                </a:lnTo>
                <a:lnTo>
                  <a:pt x="484" y="1383"/>
                </a:lnTo>
                <a:lnTo>
                  <a:pt x="484" y="1382"/>
                </a:lnTo>
                <a:lnTo>
                  <a:pt x="486" y="1382"/>
                </a:lnTo>
                <a:lnTo>
                  <a:pt x="487" y="1381"/>
                </a:lnTo>
                <a:lnTo>
                  <a:pt x="486" y="1379"/>
                </a:lnTo>
                <a:lnTo>
                  <a:pt x="486" y="1378"/>
                </a:lnTo>
                <a:lnTo>
                  <a:pt x="486" y="1377"/>
                </a:lnTo>
                <a:lnTo>
                  <a:pt x="485" y="1376"/>
                </a:lnTo>
                <a:lnTo>
                  <a:pt x="485" y="1375"/>
                </a:lnTo>
                <a:lnTo>
                  <a:pt x="485" y="1374"/>
                </a:lnTo>
                <a:lnTo>
                  <a:pt x="484" y="1374"/>
                </a:lnTo>
                <a:lnTo>
                  <a:pt x="484" y="1373"/>
                </a:lnTo>
                <a:lnTo>
                  <a:pt x="485" y="1372"/>
                </a:lnTo>
                <a:lnTo>
                  <a:pt x="487" y="1371"/>
                </a:lnTo>
                <a:lnTo>
                  <a:pt x="489" y="1371"/>
                </a:lnTo>
                <a:lnTo>
                  <a:pt x="490" y="1371"/>
                </a:lnTo>
                <a:lnTo>
                  <a:pt x="491" y="1370"/>
                </a:lnTo>
                <a:lnTo>
                  <a:pt x="491" y="1369"/>
                </a:lnTo>
                <a:lnTo>
                  <a:pt x="492" y="1369"/>
                </a:lnTo>
                <a:lnTo>
                  <a:pt x="493" y="1369"/>
                </a:lnTo>
                <a:lnTo>
                  <a:pt x="494" y="1368"/>
                </a:lnTo>
                <a:lnTo>
                  <a:pt x="495" y="1368"/>
                </a:lnTo>
                <a:lnTo>
                  <a:pt x="496" y="1366"/>
                </a:lnTo>
                <a:lnTo>
                  <a:pt x="503" y="1364"/>
                </a:lnTo>
                <a:lnTo>
                  <a:pt x="504" y="1364"/>
                </a:lnTo>
                <a:lnTo>
                  <a:pt x="511" y="1362"/>
                </a:lnTo>
                <a:lnTo>
                  <a:pt x="512" y="1361"/>
                </a:lnTo>
                <a:lnTo>
                  <a:pt x="513" y="1361"/>
                </a:lnTo>
                <a:lnTo>
                  <a:pt x="515" y="1361"/>
                </a:lnTo>
                <a:lnTo>
                  <a:pt x="516" y="1361"/>
                </a:lnTo>
                <a:lnTo>
                  <a:pt x="518" y="1360"/>
                </a:lnTo>
                <a:lnTo>
                  <a:pt x="519" y="1360"/>
                </a:lnTo>
                <a:lnTo>
                  <a:pt x="524" y="1359"/>
                </a:lnTo>
                <a:lnTo>
                  <a:pt x="528" y="1358"/>
                </a:lnTo>
                <a:lnTo>
                  <a:pt x="529" y="1358"/>
                </a:lnTo>
                <a:lnTo>
                  <a:pt x="529" y="1355"/>
                </a:lnTo>
                <a:lnTo>
                  <a:pt x="530" y="1351"/>
                </a:lnTo>
                <a:lnTo>
                  <a:pt x="530" y="1350"/>
                </a:lnTo>
                <a:lnTo>
                  <a:pt x="531" y="1349"/>
                </a:lnTo>
                <a:lnTo>
                  <a:pt x="530" y="1347"/>
                </a:lnTo>
                <a:lnTo>
                  <a:pt x="530" y="1346"/>
                </a:lnTo>
                <a:lnTo>
                  <a:pt x="529" y="1344"/>
                </a:lnTo>
                <a:lnTo>
                  <a:pt x="529" y="1342"/>
                </a:lnTo>
                <a:lnTo>
                  <a:pt x="530" y="1342"/>
                </a:lnTo>
                <a:lnTo>
                  <a:pt x="528" y="1338"/>
                </a:lnTo>
                <a:lnTo>
                  <a:pt x="528" y="1337"/>
                </a:lnTo>
                <a:lnTo>
                  <a:pt x="528" y="1336"/>
                </a:lnTo>
                <a:lnTo>
                  <a:pt x="527" y="1334"/>
                </a:lnTo>
                <a:lnTo>
                  <a:pt x="528" y="1333"/>
                </a:lnTo>
                <a:lnTo>
                  <a:pt x="528" y="1332"/>
                </a:lnTo>
                <a:lnTo>
                  <a:pt x="527" y="1332"/>
                </a:lnTo>
                <a:lnTo>
                  <a:pt x="526" y="1332"/>
                </a:lnTo>
                <a:lnTo>
                  <a:pt x="525" y="1332"/>
                </a:lnTo>
                <a:lnTo>
                  <a:pt x="525" y="1333"/>
                </a:lnTo>
                <a:lnTo>
                  <a:pt x="524" y="1333"/>
                </a:lnTo>
                <a:lnTo>
                  <a:pt x="523" y="1333"/>
                </a:lnTo>
                <a:lnTo>
                  <a:pt x="522" y="1333"/>
                </a:lnTo>
                <a:lnTo>
                  <a:pt x="522" y="1332"/>
                </a:lnTo>
                <a:lnTo>
                  <a:pt x="521" y="1332"/>
                </a:lnTo>
                <a:lnTo>
                  <a:pt x="521" y="1331"/>
                </a:lnTo>
                <a:lnTo>
                  <a:pt x="520" y="1331"/>
                </a:lnTo>
                <a:lnTo>
                  <a:pt x="520" y="1330"/>
                </a:lnTo>
                <a:lnTo>
                  <a:pt x="521" y="1330"/>
                </a:lnTo>
                <a:lnTo>
                  <a:pt x="522" y="1330"/>
                </a:lnTo>
                <a:lnTo>
                  <a:pt x="522" y="1329"/>
                </a:lnTo>
                <a:lnTo>
                  <a:pt x="523" y="1329"/>
                </a:lnTo>
                <a:lnTo>
                  <a:pt x="524" y="1328"/>
                </a:lnTo>
                <a:lnTo>
                  <a:pt x="525" y="1328"/>
                </a:lnTo>
                <a:lnTo>
                  <a:pt x="525" y="1327"/>
                </a:lnTo>
                <a:lnTo>
                  <a:pt x="525" y="1326"/>
                </a:lnTo>
                <a:lnTo>
                  <a:pt x="525" y="1325"/>
                </a:lnTo>
                <a:lnTo>
                  <a:pt x="524" y="1324"/>
                </a:lnTo>
                <a:lnTo>
                  <a:pt x="523" y="1324"/>
                </a:lnTo>
                <a:lnTo>
                  <a:pt x="522" y="1324"/>
                </a:lnTo>
                <a:lnTo>
                  <a:pt x="522" y="1323"/>
                </a:lnTo>
                <a:lnTo>
                  <a:pt x="521" y="1323"/>
                </a:lnTo>
                <a:lnTo>
                  <a:pt x="521" y="1322"/>
                </a:lnTo>
                <a:lnTo>
                  <a:pt x="521" y="1321"/>
                </a:lnTo>
                <a:lnTo>
                  <a:pt x="522" y="1320"/>
                </a:lnTo>
                <a:lnTo>
                  <a:pt x="522" y="1319"/>
                </a:lnTo>
                <a:lnTo>
                  <a:pt x="522" y="1318"/>
                </a:lnTo>
                <a:lnTo>
                  <a:pt x="521" y="1317"/>
                </a:lnTo>
                <a:lnTo>
                  <a:pt x="520" y="1317"/>
                </a:lnTo>
                <a:lnTo>
                  <a:pt x="519" y="1317"/>
                </a:lnTo>
                <a:lnTo>
                  <a:pt x="519" y="1318"/>
                </a:lnTo>
                <a:lnTo>
                  <a:pt x="519" y="1317"/>
                </a:lnTo>
                <a:lnTo>
                  <a:pt x="518" y="1317"/>
                </a:lnTo>
                <a:lnTo>
                  <a:pt x="517" y="1318"/>
                </a:lnTo>
                <a:lnTo>
                  <a:pt x="517" y="1319"/>
                </a:lnTo>
                <a:lnTo>
                  <a:pt x="518" y="1319"/>
                </a:lnTo>
                <a:lnTo>
                  <a:pt x="518" y="1320"/>
                </a:lnTo>
                <a:lnTo>
                  <a:pt x="518" y="1321"/>
                </a:lnTo>
                <a:lnTo>
                  <a:pt x="518" y="1322"/>
                </a:lnTo>
                <a:lnTo>
                  <a:pt x="517" y="1322"/>
                </a:lnTo>
                <a:lnTo>
                  <a:pt x="517" y="1323"/>
                </a:lnTo>
                <a:lnTo>
                  <a:pt x="517" y="1324"/>
                </a:lnTo>
                <a:lnTo>
                  <a:pt x="518" y="1325"/>
                </a:lnTo>
                <a:lnTo>
                  <a:pt x="518" y="1326"/>
                </a:lnTo>
                <a:lnTo>
                  <a:pt x="519" y="1326"/>
                </a:lnTo>
                <a:lnTo>
                  <a:pt x="519" y="1327"/>
                </a:lnTo>
                <a:lnTo>
                  <a:pt x="519" y="1330"/>
                </a:lnTo>
                <a:lnTo>
                  <a:pt x="519" y="1331"/>
                </a:lnTo>
                <a:lnTo>
                  <a:pt x="518" y="1331"/>
                </a:lnTo>
                <a:lnTo>
                  <a:pt x="517" y="1332"/>
                </a:lnTo>
                <a:lnTo>
                  <a:pt x="516" y="1332"/>
                </a:lnTo>
                <a:lnTo>
                  <a:pt x="515" y="1331"/>
                </a:lnTo>
                <a:lnTo>
                  <a:pt x="514" y="1331"/>
                </a:lnTo>
                <a:lnTo>
                  <a:pt x="513" y="1332"/>
                </a:lnTo>
                <a:lnTo>
                  <a:pt x="512" y="1332"/>
                </a:lnTo>
                <a:lnTo>
                  <a:pt x="512" y="1333"/>
                </a:lnTo>
                <a:lnTo>
                  <a:pt x="511" y="1333"/>
                </a:lnTo>
                <a:lnTo>
                  <a:pt x="510" y="1333"/>
                </a:lnTo>
                <a:lnTo>
                  <a:pt x="509" y="1333"/>
                </a:lnTo>
                <a:lnTo>
                  <a:pt x="509" y="1332"/>
                </a:lnTo>
                <a:lnTo>
                  <a:pt x="508" y="1332"/>
                </a:lnTo>
                <a:lnTo>
                  <a:pt x="508" y="1331"/>
                </a:lnTo>
                <a:lnTo>
                  <a:pt x="507" y="1331"/>
                </a:lnTo>
                <a:lnTo>
                  <a:pt x="506" y="1330"/>
                </a:lnTo>
                <a:lnTo>
                  <a:pt x="506" y="1329"/>
                </a:lnTo>
                <a:lnTo>
                  <a:pt x="506" y="1328"/>
                </a:lnTo>
                <a:lnTo>
                  <a:pt x="506" y="1327"/>
                </a:lnTo>
                <a:lnTo>
                  <a:pt x="506" y="1326"/>
                </a:lnTo>
                <a:lnTo>
                  <a:pt x="506" y="1325"/>
                </a:lnTo>
                <a:lnTo>
                  <a:pt x="507" y="1324"/>
                </a:lnTo>
                <a:lnTo>
                  <a:pt x="507" y="1323"/>
                </a:lnTo>
                <a:lnTo>
                  <a:pt x="507" y="1321"/>
                </a:lnTo>
                <a:lnTo>
                  <a:pt x="507" y="1320"/>
                </a:lnTo>
                <a:lnTo>
                  <a:pt x="507" y="1319"/>
                </a:lnTo>
                <a:lnTo>
                  <a:pt x="508" y="1318"/>
                </a:lnTo>
                <a:lnTo>
                  <a:pt x="508" y="1316"/>
                </a:lnTo>
                <a:lnTo>
                  <a:pt x="508" y="1315"/>
                </a:lnTo>
                <a:lnTo>
                  <a:pt x="508" y="1314"/>
                </a:lnTo>
                <a:lnTo>
                  <a:pt x="508" y="1313"/>
                </a:lnTo>
                <a:lnTo>
                  <a:pt x="509" y="1313"/>
                </a:lnTo>
                <a:lnTo>
                  <a:pt x="509" y="1311"/>
                </a:lnTo>
                <a:lnTo>
                  <a:pt x="508" y="1311"/>
                </a:lnTo>
                <a:lnTo>
                  <a:pt x="508" y="1309"/>
                </a:lnTo>
                <a:lnTo>
                  <a:pt x="509" y="1309"/>
                </a:lnTo>
                <a:lnTo>
                  <a:pt x="508" y="1308"/>
                </a:lnTo>
                <a:lnTo>
                  <a:pt x="508" y="1307"/>
                </a:lnTo>
                <a:lnTo>
                  <a:pt x="508" y="1306"/>
                </a:lnTo>
                <a:lnTo>
                  <a:pt x="507" y="1307"/>
                </a:lnTo>
                <a:lnTo>
                  <a:pt x="504" y="1308"/>
                </a:lnTo>
                <a:lnTo>
                  <a:pt x="503" y="1308"/>
                </a:lnTo>
                <a:lnTo>
                  <a:pt x="502" y="1307"/>
                </a:lnTo>
                <a:lnTo>
                  <a:pt x="502" y="1308"/>
                </a:lnTo>
                <a:lnTo>
                  <a:pt x="501" y="1308"/>
                </a:lnTo>
                <a:lnTo>
                  <a:pt x="500" y="1308"/>
                </a:lnTo>
                <a:lnTo>
                  <a:pt x="500" y="1309"/>
                </a:lnTo>
                <a:lnTo>
                  <a:pt x="500" y="1310"/>
                </a:lnTo>
                <a:lnTo>
                  <a:pt x="499" y="1310"/>
                </a:lnTo>
                <a:lnTo>
                  <a:pt x="498" y="1311"/>
                </a:lnTo>
                <a:lnTo>
                  <a:pt x="497" y="1311"/>
                </a:lnTo>
                <a:lnTo>
                  <a:pt x="497" y="1312"/>
                </a:lnTo>
                <a:lnTo>
                  <a:pt x="496" y="1312"/>
                </a:lnTo>
                <a:lnTo>
                  <a:pt x="496" y="1313"/>
                </a:lnTo>
                <a:lnTo>
                  <a:pt x="495" y="1312"/>
                </a:lnTo>
                <a:lnTo>
                  <a:pt x="494" y="1313"/>
                </a:lnTo>
                <a:lnTo>
                  <a:pt x="493" y="1313"/>
                </a:lnTo>
                <a:lnTo>
                  <a:pt x="492" y="1313"/>
                </a:lnTo>
                <a:lnTo>
                  <a:pt x="490" y="1313"/>
                </a:lnTo>
                <a:lnTo>
                  <a:pt x="490" y="1312"/>
                </a:lnTo>
                <a:lnTo>
                  <a:pt x="489" y="1311"/>
                </a:lnTo>
                <a:lnTo>
                  <a:pt x="488" y="1310"/>
                </a:lnTo>
                <a:lnTo>
                  <a:pt x="487" y="1309"/>
                </a:lnTo>
                <a:lnTo>
                  <a:pt x="485" y="1308"/>
                </a:lnTo>
                <a:lnTo>
                  <a:pt x="485" y="1307"/>
                </a:lnTo>
                <a:lnTo>
                  <a:pt x="484" y="1307"/>
                </a:lnTo>
                <a:lnTo>
                  <a:pt x="483" y="1306"/>
                </a:lnTo>
                <a:lnTo>
                  <a:pt x="482" y="1305"/>
                </a:lnTo>
                <a:lnTo>
                  <a:pt x="481" y="1305"/>
                </a:lnTo>
                <a:lnTo>
                  <a:pt x="480" y="1305"/>
                </a:lnTo>
                <a:lnTo>
                  <a:pt x="479" y="1304"/>
                </a:lnTo>
                <a:lnTo>
                  <a:pt x="479" y="1305"/>
                </a:lnTo>
                <a:lnTo>
                  <a:pt x="478" y="1304"/>
                </a:lnTo>
                <a:lnTo>
                  <a:pt x="477" y="1304"/>
                </a:lnTo>
                <a:lnTo>
                  <a:pt x="476" y="1304"/>
                </a:lnTo>
                <a:lnTo>
                  <a:pt x="475" y="1303"/>
                </a:lnTo>
                <a:lnTo>
                  <a:pt x="476" y="1304"/>
                </a:lnTo>
                <a:lnTo>
                  <a:pt x="475" y="1305"/>
                </a:lnTo>
                <a:lnTo>
                  <a:pt x="475" y="1306"/>
                </a:lnTo>
                <a:lnTo>
                  <a:pt x="476" y="1306"/>
                </a:lnTo>
                <a:lnTo>
                  <a:pt x="476" y="1307"/>
                </a:lnTo>
                <a:lnTo>
                  <a:pt x="477" y="1310"/>
                </a:lnTo>
                <a:lnTo>
                  <a:pt x="480" y="1309"/>
                </a:lnTo>
                <a:lnTo>
                  <a:pt x="483" y="1308"/>
                </a:lnTo>
                <a:lnTo>
                  <a:pt x="484" y="1308"/>
                </a:lnTo>
                <a:lnTo>
                  <a:pt x="487" y="1310"/>
                </a:lnTo>
                <a:lnTo>
                  <a:pt x="488" y="1310"/>
                </a:lnTo>
                <a:lnTo>
                  <a:pt x="489" y="1311"/>
                </a:lnTo>
                <a:lnTo>
                  <a:pt x="489" y="1312"/>
                </a:lnTo>
                <a:lnTo>
                  <a:pt x="490" y="1313"/>
                </a:lnTo>
                <a:lnTo>
                  <a:pt x="492" y="1314"/>
                </a:lnTo>
                <a:lnTo>
                  <a:pt x="492" y="1317"/>
                </a:lnTo>
                <a:lnTo>
                  <a:pt x="493" y="1317"/>
                </a:lnTo>
                <a:lnTo>
                  <a:pt x="493" y="1319"/>
                </a:lnTo>
                <a:lnTo>
                  <a:pt x="493" y="1323"/>
                </a:lnTo>
                <a:lnTo>
                  <a:pt x="491" y="1334"/>
                </a:lnTo>
                <a:lnTo>
                  <a:pt x="490" y="1334"/>
                </a:lnTo>
                <a:lnTo>
                  <a:pt x="490" y="1335"/>
                </a:lnTo>
                <a:lnTo>
                  <a:pt x="489" y="1335"/>
                </a:lnTo>
                <a:lnTo>
                  <a:pt x="489" y="1336"/>
                </a:lnTo>
                <a:lnTo>
                  <a:pt x="488" y="1336"/>
                </a:lnTo>
                <a:lnTo>
                  <a:pt x="487" y="1336"/>
                </a:lnTo>
                <a:lnTo>
                  <a:pt x="487" y="1337"/>
                </a:lnTo>
                <a:lnTo>
                  <a:pt x="486" y="1337"/>
                </a:lnTo>
                <a:lnTo>
                  <a:pt x="486" y="1336"/>
                </a:lnTo>
                <a:lnTo>
                  <a:pt x="486" y="1335"/>
                </a:lnTo>
                <a:lnTo>
                  <a:pt x="485" y="1335"/>
                </a:lnTo>
                <a:lnTo>
                  <a:pt x="485" y="1334"/>
                </a:lnTo>
                <a:lnTo>
                  <a:pt x="484" y="1332"/>
                </a:lnTo>
                <a:lnTo>
                  <a:pt x="482" y="1331"/>
                </a:lnTo>
                <a:lnTo>
                  <a:pt x="481" y="1331"/>
                </a:lnTo>
                <a:lnTo>
                  <a:pt x="480" y="1330"/>
                </a:lnTo>
                <a:lnTo>
                  <a:pt x="479" y="1331"/>
                </a:lnTo>
                <a:lnTo>
                  <a:pt x="479" y="1332"/>
                </a:lnTo>
                <a:lnTo>
                  <a:pt x="478" y="1332"/>
                </a:lnTo>
                <a:lnTo>
                  <a:pt x="477" y="1332"/>
                </a:lnTo>
                <a:lnTo>
                  <a:pt x="475" y="1332"/>
                </a:lnTo>
                <a:lnTo>
                  <a:pt x="475" y="1333"/>
                </a:lnTo>
                <a:lnTo>
                  <a:pt x="474" y="1333"/>
                </a:lnTo>
                <a:lnTo>
                  <a:pt x="474" y="1334"/>
                </a:lnTo>
                <a:lnTo>
                  <a:pt x="472" y="1333"/>
                </a:lnTo>
                <a:lnTo>
                  <a:pt x="471" y="1332"/>
                </a:lnTo>
                <a:lnTo>
                  <a:pt x="470" y="1334"/>
                </a:lnTo>
                <a:lnTo>
                  <a:pt x="469" y="1335"/>
                </a:lnTo>
                <a:lnTo>
                  <a:pt x="470" y="1335"/>
                </a:lnTo>
                <a:lnTo>
                  <a:pt x="470" y="1337"/>
                </a:lnTo>
                <a:lnTo>
                  <a:pt x="470" y="1338"/>
                </a:lnTo>
                <a:lnTo>
                  <a:pt x="470" y="1340"/>
                </a:lnTo>
                <a:lnTo>
                  <a:pt x="471" y="1340"/>
                </a:lnTo>
                <a:lnTo>
                  <a:pt x="471" y="1341"/>
                </a:lnTo>
                <a:lnTo>
                  <a:pt x="471" y="1342"/>
                </a:lnTo>
                <a:lnTo>
                  <a:pt x="470" y="1342"/>
                </a:lnTo>
                <a:lnTo>
                  <a:pt x="469" y="1342"/>
                </a:lnTo>
                <a:lnTo>
                  <a:pt x="470" y="1342"/>
                </a:lnTo>
                <a:lnTo>
                  <a:pt x="470" y="1344"/>
                </a:lnTo>
                <a:lnTo>
                  <a:pt x="469" y="1345"/>
                </a:lnTo>
                <a:lnTo>
                  <a:pt x="469" y="1346"/>
                </a:lnTo>
                <a:lnTo>
                  <a:pt x="468" y="1347"/>
                </a:lnTo>
                <a:lnTo>
                  <a:pt x="468" y="1348"/>
                </a:lnTo>
                <a:lnTo>
                  <a:pt x="467" y="1349"/>
                </a:lnTo>
                <a:lnTo>
                  <a:pt x="467" y="1352"/>
                </a:lnTo>
                <a:lnTo>
                  <a:pt x="467" y="1353"/>
                </a:lnTo>
                <a:lnTo>
                  <a:pt x="467" y="1354"/>
                </a:lnTo>
                <a:lnTo>
                  <a:pt x="467" y="1355"/>
                </a:lnTo>
                <a:lnTo>
                  <a:pt x="467" y="1356"/>
                </a:lnTo>
                <a:lnTo>
                  <a:pt x="466" y="1357"/>
                </a:lnTo>
                <a:lnTo>
                  <a:pt x="465" y="1359"/>
                </a:lnTo>
                <a:lnTo>
                  <a:pt x="464" y="1359"/>
                </a:lnTo>
                <a:lnTo>
                  <a:pt x="463" y="1359"/>
                </a:lnTo>
                <a:lnTo>
                  <a:pt x="462" y="1360"/>
                </a:lnTo>
                <a:lnTo>
                  <a:pt x="461" y="1361"/>
                </a:lnTo>
                <a:lnTo>
                  <a:pt x="460" y="1361"/>
                </a:lnTo>
                <a:lnTo>
                  <a:pt x="459" y="1361"/>
                </a:lnTo>
                <a:lnTo>
                  <a:pt x="459" y="1362"/>
                </a:lnTo>
                <a:lnTo>
                  <a:pt x="459" y="1361"/>
                </a:lnTo>
                <a:lnTo>
                  <a:pt x="458" y="1361"/>
                </a:lnTo>
                <a:lnTo>
                  <a:pt x="457" y="1361"/>
                </a:lnTo>
                <a:lnTo>
                  <a:pt x="456" y="1361"/>
                </a:lnTo>
                <a:lnTo>
                  <a:pt x="455" y="1361"/>
                </a:lnTo>
                <a:lnTo>
                  <a:pt x="454" y="1361"/>
                </a:lnTo>
                <a:lnTo>
                  <a:pt x="454" y="1360"/>
                </a:lnTo>
                <a:lnTo>
                  <a:pt x="453" y="1361"/>
                </a:lnTo>
                <a:lnTo>
                  <a:pt x="453" y="1362"/>
                </a:lnTo>
                <a:lnTo>
                  <a:pt x="452" y="1362"/>
                </a:lnTo>
                <a:lnTo>
                  <a:pt x="451" y="1363"/>
                </a:lnTo>
                <a:lnTo>
                  <a:pt x="450" y="1363"/>
                </a:lnTo>
                <a:lnTo>
                  <a:pt x="449" y="1364"/>
                </a:lnTo>
                <a:lnTo>
                  <a:pt x="449" y="1365"/>
                </a:lnTo>
                <a:lnTo>
                  <a:pt x="448" y="1365"/>
                </a:lnTo>
                <a:lnTo>
                  <a:pt x="448" y="1366"/>
                </a:lnTo>
                <a:lnTo>
                  <a:pt x="447" y="1366"/>
                </a:lnTo>
                <a:lnTo>
                  <a:pt x="446" y="1365"/>
                </a:lnTo>
                <a:lnTo>
                  <a:pt x="446" y="1366"/>
                </a:lnTo>
                <a:lnTo>
                  <a:pt x="445" y="1365"/>
                </a:lnTo>
                <a:lnTo>
                  <a:pt x="444" y="1364"/>
                </a:lnTo>
                <a:lnTo>
                  <a:pt x="444" y="1363"/>
                </a:lnTo>
                <a:lnTo>
                  <a:pt x="443" y="1363"/>
                </a:lnTo>
                <a:lnTo>
                  <a:pt x="443" y="1361"/>
                </a:lnTo>
                <a:lnTo>
                  <a:pt x="442" y="1359"/>
                </a:lnTo>
                <a:lnTo>
                  <a:pt x="441" y="1359"/>
                </a:lnTo>
                <a:lnTo>
                  <a:pt x="441" y="1358"/>
                </a:lnTo>
                <a:lnTo>
                  <a:pt x="440" y="1358"/>
                </a:lnTo>
                <a:lnTo>
                  <a:pt x="438" y="1358"/>
                </a:lnTo>
                <a:lnTo>
                  <a:pt x="436" y="1357"/>
                </a:lnTo>
                <a:lnTo>
                  <a:pt x="435" y="1356"/>
                </a:lnTo>
                <a:lnTo>
                  <a:pt x="434" y="1356"/>
                </a:lnTo>
                <a:lnTo>
                  <a:pt x="434" y="1355"/>
                </a:lnTo>
                <a:lnTo>
                  <a:pt x="433" y="1355"/>
                </a:lnTo>
                <a:lnTo>
                  <a:pt x="433" y="1356"/>
                </a:lnTo>
                <a:lnTo>
                  <a:pt x="432" y="1356"/>
                </a:lnTo>
                <a:lnTo>
                  <a:pt x="431" y="1355"/>
                </a:lnTo>
                <a:lnTo>
                  <a:pt x="432" y="1355"/>
                </a:lnTo>
                <a:lnTo>
                  <a:pt x="431" y="1354"/>
                </a:lnTo>
                <a:lnTo>
                  <a:pt x="431" y="1353"/>
                </a:lnTo>
                <a:lnTo>
                  <a:pt x="430" y="1353"/>
                </a:lnTo>
                <a:lnTo>
                  <a:pt x="430" y="1352"/>
                </a:lnTo>
                <a:lnTo>
                  <a:pt x="428" y="1352"/>
                </a:lnTo>
                <a:lnTo>
                  <a:pt x="428" y="1350"/>
                </a:lnTo>
                <a:lnTo>
                  <a:pt x="428" y="1349"/>
                </a:lnTo>
                <a:lnTo>
                  <a:pt x="427" y="1349"/>
                </a:lnTo>
                <a:lnTo>
                  <a:pt x="426" y="1348"/>
                </a:lnTo>
                <a:lnTo>
                  <a:pt x="426" y="1347"/>
                </a:lnTo>
                <a:lnTo>
                  <a:pt x="426" y="1346"/>
                </a:lnTo>
                <a:lnTo>
                  <a:pt x="426" y="1345"/>
                </a:lnTo>
                <a:lnTo>
                  <a:pt x="426" y="1344"/>
                </a:lnTo>
                <a:lnTo>
                  <a:pt x="426" y="1343"/>
                </a:lnTo>
                <a:lnTo>
                  <a:pt x="425" y="1343"/>
                </a:lnTo>
                <a:lnTo>
                  <a:pt x="425" y="1342"/>
                </a:lnTo>
                <a:lnTo>
                  <a:pt x="425" y="1341"/>
                </a:lnTo>
                <a:lnTo>
                  <a:pt x="425" y="1340"/>
                </a:lnTo>
                <a:lnTo>
                  <a:pt x="424" y="1339"/>
                </a:lnTo>
                <a:lnTo>
                  <a:pt x="423" y="1339"/>
                </a:lnTo>
                <a:lnTo>
                  <a:pt x="423" y="1338"/>
                </a:lnTo>
                <a:lnTo>
                  <a:pt x="422" y="1337"/>
                </a:lnTo>
                <a:lnTo>
                  <a:pt x="422" y="1336"/>
                </a:lnTo>
                <a:lnTo>
                  <a:pt x="421" y="1336"/>
                </a:lnTo>
                <a:lnTo>
                  <a:pt x="421" y="1335"/>
                </a:lnTo>
                <a:lnTo>
                  <a:pt x="422" y="1335"/>
                </a:lnTo>
                <a:lnTo>
                  <a:pt x="423" y="1334"/>
                </a:lnTo>
                <a:lnTo>
                  <a:pt x="423" y="1333"/>
                </a:lnTo>
                <a:lnTo>
                  <a:pt x="423" y="1331"/>
                </a:lnTo>
                <a:lnTo>
                  <a:pt x="423" y="1330"/>
                </a:lnTo>
                <a:lnTo>
                  <a:pt x="423" y="1329"/>
                </a:lnTo>
                <a:lnTo>
                  <a:pt x="422" y="1328"/>
                </a:lnTo>
                <a:lnTo>
                  <a:pt x="422" y="1327"/>
                </a:lnTo>
                <a:lnTo>
                  <a:pt x="422" y="1325"/>
                </a:lnTo>
                <a:lnTo>
                  <a:pt x="422" y="1324"/>
                </a:lnTo>
                <a:lnTo>
                  <a:pt x="422" y="1323"/>
                </a:lnTo>
                <a:lnTo>
                  <a:pt x="421" y="1322"/>
                </a:lnTo>
                <a:lnTo>
                  <a:pt x="421" y="1321"/>
                </a:lnTo>
                <a:lnTo>
                  <a:pt x="420" y="1322"/>
                </a:lnTo>
                <a:lnTo>
                  <a:pt x="419" y="1322"/>
                </a:lnTo>
                <a:lnTo>
                  <a:pt x="419" y="1323"/>
                </a:lnTo>
                <a:lnTo>
                  <a:pt x="418" y="1323"/>
                </a:lnTo>
                <a:lnTo>
                  <a:pt x="418" y="1324"/>
                </a:lnTo>
                <a:lnTo>
                  <a:pt x="417" y="1325"/>
                </a:lnTo>
                <a:lnTo>
                  <a:pt x="416" y="1326"/>
                </a:lnTo>
                <a:lnTo>
                  <a:pt x="415" y="1327"/>
                </a:lnTo>
                <a:lnTo>
                  <a:pt x="414" y="1327"/>
                </a:lnTo>
                <a:lnTo>
                  <a:pt x="414" y="1328"/>
                </a:lnTo>
                <a:lnTo>
                  <a:pt x="413" y="1327"/>
                </a:lnTo>
                <a:lnTo>
                  <a:pt x="412" y="1328"/>
                </a:lnTo>
                <a:lnTo>
                  <a:pt x="411" y="1328"/>
                </a:lnTo>
                <a:lnTo>
                  <a:pt x="409" y="1328"/>
                </a:lnTo>
                <a:lnTo>
                  <a:pt x="408" y="1328"/>
                </a:lnTo>
                <a:lnTo>
                  <a:pt x="407" y="1328"/>
                </a:lnTo>
                <a:lnTo>
                  <a:pt x="407" y="1326"/>
                </a:lnTo>
                <a:lnTo>
                  <a:pt x="408" y="1325"/>
                </a:lnTo>
                <a:lnTo>
                  <a:pt x="408" y="1324"/>
                </a:lnTo>
                <a:lnTo>
                  <a:pt x="406" y="1324"/>
                </a:lnTo>
                <a:lnTo>
                  <a:pt x="405" y="1323"/>
                </a:lnTo>
                <a:lnTo>
                  <a:pt x="404" y="1322"/>
                </a:lnTo>
                <a:lnTo>
                  <a:pt x="404" y="1321"/>
                </a:lnTo>
                <a:lnTo>
                  <a:pt x="403" y="1319"/>
                </a:lnTo>
                <a:lnTo>
                  <a:pt x="404" y="1318"/>
                </a:lnTo>
                <a:lnTo>
                  <a:pt x="403" y="1316"/>
                </a:lnTo>
                <a:lnTo>
                  <a:pt x="405" y="1312"/>
                </a:lnTo>
                <a:lnTo>
                  <a:pt x="406" y="1312"/>
                </a:lnTo>
                <a:lnTo>
                  <a:pt x="406" y="1311"/>
                </a:lnTo>
                <a:lnTo>
                  <a:pt x="407" y="1309"/>
                </a:lnTo>
                <a:lnTo>
                  <a:pt x="408" y="1308"/>
                </a:lnTo>
                <a:lnTo>
                  <a:pt x="410" y="1307"/>
                </a:lnTo>
                <a:lnTo>
                  <a:pt x="410" y="1306"/>
                </a:lnTo>
                <a:lnTo>
                  <a:pt x="411" y="1306"/>
                </a:lnTo>
                <a:lnTo>
                  <a:pt x="411" y="1305"/>
                </a:lnTo>
                <a:lnTo>
                  <a:pt x="411" y="1304"/>
                </a:lnTo>
                <a:lnTo>
                  <a:pt x="411" y="1303"/>
                </a:lnTo>
                <a:lnTo>
                  <a:pt x="412" y="1303"/>
                </a:lnTo>
                <a:lnTo>
                  <a:pt x="411" y="1301"/>
                </a:lnTo>
                <a:lnTo>
                  <a:pt x="411" y="1300"/>
                </a:lnTo>
                <a:lnTo>
                  <a:pt x="411" y="1301"/>
                </a:lnTo>
                <a:lnTo>
                  <a:pt x="410" y="1301"/>
                </a:lnTo>
                <a:lnTo>
                  <a:pt x="409" y="1301"/>
                </a:lnTo>
                <a:lnTo>
                  <a:pt x="409" y="1302"/>
                </a:lnTo>
                <a:lnTo>
                  <a:pt x="408" y="1302"/>
                </a:lnTo>
                <a:lnTo>
                  <a:pt x="407" y="1302"/>
                </a:lnTo>
                <a:lnTo>
                  <a:pt x="406" y="1302"/>
                </a:lnTo>
                <a:lnTo>
                  <a:pt x="406" y="1301"/>
                </a:lnTo>
                <a:lnTo>
                  <a:pt x="405" y="1300"/>
                </a:lnTo>
                <a:lnTo>
                  <a:pt x="404" y="1300"/>
                </a:lnTo>
                <a:lnTo>
                  <a:pt x="402" y="1300"/>
                </a:lnTo>
                <a:lnTo>
                  <a:pt x="401" y="1301"/>
                </a:lnTo>
                <a:lnTo>
                  <a:pt x="400" y="1301"/>
                </a:lnTo>
                <a:lnTo>
                  <a:pt x="399" y="1301"/>
                </a:lnTo>
                <a:lnTo>
                  <a:pt x="398" y="1301"/>
                </a:lnTo>
                <a:lnTo>
                  <a:pt x="397" y="1301"/>
                </a:lnTo>
                <a:lnTo>
                  <a:pt x="396" y="1301"/>
                </a:lnTo>
                <a:lnTo>
                  <a:pt x="395" y="1301"/>
                </a:lnTo>
                <a:lnTo>
                  <a:pt x="395" y="1300"/>
                </a:lnTo>
                <a:lnTo>
                  <a:pt x="395" y="1299"/>
                </a:lnTo>
                <a:lnTo>
                  <a:pt x="393" y="1300"/>
                </a:lnTo>
                <a:lnTo>
                  <a:pt x="390" y="1299"/>
                </a:lnTo>
                <a:lnTo>
                  <a:pt x="389" y="1299"/>
                </a:lnTo>
                <a:lnTo>
                  <a:pt x="388" y="1299"/>
                </a:lnTo>
                <a:lnTo>
                  <a:pt x="388" y="1300"/>
                </a:lnTo>
                <a:lnTo>
                  <a:pt x="387" y="1300"/>
                </a:lnTo>
                <a:lnTo>
                  <a:pt x="386" y="1299"/>
                </a:lnTo>
                <a:lnTo>
                  <a:pt x="385" y="1299"/>
                </a:lnTo>
                <a:lnTo>
                  <a:pt x="384" y="1299"/>
                </a:lnTo>
                <a:lnTo>
                  <a:pt x="384" y="1298"/>
                </a:lnTo>
                <a:lnTo>
                  <a:pt x="383" y="1298"/>
                </a:lnTo>
                <a:lnTo>
                  <a:pt x="381" y="1298"/>
                </a:lnTo>
                <a:lnTo>
                  <a:pt x="381" y="1297"/>
                </a:lnTo>
                <a:lnTo>
                  <a:pt x="380" y="1297"/>
                </a:lnTo>
                <a:lnTo>
                  <a:pt x="379" y="1297"/>
                </a:lnTo>
                <a:lnTo>
                  <a:pt x="378" y="1296"/>
                </a:lnTo>
                <a:lnTo>
                  <a:pt x="377" y="1296"/>
                </a:lnTo>
                <a:lnTo>
                  <a:pt x="377" y="1295"/>
                </a:lnTo>
                <a:lnTo>
                  <a:pt x="376" y="1295"/>
                </a:lnTo>
                <a:lnTo>
                  <a:pt x="376" y="1294"/>
                </a:lnTo>
                <a:lnTo>
                  <a:pt x="375" y="1294"/>
                </a:lnTo>
                <a:lnTo>
                  <a:pt x="375" y="1293"/>
                </a:lnTo>
                <a:lnTo>
                  <a:pt x="376" y="1293"/>
                </a:lnTo>
                <a:lnTo>
                  <a:pt x="373" y="1290"/>
                </a:lnTo>
                <a:lnTo>
                  <a:pt x="372" y="1290"/>
                </a:lnTo>
                <a:lnTo>
                  <a:pt x="371" y="1290"/>
                </a:lnTo>
                <a:lnTo>
                  <a:pt x="371" y="1289"/>
                </a:lnTo>
                <a:lnTo>
                  <a:pt x="370" y="1289"/>
                </a:lnTo>
                <a:lnTo>
                  <a:pt x="370" y="1288"/>
                </a:lnTo>
                <a:lnTo>
                  <a:pt x="369" y="1288"/>
                </a:lnTo>
                <a:lnTo>
                  <a:pt x="368" y="1288"/>
                </a:lnTo>
                <a:lnTo>
                  <a:pt x="368" y="1287"/>
                </a:lnTo>
                <a:lnTo>
                  <a:pt x="367" y="1287"/>
                </a:lnTo>
                <a:lnTo>
                  <a:pt x="366" y="1287"/>
                </a:lnTo>
                <a:lnTo>
                  <a:pt x="366" y="1286"/>
                </a:lnTo>
                <a:lnTo>
                  <a:pt x="365" y="1285"/>
                </a:lnTo>
                <a:lnTo>
                  <a:pt x="365" y="1284"/>
                </a:lnTo>
                <a:lnTo>
                  <a:pt x="364" y="1284"/>
                </a:lnTo>
                <a:lnTo>
                  <a:pt x="364" y="1283"/>
                </a:lnTo>
                <a:lnTo>
                  <a:pt x="363" y="1282"/>
                </a:lnTo>
                <a:lnTo>
                  <a:pt x="362" y="1281"/>
                </a:lnTo>
                <a:lnTo>
                  <a:pt x="362" y="1280"/>
                </a:lnTo>
                <a:lnTo>
                  <a:pt x="361" y="1280"/>
                </a:lnTo>
                <a:lnTo>
                  <a:pt x="361" y="1279"/>
                </a:lnTo>
                <a:lnTo>
                  <a:pt x="360" y="1278"/>
                </a:lnTo>
                <a:lnTo>
                  <a:pt x="359" y="1277"/>
                </a:lnTo>
                <a:lnTo>
                  <a:pt x="359" y="1276"/>
                </a:lnTo>
                <a:lnTo>
                  <a:pt x="358" y="1276"/>
                </a:lnTo>
                <a:lnTo>
                  <a:pt x="358" y="1275"/>
                </a:lnTo>
                <a:lnTo>
                  <a:pt x="358" y="1274"/>
                </a:lnTo>
                <a:lnTo>
                  <a:pt x="357" y="1274"/>
                </a:lnTo>
                <a:lnTo>
                  <a:pt x="357" y="1273"/>
                </a:lnTo>
                <a:lnTo>
                  <a:pt x="355" y="1272"/>
                </a:lnTo>
                <a:lnTo>
                  <a:pt x="354" y="1271"/>
                </a:lnTo>
                <a:lnTo>
                  <a:pt x="353" y="1271"/>
                </a:lnTo>
                <a:lnTo>
                  <a:pt x="352" y="1271"/>
                </a:lnTo>
                <a:lnTo>
                  <a:pt x="352" y="1270"/>
                </a:lnTo>
                <a:lnTo>
                  <a:pt x="351" y="1269"/>
                </a:lnTo>
                <a:lnTo>
                  <a:pt x="350" y="1268"/>
                </a:lnTo>
                <a:lnTo>
                  <a:pt x="350" y="1267"/>
                </a:lnTo>
                <a:lnTo>
                  <a:pt x="349" y="1266"/>
                </a:lnTo>
                <a:lnTo>
                  <a:pt x="349" y="1265"/>
                </a:lnTo>
                <a:lnTo>
                  <a:pt x="349" y="1264"/>
                </a:lnTo>
                <a:lnTo>
                  <a:pt x="348" y="1264"/>
                </a:lnTo>
                <a:lnTo>
                  <a:pt x="348" y="1263"/>
                </a:lnTo>
                <a:lnTo>
                  <a:pt x="347" y="1263"/>
                </a:lnTo>
                <a:lnTo>
                  <a:pt x="346" y="1263"/>
                </a:lnTo>
                <a:lnTo>
                  <a:pt x="345" y="1262"/>
                </a:lnTo>
                <a:lnTo>
                  <a:pt x="345" y="1261"/>
                </a:lnTo>
                <a:lnTo>
                  <a:pt x="344" y="1260"/>
                </a:lnTo>
                <a:lnTo>
                  <a:pt x="344" y="1259"/>
                </a:lnTo>
                <a:lnTo>
                  <a:pt x="343" y="1259"/>
                </a:lnTo>
                <a:lnTo>
                  <a:pt x="342" y="1259"/>
                </a:lnTo>
                <a:lnTo>
                  <a:pt x="342" y="1258"/>
                </a:lnTo>
                <a:lnTo>
                  <a:pt x="341" y="1255"/>
                </a:lnTo>
                <a:lnTo>
                  <a:pt x="342" y="1254"/>
                </a:lnTo>
                <a:lnTo>
                  <a:pt x="344" y="1252"/>
                </a:lnTo>
                <a:lnTo>
                  <a:pt x="344" y="1251"/>
                </a:lnTo>
                <a:lnTo>
                  <a:pt x="345" y="1250"/>
                </a:lnTo>
                <a:lnTo>
                  <a:pt x="347" y="1248"/>
                </a:lnTo>
                <a:lnTo>
                  <a:pt x="350" y="1245"/>
                </a:lnTo>
                <a:lnTo>
                  <a:pt x="350" y="1244"/>
                </a:lnTo>
                <a:lnTo>
                  <a:pt x="351" y="1244"/>
                </a:lnTo>
                <a:lnTo>
                  <a:pt x="352" y="1242"/>
                </a:lnTo>
                <a:lnTo>
                  <a:pt x="352" y="1240"/>
                </a:lnTo>
                <a:lnTo>
                  <a:pt x="352" y="1239"/>
                </a:lnTo>
                <a:lnTo>
                  <a:pt x="352" y="1238"/>
                </a:lnTo>
                <a:lnTo>
                  <a:pt x="352" y="1233"/>
                </a:lnTo>
                <a:lnTo>
                  <a:pt x="353" y="1231"/>
                </a:lnTo>
                <a:lnTo>
                  <a:pt x="353" y="1228"/>
                </a:lnTo>
                <a:lnTo>
                  <a:pt x="353" y="1225"/>
                </a:lnTo>
                <a:lnTo>
                  <a:pt x="353" y="1224"/>
                </a:lnTo>
                <a:lnTo>
                  <a:pt x="353" y="1223"/>
                </a:lnTo>
                <a:lnTo>
                  <a:pt x="354" y="1220"/>
                </a:lnTo>
                <a:lnTo>
                  <a:pt x="355" y="1219"/>
                </a:lnTo>
                <a:lnTo>
                  <a:pt x="355" y="1218"/>
                </a:lnTo>
                <a:lnTo>
                  <a:pt x="356" y="1215"/>
                </a:lnTo>
                <a:lnTo>
                  <a:pt x="356" y="1214"/>
                </a:lnTo>
                <a:lnTo>
                  <a:pt x="357" y="1213"/>
                </a:lnTo>
                <a:lnTo>
                  <a:pt x="358" y="1211"/>
                </a:lnTo>
                <a:lnTo>
                  <a:pt x="363" y="1207"/>
                </a:lnTo>
                <a:lnTo>
                  <a:pt x="366" y="1205"/>
                </a:lnTo>
                <a:lnTo>
                  <a:pt x="370" y="1201"/>
                </a:lnTo>
                <a:lnTo>
                  <a:pt x="376" y="1196"/>
                </a:lnTo>
                <a:lnTo>
                  <a:pt x="379" y="1194"/>
                </a:lnTo>
                <a:lnTo>
                  <a:pt x="379" y="1193"/>
                </a:lnTo>
                <a:lnTo>
                  <a:pt x="380" y="1192"/>
                </a:lnTo>
                <a:lnTo>
                  <a:pt x="381" y="1191"/>
                </a:lnTo>
                <a:lnTo>
                  <a:pt x="381" y="1190"/>
                </a:lnTo>
                <a:lnTo>
                  <a:pt x="383" y="1188"/>
                </a:lnTo>
                <a:lnTo>
                  <a:pt x="383" y="1187"/>
                </a:lnTo>
                <a:lnTo>
                  <a:pt x="384" y="1186"/>
                </a:lnTo>
                <a:lnTo>
                  <a:pt x="386" y="1182"/>
                </a:lnTo>
                <a:lnTo>
                  <a:pt x="387" y="1182"/>
                </a:lnTo>
                <a:lnTo>
                  <a:pt x="388" y="1179"/>
                </a:lnTo>
                <a:lnTo>
                  <a:pt x="389" y="1178"/>
                </a:lnTo>
                <a:lnTo>
                  <a:pt x="391" y="1178"/>
                </a:lnTo>
                <a:lnTo>
                  <a:pt x="393" y="1176"/>
                </a:lnTo>
                <a:lnTo>
                  <a:pt x="396" y="1174"/>
                </a:lnTo>
                <a:lnTo>
                  <a:pt x="397" y="1173"/>
                </a:lnTo>
                <a:lnTo>
                  <a:pt x="399" y="1172"/>
                </a:lnTo>
                <a:lnTo>
                  <a:pt x="401" y="1171"/>
                </a:lnTo>
                <a:lnTo>
                  <a:pt x="402" y="1170"/>
                </a:lnTo>
                <a:lnTo>
                  <a:pt x="405" y="1167"/>
                </a:lnTo>
                <a:lnTo>
                  <a:pt x="410" y="1163"/>
                </a:lnTo>
                <a:lnTo>
                  <a:pt x="411" y="1162"/>
                </a:lnTo>
                <a:lnTo>
                  <a:pt x="411" y="1161"/>
                </a:lnTo>
                <a:lnTo>
                  <a:pt x="412" y="1160"/>
                </a:lnTo>
                <a:lnTo>
                  <a:pt x="414" y="1159"/>
                </a:lnTo>
                <a:lnTo>
                  <a:pt x="416" y="1157"/>
                </a:lnTo>
                <a:lnTo>
                  <a:pt x="417" y="1156"/>
                </a:lnTo>
                <a:lnTo>
                  <a:pt x="422" y="1154"/>
                </a:lnTo>
                <a:lnTo>
                  <a:pt x="424" y="1152"/>
                </a:lnTo>
                <a:lnTo>
                  <a:pt x="426" y="1151"/>
                </a:lnTo>
                <a:lnTo>
                  <a:pt x="428" y="1149"/>
                </a:lnTo>
                <a:lnTo>
                  <a:pt x="430" y="1146"/>
                </a:lnTo>
                <a:lnTo>
                  <a:pt x="431" y="1143"/>
                </a:lnTo>
                <a:lnTo>
                  <a:pt x="432" y="1141"/>
                </a:lnTo>
                <a:lnTo>
                  <a:pt x="433" y="1140"/>
                </a:lnTo>
                <a:lnTo>
                  <a:pt x="433" y="1139"/>
                </a:lnTo>
                <a:lnTo>
                  <a:pt x="434" y="1137"/>
                </a:lnTo>
                <a:lnTo>
                  <a:pt x="434" y="1135"/>
                </a:lnTo>
                <a:lnTo>
                  <a:pt x="435" y="1132"/>
                </a:lnTo>
                <a:lnTo>
                  <a:pt x="436" y="1127"/>
                </a:lnTo>
                <a:lnTo>
                  <a:pt x="437" y="1124"/>
                </a:lnTo>
                <a:lnTo>
                  <a:pt x="438" y="1121"/>
                </a:lnTo>
                <a:lnTo>
                  <a:pt x="438" y="1119"/>
                </a:lnTo>
                <a:lnTo>
                  <a:pt x="438" y="1115"/>
                </a:lnTo>
                <a:lnTo>
                  <a:pt x="438" y="1114"/>
                </a:lnTo>
                <a:lnTo>
                  <a:pt x="439" y="1113"/>
                </a:lnTo>
                <a:lnTo>
                  <a:pt x="439" y="1112"/>
                </a:lnTo>
                <a:lnTo>
                  <a:pt x="441" y="1111"/>
                </a:lnTo>
                <a:lnTo>
                  <a:pt x="442" y="1110"/>
                </a:lnTo>
                <a:lnTo>
                  <a:pt x="445" y="1109"/>
                </a:lnTo>
                <a:lnTo>
                  <a:pt x="446" y="1108"/>
                </a:lnTo>
                <a:lnTo>
                  <a:pt x="447" y="1108"/>
                </a:lnTo>
                <a:lnTo>
                  <a:pt x="449" y="1106"/>
                </a:lnTo>
                <a:lnTo>
                  <a:pt x="454" y="1102"/>
                </a:lnTo>
                <a:lnTo>
                  <a:pt x="455" y="1102"/>
                </a:lnTo>
                <a:lnTo>
                  <a:pt x="456" y="1101"/>
                </a:lnTo>
                <a:lnTo>
                  <a:pt x="460" y="1098"/>
                </a:lnTo>
                <a:lnTo>
                  <a:pt x="461" y="1097"/>
                </a:lnTo>
                <a:lnTo>
                  <a:pt x="462" y="1097"/>
                </a:lnTo>
                <a:lnTo>
                  <a:pt x="465" y="1095"/>
                </a:lnTo>
                <a:lnTo>
                  <a:pt x="467" y="1094"/>
                </a:lnTo>
                <a:lnTo>
                  <a:pt x="467" y="1093"/>
                </a:lnTo>
                <a:lnTo>
                  <a:pt x="468" y="1093"/>
                </a:lnTo>
                <a:lnTo>
                  <a:pt x="469" y="1092"/>
                </a:lnTo>
                <a:lnTo>
                  <a:pt x="472" y="1089"/>
                </a:lnTo>
                <a:lnTo>
                  <a:pt x="473" y="1087"/>
                </a:lnTo>
                <a:lnTo>
                  <a:pt x="474" y="1087"/>
                </a:lnTo>
                <a:lnTo>
                  <a:pt x="474" y="1086"/>
                </a:lnTo>
                <a:lnTo>
                  <a:pt x="476" y="1082"/>
                </a:lnTo>
                <a:lnTo>
                  <a:pt x="477" y="1080"/>
                </a:lnTo>
                <a:lnTo>
                  <a:pt x="480" y="1074"/>
                </a:lnTo>
                <a:lnTo>
                  <a:pt x="480" y="1073"/>
                </a:lnTo>
                <a:lnTo>
                  <a:pt x="481" y="1072"/>
                </a:lnTo>
                <a:lnTo>
                  <a:pt x="482" y="1071"/>
                </a:lnTo>
                <a:lnTo>
                  <a:pt x="483" y="1068"/>
                </a:lnTo>
                <a:lnTo>
                  <a:pt x="485" y="1066"/>
                </a:lnTo>
                <a:lnTo>
                  <a:pt x="485" y="1065"/>
                </a:lnTo>
                <a:lnTo>
                  <a:pt x="486" y="1063"/>
                </a:lnTo>
                <a:lnTo>
                  <a:pt x="486" y="1062"/>
                </a:lnTo>
                <a:lnTo>
                  <a:pt x="487" y="1062"/>
                </a:lnTo>
                <a:lnTo>
                  <a:pt x="487" y="1061"/>
                </a:lnTo>
                <a:lnTo>
                  <a:pt x="489" y="1057"/>
                </a:lnTo>
                <a:lnTo>
                  <a:pt x="490" y="1053"/>
                </a:lnTo>
                <a:lnTo>
                  <a:pt x="490" y="1052"/>
                </a:lnTo>
                <a:lnTo>
                  <a:pt x="491" y="1052"/>
                </a:lnTo>
                <a:lnTo>
                  <a:pt x="491" y="1051"/>
                </a:lnTo>
                <a:lnTo>
                  <a:pt x="492" y="1051"/>
                </a:lnTo>
                <a:lnTo>
                  <a:pt x="492" y="1050"/>
                </a:lnTo>
                <a:lnTo>
                  <a:pt x="495" y="1046"/>
                </a:lnTo>
                <a:lnTo>
                  <a:pt x="497" y="1043"/>
                </a:lnTo>
                <a:lnTo>
                  <a:pt x="498" y="1042"/>
                </a:lnTo>
                <a:lnTo>
                  <a:pt x="499" y="1040"/>
                </a:lnTo>
                <a:lnTo>
                  <a:pt x="501" y="1037"/>
                </a:lnTo>
                <a:lnTo>
                  <a:pt x="503" y="1035"/>
                </a:lnTo>
                <a:lnTo>
                  <a:pt x="504" y="1033"/>
                </a:lnTo>
                <a:lnTo>
                  <a:pt x="504" y="1032"/>
                </a:lnTo>
                <a:lnTo>
                  <a:pt x="505" y="1031"/>
                </a:lnTo>
                <a:lnTo>
                  <a:pt x="506" y="1028"/>
                </a:lnTo>
                <a:lnTo>
                  <a:pt x="508" y="1026"/>
                </a:lnTo>
                <a:lnTo>
                  <a:pt x="508" y="1025"/>
                </a:lnTo>
                <a:lnTo>
                  <a:pt x="511" y="1022"/>
                </a:lnTo>
                <a:lnTo>
                  <a:pt x="511" y="1021"/>
                </a:lnTo>
                <a:lnTo>
                  <a:pt x="512" y="1020"/>
                </a:lnTo>
                <a:lnTo>
                  <a:pt x="512" y="1019"/>
                </a:lnTo>
                <a:lnTo>
                  <a:pt x="512" y="1018"/>
                </a:lnTo>
                <a:lnTo>
                  <a:pt x="513" y="1017"/>
                </a:lnTo>
                <a:lnTo>
                  <a:pt x="513" y="1016"/>
                </a:lnTo>
                <a:lnTo>
                  <a:pt x="514" y="1015"/>
                </a:lnTo>
                <a:lnTo>
                  <a:pt x="515" y="1014"/>
                </a:lnTo>
                <a:lnTo>
                  <a:pt x="515" y="1013"/>
                </a:lnTo>
                <a:lnTo>
                  <a:pt x="519" y="1007"/>
                </a:lnTo>
                <a:lnTo>
                  <a:pt x="520" y="1005"/>
                </a:lnTo>
                <a:lnTo>
                  <a:pt x="521" y="1004"/>
                </a:lnTo>
                <a:lnTo>
                  <a:pt x="522" y="1002"/>
                </a:lnTo>
                <a:lnTo>
                  <a:pt x="523" y="1002"/>
                </a:lnTo>
                <a:lnTo>
                  <a:pt x="524" y="1000"/>
                </a:lnTo>
                <a:lnTo>
                  <a:pt x="524" y="999"/>
                </a:lnTo>
                <a:lnTo>
                  <a:pt x="525" y="998"/>
                </a:lnTo>
                <a:lnTo>
                  <a:pt x="525" y="997"/>
                </a:lnTo>
                <a:lnTo>
                  <a:pt x="526" y="997"/>
                </a:lnTo>
                <a:lnTo>
                  <a:pt x="526" y="996"/>
                </a:lnTo>
                <a:lnTo>
                  <a:pt x="526" y="995"/>
                </a:lnTo>
                <a:lnTo>
                  <a:pt x="527" y="995"/>
                </a:lnTo>
                <a:lnTo>
                  <a:pt x="528" y="994"/>
                </a:lnTo>
                <a:lnTo>
                  <a:pt x="528" y="993"/>
                </a:lnTo>
                <a:lnTo>
                  <a:pt x="529" y="993"/>
                </a:lnTo>
                <a:lnTo>
                  <a:pt x="531" y="991"/>
                </a:lnTo>
                <a:lnTo>
                  <a:pt x="532" y="989"/>
                </a:lnTo>
                <a:lnTo>
                  <a:pt x="533" y="988"/>
                </a:lnTo>
                <a:lnTo>
                  <a:pt x="534" y="988"/>
                </a:lnTo>
                <a:lnTo>
                  <a:pt x="534" y="987"/>
                </a:lnTo>
                <a:lnTo>
                  <a:pt x="535" y="986"/>
                </a:lnTo>
                <a:lnTo>
                  <a:pt x="537" y="983"/>
                </a:lnTo>
                <a:lnTo>
                  <a:pt x="543" y="976"/>
                </a:lnTo>
                <a:lnTo>
                  <a:pt x="544" y="976"/>
                </a:lnTo>
                <a:lnTo>
                  <a:pt x="544" y="975"/>
                </a:lnTo>
                <a:lnTo>
                  <a:pt x="546" y="971"/>
                </a:lnTo>
                <a:lnTo>
                  <a:pt x="547" y="971"/>
                </a:lnTo>
                <a:lnTo>
                  <a:pt x="548" y="971"/>
                </a:lnTo>
                <a:lnTo>
                  <a:pt x="549" y="972"/>
                </a:lnTo>
                <a:lnTo>
                  <a:pt x="550" y="972"/>
                </a:lnTo>
                <a:lnTo>
                  <a:pt x="551" y="973"/>
                </a:lnTo>
                <a:lnTo>
                  <a:pt x="552" y="973"/>
                </a:lnTo>
                <a:lnTo>
                  <a:pt x="553" y="973"/>
                </a:lnTo>
                <a:lnTo>
                  <a:pt x="553" y="974"/>
                </a:lnTo>
                <a:lnTo>
                  <a:pt x="554" y="974"/>
                </a:lnTo>
                <a:lnTo>
                  <a:pt x="554" y="975"/>
                </a:lnTo>
                <a:lnTo>
                  <a:pt x="555" y="976"/>
                </a:lnTo>
                <a:lnTo>
                  <a:pt x="555" y="977"/>
                </a:lnTo>
                <a:lnTo>
                  <a:pt x="555" y="978"/>
                </a:lnTo>
                <a:lnTo>
                  <a:pt x="555" y="979"/>
                </a:lnTo>
                <a:lnTo>
                  <a:pt x="556" y="980"/>
                </a:lnTo>
                <a:lnTo>
                  <a:pt x="556" y="981"/>
                </a:lnTo>
                <a:lnTo>
                  <a:pt x="556" y="982"/>
                </a:lnTo>
                <a:lnTo>
                  <a:pt x="555" y="982"/>
                </a:lnTo>
                <a:lnTo>
                  <a:pt x="555" y="983"/>
                </a:lnTo>
                <a:lnTo>
                  <a:pt x="555" y="985"/>
                </a:lnTo>
                <a:lnTo>
                  <a:pt x="556" y="986"/>
                </a:lnTo>
                <a:lnTo>
                  <a:pt x="558" y="988"/>
                </a:lnTo>
                <a:lnTo>
                  <a:pt x="559" y="989"/>
                </a:lnTo>
                <a:lnTo>
                  <a:pt x="560" y="989"/>
                </a:lnTo>
                <a:lnTo>
                  <a:pt x="560" y="990"/>
                </a:lnTo>
                <a:lnTo>
                  <a:pt x="561" y="990"/>
                </a:lnTo>
                <a:lnTo>
                  <a:pt x="560" y="990"/>
                </a:lnTo>
                <a:lnTo>
                  <a:pt x="560" y="991"/>
                </a:lnTo>
                <a:lnTo>
                  <a:pt x="560" y="992"/>
                </a:lnTo>
                <a:lnTo>
                  <a:pt x="559" y="992"/>
                </a:lnTo>
                <a:lnTo>
                  <a:pt x="558" y="992"/>
                </a:lnTo>
                <a:lnTo>
                  <a:pt x="558" y="993"/>
                </a:lnTo>
                <a:lnTo>
                  <a:pt x="558" y="994"/>
                </a:lnTo>
                <a:lnTo>
                  <a:pt x="558" y="995"/>
                </a:lnTo>
                <a:lnTo>
                  <a:pt x="559" y="995"/>
                </a:lnTo>
                <a:lnTo>
                  <a:pt x="560" y="996"/>
                </a:lnTo>
                <a:lnTo>
                  <a:pt x="560" y="997"/>
                </a:lnTo>
                <a:lnTo>
                  <a:pt x="561" y="997"/>
                </a:lnTo>
                <a:lnTo>
                  <a:pt x="561" y="998"/>
                </a:lnTo>
                <a:lnTo>
                  <a:pt x="561" y="999"/>
                </a:lnTo>
                <a:lnTo>
                  <a:pt x="562" y="1000"/>
                </a:lnTo>
                <a:lnTo>
                  <a:pt x="562" y="1001"/>
                </a:lnTo>
                <a:lnTo>
                  <a:pt x="561" y="1002"/>
                </a:lnTo>
                <a:lnTo>
                  <a:pt x="560" y="1002"/>
                </a:lnTo>
                <a:lnTo>
                  <a:pt x="561" y="1003"/>
                </a:lnTo>
                <a:lnTo>
                  <a:pt x="562" y="1004"/>
                </a:lnTo>
                <a:lnTo>
                  <a:pt x="562" y="1005"/>
                </a:lnTo>
                <a:lnTo>
                  <a:pt x="562" y="1006"/>
                </a:lnTo>
                <a:lnTo>
                  <a:pt x="562" y="1007"/>
                </a:lnTo>
                <a:lnTo>
                  <a:pt x="563" y="1007"/>
                </a:lnTo>
                <a:lnTo>
                  <a:pt x="563" y="1008"/>
                </a:lnTo>
                <a:lnTo>
                  <a:pt x="564" y="1009"/>
                </a:lnTo>
                <a:lnTo>
                  <a:pt x="565" y="1011"/>
                </a:lnTo>
                <a:lnTo>
                  <a:pt x="566" y="1012"/>
                </a:lnTo>
                <a:lnTo>
                  <a:pt x="567" y="1013"/>
                </a:lnTo>
                <a:lnTo>
                  <a:pt x="567" y="1012"/>
                </a:lnTo>
                <a:lnTo>
                  <a:pt x="569" y="1013"/>
                </a:lnTo>
                <a:lnTo>
                  <a:pt x="568" y="1014"/>
                </a:lnTo>
                <a:lnTo>
                  <a:pt x="568" y="1015"/>
                </a:lnTo>
                <a:lnTo>
                  <a:pt x="570" y="1017"/>
                </a:lnTo>
                <a:lnTo>
                  <a:pt x="571" y="1017"/>
                </a:lnTo>
                <a:lnTo>
                  <a:pt x="572" y="1019"/>
                </a:lnTo>
                <a:lnTo>
                  <a:pt x="572" y="1020"/>
                </a:lnTo>
                <a:lnTo>
                  <a:pt x="573" y="1020"/>
                </a:lnTo>
                <a:lnTo>
                  <a:pt x="574" y="1020"/>
                </a:lnTo>
                <a:lnTo>
                  <a:pt x="575" y="1020"/>
                </a:lnTo>
                <a:lnTo>
                  <a:pt x="576" y="1021"/>
                </a:lnTo>
                <a:lnTo>
                  <a:pt x="576" y="1022"/>
                </a:lnTo>
                <a:lnTo>
                  <a:pt x="576" y="1023"/>
                </a:lnTo>
                <a:lnTo>
                  <a:pt x="577" y="1024"/>
                </a:lnTo>
                <a:lnTo>
                  <a:pt x="577" y="1025"/>
                </a:lnTo>
                <a:lnTo>
                  <a:pt x="579" y="1025"/>
                </a:lnTo>
                <a:lnTo>
                  <a:pt x="579" y="1024"/>
                </a:lnTo>
                <a:lnTo>
                  <a:pt x="580" y="1024"/>
                </a:lnTo>
                <a:lnTo>
                  <a:pt x="580" y="1025"/>
                </a:lnTo>
                <a:lnTo>
                  <a:pt x="580" y="1026"/>
                </a:lnTo>
                <a:lnTo>
                  <a:pt x="581" y="1026"/>
                </a:lnTo>
                <a:lnTo>
                  <a:pt x="581" y="1028"/>
                </a:lnTo>
                <a:lnTo>
                  <a:pt x="581" y="1029"/>
                </a:lnTo>
                <a:lnTo>
                  <a:pt x="580" y="1029"/>
                </a:lnTo>
                <a:lnTo>
                  <a:pt x="580" y="1030"/>
                </a:lnTo>
                <a:lnTo>
                  <a:pt x="579" y="1030"/>
                </a:lnTo>
                <a:lnTo>
                  <a:pt x="579" y="1031"/>
                </a:lnTo>
                <a:lnTo>
                  <a:pt x="580" y="1031"/>
                </a:lnTo>
                <a:lnTo>
                  <a:pt x="580" y="1032"/>
                </a:lnTo>
                <a:lnTo>
                  <a:pt x="581" y="1033"/>
                </a:lnTo>
                <a:lnTo>
                  <a:pt x="581" y="1034"/>
                </a:lnTo>
                <a:lnTo>
                  <a:pt x="581" y="1035"/>
                </a:lnTo>
                <a:lnTo>
                  <a:pt x="581" y="1036"/>
                </a:lnTo>
                <a:lnTo>
                  <a:pt x="582" y="1037"/>
                </a:lnTo>
                <a:lnTo>
                  <a:pt x="583" y="1037"/>
                </a:lnTo>
                <a:lnTo>
                  <a:pt x="583" y="1038"/>
                </a:lnTo>
                <a:lnTo>
                  <a:pt x="585" y="1038"/>
                </a:lnTo>
                <a:lnTo>
                  <a:pt x="585" y="1037"/>
                </a:lnTo>
                <a:lnTo>
                  <a:pt x="586" y="1038"/>
                </a:lnTo>
                <a:lnTo>
                  <a:pt x="587" y="1038"/>
                </a:lnTo>
                <a:lnTo>
                  <a:pt x="588" y="1038"/>
                </a:lnTo>
                <a:lnTo>
                  <a:pt x="588" y="1037"/>
                </a:lnTo>
                <a:lnTo>
                  <a:pt x="588" y="1036"/>
                </a:lnTo>
                <a:lnTo>
                  <a:pt x="588" y="1037"/>
                </a:lnTo>
                <a:lnTo>
                  <a:pt x="589" y="1037"/>
                </a:lnTo>
                <a:lnTo>
                  <a:pt x="588" y="1038"/>
                </a:lnTo>
                <a:lnTo>
                  <a:pt x="589" y="1038"/>
                </a:lnTo>
                <a:lnTo>
                  <a:pt x="589" y="1037"/>
                </a:lnTo>
                <a:lnTo>
                  <a:pt x="590" y="1039"/>
                </a:lnTo>
                <a:lnTo>
                  <a:pt x="590" y="1040"/>
                </a:lnTo>
                <a:lnTo>
                  <a:pt x="589" y="1040"/>
                </a:lnTo>
                <a:lnTo>
                  <a:pt x="589" y="1041"/>
                </a:lnTo>
                <a:lnTo>
                  <a:pt x="589" y="1042"/>
                </a:lnTo>
                <a:lnTo>
                  <a:pt x="590" y="1043"/>
                </a:lnTo>
                <a:lnTo>
                  <a:pt x="590" y="1044"/>
                </a:lnTo>
                <a:lnTo>
                  <a:pt x="591" y="1044"/>
                </a:lnTo>
                <a:lnTo>
                  <a:pt x="591" y="1045"/>
                </a:lnTo>
                <a:lnTo>
                  <a:pt x="591" y="1046"/>
                </a:lnTo>
                <a:lnTo>
                  <a:pt x="590" y="1046"/>
                </a:lnTo>
                <a:lnTo>
                  <a:pt x="588" y="1047"/>
                </a:lnTo>
                <a:lnTo>
                  <a:pt x="587" y="1048"/>
                </a:lnTo>
                <a:lnTo>
                  <a:pt x="586" y="1048"/>
                </a:lnTo>
                <a:lnTo>
                  <a:pt x="586" y="1049"/>
                </a:lnTo>
                <a:lnTo>
                  <a:pt x="586" y="1050"/>
                </a:lnTo>
                <a:lnTo>
                  <a:pt x="587" y="1050"/>
                </a:lnTo>
                <a:lnTo>
                  <a:pt x="587" y="1051"/>
                </a:lnTo>
                <a:lnTo>
                  <a:pt x="587" y="1052"/>
                </a:lnTo>
                <a:lnTo>
                  <a:pt x="586" y="1052"/>
                </a:lnTo>
                <a:lnTo>
                  <a:pt x="585" y="1052"/>
                </a:lnTo>
                <a:lnTo>
                  <a:pt x="585" y="1053"/>
                </a:lnTo>
                <a:lnTo>
                  <a:pt x="586" y="1054"/>
                </a:lnTo>
                <a:lnTo>
                  <a:pt x="586" y="1055"/>
                </a:lnTo>
                <a:lnTo>
                  <a:pt x="586" y="1056"/>
                </a:lnTo>
                <a:lnTo>
                  <a:pt x="585" y="1056"/>
                </a:lnTo>
                <a:lnTo>
                  <a:pt x="586" y="1056"/>
                </a:lnTo>
                <a:lnTo>
                  <a:pt x="587" y="1057"/>
                </a:lnTo>
                <a:lnTo>
                  <a:pt x="588" y="1057"/>
                </a:lnTo>
                <a:lnTo>
                  <a:pt x="588" y="1056"/>
                </a:lnTo>
                <a:lnTo>
                  <a:pt x="588" y="1055"/>
                </a:lnTo>
                <a:lnTo>
                  <a:pt x="588" y="1054"/>
                </a:lnTo>
                <a:lnTo>
                  <a:pt x="589" y="1053"/>
                </a:lnTo>
                <a:lnTo>
                  <a:pt x="590" y="1053"/>
                </a:lnTo>
                <a:lnTo>
                  <a:pt x="591" y="1053"/>
                </a:lnTo>
                <a:lnTo>
                  <a:pt x="592" y="1053"/>
                </a:lnTo>
                <a:lnTo>
                  <a:pt x="592" y="1051"/>
                </a:lnTo>
                <a:lnTo>
                  <a:pt x="593" y="1051"/>
                </a:lnTo>
                <a:lnTo>
                  <a:pt x="593" y="1050"/>
                </a:lnTo>
                <a:lnTo>
                  <a:pt x="593" y="1049"/>
                </a:lnTo>
                <a:lnTo>
                  <a:pt x="592" y="1049"/>
                </a:lnTo>
                <a:lnTo>
                  <a:pt x="592" y="1048"/>
                </a:lnTo>
                <a:lnTo>
                  <a:pt x="592" y="1047"/>
                </a:lnTo>
                <a:lnTo>
                  <a:pt x="593" y="1046"/>
                </a:lnTo>
                <a:lnTo>
                  <a:pt x="594" y="1047"/>
                </a:lnTo>
                <a:lnTo>
                  <a:pt x="595" y="1047"/>
                </a:lnTo>
                <a:lnTo>
                  <a:pt x="596" y="1047"/>
                </a:lnTo>
                <a:lnTo>
                  <a:pt x="596" y="1046"/>
                </a:lnTo>
                <a:lnTo>
                  <a:pt x="596" y="1045"/>
                </a:lnTo>
                <a:lnTo>
                  <a:pt x="596" y="1044"/>
                </a:lnTo>
                <a:lnTo>
                  <a:pt x="596" y="1043"/>
                </a:lnTo>
                <a:lnTo>
                  <a:pt x="597" y="1043"/>
                </a:lnTo>
                <a:lnTo>
                  <a:pt x="597" y="1042"/>
                </a:lnTo>
                <a:lnTo>
                  <a:pt x="598" y="1042"/>
                </a:lnTo>
                <a:lnTo>
                  <a:pt x="598" y="1040"/>
                </a:lnTo>
                <a:lnTo>
                  <a:pt x="597" y="1039"/>
                </a:lnTo>
                <a:lnTo>
                  <a:pt x="596" y="1038"/>
                </a:lnTo>
                <a:lnTo>
                  <a:pt x="595" y="1038"/>
                </a:lnTo>
                <a:lnTo>
                  <a:pt x="595" y="1037"/>
                </a:lnTo>
                <a:lnTo>
                  <a:pt x="596" y="1037"/>
                </a:lnTo>
                <a:lnTo>
                  <a:pt x="597" y="1037"/>
                </a:lnTo>
                <a:lnTo>
                  <a:pt x="597" y="1036"/>
                </a:lnTo>
                <a:lnTo>
                  <a:pt x="597" y="1035"/>
                </a:lnTo>
                <a:lnTo>
                  <a:pt x="596" y="1035"/>
                </a:lnTo>
                <a:lnTo>
                  <a:pt x="595" y="1034"/>
                </a:lnTo>
                <a:lnTo>
                  <a:pt x="595" y="1033"/>
                </a:lnTo>
                <a:lnTo>
                  <a:pt x="596" y="1033"/>
                </a:lnTo>
                <a:lnTo>
                  <a:pt x="597" y="1032"/>
                </a:lnTo>
                <a:lnTo>
                  <a:pt x="598" y="1031"/>
                </a:lnTo>
                <a:lnTo>
                  <a:pt x="599" y="1029"/>
                </a:lnTo>
                <a:lnTo>
                  <a:pt x="599" y="1028"/>
                </a:lnTo>
                <a:lnTo>
                  <a:pt x="598" y="1028"/>
                </a:lnTo>
                <a:lnTo>
                  <a:pt x="598" y="1026"/>
                </a:lnTo>
                <a:lnTo>
                  <a:pt x="599" y="1026"/>
                </a:lnTo>
                <a:lnTo>
                  <a:pt x="599" y="1025"/>
                </a:lnTo>
                <a:lnTo>
                  <a:pt x="599" y="1024"/>
                </a:lnTo>
                <a:lnTo>
                  <a:pt x="599" y="1023"/>
                </a:lnTo>
                <a:lnTo>
                  <a:pt x="598" y="1023"/>
                </a:lnTo>
                <a:lnTo>
                  <a:pt x="598" y="1022"/>
                </a:lnTo>
                <a:lnTo>
                  <a:pt x="599" y="1022"/>
                </a:lnTo>
                <a:lnTo>
                  <a:pt x="599" y="1021"/>
                </a:lnTo>
                <a:lnTo>
                  <a:pt x="599" y="1020"/>
                </a:lnTo>
                <a:lnTo>
                  <a:pt x="600" y="1020"/>
                </a:lnTo>
                <a:lnTo>
                  <a:pt x="600" y="1019"/>
                </a:lnTo>
                <a:lnTo>
                  <a:pt x="601" y="1019"/>
                </a:lnTo>
                <a:lnTo>
                  <a:pt x="601" y="1018"/>
                </a:lnTo>
                <a:lnTo>
                  <a:pt x="600" y="1017"/>
                </a:lnTo>
                <a:lnTo>
                  <a:pt x="600" y="1016"/>
                </a:lnTo>
                <a:lnTo>
                  <a:pt x="598" y="1016"/>
                </a:lnTo>
                <a:lnTo>
                  <a:pt x="597" y="1016"/>
                </a:lnTo>
                <a:lnTo>
                  <a:pt x="597" y="1015"/>
                </a:lnTo>
                <a:lnTo>
                  <a:pt x="597" y="1014"/>
                </a:lnTo>
                <a:lnTo>
                  <a:pt x="597" y="1012"/>
                </a:lnTo>
                <a:lnTo>
                  <a:pt x="597" y="1011"/>
                </a:lnTo>
                <a:lnTo>
                  <a:pt x="598" y="1011"/>
                </a:lnTo>
                <a:lnTo>
                  <a:pt x="599" y="1011"/>
                </a:lnTo>
                <a:lnTo>
                  <a:pt x="599" y="1010"/>
                </a:lnTo>
                <a:lnTo>
                  <a:pt x="599" y="1009"/>
                </a:lnTo>
                <a:lnTo>
                  <a:pt x="598" y="1009"/>
                </a:lnTo>
                <a:lnTo>
                  <a:pt x="598" y="1008"/>
                </a:lnTo>
                <a:lnTo>
                  <a:pt x="597" y="1009"/>
                </a:lnTo>
                <a:lnTo>
                  <a:pt x="597" y="1008"/>
                </a:lnTo>
                <a:lnTo>
                  <a:pt x="596" y="1008"/>
                </a:lnTo>
                <a:lnTo>
                  <a:pt x="597" y="1007"/>
                </a:lnTo>
                <a:lnTo>
                  <a:pt x="596" y="1007"/>
                </a:lnTo>
                <a:lnTo>
                  <a:pt x="596" y="1006"/>
                </a:lnTo>
                <a:lnTo>
                  <a:pt x="596" y="1005"/>
                </a:lnTo>
                <a:lnTo>
                  <a:pt x="595" y="1005"/>
                </a:lnTo>
                <a:lnTo>
                  <a:pt x="594" y="1005"/>
                </a:lnTo>
                <a:lnTo>
                  <a:pt x="593" y="1005"/>
                </a:lnTo>
                <a:lnTo>
                  <a:pt x="593" y="1004"/>
                </a:lnTo>
                <a:lnTo>
                  <a:pt x="592" y="1003"/>
                </a:lnTo>
                <a:lnTo>
                  <a:pt x="592" y="1002"/>
                </a:lnTo>
                <a:lnTo>
                  <a:pt x="593" y="1001"/>
                </a:lnTo>
                <a:lnTo>
                  <a:pt x="593" y="1000"/>
                </a:lnTo>
                <a:lnTo>
                  <a:pt x="592" y="1000"/>
                </a:lnTo>
                <a:lnTo>
                  <a:pt x="592" y="999"/>
                </a:lnTo>
                <a:lnTo>
                  <a:pt x="592" y="998"/>
                </a:lnTo>
                <a:lnTo>
                  <a:pt x="591" y="998"/>
                </a:lnTo>
                <a:lnTo>
                  <a:pt x="591" y="997"/>
                </a:lnTo>
                <a:lnTo>
                  <a:pt x="590" y="997"/>
                </a:lnTo>
                <a:lnTo>
                  <a:pt x="589" y="997"/>
                </a:lnTo>
                <a:lnTo>
                  <a:pt x="588" y="996"/>
                </a:lnTo>
                <a:lnTo>
                  <a:pt x="587" y="996"/>
                </a:lnTo>
                <a:lnTo>
                  <a:pt x="587" y="995"/>
                </a:lnTo>
                <a:lnTo>
                  <a:pt x="587" y="994"/>
                </a:lnTo>
                <a:lnTo>
                  <a:pt x="588" y="994"/>
                </a:lnTo>
                <a:lnTo>
                  <a:pt x="588" y="993"/>
                </a:lnTo>
                <a:lnTo>
                  <a:pt x="588" y="992"/>
                </a:lnTo>
                <a:lnTo>
                  <a:pt x="587" y="992"/>
                </a:lnTo>
                <a:lnTo>
                  <a:pt x="587" y="991"/>
                </a:lnTo>
                <a:lnTo>
                  <a:pt x="587" y="990"/>
                </a:lnTo>
                <a:lnTo>
                  <a:pt x="587" y="989"/>
                </a:lnTo>
                <a:lnTo>
                  <a:pt x="587" y="988"/>
                </a:lnTo>
                <a:lnTo>
                  <a:pt x="587" y="987"/>
                </a:lnTo>
                <a:lnTo>
                  <a:pt x="587" y="986"/>
                </a:lnTo>
                <a:lnTo>
                  <a:pt x="586" y="986"/>
                </a:lnTo>
                <a:lnTo>
                  <a:pt x="586" y="985"/>
                </a:lnTo>
                <a:lnTo>
                  <a:pt x="585" y="984"/>
                </a:lnTo>
                <a:lnTo>
                  <a:pt x="584" y="983"/>
                </a:lnTo>
                <a:lnTo>
                  <a:pt x="583" y="983"/>
                </a:lnTo>
                <a:lnTo>
                  <a:pt x="583" y="982"/>
                </a:lnTo>
                <a:lnTo>
                  <a:pt x="583" y="981"/>
                </a:lnTo>
                <a:lnTo>
                  <a:pt x="584" y="981"/>
                </a:lnTo>
                <a:lnTo>
                  <a:pt x="585" y="981"/>
                </a:lnTo>
                <a:lnTo>
                  <a:pt x="586" y="981"/>
                </a:lnTo>
                <a:lnTo>
                  <a:pt x="586" y="980"/>
                </a:lnTo>
                <a:lnTo>
                  <a:pt x="587" y="979"/>
                </a:lnTo>
                <a:lnTo>
                  <a:pt x="587" y="978"/>
                </a:lnTo>
                <a:lnTo>
                  <a:pt x="589" y="978"/>
                </a:lnTo>
                <a:lnTo>
                  <a:pt x="589" y="977"/>
                </a:lnTo>
                <a:lnTo>
                  <a:pt x="589" y="976"/>
                </a:lnTo>
                <a:lnTo>
                  <a:pt x="588" y="976"/>
                </a:lnTo>
                <a:lnTo>
                  <a:pt x="587" y="976"/>
                </a:lnTo>
                <a:lnTo>
                  <a:pt x="586" y="975"/>
                </a:lnTo>
                <a:lnTo>
                  <a:pt x="586" y="974"/>
                </a:lnTo>
                <a:lnTo>
                  <a:pt x="586" y="972"/>
                </a:lnTo>
                <a:lnTo>
                  <a:pt x="585" y="972"/>
                </a:lnTo>
                <a:lnTo>
                  <a:pt x="585" y="971"/>
                </a:lnTo>
                <a:lnTo>
                  <a:pt x="584" y="969"/>
                </a:lnTo>
                <a:lnTo>
                  <a:pt x="584" y="968"/>
                </a:lnTo>
                <a:lnTo>
                  <a:pt x="584" y="967"/>
                </a:lnTo>
                <a:lnTo>
                  <a:pt x="584" y="966"/>
                </a:lnTo>
                <a:lnTo>
                  <a:pt x="585" y="966"/>
                </a:lnTo>
                <a:lnTo>
                  <a:pt x="585" y="965"/>
                </a:lnTo>
                <a:lnTo>
                  <a:pt x="586" y="964"/>
                </a:lnTo>
                <a:lnTo>
                  <a:pt x="585" y="963"/>
                </a:lnTo>
                <a:lnTo>
                  <a:pt x="584" y="963"/>
                </a:lnTo>
                <a:lnTo>
                  <a:pt x="584" y="962"/>
                </a:lnTo>
                <a:lnTo>
                  <a:pt x="583" y="962"/>
                </a:lnTo>
                <a:lnTo>
                  <a:pt x="582" y="962"/>
                </a:lnTo>
                <a:lnTo>
                  <a:pt x="581" y="959"/>
                </a:lnTo>
                <a:lnTo>
                  <a:pt x="582" y="955"/>
                </a:lnTo>
                <a:lnTo>
                  <a:pt x="583" y="954"/>
                </a:lnTo>
                <a:lnTo>
                  <a:pt x="585" y="953"/>
                </a:lnTo>
                <a:lnTo>
                  <a:pt x="585" y="952"/>
                </a:lnTo>
                <a:lnTo>
                  <a:pt x="586" y="952"/>
                </a:lnTo>
                <a:lnTo>
                  <a:pt x="586" y="951"/>
                </a:lnTo>
                <a:lnTo>
                  <a:pt x="587" y="948"/>
                </a:lnTo>
                <a:lnTo>
                  <a:pt x="586" y="946"/>
                </a:lnTo>
                <a:lnTo>
                  <a:pt x="587" y="945"/>
                </a:lnTo>
                <a:lnTo>
                  <a:pt x="588" y="944"/>
                </a:lnTo>
                <a:lnTo>
                  <a:pt x="588" y="943"/>
                </a:lnTo>
                <a:lnTo>
                  <a:pt x="589" y="943"/>
                </a:lnTo>
                <a:lnTo>
                  <a:pt x="589" y="941"/>
                </a:lnTo>
                <a:lnTo>
                  <a:pt x="588" y="938"/>
                </a:lnTo>
                <a:lnTo>
                  <a:pt x="588" y="937"/>
                </a:lnTo>
                <a:lnTo>
                  <a:pt x="588" y="936"/>
                </a:lnTo>
                <a:lnTo>
                  <a:pt x="589" y="936"/>
                </a:lnTo>
                <a:lnTo>
                  <a:pt x="589" y="935"/>
                </a:lnTo>
                <a:lnTo>
                  <a:pt x="589" y="932"/>
                </a:lnTo>
                <a:lnTo>
                  <a:pt x="589" y="928"/>
                </a:lnTo>
                <a:lnTo>
                  <a:pt x="589" y="927"/>
                </a:lnTo>
                <a:lnTo>
                  <a:pt x="588" y="927"/>
                </a:lnTo>
                <a:lnTo>
                  <a:pt x="588" y="925"/>
                </a:lnTo>
                <a:lnTo>
                  <a:pt x="586" y="922"/>
                </a:lnTo>
                <a:lnTo>
                  <a:pt x="586" y="920"/>
                </a:lnTo>
                <a:lnTo>
                  <a:pt x="586" y="919"/>
                </a:lnTo>
                <a:lnTo>
                  <a:pt x="586" y="918"/>
                </a:lnTo>
                <a:lnTo>
                  <a:pt x="586" y="917"/>
                </a:lnTo>
                <a:lnTo>
                  <a:pt x="586" y="916"/>
                </a:lnTo>
                <a:lnTo>
                  <a:pt x="586" y="915"/>
                </a:lnTo>
                <a:lnTo>
                  <a:pt x="588" y="913"/>
                </a:lnTo>
                <a:lnTo>
                  <a:pt x="589" y="913"/>
                </a:lnTo>
                <a:lnTo>
                  <a:pt x="589" y="912"/>
                </a:lnTo>
                <a:lnTo>
                  <a:pt x="589" y="911"/>
                </a:lnTo>
                <a:lnTo>
                  <a:pt x="589" y="910"/>
                </a:lnTo>
                <a:lnTo>
                  <a:pt x="588" y="908"/>
                </a:lnTo>
                <a:lnTo>
                  <a:pt x="587" y="907"/>
                </a:lnTo>
                <a:lnTo>
                  <a:pt x="587" y="906"/>
                </a:lnTo>
                <a:lnTo>
                  <a:pt x="587" y="905"/>
                </a:lnTo>
                <a:lnTo>
                  <a:pt x="587" y="904"/>
                </a:lnTo>
                <a:lnTo>
                  <a:pt x="587" y="903"/>
                </a:lnTo>
                <a:lnTo>
                  <a:pt x="588" y="901"/>
                </a:lnTo>
                <a:lnTo>
                  <a:pt x="590" y="899"/>
                </a:lnTo>
                <a:lnTo>
                  <a:pt x="591" y="899"/>
                </a:lnTo>
                <a:lnTo>
                  <a:pt x="592" y="899"/>
                </a:lnTo>
                <a:lnTo>
                  <a:pt x="593" y="894"/>
                </a:lnTo>
                <a:lnTo>
                  <a:pt x="593" y="889"/>
                </a:lnTo>
                <a:lnTo>
                  <a:pt x="592" y="888"/>
                </a:lnTo>
                <a:lnTo>
                  <a:pt x="592" y="886"/>
                </a:lnTo>
                <a:lnTo>
                  <a:pt x="592" y="884"/>
                </a:lnTo>
                <a:lnTo>
                  <a:pt x="593" y="882"/>
                </a:lnTo>
                <a:lnTo>
                  <a:pt x="596" y="882"/>
                </a:lnTo>
                <a:lnTo>
                  <a:pt x="597" y="881"/>
                </a:lnTo>
                <a:lnTo>
                  <a:pt x="597" y="880"/>
                </a:lnTo>
                <a:lnTo>
                  <a:pt x="597" y="879"/>
                </a:lnTo>
                <a:lnTo>
                  <a:pt x="597" y="878"/>
                </a:lnTo>
                <a:lnTo>
                  <a:pt x="596" y="878"/>
                </a:lnTo>
                <a:lnTo>
                  <a:pt x="596" y="877"/>
                </a:lnTo>
                <a:lnTo>
                  <a:pt x="595" y="876"/>
                </a:lnTo>
                <a:lnTo>
                  <a:pt x="595" y="875"/>
                </a:lnTo>
                <a:lnTo>
                  <a:pt x="596" y="872"/>
                </a:lnTo>
                <a:lnTo>
                  <a:pt x="596" y="869"/>
                </a:lnTo>
                <a:lnTo>
                  <a:pt x="597" y="868"/>
                </a:lnTo>
                <a:lnTo>
                  <a:pt x="598" y="865"/>
                </a:lnTo>
                <a:lnTo>
                  <a:pt x="599" y="864"/>
                </a:lnTo>
                <a:lnTo>
                  <a:pt x="600" y="863"/>
                </a:lnTo>
                <a:lnTo>
                  <a:pt x="600" y="862"/>
                </a:lnTo>
                <a:lnTo>
                  <a:pt x="600" y="861"/>
                </a:lnTo>
                <a:lnTo>
                  <a:pt x="601" y="860"/>
                </a:lnTo>
                <a:lnTo>
                  <a:pt x="601" y="859"/>
                </a:lnTo>
                <a:lnTo>
                  <a:pt x="600" y="858"/>
                </a:lnTo>
                <a:lnTo>
                  <a:pt x="600" y="857"/>
                </a:lnTo>
                <a:lnTo>
                  <a:pt x="601" y="857"/>
                </a:lnTo>
                <a:lnTo>
                  <a:pt x="601" y="855"/>
                </a:lnTo>
                <a:lnTo>
                  <a:pt x="601" y="854"/>
                </a:lnTo>
                <a:lnTo>
                  <a:pt x="601" y="853"/>
                </a:lnTo>
                <a:lnTo>
                  <a:pt x="600" y="853"/>
                </a:lnTo>
                <a:lnTo>
                  <a:pt x="600" y="852"/>
                </a:lnTo>
                <a:lnTo>
                  <a:pt x="600" y="851"/>
                </a:lnTo>
                <a:lnTo>
                  <a:pt x="601" y="850"/>
                </a:lnTo>
                <a:lnTo>
                  <a:pt x="601" y="849"/>
                </a:lnTo>
                <a:lnTo>
                  <a:pt x="601" y="848"/>
                </a:lnTo>
                <a:lnTo>
                  <a:pt x="601" y="847"/>
                </a:lnTo>
                <a:lnTo>
                  <a:pt x="600" y="847"/>
                </a:lnTo>
                <a:lnTo>
                  <a:pt x="600" y="846"/>
                </a:lnTo>
                <a:lnTo>
                  <a:pt x="599" y="845"/>
                </a:lnTo>
                <a:lnTo>
                  <a:pt x="598" y="844"/>
                </a:lnTo>
                <a:lnTo>
                  <a:pt x="597" y="843"/>
                </a:lnTo>
                <a:lnTo>
                  <a:pt x="597" y="842"/>
                </a:lnTo>
                <a:lnTo>
                  <a:pt x="597" y="841"/>
                </a:lnTo>
                <a:lnTo>
                  <a:pt x="597" y="840"/>
                </a:lnTo>
                <a:lnTo>
                  <a:pt x="598" y="840"/>
                </a:lnTo>
                <a:lnTo>
                  <a:pt x="599" y="840"/>
                </a:lnTo>
                <a:lnTo>
                  <a:pt x="600" y="839"/>
                </a:lnTo>
                <a:lnTo>
                  <a:pt x="601" y="839"/>
                </a:lnTo>
                <a:lnTo>
                  <a:pt x="601" y="838"/>
                </a:lnTo>
                <a:lnTo>
                  <a:pt x="601" y="837"/>
                </a:lnTo>
                <a:lnTo>
                  <a:pt x="601" y="836"/>
                </a:lnTo>
                <a:lnTo>
                  <a:pt x="602" y="834"/>
                </a:lnTo>
                <a:lnTo>
                  <a:pt x="602" y="830"/>
                </a:lnTo>
                <a:lnTo>
                  <a:pt x="602" y="829"/>
                </a:lnTo>
                <a:lnTo>
                  <a:pt x="604" y="827"/>
                </a:lnTo>
                <a:lnTo>
                  <a:pt x="605" y="827"/>
                </a:lnTo>
                <a:lnTo>
                  <a:pt x="605" y="826"/>
                </a:lnTo>
                <a:lnTo>
                  <a:pt x="606" y="826"/>
                </a:lnTo>
                <a:lnTo>
                  <a:pt x="607" y="825"/>
                </a:lnTo>
                <a:lnTo>
                  <a:pt x="608" y="825"/>
                </a:lnTo>
                <a:lnTo>
                  <a:pt x="609" y="825"/>
                </a:lnTo>
                <a:lnTo>
                  <a:pt x="610" y="825"/>
                </a:lnTo>
                <a:lnTo>
                  <a:pt x="610" y="826"/>
                </a:lnTo>
                <a:lnTo>
                  <a:pt x="612" y="826"/>
                </a:lnTo>
                <a:lnTo>
                  <a:pt x="612" y="827"/>
                </a:lnTo>
                <a:lnTo>
                  <a:pt x="613" y="827"/>
                </a:lnTo>
                <a:lnTo>
                  <a:pt x="614" y="827"/>
                </a:lnTo>
                <a:lnTo>
                  <a:pt x="615" y="827"/>
                </a:lnTo>
                <a:lnTo>
                  <a:pt x="616" y="827"/>
                </a:lnTo>
                <a:lnTo>
                  <a:pt x="617" y="827"/>
                </a:lnTo>
                <a:lnTo>
                  <a:pt x="618" y="827"/>
                </a:lnTo>
                <a:lnTo>
                  <a:pt x="619" y="827"/>
                </a:lnTo>
                <a:lnTo>
                  <a:pt x="619" y="826"/>
                </a:lnTo>
                <a:lnTo>
                  <a:pt x="620" y="825"/>
                </a:lnTo>
                <a:lnTo>
                  <a:pt x="620" y="824"/>
                </a:lnTo>
                <a:lnTo>
                  <a:pt x="621" y="824"/>
                </a:lnTo>
                <a:lnTo>
                  <a:pt x="622" y="824"/>
                </a:lnTo>
                <a:lnTo>
                  <a:pt x="623" y="824"/>
                </a:lnTo>
                <a:lnTo>
                  <a:pt x="624" y="823"/>
                </a:lnTo>
                <a:lnTo>
                  <a:pt x="625" y="823"/>
                </a:lnTo>
                <a:lnTo>
                  <a:pt x="625" y="824"/>
                </a:lnTo>
                <a:lnTo>
                  <a:pt x="625" y="825"/>
                </a:lnTo>
                <a:lnTo>
                  <a:pt x="625" y="826"/>
                </a:lnTo>
                <a:lnTo>
                  <a:pt x="625" y="827"/>
                </a:lnTo>
                <a:lnTo>
                  <a:pt x="626" y="827"/>
                </a:lnTo>
                <a:lnTo>
                  <a:pt x="626" y="828"/>
                </a:lnTo>
                <a:lnTo>
                  <a:pt x="627" y="828"/>
                </a:lnTo>
                <a:lnTo>
                  <a:pt x="628" y="828"/>
                </a:lnTo>
                <a:lnTo>
                  <a:pt x="629" y="829"/>
                </a:lnTo>
                <a:lnTo>
                  <a:pt x="630" y="829"/>
                </a:lnTo>
                <a:lnTo>
                  <a:pt x="631" y="829"/>
                </a:lnTo>
                <a:lnTo>
                  <a:pt x="632" y="829"/>
                </a:lnTo>
                <a:lnTo>
                  <a:pt x="634" y="830"/>
                </a:lnTo>
                <a:lnTo>
                  <a:pt x="635" y="830"/>
                </a:lnTo>
                <a:lnTo>
                  <a:pt x="635" y="831"/>
                </a:lnTo>
                <a:lnTo>
                  <a:pt x="636" y="831"/>
                </a:lnTo>
                <a:lnTo>
                  <a:pt x="637" y="831"/>
                </a:lnTo>
                <a:lnTo>
                  <a:pt x="637" y="830"/>
                </a:lnTo>
                <a:lnTo>
                  <a:pt x="638" y="830"/>
                </a:lnTo>
                <a:lnTo>
                  <a:pt x="638" y="829"/>
                </a:lnTo>
                <a:lnTo>
                  <a:pt x="638" y="828"/>
                </a:lnTo>
                <a:lnTo>
                  <a:pt x="639" y="827"/>
                </a:lnTo>
                <a:lnTo>
                  <a:pt x="640" y="827"/>
                </a:lnTo>
                <a:lnTo>
                  <a:pt x="641" y="827"/>
                </a:lnTo>
                <a:lnTo>
                  <a:pt x="641" y="826"/>
                </a:lnTo>
                <a:lnTo>
                  <a:pt x="642" y="825"/>
                </a:lnTo>
                <a:lnTo>
                  <a:pt x="642" y="824"/>
                </a:lnTo>
                <a:lnTo>
                  <a:pt x="642" y="823"/>
                </a:lnTo>
                <a:lnTo>
                  <a:pt x="642" y="822"/>
                </a:lnTo>
                <a:lnTo>
                  <a:pt x="642" y="821"/>
                </a:lnTo>
                <a:lnTo>
                  <a:pt x="643" y="820"/>
                </a:lnTo>
                <a:lnTo>
                  <a:pt x="644" y="820"/>
                </a:lnTo>
                <a:lnTo>
                  <a:pt x="644" y="819"/>
                </a:lnTo>
                <a:lnTo>
                  <a:pt x="644" y="818"/>
                </a:lnTo>
                <a:lnTo>
                  <a:pt x="644" y="817"/>
                </a:lnTo>
                <a:lnTo>
                  <a:pt x="644" y="816"/>
                </a:lnTo>
                <a:lnTo>
                  <a:pt x="645" y="816"/>
                </a:lnTo>
                <a:lnTo>
                  <a:pt x="647" y="816"/>
                </a:lnTo>
                <a:lnTo>
                  <a:pt x="648" y="816"/>
                </a:lnTo>
                <a:lnTo>
                  <a:pt x="648" y="815"/>
                </a:lnTo>
                <a:lnTo>
                  <a:pt x="648" y="814"/>
                </a:lnTo>
                <a:lnTo>
                  <a:pt x="648" y="813"/>
                </a:lnTo>
                <a:lnTo>
                  <a:pt x="648" y="812"/>
                </a:lnTo>
                <a:lnTo>
                  <a:pt x="648" y="811"/>
                </a:lnTo>
                <a:lnTo>
                  <a:pt x="648" y="810"/>
                </a:lnTo>
                <a:lnTo>
                  <a:pt x="648" y="809"/>
                </a:lnTo>
                <a:lnTo>
                  <a:pt x="648" y="808"/>
                </a:lnTo>
                <a:lnTo>
                  <a:pt x="648" y="807"/>
                </a:lnTo>
                <a:lnTo>
                  <a:pt x="648" y="806"/>
                </a:lnTo>
                <a:lnTo>
                  <a:pt x="647" y="806"/>
                </a:lnTo>
                <a:lnTo>
                  <a:pt x="647" y="805"/>
                </a:lnTo>
                <a:lnTo>
                  <a:pt x="646" y="805"/>
                </a:lnTo>
                <a:lnTo>
                  <a:pt x="645" y="804"/>
                </a:lnTo>
                <a:lnTo>
                  <a:pt x="645" y="803"/>
                </a:lnTo>
                <a:lnTo>
                  <a:pt x="646" y="802"/>
                </a:lnTo>
                <a:lnTo>
                  <a:pt x="647" y="802"/>
                </a:lnTo>
                <a:lnTo>
                  <a:pt x="648" y="802"/>
                </a:lnTo>
                <a:lnTo>
                  <a:pt x="648" y="801"/>
                </a:lnTo>
                <a:lnTo>
                  <a:pt x="647" y="801"/>
                </a:lnTo>
                <a:lnTo>
                  <a:pt x="646" y="801"/>
                </a:lnTo>
                <a:lnTo>
                  <a:pt x="645" y="801"/>
                </a:lnTo>
                <a:lnTo>
                  <a:pt x="645" y="800"/>
                </a:lnTo>
                <a:lnTo>
                  <a:pt x="646" y="800"/>
                </a:lnTo>
                <a:lnTo>
                  <a:pt x="646" y="799"/>
                </a:lnTo>
                <a:lnTo>
                  <a:pt x="645" y="798"/>
                </a:lnTo>
                <a:lnTo>
                  <a:pt x="645" y="799"/>
                </a:lnTo>
                <a:lnTo>
                  <a:pt x="644" y="799"/>
                </a:lnTo>
                <a:lnTo>
                  <a:pt x="644" y="798"/>
                </a:lnTo>
                <a:lnTo>
                  <a:pt x="644" y="797"/>
                </a:lnTo>
                <a:lnTo>
                  <a:pt x="645" y="797"/>
                </a:lnTo>
                <a:lnTo>
                  <a:pt x="645" y="796"/>
                </a:lnTo>
                <a:lnTo>
                  <a:pt x="646" y="795"/>
                </a:lnTo>
                <a:lnTo>
                  <a:pt x="646" y="794"/>
                </a:lnTo>
                <a:lnTo>
                  <a:pt x="646" y="793"/>
                </a:lnTo>
                <a:lnTo>
                  <a:pt x="647" y="792"/>
                </a:lnTo>
                <a:lnTo>
                  <a:pt x="647" y="791"/>
                </a:lnTo>
                <a:lnTo>
                  <a:pt x="648" y="790"/>
                </a:lnTo>
                <a:lnTo>
                  <a:pt x="648" y="789"/>
                </a:lnTo>
                <a:lnTo>
                  <a:pt x="649" y="789"/>
                </a:lnTo>
                <a:lnTo>
                  <a:pt x="649" y="788"/>
                </a:lnTo>
                <a:lnTo>
                  <a:pt x="648" y="788"/>
                </a:lnTo>
                <a:lnTo>
                  <a:pt x="647" y="788"/>
                </a:lnTo>
                <a:lnTo>
                  <a:pt x="647" y="787"/>
                </a:lnTo>
                <a:lnTo>
                  <a:pt x="647" y="786"/>
                </a:lnTo>
                <a:lnTo>
                  <a:pt x="648" y="786"/>
                </a:lnTo>
                <a:lnTo>
                  <a:pt x="648" y="785"/>
                </a:lnTo>
                <a:lnTo>
                  <a:pt x="648" y="784"/>
                </a:lnTo>
                <a:lnTo>
                  <a:pt x="647" y="783"/>
                </a:lnTo>
                <a:lnTo>
                  <a:pt x="646" y="782"/>
                </a:lnTo>
                <a:lnTo>
                  <a:pt x="646" y="781"/>
                </a:lnTo>
                <a:lnTo>
                  <a:pt x="646" y="780"/>
                </a:lnTo>
                <a:lnTo>
                  <a:pt x="647" y="780"/>
                </a:lnTo>
                <a:lnTo>
                  <a:pt x="648" y="780"/>
                </a:lnTo>
                <a:lnTo>
                  <a:pt x="649" y="780"/>
                </a:lnTo>
                <a:lnTo>
                  <a:pt x="649" y="779"/>
                </a:lnTo>
                <a:lnTo>
                  <a:pt x="648" y="779"/>
                </a:lnTo>
                <a:lnTo>
                  <a:pt x="648" y="778"/>
                </a:lnTo>
                <a:lnTo>
                  <a:pt x="648" y="777"/>
                </a:lnTo>
                <a:lnTo>
                  <a:pt x="648" y="776"/>
                </a:lnTo>
                <a:lnTo>
                  <a:pt x="648" y="775"/>
                </a:lnTo>
                <a:lnTo>
                  <a:pt x="647" y="774"/>
                </a:lnTo>
                <a:lnTo>
                  <a:pt x="646" y="774"/>
                </a:lnTo>
                <a:lnTo>
                  <a:pt x="645" y="774"/>
                </a:lnTo>
                <a:lnTo>
                  <a:pt x="645" y="773"/>
                </a:lnTo>
                <a:lnTo>
                  <a:pt x="644" y="773"/>
                </a:lnTo>
                <a:lnTo>
                  <a:pt x="645" y="773"/>
                </a:lnTo>
                <a:lnTo>
                  <a:pt x="645" y="772"/>
                </a:lnTo>
                <a:lnTo>
                  <a:pt x="645" y="771"/>
                </a:lnTo>
                <a:lnTo>
                  <a:pt x="644" y="769"/>
                </a:lnTo>
                <a:lnTo>
                  <a:pt x="644" y="767"/>
                </a:lnTo>
                <a:lnTo>
                  <a:pt x="643" y="766"/>
                </a:lnTo>
                <a:lnTo>
                  <a:pt x="643" y="765"/>
                </a:lnTo>
                <a:lnTo>
                  <a:pt x="644" y="764"/>
                </a:lnTo>
                <a:lnTo>
                  <a:pt x="644" y="763"/>
                </a:lnTo>
                <a:lnTo>
                  <a:pt x="644" y="762"/>
                </a:lnTo>
                <a:lnTo>
                  <a:pt x="644" y="761"/>
                </a:lnTo>
                <a:lnTo>
                  <a:pt x="643" y="761"/>
                </a:lnTo>
                <a:lnTo>
                  <a:pt x="642" y="760"/>
                </a:lnTo>
                <a:lnTo>
                  <a:pt x="640" y="758"/>
                </a:lnTo>
                <a:lnTo>
                  <a:pt x="639" y="757"/>
                </a:lnTo>
                <a:lnTo>
                  <a:pt x="638" y="756"/>
                </a:lnTo>
                <a:lnTo>
                  <a:pt x="637" y="756"/>
                </a:lnTo>
                <a:lnTo>
                  <a:pt x="637" y="755"/>
                </a:lnTo>
                <a:lnTo>
                  <a:pt x="638" y="754"/>
                </a:lnTo>
                <a:lnTo>
                  <a:pt x="639" y="754"/>
                </a:lnTo>
                <a:lnTo>
                  <a:pt x="639" y="753"/>
                </a:lnTo>
                <a:lnTo>
                  <a:pt x="638" y="753"/>
                </a:lnTo>
                <a:lnTo>
                  <a:pt x="638" y="752"/>
                </a:lnTo>
                <a:lnTo>
                  <a:pt x="638" y="753"/>
                </a:lnTo>
                <a:lnTo>
                  <a:pt x="637" y="753"/>
                </a:lnTo>
                <a:lnTo>
                  <a:pt x="636" y="753"/>
                </a:lnTo>
                <a:lnTo>
                  <a:pt x="636" y="752"/>
                </a:lnTo>
                <a:lnTo>
                  <a:pt x="636" y="751"/>
                </a:lnTo>
                <a:lnTo>
                  <a:pt x="636" y="750"/>
                </a:lnTo>
                <a:lnTo>
                  <a:pt x="635" y="750"/>
                </a:lnTo>
                <a:lnTo>
                  <a:pt x="635" y="749"/>
                </a:lnTo>
                <a:lnTo>
                  <a:pt x="634" y="749"/>
                </a:lnTo>
                <a:lnTo>
                  <a:pt x="634" y="748"/>
                </a:lnTo>
                <a:lnTo>
                  <a:pt x="634" y="747"/>
                </a:lnTo>
                <a:lnTo>
                  <a:pt x="633" y="747"/>
                </a:lnTo>
                <a:lnTo>
                  <a:pt x="633" y="746"/>
                </a:lnTo>
                <a:lnTo>
                  <a:pt x="634" y="746"/>
                </a:lnTo>
                <a:lnTo>
                  <a:pt x="635" y="746"/>
                </a:lnTo>
                <a:lnTo>
                  <a:pt x="635" y="747"/>
                </a:lnTo>
                <a:lnTo>
                  <a:pt x="636" y="746"/>
                </a:lnTo>
                <a:lnTo>
                  <a:pt x="636" y="745"/>
                </a:lnTo>
                <a:lnTo>
                  <a:pt x="636" y="744"/>
                </a:lnTo>
                <a:lnTo>
                  <a:pt x="636" y="743"/>
                </a:lnTo>
                <a:lnTo>
                  <a:pt x="635" y="743"/>
                </a:lnTo>
                <a:lnTo>
                  <a:pt x="635" y="742"/>
                </a:lnTo>
                <a:lnTo>
                  <a:pt x="635" y="741"/>
                </a:lnTo>
                <a:lnTo>
                  <a:pt x="633" y="741"/>
                </a:lnTo>
                <a:lnTo>
                  <a:pt x="632" y="741"/>
                </a:lnTo>
                <a:lnTo>
                  <a:pt x="633" y="741"/>
                </a:lnTo>
                <a:lnTo>
                  <a:pt x="633" y="740"/>
                </a:lnTo>
                <a:lnTo>
                  <a:pt x="633" y="739"/>
                </a:lnTo>
                <a:lnTo>
                  <a:pt x="634" y="739"/>
                </a:lnTo>
                <a:lnTo>
                  <a:pt x="635" y="739"/>
                </a:lnTo>
                <a:lnTo>
                  <a:pt x="635" y="738"/>
                </a:lnTo>
                <a:lnTo>
                  <a:pt x="634" y="738"/>
                </a:lnTo>
                <a:lnTo>
                  <a:pt x="634" y="737"/>
                </a:lnTo>
                <a:lnTo>
                  <a:pt x="633" y="737"/>
                </a:lnTo>
                <a:lnTo>
                  <a:pt x="633" y="736"/>
                </a:lnTo>
                <a:lnTo>
                  <a:pt x="634" y="736"/>
                </a:lnTo>
                <a:lnTo>
                  <a:pt x="634" y="735"/>
                </a:lnTo>
                <a:lnTo>
                  <a:pt x="633" y="735"/>
                </a:lnTo>
                <a:lnTo>
                  <a:pt x="632" y="735"/>
                </a:lnTo>
                <a:lnTo>
                  <a:pt x="631" y="736"/>
                </a:lnTo>
                <a:lnTo>
                  <a:pt x="630" y="736"/>
                </a:lnTo>
                <a:lnTo>
                  <a:pt x="629" y="735"/>
                </a:lnTo>
                <a:lnTo>
                  <a:pt x="629" y="734"/>
                </a:lnTo>
                <a:lnTo>
                  <a:pt x="628" y="734"/>
                </a:lnTo>
                <a:lnTo>
                  <a:pt x="627" y="733"/>
                </a:lnTo>
                <a:lnTo>
                  <a:pt x="626" y="732"/>
                </a:lnTo>
                <a:lnTo>
                  <a:pt x="625" y="731"/>
                </a:lnTo>
                <a:lnTo>
                  <a:pt x="625" y="730"/>
                </a:lnTo>
                <a:lnTo>
                  <a:pt x="624" y="730"/>
                </a:lnTo>
                <a:lnTo>
                  <a:pt x="624" y="729"/>
                </a:lnTo>
                <a:lnTo>
                  <a:pt x="623" y="730"/>
                </a:lnTo>
                <a:lnTo>
                  <a:pt x="624" y="731"/>
                </a:lnTo>
                <a:lnTo>
                  <a:pt x="623" y="732"/>
                </a:lnTo>
                <a:lnTo>
                  <a:pt x="622" y="732"/>
                </a:lnTo>
                <a:lnTo>
                  <a:pt x="621" y="732"/>
                </a:lnTo>
                <a:lnTo>
                  <a:pt x="620" y="732"/>
                </a:lnTo>
                <a:lnTo>
                  <a:pt x="620" y="731"/>
                </a:lnTo>
                <a:lnTo>
                  <a:pt x="620" y="730"/>
                </a:lnTo>
                <a:lnTo>
                  <a:pt x="619" y="730"/>
                </a:lnTo>
                <a:lnTo>
                  <a:pt x="619" y="729"/>
                </a:lnTo>
                <a:lnTo>
                  <a:pt x="618" y="728"/>
                </a:lnTo>
                <a:lnTo>
                  <a:pt x="617" y="726"/>
                </a:lnTo>
                <a:lnTo>
                  <a:pt x="617" y="725"/>
                </a:lnTo>
                <a:lnTo>
                  <a:pt x="617" y="724"/>
                </a:lnTo>
                <a:lnTo>
                  <a:pt x="617" y="723"/>
                </a:lnTo>
                <a:lnTo>
                  <a:pt x="617" y="722"/>
                </a:lnTo>
                <a:lnTo>
                  <a:pt x="618" y="722"/>
                </a:lnTo>
                <a:lnTo>
                  <a:pt x="618" y="721"/>
                </a:lnTo>
                <a:lnTo>
                  <a:pt x="620" y="722"/>
                </a:lnTo>
                <a:lnTo>
                  <a:pt x="621" y="722"/>
                </a:lnTo>
                <a:lnTo>
                  <a:pt x="622" y="722"/>
                </a:lnTo>
                <a:lnTo>
                  <a:pt x="623" y="722"/>
                </a:lnTo>
                <a:lnTo>
                  <a:pt x="623" y="723"/>
                </a:lnTo>
                <a:lnTo>
                  <a:pt x="624" y="723"/>
                </a:lnTo>
                <a:lnTo>
                  <a:pt x="625" y="723"/>
                </a:lnTo>
                <a:lnTo>
                  <a:pt x="625" y="725"/>
                </a:lnTo>
                <a:lnTo>
                  <a:pt x="625" y="726"/>
                </a:lnTo>
                <a:lnTo>
                  <a:pt x="625" y="728"/>
                </a:lnTo>
                <a:lnTo>
                  <a:pt x="626" y="728"/>
                </a:lnTo>
                <a:lnTo>
                  <a:pt x="626" y="729"/>
                </a:lnTo>
                <a:lnTo>
                  <a:pt x="627" y="729"/>
                </a:lnTo>
                <a:lnTo>
                  <a:pt x="627" y="728"/>
                </a:lnTo>
                <a:lnTo>
                  <a:pt x="627" y="727"/>
                </a:lnTo>
                <a:lnTo>
                  <a:pt x="627" y="726"/>
                </a:lnTo>
                <a:lnTo>
                  <a:pt x="627" y="725"/>
                </a:lnTo>
                <a:lnTo>
                  <a:pt x="627" y="724"/>
                </a:lnTo>
                <a:lnTo>
                  <a:pt x="627" y="723"/>
                </a:lnTo>
                <a:lnTo>
                  <a:pt x="628" y="723"/>
                </a:lnTo>
                <a:lnTo>
                  <a:pt x="628" y="722"/>
                </a:lnTo>
                <a:lnTo>
                  <a:pt x="629" y="720"/>
                </a:lnTo>
                <a:lnTo>
                  <a:pt x="629" y="719"/>
                </a:lnTo>
                <a:lnTo>
                  <a:pt x="628" y="719"/>
                </a:lnTo>
                <a:lnTo>
                  <a:pt x="628" y="718"/>
                </a:lnTo>
                <a:lnTo>
                  <a:pt x="628" y="717"/>
                </a:lnTo>
                <a:lnTo>
                  <a:pt x="628" y="716"/>
                </a:lnTo>
                <a:lnTo>
                  <a:pt x="628" y="715"/>
                </a:lnTo>
                <a:lnTo>
                  <a:pt x="627" y="714"/>
                </a:lnTo>
                <a:lnTo>
                  <a:pt x="627" y="713"/>
                </a:lnTo>
                <a:lnTo>
                  <a:pt x="627" y="712"/>
                </a:lnTo>
                <a:lnTo>
                  <a:pt x="627" y="711"/>
                </a:lnTo>
                <a:lnTo>
                  <a:pt x="627" y="710"/>
                </a:lnTo>
                <a:lnTo>
                  <a:pt x="627" y="709"/>
                </a:lnTo>
                <a:lnTo>
                  <a:pt x="626" y="708"/>
                </a:lnTo>
                <a:lnTo>
                  <a:pt x="625" y="708"/>
                </a:lnTo>
                <a:lnTo>
                  <a:pt x="624" y="708"/>
                </a:lnTo>
                <a:lnTo>
                  <a:pt x="624" y="707"/>
                </a:lnTo>
                <a:lnTo>
                  <a:pt x="624" y="706"/>
                </a:lnTo>
                <a:lnTo>
                  <a:pt x="624" y="705"/>
                </a:lnTo>
                <a:lnTo>
                  <a:pt x="625" y="705"/>
                </a:lnTo>
                <a:lnTo>
                  <a:pt x="625" y="704"/>
                </a:lnTo>
                <a:lnTo>
                  <a:pt x="625" y="703"/>
                </a:lnTo>
                <a:lnTo>
                  <a:pt x="625" y="701"/>
                </a:lnTo>
                <a:lnTo>
                  <a:pt x="625" y="699"/>
                </a:lnTo>
                <a:lnTo>
                  <a:pt x="625" y="698"/>
                </a:lnTo>
                <a:lnTo>
                  <a:pt x="624" y="698"/>
                </a:lnTo>
                <a:lnTo>
                  <a:pt x="624" y="697"/>
                </a:lnTo>
                <a:lnTo>
                  <a:pt x="625" y="697"/>
                </a:lnTo>
                <a:lnTo>
                  <a:pt x="625" y="696"/>
                </a:lnTo>
                <a:lnTo>
                  <a:pt x="624" y="695"/>
                </a:lnTo>
                <a:lnTo>
                  <a:pt x="623" y="694"/>
                </a:lnTo>
                <a:lnTo>
                  <a:pt x="622" y="693"/>
                </a:lnTo>
                <a:lnTo>
                  <a:pt x="621" y="693"/>
                </a:lnTo>
                <a:lnTo>
                  <a:pt x="620" y="693"/>
                </a:lnTo>
                <a:lnTo>
                  <a:pt x="620" y="692"/>
                </a:lnTo>
                <a:lnTo>
                  <a:pt x="619" y="692"/>
                </a:lnTo>
                <a:lnTo>
                  <a:pt x="618" y="692"/>
                </a:lnTo>
                <a:lnTo>
                  <a:pt x="617" y="692"/>
                </a:lnTo>
                <a:lnTo>
                  <a:pt x="617" y="691"/>
                </a:lnTo>
                <a:lnTo>
                  <a:pt x="617" y="690"/>
                </a:lnTo>
                <a:lnTo>
                  <a:pt x="617" y="689"/>
                </a:lnTo>
                <a:lnTo>
                  <a:pt x="618" y="689"/>
                </a:lnTo>
                <a:lnTo>
                  <a:pt x="619" y="688"/>
                </a:lnTo>
                <a:lnTo>
                  <a:pt x="620" y="688"/>
                </a:lnTo>
                <a:lnTo>
                  <a:pt x="621" y="688"/>
                </a:lnTo>
                <a:lnTo>
                  <a:pt x="622" y="687"/>
                </a:lnTo>
                <a:lnTo>
                  <a:pt x="623" y="687"/>
                </a:lnTo>
                <a:lnTo>
                  <a:pt x="623" y="686"/>
                </a:lnTo>
                <a:lnTo>
                  <a:pt x="624" y="686"/>
                </a:lnTo>
                <a:lnTo>
                  <a:pt x="624" y="685"/>
                </a:lnTo>
                <a:lnTo>
                  <a:pt x="624" y="684"/>
                </a:lnTo>
                <a:lnTo>
                  <a:pt x="623" y="683"/>
                </a:lnTo>
                <a:lnTo>
                  <a:pt x="622" y="683"/>
                </a:lnTo>
                <a:lnTo>
                  <a:pt x="621" y="682"/>
                </a:lnTo>
                <a:lnTo>
                  <a:pt x="621" y="681"/>
                </a:lnTo>
                <a:lnTo>
                  <a:pt x="622" y="681"/>
                </a:lnTo>
                <a:lnTo>
                  <a:pt x="623" y="681"/>
                </a:lnTo>
                <a:lnTo>
                  <a:pt x="624" y="680"/>
                </a:lnTo>
                <a:lnTo>
                  <a:pt x="624" y="679"/>
                </a:lnTo>
                <a:lnTo>
                  <a:pt x="623" y="678"/>
                </a:lnTo>
                <a:lnTo>
                  <a:pt x="622" y="677"/>
                </a:lnTo>
                <a:lnTo>
                  <a:pt x="622" y="676"/>
                </a:lnTo>
                <a:lnTo>
                  <a:pt x="621" y="676"/>
                </a:lnTo>
                <a:lnTo>
                  <a:pt x="621" y="675"/>
                </a:lnTo>
                <a:lnTo>
                  <a:pt x="620" y="675"/>
                </a:lnTo>
                <a:lnTo>
                  <a:pt x="619" y="674"/>
                </a:lnTo>
                <a:lnTo>
                  <a:pt x="618" y="674"/>
                </a:lnTo>
                <a:lnTo>
                  <a:pt x="618" y="673"/>
                </a:lnTo>
                <a:lnTo>
                  <a:pt x="618" y="672"/>
                </a:lnTo>
                <a:lnTo>
                  <a:pt x="618" y="671"/>
                </a:lnTo>
                <a:lnTo>
                  <a:pt x="619" y="670"/>
                </a:lnTo>
                <a:lnTo>
                  <a:pt x="618" y="670"/>
                </a:lnTo>
                <a:lnTo>
                  <a:pt x="617" y="669"/>
                </a:lnTo>
                <a:lnTo>
                  <a:pt x="616" y="669"/>
                </a:lnTo>
                <a:lnTo>
                  <a:pt x="616" y="668"/>
                </a:lnTo>
                <a:lnTo>
                  <a:pt x="615" y="668"/>
                </a:lnTo>
                <a:lnTo>
                  <a:pt x="615" y="667"/>
                </a:lnTo>
                <a:lnTo>
                  <a:pt x="614" y="666"/>
                </a:lnTo>
                <a:lnTo>
                  <a:pt x="613" y="666"/>
                </a:lnTo>
                <a:lnTo>
                  <a:pt x="612" y="665"/>
                </a:lnTo>
                <a:lnTo>
                  <a:pt x="612" y="664"/>
                </a:lnTo>
                <a:lnTo>
                  <a:pt x="613" y="664"/>
                </a:lnTo>
                <a:lnTo>
                  <a:pt x="614" y="663"/>
                </a:lnTo>
                <a:lnTo>
                  <a:pt x="615" y="663"/>
                </a:lnTo>
                <a:lnTo>
                  <a:pt x="616" y="663"/>
                </a:lnTo>
                <a:lnTo>
                  <a:pt x="617" y="663"/>
                </a:lnTo>
                <a:lnTo>
                  <a:pt x="618" y="663"/>
                </a:lnTo>
                <a:lnTo>
                  <a:pt x="619" y="663"/>
                </a:lnTo>
                <a:lnTo>
                  <a:pt x="619" y="662"/>
                </a:lnTo>
                <a:lnTo>
                  <a:pt x="619" y="660"/>
                </a:lnTo>
                <a:lnTo>
                  <a:pt x="619" y="659"/>
                </a:lnTo>
                <a:lnTo>
                  <a:pt x="619" y="658"/>
                </a:lnTo>
                <a:lnTo>
                  <a:pt x="619" y="656"/>
                </a:lnTo>
                <a:lnTo>
                  <a:pt x="619" y="655"/>
                </a:lnTo>
                <a:lnTo>
                  <a:pt x="620" y="655"/>
                </a:lnTo>
                <a:lnTo>
                  <a:pt x="621" y="655"/>
                </a:lnTo>
                <a:lnTo>
                  <a:pt x="622" y="654"/>
                </a:lnTo>
                <a:lnTo>
                  <a:pt x="623" y="654"/>
                </a:lnTo>
                <a:lnTo>
                  <a:pt x="624" y="653"/>
                </a:lnTo>
                <a:lnTo>
                  <a:pt x="625" y="652"/>
                </a:lnTo>
                <a:lnTo>
                  <a:pt x="625" y="651"/>
                </a:lnTo>
                <a:lnTo>
                  <a:pt x="625" y="649"/>
                </a:lnTo>
                <a:lnTo>
                  <a:pt x="624" y="648"/>
                </a:lnTo>
                <a:lnTo>
                  <a:pt x="624" y="647"/>
                </a:lnTo>
                <a:lnTo>
                  <a:pt x="623" y="647"/>
                </a:lnTo>
                <a:lnTo>
                  <a:pt x="623" y="646"/>
                </a:lnTo>
                <a:lnTo>
                  <a:pt x="622" y="646"/>
                </a:lnTo>
                <a:lnTo>
                  <a:pt x="621" y="646"/>
                </a:lnTo>
                <a:lnTo>
                  <a:pt x="620" y="646"/>
                </a:lnTo>
                <a:lnTo>
                  <a:pt x="619" y="646"/>
                </a:lnTo>
                <a:lnTo>
                  <a:pt x="618" y="646"/>
                </a:lnTo>
                <a:lnTo>
                  <a:pt x="618" y="645"/>
                </a:lnTo>
                <a:lnTo>
                  <a:pt x="617" y="645"/>
                </a:lnTo>
                <a:lnTo>
                  <a:pt x="618" y="645"/>
                </a:lnTo>
                <a:lnTo>
                  <a:pt x="619" y="644"/>
                </a:lnTo>
                <a:lnTo>
                  <a:pt x="620" y="643"/>
                </a:lnTo>
                <a:lnTo>
                  <a:pt x="620" y="642"/>
                </a:lnTo>
                <a:lnTo>
                  <a:pt x="621" y="642"/>
                </a:lnTo>
                <a:lnTo>
                  <a:pt x="621" y="641"/>
                </a:lnTo>
                <a:lnTo>
                  <a:pt x="622" y="641"/>
                </a:lnTo>
                <a:lnTo>
                  <a:pt x="622" y="642"/>
                </a:lnTo>
                <a:lnTo>
                  <a:pt x="623" y="642"/>
                </a:lnTo>
                <a:lnTo>
                  <a:pt x="623" y="643"/>
                </a:lnTo>
                <a:lnTo>
                  <a:pt x="624" y="643"/>
                </a:lnTo>
                <a:lnTo>
                  <a:pt x="625" y="644"/>
                </a:lnTo>
                <a:lnTo>
                  <a:pt x="625" y="643"/>
                </a:lnTo>
                <a:lnTo>
                  <a:pt x="626" y="643"/>
                </a:lnTo>
                <a:lnTo>
                  <a:pt x="627" y="642"/>
                </a:lnTo>
                <a:lnTo>
                  <a:pt x="628" y="642"/>
                </a:lnTo>
                <a:lnTo>
                  <a:pt x="628" y="641"/>
                </a:lnTo>
                <a:lnTo>
                  <a:pt x="628" y="640"/>
                </a:lnTo>
                <a:lnTo>
                  <a:pt x="628" y="639"/>
                </a:lnTo>
                <a:lnTo>
                  <a:pt x="627" y="639"/>
                </a:lnTo>
                <a:lnTo>
                  <a:pt x="626" y="639"/>
                </a:lnTo>
                <a:lnTo>
                  <a:pt x="625" y="639"/>
                </a:lnTo>
                <a:lnTo>
                  <a:pt x="624" y="639"/>
                </a:lnTo>
                <a:lnTo>
                  <a:pt x="623" y="639"/>
                </a:lnTo>
                <a:lnTo>
                  <a:pt x="621" y="639"/>
                </a:lnTo>
                <a:lnTo>
                  <a:pt x="620" y="639"/>
                </a:lnTo>
                <a:lnTo>
                  <a:pt x="619" y="639"/>
                </a:lnTo>
                <a:lnTo>
                  <a:pt x="619" y="638"/>
                </a:lnTo>
                <a:lnTo>
                  <a:pt x="619" y="637"/>
                </a:lnTo>
                <a:lnTo>
                  <a:pt x="620" y="636"/>
                </a:lnTo>
                <a:lnTo>
                  <a:pt x="620" y="635"/>
                </a:lnTo>
                <a:lnTo>
                  <a:pt x="621" y="635"/>
                </a:lnTo>
                <a:lnTo>
                  <a:pt x="620" y="635"/>
                </a:lnTo>
                <a:lnTo>
                  <a:pt x="620" y="634"/>
                </a:lnTo>
                <a:lnTo>
                  <a:pt x="618" y="634"/>
                </a:lnTo>
                <a:lnTo>
                  <a:pt x="617" y="634"/>
                </a:lnTo>
                <a:lnTo>
                  <a:pt x="616" y="634"/>
                </a:lnTo>
                <a:lnTo>
                  <a:pt x="616" y="633"/>
                </a:lnTo>
                <a:lnTo>
                  <a:pt x="617" y="633"/>
                </a:lnTo>
                <a:lnTo>
                  <a:pt x="618" y="633"/>
                </a:lnTo>
                <a:lnTo>
                  <a:pt x="618" y="632"/>
                </a:lnTo>
                <a:lnTo>
                  <a:pt x="619" y="631"/>
                </a:lnTo>
                <a:lnTo>
                  <a:pt x="619" y="630"/>
                </a:lnTo>
                <a:lnTo>
                  <a:pt x="618" y="630"/>
                </a:lnTo>
                <a:lnTo>
                  <a:pt x="618" y="629"/>
                </a:lnTo>
                <a:lnTo>
                  <a:pt x="618" y="628"/>
                </a:lnTo>
                <a:lnTo>
                  <a:pt x="619" y="627"/>
                </a:lnTo>
                <a:lnTo>
                  <a:pt x="620" y="626"/>
                </a:lnTo>
                <a:lnTo>
                  <a:pt x="620" y="625"/>
                </a:lnTo>
                <a:lnTo>
                  <a:pt x="621" y="625"/>
                </a:lnTo>
                <a:lnTo>
                  <a:pt x="622" y="625"/>
                </a:lnTo>
                <a:lnTo>
                  <a:pt x="622" y="626"/>
                </a:lnTo>
                <a:lnTo>
                  <a:pt x="622" y="627"/>
                </a:lnTo>
                <a:lnTo>
                  <a:pt x="622" y="628"/>
                </a:lnTo>
                <a:lnTo>
                  <a:pt x="623" y="628"/>
                </a:lnTo>
                <a:lnTo>
                  <a:pt x="624" y="629"/>
                </a:lnTo>
                <a:lnTo>
                  <a:pt x="624" y="628"/>
                </a:lnTo>
                <a:lnTo>
                  <a:pt x="625" y="628"/>
                </a:lnTo>
                <a:lnTo>
                  <a:pt x="624" y="627"/>
                </a:lnTo>
                <a:lnTo>
                  <a:pt x="624" y="626"/>
                </a:lnTo>
                <a:lnTo>
                  <a:pt x="624" y="625"/>
                </a:lnTo>
                <a:lnTo>
                  <a:pt x="625" y="625"/>
                </a:lnTo>
                <a:lnTo>
                  <a:pt x="626" y="625"/>
                </a:lnTo>
                <a:lnTo>
                  <a:pt x="627" y="625"/>
                </a:lnTo>
                <a:lnTo>
                  <a:pt x="627" y="624"/>
                </a:lnTo>
                <a:lnTo>
                  <a:pt x="628" y="624"/>
                </a:lnTo>
                <a:lnTo>
                  <a:pt x="629" y="624"/>
                </a:lnTo>
                <a:lnTo>
                  <a:pt x="630" y="624"/>
                </a:lnTo>
                <a:lnTo>
                  <a:pt x="630" y="623"/>
                </a:lnTo>
                <a:lnTo>
                  <a:pt x="630" y="622"/>
                </a:lnTo>
                <a:lnTo>
                  <a:pt x="629" y="622"/>
                </a:lnTo>
                <a:lnTo>
                  <a:pt x="627" y="622"/>
                </a:lnTo>
                <a:lnTo>
                  <a:pt x="626" y="621"/>
                </a:lnTo>
                <a:lnTo>
                  <a:pt x="624" y="620"/>
                </a:lnTo>
                <a:lnTo>
                  <a:pt x="624" y="619"/>
                </a:lnTo>
                <a:lnTo>
                  <a:pt x="623" y="619"/>
                </a:lnTo>
                <a:lnTo>
                  <a:pt x="624" y="619"/>
                </a:lnTo>
                <a:lnTo>
                  <a:pt x="626" y="619"/>
                </a:lnTo>
                <a:lnTo>
                  <a:pt x="627" y="619"/>
                </a:lnTo>
                <a:lnTo>
                  <a:pt x="627" y="618"/>
                </a:lnTo>
                <a:lnTo>
                  <a:pt x="628" y="618"/>
                </a:lnTo>
                <a:lnTo>
                  <a:pt x="628" y="617"/>
                </a:lnTo>
                <a:lnTo>
                  <a:pt x="629" y="617"/>
                </a:lnTo>
                <a:lnTo>
                  <a:pt x="630" y="616"/>
                </a:lnTo>
                <a:lnTo>
                  <a:pt x="630" y="615"/>
                </a:lnTo>
                <a:lnTo>
                  <a:pt x="630" y="614"/>
                </a:lnTo>
                <a:lnTo>
                  <a:pt x="629" y="614"/>
                </a:lnTo>
                <a:lnTo>
                  <a:pt x="629" y="613"/>
                </a:lnTo>
                <a:lnTo>
                  <a:pt x="629" y="612"/>
                </a:lnTo>
                <a:lnTo>
                  <a:pt x="629" y="611"/>
                </a:lnTo>
                <a:lnTo>
                  <a:pt x="630" y="611"/>
                </a:lnTo>
                <a:lnTo>
                  <a:pt x="631" y="611"/>
                </a:lnTo>
                <a:lnTo>
                  <a:pt x="632" y="611"/>
                </a:lnTo>
                <a:lnTo>
                  <a:pt x="633" y="611"/>
                </a:lnTo>
                <a:lnTo>
                  <a:pt x="633" y="610"/>
                </a:lnTo>
                <a:lnTo>
                  <a:pt x="634" y="610"/>
                </a:lnTo>
                <a:lnTo>
                  <a:pt x="634" y="609"/>
                </a:lnTo>
                <a:lnTo>
                  <a:pt x="635" y="609"/>
                </a:lnTo>
                <a:lnTo>
                  <a:pt x="635" y="608"/>
                </a:lnTo>
                <a:lnTo>
                  <a:pt x="636" y="608"/>
                </a:lnTo>
                <a:lnTo>
                  <a:pt x="636" y="607"/>
                </a:lnTo>
                <a:lnTo>
                  <a:pt x="636" y="606"/>
                </a:lnTo>
                <a:lnTo>
                  <a:pt x="636" y="605"/>
                </a:lnTo>
                <a:lnTo>
                  <a:pt x="635" y="605"/>
                </a:lnTo>
                <a:lnTo>
                  <a:pt x="634" y="605"/>
                </a:lnTo>
                <a:lnTo>
                  <a:pt x="634" y="604"/>
                </a:lnTo>
                <a:lnTo>
                  <a:pt x="634" y="603"/>
                </a:lnTo>
                <a:lnTo>
                  <a:pt x="635" y="603"/>
                </a:lnTo>
                <a:lnTo>
                  <a:pt x="636" y="603"/>
                </a:lnTo>
                <a:lnTo>
                  <a:pt x="637" y="604"/>
                </a:lnTo>
                <a:lnTo>
                  <a:pt x="637" y="603"/>
                </a:lnTo>
                <a:lnTo>
                  <a:pt x="638" y="603"/>
                </a:lnTo>
                <a:lnTo>
                  <a:pt x="637" y="602"/>
                </a:lnTo>
                <a:lnTo>
                  <a:pt x="636" y="602"/>
                </a:lnTo>
                <a:lnTo>
                  <a:pt x="636" y="601"/>
                </a:lnTo>
                <a:lnTo>
                  <a:pt x="635" y="601"/>
                </a:lnTo>
                <a:lnTo>
                  <a:pt x="635" y="600"/>
                </a:lnTo>
                <a:lnTo>
                  <a:pt x="635" y="599"/>
                </a:lnTo>
                <a:lnTo>
                  <a:pt x="635" y="598"/>
                </a:lnTo>
                <a:lnTo>
                  <a:pt x="634" y="598"/>
                </a:lnTo>
                <a:lnTo>
                  <a:pt x="634" y="597"/>
                </a:lnTo>
                <a:lnTo>
                  <a:pt x="634" y="596"/>
                </a:lnTo>
                <a:lnTo>
                  <a:pt x="635" y="596"/>
                </a:lnTo>
                <a:lnTo>
                  <a:pt x="636" y="596"/>
                </a:lnTo>
                <a:lnTo>
                  <a:pt x="636" y="595"/>
                </a:lnTo>
                <a:lnTo>
                  <a:pt x="636" y="594"/>
                </a:lnTo>
                <a:lnTo>
                  <a:pt x="636" y="593"/>
                </a:lnTo>
                <a:lnTo>
                  <a:pt x="635" y="593"/>
                </a:lnTo>
                <a:lnTo>
                  <a:pt x="635" y="592"/>
                </a:lnTo>
                <a:lnTo>
                  <a:pt x="635" y="591"/>
                </a:lnTo>
                <a:lnTo>
                  <a:pt x="635" y="590"/>
                </a:lnTo>
                <a:lnTo>
                  <a:pt x="635" y="589"/>
                </a:lnTo>
                <a:lnTo>
                  <a:pt x="636" y="590"/>
                </a:lnTo>
                <a:lnTo>
                  <a:pt x="637" y="589"/>
                </a:lnTo>
                <a:lnTo>
                  <a:pt x="637" y="588"/>
                </a:lnTo>
                <a:lnTo>
                  <a:pt x="637" y="587"/>
                </a:lnTo>
                <a:lnTo>
                  <a:pt x="638" y="587"/>
                </a:lnTo>
                <a:lnTo>
                  <a:pt x="638" y="586"/>
                </a:lnTo>
                <a:lnTo>
                  <a:pt x="639" y="586"/>
                </a:lnTo>
                <a:lnTo>
                  <a:pt x="640" y="586"/>
                </a:lnTo>
                <a:lnTo>
                  <a:pt x="641" y="586"/>
                </a:lnTo>
                <a:lnTo>
                  <a:pt x="641" y="585"/>
                </a:lnTo>
                <a:lnTo>
                  <a:pt x="642" y="585"/>
                </a:lnTo>
                <a:lnTo>
                  <a:pt x="641" y="584"/>
                </a:lnTo>
                <a:lnTo>
                  <a:pt x="640" y="584"/>
                </a:lnTo>
                <a:lnTo>
                  <a:pt x="640" y="585"/>
                </a:lnTo>
                <a:lnTo>
                  <a:pt x="639" y="584"/>
                </a:lnTo>
                <a:lnTo>
                  <a:pt x="639" y="583"/>
                </a:lnTo>
                <a:lnTo>
                  <a:pt x="640" y="583"/>
                </a:lnTo>
                <a:lnTo>
                  <a:pt x="641" y="583"/>
                </a:lnTo>
                <a:lnTo>
                  <a:pt x="641" y="582"/>
                </a:lnTo>
                <a:lnTo>
                  <a:pt x="642" y="582"/>
                </a:lnTo>
                <a:lnTo>
                  <a:pt x="642" y="581"/>
                </a:lnTo>
                <a:lnTo>
                  <a:pt x="641" y="581"/>
                </a:lnTo>
                <a:lnTo>
                  <a:pt x="641" y="580"/>
                </a:lnTo>
                <a:lnTo>
                  <a:pt x="640" y="580"/>
                </a:lnTo>
                <a:lnTo>
                  <a:pt x="640" y="579"/>
                </a:lnTo>
                <a:lnTo>
                  <a:pt x="640" y="578"/>
                </a:lnTo>
                <a:lnTo>
                  <a:pt x="640" y="577"/>
                </a:lnTo>
                <a:lnTo>
                  <a:pt x="641" y="577"/>
                </a:lnTo>
                <a:lnTo>
                  <a:pt x="642" y="577"/>
                </a:lnTo>
                <a:lnTo>
                  <a:pt x="643" y="576"/>
                </a:lnTo>
                <a:lnTo>
                  <a:pt x="643" y="575"/>
                </a:lnTo>
                <a:lnTo>
                  <a:pt x="642" y="574"/>
                </a:lnTo>
                <a:lnTo>
                  <a:pt x="641" y="574"/>
                </a:lnTo>
                <a:lnTo>
                  <a:pt x="641" y="575"/>
                </a:lnTo>
                <a:lnTo>
                  <a:pt x="640" y="575"/>
                </a:lnTo>
                <a:lnTo>
                  <a:pt x="640" y="574"/>
                </a:lnTo>
                <a:lnTo>
                  <a:pt x="639" y="574"/>
                </a:lnTo>
                <a:lnTo>
                  <a:pt x="639" y="573"/>
                </a:lnTo>
                <a:lnTo>
                  <a:pt x="640" y="572"/>
                </a:lnTo>
                <a:lnTo>
                  <a:pt x="641" y="572"/>
                </a:lnTo>
                <a:lnTo>
                  <a:pt x="641" y="571"/>
                </a:lnTo>
                <a:lnTo>
                  <a:pt x="640" y="570"/>
                </a:lnTo>
                <a:lnTo>
                  <a:pt x="639" y="569"/>
                </a:lnTo>
                <a:lnTo>
                  <a:pt x="639" y="568"/>
                </a:lnTo>
                <a:lnTo>
                  <a:pt x="639" y="567"/>
                </a:lnTo>
                <a:lnTo>
                  <a:pt x="638" y="567"/>
                </a:lnTo>
                <a:lnTo>
                  <a:pt x="637" y="567"/>
                </a:lnTo>
                <a:lnTo>
                  <a:pt x="637" y="566"/>
                </a:lnTo>
                <a:lnTo>
                  <a:pt x="638" y="566"/>
                </a:lnTo>
                <a:lnTo>
                  <a:pt x="638" y="565"/>
                </a:lnTo>
                <a:lnTo>
                  <a:pt x="638" y="564"/>
                </a:lnTo>
                <a:lnTo>
                  <a:pt x="638" y="563"/>
                </a:lnTo>
                <a:lnTo>
                  <a:pt x="639" y="563"/>
                </a:lnTo>
                <a:lnTo>
                  <a:pt x="640" y="563"/>
                </a:lnTo>
                <a:lnTo>
                  <a:pt x="640" y="564"/>
                </a:lnTo>
                <a:lnTo>
                  <a:pt x="641" y="564"/>
                </a:lnTo>
                <a:lnTo>
                  <a:pt x="643" y="566"/>
                </a:lnTo>
                <a:lnTo>
                  <a:pt x="644" y="566"/>
                </a:lnTo>
                <a:lnTo>
                  <a:pt x="645" y="566"/>
                </a:lnTo>
                <a:lnTo>
                  <a:pt x="646" y="566"/>
                </a:lnTo>
                <a:lnTo>
                  <a:pt x="646" y="565"/>
                </a:lnTo>
                <a:lnTo>
                  <a:pt x="646" y="564"/>
                </a:lnTo>
                <a:lnTo>
                  <a:pt x="645" y="564"/>
                </a:lnTo>
                <a:lnTo>
                  <a:pt x="645" y="563"/>
                </a:lnTo>
                <a:lnTo>
                  <a:pt x="644" y="563"/>
                </a:lnTo>
                <a:lnTo>
                  <a:pt x="644" y="562"/>
                </a:lnTo>
                <a:lnTo>
                  <a:pt x="643" y="561"/>
                </a:lnTo>
                <a:lnTo>
                  <a:pt x="642" y="560"/>
                </a:lnTo>
                <a:lnTo>
                  <a:pt x="642" y="559"/>
                </a:lnTo>
                <a:lnTo>
                  <a:pt x="642" y="558"/>
                </a:lnTo>
                <a:lnTo>
                  <a:pt x="644" y="558"/>
                </a:lnTo>
                <a:lnTo>
                  <a:pt x="645" y="558"/>
                </a:lnTo>
                <a:lnTo>
                  <a:pt x="644" y="558"/>
                </a:lnTo>
                <a:lnTo>
                  <a:pt x="644" y="557"/>
                </a:lnTo>
                <a:lnTo>
                  <a:pt x="643" y="557"/>
                </a:lnTo>
                <a:lnTo>
                  <a:pt x="644" y="557"/>
                </a:lnTo>
                <a:lnTo>
                  <a:pt x="644" y="556"/>
                </a:lnTo>
                <a:lnTo>
                  <a:pt x="645" y="556"/>
                </a:lnTo>
                <a:lnTo>
                  <a:pt x="645" y="555"/>
                </a:lnTo>
                <a:lnTo>
                  <a:pt x="648" y="555"/>
                </a:lnTo>
                <a:lnTo>
                  <a:pt x="648" y="556"/>
                </a:lnTo>
                <a:lnTo>
                  <a:pt x="649" y="556"/>
                </a:lnTo>
                <a:lnTo>
                  <a:pt x="650" y="556"/>
                </a:lnTo>
                <a:lnTo>
                  <a:pt x="651" y="556"/>
                </a:lnTo>
                <a:lnTo>
                  <a:pt x="652" y="555"/>
                </a:lnTo>
                <a:lnTo>
                  <a:pt x="652" y="554"/>
                </a:lnTo>
                <a:lnTo>
                  <a:pt x="652" y="552"/>
                </a:lnTo>
                <a:lnTo>
                  <a:pt x="652" y="550"/>
                </a:lnTo>
                <a:lnTo>
                  <a:pt x="653" y="550"/>
                </a:lnTo>
                <a:lnTo>
                  <a:pt x="654" y="548"/>
                </a:lnTo>
                <a:lnTo>
                  <a:pt x="655" y="548"/>
                </a:lnTo>
                <a:lnTo>
                  <a:pt x="656" y="548"/>
                </a:lnTo>
                <a:lnTo>
                  <a:pt x="656" y="547"/>
                </a:lnTo>
                <a:lnTo>
                  <a:pt x="657" y="547"/>
                </a:lnTo>
                <a:lnTo>
                  <a:pt x="658" y="547"/>
                </a:lnTo>
                <a:lnTo>
                  <a:pt x="658" y="546"/>
                </a:lnTo>
                <a:lnTo>
                  <a:pt x="657" y="546"/>
                </a:lnTo>
                <a:lnTo>
                  <a:pt x="656" y="546"/>
                </a:lnTo>
                <a:lnTo>
                  <a:pt x="655" y="546"/>
                </a:lnTo>
                <a:lnTo>
                  <a:pt x="655" y="545"/>
                </a:lnTo>
                <a:lnTo>
                  <a:pt x="656" y="545"/>
                </a:lnTo>
                <a:lnTo>
                  <a:pt x="656" y="544"/>
                </a:lnTo>
                <a:lnTo>
                  <a:pt x="657" y="544"/>
                </a:lnTo>
                <a:lnTo>
                  <a:pt x="658" y="543"/>
                </a:lnTo>
                <a:lnTo>
                  <a:pt x="659" y="542"/>
                </a:lnTo>
                <a:lnTo>
                  <a:pt x="659" y="541"/>
                </a:lnTo>
                <a:lnTo>
                  <a:pt x="659" y="540"/>
                </a:lnTo>
                <a:lnTo>
                  <a:pt x="660" y="539"/>
                </a:lnTo>
                <a:lnTo>
                  <a:pt x="661" y="538"/>
                </a:lnTo>
                <a:lnTo>
                  <a:pt x="662" y="538"/>
                </a:lnTo>
                <a:lnTo>
                  <a:pt x="663" y="538"/>
                </a:lnTo>
                <a:lnTo>
                  <a:pt x="664" y="539"/>
                </a:lnTo>
                <a:lnTo>
                  <a:pt x="663" y="539"/>
                </a:lnTo>
                <a:lnTo>
                  <a:pt x="662" y="539"/>
                </a:lnTo>
                <a:lnTo>
                  <a:pt x="662" y="540"/>
                </a:lnTo>
                <a:lnTo>
                  <a:pt x="664" y="540"/>
                </a:lnTo>
                <a:lnTo>
                  <a:pt x="665" y="539"/>
                </a:lnTo>
                <a:lnTo>
                  <a:pt x="665" y="538"/>
                </a:lnTo>
                <a:lnTo>
                  <a:pt x="666" y="538"/>
                </a:lnTo>
                <a:lnTo>
                  <a:pt x="666" y="537"/>
                </a:lnTo>
                <a:lnTo>
                  <a:pt x="666" y="536"/>
                </a:lnTo>
                <a:lnTo>
                  <a:pt x="665" y="536"/>
                </a:lnTo>
                <a:lnTo>
                  <a:pt x="665" y="535"/>
                </a:lnTo>
                <a:lnTo>
                  <a:pt x="666" y="535"/>
                </a:lnTo>
                <a:lnTo>
                  <a:pt x="667" y="535"/>
                </a:lnTo>
                <a:lnTo>
                  <a:pt x="668" y="535"/>
                </a:lnTo>
                <a:lnTo>
                  <a:pt x="668" y="534"/>
                </a:lnTo>
                <a:lnTo>
                  <a:pt x="668" y="533"/>
                </a:lnTo>
                <a:lnTo>
                  <a:pt x="668" y="532"/>
                </a:lnTo>
                <a:lnTo>
                  <a:pt x="669" y="532"/>
                </a:lnTo>
                <a:lnTo>
                  <a:pt x="669" y="531"/>
                </a:lnTo>
                <a:lnTo>
                  <a:pt x="670" y="531"/>
                </a:lnTo>
                <a:lnTo>
                  <a:pt x="670" y="530"/>
                </a:lnTo>
                <a:lnTo>
                  <a:pt x="671" y="530"/>
                </a:lnTo>
                <a:lnTo>
                  <a:pt x="671" y="529"/>
                </a:lnTo>
                <a:lnTo>
                  <a:pt x="671" y="528"/>
                </a:lnTo>
                <a:lnTo>
                  <a:pt x="671" y="527"/>
                </a:lnTo>
                <a:lnTo>
                  <a:pt x="671" y="526"/>
                </a:lnTo>
                <a:lnTo>
                  <a:pt x="670" y="525"/>
                </a:lnTo>
                <a:lnTo>
                  <a:pt x="670" y="524"/>
                </a:lnTo>
                <a:lnTo>
                  <a:pt x="669" y="524"/>
                </a:lnTo>
                <a:lnTo>
                  <a:pt x="669" y="523"/>
                </a:lnTo>
                <a:lnTo>
                  <a:pt x="668" y="522"/>
                </a:lnTo>
                <a:lnTo>
                  <a:pt x="668" y="521"/>
                </a:lnTo>
                <a:lnTo>
                  <a:pt x="667" y="520"/>
                </a:lnTo>
                <a:lnTo>
                  <a:pt x="667" y="519"/>
                </a:lnTo>
                <a:lnTo>
                  <a:pt x="667" y="518"/>
                </a:lnTo>
                <a:lnTo>
                  <a:pt x="667" y="516"/>
                </a:lnTo>
                <a:lnTo>
                  <a:pt x="667" y="515"/>
                </a:lnTo>
                <a:lnTo>
                  <a:pt x="666" y="515"/>
                </a:lnTo>
                <a:lnTo>
                  <a:pt x="665" y="515"/>
                </a:lnTo>
                <a:lnTo>
                  <a:pt x="665" y="514"/>
                </a:lnTo>
                <a:lnTo>
                  <a:pt x="664" y="514"/>
                </a:lnTo>
                <a:lnTo>
                  <a:pt x="664" y="513"/>
                </a:lnTo>
                <a:lnTo>
                  <a:pt x="663" y="512"/>
                </a:lnTo>
                <a:lnTo>
                  <a:pt x="663" y="511"/>
                </a:lnTo>
                <a:lnTo>
                  <a:pt x="664" y="510"/>
                </a:lnTo>
                <a:lnTo>
                  <a:pt x="664" y="509"/>
                </a:lnTo>
                <a:lnTo>
                  <a:pt x="664" y="508"/>
                </a:lnTo>
                <a:lnTo>
                  <a:pt x="663" y="508"/>
                </a:lnTo>
                <a:lnTo>
                  <a:pt x="662" y="507"/>
                </a:lnTo>
                <a:lnTo>
                  <a:pt x="661" y="506"/>
                </a:lnTo>
                <a:lnTo>
                  <a:pt x="661" y="505"/>
                </a:lnTo>
                <a:lnTo>
                  <a:pt x="662" y="505"/>
                </a:lnTo>
                <a:lnTo>
                  <a:pt x="663" y="504"/>
                </a:lnTo>
                <a:lnTo>
                  <a:pt x="664" y="504"/>
                </a:lnTo>
                <a:lnTo>
                  <a:pt x="664" y="503"/>
                </a:lnTo>
                <a:lnTo>
                  <a:pt x="665" y="503"/>
                </a:lnTo>
                <a:lnTo>
                  <a:pt x="665" y="502"/>
                </a:lnTo>
                <a:lnTo>
                  <a:pt x="665" y="501"/>
                </a:lnTo>
                <a:lnTo>
                  <a:pt x="665" y="500"/>
                </a:lnTo>
                <a:lnTo>
                  <a:pt x="665" y="499"/>
                </a:lnTo>
                <a:lnTo>
                  <a:pt x="664" y="499"/>
                </a:lnTo>
                <a:lnTo>
                  <a:pt x="662" y="499"/>
                </a:lnTo>
                <a:lnTo>
                  <a:pt x="662" y="498"/>
                </a:lnTo>
                <a:lnTo>
                  <a:pt x="660" y="498"/>
                </a:lnTo>
                <a:lnTo>
                  <a:pt x="659" y="497"/>
                </a:lnTo>
                <a:lnTo>
                  <a:pt x="658" y="497"/>
                </a:lnTo>
                <a:lnTo>
                  <a:pt x="658" y="496"/>
                </a:lnTo>
                <a:lnTo>
                  <a:pt x="659" y="495"/>
                </a:lnTo>
                <a:lnTo>
                  <a:pt x="660" y="495"/>
                </a:lnTo>
                <a:lnTo>
                  <a:pt x="660" y="494"/>
                </a:lnTo>
                <a:lnTo>
                  <a:pt x="659" y="494"/>
                </a:lnTo>
                <a:lnTo>
                  <a:pt x="659" y="493"/>
                </a:lnTo>
                <a:lnTo>
                  <a:pt x="657" y="492"/>
                </a:lnTo>
                <a:lnTo>
                  <a:pt x="656" y="492"/>
                </a:lnTo>
                <a:lnTo>
                  <a:pt x="656" y="493"/>
                </a:lnTo>
                <a:lnTo>
                  <a:pt x="655" y="493"/>
                </a:lnTo>
                <a:lnTo>
                  <a:pt x="654" y="493"/>
                </a:lnTo>
                <a:lnTo>
                  <a:pt x="654" y="492"/>
                </a:lnTo>
                <a:lnTo>
                  <a:pt x="655" y="492"/>
                </a:lnTo>
                <a:lnTo>
                  <a:pt x="655" y="491"/>
                </a:lnTo>
                <a:lnTo>
                  <a:pt x="655" y="490"/>
                </a:lnTo>
                <a:lnTo>
                  <a:pt x="656" y="489"/>
                </a:lnTo>
                <a:lnTo>
                  <a:pt x="658" y="487"/>
                </a:lnTo>
                <a:lnTo>
                  <a:pt x="659" y="487"/>
                </a:lnTo>
                <a:lnTo>
                  <a:pt x="660" y="487"/>
                </a:lnTo>
                <a:lnTo>
                  <a:pt x="661" y="488"/>
                </a:lnTo>
                <a:lnTo>
                  <a:pt x="662" y="488"/>
                </a:lnTo>
                <a:lnTo>
                  <a:pt x="663" y="488"/>
                </a:lnTo>
                <a:lnTo>
                  <a:pt x="663" y="489"/>
                </a:lnTo>
                <a:lnTo>
                  <a:pt x="664" y="489"/>
                </a:lnTo>
                <a:lnTo>
                  <a:pt x="665" y="489"/>
                </a:lnTo>
                <a:lnTo>
                  <a:pt x="665" y="488"/>
                </a:lnTo>
                <a:lnTo>
                  <a:pt x="665" y="487"/>
                </a:lnTo>
                <a:lnTo>
                  <a:pt x="665" y="486"/>
                </a:lnTo>
                <a:lnTo>
                  <a:pt x="664" y="486"/>
                </a:lnTo>
                <a:lnTo>
                  <a:pt x="664" y="485"/>
                </a:lnTo>
                <a:lnTo>
                  <a:pt x="663" y="485"/>
                </a:lnTo>
                <a:lnTo>
                  <a:pt x="663" y="484"/>
                </a:lnTo>
                <a:lnTo>
                  <a:pt x="662" y="484"/>
                </a:lnTo>
                <a:lnTo>
                  <a:pt x="662" y="483"/>
                </a:lnTo>
                <a:lnTo>
                  <a:pt x="663" y="482"/>
                </a:lnTo>
                <a:lnTo>
                  <a:pt x="663" y="481"/>
                </a:lnTo>
                <a:lnTo>
                  <a:pt x="664" y="481"/>
                </a:lnTo>
                <a:lnTo>
                  <a:pt x="664" y="482"/>
                </a:lnTo>
                <a:lnTo>
                  <a:pt x="665" y="482"/>
                </a:lnTo>
                <a:lnTo>
                  <a:pt x="666" y="482"/>
                </a:lnTo>
                <a:lnTo>
                  <a:pt x="666" y="481"/>
                </a:lnTo>
                <a:lnTo>
                  <a:pt x="667" y="481"/>
                </a:lnTo>
                <a:lnTo>
                  <a:pt x="667" y="480"/>
                </a:lnTo>
                <a:lnTo>
                  <a:pt x="668" y="479"/>
                </a:lnTo>
                <a:lnTo>
                  <a:pt x="669" y="478"/>
                </a:lnTo>
                <a:lnTo>
                  <a:pt x="669" y="477"/>
                </a:lnTo>
                <a:lnTo>
                  <a:pt x="668" y="477"/>
                </a:lnTo>
                <a:lnTo>
                  <a:pt x="667" y="476"/>
                </a:lnTo>
                <a:lnTo>
                  <a:pt x="667" y="475"/>
                </a:lnTo>
                <a:lnTo>
                  <a:pt x="668" y="475"/>
                </a:lnTo>
                <a:lnTo>
                  <a:pt x="668" y="474"/>
                </a:lnTo>
                <a:lnTo>
                  <a:pt x="669" y="474"/>
                </a:lnTo>
                <a:lnTo>
                  <a:pt x="670" y="474"/>
                </a:lnTo>
                <a:lnTo>
                  <a:pt x="671" y="474"/>
                </a:lnTo>
                <a:lnTo>
                  <a:pt x="671" y="473"/>
                </a:lnTo>
                <a:lnTo>
                  <a:pt x="672" y="472"/>
                </a:lnTo>
                <a:lnTo>
                  <a:pt x="672" y="471"/>
                </a:lnTo>
                <a:lnTo>
                  <a:pt x="672" y="469"/>
                </a:lnTo>
                <a:lnTo>
                  <a:pt x="671" y="468"/>
                </a:lnTo>
                <a:lnTo>
                  <a:pt x="669" y="468"/>
                </a:lnTo>
                <a:lnTo>
                  <a:pt x="668" y="468"/>
                </a:lnTo>
                <a:lnTo>
                  <a:pt x="667" y="468"/>
                </a:lnTo>
                <a:lnTo>
                  <a:pt x="668" y="467"/>
                </a:lnTo>
                <a:lnTo>
                  <a:pt x="669" y="467"/>
                </a:lnTo>
                <a:lnTo>
                  <a:pt x="670" y="467"/>
                </a:lnTo>
                <a:lnTo>
                  <a:pt x="671" y="467"/>
                </a:lnTo>
                <a:lnTo>
                  <a:pt x="671" y="468"/>
                </a:lnTo>
                <a:lnTo>
                  <a:pt x="671" y="467"/>
                </a:lnTo>
                <a:lnTo>
                  <a:pt x="672" y="467"/>
                </a:lnTo>
                <a:lnTo>
                  <a:pt x="673" y="467"/>
                </a:lnTo>
                <a:lnTo>
                  <a:pt x="674" y="467"/>
                </a:lnTo>
                <a:lnTo>
                  <a:pt x="674" y="466"/>
                </a:lnTo>
                <a:lnTo>
                  <a:pt x="675" y="466"/>
                </a:lnTo>
                <a:lnTo>
                  <a:pt x="675" y="465"/>
                </a:lnTo>
                <a:lnTo>
                  <a:pt x="675" y="464"/>
                </a:lnTo>
                <a:lnTo>
                  <a:pt x="674" y="464"/>
                </a:lnTo>
                <a:lnTo>
                  <a:pt x="673" y="464"/>
                </a:lnTo>
                <a:lnTo>
                  <a:pt x="673" y="463"/>
                </a:lnTo>
                <a:lnTo>
                  <a:pt x="674" y="462"/>
                </a:lnTo>
                <a:lnTo>
                  <a:pt x="674" y="460"/>
                </a:lnTo>
                <a:lnTo>
                  <a:pt x="674" y="459"/>
                </a:lnTo>
                <a:lnTo>
                  <a:pt x="674" y="457"/>
                </a:lnTo>
                <a:lnTo>
                  <a:pt x="675" y="457"/>
                </a:lnTo>
                <a:lnTo>
                  <a:pt x="676" y="457"/>
                </a:lnTo>
                <a:lnTo>
                  <a:pt x="676" y="458"/>
                </a:lnTo>
                <a:lnTo>
                  <a:pt x="676" y="459"/>
                </a:lnTo>
                <a:lnTo>
                  <a:pt x="676" y="460"/>
                </a:lnTo>
                <a:lnTo>
                  <a:pt x="676" y="461"/>
                </a:lnTo>
                <a:lnTo>
                  <a:pt x="677" y="461"/>
                </a:lnTo>
                <a:lnTo>
                  <a:pt x="677" y="462"/>
                </a:lnTo>
                <a:lnTo>
                  <a:pt x="678" y="462"/>
                </a:lnTo>
                <a:lnTo>
                  <a:pt x="679" y="462"/>
                </a:lnTo>
                <a:lnTo>
                  <a:pt x="680" y="462"/>
                </a:lnTo>
                <a:lnTo>
                  <a:pt x="680" y="460"/>
                </a:lnTo>
                <a:lnTo>
                  <a:pt x="680" y="459"/>
                </a:lnTo>
                <a:lnTo>
                  <a:pt x="679" y="459"/>
                </a:lnTo>
                <a:lnTo>
                  <a:pt x="679" y="457"/>
                </a:lnTo>
                <a:lnTo>
                  <a:pt x="680" y="457"/>
                </a:lnTo>
                <a:lnTo>
                  <a:pt x="680" y="456"/>
                </a:lnTo>
                <a:lnTo>
                  <a:pt x="679" y="456"/>
                </a:lnTo>
                <a:lnTo>
                  <a:pt x="678" y="456"/>
                </a:lnTo>
                <a:lnTo>
                  <a:pt x="678" y="455"/>
                </a:lnTo>
                <a:lnTo>
                  <a:pt x="679" y="455"/>
                </a:lnTo>
                <a:lnTo>
                  <a:pt x="680" y="455"/>
                </a:lnTo>
                <a:lnTo>
                  <a:pt x="680" y="454"/>
                </a:lnTo>
                <a:lnTo>
                  <a:pt x="681" y="454"/>
                </a:lnTo>
                <a:lnTo>
                  <a:pt x="682" y="455"/>
                </a:lnTo>
                <a:lnTo>
                  <a:pt x="683" y="455"/>
                </a:lnTo>
                <a:lnTo>
                  <a:pt x="683" y="454"/>
                </a:lnTo>
                <a:lnTo>
                  <a:pt x="682" y="454"/>
                </a:lnTo>
                <a:lnTo>
                  <a:pt x="682" y="453"/>
                </a:lnTo>
                <a:lnTo>
                  <a:pt x="681" y="451"/>
                </a:lnTo>
                <a:lnTo>
                  <a:pt x="681" y="450"/>
                </a:lnTo>
                <a:lnTo>
                  <a:pt x="682" y="449"/>
                </a:lnTo>
                <a:lnTo>
                  <a:pt x="683" y="449"/>
                </a:lnTo>
                <a:lnTo>
                  <a:pt x="683" y="450"/>
                </a:lnTo>
                <a:lnTo>
                  <a:pt x="684" y="450"/>
                </a:lnTo>
                <a:lnTo>
                  <a:pt x="684" y="448"/>
                </a:lnTo>
                <a:lnTo>
                  <a:pt x="683" y="447"/>
                </a:lnTo>
                <a:lnTo>
                  <a:pt x="683" y="446"/>
                </a:lnTo>
                <a:lnTo>
                  <a:pt x="684" y="443"/>
                </a:lnTo>
                <a:lnTo>
                  <a:pt x="685" y="442"/>
                </a:lnTo>
                <a:lnTo>
                  <a:pt x="685" y="441"/>
                </a:lnTo>
                <a:lnTo>
                  <a:pt x="685" y="439"/>
                </a:lnTo>
                <a:lnTo>
                  <a:pt x="685" y="438"/>
                </a:lnTo>
                <a:lnTo>
                  <a:pt x="684" y="439"/>
                </a:lnTo>
                <a:lnTo>
                  <a:pt x="683" y="440"/>
                </a:lnTo>
                <a:lnTo>
                  <a:pt x="682" y="440"/>
                </a:lnTo>
                <a:lnTo>
                  <a:pt x="681" y="439"/>
                </a:lnTo>
                <a:lnTo>
                  <a:pt x="681" y="438"/>
                </a:lnTo>
                <a:lnTo>
                  <a:pt x="682" y="438"/>
                </a:lnTo>
                <a:lnTo>
                  <a:pt x="682" y="437"/>
                </a:lnTo>
                <a:lnTo>
                  <a:pt x="681" y="436"/>
                </a:lnTo>
                <a:lnTo>
                  <a:pt x="680" y="436"/>
                </a:lnTo>
                <a:lnTo>
                  <a:pt x="680" y="435"/>
                </a:lnTo>
                <a:lnTo>
                  <a:pt x="679" y="435"/>
                </a:lnTo>
                <a:lnTo>
                  <a:pt x="679" y="434"/>
                </a:lnTo>
                <a:lnTo>
                  <a:pt x="679" y="433"/>
                </a:lnTo>
                <a:lnTo>
                  <a:pt x="680" y="432"/>
                </a:lnTo>
                <a:lnTo>
                  <a:pt x="680" y="429"/>
                </a:lnTo>
                <a:lnTo>
                  <a:pt x="679" y="429"/>
                </a:lnTo>
                <a:lnTo>
                  <a:pt x="679" y="428"/>
                </a:lnTo>
                <a:lnTo>
                  <a:pt x="680" y="429"/>
                </a:lnTo>
                <a:lnTo>
                  <a:pt x="681" y="429"/>
                </a:lnTo>
                <a:lnTo>
                  <a:pt x="681" y="428"/>
                </a:lnTo>
                <a:lnTo>
                  <a:pt x="681" y="427"/>
                </a:lnTo>
                <a:lnTo>
                  <a:pt x="681" y="426"/>
                </a:lnTo>
                <a:lnTo>
                  <a:pt x="680" y="426"/>
                </a:lnTo>
                <a:lnTo>
                  <a:pt x="679" y="426"/>
                </a:lnTo>
                <a:lnTo>
                  <a:pt x="679" y="427"/>
                </a:lnTo>
                <a:lnTo>
                  <a:pt x="678" y="427"/>
                </a:lnTo>
                <a:lnTo>
                  <a:pt x="678" y="426"/>
                </a:lnTo>
                <a:lnTo>
                  <a:pt x="676" y="426"/>
                </a:lnTo>
                <a:lnTo>
                  <a:pt x="676" y="425"/>
                </a:lnTo>
                <a:lnTo>
                  <a:pt x="675" y="425"/>
                </a:lnTo>
                <a:lnTo>
                  <a:pt x="674" y="425"/>
                </a:lnTo>
                <a:lnTo>
                  <a:pt x="674" y="424"/>
                </a:lnTo>
                <a:lnTo>
                  <a:pt x="675" y="424"/>
                </a:lnTo>
                <a:lnTo>
                  <a:pt x="675" y="423"/>
                </a:lnTo>
                <a:lnTo>
                  <a:pt x="675" y="422"/>
                </a:lnTo>
                <a:lnTo>
                  <a:pt x="674" y="422"/>
                </a:lnTo>
                <a:lnTo>
                  <a:pt x="674" y="423"/>
                </a:lnTo>
                <a:lnTo>
                  <a:pt x="673" y="423"/>
                </a:lnTo>
                <a:lnTo>
                  <a:pt x="672" y="423"/>
                </a:lnTo>
                <a:lnTo>
                  <a:pt x="672" y="422"/>
                </a:lnTo>
                <a:lnTo>
                  <a:pt x="670" y="421"/>
                </a:lnTo>
                <a:lnTo>
                  <a:pt x="669" y="421"/>
                </a:lnTo>
                <a:lnTo>
                  <a:pt x="668" y="421"/>
                </a:lnTo>
                <a:lnTo>
                  <a:pt x="668" y="420"/>
                </a:lnTo>
                <a:lnTo>
                  <a:pt x="669" y="420"/>
                </a:lnTo>
                <a:lnTo>
                  <a:pt x="670" y="421"/>
                </a:lnTo>
                <a:lnTo>
                  <a:pt x="670" y="420"/>
                </a:lnTo>
                <a:lnTo>
                  <a:pt x="669" y="420"/>
                </a:lnTo>
                <a:lnTo>
                  <a:pt x="668" y="420"/>
                </a:lnTo>
                <a:lnTo>
                  <a:pt x="668" y="419"/>
                </a:lnTo>
                <a:lnTo>
                  <a:pt x="669" y="418"/>
                </a:lnTo>
                <a:lnTo>
                  <a:pt x="670" y="418"/>
                </a:lnTo>
                <a:lnTo>
                  <a:pt x="670" y="417"/>
                </a:lnTo>
                <a:lnTo>
                  <a:pt x="669" y="417"/>
                </a:lnTo>
                <a:lnTo>
                  <a:pt x="669" y="415"/>
                </a:lnTo>
                <a:lnTo>
                  <a:pt x="669" y="414"/>
                </a:lnTo>
                <a:lnTo>
                  <a:pt x="669" y="413"/>
                </a:lnTo>
                <a:lnTo>
                  <a:pt x="669" y="414"/>
                </a:lnTo>
                <a:lnTo>
                  <a:pt x="668" y="415"/>
                </a:lnTo>
                <a:lnTo>
                  <a:pt x="668" y="414"/>
                </a:lnTo>
                <a:lnTo>
                  <a:pt x="668" y="413"/>
                </a:lnTo>
                <a:lnTo>
                  <a:pt x="667" y="413"/>
                </a:lnTo>
                <a:lnTo>
                  <a:pt x="666" y="413"/>
                </a:lnTo>
                <a:lnTo>
                  <a:pt x="666" y="414"/>
                </a:lnTo>
                <a:lnTo>
                  <a:pt x="665" y="414"/>
                </a:lnTo>
                <a:lnTo>
                  <a:pt x="665" y="415"/>
                </a:lnTo>
                <a:lnTo>
                  <a:pt x="664" y="416"/>
                </a:lnTo>
                <a:lnTo>
                  <a:pt x="664" y="417"/>
                </a:lnTo>
                <a:lnTo>
                  <a:pt x="662" y="416"/>
                </a:lnTo>
                <a:lnTo>
                  <a:pt x="661" y="416"/>
                </a:lnTo>
                <a:lnTo>
                  <a:pt x="661" y="415"/>
                </a:lnTo>
                <a:lnTo>
                  <a:pt x="660" y="415"/>
                </a:lnTo>
                <a:lnTo>
                  <a:pt x="660" y="414"/>
                </a:lnTo>
                <a:lnTo>
                  <a:pt x="661" y="414"/>
                </a:lnTo>
                <a:lnTo>
                  <a:pt x="661" y="413"/>
                </a:lnTo>
                <a:lnTo>
                  <a:pt x="660" y="413"/>
                </a:lnTo>
                <a:lnTo>
                  <a:pt x="659" y="414"/>
                </a:lnTo>
                <a:lnTo>
                  <a:pt x="659" y="413"/>
                </a:lnTo>
                <a:lnTo>
                  <a:pt x="659" y="412"/>
                </a:lnTo>
                <a:lnTo>
                  <a:pt x="658" y="412"/>
                </a:lnTo>
                <a:lnTo>
                  <a:pt x="657" y="412"/>
                </a:lnTo>
                <a:lnTo>
                  <a:pt x="655" y="413"/>
                </a:lnTo>
                <a:lnTo>
                  <a:pt x="655" y="412"/>
                </a:lnTo>
                <a:lnTo>
                  <a:pt x="654" y="413"/>
                </a:lnTo>
                <a:lnTo>
                  <a:pt x="653" y="413"/>
                </a:lnTo>
                <a:lnTo>
                  <a:pt x="652" y="412"/>
                </a:lnTo>
                <a:lnTo>
                  <a:pt x="652" y="410"/>
                </a:lnTo>
                <a:lnTo>
                  <a:pt x="653" y="409"/>
                </a:lnTo>
                <a:lnTo>
                  <a:pt x="653" y="408"/>
                </a:lnTo>
                <a:lnTo>
                  <a:pt x="652" y="408"/>
                </a:lnTo>
                <a:lnTo>
                  <a:pt x="650" y="407"/>
                </a:lnTo>
                <a:lnTo>
                  <a:pt x="650" y="406"/>
                </a:lnTo>
                <a:lnTo>
                  <a:pt x="651" y="406"/>
                </a:lnTo>
                <a:lnTo>
                  <a:pt x="650" y="406"/>
                </a:lnTo>
                <a:lnTo>
                  <a:pt x="650" y="405"/>
                </a:lnTo>
                <a:lnTo>
                  <a:pt x="650" y="404"/>
                </a:lnTo>
                <a:lnTo>
                  <a:pt x="649" y="403"/>
                </a:lnTo>
                <a:lnTo>
                  <a:pt x="649" y="402"/>
                </a:lnTo>
                <a:lnTo>
                  <a:pt x="648" y="402"/>
                </a:lnTo>
                <a:lnTo>
                  <a:pt x="648" y="401"/>
                </a:lnTo>
                <a:lnTo>
                  <a:pt x="647" y="401"/>
                </a:lnTo>
                <a:lnTo>
                  <a:pt x="648" y="401"/>
                </a:lnTo>
                <a:lnTo>
                  <a:pt x="648" y="400"/>
                </a:lnTo>
                <a:lnTo>
                  <a:pt x="647" y="400"/>
                </a:lnTo>
                <a:lnTo>
                  <a:pt x="646" y="399"/>
                </a:lnTo>
                <a:lnTo>
                  <a:pt x="645" y="398"/>
                </a:lnTo>
                <a:lnTo>
                  <a:pt x="643" y="397"/>
                </a:lnTo>
                <a:lnTo>
                  <a:pt x="642" y="397"/>
                </a:lnTo>
                <a:lnTo>
                  <a:pt x="641" y="398"/>
                </a:lnTo>
                <a:lnTo>
                  <a:pt x="640" y="398"/>
                </a:lnTo>
                <a:lnTo>
                  <a:pt x="639" y="398"/>
                </a:lnTo>
                <a:lnTo>
                  <a:pt x="638" y="398"/>
                </a:lnTo>
                <a:lnTo>
                  <a:pt x="637" y="398"/>
                </a:lnTo>
                <a:lnTo>
                  <a:pt x="636" y="399"/>
                </a:lnTo>
                <a:lnTo>
                  <a:pt x="634" y="399"/>
                </a:lnTo>
                <a:lnTo>
                  <a:pt x="634" y="398"/>
                </a:lnTo>
                <a:lnTo>
                  <a:pt x="633" y="398"/>
                </a:lnTo>
                <a:lnTo>
                  <a:pt x="633" y="397"/>
                </a:lnTo>
                <a:lnTo>
                  <a:pt x="634" y="397"/>
                </a:lnTo>
                <a:lnTo>
                  <a:pt x="635" y="395"/>
                </a:lnTo>
                <a:lnTo>
                  <a:pt x="634" y="394"/>
                </a:lnTo>
                <a:lnTo>
                  <a:pt x="634" y="393"/>
                </a:lnTo>
                <a:lnTo>
                  <a:pt x="634" y="392"/>
                </a:lnTo>
                <a:lnTo>
                  <a:pt x="633" y="392"/>
                </a:lnTo>
                <a:lnTo>
                  <a:pt x="632" y="391"/>
                </a:lnTo>
                <a:lnTo>
                  <a:pt x="631" y="391"/>
                </a:lnTo>
                <a:lnTo>
                  <a:pt x="629" y="388"/>
                </a:lnTo>
                <a:lnTo>
                  <a:pt x="628" y="388"/>
                </a:lnTo>
                <a:lnTo>
                  <a:pt x="627" y="387"/>
                </a:lnTo>
                <a:lnTo>
                  <a:pt x="626" y="385"/>
                </a:lnTo>
                <a:lnTo>
                  <a:pt x="625" y="385"/>
                </a:lnTo>
                <a:lnTo>
                  <a:pt x="625" y="384"/>
                </a:lnTo>
                <a:lnTo>
                  <a:pt x="625" y="383"/>
                </a:lnTo>
                <a:lnTo>
                  <a:pt x="624" y="383"/>
                </a:lnTo>
                <a:lnTo>
                  <a:pt x="623" y="382"/>
                </a:lnTo>
                <a:lnTo>
                  <a:pt x="623" y="381"/>
                </a:lnTo>
                <a:lnTo>
                  <a:pt x="623" y="380"/>
                </a:lnTo>
                <a:lnTo>
                  <a:pt x="622" y="379"/>
                </a:lnTo>
                <a:lnTo>
                  <a:pt x="621" y="379"/>
                </a:lnTo>
                <a:lnTo>
                  <a:pt x="620" y="379"/>
                </a:lnTo>
                <a:lnTo>
                  <a:pt x="619" y="379"/>
                </a:lnTo>
                <a:lnTo>
                  <a:pt x="618" y="379"/>
                </a:lnTo>
                <a:lnTo>
                  <a:pt x="618" y="378"/>
                </a:lnTo>
                <a:lnTo>
                  <a:pt x="618" y="377"/>
                </a:lnTo>
                <a:lnTo>
                  <a:pt x="617" y="377"/>
                </a:lnTo>
                <a:lnTo>
                  <a:pt x="616" y="377"/>
                </a:lnTo>
                <a:lnTo>
                  <a:pt x="615" y="376"/>
                </a:lnTo>
                <a:lnTo>
                  <a:pt x="614" y="375"/>
                </a:lnTo>
                <a:lnTo>
                  <a:pt x="614" y="374"/>
                </a:lnTo>
                <a:lnTo>
                  <a:pt x="613" y="373"/>
                </a:lnTo>
                <a:lnTo>
                  <a:pt x="611" y="373"/>
                </a:lnTo>
                <a:lnTo>
                  <a:pt x="611" y="372"/>
                </a:lnTo>
                <a:lnTo>
                  <a:pt x="611" y="371"/>
                </a:lnTo>
                <a:lnTo>
                  <a:pt x="610" y="371"/>
                </a:lnTo>
                <a:lnTo>
                  <a:pt x="610" y="370"/>
                </a:lnTo>
                <a:lnTo>
                  <a:pt x="610" y="369"/>
                </a:lnTo>
                <a:lnTo>
                  <a:pt x="609" y="369"/>
                </a:lnTo>
                <a:lnTo>
                  <a:pt x="608" y="369"/>
                </a:lnTo>
                <a:lnTo>
                  <a:pt x="608" y="368"/>
                </a:lnTo>
                <a:lnTo>
                  <a:pt x="607" y="367"/>
                </a:lnTo>
                <a:lnTo>
                  <a:pt x="606" y="366"/>
                </a:lnTo>
                <a:lnTo>
                  <a:pt x="605" y="366"/>
                </a:lnTo>
                <a:lnTo>
                  <a:pt x="605" y="365"/>
                </a:lnTo>
                <a:lnTo>
                  <a:pt x="604" y="364"/>
                </a:lnTo>
                <a:lnTo>
                  <a:pt x="603" y="364"/>
                </a:lnTo>
                <a:lnTo>
                  <a:pt x="602" y="364"/>
                </a:lnTo>
                <a:lnTo>
                  <a:pt x="602" y="363"/>
                </a:lnTo>
                <a:lnTo>
                  <a:pt x="601" y="363"/>
                </a:lnTo>
                <a:lnTo>
                  <a:pt x="602" y="362"/>
                </a:lnTo>
                <a:lnTo>
                  <a:pt x="602" y="361"/>
                </a:lnTo>
                <a:lnTo>
                  <a:pt x="602" y="360"/>
                </a:lnTo>
                <a:lnTo>
                  <a:pt x="601" y="360"/>
                </a:lnTo>
                <a:lnTo>
                  <a:pt x="600" y="360"/>
                </a:lnTo>
                <a:lnTo>
                  <a:pt x="600" y="359"/>
                </a:lnTo>
                <a:lnTo>
                  <a:pt x="599" y="359"/>
                </a:lnTo>
                <a:lnTo>
                  <a:pt x="598" y="358"/>
                </a:lnTo>
                <a:lnTo>
                  <a:pt x="597" y="358"/>
                </a:lnTo>
                <a:lnTo>
                  <a:pt x="597" y="357"/>
                </a:lnTo>
                <a:lnTo>
                  <a:pt x="597" y="356"/>
                </a:lnTo>
                <a:lnTo>
                  <a:pt x="595" y="355"/>
                </a:lnTo>
                <a:lnTo>
                  <a:pt x="594" y="354"/>
                </a:lnTo>
                <a:lnTo>
                  <a:pt x="593" y="353"/>
                </a:lnTo>
                <a:lnTo>
                  <a:pt x="591" y="352"/>
                </a:lnTo>
                <a:lnTo>
                  <a:pt x="590" y="352"/>
                </a:lnTo>
                <a:lnTo>
                  <a:pt x="590" y="351"/>
                </a:lnTo>
                <a:lnTo>
                  <a:pt x="589" y="350"/>
                </a:lnTo>
                <a:lnTo>
                  <a:pt x="587" y="349"/>
                </a:lnTo>
                <a:lnTo>
                  <a:pt x="586" y="349"/>
                </a:lnTo>
                <a:lnTo>
                  <a:pt x="586" y="348"/>
                </a:lnTo>
                <a:lnTo>
                  <a:pt x="585" y="347"/>
                </a:lnTo>
                <a:lnTo>
                  <a:pt x="585" y="348"/>
                </a:lnTo>
                <a:lnTo>
                  <a:pt x="584" y="347"/>
                </a:lnTo>
                <a:lnTo>
                  <a:pt x="583" y="347"/>
                </a:lnTo>
                <a:lnTo>
                  <a:pt x="583" y="346"/>
                </a:lnTo>
                <a:lnTo>
                  <a:pt x="582" y="346"/>
                </a:lnTo>
                <a:lnTo>
                  <a:pt x="582" y="345"/>
                </a:lnTo>
                <a:lnTo>
                  <a:pt x="581" y="345"/>
                </a:lnTo>
                <a:lnTo>
                  <a:pt x="580" y="344"/>
                </a:lnTo>
                <a:lnTo>
                  <a:pt x="579" y="344"/>
                </a:lnTo>
                <a:lnTo>
                  <a:pt x="579" y="343"/>
                </a:lnTo>
                <a:lnTo>
                  <a:pt x="578" y="342"/>
                </a:lnTo>
                <a:lnTo>
                  <a:pt x="577" y="342"/>
                </a:lnTo>
                <a:lnTo>
                  <a:pt x="576" y="342"/>
                </a:lnTo>
                <a:lnTo>
                  <a:pt x="575" y="341"/>
                </a:lnTo>
                <a:lnTo>
                  <a:pt x="573" y="340"/>
                </a:lnTo>
                <a:lnTo>
                  <a:pt x="572" y="339"/>
                </a:lnTo>
                <a:lnTo>
                  <a:pt x="571" y="339"/>
                </a:lnTo>
                <a:lnTo>
                  <a:pt x="571" y="338"/>
                </a:lnTo>
                <a:lnTo>
                  <a:pt x="571" y="337"/>
                </a:lnTo>
                <a:lnTo>
                  <a:pt x="570" y="337"/>
                </a:lnTo>
                <a:lnTo>
                  <a:pt x="570" y="336"/>
                </a:lnTo>
                <a:lnTo>
                  <a:pt x="570" y="335"/>
                </a:lnTo>
                <a:lnTo>
                  <a:pt x="569" y="335"/>
                </a:lnTo>
                <a:lnTo>
                  <a:pt x="569" y="334"/>
                </a:lnTo>
                <a:lnTo>
                  <a:pt x="569" y="333"/>
                </a:lnTo>
                <a:lnTo>
                  <a:pt x="568" y="333"/>
                </a:lnTo>
                <a:lnTo>
                  <a:pt x="567" y="332"/>
                </a:lnTo>
                <a:lnTo>
                  <a:pt x="566" y="332"/>
                </a:lnTo>
                <a:lnTo>
                  <a:pt x="564" y="333"/>
                </a:lnTo>
                <a:lnTo>
                  <a:pt x="563" y="334"/>
                </a:lnTo>
                <a:lnTo>
                  <a:pt x="562" y="335"/>
                </a:lnTo>
                <a:lnTo>
                  <a:pt x="562" y="336"/>
                </a:lnTo>
                <a:lnTo>
                  <a:pt x="560" y="335"/>
                </a:lnTo>
                <a:lnTo>
                  <a:pt x="559" y="335"/>
                </a:lnTo>
                <a:lnTo>
                  <a:pt x="559" y="334"/>
                </a:lnTo>
                <a:lnTo>
                  <a:pt x="559" y="333"/>
                </a:lnTo>
                <a:lnTo>
                  <a:pt x="558" y="332"/>
                </a:lnTo>
                <a:lnTo>
                  <a:pt x="557" y="332"/>
                </a:lnTo>
                <a:lnTo>
                  <a:pt x="555" y="332"/>
                </a:lnTo>
                <a:lnTo>
                  <a:pt x="555" y="333"/>
                </a:lnTo>
                <a:lnTo>
                  <a:pt x="554" y="333"/>
                </a:lnTo>
                <a:lnTo>
                  <a:pt x="554" y="334"/>
                </a:lnTo>
                <a:lnTo>
                  <a:pt x="552" y="333"/>
                </a:lnTo>
                <a:lnTo>
                  <a:pt x="550" y="332"/>
                </a:lnTo>
                <a:lnTo>
                  <a:pt x="550" y="333"/>
                </a:lnTo>
                <a:lnTo>
                  <a:pt x="549" y="333"/>
                </a:lnTo>
                <a:lnTo>
                  <a:pt x="549" y="334"/>
                </a:lnTo>
                <a:lnTo>
                  <a:pt x="549" y="335"/>
                </a:lnTo>
                <a:lnTo>
                  <a:pt x="548" y="335"/>
                </a:lnTo>
                <a:lnTo>
                  <a:pt x="547" y="335"/>
                </a:lnTo>
                <a:lnTo>
                  <a:pt x="545" y="334"/>
                </a:lnTo>
                <a:lnTo>
                  <a:pt x="543" y="334"/>
                </a:lnTo>
                <a:lnTo>
                  <a:pt x="542" y="334"/>
                </a:lnTo>
                <a:lnTo>
                  <a:pt x="540" y="335"/>
                </a:lnTo>
                <a:lnTo>
                  <a:pt x="540" y="336"/>
                </a:lnTo>
                <a:lnTo>
                  <a:pt x="538" y="336"/>
                </a:lnTo>
                <a:lnTo>
                  <a:pt x="537" y="336"/>
                </a:lnTo>
                <a:lnTo>
                  <a:pt x="537" y="334"/>
                </a:lnTo>
                <a:lnTo>
                  <a:pt x="536" y="331"/>
                </a:lnTo>
                <a:lnTo>
                  <a:pt x="535" y="331"/>
                </a:lnTo>
                <a:lnTo>
                  <a:pt x="534" y="331"/>
                </a:lnTo>
                <a:lnTo>
                  <a:pt x="533" y="332"/>
                </a:lnTo>
                <a:lnTo>
                  <a:pt x="533" y="333"/>
                </a:lnTo>
                <a:lnTo>
                  <a:pt x="532" y="336"/>
                </a:lnTo>
                <a:lnTo>
                  <a:pt x="531" y="337"/>
                </a:lnTo>
                <a:lnTo>
                  <a:pt x="530" y="339"/>
                </a:lnTo>
                <a:lnTo>
                  <a:pt x="530" y="343"/>
                </a:lnTo>
                <a:lnTo>
                  <a:pt x="530" y="345"/>
                </a:lnTo>
                <a:lnTo>
                  <a:pt x="531" y="348"/>
                </a:lnTo>
                <a:lnTo>
                  <a:pt x="531" y="349"/>
                </a:lnTo>
                <a:lnTo>
                  <a:pt x="532" y="351"/>
                </a:lnTo>
                <a:lnTo>
                  <a:pt x="533" y="352"/>
                </a:lnTo>
                <a:lnTo>
                  <a:pt x="534" y="353"/>
                </a:lnTo>
                <a:lnTo>
                  <a:pt x="533" y="353"/>
                </a:lnTo>
                <a:lnTo>
                  <a:pt x="533" y="354"/>
                </a:lnTo>
                <a:lnTo>
                  <a:pt x="532" y="354"/>
                </a:lnTo>
                <a:lnTo>
                  <a:pt x="532" y="355"/>
                </a:lnTo>
                <a:lnTo>
                  <a:pt x="532" y="356"/>
                </a:lnTo>
                <a:lnTo>
                  <a:pt x="532" y="357"/>
                </a:lnTo>
                <a:lnTo>
                  <a:pt x="533" y="357"/>
                </a:lnTo>
                <a:lnTo>
                  <a:pt x="531" y="359"/>
                </a:lnTo>
                <a:lnTo>
                  <a:pt x="529" y="359"/>
                </a:lnTo>
                <a:lnTo>
                  <a:pt x="526" y="360"/>
                </a:lnTo>
                <a:lnTo>
                  <a:pt x="525" y="361"/>
                </a:lnTo>
                <a:lnTo>
                  <a:pt x="524" y="362"/>
                </a:lnTo>
                <a:lnTo>
                  <a:pt x="524" y="364"/>
                </a:lnTo>
                <a:lnTo>
                  <a:pt x="524" y="365"/>
                </a:lnTo>
                <a:lnTo>
                  <a:pt x="522" y="366"/>
                </a:lnTo>
                <a:lnTo>
                  <a:pt x="521" y="366"/>
                </a:lnTo>
                <a:lnTo>
                  <a:pt x="519" y="366"/>
                </a:lnTo>
                <a:lnTo>
                  <a:pt x="518" y="367"/>
                </a:lnTo>
                <a:lnTo>
                  <a:pt x="517" y="367"/>
                </a:lnTo>
                <a:lnTo>
                  <a:pt x="516" y="367"/>
                </a:lnTo>
                <a:lnTo>
                  <a:pt x="516" y="368"/>
                </a:lnTo>
                <a:lnTo>
                  <a:pt x="516" y="369"/>
                </a:lnTo>
                <a:lnTo>
                  <a:pt x="517" y="372"/>
                </a:lnTo>
                <a:lnTo>
                  <a:pt x="518" y="373"/>
                </a:lnTo>
                <a:lnTo>
                  <a:pt x="519" y="374"/>
                </a:lnTo>
                <a:lnTo>
                  <a:pt x="520" y="376"/>
                </a:lnTo>
                <a:lnTo>
                  <a:pt x="521" y="378"/>
                </a:lnTo>
                <a:lnTo>
                  <a:pt x="520" y="379"/>
                </a:lnTo>
                <a:lnTo>
                  <a:pt x="519" y="380"/>
                </a:lnTo>
                <a:lnTo>
                  <a:pt x="519" y="381"/>
                </a:lnTo>
                <a:lnTo>
                  <a:pt x="518" y="381"/>
                </a:lnTo>
                <a:lnTo>
                  <a:pt x="517" y="381"/>
                </a:lnTo>
                <a:lnTo>
                  <a:pt x="517" y="382"/>
                </a:lnTo>
                <a:lnTo>
                  <a:pt x="517" y="383"/>
                </a:lnTo>
                <a:lnTo>
                  <a:pt x="516" y="385"/>
                </a:lnTo>
                <a:lnTo>
                  <a:pt x="515" y="388"/>
                </a:lnTo>
                <a:lnTo>
                  <a:pt x="514" y="388"/>
                </a:lnTo>
                <a:lnTo>
                  <a:pt x="515" y="389"/>
                </a:lnTo>
                <a:lnTo>
                  <a:pt x="516" y="389"/>
                </a:lnTo>
                <a:lnTo>
                  <a:pt x="516" y="390"/>
                </a:lnTo>
                <a:lnTo>
                  <a:pt x="515" y="392"/>
                </a:lnTo>
                <a:lnTo>
                  <a:pt x="514" y="393"/>
                </a:lnTo>
                <a:lnTo>
                  <a:pt x="512" y="393"/>
                </a:lnTo>
                <a:lnTo>
                  <a:pt x="510" y="393"/>
                </a:lnTo>
                <a:lnTo>
                  <a:pt x="509" y="393"/>
                </a:lnTo>
                <a:lnTo>
                  <a:pt x="507" y="393"/>
                </a:lnTo>
                <a:lnTo>
                  <a:pt x="506" y="393"/>
                </a:lnTo>
                <a:lnTo>
                  <a:pt x="505" y="392"/>
                </a:lnTo>
                <a:lnTo>
                  <a:pt x="504" y="392"/>
                </a:lnTo>
                <a:lnTo>
                  <a:pt x="503" y="392"/>
                </a:lnTo>
                <a:lnTo>
                  <a:pt x="502" y="392"/>
                </a:lnTo>
                <a:lnTo>
                  <a:pt x="502" y="393"/>
                </a:lnTo>
                <a:lnTo>
                  <a:pt x="500" y="395"/>
                </a:lnTo>
                <a:lnTo>
                  <a:pt x="500" y="396"/>
                </a:lnTo>
                <a:lnTo>
                  <a:pt x="500" y="397"/>
                </a:lnTo>
                <a:lnTo>
                  <a:pt x="499" y="397"/>
                </a:lnTo>
                <a:lnTo>
                  <a:pt x="500" y="398"/>
                </a:lnTo>
                <a:lnTo>
                  <a:pt x="500" y="399"/>
                </a:lnTo>
                <a:lnTo>
                  <a:pt x="500" y="400"/>
                </a:lnTo>
                <a:lnTo>
                  <a:pt x="500" y="401"/>
                </a:lnTo>
                <a:lnTo>
                  <a:pt x="498" y="402"/>
                </a:lnTo>
                <a:lnTo>
                  <a:pt x="496" y="404"/>
                </a:lnTo>
                <a:lnTo>
                  <a:pt x="491" y="407"/>
                </a:lnTo>
                <a:lnTo>
                  <a:pt x="490" y="407"/>
                </a:lnTo>
                <a:lnTo>
                  <a:pt x="489" y="407"/>
                </a:lnTo>
                <a:lnTo>
                  <a:pt x="488" y="406"/>
                </a:lnTo>
                <a:lnTo>
                  <a:pt x="488" y="407"/>
                </a:lnTo>
                <a:lnTo>
                  <a:pt x="486" y="408"/>
                </a:lnTo>
                <a:lnTo>
                  <a:pt x="486" y="409"/>
                </a:lnTo>
                <a:lnTo>
                  <a:pt x="486" y="410"/>
                </a:lnTo>
                <a:lnTo>
                  <a:pt x="483" y="408"/>
                </a:lnTo>
                <a:lnTo>
                  <a:pt x="481" y="406"/>
                </a:lnTo>
                <a:lnTo>
                  <a:pt x="480" y="406"/>
                </a:lnTo>
                <a:lnTo>
                  <a:pt x="480" y="405"/>
                </a:lnTo>
                <a:lnTo>
                  <a:pt x="479" y="404"/>
                </a:lnTo>
                <a:lnTo>
                  <a:pt x="479" y="403"/>
                </a:lnTo>
                <a:lnTo>
                  <a:pt x="478" y="403"/>
                </a:lnTo>
                <a:lnTo>
                  <a:pt x="477" y="403"/>
                </a:lnTo>
                <a:lnTo>
                  <a:pt x="475" y="402"/>
                </a:lnTo>
                <a:lnTo>
                  <a:pt x="475" y="401"/>
                </a:lnTo>
                <a:lnTo>
                  <a:pt x="474" y="401"/>
                </a:lnTo>
                <a:lnTo>
                  <a:pt x="473" y="401"/>
                </a:lnTo>
                <a:lnTo>
                  <a:pt x="472" y="402"/>
                </a:lnTo>
                <a:lnTo>
                  <a:pt x="472" y="403"/>
                </a:lnTo>
                <a:lnTo>
                  <a:pt x="470" y="402"/>
                </a:lnTo>
                <a:lnTo>
                  <a:pt x="469" y="402"/>
                </a:lnTo>
                <a:lnTo>
                  <a:pt x="468" y="402"/>
                </a:lnTo>
                <a:lnTo>
                  <a:pt x="467" y="402"/>
                </a:lnTo>
                <a:lnTo>
                  <a:pt x="467" y="401"/>
                </a:lnTo>
                <a:lnTo>
                  <a:pt x="467" y="402"/>
                </a:lnTo>
                <a:lnTo>
                  <a:pt x="466" y="402"/>
                </a:lnTo>
                <a:lnTo>
                  <a:pt x="465" y="403"/>
                </a:lnTo>
                <a:lnTo>
                  <a:pt x="465" y="404"/>
                </a:lnTo>
                <a:lnTo>
                  <a:pt x="465" y="406"/>
                </a:lnTo>
                <a:lnTo>
                  <a:pt x="464" y="406"/>
                </a:lnTo>
                <a:lnTo>
                  <a:pt x="463" y="406"/>
                </a:lnTo>
                <a:lnTo>
                  <a:pt x="461" y="407"/>
                </a:lnTo>
                <a:lnTo>
                  <a:pt x="459" y="409"/>
                </a:lnTo>
                <a:lnTo>
                  <a:pt x="459" y="411"/>
                </a:lnTo>
                <a:lnTo>
                  <a:pt x="459" y="412"/>
                </a:lnTo>
                <a:lnTo>
                  <a:pt x="460" y="415"/>
                </a:lnTo>
                <a:lnTo>
                  <a:pt x="461" y="418"/>
                </a:lnTo>
                <a:lnTo>
                  <a:pt x="461" y="420"/>
                </a:lnTo>
                <a:lnTo>
                  <a:pt x="460" y="420"/>
                </a:lnTo>
                <a:lnTo>
                  <a:pt x="460" y="421"/>
                </a:lnTo>
                <a:lnTo>
                  <a:pt x="460" y="422"/>
                </a:lnTo>
                <a:lnTo>
                  <a:pt x="459" y="423"/>
                </a:lnTo>
                <a:lnTo>
                  <a:pt x="459" y="426"/>
                </a:lnTo>
                <a:lnTo>
                  <a:pt x="457" y="425"/>
                </a:lnTo>
                <a:lnTo>
                  <a:pt x="456" y="425"/>
                </a:lnTo>
                <a:lnTo>
                  <a:pt x="455" y="425"/>
                </a:lnTo>
                <a:lnTo>
                  <a:pt x="454" y="425"/>
                </a:lnTo>
                <a:lnTo>
                  <a:pt x="452" y="425"/>
                </a:lnTo>
                <a:lnTo>
                  <a:pt x="452" y="426"/>
                </a:lnTo>
                <a:lnTo>
                  <a:pt x="451" y="427"/>
                </a:lnTo>
                <a:lnTo>
                  <a:pt x="449" y="426"/>
                </a:lnTo>
                <a:lnTo>
                  <a:pt x="449" y="425"/>
                </a:lnTo>
                <a:lnTo>
                  <a:pt x="449" y="424"/>
                </a:lnTo>
                <a:lnTo>
                  <a:pt x="449" y="423"/>
                </a:lnTo>
                <a:lnTo>
                  <a:pt x="447" y="424"/>
                </a:lnTo>
                <a:lnTo>
                  <a:pt x="446" y="425"/>
                </a:lnTo>
                <a:lnTo>
                  <a:pt x="445" y="425"/>
                </a:lnTo>
                <a:lnTo>
                  <a:pt x="445" y="424"/>
                </a:lnTo>
                <a:lnTo>
                  <a:pt x="444" y="423"/>
                </a:lnTo>
                <a:lnTo>
                  <a:pt x="442" y="422"/>
                </a:lnTo>
                <a:lnTo>
                  <a:pt x="440" y="420"/>
                </a:lnTo>
                <a:lnTo>
                  <a:pt x="439" y="419"/>
                </a:lnTo>
                <a:lnTo>
                  <a:pt x="438" y="419"/>
                </a:lnTo>
                <a:lnTo>
                  <a:pt x="436" y="417"/>
                </a:lnTo>
                <a:lnTo>
                  <a:pt x="434" y="416"/>
                </a:lnTo>
                <a:lnTo>
                  <a:pt x="431" y="415"/>
                </a:lnTo>
                <a:lnTo>
                  <a:pt x="430" y="416"/>
                </a:lnTo>
                <a:lnTo>
                  <a:pt x="430" y="417"/>
                </a:lnTo>
                <a:lnTo>
                  <a:pt x="427" y="418"/>
                </a:lnTo>
                <a:lnTo>
                  <a:pt x="425" y="418"/>
                </a:lnTo>
                <a:lnTo>
                  <a:pt x="423" y="418"/>
                </a:lnTo>
                <a:lnTo>
                  <a:pt x="423" y="419"/>
                </a:lnTo>
                <a:lnTo>
                  <a:pt x="422" y="419"/>
                </a:lnTo>
                <a:lnTo>
                  <a:pt x="421" y="419"/>
                </a:lnTo>
                <a:lnTo>
                  <a:pt x="419" y="418"/>
                </a:lnTo>
                <a:lnTo>
                  <a:pt x="416" y="420"/>
                </a:lnTo>
                <a:lnTo>
                  <a:pt x="416" y="421"/>
                </a:lnTo>
                <a:lnTo>
                  <a:pt x="415" y="421"/>
                </a:lnTo>
                <a:lnTo>
                  <a:pt x="415" y="422"/>
                </a:lnTo>
                <a:lnTo>
                  <a:pt x="415" y="423"/>
                </a:lnTo>
                <a:lnTo>
                  <a:pt x="415" y="424"/>
                </a:lnTo>
                <a:lnTo>
                  <a:pt x="414" y="425"/>
                </a:lnTo>
                <a:lnTo>
                  <a:pt x="413" y="425"/>
                </a:lnTo>
                <a:lnTo>
                  <a:pt x="411" y="425"/>
                </a:lnTo>
                <a:lnTo>
                  <a:pt x="410" y="425"/>
                </a:lnTo>
                <a:lnTo>
                  <a:pt x="410" y="426"/>
                </a:lnTo>
                <a:lnTo>
                  <a:pt x="409" y="426"/>
                </a:lnTo>
                <a:lnTo>
                  <a:pt x="408" y="426"/>
                </a:lnTo>
                <a:lnTo>
                  <a:pt x="407" y="426"/>
                </a:lnTo>
                <a:lnTo>
                  <a:pt x="406" y="425"/>
                </a:lnTo>
                <a:lnTo>
                  <a:pt x="405" y="426"/>
                </a:lnTo>
                <a:lnTo>
                  <a:pt x="404" y="426"/>
                </a:lnTo>
                <a:lnTo>
                  <a:pt x="402" y="426"/>
                </a:lnTo>
                <a:lnTo>
                  <a:pt x="398" y="429"/>
                </a:lnTo>
                <a:lnTo>
                  <a:pt x="397" y="431"/>
                </a:lnTo>
                <a:lnTo>
                  <a:pt x="396" y="432"/>
                </a:lnTo>
                <a:lnTo>
                  <a:pt x="395" y="432"/>
                </a:lnTo>
                <a:lnTo>
                  <a:pt x="391" y="430"/>
                </a:lnTo>
                <a:lnTo>
                  <a:pt x="387" y="426"/>
                </a:lnTo>
                <a:lnTo>
                  <a:pt x="386" y="425"/>
                </a:lnTo>
                <a:lnTo>
                  <a:pt x="386" y="424"/>
                </a:lnTo>
                <a:lnTo>
                  <a:pt x="385" y="424"/>
                </a:lnTo>
                <a:lnTo>
                  <a:pt x="385" y="423"/>
                </a:lnTo>
                <a:lnTo>
                  <a:pt x="384" y="422"/>
                </a:lnTo>
                <a:lnTo>
                  <a:pt x="383" y="422"/>
                </a:lnTo>
                <a:lnTo>
                  <a:pt x="382" y="421"/>
                </a:lnTo>
                <a:lnTo>
                  <a:pt x="381" y="421"/>
                </a:lnTo>
                <a:lnTo>
                  <a:pt x="380" y="421"/>
                </a:lnTo>
                <a:lnTo>
                  <a:pt x="379" y="422"/>
                </a:lnTo>
                <a:lnTo>
                  <a:pt x="377" y="423"/>
                </a:lnTo>
                <a:lnTo>
                  <a:pt x="374" y="422"/>
                </a:lnTo>
                <a:lnTo>
                  <a:pt x="371" y="422"/>
                </a:lnTo>
                <a:lnTo>
                  <a:pt x="368" y="420"/>
                </a:lnTo>
                <a:lnTo>
                  <a:pt x="367" y="420"/>
                </a:lnTo>
                <a:lnTo>
                  <a:pt x="367" y="419"/>
                </a:lnTo>
                <a:lnTo>
                  <a:pt x="367" y="418"/>
                </a:lnTo>
                <a:lnTo>
                  <a:pt x="366" y="418"/>
                </a:lnTo>
                <a:lnTo>
                  <a:pt x="364" y="419"/>
                </a:lnTo>
                <a:lnTo>
                  <a:pt x="362" y="424"/>
                </a:lnTo>
                <a:lnTo>
                  <a:pt x="362" y="425"/>
                </a:lnTo>
                <a:lnTo>
                  <a:pt x="362" y="426"/>
                </a:lnTo>
                <a:lnTo>
                  <a:pt x="362" y="428"/>
                </a:lnTo>
                <a:lnTo>
                  <a:pt x="361" y="429"/>
                </a:lnTo>
                <a:lnTo>
                  <a:pt x="360" y="429"/>
                </a:lnTo>
                <a:lnTo>
                  <a:pt x="360" y="430"/>
                </a:lnTo>
                <a:lnTo>
                  <a:pt x="360" y="431"/>
                </a:lnTo>
                <a:lnTo>
                  <a:pt x="360" y="432"/>
                </a:lnTo>
                <a:lnTo>
                  <a:pt x="360" y="433"/>
                </a:lnTo>
                <a:lnTo>
                  <a:pt x="361" y="433"/>
                </a:lnTo>
                <a:lnTo>
                  <a:pt x="361" y="434"/>
                </a:lnTo>
                <a:lnTo>
                  <a:pt x="361" y="435"/>
                </a:lnTo>
                <a:lnTo>
                  <a:pt x="360" y="435"/>
                </a:lnTo>
                <a:lnTo>
                  <a:pt x="359" y="435"/>
                </a:lnTo>
                <a:lnTo>
                  <a:pt x="358" y="435"/>
                </a:lnTo>
                <a:lnTo>
                  <a:pt x="357" y="436"/>
                </a:lnTo>
                <a:lnTo>
                  <a:pt x="354" y="438"/>
                </a:lnTo>
                <a:lnTo>
                  <a:pt x="353" y="438"/>
                </a:lnTo>
                <a:lnTo>
                  <a:pt x="352" y="438"/>
                </a:lnTo>
                <a:lnTo>
                  <a:pt x="351" y="438"/>
                </a:lnTo>
                <a:lnTo>
                  <a:pt x="351" y="439"/>
                </a:lnTo>
                <a:lnTo>
                  <a:pt x="351" y="440"/>
                </a:lnTo>
                <a:lnTo>
                  <a:pt x="352" y="441"/>
                </a:lnTo>
                <a:lnTo>
                  <a:pt x="352" y="442"/>
                </a:lnTo>
                <a:lnTo>
                  <a:pt x="350" y="443"/>
                </a:lnTo>
                <a:lnTo>
                  <a:pt x="349" y="443"/>
                </a:lnTo>
                <a:lnTo>
                  <a:pt x="348" y="443"/>
                </a:lnTo>
                <a:lnTo>
                  <a:pt x="347" y="444"/>
                </a:lnTo>
                <a:lnTo>
                  <a:pt x="346" y="444"/>
                </a:lnTo>
                <a:lnTo>
                  <a:pt x="346" y="445"/>
                </a:lnTo>
                <a:lnTo>
                  <a:pt x="345" y="445"/>
                </a:lnTo>
                <a:lnTo>
                  <a:pt x="343" y="445"/>
                </a:lnTo>
                <a:lnTo>
                  <a:pt x="342" y="445"/>
                </a:lnTo>
                <a:lnTo>
                  <a:pt x="342" y="444"/>
                </a:lnTo>
                <a:lnTo>
                  <a:pt x="340" y="444"/>
                </a:lnTo>
                <a:lnTo>
                  <a:pt x="337" y="445"/>
                </a:lnTo>
                <a:lnTo>
                  <a:pt x="337" y="446"/>
                </a:lnTo>
                <a:lnTo>
                  <a:pt x="336" y="446"/>
                </a:lnTo>
                <a:lnTo>
                  <a:pt x="336" y="448"/>
                </a:lnTo>
                <a:lnTo>
                  <a:pt x="336" y="449"/>
                </a:lnTo>
                <a:lnTo>
                  <a:pt x="334" y="450"/>
                </a:lnTo>
                <a:lnTo>
                  <a:pt x="333" y="450"/>
                </a:lnTo>
                <a:lnTo>
                  <a:pt x="332" y="450"/>
                </a:lnTo>
                <a:lnTo>
                  <a:pt x="331" y="450"/>
                </a:lnTo>
                <a:lnTo>
                  <a:pt x="331" y="449"/>
                </a:lnTo>
                <a:lnTo>
                  <a:pt x="330" y="449"/>
                </a:lnTo>
                <a:lnTo>
                  <a:pt x="329" y="449"/>
                </a:lnTo>
                <a:lnTo>
                  <a:pt x="328" y="450"/>
                </a:lnTo>
                <a:lnTo>
                  <a:pt x="328" y="451"/>
                </a:lnTo>
                <a:lnTo>
                  <a:pt x="327" y="451"/>
                </a:lnTo>
                <a:lnTo>
                  <a:pt x="327" y="452"/>
                </a:lnTo>
                <a:lnTo>
                  <a:pt x="327" y="453"/>
                </a:lnTo>
                <a:lnTo>
                  <a:pt x="326" y="453"/>
                </a:lnTo>
                <a:lnTo>
                  <a:pt x="325" y="453"/>
                </a:lnTo>
                <a:lnTo>
                  <a:pt x="324" y="453"/>
                </a:lnTo>
                <a:lnTo>
                  <a:pt x="324" y="452"/>
                </a:lnTo>
                <a:lnTo>
                  <a:pt x="323" y="452"/>
                </a:lnTo>
                <a:lnTo>
                  <a:pt x="322" y="452"/>
                </a:lnTo>
                <a:lnTo>
                  <a:pt x="321" y="452"/>
                </a:lnTo>
                <a:lnTo>
                  <a:pt x="319" y="453"/>
                </a:lnTo>
                <a:lnTo>
                  <a:pt x="318" y="454"/>
                </a:lnTo>
                <a:lnTo>
                  <a:pt x="317" y="455"/>
                </a:lnTo>
                <a:lnTo>
                  <a:pt x="317" y="456"/>
                </a:lnTo>
                <a:lnTo>
                  <a:pt x="316" y="456"/>
                </a:lnTo>
                <a:lnTo>
                  <a:pt x="316" y="457"/>
                </a:lnTo>
                <a:lnTo>
                  <a:pt x="315" y="458"/>
                </a:lnTo>
                <a:lnTo>
                  <a:pt x="314" y="458"/>
                </a:lnTo>
                <a:lnTo>
                  <a:pt x="312" y="457"/>
                </a:lnTo>
                <a:lnTo>
                  <a:pt x="311" y="457"/>
                </a:lnTo>
                <a:lnTo>
                  <a:pt x="310" y="457"/>
                </a:lnTo>
                <a:lnTo>
                  <a:pt x="308" y="455"/>
                </a:lnTo>
                <a:lnTo>
                  <a:pt x="307" y="454"/>
                </a:lnTo>
                <a:lnTo>
                  <a:pt x="307" y="453"/>
                </a:lnTo>
                <a:lnTo>
                  <a:pt x="306" y="453"/>
                </a:lnTo>
                <a:lnTo>
                  <a:pt x="305" y="453"/>
                </a:lnTo>
                <a:lnTo>
                  <a:pt x="304" y="453"/>
                </a:lnTo>
                <a:lnTo>
                  <a:pt x="303" y="453"/>
                </a:lnTo>
                <a:lnTo>
                  <a:pt x="302" y="454"/>
                </a:lnTo>
                <a:lnTo>
                  <a:pt x="301" y="454"/>
                </a:lnTo>
                <a:lnTo>
                  <a:pt x="299" y="453"/>
                </a:lnTo>
                <a:lnTo>
                  <a:pt x="298" y="453"/>
                </a:lnTo>
                <a:lnTo>
                  <a:pt x="298" y="452"/>
                </a:lnTo>
                <a:lnTo>
                  <a:pt x="298" y="451"/>
                </a:lnTo>
                <a:lnTo>
                  <a:pt x="296" y="450"/>
                </a:lnTo>
                <a:lnTo>
                  <a:pt x="295" y="450"/>
                </a:lnTo>
                <a:lnTo>
                  <a:pt x="295" y="451"/>
                </a:lnTo>
                <a:lnTo>
                  <a:pt x="295" y="452"/>
                </a:lnTo>
                <a:lnTo>
                  <a:pt x="294" y="452"/>
                </a:lnTo>
                <a:lnTo>
                  <a:pt x="293" y="452"/>
                </a:lnTo>
                <a:lnTo>
                  <a:pt x="292" y="451"/>
                </a:lnTo>
                <a:lnTo>
                  <a:pt x="291" y="451"/>
                </a:lnTo>
                <a:lnTo>
                  <a:pt x="291" y="450"/>
                </a:lnTo>
                <a:lnTo>
                  <a:pt x="290" y="450"/>
                </a:lnTo>
                <a:lnTo>
                  <a:pt x="290" y="451"/>
                </a:lnTo>
                <a:lnTo>
                  <a:pt x="288" y="451"/>
                </a:lnTo>
                <a:lnTo>
                  <a:pt x="288" y="450"/>
                </a:lnTo>
                <a:lnTo>
                  <a:pt x="287" y="450"/>
                </a:lnTo>
                <a:lnTo>
                  <a:pt x="285" y="449"/>
                </a:lnTo>
                <a:lnTo>
                  <a:pt x="280" y="450"/>
                </a:lnTo>
                <a:lnTo>
                  <a:pt x="279" y="451"/>
                </a:lnTo>
                <a:lnTo>
                  <a:pt x="279" y="452"/>
                </a:lnTo>
                <a:lnTo>
                  <a:pt x="279" y="453"/>
                </a:lnTo>
                <a:lnTo>
                  <a:pt x="277" y="453"/>
                </a:lnTo>
                <a:lnTo>
                  <a:pt x="276" y="452"/>
                </a:lnTo>
                <a:lnTo>
                  <a:pt x="274" y="450"/>
                </a:lnTo>
                <a:lnTo>
                  <a:pt x="273" y="449"/>
                </a:lnTo>
                <a:lnTo>
                  <a:pt x="272" y="448"/>
                </a:lnTo>
                <a:lnTo>
                  <a:pt x="271" y="447"/>
                </a:lnTo>
                <a:lnTo>
                  <a:pt x="270" y="445"/>
                </a:lnTo>
                <a:lnTo>
                  <a:pt x="269" y="444"/>
                </a:lnTo>
                <a:lnTo>
                  <a:pt x="269" y="443"/>
                </a:lnTo>
                <a:lnTo>
                  <a:pt x="270" y="442"/>
                </a:lnTo>
                <a:lnTo>
                  <a:pt x="270" y="441"/>
                </a:lnTo>
                <a:lnTo>
                  <a:pt x="270" y="438"/>
                </a:lnTo>
                <a:lnTo>
                  <a:pt x="269" y="438"/>
                </a:lnTo>
                <a:lnTo>
                  <a:pt x="268" y="438"/>
                </a:lnTo>
                <a:lnTo>
                  <a:pt x="267" y="437"/>
                </a:lnTo>
                <a:lnTo>
                  <a:pt x="266" y="436"/>
                </a:lnTo>
                <a:lnTo>
                  <a:pt x="266" y="435"/>
                </a:lnTo>
                <a:lnTo>
                  <a:pt x="265" y="435"/>
                </a:lnTo>
                <a:lnTo>
                  <a:pt x="264" y="435"/>
                </a:lnTo>
                <a:lnTo>
                  <a:pt x="263" y="435"/>
                </a:lnTo>
                <a:lnTo>
                  <a:pt x="262" y="435"/>
                </a:lnTo>
                <a:lnTo>
                  <a:pt x="260" y="434"/>
                </a:lnTo>
                <a:lnTo>
                  <a:pt x="259" y="433"/>
                </a:lnTo>
                <a:lnTo>
                  <a:pt x="259" y="432"/>
                </a:lnTo>
                <a:lnTo>
                  <a:pt x="259" y="431"/>
                </a:lnTo>
                <a:lnTo>
                  <a:pt x="259" y="430"/>
                </a:lnTo>
                <a:lnTo>
                  <a:pt x="259" y="429"/>
                </a:lnTo>
                <a:lnTo>
                  <a:pt x="260" y="428"/>
                </a:lnTo>
                <a:lnTo>
                  <a:pt x="258" y="428"/>
                </a:lnTo>
                <a:lnTo>
                  <a:pt x="257" y="428"/>
                </a:lnTo>
                <a:lnTo>
                  <a:pt x="256" y="428"/>
                </a:lnTo>
                <a:lnTo>
                  <a:pt x="255" y="428"/>
                </a:lnTo>
                <a:lnTo>
                  <a:pt x="255" y="426"/>
                </a:lnTo>
                <a:lnTo>
                  <a:pt x="254" y="425"/>
                </a:lnTo>
                <a:lnTo>
                  <a:pt x="253" y="424"/>
                </a:lnTo>
                <a:lnTo>
                  <a:pt x="252" y="424"/>
                </a:lnTo>
                <a:lnTo>
                  <a:pt x="253" y="423"/>
                </a:lnTo>
                <a:lnTo>
                  <a:pt x="253" y="422"/>
                </a:lnTo>
                <a:lnTo>
                  <a:pt x="254" y="421"/>
                </a:lnTo>
                <a:lnTo>
                  <a:pt x="254" y="420"/>
                </a:lnTo>
                <a:lnTo>
                  <a:pt x="255" y="420"/>
                </a:lnTo>
                <a:lnTo>
                  <a:pt x="255" y="418"/>
                </a:lnTo>
                <a:lnTo>
                  <a:pt x="255" y="417"/>
                </a:lnTo>
                <a:lnTo>
                  <a:pt x="254" y="416"/>
                </a:lnTo>
                <a:lnTo>
                  <a:pt x="253" y="416"/>
                </a:lnTo>
                <a:lnTo>
                  <a:pt x="252" y="416"/>
                </a:lnTo>
                <a:lnTo>
                  <a:pt x="250" y="413"/>
                </a:lnTo>
                <a:lnTo>
                  <a:pt x="251" y="412"/>
                </a:lnTo>
                <a:lnTo>
                  <a:pt x="252" y="412"/>
                </a:lnTo>
                <a:lnTo>
                  <a:pt x="253" y="411"/>
                </a:lnTo>
                <a:lnTo>
                  <a:pt x="254" y="411"/>
                </a:lnTo>
                <a:lnTo>
                  <a:pt x="254" y="408"/>
                </a:lnTo>
                <a:lnTo>
                  <a:pt x="253" y="408"/>
                </a:lnTo>
                <a:lnTo>
                  <a:pt x="253" y="407"/>
                </a:lnTo>
                <a:lnTo>
                  <a:pt x="249" y="405"/>
                </a:lnTo>
                <a:lnTo>
                  <a:pt x="247" y="404"/>
                </a:lnTo>
                <a:lnTo>
                  <a:pt x="246" y="404"/>
                </a:lnTo>
                <a:lnTo>
                  <a:pt x="245" y="403"/>
                </a:lnTo>
                <a:lnTo>
                  <a:pt x="246" y="401"/>
                </a:lnTo>
                <a:lnTo>
                  <a:pt x="246" y="400"/>
                </a:lnTo>
                <a:lnTo>
                  <a:pt x="247" y="400"/>
                </a:lnTo>
                <a:lnTo>
                  <a:pt x="247" y="399"/>
                </a:lnTo>
                <a:lnTo>
                  <a:pt x="248" y="399"/>
                </a:lnTo>
                <a:lnTo>
                  <a:pt x="248" y="398"/>
                </a:lnTo>
                <a:lnTo>
                  <a:pt x="247" y="396"/>
                </a:lnTo>
                <a:lnTo>
                  <a:pt x="245" y="394"/>
                </a:lnTo>
                <a:lnTo>
                  <a:pt x="244" y="394"/>
                </a:lnTo>
                <a:lnTo>
                  <a:pt x="243" y="394"/>
                </a:lnTo>
                <a:lnTo>
                  <a:pt x="242" y="394"/>
                </a:lnTo>
                <a:lnTo>
                  <a:pt x="242" y="393"/>
                </a:lnTo>
                <a:lnTo>
                  <a:pt x="241" y="391"/>
                </a:lnTo>
                <a:lnTo>
                  <a:pt x="241" y="390"/>
                </a:lnTo>
                <a:lnTo>
                  <a:pt x="241" y="389"/>
                </a:lnTo>
                <a:lnTo>
                  <a:pt x="240" y="389"/>
                </a:lnTo>
                <a:lnTo>
                  <a:pt x="240" y="388"/>
                </a:lnTo>
                <a:lnTo>
                  <a:pt x="239" y="388"/>
                </a:lnTo>
                <a:lnTo>
                  <a:pt x="238" y="386"/>
                </a:lnTo>
                <a:lnTo>
                  <a:pt x="237" y="385"/>
                </a:lnTo>
                <a:lnTo>
                  <a:pt x="235" y="384"/>
                </a:lnTo>
                <a:lnTo>
                  <a:pt x="235" y="383"/>
                </a:lnTo>
                <a:lnTo>
                  <a:pt x="233" y="379"/>
                </a:lnTo>
                <a:lnTo>
                  <a:pt x="233" y="378"/>
                </a:lnTo>
                <a:lnTo>
                  <a:pt x="232" y="376"/>
                </a:lnTo>
                <a:lnTo>
                  <a:pt x="232" y="375"/>
                </a:lnTo>
                <a:lnTo>
                  <a:pt x="231" y="375"/>
                </a:lnTo>
                <a:lnTo>
                  <a:pt x="230" y="375"/>
                </a:lnTo>
                <a:lnTo>
                  <a:pt x="229" y="374"/>
                </a:lnTo>
                <a:lnTo>
                  <a:pt x="229" y="373"/>
                </a:lnTo>
                <a:lnTo>
                  <a:pt x="228" y="373"/>
                </a:lnTo>
                <a:lnTo>
                  <a:pt x="229" y="372"/>
                </a:lnTo>
                <a:lnTo>
                  <a:pt x="231" y="368"/>
                </a:lnTo>
                <a:lnTo>
                  <a:pt x="231" y="367"/>
                </a:lnTo>
                <a:lnTo>
                  <a:pt x="229" y="364"/>
                </a:lnTo>
                <a:lnTo>
                  <a:pt x="228" y="362"/>
                </a:lnTo>
                <a:lnTo>
                  <a:pt x="226" y="361"/>
                </a:lnTo>
                <a:lnTo>
                  <a:pt x="225" y="358"/>
                </a:lnTo>
                <a:lnTo>
                  <a:pt x="224" y="358"/>
                </a:lnTo>
                <a:lnTo>
                  <a:pt x="223" y="356"/>
                </a:lnTo>
                <a:lnTo>
                  <a:pt x="223" y="353"/>
                </a:lnTo>
                <a:lnTo>
                  <a:pt x="222" y="351"/>
                </a:lnTo>
                <a:lnTo>
                  <a:pt x="222" y="350"/>
                </a:lnTo>
                <a:lnTo>
                  <a:pt x="221" y="350"/>
                </a:lnTo>
                <a:lnTo>
                  <a:pt x="221" y="349"/>
                </a:lnTo>
                <a:lnTo>
                  <a:pt x="221" y="348"/>
                </a:lnTo>
                <a:lnTo>
                  <a:pt x="220" y="347"/>
                </a:lnTo>
                <a:lnTo>
                  <a:pt x="219" y="347"/>
                </a:lnTo>
                <a:lnTo>
                  <a:pt x="218" y="347"/>
                </a:lnTo>
                <a:lnTo>
                  <a:pt x="217" y="346"/>
                </a:lnTo>
                <a:lnTo>
                  <a:pt x="218" y="342"/>
                </a:lnTo>
                <a:lnTo>
                  <a:pt x="219" y="341"/>
                </a:lnTo>
                <a:lnTo>
                  <a:pt x="219" y="340"/>
                </a:lnTo>
                <a:lnTo>
                  <a:pt x="220" y="340"/>
                </a:lnTo>
                <a:lnTo>
                  <a:pt x="220" y="339"/>
                </a:lnTo>
                <a:lnTo>
                  <a:pt x="220" y="338"/>
                </a:lnTo>
                <a:lnTo>
                  <a:pt x="218" y="335"/>
                </a:lnTo>
                <a:lnTo>
                  <a:pt x="218" y="334"/>
                </a:lnTo>
                <a:lnTo>
                  <a:pt x="218" y="333"/>
                </a:lnTo>
                <a:lnTo>
                  <a:pt x="218" y="332"/>
                </a:lnTo>
                <a:lnTo>
                  <a:pt x="217" y="329"/>
                </a:lnTo>
                <a:lnTo>
                  <a:pt x="217" y="328"/>
                </a:lnTo>
                <a:lnTo>
                  <a:pt x="216" y="328"/>
                </a:lnTo>
                <a:lnTo>
                  <a:pt x="215" y="329"/>
                </a:lnTo>
                <a:lnTo>
                  <a:pt x="214" y="329"/>
                </a:lnTo>
                <a:lnTo>
                  <a:pt x="213" y="330"/>
                </a:lnTo>
                <a:lnTo>
                  <a:pt x="212" y="330"/>
                </a:lnTo>
                <a:lnTo>
                  <a:pt x="211" y="329"/>
                </a:lnTo>
                <a:lnTo>
                  <a:pt x="211" y="328"/>
                </a:lnTo>
                <a:lnTo>
                  <a:pt x="210" y="327"/>
                </a:lnTo>
                <a:lnTo>
                  <a:pt x="210" y="326"/>
                </a:lnTo>
                <a:lnTo>
                  <a:pt x="209" y="326"/>
                </a:lnTo>
                <a:lnTo>
                  <a:pt x="209" y="325"/>
                </a:lnTo>
                <a:lnTo>
                  <a:pt x="208" y="323"/>
                </a:lnTo>
                <a:lnTo>
                  <a:pt x="208" y="322"/>
                </a:lnTo>
                <a:lnTo>
                  <a:pt x="209" y="322"/>
                </a:lnTo>
                <a:lnTo>
                  <a:pt x="209" y="321"/>
                </a:lnTo>
                <a:lnTo>
                  <a:pt x="208" y="321"/>
                </a:lnTo>
                <a:lnTo>
                  <a:pt x="207" y="320"/>
                </a:lnTo>
                <a:lnTo>
                  <a:pt x="206" y="319"/>
                </a:lnTo>
                <a:lnTo>
                  <a:pt x="206" y="317"/>
                </a:lnTo>
                <a:lnTo>
                  <a:pt x="206" y="316"/>
                </a:lnTo>
                <a:lnTo>
                  <a:pt x="206" y="315"/>
                </a:lnTo>
                <a:lnTo>
                  <a:pt x="205" y="313"/>
                </a:lnTo>
                <a:lnTo>
                  <a:pt x="204" y="313"/>
                </a:lnTo>
                <a:lnTo>
                  <a:pt x="203" y="313"/>
                </a:lnTo>
                <a:lnTo>
                  <a:pt x="202" y="313"/>
                </a:lnTo>
                <a:lnTo>
                  <a:pt x="201" y="312"/>
                </a:lnTo>
                <a:lnTo>
                  <a:pt x="201" y="311"/>
                </a:lnTo>
                <a:lnTo>
                  <a:pt x="202" y="311"/>
                </a:lnTo>
                <a:lnTo>
                  <a:pt x="202" y="310"/>
                </a:lnTo>
                <a:lnTo>
                  <a:pt x="203" y="309"/>
                </a:lnTo>
                <a:lnTo>
                  <a:pt x="203" y="308"/>
                </a:lnTo>
                <a:lnTo>
                  <a:pt x="203" y="307"/>
                </a:lnTo>
                <a:lnTo>
                  <a:pt x="202" y="307"/>
                </a:lnTo>
                <a:lnTo>
                  <a:pt x="202" y="306"/>
                </a:lnTo>
                <a:lnTo>
                  <a:pt x="203" y="306"/>
                </a:lnTo>
                <a:lnTo>
                  <a:pt x="203" y="305"/>
                </a:lnTo>
                <a:lnTo>
                  <a:pt x="203" y="304"/>
                </a:lnTo>
                <a:lnTo>
                  <a:pt x="202" y="304"/>
                </a:lnTo>
                <a:lnTo>
                  <a:pt x="201" y="302"/>
                </a:lnTo>
                <a:lnTo>
                  <a:pt x="200" y="301"/>
                </a:lnTo>
                <a:lnTo>
                  <a:pt x="200" y="299"/>
                </a:lnTo>
                <a:lnTo>
                  <a:pt x="201" y="299"/>
                </a:lnTo>
                <a:lnTo>
                  <a:pt x="202" y="298"/>
                </a:lnTo>
                <a:lnTo>
                  <a:pt x="202" y="299"/>
                </a:lnTo>
                <a:lnTo>
                  <a:pt x="203" y="298"/>
                </a:lnTo>
                <a:lnTo>
                  <a:pt x="204" y="298"/>
                </a:lnTo>
                <a:lnTo>
                  <a:pt x="206" y="298"/>
                </a:lnTo>
                <a:lnTo>
                  <a:pt x="207" y="298"/>
                </a:lnTo>
                <a:lnTo>
                  <a:pt x="207" y="297"/>
                </a:lnTo>
                <a:lnTo>
                  <a:pt x="208" y="296"/>
                </a:lnTo>
                <a:lnTo>
                  <a:pt x="208" y="295"/>
                </a:lnTo>
                <a:lnTo>
                  <a:pt x="209" y="295"/>
                </a:lnTo>
                <a:lnTo>
                  <a:pt x="210" y="295"/>
                </a:lnTo>
                <a:lnTo>
                  <a:pt x="211" y="295"/>
                </a:lnTo>
                <a:lnTo>
                  <a:pt x="212" y="294"/>
                </a:lnTo>
                <a:lnTo>
                  <a:pt x="213" y="294"/>
                </a:lnTo>
                <a:lnTo>
                  <a:pt x="213" y="292"/>
                </a:lnTo>
                <a:lnTo>
                  <a:pt x="213" y="291"/>
                </a:lnTo>
                <a:lnTo>
                  <a:pt x="213" y="290"/>
                </a:lnTo>
                <a:lnTo>
                  <a:pt x="214" y="290"/>
                </a:lnTo>
                <a:lnTo>
                  <a:pt x="215" y="289"/>
                </a:lnTo>
                <a:lnTo>
                  <a:pt x="215" y="288"/>
                </a:lnTo>
                <a:lnTo>
                  <a:pt x="216" y="288"/>
                </a:lnTo>
                <a:lnTo>
                  <a:pt x="217" y="288"/>
                </a:lnTo>
                <a:lnTo>
                  <a:pt x="217" y="287"/>
                </a:lnTo>
                <a:lnTo>
                  <a:pt x="216" y="287"/>
                </a:lnTo>
                <a:lnTo>
                  <a:pt x="216" y="286"/>
                </a:lnTo>
                <a:lnTo>
                  <a:pt x="216" y="285"/>
                </a:lnTo>
                <a:lnTo>
                  <a:pt x="216" y="284"/>
                </a:lnTo>
                <a:lnTo>
                  <a:pt x="216" y="283"/>
                </a:lnTo>
                <a:lnTo>
                  <a:pt x="215" y="282"/>
                </a:lnTo>
                <a:lnTo>
                  <a:pt x="215" y="281"/>
                </a:lnTo>
                <a:lnTo>
                  <a:pt x="214" y="280"/>
                </a:lnTo>
                <a:lnTo>
                  <a:pt x="214" y="279"/>
                </a:lnTo>
                <a:lnTo>
                  <a:pt x="213" y="278"/>
                </a:lnTo>
                <a:lnTo>
                  <a:pt x="214" y="277"/>
                </a:lnTo>
                <a:lnTo>
                  <a:pt x="215" y="276"/>
                </a:lnTo>
                <a:lnTo>
                  <a:pt x="216" y="276"/>
                </a:lnTo>
                <a:lnTo>
                  <a:pt x="216" y="275"/>
                </a:lnTo>
                <a:lnTo>
                  <a:pt x="216" y="274"/>
                </a:lnTo>
                <a:lnTo>
                  <a:pt x="216" y="273"/>
                </a:lnTo>
                <a:lnTo>
                  <a:pt x="215" y="272"/>
                </a:lnTo>
                <a:lnTo>
                  <a:pt x="214" y="272"/>
                </a:lnTo>
                <a:lnTo>
                  <a:pt x="213" y="272"/>
                </a:lnTo>
                <a:lnTo>
                  <a:pt x="213" y="271"/>
                </a:lnTo>
                <a:lnTo>
                  <a:pt x="212" y="271"/>
                </a:lnTo>
                <a:lnTo>
                  <a:pt x="211" y="272"/>
                </a:lnTo>
                <a:lnTo>
                  <a:pt x="210" y="272"/>
                </a:lnTo>
                <a:lnTo>
                  <a:pt x="209" y="272"/>
                </a:lnTo>
                <a:lnTo>
                  <a:pt x="208" y="273"/>
                </a:lnTo>
                <a:lnTo>
                  <a:pt x="207" y="273"/>
                </a:lnTo>
                <a:lnTo>
                  <a:pt x="206" y="274"/>
                </a:lnTo>
                <a:lnTo>
                  <a:pt x="205" y="274"/>
                </a:lnTo>
                <a:lnTo>
                  <a:pt x="204" y="274"/>
                </a:lnTo>
                <a:lnTo>
                  <a:pt x="203" y="273"/>
                </a:lnTo>
                <a:lnTo>
                  <a:pt x="203" y="272"/>
                </a:lnTo>
                <a:lnTo>
                  <a:pt x="204" y="271"/>
                </a:lnTo>
                <a:lnTo>
                  <a:pt x="203" y="271"/>
                </a:lnTo>
                <a:lnTo>
                  <a:pt x="202" y="271"/>
                </a:lnTo>
                <a:lnTo>
                  <a:pt x="200" y="271"/>
                </a:lnTo>
                <a:lnTo>
                  <a:pt x="199" y="270"/>
                </a:lnTo>
                <a:lnTo>
                  <a:pt x="198" y="270"/>
                </a:lnTo>
                <a:lnTo>
                  <a:pt x="198" y="271"/>
                </a:lnTo>
                <a:lnTo>
                  <a:pt x="197" y="272"/>
                </a:lnTo>
                <a:lnTo>
                  <a:pt x="196" y="272"/>
                </a:lnTo>
                <a:lnTo>
                  <a:pt x="195" y="272"/>
                </a:lnTo>
                <a:lnTo>
                  <a:pt x="195" y="273"/>
                </a:lnTo>
                <a:lnTo>
                  <a:pt x="194" y="273"/>
                </a:lnTo>
                <a:lnTo>
                  <a:pt x="193" y="274"/>
                </a:lnTo>
                <a:lnTo>
                  <a:pt x="192" y="274"/>
                </a:lnTo>
                <a:lnTo>
                  <a:pt x="191" y="274"/>
                </a:lnTo>
                <a:lnTo>
                  <a:pt x="189" y="274"/>
                </a:lnTo>
                <a:lnTo>
                  <a:pt x="189" y="273"/>
                </a:lnTo>
                <a:lnTo>
                  <a:pt x="188" y="273"/>
                </a:lnTo>
                <a:lnTo>
                  <a:pt x="187" y="272"/>
                </a:lnTo>
                <a:lnTo>
                  <a:pt x="186" y="272"/>
                </a:lnTo>
                <a:lnTo>
                  <a:pt x="185" y="272"/>
                </a:lnTo>
                <a:lnTo>
                  <a:pt x="184" y="272"/>
                </a:lnTo>
                <a:lnTo>
                  <a:pt x="183" y="272"/>
                </a:lnTo>
                <a:lnTo>
                  <a:pt x="182" y="272"/>
                </a:lnTo>
                <a:lnTo>
                  <a:pt x="181" y="272"/>
                </a:lnTo>
                <a:lnTo>
                  <a:pt x="180" y="272"/>
                </a:lnTo>
                <a:lnTo>
                  <a:pt x="178" y="272"/>
                </a:lnTo>
                <a:lnTo>
                  <a:pt x="177" y="272"/>
                </a:lnTo>
                <a:lnTo>
                  <a:pt x="177" y="271"/>
                </a:lnTo>
                <a:lnTo>
                  <a:pt x="176" y="271"/>
                </a:lnTo>
                <a:lnTo>
                  <a:pt x="175" y="271"/>
                </a:lnTo>
                <a:lnTo>
                  <a:pt x="174" y="271"/>
                </a:lnTo>
                <a:lnTo>
                  <a:pt x="173" y="270"/>
                </a:lnTo>
                <a:lnTo>
                  <a:pt x="174" y="270"/>
                </a:lnTo>
                <a:lnTo>
                  <a:pt x="174" y="269"/>
                </a:lnTo>
                <a:lnTo>
                  <a:pt x="174" y="267"/>
                </a:lnTo>
                <a:lnTo>
                  <a:pt x="173" y="266"/>
                </a:lnTo>
                <a:lnTo>
                  <a:pt x="173" y="265"/>
                </a:lnTo>
                <a:lnTo>
                  <a:pt x="174" y="264"/>
                </a:lnTo>
                <a:lnTo>
                  <a:pt x="173" y="263"/>
                </a:lnTo>
                <a:lnTo>
                  <a:pt x="173" y="262"/>
                </a:lnTo>
                <a:lnTo>
                  <a:pt x="173" y="261"/>
                </a:lnTo>
                <a:lnTo>
                  <a:pt x="173" y="260"/>
                </a:lnTo>
                <a:lnTo>
                  <a:pt x="172" y="259"/>
                </a:lnTo>
                <a:lnTo>
                  <a:pt x="171" y="259"/>
                </a:lnTo>
                <a:lnTo>
                  <a:pt x="170" y="258"/>
                </a:lnTo>
                <a:lnTo>
                  <a:pt x="170" y="257"/>
                </a:lnTo>
                <a:lnTo>
                  <a:pt x="169" y="256"/>
                </a:lnTo>
                <a:lnTo>
                  <a:pt x="168" y="256"/>
                </a:lnTo>
                <a:lnTo>
                  <a:pt x="168" y="255"/>
                </a:lnTo>
                <a:lnTo>
                  <a:pt x="168" y="254"/>
                </a:lnTo>
                <a:lnTo>
                  <a:pt x="167" y="253"/>
                </a:lnTo>
                <a:lnTo>
                  <a:pt x="166" y="254"/>
                </a:lnTo>
                <a:lnTo>
                  <a:pt x="166" y="255"/>
                </a:lnTo>
                <a:lnTo>
                  <a:pt x="166" y="256"/>
                </a:lnTo>
                <a:lnTo>
                  <a:pt x="165" y="256"/>
                </a:lnTo>
                <a:lnTo>
                  <a:pt x="164" y="256"/>
                </a:lnTo>
                <a:lnTo>
                  <a:pt x="164" y="257"/>
                </a:lnTo>
                <a:lnTo>
                  <a:pt x="163" y="257"/>
                </a:lnTo>
                <a:lnTo>
                  <a:pt x="162" y="255"/>
                </a:lnTo>
                <a:lnTo>
                  <a:pt x="162" y="254"/>
                </a:lnTo>
                <a:lnTo>
                  <a:pt x="161" y="254"/>
                </a:lnTo>
                <a:lnTo>
                  <a:pt x="160" y="254"/>
                </a:lnTo>
                <a:lnTo>
                  <a:pt x="159" y="254"/>
                </a:lnTo>
                <a:lnTo>
                  <a:pt x="158" y="253"/>
                </a:lnTo>
                <a:lnTo>
                  <a:pt x="158" y="252"/>
                </a:lnTo>
                <a:lnTo>
                  <a:pt x="157" y="252"/>
                </a:lnTo>
                <a:lnTo>
                  <a:pt x="157" y="251"/>
                </a:lnTo>
                <a:lnTo>
                  <a:pt x="156" y="251"/>
                </a:lnTo>
                <a:lnTo>
                  <a:pt x="155" y="251"/>
                </a:lnTo>
                <a:lnTo>
                  <a:pt x="155" y="252"/>
                </a:lnTo>
                <a:lnTo>
                  <a:pt x="154" y="252"/>
                </a:lnTo>
                <a:lnTo>
                  <a:pt x="154" y="251"/>
                </a:lnTo>
                <a:lnTo>
                  <a:pt x="154" y="250"/>
                </a:lnTo>
                <a:lnTo>
                  <a:pt x="154" y="249"/>
                </a:lnTo>
                <a:lnTo>
                  <a:pt x="153" y="249"/>
                </a:lnTo>
                <a:lnTo>
                  <a:pt x="152" y="248"/>
                </a:lnTo>
                <a:lnTo>
                  <a:pt x="151" y="247"/>
                </a:lnTo>
                <a:lnTo>
                  <a:pt x="150" y="245"/>
                </a:lnTo>
                <a:lnTo>
                  <a:pt x="150" y="244"/>
                </a:lnTo>
                <a:lnTo>
                  <a:pt x="150" y="243"/>
                </a:lnTo>
                <a:lnTo>
                  <a:pt x="150" y="242"/>
                </a:lnTo>
                <a:lnTo>
                  <a:pt x="149" y="242"/>
                </a:lnTo>
                <a:lnTo>
                  <a:pt x="148" y="242"/>
                </a:lnTo>
                <a:lnTo>
                  <a:pt x="148" y="241"/>
                </a:lnTo>
                <a:lnTo>
                  <a:pt x="148" y="240"/>
                </a:lnTo>
                <a:lnTo>
                  <a:pt x="147" y="240"/>
                </a:lnTo>
                <a:lnTo>
                  <a:pt x="146" y="240"/>
                </a:lnTo>
                <a:lnTo>
                  <a:pt x="144" y="240"/>
                </a:lnTo>
                <a:lnTo>
                  <a:pt x="144" y="241"/>
                </a:lnTo>
                <a:lnTo>
                  <a:pt x="143" y="241"/>
                </a:lnTo>
                <a:lnTo>
                  <a:pt x="143" y="242"/>
                </a:lnTo>
                <a:lnTo>
                  <a:pt x="142" y="243"/>
                </a:lnTo>
                <a:lnTo>
                  <a:pt x="141" y="242"/>
                </a:lnTo>
                <a:lnTo>
                  <a:pt x="140" y="242"/>
                </a:lnTo>
                <a:lnTo>
                  <a:pt x="139" y="243"/>
                </a:lnTo>
                <a:lnTo>
                  <a:pt x="137" y="243"/>
                </a:lnTo>
                <a:lnTo>
                  <a:pt x="137" y="242"/>
                </a:lnTo>
                <a:lnTo>
                  <a:pt x="136" y="243"/>
                </a:lnTo>
                <a:lnTo>
                  <a:pt x="135" y="243"/>
                </a:lnTo>
                <a:lnTo>
                  <a:pt x="135" y="244"/>
                </a:lnTo>
                <a:lnTo>
                  <a:pt x="134" y="244"/>
                </a:lnTo>
                <a:lnTo>
                  <a:pt x="134" y="243"/>
                </a:lnTo>
                <a:lnTo>
                  <a:pt x="133" y="242"/>
                </a:lnTo>
                <a:lnTo>
                  <a:pt x="132" y="242"/>
                </a:lnTo>
                <a:lnTo>
                  <a:pt x="131" y="241"/>
                </a:lnTo>
                <a:lnTo>
                  <a:pt x="130" y="241"/>
                </a:lnTo>
                <a:lnTo>
                  <a:pt x="129" y="240"/>
                </a:lnTo>
                <a:lnTo>
                  <a:pt x="129" y="239"/>
                </a:lnTo>
                <a:lnTo>
                  <a:pt x="129" y="238"/>
                </a:lnTo>
                <a:lnTo>
                  <a:pt x="128" y="237"/>
                </a:lnTo>
                <a:lnTo>
                  <a:pt x="128" y="236"/>
                </a:lnTo>
                <a:lnTo>
                  <a:pt x="128" y="235"/>
                </a:lnTo>
                <a:lnTo>
                  <a:pt x="127" y="235"/>
                </a:lnTo>
                <a:lnTo>
                  <a:pt x="126" y="235"/>
                </a:lnTo>
                <a:lnTo>
                  <a:pt x="126" y="236"/>
                </a:lnTo>
                <a:lnTo>
                  <a:pt x="125" y="237"/>
                </a:lnTo>
                <a:lnTo>
                  <a:pt x="124" y="237"/>
                </a:lnTo>
                <a:lnTo>
                  <a:pt x="125" y="238"/>
                </a:lnTo>
                <a:lnTo>
                  <a:pt x="125" y="239"/>
                </a:lnTo>
                <a:lnTo>
                  <a:pt x="125" y="240"/>
                </a:lnTo>
                <a:lnTo>
                  <a:pt x="125" y="241"/>
                </a:lnTo>
                <a:lnTo>
                  <a:pt x="124" y="241"/>
                </a:lnTo>
                <a:lnTo>
                  <a:pt x="124" y="242"/>
                </a:lnTo>
                <a:lnTo>
                  <a:pt x="125" y="242"/>
                </a:lnTo>
                <a:lnTo>
                  <a:pt x="125" y="243"/>
                </a:lnTo>
                <a:lnTo>
                  <a:pt x="125" y="244"/>
                </a:lnTo>
                <a:lnTo>
                  <a:pt x="124" y="244"/>
                </a:lnTo>
                <a:lnTo>
                  <a:pt x="123" y="245"/>
                </a:lnTo>
                <a:lnTo>
                  <a:pt x="123" y="246"/>
                </a:lnTo>
                <a:lnTo>
                  <a:pt x="123" y="247"/>
                </a:lnTo>
                <a:lnTo>
                  <a:pt x="123" y="248"/>
                </a:lnTo>
                <a:lnTo>
                  <a:pt x="123" y="249"/>
                </a:lnTo>
                <a:lnTo>
                  <a:pt x="122" y="250"/>
                </a:lnTo>
                <a:lnTo>
                  <a:pt x="121" y="251"/>
                </a:lnTo>
                <a:lnTo>
                  <a:pt x="120" y="251"/>
                </a:lnTo>
                <a:lnTo>
                  <a:pt x="120" y="253"/>
                </a:lnTo>
                <a:lnTo>
                  <a:pt x="120" y="254"/>
                </a:lnTo>
                <a:lnTo>
                  <a:pt x="121" y="254"/>
                </a:lnTo>
                <a:lnTo>
                  <a:pt x="121" y="256"/>
                </a:lnTo>
                <a:lnTo>
                  <a:pt x="120" y="256"/>
                </a:lnTo>
                <a:lnTo>
                  <a:pt x="119" y="256"/>
                </a:lnTo>
                <a:lnTo>
                  <a:pt x="118" y="256"/>
                </a:lnTo>
                <a:lnTo>
                  <a:pt x="118" y="257"/>
                </a:lnTo>
                <a:lnTo>
                  <a:pt x="117" y="258"/>
                </a:lnTo>
                <a:lnTo>
                  <a:pt x="116" y="258"/>
                </a:lnTo>
                <a:lnTo>
                  <a:pt x="116" y="259"/>
                </a:lnTo>
                <a:lnTo>
                  <a:pt x="115" y="259"/>
                </a:lnTo>
                <a:lnTo>
                  <a:pt x="116" y="261"/>
                </a:lnTo>
                <a:lnTo>
                  <a:pt x="117" y="262"/>
                </a:lnTo>
                <a:lnTo>
                  <a:pt x="117" y="263"/>
                </a:lnTo>
                <a:lnTo>
                  <a:pt x="116" y="263"/>
                </a:lnTo>
                <a:lnTo>
                  <a:pt x="116" y="264"/>
                </a:lnTo>
                <a:lnTo>
                  <a:pt x="115" y="265"/>
                </a:lnTo>
                <a:lnTo>
                  <a:pt x="115" y="267"/>
                </a:lnTo>
                <a:lnTo>
                  <a:pt x="114" y="268"/>
                </a:lnTo>
                <a:lnTo>
                  <a:pt x="113" y="268"/>
                </a:lnTo>
                <a:lnTo>
                  <a:pt x="113" y="269"/>
                </a:lnTo>
                <a:lnTo>
                  <a:pt x="112" y="269"/>
                </a:lnTo>
                <a:lnTo>
                  <a:pt x="111" y="272"/>
                </a:lnTo>
                <a:lnTo>
                  <a:pt x="111" y="273"/>
                </a:lnTo>
                <a:lnTo>
                  <a:pt x="110" y="273"/>
                </a:lnTo>
                <a:lnTo>
                  <a:pt x="110" y="274"/>
                </a:lnTo>
                <a:lnTo>
                  <a:pt x="110" y="275"/>
                </a:lnTo>
                <a:lnTo>
                  <a:pt x="110" y="276"/>
                </a:lnTo>
                <a:lnTo>
                  <a:pt x="110" y="277"/>
                </a:lnTo>
                <a:lnTo>
                  <a:pt x="109" y="277"/>
                </a:lnTo>
                <a:lnTo>
                  <a:pt x="108" y="278"/>
                </a:lnTo>
                <a:lnTo>
                  <a:pt x="107" y="279"/>
                </a:lnTo>
                <a:lnTo>
                  <a:pt x="108" y="280"/>
                </a:lnTo>
                <a:lnTo>
                  <a:pt x="107" y="282"/>
                </a:lnTo>
                <a:lnTo>
                  <a:pt x="107" y="284"/>
                </a:lnTo>
                <a:lnTo>
                  <a:pt x="106" y="285"/>
                </a:lnTo>
                <a:lnTo>
                  <a:pt x="105" y="286"/>
                </a:lnTo>
                <a:lnTo>
                  <a:pt x="104" y="286"/>
                </a:lnTo>
                <a:lnTo>
                  <a:pt x="103" y="286"/>
                </a:lnTo>
                <a:lnTo>
                  <a:pt x="103" y="287"/>
                </a:lnTo>
                <a:lnTo>
                  <a:pt x="102" y="287"/>
                </a:lnTo>
                <a:lnTo>
                  <a:pt x="100" y="287"/>
                </a:lnTo>
                <a:lnTo>
                  <a:pt x="99" y="287"/>
                </a:lnTo>
                <a:lnTo>
                  <a:pt x="98" y="287"/>
                </a:lnTo>
                <a:lnTo>
                  <a:pt x="98" y="286"/>
                </a:lnTo>
                <a:lnTo>
                  <a:pt x="98" y="287"/>
                </a:lnTo>
                <a:lnTo>
                  <a:pt x="97" y="287"/>
                </a:lnTo>
                <a:lnTo>
                  <a:pt x="96" y="288"/>
                </a:lnTo>
                <a:lnTo>
                  <a:pt x="94" y="288"/>
                </a:lnTo>
                <a:lnTo>
                  <a:pt x="92" y="287"/>
                </a:lnTo>
                <a:lnTo>
                  <a:pt x="91" y="287"/>
                </a:lnTo>
                <a:lnTo>
                  <a:pt x="90" y="287"/>
                </a:lnTo>
                <a:lnTo>
                  <a:pt x="89" y="286"/>
                </a:lnTo>
                <a:lnTo>
                  <a:pt x="88" y="286"/>
                </a:lnTo>
                <a:lnTo>
                  <a:pt x="87" y="286"/>
                </a:lnTo>
                <a:lnTo>
                  <a:pt x="86" y="285"/>
                </a:lnTo>
                <a:lnTo>
                  <a:pt x="85" y="285"/>
                </a:lnTo>
                <a:lnTo>
                  <a:pt x="84" y="285"/>
                </a:lnTo>
                <a:lnTo>
                  <a:pt x="83" y="285"/>
                </a:lnTo>
                <a:lnTo>
                  <a:pt x="82" y="285"/>
                </a:lnTo>
                <a:lnTo>
                  <a:pt x="81" y="284"/>
                </a:lnTo>
                <a:lnTo>
                  <a:pt x="81" y="285"/>
                </a:lnTo>
                <a:lnTo>
                  <a:pt x="80" y="285"/>
                </a:lnTo>
                <a:lnTo>
                  <a:pt x="80" y="284"/>
                </a:lnTo>
                <a:lnTo>
                  <a:pt x="79" y="284"/>
                </a:lnTo>
                <a:lnTo>
                  <a:pt x="78" y="284"/>
                </a:lnTo>
                <a:lnTo>
                  <a:pt x="77" y="284"/>
                </a:lnTo>
                <a:lnTo>
                  <a:pt x="77" y="282"/>
                </a:lnTo>
                <a:lnTo>
                  <a:pt x="77" y="281"/>
                </a:lnTo>
                <a:lnTo>
                  <a:pt x="77" y="280"/>
                </a:lnTo>
                <a:lnTo>
                  <a:pt x="76" y="278"/>
                </a:lnTo>
                <a:lnTo>
                  <a:pt x="75" y="277"/>
                </a:lnTo>
                <a:lnTo>
                  <a:pt x="74" y="276"/>
                </a:lnTo>
                <a:lnTo>
                  <a:pt x="74" y="275"/>
                </a:lnTo>
                <a:lnTo>
                  <a:pt x="73" y="274"/>
                </a:lnTo>
                <a:lnTo>
                  <a:pt x="72" y="273"/>
                </a:lnTo>
                <a:lnTo>
                  <a:pt x="71" y="273"/>
                </a:lnTo>
                <a:lnTo>
                  <a:pt x="70" y="272"/>
                </a:lnTo>
                <a:lnTo>
                  <a:pt x="69" y="271"/>
                </a:lnTo>
                <a:lnTo>
                  <a:pt x="68" y="271"/>
                </a:lnTo>
                <a:lnTo>
                  <a:pt x="68" y="270"/>
                </a:lnTo>
                <a:lnTo>
                  <a:pt x="68" y="269"/>
                </a:lnTo>
                <a:lnTo>
                  <a:pt x="69" y="267"/>
                </a:lnTo>
                <a:lnTo>
                  <a:pt x="68" y="266"/>
                </a:lnTo>
                <a:lnTo>
                  <a:pt x="69" y="266"/>
                </a:lnTo>
                <a:lnTo>
                  <a:pt x="69" y="265"/>
                </a:lnTo>
                <a:lnTo>
                  <a:pt x="68" y="263"/>
                </a:lnTo>
                <a:lnTo>
                  <a:pt x="67" y="263"/>
                </a:lnTo>
                <a:lnTo>
                  <a:pt x="66" y="263"/>
                </a:lnTo>
                <a:lnTo>
                  <a:pt x="65" y="262"/>
                </a:lnTo>
                <a:lnTo>
                  <a:pt x="65" y="261"/>
                </a:lnTo>
                <a:lnTo>
                  <a:pt x="64" y="260"/>
                </a:lnTo>
                <a:lnTo>
                  <a:pt x="62" y="261"/>
                </a:lnTo>
                <a:lnTo>
                  <a:pt x="61" y="261"/>
                </a:lnTo>
                <a:lnTo>
                  <a:pt x="60" y="262"/>
                </a:lnTo>
                <a:lnTo>
                  <a:pt x="59" y="262"/>
                </a:lnTo>
                <a:lnTo>
                  <a:pt x="56" y="262"/>
                </a:lnTo>
                <a:lnTo>
                  <a:pt x="55" y="261"/>
                </a:lnTo>
                <a:lnTo>
                  <a:pt x="55" y="260"/>
                </a:lnTo>
                <a:lnTo>
                  <a:pt x="54" y="260"/>
                </a:lnTo>
                <a:lnTo>
                  <a:pt x="53" y="260"/>
                </a:lnTo>
                <a:lnTo>
                  <a:pt x="52" y="259"/>
                </a:lnTo>
                <a:lnTo>
                  <a:pt x="51" y="259"/>
                </a:lnTo>
                <a:lnTo>
                  <a:pt x="50" y="259"/>
                </a:lnTo>
                <a:lnTo>
                  <a:pt x="50" y="260"/>
                </a:lnTo>
                <a:lnTo>
                  <a:pt x="49" y="261"/>
                </a:lnTo>
                <a:lnTo>
                  <a:pt x="48" y="261"/>
                </a:lnTo>
                <a:lnTo>
                  <a:pt x="47" y="261"/>
                </a:lnTo>
                <a:lnTo>
                  <a:pt x="46" y="260"/>
                </a:lnTo>
                <a:lnTo>
                  <a:pt x="46" y="259"/>
                </a:lnTo>
                <a:lnTo>
                  <a:pt x="45" y="259"/>
                </a:lnTo>
                <a:lnTo>
                  <a:pt x="45" y="258"/>
                </a:lnTo>
                <a:lnTo>
                  <a:pt x="44" y="257"/>
                </a:lnTo>
                <a:lnTo>
                  <a:pt x="43" y="257"/>
                </a:lnTo>
                <a:lnTo>
                  <a:pt x="43" y="256"/>
                </a:lnTo>
                <a:lnTo>
                  <a:pt x="42" y="256"/>
                </a:lnTo>
                <a:lnTo>
                  <a:pt x="41" y="256"/>
                </a:lnTo>
                <a:lnTo>
                  <a:pt x="40" y="257"/>
                </a:lnTo>
                <a:lnTo>
                  <a:pt x="39" y="257"/>
                </a:lnTo>
                <a:lnTo>
                  <a:pt x="39" y="256"/>
                </a:lnTo>
                <a:lnTo>
                  <a:pt x="38" y="256"/>
                </a:lnTo>
                <a:lnTo>
                  <a:pt x="37" y="256"/>
                </a:lnTo>
                <a:lnTo>
                  <a:pt x="36" y="256"/>
                </a:lnTo>
                <a:lnTo>
                  <a:pt x="36" y="255"/>
                </a:lnTo>
                <a:lnTo>
                  <a:pt x="35" y="255"/>
                </a:lnTo>
                <a:lnTo>
                  <a:pt x="34" y="255"/>
                </a:lnTo>
                <a:lnTo>
                  <a:pt x="33" y="255"/>
                </a:lnTo>
                <a:lnTo>
                  <a:pt x="32" y="254"/>
                </a:lnTo>
                <a:lnTo>
                  <a:pt x="31" y="253"/>
                </a:lnTo>
                <a:lnTo>
                  <a:pt x="31" y="252"/>
                </a:lnTo>
                <a:lnTo>
                  <a:pt x="31" y="251"/>
                </a:lnTo>
                <a:lnTo>
                  <a:pt x="31" y="250"/>
                </a:lnTo>
                <a:lnTo>
                  <a:pt x="30" y="250"/>
                </a:lnTo>
                <a:lnTo>
                  <a:pt x="29" y="250"/>
                </a:lnTo>
                <a:lnTo>
                  <a:pt x="28" y="250"/>
                </a:lnTo>
                <a:lnTo>
                  <a:pt x="27" y="250"/>
                </a:lnTo>
                <a:lnTo>
                  <a:pt x="27" y="249"/>
                </a:lnTo>
                <a:lnTo>
                  <a:pt x="26" y="249"/>
                </a:lnTo>
                <a:lnTo>
                  <a:pt x="25" y="249"/>
                </a:lnTo>
                <a:lnTo>
                  <a:pt x="25" y="250"/>
                </a:lnTo>
                <a:lnTo>
                  <a:pt x="24" y="250"/>
                </a:lnTo>
                <a:lnTo>
                  <a:pt x="23" y="249"/>
                </a:lnTo>
                <a:lnTo>
                  <a:pt x="23" y="248"/>
                </a:lnTo>
                <a:lnTo>
                  <a:pt x="22" y="248"/>
                </a:lnTo>
                <a:lnTo>
                  <a:pt x="22" y="247"/>
                </a:lnTo>
                <a:lnTo>
                  <a:pt x="21" y="247"/>
                </a:lnTo>
                <a:lnTo>
                  <a:pt x="21" y="246"/>
                </a:lnTo>
                <a:lnTo>
                  <a:pt x="20" y="246"/>
                </a:lnTo>
                <a:lnTo>
                  <a:pt x="19" y="246"/>
                </a:lnTo>
                <a:lnTo>
                  <a:pt x="19" y="243"/>
                </a:lnTo>
                <a:lnTo>
                  <a:pt x="18" y="243"/>
                </a:lnTo>
                <a:lnTo>
                  <a:pt x="18" y="242"/>
                </a:lnTo>
                <a:lnTo>
                  <a:pt x="17" y="242"/>
                </a:lnTo>
                <a:lnTo>
                  <a:pt x="16" y="242"/>
                </a:lnTo>
                <a:lnTo>
                  <a:pt x="15" y="242"/>
                </a:lnTo>
                <a:lnTo>
                  <a:pt x="14" y="241"/>
                </a:lnTo>
                <a:lnTo>
                  <a:pt x="12" y="240"/>
                </a:lnTo>
                <a:lnTo>
                  <a:pt x="11" y="240"/>
                </a:lnTo>
                <a:lnTo>
                  <a:pt x="11" y="241"/>
                </a:lnTo>
                <a:lnTo>
                  <a:pt x="11" y="242"/>
                </a:lnTo>
                <a:lnTo>
                  <a:pt x="10" y="242"/>
                </a:lnTo>
                <a:lnTo>
                  <a:pt x="8" y="242"/>
                </a:lnTo>
                <a:lnTo>
                  <a:pt x="7" y="243"/>
                </a:lnTo>
                <a:lnTo>
                  <a:pt x="6" y="244"/>
                </a:lnTo>
                <a:lnTo>
                  <a:pt x="4" y="243"/>
                </a:lnTo>
                <a:lnTo>
                  <a:pt x="2" y="242"/>
                </a:lnTo>
                <a:lnTo>
                  <a:pt x="1" y="241"/>
                </a:lnTo>
                <a:lnTo>
                  <a:pt x="0" y="241"/>
                </a:lnTo>
                <a:lnTo>
                  <a:pt x="0" y="240"/>
                </a:lnTo>
                <a:lnTo>
                  <a:pt x="1" y="240"/>
                </a:lnTo>
                <a:lnTo>
                  <a:pt x="2" y="238"/>
                </a:lnTo>
                <a:lnTo>
                  <a:pt x="2" y="237"/>
                </a:lnTo>
                <a:lnTo>
                  <a:pt x="3" y="237"/>
                </a:lnTo>
                <a:lnTo>
                  <a:pt x="3" y="236"/>
                </a:lnTo>
                <a:lnTo>
                  <a:pt x="4" y="236"/>
                </a:lnTo>
                <a:lnTo>
                  <a:pt x="5" y="236"/>
                </a:lnTo>
                <a:lnTo>
                  <a:pt x="5" y="235"/>
                </a:lnTo>
                <a:lnTo>
                  <a:pt x="6" y="234"/>
                </a:lnTo>
                <a:lnTo>
                  <a:pt x="6" y="233"/>
                </a:lnTo>
                <a:lnTo>
                  <a:pt x="7" y="232"/>
                </a:lnTo>
                <a:lnTo>
                  <a:pt x="8" y="231"/>
                </a:lnTo>
                <a:lnTo>
                  <a:pt x="9" y="231"/>
                </a:lnTo>
                <a:lnTo>
                  <a:pt x="9" y="230"/>
                </a:lnTo>
                <a:lnTo>
                  <a:pt x="10" y="230"/>
                </a:lnTo>
                <a:lnTo>
                  <a:pt x="10" y="229"/>
                </a:lnTo>
                <a:lnTo>
                  <a:pt x="11" y="228"/>
                </a:lnTo>
                <a:lnTo>
                  <a:pt x="12" y="228"/>
                </a:lnTo>
                <a:lnTo>
                  <a:pt x="12" y="227"/>
                </a:lnTo>
                <a:lnTo>
                  <a:pt x="11" y="227"/>
                </a:lnTo>
                <a:lnTo>
                  <a:pt x="11" y="226"/>
                </a:lnTo>
                <a:lnTo>
                  <a:pt x="11" y="225"/>
                </a:lnTo>
                <a:lnTo>
                  <a:pt x="12" y="225"/>
                </a:lnTo>
                <a:lnTo>
                  <a:pt x="13" y="224"/>
                </a:lnTo>
                <a:lnTo>
                  <a:pt x="13" y="223"/>
                </a:lnTo>
                <a:lnTo>
                  <a:pt x="13" y="222"/>
                </a:lnTo>
                <a:lnTo>
                  <a:pt x="14" y="222"/>
                </a:lnTo>
                <a:lnTo>
                  <a:pt x="15" y="222"/>
                </a:lnTo>
                <a:lnTo>
                  <a:pt x="16" y="221"/>
                </a:lnTo>
                <a:lnTo>
                  <a:pt x="17" y="221"/>
                </a:lnTo>
                <a:lnTo>
                  <a:pt x="17" y="220"/>
                </a:lnTo>
                <a:lnTo>
                  <a:pt x="18" y="220"/>
                </a:lnTo>
                <a:lnTo>
                  <a:pt x="19" y="220"/>
                </a:lnTo>
                <a:lnTo>
                  <a:pt x="20" y="220"/>
                </a:lnTo>
                <a:lnTo>
                  <a:pt x="21" y="219"/>
                </a:lnTo>
                <a:lnTo>
                  <a:pt x="22" y="219"/>
                </a:lnTo>
                <a:lnTo>
                  <a:pt x="22" y="218"/>
                </a:lnTo>
                <a:lnTo>
                  <a:pt x="22" y="217"/>
                </a:lnTo>
                <a:lnTo>
                  <a:pt x="22" y="216"/>
                </a:lnTo>
                <a:lnTo>
                  <a:pt x="23" y="216"/>
                </a:lnTo>
                <a:lnTo>
                  <a:pt x="24" y="216"/>
                </a:lnTo>
                <a:lnTo>
                  <a:pt x="24" y="215"/>
                </a:lnTo>
                <a:lnTo>
                  <a:pt x="25" y="214"/>
                </a:lnTo>
                <a:lnTo>
                  <a:pt x="26" y="212"/>
                </a:lnTo>
                <a:lnTo>
                  <a:pt x="26" y="211"/>
                </a:lnTo>
                <a:lnTo>
                  <a:pt x="27" y="211"/>
                </a:lnTo>
                <a:lnTo>
                  <a:pt x="27" y="209"/>
                </a:lnTo>
                <a:lnTo>
                  <a:pt x="28" y="209"/>
                </a:lnTo>
                <a:lnTo>
                  <a:pt x="28" y="208"/>
                </a:lnTo>
                <a:lnTo>
                  <a:pt x="29" y="207"/>
                </a:lnTo>
                <a:lnTo>
                  <a:pt x="29" y="206"/>
                </a:lnTo>
                <a:lnTo>
                  <a:pt x="29" y="205"/>
                </a:lnTo>
                <a:lnTo>
                  <a:pt x="30" y="204"/>
                </a:lnTo>
                <a:lnTo>
                  <a:pt x="30" y="203"/>
                </a:lnTo>
                <a:lnTo>
                  <a:pt x="30" y="202"/>
                </a:lnTo>
                <a:lnTo>
                  <a:pt x="30" y="201"/>
                </a:lnTo>
                <a:lnTo>
                  <a:pt x="31" y="201"/>
                </a:lnTo>
                <a:lnTo>
                  <a:pt x="31" y="199"/>
                </a:lnTo>
                <a:lnTo>
                  <a:pt x="32" y="198"/>
                </a:lnTo>
                <a:lnTo>
                  <a:pt x="33" y="198"/>
                </a:lnTo>
                <a:lnTo>
                  <a:pt x="34" y="198"/>
                </a:lnTo>
                <a:lnTo>
                  <a:pt x="35" y="198"/>
                </a:lnTo>
                <a:lnTo>
                  <a:pt x="35" y="197"/>
                </a:lnTo>
                <a:lnTo>
                  <a:pt x="36" y="196"/>
                </a:lnTo>
                <a:lnTo>
                  <a:pt x="37" y="194"/>
                </a:lnTo>
                <a:lnTo>
                  <a:pt x="37" y="193"/>
                </a:lnTo>
                <a:lnTo>
                  <a:pt x="37" y="192"/>
                </a:lnTo>
                <a:lnTo>
                  <a:pt x="38" y="192"/>
                </a:lnTo>
                <a:lnTo>
                  <a:pt x="39" y="190"/>
                </a:lnTo>
                <a:lnTo>
                  <a:pt x="41" y="189"/>
                </a:lnTo>
                <a:lnTo>
                  <a:pt x="42" y="188"/>
                </a:lnTo>
                <a:lnTo>
                  <a:pt x="43" y="187"/>
                </a:lnTo>
                <a:lnTo>
                  <a:pt x="44" y="186"/>
                </a:lnTo>
                <a:lnTo>
                  <a:pt x="44" y="185"/>
                </a:lnTo>
                <a:lnTo>
                  <a:pt x="44" y="184"/>
                </a:lnTo>
                <a:lnTo>
                  <a:pt x="45" y="183"/>
                </a:lnTo>
                <a:lnTo>
                  <a:pt x="45" y="182"/>
                </a:lnTo>
                <a:lnTo>
                  <a:pt x="46" y="181"/>
                </a:lnTo>
                <a:lnTo>
                  <a:pt x="47" y="180"/>
                </a:lnTo>
                <a:lnTo>
                  <a:pt x="46" y="180"/>
                </a:lnTo>
                <a:lnTo>
                  <a:pt x="46" y="179"/>
                </a:lnTo>
                <a:lnTo>
                  <a:pt x="46" y="178"/>
                </a:lnTo>
                <a:lnTo>
                  <a:pt x="45" y="178"/>
                </a:lnTo>
                <a:lnTo>
                  <a:pt x="44" y="177"/>
                </a:lnTo>
                <a:lnTo>
                  <a:pt x="43" y="177"/>
                </a:lnTo>
                <a:lnTo>
                  <a:pt x="44" y="176"/>
                </a:lnTo>
                <a:lnTo>
                  <a:pt x="44" y="174"/>
                </a:lnTo>
                <a:lnTo>
                  <a:pt x="44" y="173"/>
                </a:lnTo>
                <a:lnTo>
                  <a:pt x="43" y="173"/>
                </a:lnTo>
                <a:lnTo>
                  <a:pt x="44" y="173"/>
                </a:lnTo>
                <a:lnTo>
                  <a:pt x="45" y="172"/>
                </a:lnTo>
                <a:lnTo>
                  <a:pt x="46" y="172"/>
                </a:lnTo>
                <a:lnTo>
                  <a:pt x="47" y="171"/>
                </a:lnTo>
                <a:lnTo>
                  <a:pt x="47" y="170"/>
                </a:lnTo>
                <a:lnTo>
                  <a:pt x="48" y="169"/>
                </a:lnTo>
                <a:lnTo>
                  <a:pt x="49" y="169"/>
                </a:lnTo>
                <a:lnTo>
                  <a:pt x="50" y="168"/>
                </a:lnTo>
                <a:lnTo>
                  <a:pt x="50" y="167"/>
                </a:lnTo>
                <a:lnTo>
                  <a:pt x="50" y="166"/>
                </a:lnTo>
                <a:lnTo>
                  <a:pt x="50" y="165"/>
                </a:lnTo>
                <a:lnTo>
                  <a:pt x="51" y="165"/>
                </a:lnTo>
                <a:lnTo>
                  <a:pt x="51" y="164"/>
                </a:lnTo>
                <a:lnTo>
                  <a:pt x="51" y="162"/>
                </a:lnTo>
                <a:lnTo>
                  <a:pt x="51" y="161"/>
                </a:lnTo>
                <a:lnTo>
                  <a:pt x="51" y="159"/>
                </a:lnTo>
                <a:lnTo>
                  <a:pt x="52" y="158"/>
                </a:lnTo>
                <a:lnTo>
                  <a:pt x="52" y="157"/>
                </a:lnTo>
                <a:lnTo>
                  <a:pt x="52" y="156"/>
                </a:lnTo>
                <a:lnTo>
                  <a:pt x="52" y="155"/>
                </a:lnTo>
                <a:lnTo>
                  <a:pt x="53" y="153"/>
                </a:lnTo>
                <a:lnTo>
                  <a:pt x="53" y="152"/>
                </a:lnTo>
                <a:lnTo>
                  <a:pt x="54" y="152"/>
                </a:lnTo>
                <a:lnTo>
                  <a:pt x="54" y="151"/>
                </a:lnTo>
                <a:lnTo>
                  <a:pt x="53" y="150"/>
                </a:lnTo>
                <a:lnTo>
                  <a:pt x="54" y="149"/>
                </a:lnTo>
                <a:lnTo>
                  <a:pt x="55" y="149"/>
                </a:lnTo>
                <a:lnTo>
                  <a:pt x="56" y="149"/>
                </a:lnTo>
                <a:lnTo>
                  <a:pt x="57" y="148"/>
                </a:lnTo>
                <a:lnTo>
                  <a:pt x="59" y="148"/>
                </a:lnTo>
                <a:lnTo>
                  <a:pt x="60" y="147"/>
                </a:lnTo>
                <a:lnTo>
                  <a:pt x="61" y="146"/>
                </a:lnTo>
                <a:lnTo>
                  <a:pt x="61" y="145"/>
                </a:lnTo>
                <a:lnTo>
                  <a:pt x="62" y="145"/>
                </a:lnTo>
                <a:lnTo>
                  <a:pt x="63" y="144"/>
                </a:lnTo>
                <a:lnTo>
                  <a:pt x="63" y="143"/>
                </a:lnTo>
                <a:lnTo>
                  <a:pt x="63" y="142"/>
                </a:lnTo>
                <a:lnTo>
                  <a:pt x="63" y="141"/>
                </a:lnTo>
                <a:lnTo>
                  <a:pt x="63" y="140"/>
                </a:lnTo>
                <a:lnTo>
                  <a:pt x="63" y="139"/>
                </a:lnTo>
                <a:lnTo>
                  <a:pt x="64" y="138"/>
                </a:lnTo>
                <a:lnTo>
                  <a:pt x="64" y="137"/>
                </a:lnTo>
                <a:lnTo>
                  <a:pt x="65" y="137"/>
                </a:lnTo>
                <a:lnTo>
                  <a:pt x="65" y="136"/>
                </a:lnTo>
                <a:lnTo>
                  <a:pt x="65" y="135"/>
                </a:lnTo>
                <a:lnTo>
                  <a:pt x="66" y="135"/>
                </a:lnTo>
                <a:lnTo>
                  <a:pt x="64" y="134"/>
                </a:lnTo>
                <a:lnTo>
                  <a:pt x="63" y="133"/>
                </a:lnTo>
                <a:lnTo>
                  <a:pt x="62" y="133"/>
                </a:lnTo>
                <a:lnTo>
                  <a:pt x="61" y="132"/>
                </a:lnTo>
                <a:lnTo>
                  <a:pt x="60" y="131"/>
                </a:lnTo>
                <a:lnTo>
                  <a:pt x="59" y="131"/>
                </a:lnTo>
                <a:lnTo>
                  <a:pt x="59" y="130"/>
                </a:lnTo>
                <a:lnTo>
                  <a:pt x="59" y="129"/>
                </a:lnTo>
                <a:lnTo>
                  <a:pt x="59" y="128"/>
                </a:lnTo>
                <a:lnTo>
                  <a:pt x="60" y="128"/>
                </a:lnTo>
                <a:lnTo>
                  <a:pt x="59" y="127"/>
                </a:lnTo>
                <a:lnTo>
                  <a:pt x="59" y="126"/>
                </a:lnTo>
                <a:lnTo>
                  <a:pt x="59" y="125"/>
                </a:lnTo>
                <a:lnTo>
                  <a:pt x="57" y="125"/>
                </a:lnTo>
                <a:lnTo>
                  <a:pt x="56" y="125"/>
                </a:lnTo>
                <a:lnTo>
                  <a:pt x="56" y="124"/>
                </a:lnTo>
                <a:lnTo>
                  <a:pt x="55" y="123"/>
                </a:lnTo>
                <a:lnTo>
                  <a:pt x="55" y="122"/>
                </a:lnTo>
                <a:lnTo>
                  <a:pt x="55" y="121"/>
                </a:lnTo>
                <a:lnTo>
                  <a:pt x="53" y="120"/>
                </a:lnTo>
                <a:lnTo>
                  <a:pt x="52" y="120"/>
                </a:lnTo>
                <a:lnTo>
                  <a:pt x="51" y="120"/>
                </a:lnTo>
                <a:lnTo>
                  <a:pt x="51" y="121"/>
                </a:lnTo>
                <a:lnTo>
                  <a:pt x="49" y="121"/>
                </a:lnTo>
                <a:lnTo>
                  <a:pt x="48" y="120"/>
                </a:lnTo>
                <a:lnTo>
                  <a:pt x="47" y="119"/>
                </a:lnTo>
                <a:lnTo>
                  <a:pt x="46" y="119"/>
                </a:lnTo>
                <a:lnTo>
                  <a:pt x="45" y="119"/>
                </a:lnTo>
                <a:lnTo>
                  <a:pt x="45" y="118"/>
                </a:lnTo>
                <a:lnTo>
                  <a:pt x="44" y="118"/>
                </a:lnTo>
                <a:lnTo>
                  <a:pt x="43" y="118"/>
                </a:lnTo>
                <a:lnTo>
                  <a:pt x="42" y="117"/>
                </a:lnTo>
                <a:lnTo>
                  <a:pt x="41" y="117"/>
                </a:lnTo>
                <a:lnTo>
                  <a:pt x="40" y="116"/>
                </a:lnTo>
                <a:lnTo>
                  <a:pt x="39" y="114"/>
                </a:lnTo>
                <a:lnTo>
                  <a:pt x="39" y="113"/>
                </a:lnTo>
                <a:lnTo>
                  <a:pt x="40" y="113"/>
                </a:lnTo>
                <a:lnTo>
                  <a:pt x="41" y="112"/>
                </a:lnTo>
                <a:lnTo>
                  <a:pt x="42" y="111"/>
                </a:lnTo>
                <a:lnTo>
                  <a:pt x="41" y="110"/>
                </a:lnTo>
                <a:lnTo>
                  <a:pt x="41" y="109"/>
                </a:lnTo>
                <a:lnTo>
                  <a:pt x="41" y="108"/>
                </a:lnTo>
                <a:lnTo>
                  <a:pt x="41" y="107"/>
                </a:lnTo>
                <a:lnTo>
                  <a:pt x="41" y="106"/>
                </a:lnTo>
                <a:lnTo>
                  <a:pt x="41" y="104"/>
                </a:lnTo>
                <a:lnTo>
                  <a:pt x="41" y="103"/>
                </a:lnTo>
                <a:lnTo>
                  <a:pt x="40" y="103"/>
                </a:lnTo>
                <a:lnTo>
                  <a:pt x="39" y="102"/>
                </a:lnTo>
                <a:lnTo>
                  <a:pt x="38" y="102"/>
                </a:lnTo>
                <a:lnTo>
                  <a:pt x="37" y="101"/>
                </a:lnTo>
                <a:lnTo>
                  <a:pt x="37" y="100"/>
                </a:lnTo>
                <a:lnTo>
                  <a:pt x="36" y="100"/>
                </a:lnTo>
                <a:lnTo>
                  <a:pt x="35" y="101"/>
                </a:lnTo>
                <a:lnTo>
                  <a:pt x="33" y="101"/>
                </a:lnTo>
                <a:lnTo>
                  <a:pt x="32" y="101"/>
                </a:lnTo>
                <a:lnTo>
                  <a:pt x="31" y="100"/>
                </a:lnTo>
                <a:lnTo>
                  <a:pt x="30" y="100"/>
                </a:lnTo>
                <a:lnTo>
                  <a:pt x="30" y="99"/>
                </a:lnTo>
                <a:lnTo>
                  <a:pt x="30" y="98"/>
                </a:lnTo>
                <a:lnTo>
                  <a:pt x="29" y="98"/>
                </a:lnTo>
                <a:lnTo>
                  <a:pt x="28" y="97"/>
                </a:lnTo>
                <a:lnTo>
                  <a:pt x="28" y="96"/>
                </a:lnTo>
                <a:lnTo>
                  <a:pt x="27" y="96"/>
                </a:lnTo>
                <a:lnTo>
                  <a:pt x="26" y="95"/>
                </a:lnTo>
                <a:lnTo>
                  <a:pt x="26" y="94"/>
                </a:lnTo>
                <a:lnTo>
                  <a:pt x="26" y="95"/>
                </a:lnTo>
                <a:lnTo>
                  <a:pt x="25" y="95"/>
                </a:lnTo>
                <a:lnTo>
                  <a:pt x="24" y="95"/>
                </a:lnTo>
                <a:lnTo>
                  <a:pt x="24" y="96"/>
                </a:lnTo>
                <a:lnTo>
                  <a:pt x="23" y="96"/>
                </a:lnTo>
                <a:lnTo>
                  <a:pt x="23" y="94"/>
                </a:lnTo>
                <a:lnTo>
                  <a:pt x="21" y="94"/>
                </a:lnTo>
                <a:lnTo>
                  <a:pt x="21" y="93"/>
                </a:lnTo>
                <a:lnTo>
                  <a:pt x="20" y="92"/>
                </a:lnTo>
                <a:lnTo>
                  <a:pt x="20" y="91"/>
                </a:lnTo>
                <a:lnTo>
                  <a:pt x="19" y="91"/>
                </a:lnTo>
                <a:lnTo>
                  <a:pt x="18" y="91"/>
                </a:lnTo>
                <a:lnTo>
                  <a:pt x="18" y="92"/>
                </a:lnTo>
                <a:lnTo>
                  <a:pt x="17" y="92"/>
                </a:lnTo>
                <a:lnTo>
                  <a:pt x="17" y="91"/>
                </a:lnTo>
                <a:lnTo>
                  <a:pt x="16" y="90"/>
                </a:lnTo>
                <a:lnTo>
                  <a:pt x="16" y="89"/>
                </a:lnTo>
                <a:lnTo>
                  <a:pt x="15" y="89"/>
                </a:lnTo>
                <a:lnTo>
                  <a:pt x="16" y="89"/>
                </a:lnTo>
                <a:lnTo>
                  <a:pt x="16" y="88"/>
                </a:lnTo>
                <a:lnTo>
                  <a:pt x="17" y="88"/>
                </a:lnTo>
                <a:lnTo>
                  <a:pt x="18" y="88"/>
                </a:lnTo>
                <a:lnTo>
                  <a:pt x="19" y="88"/>
                </a:lnTo>
                <a:lnTo>
                  <a:pt x="19" y="87"/>
                </a:lnTo>
                <a:lnTo>
                  <a:pt x="20" y="87"/>
                </a:lnTo>
                <a:lnTo>
                  <a:pt x="20" y="86"/>
                </a:lnTo>
                <a:lnTo>
                  <a:pt x="21" y="86"/>
                </a:lnTo>
                <a:lnTo>
                  <a:pt x="22" y="86"/>
                </a:lnTo>
                <a:lnTo>
                  <a:pt x="23" y="86"/>
                </a:lnTo>
                <a:lnTo>
                  <a:pt x="23" y="85"/>
                </a:lnTo>
                <a:lnTo>
                  <a:pt x="24" y="85"/>
                </a:lnTo>
                <a:lnTo>
                  <a:pt x="25" y="84"/>
                </a:lnTo>
                <a:lnTo>
                  <a:pt x="26" y="84"/>
                </a:lnTo>
                <a:lnTo>
                  <a:pt x="27" y="83"/>
                </a:lnTo>
                <a:lnTo>
                  <a:pt x="28" y="83"/>
                </a:lnTo>
                <a:lnTo>
                  <a:pt x="28" y="82"/>
                </a:lnTo>
                <a:lnTo>
                  <a:pt x="29" y="82"/>
                </a:lnTo>
                <a:lnTo>
                  <a:pt x="30" y="81"/>
                </a:lnTo>
                <a:lnTo>
                  <a:pt x="30" y="80"/>
                </a:lnTo>
                <a:lnTo>
                  <a:pt x="31" y="79"/>
                </a:lnTo>
                <a:lnTo>
                  <a:pt x="32" y="79"/>
                </a:lnTo>
                <a:lnTo>
                  <a:pt x="32" y="78"/>
                </a:lnTo>
                <a:lnTo>
                  <a:pt x="33" y="78"/>
                </a:lnTo>
                <a:lnTo>
                  <a:pt x="34" y="78"/>
                </a:lnTo>
                <a:lnTo>
                  <a:pt x="34" y="77"/>
                </a:lnTo>
                <a:lnTo>
                  <a:pt x="35" y="77"/>
                </a:lnTo>
                <a:lnTo>
                  <a:pt x="35" y="76"/>
                </a:lnTo>
                <a:lnTo>
                  <a:pt x="36" y="76"/>
                </a:lnTo>
                <a:lnTo>
                  <a:pt x="36" y="75"/>
                </a:lnTo>
                <a:lnTo>
                  <a:pt x="37" y="74"/>
                </a:lnTo>
                <a:lnTo>
                  <a:pt x="38" y="73"/>
                </a:lnTo>
                <a:lnTo>
                  <a:pt x="40" y="73"/>
                </a:lnTo>
                <a:lnTo>
                  <a:pt x="41" y="73"/>
                </a:lnTo>
                <a:lnTo>
                  <a:pt x="42" y="74"/>
                </a:lnTo>
                <a:lnTo>
                  <a:pt x="43" y="74"/>
                </a:lnTo>
                <a:lnTo>
                  <a:pt x="44" y="74"/>
                </a:lnTo>
                <a:lnTo>
                  <a:pt x="44" y="73"/>
                </a:lnTo>
                <a:lnTo>
                  <a:pt x="45" y="73"/>
                </a:lnTo>
                <a:lnTo>
                  <a:pt x="46" y="73"/>
                </a:lnTo>
                <a:lnTo>
                  <a:pt x="46" y="72"/>
                </a:lnTo>
                <a:lnTo>
                  <a:pt x="47" y="72"/>
                </a:lnTo>
                <a:lnTo>
                  <a:pt x="47" y="71"/>
                </a:lnTo>
                <a:lnTo>
                  <a:pt x="48" y="71"/>
                </a:lnTo>
                <a:lnTo>
                  <a:pt x="49" y="70"/>
                </a:lnTo>
                <a:lnTo>
                  <a:pt x="49" y="69"/>
                </a:lnTo>
                <a:lnTo>
                  <a:pt x="50" y="69"/>
                </a:lnTo>
                <a:lnTo>
                  <a:pt x="51" y="69"/>
                </a:lnTo>
                <a:lnTo>
                  <a:pt x="51" y="68"/>
                </a:lnTo>
                <a:lnTo>
                  <a:pt x="52" y="68"/>
                </a:lnTo>
                <a:lnTo>
                  <a:pt x="52" y="67"/>
                </a:lnTo>
                <a:lnTo>
                  <a:pt x="53" y="67"/>
                </a:lnTo>
                <a:lnTo>
                  <a:pt x="53" y="66"/>
                </a:lnTo>
                <a:lnTo>
                  <a:pt x="54" y="66"/>
                </a:lnTo>
                <a:lnTo>
                  <a:pt x="55" y="66"/>
                </a:lnTo>
                <a:lnTo>
                  <a:pt x="55" y="65"/>
                </a:lnTo>
                <a:lnTo>
                  <a:pt x="56" y="65"/>
                </a:lnTo>
                <a:lnTo>
                  <a:pt x="57" y="65"/>
                </a:lnTo>
                <a:lnTo>
                  <a:pt x="59" y="63"/>
                </a:lnTo>
                <a:lnTo>
                  <a:pt x="60" y="63"/>
                </a:lnTo>
                <a:lnTo>
                  <a:pt x="61" y="63"/>
                </a:lnTo>
                <a:lnTo>
                  <a:pt x="62" y="63"/>
                </a:lnTo>
                <a:lnTo>
                  <a:pt x="65" y="63"/>
                </a:lnTo>
                <a:lnTo>
                  <a:pt x="66" y="63"/>
                </a:lnTo>
                <a:lnTo>
                  <a:pt x="66" y="62"/>
                </a:lnTo>
                <a:lnTo>
                  <a:pt x="67" y="62"/>
                </a:lnTo>
                <a:lnTo>
                  <a:pt x="68" y="62"/>
                </a:lnTo>
                <a:lnTo>
                  <a:pt x="68" y="61"/>
                </a:lnTo>
                <a:lnTo>
                  <a:pt x="69" y="61"/>
                </a:lnTo>
                <a:lnTo>
                  <a:pt x="71" y="61"/>
                </a:lnTo>
                <a:lnTo>
                  <a:pt x="71" y="60"/>
                </a:lnTo>
                <a:lnTo>
                  <a:pt x="72" y="60"/>
                </a:lnTo>
                <a:lnTo>
                  <a:pt x="73" y="60"/>
                </a:lnTo>
                <a:lnTo>
                  <a:pt x="74" y="60"/>
                </a:lnTo>
                <a:lnTo>
                  <a:pt x="75" y="60"/>
                </a:lnTo>
                <a:lnTo>
                  <a:pt x="76" y="60"/>
                </a:lnTo>
                <a:lnTo>
                  <a:pt x="77" y="59"/>
                </a:lnTo>
                <a:lnTo>
                  <a:pt x="78" y="59"/>
                </a:lnTo>
                <a:lnTo>
                  <a:pt x="78" y="60"/>
                </a:lnTo>
                <a:lnTo>
                  <a:pt x="80" y="60"/>
                </a:lnTo>
                <a:lnTo>
                  <a:pt x="85" y="60"/>
                </a:lnTo>
                <a:lnTo>
                  <a:pt x="86" y="60"/>
                </a:lnTo>
                <a:lnTo>
                  <a:pt x="87" y="59"/>
                </a:lnTo>
                <a:lnTo>
                  <a:pt x="88" y="59"/>
                </a:lnTo>
                <a:lnTo>
                  <a:pt x="89" y="59"/>
                </a:lnTo>
                <a:lnTo>
                  <a:pt x="89" y="58"/>
                </a:lnTo>
                <a:lnTo>
                  <a:pt x="90" y="58"/>
                </a:lnTo>
                <a:lnTo>
                  <a:pt x="90" y="57"/>
                </a:lnTo>
                <a:lnTo>
                  <a:pt x="91" y="57"/>
                </a:lnTo>
                <a:lnTo>
                  <a:pt x="92" y="55"/>
                </a:lnTo>
                <a:lnTo>
                  <a:pt x="92" y="54"/>
                </a:lnTo>
                <a:lnTo>
                  <a:pt x="93" y="53"/>
                </a:lnTo>
                <a:lnTo>
                  <a:pt x="93" y="52"/>
                </a:lnTo>
                <a:lnTo>
                  <a:pt x="94" y="51"/>
                </a:lnTo>
                <a:lnTo>
                  <a:pt x="94" y="50"/>
                </a:lnTo>
                <a:lnTo>
                  <a:pt x="94" y="49"/>
                </a:lnTo>
                <a:lnTo>
                  <a:pt x="95" y="49"/>
                </a:lnTo>
                <a:lnTo>
                  <a:pt x="95" y="48"/>
                </a:lnTo>
                <a:lnTo>
                  <a:pt x="96" y="48"/>
                </a:lnTo>
                <a:lnTo>
                  <a:pt x="96" y="47"/>
                </a:lnTo>
                <a:lnTo>
                  <a:pt x="97" y="47"/>
                </a:lnTo>
                <a:lnTo>
                  <a:pt x="98" y="48"/>
                </a:lnTo>
                <a:lnTo>
                  <a:pt x="99" y="48"/>
                </a:lnTo>
                <a:lnTo>
                  <a:pt x="100" y="48"/>
                </a:lnTo>
                <a:lnTo>
                  <a:pt x="101" y="48"/>
                </a:lnTo>
                <a:lnTo>
                  <a:pt x="102" y="48"/>
                </a:lnTo>
                <a:lnTo>
                  <a:pt x="102" y="49"/>
                </a:lnTo>
                <a:lnTo>
                  <a:pt x="103" y="49"/>
                </a:lnTo>
                <a:lnTo>
                  <a:pt x="103" y="48"/>
                </a:lnTo>
                <a:lnTo>
                  <a:pt x="104" y="48"/>
                </a:lnTo>
                <a:lnTo>
                  <a:pt x="105" y="48"/>
                </a:lnTo>
                <a:lnTo>
                  <a:pt x="106" y="48"/>
                </a:lnTo>
                <a:lnTo>
                  <a:pt x="106" y="47"/>
                </a:lnTo>
                <a:lnTo>
                  <a:pt x="107" y="47"/>
                </a:lnTo>
                <a:lnTo>
                  <a:pt x="108" y="46"/>
                </a:lnTo>
                <a:lnTo>
                  <a:pt x="109" y="46"/>
                </a:lnTo>
                <a:lnTo>
                  <a:pt x="109" y="45"/>
                </a:lnTo>
                <a:lnTo>
                  <a:pt x="110" y="45"/>
                </a:lnTo>
                <a:lnTo>
                  <a:pt x="110" y="44"/>
                </a:lnTo>
                <a:lnTo>
                  <a:pt x="111" y="44"/>
                </a:lnTo>
                <a:lnTo>
                  <a:pt x="111" y="43"/>
                </a:lnTo>
                <a:lnTo>
                  <a:pt x="112" y="43"/>
                </a:lnTo>
                <a:lnTo>
                  <a:pt x="112" y="42"/>
                </a:lnTo>
                <a:lnTo>
                  <a:pt x="112" y="41"/>
                </a:lnTo>
                <a:lnTo>
                  <a:pt x="113" y="40"/>
                </a:lnTo>
                <a:lnTo>
                  <a:pt x="113" y="39"/>
                </a:lnTo>
                <a:lnTo>
                  <a:pt x="114" y="39"/>
                </a:lnTo>
                <a:lnTo>
                  <a:pt x="115" y="39"/>
                </a:lnTo>
                <a:lnTo>
                  <a:pt x="115" y="38"/>
                </a:lnTo>
                <a:lnTo>
                  <a:pt x="116" y="38"/>
                </a:lnTo>
                <a:lnTo>
                  <a:pt x="117" y="38"/>
                </a:lnTo>
                <a:lnTo>
                  <a:pt x="118" y="38"/>
                </a:lnTo>
                <a:lnTo>
                  <a:pt x="118" y="39"/>
                </a:lnTo>
                <a:lnTo>
                  <a:pt x="119" y="39"/>
                </a:lnTo>
                <a:lnTo>
                  <a:pt x="119" y="40"/>
                </a:lnTo>
                <a:lnTo>
                  <a:pt x="120" y="40"/>
                </a:lnTo>
                <a:lnTo>
                  <a:pt x="120" y="41"/>
                </a:lnTo>
                <a:lnTo>
                  <a:pt x="120" y="42"/>
                </a:lnTo>
                <a:lnTo>
                  <a:pt x="121" y="42"/>
                </a:lnTo>
                <a:lnTo>
                  <a:pt x="121" y="43"/>
                </a:lnTo>
                <a:lnTo>
                  <a:pt x="122" y="44"/>
                </a:lnTo>
                <a:lnTo>
                  <a:pt x="123" y="44"/>
                </a:lnTo>
                <a:lnTo>
                  <a:pt x="123" y="45"/>
                </a:lnTo>
                <a:lnTo>
                  <a:pt x="124" y="45"/>
                </a:lnTo>
                <a:lnTo>
                  <a:pt x="125" y="45"/>
                </a:lnTo>
                <a:lnTo>
                  <a:pt x="126" y="45"/>
                </a:lnTo>
                <a:lnTo>
                  <a:pt x="126" y="46"/>
                </a:lnTo>
                <a:lnTo>
                  <a:pt x="127" y="46"/>
                </a:lnTo>
                <a:lnTo>
                  <a:pt x="127" y="47"/>
                </a:lnTo>
                <a:lnTo>
                  <a:pt x="128" y="47"/>
                </a:lnTo>
                <a:lnTo>
                  <a:pt x="129" y="47"/>
                </a:lnTo>
                <a:lnTo>
                  <a:pt x="130" y="47"/>
                </a:lnTo>
                <a:lnTo>
                  <a:pt x="131" y="47"/>
                </a:lnTo>
                <a:lnTo>
                  <a:pt x="132" y="47"/>
                </a:lnTo>
                <a:lnTo>
                  <a:pt x="133" y="47"/>
                </a:lnTo>
                <a:lnTo>
                  <a:pt x="133" y="46"/>
                </a:lnTo>
                <a:lnTo>
                  <a:pt x="134" y="46"/>
                </a:lnTo>
                <a:lnTo>
                  <a:pt x="135" y="45"/>
                </a:lnTo>
                <a:lnTo>
                  <a:pt x="135" y="44"/>
                </a:lnTo>
                <a:lnTo>
                  <a:pt x="136" y="44"/>
                </a:lnTo>
                <a:lnTo>
                  <a:pt x="137" y="43"/>
                </a:lnTo>
                <a:lnTo>
                  <a:pt x="138" y="43"/>
                </a:lnTo>
                <a:lnTo>
                  <a:pt x="139" y="43"/>
                </a:lnTo>
                <a:lnTo>
                  <a:pt x="140" y="43"/>
                </a:lnTo>
                <a:lnTo>
                  <a:pt x="141" y="43"/>
                </a:lnTo>
                <a:lnTo>
                  <a:pt x="141" y="44"/>
                </a:lnTo>
                <a:lnTo>
                  <a:pt x="141" y="43"/>
                </a:lnTo>
                <a:lnTo>
                  <a:pt x="142" y="43"/>
                </a:lnTo>
                <a:lnTo>
                  <a:pt x="143" y="43"/>
                </a:lnTo>
                <a:lnTo>
                  <a:pt x="145" y="42"/>
                </a:lnTo>
                <a:lnTo>
                  <a:pt x="146" y="41"/>
                </a:lnTo>
                <a:lnTo>
                  <a:pt x="147" y="41"/>
                </a:lnTo>
                <a:lnTo>
                  <a:pt x="148" y="40"/>
                </a:lnTo>
                <a:lnTo>
                  <a:pt x="149" y="40"/>
                </a:lnTo>
                <a:lnTo>
                  <a:pt x="150" y="40"/>
                </a:lnTo>
                <a:lnTo>
                  <a:pt x="151" y="40"/>
                </a:lnTo>
                <a:lnTo>
                  <a:pt x="152" y="40"/>
                </a:lnTo>
                <a:lnTo>
                  <a:pt x="152" y="39"/>
                </a:lnTo>
                <a:lnTo>
                  <a:pt x="153" y="39"/>
                </a:lnTo>
                <a:lnTo>
                  <a:pt x="154" y="39"/>
                </a:lnTo>
                <a:lnTo>
                  <a:pt x="155" y="39"/>
                </a:lnTo>
                <a:lnTo>
                  <a:pt x="155" y="40"/>
                </a:lnTo>
                <a:lnTo>
                  <a:pt x="156" y="39"/>
                </a:lnTo>
                <a:lnTo>
                  <a:pt x="157" y="39"/>
                </a:lnTo>
                <a:lnTo>
                  <a:pt x="160" y="39"/>
                </a:lnTo>
                <a:lnTo>
                  <a:pt x="162" y="38"/>
                </a:lnTo>
                <a:lnTo>
                  <a:pt x="165" y="38"/>
                </a:lnTo>
                <a:lnTo>
                  <a:pt x="167" y="37"/>
                </a:lnTo>
                <a:lnTo>
                  <a:pt x="169" y="36"/>
                </a:lnTo>
                <a:lnTo>
                  <a:pt x="172" y="36"/>
                </a:lnTo>
                <a:lnTo>
                  <a:pt x="173" y="36"/>
                </a:lnTo>
                <a:lnTo>
                  <a:pt x="176" y="36"/>
                </a:lnTo>
                <a:lnTo>
                  <a:pt x="177" y="36"/>
                </a:lnTo>
                <a:lnTo>
                  <a:pt x="178" y="36"/>
                </a:lnTo>
                <a:lnTo>
                  <a:pt x="179" y="36"/>
                </a:lnTo>
                <a:lnTo>
                  <a:pt x="180" y="36"/>
                </a:lnTo>
                <a:lnTo>
                  <a:pt x="181" y="35"/>
                </a:lnTo>
                <a:lnTo>
                  <a:pt x="182" y="35"/>
                </a:lnTo>
                <a:lnTo>
                  <a:pt x="183" y="35"/>
                </a:lnTo>
                <a:lnTo>
                  <a:pt x="184" y="35"/>
                </a:lnTo>
                <a:lnTo>
                  <a:pt x="184" y="34"/>
                </a:lnTo>
                <a:lnTo>
                  <a:pt x="187" y="33"/>
                </a:lnTo>
                <a:lnTo>
                  <a:pt x="188" y="33"/>
                </a:lnTo>
                <a:lnTo>
                  <a:pt x="189" y="32"/>
                </a:lnTo>
                <a:lnTo>
                  <a:pt x="189" y="31"/>
                </a:lnTo>
                <a:lnTo>
                  <a:pt x="190" y="31"/>
                </a:lnTo>
                <a:lnTo>
                  <a:pt x="193" y="28"/>
                </a:lnTo>
                <a:lnTo>
                  <a:pt x="196" y="26"/>
                </a:lnTo>
                <a:lnTo>
                  <a:pt x="197" y="26"/>
                </a:lnTo>
                <a:lnTo>
                  <a:pt x="198" y="26"/>
                </a:lnTo>
                <a:lnTo>
                  <a:pt x="198" y="25"/>
                </a:lnTo>
                <a:lnTo>
                  <a:pt x="199" y="25"/>
                </a:lnTo>
                <a:lnTo>
                  <a:pt x="200" y="24"/>
                </a:lnTo>
                <a:lnTo>
                  <a:pt x="201" y="24"/>
                </a:lnTo>
                <a:lnTo>
                  <a:pt x="201" y="23"/>
                </a:lnTo>
                <a:lnTo>
                  <a:pt x="202" y="23"/>
                </a:lnTo>
                <a:lnTo>
                  <a:pt x="203" y="23"/>
                </a:lnTo>
                <a:lnTo>
                  <a:pt x="203" y="22"/>
                </a:lnTo>
                <a:lnTo>
                  <a:pt x="204" y="22"/>
                </a:lnTo>
                <a:lnTo>
                  <a:pt x="204" y="21"/>
                </a:lnTo>
                <a:lnTo>
                  <a:pt x="205" y="21"/>
                </a:lnTo>
                <a:lnTo>
                  <a:pt x="206" y="21"/>
                </a:lnTo>
                <a:lnTo>
                  <a:pt x="207" y="20"/>
                </a:lnTo>
                <a:lnTo>
                  <a:pt x="208" y="20"/>
                </a:lnTo>
                <a:lnTo>
                  <a:pt x="209" y="20"/>
                </a:lnTo>
                <a:lnTo>
                  <a:pt x="210" y="20"/>
                </a:lnTo>
                <a:lnTo>
                  <a:pt x="212" y="20"/>
                </a:lnTo>
                <a:lnTo>
                  <a:pt x="212" y="21"/>
                </a:lnTo>
                <a:lnTo>
                  <a:pt x="213" y="21"/>
                </a:lnTo>
                <a:lnTo>
                  <a:pt x="214" y="21"/>
                </a:lnTo>
                <a:lnTo>
                  <a:pt x="215" y="21"/>
                </a:lnTo>
                <a:lnTo>
                  <a:pt x="216" y="21"/>
                </a:lnTo>
                <a:lnTo>
                  <a:pt x="217" y="21"/>
                </a:lnTo>
                <a:lnTo>
                  <a:pt x="217" y="20"/>
                </a:lnTo>
                <a:lnTo>
                  <a:pt x="218" y="20"/>
                </a:lnTo>
                <a:lnTo>
                  <a:pt x="219" y="19"/>
                </a:lnTo>
                <a:lnTo>
                  <a:pt x="220" y="19"/>
                </a:lnTo>
                <a:lnTo>
                  <a:pt x="220" y="18"/>
                </a:lnTo>
                <a:lnTo>
                  <a:pt x="220" y="17"/>
                </a:lnTo>
                <a:lnTo>
                  <a:pt x="221" y="15"/>
                </a:lnTo>
                <a:lnTo>
                  <a:pt x="222" y="14"/>
                </a:lnTo>
                <a:lnTo>
                  <a:pt x="222" y="13"/>
                </a:lnTo>
                <a:lnTo>
                  <a:pt x="223" y="13"/>
                </a:lnTo>
                <a:lnTo>
                  <a:pt x="223" y="12"/>
                </a:lnTo>
                <a:lnTo>
                  <a:pt x="223" y="11"/>
                </a:lnTo>
                <a:lnTo>
                  <a:pt x="224" y="11"/>
                </a:lnTo>
                <a:lnTo>
                  <a:pt x="224" y="10"/>
                </a:lnTo>
                <a:lnTo>
                  <a:pt x="225" y="9"/>
                </a:lnTo>
                <a:lnTo>
                  <a:pt x="226" y="8"/>
                </a:lnTo>
                <a:lnTo>
                  <a:pt x="227" y="7"/>
                </a:lnTo>
                <a:lnTo>
                  <a:pt x="229" y="6"/>
                </a:lnTo>
                <a:lnTo>
                  <a:pt x="230" y="5"/>
                </a:lnTo>
                <a:lnTo>
                  <a:pt x="231" y="5"/>
                </a:lnTo>
                <a:lnTo>
                  <a:pt x="232" y="5"/>
                </a:lnTo>
                <a:lnTo>
                  <a:pt x="234" y="5"/>
                </a:lnTo>
                <a:lnTo>
                  <a:pt x="235" y="5"/>
                </a:lnTo>
                <a:lnTo>
                  <a:pt x="236" y="6"/>
                </a:lnTo>
                <a:lnTo>
                  <a:pt x="239" y="6"/>
                </a:lnTo>
                <a:lnTo>
                  <a:pt x="242" y="7"/>
                </a:lnTo>
                <a:lnTo>
                  <a:pt x="244" y="7"/>
                </a:lnTo>
                <a:lnTo>
                  <a:pt x="246" y="7"/>
                </a:lnTo>
                <a:lnTo>
                  <a:pt x="248" y="7"/>
                </a:lnTo>
                <a:close/>
              </a:path>
            </a:pathLst>
          </a:custGeom>
          <a:noFill/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0" name=""/>
          <p:cNvSpPr/>
          <p:nvPr/>
        </p:nvSpPr>
        <p:spPr>
          <a:xfrm>
            <a:off x="7673040" y="1819440"/>
            <a:ext cx="490320" cy="313920"/>
          </a:xfrm>
          <a:custGeom>
            <a:avLst/>
            <a:gdLst/>
            <a:ahLst/>
            <a:rect l="0" t="0" r="r" b="b"/>
            <a:pathLst>
              <a:path w="1362" h="872">
                <a:moveTo>
                  <a:pt x="189" y="10"/>
                </a:moveTo>
                <a:lnTo>
                  <a:pt x="190" y="10"/>
                </a:lnTo>
                <a:lnTo>
                  <a:pt x="191" y="10"/>
                </a:lnTo>
                <a:lnTo>
                  <a:pt x="191" y="11"/>
                </a:lnTo>
                <a:lnTo>
                  <a:pt x="191" y="12"/>
                </a:lnTo>
                <a:lnTo>
                  <a:pt x="192" y="13"/>
                </a:lnTo>
                <a:lnTo>
                  <a:pt x="192" y="14"/>
                </a:lnTo>
                <a:lnTo>
                  <a:pt x="193" y="14"/>
                </a:lnTo>
                <a:lnTo>
                  <a:pt x="193" y="15"/>
                </a:lnTo>
                <a:lnTo>
                  <a:pt x="194" y="15"/>
                </a:lnTo>
                <a:lnTo>
                  <a:pt x="194" y="14"/>
                </a:lnTo>
                <a:lnTo>
                  <a:pt x="194" y="13"/>
                </a:lnTo>
                <a:lnTo>
                  <a:pt x="195" y="13"/>
                </a:lnTo>
                <a:lnTo>
                  <a:pt x="198" y="13"/>
                </a:lnTo>
                <a:lnTo>
                  <a:pt x="199" y="13"/>
                </a:lnTo>
                <a:lnTo>
                  <a:pt x="199" y="12"/>
                </a:lnTo>
                <a:lnTo>
                  <a:pt x="200" y="12"/>
                </a:lnTo>
                <a:lnTo>
                  <a:pt x="200" y="13"/>
                </a:lnTo>
                <a:lnTo>
                  <a:pt x="201" y="14"/>
                </a:lnTo>
                <a:lnTo>
                  <a:pt x="201" y="15"/>
                </a:lnTo>
                <a:lnTo>
                  <a:pt x="201" y="16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5" y="16"/>
                </a:lnTo>
                <a:lnTo>
                  <a:pt x="206" y="17"/>
                </a:lnTo>
                <a:lnTo>
                  <a:pt x="207" y="17"/>
                </a:lnTo>
                <a:lnTo>
                  <a:pt x="211" y="17"/>
                </a:lnTo>
                <a:lnTo>
                  <a:pt x="211" y="16"/>
                </a:lnTo>
                <a:lnTo>
                  <a:pt x="212" y="16"/>
                </a:lnTo>
                <a:lnTo>
                  <a:pt x="213" y="16"/>
                </a:lnTo>
                <a:lnTo>
                  <a:pt x="214" y="16"/>
                </a:lnTo>
                <a:lnTo>
                  <a:pt x="215" y="16"/>
                </a:lnTo>
                <a:lnTo>
                  <a:pt x="216" y="17"/>
                </a:lnTo>
                <a:lnTo>
                  <a:pt x="217" y="17"/>
                </a:lnTo>
                <a:lnTo>
                  <a:pt x="217" y="16"/>
                </a:lnTo>
                <a:lnTo>
                  <a:pt x="218" y="16"/>
                </a:lnTo>
                <a:lnTo>
                  <a:pt x="219" y="16"/>
                </a:lnTo>
                <a:lnTo>
                  <a:pt x="220" y="16"/>
                </a:lnTo>
                <a:lnTo>
                  <a:pt x="220" y="15"/>
                </a:lnTo>
                <a:lnTo>
                  <a:pt x="221" y="15"/>
                </a:lnTo>
                <a:lnTo>
                  <a:pt x="222" y="15"/>
                </a:lnTo>
                <a:lnTo>
                  <a:pt x="223" y="14"/>
                </a:lnTo>
                <a:lnTo>
                  <a:pt x="224" y="14"/>
                </a:lnTo>
                <a:lnTo>
                  <a:pt x="225" y="14"/>
                </a:lnTo>
                <a:lnTo>
                  <a:pt x="227" y="13"/>
                </a:lnTo>
                <a:lnTo>
                  <a:pt x="229" y="13"/>
                </a:lnTo>
                <a:lnTo>
                  <a:pt x="230" y="14"/>
                </a:lnTo>
                <a:lnTo>
                  <a:pt x="232" y="15"/>
                </a:lnTo>
                <a:lnTo>
                  <a:pt x="233" y="15"/>
                </a:lnTo>
                <a:lnTo>
                  <a:pt x="234" y="15"/>
                </a:lnTo>
                <a:lnTo>
                  <a:pt x="235" y="15"/>
                </a:lnTo>
                <a:lnTo>
                  <a:pt x="235" y="16"/>
                </a:lnTo>
                <a:lnTo>
                  <a:pt x="236" y="16"/>
                </a:lnTo>
                <a:lnTo>
                  <a:pt x="237" y="16"/>
                </a:lnTo>
                <a:lnTo>
                  <a:pt x="237" y="17"/>
                </a:lnTo>
                <a:lnTo>
                  <a:pt x="238" y="17"/>
                </a:lnTo>
                <a:lnTo>
                  <a:pt x="239" y="17"/>
                </a:lnTo>
                <a:lnTo>
                  <a:pt x="240" y="17"/>
                </a:lnTo>
                <a:lnTo>
                  <a:pt x="241" y="18"/>
                </a:lnTo>
                <a:lnTo>
                  <a:pt x="243" y="19"/>
                </a:lnTo>
                <a:lnTo>
                  <a:pt x="245" y="20"/>
                </a:lnTo>
                <a:lnTo>
                  <a:pt x="247" y="21"/>
                </a:lnTo>
                <a:lnTo>
                  <a:pt x="247" y="22"/>
                </a:lnTo>
                <a:lnTo>
                  <a:pt x="248" y="22"/>
                </a:lnTo>
                <a:lnTo>
                  <a:pt x="249" y="22"/>
                </a:lnTo>
                <a:lnTo>
                  <a:pt x="250" y="22"/>
                </a:lnTo>
                <a:lnTo>
                  <a:pt x="250" y="21"/>
                </a:lnTo>
                <a:lnTo>
                  <a:pt x="251" y="21"/>
                </a:lnTo>
                <a:lnTo>
                  <a:pt x="253" y="20"/>
                </a:lnTo>
                <a:lnTo>
                  <a:pt x="254" y="20"/>
                </a:lnTo>
                <a:lnTo>
                  <a:pt x="255" y="21"/>
                </a:lnTo>
                <a:lnTo>
                  <a:pt x="256" y="21"/>
                </a:lnTo>
                <a:lnTo>
                  <a:pt x="256" y="22"/>
                </a:lnTo>
                <a:lnTo>
                  <a:pt x="257" y="22"/>
                </a:lnTo>
                <a:lnTo>
                  <a:pt x="257" y="23"/>
                </a:lnTo>
                <a:lnTo>
                  <a:pt x="258" y="23"/>
                </a:lnTo>
                <a:lnTo>
                  <a:pt x="258" y="22"/>
                </a:lnTo>
                <a:lnTo>
                  <a:pt x="259" y="22"/>
                </a:lnTo>
                <a:lnTo>
                  <a:pt x="260" y="22"/>
                </a:lnTo>
                <a:lnTo>
                  <a:pt x="260" y="23"/>
                </a:lnTo>
                <a:lnTo>
                  <a:pt x="261" y="23"/>
                </a:lnTo>
                <a:lnTo>
                  <a:pt x="262" y="22"/>
                </a:lnTo>
                <a:lnTo>
                  <a:pt x="263" y="22"/>
                </a:lnTo>
                <a:lnTo>
                  <a:pt x="263" y="21"/>
                </a:lnTo>
                <a:lnTo>
                  <a:pt x="263" y="20"/>
                </a:lnTo>
                <a:lnTo>
                  <a:pt x="264" y="20"/>
                </a:lnTo>
                <a:lnTo>
                  <a:pt x="265" y="21"/>
                </a:lnTo>
                <a:lnTo>
                  <a:pt x="266" y="21"/>
                </a:lnTo>
                <a:lnTo>
                  <a:pt x="267" y="20"/>
                </a:lnTo>
                <a:lnTo>
                  <a:pt x="268" y="20"/>
                </a:lnTo>
                <a:lnTo>
                  <a:pt x="268" y="19"/>
                </a:lnTo>
                <a:lnTo>
                  <a:pt x="269" y="20"/>
                </a:lnTo>
                <a:lnTo>
                  <a:pt x="270" y="20"/>
                </a:lnTo>
                <a:lnTo>
                  <a:pt x="271" y="20"/>
                </a:lnTo>
                <a:lnTo>
                  <a:pt x="273" y="20"/>
                </a:lnTo>
                <a:lnTo>
                  <a:pt x="274" y="20"/>
                </a:lnTo>
                <a:lnTo>
                  <a:pt x="275" y="19"/>
                </a:lnTo>
                <a:lnTo>
                  <a:pt x="276" y="19"/>
                </a:lnTo>
                <a:lnTo>
                  <a:pt x="278" y="18"/>
                </a:lnTo>
                <a:lnTo>
                  <a:pt x="279" y="18"/>
                </a:lnTo>
                <a:lnTo>
                  <a:pt x="280" y="19"/>
                </a:lnTo>
                <a:lnTo>
                  <a:pt x="281" y="20"/>
                </a:lnTo>
                <a:lnTo>
                  <a:pt x="280" y="20"/>
                </a:lnTo>
                <a:lnTo>
                  <a:pt x="281" y="22"/>
                </a:lnTo>
                <a:lnTo>
                  <a:pt x="282" y="22"/>
                </a:lnTo>
                <a:lnTo>
                  <a:pt x="284" y="23"/>
                </a:lnTo>
                <a:lnTo>
                  <a:pt x="285" y="24"/>
                </a:lnTo>
                <a:lnTo>
                  <a:pt x="286" y="24"/>
                </a:lnTo>
                <a:lnTo>
                  <a:pt x="286" y="25"/>
                </a:lnTo>
                <a:lnTo>
                  <a:pt x="287" y="26"/>
                </a:lnTo>
                <a:lnTo>
                  <a:pt x="287" y="27"/>
                </a:lnTo>
                <a:lnTo>
                  <a:pt x="287" y="28"/>
                </a:lnTo>
                <a:lnTo>
                  <a:pt x="288" y="28"/>
                </a:lnTo>
                <a:lnTo>
                  <a:pt x="290" y="28"/>
                </a:lnTo>
                <a:lnTo>
                  <a:pt x="291" y="28"/>
                </a:lnTo>
                <a:lnTo>
                  <a:pt x="292" y="27"/>
                </a:lnTo>
                <a:lnTo>
                  <a:pt x="293" y="27"/>
                </a:lnTo>
                <a:lnTo>
                  <a:pt x="294" y="27"/>
                </a:lnTo>
                <a:lnTo>
                  <a:pt x="295" y="28"/>
                </a:lnTo>
                <a:lnTo>
                  <a:pt x="295" y="27"/>
                </a:lnTo>
                <a:lnTo>
                  <a:pt x="296" y="27"/>
                </a:lnTo>
                <a:lnTo>
                  <a:pt x="297" y="26"/>
                </a:lnTo>
                <a:lnTo>
                  <a:pt x="300" y="25"/>
                </a:lnTo>
                <a:lnTo>
                  <a:pt x="301" y="25"/>
                </a:lnTo>
                <a:lnTo>
                  <a:pt x="303" y="25"/>
                </a:lnTo>
                <a:lnTo>
                  <a:pt x="304" y="26"/>
                </a:lnTo>
                <a:lnTo>
                  <a:pt x="305" y="26"/>
                </a:lnTo>
                <a:lnTo>
                  <a:pt x="307" y="26"/>
                </a:lnTo>
                <a:lnTo>
                  <a:pt x="307" y="27"/>
                </a:lnTo>
                <a:lnTo>
                  <a:pt x="308" y="27"/>
                </a:lnTo>
                <a:lnTo>
                  <a:pt x="309" y="27"/>
                </a:lnTo>
                <a:lnTo>
                  <a:pt x="309" y="26"/>
                </a:lnTo>
                <a:lnTo>
                  <a:pt x="309" y="25"/>
                </a:lnTo>
                <a:lnTo>
                  <a:pt x="309" y="24"/>
                </a:lnTo>
                <a:lnTo>
                  <a:pt x="310" y="24"/>
                </a:lnTo>
                <a:lnTo>
                  <a:pt x="312" y="24"/>
                </a:lnTo>
                <a:lnTo>
                  <a:pt x="313" y="23"/>
                </a:lnTo>
                <a:lnTo>
                  <a:pt x="313" y="22"/>
                </a:lnTo>
                <a:lnTo>
                  <a:pt x="314" y="22"/>
                </a:lnTo>
                <a:lnTo>
                  <a:pt x="315" y="22"/>
                </a:lnTo>
                <a:lnTo>
                  <a:pt x="315" y="23"/>
                </a:lnTo>
                <a:lnTo>
                  <a:pt x="314" y="23"/>
                </a:lnTo>
                <a:lnTo>
                  <a:pt x="314" y="22"/>
                </a:lnTo>
                <a:lnTo>
                  <a:pt x="314" y="23"/>
                </a:lnTo>
                <a:lnTo>
                  <a:pt x="315" y="23"/>
                </a:lnTo>
                <a:lnTo>
                  <a:pt x="316" y="23"/>
                </a:lnTo>
                <a:lnTo>
                  <a:pt x="317" y="23"/>
                </a:lnTo>
                <a:lnTo>
                  <a:pt x="318" y="23"/>
                </a:lnTo>
                <a:lnTo>
                  <a:pt x="319" y="23"/>
                </a:lnTo>
                <a:lnTo>
                  <a:pt x="320" y="23"/>
                </a:lnTo>
                <a:lnTo>
                  <a:pt x="321" y="24"/>
                </a:lnTo>
                <a:lnTo>
                  <a:pt x="323" y="24"/>
                </a:lnTo>
                <a:lnTo>
                  <a:pt x="324" y="24"/>
                </a:lnTo>
                <a:lnTo>
                  <a:pt x="325" y="24"/>
                </a:lnTo>
                <a:lnTo>
                  <a:pt x="325" y="23"/>
                </a:lnTo>
                <a:lnTo>
                  <a:pt x="326" y="22"/>
                </a:lnTo>
                <a:lnTo>
                  <a:pt x="327" y="22"/>
                </a:lnTo>
                <a:lnTo>
                  <a:pt x="328" y="22"/>
                </a:lnTo>
                <a:lnTo>
                  <a:pt x="329" y="23"/>
                </a:lnTo>
                <a:lnTo>
                  <a:pt x="331" y="23"/>
                </a:lnTo>
                <a:lnTo>
                  <a:pt x="331" y="22"/>
                </a:lnTo>
                <a:lnTo>
                  <a:pt x="331" y="21"/>
                </a:lnTo>
                <a:lnTo>
                  <a:pt x="332" y="19"/>
                </a:lnTo>
                <a:lnTo>
                  <a:pt x="333" y="19"/>
                </a:lnTo>
                <a:lnTo>
                  <a:pt x="334" y="18"/>
                </a:lnTo>
                <a:lnTo>
                  <a:pt x="334" y="17"/>
                </a:lnTo>
                <a:lnTo>
                  <a:pt x="335" y="17"/>
                </a:lnTo>
                <a:lnTo>
                  <a:pt x="335" y="16"/>
                </a:lnTo>
                <a:lnTo>
                  <a:pt x="334" y="16"/>
                </a:lnTo>
                <a:lnTo>
                  <a:pt x="335" y="15"/>
                </a:lnTo>
                <a:lnTo>
                  <a:pt x="336" y="14"/>
                </a:lnTo>
                <a:lnTo>
                  <a:pt x="337" y="12"/>
                </a:lnTo>
                <a:lnTo>
                  <a:pt x="337" y="11"/>
                </a:lnTo>
                <a:lnTo>
                  <a:pt x="338" y="10"/>
                </a:lnTo>
                <a:lnTo>
                  <a:pt x="338" y="11"/>
                </a:lnTo>
                <a:lnTo>
                  <a:pt x="338" y="12"/>
                </a:lnTo>
                <a:lnTo>
                  <a:pt x="339" y="12"/>
                </a:lnTo>
                <a:lnTo>
                  <a:pt x="341" y="11"/>
                </a:lnTo>
                <a:lnTo>
                  <a:pt x="341" y="9"/>
                </a:lnTo>
                <a:lnTo>
                  <a:pt x="342" y="9"/>
                </a:lnTo>
                <a:lnTo>
                  <a:pt x="342" y="8"/>
                </a:lnTo>
                <a:lnTo>
                  <a:pt x="341" y="8"/>
                </a:lnTo>
                <a:lnTo>
                  <a:pt x="341" y="7"/>
                </a:lnTo>
                <a:lnTo>
                  <a:pt x="340" y="6"/>
                </a:lnTo>
                <a:lnTo>
                  <a:pt x="341" y="5"/>
                </a:lnTo>
                <a:lnTo>
                  <a:pt x="343" y="6"/>
                </a:lnTo>
                <a:lnTo>
                  <a:pt x="346" y="6"/>
                </a:lnTo>
                <a:lnTo>
                  <a:pt x="347" y="8"/>
                </a:lnTo>
                <a:lnTo>
                  <a:pt x="347" y="7"/>
                </a:lnTo>
                <a:lnTo>
                  <a:pt x="348" y="7"/>
                </a:lnTo>
                <a:lnTo>
                  <a:pt x="349" y="8"/>
                </a:lnTo>
                <a:lnTo>
                  <a:pt x="350" y="9"/>
                </a:lnTo>
                <a:lnTo>
                  <a:pt x="350" y="10"/>
                </a:lnTo>
                <a:lnTo>
                  <a:pt x="349" y="11"/>
                </a:lnTo>
                <a:lnTo>
                  <a:pt x="349" y="12"/>
                </a:lnTo>
                <a:lnTo>
                  <a:pt x="350" y="13"/>
                </a:lnTo>
                <a:lnTo>
                  <a:pt x="351" y="13"/>
                </a:lnTo>
                <a:lnTo>
                  <a:pt x="351" y="14"/>
                </a:lnTo>
                <a:lnTo>
                  <a:pt x="352" y="14"/>
                </a:lnTo>
                <a:lnTo>
                  <a:pt x="352" y="15"/>
                </a:lnTo>
                <a:lnTo>
                  <a:pt x="352" y="17"/>
                </a:lnTo>
                <a:lnTo>
                  <a:pt x="352" y="20"/>
                </a:lnTo>
                <a:lnTo>
                  <a:pt x="352" y="21"/>
                </a:lnTo>
                <a:lnTo>
                  <a:pt x="353" y="21"/>
                </a:lnTo>
                <a:lnTo>
                  <a:pt x="353" y="22"/>
                </a:lnTo>
                <a:lnTo>
                  <a:pt x="353" y="23"/>
                </a:lnTo>
                <a:lnTo>
                  <a:pt x="353" y="25"/>
                </a:lnTo>
                <a:lnTo>
                  <a:pt x="352" y="25"/>
                </a:lnTo>
                <a:lnTo>
                  <a:pt x="352" y="26"/>
                </a:lnTo>
                <a:lnTo>
                  <a:pt x="353" y="27"/>
                </a:lnTo>
                <a:lnTo>
                  <a:pt x="355" y="27"/>
                </a:lnTo>
                <a:lnTo>
                  <a:pt x="356" y="27"/>
                </a:lnTo>
                <a:lnTo>
                  <a:pt x="357" y="28"/>
                </a:lnTo>
                <a:lnTo>
                  <a:pt x="358" y="28"/>
                </a:lnTo>
                <a:lnTo>
                  <a:pt x="360" y="27"/>
                </a:lnTo>
                <a:lnTo>
                  <a:pt x="361" y="26"/>
                </a:lnTo>
                <a:lnTo>
                  <a:pt x="360" y="25"/>
                </a:lnTo>
                <a:lnTo>
                  <a:pt x="360" y="24"/>
                </a:lnTo>
                <a:lnTo>
                  <a:pt x="361" y="24"/>
                </a:lnTo>
                <a:lnTo>
                  <a:pt x="362" y="24"/>
                </a:lnTo>
                <a:lnTo>
                  <a:pt x="362" y="26"/>
                </a:lnTo>
                <a:lnTo>
                  <a:pt x="364" y="28"/>
                </a:lnTo>
                <a:lnTo>
                  <a:pt x="365" y="29"/>
                </a:lnTo>
                <a:lnTo>
                  <a:pt x="366" y="30"/>
                </a:lnTo>
                <a:lnTo>
                  <a:pt x="367" y="31"/>
                </a:lnTo>
                <a:lnTo>
                  <a:pt x="366" y="31"/>
                </a:lnTo>
                <a:lnTo>
                  <a:pt x="366" y="32"/>
                </a:lnTo>
                <a:lnTo>
                  <a:pt x="367" y="32"/>
                </a:lnTo>
                <a:lnTo>
                  <a:pt x="369" y="34"/>
                </a:lnTo>
                <a:lnTo>
                  <a:pt x="371" y="36"/>
                </a:lnTo>
                <a:lnTo>
                  <a:pt x="372" y="37"/>
                </a:lnTo>
                <a:lnTo>
                  <a:pt x="374" y="36"/>
                </a:lnTo>
                <a:lnTo>
                  <a:pt x="374" y="35"/>
                </a:lnTo>
                <a:lnTo>
                  <a:pt x="374" y="34"/>
                </a:lnTo>
                <a:lnTo>
                  <a:pt x="374" y="32"/>
                </a:lnTo>
                <a:lnTo>
                  <a:pt x="373" y="32"/>
                </a:lnTo>
                <a:lnTo>
                  <a:pt x="373" y="31"/>
                </a:lnTo>
                <a:lnTo>
                  <a:pt x="374" y="31"/>
                </a:lnTo>
                <a:lnTo>
                  <a:pt x="374" y="29"/>
                </a:lnTo>
                <a:lnTo>
                  <a:pt x="375" y="29"/>
                </a:lnTo>
                <a:lnTo>
                  <a:pt x="376" y="29"/>
                </a:lnTo>
                <a:lnTo>
                  <a:pt x="377" y="29"/>
                </a:lnTo>
                <a:lnTo>
                  <a:pt x="377" y="27"/>
                </a:lnTo>
                <a:lnTo>
                  <a:pt x="378" y="27"/>
                </a:lnTo>
                <a:lnTo>
                  <a:pt x="380" y="26"/>
                </a:lnTo>
                <a:lnTo>
                  <a:pt x="380" y="25"/>
                </a:lnTo>
                <a:lnTo>
                  <a:pt x="382" y="25"/>
                </a:lnTo>
                <a:lnTo>
                  <a:pt x="383" y="25"/>
                </a:lnTo>
                <a:lnTo>
                  <a:pt x="383" y="26"/>
                </a:lnTo>
                <a:lnTo>
                  <a:pt x="384" y="26"/>
                </a:lnTo>
                <a:lnTo>
                  <a:pt x="386" y="25"/>
                </a:lnTo>
                <a:lnTo>
                  <a:pt x="386" y="24"/>
                </a:lnTo>
                <a:lnTo>
                  <a:pt x="387" y="24"/>
                </a:lnTo>
                <a:lnTo>
                  <a:pt x="388" y="22"/>
                </a:lnTo>
                <a:lnTo>
                  <a:pt x="388" y="23"/>
                </a:lnTo>
                <a:lnTo>
                  <a:pt x="388" y="24"/>
                </a:lnTo>
                <a:lnTo>
                  <a:pt x="389" y="24"/>
                </a:lnTo>
                <a:lnTo>
                  <a:pt x="390" y="24"/>
                </a:lnTo>
                <a:lnTo>
                  <a:pt x="391" y="23"/>
                </a:lnTo>
                <a:lnTo>
                  <a:pt x="391" y="22"/>
                </a:lnTo>
                <a:lnTo>
                  <a:pt x="390" y="22"/>
                </a:lnTo>
                <a:lnTo>
                  <a:pt x="390" y="21"/>
                </a:lnTo>
                <a:lnTo>
                  <a:pt x="389" y="21"/>
                </a:lnTo>
                <a:lnTo>
                  <a:pt x="389" y="20"/>
                </a:lnTo>
                <a:lnTo>
                  <a:pt x="389" y="19"/>
                </a:lnTo>
                <a:lnTo>
                  <a:pt x="389" y="17"/>
                </a:lnTo>
                <a:lnTo>
                  <a:pt x="390" y="16"/>
                </a:lnTo>
                <a:lnTo>
                  <a:pt x="391" y="14"/>
                </a:lnTo>
                <a:lnTo>
                  <a:pt x="392" y="13"/>
                </a:lnTo>
                <a:lnTo>
                  <a:pt x="394" y="13"/>
                </a:lnTo>
                <a:lnTo>
                  <a:pt x="395" y="13"/>
                </a:lnTo>
                <a:lnTo>
                  <a:pt x="396" y="12"/>
                </a:lnTo>
                <a:lnTo>
                  <a:pt x="396" y="11"/>
                </a:lnTo>
                <a:lnTo>
                  <a:pt x="397" y="11"/>
                </a:lnTo>
                <a:lnTo>
                  <a:pt x="399" y="11"/>
                </a:lnTo>
                <a:lnTo>
                  <a:pt x="400" y="12"/>
                </a:lnTo>
                <a:lnTo>
                  <a:pt x="401" y="12"/>
                </a:lnTo>
                <a:lnTo>
                  <a:pt x="401" y="11"/>
                </a:lnTo>
                <a:lnTo>
                  <a:pt x="402" y="11"/>
                </a:lnTo>
                <a:lnTo>
                  <a:pt x="403" y="11"/>
                </a:lnTo>
                <a:lnTo>
                  <a:pt x="403" y="12"/>
                </a:lnTo>
                <a:lnTo>
                  <a:pt x="403" y="13"/>
                </a:lnTo>
                <a:lnTo>
                  <a:pt x="404" y="13"/>
                </a:lnTo>
                <a:lnTo>
                  <a:pt x="404" y="12"/>
                </a:lnTo>
                <a:lnTo>
                  <a:pt x="404" y="11"/>
                </a:lnTo>
                <a:lnTo>
                  <a:pt x="405" y="11"/>
                </a:lnTo>
                <a:lnTo>
                  <a:pt x="405" y="12"/>
                </a:lnTo>
                <a:lnTo>
                  <a:pt x="405" y="13"/>
                </a:lnTo>
                <a:lnTo>
                  <a:pt x="406" y="13"/>
                </a:lnTo>
                <a:lnTo>
                  <a:pt x="406" y="12"/>
                </a:lnTo>
                <a:lnTo>
                  <a:pt x="407" y="12"/>
                </a:lnTo>
                <a:lnTo>
                  <a:pt x="407" y="11"/>
                </a:lnTo>
                <a:lnTo>
                  <a:pt x="408" y="10"/>
                </a:lnTo>
                <a:lnTo>
                  <a:pt x="409" y="9"/>
                </a:lnTo>
                <a:lnTo>
                  <a:pt x="409" y="8"/>
                </a:lnTo>
                <a:lnTo>
                  <a:pt x="410" y="7"/>
                </a:lnTo>
                <a:lnTo>
                  <a:pt x="410" y="6"/>
                </a:lnTo>
                <a:lnTo>
                  <a:pt x="410" y="5"/>
                </a:lnTo>
                <a:lnTo>
                  <a:pt x="411" y="5"/>
                </a:lnTo>
                <a:lnTo>
                  <a:pt x="412" y="4"/>
                </a:lnTo>
                <a:lnTo>
                  <a:pt x="412" y="3"/>
                </a:lnTo>
                <a:lnTo>
                  <a:pt x="412" y="2"/>
                </a:lnTo>
                <a:lnTo>
                  <a:pt x="414" y="1"/>
                </a:lnTo>
                <a:lnTo>
                  <a:pt x="414" y="0"/>
                </a:lnTo>
                <a:lnTo>
                  <a:pt x="415" y="1"/>
                </a:lnTo>
                <a:lnTo>
                  <a:pt x="416" y="1"/>
                </a:lnTo>
                <a:lnTo>
                  <a:pt x="417" y="1"/>
                </a:lnTo>
                <a:lnTo>
                  <a:pt x="418" y="2"/>
                </a:lnTo>
                <a:lnTo>
                  <a:pt x="419" y="2"/>
                </a:lnTo>
                <a:lnTo>
                  <a:pt x="419" y="3"/>
                </a:lnTo>
                <a:lnTo>
                  <a:pt x="418" y="3"/>
                </a:lnTo>
                <a:lnTo>
                  <a:pt x="418" y="5"/>
                </a:lnTo>
                <a:lnTo>
                  <a:pt x="419" y="5"/>
                </a:lnTo>
                <a:lnTo>
                  <a:pt x="420" y="5"/>
                </a:lnTo>
                <a:lnTo>
                  <a:pt x="421" y="6"/>
                </a:lnTo>
                <a:lnTo>
                  <a:pt x="422" y="6"/>
                </a:lnTo>
                <a:lnTo>
                  <a:pt x="422" y="7"/>
                </a:lnTo>
                <a:lnTo>
                  <a:pt x="422" y="8"/>
                </a:lnTo>
                <a:lnTo>
                  <a:pt x="424" y="10"/>
                </a:lnTo>
                <a:lnTo>
                  <a:pt x="425" y="10"/>
                </a:lnTo>
                <a:lnTo>
                  <a:pt x="426" y="11"/>
                </a:lnTo>
                <a:lnTo>
                  <a:pt x="427" y="11"/>
                </a:lnTo>
                <a:lnTo>
                  <a:pt x="428" y="12"/>
                </a:lnTo>
                <a:lnTo>
                  <a:pt x="430" y="13"/>
                </a:lnTo>
                <a:lnTo>
                  <a:pt x="430" y="15"/>
                </a:lnTo>
                <a:lnTo>
                  <a:pt x="431" y="15"/>
                </a:lnTo>
                <a:lnTo>
                  <a:pt x="430" y="15"/>
                </a:lnTo>
                <a:lnTo>
                  <a:pt x="430" y="16"/>
                </a:lnTo>
                <a:lnTo>
                  <a:pt x="430" y="17"/>
                </a:lnTo>
                <a:lnTo>
                  <a:pt x="429" y="18"/>
                </a:lnTo>
                <a:lnTo>
                  <a:pt x="428" y="19"/>
                </a:lnTo>
                <a:lnTo>
                  <a:pt x="427" y="21"/>
                </a:lnTo>
                <a:lnTo>
                  <a:pt x="426" y="21"/>
                </a:lnTo>
                <a:lnTo>
                  <a:pt x="427" y="22"/>
                </a:lnTo>
                <a:lnTo>
                  <a:pt x="428" y="21"/>
                </a:lnTo>
                <a:lnTo>
                  <a:pt x="430" y="21"/>
                </a:lnTo>
                <a:lnTo>
                  <a:pt x="431" y="19"/>
                </a:lnTo>
                <a:lnTo>
                  <a:pt x="431" y="18"/>
                </a:lnTo>
                <a:lnTo>
                  <a:pt x="431" y="17"/>
                </a:lnTo>
                <a:lnTo>
                  <a:pt x="432" y="17"/>
                </a:lnTo>
                <a:lnTo>
                  <a:pt x="432" y="16"/>
                </a:lnTo>
                <a:lnTo>
                  <a:pt x="433" y="16"/>
                </a:lnTo>
                <a:lnTo>
                  <a:pt x="434" y="16"/>
                </a:lnTo>
                <a:lnTo>
                  <a:pt x="434" y="15"/>
                </a:lnTo>
                <a:lnTo>
                  <a:pt x="435" y="15"/>
                </a:lnTo>
                <a:lnTo>
                  <a:pt x="436" y="16"/>
                </a:lnTo>
                <a:lnTo>
                  <a:pt x="435" y="17"/>
                </a:lnTo>
                <a:lnTo>
                  <a:pt x="436" y="17"/>
                </a:lnTo>
                <a:lnTo>
                  <a:pt x="437" y="17"/>
                </a:lnTo>
                <a:lnTo>
                  <a:pt x="438" y="17"/>
                </a:lnTo>
                <a:lnTo>
                  <a:pt x="438" y="18"/>
                </a:lnTo>
                <a:lnTo>
                  <a:pt x="439" y="19"/>
                </a:lnTo>
                <a:lnTo>
                  <a:pt x="440" y="20"/>
                </a:lnTo>
                <a:lnTo>
                  <a:pt x="441" y="20"/>
                </a:lnTo>
                <a:lnTo>
                  <a:pt x="441" y="19"/>
                </a:lnTo>
                <a:lnTo>
                  <a:pt x="442" y="19"/>
                </a:lnTo>
                <a:lnTo>
                  <a:pt x="442" y="20"/>
                </a:lnTo>
                <a:lnTo>
                  <a:pt x="442" y="21"/>
                </a:lnTo>
                <a:lnTo>
                  <a:pt x="442" y="22"/>
                </a:lnTo>
                <a:lnTo>
                  <a:pt x="443" y="24"/>
                </a:lnTo>
                <a:lnTo>
                  <a:pt x="444" y="24"/>
                </a:lnTo>
                <a:lnTo>
                  <a:pt x="444" y="25"/>
                </a:lnTo>
                <a:lnTo>
                  <a:pt x="445" y="26"/>
                </a:lnTo>
                <a:lnTo>
                  <a:pt x="445" y="27"/>
                </a:lnTo>
                <a:lnTo>
                  <a:pt x="446" y="27"/>
                </a:lnTo>
                <a:lnTo>
                  <a:pt x="447" y="27"/>
                </a:lnTo>
                <a:lnTo>
                  <a:pt x="447" y="26"/>
                </a:lnTo>
                <a:lnTo>
                  <a:pt x="448" y="26"/>
                </a:lnTo>
                <a:lnTo>
                  <a:pt x="449" y="27"/>
                </a:lnTo>
                <a:lnTo>
                  <a:pt x="450" y="28"/>
                </a:lnTo>
                <a:lnTo>
                  <a:pt x="451" y="28"/>
                </a:lnTo>
                <a:lnTo>
                  <a:pt x="451" y="29"/>
                </a:lnTo>
                <a:lnTo>
                  <a:pt x="451" y="32"/>
                </a:lnTo>
                <a:lnTo>
                  <a:pt x="451" y="33"/>
                </a:lnTo>
                <a:lnTo>
                  <a:pt x="452" y="33"/>
                </a:lnTo>
                <a:lnTo>
                  <a:pt x="453" y="33"/>
                </a:lnTo>
                <a:lnTo>
                  <a:pt x="453" y="32"/>
                </a:lnTo>
                <a:lnTo>
                  <a:pt x="453" y="33"/>
                </a:lnTo>
                <a:lnTo>
                  <a:pt x="454" y="33"/>
                </a:lnTo>
                <a:lnTo>
                  <a:pt x="454" y="34"/>
                </a:lnTo>
                <a:lnTo>
                  <a:pt x="454" y="35"/>
                </a:lnTo>
                <a:lnTo>
                  <a:pt x="454" y="36"/>
                </a:lnTo>
                <a:lnTo>
                  <a:pt x="455" y="36"/>
                </a:lnTo>
                <a:lnTo>
                  <a:pt x="455" y="37"/>
                </a:lnTo>
                <a:lnTo>
                  <a:pt x="454" y="37"/>
                </a:lnTo>
                <a:lnTo>
                  <a:pt x="454" y="38"/>
                </a:lnTo>
                <a:lnTo>
                  <a:pt x="453" y="39"/>
                </a:lnTo>
                <a:lnTo>
                  <a:pt x="452" y="39"/>
                </a:lnTo>
                <a:lnTo>
                  <a:pt x="451" y="39"/>
                </a:lnTo>
                <a:lnTo>
                  <a:pt x="450" y="40"/>
                </a:lnTo>
                <a:lnTo>
                  <a:pt x="447" y="42"/>
                </a:lnTo>
                <a:lnTo>
                  <a:pt x="447" y="43"/>
                </a:lnTo>
                <a:lnTo>
                  <a:pt x="447" y="44"/>
                </a:lnTo>
                <a:lnTo>
                  <a:pt x="448" y="45"/>
                </a:lnTo>
                <a:lnTo>
                  <a:pt x="449" y="45"/>
                </a:lnTo>
                <a:lnTo>
                  <a:pt x="449" y="43"/>
                </a:lnTo>
                <a:lnTo>
                  <a:pt x="450" y="43"/>
                </a:lnTo>
                <a:lnTo>
                  <a:pt x="450" y="42"/>
                </a:lnTo>
                <a:lnTo>
                  <a:pt x="451" y="42"/>
                </a:lnTo>
                <a:lnTo>
                  <a:pt x="453" y="43"/>
                </a:lnTo>
                <a:lnTo>
                  <a:pt x="453" y="44"/>
                </a:lnTo>
                <a:lnTo>
                  <a:pt x="454" y="44"/>
                </a:lnTo>
                <a:lnTo>
                  <a:pt x="456" y="43"/>
                </a:lnTo>
                <a:lnTo>
                  <a:pt x="457" y="43"/>
                </a:lnTo>
                <a:lnTo>
                  <a:pt x="459" y="43"/>
                </a:lnTo>
                <a:lnTo>
                  <a:pt x="460" y="43"/>
                </a:lnTo>
                <a:lnTo>
                  <a:pt x="462" y="44"/>
                </a:lnTo>
                <a:lnTo>
                  <a:pt x="463" y="45"/>
                </a:lnTo>
                <a:lnTo>
                  <a:pt x="464" y="45"/>
                </a:lnTo>
                <a:lnTo>
                  <a:pt x="464" y="46"/>
                </a:lnTo>
                <a:lnTo>
                  <a:pt x="464" y="47"/>
                </a:lnTo>
                <a:lnTo>
                  <a:pt x="463" y="47"/>
                </a:lnTo>
                <a:lnTo>
                  <a:pt x="464" y="48"/>
                </a:lnTo>
                <a:lnTo>
                  <a:pt x="464" y="49"/>
                </a:lnTo>
                <a:lnTo>
                  <a:pt x="465" y="49"/>
                </a:lnTo>
                <a:lnTo>
                  <a:pt x="466" y="49"/>
                </a:lnTo>
                <a:lnTo>
                  <a:pt x="466" y="50"/>
                </a:lnTo>
                <a:lnTo>
                  <a:pt x="466" y="51"/>
                </a:lnTo>
                <a:lnTo>
                  <a:pt x="467" y="53"/>
                </a:lnTo>
                <a:lnTo>
                  <a:pt x="468" y="53"/>
                </a:lnTo>
                <a:lnTo>
                  <a:pt x="469" y="53"/>
                </a:lnTo>
                <a:lnTo>
                  <a:pt x="469" y="54"/>
                </a:lnTo>
                <a:lnTo>
                  <a:pt x="468" y="55"/>
                </a:lnTo>
                <a:lnTo>
                  <a:pt x="468" y="56"/>
                </a:lnTo>
                <a:lnTo>
                  <a:pt x="469" y="57"/>
                </a:lnTo>
                <a:lnTo>
                  <a:pt x="469" y="59"/>
                </a:lnTo>
                <a:lnTo>
                  <a:pt x="468" y="60"/>
                </a:lnTo>
                <a:lnTo>
                  <a:pt x="466" y="61"/>
                </a:lnTo>
                <a:lnTo>
                  <a:pt x="465" y="61"/>
                </a:lnTo>
                <a:lnTo>
                  <a:pt x="465" y="62"/>
                </a:lnTo>
                <a:lnTo>
                  <a:pt x="465" y="63"/>
                </a:lnTo>
                <a:lnTo>
                  <a:pt x="464" y="65"/>
                </a:lnTo>
                <a:lnTo>
                  <a:pt x="464" y="67"/>
                </a:lnTo>
                <a:lnTo>
                  <a:pt x="465" y="68"/>
                </a:lnTo>
                <a:lnTo>
                  <a:pt x="465" y="69"/>
                </a:lnTo>
                <a:lnTo>
                  <a:pt x="465" y="70"/>
                </a:lnTo>
                <a:lnTo>
                  <a:pt x="466" y="71"/>
                </a:lnTo>
                <a:lnTo>
                  <a:pt x="466" y="72"/>
                </a:lnTo>
                <a:lnTo>
                  <a:pt x="465" y="73"/>
                </a:lnTo>
                <a:lnTo>
                  <a:pt x="465" y="74"/>
                </a:lnTo>
                <a:lnTo>
                  <a:pt x="465" y="75"/>
                </a:lnTo>
                <a:lnTo>
                  <a:pt x="465" y="76"/>
                </a:lnTo>
                <a:lnTo>
                  <a:pt x="466" y="76"/>
                </a:lnTo>
                <a:lnTo>
                  <a:pt x="467" y="76"/>
                </a:lnTo>
                <a:lnTo>
                  <a:pt x="468" y="75"/>
                </a:lnTo>
                <a:lnTo>
                  <a:pt x="469" y="74"/>
                </a:lnTo>
                <a:lnTo>
                  <a:pt x="469" y="73"/>
                </a:lnTo>
                <a:lnTo>
                  <a:pt x="469" y="72"/>
                </a:lnTo>
                <a:lnTo>
                  <a:pt x="470" y="72"/>
                </a:lnTo>
                <a:lnTo>
                  <a:pt x="471" y="72"/>
                </a:lnTo>
                <a:lnTo>
                  <a:pt x="473" y="73"/>
                </a:lnTo>
                <a:lnTo>
                  <a:pt x="474" y="73"/>
                </a:lnTo>
                <a:lnTo>
                  <a:pt x="473" y="75"/>
                </a:lnTo>
                <a:lnTo>
                  <a:pt x="473" y="76"/>
                </a:lnTo>
                <a:lnTo>
                  <a:pt x="472" y="77"/>
                </a:lnTo>
                <a:lnTo>
                  <a:pt x="473" y="81"/>
                </a:lnTo>
                <a:lnTo>
                  <a:pt x="474" y="81"/>
                </a:lnTo>
                <a:lnTo>
                  <a:pt x="475" y="81"/>
                </a:lnTo>
                <a:lnTo>
                  <a:pt x="476" y="81"/>
                </a:lnTo>
                <a:lnTo>
                  <a:pt x="478" y="82"/>
                </a:lnTo>
                <a:lnTo>
                  <a:pt x="478" y="83"/>
                </a:lnTo>
                <a:lnTo>
                  <a:pt x="479" y="84"/>
                </a:lnTo>
                <a:lnTo>
                  <a:pt x="480" y="85"/>
                </a:lnTo>
                <a:lnTo>
                  <a:pt x="480" y="84"/>
                </a:lnTo>
                <a:lnTo>
                  <a:pt x="481" y="84"/>
                </a:lnTo>
                <a:lnTo>
                  <a:pt x="482" y="84"/>
                </a:lnTo>
                <a:lnTo>
                  <a:pt x="483" y="84"/>
                </a:lnTo>
                <a:lnTo>
                  <a:pt x="484" y="84"/>
                </a:lnTo>
                <a:lnTo>
                  <a:pt x="485" y="84"/>
                </a:lnTo>
                <a:lnTo>
                  <a:pt x="486" y="84"/>
                </a:lnTo>
                <a:lnTo>
                  <a:pt x="486" y="85"/>
                </a:lnTo>
                <a:lnTo>
                  <a:pt x="487" y="85"/>
                </a:lnTo>
                <a:lnTo>
                  <a:pt x="487" y="86"/>
                </a:lnTo>
                <a:lnTo>
                  <a:pt x="487" y="87"/>
                </a:lnTo>
                <a:lnTo>
                  <a:pt x="489" y="87"/>
                </a:lnTo>
                <a:lnTo>
                  <a:pt x="490" y="88"/>
                </a:lnTo>
                <a:lnTo>
                  <a:pt x="491" y="90"/>
                </a:lnTo>
                <a:lnTo>
                  <a:pt x="491" y="91"/>
                </a:lnTo>
                <a:lnTo>
                  <a:pt x="491" y="92"/>
                </a:lnTo>
                <a:lnTo>
                  <a:pt x="492" y="93"/>
                </a:lnTo>
                <a:lnTo>
                  <a:pt x="493" y="95"/>
                </a:lnTo>
                <a:lnTo>
                  <a:pt x="493" y="96"/>
                </a:lnTo>
                <a:lnTo>
                  <a:pt x="494" y="98"/>
                </a:lnTo>
                <a:lnTo>
                  <a:pt x="495" y="100"/>
                </a:lnTo>
                <a:lnTo>
                  <a:pt x="496" y="100"/>
                </a:lnTo>
                <a:lnTo>
                  <a:pt x="496" y="101"/>
                </a:lnTo>
                <a:lnTo>
                  <a:pt x="497" y="101"/>
                </a:lnTo>
                <a:lnTo>
                  <a:pt x="498" y="101"/>
                </a:lnTo>
                <a:lnTo>
                  <a:pt x="500" y="101"/>
                </a:lnTo>
                <a:lnTo>
                  <a:pt x="501" y="100"/>
                </a:lnTo>
                <a:lnTo>
                  <a:pt x="501" y="98"/>
                </a:lnTo>
                <a:lnTo>
                  <a:pt x="502" y="99"/>
                </a:lnTo>
                <a:lnTo>
                  <a:pt x="503" y="99"/>
                </a:lnTo>
                <a:lnTo>
                  <a:pt x="503" y="98"/>
                </a:lnTo>
                <a:lnTo>
                  <a:pt x="503" y="97"/>
                </a:lnTo>
                <a:lnTo>
                  <a:pt x="503" y="96"/>
                </a:lnTo>
                <a:lnTo>
                  <a:pt x="503" y="95"/>
                </a:lnTo>
                <a:lnTo>
                  <a:pt x="503" y="96"/>
                </a:lnTo>
                <a:lnTo>
                  <a:pt x="504" y="96"/>
                </a:lnTo>
                <a:lnTo>
                  <a:pt x="505" y="98"/>
                </a:lnTo>
                <a:lnTo>
                  <a:pt x="505" y="99"/>
                </a:lnTo>
                <a:lnTo>
                  <a:pt x="505" y="100"/>
                </a:lnTo>
                <a:lnTo>
                  <a:pt x="505" y="102"/>
                </a:lnTo>
                <a:lnTo>
                  <a:pt x="505" y="103"/>
                </a:lnTo>
                <a:lnTo>
                  <a:pt x="504" y="104"/>
                </a:lnTo>
                <a:lnTo>
                  <a:pt x="503" y="105"/>
                </a:lnTo>
                <a:lnTo>
                  <a:pt x="501" y="106"/>
                </a:lnTo>
                <a:lnTo>
                  <a:pt x="500" y="105"/>
                </a:lnTo>
                <a:lnTo>
                  <a:pt x="499" y="105"/>
                </a:lnTo>
                <a:lnTo>
                  <a:pt x="499" y="104"/>
                </a:lnTo>
                <a:lnTo>
                  <a:pt x="498" y="104"/>
                </a:lnTo>
                <a:lnTo>
                  <a:pt x="497" y="104"/>
                </a:lnTo>
                <a:lnTo>
                  <a:pt x="498" y="105"/>
                </a:lnTo>
                <a:lnTo>
                  <a:pt x="499" y="106"/>
                </a:lnTo>
                <a:lnTo>
                  <a:pt x="500" y="106"/>
                </a:lnTo>
                <a:lnTo>
                  <a:pt x="501" y="106"/>
                </a:lnTo>
                <a:lnTo>
                  <a:pt x="502" y="106"/>
                </a:lnTo>
                <a:lnTo>
                  <a:pt x="503" y="106"/>
                </a:lnTo>
                <a:lnTo>
                  <a:pt x="504" y="106"/>
                </a:lnTo>
                <a:lnTo>
                  <a:pt x="505" y="107"/>
                </a:lnTo>
                <a:lnTo>
                  <a:pt x="506" y="107"/>
                </a:lnTo>
                <a:lnTo>
                  <a:pt x="506" y="108"/>
                </a:lnTo>
                <a:lnTo>
                  <a:pt x="506" y="109"/>
                </a:lnTo>
                <a:lnTo>
                  <a:pt x="505" y="109"/>
                </a:lnTo>
                <a:lnTo>
                  <a:pt x="506" y="110"/>
                </a:lnTo>
                <a:lnTo>
                  <a:pt x="506" y="111"/>
                </a:lnTo>
                <a:lnTo>
                  <a:pt x="506" y="112"/>
                </a:lnTo>
                <a:lnTo>
                  <a:pt x="507" y="112"/>
                </a:lnTo>
                <a:lnTo>
                  <a:pt x="508" y="112"/>
                </a:lnTo>
                <a:lnTo>
                  <a:pt x="510" y="114"/>
                </a:lnTo>
                <a:lnTo>
                  <a:pt x="510" y="115"/>
                </a:lnTo>
                <a:lnTo>
                  <a:pt x="511" y="115"/>
                </a:lnTo>
                <a:lnTo>
                  <a:pt x="512" y="115"/>
                </a:lnTo>
                <a:lnTo>
                  <a:pt x="513" y="116"/>
                </a:lnTo>
                <a:lnTo>
                  <a:pt x="514" y="116"/>
                </a:lnTo>
                <a:lnTo>
                  <a:pt x="514" y="117"/>
                </a:lnTo>
                <a:lnTo>
                  <a:pt x="515" y="118"/>
                </a:lnTo>
                <a:lnTo>
                  <a:pt x="516" y="121"/>
                </a:lnTo>
                <a:lnTo>
                  <a:pt x="517" y="121"/>
                </a:lnTo>
                <a:lnTo>
                  <a:pt x="517" y="122"/>
                </a:lnTo>
                <a:lnTo>
                  <a:pt x="516" y="122"/>
                </a:lnTo>
                <a:lnTo>
                  <a:pt x="515" y="122"/>
                </a:lnTo>
                <a:lnTo>
                  <a:pt x="515" y="123"/>
                </a:lnTo>
                <a:lnTo>
                  <a:pt x="516" y="123"/>
                </a:lnTo>
                <a:lnTo>
                  <a:pt x="516" y="124"/>
                </a:lnTo>
                <a:lnTo>
                  <a:pt x="517" y="124"/>
                </a:lnTo>
                <a:lnTo>
                  <a:pt x="518" y="125"/>
                </a:lnTo>
                <a:lnTo>
                  <a:pt x="518" y="126"/>
                </a:lnTo>
                <a:lnTo>
                  <a:pt x="517" y="126"/>
                </a:lnTo>
                <a:lnTo>
                  <a:pt x="517" y="127"/>
                </a:lnTo>
                <a:lnTo>
                  <a:pt x="516" y="127"/>
                </a:lnTo>
                <a:lnTo>
                  <a:pt x="517" y="127"/>
                </a:lnTo>
                <a:lnTo>
                  <a:pt x="518" y="128"/>
                </a:lnTo>
                <a:lnTo>
                  <a:pt x="520" y="128"/>
                </a:lnTo>
                <a:lnTo>
                  <a:pt x="520" y="129"/>
                </a:lnTo>
                <a:lnTo>
                  <a:pt x="521" y="129"/>
                </a:lnTo>
                <a:lnTo>
                  <a:pt x="522" y="130"/>
                </a:lnTo>
                <a:lnTo>
                  <a:pt x="522" y="131"/>
                </a:lnTo>
                <a:lnTo>
                  <a:pt x="523" y="132"/>
                </a:lnTo>
                <a:lnTo>
                  <a:pt x="524" y="132"/>
                </a:lnTo>
                <a:lnTo>
                  <a:pt x="525" y="132"/>
                </a:lnTo>
                <a:lnTo>
                  <a:pt x="525" y="133"/>
                </a:lnTo>
                <a:lnTo>
                  <a:pt x="526" y="132"/>
                </a:lnTo>
                <a:lnTo>
                  <a:pt x="526" y="131"/>
                </a:lnTo>
                <a:lnTo>
                  <a:pt x="526" y="130"/>
                </a:lnTo>
                <a:lnTo>
                  <a:pt x="528" y="131"/>
                </a:lnTo>
                <a:lnTo>
                  <a:pt x="529" y="130"/>
                </a:lnTo>
                <a:lnTo>
                  <a:pt x="530" y="128"/>
                </a:lnTo>
                <a:lnTo>
                  <a:pt x="531" y="127"/>
                </a:lnTo>
                <a:lnTo>
                  <a:pt x="531" y="125"/>
                </a:lnTo>
                <a:lnTo>
                  <a:pt x="532" y="124"/>
                </a:lnTo>
                <a:lnTo>
                  <a:pt x="533" y="124"/>
                </a:lnTo>
                <a:lnTo>
                  <a:pt x="536" y="124"/>
                </a:lnTo>
                <a:lnTo>
                  <a:pt x="536" y="125"/>
                </a:lnTo>
                <a:lnTo>
                  <a:pt x="535" y="125"/>
                </a:lnTo>
                <a:lnTo>
                  <a:pt x="535" y="126"/>
                </a:lnTo>
                <a:lnTo>
                  <a:pt x="535" y="127"/>
                </a:lnTo>
                <a:lnTo>
                  <a:pt x="536" y="128"/>
                </a:lnTo>
                <a:lnTo>
                  <a:pt x="536" y="129"/>
                </a:lnTo>
                <a:lnTo>
                  <a:pt x="537" y="129"/>
                </a:lnTo>
                <a:lnTo>
                  <a:pt x="537" y="128"/>
                </a:lnTo>
                <a:lnTo>
                  <a:pt x="538" y="128"/>
                </a:lnTo>
                <a:lnTo>
                  <a:pt x="538" y="126"/>
                </a:lnTo>
                <a:lnTo>
                  <a:pt x="539" y="126"/>
                </a:lnTo>
                <a:lnTo>
                  <a:pt x="540" y="127"/>
                </a:lnTo>
                <a:lnTo>
                  <a:pt x="542" y="127"/>
                </a:lnTo>
                <a:lnTo>
                  <a:pt x="543" y="127"/>
                </a:lnTo>
                <a:lnTo>
                  <a:pt x="545" y="128"/>
                </a:lnTo>
                <a:lnTo>
                  <a:pt x="545" y="127"/>
                </a:lnTo>
                <a:lnTo>
                  <a:pt x="546" y="127"/>
                </a:lnTo>
                <a:lnTo>
                  <a:pt x="548" y="127"/>
                </a:lnTo>
                <a:lnTo>
                  <a:pt x="550" y="129"/>
                </a:lnTo>
                <a:lnTo>
                  <a:pt x="551" y="130"/>
                </a:lnTo>
                <a:lnTo>
                  <a:pt x="552" y="130"/>
                </a:lnTo>
                <a:lnTo>
                  <a:pt x="552" y="131"/>
                </a:lnTo>
                <a:lnTo>
                  <a:pt x="553" y="131"/>
                </a:lnTo>
                <a:lnTo>
                  <a:pt x="554" y="133"/>
                </a:lnTo>
                <a:lnTo>
                  <a:pt x="555" y="135"/>
                </a:lnTo>
                <a:lnTo>
                  <a:pt x="556" y="135"/>
                </a:lnTo>
                <a:lnTo>
                  <a:pt x="557" y="136"/>
                </a:lnTo>
                <a:lnTo>
                  <a:pt x="559" y="136"/>
                </a:lnTo>
                <a:lnTo>
                  <a:pt x="560" y="136"/>
                </a:lnTo>
                <a:lnTo>
                  <a:pt x="561" y="137"/>
                </a:lnTo>
                <a:lnTo>
                  <a:pt x="561" y="138"/>
                </a:lnTo>
                <a:lnTo>
                  <a:pt x="561" y="139"/>
                </a:lnTo>
                <a:lnTo>
                  <a:pt x="562" y="139"/>
                </a:lnTo>
                <a:lnTo>
                  <a:pt x="563" y="139"/>
                </a:lnTo>
                <a:lnTo>
                  <a:pt x="564" y="140"/>
                </a:lnTo>
                <a:lnTo>
                  <a:pt x="565" y="140"/>
                </a:lnTo>
                <a:lnTo>
                  <a:pt x="565" y="141"/>
                </a:lnTo>
                <a:lnTo>
                  <a:pt x="566" y="141"/>
                </a:lnTo>
                <a:lnTo>
                  <a:pt x="567" y="140"/>
                </a:lnTo>
                <a:lnTo>
                  <a:pt x="568" y="141"/>
                </a:lnTo>
                <a:lnTo>
                  <a:pt x="569" y="142"/>
                </a:lnTo>
                <a:lnTo>
                  <a:pt x="571" y="142"/>
                </a:lnTo>
                <a:lnTo>
                  <a:pt x="574" y="142"/>
                </a:lnTo>
                <a:lnTo>
                  <a:pt x="574" y="141"/>
                </a:lnTo>
                <a:lnTo>
                  <a:pt x="574" y="142"/>
                </a:lnTo>
                <a:lnTo>
                  <a:pt x="575" y="142"/>
                </a:lnTo>
                <a:lnTo>
                  <a:pt x="574" y="142"/>
                </a:lnTo>
                <a:lnTo>
                  <a:pt x="574" y="143"/>
                </a:lnTo>
                <a:lnTo>
                  <a:pt x="575" y="144"/>
                </a:lnTo>
                <a:lnTo>
                  <a:pt x="575" y="145"/>
                </a:lnTo>
                <a:lnTo>
                  <a:pt x="576" y="146"/>
                </a:lnTo>
                <a:lnTo>
                  <a:pt x="577" y="146"/>
                </a:lnTo>
                <a:lnTo>
                  <a:pt x="578" y="147"/>
                </a:lnTo>
                <a:lnTo>
                  <a:pt x="580" y="147"/>
                </a:lnTo>
                <a:lnTo>
                  <a:pt x="582" y="147"/>
                </a:lnTo>
                <a:lnTo>
                  <a:pt x="583" y="146"/>
                </a:lnTo>
                <a:lnTo>
                  <a:pt x="584" y="146"/>
                </a:lnTo>
                <a:lnTo>
                  <a:pt x="585" y="145"/>
                </a:lnTo>
                <a:lnTo>
                  <a:pt x="587" y="143"/>
                </a:lnTo>
                <a:lnTo>
                  <a:pt x="588" y="143"/>
                </a:lnTo>
                <a:lnTo>
                  <a:pt x="590" y="143"/>
                </a:lnTo>
                <a:lnTo>
                  <a:pt x="591" y="144"/>
                </a:lnTo>
                <a:lnTo>
                  <a:pt x="592" y="146"/>
                </a:lnTo>
                <a:lnTo>
                  <a:pt x="592" y="147"/>
                </a:lnTo>
                <a:lnTo>
                  <a:pt x="593" y="148"/>
                </a:lnTo>
                <a:lnTo>
                  <a:pt x="594" y="151"/>
                </a:lnTo>
                <a:lnTo>
                  <a:pt x="594" y="152"/>
                </a:lnTo>
                <a:lnTo>
                  <a:pt x="596" y="152"/>
                </a:lnTo>
                <a:lnTo>
                  <a:pt x="597" y="152"/>
                </a:lnTo>
                <a:lnTo>
                  <a:pt x="597" y="153"/>
                </a:lnTo>
                <a:lnTo>
                  <a:pt x="597" y="154"/>
                </a:lnTo>
                <a:lnTo>
                  <a:pt x="597" y="155"/>
                </a:lnTo>
                <a:lnTo>
                  <a:pt x="598" y="155"/>
                </a:lnTo>
                <a:lnTo>
                  <a:pt x="598" y="154"/>
                </a:lnTo>
                <a:lnTo>
                  <a:pt x="599" y="154"/>
                </a:lnTo>
                <a:lnTo>
                  <a:pt x="599" y="155"/>
                </a:lnTo>
                <a:lnTo>
                  <a:pt x="600" y="156"/>
                </a:lnTo>
                <a:lnTo>
                  <a:pt x="601" y="156"/>
                </a:lnTo>
                <a:lnTo>
                  <a:pt x="602" y="156"/>
                </a:lnTo>
                <a:lnTo>
                  <a:pt x="603" y="156"/>
                </a:lnTo>
                <a:lnTo>
                  <a:pt x="603" y="155"/>
                </a:lnTo>
                <a:lnTo>
                  <a:pt x="604" y="154"/>
                </a:lnTo>
                <a:lnTo>
                  <a:pt x="604" y="153"/>
                </a:lnTo>
                <a:lnTo>
                  <a:pt x="604" y="152"/>
                </a:lnTo>
                <a:lnTo>
                  <a:pt x="605" y="152"/>
                </a:lnTo>
                <a:lnTo>
                  <a:pt x="605" y="151"/>
                </a:lnTo>
                <a:lnTo>
                  <a:pt x="606" y="151"/>
                </a:lnTo>
                <a:lnTo>
                  <a:pt x="607" y="151"/>
                </a:lnTo>
                <a:lnTo>
                  <a:pt x="609" y="151"/>
                </a:lnTo>
                <a:lnTo>
                  <a:pt x="610" y="152"/>
                </a:lnTo>
                <a:lnTo>
                  <a:pt x="610" y="154"/>
                </a:lnTo>
                <a:lnTo>
                  <a:pt x="610" y="155"/>
                </a:lnTo>
                <a:lnTo>
                  <a:pt x="610" y="156"/>
                </a:lnTo>
                <a:lnTo>
                  <a:pt x="610" y="157"/>
                </a:lnTo>
                <a:lnTo>
                  <a:pt x="610" y="158"/>
                </a:lnTo>
                <a:lnTo>
                  <a:pt x="611" y="158"/>
                </a:lnTo>
                <a:lnTo>
                  <a:pt x="612" y="159"/>
                </a:lnTo>
                <a:lnTo>
                  <a:pt x="613" y="159"/>
                </a:lnTo>
                <a:lnTo>
                  <a:pt x="613" y="161"/>
                </a:lnTo>
                <a:lnTo>
                  <a:pt x="613" y="162"/>
                </a:lnTo>
                <a:lnTo>
                  <a:pt x="614" y="162"/>
                </a:lnTo>
                <a:lnTo>
                  <a:pt x="615" y="162"/>
                </a:lnTo>
                <a:lnTo>
                  <a:pt x="617" y="162"/>
                </a:lnTo>
                <a:lnTo>
                  <a:pt x="617" y="163"/>
                </a:lnTo>
                <a:lnTo>
                  <a:pt x="618" y="164"/>
                </a:lnTo>
                <a:lnTo>
                  <a:pt x="619" y="165"/>
                </a:lnTo>
                <a:lnTo>
                  <a:pt x="620" y="165"/>
                </a:lnTo>
                <a:lnTo>
                  <a:pt x="620" y="166"/>
                </a:lnTo>
                <a:lnTo>
                  <a:pt x="621" y="166"/>
                </a:lnTo>
                <a:lnTo>
                  <a:pt x="621" y="165"/>
                </a:lnTo>
                <a:lnTo>
                  <a:pt x="621" y="164"/>
                </a:lnTo>
                <a:lnTo>
                  <a:pt x="622" y="164"/>
                </a:lnTo>
                <a:lnTo>
                  <a:pt x="622" y="165"/>
                </a:lnTo>
                <a:lnTo>
                  <a:pt x="622" y="166"/>
                </a:lnTo>
                <a:lnTo>
                  <a:pt x="623" y="167"/>
                </a:lnTo>
                <a:lnTo>
                  <a:pt x="624" y="168"/>
                </a:lnTo>
                <a:lnTo>
                  <a:pt x="626" y="170"/>
                </a:lnTo>
                <a:lnTo>
                  <a:pt x="627" y="170"/>
                </a:lnTo>
                <a:lnTo>
                  <a:pt x="627" y="169"/>
                </a:lnTo>
                <a:lnTo>
                  <a:pt x="628" y="168"/>
                </a:lnTo>
                <a:lnTo>
                  <a:pt x="627" y="167"/>
                </a:lnTo>
                <a:lnTo>
                  <a:pt x="627" y="168"/>
                </a:lnTo>
                <a:lnTo>
                  <a:pt x="625" y="168"/>
                </a:lnTo>
                <a:lnTo>
                  <a:pt x="625" y="167"/>
                </a:lnTo>
                <a:lnTo>
                  <a:pt x="626" y="167"/>
                </a:lnTo>
                <a:lnTo>
                  <a:pt x="627" y="166"/>
                </a:lnTo>
                <a:lnTo>
                  <a:pt x="627" y="165"/>
                </a:lnTo>
                <a:lnTo>
                  <a:pt x="626" y="164"/>
                </a:lnTo>
                <a:lnTo>
                  <a:pt x="625" y="165"/>
                </a:lnTo>
                <a:lnTo>
                  <a:pt x="624" y="164"/>
                </a:lnTo>
                <a:lnTo>
                  <a:pt x="624" y="163"/>
                </a:lnTo>
                <a:lnTo>
                  <a:pt x="625" y="162"/>
                </a:lnTo>
                <a:lnTo>
                  <a:pt x="627" y="162"/>
                </a:lnTo>
                <a:lnTo>
                  <a:pt x="628" y="163"/>
                </a:lnTo>
                <a:lnTo>
                  <a:pt x="629" y="163"/>
                </a:lnTo>
                <a:lnTo>
                  <a:pt x="630" y="165"/>
                </a:lnTo>
                <a:lnTo>
                  <a:pt x="630" y="166"/>
                </a:lnTo>
                <a:lnTo>
                  <a:pt x="629" y="167"/>
                </a:lnTo>
                <a:lnTo>
                  <a:pt x="629" y="168"/>
                </a:lnTo>
                <a:lnTo>
                  <a:pt x="630" y="167"/>
                </a:lnTo>
                <a:lnTo>
                  <a:pt x="631" y="167"/>
                </a:lnTo>
                <a:lnTo>
                  <a:pt x="631" y="166"/>
                </a:lnTo>
                <a:lnTo>
                  <a:pt x="632" y="166"/>
                </a:lnTo>
                <a:lnTo>
                  <a:pt x="633" y="166"/>
                </a:lnTo>
                <a:lnTo>
                  <a:pt x="634" y="166"/>
                </a:lnTo>
                <a:lnTo>
                  <a:pt x="634" y="167"/>
                </a:lnTo>
                <a:lnTo>
                  <a:pt x="634" y="168"/>
                </a:lnTo>
                <a:lnTo>
                  <a:pt x="635" y="168"/>
                </a:lnTo>
                <a:lnTo>
                  <a:pt x="635" y="167"/>
                </a:lnTo>
                <a:lnTo>
                  <a:pt x="635" y="166"/>
                </a:lnTo>
                <a:lnTo>
                  <a:pt x="636" y="166"/>
                </a:lnTo>
                <a:lnTo>
                  <a:pt x="637" y="167"/>
                </a:lnTo>
                <a:lnTo>
                  <a:pt x="638" y="167"/>
                </a:lnTo>
                <a:lnTo>
                  <a:pt x="638" y="166"/>
                </a:lnTo>
                <a:lnTo>
                  <a:pt x="638" y="167"/>
                </a:lnTo>
                <a:lnTo>
                  <a:pt x="638" y="168"/>
                </a:lnTo>
                <a:lnTo>
                  <a:pt x="639" y="168"/>
                </a:lnTo>
                <a:lnTo>
                  <a:pt x="640" y="169"/>
                </a:lnTo>
                <a:lnTo>
                  <a:pt x="640" y="170"/>
                </a:lnTo>
                <a:lnTo>
                  <a:pt x="641" y="170"/>
                </a:lnTo>
                <a:lnTo>
                  <a:pt x="642" y="170"/>
                </a:lnTo>
                <a:lnTo>
                  <a:pt x="643" y="170"/>
                </a:lnTo>
                <a:lnTo>
                  <a:pt x="643" y="171"/>
                </a:lnTo>
                <a:lnTo>
                  <a:pt x="643" y="172"/>
                </a:lnTo>
                <a:lnTo>
                  <a:pt x="644" y="172"/>
                </a:lnTo>
                <a:lnTo>
                  <a:pt x="645" y="172"/>
                </a:lnTo>
                <a:lnTo>
                  <a:pt x="648" y="173"/>
                </a:lnTo>
                <a:lnTo>
                  <a:pt x="648" y="174"/>
                </a:lnTo>
                <a:lnTo>
                  <a:pt x="649" y="174"/>
                </a:lnTo>
                <a:lnTo>
                  <a:pt x="651" y="176"/>
                </a:lnTo>
                <a:lnTo>
                  <a:pt x="652" y="177"/>
                </a:lnTo>
                <a:lnTo>
                  <a:pt x="653" y="177"/>
                </a:lnTo>
                <a:lnTo>
                  <a:pt x="653" y="178"/>
                </a:lnTo>
                <a:lnTo>
                  <a:pt x="654" y="178"/>
                </a:lnTo>
                <a:lnTo>
                  <a:pt x="656" y="178"/>
                </a:lnTo>
                <a:lnTo>
                  <a:pt x="656" y="176"/>
                </a:lnTo>
                <a:lnTo>
                  <a:pt x="657" y="175"/>
                </a:lnTo>
                <a:lnTo>
                  <a:pt x="657" y="174"/>
                </a:lnTo>
                <a:lnTo>
                  <a:pt x="658" y="173"/>
                </a:lnTo>
                <a:lnTo>
                  <a:pt x="659" y="173"/>
                </a:lnTo>
                <a:lnTo>
                  <a:pt x="660" y="173"/>
                </a:lnTo>
                <a:lnTo>
                  <a:pt x="660" y="172"/>
                </a:lnTo>
                <a:lnTo>
                  <a:pt x="660" y="171"/>
                </a:lnTo>
                <a:lnTo>
                  <a:pt x="661" y="170"/>
                </a:lnTo>
                <a:lnTo>
                  <a:pt x="661" y="169"/>
                </a:lnTo>
                <a:lnTo>
                  <a:pt x="662" y="169"/>
                </a:lnTo>
                <a:lnTo>
                  <a:pt x="663" y="169"/>
                </a:lnTo>
                <a:lnTo>
                  <a:pt x="664" y="169"/>
                </a:lnTo>
                <a:lnTo>
                  <a:pt x="666" y="169"/>
                </a:lnTo>
                <a:lnTo>
                  <a:pt x="666" y="168"/>
                </a:lnTo>
                <a:lnTo>
                  <a:pt x="668" y="168"/>
                </a:lnTo>
                <a:lnTo>
                  <a:pt x="670" y="169"/>
                </a:lnTo>
                <a:lnTo>
                  <a:pt x="671" y="170"/>
                </a:lnTo>
                <a:lnTo>
                  <a:pt x="671" y="171"/>
                </a:lnTo>
                <a:lnTo>
                  <a:pt x="672" y="171"/>
                </a:lnTo>
                <a:lnTo>
                  <a:pt x="673" y="171"/>
                </a:lnTo>
                <a:lnTo>
                  <a:pt x="674" y="172"/>
                </a:lnTo>
                <a:lnTo>
                  <a:pt x="675" y="172"/>
                </a:lnTo>
                <a:lnTo>
                  <a:pt x="675" y="173"/>
                </a:lnTo>
                <a:lnTo>
                  <a:pt x="676" y="173"/>
                </a:lnTo>
                <a:lnTo>
                  <a:pt x="677" y="173"/>
                </a:lnTo>
                <a:lnTo>
                  <a:pt x="677" y="172"/>
                </a:lnTo>
                <a:lnTo>
                  <a:pt x="676" y="172"/>
                </a:lnTo>
                <a:lnTo>
                  <a:pt x="676" y="171"/>
                </a:lnTo>
                <a:lnTo>
                  <a:pt x="676" y="170"/>
                </a:lnTo>
                <a:lnTo>
                  <a:pt x="678" y="168"/>
                </a:lnTo>
                <a:lnTo>
                  <a:pt x="678" y="167"/>
                </a:lnTo>
                <a:lnTo>
                  <a:pt x="679" y="167"/>
                </a:lnTo>
                <a:lnTo>
                  <a:pt x="680" y="167"/>
                </a:lnTo>
                <a:lnTo>
                  <a:pt x="680" y="166"/>
                </a:lnTo>
                <a:lnTo>
                  <a:pt x="680" y="165"/>
                </a:lnTo>
                <a:lnTo>
                  <a:pt x="681" y="165"/>
                </a:lnTo>
                <a:lnTo>
                  <a:pt x="682" y="165"/>
                </a:lnTo>
                <a:lnTo>
                  <a:pt x="683" y="165"/>
                </a:lnTo>
                <a:lnTo>
                  <a:pt x="683" y="166"/>
                </a:lnTo>
                <a:lnTo>
                  <a:pt x="684" y="166"/>
                </a:lnTo>
                <a:lnTo>
                  <a:pt x="684" y="165"/>
                </a:lnTo>
                <a:lnTo>
                  <a:pt x="685" y="165"/>
                </a:lnTo>
                <a:lnTo>
                  <a:pt x="685" y="164"/>
                </a:lnTo>
                <a:lnTo>
                  <a:pt x="687" y="164"/>
                </a:lnTo>
                <a:lnTo>
                  <a:pt x="688" y="164"/>
                </a:lnTo>
                <a:lnTo>
                  <a:pt x="689" y="164"/>
                </a:lnTo>
                <a:lnTo>
                  <a:pt x="690" y="165"/>
                </a:lnTo>
                <a:lnTo>
                  <a:pt x="690" y="164"/>
                </a:lnTo>
                <a:lnTo>
                  <a:pt x="691" y="164"/>
                </a:lnTo>
                <a:lnTo>
                  <a:pt x="691" y="163"/>
                </a:lnTo>
                <a:lnTo>
                  <a:pt x="692" y="162"/>
                </a:lnTo>
                <a:lnTo>
                  <a:pt x="692" y="161"/>
                </a:lnTo>
                <a:lnTo>
                  <a:pt x="692" y="160"/>
                </a:lnTo>
                <a:lnTo>
                  <a:pt x="692" y="159"/>
                </a:lnTo>
                <a:lnTo>
                  <a:pt x="693" y="159"/>
                </a:lnTo>
                <a:lnTo>
                  <a:pt x="694" y="160"/>
                </a:lnTo>
                <a:lnTo>
                  <a:pt x="695" y="160"/>
                </a:lnTo>
                <a:lnTo>
                  <a:pt x="696" y="160"/>
                </a:lnTo>
                <a:lnTo>
                  <a:pt x="697" y="161"/>
                </a:lnTo>
                <a:lnTo>
                  <a:pt x="698" y="162"/>
                </a:lnTo>
                <a:lnTo>
                  <a:pt x="698" y="163"/>
                </a:lnTo>
                <a:lnTo>
                  <a:pt x="699" y="163"/>
                </a:lnTo>
                <a:lnTo>
                  <a:pt x="700" y="163"/>
                </a:lnTo>
                <a:lnTo>
                  <a:pt x="700" y="162"/>
                </a:lnTo>
                <a:lnTo>
                  <a:pt x="701" y="162"/>
                </a:lnTo>
                <a:lnTo>
                  <a:pt x="703" y="162"/>
                </a:lnTo>
                <a:lnTo>
                  <a:pt x="704" y="163"/>
                </a:lnTo>
                <a:lnTo>
                  <a:pt x="706" y="164"/>
                </a:lnTo>
                <a:lnTo>
                  <a:pt x="707" y="165"/>
                </a:lnTo>
                <a:lnTo>
                  <a:pt x="708" y="165"/>
                </a:lnTo>
                <a:lnTo>
                  <a:pt x="709" y="165"/>
                </a:lnTo>
                <a:lnTo>
                  <a:pt x="709" y="164"/>
                </a:lnTo>
                <a:lnTo>
                  <a:pt x="711" y="164"/>
                </a:lnTo>
                <a:lnTo>
                  <a:pt x="712" y="164"/>
                </a:lnTo>
                <a:lnTo>
                  <a:pt x="712" y="165"/>
                </a:lnTo>
                <a:lnTo>
                  <a:pt x="713" y="166"/>
                </a:lnTo>
                <a:lnTo>
                  <a:pt x="713" y="165"/>
                </a:lnTo>
                <a:lnTo>
                  <a:pt x="714" y="165"/>
                </a:lnTo>
                <a:lnTo>
                  <a:pt x="715" y="165"/>
                </a:lnTo>
                <a:lnTo>
                  <a:pt x="716" y="166"/>
                </a:lnTo>
                <a:lnTo>
                  <a:pt x="717" y="167"/>
                </a:lnTo>
                <a:lnTo>
                  <a:pt x="718" y="167"/>
                </a:lnTo>
                <a:lnTo>
                  <a:pt x="719" y="167"/>
                </a:lnTo>
                <a:lnTo>
                  <a:pt x="720" y="167"/>
                </a:lnTo>
                <a:lnTo>
                  <a:pt x="721" y="168"/>
                </a:lnTo>
                <a:lnTo>
                  <a:pt x="721" y="167"/>
                </a:lnTo>
                <a:lnTo>
                  <a:pt x="722" y="167"/>
                </a:lnTo>
                <a:lnTo>
                  <a:pt x="722" y="166"/>
                </a:lnTo>
                <a:lnTo>
                  <a:pt x="722" y="165"/>
                </a:lnTo>
                <a:lnTo>
                  <a:pt x="723" y="165"/>
                </a:lnTo>
                <a:lnTo>
                  <a:pt x="724" y="164"/>
                </a:lnTo>
                <a:lnTo>
                  <a:pt x="725" y="164"/>
                </a:lnTo>
                <a:lnTo>
                  <a:pt x="725" y="165"/>
                </a:lnTo>
                <a:lnTo>
                  <a:pt x="725" y="166"/>
                </a:lnTo>
                <a:lnTo>
                  <a:pt x="725" y="167"/>
                </a:lnTo>
                <a:lnTo>
                  <a:pt x="725" y="168"/>
                </a:lnTo>
                <a:lnTo>
                  <a:pt x="726" y="168"/>
                </a:lnTo>
                <a:lnTo>
                  <a:pt x="728" y="169"/>
                </a:lnTo>
                <a:lnTo>
                  <a:pt x="729" y="169"/>
                </a:lnTo>
                <a:lnTo>
                  <a:pt x="730" y="169"/>
                </a:lnTo>
                <a:lnTo>
                  <a:pt x="731" y="168"/>
                </a:lnTo>
                <a:lnTo>
                  <a:pt x="732" y="168"/>
                </a:lnTo>
                <a:lnTo>
                  <a:pt x="731" y="168"/>
                </a:lnTo>
                <a:lnTo>
                  <a:pt x="731" y="167"/>
                </a:lnTo>
                <a:lnTo>
                  <a:pt x="732" y="166"/>
                </a:lnTo>
                <a:lnTo>
                  <a:pt x="732" y="165"/>
                </a:lnTo>
                <a:lnTo>
                  <a:pt x="732" y="166"/>
                </a:lnTo>
                <a:lnTo>
                  <a:pt x="733" y="166"/>
                </a:lnTo>
                <a:lnTo>
                  <a:pt x="735" y="166"/>
                </a:lnTo>
                <a:lnTo>
                  <a:pt x="735" y="165"/>
                </a:lnTo>
                <a:lnTo>
                  <a:pt x="736" y="164"/>
                </a:lnTo>
                <a:lnTo>
                  <a:pt x="737" y="163"/>
                </a:lnTo>
                <a:lnTo>
                  <a:pt x="738" y="163"/>
                </a:lnTo>
                <a:lnTo>
                  <a:pt x="738" y="162"/>
                </a:lnTo>
                <a:lnTo>
                  <a:pt x="739" y="163"/>
                </a:lnTo>
                <a:lnTo>
                  <a:pt x="740" y="162"/>
                </a:lnTo>
                <a:lnTo>
                  <a:pt x="742" y="161"/>
                </a:lnTo>
                <a:lnTo>
                  <a:pt x="743" y="161"/>
                </a:lnTo>
                <a:lnTo>
                  <a:pt x="743" y="160"/>
                </a:lnTo>
                <a:lnTo>
                  <a:pt x="744" y="159"/>
                </a:lnTo>
                <a:lnTo>
                  <a:pt x="745" y="159"/>
                </a:lnTo>
                <a:lnTo>
                  <a:pt x="746" y="158"/>
                </a:lnTo>
                <a:lnTo>
                  <a:pt x="746" y="157"/>
                </a:lnTo>
                <a:lnTo>
                  <a:pt x="747" y="157"/>
                </a:lnTo>
                <a:lnTo>
                  <a:pt x="747" y="156"/>
                </a:lnTo>
                <a:lnTo>
                  <a:pt x="748" y="156"/>
                </a:lnTo>
                <a:lnTo>
                  <a:pt x="748" y="157"/>
                </a:lnTo>
                <a:lnTo>
                  <a:pt x="749" y="159"/>
                </a:lnTo>
                <a:lnTo>
                  <a:pt x="749" y="160"/>
                </a:lnTo>
                <a:lnTo>
                  <a:pt x="750" y="160"/>
                </a:lnTo>
                <a:lnTo>
                  <a:pt x="751" y="160"/>
                </a:lnTo>
                <a:lnTo>
                  <a:pt x="751" y="159"/>
                </a:lnTo>
                <a:lnTo>
                  <a:pt x="751" y="158"/>
                </a:lnTo>
                <a:lnTo>
                  <a:pt x="751" y="157"/>
                </a:lnTo>
                <a:lnTo>
                  <a:pt x="753" y="156"/>
                </a:lnTo>
                <a:lnTo>
                  <a:pt x="754" y="156"/>
                </a:lnTo>
                <a:lnTo>
                  <a:pt x="755" y="157"/>
                </a:lnTo>
                <a:lnTo>
                  <a:pt x="757" y="157"/>
                </a:lnTo>
                <a:lnTo>
                  <a:pt x="758" y="158"/>
                </a:lnTo>
                <a:lnTo>
                  <a:pt x="759" y="158"/>
                </a:lnTo>
                <a:lnTo>
                  <a:pt x="760" y="158"/>
                </a:lnTo>
                <a:lnTo>
                  <a:pt x="762" y="158"/>
                </a:lnTo>
                <a:lnTo>
                  <a:pt x="762" y="157"/>
                </a:lnTo>
                <a:lnTo>
                  <a:pt x="761" y="157"/>
                </a:lnTo>
                <a:lnTo>
                  <a:pt x="762" y="157"/>
                </a:lnTo>
                <a:lnTo>
                  <a:pt x="762" y="156"/>
                </a:lnTo>
                <a:lnTo>
                  <a:pt x="763" y="156"/>
                </a:lnTo>
                <a:lnTo>
                  <a:pt x="764" y="156"/>
                </a:lnTo>
                <a:lnTo>
                  <a:pt x="764" y="157"/>
                </a:lnTo>
                <a:lnTo>
                  <a:pt x="764" y="158"/>
                </a:lnTo>
                <a:lnTo>
                  <a:pt x="764" y="159"/>
                </a:lnTo>
                <a:lnTo>
                  <a:pt x="764" y="160"/>
                </a:lnTo>
                <a:lnTo>
                  <a:pt x="765" y="160"/>
                </a:lnTo>
                <a:lnTo>
                  <a:pt x="766" y="160"/>
                </a:lnTo>
                <a:lnTo>
                  <a:pt x="767" y="161"/>
                </a:lnTo>
                <a:lnTo>
                  <a:pt x="768" y="161"/>
                </a:lnTo>
                <a:lnTo>
                  <a:pt x="768" y="160"/>
                </a:lnTo>
                <a:lnTo>
                  <a:pt x="768" y="159"/>
                </a:lnTo>
                <a:lnTo>
                  <a:pt x="768" y="158"/>
                </a:lnTo>
                <a:lnTo>
                  <a:pt x="769" y="156"/>
                </a:lnTo>
                <a:lnTo>
                  <a:pt x="768" y="154"/>
                </a:lnTo>
                <a:lnTo>
                  <a:pt x="768" y="153"/>
                </a:lnTo>
                <a:lnTo>
                  <a:pt x="768" y="152"/>
                </a:lnTo>
                <a:lnTo>
                  <a:pt x="768" y="151"/>
                </a:lnTo>
                <a:lnTo>
                  <a:pt x="769" y="150"/>
                </a:lnTo>
                <a:lnTo>
                  <a:pt x="770" y="150"/>
                </a:lnTo>
                <a:lnTo>
                  <a:pt x="771" y="150"/>
                </a:lnTo>
                <a:lnTo>
                  <a:pt x="772" y="150"/>
                </a:lnTo>
                <a:lnTo>
                  <a:pt x="772" y="149"/>
                </a:lnTo>
                <a:lnTo>
                  <a:pt x="773" y="149"/>
                </a:lnTo>
                <a:lnTo>
                  <a:pt x="774" y="148"/>
                </a:lnTo>
                <a:lnTo>
                  <a:pt x="775" y="149"/>
                </a:lnTo>
                <a:lnTo>
                  <a:pt x="776" y="149"/>
                </a:lnTo>
                <a:lnTo>
                  <a:pt x="777" y="149"/>
                </a:lnTo>
                <a:lnTo>
                  <a:pt x="778" y="150"/>
                </a:lnTo>
                <a:lnTo>
                  <a:pt x="779" y="150"/>
                </a:lnTo>
                <a:lnTo>
                  <a:pt x="779" y="151"/>
                </a:lnTo>
                <a:lnTo>
                  <a:pt x="779" y="152"/>
                </a:lnTo>
                <a:lnTo>
                  <a:pt x="780" y="153"/>
                </a:lnTo>
                <a:lnTo>
                  <a:pt x="781" y="153"/>
                </a:lnTo>
                <a:lnTo>
                  <a:pt x="783" y="154"/>
                </a:lnTo>
                <a:lnTo>
                  <a:pt x="784" y="154"/>
                </a:lnTo>
                <a:lnTo>
                  <a:pt x="784" y="153"/>
                </a:lnTo>
                <a:lnTo>
                  <a:pt x="785" y="153"/>
                </a:lnTo>
                <a:lnTo>
                  <a:pt x="786" y="153"/>
                </a:lnTo>
                <a:lnTo>
                  <a:pt x="788" y="153"/>
                </a:lnTo>
                <a:lnTo>
                  <a:pt x="789" y="154"/>
                </a:lnTo>
                <a:lnTo>
                  <a:pt x="789" y="155"/>
                </a:lnTo>
                <a:lnTo>
                  <a:pt x="789" y="156"/>
                </a:lnTo>
                <a:lnTo>
                  <a:pt x="789" y="157"/>
                </a:lnTo>
                <a:lnTo>
                  <a:pt x="790" y="157"/>
                </a:lnTo>
                <a:lnTo>
                  <a:pt x="791" y="157"/>
                </a:lnTo>
                <a:lnTo>
                  <a:pt x="794" y="156"/>
                </a:lnTo>
                <a:lnTo>
                  <a:pt x="795" y="156"/>
                </a:lnTo>
                <a:lnTo>
                  <a:pt x="796" y="156"/>
                </a:lnTo>
                <a:lnTo>
                  <a:pt x="796" y="155"/>
                </a:lnTo>
                <a:lnTo>
                  <a:pt x="796" y="154"/>
                </a:lnTo>
                <a:lnTo>
                  <a:pt x="796" y="153"/>
                </a:lnTo>
                <a:lnTo>
                  <a:pt x="796" y="152"/>
                </a:lnTo>
                <a:lnTo>
                  <a:pt x="797" y="151"/>
                </a:lnTo>
                <a:lnTo>
                  <a:pt x="796" y="150"/>
                </a:lnTo>
                <a:lnTo>
                  <a:pt x="796" y="149"/>
                </a:lnTo>
                <a:lnTo>
                  <a:pt x="797" y="149"/>
                </a:lnTo>
                <a:lnTo>
                  <a:pt x="797" y="148"/>
                </a:lnTo>
                <a:lnTo>
                  <a:pt x="797" y="147"/>
                </a:lnTo>
                <a:lnTo>
                  <a:pt x="798" y="147"/>
                </a:lnTo>
                <a:lnTo>
                  <a:pt x="799" y="147"/>
                </a:lnTo>
                <a:lnTo>
                  <a:pt x="800" y="147"/>
                </a:lnTo>
                <a:lnTo>
                  <a:pt x="801" y="147"/>
                </a:lnTo>
                <a:lnTo>
                  <a:pt x="801" y="146"/>
                </a:lnTo>
                <a:lnTo>
                  <a:pt x="803" y="144"/>
                </a:lnTo>
                <a:lnTo>
                  <a:pt x="804" y="144"/>
                </a:lnTo>
                <a:lnTo>
                  <a:pt x="805" y="144"/>
                </a:lnTo>
                <a:lnTo>
                  <a:pt x="805" y="145"/>
                </a:lnTo>
                <a:lnTo>
                  <a:pt x="807" y="145"/>
                </a:lnTo>
                <a:lnTo>
                  <a:pt x="808" y="146"/>
                </a:lnTo>
                <a:lnTo>
                  <a:pt x="808" y="147"/>
                </a:lnTo>
                <a:lnTo>
                  <a:pt x="809" y="149"/>
                </a:lnTo>
                <a:lnTo>
                  <a:pt x="810" y="149"/>
                </a:lnTo>
                <a:lnTo>
                  <a:pt x="812" y="151"/>
                </a:lnTo>
                <a:lnTo>
                  <a:pt x="813" y="152"/>
                </a:lnTo>
                <a:lnTo>
                  <a:pt x="814" y="152"/>
                </a:lnTo>
                <a:lnTo>
                  <a:pt x="815" y="153"/>
                </a:lnTo>
                <a:lnTo>
                  <a:pt x="816" y="153"/>
                </a:lnTo>
                <a:lnTo>
                  <a:pt x="816" y="154"/>
                </a:lnTo>
                <a:lnTo>
                  <a:pt x="817" y="154"/>
                </a:lnTo>
                <a:lnTo>
                  <a:pt x="817" y="155"/>
                </a:lnTo>
                <a:lnTo>
                  <a:pt x="818" y="155"/>
                </a:lnTo>
                <a:lnTo>
                  <a:pt x="819" y="155"/>
                </a:lnTo>
                <a:lnTo>
                  <a:pt x="820" y="156"/>
                </a:lnTo>
                <a:lnTo>
                  <a:pt x="820" y="157"/>
                </a:lnTo>
                <a:lnTo>
                  <a:pt x="820" y="158"/>
                </a:lnTo>
                <a:lnTo>
                  <a:pt x="821" y="159"/>
                </a:lnTo>
                <a:lnTo>
                  <a:pt x="822" y="160"/>
                </a:lnTo>
                <a:lnTo>
                  <a:pt x="823" y="160"/>
                </a:lnTo>
                <a:lnTo>
                  <a:pt x="824" y="160"/>
                </a:lnTo>
                <a:lnTo>
                  <a:pt x="825" y="160"/>
                </a:lnTo>
                <a:lnTo>
                  <a:pt x="826" y="161"/>
                </a:lnTo>
                <a:lnTo>
                  <a:pt x="827" y="161"/>
                </a:lnTo>
                <a:lnTo>
                  <a:pt x="827" y="162"/>
                </a:lnTo>
                <a:lnTo>
                  <a:pt x="826" y="163"/>
                </a:lnTo>
                <a:lnTo>
                  <a:pt x="825" y="164"/>
                </a:lnTo>
                <a:lnTo>
                  <a:pt x="824" y="164"/>
                </a:lnTo>
                <a:lnTo>
                  <a:pt x="824" y="166"/>
                </a:lnTo>
                <a:lnTo>
                  <a:pt x="825" y="166"/>
                </a:lnTo>
                <a:lnTo>
                  <a:pt x="826" y="166"/>
                </a:lnTo>
                <a:lnTo>
                  <a:pt x="827" y="166"/>
                </a:lnTo>
                <a:lnTo>
                  <a:pt x="828" y="167"/>
                </a:lnTo>
                <a:lnTo>
                  <a:pt x="829" y="169"/>
                </a:lnTo>
                <a:lnTo>
                  <a:pt x="830" y="170"/>
                </a:lnTo>
                <a:lnTo>
                  <a:pt x="831" y="170"/>
                </a:lnTo>
                <a:lnTo>
                  <a:pt x="832" y="171"/>
                </a:lnTo>
                <a:lnTo>
                  <a:pt x="832" y="170"/>
                </a:lnTo>
                <a:lnTo>
                  <a:pt x="833" y="170"/>
                </a:lnTo>
                <a:lnTo>
                  <a:pt x="834" y="170"/>
                </a:lnTo>
                <a:lnTo>
                  <a:pt x="834" y="169"/>
                </a:lnTo>
                <a:lnTo>
                  <a:pt x="835" y="170"/>
                </a:lnTo>
                <a:lnTo>
                  <a:pt x="836" y="170"/>
                </a:lnTo>
                <a:lnTo>
                  <a:pt x="837" y="170"/>
                </a:lnTo>
                <a:lnTo>
                  <a:pt x="839" y="171"/>
                </a:lnTo>
                <a:lnTo>
                  <a:pt x="838" y="172"/>
                </a:lnTo>
                <a:lnTo>
                  <a:pt x="839" y="173"/>
                </a:lnTo>
                <a:lnTo>
                  <a:pt x="840" y="173"/>
                </a:lnTo>
                <a:lnTo>
                  <a:pt x="841" y="173"/>
                </a:lnTo>
                <a:lnTo>
                  <a:pt x="842" y="173"/>
                </a:lnTo>
                <a:lnTo>
                  <a:pt x="842" y="174"/>
                </a:lnTo>
                <a:lnTo>
                  <a:pt x="843" y="175"/>
                </a:lnTo>
                <a:lnTo>
                  <a:pt x="844" y="175"/>
                </a:lnTo>
                <a:lnTo>
                  <a:pt x="846" y="173"/>
                </a:lnTo>
                <a:lnTo>
                  <a:pt x="847" y="172"/>
                </a:lnTo>
                <a:lnTo>
                  <a:pt x="848" y="170"/>
                </a:lnTo>
                <a:lnTo>
                  <a:pt x="849" y="170"/>
                </a:lnTo>
                <a:lnTo>
                  <a:pt x="850" y="170"/>
                </a:lnTo>
                <a:lnTo>
                  <a:pt x="850" y="169"/>
                </a:lnTo>
                <a:lnTo>
                  <a:pt x="850" y="168"/>
                </a:lnTo>
                <a:lnTo>
                  <a:pt x="851" y="168"/>
                </a:lnTo>
                <a:lnTo>
                  <a:pt x="852" y="168"/>
                </a:lnTo>
                <a:lnTo>
                  <a:pt x="854" y="167"/>
                </a:lnTo>
                <a:lnTo>
                  <a:pt x="854" y="166"/>
                </a:lnTo>
                <a:lnTo>
                  <a:pt x="855" y="166"/>
                </a:lnTo>
                <a:lnTo>
                  <a:pt x="857" y="164"/>
                </a:lnTo>
                <a:lnTo>
                  <a:pt x="858" y="164"/>
                </a:lnTo>
                <a:lnTo>
                  <a:pt x="859" y="162"/>
                </a:lnTo>
                <a:lnTo>
                  <a:pt x="860" y="162"/>
                </a:lnTo>
                <a:lnTo>
                  <a:pt x="860" y="161"/>
                </a:lnTo>
                <a:lnTo>
                  <a:pt x="861" y="161"/>
                </a:lnTo>
                <a:lnTo>
                  <a:pt x="862" y="161"/>
                </a:lnTo>
                <a:lnTo>
                  <a:pt x="863" y="161"/>
                </a:lnTo>
                <a:lnTo>
                  <a:pt x="864" y="161"/>
                </a:lnTo>
                <a:lnTo>
                  <a:pt x="864" y="163"/>
                </a:lnTo>
                <a:lnTo>
                  <a:pt x="864" y="165"/>
                </a:lnTo>
                <a:lnTo>
                  <a:pt x="864" y="166"/>
                </a:lnTo>
                <a:lnTo>
                  <a:pt x="867" y="166"/>
                </a:lnTo>
                <a:lnTo>
                  <a:pt x="868" y="166"/>
                </a:lnTo>
                <a:lnTo>
                  <a:pt x="867" y="165"/>
                </a:lnTo>
                <a:lnTo>
                  <a:pt x="866" y="165"/>
                </a:lnTo>
                <a:lnTo>
                  <a:pt x="866" y="164"/>
                </a:lnTo>
                <a:lnTo>
                  <a:pt x="865" y="162"/>
                </a:lnTo>
                <a:lnTo>
                  <a:pt x="865" y="161"/>
                </a:lnTo>
                <a:lnTo>
                  <a:pt x="864" y="160"/>
                </a:lnTo>
                <a:lnTo>
                  <a:pt x="866" y="158"/>
                </a:lnTo>
                <a:lnTo>
                  <a:pt x="867" y="158"/>
                </a:lnTo>
                <a:lnTo>
                  <a:pt x="868" y="158"/>
                </a:lnTo>
                <a:lnTo>
                  <a:pt x="869" y="158"/>
                </a:lnTo>
                <a:lnTo>
                  <a:pt x="870" y="157"/>
                </a:lnTo>
                <a:lnTo>
                  <a:pt x="870" y="156"/>
                </a:lnTo>
                <a:lnTo>
                  <a:pt x="871" y="156"/>
                </a:lnTo>
                <a:lnTo>
                  <a:pt x="871" y="155"/>
                </a:lnTo>
                <a:lnTo>
                  <a:pt x="873" y="155"/>
                </a:lnTo>
                <a:lnTo>
                  <a:pt x="873" y="154"/>
                </a:lnTo>
                <a:lnTo>
                  <a:pt x="872" y="154"/>
                </a:lnTo>
                <a:lnTo>
                  <a:pt x="871" y="154"/>
                </a:lnTo>
                <a:lnTo>
                  <a:pt x="870" y="153"/>
                </a:lnTo>
                <a:lnTo>
                  <a:pt x="871" y="153"/>
                </a:lnTo>
                <a:lnTo>
                  <a:pt x="871" y="152"/>
                </a:lnTo>
                <a:lnTo>
                  <a:pt x="872" y="152"/>
                </a:lnTo>
                <a:lnTo>
                  <a:pt x="873" y="153"/>
                </a:lnTo>
                <a:lnTo>
                  <a:pt x="874" y="154"/>
                </a:lnTo>
                <a:lnTo>
                  <a:pt x="875" y="154"/>
                </a:lnTo>
                <a:lnTo>
                  <a:pt x="876" y="153"/>
                </a:lnTo>
                <a:lnTo>
                  <a:pt x="876" y="152"/>
                </a:lnTo>
                <a:lnTo>
                  <a:pt x="876" y="151"/>
                </a:lnTo>
                <a:lnTo>
                  <a:pt x="876" y="150"/>
                </a:lnTo>
                <a:lnTo>
                  <a:pt x="877" y="148"/>
                </a:lnTo>
                <a:lnTo>
                  <a:pt x="878" y="147"/>
                </a:lnTo>
                <a:lnTo>
                  <a:pt x="879" y="144"/>
                </a:lnTo>
                <a:lnTo>
                  <a:pt x="879" y="142"/>
                </a:lnTo>
                <a:lnTo>
                  <a:pt x="880" y="142"/>
                </a:lnTo>
                <a:lnTo>
                  <a:pt x="881" y="142"/>
                </a:lnTo>
                <a:lnTo>
                  <a:pt x="882" y="141"/>
                </a:lnTo>
                <a:lnTo>
                  <a:pt x="882" y="140"/>
                </a:lnTo>
                <a:lnTo>
                  <a:pt x="883" y="141"/>
                </a:lnTo>
                <a:lnTo>
                  <a:pt x="884" y="140"/>
                </a:lnTo>
                <a:lnTo>
                  <a:pt x="885" y="140"/>
                </a:lnTo>
                <a:lnTo>
                  <a:pt x="886" y="140"/>
                </a:lnTo>
                <a:lnTo>
                  <a:pt x="887" y="139"/>
                </a:lnTo>
                <a:lnTo>
                  <a:pt x="888" y="139"/>
                </a:lnTo>
                <a:lnTo>
                  <a:pt x="888" y="140"/>
                </a:lnTo>
                <a:lnTo>
                  <a:pt x="889" y="141"/>
                </a:lnTo>
                <a:lnTo>
                  <a:pt x="889" y="142"/>
                </a:lnTo>
                <a:lnTo>
                  <a:pt x="890" y="141"/>
                </a:lnTo>
                <a:lnTo>
                  <a:pt x="890" y="140"/>
                </a:lnTo>
                <a:lnTo>
                  <a:pt x="891" y="140"/>
                </a:lnTo>
                <a:lnTo>
                  <a:pt x="892" y="140"/>
                </a:lnTo>
                <a:lnTo>
                  <a:pt x="893" y="141"/>
                </a:lnTo>
                <a:lnTo>
                  <a:pt x="894" y="141"/>
                </a:lnTo>
                <a:lnTo>
                  <a:pt x="894" y="142"/>
                </a:lnTo>
                <a:lnTo>
                  <a:pt x="894" y="143"/>
                </a:lnTo>
                <a:lnTo>
                  <a:pt x="895" y="143"/>
                </a:lnTo>
                <a:lnTo>
                  <a:pt x="894" y="143"/>
                </a:lnTo>
                <a:lnTo>
                  <a:pt x="894" y="144"/>
                </a:lnTo>
                <a:lnTo>
                  <a:pt x="895" y="145"/>
                </a:lnTo>
                <a:lnTo>
                  <a:pt x="896" y="145"/>
                </a:lnTo>
                <a:lnTo>
                  <a:pt x="897" y="145"/>
                </a:lnTo>
                <a:lnTo>
                  <a:pt x="897" y="146"/>
                </a:lnTo>
                <a:lnTo>
                  <a:pt x="897" y="147"/>
                </a:lnTo>
                <a:lnTo>
                  <a:pt x="897" y="148"/>
                </a:lnTo>
                <a:lnTo>
                  <a:pt x="896" y="148"/>
                </a:lnTo>
                <a:lnTo>
                  <a:pt x="896" y="149"/>
                </a:lnTo>
                <a:lnTo>
                  <a:pt x="896" y="150"/>
                </a:lnTo>
                <a:lnTo>
                  <a:pt x="897" y="150"/>
                </a:lnTo>
                <a:lnTo>
                  <a:pt x="897" y="151"/>
                </a:lnTo>
                <a:lnTo>
                  <a:pt x="898" y="151"/>
                </a:lnTo>
                <a:lnTo>
                  <a:pt x="899" y="151"/>
                </a:lnTo>
                <a:lnTo>
                  <a:pt x="899" y="150"/>
                </a:lnTo>
                <a:lnTo>
                  <a:pt x="899" y="149"/>
                </a:lnTo>
                <a:lnTo>
                  <a:pt x="900" y="149"/>
                </a:lnTo>
                <a:lnTo>
                  <a:pt x="901" y="149"/>
                </a:lnTo>
                <a:lnTo>
                  <a:pt x="901" y="150"/>
                </a:lnTo>
                <a:lnTo>
                  <a:pt x="901" y="151"/>
                </a:lnTo>
                <a:lnTo>
                  <a:pt x="901" y="152"/>
                </a:lnTo>
                <a:lnTo>
                  <a:pt x="899" y="153"/>
                </a:lnTo>
                <a:lnTo>
                  <a:pt x="898" y="154"/>
                </a:lnTo>
                <a:lnTo>
                  <a:pt x="898" y="155"/>
                </a:lnTo>
                <a:lnTo>
                  <a:pt x="898" y="156"/>
                </a:lnTo>
                <a:lnTo>
                  <a:pt x="898" y="158"/>
                </a:lnTo>
                <a:lnTo>
                  <a:pt x="899" y="158"/>
                </a:lnTo>
                <a:lnTo>
                  <a:pt x="899" y="159"/>
                </a:lnTo>
                <a:lnTo>
                  <a:pt x="900" y="159"/>
                </a:lnTo>
                <a:lnTo>
                  <a:pt x="901" y="160"/>
                </a:lnTo>
                <a:lnTo>
                  <a:pt x="901" y="161"/>
                </a:lnTo>
                <a:lnTo>
                  <a:pt x="902" y="161"/>
                </a:lnTo>
                <a:lnTo>
                  <a:pt x="902" y="162"/>
                </a:lnTo>
                <a:lnTo>
                  <a:pt x="902" y="163"/>
                </a:lnTo>
                <a:lnTo>
                  <a:pt x="900" y="164"/>
                </a:lnTo>
                <a:lnTo>
                  <a:pt x="899" y="165"/>
                </a:lnTo>
                <a:lnTo>
                  <a:pt x="898" y="165"/>
                </a:lnTo>
                <a:lnTo>
                  <a:pt x="898" y="167"/>
                </a:lnTo>
                <a:lnTo>
                  <a:pt x="898" y="168"/>
                </a:lnTo>
                <a:lnTo>
                  <a:pt x="898" y="169"/>
                </a:lnTo>
                <a:lnTo>
                  <a:pt x="899" y="169"/>
                </a:lnTo>
                <a:lnTo>
                  <a:pt x="899" y="170"/>
                </a:lnTo>
                <a:lnTo>
                  <a:pt x="899" y="171"/>
                </a:lnTo>
                <a:lnTo>
                  <a:pt x="899" y="172"/>
                </a:lnTo>
                <a:lnTo>
                  <a:pt x="898" y="172"/>
                </a:lnTo>
                <a:lnTo>
                  <a:pt x="897" y="172"/>
                </a:lnTo>
                <a:lnTo>
                  <a:pt x="897" y="173"/>
                </a:lnTo>
                <a:lnTo>
                  <a:pt x="898" y="175"/>
                </a:lnTo>
                <a:lnTo>
                  <a:pt x="898" y="176"/>
                </a:lnTo>
                <a:lnTo>
                  <a:pt x="899" y="177"/>
                </a:lnTo>
                <a:lnTo>
                  <a:pt x="899" y="178"/>
                </a:lnTo>
                <a:lnTo>
                  <a:pt x="900" y="179"/>
                </a:lnTo>
                <a:lnTo>
                  <a:pt x="900" y="181"/>
                </a:lnTo>
                <a:lnTo>
                  <a:pt x="902" y="183"/>
                </a:lnTo>
                <a:lnTo>
                  <a:pt x="903" y="183"/>
                </a:lnTo>
                <a:lnTo>
                  <a:pt x="904" y="183"/>
                </a:lnTo>
                <a:lnTo>
                  <a:pt x="905" y="182"/>
                </a:lnTo>
                <a:lnTo>
                  <a:pt x="905" y="183"/>
                </a:lnTo>
                <a:lnTo>
                  <a:pt x="906" y="185"/>
                </a:lnTo>
                <a:lnTo>
                  <a:pt x="906" y="186"/>
                </a:lnTo>
                <a:lnTo>
                  <a:pt x="906" y="187"/>
                </a:lnTo>
                <a:lnTo>
                  <a:pt x="905" y="188"/>
                </a:lnTo>
                <a:lnTo>
                  <a:pt x="904" y="190"/>
                </a:lnTo>
                <a:lnTo>
                  <a:pt x="903" y="191"/>
                </a:lnTo>
                <a:lnTo>
                  <a:pt x="903" y="193"/>
                </a:lnTo>
                <a:lnTo>
                  <a:pt x="903" y="194"/>
                </a:lnTo>
                <a:lnTo>
                  <a:pt x="904" y="194"/>
                </a:lnTo>
                <a:lnTo>
                  <a:pt x="904" y="195"/>
                </a:lnTo>
                <a:lnTo>
                  <a:pt x="904" y="198"/>
                </a:lnTo>
                <a:lnTo>
                  <a:pt x="903" y="200"/>
                </a:lnTo>
                <a:lnTo>
                  <a:pt x="901" y="202"/>
                </a:lnTo>
                <a:lnTo>
                  <a:pt x="901" y="203"/>
                </a:lnTo>
                <a:lnTo>
                  <a:pt x="900" y="203"/>
                </a:lnTo>
                <a:lnTo>
                  <a:pt x="900" y="202"/>
                </a:lnTo>
                <a:lnTo>
                  <a:pt x="900" y="201"/>
                </a:lnTo>
                <a:lnTo>
                  <a:pt x="899" y="201"/>
                </a:lnTo>
                <a:lnTo>
                  <a:pt x="898" y="200"/>
                </a:lnTo>
                <a:lnTo>
                  <a:pt x="897" y="200"/>
                </a:lnTo>
                <a:lnTo>
                  <a:pt x="897" y="201"/>
                </a:lnTo>
                <a:lnTo>
                  <a:pt x="897" y="202"/>
                </a:lnTo>
                <a:lnTo>
                  <a:pt x="898" y="202"/>
                </a:lnTo>
                <a:lnTo>
                  <a:pt x="898" y="204"/>
                </a:lnTo>
                <a:lnTo>
                  <a:pt x="899" y="205"/>
                </a:lnTo>
                <a:lnTo>
                  <a:pt x="899" y="206"/>
                </a:lnTo>
                <a:lnTo>
                  <a:pt x="898" y="208"/>
                </a:lnTo>
                <a:lnTo>
                  <a:pt x="899" y="209"/>
                </a:lnTo>
                <a:lnTo>
                  <a:pt x="900" y="209"/>
                </a:lnTo>
                <a:lnTo>
                  <a:pt x="900" y="210"/>
                </a:lnTo>
                <a:lnTo>
                  <a:pt x="901" y="210"/>
                </a:lnTo>
                <a:lnTo>
                  <a:pt x="902" y="210"/>
                </a:lnTo>
                <a:lnTo>
                  <a:pt x="902" y="211"/>
                </a:lnTo>
                <a:lnTo>
                  <a:pt x="902" y="212"/>
                </a:lnTo>
                <a:lnTo>
                  <a:pt x="905" y="214"/>
                </a:lnTo>
                <a:lnTo>
                  <a:pt x="906" y="214"/>
                </a:lnTo>
                <a:lnTo>
                  <a:pt x="906" y="215"/>
                </a:lnTo>
                <a:lnTo>
                  <a:pt x="907" y="215"/>
                </a:lnTo>
                <a:lnTo>
                  <a:pt x="908" y="215"/>
                </a:lnTo>
                <a:lnTo>
                  <a:pt x="909" y="216"/>
                </a:lnTo>
                <a:lnTo>
                  <a:pt x="910" y="217"/>
                </a:lnTo>
                <a:lnTo>
                  <a:pt x="910" y="218"/>
                </a:lnTo>
                <a:lnTo>
                  <a:pt x="910" y="219"/>
                </a:lnTo>
                <a:lnTo>
                  <a:pt x="908" y="221"/>
                </a:lnTo>
                <a:lnTo>
                  <a:pt x="908" y="222"/>
                </a:lnTo>
                <a:lnTo>
                  <a:pt x="907" y="222"/>
                </a:lnTo>
                <a:lnTo>
                  <a:pt x="907" y="221"/>
                </a:lnTo>
                <a:lnTo>
                  <a:pt x="907" y="222"/>
                </a:lnTo>
                <a:lnTo>
                  <a:pt x="907" y="223"/>
                </a:lnTo>
                <a:lnTo>
                  <a:pt x="906" y="223"/>
                </a:lnTo>
                <a:lnTo>
                  <a:pt x="906" y="224"/>
                </a:lnTo>
                <a:lnTo>
                  <a:pt x="905" y="225"/>
                </a:lnTo>
                <a:lnTo>
                  <a:pt x="905" y="226"/>
                </a:lnTo>
                <a:lnTo>
                  <a:pt x="905" y="227"/>
                </a:lnTo>
                <a:lnTo>
                  <a:pt x="906" y="228"/>
                </a:lnTo>
                <a:lnTo>
                  <a:pt x="907" y="229"/>
                </a:lnTo>
                <a:lnTo>
                  <a:pt x="907" y="230"/>
                </a:lnTo>
                <a:lnTo>
                  <a:pt x="908" y="230"/>
                </a:lnTo>
                <a:lnTo>
                  <a:pt x="908" y="229"/>
                </a:lnTo>
                <a:lnTo>
                  <a:pt x="909" y="229"/>
                </a:lnTo>
                <a:lnTo>
                  <a:pt x="910" y="230"/>
                </a:lnTo>
                <a:lnTo>
                  <a:pt x="911" y="230"/>
                </a:lnTo>
                <a:lnTo>
                  <a:pt x="912" y="230"/>
                </a:lnTo>
                <a:lnTo>
                  <a:pt x="913" y="230"/>
                </a:lnTo>
                <a:lnTo>
                  <a:pt x="914" y="230"/>
                </a:lnTo>
                <a:lnTo>
                  <a:pt x="914" y="231"/>
                </a:lnTo>
                <a:lnTo>
                  <a:pt x="915" y="232"/>
                </a:lnTo>
                <a:lnTo>
                  <a:pt x="915" y="233"/>
                </a:lnTo>
                <a:lnTo>
                  <a:pt x="915" y="234"/>
                </a:lnTo>
                <a:lnTo>
                  <a:pt x="914" y="235"/>
                </a:lnTo>
                <a:lnTo>
                  <a:pt x="914" y="239"/>
                </a:lnTo>
                <a:lnTo>
                  <a:pt x="915" y="239"/>
                </a:lnTo>
                <a:lnTo>
                  <a:pt x="916" y="240"/>
                </a:lnTo>
                <a:lnTo>
                  <a:pt x="917" y="240"/>
                </a:lnTo>
                <a:lnTo>
                  <a:pt x="918" y="241"/>
                </a:lnTo>
                <a:lnTo>
                  <a:pt x="919" y="241"/>
                </a:lnTo>
                <a:lnTo>
                  <a:pt x="919" y="242"/>
                </a:lnTo>
                <a:lnTo>
                  <a:pt x="921" y="243"/>
                </a:lnTo>
                <a:lnTo>
                  <a:pt x="920" y="244"/>
                </a:lnTo>
                <a:lnTo>
                  <a:pt x="920" y="245"/>
                </a:lnTo>
                <a:lnTo>
                  <a:pt x="920" y="246"/>
                </a:lnTo>
                <a:lnTo>
                  <a:pt x="920" y="247"/>
                </a:lnTo>
                <a:lnTo>
                  <a:pt x="920" y="248"/>
                </a:lnTo>
                <a:lnTo>
                  <a:pt x="920" y="249"/>
                </a:lnTo>
                <a:lnTo>
                  <a:pt x="920" y="250"/>
                </a:lnTo>
                <a:lnTo>
                  <a:pt x="921" y="251"/>
                </a:lnTo>
                <a:lnTo>
                  <a:pt x="922" y="251"/>
                </a:lnTo>
                <a:lnTo>
                  <a:pt x="922" y="252"/>
                </a:lnTo>
                <a:lnTo>
                  <a:pt x="921" y="252"/>
                </a:lnTo>
                <a:lnTo>
                  <a:pt x="921" y="253"/>
                </a:lnTo>
                <a:lnTo>
                  <a:pt x="921" y="254"/>
                </a:lnTo>
                <a:lnTo>
                  <a:pt x="922" y="255"/>
                </a:lnTo>
                <a:lnTo>
                  <a:pt x="924" y="256"/>
                </a:lnTo>
                <a:lnTo>
                  <a:pt x="925" y="256"/>
                </a:lnTo>
                <a:lnTo>
                  <a:pt x="925" y="257"/>
                </a:lnTo>
                <a:lnTo>
                  <a:pt x="926" y="257"/>
                </a:lnTo>
                <a:lnTo>
                  <a:pt x="926" y="256"/>
                </a:lnTo>
                <a:lnTo>
                  <a:pt x="927" y="256"/>
                </a:lnTo>
                <a:lnTo>
                  <a:pt x="928" y="256"/>
                </a:lnTo>
                <a:lnTo>
                  <a:pt x="929" y="256"/>
                </a:lnTo>
                <a:lnTo>
                  <a:pt x="929" y="255"/>
                </a:lnTo>
                <a:lnTo>
                  <a:pt x="930" y="255"/>
                </a:lnTo>
                <a:lnTo>
                  <a:pt x="931" y="255"/>
                </a:lnTo>
                <a:lnTo>
                  <a:pt x="932" y="254"/>
                </a:lnTo>
                <a:lnTo>
                  <a:pt x="933" y="251"/>
                </a:lnTo>
                <a:lnTo>
                  <a:pt x="933" y="250"/>
                </a:lnTo>
                <a:lnTo>
                  <a:pt x="935" y="248"/>
                </a:lnTo>
                <a:lnTo>
                  <a:pt x="937" y="247"/>
                </a:lnTo>
                <a:lnTo>
                  <a:pt x="938" y="248"/>
                </a:lnTo>
                <a:lnTo>
                  <a:pt x="937" y="249"/>
                </a:lnTo>
                <a:lnTo>
                  <a:pt x="938" y="249"/>
                </a:lnTo>
                <a:lnTo>
                  <a:pt x="938" y="250"/>
                </a:lnTo>
                <a:lnTo>
                  <a:pt x="940" y="251"/>
                </a:lnTo>
                <a:lnTo>
                  <a:pt x="941" y="252"/>
                </a:lnTo>
                <a:lnTo>
                  <a:pt x="942" y="252"/>
                </a:lnTo>
                <a:lnTo>
                  <a:pt x="942" y="253"/>
                </a:lnTo>
                <a:lnTo>
                  <a:pt x="942" y="254"/>
                </a:lnTo>
                <a:lnTo>
                  <a:pt x="942" y="255"/>
                </a:lnTo>
                <a:lnTo>
                  <a:pt x="942" y="256"/>
                </a:lnTo>
                <a:lnTo>
                  <a:pt x="942" y="257"/>
                </a:lnTo>
                <a:lnTo>
                  <a:pt x="941" y="257"/>
                </a:lnTo>
                <a:lnTo>
                  <a:pt x="941" y="259"/>
                </a:lnTo>
                <a:lnTo>
                  <a:pt x="941" y="260"/>
                </a:lnTo>
                <a:lnTo>
                  <a:pt x="942" y="260"/>
                </a:lnTo>
                <a:lnTo>
                  <a:pt x="942" y="261"/>
                </a:lnTo>
                <a:lnTo>
                  <a:pt x="942" y="263"/>
                </a:lnTo>
                <a:lnTo>
                  <a:pt x="942" y="265"/>
                </a:lnTo>
                <a:lnTo>
                  <a:pt x="942" y="266"/>
                </a:lnTo>
                <a:lnTo>
                  <a:pt x="944" y="266"/>
                </a:lnTo>
                <a:lnTo>
                  <a:pt x="944" y="267"/>
                </a:lnTo>
                <a:lnTo>
                  <a:pt x="945" y="267"/>
                </a:lnTo>
                <a:lnTo>
                  <a:pt x="945" y="268"/>
                </a:lnTo>
                <a:lnTo>
                  <a:pt x="946" y="269"/>
                </a:lnTo>
                <a:lnTo>
                  <a:pt x="946" y="270"/>
                </a:lnTo>
                <a:lnTo>
                  <a:pt x="946" y="271"/>
                </a:lnTo>
                <a:lnTo>
                  <a:pt x="947" y="272"/>
                </a:lnTo>
                <a:lnTo>
                  <a:pt x="948" y="273"/>
                </a:lnTo>
                <a:lnTo>
                  <a:pt x="949" y="273"/>
                </a:lnTo>
                <a:lnTo>
                  <a:pt x="949" y="274"/>
                </a:lnTo>
                <a:lnTo>
                  <a:pt x="950" y="273"/>
                </a:lnTo>
                <a:lnTo>
                  <a:pt x="951" y="272"/>
                </a:lnTo>
                <a:lnTo>
                  <a:pt x="951" y="271"/>
                </a:lnTo>
                <a:lnTo>
                  <a:pt x="952" y="271"/>
                </a:lnTo>
                <a:lnTo>
                  <a:pt x="952" y="270"/>
                </a:lnTo>
                <a:lnTo>
                  <a:pt x="953" y="269"/>
                </a:lnTo>
                <a:lnTo>
                  <a:pt x="954" y="269"/>
                </a:lnTo>
                <a:lnTo>
                  <a:pt x="954" y="268"/>
                </a:lnTo>
                <a:lnTo>
                  <a:pt x="954" y="269"/>
                </a:lnTo>
                <a:lnTo>
                  <a:pt x="955" y="269"/>
                </a:lnTo>
                <a:lnTo>
                  <a:pt x="955" y="268"/>
                </a:lnTo>
                <a:lnTo>
                  <a:pt x="956" y="268"/>
                </a:lnTo>
                <a:lnTo>
                  <a:pt x="957" y="269"/>
                </a:lnTo>
                <a:lnTo>
                  <a:pt x="957" y="268"/>
                </a:lnTo>
                <a:lnTo>
                  <a:pt x="958" y="268"/>
                </a:lnTo>
                <a:lnTo>
                  <a:pt x="959" y="268"/>
                </a:lnTo>
                <a:lnTo>
                  <a:pt x="960" y="268"/>
                </a:lnTo>
                <a:lnTo>
                  <a:pt x="961" y="267"/>
                </a:lnTo>
                <a:lnTo>
                  <a:pt x="961" y="266"/>
                </a:lnTo>
                <a:lnTo>
                  <a:pt x="962" y="266"/>
                </a:lnTo>
                <a:lnTo>
                  <a:pt x="964" y="266"/>
                </a:lnTo>
                <a:lnTo>
                  <a:pt x="965" y="266"/>
                </a:lnTo>
                <a:lnTo>
                  <a:pt x="966" y="266"/>
                </a:lnTo>
                <a:lnTo>
                  <a:pt x="966" y="265"/>
                </a:lnTo>
                <a:lnTo>
                  <a:pt x="967" y="263"/>
                </a:lnTo>
                <a:lnTo>
                  <a:pt x="966" y="263"/>
                </a:lnTo>
                <a:lnTo>
                  <a:pt x="966" y="262"/>
                </a:lnTo>
                <a:lnTo>
                  <a:pt x="967" y="261"/>
                </a:lnTo>
                <a:lnTo>
                  <a:pt x="968" y="261"/>
                </a:lnTo>
                <a:lnTo>
                  <a:pt x="968" y="260"/>
                </a:lnTo>
                <a:lnTo>
                  <a:pt x="970" y="260"/>
                </a:lnTo>
                <a:lnTo>
                  <a:pt x="971" y="260"/>
                </a:lnTo>
                <a:lnTo>
                  <a:pt x="971" y="259"/>
                </a:lnTo>
                <a:lnTo>
                  <a:pt x="970" y="258"/>
                </a:lnTo>
                <a:lnTo>
                  <a:pt x="970" y="257"/>
                </a:lnTo>
                <a:lnTo>
                  <a:pt x="971" y="257"/>
                </a:lnTo>
                <a:lnTo>
                  <a:pt x="971" y="256"/>
                </a:lnTo>
                <a:lnTo>
                  <a:pt x="972" y="256"/>
                </a:lnTo>
                <a:lnTo>
                  <a:pt x="972" y="255"/>
                </a:lnTo>
                <a:lnTo>
                  <a:pt x="972" y="254"/>
                </a:lnTo>
                <a:lnTo>
                  <a:pt x="972" y="253"/>
                </a:lnTo>
                <a:lnTo>
                  <a:pt x="972" y="252"/>
                </a:lnTo>
                <a:lnTo>
                  <a:pt x="973" y="252"/>
                </a:lnTo>
                <a:lnTo>
                  <a:pt x="974" y="253"/>
                </a:lnTo>
                <a:lnTo>
                  <a:pt x="976" y="253"/>
                </a:lnTo>
                <a:lnTo>
                  <a:pt x="977" y="252"/>
                </a:lnTo>
                <a:lnTo>
                  <a:pt x="977" y="251"/>
                </a:lnTo>
                <a:lnTo>
                  <a:pt x="978" y="250"/>
                </a:lnTo>
                <a:lnTo>
                  <a:pt x="978" y="249"/>
                </a:lnTo>
                <a:lnTo>
                  <a:pt x="979" y="249"/>
                </a:lnTo>
                <a:lnTo>
                  <a:pt x="980" y="249"/>
                </a:lnTo>
                <a:lnTo>
                  <a:pt x="981" y="249"/>
                </a:lnTo>
                <a:lnTo>
                  <a:pt x="982" y="249"/>
                </a:lnTo>
                <a:lnTo>
                  <a:pt x="982" y="250"/>
                </a:lnTo>
                <a:lnTo>
                  <a:pt x="983" y="250"/>
                </a:lnTo>
                <a:lnTo>
                  <a:pt x="983" y="251"/>
                </a:lnTo>
                <a:lnTo>
                  <a:pt x="985" y="251"/>
                </a:lnTo>
                <a:lnTo>
                  <a:pt x="986" y="251"/>
                </a:lnTo>
                <a:lnTo>
                  <a:pt x="986" y="252"/>
                </a:lnTo>
                <a:lnTo>
                  <a:pt x="987" y="252"/>
                </a:lnTo>
                <a:lnTo>
                  <a:pt x="987" y="253"/>
                </a:lnTo>
                <a:lnTo>
                  <a:pt x="988" y="253"/>
                </a:lnTo>
                <a:lnTo>
                  <a:pt x="988" y="252"/>
                </a:lnTo>
                <a:lnTo>
                  <a:pt x="989" y="251"/>
                </a:lnTo>
                <a:lnTo>
                  <a:pt x="990" y="251"/>
                </a:lnTo>
                <a:lnTo>
                  <a:pt x="990" y="252"/>
                </a:lnTo>
                <a:lnTo>
                  <a:pt x="990" y="253"/>
                </a:lnTo>
                <a:lnTo>
                  <a:pt x="991" y="254"/>
                </a:lnTo>
                <a:lnTo>
                  <a:pt x="991" y="255"/>
                </a:lnTo>
                <a:lnTo>
                  <a:pt x="992" y="256"/>
                </a:lnTo>
                <a:lnTo>
                  <a:pt x="993" y="257"/>
                </a:lnTo>
                <a:lnTo>
                  <a:pt x="993" y="258"/>
                </a:lnTo>
                <a:lnTo>
                  <a:pt x="994" y="258"/>
                </a:lnTo>
                <a:lnTo>
                  <a:pt x="994" y="259"/>
                </a:lnTo>
                <a:lnTo>
                  <a:pt x="995" y="259"/>
                </a:lnTo>
                <a:lnTo>
                  <a:pt x="995" y="260"/>
                </a:lnTo>
                <a:lnTo>
                  <a:pt x="995" y="261"/>
                </a:lnTo>
                <a:lnTo>
                  <a:pt x="997" y="262"/>
                </a:lnTo>
                <a:lnTo>
                  <a:pt x="997" y="263"/>
                </a:lnTo>
                <a:lnTo>
                  <a:pt x="997" y="264"/>
                </a:lnTo>
                <a:lnTo>
                  <a:pt x="998" y="264"/>
                </a:lnTo>
                <a:lnTo>
                  <a:pt x="999" y="265"/>
                </a:lnTo>
                <a:lnTo>
                  <a:pt x="999" y="266"/>
                </a:lnTo>
                <a:lnTo>
                  <a:pt x="1000" y="266"/>
                </a:lnTo>
                <a:lnTo>
                  <a:pt x="1001" y="266"/>
                </a:lnTo>
                <a:lnTo>
                  <a:pt x="1002" y="267"/>
                </a:lnTo>
                <a:lnTo>
                  <a:pt x="1002" y="268"/>
                </a:lnTo>
                <a:lnTo>
                  <a:pt x="1002" y="269"/>
                </a:lnTo>
                <a:lnTo>
                  <a:pt x="1003" y="268"/>
                </a:lnTo>
                <a:lnTo>
                  <a:pt x="1004" y="267"/>
                </a:lnTo>
                <a:lnTo>
                  <a:pt x="1004" y="268"/>
                </a:lnTo>
                <a:lnTo>
                  <a:pt x="1005" y="268"/>
                </a:lnTo>
                <a:lnTo>
                  <a:pt x="1006" y="267"/>
                </a:lnTo>
                <a:lnTo>
                  <a:pt x="1007" y="267"/>
                </a:lnTo>
                <a:lnTo>
                  <a:pt x="1008" y="267"/>
                </a:lnTo>
                <a:lnTo>
                  <a:pt x="1009" y="267"/>
                </a:lnTo>
                <a:lnTo>
                  <a:pt x="1010" y="267"/>
                </a:lnTo>
                <a:lnTo>
                  <a:pt x="1011" y="267"/>
                </a:lnTo>
                <a:lnTo>
                  <a:pt x="1012" y="267"/>
                </a:lnTo>
                <a:lnTo>
                  <a:pt x="1013" y="268"/>
                </a:lnTo>
                <a:lnTo>
                  <a:pt x="1014" y="268"/>
                </a:lnTo>
                <a:lnTo>
                  <a:pt x="1016" y="268"/>
                </a:lnTo>
                <a:lnTo>
                  <a:pt x="1017" y="269"/>
                </a:lnTo>
                <a:lnTo>
                  <a:pt x="1018" y="269"/>
                </a:lnTo>
                <a:lnTo>
                  <a:pt x="1018" y="268"/>
                </a:lnTo>
                <a:lnTo>
                  <a:pt x="1019" y="267"/>
                </a:lnTo>
                <a:lnTo>
                  <a:pt x="1020" y="267"/>
                </a:lnTo>
                <a:lnTo>
                  <a:pt x="1021" y="267"/>
                </a:lnTo>
                <a:lnTo>
                  <a:pt x="1022" y="268"/>
                </a:lnTo>
                <a:lnTo>
                  <a:pt x="1023" y="269"/>
                </a:lnTo>
                <a:lnTo>
                  <a:pt x="1023" y="270"/>
                </a:lnTo>
                <a:lnTo>
                  <a:pt x="1025" y="270"/>
                </a:lnTo>
                <a:lnTo>
                  <a:pt x="1025" y="269"/>
                </a:lnTo>
                <a:lnTo>
                  <a:pt x="1026" y="270"/>
                </a:lnTo>
                <a:lnTo>
                  <a:pt x="1027" y="271"/>
                </a:lnTo>
                <a:lnTo>
                  <a:pt x="1028" y="271"/>
                </a:lnTo>
                <a:lnTo>
                  <a:pt x="1029" y="270"/>
                </a:lnTo>
                <a:lnTo>
                  <a:pt x="1029" y="269"/>
                </a:lnTo>
                <a:lnTo>
                  <a:pt x="1028" y="269"/>
                </a:lnTo>
                <a:lnTo>
                  <a:pt x="1029" y="268"/>
                </a:lnTo>
                <a:lnTo>
                  <a:pt x="1029" y="269"/>
                </a:lnTo>
                <a:lnTo>
                  <a:pt x="1030" y="269"/>
                </a:lnTo>
                <a:lnTo>
                  <a:pt x="1030" y="270"/>
                </a:lnTo>
                <a:lnTo>
                  <a:pt x="1031" y="269"/>
                </a:lnTo>
                <a:lnTo>
                  <a:pt x="1031" y="268"/>
                </a:lnTo>
                <a:lnTo>
                  <a:pt x="1032" y="268"/>
                </a:lnTo>
                <a:lnTo>
                  <a:pt x="1034" y="268"/>
                </a:lnTo>
                <a:lnTo>
                  <a:pt x="1035" y="267"/>
                </a:lnTo>
                <a:lnTo>
                  <a:pt x="1036" y="267"/>
                </a:lnTo>
                <a:lnTo>
                  <a:pt x="1036" y="268"/>
                </a:lnTo>
                <a:lnTo>
                  <a:pt x="1037" y="268"/>
                </a:lnTo>
                <a:lnTo>
                  <a:pt x="1038" y="267"/>
                </a:lnTo>
                <a:lnTo>
                  <a:pt x="1039" y="267"/>
                </a:lnTo>
                <a:lnTo>
                  <a:pt x="1039" y="266"/>
                </a:lnTo>
                <a:lnTo>
                  <a:pt x="1038" y="266"/>
                </a:lnTo>
                <a:lnTo>
                  <a:pt x="1038" y="265"/>
                </a:lnTo>
                <a:lnTo>
                  <a:pt x="1037" y="265"/>
                </a:lnTo>
                <a:lnTo>
                  <a:pt x="1037" y="266"/>
                </a:lnTo>
                <a:lnTo>
                  <a:pt x="1036" y="266"/>
                </a:lnTo>
                <a:lnTo>
                  <a:pt x="1036" y="265"/>
                </a:lnTo>
                <a:lnTo>
                  <a:pt x="1037" y="264"/>
                </a:lnTo>
                <a:lnTo>
                  <a:pt x="1037" y="263"/>
                </a:lnTo>
                <a:lnTo>
                  <a:pt x="1038" y="263"/>
                </a:lnTo>
                <a:lnTo>
                  <a:pt x="1038" y="262"/>
                </a:lnTo>
                <a:lnTo>
                  <a:pt x="1037" y="262"/>
                </a:lnTo>
                <a:lnTo>
                  <a:pt x="1038" y="262"/>
                </a:lnTo>
                <a:lnTo>
                  <a:pt x="1039" y="261"/>
                </a:lnTo>
                <a:lnTo>
                  <a:pt x="1040" y="261"/>
                </a:lnTo>
                <a:lnTo>
                  <a:pt x="1040" y="262"/>
                </a:lnTo>
                <a:lnTo>
                  <a:pt x="1040" y="263"/>
                </a:lnTo>
                <a:lnTo>
                  <a:pt x="1041" y="264"/>
                </a:lnTo>
                <a:lnTo>
                  <a:pt x="1042" y="265"/>
                </a:lnTo>
                <a:lnTo>
                  <a:pt x="1042" y="266"/>
                </a:lnTo>
                <a:lnTo>
                  <a:pt x="1042" y="267"/>
                </a:lnTo>
                <a:lnTo>
                  <a:pt x="1043" y="267"/>
                </a:lnTo>
                <a:lnTo>
                  <a:pt x="1043" y="266"/>
                </a:lnTo>
                <a:lnTo>
                  <a:pt x="1044" y="266"/>
                </a:lnTo>
                <a:lnTo>
                  <a:pt x="1044" y="265"/>
                </a:lnTo>
                <a:lnTo>
                  <a:pt x="1044" y="264"/>
                </a:lnTo>
                <a:lnTo>
                  <a:pt x="1046" y="262"/>
                </a:lnTo>
                <a:lnTo>
                  <a:pt x="1045" y="262"/>
                </a:lnTo>
                <a:lnTo>
                  <a:pt x="1045" y="261"/>
                </a:lnTo>
                <a:lnTo>
                  <a:pt x="1046" y="261"/>
                </a:lnTo>
                <a:lnTo>
                  <a:pt x="1048" y="261"/>
                </a:lnTo>
                <a:lnTo>
                  <a:pt x="1049" y="261"/>
                </a:lnTo>
                <a:lnTo>
                  <a:pt x="1050" y="261"/>
                </a:lnTo>
                <a:lnTo>
                  <a:pt x="1051" y="261"/>
                </a:lnTo>
                <a:lnTo>
                  <a:pt x="1051" y="262"/>
                </a:lnTo>
                <a:lnTo>
                  <a:pt x="1052" y="263"/>
                </a:lnTo>
                <a:lnTo>
                  <a:pt x="1051" y="264"/>
                </a:lnTo>
                <a:lnTo>
                  <a:pt x="1051" y="266"/>
                </a:lnTo>
                <a:lnTo>
                  <a:pt x="1051" y="267"/>
                </a:lnTo>
                <a:lnTo>
                  <a:pt x="1051" y="268"/>
                </a:lnTo>
                <a:lnTo>
                  <a:pt x="1051" y="269"/>
                </a:lnTo>
                <a:lnTo>
                  <a:pt x="1051" y="270"/>
                </a:lnTo>
                <a:lnTo>
                  <a:pt x="1051" y="271"/>
                </a:lnTo>
                <a:lnTo>
                  <a:pt x="1052" y="271"/>
                </a:lnTo>
                <a:lnTo>
                  <a:pt x="1051" y="272"/>
                </a:lnTo>
                <a:lnTo>
                  <a:pt x="1051" y="273"/>
                </a:lnTo>
                <a:lnTo>
                  <a:pt x="1052" y="273"/>
                </a:lnTo>
                <a:lnTo>
                  <a:pt x="1053" y="273"/>
                </a:lnTo>
                <a:lnTo>
                  <a:pt x="1053" y="274"/>
                </a:lnTo>
                <a:lnTo>
                  <a:pt x="1053" y="275"/>
                </a:lnTo>
                <a:lnTo>
                  <a:pt x="1053" y="276"/>
                </a:lnTo>
                <a:lnTo>
                  <a:pt x="1052" y="276"/>
                </a:lnTo>
                <a:lnTo>
                  <a:pt x="1051" y="276"/>
                </a:lnTo>
                <a:lnTo>
                  <a:pt x="1051" y="278"/>
                </a:lnTo>
                <a:lnTo>
                  <a:pt x="1051" y="279"/>
                </a:lnTo>
                <a:lnTo>
                  <a:pt x="1051" y="280"/>
                </a:lnTo>
                <a:lnTo>
                  <a:pt x="1051" y="281"/>
                </a:lnTo>
                <a:lnTo>
                  <a:pt x="1050" y="281"/>
                </a:lnTo>
                <a:lnTo>
                  <a:pt x="1050" y="282"/>
                </a:lnTo>
                <a:lnTo>
                  <a:pt x="1051" y="282"/>
                </a:lnTo>
                <a:lnTo>
                  <a:pt x="1051" y="283"/>
                </a:lnTo>
                <a:lnTo>
                  <a:pt x="1049" y="283"/>
                </a:lnTo>
                <a:lnTo>
                  <a:pt x="1048" y="284"/>
                </a:lnTo>
                <a:lnTo>
                  <a:pt x="1048" y="285"/>
                </a:lnTo>
                <a:lnTo>
                  <a:pt x="1047" y="286"/>
                </a:lnTo>
                <a:lnTo>
                  <a:pt x="1047" y="287"/>
                </a:lnTo>
                <a:lnTo>
                  <a:pt x="1048" y="287"/>
                </a:lnTo>
                <a:lnTo>
                  <a:pt x="1048" y="288"/>
                </a:lnTo>
                <a:lnTo>
                  <a:pt x="1048" y="290"/>
                </a:lnTo>
                <a:lnTo>
                  <a:pt x="1047" y="290"/>
                </a:lnTo>
                <a:lnTo>
                  <a:pt x="1047" y="291"/>
                </a:lnTo>
                <a:lnTo>
                  <a:pt x="1048" y="291"/>
                </a:lnTo>
                <a:lnTo>
                  <a:pt x="1048" y="292"/>
                </a:lnTo>
                <a:lnTo>
                  <a:pt x="1048" y="293"/>
                </a:lnTo>
                <a:lnTo>
                  <a:pt x="1048" y="294"/>
                </a:lnTo>
                <a:lnTo>
                  <a:pt x="1049" y="295"/>
                </a:lnTo>
                <a:lnTo>
                  <a:pt x="1049" y="297"/>
                </a:lnTo>
                <a:lnTo>
                  <a:pt x="1049" y="298"/>
                </a:lnTo>
                <a:lnTo>
                  <a:pt x="1049" y="299"/>
                </a:lnTo>
                <a:lnTo>
                  <a:pt x="1050" y="300"/>
                </a:lnTo>
                <a:lnTo>
                  <a:pt x="1050" y="301"/>
                </a:lnTo>
                <a:lnTo>
                  <a:pt x="1050" y="302"/>
                </a:lnTo>
                <a:lnTo>
                  <a:pt x="1051" y="302"/>
                </a:lnTo>
                <a:lnTo>
                  <a:pt x="1051" y="303"/>
                </a:lnTo>
                <a:lnTo>
                  <a:pt x="1052" y="304"/>
                </a:lnTo>
                <a:lnTo>
                  <a:pt x="1053" y="304"/>
                </a:lnTo>
                <a:lnTo>
                  <a:pt x="1053" y="303"/>
                </a:lnTo>
                <a:lnTo>
                  <a:pt x="1054" y="303"/>
                </a:lnTo>
                <a:lnTo>
                  <a:pt x="1055" y="303"/>
                </a:lnTo>
                <a:lnTo>
                  <a:pt x="1056" y="303"/>
                </a:lnTo>
                <a:lnTo>
                  <a:pt x="1057" y="300"/>
                </a:lnTo>
                <a:lnTo>
                  <a:pt x="1057" y="299"/>
                </a:lnTo>
                <a:lnTo>
                  <a:pt x="1058" y="299"/>
                </a:lnTo>
                <a:lnTo>
                  <a:pt x="1059" y="299"/>
                </a:lnTo>
                <a:lnTo>
                  <a:pt x="1060" y="298"/>
                </a:lnTo>
                <a:lnTo>
                  <a:pt x="1060" y="297"/>
                </a:lnTo>
                <a:lnTo>
                  <a:pt x="1061" y="298"/>
                </a:lnTo>
                <a:lnTo>
                  <a:pt x="1061" y="297"/>
                </a:lnTo>
                <a:lnTo>
                  <a:pt x="1062" y="297"/>
                </a:lnTo>
                <a:lnTo>
                  <a:pt x="1063" y="298"/>
                </a:lnTo>
                <a:lnTo>
                  <a:pt x="1064" y="298"/>
                </a:lnTo>
                <a:lnTo>
                  <a:pt x="1065" y="298"/>
                </a:lnTo>
                <a:lnTo>
                  <a:pt x="1065" y="299"/>
                </a:lnTo>
                <a:lnTo>
                  <a:pt x="1066" y="299"/>
                </a:lnTo>
                <a:lnTo>
                  <a:pt x="1067" y="299"/>
                </a:lnTo>
                <a:lnTo>
                  <a:pt x="1067" y="300"/>
                </a:lnTo>
                <a:lnTo>
                  <a:pt x="1067" y="301"/>
                </a:lnTo>
                <a:lnTo>
                  <a:pt x="1067" y="302"/>
                </a:lnTo>
                <a:lnTo>
                  <a:pt x="1068" y="301"/>
                </a:lnTo>
                <a:lnTo>
                  <a:pt x="1068" y="302"/>
                </a:lnTo>
                <a:lnTo>
                  <a:pt x="1069" y="303"/>
                </a:lnTo>
                <a:lnTo>
                  <a:pt x="1069" y="304"/>
                </a:lnTo>
                <a:lnTo>
                  <a:pt x="1070" y="304"/>
                </a:lnTo>
                <a:lnTo>
                  <a:pt x="1071" y="305"/>
                </a:lnTo>
                <a:lnTo>
                  <a:pt x="1072" y="305"/>
                </a:lnTo>
                <a:lnTo>
                  <a:pt x="1073" y="304"/>
                </a:lnTo>
                <a:lnTo>
                  <a:pt x="1074" y="305"/>
                </a:lnTo>
                <a:lnTo>
                  <a:pt x="1074" y="304"/>
                </a:lnTo>
                <a:lnTo>
                  <a:pt x="1075" y="304"/>
                </a:lnTo>
                <a:lnTo>
                  <a:pt x="1075" y="305"/>
                </a:lnTo>
                <a:lnTo>
                  <a:pt x="1075" y="306"/>
                </a:lnTo>
                <a:lnTo>
                  <a:pt x="1074" y="307"/>
                </a:lnTo>
                <a:lnTo>
                  <a:pt x="1074" y="308"/>
                </a:lnTo>
                <a:lnTo>
                  <a:pt x="1075" y="308"/>
                </a:lnTo>
                <a:lnTo>
                  <a:pt x="1075" y="309"/>
                </a:lnTo>
                <a:lnTo>
                  <a:pt x="1075" y="308"/>
                </a:lnTo>
                <a:lnTo>
                  <a:pt x="1076" y="308"/>
                </a:lnTo>
                <a:lnTo>
                  <a:pt x="1077" y="308"/>
                </a:lnTo>
                <a:lnTo>
                  <a:pt x="1078" y="307"/>
                </a:lnTo>
                <a:lnTo>
                  <a:pt x="1079" y="309"/>
                </a:lnTo>
                <a:lnTo>
                  <a:pt x="1079" y="310"/>
                </a:lnTo>
                <a:lnTo>
                  <a:pt x="1079" y="309"/>
                </a:lnTo>
                <a:lnTo>
                  <a:pt x="1080" y="309"/>
                </a:lnTo>
                <a:lnTo>
                  <a:pt x="1081" y="308"/>
                </a:lnTo>
                <a:lnTo>
                  <a:pt x="1082" y="307"/>
                </a:lnTo>
                <a:lnTo>
                  <a:pt x="1083" y="307"/>
                </a:lnTo>
                <a:lnTo>
                  <a:pt x="1084" y="308"/>
                </a:lnTo>
                <a:lnTo>
                  <a:pt x="1084" y="307"/>
                </a:lnTo>
                <a:lnTo>
                  <a:pt x="1085" y="307"/>
                </a:lnTo>
                <a:lnTo>
                  <a:pt x="1087" y="308"/>
                </a:lnTo>
                <a:lnTo>
                  <a:pt x="1088" y="308"/>
                </a:lnTo>
                <a:lnTo>
                  <a:pt x="1089" y="308"/>
                </a:lnTo>
                <a:lnTo>
                  <a:pt x="1090" y="307"/>
                </a:lnTo>
                <a:lnTo>
                  <a:pt x="1089" y="307"/>
                </a:lnTo>
                <a:lnTo>
                  <a:pt x="1090" y="307"/>
                </a:lnTo>
                <a:lnTo>
                  <a:pt x="1090" y="308"/>
                </a:lnTo>
                <a:lnTo>
                  <a:pt x="1089" y="308"/>
                </a:lnTo>
                <a:lnTo>
                  <a:pt x="1088" y="309"/>
                </a:lnTo>
                <a:lnTo>
                  <a:pt x="1088" y="310"/>
                </a:lnTo>
                <a:lnTo>
                  <a:pt x="1089" y="310"/>
                </a:lnTo>
                <a:lnTo>
                  <a:pt x="1089" y="311"/>
                </a:lnTo>
                <a:lnTo>
                  <a:pt x="1088" y="312"/>
                </a:lnTo>
                <a:lnTo>
                  <a:pt x="1089" y="312"/>
                </a:lnTo>
                <a:lnTo>
                  <a:pt x="1090" y="312"/>
                </a:lnTo>
                <a:lnTo>
                  <a:pt x="1090" y="313"/>
                </a:lnTo>
                <a:lnTo>
                  <a:pt x="1090" y="314"/>
                </a:lnTo>
                <a:lnTo>
                  <a:pt x="1090" y="315"/>
                </a:lnTo>
                <a:lnTo>
                  <a:pt x="1092" y="316"/>
                </a:lnTo>
                <a:lnTo>
                  <a:pt x="1093" y="316"/>
                </a:lnTo>
                <a:lnTo>
                  <a:pt x="1094" y="316"/>
                </a:lnTo>
                <a:lnTo>
                  <a:pt x="1095" y="316"/>
                </a:lnTo>
                <a:lnTo>
                  <a:pt x="1096" y="316"/>
                </a:lnTo>
                <a:lnTo>
                  <a:pt x="1097" y="317"/>
                </a:lnTo>
                <a:lnTo>
                  <a:pt x="1098" y="317"/>
                </a:lnTo>
                <a:lnTo>
                  <a:pt x="1098" y="318"/>
                </a:lnTo>
                <a:lnTo>
                  <a:pt x="1099" y="319"/>
                </a:lnTo>
                <a:lnTo>
                  <a:pt x="1099" y="320"/>
                </a:lnTo>
                <a:lnTo>
                  <a:pt x="1100" y="320"/>
                </a:lnTo>
                <a:lnTo>
                  <a:pt x="1101" y="319"/>
                </a:lnTo>
                <a:lnTo>
                  <a:pt x="1102" y="318"/>
                </a:lnTo>
                <a:lnTo>
                  <a:pt x="1102" y="317"/>
                </a:lnTo>
                <a:lnTo>
                  <a:pt x="1102" y="316"/>
                </a:lnTo>
                <a:lnTo>
                  <a:pt x="1103" y="316"/>
                </a:lnTo>
                <a:lnTo>
                  <a:pt x="1104" y="315"/>
                </a:lnTo>
                <a:lnTo>
                  <a:pt x="1105" y="315"/>
                </a:lnTo>
                <a:lnTo>
                  <a:pt x="1106" y="315"/>
                </a:lnTo>
                <a:lnTo>
                  <a:pt x="1107" y="315"/>
                </a:lnTo>
                <a:lnTo>
                  <a:pt x="1107" y="316"/>
                </a:lnTo>
                <a:lnTo>
                  <a:pt x="1107" y="317"/>
                </a:lnTo>
                <a:lnTo>
                  <a:pt x="1108" y="317"/>
                </a:lnTo>
                <a:lnTo>
                  <a:pt x="1109" y="317"/>
                </a:lnTo>
                <a:lnTo>
                  <a:pt x="1109" y="316"/>
                </a:lnTo>
                <a:lnTo>
                  <a:pt x="1110" y="316"/>
                </a:lnTo>
                <a:lnTo>
                  <a:pt x="1110" y="315"/>
                </a:lnTo>
                <a:lnTo>
                  <a:pt x="1112" y="315"/>
                </a:lnTo>
                <a:lnTo>
                  <a:pt x="1113" y="314"/>
                </a:lnTo>
                <a:lnTo>
                  <a:pt x="1114" y="314"/>
                </a:lnTo>
                <a:lnTo>
                  <a:pt x="1114" y="313"/>
                </a:lnTo>
                <a:lnTo>
                  <a:pt x="1115" y="314"/>
                </a:lnTo>
                <a:lnTo>
                  <a:pt x="1116" y="315"/>
                </a:lnTo>
                <a:lnTo>
                  <a:pt x="1117" y="315"/>
                </a:lnTo>
                <a:lnTo>
                  <a:pt x="1117" y="316"/>
                </a:lnTo>
                <a:lnTo>
                  <a:pt x="1118" y="316"/>
                </a:lnTo>
                <a:lnTo>
                  <a:pt x="1118" y="315"/>
                </a:lnTo>
                <a:lnTo>
                  <a:pt x="1117" y="314"/>
                </a:lnTo>
                <a:lnTo>
                  <a:pt x="1118" y="314"/>
                </a:lnTo>
                <a:lnTo>
                  <a:pt x="1119" y="313"/>
                </a:lnTo>
                <a:lnTo>
                  <a:pt x="1119" y="312"/>
                </a:lnTo>
                <a:lnTo>
                  <a:pt x="1120" y="311"/>
                </a:lnTo>
                <a:lnTo>
                  <a:pt x="1121" y="311"/>
                </a:lnTo>
                <a:lnTo>
                  <a:pt x="1121" y="310"/>
                </a:lnTo>
                <a:lnTo>
                  <a:pt x="1122" y="309"/>
                </a:lnTo>
                <a:lnTo>
                  <a:pt x="1123" y="309"/>
                </a:lnTo>
                <a:lnTo>
                  <a:pt x="1124" y="310"/>
                </a:lnTo>
                <a:lnTo>
                  <a:pt x="1124" y="311"/>
                </a:lnTo>
                <a:lnTo>
                  <a:pt x="1124" y="312"/>
                </a:lnTo>
                <a:lnTo>
                  <a:pt x="1125" y="313"/>
                </a:lnTo>
                <a:lnTo>
                  <a:pt x="1127" y="313"/>
                </a:lnTo>
                <a:lnTo>
                  <a:pt x="1127" y="314"/>
                </a:lnTo>
                <a:lnTo>
                  <a:pt x="1128" y="315"/>
                </a:lnTo>
                <a:lnTo>
                  <a:pt x="1129" y="314"/>
                </a:lnTo>
                <a:lnTo>
                  <a:pt x="1129" y="313"/>
                </a:lnTo>
                <a:lnTo>
                  <a:pt x="1129" y="312"/>
                </a:lnTo>
                <a:lnTo>
                  <a:pt x="1129" y="311"/>
                </a:lnTo>
                <a:lnTo>
                  <a:pt x="1130" y="311"/>
                </a:lnTo>
                <a:lnTo>
                  <a:pt x="1130" y="310"/>
                </a:lnTo>
                <a:lnTo>
                  <a:pt x="1130" y="309"/>
                </a:lnTo>
                <a:lnTo>
                  <a:pt x="1129" y="309"/>
                </a:lnTo>
                <a:lnTo>
                  <a:pt x="1129" y="308"/>
                </a:lnTo>
                <a:lnTo>
                  <a:pt x="1130" y="308"/>
                </a:lnTo>
                <a:lnTo>
                  <a:pt x="1130" y="307"/>
                </a:lnTo>
                <a:lnTo>
                  <a:pt x="1130" y="306"/>
                </a:lnTo>
                <a:lnTo>
                  <a:pt x="1131" y="305"/>
                </a:lnTo>
                <a:lnTo>
                  <a:pt x="1131" y="304"/>
                </a:lnTo>
                <a:lnTo>
                  <a:pt x="1131" y="303"/>
                </a:lnTo>
                <a:lnTo>
                  <a:pt x="1132" y="302"/>
                </a:lnTo>
                <a:lnTo>
                  <a:pt x="1133" y="302"/>
                </a:lnTo>
                <a:lnTo>
                  <a:pt x="1133" y="303"/>
                </a:lnTo>
                <a:lnTo>
                  <a:pt x="1134" y="304"/>
                </a:lnTo>
                <a:lnTo>
                  <a:pt x="1135" y="304"/>
                </a:lnTo>
                <a:lnTo>
                  <a:pt x="1135" y="305"/>
                </a:lnTo>
                <a:lnTo>
                  <a:pt x="1136" y="304"/>
                </a:lnTo>
                <a:lnTo>
                  <a:pt x="1137" y="304"/>
                </a:lnTo>
                <a:lnTo>
                  <a:pt x="1139" y="305"/>
                </a:lnTo>
                <a:lnTo>
                  <a:pt x="1141" y="305"/>
                </a:lnTo>
                <a:lnTo>
                  <a:pt x="1142" y="305"/>
                </a:lnTo>
                <a:lnTo>
                  <a:pt x="1144" y="305"/>
                </a:lnTo>
                <a:lnTo>
                  <a:pt x="1145" y="305"/>
                </a:lnTo>
                <a:lnTo>
                  <a:pt x="1145" y="304"/>
                </a:lnTo>
                <a:lnTo>
                  <a:pt x="1144" y="304"/>
                </a:lnTo>
                <a:lnTo>
                  <a:pt x="1144" y="303"/>
                </a:lnTo>
                <a:lnTo>
                  <a:pt x="1145" y="303"/>
                </a:lnTo>
                <a:lnTo>
                  <a:pt x="1146" y="302"/>
                </a:lnTo>
                <a:lnTo>
                  <a:pt x="1147" y="300"/>
                </a:lnTo>
                <a:lnTo>
                  <a:pt x="1147" y="299"/>
                </a:lnTo>
                <a:lnTo>
                  <a:pt x="1146" y="299"/>
                </a:lnTo>
                <a:lnTo>
                  <a:pt x="1145" y="299"/>
                </a:lnTo>
                <a:lnTo>
                  <a:pt x="1145" y="298"/>
                </a:lnTo>
                <a:lnTo>
                  <a:pt x="1145" y="297"/>
                </a:lnTo>
                <a:lnTo>
                  <a:pt x="1146" y="297"/>
                </a:lnTo>
                <a:lnTo>
                  <a:pt x="1146" y="296"/>
                </a:lnTo>
                <a:lnTo>
                  <a:pt x="1145" y="296"/>
                </a:lnTo>
                <a:lnTo>
                  <a:pt x="1145" y="295"/>
                </a:lnTo>
                <a:lnTo>
                  <a:pt x="1145" y="294"/>
                </a:lnTo>
                <a:lnTo>
                  <a:pt x="1145" y="293"/>
                </a:lnTo>
                <a:lnTo>
                  <a:pt x="1146" y="292"/>
                </a:lnTo>
                <a:lnTo>
                  <a:pt x="1147" y="291"/>
                </a:lnTo>
                <a:lnTo>
                  <a:pt x="1148" y="291"/>
                </a:lnTo>
                <a:lnTo>
                  <a:pt x="1148" y="290"/>
                </a:lnTo>
                <a:lnTo>
                  <a:pt x="1149" y="289"/>
                </a:lnTo>
                <a:lnTo>
                  <a:pt x="1148" y="288"/>
                </a:lnTo>
                <a:lnTo>
                  <a:pt x="1148" y="287"/>
                </a:lnTo>
                <a:lnTo>
                  <a:pt x="1147" y="287"/>
                </a:lnTo>
                <a:lnTo>
                  <a:pt x="1148" y="287"/>
                </a:lnTo>
                <a:lnTo>
                  <a:pt x="1148" y="286"/>
                </a:lnTo>
                <a:lnTo>
                  <a:pt x="1150" y="285"/>
                </a:lnTo>
                <a:lnTo>
                  <a:pt x="1152" y="284"/>
                </a:lnTo>
                <a:lnTo>
                  <a:pt x="1153" y="284"/>
                </a:lnTo>
                <a:lnTo>
                  <a:pt x="1154" y="284"/>
                </a:lnTo>
                <a:lnTo>
                  <a:pt x="1156" y="284"/>
                </a:lnTo>
                <a:lnTo>
                  <a:pt x="1157" y="285"/>
                </a:lnTo>
                <a:lnTo>
                  <a:pt x="1156" y="286"/>
                </a:lnTo>
                <a:lnTo>
                  <a:pt x="1157" y="287"/>
                </a:lnTo>
                <a:lnTo>
                  <a:pt x="1157" y="288"/>
                </a:lnTo>
                <a:lnTo>
                  <a:pt x="1157" y="289"/>
                </a:lnTo>
                <a:lnTo>
                  <a:pt x="1158" y="289"/>
                </a:lnTo>
                <a:lnTo>
                  <a:pt x="1159" y="290"/>
                </a:lnTo>
                <a:lnTo>
                  <a:pt x="1160" y="290"/>
                </a:lnTo>
                <a:lnTo>
                  <a:pt x="1160" y="291"/>
                </a:lnTo>
                <a:lnTo>
                  <a:pt x="1160" y="292"/>
                </a:lnTo>
                <a:lnTo>
                  <a:pt x="1161" y="292"/>
                </a:lnTo>
                <a:lnTo>
                  <a:pt x="1162" y="292"/>
                </a:lnTo>
                <a:lnTo>
                  <a:pt x="1162" y="291"/>
                </a:lnTo>
                <a:lnTo>
                  <a:pt x="1163" y="291"/>
                </a:lnTo>
                <a:lnTo>
                  <a:pt x="1163" y="292"/>
                </a:lnTo>
                <a:lnTo>
                  <a:pt x="1163" y="293"/>
                </a:lnTo>
                <a:lnTo>
                  <a:pt x="1164" y="294"/>
                </a:lnTo>
                <a:lnTo>
                  <a:pt x="1165" y="293"/>
                </a:lnTo>
                <a:lnTo>
                  <a:pt x="1166" y="293"/>
                </a:lnTo>
                <a:lnTo>
                  <a:pt x="1167" y="293"/>
                </a:lnTo>
                <a:lnTo>
                  <a:pt x="1167" y="292"/>
                </a:lnTo>
                <a:lnTo>
                  <a:pt x="1168" y="293"/>
                </a:lnTo>
                <a:lnTo>
                  <a:pt x="1167" y="294"/>
                </a:lnTo>
                <a:lnTo>
                  <a:pt x="1167" y="295"/>
                </a:lnTo>
                <a:lnTo>
                  <a:pt x="1167" y="296"/>
                </a:lnTo>
                <a:lnTo>
                  <a:pt x="1167" y="297"/>
                </a:lnTo>
                <a:lnTo>
                  <a:pt x="1166" y="298"/>
                </a:lnTo>
                <a:lnTo>
                  <a:pt x="1166" y="300"/>
                </a:lnTo>
                <a:lnTo>
                  <a:pt x="1165" y="301"/>
                </a:lnTo>
                <a:lnTo>
                  <a:pt x="1165" y="302"/>
                </a:lnTo>
                <a:lnTo>
                  <a:pt x="1165" y="303"/>
                </a:lnTo>
                <a:lnTo>
                  <a:pt x="1166" y="303"/>
                </a:lnTo>
                <a:lnTo>
                  <a:pt x="1166" y="305"/>
                </a:lnTo>
                <a:lnTo>
                  <a:pt x="1165" y="306"/>
                </a:lnTo>
                <a:lnTo>
                  <a:pt x="1165" y="307"/>
                </a:lnTo>
                <a:lnTo>
                  <a:pt x="1165" y="308"/>
                </a:lnTo>
                <a:lnTo>
                  <a:pt x="1166" y="308"/>
                </a:lnTo>
                <a:lnTo>
                  <a:pt x="1166" y="309"/>
                </a:lnTo>
                <a:lnTo>
                  <a:pt x="1166" y="310"/>
                </a:lnTo>
                <a:lnTo>
                  <a:pt x="1166" y="311"/>
                </a:lnTo>
                <a:lnTo>
                  <a:pt x="1166" y="313"/>
                </a:lnTo>
                <a:lnTo>
                  <a:pt x="1165" y="314"/>
                </a:lnTo>
                <a:lnTo>
                  <a:pt x="1165" y="315"/>
                </a:lnTo>
                <a:lnTo>
                  <a:pt x="1165" y="316"/>
                </a:lnTo>
                <a:lnTo>
                  <a:pt x="1166" y="317"/>
                </a:lnTo>
                <a:lnTo>
                  <a:pt x="1166" y="318"/>
                </a:lnTo>
                <a:lnTo>
                  <a:pt x="1167" y="318"/>
                </a:lnTo>
                <a:lnTo>
                  <a:pt x="1167" y="319"/>
                </a:lnTo>
                <a:lnTo>
                  <a:pt x="1167" y="320"/>
                </a:lnTo>
                <a:lnTo>
                  <a:pt x="1168" y="320"/>
                </a:lnTo>
                <a:lnTo>
                  <a:pt x="1169" y="320"/>
                </a:lnTo>
                <a:lnTo>
                  <a:pt x="1169" y="319"/>
                </a:lnTo>
                <a:lnTo>
                  <a:pt x="1170" y="319"/>
                </a:lnTo>
                <a:lnTo>
                  <a:pt x="1171" y="320"/>
                </a:lnTo>
                <a:lnTo>
                  <a:pt x="1172" y="320"/>
                </a:lnTo>
                <a:lnTo>
                  <a:pt x="1173" y="320"/>
                </a:lnTo>
                <a:lnTo>
                  <a:pt x="1174" y="321"/>
                </a:lnTo>
                <a:lnTo>
                  <a:pt x="1175" y="322"/>
                </a:lnTo>
                <a:lnTo>
                  <a:pt x="1175" y="324"/>
                </a:lnTo>
                <a:lnTo>
                  <a:pt x="1174" y="324"/>
                </a:lnTo>
                <a:lnTo>
                  <a:pt x="1174" y="325"/>
                </a:lnTo>
                <a:lnTo>
                  <a:pt x="1173" y="325"/>
                </a:lnTo>
                <a:lnTo>
                  <a:pt x="1174" y="326"/>
                </a:lnTo>
                <a:lnTo>
                  <a:pt x="1175" y="327"/>
                </a:lnTo>
                <a:lnTo>
                  <a:pt x="1176" y="327"/>
                </a:lnTo>
                <a:lnTo>
                  <a:pt x="1176" y="326"/>
                </a:lnTo>
                <a:lnTo>
                  <a:pt x="1177" y="325"/>
                </a:lnTo>
                <a:lnTo>
                  <a:pt x="1178" y="324"/>
                </a:lnTo>
                <a:lnTo>
                  <a:pt x="1179" y="324"/>
                </a:lnTo>
                <a:lnTo>
                  <a:pt x="1180" y="324"/>
                </a:lnTo>
                <a:lnTo>
                  <a:pt x="1180" y="325"/>
                </a:lnTo>
                <a:lnTo>
                  <a:pt x="1181" y="325"/>
                </a:lnTo>
                <a:lnTo>
                  <a:pt x="1181" y="324"/>
                </a:lnTo>
                <a:lnTo>
                  <a:pt x="1181" y="325"/>
                </a:lnTo>
                <a:lnTo>
                  <a:pt x="1182" y="326"/>
                </a:lnTo>
                <a:lnTo>
                  <a:pt x="1182" y="327"/>
                </a:lnTo>
                <a:lnTo>
                  <a:pt x="1183" y="327"/>
                </a:lnTo>
                <a:lnTo>
                  <a:pt x="1184" y="327"/>
                </a:lnTo>
                <a:lnTo>
                  <a:pt x="1185" y="327"/>
                </a:lnTo>
                <a:lnTo>
                  <a:pt x="1186" y="326"/>
                </a:lnTo>
                <a:lnTo>
                  <a:pt x="1186" y="325"/>
                </a:lnTo>
                <a:lnTo>
                  <a:pt x="1187" y="324"/>
                </a:lnTo>
                <a:lnTo>
                  <a:pt x="1188" y="322"/>
                </a:lnTo>
                <a:lnTo>
                  <a:pt x="1189" y="322"/>
                </a:lnTo>
                <a:lnTo>
                  <a:pt x="1190" y="323"/>
                </a:lnTo>
                <a:lnTo>
                  <a:pt x="1191" y="323"/>
                </a:lnTo>
                <a:lnTo>
                  <a:pt x="1192" y="322"/>
                </a:lnTo>
                <a:lnTo>
                  <a:pt x="1193" y="322"/>
                </a:lnTo>
                <a:lnTo>
                  <a:pt x="1194" y="322"/>
                </a:lnTo>
                <a:lnTo>
                  <a:pt x="1194" y="321"/>
                </a:lnTo>
                <a:lnTo>
                  <a:pt x="1195" y="322"/>
                </a:lnTo>
                <a:lnTo>
                  <a:pt x="1196" y="322"/>
                </a:lnTo>
                <a:lnTo>
                  <a:pt x="1196" y="323"/>
                </a:lnTo>
                <a:lnTo>
                  <a:pt x="1197" y="323"/>
                </a:lnTo>
                <a:lnTo>
                  <a:pt x="1198" y="324"/>
                </a:lnTo>
                <a:lnTo>
                  <a:pt x="1198" y="325"/>
                </a:lnTo>
                <a:lnTo>
                  <a:pt x="1197" y="326"/>
                </a:lnTo>
                <a:lnTo>
                  <a:pt x="1196" y="327"/>
                </a:lnTo>
                <a:lnTo>
                  <a:pt x="1196" y="328"/>
                </a:lnTo>
                <a:lnTo>
                  <a:pt x="1195" y="328"/>
                </a:lnTo>
                <a:lnTo>
                  <a:pt x="1196" y="329"/>
                </a:lnTo>
                <a:lnTo>
                  <a:pt x="1197" y="330"/>
                </a:lnTo>
                <a:lnTo>
                  <a:pt x="1196" y="332"/>
                </a:lnTo>
                <a:lnTo>
                  <a:pt x="1195" y="333"/>
                </a:lnTo>
                <a:lnTo>
                  <a:pt x="1196" y="333"/>
                </a:lnTo>
                <a:lnTo>
                  <a:pt x="1198" y="334"/>
                </a:lnTo>
                <a:lnTo>
                  <a:pt x="1199" y="334"/>
                </a:lnTo>
                <a:lnTo>
                  <a:pt x="1199" y="333"/>
                </a:lnTo>
                <a:lnTo>
                  <a:pt x="1200" y="334"/>
                </a:lnTo>
                <a:lnTo>
                  <a:pt x="1201" y="334"/>
                </a:lnTo>
                <a:lnTo>
                  <a:pt x="1201" y="335"/>
                </a:lnTo>
                <a:lnTo>
                  <a:pt x="1202" y="335"/>
                </a:lnTo>
                <a:lnTo>
                  <a:pt x="1202" y="334"/>
                </a:lnTo>
                <a:lnTo>
                  <a:pt x="1203" y="334"/>
                </a:lnTo>
                <a:lnTo>
                  <a:pt x="1203" y="333"/>
                </a:lnTo>
                <a:lnTo>
                  <a:pt x="1203" y="332"/>
                </a:lnTo>
                <a:lnTo>
                  <a:pt x="1204" y="332"/>
                </a:lnTo>
                <a:lnTo>
                  <a:pt x="1205" y="332"/>
                </a:lnTo>
                <a:lnTo>
                  <a:pt x="1205" y="331"/>
                </a:lnTo>
                <a:lnTo>
                  <a:pt x="1206" y="332"/>
                </a:lnTo>
                <a:lnTo>
                  <a:pt x="1207" y="332"/>
                </a:lnTo>
                <a:lnTo>
                  <a:pt x="1208" y="333"/>
                </a:lnTo>
                <a:lnTo>
                  <a:pt x="1208" y="334"/>
                </a:lnTo>
                <a:lnTo>
                  <a:pt x="1208" y="336"/>
                </a:lnTo>
                <a:lnTo>
                  <a:pt x="1209" y="337"/>
                </a:lnTo>
                <a:lnTo>
                  <a:pt x="1209" y="338"/>
                </a:lnTo>
                <a:lnTo>
                  <a:pt x="1210" y="339"/>
                </a:lnTo>
                <a:lnTo>
                  <a:pt x="1211" y="339"/>
                </a:lnTo>
                <a:lnTo>
                  <a:pt x="1211" y="338"/>
                </a:lnTo>
                <a:lnTo>
                  <a:pt x="1211" y="337"/>
                </a:lnTo>
                <a:lnTo>
                  <a:pt x="1212" y="337"/>
                </a:lnTo>
                <a:lnTo>
                  <a:pt x="1212" y="339"/>
                </a:lnTo>
                <a:lnTo>
                  <a:pt x="1212" y="340"/>
                </a:lnTo>
                <a:lnTo>
                  <a:pt x="1211" y="340"/>
                </a:lnTo>
                <a:lnTo>
                  <a:pt x="1212" y="342"/>
                </a:lnTo>
                <a:lnTo>
                  <a:pt x="1212" y="343"/>
                </a:lnTo>
                <a:lnTo>
                  <a:pt x="1211" y="343"/>
                </a:lnTo>
                <a:lnTo>
                  <a:pt x="1211" y="344"/>
                </a:lnTo>
                <a:lnTo>
                  <a:pt x="1211" y="345"/>
                </a:lnTo>
                <a:lnTo>
                  <a:pt x="1212" y="345"/>
                </a:lnTo>
                <a:lnTo>
                  <a:pt x="1213" y="346"/>
                </a:lnTo>
                <a:lnTo>
                  <a:pt x="1214" y="347"/>
                </a:lnTo>
                <a:lnTo>
                  <a:pt x="1214" y="348"/>
                </a:lnTo>
                <a:lnTo>
                  <a:pt x="1215" y="349"/>
                </a:lnTo>
                <a:lnTo>
                  <a:pt x="1216" y="348"/>
                </a:lnTo>
                <a:lnTo>
                  <a:pt x="1216" y="347"/>
                </a:lnTo>
                <a:lnTo>
                  <a:pt x="1218" y="348"/>
                </a:lnTo>
                <a:lnTo>
                  <a:pt x="1219" y="348"/>
                </a:lnTo>
                <a:lnTo>
                  <a:pt x="1219" y="349"/>
                </a:lnTo>
                <a:lnTo>
                  <a:pt x="1220" y="348"/>
                </a:lnTo>
                <a:lnTo>
                  <a:pt x="1220" y="347"/>
                </a:lnTo>
                <a:lnTo>
                  <a:pt x="1221" y="347"/>
                </a:lnTo>
                <a:lnTo>
                  <a:pt x="1222" y="347"/>
                </a:lnTo>
                <a:lnTo>
                  <a:pt x="1223" y="348"/>
                </a:lnTo>
                <a:lnTo>
                  <a:pt x="1223" y="349"/>
                </a:lnTo>
                <a:lnTo>
                  <a:pt x="1224" y="350"/>
                </a:lnTo>
                <a:lnTo>
                  <a:pt x="1225" y="351"/>
                </a:lnTo>
                <a:lnTo>
                  <a:pt x="1225" y="352"/>
                </a:lnTo>
                <a:lnTo>
                  <a:pt x="1226" y="352"/>
                </a:lnTo>
                <a:lnTo>
                  <a:pt x="1227" y="353"/>
                </a:lnTo>
                <a:lnTo>
                  <a:pt x="1227" y="354"/>
                </a:lnTo>
                <a:lnTo>
                  <a:pt x="1227" y="355"/>
                </a:lnTo>
                <a:lnTo>
                  <a:pt x="1227" y="356"/>
                </a:lnTo>
                <a:lnTo>
                  <a:pt x="1227" y="357"/>
                </a:lnTo>
                <a:lnTo>
                  <a:pt x="1227" y="358"/>
                </a:lnTo>
                <a:lnTo>
                  <a:pt x="1227" y="359"/>
                </a:lnTo>
                <a:lnTo>
                  <a:pt x="1226" y="359"/>
                </a:lnTo>
                <a:lnTo>
                  <a:pt x="1226" y="360"/>
                </a:lnTo>
                <a:lnTo>
                  <a:pt x="1227" y="361"/>
                </a:lnTo>
                <a:lnTo>
                  <a:pt x="1228" y="362"/>
                </a:lnTo>
                <a:lnTo>
                  <a:pt x="1229" y="362"/>
                </a:lnTo>
                <a:lnTo>
                  <a:pt x="1229" y="363"/>
                </a:lnTo>
                <a:lnTo>
                  <a:pt x="1229" y="364"/>
                </a:lnTo>
                <a:lnTo>
                  <a:pt x="1230" y="365"/>
                </a:lnTo>
                <a:lnTo>
                  <a:pt x="1231" y="365"/>
                </a:lnTo>
                <a:lnTo>
                  <a:pt x="1231" y="366"/>
                </a:lnTo>
                <a:lnTo>
                  <a:pt x="1231" y="367"/>
                </a:lnTo>
                <a:lnTo>
                  <a:pt x="1231" y="368"/>
                </a:lnTo>
                <a:lnTo>
                  <a:pt x="1232" y="368"/>
                </a:lnTo>
                <a:lnTo>
                  <a:pt x="1233" y="369"/>
                </a:lnTo>
                <a:lnTo>
                  <a:pt x="1235" y="370"/>
                </a:lnTo>
                <a:lnTo>
                  <a:pt x="1236" y="371"/>
                </a:lnTo>
                <a:lnTo>
                  <a:pt x="1237" y="371"/>
                </a:lnTo>
                <a:lnTo>
                  <a:pt x="1238" y="371"/>
                </a:lnTo>
                <a:lnTo>
                  <a:pt x="1238" y="370"/>
                </a:lnTo>
                <a:lnTo>
                  <a:pt x="1238" y="369"/>
                </a:lnTo>
                <a:lnTo>
                  <a:pt x="1238" y="368"/>
                </a:lnTo>
                <a:lnTo>
                  <a:pt x="1238" y="367"/>
                </a:lnTo>
                <a:lnTo>
                  <a:pt x="1239" y="368"/>
                </a:lnTo>
                <a:lnTo>
                  <a:pt x="1239" y="367"/>
                </a:lnTo>
                <a:lnTo>
                  <a:pt x="1239" y="366"/>
                </a:lnTo>
                <a:lnTo>
                  <a:pt x="1239" y="365"/>
                </a:lnTo>
                <a:lnTo>
                  <a:pt x="1240" y="364"/>
                </a:lnTo>
                <a:lnTo>
                  <a:pt x="1241" y="363"/>
                </a:lnTo>
                <a:lnTo>
                  <a:pt x="1242" y="362"/>
                </a:lnTo>
                <a:lnTo>
                  <a:pt x="1243" y="362"/>
                </a:lnTo>
                <a:lnTo>
                  <a:pt x="1244" y="362"/>
                </a:lnTo>
                <a:lnTo>
                  <a:pt x="1244" y="360"/>
                </a:lnTo>
                <a:lnTo>
                  <a:pt x="1245" y="359"/>
                </a:lnTo>
                <a:lnTo>
                  <a:pt x="1245" y="358"/>
                </a:lnTo>
                <a:lnTo>
                  <a:pt x="1245" y="356"/>
                </a:lnTo>
                <a:lnTo>
                  <a:pt x="1245" y="355"/>
                </a:lnTo>
                <a:lnTo>
                  <a:pt x="1245" y="354"/>
                </a:lnTo>
                <a:lnTo>
                  <a:pt x="1246" y="354"/>
                </a:lnTo>
                <a:lnTo>
                  <a:pt x="1246" y="355"/>
                </a:lnTo>
                <a:lnTo>
                  <a:pt x="1248" y="355"/>
                </a:lnTo>
                <a:lnTo>
                  <a:pt x="1248" y="356"/>
                </a:lnTo>
                <a:lnTo>
                  <a:pt x="1249" y="356"/>
                </a:lnTo>
                <a:lnTo>
                  <a:pt x="1250" y="356"/>
                </a:lnTo>
                <a:lnTo>
                  <a:pt x="1251" y="356"/>
                </a:lnTo>
                <a:lnTo>
                  <a:pt x="1252" y="357"/>
                </a:lnTo>
                <a:lnTo>
                  <a:pt x="1253" y="357"/>
                </a:lnTo>
                <a:lnTo>
                  <a:pt x="1254" y="357"/>
                </a:lnTo>
                <a:lnTo>
                  <a:pt x="1255" y="357"/>
                </a:lnTo>
                <a:lnTo>
                  <a:pt x="1256" y="357"/>
                </a:lnTo>
                <a:lnTo>
                  <a:pt x="1257" y="357"/>
                </a:lnTo>
                <a:lnTo>
                  <a:pt x="1257" y="358"/>
                </a:lnTo>
                <a:lnTo>
                  <a:pt x="1257" y="359"/>
                </a:lnTo>
                <a:lnTo>
                  <a:pt x="1257" y="360"/>
                </a:lnTo>
                <a:lnTo>
                  <a:pt x="1257" y="361"/>
                </a:lnTo>
                <a:lnTo>
                  <a:pt x="1259" y="361"/>
                </a:lnTo>
                <a:lnTo>
                  <a:pt x="1260" y="361"/>
                </a:lnTo>
                <a:lnTo>
                  <a:pt x="1261" y="362"/>
                </a:lnTo>
                <a:lnTo>
                  <a:pt x="1261" y="363"/>
                </a:lnTo>
                <a:lnTo>
                  <a:pt x="1262" y="364"/>
                </a:lnTo>
                <a:lnTo>
                  <a:pt x="1262" y="365"/>
                </a:lnTo>
                <a:lnTo>
                  <a:pt x="1262" y="366"/>
                </a:lnTo>
                <a:lnTo>
                  <a:pt x="1263" y="366"/>
                </a:lnTo>
                <a:lnTo>
                  <a:pt x="1264" y="366"/>
                </a:lnTo>
                <a:lnTo>
                  <a:pt x="1265" y="367"/>
                </a:lnTo>
                <a:lnTo>
                  <a:pt x="1265" y="368"/>
                </a:lnTo>
                <a:lnTo>
                  <a:pt x="1266" y="368"/>
                </a:lnTo>
                <a:lnTo>
                  <a:pt x="1266" y="369"/>
                </a:lnTo>
                <a:lnTo>
                  <a:pt x="1267" y="370"/>
                </a:lnTo>
                <a:lnTo>
                  <a:pt x="1267" y="371"/>
                </a:lnTo>
                <a:lnTo>
                  <a:pt x="1268" y="372"/>
                </a:lnTo>
                <a:lnTo>
                  <a:pt x="1269" y="373"/>
                </a:lnTo>
                <a:lnTo>
                  <a:pt x="1269" y="374"/>
                </a:lnTo>
                <a:lnTo>
                  <a:pt x="1268" y="374"/>
                </a:lnTo>
                <a:lnTo>
                  <a:pt x="1269" y="375"/>
                </a:lnTo>
                <a:lnTo>
                  <a:pt x="1269" y="376"/>
                </a:lnTo>
                <a:lnTo>
                  <a:pt x="1270" y="376"/>
                </a:lnTo>
                <a:lnTo>
                  <a:pt x="1271" y="375"/>
                </a:lnTo>
                <a:lnTo>
                  <a:pt x="1272" y="374"/>
                </a:lnTo>
                <a:lnTo>
                  <a:pt x="1272" y="373"/>
                </a:lnTo>
                <a:lnTo>
                  <a:pt x="1272" y="372"/>
                </a:lnTo>
                <a:lnTo>
                  <a:pt x="1272" y="371"/>
                </a:lnTo>
                <a:lnTo>
                  <a:pt x="1273" y="371"/>
                </a:lnTo>
                <a:lnTo>
                  <a:pt x="1274" y="371"/>
                </a:lnTo>
                <a:lnTo>
                  <a:pt x="1275" y="371"/>
                </a:lnTo>
                <a:lnTo>
                  <a:pt x="1276" y="370"/>
                </a:lnTo>
                <a:lnTo>
                  <a:pt x="1277" y="371"/>
                </a:lnTo>
                <a:lnTo>
                  <a:pt x="1278" y="371"/>
                </a:lnTo>
                <a:lnTo>
                  <a:pt x="1281" y="370"/>
                </a:lnTo>
                <a:lnTo>
                  <a:pt x="1281" y="369"/>
                </a:lnTo>
                <a:lnTo>
                  <a:pt x="1281" y="368"/>
                </a:lnTo>
                <a:lnTo>
                  <a:pt x="1282" y="368"/>
                </a:lnTo>
                <a:lnTo>
                  <a:pt x="1282" y="367"/>
                </a:lnTo>
                <a:lnTo>
                  <a:pt x="1283" y="366"/>
                </a:lnTo>
                <a:lnTo>
                  <a:pt x="1284" y="366"/>
                </a:lnTo>
                <a:lnTo>
                  <a:pt x="1286" y="365"/>
                </a:lnTo>
                <a:lnTo>
                  <a:pt x="1287" y="365"/>
                </a:lnTo>
                <a:lnTo>
                  <a:pt x="1288" y="366"/>
                </a:lnTo>
                <a:lnTo>
                  <a:pt x="1288" y="367"/>
                </a:lnTo>
                <a:lnTo>
                  <a:pt x="1289" y="368"/>
                </a:lnTo>
                <a:lnTo>
                  <a:pt x="1289" y="369"/>
                </a:lnTo>
                <a:lnTo>
                  <a:pt x="1290" y="369"/>
                </a:lnTo>
                <a:lnTo>
                  <a:pt x="1290" y="370"/>
                </a:lnTo>
                <a:lnTo>
                  <a:pt x="1289" y="370"/>
                </a:lnTo>
                <a:lnTo>
                  <a:pt x="1289" y="371"/>
                </a:lnTo>
                <a:lnTo>
                  <a:pt x="1290" y="371"/>
                </a:lnTo>
                <a:lnTo>
                  <a:pt x="1290" y="372"/>
                </a:lnTo>
                <a:lnTo>
                  <a:pt x="1290" y="374"/>
                </a:lnTo>
                <a:lnTo>
                  <a:pt x="1291" y="375"/>
                </a:lnTo>
                <a:lnTo>
                  <a:pt x="1291" y="376"/>
                </a:lnTo>
                <a:lnTo>
                  <a:pt x="1292" y="376"/>
                </a:lnTo>
                <a:lnTo>
                  <a:pt x="1293" y="376"/>
                </a:lnTo>
                <a:lnTo>
                  <a:pt x="1294" y="376"/>
                </a:lnTo>
                <a:lnTo>
                  <a:pt x="1295" y="377"/>
                </a:lnTo>
                <a:lnTo>
                  <a:pt x="1296" y="377"/>
                </a:lnTo>
                <a:lnTo>
                  <a:pt x="1296" y="378"/>
                </a:lnTo>
                <a:lnTo>
                  <a:pt x="1297" y="379"/>
                </a:lnTo>
                <a:lnTo>
                  <a:pt x="1298" y="380"/>
                </a:lnTo>
                <a:lnTo>
                  <a:pt x="1299" y="380"/>
                </a:lnTo>
                <a:lnTo>
                  <a:pt x="1300" y="380"/>
                </a:lnTo>
                <a:lnTo>
                  <a:pt x="1300" y="381"/>
                </a:lnTo>
                <a:lnTo>
                  <a:pt x="1300" y="382"/>
                </a:lnTo>
                <a:lnTo>
                  <a:pt x="1300" y="383"/>
                </a:lnTo>
                <a:lnTo>
                  <a:pt x="1299" y="385"/>
                </a:lnTo>
                <a:lnTo>
                  <a:pt x="1300" y="385"/>
                </a:lnTo>
                <a:lnTo>
                  <a:pt x="1300" y="386"/>
                </a:lnTo>
                <a:lnTo>
                  <a:pt x="1301" y="386"/>
                </a:lnTo>
                <a:lnTo>
                  <a:pt x="1301" y="385"/>
                </a:lnTo>
                <a:lnTo>
                  <a:pt x="1302" y="385"/>
                </a:lnTo>
                <a:lnTo>
                  <a:pt x="1303" y="385"/>
                </a:lnTo>
                <a:lnTo>
                  <a:pt x="1304" y="386"/>
                </a:lnTo>
                <a:lnTo>
                  <a:pt x="1305" y="386"/>
                </a:lnTo>
                <a:lnTo>
                  <a:pt x="1305" y="385"/>
                </a:lnTo>
                <a:lnTo>
                  <a:pt x="1306" y="385"/>
                </a:lnTo>
                <a:lnTo>
                  <a:pt x="1307" y="384"/>
                </a:lnTo>
                <a:lnTo>
                  <a:pt x="1307" y="385"/>
                </a:lnTo>
                <a:lnTo>
                  <a:pt x="1308" y="386"/>
                </a:lnTo>
                <a:lnTo>
                  <a:pt x="1308" y="385"/>
                </a:lnTo>
                <a:lnTo>
                  <a:pt x="1309" y="385"/>
                </a:lnTo>
                <a:lnTo>
                  <a:pt x="1309" y="386"/>
                </a:lnTo>
                <a:lnTo>
                  <a:pt x="1310" y="386"/>
                </a:lnTo>
                <a:lnTo>
                  <a:pt x="1311" y="386"/>
                </a:lnTo>
                <a:lnTo>
                  <a:pt x="1312" y="387"/>
                </a:lnTo>
                <a:lnTo>
                  <a:pt x="1312" y="388"/>
                </a:lnTo>
                <a:lnTo>
                  <a:pt x="1312" y="389"/>
                </a:lnTo>
                <a:lnTo>
                  <a:pt x="1313" y="390"/>
                </a:lnTo>
                <a:lnTo>
                  <a:pt x="1314" y="390"/>
                </a:lnTo>
                <a:lnTo>
                  <a:pt x="1315" y="390"/>
                </a:lnTo>
                <a:lnTo>
                  <a:pt x="1316" y="391"/>
                </a:lnTo>
                <a:lnTo>
                  <a:pt x="1316" y="390"/>
                </a:lnTo>
                <a:lnTo>
                  <a:pt x="1317" y="389"/>
                </a:lnTo>
                <a:lnTo>
                  <a:pt x="1318" y="389"/>
                </a:lnTo>
                <a:lnTo>
                  <a:pt x="1319" y="389"/>
                </a:lnTo>
                <a:lnTo>
                  <a:pt x="1320" y="389"/>
                </a:lnTo>
                <a:lnTo>
                  <a:pt x="1321" y="389"/>
                </a:lnTo>
                <a:lnTo>
                  <a:pt x="1321" y="390"/>
                </a:lnTo>
                <a:lnTo>
                  <a:pt x="1321" y="392"/>
                </a:lnTo>
                <a:lnTo>
                  <a:pt x="1322" y="394"/>
                </a:lnTo>
                <a:lnTo>
                  <a:pt x="1323" y="395"/>
                </a:lnTo>
                <a:lnTo>
                  <a:pt x="1323" y="397"/>
                </a:lnTo>
                <a:lnTo>
                  <a:pt x="1323" y="398"/>
                </a:lnTo>
                <a:lnTo>
                  <a:pt x="1324" y="398"/>
                </a:lnTo>
                <a:lnTo>
                  <a:pt x="1324" y="399"/>
                </a:lnTo>
                <a:lnTo>
                  <a:pt x="1324" y="400"/>
                </a:lnTo>
                <a:lnTo>
                  <a:pt x="1324" y="401"/>
                </a:lnTo>
                <a:lnTo>
                  <a:pt x="1324" y="400"/>
                </a:lnTo>
                <a:lnTo>
                  <a:pt x="1323" y="400"/>
                </a:lnTo>
                <a:lnTo>
                  <a:pt x="1322" y="400"/>
                </a:lnTo>
                <a:lnTo>
                  <a:pt x="1322" y="401"/>
                </a:lnTo>
                <a:lnTo>
                  <a:pt x="1321" y="401"/>
                </a:lnTo>
                <a:lnTo>
                  <a:pt x="1320" y="400"/>
                </a:lnTo>
                <a:lnTo>
                  <a:pt x="1319" y="401"/>
                </a:lnTo>
                <a:lnTo>
                  <a:pt x="1318" y="401"/>
                </a:lnTo>
                <a:lnTo>
                  <a:pt x="1318" y="402"/>
                </a:lnTo>
                <a:lnTo>
                  <a:pt x="1317" y="402"/>
                </a:lnTo>
                <a:lnTo>
                  <a:pt x="1316" y="402"/>
                </a:lnTo>
                <a:lnTo>
                  <a:pt x="1316" y="403"/>
                </a:lnTo>
                <a:lnTo>
                  <a:pt x="1315" y="403"/>
                </a:lnTo>
                <a:lnTo>
                  <a:pt x="1314" y="403"/>
                </a:lnTo>
                <a:lnTo>
                  <a:pt x="1313" y="403"/>
                </a:lnTo>
                <a:lnTo>
                  <a:pt x="1313" y="404"/>
                </a:lnTo>
                <a:lnTo>
                  <a:pt x="1312" y="404"/>
                </a:lnTo>
                <a:lnTo>
                  <a:pt x="1312" y="405"/>
                </a:lnTo>
                <a:lnTo>
                  <a:pt x="1311" y="406"/>
                </a:lnTo>
                <a:lnTo>
                  <a:pt x="1310" y="407"/>
                </a:lnTo>
                <a:lnTo>
                  <a:pt x="1309" y="407"/>
                </a:lnTo>
                <a:lnTo>
                  <a:pt x="1308" y="408"/>
                </a:lnTo>
                <a:lnTo>
                  <a:pt x="1307" y="408"/>
                </a:lnTo>
                <a:lnTo>
                  <a:pt x="1308" y="409"/>
                </a:lnTo>
                <a:lnTo>
                  <a:pt x="1307" y="410"/>
                </a:lnTo>
                <a:lnTo>
                  <a:pt x="1305" y="411"/>
                </a:lnTo>
                <a:lnTo>
                  <a:pt x="1305" y="412"/>
                </a:lnTo>
                <a:lnTo>
                  <a:pt x="1304" y="413"/>
                </a:lnTo>
                <a:lnTo>
                  <a:pt x="1304" y="414"/>
                </a:lnTo>
                <a:lnTo>
                  <a:pt x="1303" y="414"/>
                </a:lnTo>
                <a:lnTo>
                  <a:pt x="1302" y="414"/>
                </a:lnTo>
                <a:lnTo>
                  <a:pt x="1302" y="415"/>
                </a:lnTo>
                <a:lnTo>
                  <a:pt x="1302" y="416"/>
                </a:lnTo>
                <a:lnTo>
                  <a:pt x="1302" y="417"/>
                </a:lnTo>
                <a:lnTo>
                  <a:pt x="1301" y="418"/>
                </a:lnTo>
                <a:lnTo>
                  <a:pt x="1300" y="418"/>
                </a:lnTo>
                <a:lnTo>
                  <a:pt x="1299" y="418"/>
                </a:lnTo>
                <a:lnTo>
                  <a:pt x="1299" y="417"/>
                </a:lnTo>
                <a:lnTo>
                  <a:pt x="1298" y="418"/>
                </a:lnTo>
                <a:lnTo>
                  <a:pt x="1297" y="418"/>
                </a:lnTo>
                <a:lnTo>
                  <a:pt x="1298" y="418"/>
                </a:lnTo>
                <a:lnTo>
                  <a:pt x="1297" y="419"/>
                </a:lnTo>
                <a:lnTo>
                  <a:pt x="1296" y="419"/>
                </a:lnTo>
                <a:lnTo>
                  <a:pt x="1295" y="419"/>
                </a:lnTo>
                <a:lnTo>
                  <a:pt x="1294" y="420"/>
                </a:lnTo>
                <a:lnTo>
                  <a:pt x="1293" y="421"/>
                </a:lnTo>
                <a:lnTo>
                  <a:pt x="1293" y="422"/>
                </a:lnTo>
                <a:lnTo>
                  <a:pt x="1292" y="422"/>
                </a:lnTo>
                <a:lnTo>
                  <a:pt x="1291" y="422"/>
                </a:lnTo>
                <a:lnTo>
                  <a:pt x="1291" y="423"/>
                </a:lnTo>
                <a:lnTo>
                  <a:pt x="1290" y="424"/>
                </a:lnTo>
                <a:lnTo>
                  <a:pt x="1291" y="424"/>
                </a:lnTo>
                <a:lnTo>
                  <a:pt x="1291" y="425"/>
                </a:lnTo>
                <a:lnTo>
                  <a:pt x="1290" y="426"/>
                </a:lnTo>
                <a:lnTo>
                  <a:pt x="1289" y="427"/>
                </a:lnTo>
                <a:lnTo>
                  <a:pt x="1288" y="428"/>
                </a:lnTo>
                <a:lnTo>
                  <a:pt x="1288" y="430"/>
                </a:lnTo>
                <a:lnTo>
                  <a:pt x="1289" y="432"/>
                </a:lnTo>
                <a:lnTo>
                  <a:pt x="1291" y="433"/>
                </a:lnTo>
                <a:lnTo>
                  <a:pt x="1292" y="433"/>
                </a:lnTo>
                <a:lnTo>
                  <a:pt x="1291" y="434"/>
                </a:lnTo>
                <a:lnTo>
                  <a:pt x="1291" y="435"/>
                </a:lnTo>
                <a:lnTo>
                  <a:pt x="1292" y="436"/>
                </a:lnTo>
                <a:lnTo>
                  <a:pt x="1292" y="437"/>
                </a:lnTo>
                <a:lnTo>
                  <a:pt x="1291" y="437"/>
                </a:lnTo>
                <a:lnTo>
                  <a:pt x="1291" y="438"/>
                </a:lnTo>
                <a:lnTo>
                  <a:pt x="1291" y="439"/>
                </a:lnTo>
                <a:lnTo>
                  <a:pt x="1291" y="440"/>
                </a:lnTo>
                <a:lnTo>
                  <a:pt x="1293" y="440"/>
                </a:lnTo>
                <a:lnTo>
                  <a:pt x="1294" y="440"/>
                </a:lnTo>
                <a:lnTo>
                  <a:pt x="1293" y="442"/>
                </a:lnTo>
                <a:lnTo>
                  <a:pt x="1292" y="443"/>
                </a:lnTo>
                <a:lnTo>
                  <a:pt x="1291" y="443"/>
                </a:lnTo>
                <a:lnTo>
                  <a:pt x="1291" y="444"/>
                </a:lnTo>
                <a:lnTo>
                  <a:pt x="1291" y="445"/>
                </a:lnTo>
                <a:lnTo>
                  <a:pt x="1291" y="446"/>
                </a:lnTo>
                <a:lnTo>
                  <a:pt x="1290" y="446"/>
                </a:lnTo>
                <a:lnTo>
                  <a:pt x="1289" y="446"/>
                </a:lnTo>
                <a:lnTo>
                  <a:pt x="1288" y="446"/>
                </a:lnTo>
                <a:lnTo>
                  <a:pt x="1287" y="447"/>
                </a:lnTo>
                <a:lnTo>
                  <a:pt x="1286" y="447"/>
                </a:lnTo>
                <a:lnTo>
                  <a:pt x="1285" y="447"/>
                </a:lnTo>
                <a:lnTo>
                  <a:pt x="1282" y="446"/>
                </a:lnTo>
                <a:lnTo>
                  <a:pt x="1280" y="446"/>
                </a:lnTo>
                <a:lnTo>
                  <a:pt x="1280" y="447"/>
                </a:lnTo>
                <a:lnTo>
                  <a:pt x="1278" y="449"/>
                </a:lnTo>
                <a:lnTo>
                  <a:pt x="1279" y="449"/>
                </a:lnTo>
                <a:lnTo>
                  <a:pt x="1279" y="450"/>
                </a:lnTo>
                <a:lnTo>
                  <a:pt x="1278" y="450"/>
                </a:lnTo>
                <a:lnTo>
                  <a:pt x="1278" y="453"/>
                </a:lnTo>
                <a:lnTo>
                  <a:pt x="1279" y="453"/>
                </a:lnTo>
                <a:lnTo>
                  <a:pt x="1278" y="453"/>
                </a:lnTo>
                <a:lnTo>
                  <a:pt x="1278" y="454"/>
                </a:lnTo>
                <a:lnTo>
                  <a:pt x="1277" y="455"/>
                </a:lnTo>
                <a:lnTo>
                  <a:pt x="1278" y="455"/>
                </a:lnTo>
                <a:lnTo>
                  <a:pt x="1278" y="456"/>
                </a:lnTo>
                <a:lnTo>
                  <a:pt x="1277" y="457"/>
                </a:lnTo>
                <a:lnTo>
                  <a:pt x="1277" y="459"/>
                </a:lnTo>
                <a:lnTo>
                  <a:pt x="1278" y="460"/>
                </a:lnTo>
                <a:lnTo>
                  <a:pt x="1277" y="461"/>
                </a:lnTo>
                <a:lnTo>
                  <a:pt x="1277" y="462"/>
                </a:lnTo>
                <a:lnTo>
                  <a:pt x="1278" y="463"/>
                </a:lnTo>
                <a:lnTo>
                  <a:pt x="1279" y="464"/>
                </a:lnTo>
                <a:lnTo>
                  <a:pt x="1279" y="465"/>
                </a:lnTo>
                <a:lnTo>
                  <a:pt x="1281" y="465"/>
                </a:lnTo>
                <a:lnTo>
                  <a:pt x="1281" y="466"/>
                </a:lnTo>
                <a:lnTo>
                  <a:pt x="1284" y="466"/>
                </a:lnTo>
                <a:lnTo>
                  <a:pt x="1284" y="467"/>
                </a:lnTo>
                <a:lnTo>
                  <a:pt x="1284" y="468"/>
                </a:lnTo>
                <a:lnTo>
                  <a:pt x="1285" y="470"/>
                </a:lnTo>
                <a:lnTo>
                  <a:pt x="1286" y="470"/>
                </a:lnTo>
                <a:lnTo>
                  <a:pt x="1287" y="471"/>
                </a:lnTo>
                <a:lnTo>
                  <a:pt x="1287" y="472"/>
                </a:lnTo>
                <a:lnTo>
                  <a:pt x="1287" y="473"/>
                </a:lnTo>
                <a:lnTo>
                  <a:pt x="1288" y="474"/>
                </a:lnTo>
                <a:lnTo>
                  <a:pt x="1287" y="474"/>
                </a:lnTo>
                <a:lnTo>
                  <a:pt x="1286" y="475"/>
                </a:lnTo>
                <a:lnTo>
                  <a:pt x="1287" y="477"/>
                </a:lnTo>
                <a:lnTo>
                  <a:pt x="1288" y="478"/>
                </a:lnTo>
                <a:lnTo>
                  <a:pt x="1289" y="479"/>
                </a:lnTo>
                <a:lnTo>
                  <a:pt x="1290" y="479"/>
                </a:lnTo>
                <a:lnTo>
                  <a:pt x="1290" y="478"/>
                </a:lnTo>
                <a:lnTo>
                  <a:pt x="1290" y="477"/>
                </a:lnTo>
                <a:lnTo>
                  <a:pt x="1291" y="477"/>
                </a:lnTo>
                <a:lnTo>
                  <a:pt x="1292" y="478"/>
                </a:lnTo>
                <a:lnTo>
                  <a:pt x="1293" y="478"/>
                </a:lnTo>
                <a:lnTo>
                  <a:pt x="1294" y="477"/>
                </a:lnTo>
                <a:lnTo>
                  <a:pt x="1294" y="478"/>
                </a:lnTo>
                <a:lnTo>
                  <a:pt x="1295" y="479"/>
                </a:lnTo>
                <a:lnTo>
                  <a:pt x="1295" y="480"/>
                </a:lnTo>
                <a:lnTo>
                  <a:pt x="1296" y="480"/>
                </a:lnTo>
                <a:lnTo>
                  <a:pt x="1297" y="480"/>
                </a:lnTo>
                <a:lnTo>
                  <a:pt x="1299" y="481"/>
                </a:lnTo>
                <a:lnTo>
                  <a:pt x="1300" y="482"/>
                </a:lnTo>
                <a:lnTo>
                  <a:pt x="1299" y="483"/>
                </a:lnTo>
                <a:lnTo>
                  <a:pt x="1299" y="484"/>
                </a:lnTo>
                <a:lnTo>
                  <a:pt x="1300" y="484"/>
                </a:lnTo>
                <a:lnTo>
                  <a:pt x="1301" y="486"/>
                </a:lnTo>
                <a:lnTo>
                  <a:pt x="1301" y="487"/>
                </a:lnTo>
                <a:lnTo>
                  <a:pt x="1301" y="488"/>
                </a:lnTo>
                <a:lnTo>
                  <a:pt x="1302" y="489"/>
                </a:lnTo>
                <a:lnTo>
                  <a:pt x="1303" y="489"/>
                </a:lnTo>
                <a:lnTo>
                  <a:pt x="1304" y="490"/>
                </a:lnTo>
                <a:lnTo>
                  <a:pt x="1305" y="492"/>
                </a:lnTo>
                <a:lnTo>
                  <a:pt x="1305" y="493"/>
                </a:lnTo>
                <a:lnTo>
                  <a:pt x="1307" y="493"/>
                </a:lnTo>
                <a:lnTo>
                  <a:pt x="1308" y="493"/>
                </a:lnTo>
                <a:lnTo>
                  <a:pt x="1307" y="495"/>
                </a:lnTo>
                <a:lnTo>
                  <a:pt x="1307" y="496"/>
                </a:lnTo>
                <a:lnTo>
                  <a:pt x="1306" y="496"/>
                </a:lnTo>
                <a:lnTo>
                  <a:pt x="1306" y="497"/>
                </a:lnTo>
                <a:lnTo>
                  <a:pt x="1306" y="498"/>
                </a:lnTo>
                <a:lnTo>
                  <a:pt x="1305" y="499"/>
                </a:lnTo>
                <a:lnTo>
                  <a:pt x="1306" y="500"/>
                </a:lnTo>
                <a:lnTo>
                  <a:pt x="1305" y="500"/>
                </a:lnTo>
                <a:lnTo>
                  <a:pt x="1305" y="501"/>
                </a:lnTo>
                <a:lnTo>
                  <a:pt x="1305" y="502"/>
                </a:lnTo>
                <a:lnTo>
                  <a:pt x="1305" y="503"/>
                </a:lnTo>
                <a:lnTo>
                  <a:pt x="1306" y="503"/>
                </a:lnTo>
                <a:lnTo>
                  <a:pt x="1306" y="504"/>
                </a:lnTo>
                <a:lnTo>
                  <a:pt x="1306" y="505"/>
                </a:lnTo>
                <a:lnTo>
                  <a:pt x="1305" y="505"/>
                </a:lnTo>
                <a:lnTo>
                  <a:pt x="1305" y="507"/>
                </a:lnTo>
                <a:lnTo>
                  <a:pt x="1305" y="508"/>
                </a:lnTo>
                <a:lnTo>
                  <a:pt x="1307" y="508"/>
                </a:lnTo>
                <a:lnTo>
                  <a:pt x="1308" y="508"/>
                </a:lnTo>
                <a:lnTo>
                  <a:pt x="1309" y="508"/>
                </a:lnTo>
                <a:lnTo>
                  <a:pt x="1309" y="509"/>
                </a:lnTo>
                <a:lnTo>
                  <a:pt x="1310" y="511"/>
                </a:lnTo>
                <a:lnTo>
                  <a:pt x="1310" y="512"/>
                </a:lnTo>
                <a:lnTo>
                  <a:pt x="1311" y="512"/>
                </a:lnTo>
                <a:lnTo>
                  <a:pt x="1311" y="511"/>
                </a:lnTo>
                <a:lnTo>
                  <a:pt x="1314" y="511"/>
                </a:lnTo>
                <a:lnTo>
                  <a:pt x="1315" y="512"/>
                </a:lnTo>
                <a:lnTo>
                  <a:pt x="1314" y="513"/>
                </a:lnTo>
                <a:lnTo>
                  <a:pt x="1313" y="513"/>
                </a:lnTo>
                <a:lnTo>
                  <a:pt x="1313" y="514"/>
                </a:lnTo>
                <a:lnTo>
                  <a:pt x="1312" y="513"/>
                </a:lnTo>
                <a:lnTo>
                  <a:pt x="1311" y="513"/>
                </a:lnTo>
                <a:lnTo>
                  <a:pt x="1311" y="514"/>
                </a:lnTo>
                <a:lnTo>
                  <a:pt x="1310" y="514"/>
                </a:lnTo>
                <a:lnTo>
                  <a:pt x="1310" y="516"/>
                </a:lnTo>
                <a:lnTo>
                  <a:pt x="1309" y="518"/>
                </a:lnTo>
                <a:lnTo>
                  <a:pt x="1308" y="518"/>
                </a:lnTo>
                <a:lnTo>
                  <a:pt x="1307" y="518"/>
                </a:lnTo>
                <a:lnTo>
                  <a:pt x="1307" y="519"/>
                </a:lnTo>
                <a:lnTo>
                  <a:pt x="1307" y="520"/>
                </a:lnTo>
                <a:lnTo>
                  <a:pt x="1306" y="520"/>
                </a:lnTo>
                <a:lnTo>
                  <a:pt x="1305" y="521"/>
                </a:lnTo>
                <a:lnTo>
                  <a:pt x="1305" y="522"/>
                </a:lnTo>
                <a:lnTo>
                  <a:pt x="1305" y="523"/>
                </a:lnTo>
                <a:lnTo>
                  <a:pt x="1306" y="524"/>
                </a:lnTo>
                <a:lnTo>
                  <a:pt x="1307" y="525"/>
                </a:lnTo>
                <a:lnTo>
                  <a:pt x="1307" y="526"/>
                </a:lnTo>
                <a:lnTo>
                  <a:pt x="1307" y="527"/>
                </a:lnTo>
                <a:lnTo>
                  <a:pt x="1307" y="528"/>
                </a:lnTo>
                <a:lnTo>
                  <a:pt x="1308" y="528"/>
                </a:lnTo>
                <a:lnTo>
                  <a:pt x="1308" y="527"/>
                </a:lnTo>
                <a:lnTo>
                  <a:pt x="1309" y="528"/>
                </a:lnTo>
                <a:lnTo>
                  <a:pt x="1309" y="529"/>
                </a:lnTo>
                <a:lnTo>
                  <a:pt x="1309" y="530"/>
                </a:lnTo>
                <a:lnTo>
                  <a:pt x="1310" y="530"/>
                </a:lnTo>
                <a:lnTo>
                  <a:pt x="1311" y="530"/>
                </a:lnTo>
                <a:lnTo>
                  <a:pt x="1312" y="531"/>
                </a:lnTo>
                <a:lnTo>
                  <a:pt x="1312" y="533"/>
                </a:lnTo>
                <a:lnTo>
                  <a:pt x="1311" y="533"/>
                </a:lnTo>
                <a:lnTo>
                  <a:pt x="1310" y="534"/>
                </a:lnTo>
                <a:lnTo>
                  <a:pt x="1311" y="535"/>
                </a:lnTo>
                <a:lnTo>
                  <a:pt x="1311" y="536"/>
                </a:lnTo>
                <a:lnTo>
                  <a:pt x="1310" y="536"/>
                </a:lnTo>
                <a:lnTo>
                  <a:pt x="1311" y="537"/>
                </a:lnTo>
                <a:lnTo>
                  <a:pt x="1312" y="537"/>
                </a:lnTo>
                <a:lnTo>
                  <a:pt x="1313" y="537"/>
                </a:lnTo>
                <a:lnTo>
                  <a:pt x="1313" y="538"/>
                </a:lnTo>
                <a:lnTo>
                  <a:pt x="1314" y="538"/>
                </a:lnTo>
                <a:lnTo>
                  <a:pt x="1314" y="537"/>
                </a:lnTo>
                <a:lnTo>
                  <a:pt x="1315" y="537"/>
                </a:lnTo>
                <a:lnTo>
                  <a:pt x="1315" y="538"/>
                </a:lnTo>
                <a:lnTo>
                  <a:pt x="1316" y="537"/>
                </a:lnTo>
                <a:lnTo>
                  <a:pt x="1316" y="536"/>
                </a:lnTo>
                <a:lnTo>
                  <a:pt x="1317" y="536"/>
                </a:lnTo>
                <a:lnTo>
                  <a:pt x="1318" y="536"/>
                </a:lnTo>
                <a:lnTo>
                  <a:pt x="1319" y="536"/>
                </a:lnTo>
                <a:lnTo>
                  <a:pt x="1319" y="537"/>
                </a:lnTo>
                <a:lnTo>
                  <a:pt x="1320" y="537"/>
                </a:lnTo>
                <a:lnTo>
                  <a:pt x="1321" y="537"/>
                </a:lnTo>
                <a:lnTo>
                  <a:pt x="1322" y="537"/>
                </a:lnTo>
                <a:lnTo>
                  <a:pt x="1323" y="537"/>
                </a:lnTo>
                <a:lnTo>
                  <a:pt x="1323" y="538"/>
                </a:lnTo>
                <a:lnTo>
                  <a:pt x="1324" y="539"/>
                </a:lnTo>
                <a:lnTo>
                  <a:pt x="1325" y="539"/>
                </a:lnTo>
                <a:lnTo>
                  <a:pt x="1325" y="540"/>
                </a:lnTo>
                <a:lnTo>
                  <a:pt x="1325" y="541"/>
                </a:lnTo>
                <a:lnTo>
                  <a:pt x="1325" y="542"/>
                </a:lnTo>
                <a:lnTo>
                  <a:pt x="1326" y="542"/>
                </a:lnTo>
                <a:lnTo>
                  <a:pt x="1326" y="543"/>
                </a:lnTo>
                <a:lnTo>
                  <a:pt x="1326" y="544"/>
                </a:lnTo>
                <a:lnTo>
                  <a:pt x="1325" y="544"/>
                </a:lnTo>
                <a:lnTo>
                  <a:pt x="1326" y="545"/>
                </a:lnTo>
                <a:lnTo>
                  <a:pt x="1327" y="545"/>
                </a:lnTo>
                <a:lnTo>
                  <a:pt x="1328" y="545"/>
                </a:lnTo>
                <a:lnTo>
                  <a:pt x="1328" y="546"/>
                </a:lnTo>
                <a:lnTo>
                  <a:pt x="1329" y="545"/>
                </a:lnTo>
                <a:lnTo>
                  <a:pt x="1330" y="545"/>
                </a:lnTo>
                <a:lnTo>
                  <a:pt x="1330" y="546"/>
                </a:lnTo>
                <a:lnTo>
                  <a:pt x="1330" y="547"/>
                </a:lnTo>
                <a:lnTo>
                  <a:pt x="1331" y="547"/>
                </a:lnTo>
                <a:lnTo>
                  <a:pt x="1331" y="548"/>
                </a:lnTo>
                <a:lnTo>
                  <a:pt x="1330" y="548"/>
                </a:lnTo>
                <a:lnTo>
                  <a:pt x="1331" y="548"/>
                </a:lnTo>
                <a:lnTo>
                  <a:pt x="1332" y="548"/>
                </a:lnTo>
                <a:lnTo>
                  <a:pt x="1333" y="548"/>
                </a:lnTo>
                <a:lnTo>
                  <a:pt x="1333" y="549"/>
                </a:lnTo>
                <a:lnTo>
                  <a:pt x="1334" y="550"/>
                </a:lnTo>
                <a:lnTo>
                  <a:pt x="1335" y="550"/>
                </a:lnTo>
                <a:lnTo>
                  <a:pt x="1335" y="551"/>
                </a:lnTo>
                <a:lnTo>
                  <a:pt x="1335" y="552"/>
                </a:lnTo>
                <a:lnTo>
                  <a:pt x="1335" y="551"/>
                </a:lnTo>
                <a:lnTo>
                  <a:pt x="1336" y="551"/>
                </a:lnTo>
                <a:lnTo>
                  <a:pt x="1337" y="551"/>
                </a:lnTo>
                <a:lnTo>
                  <a:pt x="1337" y="552"/>
                </a:lnTo>
                <a:lnTo>
                  <a:pt x="1338" y="553"/>
                </a:lnTo>
                <a:lnTo>
                  <a:pt x="1339" y="553"/>
                </a:lnTo>
                <a:lnTo>
                  <a:pt x="1340" y="554"/>
                </a:lnTo>
                <a:lnTo>
                  <a:pt x="1340" y="555"/>
                </a:lnTo>
                <a:lnTo>
                  <a:pt x="1340" y="556"/>
                </a:lnTo>
                <a:lnTo>
                  <a:pt x="1341" y="556"/>
                </a:lnTo>
                <a:lnTo>
                  <a:pt x="1341" y="557"/>
                </a:lnTo>
                <a:lnTo>
                  <a:pt x="1339" y="559"/>
                </a:lnTo>
                <a:lnTo>
                  <a:pt x="1340" y="561"/>
                </a:lnTo>
                <a:lnTo>
                  <a:pt x="1340" y="562"/>
                </a:lnTo>
                <a:lnTo>
                  <a:pt x="1341" y="563"/>
                </a:lnTo>
                <a:lnTo>
                  <a:pt x="1341" y="565"/>
                </a:lnTo>
                <a:lnTo>
                  <a:pt x="1340" y="565"/>
                </a:lnTo>
                <a:lnTo>
                  <a:pt x="1341" y="565"/>
                </a:lnTo>
                <a:lnTo>
                  <a:pt x="1341" y="566"/>
                </a:lnTo>
                <a:lnTo>
                  <a:pt x="1342" y="566"/>
                </a:lnTo>
                <a:lnTo>
                  <a:pt x="1342" y="567"/>
                </a:lnTo>
                <a:lnTo>
                  <a:pt x="1343" y="568"/>
                </a:lnTo>
                <a:lnTo>
                  <a:pt x="1343" y="569"/>
                </a:lnTo>
                <a:lnTo>
                  <a:pt x="1343" y="570"/>
                </a:lnTo>
                <a:lnTo>
                  <a:pt x="1344" y="569"/>
                </a:lnTo>
                <a:lnTo>
                  <a:pt x="1345" y="569"/>
                </a:lnTo>
                <a:lnTo>
                  <a:pt x="1346" y="570"/>
                </a:lnTo>
                <a:lnTo>
                  <a:pt x="1346" y="571"/>
                </a:lnTo>
                <a:lnTo>
                  <a:pt x="1346" y="572"/>
                </a:lnTo>
                <a:lnTo>
                  <a:pt x="1346" y="573"/>
                </a:lnTo>
                <a:lnTo>
                  <a:pt x="1346" y="574"/>
                </a:lnTo>
                <a:lnTo>
                  <a:pt x="1347" y="574"/>
                </a:lnTo>
                <a:lnTo>
                  <a:pt x="1347" y="575"/>
                </a:lnTo>
                <a:lnTo>
                  <a:pt x="1346" y="576"/>
                </a:lnTo>
                <a:lnTo>
                  <a:pt x="1346" y="577"/>
                </a:lnTo>
                <a:lnTo>
                  <a:pt x="1346" y="578"/>
                </a:lnTo>
                <a:lnTo>
                  <a:pt x="1346" y="579"/>
                </a:lnTo>
                <a:lnTo>
                  <a:pt x="1347" y="580"/>
                </a:lnTo>
                <a:lnTo>
                  <a:pt x="1347" y="582"/>
                </a:lnTo>
                <a:lnTo>
                  <a:pt x="1346" y="582"/>
                </a:lnTo>
                <a:lnTo>
                  <a:pt x="1345" y="583"/>
                </a:lnTo>
                <a:lnTo>
                  <a:pt x="1346" y="585"/>
                </a:lnTo>
                <a:lnTo>
                  <a:pt x="1347" y="585"/>
                </a:lnTo>
                <a:lnTo>
                  <a:pt x="1347" y="586"/>
                </a:lnTo>
                <a:lnTo>
                  <a:pt x="1347" y="587"/>
                </a:lnTo>
                <a:lnTo>
                  <a:pt x="1348" y="588"/>
                </a:lnTo>
                <a:lnTo>
                  <a:pt x="1349" y="589"/>
                </a:lnTo>
                <a:lnTo>
                  <a:pt x="1349" y="590"/>
                </a:lnTo>
                <a:lnTo>
                  <a:pt x="1348" y="591"/>
                </a:lnTo>
                <a:lnTo>
                  <a:pt x="1347" y="591"/>
                </a:lnTo>
                <a:lnTo>
                  <a:pt x="1348" y="592"/>
                </a:lnTo>
                <a:lnTo>
                  <a:pt x="1348" y="593"/>
                </a:lnTo>
                <a:lnTo>
                  <a:pt x="1347" y="594"/>
                </a:lnTo>
                <a:lnTo>
                  <a:pt x="1347" y="596"/>
                </a:lnTo>
                <a:lnTo>
                  <a:pt x="1348" y="598"/>
                </a:lnTo>
                <a:lnTo>
                  <a:pt x="1348" y="599"/>
                </a:lnTo>
                <a:lnTo>
                  <a:pt x="1348" y="600"/>
                </a:lnTo>
                <a:lnTo>
                  <a:pt x="1348" y="602"/>
                </a:lnTo>
                <a:lnTo>
                  <a:pt x="1347" y="603"/>
                </a:lnTo>
                <a:lnTo>
                  <a:pt x="1347" y="604"/>
                </a:lnTo>
                <a:lnTo>
                  <a:pt x="1347" y="605"/>
                </a:lnTo>
                <a:lnTo>
                  <a:pt x="1348" y="605"/>
                </a:lnTo>
                <a:lnTo>
                  <a:pt x="1348" y="606"/>
                </a:lnTo>
                <a:lnTo>
                  <a:pt x="1359" y="618"/>
                </a:lnTo>
                <a:lnTo>
                  <a:pt x="1359" y="617"/>
                </a:lnTo>
                <a:lnTo>
                  <a:pt x="1359" y="619"/>
                </a:lnTo>
                <a:lnTo>
                  <a:pt x="1358" y="619"/>
                </a:lnTo>
                <a:lnTo>
                  <a:pt x="1358" y="620"/>
                </a:lnTo>
                <a:lnTo>
                  <a:pt x="1359" y="621"/>
                </a:lnTo>
                <a:lnTo>
                  <a:pt x="1360" y="621"/>
                </a:lnTo>
                <a:lnTo>
                  <a:pt x="1360" y="622"/>
                </a:lnTo>
                <a:lnTo>
                  <a:pt x="1360" y="623"/>
                </a:lnTo>
                <a:lnTo>
                  <a:pt x="1360" y="624"/>
                </a:lnTo>
                <a:lnTo>
                  <a:pt x="1359" y="625"/>
                </a:lnTo>
                <a:lnTo>
                  <a:pt x="1360" y="626"/>
                </a:lnTo>
                <a:lnTo>
                  <a:pt x="1360" y="627"/>
                </a:lnTo>
                <a:lnTo>
                  <a:pt x="1360" y="628"/>
                </a:lnTo>
                <a:lnTo>
                  <a:pt x="1361" y="630"/>
                </a:lnTo>
                <a:lnTo>
                  <a:pt x="1361" y="632"/>
                </a:lnTo>
                <a:lnTo>
                  <a:pt x="1362" y="632"/>
                </a:lnTo>
                <a:lnTo>
                  <a:pt x="1361" y="632"/>
                </a:lnTo>
                <a:lnTo>
                  <a:pt x="1360" y="633"/>
                </a:lnTo>
                <a:lnTo>
                  <a:pt x="1359" y="634"/>
                </a:lnTo>
                <a:lnTo>
                  <a:pt x="1358" y="635"/>
                </a:lnTo>
                <a:lnTo>
                  <a:pt x="1357" y="635"/>
                </a:lnTo>
                <a:lnTo>
                  <a:pt x="1353" y="639"/>
                </a:lnTo>
                <a:lnTo>
                  <a:pt x="1353" y="640"/>
                </a:lnTo>
                <a:lnTo>
                  <a:pt x="1352" y="640"/>
                </a:lnTo>
                <a:lnTo>
                  <a:pt x="1352" y="641"/>
                </a:lnTo>
                <a:lnTo>
                  <a:pt x="1351" y="642"/>
                </a:lnTo>
                <a:lnTo>
                  <a:pt x="1350" y="643"/>
                </a:lnTo>
                <a:lnTo>
                  <a:pt x="1350" y="644"/>
                </a:lnTo>
                <a:lnTo>
                  <a:pt x="1350" y="645"/>
                </a:lnTo>
                <a:lnTo>
                  <a:pt x="1349" y="645"/>
                </a:lnTo>
                <a:lnTo>
                  <a:pt x="1349" y="646"/>
                </a:lnTo>
                <a:lnTo>
                  <a:pt x="1348" y="647"/>
                </a:lnTo>
                <a:lnTo>
                  <a:pt x="1347" y="648"/>
                </a:lnTo>
                <a:lnTo>
                  <a:pt x="1346" y="649"/>
                </a:lnTo>
                <a:lnTo>
                  <a:pt x="1345" y="649"/>
                </a:lnTo>
                <a:lnTo>
                  <a:pt x="1345" y="650"/>
                </a:lnTo>
                <a:lnTo>
                  <a:pt x="1344" y="650"/>
                </a:lnTo>
                <a:lnTo>
                  <a:pt x="1343" y="650"/>
                </a:lnTo>
                <a:lnTo>
                  <a:pt x="1341" y="652"/>
                </a:lnTo>
                <a:lnTo>
                  <a:pt x="1340" y="652"/>
                </a:lnTo>
                <a:lnTo>
                  <a:pt x="1335" y="655"/>
                </a:lnTo>
                <a:lnTo>
                  <a:pt x="1334" y="656"/>
                </a:lnTo>
                <a:lnTo>
                  <a:pt x="1333" y="656"/>
                </a:lnTo>
                <a:lnTo>
                  <a:pt x="1332" y="657"/>
                </a:lnTo>
                <a:lnTo>
                  <a:pt x="1329" y="657"/>
                </a:lnTo>
                <a:lnTo>
                  <a:pt x="1328" y="657"/>
                </a:lnTo>
                <a:lnTo>
                  <a:pt x="1328" y="658"/>
                </a:lnTo>
                <a:lnTo>
                  <a:pt x="1327" y="657"/>
                </a:lnTo>
                <a:lnTo>
                  <a:pt x="1323" y="657"/>
                </a:lnTo>
                <a:lnTo>
                  <a:pt x="1321" y="656"/>
                </a:lnTo>
                <a:lnTo>
                  <a:pt x="1319" y="656"/>
                </a:lnTo>
                <a:lnTo>
                  <a:pt x="1312" y="654"/>
                </a:lnTo>
                <a:lnTo>
                  <a:pt x="1310" y="653"/>
                </a:lnTo>
                <a:lnTo>
                  <a:pt x="1309" y="653"/>
                </a:lnTo>
                <a:lnTo>
                  <a:pt x="1305" y="650"/>
                </a:lnTo>
                <a:lnTo>
                  <a:pt x="1304" y="650"/>
                </a:lnTo>
                <a:lnTo>
                  <a:pt x="1303" y="649"/>
                </a:lnTo>
                <a:lnTo>
                  <a:pt x="1301" y="648"/>
                </a:lnTo>
                <a:lnTo>
                  <a:pt x="1298" y="646"/>
                </a:lnTo>
                <a:lnTo>
                  <a:pt x="1297" y="645"/>
                </a:lnTo>
                <a:lnTo>
                  <a:pt x="1296" y="644"/>
                </a:lnTo>
                <a:lnTo>
                  <a:pt x="1294" y="644"/>
                </a:lnTo>
                <a:lnTo>
                  <a:pt x="1290" y="641"/>
                </a:lnTo>
                <a:lnTo>
                  <a:pt x="1287" y="639"/>
                </a:lnTo>
                <a:lnTo>
                  <a:pt x="1285" y="638"/>
                </a:lnTo>
                <a:lnTo>
                  <a:pt x="1283" y="637"/>
                </a:lnTo>
                <a:lnTo>
                  <a:pt x="1282" y="637"/>
                </a:lnTo>
                <a:lnTo>
                  <a:pt x="1281" y="637"/>
                </a:lnTo>
                <a:lnTo>
                  <a:pt x="1279" y="637"/>
                </a:lnTo>
                <a:lnTo>
                  <a:pt x="1277" y="638"/>
                </a:lnTo>
                <a:lnTo>
                  <a:pt x="1274" y="640"/>
                </a:lnTo>
                <a:lnTo>
                  <a:pt x="1273" y="640"/>
                </a:lnTo>
                <a:lnTo>
                  <a:pt x="1270" y="640"/>
                </a:lnTo>
                <a:lnTo>
                  <a:pt x="1268" y="640"/>
                </a:lnTo>
                <a:lnTo>
                  <a:pt x="1266" y="640"/>
                </a:lnTo>
                <a:lnTo>
                  <a:pt x="1263" y="641"/>
                </a:lnTo>
                <a:lnTo>
                  <a:pt x="1259" y="641"/>
                </a:lnTo>
                <a:lnTo>
                  <a:pt x="1255" y="641"/>
                </a:lnTo>
                <a:lnTo>
                  <a:pt x="1253" y="641"/>
                </a:lnTo>
                <a:lnTo>
                  <a:pt x="1252" y="641"/>
                </a:lnTo>
                <a:lnTo>
                  <a:pt x="1251" y="643"/>
                </a:lnTo>
                <a:lnTo>
                  <a:pt x="1251" y="644"/>
                </a:lnTo>
                <a:lnTo>
                  <a:pt x="1251" y="645"/>
                </a:lnTo>
                <a:lnTo>
                  <a:pt x="1248" y="646"/>
                </a:lnTo>
                <a:lnTo>
                  <a:pt x="1247" y="648"/>
                </a:lnTo>
                <a:lnTo>
                  <a:pt x="1246" y="648"/>
                </a:lnTo>
                <a:lnTo>
                  <a:pt x="1246" y="649"/>
                </a:lnTo>
                <a:lnTo>
                  <a:pt x="1245" y="649"/>
                </a:lnTo>
                <a:lnTo>
                  <a:pt x="1246" y="649"/>
                </a:lnTo>
                <a:lnTo>
                  <a:pt x="1246" y="650"/>
                </a:lnTo>
                <a:lnTo>
                  <a:pt x="1247" y="650"/>
                </a:lnTo>
                <a:lnTo>
                  <a:pt x="1247" y="651"/>
                </a:lnTo>
                <a:lnTo>
                  <a:pt x="1247" y="652"/>
                </a:lnTo>
                <a:lnTo>
                  <a:pt x="1246" y="652"/>
                </a:lnTo>
                <a:lnTo>
                  <a:pt x="1246" y="653"/>
                </a:lnTo>
                <a:lnTo>
                  <a:pt x="1247" y="654"/>
                </a:lnTo>
                <a:lnTo>
                  <a:pt x="1247" y="655"/>
                </a:lnTo>
                <a:lnTo>
                  <a:pt x="1246" y="656"/>
                </a:lnTo>
                <a:lnTo>
                  <a:pt x="1245" y="656"/>
                </a:lnTo>
                <a:lnTo>
                  <a:pt x="1245" y="657"/>
                </a:lnTo>
                <a:lnTo>
                  <a:pt x="1245" y="658"/>
                </a:lnTo>
                <a:lnTo>
                  <a:pt x="1246" y="658"/>
                </a:lnTo>
                <a:lnTo>
                  <a:pt x="1246" y="660"/>
                </a:lnTo>
                <a:lnTo>
                  <a:pt x="1246" y="659"/>
                </a:lnTo>
                <a:lnTo>
                  <a:pt x="1246" y="658"/>
                </a:lnTo>
                <a:lnTo>
                  <a:pt x="1247" y="658"/>
                </a:lnTo>
                <a:lnTo>
                  <a:pt x="1248" y="659"/>
                </a:lnTo>
                <a:lnTo>
                  <a:pt x="1248" y="660"/>
                </a:lnTo>
                <a:lnTo>
                  <a:pt x="1248" y="661"/>
                </a:lnTo>
                <a:lnTo>
                  <a:pt x="1247" y="662"/>
                </a:lnTo>
                <a:lnTo>
                  <a:pt x="1247" y="663"/>
                </a:lnTo>
                <a:lnTo>
                  <a:pt x="1246" y="664"/>
                </a:lnTo>
                <a:lnTo>
                  <a:pt x="1245" y="664"/>
                </a:lnTo>
                <a:lnTo>
                  <a:pt x="1245" y="665"/>
                </a:lnTo>
                <a:lnTo>
                  <a:pt x="1245" y="666"/>
                </a:lnTo>
                <a:lnTo>
                  <a:pt x="1244" y="666"/>
                </a:lnTo>
                <a:lnTo>
                  <a:pt x="1243" y="666"/>
                </a:lnTo>
                <a:lnTo>
                  <a:pt x="1242" y="667"/>
                </a:lnTo>
                <a:lnTo>
                  <a:pt x="1242" y="668"/>
                </a:lnTo>
                <a:lnTo>
                  <a:pt x="1242" y="669"/>
                </a:lnTo>
                <a:lnTo>
                  <a:pt x="1241" y="669"/>
                </a:lnTo>
                <a:lnTo>
                  <a:pt x="1240" y="669"/>
                </a:lnTo>
                <a:lnTo>
                  <a:pt x="1240" y="670"/>
                </a:lnTo>
                <a:lnTo>
                  <a:pt x="1240" y="671"/>
                </a:lnTo>
                <a:lnTo>
                  <a:pt x="1239" y="672"/>
                </a:lnTo>
                <a:lnTo>
                  <a:pt x="1239" y="674"/>
                </a:lnTo>
                <a:lnTo>
                  <a:pt x="1239" y="676"/>
                </a:lnTo>
                <a:lnTo>
                  <a:pt x="1238" y="676"/>
                </a:lnTo>
                <a:lnTo>
                  <a:pt x="1237" y="676"/>
                </a:lnTo>
                <a:lnTo>
                  <a:pt x="1236" y="676"/>
                </a:lnTo>
                <a:lnTo>
                  <a:pt x="1236" y="677"/>
                </a:lnTo>
                <a:lnTo>
                  <a:pt x="1235" y="677"/>
                </a:lnTo>
                <a:lnTo>
                  <a:pt x="1233" y="679"/>
                </a:lnTo>
                <a:lnTo>
                  <a:pt x="1232" y="680"/>
                </a:lnTo>
                <a:lnTo>
                  <a:pt x="1231" y="681"/>
                </a:lnTo>
                <a:lnTo>
                  <a:pt x="1230" y="682"/>
                </a:lnTo>
                <a:lnTo>
                  <a:pt x="1230" y="683"/>
                </a:lnTo>
                <a:lnTo>
                  <a:pt x="1230" y="684"/>
                </a:lnTo>
                <a:lnTo>
                  <a:pt x="1229" y="683"/>
                </a:lnTo>
                <a:lnTo>
                  <a:pt x="1227" y="683"/>
                </a:lnTo>
                <a:lnTo>
                  <a:pt x="1227" y="684"/>
                </a:lnTo>
                <a:lnTo>
                  <a:pt x="1227" y="683"/>
                </a:lnTo>
                <a:lnTo>
                  <a:pt x="1226" y="683"/>
                </a:lnTo>
                <a:lnTo>
                  <a:pt x="1225" y="684"/>
                </a:lnTo>
                <a:lnTo>
                  <a:pt x="1224" y="684"/>
                </a:lnTo>
                <a:lnTo>
                  <a:pt x="1223" y="685"/>
                </a:lnTo>
                <a:lnTo>
                  <a:pt x="1223" y="686"/>
                </a:lnTo>
                <a:lnTo>
                  <a:pt x="1222" y="687"/>
                </a:lnTo>
                <a:lnTo>
                  <a:pt x="1221" y="687"/>
                </a:lnTo>
                <a:lnTo>
                  <a:pt x="1221" y="686"/>
                </a:lnTo>
                <a:lnTo>
                  <a:pt x="1220" y="686"/>
                </a:lnTo>
                <a:lnTo>
                  <a:pt x="1220" y="687"/>
                </a:lnTo>
                <a:lnTo>
                  <a:pt x="1219" y="688"/>
                </a:lnTo>
                <a:lnTo>
                  <a:pt x="1218" y="689"/>
                </a:lnTo>
                <a:lnTo>
                  <a:pt x="1218" y="690"/>
                </a:lnTo>
                <a:lnTo>
                  <a:pt x="1217" y="691"/>
                </a:lnTo>
                <a:lnTo>
                  <a:pt x="1217" y="690"/>
                </a:lnTo>
                <a:lnTo>
                  <a:pt x="1216" y="690"/>
                </a:lnTo>
                <a:lnTo>
                  <a:pt x="1215" y="690"/>
                </a:lnTo>
                <a:lnTo>
                  <a:pt x="1214" y="689"/>
                </a:lnTo>
                <a:lnTo>
                  <a:pt x="1213" y="687"/>
                </a:lnTo>
                <a:lnTo>
                  <a:pt x="1212" y="687"/>
                </a:lnTo>
                <a:lnTo>
                  <a:pt x="1212" y="688"/>
                </a:lnTo>
                <a:lnTo>
                  <a:pt x="1212" y="687"/>
                </a:lnTo>
                <a:lnTo>
                  <a:pt x="1212" y="686"/>
                </a:lnTo>
                <a:lnTo>
                  <a:pt x="1213" y="686"/>
                </a:lnTo>
                <a:lnTo>
                  <a:pt x="1215" y="685"/>
                </a:lnTo>
                <a:lnTo>
                  <a:pt x="1215" y="684"/>
                </a:lnTo>
                <a:lnTo>
                  <a:pt x="1214" y="683"/>
                </a:lnTo>
                <a:lnTo>
                  <a:pt x="1213" y="683"/>
                </a:lnTo>
                <a:lnTo>
                  <a:pt x="1212" y="683"/>
                </a:lnTo>
                <a:lnTo>
                  <a:pt x="1211" y="683"/>
                </a:lnTo>
                <a:lnTo>
                  <a:pt x="1210" y="683"/>
                </a:lnTo>
                <a:lnTo>
                  <a:pt x="1210" y="684"/>
                </a:lnTo>
                <a:lnTo>
                  <a:pt x="1209" y="684"/>
                </a:lnTo>
                <a:lnTo>
                  <a:pt x="1208" y="684"/>
                </a:lnTo>
                <a:lnTo>
                  <a:pt x="1207" y="685"/>
                </a:lnTo>
                <a:lnTo>
                  <a:pt x="1206" y="685"/>
                </a:lnTo>
                <a:lnTo>
                  <a:pt x="1205" y="685"/>
                </a:lnTo>
                <a:lnTo>
                  <a:pt x="1204" y="685"/>
                </a:lnTo>
                <a:lnTo>
                  <a:pt x="1203" y="685"/>
                </a:lnTo>
                <a:lnTo>
                  <a:pt x="1202" y="685"/>
                </a:lnTo>
                <a:lnTo>
                  <a:pt x="1198" y="685"/>
                </a:lnTo>
                <a:lnTo>
                  <a:pt x="1197" y="685"/>
                </a:lnTo>
                <a:lnTo>
                  <a:pt x="1196" y="685"/>
                </a:lnTo>
                <a:lnTo>
                  <a:pt x="1195" y="685"/>
                </a:lnTo>
                <a:lnTo>
                  <a:pt x="1194" y="685"/>
                </a:lnTo>
                <a:lnTo>
                  <a:pt x="1193" y="685"/>
                </a:lnTo>
                <a:lnTo>
                  <a:pt x="1191" y="684"/>
                </a:lnTo>
                <a:lnTo>
                  <a:pt x="1190" y="682"/>
                </a:lnTo>
                <a:lnTo>
                  <a:pt x="1190" y="681"/>
                </a:lnTo>
                <a:lnTo>
                  <a:pt x="1189" y="681"/>
                </a:lnTo>
                <a:lnTo>
                  <a:pt x="1188" y="681"/>
                </a:lnTo>
                <a:lnTo>
                  <a:pt x="1187" y="681"/>
                </a:lnTo>
                <a:lnTo>
                  <a:pt x="1186" y="681"/>
                </a:lnTo>
                <a:lnTo>
                  <a:pt x="1185" y="682"/>
                </a:lnTo>
                <a:lnTo>
                  <a:pt x="1186" y="683"/>
                </a:lnTo>
                <a:lnTo>
                  <a:pt x="1186" y="684"/>
                </a:lnTo>
                <a:lnTo>
                  <a:pt x="1185" y="684"/>
                </a:lnTo>
                <a:lnTo>
                  <a:pt x="1185" y="685"/>
                </a:lnTo>
                <a:lnTo>
                  <a:pt x="1186" y="686"/>
                </a:lnTo>
                <a:lnTo>
                  <a:pt x="1187" y="686"/>
                </a:lnTo>
                <a:lnTo>
                  <a:pt x="1188" y="687"/>
                </a:lnTo>
                <a:lnTo>
                  <a:pt x="1189" y="687"/>
                </a:lnTo>
                <a:lnTo>
                  <a:pt x="1190" y="687"/>
                </a:lnTo>
                <a:lnTo>
                  <a:pt x="1191" y="686"/>
                </a:lnTo>
                <a:lnTo>
                  <a:pt x="1191" y="687"/>
                </a:lnTo>
                <a:lnTo>
                  <a:pt x="1192" y="688"/>
                </a:lnTo>
                <a:lnTo>
                  <a:pt x="1192" y="689"/>
                </a:lnTo>
                <a:lnTo>
                  <a:pt x="1191" y="690"/>
                </a:lnTo>
                <a:lnTo>
                  <a:pt x="1190" y="690"/>
                </a:lnTo>
                <a:lnTo>
                  <a:pt x="1190" y="691"/>
                </a:lnTo>
                <a:lnTo>
                  <a:pt x="1190" y="692"/>
                </a:lnTo>
                <a:lnTo>
                  <a:pt x="1190" y="693"/>
                </a:lnTo>
                <a:lnTo>
                  <a:pt x="1191" y="693"/>
                </a:lnTo>
                <a:lnTo>
                  <a:pt x="1191" y="694"/>
                </a:lnTo>
                <a:lnTo>
                  <a:pt x="1190" y="695"/>
                </a:lnTo>
                <a:lnTo>
                  <a:pt x="1190" y="696"/>
                </a:lnTo>
                <a:lnTo>
                  <a:pt x="1190" y="697"/>
                </a:lnTo>
                <a:lnTo>
                  <a:pt x="1189" y="698"/>
                </a:lnTo>
                <a:lnTo>
                  <a:pt x="1188" y="698"/>
                </a:lnTo>
                <a:lnTo>
                  <a:pt x="1188" y="699"/>
                </a:lnTo>
                <a:lnTo>
                  <a:pt x="1189" y="698"/>
                </a:lnTo>
                <a:lnTo>
                  <a:pt x="1190" y="699"/>
                </a:lnTo>
                <a:lnTo>
                  <a:pt x="1191" y="699"/>
                </a:lnTo>
                <a:lnTo>
                  <a:pt x="1192" y="699"/>
                </a:lnTo>
                <a:lnTo>
                  <a:pt x="1192" y="698"/>
                </a:lnTo>
                <a:lnTo>
                  <a:pt x="1193" y="698"/>
                </a:lnTo>
                <a:lnTo>
                  <a:pt x="1194" y="697"/>
                </a:lnTo>
                <a:lnTo>
                  <a:pt x="1195" y="697"/>
                </a:lnTo>
                <a:lnTo>
                  <a:pt x="1195" y="696"/>
                </a:lnTo>
                <a:lnTo>
                  <a:pt x="1196" y="696"/>
                </a:lnTo>
                <a:lnTo>
                  <a:pt x="1198" y="697"/>
                </a:lnTo>
                <a:lnTo>
                  <a:pt x="1199" y="698"/>
                </a:lnTo>
                <a:lnTo>
                  <a:pt x="1198" y="699"/>
                </a:lnTo>
                <a:lnTo>
                  <a:pt x="1197" y="699"/>
                </a:lnTo>
                <a:lnTo>
                  <a:pt x="1196" y="700"/>
                </a:lnTo>
                <a:lnTo>
                  <a:pt x="1195" y="700"/>
                </a:lnTo>
                <a:lnTo>
                  <a:pt x="1195" y="702"/>
                </a:lnTo>
                <a:lnTo>
                  <a:pt x="1196" y="703"/>
                </a:lnTo>
                <a:lnTo>
                  <a:pt x="1196" y="704"/>
                </a:lnTo>
                <a:lnTo>
                  <a:pt x="1196" y="705"/>
                </a:lnTo>
                <a:lnTo>
                  <a:pt x="1195" y="705"/>
                </a:lnTo>
                <a:lnTo>
                  <a:pt x="1195" y="706"/>
                </a:lnTo>
                <a:lnTo>
                  <a:pt x="1196" y="706"/>
                </a:lnTo>
                <a:lnTo>
                  <a:pt x="1196" y="707"/>
                </a:lnTo>
                <a:lnTo>
                  <a:pt x="1195" y="708"/>
                </a:lnTo>
                <a:lnTo>
                  <a:pt x="1196" y="709"/>
                </a:lnTo>
                <a:lnTo>
                  <a:pt x="1196" y="710"/>
                </a:lnTo>
                <a:lnTo>
                  <a:pt x="1195" y="711"/>
                </a:lnTo>
                <a:lnTo>
                  <a:pt x="1196" y="711"/>
                </a:lnTo>
                <a:lnTo>
                  <a:pt x="1196" y="712"/>
                </a:lnTo>
                <a:lnTo>
                  <a:pt x="1197" y="713"/>
                </a:lnTo>
                <a:lnTo>
                  <a:pt x="1196" y="713"/>
                </a:lnTo>
                <a:lnTo>
                  <a:pt x="1197" y="714"/>
                </a:lnTo>
                <a:lnTo>
                  <a:pt x="1198" y="715"/>
                </a:lnTo>
                <a:lnTo>
                  <a:pt x="1198" y="716"/>
                </a:lnTo>
                <a:lnTo>
                  <a:pt x="1197" y="716"/>
                </a:lnTo>
                <a:lnTo>
                  <a:pt x="1195" y="716"/>
                </a:lnTo>
                <a:lnTo>
                  <a:pt x="1194" y="715"/>
                </a:lnTo>
                <a:lnTo>
                  <a:pt x="1193" y="715"/>
                </a:lnTo>
                <a:lnTo>
                  <a:pt x="1192" y="716"/>
                </a:lnTo>
                <a:lnTo>
                  <a:pt x="1189" y="715"/>
                </a:lnTo>
                <a:lnTo>
                  <a:pt x="1188" y="715"/>
                </a:lnTo>
                <a:lnTo>
                  <a:pt x="1187" y="714"/>
                </a:lnTo>
                <a:lnTo>
                  <a:pt x="1186" y="714"/>
                </a:lnTo>
                <a:lnTo>
                  <a:pt x="1185" y="714"/>
                </a:lnTo>
                <a:lnTo>
                  <a:pt x="1185" y="715"/>
                </a:lnTo>
                <a:lnTo>
                  <a:pt x="1185" y="714"/>
                </a:lnTo>
                <a:lnTo>
                  <a:pt x="1184" y="714"/>
                </a:lnTo>
                <a:lnTo>
                  <a:pt x="1184" y="713"/>
                </a:lnTo>
                <a:lnTo>
                  <a:pt x="1185" y="712"/>
                </a:lnTo>
                <a:lnTo>
                  <a:pt x="1185" y="711"/>
                </a:lnTo>
                <a:lnTo>
                  <a:pt x="1186" y="711"/>
                </a:lnTo>
                <a:lnTo>
                  <a:pt x="1186" y="710"/>
                </a:lnTo>
                <a:lnTo>
                  <a:pt x="1186" y="709"/>
                </a:lnTo>
                <a:lnTo>
                  <a:pt x="1186" y="708"/>
                </a:lnTo>
                <a:lnTo>
                  <a:pt x="1185" y="707"/>
                </a:lnTo>
                <a:lnTo>
                  <a:pt x="1184" y="706"/>
                </a:lnTo>
                <a:lnTo>
                  <a:pt x="1183" y="706"/>
                </a:lnTo>
                <a:lnTo>
                  <a:pt x="1183" y="707"/>
                </a:lnTo>
                <a:lnTo>
                  <a:pt x="1182" y="707"/>
                </a:lnTo>
                <a:lnTo>
                  <a:pt x="1181" y="707"/>
                </a:lnTo>
                <a:lnTo>
                  <a:pt x="1179" y="708"/>
                </a:lnTo>
                <a:lnTo>
                  <a:pt x="1179" y="709"/>
                </a:lnTo>
                <a:lnTo>
                  <a:pt x="1178" y="709"/>
                </a:lnTo>
                <a:lnTo>
                  <a:pt x="1178" y="708"/>
                </a:lnTo>
                <a:lnTo>
                  <a:pt x="1177" y="708"/>
                </a:lnTo>
                <a:lnTo>
                  <a:pt x="1176" y="709"/>
                </a:lnTo>
                <a:lnTo>
                  <a:pt x="1175" y="709"/>
                </a:lnTo>
                <a:lnTo>
                  <a:pt x="1175" y="710"/>
                </a:lnTo>
                <a:lnTo>
                  <a:pt x="1174" y="710"/>
                </a:lnTo>
                <a:lnTo>
                  <a:pt x="1174" y="709"/>
                </a:lnTo>
                <a:lnTo>
                  <a:pt x="1173" y="708"/>
                </a:lnTo>
                <a:lnTo>
                  <a:pt x="1172" y="708"/>
                </a:lnTo>
                <a:lnTo>
                  <a:pt x="1171" y="708"/>
                </a:lnTo>
                <a:lnTo>
                  <a:pt x="1171" y="707"/>
                </a:lnTo>
                <a:lnTo>
                  <a:pt x="1171" y="706"/>
                </a:lnTo>
                <a:lnTo>
                  <a:pt x="1170" y="706"/>
                </a:lnTo>
                <a:lnTo>
                  <a:pt x="1169" y="706"/>
                </a:lnTo>
                <a:lnTo>
                  <a:pt x="1168" y="705"/>
                </a:lnTo>
                <a:lnTo>
                  <a:pt x="1168" y="706"/>
                </a:lnTo>
                <a:lnTo>
                  <a:pt x="1168" y="707"/>
                </a:lnTo>
                <a:lnTo>
                  <a:pt x="1167" y="707"/>
                </a:lnTo>
                <a:lnTo>
                  <a:pt x="1166" y="708"/>
                </a:lnTo>
                <a:lnTo>
                  <a:pt x="1165" y="707"/>
                </a:lnTo>
                <a:lnTo>
                  <a:pt x="1165" y="708"/>
                </a:lnTo>
                <a:lnTo>
                  <a:pt x="1164" y="709"/>
                </a:lnTo>
                <a:lnTo>
                  <a:pt x="1164" y="710"/>
                </a:lnTo>
                <a:lnTo>
                  <a:pt x="1162" y="710"/>
                </a:lnTo>
                <a:lnTo>
                  <a:pt x="1161" y="710"/>
                </a:lnTo>
                <a:lnTo>
                  <a:pt x="1161" y="711"/>
                </a:lnTo>
                <a:lnTo>
                  <a:pt x="1161" y="712"/>
                </a:lnTo>
                <a:lnTo>
                  <a:pt x="1160" y="712"/>
                </a:lnTo>
                <a:lnTo>
                  <a:pt x="1160" y="714"/>
                </a:lnTo>
                <a:lnTo>
                  <a:pt x="1160" y="715"/>
                </a:lnTo>
                <a:lnTo>
                  <a:pt x="1161" y="716"/>
                </a:lnTo>
                <a:lnTo>
                  <a:pt x="1162" y="716"/>
                </a:lnTo>
                <a:lnTo>
                  <a:pt x="1162" y="715"/>
                </a:lnTo>
                <a:lnTo>
                  <a:pt x="1163" y="715"/>
                </a:lnTo>
                <a:lnTo>
                  <a:pt x="1163" y="716"/>
                </a:lnTo>
                <a:lnTo>
                  <a:pt x="1164" y="716"/>
                </a:lnTo>
                <a:lnTo>
                  <a:pt x="1165" y="716"/>
                </a:lnTo>
                <a:lnTo>
                  <a:pt x="1165" y="717"/>
                </a:lnTo>
                <a:lnTo>
                  <a:pt x="1164" y="718"/>
                </a:lnTo>
                <a:lnTo>
                  <a:pt x="1163" y="718"/>
                </a:lnTo>
                <a:lnTo>
                  <a:pt x="1163" y="719"/>
                </a:lnTo>
                <a:lnTo>
                  <a:pt x="1163" y="720"/>
                </a:lnTo>
                <a:lnTo>
                  <a:pt x="1162" y="721"/>
                </a:lnTo>
                <a:lnTo>
                  <a:pt x="1161" y="721"/>
                </a:lnTo>
                <a:lnTo>
                  <a:pt x="1161" y="722"/>
                </a:lnTo>
                <a:lnTo>
                  <a:pt x="1159" y="722"/>
                </a:lnTo>
                <a:lnTo>
                  <a:pt x="1158" y="722"/>
                </a:lnTo>
                <a:lnTo>
                  <a:pt x="1158" y="721"/>
                </a:lnTo>
                <a:lnTo>
                  <a:pt x="1157" y="721"/>
                </a:lnTo>
                <a:lnTo>
                  <a:pt x="1157" y="722"/>
                </a:lnTo>
                <a:lnTo>
                  <a:pt x="1156" y="721"/>
                </a:lnTo>
                <a:lnTo>
                  <a:pt x="1156" y="720"/>
                </a:lnTo>
                <a:lnTo>
                  <a:pt x="1157" y="719"/>
                </a:lnTo>
                <a:lnTo>
                  <a:pt x="1157" y="718"/>
                </a:lnTo>
                <a:lnTo>
                  <a:pt x="1156" y="717"/>
                </a:lnTo>
                <a:lnTo>
                  <a:pt x="1155" y="717"/>
                </a:lnTo>
                <a:lnTo>
                  <a:pt x="1155" y="718"/>
                </a:lnTo>
                <a:lnTo>
                  <a:pt x="1155" y="719"/>
                </a:lnTo>
                <a:lnTo>
                  <a:pt x="1155" y="720"/>
                </a:lnTo>
                <a:lnTo>
                  <a:pt x="1153" y="720"/>
                </a:lnTo>
                <a:lnTo>
                  <a:pt x="1152" y="720"/>
                </a:lnTo>
                <a:lnTo>
                  <a:pt x="1153" y="718"/>
                </a:lnTo>
                <a:lnTo>
                  <a:pt x="1153" y="717"/>
                </a:lnTo>
                <a:lnTo>
                  <a:pt x="1152" y="716"/>
                </a:lnTo>
                <a:lnTo>
                  <a:pt x="1152" y="715"/>
                </a:lnTo>
                <a:lnTo>
                  <a:pt x="1151" y="716"/>
                </a:lnTo>
                <a:lnTo>
                  <a:pt x="1151" y="717"/>
                </a:lnTo>
                <a:lnTo>
                  <a:pt x="1151" y="719"/>
                </a:lnTo>
                <a:lnTo>
                  <a:pt x="1151" y="720"/>
                </a:lnTo>
                <a:lnTo>
                  <a:pt x="1150" y="722"/>
                </a:lnTo>
                <a:lnTo>
                  <a:pt x="1149" y="722"/>
                </a:lnTo>
                <a:lnTo>
                  <a:pt x="1149" y="723"/>
                </a:lnTo>
                <a:lnTo>
                  <a:pt x="1149" y="724"/>
                </a:lnTo>
                <a:lnTo>
                  <a:pt x="1148" y="724"/>
                </a:lnTo>
                <a:lnTo>
                  <a:pt x="1148" y="725"/>
                </a:lnTo>
                <a:lnTo>
                  <a:pt x="1148" y="726"/>
                </a:lnTo>
                <a:lnTo>
                  <a:pt x="1147" y="726"/>
                </a:lnTo>
                <a:lnTo>
                  <a:pt x="1146" y="727"/>
                </a:lnTo>
                <a:lnTo>
                  <a:pt x="1146" y="728"/>
                </a:lnTo>
                <a:lnTo>
                  <a:pt x="1146" y="729"/>
                </a:lnTo>
                <a:lnTo>
                  <a:pt x="1147" y="729"/>
                </a:lnTo>
                <a:lnTo>
                  <a:pt x="1148" y="729"/>
                </a:lnTo>
                <a:lnTo>
                  <a:pt x="1148" y="728"/>
                </a:lnTo>
                <a:lnTo>
                  <a:pt x="1149" y="729"/>
                </a:lnTo>
                <a:lnTo>
                  <a:pt x="1149" y="730"/>
                </a:lnTo>
                <a:lnTo>
                  <a:pt x="1149" y="731"/>
                </a:lnTo>
                <a:lnTo>
                  <a:pt x="1150" y="731"/>
                </a:lnTo>
                <a:lnTo>
                  <a:pt x="1150" y="732"/>
                </a:lnTo>
                <a:lnTo>
                  <a:pt x="1150" y="733"/>
                </a:lnTo>
                <a:lnTo>
                  <a:pt x="1150" y="734"/>
                </a:lnTo>
                <a:lnTo>
                  <a:pt x="1151" y="735"/>
                </a:lnTo>
                <a:lnTo>
                  <a:pt x="1152" y="734"/>
                </a:lnTo>
                <a:lnTo>
                  <a:pt x="1153" y="733"/>
                </a:lnTo>
                <a:lnTo>
                  <a:pt x="1154" y="732"/>
                </a:lnTo>
                <a:lnTo>
                  <a:pt x="1155" y="732"/>
                </a:lnTo>
                <a:lnTo>
                  <a:pt x="1156" y="732"/>
                </a:lnTo>
                <a:lnTo>
                  <a:pt x="1156" y="731"/>
                </a:lnTo>
                <a:lnTo>
                  <a:pt x="1156" y="730"/>
                </a:lnTo>
                <a:lnTo>
                  <a:pt x="1157" y="730"/>
                </a:lnTo>
                <a:lnTo>
                  <a:pt x="1157" y="729"/>
                </a:lnTo>
                <a:lnTo>
                  <a:pt x="1156" y="729"/>
                </a:lnTo>
                <a:lnTo>
                  <a:pt x="1156" y="728"/>
                </a:lnTo>
                <a:lnTo>
                  <a:pt x="1154" y="728"/>
                </a:lnTo>
                <a:lnTo>
                  <a:pt x="1155" y="727"/>
                </a:lnTo>
                <a:lnTo>
                  <a:pt x="1155" y="726"/>
                </a:lnTo>
                <a:lnTo>
                  <a:pt x="1156" y="725"/>
                </a:lnTo>
                <a:lnTo>
                  <a:pt x="1157" y="724"/>
                </a:lnTo>
                <a:lnTo>
                  <a:pt x="1159" y="724"/>
                </a:lnTo>
                <a:lnTo>
                  <a:pt x="1160" y="724"/>
                </a:lnTo>
                <a:lnTo>
                  <a:pt x="1160" y="725"/>
                </a:lnTo>
                <a:lnTo>
                  <a:pt x="1159" y="725"/>
                </a:lnTo>
                <a:lnTo>
                  <a:pt x="1159" y="726"/>
                </a:lnTo>
                <a:lnTo>
                  <a:pt x="1159" y="727"/>
                </a:lnTo>
                <a:lnTo>
                  <a:pt x="1159" y="728"/>
                </a:lnTo>
                <a:lnTo>
                  <a:pt x="1161" y="728"/>
                </a:lnTo>
                <a:lnTo>
                  <a:pt x="1160" y="728"/>
                </a:lnTo>
                <a:lnTo>
                  <a:pt x="1160" y="729"/>
                </a:lnTo>
                <a:lnTo>
                  <a:pt x="1160" y="730"/>
                </a:lnTo>
                <a:lnTo>
                  <a:pt x="1160" y="731"/>
                </a:lnTo>
                <a:lnTo>
                  <a:pt x="1159" y="732"/>
                </a:lnTo>
                <a:lnTo>
                  <a:pt x="1158" y="732"/>
                </a:lnTo>
                <a:lnTo>
                  <a:pt x="1158" y="734"/>
                </a:lnTo>
                <a:lnTo>
                  <a:pt x="1159" y="734"/>
                </a:lnTo>
                <a:lnTo>
                  <a:pt x="1159" y="737"/>
                </a:lnTo>
                <a:lnTo>
                  <a:pt x="1159" y="738"/>
                </a:lnTo>
                <a:lnTo>
                  <a:pt x="1158" y="739"/>
                </a:lnTo>
                <a:lnTo>
                  <a:pt x="1157" y="738"/>
                </a:lnTo>
                <a:lnTo>
                  <a:pt x="1156" y="738"/>
                </a:lnTo>
                <a:lnTo>
                  <a:pt x="1155" y="739"/>
                </a:lnTo>
                <a:lnTo>
                  <a:pt x="1155" y="740"/>
                </a:lnTo>
                <a:lnTo>
                  <a:pt x="1155" y="741"/>
                </a:lnTo>
                <a:lnTo>
                  <a:pt x="1154" y="742"/>
                </a:lnTo>
                <a:lnTo>
                  <a:pt x="1153" y="743"/>
                </a:lnTo>
                <a:lnTo>
                  <a:pt x="1152" y="743"/>
                </a:lnTo>
                <a:lnTo>
                  <a:pt x="1151" y="744"/>
                </a:lnTo>
                <a:lnTo>
                  <a:pt x="1150" y="744"/>
                </a:lnTo>
                <a:lnTo>
                  <a:pt x="1150" y="743"/>
                </a:lnTo>
                <a:lnTo>
                  <a:pt x="1150" y="742"/>
                </a:lnTo>
                <a:lnTo>
                  <a:pt x="1149" y="742"/>
                </a:lnTo>
                <a:lnTo>
                  <a:pt x="1148" y="742"/>
                </a:lnTo>
                <a:lnTo>
                  <a:pt x="1146" y="743"/>
                </a:lnTo>
                <a:lnTo>
                  <a:pt x="1145" y="743"/>
                </a:lnTo>
                <a:lnTo>
                  <a:pt x="1145" y="744"/>
                </a:lnTo>
                <a:lnTo>
                  <a:pt x="1143" y="745"/>
                </a:lnTo>
                <a:lnTo>
                  <a:pt x="1142" y="745"/>
                </a:lnTo>
                <a:lnTo>
                  <a:pt x="1141" y="746"/>
                </a:lnTo>
                <a:lnTo>
                  <a:pt x="1140" y="747"/>
                </a:lnTo>
                <a:lnTo>
                  <a:pt x="1138" y="748"/>
                </a:lnTo>
                <a:lnTo>
                  <a:pt x="1138" y="749"/>
                </a:lnTo>
                <a:lnTo>
                  <a:pt x="1137" y="748"/>
                </a:lnTo>
                <a:lnTo>
                  <a:pt x="1136" y="748"/>
                </a:lnTo>
                <a:lnTo>
                  <a:pt x="1134" y="748"/>
                </a:lnTo>
                <a:lnTo>
                  <a:pt x="1133" y="749"/>
                </a:lnTo>
                <a:lnTo>
                  <a:pt x="1133" y="750"/>
                </a:lnTo>
                <a:lnTo>
                  <a:pt x="1132" y="750"/>
                </a:lnTo>
                <a:lnTo>
                  <a:pt x="1131" y="750"/>
                </a:lnTo>
                <a:lnTo>
                  <a:pt x="1131" y="751"/>
                </a:lnTo>
                <a:lnTo>
                  <a:pt x="1130" y="752"/>
                </a:lnTo>
                <a:lnTo>
                  <a:pt x="1129" y="752"/>
                </a:lnTo>
                <a:lnTo>
                  <a:pt x="1128" y="752"/>
                </a:lnTo>
                <a:lnTo>
                  <a:pt x="1127" y="752"/>
                </a:lnTo>
                <a:lnTo>
                  <a:pt x="1127" y="751"/>
                </a:lnTo>
                <a:lnTo>
                  <a:pt x="1127" y="749"/>
                </a:lnTo>
                <a:lnTo>
                  <a:pt x="1127" y="748"/>
                </a:lnTo>
                <a:lnTo>
                  <a:pt x="1125" y="747"/>
                </a:lnTo>
                <a:lnTo>
                  <a:pt x="1124" y="746"/>
                </a:lnTo>
                <a:lnTo>
                  <a:pt x="1120" y="747"/>
                </a:lnTo>
                <a:lnTo>
                  <a:pt x="1119" y="748"/>
                </a:lnTo>
                <a:lnTo>
                  <a:pt x="1118" y="748"/>
                </a:lnTo>
                <a:lnTo>
                  <a:pt x="1117" y="748"/>
                </a:lnTo>
                <a:lnTo>
                  <a:pt x="1115" y="749"/>
                </a:lnTo>
                <a:lnTo>
                  <a:pt x="1115" y="748"/>
                </a:lnTo>
                <a:lnTo>
                  <a:pt x="1113" y="748"/>
                </a:lnTo>
                <a:lnTo>
                  <a:pt x="1112" y="748"/>
                </a:lnTo>
                <a:lnTo>
                  <a:pt x="1112" y="749"/>
                </a:lnTo>
                <a:lnTo>
                  <a:pt x="1112" y="748"/>
                </a:lnTo>
                <a:lnTo>
                  <a:pt x="1111" y="748"/>
                </a:lnTo>
                <a:lnTo>
                  <a:pt x="1110" y="749"/>
                </a:lnTo>
                <a:lnTo>
                  <a:pt x="1110" y="750"/>
                </a:lnTo>
                <a:lnTo>
                  <a:pt x="1109" y="750"/>
                </a:lnTo>
                <a:lnTo>
                  <a:pt x="1109" y="751"/>
                </a:lnTo>
                <a:lnTo>
                  <a:pt x="1108" y="751"/>
                </a:lnTo>
                <a:lnTo>
                  <a:pt x="1107" y="751"/>
                </a:lnTo>
                <a:lnTo>
                  <a:pt x="1106" y="751"/>
                </a:lnTo>
                <a:lnTo>
                  <a:pt x="1105" y="751"/>
                </a:lnTo>
                <a:lnTo>
                  <a:pt x="1104" y="752"/>
                </a:lnTo>
                <a:lnTo>
                  <a:pt x="1103" y="752"/>
                </a:lnTo>
                <a:lnTo>
                  <a:pt x="1103" y="753"/>
                </a:lnTo>
                <a:lnTo>
                  <a:pt x="1102" y="755"/>
                </a:lnTo>
                <a:lnTo>
                  <a:pt x="1102" y="756"/>
                </a:lnTo>
                <a:lnTo>
                  <a:pt x="1101" y="756"/>
                </a:lnTo>
                <a:lnTo>
                  <a:pt x="1100" y="757"/>
                </a:lnTo>
                <a:lnTo>
                  <a:pt x="1099" y="758"/>
                </a:lnTo>
                <a:lnTo>
                  <a:pt x="1098" y="758"/>
                </a:lnTo>
                <a:lnTo>
                  <a:pt x="1097" y="759"/>
                </a:lnTo>
                <a:lnTo>
                  <a:pt x="1096" y="759"/>
                </a:lnTo>
                <a:lnTo>
                  <a:pt x="1096" y="760"/>
                </a:lnTo>
                <a:lnTo>
                  <a:pt x="1095" y="760"/>
                </a:lnTo>
                <a:lnTo>
                  <a:pt x="1094" y="760"/>
                </a:lnTo>
                <a:lnTo>
                  <a:pt x="1094" y="759"/>
                </a:lnTo>
                <a:lnTo>
                  <a:pt x="1094" y="760"/>
                </a:lnTo>
                <a:lnTo>
                  <a:pt x="1093" y="761"/>
                </a:lnTo>
                <a:lnTo>
                  <a:pt x="1092" y="762"/>
                </a:lnTo>
                <a:lnTo>
                  <a:pt x="1092" y="763"/>
                </a:lnTo>
                <a:lnTo>
                  <a:pt x="1090" y="763"/>
                </a:lnTo>
                <a:lnTo>
                  <a:pt x="1089" y="763"/>
                </a:lnTo>
                <a:lnTo>
                  <a:pt x="1087" y="765"/>
                </a:lnTo>
                <a:lnTo>
                  <a:pt x="1085" y="765"/>
                </a:lnTo>
                <a:lnTo>
                  <a:pt x="1085" y="764"/>
                </a:lnTo>
                <a:lnTo>
                  <a:pt x="1084" y="764"/>
                </a:lnTo>
                <a:lnTo>
                  <a:pt x="1083" y="764"/>
                </a:lnTo>
                <a:lnTo>
                  <a:pt x="1082" y="764"/>
                </a:lnTo>
                <a:lnTo>
                  <a:pt x="1081" y="764"/>
                </a:lnTo>
                <a:lnTo>
                  <a:pt x="1079" y="765"/>
                </a:lnTo>
                <a:lnTo>
                  <a:pt x="1079" y="766"/>
                </a:lnTo>
                <a:lnTo>
                  <a:pt x="1078" y="766"/>
                </a:lnTo>
                <a:lnTo>
                  <a:pt x="1077" y="765"/>
                </a:lnTo>
                <a:lnTo>
                  <a:pt x="1076" y="764"/>
                </a:lnTo>
                <a:lnTo>
                  <a:pt x="1077" y="763"/>
                </a:lnTo>
                <a:lnTo>
                  <a:pt x="1075" y="763"/>
                </a:lnTo>
                <a:lnTo>
                  <a:pt x="1074" y="763"/>
                </a:lnTo>
                <a:lnTo>
                  <a:pt x="1074" y="762"/>
                </a:lnTo>
                <a:lnTo>
                  <a:pt x="1075" y="762"/>
                </a:lnTo>
                <a:lnTo>
                  <a:pt x="1075" y="761"/>
                </a:lnTo>
                <a:lnTo>
                  <a:pt x="1074" y="761"/>
                </a:lnTo>
                <a:lnTo>
                  <a:pt x="1074" y="760"/>
                </a:lnTo>
                <a:lnTo>
                  <a:pt x="1074" y="761"/>
                </a:lnTo>
                <a:lnTo>
                  <a:pt x="1073" y="762"/>
                </a:lnTo>
                <a:lnTo>
                  <a:pt x="1071" y="763"/>
                </a:lnTo>
                <a:lnTo>
                  <a:pt x="1070" y="764"/>
                </a:lnTo>
                <a:lnTo>
                  <a:pt x="1069" y="764"/>
                </a:lnTo>
                <a:lnTo>
                  <a:pt x="1069" y="763"/>
                </a:lnTo>
                <a:lnTo>
                  <a:pt x="1068" y="764"/>
                </a:lnTo>
                <a:lnTo>
                  <a:pt x="1067" y="764"/>
                </a:lnTo>
                <a:lnTo>
                  <a:pt x="1067" y="763"/>
                </a:lnTo>
                <a:lnTo>
                  <a:pt x="1066" y="763"/>
                </a:lnTo>
                <a:lnTo>
                  <a:pt x="1066" y="764"/>
                </a:lnTo>
                <a:lnTo>
                  <a:pt x="1065" y="764"/>
                </a:lnTo>
                <a:lnTo>
                  <a:pt x="1065" y="765"/>
                </a:lnTo>
                <a:lnTo>
                  <a:pt x="1064" y="765"/>
                </a:lnTo>
                <a:lnTo>
                  <a:pt x="1064" y="766"/>
                </a:lnTo>
                <a:lnTo>
                  <a:pt x="1062" y="767"/>
                </a:lnTo>
                <a:lnTo>
                  <a:pt x="1061" y="767"/>
                </a:lnTo>
                <a:lnTo>
                  <a:pt x="1060" y="767"/>
                </a:lnTo>
                <a:lnTo>
                  <a:pt x="1059" y="767"/>
                </a:lnTo>
                <a:lnTo>
                  <a:pt x="1059" y="768"/>
                </a:lnTo>
                <a:lnTo>
                  <a:pt x="1058" y="768"/>
                </a:lnTo>
                <a:lnTo>
                  <a:pt x="1058" y="767"/>
                </a:lnTo>
                <a:lnTo>
                  <a:pt x="1057" y="767"/>
                </a:lnTo>
                <a:lnTo>
                  <a:pt x="1056" y="767"/>
                </a:lnTo>
                <a:lnTo>
                  <a:pt x="1055" y="766"/>
                </a:lnTo>
                <a:lnTo>
                  <a:pt x="1055" y="765"/>
                </a:lnTo>
                <a:lnTo>
                  <a:pt x="1054" y="763"/>
                </a:lnTo>
                <a:lnTo>
                  <a:pt x="1053" y="762"/>
                </a:lnTo>
                <a:lnTo>
                  <a:pt x="1053" y="761"/>
                </a:lnTo>
                <a:lnTo>
                  <a:pt x="1052" y="760"/>
                </a:lnTo>
                <a:lnTo>
                  <a:pt x="1051" y="760"/>
                </a:lnTo>
                <a:lnTo>
                  <a:pt x="1050" y="759"/>
                </a:lnTo>
                <a:lnTo>
                  <a:pt x="1049" y="760"/>
                </a:lnTo>
                <a:lnTo>
                  <a:pt x="1048" y="761"/>
                </a:lnTo>
                <a:lnTo>
                  <a:pt x="1047" y="761"/>
                </a:lnTo>
                <a:lnTo>
                  <a:pt x="1046" y="762"/>
                </a:lnTo>
                <a:lnTo>
                  <a:pt x="1045" y="763"/>
                </a:lnTo>
                <a:lnTo>
                  <a:pt x="1045" y="762"/>
                </a:lnTo>
                <a:lnTo>
                  <a:pt x="1044" y="762"/>
                </a:lnTo>
                <a:lnTo>
                  <a:pt x="1043" y="763"/>
                </a:lnTo>
                <a:lnTo>
                  <a:pt x="1041" y="765"/>
                </a:lnTo>
                <a:lnTo>
                  <a:pt x="1042" y="766"/>
                </a:lnTo>
                <a:lnTo>
                  <a:pt x="1042" y="767"/>
                </a:lnTo>
                <a:lnTo>
                  <a:pt x="1042" y="769"/>
                </a:lnTo>
                <a:lnTo>
                  <a:pt x="1042" y="770"/>
                </a:lnTo>
                <a:lnTo>
                  <a:pt x="1042" y="771"/>
                </a:lnTo>
                <a:lnTo>
                  <a:pt x="1041" y="772"/>
                </a:lnTo>
                <a:lnTo>
                  <a:pt x="1041" y="773"/>
                </a:lnTo>
                <a:lnTo>
                  <a:pt x="1042" y="774"/>
                </a:lnTo>
                <a:lnTo>
                  <a:pt x="1043" y="774"/>
                </a:lnTo>
                <a:lnTo>
                  <a:pt x="1043" y="775"/>
                </a:lnTo>
                <a:lnTo>
                  <a:pt x="1043" y="776"/>
                </a:lnTo>
                <a:lnTo>
                  <a:pt x="1042" y="777"/>
                </a:lnTo>
                <a:lnTo>
                  <a:pt x="1042" y="778"/>
                </a:lnTo>
                <a:lnTo>
                  <a:pt x="1043" y="779"/>
                </a:lnTo>
                <a:lnTo>
                  <a:pt x="1043" y="780"/>
                </a:lnTo>
                <a:lnTo>
                  <a:pt x="1042" y="780"/>
                </a:lnTo>
                <a:lnTo>
                  <a:pt x="1041" y="780"/>
                </a:lnTo>
                <a:lnTo>
                  <a:pt x="1041" y="781"/>
                </a:lnTo>
                <a:lnTo>
                  <a:pt x="1041" y="782"/>
                </a:lnTo>
                <a:lnTo>
                  <a:pt x="1043" y="784"/>
                </a:lnTo>
                <a:lnTo>
                  <a:pt x="1043" y="785"/>
                </a:lnTo>
                <a:lnTo>
                  <a:pt x="1043" y="787"/>
                </a:lnTo>
                <a:lnTo>
                  <a:pt x="1042" y="787"/>
                </a:lnTo>
                <a:lnTo>
                  <a:pt x="1042" y="788"/>
                </a:lnTo>
                <a:lnTo>
                  <a:pt x="1041" y="788"/>
                </a:lnTo>
                <a:lnTo>
                  <a:pt x="1039" y="788"/>
                </a:lnTo>
                <a:lnTo>
                  <a:pt x="1039" y="787"/>
                </a:lnTo>
                <a:lnTo>
                  <a:pt x="1038" y="787"/>
                </a:lnTo>
                <a:lnTo>
                  <a:pt x="1037" y="788"/>
                </a:lnTo>
                <a:lnTo>
                  <a:pt x="1036" y="788"/>
                </a:lnTo>
                <a:lnTo>
                  <a:pt x="1037" y="789"/>
                </a:lnTo>
                <a:lnTo>
                  <a:pt x="1036" y="789"/>
                </a:lnTo>
                <a:lnTo>
                  <a:pt x="1035" y="789"/>
                </a:lnTo>
                <a:lnTo>
                  <a:pt x="1035" y="790"/>
                </a:lnTo>
                <a:lnTo>
                  <a:pt x="1034" y="790"/>
                </a:lnTo>
                <a:lnTo>
                  <a:pt x="1032" y="790"/>
                </a:lnTo>
                <a:lnTo>
                  <a:pt x="1032" y="791"/>
                </a:lnTo>
                <a:lnTo>
                  <a:pt x="1030" y="793"/>
                </a:lnTo>
                <a:lnTo>
                  <a:pt x="1029" y="793"/>
                </a:lnTo>
                <a:lnTo>
                  <a:pt x="1029" y="792"/>
                </a:lnTo>
                <a:lnTo>
                  <a:pt x="1028" y="792"/>
                </a:lnTo>
                <a:lnTo>
                  <a:pt x="1027" y="792"/>
                </a:lnTo>
                <a:lnTo>
                  <a:pt x="1026" y="793"/>
                </a:lnTo>
                <a:lnTo>
                  <a:pt x="1025" y="793"/>
                </a:lnTo>
                <a:lnTo>
                  <a:pt x="1024" y="794"/>
                </a:lnTo>
                <a:lnTo>
                  <a:pt x="1023" y="794"/>
                </a:lnTo>
                <a:lnTo>
                  <a:pt x="1021" y="793"/>
                </a:lnTo>
                <a:lnTo>
                  <a:pt x="1021" y="794"/>
                </a:lnTo>
                <a:lnTo>
                  <a:pt x="1020" y="794"/>
                </a:lnTo>
                <a:lnTo>
                  <a:pt x="1019" y="794"/>
                </a:lnTo>
                <a:lnTo>
                  <a:pt x="1018" y="794"/>
                </a:lnTo>
                <a:lnTo>
                  <a:pt x="1017" y="794"/>
                </a:lnTo>
                <a:lnTo>
                  <a:pt x="1016" y="794"/>
                </a:lnTo>
                <a:lnTo>
                  <a:pt x="1015" y="795"/>
                </a:lnTo>
                <a:lnTo>
                  <a:pt x="1015" y="794"/>
                </a:lnTo>
                <a:lnTo>
                  <a:pt x="1014" y="795"/>
                </a:lnTo>
                <a:lnTo>
                  <a:pt x="1013" y="796"/>
                </a:lnTo>
                <a:lnTo>
                  <a:pt x="1012" y="796"/>
                </a:lnTo>
                <a:lnTo>
                  <a:pt x="1011" y="796"/>
                </a:lnTo>
                <a:lnTo>
                  <a:pt x="1012" y="796"/>
                </a:lnTo>
                <a:lnTo>
                  <a:pt x="1012" y="797"/>
                </a:lnTo>
                <a:lnTo>
                  <a:pt x="1011" y="798"/>
                </a:lnTo>
                <a:lnTo>
                  <a:pt x="1011" y="799"/>
                </a:lnTo>
                <a:lnTo>
                  <a:pt x="1010" y="801"/>
                </a:lnTo>
                <a:lnTo>
                  <a:pt x="1009" y="802"/>
                </a:lnTo>
                <a:lnTo>
                  <a:pt x="1008" y="802"/>
                </a:lnTo>
                <a:lnTo>
                  <a:pt x="1008" y="803"/>
                </a:lnTo>
                <a:lnTo>
                  <a:pt x="1007" y="803"/>
                </a:lnTo>
                <a:lnTo>
                  <a:pt x="1007" y="804"/>
                </a:lnTo>
                <a:lnTo>
                  <a:pt x="1006" y="804"/>
                </a:lnTo>
                <a:lnTo>
                  <a:pt x="1007" y="804"/>
                </a:lnTo>
                <a:lnTo>
                  <a:pt x="1007" y="805"/>
                </a:lnTo>
                <a:lnTo>
                  <a:pt x="1007" y="806"/>
                </a:lnTo>
                <a:lnTo>
                  <a:pt x="1006" y="806"/>
                </a:lnTo>
                <a:lnTo>
                  <a:pt x="1004" y="808"/>
                </a:lnTo>
                <a:lnTo>
                  <a:pt x="1004" y="809"/>
                </a:lnTo>
                <a:lnTo>
                  <a:pt x="1003" y="810"/>
                </a:lnTo>
                <a:lnTo>
                  <a:pt x="1002" y="810"/>
                </a:lnTo>
                <a:lnTo>
                  <a:pt x="1001" y="811"/>
                </a:lnTo>
                <a:lnTo>
                  <a:pt x="1001" y="812"/>
                </a:lnTo>
                <a:lnTo>
                  <a:pt x="1000" y="813"/>
                </a:lnTo>
                <a:lnTo>
                  <a:pt x="999" y="813"/>
                </a:lnTo>
                <a:lnTo>
                  <a:pt x="999" y="814"/>
                </a:lnTo>
                <a:lnTo>
                  <a:pt x="998" y="814"/>
                </a:lnTo>
                <a:lnTo>
                  <a:pt x="997" y="814"/>
                </a:lnTo>
                <a:lnTo>
                  <a:pt x="998" y="814"/>
                </a:lnTo>
                <a:lnTo>
                  <a:pt x="998" y="815"/>
                </a:lnTo>
                <a:lnTo>
                  <a:pt x="997" y="816"/>
                </a:lnTo>
                <a:lnTo>
                  <a:pt x="997" y="817"/>
                </a:lnTo>
                <a:lnTo>
                  <a:pt x="997" y="818"/>
                </a:lnTo>
                <a:lnTo>
                  <a:pt x="996" y="818"/>
                </a:lnTo>
                <a:lnTo>
                  <a:pt x="996" y="819"/>
                </a:lnTo>
                <a:lnTo>
                  <a:pt x="996" y="820"/>
                </a:lnTo>
                <a:lnTo>
                  <a:pt x="995" y="820"/>
                </a:lnTo>
                <a:lnTo>
                  <a:pt x="994" y="820"/>
                </a:lnTo>
                <a:lnTo>
                  <a:pt x="993" y="819"/>
                </a:lnTo>
                <a:lnTo>
                  <a:pt x="992" y="820"/>
                </a:lnTo>
                <a:lnTo>
                  <a:pt x="992" y="821"/>
                </a:lnTo>
                <a:lnTo>
                  <a:pt x="993" y="821"/>
                </a:lnTo>
                <a:lnTo>
                  <a:pt x="993" y="822"/>
                </a:lnTo>
                <a:lnTo>
                  <a:pt x="993" y="823"/>
                </a:lnTo>
                <a:lnTo>
                  <a:pt x="993" y="824"/>
                </a:lnTo>
                <a:lnTo>
                  <a:pt x="992" y="824"/>
                </a:lnTo>
                <a:lnTo>
                  <a:pt x="992" y="825"/>
                </a:lnTo>
                <a:lnTo>
                  <a:pt x="993" y="825"/>
                </a:lnTo>
                <a:lnTo>
                  <a:pt x="993" y="826"/>
                </a:lnTo>
                <a:lnTo>
                  <a:pt x="992" y="827"/>
                </a:lnTo>
                <a:lnTo>
                  <a:pt x="992" y="828"/>
                </a:lnTo>
                <a:lnTo>
                  <a:pt x="992" y="829"/>
                </a:lnTo>
                <a:lnTo>
                  <a:pt x="992" y="830"/>
                </a:lnTo>
                <a:lnTo>
                  <a:pt x="992" y="831"/>
                </a:lnTo>
                <a:lnTo>
                  <a:pt x="991" y="830"/>
                </a:lnTo>
                <a:lnTo>
                  <a:pt x="991" y="831"/>
                </a:lnTo>
                <a:lnTo>
                  <a:pt x="990" y="831"/>
                </a:lnTo>
                <a:lnTo>
                  <a:pt x="989" y="831"/>
                </a:lnTo>
                <a:lnTo>
                  <a:pt x="989" y="832"/>
                </a:lnTo>
                <a:lnTo>
                  <a:pt x="988" y="832"/>
                </a:lnTo>
                <a:lnTo>
                  <a:pt x="988" y="833"/>
                </a:lnTo>
                <a:lnTo>
                  <a:pt x="987" y="833"/>
                </a:lnTo>
                <a:lnTo>
                  <a:pt x="987" y="834"/>
                </a:lnTo>
                <a:lnTo>
                  <a:pt x="986" y="834"/>
                </a:lnTo>
                <a:lnTo>
                  <a:pt x="986" y="835"/>
                </a:lnTo>
                <a:lnTo>
                  <a:pt x="985" y="835"/>
                </a:lnTo>
                <a:lnTo>
                  <a:pt x="985" y="834"/>
                </a:lnTo>
                <a:lnTo>
                  <a:pt x="984" y="834"/>
                </a:lnTo>
                <a:lnTo>
                  <a:pt x="984" y="835"/>
                </a:lnTo>
                <a:lnTo>
                  <a:pt x="983" y="835"/>
                </a:lnTo>
                <a:lnTo>
                  <a:pt x="982" y="834"/>
                </a:lnTo>
                <a:lnTo>
                  <a:pt x="981" y="834"/>
                </a:lnTo>
                <a:lnTo>
                  <a:pt x="980" y="834"/>
                </a:lnTo>
                <a:lnTo>
                  <a:pt x="980" y="833"/>
                </a:lnTo>
                <a:lnTo>
                  <a:pt x="980" y="832"/>
                </a:lnTo>
                <a:lnTo>
                  <a:pt x="979" y="831"/>
                </a:lnTo>
                <a:lnTo>
                  <a:pt x="979" y="830"/>
                </a:lnTo>
                <a:lnTo>
                  <a:pt x="980" y="830"/>
                </a:lnTo>
                <a:lnTo>
                  <a:pt x="980" y="829"/>
                </a:lnTo>
                <a:lnTo>
                  <a:pt x="980" y="828"/>
                </a:lnTo>
                <a:lnTo>
                  <a:pt x="979" y="828"/>
                </a:lnTo>
                <a:lnTo>
                  <a:pt x="978" y="828"/>
                </a:lnTo>
                <a:lnTo>
                  <a:pt x="977" y="829"/>
                </a:lnTo>
                <a:lnTo>
                  <a:pt x="976" y="830"/>
                </a:lnTo>
                <a:lnTo>
                  <a:pt x="975" y="830"/>
                </a:lnTo>
                <a:lnTo>
                  <a:pt x="975" y="829"/>
                </a:lnTo>
                <a:lnTo>
                  <a:pt x="974" y="829"/>
                </a:lnTo>
                <a:lnTo>
                  <a:pt x="973" y="828"/>
                </a:lnTo>
                <a:lnTo>
                  <a:pt x="972" y="828"/>
                </a:lnTo>
                <a:lnTo>
                  <a:pt x="972" y="827"/>
                </a:lnTo>
                <a:lnTo>
                  <a:pt x="972" y="826"/>
                </a:lnTo>
                <a:lnTo>
                  <a:pt x="972" y="825"/>
                </a:lnTo>
                <a:lnTo>
                  <a:pt x="973" y="824"/>
                </a:lnTo>
                <a:lnTo>
                  <a:pt x="972" y="824"/>
                </a:lnTo>
                <a:lnTo>
                  <a:pt x="972" y="823"/>
                </a:lnTo>
                <a:lnTo>
                  <a:pt x="971" y="823"/>
                </a:lnTo>
                <a:lnTo>
                  <a:pt x="971" y="822"/>
                </a:lnTo>
                <a:lnTo>
                  <a:pt x="970" y="822"/>
                </a:lnTo>
                <a:lnTo>
                  <a:pt x="970" y="821"/>
                </a:lnTo>
                <a:lnTo>
                  <a:pt x="969" y="821"/>
                </a:lnTo>
                <a:lnTo>
                  <a:pt x="968" y="821"/>
                </a:lnTo>
                <a:lnTo>
                  <a:pt x="967" y="821"/>
                </a:lnTo>
                <a:lnTo>
                  <a:pt x="966" y="821"/>
                </a:lnTo>
                <a:lnTo>
                  <a:pt x="965" y="822"/>
                </a:lnTo>
                <a:lnTo>
                  <a:pt x="965" y="823"/>
                </a:lnTo>
                <a:lnTo>
                  <a:pt x="964" y="823"/>
                </a:lnTo>
                <a:lnTo>
                  <a:pt x="963" y="823"/>
                </a:lnTo>
                <a:lnTo>
                  <a:pt x="962" y="824"/>
                </a:lnTo>
                <a:lnTo>
                  <a:pt x="961" y="824"/>
                </a:lnTo>
                <a:lnTo>
                  <a:pt x="960" y="824"/>
                </a:lnTo>
                <a:lnTo>
                  <a:pt x="960" y="825"/>
                </a:lnTo>
                <a:lnTo>
                  <a:pt x="960" y="826"/>
                </a:lnTo>
                <a:lnTo>
                  <a:pt x="960" y="827"/>
                </a:lnTo>
                <a:lnTo>
                  <a:pt x="959" y="827"/>
                </a:lnTo>
                <a:lnTo>
                  <a:pt x="959" y="828"/>
                </a:lnTo>
                <a:lnTo>
                  <a:pt x="959" y="829"/>
                </a:lnTo>
                <a:lnTo>
                  <a:pt x="958" y="829"/>
                </a:lnTo>
                <a:lnTo>
                  <a:pt x="958" y="830"/>
                </a:lnTo>
                <a:lnTo>
                  <a:pt x="957" y="830"/>
                </a:lnTo>
                <a:lnTo>
                  <a:pt x="957" y="831"/>
                </a:lnTo>
                <a:lnTo>
                  <a:pt x="957" y="832"/>
                </a:lnTo>
                <a:lnTo>
                  <a:pt x="956" y="832"/>
                </a:lnTo>
                <a:lnTo>
                  <a:pt x="955" y="832"/>
                </a:lnTo>
                <a:lnTo>
                  <a:pt x="955" y="831"/>
                </a:lnTo>
                <a:lnTo>
                  <a:pt x="954" y="831"/>
                </a:lnTo>
                <a:lnTo>
                  <a:pt x="954" y="830"/>
                </a:lnTo>
                <a:lnTo>
                  <a:pt x="954" y="829"/>
                </a:lnTo>
                <a:lnTo>
                  <a:pt x="953" y="829"/>
                </a:lnTo>
                <a:lnTo>
                  <a:pt x="953" y="828"/>
                </a:lnTo>
                <a:lnTo>
                  <a:pt x="954" y="828"/>
                </a:lnTo>
                <a:lnTo>
                  <a:pt x="953" y="828"/>
                </a:lnTo>
                <a:lnTo>
                  <a:pt x="953" y="827"/>
                </a:lnTo>
                <a:lnTo>
                  <a:pt x="953" y="825"/>
                </a:lnTo>
                <a:lnTo>
                  <a:pt x="953" y="824"/>
                </a:lnTo>
                <a:lnTo>
                  <a:pt x="953" y="823"/>
                </a:lnTo>
                <a:lnTo>
                  <a:pt x="953" y="822"/>
                </a:lnTo>
                <a:lnTo>
                  <a:pt x="952" y="822"/>
                </a:lnTo>
                <a:lnTo>
                  <a:pt x="951" y="822"/>
                </a:lnTo>
                <a:lnTo>
                  <a:pt x="951" y="823"/>
                </a:lnTo>
                <a:lnTo>
                  <a:pt x="950" y="824"/>
                </a:lnTo>
                <a:lnTo>
                  <a:pt x="950" y="825"/>
                </a:lnTo>
                <a:lnTo>
                  <a:pt x="949" y="826"/>
                </a:lnTo>
                <a:lnTo>
                  <a:pt x="949" y="827"/>
                </a:lnTo>
                <a:lnTo>
                  <a:pt x="948" y="827"/>
                </a:lnTo>
                <a:lnTo>
                  <a:pt x="948" y="828"/>
                </a:lnTo>
                <a:lnTo>
                  <a:pt x="947" y="828"/>
                </a:lnTo>
                <a:lnTo>
                  <a:pt x="946" y="828"/>
                </a:lnTo>
                <a:lnTo>
                  <a:pt x="945" y="828"/>
                </a:lnTo>
                <a:lnTo>
                  <a:pt x="945" y="827"/>
                </a:lnTo>
                <a:lnTo>
                  <a:pt x="945" y="826"/>
                </a:lnTo>
                <a:lnTo>
                  <a:pt x="945" y="825"/>
                </a:lnTo>
                <a:lnTo>
                  <a:pt x="945" y="824"/>
                </a:lnTo>
                <a:lnTo>
                  <a:pt x="946" y="824"/>
                </a:lnTo>
                <a:lnTo>
                  <a:pt x="945" y="824"/>
                </a:lnTo>
                <a:lnTo>
                  <a:pt x="945" y="823"/>
                </a:lnTo>
                <a:lnTo>
                  <a:pt x="945" y="822"/>
                </a:lnTo>
                <a:lnTo>
                  <a:pt x="945" y="821"/>
                </a:lnTo>
                <a:lnTo>
                  <a:pt x="945" y="820"/>
                </a:lnTo>
                <a:lnTo>
                  <a:pt x="944" y="820"/>
                </a:lnTo>
                <a:lnTo>
                  <a:pt x="944" y="819"/>
                </a:lnTo>
                <a:lnTo>
                  <a:pt x="944" y="818"/>
                </a:lnTo>
                <a:lnTo>
                  <a:pt x="944" y="817"/>
                </a:lnTo>
                <a:lnTo>
                  <a:pt x="943" y="817"/>
                </a:lnTo>
                <a:lnTo>
                  <a:pt x="942" y="817"/>
                </a:lnTo>
                <a:lnTo>
                  <a:pt x="942" y="816"/>
                </a:lnTo>
                <a:lnTo>
                  <a:pt x="941" y="816"/>
                </a:lnTo>
                <a:lnTo>
                  <a:pt x="941" y="815"/>
                </a:lnTo>
                <a:lnTo>
                  <a:pt x="941" y="814"/>
                </a:lnTo>
                <a:lnTo>
                  <a:pt x="941" y="813"/>
                </a:lnTo>
                <a:lnTo>
                  <a:pt x="942" y="813"/>
                </a:lnTo>
                <a:lnTo>
                  <a:pt x="941" y="812"/>
                </a:lnTo>
                <a:lnTo>
                  <a:pt x="940" y="812"/>
                </a:lnTo>
                <a:lnTo>
                  <a:pt x="940" y="811"/>
                </a:lnTo>
                <a:lnTo>
                  <a:pt x="940" y="810"/>
                </a:lnTo>
                <a:lnTo>
                  <a:pt x="941" y="809"/>
                </a:lnTo>
                <a:lnTo>
                  <a:pt x="942" y="808"/>
                </a:lnTo>
                <a:lnTo>
                  <a:pt x="942" y="807"/>
                </a:lnTo>
                <a:lnTo>
                  <a:pt x="943" y="807"/>
                </a:lnTo>
                <a:lnTo>
                  <a:pt x="943" y="806"/>
                </a:lnTo>
                <a:lnTo>
                  <a:pt x="944" y="806"/>
                </a:lnTo>
                <a:lnTo>
                  <a:pt x="944" y="805"/>
                </a:lnTo>
                <a:lnTo>
                  <a:pt x="945" y="804"/>
                </a:lnTo>
                <a:lnTo>
                  <a:pt x="945" y="803"/>
                </a:lnTo>
                <a:lnTo>
                  <a:pt x="945" y="802"/>
                </a:lnTo>
                <a:lnTo>
                  <a:pt x="944" y="801"/>
                </a:lnTo>
                <a:lnTo>
                  <a:pt x="944" y="800"/>
                </a:lnTo>
                <a:lnTo>
                  <a:pt x="944" y="799"/>
                </a:lnTo>
                <a:lnTo>
                  <a:pt x="944" y="798"/>
                </a:lnTo>
                <a:lnTo>
                  <a:pt x="944" y="797"/>
                </a:lnTo>
                <a:lnTo>
                  <a:pt x="943" y="797"/>
                </a:lnTo>
                <a:lnTo>
                  <a:pt x="943" y="796"/>
                </a:lnTo>
                <a:lnTo>
                  <a:pt x="942" y="796"/>
                </a:lnTo>
                <a:lnTo>
                  <a:pt x="941" y="796"/>
                </a:lnTo>
                <a:lnTo>
                  <a:pt x="941" y="797"/>
                </a:lnTo>
                <a:lnTo>
                  <a:pt x="940" y="797"/>
                </a:lnTo>
                <a:lnTo>
                  <a:pt x="940" y="798"/>
                </a:lnTo>
                <a:lnTo>
                  <a:pt x="939" y="798"/>
                </a:lnTo>
                <a:lnTo>
                  <a:pt x="939" y="799"/>
                </a:lnTo>
                <a:lnTo>
                  <a:pt x="939" y="800"/>
                </a:lnTo>
                <a:lnTo>
                  <a:pt x="939" y="799"/>
                </a:lnTo>
                <a:lnTo>
                  <a:pt x="938" y="799"/>
                </a:lnTo>
                <a:lnTo>
                  <a:pt x="938" y="798"/>
                </a:lnTo>
                <a:lnTo>
                  <a:pt x="937" y="799"/>
                </a:lnTo>
                <a:lnTo>
                  <a:pt x="936" y="799"/>
                </a:lnTo>
                <a:lnTo>
                  <a:pt x="936" y="798"/>
                </a:lnTo>
                <a:lnTo>
                  <a:pt x="936" y="797"/>
                </a:lnTo>
                <a:lnTo>
                  <a:pt x="936" y="796"/>
                </a:lnTo>
                <a:lnTo>
                  <a:pt x="935" y="796"/>
                </a:lnTo>
                <a:lnTo>
                  <a:pt x="935" y="795"/>
                </a:lnTo>
                <a:lnTo>
                  <a:pt x="934" y="794"/>
                </a:lnTo>
                <a:lnTo>
                  <a:pt x="933" y="794"/>
                </a:lnTo>
                <a:lnTo>
                  <a:pt x="932" y="794"/>
                </a:lnTo>
                <a:lnTo>
                  <a:pt x="932" y="795"/>
                </a:lnTo>
                <a:lnTo>
                  <a:pt x="931" y="795"/>
                </a:lnTo>
                <a:lnTo>
                  <a:pt x="931" y="794"/>
                </a:lnTo>
                <a:lnTo>
                  <a:pt x="930" y="794"/>
                </a:lnTo>
                <a:lnTo>
                  <a:pt x="930" y="793"/>
                </a:lnTo>
                <a:lnTo>
                  <a:pt x="929" y="793"/>
                </a:lnTo>
                <a:lnTo>
                  <a:pt x="928" y="793"/>
                </a:lnTo>
                <a:lnTo>
                  <a:pt x="928" y="791"/>
                </a:lnTo>
                <a:lnTo>
                  <a:pt x="928" y="790"/>
                </a:lnTo>
                <a:lnTo>
                  <a:pt x="929" y="790"/>
                </a:lnTo>
                <a:lnTo>
                  <a:pt x="929" y="789"/>
                </a:lnTo>
                <a:lnTo>
                  <a:pt x="930" y="789"/>
                </a:lnTo>
                <a:lnTo>
                  <a:pt x="930" y="788"/>
                </a:lnTo>
                <a:lnTo>
                  <a:pt x="929" y="788"/>
                </a:lnTo>
                <a:lnTo>
                  <a:pt x="929" y="787"/>
                </a:lnTo>
                <a:lnTo>
                  <a:pt x="930" y="787"/>
                </a:lnTo>
                <a:lnTo>
                  <a:pt x="930" y="786"/>
                </a:lnTo>
                <a:lnTo>
                  <a:pt x="931" y="785"/>
                </a:lnTo>
                <a:lnTo>
                  <a:pt x="931" y="784"/>
                </a:lnTo>
                <a:lnTo>
                  <a:pt x="931" y="783"/>
                </a:lnTo>
                <a:lnTo>
                  <a:pt x="931" y="782"/>
                </a:lnTo>
                <a:lnTo>
                  <a:pt x="932" y="781"/>
                </a:lnTo>
                <a:lnTo>
                  <a:pt x="932" y="780"/>
                </a:lnTo>
                <a:lnTo>
                  <a:pt x="932" y="779"/>
                </a:lnTo>
                <a:lnTo>
                  <a:pt x="932" y="778"/>
                </a:lnTo>
                <a:lnTo>
                  <a:pt x="933" y="778"/>
                </a:lnTo>
                <a:lnTo>
                  <a:pt x="934" y="778"/>
                </a:lnTo>
                <a:lnTo>
                  <a:pt x="935" y="778"/>
                </a:lnTo>
                <a:lnTo>
                  <a:pt x="935" y="777"/>
                </a:lnTo>
                <a:lnTo>
                  <a:pt x="936" y="777"/>
                </a:lnTo>
                <a:lnTo>
                  <a:pt x="936" y="776"/>
                </a:lnTo>
                <a:lnTo>
                  <a:pt x="937" y="776"/>
                </a:lnTo>
                <a:lnTo>
                  <a:pt x="937" y="775"/>
                </a:lnTo>
                <a:lnTo>
                  <a:pt x="937" y="774"/>
                </a:lnTo>
                <a:lnTo>
                  <a:pt x="938" y="774"/>
                </a:lnTo>
                <a:lnTo>
                  <a:pt x="937" y="774"/>
                </a:lnTo>
                <a:lnTo>
                  <a:pt x="937" y="773"/>
                </a:lnTo>
                <a:lnTo>
                  <a:pt x="936" y="772"/>
                </a:lnTo>
                <a:lnTo>
                  <a:pt x="936" y="771"/>
                </a:lnTo>
                <a:lnTo>
                  <a:pt x="937" y="771"/>
                </a:lnTo>
                <a:lnTo>
                  <a:pt x="937" y="770"/>
                </a:lnTo>
                <a:lnTo>
                  <a:pt x="936" y="770"/>
                </a:lnTo>
                <a:lnTo>
                  <a:pt x="936" y="769"/>
                </a:lnTo>
                <a:lnTo>
                  <a:pt x="936" y="768"/>
                </a:lnTo>
                <a:lnTo>
                  <a:pt x="936" y="767"/>
                </a:lnTo>
                <a:lnTo>
                  <a:pt x="937" y="767"/>
                </a:lnTo>
                <a:lnTo>
                  <a:pt x="937" y="766"/>
                </a:lnTo>
                <a:lnTo>
                  <a:pt x="937" y="765"/>
                </a:lnTo>
                <a:lnTo>
                  <a:pt x="938" y="765"/>
                </a:lnTo>
                <a:lnTo>
                  <a:pt x="938" y="764"/>
                </a:lnTo>
                <a:lnTo>
                  <a:pt x="939" y="764"/>
                </a:lnTo>
                <a:lnTo>
                  <a:pt x="940" y="764"/>
                </a:lnTo>
                <a:lnTo>
                  <a:pt x="940" y="763"/>
                </a:lnTo>
                <a:lnTo>
                  <a:pt x="941" y="763"/>
                </a:lnTo>
                <a:lnTo>
                  <a:pt x="941" y="764"/>
                </a:lnTo>
                <a:lnTo>
                  <a:pt x="942" y="764"/>
                </a:lnTo>
                <a:lnTo>
                  <a:pt x="942" y="763"/>
                </a:lnTo>
                <a:lnTo>
                  <a:pt x="943" y="763"/>
                </a:lnTo>
                <a:lnTo>
                  <a:pt x="944" y="763"/>
                </a:lnTo>
                <a:lnTo>
                  <a:pt x="945" y="763"/>
                </a:lnTo>
                <a:lnTo>
                  <a:pt x="946" y="763"/>
                </a:lnTo>
                <a:lnTo>
                  <a:pt x="946" y="764"/>
                </a:lnTo>
                <a:lnTo>
                  <a:pt x="947" y="764"/>
                </a:lnTo>
                <a:lnTo>
                  <a:pt x="947" y="763"/>
                </a:lnTo>
                <a:lnTo>
                  <a:pt x="948" y="763"/>
                </a:lnTo>
                <a:lnTo>
                  <a:pt x="948" y="762"/>
                </a:lnTo>
                <a:lnTo>
                  <a:pt x="948" y="761"/>
                </a:lnTo>
                <a:lnTo>
                  <a:pt x="948" y="760"/>
                </a:lnTo>
                <a:lnTo>
                  <a:pt x="949" y="760"/>
                </a:lnTo>
                <a:lnTo>
                  <a:pt x="949" y="759"/>
                </a:lnTo>
                <a:lnTo>
                  <a:pt x="949" y="758"/>
                </a:lnTo>
                <a:lnTo>
                  <a:pt x="949" y="757"/>
                </a:lnTo>
                <a:lnTo>
                  <a:pt x="948" y="756"/>
                </a:lnTo>
                <a:lnTo>
                  <a:pt x="949" y="756"/>
                </a:lnTo>
                <a:lnTo>
                  <a:pt x="949" y="755"/>
                </a:lnTo>
                <a:lnTo>
                  <a:pt x="950" y="754"/>
                </a:lnTo>
                <a:lnTo>
                  <a:pt x="951" y="753"/>
                </a:lnTo>
                <a:lnTo>
                  <a:pt x="951" y="752"/>
                </a:lnTo>
                <a:lnTo>
                  <a:pt x="951" y="751"/>
                </a:lnTo>
                <a:lnTo>
                  <a:pt x="950" y="751"/>
                </a:lnTo>
                <a:lnTo>
                  <a:pt x="950" y="750"/>
                </a:lnTo>
                <a:lnTo>
                  <a:pt x="950" y="749"/>
                </a:lnTo>
                <a:lnTo>
                  <a:pt x="949" y="749"/>
                </a:lnTo>
                <a:lnTo>
                  <a:pt x="949" y="748"/>
                </a:lnTo>
                <a:lnTo>
                  <a:pt x="948" y="748"/>
                </a:lnTo>
                <a:lnTo>
                  <a:pt x="948" y="747"/>
                </a:lnTo>
                <a:lnTo>
                  <a:pt x="949" y="747"/>
                </a:lnTo>
                <a:lnTo>
                  <a:pt x="948" y="747"/>
                </a:lnTo>
                <a:lnTo>
                  <a:pt x="947" y="747"/>
                </a:lnTo>
                <a:lnTo>
                  <a:pt x="946" y="747"/>
                </a:lnTo>
                <a:lnTo>
                  <a:pt x="945" y="747"/>
                </a:lnTo>
                <a:lnTo>
                  <a:pt x="945" y="746"/>
                </a:lnTo>
                <a:lnTo>
                  <a:pt x="944" y="746"/>
                </a:lnTo>
                <a:lnTo>
                  <a:pt x="944" y="745"/>
                </a:lnTo>
                <a:lnTo>
                  <a:pt x="943" y="745"/>
                </a:lnTo>
                <a:lnTo>
                  <a:pt x="942" y="744"/>
                </a:lnTo>
                <a:lnTo>
                  <a:pt x="941" y="744"/>
                </a:lnTo>
                <a:lnTo>
                  <a:pt x="941" y="743"/>
                </a:lnTo>
                <a:lnTo>
                  <a:pt x="940" y="743"/>
                </a:lnTo>
                <a:lnTo>
                  <a:pt x="940" y="742"/>
                </a:lnTo>
                <a:lnTo>
                  <a:pt x="940" y="741"/>
                </a:lnTo>
                <a:lnTo>
                  <a:pt x="939" y="741"/>
                </a:lnTo>
                <a:lnTo>
                  <a:pt x="939" y="740"/>
                </a:lnTo>
                <a:lnTo>
                  <a:pt x="938" y="740"/>
                </a:lnTo>
                <a:lnTo>
                  <a:pt x="938" y="739"/>
                </a:lnTo>
                <a:lnTo>
                  <a:pt x="937" y="739"/>
                </a:lnTo>
                <a:lnTo>
                  <a:pt x="936" y="739"/>
                </a:lnTo>
                <a:lnTo>
                  <a:pt x="936" y="740"/>
                </a:lnTo>
                <a:lnTo>
                  <a:pt x="935" y="740"/>
                </a:lnTo>
                <a:lnTo>
                  <a:pt x="934" y="740"/>
                </a:lnTo>
                <a:lnTo>
                  <a:pt x="933" y="740"/>
                </a:lnTo>
                <a:lnTo>
                  <a:pt x="932" y="740"/>
                </a:lnTo>
                <a:lnTo>
                  <a:pt x="932" y="741"/>
                </a:lnTo>
                <a:lnTo>
                  <a:pt x="931" y="741"/>
                </a:lnTo>
                <a:lnTo>
                  <a:pt x="930" y="741"/>
                </a:lnTo>
                <a:lnTo>
                  <a:pt x="930" y="740"/>
                </a:lnTo>
                <a:lnTo>
                  <a:pt x="929" y="740"/>
                </a:lnTo>
                <a:lnTo>
                  <a:pt x="929" y="739"/>
                </a:lnTo>
                <a:lnTo>
                  <a:pt x="928" y="739"/>
                </a:lnTo>
                <a:lnTo>
                  <a:pt x="928" y="738"/>
                </a:lnTo>
                <a:lnTo>
                  <a:pt x="929" y="738"/>
                </a:lnTo>
                <a:lnTo>
                  <a:pt x="929" y="737"/>
                </a:lnTo>
                <a:lnTo>
                  <a:pt x="930" y="737"/>
                </a:lnTo>
                <a:lnTo>
                  <a:pt x="930" y="736"/>
                </a:lnTo>
                <a:lnTo>
                  <a:pt x="931" y="736"/>
                </a:lnTo>
                <a:lnTo>
                  <a:pt x="932" y="736"/>
                </a:lnTo>
                <a:lnTo>
                  <a:pt x="932" y="735"/>
                </a:lnTo>
                <a:lnTo>
                  <a:pt x="933" y="735"/>
                </a:lnTo>
                <a:lnTo>
                  <a:pt x="934" y="735"/>
                </a:lnTo>
                <a:lnTo>
                  <a:pt x="935" y="734"/>
                </a:lnTo>
                <a:lnTo>
                  <a:pt x="936" y="734"/>
                </a:lnTo>
                <a:lnTo>
                  <a:pt x="936" y="733"/>
                </a:lnTo>
                <a:lnTo>
                  <a:pt x="936" y="732"/>
                </a:lnTo>
                <a:lnTo>
                  <a:pt x="937" y="732"/>
                </a:lnTo>
                <a:lnTo>
                  <a:pt x="938" y="732"/>
                </a:lnTo>
                <a:lnTo>
                  <a:pt x="938" y="731"/>
                </a:lnTo>
                <a:lnTo>
                  <a:pt x="939" y="731"/>
                </a:lnTo>
                <a:lnTo>
                  <a:pt x="940" y="731"/>
                </a:lnTo>
                <a:lnTo>
                  <a:pt x="941" y="731"/>
                </a:lnTo>
                <a:lnTo>
                  <a:pt x="941" y="730"/>
                </a:lnTo>
                <a:lnTo>
                  <a:pt x="941" y="729"/>
                </a:lnTo>
                <a:lnTo>
                  <a:pt x="941" y="728"/>
                </a:lnTo>
                <a:lnTo>
                  <a:pt x="941" y="727"/>
                </a:lnTo>
                <a:lnTo>
                  <a:pt x="942" y="727"/>
                </a:lnTo>
                <a:lnTo>
                  <a:pt x="943" y="727"/>
                </a:lnTo>
                <a:lnTo>
                  <a:pt x="945" y="725"/>
                </a:lnTo>
                <a:lnTo>
                  <a:pt x="946" y="724"/>
                </a:lnTo>
                <a:lnTo>
                  <a:pt x="946" y="723"/>
                </a:lnTo>
                <a:lnTo>
                  <a:pt x="946" y="722"/>
                </a:lnTo>
                <a:lnTo>
                  <a:pt x="945" y="722"/>
                </a:lnTo>
                <a:lnTo>
                  <a:pt x="944" y="721"/>
                </a:lnTo>
                <a:lnTo>
                  <a:pt x="943" y="720"/>
                </a:lnTo>
                <a:lnTo>
                  <a:pt x="943" y="719"/>
                </a:lnTo>
                <a:lnTo>
                  <a:pt x="942" y="718"/>
                </a:lnTo>
                <a:lnTo>
                  <a:pt x="941" y="719"/>
                </a:lnTo>
                <a:lnTo>
                  <a:pt x="940" y="719"/>
                </a:lnTo>
                <a:lnTo>
                  <a:pt x="939" y="718"/>
                </a:lnTo>
                <a:lnTo>
                  <a:pt x="939" y="717"/>
                </a:lnTo>
                <a:lnTo>
                  <a:pt x="939" y="716"/>
                </a:lnTo>
                <a:lnTo>
                  <a:pt x="939" y="715"/>
                </a:lnTo>
                <a:lnTo>
                  <a:pt x="939" y="714"/>
                </a:lnTo>
                <a:lnTo>
                  <a:pt x="938" y="714"/>
                </a:lnTo>
                <a:lnTo>
                  <a:pt x="937" y="714"/>
                </a:lnTo>
                <a:lnTo>
                  <a:pt x="937" y="713"/>
                </a:lnTo>
                <a:lnTo>
                  <a:pt x="936" y="713"/>
                </a:lnTo>
                <a:lnTo>
                  <a:pt x="935" y="713"/>
                </a:lnTo>
                <a:lnTo>
                  <a:pt x="935" y="714"/>
                </a:lnTo>
                <a:lnTo>
                  <a:pt x="934" y="714"/>
                </a:lnTo>
                <a:lnTo>
                  <a:pt x="933" y="714"/>
                </a:lnTo>
                <a:lnTo>
                  <a:pt x="933" y="713"/>
                </a:lnTo>
                <a:lnTo>
                  <a:pt x="934" y="713"/>
                </a:lnTo>
                <a:lnTo>
                  <a:pt x="935" y="713"/>
                </a:lnTo>
                <a:lnTo>
                  <a:pt x="934" y="712"/>
                </a:lnTo>
                <a:lnTo>
                  <a:pt x="933" y="711"/>
                </a:lnTo>
                <a:lnTo>
                  <a:pt x="933" y="710"/>
                </a:lnTo>
                <a:lnTo>
                  <a:pt x="933" y="709"/>
                </a:lnTo>
                <a:lnTo>
                  <a:pt x="932" y="709"/>
                </a:lnTo>
                <a:lnTo>
                  <a:pt x="932" y="708"/>
                </a:lnTo>
                <a:lnTo>
                  <a:pt x="932" y="707"/>
                </a:lnTo>
                <a:lnTo>
                  <a:pt x="931" y="706"/>
                </a:lnTo>
                <a:lnTo>
                  <a:pt x="931" y="705"/>
                </a:lnTo>
                <a:lnTo>
                  <a:pt x="931" y="704"/>
                </a:lnTo>
                <a:lnTo>
                  <a:pt x="930" y="704"/>
                </a:lnTo>
                <a:lnTo>
                  <a:pt x="930" y="705"/>
                </a:lnTo>
                <a:lnTo>
                  <a:pt x="929" y="705"/>
                </a:lnTo>
                <a:lnTo>
                  <a:pt x="928" y="705"/>
                </a:lnTo>
                <a:lnTo>
                  <a:pt x="928" y="706"/>
                </a:lnTo>
                <a:lnTo>
                  <a:pt x="928" y="707"/>
                </a:lnTo>
                <a:lnTo>
                  <a:pt x="927" y="708"/>
                </a:lnTo>
                <a:lnTo>
                  <a:pt x="926" y="708"/>
                </a:lnTo>
                <a:lnTo>
                  <a:pt x="925" y="708"/>
                </a:lnTo>
                <a:lnTo>
                  <a:pt x="924" y="708"/>
                </a:lnTo>
                <a:lnTo>
                  <a:pt x="923" y="708"/>
                </a:lnTo>
                <a:lnTo>
                  <a:pt x="922" y="708"/>
                </a:lnTo>
                <a:lnTo>
                  <a:pt x="922" y="709"/>
                </a:lnTo>
                <a:lnTo>
                  <a:pt x="921" y="709"/>
                </a:lnTo>
                <a:lnTo>
                  <a:pt x="921" y="708"/>
                </a:lnTo>
                <a:lnTo>
                  <a:pt x="920" y="708"/>
                </a:lnTo>
                <a:lnTo>
                  <a:pt x="918" y="708"/>
                </a:lnTo>
                <a:lnTo>
                  <a:pt x="917" y="708"/>
                </a:lnTo>
                <a:lnTo>
                  <a:pt x="916" y="708"/>
                </a:lnTo>
                <a:lnTo>
                  <a:pt x="916" y="707"/>
                </a:lnTo>
                <a:lnTo>
                  <a:pt x="915" y="707"/>
                </a:lnTo>
                <a:lnTo>
                  <a:pt x="915" y="708"/>
                </a:lnTo>
                <a:lnTo>
                  <a:pt x="914" y="708"/>
                </a:lnTo>
                <a:lnTo>
                  <a:pt x="913" y="708"/>
                </a:lnTo>
                <a:lnTo>
                  <a:pt x="912" y="708"/>
                </a:lnTo>
                <a:lnTo>
                  <a:pt x="911" y="707"/>
                </a:lnTo>
                <a:lnTo>
                  <a:pt x="910" y="707"/>
                </a:lnTo>
                <a:lnTo>
                  <a:pt x="910" y="706"/>
                </a:lnTo>
                <a:lnTo>
                  <a:pt x="909" y="705"/>
                </a:lnTo>
                <a:lnTo>
                  <a:pt x="909" y="704"/>
                </a:lnTo>
                <a:lnTo>
                  <a:pt x="908" y="704"/>
                </a:lnTo>
                <a:lnTo>
                  <a:pt x="908" y="703"/>
                </a:lnTo>
                <a:lnTo>
                  <a:pt x="909" y="703"/>
                </a:lnTo>
                <a:lnTo>
                  <a:pt x="909" y="702"/>
                </a:lnTo>
                <a:lnTo>
                  <a:pt x="909" y="701"/>
                </a:lnTo>
                <a:lnTo>
                  <a:pt x="909" y="699"/>
                </a:lnTo>
                <a:lnTo>
                  <a:pt x="909" y="698"/>
                </a:lnTo>
                <a:lnTo>
                  <a:pt x="910" y="697"/>
                </a:lnTo>
                <a:lnTo>
                  <a:pt x="910" y="696"/>
                </a:lnTo>
                <a:lnTo>
                  <a:pt x="910" y="695"/>
                </a:lnTo>
                <a:lnTo>
                  <a:pt x="910" y="694"/>
                </a:lnTo>
                <a:lnTo>
                  <a:pt x="910" y="693"/>
                </a:lnTo>
                <a:lnTo>
                  <a:pt x="910" y="692"/>
                </a:lnTo>
                <a:lnTo>
                  <a:pt x="910" y="691"/>
                </a:lnTo>
                <a:lnTo>
                  <a:pt x="910" y="690"/>
                </a:lnTo>
                <a:lnTo>
                  <a:pt x="910" y="689"/>
                </a:lnTo>
                <a:lnTo>
                  <a:pt x="910" y="688"/>
                </a:lnTo>
                <a:lnTo>
                  <a:pt x="910" y="687"/>
                </a:lnTo>
                <a:lnTo>
                  <a:pt x="911" y="686"/>
                </a:lnTo>
                <a:lnTo>
                  <a:pt x="911" y="685"/>
                </a:lnTo>
                <a:lnTo>
                  <a:pt x="912" y="685"/>
                </a:lnTo>
                <a:lnTo>
                  <a:pt x="912" y="684"/>
                </a:lnTo>
                <a:lnTo>
                  <a:pt x="911" y="684"/>
                </a:lnTo>
                <a:lnTo>
                  <a:pt x="911" y="683"/>
                </a:lnTo>
                <a:lnTo>
                  <a:pt x="911" y="682"/>
                </a:lnTo>
                <a:lnTo>
                  <a:pt x="912" y="682"/>
                </a:lnTo>
                <a:lnTo>
                  <a:pt x="912" y="681"/>
                </a:lnTo>
                <a:lnTo>
                  <a:pt x="913" y="681"/>
                </a:lnTo>
                <a:lnTo>
                  <a:pt x="913" y="680"/>
                </a:lnTo>
                <a:lnTo>
                  <a:pt x="912" y="680"/>
                </a:lnTo>
                <a:lnTo>
                  <a:pt x="911" y="680"/>
                </a:lnTo>
                <a:lnTo>
                  <a:pt x="911" y="679"/>
                </a:lnTo>
                <a:lnTo>
                  <a:pt x="912" y="679"/>
                </a:lnTo>
                <a:lnTo>
                  <a:pt x="913" y="679"/>
                </a:lnTo>
                <a:lnTo>
                  <a:pt x="913" y="678"/>
                </a:lnTo>
                <a:lnTo>
                  <a:pt x="913" y="677"/>
                </a:lnTo>
                <a:lnTo>
                  <a:pt x="913" y="676"/>
                </a:lnTo>
                <a:lnTo>
                  <a:pt x="913" y="675"/>
                </a:lnTo>
                <a:lnTo>
                  <a:pt x="914" y="675"/>
                </a:lnTo>
                <a:lnTo>
                  <a:pt x="914" y="674"/>
                </a:lnTo>
                <a:lnTo>
                  <a:pt x="913" y="674"/>
                </a:lnTo>
                <a:lnTo>
                  <a:pt x="912" y="673"/>
                </a:lnTo>
                <a:lnTo>
                  <a:pt x="912" y="672"/>
                </a:lnTo>
                <a:lnTo>
                  <a:pt x="911" y="672"/>
                </a:lnTo>
                <a:lnTo>
                  <a:pt x="911" y="673"/>
                </a:lnTo>
                <a:lnTo>
                  <a:pt x="910" y="673"/>
                </a:lnTo>
                <a:lnTo>
                  <a:pt x="909" y="674"/>
                </a:lnTo>
                <a:lnTo>
                  <a:pt x="908" y="675"/>
                </a:lnTo>
                <a:lnTo>
                  <a:pt x="907" y="676"/>
                </a:lnTo>
                <a:lnTo>
                  <a:pt x="906" y="677"/>
                </a:lnTo>
                <a:lnTo>
                  <a:pt x="905" y="678"/>
                </a:lnTo>
                <a:lnTo>
                  <a:pt x="904" y="678"/>
                </a:lnTo>
                <a:lnTo>
                  <a:pt x="904" y="679"/>
                </a:lnTo>
                <a:lnTo>
                  <a:pt x="903" y="679"/>
                </a:lnTo>
                <a:lnTo>
                  <a:pt x="903" y="680"/>
                </a:lnTo>
                <a:lnTo>
                  <a:pt x="903" y="681"/>
                </a:lnTo>
                <a:lnTo>
                  <a:pt x="902" y="681"/>
                </a:lnTo>
                <a:lnTo>
                  <a:pt x="902" y="682"/>
                </a:lnTo>
                <a:lnTo>
                  <a:pt x="901" y="683"/>
                </a:lnTo>
                <a:lnTo>
                  <a:pt x="901" y="684"/>
                </a:lnTo>
                <a:lnTo>
                  <a:pt x="900" y="684"/>
                </a:lnTo>
                <a:lnTo>
                  <a:pt x="900" y="685"/>
                </a:lnTo>
                <a:lnTo>
                  <a:pt x="899" y="686"/>
                </a:lnTo>
                <a:lnTo>
                  <a:pt x="897" y="688"/>
                </a:lnTo>
                <a:lnTo>
                  <a:pt x="896" y="689"/>
                </a:lnTo>
                <a:lnTo>
                  <a:pt x="895" y="690"/>
                </a:lnTo>
                <a:lnTo>
                  <a:pt x="894" y="691"/>
                </a:lnTo>
                <a:lnTo>
                  <a:pt x="893" y="692"/>
                </a:lnTo>
                <a:lnTo>
                  <a:pt x="892" y="692"/>
                </a:lnTo>
                <a:lnTo>
                  <a:pt x="892" y="693"/>
                </a:lnTo>
                <a:lnTo>
                  <a:pt x="891" y="693"/>
                </a:lnTo>
                <a:lnTo>
                  <a:pt x="891" y="694"/>
                </a:lnTo>
                <a:lnTo>
                  <a:pt x="890" y="694"/>
                </a:lnTo>
                <a:lnTo>
                  <a:pt x="889" y="695"/>
                </a:lnTo>
                <a:lnTo>
                  <a:pt x="888" y="696"/>
                </a:lnTo>
                <a:lnTo>
                  <a:pt x="887" y="697"/>
                </a:lnTo>
                <a:lnTo>
                  <a:pt x="886" y="698"/>
                </a:lnTo>
                <a:lnTo>
                  <a:pt x="886" y="699"/>
                </a:lnTo>
                <a:lnTo>
                  <a:pt x="885" y="699"/>
                </a:lnTo>
                <a:lnTo>
                  <a:pt x="884" y="700"/>
                </a:lnTo>
                <a:lnTo>
                  <a:pt x="883" y="701"/>
                </a:lnTo>
                <a:lnTo>
                  <a:pt x="883" y="702"/>
                </a:lnTo>
                <a:lnTo>
                  <a:pt x="882" y="703"/>
                </a:lnTo>
                <a:lnTo>
                  <a:pt x="881" y="704"/>
                </a:lnTo>
                <a:lnTo>
                  <a:pt x="880" y="705"/>
                </a:lnTo>
                <a:lnTo>
                  <a:pt x="879" y="706"/>
                </a:lnTo>
                <a:lnTo>
                  <a:pt x="878" y="707"/>
                </a:lnTo>
                <a:lnTo>
                  <a:pt x="878" y="708"/>
                </a:lnTo>
                <a:lnTo>
                  <a:pt x="877" y="709"/>
                </a:lnTo>
                <a:lnTo>
                  <a:pt x="877" y="710"/>
                </a:lnTo>
                <a:lnTo>
                  <a:pt x="876" y="710"/>
                </a:lnTo>
                <a:lnTo>
                  <a:pt x="876" y="711"/>
                </a:lnTo>
                <a:lnTo>
                  <a:pt x="875" y="712"/>
                </a:lnTo>
                <a:lnTo>
                  <a:pt x="874" y="713"/>
                </a:lnTo>
                <a:lnTo>
                  <a:pt x="874" y="714"/>
                </a:lnTo>
                <a:lnTo>
                  <a:pt x="873" y="715"/>
                </a:lnTo>
                <a:lnTo>
                  <a:pt x="873" y="716"/>
                </a:lnTo>
                <a:lnTo>
                  <a:pt x="872" y="716"/>
                </a:lnTo>
                <a:lnTo>
                  <a:pt x="872" y="717"/>
                </a:lnTo>
                <a:lnTo>
                  <a:pt x="871" y="718"/>
                </a:lnTo>
                <a:lnTo>
                  <a:pt x="869" y="721"/>
                </a:lnTo>
                <a:lnTo>
                  <a:pt x="869" y="722"/>
                </a:lnTo>
                <a:lnTo>
                  <a:pt x="868" y="723"/>
                </a:lnTo>
                <a:lnTo>
                  <a:pt x="867" y="725"/>
                </a:lnTo>
                <a:lnTo>
                  <a:pt x="867" y="726"/>
                </a:lnTo>
                <a:lnTo>
                  <a:pt x="865" y="728"/>
                </a:lnTo>
                <a:lnTo>
                  <a:pt x="864" y="729"/>
                </a:lnTo>
                <a:lnTo>
                  <a:pt x="864" y="732"/>
                </a:lnTo>
                <a:lnTo>
                  <a:pt x="863" y="733"/>
                </a:lnTo>
                <a:lnTo>
                  <a:pt x="863" y="734"/>
                </a:lnTo>
                <a:lnTo>
                  <a:pt x="862" y="734"/>
                </a:lnTo>
                <a:lnTo>
                  <a:pt x="861" y="735"/>
                </a:lnTo>
                <a:lnTo>
                  <a:pt x="861" y="736"/>
                </a:lnTo>
                <a:lnTo>
                  <a:pt x="860" y="736"/>
                </a:lnTo>
                <a:lnTo>
                  <a:pt x="858" y="738"/>
                </a:lnTo>
                <a:lnTo>
                  <a:pt x="857" y="739"/>
                </a:lnTo>
                <a:lnTo>
                  <a:pt x="857" y="740"/>
                </a:lnTo>
                <a:lnTo>
                  <a:pt x="856" y="741"/>
                </a:lnTo>
                <a:lnTo>
                  <a:pt x="856" y="742"/>
                </a:lnTo>
                <a:lnTo>
                  <a:pt x="855" y="742"/>
                </a:lnTo>
                <a:lnTo>
                  <a:pt x="855" y="743"/>
                </a:lnTo>
                <a:lnTo>
                  <a:pt x="855" y="744"/>
                </a:lnTo>
                <a:lnTo>
                  <a:pt x="854" y="744"/>
                </a:lnTo>
                <a:lnTo>
                  <a:pt x="854" y="745"/>
                </a:lnTo>
                <a:lnTo>
                  <a:pt x="854" y="746"/>
                </a:lnTo>
                <a:lnTo>
                  <a:pt x="853" y="746"/>
                </a:lnTo>
                <a:lnTo>
                  <a:pt x="853" y="747"/>
                </a:lnTo>
                <a:lnTo>
                  <a:pt x="852" y="748"/>
                </a:lnTo>
                <a:lnTo>
                  <a:pt x="852" y="749"/>
                </a:lnTo>
                <a:lnTo>
                  <a:pt x="851" y="749"/>
                </a:lnTo>
                <a:lnTo>
                  <a:pt x="851" y="750"/>
                </a:lnTo>
                <a:lnTo>
                  <a:pt x="851" y="751"/>
                </a:lnTo>
                <a:lnTo>
                  <a:pt x="850" y="752"/>
                </a:lnTo>
                <a:lnTo>
                  <a:pt x="849" y="753"/>
                </a:lnTo>
                <a:lnTo>
                  <a:pt x="848" y="755"/>
                </a:lnTo>
                <a:lnTo>
                  <a:pt x="847" y="757"/>
                </a:lnTo>
                <a:lnTo>
                  <a:pt x="847" y="758"/>
                </a:lnTo>
                <a:lnTo>
                  <a:pt x="846" y="758"/>
                </a:lnTo>
                <a:lnTo>
                  <a:pt x="845" y="759"/>
                </a:lnTo>
                <a:lnTo>
                  <a:pt x="844" y="760"/>
                </a:lnTo>
                <a:lnTo>
                  <a:pt x="843" y="760"/>
                </a:lnTo>
                <a:lnTo>
                  <a:pt x="843" y="759"/>
                </a:lnTo>
                <a:lnTo>
                  <a:pt x="842" y="759"/>
                </a:lnTo>
                <a:lnTo>
                  <a:pt x="841" y="759"/>
                </a:lnTo>
                <a:lnTo>
                  <a:pt x="840" y="759"/>
                </a:lnTo>
                <a:lnTo>
                  <a:pt x="839" y="759"/>
                </a:lnTo>
                <a:lnTo>
                  <a:pt x="838" y="759"/>
                </a:lnTo>
                <a:lnTo>
                  <a:pt x="837" y="759"/>
                </a:lnTo>
                <a:lnTo>
                  <a:pt x="836" y="759"/>
                </a:lnTo>
                <a:lnTo>
                  <a:pt x="836" y="760"/>
                </a:lnTo>
                <a:lnTo>
                  <a:pt x="836" y="761"/>
                </a:lnTo>
                <a:lnTo>
                  <a:pt x="836" y="762"/>
                </a:lnTo>
                <a:lnTo>
                  <a:pt x="836" y="763"/>
                </a:lnTo>
                <a:lnTo>
                  <a:pt x="836" y="764"/>
                </a:lnTo>
                <a:lnTo>
                  <a:pt x="835" y="765"/>
                </a:lnTo>
                <a:lnTo>
                  <a:pt x="834" y="765"/>
                </a:lnTo>
                <a:lnTo>
                  <a:pt x="833" y="764"/>
                </a:lnTo>
                <a:lnTo>
                  <a:pt x="832" y="763"/>
                </a:lnTo>
                <a:lnTo>
                  <a:pt x="832" y="761"/>
                </a:lnTo>
                <a:lnTo>
                  <a:pt x="831" y="759"/>
                </a:lnTo>
                <a:lnTo>
                  <a:pt x="831" y="757"/>
                </a:lnTo>
                <a:lnTo>
                  <a:pt x="831" y="756"/>
                </a:lnTo>
                <a:lnTo>
                  <a:pt x="831" y="755"/>
                </a:lnTo>
                <a:lnTo>
                  <a:pt x="830" y="753"/>
                </a:lnTo>
                <a:lnTo>
                  <a:pt x="830" y="752"/>
                </a:lnTo>
                <a:lnTo>
                  <a:pt x="830" y="751"/>
                </a:lnTo>
                <a:lnTo>
                  <a:pt x="829" y="751"/>
                </a:lnTo>
                <a:lnTo>
                  <a:pt x="829" y="750"/>
                </a:lnTo>
                <a:lnTo>
                  <a:pt x="829" y="749"/>
                </a:lnTo>
                <a:lnTo>
                  <a:pt x="829" y="748"/>
                </a:lnTo>
                <a:lnTo>
                  <a:pt x="828" y="747"/>
                </a:lnTo>
                <a:lnTo>
                  <a:pt x="827" y="746"/>
                </a:lnTo>
                <a:lnTo>
                  <a:pt x="826" y="746"/>
                </a:lnTo>
                <a:lnTo>
                  <a:pt x="825" y="746"/>
                </a:lnTo>
                <a:lnTo>
                  <a:pt x="824" y="746"/>
                </a:lnTo>
                <a:lnTo>
                  <a:pt x="823" y="746"/>
                </a:lnTo>
                <a:lnTo>
                  <a:pt x="823" y="747"/>
                </a:lnTo>
                <a:lnTo>
                  <a:pt x="821" y="747"/>
                </a:lnTo>
                <a:lnTo>
                  <a:pt x="820" y="748"/>
                </a:lnTo>
                <a:lnTo>
                  <a:pt x="819" y="749"/>
                </a:lnTo>
                <a:lnTo>
                  <a:pt x="818" y="750"/>
                </a:lnTo>
                <a:lnTo>
                  <a:pt x="816" y="752"/>
                </a:lnTo>
                <a:lnTo>
                  <a:pt x="816" y="753"/>
                </a:lnTo>
                <a:lnTo>
                  <a:pt x="815" y="753"/>
                </a:lnTo>
                <a:lnTo>
                  <a:pt x="815" y="754"/>
                </a:lnTo>
                <a:lnTo>
                  <a:pt x="814" y="754"/>
                </a:lnTo>
                <a:lnTo>
                  <a:pt x="814" y="755"/>
                </a:lnTo>
                <a:lnTo>
                  <a:pt x="814" y="756"/>
                </a:lnTo>
                <a:lnTo>
                  <a:pt x="814" y="757"/>
                </a:lnTo>
                <a:lnTo>
                  <a:pt x="813" y="757"/>
                </a:lnTo>
                <a:lnTo>
                  <a:pt x="813" y="758"/>
                </a:lnTo>
                <a:lnTo>
                  <a:pt x="813" y="759"/>
                </a:lnTo>
                <a:lnTo>
                  <a:pt x="812" y="759"/>
                </a:lnTo>
                <a:lnTo>
                  <a:pt x="811" y="759"/>
                </a:lnTo>
                <a:lnTo>
                  <a:pt x="810" y="759"/>
                </a:lnTo>
                <a:lnTo>
                  <a:pt x="809" y="759"/>
                </a:lnTo>
                <a:lnTo>
                  <a:pt x="809" y="758"/>
                </a:lnTo>
                <a:lnTo>
                  <a:pt x="809" y="757"/>
                </a:lnTo>
                <a:lnTo>
                  <a:pt x="808" y="757"/>
                </a:lnTo>
                <a:lnTo>
                  <a:pt x="808" y="756"/>
                </a:lnTo>
                <a:lnTo>
                  <a:pt x="808" y="755"/>
                </a:lnTo>
                <a:lnTo>
                  <a:pt x="807" y="754"/>
                </a:lnTo>
                <a:lnTo>
                  <a:pt x="807" y="753"/>
                </a:lnTo>
                <a:lnTo>
                  <a:pt x="807" y="749"/>
                </a:lnTo>
                <a:lnTo>
                  <a:pt x="806" y="748"/>
                </a:lnTo>
                <a:lnTo>
                  <a:pt x="806" y="746"/>
                </a:lnTo>
                <a:lnTo>
                  <a:pt x="805" y="744"/>
                </a:lnTo>
                <a:lnTo>
                  <a:pt x="804" y="743"/>
                </a:lnTo>
                <a:lnTo>
                  <a:pt x="803" y="739"/>
                </a:lnTo>
                <a:lnTo>
                  <a:pt x="803" y="738"/>
                </a:lnTo>
                <a:lnTo>
                  <a:pt x="802" y="735"/>
                </a:lnTo>
                <a:lnTo>
                  <a:pt x="801" y="734"/>
                </a:lnTo>
                <a:lnTo>
                  <a:pt x="801" y="732"/>
                </a:lnTo>
                <a:lnTo>
                  <a:pt x="800" y="731"/>
                </a:lnTo>
                <a:lnTo>
                  <a:pt x="800" y="730"/>
                </a:lnTo>
                <a:lnTo>
                  <a:pt x="801" y="728"/>
                </a:lnTo>
                <a:lnTo>
                  <a:pt x="802" y="727"/>
                </a:lnTo>
                <a:lnTo>
                  <a:pt x="804" y="724"/>
                </a:lnTo>
                <a:lnTo>
                  <a:pt x="805" y="723"/>
                </a:lnTo>
                <a:lnTo>
                  <a:pt x="806" y="722"/>
                </a:lnTo>
                <a:lnTo>
                  <a:pt x="807" y="721"/>
                </a:lnTo>
                <a:lnTo>
                  <a:pt x="808" y="721"/>
                </a:lnTo>
                <a:lnTo>
                  <a:pt x="808" y="720"/>
                </a:lnTo>
                <a:lnTo>
                  <a:pt x="809" y="719"/>
                </a:lnTo>
                <a:lnTo>
                  <a:pt x="810" y="718"/>
                </a:lnTo>
                <a:lnTo>
                  <a:pt x="812" y="716"/>
                </a:lnTo>
                <a:lnTo>
                  <a:pt x="813" y="715"/>
                </a:lnTo>
                <a:lnTo>
                  <a:pt x="814" y="714"/>
                </a:lnTo>
                <a:lnTo>
                  <a:pt x="814" y="713"/>
                </a:lnTo>
                <a:lnTo>
                  <a:pt x="815" y="712"/>
                </a:lnTo>
                <a:lnTo>
                  <a:pt x="816" y="711"/>
                </a:lnTo>
                <a:lnTo>
                  <a:pt x="816" y="710"/>
                </a:lnTo>
                <a:lnTo>
                  <a:pt x="816" y="708"/>
                </a:lnTo>
                <a:lnTo>
                  <a:pt x="817" y="707"/>
                </a:lnTo>
                <a:lnTo>
                  <a:pt x="817" y="705"/>
                </a:lnTo>
                <a:lnTo>
                  <a:pt x="817" y="703"/>
                </a:lnTo>
                <a:lnTo>
                  <a:pt x="817" y="702"/>
                </a:lnTo>
                <a:lnTo>
                  <a:pt x="817" y="701"/>
                </a:lnTo>
                <a:lnTo>
                  <a:pt x="818" y="700"/>
                </a:lnTo>
                <a:lnTo>
                  <a:pt x="818" y="699"/>
                </a:lnTo>
                <a:lnTo>
                  <a:pt x="819" y="698"/>
                </a:lnTo>
                <a:lnTo>
                  <a:pt x="819" y="696"/>
                </a:lnTo>
                <a:lnTo>
                  <a:pt x="818" y="696"/>
                </a:lnTo>
                <a:lnTo>
                  <a:pt x="817" y="696"/>
                </a:lnTo>
                <a:lnTo>
                  <a:pt x="816" y="696"/>
                </a:lnTo>
                <a:lnTo>
                  <a:pt x="816" y="697"/>
                </a:lnTo>
                <a:lnTo>
                  <a:pt x="815" y="697"/>
                </a:lnTo>
                <a:lnTo>
                  <a:pt x="815" y="698"/>
                </a:lnTo>
                <a:lnTo>
                  <a:pt x="815" y="699"/>
                </a:lnTo>
                <a:lnTo>
                  <a:pt x="814" y="699"/>
                </a:lnTo>
                <a:lnTo>
                  <a:pt x="814" y="700"/>
                </a:lnTo>
                <a:lnTo>
                  <a:pt x="814" y="701"/>
                </a:lnTo>
                <a:lnTo>
                  <a:pt x="813" y="702"/>
                </a:lnTo>
                <a:lnTo>
                  <a:pt x="813" y="704"/>
                </a:lnTo>
                <a:lnTo>
                  <a:pt x="811" y="706"/>
                </a:lnTo>
                <a:lnTo>
                  <a:pt x="809" y="708"/>
                </a:lnTo>
                <a:lnTo>
                  <a:pt x="809" y="710"/>
                </a:lnTo>
                <a:lnTo>
                  <a:pt x="808" y="712"/>
                </a:lnTo>
                <a:lnTo>
                  <a:pt x="807" y="712"/>
                </a:lnTo>
                <a:lnTo>
                  <a:pt x="806" y="714"/>
                </a:lnTo>
                <a:lnTo>
                  <a:pt x="805" y="715"/>
                </a:lnTo>
                <a:lnTo>
                  <a:pt x="804" y="716"/>
                </a:lnTo>
                <a:lnTo>
                  <a:pt x="804" y="717"/>
                </a:lnTo>
                <a:lnTo>
                  <a:pt x="803" y="717"/>
                </a:lnTo>
                <a:lnTo>
                  <a:pt x="803" y="716"/>
                </a:lnTo>
                <a:lnTo>
                  <a:pt x="802" y="715"/>
                </a:lnTo>
                <a:lnTo>
                  <a:pt x="802" y="714"/>
                </a:lnTo>
                <a:lnTo>
                  <a:pt x="801" y="713"/>
                </a:lnTo>
                <a:lnTo>
                  <a:pt x="801" y="711"/>
                </a:lnTo>
                <a:lnTo>
                  <a:pt x="801" y="709"/>
                </a:lnTo>
                <a:lnTo>
                  <a:pt x="802" y="706"/>
                </a:lnTo>
                <a:lnTo>
                  <a:pt x="802" y="704"/>
                </a:lnTo>
                <a:lnTo>
                  <a:pt x="802" y="703"/>
                </a:lnTo>
                <a:lnTo>
                  <a:pt x="802" y="702"/>
                </a:lnTo>
                <a:lnTo>
                  <a:pt x="801" y="701"/>
                </a:lnTo>
                <a:lnTo>
                  <a:pt x="801" y="700"/>
                </a:lnTo>
                <a:lnTo>
                  <a:pt x="801" y="699"/>
                </a:lnTo>
                <a:lnTo>
                  <a:pt x="800" y="698"/>
                </a:lnTo>
                <a:lnTo>
                  <a:pt x="800" y="697"/>
                </a:lnTo>
                <a:lnTo>
                  <a:pt x="798" y="696"/>
                </a:lnTo>
                <a:lnTo>
                  <a:pt x="795" y="695"/>
                </a:lnTo>
                <a:lnTo>
                  <a:pt x="794" y="694"/>
                </a:lnTo>
                <a:lnTo>
                  <a:pt x="793" y="694"/>
                </a:lnTo>
                <a:lnTo>
                  <a:pt x="792" y="694"/>
                </a:lnTo>
                <a:lnTo>
                  <a:pt x="791" y="694"/>
                </a:lnTo>
                <a:lnTo>
                  <a:pt x="790" y="695"/>
                </a:lnTo>
                <a:lnTo>
                  <a:pt x="789" y="695"/>
                </a:lnTo>
                <a:lnTo>
                  <a:pt x="787" y="697"/>
                </a:lnTo>
                <a:lnTo>
                  <a:pt x="787" y="698"/>
                </a:lnTo>
                <a:lnTo>
                  <a:pt x="786" y="699"/>
                </a:lnTo>
                <a:lnTo>
                  <a:pt x="784" y="701"/>
                </a:lnTo>
                <a:lnTo>
                  <a:pt x="781" y="704"/>
                </a:lnTo>
                <a:lnTo>
                  <a:pt x="780" y="705"/>
                </a:lnTo>
                <a:lnTo>
                  <a:pt x="779" y="705"/>
                </a:lnTo>
                <a:lnTo>
                  <a:pt x="778" y="706"/>
                </a:lnTo>
                <a:lnTo>
                  <a:pt x="778" y="707"/>
                </a:lnTo>
                <a:lnTo>
                  <a:pt x="778" y="708"/>
                </a:lnTo>
                <a:lnTo>
                  <a:pt x="779" y="708"/>
                </a:lnTo>
                <a:lnTo>
                  <a:pt x="780" y="708"/>
                </a:lnTo>
                <a:lnTo>
                  <a:pt x="780" y="709"/>
                </a:lnTo>
                <a:lnTo>
                  <a:pt x="779" y="710"/>
                </a:lnTo>
                <a:lnTo>
                  <a:pt x="778" y="710"/>
                </a:lnTo>
                <a:lnTo>
                  <a:pt x="778" y="711"/>
                </a:lnTo>
                <a:lnTo>
                  <a:pt x="778" y="712"/>
                </a:lnTo>
                <a:lnTo>
                  <a:pt x="778" y="713"/>
                </a:lnTo>
                <a:lnTo>
                  <a:pt x="779" y="713"/>
                </a:lnTo>
                <a:lnTo>
                  <a:pt x="779" y="714"/>
                </a:lnTo>
                <a:lnTo>
                  <a:pt x="778" y="714"/>
                </a:lnTo>
                <a:lnTo>
                  <a:pt x="778" y="715"/>
                </a:lnTo>
                <a:lnTo>
                  <a:pt x="777" y="715"/>
                </a:lnTo>
                <a:lnTo>
                  <a:pt x="777" y="716"/>
                </a:lnTo>
                <a:lnTo>
                  <a:pt x="777" y="717"/>
                </a:lnTo>
                <a:lnTo>
                  <a:pt x="778" y="717"/>
                </a:lnTo>
                <a:lnTo>
                  <a:pt x="778" y="718"/>
                </a:lnTo>
                <a:lnTo>
                  <a:pt x="777" y="718"/>
                </a:lnTo>
                <a:lnTo>
                  <a:pt x="776" y="718"/>
                </a:lnTo>
                <a:lnTo>
                  <a:pt x="775" y="718"/>
                </a:lnTo>
                <a:lnTo>
                  <a:pt x="775" y="719"/>
                </a:lnTo>
                <a:lnTo>
                  <a:pt x="774" y="719"/>
                </a:lnTo>
                <a:lnTo>
                  <a:pt x="773" y="720"/>
                </a:lnTo>
                <a:lnTo>
                  <a:pt x="773" y="721"/>
                </a:lnTo>
                <a:lnTo>
                  <a:pt x="773" y="722"/>
                </a:lnTo>
                <a:lnTo>
                  <a:pt x="773" y="723"/>
                </a:lnTo>
                <a:lnTo>
                  <a:pt x="772" y="723"/>
                </a:lnTo>
                <a:lnTo>
                  <a:pt x="772" y="722"/>
                </a:lnTo>
                <a:lnTo>
                  <a:pt x="771" y="722"/>
                </a:lnTo>
                <a:lnTo>
                  <a:pt x="771" y="723"/>
                </a:lnTo>
                <a:lnTo>
                  <a:pt x="771" y="724"/>
                </a:lnTo>
                <a:lnTo>
                  <a:pt x="770" y="724"/>
                </a:lnTo>
                <a:lnTo>
                  <a:pt x="770" y="725"/>
                </a:lnTo>
                <a:lnTo>
                  <a:pt x="769" y="725"/>
                </a:lnTo>
                <a:lnTo>
                  <a:pt x="768" y="725"/>
                </a:lnTo>
                <a:lnTo>
                  <a:pt x="767" y="725"/>
                </a:lnTo>
                <a:lnTo>
                  <a:pt x="767" y="724"/>
                </a:lnTo>
                <a:lnTo>
                  <a:pt x="768" y="724"/>
                </a:lnTo>
                <a:lnTo>
                  <a:pt x="767" y="724"/>
                </a:lnTo>
                <a:lnTo>
                  <a:pt x="767" y="723"/>
                </a:lnTo>
                <a:lnTo>
                  <a:pt x="766" y="724"/>
                </a:lnTo>
                <a:lnTo>
                  <a:pt x="765" y="724"/>
                </a:lnTo>
                <a:lnTo>
                  <a:pt x="765" y="725"/>
                </a:lnTo>
                <a:lnTo>
                  <a:pt x="765" y="726"/>
                </a:lnTo>
                <a:lnTo>
                  <a:pt x="765" y="727"/>
                </a:lnTo>
                <a:lnTo>
                  <a:pt x="765" y="728"/>
                </a:lnTo>
                <a:lnTo>
                  <a:pt x="764" y="729"/>
                </a:lnTo>
                <a:lnTo>
                  <a:pt x="763" y="730"/>
                </a:lnTo>
                <a:lnTo>
                  <a:pt x="763" y="731"/>
                </a:lnTo>
                <a:lnTo>
                  <a:pt x="763" y="732"/>
                </a:lnTo>
                <a:lnTo>
                  <a:pt x="763" y="733"/>
                </a:lnTo>
                <a:lnTo>
                  <a:pt x="762" y="733"/>
                </a:lnTo>
                <a:lnTo>
                  <a:pt x="762" y="734"/>
                </a:lnTo>
                <a:lnTo>
                  <a:pt x="762" y="735"/>
                </a:lnTo>
                <a:lnTo>
                  <a:pt x="762" y="736"/>
                </a:lnTo>
                <a:lnTo>
                  <a:pt x="761" y="737"/>
                </a:lnTo>
                <a:lnTo>
                  <a:pt x="761" y="738"/>
                </a:lnTo>
                <a:lnTo>
                  <a:pt x="760" y="738"/>
                </a:lnTo>
                <a:lnTo>
                  <a:pt x="759" y="738"/>
                </a:lnTo>
                <a:lnTo>
                  <a:pt x="759" y="737"/>
                </a:lnTo>
                <a:lnTo>
                  <a:pt x="759" y="736"/>
                </a:lnTo>
                <a:lnTo>
                  <a:pt x="758" y="736"/>
                </a:lnTo>
                <a:lnTo>
                  <a:pt x="757" y="736"/>
                </a:lnTo>
                <a:lnTo>
                  <a:pt x="756" y="736"/>
                </a:lnTo>
                <a:lnTo>
                  <a:pt x="756" y="737"/>
                </a:lnTo>
                <a:lnTo>
                  <a:pt x="755" y="737"/>
                </a:lnTo>
                <a:lnTo>
                  <a:pt x="755" y="738"/>
                </a:lnTo>
                <a:lnTo>
                  <a:pt x="754" y="737"/>
                </a:lnTo>
                <a:lnTo>
                  <a:pt x="754" y="736"/>
                </a:lnTo>
                <a:lnTo>
                  <a:pt x="753" y="736"/>
                </a:lnTo>
                <a:lnTo>
                  <a:pt x="753" y="735"/>
                </a:lnTo>
                <a:lnTo>
                  <a:pt x="752" y="735"/>
                </a:lnTo>
                <a:lnTo>
                  <a:pt x="752" y="734"/>
                </a:lnTo>
                <a:lnTo>
                  <a:pt x="751" y="734"/>
                </a:lnTo>
                <a:lnTo>
                  <a:pt x="751" y="733"/>
                </a:lnTo>
                <a:lnTo>
                  <a:pt x="750" y="733"/>
                </a:lnTo>
                <a:lnTo>
                  <a:pt x="749" y="734"/>
                </a:lnTo>
                <a:lnTo>
                  <a:pt x="748" y="735"/>
                </a:lnTo>
                <a:lnTo>
                  <a:pt x="747" y="735"/>
                </a:lnTo>
                <a:lnTo>
                  <a:pt x="747" y="734"/>
                </a:lnTo>
                <a:lnTo>
                  <a:pt x="746" y="734"/>
                </a:lnTo>
                <a:lnTo>
                  <a:pt x="745" y="734"/>
                </a:lnTo>
                <a:lnTo>
                  <a:pt x="745" y="733"/>
                </a:lnTo>
                <a:lnTo>
                  <a:pt x="744" y="733"/>
                </a:lnTo>
                <a:lnTo>
                  <a:pt x="743" y="733"/>
                </a:lnTo>
                <a:lnTo>
                  <a:pt x="742" y="733"/>
                </a:lnTo>
                <a:lnTo>
                  <a:pt x="742" y="732"/>
                </a:lnTo>
                <a:lnTo>
                  <a:pt x="741" y="732"/>
                </a:lnTo>
                <a:lnTo>
                  <a:pt x="740" y="732"/>
                </a:lnTo>
                <a:lnTo>
                  <a:pt x="740" y="733"/>
                </a:lnTo>
                <a:lnTo>
                  <a:pt x="739" y="733"/>
                </a:lnTo>
                <a:lnTo>
                  <a:pt x="739" y="734"/>
                </a:lnTo>
                <a:lnTo>
                  <a:pt x="738" y="734"/>
                </a:lnTo>
                <a:lnTo>
                  <a:pt x="738" y="735"/>
                </a:lnTo>
                <a:lnTo>
                  <a:pt x="737" y="735"/>
                </a:lnTo>
                <a:lnTo>
                  <a:pt x="737" y="736"/>
                </a:lnTo>
                <a:lnTo>
                  <a:pt x="736" y="737"/>
                </a:lnTo>
                <a:lnTo>
                  <a:pt x="735" y="738"/>
                </a:lnTo>
                <a:lnTo>
                  <a:pt x="734" y="738"/>
                </a:lnTo>
                <a:lnTo>
                  <a:pt x="734" y="737"/>
                </a:lnTo>
                <a:lnTo>
                  <a:pt x="733" y="737"/>
                </a:lnTo>
                <a:lnTo>
                  <a:pt x="732" y="737"/>
                </a:lnTo>
                <a:lnTo>
                  <a:pt x="731" y="737"/>
                </a:lnTo>
                <a:lnTo>
                  <a:pt x="731" y="736"/>
                </a:lnTo>
                <a:lnTo>
                  <a:pt x="729" y="736"/>
                </a:lnTo>
                <a:lnTo>
                  <a:pt x="728" y="735"/>
                </a:lnTo>
                <a:lnTo>
                  <a:pt x="728" y="734"/>
                </a:lnTo>
                <a:lnTo>
                  <a:pt x="728" y="733"/>
                </a:lnTo>
                <a:lnTo>
                  <a:pt x="728" y="732"/>
                </a:lnTo>
                <a:lnTo>
                  <a:pt x="725" y="732"/>
                </a:lnTo>
                <a:lnTo>
                  <a:pt x="723" y="732"/>
                </a:lnTo>
                <a:lnTo>
                  <a:pt x="721" y="732"/>
                </a:lnTo>
                <a:lnTo>
                  <a:pt x="720" y="731"/>
                </a:lnTo>
                <a:lnTo>
                  <a:pt x="719" y="731"/>
                </a:lnTo>
                <a:lnTo>
                  <a:pt x="719" y="732"/>
                </a:lnTo>
                <a:lnTo>
                  <a:pt x="718" y="732"/>
                </a:lnTo>
                <a:lnTo>
                  <a:pt x="717" y="732"/>
                </a:lnTo>
                <a:lnTo>
                  <a:pt x="717" y="733"/>
                </a:lnTo>
                <a:lnTo>
                  <a:pt x="717" y="734"/>
                </a:lnTo>
                <a:lnTo>
                  <a:pt x="716" y="734"/>
                </a:lnTo>
                <a:lnTo>
                  <a:pt x="716" y="735"/>
                </a:lnTo>
                <a:lnTo>
                  <a:pt x="715" y="735"/>
                </a:lnTo>
                <a:lnTo>
                  <a:pt x="715" y="739"/>
                </a:lnTo>
                <a:lnTo>
                  <a:pt x="715" y="740"/>
                </a:lnTo>
                <a:lnTo>
                  <a:pt x="715" y="741"/>
                </a:lnTo>
                <a:lnTo>
                  <a:pt x="714" y="741"/>
                </a:lnTo>
                <a:lnTo>
                  <a:pt x="714" y="742"/>
                </a:lnTo>
                <a:lnTo>
                  <a:pt x="713" y="743"/>
                </a:lnTo>
                <a:lnTo>
                  <a:pt x="712" y="744"/>
                </a:lnTo>
                <a:lnTo>
                  <a:pt x="712" y="745"/>
                </a:lnTo>
                <a:lnTo>
                  <a:pt x="711" y="745"/>
                </a:lnTo>
                <a:lnTo>
                  <a:pt x="711" y="746"/>
                </a:lnTo>
                <a:lnTo>
                  <a:pt x="711" y="747"/>
                </a:lnTo>
                <a:lnTo>
                  <a:pt x="711" y="748"/>
                </a:lnTo>
                <a:lnTo>
                  <a:pt x="710" y="748"/>
                </a:lnTo>
                <a:lnTo>
                  <a:pt x="710" y="747"/>
                </a:lnTo>
                <a:lnTo>
                  <a:pt x="710" y="746"/>
                </a:lnTo>
                <a:lnTo>
                  <a:pt x="709" y="746"/>
                </a:lnTo>
                <a:lnTo>
                  <a:pt x="709" y="747"/>
                </a:lnTo>
                <a:lnTo>
                  <a:pt x="709" y="748"/>
                </a:lnTo>
                <a:lnTo>
                  <a:pt x="708" y="748"/>
                </a:lnTo>
                <a:lnTo>
                  <a:pt x="708" y="749"/>
                </a:lnTo>
                <a:lnTo>
                  <a:pt x="707" y="750"/>
                </a:lnTo>
                <a:lnTo>
                  <a:pt x="707" y="751"/>
                </a:lnTo>
                <a:lnTo>
                  <a:pt x="706" y="752"/>
                </a:lnTo>
                <a:lnTo>
                  <a:pt x="704" y="752"/>
                </a:lnTo>
                <a:lnTo>
                  <a:pt x="702" y="752"/>
                </a:lnTo>
                <a:lnTo>
                  <a:pt x="701" y="752"/>
                </a:lnTo>
                <a:lnTo>
                  <a:pt x="699" y="752"/>
                </a:lnTo>
                <a:lnTo>
                  <a:pt x="698" y="752"/>
                </a:lnTo>
                <a:lnTo>
                  <a:pt x="698" y="753"/>
                </a:lnTo>
                <a:lnTo>
                  <a:pt x="697" y="753"/>
                </a:lnTo>
                <a:lnTo>
                  <a:pt x="697" y="754"/>
                </a:lnTo>
                <a:lnTo>
                  <a:pt x="697" y="755"/>
                </a:lnTo>
                <a:lnTo>
                  <a:pt x="697" y="756"/>
                </a:lnTo>
                <a:lnTo>
                  <a:pt x="696" y="757"/>
                </a:lnTo>
                <a:lnTo>
                  <a:pt x="694" y="758"/>
                </a:lnTo>
                <a:lnTo>
                  <a:pt x="693" y="758"/>
                </a:lnTo>
                <a:lnTo>
                  <a:pt x="692" y="758"/>
                </a:lnTo>
                <a:lnTo>
                  <a:pt x="692" y="759"/>
                </a:lnTo>
                <a:lnTo>
                  <a:pt x="692" y="760"/>
                </a:lnTo>
                <a:lnTo>
                  <a:pt x="692" y="761"/>
                </a:lnTo>
                <a:lnTo>
                  <a:pt x="692" y="762"/>
                </a:lnTo>
                <a:lnTo>
                  <a:pt x="691" y="762"/>
                </a:lnTo>
                <a:lnTo>
                  <a:pt x="691" y="761"/>
                </a:lnTo>
                <a:lnTo>
                  <a:pt x="691" y="760"/>
                </a:lnTo>
                <a:lnTo>
                  <a:pt x="690" y="759"/>
                </a:lnTo>
                <a:lnTo>
                  <a:pt x="690" y="755"/>
                </a:lnTo>
                <a:lnTo>
                  <a:pt x="691" y="755"/>
                </a:lnTo>
                <a:lnTo>
                  <a:pt x="691" y="754"/>
                </a:lnTo>
                <a:lnTo>
                  <a:pt x="692" y="754"/>
                </a:lnTo>
                <a:lnTo>
                  <a:pt x="692" y="753"/>
                </a:lnTo>
                <a:lnTo>
                  <a:pt x="692" y="752"/>
                </a:lnTo>
                <a:lnTo>
                  <a:pt x="693" y="752"/>
                </a:lnTo>
                <a:lnTo>
                  <a:pt x="693" y="751"/>
                </a:lnTo>
                <a:lnTo>
                  <a:pt x="693" y="750"/>
                </a:lnTo>
                <a:lnTo>
                  <a:pt x="693" y="749"/>
                </a:lnTo>
                <a:lnTo>
                  <a:pt x="694" y="749"/>
                </a:lnTo>
                <a:lnTo>
                  <a:pt x="694" y="748"/>
                </a:lnTo>
                <a:lnTo>
                  <a:pt x="694" y="746"/>
                </a:lnTo>
                <a:lnTo>
                  <a:pt x="694" y="745"/>
                </a:lnTo>
                <a:lnTo>
                  <a:pt x="694" y="744"/>
                </a:lnTo>
                <a:lnTo>
                  <a:pt x="694" y="743"/>
                </a:lnTo>
                <a:lnTo>
                  <a:pt x="693" y="743"/>
                </a:lnTo>
                <a:lnTo>
                  <a:pt x="693" y="742"/>
                </a:lnTo>
                <a:lnTo>
                  <a:pt x="692" y="742"/>
                </a:lnTo>
                <a:lnTo>
                  <a:pt x="691" y="742"/>
                </a:lnTo>
                <a:lnTo>
                  <a:pt x="690" y="742"/>
                </a:lnTo>
                <a:lnTo>
                  <a:pt x="689" y="742"/>
                </a:lnTo>
                <a:lnTo>
                  <a:pt x="689" y="741"/>
                </a:lnTo>
                <a:lnTo>
                  <a:pt x="687" y="741"/>
                </a:lnTo>
                <a:lnTo>
                  <a:pt x="687" y="740"/>
                </a:lnTo>
                <a:lnTo>
                  <a:pt x="686" y="740"/>
                </a:lnTo>
                <a:lnTo>
                  <a:pt x="685" y="739"/>
                </a:lnTo>
                <a:lnTo>
                  <a:pt x="683" y="739"/>
                </a:lnTo>
                <a:lnTo>
                  <a:pt x="682" y="739"/>
                </a:lnTo>
                <a:lnTo>
                  <a:pt x="682" y="738"/>
                </a:lnTo>
                <a:lnTo>
                  <a:pt x="682" y="739"/>
                </a:lnTo>
                <a:lnTo>
                  <a:pt x="681" y="739"/>
                </a:lnTo>
                <a:lnTo>
                  <a:pt x="681" y="738"/>
                </a:lnTo>
                <a:lnTo>
                  <a:pt x="681" y="737"/>
                </a:lnTo>
                <a:lnTo>
                  <a:pt x="680" y="737"/>
                </a:lnTo>
                <a:lnTo>
                  <a:pt x="680" y="736"/>
                </a:lnTo>
                <a:lnTo>
                  <a:pt x="680" y="735"/>
                </a:lnTo>
                <a:lnTo>
                  <a:pt x="680" y="734"/>
                </a:lnTo>
                <a:lnTo>
                  <a:pt x="680" y="733"/>
                </a:lnTo>
                <a:lnTo>
                  <a:pt x="681" y="733"/>
                </a:lnTo>
                <a:lnTo>
                  <a:pt x="681" y="732"/>
                </a:lnTo>
                <a:lnTo>
                  <a:pt x="681" y="731"/>
                </a:lnTo>
                <a:lnTo>
                  <a:pt x="682" y="731"/>
                </a:lnTo>
                <a:lnTo>
                  <a:pt x="682" y="730"/>
                </a:lnTo>
                <a:lnTo>
                  <a:pt x="682" y="729"/>
                </a:lnTo>
                <a:lnTo>
                  <a:pt x="681" y="729"/>
                </a:lnTo>
                <a:lnTo>
                  <a:pt x="680" y="730"/>
                </a:lnTo>
                <a:lnTo>
                  <a:pt x="679" y="731"/>
                </a:lnTo>
                <a:lnTo>
                  <a:pt x="679" y="732"/>
                </a:lnTo>
                <a:lnTo>
                  <a:pt x="678" y="733"/>
                </a:lnTo>
                <a:lnTo>
                  <a:pt x="678" y="734"/>
                </a:lnTo>
                <a:lnTo>
                  <a:pt x="678" y="735"/>
                </a:lnTo>
                <a:lnTo>
                  <a:pt x="677" y="735"/>
                </a:lnTo>
                <a:lnTo>
                  <a:pt x="676" y="735"/>
                </a:lnTo>
                <a:lnTo>
                  <a:pt x="675" y="735"/>
                </a:lnTo>
                <a:lnTo>
                  <a:pt x="675" y="736"/>
                </a:lnTo>
                <a:lnTo>
                  <a:pt x="675" y="737"/>
                </a:lnTo>
                <a:lnTo>
                  <a:pt x="675" y="738"/>
                </a:lnTo>
                <a:lnTo>
                  <a:pt x="675" y="739"/>
                </a:lnTo>
                <a:lnTo>
                  <a:pt x="675" y="738"/>
                </a:lnTo>
                <a:lnTo>
                  <a:pt x="673" y="737"/>
                </a:lnTo>
                <a:lnTo>
                  <a:pt x="673" y="736"/>
                </a:lnTo>
                <a:lnTo>
                  <a:pt x="672" y="736"/>
                </a:lnTo>
                <a:lnTo>
                  <a:pt x="672" y="735"/>
                </a:lnTo>
                <a:lnTo>
                  <a:pt x="672" y="734"/>
                </a:lnTo>
                <a:lnTo>
                  <a:pt x="672" y="733"/>
                </a:lnTo>
                <a:lnTo>
                  <a:pt x="672" y="732"/>
                </a:lnTo>
                <a:lnTo>
                  <a:pt x="671" y="732"/>
                </a:lnTo>
                <a:lnTo>
                  <a:pt x="671" y="731"/>
                </a:lnTo>
                <a:lnTo>
                  <a:pt x="670" y="730"/>
                </a:lnTo>
                <a:lnTo>
                  <a:pt x="669" y="730"/>
                </a:lnTo>
                <a:lnTo>
                  <a:pt x="668" y="730"/>
                </a:lnTo>
                <a:lnTo>
                  <a:pt x="667" y="731"/>
                </a:lnTo>
                <a:lnTo>
                  <a:pt x="666" y="731"/>
                </a:lnTo>
                <a:lnTo>
                  <a:pt x="665" y="731"/>
                </a:lnTo>
                <a:lnTo>
                  <a:pt x="664" y="731"/>
                </a:lnTo>
                <a:lnTo>
                  <a:pt x="663" y="731"/>
                </a:lnTo>
                <a:lnTo>
                  <a:pt x="662" y="731"/>
                </a:lnTo>
                <a:lnTo>
                  <a:pt x="661" y="731"/>
                </a:lnTo>
                <a:lnTo>
                  <a:pt x="661" y="730"/>
                </a:lnTo>
                <a:lnTo>
                  <a:pt x="660" y="730"/>
                </a:lnTo>
                <a:lnTo>
                  <a:pt x="660" y="731"/>
                </a:lnTo>
                <a:lnTo>
                  <a:pt x="659" y="731"/>
                </a:lnTo>
                <a:lnTo>
                  <a:pt x="659" y="730"/>
                </a:lnTo>
                <a:lnTo>
                  <a:pt x="658" y="730"/>
                </a:lnTo>
                <a:lnTo>
                  <a:pt x="658" y="729"/>
                </a:lnTo>
                <a:lnTo>
                  <a:pt x="658" y="728"/>
                </a:lnTo>
                <a:lnTo>
                  <a:pt x="657" y="728"/>
                </a:lnTo>
                <a:lnTo>
                  <a:pt x="656" y="727"/>
                </a:lnTo>
                <a:lnTo>
                  <a:pt x="656" y="726"/>
                </a:lnTo>
                <a:lnTo>
                  <a:pt x="655" y="726"/>
                </a:lnTo>
                <a:lnTo>
                  <a:pt x="655" y="727"/>
                </a:lnTo>
                <a:lnTo>
                  <a:pt x="654" y="727"/>
                </a:lnTo>
                <a:lnTo>
                  <a:pt x="653" y="727"/>
                </a:lnTo>
                <a:lnTo>
                  <a:pt x="652" y="727"/>
                </a:lnTo>
                <a:lnTo>
                  <a:pt x="652" y="728"/>
                </a:lnTo>
                <a:lnTo>
                  <a:pt x="651" y="727"/>
                </a:lnTo>
                <a:lnTo>
                  <a:pt x="650" y="727"/>
                </a:lnTo>
                <a:lnTo>
                  <a:pt x="650" y="726"/>
                </a:lnTo>
                <a:lnTo>
                  <a:pt x="650" y="725"/>
                </a:lnTo>
                <a:lnTo>
                  <a:pt x="650" y="724"/>
                </a:lnTo>
                <a:lnTo>
                  <a:pt x="649" y="724"/>
                </a:lnTo>
                <a:lnTo>
                  <a:pt x="650" y="724"/>
                </a:lnTo>
                <a:lnTo>
                  <a:pt x="650" y="723"/>
                </a:lnTo>
                <a:lnTo>
                  <a:pt x="650" y="722"/>
                </a:lnTo>
                <a:lnTo>
                  <a:pt x="650" y="721"/>
                </a:lnTo>
                <a:lnTo>
                  <a:pt x="651" y="721"/>
                </a:lnTo>
                <a:lnTo>
                  <a:pt x="651" y="720"/>
                </a:lnTo>
                <a:lnTo>
                  <a:pt x="652" y="720"/>
                </a:lnTo>
                <a:lnTo>
                  <a:pt x="652" y="719"/>
                </a:lnTo>
                <a:lnTo>
                  <a:pt x="651" y="719"/>
                </a:lnTo>
                <a:lnTo>
                  <a:pt x="651" y="716"/>
                </a:lnTo>
                <a:lnTo>
                  <a:pt x="651" y="715"/>
                </a:lnTo>
                <a:lnTo>
                  <a:pt x="652" y="715"/>
                </a:lnTo>
                <a:lnTo>
                  <a:pt x="652" y="714"/>
                </a:lnTo>
                <a:lnTo>
                  <a:pt x="651" y="714"/>
                </a:lnTo>
                <a:lnTo>
                  <a:pt x="650" y="714"/>
                </a:lnTo>
                <a:lnTo>
                  <a:pt x="650" y="713"/>
                </a:lnTo>
                <a:lnTo>
                  <a:pt x="650" y="712"/>
                </a:lnTo>
                <a:lnTo>
                  <a:pt x="650" y="711"/>
                </a:lnTo>
                <a:lnTo>
                  <a:pt x="650" y="710"/>
                </a:lnTo>
                <a:lnTo>
                  <a:pt x="649" y="710"/>
                </a:lnTo>
                <a:lnTo>
                  <a:pt x="649" y="709"/>
                </a:lnTo>
                <a:lnTo>
                  <a:pt x="648" y="710"/>
                </a:lnTo>
                <a:lnTo>
                  <a:pt x="648" y="711"/>
                </a:lnTo>
                <a:lnTo>
                  <a:pt x="647" y="711"/>
                </a:lnTo>
                <a:lnTo>
                  <a:pt x="647" y="712"/>
                </a:lnTo>
                <a:lnTo>
                  <a:pt x="648" y="712"/>
                </a:lnTo>
                <a:lnTo>
                  <a:pt x="649" y="713"/>
                </a:lnTo>
                <a:lnTo>
                  <a:pt x="649" y="714"/>
                </a:lnTo>
                <a:lnTo>
                  <a:pt x="650" y="714"/>
                </a:lnTo>
                <a:lnTo>
                  <a:pt x="649" y="714"/>
                </a:lnTo>
                <a:lnTo>
                  <a:pt x="649" y="715"/>
                </a:lnTo>
                <a:lnTo>
                  <a:pt x="649" y="714"/>
                </a:lnTo>
                <a:lnTo>
                  <a:pt x="648" y="713"/>
                </a:lnTo>
                <a:lnTo>
                  <a:pt x="647" y="713"/>
                </a:lnTo>
                <a:lnTo>
                  <a:pt x="646" y="713"/>
                </a:lnTo>
                <a:lnTo>
                  <a:pt x="646" y="712"/>
                </a:lnTo>
                <a:lnTo>
                  <a:pt x="646" y="711"/>
                </a:lnTo>
                <a:lnTo>
                  <a:pt x="645" y="711"/>
                </a:lnTo>
                <a:lnTo>
                  <a:pt x="644" y="711"/>
                </a:lnTo>
                <a:lnTo>
                  <a:pt x="643" y="711"/>
                </a:lnTo>
                <a:lnTo>
                  <a:pt x="643" y="710"/>
                </a:lnTo>
                <a:lnTo>
                  <a:pt x="642" y="710"/>
                </a:lnTo>
                <a:lnTo>
                  <a:pt x="641" y="709"/>
                </a:lnTo>
                <a:lnTo>
                  <a:pt x="640" y="709"/>
                </a:lnTo>
                <a:lnTo>
                  <a:pt x="639" y="708"/>
                </a:lnTo>
                <a:lnTo>
                  <a:pt x="638" y="708"/>
                </a:lnTo>
                <a:lnTo>
                  <a:pt x="637" y="708"/>
                </a:lnTo>
                <a:lnTo>
                  <a:pt x="636" y="707"/>
                </a:lnTo>
                <a:lnTo>
                  <a:pt x="636" y="706"/>
                </a:lnTo>
                <a:lnTo>
                  <a:pt x="635" y="706"/>
                </a:lnTo>
                <a:lnTo>
                  <a:pt x="635" y="705"/>
                </a:lnTo>
                <a:lnTo>
                  <a:pt x="634" y="705"/>
                </a:lnTo>
                <a:lnTo>
                  <a:pt x="633" y="706"/>
                </a:lnTo>
                <a:lnTo>
                  <a:pt x="632" y="706"/>
                </a:lnTo>
                <a:lnTo>
                  <a:pt x="632" y="705"/>
                </a:lnTo>
                <a:lnTo>
                  <a:pt x="631" y="705"/>
                </a:lnTo>
                <a:lnTo>
                  <a:pt x="630" y="705"/>
                </a:lnTo>
                <a:lnTo>
                  <a:pt x="629" y="705"/>
                </a:lnTo>
                <a:lnTo>
                  <a:pt x="629" y="704"/>
                </a:lnTo>
                <a:lnTo>
                  <a:pt x="630" y="704"/>
                </a:lnTo>
                <a:lnTo>
                  <a:pt x="630" y="703"/>
                </a:lnTo>
                <a:lnTo>
                  <a:pt x="629" y="703"/>
                </a:lnTo>
                <a:lnTo>
                  <a:pt x="629" y="702"/>
                </a:lnTo>
                <a:lnTo>
                  <a:pt x="629" y="701"/>
                </a:lnTo>
                <a:lnTo>
                  <a:pt x="628" y="701"/>
                </a:lnTo>
                <a:lnTo>
                  <a:pt x="629" y="701"/>
                </a:lnTo>
                <a:lnTo>
                  <a:pt x="629" y="700"/>
                </a:lnTo>
                <a:lnTo>
                  <a:pt x="630" y="699"/>
                </a:lnTo>
                <a:lnTo>
                  <a:pt x="630" y="698"/>
                </a:lnTo>
                <a:lnTo>
                  <a:pt x="631" y="698"/>
                </a:lnTo>
                <a:lnTo>
                  <a:pt x="631" y="697"/>
                </a:lnTo>
                <a:lnTo>
                  <a:pt x="630" y="696"/>
                </a:lnTo>
                <a:lnTo>
                  <a:pt x="629" y="696"/>
                </a:lnTo>
                <a:lnTo>
                  <a:pt x="628" y="696"/>
                </a:lnTo>
                <a:lnTo>
                  <a:pt x="627" y="697"/>
                </a:lnTo>
                <a:lnTo>
                  <a:pt x="626" y="698"/>
                </a:lnTo>
                <a:lnTo>
                  <a:pt x="625" y="697"/>
                </a:lnTo>
                <a:lnTo>
                  <a:pt x="624" y="697"/>
                </a:lnTo>
                <a:lnTo>
                  <a:pt x="624" y="696"/>
                </a:lnTo>
                <a:lnTo>
                  <a:pt x="623" y="696"/>
                </a:lnTo>
                <a:lnTo>
                  <a:pt x="622" y="695"/>
                </a:lnTo>
                <a:lnTo>
                  <a:pt x="622" y="694"/>
                </a:lnTo>
                <a:lnTo>
                  <a:pt x="621" y="694"/>
                </a:lnTo>
                <a:lnTo>
                  <a:pt x="620" y="694"/>
                </a:lnTo>
                <a:lnTo>
                  <a:pt x="620" y="693"/>
                </a:lnTo>
                <a:lnTo>
                  <a:pt x="619" y="693"/>
                </a:lnTo>
                <a:lnTo>
                  <a:pt x="618" y="693"/>
                </a:lnTo>
                <a:lnTo>
                  <a:pt x="617" y="693"/>
                </a:lnTo>
                <a:lnTo>
                  <a:pt x="616" y="693"/>
                </a:lnTo>
                <a:lnTo>
                  <a:pt x="616" y="692"/>
                </a:lnTo>
                <a:lnTo>
                  <a:pt x="616" y="691"/>
                </a:lnTo>
                <a:lnTo>
                  <a:pt x="615" y="691"/>
                </a:lnTo>
                <a:lnTo>
                  <a:pt x="615" y="692"/>
                </a:lnTo>
                <a:lnTo>
                  <a:pt x="615" y="693"/>
                </a:lnTo>
                <a:lnTo>
                  <a:pt x="614" y="693"/>
                </a:lnTo>
                <a:lnTo>
                  <a:pt x="613" y="693"/>
                </a:lnTo>
                <a:lnTo>
                  <a:pt x="612" y="693"/>
                </a:lnTo>
                <a:lnTo>
                  <a:pt x="612" y="692"/>
                </a:lnTo>
                <a:lnTo>
                  <a:pt x="611" y="691"/>
                </a:lnTo>
                <a:lnTo>
                  <a:pt x="610" y="691"/>
                </a:lnTo>
                <a:lnTo>
                  <a:pt x="610" y="690"/>
                </a:lnTo>
                <a:lnTo>
                  <a:pt x="609" y="690"/>
                </a:lnTo>
                <a:lnTo>
                  <a:pt x="608" y="690"/>
                </a:lnTo>
                <a:lnTo>
                  <a:pt x="607" y="690"/>
                </a:lnTo>
                <a:lnTo>
                  <a:pt x="606" y="690"/>
                </a:lnTo>
                <a:lnTo>
                  <a:pt x="607" y="690"/>
                </a:lnTo>
                <a:lnTo>
                  <a:pt x="607" y="689"/>
                </a:lnTo>
                <a:lnTo>
                  <a:pt x="607" y="688"/>
                </a:lnTo>
                <a:lnTo>
                  <a:pt x="606" y="688"/>
                </a:lnTo>
                <a:lnTo>
                  <a:pt x="606" y="687"/>
                </a:lnTo>
                <a:lnTo>
                  <a:pt x="605" y="688"/>
                </a:lnTo>
                <a:lnTo>
                  <a:pt x="605" y="687"/>
                </a:lnTo>
                <a:lnTo>
                  <a:pt x="604" y="687"/>
                </a:lnTo>
                <a:lnTo>
                  <a:pt x="603" y="687"/>
                </a:lnTo>
                <a:lnTo>
                  <a:pt x="603" y="686"/>
                </a:lnTo>
                <a:lnTo>
                  <a:pt x="603" y="687"/>
                </a:lnTo>
                <a:lnTo>
                  <a:pt x="603" y="686"/>
                </a:lnTo>
                <a:lnTo>
                  <a:pt x="603" y="685"/>
                </a:lnTo>
                <a:lnTo>
                  <a:pt x="602" y="685"/>
                </a:lnTo>
                <a:lnTo>
                  <a:pt x="602" y="684"/>
                </a:lnTo>
                <a:lnTo>
                  <a:pt x="601" y="684"/>
                </a:lnTo>
                <a:lnTo>
                  <a:pt x="600" y="684"/>
                </a:lnTo>
                <a:lnTo>
                  <a:pt x="599" y="684"/>
                </a:lnTo>
                <a:lnTo>
                  <a:pt x="599" y="683"/>
                </a:lnTo>
                <a:lnTo>
                  <a:pt x="598" y="683"/>
                </a:lnTo>
                <a:lnTo>
                  <a:pt x="597" y="683"/>
                </a:lnTo>
                <a:lnTo>
                  <a:pt x="597" y="684"/>
                </a:lnTo>
                <a:lnTo>
                  <a:pt x="596" y="684"/>
                </a:lnTo>
                <a:lnTo>
                  <a:pt x="595" y="684"/>
                </a:lnTo>
                <a:lnTo>
                  <a:pt x="594" y="684"/>
                </a:lnTo>
                <a:lnTo>
                  <a:pt x="593" y="683"/>
                </a:lnTo>
                <a:lnTo>
                  <a:pt x="594" y="682"/>
                </a:lnTo>
                <a:lnTo>
                  <a:pt x="593" y="682"/>
                </a:lnTo>
                <a:lnTo>
                  <a:pt x="592" y="682"/>
                </a:lnTo>
                <a:lnTo>
                  <a:pt x="591" y="681"/>
                </a:lnTo>
                <a:lnTo>
                  <a:pt x="591" y="682"/>
                </a:lnTo>
                <a:lnTo>
                  <a:pt x="590" y="682"/>
                </a:lnTo>
                <a:lnTo>
                  <a:pt x="589" y="682"/>
                </a:lnTo>
                <a:lnTo>
                  <a:pt x="588" y="683"/>
                </a:lnTo>
                <a:lnTo>
                  <a:pt x="588" y="684"/>
                </a:lnTo>
                <a:lnTo>
                  <a:pt x="587" y="684"/>
                </a:lnTo>
                <a:lnTo>
                  <a:pt x="587" y="685"/>
                </a:lnTo>
                <a:lnTo>
                  <a:pt x="587" y="686"/>
                </a:lnTo>
                <a:lnTo>
                  <a:pt x="586" y="686"/>
                </a:lnTo>
                <a:lnTo>
                  <a:pt x="586" y="687"/>
                </a:lnTo>
                <a:lnTo>
                  <a:pt x="585" y="687"/>
                </a:lnTo>
                <a:lnTo>
                  <a:pt x="585" y="688"/>
                </a:lnTo>
                <a:lnTo>
                  <a:pt x="584" y="688"/>
                </a:lnTo>
                <a:lnTo>
                  <a:pt x="584" y="689"/>
                </a:lnTo>
                <a:lnTo>
                  <a:pt x="583" y="689"/>
                </a:lnTo>
                <a:lnTo>
                  <a:pt x="582" y="689"/>
                </a:lnTo>
                <a:lnTo>
                  <a:pt x="582" y="690"/>
                </a:lnTo>
                <a:lnTo>
                  <a:pt x="581" y="690"/>
                </a:lnTo>
                <a:lnTo>
                  <a:pt x="580" y="690"/>
                </a:lnTo>
                <a:lnTo>
                  <a:pt x="579" y="689"/>
                </a:lnTo>
                <a:lnTo>
                  <a:pt x="579" y="690"/>
                </a:lnTo>
                <a:lnTo>
                  <a:pt x="578" y="690"/>
                </a:lnTo>
                <a:lnTo>
                  <a:pt x="578" y="689"/>
                </a:lnTo>
                <a:lnTo>
                  <a:pt x="578" y="690"/>
                </a:lnTo>
                <a:lnTo>
                  <a:pt x="577" y="690"/>
                </a:lnTo>
                <a:lnTo>
                  <a:pt x="576" y="690"/>
                </a:lnTo>
                <a:lnTo>
                  <a:pt x="576" y="689"/>
                </a:lnTo>
                <a:lnTo>
                  <a:pt x="576" y="690"/>
                </a:lnTo>
                <a:lnTo>
                  <a:pt x="575" y="689"/>
                </a:lnTo>
                <a:lnTo>
                  <a:pt x="574" y="689"/>
                </a:lnTo>
                <a:lnTo>
                  <a:pt x="574" y="688"/>
                </a:lnTo>
                <a:lnTo>
                  <a:pt x="573" y="689"/>
                </a:lnTo>
                <a:lnTo>
                  <a:pt x="573" y="688"/>
                </a:lnTo>
                <a:lnTo>
                  <a:pt x="572" y="689"/>
                </a:lnTo>
                <a:lnTo>
                  <a:pt x="571" y="688"/>
                </a:lnTo>
                <a:lnTo>
                  <a:pt x="571" y="689"/>
                </a:lnTo>
                <a:lnTo>
                  <a:pt x="570" y="688"/>
                </a:lnTo>
                <a:lnTo>
                  <a:pt x="570" y="689"/>
                </a:lnTo>
                <a:lnTo>
                  <a:pt x="569" y="689"/>
                </a:lnTo>
                <a:lnTo>
                  <a:pt x="568" y="689"/>
                </a:lnTo>
                <a:lnTo>
                  <a:pt x="568" y="690"/>
                </a:lnTo>
                <a:lnTo>
                  <a:pt x="567" y="690"/>
                </a:lnTo>
                <a:lnTo>
                  <a:pt x="566" y="690"/>
                </a:lnTo>
                <a:lnTo>
                  <a:pt x="565" y="690"/>
                </a:lnTo>
                <a:lnTo>
                  <a:pt x="565" y="689"/>
                </a:lnTo>
                <a:lnTo>
                  <a:pt x="564" y="689"/>
                </a:lnTo>
                <a:lnTo>
                  <a:pt x="563" y="688"/>
                </a:lnTo>
                <a:lnTo>
                  <a:pt x="562" y="689"/>
                </a:lnTo>
                <a:lnTo>
                  <a:pt x="561" y="689"/>
                </a:lnTo>
                <a:lnTo>
                  <a:pt x="560" y="689"/>
                </a:lnTo>
                <a:lnTo>
                  <a:pt x="560" y="688"/>
                </a:lnTo>
                <a:lnTo>
                  <a:pt x="560" y="689"/>
                </a:lnTo>
                <a:lnTo>
                  <a:pt x="559" y="689"/>
                </a:lnTo>
                <a:lnTo>
                  <a:pt x="558" y="689"/>
                </a:lnTo>
                <a:lnTo>
                  <a:pt x="557" y="689"/>
                </a:lnTo>
                <a:lnTo>
                  <a:pt x="557" y="688"/>
                </a:lnTo>
                <a:lnTo>
                  <a:pt x="557" y="687"/>
                </a:lnTo>
                <a:lnTo>
                  <a:pt x="556" y="688"/>
                </a:lnTo>
                <a:lnTo>
                  <a:pt x="556" y="687"/>
                </a:lnTo>
                <a:lnTo>
                  <a:pt x="555" y="687"/>
                </a:lnTo>
                <a:lnTo>
                  <a:pt x="554" y="686"/>
                </a:lnTo>
                <a:lnTo>
                  <a:pt x="554" y="685"/>
                </a:lnTo>
                <a:lnTo>
                  <a:pt x="553" y="685"/>
                </a:lnTo>
                <a:lnTo>
                  <a:pt x="553" y="684"/>
                </a:lnTo>
                <a:lnTo>
                  <a:pt x="553" y="683"/>
                </a:lnTo>
                <a:lnTo>
                  <a:pt x="552" y="683"/>
                </a:lnTo>
                <a:lnTo>
                  <a:pt x="551" y="683"/>
                </a:lnTo>
                <a:lnTo>
                  <a:pt x="550" y="683"/>
                </a:lnTo>
                <a:lnTo>
                  <a:pt x="549" y="684"/>
                </a:lnTo>
                <a:lnTo>
                  <a:pt x="548" y="684"/>
                </a:lnTo>
                <a:lnTo>
                  <a:pt x="547" y="684"/>
                </a:lnTo>
                <a:lnTo>
                  <a:pt x="547" y="685"/>
                </a:lnTo>
                <a:lnTo>
                  <a:pt x="546" y="685"/>
                </a:lnTo>
                <a:lnTo>
                  <a:pt x="546" y="684"/>
                </a:lnTo>
                <a:lnTo>
                  <a:pt x="546" y="685"/>
                </a:lnTo>
                <a:lnTo>
                  <a:pt x="545" y="685"/>
                </a:lnTo>
                <a:lnTo>
                  <a:pt x="544" y="685"/>
                </a:lnTo>
                <a:lnTo>
                  <a:pt x="543" y="685"/>
                </a:lnTo>
                <a:lnTo>
                  <a:pt x="542" y="685"/>
                </a:lnTo>
                <a:lnTo>
                  <a:pt x="542" y="684"/>
                </a:lnTo>
                <a:lnTo>
                  <a:pt x="541" y="684"/>
                </a:lnTo>
                <a:lnTo>
                  <a:pt x="541" y="683"/>
                </a:lnTo>
                <a:lnTo>
                  <a:pt x="541" y="684"/>
                </a:lnTo>
                <a:lnTo>
                  <a:pt x="540" y="684"/>
                </a:lnTo>
                <a:lnTo>
                  <a:pt x="540" y="685"/>
                </a:lnTo>
                <a:lnTo>
                  <a:pt x="539" y="685"/>
                </a:lnTo>
                <a:lnTo>
                  <a:pt x="539" y="684"/>
                </a:lnTo>
                <a:lnTo>
                  <a:pt x="538" y="684"/>
                </a:lnTo>
                <a:lnTo>
                  <a:pt x="537" y="684"/>
                </a:lnTo>
                <a:lnTo>
                  <a:pt x="537" y="683"/>
                </a:lnTo>
                <a:lnTo>
                  <a:pt x="536" y="685"/>
                </a:lnTo>
                <a:lnTo>
                  <a:pt x="535" y="685"/>
                </a:lnTo>
                <a:lnTo>
                  <a:pt x="534" y="686"/>
                </a:lnTo>
                <a:lnTo>
                  <a:pt x="534" y="687"/>
                </a:lnTo>
                <a:lnTo>
                  <a:pt x="533" y="687"/>
                </a:lnTo>
                <a:lnTo>
                  <a:pt x="531" y="688"/>
                </a:lnTo>
                <a:lnTo>
                  <a:pt x="530" y="688"/>
                </a:lnTo>
                <a:lnTo>
                  <a:pt x="529" y="687"/>
                </a:lnTo>
                <a:lnTo>
                  <a:pt x="529" y="686"/>
                </a:lnTo>
                <a:lnTo>
                  <a:pt x="528" y="686"/>
                </a:lnTo>
                <a:lnTo>
                  <a:pt x="528" y="685"/>
                </a:lnTo>
                <a:lnTo>
                  <a:pt x="528" y="684"/>
                </a:lnTo>
                <a:lnTo>
                  <a:pt x="529" y="684"/>
                </a:lnTo>
                <a:lnTo>
                  <a:pt x="529" y="682"/>
                </a:lnTo>
                <a:lnTo>
                  <a:pt x="528" y="682"/>
                </a:lnTo>
                <a:lnTo>
                  <a:pt x="528" y="683"/>
                </a:lnTo>
                <a:lnTo>
                  <a:pt x="527" y="683"/>
                </a:lnTo>
                <a:lnTo>
                  <a:pt x="527" y="682"/>
                </a:lnTo>
                <a:lnTo>
                  <a:pt x="527" y="681"/>
                </a:lnTo>
                <a:lnTo>
                  <a:pt x="527" y="680"/>
                </a:lnTo>
                <a:lnTo>
                  <a:pt x="526" y="680"/>
                </a:lnTo>
                <a:lnTo>
                  <a:pt x="526" y="679"/>
                </a:lnTo>
                <a:lnTo>
                  <a:pt x="525" y="679"/>
                </a:lnTo>
                <a:lnTo>
                  <a:pt x="524" y="680"/>
                </a:lnTo>
                <a:lnTo>
                  <a:pt x="523" y="680"/>
                </a:lnTo>
                <a:lnTo>
                  <a:pt x="522" y="680"/>
                </a:lnTo>
                <a:lnTo>
                  <a:pt x="522" y="682"/>
                </a:lnTo>
                <a:lnTo>
                  <a:pt x="521" y="682"/>
                </a:lnTo>
                <a:lnTo>
                  <a:pt x="520" y="682"/>
                </a:lnTo>
                <a:lnTo>
                  <a:pt x="520" y="681"/>
                </a:lnTo>
                <a:lnTo>
                  <a:pt x="520" y="680"/>
                </a:lnTo>
                <a:lnTo>
                  <a:pt x="519" y="679"/>
                </a:lnTo>
                <a:lnTo>
                  <a:pt x="519" y="678"/>
                </a:lnTo>
                <a:lnTo>
                  <a:pt x="518" y="678"/>
                </a:lnTo>
                <a:lnTo>
                  <a:pt x="518" y="677"/>
                </a:lnTo>
                <a:lnTo>
                  <a:pt x="518" y="676"/>
                </a:lnTo>
                <a:lnTo>
                  <a:pt x="517" y="676"/>
                </a:lnTo>
                <a:lnTo>
                  <a:pt x="517" y="675"/>
                </a:lnTo>
                <a:lnTo>
                  <a:pt x="516" y="675"/>
                </a:lnTo>
                <a:lnTo>
                  <a:pt x="516" y="676"/>
                </a:lnTo>
                <a:lnTo>
                  <a:pt x="515" y="676"/>
                </a:lnTo>
                <a:lnTo>
                  <a:pt x="515" y="675"/>
                </a:lnTo>
                <a:lnTo>
                  <a:pt x="514" y="674"/>
                </a:lnTo>
                <a:lnTo>
                  <a:pt x="513" y="674"/>
                </a:lnTo>
                <a:lnTo>
                  <a:pt x="513" y="673"/>
                </a:lnTo>
                <a:lnTo>
                  <a:pt x="512" y="673"/>
                </a:lnTo>
                <a:lnTo>
                  <a:pt x="512" y="672"/>
                </a:lnTo>
                <a:lnTo>
                  <a:pt x="512" y="671"/>
                </a:lnTo>
                <a:lnTo>
                  <a:pt x="512" y="670"/>
                </a:lnTo>
                <a:lnTo>
                  <a:pt x="511" y="669"/>
                </a:lnTo>
                <a:lnTo>
                  <a:pt x="510" y="669"/>
                </a:lnTo>
                <a:lnTo>
                  <a:pt x="509" y="668"/>
                </a:lnTo>
                <a:lnTo>
                  <a:pt x="509" y="669"/>
                </a:lnTo>
                <a:lnTo>
                  <a:pt x="508" y="669"/>
                </a:lnTo>
                <a:lnTo>
                  <a:pt x="507" y="669"/>
                </a:lnTo>
                <a:lnTo>
                  <a:pt x="506" y="669"/>
                </a:lnTo>
                <a:lnTo>
                  <a:pt x="506" y="668"/>
                </a:lnTo>
                <a:lnTo>
                  <a:pt x="506" y="667"/>
                </a:lnTo>
                <a:lnTo>
                  <a:pt x="505" y="667"/>
                </a:lnTo>
                <a:lnTo>
                  <a:pt x="505" y="666"/>
                </a:lnTo>
                <a:lnTo>
                  <a:pt x="505" y="665"/>
                </a:lnTo>
                <a:lnTo>
                  <a:pt x="504" y="664"/>
                </a:lnTo>
                <a:lnTo>
                  <a:pt x="502" y="663"/>
                </a:lnTo>
                <a:lnTo>
                  <a:pt x="501" y="663"/>
                </a:lnTo>
                <a:lnTo>
                  <a:pt x="499" y="663"/>
                </a:lnTo>
                <a:lnTo>
                  <a:pt x="498" y="663"/>
                </a:lnTo>
                <a:lnTo>
                  <a:pt x="497" y="663"/>
                </a:lnTo>
                <a:lnTo>
                  <a:pt x="496" y="663"/>
                </a:lnTo>
                <a:lnTo>
                  <a:pt x="494" y="663"/>
                </a:lnTo>
                <a:lnTo>
                  <a:pt x="493" y="663"/>
                </a:lnTo>
                <a:lnTo>
                  <a:pt x="492" y="663"/>
                </a:lnTo>
                <a:lnTo>
                  <a:pt x="491" y="663"/>
                </a:lnTo>
                <a:lnTo>
                  <a:pt x="490" y="663"/>
                </a:lnTo>
                <a:lnTo>
                  <a:pt x="489" y="663"/>
                </a:lnTo>
                <a:lnTo>
                  <a:pt x="488" y="663"/>
                </a:lnTo>
                <a:lnTo>
                  <a:pt x="487" y="663"/>
                </a:lnTo>
                <a:lnTo>
                  <a:pt x="486" y="663"/>
                </a:lnTo>
                <a:lnTo>
                  <a:pt x="485" y="663"/>
                </a:lnTo>
                <a:lnTo>
                  <a:pt x="483" y="663"/>
                </a:lnTo>
                <a:lnTo>
                  <a:pt x="482" y="663"/>
                </a:lnTo>
                <a:lnTo>
                  <a:pt x="481" y="663"/>
                </a:lnTo>
                <a:lnTo>
                  <a:pt x="480" y="663"/>
                </a:lnTo>
                <a:lnTo>
                  <a:pt x="479" y="663"/>
                </a:lnTo>
                <a:lnTo>
                  <a:pt x="478" y="663"/>
                </a:lnTo>
                <a:lnTo>
                  <a:pt x="476" y="663"/>
                </a:lnTo>
                <a:lnTo>
                  <a:pt x="475" y="663"/>
                </a:lnTo>
                <a:lnTo>
                  <a:pt x="474" y="663"/>
                </a:lnTo>
                <a:lnTo>
                  <a:pt x="473" y="663"/>
                </a:lnTo>
                <a:lnTo>
                  <a:pt x="472" y="663"/>
                </a:lnTo>
                <a:lnTo>
                  <a:pt x="471" y="663"/>
                </a:lnTo>
                <a:lnTo>
                  <a:pt x="470" y="663"/>
                </a:lnTo>
                <a:lnTo>
                  <a:pt x="469" y="663"/>
                </a:lnTo>
                <a:lnTo>
                  <a:pt x="468" y="663"/>
                </a:lnTo>
                <a:lnTo>
                  <a:pt x="466" y="663"/>
                </a:lnTo>
                <a:lnTo>
                  <a:pt x="465" y="663"/>
                </a:lnTo>
                <a:lnTo>
                  <a:pt x="464" y="663"/>
                </a:lnTo>
                <a:lnTo>
                  <a:pt x="463" y="663"/>
                </a:lnTo>
                <a:lnTo>
                  <a:pt x="462" y="663"/>
                </a:lnTo>
                <a:lnTo>
                  <a:pt x="461" y="663"/>
                </a:lnTo>
                <a:lnTo>
                  <a:pt x="460" y="663"/>
                </a:lnTo>
                <a:lnTo>
                  <a:pt x="460" y="662"/>
                </a:lnTo>
                <a:lnTo>
                  <a:pt x="459" y="662"/>
                </a:lnTo>
                <a:lnTo>
                  <a:pt x="458" y="662"/>
                </a:lnTo>
                <a:lnTo>
                  <a:pt x="457" y="662"/>
                </a:lnTo>
                <a:lnTo>
                  <a:pt x="456" y="662"/>
                </a:lnTo>
                <a:lnTo>
                  <a:pt x="455" y="662"/>
                </a:lnTo>
                <a:lnTo>
                  <a:pt x="454" y="662"/>
                </a:lnTo>
                <a:lnTo>
                  <a:pt x="453" y="662"/>
                </a:lnTo>
                <a:lnTo>
                  <a:pt x="452" y="661"/>
                </a:lnTo>
                <a:lnTo>
                  <a:pt x="451" y="662"/>
                </a:lnTo>
                <a:lnTo>
                  <a:pt x="450" y="662"/>
                </a:lnTo>
                <a:lnTo>
                  <a:pt x="450" y="661"/>
                </a:lnTo>
                <a:lnTo>
                  <a:pt x="450" y="662"/>
                </a:lnTo>
                <a:lnTo>
                  <a:pt x="449" y="662"/>
                </a:lnTo>
                <a:lnTo>
                  <a:pt x="448" y="662"/>
                </a:lnTo>
                <a:lnTo>
                  <a:pt x="447" y="662"/>
                </a:lnTo>
                <a:lnTo>
                  <a:pt x="447" y="661"/>
                </a:lnTo>
                <a:lnTo>
                  <a:pt x="446" y="661"/>
                </a:lnTo>
                <a:lnTo>
                  <a:pt x="445" y="661"/>
                </a:lnTo>
                <a:lnTo>
                  <a:pt x="445" y="660"/>
                </a:lnTo>
                <a:lnTo>
                  <a:pt x="446" y="660"/>
                </a:lnTo>
                <a:lnTo>
                  <a:pt x="446" y="659"/>
                </a:lnTo>
                <a:lnTo>
                  <a:pt x="445" y="659"/>
                </a:lnTo>
                <a:lnTo>
                  <a:pt x="445" y="658"/>
                </a:lnTo>
                <a:lnTo>
                  <a:pt x="445" y="657"/>
                </a:lnTo>
                <a:lnTo>
                  <a:pt x="446" y="656"/>
                </a:lnTo>
                <a:lnTo>
                  <a:pt x="446" y="655"/>
                </a:lnTo>
                <a:lnTo>
                  <a:pt x="445" y="654"/>
                </a:lnTo>
                <a:lnTo>
                  <a:pt x="445" y="653"/>
                </a:lnTo>
                <a:lnTo>
                  <a:pt x="445" y="652"/>
                </a:lnTo>
                <a:lnTo>
                  <a:pt x="445" y="651"/>
                </a:lnTo>
                <a:lnTo>
                  <a:pt x="444" y="651"/>
                </a:lnTo>
                <a:lnTo>
                  <a:pt x="443" y="652"/>
                </a:lnTo>
                <a:lnTo>
                  <a:pt x="441" y="652"/>
                </a:lnTo>
                <a:lnTo>
                  <a:pt x="440" y="652"/>
                </a:lnTo>
                <a:lnTo>
                  <a:pt x="439" y="652"/>
                </a:lnTo>
                <a:lnTo>
                  <a:pt x="437" y="652"/>
                </a:lnTo>
                <a:lnTo>
                  <a:pt x="436" y="652"/>
                </a:lnTo>
                <a:lnTo>
                  <a:pt x="435" y="652"/>
                </a:lnTo>
                <a:lnTo>
                  <a:pt x="435" y="651"/>
                </a:lnTo>
                <a:lnTo>
                  <a:pt x="434" y="651"/>
                </a:lnTo>
                <a:lnTo>
                  <a:pt x="433" y="651"/>
                </a:lnTo>
                <a:lnTo>
                  <a:pt x="433" y="650"/>
                </a:lnTo>
                <a:lnTo>
                  <a:pt x="433" y="649"/>
                </a:lnTo>
                <a:lnTo>
                  <a:pt x="432" y="649"/>
                </a:lnTo>
                <a:lnTo>
                  <a:pt x="432" y="650"/>
                </a:lnTo>
                <a:lnTo>
                  <a:pt x="431" y="650"/>
                </a:lnTo>
                <a:lnTo>
                  <a:pt x="430" y="650"/>
                </a:lnTo>
                <a:lnTo>
                  <a:pt x="430" y="651"/>
                </a:lnTo>
                <a:lnTo>
                  <a:pt x="429" y="650"/>
                </a:lnTo>
                <a:lnTo>
                  <a:pt x="427" y="650"/>
                </a:lnTo>
                <a:lnTo>
                  <a:pt x="426" y="650"/>
                </a:lnTo>
                <a:lnTo>
                  <a:pt x="425" y="650"/>
                </a:lnTo>
                <a:lnTo>
                  <a:pt x="426" y="650"/>
                </a:lnTo>
                <a:lnTo>
                  <a:pt x="425" y="651"/>
                </a:lnTo>
                <a:lnTo>
                  <a:pt x="425" y="652"/>
                </a:lnTo>
                <a:lnTo>
                  <a:pt x="424" y="652"/>
                </a:lnTo>
                <a:lnTo>
                  <a:pt x="423" y="652"/>
                </a:lnTo>
                <a:lnTo>
                  <a:pt x="422" y="652"/>
                </a:lnTo>
                <a:lnTo>
                  <a:pt x="421" y="651"/>
                </a:lnTo>
                <a:lnTo>
                  <a:pt x="420" y="651"/>
                </a:lnTo>
                <a:lnTo>
                  <a:pt x="419" y="652"/>
                </a:lnTo>
                <a:lnTo>
                  <a:pt x="418" y="652"/>
                </a:lnTo>
                <a:lnTo>
                  <a:pt x="418" y="651"/>
                </a:lnTo>
                <a:lnTo>
                  <a:pt x="418" y="652"/>
                </a:lnTo>
                <a:lnTo>
                  <a:pt x="417" y="652"/>
                </a:lnTo>
                <a:lnTo>
                  <a:pt x="416" y="652"/>
                </a:lnTo>
                <a:lnTo>
                  <a:pt x="415" y="653"/>
                </a:lnTo>
                <a:lnTo>
                  <a:pt x="414" y="653"/>
                </a:lnTo>
                <a:lnTo>
                  <a:pt x="414" y="654"/>
                </a:lnTo>
                <a:lnTo>
                  <a:pt x="415" y="654"/>
                </a:lnTo>
                <a:lnTo>
                  <a:pt x="415" y="655"/>
                </a:lnTo>
                <a:lnTo>
                  <a:pt x="415" y="656"/>
                </a:lnTo>
                <a:lnTo>
                  <a:pt x="415" y="657"/>
                </a:lnTo>
                <a:lnTo>
                  <a:pt x="415" y="659"/>
                </a:lnTo>
                <a:lnTo>
                  <a:pt x="416" y="659"/>
                </a:lnTo>
                <a:lnTo>
                  <a:pt x="416" y="660"/>
                </a:lnTo>
                <a:lnTo>
                  <a:pt x="416" y="661"/>
                </a:lnTo>
                <a:lnTo>
                  <a:pt x="416" y="662"/>
                </a:lnTo>
                <a:lnTo>
                  <a:pt x="416" y="664"/>
                </a:lnTo>
                <a:lnTo>
                  <a:pt x="416" y="665"/>
                </a:lnTo>
                <a:lnTo>
                  <a:pt x="416" y="666"/>
                </a:lnTo>
                <a:lnTo>
                  <a:pt x="416" y="667"/>
                </a:lnTo>
                <a:lnTo>
                  <a:pt x="415" y="667"/>
                </a:lnTo>
                <a:lnTo>
                  <a:pt x="414" y="668"/>
                </a:lnTo>
                <a:lnTo>
                  <a:pt x="413" y="668"/>
                </a:lnTo>
                <a:lnTo>
                  <a:pt x="412" y="668"/>
                </a:lnTo>
                <a:lnTo>
                  <a:pt x="411" y="668"/>
                </a:lnTo>
                <a:lnTo>
                  <a:pt x="410" y="669"/>
                </a:lnTo>
                <a:lnTo>
                  <a:pt x="410" y="670"/>
                </a:lnTo>
                <a:lnTo>
                  <a:pt x="409" y="670"/>
                </a:lnTo>
                <a:lnTo>
                  <a:pt x="408" y="670"/>
                </a:lnTo>
                <a:lnTo>
                  <a:pt x="407" y="670"/>
                </a:lnTo>
                <a:lnTo>
                  <a:pt x="407" y="669"/>
                </a:lnTo>
                <a:lnTo>
                  <a:pt x="406" y="669"/>
                </a:lnTo>
                <a:lnTo>
                  <a:pt x="406" y="668"/>
                </a:lnTo>
                <a:lnTo>
                  <a:pt x="405" y="668"/>
                </a:lnTo>
                <a:lnTo>
                  <a:pt x="404" y="668"/>
                </a:lnTo>
                <a:lnTo>
                  <a:pt x="404" y="667"/>
                </a:lnTo>
                <a:lnTo>
                  <a:pt x="404" y="666"/>
                </a:lnTo>
                <a:lnTo>
                  <a:pt x="404" y="665"/>
                </a:lnTo>
                <a:lnTo>
                  <a:pt x="404" y="664"/>
                </a:lnTo>
                <a:lnTo>
                  <a:pt x="403" y="664"/>
                </a:lnTo>
                <a:lnTo>
                  <a:pt x="402" y="664"/>
                </a:lnTo>
                <a:lnTo>
                  <a:pt x="401" y="663"/>
                </a:lnTo>
                <a:lnTo>
                  <a:pt x="400" y="663"/>
                </a:lnTo>
                <a:lnTo>
                  <a:pt x="399" y="662"/>
                </a:lnTo>
                <a:lnTo>
                  <a:pt x="399" y="661"/>
                </a:lnTo>
                <a:lnTo>
                  <a:pt x="398" y="661"/>
                </a:lnTo>
                <a:lnTo>
                  <a:pt x="397" y="661"/>
                </a:lnTo>
                <a:lnTo>
                  <a:pt x="397" y="662"/>
                </a:lnTo>
                <a:lnTo>
                  <a:pt x="396" y="662"/>
                </a:lnTo>
                <a:lnTo>
                  <a:pt x="395" y="663"/>
                </a:lnTo>
                <a:lnTo>
                  <a:pt x="394" y="664"/>
                </a:lnTo>
                <a:lnTo>
                  <a:pt x="394" y="665"/>
                </a:lnTo>
                <a:lnTo>
                  <a:pt x="393" y="665"/>
                </a:lnTo>
                <a:lnTo>
                  <a:pt x="392" y="665"/>
                </a:lnTo>
                <a:lnTo>
                  <a:pt x="391" y="665"/>
                </a:lnTo>
                <a:lnTo>
                  <a:pt x="391" y="666"/>
                </a:lnTo>
                <a:lnTo>
                  <a:pt x="390" y="666"/>
                </a:lnTo>
                <a:lnTo>
                  <a:pt x="389" y="666"/>
                </a:lnTo>
                <a:lnTo>
                  <a:pt x="388" y="667"/>
                </a:lnTo>
                <a:lnTo>
                  <a:pt x="388" y="666"/>
                </a:lnTo>
                <a:lnTo>
                  <a:pt x="387" y="666"/>
                </a:lnTo>
                <a:lnTo>
                  <a:pt x="386" y="666"/>
                </a:lnTo>
                <a:lnTo>
                  <a:pt x="385" y="666"/>
                </a:lnTo>
                <a:lnTo>
                  <a:pt x="384" y="666"/>
                </a:lnTo>
                <a:lnTo>
                  <a:pt x="384" y="667"/>
                </a:lnTo>
                <a:lnTo>
                  <a:pt x="383" y="667"/>
                </a:lnTo>
                <a:lnTo>
                  <a:pt x="383" y="666"/>
                </a:lnTo>
                <a:lnTo>
                  <a:pt x="382" y="666"/>
                </a:lnTo>
                <a:lnTo>
                  <a:pt x="381" y="667"/>
                </a:lnTo>
                <a:lnTo>
                  <a:pt x="380" y="667"/>
                </a:lnTo>
                <a:lnTo>
                  <a:pt x="379" y="666"/>
                </a:lnTo>
                <a:lnTo>
                  <a:pt x="378" y="666"/>
                </a:lnTo>
                <a:lnTo>
                  <a:pt x="378" y="665"/>
                </a:lnTo>
                <a:lnTo>
                  <a:pt x="377" y="665"/>
                </a:lnTo>
                <a:lnTo>
                  <a:pt x="377" y="666"/>
                </a:lnTo>
                <a:lnTo>
                  <a:pt x="376" y="666"/>
                </a:lnTo>
                <a:lnTo>
                  <a:pt x="375" y="667"/>
                </a:lnTo>
                <a:lnTo>
                  <a:pt x="374" y="668"/>
                </a:lnTo>
                <a:lnTo>
                  <a:pt x="373" y="668"/>
                </a:lnTo>
                <a:lnTo>
                  <a:pt x="373" y="669"/>
                </a:lnTo>
                <a:lnTo>
                  <a:pt x="372" y="668"/>
                </a:lnTo>
                <a:lnTo>
                  <a:pt x="371" y="668"/>
                </a:lnTo>
                <a:lnTo>
                  <a:pt x="371" y="667"/>
                </a:lnTo>
                <a:lnTo>
                  <a:pt x="371" y="668"/>
                </a:lnTo>
                <a:lnTo>
                  <a:pt x="372" y="669"/>
                </a:lnTo>
                <a:lnTo>
                  <a:pt x="371" y="669"/>
                </a:lnTo>
                <a:lnTo>
                  <a:pt x="371" y="670"/>
                </a:lnTo>
                <a:lnTo>
                  <a:pt x="371" y="671"/>
                </a:lnTo>
                <a:lnTo>
                  <a:pt x="371" y="672"/>
                </a:lnTo>
                <a:lnTo>
                  <a:pt x="372" y="672"/>
                </a:lnTo>
                <a:lnTo>
                  <a:pt x="372" y="673"/>
                </a:lnTo>
                <a:lnTo>
                  <a:pt x="372" y="674"/>
                </a:lnTo>
                <a:lnTo>
                  <a:pt x="371" y="674"/>
                </a:lnTo>
                <a:lnTo>
                  <a:pt x="371" y="675"/>
                </a:lnTo>
                <a:lnTo>
                  <a:pt x="371" y="676"/>
                </a:lnTo>
                <a:lnTo>
                  <a:pt x="372" y="677"/>
                </a:lnTo>
                <a:lnTo>
                  <a:pt x="373" y="677"/>
                </a:lnTo>
                <a:lnTo>
                  <a:pt x="374" y="677"/>
                </a:lnTo>
                <a:lnTo>
                  <a:pt x="375" y="678"/>
                </a:lnTo>
                <a:lnTo>
                  <a:pt x="376" y="678"/>
                </a:lnTo>
                <a:lnTo>
                  <a:pt x="377" y="678"/>
                </a:lnTo>
                <a:lnTo>
                  <a:pt x="378" y="678"/>
                </a:lnTo>
                <a:lnTo>
                  <a:pt x="379" y="678"/>
                </a:lnTo>
                <a:lnTo>
                  <a:pt x="380" y="678"/>
                </a:lnTo>
                <a:lnTo>
                  <a:pt x="381" y="678"/>
                </a:lnTo>
                <a:lnTo>
                  <a:pt x="381" y="679"/>
                </a:lnTo>
                <a:lnTo>
                  <a:pt x="381" y="680"/>
                </a:lnTo>
                <a:lnTo>
                  <a:pt x="381" y="681"/>
                </a:lnTo>
                <a:lnTo>
                  <a:pt x="382" y="681"/>
                </a:lnTo>
                <a:lnTo>
                  <a:pt x="382" y="680"/>
                </a:lnTo>
                <a:lnTo>
                  <a:pt x="382" y="681"/>
                </a:lnTo>
                <a:lnTo>
                  <a:pt x="383" y="681"/>
                </a:lnTo>
                <a:lnTo>
                  <a:pt x="382" y="681"/>
                </a:lnTo>
                <a:lnTo>
                  <a:pt x="382" y="682"/>
                </a:lnTo>
                <a:lnTo>
                  <a:pt x="381" y="682"/>
                </a:lnTo>
                <a:lnTo>
                  <a:pt x="381" y="683"/>
                </a:lnTo>
                <a:lnTo>
                  <a:pt x="380" y="683"/>
                </a:lnTo>
                <a:lnTo>
                  <a:pt x="379" y="683"/>
                </a:lnTo>
                <a:lnTo>
                  <a:pt x="378" y="683"/>
                </a:lnTo>
                <a:lnTo>
                  <a:pt x="378" y="684"/>
                </a:lnTo>
                <a:lnTo>
                  <a:pt x="377" y="684"/>
                </a:lnTo>
                <a:lnTo>
                  <a:pt x="377" y="685"/>
                </a:lnTo>
                <a:lnTo>
                  <a:pt x="377" y="686"/>
                </a:lnTo>
                <a:lnTo>
                  <a:pt x="376" y="686"/>
                </a:lnTo>
                <a:lnTo>
                  <a:pt x="375" y="686"/>
                </a:lnTo>
                <a:lnTo>
                  <a:pt x="375" y="687"/>
                </a:lnTo>
                <a:lnTo>
                  <a:pt x="375" y="688"/>
                </a:lnTo>
                <a:lnTo>
                  <a:pt x="376" y="688"/>
                </a:lnTo>
                <a:lnTo>
                  <a:pt x="376" y="689"/>
                </a:lnTo>
                <a:lnTo>
                  <a:pt x="375" y="689"/>
                </a:lnTo>
                <a:lnTo>
                  <a:pt x="374" y="690"/>
                </a:lnTo>
                <a:lnTo>
                  <a:pt x="374" y="691"/>
                </a:lnTo>
                <a:lnTo>
                  <a:pt x="374" y="692"/>
                </a:lnTo>
                <a:lnTo>
                  <a:pt x="375" y="692"/>
                </a:lnTo>
                <a:lnTo>
                  <a:pt x="375" y="693"/>
                </a:lnTo>
                <a:lnTo>
                  <a:pt x="375" y="694"/>
                </a:lnTo>
                <a:lnTo>
                  <a:pt x="374" y="695"/>
                </a:lnTo>
                <a:lnTo>
                  <a:pt x="374" y="696"/>
                </a:lnTo>
                <a:lnTo>
                  <a:pt x="375" y="696"/>
                </a:lnTo>
                <a:lnTo>
                  <a:pt x="376" y="696"/>
                </a:lnTo>
                <a:lnTo>
                  <a:pt x="376" y="697"/>
                </a:lnTo>
                <a:lnTo>
                  <a:pt x="376" y="698"/>
                </a:lnTo>
                <a:lnTo>
                  <a:pt x="377" y="698"/>
                </a:lnTo>
                <a:lnTo>
                  <a:pt x="378" y="698"/>
                </a:lnTo>
                <a:lnTo>
                  <a:pt x="379" y="699"/>
                </a:lnTo>
                <a:lnTo>
                  <a:pt x="380" y="699"/>
                </a:lnTo>
                <a:lnTo>
                  <a:pt x="380" y="698"/>
                </a:lnTo>
                <a:lnTo>
                  <a:pt x="381" y="698"/>
                </a:lnTo>
                <a:lnTo>
                  <a:pt x="381" y="699"/>
                </a:lnTo>
                <a:lnTo>
                  <a:pt x="381" y="701"/>
                </a:lnTo>
                <a:lnTo>
                  <a:pt x="380" y="703"/>
                </a:lnTo>
                <a:lnTo>
                  <a:pt x="380" y="704"/>
                </a:lnTo>
                <a:lnTo>
                  <a:pt x="379" y="704"/>
                </a:lnTo>
                <a:lnTo>
                  <a:pt x="380" y="705"/>
                </a:lnTo>
                <a:lnTo>
                  <a:pt x="381" y="705"/>
                </a:lnTo>
                <a:lnTo>
                  <a:pt x="382" y="705"/>
                </a:lnTo>
                <a:lnTo>
                  <a:pt x="382" y="706"/>
                </a:lnTo>
                <a:lnTo>
                  <a:pt x="382" y="707"/>
                </a:lnTo>
                <a:lnTo>
                  <a:pt x="382" y="708"/>
                </a:lnTo>
                <a:lnTo>
                  <a:pt x="383" y="710"/>
                </a:lnTo>
                <a:lnTo>
                  <a:pt x="384" y="710"/>
                </a:lnTo>
                <a:lnTo>
                  <a:pt x="385" y="710"/>
                </a:lnTo>
                <a:lnTo>
                  <a:pt x="386" y="710"/>
                </a:lnTo>
                <a:lnTo>
                  <a:pt x="387" y="710"/>
                </a:lnTo>
                <a:lnTo>
                  <a:pt x="387" y="711"/>
                </a:lnTo>
                <a:lnTo>
                  <a:pt x="388" y="711"/>
                </a:lnTo>
                <a:lnTo>
                  <a:pt x="388" y="712"/>
                </a:lnTo>
                <a:lnTo>
                  <a:pt x="389" y="712"/>
                </a:lnTo>
                <a:lnTo>
                  <a:pt x="390" y="712"/>
                </a:lnTo>
                <a:lnTo>
                  <a:pt x="392" y="712"/>
                </a:lnTo>
                <a:lnTo>
                  <a:pt x="393" y="711"/>
                </a:lnTo>
                <a:lnTo>
                  <a:pt x="394" y="711"/>
                </a:lnTo>
                <a:lnTo>
                  <a:pt x="394" y="712"/>
                </a:lnTo>
                <a:lnTo>
                  <a:pt x="394" y="713"/>
                </a:lnTo>
                <a:lnTo>
                  <a:pt x="395" y="713"/>
                </a:lnTo>
                <a:lnTo>
                  <a:pt x="395" y="714"/>
                </a:lnTo>
                <a:lnTo>
                  <a:pt x="396" y="715"/>
                </a:lnTo>
                <a:lnTo>
                  <a:pt x="396" y="716"/>
                </a:lnTo>
                <a:lnTo>
                  <a:pt x="396" y="717"/>
                </a:lnTo>
                <a:lnTo>
                  <a:pt x="397" y="717"/>
                </a:lnTo>
                <a:lnTo>
                  <a:pt x="397" y="718"/>
                </a:lnTo>
                <a:lnTo>
                  <a:pt x="397" y="719"/>
                </a:lnTo>
                <a:lnTo>
                  <a:pt x="398" y="719"/>
                </a:lnTo>
                <a:lnTo>
                  <a:pt x="398" y="720"/>
                </a:lnTo>
                <a:lnTo>
                  <a:pt x="398" y="721"/>
                </a:lnTo>
                <a:lnTo>
                  <a:pt x="399" y="721"/>
                </a:lnTo>
                <a:lnTo>
                  <a:pt x="399" y="722"/>
                </a:lnTo>
                <a:lnTo>
                  <a:pt x="399" y="723"/>
                </a:lnTo>
                <a:lnTo>
                  <a:pt x="400" y="723"/>
                </a:lnTo>
                <a:lnTo>
                  <a:pt x="400" y="724"/>
                </a:lnTo>
                <a:lnTo>
                  <a:pt x="400" y="725"/>
                </a:lnTo>
                <a:lnTo>
                  <a:pt x="400" y="726"/>
                </a:lnTo>
                <a:lnTo>
                  <a:pt x="399" y="726"/>
                </a:lnTo>
                <a:lnTo>
                  <a:pt x="398" y="727"/>
                </a:lnTo>
                <a:lnTo>
                  <a:pt x="398" y="728"/>
                </a:lnTo>
                <a:lnTo>
                  <a:pt x="397" y="728"/>
                </a:lnTo>
                <a:lnTo>
                  <a:pt x="397" y="729"/>
                </a:lnTo>
                <a:lnTo>
                  <a:pt x="396" y="729"/>
                </a:lnTo>
                <a:lnTo>
                  <a:pt x="396" y="730"/>
                </a:lnTo>
                <a:lnTo>
                  <a:pt x="395" y="730"/>
                </a:lnTo>
                <a:lnTo>
                  <a:pt x="394" y="730"/>
                </a:lnTo>
                <a:lnTo>
                  <a:pt x="393" y="731"/>
                </a:lnTo>
                <a:lnTo>
                  <a:pt x="392" y="732"/>
                </a:lnTo>
                <a:lnTo>
                  <a:pt x="391" y="733"/>
                </a:lnTo>
                <a:lnTo>
                  <a:pt x="391" y="734"/>
                </a:lnTo>
                <a:lnTo>
                  <a:pt x="390" y="734"/>
                </a:lnTo>
                <a:lnTo>
                  <a:pt x="389" y="734"/>
                </a:lnTo>
                <a:lnTo>
                  <a:pt x="388" y="736"/>
                </a:lnTo>
                <a:lnTo>
                  <a:pt x="388" y="737"/>
                </a:lnTo>
                <a:lnTo>
                  <a:pt x="387" y="737"/>
                </a:lnTo>
                <a:lnTo>
                  <a:pt x="386" y="737"/>
                </a:lnTo>
                <a:lnTo>
                  <a:pt x="386" y="738"/>
                </a:lnTo>
                <a:lnTo>
                  <a:pt x="385" y="738"/>
                </a:lnTo>
                <a:lnTo>
                  <a:pt x="384" y="738"/>
                </a:lnTo>
                <a:lnTo>
                  <a:pt x="383" y="739"/>
                </a:lnTo>
                <a:lnTo>
                  <a:pt x="383" y="740"/>
                </a:lnTo>
                <a:lnTo>
                  <a:pt x="382" y="740"/>
                </a:lnTo>
                <a:lnTo>
                  <a:pt x="381" y="741"/>
                </a:lnTo>
                <a:lnTo>
                  <a:pt x="381" y="742"/>
                </a:lnTo>
                <a:lnTo>
                  <a:pt x="380" y="742"/>
                </a:lnTo>
                <a:lnTo>
                  <a:pt x="379" y="742"/>
                </a:lnTo>
                <a:lnTo>
                  <a:pt x="379" y="741"/>
                </a:lnTo>
                <a:lnTo>
                  <a:pt x="378" y="741"/>
                </a:lnTo>
                <a:lnTo>
                  <a:pt x="378" y="740"/>
                </a:lnTo>
                <a:lnTo>
                  <a:pt x="377" y="741"/>
                </a:lnTo>
                <a:lnTo>
                  <a:pt x="378" y="741"/>
                </a:lnTo>
                <a:lnTo>
                  <a:pt x="378" y="742"/>
                </a:lnTo>
                <a:lnTo>
                  <a:pt x="376" y="742"/>
                </a:lnTo>
                <a:lnTo>
                  <a:pt x="375" y="741"/>
                </a:lnTo>
                <a:lnTo>
                  <a:pt x="374" y="741"/>
                </a:lnTo>
                <a:lnTo>
                  <a:pt x="374" y="740"/>
                </a:lnTo>
                <a:lnTo>
                  <a:pt x="373" y="740"/>
                </a:lnTo>
                <a:lnTo>
                  <a:pt x="372" y="740"/>
                </a:lnTo>
                <a:lnTo>
                  <a:pt x="371" y="740"/>
                </a:lnTo>
                <a:lnTo>
                  <a:pt x="371" y="739"/>
                </a:lnTo>
                <a:lnTo>
                  <a:pt x="370" y="739"/>
                </a:lnTo>
                <a:lnTo>
                  <a:pt x="370" y="738"/>
                </a:lnTo>
                <a:lnTo>
                  <a:pt x="369" y="738"/>
                </a:lnTo>
                <a:lnTo>
                  <a:pt x="369" y="739"/>
                </a:lnTo>
                <a:lnTo>
                  <a:pt x="369" y="740"/>
                </a:lnTo>
                <a:lnTo>
                  <a:pt x="368" y="740"/>
                </a:lnTo>
                <a:lnTo>
                  <a:pt x="368" y="741"/>
                </a:lnTo>
                <a:lnTo>
                  <a:pt x="368" y="742"/>
                </a:lnTo>
                <a:lnTo>
                  <a:pt x="367" y="742"/>
                </a:lnTo>
                <a:lnTo>
                  <a:pt x="367" y="743"/>
                </a:lnTo>
                <a:lnTo>
                  <a:pt x="367" y="744"/>
                </a:lnTo>
                <a:lnTo>
                  <a:pt x="367" y="746"/>
                </a:lnTo>
                <a:lnTo>
                  <a:pt x="367" y="747"/>
                </a:lnTo>
                <a:lnTo>
                  <a:pt x="367" y="748"/>
                </a:lnTo>
                <a:lnTo>
                  <a:pt x="366" y="749"/>
                </a:lnTo>
                <a:lnTo>
                  <a:pt x="365" y="749"/>
                </a:lnTo>
                <a:lnTo>
                  <a:pt x="364" y="749"/>
                </a:lnTo>
                <a:lnTo>
                  <a:pt x="363" y="749"/>
                </a:lnTo>
                <a:lnTo>
                  <a:pt x="362" y="749"/>
                </a:lnTo>
                <a:lnTo>
                  <a:pt x="361" y="749"/>
                </a:lnTo>
                <a:lnTo>
                  <a:pt x="361" y="750"/>
                </a:lnTo>
                <a:lnTo>
                  <a:pt x="361" y="751"/>
                </a:lnTo>
                <a:lnTo>
                  <a:pt x="360" y="751"/>
                </a:lnTo>
                <a:lnTo>
                  <a:pt x="359" y="751"/>
                </a:lnTo>
                <a:lnTo>
                  <a:pt x="358" y="752"/>
                </a:lnTo>
                <a:lnTo>
                  <a:pt x="357" y="753"/>
                </a:lnTo>
                <a:lnTo>
                  <a:pt x="356" y="754"/>
                </a:lnTo>
                <a:lnTo>
                  <a:pt x="355" y="754"/>
                </a:lnTo>
                <a:lnTo>
                  <a:pt x="355" y="755"/>
                </a:lnTo>
                <a:lnTo>
                  <a:pt x="354" y="755"/>
                </a:lnTo>
                <a:lnTo>
                  <a:pt x="354" y="756"/>
                </a:lnTo>
                <a:lnTo>
                  <a:pt x="353" y="755"/>
                </a:lnTo>
                <a:lnTo>
                  <a:pt x="352" y="755"/>
                </a:lnTo>
                <a:lnTo>
                  <a:pt x="351" y="755"/>
                </a:lnTo>
                <a:lnTo>
                  <a:pt x="350" y="754"/>
                </a:lnTo>
                <a:lnTo>
                  <a:pt x="350" y="753"/>
                </a:lnTo>
                <a:lnTo>
                  <a:pt x="350" y="752"/>
                </a:lnTo>
                <a:lnTo>
                  <a:pt x="351" y="752"/>
                </a:lnTo>
                <a:lnTo>
                  <a:pt x="350" y="752"/>
                </a:lnTo>
                <a:lnTo>
                  <a:pt x="350" y="751"/>
                </a:lnTo>
                <a:lnTo>
                  <a:pt x="349" y="750"/>
                </a:lnTo>
                <a:lnTo>
                  <a:pt x="349" y="749"/>
                </a:lnTo>
                <a:lnTo>
                  <a:pt x="347" y="749"/>
                </a:lnTo>
                <a:lnTo>
                  <a:pt x="346" y="749"/>
                </a:lnTo>
                <a:lnTo>
                  <a:pt x="345" y="748"/>
                </a:lnTo>
                <a:lnTo>
                  <a:pt x="344" y="749"/>
                </a:lnTo>
                <a:lnTo>
                  <a:pt x="343" y="750"/>
                </a:lnTo>
                <a:lnTo>
                  <a:pt x="342" y="750"/>
                </a:lnTo>
                <a:lnTo>
                  <a:pt x="341" y="750"/>
                </a:lnTo>
                <a:lnTo>
                  <a:pt x="341" y="749"/>
                </a:lnTo>
                <a:lnTo>
                  <a:pt x="340" y="749"/>
                </a:lnTo>
                <a:lnTo>
                  <a:pt x="340" y="748"/>
                </a:lnTo>
                <a:lnTo>
                  <a:pt x="339" y="748"/>
                </a:lnTo>
                <a:lnTo>
                  <a:pt x="339" y="747"/>
                </a:lnTo>
                <a:lnTo>
                  <a:pt x="339" y="746"/>
                </a:lnTo>
                <a:lnTo>
                  <a:pt x="339" y="745"/>
                </a:lnTo>
                <a:lnTo>
                  <a:pt x="339" y="744"/>
                </a:lnTo>
                <a:lnTo>
                  <a:pt x="338" y="744"/>
                </a:lnTo>
                <a:lnTo>
                  <a:pt x="338" y="743"/>
                </a:lnTo>
                <a:lnTo>
                  <a:pt x="338" y="742"/>
                </a:lnTo>
                <a:lnTo>
                  <a:pt x="337" y="742"/>
                </a:lnTo>
                <a:lnTo>
                  <a:pt x="337" y="741"/>
                </a:lnTo>
                <a:lnTo>
                  <a:pt x="336" y="740"/>
                </a:lnTo>
                <a:lnTo>
                  <a:pt x="335" y="739"/>
                </a:lnTo>
                <a:lnTo>
                  <a:pt x="334" y="740"/>
                </a:lnTo>
                <a:lnTo>
                  <a:pt x="334" y="739"/>
                </a:lnTo>
                <a:lnTo>
                  <a:pt x="332" y="739"/>
                </a:lnTo>
                <a:lnTo>
                  <a:pt x="332" y="738"/>
                </a:lnTo>
                <a:lnTo>
                  <a:pt x="332" y="737"/>
                </a:lnTo>
                <a:lnTo>
                  <a:pt x="331" y="736"/>
                </a:lnTo>
                <a:lnTo>
                  <a:pt x="329" y="736"/>
                </a:lnTo>
                <a:lnTo>
                  <a:pt x="328" y="736"/>
                </a:lnTo>
                <a:lnTo>
                  <a:pt x="327" y="736"/>
                </a:lnTo>
                <a:lnTo>
                  <a:pt x="327" y="735"/>
                </a:lnTo>
                <a:lnTo>
                  <a:pt x="327" y="734"/>
                </a:lnTo>
                <a:lnTo>
                  <a:pt x="326" y="734"/>
                </a:lnTo>
                <a:lnTo>
                  <a:pt x="326" y="733"/>
                </a:lnTo>
                <a:lnTo>
                  <a:pt x="325" y="733"/>
                </a:lnTo>
                <a:lnTo>
                  <a:pt x="324" y="733"/>
                </a:lnTo>
                <a:lnTo>
                  <a:pt x="324" y="732"/>
                </a:lnTo>
                <a:lnTo>
                  <a:pt x="322" y="731"/>
                </a:lnTo>
                <a:lnTo>
                  <a:pt x="321" y="731"/>
                </a:lnTo>
                <a:lnTo>
                  <a:pt x="320" y="731"/>
                </a:lnTo>
                <a:lnTo>
                  <a:pt x="319" y="731"/>
                </a:lnTo>
                <a:lnTo>
                  <a:pt x="318" y="732"/>
                </a:lnTo>
                <a:lnTo>
                  <a:pt x="317" y="733"/>
                </a:lnTo>
                <a:lnTo>
                  <a:pt x="316" y="733"/>
                </a:lnTo>
                <a:lnTo>
                  <a:pt x="316" y="732"/>
                </a:lnTo>
                <a:lnTo>
                  <a:pt x="315" y="732"/>
                </a:lnTo>
                <a:lnTo>
                  <a:pt x="315" y="731"/>
                </a:lnTo>
                <a:lnTo>
                  <a:pt x="314" y="731"/>
                </a:lnTo>
                <a:lnTo>
                  <a:pt x="314" y="730"/>
                </a:lnTo>
                <a:lnTo>
                  <a:pt x="313" y="730"/>
                </a:lnTo>
                <a:lnTo>
                  <a:pt x="313" y="729"/>
                </a:lnTo>
                <a:lnTo>
                  <a:pt x="312" y="728"/>
                </a:lnTo>
                <a:lnTo>
                  <a:pt x="311" y="728"/>
                </a:lnTo>
                <a:lnTo>
                  <a:pt x="310" y="727"/>
                </a:lnTo>
                <a:lnTo>
                  <a:pt x="310" y="726"/>
                </a:lnTo>
                <a:lnTo>
                  <a:pt x="309" y="726"/>
                </a:lnTo>
                <a:lnTo>
                  <a:pt x="308" y="726"/>
                </a:lnTo>
                <a:lnTo>
                  <a:pt x="308" y="727"/>
                </a:lnTo>
                <a:lnTo>
                  <a:pt x="307" y="727"/>
                </a:lnTo>
                <a:lnTo>
                  <a:pt x="307" y="726"/>
                </a:lnTo>
                <a:lnTo>
                  <a:pt x="306" y="726"/>
                </a:lnTo>
                <a:lnTo>
                  <a:pt x="305" y="726"/>
                </a:lnTo>
                <a:lnTo>
                  <a:pt x="304" y="726"/>
                </a:lnTo>
                <a:lnTo>
                  <a:pt x="303" y="726"/>
                </a:lnTo>
                <a:lnTo>
                  <a:pt x="301" y="726"/>
                </a:lnTo>
                <a:lnTo>
                  <a:pt x="300" y="726"/>
                </a:lnTo>
                <a:lnTo>
                  <a:pt x="299" y="726"/>
                </a:lnTo>
                <a:lnTo>
                  <a:pt x="298" y="726"/>
                </a:lnTo>
                <a:lnTo>
                  <a:pt x="298" y="727"/>
                </a:lnTo>
                <a:lnTo>
                  <a:pt x="297" y="727"/>
                </a:lnTo>
                <a:lnTo>
                  <a:pt x="296" y="727"/>
                </a:lnTo>
                <a:lnTo>
                  <a:pt x="296" y="728"/>
                </a:lnTo>
                <a:lnTo>
                  <a:pt x="295" y="728"/>
                </a:lnTo>
                <a:lnTo>
                  <a:pt x="294" y="728"/>
                </a:lnTo>
                <a:lnTo>
                  <a:pt x="293" y="728"/>
                </a:lnTo>
                <a:lnTo>
                  <a:pt x="293" y="729"/>
                </a:lnTo>
                <a:lnTo>
                  <a:pt x="292" y="729"/>
                </a:lnTo>
                <a:lnTo>
                  <a:pt x="291" y="729"/>
                </a:lnTo>
                <a:lnTo>
                  <a:pt x="291" y="730"/>
                </a:lnTo>
                <a:lnTo>
                  <a:pt x="290" y="730"/>
                </a:lnTo>
                <a:lnTo>
                  <a:pt x="289" y="730"/>
                </a:lnTo>
                <a:lnTo>
                  <a:pt x="288" y="730"/>
                </a:lnTo>
                <a:lnTo>
                  <a:pt x="287" y="730"/>
                </a:lnTo>
                <a:lnTo>
                  <a:pt x="286" y="730"/>
                </a:lnTo>
                <a:lnTo>
                  <a:pt x="286" y="731"/>
                </a:lnTo>
                <a:lnTo>
                  <a:pt x="285" y="731"/>
                </a:lnTo>
                <a:lnTo>
                  <a:pt x="284" y="731"/>
                </a:lnTo>
                <a:lnTo>
                  <a:pt x="283" y="731"/>
                </a:lnTo>
                <a:lnTo>
                  <a:pt x="283" y="730"/>
                </a:lnTo>
                <a:lnTo>
                  <a:pt x="282" y="730"/>
                </a:lnTo>
                <a:lnTo>
                  <a:pt x="282" y="729"/>
                </a:lnTo>
                <a:lnTo>
                  <a:pt x="281" y="729"/>
                </a:lnTo>
                <a:lnTo>
                  <a:pt x="280" y="730"/>
                </a:lnTo>
                <a:lnTo>
                  <a:pt x="279" y="730"/>
                </a:lnTo>
                <a:lnTo>
                  <a:pt x="278" y="730"/>
                </a:lnTo>
                <a:lnTo>
                  <a:pt x="278" y="729"/>
                </a:lnTo>
                <a:lnTo>
                  <a:pt x="277" y="730"/>
                </a:lnTo>
                <a:lnTo>
                  <a:pt x="277" y="731"/>
                </a:lnTo>
                <a:lnTo>
                  <a:pt x="277" y="730"/>
                </a:lnTo>
                <a:lnTo>
                  <a:pt x="276" y="730"/>
                </a:lnTo>
                <a:lnTo>
                  <a:pt x="275" y="730"/>
                </a:lnTo>
                <a:lnTo>
                  <a:pt x="274" y="730"/>
                </a:lnTo>
                <a:lnTo>
                  <a:pt x="274" y="731"/>
                </a:lnTo>
                <a:lnTo>
                  <a:pt x="273" y="731"/>
                </a:lnTo>
                <a:lnTo>
                  <a:pt x="272" y="732"/>
                </a:lnTo>
                <a:lnTo>
                  <a:pt x="271" y="733"/>
                </a:lnTo>
                <a:lnTo>
                  <a:pt x="270" y="733"/>
                </a:lnTo>
                <a:lnTo>
                  <a:pt x="270" y="732"/>
                </a:lnTo>
                <a:lnTo>
                  <a:pt x="269" y="732"/>
                </a:lnTo>
                <a:lnTo>
                  <a:pt x="268" y="732"/>
                </a:lnTo>
                <a:lnTo>
                  <a:pt x="268" y="733"/>
                </a:lnTo>
                <a:lnTo>
                  <a:pt x="268" y="732"/>
                </a:lnTo>
                <a:lnTo>
                  <a:pt x="267" y="732"/>
                </a:lnTo>
                <a:lnTo>
                  <a:pt x="267" y="731"/>
                </a:lnTo>
                <a:lnTo>
                  <a:pt x="266" y="730"/>
                </a:lnTo>
                <a:lnTo>
                  <a:pt x="265" y="730"/>
                </a:lnTo>
                <a:lnTo>
                  <a:pt x="264" y="730"/>
                </a:lnTo>
                <a:lnTo>
                  <a:pt x="263" y="731"/>
                </a:lnTo>
                <a:lnTo>
                  <a:pt x="262" y="731"/>
                </a:lnTo>
                <a:lnTo>
                  <a:pt x="261" y="732"/>
                </a:lnTo>
                <a:lnTo>
                  <a:pt x="260" y="732"/>
                </a:lnTo>
                <a:lnTo>
                  <a:pt x="259" y="732"/>
                </a:lnTo>
                <a:lnTo>
                  <a:pt x="259" y="731"/>
                </a:lnTo>
                <a:lnTo>
                  <a:pt x="258" y="732"/>
                </a:lnTo>
                <a:lnTo>
                  <a:pt x="257" y="732"/>
                </a:lnTo>
                <a:lnTo>
                  <a:pt x="256" y="732"/>
                </a:lnTo>
                <a:lnTo>
                  <a:pt x="255" y="732"/>
                </a:lnTo>
                <a:lnTo>
                  <a:pt x="254" y="732"/>
                </a:lnTo>
                <a:lnTo>
                  <a:pt x="253" y="732"/>
                </a:lnTo>
                <a:lnTo>
                  <a:pt x="253" y="733"/>
                </a:lnTo>
                <a:lnTo>
                  <a:pt x="253" y="734"/>
                </a:lnTo>
                <a:lnTo>
                  <a:pt x="252" y="734"/>
                </a:lnTo>
                <a:lnTo>
                  <a:pt x="251" y="734"/>
                </a:lnTo>
                <a:lnTo>
                  <a:pt x="250" y="735"/>
                </a:lnTo>
                <a:lnTo>
                  <a:pt x="249" y="735"/>
                </a:lnTo>
                <a:lnTo>
                  <a:pt x="248" y="735"/>
                </a:lnTo>
                <a:lnTo>
                  <a:pt x="248" y="736"/>
                </a:lnTo>
                <a:lnTo>
                  <a:pt x="248" y="737"/>
                </a:lnTo>
                <a:lnTo>
                  <a:pt x="247" y="737"/>
                </a:lnTo>
                <a:lnTo>
                  <a:pt x="246" y="738"/>
                </a:lnTo>
                <a:lnTo>
                  <a:pt x="245" y="739"/>
                </a:lnTo>
                <a:lnTo>
                  <a:pt x="244" y="739"/>
                </a:lnTo>
                <a:lnTo>
                  <a:pt x="244" y="740"/>
                </a:lnTo>
                <a:lnTo>
                  <a:pt x="245" y="741"/>
                </a:lnTo>
                <a:lnTo>
                  <a:pt x="246" y="741"/>
                </a:lnTo>
                <a:lnTo>
                  <a:pt x="247" y="741"/>
                </a:lnTo>
                <a:lnTo>
                  <a:pt x="247" y="742"/>
                </a:lnTo>
                <a:lnTo>
                  <a:pt x="248" y="742"/>
                </a:lnTo>
                <a:lnTo>
                  <a:pt x="247" y="742"/>
                </a:lnTo>
                <a:lnTo>
                  <a:pt x="247" y="743"/>
                </a:lnTo>
                <a:lnTo>
                  <a:pt x="246" y="743"/>
                </a:lnTo>
                <a:lnTo>
                  <a:pt x="246" y="744"/>
                </a:lnTo>
                <a:lnTo>
                  <a:pt x="246" y="745"/>
                </a:lnTo>
                <a:lnTo>
                  <a:pt x="245" y="745"/>
                </a:lnTo>
                <a:lnTo>
                  <a:pt x="245" y="746"/>
                </a:lnTo>
                <a:lnTo>
                  <a:pt x="246" y="746"/>
                </a:lnTo>
                <a:lnTo>
                  <a:pt x="246" y="747"/>
                </a:lnTo>
                <a:lnTo>
                  <a:pt x="247" y="748"/>
                </a:lnTo>
                <a:lnTo>
                  <a:pt x="247" y="749"/>
                </a:lnTo>
                <a:lnTo>
                  <a:pt x="246" y="749"/>
                </a:lnTo>
                <a:lnTo>
                  <a:pt x="245" y="750"/>
                </a:lnTo>
                <a:lnTo>
                  <a:pt x="244" y="750"/>
                </a:lnTo>
                <a:lnTo>
                  <a:pt x="244" y="751"/>
                </a:lnTo>
                <a:lnTo>
                  <a:pt x="243" y="751"/>
                </a:lnTo>
                <a:lnTo>
                  <a:pt x="243" y="752"/>
                </a:lnTo>
                <a:lnTo>
                  <a:pt x="241" y="752"/>
                </a:lnTo>
                <a:lnTo>
                  <a:pt x="241" y="753"/>
                </a:lnTo>
                <a:lnTo>
                  <a:pt x="241" y="752"/>
                </a:lnTo>
                <a:lnTo>
                  <a:pt x="241" y="753"/>
                </a:lnTo>
                <a:lnTo>
                  <a:pt x="240" y="753"/>
                </a:lnTo>
                <a:lnTo>
                  <a:pt x="239" y="753"/>
                </a:lnTo>
                <a:lnTo>
                  <a:pt x="238" y="753"/>
                </a:lnTo>
                <a:lnTo>
                  <a:pt x="238" y="755"/>
                </a:lnTo>
                <a:lnTo>
                  <a:pt x="238" y="756"/>
                </a:lnTo>
                <a:lnTo>
                  <a:pt x="239" y="756"/>
                </a:lnTo>
                <a:lnTo>
                  <a:pt x="239" y="757"/>
                </a:lnTo>
                <a:lnTo>
                  <a:pt x="238" y="757"/>
                </a:lnTo>
                <a:lnTo>
                  <a:pt x="238" y="758"/>
                </a:lnTo>
                <a:lnTo>
                  <a:pt x="238" y="759"/>
                </a:lnTo>
                <a:lnTo>
                  <a:pt x="237" y="760"/>
                </a:lnTo>
                <a:lnTo>
                  <a:pt x="237" y="761"/>
                </a:lnTo>
                <a:lnTo>
                  <a:pt x="236" y="761"/>
                </a:lnTo>
                <a:lnTo>
                  <a:pt x="236" y="762"/>
                </a:lnTo>
                <a:lnTo>
                  <a:pt x="236" y="761"/>
                </a:lnTo>
                <a:lnTo>
                  <a:pt x="237" y="761"/>
                </a:lnTo>
                <a:lnTo>
                  <a:pt x="237" y="762"/>
                </a:lnTo>
                <a:lnTo>
                  <a:pt x="238" y="763"/>
                </a:lnTo>
                <a:lnTo>
                  <a:pt x="238" y="764"/>
                </a:lnTo>
                <a:lnTo>
                  <a:pt x="239" y="764"/>
                </a:lnTo>
                <a:lnTo>
                  <a:pt x="239" y="765"/>
                </a:lnTo>
                <a:lnTo>
                  <a:pt x="238" y="766"/>
                </a:lnTo>
                <a:lnTo>
                  <a:pt x="238" y="767"/>
                </a:lnTo>
                <a:lnTo>
                  <a:pt x="237" y="767"/>
                </a:lnTo>
                <a:lnTo>
                  <a:pt x="236" y="767"/>
                </a:lnTo>
                <a:lnTo>
                  <a:pt x="235" y="767"/>
                </a:lnTo>
                <a:lnTo>
                  <a:pt x="234" y="767"/>
                </a:lnTo>
                <a:lnTo>
                  <a:pt x="234" y="768"/>
                </a:lnTo>
                <a:lnTo>
                  <a:pt x="233" y="768"/>
                </a:lnTo>
                <a:lnTo>
                  <a:pt x="232" y="768"/>
                </a:lnTo>
                <a:lnTo>
                  <a:pt x="232" y="767"/>
                </a:lnTo>
                <a:lnTo>
                  <a:pt x="231" y="768"/>
                </a:lnTo>
                <a:lnTo>
                  <a:pt x="231" y="769"/>
                </a:lnTo>
                <a:lnTo>
                  <a:pt x="230" y="769"/>
                </a:lnTo>
                <a:lnTo>
                  <a:pt x="229" y="769"/>
                </a:lnTo>
                <a:lnTo>
                  <a:pt x="229" y="768"/>
                </a:lnTo>
                <a:lnTo>
                  <a:pt x="228" y="768"/>
                </a:lnTo>
                <a:lnTo>
                  <a:pt x="228" y="767"/>
                </a:lnTo>
                <a:lnTo>
                  <a:pt x="228" y="766"/>
                </a:lnTo>
                <a:lnTo>
                  <a:pt x="228" y="765"/>
                </a:lnTo>
                <a:lnTo>
                  <a:pt x="228" y="764"/>
                </a:lnTo>
                <a:lnTo>
                  <a:pt x="227" y="764"/>
                </a:lnTo>
                <a:lnTo>
                  <a:pt x="226" y="764"/>
                </a:lnTo>
                <a:lnTo>
                  <a:pt x="225" y="764"/>
                </a:lnTo>
                <a:lnTo>
                  <a:pt x="224" y="764"/>
                </a:lnTo>
                <a:lnTo>
                  <a:pt x="223" y="764"/>
                </a:lnTo>
                <a:lnTo>
                  <a:pt x="223" y="763"/>
                </a:lnTo>
                <a:lnTo>
                  <a:pt x="222" y="763"/>
                </a:lnTo>
                <a:lnTo>
                  <a:pt x="221" y="763"/>
                </a:lnTo>
                <a:lnTo>
                  <a:pt x="221" y="762"/>
                </a:lnTo>
                <a:lnTo>
                  <a:pt x="220" y="762"/>
                </a:lnTo>
                <a:lnTo>
                  <a:pt x="219" y="762"/>
                </a:lnTo>
                <a:lnTo>
                  <a:pt x="219" y="763"/>
                </a:lnTo>
                <a:lnTo>
                  <a:pt x="218" y="763"/>
                </a:lnTo>
                <a:lnTo>
                  <a:pt x="218" y="762"/>
                </a:lnTo>
                <a:lnTo>
                  <a:pt x="218" y="763"/>
                </a:lnTo>
                <a:lnTo>
                  <a:pt x="217" y="763"/>
                </a:lnTo>
                <a:lnTo>
                  <a:pt x="216" y="763"/>
                </a:lnTo>
                <a:lnTo>
                  <a:pt x="215" y="763"/>
                </a:lnTo>
                <a:lnTo>
                  <a:pt x="214" y="763"/>
                </a:lnTo>
                <a:lnTo>
                  <a:pt x="214" y="764"/>
                </a:lnTo>
                <a:lnTo>
                  <a:pt x="214" y="765"/>
                </a:lnTo>
                <a:lnTo>
                  <a:pt x="213" y="765"/>
                </a:lnTo>
                <a:lnTo>
                  <a:pt x="213" y="766"/>
                </a:lnTo>
                <a:lnTo>
                  <a:pt x="213" y="767"/>
                </a:lnTo>
                <a:lnTo>
                  <a:pt x="212" y="767"/>
                </a:lnTo>
                <a:lnTo>
                  <a:pt x="211" y="767"/>
                </a:lnTo>
                <a:lnTo>
                  <a:pt x="210" y="767"/>
                </a:lnTo>
                <a:lnTo>
                  <a:pt x="209" y="767"/>
                </a:lnTo>
                <a:lnTo>
                  <a:pt x="208" y="767"/>
                </a:lnTo>
                <a:lnTo>
                  <a:pt x="207" y="767"/>
                </a:lnTo>
                <a:lnTo>
                  <a:pt x="206" y="767"/>
                </a:lnTo>
                <a:lnTo>
                  <a:pt x="206" y="766"/>
                </a:lnTo>
                <a:lnTo>
                  <a:pt x="207" y="766"/>
                </a:lnTo>
                <a:lnTo>
                  <a:pt x="207" y="765"/>
                </a:lnTo>
                <a:lnTo>
                  <a:pt x="206" y="765"/>
                </a:lnTo>
                <a:lnTo>
                  <a:pt x="206" y="764"/>
                </a:lnTo>
                <a:lnTo>
                  <a:pt x="206" y="765"/>
                </a:lnTo>
                <a:lnTo>
                  <a:pt x="205" y="765"/>
                </a:lnTo>
                <a:lnTo>
                  <a:pt x="204" y="765"/>
                </a:lnTo>
                <a:lnTo>
                  <a:pt x="204" y="764"/>
                </a:lnTo>
                <a:lnTo>
                  <a:pt x="204" y="765"/>
                </a:lnTo>
                <a:lnTo>
                  <a:pt x="203" y="765"/>
                </a:lnTo>
                <a:lnTo>
                  <a:pt x="203" y="766"/>
                </a:lnTo>
                <a:lnTo>
                  <a:pt x="204" y="767"/>
                </a:lnTo>
                <a:lnTo>
                  <a:pt x="205" y="767"/>
                </a:lnTo>
                <a:lnTo>
                  <a:pt x="205" y="768"/>
                </a:lnTo>
                <a:lnTo>
                  <a:pt x="204" y="769"/>
                </a:lnTo>
                <a:lnTo>
                  <a:pt x="204" y="770"/>
                </a:lnTo>
                <a:lnTo>
                  <a:pt x="203" y="770"/>
                </a:lnTo>
                <a:lnTo>
                  <a:pt x="202" y="770"/>
                </a:lnTo>
                <a:lnTo>
                  <a:pt x="202" y="769"/>
                </a:lnTo>
                <a:lnTo>
                  <a:pt x="201" y="769"/>
                </a:lnTo>
                <a:lnTo>
                  <a:pt x="200" y="769"/>
                </a:lnTo>
                <a:lnTo>
                  <a:pt x="200" y="770"/>
                </a:lnTo>
                <a:lnTo>
                  <a:pt x="200" y="771"/>
                </a:lnTo>
                <a:lnTo>
                  <a:pt x="201" y="771"/>
                </a:lnTo>
                <a:lnTo>
                  <a:pt x="202" y="771"/>
                </a:lnTo>
                <a:lnTo>
                  <a:pt x="202" y="772"/>
                </a:lnTo>
                <a:lnTo>
                  <a:pt x="202" y="773"/>
                </a:lnTo>
                <a:lnTo>
                  <a:pt x="202" y="774"/>
                </a:lnTo>
                <a:lnTo>
                  <a:pt x="201" y="775"/>
                </a:lnTo>
                <a:lnTo>
                  <a:pt x="201" y="776"/>
                </a:lnTo>
                <a:lnTo>
                  <a:pt x="201" y="777"/>
                </a:lnTo>
                <a:lnTo>
                  <a:pt x="200" y="777"/>
                </a:lnTo>
                <a:lnTo>
                  <a:pt x="200" y="778"/>
                </a:lnTo>
                <a:lnTo>
                  <a:pt x="200" y="779"/>
                </a:lnTo>
                <a:lnTo>
                  <a:pt x="200" y="780"/>
                </a:lnTo>
                <a:lnTo>
                  <a:pt x="199" y="780"/>
                </a:lnTo>
                <a:lnTo>
                  <a:pt x="198" y="780"/>
                </a:lnTo>
                <a:lnTo>
                  <a:pt x="197" y="780"/>
                </a:lnTo>
                <a:lnTo>
                  <a:pt x="197" y="779"/>
                </a:lnTo>
                <a:lnTo>
                  <a:pt x="196" y="779"/>
                </a:lnTo>
                <a:lnTo>
                  <a:pt x="196" y="778"/>
                </a:lnTo>
                <a:lnTo>
                  <a:pt x="195" y="779"/>
                </a:lnTo>
                <a:lnTo>
                  <a:pt x="195" y="780"/>
                </a:lnTo>
                <a:lnTo>
                  <a:pt x="194" y="780"/>
                </a:lnTo>
                <a:lnTo>
                  <a:pt x="194" y="782"/>
                </a:lnTo>
                <a:lnTo>
                  <a:pt x="194" y="783"/>
                </a:lnTo>
                <a:lnTo>
                  <a:pt x="194" y="784"/>
                </a:lnTo>
                <a:lnTo>
                  <a:pt x="194" y="785"/>
                </a:lnTo>
                <a:lnTo>
                  <a:pt x="195" y="786"/>
                </a:lnTo>
                <a:lnTo>
                  <a:pt x="195" y="787"/>
                </a:lnTo>
                <a:lnTo>
                  <a:pt x="196" y="787"/>
                </a:lnTo>
                <a:lnTo>
                  <a:pt x="196" y="788"/>
                </a:lnTo>
                <a:lnTo>
                  <a:pt x="195" y="788"/>
                </a:lnTo>
                <a:lnTo>
                  <a:pt x="194" y="788"/>
                </a:lnTo>
                <a:lnTo>
                  <a:pt x="194" y="787"/>
                </a:lnTo>
                <a:lnTo>
                  <a:pt x="193" y="787"/>
                </a:lnTo>
                <a:lnTo>
                  <a:pt x="192" y="787"/>
                </a:lnTo>
                <a:lnTo>
                  <a:pt x="192" y="785"/>
                </a:lnTo>
                <a:lnTo>
                  <a:pt x="191" y="785"/>
                </a:lnTo>
                <a:lnTo>
                  <a:pt x="190" y="785"/>
                </a:lnTo>
                <a:lnTo>
                  <a:pt x="189" y="785"/>
                </a:lnTo>
                <a:lnTo>
                  <a:pt x="189" y="786"/>
                </a:lnTo>
                <a:lnTo>
                  <a:pt x="189" y="787"/>
                </a:lnTo>
                <a:lnTo>
                  <a:pt x="190" y="787"/>
                </a:lnTo>
                <a:lnTo>
                  <a:pt x="190" y="788"/>
                </a:lnTo>
                <a:lnTo>
                  <a:pt x="190" y="789"/>
                </a:lnTo>
                <a:lnTo>
                  <a:pt x="190" y="790"/>
                </a:lnTo>
                <a:lnTo>
                  <a:pt x="190" y="791"/>
                </a:lnTo>
                <a:lnTo>
                  <a:pt x="191" y="791"/>
                </a:lnTo>
                <a:lnTo>
                  <a:pt x="191" y="792"/>
                </a:lnTo>
                <a:lnTo>
                  <a:pt x="191" y="793"/>
                </a:lnTo>
                <a:lnTo>
                  <a:pt x="190" y="793"/>
                </a:lnTo>
                <a:lnTo>
                  <a:pt x="189" y="793"/>
                </a:lnTo>
                <a:lnTo>
                  <a:pt x="188" y="792"/>
                </a:lnTo>
                <a:lnTo>
                  <a:pt x="187" y="792"/>
                </a:lnTo>
                <a:lnTo>
                  <a:pt x="186" y="793"/>
                </a:lnTo>
                <a:lnTo>
                  <a:pt x="186" y="794"/>
                </a:lnTo>
                <a:lnTo>
                  <a:pt x="187" y="794"/>
                </a:lnTo>
                <a:lnTo>
                  <a:pt x="187" y="796"/>
                </a:lnTo>
                <a:lnTo>
                  <a:pt x="186" y="796"/>
                </a:lnTo>
                <a:lnTo>
                  <a:pt x="186" y="797"/>
                </a:lnTo>
                <a:lnTo>
                  <a:pt x="186" y="798"/>
                </a:lnTo>
                <a:lnTo>
                  <a:pt x="186" y="799"/>
                </a:lnTo>
                <a:lnTo>
                  <a:pt x="186" y="800"/>
                </a:lnTo>
                <a:lnTo>
                  <a:pt x="187" y="800"/>
                </a:lnTo>
                <a:lnTo>
                  <a:pt x="188" y="801"/>
                </a:lnTo>
                <a:lnTo>
                  <a:pt x="188" y="802"/>
                </a:lnTo>
                <a:lnTo>
                  <a:pt x="187" y="802"/>
                </a:lnTo>
                <a:lnTo>
                  <a:pt x="186" y="802"/>
                </a:lnTo>
                <a:lnTo>
                  <a:pt x="185" y="802"/>
                </a:lnTo>
                <a:lnTo>
                  <a:pt x="185" y="803"/>
                </a:lnTo>
                <a:lnTo>
                  <a:pt x="186" y="803"/>
                </a:lnTo>
                <a:lnTo>
                  <a:pt x="186" y="805"/>
                </a:lnTo>
                <a:lnTo>
                  <a:pt x="185" y="804"/>
                </a:lnTo>
                <a:lnTo>
                  <a:pt x="184" y="804"/>
                </a:lnTo>
                <a:lnTo>
                  <a:pt x="183" y="804"/>
                </a:lnTo>
                <a:lnTo>
                  <a:pt x="183" y="805"/>
                </a:lnTo>
                <a:lnTo>
                  <a:pt x="182" y="806"/>
                </a:lnTo>
                <a:lnTo>
                  <a:pt x="181" y="807"/>
                </a:lnTo>
                <a:lnTo>
                  <a:pt x="180" y="807"/>
                </a:lnTo>
                <a:lnTo>
                  <a:pt x="180" y="808"/>
                </a:lnTo>
                <a:lnTo>
                  <a:pt x="180" y="809"/>
                </a:lnTo>
                <a:lnTo>
                  <a:pt x="179" y="810"/>
                </a:lnTo>
                <a:lnTo>
                  <a:pt x="180" y="810"/>
                </a:lnTo>
                <a:lnTo>
                  <a:pt x="181" y="811"/>
                </a:lnTo>
                <a:lnTo>
                  <a:pt x="182" y="812"/>
                </a:lnTo>
                <a:lnTo>
                  <a:pt x="182" y="813"/>
                </a:lnTo>
                <a:lnTo>
                  <a:pt x="183" y="813"/>
                </a:lnTo>
                <a:lnTo>
                  <a:pt x="183" y="814"/>
                </a:lnTo>
                <a:lnTo>
                  <a:pt x="182" y="815"/>
                </a:lnTo>
                <a:lnTo>
                  <a:pt x="182" y="816"/>
                </a:lnTo>
                <a:lnTo>
                  <a:pt x="183" y="816"/>
                </a:lnTo>
                <a:lnTo>
                  <a:pt x="184" y="817"/>
                </a:lnTo>
                <a:lnTo>
                  <a:pt x="184" y="818"/>
                </a:lnTo>
                <a:lnTo>
                  <a:pt x="183" y="817"/>
                </a:lnTo>
                <a:lnTo>
                  <a:pt x="182" y="817"/>
                </a:lnTo>
                <a:lnTo>
                  <a:pt x="181" y="817"/>
                </a:lnTo>
                <a:lnTo>
                  <a:pt x="181" y="816"/>
                </a:lnTo>
                <a:lnTo>
                  <a:pt x="180" y="816"/>
                </a:lnTo>
                <a:lnTo>
                  <a:pt x="179" y="816"/>
                </a:lnTo>
                <a:lnTo>
                  <a:pt x="177" y="817"/>
                </a:lnTo>
                <a:lnTo>
                  <a:pt x="176" y="817"/>
                </a:lnTo>
                <a:lnTo>
                  <a:pt x="176" y="818"/>
                </a:lnTo>
                <a:lnTo>
                  <a:pt x="175" y="819"/>
                </a:lnTo>
                <a:lnTo>
                  <a:pt x="175" y="820"/>
                </a:lnTo>
                <a:lnTo>
                  <a:pt x="174" y="820"/>
                </a:lnTo>
                <a:lnTo>
                  <a:pt x="175" y="820"/>
                </a:lnTo>
                <a:lnTo>
                  <a:pt x="175" y="821"/>
                </a:lnTo>
                <a:lnTo>
                  <a:pt x="175" y="822"/>
                </a:lnTo>
                <a:lnTo>
                  <a:pt x="176" y="822"/>
                </a:lnTo>
                <a:lnTo>
                  <a:pt x="176" y="823"/>
                </a:lnTo>
                <a:lnTo>
                  <a:pt x="176" y="824"/>
                </a:lnTo>
                <a:lnTo>
                  <a:pt x="175" y="824"/>
                </a:lnTo>
                <a:lnTo>
                  <a:pt x="175" y="825"/>
                </a:lnTo>
                <a:lnTo>
                  <a:pt x="174" y="825"/>
                </a:lnTo>
                <a:lnTo>
                  <a:pt x="174" y="826"/>
                </a:lnTo>
                <a:lnTo>
                  <a:pt x="174" y="827"/>
                </a:lnTo>
                <a:lnTo>
                  <a:pt x="175" y="827"/>
                </a:lnTo>
                <a:lnTo>
                  <a:pt x="176" y="827"/>
                </a:lnTo>
                <a:lnTo>
                  <a:pt x="176" y="828"/>
                </a:lnTo>
                <a:lnTo>
                  <a:pt x="176" y="829"/>
                </a:lnTo>
                <a:lnTo>
                  <a:pt x="175" y="830"/>
                </a:lnTo>
                <a:lnTo>
                  <a:pt x="175" y="831"/>
                </a:lnTo>
                <a:lnTo>
                  <a:pt x="176" y="831"/>
                </a:lnTo>
                <a:lnTo>
                  <a:pt x="176" y="832"/>
                </a:lnTo>
                <a:lnTo>
                  <a:pt x="177" y="832"/>
                </a:lnTo>
                <a:lnTo>
                  <a:pt x="178" y="832"/>
                </a:lnTo>
                <a:lnTo>
                  <a:pt x="178" y="833"/>
                </a:lnTo>
                <a:lnTo>
                  <a:pt x="179" y="834"/>
                </a:lnTo>
                <a:lnTo>
                  <a:pt x="179" y="835"/>
                </a:lnTo>
                <a:lnTo>
                  <a:pt x="178" y="835"/>
                </a:lnTo>
                <a:lnTo>
                  <a:pt x="178" y="836"/>
                </a:lnTo>
                <a:lnTo>
                  <a:pt x="177" y="837"/>
                </a:lnTo>
                <a:lnTo>
                  <a:pt x="177" y="838"/>
                </a:lnTo>
                <a:lnTo>
                  <a:pt x="176" y="838"/>
                </a:lnTo>
                <a:lnTo>
                  <a:pt x="176" y="839"/>
                </a:lnTo>
                <a:lnTo>
                  <a:pt x="175" y="839"/>
                </a:lnTo>
                <a:lnTo>
                  <a:pt x="175" y="840"/>
                </a:lnTo>
                <a:lnTo>
                  <a:pt x="174" y="840"/>
                </a:lnTo>
                <a:lnTo>
                  <a:pt x="174" y="841"/>
                </a:lnTo>
                <a:lnTo>
                  <a:pt x="173" y="841"/>
                </a:lnTo>
                <a:lnTo>
                  <a:pt x="173" y="842"/>
                </a:lnTo>
                <a:lnTo>
                  <a:pt x="172" y="842"/>
                </a:lnTo>
                <a:lnTo>
                  <a:pt x="172" y="843"/>
                </a:lnTo>
                <a:lnTo>
                  <a:pt x="171" y="843"/>
                </a:lnTo>
                <a:lnTo>
                  <a:pt x="171" y="844"/>
                </a:lnTo>
                <a:lnTo>
                  <a:pt x="170" y="844"/>
                </a:lnTo>
                <a:lnTo>
                  <a:pt x="169" y="845"/>
                </a:lnTo>
                <a:lnTo>
                  <a:pt x="169" y="844"/>
                </a:lnTo>
                <a:lnTo>
                  <a:pt x="168" y="844"/>
                </a:lnTo>
                <a:lnTo>
                  <a:pt x="168" y="845"/>
                </a:lnTo>
                <a:lnTo>
                  <a:pt x="167" y="845"/>
                </a:lnTo>
                <a:lnTo>
                  <a:pt x="166" y="845"/>
                </a:lnTo>
                <a:lnTo>
                  <a:pt x="166" y="846"/>
                </a:lnTo>
                <a:lnTo>
                  <a:pt x="166" y="847"/>
                </a:lnTo>
                <a:lnTo>
                  <a:pt x="166" y="848"/>
                </a:lnTo>
                <a:lnTo>
                  <a:pt x="165" y="848"/>
                </a:lnTo>
                <a:lnTo>
                  <a:pt x="164" y="848"/>
                </a:lnTo>
                <a:lnTo>
                  <a:pt x="163" y="849"/>
                </a:lnTo>
                <a:lnTo>
                  <a:pt x="163" y="850"/>
                </a:lnTo>
                <a:lnTo>
                  <a:pt x="163" y="851"/>
                </a:lnTo>
                <a:lnTo>
                  <a:pt x="164" y="851"/>
                </a:lnTo>
                <a:lnTo>
                  <a:pt x="163" y="851"/>
                </a:lnTo>
                <a:lnTo>
                  <a:pt x="163" y="852"/>
                </a:lnTo>
                <a:lnTo>
                  <a:pt x="164" y="852"/>
                </a:lnTo>
                <a:lnTo>
                  <a:pt x="164" y="853"/>
                </a:lnTo>
                <a:lnTo>
                  <a:pt x="165" y="853"/>
                </a:lnTo>
                <a:lnTo>
                  <a:pt x="165" y="854"/>
                </a:lnTo>
                <a:lnTo>
                  <a:pt x="165" y="855"/>
                </a:lnTo>
                <a:lnTo>
                  <a:pt x="165" y="856"/>
                </a:lnTo>
                <a:lnTo>
                  <a:pt x="165" y="857"/>
                </a:lnTo>
                <a:lnTo>
                  <a:pt x="166" y="857"/>
                </a:lnTo>
                <a:lnTo>
                  <a:pt x="166" y="858"/>
                </a:lnTo>
                <a:lnTo>
                  <a:pt x="165" y="858"/>
                </a:lnTo>
                <a:lnTo>
                  <a:pt x="165" y="859"/>
                </a:lnTo>
                <a:lnTo>
                  <a:pt x="165" y="860"/>
                </a:lnTo>
                <a:lnTo>
                  <a:pt x="164" y="860"/>
                </a:lnTo>
                <a:lnTo>
                  <a:pt x="164" y="861"/>
                </a:lnTo>
                <a:lnTo>
                  <a:pt x="163" y="861"/>
                </a:lnTo>
                <a:lnTo>
                  <a:pt x="163" y="862"/>
                </a:lnTo>
                <a:lnTo>
                  <a:pt x="163" y="863"/>
                </a:lnTo>
                <a:lnTo>
                  <a:pt x="164" y="863"/>
                </a:lnTo>
                <a:lnTo>
                  <a:pt x="164" y="864"/>
                </a:lnTo>
                <a:lnTo>
                  <a:pt x="163" y="864"/>
                </a:lnTo>
                <a:lnTo>
                  <a:pt x="163" y="865"/>
                </a:lnTo>
                <a:lnTo>
                  <a:pt x="164" y="866"/>
                </a:lnTo>
                <a:lnTo>
                  <a:pt x="164" y="867"/>
                </a:lnTo>
                <a:lnTo>
                  <a:pt x="165" y="867"/>
                </a:lnTo>
                <a:lnTo>
                  <a:pt x="166" y="867"/>
                </a:lnTo>
                <a:lnTo>
                  <a:pt x="166" y="868"/>
                </a:lnTo>
                <a:lnTo>
                  <a:pt x="166" y="869"/>
                </a:lnTo>
                <a:lnTo>
                  <a:pt x="166" y="870"/>
                </a:lnTo>
                <a:lnTo>
                  <a:pt x="165" y="870"/>
                </a:lnTo>
                <a:lnTo>
                  <a:pt x="164" y="870"/>
                </a:lnTo>
                <a:lnTo>
                  <a:pt x="163" y="870"/>
                </a:lnTo>
                <a:lnTo>
                  <a:pt x="162" y="870"/>
                </a:lnTo>
                <a:lnTo>
                  <a:pt x="161" y="871"/>
                </a:lnTo>
                <a:lnTo>
                  <a:pt x="161" y="872"/>
                </a:lnTo>
                <a:lnTo>
                  <a:pt x="160" y="872"/>
                </a:lnTo>
                <a:lnTo>
                  <a:pt x="159" y="872"/>
                </a:lnTo>
                <a:lnTo>
                  <a:pt x="158" y="872"/>
                </a:lnTo>
                <a:lnTo>
                  <a:pt x="157" y="871"/>
                </a:lnTo>
                <a:lnTo>
                  <a:pt x="157" y="869"/>
                </a:lnTo>
                <a:lnTo>
                  <a:pt x="156" y="868"/>
                </a:lnTo>
                <a:lnTo>
                  <a:pt x="156" y="867"/>
                </a:lnTo>
                <a:lnTo>
                  <a:pt x="156" y="866"/>
                </a:lnTo>
                <a:lnTo>
                  <a:pt x="156" y="865"/>
                </a:lnTo>
                <a:lnTo>
                  <a:pt x="154" y="865"/>
                </a:lnTo>
                <a:lnTo>
                  <a:pt x="154" y="866"/>
                </a:lnTo>
                <a:lnTo>
                  <a:pt x="153" y="865"/>
                </a:lnTo>
                <a:lnTo>
                  <a:pt x="153" y="864"/>
                </a:lnTo>
                <a:lnTo>
                  <a:pt x="152" y="864"/>
                </a:lnTo>
                <a:lnTo>
                  <a:pt x="151" y="863"/>
                </a:lnTo>
                <a:lnTo>
                  <a:pt x="151" y="862"/>
                </a:lnTo>
                <a:lnTo>
                  <a:pt x="149" y="862"/>
                </a:lnTo>
                <a:lnTo>
                  <a:pt x="149" y="861"/>
                </a:lnTo>
                <a:lnTo>
                  <a:pt x="148" y="861"/>
                </a:lnTo>
                <a:lnTo>
                  <a:pt x="148" y="860"/>
                </a:lnTo>
                <a:lnTo>
                  <a:pt x="147" y="860"/>
                </a:lnTo>
                <a:lnTo>
                  <a:pt x="147" y="859"/>
                </a:lnTo>
                <a:lnTo>
                  <a:pt x="146" y="859"/>
                </a:lnTo>
                <a:lnTo>
                  <a:pt x="145" y="859"/>
                </a:lnTo>
                <a:lnTo>
                  <a:pt x="144" y="860"/>
                </a:lnTo>
                <a:lnTo>
                  <a:pt x="145" y="860"/>
                </a:lnTo>
                <a:lnTo>
                  <a:pt x="145" y="861"/>
                </a:lnTo>
                <a:lnTo>
                  <a:pt x="144" y="862"/>
                </a:lnTo>
                <a:lnTo>
                  <a:pt x="142" y="862"/>
                </a:lnTo>
                <a:lnTo>
                  <a:pt x="142" y="861"/>
                </a:lnTo>
                <a:lnTo>
                  <a:pt x="141" y="861"/>
                </a:lnTo>
                <a:lnTo>
                  <a:pt x="140" y="861"/>
                </a:lnTo>
                <a:lnTo>
                  <a:pt x="140" y="860"/>
                </a:lnTo>
                <a:lnTo>
                  <a:pt x="138" y="857"/>
                </a:lnTo>
                <a:lnTo>
                  <a:pt x="138" y="856"/>
                </a:lnTo>
                <a:lnTo>
                  <a:pt x="137" y="856"/>
                </a:lnTo>
                <a:lnTo>
                  <a:pt x="137" y="855"/>
                </a:lnTo>
                <a:lnTo>
                  <a:pt x="137" y="854"/>
                </a:lnTo>
                <a:lnTo>
                  <a:pt x="136" y="854"/>
                </a:lnTo>
                <a:lnTo>
                  <a:pt x="136" y="852"/>
                </a:lnTo>
                <a:lnTo>
                  <a:pt x="136" y="850"/>
                </a:lnTo>
                <a:lnTo>
                  <a:pt x="137" y="848"/>
                </a:lnTo>
                <a:lnTo>
                  <a:pt x="136" y="848"/>
                </a:lnTo>
                <a:lnTo>
                  <a:pt x="137" y="847"/>
                </a:lnTo>
                <a:lnTo>
                  <a:pt x="138" y="846"/>
                </a:lnTo>
                <a:lnTo>
                  <a:pt x="139" y="844"/>
                </a:lnTo>
                <a:lnTo>
                  <a:pt x="140" y="842"/>
                </a:lnTo>
                <a:lnTo>
                  <a:pt x="141" y="842"/>
                </a:lnTo>
                <a:lnTo>
                  <a:pt x="141" y="841"/>
                </a:lnTo>
                <a:lnTo>
                  <a:pt x="140" y="840"/>
                </a:lnTo>
                <a:lnTo>
                  <a:pt x="139" y="839"/>
                </a:lnTo>
                <a:lnTo>
                  <a:pt x="138" y="839"/>
                </a:lnTo>
                <a:lnTo>
                  <a:pt x="138" y="838"/>
                </a:lnTo>
                <a:lnTo>
                  <a:pt x="137" y="838"/>
                </a:lnTo>
                <a:lnTo>
                  <a:pt x="137" y="837"/>
                </a:lnTo>
                <a:lnTo>
                  <a:pt x="136" y="837"/>
                </a:lnTo>
                <a:lnTo>
                  <a:pt x="136" y="838"/>
                </a:lnTo>
                <a:lnTo>
                  <a:pt x="135" y="837"/>
                </a:lnTo>
                <a:lnTo>
                  <a:pt x="134" y="837"/>
                </a:lnTo>
                <a:lnTo>
                  <a:pt x="134" y="836"/>
                </a:lnTo>
                <a:lnTo>
                  <a:pt x="135" y="834"/>
                </a:lnTo>
                <a:lnTo>
                  <a:pt x="135" y="833"/>
                </a:lnTo>
                <a:lnTo>
                  <a:pt x="136" y="832"/>
                </a:lnTo>
                <a:lnTo>
                  <a:pt x="135" y="832"/>
                </a:lnTo>
                <a:lnTo>
                  <a:pt x="134" y="831"/>
                </a:lnTo>
                <a:lnTo>
                  <a:pt x="135" y="829"/>
                </a:lnTo>
                <a:lnTo>
                  <a:pt x="135" y="828"/>
                </a:lnTo>
                <a:lnTo>
                  <a:pt x="136" y="828"/>
                </a:lnTo>
                <a:lnTo>
                  <a:pt x="135" y="827"/>
                </a:lnTo>
                <a:lnTo>
                  <a:pt x="135" y="826"/>
                </a:lnTo>
                <a:lnTo>
                  <a:pt x="135" y="825"/>
                </a:lnTo>
                <a:lnTo>
                  <a:pt x="135" y="824"/>
                </a:lnTo>
                <a:lnTo>
                  <a:pt x="135" y="823"/>
                </a:lnTo>
                <a:lnTo>
                  <a:pt x="135" y="822"/>
                </a:lnTo>
                <a:lnTo>
                  <a:pt x="134" y="822"/>
                </a:lnTo>
                <a:lnTo>
                  <a:pt x="134" y="821"/>
                </a:lnTo>
                <a:lnTo>
                  <a:pt x="133" y="820"/>
                </a:lnTo>
                <a:lnTo>
                  <a:pt x="132" y="820"/>
                </a:lnTo>
                <a:lnTo>
                  <a:pt x="132" y="819"/>
                </a:lnTo>
                <a:lnTo>
                  <a:pt x="131" y="818"/>
                </a:lnTo>
                <a:lnTo>
                  <a:pt x="130" y="817"/>
                </a:lnTo>
                <a:lnTo>
                  <a:pt x="129" y="817"/>
                </a:lnTo>
                <a:lnTo>
                  <a:pt x="128" y="816"/>
                </a:lnTo>
                <a:lnTo>
                  <a:pt x="127" y="815"/>
                </a:lnTo>
                <a:lnTo>
                  <a:pt x="125" y="814"/>
                </a:lnTo>
                <a:lnTo>
                  <a:pt x="124" y="814"/>
                </a:lnTo>
                <a:lnTo>
                  <a:pt x="124" y="815"/>
                </a:lnTo>
                <a:lnTo>
                  <a:pt x="123" y="815"/>
                </a:lnTo>
                <a:lnTo>
                  <a:pt x="123" y="816"/>
                </a:lnTo>
                <a:lnTo>
                  <a:pt x="122" y="818"/>
                </a:lnTo>
                <a:lnTo>
                  <a:pt x="121" y="819"/>
                </a:lnTo>
                <a:lnTo>
                  <a:pt x="120" y="818"/>
                </a:lnTo>
                <a:lnTo>
                  <a:pt x="120" y="819"/>
                </a:lnTo>
                <a:lnTo>
                  <a:pt x="121" y="821"/>
                </a:lnTo>
                <a:lnTo>
                  <a:pt x="121" y="823"/>
                </a:lnTo>
                <a:lnTo>
                  <a:pt x="120" y="823"/>
                </a:lnTo>
                <a:lnTo>
                  <a:pt x="118" y="823"/>
                </a:lnTo>
                <a:lnTo>
                  <a:pt x="117" y="823"/>
                </a:lnTo>
                <a:lnTo>
                  <a:pt x="116" y="823"/>
                </a:lnTo>
                <a:lnTo>
                  <a:pt x="115" y="823"/>
                </a:lnTo>
                <a:lnTo>
                  <a:pt x="115" y="822"/>
                </a:lnTo>
                <a:lnTo>
                  <a:pt x="115" y="823"/>
                </a:lnTo>
                <a:lnTo>
                  <a:pt x="114" y="825"/>
                </a:lnTo>
                <a:lnTo>
                  <a:pt x="114" y="824"/>
                </a:lnTo>
                <a:lnTo>
                  <a:pt x="113" y="824"/>
                </a:lnTo>
                <a:lnTo>
                  <a:pt x="113" y="825"/>
                </a:lnTo>
                <a:lnTo>
                  <a:pt x="113" y="827"/>
                </a:lnTo>
                <a:lnTo>
                  <a:pt x="113" y="828"/>
                </a:lnTo>
                <a:lnTo>
                  <a:pt x="113" y="829"/>
                </a:lnTo>
                <a:lnTo>
                  <a:pt x="112" y="829"/>
                </a:lnTo>
                <a:lnTo>
                  <a:pt x="110" y="830"/>
                </a:lnTo>
                <a:lnTo>
                  <a:pt x="109" y="830"/>
                </a:lnTo>
                <a:lnTo>
                  <a:pt x="108" y="829"/>
                </a:lnTo>
                <a:lnTo>
                  <a:pt x="107" y="829"/>
                </a:lnTo>
                <a:lnTo>
                  <a:pt x="106" y="830"/>
                </a:lnTo>
                <a:lnTo>
                  <a:pt x="105" y="830"/>
                </a:lnTo>
                <a:lnTo>
                  <a:pt x="104" y="830"/>
                </a:lnTo>
                <a:lnTo>
                  <a:pt x="101" y="831"/>
                </a:lnTo>
                <a:lnTo>
                  <a:pt x="101" y="830"/>
                </a:lnTo>
                <a:lnTo>
                  <a:pt x="100" y="829"/>
                </a:lnTo>
                <a:lnTo>
                  <a:pt x="101" y="829"/>
                </a:lnTo>
                <a:lnTo>
                  <a:pt x="101" y="828"/>
                </a:lnTo>
                <a:lnTo>
                  <a:pt x="101" y="827"/>
                </a:lnTo>
                <a:lnTo>
                  <a:pt x="101" y="826"/>
                </a:lnTo>
                <a:lnTo>
                  <a:pt x="102" y="826"/>
                </a:lnTo>
                <a:lnTo>
                  <a:pt x="102" y="825"/>
                </a:lnTo>
                <a:lnTo>
                  <a:pt x="102" y="824"/>
                </a:lnTo>
                <a:lnTo>
                  <a:pt x="103" y="822"/>
                </a:lnTo>
                <a:lnTo>
                  <a:pt x="103" y="820"/>
                </a:lnTo>
                <a:lnTo>
                  <a:pt x="103" y="819"/>
                </a:lnTo>
                <a:lnTo>
                  <a:pt x="103" y="818"/>
                </a:lnTo>
                <a:lnTo>
                  <a:pt x="103" y="817"/>
                </a:lnTo>
                <a:lnTo>
                  <a:pt x="103" y="815"/>
                </a:lnTo>
                <a:lnTo>
                  <a:pt x="104" y="814"/>
                </a:lnTo>
                <a:lnTo>
                  <a:pt x="105" y="813"/>
                </a:lnTo>
                <a:lnTo>
                  <a:pt x="104" y="813"/>
                </a:lnTo>
                <a:lnTo>
                  <a:pt x="104" y="812"/>
                </a:lnTo>
                <a:lnTo>
                  <a:pt x="103" y="811"/>
                </a:lnTo>
                <a:lnTo>
                  <a:pt x="103" y="810"/>
                </a:lnTo>
                <a:lnTo>
                  <a:pt x="103" y="809"/>
                </a:lnTo>
                <a:lnTo>
                  <a:pt x="102" y="808"/>
                </a:lnTo>
                <a:lnTo>
                  <a:pt x="100" y="809"/>
                </a:lnTo>
                <a:lnTo>
                  <a:pt x="98" y="808"/>
                </a:lnTo>
                <a:lnTo>
                  <a:pt x="97" y="808"/>
                </a:lnTo>
                <a:lnTo>
                  <a:pt x="97" y="807"/>
                </a:lnTo>
                <a:lnTo>
                  <a:pt x="96" y="807"/>
                </a:lnTo>
                <a:lnTo>
                  <a:pt x="96" y="808"/>
                </a:lnTo>
                <a:lnTo>
                  <a:pt x="95" y="808"/>
                </a:lnTo>
                <a:lnTo>
                  <a:pt x="94" y="807"/>
                </a:lnTo>
                <a:lnTo>
                  <a:pt x="93" y="806"/>
                </a:lnTo>
                <a:lnTo>
                  <a:pt x="92" y="805"/>
                </a:lnTo>
                <a:lnTo>
                  <a:pt x="92" y="804"/>
                </a:lnTo>
                <a:lnTo>
                  <a:pt x="92" y="803"/>
                </a:lnTo>
                <a:lnTo>
                  <a:pt x="92" y="802"/>
                </a:lnTo>
                <a:lnTo>
                  <a:pt x="91" y="802"/>
                </a:lnTo>
                <a:lnTo>
                  <a:pt x="90" y="801"/>
                </a:lnTo>
                <a:lnTo>
                  <a:pt x="91" y="799"/>
                </a:lnTo>
                <a:lnTo>
                  <a:pt x="91" y="798"/>
                </a:lnTo>
                <a:lnTo>
                  <a:pt x="91" y="797"/>
                </a:lnTo>
                <a:lnTo>
                  <a:pt x="93" y="797"/>
                </a:lnTo>
                <a:lnTo>
                  <a:pt x="94" y="796"/>
                </a:lnTo>
                <a:lnTo>
                  <a:pt x="94" y="795"/>
                </a:lnTo>
                <a:lnTo>
                  <a:pt x="94" y="794"/>
                </a:lnTo>
                <a:lnTo>
                  <a:pt x="94" y="793"/>
                </a:lnTo>
                <a:lnTo>
                  <a:pt x="94" y="792"/>
                </a:lnTo>
                <a:lnTo>
                  <a:pt x="94" y="791"/>
                </a:lnTo>
                <a:lnTo>
                  <a:pt x="94" y="790"/>
                </a:lnTo>
                <a:lnTo>
                  <a:pt x="95" y="790"/>
                </a:lnTo>
                <a:lnTo>
                  <a:pt x="95" y="789"/>
                </a:lnTo>
                <a:lnTo>
                  <a:pt x="94" y="788"/>
                </a:lnTo>
                <a:lnTo>
                  <a:pt x="93" y="788"/>
                </a:lnTo>
                <a:lnTo>
                  <a:pt x="92" y="788"/>
                </a:lnTo>
                <a:lnTo>
                  <a:pt x="92" y="787"/>
                </a:lnTo>
                <a:lnTo>
                  <a:pt x="93" y="786"/>
                </a:lnTo>
                <a:lnTo>
                  <a:pt x="93" y="785"/>
                </a:lnTo>
                <a:lnTo>
                  <a:pt x="93" y="784"/>
                </a:lnTo>
                <a:lnTo>
                  <a:pt x="94" y="784"/>
                </a:lnTo>
                <a:lnTo>
                  <a:pt x="94" y="783"/>
                </a:lnTo>
                <a:lnTo>
                  <a:pt x="95" y="783"/>
                </a:lnTo>
                <a:lnTo>
                  <a:pt x="98" y="780"/>
                </a:lnTo>
                <a:lnTo>
                  <a:pt x="97" y="778"/>
                </a:lnTo>
                <a:lnTo>
                  <a:pt x="97" y="779"/>
                </a:lnTo>
                <a:lnTo>
                  <a:pt x="96" y="779"/>
                </a:lnTo>
                <a:lnTo>
                  <a:pt x="96" y="778"/>
                </a:lnTo>
                <a:lnTo>
                  <a:pt x="95" y="778"/>
                </a:lnTo>
                <a:lnTo>
                  <a:pt x="96" y="778"/>
                </a:lnTo>
                <a:lnTo>
                  <a:pt x="96" y="777"/>
                </a:lnTo>
                <a:lnTo>
                  <a:pt x="97" y="776"/>
                </a:lnTo>
                <a:lnTo>
                  <a:pt x="97" y="775"/>
                </a:lnTo>
                <a:lnTo>
                  <a:pt x="96" y="775"/>
                </a:lnTo>
                <a:lnTo>
                  <a:pt x="96" y="774"/>
                </a:lnTo>
                <a:lnTo>
                  <a:pt x="95" y="774"/>
                </a:lnTo>
                <a:lnTo>
                  <a:pt x="95" y="775"/>
                </a:lnTo>
                <a:lnTo>
                  <a:pt x="95" y="776"/>
                </a:lnTo>
                <a:lnTo>
                  <a:pt x="93" y="777"/>
                </a:lnTo>
                <a:lnTo>
                  <a:pt x="92" y="777"/>
                </a:lnTo>
                <a:lnTo>
                  <a:pt x="92" y="776"/>
                </a:lnTo>
                <a:lnTo>
                  <a:pt x="91" y="775"/>
                </a:lnTo>
                <a:lnTo>
                  <a:pt x="90" y="775"/>
                </a:lnTo>
                <a:lnTo>
                  <a:pt x="89" y="774"/>
                </a:lnTo>
                <a:lnTo>
                  <a:pt x="90" y="774"/>
                </a:lnTo>
                <a:lnTo>
                  <a:pt x="91" y="774"/>
                </a:lnTo>
                <a:lnTo>
                  <a:pt x="92" y="774"/>
                </a:lnTo>
                <a:lnTo>
                  <a:pt x="91" y="774"/>
                </a:lnTo>
                <a:lnTo>
                  <a:pt x="91" y="773"/>
                </a:lnTo>
                <a:lnTo>
                  <a:pt x="92" y="772"/>
                </a:lnTo>
                <a:lnTo>
                  <a:pt x="92" y="771"/>
                </a:lnTo>
                <a:lnTo>
                  <a:pt x="93" y="771"/>
                </a:lnTo>
                <a:lnTo>
                  <a:pt x="93" y="769"/>
                </a:lnTo>
                <a:lnTo>
                  <a:pt x="93" y="767"/>
                </a:lnTo>
                <a:lnTo>
                  <a:pt x="92" y="767"/>
                </a:lnTo>
                <a:lnTo>
                  <a:pt x="91" y="767"/>
                </a:lnTo>
                <a:lnTo>
                  <a:pt x="91" y="766"/>
                </a:lnTo>
                <a:lnTo>
                  <a:pt x="90" y="766"/>
                </a:lnTo>
                <a:lnTo>
                  <a:pt x="89" y="766"/>
                </a:lnTo>
                <a:lnTo>
                  <a:pt x="89" y="767"/>
                </a:lnTo>
                <a:lnTo>
                  <a:pt x="88" y="767"/>
                </a:lnTo>
                <a:lnTo>
                  <a:pt x="87" y="767"/>
                </a:lnTo>
                <a:lnTo>
                  <a:pt x="86" y="765"/>
                </a:lnTo>
                <a:lnTo>
                  <a:pt x="86" y="764"/>
                </a:lnTo>
                <a:lnTo>
                  <a:pt x="86" y="763"/>
                </a:lnTo>
                <a:lnTo>
                  <a:pt x="85" y="763"/>
                </a:lnTo>
                <a:lnTo>
                  <a:pt x="85" y="764"/>
                </a:lnTo>
                <a:lnTo>
                  <a:pt x="84" y="764"/>
                </a:lnTo>
                <a:lnTo>
                  <a:pt x="83" y="764"/>
                </a:lnTo>
                <a:lnTo>
                  <a:pt x="82" y="764"/>
                </a:lnTo>
                <a:lnTo>
                  <a:pt x="82" y="763"/>
                </a:lnTo>
                <a:lnTo>
                  <a:pt x="83" y="762"/>
                </a:lnTo>
                <a:lnTo>
                  <a:pt x="84" y="761"/>
                </a:lnTo>
                <a:lnTo>
                  <a:pt x="82" y="760"/>
                </a:lnTo>
                <a:lnTo>
                  <a:pt x="82" y="761"/>
                </a:lnTo>
                <a:lnTo>
                  <a:pt x="82" y="763"/>
                </a:lnTo>
                <a:lnTo>
                  <a:pt x="82" y="764"/>
                </a:lnTo>
                <a:lnTo>
                  <a:pt x="81" y="765"/>
                </a:lnTo>
                <a:lnTo>
                  <a:pt x="81" y="766"/>
                </a:lnTo>
                <a:lnTo>
                  <a:pt x="80" y="766"/>
                </a:lnTo>
                <a:lnTo>
                  <a:pt x="81" y="767"/>
                </a:lnTo>
                <a:lnTo>
                  <a:pt x="81" y="768"/>
                </a:lnTo>
                <a:lnTo>
                  <a:pt x="81" y="769"/>
                </a:lnTo>
                <a:lnTo>
                  <a:pt x="80" y="769"/>
                </a:lnTo>
                <a:lnTo>
                  <a:pt x="80" y="768"/>
                </a:lnTo>
                <a:lnTo>
                  <a:pt x="79" y="768"/>
                </a:lnTo>
                <a:lnTo>
                  <a:pt x="79" y="767"/>
                </a:lnTo>
                <a:lnTo>
                  <a:pt x="78" y="767"/>
                </a:lnTo>
                <a:lnTo>
                  <a:pt x="77" y="768"/>
                </a:lnTo>
                <a:lnTo>
                  <a:pt x="76" y="768"/>
                </a:lnTo>
                <a:lnTo>
                  <a:pt x="75" y="768"/>
                </a:lnTo>
                <a:lnTo>
                  <a:pt x="74" y="768"/>
                </a:lnTo>
                <a:lnTo>
                  <a:pt x="74" y="766"/>
                </a:lnTo>
                <a:lnTo>
                  <a:pt x="75" y="766"/>
                </a:lnTo>
                <a:lnTo>
                  <a:pt x="76" y="766"/>
                </a:lnTo>
                <a:lnTo>
                  <a:pt x="76" y="765"/>
                </a:lnTo>
                <a:lnTo>
                  <a:pt x="76" y="764"/>
                </a:lnTo>
                <a:lnTo>
                  <a:pt x="77" y="763"/>
                </a:lnTo>
                <a:lnTo>
                  <a:pt x="76" y="761"/>
                </a:lnTo>
                <a:lnTo>
                  <a:pt x="76" y="760"/>
                </a:lnTo>
                <a:lnTo>
                  <a:pt x="75" y="760"/>
                </a:lnTo>
                <a:lnTo>
                  <a:pt x="75" y="759"/>
                </a:lnTo>
                <a:lnTo>
                  <a:pt x="75" y="757"/>
                </a:lnTo>
                <a:lnTo>
                  <a:pt x="75" y="756"/>
                </a:lnTo>
                <a:lnTo>
                  <a:pt x="73" y="756"/>
                </a:lnTo>
                <a:lnTo>
                  <a:pt x="72" y="756"/>
                </a:lnTo>
                <a:lnTo>
                  <a:pt x="70" y="756"/>
                </a:lnTo>
                <a:lnTo>
                  <a:pt x="69" y="757"/>
                </a:lnTo>
                <a:lnTo>
                  <a:pt x="69" y="758"/>
                </a:lnTo>
                <a:lnTo>
                  <a:pt x="69" y="759"/>
                </a:lnTo>
                <a:lnTo>
                  <a:pt x="70" y="759"/>
                </a:lnTo>
                <a:lnTo>
                  <a:pt x="71" y="759"/>
                </a:lnTo>
                <a:lnTo>
                  <a:pt x="71" y="758"/>
                </a:lnTo>
                <a:lnTo>
                  <a:pt x="72" y="759"/>
                </a:lnTo>
                <a:lnTo>
                  <a:pt x="73" y="760"/>
                </a:lnTo>
                <a:lnTo>
                  <a:pt x="73" y="761"/>
                </a:lnTo>
                <a:lnTo>
                  <a:pt x="73" y="762"/>
                </a:lnTo>
                <a:lnTo>
                  <a:pt x="73" y="763"/>
                </a:lnTo>
                <a:lnTo>
                  <a:pt x="73" y="764"/>
                </a:lnTo>
                <a:lnTo>
                  <a:pt x="74" y="763"/>
                </a:lnTo>
                <a:lnTo>
                  <a:pt x="75" y="764"/>
                </a:lnTo>
                <a:lnTo>
                  <a:pt x="74" y="765"/>
                </a:lnTo>
                <a:lnTo>
                  <a:pt x="73" y="765"/>
                </a:lnTo>
                <a:lnTo>
                  <a:pt x="72" y="764"/>
                </a:lnTo>
                <a:lnTo>
                  <a:pt x="72" y="763"/>
                </a:lnTo>
                <a:lnTo>
                  <a:pt x="71" y="763"/>
                </a:lnTo>
                <a:lnTo>
                  <a:pt x="70" y="763"/>
                </a:lnTo>
                <a:lnTo>
                  <a:pt x="71" y="764"/>
                </a:lnTo>
                <a:lnTo>
                  <a:pt x="72" y="767"/>
                </a:lnTo>
                <a:lnTo>
                  <a:pt x="72" y="768"/>
                </a:lnTo>
                <a:lnTo>
                  <a:pt x="71" y="767"/>
                </a:lnTo>
                <a:lnTo>
                  <a:pt x="70" y="766"/>
                </a:lnTo>
                <a:lnTo>
                  <a:pt x="69" y="765"/>
                </a:lnTo>
                <a:lnTo>
                  <a:pt x="68" y="765"/>
                </a:lnTo>
                <a:lnTo>
                  <a:pt x="68" y="764"/>
                </a:lnTo>
                <a:lnTo>
                  <a:pt x="68" y="763"/>
                </a:lnTo>
                <a:lnTo>
                  <a:pt x="67" y="762"/>
                </a:lnTo>
                <a:lnTo>
                  <a:pt x="65" y="761"/>
                </a:lnTo>
                <a:lnTo>
                  <a:pt x="64" y="760"/>
                </a:lnTo>
                <a:lnTo>
                  <a:pt x="63" y="760"/>
                </a:lnTo>
                <a:lnTo>
                  <a:pt x="62" y="760"/>
                </a:lnTo>
                <a:lnTo>
                  <a:pt x="62" y="759"/>
                </a:lnTo>
                <a:lnTo>
                  <a:pt x="61" y="759"/>
                </a:lnTo>
                <a:lnTo>
                  <a:pt x="62" y="759"/>
                </a:lnTo>
                <a:lnTo>
                  <a:pt x="62" y="758"/>
                </a:lnTo>
                <a:lnTo>
                  <a:pt x="63" y="757"/>
                </a:lnTo>
                <a:lnTo>
                  <a:pt x="63" y="756"/>
                </a:lnTo>
                <a:lnTo>
                  <a:pt x="62" y="755"/>
                </a:lnTo>
                <a:lnTo>
                  <a:pt x="61" y="755"/>
                </a:lnTo>
                <a:lnTo>
                  <a:pt x="60" y="756"/>
                </a:lnTo>
                <a:lnTo>
                  <a:pt x="60" y="757"/>
                </a:lnTo>
                <a:lnTo>
                  <a:pt x="58" y="757"/>
                </a:lnTo>
                <a:lnTo>
                  <a:pt x="57" y="757"/>
                </a:lnTo>
                <a:lnTo>
                  <a:pt x="57" y="756"/>
                </a:lnTo>
                <a:lnTo>
                  <a:pt x="58" y="755"/>
                </a:lnTo>
                <a:lnTo>
                  <a:pt x="59" y="755"/>
                </a:lnTo>
                <a:lnTo>
                  <a:pt x="59" y="754"/>
                </a:lnTo>
                <a:lnTo>
                  <a:pt x="57" y="753"/>
                </a:lnTo>
                <a:lnTo>
                  <a:pt x="56" y="751"/>
                </a:lnTo>
                <a:lnTo>
                  <a:pt x="56" y="750"/>
                </a:lnTo>
                <a:lnTo>
                  <a:pt x="56" y="749"/>
                </a:lnTo>
                <a:lnTo>
                  <a:pt x="57" y="747"/>
                </a:lnTo>
                <a:lnTo>
                  <a:pt x="57" y="746"/>
                </a:lnTo>
                <a:lnTo>
                  <a:pt x="56" y="746"/>
                </a:lnTo>
                <a:lnTo>
                  <a:pt x="56" y="745"/>
                </a:lnTo>
                <a:lnTo>
                  <a:pt x="55" y="745"/>
                </a:lnTo>
                <a:lnTo>
                  <a:pt x="55" y="743"/>
                </a:lnTo>
                <a:lnTo>
                  <a:pt x="55" y="742"/>
                </a:lnTo>
                <a:lnTo>
                  <a:pt x="56" y="742"/>
                </a:lnTo>
                <a:lnTo>
                  <a:pt x="56" y="741"/>
                </a:lnTo>
                <a:lnTo>
                  <a:pt x="55" y="740"/>
                </a:lnTo>
                <a:lnTo>
                  <a:pt x="55" y="738"/>
                </a:lnTo>
                <a:lnTo>
                  <a:pt x="55" y="737"/>
                </a:lnTo>
                <a:lnTo>
                  <a:pt x="55" y="736"/>
                </a:lnTo>
                <a:lnTo>
                  <a:pt x="55" y="735"/>
                </a:lnTo>
                <a:lnTo>
                  <a:pt x="55" y="734"/>
                </a:lnTo>
                <a:lnTo>
                  <a:pt x="54" y="733"/>
                </a:lnTo>
                <a:lnTo>
                  <a:pt x="54" y="732"/>
                </a:lnTo>
                <a:lnTo>
                  <a:pt x="53" y="732"/>
                </a:lnTo>
                <a:lnTo>
                  <a:pt x="53" y="733"/>
                </a:lnTo>
                <a:lnTo>
                  <a:pt x="53" y="732"/>
                </a:lnTo>
                <a:lnTo>
                  <a:pt x="52" y="732"/>
                </a:lnTo>
                <a:lnTo>
                  <a:pt x="51" y="731"/>
                </a:lnTo>
                <a:lnTo>
                  <a:pt x="52" y="731"/>
                </a:lnTo>
                <a:lnTo>
                  <a:pt x="53" y="731"/>
                </a:lnTo>
                <a:lnTo>
                  <a:pt x="53" y="729"/>
                </a:lnTo>
                <a:lnTo>
                  <a:pt x="53" y="728"/>
                </a:lnTo>
                <a:lnTo>
                  <a:pt x="53" y="727"/>
                </a:lnTo>
                <a:lnTo>
                  <a:pt x="52" y="726"/>
                </a:lnTo>
                <a:lnTo>
                  <a:pt x="52" y="725"/>
                </a:lnTo>
                <a:lnTo>
                  <a:pt x="52" y="724"/>
                </a:lnTo>
                <a:lnTo>
                  <a:pt x="51" y="724"/>
                </a:lnTo>
                <a:lnTo>
                  <a:pt x="50" y="724"/>
                </a:lnTo>
                <a:lnTo>
                  <a:pt x="48" y="723"/>
                </a:lnTo>
                <a:lnTo>
                  <a:pt x="48" y="724"/>
                </a:lnTo>
                <a:lnTo>
                  <a:pt x="47" y="724"/>
                </a:lnTo>
                <a:lnTo>
                  <a:pt x="47" y="723"/>
                </a:lnTo>
                <a:lnTo>
                  <a:pt x="47" y="722"/>
                </a:lnTo>
                <a:lnTo>
                  <a:pt x="46" y="722"/>
                </a:lnTo>
                <a:lnTo>
                  <a:pt x="45" y="721"/>
                </a:lnTo>
                <a:lnTo>
                  <a:pt x="45" y="722"/>
                </a:lnTo>
                <a:lnTo>
                  <a:pt x="43" y="722"/>
                </a:lnTo>
                <a:lnTo>
                  <a:pt x="41" y="723"/>
                </a:lnTo>
                <a:lnTo>
                  <a:pt x="40" y="723"/>
                </a:lnTo>
                <a:lnTo>
                  <a:pt x="39" y="724"/>
                </a:lnTo>
                <a:lnTo>
                  <a:pt x="39" y="725"/>
                </a:lnTo>
                <a:lnTo>
                  <a:pt x="40" y="725"/>
                </a:lnTo>
                <a:lnTo>
                  <a:pt x="39" y="725"/>
                </a:lnTo>
                <a:lnTo>
                  <a:pt x="38" y="726"/>
                </a:lnTo>
                <a:lnTo>
                  <a:pt x="37" y="726"/>
                </a:lnTo>
                <a:lnTo>
                  <a:pt x="37" y="727"/>
                </a:lnTo>
                <a:lnTo>
                  <a:pt x="37" y="728"/>
                </a:lnTo>
                <a:lnTo>
                  <a:pt x="38" y="728"/>
                </a:lnTo>
                <a:lnTo>
                  <a:pt x="38" y="729"/>
                </a:lnTo>
                <a:lnTo>
                  <a:pt x="37" y="729"/>
                </a:lnTo>
                <a:lnTo>
                  <a:pt x="36" y="730"/>
                </a:lnTo>
                <a:lnTo>
                  <a:pt x="36" y="731"/>
                </a:lnTo>
                <a:lnTo>
                  <a:pt x="35" y="731"/>
                </a:lnTo>
                <a:lnTo>
                  <a:pt x="35" y="732"/>
                </a:lnTo>
                <a:lnTo>
                  <a:pt x="34" y="732"/>
                </a:lnTo>
                <a:lnTo>
                  <a:pt x="33" y="732"/>
                </a:lnTo>
                <a:lnTo>
                  <a:pt x="33" y="733"/>
                </a:lnTo>
                <a:lnTo>
                  <a:pt x="32" y="734"/>
                </a:lnTo>
                <a:lnTo>
                  <a:pt x="31" y="735"/>
                </a:lnTo>
                <a:lnTo>
                  <a:pt x="30" y="738"/>
                </a:lnTo>
                <a:lnTo>
                  <a:pt x="31" y="738"/>
                </a:lnTo>
                <a:lnTo>
                  <a:pt x="30" y="739"/>
                </a:lnTo>
                <a:lnTo>
                  <a:pt x="28" y="742"/>
                </a:lnTo>
                <a:lnTo>
                  <a:pt x="28" y="743"/>
                </a:lnTo>
                <a:lnTo>
                  <a:pt x="28" y="744"/>
                </a:lnTo>
                <a:lnTo>
                  <a:pt x="29" y="744"/>
                </a:lnTo>
                <a:lnTo>
                  <a:pt x="29" y="745"/>
                </a:lnTo>
                <a:lnTo>
                  <a:pt x="31" y="745"/>
                </a:lnTo>
                <a:lnTo>
                  <a:pt x="33" y="746"/>
                </a:lnTo>
                <a:lnTo>
                  <a:pt x="33" y="747"/>
                </a:lnTo>
                <a:lnTo>
                  <a:pt x="32" y="748"/>
                </a:lnTo>
                <a:lnTo>
                  <a:pt x="31" y="748"/>
                </a:lnTo>
                <a:lnTo>
                  <a:pt x="30" y="748"/>
                </a:lnTo>
                <a:lnTo>
                  <a:pt x="30" y="749"/>
                </a:lnTo>
                <a:lnTo>
                  <a:pt x="29" y="750"/>
                </a:lnTo>
                <a:lnTo>
                  <a:pt x="28" y="750"/>
                </a:lnTo>
                <a:lnTo>
                  <a:pt x="27" y="749"/>
                </a:lnTo>
                <a:lnTo>
                  <a:pt x="26" y="750"/>
                </a:lnTo>
                <a:lnTo>
                  <a:pt x="25" y="750"/>
                </a:lnTo>
                <a:lnTo>
                  <a:pt x="24" y="750"/>
                </a:lnTo>
                <a:lnTo>
                  <a:pt x="24" y="751"/>
                </a:lnTo>
                <a:lnTo>
                  <a:pt x="25" y="751"/>
                </a:lnTo>
                <a:lnTo>
                  <a:pt x="26" y="751"/>
                </a:lnTo>
                <a:lnTo>
                  <a:pt x="27" y="752"/>
                </a:lnTo>
                <a:lnTo>
                  <a:pt x="26" y="753"/>
                </a:lnTo>
                <a:lnTo>
                  <a:pt x="26" y="754"/>
                </a:lnTo>
                <a:lnTo>
                  <a:pt x="25" y="754"/>
                </a:lnTo>
                <a:lnTo>
                  <a:pt x="25" y="755"/>
                </a:lnTo>
                <a:lnTo>
                  <a:pt x="26" y="755"/>
                </a:lnTo>
                <a:lnTo>
                  <a:pt x="25" y="755"/>
                </a:lnTo>
                <a:lnTo>
                  <a:pt x="23" y="754"/>
                </a:lnTo>
                <a:lnTo>
                  <a:pt x="22" y="753"/>
                </a:lnTo>
                <a:lnTo>
                  <a:pt x="22" y="752"/>
                </a:lnTo>
                <a:lnTo>
                  <a:pt x="21" y="752"/>
                </a:lnTo>
                <a:lnTo>
                  <a:pt x="20" y="751"/>
                </a:lnTo>
                <a:lnTo>
                  <a:pt x="19" y="751"/>
                </a:lnTo>
                <a:lnTo>
                  <a:pt x="18" y="751"/>
                </a:lnTo>
                <a:lnTo>
                  <a:pt x="18" y="750"/>
                </a:lnTo>
                <a:lnTo>
                  <a:pt x="18" y="749"/>
                </a:lnTo>
                <a:lnTo>
                  <a:pt x="17" y="749"/>
                </a:lnTo>
                <a:lnTo>
                  <a:pt x="16" y="749"/>
                </a:lnTo>
                <a:lnTo>
                  <a:pt x="15" y="749"/>
                </a:lnTo>
                <a:lnTo>
                  <a:pt x="14" y="749"/>
                </a:lnTo>
                <a:lnTo>
                  <a:pt x="13" y="749"/>
                </a:lnTo>
                <a:lnTo>
                  <a:pt x="13" y="748"/>
                </a:lnTo>
                <a:lnTo>
                  <a:pt x="13" y="747"/>
                </a:lnTo>
                <a:lnTo>
                  <a:pt x="13" y="746"/>
                </a:lnTo>
                <a:lnTo>
                  <a:pt x="13" y="745"/>
                </a:lnTo>
                <a:lnTo>
                  <a:pt x="14" y="745"/>
                </a:lnTo>
                <a:lnTo>
                  <a:pt x="14" y="744"/>
                </a:lnTo>
                <a:lnTo>
                  <a:pt x="14" y="743"/>
                </a:lnTo>
                <a:lnTo>
                  <a:pt x="14" y="741"/>
                </a:lnTo>
                <a:lnTo>
                  <a:pt x="13" y="741"/>
                </a:lnTo>
                <a:lnTo>
                  <a:pt x="12" y="741"/>
                </a:lnTo>
                <a:lnTo>
                  <a:pt x="12" y="742"/>
                </a:lnTo>
                <a:lnTo>
                  <a:pt x="11" y="742"/>
                </a:lnTo>
                <a:lnTo>
                  <a:pt x="10" y="742"/>
                </a:lnTo>
                <a:lnTo>
                  <a:pt x="10" y="741"/>
                </a:lnTo>
                <a:lnTo>
                  <a:pt x="9" y="740"/>
                </a:lnTo>
                <a:lnTo>
                  <a:pt x="9" y="739"/>
                </a:lnTo>
                <a:lnTo>
                  <a:pt x="10" y="737"/>
                </a:lnTo>
                <a:lnTo>
                  <a:pt x="10" y="736"/>
                </a:lnTo>
                <a:lnTo>
                  <a:pt x="11" y="735"/>
                </a:lnTo>
                <a:lnTo>
                  <a:pt x="10" y="733"/>
                </a:lnTo>
                <a:lnTo>
                  <a:pt x="9" y="733"/>
                </a:lnTo>
                <a:lnTo>
                  <a:pt x="7" y="732"/>
                </a:lnTo>
                <a:lnTo>
                  <a:pt x="7" y="731"/>
                </a:lnTo>
                <a:lnTo>
                  <a:pt x="7" y="729"/>
                </a:lnTo>
                <a:lnTo>
                  <a:pt x="6" y="729"/>
                </a:lnTo>
                <a:lnTo>
                  <a:pt x="5" y="729"/>
                </a:lnTo>
                <a:lnTo>
                  <a:pt x="5" y="730"/>
                </a:lnTo>
                <a:lnTo>
                  <a:pt x="5" y="731"/>
                </a:lnTo>
                <a:lnTo>
                  <a:pt x="5" y="732"/>
                </a:lnTo>
                <a:lnTo>
                  <a:pt x="5" y="733"/>
                </a:lnTo>
                <a:lnTo>
                  <a:pt x="5" y="734"/>
                </a:lnTo>
                <a:lnTo>
                  <a:pt x="3" y="734"/>
                </a:lnTo>
                <a:lnTo>
                  <a:pt x="2" y="734"/>
                </a:lnTo>
                <a:lnTo>
                  <a:pt x="2" y="733"/>
                </a:lnTo>
                <a:lnTo>
                  <a:pt x="1" y="733"/>
                </a:lnTo>
                <a:lnTo>
                  <a:pt x="0" y="733"/>
                </a:lnTo>
                <a:lnTo>
                  <a:pt x="0" y="732"/>
                </a:lnTo>
                <a:lnTo>
                  <a:pt x="1" y="730"/>
                </a:lnTo>
                <a:lnTo>
                  <a:pt x="1" y="729"/>
                </a:lnTo>
                <a:lnTo>
                  <a:pt x="1" y="728"/>
                </a:lnTo>
                <a:lnTo>
                  <a:pt x="2" y="728"/>
                </a:lnTo>
                <a:lnTo>
                  <a:pt x="3" y="727"/>
                </a:lnTo>
                <a:lnTo>
                  <a:pt x="3" y="726"/>
                </a:lnTo>
                <a:lnTo>
                  <a:pt x="4" y="725"/>
                </a:lnTo>
                <a:lnTo>
                  <a:pt x="4" y="724"/>
                </a:lnTo>
                <a:lnTo>
                  <a:pt x="5" y="724"/>
                </a:lnTo>
                <a:lnTo>
                  <a:pt x="6" y="725"/>
                </a:lnTo>
                <a:lnTo>
                  <a:pt x="7" y="725"/>
                </a:lnTo>
                <a:lnTo>
                  <a:pt x="7" y="724"/>
                </a:lnTo>
                <a:lnTo>
                  <a:pt x="8" y="723"/>
                </a:lnTo>
                <a:lnTo>
                  <a:pt x="9" y="723"/>
                </a:lnTo>
                <a:lnTo>
                  <a:pt x="10" y="722"/>
                </a:lnTo>
                <a:lnTo>
                  <a:pt x="10" y="721"/>
                </a:lnTo>
                <a:lnTo>
                  <a:pt x="10" y="720"/>
                </a:lnTo>
                <a:lnTo>
                  <a:pt x="11" y="720"/>
                </a:lnTo>
                <a:lnTo>
                  <a:pt x="12" y="720"/>
                </a:lnTo>
                <a:lnTo>
                  <a:pt x="14" y="721"/>
                </a:lnTo>
                <a:lnTo>
                  <a:pt x="15" y="721"/>
                </a:lnTo>
                <a:lnTo>
                  <a:pt x="15" y="722"/>
                </a:lnTo>
                <a:lnTo>
                  <a:pt x="16" y="723"/>
                </a:lnTo>
                <a:lnTo>
                  <a:pt x="17" y="723"/>
                </a:lnTo>
                <a:lnTo>
                  <a:pt x="18" y="723"/>
                </a:lnTo>
                <a:lnTo>
                  <a:pt x="19" y="723"/>
                </a:lnTo>
                <a:lnTo>
                  <a:pt x="19" y="722"/>
                </a:lnTo>
                <a:lnTo>
                  <a:pt x="20" y="722"/>
                </a:lnTo>
                <a:lnTo>
                  <a:pt x="21" y="722"/>
                </a:lnTo>
                <a:lnTo>
                  <a:pt x="22" y="722"/>
                </a:lnTo>
                <a:lnTo>
                  <a:pt x="23" y="720"/>
                </a:lnTo>
                <a:lnTo>
                  <a:pt x="24" y="718"/>
                </a:lnTo>
                <a:lnTo>
                  <a:pt x="25" y="720"/>
                </a:lnTo>
                <a:lnTo>
                  <a:pt x="25" y="721"/>
                </a:lnTo>
                <a:lnTo>
                  <a:pt x="26" y="722"/>
                </a:lnTo>
                <a:lnTo>
                  <a:pt x="28" y="722"/>
                </a:lnTo>
                <a:lnTo>
                  <a:pt x="27" y="722"/>
                </a:lnTo>
                <a:lnTo>
                  <a:pt x="27" y="721"/>
                </a:lnTo>
                <a:lnTo>
                  <a:pt x="26" y="721"/>
                </a:lnTo>
                <a:lnTo>
                  <a:pt x="26" y="720"/>
                </a:lnTo>
                <a:lnTo>
                  <a:pt x="26" y="718"/>
                </a:lnTo>
                <a:lnTo>
                  <a:pt x="27" y="718"/>
                </a:lnTo>
                <a:lnTo>
                  <a:pt x="27" y="716"/>
                </a:lnTo>
                <a:lnTo>
                  <a:pt x="27" y="714"/>
                </a:lnTo>
                <a:lnTo>
                  <a:pt x="27" y="713"/>
                </a:lnTo>
                <a:lnTo>
                  <a:pt x="27" y="712"/>
                </a:lnTo>
                <a:lnTo>
                  <a:pt x="26" y="712"/>
                </a:lnTo>
                <a:lnTo>
                  <a:pt x="26" y="711"/>
                </a:lnTo>
                <a:lnTo>
                  <a:pt x="26" y="710"/>
                </a:lnTo>
                <a:lnTo>
                  <a:pt x="25" y="709"/>
                </a:lnTo>
                <a:lnTo>
                  <a:pt x="25" y="708"/>
                </a:lnTo>
                <a:lnTo>
                  <a:pt x="26" y="708"/>
                </a:lnTo>
                <a:lnTo>
                  <a:pt x="26" y="706"/>
                </a:lnTo>
                <a:lnTo>
                  <a:pt x="27" y="705"/>
                </a:lnTo>
                <a:lnTo>
                  <a:pt x="27" y="704"/>
                </a:lnTo>
                <a:lnTo>
                  <a:pt x="27" y="703"/>
                </a:lnTo>
                <a:lnTo>
                  <a:pt x="28" y="703"/>
                </a:lnTo>
                <a:lnTo>
                  <a:pt x="28" y="702"/>
                </a:lnTo>
                <a:lnTo>
                  <a:pt x="29" y="700"/>
                </a:lnTo>
                <a:lnTo>
                  <a:pt x="29" y="699"/>
                </a:lnTo>
                <a:lnTo>
                  <a:pt x="29" y="698"/>
                </a:lnTo>
                <a:lnTo>
                  <a:pt x="30" y="697"/>
                </a:lnTo>
                <a:lnTo>
                  <a:pt x="31" y="699"/>
                </a:lnTo>
                <a:lnTo>
                  <a:pt x="31" y="698"/>
                </a:lnTo>
                <a:lnTo>
                  <a:pt x="30" y="696"/>
                </a:lnTo>
                <a:lnTo>
                  <a:pt x="29" y="695"/>
                </a:lnTo>
                <a:lnTo>
                  <a:pt x="29" y="694"/>
                </a:lnTo>
                <a:lnTo>
                  <a:pt x="28" y="693"/>
                </a:lnTo>
                <a:lnTo>
                  <a:pt x="27" y="693"/>
                </a:lnTo>
                <a:lnTo>
                  <a:pt x="27" y="686"/>
                </a:lnTo>
                <a:lnTo>
                  <a:pt x="28" y="685"/>
                </a:lnTo>
                <a:lnTo>
                  <a:pt x="28" y="684"/>
                </a:lnTo>
                <a:lnTo>
                  <a:pt x="27" y="683"/>
                </a:lnTo>
                <a:lnTo>
                  <a:pt x="26" y="682"/>
                </a:lnTo>
                <a:lnTo>
                  <a:pt x="26" y="683"/>
                </a:lnTo>
                <a:lnTo>
                  <a:pt x="25" y="683"/>
                </a:lnTo>
                <a:lnTo>
                  <a:pt x="25" y="684"/>
                </a:lnTo>
                <a:lnTo>
                  <a:pt x="24" y="684"/>
                </a:lnTo>
                <a:lnTo>
                  <a:pt x="24" y="683"/>
                </a:lnTo>
                <a:lnTo>
                  <a:pt x="25" y="680"/>
                </a:lnTo>
                <a:lnTo>
                  <a:pt x="26" y="679"/>
                </a:lnTo>
                <a:lnTo>
                  <a:pt x="26" y="680"/>
                </a:lnTo>
                <a:lnTo>
                  <a:pt x="27" y="680"/>
                </a:lnTo>
                <a:lnTo>
                  <a:pt x="27" y="679"/>
                </a:lnTo>
                <a:lnTo>
                  <a:pt x="27" y="677"/>
                </a:lnTo>
                <a:lnTo>
                  <a:pt x="28" y="676"/>
                </a:lnTo>
                <a:lnTo>
                  <a:pt x="29" y="675"/>
                </a:lnTo>
                <a:lnTo>
                  <a:pt x="29" y="674"/>
                </a:lnTo>
                <a:lnTo>
                  <a:pt x="30" y="673"/>
                </a:lnTo>
                <a:lnTo>
                  <a:pt x="30" y="672"/>
                </a:lnTo>
                <a:lnTo>
                  <a:pt x="30" y="671"/>
                </a:lnTo>
                <a:lnTo>
                  <a:pt x="30" y="670"/>
                </a:lnTo>
                <a:lnTo>
                  <a:pt x="31" y="669"/>
                </a:lnTo>
                <a:lnTo>
                  <a:pt x="32" y="665"/>
                </a:lnTo>
                <a:lnTo>
                  <a:pt x="33" y="663"/>
                </a:lnTo>
                <a:lnTo>
                  <a:pt x="33" y="662"/>
                </a:lnTo>
                <a:lnTo>
                  <a:pt x="32" y="661"/>
                </a:lnTo>
                <a:lnTo>
                  <a:pt x="31" y="661"/>
                </a:lnTo>
                <a:lnTo>
                  <a:pt x="30" y="661"/>
                </a:lnTo>
                <a:lnTo>
                  <a:pt x="30" y="659"/>
                </a:lnTo>
                <a:lnTo>
                  <a:pt x="30" y="658"/>
                </a:lnTo>
                <a:lnTo>
                  <a:pt x="31" y="658"/>
                </a:lnTo>
                <a:lnTo>
                  <a:pt x="31" y="656"/>
                </a:lnTo>
                <a:lnTo>
                  <a:pt x="31" y="654"/>
                </a:lnTo>
                <a:lnTo>
                  <a:pt x="31" y="653"/>
                </a:lnTo>
                <a:lnTo>
                  <a:pt x="32" y="651"/>
                </a:lnTo>
                <a:lnTo>
                  <a:pt x="32" y="650"/>
                </a:lnTo>
                <a:lnTo>
                  <a:pt x="32" y="649"/>
                </a:lnTo>
                <a:lnTo>
                  <a:pt x="33" y="648"/>
                </a:lnTo>
                <a:lnTo>
                  <a:pt x="32" y="647"/>
                </a:lnTo>
                <a:lnTo>
                  <a:pt x="32" y="646"/>
                </a:lnTo>
                <a:lnTo>
                  <a:pt x="33" y="646"/>
                </a:lnTo>
                <a:lnTo>
                  <a:pt x="34" y="645"/>
                </a:lnTo>
                <a:lnTo>
                  <a:pt x="35" y="642"/>
                </a:lnTo>
                <a:lnTo>
                  <a:pt x="35" y="641"/>
                </a:lnTo>
                <a:lnTo>
                  <a:pt x="34" y="641"/>
                </a:lnTo>
                <a:lnTo>
                  <a:pt x="34" y="642"/>
                </a:lnTo>
                <a:lnTo>
                  <a:pt x="33" y="642"/>
                </a:lnTo>
                <a:lnTo>
                  <a:pt x="32" y="642"/>
                </a:lnTo>
                <a:lnTo>
                  <a:pt x="31" y="642"/>
                </a:lnTo>
                <a:lnTo>
                  <a:pt x="31" y="641"/>
                </a:lnTo>
                <a:lnTo>
                  <a:pt x="31" y="640"/>
                </a:lnTo>
                <a:lnTo>
                  <a:pt x="30" y="640"/>
                </a:lnTo>
                <a:lnTo>
                  <a:pt x="29" y="640"/>
                </a:lnTo>
                <a:lnTo>
                  <a:pt x="28" y="639"/>
                </a:lnTo>
                <a:lnTo>
                  <a:pt x="28" y="638"/>
                </a:lnTo>
                <a:lnTo>
                  <a:pt x="28" y="637"/>
                </a:lnTo>
                <a:lnTo>
                  <a:pt x="27" y="637"/>
                </a:lnTo>
                <a:lnTo>
                  <a:pt x="26" y="636"/>
                </a:lnTo>
                <a:lnTo>
                  <a:pt x="26" y="635"/>
                </a:lnTo>
                <a:lnTo>
                  <a:pt x="26" y="634"/>
                </a:lnTo>
                <a:lnTo>
                  <a:pt x="25" y="634"/>
                </a:lnTo>
                <a:lnTo>
                  <a:pt x="24" y="634"/>
                </a:lnTo>
                <a:lnTo>
                  <a:pt x="24" y="633"/>
                </a:lnTo>
                <a:lnTo>
                  <a:pt x="25" y="633"/>
                </a:lnTo>
                <a:lnTo>
                  <a:pt x="25" y="632"/>
                </a:lnTo>
                <a:lnTo>
                  <a:pt x="24" y="631"/>
                </a:lnTo>
                <a:lnTo>
                  <a:pt x="23" y="630"/>
                </a:lnTo>
                <a:lnTo>
                  <a:pt x="22" y="630"/>
                </a:lnTo>
                <a:lnTo>
                  <a:pt x="21" y="630"/>
                </a:lnTo>
                <a:lnTo>
                  <a:pt x="20" y="630"/>
                </a:lnTo>
                <a:lnTo>
                  <a:pt x="20" y="629"/>
                </a:lnTo>
                <a:lnTo>
                  <a:pt x="19" y="628"/>
                </a:lnTo>
                <a:lnTo>
                  <a:pt x="18" y="627"/>
                </a:lnTo>
                <a:lnTo>
                  <a:pt x="17" y="626"/>
                </a:lnTo>
                <a:lnTo>
                  <a:pt x="16" y="625"/>
                </a:lnTo>
                <a:lnTo>
                  <a:pt x="15" y="625"/>
                </a:lnTo>
                <a:lnTo>
                  <a:pt x="15" y="624"/>
                </a:lnTo>
                <a:lnTo>
                  <a:pt x="14" y="624"/>
                </a:lnTo>
                <a:lnTo>
                  <a:pt x="14" y="622"/>
                </a:lnTo>
                <a:lnTo>
                  <a:pt x="13" y="622"/>
                </a:lnTo>
                <a:lnTo>
                  <a:pt x="13" y="621"/>
                </a:lnTo>
                <a:lnTo>
                  <a:pt x="12" y="621"/>
                </a:lnTo>
                <a:lnTo>
                  <a:pt x="11" y="622"/>
                </a:lnTo>
                <a:lnTo>
                  <a:pt x="9" y="622"/>
                </a:lnTo>
                <a:lnTo>
                  <a:pt x="8" y="622"/>
                </a:lnTo>
                <a:lnTo>
                  <a:pt x="7" y="622"/>
                </a:lnTo>
                <a:lnTo>
                  <a:pt x="7" y="621"/>
                </a:lnTo>
                <a:lnTo>
                  <a:pt x="6" y="620"/>
                </a:lnTo>
                <a:lnTo>
                  <a:pt x="5" y="619"/>
                </a:lnTo>
                <a:lnTo>
                  <a:pt x="2" y="618"/>
                </a:lnTo>
                <a:lnTo>
                  <a:pt x="2" y="615"/>
                </a:lnTo>
                <a:lnTo>
                  <a:pt x="3" y="614"/>
                </a:lnTo>
                <a:lnTo>
                  <a:pt x="3" y="615"/>
                </a:lnTo>
                <a:lnTo>
                  <a:pt x="6" y="614"/>
                </a:lnTo>
                <a:lnTo>
                  <a:pt x="6" y="613"/>
                </a:lnTo>
                <a:lnTo>
                  <a:pt x="6" y="612"/>
                </a:lnTo>
                <a:lnTo>
                  <a:pt x="5" y="611"/>
                </a:lnTo>
                <a:lnTo>
                  <a:pt x="6" y="611"/>
                </a:lnTo>
                <a:lnTo>
                  <a:pt x="6" y="610"/>
                </a:lnTo>
                <a:lnTo>
                  <a:pt x="7" y="610"/>
                </a:lnTo>
                <a:lnTo>
                  <a:pt x="7" y="609"/>
                </a:lnTo>
                <a:lnTo>
                  <a:pt x="6" y="607"/>
                </a:lnTo>
                <a:lnTo>
                  <a:pt x="5" y="607"/>
                </a:lnTo>
                <a:lnTo>
                  <a:pt x="5" y="606"/>
                </a:lnTo>
                <a:lnTo>
                  <a:pt x="4" y="607"/>
                </a:lnTo>
                <a:lnTo>
                  <a:pt x="4" y="606"/>
                </a:lnTo>
                <a:lnTo>
                  <a:pt x="3" y="605"/>
                </a:lnTo>
                <a:lnTo>
                  <a:pt x="4" y="604"/>
                </a:lnTo>
                <a:lnTo>
                  <a:pt x="4" y="603"/>
                </a:lnTo>
                <a:lnTo>
                  <a:pt x="5" y="603"/>
                </a:lnTo>
                <a:lnTo>
                  <a:pt x="5" y="602"/>
                </a:lnTo>
                <a:lnTo>
                  <a:pt x="5" y="600"/>
                </a:lnTo>
                <a:lnTo>
                  <a:pt x="5" y="599"/>
                </a:lnTo>
                <a:lnTo>
                  <a:pt x="5" y="598"/>
                </a:lnTo>
                <a:lnTo>
                  <a:pt x="5" y="597"/>
                </a:lnTo>
                <a:lnTo>
                  <a:pt x="4" y="597"/>
                </a:lnTo>
                <a:lnTo>
                  <a:pt x="4" y="596"/>
                </a:lnTo>
                <a:lnTo>
                  <a:pt x="4" y="595"/>
                </a:lnTo>
                <a:lnTo>
                  <a:pt x="5" y="594"/>
                </a:lnTo>
                <a:lnTo>
                  <a:pt x="5" y="593"/>
                </a:lnTo>
                <a:lnTo>
                  <a:pt x="6" y="593"/>
                </a:lnTo>
                <a:lnTo>
                  <a:pt x="7" y="593"/>
                </a:lnTo>
                <a:lnTo>
                  <a:pt x="8" y="593"/>
                </a:lnTo>
                <a:lnTo>
                  <a:pt x="8" y="594"/>
                </a:lnTo>
                <a:lnTo>
                  <a:pt x="9" y="594"/>
                </a:lnTo>
                <a:lnTo>
                  <a:pt x="9" y="593"/>
                </a:lnTo>
                <a:lnTo>
                  <a:pt x="10" y="592"/>
                </a:lnTo>
                <a:lnTo>
                  <a:pt x="11" y="592"/>
                </a:lnTo>
                <a:lnTo>
                  <a:pt x="11" y="593"/>
                </a:lnTo>
                <a:lnTo>
                  <a:pt x="12" y="593"/>
                </a:lnTo>
                <a:lnTo>
                  <a:pt x="13" y="593"/>
                </a:lnTo>
                <a:lnTo>
                  <a:pt x="12" y="594"/>
                </a:lnTo>
                <a:lnTo>
                  <a:pt x="13" y="594"/>
                </a:lnTo>
                <a:lnTo>
                  <a:pt x="14" y="594"/>
                </a:lnTo>
                <a:lnTo>
                  <a:pt x="15" y="593"/>
                </a:lnTo>
                <a:lnTo>
                  <a:pt x="16" y="593"/>
                </a:lnTo>
                <a:lnTo>
                  <a:pt x="16" y="592"/>
                </a:lnTo>
                <a:lnTo>
                  <a:pt x="16" y="591"/>
                </a:lnTo>
                <a:lnTo>
                  <a:pt x="17" y="590"/>
                </a:lnTo>
                <a:lnTo>
                  <a:pt x="18" y="590"/>
                </a:lnTo>
                <a:lnTo>
                  <a:pt x="21" y="590"/>
                </a:lnTo>
                <a:lnTo>
                  <a:pt x="21" y="591"/>
                </a:lnTo>
                <a:lnTo>
                  <a:pt x="22" y="592"/>
                </a:lnTo>
                <a:lnTo>
                  <a:pt x="23" y="592"/>
                </a:lnTo>
                <a:lnTo>
                  <a:pt x="23" y="593"/>
                </a:lnTo>
                <a:lnTo>
                  <a:pt x="24" y="593"/>
                </a:lnTo>
                <a:lnTo>
                  <a:pt x="25" y="593"/>
                </a:lnTo>
                <a:lnTo>
                  <a:pt x="26" y="593"/>
                </a:lnTo>
                <a:lnTo>
                  <a:pt x="25" y="593"/>
                </a:lnTo>
                <a:lnTo>
                  <a:pt x="25" y="592"/>
                </a:lnTo>
                <a:lnTo>
                  <a:pt x="26" y="592"/>
                </a:lnTo>
                <a:lnTo>
                  <a:pt x="27" y="593"/>
                </a:lnTo>
                <a:lnTo>
                  <a:pt x="28" y="594"/>
                </a:lnTo>
                <a:lnTo>
                  <a:pt x="29" y="594"/>
                </a:lnTo>
                <a:lnTo>
                  <a:pt x="30" y="595"/>
                </a:lnTo>
                <a:lnTo>
                  <a:pt x="30" y="596"/>
                </a:lnTo>
                <a:lnTo>
                  <a:pt x="30" y="597"/>
                </a:lnTo>
                <a:lnTo>
                  <a:pt x="31" y="597"/>
                </a:lnTo>
                <a:lnTo>
                  <a:pt x="31" y="596"/>
                </a:lnTo>
                <a:lnTo>
                  <a:pt x="31" y="595"/>
                </a:lnTo>
                <a:lnTo>
                  <a:pt x="32" y="595"/>
                </a:lnTo>
                <a:lnTo>
                  <a:pt x="33" y="594"/>
                </a:lnTo>
                <a:lnTo>
                  <a:pt x="33" y="593"/>
                </a:lnTo>
                <a:lnTo>
                  <a:pt x="34" y="593"/>
                </a:lnTo>
                <a:lnTo>
                  <a:pt x="35" y="592"/>
                </a:lnTo>
                <a:lnTo>
                  <a:pt x="34" y="592"/>
                </a:lnTo>
                <a:lnTo>
                  <a:pt x="34" y="591"/>
                </a:lnTo>
                <a:lnTo>
                  <a:pt x="35" y="591"/>
                </a:lnTo>
                <a:lnTo>
                  <a:pt x="36" y="591"/>
                </a:lnTo>
                <a:lnTo>
                  <a:pt x="38" y="589"/>
                </a:lnTo>
                <a:lnTo>
                  <a:pt x="37" y="589"/>
                </a:lnTo>
                <a:lnTo>
                  <a:pt x="37" y="588"/>
                </a:lnTo>
                <a:lnTo>
                  <a:pt x="38" y="587"/>
                </a:lnTo>
                <a:lnTo>
                  <a:pt x="39" y="587"/>
                </a:lnTo>
                <a:lnTo>
                  <a:pt x="40" y="586"/>
                </a:lnTo>
                <a:lnTo>
                  <a:pt x="39" y="585"/>
                </a:lnTo>
                <a:lnTo>
                  <a:pt x="40" y="585"/>
                </a:lnTo>
                <a:lnTo>
                  <a:pt x="41" y="584"/>
                </a:lnTo>
                <a:lnTo>
                  <a:pt x="42" y="583"/>
                </a:lnTo>
                <a:lnTo>
                  <a:pt x="43" y="584"/>
                </a:lnTo>
                <a:lnTo>
                  <a:pt x="43" y="585"/>
                </a:lnTo>
                <a:lnTo>
                  <a:pt x="43" y="586"/>
                </a:lnTo>
                <a:lnTo>
                  <a:pt x="44" y="586"/>
                </a:lnTo>
                <a:lnTo>
                  <a:pt x="44" y="585"/>
                </a:lnTo>
                <a:lnTo>
                  <a:pt x="43" y="585"/>
                </a:lnTo>
                <a:lnTo>
                  <a:pt x="43" y="584"/>
                </a:lnTo>
                <a:lnTo>
                  <a:pt x="43" y="583"/>
                </a:lnTo>
                <a:lnTo>
                  <a:pt x="44" y="582"/>
                </a:lnTo>
                <a:lnTo>
                  <a:pt x="44" y="580"/>
                </a:lnTo>
                <a:lnTo>
                  <a:pt x="44" y="579"/>
                </a:lnTo>
                <a:lnTo>
                  <a:pt x="44" y="578"/>
                </a:lnTo>
                <a:lnTo>
                  <a:pt x="43" y="577"/>
                </a:lnTo>
                <a:lnTo>
                  <a:pt x="43" y="575"/>
                </a:lnTo>
                <a:lnTo>
                  <a:pt x="42" y="574"/>
                </a:lnTo>
                <a:lnTo>
                  <a:pt x="43" y="574"/>
                </a:lnTo>
                <a:lnTo>
                  <a:pt x="43" y="573"/>
                </a:lnTo>
                <a:lnTo>
                  <a:pt x="45" y="572"/>
                </a:lnTo>
                <a:lnTo>
                  <a:pt x="46" y="571"/>
                </a:lnTo>
                <a:lnTo>
                  <a:pt x="47" y="571"/>
                </a:lnTo>
                <a:lnTo>
                  <a:pt x="50" y="571"/>
                </a:lnTo>
                <a:lnTo>
                  <a:pt x="51" y="571"/>
                </a:lnTo>
                <a:lnTo>
                  <a:pt x="52" y="572"/>
                </a:lnTo>
                <a:lnTo>
                  <a:pt x="52" y="573"/>
                </a:lnTo>
                <a:lnTo>
                  <a:pt x="52" y="575"/>
                </a:lnTo>
                <a:lnTo>
                  <a:pt x="52" y="576"/>
                </a:lnTo>
                <a:lnTo>
                  <a:pt x="53" y="577"/>
                </a:lnTo>
                <a:lnTo>
                  <a:pt x="53" y="579"/>
                </a:lnTo>
                <a:lnTo>
                  <a:pt x="53" y="580"/>
                </a:lnTo>
                <a:lnTo>
                  <a:pt x="54" y="581"/>
                </a:lnTo>
                <a:lnTo>
                  <a:pt x="55" y="582"/>
                </a:lnTo>
                <a:lnTo>
                  <a:pt x="56" y="583"/>
                </a:lnTo>
                <a:lnTo>
                  <a:pt x="55" y="583"/>
                </a:lnTo>
                <a:lnTo>
                  <a:pt x="55" y="584"/>
                </a:lnTo>
                <a:lnTo>
                  <a:pt x="55" y="585"/>
                </a:lnTo>
                <a:lnTo>
                  <a:pt x="56" y="585"/>
                </a:lnTo>
                <a:lnTo>
                  <a:pt x="57" y="586"/>
                </a:lnTo>
                <a:lnTo>
                  <a:pt x="58" y="586"/>
                </a:lnTo>
                <a:lnTo>
                  <a:pt x="58" y="587"/>
                </a:lnTo>
                <a:lnTo>
                  <a:pt x="58" y="588"/>
                </a:lnTo>
                <a:lnTo>
                  <a:pt x="61" y="590"/>
                </a:lnTo>
                <a:lnTo>
                  <a:pt x="62" y="590"/>
                </a:lnTo>
                <a:lnTo>
                  <a:pt x="63" y="589"/>
                </a:lnTo>
                <a:lnTo>
                  <a:pt x="63" y="588"/>
                </a:lnTo>
                <a:lnTo>
                  <a:pt x="65" y="588"/>
                </a:lnTo>
                <a:lnTo>
                  <a:pt x="66" y="588"/>
                </a:lnTo>
                <a:lnTo>
                  <a:pt x="68" y="586"/>
                </a:lnTo>
                <a:lnTo>
                  <a:pt x="69" y="586"/>
                </a:lnTo>
                <a:lnTo>
                  <a:pt x="70" y="587"/>
                </a:lnTo>
                <a:lnTo>
                  <a:pt x="70" y="588"/>
                </a:lnTo>
                <a:lnTo>
                  <a:pt x="71" y="588"/>
                </a:lnTo>
                <a:lnTo>
                  <a:pt x="72" y="589"/>
                </a:lnTo>
                <a:lnTo>
                  <a:pt x="72" y="590"/>
                </a:lnTo>
                <a:lnTo>
                  <a:pt x="72" y="591"/>
                </a:lnTo>
                <a:lnTo>
                  <a:pt x="73" y="590"/>
                </a:lnTo>
                <a:lnTo>
                  <a:pt x="74" y="590"/>
                </a:lnTo>
                <a:lnTo>
                  <a:pt x="76" y="590"/>
                </a:lnTo>
                <a:lnTo>
                  <a:pt x="76" y="589"/>
                </a:lnTo>
                <a:lnTo>
                  <a:pt x="77" y="588"/>
                </a:lnTo>
                <a:lnTo>
                  <a:pt x="78" y="588"/>
                </a:lnTo>
                <a:lnTo>
                  <a:pt x="79" y="586"/>
                </a:lnTo>
                <a:lnTo>
                  <a:pt x="80" y="584"/>
                </a:lnTo>
                <a:lnTo>
                  <a:pt x="82" y="582"/>
                </a:lnTo>
                <a:lnTo>
                  <a:pt x="83" y="581"/>
                </a:lnTo>
                <a:lnTo>
                  <a:pt x="84" y="580"/>
                </a:lnTo>
                <a:lnTo>
                  <a:pt x="84" y="579"/>
                </a:lnTo>
                <a:lnTo>
                  <a:pt x="85" y="579"/>
                </a:lnTo>
                <a:lnTo>
                  <a:pt x="85" y="578"/>
                </a:lnTo>
                <a:lnTo>
                  <a:pt x="86" y="577"/>
                </a:lnTo>
                <a:lnTo>
                  <a:pt x="87" y="576"/>
                </a:lnTo>
                <a:lnTo>
                  <a:pt x="87" y="575"/>
                </a:lnTo>
                <a:lnTo>
                  <a:pt x="87" y="574"/>
                </a:lnTo>
                <a:lnTo>
                  <a:pt x="89" y="573"/>
                </a:lnTo>
                <a:lnTo>
                  <a:pt x="89" y="572"/>
                </a:lnTo>
                <a:lnTo>
                  <a:pt x="90" y="572"/>
                </a:lnTo>
                <a:lnTo>
                  <a:pt x="90" y="571"/>
                </a:lnTo>
                <a:lnTo>
                  <a:pt x="91" y="570"/>
                </a:lnTo>
                <a:lnTo>
                  <a:pt x="92" y="569"/>
                </a:lnTo>
                <a:lnTo>
                  <a:pt x="93" y="568"/>
                </a:lnTo>
                <a:lnTo>
                  <a:pt x="94" y="568"/>
                </a:lnTo>
                <a:lnTo>
                  <a:pt x="95" y="567"/>
                </a:lnTo>
                <a:lnTo>
                  <a:pt x="95" y="566"/>
                </a:lnTo>
                <a:lnTo>
                  <a:pt x="96" y="565"/>
                </a:lnTo>
                <a:lnTo>
                  <a:pt x="97" y="565"/>
                </a:lnTo>
                <a:lnTo>
                  <a:pt x="97" y="564"/>
                </a:lnTo>
                <a:lnTo>
                  <a:pt x="98" y="563"/>
                </a:lnTo>
                <a:lnTo>
                  <a:pt x="98" y="562"/>
                </a:lnTo>
                <a:lnTo>
                  <a:pt x="99" y="562"/>
                </a:lnTo>
                <a:lnTo>
                  <a:pt x="100" y="561"/>
                </a:lnTo>
                <a:lnTo>
                  <a:pt x="101" y="561"/>
                </a:lnTo>
                <a:lnTo>
                  <a:pt x="102" y="561"/>
                </a:lnTo>
                <a:lnTo>
                  <a:pt x="102" y="562"/>
                </a:lnTo>
                <a:lnTo>
                  <a:pt x="104" y="561"/>
                </a:lnTo>
                <a:lnTo>
                  <a:pt x="104" y="560"/>
                </a:lnTo>
                <a:lnTo>
                  <a:pt x="105" y="560"/>
                </a:lnTo>
                <a:lnTo>
                  <a:pt x="105" y="561"/>
                </a:lnTo>
                <a:lnTo>
                  <a:pt x="106" y="561"/>
                </a:lnTo>
                <a:lnTo>
                  <a:pt x="107" y="560"/>
                </a:lnTo>
                <a:lnTo>
                  <a:pt x="108" y="558"/>
                </a:lnTo>
                <a:lnTo>
                  <a:pt x="109" y="558"/>
                </a:lnTo>
                <a:lnTo>
                  <a:pt x="111" y="556"/>
                </a:lnTo>
                <a:lnTo>
                  <a:pt x="112" y="555"/>
                </a:lnTo>
                <a:lnTo>
                  <a:pt x="112" y="556"/>
                </a:lnTo>
                <a:lnTo>
                  <a:pt x="113" y="557"/>
                </a:lnTo>
                <a:lnTo>
                  <a:pt x="114" y="558"/>
                </a:lnTo>
                <a:lnTo>
                  <a:pt x="115" y="557"/>
                </a:lnTo>
                <a:lnTo>
                  <a:pt x="116" y="557"/>
                </a:lnTo>
                <a:lnTo>
                  <a:pt x="117" y="558"/>
                </a:lnTo>
                <a:lnTo>
                  <a:pt x="118" y="558"/>
                </a:lnTo>
                <a:lnTo>
                  <a:pt x="119" y="557"/>
                </a:lnTo>
                <a:lnTo>
                  <a:pt x="120" y="556"/>
                </a:lnTo>
                <a:lnTo>
                  <a:pt x="121" y="557"/>
                </a:lnTo>
                <a:lnTo>
                  <a:pt x="124" y="557"/>
                </a:lnTo>
                <a:lnTo>
                  <a:pt x="125" y="558"/>
                </a:lnTo>
                <a:lnTo>
                  <a:pt x="125" y="559"/>
                </a:lnTo>
                <a:lnTo>
                  <a:pt x="126" y="559"/>
                </a:lnTo>
                <a:lnTo>
                  <a:pt x="126" y="560"/>
                </a:lnTo>
                <a:lnTo>
                  <a:pt x="125" y="561"/>
                </a:lnTo>
                <a:lnTo>
                  <a:pt x="124" y="563"/>
                </a:lnTo>
                <a:lnTo>
                  <a:pt x="124" y="564"/>
                </a:lnTo>
                <a:lnTo>
                  <a:pt x="123" y="564"/>
                </a:lnTo>
                <a:lnTo>
                  <a:pt x="122" y="564"/>
                </a:lnTo>
                <a:lnTo>
                  <a:pt x="121" y="564"/>
                </a:lnTo>
                <a:lnTo>
                  <a:pt x="119" y="565"/>
                </a:lnTo>
                <a:lnTo>
                  <a:pt x="119" y="566"/>
                </a:lnTo>
                <a:lnTo>
                  <a:pt x="119" y="567"/>
                </a:lnTo>
                <a:lnTo>
                  <a:pt x="120" y="567"/>
                </a:lnTo>
                <a:lnTo>
                  <a:pt x="120" y="568"/>
                </a:lnTo>
                <a:lnTo>
                  <a:pt x="121" y="571"/>
                </a:lnTo>
                <a:lnTo>
                  <a:pt x="121" y="572"/>
                </a:lnTo>
                <a:lnTo>
                  <a:pt x="122" y="572"/>
                </a:lnTo>
                <a:lnTo>
                  <a:pt x="123" y="572"/>
                </a:lnTo>
                <a:lnTo>
                  <a:pt x="124" y="574"/>
                </a:lnTo>
                <a:lnTo>
                  <a:pt x="125" y="576"/>
                </a:lnTo>
                <a:lnTo>
                  <a:pt x="125" y="577"/>
                </a:lnTo>
                <a:lnTo>
                  <a:pt x="125" y="578"/>
                </a:lnTo>
                <a:lnTo>
                  <a:pt x="126" y="578"/>
                </a:lnTo>
                <a:lnTo>
                  <a:pt x="127" y="579"/>
                </a:lnTo>
                <a:lnTo>
                  <a:pt x="126" y="579"/>
                </a:lnTo>
                <a:lnTo>
                  <a:pt x="126" y="580"/>
                </a:lnTo>
                <a:lnTo>
                  <a:pt x="127" y="580"/>
                </a:lnTo>
                <a:lnTo>
                  <a:pt x="128" y="580"/>
                </a:lnTo>
                <a:lnTo>
                  <a:pt x="129" y="580"/>
                </a:lnTo>
                <a:lnTo>
                  <a:pt x="129" y="579"/>
                </a:lnTo>
                <a:lnTo>
                  <a:pt x="130" y="579"/>
                </a:lnTo>
                <a:lnTo>
                  <a:pt x="130" y="580"/>
                </a:lnTo>
                <a:lnTo>
                  <a:pt x="130" y="581"/>
                </a:lnTo>
                <a:lnTo>
                  <a:pt x="130" y="582"/>
                </a:lnTo>
                <a:lnTo>
                  <a:pt x="131" y="582"/>
                </a:lnTo>
                <a:lnTo>
                  <a:pt x="131" y="581"/>
                </a:lnTo>
                <a:lnTo>
                  <a:pt x="132" y="580"/>
                </a:lnTo>
                <a:lnTo>
                  <a:pt x="134" y="578"/>
                </a:lnTo>
                <a:lnTo>
                  <a:pt x="135" y="577"/>
                </a:lnTo>
                <a:lnTo>
                  <a:pt x="134" y="577"/>
                </a:lnTo>
                <a:lnTo>
                  <a:pt x="134" y="576"/>
                </a:lnTo>
                <a:lnTo>
                  <a:pt x="135" y="576"/>
                </a:lnTo>
                <a:lnTo>
                  <a:pt x="138" y="576"/>
                </a:lnTo>
                <a:lnTo>
                  <a:pt x="139" y="577"/>
                </a:lnTo>
                <a:lnTo>
                  <a:pt x="140" y="575"/>
                </a:lnTo>
                <a:lnTo>
                  <a:pt x="141" y="573"/>
                </a:lnTo>
                <a:lnTo>
                  <a:pt x="142" y="573"/>
                </a:lnTo>
                <a:lnTo>
                  <a:pt x="143" y="573"/>
                </a:lnTo>
                <a:lnTo>
                  <a:pt x="143" y="572"/>
                </a:lnTo>
                <a:lnTo>
                  <a:pt x="144" y="571"/>
                </a:lnTo>
                <a:lnTo>
                  <a:pt x="145" y="571"/>
                </a:lnTo>
                <a:lnTo>
                  <a:pt x="146" y="570"/>
                </a:lnTo>
                <a:lnTo>
                  <a:pt x="147" y="569"/>
                </a:lnTo>
                <a:lnTo>
                  <a:pt x="148" y="568"/>
                </a:lnTo>
                <a:lnTo>
                  <a:pt x="147" y="567"/>
                </a:lnTo>
                <a:lnTo>
                  <a:pt x="146" y="568"/>
                </a:lnTo>
                <a:lnTo>
                  <a:pt x="145" y="569"/>
                </a:lnTo>
                <a:lnTo>
                  <a:pt x="145" y="567"/>
                </a:lnTo>
                <a:lnTo>
                  <a:pt x="147" y="567"/>
                </a:lnTo>
                <a:lnTo>
                  <a:pt x="148" y="566"/>
                </a:lnTo>
                <a:lnTo>
                  <a:pt x="149" y="566"/>
                </a:lnTo>
                <a:lnTo>
                  <a:pt x="149" y="565"/>
                </a:lnTo>
                <a:lnTo>
                  <a:pt x="150" y="564"/>
                </a:lnTo>
                <a:lnTo>
                  <a:pt x="151" y="564"/>
                </a:lnTo>
                <a:lnTo>
                  <a:pt x="153" y="563"/>
                </a:lnTo>
                <a:lnTo>
                  <a:pt x="154" y="562"/>
                </a:lnTo>
                <a:lnTo>
                  <a:pt x="154" y="561"/>
                </a:lnTo>
                <a:lnTo>
                  <a:pt x="155" y="560"/>
                </a:lnTo>
                <a:lnTo>
                  <a:pt x="156" y="560"/>
                </a:lnTo>
                <a:lnTo>
                  <a:pt x="156" y="559"/>
                </a:lnTo>
                <a:lnTo>
                  <a:pt x="156" y="558"/>
                </a:lnTo>
                <a:lnTo>
                  <a:pt x="157" y="558"/>
                </a:lnTo>
                <a:lnTo>
                  <a:pt x="157" y="559"/>
                </a:lnTo>
                <a:lnTo>
                  <a:pt x="156" y="559"/>
                </a:lnTo>
                <a:lnTo>
                  <a:pt x="156" y="560"/>
                </a:lnTo>
                <a:lnTo>
                  <a:pt x="157" y="560"/>
                </a:lnTo>
                <a:lnTo>
                  <a:pt x="158" y="560"/>
                </a:lnTo>
                <a:lnTo>
                  <a:pt x="158" y="561"/>
                </a:lnTo>
                <a:lnTo>
                  <a:pt x="159" y="562"/>
                </a:lnTo>
                <a:lnTo>
                  <a:pt x="159" y="563"/>
                </a:lnTo>
                <a:lnTo>
                  <a:pt x="160" y="562"/>
                </a:lnTo>
                <a:lnTo>
                  <a:pt x="161" y="561"/>
                </a:lnTo>
                <a:lnTo>
                  <a:pt x="161" y="560"/>
                </a:lnTo>
                <a:lnTo>
                  <a:pt x="162" y="561"/>
                </a:lnTo>
                <a:lnTo>
                  <a:pt x="161" y="563"/>
                </a:lnTo>
                <a:lnTo>
                  <a:pt x="161" y="564"/>
                </a:lnTo>
                <a:lnTo>
                  <a:pt x="160" y="564"/>
                </a:lnTo>
                <a:lnTo>
                  <a:pt x="159" y="564"/>
                </a:lnTo>
                <a:lnTo>
                  <a:pt x="159" y="565"/>
                </a:lnTo>
                <a:lnTo>
                  <a:pt x="160" y="565"/>
                </a:lnTo>
                <a:lnTo>
                  <a:pt x="161" y="566"/>
                </a:lnTo>
                <a:lnTo>
                  <a:pt x="163" y="567"/>
                </a:lnTo>
                <a:lnTo>
                  <a:pt x="165" y="569"/>
                </a:lnTo>
                <a:lnTo>
                  <a:pt x="166" y="570"/>
                </a:lnTo>
                <a:lnTo>
                  <a:pt x="166" y="571"/>
                </a:lnTo>
                <a:lnTo>
                  <a:pt x="166" y="572"/>
                </a:lnTo>
                <a:lnTo>
                  <a:pt x="167" y="572"/>
                </a:lnTo>
                <a:lnTo>
                  <a:pt x="168" y="572"/>
                </a:lnTo>
                <a:lnTo>
                  <a:pt x="168" y="573"/>
                </a:lnTo>
                <a:lnTo>
                  <a:pt x="168" y="574"/>
                </a:lnTo>
                <a:lnTo>
                  <a:pt x="167" y="575"/>
                </a:lnTo>
                <a:lnTo>
                  <a:pt x="166" y="577"/>
                </a:lnTo>
                <a:lnTo>
                  <a:pt x="166" y="578"/>
                </a:lnTo>
                <a:lnTo>
                  <a:pt x="165" y="578"/>
                </a:lnTo>
                <a:lnTo>
                  <a:pt x="165" y="579"/>
                </a:lnTo>
                <a:lnTo>
                  <a:pt x="164" y="579"/>
                </a:lnTo>
                <a:lnTo>
                  <a:pt x="164" y="580"/>
                </a:lnTo>
                <a:lnTo>
                  <a:pt x="164" y="581"/>
                </a:lnTo>
                <a:lnTo>
                  <a:pt x="165" y="581"/>
                </a:lnTo>
                <a:lnTo>
                  <a:pt x="165" y="582"/>
                </a:lnTo>
                <a:lnTo>
                  <a:pt x="165" y="583"/>
                </a:lnTo>
                <a:lnTo>
                  <a:pt x="164" y="583"/>
                </a:lnTo>
                <a:lnTo>
                  <a:pt x="164" y="584"/>
                </a:lnTo>
                <a:lnTo>
                  <a:pt x="165" y="584"/>
                </a:lnTo>
                <a:lnTo>
                  <a:pt x="165" y="585"/>
                </a:lnTo>
                <a:lnTo>
                  <a:pt x="166" y="585"/>
                </a:lnTo>
                <a:lnTo>
                  <a:pt x="166" y="586"/>
                </a:lnTo>
                <a:lnTo>
                  <a:pt x="166" y="587"/>
                </a:lnTo>
                <a:lnTo>
                  <a:pt x="167" y="587"/>
                </a:lnTo>
                <a:lnTo>
                  <a:pt x="168" y="587"/>
                </a:lnTo>
                <a:lnTo>
                  <a:pt x="168" y="586"/>
                </a:lnTo>
                <a:lnTo>
                  <a:pt x="169" y="585"/>
                </a:lnTo>
                <a:lnTo>
                  <a:pt x="170" y="584"/>
                </a:lnTo>
                <a:lnTo>
                  <a:pt x="170" y="583"/>
                </a:lnTo>
                <a:lnTo>
                  <a:pt x="171" y="582"/>
                </a:lnTo>
                <a:lnTo>
                  <a:pt x="172" y="581"/>
                </a:lnTo>
                <a:lnTo>
                  <a:pt x="172" y="580"/>
                </a:lnTo>
                <a:lnTo>
                  <a:pt x="173" y="579"/>
                </a:lnTo>
                <a:lnTo>
                  <a:pt x="173" y="578"/>
                </a:lnTo>
                <a:lnTo>
                  <a:pt x="174" y="578"/>
                </a:lnTo>
                <a:lnTo>
                  <a:pt x="175" y="577"/>
                </a:lnTo>
                <a:lnTo>
                  <a:pt x="176" y="575"/>
                </a:lnTo>
                <a:lnTo>
                  <a:pt x="176" y="574"/>
                </a:lnTo>
                <a:lnTo>
                  <a:pt x="177" y="573"/>
                </a:lnTo>
                <a:lnTo>
                  <a:pt x="178" y="572"/>
                </a:lnTo>
                <a:lnTo>
                  <a:pt x="178" y="571"/>
                </a:lnTo>
                <a:lnTo>
                  <a:pt x="178" y="570"/>
                </a:lnTo>
                <a:lnTo>
                  <a:pt x="179" y="570"/>
                </a:lnTo>
                <a:lnTo>
                  <a:pt x="180" y="567"/>
                </a:lnTo>
                <a:lnTo>
                  <a:pt x="180" y="566"/>
                </a:lnTo>
                <a:lnTo>
                  <a:pt x="180" y="565"/>
                </a:lnTo>
                <a:lnTo>
                  <a:pt x="181" y="564"/>
                </a:lnTo>
                <a:lnTo>
                  <a:pt x="182" y="563"/>
                </a:lnTo>
                <a:lnTo>
                  <a:pt x="183" y="562"/>
                </a:lnTo>
                <a:lnTo>
                  <a:pt x="183" y="561"/>
                </a:lnTo>
                <a:lnTo>
                  <a:pt x="185" y="559"/>
                </a:lnTo>
                <a:lnTo>
                  <a:pt x="186" y="559"/>
                </a:lnTo>
                <a:lnTo>
                  <a:pt x="187" y="559"/>
                </a:lnTo>
                <a:lnTo>
                  <a:pt x="188" y="559"/>
                </a:lnTo>
                <a:lnTo>
                  <a:pt x="189" y="558"/>
                </a:lnTo>
                <a:lnTo>
                  <a:pt x="189" y="557"/>
                </a:lnTo>
                <a:lnTo>
                  <a:pt x="190" y="556"/>
                </a:lnTo>
                <a:lnTo>
                  <a:pt x="190" y="555"/>
                </a:lnTo>
                <a:lnTo>
                  <a:pt x="191" y="555"/>
                </a:lnTo>
                <a:lnTo>
                  <a:pt x="192" y="553"/>
                </a:lnTo>
                <a:lnTo>
                  <a:pt x="193" y="552"/>
                </a:lnTo>
                <a:lnTo>
                  <a:pt x="193" y="551"/>
                </a:lnTo>
                <a:lnTo>
                  <a:pt x="194" y="551"/>
                </a:lnTo>
                <a:lnTo>
                  <a:pt x="195" y="551"/>
                </a:lnTo>
                <a:lnTo>
                  <a:pt x="196" y="550"/>
                </a:lnTo>
                <a:lnTo>
                  <a:pt x="196" y="549"/>
                </a:lnTo>
                <a:lnTo>
                  <a:pt x="197" y="549"/>
                </a:lnTo>
                <a:lnTo>
                  <a:pt x="198" y="551"/>
                </a:lnTo>
                <a:lnTo>
                  <a:pt x="198" y="552"/>
                </a:lnTo>
                <a:lnTo>
                  <a:pt x="198" y="553"/>
                </a:lnTo>
                <a:lnTo>
                  <a:pt x="198" y="554"/>
                </a:lnTo>
                <a:lnTo>
                  <a:pt x="197" y="554"/>
                </a:lnTo>
                <a:lnTo>
                  <a:pt x="197" y="555"/>
                </a:lnTo>
                <a:lnTo>
                  <a:pt x="198" y="555"/>
                </a:lnTo>
                <a:lnTo>
                  <a:pt x="199" y="555"/>
                </a:lnTo>
                <a:lnTo>
                  <a:pt x="199" y="554"/>
                </a:lnTo>
                <a:lnTo>
                  <a:pt x="200" y="554"/>
                </a:lnTo>
                <a:lnTo>
                  <a:pt x="201" y="553"/>
                </a:lnTo>
                <a:lnTo>
                  <a:pt x="202" y="553"/>
                </a:lnTo>
                <a:lnTo>
                  <a:pt x="203" y="553"/>
                </a:lnTo>
                <a:lnTo>
                  <a:pt x="204" y="552"/>
                </a:lnTo>
                <a:lnTo>
                  <a:pt x="205" y="552"/>
                </a:lnTo>
                <a:lnTo>
                  <a:pt x="205" y="551"/>
                </a:lnTo>
                <a:lnTo>
                  <a:pt x="204" y="551"/>
                </a:lnTo>
                <a:lnTo>
                  <a:pt x="205" y="550"/>
                </a:lnTo>
                <a:lnTo>
                  <a:pt x="205" y="549"/>
                </a:lnTo>
                <a:lnTo>
                  <a:pt x="206" y="549"/>
                </a:lnTo>
                <a:lnTo>
                  <a:pt x="206" y="548"/>
                </a:lnTo>
                <a:lnTo>
                  <a:pt x="205" y="548"/>
                </a:lnTo>
                <a:lnTo>
                  <a:pt x="205" y="547"/>
                </a:lnTo>
                <a:lnTo>
                  <a:pt x="206" y="546"/>
                </a:lnTo>
                <a:lnTo>
                  <a:pt x="206" y="545"/>
                </a:lnTo>
                <a:lnTo>
                  <a:pt x="206" y="544"/>
                </a:lnTo>
                <a:lnTo>
                  <a:pt x="206" y="543"/>
                </a:lnTo>
                <a:lnTo>
                  <a:pt x="207" y="542"/>
                </a:lnTo>
                <a:lnTo>
                  <a:pt x="209" y="542"/>
                </a:lnTo>
                <a:lnTo>
                  <a:pt x="210" y="541"/>
                </a:lnTo>
                <a:lnTo>
                  <a:pt x="211" y="541"/>
                </a:lnTo>
                <a:lnTo>
                  <a:pt x="212" y="541"/>
                </a:lnTo>
                <a:lnTo>
                  <a:pt x="213" y="540"/>
                </a:lnTo>
                <a:lnTo>
                  <a:pt x="214" y="539"/>
                </a:lnTo>
                <a:lnTo>
                  <a:pt x="216" y="538"/>
                </a:lnTo>
                <a:lnTo>
                  <a:pt x="216" y="537"/>
                </a:lnTo>
                <a:lnTo>
                  <a:pt x="217" y="537"/>
                </a:lnTo>
                <a:lnTo>
                  <a:pt x="218" y="536"/>
                </a:lnTo>
                <a:lnTo>
                  <a:pt x="218" y="534"/>
                </a:lnTo>
                <a:lnTo>
                  <a:pt x="219" y="533"/>
                </a:lnTo>
                <a:lnTo>
                  <a:pt x="218" y="532"/>
                </a:lnTo>
                <a:lnTo>
                  <a:pt x="218" y="531"/>
                </a:lnTo>
                <a:lnTo>
                  <a:pt x="217" y="530"/>
                </a:lnTo>
                <a:lnTo>
                  <a:pt x="217" y="529"/>
                </a:lnTo>
                <a:lnTo>
                  <a:pt x="217" y="528"/>
                </a:lnTo>
                <a:lnTo>
                  <a:pt x="218" y="528"/>
                </a:lnTo>
                <a:lnTo>
                  <a:pt x="220" y="528"/>
                </a:lnTo>
                <a:lnTo>
                  <a:pt x="221" y="528"/>
                </a:lnTo>
                <a:lnTo>
                  <a:pt x="222" y="527"/>
                </a:lnTo>
                <a:lnTo>
                  <a:pt x="222" y="526"/>
                </a:lnTo>
                <a:lnTo>
                  <a:pt x="223" y="525"/>
                </a:lnTo>
                <a:lnTo>
                  <a:pt x="225" y="524"/>
                </a:lnTo>
                <a:lnTo>
                  <a:pt x="225" y="523"/>
                </a:lnTo>
                <a:lnTo>
                  <a:pt x="225" y="524"/>
                </a:lnTo>
                <a:lnTo>
                  <a:pt x="225" y="525"/>
                </a:lnTo>
                <a:lnTo>
                  <a:pt x="225" y="526"/>
                </a:lnTo>
                <a:lnTo>
                  <a:pt x="225" y="527"/>
                </a:lnTo>
                <a:lnTo>
                  <a:pt x="225" y="526"/>
                </a:lnTo>
                <a:lnTo>
                  <a:pt x="226" y="526"/>
                </a:lnTo>
                <a:lnTo>
                  <a:pt x="226" y="525"/>
                </a:lnTo>
                <a:lnTo>
                  <a:pt x="227" y="525"/>
                </a:lnTo>
                <a:lnTo>
                  <a:pt x="228" y="525"/>
                </a:lnTo>
                <a:lnTo>
                  <a:pt x="228" y="524"/>
                </a:lnTo>
                <a:lnTo>
                  <a:pt x="228" y="523"/>
                </a:lnTo>
                <a:lnTo>
                  <a:pt x="227" y="523"/>
                </a:lnTo>
                <a:lnTo>
                  <a:pt x="227" y="522"/>
                </a:lnTo>
                <a:lnTo>
                  <a:pt x="227" y="521"/>
                </a:lnTo>
                <a:lnTo>
                  <a:pt x="227" y="520"/>
                </a:lnTo>
                <a:lnTo>
                  <a:pt x="228" y="518"/>
                </a:lnTo>
                <a:lnTo>
                  <a:pt x="229" y="518"/>
                </a:lnTo>
                <a:lnTo>
                  <a:pt x="231" y="516"/>
                </a:lnTo>
                <a:lnTo>
                  <a:pt x="232" y="515"/>
                </a:lnTo>
                <a:lnTo>
                  <a:pt x="233" y="514"/>
                </a:lnTo>
                <a:lnTo>
                  <a:pt x="233" y="513"/>
                </a:lnTo>
                <a:lnTo>
                  <a:pt x="234" y="513"/>
                </a:lnTo>
                <a:lnTo>
                  <a:pt x="235" y="512"/>
                </a:lnTo>
                <a:lnTo>
                  <a:pt x="236" y="512"/>
                </a:lnTo>
                <a:lnTo>
                  <a:pt x="237" y="512"/>
                </a:lnTo>
                <a:lnTo>
                  <a:pt x="237" y="511"/>
                </a:lnTo>
                <a:lnTo>
                  <a:pt x="237" y="510"/>
                </a:lnTo>
                <a:lnTo>
                  <a:pt x="238" y="509"/>
                </a:lnTo>
                <a:lnTo>
                  <a:pt x="240" y="508"/>
                </a:lnTo>
                <a:lnTo>
                  <a:pt x="241" y="508"/>
                </a:lnTo>
                <a:lnTo>
                  <a:pt x="243" y="507"/>
                </a:lnTo>
                <a:lnTo>
                  <a:pt x="245" y="507"/>
                </a:lnTo>
                <a:lnTo>
                  <a:pt x="245" y="506"/>
                </a:lnTo>
                <a:lnTo>
                  <a:pt x="247" y="505"/>
                </a:lnTo>
                <a:lnTo>
                  <a:pt x="248" y="504"/>
                </a:lnTo>
                <a:lnTo>
                  <a:pt x="249" y="503"/>
                </a:lnTo>
                <a:lnTo>
                  <a:pt x="250" y="503"/>
                </a:lnTo>
                <a:lnTo>
                  <a:pt x="251" y="502"/>
                </a:lnTo>
                <a:lnTo>
                  <a:pt x="252" y="502"/>
                </a:lnTo>
                <a:lnTo>
                  <a:pt x="252" y="501"/>
                </a:lnTo>
                <a:lnTo>
                  <a:pt x="253" y="501"/>
                </a:lnTo>
                <a:lnTo>
                  <a:pt x="254" y="501"/>
                </a:lnTo>
                <a:lnTo>
                  <a:pt x="255" y="501"/>
                </a:lnTo>
                <a:lnTo>
                  <a:pt x="255" y="500"/>
                </a:lnTo>
                <a:lnTo>
                  <a:pt x="256" y="500"/>
                </a:lnTo>
                <a:lnTo>
                  <a:pt x="256" y="499"/>
                </a:lnTo>
                <a:lnTo>
                  <a:pt x="256" y="498"/>
                </a:lnTo>
                <a:lnTo>
                  <a:pt x="257" y="498"/>
                </a:lnTo>
                <a:lnTo>
                  <a:pt x="258" y="497"/>
                </a:lnTo>
                <a:lnTo>
                  <a:pt x="259" y="498"/>
                </a:lnTo>
                <a:lnTo>
                  <a:pt x="261" y="499"/>
                </a:lnTo>
                <a:lnTo>
                  <a:pt x="262" y="499"/>
                </a:lnTo>
                <a:lnTo>
                  <a:pt x="263" y="499"/>
                </a:lnTo>
                <a:lnTo>
                  <a:pt x="264" y="500"/>
                </a:lnTo>
                <a:lnTo>
                  <a:pt x="265" y="500"/>
                </a:lnTo>
                <a:lnTo>
                  <a:pt x="265" y="499"/>
                </a:lnTo>
                <a:lnTo>
                  <a:pt x="265" y="500"/>
                </a:lnTo>
                <a:lnTo>
                  <a:pt x="266" y="501"/>
                </a:lnTo>
                <a:lnTo>
                  <a:pt x="266" y="502"/>
                </a:lnTo>
                <a:lnTo>
                  <a:pt x="267" y="502"/>
                </a:lnTo>
                <a:lnTo>
                  <a:pt x="268" y="502"/>
                </a:lnTo>
                <a:lnTo>
                  <a:pt x="269" y="502"/>
                </a:lnTo>
                <a:lnTo>
                  <a:pt x="269" y="501"/>
                </a:lnTo>
                <a:lnTo>
                  <a:pt x="270" y="501"/>
                </a:lnTo>
                <a:lnTo>
                  <a:pt x="271" y="500"/>
                </a:lnTo>
                <a:lnTo>
                  <a:pt x="271" y="499"/>
                </a:lnTo>
                <a:lnTo>
                  <a:pt x="272" y="499"/>
                </a:lnTo>
                <a:lnTo>
                  <a:pt x="272" y="500"/>
                </a:lnTo>
                <a:lnTo>
                  <a:pt x="273" y="500"/>
                </a:lnTo>
                <a:lnTo>
                  <a:pt x="274" y="500"/>
                </a:lnTo>
                <a:lnTo>
                  <a:pt x="275" y="500"/>
                </a:lnTo>
                <a:lnTo>
                  <a:pt x="276" y="500"/>
                </a:lnTo>
                <a:lnTo>
                  <a:pt x="277" y="500"/>
                </a:lnTo>
                <a:lnTo>
                  <a:pt x="277" y="501"/>
                </a:lnTo>
                <a:lnTo>
                  <a:pt x="277" y="502"/>
                </a:lnTo>
                <a:lnTo>
                  <a:pt x="277" y="503"/>
                </a:lnTo>
                <a:lnTo>
                  <a:pt x="277" y="504"/>
                </a:lnTo>
                <a:lnTo>
                  <a:pt x="278" y="505"/>
                </a:lnTo>
                <a:lnTo>
                  <a:pt x="279" y="506"/>
                </a:lnTo>
                <a:lnTo>
                  <a:pt x="279" y="507"/>
                </a:lnTo>
                <a:lnTo>
                  <a:pt x="279" y="508"/>
                </a:lnTo>
                <a:lnTo>
                  <a:pt x="279" y="509"/>
                </a:lnTo>
                <a:lnTo>
                  <a:pt x="279" y="511"/>
                </a:lnTo>
                <a:lnTo>
                  <a:pt x="279" y="512"/>
                </a:lnTo>
                <a:lnTo>
                  <a:pt x="280" y="512"/>
                </a:lnTo>
                <a:lnTo>
                  <a:pt x="282" y="513"/>
                </a:lnTo>
                <a:lnTo>
                  <a:pt x="283" y="514"/>
                </a:lnTo>
                <a:lnTo>
                  <a:pt x="284" y="515"/>
                </a:lnTo>
                <a:lnTo>
                  <a:pt x="284" y="516"/>
                </a:lnTo>
                <a:lnTo>
                  <a:pt x="284" y="517"/>
                </a:lnTo>
                <a:lnTo>
                  <a:pt x="285" y="517"/>
                </a:lnTo>
                <a:lnTo>
                  <a:pt x="286" y="517"/>
                </a:lnTo>
                <a:lnTo>
                  <a:pt x="287" y="517"/>
                </a:lnTo>
                <a:lnTo>
                  <a:pt x="290" y="516"/>
                </a:lnTo>
                <a:lnTo>
                  <a:pt x="291" y="516"/>
                </a:lnTo>
                <a:lnTo>
                  <a:pt x="291" y="515"/>
                </a:lnTo>
                <a:lnTo>
                  <a:pt x="292" y="514"/>
                </a:lnTo>
                <a:lnTo>
                  <a:pt x="292" y="513"/>
                </a:lnTo>
                <a:lnTo>
                  <a:pt x="293" y="511"/>
                </a:lnTo>
                <a:lnTo>
                  <a:pt x="294" y="509"/>
                </a:lnTo>
                <a:lnTo>
                  <a:pt x="295" y="508"/>
                </a:lnTo>
                <a:lnTo>
                  <a:pt x="296" y="508"/>
                </a:lnTo>
                <a:lnTo>
                  <a:pt x="296" y="507"/>
                </a:lnTo>
                <a:lnTo>
                  <a:pt x="296" y="506"/>
                </a:lnTo>
                <a:lnTo>
                  <a:pt x="297" y="505"/>
                </a:lnTo>
                <a:lnTo>
                  <a:pt x="297" y="504"/>
                </a:lnTo>
                <a:lnTo>
                  <a:pt x="297" y="503"/>
                </a:lnTo>
                <a:lnTo>
                  <a:pt x="297" y="502"/>
                </a:lnTo>
                <a:lnTo>
                  <a:pt x="298" y="501"/>
                </a:lnTo>
                <a:lnTo>
                  <a:pt x="299" y="500"/>
                </a:lnTo>
                <a:lnTo>
                  <a:pt x="299" y="499"/>
                </a:lnTo>
                <a:lnTo>
                  <a:pt x="299" y="498"/>
                </a:lnTo>
                <a:lnTo>
                  <a:pt x="300" y="497"/>
                </a:lnTo>
                <a:lnTo>
                  <a:pt x="300" y="496"/>
                </a:lnTo>
                <a:lnTo>
                  <a:pt x="301" y="495"/>
                </a:lnTo>
                <a:lnTo>
                  <a:pt x="302" y="493"/>
                </a:lnTo>
                <a:lnTo>
                  <a:pt x="301" y="492"/>
                </a:lnTo>
                <a:lnTo>
                  <a:pt x="300" y="491"/>
                </a:lnTo>
                <a:lnTo>
                  <a:pt x="300" y="490"/>
                </a:lnTo>
                <a:lnTo>
                  <a:pt x="301" y="487"/>
                </a:lnTo>
                <a:lnTo>
                  <a:pt x="301" y="486"/>
                </a:lnTo>
                <a:lnTo>
                  <a:pt x="301" y="485"/>
                </a:lnTo>
                <a:lnTo>
                  <a:pt x="302" y="484"/>
                </a:lnTo>
                <a:lnTo>
                  <a:pt x="303" y="483"/>
                </a:lnTo>
                <a:lnTo>
                  <a:pt x="303" y="482"/>
                </a:lnTo>
                <a:lnTo>
                  <a:pt x="303" y="481"/>
                </a:lnTo>
                <a:lnTo>
                  <a:pt x="304" y="480"/>
                </a:lnTo>
                <a:lnTo>
                  <a:pt x="304" y="479"/>
                </a:lnTo>
                <a:lnTo>
                  <a:pt x="304" y="477"/>
                </a:lnTo>
                <a:lnTo>
                  <a:pt x="303" y="477"/>
                </a:lnTo>
                <a:lnTo>
                  <a:pt x="302" y="477"/>
                </a:lnTo>
                <a:lnTo>
                  <a:pt x="300" y="477"/>
                </a:lnTo>
                <a:lnTo>
                  <a:pt x="299" y="478"/>
                </a:lnTo>
                <a:lnTo>
                  <a:pt x="298" y="478"/>
                </a:lnTo>
                <a:lnTo>
                  <a:pt x="298" y="477"/>
                </a:lnTo>
                <a:lnTo>
                  <a:pt x="298" y="476"/>
                </a:lnTo>
                <a:lnTo>
                  <a:pt x="298" y="475"/>
                </a:lnTo>
                <a:lnTo>
                  <a:pt x="299" y="475"/>
                </a:lnTo>
                <a:lnTo>
                  <a:pt x="299" y="474"/>
                </a:lnTo>
                <a:lnTo>
                  <a:pt x="299" y="472"/>
                </a:lnTo>
                <a:lnTo>
                  <a:pt x="299" y="471"/>
                </a:lnTo>
                <a:lnTo>
                  <a:pt x="298" y="469"/>
                </a:lnTo>
                <a:lnTo>
                  <a:pt x="297" y="469"/>
                </a:lnTo>
                <a:lnTo>
                  <a:pt x="296" y="469"/>
                </a:lnTo>
                <a:lnTo>
                  <a:pt x="295" y="469"/>
                </a:lnTo>
                <a:lnTo>
                  <a:pt x="295" y="468"/>
                </a:lnTo>
                <a:lnTo>
                  <a:pt x="295" y="467"/>
                </a:lnTo>
                <a:lnTo>
                  <a:pt x="296" y="467"/>
                </a:lnTo>
                <a:lnTo>
                  <a:pt x="296" y="466"/>
                </a:lnTo>
                <a:lnTo>
                  <a:pt x="295" y="465"/>
                </a:lnTo>
                <a:lnTo>
                  <a:pt x="296" y="465"/>
                </a:lnTo>
                <a:lnTo>
                  <a:pt x="296" y="463"/>
                </a:lnTo>
                <a:lnTo>
                  <a:pt x="297" y="463"/>
                </a:lnTo>
                <a:lnTo>
                  <a:pt x="297" y="462"/>
                </a:lnTo>
                <a:lnTo>
                  <a:pt x="296" y="462"/>
                </a:lnTo>
                <a:lnTo>
                  <a:pt x="295" y="462"/>
                </a:lnTo>
                <a:lnTo>
                  <a:pt x="295" y="461"/>
                </a:lnTo>
                <a:lnTo>
                  <a:pt x="294" y="460"/>
                </a:lnTo>
                <a:lnTo>
                  <a:pt x="294" y="459"/>
                </a:lnTo>
                <a:lnTo>
                  <a:pt x="295" y="458"/>
                </a:lnTo>
                <a:lnTo>
                  <a:pt x="295" y="457"/>
                </a:lnTo>
                <a:lnTo>
                  <a:pt x="296" y="455"/>
                </a:lnTo>
                <a:lnTo>
                  <a:pt x="296" y="454"/>
                </a:lnTo>
                <a:lnTo>
                  <a:pt x="297" y="454"/>
                </a:lnTo>
                <a:lnTo>
                  <a:pt x="297" y="453"/>
                </a:lnTo>
                <a:lnTo>
                  <a:pt x="299" y="453"/>
                </a:lnTo>
                <a:lnTo>
                  <a:pt x="299" y="452"/>
                </a:lnTo>
                <a:lnTo>
                  <a:pt x="298" y="452"/>
                </a:lnTo>
                <a:lnTo>
                  <a:pt x="298" y="451"/>
                </a:lnTo>
                <a:lnTo>
                  <a:pt x="299" y="451"/>
                </a:lnTo>
                <a:lnTo>
                  <a:pt x="300" y="451"/>
                </a:lnTo>
                <a:lnTo>
                  <a:pt x="301" y="451"/>
                </a:lnTo>
                <a:lnTo>
                  <a:pt x="302" y="451"/>
                </a:lnTo>
                <a:lnTo>
                  <a:pt x="302" y="450"/>
                </a:lnTo>
                <a:lnTo>
                  <a:pt x="303" y="450"/>
                </a:lnTo>
                <a:lnTo>
                  <a:pt x="304" y="450"/>
                </a:lnTo>
                <a:lnTo>
                  <a:pt x="304" y="449"/>
                </a:lnTo>
                <a:lnTo>
                  <a:pt x="304" y="450"/>
                </a:lnTo>
                <a:lnTo>
                  <a:pt x="305" y="448"/>
                </a:lnTo>
                <a:lnTo>
                  <a:pt x="305" y="447"/>
                </a:lnTo>
                <a:lnTo>
                  <a:pt x="305" y="445"/>
                </a:lnTo>
                <a:lnTo>
                  <a:pt x="305" y="444"/>
                </a:lnTo>
                <a:lnTo>
                  <a:pt x="306" y="444"/>
                </a:lnTo>
                <a:lnTo>
                  <a:pt x="307" y="443"/>
                </a:lnTo>
                <a:lnTo>
                  <a:pt x="307" y="442"/>
                </a:lnTo>
                <a:lnTo>
                  <a:pt x="307" y="441"/>
                </a:lnTo>
                <a:lnTo>
                  <a:pt x="306" y="441"/>
                </a:lnTo>
                <a:lnTo>
                  <a:pt x="304" y="440"/>
                </a:lnTo>
                <a:lnTo>
                  <a:pt x="304" y="439"/>
                </a:lnTo>
                <a:lnTo>
                  <a:pt x="304" y="438"/>
                </a:lnTo>
                <a:lnTo>
                  <a:pt x="304" y="437"/>
                </a:lnTo>
                <a:lnTo>
                  <a:pt x="303" y="436"/>
                </a:lnTo>
                <a:lnTo>
                  <a:pt x="303" y="435"/>
                </a:lnTo>
                <a:lnTo>
                  <a:pt x="303" y="434"/>
                </a:lnTo>
                <a:lnTo>
                  <a:pt x="303" y="433"/>
                </a:lnTo>
                <a:lnTo>
                  <a:pt x="303" y="431"/>
                </a:lnTo>
                <a:lnTo>
                  <a:pt x="302" y="431"/>
                </a:lnTo>
                <a:lnTo>
                  <a:pt x="302" y="430"/>
                </a:lnTo>
                <a:lnTo>
                  <a:pt x="301" y="429"/>
                </a:lnTo>
                <a:lnTo>
                  <a:pt x="301" y="428"/>
                </a:lnTo>
                <a:lnTo>
                  <a:pt x="302" y="428"/>
                </a:lnTo>
                <a:lnTo>
                  <a:pt x="302" y="426"/>
                </a:lnTo>
                <a:lnTo>
                  <a:pt x="302" y="425"/>
                </a:lnTo>
                <a:lnTo>
                  <a:pt x="301" y="424"/>
                </a:lnTo>
                <a:lnTo>
                  <a:pt x="301" y="423"/>
                </a:lnTo>
                <a:lnTo>
                  <a:pt x="300" y="423"/>
                </a:lnTo>
                <a:lnTo>
                  <a:pt x="299" y="423"/>
                </a:lnTo>
                <a:lnTo>
                  <a:pt x="299" y="422"/>
                </a:lnTo>
                <a:lnTo>
                  <a:pt x="299" y="421"/>
                </a:lnTo>
                <a:lnTo>
                  <a:pt x="299" y="419"/>
                </a:lnTo>
                <a:lnTo>
                  <a:pt x="298" y="419"/>
                </a:lnTo>
                <a:lnTo>
                  <a:pt x="298" y="418"/>
                </a:lnTo>
                <a:lnTo>
                  <a:pt x="298" y="416"/>
                </a:lnTo>
                <a:lnTo>
                  <a:pt x="299" y="416"/>
                </a:lnTo>
                <a:lnTo>
                  <a:pt x="299" y="415"/>
                </a:lnTo>
                <a:lnTo>
                  <a:pt x="299" y="414"/>
                </a:lnTo>
                <a:lnTo>
                  <a:pt x="299" y="412"/>
                </a:lnTo>
                <a:lnTo>
                  <a:pt x="299" y="411"/>
                </a:lnTo>
                <a:lnTo>
                  <a:pt x="299" y="410"/>
                </a:lnTo>
                <a:lnTo>
                  <a:pt x="297" y="410"/>
                </a:lnTo>
                <a:lnTo>
                  <a:pt x="298" y="408"/>
                </a:lnTo>
                <a:lnTo>
                  <a:pt x="298" y="407"/>
                </a:lnTo>
                <a:lnTo>
                  <a:pt x="297" y="406"/>
                </a:lnTo>
                <a:lnTo>
                  <a:pt x="297" y="405"/>
                </a:lnTo>
                <a:lnTo>
                  <a:pt x="296" y="404"/>
                </a:lnTo>
                <a:lnTo>
                  <a:pt x="296" y="403"/>
                </a:lnTo>
                <a:lnTo>
                  <a:pt x="296" y="402"/>
                </a:lnTo>
                <a:lnTo>
                  <a:pt x="296" y="401"/>
                </a:lnTo>
                <a:lnTo>
                  <a:pt x="295" y="400"/>
                </a:lnTo>
                <a:lnTo>
                  <a:pt x="295" y="399"/>
                </a:lnTo>
                <a:lnTo>
                  <a:pt x="295" y="398"/>
                </a:lnTo>
                <a:lnTo>
                  <a:pt x="295" y="397"/>
                </a:lnTo>
                <a:lnTo>
                  <a:pt x="295" y="396"/>
                </a:lnTo>
                <a:lnTo>
                  <a:pt x="295" y="395"/>
                </a:lnTo>
                <a:lnTo>
                  <a:pt x="294" y="395"/>
                </a:lnTo>
                <a:lnTo>
                  <a:pt x="292" y="394"/>
                </a:lnTo>
                <a:lnTo>
                  <a:pt x="291" y="394"/>
                </a:lnTo>
                <a:lnTo>
                  <a:pt x="291" y="393"/>
                </a:lnTo>
                <a:lnTo>
                  <a:pt x="290" y="392"/>
                </a:lnTo>
                <a:lnTo>
                  <a:pt x="290" y="391"/>
                </a:lnTo>
                <a:lnTo>
                  <a:pt x="290" y="390"/>
                </a:lnTo>
                <a:lnTo>
                  <a:pt x="289" y="391"/>
                </a:lnTo>
                <a:lnTo>
                  <a:pt x="288" y="391"/>
                </a:lnTo>
                <a:lnTo>
                  <a:pt x="287" y="391"/>
                </a:lnTo>
                <a:lnTo>
                  <a:pt x="286" y="391"/>
                </a:lnTo>
                <a:lnTo>
                  <a:pt x="285" y="391"/>
                </a:lnTo>
                <a:lnTo>
                  <a:pt x="284" y="391"/>
                </a:lnTo>
                <a:lnTo>
                  <a:pt x="283" y="391"/>
                </a:lnTo>
                <a:lnTo>
                  <a:pt x="283" y="392"/>
                </a:lnTo>
                <a:lnTo>
                  <a:pt x="280" y="392"/>
                </a:lnTo>
                <a:lnTo>
                  <a:pt x="278" y="390"/>
                </a:lnTo>
                <a:lnTo>
                  <a:pt x="278" y="389"/>
                </a:lnTo>
                <a:lnTo>
                  <a:pt x="277" y="388"/>
                </a:lnTo>
                <a:lnTo>
                  <a:pt x="276" y="388"/>
                </a:lnTo>
                <a:lnTo>
                  <a:pt x="276" y="387"/>
                </a:lnTo>
                <a:lnTo>
                  <a:pt x="275" y="387"/>
                </a:lnTo>
                <a:lnTo>
                  <a:pt x="276" y="387"/>
                </a:lnTo>
                <a:lnTo>
                  <a:pt x="276" y="386"/>
                </a:lnTo>
                <a:lnTo>
                  <a:pt x="276" y="385"/>
                </a:lnTo>
                <a:lnTo>
                  <a:pt x="275" y="385"/>
                </a:lnTo>
                <a:lnTo>
                  <a:pt x="274" y="385"/>
                </a:lnTo>
                <a:lnTo>
                  <a:pt x="273" y="385"/>
                </a:lnTo>
                <a:lnTo>
                  <a:pt x="272" y="385"/>
                </a:lnTo>
                <a:lnTo>
                  <a:pt x="272" y="384"/>
                </a:lnTo>
                <a:lnTo>
                  <a:pt x="270" y="383"/>
                </a:lnTo>
                <a:lnTo>
                  <a:pt x="270" y="382"/>
                </a:lnTo>
                <a:lnTo>
                  <a:pt x="270" y="381"/>
                </a:lnTo>
                <a:lnTo>
                  <a:pt x="269" y="380"/>
                </a:lnTo>
                <a:lnTo>
                  <a:pt x="268" y="380"/>
                </a:lnTo>
                <a:lnTo>
                  <a:pt x="268" y="379"/>
                </a:lnTo>
                <a:lnTo>
                  <a:pt x="267" y="379"/>
                </a:lnTo>
                <a:lnTo>
                  <a:pt x="266" y="379"/>
                </a:lnTo>
                <a:lnTo>
                  <a:pt x="266" y="378"/>
                </a:lnTo>
                <a:lnTo>
                  <a:pt x="266" y="379"/>
                </a:lnTo>
                <a:lnTo>
                  <a:pt x="265" y="379"/>
                </a:lnTo>
                <a:lnTo>
                  <a:pt x="264" y="379"/>
                </a:lnTo>
                <a:lnTo>
                  <a:pt x="263" y="379"/>
                </a:lnTo>
                <a:lnTo>
                  <a:pt x="263" y="380"/>
                </a:lnTo>
                <a:lnTo>
                  <a:pt x="262" y="380"/>
                </a:lnTo>
                <a:lnTo>
                  <a:pt x="261" y="380"/>
                </a:lnTo>
                <a:lnTo>
                  <a:pt x="260" y="380"/>
                </a:lnTo>
                <a:lnTo>
                  <a:pt x="260" y="379"/>
                </a:lnTo>
                <a:lnTo>
                  <a:pt x="259" y="378"/>
                </a:lnTo>
                <a:lnTo>
                  <a:pt x="259" y="377"/>
                </a:lnTo>
                <a:lnTo>
                  <a:pt x="260" y="377"/>
                </a:lnTo>
                <a:lnTo>
                  <a:pt x="260" y="376"/>
                </a:lnTo>
                <a:lnTo>
                  <a:pt x="261" y="376"/>
                </a:lnTo>
                <a:lnTo>
                  <a:pt x="262" y="376"/>
                </a:lnTo>
                <a:lnTo>
                  <a:pt x="262" y="375"/>
                </a:lnTo>
                <a:lnTo>
                  <a:pt x="263" y="375"/>
                </a:lnTo>
                <a:lnTo>
                  <a:pt x="262" y="374"/>
                </a:lnTo>
                <a:lnTo>
                  <a:pt x="263" y="374"/>
                </a:lnTo>
                <a:lnTo>
                  <a:pt x="263" y="373"/>
                </a:lnTo>
                <a:lnTo>
                  <a:pt x="264" y="373"/>
                </a:lnTo>
                <a:lnTo>
                  <a:pt x="265" y="372"/>
                </a:lnTo>
                <a:lnTo>
                  <a:pt x="265" y="371"/>
                </a:lnTo>
                <a:lnTo>
                  <a:pt x="266" y="371"/>
                </a:lnTo>
                <a:lnTo>
                  <a:pt x="265" y="371"/>
                </a:lnTo>
                <a:lnTo>
                  <a:pt x="264" y="371"/>
                </a:lnTo>
                <a:lnTo>
                  <a:pt x="264" y="372"/>
                </a:lnTo>
                <a:lnTo>
                  <a:pt x="263" y="372"/>
                </a:lnTo>
                <a:lnTo>
                  <a:pt x="262" y="372"/>
                </a:lnTo>
                <a:lnTo>
                  <a:pt x="261" y="372"/>
                </a:lnTo>
                <a:lnTo>
                  <a:pt x="260" y="372"/>
                </a:lnTo>
                <a:lnTo>
                  <a:pt x="259" y="371"/>
                </a:lnTo>
                <a:lnTo>
                  <a:pt x="258" y="371"/>
                </a:lnTo>
                <a:lnTo>
                  <a:pt x="258" y="370"/>
                </a:lnTo>
                <a:lnTo>
                  <a:pt x="257" y="369"/>
                </a:lnTo>
                <a:lnTo>
                  <a:pt x="257" y="370"/>
                </a:lnTo>
                <a:lnTo>
                  <a:pt x="256" y="370"/>
                </a:lnTo>
                <a:lnTo>
                  <a:pt x="256" y="369"/>
                </a:lnTo>
                <a:lnTo>
                  <a:pt x="255" y="370"/>
                </a:lnTo>
                <a:lnTo>
                  <a:pt x="254" y="370"/>
                </a:lnTo>
                <a:lnTo>
                  <a:pt x="251" y="370"/>
                </a:lnTo>
                <a:lnTo>
                  <a:pt x="250" y="370"/>
                </a:lnTo>
                <a:lnTo>
                  <a:pt x="249" y="369"/>
                </a:lnTo>
                <a:lnTo>
                  <a:pt x="249" y="368"/>
                </a:lnTo>
                <a:lnTo>
                  <a:pt x="248" y="368"/>
                </a:lnTo>
                <a:lnTo>
                  <a:pt x="247" y="368"/>
                </a:lnTo>
                <a:lnTo>
                  <a:pt x="246" y="368"/>
                </a:lnTo>
                <a:lnTo>
                  <a:pt x="245" y="368"/>
                </a:lnTo>
                <a:lnTo>
                  <a:pt x="245" y="366"/>
                </a:lnTo>
                <a:lnTo>
                  <a:pt x="245" y="365"/>
                </a:lnTo>
                <a:lnTo>
                  <a:pt x="244" y="365"/>
                </a:lnTo>
                <a:lnTo>
                  <a:pt x="243" y="364"/>
                </a:lnTo>
                <a:lnTo>
                  <a:pt x="241" y="363"/>
                </a:lnTo>
                <a:lnTo>
                  <a:pt x="240" y="363"/>
                </a:lnTo>
                <a:lnTo>
                  <a:pt x="239" y="363"/>
                </a:lnTo>
                <a:lnTo>
                  <a:pt x="238" y="364"/>
                </a:lnTo>
                <a:lnTo>
                  <a:pt x="237" y="364"/>
                </a:lnTo>
                <a:lnTo>
                  <a:pt x="235" y="366"/>
                </a:lnTo>
                <a:lnTo>
                  <a:pt x="234" y="367"/>
                </a:lnTo>
                <a:lnTo>
                  <a:pt x="234" y="366"/>
                </a:lnTo>
                <a:lnTo>
                  <a:pt x="233" y="366"/>
                </a:lnTo>
                <a:lnTo>
                  <a:pt x="233" y="365"/>
                </a:lnTo>
                <a:lnTo>
                  <a:pt x="233" y="364"/>
                </a:lnTo>
                <a:lnTo>
                  <a:pt x="232" y="364"/>
                </a:lnTo>
                <a:lnTo>
                  <a:pt x="231" y="365"/>
                </a:lnTo>
                <a:lnTo>
                  <a:pt x="230" y="365"/>
                </a:lnTo>
                <a:lnTo>
                  <a:pt x="229" y="365"/>
                </a:lnTo>
                <a:lnTo>
                  <a:pt x="228" y="365"/>
                </a:lnTo>
                <a:lnTo>
                  <a:pt x="228" y="366"/>
                </a:lnTo>
                <a:lnTo>
                  <a:pt x="227" y="366"/>
                </a:lnTo>
                <a:lnTo>
                  <a:pt x="227" y="365"/>
                </a:lnTo>
                <a:lnTo>
                  <a:pt x="226" y="365"/>
                </a:lnTo>
                <a:lnTo>
                  <a:pt x="225" y="365"/>
                </a:lnTo>
                <a:lnTo>
                  <a:pt x="223" y="366"/>
                </a:lnTo>
                <a:lnTo>
                  <a:pt x="222" y="366"/>
                </a:lnTo>
                <a:lnTo>
                  <a:pt x="221" y="365"/>
                </a:lnTo>
                <a:lnTo>
                  <a:pt x="220" y="364"/>
                </a:lnTo>
                <a:lnTo>
                  <a:pt x="221" y="363"/>
                </a:lnTo>
                <a:lnTo>
                  <a:pt x="221" y="362"/>
                </a:lnTo>
                <a:lnTo>
                  <a:pt x="221" y="361"/>
                </a:lnTo>
                <a:lnTo>
                  <a:pt x="222" y="361"/>
                </a:lnTo>
                <a:lnTo>
                  <a:pt x="223" y="360"/>
                </a:lnTo>
                <a:lnTo>
                  <a:pt x="224" y="359"/>
                </a:lnTo>
                <a:lnTo>
                  <a:pt x="225" y="359"/>
                </a:lnTo>
                <a:lnTo>
                  <a:pt x="226" y="359"/>
                </a:lnTo>
                <a:lnTo>
                  <a:pt x="225" y="358"/>
                </a:lnTo>
                <a:lnTo>
                  <a:pt x="224" y="358"/>
                </a:lnTo>
                <a:lnTo>
                  <a:pt x="224" y="357"/>
                </a:lnTo>
                <a:lnTo>
                  <a:pt x="225" y="357"/>
                </a:lnTo>
                <a:lnTo>
                  <a:pt x="225" y="356"/>
                </a:lnTo>
                <a:lnTo>
                  <a:pt x="224" y="356"/>
                </a:lnTo>
                <a:lnTo>
                  <a:pt x="224" y="355"/>
                </a:lnTo>
                <a:lnTo>
                  <a:pt x="225" y="354"/>
                </a:lnTo>
                <a:lnTo>
                  <a:pt x="226" y="355"/>
                </a:lnTo>
                <a:lnTo>
                  <a:pt x="226" y="354"/>
                </a:lnTo>
                <a:lnTo>
                  <a:pt x="228" y="354"/>
                </a:lnTo>
                <a:lnTo>
                  <a:pt x="228" y="353"/>
                </a:lnTo>
                <a:lnTo>
                  <a:pt x="227" y="353"/>
                </a:lnTo>
                <a:lnTo>
                  <a:pt x="226" y="353"/>
                </a:lnTo>
                <a:lnTo>
                  <a:pt x="225" y="352"/>
                </a:lnTo>
                <a:lnTo>
                  <a:pt x="225" y="351"/>
                </a:lnTo>
                <a:lnTo>
                  <a:pt x="224" y="350"/>
                </a:lnTo>
                <a:lnTo>
                  <a:pt x="224" y="349"/>
                </a:lnTo>
                <a:lnTo>
                  <a:pt x="223" y="349"/>
                </a:lnTo>
                <a:lnTo>
                  <a:pt x="223" y="347"/>
                </a:lnTo>
                <a:lnTo>
                  <a:pt x="223" y="346"/>
                </a:lnTo>
                <a:lnTo>
                  <a:pt x="223" y="345"/>
                </a:lnTo>
                <a:lnTo>
                  <a:pt x="223" y="344"/>
                </a:lnTo>
                <a:lnTo>
                  <a:pt x="223" y="343"/>
                </a:lnTo>
                <a:lnTo>
                  <a:pt x="223" y="342"/>
                </a:lnTo>
                <a:lnTo>
                  <a:pt x="223" y="341"/>
                </a:lnTo>
                <a:lnTo>
                  <a:pt x="222" y="341"/>
                </a:lnTo>
                <a:lnTo>
                  <a:pt x="222" y="340"/>
                </a:lnTo>
                <a:lnTo>
                  <a:pt x="221" y="340"/>
                </a:lnTo>
                <a:lnTo>
                  <a:pt x="221" y="337"/>
                </a:lnTo>
                <a:lnTo>
                  <a:pt x="221" y="336"/>
                </a:lnTo>
                <a:lnTo>
                  <a:pt x="222" y="336"/>
                </a:lnTo>
                <a:lnTo>
                  <a:pt x="222" y="335"/>
                </a:lnTo>
                <a:lnTo>
                  <a:pt x="221" y="334"/>
                </a:lnTo>
                <a:lnTo>
                  <a:pt x="220" y="334"/>
                </a:lnTo>
                <a:lnTo>
                  <a:pt x="219" y="334"/>
                </a:lnTo>
                <a:lnTo>
                  <a:pt x="217" y="334"/>
                </a:lnTo>
                <a:lnTo>
                  <a:pt x="216" y="333"/>
                </a:lnTo>
                <a:lnTo>
                  <a:pt x="215" y="333"/>
                </a:lnTo>
                <a:lnTo>
                  <a:pt x="214" y="333"/>
                </a:lnTo>
                <a:lnTo>
                  <a:pt x="214" y="331"/>
                </a:lnTo>
                <a:lnTo>
                  <a:pt x="213" y="331"/>
                </a:lnTo>
                <a:lnTo>
                  <a:pt x="212" y="331"/>
                </a:lnTo>
                <a:lnTo>
                  <a:pt x="211" y="331"/>
                </a:lnTo>
                <a:lnTo>
                  <a:pt x="210" y="331"/>
                </a:lnTo>
                <a:lnTo>
                  <a:pt x="209" y="331"/>
                </a:lnTo>
                <a:lnTo>
                  <a:pt x="208" y="331"/>
                </a:lnTo>
                <a:lnTo>
                  <a:pt x="207" y="331"/>
                </a:lnTo>
                <a:lnTo>
                  <a:pt x="206" y="331"/>
                </a:lnTo>
                <a:lnTo>
                  <a:pt x="203" y="332"/>
                </a:lnTo>
                <a:lnTo>
                  <a:pt x="202" y="332"/>
                </a:lnTo>
                <a:lnTo>
                  <a:pt x="202" y="333"/>
                </a:lnTo>
                <a:lnTo>
                  <a:pt x="201" y="333"/>
                </a:lnTo>
                <a:lnTo>
                  <a:pt x="200" y="333"/>
                </a:lnTo>
                <a:lnTo>
                  <a:pt x="199" y="332"/>
                </a:lnTo>
                <a:lnTo>
                  <a:pt x="198" y="331"/>
                </a:lnTo>
                <a:lnTo>
                  <a:pt x="197" y="330"/>
                </a:lnTo>
                <a:lnTo>
                  <a:pt x="196" y="330"/>
                </a:lnTo>
                <a:lnTo>
                  <a:pt x="195" y="330"/>
                </a:lnTo>
                <a:lnTo>
                  <a:pt x="195" y="329"/>
                </a:lnTo>
                <a:lnTo>
                  <a:pt x="196" y="329"/>
                </a:lnTo>
                <a:lnTo>
                  <a:pt x="197" y="328"/>
                </a:lnTo>
                <a:lnTo>
                  <a:pt x="198" y="328"/>
                </a:lnTo>
                <a:lnTo>
                  <a:pt x="198" y="327"/>
                </a:lnTo>
                <a:lnTo>
                  <a:pt x="198" y="326"/>
                </a:lnTo>
                <a:lnTo>
                  <a:pt x="199" y="326"/>
                </a:lnTo>
                <a:lnTo>
                  <a:pt x="198" y="326"/>
                </a:lnTo>
                <a:lnTo>
                  <a:pt x="198" y="325"/>
                </a:lnTo>
                <a:lnTo>
                  <a:pt x="197" y="325"/>
                </a:lnTo>
                <a:lnTo>
                  <a:pt x="197" y="324"/>
                </a:lnTo>
                <a:lnTo>
                  <a:pt x="197" y="323"/>
                </a:lnTo>
                <a:lnTo>
                  <a:pt x="197" y="322"/>
                </a:lnTo>
                <a:lnTo>
                  <a:pt x="197" y="321"/>
                </a:lnTo>
                <a:lnTo>
                  <a:pt x="197" y="320"/>
                </a:lnTo>
                <a:lnTo>
                  <a:pt x="196" y="320"/>
                </a:lnTo>
                <a:lnTo>
                  <a:pt x="196" y="319"/>
                </a:lnTo>
                <a:lnTo>
                  <a:pt x="197" y="318"/>
                </a:lnTo>
                <a:lnTo>
                  <a:pt x="198" y="318"/>
                </a:lnTo>
                <a:lnTo>
                  <a:pt x="198" y="317"/>
                </a:lnTo>
                <a:lnTo>
                  <a:pt x="198" y="316"/>
                </a:lnTo>
                <a:lnTo>
                  <a:pt x="198" y="315"/>
                </a:lnTo>
                <a:lnTo>
                  <a:pt x="199" y="314"/>
                </a:lnTo>
                <a:lnTo>
                  <a:pt x="200" y="313"/>
                </a:lnTo>
                <a:lnTo>
                  <a:pt x="201" y="313"/>
                </a:lnTo>
                <a:lnTo>
                  <a:pt x="201" y="314"/>
                </a:lnTo>
                <a:lnTo>
                  <a:pt x="202" y="314"/>
                </a:lnTo>
                <a:lnTo>
                  <a:pt x="203" y="314"/>
                </a:lnTo>
                <a:lnTo>
                  <a:pt x="204" y="313"/>
                </a:lnTo>
                <a:lnTo>
                  <a:pt x="204" y="312"/>
                </a:lnTo>
                <a:lnTo>
                  <a:pt x="204" y="311"/>
                </a:lnTo>
                <a:lnTo>
                  <a:pt x="204" y="310"/>
                </a:lnTo>
                <a:lnTo>
                  <a:pt x="203" y="310"/>
                </a:lnTo>
                <a:lnTo>
                  <a:pt x="203" y="309"/>
                </a:lnTo>
                <a:lnTo>
                  <a:pt x="202" y="308"/>
                </a:lnTo>
                <a:lnTo>
                  <a:pt x="202" y="307"/>
                </a:lnTo>
                <a:lnTo>
                  <a:pt x="202" y="306"/>
                </a:lnTo>
                <a:lnTo>
                  <a:pt x="201" y="306"/>
                </a:lnTo>
                <a:lnTo>
                  <a:pt x="201" y="305"/>
                </a:lnTo>
                <a:lnTo>
                  <a:pt x="200" y="304"/>
                </a:lnTo>
                <a:lnTo>
                  <a:pt x="200" y="303"/>
                </a:lnTo>
                <a:lnTo>
                  <a:pt x="200" y="302"/>
                </a:lnTo>
                <a:lnTo>
                  <a:pt x="200" y="301"/>
                </a:lnTo>
                <a:lnTo>
                  <a:pt x="199" y="298"/>
                </a:lnTo>
                <a:lnTo>
                  <a:pt x="198" y="297"/>
                </a:lnTo>
                <a:lnTo>
                  <a:pt x="198" y="298"/>
                </a:lnTo>
                <a:lnTo>
                  <a:pt x="197" y="298"/>
                </a:lnTo>
                <a:lnTo>
                  <a:pt x="196" y="297"/>
                </a:lnTo>
                <a:lnTo>
                  <a:pt x="194" y="295"/>
                </a:lnTo>
                <a:lnTo>
                  <a:pt x="194" y="294"/>
                </a:lnTo>
                <a:lnTo>
                  <a:pt x="195" y="294"/>
                </a:lnTo>
                <a:lnTo>
                  <a:pt x="195" y="293"/>
                </a:lnTo>
                <a:lnTo>
                  <a:pt x="195" y="292"/>
                </a:lnTo>
                <a:lnTo>
                  <a:pt x="195" y="291"/>
                </a:lnTo>
                <a:lnTo>
                  <a:pt x="196" y="291"/>
                </a:lnTo>
                <a:lnTo>
                  <a:pt x="196" y="290"/>
                </a:lnTo>
                <a:lnTo>
                  <a:pt x="196" y="289"/>
                </a:lnTo>
                <a:lnTo>
                  <a:pt x="197" y="289"/>
                </a:lnTo>
                <a:lnTo>
                  <a:pt x="198" y="289"/>
                </a:lnTo>
                <a:lnTo>
                  <a:pt x="199" y="289"/>
                </a:lnTo>
                <a:lnTo>
                  <a:pt x="200" y="289"/>
                </a:lnTo>
                <a:lnTo>
                  <a:pt x="201" y="289"/>
                </a:lnTo>
                <a:lnTo>
                  <a:pt x="201" y="287"/>
                </a:lnTo>
                <a:lnTo>
                  <a:pt x="201" y="286"/>
                </a:lnTo>
                <a:lnTo>
                  <a:pt x="202" y="285"/>
                </a:lnTo>
                <a:lnTo>
                  <a:pt x="201" y="285"/>
                </a:lnTo>
                <a:lnTo>
                  <a:pt x="201" y="284"/>
                </a:lnTo>
                <a:lnTo>
                  <a:pt x="201" y="282"/>
                </a:lnTo>
                <a:lnTo>
                  <a:pt x="201" y="281"/>
                </a:lnTo>
                <a:lnTo>
                  <a:pt x="200" y="280"/>
                </a:lnTo>
                <a:lnTo>
                  <a:pt x="200" y="279"/>
                </a:lnTo>
                <a:lnTo>
                  <a:pt x="199" y="277"/>
                </a:lnTo>
                <a:lnTo>
                  <a:pt x="198" y="276"/>
                </a:lnTo>
                <a:lnTo>
                  <a:pt x="197" y="276"/>
                </a:lnTo>
                <a:lnTo>
                  <a:pt x="196" y="275"/>
                </a:lnTo>
                <a:lnTo>
                  <a:pt x="195" y="275"/>
                </a:lnTo>
                <a:lnTo>
                  <a:pt x="195" y="274"/>
                </a:lnTo>
                <a:lnTo>
                  <a:pt x="194" y="274"/>
                </a:lnTo>
                <a:lnTo>
                  <a:pt x="194" y="273"/>
                </a:lnTo>
                <a:lnTo>
                  <a:pt x="194" y="272"/>
                </a:lnTo>
                <a:lnTo>
                  <a:pt x="194" y="271"/>
                </a:lnTo>
                <a:lnTo>
                  <a:pt x="194" y="269"/>
                </a:lnTo>
                <a:lnTo>
                  <a:pt x="193" y="268"/>
                </a:lnTo>
                <a:lnTo>
                  <a:pt x="193" y="267"/>
                </a:lnTo>
                <a:lnTo>
                  <a:pt x="194" y="266"/>
                </a:lnTo>
                <a:lnTo>
                  <a:pt x="194" y="265"/>
                </a:lnTo>
                <a:lnTo>
                  <a:pt x="194" y="264"/>
                </a:lnTo>
                <a:lnTo>
                  <a:pt x="193" y="264"/>
                </a:lnTo>
                <a:lnTo>
                  <a:pt x="194" y="263"/>
                </a:lnTo>
                <a:lnTo>
                  <a:pt x="195" y="261"/>
                </a:lnTo>
                <a:lnTo>
                  <a:pt x="195" y="260"/>
                </a:lnTo>
                <a:lnTo>
                  <a:pt x="195" y="259"/>
                </a:lnTo>
                <a:lnTo>
                  <a:pt x="196" y="259"/>
                </a:lnTo>
                <a:lnTo>
                  <a:pt x="197" y="258"/>
                </a:lnTo>
                <a:lnTo>
                  <a:pt x="198" y="257"/>
                </a:lnTo>
                <a:lnTo>
                  <a:pt x="197" y="256"/>
                </a:lnTo>
                <a:lnTo>
                  <a:pt x="197" y="255"/>
                </a:lnTo>
                <a:lnTo>
                  <a:pt x="197" y="254"/>
                </a:lnTo>
                <a:lnTo>
                  <a:pt x="197" y="253"/>
                </a:lnTo>
                <a:lnTo>
                  <a:pt x="198" y="253"/>
                </a:lnTo>
                <a:lnTo>
                  <a:pt x="199" y="253"/>
                </a:lnTo>
                <a:lnTo>
                  <a:pt x="198" y="252"/>
                </a:lnTo>
                <a:lnTo>
                  <a:pt x="198" y="251"/>
                </a:lnTo>
                <a:lnTo>
                  <a:pt x="198" y="250"/>
                </a:lnTo>
                <a:lnTo>
                  <a:pt x="197" y="250"/>
                </a:lnTo>
                <a:lnTo>
                  <a:pt x="197" y="249"/>
                </a:lnTo>
                <a:lnTo>
                  <a:pt x="196" y="248"/>
                </a:lnTo>
                <a:lnTo>
                  <a:pt x="195" y="247"/>
                </a:lnTo>
                <a:lnTo>
                  <a:pt x="193" y="246"/>
                </a:lnTo>
                <a:lnTo>
                  <a:pt x="193" y="244"/>
                </a:lnTo>
                <a:lnTo>
                  <a:pt x="192" y="241"/>
                </a:lnTo>
                <a:lnTo>
                  <a:pt x="192" y="238"/>
                </a:lnTo>
                <a:lnTo>
                  <a:pt x="193" y="238"/>
                </a:lnTo>
                <a:lnTo>
                  <a:pt x="193" y="237"/>
                </a:lnTo>
                <a:lnTo>
                  <a:pt x="194" y="236"/>
                </a:lnTo>
                <a:lnTo>
                  <a:pt x="194" y="235"/>
                </a:lnTo>
                <a:lnTo>
                  <a:pt x="194" y="234"/>
                </a:lnTo>
                <a:lnTo>
                  <a:pt x="194" y="233"/>
                </a:lnTo>
                <a:lnTo>
                  <a:pt x="194" y="232"/>
                </a:lnTo>
                <a:lnTo>
                  <a:pt x="195" y="232"/>
                </a:lnTo>
                <a:lnTo>
                  <a:pt x="195" y="231"/>
                </a:lnTo>
                <a:lnTo>
                  <a:pt x="193" y="229"/>
                </a:lnTo>
                <a:lnTo>
                  <a:pt x="192" y="229"/>
                </a:lnTo>
                <a:lnTo>
                  <a:pt x="189" y="228"/>
                </a:lnTo>
                <a:lnTo>
                  <a:pt x="188" y="228"/>
                </a:lnTo>
                <a:lnTo>
                  <a:pt x="188" y="227"/>
                </a:lnTo>
                <a:lnTo>
                  <a:pt x="188" y="228"/>
                </a:lnTo>
                <a:lnTo>
                  <a:pt x="187" y="228"/>
                </a:lnTo>
                <a:lnTo>
                  <a:pt x="186" y="228"/>
                </a:lnTo>
                <a:lnTo>
                  <a:pt x="186" y="227"/>
                </a:lnTo>
                <a:lnTo>
                  <a:pt x="186" y="226"/>
                </a:lnTo>
                <a:lnTo>
                  <a:pt x="185" y="225"/>
                </a:lnTo>
                <a:lnTo>
                  <a:pt x="184" y="225"/>
                </a:lnTo>
                <a:lnTo>
                  <a:pt x="183" y="224"/>
                </a:lnTo>
                <a:lnTo>
                  <a:pt x="183" y="223"/>
                </a:lnTo>
                <a:lnTo>
                  <a:pt x="183" y="222"/>
                </a:lnTo>
                <a:lnTo>
                  <a:pt x="182" y="221"/>
                </a:lnTo>
                <a:lnTo>
                  <a:pt x="181" y="219"/>
                </a:lnTo>
                <a:lnTo>
                  <a:pt x="180" y="219"/>
                </a:lnTo>
                <a:lnTo>
                  <a:pt x="179" y="218"/>
                </a:lnTo>
                <a:lnTo>
                  <a:pt x="179" y="217"/>
                </a:lnTo>
                <a:lnTo>
                  <a:pt x="179" y="216"/>
                </a:lnTo>
                <a:lnTo>
                  <a:pt x="179" y="215"/>
                </a:lnTo>
                <a:lnTo>
                  <a:pt x="178" y="215"/>
                </a:lnTo>
                <a:lnTo>
                  <a:pt x="177" y="215"/>
                </a:lnTo>
                <a:lnTo>
                  <a:pt x="176" y="216"/>
                </a:lnTo>
                <a:lnTo>
                  <a:pt x="174" y="215"/>
                </a:lnTo>
                <a:lnTo>
                  <a:pt x="174" y="214"/>
                </a:lnTo>
                <a:lnTo>
                  <a:pt x="174" y="213"/>
                </a:lnTo>
                <a:lnTo>
                  <a:pt x="175" y="213"/>
                </a:lnTo>
                <a:lnTo>
                  <a:pt x="175" y="212"/>
                </a:lnTo>
                <a:lnTo>
                  <a:pt x="176" y="211"/>
                </a:lnTo>
                <a:lnTo>
                  <a:pt x="176" y="210"/>
                </a:lnTo>
                <a:lnTo>
                  <a:pt x="176" y="209"/>
                </a:lnTo>
                <a:lnTo>
                  <a:pt x="177" y="208"/>
                </a:lnTo>
                <a:lnTo>
                  <a:pt x="178" y="206"/>
                </a:lnTo>
                <a:lnTo>
                  <a:pt x="178" y="205"/>
                </a:lnTo>
                <a:lnTo>
                  <a:pt x="178" y="204"/>
                </a:lnTo>
                <a:lnTo>
                  <a:pt x="178" y="203"/>
                </a:lnTo>
                <a:lnTo>
                  <a:pt x="177" y="201"/>
                </a:lnTo>
                <a:lnTo>
                  <a:pt x="177" y="200"/>
                </a:lnTo>
                <a:lnTo>
                  <a:pt x="177" y="199"/>
                </a:lnTo>
                <a:lnTo>
                  <a:pt x="176" y="198"/>
                </a:lnTo>
                <a:lnTo>
                  <a:pt x="176" y="197"/>
                </a:lnTo>
                <a:lnTo>
                  <a:pt x="175" y="194"/>
                </a:lnTo>
                <a:lnTo>
                  <a:pt x="175" y="193"/>
                </a:lnTo>
                <a:lnTo>
                  <a:pt x="176" y="193"/>
                </a:lnTo>
                <a:lnTo>
                  <a:pt x="177" y="192"/>
                </a:lnTo>
                <a:lnTo>
                  <a:pt x="178" y="192"/>
                </a:lnTo>
                <a:lnTo>
                  <a:pt x="179" y="192"/>
                </a:lnTo>
                <a:lnTo>
                  <a:pt x="180" y="192"/>
                </a:lnTo>
                <a:lnTo>
                  <a:pt x="180" y="191"/>
                </a:lnTo>
                <a:lnTo>
                  <a:pt x="180" y="190"/>
                </a:lnTo>
                <a:lnTo>
                  <a:pt x="180" y="189"/>
                </a:lnTo>
                <a:lnTo>
                  <a:pt x="179" y="188"/>
                </a:lnTo>
                <a:lnTo>
                  <a:pt x="179" y="187"/>
                </a:lnTo>
                <a:lnTo>
                  <a:pt x="179" y="186"/>
                </a:lnTo>
                <a:lnTo>
                  <a:pt x="179" y="185"/>
                </a:lnTo>
                <a:lnTo>
                  <a:pt x="179" y="184"/>
                </a:lnTo>
                <a:lnTo>
                  <a:pt x="180" y="183"/>
                </a:lnTo>
                <a:lnTo>
                  <a:pt x="181" y="182"/>
                </a:lnTo>
                <a:lnTo>
                  <a:pt x="182" y="181"/>
                </a:lnTo>
                <a:lnTo>
                  <a:pt x="182" y="180"/>
                </a:lnTo>
                <a:lnTo>
                  <a:pt x="182" y="178"/>
                </a:lnTo>
                <a:lnTo>
                  <a:pt x="183" y="177"/>
                </a:lnTo>
                <a:lnTo>
                  <a:pt x="183" y="176"/>
                </a:lnTo>
                <a:lnTo>
                  <a:pt x="183" y="175"/>
                </a:lnTo>
                <a:lnTo>
                  <a:pt x="183" y="174"/>
                </a:lnTo>
                <a:lnTo>
                  <a:pt x="185" y="174"/>
                </a:lnTo>
                <a:lnTo>
                  <a:pt x="186" y="174"/>
                </a:lnTo>
                <a:lnTo>
                  <a:pt x="186" y="173"/>
                </a:lnTo>
                <a:lnTo>
                  <a:pt x="186" y="172"/>
                </a:lnTo>
                <a:lnTo>
                  <a:pt x="186" y="171"/>
                </a:lnTo>
                <a:lnTo>
                  <a:pt x="187" y="171"/>
                </a:lnTo>
                <a:lnTo>
                  <a:pt x="187" y="169"/>
                </a:lnTo>
                <a:lnTo>
                  <a:pt x="188" y="168"/>
                </a:lnTo>
                <a:lnTo>
                  <a:pt x="188" y="167"/>
                </a:lnTo>
                <a:lnTo>
                  <a:pt x="189" y="167"/>
                </a:lnTo>
                <a:lnTo>
                  <a:pt x="191" y="165"/>
                </a:lnTo>
                <a:lnTo>
                  <a:pt x="192" y="165"/>
                </a:lnTo>
                <a:lnTo>
                  <a:pt x="193" y="166"/>
                </a:lnTo>
                <a:lnTo>
                  <a:pt x="194" y="166"/>
                </a:lnTo>
                <a:lnTo>
                  <a:pt x="194" y="165"/>
                </a:lnTo>
                <a:lnTo>
                  <a:pt x="195" y="163"/>
                </a:lnTo>
                <a:lnTo>
                  <a:pt x="196" y="163"/>
                </a:lnTo>
                <a:lnTo>
                  <a:pt x="197" y="163"/>
                </a:lnTo>
                <a:lnTo>
                  <a:pt x="197" y="162"/>
                </a:lnTo>
                <a:lnTo>
                  <a:pt x="197" y="161"/>
                </a:lnTo>
                <a:lnTo>
                  <a:pt x="197" y="160"/>
                </a:lnTo>
                <a:lnTo>
                  <a:pt x="197" y="159"/>
                </a:lnTo>
                <a:lnTo>
                  <a:pt x="197" y="158"/>
                </a:lnTo>
                <a:lnTo>
                  <a:pt x="196" y="158"/>
                </a:lnTo>
                <a:lnTo>
                  <a:pt x="195" y="158"/>
                </a:lnTo>
                <a:lnTo>
                  <a:pt x="194" y="158"/>
                </a:lnTo>
                <a:lnTo>
                  <a:pt x="193" y="158"/>
                </a:lnTo>
                <a:lnTo>
                  <a:pt x="193" y="157"/>
                </a:lnTo>
                <a:lnTo>
                  <a:pt x="193" y="156"/>
                </a:lnTo>
                <a:lnTo>
                  <a:pt x="194" y="156"/>
                </a:lnTo>
                <a:lnTo>
                  <a:pt x="194" y="155"/>
                </a:lnTo>
                <a:lnTo>
                  <a:pt x="194" y="154"/>
                </a:lnTo>
                <a:lnTo>
                  <a:pt x="195" y="154"/>
                </a:lnTo>
                <a:lnTo>
                  <a:pt x="195" y="153"/>
                </a:lnTo>
                <a:lnTo>
                  <a:pt x="194" y="153"/>
                </a:lnTo>
                <a:lnTo>
                  <a:pt x="194" y="152"/>
                </a:lnTo>
                <a:lnTo>
                  <a:pt x="193" y="152"/>
                </a:lnTo>
                <a:lnTo>
                  <a:pt x="194" y="151"/>
                </a:lnTo>
                <a:lnTo>
                  <a:pt x="194" y="150"/>
                </a:lnTo>
                <a:lnTo>
                  <a:pt x="194" y="149"/>
                </a:lnTo>
                <a:lnTo>
                  <a:pt x="195" y="149"/>
                </a:lnTo>
                <a:lnTo>
                  <a:pt x="196" y="150"/>
                </a:lnTo>
                <a:lnTo>
                  <a:pt x="197" y="149"/>
                </a:lnTo>
                <a:lnTo>
                  <a:pt x="198" y="149"/>
                </a:lnTo>
                <a:lnTo>
                  <a:pt x="201" y="149"/>
                </a:lnTo>
                <a:lnTo>
                  <a:pt x="202" y="149"/>
                </a:lnTo>
                <a:lnTo>
                  <a:pt x="203" y="148"/>
                </a:lnTo>
                <a:lnTo>
                  <a:pt x="203" y="149"/>
                </a:lnTo>
                <a:lnTo>
                  <a:pt x="204" y="149"/>
                </a:lnTo>
                <a:lnTo>
                  <a:pt x="205" y="149"/>
                </a:lnTo>
                <a:lnTo>
                  <a:pt x="206" y="149"/>
                </a:lnTo>
                <a:lnTo>
                  <a:pt x="206" y="150"/>
                </a:lnTo>
                <a:lnTo>
                  <a:pt x="206" y="149"/>
                </a:lnTo>
                <a:lnTo>
                  <a:pt x="207" y="149"/>
                </a:lnTo>
                <a:lnTo>
                  <a:pt x="207" y="148"/>
                </a:lnTo>
                <a:lnTo>
                  <a:pt x="208" y="147"/>
                </a:lnTo>
                <a:lnTo>
                  <a:pt x="209" y="147"/>
                </a:lnTo>
                <a:lnTo>
                  <a:pt x="209" y="148"/>
                </a:lnTo>
                <a:lnTo>
                  <a:pt x="211" y="148"/>
                </a:lnTo>
                <a:lnTo>
                  <a:pt x="211" y="147"/>
                </a:lnTo>
                <a:lnTo>
                  <a:pt x="212" y="147"/>
                </a:lnTo>
                <a:lnTo>
                  <a:pt x="213" y="148"/>
                </a:lnTo>
                <a:lnTo>
                  <a:pt x="215" y="150"/>
                </a:lnTo>
                <a:lnTo>
                  <a:pt x="216" y="151"/>
                </a:lnTo>
                <a:lnTo>
                  <a:pt x="217" y="151"/>
                </a:lnTo>
                <a:lnTo>
                  <a:pt x="218" y="151"/>
                </a:lnTo>
                <a:lnTo>
                  <a:pt x="219" y="151"/>
                </a:lnTo>
                <a:lnTo>
                  <a:pt x="220" y="151"/>
                </a:lnTo>
                <a:lnTo>
                  <a:pt x="221" y="151"/>
                </a:lnTo>
                <a:lnTo>
                  <a:pt x="222" y="152"/>
                </a:lnTo>
                <a:lnTo>
                  <a:pt x="223" y="152"/>
                </a:lnTo>
                <a:lnTo>
                  <a:pt x="224" y="152"/>
                </a:lnTo>
                <a:lnTo>
                  <a:pt x="225" y="152"/>
                </a:lnTo>
                <a:lnTo>
                  <a:pt x="227" y="152"/>
                </a:lnTo>
                <a:lnTo>
                  <a:pt x="228" y="152"/>
                </a:lnTo>
                <a:lnTo>
                  <a:pt x="228" y="153"/>
                </a:lnTo>
                <a:lnTo>
                  <a:pt x="229" y="153"/>
                </a:lnTo>
                <a:lnTo>
                  <a:pt x="230" y="152"/>
                </a:lnTo>
                <a:lnTo>
                  <a:pt x="230" y="151"/>
                </a:lnTo>
                <a:lnTo>
                  <a:pt x="231" y="151"/>
                </a:lnTo>
                <a:lnTo>
                  <a:pt x="232" y="151"/>
                </a:lnTo>
                <a:lnTo>
                  <a:pt x="233" y="151"/>
                </a:lnTo>
                <a:lnTo>
                  <a:pt x="234" y="151"/>
                </a:lnTo>
                <a:lnTo>
                  <a:pt x="235" y="151"/>
                </a:lnTo>
                <a:lnTo>
                  <a:pt x="235" y="150"/>
                </a:lnTo>
                <a:lnTo>
                  <a:pt x="237" y="149"/>
                </a:lnTo>
                <a:lnTo>
                  <a:pt x="238" y="149"/>
                </a:lnTo>
                <a:lnTo>
                  <a:pt x="239" y="149"/>
                </a:lnTo>
                <a:lnTo>
                  <a:pt x="239" y="148"/>
                </a:lnTo>
                <a:lnTo>
                  <a:pt x="240" y="148"/>
                </a:lnTo>
                <a:lnTo>
                  <a:pt x="241" y="148"/>
                </a:lnTo>
                <a:lnTo>
                  <a:pt x="242" y="149"/>
                </a:lnTo>
                <a:lnTo>
                  <a:pt x="243" y="149"/>
                </a:lnTo>
                <a:lnTo>
                  <a:pt x="244" y="149"/>
                </a:lnTo>
                <a:lnTo>
                  <a:pt x="245" y="148"/>
                </a:lnTo>
                <a:lnTo>
                  <a:pt x="247" y="150"/>
                </a:lnTo>
                <a:lnTo>
                  <a:pt x="248" y="151"/>
                </a:lnTo>
                <a:lnTo>
                  <a:pt x="248" y="152"/>
                </a:lnTo>
                <a:lnTo>
                  <a:pt x="249" y="152"/>
                </a:lnTo>
                <a:lnTo>
                  <a:pt x="250" y="153"/>
                </a:lnTo>
                <a:lnTo>
                  <a:pt x="251" y="152"/>
                </a:lnTo>
                <a:lnTo>
                  <a:pt x="252" y="151"/>
                </a:lnTo>
                <a:lnTo>
                  <a:pt x="253" y="151"/>
                </a:lnTo>
                <a:lnTo>
                  <a:pt x="254" y="152"/>
                </a:lnTo>
                <a:lnTo>
                  <a:pt x="254" y="153"/>
                </a:lnTo>
                <a:lnTo>
                  <a:pt x="254" y="154"/>
                </a:lnTo>
                <a:lnTo>
                  <a:pt x="255" y="156"/>
                </a:lnTo>
                <a:lnTo>
                  <a:pt x="256" y="156"/>
                </a:lnTo>
                <a:lnTo>
                  <a:pt x="257" y="156"/>
                </a:lnTo>
                <a:lnTo>
                  <a:pt x="258" y="156"/>
                </a:lnTo>
                <a:lnTo>
                  <a:pt x="259" y="156"/>
                </a:lnTo>
                <a:lnTo>
                  <a:pt x="259" y="157"/>
                </a:lnTo>
                <a:lnTo>
                  <a:pt x="260" y="157"/>
                </a:lnTo>
                <a:lnTo>
                  <a:pt x="261" y="157"/>
                </a:lnTo>
                <a:lnTo>
                  <a:pt x="263" y="158"/>
                </a:lnTo>
                <a:lnTo>
                  <a:pt x="264" y="157"/>
                </a:lnTo>
                <a:lnTo>
                  <a:pt x="265" y="156"/>
                </a:lnTo>
                <a:lnTo>
                  <a:pt x="265" y="155"/>
                </a:lnTo>
                <a:lnTo>
                  <a:pt x="266" y="155"/>
                </a:lnTo>
                <a:lnTo>
                  <a:pt x="267" y="154"/>
                </a:lnTo>
                <a:lnTo>
                  <a:pt x="268" y="154"/>
                </a:lnTo>
                <a:lnTo>
                  <a:pt x="269" y="154"/>
                </a:lnTo>
                <a:lnTo>
                  <a:pt x="269" y="153"/>
                </a:lnTo>
                <a:lnTo>
                  <a:pt x="269" y="151"/>
                </a:lnTo>
                <a:lnTo>
                  <a:pt x="269" y="150"/>
                </a:lnTo>
                <a:lnTo>
                  <a:pt x="270" y="150"/>
                </a:lnTo>
                <a:lnTo>
                  <a:pt x="270" y="149"/>
                </a:lnTo>
                <a:lnTo>
                  <a:pt x="271" y="149"/>
                </a:lnTo>
                <a:lnTo>
                  <a:pt x="272" y="148"/>
                </a:lnTo>
                <a:lnTo>
                  <a:pt x="272" y="149"/>
                </a:lnTo>
                <a:lnTo>
                  <a:pt x="273" y="149"/>
                </a:lnTo>
                <a:lnTo>
                  <a:pt x="274" y="148"/>
                </a:lnTo>
                <a:lnTo>
                  <a:pt x="274" y="147"/>
                </a:lnTo>
                <a:lnTo>
                  <a:pt x="273" y="147"/>
                </a:lnTo>
                <a:lnTo>
                  <a:pt x="273" y="146"/>
                </a:lnTo>
                <a:lnTo>
                  <a:pt x="273" y="145"/>
                </a:lnTo>
                <a:lnTo>
                  <a:pt x="272" y="144"/>
                </a:lnTo>
                <a:lnTo>
                  <a:pt x="272" y="142"/>
                </a:lnTo>
                <a:lnTo>
                  <a:pt x="273" y="141"/>
                </a:lnTo>
                <a:lnTo>
                  <a:pt x="275" y="141"/>
                </a:lnTo>
                <a:lnTo>
                  <a:pt x="277" y="141"/>
                </a:lnTo>
                <a:lnTo>
                  <a:pt x="279" y="141"/>
                </a:lnTo>
                <a:lnTo>
                  <a:pt x="280" y="142"/>
                </a:lnTo>
                <a:lnTo>
                  <a:pt x="280" y="143"/>
                </a:lnTo>
                <a:lnTo>
                  <a:pt x="280" y="144"/>
                </a:lnTo>
                <a:lnTo>
                  <a:pt x="281" y="144"/>
                </a:lnTo>
                <a:lnTo>
                  <a:pt x="281" y="143"/>
                </a:lnTo>
                <a:lnTo>
                  <a:pt x="282" y="144"/>
                </a:lnTo>
                <a:lnTo>
                  <a:pt x="282" y="146"/>
                </a:lnTo>
                <a:lnTo>
                  <a:pt x="282" y="147"/>
                </a:lnTo>
                <a:lnTo>
                  <a:pt x="284" y="147"/>
                </a:lnTo>
                <a:lnTo>
                  <a:pt x="285" y="146"/>
                </a:lnTo>
                <a:lnTo>
                  <a:pt x="286" y="145"/>
                </a:lnTo>
                <a:lnTo>
                  <a:pt x="287" y="144"/>
                </a:lnTo>
                <a:lnTo>
                  <a:pt x="287" y="143"/>
                </a:lnTo>
                <a:lnTo>
                  <a:pt x="288" y="142"/>
                </a:lnTo>
                <a:lnTo>
                  <a:pt x="289" y="141"/>
                </a:lnTo>
                <a:lnTo>
                  <a:pt x="289" y="140"/>
                </a:lnTo>
                <a:lnTo>
                  <a:pt x="290" y="139"/>
                </a:lnTo>
                <a:lnTo>
                  <a:pt x="291" y="139"/>
                </a:lnTo>
                <a:lnTo>
                  <a:pt x="292" y="138"/>
                </a:lnTo>
                <a:lnTo>
                  <a:pt x="292" y="137"/>
                </a:lnTo>
                <a:lnTo>
                  <a:pt x="292" y="136"/>
                </a:lnTo>
                <a:lnTo>
                  <a:pt x="291" y="136"/>
                </a:lnTo>
                <a:lnTo>
                  <a:pt x="290" y="136"/>
                </a:lnTo>
                <a:lnTo>
                  <a:pt x="290" y="135"/>
                </a:lnTo>
                <a:lnTo>
                  <a:pt x="289" y="134"/>
                </a:lnTo>
                <a:lnTo>
                  <a:pt x="288" y="133"/>
                </a:lnTo>
                <a:lnTo>
                  <a:pt x="287" y="132"/>
                </a:lnTo>
                <a:lnTo>
                  <a:pt x="287" y="131"/>
                </a:lnTo>
                <a:lnTo>
                  <a:pt x="286" y="131"/>
                </a:lnTo>
                <a:lnTo>
                  <a:pt x="283" y="128"/>
                </a:lnTo>
                <a:lnTo>
                  <a:pt x="283" y="127"/>
                </a:lnTo>
                <a:lnTo>
                  <a:pt x="283" y="126"/>
                </a:lnTo>
                <a:lnTo>
                  <a:pt x="284" y="125"/>
                </a:lnTo>
                <a:lnTo>
                  <a:pt x="284" y="124"/>
                </a:lnTo>
                <a:lnTo>
                  <a:pt x="284" y="123"/>
                </a:lnTo>
                <a:lnTo>
                  <a:pt x="284" y="122"/>
                </a:lnTo>
                <a:lnTo>
                  <a:pt x="285" y="122"/>
                </a:lnTo>
                <a:lnTo>
                  <a:pt x="285" y="121"/>
                </a:lnTo>
                <a:lnTo>
                  <a:pt x="285" y="120"/>
                </a:lnTo>
                <a:lnTo>
                  <a:pt x="285" y="119"/>
                </a:lnTo>
                <a:lnTo>
                  <a:pt x="285" y="118"/>
                </a:lnTo>
                <a:lnTo>
                  <a:pt x="284" y="117"/>
                </a:lnTo>
                <a:lnTo>
                  <a:pt x="284" y="116"/>
                </a:lnTo>
                <a:lnTo>
                  <a:pt x="284" y="114"/>
                </a:lnTo>
                <a:lnTo>
                  <a:pt x="284" y="113"/>
                </a:lnTo>
                <a:lnTo>
                  <a:pt x="284" y="111"/>
                </a:lnTo>
                <a:lnTo>
                  <a:pt x="283" y="110"/>
                </a:lnTo>
                <a:lnTo>
                  <a:pt x="282" y="110"/>
                </a:lnTo>
                <a:lnTo>
                  <a:pt x="281" y="110"/>
                </a:lnTo>
                <a:lnTo>
                  <a:pt x="280" y="111"/>
                </a:lnTo>
                <a:lnTo>
                  <a:pt x="279" y="111"/>
                </a:lnTo>
                <a:lnTo>
                  <a:pt x="278" y="109"/>
                </a:lnTo>
                <a:lnTo>
                  <a:pt x="278" y="108"/>
                </a:lnTo>
                <a:lnTo>
                  <a:pt x="277" y="107"/>
                </a:lnTo>
                <a:lnTo>
                  <a:pt x="278" y="106"/>
                </a:lnTo>
                <a:lnTo>
                  <a:pt x="279" y="106"/>
                </a:lnTo>
                <a:lnTo>
                  <a:pt x="279" y="105"/>
                </a:lnTo>
                <a:lnTo>
                  <a:pt x="280" y="104"/>
                </a:lnTo>
                <a:lnTo>
                  <a:pt x="280" y="102"/>
                </a:lnTo>
                <a:lnTo>
                  <a:pt x="279" y="102"/>
                </a:lnTo>
                <a:lnTo>
                  <a:pt x="279" y="101"/>
                </a:lnTo>
                <a:lnTo>
                  <a:pt x="279" y="102"/>
                </a:lnTo>
                <a:lnTo>
                  <a:pt x="277" y="102"/>
                </a:lnTo>
                <a:lnTo>
                  <a:pt x="276" y="102"/>
                </a:lnTo>
                <a:lnTo>
                  <a:pt x="276" y="101"/>
                </a:lnTo>
                <a:lnTo>
                  <a:pt x="275" y="100"/>
                </a:lnTo>
                <a:lnTo>
                  <a:pt x="275" y="99"/>
                </a:lnTo>
                <a:lnTo>
                  <a:pt x="275" y="98"/>
                </a:lnTo>
                <a:lnTo>
                  <a:pt x="274" y="98"/>
                </a:lnTo>
                <a:lnTo>
                  <a:pt x="273" y="97"/>
                </a:lnTo>
                <a:lnTo>
                  <a:pt x="272" y="96"/>
                </a:lnTo>
                <a:lnTo>
                  <a:pt x="271" y="95"/>
                </a:lnTo>
                <a:lnTo>
                  <a:pt x="269" y="95"/>
                </a:lnTo>
                <a:lnTo>
                  <a:pt x="268" y="94"/>
                </a:lnTo>
                <a:lnTo>
                  <a:pt x="266" y="94"/>
                </a:lnTo>
                <a:lnTo>
                  <a:pt x="264" y="94"/>
                </a:lnTo>
                <a:lnTo>
                  <a:pt x="261" y="92"/>
                </a:lnTo>
                <a:lnTo>
                  <a:pt x="261" y="91"/>
                </a:lnTo>
                <a:lnTo>
                  <a:pt x="260" y="91"/>
                </a:lnTo>
                <a:lnTo>
                  <a:pt x="260" y="90"/>
                </a:lnTo>
                <a:lnTo>
                  <a:pt x="260" y="89"/>
                </a:lnTo>
                <a:lnTo>
                  <a:pt x="259" y="89"/>
                </a:lnTo>
                <a:lnTo>
                  <a:pt x="258" y="89"/>
                </a:lnTo>
                <a:lnTo>
                  <a:pt x="258" y="90"/>
                </a:lnTo>
                <a:lnTo>
                  <a:pt x="257" y="90"/>
                </a:lnTo>
                <a:lnTo>
                  <a:pt x="256" y="90"/>
                </a:lnTo>
                <a:lnTo>
                  <a:pt x="256" y="89"/>
                </a:lnTo>
                <a:lnTo>
                  <a:pt x="255" y="89"/>
                </a:lnTo>
                <a:lnTo>
                  <a:pt x="254" y="88"/>
                </a:lnTo>
                <a:lnTo>
                  <a:pt x="254" y="87"/>
                </a:lnTo>
                <a:lnTo>
                  <a:pt x="253" y="87"/>
                </a:lnTo>
                <a:lnTo>
                  <a:pt x="252" y="87"/>
                </a:lnTo>
                <a:lnTo>
                  <a:pt x="251" y="87"/>
                </a:lnTo>
                <a:lnTo>
                  <a:pt x="249" y="87"/>
                </a:lnTo>
                <a:lnTo>
                  <a:pt x="246" y="87"/>
                </a:lnTo>
                <a:lnTo>
                  <a:pt x="245" y="87"/>
                </a:lnTo>
                <a:lnTo>
                  <a:pt x="243" y="87"/>
                </a:lnTo>
                <a:lnTo>
                  <a:pt x="242" y="87"/>
                </a:lnTo>
                <a:lnTo>
                  <a:pt x="242" y="86"/>
                </a:lnTo>
                <a:lnTo>
                  <a:pt x="242" y="85"/>
                </a:lnTo>
                <a:lnTo>
                  <a:pt x="241" y="84"/>
                </a:lnTo>
                <a:lnTo>
                  <a:pt x="240" y="84"/>
                </a:lnTo>
                <a:lnTo>
                  <a:pt x="239" y="84"/>
                </a:lnTo>
                <a:lnTo>
                  <a:pt x="237" y="84"/>
                </a:lnTo>
                <a:lnTo>
                  <a:pt x="236" y="84"/>
                </a:lnTo>
                <a:lnTo>
                  <a:pt x="235" y="84"/>
                </a:lnTo>
                <a:lnTo>
                  <a:pt x="234" y="83"/>
                </a:lnTo>
                <a:lnTo>
                  <a:pt x="233" y="83"/>
                </a:lnTo>
                <a:lnTo>
                  <a:pt x="232" y="82"/>
                </a:lnTo>
                <a:lnTo>
                  <a:pt x="231" y="82"/>
                </a:lnTo>
                <a:lnTo>
                  <a:pt x="230" y="83"/>
                </a:lnTo>
                <a:lnTo>
                  <a:pt x="230" y="84"/>
                </a:lnTo>
                <a:lnTo>
                  <a:pt x="229" y="86"/>
                </a:lnTo>
                <a:lnTo>
                  <a:pt x="229" y="87"/>
                </a:lnTo>
                <a:lnTo>
                  <a:pt x="228" y="87"/>
                </a:lnTo>
                <a:lnTo>
                  <a:pt x="227" y="87"/>
                </a:lnTo>
                <a:lnTo>
                  <a:pt x="226" y="87"/>
                </a:lnTo>
                <a:lnTo>
                  <a:pt x="225" y="87"/>
                </a:lnTo>
                <a:lnTo>
                  <a:pt x="225" y="88"/>
                </a:lnTo>
                <a:lnTo>
                  <a:pt x="224" y="88"/>
                </a:lnTo>
                <a:lnTo>
                  <a:pt x="223" y="88"/>
                </a:lnTo>
                <a:lnTo>
                  <a:pt x="223" y="89"/>
                </a:lnTo>
                <a:lnTo>
                  <a:pt x="222" y="90"/>
                </a:lnTo>
                <a:lnTo>
                  <a:pt x="221" y="90"/>
                </a:lnTo>
                <a:lnTo>
                  <a:pt x="220" y="90"/>
                </a:lnTo>
                <a:lnTo>
                  <a:pt x="219" y="89"/>
                </a:lnTo>
                <a:lnTo>
                  <a:pt x="218" y="88"/>
                </a:lnTo>
                <a:lnTo>
                  <a:pt x="217" y="86"/>
                </a:lnTo>
                <a:lnTo>
                  <a:pt x="216" y="85"/>
                </a:lnTo>
                <a:lnTo>
                  <a:pt x="216" y="84"/>
                </a:lnTo>
                <a:lnTo>
                  <a:pt x="215" y="84"/>
                </a:lnTo>
                <a:lnTo>
                  <a:pt x="215" y="81"/>
                </a:lnTo>
                <a:lnTo>
                  <a:pt x="216" y="80"/>
                </a:lnTo>
                <a:lnTo>
                  <a:pt x="216" y="79"/>
                </a:lnTo>
                <a:lnTo>
                  <a:pt x="217" y="79"/>
                </a:lnTo>
                <a:lnTo>
                  <a:pt x="217" y="78"/>
                </a:lnTo>
                <a:lnTo>
                  <a:pt x="217" y="77"/>
                </a:lnTo>
                <a:lnTo>
                  <a:pt x="217" y="76"/>
                </a:lnTo>
                <a:lnTo>
                  <a:pt x="216" y="76"/>
                </a:lnTo>
                <a:lnTo>
                  <a:pt x="216" y="75"/>
                </a:lnTo>
                <a:lnTo>
                  <a:pt x="216" y="74"/>
                </a:lnTo>
                <a:lnTo>
                  <a:pt x="216" y="73"/>
                </a:lnTo>
                <a:lnTo>
                  <a:pt x="217" y="73"/>
                </a:lnTo>
                <a:lnTo>
                  <a:pt x="217" y="72"/>
                </a:lnTo>
                <a:lnTo>
                  <a:pt x="218" y="72"/>
                </a:lnTo>
                <a:lnTo>
                  <a:pt x="217" y="71"/>
                </a:lnTo>
                <a:lnTo>
                  <a:pt x="217" y="70"/>
                </a:lnTo>
                <a:lnTo>
                  <a:pt x="217" y="69"/>
                </a:lnTo>
                <a:lnTo>
                  <a:pt x="218" y="69"/>
                </a:lnTo>
                <a:lnTo>
                  <a:pt x="218" y="68"/>
                </a:lnTo>
                <a:lnTo>
                  <a:pt x="218" y="66"/>
                </a:lnTo>
                <a:lnTo>
                  <a:pt x="218" y="65"/>
                </a:lnTo>
                <a:lnTo>
                  <a:pt x="218" y="64"/>
                </a:lnTo>
                <a:lnTo>
                  <a:pt x="218" y="62"/>
                </a:lnTo>
                <a:lnTo>
                  <a:pt x="218" y="61"/>
                </a:lnTo>
                <a:lnTo>
                  <a:pt x="219" y="61"/>
                </a:lnTo>
                <a:lnTo>
                  <a:pt x="219" y="60"/>
                </a:lnTo>
                <a:lnTo>
                  <a:pt x="218" y="60"/>
                </a:lnTo>
                <a:lnTo>
                  <a:pt x="218" y="59"/>
                </a:lnTo>
                <a:lnTo>
                  <a:pt x="218" y="58"/>
                </a:lnTo>
                <a:lnTo>
                  <a:pt x="219" y="56"/>
                </a:lnTo>
                <a:lnTo>
                  <a:pt x="218" y="55"/>
                </a:lnTo>
                <a:lnTo>
                  <a:pt x="219" y="54"/>
                </a:lnTo>
                <a:lnTo>
                  <a:pt x="219" y="53"/>
                </a:lnTo>
                <a:lnTo>
                  <a:pt x="219" y="52"/>
                </a:lnTo>
                <a:lnTo>
                  <a:pt x="219" y="51"/>
                </a:lnTo>
                <a:lnTo>
                  <a:pt x="218" y="51"/>
                </a:lnTo>
                <a:lnTo>
                  <a:pt x="217" y="51"/>
                </a:lnTo>
                <a:lnTo>
                  <a:pt x="216" y="51"/>
                </a:lnTo>
                <a:lnTo>
                  <a:pt x="215" y="51"/>
                </a:lnTo>
                <a:lnTo>
                  <a:pt x="215" y="50"/>
                </a:lnTo>
                <a:lnTo>
                  <a:pt x="214" y="50"/>
                </a:lnTo>
                <a:lnTo>
                  <a:pt x="213" y="50"/>
                </a:lnTo>
                <a:lnTo>
                  <a:pt x="213" y="49"/>
                </a:lnTo>
                <a:lnTo>
                  <a:pt x="212" y="49"/>
                </a:lnTo>
                <a:lnTo>
                  <a:pt x="211" y="48"/>
                </a:lnTo>
                <a:lnTo>
                  <a:pt x="209" y="47"/>
                </a:lnTo>
                <a:lnTo>
                  <a:pt x="208" y="47"/>
                </a:lnTo>
                <a:lnTo>
                  <a:pt x="207" y="47"/>
                </a:lnTo>
                <a:lnTo>
                  <a:pt x="207" y="46"/>
                </a:lnTo>
                <a:lnTo>
                  <a:pt x="206" y="45"/>
                </a:lnTo>
                <a:lnTo>
                  <a:pt x="204" y="45"/>
                </a:lnTo>
                <a:lnTo>
                  <a:pt x="204" y="46"/>
                </a:lnTo>
                <a:lnTo>
                  <a:pt x="203" y="45"/>
                </a:lnTo>
                <a:lnTo>
                  <a:pt x="203" y="44"/>
                </a:lnTo>
                <a:lnTo>
                  <a:pt x="202" y="44"/>
                </a:lnTo>
                <a:lnTo>
                  <a:pt x="201" y="43"/>
                </a:lnTo>
                <a:lnTo>
                  <a:pt x="201" y="42"/>
                </a:lnTo>
                <a:lnTo>
                  <a:pt x="200" y="42"/>
                </a:lnTo>
                <a:lnTo>
                  <a:pt x="199" y="42"/>
                </a:lnTo>
                <a:lnTo>
                  <a:pt x="198" y="42"/>
                </a:lnTo>
                <a:lnTo>
                  <a:pt x="197" y="42"/>
                </a:lnTo>
                <a:lnTo>
                  <a:pt x="196" y="42"/>
                </a:lnTo>
                <a:lnTo>
                  <a:pt x="195" y="42"/>
                </a:lnTo>
                <a:lnTo>
                  <a:pt x="194" y="43"/>
                </a:lnTo>
                <a:lnTo>
                  <a:pt x="192" y="43"/>
                </a:lnTo>
                <a:lnTo>
                  <a:pt x="191" y="43"/>
                </a:lnTo>
                <a:lnTo>
                  <a:pt x="190" y="43"/>
                </a:lnTo>
                <a:lnTo>
                  <a:pt x="189" y="43"/>
                </a:lnTo>
                <a:lnTo>
                  <a:pt x="188" y="44"/>
                </a:lnTo>
                <a:lnTo>
                  <a:pt x="187" y="45"/>
                </a:lnTo>
                <a:lnTo>
                  <a:pt x="186" y="45"/>
                </a:lnTo>
                <a:lnTo>
                  <a:pt x="186" y="44"/>
                </a:lnTo>
                <a:lnTo>
                  <a:pt x="185" y="44"/>
                </a:lnTo>
                <a:lnTo>
                  <a:pt x="184" y="42"/>
                </a:lnTo>
                <a:lnTo>
                  <a:pt x="183" y="41"/>
                </a:lnTo>
                <a:lnTo>
                  <a:pt x="182" y="42"/>
                </a:lnTo>
                <a:lnTo>
                  <a:pt x="180" y="43"/>
                </a:lnTo>
                <a:lnTo>
                  <a:pt x="180" y="42"/>
                </a:lnTo>
                <a:lnTo>
                  <a:pt x="180" y="41"/>
                </a:lnTo>
                <a:lnTo>
                  <a:pt x="179" y="41"/>
                </a:lnTo>
                <a:lnTo>
                  <a:pt x="178" y="41"/>
                </a:lnTo>
                <a:lnTo>
                  <a:pt x="177" y="41"/>
                </a:lnTo>
                <a:lnTo>
                  <a:pt x="176" y="41"/>
                </a:lnTo>
                <a:lnTo>
                  <a:pt x="177" y="41"/>
                </a:lnTo>
                <a:lnTo>
                  <a:pt x="177" y="40"/>
                </a:lnTo>
                <a:lnTo>
                  <a:pt x="176" y="40"/>
                </a:lnTo>
                <a:lnTo>
                  <a:pt x="176" y="39"/>
                </a:lnTo>
                <a:lnTo>
                  <a:pt x="175" y="40"/>
                </a:lnTo>
                <a:lnTo>
                  <a:pt x="173" y="39"/>
                </a:lnTo>
                <a:lnTo>
                  <a:pt x="172" y="39"/>
                </a:lnTo>
                <a:lnTo>
                  <a:pt x="171" y="39"/>
                </a:lnTo>
                <a:lnTo>
                  <a:pt x="170" y="39"/>
                </a:lnTo>
                <a:lnTo>
                  <a:pt x="169" y="39"/>
                </a:lnTo>
                <a:lnTo>
                  <a:pt x="167" y="38"/>
                </a:lnTo>
                <a:lnTo>
                  <a:pt x="166" y="38"/>
                </a:lnTo>
                <a:lnTo>
                  <a:pt x="166" y="39"/>
                </a:lnTo>
                <a:lnTo>
                  <a:pt x="165" y="39"/>
                </a:lnTo>
                <a:lnTo>
                  <a:pt x="163" y="39"/>
                </a:lnTo>
                <a:lnTo>
                  <a:pt x="162" y="39"/>
                </a:lnTo>
                <a:lnTo>
                  <a:pt x="162" y="38"/>
                </a:lnTo>
                <a:lnTo>
                  <a:pt x="161" y="38"/>
                </a:lnTo>
                <a:lnTo>
                  <a:pt x="159" y="38"/>
                </a:lnTo>
                <a:lnTo>
                  <a:pt x="158" y="37"/>
                </a:lnTo>
                <a:lnTo>
                  <a:pt x="158" y="36"/>
                </a:lnTo>
                <a:lnTo>
                  <a:pt x="159" y="36"/>
                </a:lnTo>
                <a:lnTo>
                  <a:pt x="160" y="35"/>
                </a:lnTo>
                <a:lnTo>
                  <a:pt x="160" y="34"/>
                </a:lnTo>
                <a:lnTo>
                  <a:pt x="160" y="32"/>
                </a:lnTo>
                <a:lnTo>
                  <a:pt x="161" y="31"/>
                </a:lnTo>
                <a:lnTo>
                  <a:pt x="162" y="31"/>
                </a:lnTo>
                <a:lnTo>
                  <a:pt x="163" y="30"/>
                </a:lnTo>
                <a:lnTo>
                  <a:pt x="164" y="29"/>
                </a:lnTo>
                <a:lnTo>
                  <a:pt x="165" y="28"/>
                </a:lnTo>
                <a:lnTo>
                  <a:pt x="164" y="28"/>
                </a:lnTo>
                <a:lnTo>
                  <a:pt x="164" y="27"/>
                </a:lnTo>
                <a:lnTo>
                  <a:pt x="164" y="26"/>
                </a:lnTo>
                <a:lnTo>
                  <a:pt x="165" y="26"/>
                </a:lnTo>
                <a:lnTo>
                  <a:pt x="165" y="25"/>
                </a:lnTo>
                <a:lnTo>
                  <a:pt x="167" y="24"/>
                </a:lnTo>
                <a:lnTo>
                  <a:pt x="168" y="24"/>
                </a:lnTo>
                <a:lnTo>
                  <a:pt x="169" y="23"/>
                </a:lnTo>
                <a:lnTo>
                  <a:pt x="169" y="22"/>
                </a:lnTo>
                <a:lnTo>
                  <a:pt x="168" y="22"/>
                </a:lnTo>
                <a:lnTo>
                  <a:pt x="168" y="21"/>
                </a:lnTo>
                <a:lnTo>
                  <a:pt x="168" y="20"/>
                </a:lnTo>
                <a:lnTo>
                  <a:pt x="170" y="19"/>
                </a:lnTo>
                <a:lnTo>
                  <a:pt x="170" y="18"/>
                </a:lnTo>
                <a:lnTo>
                  <a:pt x="170" y="17"/>
                </a:lnTo>
                <a:lnTo>
                  <a:pt x="171" y="17"/>
                </a:lnTo>
                <a:lnTo>
                  <a:pt x="172" y="17"/>
                </a:lnTo>
                <a:lnTo>
                  <a:pt x="172" y="18"/>
                </a:lnTo>
                <a:lnTo>
                  <a:pt x="173" y="18"/>
                </a:lnTo>
                <a:lnTo>
                  <a:pt x="174" y="18"/>
                </a:lnTo>
                <a:lnTo>
                  <a:pt x="174" y="17"/>
                </a:lnTo>
                <a:lnTo>
                  <a:pt x="175" y="17"/>
                </a:lnTo>
                <a:lnTo>
                  <a:pt x="176" y="18"/>
                </a:lnTo>
                <a:lnTo>
                  <a:pt x="177" y="18"/>
                </a:lnTo>
                <a:lnTo>
                  <a:pt x="178" y="18"/>
                </a:lnTo>
                <a:lnTo>
                  <a:pt x="179" y="18"/>
                </a:lnTo>
                <a:lnTo>
                  <a:pt x="181" y="19"/>
                </a:lnTo>
                <a:lnTo>
                  <a:pt x="182" y="19"/>
                </a:lnTo>
                <a:lnTo>
                  <a:pt x="182" y="18"/>
                </a:lnTo>
                <a:lnTo>
                  <a:pt x="183" y="18"/>
                </a:lnTo>
                <a:lnTo>
                  <a:pt x="184" y="18"/>
                </a:lnTo>
                <a:lnTo>
                  <a:pt x="185" y="18"/>
                </a:lnTo>
                <a:lnTo>
                  <a:pt x="186" y="18"/>
                </a:lnTo>
                <a:lnTo>
                  <a:pt x="186" y="17"/>
                </a:lnTo>
                <a:lnTo>
                  <a:pt x="185" y="16"/>
                </a:lnTo>
                <a:lnTo>
                  <a:pt x="185" y="15"/>
                </a:lnTo>
                <a:lnTo>
                  <a:pt x="185" y="14"/>
                </a:lnTo>
                <a:lnTo>
                  <a:pt x="186" y="13"/>
                </a:lnTo>
                <a:lnTo>
                  <a:pt x="187" y="11"/>
                </a:lnTo>
                <a:lnTo>
                  <a:pt x="187" y="10"/>
                </a:lnTo>
                <a:lnTo>
                  <a:pt x="188" y="10"/>
                </a:lnTo>
                <a:lnTo>
                  <a:pt x="189" y="10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1" name=""/>
          <p:cNvSpPr/>
          <p:nvPr/>
        </p:nvSpPr>
        <p:spPr>
          <a:xfrm>
            <a:off x="7707600" y="2052720"/>
            <a:ext cx="361440" cy="401760"/>
          </a:xfrm>
          <a:custGeom>
            <a:avLst/>
            <a:gdLst/>
            <a:ahLst/>
            <a:rect l="0" t="0" r="r" b="b"/>
            <a:pathLst>
              <a:path w="1004" h="1116">
                <a:moveTo>
                  <a:pt x="337" y="0"/>
                </a:moveTo>
                <a:lnTo>
                  <a:pt x="338" y="0"/>
                </a:lnTo>
                <a:lnTo>
                  <a:pt x="338" y="1"/>
                </a:lnTo>
                <a:lnTo>
                  <a:pt x="338" y="2"/>
                </a:lnTo>
                <a:lnTo>
                  <a:pt x="339" y="2"/>
                </a:lnTo>
                <a:lnTo>
                  <a:pt x="340" y="2"/>
                </a:lnTo>
                <a:lnTo>
                  <a:pt x="340" y="3"/>
                </a:lnTo>
                <a:lnTo>
                  <a:pt x="341" y="3"/>
                </a:lnTo>
                <a:lnTo>
                  <a:pt x="342" y="3"/>
                </a:lnTo>
                <a:lnTo>
                  <a:pt x="344" y="3"/>
                </a:lnTo>
                <a:lnTo>
                  <a:pt x="345" y="3"/>
                </a:lnTo>
                <a:lnTo>
                  <a:pt x="346" y="3"/>
                </a:lnTo>
                <a:lnTo>
                  <a:pt x="348" y="3"/>
                </a:lnTo>
                <a:lnTo>
                  <a:pt x="349" y="2"/>
                </a:lnTo>
                <a:lnTo>
                  <a:pt x="350" y="2"/>
                </a:lnTo>
                <a:lnTo>
                  <a:pt x="350" y="3"/>
                </a:lnTo>
                <a:lnTo>
                  <a:pt x="350" y="4"/>
                </a:lnTo>
                <a:lnTo>
                  <a:pt x="350" y="5"/>
                </a:lnTo>
                <a:lnTo>
                  <a:pt x="351" y="6"/>
                </a:lnTo>
                <a:lnTo>
                  <a:pt x="351" y="7"/>
                </a:lnTo>
                <a:lnTo>
                  <a:pt x="350" y="8"/>
                </a:lnTo>
                <a:lnTo>
                  <a:pt x="350" y="9"/>
                </a:lnTo>
                <a:lnTo>
                  <a:pt x="350" y="10"/>
                </a:lnTo>
                <a:lnTo>
                  <a:pt x="351" y="10"/>
                </a:lnTo>
                <a:lnTo>
                  <a:pt x="351" y="11"/>
                </a:lnTo>
                <a:lnTo>
                  <a:pt x="350" y="11"/>
                </a:lnTo>
                <a:lnTo>
                  <a:pt x="350" y="12"/>
                </a:lnTo>
                <a:lnTo>
                  <a:pt x="351" y="12"/>
                </a:lnTo>
                <a:lnTo>
                  <a:pt x="352" y="12"/>
                </a:lnTo>
                <a:lnTo>
                  <a:pt x="352" y="13"/>
                </a:lnTo>
                <a:lnTo>
                  <a:pt x="353" y="13"/>
                </a:lnTo>
                <a:lnTo>
                  <a:pt x="354" y="13"/>
                </a:lnTo>
                <a:lnTo>
                  <a:pt x="355" y="13"/>
                </a:lnTo>
                <a:lnTo>
                  <a:pt x="355" y="12"/>
                </a:lnTo>
                <a:lnTo>
                  <a:pt x="355" y="13"/>
                </a:lnTo>
                <a:lnTo>
                  <a:pt x="356" y="13"/>
                </a:lnTo>
                <a:lnTo>
                  <a:pt x="357" y="12"/>
                </a:lnTo>
                <a:lnTo>
                  <a:pt x="358" y="13"/>
                </a:lnTo>
                <a:lnTo>
                  <a:pt x="359" y="13"/>
                </a:lnTo>
                <a:lnTo>
                  <a:pt x="360" y="13"/>
                </a:lnTo>
                <a:lnTo>
                  <a:pt x="361" y="13"/>
                </a:lnTo>
                <a:lnTo>
                  <a:pt x="362" y="13"/>
                </a:lnTo>
                <a:lnTo>
                  <a:pt x="363" y="13"/>
                </a:lnTo>
                <a:lnTo>
                  <a:pt x="364" y="13"/>
                </a:lnTo>
                <a:lnTo>
                  <a:pt x="365" y="13"/>
                </a:lnTo>
                <a:lnTo>
                  <a:pt x="365" y="14"/>
                </a:lnTo>
                <a:lnTo>
                  <a:pt x="366" y="14"/>
                </a:lnTo>
                <a:lnTo>
                  <a:pt x="367" y="14"/>
                </a:lnTo>
                <a:lnTo>
                  <a:pt x="368" y="14"/>
                </a:lnTo>
                <a:lnTo>
                  <a:pt x="369" y="14"/>
                </a:lnTo>
                <a:lnTo>
                  <a:pt x="370" y="14"/>
                </a:lnTo>
                <a:lnTo>
                  <a:pt x="371" y="14"/>
                </a:lnTo>
                <a:lnTo>
                  <a:pt x="373" y="14"/>
                </a:lnTo>
                <a:lnTo>
                  <a:pt x="374" y="14"/>
                </a:lnTo>
                <a:lnTo>
                  <a:pt x="375" y="14"/>
                </a:lnTo>
                <a:lnTo>
                  <a:pt x="376" y="14"/>
                </a:lnTo>
                <a:lnTo>
                  <a:pt x="377" y="14"/>
                </a:lnTo>
                <a:lnTo>
                  <a:pt x="378" y="14"/>
                </a:lnTo>
                <a:lnTo>
                  <a:pt x="379" y="14"/>
                </a:lnTo>
                <a:lnTo>
                  <a:pt x="380" y="14"/>
                </a:lnTo>
                <a:lnTo>
                  <a:pt x="381" y="14"/>
                </a:lnTo>
                <a:lnTo>
                  <a:pt x="383" y="14"/>
                </a:lnTo>
                <a:lnTo>
                  <a:pt x="384" y="14"/>
                </a:lnTo>
                <a:lnTo>
                  <a:pt x="385" y="14"/>
                </a:lnTo>
                <a:lnTo>
                  <a:pt x="386" y="14"/>
                </a:lnTo>
                <a:lnTo>
                  <a:pt x="387" y="14"/>
                </a:lnTo>
                <a:lnTo>
                  <a:pt x="388" y="14"/>
                </a:lnTo>
                <a:lnTo>
                  <a:pt x="390" y="14"/>
                </a:lnTo>
                <a:lnTo>
                  <a:pt x="391" y="14"/>
                </a:lnTo>
                <a:lnTo>
                  <a:pt x="392" y="14"/>
                </a:lnTo>
                <a:lnTo>
                  <a:pt x="393" y="14"/>
                </a:lnTo>
                <a:lnTo>
                  <a:pt x="394" y="14"/>
                </a:lnTo>
                <a:lnTo>
                  <a:pt x="395" y="14"/>
                </a:lnTo>
                <a:lnTo>
                  <a:pt x="396" y="14"/>
                </a:lnTo>
                <a:lnTo>
                  <a:pt x="397" y="14"/>
                </a:lnTo>
                <a:lnTo>
                  <a:pt x="398" y="14"/>
                </a:lnTo>
                <a:lnTo>
                  <a:pt x="399" y="14"/>
                </a:lnTo>
                <a:lnTo>
                  <a:pt x="401" y="14"/>
                </a:lnTo>
                <a:lnTo>
                  <a:pt x="402" y="14"/>
                </a:lnTo>
                <a:lnTo>
                  <a:pt x="403" y="14"/>
                </a:lnTo>
                <a:lnTo>
                  <a:pt x="404" y="14"/>
                </a:lnTo>
                <a:lnTo>
                  <a:pt x="406" y="14"/>
                </a:lnTo>
                <a:lnTo>
                  <a:pt x="407" y="14"/>
                </a:lnTo>
                <a:lnTo>
                  <a:pt x="409" y="15"/>
                </a:lnTo>
                <a:lnTo>
                  <a:pt x="410" y="16"/>
                </a:lnTo>
                <a:lnTo>
                  <a:pt x="410" y="17"/>
                </a:lnTo>
                <a:lnTo>
                  <a:pt x="410" y="18"/>
                </a:lnTo>
                <a:lnTo>
                  <a:pt x="411" y="18"/>
                </a:lnTo>
                <a:lnTo>
                  <a:pt x="411" y="19"/>
                </a:lnTo>
                <a:lnTo>
                  <a:pt x="411" y="20"/>
                </a:lnTo>
                <a:lnTo>
                  <a:pt x="412" y="20"/>
                </a:lnTo>
                <a:lnTo>
                  <a:pt x="413" y="20"/>
                </a:lnTo>
                <a:lnTo>
                  <a:pt x="414" y="20"/>
                </a:lnTo>
                <a:lnTo>
                  <a:pt x="414" y="19"/>
                </a:lnTo>
                <a:lnTo>
                  <a:pt x="415" y="20"/>
                </a:lnTo>
                <a:lnTo>
                  <a:pt x="416" y="20"/>
                </a:lnTo>
                <a:lnTo>
                  <a:pt x="417" y="21"/>
                </a:lnTo>
                <a:lnTo>
                  <a:pt x="417" y="22"/>
                </a:lnTo>
                <a:lnTo>
                  <a:pt x="417" y="23"/>
                </a:lnTo>
                <a:lnTo>
                  <a:pt x="417" y="24"/>
                </a:lnTo>
                <a:lnTo>
                  <a:pt x="418" y="24"/>
                </a:lnTo>
                <a:lnTo>
                  <a:pt x="418" y="25"/>
                </a:lnTo>
                <a:lnTo>
                  <a:pt x="419" y="25"/>
                </a:lnTo>
                <a:lnTo>
                  <a:pt x="420" y="26"/>
                </a:lnTo>
                <a:lnTo>
                  <a:pt x="420" y="27"/>
                </a:lnTo>
                <a:lnTo>
                  <a:pt x="421" y="27"/>
                </a:lnTo>
                <a:lnTo>
                  <a:pt x="421" y="26"/>
                </a:lnTo>
                <a:lnTo>
                  <a:pt x="422" y="26"/>
                </a:lnTo>
                <a:lnTo>
                  <a:pt x="422" y="27"/>
                </a:lnTo>
                <a:lnTo>
                  <a:pt x="423" y="27"/>
                </a:lnTo>
                <a:lnTo>
                  <a:pt x="423" y="28"/>
                </a:lnTo>
                <a:lnTo>
                  <a:pt x="423" y="29"/>
                </a:lnTo>
                <a:lnTo>
                  <a:pt x="424" y="29"/>
                </a:lnTo>
                <a:lnTo>
                  <a:pt x="424" y="30"/>
                </a:lnTo>
                <a:lnTo>
                  <a:pt x="425" y="31"/>
                </a:lnTo>
                <a:lnTo>
                  <a:pt x="425" y="32"/>
                </a:lnTo>
                <a:lnTo>
                  <a:pt x="425" y="33"/>
                </a:lnTo>
                <a:lnTo>
                  <a:pt x="426" y="33"/>
                </a:lnTo>
                <a:lnTo>
                  <a:pt x="427" y="33"/>
                </a:lnTo>
                <a:lnTo>
                  <a:pt x="427" y="31"/>
                </a:lnTo>
                <a:lnTo>
                  <a:pt x="428" y="31"/>
                </a:lnTo>
                <a:lnTo>
                  <a:pt x="429" y="31"/>
                </a:lnTo>
                <a:lnTo>
                  <a:pt x="430" y="30"/>
                </a:lnTo>
                <a:lnTo>
                  <a:pt x="431" y="30"/>
                </a:lnTo>
                <a:lnTo>
                  <a:pt x="431" y="31"/>
                </a:lnTo>
                <a:lnTo>
                  <a:pt x="432" y="31"/>
                </a:lnTo>
                <a:lnTo>
                  <a:pt x="432" y="32"/>
                </a:lnTo>
                <a:lnTo>
                  <a:pt x="432" y="33"/>
                </a:lnTo>
                <a:lnTo>
                  <a:pt x="432" y="34"/>
                </a:lnTo>
                <a:lnTo>
                  <a:pt x="433" y="34"/>
                </a:lnTo>
                <a:lnTo>
                  <a:pt x="433" y="33"/>
                </a:lnTo>
                <a:lnTo>
                  <a:pt x="434" y="33"/>
                </a:lnTo>
                <a:lnTo>
                  <a:pt x="434" y="35"/>
                </a:lnTo>
                <a:lnTo>
                  <a:pt x="433" y="35"/>
                </a:lnTo>
                <a:lnTo>
                  <a:pt x="433" y="36"/>
                </a:lnTo>
                <a:lnTo>
                  <a:pt x="433" y="37"/>
                </a:lnTo>
                <a:lnTo>
                  <a:pt x="434" y="37"/>
                </a:lnTo>
                <a:lnTo>
                  <a:pt x="434" y="38"/>
                </a:lnTo>
                <a:lnTo>
                  <a:pt x="435" y="39"/>
                </a:lnTo>
                <a:lnTo>
                  <a:pt x="436" y="39"/>
                </a:lnTo>
                <a:lnTo>
                  <a:pt x="438" y="38"/>
                </a:lnTo>
                <a:lnTo>
                  <a:pt x="439" y="38"/>
                </a:lnTo>
                <a:lnTo>
                  <a:pt x="439" y="37"/>
                </a:lnTo>
                <a:lnTo>
                  <a:pt x="440" y="36"/>
                </a:lnTo>
                <a:lnTo>
                  <a:pt x="441" y="36"/>
                </a:lnTo>
                <a:lnTo>
                  <a:pt x="442" y="34"/>
                </a:lnTo>
                <a:lnTo>
                  <a:pt x="442" y="35"/>
                </a:lnTo>
                <a:lnTo>
                  <a:pt x="443" y="35"/>
                </a:lnTo>
                <a:lnTo>
                  <a:pt x="444" y="35"/>
                </a:lnTo>
                <a:lnTo>
                  <a:pt x="444" y="36"/>
                </a:lnTo>
                <a:lnTo>
                  <a:pt x="445" y="36"/>
                </a:lnTo>
                <a:lnTo>
                  <a:pt x="445" y="35"/>
                </a:lnTo>
                <a:lnTo>
                  <a:pt x="446" y="35"/>
                </a:lnTo>
                <a:lnTo>
                  <a:pt x="446" y="34"/>
                </a:lnTo>
                <a:lnTo>
                  <a:pt x="446" y="35"/>
                </a:lnTo>
                <a:lnTo>
                  <a:pt x="447" y="35"/>
                </a:lnTo>
                <a:lnTo>
                  <a:pt x="447" y="36"/>
                </a:lnTo>
                <a:lnTo>
                  <a:pt x="448" y="36"/>
                </a:lnTo>
                <a:lnTo>
                  <a:pt x="449" y="36"/>
                </a:lnTo>
                <a:lnTo>
                  <a:pt x="450" y="36"/>
                </a:lnTo>
                <a:lnTo>
                  <a:pt x="451" y="36"/>
                </a:lnTo>
                <a:lnTo>
                  <a:pt x="451" y="35"/>
                </a:lnTo>
                <a:lnTo>
                  <a:pt x="451" y="36"/>
                </a:lnTo>
                <a:lnTo>
                  <a:pt x="452" y="36"/>
                </a:lnTo>
                <a:lnTo>
                  <a:pt x="452" y="35"/>
                </a:lnTo>
                <a:lnTo>
                  <a:pt x="453" y="35"/>
                </a:lnTo>
                <a:lnTo>
                  <a:pt x="454" y="35"/>
                </a:lnTo>
                <a:lnTo>
                  <a:pt x="455" y="34"/>
                </a:lnTo>
                <a:lnTo>
                  <a:pt x="456" y="34"/>
                </a:lnTo>
                <a:lnTo>
                  <a:pt x="457" y="34"/>
                </a:lnTo>
                <a:lnTo>
                  <a:pt x="458" y="34"/>
                </a:lnTo>
                <a:lnTo>
                  <a:pt x="458" y="35"/>
                </a:lnTo>
                <a:lnTo>
                  <a:pt x="458" y="36"/>
                </a:lnTo>
                <a:lnTo>
                  <a:pt x="459" y="36"/>
                </a:lnTo>
                <a:lnTo>
                  <a:pt x="459" y="37"/>
                </a:lnTo>
                <a:lnTo>
                  <a:pt x="460" y="38"/>
                </a:lnTo>
                <a:lnTo>
                  <a:pt x="461" y="38"/>
                </a:lnTo>
                <a:lnTo>
                  <a:pt x="461" y="39"/>
                </a:lnTo>
                <a:lnTo>
                  <a:pt x="462" y="38"/>
                </a:lnTo>
                <a:lnTo>
                  <a:pt x="462" y="39"/>
                </a:lnTo>
                <a:lnTo>
                  <a:pt x="462" y="40"/>
                </a:lnTo>
                <a:lnTo>
                  <a:pt x="463" y="40"/>
                </a:lnTo>
                <a:lnTo>
                  <a:pt x="464" y="40"/>
                </a:lnTo>
                <a:lnTo>
                  <a:pt x="465" y="40"/>
                </a:lnTo>
                <a:lnTo>
                  <a:pt x="465" y="39"/>
                </a:lnTo>
                <a:lnTo>
                  <a:pt x="465" y="40"/>
                </a:lnTo>
                <a:lnTo>
                  <a:pt x="466" y="40"/>
                </a:lnTo>
                <a:lnTo>
                  <a:pt x="467" y="40"/>
                </a:lnTo>
                <a:lnTo>
                  <a:pt x="468" y="39"/>
                </a:lnTo>
                <a:lnTo>
                  <a:pt x="469" y="40"/>
                </a:lnTo>
                <a:lnTo>
                  <a:pt x="470" y="40"/>
                </a:lnTo>
                <a:lnTo>
                  <a:pt x="470" y="41"/>
                </a:lnTo>
                <a:lnTo>
                  <a:pt x="471" y="41"/>
                </a:lnTo>
                <a:lnTo>
                  <a:pt x="472" y="41"/>
                </a:lnTo>
                <a:lnTo>
                  <a:pt x="473" y="41"/>
                </a:lnTo>
                <a:lnTo>
                  <a:pt x="473" y="40"/>
                </a:lnTo>
                <a:lnTo>
                  <a:pt x="474" y="40"/>
                </a:lnTo>
                <a:lnTo>
                  <a:pt x="475" y="40"/>
                </a:lnTo>
                <a:lnTo>
                  <a:pt x="475" y="39"/>
                </a:lnTo>
                <a:lnTo>
                  <a:pt x="476" y="40"/>
                </a:lnTo>
                <a:lnTo>
                  <a:pt x="476" y="39"/>
                </a:lnTo>
                <a:lnTo>
                  <a:pt x="477" y="40"/>
                </a:lnTo>
                <a:lnTo>
                  <a:pt x="478" y="39"/>
                </a:lnTo>
                <a:lnTo>
                  <a:pt x="478" y="40"/>
                </a:lnTo>
                <a:lnTo>
                  <a:pt x="479" y="39"/>
                </a:lnTo>
                <a:lnTo>
                  <a:pt x="479" y="40"/>
                </a:lnTo>
                <a:lnTo>
                  <a:pt x="480" y="40"/>
                </a:lnTo>
                <a:lnTo>
                  <a:pt x="481" y="41"/>
                </a:lnTo>
                <a:lnTo>
                  <a:pt x="481" y="40"/>
                </a:lnTo>
                <a:lnTo>
                  <a:pt x="481" y="41"/>
                </a:lnTo>
                <a:lnTo>
                  <a:pt x="482" y="41"/>
                </a:lnTo>
                <a:lnTo>
                  <a:pt x="483" y="41"/>
                </a:lnTo>
                <a:lnTo>
                  <a:pt x="483" y="40"/>
                </a:lnTo>
                <a:lnTo>
                  <a:pt x="483" y="41"/>
                </a:lnTo>
                <a:lnTo>
                  <a:pt x="484" y="41"/>
                </a:lnTo>
                <a:lnTo>
                  <a:pt x="484" y="40"/>
                </a:lnTo>
                <a:lnTo>
                  <a:pt x="485" y="41"/>
                </a:lnTo>
                <a:lnTo>
                  <a:pt x="486" y="41"/>
                </a:lnTo>
                <a:lnTo>
                  <a:pt x="487" y="41"/>
                </a:lnTo>
                <a:lnTo>
                  <a:pt x="487" y="40"/>
                </a:lnTo>
                <a:lnTo>
                  <a:pt x="488" y="40"/>
                </a:lnTo>
                <a:lnTo>
                  <a:pt x="489" y="40"/>
                </a:lnTo>
                <a:lnTo>
                  <a:pt x="489" y="39"/>
                </a:lnTo>
                <a:lnTo>
                  <a:pt x="490" y="39"/>
                </a:lnTo>
                <a:lnTo>
                  <a:pt x="490" y="38"/>
                </a:lnTo>
                <a:lnTo>
                  <a:pt x="491" y="38"/>
                </a:lnTo>
                <a:lnTo>
                  <a:pt x="491" y="37"/>
                </a:lnTo>
                <a:lnTo>
                  <a:pt x="492" y="37"/>
                </a:lnTo>
                <a:lnTo>
                  <a:pt x="492" y="36"/>
                </a:lnTo>
                <a:lnTo>
                  <a:pt x="492" y="35"/>
                </a:lnTo>
                <a:lnTo>
                  <a:pt x="493" y="35"/>
                </a:lnTo>
                <a:lnTo>
                  <a:pt x="493" y="34"/>
                </a:lnTo>
                <a:lnTo>
                  <a:pt x="494" y="33"/>
                </a:lnTo>
                <a:lnTo>
                  <a:pt x="495" y="33"/>
                </a:lnTo>
                <a:lnTo>
                  <a:pt x="496" y="33"/>
                </a:lnTo>
                <a:lnTo>
                  <a:pt x="496" y="32"/>
                </a:lnTo>
                <a:lnTo>
                  <a:pt x="497" y="33"/>
                </a:lnTo>
                <a:lnTo>
                  <a:pt x="498" y="33"/>
                </a:lnTo>
                <a:lnTo>
                  <a:pt x="499" y="33"/>
                </a:lnTo>
                <a:lnTo>
                  <a:pt x="498" y="34"/>
                </a:lnTo>
                <a:lnTo>
                  <a:pt x="499" y="35"/>
                </a:lnTo>
                <a:lnTo>
                  <a:pt x="500" y="35"/>
                </a:lnTo>
                <a:lnTo>
                  <a:pt x="501" y="35"/>
                </a:lnTo>
                <a:lnTo>
                  <a:pt x="502" y="35"/>
                </a:lnTo>
                <a:lnTo>
                  <a:pt x="502" y="34"/>
                </a:lnTo>
                <a:lnTo>
                  <a:pt x="503" y="34"/>
                </a:lnTo>
                <a:lnTo>
                  <a:pt x="504" y="34"/>
                </a:lnTo>
                <a:lnTo>
                  <a:pt x="504" y="35"/>
                </a:lnTo>
                <a:lnTo>
                  <a:pt x="505" y="35"/>
                </a:lnTo>
                <a:lnTo>
                  <a:pt x="506" y="35"/>
                </a:lnTo>
                <a:lnTo>
                  <a:pt x="507" y="35"/>
                </a:lnTo>
                <a:lnTo>
                  <a:pt x="507" y="36"/>
                </a:lnTo>
                <a:lnTo>
                  <a:pt x="508" y="36"/>
                </a:lnTo>
                <a:lnTo>
                  <a:pt x="508" y="37"/>
                </a:lnTo>
                <a:lnTo>
                  <a:pt x="508" y="38"/>
                </a:lnTo>
                <a:lnTo>
                  <a:pt x="508" y="37"/>
                </a:lnTo>
                <a:lnTo>
                  <a:pt x="508" y="38"/>
                </a:lnTo>
                <a:lnTo>
                  <a:pt x="509" y="38"/>
                </a:lnTo>
                <a:lnTo>
                  <a:pt x="510" y="38"/>
                </a:lnTo>
                <a:lnTo>
                  <a:pt x="510" y="39"/>
                </a:lnTo>
                <a:lnTo>
                  <a:pt x="511" y="38"/>
                </a:lnTo>
                <a:lnTo>
                  <a:pt x="511" y="39"/>
                </a:lnTo>
                <a:lnTo>
                  <a:pt x="512" y="39"/>
                </a:lnTo>
                <a:lnTo>
                  <a:pt x="512" y="40"/>
                </a:lnTo>
                <a:lnTo>
                  <a:pt x="512" y="41"/>
                </a:lnTo>
                <a:lnTo>
                  <a:pt x="511" y="41"/>
                </a:lnTo>
                <a:lnTo>
                  <a:pt x="512" y="41"/>
                </a:lnTo>
                <a:lnTo>
                  <a:pt x="513" y="41"/>
                </a:lnTo>
                <a:lnTo>
                  <a:pt x="514" y="41"/>
                </a:lnTo>
                <a:lnTo>
                  <a:pt x="515" y="41"/>
                </a:lnTo>
                <a:lnTo>
                  <a:pt x="515" y="42"/>
                </a:lnTo>
                <a:lnTo>
                  <a:pt x="516" y="42"/>
                </a:lnTo>
                <a:lnTo>
                  <a:pt x="517" y="43"/>
                </a:lnTo>
                <a:lnTo>
                  <a:pt x="517" y="44"/>
                </a:lnTo>
                <a:lnTo>
                  <a:pt x="518" y="44"/>
                </a:lnTo>
                <a:lnTo>
                  <a:pt x="519" y="44"/>
                </a:lnTo>
                <a:lnTo>
                  <a:pt x="520" y="44"/>
                </a:lnTo>
                <a:lnTo>
                  <a:pt x="520" y="43"/>
                </a:lnTo>
                <a:lnTo>
                  <a:pt x="520" y="42"/>
                </a:lnTo>
                <a:lnTo>
                  <a:pt x="521" y="42"/>
                </a:lnTo>
                <a:lnTo>
                  <a:pt x="521" y="43"/>
                </a:lnTo>
                <a:lnTo>
                  <a:pt x="521" y="44"/>
                </a:lnTo>
                <a:lnTo>
                  <a:pt x="522" y="44"/>
                </a:lnTo>
                <a:lnTo>
                  <a:pt x="523" y="44"/>
                </a:lnTo>
                <a:lnTo>
                  <a:pt x="524" y="44"/>
                </a:lnTo>
                <a:lnTo>
                  <a:pt x="525" y="44"/>
                </a:lnTo>
                <a:lnTo>
                  <a:pt x="525" y="45"/>
                </a:lnTo>
                <a:lnTo>
                  <a:pt x="526" y="45"/>
                </a:lnTo>
                <a:lnTo>
                  <a:pt x="527" y="45"/>
                </a:lnTo>
                <a:lnTo>
                  <a:pt x="527" y="46"/>
                </a:lnTo>
                <a:lnTo>
                  <a:pt x="528" y="47"/>
                </a:lnTo>
                <a:lnTo>
                  <a:pt x="529" y="47"/>
                </a:lnTo>
                <a:lnTo>
                  <a:pt x="529" y="48"/>
                </a:lnTo>
                <a:lnTo>
                  <a:pt x="530" y="48"/>
                </a:lnTo>
                <a:lnTo>
                  <a:pt x="531" y="49"/>
                </a:lnTo>
                <a:lnTo>
                  <a:pt x="532" y="48"/>
                </a:lnTo>
                <a:lnTo>
                  <a:pt x="533" y="47"/>
                </a:lnTo>
                <a:lnTo>
                  <a:pt x="534" y="47"/>
                </a:lnTo>
                <a:lnTo>
                  <a:pt x="535" y="47"/>
                </a:lnTo>
                <a:lnTo>
                  <a:pt x="536" y="48"/>
                </a:lnTo>
                <a:lnTo>
                  <a:pt x="536" y="49"/>
                </a:lnTo>
                <a:lnTo>
                  <a:pt x="535" y="49"/>
                </a:lnTo>
                <a:lnTo>
                  <a:pt x="535" y="50"/>
                </a:lnTo>
                <a:lnTo>
                  <a:pt x="534" y="51"/>
                </a:lnTo>
                <a:lnTo>
                  <a:pt x="534" y="52"/>
                </a:lnTo>
                <a:lnTo>
                  <a:pt x="533" y="52"/>
                </a:lnTo>
                <a:lnTo>
                  <a:pt x="534" y="52"/>
                </a:lnTo>
                <a:lnTo>
                  <a:pt x="534" y="53"/>
                </a:lnTo>
                <a:lnTo>
                  <a:pt x="534" y="54"/>
                </a:lnTo>
                <a:lnTo>
                  <a:pt x="535" y="54"/>
                </a:lnTo>
                <a:lnTo>
                  <a:pt x="535" y="55"/>
                </a:lnTo>
                <a:lnTo>
                  <a:pt x="534" y="55"/>
                </a:lnTo>
                <a:lnTo>
                  <a:pt x="534" y="56"/>
                </a:lnTo>
                <a:lnTo>
                  <a:pt x="535" y="56"/>
                </a:lnTo>
                <a:lnTo>
                  <a:pt x="536" y="56"/>
                </a:lnTo>
                <a:lnTo>
                  <a:pt x="537" y="56"/>
                </a:lnTo>
                <a:lnTo>
                  <a:pt x="537" y="57"/>
                </a:lnTo>
                <a:lnTo>
                  <a:pt x="538" y="57"/>
                </a:lnTo>
                <a:lnTo>
                  <a:pt x="539" y="56"/>
                </a:lnTo>
                <a:lnTo>
                  <a:pt x="540" y="56"/>
                </a:lnTo>
                <a:lnTo>
                  <a:pt x="540" y="57"/>
                </a:lnTo>
                <a:lnTo>
                  <a:pt x="541" y="57"/>
                </a:lnTo>
                <a:lnTo>
                  <a:pt x="541" y="58"/>
                </a:lnTo>
                <a:lnTo>
                  <a:pt x="542" y="59"/>
                </a:lnTo>
                <a:lnTo>
                  <a:pt x="543" y="59"/>
                </a:lnTo>
                <a:lnTo>
                  <a:pt x="544" y="59"/>
                </a:lnTo>
                <a:lnTo>
                  <a:pt x="545" y="60"/>
                </a:lnTo>
                <a:lnTo>
                  <a:pt x="546" y="60"/>
                </a:lnTo>
                <a:lnTo>
                  <a:pt x="547" y="61"/>
                </a:lnTo>
                <a:lnTo>
                  <a:pt x="548" y="61"/>
                </a:lnTo>
                <a:lnTo>
                  <a:pt x="548" y="62"/>
                </a:lnTo>
                <a:lnTo>
                  <a:pt x="549" y="62"/>
                </a:lnTo>
                <a:lnTo>
                  <a:pt x="550" y="62"/>
                </a:lnTo>
                <a:lnTo>
                  <a:pt x="551" y="62"/>
                </a:lnTo>
                <a:lnTo>
                  <a:pt x="551" y="63"/>
                </a:lnTo>
                <a:lnTo>
                  <a:pt x="551" y="64"/>
                </a:lnTo>
                <a:lnTo>
                  <a:pt x="552" y="64"/>
                </a:lnTo>
                <a:lnTo>
                  <a:pt x="553" y="64"/>
                </a:lnTo>
                <a:lnTo>
                  <a:pt x="554" y="65"/>
                </a:lnTo>
                <a:lnTo>
                  <a:pt x="554" y="66"/>
                </a:lnTo>
                <a:lnTo>
                  <a:pt x="554" y="65"/>
                </a:lnTo>
                <a:lnTo>
                  <a:pt x="555" y="65"/>
                </a:lnTo>
                <a:lnTo>
                  <a:pt x="554" y="65"/>
                </a:lnTo>
                <a:lnTo>
                  <a:pt x="554" y="64"/>
                </a:lnTo>
                <a:lnTo>
                  <a:pt x="553" y="63"/>
                </a:lnTo>
                <a:lnTo>
                  <a:pt x="552" y="63"/>
                </a:lnTo>
                <a:lnTo>
                  <a:pt x="552" y="62"/>
                </a:lnTo>
                <a:lnTo>
                  <a:pt x="553" y="62"/>
                </a:lnTo>
                <a:lnTo>
                  <a:pt x="553" y="61"/>
                </a:lnTo>
                <a:lnTo>
                  <a:pt x="554" y="60"/>
                </a:lnTo>
                <a:lnTo>
                  <a:pt x="554" y="61"/>
                </a:lnTo>
                <a:lnTo>
                  <a:pt x="555" y="61"/>
                </a:lnTo>
                <a:lnTo>
                  <a:pt x="555" y="62"/>
                </a:lnTo>
                <a:lnTo>
                  <a:pt x="555" y="63"/>
                </a:lnTo>
                <a:lnTo>
                  <a:pt x="555" y="64"/>
                </a:lnTo>
                <a:lnTo>
                  <a:pt x="555" y="65"/>
                </a:lnTo>
                <a:lnTo>
                  <a:pt x="556" y="65"/>
                </a:lnTo>
                <a:lnTo>
                  <a:pt x="557" y="65"/>
                </a:lnTo>
                <a:lnTo>
                  <a:pt x="557" y="66"/>
                </a:lnTo>
                <a:lnTo>
                  <a:pt x="556" y="66"/>
                </a:lnTo>
                <a:lnTo>
                  <a:pt x="556" y="67"/>
                </a:lnTo>
                <a:lnTo>
                  <a:pt x="556" y="70"/>
                </a:lnTo>
                <a:lnTo>
                  <a:pt x="557" y="70"/>
                </a:lnTo>
                <a:lnTo>
                  <a:pt x="557" y="71"/>
                </a:lnTo>
                <a:lnTo>
                  <a:pt x="556" y="71"/>
                </a:lnTo>
                <a:lnTo>
                  <a:pt x="556" y="72"/>
                </a:lnTo>
                <a:lnTo>
                  <a:pt x="555" y="72"/>
                </a:lnTo>
                <a:lnTo>
                  <a:pt x="555" y="73"/>
                </a:lnTo>
                <a:lnTo>
                  <a:pt x="555" y="74"/>
                </a:lnTo>
                <a:lnTo>
                  <a:pt x="555" y="75"/>
                </a:lnTo>
                <a:lnTo>
                  <a:pt x="554" y="75"/>
                </a:lnTo>
                <a:lnTo>
                  <a:pt x="555" y="75"/>
                </a:lnTo>
                <a:lnTo>
                  <a:pt x="555" y="76"/>
                </a:lnTo>
                <a:lnTo>
                  <a:pt x="555" y="77"/>
                </a:lnTo>
                <a:lnTo>
                  <a:pt x="555" y="78"/>
                </a:lnTo>
                <a:lnTo>
                  <a:pt x="556" y="78"/>
                </a:lnTo>
                <a:lnTo>
                  <a:pt x="557" y="79"/>
                </a:lnTo>
                <a:lnTo>
                  <a:pt x="557" y="78"/>
                </a:lnTo>
                <a:lnTo>
                  <a:pt x="558" y="78"/>
                </a:lnTo>
                <a:lnTo>
                  <a:pt x="559" y="78"/>
                </a:lnTo>
                <a:lnTo>
                  <a:pt x="560" y="78"/>
                </a:lnTo>
                <a:lnTo>
                  <a:pt x="560" y="77"/>
                </a:lnTo>
                <a:lnTo>
                  <a:pt x="561" y="77"/>
                </a:lnTo>
                <a:lnTo>
                  <a:pt x="561" y="78"/>
                </a:lnTo>
                <a:lnTo>
                  <a:pt x="562" y="79"/>
                </a:lnTo>
                <a:lnTo>
                  <a:pt x="563" y="79"/>
                </a:lnTo>
                <a:lnTo>
                  <a:pt x="563" y="80"/>
                </a:lnTo>
                <a:lnTo>
                  <a:pt x="563" y="81"/>
                </a:lnTo>
                <a:lnTo>
                  <a:pt x="564" y="81"/>
                </a:lnTo>
                <a:lnTo>
                  <a:pt x="564" y="82"/>
                </a:lnTo>
                <a:lnTo>
                  <a:pt x="565" y="82"/>
                </a:lnTo>
                <a:lnTo>
                  <a:pt x="565" y="81"/>
                </a:lnTo>
                <a:lnTo>
                  <a:pt x="566" y="81"/>
                </a:lnTo>
                <a:lnTo>
                  <a:pt x="566" y="82"/>
                </a:lnTo>
                <a:lnTo>
                  <a:pt x="567" y="82"/>
                </a:lnTo>
                <a:lnTo>
                  <a:pt x="568" y="82"/>
                </a:lnTo>
                <a:lnTo>
                  <a:pt x="569" y="82"/>
                </a:lnTo>
                <a:lnTo>
                  <a:pt x="570" y="82"/>
                </a:lnTo>
                <a:lnTo>
                  <a:pt x="571" y="82"/>
                </a:lnTo>
                <a:lnTo>
                  <a:pt x="572" y="82"/>
                </a:lnTo>
                <a:lnTo>
                  <a:pt x="573" y="81"/>
                </a:lnTo>
                <a:lnTo>
                  <a:pt x="574" y="81"/>
                </a:lnTo>
                <a:lnTo>
                  <a:pt x="575" y="81"/>
                </a:lnTo>
                <a:lnTo>
                  <a:pt x="576" y="82"/>
                </a:lnTo>
                <a:lnTo>
                  <a:pt x="576" y="83"/>
                </a:lnTo>
                <a:lnTo>
                  <a:pt x="577" y="83"/>
                </a:lnTo>
                <a:lnTo>
                  <a:pt x="577" y="84"/>
                </a:lnTo>
                <a:lnTo>
                  <a:pt x="577" y="85"/>
                </a:lnTo>
                <a:lnTo>
                  <a:pt x="577" y="86"/>
                </a:lnTo>
                <a:lnTo>
                  <a:pt x="577" y="87"/>
                </a:lnTo>
                <a:lnTo>
                  <a:pt x="578" y="87"/>
                </a:lnTo>
                <a:lnTo>
                  <a:pt x="578" y="88"/>
                </a:lnTo>
                <a:lnTo>
                  <a:pt x="580" y="89"/>
                </a:lnTo>
                <a:lnTo>
                  <a:pt x="580" y="90"/>
                </a:lnTo>
                <a:lnTo>
                  <a:pt x="580" y="89"/>
                </a:lnTo>
                <a:lnTo>
                  <a:pt x="580" y="88"/>
                </a:lnTo>
                <a:lnTo>
                  <a:pt x="580" y="87"/>
                </a:lnTo>
                <a:lnTo>
                  <a:pt x="580" y="86"/>
                </a:lnTo>
                <a:lnTo>
                  <a:pt x="581" y="86"/>
                </a:lnTo>
                <a:lnTo>
                  <a:pt x="582" y="86"/>
                </a:lnTo>
                <a:lnTo>
                  <a:pt x="583" y="86"/>
                </a:lnTo>
                <a:lnTo>
                  <a:pt x="583" y="85"/>
                </a:lnTo>
                <a:lnTo>
                  <a:pt x="583" y="84"/>
                </a:lnTo>
                <a:lnTo>
                  <a:pt x="584" y="83"/>
                </a:lnTo>
                <a:lnTo>
                  <a:pt x="584" y="82"/>
                </a:lnTo>
                <a:lnTo>
                  <a:pt x="585" y="81"/>
                </a:lnTo>
                <a:lnTo>
                  <a:pt x="586" y="80"/>
                </a:lnTo>
                <a:lnTo>
                  <a:pt x="587" y="80"/>
                </a:lnTo>
                <a:lnTo>
                  <a:pt x="587" y="81"/>
                </a:lnTo>
                <a:lnTo>
                  <a:pt x="587" y="82"/>
                </a:lnTo>
                <a:lnTo>
                  <a:pt x="586" y="82"/>
                </a:lnTo>
                <a:lnTo>
                  <a:pt x="586" y="83"/>
                </a:lnTo>
                <a:lnTo>
                  <a:pt x="586" y="84"/>
                </a:lnTo>
                <a:lnTo>
                  <a:pt x="585" y="84"/>
                </a:lnTo>
                <a:lnTo>
                  <a:pt x="585" y="85"/>
                </a:lnTo>
                <a:lnTo>
                  <a:pt x="585" y="86"/>
                </a:lnTo>
                <a:lnTo>
                  <a:pt x="585" y="87"/>
                </a:lnTo>
                <a:lnTo>
                  <a:pt x="585" y="88"/>
                </a:lnTo>
                <a:lnTo>
                  <a:pt x="586" y="88"/>
                </a:lnTo>
                <a:lnTo>
                  <a:pt x="586" y="89"/>
                </a:lnTo>
                <a:lnTo>
                  <a:pt x="586" y="90"/>
                </a:lnTo>
                <a:lnTo>
                  <a:pt x="587" y="90"/>
                </a:lnTo>
                <a:lnTo>
                  <a:pt x="587" y="89"/>
                </a:lnTo>
                <a:lnTo>
                  <a:pt x="587" y="90"/>
                </a:lnTo>
                <a:lnTo>
                  <a:pt x="588" y="90"/>
                </a:lnTo>
                <a:lnTo>
                  <a:pt x="590" y="90"/>
                </a:lnTo>
                <a:lnTo>
                  <a:pt x="591" y="91"/>
                </a:lnTo>
                <a:lnTo>
                  <a:pt x="592" y="91"/>
                </a:lnTo>
                <a:lnTo>
                  <a:pt x="592" y="92"/>
                </a:lnTo>
                <a:lnTo>
                  <a:pt x="594" y="92"/>
                </a:lnTo>
                <a:lnTo>
                  <a:pt x="594" y="93"/>
                </a:lnTo>
                <a:lnTo>
                  <a:pt x="595" y="93"/>
                </a:lnTo>
                <a:lnTo>
                  <a:pt x="596" y="93"/>
                </a:lnTo>
                <a:lnTo>
                  <a:pt x="597" y="93"/>
                </a:lnTo>
                <a:lnTo>
                  <a:pt x="598" y="93"/>
                </a:lnTo>
                <a:lnTo>
                  <a:pt x="598" y="94"/>
                </a:lnTo>
                <a:lnTo>
                  <a:pt x="599" y="94"/>
                </a:lnTo>
                <a:lnTo>
                  <a:pt x="599" y="95"/>
                </a:lnTo>
                <a:lnTo>
                  <a:pt x="599" y="96"/>
                </a:lnTo>
                <a:lnTo>
                  <a:pt x="599" y="97"/>
                </a:lnTo>
                <a:lnTo>
                  <a:pt x="599" y="99"/>
                </a:lnTo>
                <a:lnTo>
                  <a:pt x="599" y="100"/>
                </a:lnTo>
                <a:lnTo>
                  <a:pt x="598" y="100"/>
                </a:lnTo>
                <a:lnTo>
                  <a:pt x="598" y="101"/>
                </a:lnTo>
                <a:lnTo>
                  <a:pt x="598" y="102"/>
                </a:lnTo>
                <a:lnTo>
                  <a:pt x="598" y="103"/>
                </a:lnTo>
                <a:lnTo>
                  <a:pt x="597" y="103"/>
                </a:lnTo>
                <a:lnTo>
                  <a:pt x="597" y="104"/>
                </a:lnTo>
                <a:lnTo>
                  <a:pt x="597" y="105"/>
                </a:lnTo>
                <a:lnTo>
                  <a:pt x="596" y="105"/>
                </a:lnTo>
                <a:lnTo>
                  <a:pt x="596" y="106"/>
                </a:lnTo>
                <a:lnTo>
                  <a:pt x="595" y="106"/>
                </a:lnTo>
                <a:lnTo>
                  <a:pt x="595" y="110"/>
                </a:lnTo>
                <a:lnTo>
                  <a:pt x="596" y="111"/>
                </a:lnTo>
                <a:lnTo>
                  <a:pt x="596" y="112"/>
                </a:lnTo>
                <a:lnTo>
                  <a:pt x="596" y="113"/>
                </a:lnTo>
                <a:lnTo>
                  <a:pt x="597" y="113"/>
                </a:lnTo>
                <a:lnTo>
                  <a:pt x="597" y="112"/>
                </a:lnTo>
                <a:lnTo>
                  <a:pt x="597" y="111"/>
                </a:lnTo>
                <a:lnTo>
                  <a:pt x="597" y="110"/>
                </a:lnTo>
                <a:lnTo>
                  <a:pt x="597" y="109"/>
                </a:lnTo>
                <a:lnTo>
                  <a:pt x="598" y="109"/>
                </a:lnTo>
                <a:lnTo>
                  <a:pt x="599" y="109"/>
                </a:lnTo>
                <a:lnTo>
                  <a:pt x="601" y="108"/>
                </a:lnTo>
                <a:lnTo>
                  <a:pt x="602" y="107"/>
                </a:lnTo>
                <a:lnTo>
                  <a:pt x="602" y="106"/>
                </a:lnTo>
                <a:lnTo>
                  <a:pt x="602" y="105"/>
                </a:lnTo>
                <a:lnTo>
                  <a:pt x="602" y="104"/>
                </a:lnTo>
                <a:lnTo>
                  <a:pt x="603" y="104"/>
                </a:lnTo>
                <a:lnTo>
                  <a:pt x="603" y="103"/>
                </a:lnTo>
                <a:lnTo>
                  <a:pt x="604" y="103"/>
                </a:lnTo>
                <a:lnTo>
                  <a:pt x="606" y="103"/>
                </a:lnTo>
                <a:lnTo>
                  <a:pt x="607" y="103"/>
                </a:lnTo>
                <a:lnTo>
                  <a:pt x="609" y="103"/>
                </a:lnTo>
                <a:lnTo>
                  <a:pt x="611" y="103"/>
                </a:lnTo>
                <a:lnTo>
                  <a:pt x="612" y="102"/>
                </a:lnTo>
                <a:lnTo>
                  <a:pt x="612" y="101"/>
                </a:lnTo>
                <a:lnTo>
                  <a:pt x="613" y="100"/>
                </a:lnTo>
                <a:lnTo>
                  <a:pt x="613" y="99"/>
                </a:lnTo>
                <a:lnTo>
                  <a:pt x="614" y="99"/>
                </a:lnTo>
                <a:lnTo>
                  <a:pt x="614" y="98"/>
                </a:lnTo>
                <a:lnTo>
                  <a:pt x="614" y="97"/>
                </a:lnTo>
                <a:lnTo>
                  <a:pt x="615" y="97"/>
                </a:lnTo>
                <a:lnTo>
                  <a:pt x="615" y="98"/>
                </a:lnTo>
                <a:lnTo>
                  <a:pt x="615" y="99"/>
                </a:lnTo>
                <a:lnTo>
                  <a:pt x="616" y="99"/>
                </a:lnTo>
                <a:lnTo>
                  <a:pt x="616" y="98"/>
                </a:lnTo>
                <a:lnTo>
                  <a:pt x="616" y="97"/>
                </a:lnTo>
                <a:lnTo>
                  <a:pt x="616" y="96"/>
                </a:lnTo>
                <a:lnTo>
                  <a:pt x="617" y="96"/>
                </a:lnTo>
                <a:lnTo>
                  <a:pt x="617" y="95"/>
                </a:lnTo>
                <a:lnTo>
                  <a:pt x="618" y="94"/>
                </a:lnTo>
                <a:lnTo>
                  <a:pt x="619" y="93"/>
                </a:lnTo>
                <a:lnTo>
                  <a:pt x="619" y="92"/>
                </a:lnTo>
                <a:lnTo>
                  <a:pt x="620" y="92"/>
                </a:lnTo>
                <a:lnTo>
                  <a:pt x="620" y="91"/>
                </a:lnTo>
                <a:lnTo>
                  <a:pt x="620" y="90"/>
                </a:lnTo>
                <a:lnTo>
                  <a:pt x="620" y="86"/>
                </a:lnTo>
                <a:lnTo>
                  <a:pt x="621" y="86"/>
                </a:lnTo>
                <a:lnTo>
                  <a:pt x="621" y="85"/>
                </a:lnTo>
                <a:lnTo>
                  <a:pt x="622" y="85"/>
                </a:lnTo>
                <a:lnTo>
                  <a:pt x="622" y="84"/>
                </a:lnTo>
                <a:lnTo>
                  <a:pt x="622" y="83"/>
                </a:lnTo>
                <a:lnTo>
                  <a:pt x="623" y="83"/>
                </a:lnTo>
                <a:lnTo>
                  <a:pt x="624" y="83"/>
                </a:lnTo>
                <a:lnTo>
                  <a:pt x="624" y="82"/>
                </a:lnTo>
                <a:lnTo>
                  <a:pt x="625" y="82"/>
                </a:lnTo>
                <a:lnTo>
                  <a:pt x="626" y="83"/>
                </a:lnTo>
                <a:lnTo>
                  <a:pt x="628" y="83"/>
                </a:lnTo>
                <a:lnTo>
                  <a:pt x="630" y="83"/>
                </a:lnTo>
                <a:lnTo>
                  <a:pt x="633" y="83"/>
                </a:lnTo>
                <a:lnTo>
                  <a:pt x="633" y="84"/>
                </a:lnTo>
                <a:lnTo>
                  <a:pt x="633" y="85"/>
                </a:lnTo>
                <a:lnTo>
                  <a:pt x="633" y="86"/>
                </a:lnTo>
                <a:lnTo>
                  <a:pt x="634" y="87"/>
                </a:lnTo>
                <a:lnTo>
                  <a:pt x="636" y="87"/>
                </a:lnTo>
                <a:lnTo>
                  <a:pt x="636" y="88"/>
                </a:lnTo>
                <a:lnTo>
                  <a:pt x="637" y="88"/>
                </a:lnTo>
                <a:lnTo>
                  <a:pt x="638" y="88"/>
                </a:lnTo>
                <a:lnTo>
                  <a:pt x="639" y="88"/>
                </a:lnTo>
                <a:lnTo>
                  <a:pt x="639" y="89"/>
                </a:lnTo>
                <a:lnTo>
                  <a:pt x="640" y="89"/>
                </a:lnTo>
                <a:lnTo>
                  <a:pt x="641" y="88"/>
                </a:lnTo>
                <a:lnTo>
                  <a:pt x="642" y="87"/>
                </a:lnTo>
                <a:lnTo>
                  <a:pt x="642" y="86"/>
                </a:lnTo>
                <a:lnTo>
                  <a:pt x="643" y="86"/>
                </a:lnTo>
                <a:lnTo>
                  <a:pt x="643" y="85"/>
                </a:lnTo>
                <a:lnTo>
                  <a:pt x="644" y="85"/>
                </a:lnTo>
                <a:lnTo>
                  <a:pt x="644" y="84"/>
                </a:lnTo>
                <a:lnTo>
                  <a:pt x="645" y="84"/>
                </a:lnTo>
                <a:lnTo>
                  <a:pt x="645" y="83"/>
                </a:lnTo>
                <a:lnTo>
                  <a:pt x="646" y="83"/>
                </a:lnTo>
                <a:lnTo>
                  <a:pt x="647" y="83"/>
                </a:lnTo>
                <a:lnTo>
                  <a:pt x="647" y="84"/>
                </a:lnTo>
                <a:lnTo>
                  <a:pt x="648" y="84"/>
                </a:lnTo>
                <a:lnTo>
                  <a:pt x="649" y="84"/>
                </a:lnTo>
                <a:lnTo>
                  <a:pt x="650" y="84"/>
                </a:lnTo>
                <a:lnTo>
                  <a:pt x="650" y="85"/>
                </a:lnTo>
                <a:lnTo>
                  <a:pt x="651" y="85"/>
                </a:lnTo>
                <a:lnTo>
                  <a:pt x="652" y="85"/>
                </a:lnTo>
                <a:lnTo>
                  <a:pt x="652" y="86"/>
                </a:lnTo>
                <a:lnTo>
                  <a:pt x="653" y="86"/>
                </a:lnTo>
                <a:lnTo>
                  <a:pt x="654" y="85"/>
                </a:lnTo>
                <a:lnTo>
                  <a:pt x="655" y="84"/>
                </a:lnTo>
                <a:lnTo>
                  <a:pt x="656" y="84"/>
                </a:lnTo>
                <a:lnTo>
                  <a:pt x="656" y="85"/>
                </a:lnTo>
                <a:lnTo>
                  <a:pt x="657" y="85"/>
                </a:lnTo>
                <a:lnTo>
                  <a:pt x="657" y="86"/>
                </a:lnTo>
                <a:lnTo>
                  <a:pt x="658" y="86"/>
                </a:lnTo>
                <a:lnTo>
                  <a:pt x="658" y="87"/>
                </a:lnTo>
                <a:lnTo>
                  <a:pt x="659" y="87"/>
                </a:lnTo>
                <a:lnTo>
                  <a:pt x="659" y="88"/>
                </a:lnTo>
                <a:lnTo>
                  <a:pt x="660" y="89"/>
                </a:lnTo>
                <a:lnTo>
                  <a:pt x="660" y="88"/>
                </a:lnTo>
                <a:lnTo>
                  <a:pt x="661" y="88"/>
                </a:lnTo>
                <a:lnTo>
                  <a:pt x="661" y="87"/>
                </a:lnTo>
                <a:lnTo>
                  <a:pt x="662" y="87"/>
                </a:lnTo>
                <a:lnTo>
                  <a:pt x="663" y="87"/>
                </a:lnTo>
                <a:lnTo>
                  <a:pt x="664" y="87"/>
                </a:lnTo>
                <a:lnTo>
                  <a:pt x="664" y="88"/>
                </a:lnTo>
                <a:lnTo>
                  <a:pt x="664" y="89"/>
                </a:lnTo>
                <a:lnTo>
                  <a:pt x="665" y="89"/>
                </a:lnTo>
                <a:lnTo>
                  <a:pt x="666" y="89"/>
                </a:lnTo>
                <a:lnTo>
                  <a:pt x="666" y="88"/>
                </a:lnTo>
                <a:lnTo>
                  <a:pt x="667" y="87"/>
                </a:lnTo>
                <a:lnTo>
                  <a:pt x="667" y="86"/>
                </a:lnTo>
                <a:lnTo>
                  <a:pt x="667" y="85"/>
                </a:lnTo>
                <a:lnTo>
                  <a:pt x="667" y="84"/>
                </a:lnTo>
                <a:lnTo>
                  <a:pt x="668" y="84"/>
                </a:lnTo>
                <a:lnTo>
                  <a:pt x="668" y="83"/>
                </a:lnTo>
                <a:lnTo>
                  <a:pt x="668" y="82"/>
                </a:lnTo>
                <a:lnTo>
                  <a:pt x="668" y="81"/>
                </a:lnTo>
                <a:lnTo>
                  <a:pt x="669" y="80"/>
                </a:lnTo>
                <a:lnTo>
                  <a:pt x="670" y="79"/>
                </a:lnTo>
                <a:lnTo>
                  <a:pt x="670" y="78"/>
                </a:lnTo>
                <a:lnTo>
                  <a:pt x="670" y="77"/>
                </a:lnTo>
                <a:lnTo>
                  <a:pt x="670" y="76"/>
                </a:lnTo>
                <a:lnTo>
                  <a:pt x="670" y="75"/>
                </a:lnTo>
                <a:lnTo>
                  <a:pt x="671" y="75"/>
                </a:lnTo>
                <a:lnTo>
                  <a:pt x="672" y="74"/>
                </a:lnTo>
                <a:lnTo>
                  <a:pt x="672" y="75"/>
                </a:lnTo>
                <a:lnTo>
                  <a:pt x="673" y="75"/>
                </a:lnTo>
                <a:lnTo>
                  <a:pt x="672" y="75"/>
                </a:lnTo>
                <a:lnTo>
                  <a:pt x="672" y="76"/>
                </a:lnTo>
                <a:lnTo>
                  <a:pt x="673" y="76"/>
                </a:lnTo>
                <a:lnTo>
                  <a:pt x="674" y="76"/>
                </a:lnTo>
                <a:lnTo>
                  <a:pt x="675" y="76"/>
                </a:lnTo>
                <a:lnTo>
                  <a:pt x="675" y="75"/>
                </a:lnTo>
                <a:lnTo>
                  <a:pt x="676" y="75"/>
                </a:lnTo>
                <a:lnTo>
                  <a:pt x="676" y="74"/>
                </a:lnTo>
                <a:lnTo>
                  <a:pt x="676" y="73"/>
                </a:lnTo>
                <a:lnTo>
                  <a:pt x="677" y="73"/>
                </a:lnTo>
                <a:lnTo>
                  <a:pt x="677" y="74"/>
                </a:lnTo>
                <a:lnTo>
                  <a:pt x="678" y="74"/>
                </a:lnTo>
                <a:lnTo>
                  <a:pt x="678" y="73"/>
                </a:lnTo>
                <a:lnTo>
                  <a:pt x="678" y="72"/>
                </a:lnTo>
                <a:lnTo>
                  <a:pt x="678" y="71"/>
                </a:lnTo>
                <a:lnTo>
                  <a:pt x="679" y="70"/>
                </a:lnTo>
                <a:lnTo>
                  <a:pt x="680" y="70"/>
                </a:lnTo>
                <a:lnTo>
                  <a:pt x="680" y="69"/>
                </a:lnTo>
                <a:lnTo>
                  <a:pt x="681" y="69"/>
                </a:lnTo>
                <a:lnTo>
                  <a:pt x="682" y="69"/>
                </a:lnTo>
                <a:lnTo>
                  <a:pt x="683" y="69"/>
                </a:lnTo>
                <a:lnTo>
                  <a:pt x="683" y="68"/>
                </a:lnTo>
                <a:lnTo>
                  <a:pt x="682" y="68"/>
                </a:lnTo>
                <a:lnTo>
                  <a:pt x="682" y="67"/>
                </a:lnTo>
                <a:lnTo>
                  <a:pt x="682" y="66"/>
                </a:lnTo>
                <a:lnTo>
                  <a:pt x="683" y="66"/>
                </a:lnTo>
                <a:lnTo>
                  <a:pt x="683" y="65"/>
                </a:lnTo>
                <a:lnTo>
                  <a:pt x="684" y="65"/>
                </a:lnTo>
                <a:lnTo>
                  <a:pt x="684" y="64"/>
                </a:lnTo>
                <a:lnTo>
                  <a:pt x="683" y="64"/>
                </a:lnTo>
                <a:lnTo>
                  <a:pt x="683" y="63"/>
                </a:lnTo>
                <a:lnTo>
                  <a:pt x="683" y="62"/>
                </a:lnTo>
                <a:lnTo>
                  <a:pt x="683" y="61"/>
                </a:lnTo>
                <a:lnTo>
                  <a:pt x="684" y="61"/>
                </a:lnTo>
                <a:lnTo>
                  <a:pt x="685" y="60"/>
                </a:lnTo>
                <a:lnTo>
                  <a:pt x="685" y="59"/>
                </a:lnTo>
                <a:lnTo>
                  <a:pt x="684" y="59"/>
                </a:lnTo>
                <a:lnTo>
                  <a:pt x="683" y="59"/>
                </a:lnTo>
                <a:lnTo>
                  <a:pt x="683" y="58"/>
                </a:lnTo>
                <a:lnTo>
                  <a:pt x="683" y="57"/>
                </a:lnTo>
                <a:lnTo>
                  <a:pt x="684" y="56"/>
                </a:lnTo>
                <a:lnTo>
                  <a:pt x="685" y="56"/>
                </a:lnTo>
                <a:lnTo>
                  <a:pt x="686" y="55"/>
                </a:lnTo>
                <a:lnTo>
                  <a:pt x="689" y="52"/>
                </a:lnTo>
                <a:lnTo>
                  <a:pt x="691" y="50"/>
                </a:lnTo>
                <a:lnTo>
                  <a:pt x="692" y="49"/>
                </a:lnTo>
                <a:lnTo>
                  <a:pt x="692" y="48"/>
                </a:lnTo>
                <a:lnTo>
                  <a:pt x="694" y="46"/>
                </a:lnTo>
                <a:lnTo>
                  <a:pt x="695" y="46"/>
                </a:lnTo>
                <a:lnTo>
                  <a:pt x="696" y="45"/>
                </a:lnTo>
                <a:lnTo>
                  <a:pt x="697" y="45"/>
                </a:lnTo>
                <a:lnTo>
                  <a:pt x="698" y="45"/>
                </a:lnTo>
                <a:lnTo>
                  <a:pt x="699" y="45"/>
                </a:lnTo>
                <a:lnTo>
                  <a:pt x="700" y="46"/>
                </a:lnTo>
                <a:lnTo>
                  <a:pt x="703" y="47"/>
                </a:lnTo>
                <a:lnTo>
                  <a:pt x="705" y="48"/>
                </a:lnTo>
                <a:lnTo>
                  <a:pt x="705" y="49"/>
                </a:lnTo>
                <a:lnTo>
                  <a:pt x="706" y="50"/>
                </a:lnTo>
                <a:lnTo>
                  <a:pt x="706" y="51"/>
                </a:lnTo>
                <a:lnTo>
                  <a:pt x="706" y="52"/>
                </a:lnTo>
                <a:lnTo>
                  <a:pt x="707" y="53"/>
                </a:lnTo>
                <a:lnTo>
                  <a:pt x="707" y="54"/>
                </a:lnTo>
                <a:lnTo>
                  <a:pt x="707" y="55"/>
                </a:lnTo>
                <a:lnTo>
                  <a:pt x="707" y="57"/>
                </a:lnTo>
                <a:lnTo>
                  <a:pt x="706" y="60"/>
                </a:lnTo>
                <a:lnTo>
                  <a:pt x="706" y="62"/>
                </a:lnTo>
                <a:lnTo>
                  <a:pt x="706" y="64"/>
                </a:lnTo>
                <a:lnTo>
                  <a:pt x="707" y="65"/>
                </a:lnTo>
                <a:lnTo>
                  <a:pt x="707" y="66"/>
                </a:lnTo>
                <a:lnTo>
                  <a:pt x="708" y="67"/>
                </a:lnTo>
                <a:lnTo>
                  <a:pt x="708" y="68"/>
                </a:lnTo>
                <a:lnTo>
                  <a:pt x="709" y="68"/>
                </a:lnTo>
                <a:lnTo>
                  <a:pt x="709" y="67"/>
                </a:lnTo>
                <a:lnTo>
                  <a:pt x="710" y="66"/>
                </a:lnTo>
                <a:lnTo>
                  <a:pt x="711" y="65"/>
                </a:lnTo>
                <a:lnTo>
                  <a:pt x="712" y="63"/>
                </a:lnTo>
                <a:lnTo>
                  <a:pt x="713" y="63"/>
                </a:lnTo>
                <a:lnTo>
                  <a:pt x="714" y="61"/>
                </a:lnTo>
                <a:lnTo>
                  <a:pt x="714" y="59"/>
                </a:lnTo>
                <a:lnTo>
                  <a:pt x="716" y="57"/>
                </a:lnTo>
                <a:lnTo>
                  <a:pt x="718" y="55"/>
                </a:lnTo>
                <a:lnTo>
                  <a:pt x="718" y="53"/>
                </a:lnTo>
                <a:lnTo>
                  <a:pt x="719" y="52"/>
                </a:lnTo>
                <a:lnTo>
                  <a:pt x="719" y="51"/>
                </a:lnTo>
                <a:lnTo>
                  <a:pt x="719" y="50"/>
                </a:lnTo>
                <a:lnTo>
                  <a:pt x="720" y="50"/>
                </a:lnTo>
                <a:lnTo>
                  <a:pt x="720" y="49"/>
                </a:lnTo>
                <a:lnTo>
                  <a:pt x="720" y="48"/>
                </a:lnTo>
                <a:lnTo>
                  <a:pt x="721" y="48"/>
                </a:lnTo>
                <a:lnTo>
                  <a:pt x="721" y="47"/>
                </a:lnTo>
                <a:lnTo>
                  <a:pt x="722" y="47"/>
                </a:lnTo>
                <a:lnTo>
                  <a:pt x="723" y="47"/>
                </a:lnTo>
                <a:lnTo>
                  <a:pt x="724" y="47"/>
                </a:lnTo>
                <a:lnTo>
                  <a:pt x="724" y="49"/>
                </a:lnTo>
                <a:lnTo>
                  <a:pt x="723" y="50"/>
                </a:lnTo>
                <a:lnTo>
                  <a:pt x="723" y="51"/>
                </a:lnTo>
                <a:lnTo>
                  <a:pt x="722" y="52"/>
                </a:lnTo>
                <a:lnTo>
                  <a:pt x="722" y="53"/>
                </a:lnTo>
                <a:lnTo>
                  <a:pt x="722" y="54"/>
                </a:lnTo>
                <a:lnTo>
                  <a:pt x="722" y="56"/>
                </a:lnTo>
                <a:lnTo>
                  <a:pt x="722" y="58"/>
                </a:lnTo>
                <a:lnTo>
                  <a:pt x="721" y="59"/>
                </a:lnTo>
                <a:lnTo>
                  <a:pt x="721" y="61"/>
                </a:lnTo>
                <a:lnTo>
                  <a:pt x="721" y="62"/>
                </a:lnTo>
                <a:lnTo>
                  <a:pt x="720" y="63"/>
                </a:lnTo>
                <a:lnTo>
                  <a:pt x="719" y="64"/>
                </a:lnTo>
                <a:lnTo>
                  <a:pt x="719" y="65"/>
                </a:lnTo>
                <a:lnTo>
                  <a:pt x="718" y="66"/>
                </a:lnTo>
                <a:lnTo>
                  <a:pt x="717" y="67"/>
                </a:lnTo>
                <a:lnTo>
                  <a:pt x="715" y="69"/>
                </a:lnTo>
                <a:lnTo>
                  <a:pt x="714" y="70"/>
                </a:lnTo>
                <a:lnTo>
                  <a:pt x="713" y="71"/>
                </a:lnTo>
                <a:lnTo>
                  <a:pt x="713" y="72"/>
                </a:lnTo>
                <a:lnTo>
                  <a:pt x="712" y="72"/>
                </a:lnTo>
                <a:lnTo>
                  <a:pt x="711" y="73"/>
                </a:lnTo>
                <a:lnTo>
                  <a:pt x="710" y="74"/>
                </a:lnTo>
                <a:lnTo>
                  <a:pt x="709" y="75"/>
                </a:lnTo>
                <a:lnTo>
                  <a:pt x="707" y="78"/>
                </a:lnTo>
                <a:lnTo>
                  <a:pt x="706" y="79"/>
                </a:lnTo>
                <a:lnTo>
                  <a:pt x="705" y="81"/>
                </a:lnTo>
                <a:lnTo>
                  <a:pt x="705" y="82"/>
                </a:lnTo>
                <a:lnTo>
                  <a:pt x="706" y="83"/>
                </a:lnTo>
                <a:lnTo>
                  <a:pt x="706" y="85"/>
                </a:lnTo>
                <a:lnTo>
                  <a:pt x="707" y="86"/>
                </a:lnTo>
                <a:lnTo>
                  <a:pt x="708" y="89"/>
                </a:lnTo>
                <a:lnTo>
                  <a:pt x="708" y="90"/>
                </a:lnTo>
                <a:lnTo>
                  <a:pt x="709" y="94"/>
                </a:lnTo>
                <a:lnTo>
                  <a:pt x="710" y="95"/>
                </a:lnTo>
                <a:lnTo>
                  <a:pt x="711" y="97"/>
                </a:lnTo>
                <a:lnTo>
                  <a:pt x="711" y="99"/>
                </a:lnTo>
                <a:lnTo>
                  <a:pt x="712" y="100"/>
                </a:lnTo>
                <a:lnTo>
                  <a:pt x="712" y="104"/>
                </a:lnTo>
                <a:lnTo>
                  <a:pt x="712" y="105"/>
                </a:lnTo>
                <a:lnTo>
                  <a:pt x="713" y="106"/>
                </a:lnTo>
                <a:lnTo>
                  <a:pt x="713" y="107"/>
                </a:lnTo>
                <a:lnTo>
                  <a:pt x="713" y="108"/>
                </a:lnTo>
                <a:lnTo>
                  <a:pt x="714" y="108"/>
                </a:lnTo>
                <a:lnTo>
                  <a:pt x="714" y="109"/>
                </a:lnTo>
                <a:lnTo>
                  <a:pt x="714" y="110"/>
                </a:lnTo>
                <a:lnTo>
                  <a:pt x="715" y="110"/>
                </a:lnTo>
                <a:lnTo>
                  <a:pt x="716" y="110"/>
                </a:lnTo>
                <a:lnTo>
                  <a:pt x="717" y="110"/>
                </a:lnTo>
                <a:lnTo>
                  <a:pt x="718" y="110"/>
                </a:lnTo>
                <a:lnTo>
                  <a:pt x="718" y="109"/>
                </a:lnTo>
                <a:lnTo>
                  <a:pt x="718" y="108"/>
                </a:lnTo>
                <a:lnTo>
                  <a:pt x="719" y="108"/>
                </a:lnTo>
                <a:lnTo>
                  <a:pt x="719" y="107"/>
                </a:lnTo>
                <a:lnTo>
                  <a:pt x="719" y="106"/>
                </a:lnTo>
                <a:lnTo>
                  <a:pt x="719" y="105"/>
                </a:lnTo>
                <a:lnTo>
                  <a:pt x="720" y="105"/>
                </a:lnTo>
                <a:lnTo>
                  <a:pt x="720" y="104"/>
                </a:lnTo>
                <a:lnTo>
                  <a:pt x="721" y="104"/>
                </a:lnTo>
                <a:lnTo>
                  <a:pt x="721" y="103"/>
                </a:lnTo>
                <a:lnTo>
                  <a:pt x="723" y="101"/>
                </a:lnTo>
                <a:lnTo>
                  <a:pt x="724" y="100"/>
                </a:lnTo>
                <a:lnTo>
                  <a:pt x="725" y="99"/>
                </a:lnTo>
                <a:lnTo>
                  <a:pt x="726" y="98"/>
                </a:lnTo>
                <a:lnTo>
                  <a:pt x="728" y="98"/>
                </a:lnTo>
                <a:lnTo>
                  <a:pt x="728" y="97"/>
                </a:lnTo>
                <a:lnTo>
                  <a:pt x="729" y="97"/>
                </a:lnTo>
                <a:lnTo>
                  <a:pt x="730" y="97"/>
                </a:lnTo>
                <a:lnTo>
                  <a:pt x="731" y="97"/>
                </a:lnTo>
                <a:lnTo>
                  <a:pt x="732" y="97"/>
                </a:lnTo>
                <a:lnTo>
                  <a:pt x="733" y="98"/>
                </a:lnTo>
                <a:lnTo>
                  <a:pt x="734" y="99"/>
                </a:lnTo>
                <a:lnTo>
                  <a:pt x="734" y="100"/>
                </a:lnTo>
                <a:lnTo>
                  <a:pt x="734" y="101"/>
                </a:lnTo>
                <a:lnTo>
                  <a:pt x="734" y="102"/>
                </a:lnTo>
                <a:lnTo>
                  <a:pt x="735" y="102"/>
                </a:lnTo>
                <a:lnTo>
                  <a:pt x="735" y="103"/>
                </a:lnTo>
                <a:lnTo>
                  <a:pt x="735" y="104"/>
                </a:lnTo>
                <a:lnTo>
                  <a:pt x="736" y="106"/>
                </a:lnTo>
                <a:lnTo>
                  <a:pt x="736" y="107"/>
                </a:lnTo>
                <a:lnTo>
                  <a:pt x="736" y="108"/>
                </a:lnTo>
                <a:lnTo>
                  <a:pt x="736" y="110"/>
                </a:lnTo>
                <a:lnTo>
                  <a:pt x="737" y="112"/>
                </a:lnTo>
                <a:lnTo>
                  <a:pt x="737" y="114"/>
                </a:lnTo>
                <a:lnTo>
                  <a:pt x="738" y="115"/>
                </a:lnTo>
                <a:lnTo>
                  <a:pt x="739" y="116"/>
                </a:lnTo>
                <a:lnTo>
                  <a:pt x="740" y="116"/>
                </a:lnTo>
                <a:lnTo>
                  <a:pt x="741" y="115"/>
                </a:lnTo>
                <a:lnTo>
                  <a:pt x="741" y="114"/>
                </a:lnTo>
                <a:lnTo>
                  <a:pt x="741" y="113"/>
                </a:lnTo>
                <a:lnTo>
                  <a:pt x="741" y="112"/>
                </a:lnTo>
                <a:lnTo>
                  <a:pt x="741" y="111"/>
                </a:lnTo>
                <a:lnTo>
                  <a:pt x="741" y="110"/>
                </a:lnTo>
                <a:lnTo>
                  <a:pt x="742" y="110"/>
                </a:lnTo>
                <a:lnTo>
                  <a:pt x="743" y="110"/>
                </a:lnTo>
                <a:lnTo>
                  <a:pt x="744" y="110"/>
                </a:lnTo>
                <a:lnTo>
                  <a:pt x="745" y="110"/>
                </a:lnTo>
                <a:lnTo>
                  <a:pt x="746" y="110"/>
                </a:lnTo>
                <a:lnTo>
                  <a:pt x="747" y="110"/>
                </a:lnTo>
                <a:lnTo>
                  <a:pt x="748" y="110"/>
                </a:lnTo>
                <a:lnTo>
                  <a:pt x="748" y="111"/>
                </a:lnTo>
                <a:lnTo>
                  <a:pt x="749" y="111"/>
                </a:lnTo>
                <a:lnTo>
                  <a:pt x="750" y="110"/>
                </a:lnTo>
                <a:lnTo>
                  <a:pt x="751" y="109"/>
                </a:lnTo>
                <a:lnTo>
                  <a:pt x="752" y="109"/>
                </a:lnTo>
                <a:lnTo>
                  <a:pt x="752" y="108"/>
                </a:lnTo>
                <a:lnTo>
                  <a:pt x="753" y="106"/>
                </a:lnTo>
                <a:lnTo>
                  <a:pt x="754" y="104"/>
                </a:lnTo>
                <a:lnTo>
                  <a:pt x="755" y="103"/>
                </a:lnTo>
                <a:lnTo>
                  <a:pt x="756" y="102"/>
                </a:lnTo>
                <a:lnTo>
                  <a:pt x="756" y="101"/>
                </a:lnTo>
                <a:lnTo>
                  <a:pt x="756" y="100"/>
                </a:lnTo>
                <a:lnTo>
                  <a:pt x="757" y="100"/>
                </a:lnTo>
                <a:lnTo>
                  <a:pt x="757" y="99"/>
                </a:lnTo>
                <a:lnTo>
                  <a:pt x="758" y="98"/>
                </a:lnTo>
                <a:lnTo>
                  <a:pt x="758" y="97"/>
                </a:lnTo>
                <a:lnTo>
                  <a:pt x="759" y="97"/>
                </a:lnTo>
                <a:lnTo>
                  <a:pt x="759" y="96"/>
                </a:lnTo>
                <a:lnTo>
                  <a:pt x="759" y="95"/>
                </a:lnTo>
                <a:lnTo>
                  <a:pt x="760" y="95"/>
                </a:lnTo>
                <a:lnTo>
                  <a:pt x="760" y="94"/>
                </a:lnTo>
                <a:lnTo>
                  <a:pt x="760" y="93"/>
                </a:lnTo>
                <a:lnTo>
                  <a:pt x="761" y="93"/>
                </a:lnTo>
                <a:lnTo>
                  <a:pt x="761" y="92"/>
                </a:lnTo>
                <a:lnTo>
                  <a:pt x="762" y="91"/>
                </a:lnTo>
                <a:lnTo>
                  <a:pt x="762" y="90"/>
                </a:lnTo>
                <a:lnTo>
                  <a:pt x="763" y="89"/>
                </a:lnTo>
                <a:lnTo>
                  <a:pt x="765" y="87"/>
                </a:lnTo>
                <a:lnTo>
                  <a:pt x="766" y="87"/>
                </a:lnTo>
                <a:lnTo>
                  <a:pt x="766" y="86"/>
                </a:lnTo>
                <a:lnTo>
                  <a:pt x="767" y="85"/>
                </a:lnTo>
                <a:lnTo>
                  <a:pt x="768" y="85"/>
                </a:lnTo>
                <a:lnTo>
                  <a:pt x="768" y="84"/>
                </a:lnTo>
                <a:lnTo>
                  <a:pt x="769" y="83"/>
                </a:lnTo>
                <a:lnTo>
                  <a:pt x="769" y="80"/>
                </a:lnTo>
                <a:lnTo>
                  <a:pt x="770" y="79"/>
                </a:lnTo>
                <a:lnTo>
                  <a:pt x="772" y="77"/>
                </a:lnTo>
                <a:lnTo>
                  <a:pt x="772" y="76"/>
                </a:lnTo>
                <a:lnTo>
                  <a:pt x="773" y="74"/>
                </a:lnTo>
                <a:lnTo>
                  <a:pt x="774" y="73"/>
                </a:lnTo>
                <a:lnTo>
                  <a:pt x="774" y="72"/>
                </a:lnTo>
                <a:lnTo>
                  <a:pt x="776" y="69"/>
                </a:lnTo>
                <a:lnTo>
                  <a:pt x="777" y="68"/>
                </a:lnTo>
                <a:lnTo>
                  <a:pt x="777" y="67"/>
                </a:lnTo>
                <a:lnTo>
                  <a:pt x="778" y="67"/>
                </a:lnTo>
                <a:lnTo>
                  <a:pt x="778" y="66"/>
                </a:lnTo>
                <a:lnTo>
                  <a:pt x="779" y="65"/>
                </a:lnTo>
                <a:lnTo>
                  <a:pt x="779" y="64"/>
                </a:lnTo>
                <a:lnTo>
                  <a:pt x="780" y="63"/>
                </a:lnTo>
                <a:lnTo>
                  <a:pt x="781" y="62"/>
                </a:lnTo>
                <a:lnTo>
                  <a:pt x="781" y="61"/>
                </a:lnTo>
                <a:lnTo>
                  <a:pt x="782" y="61"/>
                </a:lnTo>
                <a:lnTo>
                  <a:pt x="782" y="60"/>
                </a:lnTo>
                <a:lnTo>
                  <a:pt x="783" y="59"/>
                </a:lnTo>
                <a:lnTo>
                  <a:pt x="783" y="58"/>
                </a:lnTo>
                <a:lnTo>
                  <a:pt x="784" y="57"/>
                </a:lnTo>
                <a:lnTo>
                  <a:pt x="785" y="56"/>
                </a:lnTo>
                <a:lnTo>
                  <a:pt x="786" y="55"/>
                </a:lnTo>
                <a:lnTo>
                  <a:pt x="787" y="54"/>
                </a:lnTo>
                <a:lnTo>
                  <a:pt x="788" y="53"/>
                </a:lnTo>
                <a:lnTo>
                  <a:pt x="788" y="52"/>
                </a:lnTo>
                <a:lnTo>
                  <a:pt x="789" y="51"/>
                </a:lnTo>
                <a:lnTo>
                  <a:pt x="790" y="50"/>
                </a:lnTo>
                <a:lnTo>
                  <a:pt x="791" y="50"/>
                </a:lnTo>
                <a:lnTo>
                  <a:pt x="791" y="49"/>
                </a:lnTo>
                <a:lnTo>
                  <a:pt x="792" y="48"/>
                </a:lnTo>
                <a:lnTo>
                  <a:pt x="793" y="47"/>
                </a:lnTo>
                <a:lnTo>
                  <a:pt x="794" y="46"/>
                </a:lnTo>
                <a:lnTo>
                  <a:pt x="795" y="45"/>
                </a:lnTo>
                <a:lnTo>
                  <a:pt x="796" y="45"/>
                </a:lnTo>
                <a:lnTo>
                  <a:pt x="796" y="44"/>
                </a:lnTo>
                <a:lnTo>
                  <a:pt x="797" y="44"/>
                </a:lnTo>
                <a:lnTo>
                  <a:pt x="797" y="43"/>
                </a:lnTo>
                <a:lnTo>
                  <a:pt x="798" y="43"/>
                </a:lnTo>
                <a:lnTo>
                  <a:pt x="799" y="42"/>
                </a:lnTo>
                <a:lnTo>
                  <a:pt x="800" y="41"/>
                </a:lnTo>
                <a:lnTo>
                  <a:pt x="801" y="40"/>
                </a:lnTo>
                <a:lnTo>
                  <a:pt x="802" y="39"/>
                </a:lnTo>
                <a:lnTo>
                  <a:pt x="804" y="37"/>
                </a:lnTo>
                <a:lnTo>
                  <a:pt x="805" y="36"/>
                </a:lnTo>
                <a:lnTo>
                  <a:pt x="805" y="35"/>
                </a:lnTo>
                <a:lnTo>
                  <a:pt x="806" y="35"/>
                </a:lnTo>
                <a:lnTo>
                  <a:pt x="806" y="34"/>
                </a:lnTo>
                <a:lnTo>
                  <a:pt x="807" y="33"/>
                </a:lnTo>
                <a:lnTo>
                  <a:pt x="807" y="32"/>
                </a:lnTo>
                <a:lnTo>
                  <a:pt x="808" y="32"/>
                </a:lnTo>
                <a:lnTo>
                  <a:pt x="808" y="31"/>
                </a:lnTo>
                <a:lnTo>
                  <a:pt x="808" y="30"/>
                </a:lnTo>
                <a:lnTo>
                  <a:pt x="809" y="30"/>
                </a:lnTo>
                <a:lnTo>
                  <a:pt x="809" y="29"/>
                </a:lnTo>
                <a:lnTo>
                  <a:pt x="810" y="29"/>
                </a:lnTo>
                <a:lnTo>
                  <a:pt x="811" y="28"/>
                </a:lnTo>
                <a:lnTo>
                  <a:pt x="812" y="27"/>
                </a:lnTo>
                <a:lnTo>
                  <a:pt x="813" y="26"/>
                </a:lnTo>
                <a:lnTo>
                  <a:pt x="814" y="25"/>
                </a:lnTo>
                <a:lnTo>
                  <a:pt x="815" y="24"/>
                </a:lnTo>
                <a:lnTo>
                  <a:pt x="816" y="24"/>
                </a:lnTo>
                <a:lnTo>
                  <a:pt x="816" y="23"/>
                </a:lnTo>
                <a:lnTo>
                  <a:pt x="817" y="23"/>
                </a:lnTo>
                <a:lnTo>
                  <a:pt x="817" y="24"/>
                </a:lnTo>
                <a:lnTo>
                  <a:pt x="818" y="25"/>
                </a:lnTo>
                <a:lnTo>
                  <a:pt x="819" y="25"/>
                </a:lnTo>
                <a:lnTo>
                  <a:pt x="819" y="26"/>
                </a:lnTo>
                <a:lnTo>
                  <a:pt x="818" y="26"/>
                </a:lnTo>
                <a:lnTo>
                  <a:pt x="818" y="27"/>
                </a:lnTo>
                <a:lnTo>
                  <a:pt x="818" y="28"/>
                </a:lnTo>
                <a:lnTo>
                  <a:pt x="818" y="29"/>
                </a:lnTo>
                <a:lnTo>
                  <a:pt x="818" y="30"/>
                </a:lnTo>
                <a:lnTo>
                  <a:pt x="817" y="30"/>
                </a:lnTo>
                <a:lnTo>
                  <a:pt x="816" y="30"/>
                </a:lnTo>
                <a:lnTo>
                  <a:pt x="816" y="31"/>
                </a:lnTo>
                <a:lnTo>
                  <a:pt x="817" y="31"/>
                </a:lnTo>
                <a:lnTo>
                  <a:pt x="818" y="31"/>
                </a:lnTo>
                <a:lnTo>
                  <a:pt x="818" y="32"/>
                </a:lnTo>
                <a:lnTo>
                  <a:pt x="817" y="32"/>
                </a:lnTo>
                <a:lnTo>
                  <a:pt x="817" y="33"/>
                </a:lnTo>
                <a:lnTo>
                  <a:pt x="816" y="33"/>
                </a:lnTo>
                <a:lnTo>
                  <a:pt x="816" y="34"/>
                </a:lnTo>
                <a:lnTo>
                  <a:pt x="816" y="35"/>
                </a:lnTo>
                <a:lnTo>
                  <a:pt x="817" y="35"/>
                </a:lnTo>
                <a:lnTo>
                  <a:pt x="817" y="36"/>
                </a:lnTo>
                <a:lnTo>
                  <a:pt x="816" y="36"/>
                </a:lnTo>
                <a:lnTo>
                  <a:pt x="816" y="37"/>
                </a:lnTo>
                <a:lnTo>
                  <a:pt x="815" y="38"/>
                </a:lnTo>
                <a:lnTo>
                  <a:pt x="815" y="39"/>
                </a:lnTo>
                <a:lnTo>
                  <a:pt x="815" y="40"/>
                </a:lnTo>
                <a:lnTo>
                  <a:pt x="815" y="41"/>
                </a:lnTo>
                <a:lnTo>
                  <a:pt x="815" y="42"/>
                </a:lnTo>
                <a:lnTo>
                  <a:pt x="815" y="43"/>
                </a:lnTo>
                <a:lnTo>
                  <a:pt x="815" y="44"/>
                </a:lnTo>
                <a:lnTo>
                  <a:pt x="815" y="45"/>
                </a:lnTo>
                <a:lnTo>
                  <a:pt x="815" y="46"/>
                </a:lnTo>
                <a:lnTo>
                  <a:pt x="815" y="47"/>
                </a:lnTo>
                <a:lnTo>
                  <a:pt x="815" y="48"/>
                </a:lnTo>
                <a:lnTo>
                  <a:pt x="814" y="49"/>
                </a:lnTo>
                <a:lnTo>
                  <a:pt x="814" y="50"/>
                </a:lnTo>
                <a:lnTo>
                  <a:pt x="814" y="52"/>
                </a:lnTo>
                <a:lnTo>
                  <a:pt x="814" y="53"/>
                </a:lnTo>
                <a:lnTo>
                  <a:pt x="814" y="54"/>
                </a:lnTo>
                <a:lnTo>
                  <a:pt x="813" y="54"/>
                </a:lnTo>
                <a:lnTo>
                  <a:pt x="813" y="55"/>
                </a:lnTo>
                <a:lnTo>
                  <a:pt x="814" y="55"/>
                </a:lnTo>
                <a:lnTo>
                  <a:pt x="814" y="56"/>
                </a:lnTo>
                <a:lnTo>
                  <a:pt x="815" y="57"/>
                </a:lnTo>
                <a:lnTo>
                  <a:pt x="815" y="58"/>
                </a:lnTo>
                <a:lnTo>
                  <a:pt x="816" y="58"/>
                </a:lnTo>
                <a:lnTo>
                  <a:pt x="817" y="59"/>
                </a:lnTo>
                <a:lnTo>
                  <a:pt x="818" y="59"/>
                </a:lnTo>
                <a:lnTo>
                  <a:pt x="819" y="59"/>
                </a:lnTo>
                <a:lnTo>
                  <a:pt x="820" y="59"/>
                </a:lnTo>
                <a:lnTo>
                  <a:pt x="820" y="58"/>
                </a:lnTo>
                <a:lnTo>
                  <a:pt x="821" y="58"/>
                </a:lnTo>
                <a:lnTo>
                  <a:pt x="821" y="59"/>
                </a:lnTo>
                <a:lnTo>
                  <a:pt x="822" y="59"/>
                </a:lnTo>
                <a:lnTo>
                  <a:pt x="823" y="59"/>
                </a:lnTo>
                <a:lnTo>
                  <a:pt x="825" y="59"/>
                </a:lnTo>
                <a:lnTo>
                  <a:pt x="826" y="59"/>
                </a:lnTo>
                <a:lnTo>
                  <a:pt x="826" y="60"/>
                </a:lnTo>
                <a:lnTo>
                  <a:pt x="827" y="60"/>
                </a:lnTo>
                <a:lnTo>
                  <a:pt x="827" y="59"/>
                </a:lnTo>
                <a:lnTo>
                  <a:pt x="828" y="59"/>
                </a:lnTo>
                <a:lnTo>
                  <a:pt x="829" y="59"/>
                </a:lnTo>
                <a:lnTo>
                  <a:pt x="830" y="59"/>
                </a:lnTo>
                <a:lnTo>
                  <a:pt x="831" y="59"/>
                </a:lnTo>
                <a:lnTo>
                  <a:pt x="832" y="59"/>
                </a:lnTo>
                <a:lnTo>
                  <a:pt x="833" y="58"/>
                </a:lnTo>
                <a:lnTo>
                  <a:pt x="833" y="57"/>
                </a:lnTo>
                <a:lnTo>
                  <a:pt x="833" y="56"/>
                </a:lnTo>
                <a:lnTo>
                  <a:pt x="834" y="56"/>
                </a:lnTo>
                <a:lnTo>
                  <a:pt x="835" y="56"/>
                </a:lnTo>
                <a:lnTo>
                  <a:pt x="835" y="55"/>
                </a:lnTo>
                <a:lnTo>
                  <a:pt x="836" y="55"/>
                </a:lnTo>
                <a:lnTo>
                  <a:pt x="836" y="56"/>
                </a:lnTo>
                <a:lnTo>
                  <a:pt x="836" y="57"/>
                </a:lnTo>
                <a:lnTo>
                  <a:pt x="837" y="58"/>
                </a:lnTo>
                <a:lnTo>
                  <a:pt x="837" y="59"/>
                </a:lnTo>
                <a:lnTo>
                  <a:pt x="837" y="60"/>
                </a:lnTo>
                <a:lnTo>
                  <a:pt x="838" y="60"/>
                </a:lnTo>
                <a:lnTo>
                  <a:pt x="838" y="61"/>
                </a:lnTo>
                <a:lnTo>
                  <a:pt x="838" y="62"/>
                </a:lnTo>
                <a:lnTo>
                  <a:pt x="839" y="63"/>
                </a:lnTo>
                <a:lnTo>
                  <a:pt x="840" y="64"/>
                </a:lnTo>
                <a:lnTo>
                  <a:pt x="839" y="64"/>
                </a:lnTo>
                <a:lnTo>
                  <a:pt x="838" y="64"/>
                </a:lnTo>
                <a:lnTo>
                  <a:pt x="838" y="65"/>
                </a:lnTo>
                <a:lnTo>
                  <a:pt x="839" y="65"/>
                </a:lnTo>
                <a:lnTo>
                  <a:pt x="840" y="65"/>
                </a:lnTo>
                <a:lnTo>
                  <a:pt x="840" y="64"/>
                </a:lnTo>
                <a:lnTo>
                  <a:pt x="841" y="64"/>
                </a:lnTo>
                <a:lnTo>
                  <a:pt x="842" y="64"/>
                </a:lnTo>
                <a:lnTo>
                  <a:pt x="842" y="65"/>
                </a:lnTo>
                <a:lnTo>
                  <a:pt x="843" y="65"/>
                </a:lnTo>
                <a:lnTo>
                  <a:pt x="844" y="65"/>
                </a:lnTo>
                <a:lnTo>
                  <a:pt x="844" y="66"/>
                </a:lnTo>
                <a:lnTo>
                  <a:pt x="844" y="67"/>
                </a:lnTo>
                <a:lnTo>
                  <a:pt x="844" y="68"/>
                </a:lnTo>
                <a:lnTo>
                  <a:pt x="844" y="69"/>
                </a:lnTo>
                <a:lnTo>
                  <a:pt x="845" y="70"/>
                </a:lnTo>
                <a:lnTo>
                  <a:pt x="846" y="70"/>
                </a:lnTo>
                <a:lnTo>
                  <a:pt x="847" y="69"/>
                </a:lnTo>
                <a:lnTo>
                  <a:pt x="848" y="70"/>
                </a:lnTo>
                <a:lnTo>
                  <a:pt x="848" y="71"/>
                </a:lnTo>
                <a:lnTo>
                  <a:pt x="849" y="72"/>
                </a:lnTo>
                <a:lnTo>
                  <a:pt x="850" y="73"/>
                </a:lnTo>
                <a:lnTo>
                  <a:pt x="851" y="73"/>
                </a:lnTo>
                <a:lnTo>
                  <a:pt x="851" y="74"/>
                </a:lnTo>
                <a:lnTo>
                  <a:pt x="851" y="75"/>
                </a:lnTo>
                <a:lnTo>
                  <a:pt x="850" y="76"/>
                </a:lnTo>
                <a:lnTo>
                  <a:pt x="848" y="78"/>
                </a:lnTo>
                <a:lnTo>
                  <a:pt x="847" y="78"/>
                </a:lnTo>
                <a:lnTo>
                  <a:pt x="846" y="78"/>
                </a:lnTo>
                <a:lnTo>
                  <a:pt x="846" y="79"/>
                </a:lnTo>
                <a:lnTo>
                  <a:pt x="846" y="80"/>
                </a:lnTo>
                <a:lnTo>
                  <a:pt x="846" y="81"/>
                </a:lnTo>
                <a:lnTo>
                  <a:pt x="846" y="82"/>
                </a:lnTo>
                <a:lnTo>
                  <a:pt x="845" y="82"/>
                </a:lnTo>
                <a:lnTo>
                  <a:pt x="844" y="82"/>
                </a:lnTo>
                <a:lnTo>
                  <a:pt x="843" y="82"/>
                </a:lnTo>
                <a:lnTo>
                  <a:pt x="843" y="83"/>
                </a:lnTo>
                <a:lnTo>
                  <a:pt x="842" y="83"/>
                </a:lnTo>
                <a:lnTo>
                  <a:pt x="841" y="83"/>
                </a:lnTo>
                <a:lnTo>
                  <a:pt x="841" y="84"/>
                </a:lnTo>
                <a:lnTo>
                  <a:pt x="841" y="85"/>
                </a:lnTo>
                <a:lnTo>
                  <a:pt x="840" y="85"/>
                </a:lnTo>
                <a:lnTo>
                  <a:pt x="839" y="86"/>
                </a:lnTo>
                <a:lnTo>
                  <a:pt x="838" y="86"/>
                </a:lnTo>
                <a:lnTo>
                  <a:pt x="837" y="86"/>
                </a:lnTo>
                <a:lnTo>
                  <a:pt x="837" y="87"/>
                </a:lnTo>
                <a:lnTo>
                  <a:pt x="836" y="87"/>
                </a:lnTo>
                <a:lnTo>
                  <a:pt x="835" y="87"/>
                </a:lnTo>
                <a:lnTo>
                  <a:pt x="835" y="88"/>
                </a:lnTo>
                <a:lnTo>
                  <a:pt x="834" y="88"/>
                </a:lnTo>
                <a:lnTo>
                  <a:pt x="834" y="89"/>
                </a:lnTo>
                <a:lnTo>
                  <a:pt x="833" y="89"/>
                </a:lnTo>
                <a:lnTo>
                  <a:pt x="833" y="90"/>
                </a:lnTo>
                <a:lnTo>
                  <a:pt x="834" y="90"/>
                </a:lnTo>
                <a:lnTo>
                  <a:pt x="834" y="91"/>
                </a:lnTo>
                <a:lnTo>
                  <a:pt x="835" y="91"/>
                </a:lnTo>
                <a:lnTo>
                  <a:pt x="835" y="92"/>
                </a:lnTo>
                <a:lnTo>
                  <a:pt x="836" y="92"/>
                </a:lnTo>
                <a:lnTo>
                  <a:pt x="837" y="92"/>
                </a:lnTo>
                <a:lnTo>
                  <a:pt x="837" y="91"/>
                </a:lnTo>
                <a:lnTo>
                  <a:pt x="838" y="91"/>
                </a:lnTo>
                <a:lnTo>
                  <a:pt x="839" y="91"/>
                </a:lnTo>
                <a:lnTo>
                  <a:pt x="840" y="91"/>
                </a:lnTo>
                <a:lnTo>
                  <a:pt x="841" y="91"/>
                </a:lnTo>
                <a:lnTo>
                  <a:pt x="841" y="90"/>
                </a:lnTo>
                <a:lnTo>
                  <a:pt x="842" y="90"/>
                </a:lnTo>
                <a:lnTo>
                  <a:pt x="843" y="90"/>
                </a:lnTo>
                <a:lnTo>
                  <a:pt x="843" y="91"/>
                </a:lnTo>
                <a:lnTo>
                  <a:pt x="844" y="91"/>
                </a:lnTo>
                <a:lnTo>
                  <a:pt x="844" y="92"/>
                </a:lnTo>
                <a:lnTo>
                  <a:pt x="845" y="92"/>
                </a:lnTo>
                <a:lnTo>
                  <a:pt x="845" y="93"/>
                </a:lnTo>
                <a:lnTo>
                  <a:pt x="845" y="94"/>
                </a:lnTo>
                <a:lnTo>
                  <a:pt x="846" y="94"/>
                </a:lnTo>
                <a:lnTo>
                  <a:pt x="846" y="95"/>
                </a:lnTo>
                <a:lnTo>
                  <a:pt x="847" y="95"/>
                </a:lnTo>
                <a:lnTo>
                  <a:pt x="848" y="96"/>
                </a:lnTo>
                <a:lnTo>
                  <a:pt x="849" y="96"/>
                </a:lnTo>
                <a:lnTo>
                  <a:pt x="849" y="97"/>
                </a:lnTo>
                <a:lnTo>
                  <a:pt x="850" y="97"/>
                </a:lnTo>
                <a:lnTo>
                  <a:pt x="850" y="98"/>
                </a:lnTo>
                <a:lnTo>
                  <a:pt x="851" y="98"/>
                </a:lnTo>
                <a:lnTo>
                  <a:pt x="852" y="98"/>
                </a:lnTo>
                <a:lnTo>
                  <a:pt x="853" y="98"/>
                </a:lnTo>
                <a:lnTo>
                  <a:pt x="854" y="98"/>
                </a:lnTo>
                <a:lnTo>
                  <a:pt x="853" y="98"/>
                </a:lnTo>
                <a:lnTo>
                  <a:pt x="853" y="99"/>
                </a:lnTo>
                <a:lnTo>
                  <a:pt x="854" y="99"/>
                </a:lnTo>
                <a:lnTo>
                  <a:pt x="854" y="100"/>
                </a:lnTo>
                <a:lnTo>
                  <a:pt x="855" y="100"/>
                </a:lnTo>
                <a:lnTo>
                  <a:pt x="855" y="101"/>
                </a:lnTo>
                <a:lnTo>
                  <a:pt x="855" y="102"/>
                </a:lnTo>
                <a:lnTo>
                  <a:pt x="856" y="102"/>
                </a:lnTo>
                <a:lnTo>
                  <a:pt x="856" y="103"/>
                </a:lnTo>
                <a:lnTo>
                  <a:pt x="856" y="104"/>
                </a:lnTo>
                <a:lnTo>
                  <a:pt x="855" y="105"/>
                </a:lnTo>
                <a:lnTo>
                  <a:pt x="854" y="106"/>
                </a:lnTo>
                <a:lnTo>
                  <a:pt x="854" y="107"/>
                </a:lnTo>
                <a:lnTo>
                  <a:pt x="853" y="107"/>
                </a:lnTo>
                <a:lnTo>
                  <a:pt x="854" y="108"/>
                </a:lnTo>
                <a:lnTo>
                  <a:pt x="854" y="109"/>
                </a:lnTo>
                <a:lnTo>
                  <a:pt x="854" y="110"/>
                </a:lnTo>
                <a:lnTo>
                  <a:pt x="854" y="111"/>
                </a:lnTo>
                <a:lnTo>
                  <a:pt x="853" y="111"/>
                </a:lnTo>
                <a:lnTo>
                  <a:pt x="853" y="112"/>
                </a:lnTo>
                <a:lnTo>
                  <a:pt x="853" y="113"/>
                </a:lnTo>
                <a:lnTo>
                  <a:pt x="853" y="114"/>
                </a:lnTo>
                <a:lnTo>
                  <a:pt x="852" y="114"/>
                </a:lnTo>
                <a:lnTo>
                  <a:pt x="852" y="115"/>
                </a:lnTo>
                <a:lnTo>
                  <a:pt x="851" y="115"/>
                </a:lnTo>
                <a:lnTo>
                  <a:pt x="851" y="114"/>
                </a:lnTo>
                <a:lnTo>
                  <a:pt x="850" y="114"/>
                </a:lnTo>
                <a:lnTo>
                  <a:pt x="849" y="114"/>
                </a:lnTo>
                <a:lnTo>
                  <a:pt x="848" y="114"/>
                </a:lnTo>
                <a:lnTo>
                  <a:pt x="847" y="114"/>
                </a:lnTo>
                <a:lnTo>
                  <a:pt x="847" y="115"/>
                </a:lnTo>
                <a:lnTo>
                  <a:pt x="846" y="115"/>
                </a:lnTo>
                <a:lnTo>
                  <a:pt x="846" y="114"/>
                </a:lnTo>
                <a:lnTo>
                  <a:pt x="845" y="114"/>
                </a:lnTo>
                <a:lnTo>
                  <a:pt x="845" y="115"/>
                </a:lnTo>
                <a:lnTo>
                  <a:pt x="844" y="115"/>
                </a:lnTo>
                <a:lnTo>
                  <a:pt x="843" y="115"/>
                </a:lnTo>
                <a:lnTo>
                  <a:pt x="843" y="116"/>
                </a:lnTo>
                <a:lnTo>
                  <a:pt x="842" y="116"/>
                </a:lnTo>
                <a:lnTo>
                  <a:pt x="842" y="117"/>
                </a:lnTo>
                <a:lnTo>
                  <a:pt x="842" y="118"/>
                </a:lnTo>
                <a:lnTo>
                  <a:pt x="841" y="118"/>
                </a:lnTo>
                <a:lnTo>
                  <a:pt x="841" y="119"/>
                </a:lnTo>
                <a:lnTo>
                  <a:pt x="841" y="120"/>
                </a:lnTo>
                <a:lnTo>
                  <a:pt x="841" y="121"/>
                </a:lnTo>
                <a:lnTo>
                  <a:pt x="842" y="121"/>
                </a:lnTo>
                <a:lnTo>
                  <a:pt x="842" y="122"/>
                </a:lnTo>
                <a:lnTo>
                  <a:pt x="841" y="122"/>
                </a:lnTo>
                <a:lnTo>
                  <a:pt x="841" y="123"/>
                </a:lnTo>
                <a:lnTo>
                  <a:pt x="842" y="124"/>
                </a:lnTo>
                <a:lnTo>
                  <a:pt x="842" y="125"/>
                </a:lnTo>
                <a:lnTo>
                  <a:pt x="843" y="125"/>
                </a:lnTo>
                <a:lnTo>
                  <a:pt x="842" y="125"/>
                </a:lnTo>
                <a:lnTo>
                  <a:pt x="842" y="126"/>
                </a:lnTo>
                <a:lnTo>
                  <a:pt x="842" y="127"/>
                </a:lnTo>
                <a:lnTo>
                  <a:pt x="841" y="127"/>
                </a:lnTo>
                <a:lnTo>
                  <a:pt x="841" y="128"/>
                </a:lnTo>
                <a:lnTo>
                  <a:pt x="840" y="128"/>
                </a:lnTo>
                <a:lnTo>
                  <a:pt x="840" y="129"/>
                </a:lnTo>
                <a:lnTo>
                  <a:pt x="839" y="129"/>
                </a:lnTo>
                <a:lnTo>
                  <a:pt x="838" y="129"/>
                </a:lnTo>
                <a:lnTo>
                  <a:pt x="837" y="129"/>
                </a:lnTo>
                <a:lnTo>
                  <a:pt x="837" y="130"/>
                </a:lnTo>
                <a:lnTo>
                  <a:pt x="837" y="131"/>
                </a:lnTo>
                <a:lnTo>
                  <a:pt x="837" y="132"/>
                </a:lnTo>
                <a:lnTo>
                  <a:pt x="836" y="133"/>
                </a:lnTo>
                <a:lnTo>
                  <a:pt x="836" y="134"/>
                </a:lnTo>
                <a:lnTo>
                  <a:pt x="836" y="135"/>
                </a:lnTo>
                <a:lnTo>
                  <a:pt x="836" y="136"/>
                </a:lnTo>
                <a:lnTo>
                  <a:pt x="835" y="137"/>
                </a:lnTo>
                <a:lnTo>
                  <a:pt x="835" y="138"/>
                </a:lnTo>
                <a:lnTo>
                  <a:pt x="834" y="138"/>
                </a:lnTo>
                <a:lnTo>
                  <a:pt x="834" y="139"/>
                </a:lnTo>
                <a:lnTo>
                  <a:pt x="835" y="139"/>
                </a:lnTo>
                <a:lnTo>
                  <a:pt x="835" y="140"/>
                </a:lnTo>
                <a:lnTo>
                  <a:pt x="834" y="140"/>
                </a:lnTo>
                <a:lnTo>
                  <a:pt x="834" y="141"/>
                </a:lnTo>
                <a:lnTo>
                  <a:pt x="833" y="141"/>
                </a:lnTo>
                <a:lnTo>
                  <a:pt x="833" y="142"/>
                </a:lnTo>
                <a:lnTo>
                  <a:pt x="833" y="144"/>
                </a:lnTo>
                <a:lnTo>
                  <a:pt x="834" y="144"/>
                </a:lnTo>
                <a:lnTo>
                  <a:pt x="835" y="144"/>
                </a:lnTo>
                <a:lnTo>
                  <a:pt x="835" y="145"/>
                </a:lnTo>
                <a:lnTo>
                  <a:pt x="836" y="145"/>
                </a:lnTo>
                <a:lnTo>
                  <a:pt x="836" y="146"/>
                </a:lnTo>
                <a:lnTo>
                  <a:pt x="837" y="146"/>
                </a:lnTo>
                <a:lnTo>
                  <a:pt x="837" y="145"/>
                </a:lnTo>
                <a:lnTo>
                  <a:pt x="838" y="145"/>
                </a:lnTo>
                <a:lnTo>
                  <a:pt x="839" y="145"/>
                </a:lnTo>
                <a:lnTo>
                  <a:pt x="840" y="146"/>
                </a:lnTo>
                <a:lnTo>
                  <a:pt x="840" y="147"/>
                </a:lnTo>
                <a:lnTo>
                  <a:pt x="841" y="147"/>
                </a:lnTo>
                <a:lnTo>
                  <a:pt x="841" y="148"/>
                </a:lnTo>
                <a:lnTo>
                  <a:pt x="841" y="149"/>
                </a:lnTo>
                <a:lnTo>
                  <a:pt x="841" y="150"/>
                </a:lnTo>
                <a:lnTo>
                  <a:pt x="842" y="150"/>
                </a:lnTo>
                <a:lnTo>
                  <a:pt x="843" y="149"/>
                </a:lnTo>
                <a:lnTo>
                  <a:pt x="843" y="150"/>
                </a:lnTo>
                <a:lnTo>
                  <a:pt x="844" y="150"/>
                </a:lnTo>
                <a:lnTo>
                  <a:pt x="844" y="151"/>
                </a:lnTo>
                <a:lnTo>
                  <a:pt x="844" y="150"/>
                </a:lnTo>
                <a:lnTo>
                  <a:pt x="844" y="149"/>
                </a:lnTo>
                <a:lnTo>
                  <a:pt x="845" y="149"/>
                </a:lnTo>
                <a:lnTo>
                  <a:pt x="845" y="148"/>
                </a:lnTo>
                <a:lnTo>
                  <a:pt x="846" y="148"/>
                </a:lnTo>
                <a:lnTo>
                  <a:pt x="846" y="147"/>
                </a:lnTo>
                <a:lnTo>
                  <a:pt x="847" y="147"/>
                </a:lnTo>
                <a:lnTo>
                  <a:pt x="848" y="147"/>
                </a:lnTo>
                <a:lnTo>
                  <a:pt x="848" y="148"/>
                </a:lnTo>
                <a:lnTo>
                  <a:pt x="849" y="148"/>
                </a:lnTo>
                <a:lnTo>
                  <a:pt x="849" y="149"/>
                </a:lnTo>
                <a:lnTo>
                  <a:pt x="849" y="150"/>
                </a:lnTo>
                <a:lnTo>
                  <a:pt x="849" y="151"/>
                </a:lnTo>
                <a:lnTo>
                  <a:pt x="849" y="152"/>
                </a:lnTo>
                <a:lnTo>
                  <a:pt x="850" y="153"/>
                </a:lnTo>
                <a:lnTo>
                  <a:pt x="850" y="154"/>
                </a:lnTo>
                <a:lnTo>
                  <a:pt x="850" y="155"/>
                </a:lnTo>
                <a:lnTo>
                  <a:pt x="849" y="156"/>
                </a:lnTo>
                <a:lnTo>
                  <a:pt x="849" y="157"/>
                </a:lnTo>
                <a:lnTo>
                  <a:pt x="848" y="157"/>
                </a:lnTo>
                <a:lnTo>
                  <a:pt x="848" y="158"/>
                </a:lnTo>
                <a:lnTo>
                  <a:pt x="847" y="158"/>
                </a:lnTo>
                <a:lnTo>
                  <a:pt x="847" y="159"/>
                </a:lnTo>
                <a:lnTo>
                  <a:pt x="846" y="160"/>
                </a:lnTo>
                <a:lnTo>
                  <a:pt x="845" y="161"/>
                </a:lnTo>
                <a:lnTo>
                  <a:pt x="845" y="162"/>
                </a:lnTo>
                <a:lnTo>
                  <a:pt x="845" y="163"/>
                </a:lnTo>
                <a:lnTo>
                  <a:pt x="846" y="163"/>
                </a:lnTo>
                <a:lnTo>
                  <a:pt x="847" y="164"/>
                </a:lnTo>
                <a:lnTo>
                  <a:pt x="846" y="164"/>
                </a:lnTo>
                <a:lnTo>
                  <a:pt x="846" y="165"/>
                </a:lnTo>
                <a:lnTo>
                  <a:pt x="846" y="166"/>
                </a:lnTo>
                <a:lnTo>
                  <a:pt x="846" y="167"/>
                </a:lnTo>
                <a:lnTo>
                  <a:pt x="847" y="167"/>
                </a:lnTo>
                <a:lnTo>
                  <a:pt x="847" y="168"/>
                </a:lnTo>
                <a:lnTo>
                  <a:pt x="848" y="168"/>
                </a:lnTo>
                <a:lnTo>
                  <a:pt x="849" y="168"/>
                </a:lnTo>
                <a:lnTo>
                  <a:pt x="849" y="169"/>
                </a:lnTo>
                <a:lnTo>
                  <a:pt x="849" y="170"/>
                </a:lnTo>
                <a:lnTo>
                  <a:pt x="849" y="171"/>
                </a:lnTo>
                <a:lnTo>
                  <a:pt x="850" y="171"/>
                </a:lnTo>
                <a:lnTo>
                  <a:pt x="850" y="172"/>
                </a:lnTo>
                <a:lnTo>
                  <a:pt x="850" y="173"/>
                </a:lnTo>
                <a:lnTo>
                  <a:pt x="850" y="174"/>
                </a:lnTo>
                <a:lnTo>
                  <a:pt x="850" y="175"/>
                </a:lnTo>
                <a:lnTo>
                  <a:pt x="851" y="175"/>
                </a:lnTo>
                <a:lnTo>
                  <a:pt x="850" y="175"/>
                </a:lnTo>
                <a:lnTo>
                  <a:pt x="850" y="176"/>
                </a:lnTo>
                <a:lnTo>
                  <a:pt x="850" y="177"/>
                </a:lnTo>
                <a:lnTo>
                  <a:pt x="850" y="178"/>
                </a:lnTo>
                <a:lnTo>
                  <a:pt x="850" y="179"/>
                </a:lnTo>
                <a:lnTo>
                  <a:pt x="851" y="179"/>
                </a:lnTo>
                <a:lnTo>
                  <a:pt x="852" y="179"/>
                </a:lnTo>
                <a:lnTo>
                  <a:pt x="853" y="179"/>
                </a:lnTo>
                <a:lnTo>
                  <a:pt x="853" y="178"/>
                </a:lnTo>
                <a:lnTo>
                  <a:pt x="854" y="178"/>
                </a:lnTo>
                <a:lnTo>
                  <a:pt x="854" y="177"/>
                </a:lnTo>
                <a:lnTo>
                  <a:pt x="855" y="176"/>
                </a:lnTo>
                <a:lnTo>
                  <a:pt x="855" y="175"/>
                </a:lnTo>
                <a:lnTo>
                  <a:pt x="856" y="174"/>
                </a:lnTo>
                <a:lnTo>
                  <a:pt x="856" y="173"/>
                </a:lnTo>
                <a:lnTo>
                  <a:pt x="857" y="173"/>
                </a:lnTo>
                <a:lnTo>
                  <a:pt x="858" y="173"/>
                </a:lnTo>
                <a:lnTo>
                  <a:pt x="858" y="174"/>
                </a:lnTo>
                <a:lnTo>
                  <a:pt x="858" y="175"/>
                </a:lnTo>
                <a:lnTo>
                  <a:pt x="858" y="176"/>
                </a:lnTo>
                <a:lnTo>
                  <a:pt x="858" y="178"/>
                </a:lnTo>
                <a:lnTo>
                  <a:pt x="858" y="179"/>
                </a:lnTo>
                <a:lnTo>
                  <a:pt x="859" y="179"/>
                </a:lnTo>
                <a:lnTo>
                  <a:pt x="858" y="179"/>
                </a:lnTo>
                <a:lnTo>
                  <a:pt x="858" y="180"/>
                </a:lnTo>
                <a:lnTo>
                  <a:pt x="859" y="180"/>
                </a:lnTo>
                <a:lnTo>
                  <a:pt x="859" y="181"/>
                </a:lnTo>
                <a:lnTo>
                  <a:pt x="859" y="182"/>
                </a:lnTo>
                <a:lnTo>
                  <a:pt x="860" y="182"/>
                </a:lnTo>
                <a:lnTo>
                  <a:pt x="860" y="183"/>
                </a:lnTo>
                <a:lnTo>
                  <a:pt x="861" y="183"/>
                </a:lnTo>
                <a:lnTo>
                  <a:pt x="862" y="183"/>
                </a:lnTo>
                <a:lnTo>
                  <a:pt x="862" y="182"/>
                </a:lnTo>
                <a:lnTo>
                  <a:pt x="862" y="181"/>
                </a:lnTo>
                <a:lnTo>
                  <a:pt x="863" y="181"/>
                </a:lnTo>
                <a:lnTo>
                  <a:pt x="863" y="180"/>
                </a:lnTo>
                <a:lnTo>
                  <a:pt x="864" y="180"/>
                </a:lnTo>
                <a:lnTo>
                  <a:pt x="864" y="179"/>
                </a:lnTo>
                <a:lnTo>
                  <a:pt x="864" y="178"/>
                </a:lnTo>
                <a:lnTo>
                  <a:pt x="865" y="178"/>
                </a:lnTo>
                <a:lnTo>
                  <a:pt x="865" y="177"/>
                </a:lnTo>
                <a:lnTo>
                  <a:pt x="865" y="176"/>
                </a:lnTo>
                <a:lnTo>
                  <a:pt x="865" y="175"/>
                </a:lnTo>
                <a:lnTo>
                  <a:pt x="866" y="175"/>
                </a:lnTo>
                <a:lnTo>
                  <a:pt x="867" y="175"/>
                </a:lnTo>
                <a:lnTo>
                  <a:pt x="868" y="174"/>
                </a:lnTo>
                <a:lnTo>
                  <a:pt x="869" y="174"/>
                </a:lnTo>
                <a:lnTo>
                  <a:pt x="870" y="174"/>
                </a:lnTo>
                <a:lnTo>
                  <a:pt x="870" y="173"/>
                </a:lnTo>
                <a:lnTo>
                  <a:pt x="871" y="172"/>
                </a:lnTo>
                <a:lnTo>
                  <a:pt x="872" y="172"/>
                </a:lnTo>
                <a:lnTo>
                  <a:pt x="873" y="172"/>
                </a:lnTo>
                <a:lnTo>
                  <a:pt x="874" y="172"/>
                </a:lnTo>
                <a:lnTo>
                  <a:pt x="875" y="172"/>
                </a:lnTo>
                <a:lnTo>
                  <a:pt x="875" y="173"/>
                </a:lnTo>
                <a:lnTo>
                  <a:pt x="876" y="173"/>
                </a:lnTo>
                <a:lnTo>
                  <a:pt x="876" y="174"/>
                </a:lnTo>
                <a:lnTo>
                  <a:pt x="877" y="174"/>
                </a:lnTo>
                <a:lnTo>
                  <a:pt x="877" y="175"/>
                </a:lnTo>
                <a:lnTo>
                  <a:pt x="878" y="175"/>
                </a:lnTo>
                <a:lnTo>
                  <a:pt x="877" y="176"/>
                </a:lnTo>
                <a:lnTo>
                  <a:pt x="877" y="177"/>
                </a:lnTo>
                <a:lnTo>
                  <a:pt x="877" y="178"/>
                </a:lnTo>
                <a:lnTo>
                  <a:pt x="877" y="179"/>
                </a:lnTo>
                <a:lnTo>
                  <a:pt x="878" y="179"/>
                </a:lnTo>
                <a:lnTo>
                  <a:pt x="879" y="180"/>
                </a:lnTo>
                <a:lnTo>
                  <a:pt x="880" y="180"/>
                </a:lnTo>
                <a:lnTo>
                  <a:pt x="880" y="181"/>
                </a:lnTo>
                <a:lnTo>
                  <a:pt x="881" y="181"/>
                </a:lnTo>
                <a:lnTo>
                  <a:pt x="882" y="180"/>
                </a:lnTo>
                <a:lnTo>
                  <a:pt x="883" y="179"/>
                </a:lnTo>
                <a:lnTo>
                  <a:pt x="884" y="179"/>
                </a:lnTo>
                <a:lnTo>
                  <a:pt x="885" y="179"/>
                </a:lnTo>
                <a:lnTo>
                  <a:pt x="885" y="180"/>
                </a:lnTo>
                <a:lnTo>
                  <a:pt x="885" y="181"/>
                </a:lnTo>
                <a:lnTo>
                  <a:pt x="884" y="181"/>
                </a:lnTo>
                <a:lnTo>
                  <a:pt x="884" y="182"/>
                </a:lnTo>
                <a:lnTo>
                  <a:pt x="885" y="183"/>
                </a:lnTo>
                <a:lnTo>
                  <a:pt x="885" y="184"/>
                </a:lnTo>
                <a:lnTo>
                  <a:pt x="885" y="185"/>
                </a:lnTo>
                <a:lnTo>
                  <a:pt x="886" y="185"/>
                </a:lnTo>
                <a:lnTo>
                  <a:pt x="887" y="185"/>
                </a:lnTo>
                <a:lnTo>
                  <a:pt x="888" y="186"/>
                </a:lnTo>
                <a:lnTo>
                  <a:pt x="889" y="186"/>
                </a:lnTo>
                <a:lnTo>
                  <a:pt x="889" y="185"/>
                </a:lnTo>
                <a:lnTo>
                  <a:pt x="890" y="185"/>
                </a:lnTo>
                <a:lnTo>
                  <a:pt x="890" y="186"/>
                </a:lnTo>
                <a:lnTo>
                  <a:pt x="891" y="186"/>
                </a:lnTo>
                <a:lnTo>
                  <a:pt x="891" y="185"/>
                </a:lnTo>
                <a:lnTo>
                  <a:pt x="892" y="185"/>
                </a:lnTo>
                <a:lnTo>
                  <a:pt x="892" y="184"/>
                </a:lnTo>
                <a:lnTo>
                  <a:pt x="893" y="184"/>
                </a:lnTo>
                <a:lnTo>
                  <a:pt x="893" y="183"/>
                </a:lnTo>
                <a:lnTo>
                  <a:pt x="894" y="183"/>
                </a:lnTo>
                <a:lnTo>
                  <a:pt x="894" y="182"/>
                </a:lnTo>
                <a:lnTo>
                  <a:pt x="895" y="182"/>
                </a:lnTo>
                <a:lnTo>
                  <a:pt x="896" y="182"/>
                </a:lnTo>
                <a:lnTo>
                  <a:pt x="896" y="181"/>
                </a:lnTo>
                <a:lnTo>
                  <a:pt x="897" y="182"/>
                </a:lnTo>
                <a:lnTo>
                  <a:pt x="897" y="183"/>
                </a:lnTo>
                <a:lnTo>
                  <a:pt x="898" y="183"/>
                </a:lnTo>
                <a:lnTo>
                  <a:pt x="898" y="184"/>
                </a:lnTo>
                <a:lnTo>
                  <a:pt x="898" y="185"/>
                </a:lnTo>
                <a:lnTo>
                  <a:pt x="898" y="186"/>
                </a:lnTo>
                <a:lnTo>
                  <a:pt x="897" y="186"/>
                </a:lnTo>
                <a:lnTo>
                  <a:pt x="897" y="187"/>
                </a:lnTo>
                <a:lnTo>
                  <a:pt x="898" y="187"/>
                </a:lnTo>
                <a:lnTo>
                  <a:pt x="898" y="188"/>
                </a:lnTo>
                <a:lnTo>
                  <a:pt x="899" y="188"/>
                </a:lnTo>
                <a:lnTo>
                  <a:pt x="900" y="189"/>
                </a:lnTo>
                <a:lnTo>
                  <a:pt x="899" y="190"/>
                </a:lnTo>
                <a:lnTo>
                  <a:pt x="900" y="191"/>
                </a:lnTo>
                <a:lnTo>
                  <a:pt x="901" y="191"/>
                </a:lnTo>
                <a:lnTo>
                  <a:pt x="901" y="192"/>
                </a:lnTo>
                <a:lnTo>
                  <a:pt x="901" y="193"/>
                </a:lnTo>
                <a:lnTo>
                  <a:pt x="900" y="193"/>
                </a:lnTo>
                <a:lnTo>
                  <a:pt x="900" y="194"/>
                </a:lnTo>
                <a:lnTo>
                  <a:pt x="900" y="195"/>
                </a:lnTo>
                <a:lnTo>
                  <a:pt x="900" y="196"/>
                </a:lnTo>
                <a:lnTo>
                  <a:pt x="901" y="196"/>
                </a:lnTo>
                <a:lnTo>
                  <a:pt x="901" y="197"/>
                </a:lnTo>
                <a:lnTo>
                  <a:pt x="901" y="198"/>
                </a:lnTo>
                <a:lnTo>
                  <a:pt x="901" y="199"/>
                </a:lnTo>
                <a:lnTo>
                  <a:pt x="902" y="199"/>
                </a:lnTo>
                <a:lnTo>
                  <a:pt x="902" y="200"/>
                </a:lnTo>
                <a:lnTo>
                  <a:pt x="901" y="200"/>
                </a:lnTo>
                <a:lnTo>
                  <a:pt x="902" y="201"/>
                </a:lnTo>
                <a:lnTo>
                  <a:pt x="902" y="202"/>
                </a:lnTo>
                <a:lnTo>
                  <a:pt x="902" y="203"/>
                </a:lnTo>
                <a:lnTo>
                  <a:pt x="903" y="203"/>
                </a:lnTo>
                <a:lnTo>
                  <a:pt x="903" y="202"/>
                </a:lnTo>
                <a:lnTo>
                  <a:pt x="904" y="203"/>
                </a:lnTo>
                <a:lnTo>
                  <a:pt x="904" y="204"/>
                </a:lnTo>
                <a:lnTo>
                  <a:pt x="904" y="203"/>
                </a:lnTo>
                <a:lnTo>
                  <a:pt x="905" y="203"/>
                </a:lnTo>
                <a:lnTo>
                  <a:pt x="905" y="202"/>
                </a:lnTo>
                <a:lnTo>
                  <a:pt x="906" y="201"/>
                </a:lnTo>
                <a:lnTo>
                  <a:pt x="906" y="200"/>
                </a:lnTo>
                <a:lnTo>
                  <a:pt x="907" y="200"/>
                </a:lnTo>
                <a:lnTo>
                  <a:pt x="908" y="200"/>
                </a:lnTo>
                <a:lnTo>
                  <a:pt x="909" y="200"/>
                </a:lnTo>
                <a:lnTo>
                  <a:pt x="909" y="199"/>
                </a:lnTo>
                <a:lnTo>
                  <a:pt x="910" y="199"/>
                </a:lnTo>
                <a:lnTo>
                  <a:pt x="910" y="200"/>
                </a:lnTo>
                <a:lnTo>
                  <a:pt x="910" y="201"/>
                </a:lnTo>
                <a:lnTo>
                  <a:pt x="910" y="202"/>
                </a:lnTo>
                <a:lnTo>
                  <a:pt x="910" y="203"/>
                </a:lnTo>
                <a:lnTo>
                  <a:pt x="910" y="204"/>
                </a:lnTo>
                <a:lnTo>
                  <a:pt x="909" y="204"/>
                </a:lnTo>
                <a:lnTo>
                  <a:pt x="910" y="204"/>
                </a:lnTo>
                <a:lnTo>
                  <a:pt x="910" y="205"/>
                </a:lnTo>
                <a:lnTo>
                  <a:pt x="910" y="206"/>
                </a:lnTo>
                <a:lnTo>
                  <a:pt x="909" y="206"/>
                </a:lnTo>
                <a:lnTo>
                  <a:pt x="909" y="207"/>
                </a:lnTo>
                <a:lnTo>
                  <a:pt x="910" y="207"/>
                </a:lnTo>
                <a:lnTo>
                  <a:pt x="911" y="207"/>
                </a:lnTo>
                <a:lnTo>
                  <a:pt x="912" y="207"/>
                </a:lnTo>
                <a:lnTo>
                  <a:pt x="913" y="208"/>
                </a:lnTo>
                <a:lnTo>
                  <a:pt x="914" y="209"/>
                </a:lnTo>
                <a:lnTo>
                  <a:pt x="914" y="211"/>
                </a:lnTo>
                <a:lnTo>
                  <a:pt x="914" y="212"/>
                </a:lnTo>
                <a:lnTo>
                  <a:pt x="915" y="213"/>
                </a:lnTo>
                <a:lnTo>
                  <a:pt x="915" y="212"/>
                </a:lnTo>
                <a:lnTo>
                  <a:pt x="915" y="211"/>
                </a:lnTo>
                <a:lnTo>
                  <a:pt x="916" y="211"/>
                </a:lnTo>
                <a:lnTo>
                  <a:pt x="916" y="210"/>
                </a:lnTo>
                <a:lnTo>
                  <a:pt x="917" y="209"/>
                </a:lnTo>
                <a:lnTo>
                  <a:pt x="918" y="209"/>
                </a:lnTo>
                <a:lnTo>
                  <a:pt x="918" y="208"/>
                </a:lnTo>
                <a:lnTo>
                  <a:pt x="918" y="209"/>
                </a:lnTo>
                <a:lnTo>
                  <a:pt x="919" y="209"/>
                </a:lnTo>
                <a:lnTo>
                  <a:pt x="920" y="210"/>
                </a:lnTo>
                <a:lnTo>
                  <a:pt x="922" y="212"/>
                </a:lnTo>
                <a:lnTo>
                  <a:pt x="922" y="213"/>
                </a:lnTo>
                <a:lnTo>
                  <a:pt x="921" y="213"/>
                </a:lnTo>
                <a:lnTo>
                  <a:pt x="921" y="214"/>
                </a:lnTo>
                <a:lnTo>
                  <a:pt x="920" y="215"/>
                </a:lnTo>
                <a:lnTo>
                  <a:pt x="920" y="216"/>
                </a:lnTo>
                <a:lnTo>
                  <a:pt x="921" y="217"/>
                </a:lnTo>
                <a:lnTo>
                  <a:pt x="921" y="218"/>
                </a:lnTo>
                <a:lnTo>
                  <a:pt x="921" y="219"/>
                </a:lnTo>
                <a:lnTo>
                  <a:pt x="921" y="220"/>
                </a:lnTo>
                <a:lnTo>
                  <a:pt x="921" y="221"/>
                </a:lnTo>
                <a:lnTo>
                  <a:pt x="922" y="221"/>
                </a:lnTo>
                <a:lnTo>
                  <a:pt x="923" y="220"/>
                </a:lnTo>
                <a:lnTo>
                  <a:pt x="923" y="221"/>
                </a:lnTo>
                <a:lnTo>
                  <a:pt x="923" y="222"/>
                </a:lnTo>
                <a:lnTo>
                  <a:pt x="924" y="223"/>
                </a:lnTo>
                <a:lnTo>
                  <a:pt x="925" y="223"/>
                </a:lnTo>
                <a:lnTo>
                  <a:pt x="926" y="223"/>
                </a:lnTo>
                <a:lnTo>
                  <a:pt x="928" y="223"/>
                </a:lnTo>
                <a:lnTo>
                  <a:pt x="929" y="222"/>
                </a:lnTo>
                <a:lnTo>
                  <a:pt x="930" y="222"/>
                </a:lnTo>
                <a:lnTo>
                  <a:pt x="931" y="221"/>
                </a:lnTo>
                <a:lnTo>
                  <a:pt x="932" y="220"/>
                </a:lnTo>
                <a:lnTo>
                  <a:pt x="933" y="221"/>
                </a:lnTo>
                <a:lnTo>
                  <a:pt x="933" y="222"/>
                </a:lnTo>
                <a:lnTo>
                  <a:pt x="933" y="223"/>
                </a:lnTo>
                <a:lnTo>
                  <a:pt x="935" y="223"/>
                </a:lnTo>
                <a:lnTo>
                  <a:pt x="935" y="224"/>
                </a:lnTo>
                <a:lnTo>
                  <a:pt x="936" y="223"/>
                </a:lnTo>
                <a:lnTo>
                  <a:pt x="937" y="222"/>
                </a:lnTo>
                <a:lnTo>
                  <a:pt x="937" y="221"/>
                </a:lnTo>
                <a:lnTo>
                  <a:pt x="937" y="222"/>
                </a:lnTo>
                <a:lnTo>
                  <a:pt x="938" y="222"/>
                </a:lnTo>
                <a:lnTo>
                  <a:pt x="938" y="225"/>
                </a:lnTo>
                <a:lnTo>
                  <a:pt x="938" y="227"/>
                </a:lnTo>
                <a:lnTo>
                  <a:pt x="938" y="228"/>
                </a:lnTo>
                <a:lnTo>
                  <a:pt x="938" y="229"/>
                </a:lnTo>
                <a:lnTo>
                  <a:pt x="938" y="230"/>
                </a:lnTo>
                <a:lnTo>
                  <a:pt x="937" y="230"/>
                </a:lnTo>
                <a:lnTo>
                  <a:pt x="937" y="231"/>
                </a:lnTo>
                <a:lnTo>
                  <a:pt x="936" y="231"/>
                </a:lnTo>
                <a:lnTo>
                  <a:pt x="936" y="233"/>
                </a:lnTo>
                <a:lnTo>
                  <a:pt x="937" y="234"/>
                </a:lnTo>
                <a:lnTo>
                  <a:pt x="938" y="234"/>
                </a:lnTo>
                <a:lnTo>
                  <a:pt x="939" y="235"/>
                </a:lnTo>
                <a:lnTo>
                  <a:pt x="940" y="236"/>
                </a:lnTo>
                <a:lnTo>
                  <a:pt x="940" y="237"/>
                </a:lnTo>
                <a:lnTo>
                  <a:pt x="939" y="239"/>
                </a:lnTo>
                <a:lnTo>
                  <a:pt x="939" y="240"/>
                </a:lnTo>
                <a:lnTo>
                  <a:pt x="939" y="241"/>
                </a:lnTo>
                <a:lnTo>
                  <a:pt x="939" y="242"/>
                </a:lnTo>
                <a:lnTo>
                  <a:pt x="939" y="243"/>
                </a:lnTo>
                <a:lnTo>
                  <a:pt x="939" y="244"/>
                </a:lnTo>
                <a:lnTo>
                  <a:pt x="939" y="245"/>
                </a:lnTo>
                <a:lnTo>
                  <a:pt x="939" y="246"/>
                </a:lnTo>
                <a:lnTo>
                  <a:pt x="938" y="246"/>
                </a:lnTo>
                <a:lnTo>
                  <a:pt x="938" y="249"/>
                </a:lnTo>
                <a:lnTo>
                  <a:pt x="937" y="249"/>
                </a:lnTo>
                <a:lnTo>
                  <a:pt x="936" y="250"/>
                </a:lnTo>
                <a:lnTo>
                  <a:pt x="935" y="250"/>
                </a:lnTo>
                <a:lnTo>
                  <a:pt x="935" y="251"/>
                </a:lnTo>
                <a:lnTo>
                  <a:pt x="935" y="252"/>
                </a:lnTo>
                <a:lnTo>
                  <a:pt x="935" y="253"/>
                </a:lnTo>
                <a:lnTo>
                  <a:pt x="935" y="254"/>
                </a:lnTo>
                <a:lnTo>
                  <a:pt x="936" y="254"/>
                </a:lnTo>
                <a:lnTo>
                  <a:pt x="936" y="255"/>
                </a:lnTo>
                <a:lnTo>
                  <a:pt x="937" y="255"/>
                </a:lnTo>
                <a:lnTo>
                  <a:pt x="937" y="256"/>
                </a:lnTo>
                <a:lnTo>
                  <a:pt x="937" y="257"/>
                </a:lnTo>
                <a:lnTo>
                  <a:pt x="937" y="258"/>
                </a:lnTo>
                <a:lnTo>
                  <a:pt x="937" y="259"/>
                </a:lnTo>
                <a:lnTo>
                  <a:pt x="937" y="260"/>
                </a:lnTo>
                <a:lnTo>
                  <a:pt x="937" y="261"/>
                </a:lnTo>
                <a:lnTo>
                  <a:pt x="938" y="261"/>
                </a:lnTo>
                <a:lnTo>
                  <a:pt x="938" y="262"/>
                </a:lnTo>
                <a:lnTo>
                  <a:pt x="937" y="263"/>
                </a:lnTo>
                <a:lnTo>
                  <a:pt x="937" y="264"/>
                </a:lnTo>
                <a:lnTo>
                  <a:pt x="936" y="265"/>
                </a:lnTo>
                <a:lnTo>
                  <a:pt x="936" y="266"/>
                </a:lnTo>
                <a:lnTo>
                  <a:pt x="937" y="267"/>
                </a:lnTo>
                <a:lnTo>
                  <a:pt x="938" y="267"/>
                </a:lnTo>
                <a:lnTo>
                  <a:pt x="938" y="268"/>
                </a:lnTo>
                <a:lnTo>
                  <a:pt x="938" y="269"/>
                </a:lnTo>
                <a:lnTo>
                  <a:pt x="938" y="270"/>
                </a:lnTo>
                <a:lnTo>
                  <a:pt x="937" y="270"/>
                </a:lnTo>
                <a:lnTo>
                  <a:pt x="937" y="271"/>
                </a:lnTo>
                <a:lnTo>
                  <a:pt x="937" y="272"/>
                </a:lnTo>
                <a:lnTo>
                  <a:pt x="937" y="273"/>
                </a:lnTo>
                <a:lnTo>
                  <a:pt x="935" y="273"/>
                </a:lnTo>
                <a:lnTo>
                  <a:pt x="934" y="274"/>
                </a:lnTo>
                <a:lnTo>
                  <a:pt x="933" y="274"/>
                </a:lnTo>
                <a:lnTo>
                  <a:pt x="934" y="275"/>
                </a:lnTo>
                <a:lnTo>
                  <a:pt x="933" y="276"/>
                </a:lnTo>
                <a:lnTo>
                  <a:pt x="933" y="277"/>
                </a:lnTo>
                <a:lnTo>
                  <a:pt x="933" y="278"/>
                </a:lnTo>
                <a:lnTo>
                  <a:pt x="932" y="279"/>
                </a:lnTo>
                <a:lnTo>
                  <a:pt x="931" y="279"/>
                </a:lnTo>
                <a:lnTo>
                  <a:pt x="931" y="280"/>
                </a:lnTo>
                <a:lnTo>
                  <a:pt x="932" y="281"/>
                </a:lnTo>
                <a:lnTo>
                  <a:pt x="933" y="282"/>
                </a:lnTo>
                <a:lnTo>
                  <a:pt x="934" y="283"/>
                </a:lnTo>
                <a:lnTo>
                  <a:pt x="936" y="283"/>
                </a:lnTo>
                <a:lnTo>
                  <a:pt x="937" y="283"/>
                </a:lnTo>
                <a:lnTo>
                  <a:pt x="938" y="283"/>
                </a:lnTo>
                <a:lnTo>
                  <a:pt x="938" y="284"/>
                </a:lnTo>
                <a:lnTo>
                  <a:pt x="938" y="283"/>
                </a:lnTo>
                <a:lnTo>
                  <a:pt x="939" y="283"/>
                </a:lnTo>
                <a:lnTo>
                  <a:pt x="940" y="283"/>
                </a:lnTo>
                <a:lnTo>
                  <a:pt x="941" y="284"/>
                </a:lnTo>
                <a:lnTo>
                  <a:pt x="941" y="285"/>
                </a:lnTo>
                <a:lnTo>
                  <a:pt x="941" y="286"/>
                </a:lnTo>
                <a:lnTo>
                  <a:pt x="942" y="286"/>
                </a:lnTo>
                <a:lnTo>
                  <a:pt x="943" y="287"/>
                </a:lnTo>
                <a:lnTo>
                  <a:pt x="943" y="288"/>
                </a:lnTo>
                <a:lnTo>
                  <a:pt x="944" y="289"/>
                </a:lnTo>
                <a:lnTo>
                  <a:pt x="945" y="289"/>
                </a:lnTo>
                <a:lnTo>
                  <a:pt x="946" y="290"/>
                </a:lnTo>
                <a:lnTo>
                  <a:pt x="948" y="291"/>
                </a:lnTo>
                <a:lnTo>
                  <a:pt x="949" y="290"/>
                </a:lnTo>
                <a:lnTo>
                  <a:pt x="950" y="290"/>
                </a:lnTo>
                <a:lnTo>
                  <a:pt x="951" y="290"/>
                </a:lnTo>
                <a:lnTo>
                  <a:pt x="952" y="290"/>
                </a:lnTo>
                <a:lnTo>
                  <a:pt x="952" y="291"/>
                </a:lnTo>
                <a:lnTo>
                  <a:pt x="953" y="291"/>
                </a:lnTo>
                <a:lnTo>
                  <a:pt x="954" y="291"/>
                </a:lnTo>
                <a:lnTo>
                  <a:pt x="954" y="292"/>
                </a:lnTo>
                <a:lnTo>
                  <a:pt x="955" y="292"/>
                </a:lnTo>
                <a:lnTo>
                  <a:pt x="956" y="292"/>
                </a:lnTo>
                <a:lnTo>
                  <a:pt x="956" y="295"/>
                </a:lnTo>
                <a:lnTo>
                  <a:pt x="956" y="296"/>
                </a:lnTo>
                <a:lnTo>
                  <a:pt x="955" y="297"/>
                </a:lnTo>
                <a:lnTo>
                  <a:pt x="954" y="298"/>
                </a:lnTo>
                <a:lnTo>
                  <a:pt x="953" y="298"/>
                </a:lnTo>
                <a:lnTo>
                  <a:pt x="953" y="299"/>
                </a:lnTo>
                <a:lnTo>
                  <a:pt x="952" y="300"/>
                </a:lnTo>
                <a:lnTo>
                  <a:pt x="952" y="301"/>
                </a:lnTo>
                <a:lnTo>
                  <a:pt x="951" y="302"/>
                </a:lnTo>
                <a:lnTo>
                  <a:pt x="950" y="302"/>
                </a:lnTo>
                <a:lnTo>
                  <a:pt x="950" y="303"/>
                </a:lnTo>
                <a:lnTo>
                  <a:pt x="951" y="303"/>
                </a:lnTo>
                <a:lnTo>
                  <a:pt x="952" y="303"/>
                </a:lnTo>
                <a:lnTo>
                  <a:pt x="952" y="304"/>
                </a:lnTo>
                <a:lnTo>
                  <a:pt x="953" y="304"/>
                </a:lnTo>
                <a:lnTo>
                  <a:pt x="955" y="306"/>
                </a:lnTo>
                <a:lnTo>
                  <a:pt x="956" y="308"/>
                </a:lnTo>
                <a:lnTo>
                  <a:pt x="957" y="309"/>
                </a:lnTo>
                <a:lnTo>
                  <a:pt x="958" y="309"/>
                </a:lnTo>
                <a:lnTo>
                  <a:pt x="959" y="310"/>
                </a:lnTo>
                <a:lnTo>
                  <a:pt x="960" y="310"/>
                </a:lnTo>
                <a:lnTo>
                  <a:pt x="961" y="310"/>
                </a:lnTo>
                <a:lnTo>
                  <a:pt x="962" y="310"/>
                </a:lnTo>
                <a:lnTo>
                  <a:pt x="963" y="310"/>
                </a:lnTo>
                <a:lnTo>
                  <a:pt x="964" y="310"/>
                </a:lnTo>
                <a:lnTo>
                  <a:pt x="964" y="311"/>
                </a:lnTo>
                <a:lnTo>
                  <a:pt x="965" y="312"/>
                </a:lnTo>
                <a:lnTo>
                  <a:pt x="965" y="313"/>
                </a:lnTo>
                <a:lnTo>
                  <a:pt x="965" y="314"/>
                </a:lnTo>
                <a:lnTo>
                  <a:pt x="965" y="315"/>
                </a:lnTo>
                <a:lnTo>
                  <a:pt x="964" y="315"/>
                </a:lnTo>
                <a:lnTo>
                  <a:pt x="964" y="316"/>
                </a:lnTo>
                <a:lnTo>
                  <a:pt x="964" y="317"/>
                </a:lnTo>
                <a:lnTo>
                  <a:pt x="965" y="317"/>
                </a:lnTo>
                <a:lnTo>
                  <a:pt x="966" y="318"/>
                </a:lnTo>
                <a:lnTo>
                  <a:pt x="966" y="319"/>
                </a:lnTo>
                <a:lnTo>
                  <a:pt x="965" y="320"/>
                </a:lnTo>
                <a:lnTo>
                  <a:pt x="964" y="320"/>
                </a:lnTo>
                <a:lnTo>
                  <a:pt x="964" y="321"/>
                </a:lnTo>
                <a:lnTo>
                  <a:pt x="963" y="320"/>
                </a:lnTo>
                <a:lnTo>
                  <a:pt x="963" y="321"/>
                </a:lnTo>
                <a:lnTo>
                  <a:pt x="964" y="321"/>
                </a:lnTo>
                <a:lnTo>
                  <a:pt x="964" y="322"/>
                </a:lnTo>
                <a:lnTo>
                  <a:pt x="963" y="323"/>
                </a:lnTo>
                <a:lnTo>
                  <a:pt x="964" y="323"/>
                </a:lnTo>
                <a:lnTo>
                  <a:pt x="964" y="322"/>
                </a:lnTo>
                <a:lnTo>
                  <a:pt x="965" y="324"/>
                </a:lnTo>
                <a:lnTo>
                  <a:pt x="966" y="325"/>
                </a:lnTo>
                <a:lnTo>
                  <a:pt x="965" y="326"/>
                </a:lnTo>
                <a:lnTo>
                  <a:pt x="964" y="326"/>
                </a:lnTo>
                <a:lnTo>
                  <a:pt x="963" y="326"/>
                </a:lnTo>
                <a:lnTo>
                  <a:pt x="963" y="327"/>
                </a:lnTo>
                <a:lnTo>
                  <a:pt x="962" y="327"/>
                </a:lnTo>
                <a:lnTo>
                  <a:pt x="961" y="329"/>
                </a:lnTo>
                <a:lnTo>
                  <a:pt x="961" y="330"/>
                </a:lnTo>
                <a:lnTo>
                  <a:pt x="960" y="331"/>
                </a:lnTo>
                <a:lnTo>
                  <a:pt x="959" y="331"/>
                </a:lnTo>
                <a:lnTo>
                  <a:pt x="959" y="332"/>
                </a:lnTo>
                <a:lnTo>
                  <a:pt x="959" y="333"/>
                </a:lnTo>
                <a:lnTo>
                  <a:pt x="958" y="333"/>
                </a:lnTo>
                <a:lnTo>
                  <a:pt x="957" y="332"/>
                </a:lnTo>
                <a:lnTo>
                  <a:pt x="956" y="332"/>
                </a:lnTo>
                <a:lnTo>
                  <a:pt x="956" y="333"/>
                </a:lnTo>
                <a:lnTo>
                  <a:pt x="955" y="334"/>
                </a:lnTo>
                <a:lnTo>
                  <a:pt x="956" y="334"/>
                </a:lnTo>
                <a:lnTo>
                  <a:pt x="956" y="336"/>
                </a:lnTo>
                <a:lnTo>
                  <a:pt x="956" y="337"/>
                </a:lnTo>
                <a:lnTo>
                  <a:pt x="955" y="337"/>
                </a:lnTo>
                <a:lnTo>
                  <a:pt x="954" y="337"/>
                </a:lnTo>
                <a:lnTo>
                  <a:pt x="954" y="338"/>
                </a:lnTo>
                <a:lnTo>
                  <a:pt x="954" y="339"/>
                </a:lnTo>
                <a:lnTo>
                  <a:pt x="954" y="340"/>
                </a:lnTo>
                <a:lnTo>
                  <a:pt x="954" y="341"/>
                </a:lnTo>
                <a:lnTo>
                  <a:pt x="953" y="341"/>
                </a:lnTo>
                <a:lnTo>
                  <a:pt x="952" y="340"/>
                </a:lnTo>
                <a:lnTo>
                  <a:pt x="951" y="340"/>
                </a:lnTo>
                <a:lnTo>
                  <a:pt x="950" y="341"/>
                </a:lnTo>
                <a:lnTo>
                  <a:pt x="949" y="342"/>
                </a:lnTo>
                <a:lnTo>
                  <a:pt x="948" y="341"/>
                </a:lnTo>
                <a:lnTo>
                  <a:pt x="948" y="342"/>
                </a:lnTo>
                <a:lnTo>
                  <a:pt x="947" y="342"/>
                </a:lnTo>
                <a:lnTo>
                  <a:pt x="947" y="343"/>
                </a:lnTo>
                <a:lnTo>
                  <a:pt x="947" y="344"/>
                </a:lnTo>
                <a:lnTo>
                  <a:pt x="946" y="345"/>
                </a:lnTo>
                <a:lnTo>
                  <a:pt x="945" y="346"/>
                </a:lnTo>
                <a:lnTo>
                  <a:pt x="945" y="347"/>
                </a:lnTo>
                <a:lnTo>
                  <a:pt x="944" y="348"/>
                </a:lnTo>
                <a:lnTo>
                  <a:pt x="944" y="349"/>
                </a:lnTo>
                <a:lnTo>
                  <a:pt x="943" y="349"/>
                </a:lnTo>
                <a:lnTo>
                  <a:pt x="943" y="350"/>
                </a:lnTo>
                <a:lnTo>
                  <a:pt x="942" y="351"/>
                </a:lnTo>
                <a:lnTo>
                  <a:pt x="941" y="351"/>
                </a:lnTo>
                <a:lnTo>
                  <a:pt x="941" y="352"/>
                </a:lnTo>
                <a:lnTo>
                  <a:pt x="942" y="353"/>
                </a:lnTo>
                <a:lnTo>
                  <a:pt x="941" y="353"/>
                </a:lnTo>
                <a:lnTo>
                  <a:pt x="941" y="354"/>
                </a:lnTo>
                <a:lnTo>
                  <a:pt x="942" y="355"/>
                </a:lnTo>
                <a:lnTo>
                  <a:pt x="941" y="356"/>
                </a:lnTo>
                <a:lnTo>
                  <a:pt x="940" y="356"/>
                </a:lnTo>
                <a:lnTo>
                  <a:pt x="939" y="356"/>
                </a:lnTo>
                <a:lnTo>
                  <a:pt x="939" y="357"/>
                </a:lnTo>
                <a:lnTo>
                  <a:pt x="938" y="357"/>
                </a:lnTo>
                <a:lnTo>
                  <a:pt x="937" y="357"/>
                </a:lnTo>
                <a:lnTo>
                  <a:pt x="937" y="358"/>
                </a:lnTo>
                <a:lnTo>
                  <a:pt x="936" y="358"/>
                </a:lnTo>
                <a:lnTo>
                  <a:pt x="935" y="359"/>
                </a:lnTo>
                <a:lnTo>
                  <a:pt x="934" y="359"/>
                </a:lnTo>
                <a:lnTo>
                  <a:pt x="933" y="359"/>
                </a:lnTo>
                <a:lnTo>
                  <a:pt x="932" y="359"/>
                </a:lnTo>
                <a:lnTo>
                  <a:pt x="932" y="358"/>
                </a:lnTo>
                <a:lnTo>
                  <a:pt x="931" y="358"/>
                </a:lnTo>
                <a:lnTo>
                  <a:pt x="930" y="359"/>
                </a:lnTo>
                <a:lnTo>
                  <a:pt x="929" y="359"/>
                </a:lnTo>
                <a:lnTo>
                  <a:pt x="928" y="359"/>
                </a:lnTo>
                <a:lnTo>
                  <a:pt x="927" y="359"/>
                </a:lnTo>
                <a:lnTo>
                  <a:pt x="926" y="359"/>
                </a:lnTo>
                <a:lnTo>
                  <a:pt x="924" y="360"/>
                </a:lnTo>
                <a:lnTo>
                  <a:pt x="924" y="361"/>
                </a:lnTo>
                <a:lnTo>
                  <a:pt x="923" y="361"/>
                </a:lnTo>
                <a:lnTo>
                  <a:pt x="922" y="361"/>
                </a:lnTo>
                <a:lnTo>
                  <a:pt x="922" y="362"/>
                </a:lnTo>
                <a:lnTo>
                  <a:pt x="922" y="363"/>
                </a:lnTo>
                <a:lnTo>
                  <a:pt x="923" y="364"/>
                </a:lnTo>
                <a:lnTo>
                  <a:pt x="923" y="365"/>
                </a:lnTo>
                <a:lnTo>
                  <a:pt x="924" y="365"/>
                </a:lnTo>
                <a:lnTo>
                  <a:pt x="925" y="365"/>
                </a:lnTo>
                <a:lnTo>
                  <a:pt x="925" y="366"/>
                </a:lnTo>
                <a:lnTo>
                  <a:pt x="924" y="366"/>
                </a:lnTo>
                <a:lnTo>
                  <a:pt x="925" y="366"/>
                </a:lnTo>
                <a:lnTo>
                  <a:pt x="925" y="367"/>
                </a:lnTo>
                <a:lnTo>
                  <a:pt x="925" y="368"/>
                </a:lnTo>
                <a:lnTo>
                  <a:pt x="925" y="369"/>
                </a:lnTo>
                <a:lnTo>
                  <a:pt x="925" y="370"/>
                </a:lnTo>
                <a:lnTo>
                  <a:pt x="926" y="369"/>
                </a:lnTo>
                <a:lnTo>
                  <a:pt x="926" y="370"/>
                </a:lnTo>
                <a:lnTo>
                  <a:pt x="927" y="370"/>
                </a:lnTo>
                <a:lnTo>
                  <a:pt x="927" y="371"/>
                </a:lnTo>
                <a:lnTo>
                  <a:pt x="927" y="372"/>
                </a:lnTo>
                <a:lnTo>
                  <a:pt x="927" y="373"/>
                </a:lnTo>
                <a:lnTo>
                  <a:pt x="927" y="374"/>
                </a:lnTo>
                <a:lnTo>
                  <a:pt x="928" y="374"/>
                </a:lnTo>
                <a:lnTo>
                  <a:pt x="928" y="375"/>
                </a:lnTo>
                <a:lnTo>
                  <a:pt x="929" y="375"/>
                </a:lnTo>
                <a:lnTo>
                  <a:pt x="929" y="376"/>
                </a:lnTo>
                <a:lnTo>
                  <a:pt x="930" y="377"/>
                </a:lnTo>
                <a:lnTo>
                  <a:pt x="929" y="377"/>
                </a:lnTo>
                <a:lnTo>
                  <a:pt x="930" y="377"/>
                </a:lnTo>
                <a:lnTo>
                  <a:pt x="929" y="377"/>
                </a:lnTo>
                <a:lnTo>
                  <a:pt x="928" y="377"/>
                </a:lnTo>
                <a:lnTo>
                  <a:pt x="929" y="378"/>
                </a:lnTo>
                <a:lnTo>
                  <a:pt x="930" y="378"/>
                </a:lnTo>
                <a:lnTo>
                  <a:pt x="931" y="378"/>
                </a:lnTo>
                <a:lnTo>
                  <a:pt x="931" y="379"/>
                </a:lnTo>
                <a:lnTo>
                  <a:pt x="932" y="379"/>
                </a:lnTo>
                <a:lnTo>
                  <a:pt x="931" y="379"/>
                </a:lnTo>
                <a:lnTo>
                  <a:pt x="932" y="380"/>
                </a:lnTo>
                <a:lnTo>
                  <a:pt x="932" y="381"/>
                </a:lnTo>
                <a:lnTo>
                  <a:pt x="933" y="382"/>
                </a:lnTo>
                <a:lnTo>
                  <a:pt x="933" y="383"/>
                </a:lnTo>
                <a:lnTo>
                  <a:pt x="932" y="384"/>
                </a:lnTo>
                <a:lnTo>
                  <a:pt x="931" y="384"/>
                </a:lnTo>
                <a:lnTo>
                  <a:pt x="931" y="385"/>
                </a:lnTo>
                <a:lnTo>
                  <a:pt x="931" y="386"/>
                </a:lnTo>
                <a:lnTo>
                  <a:pt x="930" y="386"/>
                </a:lnTo>
                <a:lnTo>
                  <a:pt x="930" y="387"/>
                </a:lnTo>
                <a:lnTo>
                  <a:pt x="930" y="388"/>
                </a:lnTo>
                <a:lnTo>
                  <a:pt x="929" y="388"/>
                </a:lnTo>
                <a:lnTo>
                  <a:pt x="929" y="387"/>
                </a:lnTo>
                <a:lnTo>
                  <a:pt x="928" y="387"/>
                </a:lnTo>
                <a:lnTo>
                  <a:pt x="927" y="387"/>
                </a:lnTo>
                <a:lnTo>
                  <a:pt x="926" y="387"/>
                </a:lnTo>
                <a:lnTo>
                  <a:pt x="925" y="387"/>
                </a:lnTo>
                <a:lnTo>
                  <a:pt x="924" y="387"/>
                </a:lnTo>
                <a:lnTo>
                  <a:pt x="923" y="387"/>
                </a:lnTo>
                <a:lnTo>
                  <a:pt x="922" y="387"/>
                </a:lnTo>
                <a:lnTo>
                  <a:pt x="921" y="387"/>
                </a:lnTo>
                <a:lnTo>
                  <a:pt x="920" y="387"/>
                </a:lnTo>
                <a:lnTo>
                  <a:pt x="919" y="387"/>
                </a:lnTo>
                <a:lnTo>
                  <a:pt x="919" y="388"/>
                </a:lnTo>
                <a:lnTo>
                  <a:pt x="918" y="388"/>
                </a:lnTo>
                <a:lnTo>
                  <a:pt x="918" y="390"/>
                </a:lnTo>
                <a:lnTo>
                  <a:pt x="919" y="391"/>
                </a:lnTo>
                <a:lnTo>
                  <a:pt x="920" y="391"/>
                </a:lnTo>
                <a:lnTo>
                  <a:pt x="919" y="392"/>
                </a:lnTo>
                <a:lnTo>
                  <a:pt x="919" y="393"/>
                </a:lnTo>
                <a:lnTo>
                  <a:pt x="918" y="393"/>
                </a:lnTo>
                <a:lnTo>
                  <a:pt x="917" y="393"/>
                </a:lnTo>
                <a:lnTo>
                  <a:pt x="916" y="393"/>
                </a:lnTo>
                <a:lnTo>
                  <a:pt x="916" y="394"/>
                </a:lnTo>
                <a:lnTo>
                  <a:pt x="915" y="394"/>
                </a:lnTo>
                <a:lnTo>
                  <a:pt x="915" y="393"/>
                </a:lnTo>
                <a:lnTo>
                  <a:pt x="914" y="393"/>
                </a:lnTo>
                <a:lnTo>
                  <a:pt x="914" y="392"/>
                </a:lnTo>
                <a:lnTo>
                  <a:pt x="913" y="392"/>
                </a:lnTo>
                <a:lnTo>
                  <a:pt x="913" y="394"/>
                </a:lnTo>
                <a:lnTo>
                  <a:pt x="913" y="395"/>
                </a:lnTo>
                <a:lnTo>
                  <a:pt x="914" y="395"/>
                </a:lnTo>
                <a:lnTo>
                  <a:pt x="913" y="395"/>
                </a:lnTo>
                <a:lnTo>
                  <a:pt x="912" y="396"/>
                </a:lnTo>
                <a:lnTo>
                  <a:pt x="911" y="396"/>
                </a:lnTo>
                <a:lnTo>
                  <a:pt x="911" y="397"/>
                </a:lnTo>
                <a:lnTo>
                  <a:pt x="911" y="398"/>
                </a:lnTo>
                <a:lnTo>
                  <a:pt x="909" y="399"/>
                </a:lnTo>
                <a:lnTo>
                  <a:pt x="908" y="399"/>
                </a:lnTo>
                <a:lnTo>
                  <a:pt x="907" y="399"/>
                </a:lnTo>
                <a:lnTo>
                  <a:pt x="906" y="398"/>
                </a:lnTo>
                <a:lnTo>
                  <a:pt x="905" y="398"/>
                </a:lnTo>
                <a:lnTo>
                  <a:pt x="905" y="399"/>
                </a:lnTo>
                <a:lnTo>
                  <a:pt x="904" y="398"/>
                </a:lnTo>
                <a:lnTo>
                  <a:pt x="904" y="397"/>
                </a:lnTo>
                <a:lnTo>
                  <a:pt x="903" y="396"/>
                </a:lnTo>
                <a:lnTo>
                  <a:pt x="902" y="396"/>
                </a:lnTo>
                <a:lnTo>
                  <a:pt x="902" y="395"/>
                </a:lnTo>
                <a:lnTo>
                  <a:pt x="902" y="396"/>
                </a:lnTo>
                <a:lnTo>
                  <a:pt x="901" y="396"/>
                </a:lnTo>
                <a:lnTo>
                  <a:pt x="901" y="397"/>
                </a:lnTo>
                <a:lnTo>
                  <a:pt x="901" y="398"/>
                </a:lnTo>
                <a:lnTo>
                  <a:pt x="900" y="398"/>
                </a:lnTo>
                <a:lnTo>
                  <a:pt x="900" y="400"/>
                </a:lnTo>
                <a:lnTo>
                  <a:pt x="900" y="401"/>
                </a:lnTo>
                <a:lnTo>
                  <a:pt x="900" y="402"/>
                </a:lnTo>
                <a:lnTo>
                  <a:pt x="900" y="403"/>
                </a:lnTo>
                <a:lnTo>
                  <a:pt x="899" y="404"/>
                </a:lnTo>
                <a:lnTo>
                  <a:pt x="896" y="403"/>
                </a:lnTo>
                <a:lnTo>
                  <a:pt x="895" y="403"/>
                </a:lnTo>
                <a:lnTo>
                  <a:pt x="895" y="402"/>
                </a:lnTo>
                <a:lnTo>
                  <a:pt x="893" y="402"/>
                </a:lnTo>
                <a:lnTo>
                  <a:pt x="891" y="403"/>
                </a:lnTo>
                <a:lnTo>
                  <a:pt x="891" y="404"/>
                </a:lnTo>
                <a:lnTo>
                  <a:pt x="890" y="404"/>
                </a:lnTo>
                <a:lnTo>
                  <a:pt x="890" y="406"/>
                </a:lnTo>
                <a:lnTo>
                  <a:pt x="890" y="407"/>
                </a:lnTo>
                <a:lnTo>
                  <a:pt x="890" y="408"/>
                </a:lnTo>
                <a:lnTo>
                  <a:pt x="887" y="408"/>
                </a:lnTo>
                <a:lnTo>
                  <a:pt x="885" y="409"/>
                </a:lnTo>
                <a:lnTo>
                  <a:pt x="883" y="412"/>
                </a:lnTo>
                <a:lnTo>
                  <a:pt x="883" y="413"/>
                </a:lnTo>
                <a:lnTo>
                  <a:pt x="882" y="413"/>
                </a:lnTo>
                <a:lnTo>
                  <a:pt x="882" y="415"/>
                </a:lnTo>
                <a:lnTo>
                  <a:pt x="882" y="416"/>
                </a:lnTo>
                <a:lnTo>
                  <a:pt x="881" y="419"/>
                </a:lnTo>
                <a:lnTo>
                  <a:pt x="880" y="422"/>
                </a:lnTo>
                <a:lnTo>
                  <a:pt x="880" y="423"/>
                </a:lnTo>
                <a:lnTo>
                  <a:pt x="880" y="424"/>
                </a:lnTo>
                <a:lnTo>
                  <a:pt x="879" y="426"/>
                </a:lnTo>
                <a:lnTo>
                  <a:pt x="880" y="426"/>
                </a:lnTo>
                <a:lnTo>
                  <a:pt x="880" y="427"/>
                </a:lnTo>
                <a:lnTo>
                  <a:pt x="882" y="427"/>
                </a:lnTo>
                <a:lnTo>
                  <a:pt x="883" y="427"/>
                </a:lnTo>
                <a:lnTo>
                  <a:pt x="884" y="427"/>
                </a:lnTo>
                <a:lnTo>
                  <a:pt x="885" y="429"/>
                </a:lnTo>
                <a:lnTo>
                  <a:pt x="886" y="431"/>
                </a:lnTo>
                <a:lnTo>
                  <a:pt x="886" y="433"/>
                </a:lnTo>
                <a:lnTo>
                  <a:pt x="888" y="437"/>
                </a:lnTo>
                <a:lnTo>
                  <a:pt x="888" y="438"/>
                </a:lnTo>
                <a:lnTo>
                  <a:pt x="888" y="440"/>
                </a:lnTo>
                <a:lnTo>
                  <a:pt x="887" y="441"/>
                </a:lnTo>
                <a:lnTo>
                  <a:pt x="885" y="445"/>
                </a:lnTo>
                <a:lnTo>
                  <a:pt x="884" y="445"/>
                </a:lnTo>
                <a:lnTo>
                  <a:pt x="881" y="448"/>
                </a:lnTo>
                <a:lnTo>
                  <a:pt x="879" y="451"/>
                </a:lnTo>
                <a:lnTo>
                  <a:pt x="877" y="454"/>
                </a:lnTo>
                <a:lnTo>
                  <a:pt x="878" y="456"/>
                </a:lnTo>
                <a:lnTo>
                  <a:pt x="878" y="457"/>
                </a:lnTo>
                <a:lnTo>
                  <a:pt x="878" y="458"/>
                </a:lnTo>
                <a:lnTo>
                  <a:pt x="877" y="458"/>
                </a:lnTo>
                <a:lnTo>
                  <a:pt x="876" y="459"/>
                </a:lnTo>
                <a:lnTo>
                  <a:pt x="874" y="462"/>
                </a:lnTo>
                <a:lnTo>
                  <a:pt x="873" y="464"/>
                </a:lnTo>
                <a:lnTo>
                  <a:pt x="872" y="465"/>
                </a:lnTo>
                <a:lnTo>
                  <a:pt x="871" y="470"/>
                </a:lnTo>
                <a:lnTo>
                  <a:pt x="870" y="471"/>
                </a:lnTo>
                <a:lnTo>
                  <a:pt x="869" y="472"/>
                </a:lnTo>
                <a:lnTo>
                  <a:pt x="867" y="474"/>
                </a:lnTo>
                <a:lnTo>
                  <a:pt x="865" y="476"/>
                </a:lnTo>
                <a:lnTo>
                  <a:pt x="864" y="476"/>
                </a:lnTo>
                <a:lnTo>
                  <a:pt x="862" y="477"/>
                </a:lnTo>
                <a:lnTo>
                  <a:pt x="862" y="478"/>
                </a:lnTo>
                <a:lnTo>
                  <a:pt x="862" y="479"/>
                </a:lnTo>
                <a:lnTo>
                  <a:pt x="863" y="479"/>
                </a:lnTo>
                <a:lnTo>
                  <a:pt x="863" y="480"/>
                </a:lnTo>
                <a:lnTo>
                  <a:pt x="862" y="482"/>
                </a:lnTo>
                <a:lnTo>
                  <a:pt x="862" y="485"/>
                </a:lnTo>
                <a:lnTo>
                  <a:pt x="863" y="485"/>
                </a:lnTo>
                <a:lnTo>
                  <a:pt x="863" y="486"/>
                </a:lnTo>
                <a:lnTo>
                  <a:pt x="863" y="487"/>
                </a:lnTo>
                <a:lnTo>
                  <a:pt x="862" y="488"/>
                </a:lnTo>
                <a:lnTo>
                  <a:pt x="862" y="489"/>
                </a:lnTo>
                <a:lnTo>
                  <a:pt x="862" y="490"/>
                </a:lnTo>
                <a:lnTo>
                  <a:pt x="861" y="493"/>
                </a:lnTo>
                <a:lnTo>
                  <a:pt x="860" y="493"/>
                </a:lnTo>
                <a:lnTo>
                  <a:pt x="859" y="494"/>
                </a:lnTo>
                <a:lnTo>
                  <a:pt x="859" y="495"/>
                </a:lnTo>
                <a:lnTo>
                  <a:pt x="859" y="496"/>
                </a:lnTo>
                <a:lnTo>
                  <a:pt x="860" y="497"/>
                </a:lnTo>
                <a:lnTo>
                  <a:pt x="859" y="497"/>
                </a:lnTo>
                <a:lnTo>
                  <a:pt x="859" y="498"/>
                </a:lnTo>
                <a:lnTo>
                  <a:pt x="860" y="499"/>
                </a:lnTo>
                <a:lnTo>
                  <a:pt x="861" y="500"/>
                </a:lnTo>
                <a:lnTo>
                  <a:pt x="862" y="501"/>
                </a:lnTo>
                <a:lnTo>
                  <a:pt x="863" y="501"/>
                </a:lnTo>
                <a:lnTo>
                  <a:pt x="865" y="502"/>
                </a:lnTo>
                <a:lnTo>
                  <a:pt x="866" y="501"/>
                </a:lnTo>
                <a:lnTo>
                  <a:pt x="866" y="500"/>
                </a:lnTo>
                <a:lnTo>
                  <a:pt x="867" y="499"/>
                </a:lnTo>
                <a:lnTo>
                  <a:pt x="869" y="502"/>
                </a:lnTo>
                <a:lnTo>
                  <a:pt x="868" y="504"/>
                </a:lnTo>
                <a:lnTo>
                  <a:pt x="866" y="509"/>
                </a:lnTo>
                <a:lnTo>
                  <a:pt x="863" y="511"/>
                </a:lnTo>
                <a:lnTo>
                  <a:pt x="863" y="512"/>
                </a:lnTo>
                <a:lnTo>
                  <a:pt x="864" y="513"/>
                </a:lnTo>
                <a:lnTo>
                  <a:pt x="864" y="514"/>
                </a:lnTo>
                <a:lnTo>
                  <a:pt x="865" y="517"/>
                </a:lnTo>
                <a:lnTo>
                  <a:pt x="865" y="518"/>
                </a:lnTo>
                <a:lnTo>
                  <a:pt x="864" y="518"/>
                </a:lnTo>
                <a:lnTo>
                  <a:pt x="864" y="519"/>
                </a:lnTo>
                <a:lnTo>
                  <a:pt x="865" y="521"/>
                </a:lnTo>
                <a:lnTo>
                  <a:pt x="866" y="521"/>
                </a:lnTo>
                <a:lnTo>
                  <a:pt x="867" y="521"/>
                </a:lnTo>
                <a:lnTo>
                  <a:pt x="868" y="521"/>
                </a:lnTo>
                <a:lnTo>
                  <a:pt x="869" y="521"/>
                </a:lnTo>
                <a:lnTo>
                  <a:pt x="870" y="521"/>
                </a:lnTo>
                <a:lnTo>
                  <a:pt x="870" y="523"/>
                </a:lnTo>
                <a:lnTo>
                  <a:pt x="871" y="523"/>
                </a:lnTo>
                <a:lnTo>
                  <a:pt x="871" y="524"/>
                </a:lnTo>
                <a:lnTo>
                  <a:pt x="870" y="524"/>
                </a:lnTo>
                <a:lnTo>
                  <a:pt x="869" y="525"/>
                </a:lnTo>
                <a:lnTo>
                  <a:pt x="868" y="526"/>
                </a:lnTo>
                <a:lnTo>
                  <a:pt x="867" y="527"/>
                </a:lnTo>
                <a:lnTo>
                  <a:pt x="866" y="527"/>
                </a:lnTo>
                <a:lnTo>
                  <a:pt x="865" y="528"/>
                </a:lnTo>
                <a:lnTo>
                  <a:pt x="866" y="529"/>
                </a:lnTo>
                <a:lnTo>
                  <a:pt x="866" y="530"/>
                </a:lnTo>
                <a:lnTo>
                  <a:pt x="867" y="530"/>
                </a:lnTo>
                <a:lnTo>
                  <a:pt x="867" y="532"/>
                </a:lnTo>
                <a:lnTo>
                  <a:pt x="866" y="533"/>
                </a:lnTo>
                <a:lnTo>
                  <a:pt x="867" y="533"/>
                </a:lnTo>
                <a:lnTo>
                  <a:pt x="868" y="534"/>
                </a:lnTo>
                <a:lnTo>
                  <a:pt x="870" y="535"/>
                </a:lnTo>
                <a:lnTo>
                  <a:pt x="871" y="535"/>
                </a:lnTo>
                <a:lnTo>
                  <a:pt x="872" y="534"/>
                </a:lnTo>
                <a:lnTo>
                  <a:pt x="874" y="534"/>
                </a:lnTo>
                <a:lnTo>
                  <a:pt x="877" y="535"/>
                </a:lnTo>
                <a:lnTo>
                  <a:pt x="878" y="536"/>
                </a:lnTo>
                <a:lnTo>
                  <a:pt x="878" y="537"/>
                </a:lnTo>
                <a:lnTo>
                  <a:pt x="880" y="539"/>
                </a:lnTo>
                <a:lnTo>
                  <a:pt x="884" y="537"/>
                </a:lnTo>
                <a:lnTo>
                  <a:pt x="885" y="537"/>
                </a:lnTo>
                <a:lnTo>
                  <a:pt x="887" y="535"/>
                </a:lnTo>
                <a:lnTo>
                  <a:pt x="887" y="534"/>
                </a:lnTo>
                <a:lnTo>
                  <a:pt x="887" y="533"/>
                </a:lnTo>
                <a:lnTo>
                  <a:pt x="888" y="533"/>
                </a:lnTo>
                <a:lnTo>
                  <a:pt x="888" y="534"/>
                </a:lnTo>
                <a:lnTo>
                  <a:pt x="889" y="534"/>
                </a:lnTo>
                <a:lnTo>
                  <a:pt x="889" y="535"/>
                </a:lnTo>
                <a:lnTo>
                  <a:pt x="890" y="535"/>
                </a:lnTo>
                <a:lnTo>
                  <a:pt x="891" y="534"/>
                </a:lnTo>
                <a:lnTo>
                  <a:pt x="892" y="533"/>
                </a:lnTo>
                <a:lnTo>
                  <a:pt x="892" y="532"/>
                </a:lnTo>
                <a:lnTo>
                  <a:pt x="893" y="532"/>
                </a:lnTo>
                <a:lnTo>
                  <a:pt x="893" y="531"/>
                </a:lnTo>
                <a:lnTo>
                  <a:pt x="894" y="531"/>
                </a:lnTo>
                <a:lnTo>
                  <a:pt x="894" y="532"/>
                </a:lnTo>
                <a:lnTo>
                  <a:pt x="896" y="531"/>
                </a:lnTo>
                <a:lnTo>
                  <a:pt x="900" y="530"/>
                </a:lnTo>
                <a:lnTo>
                  <a:pt x="900" y="529"/>
                </a:lnTo>
                <a:lnTo>
                  <a:pt x="901" y="529"/>
                </a:lnTo>
                <a:lnTo>
                  <a:pt x="902" y="529"/>
                </a:lnTo>
                <a:lnTo>
                  <a:pt x="903" y="528"/>
                </a:lnTo>
                <a:lnTo>
                  <a:pt x="904" y="528"/>
                </a:lnTo>
                <a:lnTo>
                  <a:pt x="904" y="529"/>
                </a:lnTo>
                <a:lnTo>
                  <a:pt x="905" y="529"/>
                </a:lnTo>
                <a:lnTo>
                  <a:pt x="906" y="530"/>
                </a:lnTo>
                <a:lnTo>
                  <a:pt x="907" y="528"/>
                </a:lnTo>
                <a:lnTo>
                  <a:pt x="907" y="527"/>
                </a:lnTo>
                <a:lnTo>
                  <a:pt x="908" y="526"/>
                </a:lnTo>
                <a:lnTo>
                  <a:pt x="910" y="527"/>
                </a:lnTo>
                <a:lnTo>
                  <a:pt x="911" y="528"/>
                </a:lnTo>
                <a:lnTo>
                  <a:pt x="912" y="528"/>
                </a:lnTo>
                <a:lnTo>
                  <a:pt x="914" y="526"/>
                </a:lnTo>
                <a:lnTo>
                  <a:pt x="914" y="525"/>
                </a:lnTo>
                <a:lnTo>
                  <a:pt x="915" y="527"/>
                </a:lnTo>
                <a:lnTo>
                  <a:pt x="915" y="528"/>
                </a:lnTo>
                <a:lnTo>
                  <a:pt x="915" y="529"/>
                </a:lnTo>
                <a:lnTo>
                  <a:pt x="915" y="530"/>
                </a:lnTo>
                <a:lnTo>
                  <a:pt x="915" y="532"/>
                </a:lnTo>
                <a:lnTo>
                  <a:pt x="915" y="533"/>
                </a:lnTo>
                <a:lnTo>
                  <a:pt x="915" y="534"/>
                </a:lnTo>
                <a:lnTo>
                  <a:pt x="914" y="534"/>
                </a:lnTo>
                <a:lnTo>
                  <a:pt x="914" y="535"/>
                </a:lnTo>
                <a:lnTo>
                  <a:pt x="913" y="536"/>
                </a:lnTo>
                <a:lnTo>
                  <a:pt x="912" y="538"/>
                </a:lnTo>
                <a:lnTo>
                  <a:pt x="912" y="539"/>
                </a:lnTo>
                <a:lnTo>
                  <a:pt x="913" y="543"/>
                </a:lnTo>
                <a:lnTo>
                  <a:pt x="915" y="542"/>
                </a:lnTo>
                <a:lnTo>
                  <a:pt x="916" y="542"/>
                </a:lnTo>
                <a:lnTo>
                  <a:pt x="916" y="543"/>
                </a:lnTo>
                <a:lnTo>
                  <a:pt x="916" y="545"/>
                </a:lnTo>
                <a:lnTo>
                  <a:pt x="915" y="546"/>
                </a:lnTo>
                <a:lnTo>
                  <a:pt x="913" y="553"/>
                </a:lnTo>
                <a:lnTo>
                  <a:pt x="912" y="554"/>
                </a:lnTo>
                <a:lnTo>
                  <a:pt x="912" y="555"/>
                </a:lnTo>
                <a:lnTo>
                  <a:pt x="913" y="555"/>
                </a:lnTo>
                <a:lnTo>
                  <a:pt x="912" y="556"/>
                </a:lnTo>
                <a:lnTo>
                  <a:pt x="911" y="558"/>
                </a:lnTo>
                <a:lnTo>
                  <a:pt x="911" y="559"/>
                </a:lnTo>
                <a:lnTo>
                  <a:pt x="910" y="559"/>
                </a:lnTo>
                <a:lnTo>
                  <a:pt x="909" y="563"/>
                </a:lnTo>
                <a:lnTo>
                  <a:pt x="908" y="568"/>
                </a:lnTo>
                <a:lnTo>
                  <a:pt x="907" y="570"/>
                </a:lnTo>
                <a:lnTo>
                  <a:pt x="906" y="570"/>
                </a:lnTo>
                <a:lnTo>
                  <a:pt x="905" y="571"/>
                </a:lnTo>
                <a:lnTo>
                  <a:pt x="905" y="572"/>
                </a:lnTo>
                <a:lnTo>
                  <a:pt x="905" y="573"/>
                </a:lnTo>
                <a:lnTo>
                  <a:pt x="904" y="574"/>
                </a:lnTo>
                <a:lnTo>
                  <a:pt x="902" y="575"/>
                </a:lnTo>
                <a:lnTo>
                  <a:pt x="902" y="577"/>
                </a:lnTo>
                <a:lnTo>
                  <a:pt x="902" y="579"/>
                </a:lnTo>
                <a:lnTo>
                  <a:pt x="901" y="580"/>
                </a:lnTo>
                <a:lnTo>
                  <a:pt x="902" y="580"/>
                </a:lnTo>
                <a:lnTo>
                  <a:pt x="902" y="583"/>
                </a:lnTo>
                <a:lnTo>
                  <a:pt x="902" y="584"/>
                </a:lnTo>
                <a:lnTo>
                  <a:pt x="902" y="585"/>
                </a:lnTo>
                <a:lnTo>
                  <a:pt x="904" y="586"/>
                </a:lnTo>
                <a:lnTo>
                  <a:pt x="905" y="585"/>
                </a:lnTo>
                <a:lnTo>
                  <a:pt x="906" y="584"/>
                </a:lnTo>
                <a:lnTo>
                  <a:pt x="907" y="583"/>
                </a:lnTo>
                <a:lnTo>
                  <a:pt x="908" y="583"/>
                </a:lnTo>
                <a:lnTo>
                  <a:pt x="908" y="584"/>
                </a:lnTo>
                <a:lnTo>
                  <a:pt x="908" y="585"/>
                </a:lnTo>
                <a:lnTo>
                  <a:pt x="908" y="586"/>
                </a:lnTo>
                <a:lnTo>
                  <a:pt x="908" y="587"/>
                </a:lnTo>
                <a:lnTo>
                  <a:pt x="910" y="590"/>
                </a:lnTo>
                <a:lnTo>
                  <a:pt x="910" y="591"/>
                </a:lnTo>
                <a:lnTo>
                  <a:pt x="909" y="591"/>
                </a:lnTo>
                <a:lnTo>
                  <a:pt x="909" y="592"/>
                </a:lnTo>
                <a:lnTo>
                  <a:pt x="910" y="592"/>
                </a:lnTo>
                <a:lnTo>
                  <a:pt x="910" y="594"/>
                </a:lnTo>
                <a:lnTo>
                  <a:pt x="912" y="594"/>
                </a:lnTo>
                <a:lnTo>
                  <a:pt x="915" y="597"/>
                </a:lnTo>
                <a:lnTo>
                  <a:pt x="916" y="597"/>
                </a:lnTo>
                <a:lnTo>
                  <a:pt x="916" y="598"/>
                </a:lnTo>
                <a:lnTo>
                  <a:pt x="918" y="599"/>
                </a:lnTo>
                <a:lnTo>
                  <a:pt x="919" y="599"/>
                </a:lnTo>
                <a:lnTo>
                  <a:pt x="920" y="601"/>
                </a:lnTo>
                <a:lnTo>
                  <a:pt x="920" y="602"/>
                </a:lnTo>
                <a:lnTo>
                  <a:pt x="921" y="603"/>
                </a:lnTo>
                <a:lnTo>
                  <a:pt x="921" y="604"/>
                </a:lnTo>
                <a:lnTo>
                  <a:pt x="924" y="606"/>
                </a:lnTo>
                <a:lnTo>
                  <a:pt x="925" y="607"/>
                </a:lnTo>
                <a:lnTo>
                  <a:pt x="925" y="608"/>
                </a:lnTo>
                <a:lnTo>
                  <a:pt x="926" y="609"/>
                </a:lnTo>
                <a:lnTo>
                  <a:pt x="926" y="610"/>
                </a:lnTo>
                <a:lnTo>
                  <a:pt x="929" y="610"/>
                </a:lnTo>
                <a:lnTo>
                  <a:pt x="930" y="610"/>
                </a:lnTo>
                <a:lnTo>
                  <a:pt x="931" y="610"/>
                </a:lnTo>
                <a:lnTo>
                  <a:pt x="932" y="611"/>
                </a:lnTo>
                <a:lnTo>
                  <a:pt x="932" y="612"/>
                </a:lnTo>
                <a:lnTo>
                  <a:pt x="932" y="613"/>
                </a:lnTo>
                <a:lnTo>
                  <a:pt x="931" y="614"/>
                </a:lnTo>
                <a:lnTo>
                  <a:pt x="930" y="615"/>
                </a:lnTo>
                <a:lnTo>
                  <a:pt x="929" y="615"/>
                </a:lnTo>
                <a:lnTo>
                  <a:pt x="928" y="617"/>
                </a:lnTo>
                <a:lnTo>
                  <a:pt x="928" y="619"/>
                </a:lnTo>
                <a:lnTo>
                  <a:pt x="928" y="621"/>
                </a:lnTo>
                <a:lnTo>
                  <a:pt x="928" y="622"/>
                </a:lnTo>
                <a:lnTo>
                  <a:pt x="927" y="622"/>
                </a:lnTo>
                <a:lnTo>
                  <a:pt x="927" y="623"/>
                </a:lnTo>
                <a:lnTo>
                  <a:pt x="927" y="625"/>
                </a:lnTo>
                <a:lnTo>
                  <a:pt x="927" y="629"/>
                </a:lnTo>
                <a:lnTo>
                  <a:pt x="928" y="629"/>
                </a:lnTo>
                <a:lnTo>
                  <a:pt x="928" y="630"/>
                </a:lnTo>
                <a:lnTo>
                  <a:pt x="925" y="631"/>
                </a:lnTo>
                <a:lnTo>
                  <a:pt x="922" y="636"/>
                </a:lnTo>
                <a:lnTo>
                  <a:pt x="922" y="637"/>
                </a:lnTo>
                <a:lnTo>
                  <a:pt x="922" y="638"/>
                </a:lnTo>
                <a:lnTo>
                  <a:pt x="922" y="639"/>
                </a:lnTo>
                <a:lnTo>
                  <a:pt x="921" y="639"/>
                </a:lnTo>
                <a:lnTo>
                  <a:pt x="921" y="640"/>
                </a:lnTo>
                <a:lnTo>
                  <a:pt x="920" y="640"/>
                </a:lnTo>
                <a:lnTo>
                  <a:pt x="919" y="642"/>
                </a:lnTo>
                <a:lnTo>
                  <a:pt x="918" y="643"/>
                </a:lnTo>
                <a:lnTo>
                  <a:pt x="919" y="644"/>
                </a:lnTo>
                <a:lnTo>
                  <a:pt x="920" y="646"/>
                </a:lnTo>
                <a:lnTo>
                  <a:pt x="921" y="646"/>
                </a:lnTo>
                <a:lnTo>
                  <a:pt x="921" y="647"/>
                </a:lnTo>
                <a:lnTo>
                  <a:pt x="921" y="648"/>
                </a:lnTo>
                <a:lnTo>
                  <a:pt x="922" y="650"/>
                </a:lnTo>
                <a:lnTo>
                  <a:pt x="923" y="653"/>
                </a:lnTo>
                <a:lnTo>
                  <a:pt x="922" y="654"/>
                </a:lnTo>
                <a:lnTo>
                  <a:pt x="923" y="654"/>
                </a:lnTo>
                <a:lnTo>
                  <a:pt x="923" y="658"/>
                </a:lnTo>
                <a:lnTo>
                  <a:pt x="924" y="660"/>
                </a:lnTo>
                <a:lnTo>
                  <a:pt x="924" y="661"/>
                </a:lnTo>
                <a:lnTo>
                  <a:pt x="924" y="662"/>
                </a:lnTo>
                <a:lnTo>
                  <a:pt x="925" y="662"/>
                </a:lnTo>
                <a:lnTo>
                  <a:pt x="925" y="663"/>
                </a:lnTo>
                <a:lnTo>
                  <a:pt x="925" y="665"/>
                </a:lnTo>
                <a:lnTo>
                  <a:pt x="926" y="665"/>
                </a:lnTo>
                <a:lnTo>
                  <a:pt x="926" y="666"/>
                </a:lnTo>
                <a:lnTo>
                  <a:pt x="926" y="669"/>
                </a:lnTo>
                <a:lnTo>
                  <a:pt x="926" y="670"/>
                </a:lnTo>
                <a:lnTo>
                  <a:pt x="926" y="671"/>
                </a:lnTo>
                <a:lnTo>
                  <a:pt x="926" y="672"/>
                </a:lnTo>
                <a:lnTo>
                  <a:pt x="927" y="673"/>
                </a:lnTo>
                <a:lnTo>
                  <a:pt x="928" y="673"/>
                </a:lnTo>
                <a:lnTo>
                  <a:pt x="928" y="672"/>
                </a:lnTo>
                <a:lnTo>
                  <a:pt x="929" y="672"/>
                </a:lnTo>
                <a:lnTo>
                  <a:pt x="930" y="675"/>
                </a:lnTo>
                <a:lnTo>
                  <a:pt x="931" y="676"/>
                </a:lnTo>
                <a:lnTo>
                  <a:pt x="932" y="677"/>
                </a:lnTo>
                <a:lnTo>
                  <a:pt x="933" y="677"/>
                </a:lnTo>
                <a:lnTo>
                  <a:pt x="933" y="678"/>
                </a:lnTo>
                <a:lnTo>
                  <a:pt x="934" y="678"/>
                </a:lnTo>
                <a:lnTo>
                  <a:pt x="934" y="679"/>
                </a:lnTo>
                <a:lnTo>
                  <a:pt x="934" y="680"/>
                </a:lnTo>
                <a:lnTo>
                  <a:pt x="935" y="680"/>
                </a:lnTo>
                <a:lnTo>
                  <a:pt x="937" y="680"/>
                </a:lnTo>
                <a:lnTo>
                  <a:pt x="940" y="680"/>
                </a:lnTo>
                <a:lnTo>
                  <a:pt x="942" y="680"/>
                </a:lnTo>
                <a:lnTo>
                  <a:pt x="944" y="679"/>
                </a:lnTo>
                <a:lnTo>
                  <a:pt x="945" y="679"/>
                </a:lnTo>
                <a:lnTo>
                  <a:pt x="946" y="679"/>
                </a:lnTo>
                <a:lnTo>
                  <a:pt x="947" y="679"/>
                </a:lnTo>
                <a:lnTo>
                  <a:pt x="948" y="679"/>
                </a:lnTo>
                <a:lnTo>
                  <a:pt x="950" y="679"/>
                </a:lnTo>
                <a:lnTo>
                  <a:pt x="951" y="679"/>
                </a:lnTo>
                <a:lnTo>
                  <a:pt x="953" y="680"/>
                </a:lnTo>
                <a:lnTo>
                  <a:pt x="954" y="681"/>
                </a:lnTo>
                <a:lnTo>
                  <a:pt x="955" y="681"/>
                </a:lnTo>
                <a:lnTo>
                  <a:pt x="956" y="681"/>
                </a:lnTo>
                <a:lnTo>
                  <a:pt x="956" y="682"/>
                </a:lnTo>
                <a:lnTo>
                  <a:pt x="955" y="682"/>
                </a:lnTo>
                <a:lnTo>
                  <a:pt x="955" y="684"/>
                </a:lnTo>
                <a:lnTo>
                  <a:pt x="956" y="684"/>
                </a:lnTo>
                <a:lnTo>
                  <a:pt x="957" y="684"/>
                </a:lnTo>
                <a:lnTo>
                  <a:pt x="959" y="684"/>
                </a:lnTo>
                <a:lnTo>
                  <a:pt x="960" y="685"/>
                </a:lnTo>
                <a:lnTo>
                  <a:pt x="961" y="685"/>
                </a:lnTo>
                <a:lnTo>
                  <a:pt x="963" y="685"/>
                </a:lnTo>
                <a:lnTo>
                  <a:pt x="964" y="685"/>
                </a:lnTo>
                <a:lnTo>
                  <a:pt x="965" y="685"/>
                </a:lnTo>
                <a:lnTo>
                  <a:pt x="967" y="686"/>
                </a:lnTo>
                <a:lnTo>
                  <a:pt x="968" y="685"/>
                </a:lnTo>
                <a:lnTo>
                  <a:pt x="970" y="685"/>
                </a:lnTo>
                <a:lnTo>
                  <a:pt x="971" y="685"/>
                </a:lnTo>
                <a:lnTo>
                  <a:pt x="972" y="685"/>
                </a:lnTo>
                <a:lnTo>
                  <a:pt x="973" y="686"/>
                </a:lnTo>
                <a:lnTo>
                  <a:pt x="972" y="688"/>
                </a:lnTo>
                <a:lnTo>
                  <a:pt x="971" y="690"/>
                </a:lnTo>
                <a:lnTo>
                  <a:pt x="971" y="691"/>
                </a:lnTo>
                <a:lnTo>
                  <a:pt x="970" y="691"/>
                </a:lnTo>
                <a:lnTo>
                  <a:pt x="971" y="692"/>
                </a:lnTo>
                <a:lnTo>
                  <a:pt x="971" y="693"/>
                </a:lnTo>
                <a:lnTo>
                  <a:pt x="970" y="693"/>
                </a:lnTo>
                <a:lnTo>
                  <a:pt x="970" y="694"/>
                </a:lnTo>
                <a:lnTo>
                  <a:pt x="969" y="697"/>
                </a:lnTo>
                <a:lnTo>
                  <a:pt x="969" y="698"/>
                </a:lnTo>
                <a:lnTo>
                  <a:pt x="969" y="699"/>
                </a:lnTo>
                <a:lnTo>
                  <a:pt x="969" y="700"/>
                </a:lnTo>
                <a:lnTo>
                  <a:pt x="969" y="702"/>
                </a:lnTo>
                <a:lnTo>
                  <a:pt x="968" y="702"/>
                </a:lnTo>
                <a:lnTo>
                  <a:pt x="968" y="703"/>
                </a:lnTo>
                <a:lnTo>
                  <a:pt x="967" y="703"/>
                </a:lnTo>
                <a:lnTo>
                  <a:pt x="967" y="704"/>
                </a:lnTo>
                <a:lnTo>
                  <a:pt x="968" y="704"/>
                </a:lnTo>
                <a:lnTo>
                  <a:pt x="968" y="705"/>
                </a:lnTo>
                <a:lnTo>
                  <a:pt x="969" y="705"/>
                </a:lnTo>
                <a:lnTo>
                  <a:pt x="971" y="705"/>
                </a:lnTo>
                <a:lnTo>
                  <a:pt x="972" y="705"/>
                </a:lnTo>
                <a:lnTo>
                  <a:pt x="973" y="705"/>
                </a:lnTo>
                <a:lnTo>
                  <a:pt x="973" y="706"/>
                </a:lnTo>
                <a:lnTo>
                  <a:pt x="972" y="707"/>
                </a:lnTo>
                <a:lnTo>
                  <a:pt x="973" y="708"/>
                </a:lnTo>
                <a:lnTo>
                  <a:pt x="972" y="708"/>
                </a:lnTo>
                <a:lnTo>
                  <a:pt x="971" y="709"/>
                </a:lnTo>
                <a:lnTo>
                  <a:pt x="971" y="711"/>
                </a:lnTo>
                <a:lnTo>
                  <a:pt x="971" y="712"/>
                </a:lnTo>
                <a:lnTo>
                  <a:pt x="971" y="713"/>
                </a:lnTo>
                <a:lnTo>
                  <a:pt x="971" y="714"/>
                </a:lnTo>
                <a:lnTo>
                  <a:pt x="971" y="715"/>
                </a:lnTo>
                <a:lnTo>
                  <a:pt x="971" y="716"/>
                </a:lnTo>
                <a:lnTo>
                  <a:pt x="971" y="717"/>
                </a:lnTo>
                <a:lnTo>
                  <a:pt x="972" y="717"/>
                </a:lnTo>
                <a:lnTo>
                  <a:pt x="971" y="718"/>
                </a:lnTo>
                <a:lnTo>
                  <a:pt x="972" y="719"/>
                </a:lnTo>
                <a:lnTo>
                  <a:pt x="971" y="720"/>
                </a:lnTo>
                <a:lnTo>
                  <a:pt x="970" y="720"/>
                </a:lnTo>
                <a:lnTo>
                  <a:pt x="969" y="720"/>
                </a:lnTo>
                <a:lnTo>
                  <a:pt x="969" y="719"/>
                </a:lnTo>
                <a:lnTo>
                  <a:pt x="968" y="719"/>
                </a:lnTo>
                <a:lnTo>
                  <a:pt x="967" y="720"/>
                </a:lnTo>
                <a:lnTo>
                  <a:pt x="967" y="721"/>
                </a:lnTo>
                <a:lnTo>
                  <a:pt x="966" y="722"/>
                </a:lnTo>
                <a:lnTo>
                  <a:pt x="966" y="723"/>
                </a:lnTo>
                <a:lnTo>
                  <a:pt x="965" y="723"/>
                </a:lnTo>
                <a:lnTo>
                  <a:pt x="964" y="723"/>
                </a:lnTo>
                <a:lnTo>
                  <a:pt x="964" y="724"/>
                </a:lnTo>
                <a:lnTo>
                  <a:pt x="964" y="725"/>
                </a:lnTo>
                <a:lnTo>
                  <a:pt x="963" y="727"/>
                </a:lnTo>
                <a:lnTo>
                  <a:pt x="962" y="727"/>
                </a:lnTo>
                <a:lnTo>
                  <a:pt x="962" y="728"/>
                </a:lnTo>
                <a:lnTo>
                  <a:pt x="963" y="729"/>
                </a:lnTo>
                <a:lnTo>
                  <a:pt x="964" y="730"/>
                </a:lnTo>
                <a:lnTo>
                  <a:pt x="963" y="730"/>
                </a:lnTo>
                <a:lnTo>
                  <a:pt x="963" y="731"/>
                </a:lnTo>
                <a:lnTo>
                  <a:pt x="964" y="732"/>
                </a:lnTo>
                <a:lnTo>
                  <a:pt x="964" y="733"/>
                </a:lnTo>
                <a:lnTo>
                  <a:pt x="965" y="734"/>
                </a:lnTo>
                <a:lnTo>
                  <a:pt x="966" y="734"/>
                </a:lnTo>
                <a:lnTo>
                  <a:pt x="966" y="735"/>
                </a:lnTo>
                <a:lnTo>
                  <a:pt x="965" y="735"/>
                </a:lnTo>
                <a:lnTo>
                  <a:pt x="964" y="736"/>
                </a:lnTo>
                <a:lnTo>
                  <a:pt x="964" y="737"/>
                </a:lnTo>
                <a:lnTo>
                  <a:pt x="964" y="738"/>
                </a:lnTo>
                <a:lnTo>
                  <a:pt x="964" y="739"/>
                </a:lnTo>
                <a:lnTo>
                  <a:pt x="964" y="740"/>
                </a:lnTo>
                <a:lnTo>
                  <a:pt x="965" y="740"/>
                </a:lnTo>
                <a:lnTo>
                  <a:pt x="963" y="742"/>
                </a:lnTo>
                <a:lnTo>
                  <a:pt x="963" y="743"/>
                </a:lnTo>
                <a:lnTo>
                  <a:pt x="962" y="744"/>
                </a:lnTo>
                <a:lnTo>
                  <a:pt x="962" y="745"/>
                </a:lnTo>
                <a:lnTo>
                  <a:pt x="962" y="746"/>
                </a:lnTo>
                <a:lnTo>
                  <a:pt x="962" y="748"/>
                </a:lnTo>
                <a:lnTo>
                  <a:pt x="963" y="749"/>
                </a:lnTo>
                <a:lnTo>
                  <a:pt x="964" y="749"/>
                </a:lnTo>
                <a:lnTo>
                  <a:pt x="962" y="750"/>
                </a:lnTo>
                <a:lnTo>
                  <a:pt x="960" y="751"/>
                </a:lnTo>
                <a:lnTo>
                  <a:pt x="960" y="752"/>
                </a:lnTo>
                <a:lnTo>
                  <a:pt x="959" y="752"/>
                </a:lnTo>
                <a:lnTo>
                  <a:pt x="959" y="753"/>
                </a:lnTo>
                <a:lnTo>
                  <a:pt x="957" y="754"/>
                </a:lnTo>
                <a:lnTo>
                  <a:pt x="956" y="754"/>
                </a:lnTo>
                <a:lnTo>
                  <a:pt x="955" y="756"/>
                </a:lnTo>
                <a:lnTo>
                  <a:pt x="955" y="757"/>
                </a:lnTo>
                <a:lnTo>
                  <a:pt x="955" y="762"/>
                </a:lnTo>
                <a:lnTo>
                  <a:pt x="954" y="762"/>
                </a:lnTo>
                <a:lnTo>
                  <a:pt x="954" y="763"/>
                </a:lnTo>
                <a:lnTo>
                  <a:pt x="953" y="764"/>
                </a:lnTo>
                <a:lnTo>
                  <a:pt x="952" y="765"/>
                </a:lnTo>
                <a:lnTo>
                  <a:pt x="951" y="765"/>
                </a:lnTo>
                <a:lnTo>
                  <a:pt x="950" y="766"/>
                </a:lnTo>
                <a:lnTo>
                  <a:pt x="950" y="767"/>
                </a:lnTo>
                <a:lnTo>
                  <a:pt x="951" y="768"/>
                </a:lnTo>
                <a:lnTo>
                  <a:pt x="952" y="769"/>
                </a:lnTo>
                <a:lnTo>
                  <a:pt x="952" y="770"/>
                </a:lnTo>
                <a:lnTo>
                  <a:pt x="951" y="770"/>
                </a:lnTo>
                <a:lnTo>
                  <a:pt x="950" y="771"/>
                </a:lnTo>
                <a:lnTo>
                  <a:pt x="951" y="772"/>
                </a:lnTo>
                <a:lnTo>
                  <a:pt x="952" y="773"/>
                </a:lnTo>
                <a:lnTo>
                  <a:pt x="953" y="774"/>
                </a:lnTo>
                <a:lnTo>
                  <a:pt x="954" y="774"/>
                </a:lnTo>
                <a:lnTo>
                  <a:pt x="956" y="772"/>
                </a:lnTo>
                <a:lnTo>
                  <a:pt x="957" y="771"/>
                </a:lnTo>
                <a:lnTo>
                  <a:pt x="957" y="770"/>
                </a:lnTo>
                <a:lnTo>
                  <a:pt x="959" y="770"/>
                </a:lnTo>
                <a:lnTo>
                  <a:pt x="961" y="768"/>
                </a:lnTo>
                <a:lnTo>
                  <a:pt x="961" y="767"/>
                </a:lnTo>
                <a:lnTo>
                  <a:pt x="962" y="766"/>
                </a:lnTo>
                <a:lnTo>
                  <a:pt x="963" y="766"/>
                </a:lnTo>
                <a:lnTo>
                  <a:pt x="965" y="767"/>
                </a:lnTo>
                <a:lnTo>
                  <a:pt x="965" y="766"/>
                </a:lnTo>
                <a:lnTo>
                  <a:pt x="966" y="766"/>
                </a:lnTo>
                <a:lnTo>
                  <a:pt x="966" y="765"/>
                </a:lnTo>
                <a:lnTo>
                  <a:pt x="967" y="765"/>
                </a:lnTo>
                <a:lnTo>
                  <a:pt x="967" y="766"/>
                </a:lnTo>
                <a:lnTo>
                  <a:pt x="968" y="766"/>
                </a:lnTo>
                <a:lnTo>
                  <a:pt x="969" y="766"/>
                </a:lnTo>
                <a:lnTo>
                  <a:pt x="970" y="766"/>
                </a:lnTo>
                <a:lnTo>
                  <a:pt x="970" y="767"/>
                </a:lnTo>
                <a:lnTo>
                  <a:pt x="970" y="768"/>
                </a:lnTo>
                <a:lnTo>
                  <a:pt x="970" y="770"/>
                </a:lnTo>
                <a:lnTo>
                  <a:pt x="971" y="770"/>
                </a:lnTo>
                <a:lnTo>
                  <a:pt x="971" y="769"/>
                </a:lnTo>
                <a:lnTo>
                  <a:pt x="972" y="768"/>
                </a:lnTo>
                <a:lnTo>
                  <a:pt x="973" y="768"/>
                </a:lnTo>
                <a:lnTo>
                  <a:pt x="974" y="768"/>
                </a:lnTo>
                <a:lnTo>
                  <a:pt x="976" y="768"/>
                </a:lnTo>
                <a:lnTo>
                  <a:pt x="977" y="768"/>
                </a:lnTo>
                <a:lnTo>
                  <a:pt x="976" y="768"/>
                </a:lnTo>
                <a:lnTo>
                  <a:pt x="977" y="767"/>
                </a:lnTo>
                <a:lnTo>
                  <a:pt x="977" y="766"/>
                </a:lnTo>
                <a:lnTo>
                  <a:pt x="978" y="766"/>
                </a:lnTo>
                <a:lnTo>
                  <a:pt x="978" y="765"/>
                </a:lnTo>
                <a:lnTo>
                  <a:pt x="978" y="764"/>
                </a:lnTo>
                <a:lnTo>
                  <a:pt x="979" y="764"/>
                </a:lnTo>
                <a:lnTo>
                  <a:pt x="980" y="763"/>
                </a:lnTo>
                <a:lnTo>
                  <a:pt x="981" y="763"/>
                </a:lnTo>
                <a:lnTo>
                  <a:pt x="982" y="762"/>
                </a:lnTo>
                <a:lnTo>
                  <a:pt x="983" y="762"/>
                </a:lnTo>
                <a:lnTo>
                  <a:pt x="984" y="761"/>
                </a:lnTo>
                <a:lnTo>
                  <a:pt x="985" y="761"/>
                </a:lnTo>
                <a:lnTo>
                  <a:pt x="985" y="760"/>
                </a:lnTo>
                <a:lnTo>
                  <a:pt x="986" y="760"/>
                </a:lnTo>
                <a:lnTo>
                  <a:pt x="987" y="760"/>
                </a:lnTo>
                <a:lnTo>
                  <a:pt x="989" y="759"/>
                </a:lnTo>
                <a:lnTo>
                  <a:pt x="990" y="758"/>
                </a:lnTo>
                <a:lnTo>
                  <a:pt x="992" y="758"/>
                </a:lnTo>
                <a:lnTo>
                  <a:pt x="993" y="759"/>
                </a:lnTo>
                <a:lnTo>
                  <a:pt x="993" y="760"/>
                </a:lnTo>
                <a:lnTo>
                  <a:pt x="994" y="761"/>
                </a:lnTo>
                <a:lnTo>
                  <a:pt x="995" y="760"/>
                </a:lnTo>
                <a:lnTo>
                  <a:pt x="996" y="760"/>
                </a:lnTo>
                <a:lnTo>
                  <a:pt x="997" y="759"/>
                </a:lnTo>
                <a:lnTo>
                  <a:pt x="998" y="759"/>
                </a:lnTo>
                <a:lnTo>
                  <a:pt x="999" y="759"/>
                </a:lnTo>
                <a:lnTo>
                  <a:pt x="1000" y="760"/>
                </a:lnTo>
                <a:lnTo>
                  <a:pt x="1000" y="761"/>
                </a:lnTo>
                <a:lnTo>
                  <a:pt x="1000" y="762"/>
                </a:lnTo>
                <a:lnTo>
                  <a:pt x="1001" y="762"/>
                </a:lnTo>
                <a:lnTo>
                  <a:pt x="1002" y="762"/>
                </a:lnTo>
                <a:lnTo>
                  <a:pt x="1002" y="763"/>
                </a:lnTo>
                <a:lnTo>
                  <a:pt x="1002" y="764"/>
                </a:lnTo>
                <a:lnTo>
                  <a:pt x="1001" y="765"/>
                </a:lnTo>
                <a:lnTo>
                  <a:pt x="1000" y="765"/>
                </a:lnTo>
                <a:lnTo>
                  <a:pt x="1000" y="766"/>
                </a:lnTo>
                <a:lnTo>
                  <a:pt x="1000" y="767"/>
                </a:lnTo>
                <a:lnTo>
                  <a:pt x="1001" y="767"/>
                </a:lnTo>
                <a:lnTo>
                  <a:pt x="1002" y="768"/>
                </a:lnTo>
                <a:lnTo>
                  <a:pt x="1003" y="767"/>
                </a:lnTo>
                <a:lnTo>
                  <a:pt x="1003" y="768"/>
                </a:lnTo>
                <a:lnTo>
                  <a:pt x="1004" y="768"/>
                </a:lnTo>
                <a:lnTo>
                  <a:pt x="1004" y="769"/>
                </a:lnTo>
                <a:lnTo>
                  <a:pt x="1003" y="769"/>
                </a:lnTo>
                <a:lnTo>
                  <a:pt x="1002" y="770"/>
                </a:lnTo>
                <a:lnTo>
                  <a:pt x="1001" y="770"/>
                </a:lnTo>
                <a:lnTo>
                  <a:pt x="1001" y="771"/>
                </a:lnTo>
                <a:lnTo>
                  <a:pt x="1000" y="773"/>
                </a:lnTo>
                <a:lnTo>
                  <a:pt x="999" y="773"/>
                </a:lnTo>
                <a:lnTo>
                  <a:pt x="998" y="773"/>
                </a:lnTo>
                <a:lnTo>
                  <a:pt x="998" y="774"/>
                </a:lnTo>
                <a:lnTo>
                  <a:pt x="997" y="774"/>
                </a:lnTo>
                <a:lnTo>
                  <a:pt x="995" y="776"/>
                </a:lnTo>
                <a:lnTo>
                  <a:pt x="994" y="776"/>
                </a:lnTo>
                <a:lnTo>
                  <a:pt x="993" y="776"/>
                </a:lnTo>
                <a:lnTo>
                  <a:pt x="992" y="776"/>
                </a:lnTo>
                <a:lnTo>
                  <a:pt x="991" y="777"/>
                </a:lnTo>
                <a:lnTo>
                  <a:pt x="989" y="778"/>
                </a:lnTo>
                <a:lnTo>
                  <a:pt x="988" y="778"/>
                </a:lnTo>
                <a:lnTo>
                  <a:pt x="986" y="779"/>
                </a:lnTo>
                <a:lnTo>
                  <a:pt x="984" y="780"/>
                </a:lnTo>
                <a:lnTo>
                  <a:pt x="982" y="781"/>
                </a:lnTo>
                <a:lnTo>
                  <a:pt x="981" y="782"/>
                </a:lnTo>
                <a:lnTo>
                  <a:pt x="981" y="783"/>
                </a:lnTo>
                <a:lnTo>
                  <a:pt x="982" y="783"/>
                </a:lnTo>
                <a:lnTo>
                  <a:pt x="983" y="783"/>
                </a:lnTo>
                <a:lnTo>
                  <a:pt x="983" y="784"/>
                </a:lnTo>
                <a:lnTo>
                  <a:pt x="984" y="784"/>
                </a:lnTo>
                <a:lnTo>
                  <a:pt x="983" y="786"/>
                </a:lnTo>
                <a:lnTo>
                  <a:pt x="981" y="788"/>
                </a:lnTo>
                <a:lnTo>
                  <a:pt x="979" y="788"/>
                </a:lnTo>
                <a:lnTo>
                  <a:pt x="978" y="789"/>
                </a:lnTo>
                <a:lnTo>
                  <a:pt x="977" y="789"/>
                </a:lnTo>
                <a:lnTo>
                  <a:pt x="975" y="787"/>
                </a:lnTo>
                <a:lnTo>
                  <a:pt x="974" y="786"/>
                </a:lnTo>
                <a:lnTo>
                  <a:pt x="974" y="787"/>
                </a:lnTo>
                <a:lnTo>
                  <a:pt x="973" y="787"/>
                </a:lnTo>
                <a:lnTo>
                  <a:pt x="972" y="787"/>
                </a:lnTo>
                <a:lnTo>
                  <a:pt x="971" y="787"/>
                </a:lnTo>
                <a:lnTo>
                  <a:pt x="970" y="787"/>
                </a:lnTo>
                <a:lnTo>
                  <a:pt x="970" y="788"/>
                </a:lnTo>
                <a:lnTo>
                  <a:pt x="970" y="789"/>
                </a:lnTo>
                <a:lnTo>
                  <a:pt x="969" y="790"/>
                </a:lnTo>
                <a:lnTo>
                  <a:pt x="969" y="791"/>
                </a:lnTo>
                <a:lnTo>
                  <a:pt x="969" y="792"/>
                </a:lnTo>
                <a:lnTo>
                  <a:pt x="969" y="793"/>
                </a:lnTo>
                <a:lnTo>
                  <a:pt x="969" y="794"/>
                </a:lnTo>
                <a:lnTo>
                  <a:pt x="969" y="795"/>
                </a:lnTo>
                <a:lnTo>
                  <a:pt x="968" y="797"/>
                </a:lnTo>
                <a:lnTo>
                  <a:pt x="966" y="798"/>
                </a:lnTo>
                <a:lnTo>
                  <a:pt x="966" y="799"/>
                </a:lnTo>
                <a:lnTo>
                  <a:pt x="966" y="800"/>
                </a:lnTo>
                <a:lnTo>
                  <a:pt x="965" y="800"/>
                </a:lnTo>
                <a:lnTo>
                  <a:pt x="964" y="801"/>
                </a:lnTo>
                <a:lnTo>
                  <a:pt x="964" y="802"/>
                </a:lnTo>
                <a:lnTo>
                  <a:pt x="965" y="803"/>
                </a:lnTo>
                <a:lnTo>
                  <a:pt x="966" y="804"/>
                </a:lnTo>
                <a:lnTo>
                  <a:pt x="966" y="805"/>
                </a:lnTo>
                <a:lnTo>
                  <a:pt x="967" y="805"/>
                </a:lnTo>
                <a:lnTo>
                  <a:pt x="968" y="805"/>
                </a:lnTo>
                <a:lnTo>
                  <a:pt x="969" y="806"/>
                </a:lnTo>
                <a:lnTo>
                  <a:pt x="969" y="807"/>
                </a:lnTo>
                <a:lnTo>
                  <a:pt x="968" y="808"/>
                </a:lnTo>
                <a:lnTo>
                  <a:pt x="968" y="809"/>
                </a:lnTo>
                <a:lnTo>
                  <a:pt x="967" y="810"/>
                </a:lnTo>
                <a:lnTo>
                  <a:pt x="968" y="811"/>
                </a:lnTo>
                <a:lnTo>
                  <a:pt x="968" y="812"/>
                </a:lnTo>
                <a:lnTo>
                  <a:pt x="968" y="813"/>
                </a:lnTo>
                <a:lnTo>
                  <a:pt x="968" y="814"/>
                </a:lnTo>
                <a:lnTo>
                  <a:pt x="969" y="815"/>
                </a:lnTo>
                <a:lnTo>
                  <a:pt x="970" y="815"/>
                </a:lnTo>
                <a:lnTo>
                  <a:pt x="970" y="817"/>
                </a:lnTo>
                <a:lnTo>
                  <a:pt x="969" y="817"/>
                </a:lnTo>
                <a:lnTo>
                  <a:pt x="969" y="819"/>
                </a:lnTo>
                <a:lnTo>
                  <a:pt x="968" y="820"/>
                </a:lnTo>
                <a:lnTo>
                  <a:pt x="969" y="820"/>
                </a:lnTo>
                <a:lnTo>
                  <a:pt x="969" y="821"/>
                </a:lnTo>
                <a:lnTo>
                  <a:pt x="970" y="821"/>
                </a:lnTo>
                <a:lnTo>
                  <a:pt x="969" y="822"/>
                </a:lnTo>
                <a:lnTo>
                  <a:pt x="969" y="823"/>
                </a:lnTo>
                <a:lnTo>
                  <a:pt x="970" y="825"/>
                </a:lnTo>
                <a:lnTo>
                  <a:pt x="970" y="826"/>
                </a:lnTo>
                <a:lnTo>
                  <a:pt x="969" y="826"/>
                </a:lnTo>
                <a:lnTo>
                  <a:pt x="968" y="827"/>
                </a:lnTo>
                <a:lnTo>
                  <a:pt x="968" y="828"/>
                </a:lnTo>
                <a:lnTo>
                  <a:pt x="968" y="830"/>
                </a:lnTo>
                <a:lnTo>
                  <a:pt x="967" y="830"/>
                </a:lnTo>
                <a:lnTo>
                  <a:pt x="967" y="831"/>
                </a:lnTo>
                <a:lnTo>
                  <a:pt x="966" y="831"/>
                </a:lnTo>
                <a:lnTo>
                  <a:pt x="964" y="833"/>
                </a:lnTo>
                <a:lnTo>
                  <a:pt x="963" y="834"/>
                </a:lnTo>
                <a:lnTo>
                  <a:pt x="961" y="838"/>
                </a:lnTo>
                <a:lnTo>
                  <a:pt x="961" y="839"/>
                </a:lnTo>
                <a:lnTo>
                  <a:pt x="961" y="840"/>
                </a:lnTo>
                <a:lnTo>
                  <a:pt x="961" y="842"/>
                </a:lnTo>
                <a:lnTo>
                  <a:pt x="961" y="844"/>
                </a:lnTo>
                <a:lnTo>
                  <a:pt x="960" y="844"/>
                </a:lnTo>
                <a:lnTo>
                  <a:pt x="960" y="845"/>
                </a:lnTo>
                <a:lnTo>
                  <a:pt x="960" y="847"/>
                </a:lnTo>
                <a:lnTo>
                  <a:pt x="960" y="848"/>
                </a:lnTo>
                <a:lnTo>
                  <a:pt x="960" y="849"/>
                </a:lnTo>
                <a:lnTo>
                  <a:pt x="959" y="851"/>
                </a:lnTo>
                <a:lnTo>
                  <a:pt x="958" y="853"/>
                </a:lnTo>
                <a:lnTo>
                  <a:pt x="955" y="856"/>
                </a:lnTo>
                <a:lnTo>
                  <a:pt x="954" y="858"/>
                </a:lnTo>
                <a:lnTo>
                  <a:pt x="953" y="858"/>
                </a:lnTo>
                <a:lnTo>
                  <a:pt x="953" y="860"/>
                </a:lnTo>
                <a:lnTo>
                  <a:pt x="952" y="861"/>
                </a:lnTo>
                <a:lnTo>
                  <a:pt x="953" y="862"/>
                </a:lnTo>
                <a:lnTo>
                  <a:pt x="953" y="863"/>
                </a:lnTo>
                <a:lnTo>
                  <a:pt x="953" y="865"/>
                </a:lnTo>
                <a:lnTo>
                  <a:pt x="954" y="867"/>
                </a:lnTo>
                <a:lnTo>
                  <a:pt x="955" y="868"/>
                </a:lnTo>
                <a:lnTo>
                  <a:pt x="956" y="869"/>
                </a:lnTo>
                <a:lnTo>
                  <a:pt x="956" y="870"/>
                </a:lnTo>
                <a:lnTo>
                  <a:pt x="957" y="872"/>
                </a:lnTo>
                <a:lnTo>
                  <a:pt x="958" y="874"/>
                </a:lnTo>
                <a:lnTo>
                  <a:pt x="959" y="876"/>
                </a:lnTo>
                <a:lnTo>
                  <a:pt x="961" y="879"/>
                </a:lnTo>
                <a:lnTo>
                  <a:pt x="961" y="880"/>
                </a:lnTo>
                <a:lnTo>
                  <a:pt x="961" y="881"/>
                </a:lnTo>
                <a:lnTo>
                  <a:pt x="961" y="882"/>
                </a:lnTo>
                <a:lnTo>
                  <a:pt x="963" y="884"/>
                </a:lnTo>
                <a:lnTo>
                  <a:pt x="965" y="884"/>
                </a:lnTo>
                <a:lnTo>
                  <a:pt x="967" y="885"/>
                </a:lnTo>
                <a:lnTo>
                  <a:pt x="968" y="886"/>
                </a:lnTo>
                <a:lnTo>
                  <a:pt x="967" y="887"/>
                </a:lnTo>
                <a:lnTo>
                  <a:pt x="967" y="889"/>
                </a:lnTo>
                <a:lnTo>
                  <a:pt x="967" y="890"/>
                </a:lnTo>
                <a:lnTo>
                  <a:pt x="967" y="891"/>
                </a:lnTo>
                <a:lnTo>
                  <a:pt x="968" y="892"/>
                </a:lnTo>
                <a:lnTo>
                  <a:pt x="969" y="892"/>
                </a:lnTo>
                <a:lnTo>
                  <a:pt x="970" y="893"/>
                </a:lnTo>
                <a:lnTo>
                  <a:pt x="970" y="894"/>
                </a:lnTo>
                <a:lnTo>
                  <a:pt x="969" y="894"/>
                </a:lnTo>
                <a:lnTo>
                  <a:pt x="969" y="897"/>
                </a:lnTo>
                <a:lnTo>
                  <a:pt x="969" y="899"/>
                </a:lnTo>
                <a:lnTo>
                  <a:pt x="970" y="900"/>
                </a:lnTo>
                <a:lnTo>
                  <a:pt x="969" y="900"/>
                </a:lnTo>
                <a:lnTo>
                  <a:pt x="967" y="900"/>
                </a:lnTo>
                <a:lnTo>
                  <a:pt x="966" y="900"/>
                </a:lnTo>
                <a:lnTo>
                  <a:pt x="965" y="900"/>
                </a:lnTo>
                <a:lnTo>
                  <a:pt x="965" y="901"/>
                </a:lnTo>
                <a:lnTo>
                  <a:pt x="965" y="902"/>
                </a:lnTo>
                <a:lnTo>
                  <a:pt x="964" y="903"/>
                </a:lnTo>
                <a:lnTo>
                  <a:pt x="964" y="904"/>
                </a:lnTo>
                <a:lnTo>
                  <a:pt x="964" y="905"/>
                </a:lnTo>
                <a:lnTo>
                  <a:pt x="963" y="906"/>
                </a:lnTo>
                <a:lnTo>
                  <a:pt x="964" y="909"/>
                </a:lnTo>
                <a:lnTo>
                  <a:pt x="965" y="909"/>
                </a:lnTo>
                <a:lnTo>
                  <a:pt x="965" y="910"/>
                </a:lnTo>
                <a:lnTo>
                  <a:pt x="965" y="912"/>
                </a:lnTo>
                <a:lnTo>
                  <a:pt x="964" y="912"/>
                </a:lnTo>
                <a:lnTo>
                  <a:pt x="962" y="914"/>
                </a:lnTo>
                <a:lnTo>
                  <a:pt x="962" y="915"/>
                </a:lnTo>
                <a:lnTo>
                  <a:pt x="962" y="917"/>
                </a:lnTo>
                <a:lnTo>
                  <a:pt x="963" y="918"/>
                </a:lnTo>
                <a:lnTo>
                  <a:pt x="963" y="919"/>
                </a:lnTo>
                <a:lnTo>
                  <a:pt x="962" y="919"/>
                </a:lnTo>
                <a:lnTo>
                  <a:pt x="961" y="919"/>
                </a:lnTo>
                <a:lnTo>
                  <a:pt x="960" y="919"/>
                </a:lnTo>
                <a:lnTo>
                  <a:pt x="958" y="918"/>
                </a:lnTo>
                <a:lnTo>
                  <a:pt x="958" y="919"/>
                </a:lnTo>
                <a:lnTo>
                  <a:pt x="957" y="919"/>
                </a:lnTo>
                <a:lnTo>
                  <a:pt x="953" y="920"/>
                </a:lnTo>
                <a:lnTo>
                  <a:pt x="952" y="921"/>
                </a:lnTo>
                <a:lnTo>
                  <a:pt x="952" y="923"/>
                </a:lnTo>
                <a:lnTo>
                  <a:pt x="953" y="924"/>
                </a:lnTo>
                <a:lnTo>
                  <a:pt x="954" y="926"/>
                </a:lnTo>
                <a:lnTo>
                  <a:pt x="952" y="932"/>
                </a:lnTo>
                <a:lnTo>
                  <a:pt x="950" y="934"/>
                </a:lnTo>
                <a:lnTo>
                  <a:pt x="949" y="934"/>
                </a:lnTo>
                <a:lnTo>
                  <a:pt x="948" y="934"/>
                </a:lnTo>
                <a:lnTo>
                  <a:pt x="946" y="935"/>
                </a:lnTo>
                <a:lnTo>
                  <a:pt x="946" y="936"/>
                </a:lnTo>
                <a:lnTo>
                  <a:pt x="945" y="936"/>
                </a:lnTo>
                <a:lnTo>
                  <a:pt x="944" y="937"/>
                </a:lnTo>
                <a:lnTo>
                  <a:pt x="944" y="938"/>
                </a:lnTo>
                <a:lnTo>
                  <a:pt x="944" y="939"/>
                </a:lnTo>
                <a:lnTo>
                  <a:pt x="944" y="940"/>
                </a:lnTo>
                <a:lnTo>
                  <a:pt x="943" y="943"/>
                </a:lnTo>
                <a:lnTo>
                  <a:pt x="942" y="943"/>
                </a:lnTo>
                <a:lnTo>
                  <a:pt x="942" y="944"/>
                </a:lnTo>
                <a:lnTo>
                  <a:pt x="939" y="944"/>
                </a:lnTo>
                <a:lnTo>
                  <a:pt x="937" y="943"/>
                </a:lnTo>
                <a:lnTo>
                  <a:pt x="936" y="943"/>
                </a:lnTo>
                <a:lnTo>
                  <a:pt x="935" y="943"/>
                </a:lnTo>
                <a:lnTo>
                  <a:pt x="934" y="943"/>
                </a:lnTo>
                <a:lnTo>
                  <a:pt x="934" y="944"/>
                </a:lnTo>
                <a:lnTo>
                  <a:pt x="932" y="944"/>
                </a:lnTo>
                <a:lnTo>
                  <a:pt x="931" y="944"/>
                </a:lnTo>
                <a:lnTo>
                  <a:pt x="931" y="943"/>
                </a:lnTo>
                <a:lnTo>
                  <a:pt x="932" y="942"/>
                </a:lnTo>
                <a:lnTo>
                  <a:pt x="931" y="940"/>
                </a:lnTo>
                <a:lnTo>
                  <a:pt x="930" y="938"/>
                </a:lnTo>
                <a:lnTo>
                  <a:pt x="929" y="937"/>
                </a:lnTo>
                <a:lnTo>
                  <a:pt x="928" y="937"/>
                </a:lnTo>
                <a:lnTo>
                  <a:pt x="928" y="938"/>
                </a:lnTo>
                <a:lnTo>
                  <a:pt x="927" y="939"/>
                </a:lnTo>
                <a:lnTo>
                  <a:pt x="925" y="939"/>
                </a:lnTo>
                <a:lnTo>
                  <a:pt x="924" y="939"/>
                </a:lnTo>
                <a:lnTo>
                  <a:pt x="921" y="939"/>
                </a:lnTo>
                <a:lnTo>
                  <a:pt x="922" y="940"/>
                </a:lnTo>
                <a:lnTo>
                  <a:pt x="921" y="940"/>
                </a:lnTo>
                <a:lnTo>
                  <a:pt x="919" y="940"/>
                </a:lnTo>
                <a:lnTo>
                  <a:pt x="918" y="940"/>
                </a:lnTo>
                <a:lnTo>
                  <a:pt x="917" y="941"/>
                </a:lnTo>
                <a:lnTo>
                  <a:pt x="917" y="942"/>
                </a:lnTo>
                <a:lnTo>
                  <a:pt x="917" y="943"/>
                </a:lnTo>
                <a:lnTo>
                  <a:pt x="918" y="943"/>
                </a:lnTo>
                <a:lnTo>
                  <a:pt x="917" y="943"/>
                </a:lnTo>
                <a:lnTo>
                  <a:pt x="917" y="945"/>
                </a:lnTo>
                <a:lnTo>
                  <a:pt x="916" y="944"/>
                </a:lnTo>
                <a:lnTo>
                  <a:pt x="915" y="944"/>
                </a:lnTo>
                <a:lnTo>
                  <a:pt x="914" y="944"/>
                </a:lnTo>
                <a:lnTo>
                  <a:pt x="913" y="945"/>
                </a:lnTo>
                <a:lnTo>
                  <a:pt x="912" y="946"/>
                </a:lnTo>
                <a:lnTo>
                  <a:pt x="911" y="947"/>
                </a:lnTo>
                <a:lnTo>
                  <a:pt x="910" y="947"/>
                </a:lnTo>
                <a:lnTo>
                  <a:pt x="910" y="946"/>
                </a:lnTo>
                <a:lnTo>
                  <a:pt x="909" y="946"/>
                </a:lnTo>
                <a:lnTo>
                  <a:pt x="908" y="946"/>
                </a:lnTo>
                <a:lnTo>
                  <a:pt x="907" y="946"/>
                </a:lnTo>
                <a:lnTo>
                  <a:pt x="906" y="947"/>
                </a:lnTo>
                <a:lnTo>
                  <a:pt x="905" y="947"/>
                </a:lnTo>
                <a:lnTo>
                  <a:pt x="904" y="947"/>
                </a:lnTo>
                <a:lnTo>
                  <a:pt x="904" y="948"/>
                </a:lnTo>
                <a:lnTo>
                  <a:pt x="901" y="949"/>
                </a:lnTo>
                <a:lnTo>
                  <a:pt x="901" y="950"/>
                </a:lnTo>
                <a:lnTo>
                  <a:pt x="900" y="950"/>
                </a:lnTo>
                <a:lnTo>
                  <a:pt x="899" y="950"/>
                </a:lnTo>
                <a:lnTo>
                  <a:pt x="898" y="950"/>
                </a:lnTo>
                <a:lnTo>
                  <a:pt x="898" y="949"/>
                </a:lnTo>
                <a:lnTo>
                  <a:pt x="898" y="947"/>
                </a:lnTo>
                <a:lnTo>
                  <a:pt x="898" y="946"/>
                </a:lnTo>
                <a:lnTo>
                  <a:pt x="899" y="946"/>
                </a:lnTo>
                <a:lnTo>
                  <a:pt x="899" y="945"/>
                </a:lnTo>
                <a:lnTo>
                  <a:pt x="898" y="944"/>
                </a:lnTo>
                <a:lnTo>
                  <a:pt x="896" y="943"/>
                </a:lnTo>
                <a:lnTo>
                  <a:pt x="894" y="943"/>
                </a:lnTo>
                <a:lnTo>
                  <a:pt x="893" y="943"/>
                </a:lnTo>
                <a:lnTo>
                  <a:pt x="891" y="942"/>
                </a:lnTo>
                <a:lnTo>
                  <a:pt x="891" y="941"/>
                </a:lnTo>
                <a:lnTo>
                  <a:pt x="891" y="940"/>
                </a:lnTo>
                <a:lnTo>
                  <a:pt x="890" y="940"/>
                </a:lnTo>
                <a:lnTo>
                  <a:pt x="889" y="940"/>
                </a:lnTo>
                <a:lnTo>
                  <a:pt x="889" y="941"/>
                </a:lnTo>
                <a:lnTo>
                  <a:pt x="888" y="942"/>
                </a:lnTo>
                <a:lnTo>
                  <a:pt x="887" y="943"/>
                </a:lnTo>
                <a:lnTo>
                  <a:pt x="885" y="942"/>
                </a:lnTo>
                <a:lnTo>
                  <a:pt x="885" y="941"/>
                </a:lnTo>
                <a:lnTo>
                  <a:pt x="886" y="941"/>
                </a:lnTo>
                <a:lnTo>
                  <a:pt x="886" y="940"/>
                </a:lnTo>
                <a:lnTo>
                  <a:pt x="885" y="940"/>
                </a:lnTo>
                <a:lnTo>
                  <a:pt x="884" y="940"/>
                </a:lnTo>
                <a:lnTo>
                  <a:pt x="880" y="939"/>
                </a:lnTo>
                <a:lnTo>
                  <a:pt x="878" y="940"/>
                </a:lnTo>
                <a:lnTo>
                  <a:pt x="878" y="941"/>
                </a:lnTo>
                <a:lnTo>
                  <a:pt x="877" y="941"/>
                </a:lnTo>
                <a:lnTo>
                  <a:pt x="876" y="941"/>
                </a:lnTo>
                <a:lnTo>
                  <a:pt x="875" y="941"/>
                </a:lnTo>
                <a:lnTo>
                  <a:pt x="874" y="942"/>
                </a:lnTo>
                <a:lnTo>
                  <a:pt x="874" y="943"/>
                </a:lnTo>
                <a:lnTo>
                  <a:pt x="873" y="943"/>
                </a:lnTo>
                <a:lnTo>
                  <a:pt x="872" y="942"/>
                </a:lnTo>
                <a:lnTo>
                  <a:pt x="869" y="940"/>
                </a:lnTo>
                <a:lnTo>
                  <a:pt x="868" y="937"/>
                </a:lnTo>
                <a:lnTo>
                  <a:pt x="868" y="936"/>
                </a:lnTo>
                <a:lnTo>
                  <a:pt x="867" y="936"/>
                </a:lnTo>
                <a:lnTo>
                  <a:pt x="865" y="935"/>
                </a:lnTo>
                <a:lnTo>
                  <a:pt x="864" y="935"/>
                </a:lnTo>
                <a:lnTo>
                  <a:pt x="864" y="936"/>
                </a:lnTo>
                <a:lnTo>
                  <a:pt x="863" y="936"/>
                </a:lnTo>
                <a:lnTo>
                  <a:pt x="862" y="936"/>
                </a:lnTo>
                <a:lnTo>
                  <a:pt x="862" y="935"/>
                </a:lnTo>
                <a:lnTo>
                  <a:pt x="861" y="935"/>
                </a:lnTo>
                <a:lnTo>
                  <a:pt x="860" y="935"/>
                </a:lnTo>
                <a:lnTo>
                  <a:pt x="859" y="935"/>
                </a:lnTo>
                <a:lnTo>
                  <a:pt x="858" y="934"/>
                </a:lnTo>
                <a:lnTo>
                  <a:pt x="858" y="932"/>
                </a:lnTo>
                <a:lnTo>
                  <a:pt x="857" y="930"/>
                </a:lnTo>
                <a:lnTo>
                  <a:pt x="856" y="929"/>
                </a:lnTo>
                <a:lnTo>
                  <a:pt x="855" y="928"/>
                </a:lnTo>
                <a:lnTo>
                  <a:pt x="855" y="929"/>
                </a:lnTo>
                <a:lnTo>
                  <a:pt x="851" y="927"/>
                </a:lnTo>
                <a:lnTo>
                  <a:pt x="850" y="926"/>
                </a:lnTo>
                <a:lnTo>
                  <a:pt x="849" y="927"/>
                </a:lnTo>
                <a:lnTo>
                  <a:pt x="848" y="928"/>
                </a:lnTo>
                <a:lnTo>
                  <a:pt x="847" y="928"/>
                </a:lnTo>
                <a:lnTo>
                  <a:pt x="847" y="926"/>
                </a:lnTo>
                <a:lnTo>
                  <a:pt x="847" y="925"/>
                </a:lnTo>
                <a:lnTo>
                  <a:pt x="847" y="923"/>
                </a:lnTo>
                <a:lnTo>
                  <a:pt x="846" y="919"/>
                </a:lnTo>
                <a:lnTo>
                  <a:pt x="844" y="917"/>
                </a:lnTo>
                <a:lnTo>
                  <a:pt x="844" y="916"/>
                </a:lnTo>
                <a:lnTo>
                  <a:pt x="843" y="916"/>
                </a:lnTo>
                <a:lnTo>
                  <a:pt x="843" y="915"/>
                </a:lnTo>
                <a:lnTo>
                  <a:pt x="844" y="914"/>
                </a:lnTo>
                <a:lnTo>
                  <a:pt x="844" y="913"/>
                </a:lnTo>
                <a:lnTo>
                  <a:pt x="843" y="913"/>
                </a:lnTo>
                <a:lnTo>
                  <a:pt x="842" y="914"/>
                </a:lnTo>
                <a:lnTo>
                  <a:pt x="841" y="915"/>
                </a:lnTo>
                <a:lnTo>
                  <a:pt x="842" y="916"/>
                </a:lnTo>
                <a:lnTo>
                  <a:pt x="842" y="918"/>
                </a:lnTo>
                <a:lnTo>
                  <a:pt x="841" y="918"/>
                </a:lnTo>
                <a:lnTo>
                  <a:pt x="840" y="918"/>
                </a:lnTo>
                <a:lnTo>
                  <a:pt x="839" y="917"/>
                </a:lnTo>
                <a:lnTo>
                  <a:pt x="838" y="916"/>
                </a:lnTo>
                <a:lnTo>
                  <a:pt x="837" y="916"/>
                </a:lnTo>
                <a:lnTo>
                  <a:pt x="837" y="917"/>
                </a:lnTo>
                <a:lnTo>
                  <a:pt x="838" y="917"/>
                </a:lnTo>
                <a:lnTo>
                  <a:pt x="837" y="917"/>
                </a:lnTo>
                <a:lnTo>
                  <a:pt x="837" y="918"/>
                </a:lnTo>
                <a:lnTo>
                  <a:pt x="836" y="918"/>
                </a:lnTo>
                <a:lnTo>
                  <a:pt x="835" y="917"/>
                </a:lnTo>
                <a:lnTo>
                  <a:pt x="835" y="916"/>
                </a:lnTo>
                <a:lnTo>
                  <a:pt x="834" y="915"/>
                </a:lnTo>
                <a:lnTo>
                  <a:pt x="834" y="914"/>
                </a:lnTo>
                <a:lnTo>
                  <a:pt x="833" y="914"/>
                </a:lnTo>
                <a:lnTo>
                  <a:pt x="830" y="916"/>
                </a:lnTo>
                <a:lnTo>
                  <a:pt x="827" y="918"/>
                </a:lnTo>
                <a:lnTo>
                  <a:pt x="827" y="919"/>
                </a:lnTo>
                <a:lnTo>
                  <a:pt x="827" y="920"/>
                </a:lnTo>
                <a:lnTo>
                  <a:pt x="827" y="921"/>
                </a:lnTo>
                <a:lnTo>
                  <a:pt x="827" y="922"/>
                </a:lnTo>
                <a:lnTo>
                  <a:pt x="826" y="922"/>
                </a:lnTo>
                <a:lnTo>
                  <a:pt x="826" y="923"/>
                </a:lnTo>
                <a:lnTo>
                  <a:pt x="825" y="923"/>
                </a:lnTo>
                <a:lnTo>
                  <a:pt x="824" y="923"/>
                </a:lnTo>
                <a:lnTo>
                  <a:pt x="823" y="924"/>
                </a:lnTo>
                <a:lnTo>
                  <a:pt x="823" y="925"/>
                </a:lnTo>
                <a:lnTo>
                  <a:pt x="822" y="925"/>
                </a:lnTo>
                <a:lnTo>
                  <a:pt x="820" y="924"/>
                </a:lnTo>
                <a:lnTo>
                  <a:pt x="820" y="923"/>
                </a:lnTo>
                <a:lnTo>
                  <a:pt x="820" y="922"/>
                </a:lnTo>
                <a:lnTo>
                  <a:pt x="820" y="921"/>
                </a:lnTo>
                <a:lnTo>
                  <a:pt x="819" y="921"/>
                </a:lnTo>
                <a:lnTo>
                  <a:pt x="818" y="921"/>
                </a:lnTo>
                <a:lnTo>
                  <a:pt x="817" y="921"/>
                </a:lnTo>
                <a:lnTo>
                  <a:pt x="816" y="921"/>
                </a:lnTo>
                <a:lnTo>
                  <a:pt x="816" y="922"/>
                </a:lnTo>
                <a:lnTo>
                  <a:pt x="815" y="925"/>
                </a:lnTo>
                <a:lnTo>
                  <a:pt x="816" y="925"/>
                </a:lnTo>
                <a:lnTo>
                  <a:pt x="817" y="924"/>
                </a:lnTo>
                <a:lnTo>
                  <a:pt x="817" y="925"/>
                </a:lnTo>
                <a:lnTo>
                  <a:pt x="817" y="926"/>
                </a:lnTo>
                <a:lnTo>
                  <a:pt x="816" y="926"/>
                </a:lnTo>
                <a:lnTo>
                  <a:pt x="815" y="926"/>
                </a:lnTo>
                <a:lnTo>
                  <a:pt x="814" y="926"/>
                </a:lnTo>
                <a:lnTo>
                  <a:pt x="813" y="926"/>
                </a:lnTo>
                <a:lnTo>
                  <a:pt x="813" y="927"/>
                </a:lnTo>
                <a:lnTo>
                  <a:pt x="812" y="928"/>
                </a:lnTo>
                <a:lnTo>
                  <a:pt x="811" y="930"/>
                </a:lnTo>
                <a:lnTo>
                  <a:pt x="811" y="931"/>
                </a:lnTo>
                <a:lnTo>
                  <a:pt x="812" y="932"/>
                </a:lnTo>
                <a:lnTo>
                  <a:pt x="813" y="932"/>
                </a:lnTo>
                <a:lnTo>
                  <a:pt x="813" y="933"/>
                </a:lnTo>
                <a:lnTo>
                  <a:pt x="814" y="934"/>
                </a:lnTo>
                <a:lnTo>
                  <a:pt x="814" y="935"/>
                </a:lnTo>
                <a:lnTo>
                  <a:pt x="814" y="937"/>
                </a:lnTo>
                <a:lnTo>
                  <a:pt x="812" y="937"/>
                </a:lnTo>
                <a:lnTo>
                  <a:pt x="810" y="936"/>
                </a:lnTo>
                <a:lnTo>
                  <a:pt x="808" y="936"/>
                </a:lnTo>
                <a:lnTo>
                  <a:pt x="807" y="937"/>
                </a:lnTo>
                <a:lnTo>
                  <a:pt x="807" y="938"/>
                </a:lnTo>
                <a:lnTo>
                  <a:pt x="807" y="941"/>
                </a:lnTo>
                <a:lnTo>
                  <a:pt x="805" y="942"/>
                </a:lnTo>
                <a:lnTo>
                  <a:pt x="805" y="943"/>
                </a:lnTo>
                <a:lnTo>
                  <a:pt x="805" y="944"/>
                </a:lnTo>
                <a:lnTo>
                  <a:pt x="804" y="944"/>
                </a:lnTo>
                <a:lnTo>
                  <a:pt x="803" y="944"/>
                </a:lnTo>
                <a:lnTo>
                  <a:pt x="801" y="945"/>
                </a:lnTo>
                <a:lnTo>
                  <a:pt x="798" y="948"/>
                </a:lnTo>
                <a:lnTo>
                  <a:pt x="797" y="948"/>
                </a:lnTo>
                <a:lnTo>
                  <a:pt x="797" y="949"/>
                </a:lnTo>
                <a:lnTo>
                  <a:pt x="796" y="952"/>
                </a:lnTo>
                <a:lnTo>
                  <a:pt x="795" y="952"/>
                </a:lnTo>
                <a:lnTo>
                  <a:pt x="792" y="952"/>
                </a:lnTo>
                <a:lnTo>
                  <a:pt x="790" y="952"/>
                </a:lnTo>
                <a:lnTo>
                  <a:pt x="789" y="952"/>
                </a:lnTo>
                <a:lnTo>
                  <a:pt x="789" y="951"/>
                </a:lnTo>
                <a:lnTo>
                  <a:pt x="788" y="951"/>
                </a:lnTo>
                <a:lnTo>
                  <a:pt x="786" y="952"/>
                </a:lnTo>
                <a:lnTo>
                  <a:pt x="785" y="952"/>
                </a:lnTo>
                <a:lnTo>
                  <a:pt x="785" y="953"/>
                </a:lnTo>
                <a:lnTo>
                  <a:pt x="785" y="954"/>
                </a:lnTo>
                <a:lnTo>
                  <a:pt x="785" y="955"/>
                </a:lnTo>
                <a:lnTo>
                  <a:pt x="784" y="955"/>
                </a:lnTo>
                <a:lnTo>
                  <a:pt x="783" y="955"/>
                </a:lnTo>
                <a:lnTo>
                  <a:pt x="782" y="955"/>
                </a:lnTo>
                <a:lnTo>
                  <a:pt x="779" y="958"/>
                </a:lnTo>
                <a:lnTo>
                  <a:pt x="778" y="961"/>
                </a:lnTo>
                <a:lnTo>
                  <a:pt x="778" y="962"/>
                </a:lnTo>
                <a:lnTo>
                  <a:pt x="778" y="963"/>
                </a:lnTo>
                <a:lnTo>
                  <a:pt x="779" y="963"/>
                </a:lnTo>
                <a:lnTo>
                  <a:pt x="779" y="964"/>
                </a:lnTo>
                <a:lnTo>
                  <a:pt x="778" y="964"/>
                </a:lnTo>
                <a:lnTo>
                  <a:pt x="775" y="963"/>
                </a:lnTo>
                <a:lnTo>
                  <a:pt x="774" y="962"/>
                </a:lnTo>
                <a:lnTo>
                  <a:pt x="773" y="960"/>
                </a:lnTo>
                <a:lnTo>
                  <a:pt x="773" y="959"/>
                </a:lnTo>
                <a:lnTo>
                  <a:pt x="772" y="956"/>
                </a:lnTo>
                <a:lnTo>
                  <a:pt x="771" y="955"/>
                </a:lnTo>
                <a:lnTo>
                  <a:pt x="769" y="957"/>
                </a:lnTo>
                <a:lnTo>
                  <a:pt x="769" y="958"/>
                </a:lnTo>
                <a:lnTo>
                  <a:pt x="768" y="958"/>
                </a:lnTo>
                <a:lnTo>
                  <a:pt x="768" y="959"/>
                </a:lnTo>
                <a:lnTo>
                  <a:pt x="765" y="957"/>
                </a:lnTo>
                <a:lnTo>
                  <a:pt x="765" y="956"/>
                </a:lnTo>
                <a:lnTo>
                  <a:pt x="764" y="956"/>
                </a:lnTo>
                <a:lnTo>
                  <a:pt x="764" y="957"/>
                </a:lnTo>
                <a:lnTo>
                  <a:pt x="764" y="958"/>
                </a:lnTo>
                <a:lnTo>
                  <a:pt x="765" y="959"/>
                </a:lnTo>
                <a:lnTo>
                  <a:pt x="765" y="960"/>
                </a:lnTo>
                <a:lnTo>
                  <a:pt x="765" y="962"/>
                </a:lnTo>
                <a:lnTo>
                  <a:pt x="766" y="965"/>
                </a:lnTo>
                <a:lnTo>
                  <a:pt x="767" y="967"/>
                </a:lnTo>
                <a:lnTo>
                  <a:pt x="767" y="968"/>
                </a:lnTo>
                <a:lnTo>
                  <a:pt x="768" y="969"/>
                </a:lnTo>
                <a:lnTo>
                  <a:pt x="768" y="971"/>
                </a:lnTo>
                <a:lnTo>
                  <a:pt x="768" y="973"/>
                </a:lnTo>
                <a:lnTo>
                  <a:pt x="768" y="974"/>
                </a:lnTo>
                <a:lnTo>
                  <a:pt x="769" y="974"/>
                </a:lnTo>
                <a:lnTo>
                  <a:pt x="769" y="975"/>
                </a:lnTo>
                <a:lnTo>
                  <a:pt x="770" y="975"/>
                </a:lnTo>
                <a:lnTo>
                  <a:pt x="771" y="974"/>
                </a:lnTo>
                <a:lnTo>
                  <a:pt x="773" y="975"/>
                </a:lnTo>
                <a:lnTo>
                  <a:pt x="775" y="975"/>
                </a:lnTo>
                <a:lnTo>
                  <a:pt x="776" y="975"/>
                </a:lnTo>
                <a:lnTo>
                  <a:pt x="776" y="974"/>
                </a:lnTo>
                <a:lnTo>
                  <a:pt x="778" y="974"/>
                </a:lnTo>
                <a:lnTo>
                  <a:pt x="779" y="974"/>
                </a:lnTo>
                <a:lnTo>
                  <a:pt x="780" y="975"/>
                </a:lnTo>
                <a:lnTo>
                  <a:pt x="781" y="975"/>
                </a:lnTo>
                <a:lnTo>
                  <a:pt x="780" y="974"/>
                </a:lnTo>
                <a:lnTo>
                  <a:pt x="780" y="973"/>
                </a:lnTo>
                <a:lnTo>
                  <a:pt x="781" y="973"/>
                </a:lnTo>
                <a:lnTo>
                  <a:pt x="782" y="973"/>
                </a:lnTo>
                <a:lnTo>
                  <a:pt x="784" y="972"/>
                </a:lnTo>
                <a:lnTo>
                  <a:pt x="786" y="972"/>
                </a:lnTo>
                <a:lnTo>
                  <a:pt x="788" y="973"/>
                </a:lnTo>
                <a:lnTo>
                  <a:pt x="792" y="973"/>
                </a:lnTo>
                <a:lnTo>
                  <a:pt x="792" y="974"/>
                </a:lnTo>
                <a:lnTo>
                  <a:pt x="792" y="975"/>
                </a:lnTo>
                <a:lnTo>
                  <a:pt x="793" y="975"/>
                </a:lnTo>
                <a:lnTo>
                  <a:pt x="794" y="976"/>
                </a:lnTo>
                <a:lnTo>
                  <a:pt x="795" y="976"/>
                </a:lnTo>
                <a:lnTo>
                  <a:pt x="795" y="977"/>
                </a:lnTo>
                <a:lnTo>
                  <a:pt x="796" y="978"/>
                </a:lnTo>
                <a:lnTo>
                  <a:pt x="796" y="979"/>
                </a:lnTo>
                <a:lnTo>
                  <a:pt x="797" y="980"/>
                </a:lnTo>
                <a:lnTo>
                  <a:pt x="798" y="981"/>
                </a:lnTo>
                <a:lnTo>
                  <a:pt x="798" y="980"/>
                </a:lnTo>
                <a:lnTo>
                  <a:pt x="799" y="980"/>
                </a:lnTo>
                <a:lnTo>
                  <a:pt x="800" y="980"/>
                </a:lnTo>
                <a:lnTo>
                  <a:pt x="800" y="981"/>
                </a:lnTo>
                <a:lnTo>
                  <a:pt x="800" y="982"/>
                </a:lnTo>
                <a:lnTo>
                  <a:pt x="799" y="984"/>
                </a:lnTo>
                <a:lnTo>
                  <a:pt x="798" y="984"/>
                </a:lnTo>
                <a:lnTo>
                  <a:pt x="797" y="984"/>
                </a:lnTo>
                <a:lnTo>
                  <a:pt x="796" y="984"/>
                </a:lnTo>
                <a:lnTo>
                  <a:pt x="792" y="987"/>
                </a:lnTo>
                <a:lnTo>
                  <a:pt x="791" y="988"/>
                </a:lnTo>
                <a:lnTo>
                  <a:pt x="789" y="990"/>
                </a:lnTo>
                <a:lnTo>
                  <a:pt x="789" y="991"/>
                </a:lnTo>
                <a:lnTo>
                  <a:pt x="788" y="994"/>
                </a:lnTo>
                <a:lnTo>
                  <a:pt x="788" y="995"/>
                </a:lnTo>
                <a:lnTo>
                  <a:pt x="789" y="996"/>
                </a:lnTo>
                <a:lnTo>
                  <a:pt x="790" y="997"/>
                </a:lnTo>
                <a:lnTo>
                  <a:pt x="791" y="998"/>
                </a:lnTo>
                <a:lnTo>
                  <a:pt x="793" y="999"/>
                </a:lnTo>
                <a:lnTo>
                  <a:pt x="797" y="1005"/>
                </a:lnTo>
                <a:lnTo>
                  <a:pt x="798" y="1005"/>
                </a:lnTo>
                <a:lnTo>
                  <a:pt x="798" y="1006"/>
                </a:lnTo>
                <a:lnTo>
                  <a:pt x="798" y="1007"/>
                </a:lnTo>
                <a:lnTo>
                  <a:pt x="796" y="1008"/>
                </a:lnTo>
                <a:lnTo>
                  <a:pt x="796" y="1009"/>
                </a:lnTo>
                <a:lnTo>
                  <a:pt x="796" y="1010"/>
                </a:lnTo>
                <a:lnTo>
                  <a:pt x="796" y="1011"/>
                </a:lnTo>
                <a:lnTo>
                  <a:pt x="795" y="1013"/>
                </a:lnTo>
                <a:lnTo>
                  <a:pt x="794" y="1013"/>
                </a:lnTo>
                <a:lnTo>
                  <a:pt x="794" y="1014"/>
                </a:lnTo>
                <a:lnTo>
                  <a:pt x="792" y="1016"/>
                </a:lnTo>
                <a:lnTo>
                  <a:pt x="792" y="1018"/>
                </a:lnTo>
                <a:lnTo>
                  <a:pt x="793" y="1018"/>
                </a:lnTo>
                <a:lnTo>
                  <a:pt x="794" y="1019"/>
                </a:lnTo>
                <a:lnTo>
                  <a:pt x="795" y="1019"/>
                </a:lnTo>
                <a:lnTo>
                  <a:pt x="795" y="1020"/>
                </a:lnTo>
                <a:lnTo>
                  <a:pt x="795" y="1021"/>
                </a:lnTo>
                <a:lnTo>
                  <a:pt x="795" y="1022"/>
                </a:lnTo>
                <a:lnTo>
                  <a:pt x="794" y="1023"/>
                </a:lnTo>
                <a:lnTo>
                  <a:pt x="796" y="1024"/>
                </a:lnTo>
                <a:lnTo>
                  <a:pt x="798" y="1026"/>
                </a:lnTo>
                <a:lnTo>
                  <a:pt x="799" y="1026"/>
                </a:lnTo>
                <a:lnTo>
                  <a:pt x="799" y="1027"/>
                </a:lnTo>
                <a:lnTo>
                  <a:pt x="799" y="1028"/>
                </a:lnTo>
                <a:lnTo>
                  <a:pt x="799" y="1030"/>
                </a:lnTo>
                <a:lnTo>
                  <a:pt x="799" y="1031"/>
                </a:lnTo>
                <a:lnTo>
                  <a:pt x="798" y="1031"/>
                </a:lnTo>
                <a:lnTo>
                  <a:pt x="798" y="1032"/>
                </a:lnTo>
                <a:lnTo>
                  <a:pt x="799" y="1033"/>
                </a:lnTo>
                <a:lnTo>
                  <a:pt x="800" y="1033"/>
                </a:lnTo>
                <a:lnTo>
                  <a:pt x="800" y="1034"/>
                </a:lnTo>
                <a:lnTo>
                  <a:pt x="799" y="1034"/>
                </a:lnTo>
                <a:lnTo>
                  <a:pt x="798" y="1035"/>
                </a:lnTo>
                <a:lnTo>
                  <a:pt x="798" y="1034"/>
                </a:lnTo>
                <a:lnTo>
                  <a:pt x="798" y="1035"/>
                </a:lnTo>
                <a:lnTo>
                  <a:pt x="797" y="1035"/>
                </a:lnTo>
                <a:lnTo>
                  <a:pt x="796" y="1036"/>
                </a:lnTo>
                <a:lnTo>
                  <a:pt x="797" y="1037"/>
                </a:lnTo>
                <a:lnTo>
                  <a:pt x="797" y="1038"/>
                </a:lnTo>
                <a:lnTo>
                  <a:pt x="796" y="1038"/>
                </a:lnTo>
                <a:lnTo>
                  <a:pt x="796" y="1039"/>
                </a:lnTo>
                <a:lnTo>
                  <a:pt x="795" y="1039"/>
                </a:lnTo>
                <a:lnTo>
                  <a:pt x="794" y="1039"/>
                </a:lnTo>
                <a:lnTo>
                  <a:pt x="792" y="1040"/>
                </a:lnTo>
                <a:lnTo>
                  <a:pt x="791" y="1040"/>
                </a:lnTo>
                <a:lnTo>
                  <a:pt x="791" y="1039"/>
                </a:lnTo>
                <a:lnTo>
                  <a:pt x="790" y="1039"/>
                </a:lnTo>
                <a:lnTo>
                  <a:pt x="789" y="1040"/>
                </a:lnTo>
                <a:lnTo>
                  <a:pt x="788" y="1041"/>
                </a:lnTo>
                <a:lnTo>
                  <a:pt x="787" y="1041"/>
                </a:lnTo>
                <a:lnTo>
                  <a:pt x="786" y="1041"/>
                </a:lnTo>
                <a:lnTo>
                  <a:pt x="786" y="1040"/>
                </a:lnTo>
                <a:lnTo>
                  <a:pt x="785" y="1040"/>
                </a:lnTo>
                <a:lnTo>
                  <a:pt x="781" y="1040"/>
                </a:lnTo>
                <a:lnTo>
                  <a:pt x="781" y="1041"/>
                </a:lnTo>
                <a:lnTo>
                  <a:pt x="777" y="1042"/>
                </a:lnTo>
                <a:lnTo>
                  <a:pt x="775" y="1044"/>
                </a:lnTo>
                <a:lnTo>
                  <a:pt x="775" y="1045"/>
                </a:lnTo>
                <a:lnTo>
                  <a:pt x="775" y="1046"/>
                </a:lnTo>
                <a:lnTo>
                  <a:pt x="773" y="1046"/>
                </a:lnTo>
                <a:lnTo>
                  <a:pt x="770" y="1046"/>
                </a:lnTo>
                <a:lnTo>
                  <a:pt x="768" y="1047"/>
                </a:lnTo>
                <a:lnTo>
                  <a:pt x="767" y="1047"/>
                </a:lnTo>
                <a:lnTo>
                  <a:pt x="765" y="1047"/>
                </a:lnTo>
                <a:lnTo>
                  <a:pt x="762" y="1048"/>
                </a:lnTo>
                <a:lnTo>
                  <a:pt x="760" y="1048"/>
                </a:lnTo>
                <a:lnTo>
                  <a:pt x="758" y="1047"/>
                </a:lnTo>
                <a:lnTo>
                  <a:pt x="758" y="1046"/>
                </a:lnTo>
                <a:lnTo>
                  <a:pt x="759" y="1045"/>
                </a:lnTo>
                <a:lnTo>
                  <a:pt x="759" y="1044"/>
                </a:lnTo>
                <a:lnTo>
                  <a:pt x="759" y="1043"/>
                </a:lnTo>
                <a:lnTo>
                  <a:pt x="758" y="1043"/>
                </a:lnTo>
                <a:lnTo>
                  <a:pt x="758" y="1041"/>
                </a:lnTo>
                <a:lnTo>
                  <a:pt x="758" y="1038"/>
                </a:lnTo>
                <a:lnTo>
                  <a:pt x="757" y="1037"/>
                </a:lnTo>
                <a:lnTo>
                  <a:pt x="756" y="1036"/>
                </a:lnTo>
                <a:lnTo>
                  <a:pt x="752" y="1035"/>
                </a:lnTo>
                <a:lnTo>
                  <a:pt x="752" y="1036"/>
                </a:lnTo>
                <a:lnTo>
                  <a:pt x="750" y="1035"/>
                </a:lnTo>
                <a:lnTo>
                  <a:pt x="749" y="1031"/>
                </a:lnTo>
                <a:lnTo>
                  <a:pt x="750" y="1031"/>
                </a:lnTo>
                <a:lnTo>
                  <a:pt x="750" y="1030"/>
                </a:lnTo>
                <a:lnTo>
                  <a:pt x="749" y="1028"/>
                </a:lnTo>
                <a:lnTo>
                  <a:pt x="749" y="1027"/>
                </a:lnTo>
                <a:lnTo>
                  <a:pt x="747" y="1026"/>
                </a:lnTo>
                <a:lnTo>
                  <a:pt x="746" y="1025"/>
                </a:lnTo>
                <a:lnTo>
                  <a:pt x="744" y="1023"/>
                </a:lnTo>
                <a:lnTo>
                  <a:pt x="744" y="1022"/>
                </a:lnTo>
                <a:lnTo>
                  <a:pt x="744" y="1019"/>
                </a:lnTo>
                <a:lnTo>
                  <a:pt x="745" y="1017"/>
                </a:lnTo>
                <a:lnTo>
                  <a:pt x="743" y="1012"/>
                </a:lnTo>
                <a:lnTo>
                  <a:pt x="742" y="1010"/>
                </a:lnTo>
                <a:lnTo>
                  <a:pt x="739" y="1010"/>
                </a:lnTo>
                <a:lnTo>
                  <a:pt x="739" y="1009"/>
                </a:lnTo>
                <a:lnTo>
                  <a:pt x="739" y="1008"/>
                </a:lnTo>
                <a:lnTo>
                  <a:pt x="738" y="1007"/>
                </a:lnTo>
                <a:lnTo>
                  <a:pt x="737" y="1006"/>
                </a:lnTo>
                <a:lnTo>
                  <a:pt x="736" y="1005"/>
                </a:lnTo>
                <a:lnTo>
                  <a:pt x="735" y="1005"/>
                </a:lnTo>
                <a:lnTo>
                  <a:pt x="732" y="1001"/>
                </a:lnTo>
                <a:lnTo>
                  <a:pt x="731" y="1001"/>
                </a:lnTo>
                <a:lnTo>
                  <a:pt x="728" y="1000"/>
                </a:lnTo>
                <a:lnTo>
                  <a:pt x="726" y="1000"/>
                </a:lnTo>
                <a:lnTo>
                  <a:pt x="724" y="1001"/>
                </a:lnTo>
                <a:lnTo>
                  <a:pt x="720" y="1003"/>
                </a:lnTo>
                <a:lnTo>
                  <a:pt x="714" y="1004"/>
                </a:lnTo>
                <a:lnTo>
                  <a:pt x="712" y="1004"/>
                </a:lnTo>
                <a:lnTo>
                  <a:pt x="712" y="1003"/>
                </a:lnTo>
                <a:lnTo>
                  <a:pt x="709" y="1002"/>
                </a:lnTo>
                <a:lnTo>
                  <a:pt x="706" y="1002"/>
                </a:lnTo>
                <a:lnTo>
                  <a:pt x="703" y="1002"/>
                </a:lnTo>
                <a:lnTo>
                  <a:pt x="703" y="1003"/>
                </a:lnTo>
                <a:lnTo>
                  <a:pt x="703" y="1002"/>
                </a:lnTo>
                <a:lnTo>
                  <a:pt x="702" y="1002"/>
                </a:lnTo>
                <a:lnTo>
                  <a:pt x="702" y="1001"/>
                </a:lnTo>
                <a:lnTo>
                  <a:pt x="701" y="1001"/>
                </a:lnTo>
                <a:lnTo>
                  <a:pt x="701" y="1000"/>
                </a:lnTo>
                <a:lnTo>
                  <a:pt x="697" y="1000"/>
                </a:lnTo>
                <a:lnTo>
                  <a:pt x="696" y="1000"/>
                </a:lnTo>
                <a:lnTo>
                  <a:pt x="694" y="1000"/>
                </a:lnTo>
                <a:lnTo>
                  <a:pt x="693" y="999"/>
                </a:lnTo>
                <a:lnTo>
                  <a:pt x="693" y="997"/>
                </a:lnTo>
                <a:lnTo>
                  <a:pt x="693" y="996"/>
                </a:lnTo>
                <a:lnTo>
                  <a:pt x="693" y="995"/>
                </a:lnTo>
                <a:lnTo>
                  <a:pt x="692" y="994"/>
                </a:lnTo>
                <a:lnTo>
                  <a:pt x="691" y="993"/>
                </a:lnTo>
                <a:lnTo>
                  <a:pt x="689" y="995"/>
                </a:lnTo>
                <a:lnTo>
                  <a:pt x="689" y="996"/>
                </a:lnTo>
                <a:lnTo>
                  <a:pt x="689" y="997"/>
                </a:lnTo>
                <a:lnTo>
                  <a:pt x="689" y="998"/>
                </a:lnTo>
                <a:lnTo>
                  <a:pt x="688" y="1000"/>
                </a:lnTo>
                <a:lnTo>
                  <a:pt x="687" y="1002"/>
                </a:lnTo>
                <a:lnTo>
                  <a:pt x="686" y="1003"/>
                </a:lnTo>
                <a:lnTo>
                  <a:pt x="684" y="1003"/>
                </a:lnTo>
                <a:lnTo>
                  <a:pt x="682" y="1002"/>
                </a:lnTo>
                <a:lnTo>
                  <a:pt x="681" y="1001"/>
                </a:lnTo>
                <a:lnTo>
                  <a:pt x="681" y="1000"/>
                </a:lnTo>
                <a:lnTo>
                  <a:pt x="681" y="999"/>
                </a:lnTo>
                <a:lnTo>
                  <a:pt x="680" y="997"/>
                </a:lnTo>
                <a:lnTo>
                  <a:pt x="679" y="996"/>
                </a:lnTo>
                <a:lnTo>
                  <a:pt x="678" y="996"/>
                </a:lnTo>
                <a:lnTo>
                  <a:pt x="678" y="995"/>
                </a:lnTo>
                <a:lnTo>
                  <a:pt x="676" y="993"/>
                </a:lnTo>
                <a:lnTo>
                  <a:pt x="675" y="994"/>
                </a:lnTo>
                <a:lnTo>
                  <a:pt x="673" y="995"/>
                </a:lnTo>
                <a:lnTo>
                  <a:pt x="673" y="996"/>
                </a:lnTo>
                <a:lnTo>
                  <a:pt x="671" y="997"/>
                </a:lnTo>
                <a:lnTo>
                  <a:pt x="670" y="997"/>
                </a:lnTo>
                <a:lnTo>
                  <a:pt x="669" y="997"/>
                </a:lnTo>
                <a:lnTo>
                  <a:pt x="668" y="997"/>
                </a:lnTo>
                <a:lnTo>
                  <a:pt x="667" y="997"/>
                </a:lnTo>
                <a:lnTo>
                  <a:pt x="666" y="998"/>
                </a:lnTo>
                <a:lnTo>
                  <a:pt x="666" y="999"/>
                </a:lnTo>
                <a:lnTo>
                  <a:pt x="666" y="1000"/>
                </a:lnTo>
                <a:lnTo>
                  <a:pt x="666" y="1001"/>
                </a:lnTo>
                <a:lnTo>
                  <a:pt x="665" y="1001"/>
                </a:lnTo>
                <a:lnTo>
                  <a:pt x="662" y="1001"/>
                </a:lnTo>
                <a:lnTo>
                  <a:pt x="662" y="1000"/>
                </a:lnTo>
                <a:lnTo>
                  <a:pt x="661" y="1000"/>
                </a:lnTo>
                <a:lnTo>
                  <a:pt x="660" y="1000"/>
                </a:lnTo>
                <a:lnTo>
                  <a:pt x="657" y="1001"/>
                </a:lnTo>
                <a:lnTo>
                  <a:pt x="656" y="999"/>
                </a:lnTo>
                <a:lnTo>
                  <a:pt x="656" y="998"/>
                </a:lnTo>
                <a:lnTo>
                  <a:pt x="655" y="996"/>
                </a:lnTo>
                <a:lnTo>
                  <a:pt x="652" y="996"/>
                </a:lnTo>
                <a:lnTo>
                  <a:pt x="651" y="996"/>
                </a:lnTo>
                <a:lnTo>
                  <a:pt x="650" y="996"/>
                </a:lnTo>
                <a:lnTo>
                  <a:pt x="650" y="997"/>
                </a:lnTo>
                <a:lnTo>
                  <a:pt x="649" y="997"/>
                </a:lnTo>
                <a:lnTo>
                  <a:pt x="646" y="996"/>
                </a:lnTo>
                <a:lnTo>
                  <a:pt x="645" y="996"/>
                </a:lnTo>
                <a:lnTo>
                  <a:pt x="644" y="997"/>
                </a:lnTo>
                <a:lnTo>
                  <a:pt x="643" y="997"/>
                </a:lnTo>
                <a:lnTo>
                  <a:pt x="643" y="998"/>
                </a:lnTo>
                <a:lnTo>
                  <a:pt x="644" y="1001"/>
                </a:lnTo>
                <a:lnTo>
                  <a:pt x="643" y="1002"/>
                </a:lnTo>
                <a:lnTo>
                  <a:pt x="642" y="1005"/>
                </a:lnTo>
                <a:lnTo>
                  <a:pt x="642" y="1007"/>
                </a:lnTo>
                <a:lnTo>
                  <a:pt x="641" y="1009"/>
                </a:lnTo>
                <a:lnTo>
                  <a:pt x="640" y="1015"/>
                </a:lnTo>
                <a:lnTo>
                  <a:pt x="640" y="1020"/>
                </a:lnTo>
                <a:lnTo>
                  <a:pt x="639" y="1022"/>
                </a:lnTo>
                <a:lnTo>
                  <a:pt x="639" y="1023"/>
                </a:lnTo>
                <a:lnTo>
                  <a:pt x="639" y="1024"/>
                </a:lnTo>
                <a:lnTo>
                  <a:pt x="639" y="1026"/>
                </a:lnTo>
                <a:lnTo>
                  <a:pt x="639" y="1027"/>
                </a:lnTo>
                <a:lnTo>
                  <a:pt x="638" y="1027"/>
                </a:lnTo>
                <a:lnTo>
                  <a:pt x="639" y="1027"/>
                </a:lnTo>
                <a:lnTo>
                  <a:pt x="639" y="1028"/>
                </a:lnTo>
                <a:lnTo>
                  <a:pt x="639" y="1029"/>
                </a:lnTo>
                <a:lnTo>
                  <a:pt x="640" y="1029"/>
                </a:lnTo>
                <a:lnTo>
                  <a:pt x="640" y="1030"/>
                </a:lnTo>
                <a:lnTo>
                  <a:pt x="639" y="1031"/>
                </a:lnTo>
                <a:lnTo>
                  <a:pt x="638" y="1033"/>
                </a:lnTo>
                <a:lnTo>
                  <a:pt x="637" y="1036"/>
                </a:lnTo>
                <a:lnTo>
                  <a:pt x="636" y="1036"/>
                </a:lnTo>
                <a:lnTo>
                  <a:pt x="635" y="1037"/>
                </a:lnTo>
                <a:lnTo>
                  <a:pt x="634" y="1037"/>
                </a:lnTo>
                <a:lnTo>
                  <a:pt x="634" y="1038"/>
                </a:lnTo>
                <a:lnTo>
                  <a:pt x="635" y="1042"/>
                </a:lnTo>
                <a:lnTo>
                  <a:pt x="635" y="1043"/>
                </a:lnTo>
                <a:lnTo>
                  <a:pt x="635" y="1044"/>
                </a:lnTo>
                <a:lnTo>
                  <a:pt x="636" y="1045"/>
                </a:lnTo>
                <a:lnTo>
                  <a:pt x="637" y="1045"/>
                </a:lnTo>
                <a:lnTo>
                  <a:pt x="638" y="1046"/>
                </a:lnTo>
                <a:lnTo>
                  <a:pt x="639" y="1047"/>
                </a:lnTo>
                <a:lnTo>
                  <a:pt x="639" y="1048"/>
                </a:lnTo>
                <a:lnTo>
                  <a:pt x="640" y="1048"/>
                </a:lnTo>
                <a:lnTo>
                  <a:pt x="643" y="1049"/>
                </a:lnTo>
                <a:lnTo>
                  <a:pt x="644" y="1049"/>
                </a:lnTo>
                <a:lnTo>
                  <a:pt x="645" y="1050"/>
                </a:lnTo>
                <a:lnTo>
                  <a:pt x="645" y="1053"/>
                </a:lnTo>
                <a:lnTo>
                  <a:pt x="645" y="1054"/>
                </a:lnTo>
                <a:lnTo>
                  <a:pt x="644" y="1055"/>
                </a:lnTo>
                <a:lnTo>
                  <a:pt x="644" y="1056"/>
                </a:lnTo>
                <a:lnTo>
                  <a:pt x="644" y="1058"/>
                </a:lnTo>
                <a:lnTo>
                  <a:pt x="644" y="1061"/>
                </a:lnTo>
                <a:lnTo>
                  <a:pt x="645" y="1062"/>
                </a:lnTo>
                <a:lnTo>
                  <a:pt x="645" y="1063"/>
                </a:lnTo>
                <a:lnTo>
                  <a:pt x="644" y="1065"/>
                </a:lnTo>
                <a:lnTo>
                  <a:pt x="644" y="1066"/>
                </a:lnTo>
                <a:lnTo>
                  <a:pt x="643" y="1068"/>
                </a:lnTo>
                <a:lnTo>
                  <a:pt x="641" y="1068"/>
                </a:lnTo>
                <a:lnTo>
                  <a:pt x="641" y="1067"/>
                </a:lnTo>
                <a:lnTo>
                  <a:pt x="640" y="1067"/>
                </a:lnTo>
                <a:lnTo>
                  <a:pt x="638" y="1067"/>
                </a:lnTo>
                <a:lnTo>
                  <a:pt x="637" y="1068"/>
                </a:lnTo>
                <a:lnTo>
                  <a:pt x="636" y="1069"/>
                </a:lnTo>
                <a:lnTo>
                  <a:pt x="635" y="1070"/>
                </a:lnTo>
                <a:lnTo>
                  <a:pt x="634" y="1071"/>
                </a:lnTo>
                <a:lnTo>
                  <a:pt x="632" y="1072"/>
                </a:lnTo>
                <a:lnTo>
                  <a:pt x="632" y="1073"/>
                </a:lnTo>
                <a:lnTo>
                  <a:pt x="630" y="1075"/>
                </a:lnTo>
                <a:lnTo>
                  <a:pt x="630" y="1076"/>
                </a:lnTo>
                <a:lnTo>
                  <a:pt x="629" y="1076"/>
                </a:lnTo>
                <a:lnTo>
                  <a:pt x="628" y="1076"/>
                </a:lnTo>
                <a:lnTo>
                  <a:pt x="627" y="1076"/>
                </a:lnTo>
                <a:lnTo>
                  <a:pt x="626" y="1077"/>
                </a:lnTo>
                <a:lnTo>
                  <a:pt x="625" y="1077"/>
                </a:lnTo>
                <a:lnTo>
                  <a:pt x="625" y="1078"/>
                </a:lnTo>
                <a:lnTo>
                  <a:pt x="624" y="1081"/>
                </a:lnTo>
                <a:lnTo>
                  <a:pt x="623" y="1081"/>
                </a:lnTo>
                <a:lnTo>
                  <a:pt x="622" y="1082"/>
                </a:lnTo>
                <a:lnTo>
                  <a:pt x="621" y="1083"/>
                </a:lnTo>
                <a:lnTo>
                  <a:pt x="621" y="1085"/>
                </a:lnTo>
                <a:lnTo>
                  <a:pt x="621" y="1086"/>
                </a:lnTo>
                <a:lnTo>
                  <a:pt x="622" y="1086"/>
                </a:lnTo>
                <a:lnTo>
                  <a:pt x="621" y="1088"/>
                </a:lnTo>
                <a:lnTo>
                  <a:pt x="621" y="1089"/>
                </a:lnTo>
                <a:lnTo>
                  <a:pt x="620" y="1089"/>
                </a:lnTo>
                <a:lnTo>
                  <a:pt x="618" y="1088"/>
                </a:lnTo>
                <a:lnTo>
                  <a:pt x="615" y="1086"/>
                </a:lnTo>
                <a:lnTo>
                  <a:pt x="612" y="1085"/>
                </a:lnTo>
                <a:lnTo>
                  <a:pt x="611" y="1085"/>
                </a:lnTo>
                <a:lnTo>
                  <a:pt x="610" y="1085"/>
                </a:lnTo>
                <a:lnTo>
                  <a:pt x="609" y="1084"/>
                </a:lnTo>
                <a:lnTo>
                  <a:pt x="608" y="1084"/>
                </a:lnTo>
                <a:lnTo>
                  <a:pt x="608" y="1083"/>
                </a:lnTo>
                <a:lnTo>
                  <a:pt x="605" y="1084"/>
                </a:lnTo>
                <a:lnTo>
                  <a:pt x="605" y="1085"/>
                </a:lnTo>
                <a:lnTo>
                  <a:pt x="604" y="1086"/>
                </a:lnTo>
                <a:lnTo>
                  <a:pt x="603" y="1086"/>
                </a:lnTo>
                <a:lnTo>
                  <a:pt x="602" y="1086"/>
                </a:lnTo>
                <a:lnTo>
                  <a:pt x="601" y="1086"/>
                </a:lnTo>
                <a:lnTo>
                  <a:pt x="600" y="1085"/>
                </a:lnTo>
                <a:lnTo>
                  <a:pt x="597" y="1085"/>
                </a:lnTo>
                <a:lnTo>
                  <a:pt x="596" y="1085"/>
                </a:lnTo>
                <a:lnTo>
                  <a:pt x="595" y="1085"/>
                </a:lnTo>
                <a:lnTo>
                  <a:pt x="595" y="1086"/>
                </a:lnTo>
                <a:lnTo>
                  <a:pt x="595" y="1087"/>
                </a:lnTo>
                <a:lnTo>
                  <a:pt x="593" y="1088"/>
                </a:lnTo>
                <a:lnTo>
                  <a:pt x="592" y="1087"/>
                </a:lnTo>
                <a:lnTo>
                  <a:pt x="592" y="1086"/>
                </a:lnTo>
                <a:lnTo>
                  <a:pt x="591" y="1086"/>
                </a:lnTo>
                <a:lnTo>
                  <a:pt x="591" y="1085"/>
                </a:lnTo>
                <a:lnTo>
                  <a:pt x="590" y="1084"/>
                </a:lnTo>
                <a:lnTo>
                  <a:pt x="587" y="1084"/>
                </a:lnTo>
                <a:lnTo>
                  <a:pt x="587" y="1083"/>
                </a:lnTo>
                <a:lnTo>
                  <a:pt x="585" y="1083"/>
                </a:lnTo>
                <a:lnTo>
                  <a:pt x="585" y="1084"/>
                </a:lnTo>
                <a:lnTo>
                  <a:pt x="582" y="1084"/>
                </a:lnTo>
                <a:lnTo>
                  <a:pt x="582" y="1085"/>
                </a:lnTo>
                <a:lnTo>
                  <a:pt x="581" y="1085"/>
                </a:lnTo>
                <a:lnTo>
                  <a:pt x="579" y="1085"/>
                </a:lnTo>
                <a:lnTo>
                  <a:pt x="576" y="1083"/>
                </a:lnTo>
                <a:lnTo>
                  <a:pt x="575" y="1083"/>
                </a:lnTo>
                <a:lnTo>
                  <a:pt x="575" y="1082"/>
                </a:lnTo>
                <a:lnTo>
                  <a:pt x="575" y="1081"/>
                </a:lnTo>
                <a:lnTo>
                  <a:pt x="573" y="1082"/>
                </a:lnTo>
                <a:lnTo>
                  <a:pt x="571" y="1084"/>
                </a:lnTo>
                <a:lnTo>
                  <a:pt x="570" y="1084"/>
                </a:lnTo>
                <a:lnTo>
                  <a:pt x="567" y="1085"/>
                </a:lnTo>
                <a:lnTo>
                  <a:pt x="566" y="1085"/>
                </a:lnTo>
                <a:lnTo>
                  <a:pt x="565" y="1085"/>
                </a:lnTo>
                <a:lnTo>
                  <a:pt x="564" y="1084"/>
                </a:lnTo>
                <a:lnTo>
                  <a:pt x="563" y="1084"/>
                </a:lnTo>
                <a:lnTo>
                  <a:pt x="562" y="1084"/>
                </a:lnTo>
                <a:lnTo>
                  <a:pt x="561" y="1083"/>
                </a:lnTo>
                <a:lnTo>
                  <a:pt x="560" y="1083"/>
                </a:lnTo>
                <a:lnTo>
                  <a:pt x="558" y="1084"/>
                </a:lnTo>
                <a:lnTo>
                  <a:pt x="555" y="1086"/>
                </a:lnTo>
                <a:lnTo>
                  <a:pt x="555" y="1087"/>
                </a:lnTo>
                <a:lnTo>
                  <a:pt x="553" y="1090"/>
                </a:lnTo>
                <a:lnTo>
                  <a:pt x="552" y="1091"/>
                </a:lnTo>
                <a:lnTo>
                  <a:pt x="552" y="1093"/>
                </a:lnTo>
                <a:lnTo>
                  <a:pt x="551" y="1094"/>
                </a:lnTo>
                <a:lnTo>
                  <a:pt x="550" y="1096"/>
                </a:lnTo>
                <a:lnTo>
                  <a:pt x="550" y="1097"/>
                </a:lnTo>
                <a:lnTo>
                  <a:pt x="549" y="1098"/>
                </a:lnTo>
                <a:lnTo>
                  <a:pt x="549" y="1100"/>
                </a:lnTo>
                <a:lnTo>
                  <a:pt x="550" y="1100"/>
                </a:lnTo>
                <a:lnTo>
                  <a:pt x="550" y="1101"/>
                </a:lnTo>
                <a:lnTo>
                  <a:pt x="550" y="1102"/>
                </a:lnTo>
                <a:lnTo>
                  <a:pt x="550" y="1104"/>
                </a:lnTo>
                <a:lnTo>
                  <a:pt x="549" y="1105"/>
                </a:lnTo>
                <a:lnTo>
                  <a:pt x="547" y="1105"/>
                </a:lnTo>
                <a:lnTo>
                  <a:pt x="543" y="1104"/>
                </a:lnTo>
                <a:lnTo>
                  <a:pt x="542" y="1104"/>
                </a:lnTo>
                <a:lnTo>
                  <a:pt x="542" y="1103"/>
                </a:lnTo>
                <a:lnTo>
                  <a:pt x="541" y="1103"/>
                </a:lnTo>
                <a:lnTo>
                  <a:pt x="541" y="1104"/>
                </a:lnTo>
                <a:lnTo>
                  <a:pt x="540" y="1106"/>
                </a:lnTo>
                <a:lnTo>
                  <a:pt x="539" y="1107"/>
                </a:lnTo>
                <a:lnTo>
                  <a:pt x="538" y="1109"/>
                </a:lnTo>
                <a:lnTo>
                  <a:pt x="538" y="1113"/>
                </a:lnTo>
                <a:lnTo>
                  <a:pt x="538" y="1114"/>
                </a:lnTo>
                <a:lnTo>
                  <a:pt x="537" y="1114"/>
                </a:lnTo>
                <a:lnTo>
                  <a:pt x="537" y="1115"/>
                </a:lnTo>
                <a:lnTo>
                  <a:pt x="536" y="1115"/>
                </a:lnTo>
                <a:lnTo>
                  <a:pt x="535" y="1116"/>
                </a:lnTo>
                <a:lnTo>
                  <a:pt x="535" y="1115"/>
                </a:lnTo>
                <a:lnTo>
                  <a:pt x="534" y="1115"/>
                </a:lnTo>
                <a:lnTo>
                  <a:pt x="533" y="1114"/>
                </a:lnTo>
                <a:lnTo>
                  <a:pt x="531" y="1115"/>
                </a:lnTo>
                <a:lnTo>
                  <a:pt x="529" y="1116"/>
                </a:lnTo>
                <a:lnTo>
                  <a:pt x="527" y="1116"/>
                </a:lnTo>
                <a:lnTo>
                  <a:pt x="527" y="1115"/>
                </a:lnTo>
                <a:lnTo>
                  <a:pt x="527" y="1113"/>
                </a:lnTo>
                <a:lnTo>
                  <a:pt x="525" y="1111"/>
                </a:lnTo>
                <a:lnTo>
                  <a:pt x="524" y="1111"/>
                </a:lnTo>
                <a:lnTo>
                  <a:pt x="523" y="1111"/>
                </a:lnTo>
                <a:lnTo>
                  <a:pt x="522" y="1110"/>
                </a:lnTo>
                <a:lnTo>
                  <a:pt x="521" y="1110"/>
                </a:lnTo>
                <a:lnTo>
                  <a:pt x="519" y="1110"/>
                </a:lnTo>
                <a:lnTo>
                  <a:pt x="518" y="1110"/>
                </a:lnTo>
                <a:lnTo>
                  <a:pt x="518" y="1111"/>
                </a:lnTo>
                <a:lnTo>
                  <a:pt x="517" y="1111"/>
                </a:lnTo>
                <a:lnTo>
                  <a:pt x="515" y="1112"/>
                </a:lnTo>
                <a:lnTo>
                  <a:pt x="514" y="1110"/>
                </a:lnTo>
                <a:lnTo>
                  <a:pt x="514" y="1109"/>
                </a:lnTo>
                <a:lnTo>
                  <a:pt x="514" y="1108"/>
                </a:lnTo>
                <a:lnTo>
                  <a:pt x="512" y="1108"/>
                </a:lnTo>
                <a:lnTo>
                  <a:pt x="512" y="1109"/>
                </a:lnTo>
                <a:lnTo>
                  <a:pt x="511" y="1108"/>
                </a:lnTo>
                <a:lnTo>
                  <a:pt x="510" y="1108"/>
                </a:lnTo>
                <a:lnTo>
                  <a:pt x="511" y="1106"/>
                </a:lnTo>
                <a:lnTo>
                  <a:pt x="512" y="1105"/>
                </a:lnTo>
                <a:lnTo>
                  <a:pt x="512" y="1104"/>
                </a:lnTo>
                <a:lnTo>
                  <a:pt x="513" y="1104"/>
                </a:lnTo>
                <a:lnTo>
                  <a:pt x="513" y="1102"/>
                </a:lnTo>
                <a:lnTo>
                  <a:pt x="514" y="1101"/>
                </a:lnTo>
                <a:lnTo>
                  <a:pt x="514" y="1099"/>
                </a:lnTo>
                <a:lnTo>
                  <a:pt x="515" y="1099"/>
                </a:lnTo>
                <a:lnTo>
                  <a:pt x="516" y="1099"/>
                </a:lnTo>
                <a:lnTo>
                  <a:pt x="516" y="1098"/>
                </a:lnTo>
                <a:lnTo>
                  <a:pt x="516" y="1097"/>
                </a:lnTo>
                <a:lnTo>
                  <a:pt x="516" y="1096"/>
                </a:lnTo>
                <a:lnTo>
                  <a:pt x="515" y="1096"/>
                </a:lnTo>
                <a:lnTo>
                  <a:pt x="515" y="1095"/>
                </a:lnTo>
                <a:lnTo>
                  <a:pt x="516" y="1094"/>
                </a:lnTo>
                <a:lnTo>
                  <a:pt x="517" y="1090"/>
                </a:lnTo>
                <a:lnTo>
                  <a:pt x="518" y="1089"/>
                </a:lnTo>
                <a:lnTo>
                  <a:pt x="519" y="1089"/>
                </a:lnTo>
                <a:lnTo>
                  <a:pt x="519" y="1087"/>
                </a:lnTo>
                <a:lnTo>
                  <a:pt x="519" y="1084"/>
                </a:lnTo>
                <a:lnTo>
                  <a:pt x="519" y="1081"/>
                </a:lnTo>
                <a:lnTo>
                  <a:pt x="518" y="1080"/>
                </a:lnTo>
                <a:lnTo>
                  <a:pt x="517" y="1079"/>
                </a:lnTo>
                <a:lnTo>
                  <a:pt x="516" y="1078"/>
                </a:lnTo>
                <a:lnTo>
                  <a:pt x="514" y="1077"/>
                </a:lnTo>
                <a:lnTo>
                  <a:pt x="513" y="1074"/>
                </a:lnTo>
                <a:lnTo>
                  <a:pt x="513" y="1069"/>
                </a:lnTo>
                <a:lnTo>
                  <a:pt x="514" y="1067"/>
                </a:lnTo>
                <a:lnTo>
                  <a:pt x="514" y="1066"/>
                </a:lnTo>
                <a:lnTo>
                  <a:pt x="513" y="1066"/>
                </a:lnTo>
                <a:lnTo>
                  <a:pt x="512" y="1065"/>
                </a:lnTo>
                <a:lnTo>
                  <a:pt x="512" y="1064"/>
                </a:lnTo>
                <a:lnTo>
                  <a:pt x="511" y="1064"/>
                </a:lnTo>
                <a:lnTo>
                  <a:pt x="512" y="1064"/>
                </a:lnTo>
                <a:lnTo>
                  <a:pt x="512" y="1061"/>
                </a:lnTo>
                <a:lnTo>
                  <a:pt x="513" y="1059"/>
                </a:lnTo>
                <a:lnTo>
                  <a:pt x="513" y="1058"/>
                </a:lnTo>
                <a:lnTo>
                  <a:pt x="514" y="1058"/>
                </a:lnTo>
                <a:lnTo>
                  <a:pt x="514" y="1057"/>
                </a:lnTo>
                <a:lnTo>
                  <a:pt x="513" y="1055"/>
                </a:lnTo>
                <a:lnTo>
                  <a:pt x="511" y="1054"/>
                </a:lnTo>
                <a:lnTo>
                  <a:pt x="510" y="1054"/>
                </a:lnTo>
                <a:lnTo>
                  <a:pt x="510" y="1053"/>
                </a:lnTo>
                <a:lnTo>
                  <a:pt x="509" y="1053"/>
                </a:lnTo>
                <a:lnTo>
                  <a:pt x="509" y="1052"/>
                </a:lnTo>
                <a:lnTo>
                  <a:pt x="508" y="1051"/>
                </a:lnTo>
                <a:lnTo>
                  <a:pt x="507" y="1051"/>
                </a:lnTo>
                <a:lnTo>
                  <a:pt x="508" y="1048"/>
                </a:lnTo>
                <a:lnTo>
                  <a:pt x="509" y="1046"/>
                </a:lnTo>
                <a:lnTo>
                  <a:pt x="509" y="1045"/>
                </a:lnTo>
                <a:lnTo>
                  <a:pt x="510" y="1045"/>
                </a:lnTo>
                <a:lnTo>
                  <a:pt x="512" y="1045"/>
                </a:lnTo>
                <a:lnTo>
                  <a:pt x="512" y="1044"/>
                </a:lnTo>
                <a:lnTo>
                  <a:pt x="513" y="1042"/>
                </a:lnTo>
                <a:lnTo>
                  <a:pt x="513" y="1039"/>
                </a:lnTo>
                <a:lnTo>
                  <a:pt x="513" y="1038"/>
                </a:lnTo>
                <a:lnTo>
                  <a:pt x="513" y="1037"/>
                </a:lnTo>
                <a:lnTo>
                  <a:pt x="512" y="1037"/>
                </a:lnTo>
                <a:lnTo>
                  <a:pt x="511" y="1037"/>
                </a:lnTo>
                <a:lnTo>
                  <a:pt x="510" y="1038"/>
                </a:lnTo>
                <a:lnTo>
                  <a:pt x="508" y="1038"/>
                </a:lnTo>
                <a:lnTo>
                  <a:pt x="504" y="1037"/>
                </a:lnTo>
                <a:lnTo>
                  <a:pt x="504" y="1036"/>
                </a:lnTo>
                <a:lnTo>
                  <a:pt x="503" y="1035"/>
                </a:lnTo>
                <a:lnTo>
                  <a:pt x="504" y="1034"/>
                </a:lnTo>
                <a:lnTo>
                  <a:pt x="504" y="1033"/>
                </a:lnTo>
                <a:lnTo>
                  <a:pt x="504" y="1032"/>
                </a:lnTo>
                <a:lnTo>
                  <a:pt x="504" y="1029"/>
                </a:lnTo>
                <a:lnTo>
                  <a:pt x="504" y="1028"/>
                </a:lnTo>
                <a:lnTo>
                  <a:pt x="504" y="1027"/>
                </a:lnTo>
                <a:lnTo>
                  <a:pt x="505" y="1023"/>
                </a:lnTo>
                <a:lnTo>
                  <a:pt x="504" y="1023"/>
                </a:lnTo>
                <a:lnTo>
                  <a:pt x="503" y="1023"/>
                </a:lnTo>
                <a:lnTo>
                  <a:pt x="502" y="1023"/>
                </a:lnTo>
                <a:lnTo>
                  <a:pt x="501" y="1023"/>
                </a:lnTo>
                <a:lnTo>
                  <a:pt x="500" y="1022"/>
                </a:lnTo>
                <a:lnTo>
                  <a:pt x="500" y="1020"/>
                </a:lnTo>
                <a:lnTo>
                  <a:pt x="500" y="1019"/>
                </a:lnTo>
                <a:lnTo>
                  <a:pt x="497" y="1018"/>
                </a:lnTo>
                <a:lnTo>
                  <a:pt x="496" y="1018"/>
                </a:lnTo>
                <a:lnTo>
                  <a:pt x="494" y="1020"/>
                </a:lnTo>
                <a:lnTo>
                  <a:pt x="494" y="1021"/>
                </a:lnTo>
                <a:lnTo>
                  <a:pt x="495" y="1021"/>
                </a:lnTo>
                <a:lnTo>
                  <a:pt x="494" y="1022"/>
                </a:lnTo>
                <a:lnTo>
                  <a:pt x="493" y="1023"/>
                </a:lnTo>
                <a:lnTo>
                  <a:pt x="492" y="1024"/>
                </a:lnTo>
                <a:lnTo>
                  <a:pt x="491" y="1025"/>
                </a:lnTo>
                <a:lnTo>
                  <a:pt x="488" y="1025"/>
                </a:lnTo>
                <a:lnTo>
                  <a:pt x="485" y="1024"/>
                </a:lnTo>
                <a:lnTo>
                  <a:pt x="484" y="1023"/>
                </a:lnTo>
                <a:lnTo>
                  <a:pt x="481" y="1022"/>
                </a:lnTo>
                <a:lnTo>
                  <a:pt x="481" y="1021"/>
                </a:lnTo>
                <a:lnTo>
                  <a:pt x="480" y="1021"/>
                </a:lnTo>
                <a:lnTo>
                  <a:pt x="479" y="1021"/>
                </a:lnTo>
                <a:lnTo>
                  <a:pt x="478" y="1018"/>
                </a:lnTo>
                <a:lnTo>
                  <a:pt x="478" y="1017"/>
                </a:lnTo>
                <a:lnTo>
                  <a:pt x="478" y="1016"/>
                </a:lnTo>
                <a:lnTo>
                  <a:pt x="476" y="1016"/>
                </a:lnTo>
                <a:lnTo>
                  <a:pt x="475" y="1016"/>
                </a:lnTo>
                <a:lnTo>
                  <a:pt x="474" y="1016"/>
                </a:lnTo>
                <a:lnTo>
                  <a:pt x="474" y="1017"/>
                </a:lnTo>
                <a:lnTo>
                  <a:pt x="473" y="1020"/>
                </a:lnTo>
                <a:lnTo>
                  <a:pt x="471" y="1020"/>
                </a:lnTo>
                <a:lnTo>
                  <a:pt x="471" y="1021"/>
                </a:lnTo>
                <a:lnTo>
                  <a:pt x="470" y="1021"/>
                </a:lnTo>
                <a:lnTo>
                  <a:pt x="469" y="1021"/>
                </a:lnTo>
                <a:lnTo>
                  <a:pt x="468" y="1023"/>
                </a:lnTo>
                <a:lnTo>
                  <a:pt x="467" y="1023"/>
                </a:lnTo>
                <a:lnTo>
                  <a:pt x="467" y="1024"/>
                </a:lnTo>
                <a:lnTo>
                  <a:pt x="467" y="1025"/>
                </a:lnTo>
                <a:lnTo>
                  <a:pt x="467" y="1026"/>
                </a:lnTo>
                <a:lnTo>
                  <a:pt x="465" y="1029"/>
                </a:lnTo>
                <a:lnTo>
                  <a:pt x="464" y="1029"/>
                </a:lnTo>
                <a:lnTo>
                  <a:pt x="463" y="1031"/>
                </a:lnTo>
                <a:lnTo>
                  <a:pt x="464" y="1032"/>
                </a:lnTo>
                <a:lnTo>
                  <a:pt x="463" y="1032"/>
                </a:lnTo>
                <a:lnTo>
                  <a:pt x="463" y="1033"/>
                </a:lnTo>
                <a:lnTo>
                  <a:pt x="462" y="1033"/>
                </a:lnTo>
                <a:lnTo>
                  <a:pt x="460" y="1033"/>
                </a:lnTo>
                <a:lnTo>
                  <a:pt x="458" y="1034"/>
                </a:lnTo>
                <a:lnTo>
                  <a:pt x="455" y="1036"/>
                </a:lnTo>
                <a:lnTo>
                  <a:pt x="454" y="1037"/>
                </a:lnTo>
                <a:lnTo>
                  <a:pt x="453" y="1037"/>
                </a:lnTo>
                <a:lnTo>
                  <a:pt x="453" y="1038"/>
                </a:lnTo>
                <a:lnTo>
                  <a:pt x="453" y="1039"/>
                </a:lnTo>
                <a:lnTo>
                  <a:pt x="451" y="1039"/>
                </a:lnTo>
                <a:lnTo>
                  <a:pt x="450" y="1039"/>
                </a:lnTo>
                <a:lnTo>
                  <a:pt x="448" y="1039"/>
                </a:lnTo>
                <a:lnTo>
                  <a:pt x="446" y="1040"/>
                </a:lnTo>
                <a:lnTo>
                  <a:pt x="446" y="1042"/>
                </a:lnTo>
                <a:lnTo>
                  <a:pt x="446" y="1044"/>
                </a:lnTo>
                <a:lnTo>
                  <a:pt x="447" y="1045"/>
                </a:lnTo>
                <a:lnTo>
                  <a:pt x="446" y="1046"/>
                </a:lnTo>
                <a:lnTo>
                  <a:pt x="446" y="1047"/>
                </a:lnTo>
                <a:lnTo>
                  <a:pt x="447" y="1050"/>
                </a:lnTo>
                <a:lnTo>
                  <a:pt x="447" y="1051"/>
                </a:lnTo>
                <a:lnTo>
                  <a:pt x="446" y="1051"/>
                </a:lnTo>
                <a:lnTo>
                  <a:pt x="446" y="1052"/>
                </a:lnTo>
                <a:lnTo>
                  <a:pt x="445" y="1053"/>
                </a:lnTo>
                <a:lnTo>
                  <a:pt x="445" y="1054"/>
                </a:lnTo>
                <a:lnTo>
                  <a:pt x="446" y="1058"/>
                </a:lnTo>
                <a:lnTo>
                  <a:pt x="446" y="1059"/>
                </a:lnTo>
                <a:lnTo>
                  <a:pt x="446" y="1060"/>
                </a:lnTo>
                <a:lnTo>
                  <a:pt x="445" y="1060"/>
                </a:lnTo>
                <a:lnTo>
                  <a:pt x="443" y="1060"/>
                </a:lnTo>
                <a:lnTo>
                  <a:pt x="442" y="1061"/>
                </a:lnTo>
                <a:lnTo>
                  <a:pt x="441" y="1061"/>
                </a:lnTo>
                <a:lnTo>
                  <a:pt x="437" y="1063"/>
                </a:lnTo>
                <a:lnTo>
                  <a:pt x="436" y="1063"/>
                </a:lnTo>
                <a:lnTo>
                  <a:pt x="434" y="1063"/>
                </a:lnTo>
                <a:lnTo>
                  <a:pt x="434" y="1062"/>
                </a:lnTo>
                <a:lnTo>
                  <a:pt x="433" y="1062"/>
                </a:lnTo>
                <a:lnTo>
                  <a:pt x="432" y="1063"/>
                </a:lnTo>
                <a:lnTo>
                  <a:pt x="431" y="1063"/>
                </a:lnTo>
                <a:lnTo>
                  <a:pt x="430" y="1064"/>
                </a:lnTo>
                <a:lnTo>
                  <a:pt x="429" y="1065"/>
                </a:lnTo>
                <a:lnTo>
                  <a:pt x="428" y="1065"/>
                </a:lnTo>
                <a:lnTo>
                  <a:pt x="428" y="1064"/>
                </a:lnTo>
                <a:lnTo>
                  <a:pt x="427" y="1064"/>
                </a:lnTo>
                <a:lnTo>
                  <a:pt x="426" y="1064"/>
                </a:lnTo>
                <a:lnTo>
                  <a:pt x="426" y="1065"/>
                </a:lnTo>
                <a:lnTo>
                  <a:pt x="425" y="1066"/>
                </a:lnTo>
                <a:lnTo>
                  <a:pt x="424" y="1067"/>
                </a:lnTo>
                <a:lnTo>
                  <a:pt x="424" y="1066"/>
                </a:lnTo>
                <a:lnTo>
                  <a:pt x="424" y="1065"/>
                </a:lnTo>
                <a:lnTo>
                  <a:pt x="425" y="1065"/>
                </a:lnTo>
                <a:lnTo>
                  <a:pt x="425" y="1063"/>
                </a:lnTo>
                <a:lnTo>
                  <a:pt x="425" y="1062"/>
                </a:lnTo>
                <a:lnTo>
                  <a:pt x="425" y="1061"/>
                </a:lnTo>
                <a:lnTo>
                  <a:pt x="425" y="1060"/>
                </a:lnTo>
                <a:lnTo>
                  <a:pt x="425" y="1059"/>
                </a:lnTo>
                <a:lnTo>
                  <a:pt x="426" y="1058"/>
                </a:lnTo>
                <a:lnTo>
                  <a:pt x="426" y="1057"/>
                </a:lnTo>
                <a:lnTo>
                  <a:pt x="425" y="1057"/>
                </a:lnTo>
                <a:lnTo>
                  <a:pt x="424" y="1056"/>
                </a:lnTo>
                <a:lnTo>
                  <a:pt x="423" y="1056"/>
                </a:lnTo>
                <a:lnTo>
                  <a:pt x="422" y="1056"/>
                </a:lnTo>
                <a:lnTo>
                  <a:pt x="421" y="1054"/>
                </a:lnTo>
                <a:lnTo>
                  <a:pt x="422" y="1054"/>
                </a:lnTo>
                <a:lnTo>
                  <a:pt x="423" y="1052"/>
                </a:lnTo>
                <a:lnTo>
                  <a:pt x="421" y="1050"/>
                </a:lnTo>
                <a:lnTo>
                  <a:pt x="420" y="1050"/>
                </a:lnTo>
                <a:lnTo>
                  <a:pt x="419" y="1049"/>
                </a:lnTo>
                <a:lnTo>
                  <a:pt x="418" y="1046"/>
                </a:lnTo>
                <a:lnTo>
                  <a:pt x="418" y="1045"/>
                </a:lnTo>
                <a:lnTo>
                  <a:pt x="418" y="1044"/>
                </a:lnTo>
                <a:lnTo>
                  <a:pt x="418" y="1043"/>
                </a:lnTo>
                <a:lnTo>
                  <a:pt x="418" y="1042"/>
                </a:lnTo>
                <a:lnTo>
                  <a:pt x="417" y="1041"/>
                </a:lnTo>
                <a:lnTo>
                  <a:pt x="417" y="1040"/>
                </a:lnTo>
                <a:lnTo>
                  <a:pt x="418" y="1037"/>
                </a:lnTo>
                <a:lnTo>
                  <a:pt x="419" y="1035"/>
                </a:lnTo>
                <a:lnTo>
                  <a:pt x="420" y="1034"/>
                </a:lnTo>
                <a:lnTo>
                  <a:pt x="419" y="1034"/>
                </a:lnTo>
                <a:lnTo>
                  <a:pt x="419" y="1033"/>
                </a:lnTo>
                <a:lnTo>
                  <a:pt x="421" y="1031"/>
                </a:lnTo>
                <a:lnTo>
                  <a:pt x="421" y="1030"/>
                </a:lnTo>
                <a:lnTo>
                  <a:pt x="422" y="1029"/>
                </a:lnTo>
                <a:lnTo>
                  <a:pt x="422" y="1028"/>
                </a:lnTo>
                <a:lnTo>
                  <a:pt x="421" y="1027"/>
                </a:lnTo>
                <a:lnTo>
                  <a:pt x="422" y="1024"/>
                </a:lnTo>
                <a:lnTo>
                  <a:pt x="423" y="1022"/>
                </a:lnTo>
                <a:lnTo>
                  <a:pt x="424" y="1019"/>
                </a:lnTo>
                <a:lnTo>
                  <a:pt x="425" y="1018"/>
                </a:lnTo>
                <a:lnTo>
                  <a:pt x="424" y="1016"/>
                </a:lnTo>
                <a:lnTo>
                  <a:pt x="425" y="1015"/>
                </a:lnTo>
                <a:lnTo>
                  <a:pt x="426" y="1014"/>
                </a:lnTo>
                <a:lnTo>
                  <a:pt x="427" y="1014"/>
                </a:lnTo>
                <a:lnTo>
                  <a:pt x="428" y="1014"/>
                </a:lnTo>
                <a:lnTo>
                  <a:pt x="429" y="1014"/>
                </a:lnTo>
                <a:lnTo>
                  <a:pt x="430" y="1013"/>
                </a:lnTo>
                <a:lnTo>
                  <a:pt x="431" y="1012"/>
                </a:lnTo>
                <a:lnTo>
                  <a:pt x="434" y="1011"/>
                </a:lnTo>
                <a:lnTo>
                  <a:pt x="435" y="1010"/>
                </a:lnTo>
                <a:lnTo>
                  <a:pt x="437" y="1009"/>
                </a:lnTo>
                <a:lnTo>
                  <a:pt x="438" y="1008"/>
                </a:lnTo>
                <a:lnTo>
                  <a:pt x="441" y="1006"/>
                </a:lnTo>
                <a:lnTo>
                  <a:pt x="442" y="1005"/>
                </a:lnTo>
                <a:lnTo>
                  <a:pt x="444" y="1004"/>
                </a:lnTo>
                <a:lnTo>
                  <a:pt x="445" y="1004"/>
                </a:lnTo>
                <a:lnTo>
                  <a:pt x="445" y="1000"/>
                </a:lnTo>
                <a:lnTo>
                  <a:pt x="445" y="999"/>
                </a:lnTo>
                <a:lnTo>
                  <a:pt x="444" y="998"/>
                </a:lnTo>
                <a:lnTo>
                  <a:pt x="444" y="997"/>
                </a:lnTo>
                <a:lnTo>
                  <a:pt x="443" y="997"/>
                </a:lnTo>
                <a:lnTo>
                  <a:pt x="443" y="996"/>
                </a:lnTo>
                <a:lnTo>
                  <a:pt x="443" y="995"/>
                </a:lnTo>
                <a:lnTo>
                  <a:pt x="444" y="995"/>
                </a:lnTo>
                <a:lnTo>
                  <a:pt x="444" y="994"/>
                </a:lnTo>
                <a:lnTo>
                  <a:pt x="443" y="994"/>
                </a:lnTo>
                <a:lnTo>
                  <a:pt x="443" y="993"/>
                </a:lnTo>
                <a:lnTo>
                  <a:pt x="443" y="992"/>
                </a:lnTo>
                <a:lnTo>
                  <a:pt x="442" y="992"/>
                </a:lnTo>
                <a:lnTo>
                  <a:pt x="442" y="991"/>
                </a:lnTo>
                <a:lnTo>
                  <a:pt x="442" y="990"/>
                </a:lnTo>
                <a:lnTo>
                  <a:pt x="443" y="990"/>
                </a:lnTo>
                <a:lnTo>
                  <a:pt x="443" y="989"/>
                </a:lnTo>
                <a:lnTo>
                  <a:pt x="444" y="989"/>
                </a:lnTo>
                <a:lnTo>
                  <a:pt x="444" y="988"/>
                </a:lnTo>
                <a:lnTo>
                  <a:pt x="445" y="988"/>
                </a:lnTo>
                <a:lnTo>
                  <a:pt x="446" y="988"/>
                </a:lnTo>
                <a:lnTo>
                  <a:pt x="446" y="987"/>
                </a:lnTo>
                <a:lnTo>
                  <a:pt x="447" y="987"/>
                </a:lnTo>
                <a:lnTo>
                  <a:pt x="448" y="987"/>
                </a:lnTo>
                <a:lnTo>
                  <a:pt x="450" y="984"/>
                </a:lnTo>
                <a:lnTo>
                  <a:pt x="451" y="982"/>
                </a:lnTo>
                <a:lnTo>
                  <a:pt x="452" y="980"/>
                </a:lnTo>
                <a:lnTo>
                  <a:pt x="452" y="979"/>
                </a:lnTo>
                <a:lnTo>
                  <a:pt x="453" y="978"/>
                </a:lnTo>
                <a:lnTo>
                  <a:pt x="453" y="977"/>
                </a:lnTo>
                <a:lnTo>
                  <a:pt x="455" y="974"/>
                </a:lnTo>
                <a:lnTo>
                  <a:pt x="456" y="972"/>
                </a:lnTo>
                <a:lnTo>
                  <a:pt x="457" y="972"/>
                </a:lnTo>
                <a:lnTo>
                  <a:pt x="461" y="973"/>
                </a:lnTo>
                <a:lnTo>
                  <a:pt x="462" y="972"/>
                </a:lnTo>
                <a:lnTo>
                  <a:pt x="463" y="971"/>
                </a:lnTo>
                <a:lnTo>
                  <a:pt x="465" y="970"/>
                </a:lnTo>
                <a:lnTo>
                  <a:pt x="465" y="969"/>
                </a:lnTo>
                <a:lnTo>
                  <a:pt x="469" y="966"/>
                </a:lnTo>
                <a:lnTo>
                  <a:pt x="469" y="965"/>
                </a:lnTo>
                <a:lnTo>
                  <a:pt x="470" y="962"/>
                </a:lnTo>
                <a:lnTo>
                  <a:pt x="470" y="960"/>
                </a:lnTo>
                <a:lnTo>
                  <a:pt x="471" y="960"/>
                </a:lnTo>
                <a:lnTo>
                  <a:pt x="472" y="960"/>
                </a:lnTo>
                <a:lnTo>
                  <a:pt x="474" y="958"/>
                </a:lnTo>
                <a:lnTo>
                  <a:pt x="475" y="957"/>
                </a:lnTo>
                <a:lnTo>
                  <a:pt x="476" y="955"/>
                </a:lnTo>
                <a:lnTo>
                  <a:pt x="476" y="954"/>
                </a:lnTo>
                <a:lnTo>
                  <a:pt x="477" y="954"/>
                </a:lnTo>
                <a:lnTo>
                  <a:pt x="477" y="953"/>
                </a:lnTo>
                <a:lnTo>
                  <a:pt x="476" y="952"/>
                </a:lnTo>
                <a:lnTo>
                  <a:pt x="476" y="951"/>
                </a:lnTo>
                <a:lnTo>
                  <a:pt x="477" y="950"/>
                </a:lnTo>
                <a:lnTo>
                  <a:pt x="477" y="949"/>
                </a:lnTo>
                <a:lnTo>
                  <a:pt x="478" y="947"/>
                </a:lnTo>
                <a:lnTo>
                  <a:pt x="479" y="946"/>
                </a:lnTo>
                <a:lnTo>
                  <a:pt x="479" y="945"/>
                </a:lnTo>
                <a:lnTo>
                  <a:pt x="480" y="945"/>
                </a:lnTo>
                <a:lnTo>
                  <a:pt x="480" y="944"/>
                </a:lnTo>
                <a:lnTo>
                  <a:pt x="481" y="939"/>
                </a:lnTo>
                <a:lnTo>
                  <a:pt x="481" y="938"/>
                </a:lnTo>
                <a:lnTo>
                  <a:pt x="480" y="936"/>
                </a:lnTo>
                <a:lnTo>
                  <a:pt x="480" y="935"/>
                </a:lnTo>
                <a:lnTo>
                  <a:pt x="479" y="933"/>
                </a:lnTo>
                <a:lnTo>
                  <a:pt x="479" y="931"/>
                </a:lnTo>
                <a:lnTo>
                  <a:pt x="479" y="930"/>
                </a:lnTo>
                <a:lnTo>
                  <a:pt x="480" y="926"/>
                </a:lnTo>
                <a:lnTo>
                  <a:pt x="481" y="925"/>
                </a:lnTo>
                <a:lnTo>
                  <a:pt x="482" y="923"/>
                </a:lnTo>
                <a:lnTo>
                  <a:pt x="482" y="922"/>
                </a:lnTo>
                <a:lnTo>
                  <a:pt x="481" y="921"/>
                </a:lnTo>
                <a:lnTo>
                  <a:pt x="481" y="920"/>
                </a:lnTo>
                <a:lnTo>
                  <a:pt x="480" y="919"/>
                </a:lnTo>
                <a:lnTo>
                  <a:pt x="479" y="919"/>
                </a:lnTo>
                <a:lnTo>
                  <a:pt x="477" y="917"/>
                </a:lnTo>
                <a:lnTo>
                  <a:pt x="476" y="915"/>
                </a:lnTo>
                <a:lnTo>
                  <a:pt x="476" y="914"/>
                </a:lnTo>
                <a:lnTo>
                  <a:pt x="476" y="913"/>
                </a:lnTo>
                <a:lnTo>
                  <a:pt x="476" y="911"/>
                </a:lnTo>
                <a:lnTo>
                  <a:pt x="476" y="910"/>
                </a:lnTo>
                <a:lnTo>
                  <a:pt x="476" y="909"/>
                </a:lnTo>
                <a:lnTo>
                  <a:pt x="477" y="908"/>
                </a:lnTo>
                <a:lnTo>
                  <a:pt x="477" y="907"/>
                </a:lnTo>
                <a:lnTo>
                  <a:pt x="477" y="906"/>
                </a:lnTo>
                <a:lnTo>
                  <a:pt x="476" y="906"/>
                </a:lnTo>
                <a:lnTo>
                  <a:pt x="476" y="905"/>
                </a:lnTo>
                <a:lnTo>
                  <a:pt x="475" y="905"/>
                </a:lnTo>
                <a:lnTo>
                  <a:pt x="475" y="904"/>
                </a:lnTo>
                <a:lnTo>
                  <a:pt x="475" y="902"/>
                </a:lnTo>
                <a:lnTo>
                  <a:pt x="474" y="901"/>
                </a:lnTo>
                <a:lnTo>
                  <a:pt x="474" y="899"/>
                </a:lnTo>
                <a:lnTo>
                  <a:pt x="476" y="897"/>
                </a:lnTo>
                <a:lnTo>
                  <a:pt x="478" y="896"/>
                </a:lnTo>
                <a:lnTo>
                  <a:pt x="478" y="895"/>
                </a:lnTo>
                <a:lnTo>
                  <a:pt x="478" y="896"/>
                </a:lnTo>
                <a:lnTo>
                  <a:pt x="479" y="896"/>
                </a:lnTo>
                <a:lnTo>
                  <a:pt x="480" y="897"/>
                </a:lnTo>
                <a:lnTo>
                  <a:pt x="481" y="897"/>
                </a:lnTo>
                <a:lnTo>
                  <a:pt x="482" y="896"/>
                </a:lnTo>
                <a:lnTo>
                  <a:pt x="483" y="896"/>
                </a:lnTo>
                <a:lnTo>
                  <a:pt x="485" y="895"/>
                </a:lnTo>
                <a:lnTo>
                  <a:pt x="487" y="894"/>
                </a:lnTo>
                <a:lnTo>
                  <a:pt x="488" y="895"/>
                </a:lnTo>
                <a:lnTo>
                  <a:pt x="491" y="893"/>
                </a:lnTo>
                <a:lnTo>
                  <a:pt x="492" y="893"/>
                </a:lnTo>
                <a:lnTo>
                  <a:pt x="492" y="892"/>
                </a:lnTo>
                <a:lnTo>
                  <a:pt x="491" y="891"/>
                </a:lnTo>
                <a:lnTo>
                  <a:pt x="491" y="890"/>
                </a:lnTo>
                <a:lnTo>
                  <a:pt x="493" y="888"/>
                </a:lnTo>
                <a:lnTo>
                  <a:pt x="495" y="888"/>
                </a:lnTo>
                <a:lnTo>
                  <a:pt x="498" y="887"/>
                </a:lnTo>
                <a:lnTo>
                  <a:pt x="499" y="887"/>
                </a:lnTo>
                <a:lnTo>
                  <a:pt x="498" y="885"/>
                </a:lnTo>
                <a:lnTo>
                  <a:pt x="498" y="884"/>
                </a:lnTo>
                <a:lnTo>
                  <a:pt x="497" y="882"/>
                </a:lnTo>
                <a:lnTo>
                  <a:pt x="497" y="881"/>
                </a:lnTo>
                <a:lnTo>
                  <a:pt x="497" y="880"/>
                </a:lnTo>
                <a:lnTo>
                  <a:pt x="497" y="878"/>
                </a:lnTo>
                <a:lnTo>
                  <a:pt x="497" y="877"/>
                </a:lnTo>
                <a:lnTo>
                  <a:pt x="496" y="877"/>
                </a:lnTo>
                <a:lnTo>
                  <a:pt x="496" y="878"/>
                </a:lnTo>
                <a:lnTo>
                  <a:pt x="495" y="878"/>
                </a:lnTo>
                <a:lnTo>
                  <a:pt x="495" y="877"/>
                </a:lnTo>
                <a:lnTo>
                  <a:pt x="495" y="876"/>
                </a:lnTo>
                <a:lnTo>
                  <a:pt x="494" y="875"/>
                </a:lnTo>
                <a:lnTo>
                  <a:pt x="495" y="874"/>
                </a:lnTo>
                <a:lnTo>
                  <a:pt x="496" y="872"/>
                </a:lnTo>
                <a:lnTo>
                  <a:pt x="498" y="871"/>
                </a:lnTo>
                <a:lnTo>
                  <a:pt x="499" y="871"/>
                </a:lnTo>
                <a:lnTo>
                  <a:pt x="500" y="871"/>
                </a:lnTo>
                <a:lnTo>
                  <a:pt x="500" y="872"/>
                </a:lnTo>
                <a:lnTo>
                  <a:pt x="500" y="871"/>
                </a:lnTo>
                <a:lnTo>
                  <a:pt x="501" y="871"/>
                </a:lnTo>
                <a:lnTo>
                  <a:pt x="501" y="870"/>
                </a:lnTo>
                <a:lnTo>
                  <a:pt x="501" y="869"/>
                </a:lnTo>
                <a:lnTo>
                  <a:pt x="502" y="869"/>
                </a:lnTo>
                <a:lnTo>
                  <a:pt x="504" y="869"/>
                </a:lnTo>
                <a:lnTo>
                  <a:pt x="505" y="869"/>
                </a:lnTo>
                <a:lnTo>
                  <a:pt x="506" y="868"/>
                </a:lnTo>
                <a:lnTo>
                  <a:pt x="506" y="867"/>
                </a:lnTo>
                <a:lnTo>
                  <a:pt x="506" y="866"/>
                </a:lnTo>
                <a:lnTo>
                  <a:pt x="503" y="865"/>
                </a:lnTo>
                <a:lnTo>
                  <a:pt x="502" y="865"/>
                </a:lnTo>
                <a:lnTo>
                  <a:pt x="502" y="866"/>
                </a:lnTo>
                <a:lnTo>
                  <a:pt x="501" y="866"/>
                </a:lnTo>
                <a:lnTo>
                  <a:pt x="500" y="866"/>
                </a:lnTo>
                <a:lnTo>
                  <a:pt x="500" y="865"/>
                </a:lnTo>
                <a:lnTo>
                  <a:pt x="500" y="864"/>
                </a:lnTo>
                <a:lnTo>
                  <a:pt x="500" y="863"/>
                </a:lnTo>
                <a:lnTo>
                  <a:pt x="499" y="863"/>
                </a:lnTo>
                <a:lnTo>
                  <a:pt x="498" y="864"/>
                </a:lnTo>
                <a:lnTo>
                  <a:pt x="497" y="864"/>
                </a:lnTo>
                <a:lnTo>
                  <a:pt x="496" y="863"/>
                </a:lnTo>
                <a:lnTo>
                  <a:pt x="495" y="863"/>
                </a:lnTo>
                <a:lnTo>
                  <a:pt x="494" y="863"/>
                </a:lnTo>
                <a:lnTo>
                  <a:pt x="493" y="864"/>
                </a:lnTo>
                <a:lnTo>
                  <a:pt x="493" y="865"/>
                </a:lnTo>
                <a:lnTo>
                  <a:pt x="492" y="866"/>
                </a:lnTo>
                <a:lnTo>
                  <a:pt x="491" y="865"/>
                </a:lnTo>
                <a:lnTo>
                  <a:pt x="490" y="864"/>
                </a:lnTo>
                <a:lnTo>
                  <a:pt x="489" y="864"/>
                </a:lnTo>
                <a:lnTo>
                  <a:pt x="487" y="864"/>
                </a:lnTo>
                <a:lnTo>
                  <a:pt x="485" y="864"/>
                </a:lnTo>
                <a:lnTo>
                  <a:pt x="485" y="862"/>
                </a:lnTo>
                <a:lnTo>
                  <a:pt x="485" y="861"/>
                </a:lnTo>
                <a:lnTo>
                  <a:pt x="484" y="860"/>
                </a:lnTo>
                <a:lnTo>
                  <a:pt x="483" y="861"/>
                </a:lnTo>
                <a:lnTo>
                  <a:pt x="483" y="862"/>
                </a:lnTo>
                <a:lnTo>
                  <a:pt x="482" y="862"/>
                </a:lnTo>
                <a:lnTo>
                  <a:pt x="483" y="862"/>
                </a:lnTo>
                <a:lnTo>
                  <a:pt x="483" y="863"/>
                </a:lnTo>
                <a:lnTo>
                  <a:pt x="481" y="863"/>
                </a:lnTo>
                <a:lnTo>
                  <a:pt x="480" y="863"/>
                </a:lnTo>
                <a:lnTo>
                  <a:pt x="480" y="862"/>
                </a:lnTo>
                <a:lnTo>
                  <a:pt x="479" y="861"/>
                </a:lnTo>
                <a:lnTo>
                  <a:pt x="478" y="860"/>
                </a:lnTo>
                <a:lnTo>
                  <a:pt x="476" y="861"/>
                </a:lnTo>
                <a:lnTo>
                  <a:pt x="475" y="862"/>
                </a:lnTo>
                <a:lnTo>
                  <a:pt x="474" y="864"/>
                </a:lnTo>
                <a:lnTo>
                  <a:pt x="472" y="864"/>
                </a:lnTo>
                <a:lnTo>
                  <a:pt x="472" y="865"/>
                </a:lnTo>
                <a:lnTo>
                  <a:pt x="471" y="867"/>
                </a:lnTo>
                <a:lnTo>
                  <a:pt x="470" y="868"/>
                </a:lnTo>
                <a:lnTo>
                  <a:pt x="470" y="869"/>
                </a:lnTo>
                <a:lnTo>
                  <a:pt x="469" y="869"/>
                </a:lnTo>
                <a:lnTo>
                  <a:pt x="469" y="870"/>
                </a:lnTo>
                <a:lnTo>
                  <a:pt x="470" y="870"/>
                </a:lnTo>
                <a:lnTo>
                  <a:pt x="470" y="871"/>
                </a:lnTo>
                <a:lnTo>
                  <a:pt x="470" y="872"/>
                </a:lnTo>
                <a:lnTo>
                  <a:pt x="469" y="872"/>
                </a:lnTo>
                <a:lnTo>
                  <a:pt x="468" y="871"/>
                </a:lnTo>
                <a:lnTo>
                  <a:pt x="466" y="870"/>
                </a:lnTo>
                <a:lnTo>
                  <a:pt x="463" y="870"/>
                </a:lnTo>
                <a:lnTo>
                  <a:pt x="462" y="870"/>
                </a:lnTo>
                <a:lnTo>
                  <a:pt x="461" y="869"/>
                </a:lnTo>
                <a:lnTo>
                  <a:pt x="461" y="868"/>
                </a:lnTo>
                <a:lnTo>
                  <a:pt x="461" y="866"/>
                </a:lnTo>
                <a:lnTo>
                  <a:pt x="460" y="865"/>
                </a:lnTo>
                <a:lnTo>
                  <a:pt x="460" y="864"/>
                </a:lnTo>
                <a:lnTo>
                  <a:pt x="459" y="864"/>
                </a:lnTo>
                <a:lnTo>
                  <a:pt x="458" y="864"/>
                </a:lnTo>
                <a:lnTo>
                  <a:pt x="457" y="862"/>
                </a:lnTo>
                <a:lnTo>
                  <a:pt x="457" y="861"/>
                </a:lnTo>
                <a:lnTo>
                  <a:pt x="457" y="860"/>
                </a:lnTo>
                <a:lnTo>
                  <a:pt x="455" y="858"/>
                </a:lnTo>
                <a:lnTo>
                  <a:pt x="455" y="856"/>
                </a:lnTo>
                <a:lnTo>
                  <a:pt x="455" y="855"/>
                </a:lnTo>
                <a:lnTo>
                  <a:pt x="453" y="855"/>
                </a:lnTo>
                <a:lnTo>
                  <a:pt x="453" y="854"/>
                </a:lnTo>
                <a:lnTo>
                  <a:pt x="453" y="853"/>
                </a:lnTo>
                <a:lnTo>
                  <a:pt x="452" y="852"/>
                </a:lnTo>
                <a:lnTo>
                  <a:pt x="451" y="852"/>
                </a:lnTo>
                <a:lnTo>
                  <a:pt x="450" y="852"/>
                </a:lnTo>
                <a:lnTo>
                  <a:pt x="450" y="849"/>
                </a:lnTo>
                <a:lnTo>
                  <a:pt x="451" y="849"/>
                </a:lnTo>
                <a:lnTo>
                  <a:pt x="452" y="848"/>
                </a:lnTo>
                <a:lnTo>
                  <a:pt x="452" y="847"/>
                </a:lnTo>
                <a:lnTo>
                  <a:pt x="452" y="846"/>
                </a:lnTo>
                <a:lnTo>
                  <a:pt x="453" y="842"/>
                </a:lnTo>
                <a:lnTo>
                  <a:pt x="453" y="841"/>
                </a:lnTo>
                <a:lnTo>
                  <a:pt x="453" y="840"/>
                </a:lnTo>
                <a:lnTo>
                  <a:pt x="454" y="838"/>
                </a:lnTo>
                <a:lnTo>
                  <a:pt x="455" y="836"/>
                </a:lnTo>
                <a:lnTo>
                  <a:pt x="456" y="833"/>
                </a:lnTo>
                <a:lnTo>
                  <a:pt x="457" y="832"/>
                </a:lnTo>
                <a:lnTo>
                  <a:pt x="460" y="832"/>
                </a:lnTo>
                <a:lnTo>
                  <a:pt x="461" y="832"/>
                </a:lnTo>
                <a:lnTo>
                  <a:pt x="461" y="833"/>
                </a:lnTo>
                <a:lnTo>
                  <a:pt x="462" y="833"/>
                </a:lnTo>
                <a:lnTo>
                  <a:pt x="462" y="831"/>
                </a:lnTo>
                <a:lnTo>
                  <a:pt x="462" y="830"/>
                </a:lnTo>
                <a:lnTo>
                  <a:pt x="461" y="830"/>
                </a:lnTo>
                <a:lnTo>
                  <a:pt x="461" y="829"/>
                </a:lnTo>
                <a:lnTo>
                  <a:pt x="460" y="829"/>
                </a:lnTo>
                <a:lnTo>
                  <a:pt x="459" y="828"/>
                </a:lnTo>
                <a:lnTo>
                  <a:pt x="459" y="827"/>
                </a:lnTo>
                <a:lnTo>
                  <a:pt x="459" y="826"/>
                </a:lnTo>
                <a:lnTo>
                  <a:pt x="460" y="823"/>
                </a:lnTo>
                <a:lnTo>
                  <a:pt x="460" y="820"/>
                </a:lnTo>
                <a:lnTo>
                  <a:pt x="461" y="820"/>
                </a:lnTo>
                <a:lnTo>
                  <a:pt x="462" y="819"/>
                </a:lnTo>
                <a:lnTo>
                  <a:pt x="462" y="818"/>
                </a:lnTo>
                <a:lnTo>
                  <a:pt x="461" y="817"/>
                </a:lnTo>
                <a:lnTo>
                  <a:pt x="462" y="816"/>
                </a:lnTo>
                <a:lnTo>
                  <a:pt x="460" y="814"/>
                </a:lnTo>
                <a:lnTo>
                  <a:pt x="459" y="814"/>
                </a:lnTo>
                <a:lnTo>
                  <a:pt x="459" y="813"/>
                </a:lnTo>
                <a:lnTo>
                  <a:pt x="460" y="811"/>
                </a:lnTo>
                <a:lnTo>
                  <a:pt x="460" y="810"/>
                </a:lnTo>
                <a:lnTo>
                  <a:pt x="460" y="809"/>
                </a:lnTo>
                <a:lnTo>
                  <a:pt x="461" y="809"/>
                </a:lnTo>
                <a:lnTo>
                  <a:pt x="461" y="808"/>
                </a:lnTo>
                <a:lnTo>
                  <a:pt x="462" y="808"/>
                </a:lnTo>
                <a:lnTo>
                  <a:pt x="462" y="805"/>
                </a:lnTo>
                <a:lnTo>
                  <a:pt x="462" y="804"/>
                </a:lnTo>
                <a:lnTo>
                  <a:pt x="461" y="804"/>
                </a:lnTo>
                <a:lnTo>
                  <a:pt x="461" y="801"/>
                </a:lnTo>
                <a:lnTo>
                  <a:pt x="462" y="799"/>
                </a:lnTo>
                <a:lnTo>
                  <a:pt x="463" y="798"/>
                </a:lnTo>
                <a:lnTo>
                  <a:pt x="464" y="797"/>
                </a:lnTo>
                <a:lnTo>
                  <a:pt x="464" y="796"/>
                </a:lnTo>
                <a:lnTo>
                  <a:pt x="464" y="795"/>
                </a:lnTo>
                <a:lnTo>
                  <a:pt x="464" y="794"/>
                </a:lnTo>
                <a:lnTo>
                  <a:pt x="465" y="794"/>
                </a:lnTo>
                <a:lnTo>
                  <a:pt x="464" y="790"/>
                </a:lnTo>
                <a:lnTo>
                  <a:pt x="464" y="789"/>
                </a:lnTo>
                <a:lnTo>
                  <a:pt x="463" y="789"/>
                </a:lnTo>
                <a:lnTo>
                  <a:pt x="462" y="787"/>
                </a:lnTo>
                <a:lnTo>
                  <a:pt x="461" y="787"/>
                </a:lnTo>
                <a:lnTo>
                  <a:pt x="459" y="786"/>
                </a:lnTo>
                <a:lnTo>
                  <a:pt x="458" y="787"/>
                </a:lnTo>
                <a:lnTo>
                  <a:pt x="457" y="788"/>
                </a:lnTo>
                <a:lnTo>
                  <a:pt x="457" y="789"/>
                </a:lnTo>
                <a:lnTo>
                  <a:pt x="456" y="789"/>
                </a:lnTo>
                <a:lnTo>
                  <a:pt x="453" y="789"/>
                </a:lnTo>
                <a:lnTo>
                  <a:pt x="453" y="788"/>
                </a:lnTo>
                <a:lnTo>
                  <a:pt x="452" y="788"/>
                </a:lnTo>
                <a:lnTo>
                  <a:pt x="451" y="788"/>
                </a:lnTo>
                <a:lnTo>
                  <a:pt x="451" y="789"/>
                </a:lnTo>
                <a:lnTo>
                  <a:pt x="450" y="789"/>
                </a:lnTo>
                <a:lnTo>
                  <a:pt x="448" y="786"/>
                </a:lnTo>
                <a:lnTo>
                  <a:pt x="447" y="786"/>
                </a:lnTo>
                <a:lnTo>
                  <a:pt x="448" y="786"/>
                </a:lnTo>
                <a:lnTo>
                  <a:pt x="448" y="785"/>
                </a:lnTo>
                <a:lnTo>
                  <a:pt x="448" y="783"/>
                </a:lnTo>
                <a:lnTo>
                  <a:pt x="448" y="781"/>
                </a:lnTo>
                <a:lnTo>
                  <a:pt x="446" y="781"/>
                </a:lnTo>
                <a:lnTo>
                  <a:pt x="446" y="782"/>
                </a:lnTo>
                <a:lnTo>
                  <a:pt x="445" y="782"/>
                </a:lnTo>
                <a:lnTo>
                  <a:pt x="445" y="781"/>
                </a:lnTo>
                <a:lnTo>
                  <a:pt x="444" y="781"/>
                </a:lnTo>
                <a:lnTo>
                  <a:pt x="443" y="781"/>
                </a:lnTo>
                <a:lnTo>
                  <a:pt x="442" y="780"/>
                </a:lnTo>
                <a:lnTo>
                  <a:pt x="441" y="781"/>
                </a:lnTo>
                <a:lnTo>
                  <a:pt x="437" y="781"/>
                </a:lnTo>
                <a:lnTo>
                  <a:pt x="433" y="781"/>
                </a:lnTo>
                <a:lnTo>
                  <a:pt x="432" y="781"/>
                </a:lnTo>
                <a:lnTo>
                  <a:pt x="430" y="782"/>
                </a:lnTo>
                <a:lnTo>
                  <a:pt x="429" y="782"/>
                </a:lnTo>
                <a:lnTo>
                  <a:pt x="427" y="781"/>
                </a:lnTo>
                <a:lnTo>
                  <a:pt x="426" y="781"/>
                </a:lnTo>
                <a:lnTo>
                  <a:pt x="425" y="780"/>
                </a:lnTo>
                <a:lnTo>
                  <a:pt x="424" y="780"/>
                </a:lnTo>
                <a:lnTo>
                  <a:pt x="423" y="779"/>
                </a:lnTo>
                <a:lnTo>
                  <a:pt x="422" y="779"/>
                </a:lnTo>
                <a:lnTo>
                  <a:pt x="422" y="778"/>
                </a:lnTo>
                <a:lnTo>
                  <a:pt x="421" y="778"/>
                </a:lnTo>
                <a:lnTo>
                  <a:pt x="421" y="779"/>
                </a:lnTo>
                <a:lnTo>
                  <a:pt x="420" y="779"/>
                </a:lnTo>
                <a:lnTo>
                  <a:pt x="418" y="779"/>
                </a:lnTo>
                <a:lnTo>
                  <a:pt x="418" y="778"/>
                </a:lnTo>
                <a:lnTo>
                  <a:pt x="418" y="777"/>
                </a:lnTo>
                <a:lnTo>
                  <a:pt x="417" y="777"/>
                </a:lnTo>
                <a:lnTo>
                  <a:pt x="415" y="776"/>
                </a:lnTo>
                <a:lnTo>
                  <a:pt x="413" y="776"/>
                </a:lnTo>
                <a:lnTo>
                  <a:pt x="412" y="776"/>
                </a:lnTo>
                <a:lnTo>
                  <a:pt x="412" y="777"/>
                </a:lnTo>
                <a:lnTo>
                  <a:pt x="412" y="776"/>
                </a:lnTo>
                <a:lnTo>
                  <a:pt x="411" y="776"/>
                </a:lnTo>
                <a:lnTo>
                  <a:pt x="410" y="776"/>
                </a:lnTo>
                <a:lnTo>
                  <a:pt x="410" y="775"/>
                </a:lnTo>
                <a:lnTo>
                  <a:pt x="411" y="774"/>
                </a:lnTo>
                <a:lnTo>
                  <a:pt x="411" y="773"/>
                </a:lnTo>
                <a:lnTo>
                  <a:pt x="411" y="772"/>
                </a:lnTo>
                <a:lnTo>
                  <a:pt x="409" y="772"/>
                </a:lnTo>
                <a:lnTo>
                  <a:pt x="408" y="771"/>
                </a:lnTo>
                <a:lnTo>
                  <a:pt x="407" y="770"/>
                </a:lnTo>
                <a:lnTo>
                  <a:pt x="407" y="769"/>
                </a:lnTo>
                <a:lnTo>
                  <a:pt x="406" y="769"/>
                </a:lnTo>
                <a:lnTo>
                  <a:pt x="405" y="767"/>
                </a:lnTo>
                <a:lnTo>
                  <a:pt x="403" y="768"/>
                </a:lnTo>
                <a:lnTo>
                  <a:pt x="401" y="768"/>
                </a:lnTo>
                <a:lnTo>
                  <a:pt x="400" y="769"/>
                </a:lnTo>
                <a:lnTo>
                  <a:pt x="400" y="770"/>
                </a:lnTo>
                <a:lnTo>
                  <a:pt x="400" y="771"/>
                </a:lnTo>
                <a:lnTo>
                  <a:pt x="401" y="773"/>
                </a:lnTo>
                <a:lnTo>
                  <a:pt x="400" y="774"/>
                </a:lnTo>
                <a:lnTo>
                  <a:pt x="400" y="776"/>
                </a:lnTo>
                <a:lnTo>
                  <a:pt x="400" y="777"/>
                </a:lnTo>
                <a:lnTo>
                  <a:pt x="400" y="778"/>
                </a:lnTo>
                <a:lnTo>
                  <a:pt x="400" y="779"/>
                </a:lnTo>
                <a:lnTo>
                  <a:pt x="400" y="780"/>
                </a:lnTo>
                <a:lnTo>
                  <a:pt x="399" y="780"/>
                </a:lnTo>
                <a:lnTo>
                  <a:pt x="397" y="781"/>
                </a:lnTo>
                <a:lnTo>
                  <a:pt x="399" y="783"/>
                </a:lnTo>
                <a:lnTo>
                  <a:pt x="399" y="784"/>
                </a:lnTo>
                <a:lnTo>
                  <a:pt x="400" y="787"/>
                </a:lnTo>
                <a:lnTo>
                  <a:pt x="400" y="788"/>
                </a:lnTo>
                <a:lnTo>
                  <a:pt x="399" y="789"/>
                </a:lnTo>
                <a:lnTo>
                  <a:pt x="398" y="793"/>
                </a:lnTo>
                <a:lnTo>
                  <a:pt x="398" y="794"/>
                </a:lnTo>
                <a:lnTo>
                  <a:pt x="398" y="795"/>
                </a:lnTo>
                <a:lnTo>
                  <a:pt x="397" y="794"/>
                </a:lnTo>
                <a:lnTo>
                  <a:pt x="397" y="793"/>
                </a:lnTo>
                <a:lnTo>
                  <a:pt x="397" y="792"/>
                </a:lnTo>
                <a:lnTo>
                  <a:pt x="396" y="790"/>
                </a:lnTo>
                <a:lnTo>
                  <a:pt x="393" y="790"/>
                </a:lnTo>
                <a:lnTo>
                  <a:pt x="390" y="791"/>
                </a:lnTo>
                <a:lnTo>
                  <a:pt x="388" y="792"/>
                </a:lnTo>
                <a:lnTo>
                  <a:pt x="387" y="792"/>
                </a:lnTo>
                <a:lnTo>
                  <a:pt x="386" y="792"/>
                </a:lnTo>
                <a:lnTo>
                  <a:pt x="383" y="795"/>
                </a:lnTo>
                <a:lnTo>
                  <a:pt x="381" y="795"/>
                </a:lnTo>
                <a:lnTo>
                  <a:pt x="380" y="795"/>
                </a:lnTo>
                <a:lnTo>
                  <a:pt x="379" y="795"/>
                </a:lnTo>
                <a:lnTo>
                  <a:pt x="378" y="794"/>
                </a:lnTo>
                <a:lnTo>
                  <a:pt x="377" y="795"/>
                </a:lnTo>
                <a:lnTo>
                  <a:pt x="375" y="793"/>
                </a:lnTo>
                <a:lnTo>
                  <a:pt x="374" y="793"/>
                </a:lnTo>
                <a:lnTo>
                  <a:pt x="371" y="795"/>
                </a:lnTo>
                <a:lnTo>
                  <a:pt x="370" y="794"/>
                </a:lnTo>
                <a:lnTo>
                  <a:pt x="369" y="796"/>
                </a:lnTo>
                <a:lnTo>
                  <a:pt x="369" y="797"/>
                </a:lnTo>
                <a:lnTo>
                  <a:pt x="368" y="797"/>
                </a:lnTo>
                <a:lnTo>
                  <a:pt x="365" y="795"/>
                </a:lnTo>
                <a:lnTo>
                  <a:pt x="364" y="794"/>
                </a:lnTo>
                <a:lnTo>
                  <a:pt x="363" y="793"/>
                </a:lnTo>
                <a:lnTo>
                  <a:pt x="364" y="791"/>
                </a:lnTo>
                <a:lnTo>
                  <a:pt x="364" y="790"/>
                </a:lnTo>
                <a:lnTo>
                  <a:pt x="365" y="789"/>
                </a:lnTo>
                <a:lnTo>
                  <a:pt x="365" y="786"/>
                </a:lnTo>
                <a:lnTo>
                  <a:pt x="365" y="785"/>
                </a:lnTo>
                <a:lnTo>
                  <a:pt x="364" y="784"/>
                </a:lnTo>
                <a:lnTo>
                  <a:pt x="364" y="783"/>
                </a:lnTo>
                <a:lnTo>
                  <a:pt x="363" y="783"/>
                </a:lnTo>
                <a:lnTo>
                  <a:pt x="361" y="785"/>
                </a:lnTo>
                <a:lnTo>
                  <a:pt x="361" y="786"/>
                </a:lnTo>
                <a:lnTo>
                  <a:pt x="361" y="787"/>
                </a:lnTo>
                <a:lnTo>
                  <a:pt x="361" y="788"/>
                </a:lnTo>
                <a:lnTo>
                  <a:pt x="359" y="788"/>
                </a:lnTo>
                <a:lnTo>
                  <a:pt x="358" y="788"/>
                </a:lnTo>
                <a:lnTo>
                  <a:pt x="357" y="788"/>
                </a:lnTo>
                <a:lnTo>
                  <a:pt x="357" y="787"/>
                </a:lnTo>
                <a:lnTo>
                  <a:pt x="357" y="786"/>
                </a:lnTo>
                <a:lnTo>
                  <a:pt x="354" y="784"/>
                </a:lnTo>
                <a:lnTo>
                  <a:pt x="353" y="784"/>
                </a:lnTo>
                <a:lnTo>
                  <a:pt x="350" y="784"/>
                </a:lnTo>
                <a:lnTo>
                  <a:pt x="349" y="784"/>
                </a:lnTo>
                <a:lnTo>
                  <a:pt x="349" y="785"/>
                </a:lnTo>
                <a:lnTo>
                  <a:pt x="348" y="785"/>
                </a:lnTo>
                <a:lnTo>
                  <a:pt x="347" y="786"/>
                </a:lnTo>
                <a:lnTo>
                  <a:pt x="346" y="786"/>
                </a:lnTo>
                <a:lnTo>
                  <a:pt x="345" y="786"/>
                </a:lnTo>
                <a:lnTo>
                  <a:pt x="343" y="784"/>
                </a:lnTo>
                <a:lnTo>
                  <a:pt x="342" y="784"/>
                </a:lnTo>
                <a:lnTo>
                  <a:pt x="341" y="784"/>
                </a:lnTo>
                <a:lnTo>
                  <a:pt x="341" y="783"/>
                </a:lnTo>
                <a:lnTo>
                  <a:pt x="341" y="782"/>
                </a:lnTo>
                <a:lnTo>
                  <a:pt x="342" y="782"/>
                </a:lnTo>
                <a:lnTo>
                  <a:pt x="341" y="781"/>
                </a:lnTo>
                <a:lnTo>
                  <a:pt x="340" y="781"/>
                </a:lnTo>
                <a:lnTo>
                  <a:pt x="337" y="786"/>
                </a:lnTo>
                <a:lnTo>
                  <a:pt x="335" y="789"/>
                </a:lnTo>
                <a:lnTo>
                  <a:pt x="332" y="791"/>
                </a:lnTo>
                <a:lnTo>
                  <a:pt x="330" y="792"/>
                </a:lnTo>
                <a:lnTo>
                  <a:pt x="329" y="792"/>
                </a:lnTo>
                <a:lnTo>
                  <a:pt x="329" y="793"/>
                </a:lnTo>
                <a:lnTo>
                  <a:pt x="328" y="794"/>
                </a:lnTo>
                <a:lnTo>
                  <a:pt x="328" y="796"/>
                </a:lnTo>
                <a:lnTo>
                  <a:pt x="329" y="797"/>
                </a:lnTo>
                <a:lnTo>
                  <a:pt x="329" y="798"/>
                </a:lnTo>
                <a:lnTo>
                  <a:pt x="330" y="799"/>
                </a:lnTo>
                <a:lnTo>
                  <a:pt x="330" y="800"/>
                </a:lnTo>
                <a:lnTo>
                  <a:pt x="330" y="803"/>
                </a:lnTo>
                <a:lnTo>
                  <a:pt x="329" y="805"/>
                </a:lnTo>
                <a:lnTo>
                  <a:pt x="328" y="806"/>
                </a:lnTo>
                <a:lnTo>
                  <a:pt x="327" y="806"/>
                </a:lnTo>
                <a:lnTo>
                  <a:pt x="326" y="807"/>
                </a:lnTo>
                <a:lnTo>
                  <a:pt x="326" y="808"/>
                </a:lnTo>
                <a:lnTo>
                  <a:pt x="326" y="809"/>
                </a:lnTo>
                <a:lnTo>
                  <a:pt x="324" y="812"/>
                </a:lnTo>
                <a:lnTo>
                  <a:pt x="323" y="813"/>
                </a:lnTo>
                <a:lnTo>
                  <a:pt x="322" y="813"/>
                </a:lnTo>
                <a:lnTo>
                  <a:pt x="321" y="815"/>
                </a:lnTo>
                <a:lnTo>
                  <a:pt x="321" y="816"/>
                </a:lnTo>
                <a:lnTo>
                  <a:pt x="320" y="817"/>
                </a:lnTo>
                <a:lnTo>
                  <a:pt x="319" y="816"/>
                </a:lnTo>
                <a:lnTo>
                  <a:pt x="319" y="815"/>
                </a:lnTo>
                <a:lnTo>
                  <a:pt x="319" y="814"/>
                </a:lnTo>
                <a:lnTo>
                  <a:pt x="317" y="814"/>
                </a:lnTo>
                <a:lnTo>
                  <a:pt x="316" y="815"/>
                </a:lnTo>
                <a:lnTo>
                  <a:pt x="312" y="818"/>
                </a:lnTo>
                <a:lnTo>
                  <a:pt x="309" y="820"/>
                </a:lnTo>
                <a:lnTo>
                  <a:pt x="308" y="822"/>
                </a:lnTo>
                <a:lnTo>
                  <a:pt x="307" y="823"/>
                </a:lnTo>
                <a:lnTo>
                  <a:pt x="307" y="824"/>
                </a:lnTo>
                <a:lnTo>
                  <a:pt x="306" y="826"/>
                </a:lnTo>
                <a:lnTo>
                  <a:pt x="304" y="828"/>
                </a:lnTo>
                <a:lnTo>
                  <a:pt x="303" y="828"/>
                </a:lnTo>
                <a:lnTo>
                  <a:pt x="302" y="828"/>
                </a:lnTo>
                <a:lnTo>
                  <a:pt x="302" y="829"/>
                </a:lnTo>
                <a:lnTo>
                  <a:pt x="301" y="830"/>
                </a:lnTo>
                <a:lnTo>
                  <a:pt x="300" y="831"/>
                </a:lnTo>
                <a:lnTo>
                  <a:pt x="299" y="832"/>
                </a:lnTo>
                <a:lnTo>
                  <a:pt x="299" y="834"/>
                </a:lnTo>
                <a:lnTo>
                  <a:pt x="299" y="835"/>
                </a:lnTo>
                <a:lnTo>
                  <a:pt x="299" y="837"/>
                </a:lnTo>
                <a:lnTo>
                  <a:pt x="298" y="837"/>
                </a:lnTo>
                <a:lnTo>
                  <a:pt x="297" y="837"/>
                </a:lnTo>
                <a:lnTo>
                  <a:pt x="296" y="839"/>
                </a:lnTo>
                <a:lnTo>
                  <a:pt x="296" y="840"/>
                </a:lnTo>
                <a:lnTo>
                  <a:pt x="296" y="841"/>
                </a:lnTo>
                <a:lnTo>
                  <a:pt x="297" y="842"/>
                </a:lnTo>
                <a:lnTo>
                  <a:pt x="297" y="843"/>
                </a:lnTo>
                <a:lnTo>
                  <a:pt x="296" y="845"/>
                </a:lnTo>
                <a:lnTo>
                  <a:pt x="295" y="848"/>
                </a:lnTo>
                <a:lnTo>
                  <a:pt x="294" y="850"/>
                </a:lnTo>
                <a:lnTo>
                  <a:pt x="293" y="852"/>
                </a:lnTo>
                <a:lnTo>
                  <a:pt x="293" y="854"/>
                </a:lnTo>
                <a:lnTo>
                  <a:pt x="292" y="856"/>
                </a:lnTo>
                <a:lnTo>
                  <a:pt x="291" y="858"/>
                </a:lnTo>
                <a:lnTo>
                  <a:pt x="290" y="858"/>
                </a:lnTo>
                <a:lnTo>
                  <a:pt x="288" y="859"/>
                </a:lnTo>
                <a:lnTo>
                  <a:pt x="286" y="860"/>
                </a:lnTo>
                <a:lnTo>
                  <a:pt x="285" y="860"/>
                </a:lnTo>
                <a:lnTo>
                  <a:pt x="284" y="860"/>
                </a:lnTo>
                <a:lnTo>
                  <a:pt x="282" y="860"/>
                </a:lnTo>
                <a:lnTo>
                  <a:pt x="281" y="860"/>
                </a:lnTo>
                <a:lnTo>
                  <a:pt x="280" y="861"/>
                </a:lnTo>
                <a:lnTo>
                  <a:pt x="278" y="860"/>
                </a:lnTo>
                <a:lnTo>
                  <a:pt x="277" y="859"/>
                </a:lnTo>
                <a:lnTo>
                  <a:pt x="277" y="857"/>
                </a:lnTo>
                <a:lnTo>
                  <a:pt x="278" y="856"/>
                </a:lnTo>
                <a:lnTo>
                  <a:pt x="278" y="855"/>
                </a:lnTo>
                <a:lnTo>
                  <a:pt x="276" y="853"/>
                </a:lnTo>
                <a:lnTo>
                  <a:pt x="276" y="852"/>
                </a:lnTo>
                <a:lnTo>
                  <a:pt x="276" y="850"/>
                </a:lnTo>
                <a:lnTo>
                  <a:pt x="276" y="849"/>
                </a:lnTo>
                <a:lnTo>
                  <a:pt x="275" y="849"/>
                </a:lnTo>
                <a:lnTo>
                  <a:pt x="274" y="846"/>
                </a:lnTo>
                <a:lnTo>
                  <a:pt x="271" y="845"/>
                </a:lnTo>
                <a:lnTo>
                  <a:pt x="270" y="844"/>
                </a:lnTo>
                <a:lnTo>
                  <a:pt x="269" y="844"/>
                </a:lnTo>
                <a:lnTo>
                  <a:pt x="268" y="842"/>
                </a:lnTo>
                <a:lnTo>
                  <a:pt x="266" y="840"/>
                </a:lnTo>
                <a:lnTo>
                  <a:pt x="265" y="840"/>
                </a:lnTo>
                <a:lnTo>
                  <a:pt x="265" y="841"/>
                </a:lnTo>
                <a:lnTo>
                  <a:pt x="262" y="844"/>
                </a:lnTo>
                <a:lnTo>
                  <a:pt x="262" y="845"/>
                </a:lnTo>
                <a:lnTo>
                  <a:pt x="262" y="846"/>
                </a:lnTo>
                <a:lnTo>
                  <a:pt x="261" y="848"/>
                </a:lnTo>
                <a:lnTo>
                  <a:pt x="261" y="850"/>
                </a:lnTo>
                <a:lnTo>
                  <a:pt x="260" y="851"/>
                </a:lnTo>
                <a:lnTo>
                  <a:pt x="258" y="851"/>
                </a:lnTo>
                <a:lnTo>
                  <a:pt x="257" y="850"/>
                </a:lnTo>
                <a:lnTo>
                  <a:pt x="256" y="849"/>
                </a:lnTo>
                <a:lnTo>
                  <a:pt x="256" y="848"/>
                </a:lnTo>
                <a:lnTo>
                  <a:pt x="255" y="848"/>
                </a:lnTo>
                <a:lnTo>
                  <a:pt x="254" y="847"/>
                </a:lnTo>
                <a:lnTo>
                  <a:pt x="253" y="847"/>
                </a:lnTo>
                <a:lnTo>
                  <a:pt x="252" y="848"/>
                </a:lnTo>
                <a:lnTo>
                  <a:pt x="252" y="849"/>
                </a:lnTo>
                <a:lnTo>
                  <a:pt x="251" y="849"/>
                </a:lnTo>
                <a:lnTo>
                  <a:pt x="251" y="850"/>
                </a:lnTo>
                <a:lnTo>
                  <a:pt x="251" y="851"/>
                </a:lnTo>
                <a:lnTo>
                  <a:pt x="250" y="851"/>
                </a:lnTo>
                <a:lnTo>
                  <a:pt x="250" y="850"/>
                </a:lnTo>
                <a:lnTo>
                  <a:pt x="249" y="850"/>
                </a:lnTo>
                <a:lnTo>
                  <a:pt x="249" y="849"/>
                </a:lnTo>
                <a:lnTo>
                  <a:pt x="249" y="848"/>
                </a:lnTo>
                <a:lnTo>
                  <a:pt x="248" y="847"/>
                </a:lnTo>
                <a:lnTo>
                  <a:pt x="246" y="846"/>
                </a:lnTo>
                <a:lnTo>
                  <a:pt x="245" y="846"/>
                </a:lnTo>
                <a:lnTo>
                  <a:pt x="244" y="846"/>
                </a:lnTo>
                <a:lnTo>
                  <a:pt x="243" y="847"/>
                </a:lnTo>
                <a:lnTo>
                  <a:pt x="243" y="845"/>
                </a:lnTo>
                <a:lnTo>
                  <a:pt x="244" y="843"/>
                </a:lnTo>
                <a:lnTo>
                  <a:pt x="244" y="841"/>
                </a:lnTo>
                <a:lnTo>
                  <a:pt x="244" y="840"/>
                </a:lnTo>
                <a:lnTo>
                  <a:pt x="244" y="839"/>
                </a:lnTo>
                <a:lnTo>
                  <a:pt x="244" y="837"/>
                </a:lnTo>
                <a:lnTo>
                  <a:pt x="245" y="836"/>
                </a:lnTo>
                <a:lnTo>
                  <a:pt x="245" y="835"/>
                </a:lnTo>
                <a:lnTo>
                  <a:pt x="246" y="833"/>
                </a:lnTo>
                <a:lnTo>
                  <a:pt x="246" y="832"/>
                </a:lnTo>
                <a:lnTo>
                  <a:pt x="247" y="831"/>
                </a:lnTo>
                <a:lnTo>
                  <a:pt x="247" y="830"/>
                </a:lnTo>
                <a:lnTo>
                  <a:pt x="247" y="829"/>
                </a:lnTo>
                <a:lnTo>
                  <a:pt x="248" y="828"/>
                </a:lnTo>
                <a:lnTo>
                  <a:pt x="248" y="827"/>
                </a:lnTo>
                <a:lnTo>
                  <a:pt x="247" y="825"/>
                </a:lnTo>
                <a:lnTo>
                  <a:pt x="246" y="824"/>
                </a:lnTo>
                <a:lnTo>
                  <a:pt x="247" y="822"/>
                </a:lnTo>
                <a:lnTo>
                  <a:pt x="247" y="821"/>
                </a:lnTo>
                <a:lnTo>
                  <a:pt x="247" y="820"/>
                </a:lnTo>
                <a:lnTo>
                  <a:pt x="244" y="820"/>
                </a:lnTo>
                <a:lnTo>
                  <a:pt x="243" y="821"/>
                </a:lnTo>
                <a:lnTo>
                  <a:pt x="242" y="821"/>
                </a:lnTo>
                <a:lnTo>
                  <a:pt x="241" y="821"/>
                </a:lnTo>
                <a:lnTo>
                  <a:pt x="240" y="820"/>
                </a:lnTo>
                <a:lnTo>
                  <a:pt x="239" y="820"/>
                </a:lnTo>
                <a:lnTo>
                  <a:pt x="238" y="820"/>
                </a:lnTo>
                <a:lnTo>
                  <a:pt x="238" y="821"/>
                </a:lnTo>
                <a:lnTo>
                  <a:pt x="238" y="822"/>
                </a:lnTo>
                <a:lnTo>
                  <a:pt x="235" y="822"/>
                </a:lnTo>
                <a:lnTo>
                  <a:pt x="234" y="822"/>
                </a:lnTo>
                <a:lnTo>
                  <a:pt x="234" y="821"/>
                </a:lnTo>
                <a:lnTo>
                  <a:pt x="233" y="819"/>
                </a:lnTo>
                <a:lnTo>
                  <a:pt x="232" y="818"/>
                </a:lnTo>
                <a:lnTo>
                  <a:pt x="231" y="817"/>
                </a:lnTo>
                <a:lnTo>
                  <a:pt x="230" y="818"/>
                </a:lnTo>
                <a:lnTo>
                  <a:pt x="229" y="818"/>
                </a:lnTo>
                <a:lnTo>
                  <a:pt x="228" y="818"/>
                </a:lnTo>
                <a:lnTo>
                  <a:pt x="228" y="819"/>
                </a:lnTo>
                <a:lnTo>
                  <a:pt x="227" y="819"/>
                </a:lnTo>
                <a:lnTo>
                  <a:pt x="227" y="818"/>
                </a:lnTo>
                <a:lnTo>
                  <a:pt x="226" y="818"/>
                </a:lnTo>
                <a:lnTo>
                  <a:pt x="226" y="817"/>
                </a:lnTo>
                <a:lnTo>
                  <a:pt x="225" y="816"/>
                </a:lnTo>
                <a:lnTo>
                  <a:pt x="224" y="815"/>
                </a:lnTo>
                <a:lnTo>
                  <a:pt x="223" y="815"/>
                </a:lnTo>
                <a:lnTo>
                  <a:pt x="222" y="817"/>
                </a:lnTo>
                <a:lnTo>
                  <a:pt x="221" y="818"/>
                </a:lnTo>
                <a:lnTo>
                  <a:pt x="220" y="820"/>
                </a:lnTo>
                <a:lnTo>
                  <a:pt x="218" y="822"/>
                </a:lnTo>
                <a:lnTo>
                  <a:pt x="217" y="823"/>
                </a:lnTo>
                <a:lnTo>
                  <a:pt x="216" y="823"/>
                </a:lnTo>
                <a:lnTo>
                  <a:pt x="214" y="825"/>
                </a:lnTo>
                <a:lnTo>
                  <a:pt x="213" y="829"/>
                </a:lnTo>
                <a:lnTo>
                  <a:pt x="213" y="831"/>
                </a:lnTo>
                <a:lnTo>
                  <a:pt x="212" y="834"/>
                </a:lnTo>
                <a:lnTo>
                  <a:pt x="211" y="837"/>
                </a:lnTo>
                <a:lnTo>
                  <a:pt x="210" y="842"/>
                </a:lnTo>
                <a:lnTo>
                  <a:pt x="210" y="843"/>
                </a:lnTo>
                <a:lnTo>
                  <a:pt x="210" y="844"/>
                </a:lnTo>
                <a:lnTo>
                  <a:pt x="210" y="845"/>
                </a:lnTo>
                <a:lnTo>
                  <a:pt x="210" y="846"/>
                </a:lnTo>
                <a:lnTo>
                  <a:pt x="209" y="848"/>
                </a:lnTo>
                <a:lnTo>
                  <a:pt x="207" y="850"/>
                </a:lnTo>
                <a:lnTo>
                  <a:pt x="207" y="851"/>
                </a:lnTo>
                <a:lnTo>
                  <a:pt x="206" y="851"/>
                </a:lnTo>
                <a:lnTo>
                  <a:pt x="202" y="851"/>
                </a:lnTo>
                <a:lnTo>
                  <a:pt x="199" y="850"/>
                </a:lnTo>
                <a:lnTo>
                  <a:pt x="198" y="849"/>
                </a:lnTo>
                <a:lnTo>
                  <a:pt x="197" y="848"/>
                </a:lnTo>
                <a:lnTo>
                  <a:pt x="196" y="848"/>
                </a:lnTo>
                <a:lnTo>
                  <a:pt x="195" y="850"/>
                </a:lnTo>
                <a:lnTo>
                  <a:pt x="194" y="851"/>
                </a:lnTo>
                <a:lnTo>
                  <a:pt x="194" y="852"/>
                </a:lnTo>
                <a:lnTo>
                  <a:pt x="194" y="854"/>
                </a:lnTo>
                <a:lnTo>
                  <a:pt x="193" y="854"/>
                </a:lnTo>
                <a:lnTo>
                  <a:pt x="193" y="855"/>
                </a:lnTo>
                <a:lnTo>
                  <a:pt x="192" y="855"/>
                </a:lnTo>
                <a:lnTo>
                  <a:pt x="192" y="859"/>
                </a:lnTo>
                <a:lnTo>
                  <a:pt x="192" y="860"/>
                </a:lnTo>
                <a:lnTo>
                  <a:pt x="193" y="860"/>
                </a:lnTo>
                <a:lnTo>
                  <a:pt x="193" y="861"/>
                </a:lnTo>
                <a:lnTo>
                  <a:pt x="194" y="861"/>
                </a:lnTo>
                <a:lnTo>
                  <a:pt x="197" y="862"/>
                </a:lnTo>
                <a:lnTo>
                  <a:pt x="197" y="863"/>
                </a:lnTo>
                <a:lnTo>
                  <a:pt x="197" y="864"/>
                </a:lnTo>
                <a:lnTo>
                  <a:pt x="197" y="867"/>
                </a:lnTo>
                <a:lnTo>
                  <a:pt x="198" y="870"/>
                </a:lnTo>
                <a:lnTo>
                  <a:pt x="198" y="872"/>
                </a:lnTo>
                <a:lnTo>
                  <a:pt x="200" y="873"/>
                </a:lnTo>
                <a:lnTo>
                  <a:pt x="200" y="874"/>
                </a:lnTo>
                <a:lnTo>
                  <a:pt x="201" y="874"/>
                </a:lnTo>
                <a:lnTo>
                  <a:pt x="201" y="876"/>
                </a:lnTo>
                <a:lnTo>
                  <a:pt x="200" y="876"/>
                </a:lnTo>
                <a:lnTo>
                  <a:pt x="200" y="877"/>
                </a:lnTo>
                <a:lnTo>
                  <a:pt x="199" y="877"/>
                </a:lnTo>
                <a:lnTo>
                  <a:pt x="199" y="879"/>
                </a:lnTo>
                <a:lnTo>
                  <a:pt x="198" y="880"/>
                </a:lnTo>
                <a:lnTo>
                  <a:pt x="199" y="881"/>
                </a:lnTo>
                <a:lnTo>
                  <a:pt x="196" y="882"/>
                </a:lnTo>
                <a:lnTo>
                  <a:pt x="193" y="884"/>
                </a:lnTo>
                <a:lnTo>
                  <a:pt x="192" y="884"/>
                </a:lnTo>
                <a:lnTo>
                  <a:pt x="191" y="884"/>
                </a:lnTo>
                <a:lnTo>
                  <a:pt x="190" y="883"/>
                </a:lnTo>
                <a:lnTo>
                  <a:pt x="189" y="883"/>
                </a:lnTo>
                <a:lnTo>
                  <a:pt x="189" y="882"/>
                </a:lnTo>
                <a:lnTo>
                  <a:pt x="189" y="880"/>
                </a:lnTo>
                <a:lnTo>
                  <a:pt x="186" y="880"/>
                </a:lnTo>
                <a:lnTo>
                  <a:pt x="185" y="881"/>
                </a:lnTo>
                <a:lnTo>
                  <a:pt x="184" y="881"/>
                </a:lnTo>
                <a:lnTo>
                  <a:pt x="181" y="882"/>
                </a:lnTo>
                <a:lnTo>
                  <a:pt x="180" y="882"/>
                </a:lnTo>
                <a:lnTo>
                  <a:pt x="180" y="881"/>
                </a:lnTo>
                <a:lnTo>
                  <a:pt x="179" y="881"/>
                </a:lnTo>
                <a:lnTo>
                  <a:pt x="178" y="882"/>
                </a:lnTo>
                <a:lnTo>
                  <a:pt x="177" y="883"/>
                </a:lnTo>
                <a:lnTo>
                  <a:pt x="176" y="883"/>
                </a:lnTo>
                <a:lnTo>
                  <a:pt x="175" y="883"/>
                </a:lnTo>
                <a:lnTo>
                  <a:pt x="175" y="882"/>
                </a:lnTo>
                <a:lnTo>
                  <a:pt x="174" y="882"/>
                </a:lnTo>
                <a:lnTo>
                  <a:pt x="173" y="881"/>
                </a:lnTo>
                <a:lnTo>
                  <a:pt x="173" y="880"/>
                </a:lnTo>
                <a:lnTo>
                  <a:pt x="174" y="879"/>
                </a:lnTo>
                <a:lnTo>
                  <a:pt x="174" y="878"/>
                </a:lnTo>
                <a:lnTo>
                  <a:pt x="175" y="878"/>
                </a:lnTo>
                <a:lnTo>
                  <a:pt x="176" y="878"/>
                </a:lnTo>
                <a:lnTo>
                  <a:pt x="176" y="877"/>
                </a:lnTo>
                <a:lnTo>
                  <a:pt x="175" y="877"/>
                </a:lnTo>
                <a:lnTo>
                  <a:pt x="175" y="876"/>
                </a:lnTo>
                <a:lnTo>
                  <a:pt x="174" y="876"/>
                </a:lnTo>
                <a:lnTo>
                  <a:pt x="173" y="874"/>
                </a:lnTo>
                <a:lnTo>
                  <a:pt x="173" y="872"/>
                </a:lnTo>
                <a:lnTo>
                  <a:pt x="174" y="872"/>
                </a:lnTo>
                <a:lnTo>
                  <a:pt x="174" y="871"/>
                </a:lnTo>
                <a:lnTo>
                  <a:pt x="175" y="870"/>
                </a:lnTo>
                <a:lnTo>
                  <a:pt x="176" y="868"/>
                </a:lnTo>
                <a:lnTo>
                  <a:pt x="176" y="867"/>
                </a:lnTo>
                <a:lnTo>
                  <a:pt x="177" y="867"/>
                </a:lnTo>
                <a:lnTo>
                  <a:pt x="177" y="868"/>
                </a:lnTo>
                <a:lnTo>
                  <a:pt x="178" y="868"/>
                </a:lnTo>
                <a:lnTo>
                  <a:pt x="179" y="865"/>
                </a:lnTo>
                <a:lnTo>
                  <a:pt x="180" y="864"/>
                </a:lnTo>
                <a:lnTo>
                  <a:pt x="181" y="861"/>
                </a:lnTo>
                <a:lnTo>
                  <a:pt x="182" y="860"/>
                </a:lnTo>
                <a:lnTo>
                  <a:pt x="180" y="858"/>
                </a:lnTo>
                <a:lnTo>
                  <a:pt x="180" y="857"/>
                </a:lnTo>
                <a:lnTo>
                  <a:pt x="179" y="857"/>
                </a:lnTo>
                <a:lnTo>
                  <a:pt x="178" y="856"/>
                </a:lnTo>
                <a:lnTo>
                  <a:pt x="178" y="855"/>
                </a:lnTo>
                <a:lnTo>
                  <a:pt x="177" y="855"/>
                </a:lnTo>
                <a:lnTo>
                  <a:pt x="176" y="857"/>
                </a:lnTo>
                <a:lnTo>
                  <a:pt x="177" y="858"/>
                </a:lnTo>
                <a:lnTo>
                  <a:pt x="177" y="859"/>
                </a:lnTo>
                <a:lnTo>
                  <a:pt x="176" y="859"/>
                </a:lnTo>
                <a:lnTo>
                  <a:pt x="174" y="857"/>
                </a:lnTo>
                <a:lnTo>
                  <a:pt x="173" y="856"/>
                </a:lnTo>
                <a:lnTo>
                  <a:pt x="173" y="855"/>
                </a:lnTo>
                <a:lnTo>
                  <a:pt x="172" y="855"/>
                </a:lnTo>
                <a:lnTo>
                  <a:pt x="170" y="855"/>
                </a:lnTo>
                <a:lnTo>
                  <a:pt x="170" y="856"/>
                </a:lnTo>
                <a:lnTo>
                  <a:pt x="169" y="856"/>
                </a:lnTo>
                <a:lnTo>
                  <a:pt x="168" y="856"/>
                </a:lnTo>
                <a:lnTo>
                  <a:pt x="167" y="855"/>
                </a:lnTo>
                <a:lnTo>
                  <a:pt x="167" y="854"/>
                </a:lnTo>
                <a:lnTo>
                  <a:pt x="167" y="852"/>
                </a:lnTo>
                <a:lnTo>
                  <a:pt x="167" y="851"/>
                </a:lnTo>
                <a:lnTo>
                  <a:pt x="167" y="850"/>
                </a:lnTo>
                <a:lnTo>
                  <a:pt x="167" y="849"/>
                </a:lnTo>
                <a:lnTo>
                  <a:pt x="166" y="849"/>
                </a:lnTo>
                <a:lnTo>
                  <a:pt x="165" y="848"/>
                </a:lnTo>
                <a:lnTo>
                  <a:pt x="163" y="848"/>
                </a:lnTo>
                <a:lnTo>
                  <a:pt x="162" y="849"/>
                </a:lnTo>
                <a:lnTo>
                  <a:pt x="161" y="850"/>
                </a:lnTo>
                <a:lnTo>
                  <a:pt x="160" y="850"/>
                </a:lnTo>
                <a:lnTo>
                  <a:pt x="160" y="851"/>
                </a:lnTo>
                <a:lnTo>
                  <a:pt x="158" y="854"/>
                </a:lnTo>
                <a:lnTo>
                  <a:pt x="157" y="855"/>
                </a:lnTo>
                <a:lnTo>
                  <a:pt x="156" y="855"/>
                </a:lnTo>
                <a:lnTo>
                  <a:pt x="155" y="855"/>
                </a:lnTo>
                <a:lnTo>
                  <a:pt x="155" y="856"/>
                </a:lnTo>
                <a:lnTo>
                  <a:pt x="154" y="857"/>
                </a:lnTo>
                <a:lnTo>
                  <a:pt x="153" y="857"/>
                </a:lnTo>
                <a:lnTo>
                  <a:pt x="153" y="856"/>
                </a:lnTo>
                <a:lnTo>
                  <a:pt x="152" y="856"/>
                </a:lnTo>
                <a:lnTo>
                  <a:pt x="151" y="855"/>
                </a:lnTo>
                <a:lnTo>
                  <a:pt x="150" y="854"/>
                </a:lnTo>
                <a:lnTo>
                  <a:pt x="149" y="855"/>
                </a:lnTo>
                <a:lnTo>
                  <a:pt x="148" y="855"/>
                </a:lnTo>
                <a:lnTo>
                  <a:pt x="148" y="856"/>
                </a:lnTo>
                <a:lnTo>
                  <a:pt x="148" y="857"/>
                </a:lnTo>
                <a:lnTo>
                  <a:pt x="148" y="859"/>
                </a:lnTo>
                <a:lnTo>
                  <a:pt x="146" y="861"/>
                </a:lnTo>
                <a:lnTo>
                  <a:pt x="143" y="860"/>
                </a:lnTo>
                <a:lnTo>
                  <a:pt x="142" y="859"/>
                </a:lnTo>
                <a:lnTo>
                  <a:pt x="141" y="857"/>
                </a:lnTo>
                <a:lnTo>
                  <a:pt x="140" y="856"/>
                </a:lnTo>
                <a:lnTo>
                  <a:pt x="139" y="856"/>
                </a:lnTo>
                <a:lnTo>
                  <a:pt x="139" y="855"/>
                </a:lnTo>
                <a:lnTo>
                  <a:pt x="138" y="854"/>
                </a:lnTo>
                <a:lnTo>
                  <a:pt x="136" y="854"/>
                </a:lnTo>
                <a:lnTo>
                  <a:pt x="135" y="853"/>
                </a:lnTo>
                <a:lnTo>
                  <a:pt x="135" y="852"/>
                </a:lnTo>
                <a:lnTo>
                  <a:pt x="135" y="851"/>
                </a:lnTo>
                <a:lnTo>
                  <a:pt x="133" y="850"/>
                </a:lnTo>
                <a:lnTo>
                  <a:pt x="131" y="850"/>
                </a:lnTo>
                <a:lnTo>
                  <a:pt x="129" y="849"/>
                </a:lnTo>
                <a:lnTo>
                  <a:pt x="129" y="848"/>
                </a:lnTo>
                <a:lnTo>
                  <a:pt x="129" y="847"/>
                </a:lnTo>
                <a:lnTo>
                  <a:pt x="128" y="845"/>
                </a:lnTo>
                <a:lnTo>
                  <a:pt x="128" y="840"/>
                </a:lnTo>
                <a:lnTo>
                  <a:pt x="129" y="840"/>
                </a:lnTo>
                <a:lnTo>
                  <a:pt x="130" y="841"/>
                </a:lnTo>
                <a:lnTo>
                  <a:pt x="131" y="841"/>
                </a:lnTo>
                <a:lnTo>
                  <a:pt x="132" y="841"/>
                </a:lnTo>
                <a:lnTo>
                  <a:pt x="133" y="840"/>
                </a:lnTo>
                <a:lnTo>
                  <a:pt x="136" y="840"/>
                </a:lnTo>
                <a:lnTo>
                  <a:pt x="137" y="840"/>
                </a:lnTo>
                <a:lnTo>
                  <a:pt x="138" y="840"/>
                </a:lnTo>
                <a:lnTo>
                  <a:pt x="139" y="839"/>
                </a:lnTo>
                <a:lnTo>
                  <a:pt x="140" y="837"/>
                </a:lnTo>
                <a:lnTo>
                  <a:pt x="141" y="836"/>
                </a:lnTo>
                <a:lnTo>
                  <a:pt x="141" y="833"/>
                </a:lnTo>
                <a:lnTo>
                  <a:pt x="140" y="833"/>
                </a:lnTo>
                <a:lnTo>
                  <a:pt x="139" y="832"/>
                </a:lnTo>
                <a:lnTo>
                  <a:pt x="138" y="830"/>
                </a:lnTo>
                <a:lnTo>
                  <a:pt x="137" y="829"/>
                </a:lnTo>
                <a:lnTo>
                  <a:pt x="136" y="830"/>
                </a:lnTo>
                <a:lnTo>
                  <a:pt x="133" y="830"/>
                </a:lnTo>
                <a:lnTo>
                  <a:pt x="132" y="830"/>
                </a:lnTo>
                <a:lnTo>
                  <a:pt x="131" y="827"/>
                </a:lnTo>
                <a:lnTo>
                  <a:pt x="131" y="826"/>
                </a:lnTo>
                <a:lnTo>
                  <a:pt x="132" y="826"/>
                </a:lnTo>
                <a:lnTo>
                  <a:pt x="132" y="825"/>
                </a:lnTo>
                <a:lnTo>
                  <a:pt x="131" y="824"/>
                </a:lnTo>
                <a:lnTo>
                  <a:pt x="131" y="823"/>
                </a:lnTo>
                <a:lnTo>
                  <a:pt x="130" y="823"/>
                </a:lnTo>
                <a:lnTo>
                  <a:pt x="130" y="822"/>
                </a:lnTo>
                <a:lnTo>
                  <a:pt x="129" y="821"/>
                </a:lnTo>
                <a:lnTo>
                  <a:pt x="129" y="820"/>
                </a:lnTo>
                <a:lnTo>
                  <a:pt x="130" y="820"/>
                </a:lnTo>
                <a:lnTo>
                  <a:pt x="131" y="820"/>
                </a:lnTo>
                <a:lnTo>
                  <a:pt x="132" y="819"/>
                </a:lnTo>
                <a:lnTo>
                  <a:pt x="131" y="818"/>
                </a:lnTo>
                <a:lnTo>
                  <a:pt x="130" y="817"/>
                </a:lnTo>
                <a:lnTo>
                  <a:pt x="130" y="818"/>
                </a:lnTo>
                <a:lnTo>
                  <a:pt x="129" y="818"/>
                </a:lnTo>
                <a:lnTo>
                  <a:pt x="128" y="818"/>
                </a:lnTo>
                <a:lnTo>
                  <a:pt x="128" y="817"/>
                </a:lnTo>
                <a:lnTo>
                  <a:pt x="128" y="816"/>
                </a:lnTo>
                <a:lnTo>
                  <a:pt x="128" y="815"/>
                </a:lnTo>
                <a:lnTo>
                  <a:pt x="128" y="814"/>
                </a:lnTo>
                <a:lnTo>
                  <a:pt x="127" y="812"/>
                </a:lnTo>
                <a:lnTo>
                  <a:pt x="126" y="812"/>
                </a:lnTo>
                <a:lnTo>
                  <a:pt x="125" y="811"/>
                </a:lnTo>
                <a:lnTo>
                  <a:pt x="125" y="810"/>
                </a:lnTo>
                <a:lnTo>
                  <a:pt x="126" y="809"/>
                </a:lnTo>
                <a:lnTo>
                  <a:pt x="127" y="808"/>
                </a:lnTo>
                <a:lnTo>
                  <a:pt x="127" y="807"/>
                </a:lnTo>
                <a:lnTo>
                  <a:pt x="128" y="805"/>
                </a:lnTo>
                <a:lnTo>
                  <a:pt x="128" y="804"/>
                </a:lnTo>
                <a:lnTo>
                  <a:pt x="129" y="802"/>
                </a:lnTo>
                <a:lnTo>
                  <a:pt x="130" y="800"/>
                </a:lnTo>
                <a:lnTo>
                  <a:pt x="131" y="800"/>
                </a:lnTo>
                <a:lnTo>
                  <a:pt x="131" y="799"/>
                </a:lnTo>
                <a:lnTo>
                  <a:pt x="131" y="800"/>
                </a:lnTo>
                <a:lnTo>
                  <a:pt x="131" y="799"/>
                </a:lnTo>
                <a:lnTo>
                  <a:pt x="131" y="798"/>
                </a:lnTo>
                <a:lnTo>
                  <a:pt x="131" y="797"/>
                </a:lnTo>
                <a:lnTo>
                  <a:pt x="130" y="796"/>
                </a:lnTo>
                <a:lnTo>
                  <a:pt x="129" y="796"/>
                </a:lnTo>
                <a:lnTo>
                  <a:pt x="128" y="796"/>
                </a:lnTo>
                <a:lnTo>
                  <a:pt x="127" y="797"/>
                </a:lnTo>
                <a:lnTo>
                  <a:pt x="126" y="798"/>
                </a:lnTo>
                <a:lnTo>
                  <a:pt x="125" y="799"/>
                </a:lnTo>
                <a:lnTo>
                  <a:pt x="126" y="800"/>
                </a:lnTo>
                <a:lnTo>
                  <a:pt x="125" y="800"/>
                </a:lnTo>
                <a:lnTo>
                  <a:pt x="125" y="801"/>
                </a:lnTo>
                <a:lnTo>
                  <a:pt x="124" y="802"/>
                </a:lnTo>
                <a:lnTo>
                  <a:pt x="123" y="802"/>
                </a:lnTo>
                <a:lnTo>
                  <a:pt x="121" y="802"/>
                </a:lnTo>
                <a:lnTo>
                  <a:pt x="115" y="803"/>
                </a:lnTo>
                <a:lnTo>
                  <a:pt x="113" y="804"/>
                </a:lnTo>
                <a:lnTo>
                  <a:pt x="111" y="805"/>
                </a:lnTo>
                <a:lnTo>
                  <a:pt x="109" y="807"/>
                </a:lnTo>
                <a:lnTo>
                  <a:pt x="107" y="808"/>
                </a:lnTo>
                <a:lnTo>
                  <a:pt x="107" y="807"/>
                </a:lnTo>
                <a:lnTo>
                  <a:pt x="106" y="806"/>
                </a:lnTo>
                <a:lnTo>
                  <a:pt x="106" y="805"/>
                </a:lnTo>
                <a:lnTo>
                  <a:pt x="104" y="802"/>
                </a:lnTo>
                <a:lnTo>
                  <a:pt x="103" y="802"/>
                </a:lnTo>
                <a:lnTo>
                  <a:pt x="101" y="802"/>
                </a:lnTo>
                <a:lnTo>
                  <a:pt x="100" y="802"/>
                </a:lnTo>
                <a:lnTo>
                  <a:pt x="98" y="801"/>
                </a:lnTo>
                <a:lnTo>
                  <a:pt x="97" y="802"/>
                </a:lnTo>
                <a:lnTo>
                  <a:pt x="96" y="801"/>
                </a:lnTo>
                <a:lnTo>
                  <a:pt x="95" y="801"/>
                </a:lnTo>
                <a:lnTo>
                  <a:pt x="95" y="800"/>
                </a:lnTo>
                <a:lnTo>
                  <a:pt x="96" y="799"/>
                </a:lnTo>
                <a:lnTo>
                  <a:pt x="96" y="798"/>
                </a:lnTo>
                <a:lnTo>
                  <a:pt x="95" y="798"/>
                </a:lnTo>
                <a:lnTo>
                  <a:pt x="95" y="796"/>
                </a:lnTo>
                <a:lnTo>
                  <a:pt x="94" y="795"/>
                </a:lnTo>
                <a:lnTo>
                  <a:pt x="94" y="794"/>
                </a:lnTo>
                <a:lnTo>
                  <a:pt x="94" y="792"/>
                </a:lnTo>
                <a:lnTo>
                  <a:pt x="96" y="791"/>
                </a:lnTo>
                <a:lnTo>
                  <a:pt x="97" y="791"/>
                </a:lnTo>
                <a:lnTo>
                  <a:pt x="98" y="791"/>
                </a:lnTo>
                <a:lnTo>
                  <a:pt x="99" y="790"/>
                </a:lnTo>
                <a:lnTo>
                  <a:pt x="98" y="787"/>
                </a:lnTo>
                <a:lnTo>
                  <a:pt x="98" y="785"/>
                </a:lnTo>
                <a:lnTo>
                  <a:pt x="99" y="782"/>
                </a:lnTo>
                <a:lnTo>
                  <a:pt x="101" y="782"/>
                </a:lnTo>
                <a:lnTo>
                  <a:pt x="101" y="780"/>
                </a:lnTo>
                <a:lnTo>
                  <a:pt x="101" y="779"/>
                </a:lnTo>
                <a:lnTo>
                  <a:pt x="101" y="778"/>
                </a:lnTo>
                <a:lnTo>
                  <a:pt x="102" y="777"/>
                </a:lnTo>
                <a:lnTo>
                  <a:pt x="102" y="776"/>
                </a:lnTo>
                <a:lnTo>
                  <a:pt x="103" y="775"/>
                </a:lnTo>
                <a:lnTo>
                  <a:pt x="103" y="774"/>
                </a:lnTo>
                <a:lnTo>
                  <a:pt x="103" y="773"/>
                </a:lnTo>
                <a:lnTo>
                  <a:pt x="104" y="773"/>
                </a:lnTo>
                <a:lnTo>
                  <a:pt x="105" y="772"/>
                </a:lnTo>
                <a:lnTo>
                  <a:pt x="106" y="772"/>
                </a:lnTo>
                <a:lnTo>
                  <a:pt x="106" y="771"/>
                </a:lnTo>
                <a:lnTo>
                  <a:pt x="107" y="770"/>
                </a:lnTo>
                <a:lnTo>
                  <a:pt x="109" y="770"/>
                </a:lnTo>
                <a:lnTo>
                  <a:pt x="112" y="768"/>
                </a:lnTo>
                <a:lnTo>
                  <a:pt x="112" y="767"/>
                </a:lnTo>
                <a:lnTo>
                  <a:pt x="113" y="766"/>
                </a:lnTo>
                <a:lnTo>
                  <a:pt x="112" y="765"/>
                </a:lnTo>
                <a:lnTo>
                  <a:pt x="111" y="765"/>
                </a:lnTo>
                <a:lnTo>
                  <a:pt x="111" y="766"/>
                </a:lnTo>
                <a:lnTo>
                  <a:pt x="110" y="766"/>
                </a:lnTo>
                <a:lnTo>
                  <a:pt x="110" y="765"/>
                </a:lnTo>
                <a:lnTo>
                  <a:pt x="109" y="764"/>
                </a:lnTo>
                <a:lnTo>
                  <a:pt x="109" y="763"/>
                </a:lnTo>
                <a:lnTo>
                  <a:pt x="111" y="761"/>
                </a:lnTo>
                <a:lnTo>
                  <a:pt x="113" y="760"/>
                </a:lnTo>
                <a:lnTo>
                  <a:pt x="114" y="759"/>
                </a:lnTo>
                <a:lnTo>
                  <a:pt x="113" y="757"/>
                </a:lnTo>
                <a:lnTo>
                  <a:pt x="112" y="757"/>
                </a:lnTo>
                <a:lnTo>
                  <a:pt x="112" y="756"/>
                </a:lnTo>
                <a:lnTo>
                  <a:pt x="111" y="755"/>
                </a:lnTo>
                <a:lnTo>
                  <a:pt x="112" y="754"/>
                </a:lnTo>
                <a:lnTo>
                  <a:pt x="113" y="753"/>
                </a:lnTo>
                <a:lnTo>
                  <a:pt x="114" y="753"/>
                </a:lnTo>
                <a:lnTo>
                  <a:pt x="116" y="752"/>
                </a:lnTo>
                <a:lnTo>
                  <a:pt x="117" y="751"/>
                </a:lnTo>
                <a:lnTo>
                  <a:pt x="117" y="750"/>
                </a:lnTo>
                <a:lnTo>
                  <a:pt x="116" y="748"/>
                </a:lnTo>
                <a:lnTo>
                  <a:pt x="115" y="748"/>
                </a:lnTo>
                <a:lnTo>
                  <a:pt x="115" y="747"/>
                </a:lnTo>
                <a:lnTo>
                  <a:pt x="115" y="746"/>
                </a:lnTo>
                <a:lnTo>
                  <a:pt x="115" y="744"/>
                </a:lnTo>
                <a:lnTo>
                  <a:pt x="114" y="744"/>
                </a:lnTo>
                <a:lnTo>
                  <a:pt x="113" y="744"/>
                </a:lnTo>
                <a:lnTo>
                  <a:pt x="113" y="741"/>
                </a:lnTo>
                <a:lnTo>
                  <a:pt x="113" y="740"/>
                </a:lnTo>
                <a:lnTo>
                  <a:pt x="113" y="738"/>
                </a:lnTo>
                <a:lnTo>
                  <a:pt x="112" y="736"/>
                </a:lnTo>
                <a:lnTo>
                  <a:pt x="110" y="734"/>
                </a:lnTo>
                <a:lnTo>
                  <a:pt x="110" y="733"/>
                </a:lnTo>
                <a:lnTo>
                  <a:pt x="110" y="732"/>
                </a:lnTo>
                <a:lnTo>
                  <a:pt x="109" y="731"/>
                </a:lnTo>
                <a:lnTo>
                  <a:pt x="107" y="730"/>
                </a:lnTo>
                <a:lnTo>
                  <a:pt x="107" y="729"/>
                </a:lnTo>
                <a:lnTo>
                  <a:pt x="105" y="728"/>
                </a:lnTo>
                <a:lnTo>
                  <a:pt x="103" y="729"/>
                </a:lnTo>
                <a:lnTo>
                  <a:pt x="102" y="729"/>
                </a:lnTo>
                <a:lnTo>
                  <a:pt x="102" y="728"/>
                </a:lnTo>
                <a:lnTo>
                  <a:pt x="101" y="727"/>
                </a:lnTo>
                <a:lnTo>
                  <a:pt x="99" y="727"/>
                </a:lnTo>
                <a:lnTo>
                  <a:pt x="97" y="726"/>
                </a:lnTo>
                <a:lnTo>
                  <a:pt x="96" y="726"/>
                </a:lnTo>
                <a:lnTo>
                  <a:pt x="96" y="725"/>
                </a:lnTo>
                <a:lnTo>
                  <a:pt x="96" y="724"/>
                </a:lnTo>
                <a:lnTo>
                  <a:pt x="96" y="723"/>
                </a:lnTo>
                <a:lnTo>
                  <a:pt x="95" y="723"/>
                </a:lnTo>
                <a:lnTo>
                  <a:pt x="95" y="722"/>
                </a:lnTo>
                <a:lnTo>
                  <a:pt x="94" y="722"/>
                </a:lnTo>
                <a:lnTo>
                  <a:pt x="94" y="721"/>
                </a:lnTo>
                <a:lnTo>
                  <a:pt x="94" y="720"/>
                </a:lnTo>
                <a:lnTo>
                  <a:pt x="93" y="720"/>
                </a:lnTo>
                <a:lnTo>
                  <a:pt x="93" y="719"/>
                </a:lnTo>
                <a:lnTo>
                  <a:pt x="93" y="718"/>
                </a:lnTo>
                <a:lnTo>
                  <a:pt x="94" y="718"/>
                </a:lnTo>
                <a:lnTo>
                  <a:pt x="96" y="718"/>
                </a:lnTo>
                <a:lnTo>
                  <a:pt x="97" y="718"/>
                </a:lnTo>
                <a:lnTo>
                  <a:pt x="97" y="717"/>
                </a:lnTo>
                <a:lnTo>
                  <a:pt x="97" y="716"/>
                </a:lnTo>
                <a:lnTo>
                  <a:pt x="98" y="716"/>
                </a:lnTo>
                <a:lnTo>
                  <a:pt x="99" y="717"/>
                </a:lnTo>
                <a:lnTo>
                  <a:pt x="101" y="717"/>
                </a:lnTo>
                <a:lnTo>
                  <a:pt x="103" y="718"/>
                </a:lnTo>
                <a:lnTo>
                  <a:pt x="107" y="717"/>
                </a:lnTo>
                <a:lnTo>
                  <a:pt x="109" y="717"/>
                </a:lnTo>
                <a:lnTo>
                  <a:pt x="112" y="715"/>
                </a:lnTo>
                <a:lnTo>
                  <a:pt x="112" y="714"/>
                </a:lnTo>
                <a:lnTo>
                  <a:pt x="111" y="713"/>
                </a:lnTo>
                <a:lnTo>
                  <a:pt x="110" y="713"/>
                </a:lnTo>
                <a:lnTo>
                  <a:pt x="110" y="712"/>
                </a:lnTo>
                <a:lnTo>
                  <a:pt x="111" y="712"/>
                </a:lnTo>
                <a:lnTo>
                  <a:pt x="113" y="712"/>
                </a:lnTo>
                <a:lnTo>
                  <a:pt x="114" y="712"/>
                </a:lnTo>
                <a:lnTo>
                  <a:pt x="115" y="713"/>
                </a:lnTo>
                <a:lnTo>
                  <a:pt x="116" y="714"/>
                </a:lnTo>
                <a:lnTo>
                  <a:pt x="117" y="713"/>
                </a:lnTo>
                <a:lnTo>
                  <a:pt x="117" y="712"/>
                </a:lnTo>
                <a:lnTo>
                  <a:pt x="117" y="711"/>
                </a:lnTo>
                <a:lnTo>
                  <a:pt x="116" y="710"/>
                </a:lnTo>
                <a:lnTo>
                  <a:pt x="115" y="710"/>
                </a:lnTo>
                <a:lnTo>
                  <a:pt x="115" y="709"/>
                </a:lnTo>
                <a:lnTo>
                  <a:pt x="118" y="708"/>
                </a:lnTo>
                <a:lnTo>
                  <a:pt x="119" y="707"/>
                </a:lnTo>
                <a:lnTo>
                  <a:pt x="120" y="707"/>
                </a:lnTo>
                <a:lnTo>
                  <a:pt x="121" y="705"/>
                </a:lnTo>
                <a:lnTo>
                  <a:pt x="123" y="705"/>
                </a:lnTo>
                <a:lnTo>
                  <a:pt x="124" y="705"/>
                </a:lnTo>
                <a:lnTo>
                  <a:pt x="125" y="705"/>
                </a:lnTo>
                <a:lnTo>
                  <a:pt x="125" y="704"/>
                </a:lnTo>
                <a:lnTo>
                  <a:pt x="125" y="703"/>
                </a:lnTo>
                <a:lnTo>
                  <a:pt x="126" y="703"/>
                </a:lnTo>
                <a:lnTo>
                  <a:pt x="128" y="703"/>
                </a:lnTo>
                <a:lnTo>
                  <a:pt x="128" y="704"/>
                </a:lnTo>
                <a:lnTo>
                  <a:pt x="128" y="705"/>
                </a:lnTo>
                <a:lnTo>
                  <a:pt x="130" y="705"/>
                </a:lnTo>
                <a:lnTo>
                  <a:pt x="130" y="704"/>
                </a:lnTo>
                <a:lnTo>
                  <a:pt x="130" y="703"/>
                </a:lnTo>
                <a:lnTo>
                  <a:pt x="131" y="703"/>
                </a:lnTo>
                <a:lnTo>
                  <a:pt x="133" y="703"/>
                </a:lnTo>
                <a:lnTo>
                  <a:pt x="133" y="704"/>
                </a:lnTo>
                <a:lnTo>
                  <a:pt x="133" y="705"/>
                </a:lnTo>
                <a:lnTo>
                  <a:pt x="132" y="705"/>
                </a:lnTo>
                <a:lnTo>
                  <a:pt x="132" y="707"/>
                </a:lnTo>
                <a:lnTo>
                  <a:pt x="133" y="707"/>
                </a:lnTo>
                <a:lnTo>
                  <a:pt x="135" y="707"/>
                </a:lnTo>
                <a:lnTo>
                  <a:pt x="136" y="707"/>
                </a:lnTo>
                <a:lnTo>
                  <a:pt x="137" y="707"/>
                </a:lnTo>
                <a:lnTo>
                  <a:pt x="137" y="705"/>
                </a:lnTo>
                <a:lnTo>
                  <a:pt x="136" y="705"/>
                </a:lnTo>
                <a:lnTo>
                  <a:pt x="136" y="701"/>
                </a:lnTo>
                <a:lnTo>
                  <a:pt x="137" y="700"/>
                </a:lnTo>
                <a:lnTo>
                  <a:pt x="135" y="697"/>
                </a:lnTo>
                <a:lnTo>
                  <a:pt x="131" y="695"/>
                </a:lnTo>
                <a:lnTo>
                  <a:pt x="131" y="694"/>
                </a:lnTo>
                <a:lnTo>
                  <a:pt x="131" y="691"/>
                </a:lnTo>
                <a:lnTo>
                  <a:pt x="131" y="690"/>
                </a:lnTo>
                <a:lnTo>
                  <a:pt x="132" y="689"/>
                </a:lnTo>
                <a:lnTo>
                  <a:pt x="133" y="688"/>
                </a:lnTo>
                <a:lnTo>
                  <a:pt x="133" y="687"/>
                </a:lnTo>
                <a:lnTo>
                  <a:pt x="135" y="686"/>
                </a:lnTo>
                <a:lnTo>
                  <a:pt x="135" y="685"/>
                </a:lnTo>
                <a:lnTo>
                  <a:pt x="133" y="685"/>
                </a:lnTo>
                <a:lnTo>
                  <a:pt x="133" y="684"/>
                </a:lnTo>
                <a:lnTo>
                  <a:pt x="133" y="682"/>
                </a:lnTo>
                <a:lnTo>
                  <a:pt x="133" y="681"/>
                </a:lnTo>
                <a:lnTo>
                  <a:pt x="135" y="681"/>
                </a:lnTo>
                <a:lnTo>
                  <a:pt x="133" y="680"/>
                </a:lnTo>
                <a:lnTo>
                  <a:pt x="132" y="680"/>
                </a:lnTo>
                <a:lnTo>
                  <a:pt x="131" y="679"/>
                </a:lnTo>
                <a:lnTo>
                  <a:pt x="130" y="679"/>
                </a:lnTo>
                <a:lnTo>
                  <a:pt x="130" y="680"/>
                </a:lnTo>
                <a:lnTo>
                  <a:pt x="129" y="679"/>
                </a:lnTo>
                <a:lnTo>
                  <a:pt x="128" y="678"/>
                </a:lnTo>
                <a:lnTo>
                  <a:pt x="129" y="677"/>
                </a:lnTo>
                <a:lnTo>
                  <a:pt x="128" y="677"/>
                </a:lnTo>
                <a:lnTo>
                  <a:pt x="127" y="677"/>
                </a:lnTo>
                <a:lnTo>
                  <a:pt x="127" y="676"/>
                </a:lnTo>
                <a:lnTo>
                  <a:pt x="126" y="676"/>
                </a:lnTo>
                <a:lnTo>
                  <a:pt x="126" y="677"/>
                </a:lnTo>
                <a:lnTo>
                  <a:pt x="125" y="677"/>
                </a:lnTo>
                <a:lnTo>
                  <a:pt x="125" y="678"/>
                </a:lnTo>
                <a:lnTo>
                  <a:pt x="125" y="679"/>
                </a:lnTo>
                <a:lnTo>
                  <a:pt x="124" y="680"/>
                </a:lnTo>
                <a:lnTo>
                  <a:pt x="124" y="681"/>
                </a:lnTo>
                <a:lnTo>
                  <a:pt x="123" y="681"/>
                </a:lnTo>
                <a:lnTo>
                  <a:pt x="123" y="682"/>
                </a:lnTo>
                <a:lnTo>
                  <a:pt x="122" y="682"/>
                </a:lnTo>
                <a:lnTo>
                  <a:pt x="123" y="682"/>
                </a:lnTo>
                <a:lnTo>
                  <a:pt x="123" y="683"/>
                </a:lnTo>
                <a:lnTo>
                  <a:pt x="122" y="683"/>
                </a:lnTo>
                <a:lnTo>
                  <a:pt x="121" y="685"/>
                </a:lnTo>
                <a:lnTo>
                  <a:pt x="120" y="685"/>
                </a:lnTo>
                <a:lnTo>
                  <a:pt x="119" y="685"/>
                </a:lnTo>
                <a:lnTo>
                  <a:pt x="119" y="684"/>
                </a:lnTo>
                <a:lnTo>
                  <a:pt x="119" y="680"/>
                </a:lnTo>
                <a:lnTo>
                  <a:pt x="119" y="679"/>
                </a:lnTo>
                <a:lnTo>
                  <a:pt x="120" y="678"/>
                </a:lnTo>
                <a:lnTo>
                  <a:pt x="123" y="676"/>
                </a:lnTo>
                <a:lnTo>
                  <a:pt x="125" y="675"/>
                </a:lnTo>
                <a:lnTo>
                  <a:pt x="128" y="674"/>
                </a:lnTo>
                <a:lnTo>
                  <a:pt x="128" y="673"/>
                </a:lnTo>
                <a:lnTo>
                  <a:pt x="129" y="673"/>
                </a:lnTo>
                <a:lnTo>
                  <a:pt x="129" y="672"/>
                </a:lnTo>
                <a:lnTo>
                  <a:pt x="131" y="670"/>
                </a:lnTo>
                <a:lnTo>
                  <a:pt x="132" y="669"/>
                </a:lnTo>
                <a:lnTo>
                  <a:pt x="133" y="669"/>
                </a:lnTo>
                <a:lnTo>
                  <a:pt x="133" y="670"/>
                </a:lnTo>
                <a:lnTo>
                  <a:pt x="135" y="670"/>
                </a:lnTo>
                <a:lnTo>
                  <a:pt x="135" y="671"/>
                </a:lnTo>
                <a:lnTo>
                  <a:pt x="137" y="671"/>
                </a:lnTo>
                <a:lnTo>
                  <a:pt x="138" y="671"/>
                </a:lnTo>
                <a:lnTo>
                  <a:pt x="137" y="670"/>
                </a:lnTo>
                <a:lnTo>
                  <a:pt x="137" y="669"/>
                </a:lnTo>
                <a:lnTo>
                  <a:pt x="137" y="668"/>
                </a:lnTo>
                <a:lnTo>
                  <a:pt x="138" y="667"/>
                </a:lnTo>
                <a:lnTo>
                  <a:pt x="139" y="667"/>
                </a:lnTo>
                <a:lnTo>
                  <a:pt x="140" y="667"/>
                </a:lnTo>
                <a:lnTo>
                  <a:pt x="141" y="667"/>
                </a:lnTo>
                <a:lnTo>
                  <a:pt x="141" y="666"/>
                </a:lnTo>
                <a:lnTo>
                  <a:pt x="142" y="665"/>
                </a:lnTo>
                <a:lnTo>
                  <a:pt x="142" y="664"/>
                </a:lnTo>
                <a:lnTo>
                  <a:pt x="141" y="664"/>
                </a:lnTo>
                <a:lnTo>
                  <a:pt x="140" y="663"/>
                </a:lnTo>
                <a:lnTo>
                  <a:pt x="139" y="662"/>
                </a:lnTo>
                <a:lnTo>
                  <a:pt x="139" y="660"/>
                </a:lnTo>
                <a:lnTo>
                  <a:pt x="137" y="660"/>
                </a:lnTo>
                <a:lnTo>
                  <a:pt x="136" y="660"/>
                </a:lnTo>
                <a:lnTo>
                  <a:pt x="135" y="660"/>
                </a:lnTo>
                <a:lnTo>
                  <a:pt x="135" y="658"/>
                </a:lnTo>
                <a:lnTo>
                  <a:pt x="136" y="658"/>
                </a:lnTo>
                <a:lnTo>
                  <a:pt x="136" y="657"/>
                </a:lnTo>
                <a:lnTo>
                  <a:pt x="137" y="657"/>
                </a:lnTo>
                <a:lnTo>
                  <a:pt x="138" y="656"/>
                </a:lnTo>
                <a:lnTo>
                  <a:pt x="138" y="655"/>
                </a:lnTo>
                <a:lnTo>
                  <a:pt x="138" y="653"/>
                </a:lnTo>
                <a:lnTo>
                  <a:pt x="138" y="652"/>
                </a:lnTo>
                <a:lnTo>
                  <a:pt x="137" y="652"/>
                </a:lnTo>
                <a:lnTo>
                  <a:pt x="135" y="651"/>
                </a:lnTo>
                <a:lnTo>
                  <a:pt x="133" y="650"/>
                </a:lnTo>
                <a:lnTo>
                  <a:pt x="132" y="646"/>
                </a:lnTo>
                <a:lnTo>
                  <a:pt x="132" y="643"/>
                </a:lnTo>
                <a:lnTo>
                  <a:pt x="133" y="642"/>
                </a:lnTo>
                <a:lnTo>
                  <a:pt x="133" y="641"/>
                </a:lnTo>
                <a:lnTo>
                  <a:pt x="128" y="639"/>
                </a:lnTo>
                <a:lnTo>
                  <a:pt x="127" y="639"/>
                </a:lnTo>
                <a:lnTo>
                  <a:pt x="127" y="640"/>
                </a:lnTo>
                <a:lnTo>
                  <a:pt x="126" y="641"/>
                </a:lnTo>
                <a:lnTo>
                  <a:pt x="126" y="642"/>
                </a:lnTo>
                <a:lnTo>
                  <a:pt x="127" y="642"/>
                </a:lnTo>
                <a:lnTo>
                  <a:pt x="128" y="643"/>
                </a:lnTo>
                <a:lnTo>
                  <a:pt x="127" y="643"/>
                </a:lnTo>
                <a:lnTo>
                  <a:pt x="127" y="644"/>
                </a:lnTo>
                <a:lnTo>
                  <a:pt x="127" y="645"/>
                </a:lnTo>
                <a:lnTo>
                  <a:pt x="126" y="645"/>
                </a:lnTo>
                <a:lnTo>
                  <a:pt x="125" y="644"/>
                </a:lnTo>
                <a:lnTo>
                  <a:pt x="124" y="643"/>
                </a:lnTo>
                <a:lnTo>
                  <a:pt x="123" y="643"/>
                </a:lnTo>
                <a:lnTo>
                  <a:pt x="122" y="643"/>
                </a:lnTo>
                <a:lnTo>
                  <a:pt x="121" y="643"/>
                </a:lnTo>
                <a:lnTo>
                  <a:pt x="120" y="642"/>
                </a:lnTo>
                <a:lnTo>
                  <a:pt x="121" y="642"/>
                </a:lnTo>
                <a:lnTo>
                  <a:pt x="121" y="641"/>
                </a:lnTo>
                <a:lnTo>
                  <a:pt x="123" y="641"/>
                </a:lnTo>
                <a:lnTo>
                  <a:pt x="125" y="642"/>
                </a:lnTo>
                <a:lnTo>
                  <a:pt x="125" y="641"/>
                </a:lnTo>
                <a:lnTo>
                  <a:pt x="125" y="639"/>
                </a:lnTo>
                <a:lnTo>
                  <a:pt x="122" y="639"/>
                </a:lnTo>
                <a:lnTo>
                  <a:pt x="122" y="640"/>
                </a:lnTo>
                <a:lnTo>
                  <a:pt x="121" y="639"/>
                </a:lnTo>
                <a:lnTo>
                  <a:pt x="121" y="636"/>
                </a:lnTo>
                <a:lnTo>
                  <a:pt x="122" y="633"/>
                </a:lnTo>
                <a:lnTo>
                  <a:pt x="123" y="632"/>
                </a:lnTo>
                <a:lnTo>
                  <a:pt x="123" y="629"/>
                </a:lnTo>
                <a:lnTo>
                  <a:pt x="122" y="628"/>
                </a:lnTo>
                <a:lnTo>
                  <a:pt x="121" y="628"/>
                </a:lnTo>
                <a:lnTo>
                  <a:pt x="121" y="629"/>
                </a:lnTo>
                <a:lnTo>
                  <a:pt x="121" y="630"/>
                </a:lnTo>
                <a:lnTo>
                  <a:pt x="119" y="630"/>
                </a:lnTo>
                <a:lnTo>
                  <a:pt x="117" y="631"/>
                </a:lnTo>
                <a:lnTo>
                  <a:pt x="116" y="631"/>
                </a:lnTo>
                <a:lnTo>
                  <a:pt x="113" y="626"/>
                </a:lnTo>
                <a:lnTo>
                  <a:pt x="113" y="625"/>
                </a:lnTo>
                <a:lnTo>
                  <a:pt x="112" y="625"/>
                </a:lnTo>
                <a:lnTo>
                  <a:pt x="111" y="625"/>
                </a:lnTo>
                <a:lnTo>
                  <a:pt x="110" y="625"/>
                </a:lnTo>
                <a:lnTo>
                  <a:pt x="110" y="624"/>
                </a:lnTo>
                <a:lnTo>
                  <a:pt x="109" y="624"/>
                </a:lnTo>
                <a:lnTo>
                  <a:pt x="109" y="625"/>
                </a:lnTo>
                <a:lnTo>
                  <a:pt x="108" y="625"/>
                </a:lnTo>
                <a:lnTo>
                  <a:pt x="109" y="625"/>
                </a:lnTo>
                <a:lnTo>
                  <a:pt x="109" y="627"/>
                </a:lnTo>
                <a:lnTo>
                  <a:pt x="107" y="627"/>
                </a:lnTo>
                <a:lnTo>
                  <a:pt x="107" y="626"/>
                </a:lnTo>
                <a:lnTo>
                  <a:pt x="106" y="625"/>
                </a:lnTo>
                <a:lnTo>
                  <a:pt x="105" y="625"/>
                </a:lnTo>
                <a:lnTo>
                  <a:pt x="105" y="626"/>
                </a:lnTo>
                <a:lnTo>
                  <a:pt x="105" y="627"/>
                </a:lnTo>
                <a:lnTo>
                  <a:pt x="104" y="627"/>
                </a:lnTo>
                <a:lnTo>
                  <a:pt x="103" y="626"/>
                </a:lnTo>
                <a:lnTo>
                  <a:pt x="102" y="626"/>
                </a:lnTo>
                <a:lnTo>
                  <a:pt x="102" y="625"/>
                </a:lnTo>
                <a:lnTo>
                  <a:pt x="98" y="626"/>
                </a:lnTo>
                <a:lnTo>
                  <a:pt x="98" y="627"/>
                </a:lnTo>
                <a:lnTo>
                  <a:pt x="98" y="628"/>
                </a:lnTo>
                <a:lnTo>
                  <a:pt x="98" y="629"/>
                </a:lnTo>
                <a:lnTo>
                  <a:pt x="97" y="629"/>
                </a:lnTo>
                <a:lnTo>
                  <a:pt x="96" y="629"/>
                </a:lnTo>
                <a:lnTo>
                  <a:pt x="95" y="629"/>
                </a:lnTo>
                <a:lnTo>
                  <a:pt x="94" y="629"/>
                </a:lnTo>
                <a:lnTo>
                  <a:pt x="93" y="629"/>
                </a:lnTo>
                <a:lnTo>
                  <a:pt x="91" y="630"/>
                </a:lnTo>
                <a:lnTo>
                  <a:pt x="90" y="630"/>
                </a:lnTo>
                <a:lnTo>
                  <a:pt x="88" y="630"/>
                </a:lnTo>
                <a:lnTo>
                  <a:pt x="88" y="631"/>
                </a:lnTo>
                <a:lnTo>
                  <a:pt x="87" y="631"/>
                </a:lnTo>
                <a:lnTo>
                  <a:pt x="85" y="632"/>
                </a:lnTo>
                <a:lnTo>
                  <a:pt x="85" y="631"/>
                </a:lnTo>
                <a:lnTo>
                  <a:pt x="84" y="629"/>
                </a:lnTo>
                <a:lnTo>
                  <a:pt x="84" y="627"/>
                </a:lnTo>
                <a:lnTo>
                  <a:pt x="83" y="626"/>
                </a:lnTo>
                <a:lnTo>
                  <a:pt x="81" y="627"/>
                </a:lnTo>
                <a:lnTo>
                  <a:pt x="80" y="630"/>
                </a:lnTo>
                <a:lnTo>
                  <a:pt x="79" y="630"/>
                </a:lnTo>
                <a:lnTo>
                  <a:pt x="79" y="631"/>
                </a:lnTo>
                <a:lnTo>
                  <a:pt x="78" y="631"/>
                </a:lnTo>
                <a:lnTo>
                  <a:pt x="78" y="632"/>
                </a:lnTo>
                <a:lnTo>
                  <a:pt x="78" y="633"/>
                </a:lnTo>
                <a:lnTo>
                  <a:pt x="76" y="635"/>
                </a:lnTo>
                <a:lnTo>
                  <a:pt x="76" y="637"/>
                </a:lnTo>
                <a:lnTo>
                  <a:pt x="75" y="639"/>
                </a:lnTo>
                <a:lnTo>
                  <a:pt x="74" y="640"/>
                </a:lnTo>
                <a:lnTo>
                  <a:pt x="73" y="640"/>
                </a:lnTo>
                <a:lnTo>
                  <a:pt x="72" y="641"/>
                </a:lnTo>
                <a:lnTo>
                  <a:pt x="71" y="641"/>
                </a:lnTo>
                <a:lnTo>
                  <a:pt x="70" y="641"/>
                </a:lnTo>
                <a:lnTo>
                  <a:pt x="69" y="642"/>
                </a:lnTo>
                <a:lnTo>
                  <a:pt x="68" y="644"/>
                </a:lnTo>
                <a:lnTo>
                  <a:pt x="68" y="645"/>
                </a:lnTo>
                <a:lnTo>
                  <a:pt x="66" y="644"/>
                </a:lnTo>
                <a:lnTo>
                  <a:pt x="63" y="644"/>
                </a:lnTo>
                <a:lnTo>
                  <a:pt x="62" y="644"/>
                </a:lnTo>
                <a:lnTo>
                  <a:pt x="62" y="645"/>
                </a:lnTo>
                <a:lnTo>
                  <a:pt x="61" y="645"/>
                </a:lnTo>
                <a:lnTo>
                  <a:pt x="57" y="645"/>
                </a:lnTo>
                <a:lnTo>
                  <a:pt x="57" y="644"/>
                </a:lnTo>
                <a:lnTo>
                  <a:pt x="57" y="640"/>
                </a:lnTo>
                <a:lnTo>
                  <a:pt x="58" y="640"/>
                </a:lnTo>
                <a:lnTo>
                  <a:pt x="59" y="638"/>
                </a:lnTo>
                <a:lnTo>
                  <a:pt x="59" y="637"/>
                </a:lnTo>
                <a:lnTo>
                  <a:pt x="60" y="637"/>
                </a:lnTo>
                <a:lnTo>
                  <a:pt x="60" y="636"/>
                </a:lnTo>
                <a:lnTo>
                  <a:pt x="61" y="636"/>
                </a:lnTo>
                <a:lnTo>
                  <a:pt x="62" y="636"/>
                </a:lnTo>
                <a:lnTo>
                  <a:pt x="62" y="635"/>
                </a:lnTo>
                <a:lnTo>
                  <a:pt x="62" y="634"/>
                </a:lnTo>
                <a:lnTo>
                  <a:pt x="61" y="633"/>
                </a:lnTo>
                <a:lnTo>
                  <a:pt x="60" y="633"/>
                </a:lnTo>
                <a:lnTo>
                  <a:pt x="58" y="633"/>
                </a:lnTo>
                <a:lnTo>
                  <a:pt x="57" y="633"/>
                </a:lnTo>
                <a:lnTo>
                  <a:pt x="55" y="635"/>
                </a:lnTo>
                <a:lnTo>
                  <a:pt x="54" y="635"/>
                </a:lnTo>
                <a:lnTo>
                  <a:pt x="52" y="635"/>
                </a:lnTo>
                <a:lnTo>
                  <a:pt x="49" y="637"/>
                </a:lnTo>
                <a:lnTo>
                  <a:pt x="48" y="638"/>
                </a:lnTo>
                <a:lnTo>
                  <a:pt x="47" y="639"/>
                </a:lnTo>
                <a:lnTo>
                  <a:pt x="46" y="639"/>
                </a:lnTo>
                <a:lnTo>
                  <a:pt x="44" y="639"/>
                </a:lnTo>
                <a:lnTo>
                  <a:pt x="44" y="638"/>
                </a:lnTo>
                <a:lnTo>
                  <a:pt x="42" y="638"/>
                </a:lnTo>
                <a:lnTo>
                  <a:pt x="40" y="641"/>
                </a:lnTo>
                <a:lnTo>
                  <a:pt x="40" y="643"/>
                </a:lnTo>
                <a:lnTo>
                  <a:pt x="39" y="644"/>
                </a:lnTo>
                <a:lnTo>
                  <a:pt x="38" y="644"/>
                </a:lnTo>
                <a:lnTo>
                  <a:pt x="37" y="644"/>
                </a:lnTo>
                <a:lnTo>
                  <a:pt x="36" y="645"/>
                </a:lnTo>
                <a:lnTo>
                  <a:pt x="34" y="646"/>
                </a:lnTo>
                <a:lnTo>
                  <a:pt x="34" y="647"/>
                </a:lnTo>
                <a:lnTo>
                  <a:pt x="32" y="649"/>
                </a:lnTo>
                <a:lnTo>
                  <a:pt x="31" y="650"/>
                </a:lnTo>
                <a:lnTo>
                  <a:pt x="30" y="649"/>
                </a:lnTo>
                <a:lnTo>
                  <a:pt x="28" y="650"/>
                </a:lnTo>
                <a:lnTo>
                  <a:pt x="27" y="650"/>
                </a:lnTo>
                <a:lnTo>
                  <a:pt x="27" y="651"/>
                </a:lnTo>
                <a:lnTo>
                  <a:pt x="28" y="652"/>
                </a:lnTo>
                <a:lnTo>
                  <a:pt x="30" y="652"/>
                </a:lnTo>
                <a:lnTo>
                  <a:pt x="30" y="656"/>
                </a:lnTo>
                <a:lnTo>
                  <a:pt x="29" y="657"/>
                </a:lnTo>
                <a:lnTo>
                  <a:pt x="25" y="658"/>
                </a:lnTo>
                <a:lnTo>
                  <a:pt x="24" y="658"/>
                </a:lnTo>
                <a:lnTo>
                  <a:pt x="24" y="657"/>
                </a:lnTo>
                <a:lnTo>
                  <a:pt x="24" y="655"/>
                </a:lnTo>
                <a:lnTo>
                  <a:pt x="24" y="654"/>
                </a:lnTo>
                <a:lnTo>
                  <a:pt x="23" y="655"/>
                </a:lnTo>
                <a:lnTo>
                  <a:pt x="24" y="655"/>
                </a:lnTo>
                <a:lnTo>
                  <a:pt x="24" y="656"/>
                </a:lnTo>
                <a:lnTo>
                  <a:pt x="21" y="657"/>
                </a:lnTo>
                <a:lnTo>
                  <a:pt x="21" y="656"/>
                </a:lnTo>
                <a:lnTo>
                  <a:pt x="20" y="657"/>
                </a:lnTo>
                <a:lnTo>
                  <a:pt x="19" y="658"/>
                </a:lnTo>
                <a:lnTo>
                  <a:pt x="19" y="659"/>
                </a:lnTo>
                <a:lnTo>
                  <a:pt x="18" y="660"/>
                </a:lnTo>
                <a:lnTo>
                  <a:pt x="16" y="661"/>
                </a:lnTo>
                <a:lnTo>
                  <a:pt x="15" y="660"/>
                </a:lnTo>
                <a:lnTo>
                  <a:pt x="16" y="659"/>
                </a:lnTo>
                <a:lnTo>
                  <a:pt x="16" y="658"/>
                </a:lnTo>
                <a:lnTo>
                  <a:pt x="16" y="657"/>
                </a:lnTo>
                <a:lnTo>
                  <a:pt x="16" y="656"/>
                </a:lnTo>
                <a:lnTo>
                  <a:pt x="16" y="655"/>
                </a:lnTo>
                <a:lnTo>
                  <a:pt x="15" y="654"/>
                </a:lnTo>
                <a:lnTo>
                  <a:pt x="13" y="654"/>
                </a:lnTo>
                <a:lnTo>
                  <a:pt x="11" y="653"/>
                </a:lnTo>
                <a:lnTo>
                  <a:pt x="11" y="652"/>
                </a:lnTo>
                <a:lnTo>
                  <a:pt x="10" y="650"/>
                </a:lnTo>
                <a:lnTo>
                  <a:pt x="11" y="650"/>
                </a:lnTo>
                <a:lnTo>
                  <a:pt x="10" y="650"/>
                </a:lnTo>
                <a:lnTo>
                  <a:pt x="10" y="649"/>
                </a:lnTo>
                <a:lnTo>
                  <a:pt x="10" y="648"/>
                </a:lnTo>
                <a:lnTo>
                  <a:pt x="9" y="648"/>
                </a:lnTo>
                <a:lnTo>
                  <a:pt x="8" y="649"/>
                </a:lnTo>
                <a:lnTo>
                  <a:pt x="7" y="648"/>
                </a:lnTo>
                <a:lnTo>
                  <a:pt x="5" y="647"/>
                </a:lnTo>
                <a:lnTo>
                  <a:pt x="3" y="645"/>
                </a:lnTo>
                <a:lnTo>
                  <a:pt x="2" y="645"/>
                </a:lnTo>
                <a:lnTo>
                  <a:pt x="2" y="644"/>
                </a:lnTo>
                <a:lnTo>
                  <a:pt x="2" y="645"/>
                </a:lnTo>
                <a:lnTo>
                  <a:pt x="1" y="644"/>
                </a:lnTo>
                <a:lnTo>
                  <a:pt x="0" y="644"/>
                </a:lnTo>
                <a:lnTo>
                  <a:pt x="0" y="643"/>
                </a:lnTo>
                <a:lnTo>
                  <a:pt x="1" y="643"/>
                </a:lnTo>
                <a:lnTo>
                  <a:pt x="3" y="641"/>
                </a:lnTo>
                <a:lnTo>
                  <a:pt x="4" y="641"/>
                </a:lnTo>
                <a:lnTo>
                  <a:pt x="5" y="642"/>
                </a:lnTo>
                <a:lnTo>
                  <a:pt x="6" y="642"/>
                </a:lnTo>
                <a:lnTo>
                  <a:pt x="7" y="642"/>
                </a:lnTo>
                <a:lnTo>
                  <a:pt x="8" y="642"/>
                </a:lnTo>
                <a:lnTo>
                  <a:pt x="10" y="640"/>
                </a:lnTo>
                <a:lnTo>
                  <a:pt x="12" y="639"/>
                </a:lnTo>
                <a:lnTo>
                  <a:pt x="12" y="638"/>
                </a:lnTo>
                <a:lnTo>
                  <a:pt x="12" y="637"/>
                </a:lnTo>
                <a:lnTo>
                  <a:pt x="13" y="637"/>
                </a:lnTo>
                <a:lnTo>
                  <a:pt x="14" y="637"/>
                </a:lnTo>
                <a:lnTo>
                  <a:pt x="15" y="637"/>
                </a:lnTo>
                <a:lnTo>
                  <a:pt x="16" y="638"/>
                </a:lnTo>
                <a:lnTo>
                  <a:pt x="16" y="639"/>
                </a:lnTo>
                <a:lnTo>
                  <a:pt x="17" y="638"/>
                </a:lnTo>
                <a:lnTo>
                  <a:pt x="17" y="636"/>
                </a:lnTo>
                <a:lnTo>
                  <a:pt x="17" y="635"/>
                </a:lnTo>
                <a:lnTo>
                  <a:pt x="18" y="635"/>
                </a:lnTo>
                <a:lnTo>
                  <a:pt x="19" y="634"/>
                </a:lnTo>
                <a:lnTo>
                  <a:pt x="20" y="633"/>
                </a:lnTo>
                <a:lnTo>
                  <a:pt x="20" y="632"/>
                </a:lnTo>
                <a:lnTo>
                  <a:pt x="22" y="628"/>
                </a:lnTo>
                <a:lnTo>
                  <a:pt x="23" y="628"/>
                </a:lnTo>
                <a:lnTo>
                  <a:pt x="24" y="627"/>
                </a:lnTo>
                <a:lnTo>
                  <a:pt x="24" y="626"/>
                </a:lnTo>
                <a:lnTo>
                  <a:pt x="24" y="623"/>
                </a:lnTo>
                <a:lnTo>
                  <a:pt x="23" y="621"/>
                </a:lnTo>
                <a:lnTo>
                  <a:pt x="23" y="619"/>
                </a:lnTo>
                <a:lnTo>
                  <a:pt x="22" y="619"/>
                </a:lnTo>
                <a:lnTo>
                  <a:pt x="20" y="618"/>
                </a:lnTo>
                <a:lnTo>
                  <a:pt x="20" y="617"/>
                </a:lnTo>
                <a:lnTo>
                  <a:pt x="23" y="615"/>
                </a:lnTo>
                <a:lnTo>
                  <a:pt x="25" y="615"/>
                </a:lnTo>
                <a:lnTo>
                  <a:pt x="26" y="614"/>
                </a:lnTo>
                <a:lnTo>
                  <a:pt x="27" y="614"/>
                </a:lnTo>
                <a:lnTo>
                  <a:pt x="27" y="613"/>
                </a:lnTo>
                <a:lnTo>
                  <a:pt x="28" y="613"/>
                </a:lnTo>
                <a:lnTo>
                  <a:pt x="28" y="612"/>
                </a:lnTo>
                <a:lnTo>
                  <a:pt x="30" y="612"/>
                </a:lnTo>
                <a:lnTo>
                  <a:pt x="30" y="611"/>
                </a:lnTo>
                <a:lnTo>
                  <a:pt x="31" y="611"/>
                </a:lnTo>
                <a:lnTo>
                  <a:pt x="31" y="610"/>
                </a:lnTo>
                <a:lnTo>
                  <a:pt x="31" y="609"/>
                </a:lnTo>
                <a:lnTo>
                  <a:pt x="32" y="609"/>
                </a:lnTo>
                <a:lnTo>
                  <a:pt x="32" y="608"/>
                </a:lnTo>
                <a:lnTo>
                  <a:pt x="33" y="608"/>
                </a:lnTo>
                <a:lnTo>
                  <a:pt x="34" y="606"/>
                </a:lnTo>
                <a:lnTo>
                  <a:pt x="33" y="605"/>
                </a:lnTo>
                <a:lnTo>
                  <a:pt x="34" y="604"/>
                </a:lnTo>
                <a:lnTo>
                  <a:pt x="35" y="604"/>
                </a:lnTo>
                <a:lnTo>
                  <a:pt x="35" y="605"/>
                </a:lnTo>
                <a:lnTo>
                  <a:pt x="36" y="605"/>
                </a:lnTo>
                <a:lnTo>
                  <a:pt x="38" y="604"/>
                </a:lnTo>
                <a:lnTo>
                  <a:pt x="41" y="602"/>
                </a:lnTo>
                <a:lnTo>
                  <a:pt x="42" y="602"/>
                </a:lnTo>
                <a:lnTo>
                  <a:pt x="43" y="602"/>
                </a:lnTo>
                <a:lnTo>
                  <a:pt x="44" y="603"/>
                </a:lnTo>
                <a:lnTo>
                  <a:pt x="44" y="602"/>
                </a:lnTo>
                <a:lnTo>
                  <a:pt x="45" y="600"/>
                </a:lnTo>
                <a:lnTo>
                  <a:pt x="45" y="599"/>
                </a:lnTo>
                <a:lnTo>
                  <a:pt x="46" y="598"/>
                </a:lnTo>
                <a:lnTo>
                  <a:pt x="46" y="596"/>
                </a:lnTo>
                <a:lnTo>
                  <a:pt x="46" y="595"/>
                </a:lnTo>
                <a:lnTo>
                  <a:pt x="45" y="595"/>
                </a:lnTo>
                <a:lnTo>
                  <a:pt x="45" y="594"/>
                </a:lnTo>
                <a:lnTo>
                  <a:pt x="45" y="592"/>
                </a:lnTo>
                <a:lnTo>
                  <a:pt x="44" y="591"/>
                </a:lnTo>
                <a:lnTo>
                  <a:pt x="45" y="590"/>
                </a:lnTo>
                <a:lnTo>
                  <a:pt x="46" y="590"/>
                </a:lnTo>
                <a:lnTo>
                  <a:pt x="46" y="591"/>
                </a:lnTo>
                <a:lnTo>
                  <a:pt x="47" y="592"/>
                </a:lnTo>
                <a:lnTo>
                  <a:pt x="48" y="593"/>
                </a:lnTo>
                <a:lnTo>
                  <a:pt x="49" y="593"/>
                </a:lnTo>
                <a:lnTo>
                  <a:pt x="49" y="592"/>
                </a:lnTo>
                <a:lnTo>
                  <a:pt x="49" y="591"/>
                </a:lnTo>
                <a:lnTo>
                  <a:pt x="50" y="591"/>
                </a:lnTo>
                <a:lnTo>
                  <a:pt x="50" y="590"/>
                </a:lnTo>
                <a:lnTo>
                  <a:pt x="51" y="590"/>
                </a:lnTo>
                <a:lnTo>
                  <a:pt x="51" y="591"/>
                </a:lnTo>
                <a:lnTo>
                  <a:pt x="52" y="591"/>
                </a:lnTo>
                <a:lnTo>
                  <a:pt x="53" y="590"/>
                </a:lnTo>
                <a:lnTo>
                  <a:pt x="54" y="590"/>
                </a:lnTo>
                <a:lnTo>
                  <a:pt x="55" y="590"/>
                </a:lnTo>
                <a:lnTo>
                  <a:pt x="54" y="588"/>
                </a:lnTo>
                <a:lnTo>
                  <a:pt x="54" y="587"/>
                </a:lnTo>
                <a:lnTo>
                  <a:pt x="54" y="586"/>
                </a:lnTo>
                <a:lnTo>
                  <a:pt x="55" y="586"/>
                </a:lnTo>
                <a:lnTo>
                  <a:pt x="56" y="586"/>
                </a:lnTo>
                <a:lnTo>
                  <a:pt x="56" y="587"/>
                </a:lnTo>
                <a:lnTo>
                  <a:pt x="57" y="584"/>
                </a:lnTo>
                <a:lnTo>
                  <a:pt x="56" y="584"/>
                </a:lnTo>
                <a:lnTo>
                  <a:pt x="56" y="582"/>
                </a:lnTo>
                <a:lnTo>
                  <a:pt x="57" y="581"/>
                </a:lnTo>
                <a:lnTo>
                  <a:pt x="57" y="579"/>
                </a:lnTo>
                <a:lnTo>
                  <a:pt x="57" y="578"/>
                </a:lnTo>
                <a:lnTo>
                  <a:pt x="56" y="577"/>
                </a:lnTo>
                <a:lnTo>
                  <a:pt x="56" y="576"/>
                </a:lnTo>
                <a:lnTo>
                  <a:pt x="57" y="576"/>
                </a:lnTo>
                <a:lnTo>
                  <a:pt x="58" y="576"/>
                </a:lnTo>
                <a:lnTo>
                  <a:pt x="60" y="574"/>
                </a:lnTo>
                <a:lnTo>
                  <a:pt x="61" y="572"/>
                </a:lnTo>
                <a:lnTo>
                  <a:pt x="61" y="571"/>
                </a:lnTo>
                <a:lnTo>
                  <a:pt x="60" y="571"/>
                </a:lnTo>
                <a:lnTo>
                  <a:pt x="59" y="570"/>
                </a:lnTo>
                <a:lnTo>
                  <a:pt x="59" y="571"/>
                </a:lnTo>
                <a:lnTo>
                  <a:pt x="58" y="572"/>
                </a:lnTo>
                <a:lnTo>
                  <a:pt x="58" y="573"/>
                </a:lnTo>
                <a:lnTo>
                  <a:pt x="58" y="574"/>
                </a:lnTo>
                <a:lnTo>
                  <a:pt x="57" y="574"/>
                </a:lnTo>
                <a:lnTo>
                  <a:pt x="56" y="574"/>
                </a:lnTo>
                <a:lnTo>
                  <a:pt x="55" y="574"/>
                </a:lnTo>
                <a:lnTo>
                  <a:pt x="55" y="573"/>
                </a:lnTo>
                <a:lnTo>
                  <a:pt x="55" y="572"/>
                </a:lnTo>
                <a:lnTo>
                  <a:pt x="56" y="572"/>
                </a:lnTo>
                <a:lnTo>
                  <a:pt x="57" y="571"/>
                </a:lnTo>
                <a:lnTo>
                  <a:pt x="58" y="570"/>
                </a:lnTo>
                <a:lnTo>
                  <a:pt x="59" y="569"/>
                </a:lnTo>
                <a:lnTo>
                  <a:pt x="60" y="567"/>
                </a:lnTo>
                <a:lnTo>
                  <a:pt x="61" y="566"/>
                </a:lnTo>
                <a:lnTo>
                  <a:pt x="62" y="566"/>
                </a:lnTo>
                <a:lnTo>
                  <a:pt x="62" y="567"/>
                </a:lnTo>
                <a:lnTo>
                  <a:pt x="63" y="568"/>
                </a:lnTo>
                <a:lnTo>
                  <a:pt x="64" y="569"/>
                </a:lnTo>
                <a:lnTo>
                  <a:pt x="64" y="570"/>
                </a:lnTo>
                <a:lnTo>
                  <a:pt x="64" y="571"/>
                </a:lnTo>
                <a:lnTo>
                  <a:pt x="63" y="572"/>
                </a:lnTo>
                <a:lnTo>
                  <a:pt x="63" y="573"/>
                </a:lnTo>
                <a:lnTo>
                  <a:pt x="63" y="574"/>
                </a:lnTo>
                <a:lnTo>
                  <a:pt x="64" y="574"/>
                </a:lnTo>
                <a:lnTo>
                  <a:pt x="64" y="573"/>
                </a:lnTo>
                <a:lnTo>
                  <a:pt x="65" y="573"/>
                </a:lnTo>
                <a:lnTo>
                  <a:pt x="65" y="572"/>
                </a:lnTo>
                <a:lnTo>
                  <a:pt x="67" y="570"/>
                </a:lnTo>
                <a:lnTo>
                  <a:pt x="68" y="570"/>
                </a:lnTo>
                <a:lnTo>
                  <a:pt x="68" y="569"/>
                </a:lnTo>
                <a:lnTo>
                  <a:pt x="69" y="569"/>
                </a:lnTo>
                <a:lnTo>
                  <a:pt x="71" y="567"/>
                </a:lnTo>
                <a:lnTo>
                  <a:pt x="72" y="566"/>
                </a:lnTo>
                <a:lnTo>
                  <a:pt x="72" y="565"/>
                </a:lnTo>
                <a:lnTo>
                  <a:pt x="73" y="564"/>
                </a:lnTo>
                <a:lnTo>
                  <a:pt x="74" y="565"/>
                </a:lnTo>
                <a:lnTo>
                  <a:pt x="76" y="569"/>
                </a:lnTo>
                <a:lnTo>
                  <a:pt x="80" y="569"/>
                </a:lnTo>
                <a:lnTo>
                  <a:pt x="80" y="570"/>
                </a:lnTo>
                <a:lnTo>
                  <a:pt x="80" y="571"/>
                </a:lnTo>
                <a:lnTo>
                  <a:pt x="80" y="572"/>
                </a:lnTo>
                <a:lnTo>
                  <a:pt x="81" y="572"/>
                </a:lnTo>
                <a:lnTo>
                  <a:pt x="81" y="571"/>
                </a:lnTo>
                <a:lnTo>
                  <a:pt x="82" y="571"/>
                </a:lnTo>
                <a:lnTo>
                  <a:pt x="82" y="570"/>
                </a:lnTo>
                <a:lnTo>
                  <a:pt x="83" y="570"/>
                </a:lnTo>
                <a:lnTo>
                  <a:pt x="84" y="570"/>
                </a:lnTo>
                <a:lnTo>
                  <a:pt x="86" y="571"/>
                </a:lnTo>
                <a:lnTo>
                  <a:pt x="88" y="571"/>
                </a:lnTo>
                <a:lnTo>
                  <a:pt x="89" y="571"/>
                </a:lnTo>
                <a:lnTo>
                  <a:pt x="89" y="570"/>
                </a:lnTo>
                <a:lnTo>
                  <a:pt x="89" y="567"/>
                </a:lnTo>
                <a:lnTo>
                  <a:pt x="90" y="567"/>
                </a:lnTo>
                <a:lnTo>
                  <a:pt x="90" y="566"/>
                </a:lnTo>
                <a:lnTo>
                  <a:pt x="90" y="564"/>
                </a:lnTo>
                <a:lnTo>
                  <a:pt x="89" y="562"/>
                </a:lnTo>
                <a:lnTo>
                  <a:pt x="88" y="560"/>
                </a:lnTo>
                <a:lnTo>
                  <a:pt x="89" y="559"/>
                </a:lnTo>
                <a:lnTo>
                  <a:pt x="90" y="559"/>
                </a:lnTo>
                <a:lnTo>
                  <a:pt x="91" y="559"/>
                </a:lnTo>
                <a:lnTo>
                  <a:pt x="92" y="558"/>
                </a:lnTo>
                <a:lnTo>
                  <a:pt x="92" y="557"/>
                </a:lnTo>
                <a:lnTo>
                  <a:pt x="93" y="556"/>
                </a:lnTo>
                <a:lnTo>
                  <a:pt x="94" y="556"/>
                </a:lnTo>
                <a:lnTo>
                  <a:pt x="95" y="555"/>
                </a:lnTo>
                <a:lnTo>
                  <a:pt x="96" y="555"/>
                </a:lnTo>
                <a:lnTo>
                  <a:pt x="96" y="554"/>
                </a:lnTo>
                <a:lnTo>
                  <a:pt x="97" y="552"/>
                </a:lnTo>
                <a:lnTo>
                  <a:pt x="98" y="551"/>
                </a:lnTo>
                <a:lnTo>
                  <a:pt x="99" y="551"/>
                </a:lnTo>
                <a:lnTo>
                  <a:pt x="101" y="549"/>
                </a:lnTo>
                <a:lnTo>
                  <a:pt x="101" y="548"/>
                </a:lnTo>
                <a:lnTo>
                  <a:pt x="102" y="547"/>
                </a:lnTo>
                <a:lnTo>
                  <a:pt x="103" y="547"/>
                </a:lnTo>
                <a:lnTo>
                  <a:pt x="104" y="547"/>
                </a:lnTo>
                <a:lnTo>
                  <a:pt x="106" y="544"/>
                </a:lnTo>
                <a:lnTo>
                  <a:pt x="109" y="543"/>
                </a:lnTo>
                <a:lnTo>
                  <a:pt x="109" y="542"/>
                </a:lnTo>
                <a:lnTo>
                  <a:pt x="109" y="543"/>
                </a:lnTo>
                <a:lnTo>
                  <a:pt x="110" y="543"/>
                </a:lnTo>
                <a:lnTo>
                  <a:pt x="110" y="544"/>
                </a:lnTo>
                <a:lnTo>
                  <a:pt x="111" y="544"/>
                </a:lnTo>
                <a:lnTo>
                  <a:pt x="112" y="544"/>
                </a:lnTo>
                <a:lnTo>
                  <a:pt x="112" y="543"/>
                </a:lnTo>
                <a:lnTo>
                  <a:pt x="113" y="543"/>
                </a:lnTo>
                <a:lnTo>
                  <a:pt x="112" y="543"/>
                </a:lnTo>
                <a:lnTo>
                  <a:pt x="112" y="542"/>
                </a:lnTo>
                <a:lnTo>
                  <a:pt x="114" y="541"/>
                </a:lnTo>
                <a:lnTo>
                  <a:pt x="115" y="541"/>
                </a:lnTo>
                <a:lnTo>
                  <a:pt x="116" y="541"/>
                </a:lnTo>
                <a:lnTo>
                  <a:pt x="117" y="541"/>
                </a:lnTo>
                <a:lnTo>
                  <a:pt x="117" y="540"/>
                </a:lnTo>
                <a:lnTo>
                  <a:pt x="116" y="539"/>
                </a:lnTo>
                <a:lnTo>
                  <a:pt x="115" y="536"/>
                </a:lnTo>
                <a:lnTo>
                  <a:pt x="116" y="533"/>
                </a:lnTo>
                <a:lnTo>
                  <a:pt x="117" y="533"/>
                </a:lnTo>
                <a:lnTo>
                  <a:pt x="117" y="532"/>
                </a:lnTo>
                <a:lnTo>
                  <a:pt x="118" y="532"/>
                </a:lnTo>
                <a:lnTo>
                  <a:pt x="118" y="529"/>
                </a:lnTo>
                <a:lnTo>
                  <a:pt x="119" y="525"/>
                </a:lnTo>
                <a:lnTo>
                  <a:pt x="119" y="524"/>
                </a:lnTo>
                <a:lnTo>
                  <a:pt x="118" y="524"/>
                </a:lnTo>
                <a:lnTo>
                  <a:pt x="117" y="524"/>
                </a:lnTo>
                <a:lnTo>
                  <a:pt x="116" y="523"/>
                </a:lnTo>
                <a:lnTo>
                  <a:pt x="116" y="521"/>
                </a:lnTo>
                <a:lnTo>
                  <a:pt x="116" y="520"/>
                </a:lnTo>
                <a:lnTo>
                  <a:pt x="116" y="519"/>
                </a:lnTo>
                <a:lnTo>
                  <a:pt x="116" y="518"/>
                </a:lnTo>
                <a:lnTo>
                  <a:pt x="117" y="517"/>
                </a:lnTo>
                <a:lnTo>
                  <a:pt x="117" y="516"/>
                </a:lnTo>
                <a:lnTo>
                  <a:pt x="115" y="514"/>
                </a:lnTo>
                <a:lnTo>
                  <a:pt x="114" y="514"/>
                </a:lnTo>
                <a:lnTo>
                  <a:pt x="113" y="513"/>
                </a:lnTo>
                <a:lnTo>
                  <a:pt x="112" y="513"/>
                </a:lnTo>
                <a:lnTo>
                  <a:pt x="111" y="513"/>
                </a:lnTo>
                <a:lnTo>
                  <a:pt x="110" y="512"/>
                </a:lnTo>
                <a:lnTo>
                  <a:pt x="108" y="510"/>
                </a:lnTo>
                <a:lnTo>
                  <a:pt x="108" y="509"/>
                </a:lnTo>
                <a:lnTo>
                  <a:pt x="107" y="508"/>
                </a:lnTo>
                <a:lnTo>
                  <a:pt x="106" y="508"/>
                </a:lnTo>
                <a:lnTo>
                  <a:pt x="105" y="508"/>
                </a:lnTo>
                <a:lnTo>
                  <a:pt x="105" y="509"/>
                </a:lnTo>
                <a:lnTo>
                  <a:pt x="103" y="509"/>
                </a:lnTo>
                <a:lnTo>
                  <a:pt x="101" y="508"/>
                </a:lnTo>
                <a:lnTo>
                  <a:pt x="99" y="508"/>
                </a:lnTo>
                <a:lnTo>
                  <a:pt x="98" y="508"/>
                </a:lnTo>
                <a:lnTo>
                  <a:pt x="99" y="507"/>
                </a:lnTo>
                <a:lnTo>
                  <a:pt x="100" y="506"/>
                </a:lnTo>
                <a:lnTo>
                  <a:pt x="100" y="505"/>
                </a:lnTo>
                <a:lnTo>
                  <a:pt x="98" y="503"/>
                </a:lnTo>
                <a:lnTo>
                  <a:pt x="98" y="502"/>
                </a:lnTo>
                <a:lnTo>
                  <a:pt x="95" y="499"/>
                </a:lnTo>
                <a:lnTo>
                  <a:pt x="95" y="498"/>
                </a:lnTo>
                <a:lnTo>
                  <a:pt x="93" y="499"/>
                </a:lnTo>
                <a:lnTo>
                  <a:pt x="93" y="498"/>
                </a:lnTo>
                <a:lnTo>
                  <a:pt x="92" y="498"/>
                </a:lnTo>
                <a:lnTo>
                  <a:pt x="92" y="497"/>
                </a:lnTo>
                <a:lnTo>
                  <a:pt x="92" y="495"/>
                </a:lnTo>
                <a:lnTo>
                  <a:pt x="92" y="494"/>
                </a:lnTo>
                <a:lnTo>
                  <a:pt x="92" y="493"/>
                </a:lnTo>
                <a:lnTo>
                  <a:pt x="93" y="493"/>
                </a:lnTo>
                <a:lnTo>
                  <a:pt x="93" y="491"/>
                </a:lnTo>
                <a:lnTo>
                  <a:pt x="94" y="491"/>
                </a:lnTo>
                <a:lnTo>
                  <a:pt x="93" y="490"/>
                </a:lnTo>
                <a:lnTo>
                  <a:pt x="93" y="489"/>
                </a:lnTo>
                <a:lnTo>
                  <a:pt x="92" y="489"/>
                </a:lnTo>
                <a:lnTo>
                  <a:pt x="93" y="488"/>
                </a:lnTo>
                <a:lnTo>
                  <a:pt x="93" y="487"/>
                </a:lnTo>
                <a:lnTo>
                  <a:pt x="93" y="486"/>
                </a:lnTo>
                <a:lnTo>
                  <a:pt x="93" y="485"/>
                </a:lnTo>
                <a:lnTo>
                  <a:pt x="94" y="485"/>
                </a:lnTo>
                <a:lnTo>
                  <a:pt x="94" y="484"/>
                </a:lnTo>
                <a:lnTo>
                  <a:pt x="93" y="484"/>
                </a:lnTo>
                <a:lnTo>
                  <a:pt x="92" y="483"/>
                </a:lnTo>
                <a:lnTo>
                  <a:pt x="91" y="482"/>
                </a:lnTo>
                <a:lnTo>
                  <a:pt x="89" y="481"/>
                </a:lnTo>
                <a:lnTo>
                  <a:pt x="90" y="480"/>
                </a:lnTo>
                <a:lnTo>
                  <a:pt x="91" y="480"/>
                </a:lnTo>
                <a:lnTo>
                  <a:pt x="92" y="480"/>
                </a:lnTo>
                <a:lnTo>
                  <a:pt x="92" y="479"/>
                </a:lnTo>
                <a:lnTo>
                  <a:pt x="91" y="479"/>
                </a:lnTo>
                <a:lnTo>
                  <a:pt x="90" y="479"/>
                </a:lnTo>
                <a:lnTo>
                  <a:pt x="89" y="478"/>
                </a:lnTo>
                <a:lnTo>
                  <a:pt x="88" y="478"/>
                </a:lnTo>
                <a:lnTo>
                  <a:pt x="88" y="477"/>
                </a:lnTo>
                <a:lnTo>
                  <a:pt x="88" y="476"/>
                </a:lnTo>
                <a:lnTo>
                  <a:pt x="88" y="475"/>
                </a:lnTo>
                <a:lnTo>
                  <a:pt x="88" y="473"/>
                </a:lnTo>
                <a:lnTo>
                  <a:pt x="87" y="470"/>
                </a:lnTo>
                <a:lnTo>
                  <a:pt x="87" y="469"/>
                </a:lnTo>
                <a:lnTo>
                  <a:pt x="87" y="465"/>
                </a:lnTo>
                <a:lnTo>
                  <a:pt x="86" y="464"/>
                </a:lnTo>
                <a:lnTo>
                  <a:pt x="85" y="461"/>
                </a:lnTo>
                <a:lnTo>
                  <a:pt x="85" y="459"/>
                </a:lnTo>
                <a:lnTo>
                  <a:pt x="86" y="459"/>
                </a:lnTo>
                <a:lnTo>
                  <a:pt x="87" y="459"/>
                </a:lnTo>
                <a:lnTo>
                  <a:pt x="87" y="458"/>
                </a:lnTo>
                <a:lnTo>
                  <a:pt x="88" y="458"/>
                </a:lnTo>
                <a:lnTo>
                  <a:pt x="88" y="456"/>
                </a:lnTo>
                <a:lnTo>
                  <a:pt x="88" y="455"/>
                </a:lnTo>
                <a:lnTo>
                  <a:pt x="87" y="455"/>
                </a:lnTo>
                <a:lnTo>
                  <a:pt x="88" y="454"/>
                </a:lnTo>
                <a:lnTo>
                  <a:pt x="88" y="453"/>
                </a:lnTo>
                <a:lnTo>
                  <a:pt x="89" y="453"/>
                </a:lnTo>
                <a:lnTo>
                  <a:pt x="90" y="453"/>
                </a:lnTo>
                <a:lnTo>
                  <a:pt x="90" y="452"/>
                </a:lnTo>
                <a:lnTo>
                  <a:pt x="91" y="451"/>
                </a:lnTo>
                <a:lnTo>
                  <a:pt x="92" y="451"/>
                </a:lnTo>
                <a:lnTo>
                  <a:pt x="92" y="450"/>
                </a:lnTo>
                <a:lnTo>
                  <a:pt x="92" y="451"/>
                </a:lnTo>
                <a:lnTo>
                  <a:pt x="93" y="451"/>
                </a:lnTo>
                <a:lnTo>
                  <a:pt x="94" y="451"/>
                </a:lnTo>
                <a:lnTo>
                  <a:pt x="95" y="450"/>
                </a:lnTo>
                <a:lnTo>
                  <a:pt x="96" y="449"/>
                </a:lnTo>
                <a:lnTo>
                  <a:pt x="96" y="448"/>
                </a:lnTo>
                <a:lnTo>
                  <a:pt x="98" y="446"/>
                </a:lnTo>
                <a:lnTo>
                  <a:pt x="98" y="445"/>
                </a:lnTo>
                <a:lnTo>
                  <a:pt x="98" y="444"/>
                </a:lnTo>
                <a:lnTo>
                  <a:pt x="97" y="444"/>
                </a:lnTo>
                <a:lnTo>
                  <a:pt x="97" y="443"/>
                </a:lnTo>
                <a:lnTo>
                  <a:pt x="96" y="442"/>
                </a:lnTo>
                <a:lnTo>
                  <a:pt x="95" y="442"/>
                </a:lnTo>
                <a:lnTo>
                  <a:pt x="94" y="442"/>
                </a:lnTo>
                <a:lnTo>
                  <a:pt x="94" y="441"/>
                </a:lnTo>
                <a:lnTo>
                  <a:pt x="93" y="441"/>
                </a:lnTo>
                <a:lnTo>
                  <a:pt x="92" y="441"/>
                </a:lnTo>
                <a:lnTo>
                  <a:pt x="92" y="440"/>
                </a:lnTo>
                <a:lnTo>
                  <a:pt x="92" y="439"/>
                </a:lnTo>
                <a:lnTo>
                  <a:pt x="90" y="439"/>
                </a:lnTo>
                <a:lnTo>
                  <a:pt x="90" y="440"/>
                </a:lnTo>
                <a:lnTo>
                  <a:pt x="89" y="440"/>
                </a:lnTo>
                <a:lnTo>
                  <a:pt x="89" y="441"/>
                </a:lnTo>
                <a:lnTo>
                  <a:pt x="89" y="442"/>
                </a:lnTo>
                <a:lnTo>
                  <a:pt x="88" y="444"/>
                </a:lnTo>
                <a:lnTo>
                  <a:pt x="87" y="444"/>
                </a:lnTo>
                <a:lnTo>
                  <a:pt x="86" y="444"/>
                </a:lnTo>
                <a:lnTo>
                  <a:pt x="85" y="444"/>
                </a:lnTo>
                <a:lnTo>
                  <a:pt x="85" y="446"/>
                </a:lnTo>
                <a:lnTo>
                  <a:pt x="84" y="446"/>
                </a:lnTo>
                <a:lnTo>
                  <a:pt x="83" y="446"/>
                </a:lnTo>
                <a:lnTo>
                  <a:pt x="83" y="445"/>
                </a:lnTo>
                <a:lnTo>
                  <a:pt x="83" y="443"/>
                </a:lnTo>
                <a:lnTo>
                  <a:pt x="83" y="442"/>
                </a:lnTo>
                <a:lnTo>
                  <a:pt x="84" y="442"/>
                </a:lnTo>
                <a:lnTo>
                  <a:pt x="84" y="441"/>
                </a:lnTo>
                <a:lnTo>
                  <a:pt x="84" y="440"/>
                </a:lnTo>
                <a:lnTo>
                  <a:pt x="84" y="439"/>
                </a:lnTo>
                <a:lnTo>
                  <a:pt x="84" y="437"/>
                </a:lnTo>
                <a:lnTo>
                  <a:pt x="84" y="436"/>
                </a:lnTo>
                <a:lnTo>
                  <a:pt x="85" y="436"/>
                </a:lnTo>
                <a:lnTo>
                  <a:pt x="86" y="435"/>
                </a:lnTo>
                <a:lnTo>
                  <a:pt x="86" y="434"/>
                </a:lnTo>
                <a:lnTo>
                  <a:pt x="86" y="433"/>
                </a:lnTo>
                <a:lnTo>
                  <a:pt x="85" y="433"/>
                </a:lnTo>
                <a:lnTo>
                  <a:pt x="86" y="431"/>
                </a:lnTo>
                <a:lnTo>
                  <a:pt x="88" y="429"/>
                </a:lnTo>
                <a:lnTo>
                  <a:pt x="88" y="428"/>
                </a:lnTo>
                <a:lnTo>
                  <a:pt x="88" y="427"/>
                </a:lnTo>
                <a:lnTo>
                  <a:pt x="88" y="426"/>
                </a:lnTo>
                <a:lnTo>
                  <a:pt x="88" y="424"/>
                </a:lnTo>
                <a:lnTo>
                  <a:pt x="89" y="424"/>
                </a:lnTo>
                <a:lnTo>
                  <a:pt x="90" y="423"/>
                </a:lnTo>
                <a:lnTo>
                  <a:pt x="90" y="422"/>
                </a:lnTo>
                <a:lnTo>
                  <a:pt x="90" y="421"/>
                </a:lnTo>
                <a:lnTo>
                  <a:pt x="90" y="420"/>
                </a:lnTo>
                <a:lnTo>
                  <a:pt x="89" y="419"/>
                </a:lnTo>
                <a:lnTo>
                  <a:pt x="89" y="418"/>
                </a:lnTo>
                <a:lnTo>
                  <a:pt x="90" y="418"/>
                </a:lnTo>
                <a:lnTo>
                  <a:pt x="91" y="418"/>
                </a:lnTo>
                <a:lnTo>
                  <a:pt x="91" y="417"/>
                </a:lnTo>
                <a:lnTo>
                  <a:pt x="90" y="415"/>
                </a:lnTo>
                <a:lnTo>
                  <a:pt x="90" y="414"/>
                </a:lnTo>
                <a:lnTo>
                  <a:pt x="90" y="413"/>
                </a:lnTo>
                <a:lnTo>
                  <a:pt x="90" y="411"/>
                </a:lnTo>
                <a:lnTo>
                  <a:pt x="90" y="408"/>
                </a:lnTo>
                <a:lnTo>
                  <a:pt x="91" y="407"/>
                </a:lnTo>
                <a:lnTo>
                  <a:pt x="93" y="406"/>
                </a:lnTo>
                <a:lnTo>
                  <a:pt x="93" y="405"/>
                </a:lnTo>
                <a:lnTo>
                  <a:pt x="93" y="404"/>
                </a:lnTo>
                <a:lnTo>
                  <a:pt x="92" y="404"/>
                </a:lnTo>
                <a:lnTo>
                  <a:pt x="92" y="403"/>
                </a:lnTo>
                <a:lnTo>
                  <a:pt x="93" y="403"/>
                </a:lnTo>
                <a:lnTo>
                  <a:pt x="93" y="402"/>
                </a:lnTo>
                <a:lnTo>
                  <a:pt x="94" y="400"/>
                </a:lnTo>
                <a:lnTo>
                  <a:pt x="94" y="399"/>
                </a:lnTo>
                <a:lnTo>
                  <a:pt x="94" y="398"/>
                </a:lnTo>
                <a:lnTo>
                  <a:pt x="95" y="398"/>
                </a:lnTo>
                <a:lnTo>
                  <a:pt x="96" y="397"/>
                </a:lnTo>
                <a:lnTo>
                  <a:pt x="97" y="396"/>
                </a:lnTo>
                <a:lnTo>
                  <a:pt x="98" y="396"/>
                </a:lnTo>
                <a:lnTo>
                  <a:pt x="99" y="396"/>
                </a:lnTo>
                <a:lnTo>
                  <a:pt x="99" y="395"/>
                </a:lnTo>
                <a:lnTo>
                  <a:pt x="98" y="395"/>
                </a:lnTo>
                <a:lnTo>
                  <a:pt x="96" y="395"/>
                </a:lnTo>
                <a:lnTo>
                  <a:pt x="95" y="394"/>
                </a:lnTo>
                <a:lnTo>
                  <a:pt x="94" y="394"/>
                </a:lnTo>
                <a:lnTo>
                  <a:pt x="94" y="395"/>
                </a:lnTo>
                <a:lnTo>
                  <a:pt x="93" y="395"/>
                </a:lnTo>
                <a:lnTo>
                  <a:pt x="93" y="396"/>
                </a:lnTo>
                <a:lnTo>
                  <a:pt x="92" y="396"/>
                </a:lnTo>
                <a:lnTo>
                  <a:pt x="92" y="397"/>
                </a:lnTo>
                <a:lnTo>
                  <a:pt x="91" y="397"/>
                </a:lnTo>
                <a:lnTo>
                  <a:pt x="91" y="395"/>
                </a:lnTo>
                <a:lnTo>
                  <a:pt x="92" y="395"/>
                </a:lnTo>
                <a:lnTo>
                  <a:pt x="92" y="394"/>
                </a:lnTo>
                <a:lnTo>
                  <a:pt x="93" y="393"/>
                </a:lnTo>
                <a:lnTo>
                  <a:pt x="93" y="392"/>
                </a:lnTo>
                <a:lnTo>
                  <a:pt x="92" y="392"/>
                </a:lnTo>
                <a:lnTo>
                  <a:pt x="91" y="392"/>
                </a:lnTo>
                <a:lnTo>
                  <a:pt x="90" y="392"/>
                </a:lnTo>
                <a:lnTo>
                  <a:pt x="90" y="391"/>
                </a:lnTo>
                <a:lnTo>
                  <a:pt x="89" y="391"/>
                </a:lnTo>
                <a:lnTo>
                  <a:pt x="88" y="391"/>
                </a:lnTo>
                <a:lnTo>
                  <a:pt x="87" y="391"/>
                </a:lnTo>
                <a:lnTo>
                  <a:pt x="87" y="392"/>
                </a:lnTo>
                <a:lnTo>
                  <a:pt x="86" y="393"/>
                </a:lnTo>
                <a:lnTo>
                  <a:pt x="85" y="394"/>
                </a:lnTo>
                <a:lnTo>
                  <a:pt x="84" y="394"/>
                </a:lnTo>
                <a:lnTo>
                  <a:pt x="83" y="395"/>
                </a:lnTo>
                <a:lnTo>
                  <a:pt x="81" y="394"/>
                </a:lnTo>
                <a:lnTo>
                  <a:pt x="81" y="393"/>
                </a:lnTo>
                <a:lnTo>
                  <a:pt x="81" y="392"/>
                </a:lnTo>
                <a:lnTo>
                  <a:pt x="81" y="391"/>
                </a:lnTo>
                <a:lnTo>
                  <a:pt x="80" y="391"/>
                </a:lnTo>
                <a:lnTo>
                  <a:pt x="80" y="390"/>
                </a:lnTo>
                <a:lnTo>
                  <a:pt x="79" y="390"/>
                </a:lnTo>
                <a:lnTo>
                  <a:pt x="79" y="389"/>
                </a:lnTo>
                <a:lnTo>
                  <a:pt x="78" y="388"/>
                </a:lnTo>
                <a:lnTo>
                  <a:pt x="77" y="388"/>
                </a:lnTo>
                <a:lnTo>
                  <a:pt x="76" y="388"/>
                </a:lnTo>
                <a:lnTo>
                  <a:pt x="77" y="387"/>
                </a:lnTo>
                <a:lnTo>
                  <a:pt x="76" y="385"/>
                </a:lnTo>
                <a:lnTo>
                  <a:pt x="75" y="382"/>
                </a:lnTo>
                <a:lnTo>
                  <a:pt x="76" y="381"/>
                </a:lnTo>
                <a:lnTo>
                  <a:pt x="76" y="380"/>
                </a:lnTo>
                <a:lnTo>
                  <a:pt x="77" y="380"/>
                </a:lnTo>
                <a:lnTo>
                  <a:pt x="78" y="378"/>
                </a:lnTo>
                <a:lnTo>
                  <a:pt x="79" y="376"/>
                </a:lnTo>
                <a:lnTo>
                  <a:pt x="79" y="375"/>
                </a:lnTo>
                <a:lnTo>
                  <a:pt x="78" y="374"/>
                </a:lnTo>
                <a:lnTo>
                  <a:pt x="77" y="374"/>
                </a:lnTo>
                <a:lnTo>
                  <a:pt x="76" y="374"/>
                </a:lnTo>
                <a:lnTo>
                  <a:pt x="77" y="374"/>
                </a:lnTo>
                <a:lnTo>
                  <a:pt x="77" y="373"/>
                </a:lnTo>
                <a:lnTo>
                  <a:pt x="76" y="373"/>
                </a:lnTo>
                <a:lnTo>
                  <a:pt x="75" y="373"/>
                </a:lnTo>
                <a:lnTo>
                  <a:pt x="75" y="372"/>
                </a:lnTo>
                <a:lnTo>
                  <a:pt x="74" y="371"/>
                </a:lnTo>
                <a:lnTo>
                  <a:pt x="74" y="370"/>
                </a:lnTo>
                <a:lnTo>
                  <a:pt x="74" y="369"/>
                </a:lnTo>
                <a:lnTo>
                  <a:pt x="74" y="368"/>
                </a:lnTo>
                <a:lnTo>
                  <a:pt x="73" y="363"/>
                </a:lnTo>
                <a:lnTo>
                  <a:pt x="73" y="360"/>
                </a:lnTo>
                <a:lnTo>
                  <a:pt x="73" y="359"/>
                </a:lnTo>
                <a:lnTo>
                  <a:pt x="73" y="358"/>
                </a:lnTo>
                <a:lnTo>
                  <a:pt x="73" y="357"/>
                </a:lnTo>
                <a:lnTo>
                  <a:pt x="73" y="356"/>
                </a:lnTo>
                <a:lnTo>
                  <a:pt x="74" y="353"/>
                </a:lnTo>
                <a:lnTo>
                  <a:pt x="74" y="352"/>
                </a:lnTo>
                <a:lnTo>
                  <a:pt x="75" y="352"/>
                </a:lnTo>
                <a:lnTo>
                  <a:pt x="75" y="351"/>
                </a:lnTo>
                <a:lnTo>
                  <a:pt x="75" y="350"/>
                </a:lnTo>
                <a:lnTo>
                  <a:pt x="75" y="348"/>
                </a:lnTo>
                <a:lnTo>
                  <a:pt x="74" y="347"/>
                </a:lnTo>
                <a:lnTo>
                  <a:pt x="74" y="346"/>
                </a:lnTo>
                <a:lnTo>
                  <a:pt x="75" y="346"/>
                </a:lnTo>
                <a:lnTo>
                  <a:pt x="76" y="345"/>
                </a:lnTo>
                <a:lnTo>
                  <a:pt x="76" y="344"/>
                </a:lnTo>
                <a:lnTo>
                  <a:pt x="75" y="344"/>
                </a:lnTo>
                <a:lnTo>
                  <a:pt x="75" y="342"/>
                </a:lnTo>
                <a:lnTo>
                  <a:pt x="75" y="341"/>
                </a:lnTo>
                <a:lnTo>
                  <a:pt x="76" y="340"/>
                </a:lnTo>
                <a:lnTo>
                  <a:pt x="77" y="339"/>
                </a:lnTo>
                <a:lnTo>
                  <a:pt x="78" y="339"/>
                </a:lnTo>
                <a:lnTo>
                  <a:pt x="78" y="338"/>
                </a:lnTo>
                <a:lnTo>
                  <a:pt x="78" y="337"/>
                </a:lnTo>
                <a:lnTo>
                  <a:pt x="78" y="335"/>
                </a:lnTo>
                <a:lnTo>
                  <a:pt x="78" y="334"/>
                </a:lnTo>
                <a:lnTo>
                  <a:pt x="79" y="334"/>
                </a:lnTo>
                <a:lnTo>
                  <a:pt x="79" y="333"/>
                </a:lnTo>
                <a:lnTo>
                  <a:pt x="80" y="333"/>
                </a:lnTo>
                <a:lnTo>
                  <a:pt x="80" y="332"/>
                </a:lnTo>
                <a:lnTo>
                  <a:pt x="81" y="332"/>
                </a:lnTo>
                <a:lnTo>
                  <a:pt x="82" y="332"/>
                </a:lnTo>
                <a:lnTo>
                  <a:pt x="83" y="331"/>
                </a:lnTo>
                <a:lnTo>
                  <a:pt x="82" y="331"/>
                </a:lnTo>
                <a:lnTo>
                  <a:pt x="82" y="330"/>
                </a:lnTo>
                <a:lnTo>
                  <a:pt x="81" y="330"/>
                </a:lnTo>
                <a:lnTo>
                  <a:pt x="81" y="329"/>
                </a:lnTo>
                <a:lnTo>
                  <a:pt x="80" y="328"/>
                </a:lnTo>
                <a:lnTo>
                  <a:pt x="79" y="328"/>
                </a:lnTo>
                <a:lnTo>
                  <a:pt x="79" y="327"/>
                </a:lnTo>
                <a:lnTo>
                  <a:pt x="80" y="327"/>
                </a:lnTo>
                <a:lnTo>
                  <a:pt x="80" y="326"/>
                </a:lnTo>
                <a:lnTo>
                  <a:pt x="80" y="325"/>
                </a:lnTo>
                <a:lnTo>
                  <a:pt x="80" y="324"/>
                </a:lnTo>
                <a:lnTo>
                  <a:pt x="79" y="323"/>
                </a:lnTo>
                <a:lnTo>
                  <a:pt x="78" y="323"/>
                </a:lnTo>
                <a:lnTo>
                  <a:pt x="77" y="322"/>
                </a:lnTo>
                <a:lnTo>
                  <a:pt x="76" y="323"/>
                </a:lnTo>
                <a:lnTo>
                  <a:pt x="75" y="325"/>
                </a:lnTo>
                <a:lnTo>
                  <a:pt x="75" y="326"/>
                </a:lnTo>
                <a:lnTo>
                  <a:pt x="74" y="326"/>
                </a:lnTo>
                <a:lnTo>
                  <a:pt x="73" y="326"/>
                </a:lnTo>
                <a:lnTo>
                  <a:pt x="71" y="327"/>
                </a:lnTo>
                <a:lnTo>
                  <a:pt x="70" y="327"/>
                </a:lnTo>
                <a:lnTo>
                  <a:pt x="68" y="325"/>
                </a:lnTo>
                <a:lnTo>
                  <a:pt x="67" y="325"/>
                </a:lnTo>
                <a:lnTo>
                  <a:pt x="67" y="324"/>
                </a:lnTo>
                <a:lnTo>
                  <a:pt x="66" y="325"/>
                </a:lnTo>
                <a:lnTo>
                  <a:pt x="65" y="326"/>
                </a:lnTo>
                <a:lnTo>
                  <a:pt x="64" y="327"/>
                </a:lnTo>
                <a:lnTo>
                  <a:pt x="62" y="328"/>
                </a:lnTo>
                <a:lnTo>
                  <a:pt x="61" y="329"/>
                </a:lnTo>
                <a:lnTo>
                  <a:pt x="61" y="328"/>
                </a:lnTo>
                <a:lnTo>
                  <a:pt x="60" y="328"/>
                </a:lnTo>
                <a:lnTo>
                  <a:pt x="59" y="327"/>
                </a:lnTo>
                <a:lnTo>
                  <a:pt x="58" y="327"/>
                </a:lnTo>
                <a:lnTo>
                  <a:pt x="58" y="326"/>
                </a:lnTo>
                <a:lnTo>
                  <a:pt x="57" y="325"/>
                </a:lnTo>
                <a:lnTo>
                  <a:pt x="58" y="324"/>
                </a:lnTo>
                <a:lnTo>
                  <a:pt x="59" y="323"/>
                </a:lnTo>
                <a:lnTo>
                  <a:pt x="59" y="322"/>
                </a:lnTo>
                <a:lnTo>
                  <a:pt x="59" y="321"/>
                </a:lnTo>
                <a:lnTo>
                  <a:pt x="60" y="321"/>
                </a:lnTo>
                <a:lnTo>
                  <a:pt x="61" y="321"/>
                </a:lnTo>
                <a:lnTo>
                  <a:pt x="62" y="320"/>
                </a:lnTo>
                <a:lnTo>
                  <a:pt x="63" y="319"/>
                </a:lnTo>
                <a:lnTo>
                  <a:pt x="64" y="319"/>
                </a:lnTo>
                <a:lnTo>
                  <a:pt x="65" y="318"/>
                </a:lnTo>
                <a:lnTo>
                  <a:pt x="66" y="318"/>
                </a:lnTo>
                <a:lnTo>
                  <a:pt x="68" y="317"/>
                </a:lnTo>
                <a:lnTo>
                  <a:pt x="69" y="316"/>
                </a:lnTo>
                <a:lnTo>
                  <a:pt x="70" y="316"/>
                </a:lnTo>
                <a:lnTo>
                  <a:pt x="71" y="315"/>
                </a:lnTo>
                <a:lnTo>
                  <a:pt x="72" y="315"/>
                </a:lnTo>
                <a:lnTo>
                  <a:pt x="73" y="314"/>
                </a:lnTo>
                <a:lnTo>
                  <a:pt x="73" y="313"/>
                </a:lnTo>
                <a:lnTo>
                  <a:pt x="72" y="312"/>
                </a:lnTo>
                <a:lnTo>
                  <a:pt x="71" y="312"/>
                </a:lnTo>
                <a:lnTo>
                  <a:pt x="70" y="312"/>
                </a:lnTo>
                <a:lnTo>
                  <a:pt x="70" y="311"/>
                </a:lnTo>
                <a:lnTo>
                  <a:pt x="70" y="310"/>
                </a:lnTo>
                <a:lnTo>
                  <a:pt x="70" y="309"/>
                </a:lnTo>
                <a:lnTo>
                  <a:pt x="71" y="308"/>
                </a:lnTo>
                <a:lnTo>
                  <a:pt x="72" y="308"/>
                </a:lnTo>
                <a:lnTo>
                  <a:pt x="73" y="308"/>
                </a:lnTo>
                <a:lnTo>
                  <a:pt x="73" y="307"/>
                </a:lnTo>
                <a:lnTo>
                  <a:pt x="74" y="307"/>
                </a:lnTo>
                <a:lnTo>
                  <a:pt x="74" y="306"/>
                </a:lnTo>
                <a:lnTo>
                  <a:pt x="75" y="305"/>
                </a:lnTo>
                <a:lnTo>
                  <a:pt x="76" y="304"/>
                </a:lnTo>
                <a:lnTo>
                  <a:pt x="77" y="304"/>
                </a:lnTo>
                <a:lnTo>
                  <a:pt x="77" y="303"/>
                </a:lnTo>
                <a:lnTo>
                  <a:pt x="76" y="303"/>
                </a:lnTo>
                <a:lnTo>
                  <a:pt x="75" y="302"/>
                </a:lnTo>
                <a:lnTo>
                  <a:pt x="76" y="302"/>
                </a:lnTo>
                <a:lnTo>
                  <a:pt x="76" y="301"/>
                </a:lnTo>
                <a:lnTo>
                  <a:pt x="77" y="301"/>
                </a:lnTo>
                <a:lnTo>
                  <a:pt x="77" y="300"/>
                </a:lnTo>
                <a:lnTo>
                  <a:pt x="78" y="300"/>
                </a:lnTo>
                <a:lnTo>
                  <a:pt x="78" y="299"/>
                </a:lnTo>
                <a:lnTo>
                  <a:pt x="77" y="299"/>
                </a:lnTo>
                <a:lnTo>
                  <a:pt x="77" y="298"/>
                </a:lnTo>
                <a:lnTo>
                  <a:pt x="76" y="297"/>
                </a:lnTo>
                <a:lnTo>
                  <a:pt x="75" y="297"/>
                </a:lnTo>
                <a:lnTo>
                  <a:pt x="73" y="297"/>
                </a:lnTo>
                <a:lnTo>
                  <a:pt x="73" y="296"/>
                </a:lnTo>
                <a:lnTo>
                  <a:pt x="72" y="295"/>
                </a:lnTo>
                <a:lnTo>
                  <a:pt x="72" y="296"/>
                </a:lnTo>
                <a:lnTo>
                  <a:pt x="70" y="295"/>
                </a:lnTo>
                <a:lnTo>
                  <a:pt x="69" y="294"/>
                </a:lnTo>
                <a:lnTo>
                  <a:pt x="70" y="293"/>
                </a:lnTo>
                <a:lnTo>
                  <a:pt x="69" y="292"/>
                </a:lnTo>
                <a:lnTo>
                  <a:pt x="68" y="293"/>
                </a:lnTo>
                <a:lnTo>
                  <a:pt x="67" y="292"/>
                </a:lnTo>
                <a:lnTo>
                  <a:pt x="66" y="290"/>
                </a:lnTo>
                <a:lnTo>
                  <a:pt x="67" y="289"/>
                </a:lnTo>
                <a:lnTo>
                  <a:pt x="67" y="288"/>
                </a:lnTo>
                <a:lnTo>
                  <a:pt x="67" y="287"/>
                </a:lnTo>
                <a:lnTo>
                  <a:pt x="67" y="286"/>
                </a:lnTo>
                <a:lnTo>
                  <a:pt x="67" y="285"/>
                </a:lnTo>
                <a:lnTo>
                  <a:pt x="66" y="284"/>
                </a:lnTo>
                <a:lnTo>
                  <a:pt x="66" y="282"/>
                </a:lnTo>
                <a:lnTo>
                  <a:pt x="66" y="281"/>
                </a:lnTo>
                <a:lnTo>
                  <a:pt x="66" y="280"/>
                </a:lnTo>
                <a:lnTo>
                  <a:pt x="66" y="279"/>
                </a:lnTo>
                <a:lnTo>
                  <a:pt x="66" y="277"/>
                </a:lnTo>
                <a:lnTo>
                  <a:pt x="66" y="276"/>
                </a:lnTo>
                <a:lnTo>
                  <a:pt x="66" y="275"/>
                </a:lnTo>
                <a:lnTo>
                  <a:pt x="65" y="275"/>
                </a:lnTo>
                <a:lnTo>
                  <a:pt x="65" y="274"/>
                </a:lnTo>
                <a:lnTo>
                  <a:pt x="65" y="273"/>
                </a:lnTo>
                <a:lnTo>
                  <a:pt x="65" y="271"/>
                </a:lnTo>
                <a:lnTo>
                  <a:pt x="65" y="270"/>
                </a:lnTo>
                <a:lnTo>
                  <a:pt x="65" y="269"/>
                </a:lnTo>
                <a:lnTo>
                  <a:pt x="66" y="269"/>
                </a:lnTo>
                <a:lnTo>
                  <a:pt x="67" y="268"/>
                </a:lnTo>
                <a:lnTo>
                  <a:pt x="67" y="267"/>
                </a:lnTo>
                <a:lnTo>
                  <a:pt x="67" y="266"/>
                </a:lnTo>
                <a:lnTo>
                  <a:pt x="68" y="266"/>
                </a:lnTo>
                <a:lnTo>
                  <a:pt x="68" y="265"/>
                </a:lnTo>
                <a:lnTo>
                  <a:pt x="68" y="262"/>
                </a:lnTo>
                <a:lnTo>
                  <a:pt x="68" y="261"/>
                </a:lnTo>
                <a:lnTo>
                  <a:pt x="68" y="260"/>
                </a:lnTo>
                <a:lnTo>
                  <a:pt x="69" y="255"/>
                </a:lnTo>
                <a:lnTo>
                  <a:pt x="69" y="254"/>
                </a:lnTo>
                <a:lnTo>
                  <a:pt x="70" y="253"/>
                </a:lnTo>
                <a:lnTo>
                  <a:pt x="70" y="252"/>
                </a:lnTo>
                <a:lnTo>
                  <a:pt x="71" y="252"/>
                </a:lnTo>
                <a:lnTo>
                  <a:pt x="72" y="252"/>
                </a:lnTo>
                <a:lnTo>
                  <a:pt x="73" y="252"/>
                </a:lnTo>
                <a:lnTo>
                  <a:pt x="73" y="251"/>
                </a:lnTo>
                <a:lnTo>
                  <a:pt x="74" y="250"/>
                </a:lnTo>
                <a:lnTo>
                  <a:pt x="74" y="249"/>
                </a:lnTo>
                <a:lnTo>
                  <a:pt x="74" y="248"/>
                </a:lnTo>
                <a:lnTo>
                  <a:pt x="74" y="247"/>
                </a:lnTo>
                <a:lnTo>
                  <a:pt x="74" y="246"/>
                </a:lnTo>
                <a:lnTo>
                  <a:pt x="74" y="243"/>
                </a:lnTo>
                <a:lnTo>
                  <a:pt x="74" y="242"/>
                </a:lnTo>
                <a:lnTo>
                  <a:pt x="75" y="242"/>
                </a:lnTo>
                <a:lnTo>
                  <a:pt x="77" y="240"/>
                </a:lnTo>
                <a:lnTo>
                  <a:pt x="77" y="239"/>
                </a:lnTo>
                <a:lnTo>
                  <a:pt x="77" y="238"/>
                </a:lnTo>
                <a:lnTo>
                  <a:pt x="78" y="238"/>
                </a:lnTo>
                <a:lnTo>
                  <a:pt x="78" y="237"/>
                </a:lnTo>
                <a:lnTo>
                  <a:pt x="78" y="236"/>
                </a:lnTo>
                <a:lnTo>
                  <a:pt x="77" y="235"/>
                </a:lnTo>
                <a:lnTo>
                  <a:pt x="77" y="234"/>
                </a:lnTo>
                <a:lnTo>
                  <a:pt x="76" y="232"/>
                </a:lnTo>
                <a:lnTo>
                  <a:pt x="75" y="231"/>
                </a:lnTo>
                <a:lnTo>
                  <a:pt x="74" y="231"/>
                </a:lnTo>
                <a:lnTo>
                  <a:pt x="74" y="232"/>
                </a:lnTo>
                <a:lnTo>
                  <a:pt x="73" y="232"/>
                </a:lnTo>
                <a:lnTo>
                  <a:pt x="71" y="231"/>
                </a:lnTo>
                <a:lnTo>
                  <a:pt x="70" y="230"/>
                </a:lnTo>
                <a:lnTo>
                  <a:pt x="69" y="230"/>
                </a:lnTo>
                <a:lnTo>
                  <a:pt x="68" y="230"/>
                </a:lnTo>
                <a:lnTo>
                  <a:pt x="67" y="229"/>
                </a:lnTo>
                <a:lnTo>
                  <a:pt x="67" y="228"/>
                </a:lnTo>
                <a:lnTo>
                  <a:pt x="66" y="228"/>
                </a:lnTo>
                <a:lnTo>
                  <a:pt x="65" y="229"/>
                </a:lnTo>
                <a:lnTo>
                  <a:pt x="64" y="229"/>
                </a:lnTo>
                <a:lnTo>
                  <a:pt x="63" y="229"/>
                </a:lnTo>
                <a:lnTo>
                  <a:pt x="63" y="228"/>
                </a:lnTo>
                <a:lnTo>
                  <a:pt x="63" y="227"/>
                </a:lnTo>
                <a:lnTo>
                  <a:pt x="62" y="226"/>
                </a:lnTo>
                <a:lnTo>
                  <a:pt x="62" y="225"/>
                </a:lnTo>
                <a:lnTo>
                  <a:pt x="61" y="223"/>
                </a:lnTo>
                <a:lnTo>
                  <a:pt x="62" y="223"/>
                </a:lnTo>
                <a:lnTo>
                  <a:pt x="63" y="223"/>
                </a:lnTo>
                <a:lnTo>
                  <a:pt x="64" y="223"/>
                </a:lnTo>
                <a:lnTo>
                  <a:pt x="65" y="223"/>
                </a:lnTo>
                <a:lnTo>
                  <a:pt x="65" y="222"/>
                </a:lnTo>
                <a:lnTo>
                  <a:pt x="66" y="221"/>
                </a:lnTo>
                <a:lnTo>
                  <a:pt x="67" y="221"/>
                </a:lnTo>
                <a:lnTo>
                  <a:pt x="68" y="221"/>
                </a:lnTo>
                <a:lnTo>
                  <a:pt x="69" y="221"/>
                </a:lnTo>
                <a:lnTo>
                  <a:pt x="70" y="221"/>
                </a:lnTo>
                <a:lnTo>
                  <a:pt x="70" y="220"/>
                </a:lnTo>
                <a:lnTo>
                  <a:pt x="70" y="219"/>
                </a:lnTo>
                <a:lnTo>
                  <a:pt x="70" y="218"/>
                </a:lnTo>
                <a:lnTo>
                  <a:pt x="69" y="218"/>
                </a:lnTo>
                <a:lnTo>
                  <a:pt x="68" y="218"/>
                </a:lnTo>
                <a:lnTo>
                  <a:pt x="68" y="217"/>
                </a:lnTo>
                <a:lnTo>
                  <a:pt x="67" y="216"/>
                </a:lnTo>
                <a:lnTo>
                  <a:pt x="67" y="215"/>
                </a:lnTo>
                <a:lnTo>
                  <a:pt x="68" y="215"/>
                </a:lnTo>
                <a:lnTo>
                  <a:pt x="68" y="214"/>
                </a:lnTo>
                <a:lnTo>
                  <a:pt x="67" y="214"/>
                </a:lnTo>
                <a:lnTo>
                  <a:pt x="67" y="213"/>
                </a:lnTo>
                <a:lnTo>
                  <a:pt x="67" y="212"/>
                </a:lnTo>
                <a:lnTo>
                  <a:pt x="68" y="212"/>
                </a:lnTo>
                <a:lnTo>
                  <a:pt x="68" y="211"/>
                </a:lnTo>
                <a:lnTo>
                  <a:pt x="69" y="211"/>
                </a:lnTo>
                <a:lnTo>
                  <a:pt x="69" y="210"/>
                </a:lnTo>
                <a:lnTo>
                  <a:pt x="69" y="209"/>
                </a:lnTo>
                <a:lnTo>
                  <a:pt x="70" y="209"/>
                </a:lnTo>
                <a:lnTo>
                  <a:pt x="70" y="208"/>
                </a:lnTo>
                <a:lnTo>
                  <a:pt x="69" y="208"/>
                </a:lnTo>
                <a:lnTo>
                  <a:pt x="69" y="207"/>
                </a:lnTo>
                <a:lnTo>
                  <a:pt x="69" y="206"/>
                </a:lnTo>
                <a:lnTo>
                  <a:pt x="69" y="205"/>
                </a:lnTo>
                <a:lnTo>
                  <a:pt x="69" y="204"/>
                </a:lnTo>
                <a:lnTo>
                  <a:pt x="68" y="204"/>
                </a:lnTo>
                <a:lnTo>
                  <a:pt x="68" y="203"/>
                </a:lnTo>
                <a:lnTo>
                  <a:pt x="67" y="203"/>
                </a:lnTo>
                <a:lnTo>
                  <a:pt x="67" y="202"/>
                </a:lnTo>
                <a:lnTo>
                  <a:pt x="68" y="202"/>
                </a:lnTo>
                <a:lnTo>
                  <a:pt x="67" y="202"/>
                </a:lnTo>
                <a:lnTo>
                  <a:pt x="67" y="201"/>
                </a:lnTo>
                <a:lnTo>
                  <a:pt x="67" y="200"/>
                </a:lnTo>
                <a:lnTo>
                  <a:pt x="68" y="199"/>
                </a:lnTo>
                <a:lnTo>
                  <a:pt x="69" y="199"/>
                </a:lnTo>
                <a:lnTo>
                  <a:pt x="70" y="199"/>
                </a:lnTo>
                <a:lnTo>
                  <a:pt x="70" y="198"/>
                </a:lnTo>
                <a:lnTo>
                  <a:pt x="70" y="197"/>
                </a:lnTo>
                <a:lnTo>
                  <a:pt x="70" y="196"/>
                </a:lnTo>
                <a:lnTo>
                  <a:pt x="71" y="196"/>
                </a:lnTo>
                <a:lnTo>
                  <a:pt x="72" y="196"/>
                </a:lnTo>
                <a:lnTo>
                  <a:pt x="72" y="195"/>
                </a:lnTo>
                <a:lnTo>
                  <a:pt x="73" y="195"/>
                </a:lnTo>
                <a:lnTo>
                  <a:pt x="73" y="196"/>
                </a:lnTo>
                <a:lnTo>
                  <a:pt x="74" y="195"/>
                </a:lnTo>
                <a:lnTo>
                  <a:pt x="75" y="195"/>
                </a:lnTo>
                <a:lnTo>
                  <a:pt x="75" y="194"/>
                </a:lnTo>
                <a:lnTo>
                  <a:pt x="76" y="194"/>
                </a:lnTo>
                <a:lnTo>
                  <a:pt x="76" y="193"/>
                </a:lnTo>
                <a:lnTo>
                  <a:pt x="77" y="193"/>
                </a:lnTo>
                <a:lnTo>
                  <a:pt x="77" y="192"/>
                </a:lnTo>
                <a:lnTo>
                  <a:pt x="78" y="192"/>
                </a:lnTo>
                <a:lnTo>
                  <a:pt x="78" y="191"/>
                </a:lnTo>
                <a:lnTo>
                  <a:pt x="79" y="191"/>
                </a:lnTo>
                <a:lnTo>
                  <a:pt x="79" y="190"/>
                </a:lnTo>
                <a:lnTo>
                  <a:pt x="80" y="190"/>
                </a:lnTo>
                <a:lnTo>
                  <a:pt x="80" y="189"/>
                </a:lnTo>
                <a:lnTo>
                  <a:pt x="81" y="189"/>
                </a:lnTo>
                <a:lnTo>
                  <a:pt x="81" y="188"/>
                </a:lnTo>
                <a:lnTo>
                  <a:pt x="82" y="187"/>
                </a:lnTo>
                <a:lnTo>
                  <a:pt x="82" y="186"/>
                </a:lnTo>
                <a:lnTo>
                  <a:pt x="83" y="186"/>
                </a:lnTo>
                <a:lnTo>
                  <a:pt x="83" y="185"/>
                </a:lnTo>
                <a:lnTo>
                  <a:pt x="82" y="184"/>
                </a:lnTo>
                <a:lnTo>
                  <a:pt x="82" y="183"/>
                </a:lnTo>
                <a:lnTo>
                  <a:pt x="81" y="183"/>
                </a:lnTo>
                <a:lnTo>
                  <a:pt x="80" y="183"/>
                </a:lnTo>
                <a:lnTo>
                  <a:pt x="80" y="182"/>
                </a:lnTo>
                <a:lnTo>
                  <a:pt x="79" y="182"/>
                </a:lnTo>
                <a:lnTo>
                  <a:pt x="79" y="181"/>
                </a:lnTo>
                <a:lnTo>
                  <a:pt x="80" y="180"/>
                </a:lnTo>
                <a:lnTo>
                  <a:pt x="80" y="179"/>
                </a:lnTo>
                <a:lnTo>
                  <a:pt x="80" y="178"/>
                </a:lnTo>
                <a:lnTo>
                  <a:pt x="79" y="178"/>
                </a:lnTo>
                <a:lnTo>
                  <a:pt x="78" y="178"/>
                </a:lnTo>
                <a:lnTo>
                  <a:pt x="78" y="177"/>
                </a:lnTo>
                <a:lnTo>
                  <a:pt x="78" y="176"/>
                </a:lnTo>
                <a:lnTo>
                  <a:pt x="79" y="176"/>
                </a:lnTo>
                <a:lnTo>
                  <a:pt x="79" y="175"/>
                </a:lnTo>
                <a:lnTo>
                  <a:pt x="80" y="175"/>
                </a:lnTo>
                <a:lnTo>
                  <a:pt x="80" y="174"/>
                </a:lnTo>
                <a:lnTo>
                  <a:pt x="80" y="173"/>
                </a:lnTo>
                <a:lnTo>
                  <a:pt x="79" y="173"/>
                </a:lnTo>
                <a:lnTo>
                  <a:pt x="79" y="172"/>
                </a:lnTo>
                <a:lnTo>
                  <a:pt x="79" y="171"/>
                </a:lnTo>
                <a:lnTo>
                  <a:pt x="78" y="171"/>
                </a:lnTo>
                <a:lnTo>
                  <a:pt x="79" y="171"/>
                </a:lnTo>
                <a:lnTo>
                  <a:pt x="79" y="170"/>
                </a:lnTo>
                <a:lnTo>
                  <a:pt x="80" y="169"/>
                </a:lnTo>
                <a:lnTo>
                  <a:pt x="80" y="168"/>
                </a:lnTo>
                <a:lnTo>
                  <a:pt x="81" y="168"/>
                </a:lnTo>
                <a:lnTo>
                  <a:pt x="83" y="167"/>
                </a:lnTo>
                <a:lnTo>
                  <a:pt x="84" y="167"/>
                </a:lnTo>
                <a:lnTo>
                  <a:pt x="85" y="167"/>
                </a:lnTo>
                <a:lnTo>
                  <a:pt x="85" y="168"/>
                </a:lnTo>
                <a:lnTo>
                  <a:pt x="86" y="168"/>
                </a:lnTo>
                <a:lnTo>
                  <a:pt x="87" y="168"/>
                </a:lnTo>
                <a:lnTo>
                  <a:pt x="88" y="169"/>
                </a:lnTo>
                <a:lnTo>
                  <a:pt x="88" y="168"/>
                </a:lnTo>
                <a:lnTo>
                  <a:pt x="87" y="167"/>
                </a:lnTo>
                <a:lnTo>
                  <a:pt x="86" y="167"/>
                </a:lnTo>
                <a:lnTo>
                  <a:pt x="86" y="166"/>
                </a:lnTo>
                <a:lnTo>
                  <a:pt x="87" y="165"/>
                </a:lnTo>
                <a:lnTo>
                  <a:pt x="87" y="164"/>
                </a:lnTo>
                <a:lnTo>
                  <a:pt x="86" y="164"/>
                </a:lnTo>
                <a:lnTo>
                  <a:pt x="86" y="163"/>
                </a:lnTo>
                <a:lnTo>
                  <a:pt x="85" y="162"/>
                </a:lnTo>
                <a:lnTo>
                  <a:pt x="84" y="161"/>
                </a:lnTo>
                <a:lnTo>
                  <a:pt x="83" y="161"/>
                </a:lnTo>
                <a:lnTo>
                  <a:pt x="84" y="160"/>
                </a:lnTo>
                <a:lnTo>
                  <a:pt x="84" y="159"/>
                </a:lnTo>
                <a:lnTo>
                  <a:pt x="84" y="158"/>
                </a:lnTo>
                <a:lnTo>
                  <a:pt x="85" y="158"/>
                </a:lnTo>
                <a:lnTo>
                  <a:pt x="86" y="157"/>
                </a:lnTo>
                <a:lnTo>
                  <a:pt x="87" y="156"/>
                </a:lnTo>
                <a:lnTo>
                  <a:pt x="87" y="155"/>
                </a:lnTo>
                <a:lnTo>
                  <a:pt x="88" y="155"/>
                </a:lnTo>
                <a:lnTo>
                  <a:pt x="89" y="155"/>
                </a:lnTo>
                <a:lnTo>
                  <a:pt x="90" y="156"/>
                </a:lnTo>
                <a:lnTo>
                  <a:pt x="90" y="154"/>
                </a:lnTo>
                <a:lnTo>
                  <a:pt x="89" y="154"/>
                </a:lnTo>
                <a:lnTo>
                  <a:pt x="89" y="153"/>
                </a:lnTo>
                <a:lnTo>
                  <a:pt x="90" y="153"/>
                </a:lnTo>
                <a:lnTo>
                  <a:pt x="91" y="153"/>
                </a:lnTo>
                <a:lnTo>
                  <a:pt x="92" y="153"/>
                </a:lnTo>
                <a:lnTo>
                  <a:pt x="92" y="152"/>
                </a:lnTo>
                <a:lnTo>
                  <a:pt x="91" y="151"/>
                </a:lnTo>
                <a:lnTo>
                  <a:pt x="90" y="151"/>
                </a:lnTo>
                <a:lnTo>
                  <a:pt x="90" y="150"/>
                </a:lnTo>
                <a:lnTo>
                  <a:pt x="90" y="149"/>
                </a:lnTo>
                <a:lnTo>
                  <a:pt x="90" y="148"/>
                </a:lnTo>
                <a:lnTo>
                  <a:pt x="90" y="147"/>
                </a:lnTo>
                <a:lnTo>
                  <a:pt x="91" y="147"/>
                </a:lnTo>
                <a:lnTo>
                  <a:pt x="91" y="145"/>
                </a:lnTo>
                <a:lnTo>
                  <a:pt x="90" y="145"/>
                </a:lnTo>
                <a:lnTo>
                  <a:pt x="90" y="144"/>
                </a:lnTo>
                <a:lnTo>
                  <a:pt x="91" y="143"/>
                </a:lnTo>
                <a:lnTo>
                  <a:pt x="92" y="143"/>
                </a:lnTo>
                <a:lnTo>
                  <a:pt x="93" y="144"/>
                </a:lnTo>
                <a:lnTo>
                  <a:pt x="94" y="144"/>
                </a:lnTo>
                <a:lnTo>
                  <a:pt x="95" y="144"/>
                </a:lnTo>
                <a:lnTo>
                  <a:pt x="95" y="143"/>
                </a:lnTo>
                <a:lnTo>
                  <a:pt x="95" y="142"/>
                </a:lnTo>
                <a:lnTo>
                  <a:pt x="94" y="142"/>
                </a:lnTo>
                <a:lnTo>
                  <a:pt x="94" y="141"/>
                </a:lnTo>
                <a:lnTo>
                  <a:pt x="94" y="140"/>
                </a:lnTo>
                <a:lnTo>
                  <a:pt x="94" y="139"/>
                </a:lnTo>
                <a:lnTo>
                  <a:pt x="94" y="138"/>
                </a:lnTo>
                <a:lnTo>
                  <a:pt x="93" y="138"/>
                </a:lnTo>
                <a:lnTo>
                  <a:pt x="93" y="137"/>
                </a:lnTo>
                <a:lnTo>
                  <a:pt x="93" y="136"/>
                </a:lnTo>
                <a:lnTo>
                  <a:pt x="94" y="136"/>
                </a:lnTo>
                <a:lnTo>
                  <a:pt x="95" y="136"/>
                </a:lnTo>
                <a:lnTo>
                  <a:pt x="96" y="136"/>
                </a:lnTo>
                <a:lnTo>
                  <a:pt x="96" y="138"/>
                </a:lnTo>
                <a:lnTo>
                  <a:pt x="97" y="138"/>
                </a:lnTo>
                <a:lnTo>
                  <a:pt x="98" y="138"/>
                </a:lnTo>
                <a:lnTo>
                  <a:pt x="98" y="139"/>
                </a:lnTo>
                <a:lnTo>
                  <a:pt x="99" y="139"/>
                </a:lnTo>
                <a:lnTo>
                  <a:pt x="100" y="139"/>
                </a:lnTo>
                <a:lnTo>
                  <a:pt x="100" y="138"/>
                </a:lnTo>
                <a:lnTo>
                  <a:pt x="99" y="138"/>
                </a:lnTo>
                <a:lnTo>
                  <a:pt x="99" y="137"/>
                </a:lnTo>
                <a:lnTo>
                  <a:pt x="98" y="136"/>
                </a:lnTo>
                <a:lnTo>
                  <a:pt x="98" y="135"/>
                </a:lnTo>
                <a:lnTo>
                  <a:pt x="98" y="134"/>
                </a:lnTo>
                <a:lnTo>
                  <a:pt x="98" y="133"/>
                </a:lnTo>
                <a:lnTo>
                  <a:pt x="98" y="131"/>
                </a:lnTo>
                <a:lnTo>
                  <a:pt x="99" y="131"/>
                </a:lnTo>
                <a:lnTo>
                  <a:pt x="99" y="130"/>
                </a:lnTo>
                <a:lnTo>
                  <a:pt x="100" y="129"/>
                </a:lnTo>
                <a:lnTo>
                  <a:pt x="100" y="130"/>
                </a:lnTo>
                <a:lnTo>
                  <a:pt x="101" y="130"/>
                </a:lnTo>
                <a:lnTo>
                  <a:pt x="101" y="131"/>
                </a:lnTo>
                <a:lnTo>
                  <a:pt x="102" y="131"/>
                </a:lnTo>
                <a:lnTo>
                  <a:pt x="103" y="131"/>
                </a:lnTo>
                <a:lnTo>
                  <a:pt x="104" y="131"/>
                </a:lnTo>
                <a:lnTo>
                  <a:pt x="104" y="130"/>
                </a:lnTo>
                <a:lnTo>
                  <a:pt x="104" y="129"/>
                </a:lnTo>
                <a:lnTo>
                  <a:pt x="104" y="128"/>
                </a:lnTo>
                <a:lnTo>
                  <a:pt x="105" y="128"/>
                </a:lnTo>
                <a:lnTo>
                  <a:pt x="105" y="127"/>
                </a:lnTo>
                <a:lnTo>
                  <a:pt x="105" y="126"/>
                </a:lnTo>
                <a:lnTo>
                  <a:pt x="106" y="125"/>
                </a:lnTo>
                <a:lnTo>
                  <a:pt x="106" y="124"/>
                </a:lnTo>
                <a:lnTo>
                  <a:pt x="106" y="123"/>
                </a:lnTo>
                <a:lnTo>
                  <a:pt x="106" y="122"/>
                </a:lnTo>
                <a:lnTo>
                  <a:pt x="105" y="122"/>
                </a:lnTo>
                <a:lnTo>
                  <a:pt x="104" y="122"/>
                </a:lnTo>
                <a:lnTo>
                  <a:pt x="104" y="121"/>
                </a:lnTo>
                <a:lnTo>
                  <a:pt x="104" y="120"/>
                </a:lnTo>
                <a:lnTo>
                  <a:pt x="105" y="120"/>
                </a:lnTo>
                <a:lnTo>
                  <a:pt x="106" y="120"/>
                </a:lnTo>
                <a:lnTo>
                  <a:pt x="106" y="121"/>
                </a:lnTo>
                <a:lnTo>
                  <a:pt x="107" y="121"/>
                </a:lnTo>
                <a:lnTo>
                  <a:pt x="108" y="121"/>
                </a:lnTo>
                <a:lnTo>
                  <a:pt x="108" y="120"/>
                </a:lnTo>
                <a:lnTo>
                  <a:pt x="109" y="119"/>
                </a:lnTo>
                <a:lnTo>
                  <a:pt x="109" y="118"/>
                </a:lnTo>
                <a:lnTo>
                  <a:pt x="108" y="118"/>
                </a:lnTo>
                <a:lnTo>
                  <a:pt x="107" y="117"/>
                </a:lnTo>
                <a:lnTo>
                  <a:pt x="107" y="116"/>
                </a:lnTo>
                <a:lnTo>
                  <a:pt x="108" y="116"/>
                </a:lnTo>
                <a:lnTo>
                  <a:pt x="108" y="115"/>
                </a:lnTo>
                <a:lnTo>
                  <a:pt x="108" y="116"/>
                </a:lnTo>
                <a:lnTo>
                  <a:pt x="109" y="116"/>
                </a:lnTo>
                <a:lnTo>
                  <a:pt x="110" y="116"/>
                </a:lnTo>
                <a:lnTo>
                  <a:pt x="110" y="115"/>
                </a:lnTo>
                <a:lnTo>
                  <a:pt x="110" y="116"/>
                </a:lnTo>
                <a:lnTo>
                  <a:pt x="111" y="116"/>
                </a:lnTo>
                <a:lnTo>
                  <a:pt x="111" y="117"/>
                </a:lnTo>
                <a:lnTo>
                  <a:pt x="110" y="117"/>
                </a:lnTo>
                <a:lnTo>
                  <a:pt x="110" y="118"/>
                </a:lnTo>
                <a:lnTo>
                  <a:pt x="111" y="118"/>
                </a:lnTo>
                <a:lnTo>
                  <a:pt x="112" y="118"/>
                </a:lnTo>
                <a:lnTo>
                  <a:pt x="113" y="118"/>
                </a:lnTo>
                <a:lnTo>
                  <a:pt x="114" y="118"/>
                </a:lnTo>
                <a:lnTo>
                  <a:pt x="115" y="118"/>
                </a:lnTo>
                <a:lnTo>
                  <a:pt x="116" y="118"/>
                </a:lnTo>
                <a:lnTo>
                  <a:pt x="117" y="118"/>
                </a:lnTo>
                <a:lnTo>
                  <a:pt x="117" y="117"/>
                </a:lnTo>
                <a:lnTo>
                  <a:pt x="117" y="116"/>
                </a:lnTo>
                <a:lnTo>
                  <a:pt x="118" y="116"/>
                </a:lnTo>
                <a:lnTo>
                  <a:pt x="118" y="115"/>
                </a:lnTo>
                <a:lnTo>
                  <a:pt x="118" y="114"/>
                </a:lnTo>
                <a:lnTo>
                  <a:pt x="119" y="114"/>
                </a:lnTo>
                <a:lnTo>
                  <a:pt x="120" y="114"/>
                </a:lnTo>
                <a:lnTo>
                  <a:pt x="121" y="114"/>
                </a:lnTo>
                <a:lnTo>
                  <a:pt x="122" y="114"/>
                </a:lnTo>
                <a:lnTo>
                  <a:pt x="122" y="113"/>
                </a:lnTo>
                <a:lnTo>
                  <a:pt x="122" y="114"/>
                </a:lnTo>
                <a:lnTo>
                  <a:pt x="123" y="114"/>
                </a:lnTo>
                <a:lnTo>
                  <a:pt x="123" y="113"/>
                </a:lnTo>
                <a:lnTo>
                  <a:pt x="124" y="113"/>
                </a:lnTo>
                <a:lnTo>
                  <a:pt x="125" y="113"/>
                </a:lnTo>
                <a:lnTo>
                  <a:pt x="125" y="114"/>
                </a:lnTo>
                <a:lnTo>
                  <a:pt x="126" y="114"/>
                </a:lnTo>
                <a:lnTo>
                  <a:pt x="127" y="114"/>
                </a:lnTo>
                <a:lnTo>
                  <a:pt x="127" y="115"/>
                </a:lnTo>
                <a:lnTo>
                  <a:pt x="128" y="115"/>
                </a:lnTo>
                <a:lnTo>
                  <a:pt x="129" y="115"/>
                </a:lnTo>
                <a:lnTo>
                  <a:pt x="130" y="115"/>
                </a:lnTo>
                <a:lnTo>
                  <a:pt x="131" y="115"/>
                </a:lnTo>
                <a:lnTo>
                  <a:pt x="132" y="115"/>
                </a:lnTo>
                <a:lnTo>
                  <a:pt x="132" y="116"/>
                </a:lnTo>
                <a:lnTo>
                  <a:pt x="132" y="117"/>
                </a:lnTo>
                <a:lnTo>
                  <a:pt x="132" y="118"/>
                </a:lnTo>
                <a:lnTo>
                  <a:pt x="132" y="119"/>
                </a:lnTo>
                <a:lnTo>
                  <a:pt x="133" y="119"/>
                </a:lnTo>
                <a:lnTo>
                  <a:pt x="133" y="120"/>
                </a:lnTo>
                <a:lnTo>
                  <a:pt x="135" y="120"/>
                </a:lnTo>
                <a:lnTo>
                  <a:pt x="136" y="120"/>
                </a:lnTo>
                <a:lnTo>
                  <a:pt x="136" y="119"/>
                </a:lnTo>
                <a:lnTo>
                  <a:pt x="137" y="118"/>
                </a:lnTo>
                <a:lnTo>
                  <a:pt x="137" y="119"/>
                </a:lnTo>
                <a:lnTo>
                  <a:pt x="138" y="119"/>
                </a:lnTo>
                <a:lnTo>
                  <a:pt x="139" y="119"/>
                </a:lnTo>
                <a:lnTo>
                  <a:pt x="139" y="118"/>
                </a:lnTo>
                <a:lnTo>
                  <a:pt x="140" y="118"/>
                </a:lnTo>
                <a:lnTo>
                  <a:pt x="141" y="118"/>
                </a:lnTo>
                <a:lnTo>
                  <a:pt x="142" y="118"/>
                </a:lnTo>
                <a:lnTo>
                  <a:pt x="143" y="118"/>
                </a:lnTo>
                <a:lnTo>
                  <a:pt x="143" y="117"/>
                </a:lnTo>
                <a:lnTo>
                  <a:pt x="144" y="116"/>
                </a:lnTo>
                <a:lnTo>
                  <a:pt x="144" y="115"/>
                </a:lnTo>
                <a:lnTo>
                  <a:pt x="143" y="115"/>
                </a:lnTo>
                <a:lnTo>
                  <a:pt x="143" y="114"/>
                </a:lnTo>
                <a:lnTo>
                  <a:pt x="142" y="113"/>
                </a:lnTo>
                <a:lnTo>
                  <a:pt x="142" y="112"/>
                </a:lnTo>
                <a:lnTo>
                  <a:pt x="141" y="112"/>
                </a:lnTo>
                <a:lnTo>
                  <a:pt x="141" y="113"/>
                </a:lnTo>
                <a:lnTo>
                  <a:pt x="141" y="112"/>
                </a:lnTo>
                <a:lnTo>
                  <a:pt x="142" y="112"/>
                </a:lnTo>
                <a:lnTo>
                  <a:pt x="142" y="111"/>
                </a:lnTo>
                <a:lnTo>
                  <a:pt x="143" y="110"/>
                </a:lnTo>
                <a:lnTo>
                  <a:pt x="143" y="109"/>
                </a:lnTo>
                <a:lnTo>
                  <a:pt x="143" y="108"/>
                </a:lnTo>
                <a:lnTo>
                  <a:pt x="144" y="108"/>
                </a:lnTo>
                <a:lnTo>
                  <a:pt x="144" y="107"/>
                </a:lnTo>
                <a:lnTo>
                  <a:pt x="143" y="107"/>
                </a:lnTo>
                <a:lnTo>
                  <a:pt x="143" y="106"/>
                </a:lnTo>
                <a:lnTo>
                  <a:pt x="143" y="104"/>
                </a:lnTo>
                <a:lnTo>
                  <a:pt x="144" y="104"/>
                </a:lnTo>
                <a:lnTo>
                  <a:pt x="145" y="104"/>
                </a:lnTo>
                <a:lnTo>
                  <a:pt x="146" y="104"/>
                </a:lnTo>
                <a:lnTo>
                  <a:pt x="146" y="103"/>
                </a:lnTo>
                <a:lnTo>
                  <a:pt x="146" y="104"/>
                </a:lnTo>
                <a:lnTo>
                  <a:pt x="146" y="103"/>
                </a:lnTo>
                <a:lnTo>
                  <a:pt x="148" y="103"/>
                </a:lnTo>
                <a:lnTo>
                  <a:pt x="148" y="102"/>
                </a:lnTo>
                <a:lnTo>
                  <a:pt x="149" y="102"/>
                </a:lnTo>
                <a:lnTo>
                  <a:pt x="149" y="101"/>
                </a:lnTo>
                <a:lnTo>
                  <a:pt x="150" y="101"/>
                </a:lnTo>
                <a:lnTo>
                  <a:pt x="151" y="100"/>
                </a:lnTo>
                <a:lnTo>
                  <a:pt x="152" y="100"/>
                </a:lnTo>
                <a:lnTo>
                  <a:pt x="152" y="99"/>
                </a:lnTo>
                <a:lnTo>
                  <a:pt x="151" y="98"/>
                </a:lnTo>
                <a:lnTo>
                  <a:pt x="151" y="97"/>
                </a:lnTo>
                <a:lnTo>
                  <a:pt x="150" y="97"/>
                </a:lnTo>
                <a:lnTo>
                  <a:pt x="150" y="96"/>
                </a:lnTo>
                <a:lnTo>
                  <a:pt x="151" y="96"/>
                </a:lnTo>
                <a:lnTo>
                  <a:pt x="151" y="95"/>
                </a:lnTo>
                <a:lnTo>
                  <a:pt x="151" y="94"/>
                </a:lnTo>
                <a:lnTo>
                  <a:pt x="152" y="94"/>
                </a:lnTo>
                <a:lnTo>
                  <a:pt x="152" y="93"/>
                </a:lnTo>
                <a:lnTo>
                  <a:pt x="153" y="93"/>
                </a:lnTo>
                <a:lnTo>
                  <a:pt x="152" y="93"/>
                </a:lnTo>
                <a:lnTo>
                  <a:pt x="152" y="92"/>
                </a:lnTo>
                <a:lnTo>
                  <a:pt x="151" y="92"/>
                </a:lnTo>
                <a:lnTo>
                  <a:pt x="150" y="92"/>
                </a:lnTo>
                <a:lnTo>
                  <a:pt x="149" y="91"/>
                </a:lnTo>
                <a:lnTo>
                  <a:pt x="149" y="90"/>
                </a:lnTo>
                <a:lnTo>
                  <a:pt x="150" y="90"/>
                </a:lnTo>
                <a:lnTo>
                  <a:pt x="151" y="89"/>
                </a:lnTo>
                <a:lnTo>
                  <a:pt x="152" y="88"/>
                </a:lnTo>
                <a:lnTo>
                  <a:pt x="153" y="88"/>
                </a:lnTo>
                <a:lnTo>
                  <a:pt x="153" y="87"/>
                </a:lnTo>
                <a:lnTo>
                  <a:pt x="153" y="86"/>
                </a:lnTo>
                <a:lnTo>
                  <a:pt x="154" y="86"/>
                </a:lnTo>
                <a:lnTo>
                  <a:pt x="155" y="86"/>
                </a:lnTo>
                <a:lnTo>
                  <a:pt x="156" y="85"/>
                </a:lnTo>
                <a:lnTo>
                  <a:pt x="157" y="85"/>
                </a:lnTo>
                <a:lnTo>
                  <a:pt x="158" y="85"/>
                </a:lnTo>
                <a:lnTo>
                  <a:pt x="158" y="84"/>
                </a:lnTo>
                <a:lnTo>
                  <a:pt x="158" y="83"/>
                </a:lnTo>
                <a:lnTo>
                  <a:pt x="159" y="83"/>
                </a:lnTo>
                <a:lnTo>
                  <a:pt x="160" y="83"/>
                </a:lnTo>
                <a:lnTo>
                  <a:pt x="161" y="83"/>
                </a:lnTo>
                <a:lnTo>
                  <a:pt x="162" y="83"/>
                </a:lnTo>
                <a:lnTo>
                  <a:pt x="163" y="83"/>
                </a:lnTo>
                <a:lnTo>
                  <a:pt x="164" y="82"/>
                </a:lnTo>
                <a:lnTo>
                  <a:pt x="164" y="83"/>
                </a:lnTo>
                <a:lnTo>
                  <a:pt x="165" y="83"/>
                </a:lnTo>
                <a:lnTo>
                  <a:pt x="166" y="83"/>
                </a:lnTo>
                <a:lnTo>
                  <a:pt x="167" y="82"/>
                </a:lnTo>
                <a:lnTo>
                  <a:pt x="168" y="82"/>
                </a:lnTo>
                <a:lnTo>
                  <a:pt x="169" y="81"/>
                </a:lnTo>
                <a:lnTo>
                  <a:pt x="170" y="81"/>
                </a:lnTo>
                <a:lnTo>
                  <a:pt x="171" y="81"/>
                </a:lnTo>
                <a:lnTo>
                  <a:pt x="172" y="82"/>
                </a:lnTo>
                <a:lnTo>
                  <a:pt x="172" y="83"/>
                </a:lnTo>
                <a:lnTo>
                  <a:pt x="173" y="83"/>
                </a:lnTo>
                <a:lnTo>
                  <a:pt x="173" y="84"/>
                </a:lnTo>
                <a:lnTo>
                  <a:pt x="173" y="83"/>
                </a:lnTo>
                <a:lnTo>
                  <a:pt x="174" y="83"/>
                </a:lnTo>
                <a:lnTo>
                  <a:pt x="175" y="83"/>
                </a:lnTo>
                <a:lnTo>
                  <a:pt x="175" y="84"/>
                </a:lnTo>
                <a:lnTo>
                  <a:pt x="176" y="84"/>
                </a:lnTo>
                <a:lnTo>
                  <a:pt x="177" y="83"/>
                </a:lnTo>
                <a:lnTo>
                  <a:pt x="178" y="82"/>
                </a:lnTo>
                <a:lnTo>
                  <a:pt x="179" y="82"/>
                </a:lnTo>
                <a:lnTo>
                  <a:pt x="179" y="81"/>
                </a:lnTo>
                <a:lnTo>
                  <a:pt x="180" y="81"/>
                </a:lnTo>
                <a:lnTo>
                  <a:pt x="181" y="81"/>
                </a:lnTo>
                <a:lnTo>
                  <a:pt x="182" y="81"/>
                </a:lnTo>
                <a:lnTo>
                  <a:pt x="182" y="82"/>
                </a:lnTo>
                <a:lnTo>
                  <a:pt x="182" y="81"/>
                </a:lnTo>
                <a:lnTo>
                  <a:pt x="183" y="80"/>
                </a:lnTo>
                <a:lnTo>
                  <a:pt x="183" y="81"/>
                </a:lnTo>
                <a:lnTo>
                  <a:pt x="184" y="81"/>
                </a:lnTo>
                <a:lnTo>
                  <a:pt x="185" y="81"/>
                </a:lnTo>
                <a:lnTo>
                  <a:pt x="186" y="80"/>
                </a:lnTo>
                <a:lnTo>
                  <a:pt x="187" y="80"/>
                </a:lnTo>
                <a:lnTo>
                  <a:pt x="187" y="81"/>
                </a:lnTo>
                <a:lnTo>
                  <a:pt x="188" y="81"/>
                </a:lnTo>
                <a:lnTo>
                  <a:pt x="188" y="82"/>
                </a:lnTo>
                <a:lnTo>
                  <a:pt x="189" y="82"/>
                </a:lnTo>
                <a:lnTo>
                  <a:pt x="190" y="82"/>
                </a:lnTo>
                <a:lnTo>
                  <a:pt x="191" y="82"/>
                </a:lnTo>
                <a:lnTo>
                  <a:pt x="191" y="81"/>
                </a:lnTo>
                <a:lnTo>
                  <a:pt x="192" y="81"/>
                </a:lnTo>
                <a:lnTo>
                  <a:pt x="193" y="81"/>
                </a:lnTo>
                <a:lnTo>
                  <a:pt x="194" y="81"/>
                </a:lnTo>
                <a:lnTo>
                  <a:pt x="195" y="81"/>
                </a:lnTo>
                <a:lnTo>
                  <a:pt x="196" y="81"/>
                </a:lnTo>
                <a:lnTo>
                  <a:pt x="196" y="80"/>
                </a:lnTo>
                <a:lnTo>
                  <a:pt x="197" y="80"/>
                </a:lnTo>
                <a:lnTo>
                  <a:pt x="198" y="80"/>
                </a:lnTo>
                <a:lnTo>
                  <a:pt x="198" y="79"/>
                </a:lnTo>
                <a:lnTo>
                  <a:pt x="199" y="79"/>
                </a:lnTo>
                <a:lnTo>
                  <a:pt x="200" y="79"/>
                </a:lnTo>
                <a:lnTo>
                  <a:pt x="201" y="79"/>
                </a:lnTo>
                <a:lnTo>
                  <a:pt x="201" y="78"/>
                </a:lnTo>
                <a:lnTo>
                  <a:pt x="202" y="78"/>
                </a:lnTo>
                <a:lnTo>
                  <a:pt x="203" y="78"/>
                </a:lnTo>
                <a:lnTo>
                  <a:pt x="203" y="77"/>
                </a:lnTo>
                <a:lnTo>
                  <a:pt x="204" y="77"/>
                </a:lnTo>
                <a:lnTo>
                  <a:pt x="205" y="77"/>
                </a:lnTo>
                <a:lnTo>
                  <a:pt x="206" y="77"/>
                </a:lnTo>
                <a:lnTo>
                  <a:pt x="208" y="77"/>
                </a:lnTo>
                <a:lnTo>
                  <a:pt x="209" y="77"/>
                </a:lnTo>
                <a:lnTo>
                  <a:pt x="210" y="77"/>
                </a:lnTo>
                <a:lnTo>
                  <a:pt x="211" y="77"/>
                </a:lnTo>
                <a:lnTo>
                  <a:pt x="212" y="77"/>
                </a:lnTo>
                <a:lnTo>
                  <a:pt x="212" y="78"/>
                </a:lnTo>
                <a:lnTo>
                  <a:pt x="213" y="78"/>
                </a:lnTo>
                <a:lnTo>
                  <a:pt x="213" y="77"/>
                </a:lnTo>
                <a:lnTo>
                  <a:pt x="214" y="77"/>
                </a:lnTo>
                <a:lnTo>
                  <a:pt x="215" y="77"/>
                </a:lnTo>
                <a:lnTo>
                  <a:pt x="215" y="78"/>
                </a:lnTo>
                <a:lnTo>
                  <a:pt x="216" y="79"/>
                </a:lnTo>
                <a:lnTo>
                  <a:pt x="217" y="79"/>
                </a:lnTo>
                <a:lnTo>
                  <a:pt x="218" y="80"/>
                </a:lnTo>
                <a:lnTo>
                  <a:pt x="218" y="81"/>
                </a:lnTo>
                <a:lnTo>
                  <a:pt x="219" y="81"/>
                </a:lnTo>
                <a:lnTo>
                  <a:pt x="219" y="82"/>
                </a:lnTo>
                <a:lnTo>
                  <a:pt x="220" y="82"/>
                </a:lnTo>
                <a:lnTo>
                  <a:pt x="220" y="83"/>
                </a:lnTo>
                <a:lnTo>
                  <a:pt x="221" y="83"/>
                </a:lnTo>
                <a:lnTo>
                  <a:pt x="221" y="84"/>
                </a:lnTo>
                <a:lnTo>
                  <a:pt x="222" y="84"/>
                </a:lnTo>
                <a:lnTo>
                  <a:pt x="223" y="83"/>
                </a:lnTo>
                <a:lnTo>
                  <a:pt x="224" y="82"/>
                </a:lnTo>
                <a:lnTo>
                  <a:pt x="225" y="82"/>
                </a:lnTo>
                <a:lnTo>
                  <a:pt x="226" y="82"/>
                </a:lnTo>
                <a:lnTo>
                  <a:pt x="227" y="82"/>
                </a:lnTo>
                <a:lnTo>
                  <a:pt x="229" y="83"/>
                </a:lnTo>
                <a:lnTo>
                  <a:pt x="229" y="84"/>
                </a:lnTo>
                <a:lnTo>
                  <a:pt x="230" y="84"/>
                </a:lnTo>
                <a:lnTo>
                  <a:pt x="231" y="84"/>
                </a:lnTo>
                <a:lnTo>
                  <a:pt x="231" y="85"/>
                </a:lnTo>
                <a:lnTo>
                  <a:pt x="232" y="85"/>
                </a:lnTo>
                <a:lnTo>
                  <a:pt x="232" y="86"/>
                </a:lnTo>
                <a:lnTo>
                  <a:pt x="232" y="87"/>
                </a:lnTo>
                <a:lnTo>
                  <a:pt x="233" y="87"/>
                </a:lnTo>
                <a:lnTo>
                  <a:pt x="234" y="87"/>
                </a:lnTo>
                <a:lnTo>
                  <a:pt x="236" y="87"/>
                </a:lnTo>
                <a:lnTo>
                  <a:pt x="237" y="88"/>
                </a:lnTo>
                <a:lnTo>
                  <a:pt x="237" y="89"/>
                </a:lnTo>
                <a:lnTo>
                  <a:pt x="237" y="90"/>
                </a:lnTo>
                <a:lnTo>
                  <a:pt x="239" y="90"/>
                </a:lnTo>
                <a:lnTo>
                  <a:pt x="239" y="91"/>
                </a:lnTo>
                <a:lnTo>
                  <a:pt x="240" y="90"/>
                </a:lnTo>
                <a:lnTo>
                  <a:pt x="241" y="91"/>
                </a:lnTo>
                <a:lnTo>
                  <a:pt x="242" y="92"/>
                </a:lnTo>
                <a:lnTo>
                  <a:pt x="242" y="93"/>
                </a:lnTo>
                <a:lnTo>
                  <a:pt x="243" y="93"/>
                </a:lnTo>
                <a:lnTo>
                  <a:pt x="243" y="94"/>
                </a:lnTo>
                <a:lnTo>
                  <a:pt x="243" y="95"/>
                </a:lnTo>
                <a:lnTo>
                  <a:pt x="244" y="95"/>
                </a:lnTo>
                <a:lnTo>
                  <a:pt x="244" y="96"/>
                </a:lnTo>
                <a:lnTo>
                  <a:pt x="244" y="97"/>
                </a:lnTo>
                <a:lnTo>
                  <a:pt x="244" y="98"/>
                </a:lnTo>
                <a:lnTo>
                  <a:pt x="244" y="99"/>
                </a:lnTo>
                <a:lnTo>
                  <a:pt x="245" y="99"/>
                </a:lnTo>
                <a:lnTo>
                  <a:pt x="245" y="100"/>
                </a:lnTo>
                <a:lnTo>
                  <a:pt x="246" y="100"/>
                </a:lnTo>
                <a:lnTo>
                  <a:pt x="246" y="101"/>
                </a:lnTo>
                <a:lnTo>
                  <a:pt x="247" y="101"/>
                </a:lnTo>
                <a:lnTo>
                  <a:pt x="248" y="101"/>
                </a:lnTo>
                <a:lnTo>
                  <a:pt x="249" y="100"/>
                </a:lnTo>
                <a:lnTo>
                  <a:pt x="250" y="99"/>
                </a:lnTo>
                <a:lnTo>
                  <a:pt x="251" y="100"/>
                </a:lnTo>
                <a:lnTo>
                  <a:pt x="252" y="100"/>
                </a:lnTo>
                <a:lnTo>
                  <a:pt x="254" y="100"/>
                </a:lnTo>
                <a:lnTo>
                  <a:pt x="254" y="101"/>
                </a:lnTo>
                <a:lnTo>
                  <a:pt x="255" y="102"/>
                </a:lnTo>
                <a:lnTo>
                  <a:pt x="255" y="103"/>
                </a:lnTo>
                <a:lnTo>
                  <a:pt x="256" y="103"/>
                </a:lnTo>
                <a:lnTo>
                  <a:pt x="255" y="103"/>
                </a:lnTo>
                <a:lnTo>
                  <a:pt x="255" y="104"/>
                </a:lnTo>
                <a:lnTo>
                  <a:pt x="255" y="105"/>
                </a:lnTo>
                <a:lnTo>
                  <a:pt x="256" y="106"/>
                </a:lnTo>
                <a:lnTo>
                  <a:pt x="257" y="106"/>
                </a:lnTo>
                <a:lnTo>
                  <a:pt x="258" y="106"/>
                </a:lnTo>
                <a:lnTo>
                  <a:pt x="259" y="107"/>
                </a:lnTo>
                <a:lnTo>
                  <a:pt x="259" y="106"/>
                </a:lnTo>
                <a:lnTo>
                  <a:pt x="260" y="106"/>
                </a:lnTo>
                <a:lnTo>
                  <a:pt x="260" y="105"/>
                </a:lnTo>
                <a:lnTo>
                  <a:pt x="261" y="105"/>
                </a:lnTo>
                <a:lnTo>
                  <a:pt x="262" y="104"/>
                </a:lnTo>
                <a:lnTo>
                  <a:pt x="263" y="103"/>
                </a:lnTo>
                <a:lnTo>
                  <a:pt x="264" y="102"/>
                </a:lnTo>
                <a:lnTo>
                  <a:pt x="265" y="102"/>
                </a:lnTo>
                <a:lnTo>
                  <a:pt x="266" y="102"/>
                </a:lnTo>
                <a:lnTo>
                  <a:pt x="266" y="101"/>
                </a:lnTo>
                <a:lnTo>
                  <a:pt x="266" y="100"/>
                </a:lnTo>
                <a:lnTo>
                  <a:pt x="267" y="100"/>
                </a:lnTo>
                <a:lnTo>
                  <a:pt x="268" y="100"/>
                </a:lnTo>
                <a:lnTo>
                  <a:pt x="269" y="100"/>
                </a:lnTo>
                <a:lnTo>
                  <a:pt x="270" y="100"/>
                </a:lnTo>
                <a:lnTo>
                  <a:pt x="271" y="100"/>
                </a:lnTo>
                <a:lnTo>
                  <a:pt x="272" y="99"/>
                </a:lnTo>
                <a:lnTo>
                  <a:pt x="272" y="98"/>
                </a:lnTo>
                <a:lnTo>
                  <a:pt x="272" y="97"/>
                </a:lnTo>
                <a:lnTo>
                  <a:pt x="272" y="95"/>
                </a:lnTo>
                <a:lnTo>
                  <a:pt x="272" y="94"/>
                </a:lnTo>
                <a:lnTo>
                  <a:pt x="272" y="93"/>
                </a:lnTo>
                <a:lnTo>
                  <a:pt x="273" y="93"/>
                </a:lnTo>
                <a:lnTo>
                  <a:pt x="273" y="92"/>
                </a:lnTo>
                <a:lnTo>
                  <a:pt x="273" y="91"/>
                </a:lnTo>
                <a:lnTo>
                  <a:pt x="274" y="91"/>
                </a:lnTo>
                <a:lnTo>
                  <a:pt x="274" y="90"/>
                </a:lnTo>
                <a:lnTo>
                  <a:pt x="274" y="89"/>
                </a:lnTo>
                <a:lnTo>
                  <a:pt x="275" y="89"/>
                </a:lnTo>
                <a:lnTo>
                  <a:pt x="275" y="90"/>
                </a:lnTo>
                <a:lnTo>
                  <a:pt x="276" y="90"/>
                </a:lnTo>
                <a:lnTo>
                  <a:pt x="276" y="91"/>
                </a:lnTo>
                <a:lnTo>
                  <a:pt x="277" y="91"/>
                </a:lnTo>
                <a:lnTo>
                  <a:pt x="278" y="91"/>
                </a:lnTo>
                <a:lnTo>
                  <a:pt x="279" y="91"/>
                </a:lnTo>
                <a:lnTo>
                  <a:pt x="279" y="92"/>
                </a:lnTo>
                <a:lnTo>
                  <a:pt x="280" y="92"/>
                </a:lnTo>
                <a:lnTo>
                  <a:pt x="281" y="93"/>
                </a:lnTo>
                <a:lnTo>
                  <a:pt x="283" y="93"/>
                </a:lnTo>
                <a:lnTo>
                  <a:pt x="283" y="92"/>
                </a:lnTo>
                <a:lnTo>
                  <a:pt x="282" y="92"/>
                </a:lnTo>
                <a:lnTo>
                  <a:pt x="283" y="91"/>
                </a:lnTo>
                <a:lnTo>
                  <a:pt x="283" y="92"/>
                </a:lnTo>
                <a:lnTo>
                  <a:pt x="284" y="92"/>
                </a:lnTo>
                <a:lnTo>
                  <a:pt x="284" y="93"/>
                </a:lnTo>
                <a:lnTo>
                  <a:pt x="285" y="93"/>
                </a:lnTo>
                <a:lnTo>
                  <a:pt x="286" y="93"/>
                </a:lnTo>
                <a:lnTo>
                  <a:pt x="286" y="92"/>
                </a:lnTo>
                <a:lnTo>
                  <a:pt x="287" y="91"/>
                </a:lnTo>
                <a:lnTo>
                  <a:pt x="288" y="91"/>
                </a:lnTo>
                <a:lnTo>
                  <a:pt x="288" y="90"/>
                </a:lnTo>
                <a:lnTo>
                  <a:pt x="289" y="89"/>
                </a:lnTo>
                <a:lnTo>
                  <a:pt x="290" y="89"/>
                </a:lnTo>
                <a:lnTo>
                  <a:pt x="291" y="89"/>
                </a:lnTo>
                <a:lnTo>
                  <a:pt x="291" y="88"/>
                </a:lnTo>
                <a:lnTo>
                  <a:pt x="292" y="88"/>
                </a:lnTo>
                <a:lnTo>
                  <a:pt x="293" y="88"/>
                </a:lnTo>
                <a:lnTo>
                  <a:pt x="293" y="87"/>
                </a:lnTo>
                <a:lnTo>
                  <a:pt x="294" y="85"/>
                </a:lnTo>
                <a:lnTo>
                  <a:pt x="295" y="85"/>
                </a:lnTo>
                <a:lnTo>
                  <a:pt x="296" y="85"/>
                </a:lnTo>
                <a:lnTo>
                  <a:pt x="296" y="84"/>
                </a:lnTo>
                <a:lnTo>
                  <a:pt x="297" y="83"/>
                </a:lnTo>
                <a:lnTo>
                  <a:pt x="298" y="82"/>
                </a:lnTo>
                <a:lnTo>
                  <a:pt x="299" y="81"/>
                </a:lnTo>
                <a:lnTo>
                  <a:pt x="300" y="81"/>
                </a:lnTo>
                <a:lnTo>
                  <a:pt x="301" y="81"/>
                </a:lnTo>
                <a:lnTo>
                  <a:pt x="301" y="80"/>
                </a:lnTo>
                <a:lnTo>
                  <a:pt x="302" y="80"/>
                </a:lnTo>
                <a:lnTo>
                  <a:pt x="302" y="79"/>
                </a:lnTo>
                <a:lnTo>
                  <a:pt x="303" y="79"/>
                </a:lnTo>
                <a:lnTo>
                  <a:pt x="303" y="78"/>
                </a:lnTo>
                <a:lnTo>
                  <a:pt x="304" y="77"/>
                </a:lnTo>
                <a:lnTo>
                  <a:pt x="305" y="77"/>
                </a:lnTo>
                <a:lnTo>
                  <a:pt x="305" y="76"/>
                </a:lnTo>
                <a:lnTo>
                  <a:pt x="305" y="75"/>
                </a:lnTo>
                <a:lnTo>
                  <a:pt x="305" y="74"/>
                </a:lnTo>
                <a:lnTo>
                  <a:pt x="304" y="74"/>
                </a:lnTo>
                <a:lnTo>
                  <a:pt x="304" y="73"/>
                </a:lnTo>
                <a:lnTo>
                  <a:pt x="304" y="72"/>
                </a:lnTo>
                <a:lnTo>
                  <a:pt x="303" y="72"/>
                </a:lnTo>
                <a:lnTo>
                  <a:pt x="303" y="71"/>
                </a:lnTo>
                <a:lnTo>
                  <a:pt x="303" y="70"/>
                </a:lnTo>
                <a:lnTo>
                  <a:pt x="302" y="70"/>
                </a:lnTo>
                <a:lnTo>
                  <a:pt x="302" y="69"/>
                </a:lnTo>
                <a:lnTo>
                  <a:pt x="302" y="68"/>
                </a:lnTo>
                <a:lnTo>
                  <a:pt x="301" y="68"/>
                </a:lnTo>
                <a:lnTo>
                  <a:pt x="301" y="67"/>
                </a:lnTo>
                <a:lnTo>
                  <a:pt x="301" y="66"/>
                </a:lnTo>
                <a:lnTo>
                  <a:pt x="300" y="65"/>
                </a:lnTo>
                <a:lnTo>
                  <a:pt x="300" y="64"/>
                </a:lnTo>
                <a:lnTo>
                  <a:pt x="299" y="64"/>
                </a:lnTo>
                <a:lnTo>
                  <a:pt x="299" y="63"/>
                </a:lnTo>
                <a:lnTo>
                  <a:pt x="299" y="62"/>
                </a:lnTo>
                <a:lnTo>
                  <a:pt x="298" y="62"/>
                </a:lnTo>
                <a:lnTo>
                  <a:pt x="297" y="63"/>
                </a:lnTo>
                <a:lnTo>
                  <a:pt x="295" y="63"/>
                </a:lnTo>
                <a:lnTo>
                  <a:pt x="294" y="63"/>
                </a:lnTo>
                <a:lnTo>
                  <a:pt x="293" y="63"/>
                </a:lnTo>
                <a:lnTo>
                  <a:pt x="293" y="62"/>
                </a:lnTo>
                <a:lnTo>
                  <a:pt x="292" y="62"/>
                </a:lnTo>
                <a:lnTo>
                  <a:pt x="292" y="61"/>
                </a:lnTo>
                <a:lnTo>
                  <a:pt x="291" y="61"/>
                </a:lnTo>
                <a:lnTo>
                  <a:pt x="290" y="61"/>
                </a:lnTo>
                <a:lnTo>
                  <a:pt x="289" y="61"/>
                </a:lnTo>
                <a:lnTo>
                  <a:pt x="288" y="61"/>
                </a:lnTo>
                <a:lnTo>
                  <a:pt x="287" y="59"/>
                </a:lnTo>
                <a:lnTo>
                  <a:pt x="287" y="58"/>
                </a:lnTo>
                <a:lnTo>
                  <a:pt x="287" y="57"/>
                </a:lnTo>
                <a:lnTo>
                  <a:pt x="287" y="56"/>
                </a:lnTo>
                <a:lnTo>
                  <a:pt x="286" y="56"/>
                </a:lnTo>
                <a:lnTo>
                  <a:pt x="285" y="56"/>
                </a:lnTo>
                <a:lnTo>
                  <a:pt x="284" y="55"/>
                </a:lnTo>
                <a:lnTo>
                  <a:pt x="285" y="55"/>
                </a:lnTo>
                <a:lnTo>
                  <a:pt x="285" y="54"/>
                </a:lnTo>
                <a:lnTo>
                  <a:pt x="286" y="52"/>
                </a:lnTo>
                <a:lnTo>
                  <a:pt x="286" y="50"/>
                </a:lnTo>
                <a:lnTo>
                  <a:pt x="286" y="49"/>
                </a:lnTo>
                <a:lnTo>
                  <a:pt x="285" y="49"/>
                </a:lnTo>
                <a:lnTo>
                  <a:pt x="285" y="50"/>
                </a:lnTo>
                <a:lnTo>
                  <a:pt x="284" y="50"/>
                </a:lnTo>
                <a:lnTo>
                  <a:pt x="283" y="49"/>
                </a:lnTo>
                <a:lnTo>
                  <a:pt x="282" y="49"/>
                </a:lnTo>
                <a:lnTo>
                  <a:pt x="281" y="49"/>
                </a:lnTo>
                <a:lnTo>
                  <a:pt x="281" y="48"/>
                </a:lnTo>
                <a:lnTo>
                  <a:pt x="281" y="47"/>
                </a:lnTo>
                <a:lnTo>
                  <a:pt x="280" y="47"/>
                </a:lnTo>
                <a:lnTo>
                  <a:pt x="279" y="47"/>
                </a:lnTo>
                <a:lnTo>
                  <a:pt x="279" y="46"/>
                </a:lnTo>
                <a:lnTo>
                  <a:pt x="280" y="45"/>
                </a:lnTo>
                <a:lnTo>
                  <a:pt x="280" y="44"/>
                </a:lnTo>
                <a:lnTo>
                  <a:pt x="280" y="43"/>
                </a:lnTo>
                <a:lnTo>
                  <a:pt x="279" y="43"/>
                </a:lnTo>
                <a:lnTo>
                  <a:pt x="279" y="42"/>
                </a:lnTo>
                <a:lnTo>
                  <a:pt x="279" y="41"/>
                </a:lnTo>
                <a:lnTo>
                  <a:pt x="280" y="40"/>
                </a:lnTo>
                <a:lnTo>
                  <a:pt x="281" y="40"/>
                </a:lnTo>
                <a:lnTo>
                  <a:pt x="281" y="39"/>
                </a:lnTo>
                <a:lnTo>
                  <a:pt x="280" y="39"/>
                </a:lnTo>
                <a:lnTo>
                  <a:pt x="280" y="38"/>
                </a:lnTo>
                <a:lnTo>
                  <a:pt x="280" y="37"/>
                </a:lnTo>
                <a:lnTo>
                  <a:pt x="281" y="37"/>
                </a:lnTo>
                <a:lnTo>
                  <a:pt x="282" y="37"/>
                </a:lnTo>
                <a:lnTo>
                  <a:pt x="282" y="36"/>
                </a:lnTo>
                <a:lnTo>
                  <a:pt x="282" y="35"/>
                </a:lnTo>
                <a:lnTo>
                  <a:pt x="283" y="35"/>
                </a:lnTo>
                <a:lnTo>
                  <a:pt x="283" y="34"/>
                </a:lnTo>
                <a:lnTo>
                  <a:pt x="284" y="34"/>
                </a:lnTo>
                <a:lnTo>
                  <a:pt x="285" y="34"/>
                </a:lnTo>
                <a:lnTo>
                  <a:pt x="286" y="34"/>
                </a:lnTo>
                <a:lnTo>
                  <a:pt x="286" y="33"/>
                </a:lnTo>
                <a:lnTo>
                  <a:pt x="287" y="33"/>
                </a:lnTo>
                <a:lnTo>
                  <a:pt x="287" y="32"/>
                </a:lnTo>
                <a:lnTo>
                  <a:pt x="288" y="32"/>
                </a:lnTo>
                <a:lnTo>
                  <a:pt x="287" y="32"/>
                </a:lnTo>
                <a:lnTo>
                  <a:pt x="287" y="31"/>
                </a:lnTo>
                <a:lnTo>
                  <a:pt x="287" y="32"/>
                </a:lnTo>
                <a:lnTo>
                  <a:pt x="286" y="32"/>
                </a:lnTo>
                <a:lnTo>
                  <a:pt x="286" y="31"/>
                </a:lnTo>
                <a:lnTo>
                  <a:pt x="286" y="30"/>
                </a:lnTo>
                <a:lnTo>
                  <a:pt x="286" y="29"/>
                </a:lnTo>
                <a:lnTo>
                  <a:pt x="285" y="29"/>
                </a:lnTo>
                <a:lnTo>
                  <a:pt x="284" y="29"/>
                </a:lnTo>
                <a:lnTo>
                  <a:pt x="283" y="29"/>
                </a:lnTo>
                <a:lnTo>
                  <a:pt x="282" y="29"/>
                </a:lnTo>
                <a:lnTo>
                  <a:pt x="281" y="29"/>
                </a:lnTo>
                <a:lnTo>
                  <a:pt x="280" y="29"/>
                </a:lnTo>
                <a:lnTo>
                  <a:pt x="279" y="28"/>
                </a:lnTo>
                <a:lnTo>
                  <a:pt x="278" y="28"/>
                </a:lnTo>
                <a:lnTo>
                  <a:pt x="277" y="28"/>
                </a:lnTo>
                <a:lnTo>
                  <a:pt x="276" y="27"/>
                </a:lnTo>
                <a:lnTo>
                  <a:pt x="276" y="26"/>
                </a:lnTo>
                <a:lnTo>
                  <a:pt x="276" y="25"/>
                </a:lnTo>
                <a:lnTo>
                  <a:pt x="277" y="25"/>
                </a:lnTo>
                <a:lnTo>
                  <a:pt x="277" y="24"/>
                </a:lnTo>
                <a:lnTo>
                  <a:pt x="277" y="23"/>
                </a:lnTo>
                <a:lnTo>
                  <a:pt x="276" y="23"/>
                </a:lnTo>
                <a:lnTo>
                  <a:pt x="276" y="22"/>
                </a:lnTo>
                <a:lnTo>
                  <a:pt x="276" y="21"/>
                </a:lnTo>
                <a:lnTo>
                  <a:pt x="276" y="20"/>
                </a:lnTo>
                <a:lnTo>
                  <a:pt x="277" y="20"/>
                </a:lnTo>
                <a:lnTo>
                  <a:pt x="276" y="19"/>
                </a:lnTo>
                <a:lnTo>
                  <a:pt x="276" y="18"/>
                </a:lnTo>
                <a:lnTo>
                  <a:pt x="276" y="19"/>
                </a:lnTo>
                <a:lnTo>
                  <a:pt x="277" y="19"/>
                </a:lnTo>
                <a:lnTo>
                  <a:pt x="278" y="20"/>
                </a:lnTo>
                <a:lnTo>
                  <a:pt x="278" y="19"/>
                </a:lnTo>
                <a:lnTo>
                  <a:pt x="279" y="19"/>
                </a:lnTo>
                <a:lnTo>
                  <a:pt x="280" y="18"/>
                </a:lnTo>
                <a:lnTo>
                  <a:pt x="281" y="17"/>
                </a:lnTo>
                <a:lnTo>
                  <a:pt x="282" y="17"/>
                </a:lnTo>
                <a:lnTo>
                  <a:pt x="282" y="16"/>
                </a:lnTo>
                <a:lnTo>
                  <a:pt x="283" y="16"/>
                </a:lnTo>
                <a:lnTo>
                  <a:pt x="283" y="17"/>
                </a:lnTo>
                <a:lnTo>
                  <a:pt x="284" y="17"/>
                </a:lnTo>
                <a:lnTo>
                  <a:pt x="285" y="18"/>
                </a:lnTo>
                <a:lnTo>
                  <a:pt x="286" y="18"/>
                </a:lnTo>
                <a:lnTo>
                  <a:pt x="287" y="17"/>
                </a:lnTo>
                <a:lnTo>
                  <a:pt x="288" y="17"/>
                </a:lnTo>
                <a:lnTo>
                  <a:pt x="288" y="18"/>
                </a:lnTo>
                <a:lnTo>
                  <a:pt x="289" y="18"/>
                </a:lnTo>
                <a:lnTo>
                  <a:pt x="289" y="17"/>
                </a:lnTo>
                <a:lnTo>
                  <a:pt x="290" y="17"/>
                </a:lnTo>
                <a:lnTo>
                  <a:pt x="291" y="17"/>
                </a:lnTo>
                <a:lnTo>
                  <a:pt x="292" y="17"/>
                </a:lnTo>
                <a:lnTo>
                  <a:pt x="293" y="17"/>
                </a:lnTo>
                <a:lnTo>
                  <a:pt x="293" y="18"/>
                </a:lnTo>
                <a:lnTo>
                  <a:pt x="294" y="17"/>
                </a:lnTo>
                <a:lnTo>
                  <a:pt x="295" y="17"/>
                </a:lnTo>
                <a:lnTo>
                  <a:pt x="296" y="17"/>
                </a:lnTo>
                <a:lnTo>
                  <a:pt x="296" y="16"/>
                </a:lnTo>
                <a:lnTo>
                  <a:pt x="297" y="16"/>
                </a:lnTo>
                <a:lnTo>
                  <a:pt x="298" y="16"/>
                </a:lnTo>
                <a:lnTo>
                  <a:pt x="299" y="16"/>
                </a:lnTo>
                <a:lnTo>
                  <a:pt x="299" y="15"/>
                </a:lnTo>
                <a:lnTo>
                  <a:pt x="300" y="14"/>
                </a:lnTo>
                <a:lnTo>
                  <a:pt x="301" y="13"/>
                </a:lnTo>
                <a:lnTo>
                  <a:pt x="302" y="13"/>
                </a:lnTo>
                <a:lnTo>
                  <a:pt x="302" y="12"/>
                </a:lnTo>
                <a:lnTo>
                  <a:pt x="303" y="12"/>
                </a:lnTo>
                <a:lnTo>
                  <a:pt x="304" y="12"/>
                </a:lnTo>
                <a:lnTo>
                  <a:pt x="304" y="13"/>
                </a:lnTo>
                <a:lnTo>
                  <a:pt x="305" y="14"/>
                </a:lnTo>
                <a:lnTo>
                  <a:pt x="306" y="14"/>
                </a:lnTo>
                <a:lnTo>
                  <a:pt x="307" y="15"/>
                </a:lnTo>
                <a:lnTo>
                  <a:pt x="308" y="15"/>
                </a:lnTo>
                <a:lnTo>
                  <a:pt x="309" y="15"/>
                </a:lnTo>
                <a:lnTo>
                  <a:pt x="309" y="16"/>
                </a:lnTo>
                <a:lnTo>
                  <a:pt x="309" y="17"/>
                </a:lnTo>
                <a:lnTo>
                  <a:pt x="309" y="18"/>
                </a:lnTo>
                <a:lnTo>
                  <a:pt x="309" y="19"/>
                </a:lnTo>
                <a:lnTo>
                  <a:pt x="310" y="19"/>
                </a:lnTo>
                <a:lnTo>
                  <a:pt x="311" y="19"/>
                </a:lnTo>
                <a:lnTo>
                  <a:pt x="311" y="20"/>
                </a:lnTo>
                <a:lnTo>
                  <a:pt x="312" y="20"/>
                </a:lnTo>
                <a:lnTo>
                  <a:pt x="312" y="21"/>
                </a:lnTo>
                <a:lnTo>
                  <a:pt x="313" y="21"/>
                </a:lnTo>
                <a:lnTo>
                  <a:pt x="314" y="21"/>
                </a:lnTo>
                <a:lnTo>
                  <a:pt x="315" y="21"/>
                </a:lnTo>
                <a:lnTo>
                  <a:pt x="315" y="20"/>
                </a:lnTo>
                <a:lnTo>
                  <a:pt x="316" y="19"/>
                </a:lnTo>
                <a:lnTo>
                  <a:pt x="317" y="19"/>
                </a:lnTo>
                <a:lnTo>
                  <a:pt x="318" y="19"/>
                </a:lnTo>
                <a:lnTo>
                  <a:pt x="319" y="19"/>
                </a:lnTo>
                <a:lnTo>
                  <a:pt x="320" y="18"/>
                </a:lnTo>
                <a:lnTo>
                  <a:pt x="321" y="18"/>
                </a:lnTo>
                <a:lnTo>
                  <a:pt x="321" y="17"/>
                </a:lnTo>
                <a:lnTo>
                  <a:pt x="321" y="16"/>
                </a:lnTo>
                <a:lnTo>
                  <a:pt x="321" y="15"/>
                </a:lnTo>
                <a:lnTo>
                  <a:pt x="321" y="13"/>
                </a:lnTo>
                <a:lnTo>
                  <a:pt x="321" y="12"/>
                </a:lnTo>
                <a:lnTo>
                  <a:pt x="321" y="11"/>
                </a:lnTo>
                <a:lnTo>
                  <a:pt x="321" y="10"/>
                </a:lnTo>
                <a:lnTo>
                  <a:pt x="320" y="10"/>
                </a:lnTo>
                <a:lnTo>
                  <a:pt x="320" y="8"/>
                </a:lnTo>
                <a:lnTo>
                  <a:pt x="320" y="7"/>
                </a:lnTo>
                <a:lnTo>
                  <a:pt x="320" y="6"/>
                </a:lnTo>
                <a:lnTo>
                  <a:pt x="320" y="5"/>
                </a:lnTo>
                <a:lnTo>
                  <a:pt x="319" y="5"/>
                </a:lnTo>
                <a:lnTo>
                  <a:pt x="319" y="4"/>
                </a:lnTo>
                <a:lnTo>
                  <a:pt x="320" y="4"/>
                </a:lnTo>
                <a:lnTo>
                  <a:pt x="321" y="3"/>
                </a:lnTo>
                <a:lnTo>
                  <a:pt x="322" y="3"/>
                </a:lnTo>
                <a:lnTo>
                  <a:pt x="323" y="3"/>
                </a:lnTo>
                <a:lnTo>
                  <a:pt x="323" y="2"/>
                </a:lnTo>
                <a:lnTo>
                  <a:pt x="323" y="3"/>
                </a:lnTo>
                <a:lnTo>
                  <a:pt x="324" y="3"/>
                </a:lnTo>
                <a:lnTo>
                  <a:pt x="325" y="2"/>
                </a:lnTo>
                <a:lnTo>
                  <a:pt x="326" y="2"/>
                </a:lnTo>
                <a:lnTo>
                  <a:pt x="327" y="3"/>
                </a:lnTo>
                <a:lnTo>
                  <a:pt x="328" y="3"/>
                </a:lnTo>
                <a:lnTo>
                  <a:pt x="329" y="3"/>
                </a:lnTo>
                <a:lnTo>
                  <a:pt x="330" y="3"/>
                </a:lnTo>
                <a:lnTo>
                  <a:pt x="330" y="2"/>
                </a:lnTo>
                <a:lnTo>
                  <a:pt x="331" y="1"/>
                </a:lnTo>
                <a:lnTo>
                  <a:pt x="330" y="1"/>
                </a:lnTo>
                <a:lnTo>
                  <a:pt x="331" y="1"/>
                </a:lnTo>
                <a:lnTo>
                  <a:pt x="332" y="1"/>
                </a:lnTo>
                <a:lnTo>
                  <a:pt x="334" y="1"/>
                </a:lnTo>
                <a:lnTo>
                  <a:pt x="335" y="2"/>
                </a:lnTo>
                <a:lnTo>
                  <a:pt x="335" y="1"/>
                </a:lnTo>
                <a:lnTo>
                  <a:pt x="336" y="1"/>
                </a:lnTo>
                <a:lnTo>
                  <a:pt x="337" y="1"/>
                </a:lnTo>
                <a:lnTo>
                  <a:pt x="337" y="0"/>
                </a:lnTo>
                <a:close/>
              </a:path>
            </a:pathLst>
          </a:custGeom>
          <a:solidFill>
            <a:srgbClr val="DE432F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762" name=""/>
          <p:cNvSpPr/>
          <p:nvPr/>
        </p:nvSpPr>
        <p:spPr>
          <a:xfrm>
            <a:off x="8818920" y="966600"/>
            <a:ext cx="0" cy="1440"/>
          </a:xfrm>
          <a:custGeom>
            <a:avLst/>
            <a:gdLst/>
            <a:ahLst/>
            <a:rect l="0" t="0" r="r" b="b"/>
            <a:pathLst>
              <a:path w="0" h="4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DFEC3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3" name=""/>
          <p:cNvSpPr/>
          <p:nvPr/>
        </p:nvSpPr>
        <p:spPr>
          <a:xfrm>
            <a:off x="8811720" y="956520"/>
            <a:ext cx="1080" cy="0"/>
          </a:xfrm>
          <a:custGeom>
            <a:avLst/>
            <a:gdLst/>
            <a:ahLst/>
            <a:rect l="0" t="0" r="r" b="b"/>
            <a:pathLst>
              <a:path w="3" h="0">
                <a:moveTo>
                  <a:pt x="2" y="0"/>
                </a:move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FDFEC3"/>
          </a:solidFill>
          <a:ln w="3960">
            <a:solidFill>
              <a:srgbClr val="FFFFFF"/>
            </a:solidFill>
            <a:round/>
          </a:ln>
        </p:spPr>
        <p:txBody>
          <a:bodyPr lIns="1800" tIns="-1800" rIns="18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4" name=""/>
          <p:cNvSpPr/>
          <p:nvPr/>
        </p:nvSpPr>
        <p:spPr>
          <a:xfrm>
            <a:off x="8309520" y="766800"/>
            <a:ext cx="530280" cy="377640"/>
          </a:xfrm>
          <a:custGeom>
            <a:avLst/>
            <a:gdLst/>
            <a:ahLst/>
            <a:rect l="0" t="0" r="r" b="b"/>
            <a:pathLst>
              <a:path w="1473" h="1049">
                <a:moveTo>
                  <a:pt x="296" y="2"/>
                </a:moveTo>
                <a:lnTo>
                  <a:pt x="295" y="3"/>
                </a:lnTo>
                <a:lnTo>
                  <a:pt x="296" y="3"/>
                </a:lnTo>
                <a:lnTo>
                  <a:pt x="296" y="4"/>
                </a:lnTo>
                <a:lnTo>
                  <a:pt x="296" y="5"/>
                </a:lnTo>
                <a:lnTo>
                  <a:pt x="297" y="5"/>
                </a:lnTo>
                <a:lnTo>
                  <a:pt x="297" y="6"/>
                </a:lnTo>
                <a:lnTo>
                  <a:pt x="296" y="6"/>
                </a:lnTo>
                <a:lnTo>
                  <a:pt x="296" y="7"/>
                </a:lnTo>
                <a:lnTo>
                  <a:pt x="296" y="8"/>
                </a:lnTo>
                <a:lnTo>
                  <a:pt x="295" y="8"/>
                </a:lnTo>
                <a:lnTo>
                  <a:pt x="296" y="8"/>
                </a:lnTo>
                <a:lnTo>
                  <a:pt x="296" y="9"/>
                </a:lnTo>
                <a:lnTo>
                  <a:pt x="297" y="9"/>
                </a:lnTo>
                <a:lnTo>
                  <a:pt x="299" y="9"/>
                </a:lnTo>
                <a:lnTo>
                  <a:pt x="299" y="10"/>
                </a:lnTo>
                <a:lnTo>
                  <a:pt x="299" y="9"/>
                </a:lnTo>
                <a:lnTo>
                  <a:pt x="299" y="8"/>
                </a:lnTo>
                <a:lnTo>
                  <a:pt x="300" y="7"/>
                </a:lnTo>
                <a:lnTo>
                  <a:pt x="300" y="6"/>
                </a:lnTo>
                <a:lnTo>
                  <a:pt x="300" y="5"/>
                </a:lnTo>
                <a:lnTo>
                  <a:pt x="300" y="3"/>
                </a:lnTo>
                <a:lnTo>
                  <a:pt x="303" y="1"/>
                </a:lnTo>
                <a:lnTo>
                  <a:pt x="303" y="2"/>
                </a:lnTo>
                <a:lnTo>
                  <a:pt x="304" y="3"/>
                </a:lnTo>
                <a:lnTo>
                  <a:pt x="304" y="4"/>
                </a:lnTo>
                <a:lnTo>
                  <a:pt x="305" y="4"/>
                </a:lnTo>
                <a:lnTo>
                  <a:pt x="305" y="5"/>
                </a:lnTo>
                <a:lnTo>
                  <a:pt x="305" y="6"/>
                </a:lnTo>
                <a:lnTo>
                  <a:pt x="304" y="6"/>
                </a:lnTo>
                <a:lnTo>
                  <a:pt x="304" y="7"/>
                </a:lnTo>
                <a:lnTo>
                  <a:pt x="303" y="8"/>
                </a:lnTo>
                <a:lnTo>
                  <a:pt x="303" y="9"/>
                </a:lnTo>
                <a:lnTo>
                  <a:pt x="304" y="10"/>
                </a:lnTo>
                <a:lnTo>
                  <a:pt x="304" y="11"/>
                </a:lnTo>
                <a:lnTo>
                  <a:pt x="305" y="11"/>
                </a:lnTo>
                <a:lnTo>
                  <a:pt x="306" y="12"/>
                </a:lnTo>
                <a:lnTo>
                  <a:pt x="307" y="12"/>
                </a:lnTo>
                <a:lnTo>
                  <a:pt x="307" y="13"/>
                </a:lnTo>
                <a:lnTo>
                  <a:pt x="308" y="13"/>
                </a:lnTo>
                <a:lnTo>
                  <a:pt x="309" y="14"/>
                </a:lnTo>
                <a:lnTo>
                  <a:pt x="309" y="15"/>
                </a:lnTo>
                <a:lnTo>
                  <a:pt x="309" y="16"/>
                </a:lnTo>
                <a:lnTo>
                  <a:pt x="308" y="16"/>
                </a:lnTo>
                <a:lnTo>
                  <a:pt x="307" y="17"/>
                </a:lnTo>
                <a:lnTo>
                  <a:pt x="306" y="17"/>
                </a:lnTo>
                <a:lnTo>
                  <a:pt x="306" y="18"/>
                </a:lnTo>
                <a:lnTo>
                  <a:pt x="306" y="19"/>
                </a:lnTo>
                <a:lnTo>
                  <a:pt x="307" y="20"/>
                </a:lnTo>
                <a:lnTo>
                  <a:pt x="307" y="21"/>
                </a:lnTo>
                <a:lnTo>
                  <a:pt x="308" y="22"/>
                </a:lnTo>
                <a:lnTo>
                  <a:pt x="309" y="22"/>
                </a:lnTo>
                <a:lnTo>
                  <a:pt x="310" y="23"/>
                </a:lnTo>
                <a:lnTo>
                  <a:pt x="310" y="24"/>
                </a:lnTo>
                <a:lnTo>
                  <a:pt x="310" y="25"/>
                </a:lnTo>
                <a:lnTo>
                  <a:pt x="310" y="26"/>
                </a:lnTo>
                <a:lnTo>
                  <a:pt x="310" y="27"/>
                </a:lnTo>
                <a:lnTo>
                  <a:pt x="311" y="27"/>
                </a:lnTo>
                <a:lnTo>
                  <a:pt x="312" y="27"/>
                </a:lnTo>
                <a:lnTo>
                  <a:pt x="312" y="26"/>
                </a:lnTo>
                <a:lnTo>
                  <a:pt x="313" y="26"/>
                </a:lnTo>
                <a:lnTo>
                  <a:pt x="313" y="25"/>
                </a:lnTo>
                <a:lnTo>
                  <a:pt x="314" y="25"/>
                </a:lnTo>
                <a:lnTo>
                  <a:pt x="315" y="25"/>
                </a:lnTo>
                <a:lnTo>
                  <a:pt x="315" y="26"/>
                </a:lnTo>
                <a:lnTo>
                  <a:pt x="315" y="27"/>
                </a:lnTo>
                <a:lnTo>
                  <a:pt x="315" y="28"/>
                </a:lnTo>
                <a:lnTo>
                  <a:pt x="314" y="28"/>
                </a:lnTo>
                <a:lnTo>
                  <a:pt x="314" y="29"/>
                </a:lnTo>
                <a:lnTo>
                  <a:pt x="313" y="30"/>
                </a:lnTo>
                <a:lnTo>
                  <a:pt x="313" y="31"/>
                </a:lnTo>
                <a:lnTo>
                  <a:pt x="314" y="31"/>
                </a:lnTo>
                <a:lnTo>
                  <a:pt x="314" y="32"/>
                </a:lnTo>
                <a:lnTo>
                  <a:pt x="315" y="32"/>
                </a:lnTo>
                <a:lnTo>
                  <a:pt x="316" y="33"/>
                </a:lnTo>
                <a:lnTo>
                  <a:pt x="317" y="33"/>
                </a:lnTo>
                <a:lnTo>
                  <a:pt x="318" y="34"/>
                </a:lnTo>
                <a:lnTo>
                  <a:pt x="318" y="35"/>
                </a:lnTo>
                <a:lnTo>
                  <a:pt x="318" y="36"/>
                </a:lnTo>
                <a:lnTo>
                  <a:pt x="317" y="36"/>
                </a:lnTo>
                <a:lnTo>
                  <a:pt x="316" y="37"/>
                </a:lnTo>
                <a:lnTo>
                  <a:pt x="315" y="37"/>
                </a:lnTo>
                <a:lnTo>
                  <a:pt x="315" y="38"/>
                </a:lnTo>
                <a:lnTo>
                  <a:pt x="315" y="39"/>
                </a:lnTo>
                <a:lnTo>
                  <a:pt x="315" y="40"/>
                </a:lnTo>
                <a:lnTo>
                  <a:pt x="316" y="40"/>
                </a:lnTo>
                <a:lnTo>
                  <a:pt x="317" y="40"/>
                </a:lnTo>
                <a:lnTo>
                  <a:pt x="318" y="40"/>
                </a:lnTo>
                <a:lnTo>
                  <a:pt x="319" y="40"/>
                </a:lnTo>
                <a:lnTo>
                  <a:pt x="319" y="41"/>
                </a:lnTo>
                <a:lnTo>
                  <a:pt x="319" y="42"/>
                </a:lnTo>
                <a:lnTo>
                  <a:pt x="320" y="42"/>
                </a:lnTo>
                <a:lnTo>
                  <a:pt x="320" y="43"/>
                </a:lnTo>
                <a:lnTo>
                  <a:pt x="319" y="44"/>
                </a:lnTo>
                <a:lnTo>
                  <a:pt x="318" y="45"/>
                </a:lnTo>
                <a:lnTo>
                  <a:pt x="318" y="46"/>
                </a:lnTo>
                <a:lnTo>
                  <a:pt x="319" y="47"/>
                </a:lnTo>
                <a:lnTo>
                  <a:pt x="320" y="47"/>
                </a:lnTo>
                <a:lnTo>
                  <a:pt x="321" y="47"/>
                </a:lnTo>
                <a:lnTo>
                  <a:pt x="321" y="48"/>
                </a:lnTo>
                <a:lnTo>
                  <a:pt x="322" y="48"/>
                </a:lnTo>
                <a:lnTo>
                  <a:pt x="323" y="48"/>
                </a:lnTo>
                <a:lnTo>
                  <a:pt x="323" y="49"/>
                </a:lnTo>
                <a:lnTo>
                  <a:pt x="324" y="51"/>
                </a:lnTo>
                <a:lnTo>
                  <a:pt x="324" y="52"/>
                </a:lnTo>
                <a:lnTo>
                  <a:pt x="325" y="53"/>
                </a:lnTo>
                <a:lnTo>
                  <a:pt x="325" y="54"/>
                </a:lnTo>
                <a:lnTo>
                  <a:pt x="324" y="55"/>
                </a:lnTo>
                <a:lnTo>
                  <a:pt x="323" y="55"/>
                </a:lnTo>
                <a:lnTo>
                  <a:pt x="322" y="55"/>
                </a:lnTo>
                <a:lnTo>
                  <a:pt x="321" y="55"/>
                </a:lnTo>
                <a:lnTo>
                  <a:pt x="320" y="55"/>
                </a:lnTo>
                <a:lnTo>
                  <a:pt x="319" y="55"/>
                </a:lnTo>
                <a:lnTo>
                  <a:pt x="318" y="55"/>
                </a:lnTo>
                <a:lnTo>
                  <a:pt x="318" y="56"/>
                </a:lnTo>
                <a:lnTo>
                  <a:pt x="318" y="57"/>
                </a:lnTo>
                <a:lnTo>
                  <a:pt x="318" y="58"/>
                </a:lnTo>
                <a:lnTo>
                  <a:pt x="319" y="58"/>
                </a:lnTo>
                <a:lnTo>
                  <a:pt x="321" y="58"/>
                </a:lnTo>
                <a:lnTo>
                  <a:pt x="321" y="59"/>
                </a:lnTo>
                <a:lnTo>
                  <a:pt x="322" y="59"/>
                </a:lnTo>
                <a:lnTo>
                  <a:pt x="323" y="59"/>
                </a:lnTo>
                <a:lnTo>
                  <a:pt x="323" y="60"/>
                </a:lnTo>
                <a:lnTo>
                  <a:pt x="324" y="60"/>
                </a:lnTo>
                <a:lnTo>
                  <a:pt x="324" y="61"/>
                </a:lnTo>
                <a:lnTo>
                  <a:pt x="323" y="61"/>
                </a:lnTo>
                <a:lnTo>
                  <a:pt x="323" y="62"/>
                </a:lnTo>
                <a:lnTo>
                  <a:pt x="322" y="63"/>
                </a:lnTo>
                <a:lnTo>
                  <a:pt x="321" y="63"/>
                </a:lnTo>
                <a:lnTo>
                  <a:pt x="320" y="63"/>
                </a:lnTo>
                <a:lnTo>
                  <a:pt x="319" y="63"/>
                </a:lnTo>
                <a:lnTo>
                  <a:pt x="318" y="63"/>
                </a:lnTo>
                <a:lnTo>
                  <a:pt x="318" y="64"/>
                </a:lnTo>
                <a:lnTo>
                  <a:pt x="318" y="65"/>
                </a:lnTo>
                <a:lnTo>
                  <a:pt x="317" y="66"/>
                </a:lnTo>
                <a:lnTo>
                  <a:pt x="317" y="67"/>
                </a:lnTo>
                <a:lnTo>
                  <a:pt x="317" y="68"/>
                </a:lnTo>
                <a:lnTo>
                  <a:pt x="317" y="69"/>
                </a:lnTo>
                <a:lnTo>
                  <a:pt x="317" y="70"/>
                </a:lnTo>
                <a:lnTo>
                  <a:pt x="317" y="71"/>
                </a:lnTo>
                <a:lnTo>
                  <a:pt x="318" y="71"/>
                </a:lnTo>
                <a:lnTo>
                  <a:pt x="318" y="72"/>
                </a:lnTo>
                <a:lnTo>
                  <a:pt x="318" y="73"/>
                </a:lnTo>
                <a:lnTo>
                  <a:pt x="319" y="73"/>
                </a:lnTo>
                <a:lnTo>
                  <a:pt x="319" y="74"/>
                </a:lnTo>
                <a:lnTo>
                  <a:pt x="320" y="74"/>
                </a:lnTo>
                <a:lnTo>
                  <a:pt x="320" y="75"/>
                </a:lnTo>
                <a:lnTo>
                  <a:pt x="321" y="76"/>
                </a:lnTo>
                <a:lnTo>
                  <a:pt x="322" y="76"/>
                </a:lnTo>
                <a:lnTo>
                  <a:pt x="322" y="77"/>
                </a:lnTo>
                <a:lnTo>
                  <a:pt x="323" y="77"/>
                </a:lnTo>
                <a:lnTo>
                  <a:pt x="324" y="78"/>
                </a:lnTo>
                <a:lnTo>
                  <a:pt x="325" y="78"/>
                </a:lnTo>
                <a:lnTo>
                  <a:pt x="326" y="78"/>
                </a:lnTo>
                <a:lnTo>
                  <a:pt x="326" y="79"/>
                </a:lnTo>
                <a:lnTo>
                  <a:pt x="327" y="79"/>
                </a:lnTo>
                <a:lnTo>
                  <a:pt x="328" y="79"/>
                </a:lnTo>
                <a:lnTo>
                  <a:pt x="329" y="79"/>
                </a:lnTo>
                <a:lnTo>
                  <a:pt x="330" y="79"/>
                </a:lnTo>
                <a:lnTo>
                  <a:pt x="331" y="79"/>
                </a:lnTo>
                <a:lnTo>
                  <a:pt x="332" y="79"/>
                </a:lnTo>
                <a:lnTo>
                  <a:pt x="333" y="80"/>
                </a:lnTo>
                <a:lnTo>
                  <a:pt x="334" y="81"/>
                </a:lnTo>
                <a:lnTo>
                  <a:pt x="334" y="82"/>
                </a:lnTo>
                <a:lnTo>
                  <a:pt x="334" y="83"/>
                </a:lnTo>
                <a:lnTo>
                  <a:pt x="335" y="83"/>
                </a:lnTo>
                <a:lnTo>
                  <a:pt x="335" y="84"/>
                </a:lnTo>
                <a:lnTo>
                  <a:pt x="335" y="85"/>
                </a:lnTo>
                <a:lnTo>
                  <a:pt x="335" y="86"/>
                </a:lnTo>
                <a:lnTo>
                  <a:pt x="336" y="86"/>
                </a:lnTo>
                <a:lnTo>
                  <a:pt x="336" y="87"/>
                </a:lnTo>
                <a:lnTo>
                  <a:pt x="336" y="88"/>
                </a:lnTo>
                <a:lnTo>
                  <a:pt x="336" y="89"/>
                </a:lnTo>
                <a:lnTo>
                  <a:pt x="336" y="90"/>
                </a:lnTo>
                <a:lnTo>
                  <a:pt x="335" y="90"/>
                </a:lnTo>
                <a:lnTo>
                  <a:pt x="334" y="90"/>
                </a:lnTo>
                <a:lnTo>
                  <a:pt x="333" y="90"/>
                </a:lnTo>
                <a:lnTo>
                  <a:pt x="332" y="90"/>
                </a:lnTo>
                <a:lnTo>
                  <a:pt x="331" y="90"/>
                </a:lnTo>
                <a:lnTo>
                  <a:pt x="331" y="91"/>
                </a:lnTo>
                <a:lnTo>
                  <a:pt x="331" y="92"/>
                </a:lnTo>
                <a:lnTo>
                  <a:pt x="332" y="93"/>
                </a:lnTo>
                <a:lnTo>
                  <a:pt x="332" y="94"/>
                </a:lnTo>
                <a:lnTo>
                  <a:pt x="333" y="94"/>
                </a:lnTo>
                <a:lnTo>
                  <a:pt x="333" y="95"/>
                </a:lnTo>
                <a:lnTo>
                  <a:pt x="334" y="95"/>
                </a:lnTo>
                <a:lnTo>
                  <a:pt x="335" y="96"/>
                </a:lnTo>
                <a:lnTo>
                  <a:pt x="336" y="96"/>
                </a:lnTo>
                <a:lnTo>
                  <a:pt x="336" y="97"/>
                </a:lnTo>
                <a:lnTo>
                  <a:pt x="337" y="97"/>
                </a:lnTo>
                <a:lnTo>
                  <a:pt x="337" y="98"/>
                </a:lnTo>
                <a:lnTo>
                  <a:pt x="336" y="99"/>
                </a:lnTo>
                <a:lnTo>
                  <a:pt x="335" y="99"/>
                </a:lnTo>
                <a:lnTo>
                  <a:pt x="334" y="99"/>
                </a:lnTo>
                <a:lnTo>
                  <a:pt x="334" y="100"/>
                </a:lnTo>
                <a:lnTo>
                  <a:pt x="334" y="101"/>
                </a:lnTo>
                <a:lnTo>
                  <a:pt x="333" y="101"/>
                </a:lnTo>
                <a:lnTo>
                  <a:pt x="333" y="102"/>
                </a:lnTo>
                <a:lnTo>
                  <a:pt x="332" y="102"/>
                </a:lnTo>
                <a:lnTo>
                  <a:pt x="331" y="102"/>
                </a:lnTo>
                <a:lnTo>
                  <a:pt x="330" y="102"/>
                </a:lnTo>
                <a:lnTo>
                  <a:pt x="330" y="103"/>
                </a:lnTo>
                <a:lnTo>
                  <a:pt x="329" y="103"/>
                </a:lnTo>
                <a:lnTo>
                  <a:pt x="329" y="104"/>
                </a:lnTo>
                <a:lnTo>
                  <a:pt x="329" y="105"/>
                </a:lnTo>
                <a:lnTo>
                  <a:pt x="330" y="106"/>
                </a:lnTo>
                <a:lnTo>
                  <a:pt x="331" y="107"/>
                </a:lnTo>
                <a:lnTo>
                  <a:pt x="331" y="108"/>
                </a:lnTo>
                <a:lnTo>
                  <a:pt x="332" y="108"/>
                </a:lnTo>
                <a:lnTo>
                  <a:pt x="332" y="109"/>
                </a:lnTo>
                <a:lnTo>
                  <a:pt x="333" y="109"/>
                </a:lnTo>
                <a:lnTo>
                  <a:pt x="334" y="109"/>
                </a:lnTo>
                <a:lnTo>
                  <a:pt x="334" y="108"/>
                </a:lnTo>
                <a:lnTo>
                  <a:pt x="335" y="108"/>
                </a:lnTo>
                <a:lnTo>
                  <a:pt x="336" y="108"/>
                </a:lnTo>
                <a:lnTo>
                  <a:pt x="337" y="107"/>
                </a:lnTo>
                <a:lnTo>
                  <a:pt x="338" y="107"/>
                </a:lnTo>
                <a:lnTo>
                  <a:pt x="338" y="108"/>
                </a:lnTo>
                <a:lnTo>
                  <a:pt x="339" y="108"/>
                </a:lnTo>
                <a:lnTo>
                  <a:pt x="339" y="109"/>
                </a:lnTo>
                <a:lnTo>
                  <a:pt x="340" y="109"/>
                </a:lnTo>
                <a:lnTo>
                  <a:pt x="341" y="109"/>
                </a:lnTo>
                <a:lnTo>
                  <a:pt x="342" y="110"/>
                </a:lnTo>
                <a:lnTo>
                  <a:pt x="343" y="111"/>
                </a:lnTo>
                <a:lnTo>
                  <a:pt x="344" y="112"/>
                </a:lnTo>
                <a:lnTo>
                  <a:pt x="345" y="112"/>
                </a:lnTo>
                <a:lnTo>
                  <a:pt x="345" y="113"/>
                </a:lnTo>
                <a:lnTo>
                  <a:pt x="345" y="115"/>
                </a:lnTo>
                <a:lnTo>
                  <a:pt x="346" y="116"/>
                </a:lnTo>
                <a:lnTo>
                  <a:pt x="346" y="117"/>
                </a:lnTo>
                <a:lnTo>
                  <a:pt x="347" y="117"/>
                </a:lnTo>
                <a:lnTo>
                  <a:pt x="348" y="117"/>
                </a:lnTo>
                <a:lnTo>
                  <a:pt x="351" y="117"/>
                </a:lnTo>
                <a:lnTo>
                  <a:pt x="351" y="118"/>
                </a:lnTo>
                <a:lnTo>
                  <a:pt x="352" y="118"/>
                </a:lnTo>
                <a:lnTo>
                  <a:pt x="352" y="119"/>
                </a:lnTo>
                <a:lnTo>
                  <a:pt x="352" y="120"/>
                </a:lnTo>
                <a:lnTo>
                  <a:pt x="352" y="121"/>
                </a:lnTo>
                <a:lnTo>
                  <a:pt x="351" y="122"/>
                </a:lnTo>
                <a:lnTo>
                  <a:pt x="350" y="122"/>
                </a:lnTo>
                <a:lnTo>
                  <a:pt x="350" y="123"/>
                </a:lnTo>
                <a:lnTo>
                  <a:pt x="351" y="123"/>
                </a:lnTo>
                <a:lnTo>
                  <a:pt x="352" y="123"/>
                </a:lnTo>
                <a:lnTo>
                  <a:pt x="353" y="123"/>
                </a:lnTo>
                <a:lnTo>
                  <a:pt x="354" y="123"/>
                </a:lnTo>
                <a:lnTo>
                  <a:pt x="355" y="123"/>
                </a:lnTo>
                <a:lnTo>
                  <a:pt x="355" y="124"/>
                </a:lnTo>
                <a:lnTo>
                  <a:pt x="354" y="125"/>
                </a:lnTo>
                <a:lnTo>
                  <a:pt x="354" y="126"/>
                </a:lnTo>
                <a:lnTo>
                  <a:pt x="354" y="127"/>
                </a:lnTo>
                <a:lnTo>
                  <a:pt x="354" y="128"/>
                </a:lnTo>
                <a:lnTo>
                  <a:pt x="354" y="129"/>
                </a:lnTo>
                <a:lnTo>
                  <a:pt x="354" y="130"/>
                </a:lnTo>
                <a:lnTo>
                  <a:pt x="355" y="130"/>
                </a:lnTo>
                <a:lnTo>
                  <a:pt x="355" y="131"/>
                </a:lnTo>
                <a:lnTo>
                  <a:pt x="356" y="131"/>
                </a:lnTo>
                <a:lnTo>
                  <a:pt x="356" y="132"/>
                </a:lnTo>
                <a:lnTo>
                  <a:pt x="357" y="132"/>
                </a:lnTo>
                <a:lnTo>
                  <a:pt x="358" y="132"/>
                </a:lnTo>
                <a:lnTo>
                  <a:pt x="359" y="132"/>
                </a:lnTo>
                <a:lnTo>
                  <a:pt x="360" y="132"/>
                </a:lnTo>
                <a:lnTo>
                  <a:pt x="361" y="132"/>
                </a:lnTo>
                <a:lnTo>
                  <a:pt x="362" y="131"/>
                </a:lnTo>
                <a:lnTo>
                  <a:pt x="363" y="130"/>
                </a:lnTo>
                <a:lnTo>
                  <a:pt x="364" y="128"/>
                </a:lnTo>
                <a:lnTo>
                  <a:pt x="365" y="128"/>
                </a:lnTo>
                <a:lnTo>
                  <a:pt x="365" y="127"/>
                </a:lnTo>
                <a:lnTo>
                  <a:pt x="366" y="127"/>
                </a:lnTo>
                <a:lnTo>
                  <a:pt x="366" y="126"/>
                </a:lnTo>
                <a:lnTo>
                  <a:pt x="367" y="126"/>
                </a:lnTo>
                <a:lnTo>
                  <a:pt x="368" y="127"/>
                </a:lnTo>
                <a:lnTo>
                  <a:pt x="368" y="128"/>
                </a:lnTo>
                <a:lnTo>
                  <a:pt x="368" y="129"/>
                </a:lnTo>
                <a:lnTo>
                  <a:pt x="368" y="130"/>
                </a:lnTo>
                <a:lnTo>
                  <a:pt x="367" y="130"/>
                </a:lnTo>
                <a:lnTo>
                  <a:pt x="367" y="132"/>
                </a:lnTo>
                <a:lnTo>
                  <a:pt x="367" y="133"/>
                </a:lnTo>
                <a:lnTo>
                  <a:pt x="368" y="134"/>
                </a:lnTo>
                <a:lnTo>
                  <a:pt x="369" y="135"/>
                </a:lnTo>
                <a:lnTo>
                  <a:pt x="370" y="135"/>
                </a:lnTo>
                <a:lnTo>
                  <a:pt x="371" y="135"/>
                </a:lnTo>
                <a:lnTo>
                  <a:pt x="372" y="134"/>
                </a:lnTo>
                <a:lnTo>
                  <a:pt x="373" y="134"/>
                </a:lnTo>
                <a:lnTo>
                  <a:pt x="374" y="134"/>
                </a:lnTo>
                <a:lnTo>
                  <a:pt x="375" y="134"/>
                </a:lnTo>
                <a:lnTo>
                  <a:pt x="375" y="135"/>
                </a:lnTo>
                <a:lnTo>
                  <a:pt x="375" y="136"/>
                </a:lnTo>
                <a:lnTo>
                  <a:pt x="374" y="137"/>
                </a:lnTo>
                <a:lnTo>
                  <a:pt x="374" y="138"/>
                </a:lnTo>
                <a:lnTo>
                  <a:pt x="374" y="139"/>
                </a:lnTo>
                <a:lnTo>
                  <a:pt x="374" y="140"/>
                </a:lnTo>
                <a:lnTo>
                  <a:pt x="374" y="141"/>
                </a:lnTo>
                <a:lnTo>
                  <a:pt x="375" y="141"/>
                </a:lnTo>
                <a:lnTo>
                  <a:pt x="375" y="142"/>
                </a:lnTo>
                <a:lnTo>
                  <a:pt x="376" y="142"/>
                </a:lnTo>
                <a:lnTo>
                  <a:pt x="376" y="143"/>
                </a:lnTo>
                <a:lnTo>
                  <a:pt x="377" y="143"/>
                </a:lnTo>
                <a:lnTo>
                  <a:pt x="378" y="144"/>
                </a:lnTo>
                <a:lnTo>
                  <a:pt x="379" y="144"/>
                </a:lnTo>
                <a:lnTo>
                  <a:pt x="380" y="144"/>
                </a:lnTo>
                <a:lnTo>
                  <a:pt x="381" y="143"/>
                </a:lnTo>
                <a:lnTo>
                  <a:pt x="382" y="143"/>
                </a:lnTo>
                <a:lnTo>
                  <a:pt x="383" y="143"/>
                </a:lnTo>
                <a:lnTo>
                  <a:pt x="384" y="142"/>
                </a:lnTo>
                <a:lnTo>
                  <a:pt x="385" y="141"/>
                </a:lnTo>
                <a:lnTo>
                  <a:pt x="387" y="141"/>
                </a:lnTo>
                <a:lnTo>
                  <a:pt x="388" y="141"/>
                </a:lnTo>
                <a:lnTo>
                  <a:pt x="389" y="141"/>
                </a:lnTo>
                <a:lnTo>
                  <a:pt x="389" y="142"/>
                </a:lnTo>
                <a:lnTo>
                  <a:pt x="390" y="142"/>
                </a:lnTo>
                <a:lnTo>
                  <a:pt x="390" y="144"/>
                </a:lnTo>
                <a:lnTo>
                  <a:pt x="391" y="145"/>
                </a:lnTo>
                <a:lnTo>
                  <a:pt x="391" y="146"/>
                </a:lnTo>
                <a:lnTo>
                  <a:pt x="391" y="147"/>
                </a:lnTo>
                <a:lnTo>
                  <a:pt x="391" y="148"/>
                </a:lnTo>
                <a:lnTo>
                  <a:pt x="390" y="149"/>
                </a:lnTo>
                <a:lnTo>
                  <a:pt x="390" y="150"/>
                </a:lnTo>
                <a:lnTo>
                  <a:pt x="389" y="150"/>
                </a:lnTo>
                <a:lnTo>
                  <a:pt x="389" y="151"/>
                </a:lnTo>
                <a:lnTo>
                  <a:pt x="389" y="152"/>
                </a:lnTo>
                <a:lnTo>
                  <a:pt x="390" y="153"/>
                </a:lnTo>
                <a:lnTo>
                  <a:pt x="391" y="153"/>
                </a:lnTo>
                <a:lnTo>
                  <a:pt x="392" y="154"/>
                </a:lnTo>
                <a:lnTo>
                  <a:pt x="393" y="155"/>
                </a:lnTo>
                <a:lnTo>
                  <a:pt x="393" y="156"/>
                </a:lnTo>
                <a:lnTo>
                  <a:pt x="394" y="157"/>
                </a:lnTo>
                <a:lnTo>
                  <a:pt x="393" y="157"/>
                </a:lnTo>
                <a:lnTo>
                  <a:pt x="394" y="157"/>
                </a:lnTo>
                <a:lnTo>
                  <a:pt x="394" y="158"/>
                </a:lnTo>
                <a:lnTo>
                  <a:pt x="394" y="159"/>
                </a:lnTo>
                <a:lnTo>
                  <a:pt x="395" y="159"/>
                </a:lnTo>
                <a:lnTo>
                  <a:pt x="396" y="160"/>
                </a:lnTo>
                <a:lnTo>
                  <a:pt x="397" y="160"/>
                </a:lnTo>
                <a:lnTo>
                  <a:pt x="398" y="161"/>
                </a:lnTo>
                <a:lnTo>
                  <a:pt x="400" y="161"/>
                </a:lnTo>
                <a:lnTo>
                  <a:pt x="401" y="161"/>
                </a:lnTo>
                <a:lnTo>
                  <a:pt x="401" y="160"/>
                </a:lnTo>
                <a:lnTo>
                  <a:pt x="401" y="159"/>
                </a:lnTo>
                <a:lnTo>
                  <a:pt x="401" y="158"/>
                </a:lnTo>
                <a:lnTo>
                  <a:pt x="402" y="158"/>
                </a:lnTo>
                <a:lnTo>
                  <a:pt x="403" y="157"/>
                </a:lnTo>
                <a:lnTo>
                  <a:pt x="404" y="157"/>
                </a:lnTo>
                <a:lnTo>
                  <a:pt x="404" y="156"/>
                </a:lnTo>
                <a:lnTo>
                  <a:pt x="405" y="156"/>
                </a:lnTo>
                <a:lnTo>
                  <a:pt x="406" y="156"/>
                </a:lnTo>
                <a:lnTo>
                  <a:pt x="407" y="155"/>
                </a:lnTo>
                <a:lnTo>
                  <a:pt x="409" y="155"/>
                </a:lnTo>
                <a:lnTo>
                  <a:pt x="409" y="156"/>
                </a:lnTo>
                <a:lnTo>
                  <a:pt x="410" y="156"/>
                </a:lnTo>
                <a:lnTo>
                  <a:pt x="410" y="157"/>
                </a:lnTo>
                <a:lnTo>
                  <a:pt x="411" y="157"/>
                </a:lnTo>
                <a:lnTo>
                  <a:pt x="411" y="159"/>
                </a:lnTo>
                <a:lnTo>
                  <a:pt x="412" y="159"/>
                </a:lnTo>
                <a:lnTo>
                  <a:pt x="412" y="160"/>
                </a:lnTo>
                <a:lnTo>
                  <a:pt x="413" y="160"/>
                </a:lnTo>
                <a:lnTo>
                  <a:pt x="413" y="161"/>
                </a:lnTo>
                <a:lnTo>
                  <a:pt x="414" y="161"/>
                </a:lnTo>
                <a:lnTo>
                  <a:pt x="415" y="161"/>
                </a:lnTo>
                <a:lnTo>
                  <a:pt x="416" y="162"/>
                </a:lnTo>
                <a:lnTo>
                  <a:pt x="417" y="162"/>
                </a:lnTo>
                <a:lnTo>
                  <a:pt x="418" y="162"/>
                </a:lnTo>
                <a:lnTo>
                  <a:pt x="419" y="162"/>
                </a:lnTo>
                <a:lnTo>
                  <a:pt x="421" y="162"/>
                </a:lnTo>
                <a:lnTo>
                  <a:pt x="422" y="162"/>
                </a:lnTo>
                <a:lnTo>
                  <a:pt x="422" y="161"/>
                </a:lnTo>
                <a:lnTo>
                  <a:pt x="423" y="160"/>
                </a:lnTo>
                <a:lnTo>
                  <a:pt x="424" y="160"/>
                </a:lnTo>
                <a:lnTo>
                  <a:pt x="424" y="159"/>
                </a:lnTo>
                <a:lnTo>
                  <a:pt x="424" y="158"/>
                </a:lnTo>
                <a:lnTo>
                  <a:pt x="425" y="157"/>
                </a:lnTo>
                <a:lnTo>
                  <a:pt x="424" y="157"/>
                </a:lnTo>
                <a:lnTo>
                  <a:pt x="424" y="156"/>
                </a:lnTo>
                <a:lnTo>
                  <a:pt x="423" y="156"/>
                </a:lnTo>
                <a:lnTo>
                  <a:pt x="423" y="155"/>
                </a:lnTo>
                <a:lnTo>
                  <a:pt x="422" y="155"/>
                </a:lnTo>
                <a:lnTo>
                  <a:pt x="422" y="154"/>
                </a:lnTo>
                <a:lnTo>
                  <a:pt x="423" y="154"/>
                </a:lnTo>
                <a:lnTo>
                  <a:pt x="423" y="153"/>
                </a:lnTo>
                <a:lnTo>
                  <a:pt x="424" y="153"/>
                </a:lnTo>
                <a:lnTo>
                  <a:pt x="425" y="153"/>
                </a:lnTo>
                <a:lnTo>
                  <a:pt x="426" y="153"/>
                </a:lnTo>
                <a:lnTo>
                  <a:pt x="428" y="154"/>
                </a:lnTo>
                <a:lnTo>
                  <a:pt x="429" y="155"/>
                </a:lnTo>
                <a:lnTo>
                  <a:pt x="430" y="155"/>
                </a:lnTo>
                <a:lnTo>
                  <a:pt x="431" y="155"/>
                </a:lnTo>
                <a:lnTo>
                  <a:pt x="432" y="155"/>
                </a:lnTo>
                <a:lnTo>
                  <a:pt x="433" y="155"/>
                </a:lnTo>
                <a:lnTo>
                  <a:pt x="434" y="154"/>
                </a:lnTo>
                <a:lnTo>
                  <a:pt x="435" y="154"/>
                </a:lnTo>
                <a:lnTo>
                  <a:pt x="435" y="153"/>
                </a:lnTo>
                <a:lnTo>
                  <a:pt x="436" y="153"/>
                </a:lnTo>
                <a:lnTo>
                  <a:pt x="436" y="152"/>
                </a:lnTo>
                <a:lnTo>
                  <a:pt x="437" y="151"/>
                </a:lnTo>
                <a:lnTo>
                  <a:pt x="439" y="150"/>
                </a:lnTo>
                <a:lnTo>
                  <a:pt x="440" y="150"/>
                </a:lnTo>
                <a:lnTo>
                  <a:pt x="441" y="151"/>
                </a:lnTo>
                <a:lnTo>
                  <a:pt x="442" y="151"/>
                </a:lnTo>
                <a:lnTo>
                  <a:pt x="444" y="151"/>
                </a:lnTo>
                <a:lnTo>
                  <a:pt x="445" y="151"/>
                </a:lnTo>
                <a:lnTo>
                  <a:pt x="445" y="150"/>
                </a:lnTo>
                <a:lnTo>
                  <a:pt x="446" y="150"/>
                </a:lnTo>
                <a:lnTo>
                  <a:pt x="446" y="149"/>
                </a:lnTo>
                <a:lnTo>
                  <a:pt x="446" y="147"/>
                </a:lnTo>
                <a:lnTo>
                  <a:pt x="446" y="146"/>
                </a:lnTo>
                <a:lnTo>
                  <a:pt x="447" y="146"/>
                </a:lnTo>
                <a:lnTo>
                  <a:pt x="447" y="145"/>
                </a:lnTo>
                <a:lnTo>
                  <a:pt x="448" y="145"/>
                </a:lnTo>
                <a:lnTo>
                  <a:pt x="448" y="144"/>
                </a:lnTo>
                <a:lnTo>
                  <a:pt x="449" y="144"/>
                </a:lnTo>
                <a:lnTo>
                  <a:pt x="450" y="145"/>
                </a:lnTo>
                <a:lnTo>
                  <a:pt x="451" y="145"/>
                </a:lnTo>
                <a:lnTo>
                  <a:pt x="451" y="149"/>
                </a:lnTo>
                <a:lnTo>
                  <a:pt x="451" y="150"/>
                </a:lnTo>
                <a:lnTo>
                  <a:pt x="452" y="151"/>
                </a:lnTo>
                <a:lnTo>
                  <a:pt x="453" y="151"/>
                </a:lnTo>
                <a:lnTo>
                  <a:pt x="454" y="150"/>
                </a:lnTo>
                <a:lnTo>
                  <a:pt x="456" y="149"/>
                </a:lnTo>
                <a:lnTo>
                  <a:pt x="456" y="148"/>
                </a:lnTo>
                <a:lnTo>
                  <a:pt x="456" y="147"/>
                </a:lnTo>
                <a:lnTo>
                  <a:pt x="458" y="146"/>
                </a:lnTo>
                <a:lnTo>
                  <a:pt x="458" y="145"/>
                </a:lnTo>
                <a:lnTo>
                  <a:pt x="459" y="145"/>
                </a:lnTo>
                <a:lnTo>
                  <a:pt x="460" y="146"/>
                </a:lnTo>
                <a:lnTo>
                  <a:pt x="462" y="147"/>
                </a:lnTo>
                <a:lnTo>
                  <a:pt x="463" y="147"/>
                </a:lnTo>
                <a:lnTo>
                  <a:pt x="464" y="148"/>
                </a:lnTo>
                <a:lnTo>
                  <a:pt x="465" y="148"/>
                </a:lnTo>
                <a:lnTo>
                  <a:pt x="466" y="148"/>
                </a:lnTo>
                <a:lnTo>
                  <a:pt x="467" y="147"/>
                </a:lnTo>
                <a:lnTo>
                  <a:pt x="467" y="146"/>
                </a:lnTo>
                <a:lnTo>
                  <a:pt x="467" y="145"/>
                </a:lnTo>
                <a:lnTo>
                  <a:pt x="467" y="144"/>
                </a:lnTo>
                <a:lnTo>
                  <a:pt x="466" y="143"/>
                </a:lnTo>
                <a:lnTo>
                  <a:pt x="465" y="141"/>
                </a:lnTo>
                <a:lnTo>
                  <a:pt x="465" y="140"/>
                </a:lnTo>
                <a:lnTo>
                  <a:pt x="464" y="140"/>
                </a:lnTo>
                <a:lnTo>
                  <a:pt x="464" y="139"/>
                </a:lnTo>
                <a:lnTo>
                  <a:pt x="464" y="138"/>
                </a:lnTo>
                <a:lnTo>
                  <a:pt x="464" y="137"/>
                </a:lnTo>
                <a:lnTo>
                  <a:pt x="464" y="136"/>
                </a:lnTo>
                <a:lnTo>
                  <a:pt x="464" y="135"/>
                </a:lnTo>
                <a:lnTo>
                  <a:pt x="465" y="135"/>
                </a:lnTo>
                <a:lnTo>
                  <a:pt x="465" y="134"/>
                </a:lnTo>
                <a:lnTo>
                  <a:pt x="466" y="132"/>
                </a:lnTo>
                <a:lnTo>
                  <a:pt x="466" y="131"/>
                </a:lnTo>
                <a:lnTo>
                  <a:pt x="466" y="130"/>
                </a:lnTo>
                <a:lnTo>
                  <a:pt x="466" y="128"/>
                </a:lnTo>
                <a:lnTo>
                  <a:pt x="466" y="127"/>
                </a:lnTo>
                <a:lnTo>
                  <a:pt x="466" y="126"/>
                </a:lnTo>
                <a:lnTo>
                  <a:pt x="467" y="126"/>
                </a:lnTo>
                <a:lnTo>
                  <a:pt x="468" y="126"/>
                </a:lnTo>
                <a:lnTo>
                  <a:pt x="469" y="126"/>
                </a:lnTo>
                <a:lnTo>
                  <a:pt x="470" y="128"/>
                </a:lnTo>
                <a:lnTo>
                  <a:pt x="471" y="128"/>
                </a:lnTo>
                <a:lnTo>
                  <a:pt x="471" y="129"/>
                </a:lnTo>
                <a:lnTo>
                  <a:pt x="471" y="131"/>
                </a:lnTo>
                <a:lnTo>
                  <a:pt x="471" y="132"/>
                </a:lnTo>
                <a:lnTo>
                  <a:pt x="472" y="133"/>
                </a:lnTo>
                <a:lnTo>
                  <a:pt x="473" y="134"/>
                </a:lnTo>
                <a:lnTo>
                  <a:pt x="474" y="134"/>
                </a:lnTo>
                <a:lnTo>
                  <a:pt x="476" y="134"/>
                </a:lnTo>
                <a:lnTo>
                  <a:pt x="477" y="134"/>
                </a:lnTo>
                <a:lnTo>
                  <a:pt x="480" y="134"/>
                </a:lnTo>
                <a:lnTo>
                  <a:pt x="481" y="133"/>
                </a:lnTo>
                <a:lnTo>
                  <a:pt x="482" y="133"/>
                </a:lnTo>
                <a:lnTo>
                  <a:pt x="483" y="133"/>
                </a:lnTo>
                <a:lnTo>
                  <a:pt x="484" y="133"/>
                </a:lnTo>
                <a:lnTo>
                  <a:pt x="485" y="133"/>
                </a:lnTo>
                <a:lnTo>
                  <a:pt x="485" y="134"/>
                </a:lnTo>
                <a:lnTo>
                  <a:pt x="485" y="135"/>
                </a:lnTo>
                <a:lnTo>
                  <a:pt x="485" y="136"/>
                </a:lnTo>
                <a:lnTo>
                  <a:pt x="486" y="136"/>
                </a:lnTo>
                <a:lnTo>
                  <a:pt x="486" y="137"/>
                </a:lnTo>
                <a:lnTo>
                  <a:pt x="486" y="138"/>
                </a:lnTo>
                <a:lnTo>
                  <a:pt x="487" y="139"/>
                </a:lnTo>
                <a:lnTo>
                  <a:pt x="487" y="140"/>
                </a:lnTo>
                <a:lnTo>
                  <a:pt x="488" y="141"/>
                </a:lnTo>
                <a:lnTo>
                  <a:pt x="489" y="143"/>
                </a:lnTo>
                <a:lnTo>
                  <a:pt x="489" y="144"/>
                </a:lnTo>
                <a:lnTo>
                  <a:pt x="490" y="145"/>
                </a:lnTo>
                <a:lnTo>
                  <a:pt x="491" y="145"/>
                </a:lnTo>
                <a:lnTo>
                  <a:pt x="492" y="146"/>
                </a:lnTo>
                <a:lnTo>
                  <a:pt x="493" y="146"/>
                </a:lnTo>
                <a:lnTo>
                  <a:pt x="494" y="145"/>
                </a:lnTo>
                <a:lnTo>
                  <a:pt x="495" y="145"/>
                </a:lnTo>
                <a:lnTo>
                  <a:pt x="496" y="145"/>
                </a:lnTo>
                <a:lnTo>
                  <a:pt x="496" y="146"/>
                </a:lnTo>
                <a:lnTo>
                  <a:pt x="496" y="147"/>
                </a:lnTo>
                <a:lnTo>
                  <a:pt x="496" y="148"/>
                </a:lnTo>
                <a:lnTo>
                  <a:pt x="495" y="149"/>
                </a:lnTo>
                <a:lnTo>
                  <a:pt x="494" y="150"/>
                </a:lnTo>
                <a:lnTo>
                  <a:pt x="493" y="150"/>
                </a:lnTo>
                <a:lnTo>
                  <a:pt x="493" y="152"/>
                </a:lnTo>
                <a:lnTo>
                  <a:pt x="494" y="153"/>
                </a:lnTo>
                <a:lnTo>
                  <a:pt x="495" y="153"/>
                </a:lnTo>
                <a:lnTo>
                  <a:pt x="495" y="154"/>
                </a:lnTo>
                <a:lnTo>
                  <a:pt x="496" y="154"/>
                </a:lnTo>
                <a:lnTo>
                  <a:pt x="497" y="153"/>
                </a:lnTo>
                <a:lnTo>
                  <a:pt x="498" y="153"/>
                </a:lnTo>
                <a:lnTo>
                  <a:pt x="499" y="153"/>
                </a:lnTo>
                <a:lnTo>
                  <a:pt x="500" y="152"/>
                </a:lnTo>
                <a:lnTo>
                  <a:pt x="500" y="151"/>
                </a:lnTo>
                <a:lnTo>
                  <a:pt x="501" y="151"/>
                </a:lnTo>
                <a:lnTo>
                  <a:pt x="501" y="150"/>
                </a:lnTo>
                <a:lnTo>
                  <a:pt x="501" y="149"/>
                </a:lnTo>
                <a:lnTo>
                  <a:pt x="502" y="148"/>
                </a:lnTo>
                <a:lnTo>
                  <a:pt x="502" y="147"/>
                </a:lnTo>
                <a:lnTo>
                  <a:pt x="503" y="147"/>
                </a:lnTo>
                <a:lnTo>
                  <a:pt x="503" y="146"/>
                </a:lnTo>
                <a:lnTo>
                  <a:pt x="504" y="145"/>
                </a:lnTo>
                <a:lnTo>
                  <a:pt x="505" y="145"/>
                </a:lnTo>
                <a:lnTo>
                  <a:pt x="507" y="146"/>
                </a:lnTo>
                <a:lnTo>
                  <a:pt x="508" y="147"/>
                </a:lnTo>
                <a:lnTo>
                  <a:pt x="509" y="147"/>
                </a:lnTo>
                <a:lnTo>
                  <a:pt x="510" y="147"/>
                </a:lnTo>
                <a:lnTo>
                  <a:pt x="512" y="146"/>
                </a:lnTo>
                <a:lnTo>
                  <a:pt x="514" y="145"/>
                </a:lnTo>
                <a:lnTo>
                  <a:pt x="515" y="144"/>
                </a:lnTo>
                <a:lnTo>
                  <a:pt x="516" y="143"/>
                </a:lnTo>
                <a:lnTo>
                  <a:pt x="518" y="141"/>
                </a:lnTo>
                <a:lnTo>
                  <a:pt x="519" y="141"/>
                </a:lnTo>
                <a:lnTo>
                  <a:pt x="521" y="141"/>
                </a:lnTo>
                <a:lnTo>
                  <a:pt x="522" y="141"/>
                </a:lnTo>
                <a:lnTo>
                  <a:pt x="524" y="141"/>
                </a:lnTo>
                <a:lnTo>
                  <a:pt x="525" y="142"/>
                </a:lnTo>
                <a:lnTo>
                  <a:pt x="526" y="143"/>
                </a:lnTo>
                <a:lnTo>
                  <a:pt x="527" y="143"/>
                </a:lnTo>
                <a:lnTo>
                  <a:pt x="528" y="143"/>
                </a:lnTo>
                <a:lnTo>
                  <a:pt x="528" y="142"/>
                </a:lnTo>
                <a:lnTo>
                  <a:pt x="528" y="141"/>
                </a:lnTo>
                <a:lnTo>
                  <a:pt x="527" y="140"/>
                </a:lnTo>
                <a:lnTo>
                  <a:pt x="527" y="139"/>
                </a:lnTo>
                <a:lnTo>
                  <a:pt x="528" y="138"/>
                </a:lnTo>
                <a:lnTo>
                  <a:pt x="529" y="138"/>
                </a:lnTo>
                <a:lnTo>
                  <a:pt x="529" y="139"/>
                </a:lnTo>
                <a:lnTo>
                  <a:pt x="529" y="140"/>
                </a:lnTo>
                <a:lnTo>
                  <a:pt x="530" y="140"/>
                </a:lnTo>
                <a:lnTo>
                  <a:pt x="531" y="141"/>
                </a:lnTo>
                <a:lnTo>
                  <a:pt x="531" y="142"/>
                </a:lnTo>
                <a:lnTo>
                  <a:pt x="532" y="142"/>
                </a:lnTo>
                <a:lnTo>
                  <a:pt x="532" y="143"/>
                </a:lnTo>
                <a:lnTo>
                  <a:pt x="533" y="143"/>
                </a:lnTo>
                <a:lnTo>
                  <a:pt x="533" y="144"/>
                </a:lnTo>
                <a:lnTo>
                  <a:pt x="535" y="144"/>
                </a:lnTo>
                <a:lnTo>
                  <a:pt x="535" y="143"/>
                </a:lnTo>
                <a:lnTo>
                  <a:pt x="536" y="143"/>
                </a:lnTo>
                <a:lnTo>
                  <a:pt x="537" y="142"/>
                </a:lnTo>
                <a:lnTo>
                  <a:pt x="537" y="141"/>
                </a:lnTo>
                <a:lnTo>
                  <a:pt x="538" y="139"/>
                </a:lnTo>
                <a:lnTo>
                  <a:pt x="539" y="138"/>
                </a:lnTo>
                <a:lnTo>
                  <a:pt x="539" y="137"/>
                </a:lnTo>
                <a:lnTo>
                  <a:pt x="540" y="135"/>
                </a:lnTo>
                <a:lnTo>
                  <a:pt x="541" y="133"/>
                </a:lnTo>
                <a:lnTo>
                  <a:pt x="541" y="130"/>
                </a:lnTo>
                <a:lnTo>
                  <a:pt x="542" y="129"/>
                </a:lnTo>
                <a:lnTo>
                  <a:pt x="542" y="128"/>
                </a:lnTo>
                <a:lnTo>
                  <a:pt x="542" y="127"/>
                </a:lnTo>
                <a:lnTo>
                  <a:pt x="542" y="126"/>
                </a:lnTo>
                <a:lnTo>
                  <a:pt x="542" y="125"/>
                </a:lnTo>
                <a:lnTo>
                  <a:pt x="541" y="125"/>
                </a:lnTo>
                <a:lnTo>
                  <a:pt x="540" y="125"/>
                </a:lnTo>
                <a:lnTo>
                  <a:pt x="540" y="124"/>
                </a:lnTo>
                <a:lnTo>
                  <a:pt x="539" y="123"/>
                </a:lnTo>
                <a:lnTo>
                  <a:pt x="539" y="122"/>
                </a:lnTo>
                <a:lnTo>
                  <a:pt x="540" y="122"/>
                </a:lnTo>
                <a:lnTo>
                  <a:pt x="541" y="122"/>
                </a:lnTo>
                <a:lnTo>
                  <a:pt x="542" y="122"/>
                </a:lnTo>
                <a:lnTo>
                  <a:pt x="543" y="122"/>
                </a:lnTo>
                <a:lnTo>
                  <a:pt x="544" y="122"/>
                </a:lnTo>
                <a:lnTo>
                  <a:pt x="545" y="121"/>
                </a:lnTo>
                <a:lnTo>
                  <a:pt x="546" y="121"/>
                </a:lnTo>
                <a:lnTo>
                  <a:pt x="547" y="120"/>
                </a:lnTo>
                <a:lnTo>
                  <a:pt x="548" y="120"/>
                </a:lnTo>
                <a:lnTo>
                  <a:pt x="548" y="121"/>
                </a:lnTo>
                <a:lnTo>
                  <a:pt x="549" y="122"/>
                </a:lnTo>
                <a:lnTo>
                  <a:pt x="549" y="123"/>
                </a:lnTo>
                <a:lnTo>
                  <a:pt x="550" y="124"/>
                </a:lnTo>
                <a:lnTo>
                  <a:pt x="551" y="124"/>
                </a:lnTo>
                <a:lnTo>
                  <a:pt x="552" y="123"/>
                </a:lnTo>
                <a:lnTo>
                  <a:pt x="553" y="122"/>
                </a:lnTo>
                <a:lnTo>
                  <a:pt x="554" y="121"/>
                </a:lnTo>
                <a:lnTo>
                  <a:pt x="555" y="120"/>
                </a:lnTo>
                <a:lnTo>
                  <a:pt x="557" y="119"/>
                </a:lnTo>
                <a:lnTo>
                  <a:pt x="558" y="119"/>
                </a:lnTo>
                <a:lnTo>
                  <a:pt x="559" y="118"/>
                </a:lnTo>
                <a:lnTo>
                  <a:pt x="560" y="118"/>
                </a:lnTo>
                <a:lnTo>
                  <a:pt x="561" y="118"/>
                </a:lnTo>
                <a:lnTo>
                  <a:pt x="562" y="117"/>
                </a:lnTo>
                <a:lnTo>
                  <a:pt x="563" y="116"/>
                </a:lnTo>
                <a:lnTo>
                  <a:pt x="563" y="115"/>
                </a:lnTo>
                <a:lnTo>
                  <a:pt x="564" y="114"/>
                </a:lnTo>
                <a:lnTo>
                  <a:pt x="564" y="113"/>
                </a:lnTo>
                <a:lnTo>
                  <a:pt x="564" y="112"/>
                </a:lnTo>
                <a:lnTo>
                  <a:pt x="565" y="111"/>
                </a:lnTo>
                <a:lnTo>
                  <a:pt x="565" y="110"/>
                </a:lnTo>
                <a:lnTo>
                  <a:pt x="566" y="110"/>
                </a:lnTo>
                <a:lnTo>
                  <a:pt x="566" y="109"/>
                </a:lnTo>
                <a:lnTo>
                  <a:pt x="567" y="109"/>
                </a:lnTo>
                <a:lnTo>
                  <a:pt x="568" y="109"/>
                </a:lnTo>
                <a:lnTo>
                  <a:pt x="569" y="109"/>
                </a:lnTo>
                <a:lnTo>
                  <a:pt x="570" y="110"/>
                </a:lnTo>
                <a:lnTo>
                  <a:pt x="570" y="111"/>
                </a:lnTo>
                <a:lnTo>
                  <a:pt x="571" y="111"/>
                </a:lnTo>
                <a:lnTo>
                  <a:pt x="572" y="111"/>
                </a:lnTo>
                <a:lnTo>
                  <a:pt x="573" y="111"/>
                </a:lnTo>
                <a:lnTo>
                  <a:pt x="574" y="111"/>
                </a:lnTo>
                <a:lnTo>
                  <a:pt x="574" y="110"/>
                </a:lnTo>
                <a:lnTo>
                  <a:pt x="575" y="110"/>
                </a:lnTo>
                <a:lnTo>
                  <a:pt x="575" y="109"/>
                </a:lnTo>
                <a:lnTo>
                  <a:pt x="576" y="109"/>
                </a:lnTo>
                <a:lnTo>
                  <a:pt x="576" y="110"/>
                </a:lnTo>
                <a:lnTo>
                  <a:pt x="577" y="110"/>
                </a:lnTo>
                <a:lnTo>
                  <a:pt x="578" y="110"/>
                </a:lnTo>
                <a:lnTo>
                  <a:pt x="578" y="111"/>
                </a:lnTo>
                <a:lnTo>
                  <a:pt x="579" y="111"/>
                </a:lnTo>
                <a:lnTo>
                  <a:pt x="578" y="111"/>
                </a:lnTo>
                <a:lnTo>
                  <a:pt x="578" y="112"/>
                </a:lnTo>
                <a:lnTo>
                  <a:pt x="577" y="113"/>
                </a:lnTo>
                <a:lnTo>
                  <a:pt x="576" y="113"/>
                </a:lnTo>
                <a:lnTo>
                  <a:pt x="576" y="114"/>
                </a:lnTo>
                <a:lnTo>
                  <a:pt x="577" y="114"/>
                </a:lnTo>
                <a:lnTo>
                  <a:pt x="578" y="114"/>
                </a:lnTo>
                <a:lnTo>
                  <a:pt x="579" y="114"/>
                </a:lnTo>
                <a:lnTo>
                  <a:pt x="580" y="114"/>
                </a:lnTo>
                <a:lnTo>
                  <a:pt x="580" y="115"/>
                </a:lnTo>
                <a:lnTo>
                  <a:pt x="580" y="116"/>
                </a:lnTo>
                <a:lnTo>
                  <a:pt x="579" y="117"/>
                </a:lnTo>
                <a:lnTo>
                  <a:pt x="579" y="116"/>
                </a:lnTo>
                <a:lnTo>
                  <a:pt x="578" y="116"/>
                </a:lnTo>
                <a:lnTo>
                  <a:pt x="578" y="118"/>
                </a:lnTo>
                <a:lnTo>
                  <a:pt x="579" y="118"/>
                </a:lnTo>
                <a:lnTo>
                  <a:pt x="579" y="119"/>
                </a:lnTo>
                <a:lnTo>
                  <a:pt x="580" y="119"/>
                </a:lnTo>
                <a:lnTo>
                  <a:pt x="580" y="118"/>
                </a:lnTo>
                <a:lnTo>
                  <a:pt x="581" y="118"/>
                </a:lnTo>
                <a:lnTo>
                  <a:pt x="581" y="119"/>
                </a:lnTo>
                <a:lnTo>
                  <a:pt x="581" y="120"/>
                </a:lnTo>
                <a:lnTo>
                  <a:pt x="580" y="120"/>
                </a:lnTo>
                <a:lnTo>
                  <a:pt x="579" y="121"/>
                </a:lnTo>
                <a:lnTo>
                  <a:pt x="579" y="122"/>
                </a:lnTo>
                <a:lnTo>
                  <a:pt x="580" y="122"/>
                </a:lnTo>
                <a:lnTo>
                  <a:pt x="581" y="122"/>
                </a:lnTo>
                <a:lnTo>
                  <a:pt x="581" y="123"/>
                </a:lnTo>
                <a:lnTo>
                  <a:pt x="581" y="124"/>
                </a:lnTo>
                <a:lnTo>
                  <a:pt x="581" y="125"/>
                </a:lnTo>
                <a:lnTo>
                  <a:pt x="581" y="126"/>
                </a:lnTo>
                <a:lnTo>
                  <a:pt x="582" y="126"/>
                </a:lnTo>
                <a:lnTo>
                  <a:pt x="583" y="126"/>
                </a:lnTo>
                <a:lnTo>
                  <a:pt x="583" y="127"/>
                </a:lnTo>
                <a:lnTo>
                  <a:pt x="583" y="128"/>
                </a:lnTo>
                <a:lnTo>
                  <a:pt x="584" y="128"/>
                </a:lnTo>
                <a:lnTo>
                  <a:pt x="584" y="129"/>
                </a:lnTo>
                <a:lnTo>
                  <a:pt x="584" y="130"/>
                </a:lnTo>
                <a:lnTo>
                  <a:pt x="584" y="131"/>
                </a:lnTo>
                <a:lnTo>
                  <a:pt x="584" y="132"/>
                </a:lnTo>
                <a:lnTo>
                  <a:pt x="584" y="133"/>
                </a:lnTo>
                <a:lnTo>
                  <a:pt x="584" y="134"/>
                </a:lnTo>
                <a:lnTo>
                  <a:pt x="584" y="135"/>
                </a:lnTo>
                <a:lnTo>
                  <a:pt x="584" y="136"/>
                </a:lnTo>
                <a:lnTo>
                  <a:pt x="583" y="137"/>
                </a:lnTo>
                <a:lnTo>
                  <a:pt x="583" y="138"/>
                </a:lnTo>
                <a:lnTo>
                  <a:pt x="583" y="139"/>
                </a:lnTo>
                <a:lnTo>
                  <a:pt x="583" y="140"/>
                </a:lnTo>
                <a:lnTo>
                  <a:pt x="583" y="141"/>
                </a:lnTo>
                <a:lnTo>
                  <a:pt x="584" y="142"/>
                </a:lnTo>
                <a:lnTo>
                  <a:pt x="585" y="143"/>
                </a:lnTo>
                <a:lnTo>
                  <a:pt x="586" y="143"/>
                </a:lnTo>
                <a:lnTo>
                  <a:pt x="586" y="144"/>
                </a:lnTo>
                <a:lnTo>
                  <a:pt x="586" y="143"/>
                </a:lnTo>
                <a:lnTo>
                  <a:pt x="587" y="143"/>
                </a:lnTo>
                <a:lnTo>
                  <a:pt x="588" y="143"/>
                </a:lnTo>
                <a:lnTo>
                  <a:pt x="588" y="144"/>
                </a:lnTo>
                <a:lnTo>
                  <a:pt x="588" y="145"/>
                </a:lnTo>
                <a:lnTo>
                  <a:pt x="587" y="146"/>
                </a:lnTo>
                <a:lnTo>
                  <a:pt x="588" y="146"/>
                </a:lnTo>
                <a:lnTo>
                  <a:pt x="589" y="146"/>
                </a:lnTo>
                <a:lnTo>
                  <a:pt x="590" y="146"/>
                </a:lnTo>
                <a:lnTo>
                  <a:pt x="590" y="147"/>
                </a:lnTo>
                <a:lnTo>
                  <a:pt x="591" y="148"/>
                </a:lnTo>
                <a:lnTo>
                  <a:pt x="592" y="148"/>
                </a:lnTo>
                <a:lnTo>
                  <a:pt x="592" y="149"/>
                </a:lnTo>
                <a:lnTo>
                  <a:pt x="593" y="149"/>
                </a:lnTo>
                <a:lnTo>
                  <a:pt x="593" y="150"/>
                </a:lnTo>
                <a:lnTo>
                  <a:pt x="594" y="150"/>
                </a:lnTo>
                <a:lnTo>
                  <a:pt x="594" y="151"/>
                </a:lnTo>
                <a:lnTo>
                  <a:pt x="593" y="151"/>
                </a:lnTo>
                <a:lnTo>
                  <a:pt x="593" y="152"/>
                </a:lnTo>
                <a:lnTo>
                  <a:pt x="594" y="153"/>
                </a:lnTo>
                <a:lnTo>
                  <a:pt x="595" y="153"/>
                </a:lnTo>
                <a:lnTo>
                  <a:pt x="596" y="153"/>
                </a:lnTo>
                <a:lnTo>
                  <a:pt x="596" y="152"/>
                </a:lnTo>
                <a:lnTo>
                  <a:pt x="595" y="152"/>
                </a:lnTo>
                <a:lnTo>
                  <a:pt x="595" y="151"/>
                </a:lnTo>
                <a:lnTo>
                  <a:pt x="595" y="152"/>
                </a:lnTo>
                <a:lnTo>
                  <a:pt x="596" y="152"/>
                </a:lnTo>
                <a:lnTo>
                  <a:pt x="596" y="151"/>
                </a:lnTo>
                <a:lnTo>
                  <a:pt x="597" y="151"/>
                </a:lnTo>
                <a:lnTo>
                  <a:pt x="598" y="151"/>
                </a:lnTo>
                <a:lnTo>
                  <a:pt x="599" y="151"/>
                </a:lnTo>
                <a:lnTo>
                  <a:pt x="599" y="152"/>
                </a:lnTo>
                <a:lnTo>
                  <a:pt x="599" y="153"/>
                </a:lnTo>
                <a:lnTo>
                  <a:pt x="600" y="153"/>
                </a:lnTo>
                <a:lnTo>
                  <a:pt x="598" y="154"/>
                </a:lnTo>
                <a:lnTo>
                  <a:pt x="598" y="155"/>
                </a:lnTo>
                <a:lnTo>
                  <a:pt x="599" y="154"/>
                </a:lnTo>
                <a:lnTo>
                  <a:pt x="599" y="155"/>
                </a:lnTo>
                <a:lnTo>
                  <a:pt x="600" y="155"/>
                </a:lnTo>
                <a:lnTo>
                  <a:pt x="600" y="154"/>
                </a:lnTo>
                <a:lnTo>
                  <a:pt x="601" y="154"/>
                </a:lnTo>
                <a:lnTo>
                  <a:pt x="602" y="154"/>
                </a:lnTo>
                <a:lnTo>
                  <a:pt x="602" y="155"/>
                </a:lnTo>
                <a:lnTo>
                  <a:pt x="603" y="154"/>
                </a:lnTo>
                <a:lnTo>
                  <a:pt x="604" y="154"/>
                </a:lnTo>
                <a:lnTo>
                  <a:pt x="604" y="155"/>
                </a:lnTo>
                <a:lnTo>
                  <a:pt x="604" y="156"/>
                </a:lnTo>
                <a:lnTo>
                  <a:pt x="604" y="157"/>
                </a:lnTo>
                <a:lnTo>
                  <a:pt x="604" y="158"/>
                </a:lnTo>
                <a:lnTo>
                  <a:pt x="604" y="159"/>
                </a:lnTo>
                <a:lnTo>
                  <a:pt x="605" y="160"/>
                </a:lnTo>
                <a:lnTo>
                  <a:pt x="606" y="160"/>
                </a:lnTo>
                <a:lnTo>
                  <a:pt x="606" y="161"/>
                </a:lnTo>
                <a:lnTo>
                  <a:pt x="606" y="160"/>
                </a:lnTo>
                <a:lnTo>
                  <a:pt x="607" y="160"/>
                </a:lnTo>
                <a:lnTo>
                  <a:pt x="608" y="160"/>
                </a:lnTo>
                <a:lnTo>
                  <a:pt x="609" y="160"/>
                </a:lnTo>
                <a:lnTo>
                  <a:pt x="610" y="160"/>
                </a:lnTo>
                <a:lnTo>
                  <a:pt x="611" y="161"/>
                </a:lnTo>
                <a:lnTo>
                  <a:pt x="612" y="161"/>
                </a:lnTo>
                <a:lnTo>
                  <a:pt x="612" y="160"/>
                </a:lnTo>
                <a:lnTo>
                  <a:pt x="613" y="160"/>
                </a:lnTo>
                <a:lnTo>
                  <a:pt x="613" y="161"/>
                </a:lnTo>
                <a:lnTo>
                  <a:pt x="613" y="162"/>
                </a:lnTo>
                <a:lnTo>
                  <a:pt x="614" y="162"/>
                </a:lnTo>
                <a:lnTo>
                  <a:pt x="614" y="163"/>
                </a:lnTo>
                <a:lnTo>
                  <a:pt x="615" y="163"/>
                </a:lnTo>
                <a:lnTo>
                  <a:pt x="615" y="162"/>
                </a:lnTo>
                <a:lnTo>
                  <a:pt x="616" y="162"/>
                </a:lnTo>
                <a:lnTo>
                  <a:pt x="616" y="163"/>
                </a:lnTo>
                <a:lnTo>
                  <a:pt x="617" y="163"/>
                </a:lnTo>
                <a:lnTo>
                  <a:pt x="617" y="164"/>
                </a:lnTo>
                <a:lnTo>
                  <a:pt x="619" y="164"/>
                </a:lnTo>
                <a:lnTo>
                  <a:pt x="619" y="165"/>
                </a:lnTo>
                <a:lnTo>
                  <a:pt x="620" y="165"/>
                </a:lnTo>
                <a:lnTo>
                  <a:pt x="620" y="166"/>
                </a:lnTo>
                <a:lnTo>
                  <a:pt x="621" y="166"/>
                </a:lnTo>
                <a:lnTo>
                  <a:pt x="622" y="166"/>
                </a:lnTo>
                <a:lnTo>
                  <a:pt x="623" y="165"/>
                </a:lnTo>
                <a:lnTo>
                  <a:pt x="624" y="165"/>
                </a:lnTo>
                <a:lnTo>
                  <a:pt x="625" y="165"/>
                </a:lnTo>
                <a:lnTo>
                  <a:pt x="626" y="165"/>
                </a:lnTo>
                <a:lnTo>
                  <a:pt x="627" y="165"/>
                </a:lnTo>
                <a:lnTo>
                  <a:pt x="628" y="165"/>
                </a:lnTo>
                <a:lnTo>
                  <a:pt x="629" y="165"/>
                </a:lnTo>
                <a:lnTo>
                  <a:pt x="630" y="165"/>
                </a:lnTo>
                <a:lnTo>
                  <a:pt x="631" y="164"/>
                </a:lnTo>
                <a:lnTo>
                  <a:pt x="632" y="164"/>
                </a:lnTo>
                <a:lnTo>
                  <a:pt x="632" y="165"/>
                </a:lnTo>
                <a:lnTo>
                  <a:pt x="631" y="166"/>
                </a:lnTo>
                <a:lnTo>
                  <a:pt x="632" y="166"/>
                </a:lnTo>
                <a:lnTo>
                  <a:pt x="631" y="166"/>
                </a:lnTo>
                <a:lnTo>
                  <a:pt x="631" y="167"/>
                </a:lnTo>
                <a:lnTo>
                  <a:pt x="630" y="168"/>
                </a:lnTo>
                <a:lnTo>
                  <a:pt x="630" y="169"/>
                </a:lnTo>
                <a:lnTo>
                  <a:pt x="631" y="168"/>
                </a:lnTo>
                <a:lnTo>
                  <a:pt x="632" y="168"/>
                </a:lnTo>
                <a:lnTo>
                  <a:pt x="633" y="167"/>
                </a:lnTo>
                <a:lnTo>
                  <a:pt x="634" y="167"/>
                </a:lnTo>
                <a:lnTo>
                  <a:pt x="634" y="168"/>
                </a:lnTo>
                <a:lnTo>
                  <a:pt x="633" y="168"/>
                </a:lnTo>
                <a:lnTo>
                  <a:pt x="633" y="169"/>
                </a:lnTo>
                <a:lnTo>
                  <a:pt x="634" y="170"/>
                </a:lnTo>
                <a:lnTo>
                  <a:pt x="635" y="170"/>
                </a:lnTo>
                <a:lnTo>
                  <a:pt x="635" y="169"/>
                </a:lnTo>
                <a:lnTo>
                  <a:pt x="636" y="169"/>
                </a:lnTo>
                <a:lnTo>
                  <a:pt x="636" y="170"/>
                </a:lnTo>
                <a:lnTo>
                  <a:pt x="637" y="170"/>
                </a:lnTo>
                <a:lnTo>
                  <a:pt x="638" y="170"/>
                </a:lnTo>
                <a:lnTo>
                  <a:pt x="638" y="169"/>
                </a:lnTo>
                <a:lnTo>
                  <a:pt x="639" y="168"/>
                </a:lnTo>
                <a:lnTo>
                  <a:pt x="640" y="167"/>
                </a:lnTo>
                <a:lnTo>
                  <a:pt x="641" y="167"/>
                </a:lnTo>
                <a:lnTo>
                  <a:pt x="641" y="168"/>
                </a:lnTo>
                <a:lnTo>
                  <a:pt x="642" y="168"/>
                </a:lnTo>
                <a:lnTo>
                  <a:pt x="643" y="167"/>
                </a:lnTo>
                <a:lnTo>
                  <a:pt x="644" y="168"/>
                </a:lnTo>
                <a:lnTo>
                  <a:pt x="645" y="168"/>
                </a:lnTo>
                <a:lnTo>
                  <a:pt x="646" y="167"/>
                </a:lnTo>
                <a:lnTo>
                  <a:pt x="646" y="168"/>
                </a:lnTo>
                <a:lnTo>
                  <a:pt x="647" y="168"/>
                </a:lnTo>
                <a:lnTo>
                  <a:pt x="647" y="169"/>
                </a:lnTo>
                <a:lnTo>
                  <a:pt x="647" y="170"/>
                </a:lnTo>
                <a:lnTo>
                  <a:pt x="648" y="170"/>
                </a:lnTo>
                <a:lnTo>
                  <a:pt x="648" y="171"/>
                </a:lnTo>
                <a:lnTo>
                  <a:pt x="649" y="171"/>
                </a:lnTo>
                <a:lnTo>
                  <a:pt x="649" y="170"/>
                </a:lnTo>
                <a:lnTo>
                  <a:pt x="650" y="171"/>
                </a:lnTo>
                <a:lnTo>
                  <a:pt x="651" y="171"/>
                </a:lnTo>
                <a:lnTo>
                  <a:pt x="651" y="170"/>
                </a:lnTo>
                <a:lnTo>
                  <a:pt x="651" y="169"/>
                </a:lnTo>
                <a:lnTo>
                  <a:pt x="652" y="169"/>
                </a:lnTo>
                <a:lnTo>
                  <a:pt x="652" y="170"/>
                </a:lnTo>
                <a:lnTo>
                  <a:pt x="653" y="170"/>
                </a:lnTo>
                <a:lnTo>
                  <a:pt x="654" y="170"/>
                </a:lnTo>
                <a:lnTo>
                  <a:pt x="655" y="169"/>
                </a:lnTo>
                <a:lnTo>
                  <a:pt x="656" y="169"/>
                </a:lnTo>
                <a:lnTo>
                  <a:pt x="657" y="170"/>
                </a:lnTo>
                <a:lnTo>
                  <a:pt x="659" y="171"/>
                </a:lnTo>
                <a:lnTo>
                  <a:pt x="659" y="170"/>
                </a:lnTo>
                <a:lnTo>
                  <a:pt x="659" y="169"/>
                </a:lnTo>
                <a:lnTo>
                  <a:pt x="660" y="169"/>
                </a:lnTo>
                <a:lnTo>
                  <a:pt x="660" y="168"/>
                </a:lnTo>
                <a:lnTo>
                  <a:pt x="661" y="168"/>
                </a:lnTo>
                <a:lnTo>
                  <a:pt x="662" y="168"/>
                </a:lnTo>
                <a:lnTo>
                  <a:pt x="663" y="166"/>
                </a:lnTo>
                <a:lnTo>
                  <a:pt x="664" y="167"/>
                </a:lnTo>
                <a:lnTo>
                  <a:pt x="665" y="167"/>
                </a:lnTo>
                <a:lnTo>
                  <a:pt x="665" y="168"/>
                </a:lnTo>
                <a:lnTo>
                  <a:pt x="665" y="167"/>
                </a:lnTo>
                <a:lnTo>
                  <a:pt x="666" y="167"/>
                </a:lnTo>
                <a:lnTo>
                  <a:pt x="667" y="166"/>
                </a:lnTo>
                <a:lnTo>
                  <a:pt x="668" y="167"/>
                </a:lnTo>
                <a:lnTo>
                  <a:pt x="668" y="168"/>
                </a:lnTo>
                <a:lnTo>
                  <a:pt x="670" y="167"/>
                </a:lnTo>
                <a:lnTo>
                  <a:pt x="670" y="166"/>
                </a:lnTo>
                <a:lnTo>
                  <a:pt x="669" y="166"/>
                </a:lnTo>
                <a:lnTo>
                  <a:pt x="669" y="165"/>
                </a:lnTo>
                <a:lnTo>
                  <a:pt x="670" y="165"/>
                </a:lnTo>
                <a:lnTo>
                  <a:pt x="671" y="165"/>
                </a:lnTo>
                <a:lnTo>
                  <a:pt x="672" y="165"/>
                </a:lnTo>
                <a:lnTo>
                  <a:pt x="672" y="164"/>
                </a:lnTo>
                <a:lnTo>
                  <a:pt x="671" y="164"/>
                </a:lnTo>
                <a:lnTo>
                  <a:pt x="671" y="163"/>
                </a:lnTo>
                <a:lnTo>
                  <a:pt x="671" y="162"/>
                </a:lnTo>
                <a:lnTo>
                  <a:pt x="671" y="161"/>
                </a:lnTo>
                <a:lnTo>
                  <a:pt x="672" y="161"/>
                </a:lnTo>
                <a:lnTo>
                  <a:pt x="673" y="162"/>
                </a:lnTo>
                <a:lnTo>
                  <a:pt x="674" y="162"/>
                </a:lnTo>
                <a:lnTo>
                  <a:pt x="675" y="162"/>
                </a:lnTo>
                <a:lnTo>
                  <a:pt x="675" y="161"/>
                </a:lnTo>
                <a:lnTo>
                  <a:pt x="675" y="160"/>
                </a:lnTo>
                <a:lnTo>
                  <a:pt x="674" y="160"/>
                </a:lnTo>
                <a:lnTo>
                  <a:pt x="673" y="160"/>
                </a:lnTo>
                <a:lnTo>
                  <a:pt x="673" y="159"/>
                </a:lnTo>
                <a:lnTo>
                  <a:pt x="674" y="159"/>
                </a:lnTo>
                <a:lnTo>
                  <a:pt x="675" y="159"/>
                </a:lnTo>
                <a:lnTo>
                  <a:pt x="675" y="158"/>
                </a:lnTo>
                <a:lnTo>
                  <a:pt x="674" y="157"/>
                </a:lnTo>
                <a:lnTo>
                  <a:pt x="674" y="156"/>
                </a:lnTo>
                <a:lnTo>
                  <a:pt x="675" y="155"/>
                </a:lnTo>
                <a:lnTo>
                  <a:pt x="676" y="156"/>
                </a:lnTo>
                <a:lnTo>
                  <a:pt x="676" y="157"/>
                </a:lnTo>
                <a:lnTo>
                  <a:pt x="676" y="158"/>
                </a:lnTo>
                <a:lnTo>
                  <a:pt x="677" y="158"/>
                </a:lnTo>
                <a:lnTo>
                  <a:pt x="677" y="157"/>
                </a:lnTo>
                <a:lnTo>
                  <a:pt x="678" y="157"/>
                </a:lnTo>
                <a:lnTo>
                  <a:pt x="679" y="157"/>
                </a:lnTo>
                <a:lnTo>
                  <a:pt x="679" y="156"/>
                </a:lnTo>
                <a:lnTo>
                  <a:pt x="680" y="155"/>
                </a:lnTo>
                <a:lnTo>
                  <a:pt x="680" y="154"/>
                </a:lnTo>
                <a:lnTo>
                  <a:pt x="681" y="154"/>
                </a:lnTo>
                <a:lnTo>
                  <a:pt x="682" y="155"/>
                </a:lnTo>
                <a:lnTo>
                  <a:pt x="683" y="155"/>
                </a:lnTo>
                <a:lnTo>
                  <a:pt x="684" y="155"/>
                </a:lnTo>
                <a:lnTo>
                  <a:pt x="684" y="154"/>
                </a:lnTo>
                <a:lnTo>
                  <a:pt x="684" y="153"/>
                </a:lnTo>
                <a:lnTo>
                  <a:pt x="684" y="152"/>
                </a:lnTo>
                <a:lnTo>
                  <a:pt x="685" y="152"/>
                </a:lnTo>
                <a:lnTo>
                  <a:pt x="685" y="151"/>
                </a:lnTo>
                <a:lnTo>
                  <a:pt x="685" y="150"/>
                </a:lnTo>
                <a:lnTo>
                  <a:pt x="686" y="150"/>
                </a:lnTo>
                <a:lnTo>
                  <a:pt x="686" y="149"/>
                </a:lnTo>
                <a:lnTo>
                  <a:pt x="687" y="149"/>
                </a:lnTo>
                <a:lnTo>
                  <a:pt x="687" y="148"/>
                </a:lnTo>
                <a:lnTo>
                  <a:pt x="687" y="147"/>
                </a:lnTo>
                <a:lnTo>
                  <a:pt x="688" y="147"/>
                </a:lnTo>
                <a:lnTo>
                  <a:pt x="688" y="146"/>
                </a:lnTo>
                <a:lnTo>
                  <a:pt x="690" y="145"/>
                </a:lnTo>
                <a:lnTo>
                  <a:pt x="690" y="144"/>
                </a:lnTo>
                <a:lnTo>
                  <a:pt x="690" y="143"/>
                </a:lnTo>
                <a:lnTo>
                  <a:pt x="691" y="143"/>
                </a:lnTo>
                <a:lnTo>
                  <a:pt x="691" y="144"/>
                </a:lnTo>
                <a:lnTo>
                  <a:pt x="692" y="145"/>
                </a:lnTo>
                <a:lnTo>
                  <a:pt x="693" y="145"/>
                </a:lnTo>
                <a:lnTo>
                  <a:pt x="694" y="144"/>
                </a:lnTo>
                <a:lnTo>
                  <a:pt x="695" y="143"/>
                </a:lnTo>
                <a:lnTo>
                  <a:pt x="695" y="142"/>
                </a:lnTo>
                <a:lnTo>
                  <a:pt x="696" y="142"/>
                </a:lnTo>
                <a:lnTo>
                  <a:pt x="697" y="142"/>
                </a:lnTo>
                <a:lnTo>
                  <a:pt x="698" y="141"/>
                </a:lnTo>
                <a:lnTo>
                  <a:pt x="699" y="141"/>
                </a:lnTo>
                <a:lnTo>
                  <a:pt x="700" y="141"/>
                </a:lnTo>
                <a:lnTo>
                  <a:pt x="700" y="140"/>
                </a:lnTo>
                <a:lnTo>
                  <a:pt x="701" y="139"/>
                </a:lnTo>
                <a:lnTo>
                  <a:pt x="702" y="139"/>
                </a:lnTo>
                <a:lnTo>
                  <a:pt x="703" y="139"/>
                </a:lnTo>
                <a:lnTo>
                  <a:pt x="703" y="138"/>
                </a:lnTo>
                <a:lnTo>
                  <a:pt x="703" y="137"/>
                </a:lnTo>
                <a:lnTo>
                  <a:pt x="704" y="137"/>
                </a:lnTo>
                <a:lnTo>
                  <a:pt x="705" y="137"/>
                </a:lnTo>
                <a:lnTo>
                  <a:pt x="706" y="138"/>
                </a:lnTo>
                <a:lnTo>
                  <a:pt x="707" y="138"/>
                </a:lnTo>
                <a:lnTo>
                  <a:pt x="708" y="138"/>
                </a:lnTo>
                <a:lnTo>
                  <a:pt x="708" y="137"/>
                </a:lnTo>
                <a:lnTo>
                  <a:pt x="708" y="136"/>
                </a:lnTo>
                <a:lnTo>
                  <a:pt x="709" y="136"/>
                </a:lnTo>
                <a:lnTo>
                  <a:pt x="710" y="135"/>
                </a:lnTo>
                <a:lnTo>
                  <a:pt x="711" y="135"/>
                </a:lnTo>
                <a:lnTo>
                  <a:pt x="712" y="135"/>
                </a:lnTo>
                <a:lnTo>
                  <a:pt x="714" y="135"/>
                </a:lnTo>
                <a:lnTo>
                  <a:pt x="714" y="136"/>
                </a:lnTo>
                <a:lnTo>
                  <a:pt x="714" y="137"/>
                </a:lnTo>
                <a:lnTo>
                  <a:pt x="714" y="138"/>
                </a:lnTo>
                <a:lnTo>
                  <a:pt x="715" y="138"/>
                </a:lnTo>
                <a:lnTo>
                  <a:pt x="715" y="137"/>
                </a:lnTo>
                <a:lnTo>
                  <a:pt x="715" y="136"/>
                </a:lnTo>
                <a:lnTo>
                  <a:pt x="716" y="136"/>
                </a:lnTo>
                <a:lnTo>
                  <a:pt x="716" y="137"/>
                </a:lnTo>
                <a:lnTo>
                  <a:pt x="717" y="136"/>
                </a:lnTo>
                <a:lnTo>
                  <a:pt x="719" y="137"/>
                </a:lnTo>
                <a:lnTo>
                  <a:pt x="720" y="138"/>
                </a:lnTo>
                <a:lnTo>
                  <a:pt x="722" y="138"/>
                </a:lnTo>
                <a:lnTo>
                  <a:pt x="723" y="139"/>
                </a:lnTo>
                <a:lnTo>
                  <a:pt x="722" y="140"/>
                </a:lnTo>
                <a:lnTo>
                  <a:pt x="722" y="141"/>
                </a:lnTo>
                <a:lnTo>
                  <a:pt x="723" y="141"/>
                </a:lnTo>
                <a:lnTo>
                  <a:pt x="725" y="141"/>
                </a:lnTo>
                <a:lnTo>
                  <a:pt x="726" y="142"/>
                </a:lnTo>
                <a:lnTo>
                  <a:pt x="726" y="143"/>
                </a:lnTo>
                <a:lnTo>
                  <a:pt x="727" y="143"/>
                </a:lnTo>
                <a:lnTo>
                  <a:pt x="728" y="143"/>
                </a:lnTo>
                <a:lnTo>
                  <a:pt x="729" y="144"/>
                </a:lnTo>
                <a:lnTo>
                  <a:pt x="730" y="144"/>
                </a:lnTo>
                <a:lnTo>
                  <a:pt x="731" y="144"/>
                </a:lnTo>
                <a:lnTo>
                  <a:pt x="732" y="144"/>
                </a:lnTo>
                <a:lnTo>
                  <a:pt x="733" y="144"/>
                </a:lnTo>
                <a:lnTo>
                  <a:pt x="733" y="143"/>
                </a:lnTo>
                <a:lnTo>
                  <a:pt x="735" y="143"/>
                </a:lnTo>
                <a:lnTo>
                  <a:pt x="736" y="143"/>
                </a:lnTo>
                <a:lnTo>
                  <a:pt x="736" y="144"/>
                </a:lnTo>
                <a:lnTo>
                  <a:pt x="736" y="145"/>
                </a:lnTo>
                <a:lnTo>
                  <a:pt x="737" y="145"/>
                </a:lnTo>
                <a:lnTo>
                  <a:pt x="738" y="145"/>
                </a:lnTo>
                <a:lnTo>
                  <a:pt x="739" y="145"/>
                </a:lnTo>
                <a:lnTo>
                  <a:pt x="739" y="144"/>
                </a:lnTo>
                <a:lnTo>
                  <a:pt x="741" y="144"/>
                </a:lnTo>
                <a:lnTo>
                  <a:pt x="741" y="145"/>
                </a:lnTo>
                <a:lnTo>
                  <a:pt x="742" y="146"/>
                </a:lnTo>
                <a:lnTo>
                  <a:pt x="743" y="146"/>
                </a:lnTo>
                <a:lnTo>
                  <a:pt x="744" y="146"/>
                </a:lnTo>
                <a:lnTo>
                  <a:pt x="745" y="147"/>
                </a:lnTo>
                <a:lnTo>
                  <a:pt x="745" y="148"/>
                </a:lnTo>
                <a:lnTo>
                  <a:pt x="745" y="149"/>
                </a:lnTo>
                <a:lnTo>
                  <a:pt x="746" y="150"/>
                </a:lnTo>
                <a:lnTo>
                  <a:pt x="746" y="151"/>
                </a:lnTo>
                <a:lnTo>
                  <a:pt x="747" y="151"/>
                </a:lnTo>
                <a:lnTo>
                  <a:pt x="747" y="152"/>
                </a:lnTo>
                <a:lnTo>
                  <a:pt x="747" y="151"/>
                </a:lnTo>
                <a:lnTo>
                  <a:pt x="748" y="151"/>
                </a:lnTo>
                <a:lnTo>
                  <a:pt x="748" y="150"/>
                </a:lnTo>
                <a:lnTo>
                  <a:pt x="749" y="150"/>
                </a:lnTo>
                <a:lnTo>
                  <a:pt x="749" y="151"/>
                </a:lnTo>
                <a:lnTo>
                  <a:pt x="750" y="150"/>
                </a:lnTo>
                <a:lnTo>
                  <a:pt x="750" y="148"/>
                </a:lnTo>
                <a:lnTo>
                  <a:pt x="751" y="148"/>
                </a:lnTo>
                <a:lnTo>
                  <a:pt x="752" y="148"/>
                </a:lnTo>
                <a:lnTo>
                  <a:pt x="752" y="149"/>
                </a:lnTo>
                <a:lnTo>
                  <a:pt x="753" y="151"/>
                </a:lnTo>
                <a:lnTo>
                  <a:pt x="754" y="151"/>
                </a:lnTo>
                <a:lnTo>
                  <a:pt x="754" y="150"/>
                </a:lnTo>
                <a:lnTo>
                  <a:pt x="754" y="149"/>
                </a:lnTo>
                <a:lnTo>
                  <a:pt x="755" y="148"/>
                </a:lnTo>
                <a:lnTo>
                  <a:pt x="756" y="148"/>
                </a:lnTo>
                <a:lnTo>
                  <a:pt x="757" y="148"/>
                </a:lnTo>
                <a:lnTo>
                  <a:pt x="758" y="148"/>
                </a:lnTo>
                <a:lnTo>
                  <a:pt x="759" y="147"/>
                </a:lnTo>
                <a:lnTo>
                  <a:pt x="762" y="147"/>
                </a:lnTo>
                <a:lnTo>
                  <a:pt x="763" y="146"/>
                </a:lnTo>
                <a:lnTo>
                  <a:pt x="764" y="146"/>
                </a:lnTo>
                <a:lnTo>
                  <a:pt x="765" y="146"/>
                </a:lnTo>
                <a:lnTo>
                  <a:pt x="767" y="147"/>
                </a:lnTo>
                <a:lnTo>
                  <a:pt x="767" y="146"/>
                </a:lnTo>
                <a:lnTo>
                  <a:pt x="768" y="146"/>
                </a:lnTo>
                <a:lnTo>
                  <a:pt x="769" y="146"/>
                </a:lnTo>
                <a:lnTo>
                  <a:pt x="769" y="145"/>
                </a:lnTo>
                <a:lnTo>
                  <a:pt x="770" y="145"/>
                </a:lnTo>
                <a:lnTo>
                  <a:pt x="770" y="146"/>
                </a:lnTo>
                <a:lnTo>
                  <a:pt x="771" y="146"/>
                </a:lnTo>
                <a:lnTo>
                  <a:pt x="771" y="147"/>
                </a:lnTo>
                <a:lnTo>
                  <a:pt x="770" y="147"/>
                </a:lnTo>
                <a:lnTo>
                  <a:pt x="770" y="148"/>
                </a:lnTo>
                <a:lnTo>
                  <a:pt x="770" y="149"/>
                </a:lnTo>
                <a:lnTo>
                  <a:pt x="771" y="149"/>
                </a:lnTo>
                <a:lnTo>
                  <a:pt x="772" y="149"/>
                </a:lnTo>
                <a:lnTo>
                  <a:pt x="772" y="150"/>
                </a:lnTo>
                <a:lnTo>
                  <a:pt x="773" y="150"/>
                </a:lnTo>
                <a:lnTo>
                  <a:pt x="773" y="151"/>
                </a:lnTo>
                <a:lnTo>
                  <a:pt x="774" y="151"/>
                </a:lnTo>
                <a:lnTo>
                  <a:pt x="774" y="152"/>
                </a:lnTo>
                <a:lnTo>
                  <a:pt x="774" y="153"/>
                </a:lnTo>
                <a:lnTo>
                  <a:pt x="774" y="154"/>
                </a:lnTo>
                <a:lnTo>
                  <a:pt x="774" y="156"/>
                </a:lnTo>
                <a:lnTo>
                  <a:pt x="774" y="158"/>
                </a:lnTo>
                <a:lnTo>
                  <a:pt x="775" y="159"/>
                </a:lnTo>
                <a:lnTo>
                  <a:pt x="776" y="159"/>
                </a:lnTo>
                <a:lnTo>
                  <a:pt x="777" y="159"/>
                </a:lnTo>
                <a:lnTo>
                  <a:pt x="779" y="161"/>
                </a:lnTo>
                <a:lnTo>
                  <a:pt x="780" y="162"/>
                </a:lnTo>
                <a:lnTo>
                  <a:pt x="780" y="163"/>
                </a:lnTo>
                <a:lnTo>
                  <a:pt x="781" y="164"/>
                </a:lnTo>
                <a:lnTo>
                  <a:pt x="782" y="164"/>
                </a:lnTo>
                <a:lnTo>
                  <a:pt x="782" y="166"/>
                </a:lnTo>
                <a:lnTo>
                  <a:pt x="783" y="166"/>
                </a:lnTo>
                <a:lnTo>
                  <a:pt x="784" y="167"/>
                </a:lnTo>
                <a:lnTo>
                  <a:pt x="785" y="167"/>
                </a:lnTo>
                <a:lnTo>
                  <a:pt x="786" y="167"/>
                </a:lnTo>
                <a:lnTo>
                  <a:pt x="786" y="168"/>
                </a:lnTo>
                <a:lnTo>
                  <a:pt x="787" y="169"/>
                </a:lnTo>
                <a:lnTo>
                  <a:pt x="788" y="169"/>
                </a:lnTo>
                <a:lnTo>
                  <a:pt x="789" y="169"/>
                </a:lnTo>
                <a:lnTo>
                  <a:pt x="789" y="170"/>
                </a:lnTo>
                <a:lnTo>
                  <a:pt x="788" y="171"/>
                </a:lnTo>
                <a:lnTo>
                  <a:pt x="787" y="172"/>
                </a:lnTo>
                <a:lnTo>
                  <a:pt x="788" y="172"/>
                </a:lnTo>
                <a:lnTo>
                  <a:pt x="789" y="172"/>
                </a:lnTo>
                <a:lnTo>
                  <a:pt x="790" y="172"/>
                </a:lnTo>
                <a:lnTo>
                  <a:pt x="791" y="172"/>
                </a:lnTo>
                <a:lnTo>
                  <a:pt x="791" y="173"/>
                </a:lnTo>
                <a:lnTo>
                  <a:pt x="793" y="175"/>
                </a:lnTo>
                <a:lnTo>
                  <a:pt x="793" y="176"/>
                </a:lnTo>
                <a:lnTo>
                  <a:pt x="794" y="176"/>
                </a:lnTo>
                <a:lnTo>
                  <a:pt x="795" y="177"/>
                </a:lnTo>
                <a:lnTo>
                  <a:pt x="794" y="178"/>
                </a:lnTo>
                <a:lnTo>
                  <a:pt x="795" y="178"/>
                </a:lnTo>
                <a:lnTo>
                  <a:pt x="796" y="178"/>
                </a:lnTo>
                <a:lnTo>
                  <a:pt x="796" y="179"/>
                </a:lnTo>
                <a:lnTo>
                  <a:pt x="797" y="180"/>
                </a:lnTo>
                <a:lnTo>
                  <a:pt x="797" y="181"/>
                </a:lnTo>
                <a:lnTo>
                  <a:pt x="796" y="181"/>
                </a:lnTo>
                <a:lnTo>
                  <a:pt x="797" y="181"/>
                </a:lnTo>
                <a:lnTo>
                  <a:pt x="797" y="182"/>
                </a:lnTo>
                <a:lnTo>
                  <a:pt x="797" y="183"/>
                </a:lnTo>
                <a:lnTo>
                  <a:pt x="798" y="184"/>
                </a:lnTo>
                <a:lnTo>
                  <a:pt x="798" y="185"/>
                </a:lnTo>
                <a:lnTo>
                  <a:pt x="798" y="186"/>
                </a:lnTo>
                <a:lnTo>
                  <a:pt x="798" y="187"/>
                </a:lnTo>
                <a:lnTo>
                  <a:pt x="797" y="187"/>
                </a:lnTo>
                <a:lnTo>
                  <a:pt x="797" y="186"/>
                </a:lnTo>
                <a:lnTo>
                  <a:pt x="796" y="186"/>
                </a:lnTo>
                <a:lnTo>
                  <a:pt x="796" y="187"/>
                </a:lnTo>
                <a:lnTo>
                  <a:pt x="796" y="189"/>
                </a:lnTo>
                <a:lnTo>
                  <a:pt x="795" y="189"/>
                </a:lnTo>
                <a:lnTo>
                  <a:pt x="794" y="189"/>
                </a:lnTo>
                <a:lnTo>
                  <a:pt x="792" y="190"/>
                </a:lnTo>
                <a:lnTo>
                  <a:pt x="791" y="190"/>
                </a:lnTo>
                <a:lnTo>
                  <a:pt x="791" y="191"/>
                </a:lnTo>
                <a:lnTo>
                  <a:pt x="790" y="191"/>
                </a:lnTo>
                <a:lnTo>
                  <a:pt x="790" y="192"/>
                </a:lnTo>
                <a:lnTo>
                  <a:pt x="790" y="193"/>
                </a:lnTo>
                <a:lnTo>
                  <a:pt x="789" y="193"/>
                </a:lnTo>
                <a:lnTo>
                  <a:pt x="789" y="194"/>
                </a:lnTo>
                <a:lnTo>
                  <a:pt x="788" y="194"/>
                </a:lnTo>
                <a:lnTo>
                  <a:pt x="788" y="195"/>
                </a:lnTo>
                <a:lnTo>
                  <a:pt x="788" y="197"/>
                </a:lnTo>
                <a:lnTo>
                  <a:pt x="788" y="198"/>
                </a:lnTo>
                <a:lnTo>
                  <a:pt x="788" y="199"/>
                </a:lnTo>
                <a:lnTo>
                  <a:pt x="789" y="201"/>
                </a:lnTo>
                <a:lnTo>
                  <a:pt x="788" y="202"/>
                </a:lnTo>
                <a:lnTo>
                  <a:pt x="788" y="204"/>
                </a:lnTo>
                <a:lnTo>
                  <a:pt x="788" y="205"/>
                </a:lnTo>
                <a:lnTo>
                  <a:pt x="788" y="206"/>
                </a:lnTo>
                <a:lnTo>
                  <a:pt x="788" y="208"/>
                </a:lnTo>
                <a:lnTo>
                  <a:pt x="788" y="209"/>
                </a:lnTo>
                <a:lnTo>
                  <a:pt x="789" y="210"/>
                </a:lnTo>
                <a:lnTo>
                  <a:pt x="789" y="211"/>
                </a:lnTo>
                <a:lnTo>
                  <a:pt x="790" y="213"/>
                </a:lnTo>
                <a:lnTo>
                  <a:pt x="790" y="214"/>
                </a:lnTo>
                <a:lnTo>
                  <a:pt x="791" y="215"/>
                </a:lnTo>
                <a:lnTo>
                  <a:pt x="791" y="216"/>
                </a:lnTo>
                <a:lnTo>
                  <a:pt x="791" y="217"/>
                </a:lnTo>
                <a:lnTo>
                  <a:pt x="792" y="218"/>
                </a:lnTo>
                <a:lnTo>
                  <a:pt x="792" y="219"/>
                </a:lnTo>
                <a:lnTo>
                  <a:pt x="793" y="220"/>
                </a:lnTo>
                <a:lnTo>
                  <a:pt x="794" y="221"/>
                </a:lnTo>
                <a:lnTo>
                  <a:pt x="795" y="222"/>
                </a:lnTo>
                <a:lnTo>
                  <a:pt x="796" y="224"/>
                </a:lnTo>
                <a:lnTo>
                  <a:pt x="798" y="225"/>
                </a:lnTo>
                <a:lnTo>
                  <a:pt x="798" y="226"/>
                </a:lnTo>
                <a:lnTo>
                  <a:pt x="799" y="226"/>
                </a:lnTo>
                <a:lnTo>
                  <a:pt x="799" y="227"/>
                </a:lnTo>
                <a:lnTo>
                  <a:pt x="800" y="227"/>
                </a:lnTo>
                <a:lnTo>
                  <a:pt x="800" y="228"/>
                </a:lnTo>
                <a:lnTo>
                  <a:pt x="801" y="228"/>
                </a:lnTo>
                <a:lnTo>
                  <a:pt x="801" y="229"/>
                </a:lnTo>
                <a:lnTo>
                  <a:pt x="801" y="230"/>
                </a:lnTo>
                <a:lnTo>
                  <a:pt x="801" y="231"/>
                </a:lnTo>
                <a:lnTo>
                  <a:pt x="801" y="232"/>
                </a:lnTo>
                <a:lnTo>
                  <a:pt x="801" y="233"/>
                </a:lnTo>
                <a:lnTo>
                  <a:pt x="801" y="236"/>
                </a:lnTo>
                <a:lnTo>
                  <a:pt x="801" y="237"/>
                </a:lnTo>
                <a:lnTo>
                  <a:pt x="802" y="238"/>
                </a:lnTo>
                <a:lnTo>
                  <a:pt x="802" y="239"/>
                </a:lnTo>
                <a:lnTo>
                  <a:pt x="803" y="239"/>
                </a:lnTo>
                <a:lnTo>
                  <a:pt x="804" y="240"/>
                </a:lnTo>
                <a:lnTo>
                  <a:pt x="804" y="241"/>
                </a:lnTo>
                <a:lnTo>
                  <a:pt x="804" y="242"/>
                </a:lnTo>
                <a:lnTo>
                  <a:pt x="804" y="243"/>
                </a:lnTo>
                <a:lnTo>
                  <a:pt x="804" y="244"/>
                </a:lnTo>
                <a:lnTo>
                  <a:pt x="804" y="245"/>
                </a:lnTo>
                <a:lnTo>
                  <a:pt x="805" y="246"/>
                </a:lnTo>
                <a:lnTo>
                  <a:pt x="805" y="249"/>
                </a:lnTo>
                <a:lnTo>
                  <a:pt x="804" y="250"/>
                </a:lnTo>
                <a:lnTo>
                  <a:pt x="804" y="251"/>
                </a:lnTo>
                <a:lnTo>
                  <a:pt x="804" y="252"/>
                </a:lnTo>
                <a:lnTo>
                  <a:pt x="805" y="253"/>
                </a:lnTo>
                <a:lnTo>
                  <a:pt x="806" y="253"/>
                </a:lnTo>
                <a:lnTo>
                  <a:pt x="807" y="254"/>
                </a:lnTo>
                <a:lnTo>
                  <a:pt x="807" y="255"/>
                </a:lnTo>
                <a:lnTo>
                  <a:pt x="808" y="256"/>
                </a:lnTo>
                <a:lnTo>
                  <a:pt x="808" y="257"/>
                </a:lnTo>
                <a:lnTo>
                  <a:pt x="808" y="258"/>
                </a:lnTo>
                <a:lnTo>
                  <a:pt x="809" y="257"/>
                </a:lnTo>
                <a:lnTo>
                  <a:pt x="810" y="257"/>
                </a:lnTo>
                <a:lnTo>
                  <a:pt x="810" y="256"/>
                </a:lnTo>
                <a:lnTo>
                  <a:pt x="810" y="255"/>
                </a:lnTo>
                <a:lnTo>
                  <a:pt x="812" y="253"/>
                </a:lnTo>
                <a:lnTo>
                  <a:pt x="812" y="252"/>
                </a:lnTo>
                <a:lnTo>
                  <a:pt x="813" y="251"/>
                </a:lnTo>
                <a:lnTo>
                  <a:pt x="813" y="250"/>
                </a:lnTo>
                <a:lnTo>
                  <a:pt x="812" y="249"/>
                </a:lnTo>
                <a:lnTo>
                  <a:pt x="812" y="248"/>
                </a:lnTo>
                <a:lnTo>
                  <a:pt x="813" y="246"/>
                </a:lnTo>
                <a:lnTo>
                  <a:pt x="816" y="246"/>
                </a:lnTo>
                <a:lnTo>
                  <a:pt x="817" y="246"/>
                </a:lnTo>
                <a:lnTo>
                  <a:pt x="818" y="246"/>
                </a:lnTo>
                <a:lnTo>
                  <a:pt x="819" y="247"/>
                </a:lnTo>
                <a:lnTo>
                  <a:pt x="819" y="246"/>
                </a:lnTo>
                <a:lnTo>
                  <a:pt x="819" y="245"/>
                </a:lnTo>
                <a:lnTo>
                  <a:pt x="820" y="245"/>
                </a:lnTo>
                <a:lnTo>
                  <a:pt x="820" y="244"/>
                </a:lnTo>
                <a:lnTo>
                  <a:pt x="821" y="244"/>
                </a:lnTo>
                <a:lnTo>
                  <a:pt x="821" y="243"/>
                </a:lnTo>
                <a:lnTo>
                  <a:pt x="822" y="242"/>
                </a:lnTo>
                <a:lnTo>
                  <a:pt x="822" y="241"/>
                </a:lnTo>
                <a:lnTo>
                  <a:pt x="822" y="239"/>
                </a:lnTo>
                <a:lnTo>
                  <a:pt x="822" y="238"/>
                </a:lnTo>
                <a:lnTo>
                  <a:pt x="823" y="238"/>
                </a:lnTo>
                <a:lnTo>
                  <a:pt x="823" y="239"/>
                </a:lnTo>
                <a:lnTo>
                  <a:pt x="824" y="238"/>
                </a:lnTo>
                <a:lnTo>
                  <a:pt x="825" y="237"/>
                </a:lnTo>
                <a:lnTo>
                  <a:pt x="826" y="237"/>
                </a:lnTo>
                <a:lnTo>
                  <a:pt x="827" y="237"/>
                </a:lnTo>
                <a:lnTo>
                  <a:pt x="827" y="236"/>
                </a:lnTo>
                <a:lnTo>
                  <a:pt x="828" y="236"/>
                </a:lnTo>
                <a:lnTo>
                  <a:pt x="829" y="237"/>
                </a:lnTo>
                <a:lnTo>
                  <a:pt x="830" y="237"/>
                </a:lnTo>
                <a:lnTo>
                  <a:pt x="830" y="236"/>
                </a:lnTo>
                <a:lnTo>
                  <a:pt x="830" y="237"/>
                </a:lnTo>
                <a:lnTo>
                  <a:pt x="831" y="237"/>
                </a:lnTo>
                <a:lnTo>
                  <a:pt x="830" y="238"/>
                </a:lnTo>
                <a:lnTo>
                  <a:pt x="829" y="239"/>
                </a:lnTo>
                <a:lnTo>
                  <a:pt x="829" y="241"/>
                </a:lnTo>
                <a:lnTo>
                  <a:pt x="830" y="241"/>
                </a:lnTo>
                <a:lnTo>
                  <a:pt x="831" y="241"/>
                </a:lnTo>
                <a:lnTo>
                  <a:pt x="832" y="241"/>
                </a:lnTo>
                <a:lnTo>
                  <a:pt x="833" y="241"/>
                </a:lnTo>
                <a:lnTo>
                  <a:pt x="834" y="241"/>
                </a:lnTo>
                <a:lnTo>
                  <a:pt x="835" y="241"/>
                </a:lnTo>
                <a:lnTo>
                  <a:pt x="836" y="242"/>
                </a:lnTo>
                <a:lnTo>
                  <a:pt x="837" y="242"/>
                </a:lnTo>
                <a:lnTo>
                  <a:pt x="837" y="241"/>
                </a:lnTo>
                <a:lnTo>
                  <a:pt x="837" y="239"/>
                </a:lnTo>
                <a:lnTo>
                  <a:pt x="837" y="238"/>
                </a:lnTo>
                <a:lnTo>
                  <a:pt x="837" y="237"/>
                </a:lnTo>
                <a:lnTo>
                  <a:pt x="837" y="236"/>
                </a:lnTo>
                <a:lnTo>
                  <a:pt x="837" y="235"/>
                </a:lnTo>
                <a:lnTo>
                  <a:pt x="838" y="235"/>
                </a:lnTo>
                <a:lnTo>
                  <a:pt x="842" y="235"/>
                </a:lnTo>
                <a:lnTo>
                  <a:pt x="844" y="235"/>
                </a:lnTo>
                <a:lnTo>
                  <a:pt x="845" y="235"/>
                </a:lnTo>
                <a:lnTo>
                  <a:pt x="846" y="235"/>
                </a:lnTo>
                <a:lnTo>
                  <a:pt x="847" y="234"/>
                </a:lnTo>
                <a:lnTo>
                  <a:pt x="848" y="234"/>
                </a:lnTo>
                <a:lnTo>
                  <a:pt x="851" y="234"/>
                </a:lnTo>
                <a:lnTo>
                  <a:pt x="853" y="234"/>
                </a:lnTo>
                <a:lnTo>
                  <a:pt x="854" y="233"/>
                </a:lnTo>
                <a:lnTo>
                  <a:pt x="855" y="233"/>
                </a:lnTo>
                <a:lnTo>
                  <a:pt x="856" y="234"/>
                </a:lnTo>
                <a:lnTo>
                  <a:pt x="857" y="234"/>
                </a:lnTo>
                <a:lnTo>
                  <a:pt x="857" y="235"/>
                </a:lnTo>
                <a:lnTo>
                  <a:pt x="858" y="235"/>
                </a:lnTo>
                <a:lnTo>
                  <a:pt x="860" y="235"/>
                </a:lnTo>
                <a:lnTo>
                  <a:pt x="860" y="236"/>
                </a:lnTo>
                <a:lnTo>
                  <a:pt x="861" y="236"/>
                </a:lnTo>
                <a:lnTo>
                  <a:pt x="862" y="236"/>
                </a:lnTo>
                <a:lnTo>
                  <a:pt x="862" y="235"/>
                </a:lnTo>
                <a:lnTo>
                  <a:pt x="863" y="235"/>
                </a:lnTo>
                <a:lnTo>
                  <a:pt x="865" y="236"/>
                </a:lnTo>
                <a:lnTo>
                  <a:pt x="866" y="236"/>
                </a:lnTo>
                <a:lnTo>
                  <a:pt x="867" y="236"/>
                </a:lnTo>
                <a:lnTo>
                  <a:pt x="867" y="237"/>
                </a:lnTo>
                <a:lnTo>
                  <a:pt x="868" y="237"/>
                </a:lnTo>
                <a:lnTo>
                  <a:pt x="869" y="237"/>
                </a:lnTo>
                <a:lnTo>
                  <a:pt x="869" y="236"/>
                </a:lnTo>
                <a:lnTo>
                  <a:pt x="870" y="236"/>
                </a:lnTo>
                <a:lnTo>
                  <a:pt x="870" y="237"/>
                </a:lnTo>
                <a:lnTo>
                  <a:pt x="871" y="237"/>
                </a:lnTo>
                <a:lnTo>
                  <a:pt x="872" y="237"/>
                </a:lnTo>
                <a:lnTo>
                  <a:pt x="872" y="238"/>
                </a:lnTo>
                <a:lnTo>
                  <a:pt x="872" y="239"/>
                </a:lnTo>
                <a:lnTo>
                  <a:pt x="873" y="239"/>
                </a:lnTo>
                <a:lnTo>
                  <a:pt x="874" y="239"/>
                </a:lnTo>
                <a:lnTo>
                  <a:pt x="875" y="239"/>
                </a:lnTo>
                <a:lnTo>
                  <a:pt x="875" y="240"/>
                </a:lnTo>
                <a:lnTo>
                  <a:pt x="877" y="240"/>
                </a:lnTo>
                <a:lnTo>
                  <a:pt x="878" y="239"/>
                </a:lnTo>
                <a:lnTo>
                  <a:pt x="879" y="239"/>
                </a:lnTo>
                <a:lnTo>
                  <a:pt x="880" y="240"/>
                </a:lnTo>
                <a:lnTo>
                  <a:pt x="881" y="241"/>
                </a:lnTo>
                <a:lnTo>
                  <a:pt x="881" y="242"/>
                </a:lnTo>
                <a:lnTo>
                  <a:pt x="882" y="242"/>
                </a:lnTo>
                <a:lnTo>
                  <a:pt x="882" y="243"/>
                </a:lnTo>
                <a:lnTo>
                  <a:pt x="883" y="244"/>
                </a:lnTo>
                <a:lnTo>
                  <a:pt x="882" y="244"/>
                </a:lnTo>
                <a:lnTo>
                  <a:pt x="882" y="245"/>
                </a:lnTo>
                <a:lnTo>
                  <a:pt x="881" y="246"/>
                </a:lnTo>
                <a:lnTo>
                  <a:pt x="880" y="247"/>
                </a:lnTo>
                <a:lnTo>
                  <a:pt x="880" y="248"/>
                </a:lnTo>
                <a:lnTo>
                  <a:pt x="880" y="249"/>
                </a:lnTo>
                <a:lnTo>
                  <a:pt x="880" y="250"/>
                </a:lnTo>
                <a:lnTo>
                  <a:pt x="879" y="251"/>
                </a:lnTo>
                <a:lnTo>
                  <a:pt x="876" y="251"/>
                </a:lnTo>
                <a:lnTo>
                  <a:pt x="875" y="251"/>
                </a:lnTo>
                <a:lnTo>
                  <a:pt x="875" y="250"/>
                </a:lnTo>
                <a:lnTo>
                  <a:pt x="872" y="251"/>
                </a:lnTo>
                <a:lnTo>
                  <a:pt x="871" y="252"/>
                </a:lnTo>
                <a:lnTo>
                  <a:pt x="871" y="253"/>
                </a:lnTo>
                <a:lnTo>
                  <a:pt x="871" y="254"/>
                </a:lnTo>
                <a:lnTo>
                  <a:pt x="870" y="254"/>
                </a:lnTo>
                <a:lnTo>
                  <a:pt x="870" y="255"/>
                </a:lnTo>
                <a:lnTo>
                  <a:pt x="870" y="256"/>
                </a:lnTo>
                <a:lnTo>
                  <a:pt x="871" y="256"/>
                </a:lnTo>
                <a:lnTo>
                  <a:pt x="871" y="257"/>
                </a:lnTo>
                <a:lnTo>
                  <a:pt x="872" y="257"/>
                </a:lnTo>
                <a:lnTo>
                  <a:pt x="872" y="258"/>
                </a:lnTo>
                <a:lnTo>
                  <a:pt x="871" y="259"/>
                </a:lnTo>
                <a:lnTo>
                  <a:pt x="871" y="260"/>
                </a:lnTo>
                <a:lnTo>
                  <a:pt x="871" y="261"/>
                </a:lnTo>
                <a:lnTo>
                  <a:pt x="872" y="263"/>
                </a:lnTo>
                <a:lnTo>
                  <a:pt x="873" y="264"/>
                </a:lnTo>
                <a:lnTo>
                  <a:pt x="874" y="266"/>
                </a:lnTo>
                <a:lnTo>
                  <a:pt x="875" y="266"/>
                </a:lnTo>
                <a:lnTo>
                  <a:pt x="877" y="266"/>
                </a:lnTo>
                <a:lnTo>
                  <a:pt x="878" y="266"/>
                </a:lnTo>
                <a:lnTo>
                  <a:pt x="878" y="267"/>
                </a:lnTo>
                <a:lnTo>
                  <a:pt x="879" y="268"/>
                </a:lnTo>
                <a:lnTo>
                  <a:pt x="879" y="269"/>
                </a:lnTo>
                <a:lnTo>
                  <a:pt x="879" y="270"/>
                </a:lnTo>
                <a:lnTo>
                  <a:pt x="879" y="271"/>
                </a:lnTo>
                <a:lnTo>
                  <a:pt x="879" y="272"/>
                </a:lnTo>
                <a:lnTo>
                  <a:pt x="879" y="273"/>
                </a:lnTo>
                <a:lnTo>
                  <a:pt x="878" y="273"/>
                </a:lnTo>
                <a:lnTo>
                  <a:pt x="878" y="274"/>
                </a:lnTo>
                <a:lnTo>
                  <a:pt x="877" y="275"/>
                </a:lnTo>
                <a:lnTo>
                  <a:pt x="877" y="277"/>
                </a:lnTo>
                <a:lnTo>
                  <a:pt x="878" y="277"/>
                </a:lnTo>
                <a:lnTo>
                  <a:pt x="879" y="277"/>
                </a:lnTo>
                <a:lnTo>
                  <a:pt x="880" y="277"/>
                </a:lnTo>
                <a:lnTo>
                  <a:pt x="881" y="278"/>
                </a:lnTo>
                <a:lnTo>
                  <a:pt x="882" y="278"/>
                </a:lnTo>
                <a:lnTo>
                  <a:pt x="882" y="279"/>
                </a:lnTo>
                <a:lnTo>
                  <a:pt x="883" y="279"/>
                </a:lnTo>
                <a:lnTo>
                  <a:pt x="884" y="280"/>
                </a:lnTo>
                <a:lnTo>
                  <a:pt x="884" y="281"/>
                </a:lnTo>
                <a:lnTo>
                  <a:pt x="884" y="282"/>
                </a:lnTo>
                <a:lnTo>
                  <a:pt x="885" y="284"/>
                </a:lnTo>
                <a:lnTo>
                  <a:pt x="885" y="283"/>
                </a:lnTo>
                <a:lnTo>
                  <a:pt x="886" y="283"/>
                </a:lnTo>
                <a:lnTo>
                  <a:pt x="887" y="283"/>
                </a:lnTo>
                <a:lnTo>
                  <a:pt x="887" y="284"/>
                </a:lnTo>
                <a:lnTo>
                  <a:pt x="887" y="285"/>
                </a:lnTo>
                <a:lnTo>
                  <a:pt x="888" y="285"/>
                </a:lnTo>
                <a:lnTo>
                  <a:pt x="889" y="286"/>
                </a:lnTo>
                <a:lnTo>
                  <a:pt x="890" y="286"/>
                </a:lnTo>
                <a:lnTo>
                  <a:pt x="891" y="287"/>
                </a:lnTo>
                <a:lnTo>
                  <a:pt x="891" y="288"/>
                </a:lnTo>
                <a:lnTo>
                  <a:pt x="892" y="288"/>
                </a:lnTo>
                <a:lnTo>
                  <a:pt x="893" y="288"/>
                </a:lnTo>
                <a:lnTo>
                  <a:pt x="893" y="289"/>
                </a:lnTo>
                <a:lnTo>
                  <a:pt x="894" y="289"/>
                </a:lnTo>
                <a:lnTo>
                  <a:pt x="895" y="291"/>
                </a:lnTo>
                <a:lnTo>
                  <a:pt x="895" y="292"/>
                </a:lnTo>
                <a:lnTo>
                  <a:pt x="896" y="292"/>
                </a:lnTo>
                <a:lnTo>
                  <a:pt x="897" y="292"/>
                </a:lnTo>
                <a:lnTo>
                  <a:pt x="898" y="293"/>
                </a:lnTo>
                <a:lnTo>
                  <a:pt x="898" y="294"/>
                </a:lnTo>
                <a:lnTo>
                  <a:pt x="899" y="294"/>
                </a:lnTo>
                <a:lnTo>
                  <a:pt x="900" y="294"/>
                </a:lnTo>
                <a:lnTo>
                  <a:pt x="901" y="295"/>
                </a:lnTo>
                <a:lnTo>
                  <a:pt x="902" y="296"/>
                </a:lnTo>
                <a:lnTo>
                  <a:pt x="903" y="296"/>
                </a:lnTo>
                <a:lnTo>
                  <a:pt x="903" y="297"/>
                </a:lnTo>
                <a:lnTo>
                  <a:pt x="903" y="298"/>
                </a:lnTo>
                <a:lnTo>
                  <a:pt x="902" y="298"/>
                </a:lnTo>
                <a:lnTo>
                  <a:pt x="902" y="299"/>
                </a:lnTo>
                <a:lnTo>
                  <a:pt x="903" y="299"/>
                </a:lnTo>
                <a:lnTo>
                  <a:pt x="903" y="300"/>
                </a:lnTo>
                <a:lnTo>
                  <a:pt x="904" y="301"/>
                </a:lnTo>
                <a:lnTo>
                  <a:pt x="904" y="302"/>
                </a:lnTo>
                <a:lnTo>
                  <a:pt x="903" y="302"/>
                </a:lnTo>
                <a:lnTo>
                  <a:pt x="902" y="304"/>
                </a:lnTo>
                <a:lnTo>
                  <a:pt x="902" y="305"/>
                </a:lnTo>
                <a:lnTo>
                  <a:pt x="902" y="306"/>
                </a:lnTo>
                <a:lnTo>
                  <a:pt x="901" y="306"/>
                </a:lnTo>
                <a:lnTo>
                  <a:pt x="901" y="308"/>
                </a:lnTo>
                <a:lnTo>
                  <a:pt x="902" y="308"/>
                </a:lnTo>
                <a:lnTo>
                  <a:pt x="902" y="309"/>
                </a:lnTo>
                <a:lnTo>
                  <a:pt x="903" y="309"/>
                </a:lnTo>
                <a:lnTo>
                  <a:pt x="903" y="310"/>
                </a:lnTo>
                <a:lnTo>
                  <a:pt x="904" y="311"/>
                </a:lnTo>
                <a:lnTo>
                  <a:pt x="904" y="312"/>
                </a:lnTo>
                <a:lnTo>
                  <a:pt x="905" y="312"/>
                </a:lnTo>
                <a:lnTo>
                  <a:pt x="905" y="313"/>
                </a:lnTo>
                <a:lnTo>
                  <a:pt x="906" y="313"/>
                </a:lnTo>
                <a:lnTo>
                  <a:pt x="907" y="314"/>
                </a:lnTo>
                <a:lnTo>
                  <a:pt x="907" y="315"/>
                </a:lnTo>
                <a:lnTo>
                  <a:pt x="908" y="315"/>
                </a:lnTo>
                <a:lnTo>
                  <a:pt x="909" y="315"/>
                </a:lnTo>
                <a:lnTo>
                  <a:pt x="909" y="314"/>
                </a:lnTo>
                <a:lnTo>
                  <a:pt x="909" y="313"/>
                </a:lnTo>
                <a:lnTo>
                  <a:pt x="910" y="313"/>
                </a:lnTo>
                <a:lnTo>
                  <a:pt x="912" y="314"/>
                </a:lnTo>
                <a:lnTo>
                  <a:pt x="912" y="315"/>
                </a:lnTo>
                <a:lnTo>
                  <a:pt x="914" y="316"/>
                </a:lnTo>
                <a:lnTo>
                  <a:pt x="914" y="317"/>
                </a:lnTo>
                <a:lnTo>
                  <a:pt x="915" y="317"/>
                </a:lnTo>
                <a:lnTo>
                  <a:pt x="916" y="317"/>
                </a:lnTo>
                <a:lnTo>
                  <a:pt x="917" y="317"/>
                </a:lnTo>
                <a:lnTo>
                  <a:pt x="917" y="316"/>
                </a:lnTo>
                <a:lnTo>
                  <a:pt x="918" y="316"/>
                </a:lnTo>
                <a:lnTo>
                  <a:pt x="918" y="315"/>
                </a:lnTo>
                <a:lnTo>
                  <a:pt x="919" y="315"/>
                </a:lnTo>
                <a:lnTo>
                  <a:pt x="919" y="314"/>
                </a:lnTo>
                <a:lnTo>
                  <a:pt x="919" y="313"/>
                </a:lnTo>
                <a:lnTo>
                  <a:pt x="919" y="312"/>
                </a:lnTo>
                <a:lnTo>
                  <a:pt x="919" y="310"/>
                </a:lnTo>
                <a:lnTo>
                  <a:pt x="920" y="309"/>
                </a:lnTo>
                <a:lnTo>
                  <a:pt x="921" y="310"/>
                </a:lnTo>
                <a:lnTo>
                  <a:pt x="921" y="311"/>
                </a:lnTo>
                <a:lnTo>
                  <a:pt x="921" y="312"/>
                </a:lnTo>
                <a:lnTo>
                  <a:pt x="922" y="312"/>
                </a:lnTo>
                <a:lnTo>
                  <a:pt x="922" y="313"/>
                </a:lnTo>
                <a:lnTo>
                  <a:pt x="922" y="314"/>
                </a:lnTo>
                <a:lnTo>
                  <a:pt x="922" y="317"/>
                </a:lnTo>
                <a:lnTo>
                  <a:pt x="923" y="318"/>
                </a:lnTo>
                <a:lnTo>
                  <a:pt x="923" y="319"/>
                </a:lnTo>
                <a:lnTo>
                  <a:pt x="925" y="321"/>
                </a:lnTo>
                <a:lnTo>
                  <a:pt x="925" y="323"/>
                </a:lnTo>
                <a:lnTo>
                  <a:pt x="926" y="323"/>
                </a:lnTo>
                <a:lnTo>
                  <a:pt x="926" y="324"/>
                </a:lnTo>
                <a:lnTo>
                  <a:pt x="926" y="325"/>
                </a:lnTo>
                <a:lnTo>
                  <a:pt x="927" y="326"/>
                </a:lnTo>
                <a:lnTo>
                  <a:pt x="927" y="328"/>
                </a:lnTo>
                <a:lnTo>
                  <a:pt x="926" y="329"/>
                </a:lnTo>
                <a:lnTo>
                  <a:pt x="928" y="330"/>
                </a:lnTo>
                <a:lnTo>
                  <a:pt x="928" y="331"/>
                </a:lnTo>
                <a:lnTo>
                  <a:pt x="929" y="331"/>
                </a:lnTo>
                <a:lnTo>
                  <a:pt x="931" y="331"/>
                </a:lnTo>
                <a:lnTo>
                  <a:pt x="931" y="332"/>
                </a:lnTo>
                <a:lnTo>
                  <a:pt x="932" y="332"/>
                </a:lnTo>
                <a:lnTo>
                  <a:pt x="933" y="332"/>
                </a:lnTo>
                <a:lnTo>
                  <a:pt x="934" y="332"/>
                </a:lnTo>
                <a:lnTo>
                  <a:pt x="935" y="333"/>
                </a:lnTo>
                <a:lnTo>
                  <a:pt x="936" y="333"/>
                </a:lnTo>
                <a:lnTo>
                  <a:pt x="936" y="332"/>
                </a:lnTo>
                <a:lnTo>
                  <a:pt x="937" y="332"/>
                </a:lnTo>
                <a:lnTo>
                  <a:pt x="938" y="331"/>
                </a:lnTo>
                <a:lnTo>
                  <a:pt x="938" y="330"/>
                </a:lnTo>
                <a:lnTo>
                  <a:pt x="938" y="329"/>
                </a:lnTo>
                <a:lnTo>
                  <a:pt x="939" y="329"/>
                </a:lnTo>
                <a:lnTo>
                  <a:pt x="939" y="330"/>
                </a:lnTo>
                <a:lnTo>
                  <a:pt x="940" y="330"/>
                </a:lnTo>
                <a:lnTo>
                  <a:pt x="941" y="330"/>
                </a:lnTo>
                <a:lnTo>
                  <a:pt x="942" y="330"/>
                </a:lnTo>
                <a:lnTo>
                  <a:pt x="942" y="329"/>
                </a:lnTo>
                <a:lnTo>
                  <a:pt x="943" y="329"/>
                </a:lnTo>
                <a:lnTo>
                  <a:pt x="944" y="329"/>
                </a:lnTo>
                <a:lnTo>
                  <a:pt x="944" y="330"/>
                </a:lnTo>
                <a:lnTo>
                  <a:pt x="944" y="331"/>
                </a:lnTo>
                <a:lnTo>
                  <a:pt x="946" y="331"/>
                </a:lnTo>
                <a:lnTo>
                  <a:pt x="947" y="332"/>
                </a:lnTo>
                <a:lnTo>
                  <a:pt x="948" y="332"/>
                </a:lnTo>
                <a:lnTo>
                  <a:pt x="949" y="331"/>
                </a:lnTo>
                <a:lnTo>
                  <a:pt x="950" y="331"/>
                </a:lnTo>
                <a:lnTo>
                  <a:pt x="950" y="330"/>
                </a:lnTo>
                <a:lnTo>
                  <a:pt x="951" y="330"/>
                </a:lnTo>
                <a:lnTo>
                  <a:pt x="952" y="330"/>
                </a:lnTo>
                <a:lnTo>
                  <a:pt x="953" y="330"/>
                </a:lnTo>
                <a:lnTo>
                  <a:pt x="954" y="330"/>
                </a:lnTo>
                <a:lnTo>
                  <a:pt x="954" y="329"/>
                </a:lnTo>
                <a:lnTo>
                  <a:pt x="955" y="329"/>
                </a:lnTo>
                <a:lnTo>
                  <a:pt x="955" y="328"/>
                </a:lnTo>
                <a:lnTo>
                  <a:pt x="956" y="328"/>
                </a:lnTo>
                <a:lnTo>
                  <a:pt x="956" y="327"/>
                </a:lnTo>
                <a:lnTo>
                  <a:pt x="958" y="325"/>
                </a:lnTo>
                <a:lnTo>
                  <a:pt x="958" y="324"/>
                </a:lnTo>
                <a:lnTo>
                  <a:pt x="959" y="324"/>
                </a:lnTo>
                <a:lnTo>
                  <a:pt x="960" y="324"/>
                </a:lnTo>
                <a:lnTo>
                  <a:pt x="961" y="323"/>
                </a:lnTo>
                <a:lnTo>
                  <a:pt x="962" y="323"/>
                </a:lnTo>
                <a:lnTo>
                  <a:pt x="963" y="323"/>
                </a:lnTo>
                <a:lnTo>
                  <a:pt x="963" y="322"/>
                </a:lnTo>
                <a:lnTo>
                  <a:pt x="964" y="322"/>
                </a:lnTo>
                <a:lnTo>
                  <a:pt x="965" y="322"/>
                </a:lnTo>
                <a:lnTo>
                  <a:pt x="966" y="321"/>
                </a:lnTo>
                <a:lnTo>
                  <a:pt x="967" y="321"/>
                </a:lnTo>
                <a:lnTo>
                  <a:pt x="967" y="320"/>
                </a:lnTo>
                <a:lnTo>
                  <a:pt x="967" y="319"/>
                </a:lnTo>
                <a:lnTo>
                  <a:pt x="968" y="318"/>
                </a:lnTo>
                <a:lnTo>
                  <a:pt x="969" y="318"/>
                </a:lnTo>
                <a:lnTo>
                  <a:pt x="969" y="317"/>
                </a:lnTo>
                <a:lnTo>
                  <a:pt x="969" y="318"/>
                </a:lnTo>
                <a:lnTo>
                  <a:pt x="970" y="318"/>
                </a:lnTo>
                <a:lnTo>
                  <a:pt x="971" y="318"/>
                </a:lnTo>
                <a:lnTo>
                  <a:pt x="972" y="317"/>
                </a:lnTo>
                <a:lnTo>
                  <a:pt x="973" y="316"/>
                </a:lnTo>
                <a:lnTo>
                  <a:pt x="973" y="315"/>
                </a:lnTo>
                <a:lnTo>
                  <a:pt x="974" y="314"/>
                </a:lnTo>
                <a:lnTo>
                  <a:pt x="974" y="313"/>
                </a:lnTo>
                <a:lnTo>
                  <a:pt x="975" y="313"/>
                </a:lnTo>
                <a:lnTo>
                  <a:pt x="975" y="312"/>
                </a:lnTo>
                <a:lnTo>
                  <a:pt x="976" y="312"/>
                </a:lnTo>
                <a:lnTo>
                  <a:pt x="976" y="311"/>
                </a:lnTo>
                <a:lnTo>
                  <a:pt x="977" y="310"/>
                </a:lnTo>
                <a:lnTo>
                  <a:pt x="978" y="310"/>
                </a:lnTo>
                <a:lnTo>
                  <a:pt x="978" y="309"/>
                </a:lnTo>
                <a:lnTo>
                  <a:pt x="977" y="309"/>
                </a:lnTo>
                <a:lnTo>
                  <a:pt x="977" y="310"/>
                </a:lnTo>
                <a:lnTo>
                  <a:pt x="976" y="309"/>
                </a:lnTo>
                <a:lnTo>
                  <a:pt x="975" y="309"/>
                </a:lnTo>
                <a:lnTo>
                  <a:pt x="975" y="308"/>
                </a:lnTo>
                <a:lnTo>
                  <a:pt x="974" y="308"/>
                </a:lnTo>
                <a:lnTo>
                  <a:pt x="974" y="305"/>
                </a:lnTo>
                <a:lnTo>
                  <a:pt x="973" y="305"/>
                </a:lnTo>
                <a:lnTo>
                  <a:pt x="973" y="306"/>
                </a:lnTo>
                <a:lnTo>
                  <a:pt x="972" y="306"/>
                </a:lnTo>
                <a:lnTo>
                  <a:pt x="972" y="305"/>
                </a:lnTo>
                <a:lnTo>
                  <a:pt x="971" y="305"/>
                </a:lnTo>
                <a:lnTo>
                  <a:pt x="970" y="305"/>
                </a:lnTo>
                <a:lnTo>
                  <a:pt x="970" y="304"/>
                </a:lnTo>
                <a:lnTo>
                  <a:pt x="970" y="303"/>
                </a:lnTo>
                <a:lnTo>
                  <a:pt x="971" y="303"/>
                </a:lnTo>
                <a:lnTo>
                  <a:pt x="971" y="302"/>
                </a:lnTo>
                <a:lnTo>
                  <a:pt x="971" y="301"/>
                </a:lnTo>
                <a:lnTo>
                  <a:pt x="972" y="301"/>
                </a:lnTo>
                <a:lnTo>
                  <a:pt x="973" y="301"/>
                </a:lnTo>
                <a:lnTo>
                  <a:pt x="974" y="301"/>
                </a:lnTo>
                <a:lnTo>
                  <a:pt x="974" y="300"/>
                </a:lnTo>
                <a:lnTo>
                  <a:pt x="973" y="298"/>
                </a:lnTo>
                <a:lnTo>
                  <a:pt x="973" y="296"/>
                </a:lnTo>
                <a:lnTo>
                  <a:pt x="972" y="294"/>
                </a:lnTo>
                <a:lnTo>
                  <a:pt x="973" y="294"/>
                </a:lnTo>
                <a:lnTo>
                  <a:pt x="974" y="294"/>
                </a:lnTo>
                <a:lnTo>
                  <a:pt x="974" y="293"/>
                </a:lnTo>
                <a:lnTo>
                  <a:pt x="973" y="292"/>
                </a:lnTo>
                <a:lnTo>
                  <a:pt x="973" y="291"/>
                </a:lnTo>
                <a:lnTo>
                  <a:pt x="972" y="290"/>
                </a:lnTo>
                <a:lnTo>
                  <a:pt x="971" y="289"/>
                </a:lnTo>
                <a:lnTo>
                  <a:pt x="970" y="289"/>
                </a:lnTo>
                <a:lnTo>
                  <a:pt x="971" y="289"/>
                </a:lnTo>
                <a:lnTo>
                  <a:pt x="971" y="288"/>
                </a:lnTo>
                <a:lnTo>
                  <a:pt x="971" y="287"/>
                </a:lnTo>
                <a:lnTo>
                  <a:pt x="970" y="288"/>
                </a:lnTo>
                <a:lnTo>
                  <a:pt x="969" y="288"/>
                </a:lnTo>
                <a:lnTo>
                  <a:pt x="968" y="288"/>
                </a:lnTo>
                <a:lnTo>
                  <a:pt x="967" y="288"/>
                </a:lnTo>
                <a:lnTo>
                  <a:pt x="967" y="287"/>
                </a:lnTo>
                <a:lnTo>
                  <a:pt x="966" y="286"/>
                </a:lnTo>
                <a:lnTo>
                  <a:pt x="966" y="285"/>
                </a:lnTo>
                <a:lnTo>
                  <a:pt x="967" y="285"/>
                </a:lnTo>
                <a:lnTo>
                  <a:pt x="967" y="284"/>
                </a:lnTo>
                <a:lnTo>
                  <a:pt x="968" y="283"/>
                </a:lnTo>
                <a:lnTo>
                  <a:pt x="969" y="283"/>
                </a:lnTo>
                <a:lnTo>
                  <a:pt x="969" y="282"/>
                </a:lnTo>
                <a:lnTo>
                  <a:pt x="970" y="280"/>
                </a:lnTo>
                <a:lnTo>
                  <a:pt x="970" y="279"/>
                </a:lnTo>
                <a:lnTo>
                  <a:pt x="970" y="278"/>
                </a:lnTo>
                <a:lnTo>
                  <a:pt x="969" y="278"/>
                </a:lnTo>
                <a:lnTo>
                  <a:pt x="969" y="279"/>
                </a:lnTo>
                <a:lnTo>
                  <a:pt x="968" y="279"/>
                </a:lnTo>
                <a:lnTo>
                  <a:pt x="968" y="278"/>
                </a:lnTo>
                <a:lnTo>
                  <a:pt x="967" y="278"/>
                </a:lnTo>
                <a:lnTo>
                  <a:pt x="967" y="277"/>
                </a:lnTo>
                <a:lnTo>
                  <a:pt x="966" y="277"/>
                </a:lnTo>
                <a:lnTo>
                  <a:pt x="966" y="276"/>
                </a:lnTo>
                <a:lnTo>
                  <a:pt x="965" y="276"/>
                </a:lnTo>
                <a:lnTo>
                  <a:pt x="964" y="276"/>
                </a:lnTo>
                <a:lnTo>
                  <a:pt x="964" y="277"/>
                </a:lnTo>
                <a:lnTo>
                  <a:pt x="964" y="276"/>
                </a:lnTo>
                <a:lnTo>
                  <a:pt x="964" y="275"/>
                </a:lnTo>
                <a:lnTo>
                  <a:pt x="963" y="274"/>
                </a:lnTo>
                <a:lnTo>
                  <a:pt x="963" y="273"/>
                </a:lnTo>
                <a:lnTo>
                  <a:pt x="962" y="273"/>
                </a:lnTo>
                <a:lnTo>
                  <a:pt x="962" y="272"/>
                </a:lnTo>
                <a:lnTo>
                  <a:pt x="962" y="271"/>
                </a:lnTo>
                <a:lnTo>
                  <a:pt x="962" y="270"/>
                </a:lnTo>
                <a:lnTo>
                  <a:pt x="961" y="270"/>
                </a:lnTo>
                <a:lnTo>
                  <a:pt x="961" y="269"/>
                </a:lnTo>
                <a:lnTo>
                  <a:pt x="960" y="269"/>
                </a:lnTo>
                <a:lnTo>
                  <a:pt x="960" y="268"/>
                </a:lnTo>
                <a:lnTo>
                  <a:pt x="961" y="267"/>
                </a:lnTo>
                <a:lnTo>
                  <a:pt x="962" y="265"/>
                </a:lnTo>
                <a:lnTo>
                  <a:pt x="962" y="264"/>
                </a:lnTo>
                <a:lnTo>
                  <a:pt x="961" y="264"/>
                </a:lnTo>
                <a:lnTo>
                  <a:pt x="961" y="263"/>
                </a:lnTo>
                <a:lnTo>
                  <a:pt x="962" y="263"/>
                </a:lnTo>
                <a:lnTo>
                  <a:pt x="963" y="264"/>
                </a:lnTo>
                <a:lnTo>
                  <a:pt x="966" y="266"/>
                </a:lnTo>
                <a:lnTo>
                  <a:pt x="967" y="266"/>
                </a:lnTo>
                <a:lnTo>
                  <a:pt x="968" y="265"/>
                </a:lnTo>
                <a:lnTo>
                  <a:pt x="969" y="265"/>
                </a:lnTo>
                <a:lnTo>
                  <a:pt x="970" y="265"/>
                </a:lnTo>
                <a:lnTo>
                  <a:pt x="970" y="266"/>
                </a:lnTo>
                <a:lnTo>
                  <a:pt x="971" y="266"/>
                </a:lnTo>
                <a:lnTo>
                  <a:pt x="971" y="265"/>
                </a:lnTo>
                <a:lnTo>
                  <a:pt x="972" y="264"/>
                </a:lnTo>
                <a:lnTo>
                  <a:pt x="973" y="264"/>
                </a:lnTo>
                <a:lnTo>
                  <a:pt x="974" y="264"/>
                </a:lnTo>
                <a:lnTo>
                  <a:pt x="975" y="265"/>
                </a:lnTo>
                <a:lnTo>
                  <a:pt x="976" y="265"/>
                </a:lnTo>
                <a:lnTo>
                  <a:pt x="976" y="266"/>
                </a:lnTo>
                <a:lnTo>
                  <a:pt x="977" y="266"/>
                </a:lnTo>
                <a:lnTo>
                  <a:pt x="977" y="265"/>
                </a:lnTo>
                <a:lnTo>
                  <a:pt x="978" y="265"/>
                </a:lnTo>
                <a:lnTo>
                  <a:pt x="978" y="264"/>
                </a:lnTo>
                <a:lnTo>
                  <a:pt x="979" y="261"/>
                </a:lnTo>
                <a:lnTo>
                  <a:pt x="979" y="260"/>
                </a:lnTo>
                <a:lnTo>
                  <a:pt x="979" y="259"/>
                </a:lnTo>
                <a:lnTo>
                  <a:pt x="979" y="258"/>
                </a:lnTo>
                <a:lnTo>
                  <a:pt x="979" y="257"/>
                </a:lnTo>
                <a:lnTo>
                  <a:pt x="979" y="255"/>
                </a:lnTo>
                <a:lnTo>
                  <a:pt x="979" y="254"/>
                </a:lnTo>
                <a:lnTo>
                  <a:pt x="979" y="251"/>
                </a:lnTo>
                <a:lnTo>
                  <a:pt x="979" y="250"/>
                </a:lnTo>
                <a:lnTo>
                  <a:pt x="979" y="249"/>
                </a:lnTo>
                <a:lnTo>
                  <a:pt x="979" y="248"/>
                </a:lnTo>
                <a:lnTo>
                  <a:pt x="979" y="247"/>
                </a:lnTo>
                <a:lnTo>
                  <a:pt x="979" y="246"/>
                </a:lnTo>
                <a:lnTo>
                  <a:pt x="980" y="246"/>
                </a:lnTo>
                <a:lnTo>
                  <a:pt x="980" y="245"/>
                </a:lnTo>
                <a:lnTo>
                  <a:pt x="980" y="244"/>
                </a:lnTo>
                <a:lnTo>
                  <a:pt x="981" y="243"/>
                </a:lnTo>
                <a:lnTo>
                  <a:pt x="983" y="242"/>
                </a:lnTo>
                <a:lnTo>
                  <a:pt x="984" y="242"/>
                </a:lnTo>
                <a:lnTo>
                  <a:pt x="984" y="241"/>
                </a:lnTo>
                <a:lnTo>
                  <a:pt x="984" y="240"/>
                </a:lnTo>
                <a:lnTo>
                  <a:pt x="985" y="240"/>
                </a:lnTo>
                <a:lnTo>
                  <a:pt x="985" y="239"/>
                </a:lnTo>
                <a:lnTo>
                  <a:pt x="986" y="239"/>
                </a:lnTo>
                <a:lnTo>
                  <a:pt x="987" y="238"/>
                </a:lnTo>
                <a:lnTo>
                  <a:pt x="988" y="237"/>
                </a:lnTo>
                <a:lnTo>
                  <a:pt x="989" y="237"/>
                </a:lnTo>
                <a:lnTo>
                  <a:pt x="989" y="236"/>
                </a:lnTo>
                <a:lnTo>
                  <a:pt x="988" y="236"/>
                </a:lnTo>
                <a:lnTo>
                  <a:pt x="988" y="234"/>
                </a:lnTo>
                <a:lnTo>
                  <a:pt x="989" y="234"/>
                </a:lnTo>
                <a:lnTo>
                  <a:pt x="990" y="232"/>
                </a:lnTo>
                <a:lnTo>
                  <a:pt x="991" y="232"/>
                </a:lnTo>
                <a:lnTo>
                  <a:pt x="992" y="231"/>
                </a:lnTo>
                <a:lnTo>
                  <a:pt x="992" y="230"/>
                </a:lnTo>
                <a:lnTo>
                  <a:pt x="993" y="230"/>
                </a:lnTo>
                <a:lnTo>
                  <a:pt x="993" y="229"/>
                </a:lnTo>
                <a:lnTo>
                  <a:pt x="993" y="228"/>
                </a:lnTo>
                <a:lnTo>
                  <a:pt x="993" y="227"/>
                </a:lnTo>
                <a:lnTo>
                  <a:pt x="994" y="226"/>
                </a:lnTo>
                <a:lnTo>
                  <a:pt x="995" y="226"/>
                </a:lnTo>
                <a:lnTo>
                  <a:pt x="996" y="226"/>
                </a:lnTo>
                <a:lnTo>
                  <a:pt x="997" y="225"/>
                </a:lnTo>
                <a:lnTo>
                  <a:pt x="998" y="225"/>
                </a:lnTo>
                <a:lnTo>
                  <a:pt x="999" y="226"/>
                </a:lnTo>
                <a:lnTo>
                  <a:pt x="1000" y="227"/>
                </a:lnTo>
                <a:lnTo>
                  <a:pt x="1001" y="228"/>
                </a:lnTo>
                <a:lnTo>
                  <a:pt x="1001" y="229"/>
                </a:lnTo>
                <a:lnTo>
                  <a:pt x="1002" y="230"/>
                </a:lnTo>
                <a:lnTo>
                  <a:pt x="1003" y="230"/>
                </a:lnTo>
                <a:lnTo>
                  <a:pt x="1004" y="230"/>
                </a:lnTo>
                <a:lnTo>
                  <a:pt x="1005" y="230"/>
                </a:lnTo>
                <a:lnTo>
                  <a:pt x="1006" y="231"/>
                </a:lnTo>
                <a:lnTo>
                  <a:pt x="1007" y="231"/>
                </a:lnTo>
                <a:lnTo>
                  <a:pt x="1008" y="231"/>
                </a:lnTo>
                <a:lnTo>
                  <a:pt x="1008" y="232"/>
                </a:lnTo>
                <a:lnTo>
                  <a:pt x="1009" y="233"/>
                </a:lnTo>
                <a:lnTo>
                  <a:pt x="1010" y="234"/>
                </a:lnTo>
                <a:lnTo>
                  <a:pt x="1010" y="235"/>
                </a:lnTo>
                <a:lnTo>
                  <a:pt x="1011" y="236"/>
                </a:lnTo>
                <a:lnTo>
                  <a:pt x="1012" y="236"/>
                </a:lnTo>
                <a:lnTo>
                  <a:pt x="1012" y="237"/>
                </a:lnTo>
                <a:lnTo>
                  <a:pt x="1013" y="237"/>
                </a:lnTo>
                <a:lnTo>
                  <a:pt x="1014" y="237"/>
                </a:lnTo>
                <a:lnTo>
                  <a:pt x="1014" y="238"/>
                </a:lnTo>
                <a:lnTo>
                  <a:pt x="1014" y="239"/>
                </a:lnTo>
                <a:lnTo>
                  <a:pt x="1014" y="240"/>
                </a:lnTo>
                <a:lnTo>
                  <a:pt x="1014" y="241"/>
                </a:lnTo>
                <a:lnTo>
                  <a:pt x="1015" y="243"/>
                </a:lnTo>
                <a:lnTo>
                  <a:pt x="1016" y="245"/>
                </a:lnTo>
                <a:lnTo>
                  <a:pt x="1017" y="246"/>
                </a:lnTo>
                <a:lnTo>
                  <a:pt x="1018" y="246"/>
                </a:lnTo>
                <a:lnTo>
                  <a:pt x="1018" y="247"/>
                </a:lnTo>
                <a:lnTo>
                  <a:pt x="1019" y="247"/>
                </a:lnTo>
                <a:lnTo>
                  <a:pt x="1019" y="248"/>
                </a:lnTo>
                <a:lnTo>
                  <a:pt x="1020" y="249"/>
                </a:lnTo>
                <a:lnTo>
                  <a:pt x="1020" y="252"/>
                </a:lnTo>
                <a:lnTo>
                  <a:pt x="1020" y="253"/>
                </a:lnTo>
                <a:lnTo>
                  <a:pt x="1020" y="254"/>
                </a:lnTo>
                <a:lnTo>
                  <a:pt x="1020" y="255"/>
                </a:lnTo>
                <a:lnTo>
                  <a:pt x="1020" y="256"/>
                </a:lnTo>
                <a:lnTo>
                  <a:pt x="1019" y="256"/>
                </a:lnTo>
                <a:lnTo>
                  <a:pt x="1018" y="256"/>
                </a:lnTo>
                <a:lnTo>
                  <a:pt x="1017" y="256"/>
                </a:lnTo>
                <a:lnTo>
                  <a:pt x="1017" y="257"/>
                </a:lnTo>
                <a:lnTo>
                  <a:pt x="1016" y="257"/>
                </a:lnTo>
                <a:lnTo>
                  <a:pt x="1017" y="257"/>
                </a:lnTo>
                <a:lnTo>
                  <a:pt x="1018" y="258"/>
                </a:lnTo>
                <a:lnTo>
                  <a:pt x="1018" y="259"/>
                </a:lnTo>
                <a:lnTo>
                  <a:pt x="1019" y="259"/>
                </a:lnTo>
                <a:lnTo>
                  <a:pt x="1020" y="260"/>
                </a:lnTo>
                <a:lnTo>
                  <a:pt x="1021" y="260"/>
                </a:lnTo>
                <a:lnTo>
                  <a:pt x="1021" y="261"/>
                </a:lnTo>
                <a:lnTo>
                  <a:pt x="1022" y="261"/>
                </a:lnTo>
                <a:lnTo>
                  <a:pt x="1022" y="262"/>
                </a:lnTo>
                <a:lnTo>
                  <a:pt x="1022" y="263"/>
                </a:lnTo>
                <a:lnTo>
                  <a:pt x="1022" y="264"/>
                </a:lnTo>
                <a:lnTo>
                  <a:pt x="1022" y="265"/>
                </a:lnTo>
                <a:lnTo>
                  <a:pt x="1022" y="267"/>
                </a:lnTo>
                <a:lnTo>
                  <a:pt x="1022" y="268"/>
                </a:lnTo>
                <a:lnTo>
                  <a:pt x="1022" y="269"/>
                </a:lnTo>
                <a:lnTo>
                  <a:pt x="1021" y="271"/>
                </a:lnTo>
                <a:lnTo>
                  <a:pt x="1021" y="273"/>
                </a:lnTo>
                <a:lnTo>
                  <a:pt x="1022" y="274"/>
                </a:lnTo>
                <a:lnTo>
                  <a:pt x="1023" y="274"/>
                </a:lnTo>
                <a:lnTo>
                  <a:pt x="1024" y="274"/>
                </a:lnTo>
                <a:lnTo>
                  <a:pt x="1024" y="275"/>
                </a:lnTo>
                <a:lnTo>
                  <a:pt x="1025" y="276"/>
                </a:lnTo>
                <a:lnTo>
                  <a:pt x="1025" y="277"/>
                </a:lnTo>
                <a:lnTo>
                  <a:pt x="1025" y="278"/>
                </a:lnTo>
                <a:lnTo>
                  <a:pt x="1024" y="278"/>
                </a:lnTo>
                <a:lnTo>
                  <a:pt x="1024" y="279"/>
                </a:lnTo>
                <a:lnTo>
                  <a:pt x="1024" y="280"/>
                </a:lnTo>
                <a:lnTo>
                  <a:pt x="1024" y="281"/>
                </a:lnTo>
                <a:lnTo>
                  <a:pt x="1024" y="282"/>
                </a:lnTo>
                <a:lnTo>
                  <a:pt x="1024" y="283"/>
                </a:lnTo>
                <a:lnTo>
                  <a:pt x="1024" y="284"/>
                </a:lnTo>
                <a:lnTo>
                  <a:pt x="1025" y="284"/>
                </a:lnTo>
                <a:lnTo>
                  <a:pt x="1026" y="285"/>
                </a:lnTo>
                <a:lnTo>
                  <a:pt x="1026" y="286"/>
                </a:lnTo>
                <a:lnTo>
                  <a:pt x="1026" y="287"/>
                </a:lnTo>
                <a:lnTo>
                  <a:pt x="1026" y="288"/>
                </a:lnTo>
                <a:lnTo>
                  <a:pt x="1027" y="288"/>
                </a:lnTo>
                <a:lnTo>
                  <a:pt x="1027" y="289"/>
                </a:lnTo>
                <a:lnTo>
                  <a:pt x="1028" y="290"/>
                </a:lnTo>
                <a:lnTo>
                  <a:pt x="1028" y="291"/>
                </a:lnTo>
                <a:lnTo>
                  <a:pt x="1029" y="292"/>
                </a:lnTo>
                <a:lnTo>
                  <a:pt x="1030" y="293"/>
                </a:lnTo>
                <a:lnTo>
                  <a:pt x="1031" y="293"/>
                </a:lnTo>
                <a:lnTo>
                  <a:pt x="1031" y="294"/>
                </a:lnTo>
                <a:lnTo>
                  <a:pt x="1032" y="294"/>
                </a:lnTo>
                <a:lnTo>
                  <a:pt x="1032" y="295"/>
                </a:lnTo>
                <a:lnTo>
                  <a:pt x="1032" y="296"/>
                </a:lnTo>
                <a:lnTo>
                  <a:pt x="1033" y="296"/>
                </a:lnTo>
                <a:lnTo>
                  <a:pt x="1034" y="296"/>
                </a:lnTo>
                <a:lnTo>
                  <a:pt x="1034" y="297"/>
                </a:lnTo>
                <a:lnTo>
                  <a:pt x="1035" y="298"/>
                </a:lnTo>
                <a:lnTo>
                  <a:pt x="1036" y="298"/>
                </a:lnTo>
                <a:lnTo>
                  <a:pt x="1037" y="299"/>
                </a:lnTo>
                <a:lnTo>
                  <a:pt x="1039" y="300"/>
                </a:lnTo>
                <a:lnTo>
                  <a:pt x="1041" y="302"/>
                </a:lnTo>
                <a:lnTo>
                  <a:pt x="1041" y="303"/>
                </a:lnTo>
                <a:lnTo>
                  <a:pt x="1042" y="304"/>
                </a:lnTo>
                <a:lnTo>
                  <a:pt x="1043" y="305"/>
                </a:lnTo>
                <a:lnTo>
                  <a:pt x="1044" y="306"/>
                </a:lnTo>
                <a:lnTo>
                  <a:pt x="1045" y="307"/>
                </a:lnTo>
                <a:lnTo>
                  <a:pt x="1046" y="308"/>
                </a:lnTo>
                <a:lnTo>
                  <a:pt x="1046" y="309"/>
                </a:lnTo>
                <a:lnTo>
                  <a:pt x="1046" y="310"/>
                </a:lnTo>
                <a:lnTo>
                  <a:pt x="1047" y="310"/>
                </a:lnTo>
                <a:lnTo>
                  <a:pt x="1047" y="311"/>
                </a:lnTo>
                <a:lnTo>
                  <a:pt x="1048" y="311"/>
                </a:lnTo>
                <a:lnTo>
                  <a:pt x="1049" y="311"/>
                </a:lnTo>
                <a:lnTo>
                  <a:pt x="1049" y="312"/>
                </a:lnTo>
                <a:lnTo>
                  <a:pt x="1050" y="314"/>
                </a:lnTo>
                <a:lnTo>
                  <a:pt x="1050" y="315"/>
                </a:lnTo>
                <a:lnTo>
                  <a:pt x="1050" y="316"/>
                </a:lnTo>
                <a:lnTo>
                  <a:pt x="1051" y="318"/>
                </a:lnTo>
                <a:lnTo>
                  <a:pt x="1052" y="320"/>
                </a:lnTo>
                <a:lnTo>
                  <a:pt x="1053" y="321"/>
                </a:lnTo>
                <a:lnTo>
                  <a:pt x="1053" y="322"/>
                </a:lnTo>
                <a:lnTo>
                  <a:pt x="1053" y="323"/>
                </a:lnTo>
                <a:lnTo>
                  <a:pt x="1054" y="323"/>
                </a:lnTo>
                <a:lnTo>
                  <a:pt x="1055" y="324"/>
                </a:lnTo>
                <a:lnTo>
                  <a:pt x="1056" y="325"/>
                </a:lnTo>
                <a:lnTo>
                  <a:pt x="1056" y="326"/>
                </a:lnTo>
                <a:lnTo>
                  <a:pt x="1057" y="326"/>
                </a:lnTo>
                <a:lnTo>
                  <a:pt x="1058" y="328"/>
                </a:lnTo>
                <a:lnTo>
                  <a:pt x="1059" y="328"/>
                </a:lnTo>
                <a:lnTo>
                  <a:pt x="1060" y="328"/>
                </a:lnTo>
                <a:lnTo>
                  <a:pt x="1060" y="329"/>
                </a:lnTo>
                <a:lnTo>
                  <a:pt x="1061" y="329"/>
                </a:lnTo>
                <a:lnTo>
                  <a:pt x="1062" y="329"/>
                </a:lnTo>
                <a:lnTo>
                  <a:pt x="1063" y="329"/>
                </a:lnTo>
                <a:lnTo>
                  <a:pt x="1063" y="330"/>
                </a:lnTo>
                <a:lnTo>
                  <a:pt x="1064" y="332"/>
                </a:lnTo>
                <a:lnTo>
                  <a:pt x="1063" y="334"/>
                </a:lnTo>
                <a:lnTo>
                  <a:pt x="1063" y="335"/>
                </a:lnTo>
                <a:lnTo>
                  <a:pt x="1064" y="336"/>
                </a:lnTo>
                <a:lnTo>
                  <a:pt x="1065" y="337"/>
                </a:lnTo>
                <a:lnTo>
                  <a:pt x="1064" y="338"/>
                </a:lnTo>
                <a:lnTo>
                  <a:pt x="1064" y="339"/>
                </a:lnTo>
                <a:lnTo>
                  <a:pt x="1065" y="340"/>
                </a:lnTo>
                <a:lnTo>
                  <a:pt x="1066" y="340"/>
                </a:lnTo>
                <a:lnTo>
                  <a:pt x="1067" y="339"/>
                </a:lnTo>
                <a:lnTo>
                  <a:pt x="1067" y="340"/>
                </a:lnTo>
                <a:lnTo>
                  <a:pt x="1068" y="340"/>
                </a:lnTo>
                <a:lnTo>
                  <a:pt x="1069" y="340"/>
                </a:lnTo>
                <a:lnTo>
                  <a:pt x="1069" y="339"/>
                </a:lnTo>
                <a:lnTo>
                  <a:pt x="1070" y="338"/>
                </a:lnTo>
                <a:lnTo>
                  <a:pt x="1070" y="339"/>
                </a:lnTo>
                <a:lnTo>
                  <a:pt x="1071" y="339"/>
                </a:lnTo>
                <a:lnTo>
                  <a:pt x="1072" y="339"/>
                </a:lnTo>
                <a:lnTo>
                  <a:pt x="1073" y="338"/>
                </a:lnTo>
                <a:lnTo>
                  <a:pt x="1073" y="337"/>
                </a:lnTo>
                <a:lnTo>
                  <a:pt x="1073" y="336"/>
                </a:lnTo>
                <a:lnTo>
                  <a:pt x="1074" y="336"/>
                </a:lnTo>
                <a:lnTo>
                  <a:pt x="1075" y="337"/>
                </a:lnTo>
                <a:lnTo>
                  <a:pt x="1076" y="337"/>
                </a:lnTo>
                <a:lnTo>
                  <a:pt x="1077" y="337"/>
                </a:lnTo>
                <a:lnTo>
                  <a:pt x="1078" y="337"/>
                </a:lnTo>
                <a:lnTo>
                  <a:pt x="1080" y="339"/>
                </a:lnTo>
                <a:lnTo>
                  <a:pt x="1080" y="340"/>
                </a:lnTo>
                <a:lnTo>
                  <a:pt x="1082" y="341"/>
                </a:lnTo>
                <a:lnTo>
                  <a:pt x="1083" y="341"/>
                </a:lnTo>
                <a:lnTo>
                  <a:pt x="1084" y="342"/>
                </a:lnTo>
                <a:lnTo>
                  <a:pt x="1084" y="343"/>
                </a:lnTo>
                <a:lnTo>
                  <a:pt x="1084" y="344"/>
                </a:lnTo>
                <a:lnTo>
                  <a:pt x="1083" y="345"/>
                </a:lnTo>
                <a:lnTo>
                  <a:pt x="1083" y="346"/>
                </a:lnTo>
                <a:lnTo>
                  <a:pt x="1082" y="346"/>
                </a:lnTo>
                <a:lnTo>
                  <a:pt x="1082" y="347"/>
                </a:lnTo>
                <a:lnTo>
                  <a:pt x="1082" y="348"/>
                </a:lnTo>
                <a:lnTo>
                  <a:pt x="1081" y="348"/>
                </a:lnTo>
                <a:lnTo>
                  <a:pt x="1081" y="349"/>
                </a:lnTo>
                <a:lnTo>
                  <a:pt x="1081" y="350"/>
                </a:lnTo>
                <a:lnTo>
                  <a:pt x="1080" y="351"/>
                </a:lnTo>
                <a:lnTo>
                  <a:pt x="1080" y="352"/>
                </a:lnTo>
                <a:lnTo>
                  <a:pt x="1081" y="353"/>
                </a:lnTo>
                <a:lnTo>
                  <a:pt x="1082" y="353"/>
                </a:lnTo>
                <a:lnTo>
                  <a:pt x="1083" y="353"/>
                </a:lnTo>
                <a:lnTo>
                  <a:pt x="1084" y="354"/>
                </a:lnTo>
                <a:lnTo>
                  <a:pt x="1085" y="355"/>
                </a:lnTo>
                <a:lnTo>
                  <a:pt x="1085" y="356"/>
                </a:lnTo>
                <a:lnTo>
                  <a:pt x="1085" y="357"/>
                </a:lnTo>
                <a:lnTo>
                  <a:pt x="1086" y="358"/>
                </a:lnTo>
                <a:lnTo>
                  <a:pt x="1087" y="359"/>
                </a:lnTo>
                <a:lnTo>
                  <a:pt x="1088" y="360"/>
                </a:lnTo>
                <a:lnTo>
                  <a:pt x="1089" y="362"/>
                </a:lnTo>
                <a:lnTo>
                  <a:pt x="1089" y="363"/>
                </a:lnTo>
                <a:lnTo>
                  <a:pt x="1090" y="363"/>
                </a:lnTo>
                <a:lnTo>
                  <a:pt x="1089" y="363"/>
                </a:lnTo>
                <a:lnTo>
                  <a:pt x="1088" y="363"/>
                </a:lnTo>
                <a:lnTo>
                  <a:pt x="1087" y="364"/>
                </a:lnTo>
                <a:lnTo>
                  <a:pt x="1086" y="365"/>
                </a:lnTo>
                <a:lnTo>
                  <a:pt x="1085" y="366"/>
                </a:lnTo>
                <a:lnTo>
                  <a:pt x="1085" y="368"/>
                </a:lnTo>
                <a:lnTo>
                  <a:pt x="1086" y="368"/>
                </a:lnTo>
                <a:lnTo>
                  <a:pt x="1087" y="368"/>
                </a:lnTo>
                <a:lnTo>
                  <a:pt x="1088" y="367"/>
                </a:lnTo>
                <a:lnTo>
                  <a:pt x="1088" y="368"/>
                </a:lnTo>
                <a:lnTo>
                  <a:pt x="1088" y="369"/>
                </a:lnTo>
                <a:lnTo>
                  <a:pt x="1090" y="369"/>
                </a:lnTo>
                <a:lnTo>
                  <a:pt x="1091" y="368"/>
                </a:lnTo>
                <a:lnTo>
                  <a:pt x="1092" y="368"/>
                </a:lnTo>
                <a:lnTo>
                  <a:pt x="1093" y="369"/>
                </a:lnTo>
                <a:lnTo>
                  <a:pt x="1093" y="370"/>
                </a:lnTo>
                <a:lnTo>
                  <a:pt x="1094" y="371"/>
                </a:lnTo>
                <a:lnTo>
                  <a:pt x="1095" y="371"/>
                </a:lnTo>
                <a:lnTo>
                  <a:pt x="1095" y="372"/>
                </a:lnTo>
                <a:lnTo>
                  <a:pt x="1095" y="373"/>
                </a:lnTo>
                <a:lnTo>
                  <a:pt x="1096" y="373"/>
                </a:lnTo>
                <a:lnTo>
                  <a:pt x="1096" y="374"/>
                </a:lnTo>
                <a:lnTo>
                  <a:pt x="1096" y="375"/>
                </a:lnTo>
                <a:lnTo>
                  <a:pt x="1097" y="376"/>
                </a:lnTo>
                <a:lnTo>
                  <a:pt x="1097" y="377"/>
                </a:lnTo>
                <a:lnTo>
                  <a:pt x="1098" y="377"/>
                </a:lnTo>
                <a:lnTo>
                  <a:pt x="1099" y="378"/>
                </a:lnTo>
                <a:lnTo>
                  <a:pt x="1100" y="379"/>
                </a:lnTo>
                <a:lnTo>
                  <a:pt x="1101" y="381"/>
                </a:lnTo>
                <a:lnTo>
                  <a:pt x="1102" y="384"/>
                </a:lnTo>
                <a:lnTo>
                  <a:pt x="1103" y="384"/>
                </a:lnTo>
                <a:lnTo>
                  <a:pt x="1103" y="385"/>
                </a:lnTo>
                <a:lnTo>
                  <a:pt x="1104" y="385"/>
                </a:lnTo>
                <a:lnTo>
                  <a:pt x="1104" y="386"/>
                </a:lnTo>
                <a:lnTo>
                  <a:pt x="1106" y="389"/>
                </a:lnTo>
                <a:lnTo>
                  <a:pt x="1106" y="391"/>
                </a:lnTo>
                <a:lnTo>
                  <a:pt x="1108" y="393"/>
                </a:lnTo>
                <a:lnTo>
                  <a:pt x="1108" y="394"/>
                </a:lnTo>
                <a:lnTo>
                  <a:pt x="1108" y="395"/>
                </a:lnTo>
                <a:lnTo>
                  <a:pt x="1109" y="396"/>
                </a:lnTo>
                <a:lnTo>
                  <a:pt x="1110" y="396"/>
                </a:lnTo>
                <a:lnTo>
                  <a:pt x="1111" y="396"/>
                </a:lnTo>
                <a:lnTo>
                  <a:pt x="1111" y="397"/>
                </a:lnTo>
                <a:lnTo>
                  <a:pt x="1111" y="398"/>
                </a:lnTo>
                <a:lnTo>
                  <a:pt x="1112" y="399"/>
                </a:lnTo>
                <a:lnTo>
                  <a:pt x="1112" y="400"/>
                </a:lnTo>
                <a:lnTo>
                  <a:pt x="1113" y="400"/>
                </a:lnTo>
                <a:lnTo>
                  <a:pt x="1114" y="400"/>
                </a:lnTo>
                <a:lnTo>
                  <a:pt x="1114" y="399"/>
                </a:lnTo>
                <a:lnTo>
                  <a:pt x="1115" y="400"/>
                </a:lnTo>
                <a:lnTo>
                  <a:pt x="1116" y="402"/>
                </a:lnTo>
                <a:lnTo>
                  <a:pt x="1117" y="402"/>
                </a:lnTo>
                <a:lnTo>
                  <a:pt x="1119" y="402"/>
                </a:lnTo>
                <a:lnTo>
                  <a:pt x="1122" y="401"/>
                </a:lnTo>
                <a:lnTo>
                  <a:pt x="1122" y="400"/>
                </a:lnTo>
                <a:lnTo>
                  <a:pt x="1122" y="399"/>
                </a:lnTo>
                <a:lnTo>
                  <a:pt x="1123" y="398"/>
                </a:lnTo>
                <a:lnTo>
                  <a:pt x="1124" y="397"/>
                </a:lnTo>
                <a:lnTo>
                  <a:pt x="1125" y="397"/>
                </a:lnTo>
                <a:lnTo>
                  <a:pt x="1126" y="397"/>
                </a:lnTo>
                <a:lnTo>
                  <a:pt x="1128" y="398"/>
                </a:lnTo>
                <a:lnTo>
                  <a:pt x="1128" y="399"/>
                </a:lnTo>
                <a:lnTo>
                  <a:pt x="1129" y="400"/>
                </a:lnTo>
                <a:lnTo>
                  <a:pt x="1130" y="400"/>
                </a:lnTo>
                <a:lnTo>
                  <a:pt x="1131" y="400"/>
                </a:lnTo>
                <a:lnTo>
                  <a:pt x="1132" y="400"/>
                </a:lnTo>
                <a:lnTo>
                  <a:pt x="1133" y="400"/>
                </a:lnTo>
                <a:lnTo>
                  <a:pt x="1134" y="400"/>
                </a:lnTo>
                <a:lnTo>
                  <a:pt x="1135" y="400"/>
                </a:lnTo>
                <a:lnTo>
                  <a:pt x="1135" y="401"/>
                </a:lnTo>
                <a:lnTo>
                  <a:pt x="1136" y="401"/>
                </a:lnTo>
                <a:lnTo>
                  <a:pt x="1137" y="401"/>
                </a:lnTo>
                <a:lnTo>
                  <a:pt x="1138" y="400"/>
                </a:lnTo>
                <a:lnTo>
                  <a:pt x="1138" y="399"/>
                </a:lnTo>
                <a:lnTo>
                  <a:pt x="1140" y="397"/>
                </a:lnTo>
                <a:lnTo>
                  <a:pt x="1140" y="396"/>
                </a:lnTo>
                <a:lnTo>
                  <a:pt x="1141" y="396"/>
                </a:lnTo>
                <a:lnTo>
                  <a:pt x="1142" y="395"/>
                </a:lnTo>
                <a:lnTo>
                  <a:pt x="1146" y="394"/>
                </a:lnTo>
                <a:lnTo>
                  <a:pt x="1147" y="394"/>
                </a:lnTo>
                <a:lnTo>
                  <a:pt x="1147" y="393"/>
                </a:lnTo>
                <a:lnTo>
                  <a:pt x="1147" y="392"/>
                </a:lnTo>
                <a:lnTo>
                  <a:pt x="1148" y="391"/>
                </a:lnTo>
                <a:lnTo>
                  <a:pt x="1149" y="391"/>
                </a:lnTo>
                <a:lnTo>
                  <a:pt x="1150" y="391"/>
                </a:lnTo>
                <a:lnTo>
                  <a:pt x="1151" y="391"/>
                </a:lnTo>
                <a:lnTo>
                  <a:pt x="1152" y="390"/>
                </a:lnTo>
                <a:lnTo>
                  <a:pt x="1153" y="388"/>
                </a:lnTo>
                <a:lnTo>
                  <a:pt x="1153" y="387"/>
                </a:lnTo>
                <a:lnTo>
                  <a:pt x="1154" y="387"/>
                </a:lnTo>
                <a:lnTo>
                  <a:pt x="1156" y="386"/>
                </a:lnTo>
                <a:lnTo>
                  <a:pt x="1157" y="386"/>
                </a:lnTo>
                <a:lnTo>
                  <a:pt x="1157" y="387"/>
                </a:lnTo>
                <a:lnTo>
                  <a:pt x="1157" y="388"/>
                </a:lnTo>
                <a:lnTo>
                  <a:pt x="1158" y="387"/>
                </a:lnTo>
                <a:lnTo>
                  <a:pt x="1159" y="386"/>
                </a:lnTo>
                <a:lnTo>
                  <a:pt x="1159" y="385"/>
                </a:lnTo>
                <a:lnTo>
                  <a:pt x="1160" y="385"/>
                </a:lnTo>
                <a:lnTo>
                  <a:pt x="1160" y="384"/>
                </a:lnTo>
                <a:lnTo>
                  <a:pt x="1160" y="385"/>
                </a:lnTo>
                <a:lnTo>
                  <a:pt x="1161" y="385"/>
                </a:lnTo>
                <a:lnTo>
                  <a:pt x="1162" y="384"/>
                </a:lnTo>
                <a:lnTo>
                  <a:pt x="1161" y="383"/>
                </a:lnTo>
                <a:lnTo>
                  <a:pt x="1162" y="383"/>
                </a:lnTo>
                <a:lnTo>
                  <a:pt x="1162" y="382"/>
                </a:lnTo>
                <a:lnTo>
                  <a:pt x="1163" y="382"/>
                </a:lnTo>
                <a:lnTo>
                  <a:pt x="1163" y="381"/>
                </a:lnTo>
                <a:lnTo>
                  <a:pt x="1164" y="381"/>
                </a:lnTo>
                <a:lnTo>
                  <a:pt x="1164" y="380"/>
                </a:lnTo>
                <a:lnTo>
                  <a:pt x="1164" y="379"/>
                </a:lnTo>
                <a:lnTo>
                  <a:pt x="1164" y="378"/>
                </a:lnTo>
                <a:lnTo>
                  <a:pt x="1164" y="377"/>
                </a:lnTo>
                <a:lnTo>
                  <a:pt x="1164" y="376"/>
                </a:lnTo>
                <a:lnTo>
                  <a:pt x="1164" y="375"/>
                </a:lnTo>
                <a:lnTo>
                  <a:pt x="1163" y="374"/>
                </a:lnTo>
                <a:lnTo>
                  <a:pt x="1163" y="373"/>
                </a:lnTo>
                <a:lnTo>
                  <a:pt x="1163" y="372"/>
                </a:lnTo>
                <a:lnTo>
                  <a:pt x="1162" y="371"/>
                </a:lnTo>
                <a:lnTo>
                  <a:pt x="1161" y="369"/>
                </a:lnTo>
                <a:lnTo>
                  <a:pt x="1160" y="368"/>
                </a:lnTo>
                <a:lnTo>
                  <a:pt x="1158" y="366"/>
                </a:lnTo>
                <a:lnTo>
                  <a:pt x="1158" y="365"/>
                </a:lnTo>
                <a:lnTo>
                  <a:pt x="1158" y="364"/>
                </a:lnTo>
                <a:lnTo>
                  <a:pt x="1158" y="363"/>
                </a:lnTo>
                <a:lnTo>
                  <a:pt x="1158" y="362"/>
                </a:lnTo>
                <a:lnTo>
                  <a:pt x="1158" y="361"/>
                </a:lnTo>
                <a:lnTo>
                  <a:pt x="1158" y="360"/>
                </a:lnTo>
                <a:lnTo>
                  <a:pt x="1157" y="360"/>
                </a:lnTo>
                <a:lnTo>
                  <a:pt x="1157" y="359"/>
                </a:lnTo>
                <a:lnTo>
                  <a:pt x="1158" y="358"/>
                </a:lnTo>
                <a:lnTo>
                  <a:pt x="1159" y="356"/>
                </a:lnTo>
                <a:lnTo>
                  <a:pt x="1158" y="355"/>
                </a:lnTo>
                <a:lnTo>
                  <a:pt x="1157" y="355"/>
                </a:lnTo>
                <a:lnTo>
                  <a:pt x="1156" y="354"/>
                </a:lnTo>
                <a:lnTo>
                  <a:pt x="1156" y="353"/>
                </a:lnTo>
                <a:lnTo>
                  <a:pt x="1156" y="352"/>
                </a:lnTo>
                <a:lnTo>
                  <a:pt x="1156" y="351"/>
                </a:lnTo>
                <a:lnTo>
                  <a:pt x="1156" y="350"/>
                </a:lnTo>
                <a:lnTo>
                  <a:pt x="1155" y="350"/>
                </a:lnTo>
                <a:lnTo>
                  <a:pt x="1154" y="350"/>
                </a:lnTo>
                <a:lnTo>
                  <a:pt x="1154" y="349"/>
                </a:lnTo>
                <a:lnTo>
                  <a:pt x="1155" y="348"/>
                </a:lnTo>
                <a:lnTo>
                  <a:pt x="1154" y="347"/>
                </a:lnTo>
                <a:lnTo>
                  <a:pt x="1154" y="346"/>
                </a:lnTo>
                <a:lnTo>
                  <a:pt x="1153" y="345"/>
                </a:lnTo>
                <a:lnTo>
                  <a:pt x="1152" y="343"/>
                </a:lnTo>
                <a:lnTo>
                  <a:pt x="1152" y="342"/>
                </a:lnTo>
                <a:lnTo>
                  <a:pt x="1153" y="339"/>
                </a:lnTo>
                <a:lnTo>
                  <a:pt x="1154" y="337"/>
                </a:lnTo>
                <a:lnTo>
                  <a:pt x="1155" y="337"/>
                </a:lnTo>
                <a:lnTo>
                  <a:pt x="1155" y="336"/>
                </a:lnTo>
                <a:lnTo>
                  <a:pt x="1155" y="335"/>
                </a:lnTo>
                <a:lnTo>
                  <a:pt x="1156" y="334"/>
                </a:lnTo>
                <a:lnTo>
                  <a:pt x="1156" y="333"/>
                </a:lnTo>
                <a:lnTo>
                  <a:pt x="1157" y="333"/>
                </a:lnTo>
                <a:lnTo>
                  <a:pt x="1158" y="333"/>
                </a:lnTo>
                <a:lnTo>
                  <a:pt x="1158" y="334"/>
                </a:lnTo>
                <a:lnTo>
                  <a:pt x="1159" y="334"/>
                </a:lnTo>
                <a:lnTo>
                  <a:pt x="1160" y="334"/>
                </a:lnTo>
                <a:lnTo>
                  <a:pt x="1161" y="334"/>
                </a:lnTo>
                <a:lnTo>
                  <a:pt x="1161" y="335"/>
                </a:lnTo>
                <a:lnTo>
                  <a:pt x="1162" y="336"/>
                </a:lnTo>
                <a:lnTo>
                  <a:pt x="1163" y="337"/>
                </a:lnTo>
                <a:lnTo>
                  <a:pt x="1164" y="336"/>
                </a:lnTo>
                <a:lnTo>
                  <a:pt x="1165" y="336"/>
                </a:lnTo>
                <a:lnTo>
                  <a:pt x="1165" y="335"/>
                </a:lnTo>
                <a:lnTo>
                  <a:pt x="1165" y="334"/>
                </a:lnTo>
                <a:lnTo>
                  <a:pt x="1165" y="333"/>
                </a:lnTo>
                <a:lnTo>
                  <a:pt x="1164" y="333"/>
                </a:lnTo>
                <a:lnTo>
                  <a:pt x="1165" y="333"/>
                </a:lnTo>
                <a:lnTo>
                  <a:pt x="1166" y="333"/>
                </a:lnTo>
                <a:lnTo>
                  <a:pt x="1167" y="333"/>
                </a:lnTo>
                <a:lnTo>
                  <a:pt x="1169" y="334"/>
                </a:lnTo>
                <a:lnTo>
                  <a:pt x="1170" y="334"/>
                </a:lnTo>
                <a:lnTo>
                  <a:pt x="1171" y="334"/>
                </a:lnTo>
                <a:lnTo>
                  <a:pt x="1172" y="334"/>
                </a:lnTo>
                <a:lnTo>
                  <a:pt x="1174" y="333"/>
                </a:lnTo>
                <a:lnTo>
                  <a:pt x="1176" y="331"/>
                </a:lnTo>
                <a:lnTo>
                  <a:pt x="1176" y="330"/>
                </a:lnTo>
                <a:lnTo>
                  <a:pt x="1176" y="329"/>
                </a:lnTo>
                <a:lnTo>
                  <a:pt x="1177" y="328"/>
                </a:lnTo>
                <a:lnTo>
                  <a:pt x="1178" y="328"/>
                </a:lnTo>
                <a:lnTo>
                  <a:pt x="1178" y="327"/>
                </a:lnTo>
                <a:lnTo>
                  <a:pt x="1178" y="326"/>
                </a:lnTo>
                <a:lnTo>
                  <a:pt x="1177" y="326"/>
                </a:lnTo>
                <a:lnTo>
                  <a:pt x="1177" y="325"/>
                </a:lnTo>
                <a:lnTo>
                  <a:pt x="1178" y="325"/>
                </a:lnTo>
                <a:lnTo>
                  <a:pt x="1178" y="324"/>
                </a:lnTo>
                <a:lnTo>
                  <a:pt x="1178" y="323"/>
                </a:lnTo>
                <a:lnTo>
                  <a:pt x="1179" y="322"/>
                </a:lnTo>
                <a:lnTo>
                  <a:pt x="1181" y="322"/>
                </a:lnTo>
                <a:lnTo>
                  <a:pt x="1183" y="320"/>
                </a:lnTo>
                <a:lnTo>
                  <a:pt x="1183" y="319"/>
                </a:lnTo>
                <a:lnTo>
                  <a:pt x="1184" y="317"/>
                </a:lnTo>
                <a:lnTo>
                  <a:pt x="1184" y="316"/>
                </a:lnTo>
                <a:lnTo>
                  <a:pt x="1184" y="315"/>
                </a:lnTo>
                <a:lnTo>
                  <a:pt x="1185" y="315"/>
                </a:lnTo>
                <a:lnTo>
                  <a:pt x="1186" y="314"/>
                </a:lnTo>
                <a:lnTo>
                  <a:pt x="1187" y="314"/>
                </a:lnTo>
                <a:lnTo>
                  <a:pt x="1188" y="314"/>
                </a:lnTo>
                <a:lnTo>
                  <a:pt x="1188" y="313"/>
                </a:lnTo>
                <a:lnTo>
                  <a:pt x="1188" y="312"/>
                </a:lnTo>
                <a:lnTo>
                  <a:pt x="1189" y="312"/>
                </a:lnTo>
                <a:lnTo>
                  <a:pt x="1189" y="313"/>
                </a:lnTo>
                <a:lnTo>
                  <a:pt x="1191" y="313"/>
                </a:lnTo>
                <a:lnTo>
                  <a:pt x="1193" y="313"/>
                </a:lnTo>
                <a:lnTo>
                  <a:pt x="1194" y="313"/>
                </a:lnTo>
                <a:lnTo>
                  <a:pt x="1195" y="313"/>
                </a:lnTo>
                <a:lnTo>
                  <a:pt x="1195" y="312"/>
                </a:lnTo>
                <a:lnTo>
                  <a:pt x="1196" y="312"/>
                </a:lnTo>
                <a:lnTo>
                  <a:pt x="1197" y="312"/>
                </a:lnTo>
                <a:lnTo>
                  <a:pt x="1198" y="312"/>
                </a:lnTo>
                <a:lnTo>
                  <a:pt x="1199" y="312"/>
                </a:lnTo>
                <a:lnTo>
                  <a:pt x="1202" y="310"/>
                </a:lnTo>
                <a:lnTo>
                  <a:pt x="1203" y="310"/>
                </a:lnTo>
                <a:lnTo>
                  <a:pt x="1203" y="309"/>
                </a:lnTo>
                <a:lnTo>
                  <a:pt x="1204" y="309"/>
                </a:lnTo>
                <a:lnTo>
                  <a:pt x="1204" y="308"/>
                </a:lnTo>
                <a:lnTo>
                  <a:pt x="1205" y="308"/>
                </a:lnTo>
                <a:lnTo>
                  <a:pt x="1206" y="308"/>
                </a:lnTo>
                <a:lnTo>
                  <a:pt x="1208" y="308"/>
                </a:lnTo>
                <a:lnTo>
                  <a:pt x="1209" y="308"/>
                </a:lnTo>
                <a:lnTo>
                  <a:pt x="1211" y="308"/>
                </a:lnTo>
                <a:lnTo>
                  <a:pt x="1212" y="308"/>
                </a:lnTo>
                <a:lnTo>
                  <a:pt x="1213" y="308"/>
                </a:lnTo>
                <a:lnTo>
                  <a:pt x="1214" y="307"/>
                </a:lnTo>
                <a:lnTo>
                  <a:pt x="1215" y="306"/>
                </a:lnTo>
                <a:lnTo>
                  <a:pt x="1216" y="306"/>
                </a:lnTo>
                <a:lnTo>
                  <a:pt x="1217" y="306"/>
                </a:lnTo>
                <a:lnTo>
                  <a:pt x="1217" y="305"/>
                </a:lnTo>
                <a:lnTo>
                  <a:pt x="1218" y="305"/>
                </a:lnTo>
                <a:lnTo>
                  <a:pt x="1220" y="305"/>
                </a:lnTo>
                <a:lnTo>
                  <a:pt x="1221" y="305"/>
                </a:lnTo>
                <a:lnTo>
                  <a:pt x="1223" y="304"/>
                </a:lnTo>
                <a:lnTo>
                  <a:pt x="1223" y="303"/>
                </a:lnTo>
                <a:lnTo>
                  <a:pt x="1223" y="302"/>
                </a:lnTo>
                <a:lnTo>
                  <a:pt x="1222" y="302"/>
                </a:lnTo>
                <a:lnTo>
                  <a:pt x="1222" y="301"/>
                </a:lnTo>
                <a:lnTo>
                  <a:pt x="1223" y="301"/>
                </a:lnTo>
                <a:lnTo>
                  <a:pt x="1223" y="300"/>
                </a:lnTo>
                <a:lnTo>
                  <a:pt x="1224" y="300"/>
                </a:lnTo>
                <a:lnTo>
                  <a:pt x="1225" y="300"/>
                </a:lnTo>
                <a:lnTo>
                  <a:pt x="1226" y="300"/>
                </a:lnTo>
                <a:lnTo>
                  <a:pt x="1228" y="300"/>
                </a:lnTo>
                <a:lnTo>
                  <a:pt x="1228" y="299"/>
                </a:lnTo>
                <a:lnTo>
                  <a:pt x="1229" y="298"/>
                </a:lnTo>
                <a:lnTo>
                  <a:pt x="1228" y="296"/>
                </a:lnTo>
                <a:lnTo>
                  <a:pt x="1227" y="294"/>
                </a:lnTo>
                <a:lnTo>
                  <a:pt x="1226" y="293"/>
                </a:lnTo>
                <a:lnTo>
                  <a:pt x="1226" y="292"/>
                </a:lnTo>
                <a:lnTo>
                  <a:pt x="1227" y="291"/>
                </a:lnTo>
                <a:lnTo>
                  <a:pt x="1228" y="291"/>
                </a:lnTo>
                <a:lnTo>
                  <a:pt x="1228" y="290"/>
                </a:lnTo>
                <a:lnTo>
                  <a:pt x="1227" y="289"/>
                </a:lnTo>
                <a:lnTo>
                  <a:pt x="1226" y="288"/>
                </a:lnTo>
                <a:lnTo>
                  <a:pt x="1225" y="288"/>
                </a:lnTo>
                <a:lnTo>
                  <a:pt x="1225" y="287"/>
                </a:lnTo>
                <a:lnTo>
                  <a:pt x="1225" y="286"/>
                </a:lnTo>
                <a:lnTo>
                  <a:pt x="1225" y="285"/>
                </a:lnTo>
                <a:lnTo>
                  <a:pt x="1227" y="285"/>
                </a:lnTo>
                <a:lnTo>
                  <a:pt x="1228" y="285"/>
                </a:lnTo>
                <a:lnTo>
                  <a:pt x="1229" y="284"/>
                </a:lnTo>
                <a:lnTo>
                  <a:pt x="1230" y="282"/>
                </a:lnTo>
                <a:lnTo>
                  <a:pt x="1230" y="281"/>
                </a:lnTo>
                <a:lnTo>
                  <a:pt x="1231" y="279"/>
                </a:lnTo>
                <a:lnTo>
                  <a:pt x="1232" y="278"/>
                </a:lnTo>
                <a:lnTo>
                  <a:pt x="1232" y="277"/>
                </a:lnTo>
                <a:lnTo>
                  <a:pt x="1233" y="277"/>
                </a:lnTo>
                <a:lnTo>
                  <a:pt x="1233" y="276"/>
                </a:lnTo>
                <a:lnTo>
                  <a:pt x="1233" y="275"/>
                </a:lnTo>
                <a:lnTo>
                  <a:pt x="1234" y="274"/>
                </a:lnTo>
                <a:lnTo>
                  <a:pt x="1235" y="273"/>
                </a:lnTo>
                <a:lnTo>
                  <a:pt x="1235" y="274"/>
                </a:lnTo>
                <a:lnTo>
                  <a:pt x="1235" y="275"/>
                </a:lnTo>
                <a:lnTo>
                  <a:pt x="1237" y="275"/>
                </a:lnTo>
                <a:lnTo>
                  <a:pt x="1237" y="274"/>
                </a:lnTo>
                <a:lnTo>
                  <a:pt x="1238" y="273"/>
                </a:lnTo>
                <a:lnTo>
                  <a:pt x="1238" y="272"/>
                </a:lnTo>
                <a:lnTo>
                  <a:pt x="1239" y="271"/>
                </a:lnTo>
                <a:lnTo>
                  <a:pt x="1239" y="272"/>
                </a:lnTo>
                <a:lnTo>
                  <a:pt x="1239" y="271"/>
                </a:lnTo>
                <a:lnTo>
                  <a:pt x="1240" y="269"/>
                </a:lnTo>
                <a:lnTo>
                  <a:pt x="1241" y="269"/>
                </a:lnTo>
                <a:lnTo>
                  <a:pt x="1242" y="270"/>
                </a:lnTo>
                <a:lnTo>
                  <a:pt x="1243" y="270"/>
                </a:lnTo>
                <a:lnTo>
                  <a:pt x="1243" y="269"/>
                </a:lnTo>
                <a:lnTo>
                  <a:pt x="1243" y="268"/>
                </a:lnTo>
                <a:lnTo>
                  <a:pt x="1243" y="267"/>
                </a:lnTo>
                <a:lnTo>
                  <a:pt x="1244" y="267"/>
                </a:lnTo>
                <a:lnTo>
                  <a:pt x="1246" y="267"/>
                </a:lnTo>
                <a:lnTo>
                  <a:pt x="1247" y="267"/>
                </a:lnTo>
                <a:lnTo>
                  <a:pt x="1247" y="268"/>
                </a:lnTo>
                <a:lnTo>
                  <a:pt x="1248" y="268"/>
                </a:lnTo>
                <a:lnTo>
                  <a:pt x="1249" y="268"/>
                </a:lnTo>
                <a:lnTo>
                  <a:pt x="1250" y="268"/>
                </a:lnTo>
                <a:lnTo>
                  <a:pt x="1251" y="268"/>
                </a:lnTo>
                <a:lnTo>
                  <a:pt x="1252" y="270"/>
                </a:lnTo>
                <a:lnTo>
                  <a:pt x="1252" y="271"/>
                </a:lnTo>
                <a:lnTo>
                  <a:pt x="1253" y="270"/>
                </a:lnTo>
                <a:lnTo>
                  <a:pt x="1254" y="270"/>
                </a:lnTo>
                <a:lnTo>
                  <a:pt x="1254" y="271"/>
                </a:lnTo>
                <a:lnTo>
                  <a:pt x="1255" y="273"/>
                </a:lnTo>
                <a:lnTo>
                  <a:pt x="1254" y="273"/>
                </a:lnTo>
                <a:lnTo>
                  <a:pt x="1253" y="274"/>
                </a:lnTo>
                <a:lnTo>
                  <a:pt x="1254" y="275"/>
                </a:lnTo>
                <a:lnTo>
                  <a:pt x="1255" y="275"/>
                </a:lnTo>
                <a:lnTo>
                  <a:pt x="1256" y="276"/>
                </a:lnTo>
                <a:lnTo>
                  <a:pt x="1257" y="277"/>
                </a:lnTo>
                <a:lnTo>
                  <a:pt x="1258" y="277"/>
                </a:lnTo>
                <a:lnTo>
                  <a:pt x="1259" y="277"/>
                </a:lnTo>
                <a:lnTo>
                  <a:pt x="1259" y="278"/>
                </a:lnTo>
                <a:lnTo>
                  <a:pt x="1258" y="278"/>
                </a:lnTo>
                <a:lnTo>
                  <a:pt x="1260" y="280"/>
                </a:lnTo>
                <a:lnTo>
                  <a:pt x="1260" y="281"/>
                </a:lnTo>
                <a:lnTo>
                  <a:pt x="1260" y="282"/>
                </a:lnTo>
                <a:lnTo>
                  <a:pt x="1260" y="283"/>
                </a:lnTo>
                <a:lnTo>
                  <a:pt x="1261" y="283"/>
                </a:lnTo>
                <a:lnTo>
                  <a:pt x="1261" y="284"/>
                </a:lnTo>
                <a:lnTo>
                  <a:pt x="1262" y="286"/>
                </a:lnTo>
                <a:lnTo>
                  <a:pt x="1261" y="287"/>
                </a:lnTo>
                <a:lnTo>
                  <a:pt x="1261" y="288"/>
                </a:lnTo>
                <a:lnTo>
                  <a:pt x="1261" y="292"/>
                </a:lnTo>
                <a:lnTo>
                  <a:pt x="1262" y="294"/>
                </a:lnTo>
                <a:lnTo>
                  <a:pt x="1262" y="295"/>
                </a:lnTo>
                <a:lnTo>
                  <a:pt x="1263" y="297"/>
                </a:lnTo>
                <a:lnTo>
                  <a:pt x="1264" y="297"/>
                </a:lnTo>
                <a:lnTo>
                  <a:pt x="1265" y="298"/>
                </a:lnTo>
                <a:lnTo>
                  <a:pt x="1266" y="298"/>
                </a:lnTo>
                <a:lnTo>
                  <a:pt x="1267" y="298"/>
                </a:lnTo>
                <a:lnTo>
                  <a:pt x="1268" y="298"/>
                </a:lnTo>
                <a:lnTo>
                  <a:pt x="1269" y="299"/>
                </a:lnTo>
                <a:lnTo>
                  <a:pt x="1269" y="300"/>
                </a:lnTo>
                <a:lnTo>
                  <a:pt x="1270" y="301"/>
                </a:lnTo>
                <a:lnTo>
                  <a:pt x="1272" y="301"/>
                </a:lnTo>
                <a:lnTo>
                  <a:pt x="1274" y="300"/>
                </a:lnTo>
                <a:lnTo>
                  <a:pt x="1274" y="299"/>
                </a:lnTo>
                <a:lnTo>
                  <a:pt x="1275" y="299"/>
                </a:lnTo>
                <a:lnTo>
                  <a:pt x="1276" y="298"/>
                </a:lnTo>
                <a:lnTo>
                  <a:pt x="1277" y="297"/>
                </a:lnTo>
                <a:lnTo>
                  <a:pt x="1277" y="296"/>
                </a:lnTo>
                <a:lnTo>
                  <a:pt x="1277" y="295"/>
                </a:lnTo>
                <a:lnTo>
                  <a:pt x="1277" y="293"/>
                </a:lnTo>
                <a:lnTo>
                  <a:pt x="1277" y="291"/>
                </a:lnTo>
                <a:lnTo>
                  <a:pt x="1278" y="291"/>
                </a:lnTo>
                <a:lnTo>
                  <a:pt x="1278" y="290"/>
                </a:lnTo>
                <a:lnTo>
                  <a:pt x="1280" y="290"/>
                </a:lnTo>
                <a:lnTo>
                  <a:pt x="1280" y="289"/>
                </a:lnTo>
                <a:lnTo>
                  <a:pt x="1281" y="289"/>
                </a:lnTo>
                <a:lnTo>
                  <a:pt x="1281" y="287"/>
                </a:lnTo>
                <a:lnTo>
                  <a:pt x="1280" y="284"/>
                </a:lnTo>
                <a:lnTo>
                  <a:pt x="1280" y="283"/>
                </a:lnTo>
                <a:lnTo>
                  <a:pt x="1280" y="282"/>
                </a:lnTo>
                <a:lnTo>
                  <a:pt x="1280" y="281"/>
                </a:lnTo>
                <a:lnTo>
                  <a:pt x="1281" y="281"/>
                </a:lnTo>
                <a:lnTo>
                  <a:pt x="1282" y="279"/>
                </a:lnTo>
                <a:lnTo>
                  <a:pt x="1282" y="278"/>
                </a:lnTo>
                <a:lnTo>
                  <a:pt x="1283" y="278"/>
                </a:lnTo>
                <a:lnTo>
                  <a:pt x="1283" y="277"/>
                </a:lnTo>
                <a:lnTo>
                  <a:pt x="1283" y="278"/>
                </a:lnTo>
                <a:lnTo>
                  <a:pt x="1284" y="278"/>
                </a:lnTo>
                <a:lnTo>
                  <a:pt x="1284" y="277"/>
                </a:lnTo>
                <a:lnTo>
                  <a:pt x="1284" y="276"/>
                </a:lnTo>
                <a:lnTo>
                  <a:pt x="1284" y="275"/>
                </a:lnTo>
                <a:lnTo>
                  <a:pt x="1285" y="275"/>
                </a:lnTo>
                <a:lnTo>
                  <a:pt x="1286" y="274"/>
                </a:lnTo>
                <a:lnTo>
                  <a:pt x="1287" y="274"/>
                </a:lnTo>
                <a:lnTo>
                  <a:pt x="1288" y="273"/>
                </a:lnTo>
                <a:lnTo>
                  <a:pt x="1289" y="273"/>
                </a:lnTo>
                <a:lnTo>
                  <a:pt x="1289" y="272"/>
                </a:lnTo>
                <a:lnTo>
                  <a:pt x="1290" y="272"/>
                </a:lnTo>
                <a:lnTo>
                  <a:pt x="1290" y="273"/>
                </a:lnTo>
                <a:lnTo>
                  <a:pt x="1290" y="274"/>
                </a:lnTo>
                <a:lnTo>
                  <a:pt x="1291" y="274"/>
                </a:lnTo>
                <a:lnTo>
                  <a:pt x="1291" y="273"/>
                </a:lnTo>
                <a:lnTo>
                  <a:pt x="1293" y="272"/>
                </a:lnTo>
                <a:lnTo>
                  <a:pt x="1293" y="270"/>
                </a:lnTo>
                <a:lnTo>
                  <a:pt x="1293" y="269"/>
                </a:lnTo>
                <a:lnTo>
                  <a:pt x="1294" y="269"/>
                </a:lnTo>
                <a:lnTo>
                  <a:pt x="1294" y="268"/>
                </a:lnTo>
                <a:lnTo>
                  <a:pt x="1294" y="267"/>
                </a:lnTo>
                <a:lnTo>
                  <a:pt x="1294" y="265"/>
                </a:lnTo>
                <a:lnTo>
                  <a:pt x="1293" y="264"/>
                </a:lnTo>
                <a:lnTo>
                  <a:pt x="1294" y="264"/>
                </a:lnTo>
                <a:lnTo>
                  <a:pt x="1294" y="263"/>
                </a:lnTo>
                <a:lnTo>
                  <a:pt x="1295" y="262"/>
                </a:lnTo>
                <a:lnTo>
                  <a:pt x="1295" y="261"/>
                </a:lnTo>
                <a:lnTo>
                  <a:pt x="1296" y="261"/>
                </a:lnTo>
                <a:lnTo>
                  <a:pt x="1296" y="260"/>
                </a:lnTo>
                <a:lnTo>
                  <a:pt x="1296" y="259"/>
                </a:lnTo>
                <a:lnTo>
                  <a:pt x="1297" y="259"/>
                </a:lnTo>
                <a:lnTo>
                  <a:pt x="1297" y="258"/>
                </a:lnTo>
                <a:lnTo>
                  <a:pt x="1297" y="257"/>
                </a:lnTo>
                <a:lnTo>
                  <a:pt x="1297" y="256"/>
                </a:lnTo>
                <a:lnTo>
                  <a:pt x="1297" y="255"/>
                </a:lnTo>
                <a:lnTo>
                  <a:pt x="1296" y="255"/>
                </a:lnTo>
                <a:lnTo>
                  <a:pt x="1296" y="254"/>
                </a:lnTo>
                <a:lnTo>
                  <a:pt x="1297" y="254"/>
                </a:lnTo>
                <a:lnTo>
                  <a:pt x="1297" y="253"/>
                </a:lnTo>
                <a:lnTo>
                  <a:pt x="1297" y="252"/>
                </a:lnTo>
                <a:lnTo>
                  <a:pt x="1297" y="251"/>
                </a:lnTo>
                <a:lnTo>
                  <a:pt x="1298" y="251"/>
                </a:lnTo>
                <a:lnTo>
                  <a:pt x="1298" y="250"/>
                </a:lnTo>
                <a:lnTo>
                  <a:pt x="1299" y="250"/>
                </a:lnTo>
                <a:lnTo>
                  <a:pt x="1299" y="249"/>
                </a:lnTo>
                <a:lnTo>
                  <a:pt x="1300" y="249"/>
                </a:lnTo>
                <a:lnTo>
                  <a:pt x="1300" y="248"/>
                </a:lnTo>
                <a:lnTo>
                  <a:pt x="1301" y="247"/>
                </a:lnTo>
                <a:lnTo>
                  <a:pt x="1301" y="248"/>
                </a:lnTo>
                <a:lnTo>
                  <a:pt x="1302" y="248"/>
                </a:lnTo>
                <a:lnTo>
                  <a:pt x="1303" y="248"/>
                </a:lnTo>
                <a:lnTo>
                  <a:pt x="1303" y="249"/>
                </a:lnTo>
                <a:lnTo>
                  <a:pt x="1303" y="250"/>
                </a:lnTo>
                <a:lnTo>
                  <a:pt x="1303" y="251"/>
                </a:lnTo>
                <a:lnTo>
                  <a:pt x="1303" y="253"/>
                </a:lnTo>
                <a:lnTo>
                  <a:pt x="1304" y="254"/>
                </a:lnTo>
                <a:lnTo>
                  <a:pt x="1305" y="254"/>
                </a:lnTo>
                <a:lnTo>
                  <a:pt x="1305" y="255"/>
                </a:lnTo>
                <a:lnTo>
                  <a:pt x="1305" y="256"/>
                </a:lnTo>
                <a:lnTo>
                  <a:pt x="1305" y="257"/>
                </a:lnTo>
                <a:lnTo>
                  <a:pt x="1306" y="259"/>
                </a:lnTo>
                <a:lnTo>
                  <a:pt x="1305" y="262"/>
                </a:lnTo>
                <a:lnTo>
                  <a:pt x="1305" y="265"/>
                </a:lnTo>
                <a:lnTo>
                  <a:pt x="1304" y="265"/>
                </a:lnTo>
                <a:lnTo>
                  <a:pt x="1304" y="266"/>
                </a:lnTo>
                <a:lnTo>
                  <a:pt x="1304" y="267"/>
                </a:lnTo>
                <a:lnTo>
                  <a:pt x="1305" y="267"/>
                </a:lnTo>
                <a:lnTo>
                  <a:pt x="1304" y="267"/>
                </a:lnTo>
                <a:lnTo>
                  <a:pt x="1304" y="268"/>
                </a:lnTo>
                <a:lnTo>
                  <a:pt x="1305" y="269"/>
                </a:lnTo>
                <a:lnTo>
                  <a:pt x="1307" y="269"/>
                </a:lnTo>
                <a:lnTo>
                  <a:pt x="1309" y="271"/>
                </a:lnTo>
                <a:lnTo>
                  <a:pt x="1310" y="272"/>
                </a:lnTo>
                <a:lnTo>
                  <a:pt x="1310" y="273"/>
                </a:lnTo>
                <a:lnTo>
                  <a:pt x="1310" y="274"/>
                </a:lnTo>
                <a:lnTo>
                  <a:pt x="1311" y="274"/>
                </a:lnTo>
                <a:lnTo>
                  <a:pt x="1312" y="274"/>
                </a:lnTo>
                <a:lnTo>
                  <a:pt x="1313" y="274"/>
                </a:lnTo>
                <a:lnTo>
                  <a:pt x="1313" y="275"/>
                </a:lnTo>
                <a:lnTo>
                  <a:pt x="1312" y="277"/>
                </a:lnTo>
                <a:lnTo>
                  <a:pt x="1311" y="278"/>
                </a:lnTo>
                <a:lnTo>
                  <a:pt x="1311" y="279"/>
                </a:lnTo>
                <a:lnTo>
                  <a:pt x="1312" y="280"/>
                </a:lnTo>
                <a:lnTo>
                  <a:pt x="1313" y="281"/>
                </a:lnTo>
                <a:lnTo>
                  <a:pt x="1313" y="282"/>
                </a:lnTo>
                <a:lnTo>
                  <a:pt x="1314" y="283"/>
                </a:lnTo>
                <a:lnTo>
                  <a:pt x="1315" y="284"/>
                </a:lnTo>
                <a:lnTo>
                  <a:pt x="1316" y="285"/>
                </a:lnTo>
                <a:lnTo>
                  <a:pt x="1316" y="286"/>
                </a:lnTo>
                <a:lnTo>
                  <a:pt x="1315" y="286"/>
                </a:lnTo>
                <a:lnTo>
                  <a:pt x="1314" y="287"/>
                </a:lnTo>
                <a:lnTo>
                  <a:pt x="1313" y="288"/>
                </a:lnTo>
                <a:lnTo>
                  <a:pt x="1313" y="289"/>
                </a:lnTo>
                <a:lnTo>
                  <a:pt x="1314" y="289"/>
                </a:lnTo>
                <a:lnTo>
                  <a:pt x="1314" y="290"/>
                </a:lnTo>
                <a:lnTo>
                  <a:pt x="1315" y="290"/>
                </a:lnTo>
                <a:lnTo>
                  <a:pt x="1315" y="291"/>
                </a:lnTo>
                <a:lnTo>
                  <a:pt x="1317" y="291"/>
                </a:lnTo>
                <a:lnTo>
                  <a:pt x="1317" y="293"/>
                </a:lnTo>
                <a:lnTo>
                  <a:pt x="1318" y="294"/>
                </a:lnTo>
                <a:lnTo>
                  <a:pt x="1318" y="296"/>
                </a:lnTo>
                <a:lnTo>
                  <a:pt x="1319" y="298"/>
                </a:lnTo>
                <a:lnTo>
                  <a:pt x="1319" y="300"/>
                </a:lnTo>
                <a:lnTo>
                  <a:pt x="1320" y="301"/>
                </a:lnTo>
                <a:lnTo>
                  <a:pt x="1321" y="302"/>
                </a:lnTo>
                <a:lnTo>
                  <a:pt x="1321" y="303"/>
                </a:lnTo>
                <a:lnTo>
                  <a:pt x="1322" y="303"/>
                </a:lnTo>
                <a:lnTo>
                  <a:pt x="1323" y="303"/>
                </a:lnTo>
                <a:lnTo>
                  <a:pt x="1324" y="304"/>
                </a:lnTo>
                <a:lnTo>
                  <a:pt x="1325" y="304"/>
                </a:lnTo>
                <a:lnTo>
                  <a:pt x="1326" y="304"/>
                </a:lnTo>
                <a:lnTo>
                  <a:pt x="1327" y="306"/>
                </a:lnTo>
                <a:lnTo>
                  <a:pt x="1327" y="307"/>
                </a:lnTo>
                <a:lnTo>
                  <a:pt x="1327" y="308"/>
                </a:lnTo>
                <a:lnTo>
                  <a:pt x="1326" y="308"/>
                </a:lnTo>
                <a:lnTo>
                  <a:pt x="1326" y="309"/>
                </a:lnTo>
                <a:lnTo>
                  <a:pt x="1326" y="311"/>
                </a:lnTo>
                <a:lnTo>
                  <a:pt x="1326" y="312"/>
                </a:lnTo>
                <a:lnTo>
                  <a:pt x="1326" y="313"/>
                </a:lnTo>
                <a:lnTo>
                  <a:pt x="1326" y="314"/>
                </a:lnTo>
                <a:lnTo>
                  <a:pt x="1325" y="314"/>
                </a:lnTo>
                <a:lnTo>
                  <a:pt x="1325" y="315"/>
                </a:lnTo>
                <a:lnTo>
                  <a:pt x="1325" y="316"/>
                </a:lnTo>
                <a:lnTo>
                  <a:pt x="1326" y="317"/>
                </a:lnTo>
                <a:lnTo>
                  <a:pt x="1326" y="318"/>
                </a:lnTo>
                <a:lnTo>
                  <a:pt x="1327" y="319"/>
                </a:lnTo>
                <a:lnTo>
                  <a:pt x="1327" y="320"/>
                </a:lnTo>
                <a:lnTo>
                  <a:pt x="1327" y="321"/>
                </a:lnTo>
                <a:lnTo>
                  <a:pt x="1328" y="321"/>
                </a:lnTo>
                <a:lnTo>
                  <a:pt x="1329" y="321"/>
                </a:lnTo>
                <a:lnTo>
                  <a:pt x="1329" y="322"/>
                </a:lnTo>
                <a:lnTo>
                  <a:pt x="1330" y="323"/>
                </a:lnTo>
                <a:lnTo>
                  <a:pt x="1330" y="325"/>
                </a:lnTo>
                <a:lnTo>
                  <a:pt x="1331" y="325"/>
                </a:lnTo>
                <a:lnTo>
                  <a:pt x="1334" y="325"/>
                </a:lnTo>
                <a:lnTo>
                  <a:pt x="1336" y="325"/>
                </a:lnTo>
                <a:lnTo>
                  <a:pt x="1337" y="324"/>
                </a:lnTo>
                <a:lnTo>
                  <a:pt x="1337" y="323"/>
                </a:lnTo>
                <a:lnTo>
                  <a:pt x="1338" y="322"/>
                </a:lnTo>
                <a:lnTo>
                  <a:pt x="1339" y="321"/>
                </a:lnTo>
                <a:lnTo>
                  <a:pt x="1341" y="321"/>
                </a:lnTo>
                <a:lnTo>
                  <a:pt x="1342" y="322"/>
                </a:lnTo>
                <a:lnTo>
                  <a:pt x="1342" y="323"/>
                </a:lnTo>
                <a:lnTo>
                  <a:pt x="1343" y="323"/>
                </a:lnTo>
                <a:lnTo>
                  <a:pt x="1345" y="324"/>
                </a:lnTo>
                <a:lnTo>
                  <a:pt x="1346" y="324"/>
                </a:lnTo>
                <a:lnTo>
                  <a:pt x="1347" y="324"/>
                </a:lnTo>
                <a:lnTo>
                  <a:pt x="1349" y="324"/>
                </a:lnTo>
                <a:lnTo>
                  <a:pt x="1349" y="325"/>
                </a:lnTo>
                <a:lnTo>
                  <a:pt x="1350" y="326"/>
                </a:lnTo>
                <a:lnTo>
                  <a:pt x="1351" y="326"/>
                </a:lnTo>
                <a:lnTo>
                  <a:pt x="1352" y="325"/>
                </a:lnTo>
                <a:lnTo>
                  <a:pt x="1352" y="324"/>
                </a:lnTo>
                <a:lnTo>
                  <a:pt x="1354" y="324"/>
                </a:lnTo>
                <a:lnTo>
                  <a:pt x="1356" y="325"/>
                </a:lnTo>
                <a:lnTo>
                  <a:pt x="1357" y="326"/>
                </a:lnTo>
                <a:lnTo>
                  <a:pt x="1358" y="326"/>
                </a:lnTo>
                <a:lnTo>
                  <a:pt x="1358" y="325"/>
                </a:lnTo>
                <a:lnTo>
                  <a:pt x="1358" y="324"/>
                </a:lnTo>
                <a:lnTo>
                  <a:pt x="1359" y="324"/>
                </a:lnTo>
                <a:lnTo>
                  <a:pt x="1360" y="324"/>
                </a:lnTo>
                <a:lnTo>
                  <a:pt x="1361" y="323"/>
                </a:lnTo>
                <a:lnTo>
                  <a:pt x="1362" y="322"/>
                </a:lnTo>
                <a:lnTo>
                  <a:pt x="1362" y="323"/>
                </a:lnTo>
                <a:lnTo>
                  <a:pt x="1363" y="323"/>
                </a:lnTo>
                <a:lnTo>
                  <a:pt x="1364" y="324"/>
                </a:lnTo>
                <a:lnTo>
                  <a:pt x="1364" y="326"/>
                </a:lnTo>
                <a:lnTo>
                  <a:pt x="1364" y="329"/>
                </a:lnTo>
                <a:lnTo>
                  <a:pt x="1364" y="330"/>
                </a:lnTo>
                <a:lnTo>
                  <a:pt x="1365" y="330"/>
                </a:lnTo>
                <a:lnTo>
                  <a:pt x="1367" y="329"/>
                </a:lnTo>
                <a:lnTo>
                  <a:pt x="1368" y="329"/>
                </a:lnTo>
                <a:lnTo>
                  <a:pt x="1368" y="330"/>
                </a:lnTo>
                <a:lnTo>
                  <a:pt x="1369" y="330"/>
                </a:lnTo>
                <a:lnTo>
                  <a:pt x="1370" y="330"/>
                </a:lnTo>
                <a:lnTo>
                  <a:pt x="1370" y="329"/>
                </a:lnTo>
                <a:lnTo>
                  <a:pt x="1371" y="330"/>
                </a:lnTo>
                <a:lnTo>
                  <a:pt x="1371" y="331"/>
                </a:lnTo>
                <a:lnTo>
                  <a:pt x="1372" y="331"/>
                </a:lnTo>
                <a:lnTo>
                  <a:pt x="1372" y="332"/>
                </a:lnTo>
                <a:lnTo>
                  <a:pt x="1373" y="332"/>
                </a:lnTo>
                <a:lnTo>
                  <a:pt x="1374" y="331"/>
                </a:lnTo>
                <a:lnTo>
                  <a:pt x="1376" y="331"/>
                </a:lnTo>
                <a:lnTo>
                  <a:pt x="1376" y="332"/>
                </a:lnTo>
                <a:lnTo>
                  <a:pt x="1377" y="332"/>
                </a:lnTo>
                <a:lnTo>
                  <a:pt x="1378" y="332"/>
                </a:lnTo>
                <a:lnTo>
                  <a:pt x="1379" y="332"/>
                </a:lnTo>
                <a:lnTo>
                  <a:pt x="1380" y="331"/>
                </a:lnTo>
                <a:lnTo>
                  <a:pt x="1380" y="332"/>
                </a:lnTo>
                <a:lnTo>
                  <a:pt x="1381" y="332"/>
                </a:lnTo>
                <a:lnTo>
                  <a:pt x="1381" y="333"/>
                </a:lnTo>
                <a:lnTo>
                  <a:pt x="1382" y="333"/>
                </a:lnTo>
                <a:lnTo>
                  <a:pt x="1382" y="334"/>
                </a:lnTo>
                <a:lnTo>
                  <a:pt x="1384" y="334"/>
                </a:lnTo>
                <a:lnTo>
                  <a:pt x="1385" y="334"/>
                </a:lnTo>
                <a:lnTo>
                  <a:pt x="1386" y="334"/>
                </a:lnTo>
                <a:lnTo>
                  <a:pt x="1386" y="335"/>
                </a:lnTo>
                <a:lnTo>
                  <a:pt x="1387" y="335"/>
                </a:lnTo>
                <a:lnTo>
                  <a:pt x="1388" y="336"/>
                </a:lnTo>
                <a:lnTo>
                  <a:pt x="1389" y="337"/>
                </a:lnTo>
                <a:lnTo>
                  <a:pt x="1389" y="336"/>
                </a:lnTo>
                <a:lnTo>
                  <a:pt x="1390" y="336"/>
                </a:lnTo>
                <a:lnTo>
                  <a:pt x="1391" y="335"/>
                </a:lnTo>
                <a:lnTo>
                  <a:pt x="1391" y="336"/>
                </a:lnTo>
                <a:lnTo>
                  <a:pt x="1391" y="337"/>
                </a:lnTo>
                <a:lnTo>
                  <a:pt x="1392" y="338"/>
                </a:lnTo>
                <a:lnTo>
                  <a:pt x="1393" y="339"/>
                </a:lnTo>
                <a:lnTo>
                  <a:pt x="1394" y="339"/>
                </a:lnTo>
                <a:lnTo>
                  <a:pt x="1395" y="339"/>
                </a:lnTo>
                <a:lnTo>
                  <a:pt x="1397" y="339"/>
                </a:lnTo>
                <a:lnTo>
                  <a:pt x="1397" y="340"/>
                </a:lnTo>
                <a:lnTo>
                  <a:pt x="1397" y="341"/>
                </a:lnTo>
                <a:lnTo>
                  <a:pt x="1399" y="343"/>
                </a:lnTo>
                <a:lnTo>
                  <a:pt x="1400" y="344"/>
                </a:lnTo>
                <a:lnTo>
                  <a:pt x="1400" y="345"/>
                </a:lnTo>
                <a:lnTo>
                  <a:pt x="1401" y="346"/>
                </a:lnTo>
                <a:lnTo>
                  <a:pt x="1401" y="347"/>
                </a:lnTo>
                <a:lnTo>
                  <a:pt x="1402" y="347"/>
                </a:lnTo>
                <a:lnTo>
                  <a:pt x="1402" y="348"/>
                </a:lnTo>
                <a:lnTo>
                  <a:pt x="1403" y="348"/>
                </a:lnTo>
                <a:lnTo>
                  <a:pt x="1403" y="349"/>
                </a:lnTo>
                <a:lnTo>
                  <a:pt x="1404" y="350"/>
                </a:lnTo>
                <a:lnTo>
                  <a:pt x="1405" y="351"/>
                </a:lnTo>
                <a:lnTo>
                  <a:pt x="1406" y="351"/>
                </a:lnTo>
                <a:lnTo>
                  <a:pt x="1407" y="351"/>
                </a:lnTo>
                <a:lnTo>
                  <a:pt x="1409" y="351"/>
                </a:lnTo>
                <a:lnTo>
                  <a:pt x="1410" y="350"/>
                </a:lnTo>
                <a:lnTo>
                  <a:pt x="1411" y="350"/>
                </a:lnTo>
                <a:lnTo>
                  <a:pt x="1412" y="350"/>
                </a:lnTo>
                <a:lnTo>
                  <a:pt x="1412" y="349"/>
                </a:lnTo>
                <a:lnTo>
                  <a:pt x="1412" y="348"/>
                </a:lnTo>
                <a:lnTo>
                  <a:pt x="1413" y="347"/>
                </a:lnTo>
                <a:lnTo>
                  <a:pt x="1413" y="345"/>
                </a:lnTo>
                <a:lnTo>
                  <a:pt x="1414" y="343"/>
                </a:lnTo>
                <a:lnTo>
                  <a:pt x="1415" y="341"/>
                </a:lnTo>
                <a:lnTo>
                  <a:pt x="1415" y="340"/>
                </a:lnTo>
                <a:lnTo>
                  <a:pt x="1416" y="340"/>
                </a:lnTo>
                <a:lnTo>
                  <a:pt x="1416" y="339"/>
                </a:lnTo>
                <a:lnTo>
                  <a:pt x="1417" y="338"/>
                </a:lnTo>
                <a:lnTo>
                  <a:pt x="1417" y="337"/>
                </a:lnTo>
                <a:lnTo>
                  <a:pt x="1418" y="336"/>
                </a:lnTo>
                <a:lnTo>
                  <a:pt x="1420" y="335"/>
                </a:lnTo>
                <a:lnTo>
                  <a:pt x="1422" y="333"/>
                </a:lnTo>
                <a:lnTo>
                  <a:pt x="1422" y="332"/>
                </a:lnTo>
                <a:lnTo>
                  <a:pt x="1421" y="332"/>
                </a:lnTo>
                <a:lnTo>
                  <a:pt x="1422" y="332"/>
                </a:lnTo>
                <a:lnTo>
                  <a:pt x="1422" y="331"/>
                </a:lnTo>
                <a:lnTo>
                  <a:pt x="1423" y="331"/>
                </a:lnTo>
                <a:lnTo>
                  <a:pt x="1424" y="331"/>
                </a:lnTo>
                <a:lnTo>
                  <a:pt x="1425" y="331"/>
                </a:lnTo>
                <a:lnTo>
                  <a:pt x="1425" y="330"/>
                </a:lnTo>
                <a:lnTo>
                  <a:pt x="1427" y="331"/>
                </a:lnTo>
                <a:lnTo>
                  <a:pt x="1428" y="332"/>
                </a:lnTo>
                <a:lnTo>
                  <a:pt x="1429" y="333"/>
                </a:lnTo>
                <a:lnTo>
                  <a:pt x="1430" y="333"/>
                </a:lnTo>
                <a:lnTo>
                  <a:pt x="1431" y="334"/>
                </a:lnTo>
                <a:lnTo>
                  <a:pt x="1432" y="334"/>
                </a:lnTo>
                <a:lnTo>
                  <a:pt x="1433" y="334"/>
                </a:lnTo>
                <a:lnTo>
                  <a:pt x="1434" y="335"/>
                </a:lnTo>
                <a:lnTo>
                  <a:pt x="1434" y="336"/>
                </a:lnTo>
                <a:lnTo>
                  <a:pt x="1437" y="338"/>
                </a:lnTo>
                <a:lnTo>
                  <a:pt x="1438" y="338"/>
                </a:lnTo>
                <a:lnTo>
                  <a:pt x="1439" y="339"/>
                </a:lnTo>
                <a:lnTo>
                  <a:pt x="1440" y="339"/>
                </a:lnTo>
                <a:lnTo>
                  <a:pt x="1441" y="339"/>
                </a:lnTo>
                <a:lnTo>
                  <a:pt x="1442" y="339"/>
                </a:lnTo>
                <a:lnTo>
                  <a:pt x="1443" y="340"/>
                </a:lnTo>
                <a:lnTo>
                  <a:pt x="1443" y="341"/>
                </a:lnTo>
                <a:lnTo>
                  <a:pt x="1443" y="342"/>
                </a:lnTo>
                <a:lnTo>
                  <a:pt x="1444" y="342"/>
                </a:lnTo>
                <a:lnTo>
                  <a:pt x="1445" y="342"/>
                </a:lnTo>
                <a:lnTo>
                  <a:pt x="1446" y="343"/>
                </a:lnTo>
                <a:lnTo>
                  <a:pt x="1447" y="342"/>
                </a:lnTo>
                <a:lnTo>
                  <a:pt x="1448" y="341"/>
                </a:lnTo>
                <a:lnTo>
                  <a:pt x="1449" y="340"/>
                </a:lnTo>
                <a:lnTo>
                  <a:pt x="1450" y="339"/>
                </a:lnTo>
                <a:lnTo>
                  <a:pt x="1450" y="338"/>
                </a:lnTo>
                <a:lnTo>
                  <a:pt x="1450" y="337"/>
                </a:lnTo>
                <a:lnTo>
                  <a:pt x="1451" y="337"/>
                </a:lnTo>
                <a:lnTo>
                  <a:pt x="1452" y="337"/>
                </a:lnTo>
                <a:lnTo>
                  <a:pt x="1452" y="338"/>
                </a:lnTo>
                <a:lnTo>
                  <a:pt x="1453" y="337"/>
                </a:lnTo>
                <a:lnTo>
                  <a:pt x="1454" y="336"/>
                </a:lnTo>
                <a:lnTo>
                  <a:pt x="1454" y="335"/>
                </a:lnTo>
                <a:lnTo>
                  <a:pt x="1453" y="335"/>
                </a:lnTo>
                <a:lnTo>
                  <a:pt x="1453" y="334"/>
                </a:lnTo>
                <a:lnTo>
                  <a:pt x="1455" y="333"/>
                </a:lnTo>
                <a:lnTo>
                  <a:pt x="1456" y="333"/>
                </a:lnTo>
                <a:lnTo>
                  <a:pt x="1457" y="333"/>
                </a:lnTo>
                <a:lnTo>
                  <a:pt x="1457" y="332"/>
                </a:lnTo>
                <a:lnTo>
                  <a:pt x="1457" y="331"/>
                </a:lnTo>
                <a:lnTo>
                  <a:pt x="1457" y="330"/>
                </a:lnTo>
                <a:lnTo>
                  <a:pt x="1457" y="329"/>
                </a:lnTo>
                <a:lnTo>
                  <a:pt x="1458" y="328"/>
                </a:lnTo>
                <a:lnTo>
                  <a:pt x="1459" y="328"/>
                </a:lnTo>
                <a:lnTo>
                  <a:pt x="1460" y="329"/>
                </a:lnTo>
                <a:lnTo>
                  <a:pt x="1461" y="329"/>
                </a:lnTo>
                <a:lnTo>
                  <a:pt x="1462" y="329"/>
                </a:lnTo>
                <a:lnTo>
                  <a:pt x="1464" y="329"/>
                </a:lnTo>
                <a:lnTo>
                  <a:pt x="1465" y="328"/>
                </a:lnTo>
                <a:lnTo>
                  <a:pt x="1465" y="327"/>
                </a:lnTo>
                <a:lnTo>
                  <a:pt x="1464" y="327"/>
                </a:lnTo>
                <a:lnTo>
                  <a:pt x="1464" y="326"/>
                </a:lnTo>
                <a:lnTo>
                  <a:pt x="1465" y="326"/>
                </a:lnTo>
                <a:lnTo>
                  <a:pt x="1466" y="326"/>
                </a:lnTo>
                <a:lnTo>
                  <a:pt x="1466" y="325"/>
                </a:lnTo>
                <a:lnTo>
                  <a:pt x="1466" y="324"/>
                </a:lnTo>
                <a:lnTo>
                  <a:pt x="1465" y="324"/>
                </a:lnTo>
                <a:lnTo>
                  <a:pt x="1465" y="323"/>
                </a:lnTo>
                <a:lnTo>
                  <a:pt x="1464" y="323"/>
                </a:lnTo>
                <a:lnTo>
                  <a:pt x="1464" y="322"/>
                </a:lnTo>
                <a:lnTo>
                  <a:pt x="1465" y="322"/>
                </a:lnTo>
                <a:lnTo>
                  <a:pt x="1465" y="321"/>
                </a:lnTo>
                <a:lnTo>
                  <a:pt x="1466" y="321"/>
                </a:lnTo>
                <a:lnTo>
                  <a:pt x="1467" y="322"/>
                </a:lnTo>
                <a:lnTo>
                  <a:pt x="1467" y="323"/>
                </a:lnTo>
                <a:lnTo>
                  <a:pt x="1468" y="324"/>
                </a:lnTo>
                <a:lnTo>
                  <a:pt x="1468" y="325"/>
                </a:lnTo>
                <a:lnTo>
                  <a:pt x="1468" y="327"/>
                </a:lnTo>
                <a:lnTo>
                  <a:pt x="1468" y="328"/>
                </a:lnTo>
                <a:lnTo>
                  <a:pt x="1467" y="331"/>
                </a:lnTo>
                <a:lnTo>
                  <a:pt x="1467" y="333"/>
                </a:lnTo>
                <a:lnTo>
                  <a:pt x="1468" y="334"/>
                </a:lnTo>
                <a:lnTo>
                  <a:pt x="1469" y="336"/>
                </a:lnTo>
                <a:lnTo>
                  <a:pt x="1471" y="339"/>
                </a:lnTo>
                <a:lnTo>
                  <a:pt x="1471" y="340"/>
                </a:lnTo>
                <a:lnTo>
                  <a:pt x="1472" y="342"/>
                </a:lnTo>
                <a:lnTo>
                  <a:pt x="1471" y="343"/>
                </a:lnTo>
                <a:lnTo>
                  <a:pt x="1471" y="344"/>
                </a:lnTo>
                <a:lnTo>
                  <a:pt x="1469" y="345"/>
                </a:lnTo>
                <a:lnTo>
                  <a:pt x="1468" y="346"/>
                </a:lnTo>
                <a:lnTo>
                  <a:pt x="1468" y="347"/>
                </a:lnTo>
                <a:lnTo>
                  <a:pt x="1468" y="349"/>
                </a:lnTo>
                <a:lnTo>
                  <a:pt x="1468" y="354"/>
                </a:lnTo>
                <a:lnTo>
                  <a:pt x="1468" y="355"/>
                </a:lnTo>
                <a:lnTo>
                  <a:pt x="1469" y="357"/>
                </a:lnTo>
                <a:lnTo>
                  <a:pt x="1470" y="362"/>
                </a:lnTo>
                <a:lnTo>
                  <a:pt x="1470" y="363"/>
                </a:lnTo>
                <a:lnTo>
                  <a:pt x="1470" y="365"/>
                </a:lnTo>
                <a:lnTo>
                  <a:pt x="1470" y="366"/>
                </a:lnTo>
                <a:lnTo>
                  <a:pt x="1470" y="368"/>
                </a:lnTo>
                <a:lnTo>
                  <a:pt x="1470" y="370"/>
                </a:lnTo>
                <a:lnTo>
                  <a:pt x="1470" y="371"/>
                </a:lnTo>
                <a:lnTo>
                  <a:pt x="1468" y="374"/>
                </a:lnTo>
                <a:lnTo>
                  <a:pt x="1466" y="377"/>
                </a:lnTo>
                <a:lnTo>
                  <a:pt x="1465" y="379"/>
                </a:lnTo>
                <a:lnTo>
                  <a:pt x="1465" y="382"/>
                </a:lnTo>
                <a:lnTo>
                  <a:pt x="1466" y="382"/>
                </a:lnTo>
                <a:lnTo>
                  <a:pt x="1466" y="384"/>
                </a:lnTo>
                <a:lnTo>
                  <a:pt x="1467" y="384"/>
                </a:lnTo>
                <a:lnTo>
                  <a:pt x="1469" y="386"/>
                </a:lnTo>
                <a:lnTo>
                  <a:pt x="1470" y="386"/>
                </a:lnTo>
                <a:lnTo>
                  <a:pt x="1470" y="387"/>
                </a:lnTo>
                <a:lnTo>
                  <a:pt x="1470" y="391"/>
                </a:lnTo>
                <a:lnTo>
                  <a:pt x="1471" y="392"/>
                </a:lnTo>
                <a:lnTo>
                  <a:pt x="1472" y="394"/>
                </a:lnTo>
                <a:lnTo>
                  <a:pt x="1472" y="397"/>
                </a:lnTo>
                <a:lnTo>
                  <a:pt x="1471" y="398"/>
                </a:lnTo>
                <a:lnTo>
                  <a:pt x="1468" y="404"/>
                </a:lnTo>
                <a:lnTo>
                  <a:pt x="1467" y="406"/>
                </a:lnTo>
                <a:lnTo>
                  <a:pt x="1467" y="407"/>
                </a:lnTo>
                <a:lnTo>
                  <a:pt x="1469" y="411"/>
                </a:lnTo>
                <a:lnTo>
                  <a:pt x="1469" y="412"/>
                </a:lnTo>
                <a:lnTo>
                  <a:pt x="1468" y="412"/>
                </a:lnTo>
                <a:lnTo>
                  <a:pt x="1467" y="412"/>
                </a:lnTo>
                <a:lnTo>
                  <a:pt x="1466" y="413"/>
                </a:lnTo>
                <a:lnTo>
                  <a:pt x="1463" y="414"/>
                </a:lnTo>
                <a:lnTo>
                  <a:pt x="1462" y="415"/>
                </a:lnTo>
                <a:lnTo>
                  <a:pt x="1462" y="416"/>
                </a:lnTo>
                <a:lnTo>
                  <a:pt x="1462" y="417"/>
                </a:lnTo>
                <a:lnTo>
                  <a:pt x="1463" y="418"/>
                </a:lnTo>
                <a:lnTo>
                  <a:pt x="1462" y="420"/>
                </a:lnTo>
                <a:lnTo>
                  <a:pt x="1461" y="422"/>
                </a:lnTo>
                <a:lnTo>
                  <a:pt x="1461" y="424"/>
                </a:lnTo>
                <a:lnTo>
                  <a:pt x="1461" y="425"/>
                </a:lnTo>
                <a:lnTo>
                  <a:pt x="1462" y="426"/>
                </a:lnTo>
                <a:lnTo>
                  <a:pt x="1464" y="427"/>
                </a:lnTo>
                <a:lnTo>
                  <a:pt x="1465" y="430"/>
                </a:lnTo>
                <a:lnTo>
                  <a:pt x="1466" y="432"/>
                </a:lnTo>
                <a:lnTo>
                  <a:pt x="1467" y="434"/>
                </a:lnTo>
                <a:lnTo>
                  <a:pt x="1468" y="434"/>
                </a:lnTo>
                <a:lnTo>
                  <a:pt x="1469" y="435"/>
                </a:lnTo>
                <a:lnTo>
                  <a:pt x="1470" y="434"/>
                </a:lnTo>
                <a:lnTo>
                  <a:pt x="1472" y="434"/>
                </a:lnTo>
                <a:lnTo>
                  <a:pt x="1473" y="435"/>
                </a:lnTo>
                <a:lnTo>
                  <a:pt x="1472" y="437"/>
                </a:lnTo>
                <a:lnTo>
                  <a:pt x="1473" y="439"/>
                </a:lnTo>
                <a:lnTo>
                  <a:pt x="1473" y="440"/>
                </a:lnTo>
                <a:lnTo>
                  <a:pt x="1472" y="441"/>
                </a:lnTo>
                <a:lnTo>
                  <a:pt x="1471" y="442"/>
                </a:lnTo>
                <a:lnTo>
                  <a:pt x="1470" y="444"/>
                </a:lnTo>
                <a:lnTo>
                  <a:pt x="1470" y="445"/>
                </a:lnTo>
                <a:lnTo>
                  <a:pt x="1468" y="446"/>
                </a:lnTo>
                <a:lnTo>
                  <a:pt x="1467" y="446"/>
                </a:lnTo>
                <a:lnTo>
                  <a:pt x="1466" y="446"/>
                </a:lnTo>
                <a:lnTo>
                  <a:pt x="1464" y="445"/>
                </a:lnTo>
                <a:lnTo>
                  <a:pt x="1463" y="445"/>
                </a:lnTo>
                <a:lnTo>
                  <a:pt x="1462" y="446"/>
                </a:lnTo>
                <a:lnTo>
                  <a:pt x="1462" y="447"/>
                </a:lnTo>
                <a:lnTo>
                  <a:pt x="1459" y="446"/>
                </a:lnTo>
                <a:lnTo>
                  <a:pt x="1458" y="446"/>
                </a:lnTo>
                <a:lnTo>
                  <a:pt x="1457" y="446"/>
                </a:lnTo>
                <a:lnTo>
                  <a:pt x="1456" y="448"/>
                </a:lnTo>
                <a:lnTo>
                  <a:pt x="1456" y="450"/>
                </a:lnTo>
                <a:lnTo>
                  <a:pt x="1456" y="451"/>
                </a:lnTo>
                <a:lnTo>
                  <a:pt x="1460" y="455"/>
                </a:lnTo>
                <a:lnTo>
                  <a:pt x="1461" y="457"/>
                </a:lnTo>
                <a:lnTo>
                  <a:pt x="1461" y="458"/>
                </a:lnTo>
                <a:lnTo>
                  <a:pt x="1461" y="459"/>
                </a:lnTo>
                <a:lnTo>
                  <a:pt x="1458" y="460"/>
                </a:lnTo>
                <a:lnTo>
                  <a:pt x="1454" y="461"/>
                </a:lnTo>
                <a:lnTo>
                  <a:pt x="1454" y="462"/>
                </a:lnTo>
                <a:lnTo>
                  <a:pt x="1453" y="462"/>
                </a:lnTo>
                <a:lnTo>
                  <a:pt x="1452" y="462"/>
                </a:lnTo>
                <a:lnTo>
                  <a:pt x="1451" y="461"/>
                </a:lnTo>
                <a:lnTo>
                  <a:pt x="1450" y="460"/>
                </a:lnTo>
                <a:lnTo>
                  <a:pt x="1448" y="460"/>
                </a:lnTo>
                <a:lnTo>
                  <a:pt x="1446" y="460"/>
                </a:lnTo>
                <a:lnTo>
                  <a:pt x="1444" y="461"/>
                </a:lnTo>
                <a:lnTo>
                  <a:pt x="1443" y="463"/>
                </a:lnTo>
                <a:lnTo>
                  <a:pt x="1442" y="466"/>
                </a:lnTo>
                <a:lnTo>
                  <a:pt x="1441" y="466"/>
                </a:lnTo>
                <a:lnTo>
                  <a:pt x="1439" y="465"/>
                </a:lnTo>
                <a:lnTo>
                  <a:pt x="1438" y="465"/>
                </a:lnTo>
                <a:lnTo>
                  <a:pt x="1437" y="465"/>
                </a:lnTo>
                <a:lnTo>
                  <a:pt x="1436" y="465"/>
                </a:lnTo>
                <a:lnTo>
                  <a:pt x="1434" y="464"/>
                </a:lnTo>
                <a:lnTo>
                  <a:pt x="1432" y="463"/>
                </a:lnTo>
                <a:lnTo>
                  <a:pt x="1431" y="463"/>
                </a:lnTo>
                <a:lnTo>
                  <a:pt x="1430" y="463"/>
                </a:lnTo>
                <a:lnTo>
                  <a:pt x="1427" y="464"/>
                </a:lnTo>
                <a:lnTo>
                  <a:pt x="1426" y="466"/>
                </a:lnTo>
                <a:lnTo>
                  <a:pt x="1426" y="467"/>
                </a:lnTo>
                <a:lnTo>
                  <a:pt x="1426" y="470"/>
                </a:lnTo>
                <a:lnTo>
                  <a:pt x="1425" y="473"/>
                </a:lnTo>
                <a:lnTo>
                  <a:pt x="1425" y="474"/>
                </a:lnTo>
                <a:lnTo>
                  <a:pt x="1424" y="474"/>
                </a:lnTo>
                <a:lnTo>
                  <a:pt x="1422" y="474"/>
                </a:lnTo>
                <a:lnTo>
                  <a:pt x="1421" y="474"/>
                </a:lnTo>
                <a:lnTo>
                  <a:pt x="1419" y="476"/>
                </a:lnTo>
                <a:lnTo>
                  <a:pt x="1418" y="477"/>
                </a:lnTo>
                <a:lnTo>
                  <a:pt x="1417" y="476"/>
                </a:lnTo>
                <a:lnTo>
                  <a:pt x="1416" y="475"/>
                </a:lnTo>
                <a:lnTo>
                  <a:pt x="1414" y="475"/>
                </a:lnTo>
                <a:lnTo>
                  <a:pt x="1412" y="475"/>
                </a:lnTo>
                <a:lnTo>
                  <a:pt x="1411" y="475"/>
                </a:lnTo>
                <a:lnTo>
                  <a:pt x="1409" y="477"/>
                </a:lnTo>
                <a:lnTo>
                  <a:pt x="1404" y="482"/>
                </a:lnTo>
                <a:lnTo>
                  <a:pt x="1402" y="485"/>
                </a:lnTo>
                <a:lnTo>
                  <a:pt x="1401" y="486"/>
                </a:lnTo>
                <a:lnTo>
                  <a:pt x="1400" y="486"/>
                </a:lnTo>
                <a:lnTo>
                  <a:pt x="1399" y="486"/>
                </a:lnTo>
                <a:lnTo>
                  <a:pt x="1397" y="486"/>
                </a:lnTo>
                <a:lnTo>
                  <a:pt x="1396" y="486"/>
                </a:lnTo>
                <a:lnTo>
                  <a:pt x="1395" y="487"/>
                </a:lnTo>
                <a:lnTo>
                  <a:pt x="1395" y="491"/>
                </a:lnTo>
                <a:lnTo>
                  <a:pt x="1394" y="493"/>
                </a:lnTo>
                <a:lnTo>
                  <a:pt x="1393" y="494"/>
                </a:lnTo>
                <a:lnTo>
                  <a:pt x="1392" y="495"/>
                </a:lnTo>
                <a:lnTo>
                  <a:pt x="1392" y="496"/>
                </a:lnTo>
                <a:lnTo>
                  <a:pt x="1388" y="498"/>
                </a:lnTo>
                <a:lnTo>
                  <a:pt x="1385" y="500"/>
                </a:lnTo>
                <a:lnTo>
                  <a:pt x="1384" y="501"/>
                </a:lnTo>
                <a:lnTo>
                  <a:pt x="1382" y="504"/>
                </a:lnTo>
                <a:lnTo>
                  <a:pt x="1381" y="507"/>
                </a:lnTo>
                <a:lnTo>
                  <a:pt x="1380" y="509"/>
                </a:lnTo>
                <a:lnTo>
                  <a:pt x="1380" y="510"/>
                </a:lnTo>
                <a:lnTo>
                  <a:pt x="1378" y="510"/>
                </a:lnTo>
                <a:lnTo>
                  <a:pt x="1378" y="511"/>
                </a:lnTo>
                <a:lnTo>
                  <a:pt x="1379" y="512"/>
                </a:lnTo>
                <a:lnTo>
                  <a:pt x="1381" y="514"/>
                </a:lnTo>
                <a:lnTo>
                  <a:pt x="1383" y="514"/>
                </a:lnTo>
                <a:lnTo>
                  <a:pt x="1385" y="514"/>
                </a:lnTo>
                <a:lnTo>
                  <a:pt x="1386" y="515"/>
                </a:lnTo>
                <a:lnTo>
                  <a:pt x="1387" y="517"/>
                </a:lnTo>
                <a:lnTo>
                  <a:pt x="1388" y="517"/>
                </a:lnTo>
                <a:lnTo>
                  <a:pt x="1389" y="517"/>
                </a:lnTo>
                <a:lnTo>
                  <a:pt x="1390" y="516"/>
                </a:lnTo>
                <a:lnTo>
                  <a:pt x="1393" y="515"/>
                </a:lnTo>
                <a:lnTo>
                  <a:pt x="1395" y="512"/>
                </a:lnTo>
                <a:lnTo>
                  <a:pt x="1396" y="512"/>
                </a:lnTo>
                <a:lnTo>
                  <a:pt x="1398" y="512"/>
                </a:lnTo>
                <a:lnTo>
                  <a:pt x="1401" y="512"/>
                </a:lnTo>
                <a:lnTo>
                  <a:pt x="1402" y="512"/>
                </a:lnTo>
                <a:lnTo>
                  <a:pt x="1404" y="513"/>
                </a:lnTo>
                <a:lnTo>
                  <a:pt x="1407" y="515"/>
                </a:lnTo>
                <a:lnTo>
                  <a:pt x="1408" y="516"/>
                </a:lnTo>
                <a:lnTo>
                  <a:pt x="1410" y="517"/>
                </a:lnTo>
                <a:lnTo>
                  <a:pt x="1411" y="520"/>
                </a:lnTo>
                <a:lnTo>
                  <a:pt x="1413" y="522"/>
                </a:lnTo>
                <a:lnTo>
                  <a:pt x="1414" y="523"/>
                </a:lnTo>
                <a:lnTo>
                  <a:pt x="1415" y="524"/>
                </a:lnTo>
                <a:lnTo>
                  <a:pt x="1418" y="529"/>
                </a:lnTo>
                <a:lnTo>
                  <a:pt x="1418" y="530"/>
                </a:lnTo>
                <a:lnTo>
                  <a:pt x="1418" y="531"/>
                </a:lnTo>
                <a:lnTo>
                  <a:pt x="1418" y="538"/>
                </a:lnTo>
                <a:lnTo>
                  <a:pt x="1417" y="538"/>
                </a:lnTo>
                <a:lnTo>
                  <a:pt x="1415" y="537"/>
                </a:lnTo>
                <a:lnTo>
                  <a:pt x="1413" y="537"/>
                </a:lnTo>
                <a:lnTo>
                  <a:pt x="1412" y="538"/>
                </a:lnTo>
                <a:lnTo>
                  <a:pt x="1411" y="539"/>
                </a:lnTo>
                <a:lnTo>
                  <a:pt x="1412" y="541"/>
                </a:lnTo>
                <a:lnTo>
                  <a:pt x="1413" y="543"/>
                </a:lnTo>
                <a:lnTo>
                  <a:pt x="1414" y="550"/>
                </a:lnTo>
                <a:lnTo>
                  <a:pt x="1419" y="551"/>
                </a:lnTo>
                <a:lnTo>
                  <a:pt x="1421" y="559"/>
                </a:lnTo>
                <a:lnTo>
                  <a:pt x="1421" y="560"/>
                </a:lnTo>
                <a:lnTo>
                  <a:pt x="1425" y="561"/>
                </a:lnTo>
                <a:lnTo>
                  <a:pt x="1427" y="562"/>
                </a:lnTo>
                <a:lnTo>
                  <a:pt x="1429" y="562"/>
                </a:lnTo>
                <a:lnTo>
                  <a:pt x="1428" y="563"/>
                </a:lnTo>
                <a:lnTo>
                  <a:pt x="1428" y="562"/>
                </a:lnTo>
                <a:lnTo>
                  <a:pt x="1427" y="562"/>
                </a:lnTo>
                <a:lnTo>
                  <a:pt x="1426" y="562"/>
                </a:lnTo>
                <a:lnTo>
                  <a:pt x="1425" y="562"/>
                </a:lnTo>
                <a:lnTo>
                  <a:pt x="1424" y="562"/>
                </a:lnTo>
                <a:lnTo>
                  <a:pt x="1424" y="561"/>
                </a:lnTo>
                <a:lnTo>
                  <a:pt x="1423" y="561"/>
                </a:lnTo>
                <a:lnTo>
                  <a:pt x="1422" y="562"/>
                </a:lnTo>
                <a:lnTo>
                  <a:pt x="1421" y="562"/>
                </a:lnTo>
                <a:lnTo>
                  <a:pt x="1420" y="563"/>
                </a:lnTo>
                <a:lnTo>
                  <a:pt x="1419" y="563"/>
                </a:lnTo>
                <a:lnTo>
                  <a:pt x="1418" y="563"/>
                </a:lnTo>
                <a:lnTo>
                  <a:pt x="1418" y="562"/>
                </a:lnTo>
                <a:lnTo>
                  <a:pt x="1417" y="562"/>
                </a:lnTo>
                <a:lnTo>
                  <a:pt x="1417" y="561"/>
                </a:lnTo>
                <a:lnTo>
                  <a:pt x="1417" y="558"/>
                </a:lnTo>
                <a:lnTo>
                  <a:pt x="1417" y="555"/>
                </a:lnTo>
                <a:lnTo>
                  <a:pt x="1418" y="555"/>
                </a:lnTo>
                <a:lnTo>
                  <a:pt x="1418" y="554"/>
                </a:lnTo>
                <a:lnTo>
                  <a:pt x="1417" y="552"/>
                </a:lnTo>
                <a:lnTo>
                  <a:pt x="1416" y="552"/>
                </a:lnTo>
                <a:lnTo>
                  <a:pt x="1415" y="552"/>
                </a:lnTo>
                <a:lnTo>
                  <a:pt x="1413" y="552"/>
                </a:lnTo>
                <a:lnTo>
                  <a:pt x="1412" y="550"/>
                </a:lnTo>
                <a:lnTo>
                  <a:pt x="1411" y="550"/>
                </a:lnTo>
                <a:lnTo>
                  <a:pt x="1411" y="548"/>
                </a:lnTo>
                <a:lnTo>
                  <a:pt x="1411" y="547"/>
                </a:lnTo>
                <a:lnTo>
                  <a:pt x="1410" y="545"/>
                </a:lnTo>
                <a:lnTo>
                  <a:pt x="1409" y="544"/>
                </a:lnTo>
                <a:lnTo>
                  <a:pt x="1408" y="544"/>
                </a:lnTo>
                <a:lnTo>
                  <a:pt x="1407" y="543"/>
                </a:lnTo>
                <a:lnTo>
                  <a:pt x="1406" y="543"/>
                </a:lnTo>
                <a:lnTo>
                  <a:pt x="1406" y="542"/>
                </a:lnTo>
                <a:lnTo>
                  <a:pt x="1405" y="540"/>
                </a:lnTo>
                <a:lnTo>
                  <a:pt x="1405" y="539"/>
                </a:lnTo>
                <a:lnTo>
                  <a:pt x="1404" y="538"/>
                </a:lnTo>
                <a:lnTo>
                  <a:pt x="1404" y="537"/>
                </a:lnTo>
                <a:lnTo>
                  <a:pt x="1403" y="537"/>
                </a:lnTo>
                <a:lnTo>
                  <a:pt x="1402" y="536"/>
                </a:lnTo>
                <a:lnTo>
                  <a:pt x="1402" y="535"/>
                </a:lnTo>
                <a:lnTo>
                  <a:pt x="1401" y="535"/>
                </a:lnTo>
                <a:lnTo>
                  <a:pt x="1402" y="533"/>
                </a:lnTo>
                <a:lnTo>
                  <a:pt x="1402" y="532"/>
                </a:lnTo>
                <a:lnTo>
                  <a:pt x="1402" y="531"/>
                </a:lnTo>
                <a:lnTo>
                  <a:pt x="1402" y="529"/>
                </a:lnTo>
                <a:lnTo>
                  <a:pt x="1401" y="529"/>
                </a:lnTo>
                <a:lnTo>
                  <a:pt x="1400" y="528"/>
                </a:lnTo>
                <a:lnTo>
                  <a:pt x="1399" y="527"/>
                </a:lnTo>
                <a:lnTo>
                  <a:pt x="1397" y="527"/>
                </a:lnTo>
                <a:lnTo>
                  <a:pt x="1396" y="528"/>
                </a:lnTo>
                <a:lnTo>
                  <a:pt x="1395" y="528"/>
                </a:lnTo>
                <a:lnTo>
                  <a:pt x="1395" y="529"/>
                </a:lnTo>
                <a:lnTo>
                  <a:pt x="1394" y="529"/>
                </a:lnTo>
                <a:lnTo>
                  <a:pt x="1394" y="530"/>
                </a:lnTo>
                <a:lnTo>
                  <a:pt x="1394" y="531"/>
                </a:lnTo>
                <a:lnTo>
                  <a:pt x="1393" y="532"/>
                </a:lnTo>
                <a:lnTo>
                  <a:pt x="1393" y="533"/>
                </a:lnTo>
                <a:lnTo>
                  <a:pt x="1393" y="534"/>
                </a:lnTo>
                <a:lnTo>
                  <a:pt x="1393" y="535"/>
                </a:lnTo>
                <a:lnTo>
                  <a:pt x="1394" y="535"/>
                </a:lnTo>
                <a:lnTo>
                  <a:pt x="1394" y="536"/>
                </a:lnTo>
                <a:lnTo>
                  <a:pt x="1395" y="536"/>
                </a:lnTo>
                <a:lnTo>
                  <a:pt x="1395" y="537"/>
                </a:lnTo>
                <a:lnTo>
                  <a:pt x="1396" y="537"/>
                </a:lnTo>
                <a:lnTo>
                  <a:pt x="1396" y="538"/>
                </a:lnTo>
                <a:lnTo>
                  <a:pt x="1396" y="539"/>
                </a:lnTo>
                <a:lnTo>
                  <a:pt x="1397" y="539"/>
                </a:lnTo>
                <a:lnTo>
                  <a:pt x="1398" y="539"/>
                </a:lnTo>
                <a:lnTo>
                  <a:pt x="1398" y="540"/>
                </a:lnTo>
                <a:lnTo>
                  <a:pt x="1398" y="541"/>
                </a:lnTo>
                <a:lnTo>
                  <a:pt x="1397" y="541"/>
                </a:lnTo>
                <a:lnTo>
                  <a:pt x="1397" y="542"/>
                </a:lnTo>
                <a:lnTo>
                  <a:pt x="1397" y="543"/>
                </a:lnTo>
                <a:lnTo>
                  <a:pt x="1396" y="544"/>
                </a:lnTo>
                <a:lnTo>
                  <a:pt x="1395" y="544"/>
                </a:lnTo>
                <a:lnTo>
                  <a:pt x="1394" y="544"/>
                </a:lnTo>
                <a:lnTo>
                  <a:pt x="1392" y="544"/>
                </a:lnTo>
                <a:lnTo>
                  <a:pt x="1391" y="543"/>
                </a:lnTo>
                <a:lnTo>
                  <a:pt x="1390" y="543"/>
                </a:lnTo>
                <a:lnTo>
                  <a:pt x="1390" y="542"/>
                </a:lnTo>
                <a:lnTo>
                  <a:pt x="1389" y="542"/>
                </a:lnTo>
                <a:lnTo>
                  <a:pt x="1388" y="541"/>
                </a:lnTo>
                <a:lnTo>
                  <a:pt x="1388" y="540"/>
                </a:lnTo>
                <a:lnTo>
                  <a:pt x="1389" y="539"/>
                </a:lnTo>
                <a:lnTo>
                  <a:pt x="1389" y="538"/>
                </a:lnTo>
                <a:lnTo>
                  <a:pt x="1390" y="537"/>
                </a:lnTo>
                <a:lnTo>
                  <a:pt x="1390" y="536"/>
                </a:lnTo>
                <a:lnTo>
                  <a:pt x="1390" y="535"/>
                </a:lnTo>
                <a:lnTo>
                  <a:pt x="1390" y="534"/>
                </a:lnTo>
                <a:lnTo>
                  <a:pt x="1389" y="533"/>
                </a:lnTo>
                <a:lnTo>
                  <a:pt x="1388" y="533"/>
                </a:lnTo>
                <a:lnTo>
                  <a:pt x="1387" y="532"/>
                </a:lnTo>
                <a:lnTo>
                  <a:pt x="1386" y="532"/>
                </a:lnTo>
                <a:lnTo>
                  <a:pt x="1385" y="533"/>
                </a:lnTo>
                <a:lnTo>
                  <a:pt x="1385" y="534"/>
                </a:lnTo>
                <a:lnTo>
                  <a:pt x="1384" y="536"/>
                </a:lnTo>
                <a:lnTo>
                  <a:pt x="1383" y="536"/>
                </a:lnTo>
                <a:lnTo>
                  <a:pt x="1382" y="537"/>
                </a:lnTo>
                <a:lnTo>
                  <a:pt x="1381" y="537"/>
                </a:lnTo>
                <a:lnTo>
                  <a:pt x="1381" y="536"/>
                </a:lnTo>
                <a:lnTo>
                  <a:pt x="1381" y="534"/>
                </a:lnTo>
                <a:lnTo>
                  <a:pt x="1380" y="533"/>
                </a:lnTo>
                <a:lnTo>
                  <a:pt x="1379" y="533"/>
                </a:lnTo>
                <a:lnTo>
                  <a:pt x="1378" y="531"/>
                </a:lnTo>
                <a:lnTo>
                  <a:pt x="1377" y="531"/>
                </a:lnTo>
                <a:lnTo>
                  <a:pt x="1376" y="531"/>
                </a:lnTo>
                <a:lnTo>
                  <a:pt x="1376" y="530"/>
                </a:lnTo>
                <a:lnTo>
                  <a:pt x="1375" y="529"/>
                </a:lnTo>
                <a:lnTo>
                  <a:pt x="1374" y="529"/>
                </a:lnTo>
                <a:lnTo>
                  <a:pt x="1373" y="529"/>
                </a:lnTo>
                <a:lnTo>
                  <a:pt x="1372" y="529"/>
                </a:lnTo>
                <a:lnTo>
                  <a:pt x="1371" y="529"/>
                </a:lnTo>
                <a:lnTo>
                  <a:pt x="1370" y="528"/>
                </a:lnTo>
                <a:lnTo>
                  <a:pt x="1369" y="527"/>
                </a:lnTo>
                <a:lnTo>
                  <a:pt x="1367" y="526"/>
                </a:lnTo>
                <a:lnTo>
                  <a:pt x="1367" y="525"/>
                </a:lnTo>
                <a:lnTo>
                  <a:pt x="1366" y="525"/>
                </a:lnTo>
                <a:lnTo>
                  <a:pt x="1367" y="524"/>
                </a:lnTo>
                <a:lnTo>
                  <a:pt x="1366" y="523"/>
                </a:lnTo>
                <a:lnTo>
                  <a:pt x="1365" y="522"/>
                </a:lnTo>
                <a:lnTo>
                  <a:pt x="1365" y="521"/>
                </a:lnTo>
                <a:lnTo>
                  <a:pt x="1364" y="521"/>
                </a:lnTo>
                <a:lnTo>
                  <a:pt x="1364" y="520"/>
                </a:lnTo>
                <a:lnTo>
                  <a:pt x="1363" y="520"/>
                </a:lnTo>
                <a:lnTo>
                  <a:pt x="1362" y="520"/>
                </a:lnTo>
                <a:lnTo>
                  <a:pt x="1361" y="520"/>
                </a:lnTo>
                <a:lnTo>
                  <a:pt x="1360" y="520"/>
                </a:lnTo>
                <a:lnTo>
                  <a:pt x="1359" y="520"/>
                </a:lnTo>
                <a:lnTo>
                  <a:pt x="1358" y="520"/>
                </a:lnTo>
                <a:lnTo>
                  <a:pt x="1357" y="520"/>
                </a:lnTo>
                <a:lnTo>
                  <a:pt x="1358" y="519"/>
                </a:lnTo>
                <a:lnTo>
                  <a:pt x="1357" y="518"/>
                </a:lnTo>
                <a:lnTo>
                  <a:pt x="1357" y="517"/>
                </a:lnTo>
                <a:lnTo>
                  <a:pt x="1356" y="517"/>
                </a:lnTo>
                <a:lnTo>
                  <a:pt x="1356" y="516"/>
                </a:lnTo>
                <a:lnTo>
                  <a:pt x="1355" y="516"/>
                </a:lnTo>
                <a:lnTo>
                  <a:pt x="1355" y="515"/>
                </a:lnTo>
                <a:lnTo>
                  <a:pt x="1354" y="513"/>
                </a:lnTo>
                <a:lnTo>
                  <a:pt x="1354" y="512"/>
                </a:lnTo>
                <a:lnTo>
                  <a:pt x="1354" y="509"/>
                </a:lnTo>
                <a:lnTo>
                  <a:pt x="1353" y="508"/>
                </a:lnTo>
                <a:lnTo>
                  <a:pt x="1353" y="507"/>
                </a:lnTo>
                <a:lnTo>
                  <a:pt x="1352" y="506"/>
                </a:lnTo>
                <a:lnTo>
                  <a:pt x="1352" y="505"/>
                </a:lnTo>
                <a:lnTo>
                  <a:pt x="1353" y="505"/>
                </a:lnTo>
                <a:lnTo>
                  <a:pt x="1353" y="504"/>
                </a:lnTo>
                <a:lnTo>
                  <a:pt x="1354" y="504"/>
                </a:lnTo>
                <a:lnTo>
                  <a:pt x="1353" y="503"/>
                </a:lnTo>
                <a:lnTo>
                  <a:pt x="1352" y="503"/>
                </a:lnTo>
                <a:lnTo>
                  <a:pt x="1351" y="502"/>
                </a:lnTo>
                <a:lnTo>
                  <a:pt x="1351" y="501"/>
                </a:lnTo>
                <a:lnTo>
                  <a:pt x="1351" y="500"/>
                </a:lnTo>
                <a:lnTo>
                  <a:pt x="1350" y="500"/>
                </a:lnTo>
                <a:lnTo>
                  <a:pt x="1351" y="499"/>
                </a:lnTo>
                <a:lnTo>
                  <a:pt x="1351" y="498"/>
                </a:lnTo>
                <a:lnTo>
                  <a:pt x="1351" y="497"/>
                </a:lnTo>
                <a:lnTo>
                  <a:pt x="1350" y="497"/>
                </a:lnTo>
                <a:lnTo>
                  <a:pt x="1351" y="496"/>
                </a:lnTo>
                <a:lnTo>
                  <a:pt x="1351" y="495"/>
                </a:lnTo>
                <a:lnTo>
                  <a:pt x="1351" y="494"/>
                </a:lnTo>
                <a:lnTo>
                  <a:pt x="1351" y="493"/>
                </a:lnTo>
                <a:lnTo>
                  <a:pt x="1351" y="492"/>
                </a:lnTo>
                <a:lnTo>
                  <a:pt x="1350" y="491"/>
                </a:lnTo>
                <a:lnTo>
                  <a:pt x="1349" y="490"/>
                </a:lnTo>
                <a:lnTo>
                  <a:pt x="1350" y="490"/>
                </a:lnTo>
                <a:lnTo>
                  <a:pt x="1351" y="487"/>
                </a:lnTo>
                <a:lnTo>
                  <a:pt x="1351" y="486"/>
                </a:lnTo>
                <a:lnTo>
                  <a:pt x="1351" y="485"/>
                </a:lnTo>
                <a:lnTo>
                  <a:pt x="1351" y="483"/>
                </a:lnTo>
                <a:lnTo>
                  <a:pt x="1351" y="482"/>
                </a:lnTo>
                <a:lnTo>
                  <a:pt x="1350" y="482"/>
                </a:lnTo>
                <a:lnTo>
                  <a:pt x="1351" y="483"/>
                </a:lnTo>
                <a:lnTo>
                  <a:pt x="1351" y="484"/>
                </a:lnTo>
                <a:lnTo>
                  <a:pt x="1351" y="485"/>
                </a:lnTo>
                <a:lnTo>
                  <a:pt x="1349" y="483"/>
                </a:lnTo>
                <a:lnTo>
                  <a:pt x="1349" y="482"/>
                </a:lnTo>
                <a:lnTo>
                  <a:pt x="1349" y="481"/>
                </a:lnTo>
                <a:lnTo>
                  <a:pt x="1349" y="480"/>
                </a:lnTo>
                <a:lnTo>
                  <a:pt x="1349" y="479"/>
                </a:lnTo>
                <a:lnTo>
                  <a:pt x="1348" y="479"/>
                </a:lnTo>
                <a:lnTo>
                  <a:pt x="1347" y="479"/>
                </a:lnTo>
                <a:lnTo>
                  <a:pt x="1346" y="480"/>
                </a:lnTo>
                <a:lnTo>
                  <a:pt x="1345" y="480"/>
                </a:lnTo>
                <a:lnTo>
                  <a:pt x="1344" y="481"/>
                </a:lnTo>
                <a:lnTo>
                  <a:pt x="1343" y="481"/>
                </a:lnTo>
                <a:lnTo>
                  <a:pt x="1342" y="481"/>
                </a:lnTo>
                <a:lnTo>
                  <a:pt x="1341" y="481"/>
                </a:lnTo>
                <a:lnTo>
                  <a:pt x="1340" y="481"/>
                </a:lnTo>
                <a:lnTo>
                  <a:pt x="1338" y="481"/>
                </a:lnTo>
                <a:lnTo>
                  <a:pt x="1337" y="481"/>
                </a:lnTo>
                <a:lnTo>
                  <a:pt x="1336" y="481"/>
                </a:lnTo>
                <a:lnTo>
                  <a:pt x="1335" y="481"/>
                </a:lnTo>
                <a:lnTo>
                  <a:pt x="1334" y="481"/>
                </a:lnTo>
                <a:lnTo>
                  <a:pt x="1333" y="482"/>
                </a:lnTo>
                <a:lnTo>
                  <a:pt x="1332" y="483"/>
                </a:lnTo>
                <a:lnTo>
                  <a:pt x="1332" y="484"/>
                </a:lnTo>
                <a:lnTo>
                  <a:pt x="1331" y="484"/>
                </a:lnTo>
                <a:lnTo>
                  <a:pt x="1330" y="484"/>
                </a:lnTo>
                <a:lnTo>
                  <a:pt x="1329" y="483"/>
                </a:lnTo>
                <a:lnTo>
                  <a:pt x="1328" y="483"/>
                </a:lnTo>
                <a:lnTo>
                  <a:pt x="1327" y="483"/>
                </a:lnTo>
                <a:lnTo>
                  <a:pt x="1326" y="483"/>
                </a:lnTo>
                <a:lnTo>
                  <a:pt x="1325" y="483"/>
                </a:lnTo>
                <a:lnTo>
                  <a:pt x="1325" y="482"/>
                </a:lnTo>
                <a:lnTo>
                  <a:pt x="1325" y="481"/>
                </a:lnTo>
                <a:lnTo>
                  <a:pt x="1325" y="480"/>
                </a:lnTo>
                <a:lnTo>
                  <a:pt x="1326" y="480"/>
                </a:lnTo>
                <a:lnTo>
                  <a:pt x="1326" y="479"/>
                </a:lnTo>
                <a:lnTo>
                  <a:pt x="1327" y="479"/>
                </a:lnTo>
                <a:lnTo>
                  <a:pt x="1328" y="479"/>
                </a:lnTo>
                <a:lnTo>
                  <a:pt x="1329" y="479"/>
                </a:lnTo>
                <a:lnTo>
                  <a:pt x="1329" y="478"/>
                </a:lnTo>
                <a:lnTo>
                  <a:pt x="1329" y="477"/>
                </a:lnTo>
                <a:lnTo>
                  <a:pt x="1328" y="477"/>
                </a:lnTo>
                <a:lnTo>
                  <a:pt x="1327" y="477"/>
                </a:lnTo>
                <a:lnTo>
                  <a:pt x="1326" y="477"/>
                </a:lnTo>
                <a:lnTo>
                  <a:pt x="1326" y="476"/>
                </a:lnTo>
                <a:lnTo>
                  <a:pt x="1325" y="476"/>
                </a:lnTo>
                <a:lnTo>
                  <a:pt x="1325" y="475"/>
                </a:lnTo>
                <a:lnTo>
                  <a:pt x="1326" y="473"/>
                </a:lnTo>
                <a:lnTo>
                  <a:pt x="1328" y="472"/>
                </a:lnTo>
                <a:lnTo>
                  <a:pt x="1329" y="470"/>
                </a:lnTo>
                <a:lnTo>
                  <a:pt x="1328" y="469"/>
                </a:lnTo>
                <a:lnTo>
                  <a:pt x="1328" y="468"/>
                </a:lnTo>
                <a:lnTo>
                  <a:pt x="1327" y="468"/>
                </a:lnTo>
                <a:lnTo>
                  <a:pt x="1327" y="469"/>
                </a:lnTo>
                <a:lnTo>
                  <a:pt x="1326" y="469"/>
                </a:lnTo>
                <a:lnTo>
                  <a:pt x="1325" y="468"/>
                </a:lnTo>
                <a:lnTo>
                  <a:pt x="1324" y="468"/>
                </a:lnTo>
                <a:lnTo>
                  <a:pt x="1323" y="468"/>
                </a:lnTo>
                <a:lnTo>
                  <a:pt x="1322" y="468"/>
                </a:lnTo>
                <a:lnTo>
                  <a:pt x="1321" y="469"/>
                </a:lnTo>
                <a:lnTo>
                  <a:pt x="1319" y="470"/>
                </a:lnTo>
                <a:lnTo>
                  <a:pt x="1319" y="471"/>
                </a:lnTo>
                <a:lnTo>
                  <a:pt x="1318" y="472"/>
                </a:lnTo>
                <a:lnTo>
                  <a:pt x="1317" y="473"/>
                </a:lnTo>
                <a:lnTo>
                  <a:pt x="1317" y="474"/>
                </a:lnTo>
                <a:lnTo>
                  <a:pt x="1316" y="474"/>
                </a:lnTo>
                <a:lnTo>
                  <a:pt x="1315" y="474"/>
                </a:lnTo>
                <a:lnTo>
                  <a:pt x="1313" y="475"/>
                </a:lnTo>
                <a:lnTo>
                  <a:pt x="1312" y="475"/>
                </a:lnTo>
                <a:lnTo>
                  <a:pt x="1312" y="476"/>
                </a:lnTo>
                <a:lnTo>
                  <a:pt x="1311" y="476"/>
                </a:lnTo>
                <a:lnTo>
                  <a:pt x="1310" y="476"/>
                </a:lnTo>
                <a:lnTo>
                  <a:pt x="1309" y="476"/>
                </a:lnTo>
                <a:lnTo>
                  <a:pt x="1309" y="475"/>
                </a:lnTo>
                <a:lnTo>
                  <a:pt x="1308" y="474"/>
                </a:lnTo>
                <a:lnTo>
                  <a:pt x="1307" y="474"/>
                </a:lnTo>
                <a:lnTo>
                  <a:pt x="1306" y="474"/>
                </a:lnTo>
                <a:lnTo>
                  <a:pt x="1306" y="475"/>
                </a:lnTo>
                <a:lnTo>
                  <a:pt x="1305" y="475"/>
                </a:lnTo>
                <a:lnTo>
                  <a:pt x="1304" y="476"/>
                </a:lnTo>
                <a:lnTo>
                  <a:pt x="1303" y="476"/>
                </a:lnTo>
                <a:lnTo>
                  <a:pt x="1302" y="476"/>
                </a:lnTo>
                <a:lnTo>
                  <a:pt x="1301" y="476"/>
                </a:lnTo>
                <a:lnTo>
                  <a:pt x="1300" y="475"/>
                </a:lnTo>
                <a:lnTo>
                  <a:pt x="1300" y="474"/>
                </a:lnTo>
                <a:lnTo>
                  <a:pt x="1299" y="472"/>
                </a:lnTo>
                <a:lnTo>
                  <a:pt x="1300" y="471"/>
                </a:lnTo>
                <a:lnTo>
                  <a:pt x="1300" y="470"/>
                </a:lnTo>
                <a:lnTo>
                  <a:pt x="1299" y="470"/>
                </a:lnTo>
                <a:lnTo>
                  <a:pt x="1298" y="470"/>
                </a:lnTo>
                <a:lnTo>
                  <a:pt x="1297" y="470"/>
                </a:lnTo>
                <a:lnTo>
                  <a:pt x="1296" y="470"/>
                </a:lnTo>
                <a:lnTo>
                  <a:pt x="1296" y="471"/>
                </a:lnTo>
                <a:lnTo>
                  <a:pt x="1295" y="471"/>
                </a:lnTo>
                <a:lnTo>
                  <a:pt x="1294" y="471"/>
                </a:lnTo>
                <a:lnTo>
                  <a:pt x="1293" y="472"/>
                </a:lnTo>
                <a:lnTo>
                  <a:pt x="1292" y="472"/>
                </a:lnTo>
                <a:lnTo>
                  <a:pt x="1291" y="473"/>
                </a:lnTo>
                <a:lnTo>
                  <a:pt x="1290" y="474"/>
                </a:lnTo>
                <a:lnTo>
                  <a:pt x="1290" y="475"/>
                </a:lnTo>
                <a:lnTo>
                  <a:pt x="1289" y="475"/>
                </a:lnTo>
                <a:lnTo>
                  <a:pt x="1289" y="476"/>
                </a:lnTo>
                <a:lnTo>
                  <a:pt x="1289" y="477"/>
                </a:lnTo>
                <a:lnTo>
                  <a:pt x="1290" y="477"/>
                </a:lnTo>
                <a:lnTo>
                  <a:pt x="1290" y="478"/>
                </a:lnTo>
                <a:lnTo>
                  <a:pt x="1291" y="478"/>
                </a:lnTo>
                <a:lnTo>
                  <a:pt x="1292" y="478"/>
                </a:lnTo>
                <a:lnTo>
                  <a:pt x="1293" y="477"/>
                </a:lnTo>
                <a:lnTo>
                  <a:pt x="1294" y="477"/>
                </a:lnTo>
                <a:lnTo>
                  <a:pt x="1295" y="477"/>
                </a:lnTo>
                <a:lnTo>
                  <a:pt x="1296" y="477"/>
                </a:lnTo>
                <a:lnTo>
                  <a:pt x="1296" y="478"/>
                </a:lnTo>
                <a:lnTo>
                  <a:pt x="1295" y="479"/>
                </a:lnTo>
                <a:lnTo>
                  <a:pt x="1295" y="480"/>
                </a:lnTo>
                <a:lnTo>
                  <a:pt x="1294" y="480"/>
                </a:lnTo>
                <a:lnTo>
                  <a:pt x="1293" y="479"/>
                </a:lnTo>
                <a:lnTo>
                  <a:pt x="1292" y="479"/>
                </a:lnTo>
                <a:lnTo>
                  <a:pt x="1291" y="479"/>
                </a:lnTo>
                <a:lnTo>
                  <a:pt x="1289" y="480"/>
                </a:lnTo>
                <a:lnTo>
                  <a:pt x="1288" y="480"/>
                </a:lnTo>
                <a:lnTo>
                  <a:pt x="1288" y="481"/>
                </a:lnTo>
                <a:lnTo>
                  <a:pt x="1287" y="482"/>
                </a:lnTo>
                <a:lnTo>
                  <a:pt x="1287" y="483"/>
                </a:lnTo>
                <a:lnTo>
                  <a:pt x="1287" y="484"/>
                </a:lnTo>
                <a:lnTo>
                  <a:pt x="1287" y="486"/>
                </a:lnTo>
                <a:lnTo>
                  <a:pt x="1288" y="486"/>
                </a:lnTo>
                <a:lnTo>
                  <a:pt x="1288" y="487"/>
                </a:lnTo>
                <a:lnTo>
                  <a:pt x="1289" y="487"/>
                </a:lnTo>
                <a:lnTo>
                  <a:pt x="1290" y="489"/>
                </a:lnTo>
                <a:lnTo>
                  <a:pt x="1290" y="490"/>
                </a:lnTo>
                <a:lnTo>
                  <a:pt x="1291" y="491"/>
                </a:lnTo>
                <a:lnTo>
                  <a:pt x="1292" y="492"/>
                </a:lnTo>
                <a:lnTo>
                  <a:pt x="1291" y="492"/>
                </a:lnTo>
                <a:lnTo>
                  <a:pt x="1291" y="493"/>
                </a:lnTo>
                <a:lnTo>
                  <a:pt x="1290" y="493"/>
                </a:lnTo>
                <a:lnTo>
                  <a:pt x="1290" y="492"/>
                </a:lnTo>
                <a:lnTo>
                  <a:pt x="1289" y="492"/>
                </a:lnTo>
                <a:lnTo>
                  <a:pt x="1288" y="492"/>
                </a:lnTo>
                <a:lnTo>
                  <a:pt x="1288" y="493"/>
                </a:lnTo>
                <a:lnTo>
                  <a:pt x="1288" y="495"/>
                </a:lnTo>
                <a:lnTo>
                  <a:pt x="1288" y="496"/>
                </a:lnTo>
                <a:lnTo>
                  <a:pt x="1289" y="497"/>
                </a:lnTo>
                <a:lnTo>
                  <a:pt x="1289" y="498"/>
                </a:lnTo>
                <a:lnTo>
                  <a:pt x="1289" y="500"/>
                </a:lnTo>
                <a:lnTo>
                  <a:pt x="1289" y="501"/>
                </a:lnTo>
                <a:lnTo>
                  <a:pt x="1289" y="502"/>
                </a:lnTo>
                <a:lnTo>
                  <a:pt x="1290" y="503"/>
                </a:lnTo>
                <a:lnTo>
                  <a:pt x="1290" y="504"/>
                </a:lnTo>
                <a:lnTo>
                  <a:pt x="1289" y="505"/>
                </a:lnTo>
                <a:lnTo>
                  <a:pt x="1288" y="506"/>
                </a:lnTo>
                <a:lnTo>
                  <a:pt x="1288" y="507"/>
                </a:lnTo>
                <a:lnTo>
                  <a:pt x="1287" y="507"/>
                </a:lnTo>
                <a:lnTo>
                  <a:pt x="1287" y="508"/>
                </a:lnTo>
                <a:lnTo>
                  <a:pt x="1288" y="509"/>
                </a:lnTo>
                <a:lnTo>
                  <a:pt x="1288" y="510"/>
                </a:lnTo>
                <a:lnTo>
                  <a:pt x="1288" y="511"/>
                </a:lnTo>
                <a:lnTo>
                  <a:pt x="1288" y="512"/>
                </a:lnTo>
                <a:lnTo>
                  <a:pt x="1288" y="513"/>
                </a:lnTo>
                <a:lnTo>
                  <a:pt x="1288" y="514"/>
                </a:lnTo>
                <a:lnTo>
                  <a:pt x="1287" y="515"/>
                </a:lnTo>
                <a:lnTo>
                  <a:pt x="1288" y="516"/>
                </a:lnTo>
                <a:lnTo>
                  <a:pt x="1289" y="517"/>
                </a:lnTo>
                <a:lnTo>
                  <a:pt x="1289" y="518"/>
                </a:lnTo>
                <a:lnTo>
                  <a:pt x="1289" y="519"/>
                </a:lnTo>
                <a:lnTo>
                  <a:pt x="1290" y="520"/>
                </a:lnTo>
                <a:lnTo>
                  <a:pt x="1289" y="520"/>
                </a:lnTo>
                <a:lnTo>
                  <a:pt x="1289" y="521"/>
                </a:lnTo>
                <a:lnTo>
                  <a:pt x="1289" y="522"/>
                </a:lnTo>
                <a:lnTo>
                  <a:pt x="1288" y="522"/>
                </a:lnTo>
                <a:lnTo>
                  <a:pt x="1288" y="523"/>
                </a:lnTo>
                <a:lnTo>
                  <a:pt x="1287" y="524"/>
                </a:lnTo>
                <a:lnTo>
                  <a:pt x="1287" y="525"/>
                </a:lnTo>
                <a:lnTo>
                  <a:pt x="1287" y="526"/>
                </a:lnTo>
                <a:lnTo>
                  <a:pt x="1287" y="527"/>
                </a:lnTo>
                <a:lnTo>
                  <a:pt x="1288" y="527"/>
                </a:lnTo>
                <a:lnTo>
                  <a:pt x="1287" y="527"/>
                </a:lnTo>
                <a:lnTo>
                  <a:pt x="1287" y="528"/>
                </a:lnTo>
                <a:lnTo>
                  <a:pt x="1288" y="528"/>
                </a:lnTo>
                <a:lnTo>
                  <a:pt x="1288" y="529"/>
                </a:lnTo>
                <a:lnTo>
                  <a:pt x="1287" y="529"/>
                </a:lnTo>
                <a:lnTo>
                  <a:pt x="1287" y="530"/>
                </a:lnTo>
                <a:lnTo>
                  <a:pt x="1287" y="531"/>
                </a:lnTo>
                <a:lnTo>
                  <a:pt x="1287" y="532"/>
                </a:lnTo>
                <a:lnTo>
                  <a:pt x="1287" y="533"/>
                </a:lnTo>
                <a:lnTo>
                  <a:pt x="1286" y="534"/>
                </a:lnTo>
                <a:lnTo>
                  <a:pt x="1286" y="535"/>
                </a:lnTo>
                <a:lnTo>
                  <a:pt x="1286" y="536"/>
                </a:lnTo>
                <a:lnTo>
                  <a:pt x="1286" y="537"/>
                </a:lnTo>
                <a:lnTo>
                  <a:pt x="1287" y="538"/>
                </a:lnTo>
                <a:lnTo>
                  <a:pt x="1288" y="539"/>
                </a:lnTo>
                <a:lnTo>
                  <a:pt x="1290" y="541"/>
                </a:lnTo>
                <a:lnTo>
                  <a:pt x="1292" y="541"/>
                </a:lnTo>
                <a:lnTo>
                  <a:pt x="1292" y="542"/>
                </a:lnTo>
                <a:lnTo>
                  <a:pt x="1293" y="542"/>
                </a:lnTo>
                <a:lnTo>
                  <a:pt x="1294" y="542"/>
                </a:lnTo>
                <a:lnTo>
                  <a:pt x="1294" y="543"/>
                </a:lnTo>
                <a:lnTo>
                  <a:pt x="1294" y="544"/>
                </a:lnTo>
                <a:lnTo>
                  <a:pt x="1293" y="544"/>
                </a:lnTo>
                <a:lnTo>
                  <a:pt x="1293" y="543"/>
                </a:lnTo>
                <a:lnTo>
                  <a:pt x="1292" y="543"/>
                </a:lnTo>
                <a:lnTo>
                  <a:pt x="1291" y="543"/>
                </a:lnTo>
                <a:lnTo>
                  <a:pt x="1291" y="544"/>
                </a:lnTo>
                <a:lnTo>
                  <a:pt x="1291" y="545"/>
                </a:lnTo>
                <a:lnTo>
                  <a:pt x="1291" y="546"/>
                </a:lnTo>
                <a:lnTo>
                  <a:pt x="1292" y="546"/>
                </a:lnTo>
                <a:lnTo>
                  <a:pt x="1291" y="547"/>
                </a:lnTo>
                <a:lnTo>
                  <a:pt x="1291" y="548"/>
                </a:lnTo>
                <a:lnTo>
                  <a:pt x="1292" y="548"/>
                </a:lnTo>
                <a:lnTo>
                  <a:pt x="1292" y="549"/>
                </a:lnTo>
                <a:lnTo>
                  <a:pt x="1293" y="549"/>
                </a:lnTo>
                <a:lnTo>
                  <a:pt x="1294" y="549"/>
                </a:lnTo>
                <a:lnTo>
                  <a:pt x="1294" y="550"/>
                </a:lnTo>
                <a:lnTo>
                  <a:pt x="1293" y="551"/>
                </a:lnTo>
                <a:lnTo>
                  <a:pt x="1292" y="551"/>
                </a:lnTo>
                <a:lnTo>
                  <a:pt x="1291" y="549"/>
                </a:lnTo>
                <a:lnTo>
                  <a:pt x="1290" y="549"/>
                </a:lnTo>
                <a:lnTo>
                  <a:pt x="1290" y="548"/>
                </a:lnTo>
                <a:lnTo>
                  <a:pt x="1289" y="550"/>
                </a:lnTo>
                <a:lnTo>
                  <a:pt x="1288" y="550"/>
                </a:lnTo>
                <a:lnTo>
                  <a:pt x="1288" y="551"/>
                </a:lnTo>
                <a:lnTo>
                  <a:pt x="1288" y="552"/>
                </a:lnTo>
                <a:lnTo>
                  <a:pt x="1289" y="552"/>
                </a:lnTo>
                <a:lnTo>
                  <a:pt x="1290" y="552"/>
                </a:lnTo>
                <a:lnTo>
                  <a:pt x="1291" y="552"/>
                </a:lnTo>
                <a:lnTo>
                  <a:pt x="1291" y="553"/>
                </a:lnTo>
                <a:lnTo>
                  <a:pt x="1292" y="553"/>
                </a:lnTo>
                <a:lnTo>
                  <a:pt x="1291" y="553"/>
                </a:lnTo>
                <a:lnTo>
                  <a:pt x="1291" y="554"/>
                </a:lnTo>
                <a:lnTo>
                  <a:pt x="1290" y="555"/>
                </a:lnTo>
                <a:lnTo>
                  <a:pt x="1290" y="556"/>
                </a:lnTo>
                <a:lnTo>
                  <a:pt x="1291" y="557"/>
                </a:lnTo>
                <a:lnTo>
                  <a:pt x="1292" y="557"/>
                </a:lnTo>
                <a:lnTo>
                  <a:pt x="1292" y="556"/>
                </a:lnTo>
                <a:lnTo>
                  <a:pt x="1293" y="556"/>
                </a:lnTo>
                <a:lnTo>
                  <a:pt x="1294" y="556"/>
                </a:lnTo>
                <a:lnTo>
                  <a:pt x="1295" y="557"/>
                </a:lnTo>
                <a:lnTo>
                  <a:pt x="1295" y="558"/>
                </a:lnTo>
                <a:lnTo>
                  <a:pt x="1294" y="558"/>
                </a:lnTo>
                <a:lnTo>
                  <a:pt x="1294" y="559"/>
                </a:lnTo>
                <a:lnTo>
                  <a:pt x="1293" y="559"/>
                </a:lnTo>
                <a:lnTo>
                  <a:pt x="1292" y="559"/>
                </a:lnTo>
                <a:lnTo>
                  <a:pt x="1292" y="560"/>
                </a:lnTo>
                <a:lnTo>
                  <a:pt x="1292" y="562"/>
                </a:lnTo>
                <a:lnTo>
                  <a:pt x="1292" y="563"/>
                </a:lnTo>
                <a:lnTo>
                  <a:pt x="1291" y="564"/>
                </a:lnTo>
                <a:lnTo>
                  <a:pt x="1290" y="565"/>
                </a:lnTo>
                <a:lnTo>
                  <a:pt x="1290" y="566"/>
                </a:lnTo>
                <a:lnTo>
                  <a:pt x="1291" y="567"/>
                </a:lnTo>
                <a:lnTo>
                  <a:pt x="1291" y="568"/>
                </a:lnTo>
                <a:lnTo>
                  <a:pt x="1291" y="569"/>
                </a:lnTo>
                <a:lnTo>
                  <a:pt x="1292" y="570"/>
                </a:lnTo>
                <a:lnTo>
                  <a:pt x="1293" y="571"/>
                </a:lnTo>
                <a:lnTo>
                  <a:pt x="1293" y="572"/>
                </a:lnTo>
                <a:lnTo>
                  <a:pt x="1293" y="573"/>
                </a:lnTo>
                <a:lnTo>
                  <a:pt x="1293" y="574"/>
                </a:lnTo>
                <a:lnTo>
                  <a:pt x="1294" y="574"/>
                </a:lnTo>
                <a:lnTo>
                  <a:pt x="1294" y="575"/>
                </a:lnTo>
                <a:lnTo>
                  <a:pt x="1293" y="575"/>
                </a:lnTo>
                <a:lnTo>
                  <a:pt x="1293" y="576"/>
                </a:lnTo>
                <a:lnTo>
                  <a:pt x="1293" y="577"/>
                </a:lnTo>
                <a:lnTo>
                  <a:pt x="1294" y="578"/>
                </a:lnTo>
                <a:lnTo>
                  <a:pt x="1294" y="579"/>
                </a:lnTo>
                <a:lnTo>
                  <a:pt x="1294" y="580"/>
                </a:lnTo>
                <a:lnTo>
                  <a:pt x="1293" y="580"/>
                </a:lnTo>
                <a:lnTo>
                  <a:pt x="1294" y="582"/>
                </a:lnTo>
                <a:lnTo>
                  <a:pt x="1295" y="582"/>
                </a:lnTo>
                <a:lnTo>
                  <a:pt x="1295" y="583"/>
                </a:lnTo>
                <a:lnTo>
                  <a:pt x="1295" y="584"/>
                </a:lnTo>
                <a:lnTo>
                  <a:pt x="1296" y="585"/>
                </a:lnTo>
                <a:lnTo>
                  <a:pt x="1297" y="586"/>
                </a:lnTo>
                <a:lnTo>
                  <a:pt x="1297" y="587"/>
                </a:lnTo>
                <a:lnTo>
                  <a:pt x="1296" y="587"/>
                </a:lnTo>
                <a:lnTo>
                  <a:pt x="1296" y="588"/>
                </a:lnTo>
                <a:lnTo>
                  <a:pt x="1296" y="589"/>
                </a:lnTo>
                <a:lnTo>
                  <a:pt x="1296" y="590"/>
                </a:lnTo>
                <a:lnTo>
                  <a:pt x="1295" y="590"/>
                </a:lnTo>
                <a:lnTo>
                  <a:pt x="1295" y="591"/>
                </a:lnTo>
                <a:lnTo>
                  <a:pt x="1295" y="592"/>
                </a:lnTo>
                <a:lnTo>
                  <a:pt x="1295" y="593"/>
                </a:lnTo>
                <a:lnTo>
                  <a:pt x="1294" y="594"/>
                </a:lnTo>
                <a:lnTo>
                  <a:pt x="1294" y="595"/>
                </a:lnTo>
                <a:lnTo>
                  <a:pt x="1293" y="595"/>
                </a:lnTo>
                <a:lnTo>
                  <a:pt x="1293" y="596"/>
                </a:lnTo>
                <a:lnTo>
                  <a:pt x="1293" y="597"/>
                </a:lnTo>
                <a:lnTo>
                  <a:pt x="1291" y="597"/>
                </a:lnTo>
                <a:lnTo>
                  <a:pt x="1290" y="597"/>
                </a:lnTo>
                <a:lnTo>
                  <a:pt x="1289" y="597"/>
                </a:lnTo>
                <a:lnTo>
                  <a:pt x="1289" y="596"/>
                </a:lnTo>
                <a:lnTo>
                  <a:pt x="1288" y="596"/>
                </a:lnTo>
                <a:lnTo>
                  <a:pt x="1287" y="596"/>
                </a:lnTo>
                <a:lnTo>
                  <a:pt x="1287" y="597"/>
                </a:lnTo>
                <a:lnTo>
                  <a:pt x="1286" y="597"/>
                </a:lnTo>
                <a:lnTo>
                  <a:pt x="1286" y="598"/>
                </a:lnTo>
                <a:lnTo>
                  <a:pt x="1285" y="599"/>
                </a:lnTo>
                <a:lnTo>
                  <a:pt x="1284" y="599"/>
                </a:lnTo>
                <a:lnTo>
                  <a:pt x="1284" y="598"/>
                </a:lnTo>
                <a:lnTo>
                  <a:pt x="1283" y="597"/>
                </a:lnTo>
                <a:lnTo>
                  <a:pt x="1282" y="597"/>
                </a:lnTo>
                <a:lnTo>
                  <a:pt x="1282" y="596"/>
                </a:lnTo>
                <a:lnTo>
                  <a:pt x="1281" y="595"/>
                </a:lnTo>
                <a:lnTo>
                  <a:pt x="1280" y="594"/>
                </a:lnTo>
                <a:lnTo>
                  <a:pt x="1279" y="593"/>
                </a:lnTo>
                <a:lnTo>
                  <a:pt x="1278" y="593"/>
                </a:lnTo>
                <a:lnTo>
                  <a:pt x="1277" y="593"/>
                </a:lnTo>
                <a:lnTo>
                  <a:pt x="1277" y="594"/>
                </a:lnTo>
                <a:lnTo>
                  <a:pt x="1277" y="595"/>
                </a:lnTo>
                <a:lnTo>
                  <a:pt x="1276" y="596"/>
                </a:lnTo>
                <a:lnTo>
                  <a:pt x="1275" y="596"/>
                </a:lnTo>
                <a:lnTo>
                  <a:pt x="1275" y="597"/>
                </a:lnTo>
                <a:lnTo>
                  <a:pt x="1276" y="597"/>
                </a:lnTo>
                <a:lnTo>
                  <a:pt x="1276" y="598"/>
                </a:lnTo>
                <a:lnTo>
                  <a:pt x="1277" y="598"/>
                </a:lnTo>
                <a:lnTo>
                  <a:pt x="1277" y="597"/>
                </a:lnTo>
                <a:lnTo>
                  <a:pt x="1278" y="597"/>
                </a:lnTo>
                <a:lnTo>
                  <a:pt x="1279" y="597"/>
                </a:lnTo>
                <a:lnTo>
                  <a:pt x="1279" y="598"/>
                </a:lnTo>
                <a:lnTo>
                  <a:pt x="1278" y="599"/>
                </a:lnTo>
                <a:lnTo>
                  <a:pt x="1278" y="600"/>
                </a:lnTo>
                <a:lnTo>
                  <a:pt x="1277" y="601"/>
                </a:lnTo>
                <a:lnTo>
                  <a:pt x="1278" y="601"/>
                </a:lnTo>
                <a:lnTo>
                  <a:pt x="1278" y="602"/>
                </a:lnTo>
                <a:lnTo>
                  <a:pt x="1278" y="603"/>
                </a:lnTo>
                <a:lnTo>
                  <a:pt x="1278" y="604"/>
                </a:lnTo>
                <a:lnTo>
                  <a:pt x="1277" y="604"/>
                </a:lnTo>
                <a:lnTo>
                  <a:pt x="1276" y="604"/>
                </a:lnTo>
                <a:lnTo>
                  <a:pt x="1275" y="604"/>
                </a:lnTo>
                <a:lnTo>
                  <a:pt x="1275" y="606"/>
                </a:lnTo>
                <a:lnTo>
                  <a:pt x="1274" y="607"/>
                </a:lnTo>
                <a:lnTo>
                  <a:pt x="1274" y="608"/>
                </a:lnTo>
                <a:lnTo>
                  <a:pt x="1274" y="610"/>
                </a:lnTo>
                <a:lnTo>
                  <a:pt x="1275" y="610"/>
                </a:lnTo>
                <a:lnTo>
                  <a:pt x="1276" y="610"/>
                </a:lnTo>
                <a:lnTo>
                  <a:pt x="1276" y="611"/>
                </a:lnTo>
                <a:lnTo>
                  <a:pt x="1275" y="611"/>
                </a:lnTo>
                <a:lnTo>
                  <a:pt x="1275" y="612"/>
                </a:lnTo>
                <a:lnTo>
                  <a:pt x="1274" y="612"/>
                </a:lnTo>
                <a:lnTo>
                  <a:pt x="1273" y="612"/>
                </a:lnTo>
                <a:lnTo>
                  <a:pt x="1274" y="613"/>
                </a:lnTo>
                <a:lnTo>
                  <a:pt x="1274" y="615"/>
                </a:lnTo>
                <a:lnTo>
                  <a:pt x="1274" y="616"/>
                </a:lnTo>
                <a:lnTo>
                  <a:pt x="1273" y="616"/>
                </a:lnTo>
                <a:lnTo>
                  <a:pt x="1273" y="615"/>
                </a:lnTo>
                <a:lnTo>
                  <a:pt x="1273" y="614"/>
                </a:lnTo>
                <a:lnTo>
                  <a:pt x="1272" y="614"/>
                </a:lnTo>
                <a:lnTo>
                  <a:pt x="1272" y="615"/>
                </a:lnTo>
                <a:lnTo>
                  <a:pt x="1271" y="615"/>
                </a:lnTo>
                <a:lnTo>
                  <a:pt x="1271" y="614"/>
                </a:lnTo>
                <a:lnTo>
                  <a:pt x="1271" y="613"/>
                </a:lnTo>
                <a:lnTo>
                  <a:pt x="1270" y="613"/>
                </a:lnTo>
                <a:lnTo>
                  <a:pt x="1269" y="611"/>
                </a:lnTo>
                <a:lnTo>
                  <a:pt x="1269" y="610"/>
                </a:lnTo>
                <a:lnTo>
                  <a:pt x="1268" y="610"/>
                </a:lnTo>
                <a:lnTo>
                  <a:pt x="1267" y="610"/>
                </a:lnTo>
                <a:lnTo>
                  <a:pt x="1266" y="610"/>
                </a:lnTo>
                <a:lnTo>
                  <a:pt x="1265" y="610"/>
                </a:lnTo>
                <a:lnTo>
                  <a:pt x="1265" y="609"/>
                </a:lnTo>
                <a:lnTo>
                  <a:pt x="1264" y="609"/>
                </a:lnTo>
                <a:lnTo>
                  <a:pt x="1264" y="607"/>
                </a:lnTo>
                <a:lnTo>
                  <a:pt x="1263" y="607"/>
                </a:lnTo>
                <a:lnTo>
                  <a:pt x="1262" y="607"/>
                </a:lnTo>
                <a:lnTo>
                  <a:pt x="1261" y="606"/>
                </a:lnTo>
                <a:lnTo>
                  <a:pt x="1258" y="606"/>
                </a:lnTo>
                <a:lnTo>
                  <a:pt x="1257" y="606"/>
                </a:lnTo>
                <a:lnTo>
                  <a:pt x="1257" y="605"/>
                </a:lnTo>
                <a:lnTo>
                  <a:pt x="1256" y="604"/>
                </a:lnTo>
                <a:lnTo>
                  <a:pt x="1256" y="603"/>
                </a:lnTo>
                <a:lnTo>
                  <a:pt x="1255" y="603"/>
                </a:lnTo>
                <a:lnTo>
                  <a:pt x="1254" y="603"/>
                </a:lnTo>
                <a:lnTo>
                  <a:pt x="1254" y="605"/>
                </a:lnTo>
                <a:lnTo>
                  <a:pt x="1253" y="605"/>
                </a:lnTo>
                <a:lnTo>
                  <a:pt x="1252" y="605"/>
                </a:lnTo>
                <a:lnTo>
                  <a:pt x="1252" y="606"/>
                </a:lnTo>
                <a:lnTo>
                  <a:pt x="1251" y="606"/>
                </a:lnTo>
                <a:lnTo>
                  <a:pt x="1251" y="605"/>
                </a:lnTo>
                <a:lnTo>
                  <a:pt x="1250" y="605"/>
                </a:lnTo>
                <a:lnTo>
                  <a:pt x="1249" y="604"/>
                </a:lnTo>
                <a:lnTo>
                  <a:pt x="1248" y="604"/>
                </a:lnTo>
                <a:lnTo>
                  <a:pt x="1248" y="603"/>
                </a:lnTo>
                <a:lnTo>
                  <a:pt x="1247" y="603"/>
                </a:lnTo>
                <a:lnTo>
                  <a:pt x="1246" y="604"/>
                </a:lnTo>
                <a:lnTo>
                  <a:pt x="1246" y="605"/>
                </a:lnTo>
                <a:lnTo>
                  <a:pt x="1247" y="606"/>
                </a:lnTo>
                <a:lnTo>
                  <a:pt x="1247" y="607"/>
                </a:lnTo>
                <a:lnTo>
                  <a:pt x="1247" y="609"/>
                </a:lnTo>
                <a:lnTo>
                  <a:pt x="1246" y="609"/>
                </a:lnTo>
                <a:lnTo>
                  <a:pt x="1245" y="609"/>
                </a:lnTo>
                <a:lnTo>
                  <a:pt x="1243" y="609"/>
                </a:lnTo>
                <a:lnTo>
                  <a:pt x="1242" y="608"/>
                </a:lnTo>
                <a:lnTo>
                  <a:pt x="1243" y="607"/>
                </a:lnTo>
                <a:lnTo>
                  <a:pt x="1243" y="606"/>
                </a:lnTo>
                <a:lnTo>
                  <a:pt x="1243" y="605"/>
                </a:lnTo>
                <a:lnTo>
                  <a:pt x="1243" y="604"/>
                </a:lnTo>
                <a:lnTo>
                  <a:pt x="1243" y="603"/>
                </a:lnTo>
                <a:lnTo>
                  <a:pt x="1242" y="603"/>
                </a:lnTo>
                <a:lnTo>
                  <a:pt x="1241" y="604"/>
                </a:lnTo>
                <a:lnTo>
                  <a:pt x="1240" y="605"/>
                </a:lnTo>
                <a:lnTo>
                  <a:pt x="1239" y="606"/>
                </a:lnTo>
                <a:lnTo>
                  <a:pt x="1239" y="607"/>
                </a:lnTo>
                <a:lnTo>
                  <a:pt x="1239" y="608"/>
                </a:lnTo>
                <a:lnTo>
                  <a:pt x="1240" y="608"/>
                </a:lnTo>
                <a:lnTo>
                  <a:pt x="1240" y="609"/>
                </a:lnTo>
                <a:lnTo>
                  <a:pt x="1241" y="609"/>
                </a:lnTo>
                <a:lnTo>
                  <a:pt x="1242" y="609"/>
                </a:lnTo>
                <a:lnTo>
                  <a:pt x="1243" y="610"/>
                </a:lnTo>
                <a:lnTo>
                  <a:pt x="1243" y="611"/>
                </a:lnTo>
                <a:lnTo>
                  <a:pt x="1242" y="611"/>
                </a:lnTo>
                <a:lnTo>
                  <a:pt x="1242" y="612"/>
                </a:lnTo>
                <a:lnTo>
                  <a:pt x="1242" y="611"/>
                </a:lnTo>
                <a:lnTo>
                  <a:pt x="1241" y="611"/>
                </a:lnTo>
                <a:lnTo>
                  <a:pt x="1241" y="612"/>
                </a:lnTo>
                <a:lnTo>
                  <a:pt x="1242" y="613"/>
                </a:lnTo>
                <a:lnTo>
                  <a:pt x="1243" y="613"/>
                </a:lnTo>
                <a:lnTo>
                  <a:pt x="1243" y="614"/>
                </a:lnTo>
                <a:lnTo>
                  <a:pt x="1242" y="614"/>
                </a:lnTo>
                <a:lnTo>
                  <a:pt x="1241" y="613"/>
                </a:lnTo>
                <a:lnTo>
                  <a:pt x="1240" y="613"/>
                </a:lnTo>
                <a:lnTo>
                  <a:pt x="1240" y="612"/>
                </a:lnTo>
                <a:lnTo>
                  <a:pt x="1239" y="612"/>
                </a:lnTo>
                <a:lnTo>
                  <a:pt x="1239" y="611"/>
                </a:lnTo>
                <a:lnTo>
                  <a:pt x="1239" y="610"/>
                </a:lnTo>
                <a:lnTo>
                  <a:pt x="1239" y="609"/>
                </a:lnTo>
                <a:lnTo>
                  <a:pt x="1238" y="610"/>
                </a:lnTo>
                <a:lnTo>
                  <a:pt x="1238" y="611"/>
                </a:lnTo>
                <a:lnTo>
                  <a:pt x="1238" y="612"/>
                </a:lnTo>
                <a:lnTo>
                  <a:pt x="1237" y="612"/>
                </a:lnTo>
                <a:lnTo>
                  <a:pt x="1236" y="611"/>
                </a:lnTo>
                <a:lnTo>
                  <a:pt x="1236" y="612"/>
                </a:lnTo>
                <a:lnTo>
                  <a:pt x="1236" y="613"/>
                </a:lnTo>
                <a:lnTo>
                  <a:pt x="1236" y="614"/>
                </a:lnTo>
                <a:lnTo>
                  <a:pt x="1237" y="614"/>
                </a:lnTo>
                <a:lnTo>
                  <a:pt x="1237" y="615"/>
                </a:lnTo>
                <a:lnTo>
                  <a:pt x="1237" y="616"/>
                </a:lnTo>
                <a:lnTo>
                  <a:pt x="1236" y="616"/>
                </a:lnTo>
                <a:lnTo>
                  <a:pt x="1237" y="616"/>
                </a:lnTo>
                <a:lnTo>
                  <a:pt x="1237" y="617"/>
                </a:lnTo>
                <a:lnTo>
                  <a:pt x="1238" y="617"/>
                </a:lnTo>
                <a:lnTo>
                  <a:pt x="1239" y="618"/>
                </a:lnTo>
                <a:lnTo>
                  <a:pt x="1239" y="619"/>
                </a:lnTo>
                <a:lnTo>
                  <a:pt x="1238" y="619"/>
                </a:lnTo>
                <a:lnTo>
                  <a:pt x="1236" y="619"/>
                </a:lnTo>
                <a:lnTo>
                  <a:pt x="1235" y="619"/>
                </a:lnTo>
                <a:lnTo>
                  <a:pt x="1236" y="619"/>
                </a:lnTo>
                <a:lnTo>
                  <a:pt x="1236" y="620"/>
                </a:lnTo>
                <a:lnTo>
                  <a:pt x="1236" y="621"/>
                </a:lnTo>
                <a:lnTo>
                  <a:pt x="1235" y="621"/>
                </a:lnTo>
                <a:lnTo>
                  <a:pt x="1234" y="621"/>
                </a:lnTo>
                <a:lnTo>
                  <a:pt x="1233" y="620"/>
                </a:lnTo>
                <a:lnTo>
                  <a:pt x="1232" y="620"/>
                </a:lnTo>
                <a:lnTo>
                  <a:pt x="1232" y="621"/>
                </a:lnTo>
                <a:lnTo>
                  <a:pt x="1232" y="622"/>
                </a:lnTo>
                <a:lnTo>
                  <a:pt x="1232" y="623"/>
                </a:lnTo>
                <a:lnTo>
                  <a:pt x="1232" y="624"/>
                </a:lnTo>
                <a:lnTo>
                  <a:pt x="1231" y="624"/>
                </a:lnTo>
                <a:lnTo>
                  <a:pt x="1230" y="623"/>
                </a:lnTo>
                <a:lnTo>
                  <a:pt x="1230" y="622"/>
                </a:lnTo>
                <a:lnTo>
                  <a:pt x="1229" y="622"/>
                </a:lnTo>
                <a:lnTo>
                  <a:pt x="1229" y="623"/>
                </a:lnTo>
                <a:lnTo>
                  <a:pt x="1228" y="623"/>
                </a:lnTo>
                <a:lnTo>
                  <a:pt x="1228" y="624"/>
                </a:lnTo>
                <a:lnTo>
                  <a:pt x="1227" y="625"/>
                </a:lnTo>
                <a:lnTo>
                  <a:pt x="1228" y="625"/>
                </a:lnTo>
                <a:lnTo>
                  <a:pt x="1228" y="626"/>
                </a:lnTo>
                <a:lnTo>
                  <a:pt x="1228" y="627"/>
                </a:lnTo>
                <a:lnTo>
                  <a:pt x="1227" y="628"/>
                </a:lnTo>
                <a:lnTo>
                  <a:pt x="1227" y="629"/>
                </a:lnTo>
                <a:lnTo>
                  <a:pt x="1229" y="630"/>
                </a:lnTo>
                <a:lnTo>
                  <a:pt x="1230" y="630"/>
                </a:lnTo>
                <a:lnTo>
                  <a:pt x="1231" y="631"/>
                </a:lnTo>
                <a:lnTo>
                  <a:pt x="1232" y="631"/>
                </a:lnTo>
                <a:lnTo>
                  <a:pt x="1233" y="632"/>
                </a:lnTo>
                <a:lnTo>
                  <a:pt x="1233" y="633"/>
                </a:lnTo>
                <a:lnTo>
                  <a:pt x="1232" y="633"/>
                </a:lnTo>
                <a:lnTo>
                  <a:pt x="1232" y="634"/>
                </a:lnTo>
                <a:lnTo>
                  <a:pt x="1233" y="634"/>
                </a:lnTo>
                <a:lnTo>
                  <a:pt x="1233" y="635"/>
                </a:lnTo>
                <a:lnTo>
                  <a:pt x="1232" y="635"/>
                </a:lnTo>
                <a:lnTo>
                  <a:pt x="1231" y="636"/>
                </a:lnTo>
                <a:lnTo>
                  <a:pt x="1230" y="636"/>
                </a:lnTo>
                <a:lnTo>
                  <a:pt x="1229" y="637"/>
                </a:lnTo>
                <a:lnTo>
                  <a:pt x="1229" y="636"/>
                </a:lnTo>
                <a:lnTo>
                  <a:pt x="1228" y="636"/>
                </a:lnTo>
                <a:lnTo>
                  <a:pt x="1227" y="636"/>
                </a:lnTo>
                <a:lnTo>
                  <a:pt x="1226" y="636"/>
                </a:lnTo>
                <a:lnTo>
                  <a:pt x="1225" y="637"/>
                </a:lnTo>
                <a:lnTo>
                  <a:pt x="1225" y="638"/>
                </a:lnTo>
                <a:lnTo>
                  <a:pt x="1226" y="638"/>
                </a:lnTo>
                <a:lnTo>
                  <a:pt x="1227" y="639"/>
                </a:lnTo>
                <a:lnTo>
                  <a:pt x="1228" y="639"/>
                </a:lnTo>
                <a:lnTo>
                  <a:pt x="1229" y="638"/>
                </a:lnTo>
                <a:lnTo>
                  <a:pt x="1230" y="637"/>
                </a:lnTo>
                <a:lnTo>
                  <a:pt x="1231" y="637"/>
                </a:lnTo>
                <a:lnTo>
                  <a:pt x="1231" y="638"/>
                </a:lnTo>
                <a:lnTo>
                  <a:pt x="1231" y="639"/>
                </a:lnTo>
                <a:lnTo>
                  <a:pt x="1230" y="639"/>
                </a:lnTo>
                <a:lnTo>
                  <a:pt x="1230" y="640"/>
                </a:lnTo>
                <a:lnTo>
                  <a:pt x="1229" y="641"/>
                </a:lnTo>
                <a:lnTo>
                  <a:pt x="1228" y="641"/>
                </a:lnTo>
                <a:lnTo>
                  <a:pt x="1228" y="642"/>
                </a:lnTo>
                <a:lnTo>
                  <a:pt x="1227" y="642"/>
                </a:lnTo>
                <a:lnTo>
                  <a:pt x="1227" y="643"/>
                </a:lnTo>
                <a:lnTo>
                  <a:pt x="1228" y="643"/>
                </a:lnTo>
                <a:lnTo>
                  <a:pt x="1229" y="643"/>
                </a:lnTo>
                <a:lnTo>
                  <a:pt x="1229" y="644"/>
                </a:lnTo>
                <a:lnTo>
                  <a:pt x="1229" y="643"/>
                </a:lnTo>
                <a:lnTo>
                  <a:pt x="1230" y="643"/>
                </a:lnTo>
                <a:lnTo>
                  <a:pt x="1231" y="643"/>
                </a:lnTo>
                <a:lnTo>
                  <a:pt x="1231" y="644"/>
                </a:lnTo>
                <a:lnTo>
                  <a:pt x="1231" y="646"/>
                </a:lnTo>
                <a:lnTo>
                  <a:pt x="1231" y="647"/>
                </a:lnTo>
                <a:lnTo>
                  <a:pt x="1230" y="647"/>
                </a:lnTo>
                <a:lnTo>
                  <a:pt x="1229" y="648"/>
                </a:lnTo>
                <a:lnTo>
                  <a:pt x="1228" y="648"/>
                </a:lnTo>
                <a:lnTo>
                  <a:pt x="1227" y="648"/>
                </a:lnTo>
                <a:lnTo>
                  <a:pt x="1226" y="648"/>
                </a:lnTo>
                <a:lnTo>
                  <a:pt x="1225" y="648"/>
                </a:lnTo>
                <a:lnTo>
                  <a:pt x="1225" y="649"/>
                </a:lnTo>
                <a:lnTo>
                  <a:pt x="1225" y="650"/>
                </a:lnTo>
                <a:lnTo>
                  <a:pt x="1225" y="651"/>
                </a:lnTo>
                <a:lnTo>
                  <a:pt x="1226" y="652"/>
                </a:lnTo>
                <a:lnTo>
                  <a:pt x="1226" y="653"/>
                </a:lnTo>
                <a:lnTo>
                  <a:pt x="1226" y="654"/>
                </a:lnTo>
                <a:lnTo>
                  <a:pt x="1227" y="654"/>
                </a:lnTo>
                <a:lnTo>
                  <a:pt x="1227" y="653"/>
                </a:lnTo>
                <a:lnTo>
                  <a:pt x="1227" y="652"/>
                </a:lnTo>
                <a:lnTo>
                  <a:pt x="1228" y="652"/>
                </a:lnTo>
                <a:lnTo>
                  <a:pt x="1229" y="652"/>
                </a:lnTo>
                <a:lnTo>
                  <a:pt x="1230" y="652"/>
                </a:lnTo>
                <a:lnTo>
                  <a:pt x="1230" y="653"/>
                </a:lnTo>
                <a:lnTo>
                  <a:pt x="1231" y="653"/>
                </a:lnTo>
                <a:lnTo>
                  <a:pt x="1230" y="653"/>
                </a:lnTo>
                <a:lnTo>
                  <a:pt x="1230" y="654"/>
                </a:lnTo>
                <a:lnTo>
                  <a:pt x="1229" y="654"/>
                </a:lnTo>
                <a:lnTo>
                  <a:pt x="1229" y="655"/>
                </a:lnTo>
                <a:lnTo>
                  <a:pt x="1230" y="656"/>
                </a:lnTo>
                <a:lnTo>
                  <a:pt x="1231" y="657"/>
                </a:lnTo>
                <a:lnTo>
                  <a:pt x="1232" y="657"/>
                </a:lnTo>
                <a:lnTo>
                  <a:pt x="1233" y="656"/>
                </a:lnTo>
                <a:lnTo>
                  <a:pt x="1233" y="657"/>
                </a:lnTo>
                <a:lnTo>
                  <a:pt x="1234" y="657"/>
                </a:lnTo>
                <a:lnTo>
                  <a:pt x="1234" y="658"/>
                </a:lnTo>
                <a:lnTo>
                  <a:pt x="1234" y="659"/>
                </a:lnTo>
                <a:lnTo>
                  <a:pt x="1233" y="659"/>
                </a:lnTo>
                <a:lnTo>
                  <a:pt x="1232" y="659"/>
                </a:lnTo>
                <a:lnTo>
                  <a:pt x="1231" y="660"/>
                </a:lnTo>
                <a:lnTo>
                  <a:pt x="1230" y="660"/>
                </a:lnTo>
                <a:lnTo>
                  <a:pt x="1229" y="660"/>
                </a:lnTo>
                <a:lnTo>
                  <a:pt x="1229" y="661"/>
                </a:lnTo>
                <a:lnTo>
                  <a:pt x="1230" y="661"/>
                </a:lnTo>
                <a:lnTo>
                  <a:pt x="1230" y="662"/>
                </a:lnTo>
                <a:lnTo>
                  <a:pt x="1230" y="663"/>
                </a:lnTo>
                <a:lnTo>
                  <a:pt x="1229" y="664"/>
                </a:lnTo>
                <a:lnTo>
                  <a:pt x="1228" y="664"/>
                </a:lnTo>
                <a:lnTo>
                  <a:pt x="1227" y="664"/>
                </a:lnTo>
                <a:lnTo>
                  <a:pt x="1227" y="665"/>
                </a:lnTo>
                <a:lnTo>
                  <a:pt x="1226" y="665"/>
                </a:lnTo>
                <a:lnTo>
                  <a:pt x="1226" y="666"/>
                </a:lnTo>
                <a:lnTo>
                  <a:pt x="1227" y="667"/>
                </a:lnTo>
                <a:lnTo>
                  <a:pt x="1228" y="668"/>
                </a:lnTo>
                <a:lnTo>
                  <a:pt x="1228" y="669"/>
                </a:lnTo>
                <a:lnTo>
                  <a:pt x="1227" y="669"/>
                </a:lnTo>
                <a:lnTo>
                  <a:pt x="1226" y="670"/>
                </a:lnTo>
                <a:lnTo>
                  <a:pt x="1224" y="670"/>
                </a:lnTo>
                <a:lnTo>
                  <a:pt x="1223" y="671"/>
                </a:lnTo>
                <a:lnTo>
                  <a:pt x="1223" y="672"/>
                </a:lnTo>
                <a:lnTo>
                  <a:pt x="1224" y="672"/>
                </a:lnTo>
                <a:lnTo>
                  <a:pt x="1224" y="673"/>
                </a:lnTo>
                <a:lnTo>
                  <a:pt x="1223" y="673"/>
                </a:lnTo>
                <a:lnTo>
                  <a:pt x="1223" y="674"/>
                </a:lnTo>
                <a:lnTo>
                  <a:pt x="1222" y="674"/>
                </a:lnTo>
                <a:lnTo>
                  <a:pt x="1222" y="675"/>
                </a:lnTo>
                <a:lnTo>
                  <a:pt x="1222" y="676"/>
                </a:lnTo>
                <a:lnTo>
                  <a:pt x="1221" y="676"/>
                </a:lnTo>
                <a:lnTo>
                  <a:pt x="1220" y="676"/>
                </a:lnTo>
                <a:lnTo>
                  <a:pt x="1219" y="676"/>
                </a:lnTo>
                <a:lnTo>
                  <a:pt x="1218" y="677"/>
                </a:lnTo>
                <a:lnTo>
                  <a:pt x="1217" y="677"/>
                </a:lnTo>
                <a:lnTo>
                  <a:pt x="1217" y="676"/>
                </a:lnTo>
                <a:lnTo>
                  <a:pt x="1216" y="675"/>
                </a:lnTo>
                <a:lnTo>
                  <a:pt x="1216" y="674"/>
                </a:lnTo>
                <a:lnTo>
                  <a:pt x="1215" y="674"/>
                </a:lnTo>
                <a:lnTo>
                  <a:pt x="1214" y="674"/>
                </a:lnTo>
                <a:lnTo>
                  <a:pt x="1214" y="675"/>
                </a:lnTo>
                <a:lnTo>
                  <a:pt x="1214" y="676"/>
                </a:lnTo>
                <a:lnTo>
                  <a:pt x="1215" y="676"/>
                </a:lnTo>
                <a:lnTo>
                  <a:pt x="1215" y="677"/>
                </a:lnTo>
                <a:lnTo>
                  <a:pt x="1216" y="677"/>
                </a:lnTo>
                <a:lnTo>
                  <a:pt x="1216" y="678"/>
                </a:lnTo>
                <a:lnTo>
                  <a:pt x="1215" y="678"/>
                </a:lnTo>
                <a:lnTo>
                  <a:pt x="1214" y="678"/>
                </a:lnTo>
                <a:lnTo>
                  <a:pt x="1213" y="678"/>
                </a:lnTo>
                <a:lnTo>
                  <a:pt x="1211" y="680"/>
                </a:lnTo>
                <a:lnTo>
                  <a:pt x="1211" y="681"/>
                </a:lnTo>
                <a:lnTo>
                  <a:pt x="1212" y="683"/>
                </a:lnTo>
                <a:lnTo>
                  <a:pt x="1212" y="684"/>
                </a:lnTo>
                <a:lnTo>
                  <a:pt x="1211" y="684"/>
                </a:lnTo>
                <a:lnTo>
                  <a:pt x="1211" y="685"/>
                </a:lnTo>
                <a:lnTo>
                  <a:pt x="1212" y="685"/>
                </a:lnTo>
                <a:lnTo>
                  <a:pt x="1212" y="686"/>
                </a:lnTo>
                <a:lnTo>
                  <a:pt x="1211" y="687"/>
                </a:lnTo>
                <a:lnTo>
                  <a:pt x="1210" y="687"/>
                </a:lnTo>
                <a:lnTo>
                  <a:pt x="1209" y="687"/>
                </a:lnTo>
                <a:lnTo>
                  <a:pt x="1209" y="688"/>
                </a:lnTo>
                <a:lnTo>
                  <a:pt x="1208" y="688"/>
                </a:lnTo>
                <a:lnTo>
                  <a:pt x="1208" y="689"/>
                </a:lnTo>
                <a:lnTo>
                  <a:pt x="1208" y="690"/>
                </a:lnTo>
                <a:lnTo>
                  <a:pt x="1207" y="690"/>
                </a:lnTo>
                <a:lnTo>
                  <a:pt x="1206" y="690"/>
                </a:lnTo>
                <a:lnTo>
                  <a:pt x="1205" y="690"/>
                </a:lnTo>
                <a:lnTo>
                  <a:pt x="1204" y="691"/>
                </a:lnTo>
                <a:lnTo>
                  <a:pt x="1203" y="690"/>
                </a:lnTo>
                <a:lnTo>
                  <a:pt x="1202" y="690"/>
                </a:lnTo>
                <a:lnTo>
                  <a:pt x="1202" y="691"/>
                </a:lnTo>
                <a:lnTo>
                  <a:pt x="1201" y="692"/>
                </a:lnTo>
                <a:lnTo>
                  <a:pt x="1201" y="693"/>
                </a:lnTo>
                <a:lnTo>
                  <a:pt x="1200" y="694"/>
                </a:lnTo>
                <a:lnTo>
                  <a:pt x="1201" y="694"/>
                </a:lnTo>
                <a:lnTo>
                  <a:pt x="1201" y="695"/>
                </a:lnTo>
                <a:lnTo>
                  <a:pt x="1201" y="696"/>
                </a:lnTo>
                <a:lnTo>
                  <a:pt x="1201" y="697"/>
                </a:lnTo>
                <a:lnTo>
                  <a:pt x="1202" y="697"/>
                </a:lnTo>
                <a:lnTo>
                  <a:pt x="1202" y="698"/>
                </a:lnTo>
                <a:lnTo>
                  <a:pt x="1202" y="697"/>
                </a:lnTo>
                <a:lnTo>
                  <a:pt x="1203" y="698"/>
                </a:lnTo>
                <a:lnTo>
                  <a:pt x="1203" y="699"/>
                </a:lnTo>
                <a:lnTo>
                  <a:pt x="1203" y="700"/>
                </a:lnTo>
                <a:lnTo>
                  <a:pt x="1203" y="701"/>
                </a:lnTo>
                <a:lnTo>
                  <a:pt x="1203" y="702"/>
                </a:lnTo>
                <a:lnTo>
                  <a:pt x="1203" y="703"/>
                </a:lnTo>
                <a:lnTo>
                  <a:pt x="1203" y="704"/>
                </a:lnTo>
                <a:lnTo>
                  <a:pt x="1203" y="705"/>
                </a:lnTo>
                <a:lnTo>
                  <a:pt x="1202" y="705"/>
                </a:lnTo>
                <a:lnTo>
                  <a:pt x="1202" y="704"/>
                </a:lnTo>
                <a:lnTo>
                  <a:pt x="1202" y="705"/>
                </a:lnTo>
                <a:lnTo>
                  <a:pt x="1201" y="706"/>
                </a:lnTo>
                <a:lnTo>
                  <a:pt x="1200" y="708"/>
                </a:lnTo>
                <a:lnTo>
                  <a:pt x="1199" y="709"/>
                </a:lnTo>
                <a:lnTo>
                  <a:pt x="1198" y="709"/>
                </a:lnTo>
                <a:lnTo>
                  <a:pt x="1197" y="708"/>
                </a:lnTo>
                <a:lnTo>
                  <a:pt x="1196" y="708"/>
                </a:lnTo>
                <a:lnTo>
                  <a:pt x="1195" y="708"/>
                </a:lnTo>
                <a:lnTo>
                  <a:pt x="1195" y="707"/>
                </a:lnTo>
                <a:lnTo>
                  <a:pt x="1194" y="707"/>
                </a:lnTo>
                <a:lnTo>
                  <a:pt x="1193" y="707"/>
                </a:lnTo>
                <a:lnTo>
                  <a:pt x="1193" y="708"/>
                </a:lnTo>
                <a:lnTo>
                  <a:pt x="1192" y="708"/>
                </a:lnTo>
                <a:lnTo>
                  <a:pt x="1191" y="708"/>
                </a:lnTo>
                <a:lnTo>
                  <a:pt x="1189" y="708"/>
                </a:lnTo>
                <a:lnTo>
                  <a:pt x="1189" y="707"/>
                </a:lnTo>
                <a:lnTo>
                  <a:pt x="1188" y="707"/>
                </a:lnTo>
                <a:lnTo>
                  <a:pt x="1187" y="708"/>
                </a:lnTo>
                <a:lnTo>
                  <a:pt x="1186" y="709"/>
                </a:lnTo>
                <a:lnTo>
                  <a:pt x="1185" y="708"/>
                </a:lnTo>
                <a:lnTo>
                  <a:pt x="1185" y="707"/>
                </a:lnTo>
                <a:lnTo>
                  <a:pt x="1184" y="707"/>
                </a:lnTo>
                <a:lnTo>
                  <a:pt x="1183" y="707"/>
                </a:lnTo>
                <a:lnTo>
                  <a:pt x="1182" y="706"/>
                </a:lnTo>
                <a:lnTo>
                  <a:pt x="1181" y="706"/>
                </a:lnTo>
                <a:lnTo>
                  <a:pt x="1178" y="707"/>
                </a:lnTo>
                <a:lnTo>
                  <a:pt x="1177" y="707"/>
                </a:lnTo>
                <a:lnTo>
                  <a:pt x="1177" y="708"/>
                </a:lnTo>
                <a:lnTo>
                  <a:pt x="1177" y="709"/>
                </a:lnTo>
                <a:lnTo>
                  <a:pt x="1176" y="710"/>
                </a:lnTo>
                <a:lnTo>
                  <a:pt x="1176" y="709"/>
                </a:lnTo>
                <a:lnTo>
                  <a:pt x="1175" y="709"/>
                </a:lnTo>
                <a:lnTo>
                  <a:pt x="1174" y="709"/>
                </a:lnTo>
                <a:lnTo>
                  <a:pt x="1173" y="708"/>
                </a:lnTo>
                <a:lnTo>
                  <a:pt x="1172" y="707"/>
                </a:lnTo>
                <a:lnTo>
                  <a:pt x="1171" y="707"/>
                </a:lnTo>
                <a:lnTo>
                  <a:pt x="1169" y="707"/>
                </a:lnTo>
                <a:lnTo>
                  <a:pt x="1169" y="708"/>
                </a:lnTo>
                <a:lnTo>
                  <a:pt x="1170" y="708"/>
                </a:lnTo>
                <a:lnTo>
                  <a:pt x="1170" y="709"/>
                </a:lnTo>
                <a:lnTo>
                  <a:pt x="1169" y="710"/>
                </a:lnTo>
                <a:lnTo>
                  <a:pt x="1168" y="710"/>
                </a:lnTo>
                <a:lnTo>
                  <a:pt x="1167" y="712"/>
                </a:lnTo>
                <a:lnTo>
                  <a:pt x="1167" y="713"/>
                </a:lnTo>
                <a:lnTo>
                  <a:pt x="1166" y="714"/>
                </a:lnTo>
                <a:lnTo>
                  <a:pt x="1165" y="716"/>
                </a:lnTo>
                <a:lnTo>
                  <a:pt x="1164" y="717"/>
                </a:lnTo>
                <a:lnTo>
                  <a:pt x="1163" y="717"/>
                </a:lnTo>
                <a:lnTo>
                  <a:pt x="1162" y="716"/>
                </a:lnTo>
                <a:lnTo>
                  <a:pt x="1161" y="716"/>
                </a:lnTo>
                <a:lnTo>
                  <a:pt x="1160" y="716"/>
                </a:lnTo>
                <a:lnTo>
                  <a:pt x="1159" y="715"/>
                </a:lnTo>
                <a:lnTo>
                  <a:pt x="1159" y="714"/>
                </a:lnTo>
                <a:lnTo>
                  <a:pt x="1158" y="714"/>
                </a:lnTo>
                <a:lnTo>
                  <a:pt x="1157" y="714"/>
                </a:lnTo>
                <a:lnTo>
                  <a:pt x="1156" y="713"/>
                </a:lnTo>
                <a:lnTo>
                  <a:pt x="1155" y="714"/>
                </a:lnTo>
                <a:lnTo>
                  <a:pt x="1154" y="715"/>
                </a:lnTo>
                <a:lnTo>
                  <a:pt x="1153" y="716"/>
                </a:lnTo>
                <a:lnTo>
                  <a:pt x="1152" y="716"/>
                </a:lnTo>
                <a:lnTo>
                  <a:pt x="1152" y="715"/>
                </a:lnTo>
                <a:lnTo>
                  <a:pt x="1151" y="716"/>
                </a:lnTo>
                <a:lnTo>
                  <a:pt x="1150" y="717"/>
                </a:lnTo>
                <a:lnTo>
                  <a:pt x="1150" y="718"/>
                </a:lnTo>
                <a:lnTo>
                  <a:pt x="1151" y="719"/>
                </a:lnTo>
                <a:lnTo>
                  <a:pt x="1151" y="720"/>
                </a:lnTo>
                <a:lnTo>
                  <a:pt x="1151" y="721"/>
                </a:lnTo>
                <a:lnTo>
                  <a:pt x="1150" y="722"/>
                </a:lnTo>
                <a:lnTo>
                  <a:pt x="1149" y="723"/>
                </a:lnTo>
                <a:lnTo>
                  <a:pt x="1148" y="724"/>
                </a:lnTo>
                <a:lnTo>
                  <a:pt x="1146" y="724"/>
                </a:lnTo>
                <a:lnTo>
                  <a:pt x="1145" y="724"/>
                </a:lnTo>
                <a:lnTo>
                  <a:pt x="1145" y="723"/>
                </a:lnTo>
                <a:lnTo>
                  <a:pt x="1144" y="724"/>
                </a:lnTo>
                <a:lnTo>
                  <a:pt x="1143" y="724"/>
                </a:lnTo>
                <a:lnTo>
                  <a:pt x="1140" y="725"/>
                </a:lnTo>
                <a:lnTo>
                  <a:pt x="1139" y="726"/>
                </a:lnTo>
                <a:lnTo>
                  <a:pt x="1136" y="726"/>
                </a:lnTo>
                <a:lnTo>
                  <a:pt x="1136" y="725"/>
                </a:lnTo>
                <a:lnTo>
                  <a:pt x="1133" y="725"/>
                </a:lnTo>
                <a:lnTo>
                  <a:pt x="1133" y="724"/>
                </a:lnTo>
                <a:lnTo>
                  <a:pt x="1132" y="724"/>
                </a:lnTo>
                <a:lnTo>
                  <a:pt x="1131" y="723"/>
                </a:lnTo>
                <a:lnTo>
                  <a:pt x="1131" y="724"/>
                </a:lnTo>
                <a:lnTo>
                  <a:pt x="1130" y="724"/>
                </a:lnTo>
                <a:lnTo>
                  <a:pt x="1129" y="725"/>
                </a:lnTo>
                <a:lnTo>
                  <a:pt x="1128" y="725"/>
                </a:lnTo>
                <a:lnTo>
                  <a:pt x="1128" y="724"/>
                </a:lnTo>
                <a:lnTo>
                  <a:pt x="1127" y="725"/>
                </a:lnTo>
                <a:lnTo>
                  <a:pt x="1126" y="725"/>
                </a:lnTo>
                <a:lnTo>
                  <a:pt x="1106" y="728"/>
                </a:lnTo>
                <a:lnTo>
                  <a:pt x="1077" y="736"/>
                </a:lnTo>
                <a:lnTo>
                  <a:pt x="1073" y="739"/>
                </a:lnTo>
                <a:lnTo>
                  <a:pt x="1069" y="742"/>
                </a:lnTo>
                <a:lnTo>
                  <a:pt x="1071" y="745"/>
                </a:lnTo>
                <a:lnTo>
                  <a:pt x="1073" y="745"/>
                </a:lnTo>
                <a:lnTo>
                  <a:pt x="1074" y="746"/>
                </a:lnTo>
                <a:lnTo>
                  <a:pt x="1075" y="746"/>
                </a:lnTo>
                <a:lnTo>
                  <a:pt x="1077" y="747"/>
                </a:lnTo>
                <a:lnTo>
                  <a:pt x="1080" y="749"/>
                </a:lnTo>
                <a:lnTo>
                  <a:pt x="1082" y="750"/>
                </a:lnTo>
                <a:lnTo>
                  <a:pt x="1082" y="751"/>
                </a:lnTo>
                <a:lnTo>
                  <a:pt x="1083" y="751"/>
                </a:lnTo>
                <a:lnTo>
                  <a:pt x="1083" y="752"/>
                </a:lnTo>
                <a:lnTo>
                  <a:pt x="1083" y="754"/>
                </a:lnTo>
                <a:lnTo>
                  <a:pt x="1083" y="755"/>
                </a:lnTo>
                <a:lnTo>
                  <a:pt x="1083" y="756"/>
                </a:lnTo>
                <a:lnTo>
                  <a:pt x="1084" y="758"/>
                </a:lnTo>
                <a:lnTo>
                  <a:pt x="1084" y="759"/>
                </a:lnTo>
                <a:lnTo>
                  <a:pt x="1085" y="759"/>
                </a:lnTo>
                <a:lnTo>
                  <a:pt x="1085" y="760"/>
                </a:lnTo>
                <a:lnTo>
                  <a:pt x="1086" y="760"/>
                </a:lnTo>
                <a:lnTo>
                  <a:pt x="1086" y="764"/>
                </a:lnTo>
                <a:lnTo>
                  <a:pt x="1087" y="766"/>
                </a:lnTo>
                <a:lnTo>
                  <a:pt x="1087" y="768"/>
                </a:lnTo>
                <a:lnTo>
                  <a:pt x="1087" y="770"/>
                </a:lnTo>
                <a:lnTo>
                  <a:pt x="1087" y="771"/>
                </a:lnTo>
                <a:lnTo>
                  <a:pt x="1087" y="772"/>
                </a:lnTo>
                <a:lnTo>
                  <a:pt x="1087" y="773"/>
                </a:lnTo>
                <a:lnTo>
                  <a:pt x="1088" y="773"/>
                </a:lnTo>
                <a:lnTo>
                  <a:pt x="1088" y="774"/>
                </a:lnTo>
                <a:lnTo>
                  <a:pt x="1089" y="777"/>
                </a:lnTo>
                <a:lnTo>
                  <a:pt x="1090" y="777"/>
                </a:lnTo>
                <a:lnTo>
                  <a:pt x="1090" y="778"/>
                </a:lnTo>
                <a:lnTo>
                  <a:pt x="1089" y="779"/>
                </a:lnTo>
                <a:lnTo>
                  <a:pt x="1090" y="779"/>
                </a:lnTo>
                <a:lnTo>
                  <a:pt x="1090" y="781"/>
                </a:lnTo>
                <a:lnTo>
                  <a:pt x="1091" y="781"/>
                </a:lnTo>
                <a:lnTo>
                  <a:pt x="1091" y="782"/>
                </a:lnTo>
                <a:lnTo>
                  <a:pt x="1093" y="782"/>
                </a:lnTo>
                <a:lnTo>
                  <a:pt x="1094" y="783"/>
                </a:lnTo>
                <a:lnTo>
                  <a:pt x="1095" y="783"/>
                </a:lnTo>
                <a:lnTo>
                  <a:pt x="1096" y="784"/>
                </a:lnTo>
                <a:lnTo>
                  <a:pt x="1096" y="785"/>
                </a:lnTo>
                <a:lnTo>
                  <a:pt x="1097" y="786"/>
                </a:lnTo>
                <a:lnTo>
                  <a:pt x="1097" y="787"/>
                </a:lnTo>
                <a:lnTo>
                  <a:pt x="1098" y="788"/>
                </a:lnTo>
                <a:lnTo>
                  <a:pt x="1098" y="789"/>
                </a:lnTo>
                <a:lnTo>
                  <a:pt x="1099" y="790"/>
                </a:lnTo>
                <a:lnTo>
                  <a:pt x="1100" y="792"/>
                </a:lnTo>
                <a:lnTo>
                  <a:pt x="1101" y="793"/>
                </a:lnTo>
                <a:lnTo>
                  <a:pt x="1102" y="795"/>
                </a:lnTo>
                <a:lnTo>
                  <a:pt x="1103" y="796"/>
                </a:lnTo>
                <a:lnTo>
                  <a:pt x="1104" y="796"/>
                </a:lnTo>
                <a:lnTo>
                  <a:pt x="1105" y="795"/>
                </a:lnTo>
                <a:lnTo>
                  <a:pt x="1106" y="795"/>
                </a:lnTo>
                <a:lnTo>
                  <a:pt x="1106" y="796"/>
                </a:lnTo>
                <a:lnTo>
                  <a:pt x="1107" y="796"/>
                </a:lnTo>
                <a:lnTo>
                  <a:pt x="1109" y="798"/>
                </a:lnTo>
                <a:lnTo>
                  <a:pt x="1110" y="799"/>
                </a:lnTo>
                <a:lnTo>
                  <a:pt x="1111" y="799"/>
                </a:lnTo>
                <a:lnTo>
                  <a:pt x="1112" y="799"/>
                </a:lnTo>
                <a:lnTo>
                  <a:pt x="1112" y="800"/>
                </a:lnTo>
                <a:lnTo>
                  <a:pt x="1114" y="800"/>
                </a:lnTo>
                <a:lnTo>
                  <a:pt x="1114" y="799"/>
                </a:lnTo>
                <a:lnTo>
                  <a:pt x="1115" y="799"/>
                </a:lnTo>
                <a:lnTo>
                  <a:pt x="1116" y="800"/>
                </a:lnTo>
                <a:lnTo>
                  <a:pt x="1117" y="800"/>
                </a:lnTo>
                <a:lnTo>
                  <a:pt x="1118" y="800"/>
                </a:lnTo>
                <a:lnTo>
                  <a:pt x="1119" y="801"/>
                </a:lnTo>
                <a:lnTo>
                  <a:pt x="1120" y="801"/>
                </a:lnTo>
                <a:lnTo>
                  <a:pt x="1120" y="802"/>
                </a:lnTo>
                <a:lnTo>
                  <a:pt x="1120" y="803"/>
                </a:lnTo>
                <a:lnTo>
                  <a:pt x="1121" y="804"/>
                </a:lnTo>
                <a:lnTo>
                  <a:pt x="1121" y="805"/>
                </a:lnTo>
                <a:lnTo>
                  <a:pt x="1122" y="805"/>
                </a:lnTo>
                <a:lnTo>
                  <a:pt x="1123" y="805"/>
                </a:lnTo>
                <a:lnTo>
                  <a:pt x="1123" y="806"/>
                </a:lnTo>
                <a:lnTo>
                  <a:pt x="1124" y="807"/>
                </a:lnTo>
                <a:lnTo>
                  <a:pt x="1125" y="808"/>
                </a:lnTo>
                <a:lnTo>
                  <a:pt x="1125" y="809"/>
                </a:lnTo>
                <a:lnTo>
                  <a:pt x="1126" y="808"/>
                </a:lnTo>
                <a:lnTo>
                  <a:pt x="1127" y="808"/>
                </a:lnTo>
                <a:lnTo>
                  <a:pt x="1127" y="809"/>
                </a:lnTo>
                <a:lnTo>
                  <a:pt x="1127" y="810"/>
                </a:lnTo>
                <a:lnTo>
                  <a:pt x="1126" y="810"/>
                </a:lnTo>
                <a:lnTo>
                  <a:pt x="1126" y="811"/>
                </a:lnTo>
                <a:lnTo>
                  <a:pt x="1126" y="812"/>
                </a:lnTo>
                <a:lnTo>
                  <a:pt x="1127" y="812"/>
                </a:lnTo>
                <a:lnTo>
                  <a:pt x="1127" y="813"/>
                </a:lnTo>
                <a:lnTo>
                  <a:pt x="1128" y="813"/>
                </a:lnTo>
                <a:lnTo>
                  <a:pt x="1129" y="813"/>
                </a:lnTo>
                <a:lnTo>
                  <a:pt x="1129" y="812"/>
                </a:lnTo>
                <a:lnTo>
                  <a:pt x="1130" y="812"/>
                </a:lnTo>
                <a:lnTo>
                  <a:pt x="1130" y="813"/>
                </a:lnTo>
                <a:lnTo>
                  <a:pt x="1129" y="814"/>
                </a:lnTo>
                <a:lnTo>
                  <a:pt x="1130" y="815"/>
                </a:lnTo>
                <a:lnTo>
                  <a:pt x="1131" y="815"/>
                </a:lnTo>
                <a:lnTo>
                  <a:pt x="1131" y="817"/>
                </a:lnTo>
                <a:lnTo>
                  <a:pt x="1131" y="818"/>
                </a:lnTo>
                <a:lnTo>
                  <a:pt x="1131" y="819"/>
                </a:lnTo>
                <a:lnTo>
                  <a:pt x="1130" y="819"/>
                </a:lnTo>
                <a:lnTo>
                  <a:pt x="1130" y="820"/>
                </a:lnTo>
                <a:lnTo>
                  <a:pt x="1129" y="820"/>
                </a:lnTo>
                <a:lnTo>
                  <a:pt x="1129" y="821"/>
                </a:lnTo>
                <a:lnTo>
                  <a:pt x="1129" y="822"/>
                </a:lnTo>
                <a:lnTo>
                  <a:pt x="1129" y="823"/>
                </a:lnTo>
                <a:lnTo>
                  <a:pt x="1129" y="825"/>
                </a:lnTo>
                <a:lnTo>
                  <a:pt x="1130" y="825"/>
                </a:lnTo>
                <a:lnTo>
                  <a:pt x="1131" y="825"/>
                </a:lnTo>
                <a:lnTo>
                  <a:pt x="1131" y="826"/>
                </a:lnTo>
                <a:lnTo>
                  <a:pt x="1130" y="826"/>
                </a:lnTo>
                <a:lnTo>
                  <a:pt x="1130" y="827"/>
                </a:lnTo>
                <a:lnTo>
                  <a:pt x="1129" y="827"/>
                </a:lnTo>
                <a:lnTo>
                  <a:pt x="1128" y="828"/>
                </a:lnTo>
                <a:lnTo>
                  <a:pt x="1128" y="829"/>
                </a:lnTo>
                <a:lnTo>
                  <a:pt x="1129" y="829"/>
                </a:lnTo>
                <a:lnTo>
                  <a:pt x="1129" y="830"/>
                </a:lnTo>
                <a:lnTo>
                  <a:pt x="1127" y="831"/>
                </a:lnTo>
                <a:lnTo>
                  <a:pt x="1127" y="832"/>
                </a:lnTo>
                <a:lnTo>
                  <a:pt x="1127" y="833"/>
                </a:lnTo>
                <a:lnTo>
                  <a:pt x="1126" y="833"/>
                </a:lnTo>
                <a:lnTo>
                  <a:pt x="1127" y="834"/>
                </a:lnTo>
                <a:lnTo>
                  <a:pt x="1126" y="834"/>
                </a:lnTo>
                <a:lnTo>
                  <a:pt x="1125" y="835"/>
                </a:lnTo>
                <a:lnTo>
                  <a:pt x="1124" y="836"/>
                </a:lnTo>
                <a:lnTo>
                  <a:pt x="1123" y="837"/>
                </a:lnTo>
                <a:lnTo>
                  <a:pt x="1124" y="838"/>
                </a:lnTo>
                <a:lnTo>
                  <a:pt x="1125" y="838"/>
                </a:lnTo>
                <a:lnTo>
                  <a:pt x="1125" y="839"/>
                </a:lnTo>
                <a:lnTo>
                  <a:pt x="1125" y="840"/>
                </a:lnTo>
                <a:lnTo>
                  <a:pt x="1125" y="841"/>
                </a:lnTo>
                <a:lnTo>
                  <a:pt x="1125" y="842"/>
                </a:lnTo>
                <a:lnTo>
                  <a:pt x="1125" y="843"/>
                </a:lnTo>
                <a:lnTo>
                  <a:pt x="1125" y="845"/>
                </a:lnTo>
                <a:lnTo>
                  <a:pt x="1126" y="845"/>
                </a:lnTo>
                <a:lnTo>
                  <a:pt x="1127" y="845"/>
                </a:lnTo>
                <a:lnTo>
                  <a:pt x="1127" y="846"/>
                </a:lnTo>
                <a:lnTo>
                  <a:pt x="1126" y="847"/>
                </a:lnTo>
                <a:lnTo>
                  <a:pt x="1125" y="847"/>
                </a:lnTo>
                <a:lnTo>
                  <a:pt x="1124" y="847"/>
                </a:lnTo>
                <a:lnTo>
                  <a:pt x="1124" y="849"/>
                </a:lnTo>
                <a:lnTo>
                  <a:pt x="1123" y="849"/>
                </a:lnTo>
                <a:lnTo>
                  <a:pt x="1123" y="850"/>
                </a:lnTo>
                <a:lnTo>
                  <a:pt x="1124" y="850"/>
                </a:lnTo>
                <a:lnTo>
                  <a:pt x="1124" y="851"/>
                </a:lnTo>
                <a:lnTo>
                  <a:pt x="1123" y="851"/>
                </a:lnTo>
                <a:lnTo>
                  <a:pt x="1123" y="852"/>
                </a:lnTo>
                <a:lnTo>
                  <a:pt x="1123" y="853"/>
                </a:lnTo>
                <a:lnTo>
                  <a:pt x="1123" y="854"/>
                </a:lnTo>
                <a:lnTo>
                  <a:pt x="1123" y="855"/>
                </a:lnTo>
                <a:lnTo>
                  <a:pt x="1122" y="855"/>
                </a:lnTo>
                <a:lnTo>
                  <a:pt x="1121" y="855"/>
                </a:lnTo>
                <a:lnTo>
                  <a:pt x="1120" y="855"/>
                </a:lnTo>
                <a:lnTo>
                  <a:pt x="1120" y="856"/>
                </a:lnTo>
                <a:lnTo>
                  <a:pt x="1119" y="857"/>
                </a:lnTo>
                <a:lnTo>
                  <a:pt x="1118" y="858"/>
                </a:lnTo>
                <a:lnTo>
                  <a:pt x="1118" y="859"/>
                </a:lnTo>
                <a:lnTo>
                  <a:pt x="1118" y="860"/>
                </a:lnTo>
                <a:lnTo>
                  <a:pt x="1117" y="861"/>
                </a:lnTo>
                <a:lnTo>
                  <a:pt x="1117" y="862"/>
                </a:lnTo>
                <a:lnTo>
                  <a:pt x="1116" y="863"/>
                </a:lnTo>
                <a:lnTo>
                  <a:pt x="1115" y="863"/>
                </a:lnTo>
                <a:lnTo>
                  <a:pt x="1114" y="863"/>
                </a:lnTo>
                <a:lnTo>
                  <a:pt x="1113" y="864"/>
                </a:lnTo>
                <a:lnTo>
                  <a:pt x="1112" y="864"/>
                </a:lnTo>
                <a:lnTo>
                  <a:pt x="1112" y="865"/>
                </a:lnTo>
                <a:lnTo>
                  <a:pt x="1113" y="865"/>
                </a:lnTo>
                <a:lnTo>
                  <a:pt x="1113" y="866"/>
                </a:lnTo>
                <a:lnTo>
                  <a:pt x="1113" y="867"/>
                </a:lnTo>
                <a:lnTo>
                  <a:pt x="1112" y="867"/>
                </a:lnTo>
                <a:lnTo>
                  <a:pt x="1112" y="868"/>
                </a:lnTo>
                <a:lnTo>
                  <a:pt x="1111" y="868"/>
                </a:lnTo>
                <a:lnTo>
                  <a:pt x="1110" y="867"/>
                </a:lnTo>
                <a:lnTo>
                  <a:pt x="1109" y="867"/>
                </a:lnTo>
                <a:lnTo>
                  <a:pt x="1108" y="867"/>
                </a:lnTo>
                <a:lnTo>
                  <a:pt x="1107" y="867"/>
                </a:lnTo>
                <a:lnTo>
                  <a:pt x="1108" y="865"/>
                </a:lnTo>
                <a:lnTo>
                  <a:pt x="1109" y="864"/>
                </a:lnTo>
                <a:lnTo>
                  <a:pt x="1110" y="864"/>
                </a:lnTo>
                <a:lnTo>
                  <a:pt x="1110" y="863"/>
                </a:lnTo>
                <a:lnTo>
                  <a:pt x="1109" y="862"/>
                </a:lnTo>
                <a:lnTo>
                  <a:pt x="1109" y="861"/>
                </a:lnTo>
                <a:lnTo>
                  <a:pt x="1108" y="861"/>
                </a:lnTo>
                <a:lnTo>
                  <a:pt x="1107" y="862"/>
                </a:lnTo>
                <a:lnTo>
                  <a:pt x="1106" y="862"/>
                </a:lnTo>
                <a:lnTo>
                  <a:pt x="1106" y="863"/>
                </a:lnTo>
                <a:lnTo>
                  <a:pt x="1106" y="864"/>
                </a:lnTo>
                <a:lnTo>
                  <a:pt x="1106" y="865"/>
                </a:lnTo>
                <a:lnTo>
                  <a:pt x="1107" y="865"/>
                </a:lnTo>
                <a:lnTo>
                  <a:pt x="1107" y="866"/>
                </a:lnTo>
                <a:lnTo>
                  <a:pt x="1106" y="866"/>
                </a:lnTo>
                <a:lnTo>
                  <a:pt x="1105" y="866"/>
                </a:lnTo>
                <a:lnTo>
                  <a:pt x="1105" y="865"/>
                </a:lnTo>
                <a:lnTo>
                  <a:pt x="1104" y="865"/>
                </a:lnTo>
                <a:lnTo>
                  <a:pt x="1104" y="864"/>
                </a:lnTo>
                <a:lnTo>
                  <a:pt x="1104" y="863"/>
                </a:lnTo>
                <a:lnTo>
                  <a:pt x="1102" y="863"/>
                </a:lnTo>
                <a:lnTo>
                  <a:pt x="1101" y="863"/>
                </a:lnTo>
                <a:lnTo>
                  <a:pt x="1101" y="864"/>
                </a:lnTo>
                <a:lnTo>
                  <a:pt x="1100" y="865"/>
                </a:lnTo>
                <a:lnTo>
                  <a:pt x="1099" y="865"/>
                </a:lnTo>
                <a:lnTo>
                  <a:pt x="1099" y="864"/>
                </a:lnTo>
                <a:lnTo>
                  <a:pt x="1099" y="863"/>
                </a:lnTo>
                <a:lnTo>
                  <a:pt x="1099" y="862"/>
                </a:lnTo>
                <a:lnTo>
                  <a:pt x="1099" y="861"/>
                </a:lnTo>
                <a:lnTo>
                  <a:pt x="1099" y="860"/>
                </a:lnTo>
                <a:lnTo>
                  <a:pt x="1099" y="859"/>
                </a:lnTo>
                <a:lnTo>
                  <a:pt x="1098" y="859"/>
                </a:lnTo>
                <a:lnTo>
                  <a:pt x="1097" y="859"/>
                </a:lnTo>
                <a:lnTo>
                  <a:pt x="1097" y="860"/>
                </a:lnTo>
                <a:lnTo>
                  <a:pt x="1096" y="861"/>
                </a:lnTo>
                <a:lnTo>
                  <a:pt x="1096" y="862"/>
                </a:lnTo>
                <a:lnTo>
                  <a:pt x="1095" y="861"/>
                </a:lnTo>
                <a:lnTo>
                  <a:pt x="1094" y="860"/>
                </a:lnTo>
                <a:lnTo>
                  <a:pt x="1094" y="858"/>
                </a:lnTo>
                <a:lnTo>
                  <a:pt x="1093" y="859"/>
                </a:lnTo>
                <a:lnTo>
                  <a:pt x="1092" y="859"/>
                </a:lnTo>
                <a:lnTo>
                  <a:pt x="1092" y="858"/>
                </a:lnTo>
                <a:lnTo>
                  <a:pt x="1092" y="857"/>
                </a:lnTo>
                <a:lnTo>
                  <a:pt x="1093" y="857"/>
                </a:lnTo>
                <a:lnTo>
                  <a:pt x="1093" y="856"/>
                </a:lnTo>
                <a:lnTo>
                  <a:pt x="1094" y="855"/>
                </a:lnTo>
                <a:lnTo>
                  <a:pt x="1093" y="855"/>
                </a:lnTo>
                <a:lnTo>
                  <a:pt x="1092" y="855"/>
                </a:lnTo>
                <a:lnTo>
                  <a:pt x="1091" y="855"/>
                </a:lnTo>
                <a:lnTo>
                  <a:pt x="1091" y="856"/>
                </a:lnTo>
                <a:lnTo>
                  <a:pt x="1091" y="857"/>
                </a:lnTo>
                <a:lnTo>
                  <a:pt x="1091" y="859"/>
                </a:lnTo>
                <a:lnTo>
                  <a:pt x="1091" y="860"/>
                </a:lnTo>
                <a:lnTo>
                  <a:pt x="1091" y="861"/>
                </a:lnTo>
                <a:lnTo>
                  <a:pt x="1090" y="862"/>
                </a:lnTo>
                <a:lnTo>
                  <a:pt x="1089" y="861"/>
                </a:lnTo>
                <a:lnTo>
                  <a:pt x="1089" y="860"/>
                </a:lnTo>
                <a:lnTo>
                  <a:pt x="1089" y="859"/>
                </a:lnTo>
                <a:lnTo>
                  <a:pt x="1088" y="858"/>
                </a:lnTo>
                <a:lnTo>
                  <a:pt x="1087" y="858"/>
                </a:lnTo>
                <a:lnTo>
                  <a:pt x="1086" y="858"/>
                </a:lnTo>
                <a:lnTo>
                  <a:pt x="1085" y="858"/>
                </a:lnTo>
                <a:lnTo>
                  <a:pt x="1083" y="858"/>
                </a:lnTo>
                <a:lnTo>
                  <a:pt x="1083" y="857"/>
                </a:lnTo>
                <a:lnTo>
                  <a:pt x="1083" y="856"/>
                </a:lnTo>
                <a:lnTo>
                  <a:pt x="1082" y="857"/>
                </a:lnTo>
                <a:lnTo>
                  <a:pt x="1082" y="856"/>
                </a:lnTo>
                <a:lnTo>
                  <a:pt x="1082" y="855"/>
                </a:lnTo>
                <a:lnTo>
                  <a:pt x="1081" y="855"/>
                </a:lnTo>
                <a:lnTo>
                  <a:pt x="1080" y="856"/>
                </a:lnTo>
                <a:lnTo>
                  <a:pt x="1081" y="857"/>
                </a:lnTo>
                <a:lnTo>
                  <a:pt x="1081" y="858"/>
                </a:lnTo>
                <a:lnTo>
                  <a:pt x="1080" y="859"/>
                </a:lnTo>
                <a:lnTo>
                  <a:pt x="1079" y="859"/>
                </a:lnTo>
                <a:lnTo>
                  <a:pt x="1079" y="860"/>
                </a:lnTo>
                <a:lnTo>
                  <a:pt x="1079" y="861"/>
                </a:lnTo>
                <a:lnTo>
                  <a:pt x="1079" y="862"/>
                </a:lnTo>
                <a:lnTo>
                  <a:pt x="1078" y="862"/>
                </a:lnTo>
                <a:lnTo>
                  <a:pt x="1078" y="861"/>
                </a:lnTo>
                <a:lnTo>
                  <a:pt x="1077" y="861"/>
                </a:lnTo>
                <a:lnTo>
                  <a:pt x="1076" y="862"/>
                </a:lnTo>
                <a:lnTo>
                  <a:pt x="1075" y="862"/>
                </a:lnTo>
                <a:lnTo>
                  <a:pt x="1075" y="861"/>
                </a:lnTo>
                <a:lnTo>
                  <a:pt x="1075" y="859"/>
                </a:lnTo>
                <a:lnTo>
                  <a:pt x="1074" y="859"/>
                </a:lnTo>
                <a:lnTo>
                  <a:pt x="1073" y="859"/>
                </a:lnTo>
                <a:lnTo>
                  <a:pt x="1073" y="860"/>
                </a:lnTo>
                <a:lnTo>
                  <a:pt x="1073" y="862"/>
                </a:lnTo>
                <a:lnTo>
                  <a:pt x="1073" y="863"/>
                </a:lnTo>
                <a:lnTo>
                  <a:pt x="1073" y="864"/>
                </a:lnTo>
                <a:lnTo>
                  <a:pt x="1074" y="864"/>
                </a:lnTo>
                <a:lnTo>
                  <a:pt x="1074" y="865"/>
                </a:lnTo>
                <a:lnTo>
                  <a:pt x="1073" y="865"/>
                </a:lnTo>
                <a:lnTo>
                  <a:pt x="1073" y="866"/>
                </a:lnTo>
                <a:lnTo>
                  <a:pt x="1074" y="866"/>
                </a:lnTo>
                <a:lnTo>
                  <a:pt x="1074" y="867"/>
                </a:lnTo>
                <a:lnTo>
                  <a:pt x="1075" y="867"/>
                </a:lnTo>
                <a:lnTo>
                  <a:pt x="1074" y="868"/>
                </a:lnTo>
                <a:lnTo>
                  <a:pt x="1073" y="868"/>
                </a:lnTo>
                <a:lnTo>
                  <a:pt x="1072" y="868"/>
                </a:lnTo>
                <a:lnTo>
                  <a:pt x="1071" y="867"/>
                </a:lnTo>
                <a:lnTo>
                  <a:pt x="1071" y="866"/>
                </a:lnTo>
                <a:lnTo>
                  <a:pt x="1070" y="865"/>
                </a:lnTo>
                <a:lnTo>
                  <a:pt x="1069" y="865"/>
                </a:lnTo>
                <a:lnTo>
                  <a:pt x="1068" y="866"/>
                </a:lnTo>
                <a:lnTo>
                  <a:pt x="1068" y="867"/>
                </a:lnTo>
                <a:lnTo>
                  <a:pt x="1068" y="868"/>
                </a:lnTo>
                <a:lnTo>
                  <a:pt x="1068" y="869"/>
                </a:lnTo>
                <a:lnTo>
                  <a:pt x="1067" y="869"/>
                </a:lnTo>
                <a:lnTo>
                  <a:pt x="1067" y="868"/>
                </a:lnTo>
                <a:lnTo>
                  <a:pt x="1066" y="868"/>
                </a:lnTo>
                <a:lnTo>
                  <a:pt x="1066" y="867"/>
                </a:lnTo>
                <a:lnTo>
                  <a:pt x="1065" y="867"/>
                </a:lnTo>
                <a:lnTo>
                  <a:pt x="1065" y="866"/>
                </a:lnTo>
                <a:lnTo>
                  <a:pt x="1064" y="866"/>
                </a:lnTo>
                <a:lnTo>
                  <a:pt x="1063" y="866"/>
                </a:lnTo>
                <a:lnTo>
                  <a:pt x="1063" y="867"/>
                </a:lnTo>
                <a:lnTo>
                  <a:pt x="1062" y="867"/>
                </a:lnTo>
                <a:lnTo>
                  <a:pt x="1062" y="868"/>
                </a:lnTo>
                <a:lnTo>
                  <a:pt x="1062" y="869"/>
                </a:lnTo>
                <a:lnTo>
                  <a:pt x="1063" y="870"/>
                </a:lnTo>
                <a:lnTo>
                  <a:pt x="1062" y="870"/>
                </a:lnTo>
                <a:lnTo>
                  <a:pt x="1061" y="870"/>
                </a:lnTo>
                <a:lnTo>
                  <a:pt x="1061" y="869"/>
                </a:lnTo>
                <a:lnTo>
                  <a:pt x="1061" y="868"/>
                </a:lnTo>
                <a:lnTo>
                  <a:pt x="1060" y="867"/>
                </a:lnTo>
                <a:lnTo>
                  <a:pt x="1059" y="867"/>
                </a:lnTo>
                <a:lnTo>
                  <a:pt x="1059" y="868"/>
                </a:lnTo>
                <a:lnTo>
                  <a:pt x="1058" y="868"/>
                </a:lnTo>
                <a:lnTo>
                  <a:pt x="1057" y="868"/>
                </a:lnTo>
                <a:lnTo>
                  <a:pt x="1056" y="867"/>
                </a:lnTo>
                <a:lnTo>
                  <a:pt x="1055" y="868"/>
                </a:lnTo>
                <a:lnTo>
                  <a:pt x="1054" y="868"/>
                </a:lnTo>
                <a:lnTo>
                  <a:pt x="1053" y="868"/>
                </a:lnTo>
                <a:lnTo>
                  <a:pt x="1053" y="869"/>
                </a:lnTo>
                <a:lnTo>
                  <a:pt x="1052" y="869"/>
                </a:lnTo>
                <a:lnTo>
                  <a:pt x="1052" y="870"/>
                </a:lnTo>
                <a:lnTo>
                  <a:pt x="1051" y="870"/>
                </a:lnTo>
                <a:lnTo>
                  <a:pt x="1050" y="870"/>
                </a:lnTo>
                <a:lnTo>
                  <a:pt x="1050" y="871"/>
                </a:lnTo>
                <a:lnTo>
                  <a:pt x="1049" y="871"/>
                </a:lnTo>
                <a:lnTo>
                  <a:pt x="1047" y="870"/>
                </a:lnTo>
                <a:lnTo>
                  <a:pt x="1046" y="870"/>
                </a:lnTo>
                <a:lnTo>
                  <a:pt x="1046" y="871"/>
                </a:lnTo>
                <a:lnTo>
                  <a:pt x="1045" y="871"/>
                </a:lnTo>
                <a:lnTo>
                  <a:pt x="1045" y="872"/>
                </a:lnTo>
                <a:lnTo>
                  <a:pt x="1045" y="873"/>
                </a:lnTo>
                <a:lnTo>
                  <a:pt x="1044" y="873"/>
                </a:lnTo>
                <a:lnTo>
                  <a:pt x="1044" y="872"/>
                </a:lnTo>
                <a:lnTo>
                  <a:pt x="1043" y="871"/>
                </a:lnTo>
                <a:lnTo>
                  <a:pt x="1042" y="871"/>
                </a:lnTo>
                <a:lnTo>
                  <a:pt x="1041" y="870"/>
                </a:lnTo>
                <a:lnTo>
                  <a:pt x="1041" y="871"/>
                </a:lnTo>
                <a:lnTo>
                  <a:pt x="1040" y="871"/>
                </a:lnTo>
                <a:lnTo>
                  <a:pt x="1041" y="871"/>
                </a:lnTo>
                <a:lnTo>
                  <a:pt x="1041" y="872"/>
                </a:lnTo>
                <a:lnTo>
                  <a:pt x="1041" y="873"/>
                </a:lnTo>
                <a:lnTo>
                  <a:pt x="1042" y="873"/>
                </a:lnTo>
                <a:lnTo>
                  <a:pt x="1043" y="873"/>
                </a:lnTo>
                <a:lnTo>
                  <a:pt x="1043" y="874"/>
                </a:lnTo>
                <a:lnTo>
                  <a:pt x="1043" y="875"/>
                </a:lnTo>
                <a:lnTo>
                  <a:pt x="1042" y="875"/>
                </a:lnTo>
                <a:lnTo>
                  <a:pt x="1041" y="875"/>
                </a:lnTo>
                <a:lnTo>
                  <a:pt x="1040" y="875"/>
                </a:lnTo>
                <a:lnTo>
                  <a:pt x="1038" y="874"/>
                </a:lnTo>
                <a:lnTo>
                  <a:pt x="1037" y="874"/>
                </a:lnTo>
                <a:lnTo>
                  <a:pt x="1037" y="873"/>
                </a:lnTo>
                <a:lnTo>
                  <a:pt x="1036" y="872"/>
                </a:lnTo>
                <a:lnTo>
                  <a:pt x="1036" y="871"/>
                </a:lnTo>
                <a:lnTo>
                  <a:pt x="1035" y="871"/>
                </a:lnTo>
                <a:lnTo>
                  <a:pt x="1034" y="872"/>
                </a:lnTo>
                <a:lnTo>
                  <a:pt x="1033" y="872"/>
                </a:lnTo>
                <a:lnTo>
                  <a:pt x="1033" y="873"/>
                </a:lnTo>
                <a:lnTo>
                  <a:pt x="1032" y="873"/>
                </a:lnTo>
                <a:lnTo>
                  <a:pt x="1031" y="873"/>
                </a:lnTo>
                <a:lnTo>
                  <a:pt x="1029" y="873"/>
                </a:lnTo>
                <a:lnTo>
                  <a:pt x="1028" y="873"/>
                </a:lnTo>
                <a:lnTo>
                  <a:pt x="1027" y="873"/>
                </a:lnTo>
                <a:lnTo>
                  <a:pt x="1026" y="872"/>
                </a:lnTo>
                <a:lnTo>
                  <a:pt x="1025" y="871"/>
                </a:lnTo>
                <a:lnTo>
                  <a:pt x="1024" y="870"/>
                </a:lnTo>
                <a:lnTo>
                  <a:pt x="1023" y="869"/>
                </a:lnTo>
                <a:lnTo>
                  <a:pt x="1023" y="868"/>
                </a:lnTo>
                <a:lnTo>
                  <a:pt x="1023" y="867"/>
                </a:lnTo>
                <a:lnTo>
                  <a:pt x="1023" y="866"/>
                </a:lnTo>
                <a:lnTo>
                  <a:pt x="1023" y="865"/>
                </a:lnTo>
                <a:lnTo>
                  <a:pt x="1022" y="865"/>
                </a:lnTo>
                <a:lnTo>
                  <a:pt x="1021" y="865"/>
                </a:lnTo>
                <a:lnTo>
                  <a:pt x="1021" y="866"/>
                </a:lnTo>
                <a:lnTo>
                  <a:pt x="1021" y="867"/>
                </a:lnTo>
                <a:lnTo>
                  <a:pt x="1020" y="867"/>
                </a:lnTo>
                <a:lnTo>
                  <a:pt x="1019" y="867"/>
                </a:lnTo>
                <a:lnTo>
                  <a:pt x="1018" y="867"/>
                </a:lnTo>
                <a:lnTo>
                  <a:pt x="1017" y="867"/>
                </a:lnTo>
                <a:lnTo>
                  <a:pt x="1016" y="866"/>
                </a:lnTo>
                <a:lnTo>
                  <a:pt x="1015" y="866"/>
                </a:lnTo>
                <a:lnTo>
                  <a:pt x="1015" y="867"/>
                </a:lnTo>
                <a:lnTo>
                  <a:pt x="1014" y="868"/>
                </a:lnTo>
                <a:lnTo>
                  <a:pt x="1013" y="868"/>
                </a:lnTo>
                <a:lnTo>
                  <a:pt x="1012" y="868"/>
                </a:lnTo>
                <a:lnTo>
                  <a:pt x="1013" y="867"/>
                </a:lnTo>
                <a:lnTo>
                  <a:pt x="1013" y="866"/>
                </a:lnTo>
                <a:lnTo>
                  <a:pt x="1012" y="866"/>
                </a:lnTo>
                <a:lnTo>
                  <a:pt x="1011" y="866"/>
                </a:lnTo>
                <a:lnTo>
                  <a:pt x="1011" y="867"/>
                </a:lnTo>
                <a:lnTo>
                  <a:pt x="1011" y="868"/>
                </a:lnTo>
                <a:lnTo>
                  <a:pt x="1011" y="869"/>
                </a:lnTo>
                <a:lnTo>
                  <a:pt x="1011" y="870"/>
                </a:lnTo>
                <a:lnTo>
                  <a:pt x="1012" y="870"/>
                </a:lnTo>
                <a:lnTo>
                  <a:pt x="1011" y="871"/>
                </a:lnTo>
                <a:lnTo>
                  <a:pt x="1010" y="871"/>
                </a:lnTo>
                <a:lnTo>
                  <a:pt x="1009" y="871"/>
                </a:lnTo>
                <a:lnTo>
                  <a:pt x="1008" y="871"/>
                </a:lnTo>
                <a:lnTo>
                  <a:pt x="1007" y="871"/>
                </a:lnTo>
                <a:lnTo>
                  <a:pt x="1006" y="871"/>
                </a:lnTo>
                <a:lnTo>
                  <a:pt x="1005" y="872"/>
                </a:lnTo>
                <a:lnTo>
                  <a:pt x="1005" y="873"/>
                </a:lnTo>
                <a:lnTo>
                  <a:pt x="1004" y="873"/>
                </a:lnTo>
                <a:lnTo>
                  <a:pt x="1003" y="873"/>
                </a:lnTo>
                <a:lnTo>
                  <a:pt x="1003" y="872"/>
                </a:lnTo>
                <a:lnTo>
                  <a:pt x="1002" y="872"/>
                </a:lnTo>
                <a:lnTo>
                  <a:pt x="1002" y="871"/>
                </a:lnTo>
                <a:lnTo>
                  <a:pt x="1002" y="870"/>
                </a:lnTo>
                <a:lnTo>
                  <a:pt x="1001" y="869"/>
                </a:lnTo>
                <a:lnTo>
                  <a:pt x="999" y="869"/>
                </a:lnTo>
                <a:lnTo>
                  <a:pt x="998" y="870"/>
                </a:lnTo>
                <a:lnTo>
                  <a:pt x="997" y="870"/>
                </a:lnTo>
                <a:lnTo>
                  <a:pt x="996" y="870"/>
                </a:lnTo>
                <a:lnTo>
                  <a:pt x="995" y="870"/>
                </a:lnTo>
                <a:lnTo>
                  <a:pt x="995" y="871"/>
                </a:lnTo>
                <a:lnTo>
                  <a:pt x="996" y="873"/>
                </a:lnTo>
                <a:lnTo>
                  <a:pt x="996" y="874"/>
                </a:lnTo>
                <a:lnTo>
                  <a:pt x="995" y="874"/>
                </a:lnTo>
                <a:lnTo>
                  <a:pt x="994" y="874"/>
                </a:lnTo>
                <a:lnTo>
                  <a:pt x="993" y="874"/>
                </a:lnTo>
                <a:lnTo>
                  <a:pt x="992" y="874"/>
                </a:lnTo>
                <a:lnTo>
                  <a:pt x="992" y="873"/>
                </a:lnTo>
                <a:lnTo>
                  <a:pt x="991" y="873"/>
                </a:lnTo>
                <a:lnTo>
                  <a:pt x="989" y="873"/>
                </a:lnTo>
                <a:lnTo>
                  <a:pt x="989" y="872"/>
                </a:lnTo>
                <a:lnTo>
                  <a:pt x="988" y="872"/>
                </a:lnTo>
                <a:lnTo>
                  <a:pt x="987" y="872"/>
                </a:lnTo>
                <a:lnTo>
                  <a:pt x="986" y="872"/>
                </a:lnTo>
                <a:lnTo>
                  <a:pt x="985" y="871"/>
                </a:lnTo>
                <a:lnTo>
                  <a:pt x="985" y="872"/>
                </a:lnTo>
                <a:lnTo>
                  <a:pt x="984" y="872"/>
                </a:lnTo>
                <a:lnTo>
                  <a:pt x="983" y="873"/>
                </a:lnTo>
                <a:lnTo>
                  <a:pt x="983" y="874"/>
                </a:lnTo>
                <a:lnTo>
                  <a:pt x="982" y="874"/>
                </a:lnTo>
                <a:lnTo>
                  <a:pt x="981" y="874"/>
                </a:lnTo>
                <a:lnTo>
                  <a:pt x="980" y="874"/>
                </a:lnTo>
                <a:lnTo>
                  <a:pt x="979" y="874"/>
                </a:lnTo>
                <a:lnTo>
                  <a:pt x="979" y="873"/>
                </a:lnTo>
                <a:lnTo>
                  <a:pt x="979" y="872"/>
                </a:lnTo>
                <a:lnTo>
                  <a:pt x="981" y="871"/>
                </a:lnTo>
                <a:lnTo>
                  <a:pt x="982" y="871"/>
                </a:lnTo>
                <a:lnTo>
                  <a:pt x="982" y="870"/>
                </a:lnTo>
                <a:lnTo>
                  <a:pt x="983" y="869"/>
                </a:lnTo>
                <a:lnTo>
                  <a:pt x="983" y="868"/>
                </a:lnTo>
                <a:lnTo>
                  <a:pt x="983" y="867"/>
                </a:lnTo>
                <a:lnTo>
                  <a:pt x="982" y="867"/>
                </a:lnTo>
                <a:lnTo>
                  <a:pt x="982" y="866"/>
                </a:lnTo>
                <a:lnTo>
                  <a:pt x="981" y="866"/>
                </a:lnTo>
                <a:lnTo>
                  <a:pt x="980" y="866"/>
                </a:lnTo>
                <a:lnTo>
                  <a:pt x="980" y="867"/>
                </a:lnTo>
                <a:lnTo>
                  <a:pt x="979" y="867"/>
                </a:lnTo>
                <a:lnTo>
                  <a:pt x="979" y="868"/>
                </a:lnTo>
                <a:lnTo>
                  <a:pt x="978" y="870"/>
                </a:lnTo>
                <a:lnTo>
                  <a:pt x="977" y="870"/>
                </a:lnTo>
                <a:lnTo>
                  <a:pt x="976" y="870"/>
                </a:lnTo>
                <a:lnTo>
                  <a:pt x="976" y="869"/>
                </a:lnTo>
                <a:lnTo>
                  <a:pt x="975" y="869"/>
                </a:lnTo>
                <a:lnTo>
                  <a:pt x="975" y="868"/>
                </a:lnTo>
                <a:lnTo>
                  <a:pt x="975" y="867"/>
                </a:lnTo>
                <a:lnTo>
                  <a:pt x="975" y="866"/>
                </a:lnTo>
                <a:lnTo>
                  <a:pt x="974" y="866"/>
                </a:lnTo>
                <a:lnTo>
                  <a:pt x="973" y="867"/>
                </a:lnTo>
                <a:lnTo>
                  <a:pt x="972" y="867"/>
                </a:lnTo>
                <a:lnTo>
                  <a:pt x="971" y="867"/>
                </a:lnTo>
                <a:lnTo>
                  <a:pt x="971" y="866"/>
                </a:lnTo>
                <a:lnTo>
                  <a:pt x="971" y="865"/>
                </a:lnTo>
                <a:lnTo>
                  <a:pt x="970" y="865"/>
                </a:lnTo>
                <a:lnTo>
                  <a:pt x="969" y="865"/>
                </a:lnTo>
                <a:lnTo>
                  <a:pt x="969" y="866"/>
                </a:lnTo>
                <a:lnTo>
                  <a:pt x="968" y="867"/>
                </a:lnTo>
                <a:lnTo>
                  <a:pt x="967" y="867"/>
                </a:lnTo>
                <a:lnTo>
                  <a:pt x="966" y="867"/>
                </a:lnTo>
                <a:lnTo>
                  <a:pt x="965" y="866"/>
                </a:lnTo>
                <a:lnTo>
                  <a:pt x="965" y="865"/>
                </a:lnTo>
                <a:lnTo>
                  <a:pt x="965" y="864"/>
                </a:lnTo>
                <a:lnTo>
                  <a:pt x="964" y="864"/>
                </a:lnTo>
                <a:lnTo>
                  <a:pt x="963" y="864"/>
                </a:lnTo>
                <a:lnTo>
                  <a:pt x="963" y="865"/>
                </a:lnTo>
                <a:lnTo>
                  <a:pt x="963" y="866"/>
                </a:lnTo>
                <a:lnTo>
                  <a:pt x="962" y="866"/>
                </a:lnTo>
                <a:lnTo>
                  <a:pt x="962" y="867"/>
                </a:lnTo>
                <a:lnTo>
                  <a:pt x="962" y="868"/>
                </a:lnTo>
                <a:lnTo>
                  <a:pt x="961" y="868"/>
                </a:lnTo>
                <a:lnTo>
                  <a:pt x="960" y="868"/>
                </a:lnTo>
                <a:lnTo>
                  <a:pt x="960" y="867"/>
                </a:lnTo>
                <a:lnTo>
                  <a:pt x="960" y="866"/>
                </a:lnTo>
                <a:lnTo>
                  <a:pt x="960" y="865"/>
                </a:lnTo>
                <a:lnTo>
                  <a:pt x="959" y="865"/>
                </a:lnTo>
                <a:lnTo>
                  <a:pt x="959" y="866"/>
                </a:lnTo>
                <a:lnTo>
                  <a:pt x="958" y="866"/>
                </a:lnTo>
                <a:lnTo>
                  <a:pt x="957" y="866"/>
                </a:lnTo>
                <a:lnTo>
                  <a:pt x="957" y="867"/>
                </a:lnTo>
                <a:lnTo>
                  <a:pt x="956" y="867"/>
                </a:lnTo>
                <a:lnTo>
                  <a:pt x="955" y="867"/>
                </a:lnTo>
                <a:lnTo>
                  <a:pt x="954" y="866"/>
                </a:lnTo>
                <a:lnTo>
                  <a:pt x="954" y="865"/>
                </a:lnTo>
                <a:lnTo>
                  <a:pt x="954" y="864"/>
                </a:lnTo>
                <a:lnTo>
                  <a:pt x="955" y="864"/>
                </a:lnTo>
                <a:lnTo>
                  <a:pt x="956" y="864"/>
                </a:lnTo>
                <a:lnTo>
                  <a:pt x="957" y="864"/>
                </a:lnTo>
                <a:lnTo>
                  <a:pt x="957" y="863"/>
                </a:lnTo>
                <a:lnTo>
                  <a:pt x="956" y="863"/>
                </a:lnTo>
                <a:lnTo>
                  <a:pt x="956" y="862"/>
                </a:lnTo>
                <a:lnTo>
                  <a:pt x="956" y="861"/>
                </a:lnTo>
                <a:lnTo>
                  <a:pt x="956" y="860"/>
                </a:lnTo>
                <a:lnTo>
                  <a:pt x="957" y="860"/>
                </a:lnTo>
                <a:lnTo>
                  <a:pt x="958" y="860"/>
                </a:lnTo>
                <a:lnTo>
                  <a:pt x="959" y="859"/>
                </a:lnTo>
                <a:lnTo>
                  <a:pt x="959" y="858"/>
                </a:lnTo>
                <a:lnTo>
                  <a:pt x="958" y="858"/>
                </a:lnTo>
                <a:lnTo>
                  <a:pt x="958" y="857"/>
                </a:lnTo>
                <a:lnTo>
                  <a:pt x="959" y="856"/>
                </a:lnTo>
                <a:lnTo>
                  <a:pt x="959" y="855"/>
                </a:lnTo>
                <a:lnTo>
                  <a:pt x="961" y="855"/>
                </a:lnTo>
                <a:lnTo>
                  <a:pt x="962" y="855"/>
                </a:lnTo>
                <a:lnTo>
                  <a:pt x="963" y="855"/>
                </a:lnTo>
                <a:lnTo>
                  <a:pt x="964" y="855"/>
                </a:lnTo>
                <a:lnTo>
                  <a:pt x="964" y="854"/>
                </a:lnTo>
                <a:lnTo>
                  <a:pt x="964" y="853"/>
                </a:lnTo>
                <a:lnTo>
                  <a:pt x="963" y="853"/>
                </a:lnTo>
                <a:lnTo>
                  <a:pt x="963" y="852"/>
                </a:lnTo>
                <a:lnTo>
                  <a:pt x="962" y="852"/>
                </a:lnTo>
                <a:lnTo>
                  <a:pt x="961" y="853"/>
                </a:lnTo>
                <a:lnTo>
                  <a:pt x="960" y="853"/>
                </a:lnTo>
                <a:lnTo>
                  <a:pt x="958" y="854"/>
                </a:lnTo>
                <a:lnTo>
                  <a:pt x="957" y="854"/>
                </a:lnTo>
                <a:lnTo>
                  <a:pt x="956" y="854"/>
                </a:lnTo>
                <a:lnTo>
                  <a:pt x="955" y="854"/>
                </a:lnTo>
                <a:lnTo>
                  <a:pt x="954" y="853"/>
                </a:lnTo>
                <a:lnTo>
                  <a:pt x="954" y="852"/>
                </a:lnTo>
                <a:lnTo>
                  <a:pt x="955" y="851"/>
                </a:lnTo>
                <a:lnTo>
                  <a:pt x="954" y="851"/>
                </a:lnTo>
                <a:lnTo>
                  <a:pt x="954" y="850"/>
                </a:lnTo>
                <a:lnTo>
                  <a:pt x="954" y="849"/>
                </a:lnTo>
                <a:lnTo>
                  <a:pt x="953" y="849"/>
                </a:lnTo>
                <a:lnTo>
                  <a:pt x="952" y="850"/>
                </a:lnTo>
                <a:lnTo>
                  <a:pt x="951" y="851"/>
                </a:lnTo>
                <a:lnTo>
                  <a:pt x="950" y="851"/>
                </a:lnTo>
                <a:lnTo>
                  <a:pt x="950" y="850"/>
                </a:lnTo>
                <a:lnTo>
                  <a:pt x="949" y="850"/>
                </a:lnTo>
                <a:lnTo>
                  <a:pt x="948" y="850"/>
                </a:lnTo>
                <a:lnTo>
                  <a:pt x="948" y="849"/>
                </a:lnTo>
                <a:lnTo>
                  <a:pt x="949" y="849"/>
                </a:lnTo>
                <a:lnTo>
                  <a:pt x="949" y="848"/>
                </a:lnTo>
                <a:lnTo>
                  <a:pt x="950" y="849"/>
                </a:lnTo>
                <a:lnTo>
                  <a:pt x="950" y="848"/>
                </a:lnTo>
                <a:lnTo>
                  <a:pt x="950" y="847"/>
                </a:lnTo>
                <a:lnTo>
                  <a:pt x="951" y="847"/>
                </a:lnTo>
                <a:lnTo>
                  <a:pt x="951" y="846"/>
                </a:lnTo>
                <a:lnTo>
                  <a:pt x="950" y="846"/>
                </a:lnTo>
                <a:lnTo>
                  <a:pt x="950" y="845"/>
                </a:lnTo>
                <a:lnTo>
                  <a:pt x="949" y="845"/>
                </a:lnTo>
                <a:lnTo>
                  <a:pt x="948" y="846"/>
                </a:lnTo>
                <a:lnTo>
                  <a:pt x="947" y="846"/>
                </a:lnTo>
                <a:lnTo>
                  <a:pt x="946" y="846"/>
                </a:lnTo>
                <a:lnTo>
                  <a:pt x="945" y="846"/>
                </a:lnTo>
                <a:lnTo>
                  <a:pt x="945" y="845"/>
                </a:lnTo>
                <a:lnTo>
                  <a:pt x="944" y="844"/>
                </a:lnTo>
                <a:lnTo>
                  <a:pt x="943" y="843"/>
                </a:lnTo>
                <a:lnTo>
                  <a:pt x="942" y="843"/>
                </a:lnTo>
                <a:lnTo>
                  <a:pt x="941" y="843"/>
                </a:lnTo>
                <a:lnTo>
                  <a:pt x="940" y="843"/>
                </a:lnTo>
                <a:lnTo>
                  <a:pt x="939" y="843"/>
                </a:lnTo>
                <a:lnTo>
                  <a:pt x="938" y="842"/>
                </a:lnTo>
                <a:lnTo>
                  <a:pt x="938" y="841"/>
                </a:lnTo>
                <a:lnTo>
                  <a:pt x="939" y="841"/>
                </a:lnTo>
                <a:lnTo>
                  <a:pt x="939" y="840"/>
                </a:lnTo>
                <a:lnTo>
                  <a:pt x="939" y="838"/>
                </a:lnTo>
                <a:lnTo>
                  <a:pt x="939" y="837"/>
                </a:lnTo>
                <a:lnTo>
                  <a:pt x="940" y="837"/>
                </a:lnTo>
                <a:lnTo>
                  <a:pt x="941" y="838"/>
                </a:lnTo>
                <a:lnTo>
                  <a:pt x="942" y="838"/>
                </a:lnTo>
                <a:lnTo>
                  <a:pt x="943" y="838"/>
                </a:lnTo>
                <a:lnTo>
                  <a:pt x="943" y="837"/>
                </a:lnTo>
                <a:lnTo>
                  <a:pt x="944" y="836"/>
                </a:lnTo>
                <a:lnTo>
                  <a:pt x="944" y="835"/>
                </a:lnTo>
                <a:lnTo>
                  <a:pt x="943" y="834"/>
                </a:lnTo>
                <a:lnTo>
                  <a:pt x="943" y="835"/>
                </a:lnTo>
                <a:lnTo>
                  <a:pt x="942" y="835"/>
                </a:lnTo>
                <a:lnTo>
                  <a:pt x="941" y="835"/>
                </a:lnTo>
                <a:lnTo>
                  <a:pt x="940" y="835"/>
                </a:lnTo>
                <a:lnTo>
                  <a:pt x="939" y="834"/>
                </a:lnTo>
                <a:lnTo>
                  <a:pt x="939" y="833"/>
                </a:lnTo>
                <a:lnTo>
                  <a:pt x="939" y="832"/>
                </a:lnTo>
                <a:lnTo>
                  <a:pt x="938" y="832"/>
                </a:lnTo>
                <a:lnTo>
                  <a:pt x="938" y="831"/>
                </a:lnTo>
                <a:lnTo>
                  <a:pt x="938" y="830"/>
                </a:lnTo>
                <a:lnTo>
                  <a:pt x="938" y="829"/>
                </a:lnTo>
                <a:lnTo>
                  <a:pt x="938" y="828"/>
                </a:lnTo>
                <a:lnTo>
                  <a:pt x="937" y="827"/>
                </a:lnTo>
                <a:lnTo>
                  <a:pt x="936" y="828"/>
                </a:lnTo>
                <a:lnTo>
                  <a:pt x="934" y="829"/>
                </a:lnTo>
                <a:lnTo>
                  <a:pt x="933" y="829"/>
                </a:lnTo>
                <a:lnTo>
                  <a:pt x="932" y="829"/>
                </a:lnTo>
                <a:lnTo>
                  <a:pt x="931" y="828"/>
                </a:lnTo>
                <a:lnTo>
                  <a:pt x="930" y="828"/>
                </a:lnTo>
                <a:lnTo>
                  <a:pt x="930" y="827"/>
                </a:lnTo>
                <a:lnTo>
                  <a:pt x="931" y="827"/>
                </a:lnTo>
                <a:lnTo>
                  <a:pt x="931" y="826"/>
                </a:lnTo>
                <a:lnTo>
                  <a:pt x="930" y="825"/>
                </a:lnTo>
                <a:lnTo>
                  <a:pt x="929" y="825"/>
                </a:lnTo>
                <a:lnTo>
                  <a:pt x="927" y="825"/>
                </a:lnTo>
                <a:lnTo>
                  <a:pt x="926" y="825"/>
                </a:lnTo>
                <a:lnTo>
                  <a:pt x="926" y="824"/>
                </a:lnTo>
                <a:lnTo>
                  <a:pt x="925" y="823"/>
                </a:lnTo>
                <a:lnTo>
                  <a:pt x="924" y="823"/>
                </a:lnTo>
                <a:lnTo>
                  <a:pt x="924" y="824"/>
                </a:lnTo>
                <a:lnTo>
                  <a:pt x="923" y="824"/>
                </a:lnTo>
                <a:lnTo>
                  <a:pt x="922" y="824"/>
                </a:lnTo>
                <a:lnTo>
                  <a:pt x="921" y="824"/>
                </a:lnTo>
                <a:lnTo>
                  <a:pt x="921" y="825"/>
                </a:lnTo>
                <a:lnTo>
                  <a:pt x="920" y="825"/>
                </a:lnTo>
                <a:lnTo>
                  <a:pt x="920" y="826"/>
                </a:lnTo>
                <a:lnTo>
                  <a:pt x="920" y="825"/>
                </a:lnTo>
                <a:lnTo>
                  <a:pt x="919" y="825"/>
                </a:lnTo>
                <a:lnTo>
                  <a:pt x="919" y="824"/>
                </a:lnTo>
                <a:lnTo>
                  <a:pt x="918" y="823"/>
                </a:lnTo>
                <a:lnTo>
                  <a:pt x="919" y="822"/>
                </a:lnTo>
                <a:lnTo>
                  <a:pt x="920" y="822"/>
                </a:lnTo>
                <a:lnTo>
                  <a:pt x="920" y="821"/>
                </a:lnTo>
                <a:lnTo>
                  <a:pt x="920" y="819"/>
                </a:lnTo>
                <a:lnTo>
                  <a:pt x="920" y="818"/>
                </a:lnTo>
                <a:lnTo>
                  <a:pt x="919" y="818"/>
                </a:lnTo>
                <a:lnTo>
                  <a:pt x="917" y="817"/>
                </a:lnTo>
                <a:lnTo>
                  <a:pt x="916" y="818"/>
                </a:lnTo>
                <a:lnTo>
                  <a:pt x="916" y="819"/>
                </a:lnTo>
                <a:lnTo>
                  <a:pt x="915" y="819"/>
                </a:lnTo>
                <a:lnTo>
                  <a:pt x="915" y="820"/>
                </a:lnTo>
                <a:lnTo>
                  <a:pt x="914" y="821"/>
                </a:lnTo>
                <a:lnTo>
                  <a:pt x="914" y="822"/>
                </a:lnTo>
                <a:lnTo>
                  <a:pt x="913" y="822"/>
                </a:lnTo>
                <a:lnTo>
                  <a:pt x="912" y="822"/>
                </a:lnTo>
                <a:lnTo>
                  <a:pt x="912" y="823"/>
                </a:lnTo>
                <a:lnTo>
                  <a:pt x="911" y="823"/>
                </a:lnTo>
                <a:lnTo>
                  <a:pt x="911" y="824"/>
                </a:lnTo>
                <a:lnTo>
                  <a:pt x="910" y="824"/>
                </a:lnTo>
                <a:lnTo>
                  <a:pt x="910" y="825"/>
                </a:lnTo>
                <a:lnTo>
                  <a:pt x="909" y="827"/>
                </a:lnTo>
                <a:lnTo>
                  <a:pt x="908" y="830"/>
                </a:lnTo>
                <a:lnTo>
                  <a:pt x="908" y="831"/>
                </a:lnTo>
                <a:lnTo>
                  <a:pt x="908" y="832"/>
                </a:lnTo>
                <a:lnTo>
                  <a:pt x="908" y="833"/>
                </a:lnTo>
                <a:lnTo>
                  <a:pt x="908" y="834"/>
                </a:lnTo>
                <a:lnTo>
                  <a:pt x="908" y="835"/>
                </a:lnTo>
                <a:lnTo>
                  <a:pt x="908" y="836"/>
                </a:lnTo>
                <a:lnTo>
                  <a:pt x="908" y="838"/>
                </a:lnTo>
                <a:lnTo>
                  <a:pt x="907" y="839"/>
                </a:lnTo>
                <a:lnTo>
                  <a:pt x="906" y="839"/>
                </a:lnTo>
                <a:lnTo>
                  <a:pt x="905" y="838"/>
                </a:lnTo>
                <a:lnTo>
                  <a:pt x="905" y="837"/>
                </a:lnTo>
                <a:lnTo>
                  <a:pt x="905" y="836"/>
                </a:lnTo>
                <a:lnTo>
                  <a:pt x="904" y="836"/>
                </a:lnTo>
                <a:lnTo>
                  <a:pt x="904" y="835"/>
                </a:lnTo>
                <a:lnTo>
                  <a:pt x="903" y="835"/>
                </a:lnTo>
                <a:lnTo>
                  <a:pt x="903" y="834"/>
                </a:lnTo>
                <a:lnTo>
                  <a:pt x="902" y="834"/>
                </a:lnTo>
                <a:lnTo>
                  <a:pt x="902" y="835"/>
                </a:lnTo>
                <a:lnTo>
                  <a:pt x="901" y="836"/>
                </a:lnTo>
                <a:lnTo>
                  <a:pt x="901" y="837"/>
                </a:lnTo>
                <a:lnTo>
                  <a:pt x="901" y="839"/>
                </a:lnTo>
                <a:lnTo>
                  <a:pt x="901" y="840"/>
                </a:lnTo>
                <a:lnTo>
                  <a:pt x="901" y="842"/>
                </a:lnTo>
                <a:lnTo>
                  <a:pt x="901" y="843"/>
                </a:lnTo>
                <a:lnTo>
                  <a:pt x="902" y="843"/>
                </a:lnTo>
                <a:lnTo>
                  <a:pt x="903" y="844"/>
                </a:lnTo>
                <a:lnTo>
                  <a:pt x="903" y="845"/>
                </a:lnTo>
                <a:lnTo>
                  <a:pt x="903" y="846"/>
                </a:lnTo>
                <a:lnTo>
                  <a:pt x="902" y="846"/>
                </a:lnTo>
                <a:lnTo>
                  <a:pt x="901" y="846"/>
                </a:lnTo>
                <a:lnTo>
                  <a:pt x="900" y="846"/>
                </a:lnTo>
                <a:lnTo>
                  <a:pt x="899" y="846"/>
                </a:lnTo>
                <a:lnTo>
                  <a:pt x="899" y="845"/>
                </a:lnTo>
                <a:lnTo>
                  <a:pt x="899" y="844"/>
                </a:lnTo>
                <a:lnTo>
                  <a:pt x="898" y="843"/>
                </a:lnTo>
                <a:lnTo>
                  <a:pt x="898" y="842"/>
                </a:lnTo>
                <a:lnTo>
                  <a:pt x="897" y="842"/>
                </a:lnTo>
                <a:lnTo>
                  <a:pt x="896" y="841"/>
                </a:lnTo>
                <a:lnTo>
                  <a:pt x="895" y="840"/>
                </a:lnTo>
                <a:lnTo>
                  <a:pt x="894" y="839"/>
                </a:lnTo>
                <a:lnTo>
                  <a:pt x="893" y="839"/>
                </a:lnTo>
                <a:lnTo>
                  <a:pt x="893" y="838"/>
                </a:lnTo>
                <a:lnTo>
                  <a:pt x="892" y="838"/>
                </a:lnTo>
                <a:lnTo>
                  <a:pt x="891" y="838"/>
                </a:lnTo>
                <a:lnTo>
                  <a:pt x="891" y="837"/>
                </a:lnTo>
                <a:lnTo>
                  <a:pt x="890" y="837"/>
                </a:lnTo>
                <a:lnTo>
                  <a:pt x="889" y="836"/>
                </a:lnTo>
                <a:lnTo>
                  <a:pt x="888" y="836"/>
                </a:lnTo>
                <a:lnTo>
                  <a:pt x="887" y="836"/>
                </a:lnTo>
                <a:lnTo>
                  <a:pt x="886" y="836"/>
                </a:lnTo>
                <a:lnTo>
                  <a:pt x="886" y="837"/>
                </a:lnTo>
                <a:lnTo>
                  <a:pt x="885" y="837"/>
                </a:lnTo>
                <a:lnTo>
                  <a:pt x="884" y="838"/>
                </a:lnTo>
                <a:lnTo>
                  <a:pt x="884" y="839"/>
                </a:lnTo>
                <a:lnTo>
                  <a:pt x="884" y="840"/>
                </a:lnTo>
                <a:lnTo>
                  <a:pt x="884" y="841"/>
                </a:lnTo>
                <a:lnTo>
                  <a:pt x="884" y="842"/>
                </a:lnTo>
                <a:lnTo>
                  <a:pt x="885" y="842"/>
                </a:lnTo>
                <a:lnTo>
                  <a:pt x="885" y="843"/>
                </a:lnTo>
                <a:lnTo>
                  <a:pt x="886" y="843"/>
                </a:lnTo>
                <a:lnTo>
                  <a:pt x="887" y="843"/>
                </a:lnTo>
                <a:lnTo>
                  <a:pt x="889" y="843"/>
                </a:lnTo>
                <a:lnTo>
                  <a:pt x="890" y="843"/>
                </a:lnTo>
                <a:lnTo>
                  <a:pt x="890" y="844"/>
                </a:lnTo>
                <a:lnTo>
                  <a:pt x="891" y="844"/>
                </a:lnTo>
                <a:lnTo>
                  <a:pt x="891" y="845"/>
                </a:lnTo>
                <a:lnTo>
                  <a:pt x="891" y="846"/>
                </a:lnTo>
                <a:lnTo>
                  <a:pt x="890" y="846"/>
                </a:lnTo>
                <a:lnTo>
                  <a:pt x="890" y="847"/>
                </a:lnTo>
                <a:lnTo>
                  <a:pt x="889" y="849"/>
                </a:lnTo>
                <a:lnTo>
                  <a:pt x="889" y="850"/>
                </a:lnTo>
                <a:lnTo>
                  <a:pt x="888" y="850"/>
                </a:lnTo>
                <a:lnTo>
                  <a:pt x="887" y="851"/>
                </a:lnTo>
                <a:lnTo>
                  <a:pt x="887" y="852"/>
                </a:lnTo>
                <a:lnTo>
                  <a:pt x="887" y="853"/>
                </a:lnTo>
                <a:lnTo>
                  <a:pt x="887" y="854"/>
                </a:lnTo>
                <a:lnTo>
                  <a:pt x="886" y="854"/>
                </a:lnTo>
                <a:lnTo>
                  <a:pt x="886" y="855"/>
                </a:lnTo>
                <a:lnTo>
                  <a:pt x="885" y="855"/>
                </a:lnTo>
                <a:lnTo>
                  <a:pt x="884" y="855"/>
                </a:lnTo>
                <a:lnTo>
                  <a:pt x="884" y="856"/>
                </a:lnTo>
                <a:lnTo>
                  <a:pt x="884" y="857"/>
                </a:lnTo>
                <a:lnTo>
                  <a:pt x="883" y="858"/>
                </a:lnTo>
                <a:lnTo>
                  <a:pt x="882" y="858"/>
                </a:lnTo>
                <a:lnTo>
                  <a:pt x="881" y="858"/>
                </a:lnTo>
                <a:lnTo>
                  <a:pt x="881" y="857"/>
                </a:lnTo>
                <a:lnTo>
                  <a:pt x="880" y="856"/>
                </a:lnTo>
                <a:lnTo>
                  <a:pt x="879" y="856"/>
                </a:lnTo>
                <a:lnTo>
                  <a:pt x="879" y="855"/>
                </a:lnTo>
                <a:lnTo>
                  <a:pt x="878" y="855"/>
                </a:lnTo>
                <a:lnTo>
                  <a:pt x="877" y="855"/>
                </a:lnTo>
                <a:lnTo>
                  <a:pt x="876" y="855"/>
                </a:lnTo>
                <a:lnTo>
                  <a:pt x="876" y="856"/>
                </a:lnTo>
                <a:lnTo>
                  <a:pt x="876" y="857"/>
                </a:lnTo>
                <a:lnTo>
                  <a:pt x="876" y="859"/>
                </a:lnTo>
                <a:lnTo>
                  <a:pt x="876" y="860"/>
                </a:lnTo>
                <a:lnTo>
                  <a:pt x="877" y="860"/>
                </a:lnTo>
                <a:lnTo>
                  <a:pt x="877" y="862"/>
                </a:lnTo>
                <a:lnTo>
                  <a:pt x="877" y="863"/>
                </a:lnTo>
                <a:lnTo>
                  <a:pt x="876" y="863"/>
                </a:lnTo>
                <a:lnTo>
                  <a:pt x="876" y="864"/>
                </a:lnTo>
                <a:lnTo>
                  <a:pt x="875" y="864"/>
                </a:lnTo>
                <a:lnTo>
                  <a:pt x="875" y="865"/>
                </a:lnTo>
                <a:lnTo>
                  <a:pt x="875" y="866"/>
                </a:lnTo>
                <a:lnTo>
                  <a:pt x="875" y="867"/>
                </a:lnTo>
                <a:lnTo>
                  <a:pt x="874" y="866"/>
                </a:lnTo>
                <a:lnTo>
                  <a:pt x="874" y="867"/>
                </a:lnTo>
                <a:lnTo>
                  <a:pt x="873" y="867"/>
                </a:lnTo>
                <a:lnTo>
                  <a:pt x="872" y="868"/>
                </a:lnTo>
                <a:lnTo>
                  <a:pt x="872" y="869"/>
                </a:lnTo>
                <a:lnTo>
                  <a:pt x="872" y="871"/>
                </a:lnTo>
                <a:lnTo>
                  <a:pt x="872" y="872"/>
                </a:lnTo>
                <a:lnTo>
                  <a:pt x="873" y="872"/>
                </a:lnTo>
                <a:lnTo>
                  <a:pt x="873" y="873"/>
                </a:lnTo>
                <a:lnTo>
                  <a:pt x="873" y="874"/>
                </a:lnTo>
                <a:lnTo>
                  <a:pt x="874" y="875"/>
                </a:lnTo>
                <a:lnTo>
                  <a:pt x="875" y="876"/>
                </a:lnTo>
                <a:lnTo>
                  <a:pt x="876" y="877"/>
                </a:lnTo>
                <a:lnTo>
                  <a:pt x="877" y="879"/>
                </a:lnTo>
                <a:lnTo>
                  <a:pt x="876" y="880"/>
                </a:lnTo>
                <a:lnTo>
                  <a:pt x="877" y="880"/>
                </a:lnTo>
                <a:lnTo>
                  <a:pt x="877" y="881"/>
                </a:lnTo>
                <a:lnTo>
                  <a:pt x="876" y="881"/>
                </a:lnTo>
                <a:lnTo>
                  <a:pt x="875" y="882"/>
                </a:lnTo>
                <a:lnTo>
                  <a:pt x="874" y="883"/>
                </a:lnTo>
                <a:lnTo>
                  <a:pt x="874" y="884"/>
                </a:lnTo>
                <a:lnTo>
                  <a:pt x="874" y="885"/>
                </a:lnTo>
                <a:lnTo>
                  <a:pt x="873" y="886"/>
                </a:lnTo>
                <a:lnTo>
                  <a:pt x="873" y="887"/>
                </a:lnTo>
                <a:lnTo>
                  <a:pt x="873" y="888"/>
                </a:lnTo>
                <a:lnTo>
                  <a:pt x="873" y="889"/>
                </a:lnTo>
                <a:lnTo>
                  <a:pt x="873" y="890"/>
                </a:lnTo>
                <a:lnTo>
                  <a:pt x="874" y="890"/>
                </a:lnTo>
                <a:lnTo>
                  <a:pt x="873" y="891"/>
                </a:lnTo>
                <a:lnTo>
                  <a:pt x="873" y="894"/>
                </a:lnTo>
                <a:lnTo>
                  <a:pt x="874" y="895"/>
                </a:lnTo>
                <a:lnTo>
                  <a:pt x="875" y="895"/>
                </a:lnTo>
                <a:lnTo>
                  <a:pt x="875" y="896"/>
                </a:lnTo>
                <a:lnTo>
                  <a:pt x="874" y="897"/>
                </a:lnTo>
                <a:lnTo>
                  <a:pt x="873" y="897"/>
                </a:lnTo>
                <a:lnTo>
                  <a:pt x="873" y="898"/>
                </a:lnTo>
                <a:lnTo>
                  <a:pt x="873" y="899"/>
                </a:lnTo>
                <a:lnTo>
                  <a:pt x="873" y="900"/>
                </a:lnTo>
                <a:lnTo>
                  <a:pt x="872" y="901"/>
                </a:lnTo>
                <a:lnTo>
                  <a:pt x="872" y="902"/>
                </a:lnTo>
                <a:lnTo>
                  <a:pt x="872" y="903"/>
                </a:lnTo>
                <a:lnTo>
                  <a:pt x="872" y="904"/>
                </a:lnTo>
                <a:lnTo>
                  <a:pt x="872" y="905"/>
                </a:lnTo>
                <a:lnTo>
                  <a:pt x="871" y="907"/>
                </a:lnTo>
                <a:lnTo>
                  <a:pt x="870" y="908"/>
                </a:lnTo>
                <a:lnTo>
                  <a:pt x="871" y="909"/>
                </a:lnTo>
                <a:lnTo>
                  <a:pt x="871" y="910"/>
                </a:lnTo>
                <a:lnTo>
                  <a:pt x="871" y="911"/>
                </a:lnTo>
                <a:lnTo>
                  <a:pt x="871" y="912"/>
                </a:lnTo>
                <a:lnTo>
                  <a:pt x="871" y="913"/>
                </a:lnTo>
                <a:lnTo>
                  <a:pt x="871" y="914"/>
                </a:lnTo>
                <a:lnTo>
                  <a:pt x="872" y="916"/>
                </a:lnTo>
                <a:lnTo>
                  <a:pt x="872" y="917"/>
                </a:lnTo>
                <a:lnTo>
                  <a:pt x="873" y="917"/>
                </a:lnTo>
                <a:lnTo>
                  <a:pt x="874" y="918"/>
                </a:lnTo>
                <a:lnTo>
                  <a:pt x="875" y="918"/>
                </a:lnTo>
                <a:lnTo>
                  <a:pt x="876" y="918"/>
                </a:lnTo>
                <a:lnTo>
                  <a:pt x="877" y="919"/>
                </a:lnTo>
                <a:lnTo>
                  <a:pt x="878" y="919"/>
                </a:lnTo>
                <a:lnTo>
                  <a:pt x="879" y="919"/>
                </a:lnTo>
                <a:lnTo>
                  <a:pt x="879" y="920"/>
                </a:lnTo>
                <a:lnTo>
                  <a:pt x="879" y="921"/>
                </a:lnTo>
                <a:lnTo>
                  <a:pt x="879" y="922"/>
                </a:lnTo>
                <a:lnTo>
                  <a:pt x="879" y="923"/>
                </a:lnTo>
                <a:lnTo>
                  <a:pt x="878" y="924"/>
                </a:lnTo>
                <a:lnTo>
                  <a:pt x="876" y="925"/>
                </a:lnTo>
                <a:lnTo>
                  <a:pt x="875" y="925"/>
                </a:lnTo>
                <a:lnTo>
                  <a:pt x="874" y="925"/>
                </a:lnTo>
                <a:lnTo>
                  <a:pt x="873" y="926"/>
                </a:lnTo>
                <a:lnTo>
                  <a:pt x="872" y="926"/>
                </a:lnTo>
                <a:lnTo>
                  <a:pt x="871" y="926"/>
                </a:lnTo>
                <a:lnTo>
                  <a:pt x="871" y="925"/>
                </a:lnTo>
                <a:lnTo>
                  <a:pt x="872" y="924"/>
                </a:lnTo>
                <a:lnTo>
                  <a:pt x="873" y="924"/>
                </a:lnTo>
                <a:lnTo>
                  <a:pt x="874" y="924"/>
                </a:lnTo>
                <a:lnTo>
                  <a:pt x="874" y="923"/>
                </a:lnTo>
                <a:lnTo>
                  <a:pt x="875" y="923"/>
                </a:lnTo>
                <a:lnTo>
                  <a:pt x="875" y="922"/>
                </a:lnTo>
                <a:lnTo>
                  <a:pt x="875" y="921"/>
                </a:lnTo>
                <a:lnTo>
                  <a:pt x="875" y="920"/>
                </a:lnTo>
                <a:lnTo>
                  <a:pt x="874" y="920"/>
                </a:lnTo>
                <a:lnTo>
                  <a:pt x="872" y="920"/>
                </a:lnTo>
                <a:lnTo>
                  <a:pt x="872" y="921"/>
                </a:lnTo>
                <a:lnTo>
                  <a:pt x="871" y="921"/>
                </a:lnTo>
                <a:lnTo>
                  <a:pt x="870" y="923"/>
                </a:lnTo>
                <a:lnTo>
                  <a:pt x="869" y="923"/>
                </a:lnTo>
                <a:lnTo>
                  <a:pt x="869" y="924"/>
                </a:lnTo>
                <a:lnTo>
                  <a:pt x="868" y="924"/>
                </a:lnTo>
                <a:lnTo>
                  <a:pt x="867" y="925"/>
                </a:lnTo>
                <a:lnTo>
                  <a:pt x="866" y="925"/>
                </a:lnTo>
                <a:lnTo>
                  <a:pt x="865" y="926"/>
                </a:lnTo>
                <a:lnTo>
                  <a:pt x="864" y="926"/>
                </a:lnTo>
                <a:lnTo>
                  <a:pt x="864" y="927"/>
                </a:lnTo>
                <a:lnTo>
                  <a:pt x="864" y="928"/>
                </a:lnTo>
                <a:lnTo>
                  <a:pt x="864" y="929"/>
                </a:lnTo>
                <a:lnTo>
                  <a:pt x="865" y="929"/>
                </a:lnTo>
                <a:lnTo>
                  <a:pt x="865" y="930"/>
                </a:lnTo>
                <a:lnTo>
                  <a:pt x="865" y="931"/>
                </a:lnTo>
                <a:lnTo>
                  <a:pt x="864" y="931"/>
                </a:lnTo>
                <a:lnTo>
                  <a:pt x="862" y="931"/>
                </a:lnTo>
                <a:lnTo>
                  <a:pt x="862" y="932"/>
                </a:lnTo>
                <a:lnTo>
                  <a:pt x="861" y="932"/>
                </a:lnTo>
                <a:lnTo>
                  <a:pt x="861" y="933"/>
                </a:lnTo>
                <a:lnTo>
                  <a:pt x="861" y="935"/>
                </a:lnTo>
                <a:lnTo>
                  <a:pt x="861" y="936"/>
                </a:lnTo>
                <a:lnTo>
                  <a:pt x="861" y="937"/>
                </a:lnTo>
                <a:lnTo>
                  <a:pt x="861" y="938"/>
                </a:lnTo>
                <a:lnTo>
                  <a:pt x="860" y="938"/>
                </a:lnTo>
                <a:lnTo>
                  <a:pt x="859" y="940"/>
                </a:lnTo>
                <a:lnTo>
                  <a:pt x="858" y="941"/>
                </a:lnTo>
                <a:lnTo>
                  <a:pt x="858" y="942"/>
                </a:lnTo>
                <a:lnTo>
                  <a:pt x="857" y="943"/>
                </a:lnTo>
                <a:lnTo>
                  <a:pt x="857" y="944"/>
                </a:lnTo>
                <a:lnTo>
                  <a:pt x="857" y="945"/>
                </a:lnTo>
                <a:lnTo>
                  <a:pt x="857" y="946"/>
                </a:lnTo>
                <a:lnTo>
                  <a:pt x="857" y="948"/>
                </a:lnTo>
                <a:lnTo>
                  <a:pt x="857" y="949"/>
                </a:lnTo>
                <a:lnTo>
                  <a:pt x="858" y="949"/>
                </a:lnTo>
                <a:lnTo>
                  <a:pt x="858" y="950"/>
                </a:lnTo>
                <a:lnTo>
                  <a:pt x="858" y="951"/>
                </a:lnTo>
                <a:lnTo>
                  <a:pt x="857" y="951"/>
                </a:lnTo>
                <a:lnTo>
                  <a:pt x="857" y="952"/>
                </a:lnTo>
                <a:lnTo>
                  <a:pt x="856" y="952"/>
                </a:lnTo>
                <a:lnTo>
                  <a:pt x="855" y="953"/>
                </a:lnTo>
                <a:lnTo>
                  <a:pt x="854" y="953"/>
                </a:lnTo>
                <a:lnTo>
                  <a:pt x="854" y="954"/>
                </a:lnTo>
                <a:lnTo>
                  <a:pt x="853" y="954"/>
                </a:lnTo>
                <a:lnTo>
                  <a:pt x="853" y="955"/>
                </a:lnTo>
                <a:lnTo>
                  <a:pt x="853" y="956"/>
                </a:lnTo>
                <a:lnTo>
                  <a:pt x="852" y="957"/>
                </a:lnTo>
                <a:lnTo>
                  <a:pt x="852" y="958"/>
                </a:lnTo>
                <a:lnTo>
                  <a:pt x="852" y="959"/>
                </a:lnTo>
                <a:lnTo>
                  <a:pt x="852" y="960"/>
                </a:lnTo>
                <a:lnTo>
                  <a:pt x="853" y="961"/>
                </a:lnTo>
                <a:lnTo>
                  <a:pt x="853" y="963"/>
                </a:lnTo>
                <a:lnTo>
                  <a:pt x="853" y="964"/>
                </a:lnTo>
                <a:lnTo>
                  <a:pt x="852" y="964"/>
                </a:lnTo>
                <a:lnTo>
                  <a:pt x="851" y="964"/>
                </a:lnTo>
                <a:lnTo>
                  <a:pt x="850" y="964"/>
                </a:lnTo>
                <a:lnTo>
                  <a:pt x="850" y="965"/>
                </a:lnTo>
                <a:lnTo>
                  <a:pt x="850" y="966"/>
                </a:lnTo>
                <a:lnTo>
                  <a:pt x="851" y="966"/>
                </a:lnTo>
                <a:lnTo>
                  <a:pt x="851" y="967"/>
                </a:lnTo>
                <a:lnTo>
                  <a:pt x="851" y="968"/>
                </a:lnTo>
                <a:lnTo>
                  <a:pt x="852" y="968"/>
                </a:lnTo>
                <a:lnTo>
                  <a:pt x="850" y="971"/>
                </a:lnTo>
                <a:lnTo>
                  <a:pt x="849" y="971"/>
                </a:lnTo>
                <a:lnTo>
                  <a:pt x="849" y="972"/>
                </a:lnTo>
                <a:lnTo>
                  <a:pt x="848" y="973"/>
                </a:lnTo>
                <a:lnTo>
                  <a:pt x="847" y="973"/>
                </a:lnTo>
                <a:lnTo>
                  <a:pt x="846" y="973"/>
                </a:lnTo>
                <a:lnTo>
                  <a:pt x="845" y="974"/>
                </a:lnTo>
                <a:lnTo>
                  <a:pt x="844" y="975"/>
                </a:lnTo>
                <a:lnTo>
                  <a:pt x="844" y="977"/>
                </a:lnTo>
                <a:lnTo>
                  <a:pt x="844" y="978"/>
                </a:lnTo>
                <a:lnTo>
                  <a:pt x="843" y="978"/>
                </a:lnTo>
                <a:lnTo>
                  <a:pt x="842" y="979"/>
                </a:lnTo>
                <a:lnTo>
                  <a:pt x="841" y="980"/>
                </a:lnTo>
                <a:lnTo>
                  <a:pt x="839" y="982"/>
                </a:lnTo>
                <a:lnTo>
                  <a:pt x="838" y="983"/>
                </a:lnTo>
                <a:lnTo>
                  <a:pt x="838" y="984"/>
                </a:lnTo>
                <a:lnTo>
                  <a:pt x="838" y="985"/>
                </a:lnTo>
                <a:lnTo>
                  <a:pt x="837" y="986"/>
                </a:lnTo>
                <a:lnTo>
                  <a:pt x="836" y="988"/>
                </a:lnTo>
                <a:lnTo>
                  <a:pt x="835" y="989"/>
                </a:lnTo>
                <a:lnTo>
                  <a:pt x="834" y="989"/>
                </a:lnTo>
                <a:lnTo>
                  <a:pt x="833" y="989"/>
                </a:lnTo>
                <a:lnTo>
                  <a:pt x="832" y="990"/>
                </a:lnTo>
                <a:lnTo>
                  <a:pt x="831" y="990"/>
                </a:lnTo>
                <a:lnTo>
                  <a:pt x="831" y="989"/>
                </a:lnTo>
                <a:lnTo>
                  <a:pt x="830" y="989"/>
                </a:lnTo>
                <a:lnTo>
                  <a:pt x="829" y="990"/>
                </a:lnTo>
                <a:lnTo>
                  <a:pt x="829" y="992"/>
                </a:lnTo>
                <a:lnTo>
                  <a:pt x="829" y="993"/>
                </a:lnTo>
                <a:lnTo>
                  <a:pt x="829" y="994"/>
                </a:lnTo>
                <a:lnTo>
                  <a:pt x="830" y="994"/>
                </a:lnTo>
                <a:lnTo>
                  <a:pt x="831" y="995"/>
                </a:lnTo>
                <a:lnTo>
                  <a:pt x="832" y="995"/>
                </a:lnTo>
                <a:lnTo>
                  <a:pt x="833" y="996"/>
                </a:lnTo>
                <a:lnTo>
                  <a:pt x="833" y="997"/>
                </a:lnTo>
                <a:lnTo>
                  <a:pt x="832" y="1000"/>
                </a:lnTo>
                <a:lnTo>
                  <a:pt x="832" y="1001"/>
                </a:lnTo>
                <a:lnTo>
                  <a:pt x="831" y="1001"/>
                </a:lnTo>
                <a:lnTo>
                  <a:pt x="830" y="1001"/>
                </a:lnTo>
                <a:lnTo>
                  <a:pt x="829" y="1001"/>
                </a:lnTo>
                <a:lnTo>
                  <a:pt x="829" y="1002"/>
                </a:lnTo>
                <a:lnTo>
                  <a:pt x="828" y="1002"/>
                </a:lnTo>
                <a:lnTo>
                  <a:pt x="829" y="1003"/>
                </a:lnTo>
                <a:lnTo>
                  <a:pt x="829" y="1004"/>
                </a:lnTo>
                <a:lnTo>
                  <a:pt x="830" y="1005"/>
                </a:lnTo>
                <a:lnTo>
                  <a:pt x="831" y="1006"/>
                </a:lnTo>
                <a:lnTo>
                  <a:pt x="831" y="1007"/>
                </a:lnTo>
                <a:lnTo>
                  <a:pt x="831" y="1008"/>
                </a:lnTo>
                <a:lnTo>
                  <a:pt x="830" y="1008"/>
                </a:lnTo>
                <a:lnTo>
                  <a:pt x="829" y="1008"/>
                </a:lnTo>
                <a:lnTo>
                  <a:pt x="828" y="1008"/>
                </a:lnTo>
                <a:lnTo>
                  <a:pt x="826" y="1009"/>
                </a:lnTo>
                <a:lnTo>
                  <a:pt x="825" y="1010"/>
                </a:lnTo>
                <a:lnTo>
                  <a:pt x="825" y="1011"/>
                </a:lnTo>
                <a:lnTo>
                  <a:pt x="826" y="1012"/>
                </a:lnTo>
                <a:lnTo>
                  <a:pt x="827" y="1012"/>
                </a:lnTo>
                <a:lnTo>
                  <a:pt x="828" y="1013"/>
                </a:lnTo>
                <a:lnTo>
                  <a:pt x="828" y="1014"/>
                </a:lnTo>
                <a:lnTo>
                  <a:pt x="828" y="1015"/>
                </a:lnTo>
                <a:lnTo>
                  <a:pt x="827" y="1016"/>
                </a:lnTo>
                <a:lnTo>
                  <a:pt x="826" y="1016"/>
                </a:lnTo>
                <a:lnTo>
                  <a:pt x="826" y="1017"/>
                </a:lnTo>
                <a:lnTo>
                  <a:pt x="825" y="1017"/>
                </a:lnTo>
                <a:lnTo>
                  <a:pt x="825" y="1018"/>
                </a:lnTo>
                <a:lnTo>
                  <a:pt x="825" y="1019"/>
                </a:lnTo>
                <a:lnTo>
                  <a:pt x="825" y="1020"/>
                </a:lnTo>
                <a:lnTo>
                  <a:pt x="825" y="1021"/>
                </a:lnTo>
                <a:lnTo>
                  <a:pt x="825" y="1022"/>
                </a:lnTo>
                <a:lnTo>
                  <a:pt x="824" y="1022"/>
                </a:lnTo>
                <a:lnTo>
                  <a:pt x="824" y="1024"/>
                </a:lnTo>
                <a:lnTo>
                  <a:pt x="824" y="1025"/>
                </a:lnTo>
                <a:lnTo>
                  <a:pt x="824" y="1026"/>
                </a:lnTo>
                <a:lnTo>
                  <a:pt x="823" y="1026"/>
                </a:lnTo>
                <a:lnTo>
                  <a:pt x="822" y="1026"/>
                </a:lnTo>
                <a:lnTo>
                  <a:pt x="821" y="1025"/>
                </a:lnTo>
                <a:lnTo>
                  <a:pt x="820" y="1025"/>
                </a:lnTo>
                <a:lnTo>
                  <a:pt x="819" y="1025"/>
                </a:lnTo>
                <a:lnTo>
                  <a:pt x="818" y="1026"/>
                </a:lnTo>
                <a:lnTo>
                  <a:pt x="817" y="1027"/>
                </a:lnTo>
                <a:lnTo>
                  <a:pt x="817" y="1028"/>
                </a:lnTo>
                <a:lnTo>
                  <a:pt x="816" y="1028"/>
                </a:lnTo>
                <a:lnTo>
                  <a:pt x="816" y="1029"/>
                </a:lnTo>
                <a:lnTo>
                  <a:pt x="815" y="1030"/>
                </a:lnTo>
                <a:lnTo>
                  <a:pt x="816" y="1031"/>
                </a:lnTo>
                <a:lnTo>
                  <a:pt x="817" y="1031"/>
                </a:lnTo>
                <a:lnTo>
                  <a:pt x="817" y="1030"/>
                </a:lnTo>
                <a:lnTo>
                  <a:pt x="818" y="1030"/>
                </a:lnTo>
                <a:lnTo>
                  <a:pt x="818" y="1029"/>
                </a:lnTo>
                <a:lnTo>
                  <a:pt x="819" y="1029"/>
                </a:lnTo>
                <a:lnTo>
                  <a:pt x="821" y="1029"/>
                </a:lnTo>
                <a:lnTo>
                  <a:pt x="822" y="1029"/>
                </a:lnTo>
                <a:lnTo>
                  <a:pt x="822" y="1030"/>
                </a:lnTo>
                <a:lnTo>
                  <a:pt x="822" y="1031"/>
                </a:lnTo>
                <a:lnTo>
                  <a:pt x="821" y="1031"/>
                </a:lnTo>
                <a:lnTo>
                  <a:pt x="820" y="1032"/>
                </a:lnTo>
                <a:lnTo>
                  <a:pt x="820" y="1033"/>
                </a:lnTo>
                <a:lnTo>
                  <a:pt x="819" y="1033"/>
                </a:lnTo>
                <a:lnTo>
                  <a:pt x="819" y="1032"/>
                </a:lnTo>
                <a:lnTo>
                  <a:pt x="818" y="1032"/>
                </a:lnTo>
                <a:lnTo>
                  <a:pt x="818" y="1033"/>
                </a:lnTo>
                <a:lnTo>
                  <a:pt x="818" y="1032"/>
                </a:lnTo>
                <a:lnTo>
                  <a:pt x="817" y="1032"/>
                </a:lnTo>
                <a:lnTo>
                  <a:pt x="816" y="1032"/>
                </a:lnTo>
                <a:lnTo>
                  <a:pt x="815" y="1032"/>
                </a:lnTo>
                <a:lnTo>
                  <a:pt x="815" y="1033"/>
                </a:lnTo>
                <a:lnTo>
                  <a:pt x="814" y="1034"/>
                </a:lnTo>
                <a:lnTo>
                  <a:pt x="814" y="1035"/>
                </a:lnTo>
                <a:lnTo>
                  <a:pt x="815" y="1035"/>
                </a:lnTo>
                <a:lnTo>
                  <a:pt x="815" y="1036"/>
                </a:lnTo>
                <a:lnTo>
                  <a:pt x="815" y="1037"/>
                </a:lnTo>
                <a:lnTo>
                  <a:pt x="814" y="1037"/>
                </a:lnTo>
                <a:lnTo>
                  <a:pt x="814" y="1038"/>
                </a:lnTo>
                <a:lnTo>
                  <a:pt x="813" y="1038"/>
                </a:lnTo>
                <a:lnTo>
                  <a:pt x="812" y="1038"/>
                </a:lnTo>
                <a:lnTo>
                  <a:pt x="811" y="1038"/>
                </a:lnTo>
                <a:lnTo>
                  <a:pt x="809" y="1038"/>
                </a:lnTo>
                <a:lnTo>
                  <a:pt x="808" y="1038"/>
                </a:lnTo>
                <a:lnTo>
                  <a:pt x="807" y="1037"/>
                </a:lnTo>
                <a:lnTo>
                  <a:pt x="806" y="1037"/>
                </a:lnTo>
                <a:lnTo>
                  <a:pt x="806" y="1036"/>
                </a:lnTo>
                <a:lnTo>
                  <a:pt x="806" y="1035"/>
                </a:lnTo>
                <a:lnTo>
                  <a:pt x="807" y="1035"/>
                </a:lnTo>
                <a:lnTo>
                  <a:pt x="807" y="1034"/>
                </a:lnTo>
                <a:lnTo>
                  <a:pt x="807" y="1033"/>
                </a:lnTo>
                <a:lnTo>
                  <a:pt x="806" y="1033"/>
                </a:lnTo>
                <a:lnTo>
                  <a:pt x="806" y="1032"/>
                </a:lnTo>
                <a:lnTo>
                  <a:pt x="806" y="1033"/>
                </a:lnTo>
                <a:lnTo>
                  <a:pt x="805" y="1033"/>
                </a:lnTo>
                <a:lnTo>
                  <a:pt x="805" y="1034"/>
                </a:lnTo>
                <a:lnTo>
                  <a:pt x="805" y="1035"/>
                </a:lnTo>
                <a:lnTo>
                  <a:pt x="805" y="1036"/>
                </a:lnTo>
                <a:lnTo>
                  <a:pt x="804" y="1036"/>
                </a:lnTo>
                <a:lnTo>
                  <a:pt x="803" y="1036"/>
                </a:lnTo>
                <a:lnTo>
                  <a:pt x="803" y="1035"/>
                </a:lnTo>
                <a:lnTo>
                  <a:pt x="802" y="1035"/>
                </a:lnTo>
                <a:lnTo>
                  <a:pt x="801" y="1035"/>
                </a:lnTo>
                <a:lnTo>
                  <a:pt x="800" y="1035"/>
                </a:lnTo>
                <a:lnTo>
                  <a:pt x="800" y="1036"/>
                </a:lnTo>
                <a:lnTo>
                  <a:pt x="800" y="1037"/>
                </a:lnTo>
                <a:lnTo>
                  <a:pt x="799" y="1037"/>
                </a:lnTo>
                <a:lnTo>
                  <a:pt x="799" y="1038"/>
                </a:lnTo>
                <a:lnTo>
                  <a:pt x="799" y="1039"/>
                </a:lnTo>
                <a:lnTo>
                  <a:pt x="799" y="1040"/>
                </a:lnTo>
                <a:lnTo>
                  <a:pt x="798" y="1040"/>
                </a:lnTo>
                <a:lnTo>
                  <a:pt x="798" y="1041"/>
                </a:lnTo>
                <a:lnTo>
                  <a:pt x="797" y="1041"/>
                </a:lnTo>
                <a:lnTo>
                  <a:pt x="797" y="1042"/>
                </a:lnTo>
                <a:lnTo>
                  <a:pt x="796" y="1042"/>
                </a:lnTo>
                <a:lnTo>
                  <a:pt x="795" y="1042"/>
                </a:lnTo>
                <a:lnTo>
                  <a:pt x="795" y="1043"/>
                </a:lnTo>
                <a:lnTo>
                  <a:pt x="795" y="1044"/>
                </a:lnTo>
                <a:lnTo>
                  <a:pt x="794" y="1044"/>
                </a:lnTo>
                <a:lnTo>
                  <a:pt x="794" y="1045"/>
                </a:lnTo>
                <a:lnTo>
                  <a:pt x="793" y="1045"/>
                </a:lnTo>
                <a:lnTo>
                  <a:pt x="792" y="1045"/>
                </a:lnTo>
                <a:lnTo>
                  <a:pt x="791" y="1045"/>
                </a:lnTo>
                <a:lnTo>
                  <a:pt x="791" y="1044"/>
                </a:lnTo>
                <a:lnTo>
                  <a:pt x="791" y="1043"/>
                </a:lnTo>
                <a:lnTo>
                  <a:pt x="791" y="1042"/>
                </a:lnTo>
                <a:lnTo>
                  <a:pt x="790" y="1042"/>
                </a:lnTo>
                <a:lnTo>
                  <a:pt x="790" y="1041"/>
                </a:lnTo>
                <a:lnTo>
                  <a:pt x="789" y="1041"/>
                </a:lnTo>
                <a:lnTo>
                  <a:pt x="788" y="1041"/>
                </a:lnTo>
                <a:lnTo>
                  <a:pt x="788" y="1040"/>
                </a:lnTo>
                <a:lnTo>
                  <a:pt x="787" y="1040"/>
                </a:lnTo>
                <a:lnTo>
                  <a:pt x="787" y="1041"/>
                </a:lnTo>
                <a:lnTo>
                  <a:pt x="786" y="1041"/>
                </a:lnTo>
                <a:lnTo>
                  <a:pt x="785" y="1041"/>
                </a:lnTo>
                <a:lnTo>
                  <a:pt x="785" y="1042"/>
                </a:lnTo>
                <a:lnTo>
                  <a:pt x="784" y="1042"/>
                </a:lnTo>
                <a:lnTo>
                  <a:pt x="784" y="1043"/>
                </a:lnTo>
                <a:lnTo>
                  <a:pt x="784" y="1044"/>
                </a:lnTo>
                <a:lnTo>
                  <a:pt x="783" y="1044"/>
                </a:lnTo>
                <a:lnTo>
                  <a:pt x="783" y="1045"/>
                </a:lnTo>
                <a:lnTo>
                  <a:pt x="782" y="1046"/>
                </a:lnTo>
                <a:lnTo>
                  <a:pt x="781" y="1046"/>
                </a:lnTo>
                <a:lnTo>
                  <a:pt x="780" y="1046"/>
                </a:lnTo>
                <a:lnTo>
                  <a:pt x="779" y="1046"/>
                </a:lnTo>
                <a:lnTo>
                  <a:pt x="779" y="1047"/>
                </a:lnTo>
                <a:lnTo>
                  <a:pt x="778" y="1047"/>
                </a:lnTo>
                <a:lnTo>
                  <a:pt x="778" y="1048"/>
                </a:lnTo>
                <a:lnTo>
                  <a:pt x="777" y="1049"/>
                </a:lnTo>
                <a:lnTo>
                  <a:pt x="777" y="1048"/>
                </a:lnTo>
                <a:lnTo>
                  <a:pt x="777" y="1047"/>
                </a:lnTo>
                <a:lnTo>
                  <a:pt x="776" y="1047"/>
                </a:lnTo>
                <a:lnTo>
                  <a:pt x="776" y="1046"/>
                </a:lnTo>
                <a:lnTo>
                  <a:pt x="775" y="1046"/>
                </a:lnTo>
                <a:lnTo>
                  <a:pt x="775" y="1045"/>
                </a:lnTo>
                <a:lnTo>
                  <a:pt x="774" y="1044"/>
                </a:lnTo>
                <a:lnTo>
                  <a:pt x="774" y="1043"/>
                </a:lnTo>
                <a:lnTo>
                  <a:pt x="773" y="1043"/>
                </a:lnTo>
                <a:lnTo>
                  <a:pt x="772" y="1042"/>
                </a:lnTo>
                <a:lnTo>
                  <a:pt x="771" y="1042"/>
                </a:lnTo>
                <a:lnTo>
                  <a:pt x="770" y="1042"/>
                </a:lnTo>
                <a:lnTo>
                  <a:pt x="769" y="1041"/>
                </a:lnTo>
                <a:lnTo>
                  <a:pt x="768" y="1040"/>
                </a:lnTo>
                <a:lnTo>
                  <a:pt x="767" y="1040"/>
                </a:lnTo>
                <a:lnTo>
                  <a:pt x="766" y="1040"/>
                </a:lnTo>
                <a:lnTo>
                  <a:pt x="766" y="1041"/>
                </a:lnTo>
                <a:lnTo>
                  <a:pt x="766" y="1042"/>
                </a:lnTo>
                <a:lnTo>
                  <a:pt x="765" y="1042"/>
                </a:lnTo>
                <a:lnTo>
                  <a:pt x="764" y="1043"/>
                </a:lnTo>
                <a:lnTo>
                  <a:pt x="763" y="1043"/>
                </a:lnTo>
                <a:lnTo>
                  <a:pt x="762" y="1043"/>
                </a:lnTo>
                <a:lnTo>
                  <a:pt x="761" y="1044"/>
                </a:lnTo>
                <a:lnTo>
                  <a:pt x="760" y="1045"/>
                </a:lnTo>
                <a:lnTo>
                  <a:pt x="759" y="1046"/>
                </a:lnTo>
                <a:lnTo>
                  <a:pt x="759" y="1047"/>
                </a:lnTo>
                <a:lnTo>
                  <a:pt x="758" y="1047"/>
                </a:lnTo>
                <a:lnTo>
                  <a:pt x="757" y="1047"/>
                </a:lnTo>
                <a:lnTo>
                  <a:pt x="756" y="1047"/>
                </a:lnTo>
                <a:lnTo>
                  <a:pt x="756" y="1046"/>
                </a:lnTo>
                <a:lnTo>
                  <a:pt x="756" y="1045"/>
                </a:lnTo>
                <a:lnTo>
                  <a:pt x="756" y="1044"/>
                </a:lnTo>
                <a:lnTo>
                  <a:pt x="757" y="1044"/>
                </a:lnTo>
                <a:lnTo>
                  <a:pt x="757" y="1043"/>
                </a:lnTo>
                <a:lnTo>
                  <a:pt x="757" y="1042"/>
                </a:lnTo>
                <a:lnTo>
                  <a:pt x="757" y="1041"/>
                </a:lnTo>
                <a:lnTo>
                  <a:pt x="757" y="1040"/>
                </a:lnTo>
                <a:lnTo>
                  <a:pt x="757" y="1039"/>
                </a:lnTo>
                <a:lnTo>
                  <a:pt x="758" y="1039"/>
                </a:lnTo>
                <a:lnTo>
                  <a:pt x="759" y="1037"/>
                </a:lnTo>
                <a:lnTo>
                  <a:pt x="760" y="1036"/>
                </a:lnTo>
                <a:lnTo>
                  <a:pt x="761" y="1036"/>
                </a:lnTo>
                <a:lnTo>
                  <a:pt x="762" y="1036"/>
                </a:lnTo>
                <a:lnTo>
                  <a:pt x="763" y="1036"/>
                </a:lnTo>
                <a:lnTo>
                  <a:pt x="763" y="1035"/>
                </a:lnTo>
                <a:lnTo>
                  <a:pt x="763" y="1034"/>
                </a:lnTo>
                <a:lnTo>
                  <a:pt x="764" y="1033"/>
                </a:lnTo>
                <a:lnTo>
                  <a:pt x="764" y="1032"/>
                </a:lnTo>
                <a:lnTo>
                  <a:pt x="764" y="1031"/>
                </a:lnTo>
                <a:lnTo>
                  <a:pt x="764" y="1030"/>
                </a:lnTo>
                <a:lnTo>
                  <a:pt x="764" y="1029"/>
                </a:lnTo>
                <a:lnTo>
                  <a:pt x="766" y="1027"/>
                </a:lnTo>
                <a:lnTo>
                  <a:pt x="767" y="1027"/>
                </a:lnTo>
                <a:lnTo>
                  <a:pt x="767" y="1028"/>
                </a:lnTo>
                <a:lnTo>
                  <a:pt x="768" y="1028"/>
                </a:lnTo>
                <a:lnTo>
                  <a:pt x="768" y="1027"/>
                </a:lnTo>
                <a:lnTo>
                  <a:pt x="768" y="1026"/>
                </a:lnTo>
                <a:lnTo>
                  <a:pt x="768" y="1025"/>
                </a:lnTo>
                <a:lnTo>
                  <a:pt x="768" y="1024"/>
                </a:lnTo>
                <a:lnTo>
                  <a:pt x="767" y="1023"/>
                </a:lnTo>
                <a:lnTo>
                  <a:pt x="767" y="1022"/>
                </a:lnTo>
                <a:lnTo>
                  <a:pt x="767" y="1021"/>
                </a:lnTo>
                <a:lnTo>
                  <a:pt x="767" y="1020"/>
                </a:lnTo>
                <a:lnTo>
                  <a:pt x="767" y="1019"/>
                </a:lnTo>
                <a:lnTo>
                  <a:pt x="767" y="1018"/>
                </a:lnTo>
                <a:lnTo>
                  <a:pt x="767" y="1017"/>
                </a:lnTo>
                <a:lnTo>
                  <a:pt x="768" y="1017"/>
                </a:lnTo>
                <a:lnTo>
                  <a:pt x="768" y="1016"/>
                </a:lnTo>
                <a:lnTo>
                  <a:pt x="769" y="1016"/>
                </a:lnTo>
                <a:lnTo>
                  <a:pt x="770" y="1015"/>
                </a:lnTo>
                <a:lnTo>
                  <a:pt x="770" y="1014"/>
                </a:lnTo>
                <a:lnTo>
                  <a:pt x="770" y="1013"/>
                </a:lnTo>
                <a:lnTo>
                  <a:pt x="770" y="1012"/>
                </a:lnTo>
                <a:lnTo>
                  <a:pt x="771" y="1011"/>
                </a:lnTo>
                <a:lnTo>
                  <a:pt x="771" y="1010"/>
                </a:lnTo>
                <a:lnTo>
                  <a:pt x="772" y="1010"/>
                </a:lnTo>
                <a:lnTo>
                  <a:pt x="772" y="1008"/>
                </a:lnTo>
                <a:lnTo>
                  <a:pt x="772" y="1007"/>
                </a:lnTo>
                <a:lnTo>
                  <a:pt x="772" y="1006"/>
                </a:lnTo>
                <a:lnTo>
                  <a:pt x="772" y="1005"/>
                </a:lnTo>
                <a:lnTo>
                  <a:pt x="772" y="1004"/>
                </a:lnTo>
                <a:lnTo>
                  <a:pt x="772" y="1002"/>
                </a:lnTo>
                <a:lnTo>
                  <a:pt x="771" y="1002"/>
                </a:lnTo>
                <a:lnTo>
                  <a:pt x="769" y="1002"/>
                </a:lnTo>
                <a:lnTo>
                  <a:pt x="768" y="1002"/>
                </a:lnTo>
                <a:lnTo>
                  <a:pt x="768" y="1001"/>
                </a:lnTo>
                <a:lnTo>
                  <a:pt x="768" y="1000"/>
                </a:lnTo>
                <a:lnTo>
                  <a:pt x="768" y="999"/>
                </a:lnTo>
                <a:lnTo>
                  <a:pt x="769" y="999"/>
                </a:lnTo>
                <a:lnTo>
                  <a:pt x="768" y="998"/>
                </a:lnTo>
                <a:lnTo>
                  <a:pt x="769" y="997"/>
                </a:lnTo>
                <a:lnTo>
                  <a:pt x="769" y="996"/>
                </a:lnTo>
                <a:lnTo>
                  <a:pt x="770" y="995"/>
                </a:lnTo>
                <a:lnTo>
                  <a:pt x="772" y="995"/>
                </a:lnTo>
                <a:lnTo>
                  <a:pt x="773" y="994"/>
                </a:lnTo>
                <a:lnTo>
                  <a:pt x="773" y="993"/>
                </a:lnTo>
                <a:lnTo>
                  <a:pt x="773" y="992"/>
                </a:lnTo>
                <a:lnTo>
                  <a:pt x="773" y="991"/>
                </a:lnTo>
                <a:lnTo>
                  <a:pt x="774" y="991"/>
                </a:lnTo>
                <a:lnTo>
                  <a:pt x="774" y="990"/>
                </a:lnTo>
                <a:lnTo>
                  <a:pt x="774" y="989"/>
                </a:lnTo>
                <a:lnTo>
                  <a:pt x="775" y="988"/>
                </a:lnTo>
                <a:lnTo>
                  <a:pt x="775" y="987"/>
                </a:lnTo>
                <a:lnTo>
                  <a:pt x="777" y="985"/>
                </a:lnTo>
                <a:lnTo>
                  <a:pt x="776" y="985"/>
                </a:lnTo>
                <a:lnTo>
                  <a:pt x="776" y="984"/>
                </a:lnTo>
                <a:lnTo>
                  <a:pt x="775" y="984"/>
                </a:lnTo>
                <a:lnTo>
                  <a:pt x="775" y="985"/>
                </a:lnTo>
                <a:lnTo>
                  <a:pt x="774" y="985"/>
                </a:lnTo>
                <a:lnTo>
                  <a:pt x="772" y="985"/>
                </a:lnTo>
                <a:lnTo>
                  <a:pt x="771" y="985"/>
                </a:lnTo>
                <a:lnTo>
                  <a:pt x="771" y="984"/>
                </a:lnTo>
                <a:lnTo>
                  <a:pt x="770" y="984"/>
                </a:lnTo>
                <a:lnTo>
                  <a:pt x="769" y="984"/>
                </a:lnTo>
                <a:lnTo>
                  <a:pt x="768" y="984"/>
                </a:lnTo>
                <a:lnTo>
                  <a:pt x="767" y="981"/>
                </a:lnTo>
                <a:lnTo>
                  <a:pt x="767" y="979"/>
                </a:lnTo>
                <a:lnTo>
                  <a:pt x="767" y="978"/>
                </a:lnTo>
                <a:lnTo>
                  <a:pt x="768" y="978"/>
                </a:lnTo>
                <a:lnTo>
                  <a:pt x="768" y="977"/>
                </a:lnTo>
                <a:lnTo>
                  <a:pt x="768" y="976"/>
                </a:lnTo>
                <a:lnTo>
                  <a:pt x="768" y="975"/>
                </a:lnTo>
                <a:lnTo>
                  <a:pt x="769" y="974"/>
                </a:lnTo>
                <a:lnTo>
                  <a:pt x="769" y="973"/>
                </a:lnTo>
                <a:lnTo>
                  <a:pt x="769" y="972"/>
                </a:lnTo>
                <a:lnTo>
                  <a:pt x="768" y="972"/>
                </a:lnTo>
                <a:lnTo>
                  <a:pt x="767" y="971"/>
                </a:lnTo>
                <a:lnTo>
                  <a:pt x="767" y="970"/>
                </a:lnTo>
                <a:lnTo>
                  <a:pt x="766" y="971"/>
                </a:lnTo>
                <a:lnTo>
                  <a:pt x="765" y="971"/>
                </a:lnTo>
                <a:lnTo>
                  <a:pt x="764" y="971"/>
                </a:lnTo>
                <a:lnTo>
                  <a:pt x="763" y="972"/>
                </a:lnTo>
                <a:lnTo>
                  <a:pt x="762" y="972"/>
                </a:lnTo>
                <a:lnTo>
                  <a:pt x="762" y="971"/>
                </a:lnTo>
                <a:lnTo>
                  <a:pt x="761" y="971"/>
                </a:lnTo>
                <a:lnTo>
                  <a:pt x="760" y="971"/>
                </a:lnTo>
                <a:lnTo>
                  <a:pt x="759" y="972"/>
                </a:lnTo>
                <a:lnTo>
                  <a:pt x="758" y="972"/>
                </a:lnTo>
                <a:lnTo>
                  <a:pt x="758" y="971"/>
                </a:lnTo>
                <a:lnTo>
                  <a:pt x="758" y="970"/>
                </a:lnTo>
                <a:lnTo>
                  <a:pt x="758" y="969"/>
                </a:lnTo>
                <a:lnTo>
                  <a:pt x="757" y="969"/>
                </a:lnTo>
                <a:lnTo>
                  <a:pt x="757" y="968"/>
                </a:lnTo>
                <a:lnTo>
                  <a:pt x="756" y="967"/>
                </a:lnTo>
                <a:lnTo>
                  <a:pt x="755" y="966"/>
                </a:lnTo>
                <a:lnTo>
                  <a:pt x="754" y="967"/>
                </a:lnTo>
                <a:lnTo>
                  <a:pt x="753" y="968"/>
                </a:lnTo>
                <a:lnTo>
                  <a:pt x="752" y="969"/>
                </a:lnTo>
                <a:lnTo>
                  <a:pt x="751" y="970"/>
                </a:lnTo>
                <a:lnTo>
                  <a:pt x="751" y="969"/>
                </a:lnTo>
                <a:lnTo>
                  <a:pt x="750" y="968"/>
                </a:lnTo>
                <a:lnTo>
                  <a:pt x="750" y="967"/>
                </a:lnTo>
                <a:lnTo>
                  <a:pt x="749" y="967"/>
                </a:lnTo>
                <a:lnTo>
                  <a:pt x="749" y="966"/>
                </a:lnTo>
                <a:lnTo>
                  <a:pt x="749" y="965"/>
                </a:lnTo>
                <a:lnTo>
                  <a:pt x="749" y="964"/>
                </a:lnTo>
                <a:lnTo>
                  <a:pt x="749" y="963"/>
                </a:lnTo>
                <a:lnTo>
                  <a:pt x="748" y="963"/>
                </a:lnTo>
                <a:lnTo>
                  <a:pt x="748" y="962"/>
                </a:lnTo>
                <a:lnTo>
                  <a:pt x="747" y="962"/>
                </a:lnTo>
                <a:lnTo>
                  <a:pt x="746" y="961"/>
                </a:lnTo>
                <a:lnTo>
                  <a:pt x="745" y="960"/>
                </a:lnTo>
                <a:lnTo>
                  <a:pt x="745" y="959"/>
                </a:lnTo>
                <a:lnTo>
                  <a:pt x="746" y="959"/>
                </a:lnTo>
                <a:lnTo>
                  <a:pt x="747" y="959"/>
                </a:lnTo>
                <a:lnTo>
                  <a:pt x="747" y="958"/>
                </a:lnTo>
                <a:lnTo>
                  <a:pt x="747" y="957"/>
                </a:lnTo>
                <a:lnTo>
                  <a:pt x="747" y="956"/>
                </a:lnTo>
                <a:lnTo>
                  <a:pt x="746" y="954"/>
                </a:lnTo>
                <a:lnTo>
                  <a:pt x="746" y="953"/>
                </a:lnTo>
                <a:lnTo>
                  <a:pt x="745" y="953"/>
                </a:lnTo>
                <a:lnTo>
                  <a:pt x="743" y="951"/>
                </a:lnTo>
                <a:lnTo>
                  <a:pt x="742" y="951"/>
                </a:lnTo>
                <a:lnTo>
                  <a:pt x="741" y="951"/>
                </a:lnTo>
                <a:lnTo>
                  <a:pt x="740" y="950"/>
                </a:lnTo>
                <a:lnTo>
                  <a:pt x="740" y="951"/>
                </a:lnTo>
                <a:lnTo>
                  <a:pt x="739" y="951"/>
                </a:lnTo>
                <a:lnTo>
                  <a:pt x="738" y="951"/>
                </a:lnTo>
                <a:lnTo>
                  <a:pt x="737" y="951"/>
                </a:lnTo>
                <a:lnTo>
                  <a:pt x="737" y="950"/>
                </a:lnTo>
                <a:lnTo>
                  <a:pt x="736" y="950"/>
                </a:lnTo>
                <a:lnTo>
                  <a:pt x="736" y="949"/>
                </a:lnTo>
                <a:lnTo>
                  <a:pt x="737" y="949"/>
                </a:lnTo>
                <a:lnTo>
                  <a:pt x="737" y="948"/>
                </a:lnTo>
                <a:lnTo>
                  <a:pt x="736" y="945"/>
                </a:lnTo>
                <a:lnTo>
                  <a:pt x="735" y="945"/>
                </a:lnTo>
                <a:lnTo>
                  <a:pt x="734" y="945"/>
                </a:lnTo>
                <a:lnTo>
                  <a:pt x="733" y="945"/>
                </a:lnTo>
                <a:lnTo>
                  <a:pt x="733" y="946"/>
                </a:lnTo>
                <a:lnTo>
                  <a:pt x="732" y="946"/>
                </a:lnTo>
                <a:lnTo>
                  <a:pt x="732" y="945"/>
                </a:lnTo>
                <a:lnTo>
                  <a:pt x="731" y="945"/>
                </a:lnTo>
                <a:lnTo>
                  <a:pt x="730" y="945"/>
                </a:lnTo>
                <a:lnTo>
                  <a:pt x="731" y="945"/>
                </a:lnTo>
                <a:lnTo>
                  <a:pt x="731" y="944"/>
                </a:lnTo>
                <a:lnTo>
                  <a:pt x="730" y="944"/>
                </a:lnTo>
                <a:lnTo>
                  <a:pt x="731" y="944"/>
                </a:lnTo>
                <a:lnTo>
                  <a:pt x="731" y="943"/>
                </a:lnTo>
                <a:lnTo>
                  <a:pt x="730" y="943"/>
                </a:lnTo>
                <a:lnTo>
                  <a:pt x="730" y="942"/>
                </a:lnTo>
                <a:lnTo>
                  <a:pt x="730" y="941"/>
                </a:lnTo>
                <a:lnTo>
                  <a:pt x="729" y="941"/>
                </a:lnTo>
                <a:lnTo>
                  <a:pt x="729" y="942"/>
                </a:lnTo>
                <a:lnTo>
                  <a:pt x="728" y="942"/>
                </a:lnTo>
                <a:lnTo>
                  <a:pt x="728" y="941"/>
                </a:lnTo>
                <a:lnTo>
                  <a:pt x="727" y="940"/>
                </a:lnTo>
                <a:lnTo>
                  <a:pt x="727" y="939"/>
                </a:lnTo>
                <a:lnTo>
                  <a:pt x="728" y="939"/>
                </a:lnTo>
                <a:lnTo>
                  <a:pt x="728" y="938"/>
                </a:lnTo>
                <a:lnTo>
                  <a:pt x="727" y="937"/>
                </a:lnTo>
                <a:lnTo>
                  <a:pt x="727" y="936"/>
                </a:lnTo>
                <a:lnTo>
                  <a:pt x="727" y="935"/>
                </a:lnTo>
                <a:lnTo>
                  <a:pt x="727" y="934"/>
                </a:lnTo>
                <a:lnTo>
                  <a:pt x="727" y="933"/>
                </a:lnTo>
                <a:lnTo>
                  <a:pt x="727" y="932"/>
                </a:lnTo>
                <a:lnTo>
                  <a:pt x="726" y="932"/>
                </a:lnTo>
                <a:lnTo>
                  <a:pt x="726" y="931"/>
                </a:lnTo>
                <a:lnTo>
                  <a:pt x="725" y="931"/>
                </a:lnTo>
                <a:lnTo>
                  <a:pt x="725" y="930"/>
                </a:lnTo>
                <a:lnTo>
                  <a:pt x="724" y="930"/>
                </a:lnTo>
                <a:lnTo>
                  <a:pt x="723" y="930"/>
                </a:lnTo>
                <a:lnTo>
                  <a:pt x="722" y="930"/>
                </a:lnTo>
                <a:lnTo>
                  <a:pt x="722" y="929"/>
                </a:lnTo>
                <a:lnTo>
                  <a:pt x="722" y="928"/>
                </a:lnTo>
                <a:lnTo>
                  <a:pt x="721" y="927"/>
                </a:lnTo>
                <a:lnTo>
                  <a:pt x="720" y="927"/>
                </a:lnTo>
                <a:lnTo>
                  <a:pt x="720" y="926"/>
                </a:lnTo>
                <a:lnTo>
                  <a:pt x="719" y="926"/>
                </a:lnTo>
                <a:lnTo>
                  <a:pt x="719" y="925"/>
                </a:lnTo>
                <a:lnTo>
                  <a:pt x="718" y="925"/>
                </a:lnTo>
                <a:lnTo>
                  <a:pt x="718" y="924"/>
                </a:lnTo>
                <a:lnTo>
                  <a:pt x="717" y="924"/>
                </a:lnTo>
                <a:lnTo>
                  <a:pt x="717" y="923"/>
                </a:lnTo>
                <a:lnTo>
                  <a:pt x="717" y="922"/>
                </a:lnTo>
                <a:lnTo>
                  <a:pt x="718" y="922"/>
                </a:lnTo>
                <a:lnTo>
                  <a:pt x="719" y="922"/>
                </a:lnTo>
                <a:lnTo>
                  <a:pt x="719" y="921"/>
                </a:lnTo>
                <a:lnTo>
                  <a:pt x="719" y="920"/>
                </a:lnTo>
                <a:lnTo>
                  <a:pt x="719" y="919"/>
                </a:lnTo>
                <a:lnTo>
                  <a:pt x="718" y="919"/>
                </a:lnTo>
                <a:lnTo>
                  <a:pt x="717" y="919"/>
                </a:lnTo>
                <a:lnTo>
                  <a:pt x="716" y="919"/>
                </a:lnTo>
                <a:lnTo>
                  <a:pt x="715" y="919"/>
                </a:lnTo>
                <a:lnTo>
                  <a:pt x="715" y="918"/>
                </a:lnTo>
                <a:lnTo>
                  <a:pt x="714" y="918"/>
                </a:lnTo>
                <a:lnTo>
                  <a:pt x="714" y="917"/>
                </a:lnTo>
                <a:lnTo>
                  <a:pt x="713" y="916"/>
                </a:lnTo>
                <a:lnTo>
                  <a:pt x="713" y="915"/>
                </a:lnTo>
                <a:lnTo>
                  <a:pt x="712" y="915"/>
                </a:lnTo>
                <a:lnTo>
                  <a:pt x="712" y="914"/>
                </a:lnTo>
                <a:lnTo>
                  <a:pt x="711" y="914"/>
                </a:lnTo>
                <a:lnTo>
                  <a:pt x="710" y="913"/>
                </a:lnTo>
                <a:lnTo>
                  <a:pt x="710" y="912"/>
                </a:lnTo>
                <a:lnTo>
                  <a:pt x="710" y="911"/>
                </a:lnTo>
                <a:lnTo>
                  <a:pt x="709" y="911"/>
                </a:lnTo>
                <a:lnTo>
                  <a:pt x="708" y="910"/>
                </a:lnTo>
                <a:lnTo>
                  <a:pt x="708" y="909"/>
                </a:lnTo>
                <a:lnTo>
                  <a:pt x="708" y="908"/>
                </a:lnTo>
                <a:lnTo>
                  <a:pt x="707" y="907"/>
                </a:lnTo>
                <a:lnTo>
                  <a:pt x="708" y="906"/>
                </a:lnTo>
                <a:lnTo>
                  <a:pt x="707" y="905"/>
                </a:lnTo>
                <a:lnTo>
                  <a:pt x="707" y="904"/>
                </a:lnTo>
                <a:lnTo>
                  <a:pt x="707" y="903"/>
                </a:lnTo>
                <a:lnTo>
                  <a:pt x="708" y="903"/>
                </a:lnTo>
                <a:lnTo>
                  <a:pt x="708" y="902"/>
                </a:lnTo>
                <a:lnTo>
                  <a:pt x="709" y="901"/>
                </a:lnTo>
                <a:lnTo>
                  <a:pt x="709" y="900"/>
                </a:lnTo>
                <a:lnTo>
                  <a:pt x="709" y="899"/>
                </a:lnTo>
                <a:lnTo>
                  <a:pt x="708" y="899"/>
                </a:lnTo>
                <a:lnTo>
                  <a:pt x="707" y="899"/>
                </a:lnTo>
                <a:lnTo>
                  <a:pt x="706" y="898"/>
                </a:lnTo>
                <a:lnTo>
                  <a:pt x="706" y="897"/>
                </a:lnTo>
                <a:lnTo>
                  <a:pt x="705" y="896"/>
                </a:lnTo>
                <a:lnTo>
                  <a:pt x="706" y="896"/>
                </a:lnTo>
                <a:lnTo>
                  <a:pt x="706" y="895"/>
                </a:lnTo>
                <a:lnTo>
                  <a:pt x="705" y="895"/>
                </a:lnTo>
                <a:lnTo>
                  <a:pt x="704" y="894"/>
                </a:lnTo>
                <a:lnTo>
                  <a:pt x="704" y="893"/>
                </a:lnTo>
                <a:lnTo>
                  <a:pt x="703" y="893"/>
                </a:lnTo>
                <a:lnTo>
                  <a:pt x="702" y="893"/>
                </a:lnTo>
                <a:lnTo>
                  <a:pt x="701" y="893"/>
                </a:lnTo>
                <a:lnTo>
                  <a:pt x="700" y="892"/>
                </a:lnTo>
                <a:lnTo>
                  <a:pt x="699" y="891"/>
                </a:lnTo>
                <a:lnTo>
                  <a:pt x="698" y="891"/>
                </a:lnTo>
                <a:lnTo>
                  <a:pt x="698" y="890"/>
                </a:lnTo>
                <a:lnTo>
                  <a:pt x="698" y="891"/>
                </a:lnTo>
                <a:lnTo>
                  <a:pt x="696" y="891"/>
                </a:lnTo>
                <a:lnTo>
                  <a:pt x="696" y="892"/>
                </a:lnTo>
                <a:lnTo>
                  <a:pt x="695" y="892"/>
                </a:lnTo>
                <a:lnTo>
                  <a:pt x="694" y="892"/>
                </a:lnTo>
                <a:lnTo>
                  <a:pt x="693" y="892"/>
                </a:lnTo>
                <a:lnTo>
                  <a:pt x="693" y="893"/>
                </a:lnTo>
                <a:lnTo>
                  <a:pt x="692" y="894"/>
                </a:lnTo>
                <a:lnTo>
                  <a:pt x="691" y="895"/>
                </a:lnTo>
                <a:lnTo>
                  <a:pt x="690" y="895"/>
                </a:lnTo>
                <a:lnTo>
                  <a:pt x="689" y="895"/>
                </a:lnTo>
                <a:lnTo>
                  <a:pt x="688" y="896"/>
                </a:lnTo>
                <a:lnTo>
                  <a:pt x="687" y="896"/>
                </a:lnTo>
                <a:lnTo>
                  <a:pt x="687" y="897"/>
                </a:lnTo>
                <a:lnTo>
                  <a:pt x="686" y="897"/>
                </a:lnTo>
                <a:lnTo>
                  <a:pt x="686" y="898"/>
                </a:lnTo>
                <a:lnTo>
                  <a:pt x="685" y="897"/>
                </a:lnTo>
                <a:lnTo>
                  <a:pt x="685" y="896"/>
                </a:lnTo>
                <a:lnTo>
                  <a:pt x="684" y="896"/>
                </a:lnTo>
                <a:lnTo>
                  <a:pt x="685" y="895"/>
                </a:lnTo>
                <a:lnTo>
                  <a:pt x="685" y="892"/>
                </a:lnTo>
                <a:lnTo>
                  <a:pt x="685" y="891"/>
                </a:lnTo>
                <a:lnTo>
                  <a:pt x="685" y="889"/>
                </a:lnTo>
                <a:lnTo>
                  <a:pt x="685" y="887"/>
                </a:lnTo>
                <a:lnTo>
                  <a:pt x="685" y="886"/>
                </a:lnTo>
                <a:lnTo>
                  <a:pt x="684" y="885"/>
                </a:lnTo>
                <a:lnTo>
                  <a:pt x="684" y="884"/>
                </a:lnTo>
                <a:lnTo>
                  <a:pt x="685" y="884"/>
                </a:lnTo>
                <a:lnTo>
                  <a:pt x="685" y="883"/>
                </a:lnTo>
                <a:lnTo>
                  <a:pt x="684" y="883"/>
                </a:lnTo>
                <a:lnTo>
                  <a:pt x="684" y="882"/>
                </a:lnTo>
                <a:lnTo>
                  <a:pt x="683" y="882"/>
                </a:lnTo>
                <a:lnTo>
                  <a:pt x="683" y="881"/>
                </a:lnTo>
                <a:lnTo>
                  <a:pt x="683" y="880"/>
                </a:lnTo>
                <a:lnTo>
                  <a:pt x="682" y="880"/>
                </a:lnTo>
                <a:lnTo>
                  <a:pt x="682" y="878"/>
                </a:lnTo>
                <a:lnTo>
                  <a:pt x="682" y="877"/>
                </a:lnTo>
                <a:lnTo>
                  <a:pt x="681" y="876"/>
                </a:lnTo>
                <a:lnTo>
                  <a:pt x="681" y="875"/>
                </a:lnTo>
                <a:lnTo>
                  <a:pt x="680" y="874"/>
                </a:lnTo>
                <a:lnTo>
                  <a:pt x="680" y="873"/>
                </a:lnTo>
                <a:lnTo>
                  <a:pt x="679" y="872"/>
                </a:lnTo>
                <a:lnTo>
                  <a:pt x="678" y="872"/>
                </a:lnTo>
                <a:lnTo>
                  <a:pt x="678" y="871"/>
                </a:lnTo>
                <a:lnTo>
                  <a:pt x="677" y="871"/>
                </a:lnTo>
                <a:lnTo>
                  <a:pt x="677" y="870"/>
                </a:lnTo>
                <a:lnTo>
                  <a:pt x="676" y="869"/>
                </a:lnTo>
                <a:lnTo>
                  <a:pt x="676" y="868"/>
                </a:lnTo>
                <a:lnTo>
                  <a:pt x="675" y="868"/>
                </a:lnTo>
                <a:lnTo>
                  <a:pt x="675" y="867"/>
                </a:lnTo>
                <a:lnTo>
                  <a:pt x="675" y="866"/>
                </a:lnTo>
                <a:lnTo>
                  <a:pt x="674" y="864"/>
                </a:lnTo>
                <a:lnTo>
                  <a:pt x="674" y="863"/>
                </a:lnTo>
                <a:lnTo>
                  <a:pt x="674" y="861"/>
                </a:lnTo>
                <a:lnTo>
                  <a:pt x="674" y="860"/>
                </a:lnTo>
                <a:lnTo>
                  <a:pt x="674" y="859"/>
                </a:lnTo>
                <a:lnTo>
                  <a:pt x="674" y="858"/>
                </a:lnTo>
                <a:lnTo>
                  <a:pt x="673" y="857"/>
                </a:lnTo>
                <a:lnTo>
                  <a:pt x="673" y="856"/>
                </a:lnTo>
                <a:lnTo>
                  <a:pt x="673" y="854"/>
                </a:lnTo>
                <a:lnTo>
                  <a:pt x="673" y="852"/>
                </a:lnTo>
                <a:lnTo>
                  <a:pt x="673" y="851"/>
                </a:lnTo>
                <a:lnTo>
                  <a:pt x="673" y="850"/>
                </a:lnTo>
                <a:lnTo>
                  <a:pt x="673" y="848"/>
                </a:lnTo>
                <a:lnTo>
                  <a:pt x="673" y="847"/>
                </a:lnTo>
                <a:lnTo>
                  <a:pt x="673" y="846"/>
                </a:lnTo>
                <a:lnTo>
                  <a:pt x="674" y="845"/>
                </a:lnTo>
                <a:lnTo>
                  <a:pt x="675" y="845"/>
                </a:lnTo>
                <a:lnTo>
                  <a:pt x="677" y="845"/>
                </a:lnTo>
                <a:lnTo>
                  <a:pt x="677" y="844"/>
                </a:lnTo>
                <a:lnTo>
                  <a:pt x="678" y="844"/>
                </a:lnTo>
                <a:lnTo>
                  <a:pt x="678" y="845"/>
                </a:lnTo>
                <a:lnTo>
                  <a:pt x="679" y="844"/>
                </a:lnTo>
                <a:lnTo>
                  <a:pt x="679" y="843"/>
                </a:lnTo>
                <a:lnTo>
                  <a:pt x="678" y="843"/>
                </a:lnTo>
                <a:lnTo>
                  <a:pt x="678" y="842"/>
                </a:lnTo>
                <a:lnTo>
                  <a:pt x="677" y="842"/>
                </a:lnTo>
                <a:lnTo>
                  <a:pt x="676" y="842"/>
                </a:lnTo>
                <a:lnTo>
                  <a:pt x="673" y="842"/>
                </a:lnTo>
                <a:lnTo>
                  <a:pt x="672" y="841"/>
                </a:lnTo>
                <a:lnTo>
                  <a:pt x="671" y="840"/>
                </a:lnTo>
                <a:lnTo>
                  <a:pt x="670" y="840"/>
                </a:lnTo>
                <a:lnTo>
                  <a:pt x="669" y="840"/>
                </a:lnTo>
                <a:lnTo>
                  <a:pt x="669" y="839"/>
                </a:lnTo>
                <a:lnTo>
                  <a:pt x="669" y="838"/>
                </a:lnTo>
                <a:lnTo>
                  <a:pt x="669" y="837"/>
                </a:lnTo>
                <a:lnTo>
                  <a:pt x="671" y="836"/>
                </a:lnTo>
                <a:lnTo>
                  <a:pt x="672" y="836"/>
                </a:lnTo>
                <a:lnTo>
                  <a:pt x="672" y="835"/>
                </a:lnTo>
                <a:lnTo>
                  <a:pt x="672" y="834"/>
                </a:lnTo>
                <a:lnTo>
                  <a:pt x="673" y="834"/>
                </a:lnTo>
                <a:lnTo>
                  <a:pt x="673" y="833"/>
                </a:lnTo>
                <a:lnTo>
                  <a:pt x="674" y="833"/>
                </a:lnTo>
                <a:lnTo>
                  <a:pt x="675" y="832"/>
                </a:lnTo>
                <a:lnTo>
                  <a:pt x="675" y="831"/>
                </a:lnTo>
                <a:lnTo>
                  <a:pt x="674" y="831"/>
                </a:lnTo>
                <a:lnTo>
                  <a:pt x="674" y="830"/>
                </a:lnTo>
                <a:lnTo>
                  <a:pt x="675" y="830"/>
                </a:lnTo>
                <a:lnTo>
                  <a:pt x="676" y="830"/>
                </a:lnTo>
                <a:lnTo>
                  <a:pt x="678" y="829"/>
                </a:lnTo>
                <a:lnTo>
                  <a:pt x="678" y="828"/>
                </a:lnTo>
                <a:lnTo>
                  <a:pt x="678" y="827"/>
                </a:lnTo>
                <a:lnTo>
                  <a:pt x="677" y="826"/>
                </a:lnTo>
                <a:lnTo>
                  <a:pt x="678" y="825"/>
                </a:lnTo>
                <a:lnTo>
                  <a:pt x="678" y="823"/>
                </a:lnTo>
                <a:lnTo>
                  <a:pt x="679" y="823"/>
                </a:lnTo>
                <a:lnTo>
                  <a:pt x="679" y="822"/>
                </a:lnTo>
                <a:lnTo>
                  <a:pt x="680" y="821"/>
                </a:lnTo>
                <a:lnTo>
                  <a:pt x="681" y="819"/>
                </a:lnTo>
                <a:lnTo>
                  <a:pt x="681" y="818"/>
                </a:lnTo>
                <a:lnTo>
                  <a:pt x="682" y="816"/>
                </a:lnTo>
                <a:lnTo>
                  <a:pt x="682" y="815"/>
                </a:lnTo>
                <a:lnTo>
                  <a:pt x="683" y="815"/>
                </a:lnTo>
                <a:lnTo>
                  <a:pt x="683" y="814"/>
                </a:lnTo>
                <a:lnTo>
                  <a:pt x="683" y="813"/>
                </a:lnTo>
                <a:lnTo>
                  <a:pt x="683" y="812"/>
                </a:lnTo>
                <a:lnTo>
                  <a:pt x="683" y="811"/>
                </a:lnTo>
                <a:lnTo>
                  <a:pt x="683" y="810"/>
                </a:lnTo>
                <a:lnTo>
                  <a:pt x="682" y="809"/>
                </a:lnTo>
                <a:lnTo>
                  <a:pt x="681" y="809"/>
                </a:lnTo>
                <a:lnTo>
                  <a:pt x="681" y="808"/>
                </a:lnTo>
                <a:lnTo>
                  <a:pt x="681" y="807"/>
                </a:lnTo>
                <a:lnTo>
                  <a:pt x="682" y="807"/>
                </a:lnTo>
                <a:lnTo>
                  <a:pt x="686" y="807"/>
                </a:lnTo>
                <a:lnTo>
                  <a:pt x="687" y="806"/>
                </a:lnTo>
                <a:lnTo>
                  <a:pt x="687" y="805"/>
                </a:lnTo>
                <a:lnTo>
                  <a:pt x="687" y="804"/>
                </a:lnTo>
                <a:lnTo>
                  <a:pt x="688" y="804"/>
                </a:lnTo>
                <a:lnTo>
                  <a:pt x="688" y="803"/>
                </a:lnTo>
                <a:lnTo>
                  <a:pt x="688" y="802"/>
                </a:lnTo>
                <a:lnTo>
                  <a:pt x="689" y="801"/>
                </a:lnTo>
                <a:lnTo>
                  <a:pt x="690" y="800"/>
                </a:lnTo>
                <a:lnTo>
                  <a:pt x="690" y="799"/>
                </a:lnTo>
                <a:lnTo>
                  <a:pt x="691" y="799"/>
                </a:lnTo>
                <a:lnTo>
                  <a:pt x="691" y="798"/>
                </a:lnTo>
                <a:lnTo>
                  <a:pt x="689" y="797"/>
                </a:lnTo>
                <a:lnTo>
                  <a:pt x="689" y="796"/>
                </a:lnTo>
                <a:lnTo>
                  <a:pt x="688" y="796"/>
                </a:lnTo>
                <a:lnTo>
                  <a:pt x="687" y="796"/>
                </a:lnTo>
                <a:lnTo>
                  <a:pt x="687" y="795"/>
                </a:lnTo>
                <a:lnTo>
                  <a:pt x="686" y="794"/>
                </a:lnTo>
                <a:lnTo>
                  <a:pt x="685" y="794"/>
                </a:lnTo>
                <a:lnTo>
                  <a:pt x="684" y="795"/>
                </a:lnTo>
                <a:lnTo>
                  <a:pt x="684" y="796"/>
                </a:lnTo>
                <a:lnTo>
                  <a:pt x="683" y="796"/>
                </a:lnTo>
                <a:lnTo>
                  <a:pt x="682" y="796"/>
                </a:lnTo>
                <a:lnTo>
                  <a:pt x="681" y="796"/>
                </a:lnTo>
                <a:lnTo>
                  <a:pt x="680" y="796"/>
                </a:lnTo>
                <a:lnTo>
                  <a:pt x="679" y="796"/>
                </a:lnTo>
                <a:lnTo>
                  <a:pt x="678" y="796"/>
                </a:lnTo>
                <a:lnTo>
                  <a:pt x="677" y="796"/>
                </a:lnTo>
                <a:lnTo>
                  <a:pt x="677" y="795"/>
                </a:lnTo>
                <a:lnTo>
                  <a:pt x="676" y="795"/>
                </a:lnTo>
                <a:lnTo>
                  <a:pt x="674" y="794"/>
                </a:lnTo>
                <a:lnTo>
                  <a:pt x="673" y="793"/>
                </a:lnTo>
                <a:lnTo>
                  <a:pt x="672" y="793"/>
                </a:lnTo>
                <a:lnTo>
                  <a:pt x="671" y="793"/>
                </a:lnTo>
                <a:lnTo>
                  <a:pt x="671" y="792"/>
                </a:lnTo>
                <a:lnTo>
                  <a:pt x="670" y="792"/>
                </a:lnTo>
                <a:lnTo>
                  <a:pt x="670" y="793"/>
                </a:lnTo>
                <a:lnTo>
                  <a:pt x="669" y="793"/>
                </a:lnTo>
                <a:lnTo>
                  <a:pt x="669" y="794"/>
                </a:lnTo>
                <a:lnTo>
                  <a:pt x="669" y="795"/>
                </a:lnTo>
                <a:lnTo>
                  <a:pt x="670" y="795"/>
                </a:lnTo>
                <a:lnTo>
                  <a:pt x="670" y="798"/>
                </a:lnTo>
                <a:lnTo>
                  <a:pt x="670" y="799"/>
                </a:lnTo>
                <a:lnTo>
                  <a:pt x="671" y="799"/>
                </a:lnTo>
                <a:lnTo>
                  <a:pt x="671" y="800"/>
                </a:lnTo>
                <a:lnTo>
                  <a:pt x="669" y="801"/>
                </a:lnTo>
                <a:lnTo>
                  <a:pt x="667" y="801"/>
                </a:lnTo>
                <a:lnTo>
                  <a:pt x="668" y="801"/>
                </a:lnTo>
                <a:lnTo>
                  <a:pt x="667" y="802"/>
                </a:lnTo>
                <a:lnTo>
                  <a:pt x="665" y="802"/>
                </a:lnTo>
                <a:lnTo>
                  <a:pt x="664" y="802"/>
                </a:lnTo>
                <a:lnTo>
                  <a:pt x="663" y="802"/>
                </a:lnTo>
                <a:lnTo>
                  <a:pt x="663" y="801"/>
                </a:lnTo>
                <a:lnTo>
                  <a:pt x="663" y="799"/>
                </a:lnTo>
                <a:lnTo>
                  <a:pt x="663" y="798"/>
                </a:lnTo>
                <a:lnTo>
                  <a:pt x="664" y="798"/>
                </a:lnTo>
                <a:lnTo>
                  <a:pt x="664" y="797"/>
                </a:lnTo>
                <a:lnTo>
                  <a:pt x="663" y="797"/>
                </a:lnTo>
                <a:lnTo>
                  <a:pt x="663" y="796"/>
                </a:lnTo>
                <a:lnTo>
                  <a:pt x="663" y="795"/>
                </a:lnTo>
                <a:lnTo>
                  <a:pt x="663" y="794"/>
                </a:lnTo>
                <a:lnTo>
                  <a:pt x="662" y="794"/>
                </a:lnTo>
                <a:lnTo>
                  <a:pt x="662" y="793"/>
                </a:lnTo>
                <a:lnTo>
                  <a:pt x="663" y="793"/>
                </a:lnTo>
                <a:lnTo>
                  <a:pt x="663" y="792"/>
                </a:lnTo>
                <a:lnTo>
                  <a:pt x="663" y="791"/>
                </a:lnTo>
                <a:lnTo>
                  <a:pt x="662" y="790"/>
                </a:lnTo>
                <a:lnTo>
                  <a:pt x="662" y="791"/>
                </a:lnTo>
                <a:lnTo>
                  <a:pt x="662" y="792"/>
                </a:lnTo>
                <a:lnTo>
                  <a:pt x="662" y="793"/>
                </a:lnTo>
                <a:lnTo>
                  <a:pt x="661" y="794"/>
                </a:lnTo>
                <a:lnTo>
                  <a:pt x="661" y="796"/>
                </a:lnTo>
                <a:lnTo>
                  <a:pt x="660" y="796"/>
                </a:lnTo>
                <a:lnTo>
                  <a:pt x="659" y="796"/>
                </a:lnTo>
                <a:lnTo>
                  <a:pt x="659" y="797"/>
                </a:lnTo>
                <a:lnTo>
                  <a:pt x="658" y="797"/>
                </a:lnTo>
                <a:lnTo>
                  <a:pt x="658" y="796"/>
                </a:lnTo>
                <a:lnTo>
                  <a:pt x="659" y="796"/>
                </a:lnTo>
                <a:lnTo>
                  <a:pt x="659" y="795"/>
                </a:lnTo>
                <a:lnTo>
                  <a:pt x="659" y="794"/>
                </a:lnTo>
                <a:lnTo>
                  <a:pt x="659" y="793"/>
                </a:lnTo>
                <a:lnTo>
                  <a:pt x="660" y="792"/>
                </a:lnTo>
                <a:lnTo>
                  <a:pt x="660" y="791"/>
                </a:lnTo>
                <a:lnTo>
                  <a:pt x="661" y="790"/>
                </a:lnTo>
                <a:lnTo>
                  <a:pt x="661" y="789"/>
                </a:lnTo>
                <a:lnTo>
                  <a:pt x="660" y="788"/>
                </a:lnTo>
                <a:lnTo>
                  <a:pt x="661" y="788"/>
                </a:lnTo>
                <a:lnTo>
                  <a:pt x="661" y="787"/>
                </a:lnTo>
                <a:lnTo>
                  <a:pt x="661" y="786"/>
                </a:lnTo>
                <a:lnTo>
                  <a:pt x="660" y="786"/>
                </a:lnTo>
                <a:lnTo>
                  <a:pt x="659" y="786"/>
                </a:lnTo>
                <a:lnTo>
                  <a:pt x="658" y="786"/>
                </a:lnTo>
                <a:lnTo>
                  <a:pt x="658" y="785"/>
                </a:lnTo>
                <a:lnTo>
                  <a:pt x="657" y="785"/>
                </a:lnTo>
                <a:lnTo>
                  <a:pt x="656" y="785"/>
                </a:lnTo>
                <a:lnTo>
                  <a:pt x="656" y="784"/>
                </a:lnTo>
                <a:lnTo>
                  <a:pt x="657" y="782"/>
                </a:lnTo>
                <a:lnTo>
                  <a:pt x="656" y="780"/>
                </a:lnTo>
                <a:lnTo>
                  <a:pt x="655" y="780"/>
                </a:lnTo>
                <a:lnTo>
                  <a:pt x="654" y="779"/>
                </a:lnTo>
                <a:lnTo>
                  <a:pt x="654" y="778"/>
                </a:lnTo>
                <a:lnTo>
                  <a:pt x="654" y="777"/>
                </a:lnTo>
                <a:lnTo>
                  <a:pt x="655" y="777"/>
                </a:lnTo>
                <a:lnTo>
                  <a:pt x="655" y="776"/>
                </a:lnTo>
                <a:lnTo>
                  <a:pt x="655" y="775"/>
                </a:lnTo>
                <a:lnTo>
                  <a:pt x="656" y="775"/>
                </a:lnTo>
                <a:lnTo>
                  <a:pt x="656" y="774"/>
                </a:lnTo>
                <a:lnTo>
                  <a:pt x="656" y="773"/>
                </a:lnTo>
                <a:lnTo>
                  <a:pt x="655" y="772"/>
                </a:lnTo>
                <a:lnTo>
                  <a:pt x="654" y="772"/>
                </a:lnTo>
                <a:lnTo>
                  <a:pt x="653" y="772"/>
                </a:lnTo>
                <a:lnTo>
                  <a:pt x="652" y="771"/>
                </a:lnTo>
                <a:lnTo>
                  <a:pt x="651" y="771"/>
                </a:lnTo>
                <a:lnTo>
                  <a:pt x="651" y="770"/>
                </a:lnTo>
                <a:lnTo>
                  <a:pt x="650" y="770"/>
                </a:lnTo>
                <a:lnTo>
                  <a:pt x="650" y="769"/>
                </a:lnTo>
                <a:lnTo>
                  <a:pt x="650" y="770"/>
                </a:lnTo>
                <a:lnTo>
                  <a:pt x="649" y="770"/>
                </a:lnTo>
                <a:lnTo>
                  <a:pt x="648" y="770"/>
                </a:lnTo>
                <a:lnTo>
                  <a:pt x="647" y="770"/>
                </a:lnTo>
                <a:lnTo>
                  <a:pt x="646" y="771"/>
                </a:lnTo>
                <a:lnTo>
                  <a:pt x="645" y="772"/>
                </a:lnTo>
                <a:lnTo>
                  <a:pt x="645" y="773"/>
                </a:lnTo>
                <a:lnTo>
                  <a:pt x="644" y="773"/>
                </a:lnTo>
                <a:lnTo>
                  <a:pt x="643" y="773"/>
                </a:lnTo>
                <a:lnTo>
                  <a:pt x="641" y="773"/>
                </a:lnTo>
                <a:lnTo>
                  <a:pt x="639" y="773"/>
                </a:lnTo>
                <a:lnTo>
                  <a:pt x="638" y="773"/>
                </a:lnTo>
                <a:lnTo>
                  <a:pt x="637" y="773"/>
                </a:lnTo>
                <a:lnTo>
                  <a:pt x="637" y="772"/>
                </a:lnTo>
                <a:lnTo>
                  <a:pt x="637" y="771"/>
                </a:lnTo>
                <a:lnTo>
                  <a:pt x="637" y="770"/>
                </a:lnTo>
                <a:lnTo>
                  <a:pt x="637" y="769"/>
                </a:lnTo>
                <a:lnTo>
                  <a:pt x="637" y="768"/>
                </a:lnTo>
                <a:lnTo>
                  <a:pt x="636" y="767"/>
                </a:lnTo>
                <a:lnTo>
                  <a:pt x="636" y="766"/>
                </a:lnTo>
                <a:lnTo>
                  <a:pt x="636" y="765"/>
                </a:lnTo>
                <a:lnTo>
                  <a:pt x="635" y="765"/>
                </a:lnTo>
                <a:lnTo>
                  <a:pt x="634" y="764"/>
                </a:lnTo>
                <a:lnTo>
                  <a:pt x="634" y="763"/>
                </a:lnTo>
                <a:lnTo>
                  <a:pt x="635" y="763"/>
                </a:lnTo>
                <a:lnTo>
                  <a:pt x="636" y="762"/>
                </a:lnTo>
                <a:lnTo>
                  <a:pt x="637" y="762"/>
                </a:lnTo>
                <a:lnTo>
                  <a:pt x="638" y="762"/>
                </a:lnTo>
                <a:lnTo>
                  <a:pt x="638" y="761"/>
                </a:lnTo>
                <a:lnTo>
                  <a:pt x="639" y="760"/>
                </a:lnTo>
                <a:lnTo>
                  <a:pt x="639" y="759"/>
                </a:lnTo>
                <a:lnTo>
                  <a:pt x="638" y="758"/>
                </a:lnTo>
                <a:lnTo>
                  <a:pt x="637" y="758"/>
                </a:lnTo>
                <a:lnTo>
                  <a:pt x="636" y="758"/>
                </a:lnTo>
                <a:lnTo>
                  <a:pt x="636" y="757"/>
                </a:lnTo>
                <a:lnTo>
                  <a:pt x="635" y="756"/>
                </a:lnTo>
                <a:lnTo>
                  <a:pt x="635" y="755"/>
                </a:lnTo>
                <a:lnTo>
                  <a:pt x="636" y="755"/>
                </a:lnTo>
                <a:lnTo>
                  <a:pt x="636" y="754"/>
                </a:lnTo>
                <a:lnTo>
                  <a:pt x="636" y="753"/>
                </a:lnTo>
                <a:lnTo>
                  <a:pt x="636" y="752"/>
                </a:lnTo>
                <a:lnTo>
                  <a:pt x="636" y="751"/>
                </a:lnTo>
                <a:lnTo>
                  <a:pt x="635" y="751"/>
                </a:lnTo>
                <a:lnTo>
                  <a:pt x="634" y="750"/>
                </a:lnTo>
                <a:lnTo>
                  <a:pt x="635" y="750"/>
                </a:lnTo>
                <a:lnTo>
                  <a:pt x="634" y="748"/>
                </a:lnTo>
                <a:lnTo>
                  <a:pt x="633" y="747"/>
                </a:lnTo>
                <a:lnTo>
                  <a:pt x="632" y="747"/>
                </a:lnTo>
                <a:lnTo>
                  <a:pt x="631" y="747"/>
                </a:lnTo>
                <a:lnTo>
                  <a:pt x="630" y="747"/>
                </a:lnTo>
                <a:lnTo>
                  <a:pt x="629" y="747"/>
                </a:lnTo>
                <a:lnTo>
                  <a:pt x="628" y="746"/>
                </a:lnTo>
                <a:lnTo>
                  <a:pt x="627" y="746"/>
                </a:lnTo>
                <a:lnTo>
                  <a:pt x="626" y="746"/>
                </a:lnTo>
                <a:lnTo>
                  <a:pt x="627" y="745"/>
                </a:lnTo>
                <a:lnTo>
                  <a:pt x="627" y="744"/>
                </a:lnTo>
                <a:lnTo>
                  <a:pt x="627" y="743"/>
                </a:lnTo>
                <a:lnTo>
                  <a:pt x="626" y="743"/>
                </a:lnTo>
                <a:lnTo>
                  <a:pt x="626" y="742"/>
                </a:lnTo>
                <a:lnTo>
                  <a:pt x="625" y="742"/>
                </a:lnTo>
                <a:lnTo>
                  <a:pt x="625" y="741"/>
                </a:lnTo>
                <a:lnTo>
                  <a:pt x="624" y="741"/>
                </a:lnTo>
                <a:lnTo>
                  <a:pt x="621" y="741"/>
                </a:lnTo>
                <a:lnTo>
                  <a:pt x="620" y="740"/>
                </a:lnTo>
                <a:lnTo>
                  <a:pt x="620" y="739"/>
                </a:lnTo>
                <a:lnTo>
                  <a:pt x="619" y="738"/>
                </a:lnTo>
                <a:lnTo>
                  <a:pt x="618" y="738"/>
                </a:lnTo>
                <a:lnTo>
                  <a:pt x="618" y="737"/>
                </a:lnTo>
                <a:lnTo>
                  <a:pt x="617" y="737"/>
                </a:lnTo>
                <a:lnTo>
                  <a:pt x="616" y="736"/>
                </a:lnTo>
                <a:lnTo>
                  <a:pt x="615" y="737"/>
                </a:lnTo>
                <a:lnTo>
                  <a:pt x="614" y="737"/>
                </a:lnTo>
                <a:lnTo>
                  <a:pt x="613" y="737"/>
                </a:lnTo>
                <a:lnTo>
                  <a:pt x="613" y="736"/>
                </a:lnTo>
                <a:lnTo>
                  <a:pt x="614" y="736"/>
                </a:lnTo>
                <a:lnTo>
                  <a:pt x="615" y="736"/>
                </a:lnTo>
                <a:lnTo>
                  <a:pt x="615" y="735"/>
                </a:lnTo>
                <a:lnTo>
                  <a:pt x="615" y="734"/>
                </a:lnTo>
                <a:lnTo>
                  <a:pt x="616" y="734"/>
                </a:lnTo>
                <a:lnTo>
                  <a:pt x="616" y="733"/>
                </a:lnTo>
                <a:lnTo>
                  <a:pt x="616" y="732"/>
                </a:lnTo>
                <a:lnTo>
                  <a:pt x="615" y="732"/>
                </a:lnTo>
                <a:lnTo>
                  <a:pt x="615" y="731"/>
                </a:lnTo>
                <a:lnTo>
                  <a:pt x="614" y="731"/>
                </a:lnTo>
                <a:lnTo>
                  <a:pt x="613" y="731"/>
                </a:lnTo>
                <a:lnTo>
                  <a:pt x="612" y="730"/>
                </a:lnTo>
                <a:lnTo>
                  <a:pt x="612" y="729"/>
                </a:lnTo>
                <a:lnTo>
                  <a:pt x="613" y="729"/>
                </a:lnTo>
                <a:lnTo>
                  <a:pt x="613" y="728"/>
                </a:lnTo>
                <a:lnTo>
                  <a:pt x="613" y="727"/>
                </a:lnTo>
                <a:lnTo>
                  <a:pt x="613" y="726"/>
                </a:lnTo>
                <a:lnTo>
                  <a:pt x="613" y="725"/>
                </a:lnTo>
                <a:lnTo>
                  <a:pt x="612" y="725"/>
                </a:lnTo>
                <a:lnTo>
                  <a:pt x="613" y="725"/>
                </a:lnTo>
                <a:lnTo>
                  <a:pt x="613" y="724"/>
                </a:lnTo>
                <a:lnTo>
                  <a:pt x="613" y="723"/>
                </a:lnTo>
                <a:lnTo>
                  <a:pt x="614" y="723"/>
                </a:lnTo>
                <a:lnTo>
                  <a:pt x="614" y="722"/>
                </a:lnTo>
                <a:lnTo>
                  <a:pt x="614" y="721"/>
                </a:lnTo>
                <a:lnTo>
                  <a:pt x="613" y="721"/>
                </a:lnTo>
                <a:lnTo>
                  <a:pt x="613" y="720"/>
                </a:lnTo>
                <a:lnTo>
                  <a:pt x="613" y="719"/>
                </a:lnTo>
                <a:lnTo>
                  <a:pt x="612" y="719"/>
                </a:lnTo>
                <a:lnTo>
                  <a:pt x="612" y="718"/>
                </a:lnTo>
                <a:lnTo>
                  <a:pt x="612" y="717"/>
                </a:lnTo>
                <a:lnTo>
                  <a:pt x="613" y="717"/>
                </a:lnTo>
                <a:lnTo>
                  <a:pt x="613" y="716"/>
                </a:lnTo>
                <a:lnTo>
                  <a:pt x="614" y="716"/>
                </a:lnTo>
                <a:lnTo>
                  <a:pt x="613" y="716"/>
                </a:lnTo>
                <a:lnTo>
                  <a:pt x="613" y="715"/>
                </a:lnTo>
                <a:lnTo>
                  <a:pt x="612" y="715"/>
                </a:lnTo>
                <a:lnTo>
                  <a:pt x="612" y="714"/>
                </a:lnTo>
                <a:lnTo>
                  <a:pt x="613" y="714"/>
                </a:lnTo>
                <a:lnTo>
                  <a:pt x="613" y="713"/>
                </a:lnTo>
                <a:lnTo>
                  <a:pt x="613" y="712"/>
                </a:lnTo>
                <a:lnTo>
                  <a:pt x="613" y="711"/>
                </a:lnTo>
                <a:lnTo>
                  <a:pt x="612" y="711"/>
                </a:lnTo>
                <a:lnTo>
                  <a:pt x="610" y="711"/>
                </a:lnTo>
                <a:lnTo>
                  <a:pt x="609" y="711"/>
                </a:lnTo>
                <a:lnTo>
                  <a:pt x="609" y="712"/>
                </a:lnTo>
                <a:lnTo>
                  <a:pt x="608" y="712"/>
                </a:lnTo>
                <a:lnTo>
                  <a:pt x="608" y="713"/>
                </a:lnTo>
                <a:lnTo>
                  <a:pt x="607" y="713"/>
                </a:lnTo>
                <a:lnTo>
                  <a:pt x="607" y="712"/>
                </a:lnTo>
                <a:lnTo>
                  <a:pt x="606" y="712"/>
                </a:lnTo>
                <a:lnTo>
                  <a:pt x="606" y="713"/>
                </a:lnTo>
                <a:lnTo>
                  <a:pt x="604" y="714"/>
                </a:lnTo>
                <a:lnTo>
                  <a:pt x="603" y="714"/>
                </a:lnTo>
                <a:lnTo>
                  <a:pt x="602" y="713"/>
                </a:lnTo>
                <a:lnTo>
                  <a:pt x="601" y="713"/>
                </a:lnTo>
                <a:lnTo>
                  <a:pt x="601" y="712"/>
                </a:lnTo>
                <a:lnTo>
                  <a:pt x="601" y="713"/>
                </a:lnTo>
                <a:lnTo>
                  <a:pt x="601" y="712"/>
                </a:lnTo>
                <a:lnTo>
                  <a:pt x="600" y="712"/>
                </a:lnTo>
                <a:lnTo>
                  <a:pt x="600" y="711"/>
                </a:lnTo>
                <a:lnTo>
                  <a:pt x="600" y="710"/>
                </a:lnTo>
                <a:lnTo>
                  <a:pt x="600" y="709"/>
                </a:lnTo>
                <a:lnTo>
                  <a:pt x="600" y="708"/>
                </a:lnTo>
                <a:lnTo>
                  <a:pt x="600" y="707"/>
                </a:lnTo>
                <a:lnTo>
                  <a:pt x="599" y="706"/>
                </a:lnTo>
                <a:lnTo>
                  <a:pt x="599" y="705"/>
                </a:lnTo>
                <a:lnTo>
                  <a:pt x="597" y="705"/>
                </a:lnTo>
                <a:lnTo>
                  <a:pt x="596" y="705"/>
                </a:lnTo>
                <a:lnTo>
                  <a:pt x="596" y="704"/>
                </a:lnTo>
                <a:lnTo>
                  <a:pt x="596" y="703"/>
                </a:lnTo>
                <a:lnTo>
                  <a:pt x="595" y="703"/>
                </a:lnTo>
                <a:lnTo>
                  <a:pt x="594" y="704"/>
                </a:lnTo>
                <a:lnTo>
                  <a:pt x="593" y="705"/>
                </a:lnTo>
                <a:lnTo>
                  <a:pt x="592" y="705"/>
                </a:lnTo>
                <a:lnTo>
                  <a:pt x="591" y="704"/>
                </a:lnTo>
                <a:lnTo>
                  <a:pt x="591" y="703"/>
                </a:lnTo>
                <a:lnTo>
                  <a:pt x="592" y="703"/>
                </a:lnTo>
                <a:lnTo>
                  <a:pt x="593" y="702"/>
                </a:lnTo>
                <a:lnTo>
                  <a:pt x="594" y="702"/>
                </a:lnTo>
                <a:lnTo>
                  <a:pt x="594" y="701"/>
                </a:lnTo>
                <a:lnTo>
                  <a:pt x="594" y="699"/>
                </a:lnTo>
                <a:lnTo>
                  <a:pt x="593" y="699"/>
                </a:lnTo>
                <a:lnTo>
                  <a:pt x="593" y="698"/>
                </a:lnTo>
                <a:lnTo>
                  <a:pt x="592" y="698"/>
                </a:lnTo>
                <a:lnTo>
                  <a:pt x="591" y="697"/>
                </a:lnTo>
                <a:lnTo>
                  <a:pt x="591" y="696"/>
                </a:lnTo>
                <a:lnTo>
                  <a:pt x="590" y="695"/>
                </a:lnTo>
                <a:lnTo>
                  <a:pt x="591" y="694"/>
                </a:lnTo>
                <a:lnTo>
                  <a:pt x="592" y="693"/>
                </a:lnTo>
                <a:lnTo>
                  <a:pt x="593" y="693"/>
                </a:lnTo>
                <a:lnTo>
                  <a:pt x="592" y="692"/>
                </a:lnTo>
                <a:lnTo>
                  <a:pt x="592" y="691"/>
                </a:lnTo>
                <a:lnTo>
                  <a:pt x="593" y="691"/>
                </a:lnTo>
                <a:lnTo>
                  <a:pt x="593" y="690"/>
                </a:lnTo>
                <a:lnTo>
                  <a:pt x="593" y="689"/>
                </a:lnTo>
                <a:lnTo>
                  <a:pt x="592" y="689"/>
                </a:lnTo>
                <a:lnTo>
                  <a:pt x="591" y="688"/>
                </a:lnTo>
                <a:lnTo>
                  <a:pt x="590" y="688"/>
                </a:lnTo>
                <a:lnTo>
                  <a:pt x="590" y="687"/>
                </a:lnTo>
                <a:lnTo>
                  <a:pt x="591" y="687"/>
                </a:lnTo>
                <a:lnTo>
                  <a:pt x="592" y="685"/>
                </a:lnTo>
                <a:lnTo>
                  <a:pt x="591" y="684"/>
                </a:lnTo>
                <a:lnTo>
                  <a:pt x="591" y="683"/>
                </a:lnTo>
                <a:lnTo>
                  <a:pt x="590" y="683"/>
                </a:lnTo>
                <a:lnTo>
                  <a:pt x="589" y="683"/>
                </a:lnTo>
                <a:lnTo>
                  <a:pt x="588" y="682"/>
                </a:lnTo>
                <a:lnTo>
                  <a:pt x="588" y="681"/>
                </a:lnTo>
                <a:lnTo>
                  <a:pt x="588" y="680"/>
                </a:lnTo>
                <a:lnTo>
                  <a:pt x="588" y="679"/>
                </a:lnTo>
                <a:lnTo>
                  <a:pt x="588" y="678"/>
                </a:lnTo>
                <a:lnTo>
                  <a:pt x="587" y="678"/>
                </a:lnTo>
                <a:lnTo>
                  <a:pt x="585" y="678"/>
                </a:lnTo>
                <a:lnTo>
                  <a:pt x="584" y="678"/>
                </a:lnTo>
                <a:lnTo>
                  <a:pt x="583" y="678"/>
                </a:lnTo>
                <a:lnTo>
                  <a:pt x="582" y="678"/>
                </a:lnTo>
                <a:lnTo>
                  <a:pt x="582" y="677"/>
                </a:lnTo>
                <a:lnTo>
                  <a:pt x="581" y="677"/>
                </a:lnTo>
                <a:lnTo>
                  <a:pt x="580" y="676"/>
                </a:lnTo>
                <a:lnTo>
                  <a:pt x="580" y="677"/>
                </a:lnTo>
                <a:lnTo>
                  <a:pt x="579" y="677"/>
                </a:lnTo>
                <a:lnTo>
                  <a:pt x="578" y="677"/>
                </a:lnTo>
                <a:lnTo>
                  <a:pt x="578" y="678"/>
                </a:lnTo>
                <a:lnTo>
                  <a:pt x="579" y="680"/>
                </a:lnTo>
                <a:lnTo>
                  <a:pt x="578" y="680"/>
                </a:lnTo>
                <a:lnTo>
                  <a:pt x="578" y="681"/>
                </a:lnTo>
                <a:lnTo>
                  <a:pt x="578" y="682"/>
                </a:lnTo>
                <a:lnTo>
                  <a:pt x="577" y="683"/>
                </a:lnTo>
                <a:lnTo>
                  <a:pt x="577" y="684"/>
                </a:lnTo>
                <a:lnTo>
                  <a:pt x="576" y="683"/>
                </a:lnTo>
                <a:lnTo>
                  <a:pt x="575" y="683"/>
                </a:lnTo>
                <a:lnTo>
                  <a:pt x="575" y="684"/>
                </a:lnTo>
                <a:lnTo>
                  <a:pt x="574" y="684"/>
                </a:lnTo>
                <a:lnTo>
                  <a:pt x="573" y="684"/>
                </a:lnTo>
                <a:lnTo>
                  <a:pt x="572" y="683"/>
                </a:lnTo>
                <a:lnTo>
                  <a:pt x="572" y="682"/>
                </a:lnTo>
                <a:lnTo>
                  <a:pt x="571" y="680"/>
                </a:lnTo>
                <a:lnTo>
                  <a:pt x="571" y="679"/>
                </a:lnTo>
                <a:lnTo>
                  <a:pt x="570" y="678"/>
                </a:lnTo>
                <a:lnTo>
                  <a:pt x="569" y="677"/>
                </a:lnTo>
                <a:lnTo>
                  <a:pt x="569" y="676"/>
                </a:lnTo>
                <a:lnTo>
                  <a:pt x="570" y="676"/>
                </a:lnTo>
                <a:lnTo>
                  <a:pt x="569" y="675"/>
                </a:lnTo>
                <a:lnTo>
                  <a:pt x="569" y="674"/>
                </a:lnTo>
                <a:lnTo>
                  <a:pt x="569" y="673"/>
                </a:lnTo>
                <a:lnTo>
                  <a:pt x="568" y="673"/>
                </a:lnTo>
                <a:lnTo>
                  <a:pt x="568" y="672"/>
                </a:lnTo>
                <a:lnTo>
                  <a:pt x="568" y="671"/>
                </a:lnTo>
                <a:lnTo>
                  <a:pt x="568" y="670"/>
                </a:lnTo>
                <a:lnTo>
                  <a:pt x="567" y="669"/>
                </a:lnTo>
                <a:lnTo>
                  <a:pt x="567" y="667"/>
                </a:lnTo>
                <a:lnTo>
                  <a:pt x="567" y="666"/>
                </a:lnTo>
                <a:lnTo>
                  <a:pt x="566" y="664"/>
                </a:lnTo>
                <a:lnTo>
                  <a:pt x="566" y="663"/>
                </a:lnTo>
                <a:lnTo>
                  <a:pt x="566" y="662"/>
                </a:lnTo>
                <a:lnTo>
                  <a:pt x="566" y="661"/>
                </a:lnTo>
                <a:lnTo>
                  <a:pt x="567" y="660"/>
                </a:lnTo>
                <a:lnTo>
                  <a:pt x="567" y="659"/>
                </a:lnTo>
                <a:lnTo>
                  <a:pt x="567" y="658"/>
                </a:lnTo>
                <a:lnTo>
                  <a:pt x="567" y="657"/>
                </a:lnTo>
                <a:lnTo>
                  <a:pt x="566" y="657"/>
                </a:lnTo>
                <a:lnTo>
                  <a:pt x="566" y="656"/>
                </a:lnTo>
                <a:lnTo>
                  <a:pt x="567" y="656"/>
                </a:lnTo>
                <a:lnTo>
                  <a:pt x="567" y="655"/>
                </a:lnTo>
                <a:lnTo>
                  <a:pt x="566" y="654"/>
                </a:lnTo>
                <a:lnTo>
                  <a:pt x="566" y="653"/>
                </a:lnTo>
                <a:lnTo>
                  <a:pt x="566" y="652"/>
                </a:lnTo>
                <a:lnTo>
                  <a:pt x="566" y="651"/>
                </a:lnTo>
                <a:lnTo>
                  <a:pt x="566" y="650"/>
                </a:lnTo>
                <a:lnTo>
                  <a:pt x="566" y="649"/>
                </a:lnTo>
                <a:lnTo>
                  <a:pt x="566" y="648"/>
                </a:lnTo>
                <a:lnTo>
                  <a:pt x="565" y="647"/>
                </a:lnTo>
                <a:lnTo>
                  <a:pt x="565" y="646"/>
                </a:lnTo>
                <a:lnTo>
                  <a:pt x="565" y="645"/>
                </a:lnTo>
                <a:lnTo>
                  <a:pt x="565" y="644"/>
                </a:lnTo>
                <a:lnTo>
                  <a:pt x="563" y="644"/>
                </a:lnTo>
                <a:lnTo>
                  <a:pt x="563" y="643"/>
                </a:lnTo>
                <a:lnTo>
                  <a:pt x="563" y="642"/>
                </a:lnTo>
                <a:lnTo>
                  <a:pt x="563" y="641"/>
                </a:lnTo>
                <a:lnTo>
                  <a:pt x="562" y="640"/>
                </a:lnTo>
                <a:lnTo>
                  <a:pt x="562" y="639"/>
                </a:lnTo>
                <a:lnTo>
                  <a:pt x="559" y="637"/>
                </a:lnTo>
                <a:lnTo>
                  <a:pt x="559" y="636"/>
                </a:lnTo>
                <a:lnTo>
                  <a:pt x="559" y="635"/>
                </a:lnTo>
                <a:lnTo>
                  <a:pt x="560" y="635"/>
                </a:lnTo>
                <a:lnTo>
                  <a:pt x="561" y="635"/>
                </a:lnTo>
                <a:lnTo>
                  <a:pt x="561" y="633"/>
                </a:lnTo>
                <a:lnTo>
                  <a:pt x="560" y="632"/>
                </a:lnTo>
                <a:lnTo>
                  <a:pt x="560" y="631"/>
                </a:lnTo>
                <a:lnTo>
                  <a:pt x="561" y="631"/>
                </a:lnTo>
                <a:lnTo>
                  <a:pt x="562" y="629"/>
                </a:lnTo>
                <a:lnTo>
                  <a:pt x="563" y="628"/>
                </a:lnTo>
                <a:lnTo>
                  <a:pt x="564" y="626"/>
                </a:lnTo>
                <a:lnTo>
                  <a:pt x="564" y="625"/>
                </a:lnTo>
                <a:lnTo>
                  <a:pt x="563" y="624"/>
                </a:lnTo>
                <a:lnTo>
                  <a:pt x="563" y="623"/>
                </a:lnTo>
                <a:lnTo>
                  <a:pt x="562" y="622"/>
                </a:lnTo>
                <a:lnTo>
                  <a:pt x="562" y="621"/>
                </a:lnTo>
                <a:lnTo>
                  <a:pt x="562" y="620"/>
                </a:lnTo>
                <a:lnTo>
                  <a:pt x="562" y="619"/>
                </a:lnTo>
                <a:lnTo>
                  <a:pt x="562" y="618"/>
                </a:lnTo>
                <a:lnTo>
                  <a:pt x="563" y="617"/>
                </a:lnTo>
                <a:lnTo>
                  <a:pt x="563" y="616"/>
                </a:lnTo>
                <a:lnTo>
                  <a:pt x="562" y="615"/>
                </a:lnTo>
                <a:lnTo>
                  <a:pt x="562" y="614"/>
                </a:lnTo>
                <a:lnTo>
                  <a:pt x="561" y="614"/>
                </a:lnTo>
                <a:lnTo>
                  <a:pt x="560" y="614"/>
                </a:lnTo>
                <a:lnTo>
                  <a:pt x="560" y="615"/>
                </a:lnTo>
                <a:lnTo>
                  <a:pt x="560" y="616"/>
                </a:lnTo>
                <a:lnTo>
                  <a:pt x="559" y="616"/>
                </a:lnTo>
                <a:lnTo>
                  <a:pt x="559" y="617"/>
                </a:lnTo>
                <a:lnTo>
                  <a:pt x="558" y="617"/>
                </a:lnTo>
                <a:lnTo>
                  <a:pt x="558" y="618"/>
                </a:lnTo>
                <a:lnTo>
                  <a:pt x="557" y="618"/>
                </a:lnTo>
                <a:lnTo>
                  <a:pt x="556" y="617"/>
                </a:lnTo>
                <a:lnTo>
                  <a:pt x="555" y="617"/>
                </a:lnTo>
                <a:lnTo>
                  <a:pt x="554" y="617"/>
                </a:lnTo>
                <a:lnTo>
                  <a:pt x="553" y="618"/>
                </a:lnTo>
                <a:lnTo>
                  <a:pt x="553" y="617"/>
                </a:lnTo>
                <a:lnTo>
                  <a:pt x="552" y="617"/>
                </a:lnTo>
                <a:lnTo>
                  <a:pt x="552" y="618"/>
                </a:lnTo>
                <a:lnTo>
                  <a:pt x="552" y="619"/>
                </a:lnTo>
                <a:lnTo>
                  <a:pt x="551" y="619"/>
                </a:lnTo>
                <a:lnTo>
                  <a:pt x="551" y="620"/>
                </a:lnTo>
                <a:lnTo>
                  <a:pt x="550" y="620"/>
                </a:lnTo>
                <a:lnTo>
                  <a:pt x="550" y="619"/>
                </a:lnTo>
                <a:lnTo>
                  <a:pt x="549" y="619"/>
                </a:lnTo>
                <a:lnTo>
                  <a:pt x="548" y="619"/>
                </a:lnTo>
                <a:lnTo>
                  <a:pt x="548" y="620"/>
                </a:lnTo>
                <a:lnTo>
                  <a:pt x="547" y="620"/>
                </a:lnTo>
                <a:lnTo>
                  <a:pt x="547" y="621"/>
                </a:lnTo>
                <a:lnTo>
                  <a:pt x="547" y="622"/>
                </a:lnTo>
                <a:lnTo>
                  <a:pt x="548" y="622"/>
                </a:lnTo>
                <a:lnTo>
                  <a:pt x="548" y="623"/>
                </a:lnTo>
                <a:lnTo>
                  <a:pt x="547" y="623"/>
                </a:lnTo>
                <a:lnTo>
                  <a:pt x="547" y="624"/>
                </a:lnTo>
                <a:lnTo>
                  <a:pt x="546" y="625"/>
                </a:lnTo>
                <a:lnTo>
                  <a:pt x="546" y="626"/>
                </a:lnTo>
                <a:lnTo>
                  <a:pt x="545" y="627"/>
                </a:lnTo>
                <a:lnTo>
                  <a:pt x="544" y="627"/>
                </a:lnTo>
                <a:lnTo>
                  <a:pt x="544" y="628"/>
                </a:lnTo>
                <a:lnTo>
                  <a:pt x="544" y="629"/>
                </a:lnTo>
                <a:lnTo>
                  <a:pt x="544" y="630"/>
                </a:lnTo>
                <a:lnTo>
                  <a:pt x="544" y="631"/>
                </a:lnTo>
                <a:lnTo>
                  <a:pt x="543" y="631"/>
                </a:lnTo>
                <a:lnTo>
                  <a:pt x="543" y="632"/>
                </a:lnTo>
                <a:lnTo>
                  <a:pt x="542" y="632"/>
                </a:lnTo>
                <a:lnTo>
                  <a:pt x="541" y="632"/>
                </a:lnTo>
                <a:lnTo>
                  <a:pt x="540" y="632"/>
                </a:lnTo>
                <a:lnTo>
                  <a:pt x="539" y="632"/>
                </a:lnTo>
                <a:lnTo>
                  <a:pt x="538" y="633"/>
                </a:lnTo>
                <a:lnTo>
                  <a:pt x="536" y="635"/>
                </a:lnTo>
                <a:lnTo>
                  <a:pt x="536" y="636"/>
                </a:lnTo>
                <a:lnTo>
                  <a:pt x="535" y="637"/>
                </a:lnTo>
                <a:lnTo>
                  <a:pt x="535" y="639"/>
                </a:lnTo>
                <a:lnTo>
                  <a:pt x="535" y="641"/>
                </a:lnTo>
                <a:lnTo>
                  <a:pt x="535" y="642"/>
                </a:lnTo>
                <a:lnTo>
                  <a:pt x="535" y="643"/>
                </a:lnTo>
                <a:lnTo>
                  <a:pt x="535" y="644"/>
                </a:lnTo>
                <a:lnTo>
                  <a:pt x="536" y="646"/>
                </a:lnTo>
                <a:lnTo>
                  <a:pt x="536" y="647"/>
                </a:lnTo>
                <a:lnTo>
                  <a:pt x="536" y="648"/>
                </a:lnTo>
                <a:lnTo>
                  <a:pt x="535" y="649"/>
                </a:lnTo>
                <a:lnTo>
                  <a:pt x="536" y="649"/>
                </a:lnTo>
                <a:lnTo>
                  <a:pt x="535" y="650"/>
                </a:lnTo>
                <a:lnTo>
                  <a:pt x="534" y="651"/>
                </a:lnTo>
                <a:lnTo>
                  <a:pt x="535" y="651"/>
                </a:lnTo>
                <a:lnTo>
                  <a:pt x="535" y="652"/>
                </a:lnTo>
                <a:lnTo>
                  <a:pt x="535" y="653"/>
                </a:lnTo>
                <a:lnTo>
                  <a:pt x="534" y="653"/>
                </a:lnTo>
                <a:lnTo>
                  <a:pt x="533" y="653"/>
                </a:lnTo>
                <a:lnTo>
                  <a:pt x="532" y="653"/>
                </a:lnTo>
                <a:lnTo>
                  <a:pt x="531" y="654"/>
                </a:lnTo>
                <a:lnTo>
                  <a:pt x="531" y="655"/>
                </a:lnTo>
                <a:lnTo>
                  <a:pt x="531" y="656"/>
                </a:lnTo>
                <a:lnTo>
                  <a:pt x="531" y="657"/>
                </a:lnTo>
                <a:lnTo>
                  <a:pt x="532" y="657"/>
                </a:lnTo>
                <a:lnTo>
                  <a:pt x="532" y="659"/>
                </a:lnTo>
                <a:lnTo>
                  <a:pt x="531" y="659"/>
                </a:lnTo>
                <a:lnTo>
                  <a:pt x="530" y="659"/>
                </a:lnTo>
                <a:lnTo>
                  <a:pt x="530" y="660"/>
                </a:lnTo>
                <a:lnTo>
                  <a:pt x="531" y="660"/>
                </a:lnTo>
                <a:lnTo>
                  <a:pt x="531" y="661"/>
                </a:lnTo>
                <a:lnTo>
                  <a:pt x="530" y="661"/>
                </a:lnTo>
                <a:lnTo>
                  <a:pt x="529" y="661"/>
                </a:lnTo>
                <a:lnTo>
                  <a:pt x="529" y="662"/>
                </a:lnTo>
                <a:lnTo>
                  <a:pt x="528" y="663"/>
                </a:lnTo>
                <a:lnTo>
                  <a:pt x="528" y="664"/>
                </a:lnTo>
                <a:lnTo>
                  <a:pt x="529" y="664"/>
                </a:lnTo>
                <a:lnTo>
                  <a:pt x="529" y="665"/>
                </a:lnTo>
                <a:lnTo>
                  <a:pt x="528" y="666"/>
                </a:lnTo>
                <a:lnTo>
                  <a:pt x="528" y="667"/>
                </a:lnTo>
                <a:lnTo>
                  <a:pt x="527" y="667"/>
                </a:lnTo>
                <a:lnTo>
                  <a:pt x="527" y="668"/>
                </a:lnTo>
                <a:lnTo>
                  <a:pt x="527" y="669"/>
                </a:lnTo>
                <a:lnTo>
                  <a:pt x="526" y="670"/>
                </a:lnTo>
                <a:lnTo>
                  <a:pt x="525" y="670"/>
                </a:lnTo>
                <a:lnTo>
                  <a:pt x="525" y="672"/>
                </a:lnTo>
                <a:lnTo>
                  <a:pt x="524" y="672"/>
                </a:lnTo>
                <a:lnTo>
                  <a:pt x="523" y="673"/>
                </a:lnTo>
                <a:lnTo>
                  <a:pt x="522" y="674"/>
                </a:lnTo>
                <a:lnTo>
                  <a:pt x="521" y="674"/>
                </a:lnTo>
                <a:lnTo>
                  <a:pt x="521" y="675"/>
                </a:lnTo>
                <a:lnTo>
                  <a:pt x="522" y="675"/>
                </a:lnTo>
                <a:lnTo>
                  <a:pt x="522" y="678"/>
                </a:lnTo>
                <a:lnTo>
                  <a:pt x="521" y="678"/>
                </a:lnTo>
                <a:lnTo>
                  <a:pt x="519" y="678"/>
                </a:lnTo>
                <a:lnTo>
                  <a:pt x="518" y="678"/>
                </a:lnTo>
                <a:lnTo>
                  <a:pt x="517" y="678"/>
                </a:lnTo>
                <a:lnTo>
                  <a:pt x="516" y="680"/>
                </a:lnTo>
                <a:lnTo>
                  <a:pt x="516" y="681"/>
                </a:lnTo>
                <a:lnTo>
                  <a:pt x="515" y="680"/>
                </a:lnTo>
                <a:lnTo>
                  <a:pt x="514" y="681"/>
                </a:lnTo>
                <a:lnTo>
                  <a:pt x="513" y="682"/>
                </a:lnTo>
                <a:lnTo>
                  <a:pt x="513" y="683"/>
                </a:lnTo>
                <a:lnTo>
                  <a:pt x="512" y="683"/>
                </a:lnTo>
                <a:lnTo>
                  <a:pt x="512" y="684"/>
                </a:lnTo>
                <a:lnTo>
                  <a:pt x="512" y="685"/>
                </a:lnTo>
                <a:lnTo>
                  <a:pt x="512" y="686"/>
                </a:lnTo>
                <a:lnTo>
                  <a:pt x="513" y="687"/>
                </a:lnTo>
                <a:lnTo>
                  <a:pt x="513" y="688"/>
                </a:lnTo>
                <a:lnTo>
                  <a:pt x="513" y="689"/>
                </a:lnTo>
                <a:lnTo>
                  <a:pt x="512" y="689"/>
                </a:lnTo>
                <a:lnTo>
                  <a:pt x="511" y="689"/>
                </a:lnTo>
                <a:lnTo>
                  <a:pt x="510" y="689"/>
                </a:lnTo>
                <a:lnTo>
                  <a:pt x="510" y="688"/>
                </a:lnTo>
                <a:lnTo>
                  <a:pt x="510" y="687"/>
                </a:lnTo>
                <a:lnTo>
                  <a:pt x="510" y="686"/>
                </a:lnTo>
                <a:lnTo>
                  <a:pt x="510" y="685"/>
                </a:lnTo>
                <a:lnTo>
                  <a:pt x="510" y="684"/>
                </a:lnTo>
                <a:lnTo>
                  <a:pt x="509" y="683"/>
                </a:lnTo>
                <a:lnTo>
                  <a:pt x="509" y="682"/>
                </a:lnTo>
                <a:lnTo>
                  <a:pt x="508" y="681"/>
                </a:lnTo>
                <a:lnTo>
                  <a:pt x="507" y="681"/>
                </a:lnTo>
                <a:lnTo>
                  <a:pt x="507" y="680"/>
                </a:lnTo>
                <a:lnTo>
                  <a:pt x="507" y="679"/>
                </a:lnTo>
                <a:lnTo>
                  <a:pt x="506" y="679"/>
                </a:lnTo>
                <a:lnTo>
                  <a:pt x="506" y="678"/>
                </a:lnTo>
                <a:lnTo>
                  <a:pt x="506" y="679"/>
                </a:lnTo>
                <a:lnTo>
                  <a:pt x="505" y="679"/>
                </a:lnTo>
                <a:lnTo>
                  <a:pt x="505" y="680"/>
                </a:lnTo>
                <a:lnTo>
                  <a:pt x="504" y="680"/>
                </a:lnTo>
                <a:lnTo>
                  <a:pt x="504" y="679"/>
                </a:lnTo>
                <a:lnTo>
                  <a:pt x="503" y="679"/>
                </a:lnTo>
                <a:lnTo>
                  <a:pt x="502" y="679"/>
                </a:lnTo>
                <a:lnTo>
                  <a:pt x="501" y="680"/>
                </a:lnTo>
                <a:lnTo>
                  <a:pt x="501" y="679"/>
                </a:lnTo>
                <a:lnTo>
                  <a:pt x="500" y="679"/>
                </a:lnTo>
                <a:lnTo>
                  <a:pt x="499" y="680"/>
                </a:lnTo>
                <a:lnTo>
                  <a:pt x="498" y="680"/>
                </a:lnTo>
                <a:lnTo>
                  <a:pt x="497" y="680"/>
                </a:lnTo>
                <a:lnTo>
                  <a:pt x="496" y="680"/>
                </a:lnTo>
                <a:lnTo>
                  <a:pt x="496" y="679"/>
                </a:lnTo>
                <a:lnTo>
                  <a:pt x="495" y="678"/>
                </a:lnTo>
                <a:lnTo>
                  <a:pt x="495" y="676"/>
                </a:lnTo>
                <a:lnTo>
                  <a:pt x="496" y="675"/>
                </a:lnTo>
                <a:lnTo>
                  <a:pt x="496" y="674"/>
                </a:lnTo>
                <a:lnTo>
                  <a:pt x="497" y="674"/>
                </a:lnTo>
                <a:lnTo>
                  <a:pt x="497" y="673"/>
                </a:lnTo>
                <a:lnTo>
                  <a:pt x="497" y="674"/>
                </a:lnTo>
                <a:lnTo>
                  <a:pt x="498" y="674"/>
                </a:lnTo>
                <a:lnTo>
                  <a:pt x="499" y="672"/>
                </a:lnTo>
                <a:lnTo>
                  <a:pt x="499" y="671"/>
                </a:lnTo>
                <a:lnTo>
                  <a:pt x="501" y="671"/>
                </a:lnTo>
                <a:lnTo>
                  <a:pt x="501" y="670"/>
                </a:lnTo>
                <a:lnTo>
                  <a:pt x="502" y="669"/>
                </a:lnTo>
                <a:lnTo>
                  <a:pt x="503" y="669"/>
                </a:lnTo>
                <a:lnTo>
                  <a:pt x="503" y="668"/>
                </a:lnTo>
                <a:lnTo>
                  <a:pt x="503" y="667"/>
                </a:lnTo>
                <a:lnTo>
                  <a:pt x="504" y="666"/>
                </a:lnTo>
                <a:lnTo>
                  <a:pt x="504" y="665"/>
                </a:lnTo>
                <a:lnTo>
                  <a:pt x="504" y="664"/>
                </a:lnTo>
                <a:lnTo>
                  <a:pt x="504" y="663"/>
                </a:lnTo>
                <a:lnTo>
                  <a:pt x="504" y="662"/>
                </a:lnTo>
                <a:lnTo>
                  <a:pt x="503" y="662"/>
                </a:lnTo>
                <a:lnTo>
                  <a:pt x="502" y="661"/>
                </a:lnTo>
                <a:lnTo>
                  <a:pt x="501" y="661"/>
                </a:lnTo>
                <a:lnTo>
                  <a:pt x="501" y="660"/>
                </a:lnTo>
                <a:lnTo>
                  <a:pt x="500" y="660"/>
                </a:lnTo>
                <a:lnTo>
                  <a:pt x="499" y="660"/>
                </a:lnTo>
                <a:lnTo>
                  <a:pt x="498" y="660"/>
                </a:lnTo>
                <a:lnTo>
                  <a:pt x="497" y="661"/>
                </a:lnTo>
                <a:lnTo>
                  <a:pt x="495" y="662"/>
                </a:lnTo>
                <a:lnTo>
                  <a:pt x="493" y="662"/>
                </a:lnTo>
                <a:lnTo>
                  <a:pt x="492" y="662"/>
                </a:lnTo>
                <a:lnTo>
                  <a:pt x="492" y="661"/>
                </a:lnTo>
                <a:lnTo>
                  <a:pt x="490" y="661"/>
                </a:lnTo>
                <a:lnTo>
                  <a:pt x="489" y="660"/>
                </a:lnTo>
                <a:lnTo>
                  <a:pt x="489" y="659"/>
                </a:lnTo>
                <a:lnTo>
                  <a:pt x="488" y="659"/>
                </a:lnTo>
                <a:lnTo>
                  <a:pt x="487" y="658"/>
                </a:lnTo>
                <a:lnTo>
                  <a:pt x="486" y="658"/>
                </a:lnTo>
                <a:lnTo>
                  <a:pt x="487" y="657"/>
                </a:lnTo>
                <a:lnTo>
                  <a:pt x="487" y="656"/>
                </a:lnTo>
                <a:lnTo>
                  <a:pt x="488" y="655"/>
                </a:lnTo>
                <a:lnTo>
                  <a:pt x="488" y="654"/>
                </a:lnTo>
                <a:lnTo>
                  <a:pt x="489" y="654"/>
                </a:lnTo>
                <a:lnTo>
                  <a:pt x="489" y="653"/>
                </a:lnTo>
                <a:lnTo>
                  <a:pt x="490" y="652"/>
                </a:lnTo>
                <a:lnTo>
                  <a:pt x="490" y="651"/>
                </a:lnTo>
                <a:lnTo>
                  <a:pt x="491" y="649"/>
                </a:lnTo>
                <a:lnTo>
                  <a:pt x="492" y="647"/>
                </a:lnTo>
                <a:lnTo>
                  <a:pt x="493" y="647"/>
                </a:lnTo>
                <a:lnTo>
                  <a:pt x="494" y="645"/>
                </a:lnTo>
                <a:lnTo>
                  <a:pt x="496" y="641"/>
                </a:lnTo>
                <a:lnTo>
                  <a:pt x="496" y="640"/>
                </a:lnTo>
                <a:lnTo>
                  <a:pt x="497" y="639"/>
                </a:lnTo>
                <a:lnTo>
                  <a:pt x="496" y="639"/>
                </a:lnTo>
                <a:lnTo>
                  <a:pt x="496" y="638"/>
                </a:lnTo>
                <a:lnTo>
                  <a:pt x="495" y="638"/>
                </a:lnTo>
                <a:lnTo>
                  <a:pt x="494" y="637"/>
                </a:lnTo>
                <a:lnTo>
                  <a:pt x="492" y="637"/>
                </a:lnTo>
                <a:lnTo>
                  <a:pt x="491" y="636"/>
                </a:lnTo>
                <a:lnTo>
                  <a:pt x="490" y="635"/>
                </a:lnTo>
                <a:lnTo>
                  <a:pt x="490" y="634"/>
                </a:lnTo>
                <a:lnTo>
                  <a:pt x="489" y="634"/>
                </a:lnTo>
                <a:lnTo>
                  <a:pt x="488" y="633"/>
                </a:lnTo>
                <a:lnTo>
                  <a:pt x="487" y="633"/>
                </a:lnTo>
                <a:lnTo>
                  <a:pt x="486" y="632"/>
                </a:lnTo>
                <a:lnTo>
                  <a:pt x="485" y="631"/>
                </a:lnTo>
                <a:lnTo>
                  <a:pt x="484" y="631"/>
                </a:lnTo>
                <a:lnTo>
                  <a:pt x="484" y="632"/>
                </a:lnTo>
                <a:lnTo>
                  <a:pt x="483" y="631"/>
                </a:lnTo>
                <a:lnTo>
                  <a:pt x="482" y="631"/>
                </a:lnTo>
                <a:lnTo>
                  <a:pt x="481" y="630"/>
                </a:lnTo>
                <a:lnTo>
                  <a:pt x="481" y="629"/>
                </a:lnTo>
                <a:lnTo>
                  <a:pt x="480" y="628"/>
                </a:lnTo>
                <a:lnTo>
                  <a:pt x="479" y="628"/>
                </a:lnTo>
                <a:lnTo>
                  <a:pt x="477" y="627"/>
                </a:lnTo>
                <a:lnTo>
                  <a:pt x="477" y="626"/>
                </a:lnTo>
                <a:lnTo>
                  <a:pt x="476" y="626"/>
                </a:lnTo>
                <a:lnTo>
                  <a:pt x="475" y="626"/>
                </a:lnTo>
                <a:lnTo>
                  <a:pt x="474" y="625"/>
                </a:lnTo>
                <a:lnTo>
                  <a:pt x="473" y="625"/>
                </a:lnTo>
                <a:lnTo>
                  <a:pt x="472" y="625"/>
                </a:lnTo>
                <a:lnTo>
                  <a:pt x="472" y="624"/>
                </a:lnTo>
                <a:lnTo>
                  <a:pt x="471" y="623"/>
                </a:lnTo>
                <a:lnTo>
                  <a:pt x="470" y="623"/>
                </a:lnTo>
                <a:lnTo>
                  <a:pt x="470" y="622"/>
                </a:lnTo>
                <a:lnTo>
                  <a:pt x="471" y="622"/>
                </a:lnTo>
                <a:lnTo>
                  <a:pt x="471" y="621"/>
                </a:lnTo>
                <a:lnTo>
                  <a:pt x="471" y="620"/>
                </a:lnTo>
                <a:lnTo>
                  <a:pt x="471" y="619"/>
                </a:lnTo>
                <a:lnTo>
                  <a:pt x="471" y="617"/>
                </a:lnTo>
                <a:lnTo>
                  <a:pt x="471" y="616"/>
                </a:lnTo>
                <a:lnTo>
                  <a:pt x="470" y="615"/>
                </a:lnTo>
                <a:lnTo>
                  <a:pt x="470" y="614"/>
                </a:lnTo>
                <a:lnTo>
                  <a:pt x="470" y="613"/>
                </a:lnTo>
                <a:lnTo>
                  <a:pt x="470" y="612"/>
                </a:lnTo>
                <a:lnTo>
                  <a:pt x="469" y="612"/>
                </a:lnTo>
                <a:lnTo>
                  <a:pt x="468" y="612"/>
                </a:lnTo>
                <a:lnTo>
                  <a:pt x="467" y="612"/>
                </a:lnTo>
                <a:lnTo>
                  <a:pt x="465" y="612"/>
                </a:lnTo>
                <a:lnTo>
                  <a:pt x="462" y="613"/>
                </a:lnTo>
                <a:lnTo>
                  <a:pt x="460" y="611"/>
                </a:lnTo>
                <a:lnTo>
                  <a:pt x="459" y="611"/>
                </a:lnTo>
                <a:lnTo>
                  <a:pt x="459" y="610"/>
                </a:lnTo>
                <a:lnTo>
                  <a:pt x="460" y="610"/>
                </a:lnTo>
                <a:lnTo>
                  <a:pt x="459" y="609"/>
                </a:lnTo>
                <a:lnTo>
                  <a:pt x="458" y="610"/>
                </a:lnTo>
                <a:lnTo>
                  <a:pt x="457" y="611"/>
                </a:lnTo>
                <a:lnTo>
                  <a:pt x="455" y="612"/>
                </a:lnTo>
                <a:lnTo>
                  <a:pt x="454" y="613"/>
                </a:lnTo>
                <a:lnTo>
                  <a:pt x="453" y="612"/>
                </a:lnTo>
                <a:lnTo>
                  <a:pt x="452" y="612"/>
                </a:lnTo>
                <a:lnTo>
                  <a:pt x="451" y="612"/>
                </a:lnTo>
                <a:lnTo>
                  <a:pt x="450" y="612"/>
                </a:lnTo>
                <a:lnTo>
                  <a:pt x="449" y="611"/>
                </a:lnTo>
                <a:lnTo>
                  <a:pt x="448" y="611"/>
                </a:lnTo>
                <a:lnTo>
                  <a:pt x="447" y="611"/>
                </a:lnTo>
                <a:lnTo>
                  <a:pt x="447" y="612"/>
                </a:lnTo>
                <a:lnTo>
                  <a:pt x="446" y="612"/>
                </a:lnTo>
                <a:lnTo>
                  <a:pt x="446" y="613"/>
                </a:lnTo>
                <a:lnTo>
                  <a:pt x="445" y="613"/>
                </a:lnTo>
                <a:lnTo>
                  <a:pt x="444" y="613"/>
                </a:lnTo>
                <a:lnTo>
                  <a:pt x="444" y="612"/>
                </a:lnTo>
                <a:lnTo>
                  <a:pt x="444" y="611"/>
                </a:lnTo>
                <a:lnTo>
                  <a:pt x="444" y="610"/>
                </a:lnTo>
                <a:lnTo>
                  <a:pt x="443" y="609"/>
                </a:lnTo>
                <a:lnTo>
                  <a:pt x="444" y="608"/>
                </a:lnTo>
                <a:lnTo>
                  <a:pt x="444" y="607"/>
                </a:lnTo>
                <a:lnTo>
                  <a:pt x="443" y="607"/>
                </a:lnTo>
                <a:lnTo>
                  <a:pt x="442" y="607"/>
                </a:lnTo>
                <a:lnTo>
                  <a:pt x="442" y="606"/>
                </a:lnTo>
                <a:lnTo>
                  <a:pt x="442" y="607"/>
                </a:lnTo>
                <a:lnTo>
                  <a:pt x="441" y="607"/>
                </a:lnTo>
                <a:lnTo>
                  <a:pt x="441" y="606"/>
                </a:lnTo>
                <a:lnTo>
                  <a:pt x="441" y="605"/>
                </a:lnTo>
                <a:lnTo>
                  <a:pt x="441" y="604"/>
                </a:lnTo>
                <a:lnTo>
                  <a:pt x="440" y="604"/>
                </a:lnTo>
                <a:lnTo>
                  <a:pt x="440" y="605"/>
                </a:lnTo>
                <a:lnTo>
                  <a:pt x="438" y="605"/>
                </a:lnTo>
                <a:lnTo>
                  <a:pt x="437" y="605"/>
                </a:lnTo>
                <a:lnTo>
                  <a:pt x="436" y="605"/>
                </a:lnTo>
                <a:lnTo>
                  <a:pt x="435" y="606"/>
                </a:lnTo>
                <a:lnTo>
                  <a:pt x="434" y="606"/>
                </a:lnTo>
                <a:lnTo>
                  <a:pt x="434" y="607"/>
                </a:lnTo>
                <a:lnTo>
                  <a:pt x="433" y="607"/>
                </a:lnTo>
                <a:lnTo>
                  <a:pt x="432" y="608"/>
                </a:lnTo>
                <a:lnTo>
                  <a:pt x="432" y="609"/>
                </a:lnTo>
                <a:lnTo>
                  <a:pt x="431" y="609"/>
                </a:lnTo>
                <a:lnTo>
                  <a:pt x="430" y="608"/>
                </a:lnTo>
                <a:lnTo>
                  <a:pt x="429" y="607"/>
                </a:lnTo>
                <a:lnTo>
                  <a:pt x="428" y="607"/>
                </a:lnTo>
                <a:lnTo>
                  <a:pt x="428" y="606"/>
                </a:lnTo>
                <a:lnTo>
                  <a:pt x="427" y="606"/>
                </a:lnTo>
                <a:lnTo>
                  <a:pt x="426" y="605"/>
                </a:lnTo>
                <a:lnTo>
                  <a:pt x="425" y="605"/>
                </a:lnTo>
                <a:lnTo>
                  <a:pt x="425" y="604"/>
                </a:lnTo>
                <a:lnTo>
                  <a:pt x="424" y="604"/>
                </a:lnTo>
                <a:lnTo>
                  <a:pt x="423" y="602"/>
                </a:lnTo>
                <a:lnTo>
                  <a:pt x="422" y="602"/>
                </a:lnTo>
                <a:lnTo>
                  <a:pt x="422" y="601"/>
                </a:lnTo>
                <a:lnTo>
                  <a:pt x="421" y="601"/>
                </a:lnTo>
                <a:lnTo>
                  <a:pt x="421" y="600"/>
                </a:lnTo>
                <a:lnTo>
                  <a:pt x="419" y="599"/>
                </a:lnTo>
                <a:lnTo>
                  <a:pt x="419" y="598"/>
                </a:lnTo>
                <a:lnTo>
                  <a:pt x="417" y="597"/>
                </a:lnTo>
                <a:lnTo>
                  <a:pt x="416" y="597"/>
                </a:lnTo>
                <a:lnTo>
                  <a:pt x="415" y="597"/>
                </a:lnTo>
                <a:lnTo>
                  <a:pt x="414" y="597"/>
                </a:lnTo>
                <a:lnTo>
                  <a:pt x="414" y="596"/>
                </a:lnTo>
                <a:lnTo>
                  <a:pt x="413" y="596"/>
                </a:lnTo>
                <a:lnTo>
                  <a:pt x="412" y="596"/>
                </a:lnTo>
                <a:lnTo>
                  <a:pt x="411" y="596"/>
                </a:lnTo>
                <a:lnTo>
                  <a:pt x="409" y="596"/>
                </a:lnTo>
                <a:lnTo>
                  <a:pt x="409" y="593"/>
                </a:lnTo>
                <a:lnTo>
                  <a:pt x="409" y="592"/>
                </a:lnTo>
                <a:lnTo>
                  <a:pt x="408" y="592"/>
                </a:lnTo>
                <a:lnTo>
                  <a:pt x="407" y="591"/>
                </a:lnTo>
                <a:lnTo>
                  <a:pt x="406" y="591"/>
                </a:lnTo>
                <a:lnTo>
                  <a:pt x="403" y="590"/>
                </a:lnTo>
                <a:lnTo>
                  <a:pt x="402" y="589"/>
                </a:lnTo>
                <a:lnTo>
                  <a:pt x="401" y="589"/>
                </a:lnTo>
                <a:lnTo>
                  <a:pt x="401" y="588"/>
                </a:lnTo>
                <a:lnTo>
                  <a:pt x="400" y="587"/>
                </a:lnTo>
                <a:lnTo>
                  <a:pt x="400" y="586"/>
                </a:lnTo>
                <a:lnTo>
                  <a:pt x="400" y="585"/>
                </a:lnTo>
                <a:lnTo>
                  <a:pt x="400" y="584"/>
                </a:lnTo>
                <a:lnTo>
                  <a:pt x="400" y="583"/>
                </a:lnTo>
                <a:lnTo>
                  <a:pt x="400" y="582"/>
                </a:lnTo>
                <a:lnTo>
                  <a:pt x="400" y="581"/>
                </a:lnTo>
                <a:lnTo>
                  <a:pt x="401" y="580"/>
                </a:lnTo>
                <a:lnTo>
                  <a:pt x="401" y="579"/>
                </a:lnTo>
                <a:lnTo>
                  <a:pt x="401" y="578"/>
                </a:lnTo>
                <a:lnTo>
                  <a:pt x="400" y="578"/>
                </a:lnTo>
                <a:lnTo>
                  <a:pt x="399" y="578"/>
                </a:lnTo>
                <a:lnTo>
                  <a:pt x="399" y="577"/>
                </a:lnTo>
                <a:lnTo>
                  <a:pt x="400" y="577"/>
                </a:lnTo>
                <a:lnTo>
                  <a:pt x="399" y="577"/>
                </a:lnTo>
                <a:lnTo>
                  <a:pt x="399" y="576"/>
                </a:lnTo>
                <a:lnTo>
                  <a:pt x="398" y="576"/>
                </a:lnTo>
                <a:lnTo>
                  <a:pt x="397" y="575"/>
                </a:lnTo>
                <a:lnTo>
                  <a:pt x="397" y="576"/>
                </a:lnTo>
                <a:lnTo>
                  <a:pt x="396" y="576"/>
                </a:lnTo>
                <a:lnTo>
                  <a:pt x="396" y="575"/>
                </a:lnTo>
                <a:lnTo>
                  <a:pt x="395" y="575"/>
                </a:lnTo>
                <a:lnTo>
                  <a:pt x="394" y="576"/>
                </a:lnTo>
                <a:lnTo>
                  <a:pt x="393" y="575"/>
                </a:lnTo>
                <a:lnTo>
                  <a:pt x="391" y="574"/>
                </a:lnTo>
                <a:lnTo>
                  <a:pt x="390" y="574"/>
                </a:lnTo>
                <a:lnTo>
                  <a:pt x="389" y="573"/>
                </a:lnTo>
                <a:lnTo>
                  <a:pt x="388" y="573"/>
                </a:lnTo>
                <a:lnTo>
                  <a:pt x="389" y="573"/>
                </a:lnTo>
                <a:lnTo>
                  <a:pt x="389" y="574"/>
                </a:lnTo>
                <a:lnTo>
                  <a:pt x="388" y="575"/>
                </a:lnTo>
                <a:lnTo>
                  <a:pt x="386" y="575"/>
                </a:lnTo>
                <a:lnTo>
                  <a:pt x="385" y="576"/>
                </a:lnTo>
                <a:lnTo>
                  <a:pt x="384" y="576"/>
                </a:lnTo>
                <a:lnTo>
                  <a:pt x="384" y="577"/>
                </a:lnTo>
                <a:lnTo>
                  <a:pt x="383" y="578"/>
                </a:lnTo>
                <a:lnTo>
                  <a:pt x="383" y="579"/>
                </a:lnTo>
                <a:lnTo>
                  <a:pt x="384" y="579"/>
                </a:lnTo>
                <a:lnTo>
                  <a:pt x="384" y="580"/>
                </a:lnTo>
                <a:lnTo>
                  <a:pt x="384" y="581"/>
                </a:lnTo>
                <a:lnTo>
                  <a:pt x="384" y="583"/>
                </a:lnTo>
                <a:lnTo>
                  <a:pt x="384" y="584"/>
                </a:lnTo>
                <a:lnTo>
                  <a:pt x="383" y="584"/>
                </a:lnTo>
                <a:lnTo>
                  <a:pt x="383" y="586"/>
                </a:lnTo>
                <a:lnTo>
                  <a:pt x="383" y="587"/>
                </a:lnTo>
                <a:lnTo>
                  <a:pt x="382" y="588"/>
                </a:lnTo>
                <a:lnTo>
                  <a:pt x="381" y="588"/>
                </a:lnTo>
                <a:lnTo>
                  <a:pt x="379" y="590"/>
                </a:lnTo>
                <a:lnTo>
                  <a:pt x="379" y="593"/>
                </a:lnTo>
                <a:lnTo>
                  <a:pt x="379" y="595"/>
                </a:lnTo>
                <a:lnTo>
                  <a:pt x="379" y="596"/>
                </a:lnTo>
                <a:lnTo>
                  <a:pt x="379" y="597"/>
                </a:lnTo>
                <a:lnTo>
                  <a:pt x="379" y="598"/>
                </a:lnTo>
                <a:lnTo>
                  <a:pt x="380" y="599"/>
                </a:lnTo>
                <a:lnTo>
                  <a:pt x="380" y="600"/>
                </a:lnTo>
                <a:lnTo>
                  <a:pt x="379" y="600"/>
                </a:lnTo>
                <a:lnTo>
                  <a:pt x="375" y="601"/>
                </a:lnTo>
                <a:lnTo>
                  <a:pt x="372" y="602"/>
                </a:lnTo>
                <a:lnTo>
                  <a:pt x="369" y="603"/>
                </a:lnTo>
                <a:lnTo>
                  <a:pt x="368" y="603"/>
                </a:lnTo>
                <a:lnTo>
                  <a:pt x="367" y="603"/>
                </a:lnTo>
                <a:lnTo>
                  <a:pt x="366" y="603"/>
                </a:lnTo>
                <a:lnTo>
                  <a:pt x="364" y="602"/>
                </a:lnTo>
                <a:lnTo>
                  <a:pt x="363" y="602"/>
                </a:lnTo>
                <a:lnTo>
                  <a:pt x="359" y="598"/>
                </a:lnTo>
                <a:lnTo>
                  <a:pt x="358" y="596"/>
                </a:lnTo>
                <a:lnTo>
                  <a:pt x="357" y="596"/>
                </a:lnTo>
                <a:lnTo>
                  <a:pt x="356" y="595"/>
                </a:lnTo>
                <a:lnTo>
                  <a:pt x="355" y="597"/>
                </a:lnTo>
                <a:lnTo>
                  <a:pt x="354" y="598"/>
                </a:lnTo>
                <a:lnTo>
                  <a:pt x="353" y="599"/>
                </a:lnTo>
                <a:lnTo>
                  <a:pt x="353" y="598"/>
                </a:lnTo>
                <a:lnTo>
                  <a:pt x="352" y="597"/>
                </a:lnTo>
                <a:lnTo>
                  <a:pt x="351" y="597"/>
                </a:lnTo>
                <a:lnTo>
                  <a:pt x="349" y="594"/>
                </a:lnTo>
                <a:lnTo>
                  <a:pt x="348" y="594"/>
                </a:lnTo>
                <a:lnTo>
                  <a:pt x="348" y="593"/>
                </a:lnTo>
                <a:lnTo>
                  <a:pt x="347" y="591"/>
                </a:lnTo>
                <a:lnTo>
                  <a:pt x="346" y="590"/>
                </a:lnTo>
                <a:lnTo>
                  <a:pt x="340" y="593"/>
                </a:lnTo>
                <a:lnTo>
                  <a:pt x="340" y="595"/>
                </a:lnTo>
                <a:lnTo>
                  <a:pt x="340" y="596"/>
                </a:lnTo>
                <a:lnTo>
                  <a:pt x="341" y="596"/>
                </a:lnTo>
                <a:lnTo>
                  <a:pt x="341" y="597"/>
                </a:lnTo>
                <a:lnTo>
                  <a:pt x="340" y="597"/>
                </a:lnTo>
                <a:lnTo>
                  <a:pt x="338" y="599"/>
                </a:lnTo>
                <a:lnTo>
                  <a:pt x="336" y="596"/>
                </a:lnTo>
                <a:lnTo>
                  <a:pt x="335" y="595"/>
                </a:lnTo>
                <a:lnTo>
                  <a:pt x="334" y="594"/>
                </a:lnTo>
                <a:lnTo>
                  <a:pt x="333" y="594"/>
                </a:lnTo>
                <a:lnTo>
                  <a:pt x="332" y="592"/>
                </a:lnTo>
                <a:lnTo>
                  <a:pt x="331" y="591"/>
                </a:lnTo>
                <a:lnTo>
                  <a:pt x="331" y="590"/>
                </a:lnTo>
                <a:lnTo>
                  <a:pt x="330" y="589"/>
                </a:lnTo>
                <a:lnTo>
                  <a:pt x="330" y="588"/>
                </a:lnTo>
                <a:lnTo>
                  <a:pt x="329" y="588"/>
                </a:lnTo>
                <a:lnTo>
                  <a:pt x="329" y="587"/>
                </a:lnTo>
                <a:lnTo>
                  <a:pt x="328" y="587"/>
                </a:lnTo>
                <a:lnTo>
                  <a:pt x="327" y="586"/>
                </a:lnTo>
                <a:lnTo>
                  <a:pt x="323" y="587"/>
                </a:lnTo>
                <a:lnTo>
                  <a:pt x="322" y="587"/>
                </a:lnTo>
                <a:lnTo>
                  <a:pt x="320" y="586"/>
                </a:lnTo>
                <a:lnTo>
                  <a:pt x="320" y="583"/>
                </a:lnTo>
                <a:lnTo>
                  <a:pt x="320" y="582"/>
                </a:lnTo>
                <a:lnTo>
                  <a:pt x="321" y="580"/>
                </a:lnTo>
                <a:lnTo>
                  <a:pt x="320" y="580"/>
                </a:lnTo>
                <a:lnTo>
                  <a:pt x="320" y="579"/>
                </a:lnTo>
                <a:lnTo>
                  <a:pt x="319" y="579"/>
                </a:lnTo>
                <a:lnTo>
                  <a:pt x="317" y="578"/>
                </a:lnTo>
                <a:lnTo>
                  <a:pt x="317" y="577"/>
                </a:lnTo>
                <a:lnTo>
                  <a:pt x="316" y="577"/>
                </a:lnTo>
                <a:lnTo>
                  <a:pt x="316" y="574"/>
                </a:lnTo>
                <a:lnTo>
                  <a:pt x="317" y="573"/>
                </a:lnTo>
                <a:lnTo>
                  <a:pt x="318" y="573"/>
                </a:lnTo>
                <a:lnTo>
                  <a:pt x="318" y="572"/>
                </a:lnTo>
                <a:lnTo>
                  <a:pt x="319" y="572"/>
                </a:lnTo>
                <a:lnTo>
                  <a:pt x="321" y="571"/>
                </a:lnTo>
                <a:lnTo>
                  <a:pt x="321" y="570"/>
                </a:lnTo>
                <a:lnTo>
                  <a:pt x="322" y="570"/>
                </a:lnTo>
                <a:lnTo>
                  <a:pt x="322" y="569"/>
                </a:lnTo>
                <a:lnTo>
                  <a:pt x="323" y="569"/>
                </a:lnTo>
                <a:lnTo>
                  <a:pt x="326" y="569"/>
                </a:lnTo>
                <a:lnTo>
                  <a:pt x="327" y="570"/>
                </a:lnTo>
                <a:lnTo>
                  <a:pt x="329" y="570"/>
                </a:lnTo>
                <a:lnTo>
                  <a:pt x="331" y="570"/>
                </a:lnTo>
                <a:lnTo>
                  <a:pt x="332" y="570"/>
                </a:lnTo>
                <a:lnTo>
                  <a:pt x="333" y="570"/>
                </a:lnTo>
                <a:lnTo>
                  <a:pt x="334" y="570"/>
                </a:lnTo>
                <a:lnTo>
                  <a:pt x="336" y="571"/>
                </a:lnTo>
                <a:lnTo>
                  <a:pt x="337" y="571"/>
                </a:lnTo>
                <a:lnTo>
                  <a:pt x="338" y="570"/>
                </a:lnTo>
                <a:lnTo>
                  <a:pt x="338" y="568"/>
                </a:lnTo>
                <a:lnTo>
                  <a:pt x="338" y="567"/>
                </a:lnTo>
                <a:lnTo>
                  <a:pt x="338" y="566"/>
                </a:lnTo>
                <a:lnTo>
                  <a:pt x="337" y="566"/>
                </a:lnTo>
                <a:lnTo>
                  <a:pt x="335" y="564"/>
                </a:lnTo>
                <a:lnTo>
                  <a:pt x="334" y="564"/>
                </a:lnTo>
                <a:lnTo>
                  <a:pt x="334" y="565"/>
                </a:lnTo>
                <a:lnTo>
                  <a:pt x="333" y="566"/>
                </a:lnTo>
                <a:lnTo>
                  <a:pt x="333" y="565"/>
                </a:lnTo>
                <a:lnTo>
                  <a:pt x="332" y="564"/>
                </a:lnTo>
                <a:lnTo>
                  <a:pt x="331" y="563"/>
                </a:lnTo>
                <a:lnTo>
                  <a:pt x="331" y="562"/>
                </a:lnTo>
                <a:lnTo>
                  <a:pt x="331" y="561"/>
                </a:lnTo>
                <a:lnTo>
                  <a:pt x="331" y="559"/>
                </a:lnTo>
                <a:lnTo>
                  <a:pt x="331" y="558"/>
                </a:lnTo>
                <a:lnTo>
                  <a:pt x="331" y="559"/>
                </a:lnTo>
                <a:lnTo>
                  <a:pt x="331" y="560"/>
                </a:lnTo>
                <a:lnTo>
                  <a:pt x="332" y="560"/>
                </a:lnTo>
                <a:lnTo>
                  <a:pt x="333" y="560"/>
                </a:lnTo>
                <a:lnTo>
                  <a:pt x="336" y="562"/>
                </a:lnTo>
                <a:lnTo>
                  <a:pt x="337" y="562"/>
                </a:lnTo>
                <a:lnTo>
                  <a:pt x="339" y="562"/>
                </a:lnTo>
                <a:lnTo>
                  <a:pt x="341" y="561"/>
                </a:lnTo>
                <a:lnTo>
                  <a:pt x="344" y="560"/>
                </a:lnTo>
                <a:lnTo>
                  <a:pt x="344" y="559"/>
                </a:lnTo>
                <a:lnTo>
                  <a:pt x="344" y="558"/>
                </a:lnTo>
                <a:lnTo>
                  <a:pt x="344" y="557"/>
                </a:lnTo>
                <a:lnTo>
                  <a:pt x="343" y="556"/>
                </a:lnTo>
                <a:lnTo>
                  <a:pt x="342" y="555"/>
                </a:lnTo>
                <a:lnTo>
                  <a:pt x="342" y="554"/>
                </a:lnTo>
                <a:lnTo>
                  <a:pt x="343" y="553"/>
                </a:lnTo>
                <a:lnTo>
                  <a:pt x="344" y="552"/>
                </a:lnTo>
                <a:lnTo>
                  <a:pt x="345" y="552"/>
                </a:lnTo>
                <a:lnTo>
                  <a:pt x="346" y="552"/>
                </a:lnTo>
                <a:lnTo>
                  <a:pt x="346" y="551"/>
                </a:lnTo>
                <a:lnTo>
                  <a:pt x="346" y="549"/>
                </a:lnTo>
                <a:lnTo>
                  <a:pt x="346" y="548"/>
                </a:lnTo>
                <a:lnTo>
                  <a:pt x="345" y="548"/>
                </a:lnTo>
                <a:lnTo>
                  <a:pt x="345" y="547"/>
                </a:lnTo>
                <a:lnTo>
                  <a:pt x="345" y="546"/>
                </a:lnTo>
                <a:lnTo>
                  <a:pt x="344" y="546"/>
                </a:lnTo>
                <a:lnTo>
                  <a:pt x="344" y="545"/>
                </a:lnTo>
                <a:lnTo>
                  <a:pt x="343" y="544"/>
                </a:lnTo>
                <a:lnTo>
                  <a:pt x="343" y="543"/>
                </a:lnTo>
                <a:lnTo>
                  <a:pt x="342" y="543"/>
                </a:lnTo>
                <a:lnTo>
                  <a:pt x="342" y="542"/>
                </a:lnTo>
                <a:lnTo>
                  <a:pt x="342" y="541"/>
                </a:lnTo>
                <a:lnTo>
                  <a:pt x="342" y="540"/>
                </a:lnTo>
                <a:lnTo>
                  <a:pt x="342" y="539"/>
                </a:lnTo>
                <a:lnTo>
                  <a:pt x="341" y="538"/>
                </a:lnTo>
                <a:lnTo>
                  <a:pt x="341" y="537"/>
                </a:lnTo>
                <a:lnTo>
                  <a:pt x="341" y="536"/>
                </a:lnTo>
                <a:lnTo>
                  <a:pt x="340" y="535"/>
                </a:lnTo>
                <a:lnTo>
                  <a:pt x="338" y="533"/>
                </a:lnTo>
                <a:lnTo>
                  <a:pt x="337" y="533"/>
                </a:lnTo>
                <a:lnTo>
                  <a:pt x="337" y="532"/>
                </a:lnTo>
                <a:lnTo>
                  <a:pt x="336" y="533"/>
                </a:lnTo>
                <a:lnTo>
                  <a:pt x="335" y="532"/>
                </a:lnTo>
                <a:lnTo>
                  <a:pt x="334" y="531"/>
                </a:lnTo>
                <a:lnTo>
                  <a:pt x="334" y="530"/>
                </a:lnTo>
                <a:lnTo>
                  <a:pt x="334" y="529"/>
                </a:lnTo>
                <a:lnTo>
                  <a:pt x="334" y="528"/>
                </a:lnTo>
                <a:lnTo>
                  <a:pt x="334" y="526"/>
                </a:lnTo>
                <a:lnTo>
                  <a:pt x="335" y="524"/>
                </a:lnTo>
                <a:lnTo>
                  <a:pt x="335" y="522"/>
                </a:lnTo>
                <a:lnTo>
                  <a:pt x="334" y="521"/>
                </a:lnTo>
                <a:lnTo>
                  <a:pt x="333" y="520"/>
                </a:lnTo>
                <a:lnTo>
                  <a:pt x="332" y="520"/>
                </a:lnTo>
                <a:lnTo>
                  <a:pt x="331" y="519"/>
                </a:lnTo>
                <a:lnTo>
                  <a:pt x="330" y="517"/>
                </a:lnTo>
                <a:lnTo>
                  <a:pt x="330" y="516"/>
                </a:lnTo>
                <a:lnTo>
                  <a:pt x="329" y="516"/>
                </a:lnTo>
                <a:lnTo>
                  <a:pt x="328" y="515"/>
                </a:lnTo>
                <a:lnTo>
                  <a:pt x="328" y="513"/>
                </a:lnTo>
                <a:lnTo>
                  <a:pt x="328" y="512"/>
                </a:lnTo>
                <a:lnTo>
                  <a:pt x="328" y="511"/>
                </a:lnTo>
                <a:lnTo>
                  <a:pt x="328" y="508"/>
                </a:lnTo>
                <a:lnTo>
                  <a:pt x="327" y="507"/>
                </a:lnTo>
                <a:lnTo>
                  <a:pt x="326" y="505"/>
                </a:lnTo>
                <a:lnTo>
                  <a:pt x="325" y="504"/>
                </a:lnTo>
                <a:lnTo>
                  <a:pt x="324" y="504"/>
                </a:lnTo>
                <a:lnTo>
                  <a:pt x="323" y="504"/>
                </a:lnTo>
                <a:lnTo>
                  <a:pt x="322" y="502"/>
                </a:lnTo>
                <a:lnTo>
                  <a:pt x="322" y="501"/>
                </a:lnTo>
                <a:lnTo>
                  <a:pt x="322" y="500"/>
                </a:lnTo>
                <a:lnTo>
                  <a:pt x="322" y="499"/>
                </a:lnTo>
                <a:lnTo>
                  <a:pt x="321" y="499"/>
                </a:lnTo>
                <a:lnTo>
                  <a:pt x="321" y="498"/>
                </a:lnTo>
                <a:lnTo>
                  <a:pt x="320" y="497"/>
                </a:lnTo>
                <a:lnTo>
                  <a:pt x="320" y="496"/>
                </a:lnTo>
                <a:lnTo>
                  <a:pt x="319" y="496"/>
                </a:lnTo>
                <a:lnTo>
                  <a:pt x="318" y="494"/>
                </a:lnTo>
                <a:lnTo>
                  <a:pt x="317" y="493"/>
                </a:lnTo>
                <a:lnTo>
                  <a:pt x="316" y="492"/>
                </a:lnTo>
                <a:lnTo>
                  <a:pt x="315" y="491"/>
                </a:lnTo>
                <a:lnTo>
                  <a:pt x="313" y="490"/>
                </a:lnTo>
                <a:lnTo>
                  <a:pt x="312" y="490"/>
                </a:lnTo>
                <a:lnTo>
                  <a:pt x="311" y="489"/>
                </a:lnTo>
                <a:lnTo>
                  <a:pt x="311" y="487"/>
                </a:lnTo>
                <a:lnTo>
                  <a:pt x="311" y="485"/>
                </a:lnTo>
                <a:lnTo>
                  <a:pt x="312" y="485"/>
                </a:lnTo>
                <a:lnTo>
                  <a:pt x="312" y="484"/>
                </a:lnTo>
                <a:lnTo>
                  <a:pt x="313" y="484"/>
                </a:lnTo>
                <a:lnTo>
                  <a:pt x="312" y="483"/>
                </a:lnTo>
                <a:lnTo>
                  <a:pt x="311" y="482"/>
                </a:lnTo>
                <a:lnTo>
                  <a:pt x="308" y="480"/>
                </a:lnTo>
                <a:lnTo>
                  <a:pt x="308" y="479"/>
                </a:lnTo>
                <a:lnTo>
                  <a:pt x="307" y="477"/>
                </a:lnTo>
                <a:lnTo>
                  <a:pt x="306" y="477"/>
                </a:lnTo>
                <a:lnTo>
                  <a:pt x="304" y="476"/>
                </a:lnTo>
                <a:lnTo>
                  <a:pt x="303" y="476"/>
                </a:lnTo>
                <a:lnTo>
                  <a:pt x="302" y="475"/>
                </a:lnTo>
                <a:lnTo>
                  <a:pt x="301" y="475"/>
                </a:lnTo>
                <a:lnTo>
                  <a:pt x="301" y="474"/>
                </a:lnTo>
                <a:lnTo>
                  <a:pt x="301" y="473"/>
                </a:lnTo>
                <a:lnTo>
                  <a:pt x="300" y="473"/>
                </a:lnTo>
                <a:lnTo>
                  <a:pt x="300" y="472"/>
                </a:lnTo>
                <a:lnTo>
                  <a:pt x="299" y="471"/>
                </a:lnTo>
                <a:lnTo>
                  <a:pt x="300" y="470"/>
                </a:lnTo>
                <a:lnTo>
                  <a:pt x="300" y="469"/>
                </a:lnTo>
                <a:lnTo>
                  <a:pt x="300" y="468"/>
                </a:lnTo>
                <a:lnTo>
                  <a:pt x="299" y="467"/>
                </a:lnTo>
                <a:lnTo>
                  <a:pt x="300" y="467"/>
                </a:lnTo>
                <a:lnTo>
                  <a:pt x="300" y="466"/>
                </a:lnTo>
                <a:lnTo>
                  <a:pt x="299" y="465"/>
                </a:lnTo>
                <a:lnTo>
                  <a:pt x="299" y="464"/>
                </a:lnTo>
                <a:lnTo>
                  <a:pt x="300" y="463"/>
                </a:lnTo>
                <a:lnTo>
                  <a:pt x="301" y="463"/>
                </a:lnTo>
                <a:lnTo>
                  <a:pt x="302" y="462"/>
                </a:lnTo>
                <a:lnTo>
                  <a:pt x="301" y="461"/>
                </a:lnTo>
                <a:lnTo>
                  <a:pt x="302" y="459"/>
                </a:lnTo>
                <a:lnTo>
                  <a:pt x="302" y="458"/>
                </a:lnTo>
                <a:lnTo>
                  <a:pt x="302" y="457"/>
                </a:lnTo>
                <a:lnTo>
                  <a:pt x="302" y="456"/>
                </a:lnTo>
                <a:lnTo>
                  <a:pt x="302" y="454"/>
                </a:lnTo>
                <a:lnTo>
                  <a:pt x="302" y="453"/>
                </a:lnTo>
                <a:lnTo>
                  <a:pt x="303" y="453"/>
                </a:lnTo>
                <a:lnTo>
                  <a:pt x="305" y="451"/>
                </a:lnTo>
                <a:lnTo>
                  <a:pt x="304" y="450"/>
                </a:lnTo>
                <a:lnTo>
                  <a:pt x="304" y="449"/>
                </a:lnTo>
                <a:lnTo>
                  <a:pt x="304" y="448"/>
                </a:lnTo>
                <a:lnTo>
                  <a:pt x="305" y="447"/>
                </a:lnTo>
                <a:lnTo>
                  <a:pt x="304" y="447"/>
                </a:lnTo>
                <a:lnTo>
                  <a:pt x="295" y="445"/>
                </a:lnTo>
                <a:lnTo>
                  <a:pt x="294" y="444"/>
                </a:lnTo>
                <a:lnTo>
                  <a:pt x="293" y="444"/>
                </a:lnTo>
                <a:lnTo>
                  <a:pt x="293" y="443"/>
                </a:lnTo>
                <a:lnTo>
                  <a:pt x="291" y="442"/>
                </a:lnTo>
                <a:lnTo>
                  <a:pt x="290" y="441"/>
                </a:lnTo>
                <a:lnTo>
                  <a:pt x="289" y="439"/>
                </a:lnTo>
                <a:lnTo>
                  <a:pt x="288" y="439"/>
                </a:lnTo>
                <a:lnTo>
                  <a:pt x="285" y="431"/>
                </a:lnTo>
                <a:lnTo>
                  <a:pt x="278" y="424"/>
                </a:lnTo>
                <a:lnTo>
                  <a:pt x="278" y="423"/>
                </a:lnTo>
                <a:lnTo>
                  <a:pt x="273" y="418"/>
                </a:lnTo>
                <a:lnTo>
                  <a:pt x="271" y="416"/>
                </a:lnTo>
                <a:lnTo>
                  <a:pt x="270" y="415"/>
                </a:lnTo>
                <a:lnTo>
                  <a:pt x="269" y="415"/>
                </a:lnTo>
                <a:lnTo>
                  <a:pt x="267" y="415"/>
                </a:lnTo>
                <a:lnTo>
                  <a:pt x="266" y="414"/>
                </a:lnTo>
                <a:lnTo>
                  <a:pt x="263" y="413"/>
                </a:lnTo>
                <a:lnTo>
                  <a:pt x="260" y="413"/>
                </a:lnTo>
                <a:lnTo>
                  <a:pt x="259" y="413"/>
                </a:lnTo>
                <a:lnTo>
                  <a:pt x="259" y="412"/>
                </a:lnTo>
                <a:lnTo>
                  <a:pt x="260" y="412"/>
                </a:lnTo>
                <a:lnTo>
                  <a:pt x="259" y="412"/>
                </a:lnTo>
                <a:lnTo>
                  <a:pt x="257" y="407"/>
                </a:lnTo>
                <a:lnTo>
                  <a:pt x="256" y="406"/>
                </a:lnTo>
                <a:lnTo>
                  <a:pt x="256" y="405"/>
                </a:lnTo>
                <a:lnTo>
                  <a:pt x="257" y="405"/>
                </a:lnTo>
                <a:lnTo>
                  <a:pt x="258" y="404"/>
                </a:lnTo>
                <a:lnTo>
                  <a:pt x="259" y="404"/>
                </a:lnTo>
                <a:lnTo>
                  <a:pt x="259" y="402"/>
                </a:lnTo>
                <a:lnTo>
                  <a:pt x="259" y="399"/>
                </a:lnTo>
                <a:lnTo>
                  <a:pt x="256" y="394"/>
                </a:lnTo>
                <a:lnTo>
                  <a:pt x="257" y="393"/>
                </a:lnTo>
                <a:lnTo>
                  <a:pt x="257" y="392"/>
                </a:lnTo>
                <a:lnTo>
                  <a:pt x="256" y="391"/>
                </a:lnTo>
                <a:lnTo>
                  <a:pt x="255" y="390"/>
                </a:lnTo>
                <a:lnTo>
                  <a:pt x="256" y="390"/>
                </a:lnTo>
                <a:lnTo>
                  <a:pt x="256" y="389"/>
                </a:lnTo>
                <a:lnTo>
                  <a:pt x="256" y="388"/>
                </a:lnTo>
                <a:lnTo>
                  <a:pt x="256" y="387"/>
                </a:lnTo>
                <a:lnTo>
                  <a:pt x="256" y="386"/>
                </a:lnTo>
                <a:lnTo>
                  <a:pt x="256" y="384"/>
                </a:lnTo>
                <a:lnTo>
                  <a:pt x="255" y="384"/>
                </a:lnTo>
                <a:lnTo>
                  <a:pt x="254" y="383"/>
                </a:lnTo>
                <a:lnTo>
                  <a:pt x="253" y="383"/>
                </a:lnTo>
                <a:lnTo>
                  <a:pt x="252" y="384"/>
                </a:lnTo>
                <a:lnTo>
                  <a:pt x="251" y="384"/>
                </a:lnTo>
                <a:lnTo>
                  <a:pt x="250" y="384"/>
                </a:lnTo>
                <a:lnTo>
                  <a:pt x="249" y="385"/>
                </a:lnTo>
                <a:lnTo>
                  <a:pt x="247" y="385"/>
                </a:lnTo>
                <a:lnTo>
                  <a:pt x="246" y="386"/>
                </a:lnTo>
                <a:lnTo>
                  <a:pt x="244" y="387"/>
                </a:lnTo>
                <a:lnTo>
                  <a:pt x="242" y="388"/>
                </a:lnTo>
                <a:lnTo>
                  <a:pt x="240" y="389"/>
                </a:lnTo>
                <a:lnTo>
                  <a:pt x="239" y="391"/>
                </a:lnTo>
                <a:lnTo>
                  <a:pt x="237" y="392"/>
                </a:lnTo>
                <a:lnTo>
                  <a:pt x="237" y="393"/>
                </a:lnTo>
                <a:lnTo>
                  <a:pt x="237" y="394"/>
                </a:lnTo>
                <a:lnTo>
                  <a:pt x="237" y="393"/>
                </a:lnTo>
                <a:lnTo>
                  <a:pt x="236" y="394"/>
                </a:lnTo>
                <a:lnTo>
                  <a:pt x="235" y="395"/>
                </a:lnTo>
                <a:lnTo>
                  <a:pt x="234" y="398"/>
                </a:lnTo>
                <a:lnTo>
                  <a:pt x="233" y="398"/>
                </a:lnTo>
                <a:lnTo>
                  <a:pt x="232" y="399"/>
                </a:lnTo>
                <a:lnTo>
                  <a:pt x="231" y="400"/>
                </a:lnTo>
                <a:lnTo>
                  <a:pt x="230" y="401"/>
                </a:lnTo>
                <a:lnTo>
                  <a:pt x="228" y="404"/>
                </a:lnTo>
                <a:lnTo>
                  <a:pt x="227" y="405"/>
                </a:lnTo>
                <a:lnTo>
                  <a:pt x="226" y="406"/>
                </a:lnTo>
                <a:lnTo>
                  <a:pt x="225" y="407"/>
                </a:lnTo>
                <a:lnTo>
                  <a:pt x="224" y="408"/>
                </a:lnTo>
                <a:lnTo>
                  <a:pt x="222" y="410"/>
                </a:lnTo>
                <a:lnTo>
                  <a:pt x="221" y="411"/>
                </a:lnTo>
                <a:lnTo>
                  <a:pt x="221" y="412"/>
                </a:lnTo>
                <a:lnTo>
                  <a:pt x="219" y="413"/>
                </a:lnTo>
                <a:lnTo>
                  <a:pt x="209" y="419"/>
                </a:lnTo>
                <a:lnTo>
                  <a:pt x="207" y="421"/>
                </a:lnTo>
                <a:lnTo>
                  <a:pt x="206" y="423"/>
                </a:lnTo>
                <a:lnTo>
                  <a:pt x="205" y="425"/>
                </a:lnTo>
                <a:lnTo>
                  <a:pt x="203" y="428"/>
                </a:lnTo>
                <a:lnTo>
                  <a:pt x="201" y="431"/>
                </a:lnTo>
                <a:lnTo>
                  <a:pt x="201" y="432"/>
                </a:lnTo>
                <a:lnTo>
                  <a:pt x="201" y="433"/>
                </a:lnTo>
                <a:lnTo>
                  <a:pt x="200" y="434"/>
                </a:lnTo>
                <a:lnTo>
                  <a:pt x="200" y="436"/>
                </a:lnTo>
                <a:lnTo>
                  <a:pt x="200" y="438"/>
                </a:lnTo>
                <a:lnTo>
                  <a:pt x="198" y="440"/>
                </a:lnTo>
                <a:lnTo>
                  <a:pt x="193" y="442"/>
                </a:lnTo>
                <a:lnTo>
                  <a:pt x="188" y="445"/>
                </a:lnTo>
                <a:lnTo>
                  <a:pt x="187" y="445"/>
                </a:lnTo>
                <a:lnTo>
                  <a:pt x="185" y="447"/>
                </a:lnTo>
                <a:lnTo>
                  <a:pt x="182" y="448"/>
                </a:lnTo>
                <a:lnTo>
                  <a:pt x="179" y="450"/>
                </a:lnTo>
                <a:lnTo>
                  <a:pt x="176" y="452"/>
                </a:lnTo>
                <a:lnTo>
                  <a:pt x="175" y="453"/>
                </a:lnTo>
                <a:lnTo>
                  <a:pt x="173" y="454"/>
                </a:lnTo>
                <a:lnTo>
                  <a:pt x="172" y="455"/>
                </a:lnTo>
                <a:lnTo>
                  <a:pt x="156" y="458"/>
                </a:lnTo>
                <a:lnTo>
                  <a:pt x="151" y="459"/>
                </a:lnTo>
                <a:lnTo>
                  <a:pt x="149" y="460"/>
                </a:lnTo>
                <a:lnTo>
                  <a:pt x="148" y="460"/>
                </a:lnTo>
                <a:lnTo>
                  <a:pt x="145" y="459"/>
                </a:lnTo>
                <a:lnTo>
                  <a:pt x="141" y="457"/>
                </a:lnTo>
                <a:lnTo>
                  <a:pt x="140" y="455"/>
                </a:lnTo>
                <a:lnTo>
                  <a:pt x="140" y="454"/>
                </a:lnTo>
                <a:lnTo>
                  <a:pt x="141" y="453"/>
                </a:lnTo>
                <a:lnTo>
                  <a:pt x="142" y="445"/>
                </a:lnTo>
                <a:lnTo>
                  <a:pt x="139" y="425"/>
                </a:lnTo>
                <a:lnTo>
                  <a:pt x="138" y="422"/>
                </a:lnTo>
                <a:lnTo>
                  <a:pt x="135" y="411"/>
                </a:lnTo>
                <a:lnTo>
                  <a:pt x="134" y="413"/>
                </a:lnTo>
                <a:lnTo>
                  <a:pt x="132" y="412"/>
                </a:lnTo>
                <a:lnTo>
                  <a:pt x="130" y="413"/>
                </a:lnTo>
                <a:lnTo>
                  <a:pt x="127" y="412"/>
                </a:lnTo>
                <a:lnTo>
                  <a:pt x="125" y="410"/>
                </a:lnTo>
                <a:lnTo>
                  <a:pt x="125" y="409"/>
                </a:lnTo>
                <a:lnTo>
                  <a:pt x="126" y="409"/>
                </a:lnTo>
                <a:lnTo>
                  <a:pt x="125" y="405"/>
                </a:lnTo>
                <a:lnTo>
                  <a:pt x="125" y="403"/>
                </a:lnTo>
                <a:lnTo>
                  <a:pt x="124" y="402"/>
                </a:lnTo>
                <a:lnTo>
                  <a:pt x="123" y="402"/>
                </a:lnTo>
                <a:lnTo>
                  <a:pt x="123" y="401"/>
                </a:lnTo>
                <a:lnTo>
                  <a:pt x="122" y="401"/>
                </a:lnTo>
                <a:lnTo>
                  <a:pt x="122" y="400"/>
                </a:lnTo>
                <a:lnTo>
                  <a:pt x="122" y="399"/>
                </a:lnTo>
                <a:lnTo>
                  <a:pt x="121" y="399"/>
                </a:lnTo>
                <a:lnTo>
                  <a:pt x="121" y="398"/>
                </a:lnTo>
                <a:lnTo>
                  <a:pt x="120" y="397"/>
                </a:lnTo>
                <a:lnTo>
                  <a:pt x="115" y="396"/>
                </a:lnTo>
                <a:lnTo>
                  <a:pt x="110" y="395"/>
                </a:lnTo>
                <a:lnTo>
                  <a:pt x="110" y="393"/>
                </a:lnTo>
                <a:lnTo>
                  <a:pt x="109" y="390"/>
                </a:lnTo>
                <a:lnTo>
                  <a:pt x="106" y="388"/>
                </a:lnTo>
                <a:lnTo>
                  <a:pt x="104" y="380"/>
                </a:lnTo>
                <a:lnTo>
                  <a:pt x="103" y="377"/>
                </a:lnTo>
                <a:lnTo>
                  <a:pt x="102" y="376"/>
                </a:lnTo>
                <a:lnTo>
                  <a:pt x="104" y="373"/>
                </a:lnTo>
                <a:lnTo>
                  <a:pt x="104" y="372"/>
                </a:lnTo>
                <a:lnTo>
                  <a:pt x="104" y="371"/>
                </a:lnTo>
                <a:lnTo>
                  <a:pt x="103" y="370"/>
                </a:lnTo>
                <a:lnTo>
                  <a:pt x="105" y="368"/>
                </a:lnTo>
                <a:lnTo>
                  <a:pt x="107" y="366"/>
                </a:lnTo>
                <a:lnTo>
                  <a:pt x="108" y="365"/>
                </a:lnTo>
                <a:lnTo>
                  <a:pt x="108" y="364"/>
                </a:lnTo>
                <a:lnTo>
                  <a:pt x="109" y="364"/>
                </a:lnTo>
                <a:lnTo>
                  <a:pt x="107" y="361"/>
                </a:lnTo>
                <a:lnTo>
                  <a:pt x="105" y="361"/>
                </a:lnTo>
                <a:lnTo>
                  <a:pt x="102" y="362"/>
                </a:lnTo>
                <a:lnTo>
                  <a:pt x="100" y="363"/>
                </a:lnTo>
                <a:lnTo>
                  <a:pt x="99" y="362"/>
                </a:lnTo>
                <a:lnTo>
                  <a:pt x="100" y="357"/>
                </a:lnTo>
                <a:lnTo>
                  <a:pt x="101" y="357"/>
                </a:lnTo>
                <a:lnTo>
                  <a:pt x="103" y="359"/>
                </a:lnTo>
                <a:lnTo>
                  <a:pt x="104" y="359"/>
                </a:lnTo>
                <a:lnTo>
                  <a:pt x="105" y="359"/>
                </a:lnTo>
                <a:lnTo>
                  <a:pt x="106" y="357"/>
                </a:lnTo>
                <a:lnTo>
                  <a:pt x="108" y="356"/>
                </a:lnTo>
                <a:lnTo>
                  <a:pt x="108" y="355"/>
                </a:lnTo>
                <a:lnTo>
                  <a:pt x="106" y="354"/>
                </a:lnTo>
                <a:lnTo>
                  <a:pt x="103" y="354"/>
                </a:lnTo>
                <a:lnTo>
                  <a:pt x="101" y="355"/>
                </a:lnTo>
                <a:lnTo>
                  <a:pt x="100" y="355"/>
                </a:lnTo>
                <a:lnTo>
                  <a:pt x="98" y="354"/>
                </a:lnTo>
                <a:lnTo>
                  <a:pt x="97" y="352"/>
                </a:lnTo>
                <a:lnTo>
                  <a:pt x="96" y="351"/>
                </a:lnTo>
                <a:lnTo>
                  <a:pt x="97" y="349"/>
                </a:lnTo>
                <a:lnTo>
                  <a:pt x="97" y="347"/>
                </a:lnTo>
                <a:lnTo>
                  <a:pt x="96" y="347"/>
                </a:lnTo>
                <a:lnTo>
                  <a:pt x="96" y="346"/>
                </a:lnTo>
                <a:lnTo>
                  <a:pt x="95" y="344"/>
                </a:lnTo>
                <a:lnTo>
                  <a:pt x="94" y="344"/>
                </a:lnTo>
                <a:lnTo>
                  <a:pt x="94" y="343"/>
                </a:lnTo>
                <a:lnTo>
                  <a:pt x="93" y="343"/>
                </a:lnTo>
                <a:lnTo>
                  <a:pt x="93" y="341"/>
                </a:lnTo>
                <a:lnTo>
                  <a:pt x="93" y="340"/>
                </a:lnTo>
                <a:lnTo>
                  <a:pt x="93" y="339"/>
                </a:lnTo>
                <a:lnTo>
                  <a:pt x="92" y="339"/>
                </a:lnTo>
                <a:lnTo>
                  <a:pt x="91" y="338"/>
                </a:lnTo>
                <a:lnTo>
                  <a:pt x="91" y="337"/>
                </a:lnTo>
                <a:lnTo>
                  <a:pt x="91" y="336"/>
                </a:lnTo>
                <a:lnTo>
                  <a:pt x="90" y="335"/>
                </a:lnTo>
                <a:lnTo>
                  <a:pt x="89" y="334"/>
                </a:lnTo>
                <a:lnTo>
                  <a:pt x="89" y="335"/>
                </a:lnTo>
                <a:lnTo>
                  <a:pt x="88" y="335"/>
                </a:lnTo>
                <a:lnTo>
                  <a:pt x="88" y="334"/>
                </a:lnTo>
                <a:lnTo>
                  <a:pt x="88" y="333"/>
                </a:lnTo>
                <a:lnTo>
                  <a:pt x="87" y="332"/>
                </a:lnTo>
                <a:lnTo>
                  <a:pt x="86" y="332"/>
                </a:lnTo>
                <a:lnTo>
                  <a:pt x="86" y="330"/>
                </a:lnTo>
                <a:lnTo>
                  <a:pt x="87" y="329"/>
                </a:lnTo>
                <a:lnTo>
                  <a:pt x="88" y="328"/>
                </a:lnTo>
                <a:lnTo>
                  <a:pt x="88" y="329"/>
                </a:lnTo>
                <a:lnTo>
                  <a:pt x="89" y="329"/>
                </a:lnTo>
                <a:lnTo>
                  <a:pt x="89" y="328"/>
                </a:lnTo>
                <a:lnTo>
                  <a:pt x="90" y="328"/>
                </a:lnTo>
                <a:lnTo>
                  <a:pt x="90" y="320"/>
                </a:lnTo>
                <a:lnTo>
                  <a:pt x="87" y="310"/>
                </a:lnTo>
                <a:lnTo>
                  <a:pt x="86" y="309"/>
                </a:lnTo>
                <a:lnTo>
                  <a:pt x="89" y="306"/>
                </a:lnTo>
                <a:lnTo>
                  <a:pt x="90" y="300"/>
                </a:lnTo>
                <a:lnTo>
                  <a:pt x="91" y="296"/>
                </a:lnTo>
                <a:lnTo>
                  <a:pt x="89" y="289"/>
                </a:lnTo>
                <a:lnTo>
                  <a:pt x="87" y="281"/>
                </a:lnTo>
                <a:lnTo>
                  <a:pt x="89" y="277"/>
                </a:lnTo>
                <a:lnTo>
                  <a:pt x="89" y="275"/>
                </a:lnTo>
                <a:lnTo>
                  <a:pt x="90" y="272"/>
                </a:lnTo>
                <a:lnTo>
                  <a:pt x="97" y="271"/>
                </a:lnTo>
                <a:lnTo>
                  <a:pt x="100" y="268"/>
                </a:lnTo>
                <a:lnTo>
                  <a:pt x="101" y="265"/>
                </a:lnTo>
                <a:lnTo>
                  <a:pt x="102" y="256"/>
                </a:lnTo>
                <a:lnTo>
                  <a:pt x="101" y="253"/>
                </a:lnTo>
                <a:lnTo>
                  <a:pt x="100" y="251"/>
                </a:lnTo>
                <a:lnTo>
                  <a:pt x="97" y="250"/>
                </a:lnTo>
                <a:lnTo>
                  <a:pt x="87" y="249"/>
                </a:lnTo>
                <a:lnTo>
                  <a:pt x="86" y="247"/>
                </a:lnTo>
                <a:lnTo>
                  <a:pt x="86" y="248"/>
                </a:lnTo>
                <a:lnTo>
                  <a:pt x="86" y="247"/>
                </a:lnTo>
                <a:lnTo>
                  <a:pt x="85" y="245"/>
                </a:lnTo>
                <a:lnTo>
                  <a:pt x="85" y="243"/>
                </a:lnTo>
                <a:lnTo>
                  <a:pt x="84" y="241"/>
                </a:lnTo>
                <a:lnTo>
                  <a:pt x="85" y="241"/>
                </a:lnTo>
                <a:lnTo>
                  <a:pt x="84" y="240"/>
                </a:lnTo>
                <a:lnTo>
                  <a:pt x="84" y="237"/>
                </a:lnTo>
                <a:lnTo>
                  <a:pt x="84" y="236"/>
                </a:lnTo>
                <a:lnTo>
                  <a:pt x="84" y="234"/>
                </a:lnTo>
                <a:lnTo>
                  <a:pt x="84" y="233"/>
                </a:lnTo>
                <a:lnTo>
                  <a:pt x="85" y="232"/>
                </a:lnTo>
                <a:lnTo>
                  <a:pt x="84" y="232"/>
                </a:lnTo>
                <a:lnTo>
                  <a:pt x="87" y="225"/>
                </a:lnTo>
                <a:lnTo>
                  <a:pt x="86" y="223"/>
                </a:lnTo>
                <a:lnTo>
                  <a:pt x="85" y="220"/>
                </a:lnTo>
                <a:lnTo>
                  <a:pt x="84" y="219"/>
                </a:lnTo>
                <a:lnTo>
                  <a:pt x="84" y="218"/>
                </a:lnTo>
                <a:lnTo>
                  <a:pt x="83" y="218"/>
                </a:lnTo>
                <a:lnTo>
                  <a:pt x="81" y="218"/>
                </a:lnTo>
                <a:lnTo>
                  <a:pt x="77" y="218"/>
                </a:lnTo>
                <a:lnTo>
                  <a:pt x="75" y="216"/>
                </a:lnTo>
                <a:lnTo>
                  <a:pt x="72" y="216"/>
                </a:lnTo>
                <a:lnTo>
                  <a:pt x="69" y="215"/>
                </a:lnTo>
                <a:lnTo>
                  <a:pt x="65" y="213"/>
                </a:lnTo>
                <a:lnTo>
                  <a:pt x="64" y="213"/>
                </a:lnTo>
                <a:lnTo>
                  <a:pt x="62" y="213"/>
                </a:lnTo>
                <a:lnTo>
                  <a:pt x="60" y="210"/>
                </a:lnTo>
                <a:lnTo>
                  <a:pt x="59" y="210"/>
                </a:lnTo>
                <a:lnTo>
                  <a:pt x="58" y="206"/>
                </a:lnTo>
                <a:lnTo>
                  <a:pt x="57" y="204"/>
                </a:lnTo>
                <a:lnTo>
                  <a:pt x="56" y="203"/>
                </a:lnTo>
                <a:lnTo>
                  <a:pt x="56" y="202"/>
                </a:lnTo>
                <a:lnTo>
                  <a:pt x="56" y="201"/>
                </a:lnTo>
                <a:lnTo>
                  <a:pt x="54" y="199"/>
                </a:lnTo>
                <a:lnTo>
                  <a:pt x="53" y="199"/>
                </a:lnTo>
                <a:lnTo>
                  <a:pt x="53" y="198"/>
                </a:lnTo>
                <a:lnTo>
                  <a:pt x="52" y="198"/>
                </a:lnTo>
                <a:lnTo>
                  <a:pt x="52" y="197"/>
                </a:lnTo>
                <a:lnTo>
                  <a:pt x="52" y="196"/>
                </a:lnTo>
                <a:lnTo>
                  <a:pt x="52" y="195"/>
                </a:lnTo>
                <a:lnTo>
                  <a:pt x="50" y="193"/>
                </a:lnTo>
                <a:lnTo>
                  <a:pt x="51" y="192"/>
                </a:lnTo>
                <a:lnTo>
                  <a:pt x="52" y="192"/>
                </a:lnTo>
                <a:lnTo>
                  <a:pt x="55" y="191"/>
                </a:lnTo>
                <a:lnTo>
                  <a:pt x="54" y="190"/>
                </a:lnTo>
                <a:lnTo>
                  <a:pt x="55" y="186"/>
                </a:lnTo>
                <a:lnTo>
                  <a:pt x="54" y="184"/>
                </a:lnTo>
                <a:lnTo>
                  <a:pt x="53" y="184"/>
                </a:lnTo>
                <a:lnTo>
                  <a:pt x="53" y="183"/>
                </a:lnTo>
                <a:lnTo>
                  <a:pt x="51" y="179"/>
                </a:lnTo>
                <a:lnTo>
                  <a:pt x="49" y="175"/>
                </a:lnTo>
                <a:lnTo>
                  <a:pt x="48" y="173"/>
                </a:lnTo>
                <a:lnTo>
                  <a:pt x="44" y="170"/>
                </a:lnTo>
                <a:lnTo>
                  <a:pt x="43" y="169"/>
                </a:lnTo>
                <a:lnTo>
                  <a:pt x="42" y="170"/>
                </a:lnTo>
                <a:lnTo>
                  <a:pt x="41" y="169"/>
                </a:lnTo>
                <a:lnTo>
                  <a:pt x="39" y="169"/>
                </a:lnTo>
                <a:lnTo>
                  <a:pt x="38" y="170"/>
                </a:lnTo>
                <a:lnTo>
                  <a:pt x="37" y="170"/>
                </a:lnTo>
                <a:lnTo>
                  <a:pt x="36" y="171"/>
                </a:lnTo>
                <a:lnTo>
                  <a:pt x="33" y="170"/>
                </a:lnTo>
                <a:lnTo>
                  <a:pt x="32" y="170"/>
                </a:lnTo>
                <a:lnTo>
                  <a:pt x="31" y="170"/>
                </a:lnTo>
                <a:lnTo>
                  <a:pt x="30" y="171"/>
                </a:lnTo>
                <a:lnTo>
                  <a:pt x="29" y="172"/>
                </a:lnTo>
                <a:lnTo>
                  <a:pt x="28" y="172"/>
                </a:lnTo>
                <a:lnTo>
                  <a:pt x="28" y="173"/>
                </a:lnTo>
                <a:lnTo>
                  <a:pt x="27" y="173"/>
                </a:lnTo>
                <a:lnTo>
                  <a:pt x="26" y="174"/>
                </a:lnTo>
                <a:lnTo>
                  <a:pt x="26" y="175"/>
                </a:lnTo>
                <a:lnTo>
                  <a:pt x="25" y="175"/>
                </a:lnTo>
                <a:lnTo>
                  <a:pt x="25" y="176"/>
                </a:lnTo>
                <a:lnTo>
                  <a:pt x="25" y="177"/>
                </a:lnTo>
                <a:lnTo>
                  <a:pt x="26" y="178"/>
                </a:lnTo>
                <a:lnTo>
                  <a:pt x="24" y="178"/>
                </a:lnTo>
                <a:lnTo>
                  <a:pt x="21" y="177"/>
                </a:lnTo>
                <a:lnTo>
                  <a:pt x="20" y="177"/>
                </a:lnTo>
                <a:lnTo>
                  <a:pt x="19" y="178"/>
                </a:lnTo>
                <a:lnTo>
                  <a:pt x="18" y="178"/>
                </a:lnTo>
                <a:lnTo>
                  <a:pt x="17" y="178"/>
                </a:lnTo>
                <a:lnTo>
                  <a:pt x="16" y="178"/>
                </a:lnTo>
                <a:lnTo>
                  <a:pt x="15" y="178"/>
                </a:lnTo>
                <a:lnTo>
                  <a:pt x="14" y="177"/>
                </a:lnTo>
                <a:lnTo>
                  <a:pt x="11" y="177"/>
                </a:lnTo>
                <a:lnTo>
                  <a:pt x="8" y="176"/>
                </a:lnTo>
                <a:lnTo>
                  <a:pt x="7" y="176"/>
                </a:lnTo>
                <a:lnTo>
                  <a:pt x="6" y="174"/>
                </a:lnTo>
                <a:lnTo>
                  <a:pt x="5" y="174"/>
                </a:lnTo>
                <a:lnTo>
                  <a:pt x="4" y="173"/>
                </a:lnTo>
                <a:lnTo>
                  <a:pt x="3" y="173"/>
                </a:lnTo>
                <a:lnTo>
                  <a:pt x="4" y="172"/>
                </a:lnTo>
                <a:lnTo>
                  <a:pt x="4" y="171"/>
                </a:lnTo>
                <a:lnTo>
                  <a:pt x="3" y="170"/>
                </a:lnTo>
                <a:lnTo>
                  <a:pt x="2" y="170"/>
                </a:lnTo>
                <a:lnTo>
                  <a:pt x="1" y="170"/>
                </a:lnTo>
                <a:lnTo>
                  <a:pt x="0" y="169"/>
                </a:lnTo>
                <a:lnTo>
                  <a:pt x="0" y="168"/>
                </a:lnTo>
                <a:lnTo>
                  <a:pt x="0" y="167"/>
                </a:lnTo>
                <a:lnTo>
                  <a:pt x="1" y="166"/>
                </a:lnTo>
                <a:lnTo>
                  <a:pt x="1" y="165"/>
                </a:lnTo>
                <a:lnTo>
                  <a:pt x="1" y="164"/>
                </a:lnTo>
                <a:lnTo>
                  <a:pt x="2" y="165"/>
                </a:lnTo>
                <a:lnTo>
                  <a:pt x="3" y="165"/>
                </a:lnTo>
                <a:lnTo>
                  <a:pt x="4" y="165"/>
                </a:lnTo>
                <a:lnTo>
                  <a:pt x="5" y="165"/>
                </a:lnTo>
                <a:lnTo>
                  <a:pt x="6" y="165"/>
                </a:lnTo>
                <a:lnTo>
                  <a:pt x="7" y="165"/>
                </a:lnTo>
                <a:lnTo>
                  <a:pt x="7" y="164"/>
                </a:lnTo>
                <a:lnTo>
                  <a:pt x="6" y="164"/>
                </a:lnTo>
                <a:lnTo>
                  <a:pt x="7" y="164"/>
                </a:lnTo>
                <a:lnTo>
                  <a:pt x="8" y="163"/>
                </a:lnTo>
                <a:lnTo>
                  <a:pt x="8" y="162"/>
                </a:lnTo>
                <a:lnTo>
                  <a:pt x="8" y="161"/>
                </a:lnTo>
                <a:lnTo>
                  <a:pt x="9" y="161"/>
                </a:lnTo>
                <a:lnTo>
                  <a:pt x="10" y="160"/>
                </a:lnTo>
                <a:lnTo>
                  <a:pt x="11" y="160"/>
                </a:lnTo>
                <a:lnTo>
                  <a:pt x="10" y="159"/>
                </a:lnTo>
                <a:lnTo>
                  <a:pt x="10" y="160"/>
                </a:lnTo>
                <a:lnTo>
                  <a:pt x="9" y="158"/>
                </a:lnTo>
                <a:lnTo>
                  <a:pt x="10" y="158"/>
                </a:lnTo>
                <a:lnTo>
                  <a:pt x="11" y="159"/>
                </a:lnTo>
                <a:lnTo>
                  <a:pt x="10" y="159"/>
                </a:lnTo>
                <a:lnTo>
                  <a:pt x="11" y="159"/>
                </a:lnTo>
                <a:lnTo>
                  <a:pt x="11" y="160"/>
                </a:lnTo>
                <a:lnTo>
                  <a:pt x="12" y="159"/>
                </a:lnTo>
                <a:lnTo>
                  <a:pt x="13" y="159"/>
                </a:lnTo>
                <a:lnTo>
                  <a:pt x="12" y="158"/>
                </a:lnTo>
                <a:lnTo>
                  <a:pt x="13" y="158"/>
                </a:lnTo>
                <a:lnTo>
                  <a:pt x="13" y="157"/>
                </a:lnTo>
                <a:lnTo>
                  <a:pt x="14" y="157"/>
                </a:lnTo>
                <a:lnTo>
                  <a:pt x="13" y="156"/>
                </a:lnTo>
                <a:lnTo>
                  <a:pt x="13" y="155"/>
                </a:lnTo>
                <a:lnTo>
                  <a:pt x="13" y="156"/>
                </a:lnTo>
                <a:lnTo>
                  <a:pt x="14" y="156"/>
                </a:lnTo>
                <a:lnTo>
                  <a:pt x="14" y="155"/>
                </a:lnTo>
                <a:lnTo>
                  <a:pt x="13" y="155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5" y="152"/>
                </a:lnTo>
                <a:lnTo>
                  <a:pt x="15" y="151"/>
                </a:lnTo>
                <a:lnTo>
                  <a:pt x="15" y="150"/>
                </a:lnTo>
                <a:lnTo>
                  <a:pt x="14" y="150"/>
                </a:lnTo>
                <a:lnTo>
                  <a:pt x="14" y="149"/>
                </a:lnTo>
                <a:lnTo>
                  <a:pt x="14" y="148"/>
                </a:lnTo>
                <a:lnTo>
                  <a:pt x="15" y="147"/>
                </a:lnTo>
                <a:lnTo>
                  <a:pt x="15" y="146"/>
                </a:lnTo>
                <a:lnTo>
                  <a:pt x="16" y="145"/>
                </a:lnTo>
                <a:lnTo>
                  <a:pt x="16" y="144"/>
                </a:lnTo>
                <a:lnTo>
                  <a:pt x="16" y="143"/>
                </a:lnTo>
                <a:lnTo>
                  <a:pt x="17" y="142"/>
                </a:lnTo>
                <a:lnTo>
                  <a:pt x="18" y="141"/>
                </a:lnTo>
                <a:lnTo>
                  <a:pt x="18" y="140"/>
                </a:lnTo>
                <a:lnTo>
                  <a:pt x="19" y="140"/>
                </a:lnTo>
                <a:lnTo>
                  <a:pt x="20" y="140"/>
                </a:lnTo>
                <a:lnTo>
                  <a:pt x="20" y="139"/>
                </a:lnTo>
                <a:lnTo>
                  <a:pt x="19" y="138"/>
                </a:lnTo>
                <a:lnTo>
                  <a:pt x="18" y="137"/>
                </a:lnTo>
                <a:lnTo>
                  <a:pt x="19" y="137"/>
                </a:lnTo>
                <a:lnTo>
                  <a:pt x="18" y="136"/>
                </a:lnTo>
                <a:lnTo>
                  <a:pt x="18" y="135"/>
                </a:lnTo>
                <a:lnTo>
                  <a:pt x="17" y="135"/>
                </a:lnTo>
                <a:lnTo>
                  <a:pt x="18" y="134"/>
                </a:lnTo>
                <a:lnTo>
                  <a:pt x="18" y="133"/>
                </a:lnTo>
                <a:lnTo>
                  <a:pt x="19" y="132"/>
                </a:lnTo>
                <a:lnTo>
                  <a:pt x="19" y="131"/>
                </a:lnTo>
                <a:lnTo>
                  <a:pt x="19" y="130"/>
                </a:lnTo>
                <a:lnTo>
                  <a:pt x="18" y="130"/>
                </a:lnTo>
                <a:lnTo>
                  <a:pt x="18" y="129"/>
                </a:lnTo>
                <a:lnTo>
                  <a:pt x="17" y="129"/>
                </a:lnTo>
                <a:lnTo>
                  <a:pt x="17" y="128"/>
                </a:lnTo>
                <a:lnTo>
                  <a:pt x="17" y="127"/>
                </a:lnTo>
                <a:lnTo>
                  <a:pt x="16" y="127"/>
                </a:lnTo>
                <a:lnTo>
                  <a:pt x="16" y="126"/>
                </a:lnTo>
                <a:lnTo>
                  <a:pt x="16" y="125"/>
                </a:lnTo>
                <a:lnTo>
                  <a:pt x="16" y="124"/>
                </a:lnTo>
                <a:lnTo>
                  <a:pt x="15" y="123"/>
                </a:lnTo>
                <a:lnTo>
                  <a:pt x="16" y="123"/>
                </a:lnTo>
                <a:lnTo>
                  <a:pt x="16" y="122"/>
                </a:lnTo>
                <a:lnTo>
                  <a:pt x="15" y="122"/>
                </a:lnTo>
                <a:lnTo>
                  <a:pt x="15" y="121"/>
                </a:lnTo>
                <a:lnTo>
                  <a:pt x="14" y="121"/>
                </a:lnTo>
                <a:lnTo>
                  <a:pt x="13" y="120"/>
                </a:lnTo>
                <a:lnTo>
                  <a:pt x="13" y="119"/>
                </a:lnTo>
                <a:lnTo>
                  <a:pt x="12" y="119"/>
                </a:lnTo>
                <a:lnTo>
                  <a:pt x="12" y="118"/>
                </a:lnTo>
                <a:lnTo>
                  <a:pt x="11" y="118"/>
                </a:lnTo>
                <a:lnTo>
                  <a:pt x="10" y="118"/>
                </a:lnTo>
                <a:lnTo>
                  <a:pt x="10" y="119"/>
                </a:lnTo>
                <a:lnTo>
                  <a:pt x="9" y="119"/>
                </a:lnTo>
                <a:lnTo>
                  <a:pt x="9" y="118"/>
                </a:lnTo>
                <a:lnTo>
                  <a:pt x="8" y="117"/>
                </a:lnTo>
                <a:lnTo>
                  <a:pt x="8" y="116"/>
                </a:lnTo>
                <a:lnTo>
                  <a:pt x="9" y="116"/>
                </a:lnTo>
                <a:lnTo>
                  <a:pt x="9" y="115"/>
                </a:lnTo>
                <a:lnTo>
                  <a:pt x="10" y="115"/>
                </a:lnTo>
                <a:lnTo>
                  <a:pt x="11" y="115"/>
                </a:lnTo>
                <a:lnTo>
                  <a:pt x="11" y="114"/>
                </a:lnTo>
                <a:lnTo>
                  <a:pt x="11" y="113"/>
                </a:lnTo>
                <a:lnTo>
                  <a:pt x="12" y="112"/>
                </a:lnTo>
                <a:lnTo>
                  <a:pt x="13" y="112"/>
                </a:lnTo>
                <a:lnTo>
                  <a:pt x="14" y="111"/>
                </a:lnTo>
                <a:lnTo>
                  <a:pt x="15" y="110"/>
                </a:lnTo>
                <a:lnTo>
                  <a:pt x="14" y="109"/>
                </a:lnTo>
                <a:lnTo>
                  <a:pt x="15" y="109"/>
                </a:lnTo>
                <a:lnTo>
                  <a:pt x="15" y="110"/>
                </a:lnTo>
                <a:lnTo>
                  <a:pt x="15" y="109"/>
                </a:lnTo>
                <a:lnTo>
                  <a:pt x="16" y="109"/>
                </a:lnTo>
                <a:lnTo>
                  <a:pt x="17" y="109"/>
                </a:lnTo>
                <a:lnTo>
                  <a:pt x="18" y="109"/>
                </a:lnTo>
                <a:lnTo>
                  <a:pt x="19" y="109"/>
                </a:lnTo>
                <a:lnTo>
                  <a:pt x="19" y="110"/>
                </a:lnTo>
                <a:lnTo>
                  <a:pt x="19" y="111"/>
                </a:lnTo>
                <a:lnTo>
                  <a:pt x="21" y="111"/>
                </a:lnTo>
                <a:lnTo>
                  <a:pt x="21" y="112"/>
                </a:lnTo>
                <a:lnTo>
                  <a:pt x="22" y="113"/>
                </a:lnTo>
                <a:lnTo>
                  <a:pt x="23" y="113"/>
                </a:lnTo>
                <a:lnTo>
                  <a:pt x="24" y="113"/>
                </a:lnTo>
                <a:lnTo>
                  <a:pt x="25" y="113"/>
                </a:lnTo>
                <a:lnTo>
                  <a:pt x="25" y="112"/>
                </a:lnTo>
                <a:lnTo>
                  <a:pt x="26" y="112"/>
                </a:lnTo>
                <a:lnTo>
                  <a:pt x="26" y="111"/>
                </a:lnTo>
                <a:lnTo>
                  <a:pt x="29" y="111"/>
                </a:lnTo>
                <a:lnTo>
                  <a:pt x="29" y="110"/>
                </a:lnTo>
                <a:lnTo>
                  <a:pt x="30" y="110"/>
                </a:lnTo>
                <a:lnTo>
                  <a:pt x="30" y="111"/>
                </a:lnTo>
                <a:lnTo>
                  <a:pt x="31" y="112"/>
                </a:lnTo>
                <a:lnTo>
                  <a:pt x="31" y="113"/>
                </a:lnTo>
                <a:lnTo>
                  <a:pt x="31" y="114"/>
                </a:lnTo>
                <a:lnTo>
                  <a:pt x="32" y="114"/>
                </a:lnTo>
                <a:lnTo>
                  <a:pt x="33" y="114"/>
                </a:lnTo>
                <a:lnTo>
                  <a:pt x="34" y="114"/>
                </a:lnTo>
                <a:lnTo>
                  <a:pt x="35" y="114"/>
                </a:lnTo>
                <a:lnTo>
                  <a:pt x="36" y="114"/>
                </a:lnTo>
                <a:lnTo>
                  <a:pt x="36" y="115"/>
                </a:lnTo>
                <a:lnTo>
                  <a:pt x="37" y="115"/>
                </a:lnTo>
                <a:lnTo>
                  <a:pt x="38" y="115"/>
                </a:lnTo>
                <a:lnTo>
                  <a:pt x="39" y="115"/>
                </a:lnTo>
                <a:lnTo>
                  <a:pt x="40" y="115"/>
                </a:lnTo>
                <a:lnTo>
                  <a:pt x="40" y="116"/>
                </a:lnTo>
                <a:lnTo>
                  <a:pt x="41" y="116"/>
                </a:lnTo>
                <a:lnTo>
                  <a:pt x="41" y="115"/>
                </a:lnTo>
                <a:lnTo>
                  <a:pt x="41" y="114"/>
                </a:lnTo>
                <a:lnTo>
                  <a:pt x="41" y="113"/>
                </a:lnTo>
                <a:lnTo>
                  <a:pt x="42" y="113"/>
                </a:lnTo>
                <a:lnTo>
                  <a:pt x="43" y="114"/>
                </a:lnTo>
                <a:lnTo>
                  <a:pt x="43" y="115"/>
                </a:lnTo>
                <a:lnTo>
                  <a:pt x="43" y="116"/>
                </a:lnTo>
                <a:lnTo>
                  <a:pt x="43" y="117"/>
                </a:lnTo>
                <a:lnTo>
                  <a:pt x="44" y="117"/>
                </a:lnTo>
                <a:lnTo>
                  <a:pt x="45" y="118"/>
                </a:lnTo>
                <a:lnTo>
                  <a:pt x="46" y="117"/>
                </a:lnTo>
                <a:lnTo>
                  <a:pt x="47" y="117"/>
                </a:lnTo>
                <a:lnTo>
                  <a:pt x="48" y="118"/>
                </a:lnTo>
                <a:lnTo>
                  <a:pt x="48" y="117"/>
                </a:lnTo>
                <a:lnTo>
                  <a:pt x="48" y="118"/>
                </a:lnTo>
                <a:lnTo>
                  <a:pt x="48" y="119"/>
                </a:lnTo>
                <a:lnTo>
                  <a:pt x="49" y="120"/>
                </a:lnTo>
                <a:lnTo>
                  <a:pt x="50" y="121"/>
                </a:lnTo>
                <a:lnTo>
                  <a:pt x="51" y="122"/>
                </a:lnTo>
                <a:lnTo>
                  <a:pt x="52" y="122"/>
                </a:lnTo>
                <a:lnTo>
                  <a:pt x="52" y="123"/>
                </a:lnTo>
                <a:lnTo>
                  <a:pt x="53" y="122"/>
                </a:lnTo>
                <a:lnTo>
                  <a:pt x="53" y="123"/>
                </a:lnTo>
                <a:lnTo>
                  <a:pt x="54" y="122"/>
                </a:lnTo>
                <a:lnTo>
                  <a:pt x="54" y="123"/>
                </a:lnTo>
                <a:lnTo>
                  <a:pt x="55" y="124"/>
                </a:lnTo>
                <a:lnTo>
                  <a:pt x="56" y="125"/>
                </a:lnTo>
                <a:lnTo>
                  <a:pt x="56" y="126"/>
                </a:lnTo>
                <a:lnTo>
                  <a:pt x="56" y="127"/>
                </a:lnTo>
                <a:lnTo>
                  <a:pt x="56" y="128"/>
                </a:lnTo>
                <a:lnTo>
                  <a:pt x="56" y="129"/>
                </a:lnTo>
                <a:lnTo>
                  <a:pt x="57" y="129"/>
                </a:lnTo>
                <a:lnTo>
                  <a:pt x="57" y="130"/>
                </a:lnTo>
                <a:lnTo>
                  <a:pt x="58" y="130"/>
                </a:lnTo>
                <a:lnTo>
                  <a:pt x="58" y="131"/>
                </a:lnTo>
                <a:lnTo>
                  <a:pt x="58" y="132"/>
                </a:lnTo>
                <a:lnTo>
                  <a:pt x="59" y="132"/>
                </a:lnTo>
                <a:lnTo>
                  <a:pt x="60" y="132"/>
                </a:lnTo>
                <a:lnTo>
                  <a:pt x="61" y="132"/>
                </a:lnTo>
                <a:lnTo>
                  <a:pt x="62" y="133"/>
                </a:lnTo>
                <a:lnTo>
                  <a:pt x="64" y="133"/>
                </a:lnTo>
                <a:lnTo>
                  <a:pt x="65" y="132"/>
                </a:lnTo>
                <a:lnTo>
                  <a:pt x="65" y="133"/>
                </a:lnTo>
                <a:lnTo>
                  <a:pt x="66" y="134"/>
                </a:lnTo>
                <a:lnTo>
                  <a:pt x="67" y="134"/>
                </a:lnTo>
                <a:lnTo>
                  <a:pt x="67" y="133"/>
                </a:lnTo>
                <a:lnTo>
                  <a:pt x="68" y="133"/>
                </a:lnTo>
                <a:lnTo>
                  <a:pt x="69" y="133"/>
                </a:lnTo>
                <a:lnTo>
                  <a:pt x="70" y="134"/>
                </a:lnTo>
                <a:lnTo>
                  <a:pt x="71" y="134"/>
                </a:lnTo>
                <a:lnTo>
                  <a:pt x="72" y="134"/>
                </a:lnTo>
                <a:lnTo>
                  <a:pt x="73" y="134"/>
                </a:lnTo>
                <a:lnTo>
                  <a:pt x="73" y="135"/>
                </a:lnTo>
                <a:lnTo>
                  <a:pt x="74" y="134"/>
                </a:lnTo>
                <a:lnTo>
                  <a:pt x="75" y="135"/>
                </a:lnTo>
                <a:lnTo>
                  <a:pt x="76" y="136"/>
                </a:lnTo>
                <a:lnTo>
                  <a:pt x="77" y="136"/>
                </a:lnTo>
                <a:lnTo>
                  <a:pt x="77" y="137"/>
                </a:lnTo>
                <a:lnTo>
                  <a:pt x="77" y="138"/>
                </a:lnTo>
                <a:lnTo>
                  <a:pt x="78" y="139"/>
                </a:lnTo>
                <a:lnTo>
                  <a:pt x="79" y="139"/>
                </a:lnTo>
                <a:lnTo>
                  <a:pt x="80" y="138"/>
                </a:lnTo>
                <a:lnTo>
                  <a:pt x="81" y="139"/>
                </a:lnTo>
                <a:lnTo>
                  <a:pt x="81" y="140"/>
                </a:lnTo>
                <a:lnTo>
                  <a:pt x="82" y="140"/>
                </a:lnTo>
                <a:lnTo>
                  <a:pt x="82" y="141"/>
                </a:lnTo>
                <a:lnTo>
                  <a:pt x="82" y="142"/>
                </a:lnTo>
                <a:lnTo>
                  <a:pt x="82" y="143"/>
                </a:lnTo>
                <a:lnTo>
                  <a:pt x="83" y="143"/>
                </a:lnTo>
                <a:lnTo>
                  <a:pt x="84" y="144"/>
                </a:lnTo>
                <a:lnTo>
                  <a:pt x="84" y="145"/>
                </a:lnTo>
                <a:lnTo>
                  <a:pt x="85" y="145"/>
                </a:lnTo>
                <a:lnTo>
                  <a:pt x="86" y="144"/>
                </a:lnTo>
                <a:lnTo>
                  <a:pt x="86" y="143"/>
                </a:lnTo>
                <a:lnTo>
                  <a:pt x="87" y="143"/>
                </a:lnTo>
                <a:lnTo>
                  <a:pt x="88" y="143"/>
                </a:lnTo>
                <a:lnTo>
                  <a:pt x="88" y="142"/>
                </a:lnTo>
                <a:lnTo>
                  <a:pt x="89" y="141"/>
                </a:lnTo>
                <a:lnTo>
                  <a:pt x="90" y="141"/>
                </a:lnTo>
                <a:lnTo>
                  <a:pt x="90" y="140"/>
                </a:lnTo>
                <a:lnTo>
                  <a:pt x="89" y="140"/>
                </a:lnTo>
                <a:lnTo>
                  <a:pt x="90" y="139"/>
                </a:lnTo>
                <a:lnTo>
                  <a:pt x="91" y="138"/>
                </a:lnTo>
                <a:lnTo>
                  <a:pt x="90" y="138"/>
                </a:lnTo>
                <a:lnTo>
                  <a:pt x="89" y="137"/>
                </a:lnTo>
                <a:lnTo>
                  <a:pt x="91" y="137"/>
                </a:lnTo>
                <a:lnTo>
                  <a:pt x="92" y="137"/>
                </a:lnTo>
                <a:lnTo>
                  <a:pt x="92" y="136"/>
                </a:lnTo>
                <a:lnTo>
                  <a:pt x="91" y="136"/>
                </a:lnTo>
                <a:lnTo>
                  <a:pt x="92" y="135"/>
                </a:lnTo>
                <a:lnTo>
                  <a:pt x="92" y="134"/>
                </a:lnTo>
                <a:lnTo>
                  <a:pt x="92" y="133"/>
                </a:lnTo>
                <a:lnTo>
                  <a:pt x="93" y="132"/>
                </a:lnTo>
                <a:lnTo>
                  <a:pt x="94" y="132"/>
                </a:lnTo>
                <a:lnTo>
                  <a:pt x="93" y="132"/>
                </a:lnTo>
                <a:lnTo>
                  <a:pt x="94" y="131"/>
                </a:lnTo>
                <a:lnTo>
                  <a:pt x="93" y="131"/>
                </a:lnTo>
                <a:lnTo>
                  <a:pt x="93" y="130"/>
                </a:lnTo>
                <a:lnTo>
                  <a:pt x="94" y="130"/>
                </a:lnTo>
                <a:lnTo>
                  <a:pt x="96" y="130"/>
                </a:lnTo>
                <a:lnTo>
                  <a:pt x="96" y="131"/>
                </a:lnTo>
                <a:lnTo>
                  <a:pt x="97" y="130"/>
                </a:lnTo>
                <a:lnTo>
                  <a:pt x="98" y="130"/>
                </a:lnTo>
                <a:lnTo>
                  <a:pt x="98" y="129"/>
                </a:lnTo>
                <a:lnTo>
                  <a:pt x="97" y="129"/>
                </a:lnTo>
                <a:lnTo>
                  <a:pt x="96" y="124"/>
                </a:lnTo>
                <a:lnTo>
                  <a:pt x="95" y="121"/>
                </a:lnTo>
                <a:lnTo>
                  <a:pt x="95" y="118"/>
                </a:lnTo>
                <a:lnTo>
                  <a:pt x="96" y="117"/>
                </a:lnTo>
                <a:lnTo>
                  <a:pt x="97" y="117"/>
                </a:lnTo>
                <a:lnTo>
                  <a:pt x="106" y="116"/>
                </a:lnTo>
                <a:lnTo>
                  <a:pt x="111" y="121"/>
                </a:lnTo>
                <a:lnTo>
                  <a:pt x="112" y="123"/>
                </a:lnTo>
                <a:lnTo>
                  <a:pt x="113" y="124"/>
                </a:lnTo>
                <a:lnTo>
                  <a:pt x="115" y="125"/>
                </a:lnTo>
                <a:lnTo>
                  <a:pt x="115" y="126"/>
                </a:lnTo>
                <a:lnTo>
                  <a:pt x="116" y="127"/>
                </a:lnTo>
                <a:lnTo>
                  <a:pt x="116" y="128"/>
                </a:lnTo>
                <a:lnTo>
                  <a:pt x="116" y="129"/>
                </a:lnTo>
                <a:lnTo>
                  <a:pt x="117" y="131"/>
                </a:lnTo>
                <a:lnTo>
                  <a:pt x="117" y="132"/>
                </a:lnTo>
                <a:lnTo>
                  <a:pt x="118" y="134"/>
                </a:lnTo>
                <a:lnTo>
                  <a:pt x="118" y="135"/>
                </a:lnTo>
                <a:lnTo>
                  <a:pt x="118" y="136"/>
                </a:lnTo>
                <a:lnTo>
                  <a:pt x="119" y="136"/>
                </a:lnTo>
                <a:lnTo>
                  <a:pt x="118" y="136"/>
                </a:lnTo>
                <a:lnTo>
                  <a:pt x="118" y="137"/>
                </a:lnTo>
                <a:lnTo>
                  <a:pt x="119" y="138"/>
                </a:lnTo>
                <a:lnTo>
                  <a:pt x="119" y="140"/>
                </a:lnTo>
                <a:lnTo>
                  <a:pt x="119" y="141"/>
                </a:lnTo>
                <a:lnTo>
                  <a:pt x="120" y="141"/>
                </a:lnTo>
                <a:lnTo>
                  <a:pt x="121" y="141"/>
                </a:lnTo>
                <a:lnTo>
                  <a:pt x="122" y="140"/>
                </a:lnTo>
                <a:lnTo>
                  <a:pt x="123" y="138"/>
                </a:lnTo>
                <a:lnTo>
                  <a:pt x="123" y="137"/>
                </a:lnTo>
                <a:lnTo>
                  <a:pt x="123" y="136"/>
                </a:lnTo>
                <a:lnTo>
                  <a:pt x="124" y="135"/>
                </a:lnTo>
                <a:lnTo>
                  <a:pt x="124" y="133"/>
                </a:lnTo>
                <a:lnTo>
                  <a:pt x="125" y="133"/>
                </a:lnTo>
                <a:lnTo>
                  <a:pt x="125" y="132"/>
                </a:lnTo>
                <a:lnTo>
                  <a:pt x="126" y="132"/>
                </a:lnTo>
                <a:lnTo>
                  <a:pt x="126" y="133"/>
                </a:lnTo>
                <a:lnTo>
                  <a:pt x="127" y="134"/>
                </a:lnTo>
                <a:lnTo>
                  <a:pt x="127" y="135"/>
                </a:lnTo>
                <a:lnTo>
                  <a:pt x="128" y="136"/>
                </a:lnTo>
                <a:lnTo>
                  <a:pt x="130" y="137"/>
                </a:lnTo>
                <a:lnTo>
                  <a:pt x="133" y="140"/>
                </a:lnTo>
                <a:lnTo>
                  <a:pt x="134" y="140"/>
                </a:lnTo>
                <a:lnTo>
                  <a:pt x="134" y="141"/>
                </a:lnTo>
                <a:lnTo>
                  <a:pt x="139" y="141"/>
                </a:lnTo>
                <a:lnTo>
                  <a:pt x="140" y="142"/>
                </a:lnTo>
                <a:lnTo>
                  <a:pt x="140" y="143"/>
                </a:lnTo>
                <a:lnTo>
                  <a:pt x="140" y="144"/>
                </a:lnTo>
                <a:lnTo>
                  <a:pt x="141" y="144"/>
                </a:lnTo>
                <a:lnTo>
                  <a:pt x="141" y="145"/>
                </a:lnTo>
                <a:lnTo>
                  <a:pt x="141" y="146"/>
                </a:lnTo>
                <a:lnTo>
                  <a:pt x="142" y="148"/>
                </a:lnTo>
                <a:lnTo>
                  <a:pt x="143" y="148"/>
                </a:lnTo>
                <a:lnTo>
                  <a:pt x="144" y="148"/>
                </a:lnTo>
                <a:lnTo>
                  <a:pt x="144" y="150"/>
                </a:lnTo>
                <a:lnTo>
                  <a:pt x="145" y="150"/>
                </a:lnTo>
                <a:lnTo>
                  <a:pt x="145" y="151"/>
                </a:lnTo>
                <a:lnTo>
                  <a:pt x="146" y="154"/>
                </a:lnTo>
                <a:lnTo>
                  <a:pt x="151" y="153"/>
                </a:lnTo>
                <a:lnTo>
                  <a:pt x="156" y="151"/>
                </a:lnTo>
                <a:lnTo>
                  <a:pt x="155" y="151"/>
                </a:lnTo>
                <a:lnTo>
                  <a:pt x="156" y="150"/>
                </a:lnTo>
                <a:lnTo>
                  <a:pt x="156" y="148"/>
                </a:lnTo>
                <a:lnTo>
                  <a:pt x="158" y="147"/>
                </a:lnTo>
                <a:lnTo>
                  <a:pt x="157" y="147"/>
                </a:lnTo>
                <a:lnTo>
                  <a:pt x="156" y="146"/>
                </a:lnTo>
                <a:lnTo>
                  <a:pt x="156" y="145"/>
                </a:lnTo>
                <a:lnTo>
                  <a:pt x="157" y="144"/>
                </a:lnTo>
                <a:lnTo>
                  <a:pt x="158" y="142"/>
                </a:lnTo>
                <a:lnTo>
                  <a:pt x="158" y="141"/>
                </a:lnTo>
                <a:lnTo>
                  <a:pt x="159" y="141"/>
                </a:lnTo>
                <a:lnTo>
                  <a:pt x="158" y="141"/>
                </a:lnTo>
                <a:lnTo>
                  <a:pt x="160" y="138"/>
                </a:lnTo>
                <a:lnTo>
                  <a:pt x="160" y="137"/>
                </a:lnTo>
                <a:lnTo>
                  <a:pt x="160" y="136"/>
                </a:lnTo>
                <a:lnTo>
                  <a:pt x="159" y="135"/>
                </a:lnTo>
                <a:lnTo>
                  <a:pt x="158" y="134"/>
                </a:lnTo>
                <a:lnTo>
                  <a:pt x="157" y="133"/>
                </a:lnTo>
                <a:lnTo>
                  <a:pt x="157" y="132"/>
                </a:lnTo>
                <a:lnTo>
                  <a:pt x="156" y="131"/>
                </a:lnTo>
                <a:lnTo>
                  <a:pt x="156" y="130"/>
                </a:lnTo>
                <a:lnTo>
                  <a:pt x="155" y="128"/>
                </a:lnTo>
                <a:lnTo>
                  <a:pt x="154" y="127"/>
                </a:lnTo>
                <a:lnTo>
                  <a:pt x="152" y="125"/>
                </a:lnTo>
                <a:lnTo>
                  <a:pt x="152" y="124"/>
                </a:lnTo>
                <a:lnTo>
                  <a:pt x="153" y="123"/>
                </a:lnTo>
                <a:lnTo>
                  <a:pt x="154" y="122"/>
                </a:lnTo>
                <a:lnTo>
                  <a:pt x="154" y="121"/>
                </a:lnTo>
                <a:lnTo>
                  <a:pt x="154" y="120"/>
                </a:lnTo>
                <a:lnTo>
                  <a:pt x="158" y="119"/>
                </a:lnTo>
                <a:lnTo>
                  <a:pt x="160" y="114"/>
                </a:lnTo>
                <a:lnTo>
                  <a:pt x="160" y="113"/>
                </a:lnTo>
                <a:lnTo>
                  <a:pt x="160" y="112"/>
                </a:lnTo>
                <a:lnTo>
                  <a:pt x="160" y="110"/>
                </a:lnTo>
                <a:lnTo>
                  <a:pt x="160" y="109"/>
                </a:lnTo>
                <a:lnTo>
                  <a:pt x="160" y="108"/>
                </a:lnTo>
                <a:lnTo>
                  <a:pt x="160" y="107"/>
                </a:lnTo>
                <a:lnTo>
                  <a:pt x="149" y="76"/>
                </a:lnTo>
                <a:lnTo>
                  <a:pt x="171" y="68"/>
                </a:lnTo>
                <a:lnTo>
                  <a:pt x="178" y="66"/>
                </a:lnTo>
                <a:lnTo>
                  <a:pt x="183" y="64"/>
                </a:lnTo>
                <a:lnTo>
                  <a:pt x="186" y="59"/>
                </a:lnTo>
                <a:lnTo>
                  <a:pt x="192" y="56"/>
                </a:lnTo>
                <a:lnTo>
                  <a:pt x="189" y="50"/>
                </a:lnTo>
                <a:lnTo>
                  <a:pt x="189" y="48"/>
                </a:lnTo>
                <a:lnTo>
                  <a:pt x="192" y="47"/>
                </a:lnTo>
                <a:lnTo>
                  <a:pt x="192" y="46"/>
                </a:lnTo>
                <a:lnTo>
                  <a:pt x="191" y="40"/>
                </a:lnTo>
                <a:lnTo>
                  <a:pt x="192" y="35"/>
                </a:lnTo>
                <a:lnTo>
                  <a:pt x="195" y="32"/>
                </a:lnTo>
                <a:lnTo>
                  <a:pt x="196" y="31"/>
                </a:lnTo>
                <a:lnTo>
                  <a:pt x="200" y="27"/>
                </a:lnTo>
                <a:lnTo>
                  <a:pt x="201" y="25"/>
                </a:lnTo>
                <a:lnTo>
                  <a:pt x="202" y="25"/>
                </a:lnTo>
                <a:lnTo>
                  <a:pt x="203" y="24"/>
                </a:lnTo>
                <a:lnTo>
                  <a:pt x="205" y="24"/>
                </a:lnTo>
                <a:lnTo>
                  <a:pt x="206" y="25"/>
                </a:lnTo>
                <a:lnTo>
                  <a:pt x="207" y="25"/>
                </a:lnTo>
                <a:lnTo>
                  <a:pt x="208" y="25"/>
                </a:lnTo>
                <a:lnTo>
                  <a:pt x="210" y="25"/>
                </a:lnTo>
                <a:lnTo>
                  <a:pt x="210" y="26"/>
                </a:lnTo>
                <a:lnTo>
                  <a:pt x="210" y="27"/>
                </a:lnTo>
                <a:lnTo>
                  <a:pt x="211" y="27"/>
                </a:lnTo>
                <a:lnTo>
                  <a:pt x="212" y="27"/>
                </a:lnTo>
                <a:lnTo>
                  <a:pt x="213" y="27"/>
                </a:lnTo>
                <a:lnTo>
                  <a:pt x="214" y="27"/>
                </a:lnTo>
                <a:lnTo>
                  <a:pt x="215" y="27"/>
                </a:lnTo>
                <a:lnTo>
                  <a:pt x="216" y="26"/>
                </a:lnTo>
                <a:lnTo>
                  <a:pt x="217" y="26"/>
                </a:lnTo>
                <a:lnTo>
                  <a:pt x="218" y="27"/>
                </a:lnTo>
                <a:lnTo>
                  <a:pt x="219" y="27"/>
                </a:lnTo>
                <a:lnTo>
                  <a:pt x="220" y="27"/>
                </a:lnTo>
                <a:lnTo>
                  <a:pt x="221" y="28"/>
                </a:lnTo>
                <a:lnTo>
                  <a:pt x="222" y="29"/>
                </a:lnTo>
                <a:lnTo>
                  <a:pt x="222" y="30"/>
                </a:lnTo>
                <a:lnTo>
                  <a:pt x="223" y="30"/>
                </a:lnTo>
                <a:lnTo>
                  <a:pt x="224" y="31"/>
                </a:lnTo>
                <a:lnTo>
                  <a:pt x="225" y="30"/>
                </a:lnTo>
                <a:lnTo>
                  <a:pt x="225" y="29"/>
                </a:lnTo>
                <a:lnTo>
                  <a:pt x="226" y="29"/>
                </a:lnTo>
                <a:lnTo>
                  <a:pt x="226" y="28"/>
                </a:lnTo>
                <a:lnTo>
                  <a:pt x="226" y="27"/>
                </a:lnTo>
                <a:lnTo>
                  <a:pt x="226" y="26"/>
                </a:lnTo>
                <a:lnTo>
                  <a:pt x="227" y="26"/>
                </a:lnTo>
                <a:lnTo>
                  <a:pt x="228" y="26"/>
                </a:lnTo>
                <a:lnTo>
                  <a:pt x="228" y="27"/>
                </a:lnTo>
                <a:lnTo>
                  <a:pt x="229" y="26"/>
                </a:lnTo>
                <a:lnTo>
                  <a:pt x="229" y="25"/>
                </a:lnTo>
                <a:lnTo>
                  <a:pt x="230" y="26"/>
                </a:lnTo>
                <a:lnTo>
                  <a:pt x="231" y="26"/>
                </a:lnTo>
                <a:lnTo>
                  <a:pt x="231" y="25"/>
                </a:lnTo>
                <a:lnTo>
                  <a:pt x="232" y="25"/>
                </a:lnTo>
                <a:lnTo>
                  <a:pt x="233" y="26"/>
                </a:lnTo>
                <a:lnTo>
                  <a:pt x="234" y="25"/>
                </a:lnTo>
                <a:lnTo>
                  <a:pt x="234" y="26"/>
                </a:lnTo>
                <a:lnTo>
                  <a:pt x="235" y="26"/>
                </a:lnTo>
                <a:lnTo>
                  <a:pt x="235" y="27"/>
                </a:lnTo>
                <a:lnTo>
                  <a:pt x="235" y="26"/>
                </a:lnTo>
                <a:lnTo>
                  <a:pt x="236" y="26"/>
                </a:lnTo>
                <a:lnTo>
                  <a:pt x="236" y="25"/>
                </a:lnTo>
                <a:lnTo>
                  <a:pt x="237" y="25"/>
                </a:lnTo>
                <a:lnTo>
                  <a:pt x="237" y="24"/>
                </a:lnTo>
                <a:lnTo>
                  <a:pt x="237" y="25"/>
                </a:lnTo>
                <a:lnTo>
                  <a:pt x="238" y="24"/>
                </a:lnTo>
                <a:lnTo>
                  <a:pt x="238" y="23"/>
                </a:lnTo>
                <a:lnTo>
                  <a:pt x="238" y="22"/>
                </a:lnTo>
                <a:lnTo>
                  <a:pt x="238" y="23"/>
                </a:lnTo>
                <a:lnTo>
                  <a:pt x="239" y="22"/>
                </a:lnTo>
                <a:lnTo>
                  <a:pt x="240" y="21"/>
                </a:lnTo>
                <a:lnTo>
                  <a:pt x="241" y="20"/>
                </a:lnTo>
                <a:lnTo>
                  <a:pt x="242" y="20"/>
                </a:lnTo>
                <a:lnTo>
                  <a:pt x="243" y="21"/>
                </a:lnTo>
                <a:lnTo>
                  <a:pt x="244" y="21"/>
                </a:lnTo>
                <a:lnTo>
                  <a:pt x="245" y="21"/>
                </a:lnTo>
                <a:lnTo>
                  <a:pt x="245" y="22"/>
                </a:lnTo>
                <a:lnTo>
                  <a:pt x="246" y="23"/>
                </a:lnTo>
                <a:lnTo>
                  <a:pt x="247" y="23"/>
                </a:lnTo>
                <a:lnTo>
                  <a:pt x="248" y="24"/>
                </a:lnTo>
                <a:lnTo>
                  <a:pt x="249" y="24"/>
                </a:lnTo>
                <a:lnTo>
                  <a:pt x="249" y="23"/>
                </a:lnTo>
                <a:lnTo>
                  <a:pt x="250" y="23"/>
                </a:lnTo>
                <a:lnTo>
                  <a:pt x="250" y="24"/>
                </a:lnTo>
                <a:lnTo>
                  <a:pt x="251" y="24"/>
                </a:lnTo>
                <a:lnTo>
                  <a:pt x="251" y="25"/>
                </a:lnTo>
                <a:lnTo>
                  <a:pt x="252" y="25"/>
                </a:lnTo>
                <a:lnTo>
                  <a:pt x="252" y="24"/>
                </a:lnTo>
                <a:lnTo>
                  <a:pt x="253" y="24"/>
                </a:lnTo>
                <a:lnTo>
                  <a:pt x="253" y="23"/>
                </a:lnTo>
                <a:lnTo>
                  <a:pt x="254" y="23"/>
                </a:lnTo>
                <a:lnTo>
                  <a:pt x="255" y="23"/>
                </a:lnTo>
                <a:lnTo>
                  <a:pt x="255" y="22"/>
                </a:lnTo>
                <a:lnTo>
                  <a:pt x="255" y="21"/>
                </a:lnTo>
                <a:lnTo>
                  <a:pt x="255" y="20"/>
                </a:lnTo>
                <a:lnTo>
                  <a:pt x="256" y="20"/>
                </a:lnTo>
                <a:lnTo>
                  <a:pt x="256" y="19"/>
                </a:lnTo>
                <a:lnTo>
                  <a:pt x="256" y="18"/>
                </a:lnTo>
                <a:lnTo>
                  <a:pt x="257" y="18"/>
                </a:lnTo>
                <a:lnTo>
                  <a:pt x="258" y="18"/>
                </a:lnTo>
                <a:lnTo>
                  <a:pt x="259" y="18"/>
                </a:lnTo>
                <a:lnTo>
                  <a:pt x="262" y="16"/>
                </a:lnTo>
                <a:lnTo>
                  <a:pt x="263" y="16"/>
                </a:lnTo>
                <a:lnTo>
                  <a:pt x="264" y="16"/>
                </a:lnTo>
                <a:lnTo>
                  <a:pt x="265" y="16"/>
                </a:lnTo>
                <a:lnTo>
                  <a:pt x="266" y="16"/>
                </a:lnTo>
                <a:lnTo>
                  <a:pt x="267" y="16"/>
                </a:lnTo>
                <a:lnTo>
                  <a:pt x="268" y="16"/>
                </a:lnTo>
                <a:lnTo>
                  <a:pt x="268" y="15"/>
                </a:lnTo>
                <a:lnTo>
                  <a:pt x="269" y="15"/>
                </a:lnTo>
                <a:lnTo>
                  <a:pt x="272" y="15"/>
                </a:lnTo>
                <a:lnTo>
                  <a:pt x="273" y="14"/>
                </a:lnTo>
                <a:lnTo>
                  <a:pt x="274" y="13"/>
                </a:lnTo>
                <a:lnTo>
                  <a:pt x="275" y="12"/>
                </a:lnTo>
                <a:lnTo>
                  <a:pt x="275" y="13"/>
                </a:lnTo>
                <a:lnTo>
                  <a:pt x="276" y="13"/>
                </a:lnTo>
                <a:lnTo>
                  <a:pt x="277" y="13"/>
                </a:lnTo>
                <a:lnTo>
                  <a:pt x="278" y="12"/>
                </a:lnTo>
                <a:lnTo>
                  <a:pt x="279" y="12"/>
                </a:lnTo>
                <a:lnTo>
                  <a:pt x="280" y="11"/>
                </a:lnTo>
                <a:lnTo>
                  <a:pt x="280" y="10"/>
                </a:lnTo>
                <a:lnTo>
                  <a:pt x="281" y="9"/>
                </a:lnTo>
                <a:lnTo>
                  <a:pt x="282" y="9"/>
                </a:lnTo>
                <a:lnTo>
                  <a:pt x="282" y="8"/>
                </a:lnTo>
                <a:lnTo>
                  <a:pt x="282" y="7"/>
                </a:lnTo>
                <a:lnTo>
                  <a:pt x="283" y="7"/>
                </a:lnTo>
                <a:lnTo>
                  <a:pt x="284" y="7"/>
                </a:lnTo>
                <a:lnTo>
                  <a:pt x="284" y="6"/>
                </a:lnTo>
                <a:lnTo>
                  <a:pt x="285" y="6"/>
                </a:lnTo>
                <a:lnTo>
                  <a:pt x="285" y="5"/>
                </a:lnTo>
                <a:lnTo>
                  <a:pt x="287" y="3"/>
                </a:lnTo>
                <a:lnTo>
                  <a:pt x="287" y="2"/>
                </a:lnTo>
                <a:lnTo>
                  <a:pt x="288" y="2"/>
                </a:lnTo>
                <a:lnTo>
                  <a:pt x="289" y="2"/>
                </a:lnTo>
                <a:lnTo>
                  <a:pt x="290" y="2"/>
                </a:lnTo>
                <a:lnTo>
                  <a:pt x="291" y="2"/>
                </a:lnTo>
                <a:lnTo>
                  <a:pt x="292" y="1"/>
                </a:lnTo>
                <a:lnTo>
                  <a:pt x="293" y="1"/>
                </a:lnTo>
                <a:lnTo>
                  <a:pt x="294" y="0"/>
                </a:lnTo>
                <a:lnTo>
                  <a:pt x="295" y="0"/>
                </a:lnTo>
                <a:lnTo>
                  <a:pt x="296" y="1"/>
                </a:lnTo>
                <a:lnTo>
                  <a:pt x="296" y="2"/>
                </a:lnTo>
                <a:close/>
              </a:path>
            </a:pathLst>
          </a:custGeom>
          <a:solidFill>
            <a:srgbClr val="FDFEC3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5" name=""/>
          <p:cNvSpPr/>
          <p:nvPr/>
        </p:nvSpPr>
        <p:spPr>
          <a:xfrm>
            <a:off x="8795160" y="945360"/>
            <a:ext cx="0" cy="1080"/>
          </a:xfrm>
          <a:custGeom>
            <a:avLst/>
            <a:gdLst/>
            <a:ahLst/>
            <a:rect l="0" t="0" r="r" b="b"/>
            <a:pathLst>
              <a:path w="0" h="3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DFEC3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6" name=""/>
          <p:cNvSpPr/>
          <p:nvPr/>
        </p:nvSpPr>
        <p:spPr>
          <a:xfrm>
            <a:off x="8794800" y="943560"/>
            <a:ext cx="720" cy="2520"/>
          </a:xfrm>
          <a:custGeom>
            <a:avLst/>
            <a:gdLst/>
            <a:ahLst/>
            <a:rect l="0" t="0" r="r" b="b"/>
            <a:pathLst>
              <a:path w="2" h="7">
                <a:moveTo>
                  <a:pt x="2" y="4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lnTo>
                  <a:pt x="2" y="7"/>
                </a:lnTo>
                <a:lnTo>
                  <a:pt x="2" y="4"/>
                </a:lnTo>
                <a:close/>
              </a:path>
            </a:pathLst>
          </a:custGeom>
          <a:solidFill>
            <a:srgbClr val="FDFEC3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7" name=""/>
          <p:cNvSpPr/>
          <p:nvPr/>
        </p:nvSpPr>
        <p:spPr>
          <a:xfrm>
            <a:off x="8795520" y="941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DFEC3"/>
          </a:solidFill>
          <a:ln w="3960">
            <a:solidFill>
              <a:srgbClr val="FFFFFF"/>
            </a:solidFill>
            <a:round/>
          </a:ln>
        </p:spPr>
        <p:txBody>
          <a:bodyPr lIns="1800" tIns="-1800" rIns="18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8" name=""/>
          <p:cNvSpPr/>
          <p:nvPr/>
        </p:nvSpPr>
        <p:spPr>
          <a:xfrm>
            <a:off x="8459280" y="18018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2" y="4"/>
                </a:move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3"/>
                </a:lnTo>
                <a:lnTo>
                  <a:pt x="6" y="3"/>
                </a:lnTo>
                <a:lnTo>
                  <a:pt x="4" y="3"/>
                </a:lnTo>
                <a:lnTo>
                  <a:pt x="2" y="4"/>
                </a:lnTo>
                <a:close/>
              </a:path>
            </a:pathLst>
          </a:custGeom>
          <a:solidFill>
            <a:srgbClr val="F78051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9" name=""/>
          <p:cNvSpPr/>
          <p:nvPr/>
        </p:nvSpPr>
        <p:spPr>
          <a:xfrm>
            <a:off x="8135280" y="1630800"/>
            <a:ext cx="366840" cy="310680"/>
          </a:xfrm>
          <a:custGeom>
            <a:avLst/>
            <a:gdLst/>
            <a:ahLst/>
            <a:rect l="0" t="0" r="r" b="b"/>
            <a:pathLst>
              <a:path w="1019" h="863">
                <a:moveTo>
                  <a:pt x="463" y="0"/>
                </a:moveTo>
                <a:lnTo>
                  <a:pt x="464" y="0"/>
                </a:lnTo>
                <a:lnTo>
                  <a:pt x="465" y="1"/>
                </a:lnTo>
                <a:lnTo>
                  <a:pt x="466" y="1"/>
                </a:lnTo>
                <a:lnTo>
                  <a:pt x="467" y="1"/>
                </a:lnTo>
                <a:lnTo>
                  <a:pt x="468" y="1"/>
                </a:lnTo>
                <a:lnTo>
                  <a:pt x="469" y="1"/>
                </a:lnTo>
                <a:lnTo>
                  <a:pt x="470" y="1"/>
                </a:lnTo>
                <a:lnTo>
                  <a:pt x="470" y="2"/>
                </a:lnTo>
                <a:lnTo>
                  <a:pt x="471" y="4"/>
                </a:lnTo>
                <a:lnTo>
                  <a:pt x="472" y="5"/>
                </a:lnTo>
                <a:lnTo>
                  <a:pt x="472" y="6"/>
                </a:lnTo>
                <a:lnTo>
                  <a:pt x="472" y="7"/>
                </a:lnTo>
                <a:lnTo>
                  <a:pt x="473" y="7"/>
                </a:lnTo>
                <a:lnTo>
                  <a:pt x="472" y="8"/>
                </a:lnTo>
                <a:lnTo>
                  <a:pt x="470" y="9"/>
                </a:lnTo>
                <a:lnTo>
                  <a:pt x="469" y="10"/>
                </a:lnTo>
                <a:lnTo>
                  <a:pt x="466" y="11"/>
                </a:lnTo>
                <a:lnTo>
                  <a:pt x="467" y="12"/>
                </a:lnTo>
                <a:lnTo>
                  <a:pt x="465" y="14"/>
                </a:lnTo>
                <a:lnTo>
                  <a:pt x="464" y="13"/>
                </a:lnTo>
                <a:lnTo>
                  <a:pt x="464" y="14"/>
                </a:lnTo>
                <a:lnTo>
                  <a:pt x="462" y="14"/>
                </a:lnTo>
                <a:lnTo>
                  <a:pt x="462" y="15"/>
                </a:lnTo>
                <a:lnTo>
                  <a:pt x="462" y="16"/>
                </a:lnTo>
                <a:lnTo>
                  <a:pt x="462" y="18"/>
                </a:lnTo>
                <a:lnTo>
                  <a:pt x="461" y="18"/>
                </a:lnTo>
                <a:lnTo>
                  <a:pt x="460" y="18"/>
                </a:lnTo>
                <a:lnTo>
                  <a:pt x="460" y="21"/>
                </a:lnTo>
                <a:lnTo>
                  <a:pt x="460" y="22"/>
                </a:lnTo>
                <a:lnTo>
                  <a:pt x="460" y="24"/>
                </a:lnTo>
                <a:lnTo>
                  <a:pt x="460" y="25"/>
                </a:lnTo>
                <a:lnTo>
                  <a:pt x="460" y="26"/>
                </a:lnTo>
                <a:lnTo>
                  <a:pt x="460" y="27"/>
                </a:lnTo>
                <a:lnTo>
                  <a:pt x="460" y="30"/>
                </a:lnTo>
                <a:lnTo>
                  <a:pt x="460" y="31"/>
                </a:lnTo>
                <a:lnTo>
                  <a:pt x="460" y="32"/>
                </a:lnTo>
                <a:lnTo>
                  <a:pt x="460" y="36"/>
                </a:lnTo>
                <a:lnTo>
                  <a:pt x="460" y="37"/>
                </a:lnTo>
                <a:lnTo>
                  <a:pt x="461" y="39"/>
                </a:lnTo>
                <a:lnTo>
                  <a:pt x="461" y="41"/>
                </a:lnTo>
                <a:lnTo>
                  <a:pt x="462" y="43"/>
                </a:lnTo>
                <a:lnTo>
                  <a:pt x="461" y="43"/>
                </a:lnTo>
                <a:lnTo>
                  <a:pt x="461" y="44"/>
                </a:lnTo>
                <a:lnTo>
                  <a:pt x="462" y="44"/>
                </a:lnTo>
                <a:lnTo>
                  <a:pt x="462" y="47"/>
                </a:lnTo>
                <a:lnTo>
                  <a:pt x="461" y="48"/>
                </a:lnTo>
                <a:lnTo>
                  <a:pt x="461" y="49"/>
                </a:lnTo>
                <a:lnTo>
                  <a:pt x="462" y="49"/>
                </a:lnTo>
                <a:lnTo>
                  <a:pt x="462" y="50"/>
                </a:lnTo>
                <a:lnTo>
                  <a:pt x="460" y="50"/>
                </a:lnTo>
                <a:lnTo>
                  <a:pt x="461" y="50"/>
                </a:lnTo>
                <a:lnTo>
                  <a:pt x="461" y="51"/>
                </a:lnTo>
                <a:lnTo>
                  <a:pt x="463" y="51"/>
                </a:lnTo>
                <a:lnTo>
                  <a:pt x="463" y="57"/>
                </a:lnTo>
                <a:lnTo>
                  <a:pt x="461" y="57"/>
                </a:lnTo>
                <a:lnTo>
                  <a:pt x="461" y="58"/>
                </a:lnTo>
                <a:lnTo>
                  <a:pt x="462" y="57"/>
                </a:lnTo>
                <a:lnTo>
                  <a:pt x="462" y="58"/>
                </a:lnTo>
                <a:lnTo>
                  <a:pt x="462" y="57"/>
                </a:lnTo>
                <a:lnTo>
                  <a:pt x="465" y="57"/>
                </a:lnTo>
                <a:lnTo>
                  <a:pt x="466" y="58"/>
                </a:lnTo>
                <a:lnTo>
                  <a:pt x="466" y="59"/>
                </a:lnTo>
                <a:lnTo>
                  <a:pt x="465" y="59"/>
                </a:lnTo>
                <a:lnTo>
                  <a:pt x="463" y="61"/>
                </a:lnTo>
                <a:lnTo>
                  <a:pt x="463" y="62"/>
                </a:lnTo>
                <a:lnTo>
                  <a:pt x="464" y="63"/>
                </a:lnTo>
                <a:lnTo>
                  <a:pt x="465" y="62"/>
                </a:lnTo>
                <a:lnTo>
                  <a:pt x="466" y="63"/>
                </a:lnTo>
                <a:lnTo>
                  <a:pt x="466" y="65"/>
                </a:lnTo>
                <a:lnTo>
                  <a:pt x="467" y="66"/>
                </a:lnTo>
                <a:lnTo>
                  <a:pt x="468" y="66"/>
                </a:lnTo>
                <a:lnTo>
                  <a:pt x="469" y="68"/>
                </a:lnTo>
                <a:lnTo>
                  <a:pt x="469" y="69"/>
                </a:lnTo>
                <a:lnTo>
                  <a:pt x="469" y="70"/>
                </a:lnTo>
                <a:lnTo>
                  <a:pt x="470" y="70"/>
                </a:lnTo>
                <a:lnTo>
                  <a:pt x="472" y="70"/>
                </a:lnTo>
                <a:lnTo>
                  <a:pt x="473" y="70"/>
                </a:lnTo>
                <a:lnTo>
                  <a:pt x="475" y="67"/>
                </a:lnTo>
                <a:lnTo>
                  <a:pt x="476" y="67"/>
                </a:lnTo>
                <a:lnTo>
                  <a:pt x="477" y="68"/>
                </a:lnTo>
                <a:lnTo>
                  <a:pt x="478" y="68"/>
                </a:lnTo>
                <a:lnTo>
                  <a:pt x="479" y="69"/>
                </a:lnTo>
                <a:lnTo>
                  <a:pt x="480" y="70"/>
                </a:lnTo>
                <a:lnTo>
                  <a:pt x="482" y="70"/>
                </a:lnTo>
                <a:lnTo>
                  <a:pt x="483" y="71"/>
                </a:lnTo>
                <a:lnTo>
                  <a:pt x="485" y="71"/>
                </a:lnTo>
                <a:lnTo>
                  <a:pt x="486" y="71"/>
                </a:lnTo>
                <a:lnTo>
                  <a:pt x="486" y="72"/>
                </a:lnTo>
                <a:lnTo>
                  <a:pt x="487" y="72"/>
                </a:lnTo>
                <a:lnTo>
                  <a:pt x="488" y="72"/>
                </a:lnTo>
                <a:lnTo>
                  <a:pt x="489" y="72"/>
                </a:lnTo>
                <a:lnTo>
                  <a:pt x="490" y="71"/>
                </a:lnTo>
                <a:lnTo>
                  <a:pt x="491" y="71"/>
                </a:lnTo>
                <a:lnTo>
                  <a:pt x="493" y="71"/>
                </a:lnTo>
                <a:lnTo>
                  <a:pt x="494" y="71"/>
                </a:lnTo>
                <a:lnTo>
                  <a:pt x="494" y="73"/>
                </a:lnTo>
                <a:lnTo>
                  <a:pt x="495" y="74"/>
                </a:lnTo>
                <a:lnTo>
                  <a:pt x="496" y="74"/>
                </a:lnTo>
                <a:lnTo>
                  <a:pt x="497" y="74"/>
                </a:lnTo>
                <a:lnTo>
                  <a:pt x="498" y="74"/>
                </a:lnTo>
                <a:lnTo>
                  <a:pt x="499" y="74"/>
                </a:lnTo>
                <a:lnTo>
                  <a:pt x="500" y="74"/>
                </a:lnTo>
                <a:lnTo>
                  <a:pt x="501" y="74"/>
                </a:lnTo>
                <a:lnTo>
                  <a:pt x="502" y="74"/>
                </a:lnTo>
                <a:lnTo>
                  <a:pt x="502" y="73"/>
                </a:lnTo>
                <a:lnTo>
                  <a:pt x="503" y="73"/>
                </a:lnTo>
                <a:lnTo>
                  <a:pt x="504" y="74"/>
                </a:lnTo>
                <a:lnTo>
                  <a:pt x="505" y="74"/>
                </a:lnTo>
                <a:lnTo>
                  <a:pt x="506" y="74"/>
                </a:lnTo>
                <a:lnTo>
                  <a:pt x="505" y="74"/>
                </a:lnTo>
                <a:lnTo>
                  <a:pt x="507" y="73"/>
                </a:lnTo>
                <a:lnTo>
                  <a:pt x="507" y="74"/>
                </a:lnTo>
                <a:lnTo>
                  <a:pt x="509" y="75"/>
                </a:lnTo>
                <a:lnTo>
                  <a:pt x="509" y="76"/>
                </a:lnTo>
                <a:lnTo>
                  <a:pt x="510" y="76"/>
                </a:lnTo>
                <a:lnTo>
                  <a:pt x="511" y="76"/>
                </a:lnTo>
                <a:lnTo>
                  <a:pt x="511" y="75"/>
                </a:lnTo>
                <a:lnTo>
                  <a:pt x="512" y="74"/>
                </a:lnTo>
                <a:lnTo>
                  <a:pt x="516" y="75"/>
                </a:lnTo>
                <a:lnTo>
                  <a:pt x="517" y="75"/>
                </a:lnTo>
                <a:lnTo>
                  <a:pt x="518" y="75"/>
                </a:lnTo>
                <a:lnTo>
                  <a:pt x="519" y="74"/>
                </a:lnTo>
                <a:lnTo>
                  <a:pt x="519" y="76"/>
                </a:lnTo>
                <a:lnTo>
                  <a:pt x="518" y="76"/>
                </a:lnTo>
                <a:lnTo>
                  <a:pt x="517" y="77"/>
                </a:lnTo>
                <a:lnTo>
                  <a:pt x="517" y="78"/>
                </a:lnTo>
                <a:lnTo>
                  <a:pt x="513" y="78"/>
                </a:lnTo>
                <a:lnTo>
                  <a:pt x="513" y="79"/>
                </a:lnTo>
                <a:lnTo>
                  <a:pt x="514" y="79"/>
                </a:lnTo>
                <a:lnTo>
                  <a:pt x="514" y="80"/>
                </a:lnTo>
                <a:lnTo>
                  <a:pt x="514" y="82"/>
                </a:lnTo>
                <a:lnTo>
                  <a:pt x="513" y="82"/>
                </a:lnTo>
                <a:lnTo>
                  <a:pt x="512" y="82"/>
                </a:lnTo>
                <a:lnTo>
                  <a:pt x="512" y="83"/>
                </a:lnTo>
                <a:lnTo>
                  <a:pt x="512" y="84"/>
                </a:lnTo>
                <a:lnTo>
                  <a:pt x="512" y="85"/>
                </a:lnTo>
                <a:lnTo>
                  <a:pt x="511" y="86"/>
                </a:lnTo>
                <a:lnTo>
                  <a:pt x="510" y="86"/>
                </a:lnTo>
                <a:lnTo>
                  <a:pt x="510" y="87"/>
                </a:lnTo>
                <a:lnTo>
                  <a:pt x="512" y="88"/>
                </a:lnTo>
                <a:lnTo>
                  <a:pt x="512" y="89"/>
                </a:lnTo>
                <a:lnTo>
                  <a:pt x="515" y="90"/>
                </a:lnTo>
                <a:lnTo>
                  <a:pt x="516" y="91"/>
                </a:lnTo>
                <a:lnTo>
                  <a:pt x="517" y="92"/>
                </a:lnTo>
                <a:lnTo>
                  <a:pt x="519" y="94"/>
                </a:lnTo>
                <a:lnTo>
                  <a:pt x="523" y="96"/>
                </a:lnTo>
                <a:lnTo>
                  <a:pt x="524" y="97"/>
                </a:lnTo>
                <a:lnTo>
                  <a:pt x="525" y="94"/>
                </a:lnTo>
                <a:lnTo>
                  <a:pt x="528" y="94"/>
                </a:lnTo>
                <a:lnTo>
                  <a:pt x="528" y="98"/>
                </a:lnTo>
                <a:lnTo>
                  <a:pt x="531" y="99"/>
                </a:lnTo>
                <a:lnTo>
                  <a:pt x="530" y="101"/>
                </a:lnTo>
                <a:lnTo>
                  <a:pt x="532" y="102"/>
                </a:lnTo>
                <a:lnTo>
                  <a:pt x="534" y="102"/>
                </a:lnTo>
                <a:lnTo>
                  <a:pt x="534" y="103"/>
                </a:lnTo>
                <a:lnTo>
                  <a:pt x="537" y="104"/>
                </a:lnTo>
                <a:lnTo>
                  <a:pt x="539" y="104"/>
                </a:lnTo>
                <a:lnTo>
                  <a:pt x="539" y="105"/>
                </a:lnTo>
                <a:lnTo>
                  <a:pt x="542" y="105"/>
                </a:lnTo>
                <a:lnTo>
                  <a:pt x="544" y="106"/>
                </a:lnTo>
                <a:lnTo>
                  <a:pt x="545" y="106"/>
                </a:lnTo>
                <a:lnTo>
                  <a:pt x="545" y="107"/>
                </a:lnTo>
                <a:lnTo>
                  <a:pt x="546" y="107"/>
                </a:lnTo>
                <a:lnTo>
                  <a:pt x="546" y="108"/>
                </a:lnTo>
                <a:lnTo>
                  <a:pt x="546" y="109"/>
                </a:lnTo>
                <a:lnTo>
                  <a:pt x="546" y="111"/>
                </a:lnTo>
                <a:lnTo>
                  <a:pt x="546" y="112"/>
                </a:lnTo>
                <a:lnTo>
                  <a:pt x="547" y="112"/>
                </a:lnTo>
                <a:lnTo>
                  <a:pt x="547" y="114"/>
                </a:lnTo>
                <a:lnTo>
                  <a:pt x="546" y="115"/>
                </a:lnTo>
                <a:lnTo>
                  <a:pt x="546" y="116"/>
                </a:lnTo>
                <a:lnTo>
                  <a:pt x="548" y="115"/>
                </a:lnTo>
                <a:lnTo>
                  <a:pt x="551" y="114"/>
                </a:lnTo>
                <a:lnTo>
                  <a:pt x="552" y="114"/>
                </a:lnTo>
                <a:lnTo>
                  <a:pt x="552" y="113"/>
                </a:lnTo>
                <a:lnTo>
                  <a:pt x="553" y="113"/>
                </a:lnTo>
                <a:lnTo>
                  <a:pt x="554" y="113"/>
                </a:lnTo>
                <a:lnTo>
                  <a:pt x="555" y="112"/>
                </a:lnTo>
                <a:lnTo>
                  <a:pt x="558" y="112"/>
                </a:lnTo>
                <a:lnTo>
                  <a:pt x="559" y="112"/>
                </a:lnTo>
                <a:lnTo>
                  <a:pt x="560" y="112"/>
                </a:lnTo>
                <a:lnTo>
                  <a:pt x="561" y="113"/>
                </a:lnTo>
                <a:lnTo>
                  <a:pt x="564" y="114"/>
                </a:lnTo>
                <a:lnTo>
                  <a:pt x="567" y="115"/>
                </a:lnTo>
                <a:lnTo>
                  <a:pt x="568" y="115"/>
                </a:lnTo>
                <a:lnTo>
                  <a:pt x="568" y="116"/>
                </a:lnTo>
                <a:lnTo>
                  <a:pt x="569" y="116"/>
                </a:lnTo>
                <a:lnTo>
                  <a:pt x="570" y="116"/>
                </a:lnTo>
                <a:lnTo>
                  <a:pt x="571" y="117"/>
                </a:lnTo>
                <a:lnTo>
                  <a:pt x="571" y="118"/>
                </a:lnTo>
                <a:lnTo>
                  <a:pt x="570" y="119"/>
                </a:lnTo>
                <a:lnTo>
                  <a:pt x="571" y="119"/>
                </a:lnTo>
                <a:lnTo>
                  <a:pt x="571" y="120"/>
                </a:lnTo>
                <a:lnTo>
                  <a:pt x="570" y="121"/>
                </a:lnTo>
                <a:lnTo>
                  <a:pt x="572" y="122"/>
                </a:lnTo>
                <a:lnTo>
                  <a:pt x="574" y="122"/>
                </a:lnTo>
                <a:lnTo>
                  <a:pt x="575" y="121"/>
                </a:lnTo>
                <a:lnTo>
                  <a:pt x="576" y="121"/>
                </a:lnTo>
                <a:lnTo>
                  <a:pt x="577" y="121"/>
                </a:lnTo>
                <a:lnTo>
                  <a:pt x="579" y="122"/>
                </a:lnTo>
                <a:lnTo>
                  <a:pt x="581" y="122"/>
                </a:lnTo>
                <a:lnTo>
                  <a:pt x="583" y="122"/>
                </a:lnTo>
                <a:lnTo>
                  <a:pt x="586" y="122"/>
                </a:lnTo>
                <a:lnTo>
                  <a:pt x="587" y="122"/>
                </a:lnTo>
                <a:lnTo>
                  <a:pt x="588" y="122"/>
                </a:lnTo>
                <a:lnTo>
                  <a:pt x="589" y="122"/>
                </a:lnTo>
                <a:lnTo>
                  <a:pt x="590" y="122"/>
                </a:lnTo>
                <a:lnTo>
                  <a:pt x="591" y="122"/>
                </a:lnTo>
                <a:lnTo>
                  <a:pt x="594" y="123"/>
                </a:lnTo>
                <a:lnTo>
                  <a:pt x="595" y="122"/>
                </a:lnTo>
                <a:lnTo>
                  <a:pt x="595" y="123"/>
                </a:lnTo>
                <a:lnTo>
                  <a:pt x="598" y="123"/>
                </a:lnTo>
                <a:lnTo>
                  <a:pt x="599" y="123"/>
                </a:lnTo>
                <a:lnTo>
                  <a:pt x="600" y="124"/>
                </a:lnTo>
                <a:lnTo>
                  <a:pt x="603" y="125"/>
                </a:lnTo>
                <a:lnTo>
                  <a:pt x="605" y="125"/>
                </a:lnTo>
                <a:lnTo>
                  <a:pt x="606" y="125"/>
                </a:lnTo>
                <a:lnTo>
                  <a:pt x="607" y="125"/>
                </a:lnTo>
                <a:lnTo>
                  <a:pt x="608" y="125"/>
                </a:lnTo>
                <a:lnTo>
                  <a:pt x="608" y="126"/>
                </a:lnTo>
                <a:lnTo>
                  <a:pt x="609" y="125"/>
                </a:lnTo>
                <a:lnTo>
                  <a:pt x="613" y="127"/>
                </a:lnTo>
                <a:lnTo>
                  <a:pt x="617" y="128"/>
                </a:lnTo>
                <a:lnTo>
                  <a:pt x="617" y="129"/>
                </a:lnTo>
                <a:lnTo>
                  <a:pt x="619" y="129"/>
                </a:lnTo>
                <a:lnTo>
                  <a:pt x="619" y="130"/>
                </a:lnTo>
                <a:lnTo>
                  <a:pt x="622" y="132"/>
                </a:lnTo>
                <a:lnTo>
                  <a:pt x="624" y="133"/>
                </a:lnTo>
                <a:lnTo>
                  <a:pt x="624" y="134"/>
                </a:lnTo>
                <a:lnTo>
                  <a:pt x="624" y="135"/>
                </a:lnTo>
                <a:lnTo>
                  <a:pt x="625" y="134"/>
                </a:lnTo>
                <a:lnTo>
                  <a:pt x="626" y="134"/>
                </a:lnTo>
                <a:lnTo>
                  <a:pt x="627" y="134"/>
                </a:lnTo>
                <a:lnTo>
                  <a:pt x="628" y="134"/>
                </a:lnTo>
                <a:lnTo>
                  <a:pt x="629" y="135"/>
                </a:lnTo>
                <a:lnTo>
                  <a:pt x="634" y="136"/>
                </a:lnTo>
                <a:lnTo>
                  <a:pt x="635" y="136"/>
                </a:lnTo>
                <a:lnTo>
                  <a:pt x="635" y="137"/>
                </a:lnTo>
                <a:lnTo>
                  <a:pt x="636" y="137"/>
                </a:lnTo>
                <a:lnTo>
                  <a:pt x="637" y="137"/>
                </a:lnTo>
                <a:lnTo>
                  <a:pt x="638" y="137"/>
                </a:lnTo>
                <a:lnTo>
                  <a:pt x="638" y="138"/>
                </a:lnTo>
                <a:lnTo>
                  <a:pt x="639" y="138"/>
                </a:lnTo>
                <a:lnTo>
                  <a:pt x="641" y="138"/>
                </a:lnTo>
                <a:lnTo>
                  <a:pt x="643" y="139"/>
                </a:lnTo>
                <a:lnTo>
                  <a:pt x="644" y="139"/>
                </a:lnTo>
                <a:lnTo>
                  <a:pt x="646" y="140"/>
                </a:lnTo>
                <a:lnTo>
                  <a:pt x="650" y="141"/>
                </a:lnTo>
                <a:lnTo>
                  <a:pt x="654" y="142"/>
                </a:lnTo>
                <a:lnTo>
                  <a:pt x="655" y="143"/>
                </a:lnTo>
                <a:lnTo>
                  <a:pt x="656" y="144"/>
                </a:lnTo>
                <a:lnTo>
                  <a:pt x="657" y="144"/>
                </a:lnTo>
                <a:lnTo>
                  <a:pt x="657" y="145"/>
                </a:lnTo>
                <a:lnTo>
                  <a:pt x="657" y="146"/>
                </a:lnTo>
                <a:lnTo>
                  <a:pt x="657" y="147"/>
                </a:lnTo>
                <a:lnTo>
                  <a:pt x="657" y="148"/>
                </a:lnTo>
                <a:lnTo>
                  <a:pt x="659" y="150"/>
                </a:lnTo>
                <a:lnTo>
                  <a:pt x="659" y="151"/>
                </a:lnTo>
                <a:lnTo>
                  <a:pt x="658" y="153"/>
                </a:lnTo>
                <a:lnTo>
                  <a:pt x="659" y="154"/>
                </a:lnTo>
                <a:lnTo>
                  <a:pt x="659" y="155"/>
                </a:lnTo>
                <a:lnTo>
                  <a:pt x="660" y="155"/>
                </a:lnTo>
                <a:lnTo>
                  <a:pt x="660" y="156"/>
                </a:lnTo>
                <a:lnTo>
                  <a:pt x="661" y="158"/>
                </a:lnTo>
                <a:lnTo>
                  <a:pt x="662" y="160"/>
                </a:lnTo>
                <a:lnTo>
                  <a:pt x="662" y="161"/>
                </a:lnTo>
                <a:lnTo>
                  <a:pt x="663" y="162"/>
                </a:lnTo>
                <a:lnTo>
                  <a:pt x="663" y="163"/>
                </a:lnTo>
                <a:lnTo>
                  <a:pt x="664" y="164"/>
                </a:lnTo>
                <a:lnTo>
                  <a:pt x="664" y="165"/>
                </a:lnTo>
                <a:lnTo>
                  <a:pt x="664" y="166"/>
                </a:lnTo>
                <a:lnTo>
                  <a:pt x="664" y="167"/>
                </a:lnTo>
                <a:lnTo>
                  <a:pt x="665" y="168"/>
                </a:lnTo>
                <a:lnTo>
                  <a:pt x="667" y="173"/>
                </a:lnTo>
                <a:lnTo>
                  <a:pt x="668" y="174"/>
                </a:lnTo>
                <a:lnTo>
                  <a:pt x="668" y="175"/>
                </a:lnTo>
                <a:lnTo>
                  <a:pt x="668" y="176"/>
                </a:lnTo>
                <a:lnTo>
                  <a:pt x="669" y="176"/>
                </a:lnTo>
                <a:lnTo>
                  <a:pt x="670" y="177"/>
                </a:lnTo>
                <a:lnTo>
                  <a:pt x="670" y="178"/>
                </a:lnTo>
                <a:lnTo>
                  <a:pt x="671" y="179"/>
                </a:lnTo>
                <a:lnTo>
                  <a:pt x="671" y="180"/>
                </a:lnTo>
                <a:lnTo>
                  <a:pt x="671" y="182"/>
                </a:lnTo>
                <a:lnTo>
                  <a:pt x="671" y="183"/>
                </a:lnTo>
                <a:lnTo>
                  <a:pt x="672" y="184"/>
                </a:lnTo>
                <a:lnTo>
                  <a:pt x="673" y="185"/>
                </a:lnTo>
                <a:lnTo>
                  <a:pt x="674" y="185"/>
                </a:lnTo>
                <a:lnTo>
                  <a:pt x="675" y="187"/>
                </a:lnTo>
                <a:lnTo>
                  <a:pt x="677" y="190"/>
                </a:lnTo>
                <a:lnTo>
                  <a:pt x="677" y="191"/>
                </a:lnTo>
                <a:lnTo>
                  <a:pt x="678" y="191"/>
                </a:lnTo>
                <a:lnTo>
                  <a:pt x="679" y="192"/>
                </a:lnTo>
                <a:lnTo>
                  <a:pt x="679" y="193"/>
                </a:lnTo>
                <a:lnTo>
                  <a:pt x="680" y="194"/>
                </a:lnTo>
                <a:lnTo>
                  <a:pt x="680" y="195"/>
                </a:lnTo>
                <a:lnTo>
                  <a:pt x="681" y="195"/>
                </a:lnTo>
                <a:lnTo>
                  <a:pt x="681" y="196"/>
                </a:lnTo>
                <a:lnTo>
                  <a:pt x="684" y="200"/>
                </a:lnTo>
                <a:lnTo>
                  <a:pt x="684" y="201"/>
                </a:lnTo>
                <a:lnTo>
                  <a:pt x="685" y="201"/>
                </a:lnTo>
                <a:lnTo>
                  <a:pt x="685" y="202"/>
                </a:lnTo>
                <a:lnTo>
                  <a:pt x="686" y="204"/>
                </a:lnTo>
                <a:lnTo>
                  <a:pt x="686" y="205"/>
                </a:lnTo>
                <a:lnTo>
                  <a:pt x="687" y="207"/>
                </a:lnTo>
                <a:lnTo>
                  <a:pt x="688" y="207"/>
                </a:lnTo>
                <a:lnTo>
                  <a:pt x="688" y="208"/>
                </a:lnTo>
                <a:lnTo>
                  <a:pt x="689" y="209"/>
                </a:lnTo>
                <a:lnTo>
                  <a:pt x="690" y="210"/>
                </a:lnTo>
                <a:lnTo>
                  <a:pt x="691" y="213"/>
                </a:lnTo>
                <a:lnTo>
                  <a:pt x="692" y="214"/>
                </a:lnTo>
                <a:lnTo>
                  <a:pt x="692" y="215"/>
                </a:lnTo>
                <a:lnTo>
                  <a:pt x="693" y="216"/>
                </a:lnTo>
                <a:lnTo>
                  <a:pt x="692" y="216"/>
                </a:lnTo>
                <a:lnTo>
                  <a:pt x="692" y="217"/>
                </a:lnTo>
                <a:lnTo>
                  <a:pt x="693" y="216"/>
                </a:lnTo>
                <a:lnTo>
                  <a:pt x="693" y="217"/>
                </a:lnTo>
                <a:lnTo>
                  <a:pt x="694" y="219"/>
                </a:lnTo>
                <a:lnTo>
                  <a:pt x="695" y="220"/>
                </a:lnTo>
                <a:lnTo>
                  <a:pt x="695" y="221"/>
                </a:lnTo>
                <a:lnTo>
                  <a:pt x="697" y="223"/>
                </a:lnTo>
                <a:lnTo>
                  <a:pt x="700" y="226"/>
                </a:lnTo>
                <a:lnTo>
                  <a:pt x="701" y="228"/>
                </a:lnTo>
                <a:lnTo>
                  <a:pt x="703" y="231"/>
                </a:lnTo>
                <a:lnTo>
                  <a:pt x="703" y="232"/>
                </a:lnTo>
                <a:lnTo>
                  <a:pt x="705" y="233"/>
                </a:lnTo>
                <a:lnTo>
                  <a:pt x="705" y="235"/>
                </a:lnTo>
                <a:lnTo>
                  <a:pt x="706" y="235"/>
                </a:lnTo>
                <a:lnTo>
                  <a:pt x="706" y="236"/>
                </a:lnTo>
                <a:lnTo>
                  <a:pt x="706" y="237"/>
                </a:lnTo>
                <a:lnTo>
                  <a:pt x="706" y="238"/>
                </a:lnTo>
                <a:lnTo>
                  <a:pt x="706" y="239"/>
                </a:lnTo>
                <a:lnTo>
                  <a:pt x="705" y="239"/>
                </a:lnTo>
                <a:lnTo>
                  <a:pt x="705" y="240"/>
                </a:lnTo>
                <a:lnTo>
                  <a:pt x="705" y="241"/>
                </a:lnTo>
                <a:lnTo>
                  <a:pt x="704" y="241"/>
                </a:lnTo>
                <a:lnTo>
                  <a:pt x="704" y="242"/>
                </a:lnTo>
                <a:lnTo>
                  <a:pt x="705" y="242"/>
                </a:lnTo>
                <a:lnTo>
                  <a:pt x="705" y="243"/>
                </a:lnTo>
                <a:lnTo>
                  <a:pt x="706" y="243"/>
                </a:lnTo>
                <a:lnTo>
                  <a:pt x="707" y="241"/>
                </a:lnTo>
                <a:lnTo>
                  <a:pt x="707" y="240"/>
                </a:lnTo>
                <a:lnTo>
                  <a:pt x="708" y="240"/>
                </a:lnTo>
                <a:lnTo>
                  <a:pt x="711" y="242"/>
                </a:lnTo>
                <a:lnTo>
                  <a:pt x="712" y="243"/>
                </a:lnTo>
                <a:lnTo>
                  <a:pt x="713" y="243"/>
                </a:lnTo>
                <a:lnTo>
                  <a:pt x="713" y="244"/>
                </a:lnTo>
                <a:lnTo>
                  <a:pt x="715" y="245"/>
                </a:lnTo>
                <a:lnTo>
                  <a:pt x="715" y="246"/>
                </a:lnTo>
                <a:lnTo>
                  <a:pt x="715" y="247"/>
                </a:lnTo>
                <a:lnTo>
                  <a:pt x="717" y="249"/>
                </a:lnTo>
                <a:lnTo>
                  <a:pt x="718" y="252"/>
                </a:lnTo>
                <a:lnTo>
                  <a:pt x="719" y="253"/>
                </a:lnTo>
                <a:lnTo>
                  <a:pt x="720" y="255"/>
                </a:lnTo>
                <a:lnTo>
                  <a:pt x="720" y="256"/>
                </a:lnTo>
                <a:lnTo>
                  <a:pt x="721" y="257"/>
                </a:lnTo>
                <a:lnTo>
                  <a:pt x="722" y="260"/>
                </a:lnTo>
                <a:lnTo>
                  <a:pt x="723" y="260"/>
                </a:lnTo>
                <a:lnTo>
                  <a:pt x="723" y="261"/>
                </a:lnTo>
                <a:lnTo>
                  <a:pt x="724" y="261"/>
                </a:lnTo>
                <a:lnTo>
                  <a:pt x="724" y="262"/>
                </a:lnTo>
                <a:lnTo>
                  <a:pt x="724" y="263"/>
                </a:lnTo>
                <a:lnTo>
                  <a:pt x="726" y="266"/>
                </a:lnTo>
                <a:lnTo>
                  <a:pt x="726" y="268"/>
                </a:lnTo>
                <a:lnTo>
                  <a:pt x="727" y="268"/>
                </a:lnTo>
                <a:lnTo>
                  <a:pt x="728" y="269"/>
                </a:lnTo>
                <a:lnTo>
                  <a:pt x="728" y="271"/>
                </a:lnTo>
                <a:lnTo>
                  <a:pt x="728" y="273"/>
                </a:lnTo>
                <a:lnTo>
                  <a:pt x="727" y="273"/>
                </a:lnTo>
                <a:lnTo>
                  <a:pt x="726" y="273"/>
                </a:lnTo>
                <a:lnTo>
                  <a:pt x="726" y="274"/>
                </a:lnTo>
                <a:lnTo>
                  <a:pt x="726" y="275"/>
                </a:lnTo>
                <a:lnTo>
                  <a:pt x="727" y="275"/>
                </a:lnTo>
                <a:lnTo>
                  <a:pt x="728" y="275"/>
                </a:lnTo>
                <a:lnTo>
                  <a:pt x="729" y="275"/>
                </a:lnTo>
                <a:lnTo>
                  <a:pt x="729" y="276"/>
                </a:lnTo>
                <a:lnTo>
                  <a:pt x="729" y="278"/>
                </a:lnTo>
                <a:lnTo>
                  <a:pt x="729" y="279"/>
                </a:lnTo>
                <a:lnTo>
                  <a:pt x="730" y="282"/>
                </a:lnTo>
                <a:lnTo>
                  <a:pt x="726" y="285"/>
                </a:lnTo>
                <a:lnTo>
                  <a:pt x="726" y="286"/>
                </a:lnTo>
                <a:lnTo>
                  <a:pt x="727" y="288"/>
                </a:lnTo>
                <a:lnTo>
                  <a:pt x="725" y="290"/>
                </a:lnTo>
                <a:lnTo>
                  <a:pt x="725" y="291"/>
                </a:lnTo>
                <a:lnTo>
                  <a:pt x="726" y="292"/>
                </a:lnTo>
                <a:lnTo>
                  <a:pt x="726" y="293"/>
                </a:lnTo>
                <a:lnTo>
                  <a:pt x="730" y="295"/>
                </a:lnTo>
                <a:lnTo>
                  <a:pt x="735" y="298"/>
                </a:lnTo>
                <a:lnTo>
                  <a:pt x="736" y="299"/>
                </a:lnTo>
                <a:lnTo>
                  <a:pt x="736" y="298"/>
                </a:lnTo>
                <a:lnTo>
                  <a:pt x="737" y="298"/>
                </a:lnTo>
                <a:lnTo>
                  <a:pt x="737" y="299"/>
                </a:lnTo>
                <a:lnTo>
                  <a:pt x="738" y="299"/>
                </a:lnTo>
                <a:lnTo>
                  <a:pt x="738" y="298"/>
                </a:lnTo>
                <a:lnTo>
                  <a:pt x="740" y="298"/>
                </a:lnTo>
                <a:lnTo>
                  <a:pt x="741" y="299"/>
                </a:lnTo>
                <a:lnTo>
                  <a:pt x="743" y="299"/>
                </a:lnTo>
                <a:lnTo>
                  <a:pt x="742" y="300"/>
                </a:lnTo>
                <a:lnTo>
                  <a:pt x="741" y="300"/>
                </a:lnTo>
                <a:lnTo>
                  <a:pt x="741" y="301"/>
                </a:lnTo>
                <a:lnTo>
                  <a:pt x="740" y="301"/>
                </a:lnTo>
                <a:lnTo>
                  <a:pt x="742" y="301"/>
                </a:lnTo>
                <a:lnTo>
                  <a:pt x="744" y="299"/>
                </a:lnTo>
                <a:lnTo>
                  <a:pt x="745" y="299"/>
                </a:lnTo>
                <a:lnTo>
                  <a:pt x="745" y="300"/>
                </a:lnTo>
                <a:lnTo>
                  <a:pt x="745" y="301"/>
                </a:lnTo>
                <a:lnTo>
                  <a:pt x="745" y="302"/>
                </a:lnTo>
                <a:lnTo>
                  <a:pt x="745" y="303"/>
                </a:lnTo>
                <a:lnTo>
                  <a:pt x="745" y="304"/>
                </a:lnTo>
                <a:lnTo>
                  <a:pt x="746" y="305"/>
                </a:lnTo>
                <a:lnTo>
                  <a:pt x="747" y="305"/>
                </a:lnTo>
                <a:lnTo>
                  <a:pt x="747" y="304"/>
                </a:lnTo>
                <a:lnTo>
                  <a:pt x="748" y="304"/>
                </a:lnTo>
                <a:lnTo>
                  <a:pt x="748" y="303"/>
                </a:lnTo>
                <a:lnTo>
                  <a:pt x="749" y="304"/>
                </a:lnTo>
                <a:lnTo>
                  <a:pt x="750" y="305"/>
                </a:lnTo>
                <a:lnTo>
                  <a:pt x="751" y="308"/>
                </a:lnTo>
                <a:lnTo>
                  <a:pt x="752" y="308"/>
                </a:lnTo>
                <a:lnTo>
                  <a:pt x="752" y="310"/>
                </a:lnTo>
                <a:lnTo>
                  <a:pt x="753" y="313"/>
                </a:lnTo>
                <a:lnTo>
                  <a:pt x="754" y="313"/>
                </a:lnTo>
                <a:lnTo>
                  <a:pt x="754" y="314"/>
                </a:lnTo>
                <a:lnTo>
                  <a:pt x="754" y="313"/>
                </a:lnTo>
                <a:lnTo>
                  <a:pt x="755" y="313"/>
                </a:lnTo>
                <a:lnTo>
                  <a:pt x="756" y="313"/>
                </a:lnTo>
                <a:lnTo>
                  <a:pt x="758" y="316"/>
                </a:lnTo>
                <a:lnTo>
                  <a:pt x="758" y="318"/>
                </a:lnTo>
                <a:lnTo>
                  <a:pt x="758" y="319"/>
                </a:lnTo>
                <a:lnTo>
                  <a:pt x="759" y="319"/>
                </a:lnTo>
                <a:lnTo>
                  <a:pt x="760" y="321"/>
                </a:lnTo>
                <a:lnTo>
                  <a:pt x="759" y="323"/>
                </a:lnTo>
                <a:lnTo>
                  <a:pt x="758" y="323"/>
                </a:lnTo>
                <a:lnTo>
                  <a:pt x="757" y="324"/>
                </a:lnTo>
                <a:lnTo>
                  <a:pt x="757" y="325"/>
                </a:lnTo>
                <a:lnTo>
                  <a:pt x="758" y="325"/>
                </a:lnTo>
                <a:lnTo>
                  <a:pt x="759" y="324"/>
                </a:lnTo>
                <a:lnTo>
                  <a:pt x="760" y="323"/>
                </a:lnTo>
                <a:lnTo>
                  <a:pt x="761" y="327"/>
                </a:lnTo>
                <a:lnTo>
                  <a:pt x="761" y="329"/>
                </a:lnTo>
                <a:lnTo>
                  <a:pt x="760" y="330"/>
                </a:lnTo>
                <a:lnTo>
                  <a:pt x="759" y="329"/>
                </a:lnTo>
                <a:lnTo>
                  <a:pt x="759" y="330"/>
                </a:lnTo>
                <a:lnTo>
                  <a:pt x="757" y="331"/>
                </a:lnTo>
                <a:lnTo>
                  <a:pt x="757" y="332"/>
                </a:lnTo>
                <a:lnTo>
                  <a:pt x="756" y="332"/>
                </a:lnTo>
                <a:lnTo>
                  <a:pt x="755" y="333"/>
                </a:lnTo>
                <a:lnTo>
                  <a:pt x="754" y="333"/>
                </a:lnTo>
                <a:lnTo>
                  <a:pt x="753" y="333"/>
                </a:lnTo>
                <a:lnTo>
                  <a:pt x="753" y="334"/>
                </a:lnTo>
                <a:lnTo>
                  <a:pt x="754" y="334"/>
                </a:lnTo>
                <a:lnTo>
                  <a:pt x="754" y="333"/>
                </a:lnTo>
                <a:lnTo>
                  <a:pt x="756" y="333"/>
                </a:lnTo>
                <a:lnTo>
                  <a:pt x="757" y="333"/>
                </a:lnTo>
                <a:lnTo>
                  <a:pt x="758" y="332"/>
                </a:lnTo>
                <a:lnTo>
                  <a:pt x="758" y="331"/>
                </a:lnTo>
                <a:lnTo>
                  <a:pt x="759" y="330"/>
                </a:lnTo>
                <a:lnTo>
                  <a:pt x="760" y="330"/>
                </a:lnTo>
                <a:lnTo>
                  <a:pt x="761" y="330"/>
                </a:lnTo>
                <a:lnTo>
                  <a:pt x="762" y="328"/>
                </a:lnTo>
                <a:lnTo>
                  <a:pt x="762" y="329"/>
                </a:lnTo>
                <a:lnTo>
                  <a:pt x="763" y="330"/>
                </a:lnTo>
                <a:lnTo>
                  <a:pt x="763" y="331"/>
                </a:lnTo>
                <a:lnTo>
                  <a:pt x="764" y="331"/>
                </a:lnTo>
                <a:lnTo>
                  <a:pt x="765" y="332"/>
                </a:lnTo>
                <a:lnTo>
                  <a:pt x="765" y="331"/>
                </a:lnTo>
                <a:lnTo>
                  <a:pt x="766" y="332"/>
                </a:lnTo>
                <a:lnTo>
                  <a:pt x="766" y="333"/>
                </a:lnTo>
                <a:lnTo>
                  <a:pt x="767" y="334"/>
                </a:lnTo>
                <a:lnTo>
                  <a:pt x="769" y="337"/>
                </a:lnTo>
                <a:lnTo>
                  <a:pt x="769" y="338"/>
                </a:lnTo>
                <a:lnTo>
                  <a:pt x="769" y="339"/>
                </a:lnTo>
                <a:lnTo>
                  <a:pt x="771" y="340"/>
                </a:lnTo>
                <a:lnTo>
                  <a:pt x="772" y="342"/>
                </a:lnTo>
                <a:lnTo>
                  <a:pt x="773" y="342"/>
                </a:lnTo>
                <a:lnTo>
                  <a:pt x="773" y="343"/>
                </a:lnTo>
                <a:lnTo>
                  <a:pt x="774" y="346"/>
                </a:lnTo>
                <a:lnTo>
                  <a:pt x="777" y="351"/>
                </a:lnTo>
                <a:lnTo>
                  <a:pt x="777" y="352"/>
                </a:lnTo>
                <a:lnTo>
                  <a:pt x="781" y="351"/>
                </a:lnTo>
                <a:lnTo>
                  <a:pt x="783" y="350"/>
                </a:lnTo>
                <a:lnTo>
                  <a:pt x="785" y="353"/>
                </a:lnTo>
                <a:lnTo>
                  <a:pt x="783" y="354"/>
                </a:lnTo>
                <a:lnTo>
                  <a:pt x="784" y="356"/>
                </a:lnTo>
                <a:lnTo>
                  <a:pt x="785" y="357"/>
                </a:lnTo>
                <a:lnTo>
                  <a:pt x="786" y="358"/>
                </a:lnTo>
                <a:lnTo>
                  <a:pt x="786" y="359"/>
                </a:lnTo>
                <a:lnTo>
                  <a:pt x="784" y="361"/>
                </a:lnTo>
                <a:lnTo>
                  <a:pt x="785" y="361"/>
                </a:lnTo>
                <a:lnTo>
                  <a:pt x="785" y="362"/>
                </a:lnTo>
                <a:lnTo>
                  <a:pt x="786" y="363"/>
                </a:lnTo>
                <a:lnTo>
                  <a:pt x="786" y="364"/>
                </a:lnTo>
                <a:lnTo>
                  <a:pt x="787" y="365"/>
                </a:lnTo>
                <a:lnTo>
                  <a:pt x="787" y="366"/>
                </a:lnTo>
                <a:lnTo>
                  <a:pt x="788" y="366"/>
                </a:lnTo>
                <a:lnTo>
                  <a:pt x="788" y="367"/>
                </a:lnTo>
                <a:lnTo>
                  <a:pt x="788" y="368"/>
                </a:lnTo>
                <a:lnTo>
                  <a:pt x="789" y="368"/>
                </a:lnTo>
                <a:lnTo>
                  <a:pt x="790" y="370"/>
                </a:lnTo>
                <a:lnTo>
                  <a:pt x="790" y="371"/>
                </a:lnTo>
                <a:lnTo>
                  <a:pt x="790" y="372"/>
                </a:lnTo>
                <a:lnTo>
                  <a:pt x="791" y="372"/>
                </a:lnTo>
                <a:lnTo>
                  <a:pt x="791" y="374"/>
                </a:lnTo>
                <a:lnTo>
                  <a:pt x="792" y="374"/>
                </a:lnTo>
                <a:lnTo>
                  <a:pt x="793" y="377"/>
                </a:lnTo>
                <a:lnTo>
                  <a:pt x="793" y="378"/>
                </a:lnTo>
                <a:lnTo>
                  <a:pt x="794" y="382"/>
                </a:lnTo>
                <a:lnTo>
                  <a:pt x="794" y="383"/>
                </a:lnTo>
                <a:lnTo>
                  <a:pt x="794" y="384"/>
                </a:lnTo>
                <a:lnTo>
                  <a:pt x="794" y="385"/>
                </a:lnTo>
                <a:lnTo>
                  <a:pt x="792" y="385"/>
                </a:lnTo>
                <a:lnTo>
                  <a:pt x="791" y="385"/>
                </a:lnTo>
                <a:lnTo>
                  <a:pt x="788" y="386"/>
                </a:lnTo>
                <a:lnTo>
                  <a:pt x="786" y="388"/>
                </a:lnTo>
                <a:lnTo>
                  <a:pt x="787" y="388"/>
                </a:lnTo>
                <a:lnTo>
                  <a:pt x="787" y="389"/>
                </a:lnTo>
                <a:lnTo>
                  <a:pt x="788" y="389"/>
                </a:lnTo>
                <a:lnTo>
                  <a:pt x="789" y="388"/>
                </a:lnTo>
                <a:lnTo>
                  <a:pt x="794" y="390"/>
                </a:lnTo>
                <a:lnTo>
                  <a:pt x="796" y="390"/>
                </a:lnTo>
                <a:lnTo>
                  <a:pt x="799" y="391"/>
                </a:lnTo>
                <a:lnTo>
                  <a:pt x="799" y="392"/>
                </a:lnTo>
                <a:lnTo>
                  <a:pt x="798" y="392"/>
                </a:lnTo>
                <a:lnTo>
                  <a:pt x="799" y="393"/>
                </a:lnTo>
                <a:lnTo>
                  <a:pt x="801" y="392"/>
                </a:lnTo>
                <a:lnTo>
                  <a:pt x="802" y="394"/>
                </a:lnTo>
                <a:lnTo>
                  <a:pt x="802" y="395"/>
                </a:lnTo>
                <a:lnTo>
                  <a:pt x="804" y="401"/>
                </a:lnTo>
                <a:lnTo>
                  <a:pt x="804" y="402"/>
                </a:lnTo>
                <a:lnTo>
                  <a:pt x="804" y="404"/>
                </a:lnTo>
                <a:lnTo>
                  <a:pt x="803" y="404"/>
                </a:lnTo>
                <a:lnTo>
                  <a:pt x="803" y="405"/>
                </a:lnTo>
                <a:lnTo>
                  <a:pt x="805" y="405"/>
                </a:lnTo>
                <a:lnTo>
                  <a:pt x="805" y="406"/>
                </a:lnTo>
                <a:lnTo>
                  <a:pt x="806" y="406"/>
                </a:lnTo>
                <a:lnTo>
                  <a:pt x="807" y="410"/>
                </a:lnTo>
                <a:lnTo>
                  <a:pt x="808" y="411"/>
                </a:lnTo>
                <a:lnTo>
                  <a:pt x="808" y="412"/>
                </a:lnTo>
                <a:lnTo>
                  <a:pt x="809" y="413"/>
                </a:lnTo>
                <a:lnTo>
                  <a:pt x="809" y="414"/>
                </a:lnTo>
                <a:lnTo>
                  <a:pt x="809" y="415"/>
                </a:lnTo>
                <a:lnTo>
                  <a:pt x="810" y="416"/>
                </a:lnTo>
                <a:lnTo>
                  <a:pt x="809" y="417"/>
                </a:lnTo>
                <a:lnTo>
                  <a:pt x="808" y="418"/>
                </a:lnTo>
                <a:lnTo>
                  <a:pt x="808" y="419"/>
                </a:lnTo>
                <a:lnTo>
                  <a:pt x="808" y="420"/>
                </a:lnTo>
                <a:lnTo>
                  <a:pt x="808" y="421"/>
                </a:lnTo>
                <a:lnTo>
                  <a:pt x="810" y="420"/>
                </a:lnTo>
                <a:lnTo>
                  <a:pt x="811" y="419"/>
                </a:lnTo>
                <a:lnTo>
                  <a:pt x="813" y="418"/>
                </a:lnTo>
                <a:lnTo>
                  <a:pt x="817" y="417"/>
                </a:lnTo>
                <a:lnTo>
                  <a:pt x="818" y="418"/>
                </a:lnTo>
                <a:lnTo>
                  <a:pt x="820" y="442"/>
                </a:lnTo>
                <a:lnTo>
                  <a:pt x="819" y="443"/>
                </a:lnTo>
                <a:lnTo>
                  <a:pt x="819" y="450"/>
                </a:lnTo>
                <a:lnTo>
                  <a:pt x="813" y="452"/>
                </a:lnTo>
                <a:lnTo>
                  <a:pt x="813" y="454"/>
                </a:lnTo>
                <a:lnTo>
                  <a:pt x="812" y="454"/>
                </a:lnTo>
                <a:lnTo>
                  <a:pt x="812" y="455"/>
                </a:lnTo>
                <a:lnTo>
                  <a:pt x="811" y="457"/>
                </a:lnTo>
                <a:lnTo>
                  <a:pt x="812" y="458"/>
                </a:lnTo>
                <a:lnTo>
                  <a:pt x="812" y="459"/>
                </a:lnTo>
                <a:lnTo>
                  <a:pt x="813" y="459"/>
                </a:lnTo>
                <a:lnTo>
                  <a:pt x="818" y="458"/>
                </a:lnTo>
                <a:lnTo>
                  <a:pt x="819" y="458"/>
                </a:lnTo>
                <a:lnTo>
                  <a:pt x="820" y="457"/>
                </a:lnTo>
                <a:lnTo>
                  <a:pt x="820" y="458"/>
                </a:lnTo>
                <a:lnTo>
                  <a:pt x="821" y="460"/>
                </a:lnTo>
                <a:lnTo>
                  <a:pt x="822" y="461"/>
                </a:lnTo>
                <a:lnTo>
                  <a:pt x="823" y="462"/>
                </a:lnTo>
                <a:lnTo>
                  <a:pt x="825" y="465"/>
                </a:lnTo>
                <a:lnTo>
                  <a:pt x="826" y="467"/>
                </a:lnTo>
                <a:lnTo>
                  <a:pt x="827" y="467"/>
                </a:lnTo>
                <a:lnTo>
                  <a:pt x="826" y="468"/>
                </a:lnTo>
                <a:lnTo>
                  <a:pt x="824" y="473"/>
                </a:lnTo>
                <a:lnTo>
                  <a:pt x="823" y="475"/>
                </a:lnTo>
                <a:lnTo>
                  <a:pt x="823" y="476"/>
                </a:lnTo>
                <a:lnTo>
                  <a:pt x="824" y="474"/>
                </a:lnTo>
                <a:lnTo>
                  <a:pt x="827" y="473"/>
                </a:lnTo>
                <a:lnTo>
                  <a:pt x="828" y="473"/>
                </a:lnTo>
                <a:lnTo>
                  <a:pt x="829" y="474"/>
                </a:lnTo>
                <a:lnTo>
                  <a:pt x="830" y="474"/>
                </a:lnTo>
                <a:lnTo>
                  <a:pt x="834" y="474"/>
                </a:lnTo>
                <a:lnTo>
                  <a:pt x="835" y="473"/>
                </a:lnTo>
                <a:lnTo>
                  <a:pt x="840" y="475"/>
                </a:lnTo>
                <a:lnTo>
                  <a:pt x="839" y="477"/>
                </a:lnTo>
                <a:lnTo>
                  <a:pt x="838" y="480"/>
                </a:lnTo>
                <a:lnTo>
                  <a:pt x="839" y="481"/>
                </a:lnTo>
                <a:lnTo>
                  <a:pt x="840" y="481"/>
                </a:lnTo>
                <a:lnTo>
                  <a:pt x="841" y="481"/>
                </a:lnTo>
                <a:lnTo>
                  <a:pt x="843" y="482"/>
                </a:lnTo>
                <a:lnTo>
                  <a:pt x="844" y="482"/>
                </a:lnTo>
                <a:lnTo>
                  <a:pt x="845" y="482"/>
                </a:lnTo>
                <a:lnTo>
                  <a:pt x="847" y="482"/>
                </a:lnTo>
                <a:lnTo>
                  <a:pt x="849" y="483"/>
                </a:lnTo>
                <a:lnTo>
                  <a:pt x="852" y="483"/>
                </a:lnTo>
                <a:lnTo>
                  <a:pt x="853" y="483"/>
                </a:lnTo>
                <a:lnTo>
                  <a:pt x="854" y="484"/>
                </a:lnTo>
                <a:lnTo>
                  <a:pt x="869" y="489"/>
                </a:lnTo>
                <a:lnTo>
                  <a:pt x="869" y="490"/>
                </a:lnTo>
                <a:lnTo>
                  <a:pt x="868" y="496"/>
                </a:lnTo>
                <a:lnTo>
                  <a:pt x="869" y="495"/>
                </a:lnTo>
                <a:lnTo>
                  <a:pt x="870" y="495"/>
                </a:lnTo>
                <a:lnTo>
                  <a:pt x="871" y="496"/>
                </a:lnTo>
                <a:lnTo>
                  <a:pt x="874" y="492"/>
                </a:lnTo>
                <a:lnTo>
                  <a:pt x="881" y="493"/>
                </a:lnTo>
                <a:lnTo>
                  <a:pt x="881" y="495"/>
                </a:lnTo>
                <a:lnTo>
                  <a:pt x="885" y="497"/>
                </a:lnTo>
                <a:lnTo>
                  <a:pt x="886" y="495"/>
                </a:lnTo>
                <a:lnTo>
                  <a:pt x="887" y="495"/>
                </a:lnTo>
                <a:lnTo>
                  <a:pt x="893" y="496"/>
                </a:lnTo>
                <a:lnTo>
                  <a:pt x="901" y="500"/>
                </a:lnTo>
                <a:lnTo>
                  <a:pt x="907" y="502"/>
                </a:lnTo>
                <a:lnTo>
                  <a:pt x="908" y="503"/>
                </a:lnTo>
                <a:lnTo>
                  <a:pt x="909" y="504"/>
                </a:lnTo>
                <a:lnTo>
                  <a:pt x="909" y="505"/>
                </a:lnTo>
                <a:lnTo>
                  <a:pt x="909" y="508"/>
                </a:lnTo>
                <a:lnTo>
                  <a:pt x="909" y="509"/>
                </a:lnTo>
                <a:lnTo>
                  <a:pt x="910" y="509"/>
                </a:lnTo>
                <a:lnTo>
                  <a:pt x="910" y="510"/>
                </a:lnTo>
                <a:lnTo>
                  <a:pt x="910" y="511"/>
                </a:lnTo>
                <a:lnTo>
                  <a:pt x="910" y="512"/>
                </a:lnTo>
                <a:lnTo>
                  <a:pt x="910" y="513"/>
                </a:lnTo>
                <a:lnTo>
                  <a:pt x="911" y="516"/>
                </a:lnTo>
                <a:lnTo>
                  <a:pt x="911" y="517"/>
                </a:lnTo>
                <a:lnTo>
                  <a:pt x="912" y="520"/>
                </a:lnTo>
                <a:lnTo>
                  <a:pt x="912" y="521"/>
                </a:lnTo>
                <a:lnTo>
                  <a:pt x="914" y="521"/>
                </a:lnTo>
                <a:lnTo>
                  <a:pt x="915" y="521"/>
                </a:lnTo>
                <a:lnTo>
                  <a:pt x="916" y="521"/>
                </a:lnTo>
                <a:lnTo>
                  <a:pt x="916" y="522"/>
                </a:lnTo>
                <a:lnTo>
                  <a:pt x="916" y="524"/>
                </a:lnTo>
                <a:lnTo>
                  <a:pt x="916" y="525"/>
                </a:lnTo>
                <a:lnTo>
                  <a:pt x="916" y="526"/>
                </a:lnTo>
                <a:lnTo>
                  <a:pt x="916" y="527"/>
                </a:lnTo>
                <a:lnTo>
                  <a:pt x="917" y="527"/>
                </a:lnTo>
                <a:lnTo>
                  <a:pt x="917" y="528"/>
                </a:lnTo>
                <a:lnTo>
                  <a:pt x="919" y="529"/>
                </a:lnTo>
                <a:lnTo>
                  <a:pt x="919" y="530"/>
                </a:lnTo>
                <a:lnTo>
                  <a:pt x="919" y="531"/>
                </a:lnTo>
                <a:lnTo>
                  <a:pt x="920" y="532"/>
                </a:lnTo>
                <a:lnTo>
                  <a:pt x="921" y="534"/>
                </a:lnTo>
                <a:lnTo>
                  <a:pt x="923" y="535"/>
                </a:lnTo>
                <a:lnTo>
                  <a:pt x="925" y="535"/>
                </a:lnTo>
                <a:lnTo>
                  <a:pt x="926" y="537"/>
                </a:lnTo>
                <a:lnTo>
                  <a:pt x="926" y="539"/>
                </a:lnTo>
                <a:lnTo>
                  <a:pt x="924" y="541"/>
                </a:lnTo>
                <a:lnTo>
                  <a:pt x="922" y="542"/>
                </a:lnTo>
                <a:lnTo>
                  <a:pt x="920" y="543"/>
                </a:lnTo>
                <a:lnTo>
                  <a:pt x="917" y="543"/>
                </a:lnTo>
                <a:lnTo>
                  <a:pt x="917" y="542"/>
                </a:lnTo>
                <a:lnTo>
                  <a:pt x="913" y="541"/>
                </a:lnTo>
                <a:lnTo>
                  <a:pt x="912" y="541"/>
                </a:lnTo>
                <a:lnTo>
                  <a:pt x="912" y="542"/>
                </a:lnTo>
                <a:lnTo>
                  <a:pt x="911" y="542"/>
                </a:lnTo>
                <a:lnTo>
                  <a:pt x="909" y="543"/>
                </a:lnTo>
                <a:lnTo>
                  <a:pt x="910" y="543"/>
                </a:lnTo>
                <a:lnTo>
                  <a:pt x="910" y="544"/>
                </a:lnTo>
                <a:lnTo>
                  <a:pt x="909" y="544"/>
                </a:lnTo>
                <a:lnTo>
                  <a:pt x="908" y="544"/>
                </a:lnTo>
                <a:lnTo>
                  <a:pt x="906" y="544"/>
                </a:lnTo>
                <a:lnTo>
                  <a:pt x="906" y="545"/>
                </a:lnTo>
                <a:lnTo>
                  <a:pt x="908" y="545"/>
                </a:lnTo>
                <a:lnTo>
                  <a:pt x="908" y="544"/>
                </a:lnTo>
                <a:lnTo>
                  <a:pt x="909" y="544"/>
                </a:lnTo>
                <a:lnTo>
                  <a:pt x="910" y="545"/>
                </a:lnTo>
                <a:lnTo>
                  <a:pt x="914" y="544"/>
                </a:lnTo>
                <a:lnTo>
                  <a:pt x="915" y="544"/>
                </a:lnTo>
                <a:lnTo>
                  <a:pt x="915" y="545"/>
                </a:lnTo>
                <a:lnTo>
                  <a:pt x="916" y="545"/>
                </a:lnTo>
                <a:lnTo>
                  <a:pt x="915" y="546"/>
                </a:lnTo>
                <a:lnTo>
                  <a:pt x="916" y="549"/>
                </a:lnTo>
                <a:lnTo>
                  <a:pt x="917" y="549"/>
                </a:lnTo>
                <a:lnTo>
                  <a:pt x="918" y="550"/>
                </a:lnTo>
                <a:lnTo>
                  <a:pt x="919" y="550"/>
                </a:lnTo>
                <a:lnTo>
                  <a:pt x="919" y="552"/>
                </a:lnTo>
                <a:lnTo>
                  <a:pt x="922" y="551"/>
                </a:lnTo>
                <a:lnTo>
                  <a:pt x="924" y="553"/>
                </a:lnTo>
                <a:lnTo>
                  <a:pt x="927" y="551"/>
                </a:lnTo>
                <a:lnTo>
                  <a:pt x="929" y="549"/>
                </a:lnTo>
                <a:lnTo>
                  <a:pt x="931" y="549"/>
                </a:lnTo>
                <a:lnTo>
                  <a:pt x="934" y="550"/>
                </a:lnTo>
                <a:lnTo>
                  <a:pt x="935" y="552"/>
                </a:lnTo>
                <a:lnTo>
                  <a:pt x="936" y="555"/>
                </a:lnTo>
                <a:lnTo>
                  <a:pt x="935" y="559"/>
                </a:lnTo>
                <a:lnTo>
                  <a:pt x="936" y="559"/>
                </a:lnTo>
                <a:lnTo>
                  <a:pt x="938" y="560"/>
                </a:lnTo>
                <a:lnTo>
                  <a:pt x="939" y="560"/>
                </a:lnTo>
                <a:lnTo>
                  <a:pt x="940" y="560"/>
                </a:lnTo>
                <a:lnTo>
                  <a:pt x="940" y="561"/>
                </a:lnTo>
                <a:lnTo>
                  <a:pt x="941" y="561"/>
                </a:lnTo>
                <a:lnTo>
                  <a:pt x="942" y="561"/>
                </a:lnTo>
                <a:lnTo>
                  <a:pt x="944" y="561"/>
                </a:lnTo>
                <a:lnTo>
                  <a:pt x="945" y="558"/>
                </a:lnTo>
                <a:lnTo>
                  <a:pt x="950" y="559"/>
                </a:lnTo>
                <a:lnTo>
                  <a:pt x="966" y="561"/>
                </a:lnTo>
                <a:lnTo>
                  <a:pt x="974" y="564"/>
                </a:lnTo>
                <a:lnTo>
                  <a:pt x="978" y="567"/>
                </a:lnTo>
                <a:lnTo>
                  <a:pt x="976" y="572"/>
                </a:lnTo>
                <a:lnTo>
                  <a:pt x="975" y="572"/>
                </a:lnTo>
                <a:lnTo>
                  <a:pt x="976" y="572"/>
                </a:lnTo>
                <a:lnTo>
                  <a:pt x="978" y="573"/>
                </a:lnTo>
                <a:lnTo>
                  <a:pt x="978" y="574"/>
                </a:lnTo>
                <a:lnTo>
                  <a:pt x="979" y="574"/>
                </a:lnTo>
                <a:lnTo>
                  <a:pt x="980" y="574"/>
                </a:lnTo>
                <a:lnTo>
                  <a:pt x="981" y="574"/>
                </a:lnTo>
                <a:lnTo>
                  <a:pt x="982" y="575"/>
                </a:lnTo>
                <a:lnTo>
                  <a:pt x="985" y="578"/>
                </a:lnTo>
                <a:lnTo>
                  <a:pt x="989" y="581"/>
                </a:lnTo>
                <a:lnTo>
                  <a:pt x="990" y="580"/>
                </a:lnTo>
                <a:lnTo>
                  <a:pt x="993" y="582"/>
                </a:lnTo>
                <a:lnTo>
                  <a:pt x="1004" y="599"/>
                </a:lnTo>
                <a:lnTo>
                  <a:pt x="1004" y="600"/>
                </a:lnTo>
                <a:lnTo>
                  <a:pt x="1004" y="601"/>
                </a:lnTo>
                <a:lnTo>
                  <a:pt x="1004" y="602"/>
                </a:lnTo>
                <a:lnTo>
                  <a:pt x="1004" y="603"/>
                </a:lnTo>
                <a:lnTo>
                  <a:pt x="1005" y="603"/>
                </a:lnTo>
                <a:lnTo>
                  <a:pt x="1005" y="604"/>
                </a:lnTo>
                <a:lnTo>
                  <a:pt x="1006" y="605"/>
                </a:lnTo>
                <a:lnTo>
                  <a:pt x="1007" y="606"/>
                </a:lnTo>
                <a:lnTo>
                  <a:pt x="1007" y="607"/>
                </a:lnTo>
                <a:lnTo>
                  <a:pt x="1008" y="608"/>
                </a:lnTo>
                <a:lnTo>
                  <a:pt x="1008" y="609"/>
                </a:lnTo>
                <a:lnTo>
                  <a:pt x="1009" y="609"/>
                </a:lnTo>
                <a:lnTo>
                  <a:pt x="1009" y="610"/>
                </a:lnTo>
                <a:lnTo>
                  <a:pt x="1010" y="610"/>
                </a:lnTo>
                <a:lnTo>
                  <a:pt x="1010" y="611"/>
                </a:lnTo>
                <a:lnTo>
                  <a:pt x="1011" y="612"/>
                </a:lnTo>
                <a:lnTo>
                  <a:pt x="1012" y="613"/>
                </a:lnTo>
                <a:lnTo>
                  <a:pt x="1012" y="614"/>
                </a:lnTo>
                <a:lnTo>
                  <a:pt x="1011" y="615"/>
                </a:lnTo>
                <a:lnTo>
                  <a:pt x="1013" y="617"/>
                </a:lnTo>
                <a:lnTo>
                  <a:pt x="1014" y="617"/>
                </a:lnTo>
                <a:lnTo>
                  <a:pt x="1015" y="618"/>
                </a:lnTo>
                <a:lnTo>
                  <a:pt x="1016" y="619"/>
                </a:lnTo>
                <a:lnTo>
                  <a:pt x="1017" y="622"/>
                </a:lnTo>
                <a:lnTo>
                  <a:pt x="1018" y="624"/>
                </a:lnTo>
                <a:lnTo>
                  <a:pt x="1018" y="626"/>
                </a:lnTo>
                <a:lnTo>
                  <a:pt x="1019" y="626"/>
                </a:lnTo>
                <a:lnTo>
                  <a:pt x="1019" y="627"/>
                </a:lnTo>
                <a:lnTo>
                  <a:pt x="1017" y="630"/>
                </a:lnTo>
                <a:lnTo>
                  <a:pt x="1017" y="631"/>
                </a:lnTo>
                <a:lnTo>
                  <a:pt x="1016" y="632"/>
                </a:lnTo>
                <a:lnTo>
                  <a:pt x="1015" y="632"/>
                </a:lnTo>
                <a:lnTo>
                  <a:pt x="1014" y="632"/>
                </a:lnTo>
                <a:lnTo>
                  <a:pt x="1014" y="633"/>
                </a:lnTo>
                <a:lnTo>
                  <a:pt x="1013" y="633"/>
                </a:lnTo>
                <a:lnTo>
                  <a:pt x="1012" y="634"/>
                </a:lnTo>
                <a:lnTo>
                  <a:pt x="1012" y="635"/>
                </a:lnTo>
                <a:lnTo>
                  <a:pt x="1013" y="640"/>
                </a:lnTo>
                <a:lnTo>
                  <a:pt x="1013" y="646"/>
                </a:lnTo>
                <a:lnTo>
                  <a:pt x="1011" y="646"/>
                </a:lnTo>
                <a:lnTo>
                  <a:pt x="1008" y="646"/>
                </a:lnTo>
                <a:lnTo>
                  <a:pt x="1003" y="646"/>
                </a:lnTo>
                <a:lnTo>
                  <a:pt x="1001" y="646"/>
                </a:lnTo>
                <a:lnTo>
                  <a:pt x="998" y="645"/>
                </a:lnTo>
                <a:lnTo>
                  <a:pt x="996" y="645"/>
                </a:lnTo>
                <a:lnTo>
                  <a:pt x="991" y="644"/>
                </a:lnTo>
                <a:lnTo>
                  <a:pt x="989" y="644"/>
                </a:lnTo>
                <a:lnTo>
                  <a:pt x="987" y="643"/>
                </a:lnTo>
                <a:lnTo>
                  <a:pt x="984" y="643"/>
                </a:lnTo>
                <a:lnTo>
                  <a:pt x="982" y="642"/>
                </a:lnTo>
                <a:lnTo>
                  <a:pt x="980" y="642"/>
                </a:lnTo>
                <a:lnTo>
                  <a:pt x="977" y="641"/>
                </a:lnTo>
                <a:lnTo>
                  <a:pt x="975" y="641"/>
                </a:lnTo>
                <a:lnTo>
                  <a:pt x="973" y="640"/>
                </a:lnTo>
                <a:lnTo>
                  <a:pt x="971" y="640"/>
                </a:lnTo>
                <a:lnTo>
                  <a:pt x="970" y="640"/>
                </a:lnTo>
                <a:lnTo>
                  <a:pt x="969" y="641"/>
                </a:lnTo>
                <a:lnTo>
                  <a:pt x="967" y="640"/>
                </a:lnTo>
                <a:lnTo>
                  <a:pt x="966" y="640"/>
                </a:lnTo>
                <a:lnTo>
                  <a:pt x="965" y="639"/>
                </a:lnTo>
                <a:lnTo>
                  <a:pt x="964" y="639"/>
                </a:lnTo>
                <a:lnTo>
                  <a:pt x="964" y="640"/>
                </a:lnTo>
                <a:lnTo>
                  <a:pt x="962" y="640"/>
                </a:lnTo>
                <a:lnTo>
                  <a:pt x="961" y="639"/>
                </a:lnTo>
                <a:lnTo>
                  <a:pt x="960" y="639"/>
                </a:lnTo>
                <a:lnTo>
                  <a:pt x="959" y="639"/>
                </a:lnTo>
                <a:lnTo>
                  <a:pt x="957" y="638"/>
                </a:lnTo>
                <a:lnTo>
                  <a:pt x="956" y="638"/>
                </a:lnTo>
                <a:lnTo>
                  <a:pt x="956" y="637"/>
                </a:lnTo>
                <a:lnTo>
                  <a:pt x="954" y="636"/>
                </a:lnTo>
                <a:lnTo>
                  <a:pt x="954" y="637"/>
                </a:lnTo>
                <a:lnTo>
                  <a:pt x="953" y="636"/>
                </a:lnTo>
                <a:lnTo>
                  <a:pt x="952" y="636"/>
                </a:lnTo>
                <a:lnTo>
                  <a:pt x="952" y="635"/>
                </a:lnTo>
                <a:lnTo>
                  <a:pt x="950" y="635"/>
                </a:lnTo>
                <a:lnTo>
                  <a:pt x="947" y="635"/>
                </a:lnTo>
                <a:lnTo>
                  <a:pt x="946" y="634"/>
                </a:lnTo>
                <a:lnTo>
                  <a:pt x="945" y="633"/>
                </a:lnTo>
                <a:lnTo>
                  <a:pt x="944" y="633"/>
                </a:lnTo>
                <a:lnTo>
                  <a:pt x="942" y="633"/>
                </a:lnTo>
                <a:lnTo>
                  <a:pt x="941" y="633"/>
                </a:lnTo>
                <a:lnTo>
                  <a:pt x="937" y="633"/>
                </a:lnTo>
                <a:lnTo>
                  <a:pt x="936" y="633"/>
                </a:lnTo>
                <a:lnTo>
                  <a:pt x="936" y="632"/>
                </a:lnTo>
                <a:lnTo>
                  <a:pt x="935" y="632"/>
                </a:lnTo>
                <a:lnTo>
                  <a:pt x="933" y="632"/>
                </a:lnTo>
                <a:lnTo>
                  <a:pt x="932" y="632"/>
                </a:lnTo>
                <a:lnTo>
                  <a:pt x="932" y="631"/>
                </a:lnTo>
                <a:lnTo>
                  <a:pt x="931" y="631"/>
                </a:lnTo>
                <a:lnTo>
                  <a:pt x="931" y="630"/>
                </a:lnTo>
                <a:lnTo>
                  <a:pt x="930" y="630"/>
                </a:lnTo>
                <a:lnTo>
                  <a:pt x="929" y="629"/>
                </a:lnTo>
                <a:lnTo>
                  <a:pt x="929" y="628"/>
                </a:lnTo>
                <a:lnTo>
                  <a:pt x="928" y="628"/>
                </a:lnTo>
                <a:lnTo>
                  <a:pt x="928" y="627"/>
                </a:lnTo>
                <a:lnTo>
                  <a:pt x="928" y="626"/>
                </a:lnTo>
                <a:lnTo>
                  <a:pt x="929" y="626"/>
                </a:lnTo>
                <a:lnTo>
                  <a:pt x="928" y="625"/>
                </a:lnTo>
                <a:lnTo>
                  <a:pt x="927" y="624"/>
                </a:lnTo>
                <a:lnTo>
                  <a:pt x="926" y="624"/>
                </a:lnTo>
                <a:lnTo>
                  <a:pt x="923" y="620"/>
                </a:lnTo>
                <a:lnTo>
                  <a:pt x="920" y="617"/>
                </a:lnTo>
                <a:lnTo>
                  <a:pt x="919" y="617"/>
                </a:lnTo>
                <a:lnTo>
                  <a:pt x="916" y="616"/>
                </a:lnTo>
                <a:lnTo>
                  <a:pt x="913" y="616"/>
                </a:lnTo>
                <a:lnTo>
                  <a:pt x="912" y="615"/>
                </a:lnTo>
                <a:lnTo>
                  <a:pt x="909" y="615"/>
                </a:lnTo>
                <a:lnTo>
                  <a:pt x="908" y="614"/>
                </a:lnTo>
                <a:lnTo>
                  <a:pt x="906" y="615"/>
                </a:lnTo>
                <a:lnTo>
                  <a:pt x="904" y="615"/>
                </a:lnTo>
                <a:lnTo>
                  <a:pt x="903" y="616"/>
                </a:lnTo>
                <a:lnTo>
                  <a:pt x="899" y="619"/>
                </a:lnTo>
                <a:lnTo>
                  <a:pt x="898" y="620"/>
                </a:lnTo>
                <a:lnTo>
                  <a:pt x="895" y="621"/>
                </a:lnTo>
                <a:lnTo>
                  <a:pt x="894" y="622"/>
                </a:lnTo>
                <a:lnTo>
                  <a:pt x="892" y="624"/>
                </a:lnTo>
                <a:lnTo>
                  <a:pt x="891" y="625"/>
                </a:lnTo>
                <a:lnTo>
                  <a:pt x="890" y="626"/>
                </a:lnTo>
                <a:lnTo>
                  <a:pt x="888" y="628"/>
                </a:lnTo>
                <a:lnTo>
                  <a:pt x="887" y="629"/>
                </a:lnTo>
                <a:lnTo>
                  <a:pt x="887" y="630"/>
                </a:lnTo>
                <a:lnTo>
                  <a:pt x="886" y="631"/>
                </a:lnTo>
                <a:lnTo>
                  <a:pt x="884" y="633"/>
                </a:lnTo>
                <a:lnTo>
                  <a:pt x="883" y="635"/>
                </a:lnTo>
                <a:lnTo>
                  <a:pt x="882" y="637"/>
                </a:lnTo>
                <a:lnTo>
                  <a:pt x="881" y="637"/>
                </a:lnTo>
                <a:lnTo>
                  <a:pt x="878" y="641"/>
                </a:lnTo>
                <a:lnTo>
                  <a:pt x="877" y="642"/>
                </a:lnTo>
                <a:lnTo>
                  <a:pt x="878" y="643"/>
                </a:lnTo>
                <a:lnTo>
                  <a:pt x="879" y="644"/>
                </a:lnTo>
                <a:lnTo>
                  <a:pt x="880" y="644"/>
                </a:lnTo>
                <a:lnTo>
                  <a:pt x="882" y="646"/>
                </a:lnTo>
                <a:lnTo>
                  <a:pt x="883" y="647"/>
                </a:lnTo>
                <a:lnTo>
                  <a:pt x="885" y="648"/>
                </a:lnTo>
                <a:lnTo>
                  <a:pt x="887" y="649"/>
                </a:lnTo>
                <a:lnTo>
                  <a:pt x="890" y="650"/>
                </a:lnTo>
                <a:lnTo>
                  <a:pt x="891" y="651"/>
                </a:lnTo>
                <a:lnTo>
                  <a:pt x="893" y="652"/>
                </a:lnTo>
                <a:lnTo>
                  <a:pt x="894" y="652"/>
                </a:lnTo>
                <a:lnTo>
                  <a:pt x="896" y="654"/>
                </a:lnTo>
                <a:lnTo>
                  <a:pt x="898" y="655"/>
                </a:lnTo>
                <a:lnTo>
                  <a:pt x="900" y="656"/>
                </a:lnTo>
                <a:lnTo>
                  <a:pt x="901" y="657"/>
                </a:lnTo>
                <a:lnTo>
                  <a:pt x="904" y="658"/>
                </a:lnTo>
                <a:lnTo>
                  <a:pt x="906" y="660"/>
                </a:lnTo>
                <a:lnTo>
                  <a:pt x="907" y="660"/>
                </a:lnTo>
                <a:lnTo>
                  <a:pt x="908" y="661"/>
                </a:lnTo>
                <a:lnTo>
                  <a:pt x="909" y="662"/>
                </a:lnTo>
                <a:lnTo>
                  <a:pt x="912" y="665"/>
                </a:lnTo>
                <a:lnTo>
                  <a:pt x="914" y="667"/>
                </a:lnTo>
                <a:lnTo>
                  <a:pt x="918" y="671"/>
                </a:lnTo>
                <a:lnTo>
                  <a:pt x="919" y="671"/>
                </a:lnTo>
                <a:lnTo>
                  <a:pt x="919" y="672"/>
                </a:lnTo>
                <a:lnTo>
                  <a:pt x="921" y="673"/>
                </a:lnTo>
                <a:lnTo>
                  <a:pt x="922" y="673"/>
                </a:lnTo>
                <a:lnTo>
                  <a:pt x="923" y="674"/>
                </a:lnTo>
                <a:lnTo>
                  <a:pt x="924" y="674"/>
                </a:lnTo>
                <a:lnTo>
                  <a:pt x="925" y="675"/>
                </a:lnTo>
                <a:lnTo>
                  <a:pt x="930" y="677"/>
                </a:lnTo>
                <a:lnTo>
                  <a:pt x="931" y="678"/>
                </a:lnTo>
                <a:lnTo>
                  <a:pt x="932" y="679"/>
                </a:lnTo>
                <a:lnTo>
                  <a:pt x="931" y="680"/>
                </a:lnTo>
                <a:lnTo>
                  <a:pt x="930" y="682"/>
                </a:lnTo>
                <a:lnTo>
                  <a:pt x="929" y="682"/>
                </a:lnTo>
                <a:lnTo>
                  <a:pt x="929" y="683"/>
                </a:lnTo>
                <a:lnTo>
                  <a:pt x="927" y="685"/>
                </a:lnTo>
                <a:lnTo>
                  <a:pt x="926" y="686"/>
                </a:lnTo>
                <a:lnTo>
                  <a:pt x="924" y="688"/>
                </a:lnTo>
                <a:lnTo>
                  <a:pt x="923" y="690"/>
                </a:lnTo>
                <a:lnTo>
                  <a:pt x="921" y="690"/>
                </a:lnTo>
                <a:lnTo>
                  <a:pt x="921" y="689"/>
                </a:lnTo>
                <a:lnTo>
                  <a:pt x="920" y="689"/>
                </a:lnTo>
                <a:lnTo>
                  <a:pt x="919" y="690"/>
                </a:lnTo>
                <a:lnTo>
                  <a:pt x="920" y="690"/>
                </a:lnTo>
                <a:lnTo>
                  <a:pt x="919" y="691"/>
                </a:lnTo>
                <a:lnTo>
                  <a:pt x="919" y="692"/>
                </a:lnTo>
                <a:lnTo>
                  <a:pt x="918" y="692"/>
                </a:lnTo>
                <a:lnTo>
                  <a:pt x="918" y="693"/>
                </a:lnTo>
                <a:lnTo>
                  <a:pt x="917" y="693"/>
                </a:lnTo>
                <a:lnTo>
                  <a:pt x="916" y="693"/>
                </a:lnTo>
                <a:lnTo>
                  <a:pt x="916" y="694"/>
                </a:lnTo>
                <a:lnTo>
                  <a:pt x="915" y="694"/>
                </a:lnTo>
                <a:lnTo>
                  <a:pt x="914" y="694"/>
                </a:lnTo>
                <a:lnTo>
                  <a:pt x="913" y="695"/>
                </a:lnTo>
                <a:lnTo>
                  <a:pt x="913" y="696"/>
                </a:lnTo>
                <a:lnTo>
                  <a:pt x="911" y="696"/>
                </a:lnTo>
                <a:lnTo>
                  <a:pt x="910" y="695"/>
                </a:lnTo>
                <a:lnTo>
                  <a:pt x="910" y="694"/>
                </a:lnTo>
                <a:lnTo>
                  <a:pt x="909" y="693"/>
                </a:lnTo>
                <a:lnTo>
                  <a:pt x="909" y="694"/>
                </a:lnTo>
                <a:lnTo>
                  <a:pt x="908" y="695"/>
                </a:lnTo>
                <a:lnTo>
                  <a:pt x="908" y="696"/>
                </a:lnTo>
                <a:lnTo>
                  <a:pt x="908" y="697"/>
                </a:lnTo>
                <a:lnTo>
                  <a:pt x="907" y="697"/>
                </a:lnTo>
                <a:lnTo>
                  <a:pt x="906" y="698"/>
                </a:lnTo>
                <a:lnTo>
                  <a:pt x="905" y="698"/>
                </a:lnTo>
                <a:lnTo>
                  <a:pt x="905" y="697"/>
                </a:lnTo>
                <a:lnTo>
                  <a:pt x="904" y="697"/>
                </a:lnTo>
                <a:lnTo>
                  <a:pt x="904" y="698"/>
                </a:lnTo>
                <a:lnTo>
                  <a:pt x="903" y="699"/>
                </a:lnTo>
                <a:lnTo>
                  <a:pt x="904" y="699"/>
                </a:lnTo>
                <a:lnTo>
                  <a:pt x="903" y="699"/>
                </a:lnTo>
                <a:lnTo>
                  <a:pt x="903" y="700"/>
                </a:lnTo>
                <a:lnTo>
                  <a:pt x="902" y="700"/>
                </a:lnTo>
                <a:lnTo>
                  <a:pt x="902" y="701"/>
                </a:lnTo>
                <a:lnTo>
                  <a:pt x="901" y="701"/>
                </a:lnTo>
                <a:lnTo>
                  <a:pt x="901" y="702"/>
                </a:lnTo>
                <a:lnTo>
                  <a:pt x="901" y="703"/>
                </a:lnTo>
                <a:lnTo>
                  <a:pt x="900" y="703"/>
                </a:lnTo>
                <a:lnTo>
                  <a:pt x="900" y="704"/>
                </a:lnTo>
                <a:lnTo>
                  <a:pt x="899" y="704"/>
                </a:lnTo>
                <a:lnTo>
                  <a:pt x="898" y="704"/>
                </a:lnTo>
                <a:lnTo>
                  <a:pt x="897" y="704"/>
                </a:lnTo>
                <a:lnTo>
                  <a:pt x="895" y="706"/>
                </a:lnTo>
                <a:lnTo>
                  <a:pt x="895" y="707"/>
                </a:lnTo>
                <a:lnTo>
                  <a:pt x="895" y="708"/>
                </a:lnTo>
                <a:lnTo>
                  <a:pt x="896" y="708"/>
                </a:lnTo>
                <a:lnTo>
                  <a:pt x="897" y="708"/>
                </a:lnTo>
                <a:lnTo>
                  <a:pt x="898" y="708"/>
                </a:lnTo>
                <a:lnTo>
                  <a:pt x="898" y="709"/>
                </a:lnTo>
                <a:lnTo>
                  <a:pt x="897" y="709"/>
                </a:lnTo>
                <a:lnTo>
                  <a:pt x="897" y="710"/>
                </a:lnTo>
                <a:lnTo>
                  <a:pt x="896" y="710"/>
                </a:lnTo>
                <a:lnTo>
                  <a:pt x="896" y="711"/>
                </a:lnTo>
                <a:lnTo>
                  <a:pt x="896" y="712"/>
                </a:lnTo>
                <a:lnTo>
                  <a:pt x="897" y="712"/>
                </a:lnTo>
                <a:lnTo>
                  <a:pt x="898" y="712"/>
                </a:lnTo>
                <a:lnTo>
                  <a:pt x="898" y="713"/>
                </a:lnTo>
                <a:lnTo>
                  <a:pt x="897" y="713"/>
                </a:lnTo>
                <a:lnTo>
                  <a:pt x="897" y="714"/>
                </a:lnTo>
                <a:lnTo>
                  <a:pt x="897" y="715"/>
                </a:lnTo>
                <a:lnTo>
                  <a:pt x="896" y="716"/>
                </a:lnTo>
                <a:lnTo>
                  <a:pt x="896" y="717"/>
                </a:lnTo>
                <a:lnTo>
                  <a:pt x="897" y="717"/>
                </a:lnTo>
                <a:lnTo>
                  <a:pt x="897" y="718"/>
                </a:lnTo>
                <a:lnTo>
                  <a:pt x="893" y="720"/>
                </a:lnTo>
                <a:lnTo>
                  <a:pt x="892" y="721"/>
                </a:lnTo>
                <a:lnTo>
                  <a:pt x="892" y="722"/>
                </a:lnTo>
                <a:lnTo>
                  <a:pt x="893" y="722"/>
                </a:lnTo>
                <a:lnTo>
                  <a:pt x="892" y="723"/>
                </a:lnTo>
                <a:lnTo>
                  <a:pt x="891" y="723"/>
                </a:lnTo>
                <a:lnTo>
                  <a:pt x="891" y="724"/>
                </a:lnTo>
                <a:lnTo>
                  <a:pt x="891" y="725"/>
                </a:lnTo>
                <a:lnTo>
                  <a:pt x="891" y="726"/>
                </a:lnTo>
                <a:lnTo>
                  <a:pt x="892" y="726"/>
                </a:lnTo>
                <a:lnTo>
                  <a:pt x="893" y="726"/>
                </a:lnTo>
                <a:lnTo>
                  <a:pt x="894" y="726"/>
                </a:lnTo>
                <a:lnTo>
                  <a:pt x="893" y="726"/>
                </a:lnTo>
                <a:lnTo>
                  <a:pt x="893" y="727"/>
                </a:lnTo>
                <a:lnTo>
                  <a:pt x="894" y="727"/>
                </a:lnTo>
                <a:lnTo>
                  <a:pt x="895" y="727"/>
                </a:lnTo>
                <a:lnTo>
                  <a:pt x="896" y="727"/>
                </a:lnTo>
                <a:lnTo>
                  <a:pt x="896" y="728"/>
                </a:lnTo>
                <a:lnTo>
                  <a:pt x="896" y="729"/>
                </a:lnTo>
                <a:lnTo>
                  <a:pt x="897" y="730"/>
                </a:lnTo>
                <a:lnTo>
                  <a:pt x="896" y="731"/>
                </a:lnTo>
                <a:lnTo>
                  <a:pt x="896" y="732"/>
                </a:lnTo>
                <a:lnTo>
                  <a:pt x="896" y="733"/>
                </a:lnTo>
                <a:lnTo>
                  <a:pt x="897" y="734"/>
                </a:lnTo>
                <a:lnTo>
                  <a:pt x="897" y="735"/>
                </a:lnTo>
                <a:lnTo>
                  <a:pt x="898" y="735"/>
                </a:lnTo>
                <a:lnTo>
                  <a:pt x="898" y="734"/>
                </a:lnTo>
                <a:lnTo>
                  <a:pt x="899" y="734"/>
                </a:lnTo>
                <a:lnTo>
                  <a:pt x="899" y="733"/>
                </a:lnTo>
                <a:lnTo>
                  <a:pt x="900" y="735"/>
                </a:lnTo>
                <a:lnTo>
                  <a:pt x="901" y="736"/>
                </a:lnTo>
                <a:lnTo>
                  <a:pt x="901" y="737"/>
                </a:lnTo>
                <a:lnTo>
                  <a:pt x="902" y="738"/>
                </a:lnTo>
                <a:lnTo>
                  <a:pt x="902" y="737"/>
                </a:lnTo>
                <a:lnTo>
                  <a:pt x="902" y="738"/>
                </a:lnTo>
                <a:lnTo>
                  <a:pt x="903" y="738"/>
                </a:lnTo>
                <a:lnTo>
                  <a:pt x="902" y="739"/>
                </a:lnTo>
                <a:lnTo>
                  <a:pt x="902" y="740"/>
                </a:lnTo>
                <a:lnTo>
                  <a:pt x="901" y="740"/>
                </a:lnTo>
                <a:lnTo>
                  <a:pt x="900" y="741"/>
                </a:lnTo>
                <a:lnTo>
                  <a:pt x="900" y="740"/>
                </a:lnTo>
                <a:lnTo>
                  <a:pt x="899" y="740"/>
                </a:lnTo>
                <a:lnTo>
                  <a:pt x="898" y="740"/>
                </a:lnTo>
                <a:lnTo>
                  <a:pt x="897" y="740"/>
                </a:lnTo>
                <a:lnTo>
                  <a:pt x="897" y="739"/>
                </a:lnTo>
                <a:lnTo>
                  <a:pt x="896" y="739"/>
                </a:lnTo>
                <a:lnTo>
                  <a:pt x="895" y="739"/>
                </a:lnTo>
                <a:lnTo>
                  <a:pt x="894" y="740"/>
                </a:lnTo>
                <a:lnTo>
                  <a:pt x="894" y="741"/>
                </a:lnTo>
                <a:lnTo>
                  <a:pt x="894" y="742"/>
                </a:lnTo>
                <a:lnTo>
                  <a:pt x="893" y="742"/>
                </a:lnTo>
                <a:lnTo>
                  <a:pt x="892" y="741"/>
                </a:lnTo>
                <a:lnTo>
                  <a:pt x="891" y="739"/>
                </a:lnTo>
                <a:lnTo>
                  <a:pt x="890" y="739"/>
                </a:lnTo>
                <a:lnTo>
                  <a:pt x="890" y="738"/>
                </a:lnTo>
                <a:lnTo>
                  <a:pt x="890" y="739"/>
                </a:lnTo>
                <a:lnTo>
                  <a:pt x="890" y="740"/>
                </a:lnTo>
                <a:lnTo>
                  <a:pt x="889" y="741"/>
                </a:lnTo>
                <a:lnTo>
                  <a:pt x="889" y="742"/>
                </a:lnTo>
                <a:lnTo>
                  <a:pt x="890" y="742"/>
                </a:lnTo>
                <a:lnTo>
                  <a:pt x="890" y="743"/>
                </a:lnTo>
                <a:lnTo>
                  <a:pt x="889" y="743"/>
                </a:lnTo>
                <a:lnTo>
                  <a:pt x="888" y="744"/>
                </a:lnTo>
                <a:lnTo>
                  <a:pt x="887" y="744"/>
                </a:lnTo>
                <a:lnTo>
                  <a:pt x="886" y="744"/>
                </a:lnTo>
                <a:lnTo>
                  <a:pt x="887" y="748"/>
                </a:lnTo>
                <a:lnTo>
                  <a:pt x="887" y="749"/>
                </a:lnTo>
                <a:lnTo>
                  <a:pt x="888" y="750"/>
                </a:lnTo>
                <a:lnTo>
                  <a:pt x="887" y="750"/>
                </a:lnTo>
                <a:lnTo>
                  <a:pt x="887" y="751"/>
                </a:lnTo>
                <a:lnTo>
                  <a:pt x="888" y="752"/>
                </a:lnTo>
                <a:lnTo>
                  <a:pt x="888" y="753"/>
                </a:lnTo>
                <a:lnTo>
                  <a:pt x="889" y="754"/>
                </a:lnTo>
                <a:lnTo>
                  <a:pt x="889" y="758"/>
                </a:lnTo>
                <a:lnTo>
                  <a:pt x="890" y="759"/>
                </a:lnTo>
                <a:lnTo>
                  <a:pt x="891" y="760"/>
                </a:lnTo>
                <a:lnTo>
                  <a:pt x="890" y="760"/>
                </a:lnTo>
                <a:lnTo>
                  <a:pt x="890" y="761"/>
                </a:lnTo>
                <a:lnTo>
                  <a:pt x="891" y="761"/>
                </a:lnTo>
                <a:lnTo>
                  <a:pt x="891" y="762"/>
                </a:lnTo>
                <a:lnTo>
                  <a:pt x="891" y="763"/>
                </a:lnTo>
                <a:lnTo>
                  <a:pt x="892" y="763"/>
                </a:lnTo>
                <a:lnTo>
                  <a:pt x="891" y="763"/>
                </a:lnTo>
                <a:lnTo>
                  <a:pt x="891" y="764"/>
                </a:lnTo>
                <a:lnTo>
                  <a:pt x="892" y="764"/>
                </a:lnTo>
                <a:lnTo>
                  <a:pt x="892" y="765"/>
                </a:lnTo>
                <a:lnTo>
                  <a:pt x="893" y="765"/>
                </a:lnTo>
                <a:lnTo>
                  <a:pt x="893" y="766"/>
                </a:lnTo>
                <a:lnTo>
                  <a:pt x="892" y="766"/>
                </a:lnTo>
                <a:lnTo>
                  <a:pt x="892" y="767"/>
                </a:lnTo>
                <a:lnTo>
                  <a:pt x="891" y="768"/>
                </a:lnTo>
                <a:lnTo>
                  <a:pt x="890" y="768"/>
                </a:lnTo>
                <a:lnTo>
                  <a:pt x="889" y="768"/>
                </a:lnTo>
                <a:lnTo>
                  <a:pt x="888" y="769"/>
                </a:lnTo>
                <a:lnTo>
                  <a:pt x="888" y="768"/>
                </a:lnTo>
                <a:lnTo>
                  <a:pt x="887" y="768"/>
                </a:lnTo>
                <a:lnTo>
                  <a:pt x="887" y="769"/>
                </a:lnTo>
                <a:lnTo>
                  <a:pt x="888" y="770"/>
                </a:lnTo>
                <a:lnTo>
                  <a:pt x="887" y="771"/>
                </a:lnTo>
                <a:lnTo>
                  <a:pt x="887" y="772"/>
                </a:lnTo>
                <a:lnTo>
                  <a:pt x="886" y="772"/>
                </a:lnTo>
                <a:lnTo>
                  <a:pt x="886" y="771"/>
                </a:lnTo>
                <a:lnTo>
                  <a:pt x="885" y="771"/>
                </a:lnTo>
                <a:lnTo>
                  <a:pt x="884" y="771"/>
                </a:lnTo>
                <a:lnTo>
                  <a:pt x="884" y="772"/>
                </a:lnTo>
                <a:lnTo>
                  <a:pt x="883" y="773"/>
                </a:lnTo>
                <a:lnTo>
                  <a:pt x="881" y="773"/>
                </a:lnTo>
                <a:lnTo>
                  <a:pt x="880" y="773"/>
                </a:lnTo>
                <a:lnTo>
                  <a:pt x="878" y="774"/>
                </a:lnTo>
                <a:lnTo>
                  <a:pt x="877" y="774"/>
                </a:lnTo>
                <a:lnTo>
                  <a:pt x="876" y="774"/>
                </a:lnTo>
                <a:lnTo>
                  <a:pt x="875" y="774"/>
                </a:lnTo>
                <a:lnTo>
                  <a:pt x="874" y="774"/>
                </a:lnTo>
                <a:lnTo>
                  <a:pt x="872" y="774"/>
                </a:lnTo>
                <a:lnTo>
                  <a:pt x="868" y="774"/>
                </a:lnTo>
                <a:lnTo>
                  <a:pt x="866" y="775"/>
                </a:lnTo>
                <a:lnTo>
                  <a:pt x="865" y="775"/>
                </a:lnTo>
                <a:lnTo>
                  <a:pt x="864" y="776"/>
                </a:lnTo>
                <a:lnTo>
                  <a:pt x="863" y="776"/>
                </a:lnTo>
                <a:lnTo>
                  <a:pt x="862" y="776"/>
                </a:lnTo>
                <a:lnTo>
                  <a:pt x="860" y="776"/>
                </a:lnTo>
                <a:lnTo>
                  <a:pt x="860" y="777"/>
                </a:lnTo>
                <a:lnTo>
                  <a:pt x="859" y="777"/>
                </a:lnTo>
                <a:lnTo>
                  <a:pt x="859" y="778"/>
                </a:lnTo>
                <a:lnTo>
                  <a:pt x="859" y="779"/>
                </a:lnTo>
                <a:lnTo>
                  <a:pt x="859" y="780"/>
                </a:lnTo>
                <a:lnTo>
                  <a:pt x="858" y="781"/>
                </a:lnTo>
                <a:lnTo>
                  <a:pt x="857" y="781"/>
                </a:lnTo>
                <a:lnTo>
                  <a:pt x="857" y="782"/>
                </a:lnTo>
                <a:lnTo>
                  <a:pt x="857" y="783"/>
                </a:lnTo>
                <a:lnTo>
                  <a:pt x="857" y="784"/>
                </a:lnTo>
                <a:lnTo>
                  <a:pt x="858" y="784"/>
                </a:lnTo>
                <a:lnTo>
                  <a:pt x="859" y="784"/>
                </a:lnTo>
                <a:lnTo>
                  <a:pt x="860" y="784"/>
                </a:lnTo>
                <a:lnTo>
                  <a:pt x="860" y="783"/>
                </a:lnTo>
                <a:lnTo>
                  <a:pt x="860" y="784"/>
                </a:lnTo>
                <a:lnTo>
                  <a:pt x="861" y="784"/>
                </a:lnTo>
                <a:lnTo>
                  <a:pt x="863" y="784"/>
                </a:lnTo>
                <a:lnTo>
                  <a:pt x="864" y="785"/>
                </a:lnTo>
                <a:lnTo>
                  <a:pt x="864" y="786"/>
                </a:lnTo>
                <a:lnTo>
                  <a:pt x="865" y="786"/>
                </a:lnTo>
                <a:lnTo>
                  <a:pt x="866" y="787"/>
                </a:lnTo>
                <a:lnTo>
                  <a:pt x="865" y="787"/>
                </a:lnTo>
                <a:lnTo>
                  <a:pt x="865" y="788"/>
                </a:lnTo>
                <a:lnTo>
                  <a:pt x="865" y="791"/>
                </a:lnTo>
                <a:lnTo>
                  <a:pt x="865" y="792"/>
                </a:lnTo>
                <a:lnTo>
                  <a:pt x="865" y="793"/>
                </a:lnTo>
                <a:lnTo>
                  <a:pt x="866" y="794"/>
                </a:lnTo>
                <a:lnTo>
                  <a:pt x="866" y="795"/>
                </a:lnTo>
                <a:lnTo>
                  <a:pt x="867" y="796"/>
                </a:lnTo>
                <a:lnTo>
                  <a:pt x="867" y="797"/>
                </a:lnTo>
                <a:lnTo>
                  <a:pt x="867" y="798"/>
                </a:lnTo>
                <a:lnTo>
                  <a:pt x="867" y="799"/>
                </a:lnTo>
                <a:lnTo>
                  <a:pt x="867" y="800"/>
                </a:lnTo>
                <a:lnTo>
                  <a:pt x="866" y="800"/>
                </a:lnTo>
                <a:lnTo>
                  <a:pt x="866" y="801"/>
                </a:lnTo>
                <a:lnTo>
                  <a:pt x="866" y="802"/>
                </a:lnTo>
                <a:lnTo>
                  <a:pt x="866" y="803"/>
                </a:lnTo>
                <a:lnTo>
                  <a:pt x="865" y="803"/>
                </a:lnTo>
                <a:lnTo>
                  <a:pt x="865" y="804"/>
                </a:lnTo>
                <a:lnTo>
                  <a:pt x="864" y="804"/>
                </a:lnTo>
                <a:lnTo>
                  <a:pt x="862" y="806"/>
                </a:lnTo>
                <a:lnTo>
                  <a:pt x="861" y="806"/>
                </a:lnTo>
                <a:lnTo>
                  <a:pt x="860" y="806"/>
                </a:lnTo>
                <a:lnTo>
                  <a:pt x="859" y="807"/>
                </a:lnTo>
                <a:lnTo>
                  <a:pt x="858" y="807"/>
                </a:lnTo>
                <a:lnTo>
                  <a:pt x="858" y="806"/>
                </a:lnTo>
                <a:lnTo>
                  <a:pt x="857" y="805"/>
                </a:lnTo>
                <a:lnTo>
                  <a:pt x="856" y="805"/>
                </a:lnTo>
                <a:lnTo>
                  <a:pt x="854" y="804"/>
                </a:lnTo>
                <a:lnTo>
                  <a:pt x="853" y="804"/>
                </a:lnTo>
                <a:lnTo>
                  <a:pt x="851" y="805"/>
                </a:lnTo>
                <a:lnTo>
                  <a:pt x="850" y="805"/>
                </a:lnTo>
                <a:lnTo>
                  <a:pt x="848" y="806"/>
                </a:lnTo>
                <a:lnTo>
                  <a:pt x="847" y="806"/>
                </a:lnTo>
                <a:lnTo>
                  <a:pt x="846" y="806"/>
                </a:lnTo>
                <a:lnTo>
                  <a:pt x="846" y="807"/>
                </a:lnTo>
                <a:lnTo>
                  <a:pt x="847" y="807"/>
                </a:lnTo>
                <a:lnTo>
                  <a:pt x="846" y="808"/>
                </a:lnTo>
                <a:lnTo>
                  <a:pt x="846" y="807"/>
                </a:lnTo>
                <a:lnTo>
                  <a:pt x="845" y="807"/>
                </a:lnTo>
                <a:lnTo>
                  <a:pt x="845" y="809"/>
                </a:lnTo>
                <a:lnTo>
                  <a:pt x="845" y="810"/>
                </a:lnTo>
                <a:lnTo>
                  <a:pt x="846" y="811"/>
                </a:lnTo>
                <a:lnTo>
                  <a:pt x="846" y="812"/>
                </a:lnTo>
                <a:lnTo>
                  <a:pt x="845" y="812"/>
                </a:lnTo>
                <a:lnTo>
                  <a:pt x="844" y="812"/>
                </a:lnTo>
                <a:lnTo>
                  <a:pt x="843" y="814"/>
                </a:lnTo>
                <a:lnTo>
                  <a:pt x="843" y="815"/>
                </a:lnTo>
                <a:lnTo>
                  <a:pt x="842" y="815"/>
                </a:lnTo>
                <a:lnTo>
                  <a:pt x="841" y="815"/>
                </a:lnTo>
                <a:lnTo>
                  <a:pt x="841" y="814"/>
                </a:lnTo>
                <a:lnTo>
                  <a:pt x="840" y="814"/>
                </a:lnTo>
                <a:lnTo>
                  <a:pt x="839" y="814"/>
                </a:lnTo>
                <a:lnTo>
                  <a:pt x="838" y="814"/>
                </a:lnTo>
                <a:lnTo>
                  <a:pt x="836" y="814"/>
                </a:lnTo>
                <a:lnTo>
                  <a:pt x="836" y="815"/>
                </a:lnTo>
                <a:lnTo>
                  <a:pt x="835" y="816"/>
                </a:lnTo>
                <a:lnTo>
                  <a:pt x="835" y="815"/>
                </a:lnTo>
                <a:lnTo>
                  <a:pt x="834" y="815"/>
                </a:lnTo>
                <a:lnTo>
                  <a:pt x="833" y="816"/>
                </a:lnTo>
                <a:lnTo>
                  <a:pt x="832" y="817"/>
                </a:lnTo>
                <a:lnTo>
                  <a:pt x="832" y="818"/>
                </a:lnTo>
                <a:lnTo>
                  <a:pt x="833" y="819"/>
                </a:lnTo>
                <a:lnTo>
                  <a:pt x="834" y="819"/>
                </a:lnTo>
                <a:lnTo>
                  <a:pt x="835" y="819"/>
                </a:lnTo>
                <a:lnTo>
                  <a:pt x="836" y="821"/>
                </a:lnTo>
                <a:lnTo>
                  <a:pt x="837" y="821"/>
                </a:lnTo>
                <a:lnTo>
                  <a:pt x="837" y="822"/>
                </a:lnTo>
                <a:lnTo>
                  <a:pt x="837" y="823"/>
                </a:lnTo>
                <a:lnTo>
                  <a:pt x="838" y="823"/>
                </a:lnTo>
                <a:lnTo>
                  <a:pt x="838" y="824"/>
                </a:lnTo>
                <a:lnTo>
                  <a:pt x="838" y="825"/>
                </a:lnTo>
                <a:lnTo>
                  <a:pt x="838" y="826"/>
                </a:lnTo>
                <a:lnTo>
                  <a:pt x="838" y="827"/>
                </a:lnTo>
                <a:lnTo>
                  <a:pt x="838" y="828"/>
                </a:lnTo>
                <a:lnTo>
                  <a:pt x="838" y="829"/>
                </a:lnTo>
                <a:lnTo>
                  <a:pt x="839" y="829"/>
                </a:lnTo>
                <a:lnTo>
                  <a:pt x="839" y="830"/>
                </a:lnTo>
                <a:lnTo>
                  <a:pt x="839" y="831"/>
                </a:lnTo>
                <a:lnTo>
                  <a:pt x="839" y="832"/>
                </a:lnTo>
                <a:lnTo>
                  <a:pt x="838" y="832"/>
                </a:lnTo>
                <a:lnTo>
                  <a:pt x="837" y="833"/>
                </a:lnTo>
                <a:lnTo>
                  <a:pt x="838" y="834"/>
                </a:lnTo>
                <a:lnTo>
                  <a:pt x="838" y="835"/>
                </a:lnTo>
                <a:lnTo>
                  <a:pt x="836" y="835"/>
                </a:lnTo>
                <a:lnTo>
                  <a:pt x="835" y="834"/>
                </a:lnTo>
                <a:lnTo>
                  <a:pt x="835" y="833"/>
                </a:lnTo>
                <a:lnTo>
                  <a:pt x="834" y="833"/>
                </a:lnTo>
                <a:lnTo>
                  <a:pt x="834" y="834"/>
                </a:lnTo>
                <a:lnTo>
                  <a:pt x="833" y="835"/>
                </a:lnTo>
                <a:lnTo>
                  <a:pt x="833" y="836"/>
                </a:lnTo>
                <a:lnTo>
                  <a:pt x="833" y="837"/>
                </a:lnTo>
                <a:lnTo>
                  <a:pt x="832" y="838"/>
                </a:lnTo>
                <a:lnTo>
                  <a:pt x="831" y="838"/>
                </a:lnTo>
                <a:lnTo>
                  <a:pt x="831" y="837"/>
                </a:lnTo>
                <a:lnTo>
                  <a:pt x="831" y="838"/>
                </a:lnTo>
                <a:lnTo>
                  <a:pt x="831" y="839"/>
                </a:lnTo>
                <a:lnTo>
                  <a:pt x="830" y="839"/>
                </a:lnTo>
                <a:lnTo>
                  <a:pt x="831" y="840"/>
                </a:lnTo>
                <a:lnTo>
                  <a:pt x="831" y="841"/>
                </a:lnTo>
                <a:lnTo>
                  <a:pt x="830" y="841"/>
                </a:lnTo>
                <a:lnTo>
                  <a:pt x="829" y="841"/>
                </a:lnTo>
                <a:lnTo>
                  <a:pt x="829" y="840"/>
                </a:lnTo>
                <a:lnTo>
                  <a:pt x="828" y="840"/>
                </a:lnTo>
                <a:lnTo>
                  <a:pt x="827" y="840"/>
                </a:lnTo>
                <a:lnTo>
                  <a:pt x="826" y="840"/>
                </a:lnTo>
                <a:lnTo>
                  <a:pt x="825" y="840"/>
                </a:lnTo>
                <a:lnTo>
                  <a:pt x="825" y="841"/>
                </a:lnTo>
                <a:lnTo>
                  <a:pt x="824" y="841"/>
                </a:lnTo>
                <a:lnTo>
                  <a:pt x="824" y="842"/>
                </a:lnTo>
                <a:lnTo>
                  <a:pt x="823" y="842"/>
                </a:lnTo>
                <a:lnTo>
                  <a:pt x="821" y="842"/>
                </a:lnTo>
                <a:lnTo>
                  <a:pt x="820" y="842"/>
                </a:lnTo>
                <a:lnTo>
                  <a:pt x="819" y="841"/>
                </a:lnTo>
                <a:lnTo>
                  <a:pt x="818" y="842"/>
                </a:lnTo>
                <a:lnTo>
                  <a:pt x="818" y="843"/>
                </a:lnTo>
                <a:lnTo>
                  <a:pt x="818" y="844"/>
                </a:lnTo>
                <a:lnTo>
                  <a:pt x="817" y="844"/>
                </a:lnTo>
                <a:lnTo>
                  <a:pt x="816" y="846"/>
                </a:lnTo>
                <a:lnTo>
                  <a:pt x="815" y="846"/>
                </a:lnTo>
                <a:lnTo>
                  <a:pt x="814" y="847"/>
                </a:lnTo>
                <a:lnTo>
                  <a:pt x="815" y="847"/>
                </a:lnTo>
                <a:lnTo>
                  <a:pt x="815" y="848"/>
                </a:lnTo>
                <a:lnTo>
                  <a:pt x="814" y="849"/>
                </a:lnTo>
                <a:lnTo>
                  <a:pt x="814" y="850"/>
                </a:lnTo>
                <a:lnTo>
                  <a:pt x="813" y="851"/>
                </a:lnTo>
                <a:lnTo>
                  <a:pt x="813" y="853"/>
                </a:lnTo>
                <a:lnTo>
                  <a:pt x="812" y="854"/>
                </a:lnTo>
                <a:lnTo>
                  <a:pt x="812" y="855"/>
                </a:lnTo>
                <a:lnTo>
                  <a:pt x="811" y="855"/>
                </a:lnTo>
                <a:lnTo>
                  <a:pt x="811" y="856"/>
                </a:lnTo>
                <a:lnTo>
                  <a:pt x="811" y="857"/>
                </a:lnTo>
                <a:lnTo>
                  <a:pt x="810" y="859"/>
                </a:lnTo>
                <a:lnTo>
                  <a:pt x="810" y="860"/>
                </a:lnTo>
                <a:lnTo>
                  <a:pt x="809" y="861"/>
                </a:lnTo>
                <a:lnTo>
                  <a:pt x="809" y="862"/>
                </a:lnTo>
                <a:lnTo>
                  <a:pt x="808" y="863"/>
                </a:lnTo>
                <a:lnTo>
                  <a:pt x="806" y="863"/>
                </a:lnTo>
                <a:lnTo>
                  <a:pt x="805" y="863"/>
                </a:lnTo>
                <a:lnTo>
                  <a:pt x="805" y="862"/>
                </a:lnTo>
                <a:lnTo>
                  <a:pt x="804" y="862"/>
                </a:lnTo>
                <a:lnTo>
                  <a:pt x="804" y="861"/>
                </a:lnTo>
                <a:lnTo>
                  <a:pt x="803" y="860"/>
                </a:lnTo>
                <a:lnTo>
                  <a:pt x="803" y="859"/>
                </a:lnTo>
                <a:lnTo>
                  <a:pt x="802" y="859"/>
                </a:lnTo>
                <a:lnTo>
                  <a:pt x="802" y="858"/>
                </a:lnTo>
                <a:lnTo>
                  <a:pt x="802" y="855"/>
                </a:lnTo>
                <a:lnTo>
                  <a:pt x="801" y="855"/>
                </a:lnTo>
                <a:lnTo>
                  <a:pt x="801" y="854"/>
                </a:lnTo>
                <a:lnTo>
                  <a:pt x="801" y="855"/>
                </a:lnTo>
                <a:lnTo>
                  <a:pt x="800" y="855"/>
                </a:lnTo>
                <a:lnTo>
                  <a:pt x="799" y="854"/>
                </a:lnTo>
                <a:lnTo>
                  <a:pt x="799" y="853"/>
                </a:lnTo>
                <a:lnTo>
                  <a:pt x="798" y="853"/>
                </a:lnTo>
                <a:lnTo>
                  <a:pt x="798" y="852"/>
                </a:lnTo>
                <a:lnTo>
                  <a:pt x="797" y="851"/>
                </a:lnTo>
                <a:lnTo>
                  <a:pt x="798" y="851"/>
                </a:lnTo>
                <a:lnTo>
                  <a:pt x="798" y="850"/>
                </a:lnTo>
                <a:lnTo>
                  <a:pt x="798" y="848"/>
                </a:lnTo>
                <a:lnTo>
                  <a:pt x="797" y="848"/>
                </a:lnTo>
                <a:lnTo>
                  <a:pt x="796" y="847"/>
                </a:lnTo>
                <a:lnTo>
                  <a:pt x="797" y="847"/>
                </a:lnTo>
                <a:lnTo>
                  <a:pt x="796" y="846"/>
                </a:lnTo>
                <a:lnTo>
                  <a:pt x="795" y="846"/>
                </a:lnTo>
                <a:lnTo>
                  <a:pt x="794" y="846"/>
                </a:lnTo>
                <a:lnTo>
                  <a:pt x="793" y="845"/>
                </a:lnTo>
                <a:lnTo>
                  <a:pt x="793" y="844"/>
                </a:lnTo>
                <a:lnTo>
                  <a:pt x="795" y="843"/>
                </a:lnTo>
                <a:lnTo>
                  <a:pt x="795" y="842"/>
                </a:lnTo>
                <a:lnTo>
                  <a:pt x="794" y="842"/>
                </a:lnTo>
                <a:lnTo>
                  <a:pt x="794" y="841"/>
                </a:lnTo>
                <a:lnTo>
                  <a:pt x="793" y="841"/>
                </a:lnTo>
                <a:lnTo>
                  <a:pt x="793" y="840"/>
                </a:lnTo>
                <a:lnTo>
                  <a:pt x="793" y="839"/>
                </a:lnTo>
                <a:lnTo>
                  <a:pt x="793" y="840"/>
                </a:lnTo>
                <a:lnTo>
                  <a:pt x="792" y="840"/>
                </a:lnTo>
                <a:lnTo>
                  <a:pt x="792" y="839"/>
                </a:lnTo>
                <a:lnTo>
                  <a:pt x="792" y="838"/>
                </a:lnTo>
                <a:lnTo>
                  <a:pt x="792" y="837"/>
                </a:lnTo>
                <a:lnTo>
                  <a:pt x="792" y="836"/>
                </a:lnTo>
                <a:lnTo>
                  <a:pt x="791" y="836"/>
                </a:lnTo>
                <a:lnTo>
                  <a:pt x="791" y="835"/>
                </a:lnTo>
                <a:lnTo>
                  <a:pt x="790" y="834"/>
                </a:lnTo>
                <a:lnTo>
                  <a:pt x="791" y="834"/>
                </a:lnTo>
                <a:lnTo>
                  <a:pt x="791" y="833"/>
                </a:lnTo>
                <a:lnTo>
                  <a:pt x="791" y="832"/>
                </a:lnTo>
                <a:lnTo>
                  <a:pt x="791" y="831"/>
                </a:lnTo>
                <a:lnTo>
                  <a:pt x="790" y="831"/>
                </a:lnTo>
                <a:lnTo>
                  <a:pt x="789" y="832"/>
                </a:lnTo>
                <a:lnTo>
                  <a:pt x="789" y="831"/>
                </a:lnTo>
                <a:lnTo>
                  <a:pt x="788" y="831"/>
                </a:lnTo>
                <a:lnTo>
                  <a:pt x="788" y="832"/>
                </a:lnTo>
                <a:lnTo>
                  <a:pt x="788" y="833"/>
                </a:lnTo>
                <a:lnTo>
                  <a:pt x="788" y="834"/>
                </a:lnTo>
                <a:lnTo>
                  <a:pt x="789" y="835"/>
                </a:lnTo>
                <a:lnTo>
                  <a:pt x="789" y="836"/>
                </a:lnTo>
                <a:lnTo>
                  <a:pt x="789" y="837"/>
                </a:lnTo>
                <a:lnTo>
                  <a:pt x="788" y="837"/>
                </a:lnTo>
                <a:lnTo>
                  <a:pt x="787" y="838"/>
                </a:lnTo>
                <a:lnTo>
                  <a:pt x="786" y="838"/>
                </a:lnTo>
                <a:lnTo>
                  <a:pt x="786" y="839"/>
                </a:lnTo>
                <a:lnTo>
                  <a:pt x="785" y="839"/>
                </a:lnTo>
                <a:lnTo>
                  <a:pt x="783" y="839"/>
                </a:lnTo>
                <a:lnTo>
                  <a:pt x="782" y="840"/>
                </a:lnTo>
                <a:lnTo>
                  <a:pt x="782" y="841"/>
                </a:lnTo>
                <a:lnTo>
                  <a:pt x="781" y="841"/>
                </a:lnTo>
                <a:lnTo>
                  <a:pt x="781" y="842"/>
                </a:lnTo>
                <a:lnTo>
                  <a:pt x="780" y="842"/>
                </a:lnTo>
                <a:lnTo>
                  <a:pt x="779" y="842"/>
                </a:lnTo>
                <a:lnTo>
                  <a:pt x="778" y="841"/>
                </a:lnTo>
                <a:lnTo>
                  <a:pt x="778" y="840"/>
                </a:lnTo>
                <a:lnTo>
                  <a:pt x="779" y="840"/>
                </a:lnTo>
                <a:lnTo>
                  <a:pt x="778" y="839"/>
                </a:lnTo>
                <a:lnTo>
                  <a:pt x="778" y="837"/>
                </a:lnTo>
                <a:lnTo>
                  <a:pt x="777" y="837"/>
                </a:lnTo>
                <a:lnTo>
                  <a:pt x="778" y="836"/>
                </a:lnTo>
                <a:lnTo>
                  <a:pt x="778" y="835"/>
                </a:lnTo>
                <a:lnTo>
                  <a:pt x="777" y="835"/>
                </a:lnTo>
                <a:lnTo>
                  <a:pt x="777" y="834"/>
                </a:lnTo>
                <a:lnTo>
                  <a:pt x="778" y="834"/>
                </a:lnTo>
                <a:lnTo>
                  <a:pt x="778" y="833"/>
                </a:lnTo>
                <a:lnTo>
                  <a:pt x="777" y="832"/>
                </a:lnTo>
                <a:lnTo>
                  <a:pt x="777" y="831"/>
                </a:lnTo>
                <a:lnTo>
                  <a:pt x="779" y="830"/>
                </a:lnTo>
                <a:lnTo>
                  <a:pt x="779" y="829"/>
                </a:lnTo>
                <a:lnTo>
                  <a:pt x="779" y="828"/>
                </a:lnTo>
                <a:lnTo>
                  <a:pt x="778" y="828"/>
                </a:lnTo>
                <a:lnTo>
                  <a:pt x="777" y="829"/>
                </a:lnTo>
                <a:lnTo>
                  <a:pt x="776" y="830"/>
                </a:lnTo>
                <a:lnTo>
                  <a:pt x="775" y="830"/>
                </a:lnTo>
                <a:lnTo>
                  <a:pt x="773" y="831"/>
                </a:lnTo>
                <a:lnTo>
                  <a:pt x="771" y="832"/>
                </a:lnTo>
                <a:lnTo>
                  <a:pt x="770" y="833"/>
                </a:lnTo>
                <a:lnTo>
                  <a:pt x="768" y="833"/>
                </a:lnTo>
                <a:lnTo>
                  <a:pt x="767" y="834"/>
                </a:lnTo>
                <a:lnTo>
                  <a:pt x="765" y="834"/>
                </a:lnTo>
                <a:lnTo>
                  <a:pt x="763" y="835"/>
                </a:lnTo>
                <a:lnTo>
                  <a:pt x="762" y="835"/>
                </a:lnTo>
                <a:lnTo>
                  <a:pt x="761" y="835"/>
                </a:lnTo>
                <a:lnTo>
                  <a:pt x="760" y="836"/>
                </a:lnTo>
                <a:lnTo>
                  <a:pt x="759" y="836"/>
                </a:lnTo>
                <a:lnTo>
                  <a:pt x="756" y="836"/>
                </a:lnTo>
                <a:lnTo>
                  <a:pt x="754" y="837"/>
                </a:lnTo>
                <a:lnTo>
                  <a:pt x="753" y="836"/>
                </a:lnTo>
                <a:lnTo>
                  <a:pt x="751" y="836"/>
                </a:lnTo>
                <a:lnTo>
                  <a:pt x="748" y="836"/>
                </a:lnTo>
                <a:lnTo>
                  <a:pt x="746" y="836"/>
                </a:lnTo>
                <a:lnTo>
                  <a:pt x="744" y="836"/>
                </a:lnTo>
                <a:lnTo>
                  <a:pt x="743" y="836"/>
                </a:lnTo>
                <a:lnTo>
                  <a:pt x="741" y="836"/>
                </a:lnTo>
                <a:lnTo>
                  <a:pt x="738" y="835"/>
                </a:lnTo>
                <a:lnTo>
                  <a:pt x="734" y="833"/>
                </a:lnTo>
                <a:lnTo>
                  <a:pt x="732" y="832"/>
                </a:lnTo>
                <a:lnTo>
                  <a:pt x="731" y="831"/>
                </a:lnTo>
                <a:lnTo>
                  <a:pt x="730" y="831"/>
                </a:lnTo>
                <a:lnTo>
                  <a:pt x="730" y="830"/>
                </a:lnTo>
                <a:lnTo>
                  <a:pt x="729" y="830"/>
                </a:lnTo>
                <a:lnTo>
                  <a:pt x="729" y="829"/>
                </a:lnTo>
                <a:lnTo>
                  <a:pt x="728" y="829"/>
                </a:lnTo>
                <a:lnTo>
                  <a:pt x="727" y="829"/>
                </a:lnTo>
                <a:lnTo>
                  <a:pt x="727" y="828"/>
                </a:lnTo>
                <a:lnTo>
                  <a:pt x="726" y="828"/>
                </a:lnTo>
                <a:lnTo>
                  <a:pt x="725" y="827"/>
                </a:lnTo>
                <a:lnTo>
                  <a:pt x="724" y="827"/>
                </a:lnTo>
                <a:lnTo>
                  <a:pt x="724" y="826"/>
                </a:lnTo>
                <a:lnTo>
                  <a:pt x="723" y="825"/>
                </a:lnTo>
                <a:lnTo>
                  <a:pt x="722" y="825"/>
                </a:lnTo>
                <a:lnTo>
                  <a:pt x="721" y="825"/>
                </a:lnTo>
                <a:lnTo>
                  <a:pt x="720" y="824"/>
                </a:lnTo>
                <a:lnTo>
                  <a:pt x="718" y="824"/>
                </a:lnTo>
                <a:lnTo>
                  <a:pt x="717" y="824"/>
                </a:lnTo>
                <a:lnTo>
                  <a:pt x="716" y="823"/>
                </a:lnTo>
                <a:lnTo>
                  <a:pt x="715" y="823"/>
                </a:lnTo>
                <a:lnTo>
                  <a:pt x="714" y="823"/>
                </a:lnTo>
                <a:lnTo>
                  <a:pt x="713" y="822"/>
                </a:lnTo>
                <a:lnTo>
                  <a:pt x="712" y="821"/>
                </a:lnTo>
                <a:lnTo>
                  <a:pt x="711" y="821"/>
                </a:lnTo>
                <a:lnTo>
                  <a:pt x="711" y="820"/>
                </a:lnTo>
                <a:lnTo>
                  <a:pt x="710" y="818"/>
                </a:lnTo>
                <a:lnTo>
                  <a:pt x="709" y="816"/>
                </a:lnTo>
                <a:lnTo>
                  <a:pt x="708" y="815"/>
                </a:lnTo>
                <a:lnTo>
                  <a:pt x="707" y="814"/>
                </a:lnTo>
                <a:lnTo>
                  <a:pt x="706" y="813"/>
                </a:lnTo>
                <a:lnTo>
                  <a:pt x="704" y="811"/>
                </a:lnTo>
                <a:lnTo>
                  <a:pt x="703" y="809"/>
                </a:lnTo>
                <a:lnTo>
                  <a:pt x="701" y="807"/>
                </a:lnTo>
                <a:lnTo>
                  <a:pt x="701" y="806"/>
                </a:lnTo>
                <a:lnTo>
                  <a:pt x="701" y="805"/>
                </a:lnTo>
                <a:lnTo>
                  <a:pt x="700" y="804"/>
                </a:lnTo>
                <a:lnTo>
                  <a:pt x="699" y="803"/>
                </a:lnTo>
                <a:lnTo>
                  <a:pt x="699" y="801"/>
                </a:lnTo>
                <a:lnTo>
                  <a:pt x="699" y="800"/>
                </a:lnTo>
                <a:lnTo>
                  <a:pt x="698" y="799"/>
                </a:lnTo>
                <a:lnTo>
                  <a:pt x="697" y="798"/>
                </a:lnTo>
                <a:lnTo>
                  <a:pt x="696" y="797"/>
                </a:lnTo>
                <a:lnTo>
                  <a:pt x="695" y="797"/>
                </a:lnTo>
                <a:lnTo>
                  <a:pt x="695" y="796"/>
                </a:lnTo>
                <a:lnTo>
                  <a:pt x="695" y="795"/>
                </a:lnTo>
                <a:lnTo>
                  <a:pt x="694" y="795"/>
                </a:lnTo>
                <a:lnTo>
                  <a:pt x="693" y="795"/>
                </a:lnTo>
                <a:lnTo>
                  <a:pt x="692" y="795"/>
                </a:lnTo>
                <a:lnTo>
                  <a:pt x="691" y="796"/>
                </a:lnTo>
                <a:lnTo>
                  <a:pt x="690" y="796"/>
                </a:lnTo>
                <a:lnTo>
                  <a:pt x="690" y="797"/>
                </a:lnTo>
                <a:lnTo>
                  <a:pt x="689" y="797"/>
                </a:lnTo>
                <a:lnTo>
                  <a:pt x="688" y="797"/>
                </a:lnTo>
                <a:lnTo>
                  <a:pt x="688" y="798"/>
                </a:lnTo>
                <a:lnTo>
                  <a:pt x="686" y="798"/>
                </a:lnTo>
                <a:lnTo>
                  <a:pt x="686" y="797"/>
                </a:lnTo>
                <a:lnTo>
                  <a:pt x="686" y="796"/>
                </a:lnTo>
                <a:lnTo>
                  <a:pt x="685" y="797"/>
                </a:lnTo>
                <a:lnTo>
                  <a:pt x="684" y="796"/>
                </a:lnTo>
                <a:lnTo>
                  <a:pt x="684" y="797"/>
                </a:lnTo>
                <a:lnTo>
                  <a:pt x="683" y="797"/>
                </a:lnTo>
                <a:lnTo>
                  <a:pt x="682" y="797"/>
                </a:lnTo>
                <a:lnTo>
                  <a:pt x="681" y="797"/>
                </a:lnTo>
                <a:lnTo>
                  <a:pt x="680" y="796"/>
                </a:lnTo>
                <a:lnTo>
                  <a:pt x="679" y="797"/>
                </a:lnTo>
                <a:lnTo>
                  <a:pt x="678" y="797"/>
                </a:lnTo>
                <a:lnTo>
                  <a:pt x="677" y="798"/>
                </a:lnTo>
                <a:lnTo>
                  <a:pt x="677" y="799"/>
                </a:lnTo>
                <a:lnTo>
                  <a:pt x="678" y="799"/>
                </a:lnTo>
                <a:lnTo>
                  <a:pt x="679" y="798"/>
                </a:lnTo>
                <a:lnTo>
                  <a:pt x="680" y="799"/>
                </a:lnTo>
                <a:lnTo>
                  <a:pt x="679" y="801"/>
                </a:lnTo>
                <a:lnTo>
                  <a:pt x="678" y="801"/>
                </a:lnTo>
                <a:lnTo>
                  <a:pt x="677" y="802"/>
                </a:lnTo>
                <a:lnTo>
                  <a:pt x="676" y="802"/>
                </a:lnTo>
                <a:lnTo>
                  <a:pt x="675" y="802"/>
                </a:lnTo>
                <a:lnTo>
                  <a:pt x="675" y="801"/>
                </a:lnTo>
                <a:lnTo>
                  <a:pt x="674" y="800"/>
                </a:lnTo>
                <a:lnTo>
                  <a:pt x="673" y="801"/>
                </a:lnTo>
                <a:lnTo>
                  <a:pt x="673" y="800"/>
                </a:lnTo>
                <a:lnTo>
                  <a:pt x="673" y="799"/>
                </a:lnTo>
                <a:lnTo>
                  <a:pt x="673" y="798"/>
                </a:lnTo>
                <a:lnTo>
                  <a:pt x="672" y="797"/>
                </a:lnTo>
                <a:lnTo>
                  <a:pt x="670" y="796"/>
                </a:lnTo>
                <a:lnTo>
                  <a:pt x="669" y="797"/>
                </a:lnTo>
                <a:lnTo>
                  <a:pt x="668" y="797"/>
                </a:lnTo>
                <a:lnTo>
                  <a:pt x="668" y="798"/>
                </a:lnTo>
                <a:lnTo>
                  <a:pt x="667" y="799"/>
                </a:lnTo>
                <a:lnTo>
                  <a:pt x="666" y="799"/>
                </a:lnTo>
                <a:lnTo>
                  <a:pt x="665" y="800"/>
                </a:lnTo>
                <a:lnTo>
                  <a:pt x="664" y="800"/>
                </a:lnTo>
                <a:lnTo>
                  <a:pt x="664" y="799"/>
                </a:lnTo>
                <a:lnTo>
                  <a:pt x="663" y="799"/>
                </a:lnTo>
                <a:lnTo>
                  <a:pt x="663" y="800"/>
                </a:lnTo>
                <a:lnTo>
                  <a:pt x="662" y="800"/>
                </a:lnTo>
                <a:lnTo>
                  <a:pt x="662" y="799"/>
                </a:lnTo>
                <a:lnTo>
                  <a:pt x="661" y="800"/>
                </a:lnTo>
                <a:lnTo>
                  <a:pt x="660" y="800"/>
                </a:lnTo>
                <a:lnTo>
                  <a:pt x="659" y="801"/>
                </a:lnTo>
                <a:lnTo>
                  <a:pt x="660" y="801"/>
                </a:lnTo>
                <a:lnTo>
                  <a:pt x="659" y="802"/>
                </a:lnTo>
                <a:lnTo>
                  <a:pt x="659" y="803"/>
                </a:lnTo>
                <a:lnTo>
                  <a:pt x="658" y="804"/>
                </a:lnTo>
                <a:lnTo>
                  <a:pt x="657" y="804"/>
                </a:lnTo>
                <a:lnTo>
                  <a:pt x="656" y="803"/>
                </a:lnTo>
                <a:lnTo>
                  <a:pt x="655" y="803"/>
                </a:lnTo>
                <a:lnTo>
                  <a:pt x="654" y="803"/>
                </a:lnTo>
                <a:lnTo>
                  <a:pt x="654" y="802"/>
                </a:lnTo>
                <a:lnTo>
                  <a:pt x="653" y="802"/>
                </a:lnTo>
                <a:lnTo>
                  <a:pt x="653" y="803"/>
                </a:lnTo>
                <a:lnTo>
                  <a:pt x="652" y="803"/>
                </a:lnTo>
                <a:lnTo>
                  <a:pt x="651" y="803"/>
                </a:lnTo>
                <a:lnTo>
                  <a:pt x="650" y="804"/>
                </a:lnTo>
                <a:lnTo>
                  <a:pt x="650" y="805"/>
                </a:lnTo>
                <a:lnTo>
                  <a:pt x="649" y="805"/>
                </a:lnTo>
                <a:lnTo>
                  <a:pt x="648" y="806"/>
                </a:lnTo>
                <a:lnTo>
                  <a:pt x="648" y="807"/>
                </a:lnTo>
                <a:lnTo>
                  <a:pt x="648" y="808"/>
                </a:lnTo>
                <a:lnTo>
                  <a:pt x="648" y="809"/>
                </a:lnTo>
                <a:lnTo>
                  <a:pt x="649" y="808"/>
                </a:lnTo>
                <a:lnTo>
                  <a:pt x="650" y="808"/>
                </a:lnTo>
                <a:lnTo>
                  <a:pt x="650" y="809"/>
                </a:lnTo>
                <a:lnTo>
                  <a:pt x="650" y="810"/>
                </a:lnTo>
                <a:lnTo>
                  <a:pt x="649" y="810"/>
                </a:lnTo>
                <a:lnTo>
                  <a:pt x="649" y="809"/>
                </a:lnTo>
                <a:lnTo>
                  <a:pt x="648" y="809"/>
                </a:lnTo>
                <a:lnTo>
                  <a:pt x="647" y="810"/>
                </a:lnTo>
                <a:lnTo>
                  <a:pt x="646" y="811"/>
                </a:lnTo>
                <a:lnTo>
                  <a:pt x="645" y="811"/>
                </a:lnTo>
                <a:lnTo>
                  <a:pt x="645" y="810"/>
                </a:lnTo>
                <a:lnTo>
                  <a:pt x="644" y="811"/>
                </a:lnTo>
                <a:lnTo>
                  <a:pt x="644" y="812"/>
                </a:lnTo>
                <a:lnTo>
                  <a:pt x="643" y="812"/>
                </a:lnTo>
                <a:lnTo>
                  <a:pt x="643" y="813"/>
                </a:lnTo>
                <a:lnTo>
                  <a:pt x="642" y="814"/>
                </a:lnTo>
                <a:lnTo>
                  <a:pt x="642" y="815"/>
                </a:lnTo>
                <a:lnTo>
                  <a:pt x="643" y="815"/>
                </a:lnTo>
                <a:lnTo>
                  <a:pt x="644" y="816"/>
                </a:lnTo>
                <a:lnTo>
                  <a:pt x="643" y="817"/>
                </a:lnTo>
                <a:lnTo>
                  <a:pt x="643" y="816"/>
                </a:lnTo>
                <a:lnTo>
                  <a:pt x="641" y="815"/>
                </a:lnTo>
                <a:lnTo>
                  <a:pt x="640" y="815"/>
                </a:lnTo>
                <a:lnTo>
                  <a:pt x="640" y="816"/>
                </a:lnTo>
                <a:lnTo>
                  <a:pt x="641" y="816"/>
                </a:lnTo>
                <a:lnTo>
                  <a:pt x="640" y="817"/>
                </a:lnTo>
                <a:lnTo>
                  <a:pt x="640" y="816"/>
                </a:lnTo>
                <a:lnTo>
                  <a:pt x="639" y="815"/>
                </a:lnTo>
                <a:lnTo>
                  <a:pt x="638" y="815"/>
                </a:lnTo>
                <a:lnTo>
                  <a:pt x="638" y="816"/>
                </a:lnTo>
                <a:lnTo>
                  <a:pt x="637" y="815"/>
                </a:lnTo>
                <a:lnTo>
                  <a:pt x="637" y="814"/>
                </a:lnTo>
                <a:lnTo>
                  <a:pt x="636" y="813"/>
                </a:lnTo>
                <a:lnTo>
                  <a:pt x="637" y="813"/>
                </a:lnTo>
                <a:lnTo>
                  <a:pt x="637" y="812"/>
                </a:lnTo>
                <a:lnTo>
                  <a:pt x="637" y="811"/>
                </a:lnTo>
                <a:lnTo>
                  <a:pt x="636" y="812"/>
                </a:lnTo>
                <a:lnTo>
                  <a:pt x="635" y="811"/>
                </a:lnTo>
                <a:lnTo>
                  <a:pt x="634" y="811"/>
                </a:lnTo>
                <a:lnTo>
                  <a:pt x="634" y="810"/>
                </a:lnTo>
                <a:lnTo>
                  <a:pt x="633" y="810"/>
                </a:lnTo>
                <a:lnTo>
                  <a:pt x="633" y="809"/>
                </a:lnTo>
                <a:lnTo>
                  <a:pt x="632" y="809"/>
                </a:lnTo>
                <a:lnTo>
                  <a:pt x="631" y="810"/>
                </a:lnTo>
                <a:lnTo>
                  <a:pt x="631" y="809"/>
                </a:lnTo>
                <a:lnTo>
                  <a:pt x="631" y="808"/>
                </a:lnTo>
                <a:lnTo>
                  <a:pt x="630" y="807"/>
                </a:lnTo>
                <a:lnTo>
                  <a:pt x="630" y="808"/>
                </a:lnTo>
                <a:lnTo>
                  <a:pt x="629" y="808"/>
                </a:lnTo>
                <a:lnTo>
                  <a:pt x="629" y="807"/>
                </a:lnTo>
                <a:lnTo>
                  <a:pt x="627" y="807"/>
                </a:lnTo>
                <a:lnTo>
                  <a:pt x="626" y="807"/>
                </a:lnTo>
                <a:lnTo>
                  <a:pt x="626" y="808"/>
                </a:lnTo>
                <a:lnTo>
                  <a:pt x="625" y="808"/>
                </a:lnTo>
                <a:lnTo>
                  <a:pt x="624" y="808"/>
                </a:lnTo>
                <a:lnTo>
                  <a:pt x="623" y="807"/>
                </a:lnTo>
                <a:lnTo>
                  <a:pt x="622" y="807"/>
                </a:lnTo>
                <a:lnTo>
                  <a:pt x="621" y="807"/>
                </a:lnTo>
                <a:lnTo>
                  <a:pt x="621" y="808"/>
                </a:lnTo>
                <a:lnTo>
                  <a:pt x="621" y="809"/>
                </a:lnTo>
                <a:lnTo>
                  <a:pt x="621" y="810"/>
                </a:lnTo>
                <a:lnTo>
                  <a:pt x="620" y="810"/>
                </a:lnTo>
                <a:lnTo>
                  <a:pt x="620" y="809"/>
                </a:lnTo>
                <a:lnTo>
                  <a:pt x="619" y="808"/>
                </a:lnTo>
                <a:lnTo>
                  <a:pt x="619" y="809"/>
                </a:lnTo>
                <a:lnTo>
                  <a:pt x="618" y="809"/>
                </a:lnTo>
                <a:lnTo>
                  <a:pt x="616" y="809"/>
                </a:lnTo>
                <a:lnTo>
                  <a:pt x="616" y="808"/>
                </a:lnTo>
                <a:lnTo>
                  <a:pt x="615" y="807"/>
                </a:lnTo>
                <a:lnTo>
                  <a:pt x="614" y="807"/>
                </a:lnTo>
                <a:lnTo>
                  <a:pt x="614" y="806"/>
                </a:lnTo>
                <a:lnTo>
                  <a:pt x="613" y="806"/>
                </a:lnTo>
                <a:lnTo>
                  <a:pt x="612" y="806"/>
                </a:lnTo>
                <a:lnTo>
                  <a:pt x="611" y="806"/>
                </a:lnTo>
                <a:lnTo>
                  <a:pt x="611" y="805"/>
                </a:lnTo>
                <a:lnTo>
                  <a:pt x="610" y="804"/>
                </a:lnTo>
                <a:lnTo>
                  <a:pt x="610" y="805"/>
                </a:lnTo>
                <a:lnTo>
                  <a:pt x="609" y="806"/>
                </a:lnTo>
                <a:lnTo>
                  <a:pt x="609" y="807"/>
                </a:lnTo>
                <a:lnTo>
                  <a:pt x="608" y="807"/>
                </a:lnTo>
                <a:lnTo>
                  <a:pt x="607" y="806"/>
                </a:lnTo>
                <a:lnTo>
                  <a:pt x="607" y="805"/>
                </a:lnTo>
                <a:lnTo>
                  <a:pt x="606" y="806"/>
                </a:lnTo>
                <a:lnTo>
                  <a:pt x="605" y="807"/>
                </a:lnTo>
                <a:lnTo>
                  <a:pt x="605" y="808"/>
                </a:lnTo>
                <a:lnTo>
                  <a:pt x="604" y="809"/>
                </a:lnTo>
                <a:lnTo>
                  <a:pt x="603" y="809"/>
                </a:lnTo>
                <a:lnTo>
                  <a:pt x="604" y="808"/>
                </a:lnTo>
                <a:lnTo>
                  <a:pt x="604" y="807"/>
                </a:lnTo>
                <a:lnTo>
                  <a:pt x="604" y="806"/>
                </a:lnTo>
                <a:lnTo>
                  <a:pt x="604" y="805"/>
                </a:lnTo>
                <a:lnTo>
                  <a:pt x="604" y="804"/>
                </a:lnTo>
                <a:lnTo>
                  <a:pt x="605" y="803"/>
                </a:lnTo>
                <a:lnTo>
                  <a:pt x="605" y="804"/>
                </a:lnTo>
                <a:lnTo>
                  <a:pt x="606" y="804"/>
                </a:lnTo>
                <a:lnTo>
                  <a:pt x="606" y="803"/>
                </a:lnTo>
                <a:lnTo>
                  <a:pt x="604" y="802"/>
                </a:lnTo>
                <a:lnTo>
                  <a:pt x="604" y="803"/>
                </a:lnTo>
                <a:lnTo>
                  <a:pt x="604" y="804"/>
                </a:lnTo>
                <a:lnTo>
                  <a:pt x="603" y="804"/>
                </a:lnTo>
                <a:lnTo>
                  <a:pt x="602" y="804"/>
                </a:lnTo>
                <a:lnTo>
                  <a:pt x="602" y="805"/>
                </a:lnTo>
                <a:lnTo>
                  <a:pt x="601" y="805"/>
                </a:lnTo>
                <a:lnTo>
                  <a:pt x="601" y="804"/>
                </a:lnTo>
                <a:lnTo>
                  <a:pt x="600" y="804"/>
                </a:lnTo>
                <a:lnTo>
                  <a:pt x="599" y="804"/>
                </a:lnTo>
                <a:lnTo>
                  <a:pt x="599" y="803"/>
                </a:lnTo>
                <a:lnTo>
                  <a:pt x="598" y="802"/>
                </a:lnTo>
                <a:lnTo>
                  <a:pt x="598" y="800"/>
                </a:lnTo>
                <a:lnTo>
                  <a:pt x="598" y="799"/>
                </a:lnTo>
                <a:lnTo>
                  <a:pt x="599" y="798"/>
                </a:lnTo>
                <a:lnTo>
                  <a:pt x="598" y="798"/>
                </a:lnTo>
                <a:lnTo>
                  <a:pt x="597" y="797"/>
                </a:lnTo>
                <a:lnTo>
                  <a:pt x="598" y="796"/>
                </a:lnTo>
                <a:lnTo>
                  <a:pt x="597" y="795"/>
                </a:lnTo>
                <a:lnTo>
                  <a:pt x="598" y="795"/>
                </a:lnTo>
                <a:lnTo>
                  <a:pt x="598" y="794"/>
                </a:lnTo>
                <a:lnTo>
                  <a:pt x="599" y="793"/>
                </a:lnTo>
                <a:lnTo>
                  <a:pt x="599" y="792"/>
                </a:lnTo>
                <a:lnTo>
                  <a:pt x="599" y="791"/>
                </a:lnTo>
                <a:lnTo>
                  <a:pt x="599" y="790"/>
                </a:lnTo>
                <a:lnTo>
                  <a:pt x="599" y="791"/>
                </a:lnTo>
                <a:lnTo>
                  <a:pt x="600" y="791"/>
                </a:lnTo>
                <a:lnTo>
                  <a:pt x="600" y="790"/>
                </a:lnTo>
                <a:lnTo>
                  <a:pt x="600" y="789"/>
                </a:lnTo>
                <a:lnTo>
                  <a:pt x="599" y="788"/>
                </a:lnTo>
                <a:lnTo>
                  <a:pt x="598" y="788"/>
                </a:lnTo>
                <a:lnTo>
                  <a:pt x="597" y="788"/>
                </a:lnTo>
                <a:lnTo>
                  <a:pt x="597" y="787"/>
                </a:lnTo>
                <a:lnTo>
                  <a:pt x="598" y="787"/>
                </a:lnTo>
                <a:lnTo>
                  <a:pt x="597" y="786"/>
                </a:lnTo>
                <a:lnTo>
                  <a:pt x="596" y="785"/>
                </a:lnTo>
                <a:lnTo>
                  <a:pt x="596" y="784"/>
                </a:lnTo>
                <a:lnTo>
                  <a:pt x="597" y="784"/>
                </a:lnTo>
                <a:lnTo>
                  <a:pt x="596" y="784"/>
                </a:lnTo>
                <a:lnTo>
                  <a:pt x="596" y="783"/>
                </a:lnTo>
                <a:lnTo>
                  <a:pt x="595" y="783"/>
                </a:lnTo>
                <a:lnTo>
                  <a:pt x="595" y="782"/>
                </a:lnTo>
                <a:lnTo>
                  <a:pt x="594" y="782"/>
                </a:lnTo>
                <a:lnTo>
                  <a:pt x="593" y="782"/>
                </a:lnTo>
                <a:lnTo>
                  <a:pt x="593" y="783"/>
                </a:lnTo>
                <a:lnTo>
                  <a:pt x="594" y="784"/>
                </a:lnTo>
                <a:lnTo>
                  <a:pt x="593" y="784"/>
                </a:lnTo>
                <a:lnTo>
                  <a:pt x="593" y="785"/>
                </a:lnTo>
                <a:lnTo>
                  <a:pt x="594" y="786"/>
                </a:lnTo>
                <a:lnTo>
                  <a:pt x="594" y="787"/>
                </a:lnTo>
                <a:lnTo>
                  <a:pt x="594" y="788"/>
                </a:lnTo>
                <a:lnTo>
                  <a:pt x="592" y="788"/>
                </a:lnTo>
                <a:lnTo>
                  <a:pt x="594" y="790"/>
                </a:lnTo>
                <a:lnTo>
                  <a:pt x="595" y="791"/>
                </a:lnTo>
                <a:lnTo>
                  <a:pt x="594" y="791"/>
                </a:lnTo>
                <a:lnTo>
                  <a:pt x="593" y="791"/>
                </a:lnTo>
                <a:lnTo>
                  <a:pt x="593" y="790"/>
                </a:lnTo>
                <a:lnTo>
                  <a:pt x="591" y="790"/>
                </a:lnTo>
                <a:lnTo>
                  <a:pt x="591" y="791"/>
                </a:lnTo>
                <a:lnTo>
                  <a:pt x="589" y="791"/>
                </a:lnTo>
                <a:lnTo>
                  <a:pt x="587" y="791"/>
                </a:lnTo>
                <a:lnTo>
                  <a:pt x="586" y="790"/>
                </a:lnTo>
                <a:lnTo>
                  <a:pt x="585" y="791"/>
                </a:lnTo>
                <a:lnTo>
                  <a:pt x="585" y="792"/>
                </a:lnTo>
                <a:lnTo>
                  <a:pt x="584" y="793"/>
                </a:lnTo>
                <a:lnTo>
                  <a:pt x="583" y="792"/>
                </a:lnTo>
                <a:lnTo>
                  <a:pt x="582" y="793"/>
                </a:lnTo>
                <a:lnTo>
                  <a:pt x="582" y="794"/>
                </a:lnTo>
                <a:lnTo>
                  <a:pt x="581" y="794"/>
                </a:lnTo>
                <a:lnTo>
                  <a:pt x="580" y="794"/>
                </a:lnTo>
                <a:lnTo>
                  <a:pt x="580" y="793"/>
                </a:lnTo>
                <a:lnTo>
                  <a:pt x="578" y="792"/>
                </a:lnTo>
                <a:lnTo>
                  <a:pt x="577" y="793"/>
                </a:lnTo>
                <a:lnTo>
                  <a:pt x="578" y="793"/>
                </a:lnTo>
                <a:lnTo>
                  <a:pt x="578" y="794"/>
                </a:lnTo>
                <a:lnTo>
                  <a:pt x="577" y="794"/>
                </a:lnTo>
                <a:lnTo>
                  <a:pt x="576" y="795"/>
                </a:lnTo>
                <a:lnTo>
                  <a:pt x="575" y="794"/>
                </a:lnTo>
                <a:lnTo>
                  <a:pt x="574" y="794"/>
                </a:lnTo>
                <a:lnTo>
                  <a:pt x="574" y="793"/>
                </a:lnTo>
                <a:lnTo>
                  <a:pt x="573" y="793"/>
                </a:lnTo>
                <a:lnTo>
                  <a:pt x="572" y="792"/>
                </a:lnTo>
                <a:lnTo>
                  <a:pt x="571" y="792"/>
                </a:lnTo>
                <a:lnTo>
                  <a:pt x="571" y="791"/>
                </a:lnTo>
                <a:lnTo>
                  <a:pt x="570" y="791"/>
                </a:lnTo>
                <a:lnTo>
                  <a:pt x="570" y="792"/>
                </a:lnTo>
                <a:lnTo>
                  <a:pt x="569" y="792"/>
                </a:lnTo>
                <a:lnTo>
                  <a:pt x="570" y="792"/>
                </a:lnTo>
                <a:lnTo>
                  <a:pt x="570" y="793"/>
                </a:lnTo>
                <a:lnTo>
                  <a:pt x="569" y="793"/>
                </a:lnTo>
                <a:lnTo>
                  <a:pt x="568" y="793"/>
                </a:lnTo>
                <a:lnTo>
                  <a:pt x="568" y="792"/>
                </a:lnTo>
                <a:lnTo>
                  <a:pt x="568" y="791"/>
                </a:lnTo>
                <a:lnTo>
                  <a:pt x="568" y="790"/>
                </a:lnTo>
                <a:lnTo>
                  <a:pt x="568" y="789"/>
                </a:lnTo>
                <a:lnTo>
                  <a:pt x="568" y="788"/>
                </a:lnTo>
                <a:lnTo>
                  <a:pt x="568" y="787"/>
                </a:lnTo>
                <a:lnTo>
                  <a:pt x="567" y="787"/>
                </a:lnTo>
                <a:lnTo>
                  <a:pt x="567" y="788"/>
                </a:lnTo>
                <a:lnTo>
                  <a:pt x="566" y="788"/>
                </a:lnTo>
                <a:lnTo>
                  <a:pt x="565" y="787"/>
                </a:lnTo>
                <a:lnTo>
                  <a:pt x="565" y="786"/>
                </a:lnTo>
                <a:lnTo>
                  <a:pt x="565" y="787"/>
                </a:lnTo>
                <a:lnTo>
                  <a:pt x="564" y="787"/>
                </a:lnTo>
                <a:lnTo>
                  <a:pt x="564" y="788"/>
                </a:lnTo>
                <a:lnTo>
                  <a:pt x="563" y="789"/>
                </a:lnTo>
                <a:lnTo>
                  <a:pt x="562" y="789"/>
                </a:lnTo>
                <a:lnTo>
                  <a:pt x="561" y="788"/>
                </a:lnTo>
                <a:lnTo>
                  <a:pt x="560" y="789"/>
                </a:lnTo>
                <a:lnTo>
                  <a:pt x="560" y="790"/>
                </a:lnTo>
                <a:lnTo>
                  <a:pt x="560" y="791"/>
                </a:lnTo>
                <a:lnTo>
                  <a:pt x="560" y="792"/>
                </a:lnTo>
                <a:lnTo>
                  <a:pt x="559" y="793"/>
                </a:lnTo>
                <a:lnTo>
                  <a:pt x="559" y="794"/>
                </a:lnTo>
                <a:lnTo>
                  <a:pt x="558" y="794"/>
                </a:lnTo>
                <a:lnTo>
                  <a:pt x="557" y="796"/>
                </a:lnTo>
                <a:lnTo>
                  <a:pt x="556" y="796"/>
                </a:lnTo>
                <a:lnTo>
                  <a:pt x="555" y="796"/>
                </a:lnTo>
                <a:lnTo>
                  <a:pt x="554" y="797"/>
                </a:lnTo>
                <a:lnTo>
                  <a:pt x="555" y="797"/>
                </a:lnTo>
                <a:lnTo>
                  <a:pt x="554" y="797"/>
                </a:lnTo>
                <a:lnTo>
                  <a:pt x="553" y="798"/>
                </a:lnTo>
                <a:lnTo>
                  <a:pt x="553" y="799"/>
                </a:lnTo>
                <a:lnTo>
                  <a:pt x="553" y="801"/>
                </a:lnTo>
                <a:lnTo>
                  <a:pt x="553" y="802"/>
                </a:lnTo>
                <a:lnTo>
                  <a:pt x="552" y="802"/>
                </a:lnTo>
                <a:lnTo>
                  <a:pt x="552" y="801"/>
                </a:lnTo>
                <a:lnTo>
                  <a:pt x="551" y="801"/>
                </a:lnTo>
                <a:lnTo>
                  <a:pt x="550" y="802"/>
                </a:lnTo>
                <a:lnTo>
                  <a:pt x="550" y="803"/>
                </a:lnTo>
                <a:lnTo>
                  <a:pt x="549" y="803"/>
                </a:lnTo>
                <a:lnTo>
                  <a:pt x="548" y="803"/>
                </a:lnTo>
                <a:lnTo>
                  <a:pt x="547" y="802"/>
                </a:lnTo>
                <a:lnTo>
                  <a:pt x="545" y="802"/>
                </a:lnTo>
                <a:lnTo>
                  <a:pt x="545" y="803"/>
                </a:lnTo>
                <a:lnTo>
                  <a:pt x="545" y="804"/>
                </a:lnTo>
                <a:lnTo>
                  <a:pt x="544" y="804"/>
                </a:lnTo>
                <a:lnTo>
                  <a:pt x="543" y="804"/>
                </a:lnTo>
                <a:lnTo>
                  <a:pt x="543" y="803"/>
                </a:lnTo>
                <a:lnTo>
                  <a:pt x="542" y="803"/>
                </a:lnTo>
                <a:lnTo>
                  <a:pt x="542" y="804"/>
                </a:lnTo>
                <a:lnTo>
                  <a:pt x="541" y="804"/>
                </a:lnTo>
                <a:lnTo>
                  <a:pt x="541" y="803"/>
                </a:lnTo>
                <a:lnTo>
                  <a:pt x="540" y="803"/>
                </a:lnTo>
                <a:lnTo>
                  <a:pt x="539" y="802"/>
                </a:lnTo>
                <a:lnTo>
                  <a:pt x="537" y="803"/>
                </a:lnTo>
                <a:lnTo>
                  <a:pt x="537" y="804"/>
                </a:lnTo>
                <a:lnTo>
                  <a:pt x="536" y="805"/>
                </a:lnTo>
                <a:lnTo>
                  <a:pt x="535" y="805"/>
                </a:lnTo>
                <a:lnTo>
                  <a:pt x="534" y="806"/>
                </a:lnTo>
                <a:lnTo>
                  <a:pt x="533" y="805"/>
                </a:lnTo>
                <a:lnTo>
                  <a:pt x="532" y="804"/>
                </a:lnTo>
                <a:lnTo>
                  <a:pt x="532" y="805"/>
                </a:lnTo>
                <a:lnTo>
                  <a:pt x="530" y="805"/>
                </a:lnTo>
                <a:lnTo>
                  <a:pt x="531" y="805"/>
                </a:lnTo>
                <a:lnTo>
                  <a:pt x="530" y="804"/>
                </a:lnTo>
                <a:lnTo>
                  <a:pt x="529" y="805"/>
                </a:lnTo>
                <a:lnTo>
                  <a:pt x="528" y="805"/>
                </a:lnTo>
                <a:lnTo>
                  <a:pt x="527" y="805"/>
                </a:lnTo>
                <a:lnTo>
                  <a:pt x="526" y="806"/>
                </a:lnTo>
                <a:lnTo>
                  <a:pt x="525" y="805"/>
                </a:lnTo>
                <a:lnTo>
                  <a:pt x="524" y="805"/>
                </a:lnTo>
                <a:lnTo>
                  <a:pt x="523" y="805"/>
                </a:lnTo>
                <a:lnTo>
                  <a:pt x="522" y="805"/>
                </a:lnTo>
                <a:lnTo>
                  <a:pt x="521" y="805"/>
                </a:lnTo>
                <a:lnTo>
                  <a:pt x="521" y="806"/>
                </a:lnTo>
                <a:lnTo>
                  <a:pt x="519" y="807"/>
                </a:lnTo>
                <a:lnTo>
                  <a:pt x="518" y="808"/>
                </a:lnTo>
                <a:lnTo>
                  <a:pt x="516" y="808"/>
                </a:lnTo>
                <a:lnTo>
                  <a:pt x="516" y="807"/>
                </a:lnTo>
                <a:lnTo>
                  <a:pt x="515" y="807"/>
                </a:lnTo>
                <a:lnTo>
                  <a:pt x="514" y="807"/>
                </a:lnTo>
                <a:lnTo>
                  <a:pt x="513" y="807"/>
                </a:lnTo>
                <a:lnTo>
                  <a:pt x="513" y="806"/>
                </a:lnTo>
                <a:lnTo>
                  <a:pt x="512" y="807"/>
                </a:lnTo>
                <a:lnTo>
                  <a:pt x="510" y="807"/>
                </a:lnTo>
                <a:lnTo>
                  <a:pt x="509" y="807"/>
                </a:lnTo>
                <a:lnTo>
                  <a:pt x="508" y="808"/>
                </a:lnTo>
                <a:lnTo>
                  <a:pt x="508" y="809"/>
                </a:lnTo>
                <a:lnTo>
                  <a:pt x="507" y="809"/>
                </a:lnTo>
                <a:lnTo>
                  <a:pt x="508" y="809"/>
                </a:lnTo>
                <a:lnTo>
                  <a:pt x="507" y="809"/>
                </a:lnTo>
                <a:lnTo>
                  <a:pt x="507" y="810"/>
                </a:lnTo>
                <a:lnTo>
                  <a:pt x="506" y="810"/>
                </a:lnTo>
                <a:lnTo>
                  <a:pt x="505" y="810"/>
                </a:lnTo>
                <a:lnTo>
                  <a:pt x="505" y="809"/>
                </a:lnTo>
                <a:lnTo>
                  <a:pt x="504" y="809"/>
                </a:lnTo>
                <a:lnTo>
                  <a:pt x="503" y="809"/>
                </a:lnTo>
                <a:lnTo>
                  <a:pt x="503" y="810"/>
                </a:lnTo>
                <a:lnTo>
                  <a:pt x="502" y="811"/>
                </a:lnTo>
                <a:lnTo>
                  <a:pt x="501" y="811"/>
                </a:lnTo>
                <a:lnTo>
                  <a:pt x="500" y="811"/>
                </a:lnTo>
                <a:lnTo>
                  <a:pt x="500" y="810"/>
                </a:lnTo>
                <a:lnTo>
                  <a:pt x="499" y="810"/>
                </a:lnTo>
                <a:lnTo>
                  <a:pt x="498" y="809"/>
                </a:lnTo>
                <a:lnTo>
                  <a:pt x="497" y="808"/>
                </a:lnTo>
                <a:lnTo>
                  <a:pt x="497" y="807"/>
                </a:lnTo>
                <a:lnTo>
                  <a:pt x="497" y="806"/>
                </a:lnTo>
                <a:lnTo>
                  <a:pt x="497" y="805"/>
                </a:lnTo>
                <a:lnTo>
                  <a:pt x="497" y="804"/>
                </a:lnTo>
                <a:lnTo>
                  <a:pt x="496" y="804"/>
                </a:lnTo>
                <a:lnTo>
                  <a:pt x="495" y="803"/>
                </a:lnTo>
                <a:lnTo>
                  <a:pt x="493" y="802"/>
                </a:lnTo>
                <a:lnTo>
                  <a:pt x="493" y="801"/>
                </a:lnTo>
                <a:lnTo>
                  <a:pt x="490" y="801"/>
                </a:lnTo>
                <a:lnTo>
                  <a:pt x="489" y="801"/>
                </a:lnTo>
                <a:lnTo>
                  <a:pt x="489" y="802"/>
                </a:lnTo>
                <a:lnTo>
                  <a:pt x="488" y="802"/>
                </a:lnTo>
                <a:lnTo>
                  <a:pt x="487" y="801"/>
                </a:lnTo>
                <a:lnTo>
                  <a:pt x="487" y="800"/>
                </a:lnTo>
                <a:lnTo>
                  <a:pt x="487" y="799"/>
                </a:lnTo>
                <a:lnTo>
                  <a:pt x="486" y="799"/>
                </a:lnTo>
                <a:lnTo>
                  <a:pt x="486" y="800"/>
                </a:lnTo>
                <a:lnTo>
                  <a:pt x="485" y="800"/>
                </a:lnTo>
                <a:lnTo>
                  <a:pt x="484" y="799"/>
                </a:lnTo>
                <a:lnTo>
                  <a:pt x="483" y="799"/>
                </a:lnTo>
                <a:lnTo>
                  <a:pt x="483" y="798"/>
                </a:lnTo>
                <a:lnTo>
                  <a:pt x="485" y="799"/>
                </a:lnTo>
                <a:lnTo>
                  <a:pt x="485" y="794"/>
                </a:lnTo>
                <a:lnTo>
                  <a:pt x="485" y="793"/>
                </a:lnTo>
                <a:lnTo>
                  <a:pt x="485" y="792"/>
                </a:lnTo>
                <a:lnTo>
                  <a:pt x="487" y="788"/>
                </a:lnTo>
                <a:lnTo>
                  <a:pt x="488" y="783"/>
                </a:lnTo>
                <a:lnTo>
                  <a:pt x="489" y="780"/>
                </a:lnTo>
                <a:lnTo>
                  <a:pt x="490" y="779"/>
                </a:lnTo>
                <a:lnTo>
                  <a:pt x="491" y="779"/>
                </a:lnTo>
                <a:lnTo>
                  <a:pt x="491" y="780"/>
                </a:lnTo>
                <a:lnTo>
                  <a:pt x="492" y="781"/>
                </a:lnTo>
                <a:lnTo>
                  <a:pt x="492" y="782"/>
                </a:lnTo>
                <a:lnTo>
                  <a:pt x="492" y="783"/>
                </a:lnTo>
                <a:lnTo>
                  <a:pt x="492" y="784"/>
                </a:lnTo>
                <a:lnTo>
                  <a:pt x="493" y="784"/>
                </a:lnTo>
                <a:lnTo>
                  <a:pt x="493" y="783"/>
                </a:lnTo>
                <a:lnTo>
                  <a:pt x="495" y="782"/>
                </a:lnTo>
                <a:lnTo>
                  <a:pt x="496" y="782"/>
                </a:lnTo>
                <a:lnTo>
                  <a:pt x="497" y="782"/>
                </a:lnTo>
                <a:lnTo>
                  <a:pt x="498" y="782"/>
                </a:lnTo>
                <a:lnTo>
                  <a:pt x="499" y="781"/>
                </a:lnTo>
                <a:lnTo>
                  <a:pt x="500" y="781"/>
                </a:lnTo>
                <a:lnTo>
                  <a:pt x="500" y="780"/>
                </a:lnTo>
                <a:lnTo>
                  <a:pt x="501" y="780"/>
                </a:lnTo>
                <a:lnTo>
                  <a:pt x="502" y="780"/>
                </a:lnTo>
                <a:lnTo>
                  <a:pt x="502" y="779"/>
                </a:lnTo>
                <a:lnTo>
                  <a:pt x="503" y="778"/>
                </a:lnTo>
                <a:lnTo>
                  <a:pt x="503" y="777"/>
                </a:lnTo>
                <a:lnTo>
                  <a:pt x="504" y="777"/>
                </a:lnTo>
                <a:lnTo>
                  <a:pt x="504" y="776"/>
                </a:lnTo>
                <a:lnTo>
                  <a:pt x="505" y="776"/>
                </a:lnTo>
                <a:lnTo>
                  <a:pt x="505" y="775"/>
                </a:lnTo>
                <a:lnTo>
                  <a:pt x="506" y="775"/>
                </a:lnTo>
                <a:lnTo>
                  <a:pt x="506" y="774"/>
                </a:lnTo>
                <a:lnTo>
                  <a:pt x="506" y="773"/>
                </a:lnTo>
                <a:lnTo>
                  <a:pt x="507" y="770"/>
                </a:lnTo>
                <a:lnTo>
                  <a:pt x="508" y="769"/>
                </a:lnTo>
                <a:lnTo>
                  <a:pt x="508" y="767"/>
                </a:lnTo>
                <a:lnTo>
                  <a:pt x="509" y="764"/>
                </a:lnTo>
                <a:lnTo>
                  <a:pt x="508" y="758"/>
                </a:lnTo>
                <a:lnTo>
                  <a:pt x="508" y="757"/>
                </a:lnTo>
                <a:lnTo>
                  <a:pt x="508" y="754"/>
                </a:lnTo>
                <a:lnTo>
                  <a:pt x="508" y="752"/>
                </a:lnTo>
                <a:lnTo>
                  <a:pt x="508" y="747"/>
                </a:lnTo>
                <a:lnTo>
                  <a:pt x="507" y="746"/>
                </a:lnTo>
                <a:lnTo>
                  <a:pt x="506" y="746"/>
                </a:lnTo>
                <a:lnTo>
                  <a:pt x="506" y="745"/>
                </a:lnTo>
                <a:lnTo>
                  <a:pt x="505" y="745"/>
                </a:lnTo>
                <a:lnTo>
                  <a:pt x="505" y="744"/>
                </a:lnTo>
                <a:lnTo>
                  <a:pt x="505" y="743"/>
                </a:lnTo>
                <a:lnTo>
                  <a:pt x="504" y="742"/>
                </a:lnTo>
                <a:lnTo>
                  <a:pt x="505" y="741"/>
                </a:lnTo>
                <a:lnTo>
                  <a:pt x="506" y="740"/>
                </a:lnTo>
                <a:lnTo>
                  <a:pt x="506" y="739"/>
                </a:lnTo>
                <a:lnTo>
                  <a:pt x="505" y="739"/>
                </a:lnTo>
                <a:lnTo>
                  <a:pt x="504" y="739"/>
                </a:lnTo>
                <a:lnTo>
                  <a:pt x="503" y="739"/>
                </a:lnTo>
                <a:lnTo>
                  <a:pt x="503" y="738"/>
                </a:lnTo>
                <a:lnTo>
                  <a:pt x="504" y="738"/>
                </a:lnTo>
                <a:lnTo>
                  <a:pt x="503" y="739"/>
                </a:lnTo>
                <a:lnTo>
                  <a:pt x="504" y="739"/>
                </a:lnTo>
                <a:lnTo>
                  <a:pt x="504" y="738"/>
                </a:lnTo>
                <a:lnTo>
                  <a:pt x="504" y="737"/>
                </a:lnTo>
                <a:lnTo>
                  <a:pt x="504" y="736"/>
                </a:lnTo>
                <a:lnTo>
                  <a:pt x="504" y="735"/>
                </a:lnTo>
                <a:lnTo>
                  <a:pt x="504" y="734"/>
                </a:lnTo>
                <a:lnTo>
                  <a:pt x="503" y="734"/>
                </a:lnTo>
                <a:lnTo>
                  <a:pt x="503" y="735"/>
                </a:lnTo>
                <a:lnTo>
                  <a:pt x="502" y="735"/>
                </a:lnTo>
                <a:lnTo>
                  <a:pt x="501" y="734"/>
                </a:lnTo>
                <a:lnTo>
                  <a:pt x="502" y="734"/>
                </a:lnTo>
                <a:lnTo>
                  <a:pt x="503" y="734"/>
                </a:lnTo>
                <a:lnTo>
                  <a:pt x="503" y="733"/>
                </a:lnTo>
                <a:lnTo>
                  <a:pt x="503" y="732"/>
                </a:lnTo>
                <a:lnTo>
                  <a:pt x="503" y="731"/>
                </a:lnTo>
                <a:lnTo>
                  <a:pt x="502" y="731"/>
                </a:lnTo>
                <a:lnTo>
                  <a:pt x="502" y="730"/>
                </a:lnTo>
                <a:lnTo>
                  <a:pt x="501" y="730"/>
                </a:lnTo>
                <a:lnTo>
                  <a:pt x="500" y="729"/>
                </a:lnTo>
                <a:lnTo>
                  <a:pt x="500" y="728"/>
                </a:lnTo>
                <a:lnTo>
                  <a:pt x="499" y="728"/>
                </a:lnTo>
                <a:lnTo>
                  <a:pt x="498" y="728"/>
                </a:lnTo>
                <a:lnTo>
                  <a:pt x="497" y="728"/>
                </a:lnTo>
                <a:lnTo>
                  <a:pt x="497" y="727"/>
                </a:lnTo>
                <a:lnTo>
                  <a:pt x="496" y="727"/>
                </a:lnTo>
                <a:lnTo>
                  <a:pt x="495" y="728"/>
                </a:lnTo>
                <a:lnTo>
                  <a:pt x="494" y="728"/>
                </a:lnTo>
                <a:lnTo>
                  <a:pt x="493" y="728"/>
                </a:lnTo>
                <a:lnTo>
                  <a:pt x="493" y="729"/>
                </a:lnTo>
                <a:lnTo>
                  <a:pt x="493" y="730"/>
                </a:lnTo>
                <a:lnTo>
                  <a:pt x="492" y="730"/>
                </a:lnTo>
                <a:lnTo>
                  <a:pt x="491" y="731"/>
                </a:lnTo>
                <a:lnTo>
                  <a:pt x="490" y="730"/>
                </a:lnTo>
                <a:lnTo>
                  <a:pt x="490" y="729"/>
                </a:lnTo>
                <a:lnTo>
                  <a:pt x="489" y="729"/>
                </a:lnTo>
                <a:lnTo>
                  <a:pt x="488" y="729"/>
                </a:lnTo>
                <a:lnTo>
                  <a:pt x="488" y="728"/>
                </a:lnTo>
                <a:lnTo>
                  <a:pt x="488" y="727"/>
                </a:lnTo>
                <a:lnTo>
                  <a:pt x="488" y="726"/>
                </a:lnTo>
                <a:lnTo>
                  <a:pt x="487" y="724"/>
                </a:lnTo>
                <a:lnTo>
                  <a:pt x="486" y="724"/>
                </a:lnTo>
                <a:lnTo>
                  <a:pt x="486" y="723"/>
                </a:lnTo>
                <a:lnTo>
                  <a:pt x="487" y="723"/>
                </a:lnTo>
                <a:lnTo>
                  <a:pt x="488" y="722"/>
                </a:lnTo>
                <a:lnTo>
                  <a:pt x="488" y="721"/>
                </a:lnTo>
                <a:lnTo>
                  <a:pt x="487" y="720"/>
                </a:lnTo>
                <a:lnTo>
                  <a:pt x="486" y="720"/>
                </a:lnTo>
                <a:lnTo>
                  <a:pt x="485" y="719"/>
                </a:lnTo>
                <a:lnTo>
                  <a:pt x="484" y="718"/>
                </a:lnTo>
                <a:lnTo>
                  <a:pt x="484" y="719"/>
                </a:lnTo>
                <a:lnTo>
                  <a:pt x="483" y="719"/>
                </a:lnTo>
                <a:lnTo>
                  <a:pt x="481" y="719"/>
                </a:lnTo>
                <a:lnTo>
                  <a:pt x="480" y="720"/>
                </a:lnTo>
                <a:lnTo>
                  <a:pt x="480" y="721"/>
                </a:lnTo>
                <a:lnTo>
                  <a:pt x="479" y="722"/>
                </a:lnTo>
                <a:lnTo>
                  <a:pt x="480" y="722"/>
                </a:lnTo>
                <a:lnTo>
                  <a:pt x="480" y="723"/>
                </a:lnTo>
                <a:lnTo>
                  <a:pt x="480" y="724"/>
                </a:lnTo>
                <a:lnTo>
                  <a:pt x="480" y="725"/>
                </a:lnTo>
                <a:lnTo>
                  <a:pt x="479" y="725"/>
                </a:lnTo>
                <a:lnTo>
                  <a:pt x="479" y="726"/>
                </a:lnTo>
                <a:lnTo>
                  <a:pt x="479" y="728"/>
                </a:lnTo>
                <a:lnTo>
                  <a:pt x="479" y="729"/>
                </a:lnTo>
                <a:lnTo>
                  <a:pt x="478" y="729"/>
                </a:lnTo>
                <a:lnTo>
                  <a:pt x="477" y="729"/>
                </a:lnTo>
                <a:lnTo>
                  <a:pt x="477" y="730"/>
                </a:lnTo>
                <a:lnTo>
                  <a:pt x="478" y="730"/>
                </a:lnTo>
                <a:lnTo>
                  <a:pt x="477" y="731"/>
                </a:lnTo>
                <a:lnTo>
                  <a:pt x="476" y="731"/>
                </a:lnTo>
                <a:lnTo>
                  <a:pt x="475" y="730"/>
                </a:lnTo>
                <a:lnTo>
                  <a:pt x="475" y="729"/>
                </a:lnTo>
                <a:lnTo>
                  <a:pt x="475" y="728"/>
                </a:lnTo>
                <a:lnTo>
                  <a:pt x="474" y="728"/>
                </a:lnTo>
                <a:lnTo>
                  <a:pt x="474" y="729"/>
                </a:lnTo>
                <a:lnTo>
                  <a:pt x="473" y="729"/>
                </a:lnTo>
                <a:lnTo>
                  <a:pt x="472" y="729"/>
                </a:lnTo>
                <a:lnTo>
                  <a:pt x="471" y="729"/>
                </a:lnTo>
                <a:lnTo>
                  <a:pt x="471" y="730"/>
                </a:lnTo>
                <a:lnTo>
                  <a:pt x="470" y="730"/>
                </a:lnTo>
                <a:lnTo>
                  <a:pt x="469" y="730"/>
                </a:lnTo>
                <a:lnTo>
                  <a:pt x="468" y="729"/>
                </a:lnTo>
                <a:lnTo>
                  <a:pt x="467" y="729"/>
                </a:lnTo>
                <a:lnTo>
                  <a:pt x="466" y="730"/>
                </a:lnTo>
                <a:lnTo>
                  <a:pt x="465" y="729"/>
                </a:lnTo>
                <a:lnTo>
                  <a:pt x="464" y="729"/>
                </a:lnTo>
                <a:lnTo>
                  <a:pt x="464" y="728"/>
                </a:lnTo>
                <a:lnTo>
                  <a:pt x="463" y="728"/>
                </a:lnTo>
                <a:lnTo>
                  <a:pt x="463" y="727"/>
                </a:lnTo>
                <a:lnTo>
                  <a:pt x="463" y="726"/>
                </a:lnTo>
                <a:lnTo>
                  <a:pt x="463" y="725"/>
                </a:lnTo>
                <a:lnTo>
                  <a:pt x="462" y="724"/>
                </a:lnTo>
                <a:lnTo>
                  <a:pt x="462" y="722"/>
                </a:lnTo>
                <a:lnTo>
                  <a:pt x="463" y="722"/>
                </a:lnTo>
                <a:lnTo>
                  <a:pt x="464" y="722"/>
                </a:lnTo>
                <a:lnTo>
                  <a:pt x="465" y="722"/>
                </a:lnTo>
                <a:lnTo>
                  <a:pt x="465" y="721"/>
                </a:lnTo>
                <a:lnTo>
                  <a:pt x="466" y="720"/>
                </a:lnTo>
                <a:lnTo>
                  <a:pt x="466" y="718"/>
                </a:lnTo>
                <a:lnTo>
                  <a:pt x="467" y="718"/>
                </a:lnTo>
                <a:lnTo>
                  <a:pt x="468" y="717"/>
                </a:lnTo>
                <a:lnTo>
                  <a:pt x="469" y="716"/>
                </a:lnTo>
                <a:lnTo>
                  <a:pt x="469" y="715"/>
                </a:lnTo>
                <a:lnTo>
                  <a:pt x="469" y="714"/>
                </a:lnTo>
                <a:lnTo>
                  <a:pt x="468" y="714"/>
                </a:lnTo>
                <a:lnTo>
                  <a:pt x="468" y="713"/>
                </a:lnTo>
                <a:lnTo>
                  <a:pt x="469" y="712"/>
                </a:lnTo>
                <a:lnTo>
                  <a:pt x="468" y="712"/>
                </a:lnTo>
                <a:lnTo>
                  <a:pt x="466" y="711"/>
                </a:lnTo>
                <a:lnTo>
                  <a:pt x="464" y="711"/>
                </a:lnTo>
                <a:lnTo>
                  <a:pt x="463" y="711"/>
                </a:lnTo>
                <a:lnTo>
                  <a:pt x="462" y="711"/>
                </a:lnTo>
                <a:lnTo>
                  <a:pt x="462" y="710"/>
                </a:lnTo>
                <a:lnTo>
                  <a:pt x="461" y="709"/>
                </a:lnTo>
                <a:lnTo>
                  <a:pt x="460" y="709"/>
                </a:lnTo>
                <a:lnTo>
                  <a:pt x="460" y="708"/>
                </a:lnTo>
                <a:lnTo>
                  <a:pt x="461" y="708"/>
                </a:lnTo>
                <a:lnTo>
                  <a:pt x="461" y="707"/>
                </a:lnTo>
                <a:lnTo>
                  <a:pt x="460" y="707"/>
                </a:lnTo>
                <a:lnTo>
                  <a:pt x="459" y="706"/>
                </a:lnTo>
                <a:lnTo>
                  <a:pt x="457" y="706"/>
                </a:lnTo>
                <a:lnTo>
                  <a:pt x="456" y="707"/>
                </a:lnTo>
                <a:lnTo>
                  <a:pt x="456" y="708"/>
                </a:lnTo>
                <a:lnTo>
                  <a:pt x="455" y="708"/>
                </a:lnTo>
                <a:lnTo>
                  <a:pt x="454" y="707"/>
                </a:lnTo>
                <a:lnTo>
                  <a:pt x="453" y="707"/>
                </a:lnTo>
                <a:lnTo>
                  <a:pt x="452" y="708"/>
                </a:lnTo>
                <a:lnTo>
                  <a:pt x="452" y="709"/>
                </a:lnTo>
                <a:lnTo>
                  <a:pt x="451" y="710"/>
                </a:lnTo>
                <a:lnTo>
                  <a:pt x="450" y="710"/>
                </a:lnTo>
                <a:lnTo>
                  <a:pt x="449" y="711"/>
                </a:lnTo>
                <a:lnTo>
                  <a:pt x="448" y="711"/>
                </a:lnTo>
                <a:lnTo>
                  <a:pt x="448" y="710"/>
                </a:lnTo>
                <a:lnTo>
                  <a:pt x="447" y="710"/>
                </a:lnTo>
                <a:lnTo>
                  <a:pt x="447" y="711"/>
                </a:lnTo>
                <a:lnTo>
                  <a:pt x="446" y="713"/>
                </a:lnTo>
                <a:lnTo>
                  <a:pt x="446" y="714"/>
                </a:lnTo>
                <a:lnTo>
                  <a:pt x="445" y="714"/>
                </a:lnTo>
                <a:lnTo>
                  <a:pt x="444" y="713"/>
                </a:lnTo>
                <a:lnTo>
                  <a:pt x="443" y="713"/>
                </a:lnTo>
                <a:lnTo>
                  <a:pt x="443" y="714"/>
                </a:lnTo>
                <a:lnTo>
                  <a:pt x="442" y="714"/>
                </a:lnTo>
                <a:lnTo>
                  <a:pt x="442" y="713"/>
                </a:lnTo>
                <a:lnTo>
                  <a:pt x="442" y="712"/>
                </a:lnTo>
                <a:lnTo>
                  <a:pt x="441" y="713"/>
                </a:lnTo>
                <a:lnTo>
                  <a:pt x="441" y="712"/>
                </a:lnTo>
                <a:lnTo>
                  <a:pt x="440" y="712"/>
                </a:lnTo>
                <a:lnTo>
                  <a:pt x="439" y="712"/>
                </a:lnTo>
                <a:lnTo>
                  <a:pt x="439" y="711"/>
                </a:lnTo>
                <a:lnTo>
                  <a:pt x="440" y="710"/>
                </a:lnTo>
                <a:lnTo>
                  <a:pt x="441" y="710"/>
                </a:lnTo>
                <a:lnTo>
                  <a:pt x="442" y="710"/>
                </a:lnTo>
                <a:lnTo>
                  <a:pt x="442" y="709"/>
                </a:lnTo>
                <a:lnTo>
                  <a:pt x="441" y="709"/>
                </a:lnTo>
                <a:lnTo>
                  <a:pt x="442" y="708"/>
                </a:lnTo>
                <a:lnTo>
                  <a:pt x="443" y="708"/>
                </a:lnTo>
                <a:lnTo>
                  <a:pt x="441" y="707"/>
                </a:lnTo>
                <a:lnTo>
                  <a:pt x="440" y="707"/>
                </a:lnTo>
                <a:lnTo>
                  <a:pt x="439" y="707"/>
                </a:lnTo>
                <a:lnTo>
                  <a:pt x="439" y="708"/>
                </a:lnTo>
                <a:lnTo>
                  <a:pt x="438" y="708"/>
                </a:lnTo>
                <a:lnTo>
                  <a:pt x="437" y="707"/>
                </a:lnTo>
                <a:lnTo>
                  <a:pt x="436" y="707"/>
                </a:lnTo>
                <a:lnTo>
                  <a:pt x="436" y="706"/>
                </a:lnTo>
                <a:lnTo>
                  <a:pt x="435" y="706"/>
                </a:lnTo>
                <a:lnTo>
                  <a:pt x="434" y="706"/>
                </a:lnTo>
                <a:lnTo>
                  <a:pt x="433" y="706"/>
                </a:lnTo>
                <a:lnTo>
                  <a:pt x="432" y="706"/>
                </a:lnTo>
                <a:lnTo>
                  <a:pt x="432" y="705"/>
                </a:lnTo>
                <a:lnTo>
                  <a:pt x="431" y="704"/>
                </a:lnTo>
                <a:lnTo>
                  <a:pt x="431" y="703"/>
                </a:lnTo>
                <a:lnTo>
                  <a:pt x="432" y="700"/>
                </a:lnTo>
                <a:lnTo>
                  <a:pt x="433" y="698"/>
                </a:lnTo>
                <a:lnTo>
                  <a:pt x="433" y="694"/>
                </a:lnTo>
                <a:lnTo>
                  <a:pt x="434" y="692"/>
                </a:lnTo>
                <a:lnTo>
                  <a:pt x="433" y="692"/>
                </a:lnTo>
                <a:lnTo>
                  <a:pt x="432" y="692"/>
                </a:lnTo>
                <a:lnTo>
                  <a:pt x="431" y="692"/>
                </a:lnTo>
                <a:lnTo>
                  <a:pt x="429" y="691"/>
                </a:lnTo>
                <a:lnTo>
                  <a:pt x="428" y="691"/>
                </a:lnTo>
                <a:lnTo>
                  <a:pt x="427" y="690"/>
                </a:lnTo>
                <a:lnTo>
                  <a:pt x="426" y="689"/>
                </a:lnTo>
                <a:lnTo>
                  <a:pt x="426" y="688"/>
                </a:lnTo>
                <a:lnTo>
                  <a:pt x="426" y="687"/>
                </a:lnTo>
                <a:lnTo>
                  <a:pt x="427" y="687"/>
                </a:lnTo>
                <a:lnTo>
                  <a:pt x="428" y="687"/>
                </a:lnTo>
                <a:lnTo>
                  <a:pt x="429" y="686"/>
                </a:lnTo>
                <a:lnTo>
                  <a:pt x="428" y="684"/>
                </a:lnTo>
                <a:lnTo>
                  <a:pt x="426" y="684"/>
                </a:lnTo>
                <a:lnTo>
                  <a:pt x="425" y="684"/>
                </a:lnTo>
                <a:lnTo>
                  <a:pt x="424" y="685"/>
                </a:lnTo>
                <a:lnTo>
                  <a:pt x="423" y="685"/>
                </a:lnTo>
                <a:lnTo>
                  <a:pt x="423" y="684"/>
                </a:lnTo>
                <a:lnTo>
                  <a:pt x="422" y="684"/>
                </a:lnTo>
                <a:lnTo>
                  <a:pt x="422" y="683"/>
                </a:lnTo>
                <a:lnTo>
                  <a:pt x="420" y="682"/>
                </a:lnTo>
                <a:lnTo>
                  <a:pt x="419" y="683"/>
                </a:lnTo>
                <a:lnTo>
                  <a:pt x="419" y="684"/>
                </a:lnTo>
                <a:lnTo>
                  <a:pt x="419" y="685"/>
                </a:lnTo>
                <a:lnTo>
                  <a:pt x="418" y="685"/>
                </a:lnTo>
                <a:lnTo>
                  <a:pt x="417" y="685"/>
                </a:lnTo>
                <a:lnTo>
                  <a:pt x="417" y="684"/>
                </a:lnTo>
                <a:lnTo>
                  <a:pt x="416" y="683"/>
                </a:lnTo>
                <a:lnTo>
                  <a:pt x="416" y="682"/>
                </a:lnTo>
                <a:lnTo>
                  <a:pt x="416" y="681"/>
                </a:lnTo>
                <a:lnTo>
                  <a:pt x="416" y="680"/>
                </a:lnTo>
                <a:lnTo>
                  <a:pt x="415" y="680"/>
                </a:lnTo>
                <a:lnTo>
                  <a:pt x="413" y="679"/>
                </a:lnTo>
                <a:lnTo>
                  <a:pt x="412" y="680"/>
                </a:lnTo>
                <a:lnTo>
                  <a:pt x="412" y="681"/>
                </a:lnTo>
                <a:lnTo>
                  <a:pt x="411" y="681"/>
                </a:lnTo>
                <a:lnTo>
                  <a:pt x="410" y="681"/>
                </a:lnTo>
                <a:lnTo>
                  <a:pt x="409" y="680"/>
                </a:lnTo>
                <a:lnTo>
                  <a:pt x="410" y="680"/>
                </a:lnTo>
                <a:lnTo>
                  <a:pt x="410" y="679"/>
                </a:lnTo>
                <a:lnTo>
                  <a:pt x="409" y="679"/>
                </a:lnTo>
                <a:lnTo>
                  <a:pt x="409" y="678"/>
                </a:lnTo>
                <a:lnTo>
                  <a:pt x="409" y="677"/>
                </a:lnTo>
                <a:lnTo>
                  <a:pt x="408" y="677"/>
                </a:lnTo>
                <a:lnTo>
                  <a:pt x="407" y="678"/>
                </a:lnTo>
                <a:lnTo>
                  <a:pt x="407" y="677"/>
                </a:lnTo>
                <a:lnTo>
                  <a:pt x="406" y="677"/>
                </a:lnTo>
                <a:lnTo>
                  <a:pt x="407" y="676"/>
                </a:lnTo>
                <a:lnTo>
                  <a:pt x="408" y="675"/>
                </a:lnTo>
                <a:lnTo>
                  <a:pt x="408" y="674"/>
                </a:lnTo>
                <a:lnTo>
                  <a:pt x="407" y="674"/>
                </a:lnTo>
                <a:lnTo>
                  <a:pt x="407" y="673"/>
                </a:lnTo>
                <a:lnTo>
                  <a:pt x="407" y="672"/>
                </a:lnTo>
                <a:lnTo>
                  <a:pt x="408" y="672"/>
                </a:lnTo>
                <a:lnTo>
                  <a:pt x="408" y="671"/>
                </a:lnTo>
                <a:lnTo>
                  <a:pt x="408" y="670"/>
                </a:lnTo>
                <a:lnTo>
                  <a:pt x="407" y="670"/>
                </a:lnTo>
                <a:lnTo>
                  <a:pt x="409" y="669"/>
                </a:lnTo>
                <a:lnTo>
                  <a:pt x="408" y="668"/>
                </a:lnTo>
                <a:lnTo>
                  <a:pt x="408" y="667"/>
                </a:lnTo>
                <a:lnTo>
                  <a:pt x="407" y="666"/>
                </a:lnTo>
                <a:lnTo>
                  <a:pt x="408" y="666"/>
                </a:lnTo>
                <a:lnTo>
                  <a:pt x="409" y="667"/>
                </a:lnTo>
                <a:lnTo>
                  <a:pt x="410" y="666"/>
                </a:lnTo>
                <a:lnTo>
                  <a:pt x="410" y="665"/>
                </a:lnTo>
                <a:lnTo>
                  <a:pt x="411" y="664"/>
                </a:lnTo>
                <a:lnTo>
                  <a:pt x="411" y="663"/>
                </a:lnTo>
                <a:lnTo>
                  <a:pt x="410" y="663"/>
                </a:lnTo>
                <a:lnTo>
                  <a:pt x="410" y="662"/>
                </a:lnTo>
                <a:lnTo>
                  <a:pt x="409" y="662"/>
                </a:lnTo>
                <a:lnTo>
                  <a:pt x="409" y="660"/>
                </a:lnTo>
                <a:lnTo>
                  <a:pt x="409" y="659"/>
                </a:lnTo>
                <a:lnTo>
                  <a:pt x="410" y="658"/>
                </a:lnTo>
                <a:lnTo>
                  <a:pt x="410" y="659"/>
                </a:lnTo>
                <a:lnTo>
                  <a:pt x="411" y="659"/>
                </a:lnTo>
                <a:lnTo>
                  <a:pt x="411" y="658"/>
                </a:lnTo>
                <a:lnTo>
                  <a:pt x="411" y="657"/>
                </a:lnTo>
                <a:lnTo>
                  <a:pt x="410" y="657"/>
                </a:lnTo>
                <a:lnTo>
                  <a:pt x="409" y="657"/>
                </a:lnTo>
                <a:lnTo>
                  <a:pt x="408" y="657"/>
                </a:lnTo>
                <a:lnTo>
                  <a:pt x="408" y="656"/>
                </a:lnTo>
                <a:lnTo>
                  <a:pt x="408" y="655"/>
                </a:lnTo>
                <a:lnTo>
                  <a:pt x="408" y="654"/>
                </a:lnTo>
                <a:lnTo>
                  <a:pt x="409" y="653"/>
                </a:lnTo>
                <a:lnTo>
                  <a:pt x="408" y="652"/>
                </a:lnTo>
                <a:lnTo>
                  <a:pt x="408" y="651"/>
                </a:lnTo>
                <a:lnTo>
                  <a:pt x="407" y="651"/>
                </a:lnTo>
                <a:lnTo>
                  <a:pt x="407" y="650"/>
                </a:lnTo>
                <a:lnTo>
                  <a:pt x="408" y="650"/>
                </a:lnTo>
                <a:lnTo>
                  <a:pt x="408" y="649"/>
                </a:lnTo>
                <a:lnTo>
                  <a:pt x="409" y="649"/>
                </a:lnTo>
                <a:lnTo>
                  <a:pt x="409" y="647"/>
                </a:lnTo>
                <a:lnTo>
                  <a:pt x="408" y="647"/>
                </a:lnTo>
                <a:lnTo>
                  <a:pt x="408" y="646"/>
                </a:lnTo>
                <a:lnTo>
                  <a:pt x="409" y="646"/>
                </a:lnTo>
                <a:lnTo>
                  <a:pt x="410" y="646"/>
                </a:lnTo>
                <a:lnTo>
                  <a:pt x="410" y="645"/>
                </a:lnTo>
                <a:lnTo>
                  <a:pt x="411" y="645"/>
                </a:lnTo>
                <a:lnTo>
                  <a:pt x="411" y="644"/>
                </a:lnTo>
                <a:lnTo>
                  <a:pt x="412" y="644"/>
                </a:lnTo>
                <a:lnTo>
                  <a:pt x="413" y="644"/>
                </a:lnTo>
                <a:lnTo>
                  <a:pt x="414" y="644"/>
                </a:lnTo>
                <a:lnTo>
                  <a:pt x="415" y="644"/>
                </a:lnTo>
                <a:lnTo>
                  <a:pt x="415" y="643"/>
                </a:lnTo>
                <a:lnTo>
                  <a:pt x="416" y="642"/>
                </a:lnTo>
                <a:lnTo>
                  <a:pt x="417" y="642"/>
                </a:lnTo>
                <a:lnTo>
                  <a:pt x="417" y="641"/>
                </a:lnTo>
                <a:lnTo>
                  <a:pt x="418" y="640"/>
                </a:lnTo>
                <a:lnTo>
                  <a:pt x="419" y="640"/>
                </a:lnTo>
                <a:lnTo>
                  <a:pt x="420" y="639"/>
                </a:lnTo>
                <a:lnTo>
                  <a:pt x="420" y="638"/>
                </a:lnTo>
                <a:lnTo>
                  <a:pt x="421" y="637"/>
                </a:lnTo>
                <a:lnTo>
                  <a:pt x="421" y="636"/>
                </a:lnTo>
                <a:lnTo>
                  <a:pt x="422" y="636"/>
                </a:lnTo>
                <a:lnTo>
                  <a:pt x="423" y="635"/>
                </a:lnTo>
                <a:lnTo>
                  <a:pt x="424" y="635"/>
                </a:lnTo>
                <a:lnTo>
                  <a:pt x="425" y="635"/>
                </a:lnTo>
                <a:lnTo>
                  <a:pt x="425" y="634"/>
                </a:lnTo>
                <a:lnTo>
                  <a:pt x="424" y="634"/>
                </a:lnTo>
                <a:lnTo>
                  <a:pt x="424" y="633"/>
                </a:lnTo>
                <a:lnTo>
                  <a:pt x="424" y="632"/>
                </a:lnTo>
                <a:lnTo>
                  <a:pt x="424" y="631"/>
                </a:lnTo>
                <a:lnTo>
                  <a:pt x="425" y="631"/>
                </a:lnTo>
                <a:lnTo>
                  <a:pt x="426" y="631"/>
                </a:lnTo>
                <a:lnTo>
                  <a:pt x="424" y="627"/>
                </a:lnTo>
                <a:lnTo>
                  <a:pt x="423" y="627"/>
                </a:lnTo>
                <a:lnTo>
                  <a:pt x="423" y="624"/>
                </a:lnTo>
                <a:lnTo>
                  <a:pt x="423" y="623"/>
                </a:lnTo>
                <a:lnTo>
                  <a:pt x="423" y="622"/>
                </a:lnTo>
                <a:lnTo>
                  <a:pt x="424" y="623"/>
                </a:lnTo>
                <a:lnTo>
                  <a:pt x="425" y="622"/>
                </a:lnTo>
                <a:lnTo>
                  <a:pt x="425" y="621"/>
                </a:lnTo>
                <a:lnTo>
                  <a:pt x="425" y="620"/>
                </a:lnTo>
                <a:lnTo>
                  <a:pt x="426" y="620"/>
                </a:lnTo>
                <a:lnTo>
                  <a:pt x="427" y="621"/>
                </a:lnTo>
                <a:lnTo>
                  <a:pt x="427" y="620"/>
                </a:lnTo>
                <a:lnTo>
                  <a:pt x="428" y="620"/>
                </a:lnTo>
                <a:lnTo>
                  <a:pt x="428" y="619"/>
                </a:lnTo>
                <a:lnTo>
                  <a:pt x="429" y="619"/>
                </a:lnTo>
                <a:lnTo>
                  <a:pt x="430" y="619"/>
                </a:lnTo>
                <a:lnTo>
                  <a:pt x="431" y="619"/>
                </a:lnTo>
                <a:lnTo>
                  <a:pt x="431" y="618"/>
                </a:lnTo>
                <a:lnTo>
                  <a:pt x="431" y="617"/>
                </a:lnTo>
                <a:lnTo>
                  <a:pt x="432" y="617"/>
                </a:lnTo>
                <a:lnTo>
                  <a:pt x="432" y="618"/>
                </a:lnTo>
                <a:lnTo>
                  <a:pt x="433" y="618"/>
                </a:lnTo>
                <a:lnTo>
                  <a:pt x="434" y="617"/>
                </a:lnTo>
                <a:lnTo>
                  <a:pt x="435" y="615"/>
                </a:lnTo>
                <a:lnTo>
                  <a:pt x="436" y="615"/>
                </a:lnTo>
                <a:lnTo>
                  <a:pt x="436" y="616"/>
                </a:lnTo>
                <a:lnTo>
                  <a:pt x="436" y="617"/>
                </a:lnTo>
                <a:lnTo>
                  <a:pt x="437" y="617"/>
                </a:lnTo>
                <a:lnTo>
                  <a:pt x="438" y="617"/>
                </a:lnTo>
                <a:lnTo>
                  <a:pt x="438" y="616"/>
                </a:lnTo>
                <a:lnTo>
                  <a:pt x="438" y="617"/>
                </a:lnTo>
                <a:lnTo>
                  <a:pt x="439" y="617"/>
                </a:lnTo>
                <a:lnTo>
                  <a:pt x="439" y="618"/>
                </a:lnTo>
                <a:lnTo>
                  <a:pt x="439" y="617"/>
                </a:lnTo>
                <a:lnTo>
                  <a:pt x="439" y="616"/>
                </a:lnTo>
                <a:lnTo>
                  <a:pt x="440" y="616"/>
                </a:lnTo>
                <a:lnTo>
                  <a:pt x="441" y="616"/>
                </a:lnTo>
                <a:lnTo>
                  <a:pt x="442" y="615"/>
                </a:lnTo>
                <a:lnTo>
                  <a:pt x="443" y="615"/>
                </a:lnTo>
                <a:lnTo>
                  <a:pt x="444" y="615"/>
                </a:lnTo>
                <a:lnTo>
                  <a:pt x="445" y="615"/>
                </a:lnTo>
                <a:lnTo>
                  <a:pt x="446" y="614"/>
                </a:lnTo>
                <a:lnTo>
                  <a:pt x="447" y="613"/>
                </a:lnTo>
                <a:lnTo>
                  <a:pt x="447" y="612"/>
                </a:lnTo>
                <a:lnTo>
                  <a:pt x="448" y="612"/>
                </a:lnTo>
                <a:lnTo>
                  <a:pt x="448" y="611"/>
                </a:lnTo>
                <a:lnTo>
                  <a:pt x="448" y="610"/>
                </a:lnTo>
                <a:lnTo>
                  <a:pt x="449" y="610"/>
                </a:lnTo>
                <a:lnTo>
                  <a:pt x="449" y="609"/>
                </a:lnTo>
                <a:lnTo>
                  <a:pt x="450" y="608"/>
                </a:lnTo>
                <a:lnTo>
                  <a:pt x="450" y="607"/>
                </a:lnTo>
                <a:lnTo>
                  <a:pt x="451" y="605"/>
                </a:lnTo>
                <a:lnTo>
                  <a:pt x="451" y="604"/>
                </a:lnTo>
                <a:lnTo>
                  <a:pt x="451" y="603"/>
                </a:lnTo>
                <a:lnTo>
                  <a:pt x="450" y="603"/>
                </a:lnTo>
                <a:lnTo>
                  <a:pt x="449" y="603"/>
                </a:lnTo>
                <a:lnTo>
                  <a:pt x="448" y="602"/>
                </a:lnTo>
                <a:lnTo>
                  <a:pt x="448" y="601"/>
                </a:lnTo>
                <a:lnTo>
                  <a:pt x="448" y="600"/>
                </a:lnTo>
                <a:lnTo>
                  <a:pt x="449" y="599"/>
                </a:lnTo>
                <a:lnTo>
                  <a:pt x="449" y="598"/>
                </a:lnTo>
                <a:lnTo>
                  <a:pt x="449" y="597"/>
                </a:lnTo>
                <a:lnTo>
                  <a:pt x="449" y="596"/>
                </a:lnTo>
                <a:lnTo>
                  <a:pt x="449" y="595"/>
                </a:lnTo>
                <a:lnTo>
                  <a:pt x="448" y="595"/>
                </a:lnTo>
                <a:lnTo>
                  <a:pt x="447" y="595"/>
                </a:lnTo>
                <a:lnTo>
                  <a:pt x="447" y="594"/>
                </a:lnTo>
                <a:lnTo>
                  <a:pt x="447" y="593"/>
                </a:lnTo>
                <a:lnTo>
                  <a:pt x="448" y="593"/>
                </a:lnTo>
                <a:lnTo>
                  <a:pt x="448" y="592"/>
                </a:lnTo>
                <a:lnTo>
                  <a:pt x="449" y="592"/>
                </a:lnTo>
                <a:lnTo>
                  <a:pt x="449" y="591"/>
                </a:lnTo>
                <a:lnTo>
                  <a:pt x="450" y="591"/>
                </a:lnTo>
                <a:lnTo>
                  <a:pt x="449" y="591"/>
                </a:lnTo>
                <a:lnTo>
                  <a:pt x="450" y="589"/>
                </a:lnTo>
                <a:lnTo>
                  <a:pt x="452" y="588"/>
                </a:lnTo>
                <a:lnTo>
                  <a:pt x="453" y="588"/>
                </a:lnTo>
                <a:lnTo>
                  <a:pt x="453" y="587"/>
                </a:lnTo>
                <a:lnTo>
                  <a:pt x="454" y="587"/>
                </a:lnTo>
                <a:lnTo>
                  <a:pt x="454" y="585"/>
                </a:lnTo>
                <a:lnTo>
                  <a:pt x="453" y="585"/>
                </a:lnTo>
                <a:lnTo>
                  <a:pt x="452" y="585"/>
                </a:lnTo>
                <a:lnTo>
                  <a:pt x="451" y="583"/>
                </a:lnTo>
                <a:lnTo>
                  <a:pt x="451" y="580"/>
                </a:lnTo>
                <a:lnTo>
                  <a:pt x="452" y="579"/>
                </a:lnTo>
                <a:lnTo>
                  <a:pt x="452" y="580"/>
                </a:lnTo>
                <a:lnTo>
                  <a:pt x="452" y="579"/>
                </a:lnTo>
                <a:lnTo>
                  <a:pt x="452" y="577"/>
                </a:lnTo>
                <a:lnTo>
                  <a:pt x="451" y="577"/>
                </a:lnTo>
                <a:lnTo>
                  <a:pt x="451" y="576"/>
                </a:lnTo>
                <a:lnTo>
                  <a:pt x="451" y="577"/>
                </a:lnTo>
                <a:lnTo>
                  <a:pt x="450" y="577"/>
                </a:lnTo>
                <a:lnTo>
                  <a:pt x="449" y="577"/>
                </a:lnTo>
                <a:lnTo>
                  <a:pt x="449" y="576"/>
                </a:lnTo>
                <a:lnTo>
                  <a:pt x="448" y="576"/>
                </a:lnTo>
                <a:lnTo>
                  <a:pt x="448" y="575"/>
                </a:lnTo>
                <a:lnTo>
                  <a:pt x="447" y="575"/>
                </a:lnTo>
                <a:lnTo>
                  <a:pt x="448" y="575"/>
                </a:lnTo>
                <a:lnTo>
                  <a:pt x="448" y="574"/>
                </a:lnTo>
                <a:lnTo>
                  <a:pt x="448" y="573"/>
                </a:lnTo>
                <a:lnTo>
                  <a:pt x="448" y="572"/>
                </a:lnTo>
                <a:lnTo>
                  <a:pt x="449" y="569"/>
                </a:lnTo>
                <a:lnTo>
                  <a:pt x="448" y="569"/>
                </a:lnTo>
                <a:lnTo>
                  <a:pt x="448" y="568"/>
                </a:lnTo>
                <a:lnTo>
                  <a:pt x="448" y="567"/>
                </a:lnTo>
                <a:lnTo>
                  <a:pt x="448" y="564"/>
                </a:lnTo>
                <a:lnTo>
                  <a:pt x="448" y="561"/>
                </a:lnTo>
                <a:lnTo>
                  <a:pt x="448" y="560"/>
                </a:lnTo>
                <a:lnTo>
                  <a:pt x="447" y="558"/>
                </a:lnTo>
                <a:lnTo>
                  <a:pt x="446" y="558"/>
                </a:lnTo>
                <a:lnTo>
                  <a:pt x="446" y="559"/>
                </a:lnTo>
                <a:lnTo>
                  <a:pt x="445" y="559"/>
                </a:lnTo>
                <a:lnTo>
                  <a:pt x="444" y="559"/>
                </a:lnTo>
                <a:lnTo>
                  <a:pt x="442" y="559"/>
                </a:lnTo>
                <a:lnTo>
                  <a:pt x="441" y="559"/>
                </a:lnTo>
                <a:lnTo>
                  <a:pt x="441" y="558"/>
                </a:lnTo>
                <a:lnTo>
                  <a:pt x="439" y="560"/>
                </a:lnTo>
                <a:lnTo>
                  <a:pt x="437" y="561"/>
                </a:lnTo>
                <a:lnTo>
                  <a:pt x="434" y="560"/>
                </a:lnTo>
                <a:lnTo>
                  <a:pt x="432" y="560"/>
                </a:lnTo>
                <a:lnTo>
                  <a:pt x="431" y="559"/>
                </a:lnTo>
                <a:lnTo>
                  <a:pt x="430" y="559"/>
                </a:lnTo>
                <a:lnTo>
                  <a:pt x="430" y="558"/>
                </a:lnTo>
                <a:lnTo>
                  <a:pt x="430" y="555"/>
                </a:lnTo>
                <a:lnTo>
                  <a:pt x="430" y="554"/>
                </a:lnTo>
                <a:lnTo>
                  <a:pt x="431" y="554"/>
                </a:lnTo>
                <a:lnTo>
                  <a:pt x="432" y="554"/>
                </a:lnTo>
                <a:lnTo>
                  <a:pt x="433" y="554"/>
                </a:lnTo>
                <a:lnTo>
                  <a:pt x="434" y="552"/>
                </a:lnTo>
                <a:lnTo>
                  <a:pt x="433" y="551"/>
                </a:lnTo>
                <a:lnTo>
                  <a:pt x="433" y="550"/>
                </a:lnTo>
                <a:lnTo>
                  <a:pt x="432" y="550"/>
                </a:lnTo>
                <a:lnTo>
                  <a:pt x="431" y="549"/>
                </a:lnTo>
                <a:lnTo>
                  <a:pt x="431" y="548"/>
                </a:lnTo>
                <a:lnTo>
                  <a:pt x="432" y="547"/>
                </a:lnTo>
                <a:lnTo>
                  <a:pt x="431" y="546"/>
                </a:lnTo>
                <a:lnTo>
                  <a:pt x="430" y="546"/>
                </a:lnTo>
                <a:lnTo>
                  <a:pt x="428" y="545"/>
                </a:lnTo>
                <a:lnTo>
                  <a:pt x="427" y="545"/>
                </a:lnTo>
                <a:lnTo>
                  <a:pt x="426" y="545"/>
                </a:lnTo>
                <a:lnTo>
                  <a:pt x="425" y="544"/>
                </a:lnTo>
                <a:lnTo>
                  <a:pt x="424" y="543"/>
                </a:lnTo>
                <a:lnTo>
                  <a:pt x="423" y="543"/>
                </a:lnTo>
                <a:lnTo>
                  <a:pt x="423" y="542"/>
                </a:lnTo>
                <a:lnTo>
                  <a:pt x="424" y="538"/>
                </a:lnTo>
                <a:lnTo>
                  <a:pt x="425" y="536"/>
                </a:lnTo>
                <a:lnTo>
                  <a:pt x="426" y="536"/>
                </a:lnTo>
                <a:lnTo>
                  <a:pt x="428" y="535"/>
                </a:lnTo>
                <a:lnTo>
                  <a:pt x="429" y="535"/>
                </a:lnTo>
                <a:lnTo>
                  <a:pt x="430" y="535"/>
                </a:lnTo>
                <a:lnTo>
                  <a:pt x="432" y="535"/>
                </a:lnTo>
                <a:lnTo>
                  <a:pt x="433" y="536"/>
                </a:lnTo>
                <a:lnTo>
                  <a:pt x="434" y="536"/>
                </a:lnTo>
                <a:lnTo>
                  <a:pt x="434" y="537"/>
                </a:lnTo>
                <a:lnTo>
                  <a:pt x="435" y="538"/>
                </a:lnTo>
                <a:lnTo>
                  <a:pt x="435" y="537"/>
                </a:lnTo>
                <a:lnTo>
                  <a:pt x="436" y="537"/>
                </a:lnTo>
                <a:lnTo>
                  <a:pt x="437" y="535"/>
                </a:lnTo>
                <a:lnTo>
                  <a:pt x="437" y="534"/>
                </a:lnTo>
                <a:lnTo>
                  <a:pt x="437" y="533"/>
                </a:lnTo>
                <a:lnTo>
                  <a:pt x="438" y="533"/>
                </a:lnTo>
                <a:lnTo>
                  <a:pt x="441" y="534"/>
                </a:lnTo>
                <a:lnTo>
                  <a:pt x="442" y="534"/>
                </a:lnTo>
                <a:lnTo>
                  <a:pt x="443" y="534"/>
                </a:lnTo>
                <a:lnTo>
                  <a:pt x="443" y="535"/>
                </a:lnTo>
                <a:lnTo>
                  <a:pt x="444" y="535"/>
                </a:lnTo>
                <a:lnTo>
                  <a:pt x="445" y="535"/>
                </a:lnTo>
                <a:lnTo>
                  <a:pt x="446" y="535"/>
                </a:lnTo>
                <a:lnTo>
                  <a:pt x="446" y="534"/>
                </a:lnTo>
                <a:lnTo>
                  <a:pt x="445" y="532"/>
                </a:lnTo>
                <a:lnTo>
                  <a:pt x="444" y="531"/>
                </a:lnTo>
                <a:lnTo>
                  <a:pt x="446" y="531"/>
                </a:lnTo>
                <a:lnTo>
                  <a:pt x="448" y="529"/>
                </a:lnTo>
                <a:lnTo>
                  <a:pt x="449" y="530"/>
                </a:lnTo>
                <a:lnTo>
                  <a:pt x="449" y="531"/>
                </a:lnTo>
                <a:lnTo>
                  <a:pt x="450" y="532"/>
                </a:lnTo>
                <a:lnTo>
                  <a:pt x="450" y="533"/>
                </a:lnTo>
                <a:lnTo>
                  <a:pt x="451" y="533"/>
                </a:lnTo>
                <a:lnTo>
                  <a:pt x="452" y="533"/>
                </a:lnTo>
                <a:lnTo>
                  <a:pt x="453" y="533"/>
                </a:lnTo>
                <a:lnTo>
                  <a:pt x="453" y="532"/>
                </a:lnTo>
                <a:lnTo>
                  <a:pt x="453" y="531"/>
                </a:lnTo>
                <a:lnTo>
                  <a:pt x="454" y="531"/>
                </a:lnTo>
                <a:lnTo>
                  <a:pt x="454" y="530"/>
                </a:lnTo>
                <a:lnTo>
                  <a:pt x="455" y="530"/>
                </a:lnTo>
                <a:lnTo>
                  <a:pt x="457" y="530"/>
                </a:lnTo>
                <a:lnTo>
                  <a:pt x="458" y="530"/>
                </a:lnTo>
                <a:lnTo>
                  <a:pt x="458" y="531"/>
                </a:lnTo>
                <a:lnTo>
                  <a:pt x="458" y="532"/>
                </a:lnTo>
                <a:lnTo>
                  <a:pt x="460" y="533"/>
                </a:lnTo>
                <a:lnTo>
                  <a:pt x="462" y="533"/>
                </a:lnTo>
                <a:lnTo>
                  <a:pt x="463" y="533"/>
                </a:lnTo>
                <a:lnTo>
                  <a:pt x="463" y="532"/>
                </a:lnTo>
                <a:lnTo>
                  <a:pt x="463" y="531"/>
                </a:lnTo>
                <a:lnTo>
                  <a:pt x="464" y="530"/>
                </a:lnTo>
                <a:lnTo>
                  <a:pt x="464" y="529"/>
                </a:lnTo>
                <a:lnTo>
                  <a:pt x="465" y="529"/>
                </a:lnTo>
                <a:lnTo>
                  <a:pt x="466" y="529"/>
                </a:lnTo>
                <a:lnTo>
                  <a:pt x="466" y="531"/>
                </a:lnTo>
                <a:lnTo>
                  <a:pt x="465" y="532"/>
                </a:lnTo>
                <a:lnTo>
                  <a:pt x="466" y="533"/>
                </a:lnTo>
                <a:lnTo>
                  <a:pt x="467" y="535"/>
                </a:lnTo>
                <a:lnTo>
                  <a:pt x="470" y="535"/>
                </a:lnTo>
                <a:lnTo>
                  <a:pt x="471" y="535"/>
                </a:lnTo>
                <a:lnTo>
                  <a:pt x="474" y="533"/>
                </a:lnTo>
                <a:lnTo>
                  <a:pt x="475" y="532"/>
                </a:lnTo>
                <a:lnTo>
                  <a:pt x="476" y="531"/>
                </a:lnTo>
                <a:lnTo>
                  <a:pt x="476" y="530"/>
                </a:lnTo>
                <a:lnTo>
                  <a:pt x="477" y="530"/>
                </a:lnTo>
                <a:lnTo>
                  <a:pt x="479" y="530"/>
                </a:lnTo>
                <a:lnTo>
                  <a:pt x="480" y="531"/>
                </a:lnTo>
                <a:lnTo>
                  <a:pt x="479" y="531"/>
                </a:lnTo>
                <a:lnTo>
                  <a:pt x="479" y="532"/>
                </a:lnTo>
                <a:lnTo>
                  <a:pt x="479" y="533"/>
                </a:lnTo>
                <a:lnTo>
                  <a:pt x="479" y="534"/>
                </a:lnTo>
                <a:lnTo>
                  <a:pt x="479" y="535"/>
                </a:lnTo>
                <a:lnTo>
                  <a:pt x="478" y="536"/>
                </a:lnTo>
                <a:lnTo>
                  <a:pt x="478" y="537"/>
                </a:lnTo>
                <a:lnTo>
                  <a:pt x="480" y="538"/>
                </a:lnTo>
                <a:lnTo>
                  <a:pt x="481" y="537"/>
                </a:lnTo>
                <a:lnTo>
                  <a:pt x="481" y="536"/>
                </a:lnTo>
                <a:lnTo>
                  <a:pt x="481" y="537"/>
                </a:lnTo>
                <a:lnTo>
                  <a:pt x="482" y="537"/>
                </a:lnTo>
                <a:lnTo>
                  <a:pt x="483" y="537"/>
                </a:lnTo>
                <a:lnTo>
                  <a:pt x="483" y="536"/>
                </a:lnTo>
                <a:lnTo>
                  <a:pt x="482" y="536"/>
                </a:lnTo>
                <a:lnTo>
                  <a:pt x="482" y="535"/>
                </a:lnTo>
                <a:lnTo>
                  <a:pt x="483" y="535"/>
                </a:lnTo>
                <a:lnTo>
                  <a:pt x="486" y="535"/>
                </a:lnTo>
                <a:lnTo>
                  <a:pt x="486" y="536"/>
                </a:lnTo>
                <a:lnTo>
                  <a:pt x="487" y="536"/>
                </a:lnTo>
                <a:lnTo>
                  <a:pt x="487" y="537"/>
                </a:lnTo>
                <a:lnTo>
                  <a:pt x="488" y="537"/>
                </a:lnTo>
                <a:lnTo>
                  <a:pt x="489" y="538"/>
                </a:lnTo>
                <a:lnTo>
                  <a:pt x="492" y="540"/>
                </a:lnTo>
                <a:lnTo>
                  <a:pt x="492" y="541"/>
                </a:lnTo>
                <a:lnTo>
                  <a:pt x="493" y="541"/>
                </a:lnTo>
                <a:lnTo>
                  <a:pt x="493" y="542"/>
                </a:lnTo>
                <a:lnTo>
                  <a:pt x="493" y="543"/>
                </a:lnTo>
                <a:lnTo>
                  <a:pt x="494" y="545"/>
                </a:lnTo>
                <a:lnTo>
                  <a:pt x="496" y="545"/>
                </a:lnTo>
                <a:lnTo>
                  <a:pt x="498" y="545"/>
                </a:lnTo>
                <a:lnTo>
                  <a:pt x="501" y="542"/>
                </a:lnTo>
                <a:lnTo>
                  <a:pt x="503" y="541"/>
                </a:lnTo>
                <a:lnTo>
                  <a:pt x="505" y="542"/>
                </a:lnTo>
                <a:lnTo>
                  <a:pt x="507" y="545"/>
                </a:lnTo>
                <a:lnTo>
                  <a:pt x="508" y="546"/>
                </a:lnTo>
                <a:lnTo>
                  <a:pt x="509" y="547"/>
                </a:lnTo>
                <a:lnTo>
                  <a:pt x="510" y="549"/>
                </a:lnTo>
                <a:lnTo>
                  <a:pt x="511" y="550"/>
                </a:lnTo>
                <a:lnTo>
                  <a:pt x="510" y="552"/>
                </a:lnTo>
                <a:lnTo>
                  <a:pt x="511" y="552"/>
                </a:lnTo>
                <a:lnTo>
                  <a:pt x="512" y="552"/>
                </a:lnTo>
                <a:lnTo>
                  <a:pt x="512" y="553"/>
                </a:lnTo>
                <a:lnTo>
                  <a:pt x="513" y="553"/>
                </a:lnTo>
                <a:lnTo>
                  <a:pt x="514" y="554"/>
                </a:lnTo>
                <a:lnTo>
                  <a:pt x="514" y="553"/>
                </a:lnTo>
                <a:lnTo>
                  <a:pt x="515" y="552"/>
                </a:lnTo>
                <a:lnTo>
                  <a:pt x="515" y="551"/>
                </a:lnTo>
                <a:lnTo>
                  <a:pt x="515" y="550"/>
                </a:lnTo>
                <a:lnTo>
                  <a:pt x="515" y="549"/>
                </a:lnTo>
                <a:lnTo>
                  <a:pt x="515" y="548"/>
                </a:lnTo>
                <a:lnTo>
                  <a:pt x="516" y="549"/>
                </a:lnTo>
                <a:lnTo>
                  <a:pt x="519" y="547"/>
                </a:lnTo>
                <a:lnTo>
                  <a:pt x="521" y="544"/>
                </a:lnTo>
                <a:lnTo>
                  <a:pt x="522" y="544"/>
                </a:lnTo>
                <a:lnTo>
                  <a:pt x="523" y="542"/>
                </a:lnTo>
                <a:lnTo>
                  <a:pt x="524" y="541"/>
                </a:lnTo>
                <a:lnTo>
                  <a:pt x="524" y="540"/>
                </a:lnTo>
                <a:lnTo>
                  <a:pt x="524" y="539"/>
                </a:lnTo>
                <a:lnTo>
                  <a:pt x="524" y="538"/>
                </a:lnTo>
                <a:lnTo>
                  <a:pt x="523" y="538"/>
                </a:lnTo>
                <a:lnTo>
                  <a:pt x="523" y="537"/>
                </a:lnTo>
                <a:lnTo>
                  <a:pt x="523" y="535"/>
                </a:lnTo>
                <a:lnTo>
                  <a:pt x="524" y="534"/>
                </a:lnTo>
                <a:lnTo>
                  <a:pt x="524" y="535"/>
                </a:lnTo>
                <a:lnTo>
                  <a:pt x="525" y="535"/>
                </a:lnTo>
                <a:lnTo>
                  <a:pt x="526" y="534"/>
                </a:lnTo>
                <a:lnTo>
                  <a:pt x="525" y="532"/>
                </a:lnTo>
                <a:lnTo>
                  <a:pt x="524" y="531"/>
                </a:lnTo>
                <a:lnTo>
                  <a:pt x="523" y="530"/>
                </a:lnTo>
                <a:lnTo>
                  <a:pt x="524" y="528"/>
                </a:lnTo>
                <a:lnTo>
                  <a:pt x="526" y="526"/>
                </a:lnTo>
                <a:lnTo>
                  <a:pt x="526" y="524"/>
                </a:lnTo>
                <a:lnTo>
                  <a:pt x="526" y="523"/>
                </a:lnTo>
                <a:lnTo>
                  <a:pt x="526" y="522"/>
                </a:lnTo>
                <a:lnTo>
                  <a:pt x="527" y="521"/>
                </a:lnTo>
                <a:lnTo>
                  <a:pt x="528" y="521"/>
                </a:lnTo>
                <a:lnTo>
                  <a:pt x="528" y="523"/>
                </a:lnTo>
                <a:lnTo>
                  <a:pt x="528" y="524"/>
                </a:lnTo>
                <a:lnTo>
                  <a:pt x="529" y="524"/>
                </a:lnTo>
                <a:lnTo>
                  <a:pt x="532" y="526"/>
                </a:lnTo>
                <a:lnTo>
                  <a:pt x="534" y="524"/>
                </a:lnTo>
                <a:lnTo>
                  <a:pt x="533" y="524"/>
                </a:lnTo>
                <a:lnTo>
                  <a:pt x="532" y="521"/>
                </a:lnTo>
                <a:lnTo>
                  <a:pt x="533" y="519"/>
                </a:lnTo>
                <a:lnTo>
                  <a:pt x="534" y="519"/>
                </a:lnTo>
                <a:lnTo>
                  <a:pt x="534" y="518"/>
                </a:lnTo>
                <a:lnTo>
                  <a:pt x="534" y="517"/>
                </a:lnTo>
                <a:lnTo>
                  <a:pt x="533" y="517"/>
                </a:lnTo>
                <a:lnTo>
                  <a:pt x="533" y="518"/>
                </a:lnTo>
                <a:lnTo>
                  <a:pt x="532" y="518"/>
                </a:lnTo>
                <a:lnTo>
                  <a:pt x="530" y="517"/>
                </a:lnTo>
                <a:lnTo>
                  <a:pt x="530" y="516"/>
                </a:lnTo>
                <a:lnTo>
                  <a:pt x="531" y="516"/>
                </a:lnTo>
                <a:lnTo>
                  <a:pt x="532" y="514"/>
                </a:lnTo>
                <a:lnTo>
                  <a:pt x="531" y="513"/>
                </a:lnTo>
                <a:lnTo>
                  <a:pt x="531" y="514"/>
                </a:lnTo>
                <a:lnTo>
                  <a:pt x="530" y="513"/>
                </a:lnTo>
                <a:lnTo>
                  <a:pt x="530" y="511"/>
                </a:lnTo>
                <a:lnTo>
                  <a:pt x="529" y="505"/>
                </a:lnTo>
                <a:lnTo>
                  <a:pt x="529" y="504"/>
                </a:lnTo>
                <a:lnTo>
                  <a:pt x="529" y="503"/>
                </a:lnTo>
                <a:lnTo>
                  <a:pt x="528" y="501"/>
                </a:lnTo>
                <a:lnTo>
                  <a:pt x="528" y="497"/>
                </a:lnTo>
                <a:lnTo>
                  <a:pt x="527" y="494"/>
                </a:lnTo>
                <a:lnTo>
                  <a:pt x="526" y="490"/>
                </a:lnTo>
                <a:lnTo>
                  <a:pt x="525" y="489"/>
                </a:lnTo>
                <a:lnTo>
                  <a:pt x="525" y="487"/>
                </a:lnTo>
                <a:lnTo>
                  <a:pt x="524" y="486"/>
                </a:lnTo>
                <a:lnTo>
                  <a:pt x="524" y="485"/>
                </a:lnTo>
                <a:lnTo>
                  <a:pt x="524" y="484"/>
                </a:lnTo>
                <a:lnTo>
                  <a:pt x="523" y="484"/>
                </a:lnTo>
                <a:lnTo>
                  <a:pt x="523" y="483"/>
                </a:lnTo>
                <a:lnTo>
                  <a:pt x="523" y="482"/>
                </a:lnTo>
                <a:lnTo>
                  <a:pt x="523" y="481"/>
                </a:lnTo>
                <a:lnTo>
                  <a:pt x="522" y="481"/>
                </a:lnTo>
                <a:lnTo>
                  <a:pt x="522" y="479"/>
                </a:lnTo>
                <a:lnTo>
                  <a:pt x="521" y="478"/>
                </a:lnTo>
                <a:lnTo>
                  <a:pt x="521" y="477"/>
                </a:lnTo>
                <a:lnTo>
                  <a:pt x="521" y="476"/>
                </a:lnTo>
                <a:lnTo>
                  <a:pt x="520" y="475"/>
                </a:lnTo>
                <a:lnTo>
                  <a:pt x="520" y="474"/>
                </a:lnTo>
                <a:lnTo>
                  <a:pt x="519" y="474"/>
                </a:lnTo>
                <a:lnTo>
                  <a:pt x="518" y="475"/>
                </a:lnTo>
                <a:lnTo>
                  <a:pt x="517" y="475"/>
                </a:lnTo>
                <a:lnTo>
                  <a:pt x="516" y="475"/>
                </a:lnTo>
                <a:lnTo>
                  <a:pt x="515" y="475"/>
                </a:lnTo>
                <a:lnTo>
                  <a:pt x="514" y="475"/>
                </a:lnTo>
                <a:lnTo>
                  <a:pt x="513" y="475"/>
                </a:lnTo>
                <a:lnTo>
                  <a:pt x="512" y="475"/>
                </a:lnTo>
                <a:lnTo>
                  <a:pt x="511" y="476"/>
                </a:lnTo>
                <a:lnTo>
                  <a:pt x="508" y="476"/>
                </a:lnTo>
                <a:lnTo>
                  <a:pt x="506" y="475"/>
                </a:lnTo>
                <a:lnTo>
                  <a:pt x="502" y="471"/>
                </a:lnTo>
                <a:lnTo>
                  <a:pt x="501" y="470"/>
                </a:lnTo>
                <a:lnTo>
                  <a:pt x="500" y="470"/>
                </a:lnTo>
                <a:lnTo>
                  <a:pt x="500" y="469"/>
                </a:lnTo>
                <a:lnTo>
                  <a:pt x="499" y="469"/>
                </a:lnTo>
                <a:lnTo>
                  <a:pt x="498" y="469"/>
                </a:lnTo>
                <a:lnTo>
                  <a:pt x="497" y="468"/>
                </a:lnTo>
                <a:lnTo>
                  <a:pt x="496" y="467"/>
                </a:lnTo>
                <a:lnTo>
                  <a:pt x="496" y="466"/>
                </a:lnTo>
                <a:lnTo>
                  <a:pt x="496" y="465"/>
                </a:lnTo>
                <a:lnTo>
                  <a:pt x="495" y="464"/>
                </a:lnTo>
                <a:lnTo>
                  <a:pt x="495" y="463"/>
                </a:lnTo>
                <a:lnTo>
                  <a:pt x="494" y="460"/>
                </a:lnTo>
                <a:lnTo>
                  <a:pt x="493" y="460"/>
                </a:lnTo>
                <a:lnTo>
                  <a:pt x="493" y="461"/>
                </a:lnTo>
                <a:lnTo>
                  <a:pt x="490" y="462"/>
                </a:lnTo>
                <a:lnTo>
                  <a:pt x="489" y="462"/>
                </a:lnTo>
                <a:lnTo>
                  <a:pt x="489" y="461"/>
                </a:lnTo>
                <a:lnTo>
                  <a:pt x="489" y="458"/>
                </a:lnTo>
                <a:lnTo>
                  <a:pt x="490" y="458"/>
                </a:lnTo>
                <a:lnTo>
                  <a:pt x="491" y="458"/>
                </a:lnTo>
                <a:lnTo>
                  <a:pt x="491" y="457"/>
                </a:lnTo>
                <a:lnTo>
                  <a:pt x="490" y="454"/>
                </a:lnTo>
                <a:lnTo>
                  <a:pt x="490" y="453"/>
                </a:lnTo>
                <a:lnTo>
                  <a:pt x="489" y="452"/>
                </a:lnTo>
                <a:lnTo>
                  <a:pt x="487" y="451"/>
                </a:lnTo>
                <a:lnTo>
                  <a:pt x="485" y="451"/>
                </a:lnTo>
                <a:lnTo>
                  <a:pt x="484" y="451"/>
                </a:lnTo>
                <a:lnTo>
                  <a:pt x="484" y="452"/>
                </a:lnTo>
                <a:lnTo>
                  <a:pt x="483" y="452"/>
                </a:lnTo>
                <a:lnTo>
                  <a:pt x="482" y="453"/>
                </a:lnTo>
                <a:lnTo>
                  <a:pt x="481" y="453"/>
                </a:lnTo>
                <a:lnTo>
                  <a:pt x="480" y="454"/>
                </a:lnTo>
                <a:lnTo>
                  <a:pt x="479" y="455"/>
                </a:lnTo>
                <a:lnTo>
                  <a:pt x="477" y="455"/>
                </a:lnTo>
                <a:lnTo>
                  <a:pt x="476" y="456"/>
                </a:lnTo>
                <a:lnTo>
                  <a:pt x="476" y="457"/>
                </a:lnTo>
                <a:lnTo>
                  <a:pt x="475" y="457"/>
                </a:lnTo>
                <a:lnTo>
                  <a:pt x="474" y="457"/>
                </a:lnTo>
                <a:lnTo>
                  <a:pt x="470" y="456"/>
                </a:lnTo>
                <a:lnTo>
                  <a:pt x="470" y="457"/>
                </a:lnTo>
                <a:lnTo>
                  <a:pt x="468" y="458"/>
                </a:lnTo>
                <a:lnTo>
                  <a:pt x="467" y="456"/>
                </a:lnTo>
                <a:lnTo>
                  <a:pt x="467" y="455"/>
                </a:lnTo>
                <a:lnTo>
                  <a:pt x="468" y="454"/>
                </a:lnTo>
                <a:lnTo>
                  <a:pt x="467" y="454"/>
                </a:lnTo>
                <a:lnTo>
                  <a:pt x="466" y="454"/>
                </a:lnTo>
                <a:lnTo>
                  <a:pt x="460" y="455"/>
                </a:lnTo>
                <a:lnTo>
                  <a:pt x="459" y="458"/>
                </a:lnTo>
                <a:lnTo>
                  <a:pt x="460" y="459"/>
                </a:lnTo>
                <a:lnTo>
                  <a:pt x="461" y="460"/>
                </a:lnTo>
                <a:lnTo>
                  <a:pt x="461" y="461"/>
                </a:lnTo>
                <a:lnTo>
                  <a:pt x="461" y="462"/>
                </a:lnTo>
                <a:lnTo>
                  <a:pt x="459" y="464"/>
                </a:lnTo>
                <a:lnTo>
                  <a:pt x="458" y="464"/>
                </a:lnTo>
                <a:lnTo>
                  <a:pt x="457" y="464"/>
                </a:lnTo>
                <a:lnTo>
                  <a:pt x="457" y="463"/>
                </a:lnTo>
                <a:lnTo>
                  <a:pt x="456" y="463"/>
                </a:lnTo>
                <a:lnTo>
                  <a:pt x="454" y="465"/>
                </a:lnTo>
                <a:lnTo>
                  <a:pt x="454" y="466"/>
                </a:lnTo>
                <a:lnTo>
                  <a:pt x="456" y="468"/>
                </a:lnTo>
                <a:lnTo>
                  <a:pt x="456" y="470"/>
                </a:lnTo>
                <a:lnTo>
                  <a:pt x="456" y="471"/>
                </a:lnTo>
                <a:lnTo>
                  <a:pt x="456" y="472"/>
                </a:lnTo>
                <a:lnTo>
                  <a:pt x="457" y="476"/>
                </a:lnTo>
                <a:lnTo>
                  <a:pt x="457" y="477"/>
                </a:lnTo>
                <a:lnTo>
                  <a:pt x="456" y="477"/>
                </a:lnTo>
                <a:lnTo>
                  <a:pt x="455" y="478"/>
                </a:lnTo>
                <a:lnTo>
                  <a:pt x="454" y="478"/>
                </a:lnTo>
                <a:lnTo>
                  <a:pt x="454" y="479"/>
                </a:lnTo>
                <a:lnTo>
                  <a:pt x="453" y="479"/>
                </a:lnTo>
                <a:lnTo>
                  <a:pt x="452" y="479"/>
                </a:lnTo>
                <a:lnTo>
                  <a:pt x="451" y="479"/>
                </a:lnTo>
                <a:lnTo>
                  <a:pt x="450" y="479"/>
                </a:lnTo>
                <a:lnTo>
                  <a:pt x="449" y="479"/>
                </a:lnTo>
                <a:lnTo>
                  <a:pt x="448" y="478"/>
                </a:lnTo>
                <a:lnTo>
                  <a:pt x="447" y="478"/>
                </a:lnTo>
                <a:lnTo>
                  <a:pt x="446" y="478"/>
                </a:lnTo>
                <a:lnTo>
                  <a:pt x="445" y="479"/>
                </a:lnTo>
                <a:lnTo>
                  <a:pt x="445" y="480"/>
                </a:lnTo>
                <a:lnTo>
                  <a:pt x="445" y="481"/>
                </a:lnTo>
                <a:lnTo>
                  <a:pt x="445" y="483"/>
                </a:lnTo>
                <a:lnTo>
                  <a:pt x="446" y="484"/>
                </a:lnTo>
                <a:lnTo>
                  <a:pt x="446" y="486"/>
                </a:lnTo>
                <a:lnTo>
                  <a:pt x="447" y="487"/>
                </a:lnTo>
                <a:lnTo>
                  <a:pt x="447" y="489"/>
                </a:lnTo>
                <a:lnTo>
                  <a:pt x="447" y="490"/>
                </a:lnTo>
                <a:lnTo>
                  <a:pt x="446" y="490"/>
                </a:lnTo>
                <a:lnTo>
                  <a:pt x="446" y="491"/>
                </a:lnTo>
                <a:lnTo>
                  <a:pt x="446" y="492"/>
                </a:lnTo>
                <a:lnTo>
                  <a:pt x="446" y="494"/>
                </a:lnTo>
                <a:lnTo>
                  <a:pt x="446" y="495"/>
                </a:lnTo>
                <a:lnTo>
                  <a:pt x="446" y="496"/>
                </a:lnTo>
                <a:lnTo>
                  <a:pt x="447" y="497"/>
                </a:lnTo>
                <a:lnTo>
                  <a:pt x="448" y="498"/>
                </a:lnTo>
                <a:lnTo>
                  <a:pt x="449" y="499"/>
                </a:lnTo>
                <a:lnTo>
                  <a:pt x="450" y="500"/>
                </a:lnTo>
                <a:lnTo>
                  <a:pt x="450" y="501"/>
                </a:lnTo>
                <a:lnTo>
                  <a:pt x="451" y="502"/>
                </a:lnTo>
                <a:lnTo>
                  <a:pt x="451" y="503"/>
                </a:lnTo>
                <a:lnTo>
                  <a:pt x="450" y="503"/>
                </a:lnTo>
                <a:lnTo>
                  <a:pt x="449" y="503"/>
                </a:lnTo>
                <a:lnTo>
                  <a:pt x="447" y="504"/>
                </a:lnTo>
                <a:lnTo>
                  <a:pt x="446" y="506"/>
                </a:lnTo>
                <a:lnTo>
                  <a:pt x="443" y="507"/>
                </a:lnTo>
                <a:lnTo>
                  <a:pt x="442" y="507"/>
                </a:lnTo>
                <a:lnTo>
                  <a:pt x="440" y="506"/>
                </a:lnTo>
                <a:lnTo>
                  <a:pt x="437" y="506"/>
                </a:lnTo>
                <a:lnTo>
                  <a:pt x="434" y="505"/>
                </a:lnTo>
                <a:lnTo>
                  <a:pt x="433" y="504"/>
                </a:lnTo>
                <a:lnTo>
                  <a:pt x="431" y="504"/>
                </a:lnTo>
                <a:lnTo>
                  <a:pt x="428" y="505"/>
                </a:lnTo>
                <a:lnTo>
                  <a:pt x="427" y="505"/>
                </a:lnTo>
                <a:lnTo>
                  <a:pt x="427" y="506"/>
                </a:lnTo>
                <a:lnTo>
                  <a:pt x="426" y="506"/>
                </a:lnTo>
                <a:lnTo>
                  <a:pt x="426" y="507"/>
                </a:lnTo>
                <a:lnTo>
                  <a:pt x="426" y="508"/>
                </a:lnTo>
                <a:lnTo>
                  <a:pt x="422" y="510"/>
                </a:lnTo>
                <a:lnTo>
                  <a:pt x="419" y="509"/>
                </a:lnTo>
                <a:lnTo>
                  <a:pt x="418" y="508"/>
                </a:lnTo>
                <a:lnTo>
                  <a:pt x="417" y="508"/>
                </a:lnTo>
                <a:lnTo>
                  <a:pt x="415" y="509"/>
                </a:lnTo>
                <a:lnTo>
                  <a:pt x="413" y="510"/>
                </a:lnTo>
                <a:lnTo>
                  <a:pt x="411" y="511"/>
                </a:lnTo>
                <a:lnTo>
                  <a:pt x="408" y="512"/>
                </a:lnTo>
                <a:lnTo>
                  <a:pt x="406" y="512"/>
                </a:lnTo>
                <a:lnTo>
                  <a:pt x="403" y="512"/>
                </a:lnTo>
                <a:lnTo>
                  <a:pt x="402" y="512"/>
                </a:lnTo>
                <a:lnTo>
                  <a:pt x="401" y="512"/>
                </a:lnTo>
                <a:lnTo>
                  <a:pt x="400" y="511"/>
                </a:lnTo>
                <a:lnTo>
                  <a:pt x="400" y="510"/>
                </a:lnTo>
                <a:lnTo>
                  <a:pt x="400" y="509"/>
                </a:lnTo>
                <a:lnTo>
                  <a:pt x="400" y="508"/>
                </a:lnTo>
                <a:lnTo>
                  <a:pt x="399" y="508"/>
                </a:lnTo>
                <a:lnTo>
                  <a:pt x="398" y="509"/>
                </a:lnTo>
                <a:lnTo>
                  <a:pt x="398" y="510"/>
                </a:lnTo>
                <a:lnTo>
                  <a:pt x="398" y="511"/>
                </a:lnTo>
                <a:lnTo>
                  <a:pt x="398" y="512"/>
                </a:lnTo>
                <a:lnTo>
                  <a:pt x="397" y="513"/>
                </a:lnTo>
                <a:lnTo>
                  <a:pt x="396" y="513"/>
                </a:lnTo>
                <a:lnTo>
                  <a:pt x="396" y="514"/>
                </a:lnTo>
                <a:lnTo>
                  <a:pt x="395" y="515"/>
                </a:lnTo>
                <a:lnTo>
                  <a:pt x="394" y="515"/>
                </a:lnTo>
                <a:lnTo>
                  <a:pt x="393" y="515"/>
                </a:lnTo>
                <a:lnTo>
                  <a:pt x="391" y="515"/>
                </a:lnTo>
                <a:lnTo>
                  <a:pt x="390" y="514"/>
                </a:lnTo>
                <a:lnTo>
                  <a:pt x="388" y="515"/>
                </a:lnTo>
                <a:lnTo>
                  <a:pt x="386" y="515"/>
                </a:lnTo>
                <a:lnTo>
                  <a:pt x="386" y="514"/>
                </a:lnTo>
                <a:lnTo>
                  <a:pt x="385" y="514"/>
                </a:lnTo>
                <a:lnTo>
                  <a:pt x="385" y="511"/>
                </a:lnTo>
                <a:lnTo>
                  <a:pt x="386" y="511"/>
                </a:lnTo>
                <a:lnTo>
                  <a:pt x="386" y="508"/>
                </a:lnTo>
                <a:lnTo>
                  <a:pt x="385" y="507"/>
                </a:lnTo>
                <a:lnTo>
                  <a:pt x="384" y="505"/>
                </a:lnTo>
                <a:lnTo>
                  <a:pt x="384" y="504"/>
                </a:lnTo>
                <a:lnTo>
                  <a:pt x="382" y="504"/>
                </a:lnTo>
                <a:lnTo>
                  <a:pt x="381" y="504"/>
                </a:lnTo>
                <a:lnTo>
                  <a:pt x="380" y="505"/>
                </a:lnTo>
                <a:lnTo>
                  <a:pt x="379" y="506"/>
                </a:lnTo>
                <a:lnTo>
                  <a:pt x="379" y="507"/>
                </a:lnTo>
                <a:lnTo>
                  <a:pt x="378" y="508"/>
                </a:lnTo>
                <a:lnTo>
                  <a:pt x="377" y="507"/>
                </a:lnTo>
                <a:lnTo>
                  <a:pt x="377" y="506"/>
                </a:lnTo>
                <a:lnTo>
                  <a:pt x="377" y="505"/>
                </a:lnTo>
                <a:lnTo>
                  <a:pt x="376" y="504"/>
                </a:lnTo>
                <a:lnTo>
                  <a:pt x="375" y="504"/>
                </a:lnTo>
                <a:lnTo>
                  <a:pt x="374" y="504"/>
                </a:lnTo>
                <a:lnTo>
                  <a:pt x="373" y="504"/>
                </a:lnTo>
                <a:lnTo>
                  <a:pt x="372" y="501"/>
                </a:lnTo>
                <a:lnTo>
                  <a:pt x="372" y="500"/>
                </a:lnTo>
                <a:lnTo>
                  <a:pt x="373" y="500"/>
                </a:lnTo>
                <a:lnTo>
                  <a:pt x="373" y="499"/>
                </a:lnTo>
                <a:lnTo>
                  <a:pt x="373" y="498"/>
                </a:lnTo>
                <a:lnTo>
                  <a:pt x="373" y="497"/>
                </a:lnTo>
                <a:lnTo>
                  <a:pt x="372" y="494"/>
                </a:lnTo>
                <a:lnTo>
                  <a:pt x="371" y="492"/>
                </a:lnTo>
                <a:lnTo>
                  <a:pt x="369" y="491"/>
                </a:lnTo>
                <a:lnTo>
                  <a:pt x="368" y="490"/>
                </a:lnTo>
                <a:lnTo>
                  <a:pt x="369" y="490"/>
                </a:lnTo>
                <a:lnTo>
                  <a:pt x="369" y="489"/>
                </a:lnTo>
                <a:lnTo>
                  <a:pt x="368" y="489"/>
                </a:lnTo>
                <a:lnTo>
                  <a:pt x="367" y="489"/>
                </a:lnTo>
                <a:lnTo>
                  <a:pt x="365" y="489"/>
                </a:lnTo>
                <a:lnTo>
                  <a:pt x="365" y="490"/>
                </a:lnTo>
                <a:lnTo>
                  <a:pt x="364" y="490"/>
                </a:lnTo>
                <a:lnTo>
                  <a:pt x="364" y="491"/>
                </a:lnTo>
                <a:lnTo>
                  <a:pt x="363" y="492"/>
                </a:lnTo>
                <a:lnTo>
                  <a:pt x="362" y="491"/>
                </a:lnTo>
                <a:lnTo>
                  <a:pt x="362" y="490"/>
                </a:lnTo>
                <a:lnTo>
                  <a:pt x="361" y="488"/>
                </a:lnTo>
                <a:lnTo>
                  <a:pt x="361" y="486"/>
                </a:lnTo>
                <a:lnTo>
                  <a:pt x="361" y="485"/>
                </a:lnTo>
                <a:lnTo>
                  <a:pt x="360" y="485"/>
                </a:lnTo>
                <a:lnTo>
                  <a:pt x="360" y="484"/>
                </a:lnTo>
                <a:lnTo>
                  <a:pt x="359" y="483"/>
                </a:lnTo>
                <a:lnTo>
                  <a:pt x="359" y="482"/>
                </a:lnTo>
                <a:lnTo>
                  <a:pt x="358" y="480"/>
                </a:lnTo>
                <a:lnTo>
                  <a:pt x="357" y="477"/>
                </a:lnTo>
                <a:lnTo>
                  <a:pt x="357" y="476"/>
                </a:lnTo>
                <a:lnTo>
                  <a:pt x="357" y="475"/>
                </a:lnTo>
                <a:lnTo>
                  <a:pt x="358" y="475"/>
                </a:lnTo>
                <a:lnTo>
                  <a:pt x="358" y="474"/>
                </a:lnTo>
                <a:lnTo>
                  <a:pt x="359" y="473"/>
                </a:lnTo>
                <a:lnTo>
                  <a:pt x="360" y="473"/>
                </a:lnTo>
                <a:lnTo>
                  <a:pt x="362" y="472"/>
                </a:lnTo>
                <a:lnTo>
                  <a:pt x="363" y="471"/>
                </a:lnTo>
                <a:lnTo>
                  <a:pt x="364" y="471"/>
                </a:lnTo>
                <a:lnTo>
                  <a:pt x="365" y="471"/>
                </a:lnTo>
                <a:lnTo>
                  <a:pt x="366" y="471"/>
                </a:lnTo>
                <a:lnTo>
                  <a:pt x="367" y="470"/>
                </a:lnTo>
                <a:lnTo>
                  <a:pt x="368" y="470"/>
                </a:lnTo>
                <a:lnTo>
                  <a:pt x="370" y="467"/>
                </a:lnTo>
                <a:lnTo>
                  <a:pt x="370" y="466"/>
                </a:lnTo>
                <a:lnTo>
                  <a:pt x="369" y="466"/>
                </a:lnTo>
                <a:lnTo>
                  <a:pt x="368" y="465"/>
                </a:lnTo>
                <a:lnTo>
                  <a:pt x="367" y="465"/>
                </a:lnTo>
                <a:lnTo>
                  <a:pt x="366" y="465"/>
                </a:lnTo>
                <a:lnTo>
                  <a:pt x="365" y="466"/>
                </a:lnTo>
                <a:lnTo>
                  <a:pt x="364" y="466"/>
                </a:lnTo>
                <a:lnTo>
                  <a:pt x="362" y="466"/>
                </a:lnTo>
                <a:lnTo>
                  <a:pt x="361" y="465"/>
                </a:lnTo>
                <a:lnTo>
                  <a:pt x="360" y="465"/>
                </a:lnTo>
                <a:lnTo>
                  <a:pt x="359" y="463"/>
                </a:lnTo>
                <a:lnTo>
                  <a:pt x="358" y="462"/>
                </a:lnTo>
                <a:lnTo>
                  <a:pt x="358" y="461"/>
                </a:lnTo>
                <a:lnTo>
                  <a:pt x="357" y="460"/>
                </a:lnTo>
                <a:lnTo>
                  <a:pt x="357" y="459"/>
                </a:lnTo>
                <a:lnTo>
                  <a:pt x="357" y="456"/>
                </a:lnTo>
                <a:lnTo>
                  <a:pt x="357" y="455"/>
                </a:lnTo>
                <a:lnTo>
                  <a:pt x="356" y="453"/>
                </a:lnTo>
                <a:lnTo>
                  <a:pt x="356" y="451"/>
                </a:lnTo>
                <a:lnTo>
                  <a:pt x="355" y="449"/>
                </a:lnTo>
                <a:lnTo>
                  <a:pt x="354" y="448"/>
                </a:lnTo>
                <a:lnTo>
                  <a:pt x="353" y="448"/>
                </a:lnTo>
                <a:lnTo>
                  <a:pt x="353" y="449"/>
                </a:lnTo>
                <a:lnTo>
                  <a:pt x="350" y="449"/>
                </a:lnTo>
                <a:lnTo>
                  <a:pt x="350" y="448"/>
                </a:lnTo>
                <a:lnTo>
                  <a:pt x="351" y="446"/>
                </a:lnTo>
                <a:lnTo>
                  <a:pt x="352" y="446"/>
                </a:lnTo>
                <a:lnTo>
                  <a:pt x="353" y="446"/>
                </a:lnTo>
                <a:lnTo>
                  <a:pt x="352" y="444"/>
                </a:lnTo>
                <a:lnTo>
                  <a:pt x="352" y="443"/>
                </a:lnTo>
                <a:lnTo>
                  <a:pt x="352" y="444"/>
                </a:lnTo>
                <a:lnTo>
                  <a:pt x="351" y="444"/>
                </a:lnTo>
                <a:lnTo>
                  <a:pt x="351" y="443"/>
                </a:lnTo>
                <a:lnTo>
                  <a:pt x="349" y="443"/>
                </a:lnTo>
                <a:lnTo>
                  <a:pt x="350" y="443"/>
                </a:lnTo>
                <a:lnTo>
                  <a:pt x="351" y="443"/>
                </a:lnTo>
                <a:lnTo>
                  <a:pt x="352" y="443"/>
                </a:lnTo>
                <a:lnTo>
                  <a:pt x="352" y="441"/>
                </a:lnTo>
                <a:lnTo>
                  <a:pt x="351" y="440"/>
                </a:lnTo>
                <a:lnTo>
                  <a:pt x="351" y="439"/>
                </a:lnTo>
                <a:lnTo>
                  <a:pt x="350" y="439"/>
                </a:lnTo>
                <a:lnTo>
                  <a:pt x="349" y="440"/>
                </a:lnTo>
                <a:lnTo>
                  <a:pt x="348" y="439"/>
                </a:lnTo>
                <a:lnTo>
                  <a:pt x="348" y="438"/>
                </a:lnTo>
                <a:lnTo>
                  <a:pt x="349" y="438"/>
                </a:lnTo>
                <a:lnTo>
                  <a:pt x="350" y="438"/>
                </a:lnTo>
                <a:lnTo>
                  <a:pt x="350" y="437"/>
                </a:lnTo>
                <a:lnTo>
                  <a:pt x="350" y="436"/>
                </a:lnTo>
                <a:lnTo>
                  <a:pt x="350" y="433"/>
                </a:lnTo>
                <a:lnTo>
                  <a:pt x="350" y="432"/>
                </a:lnTo>
                <a:lnTo>
                  <a:pt x="350" y="430"/>
                </a:lnTo>
                <a:lnTo>
                  <a:pt x="350" y="429"/>
                </a:lnTo>
                <a:lnTo>
                  <a:pt x="349" y="428"/>
                </a:lnTo>
                <a:lnTo>
                  <a:pt x="349" y="427"/>
                </a:lnTo>
                <a:lnTo>
                  <a:pt x="349" y="426"/>
                </a:lnTo>
                <a:lnTo>
                  <a:pt x="349" y="425"/>
                </a:lnTo>
                <a:lnTo>
                  <a:pt x="349" y="424"/>
                </a:lnTo>
                <a:lnTo>
                  <a:pt x="349" y="423"/>
                </a:lnTo>
                <a:lnTo>
                  <a:pt x="348" y="423"/>
                </a:lnTo>
                <a:lnTo>
                  <a:pt x="348" y="422"/>
                </a:lnTo>
                <a:lnTo>
                  <a:pt x="347" y="421"/>
                </a:lnTo>
                <a:lnTo>
                  <a:pt x="346" y="420"/>
                </a:lnTo>
                <a:lnTo>
                  <a:pt x="345" y="419"/>
                </a:lnTo>
                <a:lnTo>
                  <a:pt x="344" y="418"/>
                </a:lnTo>
                <a:lnTo>
                  <a:pt x="343" y="418"/>
                </a:lnTo>
                <a:lnTo>
                  <a:pt x="341" y="418"/>
                </a:lnTo>
                <a:lnTo>
                  <a:pt x="340" y="417"/>
                </a:lnTo>
                <a:lnTo>
                  <a:pt x="340" y="418"/>
                </a:lnTo>
                <a:lnTo>
                  <a:pt x="339" y="418"/>
                </a:lnTo>
                <a:lnTo>
                  <a:pt x="338" y="420"/>
                </a:lnTo>
                <a:lnTo>
                  <a:pt x="338" y="421"/>
                </a:lnTo>
                <a:lnTo>
                  <a:pt x="337" y="422"/>
                </a:lnTo>
                <a:lnTo>
                  <a:pt x="337" y="423"/>
                </a:lnTo>
                <a:lnTo>
                  <a:pt x="338" y="424"/>
                </a:lnTo>
                <a:lnTo>
                  <a:pt x="338" y="425"/>
                </a:lnTo>
                <a:lnTo>
                  <a:pt x="338" y="426"/>
                </a:lnTo>
                <a:lnTo>
                  <a:pt x="337" y="427"/>
                </a:lnTo>
                <a:lnTo>
                  <a:pt x="337" y="428"/>
                </a:lnTo>
                <a:lnTo>
                  <a:pt x="336" y="428"/>
                </a:lnTo>
                <a:lnTo>
                  <a:pt x="335" y="429"/>
                </a:lnTo>
                <a:lnTo>
                  <a:pt x="334" y="429"/>
                </a:lnTo>
                <a:lnTo>
                  <a:pt x="333" y="430"/>
                </a:lnTo>
                <a:lnTo>
                  <a:pt x="332" y="430"/>
                </a:lnTo>
                <a:lnTo>
                  <a:pt x="331" y="431"/>
                </a:lnTo>
                <a:lnTo>
                  <a:pt x="329" y="432"/>
                </a:lnTo>
                <a:lnTo>
                  <a:pt x="327" y="433"/>
                </a:lnTo>
                <a:lnTo>
                  <a:pt x="327" y="434"/>
                </a:lnTo>
                <a:lnTo>
                  <a:pt x="326" y="434"/>
                </a:lnTo>
                <a:lnTo>
                  <a:pt x="325" y="435"/>
                </a:lnTo>
                <a:lnTo>
                  <a:pt x="324" y="436"/>
                </a:lnTo>
                <a:lnTo>
                  <a:pt x="323" y="434"/>
                </a:lnTo>
                <a:lnTo>
                  <a:pt x="321" y="434"/>
                </a:lnTo>
                <a:lnTo>
                  <a:pt x="320" y="434"/>
                </a:lnTo>
                <a:lnTo>
                  <a:pt x="320" y="435"/>
                </a:lnTo>
                <a:lnTo>
                  <a:pt x="320" y="436"/>
                </a:lnTo>
                <a:lnTo>
                  <a:pt x="320" y="437"/>
                </a:lnTo>
                <a:lnTo>
                  <a:pt x="319" y="437"/>
                </a:lnTo>
                <a:lnTo>
                  <a:pt x="319" y="436"/>
                </a:lnTo>
                <a:lnTo>
                  <a:pt x="319" y="435"/>
                </a:lnTo>
                <a:lnTo>
                  <a:pt x="318" y="434"/>
                </a:lnTo>
                <a:lnTo>
                  <a:pt x="317" y="433"/>
                </a:lnTo>
                <a:lnTo>
                  <a:pt x="314" y="431"/>
                </a:lnTo>
                <a:lnTo>
                  <a:pt x="313" y="431"/>
                </a:lnTo>
                <a:lnTo>
                  <a:pt x="313" y="430"/>
                </a:lnTo>
                <a:lnTo>
                  <a:pt x="313" y="429"/>
                </a:lnTo>
                <a:lnTo>
                  <a:pt x="312" y="429"/>
                </a:lnTo>
                <a:lnTo>
                  <a:pt x="311" y="429"/>
                </a:lnTo>
                <a:lnTo>
                  <a:pt x="310" y="429"/>
                </a:lnTo>
                <a:lnTo>
                  <a:pt x="308" y="426"/>
                </a:lnTo>
                <a:lnTo>
                  <a:pt x="308" y="425"/>
                </a:lnTo>
                <a:lnTo>
                  <a:pt x="309" y="424"/>
                </a:lnTo>
                <a:lnTo>
                  <a:pt x="309" y="421"/>
                </a:lnTo>
                <a:lnTo>
                  <a:pt x="307" y="420"/>
                </a:lnTo>
                <a:lnTo>
                  <a:pt x="307" y="419"/>
                </a:lnTo>
                <a:lnTo>
                  <a:pt x="306" y="419"/>
                </a:lnTo>
                <a:lnTo>
                  <a:pt x="306" y="420"/>
                </a:lnTo>
                <a:lnTo>
                  <a:pt x="305" y="420"/>
                </a:lnTo>
                <a:lnTo>
                  <a:pt x="305" y="421"/>
                </a:lnTo>
                <a:lnTo>
                  <a:pt x="304" y="421"/>
                </a:lnTo>
                <a:lnTo>
                  <a:pt x="303" y="421"/>
                </a:lnTo>
                <a:lnTo>
                  <a:pt x="302" y="421"/>
                </a:lnTo>
                <a:lnTo>
                  <a:pt x="301" y="421"/>
                </a:lnTo>
                <a:lnTo>
                  <a:pt x="301" y="420"/>
                </a:lnTo>
                <a:lnTo>
                  <a:pt x="300" y="420"/>
                </a:lnTo>
                <a:lnTo>
                  <a:pt x="300" y="419"/>
                </a:lnTo>
                <a:lnTo>
                  <a:pt x="301" y="419"/>
                </a:lnTo>
                <a:lnTo>
                  <a:pt x="301" y="418"/>
                </a:lnTo>
                <a:lnTo>
                  <a:pt x="301" y="417"/>
                </a:lnTo>
                <a:lnTo>
                  <a:pt x="301" y="415"/>
                </a:lnTo>
                <a:lnTo>
                  <a:pt x="301" y="414"/>
                </a:lnTo>
                <a:lnTo>
                  <a:pt x="300" y="414"/>
                </a:lnTo>
                <a:lnTo>
                  <a:pt x="300" y="413"/>
                </a:lnTo>
                <a:lnTo>
                  <a:pt x="300" y="412"/>
                </a:lnTo>
                <a:lnTo>
                  <a:pt x="301" y="412"/>
                </a:lnTo>
                <a:lnTo>
                  <a:pt x="301" y="411"/>
                </a:lnTo>
                <a:lnTo>
                  <a:pt x="303" y="410"/>
                </a:lnTo>
                <a:lnTo>
                  <a:pt x="304" y="410"/>
                </a:lnTo>
                <a:lnTo>
                  <a:pt x="304" y="409"/>
                </a:lnTo>
                <a:lnTo>
                  <a:pt x="304" y="408"/>
                </a:lnTo>
                <a:lnTo>
                  <a:pt x="305" y="407"/>
                </a:lnTo>
                <a:lnTo>
                  <a:pt x="305" y="406"/>
                </a:lnTo>
                <a:lnTo>
                  <a:pt x="306" y="406"/>
                </a:lnTo>
                <a:lnTo>
                  <a:pt x="306" y="405"/>
                </a:lnTo>
                <a:lnTo>
                  <a:pt x="306" y="404"/>
                </a:lnTo>
                <a:lnTo>
                  <a:pt x="306" y="403"/>
                </a:lnTo>
                <a:lnTo>
                  <a:pt x="306" y="401"/>
                </a:lnTo>
                <a:lnTo>
                  <a:pt x="306" y="400"/>
                </a:lnTo>
                <a:lnTo>
                  <a:pt x="306" y="397"/>
                </a:lnTo>
                <a:lnTo>
                  <a:pt x="305" y="397"/>
                </a:lnTo>
                <a:lnTo>
                  <a:pt x="304" y="397"/>
                </a:lnTo>
                <a:lnTo>
                  <a:pt x="304" y="398"/>
                </a:lnTo>
                <a:lnTo>
                  <a:pt x="303" y="397"/>
                </a:lnTo>
                <a:lnTo>
                  <a:pt x="302" y="396"/>
                </a:lnTo>
                <a:lnTo>
                  <a:pt x="302" y="395"/>
                </a:lnTo>
                <a:lnTo>
                  <a:pt x="304" y="395"/>
                </a:lnTo>
                <a:lnTo>
                  <a:pt x="305" y="394"/>
                </a:lnTo>
                <a:lnTo>
                  <a:pt x="306" y="395"/>
                </a:lnTo>
                <a:lnTo>
                  <a:pt x="307" y="395"/>
                </a:lnTo>
                <a:lnTo>
                  <a:pt x="309" y="392"/>
                </a:lnTo>
                <a:lnTo>
                  <a:pt x="310" y="392"/>
                </a:lnTo>
                <a:lnTo>
                  <a:pt x="311" y="389"/>
                </a:lnTo>
                <a:lnTo>
                  <a:pt x="311" y="388"/>
                </a:lnTo>
                <a:lnTo>
                  <a:pt x="311" y="385"/>
                </a:lnTo>
                <a:lnTo>
                  <a:pt x="309" y="383"/>
                </a:lnTo>
                <a:lnTo>
                  <a:pt x="308" y="383"/>
                </a:lnTo>
                <a:lnTo>
                  <a:pt x="309" y="381"/>
                </a:lnTo>
                <a:lnTo>
                  <a:pt x="309" y="380"/>
                </a:lnTo>
                <a:lnTo>
                  <a:pt x="309" y="379"/>
                </a:lnTo>
                <a:lnTo>
                  <a:pt x="309" y="378"/>
                </a:lnTo>
                <a:lnTo>
                  <a:pt x="309" y="375"/>
                </a:lnTo>
                <a:lnTo>
                  <a:pt x="309" y="374"/>
                </a:lnTo>
                <a:lnTo>
                  <a:pt x="309" y="371"/>
                </a:lnTo>
                <a:lnTo>
                  <a:pt x="310" y="369"/>
                </a:lnTo>
                <a:lnTo>
                  <a:pt x="311" y="368"/>
                </a:lnTo>
                <a:lnTo>
                  <a:pt x="311" y="366"/>
                </a:lnTo>
                <a:lnTo>
                  <a:pt x="312" y="364"/>
                </a:lnTo>
                <a:lnTo>
                  <a:pt x="312" y="363"/>
                </a:lnTo>
                <a:lnTo>
                  <a:pt x="313" y="363"/>
                </a:lnTo>
                <a:lnTo>
                  <a:pt x="313" y="364"/>
                </a:lnTo>
                <a:lnTo>
                  <a:pt x="314" y="364"/>
                </a:lnTo>
                <a:lnTo>
                  <a:pt x="315" y="364"/>
                </a:lnTo>
                <a:lnTo>
                  <a:pt x="317" y="365"/>
                </a:lnTo>
                <a:lnTo>
                  <a:pt x="318" y="365"/>
                </a:lnTo>
                <a:lnTo>
                  <a:pt x="320" y="365"/>
                </a:lnTo>
                <a:lnTo>
                  <a:pt x="321" y="366"/>
                </a:lnTo>
                <a:lnTo>
                  <a:pt x="321" y="365"/>
                </a:lnTo>
                <a:lnTo>
                  <a:pt x="322" y="365"/>
                </a:lnTo>
                <a:lnTo>
                  <a:pt x="321" y="365"/>
                </a:lnTo>
                <a:lnTo>
                  <a:pt x="321" y="364"/>
                </a:lnTo>
                <a:lnTo>
                  <a:pt x="321" y="360"/>
                </a:lnTo>
                <a:lnTo>
                  <a:pt x="321" y="359"/>
                </a:lnTo>
                <a:lnTo>
                  <a:pt x="321" y="357"/>
                </a:lnTo>
                <a:lnTo>
                  <a:pt x="321" y="356"/>
                </a:lnTo>
                <a:lnTo>
                  <a:pt x="320" y="353"/>
                </a:lnTo>
                <a:lnTo>
                  <a:pt x="320" y="349"/>
                </a:lnTo>
                <a:lnTo>
                  <a:pt x="320" y="345"/>
                </a:lnTo>
                <a:lnTo>
                  <a:pt x="320" y="341"/>
                </a:lnTo>
                <a:lnTo>
                  <a:pt x="320" y="340"/>
                </a:lnTo>
                <a:lnTo>
                  <a:pt x="319" y="339"/>
                </a:lnTo>
                <a:lnTo>
                  <a:pt x="319" y="338"/>
                </a:lnTo>
                <a:lnTo>
                  <a:pt x="318" y="337"/>
                </a:lnTo>
                <a:lnTo>
                  <a:pt x="319" y="337"/>
                </a:lnTo>
                <a:lnTo>
                  <a:pt x="320" y="336"/>
                </a:lnTo>
                <a:lnTo>
                  <a:pt x="320" y="335"/>
                </a:lnTo>
                <a:lnTo>
                  <a:pt x="321" y="334"/>
                </a:lnTo>
                <a:lnTo>
                  <a:pt x="322" y="332"/>
                </a:lnTo>
                <a:lnTo>
                  <a:pt x="323" y="331"/>
                </a:lnTo>
                <a:lnTo>
                  <a:pt x="324" y="329"/>
                </a:lnTo>
                <a:lnTo>
                  <a:pt x="326" y="327"/>
                </a:lnTo>
                <a:lnTo>
                  <a:pt x="326" y="326"/>
                </a:lnTo>
                <a:lnTo>
                  <a:pt x="327" y="326"/>
                </a:lnTo>
                <a:lnTo>
                  <a:pt x="326" y="326"/>
                </a:lnTo>
                <a:lnTo>
                  <a:pt x="326" y="324"/>
                </a:lnTo>
                <a:lnTo>
                  <a:pt x="325" y="320"/>
                </a:lnTo>
                <a:lnTo>
                  <a:pt x="325" y="318"/>
                </a:lnTo>
                <a:lnTo>
                  <a:pt x="325" y="317"/>
                </a:lnTo>
                <a:lnTo>
                  <a:pt x="323" y="314"/>
                </a:lnTo>
                <a:lnTo>
                  <a:pt x="324" y="312"/>
                </a:lnTo>
                <a:lnTo>
                  <a:pt x="326" y="312"/>
                </a:lnTo>
                <a:lnTo>
                  <a:pt x="327" y="312"/>
                </a:lnTo>
                <a:lnTo>
                  <a:pt x="327" y="310"/>
                </a:lnTo>
                <a:lnTo>
                  <a:pt x="327" y="309"/>
                </a:lnTo>
                <a:lnTo>
                  <a:pt x="325" y="308"/>
                </a:lnTo>
                <a:lnTo>
                  <a:pt x="324" y="308"/>
                </a:lnTo>
                <a:lnTo>
                  <a:pt x="323" y="308"/>
                </a:lnTo>
                <a:lnTo>
                  <a:pt x="321" y="309"/>
                </a:lnTo>
                <a:lnTo>
                  <a:pt x="320" y="309"/>
                </a:lnTo>
                <a:lnTo>
                  <a:pt x="318" y="309"/>
                </a:lnTo>
                <a:lnTo>
                  <a:pt x="318" y="308"/>
                </a:lnTo>
                <a:lnTo>
                  <a:pt x="317" y="308"/>
                </a:lnTo>
                <a:lnTo>
                  <a:pt x="317" y="307"/>
                </a:lnTo>
                <a:lnTo>
                  <a:pt x="316" y="307"/>
                </a:lnTo>
                <a:lnTo>
                  <a:pt x="316" y="306"/>
                </a:lnTo>
                <a:lnTo>
                  <a:pt x="315" y="305"/>
                </a:lnTo>
                <a:lnTo>
                  <a:pt x="314" y="305"/>
                </a:lnTo>
                <a:lnTo>
                  <a:pt x="313" y="306"/>
                </a:lnTo>
                <a:lnTo>
                  <a:pt x="309" y="307"/>
                </a:lnTo>
                <a:lnTo>
                  <a:pt x="308" y="307"/>
                </a:lnTo>
                <a:lnTo>
                  <a:pt x="307" y="307"/>
                </a:lnTo>
                <a:lnTo>
                  <a:pt x="307" y="308"/>
                </a:lnTo>
                <a:lnTo>
                  <a:pt x="306" y="309"/>
                </a:lnTo>
                <a:lnTo>
                  <a:pt x="305" y="309"/>
                </a:lnTo>
                <a:lnTo>
                  <a:pt x="304" y="310"/>
                </a:lnTo>
                <a:lnTo>
                  <a:pt x="303" y="311"/>
                </a:lnTo>
                <a:lnTo>
                  <a:pt x="301" y="311"/>
                </a:lnTo>
                <a:lnTo>
                  <a:pt x="301" y="312"/>
                </a:lnTo>
                <a:lnTo>
                  <a:pt x="301" y="313"/>
                </a:lnTo>
                <a:lnTo>
                  <a:pt x="300" y="314"/>
                </a:lnTo>
                <a:lnTo>
                  <a:pt x="300" y="313"/>
                </a:lnTo>
                <a:lnTo>
                  <a:pt x="299" y="312"/>
                </a:lnTo>
                <a:lnTo>
                  <a:pt x="298" y="312"/>
                </a:lnTo>
                <a:lnTo>
                  <a:pt x="297" y="313"/>
                </a:lnTo>
                <a:lnTo>
                  <a:pt x="293" y="313"/>
                </a:lnTo>
                <a:lnTo>
                  <a:pt x="292" y="313"/>
                </a:lnTo>
                <a:lnTo>
                  <a:pt x="292" y="312"/>
                </a:lnTo>
                <a:lnTo>
                  <a:pt x="291" y="312"/>
                </a:lnTo>
                <a:lnTo>
                  <a:pt x="291" y="311"/>
                </a:lnTo>
                <a:lnTo>
                  <a:pt x="290" y="310"/>
                </a:lnTo>
                <a:lnTo>
                  <a:pt x="289" y="310"/>
                </a:lnTo>
                <a:lnTo>
                  <a:pt x="289" y="311"/>
                </a:lnTo>
                <a:lnTo>
                  <a:pt x="289" y="313"/>
                </a:lnTo>
                <a:lnTo>
                  <a:pt x="289" y="315"/>
                </a:lnTo>
                <a:lnTo>
                  <a:pt x="289" y="316"/>
                </a:lnTo>
                <a:lnTo>
                  <a:pt x="289" y="317"/>
                </a:lnTo>
                <a:lnTo>
                  <a:pt x="286" y="318"/>
                </a:lnTo>
                <a:lnTo>
                  <a:pt x="284" y="318"/>
                </a:lnTo>
                <a:lnTo>
                  <a:pt x="282" y="317"/>
                </a:lnTo>
                <a:lnTo>
                  <a:pt x="282" y="316"/>
                </a:lnTo>
                <a:lnTo>
                  <a:pt x="281" y="316"/>
                </a:lnTo>
                <a:lnTo>
                  <a:pt x="279" y="317"/>
                </a:lnTo>
                <a:lnTo>
                  <a:pt x="279" y="318"/>
                </a:lnTo>
                <a:lnTo>
                  <a:pt x="279" y="319"/>
                </a:lnTo>
                <a:lnTo>
                  <a:pt x="280" y="319"/>
                </a:lnTo>
                <a:lnTo>
                  <a:pt x="278" y="319"/>
                </a:lnTo>
                <a:lnTo>
                  <a:pt x="277" y="319"/>
                </a:lnTo>
                <a:lnTo>
                  <a:pt x="276" y="319"/>
                </a:lnTo>
                <a:lnTo>
                  <a:pt x="275" y="319"/>
                </a:lnTo>
                <a:lnTo>
                  <a:pt x="272" y="318"/>
                </a:lnTo>
                <a:lnTo>
                  <a:pt x="270" y="318"/>
                </a:lnTo>
                <a:lnTo>
                  <a:pt x="269" y="318"/>
                </a:lnTo>
                <a:lnTo>
                  <a:pt x="269" y="319"/>
                </a:lnTo>
                <a:lnTo>
                  <a:pt x="268" y="318"/>
                </a:lnTo>
                <a:lnTo>
                  <a:pt x="267" y="318"/>
                </a:lnTo>
                <a:lnTo>
                  <a:pt x="266" y="318"/>
                </a:lnTo>
                <a:lnTo>
                  <a:pt x="266" y="319"/>
                </a:lnTo>
                <a:lnTo>
                  <a:pt x="265" y="319"/>
                </a:lnTo>
                <a:lnTo>
                  <a:pt x="264" y="319"/>
                </a:lnTo>
                <a:lnTo>
                  <a:pt x="263" y="319"/>
                </a:lnTo>
                <a:lnTo>
                  <a:pt x="262" y="319"/>
                </a:lnTo>
                <a:lnTo>
                  <a:pt x="261" y="320"/>
                </a:lnTo>
                <a:lnTo>
                  <a:pt x="261" y="321"/>
                </a:lnTo>
                <a:lnTo>
                  <a:pt x="260" y="322"/>
                </a:lnTo>
                <a:lnTo>
                  <a:pt x="259" y="322"/>
                </a:lnTo>
                <a:lnTo>
                  <a:pt x="258" y="322"/>
                </a:lnTo>
                <a:lnTo>
                  <a:pt x="257" y="322"/>
                </a:lnTo>
                <a:lnTo>
                  <a:pt x="257" y="323"/>
                </a:lnTo>
                <a:lnTo>
                  <a:pt x="257" y="324"/>
                </a:lnTo>
                <a:lnTo>
                  <a:pt x="256" y="324"/>
                </a:lnTo>
                <a:lnTo>
                  <a:pt x="255" y="323"/>
                </a:lnTo>
                <a:lnTo>
                  <a:pt x="253" y="323"/>
                </a:lnTo>
                <a:lnTo>
                  <a:pt x="252" y="322"/>
                </a:lnTo>
                <a:lnTo>
                  <a:pt x="252" y="321"/>
                </a:lnTo>
                <a:lnTo>
                  <a:pt x="251" y="321"/>
                </a:lnTo>
                <a:lnTo>
                  <a:pt x="250" y="320"/>
                </a:lnTo>
                <a:lnTo>
                  <a:pt x="250" y="319"/>
                </a:lnTo>
                <a:lnTo>
                  <a:pt x="251" y="318"/>
                </a:lnTo>
                <a:lnTo>
                  <a:pt x="252" y="315"/>
                </a:lnTo>
                <a:lnTo>
                  <a:pt x="252" y="314"/>
                </a:lnTo>
                <a:lnTo>
                  <a:pt x="252" y="313"/>
                </a:lnTo>
                <a:lnTo>
                  <a:pt x="251" y="312"/>
                </a:lnTo>
                <a:lnTo>
                  <a:pt x="252" y="312"/>
                </a:lnTo>
                <a:lnTo>
                  <a:pt x="252" y="311"/>
                </a:lnTo>
                <a:lnTo>
                  <a:pt x="253" y="309"/>
                </a:lnTo>
                <a:lnTo>
                  <a:pt x="253" y="308"/>
                </a:lnTo>
                <a:lnTo>
                  <a:pt x="253" y="307"/>
                </a:lnTo>
                <a:lnTo>
                  <a:pt x="252" y="304"/>
                </a:lnTo>
                <a:lnTo>
                  <a:pt x="251" y="303"/>
                </a:lnTo>
                <a:lnTo>
                  <a:pt x="251" y="302"/>
                </a:lnTo>
                <a:lnTo>
                  <a:pt x="251" y="301"/>
                </a:lnTo>
                <a:lnTo>
                  <a:pt x="252" y="301"/>
                </a:lnTo>
                <a:lnTo>
                  <a:pt x="252" y="298"/>
                </a:lnTo>
                <a:lnTo>
                  <a:pt x="252" y="296"/>
                </a:lnTo>
                <a:lnTo>
                  <a:pt x="252" y="294"/>
                </a:lnTo>
                <a:lnTo>
                  <a:pt x="252" y="292"/>
                </a:lnTo>
                <a:lnTo>
                  <a:pt x="252" y="291"/>
                </a:lnTo>
                <a:lnTo>
                  <a:pt x="252" y="289"/>
                </a:lnTo>
                <a:lnTo>
                  <a:pt x="251" y="289"/>
                </a:lnTo>
                <a:lnTo>
                  <a:pt x="250" y="288"/>
                </a:lnTo>
                <a:lnTo>
                  <a:pt x="248" y="288"/>
                </a:lnTo>
                <a:lnTo>
                  <a:pt x="247" y="289"/>
                </a:lnTo>
                <a:lnTo>
                  <a:pt x="246" y="289"/>
                </a:lnTo>
                <a:lnTo>
                  <a:pt x="246" y="290"/>
                </a:lnTo>
                <a:lnTo>
                  <a:pt x="246" y="291"/>
                </a:lnTo>
                <a:lnTo>
                  <a:pt x="245" y="291"/>
                </a:lnTo>
                <a:lnTo>
                  <a:pt x="244" y="291"/>
                </a:lnTo>
                <a:lnTo>
                  <a:pt x="242" y="290"/>
                </a:lnTo>
                <a:lnTo>
                  <a:pt x="242" y="289"/>
                </a:lnTo>
                <a:lnTo>
                  <a:pt x="242" y="287"/>
                </a:lnTo>
                <a:lnTo>
                  <a:pt x="240" y="285"/>
                </a:lnTo>
                <a:lnTo>
                  <a:pt x="239" y="283"/>
                </a:lnTo>
                <a:lnTo>
                  <a:pt x="238" y="282"/>
                </a:lnTo>
                <a:lnTo>
                  <a:pt x="237" y="282"/>
                </a:lnTo>
                <a:lnTo>
                  <a:pt x="236" y="282"/>
                </a:lnTo>
                <a:lnTo>
                  <a:pt x="236" y="281"/>
                </a:lnTo>
                <a:lnTo>
                  <a:pt x="236" y="280"/>
                </a:lnTo>
                <a:lnTo>
                  <a:pt x="236" y="279"/>
                </a:lnTo>
                <a:lnTo>
                  <a:pt x="236" y="278"/>
                </a:lnTo>
                <a:lnTo>
                  <a:pt x="235" y="277"/>
                </a:lnTo>
                <a:lnTo>
                  <a:pt x="234" y="276"/>
                </a:lnTo>
                <a:lnTo>
                  <a:pt x="233" y="274"/>
                </a:lnTo>
                <a:lnTo>
                  <a:pt x="233" y="273"/>
                </a:lnTo>
                <a:lnTo>
                  <a:pt x="234" y="271"/>
                </a:lnTo>
                <a:lnTo>
                  <a:pt x="234" y="270"/>
                </a:lnTo>
                <a:lnTo>
                  <a:pt x="234" y="268"/>
                </a:lnTo>
                <a:lnTo>
                  <a:pt x="233" y="267"/>
                </a:lnTo>
                <a:lnTo>
                  <a:pt x="232" y="267"/>
                </a:lnTo>
                <a:lnTo>
                  <a:pt x="231" y="267"/>
                </a:lnTo>
                <a:lnTo>
                  <a:pt x="230" y="266"/>
                </a:lnTo>
                <a:lnTo>
                  <a:pt x="229" y="266"/>
                </a:lnTo>
                <a:lnTo>
                  <a:pt x="226" y="263"/>
                </a:lnTo>
                <a:lnTo>
                  <a:pt x="226" y="262"/>
                </a:lnTo>
                <a:lnTo>
                  <a:pt x="225" y="262"/>
                </a:lnTo>
                <a:lnTo>
                  <a:pt x="223" y="262"/>
                </a:lnTo>
                <a:lnTo>
                  <a:pt x="223" y="263"/>
                </a:lnTo>
                <a:lnTo>
                  <a:pt x="224" y="264"/>
                </a:lnTo>
                <a:lnTo>
                  <a:pt x="225" y="265"/>
                </a:lnTo>
                <a:lnTo>
                  <a:pt x="225" y="266"/>
                </a:lnTo>
                <a:lnTo>
                  <a:pt x="224" y="266"/>
                </a:lnTo>
                <a:lnTo>
                  <a:pt x="224" y="267"/>
                </a:lnTo>
                <a:lnTo>
                  <a:pt x="225" y="268"/>
                </a:lnTo>
                <a:lnTo>
                  <a:pt x="224" y="269"/>
                </a:lnTo>
                <a:lnTo>
                  <a:pt x="222" y="270"/>
                </a:lnTo>
                <a:lnTo>
                  <a:pt x="221" y="270"/>
                </a:lnTo>
                <a:lnTo>
                  <a:pt x="221" y="271"/>
                </a:lnTo>
                <a:lnTo>
                  <a:pt x="221" y="272"/>
                </a:lnTo>
                <a:lnTo>
                  <a:pt x="219" y="274"/>
                </a:lnTo>
                <a:lnTo>
                  <a:pt x="218" y="274"/>
                </a:lnTo>
                <a:lnTo>
                  <a:pt x="217" y="274"/>
                </a:lnTo>
                <a:lnTo>
                  <a:pt x="217" y="273"/>
                </a:lnTo>
                <a:lnTo>
                  <a:pt x="217" y="272"/>
                </a:lnTo>
                <a:lnTo>
                  <a:pt x="217" y="271"/>
                </a:lnTo>
                <a:lnTo>
                  <a:pt x="217" y="270"/>
                </a:lnTo>
                <a:lnTo>
                  <a:pt x="215" y="269"/>
                </a:lnTo>
                <a:lnTo>
                  <a:pt x="214" y="269"/>
                </a:lnTo>
                <a:lnTo>
                  <a:pt x="213" y="269"/>
                </a:lnTo>
                <a:lnTo>
                  <a:pt x="212" y="266"/>
                </a:lnTo>
                <a:lnTo>
                  <a:pt x="212" y="265"/>
                </a:lnTo>
                <a:lnTo>
                  <a:pt x="212" y="261"/>
                </a:lnTo>
                <a:lnTo>
                  <a:pt x="211" y="260"/>
                </a:lnTo>
                <a:lnTo>
                  <a:pt x="210" y="259"/>
                </a:lnTo>
                <a:lnTo>
                  <a:pt x="209" y="259"/>
                </a:lnTo>
                <a:lnTo>
                  <a:pt x="208" y="259"/>
                </a:lnTo>
                <a:lnTo>
                  <a:pt x="207" y="259"/>
                </a:lnTo>
                <a:lnTo>
                  <a:pt x="207" y="258"/>
                </a:lnTo>
                <a:lnTo>
                  <a:pt x="206" y="258"/>
                </a:lnTo>
                <a:lnTo>
                  <a:pt x="205" y="259"/>
                </a:lnTo>
                <a:lnTo>
                  <a:pt x="204" y="261"/>
                </a:lnTo>
                <a:lnTo>
                  <a:pt x="204" y="262"/>
                </a:lnTo>
                <a:lnTo>
                  <a:pt x="201" y="262"/>
                </a:lnTo>
                <a:lnTo>
                  <a:pt x="200" y="263"/>
                </a:lnTo>
                <a:lnTo>
                  <a:pt x="197" y="265"/>
                </a:lnTo>
                <a:lnTo>
                  <a:pt x="198" y="266"/>
                </a:lnTo>
                <a:lnTo>
                  <a:pt x="198" y="267"/>
                </a:lnTo>
                <a:lnTo>
                  <a:pt x="196" y="267"/>
                </a:lnTo>
                <a:lnTo>
                  <a:pt x="194" y="267"/>
                </a:lnTo>
                <a:lnTo>
                  <a:pt x="194" y="268"/>
                </a:lnTo>
                <a:lnTo>
                  <a:pt x="192" y="268"/>
                </a:lnTo>
                <a:lnTo>
                  <a:pt x="191" y="268"/>
                </a:lnTo>
                <a:lnTo>
                  <a:pt x="189" y="267"/>
                </a:lnTo>
                <a:lnTo>
                  <a:pt x="188" y="267"/>
                </a:lnTo>
                <a:lnTo>
                  <a:pt x="188" y="265"/>
                </a:lnTo>
                <a:lnTo>
                  <a:pt x="188" y="264"/>
                </a:lnTo>
                <a:lnTo>
                  <a:pt x="187" y="262"/>
                </a:lnTo>
                <a:lnTo>
                  <a:pt x="186" y="262"/>
                </a:lnTo>
                <a:lnTo>
                  <a:pt x="185" y="262"/>
                </a:lnTo>
                <a:lnTo>
                  <a:pt x="184" y="262"/>
                </a:lnTo>
                <a:lnTo>
                  <a:pt x="183" y="262"/>
                </a:lnTo>
                <a:lnTo>
                  <a:pt x="183" y="261"/>
                </a:lnTo>
                <a:lnTo>
                  <a:pt x="183" y="260"/>
                </a:lnTo>
                <a:lnTo>
                  <a:pt x="184" y="260"/>
                </a:lnTo>
                <a:lnTo>
                  <a:pt x="184" y="259"/>
                </a:lnTo>
                <a:lnTo>
                  <a:pt x="184" y="258"/>
                </a:lnTo>
                <a:lnTo>
                  <a:pt x="183" y="258"/>
                </a:lnTo>
                <a:lnTo>
                  <a:pt x="183" y="257"/>
                </a:lnTo>
                <a:lnTo>
                  <a:pt x="182" y="257"/>
                </a:lnTo>
                <a:lnTo>
                  <a:pt x="182" y="258"/>
                </a:lnTo>
                <a:lnTo>
                  <a:pt x="182" y="257"/>
                </a:lnTo>
                <a:lnTo>
                  <a:pt x="180" y="257"/>
                </a:lnTo>
                <a:lnTo>
                  <a:pt x="180" y="256"/>
                </a:lnTo>
                <a:lnTo>
                  <a:pt x="176" y="257"/>
                </a:lnTo>
                <a:lnTo>
                  <a:pt x="174" y="258"/>
                </a:lnTo>
                <a:lnTo>
                  <a:pt x="173" y="259"/>
                </a:lnTo>
                <a:lnTo>
                  <a:pt x="173" y="260"/>
                </a:lnTo>
                <a:lnTo>
                  <a:pt x="173" y="262"/>
                </a:lnTo>
                <a:lnTo>
                  <a:pt x="172" y="262"/>
                </a:lnTo>
                <a:lnTo>
                  <a:pt x="171" y="262"/>
                </a:lnTo>
                <a:lnTo>
                  <a:pt x="169" y="261"/>
                </a:lnTo>
                <a:lnTo>
                  <a:pt x="169" y="260"/>
                </a:lnTo>
                <a:lnTo>
                  <a:pt x="167" y="260"/>
                </a:lnTo>
                <a:lnTo>
                  <a:pt x="166" y="260"/>
                </a:lnTo>
                <a:lnTo>
                  <a:pt x="165" y="261"/>
                </a:lnTo>
                <a:lnTo>
                  <a:pt x="164" y="261"/>
                </a:lnTo>
                <a:lnTo>
                  <a:pt x="162" y="262"/>
                </a:lnTo>
                <a:lnTo>
                  <a:pt x="160" y="263"/>
                </a:lnTo>
                <a:lnTo>
                  <a:pt x="159" y="263"/>
                </a:lnTo>
                <a:lnTo>
                  <a:pt x="158" y="263"/>
                </a:lnTo>
                <a:lnTo>
                  <a:pt x="157" y="262"/>
                </a:lnTo>
                <a:lnTo>
                  <a:pt x="156" y="263"/>
                </a:lnTo>
                <a:lnTo>
                  <a:pt x="154" y="263"/>
                </a:lnTo>
                <a:lnTo>
                  <a:pt x="151" y="263"/>
                </a:lnTo>
                <a:lnTo>
                  <a:pt x="148" y="262"/>
                </a:lnTo>
                <a:lnTo>
                  <a:pt x="146" y="262"/>
                </a:lnTo>
                <a:lnTo>
                  <a:pt x="146" y="260"/>
                </a:lnTo>
                <a:lnTo>
                  <a:pt x="146" y="259"/>
                </a:lnTo>
                <a:lnTo>
                  <a:pt x="147" y="258"/>
                </a:lnTo>
                <a:lnTo>
                  <a:pt x="145" y="258"/>
                </a:lnTo>
                <a:lnTo>
                  <a:pt x="143" y="258"/>
                </a:lnTo>
                <a:lnTo>
                  <a:pt x="141" y="258"/>
                </a:lnTo>
                <a:lnTo>
                  <a:pt x="140" y="258"/>
                </a:lnTo>
                <a:lnTo>
                  <a:pt x="140" y="257"/>
                </a:lnTo>
                <a:lnTo>
                  <a:pt x="140" y="256"/>
                </a:lnTo>
                <a:lnTo>
                  <a:pt x="141" y="256"/>
                </a:lnTo>
                <a:lnTo>
                  <a:pt x="143" y="256"/>
                </a:lnTo>
                <a:lnTo>
                  <a:pt x="143" y="255"/>
                </a:lnTo>
                <a:lnTo>
                  <a:pt x="142" y="254"/>
                </a:lnTo>
                <a:lnTo>
                  <a:pt x="141" y="253"/>
                </a:lnTo>
                <a:lnTo>
                  <a:pt x="140" y="252"/>
                </a:lnTo>
                <a:lnTo>
                  <a:pt x="139" y="252"/>
                </a:lnTo>
                <a:lnTo>
                  <a:pt x="138" y="253"/>
                </a:lnTo>
                <a:lnTo>
                  <a:pt x="137" y="252"/>
                </a:lnTo>
                <a:lnTo>
                  <a:pt x="136" y="251"/>
                </a:lnTo>
                <a:lnTo>
                  <a:pt x="135" y="250"/>
                </a:lnTo>
                <a:lnTo>
                  <a:pt x="132" y="250"/>
                </a:lnTo>
                <a:lnTo>
                  <a:pt x="131" y="250"/>
                </a:lnTo>
                <a:lnTo>
                  <a:pt x="130" y="250"/>
                </a:lnTo>
                <a:lnTo>
                  <a:pt x="130" y="249"/>
                </a:lnTo>
                <a:lnTo>
                  <a:pt x="130" y="248"/>
                </a:lnTo>
                <a:lnTo>
                  <a:pt x="128" y="248"/>
                </a:lnTo>
                <a:lnTo>
                  <a:pt x="126" y="247"/>
                </a:lnTo>
                <a:lnTo>
                  <a:pt x="124" y="247"/>
                </a:lnTo>
                <a:lnTo>
                  <a:pt x="123" y="246"/>
                </a:lnTo>
                <a:lnTo>
                  <a:pt x="123" y="243"/>
                </a:lnTo>
                <a:lnTo>
                  <a:pt x="124" y="241"/>
                </a:lnTo>
                <a:lnTo>
                  <a:pt x="126" y="238"/>
                </a:lnTo>
                <a:lnTo>
                  <a:pt x="125" y="234"/>
                </a:lnTo>
                <a:lnTo>
                  <a:pt x="124" y="233"/>
                </a:lnTo>
                <a:lnTo>
                  <a:pt x="125" y="232"/>
                </a:lnTo>
                <a:lnTo>
                  <a:pt x="125" y="231"/>
                </a:lnTo>
                <a:lnTo>
                  <a:pt x="125" y="230"/>
                </a:lnTo>
                <a:lnTo>
                  <a:pt x="124" y="229"/>
                </a:lnTo>
                <a:lnTo>
                  <a:pt x="123" y="229"/>
                </a:lnTo>
                <a:lnTo>
                  <a:pt x="122" y="231"/>
                </a:lnTo>
                <a:lnTo>
                  <a:pt x="121" y="231"/>
                </a:lnTo>
                <a:lnTo>
                  <a:pt x="120" y="231"/>
                </a:lnTo>
                <a:lnTo>
                  <a:pt x="120" y="230"/>
                </a:lnTo>
                <a:lnTo>
                  <a:pt x="120" y="229"/>
                </a:lnTo>
                <a:lnTo>
                  <a:pt x="120" y="228"/>
                </a:lnTo>
                <a:lnTo>
                  <a:pt x="119" y="227"/>
                </a:lnTo>
                <a:lnTo>
                  <a:pt x="118" y="228"/>
                </a:lnTo>
                <a:lnTo>
                  <a:pt x="117" y="229"/>
                </a:lnTo>
                <a:lnTo>
                  <a:pt x="117" y="228"/>
                </a:lnTo>
                <a:lnTo>
                  <a:pt x="116" y="228"/>
                </a:lnTo>
                <a:lnTo>
                  <a:pt x="117" y="228"/>
                </a:lnTo>
                <a:lnTo>
                  <a:pt x="116" y="227"/>
                </a:lnTo>
                <a:lnTo>
                  <a:pt x="116" y="226"/>
                </a:lnTo>
                <a:lnTo>
                  <a:pt x="114" y="226"/>
                </a:lnTo>
                <a:lnTo>
                  <a:pt x="113" y="224"/>
                </a:lnTo>
                <a:lnTo>
                  <a:pt x="112" y="223"/>
                </a:lnTo>
                <a:lnTo>
                  <a:pt x="111" y="221"/>
                </a:lnTo>
                <a:lnTo>
                  <a:pt x="111" y="220"/>
                </a:lnTo>
                <a:lnTo>
                  <a:pt x="111" y="219"/>
                </a:lnTo>
                <a:lnTo>
                  <a:pt x="112" y="219"/>
                </a:lnTo>
                <a:lnTo>
                  <a:pt x="111" y="218"/>
                </a:lnTo>
                <a:lnTo>
                  <a:pt x="111" y="217"/>
                </a:lnTo>
                <a:lnTo>
                  <a:pt x="111" y="216"/>
                </a:lnTo>
                <a:lnTo>
                  <a:pt x="110" y="216"/>
                </a:lnTo>
                <a:lnTo>
                  <a:pt x="110" y="215"/>
                </a:lnTo>
                <a:lnTo>
                  <a:pt x="110" y="214"/>
                </a:lnTo>
                <a:lnTo>
                  <a:pt x="110" y="213"/>
                </a:lnTo>
                <a:lnTo>
                  <a:pt x="111" y="213"/>
                </a:lnTo>
                <a:lnTo>
                  <a:pt x="111" y="212"/>
                </a:lnTo>
                <a:lnTo>
                  <a:pt x="111" y="210"/>
                </a:lnTo>
                <a:lnTo>
                  <a:pt x="111" y="208"/>
                </a:lnTo>
                <a:lnTo>
                  <a:pt x="111" y="207"/>
                </a:lnTo>
                <a:lnTo>
                  <a:pt x="110" y="206"/>
                </a:lnTo>
                <a:lnTo>
                  <a:pt x="109" y="206"/>
                </a:lnTo>
                <a:lnTo>
                  <a:pt x="107" y="206"/>
                </a:lnTo>
                <a:lnTo>
                  <a:pt x="107" y="204"/>
                </a:lnTo>
                <a:lnTo>
                  <a:pt x="108" y="201"/>
                </a:lnTo>
                <a:lnTo>
                  <a:pt x="108" y="200"/>
                </a:lnTo>
                <a:lnTo>
                  <a:pt x="106" y="200"/>
                </a:lnTo>
                <a:lnTo>
                  <a:pt x="102" y="199"/>
                </a:lnTo>
                <a:lnTo>
                  <a:pt x="99" y="199"/>
                </a:lnTo>
                <a:lnTo>
                  <a:pt x="97" y="199"/>
                </a:lnTo>
                <a:lnTo>
                  <a:pt x="96" y="199"/>
                </a:lnTo>
                <a:lnTo>
                  <a:pt x="94" y="199"/>
                </a:lnTo>
                <a:lnTo>
                  <a:pt x="93" y="199"/>
                </a:lnTo>
                <a:lnTo>
                  <a:pt x="93" y="198"/>
                </a:lnTo>
                <a:lnTo>
                  <a:pt x="92" y="199"/>
                </a:lnTo>
                <a:lnTo>
                  <a:pt x="92" y="201"/>
                </a:lnTo>
                <a:lnTo>
                  <a:pt x="92" y="202"/>
                </a:lnTo>
                <a:lnTo>
                  <a:pt x="91" y="202"/>
                </a:lnTo>
                <a:lnTo>
                  <a:pt x="90" y="201"/>
                </a:lnTo>
                <a:lnTo>
                  <a:pt x="89" y="201"/>
                </a:lnTo>
                <a:lnTo>
                  <a:pt x="88" y="202"/>
                </a:lnTo>
                <a:lnTo>
                  <a:pt x="87" y="202"/>
                </a:lnTo>
                <a:lnTo>
                  <a:pt x="87" y="203"/>
                </a:lnTo>
                <a:lnTo>
                  <a:pt x="86" y="204"/>
                </a:lnTo>
                <a:lnTo>
                  <a:pt x="85" y="204"/>
                </a:lnTo>
                <a:lnTo>
                  <a:pt x="83" y="201"/>
                </a:lnTo>
                <a:lnTo>
                  <a:pt x="83" y="200"/>
                </a:lnTo>
                <a:lnTo>
                  <a:pt x="82" y="200"/>
                </a:lnTo>
                <a:lnTo>
                  <a:pt x="81" y="200"/>
                </a:lnTo>
                <a:lnTo>
                  <a:pt x="80" y="199"/>
                </a:lnTo>
                <a:lnTo>
                  <a:pt x="79" y="199"/>
                </a:lnTo>
                <a:lnTo>
                  <a:pt x="78" y="198"/>
                </a:lnTo>
                <a:lnTo>
                  <a:pt x="78" y="197"/>
                </a:lnTo>
                <a:lnTo>
                  <a:pt x="78" y="196"/>
                </a:lnTo>
                <a:lnTo>
                  <a:pt x="77" y="196"/>
                </a:lnTo>
                <a:lnTo>
                  <a:pt x="76" y="196"/>
                </a:lnTo>
                <a:lnTo>
                  <a:pt x="76" y="195"/>
                </a:lnTo>
                <a:lnTo>
                  <a:pt x="76" y="194"/>
                </a:lnTo>
                <a:lnTo>
                  <a:pt x="75" y="192"/>
                </a:lnTo>
                <a:lnTo>
                  <a:pt x="74" y="191"/>
                </a:lnTo>
                <a:lnTo>
                  <a:pt x="72" y="190"/>
                </a:lnTo>
                <a:lnTo>
                  <a:pt x="71" y="189"/>
                </a:lnTo>
                <a:lnTo>
                  <a:pt x="70" y="189"/>
                </a:lnTo>
                <a:lnTo>
                  <a:pt x="68" y="189"/>
                </a:lnTo>
                <a:lnTo>
                  <a:pt x="67" y="189"/>
                </a:lnTo>
                <a:lnTo>
                  <a:pt x="66" y="189"/>
                </a:lnTo>
                <a:lnTo>
                  <a:pt x="65" y="189"/>
                </a:lnTo>
                <a:lnTo>
                  <a:pt x="64" y="188"/>
                </a:lnTo>
                <a:lnTo>
                  <a:pt x="63" y="189"/>
                </a:lnTo>
                <a:lnTo>
                  <a:pt x="62" y="189"/>
                </a:lnTo>
                <a:lnTo>
                  <a:pt x="60" y="189"/>
                </a:lnTo>
                <a:lnTo>
                  <a:pt x="58" y="189"/>
                </a:lnTo>
                <a:lnTo>
                  <a:pt x="56" y="190"/>
                </a:lnTo>
                <a:lnTo>
                  <a:pt x="55" y="190"/>
                </a:lnTo>
                <a:lnTo>
                  <a:pt x="55" y="189"/>
                </a:lnTo>
                <a:lnTo>
                  <a:pt x="53" y="189"/>
                </a:lnTo>
                <a:lnTo>
                  <a:pt x="51" y="188"/>
                </a:lnTo>
                <a:lnTo>
                  <a:pt x="50" y="188"/>
                </a:lnTo>
                <a:lnTo>
                  <a:pt x="49" y="187"/>
                </a:lnTo>
                <a:lnTo>
                  <a:pt x="48" y="187"/>
                </a:lnTo>
                <a:lnTo>
                  <a:pt x="46" y="188"/>
                </a:lnTo>
                <a:lnTo>
                  <a:pt x="42" y="188"/>
                </a:lnTo>
                <a:lnTo>
                  <a:pt x="42" y="189"/>
                </a:lnTo>
                <a:lnTo>
                  <a:pt x="41" y="189"/>
                </a:lnTo>
                <a:lnTo>
                  <a:pt x="40" y="189"/>
                </a:lnTo>
                <a:lnTo>
                  <a:pt x="40" y="188"/>
                </a:lnTo>
                <a:lnTo>
                  <a:pt x="40" y="187"/>
                </a:lnTo>
                <a:lnTo>
                  <a:pt x="39" y="187"/>
                </a:lnTo>
                <a:lnTo>
                  <a:pt x="40" y="187"/>
                </a:lnTo>
                <a:lnTo>
                  <a:pt x="40" y="186"/>
                </a:lnTo>
                <a:lnTo>
                  <a:pt x="41" y="186"/>
                </a:lnTo>
                <a:lnTo>
                  <a:pt x="42" y="186"/>
                </a:lnTo>
                <a:lnTo>
                  <a:pt x="42" y="187"/>
                </a:lnTo>
                <a:lnTo>
                  <a:pt x="43" y="187"/>
                </a:lnTo>
                <a:lnTo>
                  <a:pt x="44" y="186"/>
                </a:lnTo>
                <a:lnTo>
                  <a:pt x="44" y="185"/>
                </a:lnTo>
                <a:lnTo>
                  <a:pt x="45" y="184"/>
                </a:lnTo>
                <a:lnTo>
                  <a:pt x="44" y="183"/>
                </a:lnTo>
                <a:lnTo>
                  <a:pt x="43" y="183"/>
                </a:lnTo>
                <a:lnTo>
                  <a:pt x="42" y="183"/>
                </a:lnTo>
                <a:lnTo>
                  <a:pt x="41" y="182"/>
                </a:lnTo>
                <a:lnTo>
                  <a:pt x="41" y="181"/>
                </a:lnTo>
                <a:lnTo>
                  <a:pt x="40" y="180"/>
                </a:lnTo>
                <a:lnTo>
                  <a:pt x="37" y="179"/>
                </a:lnTo>
                <a:lnTo>
                  <a:pt x="36" y="179"/>
                </a:lnTo>
                <a:lnTo>
                  <a:pt x="36" y="178"/>
                </a:lnTo>
                <a:lnTo>
                  <a:pt x="35" y="177"/>
                </a:lnTo>
                <a:lnTo>
                  <a:pt x="32" y="178"/>
                </a:lnTo>
                <a:lnTo>
                  <a:pt x="30" y="178"/>
                </a:lnTo>
                <a:lnTo>
                  <a:pt x="30" y="177"/>
                </a:lnTo>
                <a:lnTo>
                  <a:pt x="31" y="176"/>
                </a:lnTo>
                <a:lnTo>
                  <a:pt x="30" y="175"/>
                </a:lnTo>
                <a:lnTo>
                  <a:pt x="29" y="175"/>
                </a:lnTo>
                <a:lnTo>
                  <a:pt x="28" y="175"/>
                </a:lnTo>
                <a:lnTo>
                  <a:pt x="26" y="174"/>
                </a:lnTo>
                <a:lnTo>
                  <a:pt x="25" y="173"/>
                </a:lnTo>
                <a:lnTo>
                  <a:pt x="25" y="171"/>
                </a:lnTo>
                <a:lnTo>
                  <a:pt x="25" y="170"/>
                </a:lnTo>
                <a:lnTo>
                  <a:pt x="26" y="170"/>
                </a:lnTo>
                <a:lnTo>
                  <a:pt x="26" y="169"/>
                </a:lnTo>
                <a:lnTo>
                  <a:pt x="24" y="169"/>
                </a:lnTo>
                <a:lnTo>
                  <a:pt x="23" y="168"/>
                </a:lnTo>
                <a:lnTo>
                  <a:pt x="23" y="167"/>
                </a:lnTo>
                <a:lnTo>
                  <a:pt x="23" y="165"/>
                </a:lnTo>
                <a:lnTo>
                  <a:pt x="22" y="165"/>
                </a:lnTo>
                <a:lnTo>
                  <a:pt x="20" y="165"/>
                </a:lnTo>
                <a:lnTo>
                  <a:pt x="19" y="165"/>
                </a:lnTo>
                <a:lnTo>
                  <a:pt x="18" y="163"/>
                </a:lnTo>
                <a:lnTo>
                  <a:pt x="17" y="163"/>
                </a:lnTo>
                <a:lnTo>
                  <a:pt x="16" y="163"/>
                </a:lnTo>
                <a:lnTo>
                  <a:pt x="15" y="163"/>
                </a:lnTo>
                <a:lnTo>
                  <a:pt x="15" y="161"/>
                </a:lnTo>
                <a:lnTo>
                  <a:pt x="15" y="160"/>
                </a:lnTo>
                <a:lnTo>
                  <a:pt x="14" y="159"/>
                </a:lnTo>
                <a:lnTo>
                  <a:pt x="13" y="157"/>
                </a:lnTo>
                <a:lnTo>
                  <a:pt x="11" y="158"/>
                </a:lnTo>
                <a:lnTo>
                  <a:pt x="10" y="159"/>
                </a:lnTo>
                <a:lnTo>
                  <a:pt x="9" y="159"/>
                </a:lnTo>
                <a:lnTo>
                  <a:pt x="8" y="159"/>
                </a:lnTo>
                <a:lnTo>
                  <a:pt x="7" y="161"/>
                </a:lnTo>
                <a:lnTo>
                  <a:pt x="6" y="162"/>
                </a:lnTo>
                <a:lnTo>
                  <a:pt x="5" y="161"/>
                </a:lnTo>
                <a:lnTo>
                  <a:pt x="4" y="161"/>
                </a:lnTo>
                <a:lnTo>
                  <a:pt x="3" y="160"/>
                </a:lnTo>
                <a:lnTo>
                  <a:pt x="3" y="158"/>
                </a:lnTo>
                <a:lnTo>
                  <a:pt x="4" y="158"/>
                </a:lnTo>
                <a:lnTo>
                  <a:pt x="5" y="157"/>
                </a:lnTo>
                <a:lnTo>
                  <a:pt x="5" y="156"/>
                </a:lnTo>
                <a:lnTo>
                  <a:pt x="5" y="155"/>
                </a:lnTo>
                <a:lnTo>
                  <a:pt x="4" y="154"/>
                </a:lnTo>
                <a:lnTo>
                  <a:pt x="4" y="153"/>
                </a:lnTo>
                <a:lnTo>
                  <a:pt x="4" y="152"/>
                </a:lnTo>
                <a:lnTo>
                  <a:pt x="5" y="149"/>
                </a:lnTo>
                <a:lnTo>
                  <a:pt x="6" y="148"/>
                </a:lnTo>
                <a:lnTo>
                  <a:pt x="6" y="147"/>
                </a:lnTo>
                <a:lnTo>
                  <a:pt x="4" y="145"/>
                </a:lnTo>
                <a:lnTo>
                  <a:pt x="3" y="145"/>
                </a:lnTo>
                <a:lnTo>
                  <a:pt x="3" y="144"/>
                </a:lnTo>
                <a:lnTo>
                  <a:pt x="3" y="145"/>
                </a:lnTo>
                <a:lnTo>
                  <a:pt x="2" y="145"/>
                </a:lnTo>
                <a:lnTo>
                  <a:pt x="1" y="146"/>
                </a:lnTo>
                <a:lnTo>
                  <a:pt x="0" y="145"/>
                </a:lnTo>
                <a:lnTo>
                  <a:pt x="0" y="144"/>
                </a:lnTo>
                <a:lnTo>
                  <a:pt x="1" y="143"/>
                </a:lnTo>
                <a:lnTo>
                  <a:pt x="1" y="142"/>
                </a:lnTo>
                <a:lnTo>
                  <a:pt x="0" y="141"/>
                </a:lnTo>
                <a:lnTo>
                  <a:pt x="0" y="140"/>
                </a:lnTo>
                <a:lnTo>
                  <a:pt x="0" y="139"/>
                </a:lnTo>
                <a:lnTo>
                  <a:pt x="0" y="138"/>
                </a:lnTo>
                <a:lnTo>
                  <a:pt x="1" y="138"/>
                </a:lnTo>
                <a:lnTo>
                  <a:pt x="2" y="138"/>
                </a:lnTo>
                <a:lnTo>
                  <a:pt x="5" y="137"/>
                </a:lnTo>
                <a:lnTo>
                  <a:pt x="5" y="134"/>
                </a:lnTo>
                <a:lnTo>
                  <a:pt x="6" y="133"/>
                </a:lnTo>
                <a:lnTo>
                  <a:pt x="5" y="130"/>
                </a:lnTo>
                <a:lnTo>
                  <a:pt x="5" y="128"/>
                </a:lnTo>
                <a:lnTo>
                  <a:pt x="4" y="126"/>
                </a:lnTo>
                <a:lnTo>
                  <a:pt x="4" y="125"/>
                </a:lnTo>
                <a:lnTo>
                  <a:pt x="5" y="124"/>
                </a:lnTo>
                <a:lnTo>
                  <a:pt x="6" y="124"/>
                </a:lnTo>
                <a:lnTo>
                  <a:pt x="6" y="123"/>
                </a:lnTo>
                <a:lnTo>
                  <a:pt x="6" y="122"/>
                </a:lnTo>
                <a:lnTo>
                  <a:pt x="5" y="122"/>
                </a:lnTo>
                <a:lnTo>
                  <a:pt x="5" y="121"/>
                </a:lnTo>
                <a:lnTo>
                  <a:pt x="5" y="120"/>
                </a:lnTo>
                <a:lnTo>
                  <a:pt x="5" y="118"/>
                </a:lnTo>
                <a:lnTo>
                  <a:pt x="5" y="117"/>
                </a:lnTo>
                <a:lnTo>
                  <a:pt x="5" y="116"/>
                </a:lnTo>
                <a:lnTo>
                  <a:pt x="5" y="115"/>
                </a:lnTo>
                <a:lnTo>
                  <a:pt x="5" y="114"/>
                </a:lnTo>
                <a:lnTo>
                  <a:pt x="6" y="113"/>
                </a:lnTo>
                <a:lnTo>
                  <a:pt x="7" y="111"/>
                </a:lnTo>
                <a:lnTo>
                  <a:pt x="8" y="111"/>
                </a:lnTo>
                <a:lnTo>
                  <a:pt x="8" y="110"/>
                </a:lnTo>
                <a:lnTo>
                  <a:pt x="8" y="109"/>
                </a:lnTo>
                <a:lnTo>
                  <a:pt x="9" y="109"/>
                </a:lnTo>
                <a:lnTo>
                  <a:pt x="9" y="108"/>
                </a:lnTo>
                <a:lnTo>
                  <a:pt x="9" y="107"/>
                </a:lnTo>
                <a:lnTo>
                  <a:pt x="10" y="107"/>
                </a:lnTo>
                <a:lnTo>
                  <a:pt x="11" y="107"/>
                </a:lnTo>
                <a:lnTo>
                  <a:pt x="11" y="106"/>
                </a:lnTo>
                <a:lnTo>
                  <a:pt x="11" y="105"/>
                </a:lnTo>
                <a:lnTo>
                  <a:pt x="12" y="105"/>
                </a:lnTo>
                <a:lnTo>
                  <a:pt x="14" y="105"/>
                </a:lnTo>
                <a:lnTo>
                  <a:pt x="15" y="106"/>
                </a:lnTo>
                <a:lnTo>
                  <a:pt x="15" y="105"/>
                </a:lnTo>
                <a:lnTo>
                  <a:pt x="19" y="104"/>
                </a:lnTo>
                <a:lnTo>
                  <a:pt x="19" y="103"/>
                </a:lnTo>
                <a:lnTo>
                  <a:pt x="21" y="103"/>
                </a:lnTo>
                <a:lnTo>
                  <a:pt x="22" y="103"/>
                </a:lnTo>
                <a:lnTo>
                  <a:pt x="23" y="103"/>
                </a:lnTo>
                <a:lnTo>
                  <a:pt x="24" y="103"/>
                </a:lnTo>
                <a:lnTo>
                  <a:pt x="26" y="102"/>
                </a:lnTo>
                <a:lnTo>
                  <a:pt x="28" y="102"/>
                </a:lnTo>
                <a:lnTo>
                  <a:pt x="30" y="101"/>
                </a:lnTo>
                <a:lnTo>
                  <a:pt x="31" y="100"/>
                </a:lnTo>
                <a:lnTo>
                  <a:pt x="33" y="99"/>
                </a:lnTo>
                <a:lnTo>
                  <a:pt x="35" y="98"/>
                </a:lnTo>
                <a:lnTo>
                  <a:pt x="36" y="98"/>
                </a:lnTo>
                <a:lnTo>
                  <a:pt x="37" y="97"/>
                </a:lnTo>
                <a:lnTo>
                  <a:pt x="37" y="96"/>
                </a:lnTo>
                <a:lnTo>
                  <a:pt x="37" y="95"/>
                </a:lnTo>
                <a:lnTo>
                  <a:pt x="37" y="94"/>
                </a:lnTo>
                <a:lnTo>
                  <a:pt x="38" y="94"/>
                </a:lnTo>
                <a:lnTo>
                  <a:pt x="39" y="94"/>
                </a:lnTo>
                <a:lnTo>
                  <a:pt x="40" y="94"/>
                </a:lnTo>
                <a:lnTo>
                  <a:pt x="40" y="95"/>
                </a:lnTo>
                <a:lnTo>
                  <a:pt x="41" y="95"/>
                </a:lnTo>
                <a:lnTo>
                  <a:pt x="42" y="96"/>
                </a:lnTo>
                <a:lnTo>
                  <a:pt x="43" y="96"/>
                </a:lnTo>
                <a:lnTo>
                  <a:pt x="44" y="96"/>
                </a:lnTo>
                <a:lnTo>
                  <a:pt x="44" y="95"/>
                </a:lnTo>
                <a:lnTo>
                  <a:pt x="43" y="95"/>
                </a:lnTo>
                <a:lnTo>
                  <a:pt x="44" y="95"/>
                </a:lnTo>
                <a:lnTo>
                  <a:pt x="47" y="94"/>
                </a:lnTo>
                <a:lnTo>
                  <a:pt x="47" y="93"/>
                </a:lnTo>
                <a:lnTo>
                  <a:pt x="49" y="93"/>
                </a:lnTo>
                <a:lnTo>
                  <a:pt x="51" y="93"/>
                </a:lnTo>
                <a:lnTo>
                  <a:pt x="52" y="94"/>
                </a:lnTo>
                <a:lnTo>
                  <a:pt x="53" y="94"/>
                </a:lnTo>
                <a:lnTo>
                  <a:pt x="54" y="95"/>
                </a:lnTo>
                <a:lnTo>
                  <a:pt x="55" y="95"/>
                </a:lnTo>
                <a:lnTo>
                  <a:pt x="56" y="95"/>
                </a:lnTo>
                <a:lnTo>
                  <a:pt x="58" y="96"/>
                </a:lnTo>
                <a:lnTo>
                  <a:pt x="59" y="96"/>
                </a:lnTo>
                <a:lnTo>
                  <a:pt x="60" y="96"/>
                </a:lnTo>
                <a:lnTo>
                  <a:pt x="60" y="97"/>
                </a:lnTo>
                <a:lnTo>
                  <a:pt x="59" y="98"/>
                </a:lnTo>
                <a:lnTo>
                  <a:pt x="60" y="98"/>
                </a:lnTo>
                <a:lnTo>
                  <a:pt x="61" y="97"/>
                </a:lnTo>
                <a:lnTo>
                  <a:pt x="62" y="96"/>
                </a:lnTo>
                <a:lnTo>
                  <a:pt x="63" y="96"/>
                </a:lnTo>
                <a:lnTo>
                  <a:pt x="64" y="96"/>
                </a:lnTo>
                <a:lnTo>
                  <a:pt x="64" y="94"/>
                </a:lnTo>
                <a:lnTo>
                  <a:pt x="64" y="93"/>
                </a:lnTo>
                <a:lnTo>
                  <a:pt x="64" y="92"/>
                </a:lnTo>
                <a:lnTo>
                  <a:pt x="64" y="91"/>
                </a:lnTo>
                <a:lnTo>
                  <a:pt x="64" y="90"/>
                </a:lnTo>
                <a:lnTo>
                  <a:pt x="64" y="89"/>
                </a:lnTo>
                <a:lnTo>
                  <a:pt x="63" y="89"/>
                </a:lnTo>
                <a:lnTo>
                  <a:pt x="63" y="87"/>
                </a:lnTo>
                <a:lnTo>
                  <a:pt x="63" y="86"/>
                </a:lnTo>
                <a:lnTo>
                  <a:pt x="63" y="85"/>
                </a:lnTo>
                <a:lnTo>
                  <a:pt x="64" y="84"/>
                </a:lnTo>
                <a:lnTo>
                  <a:pt x="66" y="84"/>
                </a:lnTo>
                <a:lnTo>
                  <a:pt x="66" y="85"/>
                </a:lnTo>
                <a:lnTo>
                  <a:pt x="67" y="87"/>
                </a:lnTo>
                <a:lnTo>
                  <a:pt x="67" y="91"/>
                </a:lnTo>
                <a:lnTo>
                  <a:pt x="67" y="92"/>
                </a:lnTo>
                <a:lnTo>
                  <a:pt x="67" y="93"/>
                </a:lnTo>
                <a:lnTo>
                  <a:pt x="68" y="93"/>
                </a:lnTo>
                <a:lnTo>
                  <a:pt x="69" y="93"/>
                </a:lnTo>
                <a:lnTo>
                  <a:pt x="69" y="92"/>
                </a:lnTo>
                <a:lnTo>
                  <a:pt x="68" y="92"/>
                </a:lnTo>
                <a:lnTo>
                  <a:pt x="68" y="91"/>
                </a:lnTo>
                <a:lnTo>
                  <a:pt x="67" y="86"/>
                </a:lnTo>
                <a:lnTo>
                  <a:pt x="67" y="85"/>
                </a:lnTo>
                <a:lnTo>
                  <a:pt x="71" y="87"/>
                </a:lnTo>
                <a:lnTo>
                  <a:pt x="72" y="88"/>
                </a:lnTo>
                <a:lnTo>
                  <a:pt x="73" y="91"/>
                </a:lnTo>
                <a:lnTo>
                  <a:pt x="73" y="92"/>
                </a:lnTo>
                <a:lnTo>
                  <a:pt x="72" y="92"/>
                </a:lnTo>
                <a:lnTo>
                  <a:pt x="72" y="93"/>
                </a:lnTo>
                <a:lnTo>
                  <a:pt x="74" y="93"/>
                </a:lnTo>
                <a:lnTo>
                  <a:pt x="76" y="93"/>
                </a:lnTo>
                <a:lnTo>
                  <a:pt x="77" y="92"/>
                </a:lnTo>
                <a:lnTo>
                  <a:pt x="76" y="91"/>
                </a:lnTo>
                <a:lnTo>
                  <a:pt x="76" y="90"/>
                </a:lnTo>
                <a:lnTo>
                  <a:pt x="75" y="90"/>
                </a:lnTo>
                <a:lnTo>
                  <a:pt x="74" y="90"/>
                </a:lnTo>
                <a:lnTo>
                  <a:pt x="74" y="91"/>
                </a:lnTo>
                <a:lnTo>
                  <a:pt x="73" y="91"/>
                </a:lnTo>
                <a:lnTo>
                  <a:pt x="72" y="88"/>
                </a:lnTo>
                <a:lnTo>
                  <a:pt x="73" y="88"/>
                </a:lnTo>
                <a:lnTo>
                  <a:pt x="74" y="88"/>
                </a:lnTo>
                <a:lnTo>
                  <a:pt x="74" y="89"/>
                </a:lnTo>
                <a:lnTo>
                  <a:pt x="75" y="89"/>
                </a:lnTo>
                <a:lnTo>
                  <a:pt x="82" y="93"/>
                </a:lnTo>
                <a:lnTo>
                  <a:pt x="83" y="94"/>
                </a:lnTo>
                <a:lnTo>
                  <a:pt x="84" y="95"/>
                </a:lnTo>
                <a:lnTo>
                  <a:pt x="83" y="95"/>
                </a:lnTo>
                <a:lnTo>
                  <a:pt x="83" y="97"/>
                </a:lnTo>
                <a:lnTo>
                  <a:pt x="84" y="97"/>
                </a:lnTo>
                <a:lnTo>
                  <a:pt x="85" y="97"/>
                </a:lnTo>
                <a:lnTo>
                  <a:pt x="85" y="96"/>
                </a:lnTo>
                <a:lnTo>
                  <a:pt x="85" y="95"/>
                </a:lnTo>
                <a:lnTo>
                  <a:pt x="88" y="96"/>
                </a:lnTo>
                <a:lnTo>
                  <a:pt x="88" y="97"/>
                </a:lnTo>
                <a:lnTo>
                  <a:pt x="88" y="99"/>
                </a:lnTo>
                <a:lnTo>
                  <a:pt x="88" y="100"/>
                </a:lnTo>
                <a:lnTo>
                  <a:pt x="88" y="101"/>
                </a:lnTo>
                <a:lnTo>
                  <a:pt x="88" y="102"/>
                </a:lnTo>
                <a:lnTo>
                  <a:pt x="89" y="102"/>
                </a:lnTo>
                <a:lnTo>
                  <a:pt x="90" y="101"/>
                </a:lnTo>
                <a:lnTo>
                  <a:pt x="91" y="102"/>
                </a:lnTo>
                <a:lnTo>
                  <a:pt x="92" y="102"/>
                </a:lnTo>
                <a:lnTo>
                  <a:pt x="93" y="103"/>
                </a:lnTo>
                <a:lnTo>
                  <a:pt x="94" y="103"/>
                </a:lnTo>
                <a:lnTo>
                  <a:pt x="95" y="102"/>
                </a:lnTo>
                <a:lnTo>
                  <a:pt x="96" y="102"/>
                </a:lnTo>
                <a:lnTo>
                  <a:pt x="96" y="103"/>
                </a:lnTo>
                <a:lnTo>
                  <a:pt x="94" y="103"/>
                </a:lnTo>
                <a:lnTo>
                  <a:pt x="92" y="104"/>
                </a:lnTo>
                <a:lnTo>
                  <a:pt x="91" y="104"/>
                </a:lnTo>
                <a:lnTo>
                  <a:pt x="89" y="106"/>
                </a:lnTo>
                <a:lnTo>
                  <a:pt x="90" y="107"/>
                </a:lnTo>
                <a:lnTo>
                  <a:pt x="90" y="108"/>
                </a:lnTo>
                <a:lnTo>
                  <a:pt x="91" y="108"/>
                </a:lnTo>
                <a:lnTo>
                  <a:pt x="93" y="108"/>
                </a:lnTo>
                <a:lnTo>
                  <a:pt x="95" y="107"/>
                </a:lnTo>
                <a:lnTo>
                  <a:pt x="96" y="107"/>
                </a:lnTo>
                <a:lnTo>
                  <a:pt x="97" y="108"/>
                </a:lnTo>
                <a:lnTo>
                  <a:pt x="97" y="110"/>
                </a:lnTo>
                <a:lnTo>
                  <a:pt x="98" y="111"/>
                </a:lnTo>
                <a:lnTo>
                  <a:pt x="99" y="114"/>
                </a:lnTo>
                <a:lnTo>
                  <a:pt x="100" y="115"/>
                </a:lnTo>
                <a:lnTo>
                  <a:pt x="99" y="115"/>
                </a:lnTo>
                <a:lnTo>
                  <a:pt x="98" y="114"/>
                </a:lnTo>
                <a:lnTo>
                  <a:pt x="96" y="115"/>
                </a:lnTo>
                <a:lnTo>
                  <a:pt x="95" y="115"/>
                </a:lnTo>
                <a:lnTo>
                  <a:pt x="95" y="116"/>
                </a:lnTo>
                <a:lnTo>
                  <a:pt x="95" y="118"/>
                </a:lnTo>
                <a:lnTo>
                  <a:pt x="98" y="120"/>
                </a:lnTo>
                <a:lnTo>
                  <a:pt x="99" y="121"/>
                </a:lnTo>
                <a:lnTo>
                  <a:pt x="100" y="121"/>
                </a:lnTo>
                <a:lnTo>
                  <a:pt x="100" y="123"/>
                </a:lnTo>
                <a:lnTo>
                  <a:pt x="100" y="124"/>
                </a:lnTo>
                <a:lnTo>
                  <a:pt x="102" y="123"/>
                </a:lnTo>
                <a:lnTo>
                  <a:pt x="104" y="123"/>
                </a:lnTo>
                <a:lnTo>
                  <a:pt x="104" y="122"/>
                </a:lnTo>
                <a:lnTo>
                  <a:pt x="105" y="122"/>
                </a:lnTo>
                <a:lnTo>
                  <a:pt x="106" y="122"/>
                </a:lnTo>
                <a:lnTo>
                  <a:pt x="107" y="122"/>
                </a:lnTo>
                <a:lnTo>
                  <a:pt x="107" y="123"/>
                </a:lnTo>
                <a:lnTo>
                  <a:pt x="107" y="124"/>
                </a:lnTo>
                <a:lnTo>
                  <a:pt x="108" y="124"/>
                </a:lnTo>
                <a:lnTo>
                  <a:pt x="108" y="125"/>
                </a:lnTo>
                <a:lnTo>
                  <a:pt x="109" y="125"/>
                </a:lnTo>
                <a:lnTo>
                  <a:pt x="109" y="126"/>
                </a:lnTo>
                <a:lnTo>
                  <a:pt x="111" y="127"/>
                </a:lnTo>
                <a:lnTo>
                  <a:pt x="111" y="128"/>
                </a:lnTo>
                <a:lnTo>
                  <a:pt x="112" y="128"/>
                </a:lnTo>
                <a:lnTo>
                  <a:pt x="112" y="129"/>
                </a:lnTo>
                <a:lnTo>
                  <a:pt x="113" y="129"/>
                </a:lnTo>
                <a:lnTo>
                  <a:pt x="114" y="131"/>
                </a:lnTo>
                <a:lnTo>
                  <a:pt x="115" y="131"/>
                </a:lnTo>
                <a:lnTo>
                  <a:pt x="116" y="133"/>
                </a:lnTo>
                <a:lnTo>
                  <a:pt x="117" y="133"/>
                </a:lnTo>
                <a:lnTo>
                  <a:pt x="118" y="135"/>
                </a:lnTo>
                <a:lnTo>
                  <a:pt x="118" y="136"/>
                </a:lnTo>
                <a:lnTo>
                  <a:pt x="117" y="136"/>
                </a:lnTo>
                <a:lnTo>
                  <a:pt x="117" y="137"/>
                </a:lnTo>
                <a:lnTo>
                  <a:pt x="117" y="138"/>
                </a:lnTo>
                <a:lnTo>
                  <a:pt x="117" y="139"/>
                </a:lnTo>
                <a:lnTo>
                  <a:pt x="118" y="139"/>
                </a:lnTo>
                <a:lnTo>
                  <a:pt x="119" y="138"/>
                </a:lnTo>
                <a:lnTo>
                  <a:pt x="120" y="139"/>
                </a:lnTo>
                <a:lnTo>
                  <a:pt x="120" y="141"/>
                </a:lnTo>
                <a:lnTo>
                  <a:pt x="119" y="141"/>
                </a:lnTo>
                <a:lnTo>
                  <a:pt x="118" y="142"/>
                </a:lnTo>
                <a:lnTo>
                  <a:pt x="116" y="142"/>
                </a:lnTo>
                <a:lnTo>
                  <a:pt x="115" y="143"/>
                </a:lnTo>
                <a:lnTo>
                  <a:pt x="115" y="144"/>
                </a:lnTo>
                <a:lnTo>
                  <a:pt x="116" y="144"/>
                </a:lnTo>
                <a:lnTo>
                  <a:pt x="117" y="144"/>
                </a:lnTo>
                <a:lnTo>
                  <a:pt x="118" y="144"/>
                </a:lnTo>
                <a:lnTo>
                  <a:pt x="119" y="143"/>
                </a:lnTo>
                <a:lnTo>
                  <a:pt x="121" y="143"/>
                </a:lnTo>
                <a:lnTo>
                  <a:pt x="120" y="144"/>
                </a:lnTo>
                <a:lnTo>
                  <a:pt x="119" y="145"/>
                </a:lnTo>
                <a:lnTo>
                  <a:pt x="118" y="146"/>
                </a:lnTo>
                <a:lnTo>
                  <a:pt x="118" y="147"/>
                </a:lnTo>
                <a:lnTo>
                  <a:pt x="119" y="147"/>
                </a:lnTo>
                <a:lnTo>
                  <a:pt x="120" y="147"/>
                </a:lnTo>
                <a:lnTo>
                  <a:pt x="121" y="147"/>
                </a:lnTo>
                <a:lnTo>
                  <a:pt x="121" y="146"/>
                </a:lnTo>
                <a:lnTo>
                  <a:pt x="124" y="145"/>
                </a:lnTo>
                <a:lnTo>
                  <a:pt x="124" y="146"/>
                </a:lnTo>
                <a:lnTo>
                  <a:pt x="126" y="148"/>
                </a:lnTo>
                <a:lnTo>
                  <a:pt x="126" y="149"/>
                </a:lnTo>
                <a:lnTo>
                  <a:pt x="127" y="150"/>
                </a:lnTo>
                <a:lnTo>
                  <a:pt x="127" y="151"/>
                </a:lnTo>
                <a:lnTo>
                  <a:pt x="127" y="152"/>
                </a:lnTo>
                <a:lnTo>
                  <a:pt x="128" y="153"/>
                </a:lnTo>
                <a:lnTo>
                  <a:pt x="128" y="154"/>
                </a:lnTo>
                <a:lnTo>
                  <a:pt x="129" y="155"/>
                </a:lnTo>
                <a:lnTo>
                  <a:pt x="129" y="156"/>
                </a:lnTo>
                <a:lnTo>
                  <a:pt x="130" y="157"/>
                </a:lnTo>
                <a:lnTo>
                  <a:pt x="131" y="158"/>
                </a:lnTo>
                <a:lnTo>
                  <a:pt x="133" y="160"/>
                </a:lnTo>
                <a:lnTo>
                  <a:pt x="133" y="161"/>
                </a:lnTo>
                <a:lnTo>
                  <a:pt x="134" y="162"/>
                </a:lnTo>
                <a:lnTo>
                  <a:pt x="134" y="163"/>
                </a:lnTo>
                <a:lnTo>
                  <a:pt x="133" y="164"/>
                </a:lnTo>
                <a:lnTo>
                  <a:pt x="133" y="165"/>
                </a:lnTo>
                <a:lnTo>
                  <a:pt x="133" y="166"/>
                </a:lnTo>
                <a:lnTo>
                  <a:pt x="132" y="167"/>
                </a:lnTo>
                <a:lnTo>
                  <a:pt x="132" y="168"/>
                </a:lnTo>
                <a:lnTo>
                  <a:pt x="133" y="169"/>
                </a:lnTo>
                <a:lnTo>
                  <a:pt x="133" y="170"/>
                </a:lnTo>
                <a:lnTo>
                  <a:pt x="133" y="171"/>
                </a:lnTo>
                <a:lnTo>
                  <a:pt x="134" y="173"/>
                </a:lnTo>
                <a:lnTo>
                  <a:pt x="134" y="174"/>
                </a:lnTo>
                <a:lnTo>
                  <a:pt x="135" y="175"/>
                </a:lnTo>
                <a:lnTo>
                  <a:pt x="135" y="176"/>
                </a:lnTo>
                <a:lnTo>
                  <a:pt x="136" y="177"/>
                </a:lnTo>
                <a:lnTo>
                  <a:pt x="137" y="178"/>
                </a:lnTo>
                <a:lnTo>
                  <a:pt x="137" y="179"/>
                </a:lnTo>
                <a:lnTo>
                  <a:pt x="137" y="180"/>
                </a:lnTo>
                <a:lnTo>
                  <a:pt x="137" y="181"/>
                </a:lnTo>
                <a:lnTo>
                  <a:pt x="137" y="182"/>
                </a:lnTo>
                <a:lnTo>
                  <a:pt x="137" y="183"/>
                </a:lnTo>
                <a:lnTo>
                  <a:pt x="138" y="184"/>
                </a:lnTo>
                <a:lnTo>
                  <a:pt x="139" y="186"/>
                </a:lnTo>
                <a:lnTo>
                  <a:pt x="139" y="187"/>
                </a:lnTo>
                <a:lnTo>
                  <a:pt x="140" y="188"/>
                </a:lnTo>
                <a:lnTo>
                  <a:pt x="140" y="187"/>
                </a:lnTo>
                <a:lnTo>
                  <a:pt x="142" y="187"/>
                </a:lnTo>
                <a:lnTo>
                  <a:pt x="143" y="187"/>
                </a:lnTo>
                <a:lnTo>
                  <a:pt x="145" y="187"/>
                </a:lnTo>
                <a:lnTo>
                  <a:pt x="146" y="187"/>
                </a:lnTo>
                <a:lnTo>
                  <a:pt x="147" y="187"/>
                </a:lnTo>
                <a:lnTo>
                  <a:pt x="147" y="186"/>
                </a:lnTo>
                <a:lnTo>
                  <a:pt x="148" y="183"/>
                </a:lnTo>
                <a:lnTo>
                  <a:pt x="149" y="182"/>
                </a:lnTo>
                <a:lnTo>
                  <a:pt x="150" y="182"/>
                </a:lnTo>
                <a:lnTo>
                  <a:pt x="151" y="182"/>
                </a:lnTo>
                <a:lnTo>
                  <a:pt x="151" y="183"/>
                </a:lnTo>
                <a:lnTo>
                  <a:pt x="151" y="184"/>
                </a:lnTo>
                <a:lnTo>
                  <a:pt x="152" y="184"/>
                </a:lnTo>
                <a:lnTo>
                  <a:pt x="153" y="182"/>
                </a:lnTo>
                <a:lnTo>
                  <a:pt x="154" y="182"/>
                </a:lnTo>
                <a:lnTo>
                  <a:pt x="154" y="181"/>
                </a:lnTo>
                <a:lnTo>
                  <a:pt x="154" y="179"/>
                </a:lnTo>
                <a:lnTo>
                  <a:pt x="154" y="178"/>
                </a:lnTo>
                <a:lnTo>
                  <a:pt x="155" y="178"/>
                </a:lnTo>
                <a:lnTo>
                  <a:pt x="155" y="177"/>
                </a:lnTo>
                <a:lnTo>
                  <a:pt x="155" y="176"/>
                </a:lnTo>
                <a:lnTo>
                  <a:pt x="155" y="175"/>
                </a:lnTo>
                <a:lnTo>
                  <a:pt x="154" y="175"/>
                </a:lnTo>
                <a:lnTo>
                  <a:pt x="154" y="174"/>
                </a:lnTo>
                <a:lnTo>
                  <a:pt x="153" y="173"/>
                </a:lnTo>
                <a:lnTo>
                  <a:pt x="153" y="172"/>
                </a:lnTo>
                <a:lnTo>
                  <a:pt x="154" y="172"/>
                </a:lnTo>
                <a:lnTo>
                  <a:pt x="155" y="171"/>
                </a:lnTo>
                <a:lnTo>
                  <a:pt x="155" y="170"/>
                </a:lnTo>
                <a:lnTo>
                  <a:pt x="155" y="169"/>
                </a:lnTo>
                <a:lnTo>
                  <a:pt x="155" y="168"/>
                </a:lnTo>
                <a:lnTo>
                  <a:pt x="155" y="167"/>
                </a:lnTo>
                <a:lnTo>
                  <a:pt x="154" y="166"/>
                </a:lnTo>
                <a:lnTo>
                  <a:pt x="154" y="165"/>
                </a:lnTo>
                <a:lnTo>
                  <a:pt x="155" y="165"/>
                </a:lnTo>
                <a:lnTo>
                  <a:pt x="156" y="165"/>
                </a:lnTo>
                <a:lnTo>
                  <a:pt x="157" y="164"/>
                </a:lnTo>
                <a:lnTo>
                  <a:pt x="158" y="164"/>
                </a:lnTo>
                <a:lnTo>
                  <a:pt x="159" y="163"/>
                </a:lnTo>
                <a:lnTo>
                  <a:pt x="159" y="162"/>
                </a:lnTo>
                <a:lnTo>
                  <a:pt x="159" y="161"/>
                </a:lnTo>
                <a:lnTo>
                  <a:pt x="158" y="161"/>
                </a:lnTo>
                <a:lnTo>
                  <a:pt x="157" y="160"/>
                </a:lnTo>
                <a:lnTo>
                  <a:pt x="156" y="160"/>
                </a:lnTo>
                <a:lnTo>
                  <a:pt x="155" y="161"/>
                </a:lnTo>
                <a:lnTo>
                  <a:pt x="154" y="161"/>
                </a:lnTo>
                <a:lnTo>
                  <a:pt x="154" y="160"/>
                </a:lnTo>
                <a:lnTo>
                  <a:pt x="155" y="159"/>
                </a:lnTo>
                <a:lnTo>
                  <a:pt x="156" y="158"/>
                </a:lnTo>
                <a:lnTo>
                  <a:pt x="157" y="158"/>
                </a:lnTo>
                <a:lnTo>
                  <a:pt x="158" y="157"/>
                </a:lnTo>
                <a:lnTo>
                  <a:pt x="158" y="156"/>
                </a:lnTo>
                <a:lnTo>
                  <a:pt x="159" y="156"/>
                </a:lnTo>
                <a:lnTo>
                  <a:pt x="159" y="158"/>
                </a:lnTo>
                <a:lnTo>
                  <a:pt x="159" y="159"/>
                </a:lnTo>
                <a:lnTo>
                  <a:pt x="160" y="160"/>
                </a:lnTo>
                <a:lnTo>
                  <a:pt x="160" y="159"/>
                </a:lnTo>
                <a:lnTo>
                  <a:pt x="161" y="158"/>
                </a:lnTo>
                <a:lnTo>
                  <a:pt x="162" y="158"/>
                </a:lnTo>
                <a:lnTo>
                  <a:pt x="163" y="158"/>
                </a:lnTo>
                <a:lnTo>
                  <a:pt x="163" y="157"/>
                </a:lnTo>
                <a:lnTo>
                  <a:pt x="163" y="156"/>
                </a:lnTo>
                <a:lnTo>
                  <a:pt x="162" y="156"/>
                </a:lnTo>
                <a:lnTo>
                  <a:pt x="162" y="157"/>
                </a:lnTo>
                <a:lnTo>
                  <a:pt x="161" y="157"/>
                </a:lnTo>
                <a:lnTo>
                  <a:pt x="161" y="156"/>
                </a:lnTo>
                <a:lnTo>
                  <a:pt x="162" y="156"/>
                </a:lnTo>
                <a:lnTo>
                  <a:pt x="163" y="155"/>
                </a:lnTo>
                <a:lnTo>
                  <a:pt x="164" y="155"/>
                </a:lnTo>
                <a:lnTo>
                  <a:pt x="165" y="154"/>
                </a:lnTo>
                <a:lnTo>
                  <a:pt x="165" y="153"/>
                </a:lnTo>
                <a:lnTo>
                  <a:pt x="166" y="153"/>
                </a:lnTo>
                <a:lnTo>
                  <a:pt x="167" y="153"/>
                </a:lnTo>
                <a:lnTo>
                  <a:pt x="169" y="153"/>
                </a:lnTo>
                <a:lnTo>
                  <a:pt x="170" y="152"/>
                </a:lnTo>
                <a:lnTo>
                  <a:pt x="172" y="153"/>
                </a:lnTo>
                <a:lnTo>
                  <a:pt x="173" y="154"/>
                </a:lnTo>
                <a:lnTo>
                  <a:pt x="175" y="155"/>
                </a:lnTo>
                <a:lnTo>
                  <a:pt x="175" y="156"/>
                </a:lnTo>
                <a:lnTo>
                  <a:pt x="175" y="157"/>
                </a:lnTo>
                <a:lnTo>
                  <a:pt x="175" y="158"/>
                </a:lnTo>
                <a:lnTo>
                  <a:pt x="176" y="159"/>
                </a:lnTo>
                <a:lnTo>
                  <a:pt x="176" y="161"/>
                </a:lnTo>
                <a:lnTo>
                  <a:pt x="177" y="161"/>
                </a:lnTo>
                <a:lnTo>
                  <a:pt x="177" y="160"/>
                </a:lnTo>
                <a:lnTo>
                  <a:pt x="178" y="160"/>
                </a:lnTo>
                <a:lnTo>
                  <a:pt x="179" y="160"/>
                </a:lnTo>
                <a:lnTo>
                  <a:pt x="180" y="161"/>
                </a:lnTo>
                <a:lnTo>
                  <a:pt x="180" y="162"/>
                </a:lnTo>
                <a:lnTo>
                  <a:pt x="180" y="163"/>
                </a:lnTo>
                <a:lnTo>
                  <a:pt x="180" y="164"/>
                </a:lnTo>
                <a:lnTo>
                  <a:pt x="180" y="165"/>
                </a:lnTo>
                <a:lnTo>
                  <a:pt x="181" y="165"/>
                </a:lnTo>
                <a:lnTo>
                  <a:pt x="181" y="164"/>
                </a:lnTo>
                <a:lnTo>
                  <a:pt x="182" y="163"/>
                </a:lnTo>
                <a:lnTo>
                  <a:pt x="183" y="164"/>
                </a:lnTo>
                <a:lnTo>
                  <a:pt x="186" y="167"/>
                </a:lnTo>
                <a:lnTo>
                  <a:pt x="186" y="168"/>
                </a:lnTo>
                <a:lnTo>
                  <a:pt x="186" y="169"/>
                </a:lnTo>
                <a:lnTo>
                  <a:pt x="187" y="170"/>
                </a:lnTo>
                <a:lnTo>
                  <a:pt x="188" y="170"/>
                </a:lnTo>
                <a:lnTo>
                  <a:pt x="189" y="170"/>
                </a:lnTo>
                <a:lnTo>
                  <a:pt x="191" y="171"/>
                </a:lnTo>
                <a:lnTo>
                  <a:pt x="191" y="172"/>
                </a:lnTo>
                <a:lnTo>
                  <a:pt x="191" y="173"/>
                </a:lnTo>
                <a:lnTo>
                  <a:pt x="192" y="174"/>
                </a:lnTo>
                <a:lnTo>
                  <a:pt x="193" y="174"/>
                </a:lnTo>
                <a:lnTo>
                  <a:pt x="194" y="173"/>
                </a:lnTo>
                <a:lnTo>
                  <a:pt x="196" y="172"/>
                </a:lnTo>
                <a:lnTo>
                  <a:pt x="197" y="173"/>
                </a:lnTo>
                <a:lnTo>
                  <a:pt x="198" y="173"/>
                </a:lnTo>
                <a:lnTo>
                  <a:pt x="200" y="173"/>
                </a:lnTo>
                <a:lnTo>
                  <a:pt x="201" y="172"/>
                </a:lnTo>
                <a:lnTo>
                  <a:pt x="201" y="171"/>
                </a:lnTo>
                <a:lnTo>
                  <a:pt x="202" y="171"/>
                </a:lnTo>
                <a:lnTo>
                  <a:pt x="203" y="172"/>
                </a:lnTo>
                <a:lnTo>
                  <a:pt x="205" y="173"/>
                </a:lnTo>
                <a:lnTo>
                  <a:pt x="208" y="173"/>
                </a:lnTo>
                <a:lnTo>
                  <a:pt x="209" y="173"/>
                </a:lnTo>
                <a:lnTo>
                  <a:pt x="209" y="172"/>
                </a:lnTo>
                <a:lnTo>
                  <a:pt x="210" y="170"/>
                </a:lnTo>
                <a:lnTo>
                  <a:pt x="210" y="169"/>
                </a:lnTo>
                <a:lnTo>
                  <a:pt x="211" y="166"/>
                </a:lnTo>
                <a:lnTo>
                  <a:pt x="212" y="166"/>
                </a:lnTo>
                <a:lnTo>
                  <a:pt x="213" y="167"/>
                </a:lnTo>
                <a:lnTo>
                  <a:pt x="214" y="167"/>
                </a:lnTo>
                <a:lnTo>
                  <a:pt x="215" y="166"/>
                </a:lnTo>
                <a:lnTo>
                  <a:pt x="216" y="165"/>
                </a:lnTo>
                <a:lnTo>
                  <a:pt x="217" y="165"/>
                </a:lnTo>
                <a:lnTo>
                  <a:pt x="218" y="164"/>
                </a:lnTo>
                <a:lnTo>
                  <a:pt x="219" y="163"/>
                </a:lnTo>
                <a:lnTo>
                  <a:pt x="219" y="162"/>
                </a:lnTo>
                <a:lnTo>
                  <a:pt x="219" y="161"/>
                </a:lnTo>
                <a:lnTo>
                  <a:pt x="220" y="161"/>
                </a:lnTo>
                <a:lnTo>
                  <a:pt x="221" y="160"/>
                </a:lnTo>
                <a:lnTo>
                  <a:pt x="222" y="158"/>
                </a:lnTo>
                <a:lnTo>
                  <a:pt x="222" y="157"/>
                </a:lnTo>
                <a:lnTo>
                  <a:pt x="222" y="156"/>
                </a:lnTo>
                <a:lnTo>
                  <a:pt x="222" y="155"/>
                </a:lnTo>
                <a:lnTo>
                  <a:pt x="222" y="154"/>
                </a:lnTo>
                <a:lnTo>
                  <a:pt x="224" y="153"/>
                </a:lnTo>
                <a:lnTo>
                  <a:pt x="226" y="154"/>
                </a:lnTo>
                <a:lnTo>
                  <a:pt x="227" y="154"/>
                </a:lnTo>
                <a:lnTo>
                  <a:pt x="228" y="154"/>
                </a:lnTo>
                <a:lnTo>
                  <a:pt x="234" y="155"/>
                </a:lnTo>
                <a:lnTo>
                  <a:pt x="237" y="156"/>
                </a:lnTo>
                <a:lnTo>
                  <a:pt x="239" y="156"/>
                </a:lnTo>
                <a:lnTo>
                  <a:pt x="241" y="156"/>
                </a:lnTo>
                <a:lnTo>
                  <a:pt x="241" y="155"/>
                </a:lnTo>
                <a:lnTo>
                  <a:pt x="240" y="153"/>
                </a:lnTo>
                <a:lnTo>
                  <a:pt x="240" y="151"/>
                </a:lnTo>
                <a:lnTo>
                  <a:pt x="240" y="150"/>
                </a:lnTo>
                <a:lnTo>
                  <a:pt x="240" y="149"/>
                </a:lnTo>
                <a:lnTo>
                  <a:pt x="239" y="149"/>
                </a:lnTo>
                <a:lnTo>
                  <a:pt x="239" y="147"/>
                </a:lnTo>
                <a:lnTo>
                  <a:pt x="239" y="146"/>
                </a:lnTo>
                <a:lnTo>
                  <a:pt x="239" y="145"/>
                </a:lnTo>
                <a:lnTo>
                  <a:pt x="239" y="144"/>
                </a:lnTo>
                <a:lnTo>
                  <a:pt x="238" y="144"/>
                </a:lnTo>
                <a:lnTo>
                  <a:pt x="238" y="143"/>
                </a:lnTo>
                <a:lnTo>
                  <a:pt x="238" y="142"/>
                </a:lnTo>
                <a:lnTo>
                  <a:pt x="238" y="141"/>
                </a:lnTo>
                <a:lnTo>
                  <a:pt x="238" y="139"/>
                </a:lnTo>
                <a:lnTo>
                  <a:pt x="238" y="136"/>
                </a:lnTo>
                <a:lnTo>
                  <a:pt x="239" y="135"/>
                </a:lnTo>
                <a:lnTo>
                  <a:pt x="238" y="135"/>
                </a:lnTo>
                <a:lnTo>
                  <a:pt x="238" y="133"/>
                </a:lnTo>
                <a:lnTo>
                  <a:pt x="237" y="131"/>
                </a:lnTo>
                <a:lnTo>
                  <a:pt x="237" y="130"/>
                </a:lnTo>
                <a:lnTo>
                  <a:pt x="237" y="129"/>
                </a:lnTo>
                <a:lnTo>
                  <a:pt x="238" y="129"/>
                </a:lnTo>
                <a:lnTo>
                  <a:pt x="239" y="130"/>
                </a:lnTo>
                <a:lnTo>
                  <a:pt x="239" y="131"/>
                </a:lnTo>
                <a:lnTo>
                  <a:pt x="240" y="131"/>
                </a:lnTo>
                <a:lnTo>
                  <a:pt x="242" y="129"/>
                </a:lnTo>
                <a:lnTo>
                  <a:pt x="243" y="129"/>
                </a:lnTo>
                <a:lnTo>
                  <a:pt x="245" y="129"/>
                </a:lnTo>
                <a:lnTo>
                  <a:pt x="246" y="129"/>
                </a:lnTo>
                <a:lnTo>
                  <a:pt x="246" y="130"/>
                </a:lnTo>
                <a:lnTo>
                  <a:pt x="247" y="130"/>
                </a:lnTo>
                <a:lnTo>
                  <a:pt x="248" y="129"/>
                </a:lnTo>
                <a:lnTo>
                  <a:pt x="249" y="129"/>
                </a:lnTo>
                <a:lnTo>
                  <a:pt x="249" y="128"/>
                </a:lnTo>
                <a:lnTo>
                  <a:pt x="250" y="128"/>
                </a:lnTo>
                <a:lnTo>
                  <a:pt x="251" y="128"/>
                </a:lnTo>
                <a:lnTo>
                  <a:pt x="252" y="129"/>
                </a:lnTo>
                <a:lnTo>
                  <a:pt x="253" y="129"/>
                </a:lnTo>
                <a:lnTo>
                  <a:pt x="255" y="129"/>
                </a:lnTo>
                <a:lnTo>
                  <a:pt x="255" y="128"/>
                </a:lnTo>
                <a:lnTo>
                  <a:pt x="255" y="125"/>
                </a:lnTo>
                <a:lnTo>
                  <a:pt x="255" y="124"/>
                </a:lnTo>
                <a:lnTo>
                  <a:pt x="256" y="123"/>
                </a:lnTo>
                <a:lnTo>
                  <a:pt x="258" y="125"/>
                </a:lnTo>
                <a:lnTo>
                  <a:pt x="259" y="126"/>
                </a:lnTo>
                <a:lnTo>
                  <a:pt x="260" y="126"/>
                </a:lnTo>
                <a:lnTo>
                  <a:pt x="261" y="124"/>
                </a:lnTo>
                <a:lnTo>
                  <a:pt x="261" y="122"/>
                </a:lnTo>
                <a:lnTo>
                  <a:pt x="262" y="122"/>
                </a:lnTo>
                <a:lnTo>
                  <a:pt x="262" y="121"/>
                </a:lnTo>
                <a:lnTo>
                  <a:pt x="264" y="121"/>
                </a:lnTo>
                <a:lnTo>
                  <a:pt x="264" y="120"/>
                </a:lnTo>
                <a:lnTo>
                  <a:pt x="264" y="121"/>
                </a:lnTo>
                <a:lnTo>
                  <a:pt x="267" y="122"/>
                </a:lnTo>
                <a:lnTo>
                  <a:pt x="269" y="122"/>
                </a:lnTo>
                <a:lnTo>
                  <a:pt x="269" y="124"/>
                </a:lnTo>
                <a:lnTo>
                  <a:pt x="272" y="126"/>
                </a:lnTo>
                <a:lnTo>
                  <a:pt x="273" y="126"/>
                </a:lnTo>
                <a:lnTo>
                  <a:pt x="274" y="125"/>
                </a:lnTo>
                <a:lnTo>
                  <a:pt x="274" y="124"/>
                </a:lnTo>
                <a:lnTo>
                  <a:pt x="275" y="123"/>
                </a:lnTo>
                <a:lnTo>
                  <a:pt x="278" y="124"/>
                </a:lnTo>
                <a:lnTo>
                  <a:pt x="279" y="124"/>
                </a:lnTo>
                <a:lnTo>
                  <a:pt x="280" y="124"/>
                </a:lnTo>
                <a:lnTo>
                  <a:pt x="280" y="123"/>
                </a:lnTo>
                <a:lnTo>
                  <a:pt x="282" y="123"/>
                </a:lnTo>
                <a:lnTo>
                  <a:pt x="283" y="122"/>
                </a:lnTo>
                <a:lnTo>
                  <a:pt x="284" y="123"/>
                </a:lnTo>
                <a:lnTo>
                  <a:pt x="286" y="123"/>
                </a:lnTo>
                <a:lnTo>
                  <a:pt x="288" y="122"/>
                </a:lnTo>
                <a:lnTo>
                  <a:pt x="289" y="124"/>
                </a:lnTo>
                <a:lnTo>
                  <a:pt x="288" y="126"/>
                </a:lnTo>
                <a:lnTo>
                  <a:pt x="288" y="127"/>
                </a:lnTo>
                <a:lnTo>
                  <a:pt x="289" y="128"/>
                </a:lnTo>
                <a:lnTo>
                  <a:pt x="290" y="129"/>
                </a:lnTo>
                <a:lnTo>
                  <a:pt x="292" y="130"/>
                </a:lnTo>
                <a:lnTo>
                  <a:pt x="292" y="131"/>
                </a:lnTo>
                <a:lnTo>
                  <a:pt x="291" y="134"/>
                </a:lnTo>
                <a:lnTo>
                  <a:pt x="290" y="135"/>
                </a:lnTo>
                <a:lnTo>
                  <a:pt x="289" y="136"/>
                </a:lnTo>
                <a:lnTo>
                  <a:pt x="289" y="137"/>
                </a:lnTo>
                <a:lnTo>
                  <a:pt x="288" y="137"/>
                </a:lnTo>
                <a:lnTo>
                  <a:pt x="287" y="138"/>
                </a:lnTo>
                <a:lnTo>
                  <a:pt x="287" y="139"/>
                </a:lnTo>
                <a:lnTo>
                  <a:pt x="287" y="140"/>
                </a:lnTo>
                <a:lnTo>
                  <a:pt x="291" y="141"/>
                </a:lnTo>
                <a:lnTo>
                  <a:pt x="292" y="141"/>
                </a:lnTo>
                <a:lnTo>
                  <a:pt x="293" y="142"/>
                </a:lnTo>
                <a:lnTo>
                  <a:pt x="294" y="142"/>
                </a:lnTo>
                <a:lnTo>
                  <a:pt x="295" y="142"/>
                </a:lnTo>
                <a:lnTo>
                  <a:pt x="296" y="142"/>
                </a:lnTo>
                <a:lnTo>
                  <a:pt x="297" y="142"/>
                </a:lnTo>
                <a:lnTo>
                  <a:pt x="298" y="143"/>
                </a:lnTo>
                <a:lnTo>
                  <a:pt x="300" y="143"/>
                </a:lnTo>
                <a:lnTo>
                  <a:pt x="301" y="143"/>
                </a:lnTo>
                <a:lnTo>
                  <a:pt x="301" y="142"/>
                </a:lnTo>
                <a:lnTo>
                  <a:pt x="302" y="142"/>
                </a:lnTo>
                <a:lnTo>
                  <a:pt x="303" y="143"/>
                </a:lnTo>
                <a:lnTo>
                  <a:pt x="306" y="143"/>
                </a:lnTo>
                <a:lnTo>
                  <a:pt x="306" y="144"/>
                </a:lnTo>
                <a:lnTo>
                  <a:pt x="305" y="145"/>
                </a:lnTo>
                <a:lnTo>
                  <a:pt x="304" y="145"/>
                </a:lnTo>
                <a:lnTo>
                  <a:pt x="303" y="147"/>
                </a:lnTo>
                <a:lnTo>
                  <a:pt x="303" y="148"/>
                </a:lnTo>
                <a:lnTo>
                  <a:pt x="303" y="150"/>
                </a:lnTo>
                <a:lnTo>
                  <a:pt x="304" y="150"/>
                </a:lnTo>
                <a:lnTo>
                  <a:pt x="303" y="151"/>
                </a:lnTo>
                <a:lnTo>
                  <a:pt x="303" y="152"/>
                </a:lnTo>
                <a:lnTo>
                  <a:pt x="303" y="153"/>
                </a:lnTo>
                <a:lnTo>
                  <a:pt x="301" y="153"/>
                </a:lnTo>
                <a:lnTo>
                  <a:pt x="299" y="153"/>
                </a:lnTo>
                <a:lnTo>
                  <a:pt x="298" y="155"/>
                </a:lnTo>
                <a:lnTo>
                  <a:pt x="297" y="156"/>
                </a:lnTo>
                <a:lnTo>
                  <a:pt x="297" y="157"/>
                </a:lnTo>
                <a:lnTo>
                  <a:pt x="298" y="157"/>
                </a:lnTo>
                <a:lnTo>
                  <a:pt x="299" y="157"/>
                </a:lnTo>
                <a:lnTo>
                  <a:pt x="300" y="158"/>
                </a:lnTo>
                <a:lnTo>
                  <a:pt x="300" y="159"/>
                </a:lnTo>
                <a:lnTo>
                  <a:pt x="300" y="158"/>
                </a:lnTo>
                <a:lnTo>
                  <a:pt x="301" y="159"/>
                </a:lnTo>
                <a:lnTo>
                  <a:pt x="303" y="160"/>
                </a:lnTo>
                <a:lnTo>
                  <a:pt x="304" y="161"/>
                </a:lnTo>
                <a:lnTo>
                  <a:pt x="305" y="161"/>
                </a:lnTo>
                <a:lnTo>
                  <a:pt x="306" y="162"/>
                </a:lnTo>
                <a:lnTo>
                  <a:pt x="307" y="163"/>
                </a:lnTo>
                <a:lnTo>
                  <a:pt x="307" y="164"/>
                </a:lnTo>
                <a:lnTo>
                  <a:pt x="308" y="166"/>
                </a:lnTo>
                <a:lnTo>
                  <a:pt x="307" y="169"/>
                </a:lnTo>
                <a:lnTo>
                  <a:pt x="307" y="170"/>
                </a:lnTo>
                <a:lnTo>
                  <a:pt x="307" y="171"/>
                </a:lnTo>
                <a:lnTo>
                  <a:pt x="308" y="173"/>
                </a:lnTo>
                <a:lnTo>
                  <a:pt x="308" y="174"/>
                </a:lnTo>
                <a:lnTo>
                  <a:pt x="307" y="175"/>
                </a:lnTo>
                <a:lnTo>
                  <a:pt x="307" y="177"/>
                </a:lnTo>
                <a:lnTo>
                  <a:pt x="308" y="177"/>
                </a:lnTo>
                <a:lnTo>
                  <a:pt x="309" y="177"/>
                </a:lnTo>
                <a:lnTo>
                  <a:pt x="309" y="176"/>
                </a:lnTo>
                <a:lnTo>
                  <a:pt x="309" y="175"/>
                </a:lnTo>
                <a:lnTo>
                  <a:pt x="310" y="175"/>
                </a:lnTo>
                <a:lnTo>
                  <a:pt x="310" y="176"/>
                </a:lnTo>
                <a:lnTo>
                  <a:pt x="311" y="177"/>
                </a:lnTo>
                <a:lnTo>
                  <a:pt x="313" y="177"/>
                </a:lnTo>
                <a:lnTo>
                  <a:pt x="314" y="177"/>
                </a:lnTo>
                <a:lnTo>
                  <a:pt x="315" y="177"/>
                </a:lnTo>
                <a:lnTo>
                  <a:pt x="315" y="176"/>
                </a:lnTo>
                <a:lnTo>
                  <a:pt x="315" y="171"/>
                </a:lnTo>
                <a:lnTo>
                  <a:pt x="316" y="172"/>
                </a:lnTo>
                <a:lnTo>
                  <a:pt x="317" y="172"/>
                </a:lnTo>
                <a:lnTo>
                  <a:pt x="318" y="172"/>
                </a:lnTo>
                <a:lnTo>
                  <a:pt x="318" y="171"/>
                </a:lnTo>
                <a:lnTo>
                  <a:pt x="320" y="170"/>
                </a:lnTo>
                <a:lnTo>
                  <a:pt x="323" y="170"/>
                </a:lnTo>
                <a:lnTo>
                  <a:pt x="325" y="169"/>
                </a:lnTo>
                <a:lnTo>
                  <a:pt x="326" y="168"/>
                </a:lnTo>
                <a:lnTo>
                  <a:pt x="326" y="167"/>
                </a:lnTo>
                <a:lnTo>
                  <a:pt x="327" y="165"/>
                </a:lnTo>
                <a:lnTo>
                  <a:pt x="330" y="165"/>
                </a:lnTo>
                <a:lnTo>
                  <a:pt x="331" y="166"/>
                </a:lnTo>
                <a:lnTo>
                  <a:pt x="332" y="165"/>
                </a:lnTo>
                <a:lnTo>
                  <a:pt x="335" y="165"/>
                </a:lnTo>
                <a:lnTo>
                  <a:pt x="336" y="166"/>
                </a:lnTo>
                <a:lnTo>
                  <a:pt x="337" y="166"/>
                </a:lnTo>
                <a:lnTo>
                  <a:pt x="338" y="166"/>
                </a:lnTo>
                <a:lnTo>
                  <a:pt x="339" y="166"/>
                </a:lnTo>
                <a:lnTo>
                  <a:pt x="340" y="166"/>
                </a:lnTo>
                <a:lnTo>
                  <a:pt x="340" y="165"/>
                </a:lnTo>
                <a:lnTo>
                  <a:pt x="340" y="164"/>
                </a:lnTo>
                <a:lnTo>
                  <a:pt x="341" y="164"/>
                </a:lnTo>
                <a:lnTo>
                  <a:pt x="341" y="163"/>
                </a:lnTo>
                <a:lnTo>
                  <a:pt x="342" y="163"/>
                </a:lnTo>
                <a:lnTo>
                  <a:pt x="344" y="163"/>
                </a:lnTo>
                <a:lnTo>
                  <a:pt x="344" y="162"/>
                </a:lnTo>
                <a:lnTo>
                  <a:pt x="345" y="162"/>
                </a:lnTo>
                <a:lnTo>
                  <a:pt x="345" y="161"/>
                </a:lnTo>
                <a:lnTo>
                  <a:pt x="345" y="160"/>
                </a:lnTo>
                <a:lnTo>
                  <a:pt x="346" y="160"/>
                </a:lnTo>
                <a:lnTo>
                  <a:pt x="346" y="159"/>
                </a:lnTo>
                <a:lnTo>
                  <a:pt x="345" y="159"/>
                </a:lnTo>
                <a:lnTo>
                  <a:pt x="345" y="157"/>
                </a:lnTo>
                <a:lnTo>
                  <a:pt x="345" y="154"/>
                </a:lnTo>
                <a:lnTo>
                  <a:pt x="345" y="153"/>
                </a:lnTo>
                <a:lnTo>
                  <a:pt x="346" y="151"/>
                </a:lnTo>
                <a:lnTo>
                  <a:pt x="347" y="149"/>
                </a:lnTo>
                <a:lnTo>
                  <a:pt x="348" y="146"/>
                </a:lnTo>
                <a:lnTo>
                  <a:pt x="348" y="145"/>
                </a:lnTo>
                <a:lnTo>
                  <a:pt x="348" y="144"/>
                </a:lnTo>
                <a:lnTo>
                  <a:pt x="348" y="143"/>
                </a:lnTo>
                <a:lnTo>
                  <a:pt x="347" y="142"/>
                </a:lnTo>
                <a:lnTo>
                  <a:pt x="347" y="141"/>
                </a:lnTo>
                <a:lnTo>
                  <a:pt x="345" y="136"/>
                </a:lnTo>
                <a:lnTo>
                  <a:pt x="344" y="134"/>
                </a:lnTo>
                <a:lnTo>
                  <a:pt x="344" y="132"/>
                </a:lnTo>
                <a:lnTo>
                  <a:pt x="344" y="130"/>
                </a:lnTo>
                <a:lnTo>
                  <a:pt x="344" y="129"/>
                </a:lnTo>
                <a:lnTo>
                  <a:pt x="343" y="127"/>
                </a:lnTo>
                <a:lnTo>
                  <a:pt x="342" y="126"/>
                </a:lnTo>
                <a:lnTo>
                  <a:pt x="343" y="125"/>
                </a:lnTo>
                <a:lnTo>
                  <a:pt x="343" y="124"/>
                </a:lnTo>
                <a:lnTo>
                  <a:pt x="344" y="124"/>
                </a:lnTo>
                <a:lnTo>
                  <a:pt x="344" y="123"/>
                </a:lnTo>
                <a:lnTo>
                  <a:pt x="344" y="121"/>
                </a:lnTo>
                <a:lnTo>
                  <a:pt x="345" y="121"/>
                </a:lnTo>
                <a:lnTo>
                  <a:pt x="347" y="122"/>
                </a:lnTo>
                <a:lnTo>
                  <a:pt x="350" y="121"/>
                </a:lnTo>
                <a:lnTo>
                  <a:pt x="351" y="121"/>
                </a:lnTo>
                <a:lnTo>
                  <a:pt x="351" y="119"/>
                </a:lnTo>
                <a:lnTo>
                  <a:pt x="351" y="118"/>
                </a:lnTo>
                <a:lnTo>
                  <a:pt x="350" y="117"/>
                </a:lnTo>
                <a:lnTo>
                  <a:pt x="349" y="117"/>
                </a:lnTo>
                <a:lnTo>
                  <a:pt x="348" y="116"/>
                </a:lnTo>
                <a:lnTo>
                  <a:pt x="348" y="115"/>
                </a:lnTo>
                <a:lnTo>
                  <a:pt x="347" y="114"/>
                </a:lnTo>
                <a:lnTo>
                  <a:pt x="348" y="112"/>
                </a:lnTo>
                <a:lnTo>
                  <a:pt x="348" y="111"/>
                </a:lnTo>
                <a:lnTo>
                  <a:pt x="348" y="110"/>
                </a:lnTo>
                <a:lnTo>
                  <a:pt x="349" y="110"/>
                </a:lnTo>
                <a:lnTo>
                  <a:pt x="351" y="112"/>
                </a:lnTo>
                <a:lnTo>
                  <a:pt x="352" y="112"/>
                </a:lnTo>
                <a:lnTo>
                  <a:pt x="353" y="112"/>
                </a:lnTo>
                <a:lnTo>
                  <a:pt x="354" y="111"/>
                </a:lnTo>
                <a:lnTo>
                  <a:pt x="354" y="110"/>
                </a:lnTo>
                <a:lnTo>
                  <a:pt x="354" y="109"/>
                </a:lnTo>
                <a:lnTo>
                  <a:pt x="354" y="107"/>
                </a:lnTo>
                <a:lnTo>
                  <a:pt x="354" y="106"/>
                </a:lnTo>
                <a:lnTo>
                  <a:pt x="355" y="106"/>
                </a:lnTo>
                <a:lnTo>
                  <a:pt x="356" y="106"/>
                </a:lnTo>
                <a:lnTo>
                  <a:pt x="358" y="107"/>
                </a:lnTo>
                <a:lnTo>
                  <a:pt x="358" y="106"/>
                </a:lnTo>
                <a:lnTo>
                  <a:pt x="358" y="105"/>
                </a:lnTo>
                <a:lnTo>
                  <a:pt x="357" y="105"/>
                </a:lnTo>
                <a:lnTo>
                  <a:pt x="356" y="104"/>
                </a:lnTo>
                <a:lnTo>
                  <a:pt x="356" y="103"/>
                </a:lnTo>
                <a:lnTo>
                  <a:pt x="357" y="103"/>
                </a:lnTo>
                <a:lnTo>
                  <a:pt x="357" y="102"/>
                </a:lnTo>
                <a:lnTo>
                  <a:pt x="357" y="101"/>
                </a:lnTo>
                <a:lnTo>
                  <a:pt x="360" y="100"/>
                </a:lnTo>
                <a:lnTo>
                  <a:pt x="361" y="100"/>
                </a:lnTo>
                <a:lnTo>
                  <a:pt x="362" y="101"/>
                </a:lnTo>
                <a:lnTo>
                  <a:pt x="364" y="100"/>
                </a:lnTo>
                <a:lnTo>
                  <a:pt x="368" y="99"/>
                </a:lnTo>
                <a:lnTo>
                  <a:pt x="368" y="98"/>
                </a:lnTo>
                <a:lnTo>
                  <a:pt x="369" y="99"/>
                </a:lnTo>
                <a:lnTo>
                  <a:pt x="370" y="100"/>
                </a:lnTo>
                <a:lnTo>
                  <a:pt x="370" y="101"/>
                </a:lnTo>
                <a:lnTo>
                  <a:pt x="370" y="102"/>
                </a:lnTo>
                <a:lnTo>
                  <a:pt x="370" y="104"/>
                </a:lnTo>
                <a:lnTo>
                  <a:pt x="371" y="104"/>
                </a:lnTo>
                <a:lnTo>
                  <a:pt x="372" y="103"/>
                </a:lnTo>
                <a:lnTo>
                  <a:pt x="373" y="103"/>
                </a:lnTo>
                <a:lnTo>
                  <a:pt x="375" y="104"/>
                </a:lnTo>
                <a:lnTo>
                  <a:pt x="375" y="105"/>
                </a:lnTo>
                <a:lnTo>
                  <a:pt x="375" y="104"/>
                </a:lnTo>
                <a:lnTo>
                  <a:pt x="376" y="103"/>
                </a:lnTo>
                <a:lnTo>
                  <a:pt x="377" y="102"/>
                </a:lnTo>
                <a:lnTo>
                  <a:pt x="381" y="101"/>
                </a:lnTo>
                <a:lnTo>
                  <a:pt x="382" y="103"/>
                </a:lnTo>
                <a:lnTo>
                  <a:pt x="383" y="105"/>
                </a:lnTo>
                <a:lnTo>
                  <a:pt x="384" y="105"/>
                </a:lnTo>
                <a:lnTo>
                  <a:pt x="386" y="103"/>
                </a:lnTo>
                <a:lnTo>
                  <a:pt x="387" y="102"/>
                </a:lnTo>
                <a:lnTo>
                  <a:pt x="387" y="101"/>
                </a:lnTo>
                <a:lnTo>
                  <a:pt x="388" y="101"/>
                </a:lnTo>
                <a:lnTo>
                  <a:pt x="389" y="100"/>
                </a:lnTo>
                <a:lnTo>
                  <a:pt x="390" y="100"/>
                </a:lnTo>
                <a:lnTo>
                  <a:pt x="391" y="100"/>
                </a:lnTo>
                <a:lnTo>
                  <a:pt x="393" y="99"/>
                </a:lnTo>
                <a:lnTo>
                  <a:pt x="395" y="97"/>
                </a:lnTo>
                <a:lnTo>
                  <a:pt x="397" y="95"/>
                </a:lnTo>
                <a:lnTo>
                  <a:pt x="397" y="94"/>
                </a:lnTo>
                <a:lnTo>
                  <a:pt x="397" y="92"/>
                </a:lnTo>
                <a:lnTo>
                  <a:pt x="397" y="91"/>
                </a:lnTo>
                <a:lnTo>
                  <a:pt x="396" y="91"/>
                </a:lnTo>
                <a:lnTo>
                  <a:pt x="395" y="90"/>
                </a:lnTo>
                <a:lnTo>
                  <a:pt x="394" y="89"/>
                </a:lnTo>
                <a:lnTo>
                  <a:pt x="394" y="90"/>
                </a:lnTo>
                <a:lnTo>
                  <a:pt x="391" y="92"/>
                </a:lnTo>
                <a:lnTo>
                  <a:pt x="390" y="92"/>
                </a:lnTo>
                <a:lnTo>
                  <a:pt x="390" y="91"/>
                </a:lnTo>
                <a:lnTo>
                  <a:pt x="388" y="90"/>
                </a:lnTo>
                <a:lnTo>
                  <a:pt x="387" y="90"/>
                </a:lnTo>
                <a:lnTo>
                  <a:pt x="386" y="90"/>
                </a:lnTo>
                <a:lnTo>
                  <a:pt x="386" y="89"/>
                </a:lnTo>
                <a:lnTo>
                  <a:pt x="386" y="86"/>
                </a:lnTo>
                <a:lnTo>
                  <a:pt x="387" y="85"/>
                </a:lnTo>
                <a:lnTo>
                  <a:pt x="388" y="85"/>
                </a:lnTo>
                <a:lnTo>
                  <a:pt x="389" y="85"/>
                </a:lnTo>
                <a:lnTo>
                  <a:pt x="390" y="85"/>
                </a:lnTo>
                <a:lnTo>
                  <a:pt x="390" y="83"/>
                </a:lnTo>
                <a:lnTo>
                  <a:pt x="390" y="82"/>
                </a:lnTo>
                <a:lnTo>
                  <a:pt x="389" y="82"/>
                </a:lnTo>
                <a:lnTo>
                  <a:pt x="388" y="82"/>
                </a:lnTo>
                <a:lnTo>
                  <a:pt x="387" y="81"/>
                </a:lnTo>
                <a:lnTo>
                  <a:pt x="388" y="81"/>
                </a:lnTo>
                <a:lnTo>
                  <a:pt x="389" y="80"/>
                </a:lnTo>
                <a:lnTo>
                  <a:pt x="390" y="80"/>
                </a:lnTo>
                <a:lnTo>
                  <a:pt x="391" y="80"/>
                </a:lnTo>
                <a:lnTo>
                  <a:pt x="392" y="80"/>
                </a:lnTo>
                <a:lnTo>
                  <a:pt x="394" y="79"/>
                </a:lnTo>
                <a:lnTo>
                  <a:pt x="395" y="78"/>
                </a:lnTo>
                <a:lnTo>
                  <a:pt x="395" y="77"/>
                </a:lnTo>
                <a:lnTo>
                  <a:pt x="394" y="76"/>
                </a:lnTo>
                <a:lnTo>
                  <a:pt x="395" y="73"/>
                </a:lnTo>
                <a:lnTo>
                  <a:pt x="395" y="72"/>
                </a:lnTo>
                <a:lnTo>
                  <a:pt x="396" y="71"/>
                </a:lnTo>
                <a:lnTo>
                  <a:pt x="395" y="70"/>
                </a:lnTo>
                <a:lnTo>
                  <a:pt x="393" y="71"/>
                </a:lnTo>
                <a:lnTo>
                  <a:pt x="391" y="70"/>
                </a:lnTo>
                <a:lnTo>
                  <a:pt x="391" y="69"/>
                </a:lnTo>
                <a:lnTo>
                  <a:pt x="392" y="68"/>
                </a:lnTo>
                <a:lnTo>
                  <a:pt x="392" y="67"/>
                </a:lnTo>
                <a:lnTo>
                  <a:pt x="393" y="68"/>
                </a:lnTo>
                <a:lnTo>
                  <a:pt x="394" y="68"/>
                </a:lnTo>
                <a:lnTo>
                  <a:pt x="395" y="68"/>
                </a:lnTo>
                <a:lnTo>
                  <a:pt x="395" y="67"/>
                </a:lnTo>
                <a:lnTo>
                  <a:pt x="395" y="66"/>
                </a:lnTo>
                <a:lnTo>
                  <a:pt x="396" y="68"/>
                </a:lnTo>
                <a:lnTo>
                  <a:pt x="397" y="68"/>
                </a:lnTo>
                <a:lnTo>
                  <a:pt x="398" y="67"/>
                </a:lnTo>
                <a:lnTo>
                  <a:pt x="398" y="66"/>
                </a:lnTo>
                <a:lnTo>
                  <a:pt x="398" y="63"/>
                </a:lnTo>
                <a:lnTo>
                  <a:pt x="397" y="62"/>
                </a:lnTo>
                <a:lnTo>
                  <a:pt x="397" y="60"/>
                </a:lnTo>
                <a:lnTo>
                  <a:pt x="398" y="59"/>
                </a:lnTo>
                <a:lnTo>
                  <a:pt x="399" y="58"/>
                </a:lnTo>
                <a:lnTo>
                  <a:pt x="399" y="57"/>
                </a:lnTo>
                <a:lnTo>
                  <a:pt x="399" y="56"/>
                </a:lnTo>
                <a:lnTo>
                  <a:pt x="400" y="54"/>
                </a:lnTo>
                <a:lnTo>
                  <a:pt x="401" y="52"/>
                </a:lnTo>
                <a:lnTo>
                  <a:pt x="402" y="51"/>
                </a:lnTo>
                <a:lnTo>
                  <a:pt x="403" y="49"/>
                </a:lnTo>
                <a:lnTo>
                  <a:pt x="404" y="49"/>
                </a:lnTo>
                <a:lnTo>
                  <a:pt x="403" y="50"/>
                </a:lnTo>
                <a:lnTo>
                  <a:pt x="404" y="50"/>
                </a:lnTo>
                <a:lnTo>
                  <a:pt x="405" y="50"/>
                </a:lnTo>
                <a:lnTo>
                  <a:pt x="405" y="49"/>
                </a:lnTo>
                <a:lnTo>
                  <a:pt x="405" y="48"/>
                </a:lnTo>
                <a:lnTo>
                  <a:pt x="404" y="47"/>
                </a:lnTo>
                <a:lnTo>
                  <a:pt x="405" y="46"/>
                </a:lnTo>
                <a:lnTo>
                  <a:pt x="405" y="44"/>
                </a:lnTo>
                <a:lnTo>
                  <a:pt x="404" y="43"/>
                </a:lnTo>
                <a:lnTo>
                  <a:pt x="403" y="42"/>
                </a:lnTo>
                <a:lnTo>
                  <a:pt x="403" y="40"/>
                </a:lnTo>
                <a:lnTo>
                  <a:pt x="404" y="38"/>
                </a:lnTo>
                <a:lnTo>
                  <a:pt x="404" y="36"/>
                </a:lnTo>
                <a:lnTo>
                  <a:pt x="405" y="35"/>
                </a:lnTo>
                <a:lnTo>
                  <a:pt x="404" y="34"/>
                </a:lnTo>
                <a:lnTo>
                  <a:pt x="404" y="33"/>
                </a:lnTo>
                <a:lnTo>
                  <a:pt x="403" y="30"/>
                </a:lnTo>
                <a:lnTo>
                  <a:pt x="402" y="30"/>
                </a:lnTo>
                <a:lnTo>
                  <a:pt x="403" y="28"/>
                </a:lnTo>
                <a:lnTo>
                  <a:pt x="405" y="27"/>
                </a:lnTo>
                <a:lnTo>
                  <a:pt x="406" y="27"/>
                </a:lnTo>
                <a:lnTo>
                  <a:pt x="407" y="27"/>
                </a:lnTo>
                <a:lnTo>
                  <a:pt x="409" y="24"/>
                </a:lnTo>
                <a:lnTo>
                  <a:pt x="410" y="23"/>
                </a:lnTo>
                <a:lnTo>
                  <a:pt x="412" y="22"/>
                </a:lnTo>
                <a:lnTo>
                  <a:pt x="415" y="24"/>
                </a:lnTo>
                <a:lnTo>
                  <a:pt x="417" y="23"/>
                </a:lnTo>
                <a:lnTo>
                  <a:pt x="418" y="23"/>
                </a:lnTo>
                <a:lnTo>
                  <a:pt x="421" y="22"/>
                </a:lnTo>
                <a:lnTo>
                  <a:pt x="422" y="22"/>
                </a:lnTo>
                <a:lnTo>
                  <a:pt x="423" y="22"/>
                </a:lnTo>
                <a:lnTo>
                  <a:pt x="425" y="20"/>
                </a:lnTo>
                <a:lnTo>
                  <a:pt x="426" y="20"/>
                </a:lnTo>
                <a:lnTo>
                  <a:pt x="429" y="19"/>
                </a:lnTo>
                <a:lnTo>
                  <a:pt x="430" y="20"/>
                </a:lnTo>
                <a:lnTo>
                  <a:pt x="431" y="20"/>
                </a:lnTo>
                <a:lnTo>
                  <a:pt x="432" y="20"/>
                </a:lnTo>
                <a:lnTo>
                  <a:pt x="435" y="19"/>
                </a:lnTo>
                <a:lnTo>
                  <a:pt x="436" y="18"/>
                </a:lnTo>
                <a:lnTo>
                  <a:pt x="437" y="18"/>
                </a:lnTo>
                <a:lnTo>
                  <a:pt x="439" y="17"/>
                </a:lnTo>
                <a:lnTo>
                  <a:pt x="440" y="18"/>
                </a:lnTo>
                <a:lnTo>
                  <a:pt x="441" y="18"/>
                </a:lnTo>
                <a:lnTo>
                  <a:pt x="442" y="18"/>
                </a:lnTo>
                <a:lnTo>
                  <a:pt x="443" y="18"/>
                </a:lnTo>
                <a:lnTo>
                  <a:pt x="445" y="17"/>
                </a:lnTo>
                <a:lnTo>
                  <a:pt x="445" y="16"/>
                </a:lnTo>
                <a:lnTo>
                  <a:pt x="444" y="15"/>
                </a:lnTo>
                <a:lnTo>
                  <a:pt x="443" y="14"/>
                </a:lnTo>
                <a:lnTo>
                  <a:pt x="444" y="14"/>
                </a:lnTo>
                <a:lnTo>
                  <a:pt x="444" y="13"/>
                </a:lnTo>
                <a:lnTo>
                  <a:pt x="445" y="12"/>
                </a:lnTo>
                <a:lnTo>
                  <a:pt x="446" y="11"/>
                </a:lnTo>
                <a:lnTo>
                  <a:pt x="446" y="10"/>
                </a:lnTo>
                <a:lnTo>
                  <a:pt x="445" y="10"/>
                </a:lnTo>
                <a:lnTo>
                  <a:pt x="445" y="9"/>
                </a:lnTo>
                <a:lnTo>
                  <a:pt x="445" y="8"/>
                </a:lnTo>
                <a:lnTo>
                  <a:pt x="446" y="8"/>
                </a:lnTo>
                <a:lnTo>
                  <a:pt x="448" y="7"/>
                </a:lnTo>
                <a:lnTo>
                  <a:pt x="449" y="7"/>
                </a:lnTo>
                <a:lnTo>
                  <a:pt x="450" y="7"/>
                </a:lnTo>
                <a:lnTo>
                  <a:pt x="450" y="6"/>
                </a:lnTo>
                <a:lnTo>
                  <a:pt x="450" y="5"/>
                </a:lnTo>
                <a:lnTo>
                  <a:pt x="451" y="5"/>
                </a:lnTo>
                <a:lnTo>
                  <a:pt x="455" y="4"/>
                </a:lnTo>
                <a:lnTo>
                  <a:pt x="457" y="4"/>
                </a:lnTo>
                <a:lnTo>
                  <a:pt x="458" y="4"/>
                </a:lnTo>
                <a:lnTo>
                  <a:pt x="459" y="4"/>
                </a:lnTo>
                <a:lnTo>
                  <a:pt x="460" y="2"/>
                </a:lnTo>
                <a:lnTo>
                  <a:pt x="461" y="0"/>
                </a:lnTo>
                <a:lnTo>
                  <a:pt x="462" y="0"/>
                </a:lnTo>
                <a:lnTo>
                  <a:pt x="463" y="0"/>
                </a:lnTo>
                <a:close/>
              </a:path>
            </a:pathLst>
          </a:custGeom>
          <a:solidFill>
            <a:srgbClr val="F78051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0" name=""/>
          <p:cNvSpPr/>
          <p:nvPr/>
        </p:nvSpPr>
        <p:spPr>
          <a:xfrm>
            <a:off x="8313120" y="1654920"/>
            <a:ext cx="7560" cy="2160"/>
          </a:xfrm>
          <a:custGeom>
            <a:avLst/>
            <a:gdLst/>
            <a:ahLst/>
            <a:rect l="0" t="0" r="r" b="b"/>
            <a:pathLst>
              <a:path w="21" h="6">
                <a:moveTo>
                  <a:pt x="14" y="2"/>
                </a:moveTo>
                <a:lnTo>
                  <a:pt x="14" y="3"/>
                </a:lnTo>
                <a:lnTo>
                  <a:pt x="15" y="3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19" y="6"/>
                </a:lnTo>
                <a:lnTo>
                  <a:pt x="18" y="6"/>
                </a:lnTo>
                <a:lnTo>
                  <a:pt x="16" y="6"/>
                </a:lnTo>
                <a:lnTo>
                  <a:pt x="15" y="5"/>
                </a:lnTo>
                <a:lnTo>
                  <a:pt x="15" y="4"/>
                </a:lnTo>
                <a:lnTo>
                  <a:pt x="14" y="4"/>
                </a:lnTo>
                <a:lnTo>
                  <a:pt x="14" y="3"/>
                </a:lnTo>
                <a:lnTo>
                  <a:pt x="13" y="3"/>
                </a:lnTo>
                <a:lnTo>
                  <a:pt x="11" y="3"/>
                </a:lnTo>
                <a:lnTo>
                  <a:pt x="10" y="3"/>
                </a:lnTo>
                <a:lnTo>
                  <a:pt x="11" y="4"/>
                </a:lnTo>
                <a:lnTo>
                  <a:pt x="5" y="6"/>
                </a:lnTo>
                <a:lnTo>
                  <a:pt x="4" y="6"/>
                </a:lnTo>
                <a:lnTo>
                  <a:pt x="2" y="5"/>
                </a:lnTo>
                <a:lnTo>
                  <a:pt x="0" y="6"/>
                </a:lnTo>
                <a:lnTo>
                  <a:pt x="0" y="5"/>
                </a:lnTo>
                <a:lnTo>
                  <a:pt x="10" y="3"/>
                </a:lnTo>
                <a:lnTo>
                  <a:pt x="12" y="2"/>
                </a:lnTo>
                <a:lnTo>
                  <a:pt x="12" y="0"/>
                </a:lnTo>
                <a:lnTo>
                  <a:pt x="11" y="0"/>
                </a:lnTo>
                <a:lnTo>
                  <a:pt x="13" y="0"/>
                </a:lnTo>
                <a:lnTo>
                  <a:pt x="13" y="2"/>
                </a:lnTo>
                <a:lnTo>
                  <a:pt x="14" y="2"/>
                </a:lnTo>
                <a:close/>
              </a:path>
            </a:pathLst>
          </a:custGeom>
          <a:solidFill>
            <a:srgbClr val="F78051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1" name=""/>
          <p:cNvSpPr/>
          <p:nvPr/>
        </p:nvSpPr>
        <p:spPr>
          <a:xfrm>
            <a:off x="8016480" y="2024280"/>
            <a:ext cx="309240" cy="425880"/>
          </a:xfrm>
          <a:custGeom>
            <a:avLst/>
            <a:gdLst/>
            <a:ahLst/>
            <a:rect l="0" t="0" r="r" b="b"/>
            <a:pathLst>
              <a:path w="859" h="1183">
                <a:moveTo>
                  <a:pt x="498" y="1"/>
                </a:moveTo>
                <a:lnTo>
                  <a:pt x="499" y="2"/>
                </a:lnTo>
                <a:lnTo>
                  <a:pt x="500" y="2"/>
                </a:lnTo>
                <a:lnTo>
                  <a:pt x="502" y="2"/>
                </a:lnTo>
                <a:lnTo>
                  <a:pt x="502" y="3"/>
                </a:lnTo>
                <a:lnTo>
                  <a:pt x="504" y="3"/>
                </a:lnTo>
                <a:lnTo>
                  <a:pt x="506" y="3"/>
                </a:lnTo>
                <a:lnTo>
                  <a:pt x="507" y="3"/>
                </a:lnTo>
                <a:lnTo>
                  <a:pt x="508" y="3"/>
                </a:lnTo>
                <a:lnTo>
                  <a:pt x="508" y="2"/>
                </a:lnTo>
                <a:lnTo>
                  <a:pt x="509" y="2"/>
                </a:lnTo>
                <a:lnTo>
                  <a:pt x="510" y="4"/>
                </a:lnTo>
                <a:lnTo>
                  <a:pt x="511" y="4"/>
                </a:lnTo>
                <a:lnTo>
                  <a:pt x="513" y="4"/>
                </a:lnTo>
                <a:lnTo>
                  <a:pt x="513" y="5"/>
                </a:lnTo>
                <a:lnTo>
                  <a:pt x="515" y="7"/>
                </a:lnTo>
                <a:lnTo>
                  <a:pt x="515" y="8"/>
                </a:lnTo>
                <a:lnTo>
                  <a:pt x="516" y="9"/>
                </a:lnTo>
                <a:lnTo>
                  <a:pt x="517" y="9"/>
                </a:lnTo>
                <a:lnTo>
                  <a:pt x="517" y="10"/>
                </a:lnTo>
                <a:lnTo>
                  <a:pt x="517" y="11"/>
                </a:lnTo>
                <a:lnTo>
                  <a:pt x="518" y="11"/>
                </a:lnTo>
                <a:lnTo>
                  <a:pt x="517" y="12"/>
                </a:lnTo>
                <a:lnTo>
                  <a:pt x="518" y="12"/>
                </a:lnTo>
                <a:lnTo>
                  <a:pt x="519" y="13"/>
                </a:lnTo>
                <a:lnTo>
                  <a:pt x="519" y="14"/>
                </a:lnTo>
                <a:lnTo>
                  <a:pt x="520" y="13"/>
                </a:lnTo>
                <a:lnTo>
                  <a:pt x="521" y="13"/>
                </a:lnTo>
                <a:lnTo>
                  <a:pt x="523" y="12"/>
                </a:lnTo>
                <a:lnTo>
                  <a:pt x="523" y="11"/>
                </a:lnTo>
                <a:lnTo>
                  <a:pt x="523" y="10"/>
                </a:lnTo>
                <a:lnTo>
                  <a:pt x="524" y="10"/>
                </a:lnTo>
                <a:lnTo>
                  <a:pt x="524" y="12"/>
                </a:lnTo>
                <a:lnTo>
                  <a:pt x="524" y="13"/>
                </a:lnTo>
                <a:lnTo>
                  <a:pt x="524" y="14"/>
                </a:lnTo>
                <a:lnTo>
                  <a:pt x="524" y="15"/>
                </a:lnTo>
                <a:lnTo>
                  <a:pt x="524" y="16"/>
                </a:lnTo>
                <a:lnTo>
                  <a:pt x="524" y="17"/>
                </a:lnTo>
                <a:lnTo>
                  <a:pt x="524" y="18"/>
                </a:lnTo>
                <a:lnTo>
                  <a:pt x="525" y="20"/>
                </a:lnTo>
                <a:lnTo>
                  <a:pt x="526" y="21"/>
                </a:lnTo>
                <a:lnTo>
                  <a:pt x="526" y="20"/>
                </a:lnTo>
                <a:lnTo>
                  <a:pt x="526" y="18"/>
                </a:lnTo>
                <a:lnTo>
                  <a:pt x="527" y="18"/>
                </a:lnTo>
                <a:lnTo>
                  <a:pt x="529" y="18"/>
                </a:lnTo>
                <a:lnTo>
                  <a:pt x="530" y="17"/>
                </a:lnTo>
                <a:lnTo>
                  <a:pt x="530" y="16"/>
                </a:lnTo>
                <a:lnTo>
                  <a:pt x="531" y="15"/>
                </a:lnTo>
                <a:lnTo>
                  <a:pt x="532" y="15"/>
                </a:lnTo>
                <a:lnTo>
                  <a:pt x="533" y="16"/>
                </a:lnTo>
                <a:lnTo>
                  <a:pt x="533" y="17"/>
                </a:lnTo>
                <a:lnTo>
                  <a:pt x="534" y="16"/>
                </a:lnTo>
                <a:lnTo>
                  <a:pt x="535" y="17"/>
                </a:lnTo>
                <a:lnTo>
                  <a:pt x="535" y="18"/>
                </a:lnTo>
                <a:lnTo>
                  <a:pt x="535" y="17"/>
                </a:lnTo>
                <a:lnTo>
                  <a:pt x="536" y="17"/>
                </a:lnTo>
                <a:lnTo>
                  <a:pt x="537" y="17"/>
                </a:lnTo>
                <a:lnTo>
                  <a:pt x="537" y="18"/>
                </a:lnTo>
                <a:lnTo>
                  <a:pt x="537" y="19"/>
                </a:lnTo>
                <a:lnTo>
                  <a:pt x="538" y="20"/>
                </a:lnTo>
                <a:lnTo>
                  <a:pt x="538" y="21"/>
                </a:lnTo>
                <a:lnTo>
                  <a:pt x="538" y="22"/>
                </a:lnTo>
                <a:lnTo>
                  <a:pt x="538" y="23"/>
                </a:lnTo>
                <a:lnTo>
                  <a:pt x="537" y="23"/>
                </a:lnTo>
                <a:lnTo>
                  <a:pt x="537" y="27"/>
                </a:lnTo>
                <a:lnTo>
                  <a:pt x="538" y="27"/>
                </a:lnTo>
                <a:lnTo>
                  <a:pt x="538" y="28"/>
                </a:lnTo>
                <a:lnTo>
                  <a:pt x="538" y="29"/>
                </a:lnTo>
                <a:lnTo>
                  <a:pt x="537" y="29"/>
                </a:lnTo>
                <a:lnTo>
                  <a:pt x="536" y="31"/>
                </a:lnTo>
                <a:lnTo>
                  <a:pt x="537" y="31"/>
                </a:lnTo>
                <a:lnTo>
                  <a:pt x="537" y="33"/>
                </a:lnTo>
                <a:lnTo>
                  <a:pt x="536" y="33"/>
                </a:lnTo>
                <a:lnTo>
                  <a:pt x="536" y="34"/>
                </a:lnTo>
                <a:lnTo>
                  <a:pt x="535" y="35"/>
                </a:lnTo>
                <a:lnTo>
                  <a:pt x="534" y="36"/>
                </a:lnTo>
                <a:lnTo>
                  <a:pt x="534" y="37"/>
                </a:lnTo>
                <a:lnTo>
                  <a:pt x="533" y="39"/>
                </a:lnTo>
                <a:lnTo>
                  <a:pt x="532" y="39"/>
                </a:lnTo>
                <a:lnTo>
                  <a:pt x="532" y="40"/>
                </a:lnTo>
                <a:lnTo>
                  <a:pt x="532" y="41"/>
                </a:lnTo>
                <a:lnTo>
                  <a:pt x="530" y="43"/>
                </a:lnTo>
                <a:lnTo>
                  <a:pt x="530" y="44"/>
                </a:lnTo>
                <a:lnTo>
                  <a:pt x="528" y="45"/>
                </a:lnTo>
                <a:lnTo>
                  <a:pt x="527" y="46"/>
                </a:lnTo>
                <a:lnTo>
                  <a:pt x="527" y="47"/>
                </a:lnTo>
                <a:lnTo>
                  <a:pt x="528" y="47"/>
                </a:lnTo>
                <a:lnTo>
                  <a:pt x="528" y="48"/>
                </a:lnTo>
                <a:lnTo>
                  <a:pt x="528" y="49"/>
                </a:lnTo>
                <a:lnTo>
                  <a:pt x="527" y="50"/>
                </a:lnTo>
                <a:lnTo>
                  <a:pt x="526" y="50"/>
                </a:lnTo>
                <a:lnTo>
                  <a:pt x="525" y="50"/>
                </a:lnTo>
                <a:lnTo>
                  <a:pt x="525" y="51"/>
                </a:lnTo>
                <a:lnTo>
                  <a:pt x="524" y="52"/>
                </a:lnTo>
                <a:lnTo>
                  <a:pt x="524" y="53"/>
                </a:lnTo>
                <a:lnTo>
                  <a:pt x="525" y="53"/>
                </a:lnTo>
                <a:lnTo>
                  <a:pt x="524" y="53"/>
                </a:lnTo>
                <a:lnTo>
                  <a:pt x="524" y="54"/>
                </a:lnTo>
                <a:lnTo>
                  <a:pt x="523" y="54"/>
                </a:lnTo>
                <a:lnTo>
                  <a:pt x="522" y="55"/>
                </a:lnTo>
                <a:lnTo>
                  <a:pt x="522" y="56"/>
                </a:lnTo>
                <a:lnTo>
                  <a:pt x="521" y="56"/>
                </a:lnTo>
                <a:lnTo>
                  <a:pt x="520" y="55"/>
                </a:lnTo>
                <a:lnTo>
                  <a:pt x="519" y="55"/>
                </a:lnTo>
                <a:lnTo>
                  <a:pt x="519" y="54"/>
                </a:lnTo>
                <a:lnTo>
                  <a:pt x="518" y="54"/>
                </a:lnTo>
                <a:lnTo>
                  <a:pt x="517" y="53"/>
                </a:lnTo>
                <a:lnTo>
                  <a:pt x="517" y="54"/>
                </a:lnTo>
                <a:lnTo>
                  <a:pt x="517" y="55"/>
                </a:lnTo>
                <a:lnTo>
                  <a:pt x="516" y="55"/>
                </a:lnTo>
                <a:lnTo>
                  <a:pt x="515" y="55"/>
                </a:lnTo>
                <a:lnTo>
                  <a:pt x="515" y="56"/>
                </a:lnTo>
                <a:lnTo>
                  <a:pt x="514" y="57"/>
                </a:lnTo>
                <a:lnTo>
                  <a:pt x="514" y="58"/>
                </a:lnTo>
                <a:lnTo>
                  <a:pt x="514" y="59"/>
                </a:lnTo>
                <a:lnTo>
                  <a:pt x="513" y="60"/>
                </a:lnTo>
                <a:lnTo>
                  <a:pt x="513" y="61"/>
                </a:lnTo>
                <a:lnTo>
                  <a:pt x="512" y="61"/>
                </a:lnTo>
                <a:lnTo>
                  <a:pt x="511" y="63"/>
                </a:lnTo>
                <a:lnTo>
                  <a:pt x="510" y="64"/>
                </a:lnTo>
                <a:lnTo>
                  <a:pt x="510" y="66"/>
                </a:lnTo>
                <a:lnTo>
                  <a:pt x="509" y="67"/>
                </a:lnTo>
                <a:lnTo>
                  <a:pt x="508" y="67"/>
                </a:lnTo>
                <a:lnTo>
                  <a:pt x="508" y="68"/>
                </a:lnTo>
                <a:lnTo>
                  <a:pt x="507" y="68"/>
                </a:lnTo>
                <a:lnTo>
                  <a:pt x="506" y="68"/>
                </a:lnTo>
                <a:lnTo>
                  <a:pt x="505" y="70"/>
                </a:lnTo>
                <a:lnTo>
                  <a:pt x="505" y="71"/>
                </a:lnTo>
                <a:lnTo>
                  <a:pt x="504" y="71"/>
                </a:lnTo>
                <a:lnTo>
                  <a:pt x="504" y="72"/>
                </a:lnTo>
                <a:lnTo>
                  <a:pt x="504" y="73"/>
                </a:lnTo>
                <a:lnTo>
                  <a:pt x="504" y="74"/>
                </a:lnTo>
                <a:lnTo>
                  <a:pt x="503" y="75"/>
                </a:lnTo>
                <a:lnTo>
                  <a:pt x="504" y="76"/>
                </a:lnTo>
                <a:lnTo>
                  <a:pt x="503" y="77"/>
                </a:lnTo>
                <a:lnTo>
                  <a:pt x="502" y="77"/>
                </a:lnTo>
                <a:lnTo>
                  <a:pt x="501" y="77"/>
                </a:lnTo>
                <a:lnTo>
                  <a:pt x="500" y="78"/>
                </a:lnTo>
                <a:lnTo>
                  <a:pt x="500" y="79"/>
                </a:lnTo>
                <a:lnTo>
                  <a:pt x="500" y="80"/>
                </a:lnTo>
                <a:lnTo>
                  <a:pt x="501" y="80"/>
                </a:lnTo>
                <a:lnTo>
                  <a:pt x="502" y="80"/>
                </a:lnTo>
                <a:lnTo>
                  <a:pt x="503" y="80"/>
                </a:lnTo>
                <a:lnTo>
                  <a:pt x="504" y="79"/>
                </a:lnTo>
                <a:lnTo>
                  <a:pt x="505" y="79"/>
                </a:lnTo>
                <a:lnTo>
                  <a:pt x="506" y="80"/>
                </a:lnTo>
                <a:lnTo>
                  <a:pt x="507" y="81"/>
                </a:lnTo>
                <a:lnTo>
                  <a:pt x="507" y="82"/>
                </a:lnTo>
                <a:lnTo>
                  <a:pt x="506" y="83"/>
                </a:lnTo>
                <a:lnTo>
                  <a:pt x="505" y="83"/>
                </a:lnTo>
                <a:lnTo>
                  <a:pt x="505" y="84"/>
                </a:lnTo>
                <a:lnTo>
                  <a:pt x="504" y="84"/>
                </a:lnTo>
                <a:lnTo>
                  <a:pt x="504" y="85"/>
                </a:lnTo>
                <a:lnTo>
                  <a:pt x="503" y="86"/>
                </a:lnTo>
                <a:lnTo>
                  <a:pt x="502" y="89"/>
                </a:lnTo>
                <a:lnTo>
                  <a:pt x="502" y="90"/>
                </a:lnTo>
                <a:lnTo>
                  <a:pt x="503" y="91"/>
                </a:lnTo>
                <a:lnTo>
                  <a:pt x="504" y="91"/>
                </a:lnTo>
                <a:lnTo>
                  <a:pt x="505" y="92"/>
                </a:lnTo>
                <a:lnTo>
                  <a:pt x="507" y="93"/>
                </a:lnTo>
                <a:lnTo>
                  <a:pt x="508" y="93"/>
                </a:lnTo>
                <a:lnTo>
                  <a:pt x="508" y="96"/>
                </a:lnTo>
                <a:lnTo>
                  <a:pt x="507" y="97"/>
                </a:lnTo>
                <a:lnTo>
                  <a:pt x="508" y="98"/>
                </a:lnTo>
                <a:lnTo>
                  <a:pt x="509" y="97"/>
                </a:lnTo>
                <a:lnTo>
                  <a:pt x="510" y="97"/>
                </a:lnTo>
                <a:lnTo>
                  <a:pt x="511" y="97"/>
                </a:lnTo>
                <a:lnTo>
                  <a:pt x="513" y="98"/>
                </a:lnTo>
                <a:lnTo>
                  <a:pt x="514" y="98"/>
                </a:lnTo>
                <a:lnTo>
                  <a:pt x="515" y="100"/>
                </a:lnTo>
                <a:lnTo>
                  <a:pt x="515" y="101"/>
                </a:lnTo>
                <a:lnTo>
                  <a:pt x="515" y="102"/>
                </a:lnTo>
                <a:lnTo>
                  <a:pt x="515" y="103"/>
                </a:lnTo>
                <a:lnTo>
                  <a:pt x="516" y="103"/>
                </a:lnTo>
                <a:lnTo>
                  <a:pt x="516" y="104"/>
                </a:lnTo>
                <a:lnTo>
                  <a:pt x="517" y="104"/>
                </a:lnTo>
                <a:lnTo>
                  <a:pt x="517" y="103"/>
                </a:lnTo>
                <a:lnTo>
                  <a:pt x="517" y="102"/>
                </a:lnTo>
                <a:lnTo>
                  <a:pt x="517" y="101"/>
                </a:lnTo>
                <a:lnTo>
                  <a:pt x="518" y="101"/>
                </a:lnTo>
                <a:lnTo>
                  <a:pt x="518" y="100"/>
                </a:lnTo>
                <a:lnTo>
                  <a:pt x="518" y="99"/>
                </a:lnTo>
                <a:lnTo>
                  <a:pt x="518" y="98"/>
                </a:lnTo>
                <a:lnTo>
                  <a:pt x="519" y="97"/>
                </a:lnTo>
                <a:lnTo>
                  <a:pt x="520" y="97"/>
                </a:lnTo>
                <a:lnTo>
                  <a:pt x="521" y="97"/>
                </a:lnTo>
                <a:lnTo>
                  <a:pt x="522" y="97"/>
                </a:lnTo>
                <a:lnTo>
                  <a:pt x="522" y="98"/>
                </a:lnTo>
                <a:lnTo>
                  <a:pt x="522" y="97"/>
                </a:lnTo>
                <a:lnTo>
                  <a:pt x="522" y="96"/>
                </a:lnTo>
                <a:lnTo>
                  <a:pt x="522" y="95"/>
                </a:lnTo>
                <a:lnTo>
                  <a:pt x="523" y="95"/>
                </a:lnTo>
                <a:lnTo>
                  <a:pt x="524" y="95"/>
                </a:lnTo>
                <a:lnTo>
                  <a:pt x="524" y="96"/>
                </a:lnTo>
                <a:lnTo>
                  <a:pt x="523" y="97"/>
                </a:lnTo>
                <a:lnTo>
                  <a:pt x="524" y="97"/>
                </a:lnTo>
                <a:lnTo>
                  <a:pt x="524" y="96"/>
                </a:lnTo>
                <a:lnTo>
                  <a:pt x="525" y="96"/>
                </a:lnTo>
                <a:lnTo>
                  <a:pt x="526" y="97"/>
                </a:lnTo>
                <a:lnTo>
                  <a:pt x="527" y="97"/>
                </a:lnTo>
                <a:lnTo>
                  <a:pt x="526" y="97"/>
                </a:lnTo>
                <a:lnTo>
                  <a:pt x="526" y="99"/>
                </a:lnTo>
                <a:lnTo>
                  <a:pt x="526" y="100"/>
                </a:lnTo>
                <a:lnTo>
                  <a:pt x="526" y="101"/>
                </a:lnTo>
                <a:lnTo>
                  <a:pt x="527" y="102"/>
                </a:lnTo>
                <a:lnTo>
                  <a:pt x="528" y="101"/>
                </a:lnTo>
                <a:lnTo>
                  <a:pt x="529" y="102"/>
                </a:lnTo>
                <a:lnTo>
                  <a:pt x="529" y="103"/>
                </a:lnTo>
                <a:lnTo>
                  <a:pt x="530" y="103"/>
                </a:lnTo>
                <a:lnTo>
                  <a:pt x="530" y="102"/>
                </a:lnTo>
                <a:lnTo>
                  <a:pt x="531" y="102"/>
                </a:lnTo>
                <a:lnTo>
                  <a:pt x="532" y="101"/>
                </a:lnTo>
                <a:lnTo>
                  <a:pt x="532" y="102"/>
                </a:lnTo>
                <a:lnTo>
                  <a:pt x="533" y="101"/>
                </a:lnTo>
                <a:lnTo>
                  <a:pt x="535" y="101"/>
                </a:lnTo>
                <a:lnTo>
                  <a:pt x="536" y="100"/>
                </a:lnTo>
                <a:lnTo>
                  <a:pt x="538" y="99"/>
                </a:lnTo>
                <a:lnTo>
                  <a:pt x="538" y="98"/>
                </a:lnTo>
                <a:lnTo>
                  <a:pt x="538" y="97"/>
                </a:lnTo>
                <a:lnTo>
                  <a:pt x="538" y="96"/>
                </a:lnTo>
                <a:lnTo>
                  <a:pt x="539" y="95"/>
                </a:lnTo>
                <a:lnTo>
                  <a:pt x="539" y="94"/>
                </a:lnTo>
                <a:lnTo>
                  <a:pt x="540" y="94"/>
                </a:lnTo>
                <a:lnTo>
                  <a:pt x="541" y="93"/>
                </a:lnTo>
                <a:lnTo>
                  <a:pt x="542" y="91"/>
                </a:lnTo>
                <a:lnTo>
                  <a:pt x="542" y="90"/>
                </a:lnTo>
                <a:lnTo>
                  <a:pt x="544" y="89"/>
                </a:lnTo>
                <a:lnTo>
                  <a:pt x="545" y="88"/>
                </a:lnTo>
                <a:lnTo>
                  <a:pt x="546" y="88"/>
                </a:lnTo>
                <a:lnTo>
                  <a:pt x="547" y="87"/>
                </a:lnTo>
                <a:lnTo>
                  <a:pt x="547" y="86"/>
                </a:lnTo>
                <a:lnTo>
                  <a:pt x="548" y="85"/>
                </a:lnTo>
                <a:lnTo>
                  <a:pt x="549" y="84"/>
                </a:lnTo>
                <a:lnTo>
                  <a:pt x="550" y="83"/>
                </a:lnTo>
                <a:lnTo>
                  <a:pt x="550" y="82"/>
                </a:lnTo>
                <a:lnTo>
                  <a:pt x="551" y="82"/>
                </a:lnTo>
                <a:lnTo>
                  <a:pt x="551" y="83"/>
                </a:lnTo>
                <a:lnTo>
                  <a:pt x="552" y="83"/>
                </a:lnTo>
                <a:lnTo>
                  <a:pt x="553" y="82"/>
                </a:lnTo>
                <a:lnTo>
                  <a:pt x="553" y="81"/>
                </a:lnTo>
                <a:lnTo>
                  <a:pt x="554" y="81"/>
                </a:lnTo>
                <a:lnTo>
                  <a:pt x="555" y="81"/>
                </a:lnTo>
                <a:lnTo>
                  <a:pt x="556" y="81"/>
                </a:lnTo>
                <a:lnTo>
                  <a:pt x="556" y="80"/>
                </a:lnTo>
                <a:lnTo>
                  <a:pt x="557" y="80"/>
                </a:lnTo>
                <a:lnTo>
                  <a:pt x="557" y="81"/>
                </a:lnTo>
                <a:lnTo>
                  <a:pt x="558" y="81"/>
                </a:lnTo>
                <a:lnTo>
                  <a:pt x="558" y="80"/>
                </a:lnTo>
                <a:lnTo>
                  <a:pt x="558" y="79"/>
                </a:lnTo>
                <a:lnTo>
                  <a:pt x="558" y="78"/>
                </a:lnTo>
                <a:lnTo>
                  <a:pt x="559" y="78"/>
                </a:lnTo>
                <a:lnTo>
                  <a:pt x="559" y="77"/>
                </a:lnTo>
                <a:lnTo>
                  <a:pt x="560" y="76"/>
                </a:lnTo>
                <a:lnTo>
                  <a:pt x="560" y="75"/>
                </a:lnTo>
                <a:lnTo>
                  <a:pt x="560" y="74"/>
                </a:lnTo>
                <a:lnTo>
                  <a:pt x="561" y="73"/>
                </a:lnTo>
                <a:lnTo>
                  <a:pt x="562" y="73"/>
                </a:lnTo>
                <a:lnTo>
                  <a:pt x="563" y="73"/>
                </a:lnTo>
                <a:lnTo>
                  <a:pt x="564" y="73"/>
                </a:lnTo>
                <a:lnTo>
                  <a:pt x="564" y="72"/>
                </a:lnTo>
                <a:lnTo>
                  <a:pt x="565" y="72"/>
                </a:lnTo>
                <a:lnTo>
                  <a:pt x="566" y="72"/>
                </a:lnTo>
                <a:lnTo>
                  <a:pt x="567" y="73"/>
                </a:lnTo>
                <a:lnTo>
                  <a:pt x="568" y="73"/>
                </a:lnTo>
                <a:lnTo>
                  <a:pt x="569" y="73"/>
                </a:lnTo>
                <a:lnTo>
                  <a:pt x="569" y="72"/>
                </a:lnTo>
                <a:lnTo>
                  <a:pt x="570" y="71"/>
                </a:lnTo>
                <a:lnTo>
                  <a:pt x="571" y="71"/>
                </a:lnTo>
                <a:lnTo>
                  <a:pt x="572" y="71"/>
                </a:lnTo>
                <a:lnTo>
                  <a:pt x="573" y="71"/>
                </a:lnTo>
                <a:lnTo>
                  <a:pt x="573" y="70"/>
                </a:lnTo>
                <a:lnTo>
                  <a:pt x="574" y="69"/>
                </a:lnTo>
                <a:lnTo>
                  <a:pt x="575" y="69"/>
                </a:lnTo>
                <a:lnTo>
                  <a:pt x="576" y="68"/>
                </a:lnTo>
                <a:lnTo>
                  <a:pt x="577" y="69"/>
                </a:lnTo>
                <a:lnTo>
                  <a:pt x="577" y="68"/>
                </a:lnTo>
                <a:lnTo>
                  <a:pt x="577" y="67"/>
                </a:lnTo>
                <a:lnTo>
                  <a:pt x="578" y="67"/>
                </a:lnTo>
                <a:lnTo>
                  <a:pt x="579" y="67"/>
                </a:lnTo>
                <a:lnTo>
                  <a:pt x="580" y="67"/>
                </a:lnTo>
                <a:lnTo>
                  <a:pt x="581" y="66"/>
                </a:lnTo>
                <a:lnTo>
                  <a:pt x="581" y="65"/>
                </a:lnTo>
                <a:lnTo>
                  <a:pt x="581" y="64"/>
                </a:lnTo>
                <a:lnTo>
                  <a:pt x="581" y="62"/>
                </a:lnTo>
                <a:lnTo>
                  <a:pt x="580" y="60"/>
                </a:lnTo>
                <a:lnTo>
                  <a:pt x="579" y="60"/>
                </a:lnTo>
                <a:lnTo>
                  <a:pt x="579" y="59"/>
                </a:lnTo>
                <a:lnTo>
                  <a:pt x="578" y="58"/>
                </a:lnTo>
                <a:lnTo>
                  <a:pt x="578" y="57"/>
                </a:lnTo>
                <a:lnTo>
                  <a:pt x="579" y="57"/>
                </a:lnTo>
                <a:lnTo>
                  <a:pt x="580" y="56"/>
                </a:lnTo>
                <a:lnTo>
                  <a:pt x="580" y="55"/>
                </a:lnTo>
                <a:lnTo>
                  <a:pt x="581" y="54"/>
                </a:lnTo>
                <a:lnTo>
                  <a:pt x="581" y="53"/>
                </a:lnTo>
                <a:lnTo>
                  <a:pt x="582" y="53"/>
                </a:lnTo>
                <a:lnTo>
                  <a:pt x="583" y="53"/>
                </a:lnTo>
                <a:lnTo>
                  <a:pt x="583" y="52"/>
                </a:lnTo>
                <a:lnTo>
                  <a:pt x="583" y="51"/>
                </a:lnTo>
                <a:lnTo>
                  <a:pt x="583" y="50"/>
                </a:lnTo>
                <a:lnTo>
                  <a:pt x="583" y="49"/>
                </a:lnTo>
                <a:lnTo>
                  <a:pt x="582" y="49"/>
                </a:lnTo>
                <a:lnTo>
                  <a:pt x="581" y="49"/>
                </a:lnTo>
                <a:lnTo>
                  <a:pt x="581" y="48"/>
                </a:lnTo>
                <a:lnTo>
                  <a:pt x="580" y="47"/>
                </a:lnTo>
                <a:lnTo>
                  <a:pt x="578" y="48"/>
                </a:lnTo>
                <a:lnTo>
                  <a:pt x="577" y="46"/>
                </a:lnTo>
                <a:lnTo>
                  <a:pt x="576" y="46"/>
                </a:lnTo>
                <a:lnTo>
                  <a:pt x="576" y="45"/>
                </a:lnTo>
                <a:lnTo>
                  <a:pt x="575" y="44"/>
                </a:lnTo>
                <a:lnTo>
                  <a:pt x="575" y="45"/>
                </a:lnTo>
                <a:lnTo>
                  <a:pt x="574" y="45"/>
                </a:lnTo>
                <a:lnTo>
                  <a:pt x="574" y="44"/>
                </a:lnTo>
                <a:lnTo>
                  <a:pt x="573" y="44"/>
                </a:lnTo>
                <a:lnTo>
                  <a:pt x="572" y="44"/>
                </a:lnTo>
                <a:lnTo>
                  <a:pt x="571" y="44"/>
                </a:lnTo>
                <a:lnTo>
                  <a:pt x="571" y="43"/>
                </a:lnTo>
                <a:lnTo>
                  <a:pt x="570" y="43"/>
                </a:lnTo>
                <a:lnTo>
                  <a:pt x="570" y="42"/>
                </a:lnTo>
                <a:lnTo>
                  <a:pt x="571" y="41"/>
                </a:lnTo>
                <a:lnTo>
                  <a:pt x="572" y="40"/>
                </a:lnTo>
                <a:lnTo>
                  <a:pt x="572" y="41"/>
                </a:lnTo>
                <a:lnTo>
                  <a:pt x="574" y="40"/>
                </a:lnTo>
                <a:lnTo>
                  <a:pt x="575" y="38"/>
                </a:lnTo>
                <a:lnTo>
                  <a:pt x="575" y="37"/>
                </a:lnTo>
                <a:lnTo>
                  <a:pt x="576" y="36"/>
                </a:lnTo>
                <a:lnTo>
                  <a:pt x="577" y="36"/>
                </a:lnTo>
                <a:lnTo>
                  <a:pt x="577" y="35"/>
                </a:lnTo>
                <a:lnTo>
                  <a:pt x="578" y="35"/>
                </a:lnTo>
                <a:lnTo>
                  <a:pt x="580" y="34"/>
                </a:lnTo>
                <a:lnTo>
                  <a:pt x="580" y="33"/>
                </a:lnTo>
                <a:lnTo>
                  <a:pt x="580" y="32"/>
                </a:lnTo>
                <a:lnTo>
                  <a:pt x="580" y="31"/>
                </a:lnTo>
                <a:lnTo>
                  <a:pt x="580" y="30"/>
                </a:lnTo>
                <a:lnTo>
                  <a:pt x="579" y="29"/>
                </a:lnTo>
                <a:lnTo>
                  <a:pt x="578" y="28"/>
                </a:lnTo>
                <a:lnTo>
                  <a:pt x="578" y="27"/>
                </a:lnTo>
                <a:lnTo>
                  <a:pt x="579" y="26"/>
                </a:lnTo>
                <a:lnTo>
                  <a:pt x="580" y="25"/>
                </a:lnTo>
                <a:lnTo>
                  <a:pt x="581" y="24"/>
                </a:lnTo>
                <a:lnTo>
                  <a:pt x="581" y="23"/>
                </a:lnTo>
                <a:lnTo>
                  <a:pt x="582" y="23"/>
                </a:lnTo>
                <a:lnTo>
                  <a:pt x="582" y="22"/>
                </a:lnTo>
                <a:lnTo>
                  <a:pt x="583" y="22"/>
                </a:lnTo>
                <a:lnTo>
                  <a:pt x="584" y="21"/>
                </a:lnTo>
                <a:lnTo>
                  <a:pt x="585" y="22"/>
                </a:lnTo>
                <a:lnTo>
                  <a:pt x="586" y="22"/>
                </a:lnTo>
                <a:lnTo>
                  <a:pt x="587" y="21"/>
                </a:lnTo>
                <a:lnTo>
                  <a:pt x="588" y="21"/>
                </a:lnTo>
                <a:lnTo>
                  <a:pt x="588" y="20"/>
                </a:lnTo>
                <a:lnTo>
                  <a:pt x="589" y="20"/>
                </a:lnTo>
                <a:lnTo>
                  <a:pt x="590" y="20"/>
                </a:lnTo>
                <a:lnTo>
                  <a:pt x="591" y="20"/>
                </a:lnTo>
                <a:lnTo>
                  <a:pt x="591" y="19"/>
                </a:lnTo>
                <a:lnTo>
                  <a:pt x="591" y="18"/>
                </a:lnTo>
                <a:lnTo>
                  <a:pt x="593" y="19"/>
                </a:lnTo>
                <a:lnTo>
                  <a:pt x="594" y="20"/>
                </a:lnTo>
                <a:lnTo>
                  <a:pt x="595" y="20"/>
                </a:lnTo>
                <a:lnTo>
                  <a:pt x="595" y="21"/>
                </a:lnTo>
                <a:lnTo>
                  <a:pt x="596" y="21"/>
                </a:lnTo>
                <a:lnTo>
                  <a:pt x="597" y="21"/>
                </a:lnTo>
                <a:lnTo>
                  <a:pt x="599" y="21"/>
                </a:lnTo>
                <a:lnTo>
                  <a:pt x="600" y="21"/>
                </a:lnTo>
                <a:lnTo>
                  <a:pt x="600" y="22"/>
                </a:lnTo>
                <a:lnTo>
                  <a:pt x="601" y="22"/>
                </a:lnTo>
                <a:lnTo>
                  <a:pt x="601" y="23"/>
                </a:lnTo>
                <a:lnTo>
                  <a:pt x="602" y="24"/>
                </a:lnTo>
                <a:lnTo>
                  <a:pt x="602" y="25"/>
                </a:lnTo>
                <a:lnTo>
                  <a:pt x="603" y="26"/>
                </a:lnTo>
                <a:lnTo>
                  <a:pt x="603" y="27"/>
                </a:lnTo>
                <a:lnTo>
                  <a:pt x="603" y="28"/>
                </a:lnTo>
                <a:lnTo>
                  <a:pt x="602" y="29"/>
                </a:lnTo>
                <a:lnTo>
                  <a:pt x="602" y="30"/>
                </a:lnTo>
                <a:lnTo>
                  <a:pt x="602" y="32"/>
                </a:lnTo>
                <a:lnTo>
                  <a:pt x="601" y="32"/>
                </a:lnTo>
                <a:lnTo>
                  <a:pt x="601" y="33"/>
                </a:lnTo>
                <a:lnTo>
                  <a:pt x="600" y="34"/>
                </a:lnTo>
                <a:lnTo>
                  <a:pt x="600" y="35"/>
                </a:lnTo>
                <a:lnTo>
                  <a:pt x="601" y="35"/>
                </a:lnTo>
                <a:lnTo>
                  <a:pt x="601" y="36"/>
                </a:lnTo>
                <a:lnTo>
                  <a:pt x="602" y="37"/>
                </a:lnTo>
                <a:lnTo>
                  <a:pt x="603" y="37"/>
                </a:lnTo>
                <a:lnTo>
                  <a:pt x="604" y="37"/>
                </a:lnTo>
                <a:lnTo>
                  <a:pt x="605" y="37"/>
                </a:lnTo>
                <a:lnTo>
                  <a:pt x="606" y="38"/>
                </a:lnTo>
                <a:lnTo>
                  <a:pt x="606" y="39"/>
                </a:lnTo>
                <a:lnTo>
                  <a:pt x="607" y="39"/>
                </a:lnTo>
                <a:lnTo>
                  <a:pt x="608" y="39"/>
                </a:lnTo>
                <a:lnTo>
                  <a:pt x="609" y="39"/>
                </a:lnTo>
                <a:lnTo>
                  <a:pt x="609" y="38"/>
                </a:lnTo>
                <a:lnTo>
                  <a:pt x="609" y="37"/>
                </a:lnTo>
                <a:lnTo>
                  <a:pt x="608" y="36"/>
                </a:lnTo>
                <a:lnTo>
                  <a:pt x="609" y="36"/>
                </a:lnTo>
                <a:lnTo>
                  <a:pt x="611" y="35"/>
                </a:lnTo>
                <a:lnTo>
                  <a:pt x="612" y="35"/>
                </a:lnTo>
                <a:lnTo>
                  <a:pt x="613" y="35"/>
                </a:lnTo>
                <a:lnTo>
                  <a:pt x="614" y="35"/>
                </a:lnTo>
                <a:lnTo>
                  <a:pt x="613" y="34"/>
                </a:lnTo>
                <a:lnTo>
                  <a:pt x="616" y="31"/>
                </a:lnTo>
                <a:lnTo>
                  <a:pt x="617" y="32"/>
                </a:lnTo>
                <a:lnTo>
                  <a:pt x="618" y="33"/>
                </a:lnTo>
                <a:lnTo>
                  <a:pt x="618" y="34"/>
                </a:lnTo>
                <a:lnTo>
                  <a:pt x="617" y="35"/>
                </a:lnTo>
                <a:lnTo>
                  <a:pt x="618" y="35"/>
                </a:lnTo>
                <a:lnTo>
                  <a:pt x="619" y="36"/>
                </a:lnTo>
                <a:lnTo>
                  <a:pt x="619" y="37"/>
                </a:lnTo>
                <a:lnTo>
                  <a:pt x="620" y="38"/>
                </a:lnTo>
                <a:lnTo>
                  <a:pt x="621" y="39"/>
                </a:lnTo>
                <a:lnTo>
                  <a:pt x="622" y="39"/>
                </a:lnTo>
                <a:lnTo>
                  <a:pt x="623" y="39"/>
                </a:lnTo>
                <a:lnTo>
                  <a:pt x="624" y="38"/>
                </a:lnTo>
                <a:lnTo>
                  <a:pt x="624" y="37"/>
                </a:lnTo>
                <a:lnTo>
                  <a:pt x="625" y="37"/>
                </a:lnTo>
                <a:lnTo>
                  <a:pt x="625" y="36"/>
                </a:lnTo>
                <a:lnTo>
                  <a:pt x="625" y="35"/>
                </a:lnTo>
                <a:lnTo>
                  <a:pt x="625" y="33"/>
                </a:lnTo>
                <a:lnTo>
                  <a:pt x="626" y="31"/>
                </a:lnTo>
                <a:lnTo>
                  <a:pt x="628" y="31"/>
                </a:lnTo>
                <a:lnTo>
                  <a:pt x="630" y="30"/>
                </a:lnTo>
                <a:lnTo>
                  <a:pt x="631" y="30"/>
                </a:lnTo>
                <a:lnTo>
                  <a:pt x="632" y="31"/>
                </a:lnTo>
                <a:lnTo>
                  <a:pt x="632" y="32"/>
                </a:lnTo>
                <a:lnTo>
                  <a:pt x="632" y="33"/>
                </a:lnTo>
                <a:lnTo>
                  <a:pt x="632" y="34"/>
                </a:lnTo>
                <a:lnTo>
                  <a:pt x="632" y="35"/>
                </a:lnTo>
                <a:lnTo>
                  <a:pt x="631" y="36"/>
                </a:lnTo>
                <a:lnTo>
                  <a:pt x="631" y="37"/>
                </a:lnTo>
                <a:lnTo>
                  <a:pt x="631" y="38"/>
                </a:lnTo>
                <a:lnTo>
                  <a:pt x="631" y="39"/>
                </a:lnTo>
                <a:lnTo>
                  <a:pt x="630" y="40"/>
                </a:lnTo>
                <a:lnTo>
                  <a:pt x="630" y="41"/>
                </a:lnTo>
                <a:lnTo>
                  <a:pt x="631" y="41"/>
                </a:lnTo>
                <a:lnTo>
                  <a:pt x="631" y="42"/>
                </a:lnTo>
                <a:lnTo>
                  <a:pt x="631" y="43"/>
                </a:lnTo>
                <a:lnTo>
                  <a:pt x="632" y="44"/>
                </a:lnTo>
                <a:lnTo>
                  <a:pt x="633" y="45"/>
                </a:lnTo>
                <a:lnTo>
                  <a:pt x="633" y="46"/>
                </a:lnTo>
                <a:lnTo>
                  <a:pt x="634" y="46"/>
                </a:lnTo>
                <a:lnTo>
                  <a:pt x="634" y="47"/>
                </a:lnTo>
                <a:lnTo>
                  <a:pt x="635" y="48"/>
                </a:lnTo>
                <a:lnTo>
                  <a:pt x="636" y="49"/>
                </a:lnTo>
                <a:lnTo>
                  <a:pt x="636" y="48"/>
                </a:lnTo>
                <a:lnTo>
                  <a:pt x="637" y="48"/>
                </a:lnTo>
                <a:lnTo>
                  <a:pt x="638" y="48"/>
                </a:lnTo>
                <a:lnTo>
                  <a:pt x="638" y="49"/>
                </a:lnTo>
                <a:lnTo>
                  <a:pt x="638" y="50"/>
                </a:lnTo>
                <a:lnTo>
                  <a:pt x="637" y="50"/>
                </a:lnTo>
                <a:lnTo>
                  <a:pt x="638" y="51"/>
                </a:lnTo>
                <a:lnTo>
                  <a:pt x="640" y="53"/>
                </a:lnTo>
                <a:lnTo>
                  <a:pt x="641" y="53"/>
                </a:lnTo>
                <a:lnTo>
                  <a:pt x="640" y="54"/>
                </a:lnTo>
                <a:lnTo>
                  <a:pt x="639" y="55"/>
                </a:lnTo>
                <a:lnTo>
                  <a:pt x="640" y="56"/>
                </a:lnTo>
                <a:lnTo>
                  <a:pt x="641" y="57"/>
                </a:lnTo>
                <a:lnTo>
                  <a:pt x="641" y="58"/>
                </a:lnTo>
                <a:lnTo>
                  <a:pt x="640" y="59"/>
                </a:lnTo>
                <a:lnTo>
                  <a:pt x="640" y="60"/>
                </a:lnTo>
                <a:lnTo>
                  <a:pt x="640" y="61"/>
                </a:lnTo>
                <a:lnTo>
                  <a:pt x="640" y="62"/>
                </a:lnTo>
                <a:lnTo>
                  <a:pt x="641" y="63"/>
                </a:lnTo>
                <a:lnTo>
                  <a:pt x="642" y="63"/>
                </a:lnTo>
                <a:lnTo>
                  <a:pt x="641" y="64"/>
                </a:lnTo>
                <a:lnTo>
                  <a:pt x="642" y="65"/>
                </a:lnTo>
                <a:lnTo>
                  <a:pt x="643" y="64"/>
                </a:lnTo>
                <a:lnTo>
                  <a:pt x="643" y="63"/>
                </a:lnTo>
                <a:lnTo>
                  <a:pt x="644" y="63"/>
                </a:lnTo>
                <a:lnTo>
                  <a:pt x="644" y="64"/>
                </a:lnTo>
                <a:lnTo>
                  <a:pt x="645" y="64"/>
                </a:lnTo>
                <a:lnTo>
                  <a:pt x="645" y="65"/>
                </a:lnTo>
                <a:lnTo>
                  <a:pt x="644" y="66"/>
                </a:lnTo>
                <a:lnTo>
                  <a:pt x="645" y="67"/>
                </a:lnTo>
                <a:lnTo>
                  <a:pt x="646" y="67"/>
                </a:lnTo>
                <a:lnTo>
                  <a:pt x="647" y="66"/>
                </a:lnTo>
                <a:lnTo>
                  <a:pt x="647" y="67"/>
                </a:lnTo>
                <a:lnTo>
                  <a:pt x="648" y="68"/>
                </a:lnTo>
                <a:lnTo>
                  <a:pt x="648" y="67"/>
                </a:lnTo>
                <a:lnTo>
                  <a:pt x="649" y="67"/>
                </a:lnTo>
                <a:lnTo>
                  <a:pt x="649" y="66"/>
                </a:lnTo>
                <a:lnTo>
                  <a:pt x="650" y="66"/>
                </a:lnTo>
                <a:lnTo>
                  <a:pt x="651" y="65"/>
                </a:lnTo>
                <a:lnTo>
                  <a:pt x="652" y="66"/>
                </a:lnTo>
                <a:lnTo>
                  <a:pt x="653" y="67"/>
                </a:lnTo>
                <a:lnTo>
                  <a:pt x="654" y="67"/>
                </a:lnTo>
                <a:lnTo>
                  <a:pt x="655" y="68"/>
                </a:lnTo>
                <a:lnTo>
                  <a:pt x="655" y="69"/>
                </a:lnTo>
                <a:lnTo>
                  <a:pt x="655" y="70"/>
                </a:lnTo>
                <a:lnTo>
                  <a:pt x="654" y="70"/>
                </a:lnTo>
                <a:lnTo>
                  <a:pt x="654" y="73"/>
                </a:lnTo>
                <a:lnTo>
                  <a:pt x="655" y="74"/>
                </a:lnTo>
                <a:lnTo>
                  <a:pt x="655" y="75"/>
                </a:lnTo>
                <a:lnTo>
                  <a:pt x="655" y="76"/>
                </a:lnTo>
                <a:lnTo>
                  <a:pt x="656" y="77"/>
                </a:lnTo>
                <a:lnTo>
                  <a:pt x="656" y="78"/>
                </a:lnTo>
                <a:lnTo>
                  <a:pt x="658" y="79"/>
                </a:lnTo>
                <a:lnTo>
                  <a:pt x="658" y="80"/>
                </a:lnTo>
                <a:lnTo>
                  <a:pt x="659" y="81"/>
                </a:lnTo>
                <a:lnTo>
                  <a:pt x="659" y="80"/>
                </a:lnTo>
                <a:lnTo>
                  <a:pt x="661" y="80"/>
                </a:lnTo>
                <a:lnTo>
                  <a:pt x="663" y="80"/>
                </a:lnTo>
                <a:lnTo>
                  <a:pt x="664" y="80"/>
                </a:lnTo>
                <a:lnTo>
                  <a:pt x="666" y="79"/>
                </a:lnTo>
                <a:lnTo>
                  <a:pt x="667" y="80"/>
                </a:lnTo>
                <a:lnTo>
                  <a:pt x="667" y="81"/>
                </a:lnTo>
                <a:lnTo>
                  <a:pt x="668" y="81"/>
                </a:lnTo>
                <a:lnTo>
                  <a:pt x="669" y="81"/>
                </a:lnTo>
                <a:lnTo>
                  <a:pt x="669" y="80"/>
                </a:lnTo>
                <a:lnTo>
                  <a:pt x="670" y="80"/>
                </a:lnTo>
                <a:lnTo>
                  <a:pt x="670" y="79"/>
                </a:lnTo>
                <a:lnTo>
                  <a:pt x="671" y="79"/>
                </a:lnTo>
                <a:lnTo>
                  <a:pt x="673" y="77"/>
                </a:lnTo>
                <a:lnTo>
                  <a:pt x="673" y="76"/>
                </a:lnTo>
                <a:lnTo>
                  <a:pt x="674" y="75"/>
                </a:lnTo>
                <a:lnTo>
                  <a:pt x="675" y="74"/>
                </a:lnTo>
                <a:lnTo>
                  <a:pt x="676" y="73"/>
                </a:lnTo>
                <a:lnTo>
                  <a:pt x="677" y="74"/>
                </a:lnTo>
                <a:lnTo>
                  <a:pt x="678" y="74"/>
                </a:lnTo>
                <a:lnTo>
                  <a:pt x="679" y="74"/>
                </a:lnTo>
                <a:lnTo>
                  <a:pt x="680" y="76"/>
                </a:lnTo>
                <a:lnTo>
                  <a:pt x="680" y="77"/>
                </a:lnTo>
                <a:lnTo>
                  <a:pt x="681" y="77"/>
                </a:lnTo>
                <a:lnTo>
                  <a:pt x="682" y="77"/>
                </a:lnTo>
                <a:lnTo>
                  <a:pt x="683" y="77"/>
                </a:lnTo>
                <a:lnTo>
                  <a:pt x="684" y="79"/>
                </a:lnTo>
                <a:lnTo>
                  <a:pt x="684" y="81"/>
                </a:lnTo>
                <a:lnTo>
                  <a:pt x="683" y="82"/>
                </a:lnTo>
                <a:lnTo>
                  <a:pt x="684" y="83"/>
                </a:lnTo>
                <a:lnTo>
                  <a:pt x="685" y="84"/>
                </a:lnTo>
                <a:lnTo>
                  <a:pt x="685" y="85"/>
                </a:lnTo>
                <a:lnTo>
                  <a:pt x="686" y="85"/>
                </a:lnTo>
                <a:lnTo>
                  <a:pt x="687" y="85"/>
                </a:lnTo>
                <a:lnTo>
                  <a:pt x="687" y="84"/>
                </a:lnTo>
                <a:lnTo>
                  <a:pt x="689" y="85"/>
                </a:lnTo>
                <a:lnTo>
                  <a:pt x="689" y="84"/>
                </a:lnTo>
                <a:lnTo>
                  <a:pt x="689" y="83"/>
                </a:lnTo>
                <a:lnTo>
                  <a:pt x="690" y="83"/>
                </a:lnTo>
                <a:lnTo>
                  <a:pt x="692" y="84"/>
                </a:lnTo>
                <a:lnTo>
                  <a:pt x="692" y="85"/>
                </a:lnTo>
                <a:lnTo>
                  <a:pt x="693" y="85"/>
                </a:lnTo>
                <a:lnTo>
                  <a:pt x="694" y="85"/>
                </a:lnTo>
                <a:lnTo>
                  <a:pt x="694" y="84"/>
                </a:lnTo>
                <a:lnTo>
                  <a:pt x="695" y="83"/>
                </a:lnTo>
                <a:lnTo>
                  <a:pt x="696" y="83"/>
                </a:lnTo>
                <a:lnTo>
                  <a:pt x="696" y="82"/>
                </a:lnTo>
                <a:lnTo>
                  <a:pt x="697" y="82"/>
                </a:lnTo>
                <a:lnTo>
                  <a:pt x="697" y="83"/>
                </a:lnTo>
                <a:lnTo>
                  <a:pt x="699" y="83"/>
                </a:lnTo>
                <a:lnTo>
                  <a:pt x="699" y="82"/>
                </a:lnTo>
                <a:lnTo>
                  <a:pt x="699" y="81"/>
                </a:lnTo>
                <a:lnTo>
                  <a:pt x="699" y="80"/>
                </a:lnTo>
                <a:lnTo>
                  <a:pt x="699" y="79"/>
                </a:lnTo>
                <a:lnTo>
                  <a:pt x="700" y="79"/>
                </a:lnTo>
                <a:lnTo>
                  <a:pt x="700" y="80"/>
                </a:lnTo>
                <a:lnTo>
                  <a:pt x="701" y="80"/>
                </a:lnTo>
                <a:lnTo>
                  <a:pt x="700" y="82"/>
                </a:lnTo>
                <a:lnTo>
                  <a:pt x="702" y="82"/>
                </a:lnTo>
                <a:lnTo>
                  <a:pt x="702" y="81"/>
                </a:lnTo>
                <a:lnTo>
                  <a:pt x="703" y="80"/>
                </a:lnTo>
                <a:lnTo>
                  <a:pt x="704" y="79"/>
                </a:lnTo>
                <a:lnTo>
                  <a:pt x="705" y="79"/>
                </a:lnTo>
                <a:lnTo>
                  <a:pt x="706" y="78"/>
                </a:lnTo>
                <a:lnTo>
                  <a:pt x="707" y="78"/>
                </a:lnTo>
                <a:lnTo>
                  <a:pt x="708" y="78"/>
                </a:lnTo>
                <a:lnTo>
                  <a:pt x="708" y="79"/>
                </a:lnTo>
                <a:lnTo>
                  <a:pt x="709" y="79"/>
                </a:lnTo>
                <a:lnTo>
                  <a:pt x="710" y="80"/>
                </a:lnTo>
                <a:lnTo>
                  <a:pt x="711" y="80"/>
                </a:lnTo>
                <a:lnTo>
                  <a:pt x="712" y="80"/>
                </a:lnTo>
                <a:lnTo>
                  <a:pt x="713" y="80"/>
                </a:lnTo>
                <a:lnTo>
                  <a:pt x="714" y="79"/>
                </a:lnTo>
                <a:lnTo>
                  <a:pt x="715" y="79"/>
                </a:lnTo>
                <a:lnTo>
                  <a:pt x="716" y="79"/>
                </a:lnTo>
                <a:lnTo>
                  <a:pt x="716" y="80"/>
                </a:lnTo>
                <a:lnTo>
                  <a:pt x="716" y="81"/>
                </a:lnTo>
                <a:lnTo>
                  <a:pt x="717" y="81"/>
                </a:lnTo>
                <a:lnTo>
                  <a:pt x="718" y="81"/>
                </a:lnTo>
                <a:lnTo>
                  <a:pt x="718" y="80"/>
                </a:lnTo>
                <a:lnTo>
                  <a:pt x="718" y="81"/>
                </a:lnTo>
                <a:lnTo>
                  <a:pt x="718" y="82"/>
                </a:lnTo>
                <a:lnTo>
                  <a:pt x="719" y="83"/>
                </a:lnTo>
                <a:lnTo>
                  <a:pt x="720" y="83"/>
                </a:lnTo>
                <a:lnTo>
                  <a:pt x="720" y="82"/>
                </a:lnTo>
                <a:lnTo>
                  <a:pt x="721" y="82"/>
                </a:lnTo>
                <a:lnTo>
                  <a:pt x="722" y="82"/>
                </a:lnTo>
                <a:lnTo>
                  <a:pt x="722" y="81"/>
                </a:lnTo>
                <a:lnTo>
                  <a:pt x="723" y="81"/>
                </a:lnTo>
                <a:lnTo>
                  <a:pt x="724" y="81"/>
                </a:lnTo>
                <a:lnTo>
                  <a:pt x="725" y="80"/>
                </a:lnTo>
                <a:lnTo>
                  <a:pt x="725" y="79"/>
                </a:lnTo>
                <a:lnTo>
                  <a:pt x="728" y="79"/>
                </a:lnTo>
                <a:lnTo>
                  <a:pt x="729" y="80"/>
                </a:lnTo>
                <a:lnTo>
                  <a:pt x="730" y="80"/>
                </a:lnTo>
                <a:lnTo>
                  <a:pt x="730" y="79"/>
                </a:lnTo>
                <a:lnTo>
                  <a:pt x="731" y="78"/>
                </a:lnTo>
                <a:lnTo>
                  <a:pt x="731" y="77"/>
                </a:lnTo>
                <a:lnTo>
                  <a:pt x="731" y="76"/>
                </a:lnTo>
                <a:lnTo>
                  <a:pt x="732" y="76"/>
                </a:lnTo>
                <a:lnTo>
                  <a:pt x="735" y="76"/>
                </a:lnTo>
                <a:lnTo>
                  <a:pt x="736" y="77"/>
                </a:lnTo>
                <a:lnTo>
                  <a:pt x="737" y="77"/>
                </a:lnTo>
                <a:lnTo>
                  <a:pt x="738" y="76"/>
                </a:lnTo>
                <a:lnTo>
                  <a:pt x="738" y="75"/>
                </a:lnTo>
                <a:lnTo>
                  <a:pt x="738" y="74"/>
                </a:lnTo>
                <a:lnTo>
                  <a:pt x="739" y="74"/>
                </a:lnTo>
                <a:lnTo>
                  <a:pt x="739" y="73"/>
                </a:lnTo>
                <a:lnTo>
                  <a:pt x="740" y="74"/>
                </a:lnTo>
                <a:lnTo>
                  <a:pt x="741" y="73"/>
                </a:lnTo>
                <a:lnTo>
                  <a:pt x="742" y="73"/>
                </a:lnTo>
                <a:lnTo>
                  <a:pt x="744" y="73"/>
                </a:lnTo>
                <a:lnTo>
                  <a:pt x="745" y="74"/>
                </a:lnTo>
                <a:lnTo>
                  <a:pt x="746" y="75"/>
                </a:lnTo>
                <a:lnTo>
                  <a:pt x="747" y="76"/>
                </a:lnTo>
                <a:lnTo>
                  <a:pt x="748" y="76"/>
                </a:lnTo>
                <a:lnTo>
                  <a:pt x="748" y="77"/>
                </a:lnTo>
                <a:lnTo>
                  <a:pt x="748" y="78"/>
                </a:lnTo>
                <a:lnTo>
                  <a:pt x="750" y="80"/>
                </a:lnTo>
                <a:lnTo>
                  <a:pt x="752" y="80"/>
                </a:lnTo>
                <a:lnTo>
                  <a:pt x="753" y="79"/>
                </a:lnTo>
                <a:lnTo>
                  <a:pt x="754" y="79"/>
                </a:lnTo>
                <a:lnTo>
                  <a:pt x="755" y="80"/>
                </a:lnTo>
                <a:lnTo>
                  <a:pt x="756" y="80"/>
                </a:lnTo>
                <a:lnTo>
                  <a:pt x="757" y="79"/>
                </a:lnTo>
                <a:lnTo>
                  <a:pt x="758" y="79"/>
                </a:lnTo>
                <a:lnTo>
                  <a:pt x="759" y="80"/>
                </a:lnTo>
                <a:lnTo>
                  <a:pt x="759" y="81"/>
                </a:lnTo>
                <a:lnTo>
                  <a:pt x="759" y="82"/>
                </a:lnTo>
                <a:lnTo>
                  <a:pt x="760" y="82"/>
                </a:lnTo>
                <a:lnTo>
                  <a:pt x="761" y="82"/>
                </a:lnTo>
                <a:lnTo>
                  <a:pt x="761" y="83"/>
                </a:lnTo>
                <a:lnTo>
                  <a:pt x="762" y="83"/>
                </a:lnTo>
                <a:lnTo>
                  <a:pt x="763" y="84"/>
                </a:lnTo>
                <a:lnTo>
                  <a:pt x="763" y="83"/>
                </a:lnTo>
                <a:lnTo>
                  <a:pt x="764" y="83"/>
                </a:lnTo>
                <a:lnTo>
                  <a:pt x="765" y="85"/>
                </a:lnTo>
                <a:lnTo>
                  <a:pt x="765" y="86"/>
                </a:lnTo>
                <a:lnTo>
                  <a:pt x="766" y="87"/>
                </a:lnTo>
                <a:lnTo>
                  <a:pt x="766" y="88"/>
                </a:lnTo>
                <a:lnTo>
                  <a:pt x="765" y="89"/>
                </a:lnTo>
                <a:lnTo>
                  <a:pt x="764" y="90"/>
                </a:lnTo>
                <a:lnTo>
                  <a:pt x="764" y="91"/>
                </a:lnTo>
                <a:lnTo>
                  <a:pt x="763" y="91"/>
                </a:lnTo>
                <a:lnTo>
                  <a:pt x="763" y="92"/>
                </a:lnTo>
                <a:lnTo>
                  <a:pt x="764" y="93"/>
                </a:lnTo>
                <a:lnTo>
                  <a:pt x="765" y="93"/>
                </a:lnTo>
                <a:lnTo>
                  <a:pt x="766" y="93"/>
                </a:lnTo>
                <a:lnTo>
                  <a:pt x="766" y="94"/>
                </a:lnTo>
                <a:lnTo>
                  <a:pt x="766" y="95"/>
                </a:lnTo>
                <a:lnTo>
                  <a:pt x="766" y="96"/>
                </a:lnTo>
                <a:lnTo>
                  <a:pt x="767" y="97"/>
                </a:lnTo>
                <a:lnTo>
                  <a:pt x="767" y="98"/>
                </a:lnTo>
                <a:lnTo>
                  <a:pt x="766" y="98"/>
                </a:lnTo>
                <a:lnTo>
                  <a:pt x="765" y="98"/>
                </a:lnTo>
                <a:lnTo>
                  <a:pt x="766" y="99"/>
                </a:lnTo>
                <a:lnTo>
                  <a:pt x="766" y="100"/>
                </a:lnTo>
                <a:lnTo>
                  <a:pt x="768" y="102"/>
                </a:lnTo>
                <a:lnTo>
                  <a:pt x="768" y="103"/>
                </a:lnTo>
                <a:lnTo>
                  <a:pt x="770" y="103"/>
                </a:lnTo>
                <a:lnTo>
                  <a:pt x="771" y="103"/>
                </a:lnTo>
                <a:lnTo>
                  <a:pt x="772" y="104"/>
                </a:lnTo>
                <a:lnTo>
                  <a:pt x="773" y="104"/>
                </a:lnTo>
                <a:lnTo>
                  <a:pt x="774" y="104"/>
                </a:lnTo>
                <a:lnTo>
                  <a:pt x="775" y="104"/>
                </a:lnTo>
                <a:lnTo>
                  <a:pt x="776" y="104"/>
                </a:lnTo>
                <a:lnTo>
                  <a:pt x="777" y="104"/>
                </a:lnTo>
                <a:lnTo>
                  <a:pt x="777" y="105"/>
                </a:lnTo>
                <a:lnTo>
                  <a:pt x="778" y="105"/>
                </a:lnTo>
                <a:lnTo>
                  <a:pt x="778" y="106"/>
                </a:lnTo>
                <a:lnTo>
                  <a:pt x="777" y="106"/>
                </a:lnTo>
                <a:lnTo>
                  <a:pt x="777" y="107"/>
                </a:lnTo>
                <a:lnTo>
                  <a:pt x="778" y="107"/>
                </a:lnTo>
                <a:lnTo>
                  <a:pt x="779" y="108"/>
                </a:lnTo>
                <a:lnTo>
                  <a:pt x="780" y="108"/>
                </a:lnTo>
                <a:lnTo>
                  <a:pt x="780" y="109"/>
                </a:lnTo>
                <a:lnTo>
                  <a:pt x="781" y="109"/>
                </a:lnTo>
                <a:lnTo>
                  <a:pt x="781" y="110"/>
                </a:lnTo>
                <a:lnTo>
                  <a:pt x="781" y="111"/>
                </a:lnTo>
                <a:lnTo>
                  <a:pt x="780" y="111"/>
                </a:lnTo>
                <a:lnTo>
                  <a:pt x="780" y="112"/>
                </a:lnTo>
                <a:lnTo>
                  <a:pt x="781" y="112"/>
                </a:lnTo>
                <a:lnTo>
                  <a:pt x="781" y="113"/>
                </a:lnTo>
                <a:lnTo>
                  <a:pt x="782" y="114"/>
                </a:lnTo>
                <a:lnTo>
                  <a:pt x="782" y="115"/>
                </a:lnTo>
                <a:lnTo>
                  <a:pt x="781" y="116"/>
                </a:lnTo>
                <a:lnTo>
                  <a:pt x="780" y="117"/>
                </a:lnTo>
                <a:lnTo>
                  <a:pt x="779" y="117"/>
                </a:lnTo>
                <a:lnTo>
                  <a:pt x="778" y="119"/>
                </a:lnTo>
                <a:lnTo>
                  <a:pt x="778" y="120"/>
                </a:lnTo>
                <a:lnTo>
                  <a:pt x="777" y="121"/>
                </a:lnTo>
                <a:lnTo>
                  <a:pt x="776" y="122"/>
                </a:lnTo>
                <a:lnTo>
                  <a:pt x="776" y="123"/>
                </a:lnTo>
                <a:lnTo>
                  <a:pt x="775" y="123"/>
                </a:lnTo>
                <a:lnTo>
                  <a:pt x="775" y="124"/>
                </a:lnTo>
                <a:lnTo>
                  <a:pt x="776" y="124"/>
                </a:lnTo>
                <a:lnTo>
                  <a:pt x="777" y="124"/>
                </a:lnTo>
                <a:lnTo>
                  <a:pt x="778" y="126"/>
                </a:lnTo>
                <a:lnTo>
                  <a:pt x="777" y="127"/>
                </a:lnTo>
                <a:lnTo>
                  <a:pt x="776" y="128"/>
                </a:lnTo>
                <a:lnTo>
                  <a:pt x="776" y="129"/>
                </a:lnTo>
                <a:lnTo>
                  <a:pt x="777" y="129"/>
                </a:lnTo>
                <a:lnTo>
                  <a:pt x="777" y="130"/>
                </a:lnTo>
                <a:lnTo>
                  <a:pt x="776" y="130"/>
                </a:lnTo>
                <a:lnTo>
                  <a:pt x="775" y="130"/>
                </a:lnTo>
                <a:lnTo>
                  <a:pt x="774" y="129"/>
                </a:lnTo>
                <a:lnTo>
                  <a:pt x="773" y="129"/>
                </a:lnTo>
                <a:lnTo>
                  <a:pt x="772" y="129"/>
                </a:lnTo>
                <a:lnTo>
                  <a:pt x="771" y="129"/>
                </a:lnTo>
                <a:lnTo>
                  <a:pt x="771" y="130"/>
                </a:lnTo>
                <a:lnTo>
                  <a:pt x="770" y="130"/>
                </a:lnTo>
                <a:lnTo>
                  <a:pt x="768" y="129"/>
                </a:lnTo>
                <a:lnTo>
                  <a:pt x="767" y="129"/>
                </a:lnTo>
                <a:lnTo>
                  <a:pt x="766" y="129"/>
                </a:lnTo>
                <a:lnTo>
                  <a:pt x="765" y="130"/>
                </a:lnTo>
                <a:lnTo>
                  <a:pt x="766" y="130"/>
                </a:lnTo>
                <a:lnTo>
                  <a:pt x="765" y="130"/>
                </a:lnTo>
                <a:lnTo>
                  <a:pt x="765" y="131"/>
                </a:lnTo>
                <a:lnTo>
                  <a:pt x="764" y="131"/>
                </a:lnTo>
                <a:lnTo>
                  <a:pt x="762" y="130"/>
                </a:lnTo>
                <a:lnTo>
                  <a:pt x="761" y="130"/>
                </a:lnTo>
                <a:lnTo>
                  <a:pt x="760" y="130"/>
                </a:lnTo>
                <a:lnTo>
                  <a:pt x="759" y="130"/>
                </a:lnTo>
                <a:lnTo>
                  <a:pt x="759" y="131"/>
                </a:lnTo>
                <a:lnTo>
                  <a:pt x="760" y="131"/>
                </a:lnTo>
                <a:lnTo>
                  <a:pt x="761" y="133"/>
                </a:lnTo>
                <a:lnTo>
                  <a:pt x="761" y="135"/>
                </a:lnTo>
                <a:lnTo>
                  <a:pt x="761" y="136"/>
                </a:lnTo>
                <a:lnTo>
                  <a:pt x="761" y="137"/>
                </a:lnTo>
                <a:lnTo>
                  <a:pt x="761" y="138"/>
                </a:lnTo>
                <a:lnTo>
                  <a:pt x="761" y="139"/>
                </a:lnTo>
                <a:lnTo>
                  <a:pt x="762" y="139"/>
                </a:lnTo>
                <a:lnTo>
                  <a:pt x="762" y="140"/>
                </a:lnTo>
                <a:lnTo>
                  <a:pt x="763" y="141"/>
                </a:lnTo>
                <a:lnTo>
                  <a:pt x="762" y="142"/>
                </a:lnTo>
                <a:lnTo>
                  <a:pt x="762" y="143"/>
                </a:lnTo>
                <a:lnTo>
                  <a:pt x="763" y="144"/>
                </a:lnTo>
                <a:lnTo>
                  <a:pt x="763" y="145"/>
                </a:lnTo>
                <a:lnTo>
                  <a:pt x="762" y="145"/>
                </a:lnTo>
                <a:lnTo>
                  <a:pt x="759" y="146"/>
                </a:lnTo>
                <a:lnTo>
                  <a:pt x="758" y="146"/>
                </a:lnTo>
                <a:lnTo>
                  <a:pt x="757" y="146"/>
                </a:lnTo>
                <a:lnTo>
                  <a:pt x="756" y="147"/>
                </a:lnTo>
                <a:lnTo>
                  <a:pt x="756" y="149"/>
                </a:lnTo>
                <a:lnTo>
                  <a:pt x="756" y="150"/>
                </a:lnTo>
                <a:lnTo>
                  <a:pt x="756" y="151"/>
                </a:lnTo>
                <a:lnTo>
                  <a:pt x="755" y="153"/>
                </a:lnTo>
                <a:lnTo>
                  <a:pt x="756" y="154"/>
                </a:lnTo>
                <a:lnTo>
                  <a:pt x="756" y="155"/>
                </a:lnTo>
                <a:lnTo>
                  <a:pt x="755" y="155"/>
                </a:lnTo>
                <a:lnTo>
                  <a:pt x="755" y="156"/>
                </a:lnTo>
                <a:lnTo>
                  <a:pt x="755" y="157"/>
                </a:lnTo>
                <a:lnTo>
                  <a:pt x="756" y="157"/>
                </a:lnTo>
                <a:lnTo>
                  <a:pt x="757" y="157"/>
                </a:lnTo>
                <a:lnTo>
                  <a:pt x="758" y="158"/>
                </a:lnTo>
                <a:lnTo>
                  <a:pt x="758" y="159"/>
                </a:lnTo>
                <a:lnTo>
                  <a:pt x="758" y="160"/>
                </a:lnTo>
                <a:lnTo>
                  <a:pt x="758" y="161"/>
                </a:lnTo>
                <a:lnTo>
                  <a:pt x="758" y="162"/>
                </a:lnTo>
                <a:lnTo>
                  <a:pt x="758" y="163"/>
                </a:lnTo>
                <a:lnTo>
                  <a:pt x="758" y="164"/>
                </a:lnTo>
                <a:lnTo>
                  <a:pt x="758" y="165"/>
                </a:lnTo>
                <a:lnTo>
                  <a:pt x="759" y="165"/>
                </a:lnTo>
                <a:lnTo>
                  <a:pt x="760" y="166"/>
                </a:lnTo>
                <a:lnTo>
                  <a:pt x="761" y="166"/>
                </a:lnTo>
                <a:lnTo>
                  <a:pt x="761" y="167"/>
                </a:lnTo>
                <a:lnTo>
                  <a:pt x="760" y="167"/>
                </a:lnTo>
                <a:lnTo>
                  <a:pt x="759" y="167"/>
                </a:lnTo>
                <a:lnTo>
                  <a:pt x="759" y="168"/>
                </a:lnTo>
                <a:lnTo>
                  <a:pt x="758" y="169"/>
                </a:lnTo>
                <a:lnTo>
                  <a:pt x="758" y="170"/>
                </a:lnTo>
                <a:lnTo>
                  <a:pt x="758" y="171"/>
                </a:lnTo>
                <a:lnTo>
                  <a:pt x="759" y="171"/>
                </a:lnTo>
                <a:lnTo>
                  <a:pt x="759" y="172"/>
                </a:lnTo>
                <a:lnTo>
                  <a:pt x="760" y="172"/>
                </a:lnTo>
                <a:lnTo>
                  <a:pt x="761" y="172"/>
                </a:lnTo>
                <a:lnTo>
                  <a:pt x="762" y="172"/>
                </a:lnTo>
                <a:lnTo>
                  <a:pt x="763" y="173"/>
                </a:lnTo>
                <a:lnTo>
                  <a:pt x="764" y="173"/>
                </a:lnTo>
                <a:lnTo>
                  <a:pt x="766" y="174"/>
                </a:lnTo>
                <a:lnTo>
                  <a:pt x="766" y="175"/>
                </a:lnTo>
                <a:lnTo>
                  <a:pt x="765" y="176"/>
                </a:lnTo>
                <a:lnTo>
                  <a:pt x="766" y="176"/>
                </a:lnTo>
                <a:lnTo>
                  <a:pt x="766" y="177"/>
                </a:lnTo>
                <a:lnTo>
                  <a:pt x="764" y="178"/>
                </a:lnTo>
                <a:lnTo>
                  <a:pt x="765" y="179"/>
                </a:lnTo>
                <a:lnTo>
                  <a:pt x="765" y="180"/>
                </a:lnTo>
                <a:lnTo>
                  <a:pt x="766" y="180"/>
                </a:lnTo>
                <a:lnTo>
                  <a:pt x="766" y="181"/>
                </a:lnTo>
                <a:lnTo>
                  <a:pt x="766" y="182"/>
                </a:lnTo>
                <a:lnTo>
                  <a:pt x="767" y="182"/>
                </a:lnTo>
                <a:lnTo>
                  <a:pt x="767" y="181"/>
                </a:lnTo>
                <a:lnTo>
                  <a:pt x="768" y="182"/>
                </a:lnTo>
                <a:lnTo>
                  <a:pt x="768" y="183"/>
                </a:lnTo>
                <a:lnTo>
                  <a:pt x="769" y="182"/>
                </a:lnTo>
                <a:lnTo>
                  <a:pt x="769" y="183"/>
                </a:lnTo>
                <a:lnTo>
                  <a:pt x="769" y="184"/>
                </a:lnTo>
                <a:lnTo>
                  <a:pt x="770" y="186"/>
                </a:lnTo>
                <a:lnTo>
                  <a:pt x="770" y="187"/>
                </a:lnTo>
                <a:lnTo>
                  <a:pt x="771" y="188"/>
                </a:lnTo>
                <a:lnTo>
                  <a:pt x="771" y="189"/>
                </a:lnTo>
                <a:lnTo>
                  <a:pt x="772" y="188"/>
                </a:lnTo>
                <a:lnTo>
                  <a:pt x="772" y="187"/>
                </a:lnTo>
                <a:lnTo>
                  <a:pt x="772" y="186"/>
                </a:lnTo>
                <a:lnTo>
                  <a:pt x="773" y="186"/>
                </a:lnTo>
                <a:lnTo>
                  <a:pt x="773" y="187"/>
                </a:lnTo>
                <a:lnTo>
                  <a:pt x="773" y="188"/>
                </a:lnTo>
                <a:lnTo>
                  <a:pt x="773" y="189"/>
                </a:lnTo>
                <a:lnTo>
                  <a:pt x="772" y="190"/>
                </a:lnTo>
                <a:lnTo>
                  <a:pt x="772" y="191"/>
                </a:lnTo>
                <a:lnTo>
                  <a:pt x="773" y="191"/>
                </a:lnTo>
                <a:lnTo>
                  <a:pt x="774" y="190"/>
                </a:lnTo>
                <a:lnTo>
                  <a:pt x="774" y="189"/>
                </a:lnTo>
                <a:lnTo>
                  <a:pt x="774" y="188"/>
                </a:lnTo>
                <a:lnTo>
                  <a:pt x="774" y="186"/>
                </a:lnTo>
                <a:lnTo>
                  <a:pt x="775" y="186"/>
                </a:lnTo>
                <a:lnTo>
                  <a:pt x="776" y="185"/>
                </a:lnTo>
                <a:lnTo>
                  <a:pt x="777" y="185"/>
                </a:lnTo>
                <a:lnTo>
                  <a:pt x="777" y="186"/>
                </a:lnTo>
                <a:lnTo>
                  <a:pt x="777" y="188"/>
                </a:lnTo>
                <a:lnTo>
                  <a:pt x="777" y="189"/>
                </a:lnTo>
                <a:lnTo>
                  <a:pt x="778" y="191"/>
                </a:lnTo>
                <a:lnTo>
                  <a:pt x="780" y="192"/>
                </a:lnTo>
                <a:lnTo>
                  <a:pt x="781" y="192"/>
                </a:lnTo>
                <a:lnTo>
                  <a:pt x="781" y="191"/>
                </a:lnTo>
                <a:lnTo>
                  <a:pt x="781" y="190"/>
                </a:lnTo>
                <a:lnTo>
                  <a:pt x="782" y="190"/>
                </a:lnTo>
                <a:lnTo>
                  <a:pt x="782" y="191"/>
                </a:lnTo>
                <a:lnTo>
                  <a:pt x="783" y="190"/>
                </a:lnTo>
                <a:lnTo>
                  <a:pt x="784" y="190"/>
                </a:lnTo>
                <a:lnTo>
                  <a:pt x="786" y="191"/>
                </a:lnTo>
                <a:lnTo>
                  <a:pt x="787" y="191"/>
                </a:lnTo>
                <a:lnTo>
                  <a:pt x="788" y="191"/>
                </a:lnTo>
                <a:lnTo>
                  <a:pt x="789" y="193"/>
                </a:lnTo>
                <a:lnTo>
                  <a:pt x="790" y="193"/>
                </a:lnTo>
                <a:lnTo>
                  <a:pt x="791" y="195"/>
                </a:lnTo>
                <a:lnTo>
                  <a:pt x="791" y="196"/>
                </a:lnTo>
                <a:lnTo>
                  <a:pt x="792" y="196"/>
                </a:lnTo>
                <a:lnTo>
                  <a:pt x="792" y="195"/>
                </a:lnTo>
                <a:lnTo>
                  <a:pt x="793" y="195"/>
                </a:lnTo>
                <a:lnTo>
                  <a:pt x="793" y="196"/>
                </a:lnTo>
                <a:lnTo>
                  <a:pt x="794" y="197"/>
                </a:lnTo>
                <a:lnTo>
                  <a:pt x="794" y="196"/>
                </a:lnTo>
                <a:lnTo>
                  <a:pt x="795" y="196"/>
                </a:lnTo>
                <a:lnTo>
                  <a:pt x="795" y="197"/>
                </a:lnTo>
                <a:lnTo>
                  <a:pt x="796" y="197"/>
                </a:lnTo>
                <a:lnTo>
                  <a:pt x="795" y="199"/>
                </a:lnTo>
                <a:lnTo>
                  <a:pt x="795" y="200"/>
                </a:lnTo>
                <a:lnTo>
                  <a:pt x="794" y="200"/>
                </a:lnTo>
                <a:lnTo>
                  <a:pt x="793" y="201"/>
                </a:lnTo>
                <a:lnTo>
                  <a:pt x="793" y="202"/>
                </a:lnTo>
                <a:lnTo>
                  <a:pt x="792" y="203"/>
                </a:lnTo>
                <a:lnTo>
                  <a:pt x="791" y="203"/>
                </a:lnTo>
                <a:lnTo>
                  <a:pt x="791" y="204"/>
                </a:lnTo>
                <a:lnTo>
                  <a:pt x="791" y="205"/>
                </a:lnTo>
                <a:lnTo>
                  <a:pt x="791" y="206"/>
                </a:lnTo>
                <a:lnTo>
                  <a:pt x="792" y="206"/>
                </a:lnTo>
                <a:lnTo>
                  <a:pt x="793" y="205"/>
                </a:lnTo>
                <a:lnTo>
                  <a:pt x="794" y="205"/>
                </a:lnTo>
                <a:lnTo>
                  <a:pt x="795" y="205"/>
                </a:lnTo>
                <a:lnTo>
                  <a:pt x="795" y="204"/>
                </a:lnTo>
                <a:lnTo>
                  <a:pt x="796" y="204"/>
                </a:lnTo>
                <a:lnTo>
                  <a:pt x="797" y="204"/>
                </a:lnTo>
                <a:lnTo>
                  <a:pt x="798" y="203"/>
                </a:lnTo>
                <a:lnTo>
                  <a:pt x="798" y="202"/>
                </a:lnTo>
                <a:lnTo>
                  <a:pt x="799" y="202"/>
                </a:lnTo>
                <a:lnTo>
                  <a:pt x="799" y="201"/>
                </a:lnTo>
                <a:lnTo>
                  <a:pt x="801" y="201"/>
                </a:lnTo>
                <a:lnTo>
                  <a:pt x="802" y="201"/>
                </a:lnTo>
                <a:lnTo>
                  <a:pt x="803" y="201"/>
                </a:lnTo>
                <a:lnTo>
                  <a:pt x="804" y="201"/>
                </a:lnTo>
                <a:lnTo>
                  <a:pt x="805" y="204"/>
                </a:lnTo>
                <a:lnTo>
                  <a:pt x="806" y="206"/>
                </a:lnTo>
                <a:lnTo>
                  <a:pt x="807" y="206"/>
                </a:lnTo>
                <a:lnTo>
                  <a:pt x="807" y="207"/>
                </a:lnTo>
                <a:lnTo>
                  <a:pt x="807" y="208"/>
                </a:lnTo>
                <a:lnTo>
                  <a:pt x="808" y="209"/>
                </a:lnTo>
                <a:lnTo>
                  <a:pt x="808" y="210"/>
                </a:lnTo>
                <a:lnTo>
                  <a:pt x="809" y="210"/>
                </a:lnTo>
                <a:lnTo>
                  <a:pt x="809" y="211"/>
                </a:lnTo>
                <a:lnTo>
                  <a:pt x="809" y="212"/>
                </a:lnTo>
                <a:lnTo>
                  <a:pt x="810" y="212"/>
                </a:lnTo>
                <a:lnTo>
                  <a:pt x="810" y="213"/>
                </a:lnTo>
                <a:lnTo>
                  <a:pt x="811" y="215"/>
                </a:lnTo>
                <a:lnTo>
                  <a:pt x="812" y="215"/>
                </a:lnTo>
                <a:lnTo>
                  <a:pt x="812" y="216"/>
                </a:lnTo>
                <a:lnTo>
                  <a:pt x="811" y="217"/>
                </a:lnTo>
                <a:lnTo>
                  <a:pt x="811" y="218"/>
                </a:lnTo>
                <a:lnTo>
                  <a:pt x="813" y="220"/>
                </a:lnTo>
                <a:lnTo>
                  <a:pt x="814" y="220"/>
                </a:lnTo>
                <a:lnTo>
                  <a:pt x="816" y="220"/>
                </a:lnTo>
                <a:lnTo>
                  <a:pt x="817" y="220"/>
                </a:lnTo>
                <a:lnTo>
                  <a:pt x="818" y="221"/>
                </a:lnTo>
                <a:lnTo>
                  <a:pt x="819" y="221"/>
                </a:lnTo>
                <a:lnTo>
                  <a:pt x="820" y="221"/>
                </a:lnTo>
                <a:lnTo>
                  <a:pt x="821" y="221"/>
                </a:lnTo>
                <a:lnTo>
                  <a:pt x="822" y="221"/>
                </a:lnTo>
                <a:lnTo>
                  <a:pt x="822" y="220"/>
                </a:lnTo>
                <a:lnTo>
                  <a:pt x="823" y="220"/>
                </a:lnTo>
                <a:lnTo>
                  <a:pt x="824" y="220"/>
                </a:lnTo>
                <a:lnTo>
                  <a:pt x="824" y="221"/>
                </a:lnTo>
                <a:lnTo>
                  <a:pt x="825" y="221"/>
                </a:lnTo>
                <a:lnTo>
                  <a:pt x="826" y="222"/>
                </a:lnTo>
                <a:lnTo>
                  <a:pt x="825" y="223"/>
                </a:lnTo>
                <a:lnTo>
                  <a:pt x="826" y="224"/>
                </a:lnTo>
                <a:lnTo>
                  <a:pt x="827" y="225"/>
                </a:lnTo>
                <a:lnTo>
                  <a:pt x="828" y="225"/>
                </a:lnTo>
                <a:lnTo>
                  <a:pt x="827" y="226"/>
                </a:lnTo>
                <a:lnTo>
                  <a:pt x="827" y="228"/>
                </a:lnTo>
                <a:lnTo>
                  <a:pt x="828" y="228"/>
                </a:lnTo>
                <a:lnTo>
                  <a:pt x="829" y="229"/>
                </a:lnTo>
                <a:lnTo>
                  <a:pt x="829" y="230"/>
                </a:lnTo>
                <a:lnTo>
                  <a:pt x="829" y="231"/>
                </a:lnTo>
                <a:lnTo>
                  <a:pt x="830" y="232"/>
                </a:lnTo>
                <a:lnTo>
                  <a:pt x="831" y="233"/>
                </a:lnTo>
                <a:lnTo>
                  <a:pt x="830" y="233"/>
                </a:lnTo>
                <a:lnTo>
                  <a:pt x="830" y="234"/>
                </a:lnTo>
                <a:lnTo>
                  <a:pt x="831" y="235"/>
                </a:lnTo>
                <a:lnTo>
                  <a:pt x="832" y="235"/>
                </a:lnTo>
                <a:lnTo>
                  <a:pt x="832" y="236"/>
                </a:lnTo>
                <a:lnTo>
                  <a:pt x="831" y="236"/>
                </a:lnTo>
                <a:lnTo>
                  <a:pt x="831" y="237"/>
                </a:lnTo>
                <a:lnTo>
                  <a:pt x="832" y="237"/>
                </a:lnTo>
                <a:lnTo>
                  <a:pt x="833" y="238"/>
                </a:lnTo>
                <a:lnTo>
                  <a:pt x="832" y="238"/>
                </a:lnTo>
                <a:lnTo>
                  <a:pt x="832" y="237"/>
                </a:lnTo>
                <a:lnTo>
                  <a:pt x="832" y="238"/>
                </a:lnTo>
                <a:lnTo>
                  <a:pt x="832" y="239"/>
                </a:lnTo>
                <a:lnTo>
                  <a:pt x="833" y="239"/>
                </a:lnTo>
                <a:lnTo>
                  <a:pt x="833" y="240"/>
                </a:lnTo>
                <a:lnTo>
                  <a:pt x="832" y="240"/>
                </a:lnTo>
                <a:lnTo>
                  <a:pt x="831" y="241"/>
                </a:lnTo>
                <a:lnTo>
                  <a:pt x="831" y="242"/>
                </a:lnTo>
                <a:lnTo>
                  <a:pt x="831" y="243"/>
                </a:lnTo>
                <a:lnTo>
                  <a:pt x="832" y="243"/>
                </a:lnTo>
                <a:lnTo>
                  <a:pt x="832" y="242"/>
                </a:lnTo>
                <a:lnTo>
                  <a:pt x="833" y="242"/>
                </a:lnTo>
                <a:lnTo>
                  <a:pt x="834" y="242"/>
                </a:lnTo>
                <a:lnTo>
                  <a:pt x="834" y="243"/>
                </a:lnTo>
                <a:lnTo>
                  <a:pt x="835" y="243"/>
                </a:lnTo>
                <a:lnTo>
                  <a:pt x="836" y="244"/>
                </a:lnTo>
                <a:lnTo>
                  <a:pt x="836" y="245"/>
                </a:lnTo>
                <a:lnTo>
                  <a:pt x="837" y="246"/>
                </a:lnTo>
                <a:lnTo>
                  <a:pt x="838" y="246"/>
                </a:lnTo>
                <a:lnTo>
                  <a:pt x="839" y="246"/>
                </a:lnTo>
                <a:lnTo>
                  <a:pt x="840" y="247"/>
                </a:lnTo>
                <a:lnTo>
                  <a:pt x="839" y="247"/>
                </a:lnTo>
                <a:lnTo>
                  <a:pt x="839" y="248"/>
                </a:lnTo>
                <a:lnTo>
                  <a:pt x="840" y="249"/>
                </a:lnTo>
                <a:lnTo>
                  <a:pt x="840" y="250"/>
                </a:lnTo>
                <a:lnTo>
                  <a:pt x="840" y="251"/>
                </a:lnTo>
                <a:lnTo>
                  <a:pt x="839" y="252"/>
                </a:lnTo>
                <a:lnTo>
                  <a:pt x="840" y="252"/>
                </a:lnTo>
                <a:lnTo>
                  <a:pt x="839" y="253"/>
                </a:lnTo>
                <a:lnTo>
                  <a:pt x="838" y="253"/>
                </a:lnTo>
                <a:lnTo>
                  <a:pt x="839" y="254"/>
                </a:lnTo>
                <a:lnTo>
                  <a:pt x="840" y="256"/>
                </a:lnTo>
                <a:lnTo>
                  <a:pt x="841" y="256"/>
                </a:lnTo>
                <a:lnTo>
                  <a:pt x="841" y="257"/>
                </a:lnTo>
                <a:lnTo>
                  <a:pt x="841" y="259"/>
                </a:lnTo>
                <a:lnTo>
                  <a:pt x="840" y="260"/>
                </a:lnTo>
                <a:lnTo>
                  <a:pt x="839" y="261"/>
                </a:lnTo>
                <a:lnTo>
                  <a:pt x="839" y="260"/>
                </a:lnTo>
                <a:lnTo>
                  <a:pt x="838" y="261"/>
                </a:lnTo>
                <a:lnTo>
                  <a:pt x="838" y="263"/>
                </a:lnTo>
                <a:lnTo>
                  <a:pt x="838" y="264"/>
                </a:lnTo>
                <a:lnTo>
                  <a:pt x="839" y="264"/>
                </a:lnTo>
                <a:lnTo>
                  <a:pt x="840" y="264"/>
                </a:lnTo>
                <a:lnTo>
                  <a:pt x="841" y="265"/>
                </a:lnTo>
                <a:lnTo>
                  <a:pt x="840" y="266"/>
                </a:lnTo>
                <a:lnTo>
                  <a:pt x="839" y="266"/>
                </a:lnTo>
                <a:lnTo>
                  <a:pt x="839" y="267"/>
                </a:lnTo>
                <a:lnTo>
                  <a:pt x="840" y="268"/>
                </a:lnTo>
                <a:lnTo>
                  <a:pt x="839" y="268"/>
                </a:lnTo>
                <a:lnTo>
                  <a:pt x="838" y="268"/>
                </a:lnTo>
                <a:lnTo>
                  <a:pt x="838" y="269"/>
                </a:lnTo>
                <a:lnTo>
                  <a:pt x="839" y="270"/>
                </a:lnTo>
                <a:lnTo>
                  <a:pt x="839" y="271"/>
                </a:lnTo>
                <a:lnTo>
                  <a:pt x="839" y="272"/>
                </a:lnTo>
                <a:lnTo>
                  <a:pt x="840" y="272"/>
                </a:lnTo>
                <a:lnTo>
                  <a:pt x="841" y="273"/>
                </a:lnTo>
                <a:lnTo>
                  <a:pt x="842" y="273"/>
                </a:lnTo>
                <a:lnTo>
                  <a:pt x="841" y="274"/>
                </a:lnTo>
                <a:lnTo>
                  <a:pt x="841" y="275"/>
                </a:lnTo>
                <a:lnTo>
                  <a:pt x="842" y="275"/>
                </a:lnTo>
                <a:lnTo>
                  <a:pt x="843" y="276"/>
                </a:lnTo>
                <a:lnTo>
                  <a:pt x="842" y="276"/>
                </a:lnTo>
                <a:lnTo>
                  <a:pt x="842" y="275"/>
                </a:lnTo>
                <a:lnTo>
                  <a:pt x="842" y="277"/>
                </a:lnTo>
                <a:lnTo>
                  <a:pt x="842" y="278"/>
                </a:lnTo>
                <a:lnTo>
                  <a:pt x="844" y="279"/>
                </a:lnTo>
                <a:lnTo>
                  <a:pt x="845" y="278"/>
                </a:lnTo>
                <a:lnTo>
                  <a:pt x="846" y="279"/>
                </a:lnTo>
                <a:lnTo>
                  <a:pt x="846" y="280"/>
                </a:lnTo>
                <a:lnTo>
                  <a:pt x="846" y="281"/>
                </a:lnTo>
                <a:lnTo>
                  <a:pt x="845" y="282"/>
                </a:lnTo>
                <a:lnTo>
                  <a:pt x="844" y="282"/>
                </a:lnTo>
                <a:lnTo>
                  <a:pt x="843" y="283"/>
                </a:lnTo>
                <a:lnTo>
                  <a:pt x="842" y="283"/>
                </a:lnTo>
                <a:lnTo>
                  <a:pt x="842" y="282"/>
                </a:lnTo>
                <a:lnTo>
                  <a:pt x="842" y="283"/>
                </a:lnTo>
                <a:lnTo>
                  <a:pt x="841" y="283"/>
                </a:lnTo>
                <a:lnTo>
                  <a:pt x="842" y="284"/>
                </a:lnTo>
                <a:lnTo>
                  <a:pt x="844" y="284"/>
                </a:lnTo>
                <a:lnTo>
                  <a:pt x="845" y="284"/>
                </a:lnTo>
                <a:lnTo>
                  <a:pt x="846" y="284"/>
                </a:lnTo>
                <a:lnTo>
                  <a:pt x="847" y="285"/>
                </a:lnTo>
                <a:lnTo>
                  <a:pt x="848" y="286"/>
                </a:lnTo>
                <a:lnTo>
                  <a:pt x="848" y="287"/>
                </a:lnTo>
                <a:lnTo>
                  <a:pt x="849" y="287"/>
                </a:lnTo>
                <a:lnTo>
                  <a:pt x="850" y="286"/>
                </a:lnTo>
                <a:lnTo>
                  <a:pt x="851" y="286"/>
                </a:lnTo>
                <a:lnTo>
                  <a:pt x="852" y="285"/>
                </a:lnTo>
                <a:lnTo>
                  <a:pt x="853" y="287"/>
                </a:lnTo>
                <a:lnTo>
                  <a:pt x="854" y="287"/>
                </a:lnTo>
                <a:lnTo>
                  <a:pt x="854" y="288"/>
                </a:lnTo>
                <a:lnTo>
                  <a:pt x="853" y="288"/>
                </a:lnTo>
                <a:lnTo>
                  <a:pt x="854" y="288"/>
                </a:lnTo>
                <a:lnTo>
                  <a:pt x="853" y="288"/>
                </a:lnTo>
                <a:lnTo>
                  <a:pt x="852" y="288"/>
                </a:lnTo>
                <a:lnTo>
                  <a:pt x="852" y="289"/>
                </a:lnTo>
                <a:lnTo>
                  <a:pt x="852" y="290"/>
                </a:lnTo>
                <a:lnTo>
                  <a:pt x="851" y="290"/>
                </a:lnTo>
                <a:lnTo>
                  <a:pt x="852" y="291"/>
                </a:lnTo>
                <a:lnTo>
                  <a:pt x="852" y="292"/>
                </a:lnTo>
                <a:lnTo>
                  <a:pt x="852" y="291"/>
                </a:lnTo>
                <a:lnTo>
                  <a:pt x="851" y="291"/>
                </a:lnTo>
                <a:lnTo>
                  <a:pt x="851" y="292"/>
                </a:lnTo>
                <a:lnTo>
                  <a:pt x="852" y="292"/>
                </a:lnTo>
                <a:lnTo>
                  <a:pt x="851" y="294"/>
                </a:lnTo>
                <a:lnTo>
                  <a:pt x="851" y="295"/>
                </a:lnTo>
                <a:lnTo>
                  <a:pt x="851" y="296"/>
                </a:lnTo>
                <a:lnTo>
                  <a:pt x="851" y="297"/>
                </a:lnTo>
                <a:lnTo>
                  <a:pt x="851" y="298"/>
                </a:lnTo>
                <a:lnTo>
                  <a:pt x="850" y="298"/>
                </a:lnTo>
                <a:lnTo>
                  <a:pt x="850" y="299"/>
                </a:lnTo>
                <a:lnTo>
                  <a:pt x="850" y="298"/>
                </a:lnTo>
                <a:lnTo>
                  <a:pt x="851" y="299"/>
                </a:lnTo>
                <a:lnTo>
                  <a:pt x="850" y="300"/>
                </a:lnTo>
                <a:lnTo>
                  <a:pt x="849" y="300"/>
                </a:lnTo>
                <a:lnTo>
                  <a:pt x="848" y="300"/>
                </a:lnTo>
                <a:lnTo>
                  <a:pt x="848" y="301"/>
                </a:lnTo>
                <a:lnTo>
                  <a:pt x="848" y="302"/>
                </a:lnTo>
                <a:lnTo>
                  <a:pt x="847" y="303"/>
                </a:lnTo>
                <a:lnTo>
                  <a:pt x="848" y="303"/>
                </a:lnTo>
                <a:lnTo>
                  <a:pt x="849" y="303"/>
                </a:lnTo>
                <a:lnTo>
                  <a:pt x="849" y="304"/>
                </a:lnTo>
                <a:lnTo>
                  <a:pt x="849" y="305"/>
                </a:lnTo>
                <a:lnTo>
                  <a:pt x="850" y="305"/>
                </a:lnTo>
                <a:lnTo>
                  <a:pt x="851" y="305"/>
                </a:lnTo>
                <a:lnTo>
                  <a:pt x="852" y="306"/>
                </a:lnTo>
                <a:lnTo>
                  <a:pt x="853" y="308"/>
                </a:lnTo>
                <a:lnTo>
                  <a:pt x="854" y="309"/>
                </a:lnTo>
                <a:lnTo>
                  <a:pt x="854" y="310"/>
                </a:lnTo>
                <a:lnTo>
                  <a:pt x="854" y="311"/>
                </a:lnTo>
                <a:lnTo>
                  <a:pt x="855" y="311"/>
                </a:lnTo>
                <a:lnTo>
                  <a:pt x="855" y="312"/>
                </a:lnTo>
                <a:lnTo>
                  <a:pt x="855" y="313"/>
                </a:lnTo>
                <a:lnTo>
                  <a:pt x="855" y="314"/>
                </a:lnTo>
                <a:lnTo>
                  <a:pt x="856" y="314"/>
                </a:lnTo>
                <a:lnTo>
                  <a:pt x="856" y="315"/>
                </a:lnTo>
                <a:lnTo>
                  <a:pt x="856" y="316"/>
                </a:lnTo>
                <a:lnTo>
                  <a:pt x="857" y="316"/>
                </a:lnTo>
                <a:lnTo>
                  <a:pt x="857" y="315"/>
                </a:lnTo>
                <a:lnTo>
                  <a:pt x="857" y="316"/>
                </a:lnTo>
                <a:lnTo>
                  <a:pt x="856" y="316"/>
                </a:lnTo>
                <a:lnTo>
                  <a:pt x="856" y="317"/>
                </a:lnTo>
                <a:lnTo>
                  <a:pt x="857" y="317"/>
                </a:lnTo>
                <a:lnTo>
                  <a:pt x="858" y="317"/>
                </a:lnTo>
                <a:lnTo>
                  <a:pt x="858" y="316"/>
                </a:lnTo>
                <a:lnTo>
                  <a:pt x="858" y="315"/>
                </a:lnTo>
                <a:lnTo>
                  <a:pt x="857" y="315"/>
                </a:lnTo>
                <a:lnTo>
                  <a:pt x="858" y="315"/>
                </a:lnTo>
                <a:lnTo>
                  <a:pt x="859" y="316"/>
                </a:lnTo>
                <a:lnTo>
                  <a:pt x="859" y="317"/>
                </a:lnTo>
                <a:lnTo>
                  <a:pt x="858" y="318"/>
                </a:lnTo>
                <a:lnTo>
                  <a:pt x="857" y="318"/>
                </a:lnTo>
                <a:lnTo>
                  <a:pt x="856" y="319"/>
                </a:lnTo>
                <a:lnTo>
                  <a:pt x="856" y="320"/>
                </a:lnTo>
                <a:lnTo>
                  <a:pt x="856" y="321"/>
                </a:lnTo>
                <a:lnTo>
                  <a:pt x="855" y="322"/>
                </a:lnTo>
                <a:lnTo>
                  <a:pt x="854" y="323"/>
                </a:lnTo>
                <a:lnTo>
                  <a:pt x="853" y="324"/>
                </a:lnTo>
                <a:lnTo>
                  <a:pt x="851" y="326"/>
                </a:lnTo>
                <a:lnTo>
                  <a:pt x="850" y="326"/>
                </a:lnTo>
                <a:lnTo>
                  <a:pt x="850" y="325"/>
                </a:lnTo>
                <a:lnTo>
                  <a:pt x="849" y="325"/>
                </a:lnTo>
                <a:lnTo>
                  <a:pt x="848" y="325"/>
                </a:lnTo>
                <a:lnTo>
                  <a:pt x="847" y="326"/>
                </a:lnTo>
                <a:lnTo>
                  <a:pt x="846" y="327"/>
                </a:lnTo>
                <a:lnTo>
                  <a:pt x="845" y="328"/>
                </a:lnTo>
                <a:lnTo>
                  <a:pt x="844" y="329"/>
                </a:lnTo>
                <a:lnTo>
                  <a:pt x="844" y="330"/>
                </a:lnTo>
                <a:lnTo>
                  <a:pt x="843" y="331"/>
                </a:lnTo>
                <a:lnTo>
                  <a:pt x="842" y="332"/>
                </a:lnTo>
                <a:lnTo>
                  <a:pt x="841" y="332"/>
                </a:lnTo>
                <a:lnTo>
                  <a:pt x="841" y="331"/>
                </a:lnTo>
                <a:lnTo>
                  <a:pt x="840" y="332"/>
                </a:lnTo>
                <a:lnTo>
                  <a:pt x="839" y="333"/>
                </a:lnTo>
                <a:lnTo>
                  <a:pt x="839" y="334"/>
                </a:lnTo>
                <a:lnTo>
                  <a:pt x="838" y="335"/>
                </a:lnTo>
                <a:lnTo>
                  <a:pt x="837" y="335"/>
                </a:lnTo>
                <a:lnTo>
                  <a:pt x="837" y="336"/>
                </a:lnTo>
                <a:lnTo>
                  <a:pt x="837" y="337"/>
                </a:lnTo>
                <a:lnTo>
                  <a:pt x="836" y="337"/>
                </a:lnTo>
                <a:lnTo>
                  <a:pt x="836" y="338"/>
                </a:lnTo>
                <a:lnTo>
                  <a:pt x="836" y="339"/>
                </a:lnTo>
                <a:lnTo>
                  <a:pt x="835" y="339"/>
                </a:lnTo>
                <a:lnTo>
                  <a:pt x="834" y="339"/>
                </a:lnTo>
                <a:lnTo>
                  <a:pt x="834" y="340"/>
                </a:lnTo>
                <a:lnTo>
                  <a:pt x="833" y="340"/>
                </a:lnTo>
                <a:lnTo>
                  <a:pt x="832" y="341"/>
                </a:lnTo>
                <a:lnTo>
                  <a:pt x="832" y="342"/>
                </a:lnTo>
                <a:lnTo>
                  <a:pt x="831" y="342"/>
                </a:lnTo>
                <a:lnTo>
                  <a:pt x="831" y="343"/>
                </a:lnTo>
                <a:lnTo>
                  <a:pt x="832" y="343"/>
                </a:lnTo>
                <a:lnTo>
                  <a:pt x="833" y="344"/>
                </a:lnTo>
                <a:lnTo>
                  <a:pt x="835" y="345"/>
                </a:lnTo>
                <a:lnTo>
                  <a:pt x="836" y="346"/>
                </a:lnTo>
                <a:lnTo>
                  <a:pt x="836" y="347"/>
                </a:lnTo>
                <a:lnTo>
                  <a:pt x="837" y="348"/>
                </a:lnTo>
                <a:lnTo>
                  <a:pt x="838" y="348"/>
                </a:lnTo>
                <a:lnTo>
                  <a:pt x="838" y="347"/>
                </a:lnTo>
                <a:lnTo>
                  <a:pt x="839" y="347"/>
                </a:lnTo>
                <a:lnTo>
                  <a:pt x="841" y="347"/>
                </a:lnTo>
                <a:lnTo>
                  <a:pt x="842" y="347"/>
                </a:lnTo>
                <a:lnTo>
                  <a:pt x="843" y="347"/>
                </a:lnTo>
                <a:lnTo>
                  <a:pt x="843" y="348"/>
                </a:lnTo>
                <a:lnTo>
                  <a:pt x="843" y="349"/>
                </a:lnTo>
                <a:lnTo>
                  <a:pt x="843" y="350"/>
                </a:lnTo>
                <a:lnTo>
                  <a:pt x="843" y="351"/>
                </a:lnTo>
                <a:lnTo>
                  <a:pt x="844" y="351"/>
                </a:lnTo>
                <a:lnTo>
                  <a:pt x="844" y="352"/>
                </a:lnTo>
                <a:lnTo>
                  <a:pt x="843" y="353"/>
                </a:lnTo>
                <a:lnTo>
                  <a:pt x="842" y="354"/>
                </a:lnTo>
                <a:lnTo>
                  <a:pt x="841" y="354"/>
                </a:lnTo>
                <a:lnTo>
                  <a:pt x="841" y="355"/>
                </a:lnTo>
                <a:lnTo>
                  <a:pt x="841" y="356"/>
                </a:lnTo>
                <a:lnTo>
                  <a:pt x="842" y="356"/>
                </a:lnTo>
                <a:lnTo>
                  <a:pt x="842" y="357"/>
                </a:lnTo>
                <a:lnTo>
                  <a:pt x="842" y="358"/>
                </a:lnTo>
                <a:lnTo>
                  <a:pt x="842" y="359"/>
                </a:lnTo>
                <a:lnTo>
                  <a:pt x="843" y="359"/>
                </a:lnTo>
                <a:lnTo>
                  <a:pt x="843" y="360"/>
                </a:lnTo>
                <a:lnTo>
                  <a:pt x="841" y="361"/>
                </a:lnTo>
                <a:lnTo>
                  <a:pt x="842" y="362"/>
                </a:lnTo>
                <a:lnTo>
                  <a:pt x="842" y="363"/>
                </a:lnTo>
                <a:lnTo>
                  <a:pt x="842" y="364"/>
                </a:lnTo>
                <a:lnTo>
                  <a:pt x="842" y="365"/>
                </a:lnTo>
                <a:lnTo>
                  <a:pt x="842" y="366"/>
                </a:lnTo>
                <a:lnTo>
                  <a:pt x="842" y="367"/>
                </a:lnTo>
                <a:lnTo>
                  <a:pt x="842" y="368"/>
                </a:lnTo>
                <a:lnTo>
                  <a:pt x="842" y="369"/>
                </a:lnTo>
                <a:lnTo>
                  <a:pt x="841" y="369"/>
                </a:lnTo>
                <a:lnTo>
                  <a:pt x="840" y="369"/>
                </a:lnTo>
                <a:lnTo>
                  <a:pt x="838" y="369"/>
                </a:lnTo>
                <a:lnTo>
                  <a:pt x="837" y="369"/>
                </a:lnTo>
                <a:lnTo>
                  <a:pt x="836" y="369"/>
                </a:lnTo>
                <a:lnTo>
                  <a:pt x="835" y="369"/>
                </a:lnTo>
                <a:lnTo>
                  <a:pt x="834" y="369"/>
                </a:lnTo>
                <a:lnTo>
                  <a:pt x="833" y="369"/>
                </a:lnTo>
                <a:lnTo>
                  <a:pt x="833" y="370"/>
                </a:lnTo>
                <a:lnTo>
                  <a:pt x="832" y="370"/>
                </a:lnTo>
                <a:lnTo>
                  <a:pt x="831" y="371"/>
                </a:lnTo>
                <a:lnTo>
                  <a:pt x="830" y="371"/>
                </a:lnTo>
                <a:lnTo>
                  <a:pt x="829" y="371"/>
                </a:lnTo>
                <a:lnTo>
                  <a:pt x="829" y="372"/>
                </a:lnTo>
                <a:lnTo>
                  <a:pt x="828" y="371"/>
                </a:lnTo>
                <a:lnTo>
                  <a:pt x="827" y="372"/>
                </a:lnTo>
                <a:lnTo>
                  <a:pt x="826" y="372"/>
                </a:lnTo>
                <a:lnTo>
                  <a:pt x="826" y="373"/>
                </a:lnTo>
                <a:lnTo>
                  <a:pt x="825" y="373"/>
                </a:lnTo>
                <a:lnTo>
                  <a:pt x="825" y="374"/>
                </a:lnTo>
                <a:lnTo>
                  <a:pt x="825" y="375"/>
                </a:lnTo>
                <a:lnTo>
                  <a:pt x="824" y="375"/>
                </a:lnTo>
                <a:lnTo>
                  <a:pt x="824" y="374"/>
                </a:lnTo>
                <a:lnTo>
                  <a:pt x="823" y="374"/>
                </a:lnTo>
                <a:lnTo>
                  <a:pt x="823" y="373"/>
                </a:lnTo>
                <a:lnTo>
                  <a:pt x="822" y="373"/>
                </a:lnTo>
                <a:lnTo>
                  <a:pt x="822" y="375"/>
                </a:lnTo>
                <a:lnTo>
                  <a:pt x="821" y="376"/>
                </a:lnTo>
                <a:lnTo>
                  <a:pt x="820" y="376"/>
                </a:lnTo>
                <a:lnTo>
                  <a:pt x="820" y="377"/>
                </a:lnTo>
                <a:lnTo>
                  <a:pt x="819" y="377"/>
                </a:lnTo>
                <a:lnTo>
                  <a:pt x="818" y="378"/>
                </a:lnTo>
                <a:lnTo>
                  <a:pt x="817" y="378"/>
                </a:lnTo>
                <a:lnTo>
                  <a:pt x="817" y="379"/>
                </a:lnTo>
                <a:lnTo>
                  <a:pt x="816" y="379"/>
                </a:lnTo>
                <a:lnTo>
                  <a:pt x="815" y="380"/>
                </a:lnTo>
                <a:lnTo>
                  <a:pt x="814" y="380"/>
                </a:lnTo>
                <a:lnTo>
                  <a:pt x="813" y="380"/>
                </a:lnTo>
                <a:lnTo>
                  <a:pt x="812" y="380"/>
                </a:lnTo>
                <a:lnTo>
                  <a:pt x="811" y="380"/>
                </a:lnTo>
                <a:lnTo>
                  <a:pt x="810" y="379"/>
                </a:lnTo>
                <a:lnTo>
                  <a:pt x="809" y="379"/>
                </a:lnTo>
                <a:lnTo>
                  <a:pt x="808" y="379"/>
                </a:lnTo>
                <a:lnTo>
                  <a:pt x="807" y="378"/>
                </a:lnTo>
                <a:lnTo>
                  <a:pt x="806" y="379"/>
                </a:lnTo>
                <a:lnTo>
                  <a:pt x="805" y="380"/>
                </a:lnTo>
                <a:lnTo>
                  <a:pt x="804" y="380"/>
                </a:lnTo>
                <a:lnTo>
                  <a:pt x="804" y="381"/>
                </a:lnTo>
                <a:lnTo>
                  <a:pt x="803" y="382"/>
                </a:lnTo>
                <a:lnTo>
                  <a:pt x="802" y="382"/>
                </a:lnTo>
                <a:lnTo>
                  <a:pt x="802" y="383"/>
                </a:lnTo>
                <a:lnTo>
                  <a:pt x="802" y="385"/>
                </a:lnTo>
                <a:lnTo>
                  <a:pt x="802" y="386"/>
                </a:lnTo>
                <a:lnTo>
                  <a:pt x="803" y="386"/>
                </a:lnTo>
                <a:lnTo>
                  <a:pt x="803" y="387"/>
                </a:lnTo>
                <a:lnTo>
                  <a:pt x="803" y="388"/>
                </a:lnTo>
                <a:lnTo>
                  <a:pt x="804" y="388"/>
                </a:lnTo>
                <a:lnTo>
                  <a:pt x="803" y="389"/>
                </a:lnTo>
                <a:lnTo>
                  <a:pt x="801" y="389"/>
                </a:lnTo>
                <a:lnTo>
                  <a:pt x="800" y="389"/>
                </a:lnTo>
                <a:lnTo>
                  <a:pt x="799" y="389"/>
                </a:lnTo>
                <a:lnTo>
                  <a:pt x="799" y="390"/>
                </a:lnTo>
                <a:lnTo>
                  <a:pt x="799" y="391"/>
                </a:lnTo>
                <a:lnTo>
                  <a:pt x="798" y="391"/>
                </a:lnTo>
                <a:lnTo>
                  <a:pt x="798" y="393"/>
                </a:lnTo>
                <a:lnTo>
                  <a:pt x="798" y="394"/>
                </a:lnTo>
                <a:lnTo>
                  <a:pt x="798" y="395"/>
                </a:lnTo>
                <a:lnTo>
                  <a:pt x="798" y="396"/>
                </a:lnTo>
                <a:lnTo>
                  <a:pt x="799" y="398"/>
                </a:lnTo>
                <a:lnTo>
                  <a:pt x="799" y="399"/>
                </a:lnTo>
                <a:lnTo>
                  <a:pt x="798" y="399"/>
                </a:lnTo>
                <a:lnTo>
                  <a:pt x="798" y="400"/>
                </a:lnTo>
                <a:lnTo>
                  <a:pt x="797" y="400"/>
                </a:lnTo>
                <a:lnTo>
                  <a:pt x="796" y="400"/>
                </a:lnTo>
                <a:lnTo>
                  <a:pt x="796" y="399"/>
                </a:lnTo>
                <a:lnTo>
                  <a:pt x="795" y="400"/>
                </a:lnTo>
                <a:lnTo>
                  <a:pt x="795" y="399"/>
                </a:lnTo>
                <a:lnTo>
                  <a:pt x="794" y="398"/>
                </a:lnTo>
                <a:lnTo>
                  <a:pt x="794" y="397"/>
                </a:lnTo>
                <a:lnTo>
                  <a:pt x="793" y="397"/>
                </a:lnTo>
                <a:lnTo>
                  <a:pt x="792" y="397"/>
                </a:lnTo>
                <a:lnTo>
                  <a:pt x="791" y="397"/>
                </a:lnTo>
                <a:lnTo>
                  <a:pt x="790" y="398"/>
                </a:lnTo>
                <a:lnTo>
                  <a:pt x="789" y="398"/>
                </a:lnTo>
                <a:lnTo>
                  <a:pt x="788" y="396"/>
                </a:lnTo>
                <a:lnTo>
                  <a:pt x="787" y="396"/>
                </a:lnTo>
                <a:lnTo>
                  <a:pt x="787" y="397"/>
                </a:lnTo>
                <a:lnTo>
                  <a:pt x="786" y="397"/>
                </a:lnTo>
                <a:lnTo>
                  <a:pt x="785" y="397"/>
                </a:lnTo>
                <a:lnTo>
                  <a:pt x="785" y="398"/>
                </a:lnTo>
                <a:lnTo>
                  <a:pt x="784" y="398"/>
                </a:lnTo>
                <a:lnTo>
                  <a:pt x="783" y="398"/>
                </a:lnTo>
                <a:lnTo>
                  <a:pt x="782" y="398"/>
                </a:lnTo>
                <a:lnTo>
                  <a:pt x="782" y="397"/>
                </a:lnTo>
                <a:lnTo>
                  <a:pt x="781" y="397"/>
                </a:lnTo>
                <a:lnTo>
                  <a:pt x="781" y="396"/>
                </a:lnTo>
                <a:lnTo>
                  <a:pt x="781" y="397"/>
                </a:lnTo>
                <a:lnTo>
                  <a:pt x="780" y="398"/>
                </a:lnTo>
                <a:lnTo>
                  <a:pt x="780" y="399"/>
                </a:lnTo>
                <a:lnTo>
                  <a:pt x="780" y="400"/>
                </a:lnTo>
                <a:lnTo>
                  <a:pt x="779" y="402"/>
                </a:lnTo>
                <a:lnTo>
                  <a:pt x="778" y="402"/>
                </a:lnTo>
                <a:lnTo>
                  <a:pt x="777" y="402"/>
                </a:lnTo>
                <a:lnTo>
                  <a:pt x="776" y="403"/>
                </a:lnTo>
                <a:lnTo>
                  <a:pt x="775" y="402"/>
                </a:lnTo>
                <a:lnTo>
                  <a:pt x="774" y="402"/>
                </a:lnTo>
                <a:lnTo>
                  <a:pt x="772" y="401"/>
                </a:lnTo>
                <a:lnTo>
                  <a:pt x="771" y="401"/>
                </a:lnTo>
                <a:lnTo>
                  <a:pt x="771" y="402"/>
                </a:lnTo>
                <a:lnTo>
                  <a:pt x="770" y="403"/>
                </a:lnTo>
                <a:lnTo>
                  <a:pt x="769" y="403"/>
                </a:lnTo>
                <a:lnTo>
                  <a:pt x="769" y="404"/>
                </a:lnTo>
                <a:lnTo>
                  <a:pt x="768" y="404"/>
                </a:lnTo>
                <a:lnTo>
                  <a:pt x="768" y="405"/>
                </a:lnTo>
                <a:lnTo>
                  <a:pt x="767" y="407"/>
                </a:lnTo>
                <a:lnTo>
                  <a:pt x="766" y="407"/>
                </a:lnTo>
                <a:lnTo>
                  <a:pt x="765" y="407"/>
                </a:lnTo>
                <a:lnTo>
                  <a:pt x="765" y="408"/>
                </a:lnTo>
                <a:lnTo>
                  <a:pt x="764" y="408"/>
                </a:lnTo>
                <a:lnTo>
                  <a:pt x="763" y="408"/>
                </a:lnTo>
                <a:lnTo>
                  <a:pt x="762" y="408"/>
                </a:lnTo>
                <a:lnTo>
                  <a:pt x="762" y="409"/>
                </a:lnTo>
                <a:lnTo>
                  <a:pt x="761" y="410"/>
                </a:lnTo>
                <a:lnTo>
                  <a:pt x="760" y="410"/>
                </a:lnTo>
                <a:lnTo>
                  <a:pt x="759" y="411"/>
                </a:lnTo>
                <a:lnTo>
                  <a:pt x="759" y="410"/>
                </a:lnTo>
                <a:lnTo>
                  <a:pt x="758" y="409"/>
                </a:lnTo>
                <a:lnTo>
                  <a:pt x="757" y="409"/>
                </a:lnTo>
                <a:lnTo>
                  <a:pt x="757" y="410"/>
                </a:lnTo>
                <a:lnTo>
                  <a:pt x="756" y="411"/>
                </a:lnTo>
                <a:lnTo>
                  <a:pt x="756" y="412"/>
                </a:lnTo>
                <a:lnTo>
                  <a:pt x="755" y="412"/>
                </a:lnTo>
                <a:lnTo>
                  <a:pt x="754" y="413"/>
                </a:lnTo>
                <a:lnTo>
                  <a:pt x="753" y="414"/>
                </a:lnTo>
                <a:lnTo>
                  <a:pt x="752" y="414"/>
                </a:lnTo>
                <a:lnTo>
                  <a:pt x="751" y="415"/>
                </a:lnTo>
                <a:lnTo>
                  <a:pt x="750" y="415"/>
                </a:lnTo>
                <a:lnTo>
                  <a:pt x="750" y="416"/>
                </a:lnTo>
                <a:lnTo>
                  <a:pt x="750" y="417"/>
                </a:lnTo>
                <a:lnTo>
                  <a:pt x="749" y="417"/>
                </a:lnTo>
                <a:lnTo>
                  <a:pt x="749" y="418"/>
                </a:lnTo>
                <a:lnTo>
                  <a:pt x="748" y="419"/>
                </a:lnTo>
                <a:lnTo>
                  <a:pt x="748" y="420"/>
                </a:lnTo>
                <a:lnTo>
                  <a:pt x="747" y="420"/>
                </a:lnTo>
                <a:lnTo>
                  <a:pt x="746" y="420"/>
                </a:lnTo>
                <a:lnTo>
                  <a:pt x="746" y="421"/>
                </a:lnTo>
                <a:lnTo>
                  <a:pt x="746" y="422"/>
                </a:lnTo>
                <a:lnTo>
                  <a:pt x="747" y="423"/>
                </a:lnTo>
                <a:lnTo>
                  <a:pt x="747" y="424"/>
                </a:lnTo>
                <a:lnTo>
                  <a:pt x="747" y="425"/>
                </a:lnTo>
                <a:lnTo>
                  <a:pt x="747" y="426"/>
                </a:lnTo>
                <a:lnTo>
                  <a:pt x="746" y="426"/>
                </a:lnTo>
                <a:lnTo>
                  <a:pt x="746" y="427"/>
                </a:lnTo>
                <a:lnTo>
                  <a:pt x="746" y="428"/>
                </a:lnTo>
                <a:lnTo>
                  <a:pt x="747" y="429"/>
                </a:lnTo>
                <a:lnTo>
                  <a:pt x="747" y="430"/>
                </a:lnTo>
                <a:lnTo>
                  <a:pt x="746" y="431"/>
                </a:lnTo>
                <a:lnTo>
                  <a:pt x="746" y="432"/>
                </a:lnTo>
                <a:lnTo>
                  <a:pt x="746" y="433"/>
                </a:lnTo>
                <a:lnTo>
                  <a:pt x="746" y="434"/>
                </a:lnTo>
                <a:lnTo>
                  <a:pt x="745" y="434"/>
                </a:lnTo>
                <a:lnTo>
                  <a:pt x="743" y="435"/>
                </a:lnTo>
                <a:lnTo>
                  <a:pt x="743" y="437"/>
                </a:lnTo>
                <a:lnTo>
                  <a:pt x="743" y="438"/>
                </a:lnTo>
                <a:lnTo>
                  <a:pt x="742" y="438"/>
                </a:lnTo>
                <a:lnTo>
                  <a:pt x="742" y="439"/>
                </a:lnTo>
                <a:lnTo>
                  <a:pt x="741" y="440"/>
                </a:lnTo>
                <a:lnTo>
                  <a:pt x="741" y="441"/>
                </a:lnTo>
                <a:lnTo>
                  <a:pt x="740" y="441"/>
                </a:lnTo>
                <a:lnTo>
                  <a:pt x="739" y="442"/>
                </a:lnTo>
                <a:lnTo>
                  <a:pt x="739" y="441"/>
                </a:lnTo>
                <a:lnTo>
                  <a:pt x="738" y="440"/>
                </a:lnTo>
                <a:lnTo>
                  <a:pt x="737" y="440"/>
                </a:lnTo>
                <a:lnTo>
                  <a:pt x="736" y="439"/>
                </a:lnTo>
                <a:lnTo>
                  <a:pt x="735" y="438"/>
                </a:lnTo>
                <a:lnTo>
                  <a:pt x="734" y="437"/>
                </a:lnTo>
                <a:lnTo>
                  <a:pt x="734" y="436"/>
                </a:lnTo>
                <a:lnTo>
                  <a:pt x="733" y="436"/>
                </a:lnTo>
                <a:lnTo>
                  <a:pt x="733" y="435"/>
                </a:lnTo>
                <a:lnTo>
                  <a:pt x="732" y="436"/>
                </a:lnTo>
                <a:lnTo>
                  <a:pt x="732" y="437"/>
                </a:lnTo>
                <a:lnTo>
                  <a:pt x="731" y="437"/>
                </a:lnTo>
                <a:lnTo>
                  <a:pt x="730" y="437"/>
                </a:lnTo>
                <a:lnTo>
                  <a:pt x="729" y="438"/>
                </a:lnTo>
                <a:lnTo>
                  <a:pt x="728" y="438"/>
                </a:lnTo>
                <a:lnTo>
                  <a:pt x="728" y="437"/>
                </a:lnTo>
                <a:lnTo>
                  <a:pt x="727" y="437"/>
                </a:lnTo>
                <a:lnTo>
                  <a:pt x="727" y="435"/>
                </a:lnTo>
                <a:lnTo>
                  <a:pt x="726" y="435"/>
                </a:lnTo>
                <a:lnTo>
                  <a:pt x="726" y="434"/>
                </a:lnTo>
                <a:lnTo>
                  <a:pt x="725" y="434"/>
                </a:lnTo>
                <a:lnTo>
                  <a:pt x="724" y="434"/>
                </a:lnTo>
                <a:lnTo>
                  <a:pt x="723" y="434"/>
                </a:lnTo>
                <a:lnTo>
                  <a:pt x="723" y="433"/>
                </a:lnTo>
                <a:lnTo>
                  <a:pt x="721" y="432"/>
                </a:lnTo>
                <a:lnTo>
                  <a:pt x="720" y="432"/>
                </a:lnTo>
                <a:lnTo>
                  <a:pt x="719" y="432"/>
                </a:lnTo>
                <a:lnTo>
                  <a:pt x="718" y="432"/>
                </a:lnTo>
                <a:lnTo>
                  <a:pt x="718" y="431"/>
                </a:lnTo>
                <a:lnTo>
                  <a:pt x="717" y="431"/>
                </a:lnTo>
                <a:lnTo>
                  <a:pt x="716" y="431"/>
                </a:lnTo>
                <a:lnTo>
                  <a:pt x="715" y="431"/>
                </a:lnTo>
                <a:lnTo>
                  <a:pt x="714" y="430"/>
                </a:lnTo>
                <a:lnTo>
                  <a:pt x="714" y="429"/>
                </a:lnTo>
                <a:lnTo>
                  <a:pt x="714" y="427"/>
                </a:lnTo>
                <a:lnTo>
                  <a:pt x="713" y="426"/>
                </a:lnTo>
                <a:lnTo>
                  <a:pt x="712" y="425"/>
                </a:lnTo>
                <a:lnTo>
                  <a:pt x="712" y="424"/>
                </a:lnTo>
                <a:lnTo>
                  <a:pt x="711" y="424"/>
                </a:lnTo>
                <a:lnTo>
                  <a:pt x="710" y="424"/>
                </a:lnTo>
                <a:lnTo>
                  <a:pt x="709" y="422"/>
                </a:lnTo>
                <a:lnTo>
                  <a:pt x="710" y="422"/>
                </a:lnTo>
                <a:lnTo>
                  <a:pt x="710" y="421"/>
                </a:lnTo>
                <a:lnTo>
                  <a:pt x="710" y="420"/>
                </a:lnTo>
                <a:lnTo>
                  <a:pt x="709" y="419"/>
                </a:lnTo>
                <a:lnTo>
                  <a:pt x="710" y="418"/>
                </a:lnTo>
                <a:lnTo>
                  <a:pt x="709" y="417"/>
                </a:lnTo>
                <a:lnTo>
                  <a:pt x="709" y="416"/>
                </a:lnTo>
                <a:lnTo>
                  <a:pt x="709" y="415"/>
                </a:lnTo>
                <a:lnTo>
                  <a:pt x="708" y="415"/>
                </a:lnTo>
                <a:lnTo>
                  <a:pt x="707" y="416"/>
                </a:lnTo>
                <a:lnTo>
                  <a:pt x="707" y="417"/>
                </a:lnTo>
                <a:lnTo>
                  <a:pt x="706" y="418"/>
                </a:lnTo>
                <a:lnTo>
                  <a:pt x="705" y="418"/>
                </a:lnTo>
                <a:lnTo>
                  <a:pt x="705" y="417"/>
                </a:lnTo>
                <a:lnTo>
                  <a:pt x="704" y="416"/>
                </a:lnTo>
                <a:lnTo>
                  <a:pt x="704" y="415"/>
                </a:lnTo>
                <a:lnTo>
                  <a:pt x="705" y="415"/>
                </a:lnTo>
                <a:lnTo>
                  <a:pt x="705" y="413"/>
                </a:lnTo>
                <a:lnTo>
                  <a:pt x="704" y="413"/>
                </a:lnTo>
                <a:lnTo>
                  <a:pt x="704" y="412"/>
                </a:lnTo>
                <a:lnTo>
                  <a:pt x="703" y="412"/>
                </a:lnTo>
                <a:lnTo>
                  <a:pt x="703" y="411"/>
                </a:lnTo>
                <a:lnTo>
                  <a:pt x="702" y="411"/>
                </a:lnTo>
                <a:lnTo>
                  <a:pt x="701" y="411"/>
                </a:lnTo>
                <a:lnTo>
                  <a:pt x="700" y="411"/>
                </a:lnTo>
                <a:lnTo>
                  <a:pt x="699" y="411"/>
                </a:lnTo>
                <a:lnTo>
                  <a:pt x="698" y="411"/>
                </a:lnTo>
                <a:lnTo>
                  <a:pt x="698" y="410"/>
                </a:lnTo>
                <a:lnTo>
                  <a:pt x="698" y="409"/>
                </a:lnTo>
                <a:lnTo>
                  <a:pt x="697" y="409"/>
                </a:lnTo>
                <a:lnTo>
                  <a:pt x="696" y="409"/>
                </a:lnTo>
                <a:lnTo>
                  <a:pt x="696" y="410"/>
                </a:lnTo>
                <a:lnTo>
                  <a:pt x="695" y="411"/>
                </a:lnTo>
                <a:lnTo>
                  <a:pt x="695" y="412"/>
                </a:lnTo>
                <a:lnTo>
                  <a:pt x="695" y="413"/>
                </a:lnTo>
                <a:lnTo>
                  <a:pt x="695" y="414"/>
                </a:lnTo>
                <a:lnTo>
                  <a:pt x="695" y="415"/>
                </a:lnTo>
                <a:lnTo>
                  <a:pt x="694" y="415"/>
                </a:lnTo>
                <a:lnTo>
                  <a:pt x="694" y="416"/>
                </a:lnTo>
                <a:lnTo>
                  <a:pt x="693" y="417"/>
                </a:lnTo>
                <a:lnTo>
                  <a:pt x="691" y="419"/>
                </a:lnTo>
                <a:lnTo>
                  <a:pt x="690" y="420"/>
                </a:lnTo>
                <a:lnTo>
                  <a:pt x="690" y="421"/>
                </a:lnTo>
                <a:lnTo>
                  <a:pt x="689" y="421"/>
                </a:lnTo>
                <a:lnTo>
                  <a:pt x="688" y="420"/>
                </a:lnTo>
                <a:lnTo>
                  <a:pt x="687" y="420"/>
                </a:lnTo>
                <a:lnTo>
                  <a:pt x="687" y="419"/>
                </a:lnTo>
                <a:lnTo>
                  <a:pt x="686" y="419"/>
                </a:lnTo>
                <a:lnTo>
                  <a:pt x="685" y="420"/>
                </a:lnTo>
                <a:lnTo>
                  <a:pt x="686" y="420"/>
                </a:lnTo>
                <a:lnTo>
                  <a:pt x="685" y="420"/>
                </a:lnTo>
                <a:lnTo>
                  <a:pt x="685" y="421"/>
                </a:lnTo>
                <a:lnTo>
                  <a:pt x="684" y="421"/>
                </a:lnTo>
                <a:lnTo>
                  <a:pt x="684" y="422"/>
                </a:lnTo>
                <a:lnTo>
                  <a:pt x="684" y="423"/>
                </a:lnTo>
                <a:lnTo>
                  <a:pt x="683" y="423"/>
                </a:lnTo>
                <a:lnTo>
                  <a:pt x="683" y="424"/>
                </a:lnTo>
                <a:lnTo>
                  <a:pt x="682" y="424"/>
                </a:lnTo>
                <a:lnTo>
                  <a:pt x="682" y="425"/>
                </a:lnTo>
                <a:lnTo>
                  <a:pt x="682" y="426"/>
                </a:lnTo>
                <a:lnTo>
                  <a:pt x="681" y="428"/>
                </a:lnTo>
                <a:lnTo>
                  <a:pt x="680" y="428"/>
                </a:lnTo>
                <a:lnTo>
                  <a:pt x="679" y="429"/>
                </a:lnTo>
                <a:lnTo>
                  <a:pt x="679" y="430"/>
                </a:lnTo>
                <a:lnTo>
                  <a:pt x="678" y="430"/>
                </a:lnTo>
                <a:lnTo>
                  <a:pt x="677" y="430"/>
                </a:lnTo>
                <a:lnTo>
                  <a:pt x="676" y="431"/>
                </a:lnTo>
                <a:lnTo>
                  <a:pt x="675" y="432"/>
                </a:lnTo>
                <a:lnTo>
                  <a:pt x="674" y="432"/>
                </a:lnTo>
                <a:lnTo>
                  <a:pt x="673" y="432"/>
                </a:lnTo>
                <a:lnTo>
                  <a:pt x="672" y="433"/>
                </a:lnTo>
                <a:lnTo>
                  <a:pt x="671" y="433"/>
                </a:lnTo>
                <a:lnTo>
                  <a:pt x="671" y="434"/>
                </a:lnTo>
                <a:lnTo>
                  <a:pt x="670" y="436"/>
                </a:lnTo>
                <a:lnTo>
                  <a:pt x="670" y="437"/>
                </a:lnTo>
                <a:lnTo>
                  <a:pt x="670" y="438"/>
                </a:lnTo>
                <a:lnTo>
                  <a:pt x="669" y="439"/>
                </a:lnTo>
                <a:lnTo>
                  <a:pt x="668" y="439"/>
                </a:lnTo>
                <a:lnTo>
                  <a:pt x="667" y="438"/>
                </a:lnTo>
                <a:lnTo>
                  <a:pt x="666" y="438"/>
                </a:lnTo>
                <a:lnTo>
                  <a:pt x="666" y="437"/>
                </a:lnTo>
                <a:lnTo>
                  <a:pt x="667" y="437"/>
                </a:lnTo>
                <a:lnTo>
                  <a:pt x="666" y="436"/>
                </a:lnTo>
                <a:lnTo>
                  <a:pt x="666" y="435"/>
                </a:lnTo>
                <a:lnTo>
                  <a:pt x="666" y="433"/>
                </a:lnTo>
                <a:lnTo>
                  <a:pt x="665" y="432"/>
                </a:lnTo>
                <a:lnTo>
                  <a:pt x="664" y="431"/>
                </a:lnTo>
                <a:lnTo>
                  <a:pt x="663" y="431"/>
                </a:lnTo>
                <a:lnTo>
                  <a:pt x="662" y="432"/>
                </a:lnTo>
                <a:lnTo>
                  <a:pt x="662" y="433"/>
                </a:lnTo>
                <a:lnTo>
                  <a:pt x="662" y="434"/>
                </a:lnTo>
                <a:lnTo>
                  <a:pt x="661" y="436"/>
                </a:lnTo>
                <a:lnTo>
                  <a:pt x="660" y="437"/>
                </a:lnTo>
                <a:lnTo>
                  <a:pt x="659" y="437"/>
                </a:lnTo>
                <a:lnTo>
                  <a:pt x="656" y="437"/>
                </a:lnTo>
                <a:lnTo>
                  <a:pt x="656" y="438"/>
                </a:lnTo>
                <a:lnTo>
                  <a:pt x="657" y="438"/>
                </a:lnTo>
                <a:lnTo>
                  <a:pt x="657" y="439"/>
                </a:lnTo>
                <a:lnTo>
                  <a:pt x="656" y="440"/>
                </a:lnTo>
                <a:lnTo>
                  <a:pt x="657" y="440"/>
                </a:lnTo>
                <a:lnTo>
                  <a:pt x="657" y="441"/>
                </a:lnTo>
                <a:lnTo>
                  <a:pt x="656" y="442"/>
                </a:lnTo>
                <a:lnTo>
                  <a:pt x="657" y="442"/>
                </a:lnTo>
                <a:lnTo>
                  <a:pt x="658" y="443"/>
                </a:lnTo>
                <a:lnTo>
                  <a:pt x="659" y="443"/>
                </a:lnTo>
                <a:lnTo>
                  <a:pt x="659" y="442"/>
                </a:lnTo>
                <a:lnTo>
                  <a:pt x="661" y="444"/>
                </a:lnTo>
                <a:lnTo>
                  <a:pt x="662" y="445"/>
                </a:lnTo>
                <a:lnTo>
                  <a:pt x="662" y="446"/>
                </a:lnTo>
                <a:lnTo>
                  <a:pt x="662" y="448"/>
                </a:lnTo>
                <a:lnTo>
                  <a:pt x="661" y="449"/>
                </a:lnTo>
                <a:lnTo>
                  <a:pt x="662" y="450"/>
                </a:lnTo>
                <a:lnTo>
                  <a:pt x="661" y="451"/>
                </a:lnTo>
                <a:lnTo>
                  <a:pt x="662" y="453"/>
                </a:lnTo>
                <a:lnTo>
                  <a:pt x="663" y="454"/>
                </a:lnTo>
                <a:lnTo>
                  <a:pt x="663" y="455"/>
                </a:lnTo>
                <a:lnTo>
                  <a:pt x="664" y="456"/>
                </a:lnTo>
                <a:lnTo>
                  <a:pt x="663" y="457"/>
                </a:lnTo>
                <a:lnTo>
                  <a:pt x="662" y="458"/>
                </a:lnTo>
                <a:lnTo>
                  <a:pt x="662" y="459"/>
                </a:lnTo>
                <a:lnTo>
                  <a:pt x="661" y="459"/>
                </a:lnTo>
                <a:lnTo>
                  <a:pt x="660" y="459"/>
                </a:lnTo>
                <a:lnTo>
                  <a:pt x="659" y="458"/>
                </a:lnTo>
                <a:lnTo>
                  <a:pt x="659" y="459"/>
                </a:lnTo>
                <a:lnTo>
                  <a:pt x="658" y="459"/>
                </a:lnTo>
                <a:lnTo>
                  <a:pt x="659" y="461"/>
                </a:lnTo>
                <a:lnTo>
                  <a:pt x="659" y="462"/>
                </a:lnTo>
                <a:lnTo>
                  <a:pt x="660" y="462"/>
                </a:lnTo>
                <a:lnTo>
                  <a:pt x="659" y="462"/>
                </a:lnTo>
                <a:lnTo>
                  <a:pt x="659" y="463"/>
                </a:lnTo>
                <a:lnTo>
                  <a:pt x="657" y="464"/>
                </a:lnTo>
                <a:lnTo>
                  <a:pt x="657" y="465"/>
                </a:lnTo>
                <a:lnTo>
                  <a:pt x="657" y="467"/>
                </a:lnTo>
                <a:lnTo>
                  <a:pt x="656" y="467"/>
                </a:lnTo>
                <a:lnTo>
                  <a:pt x="655" y="467"/>
                </a:lnTo>
                <a:lnTo>
                  <a:pt x="655" y="468"/>
                </a:lnTo>
                <a:lnTo>
                  <a:pt x="654" y="468"/>
                </a:lnTo>
                <a:lnTo>
                  <a:pt x="654" y="469"/>
                </a:lnTo>
                <a:lnTo>
                  <a:pt x="653" y="470"/>
                </a:lnTo>
                <a:lnTo>
                  <a:pt x="653" y="469"/>
                </a:lnTo>
                <a:lnTo>
                  <a:pt x="652" y="469"/>
                </a:lnTo>
                <a:lnTo>
                  <a:pt x="651" y="470"/>
                </a:lnTo>
                <a:lnTo>
                  <a:pt x="651" y="469"/>
                </a:lnTo>
                <a:lnTo>
                  <a:pt x="650" y="470"/>
                </a:lnTo>
                <a:lnTo>
                  <a:pt x="649" y="470"/>
                </a:lnTo>
                <a:lnTo>
                  <a:pt x="649" y="471"/>
                </a:lnTo>
                <a:lnTo>
                  <a:pt x="648" y="471"/>
                </a:lnTo>
                <a:lnTo>
                  <a:pt x="648" y="470"/>
                </a:lnTo>
                <a:lnTo>
                  <a:pt x="647" y="470"/>
                </a:lnTo>
                <a:lnTo>
                  <a:pt x="647" y="472"/>
                </a:lnTo>
                <a:lnTo>
                  <a:pt x="647" y="474"/>
                </a:lnTo>
                <a:lnTo>
                  <a:pt x="648" y="474"/>
                </a:lnTo>
                <a:lnTo>
                  <a:pt x="648" y="475"/>
                </a:lnTo>
                <a:lnTo>
                  <a:pt x="647" y="475"/>
                </a:lnTo>
                <a:lnTo>
                  <a:pt x="647" y="476"/>
                </a:lnTo>
                <a:lnTo>
                  <a:pt x="648" y="476"/>
                </a:lnTo>
                <a:lnTo>
                  <a:pt x="648" y="477"/>
                </a:lnTo>
                <a:lnTo>
                  <a:pt x="647" y="477"/>
                </a:lnTo>
                <a:lnTo>
                  <a:pt x="646" y="477"/>
                </a:lnTo>
                <a:lnTo>
                  <a:pt x="644" y="478"/>
                </a:lnTo>
                <a:lnTo>
                  <a:pt x="644" y="479"/>
                </a:lnTo>
                <a:lnTo>
                  <a:pt x="643" y="479"/>
                </a:lnTo>
                <a:lnTo>
                  <a:pt x="642" y="479"/>
                </a:lnTo>
                <a:lnTo>
                  <a:pt x="641" y="479"/>
                </a:lnTo>
                <a:lnTo>
                  <a:pt x="640" y="478"/>
                </a:lnTo>
                <a:lnTo>
                  <a:pt x="639" y="478"/>
                </a:lnTo>
                <a:lnTo>
                  <a:pt x="638" y="478"/>
                </a:lnTo>
                <a:lnTo>
                  <a:pt x="637" y="478"/>
                </a:lnTo>
                <a:lnTo>
                  <a:pt x="637" y="477"/>
                </a:lnTo>
                <a:lnTo>
                  <a:pt x="636" y="477"/>
                </a:lnTo>
                <a:lnTo>
                  <a:pt x="635" y="478"/>
                </a:lnTo>
                <a:lnTo>
                  <a:pt x="634" y="477"/>
                </a:lnTo>
                <a:lnTo>
                  <a:pt x="633" y="477"/>
                </a:lnTo>
                <a:lnTo>
                  <a:pt x="632" y="477"/>
                </a:lnTo>
                <a:lnTo>
                  <a:pt x="631" y="478"/>
                </a:lnTo>
                <a:lnTo>
                  <a:pt x="631" y="479"/>
                </a:lnTo>
                <a:lnTo>
                  <a:pt x="630" y="479"/>
                </a:lnTo>
                <a:lnTo>
                  <a:pt x="630" y="480"/>
                </a:lnTo>
                <a:lnTo>
                  <a:pt x="629" y="481"/>
                </a:lnTo>
                <a:lnTo>
                  <a:pt x="628" y="483"/>
                </a:lnTo>
                <a:lnTo>
                  <a:pt x="629" y="483"/>
                </a:lnTo>
                <a:lnTo>
                  <a:pt x="630" y="483"/>
                </a:lnTo>
                <a:lnTo>
                  <a:pt x="630" y="484"/>
                </a:lnTo>
                <a:lnTo>
                  <a:pt x="630" y="485"/>
                </a:lnTo>
                <a:lnTo>
                  <a:pt x="631" y="485"/>
                </a:lnTo>
                <a:lnTo>
                  <a:pt x="631" y="486"/>
                </a:lnTo>
                <a:lnTo>
                  <a:pt x="632" y="486"/>
                </a:lnTo>
                <a:lnTo>
                  <a:pt x="632" y="487"/>
                </a:lnTo>
                <a:lnTo>
                  <a:pt x="631" y="488"/>
                </a:lnTo>
                <a:lnTo>
                  <a:pt x="631" y="489"/>
                </a:lnTo>
                <a:lnTo>
                  <a:pt x="632" y="489"/>
                </a:lnTo>
                <a:lnTo>
                  <a:pt x="632" y="490"/>
                </a:lnTo>
                <a:lnTo>
                  <a:pt x="630" y="491"/>
                </a:lnTo>
                <a:lnTo>
                  <a:pt x="628" y="490"/>
                </a:lnTo>
                <a:lnTo>
                  <a:pt x="627" y="489"/>
                </a:lnTo>
                <a:lnTo>
                  <a:pt x="626" y="488"/>
                </a:lnTo>
                <a:lnTo>
                  <a:pt x="626" y="487"/>
                </a:lnTo>
                <a:lnTo>
                  <a:pt x="625" y="487"/>
                </a:lnTo>
                <a:lnTo>
                  <a:pt x="624" y="486"/>
                </a:lnTo>
                <a:lnTo>
                  <a:pt x="624" y="485"/>
                </a:lnTo>
                <a:lnTo>
                  <a:pt x="623" y="484"/>
                </a:lnTo>
                <a:lnTo>
                  <a:pt x="621" y="483"/>
                </a:lnTo>
                <a:lnTo>
                  <a:pt x="620" y="483"/>
                </a:lnTo>
                <a:lnTo>
                  <a:pt x="619" y="484"/>
                </a:lnTo>
                <a:lnTo>
                  <a:pt x="618" y="484"/>
                </a:lnTo>
                <a:lnTo>
                  <a:pt x="618" y="485"/>
                </a:lnTo>
                <a:lnTo>
                  <a:pt x="617" y="485"/>
                </a:lnTo>
                <a:lnTo>
                  <a:pt x="616" y="486"/>
                </a:lnTo>
                <a:lnTo>
                  <a:pt x="615" y="488"/>
                </a:lnTo>
                <a:lnTo>
                  <a:pt x="616" y="489"/>
                </a:lnTo>
                <a:lnTo>
                  <a:pt x="616" y="490"/>
                </a:lnTo>
                <a:lnTo>
                  <a:pt x="616" y="491"/>
                </a:lnTo>
                <a:lnTo>
                  <a:pt x="616" y="492"/>
                </a:lnTo>
                <a:lnTo>
                  <a:pt x="615" y="492"/>
                </a:lnTo>
                <a:lnTo>
                  <a:pt x="614" y="492"/>
                </a:lnTo>
                <a:lnTo>
                  <a:pt x="613" y="493"/>
                </a:lnTo>
                <a:lnTo>
                  <a:pt x="614" y="494"/>
                </a:lnTo>
                <a:lnTo>
                  <a:pt x="614" y="495"/>
                </a:lnTo>
                <a:lnTo>
                  <a:pt x="615" y="495"/>
                </a:lnTo>
                <a:lnTo>
                  <a:pt x="616" y="496"/>
                </a:lnTo>
                <a:lnTo>
                  <a:pt x="616" y="497"/>
                </a:lnTo>
                <a:lnTo>
                  <a:pt x="615" y="497"/>
                </a:lnTo>
                <a:lnTo>
                  <a:pt x="616" y="498"/>
                </a:lnTo>
                <a:lnTo>
                  <a:pt x="616" y="497"/>
                </a:lnTo>
                <a:lnTo>
                  <a:pt x="617" y="497"/>
                </a:lnTo>
                <a:lnTo>
                  <a:pt x="617" y="498"/>
                </a:lnTo>
                <a:lnTo>
                  <a:pt x="617" y="499"/>
                </a:lnTo>
                <a:lnTo>
                  <a:pt x="618" y="500"/>
                </a:lnTo>
                <a:lnTo>
                  <a:pt x="617" y="501"/>
                </a:lnTo>
                <a:lnTo>
                  <a:pt x="618" y="501"/>
                </a:lnTo>
                <a:lnTo>
                  <a:pt x="618" y="502"/>
                </a:lnTo>
                <a:lnTo>
                  <a:pt x="617" y="503"/>
                </a:lnTo>
                <a:lnTo>
                  <a:pt x="617" y="504"/>
                </a:lnTo>
                <a:lnTo>
                  <a:pt x="617" y="505"/>
                </a:lnTo>
                <a:lnTo>
                  <a:pt x="617" y="506"/>
                </a:lnTo>
                <a:lnTo>
                  <a:pt x="617" y="507"/>
                </a:lnTo>
                <a:lnTo>
                  <a:pt x="618" y="507"/>
                </a:lnTo>
                <a:lnTo>
                  <a:pt x="619" y="508"/>
                </a:lnTo>
                <a:lnTo>
                  <a:pt x="620" y="508"/>
                </a:lnTo>
                <a:lnTo>
                  <a:pt x="622" y="508"/>
                </a:lnTo>
                <a:lnTo>
                  <a:pt x="623" y="508"/>
                </a:lnTo>
                <a:lnTo>
                  <a:pt x="624" y="508"/>
                </a:lnTo>
                <a:lnTo>
                  <a:pt x="624" y="509"/>
                </a:lnTo>
                <a:lnTo>
                  <a:pt x="625" y="509"/>
                </a:lnTo>
                <a:lnTo>
                  <a:pt x="626" y="508"/>
                </a:lnTo>
                <a:lnTo>
                  <a:pt x="626" y="507"/>
                </a:lnTo>
                <a:lnTo>
                  <a:pt x="627" y="506"/>
                </a:lnTo>
                <a:lnTo>
                  <a:pt x="627" y="505"/>
                </a:lnTo>
                <a:lnTo>
                  <a:pt x="627" y="504"/>
                </a:lnTo>
                <a:lnTo>
                  <a:pt x="628" y="504"/>
                </a:lnTo>
                <a:lnTo>
                  <a:pt x="629" y="504"/>
                </a:lnTo>
                <a:lnTo>
                  <a:pt x="630" y="505"/>
                </a:lnTo>
                <a:lnTo>
                  <a:pt x="630" y="506"/>
                </a:lnTo>
                <a:lnTo>
                  <a:pt x="631" y="507"/>
                </a:lnTo>
                <a:lnTo>
                  <a:pt x="631" y="508"/>
                </a:lnTo>
                <a:lnTo>
                  <a:pt x="632" y="508"/>
                </a:lnTo>
                <a:lnTo>
                  <a:pt x="633" y="509"/>
                </a:lnTo>
                <a:lnTo>
                  <a:pt x="633" y="510"/>
                </a:lnTo>
                <a:lnTo>
                  <a:pt x="633" y="512"/>
                </a:lnTo>
                <a:lnTo>
                  <a:pt x="634" y="514"/>
                </a:lnTo>
                <a:lnTo>
                  <a:pt x="634" y="515"/>
                </a:lnTo>
                <a:lnTo>
                  <a:pt x="635" y="516"/>
                </a:lnTo>
                <a:lnTo>
                  <a:pt x="636" y="517"/>
                </a:lnTo>
                <a:lnTo>
                  <a:pt x="635" y="518"/>
                </a:lnTo>
                <a:lnTo>
                  <a:pt x="635" y="519"/>
                </a:lnTo>
                <a:lnTo>
                  <a:pt x="635" y="520"/>
                </a:lnTo>
                <a:lnTo>
                  <a:pt x="635" y="521"/>
                </a:lnTo>
                <a:lnTo>
                  <a:pt x="636" y="521"/>
                </a:lnTo>
                <a:lnTo>
                  <a:pt x="636" y="522"/>
                </a:lnTo>
                <a:lnTo>
                  <a:pt x="636" y="523"/>
                </a:lnTo>
                <a:lnTo>
                  <a:pt x="636" y="525"/>
                </a:lnTo>
                <a:lnTo>
                  <a:pt x="637" y="526"/>
                </a:lnTo>
                <a:lnTo>
                  <a:pt x="638" y="526"/>
                </a:lnTo>
                <a:lnTo>
                  <a:pt x="639" y="526"/>
                </a:lnTo>
                <a:lnTo>
                  <a:pt x="640" y="528"/>
                </a:lnTo>
                <a:lnTo>
                  <a:pt x="640" y="529"/>
                </a:lnTo>
                <a:lnTo>
                  <a:pt x="640" y="530"/>
                </a:lnTo>
                <a:lnTo>
                  <a:pt x="641" y="531"/>
                </a:lnTo>
                <a:lnTo>
                  <a:pt x="641" y="532"/>
                </a:lnTo>
                <a:lnTo>
                  <a:pt x="641" y="533"/>
                </a:lnTo>
                <a:lnTo>
                  <a:pt x="641" y="534"/>
                </a:lnTo>
                <a:lnTo>
                  <a:pt x="641" y="535"/>
                </a:lnTo>
                <a:lnTo>
                  <a:pt x="641" y="536"/>
                </a:lnTo>
                <a:lnTo>
                  <a:pt x="640" y="537"/>
                </a:lnTo>
                <a:lnTo>
                  <a:pt x="639" y="538"/>
                </a:lnTo>
                <a:lnTo>
                  <a:pt x="638" y="538"/>
                </a:lnTo>
                <a:lnTo>
                  <a:pt x="637" y="539"/>
                </a:lnTo>
                <a:lnTo>
                  <a:pt x="638" y="540"/>
                </a:lnTo>
                <a:lnTo>
                  <a:pt x="637" y="541"/>
                </a:lnTo>
                <a:lnTo>
                  <a:pt x="636" y="541"/>
                </a:lnTo>
                <a:lnTo>
                  <a:pt x="636" y="542"/>
                </a:lnTo>
                <a:lnTo>
                  <a:pt x="637" y="542"/>
                </a:lnTo>
                <a:lnTo>
                  <a:pt x="637" y="543"/>
                </a:lnTo>
                <a:lnTo>
                  <a:pt x="638" y="544"/>
                </a:lnTo>
                <a:lnTo>
                  <a:pt x="638" y="545"/>
                </a:lnTo>
                <a:lnTo>
                  <a:pt x="637" y="546"/>
                </a:lnTo>
                <a:lnTo>
                  <a:pt x="638" y="546"/>
                </a:lnTo>
                <a:lnTo>
                  <a:pt x="638" y="548"/>
                </a:lnTo>
                <a:lnTo>
                  <a:pt x="638" y="549"/>
                </a:lnTo>
                <a:lnTo>
                  <a:pt x="637" y="550"/>
                </a:lnTo>
                <a:lnTo>
                  <a:pt x="638" y="551"/>
                </a:lnTo>
                <a:lnTo>
                  <a:pt x="639" y="552"/>
                </a:lnTo>
                <a:lnTo>
                  <a:pt x="640" y="552"/>
                </a:lnTo>
                <a:lnTo>
                  <a:pt x="640" y="551"/>
                </a:lnTo>
                <a:lnTo>
                  <a:pt x="641" y="552"/>
                </a:lnTo>
                <a:lnTo>
                  <a:pt x="643" y="552"/>
                </a:lnTo>
                <a:lnTo>
                  <a:pt x="644" y="552"/>
                </a:lnTo>
                <a:lnTo>
                  <a:pt x="645" y="552"/>
                </a:lnTo>
                <a:lnTo>
                  <a:pt x="646" y="553"/>
                </a:lnTo>
                <a:lnTo>
                  <a:pt x="646" y="554"/>
                </a:lnTo>
                <a:lnTo>
                  <a:pt x="645" y="555"/>
                </a:lnTo>
                <a:lnTo>
                  <a:pt x="645" y="556"/>
                </a:lnTo>
                <a:lnTo>
                  <a:pt x="647" y="556"/>
                </a:lnTo>
                <a:lnTo>
                  <a:pt x="648" y="556"/>
                </a:lnTo>
                <a:lnTo>
                  <a:pt x="649" y="556"/>
                </a:lnTo>
                <a:lnTo>
                  <a:pt x="649" y="557"/>
                </a:lnTo>
                <a:lnTo>
                  <a:pt x="650" y="558"/>
                </a:lnTo>
                <a:lnTo>
                  <a:pt x="651" y="558"/>
                </a:lnTo>
                <a:lnTo>
                  <a:pt x="652" y="558"/>
                </a:lnTo>
                <a:lnTo>
                  <a:pt x="652" y="559"/>
                </a:lnTo>
                <a:lnTo>
                  <a:pt x="651" y="559"/>
                </a:lnTo>
                <a:lnTo>
                  <a:pt x="651" y="563"/>
                </a:lnTo>
                <a:lnTo>
                  <a:pt x="650" y="563"/>
                </a:lnTo>
                <a:lnTo>
                  <a:pt x="649" y="565"/>
                </a:lnTo>
                <a:lnTo>
                  <a:pt x="649" y="566"/>
                </a:lnTo>
                <a:lnTo>
                  <a:pt x="649" y="567"/>
                </a:lnTo>
                <a:lnTo>
                  <a:pt x="648" y="567"/>
                </a:lnTo>
                <a:lnTo>
                  <a:pt x="649" y="568"/>
                </a:lnTo>
                <a:lnTo>
                  <a:pt x="649" y="569"/>
                </a:lnTo>
                <a:lnTo>
                  <a:pt x="648" y="569"/>
                </a:lnTo>
                <a:lnTo>
                  <a:pt x="647" y="570"/>
                </a:lnTo>
                <a:lnTo>
                  <a:pt x="647" y="571"/>
                </a:lnTo>
                <a:lnTo>
                  <a:pt x="646" y="572"/>
                </a:lnTo>
                <a:lnTo>
                  <a:pt x="644" y="574"/>
                </a:lnTo>
                <a:lnTo>
                  <a:pt x="644" y="575"/>
                </a:lnTo>
                <a:lnTo>
                  <a:pt x="644" y="576"/>
                </a:lnTo>
                <a:lnTo>
                  <a:pt x="642" y="577"/>
                </a:lnTo>
                <a:lnTo>
                  <a:pt x="641" y="577"/>
                </a:lnTo>
                <a:lnTo>
                  <a:pt x="641" y="576"/>
                </a:lnTo>
                <a:lnTo>
                  <a:pt x="640" y="577"/>
                </a:lnTo>
                <a:lnTo>
                  <a:pt x="640" y="578"/>
                </a:lnTo>
                <a:lnTo>
                  <a:pt x="639" y="579"/>
                </a:lnTo>
                <a:lnTo>
                  <a:pt x="639" y="580"/>
                </a:lnTo>
                <a:lnTo>
                  <a:pt x="639" y="581"/>
                </a:lnTo>
                <a:lnTo>
                  <a:pt x="639" y="582"/>
                </a:lnTo>
                <a:lnTo>
                  <a:pt x="638" y="582"/>
                </a:lnTo>
                <a:lnTo>
                  <a:pt x="637" y="583"/>
                </a:lnTo>
                <a:lnTo>
                  <a:pt x="636" y="583"/>
                </a:lnTo>
                <a:lnTo>
                  <a:pt x="635" y="584"/>
                </a:lnTo>
                <a:lnTo>
                  <a:pt x="635" y="586"/>
                </a:lnTo>
                <a:lnTo>
                  <a:pt x="634" y="586"/>
                </a:lnTo>
                <a:lnTo>
                  <a:pt x="634" y="587"/>
                </a:lnTo>
                <a:lnTo>
                  <a:pt x="633" y="589"/>
                </a:lnTo>
                <a:lnTo>
                  <a:pt x="632" y="590"/>
                </a:lnTo>
                <a:lnTo>
                  <a:pt x="632" y="591"/>
                </a:lnTo>
                <a:lnTo>
                  <a:pt x="632" y="593"/>
                </a:lnTo>
                <a:lnTo>
                  <a:pt x="633" y="593"/>
                </a:lnTo>
                <a:lnTo>
                  <a:pt x="633" y="594"/>
                </a:lnTo>
                <a:lnTo>
                  <a:pt x="634" y="596"/>
                </a:lnTo>
                <a:lnTo>
                  <a:pt x="634" y="597"/>
                </a:lnTo>
                <a:lnTo>
                  <a:pt x="634" y="598"/>
                </a:lnTo>
                <a:lnTo>
                  <a:pt x="634" y="599"/>
                </a:lnTo>
                <a:lnTo>
                  <a:pt x="635" y="599"/>
                </a:lnTo>
                <a:lnTo>
                  <a:pt x="634" y="600"/>
                </a:lnTo>
                <a:lnTo>
                  <a:pt x="633" y="600"/>
                </a:lnTo>
                <a:lnTo>
                  <a:pt x="632" y="602"/>
                </a:lnTo>
                <a:lnTo>
                  <a:pt x="631" y="603"/>
                </a:lnTo>
                <a:lnTo>
                  <a:pt x="630" y="603"/>
                </a:lnTo>
                <a:lnTo>
                  <a:pt x="629" y="603"/>
                </a:lnTo>
                <a:lnTo>
                  <a:pt x="628" y="603"/>
                </a:lnTo>
                <a:lnTo>
                  <a:pt x="627" y="604"/>
                </a:lnTo>
                <a:lnTo>
                  <a:pt x="626" y="604"/>
                </a:lnTo>
                <a:lnTo>
                  <a:pt x="626" y="605"/>
                </a:lnTo>
                <a:lnTo>
                  <a:pt x="625" y="606"/>
                </a:lnTo>
                <a:lnTo>
                  <a:pt x="625" y="607"/>
                </a:lnTo>
                <a:lnTo>
                  <a:pt x="624" y="607"/>
                </a:lnTo>
                <a:lnTo>
                  <a:pt x="623" y="608"/>
                </a:lnTo>
                <a:lnTo>
                  <a:pt x="623" y="609"/>
                </a:lnTo>
                <a:lnTo>
                  <a:pt x="622" y="610"/>
                </a:lnTo>
                <a:lnTo>
                  <a:pt x="621" y="610"/>
                </a:lnTo>
                <a:lnTo>
                  <a:pt x="620" y="610"/>
                </a:lnTo>
                <a:lnTo>
                  <a:pt x="619" y="612"/>
                </a:lnTo>
                <a:lnTo>
                  <a:pt x="619" y="613"/>
                </a:lnTo>
                <a:lnTo>
                  <a:pt x="619" y="614"/>
                </a:lnTo>
                <a:lnTo>
                  <a:pt x="618" y="614"/>
                </a:lnTo>
                <a:lnTo>
                  <a:pt x="617" y="616"/>
                </a:lnTo>
                <a:lnTo>
                  <a:pt x="617" y="617"/>
                </a:lnTo>
                <a:lnTo>
                  <a:pt x="617" y="618"/>
                </a:lnTo>
                <a:lnTo>
                  <a:pt x="616" y="618"/>
                </a:lnTo>
                <a:lnTo>
                  <a:pt x="615" y="618"/>
                </a:lnTo>
                <a:lnTo>
                  <a:pt x="614" y="617"/>
                </a:lnTo>
                <a:lnTo>
                  <a:pt x="613" y="617"/>
                </a:lnTo>
                <a:lnTo>
                  <a:pt x="613" y="616"/>
                </a:lnTo>
                <a:lnTo>
                  <a:pt x="612" y="615"/>
                </a:lnTo>
                <a:lnTo>
                  <a:pt x="612" y="616"/>
                </a:lnTo>
                <a:lnTo>
                  <a:pt x="611" y="616"/>
                </a:lnTo>
                <a:lnTo>
                  <a:pt x="610" y="616"/>
                </a:lnTo>
                <a:lnTo>
                  <a:pt x="609" y="615"/>
                </a:lnTo>
                <a:lnTo>
                  <a:pt x="608" y="616"/>
                </a:lnTo>
                <a:lnTo>
                  <a:pt x="608" y="617"/>
                </a:lnTo>
                <a:lnTo>
                  <a:pt x="607" y="617"/>
                </a:lnTo>
                <a:lnTo>
                  <a:pt x="606" y="618"/>
                </a:lnTo>
                <a:lnTo>
                  <a:pt x="605" y="619"/>
                </a:lnTo>
                <a:lnTo>
                  <a:pt x="604" y="619"/>
                </a:lnTo>
                <a:lnTo>
                  <a:pt x="604" y="620"/>
                </a:lnTo>
                <a:lnTo>
                  <a:pt x="604" y="621"/>
                </a:lnTo>
                <a:lnTo>
                  <a:pt x="603" y="622"/>
                </a:lnTo>
                <a:lnTo>
                  <a:pt x="601" y="622"/>
                </a:lnTo>
                <a:lnTo>
                  <a:pt x="600" y="623"/>
                </a:lnTo>
                <a:lnTo>
                  <a:pt x="599" y="623"/>
                </a:lnTo>
                <a:lnTo>
                  <a:pt x="599" y="622"/>
                </a:lnTo>
                <a:lnTo>
                  <a:pt x="598" y="621"/>
                </a:lnTo>
                <a:lnTo>
                  <a:pt x="597" y="620"/>
                </a:lnTo>
                <a:lnTo>
                  <a:pt x="596" y="620"/>
                </a:lnTo>
                <a:lnTo>
                  <a:pt x="596" y="621"/>
                </a:lnTo>
                <a:lnTo>
                  <a:pt x="595" y="622"/>
                </a:lnTo>
                <a:lnTo>
                  <a:pt x="594" y="623"/>
                </a:lnTo>
                <a:lnTo>
                  <a:pt x="593" y="623"/>
                </a:lnTo>
                <a:lnTo>
                  <a:pt x="592" y="623"/>
                </a:lnTo>
                <a:lnTo>
                  <a:pt x="591" y="623"/>
                </a:lnTo>
                <a:lnTo>
                  <a:pt x="590" y="624"/>
                </a:lnTo>
                <a:lnTo>
                  <a:pt x="590" y="625"/>
                </a:lnTo>
                <a:lnTo>
                  <a:pt x="589" y="626"/>
                </a:lnTo>
                <a:lnTo>
                  <a:pt x="588" y="626"/>
                </a:lnTo>
                <a:lnTo>
                  <a:pt x="587" y="626"/>
                </a:lnTo>
                <a:lnTo>
                  <a:pt x="586" y="626"/>
                </a:lnTo>
                <a:lnTo>
                  <a:pt x="585" y="628"/>
                </a:lnTo>
                <a:lnTo>
                  <a:pt x="585" y="629"/>
                </a:lnTo>
                <a:lnTo>
                  <a:pt x="586" y="629"/>
                </a:lnTo>
                <a:lnTo>
                  <a:pt x="585" y="630"/>
                </a:lnTo>
                <a:lnTo>
                  <a:pt x="585" y="631"/>
                </a:lnTo>
                <a:lnTo>
                  <a:pt x="584" y="630"/>
                </a:lnTo>
                <a:lnTo>
                  <a:pt x="583" y="630"/>
                </a:lnTo>
                <a:lnTo>
                  <a:pt x="583" y="629"/>
                </a:lnTo>
                <a:lnTo>
                  <a:pt x="582" y="627"/>
                </a:lnTo>
                <a:lnTo>
                  <a:pt x="581" y="627"/>
                </a:lnTo>
                <a:lnTo>
                  <a:pt x="581" y="628"/>
                </a:lnTo>
                <a:lnTo>
                  <a:pt x="579" y="628"/>
                </a:lnTo>
                <a:lnTo>
                  <a:pt x="577" y="629"/>
                </a:lnTo>
                <a:lnTo>
                  <a:pt x="576" y="629"/>
                </a:lnTo>
                <a:lnTo>
                  <a:pt x="575" y="629"/>
                </a:lnTo>
                <a:lnTo>
                  <a:pt x="574" y="629"/>
                </a:lnTo>
                <a:lnTo>
                  <a:pt x="573" y="630"/>
                </a:lnTo>
                <a:lnTo>
                  <a:pt x="572" y="631"/>
                </a:lnTo>
                <a:lnTo>
                  <a:pt x="572" y="632"/>
                </a:lnTo>
                <a:lnTo>
                  <a:pt x="571" y="632"/>
                </a:lnTo>
                <a:lnTo>
                  <a:pt x="571" y="633"/>
                </a:lnTo>
                <a:lnTo>
                  <a:pt x="570" y="634"/>
                </a:lnTo>
                <a:lnTo>
                  <a:pt x="570" y="635"/>
                </a:lnTo>
                <a:lnTo>
                  <a:pt x="569" y="635"/>
                </a:lnTo>
                <a:lnTo>
                  <a:pt x="568" y="635"/>
                </a:lnTo>
                <a:lnTo>
                  <a:pt x="567" y="636"/>
                </a:lnTo>
                <a:lnTo>
                  <a:pt x="567" y="637"/>
                </a:lnTo>
                <a:lnTo>
                  <a:pt x="567" y="639"/>
                </a:lnTo>
                <a:lnTo>
                  <a:pt x="566" y="640"/>
                </a:lnTo>
                <a:lnTo>
                  <a:pt x="565" y="640"/>
                </a:lnTo>
                <a:lnTo>
                  <a:pt x="565" y="641"/>
                </a:lnTo>
                <a:lnTo>
                  <a:pt x="564" y="642"/>
                </a:lnTo>
                <a:lnTo>
                  <a:pt x="563" y="643"/>
                </a:lnTo>
                <a:lnTo>
                  <a:pt x="562" y="644"/>
                </a:lnTo>
                <a:lnTo>
                  <a:pt x="562" y="645"/>
                </a:lnTo>
                <a:lnTo>
                  <a:pt x="562" y="646"/>
                </a:lnTo>
                <a:lnTo>
                  <a:pt x="562" y="647"/>
                </a:lnTo>
                <a:lnTo>
                  <a:pt x="561" y="648"/>
                </a:lnTo>
                <a:lnTo>
                  <a:pt x="561" y="649"/>
                </a:lnTo>
                <a:lnTo>
                  <a:pt x="560" y="650"/>
                </a:lnTo>
                <a:lnTo>
                  <a:pt x="560" y="652"/>
                </a:lnTo>
                <a:lnTo>
                  <a:pt x="559" y="651"/>
                </a:lnTo>
                <a:lnTo>
                  <a:pt x="558" y="651"/>
                </a:lnTo>
                <a:lnTo>
                  <a:pt x="558" y="652"/>
                </a:lnTo>
                <a:lnTo>
                  <a:pt x="557" y="652"/>
                </a:lnTo>
                <a:lnTo>
                  <a:pt x="557" y="653"/>
                </a:lnTo>
                <a:lnTo>
                  <a:pt x="556" y="653"/>
                </a:lnTo>
                <a:lnTo>
                  <a:pt x="556" y="654"/>
                </a:lnTo>
                <a:lnTo>
                  <a:pt x="557" y="654"/>
                </a:lnTo>
                <a:lnTo>
                  <a:pt x="557" y="656"/>
                </a:lnTo>
                <a:lnTo>
                  <a:pt x="556" y="657"/>
                </a:lnTo>
                <a:lnTo>
                  <a:pt x="555" y="657"/>
                </a:lnTo>
                <a:lnTo>
                  <a:pt x="555" y="656"/>
                </a:lnTo>
                <a:lnTo>
                  <a:pt x="554" y="657"/>
                </a:lnTo>
                <a:lnTo>
                  <a:pt x="553" y="657"/>
                </a:lnTo>
                <a:lnTo>
                  <a:pt x="553" y="659"/>
                </a:lnTo>
                <a:lnTo>
                  <a:pt x="553" y="660"/>
                </a:lnTo>
                <a:lnTo>
                  <a:pt x="553" y="661"/>
                </a:lnTo>
                <a:lnTo>
                  <a:pt x="552" y="662"/>
                </a:lnTo>
                <a:lnTo>
                  <a:pt x="551" y="663"/>
                </a:lnTo>
                <a:lnTo>
                  <a:pt x="551" y="664"/>
                </a:lnTo>
                <a:lnTo>
                  <a:pt x="551" y="665"/>
                </a:lnTo>
                <a:lnTo>
                  <a:pt x="550" y="666"/>
                </a:lnTo>
                <a:lnTo>
                  <a:pt x="551" y="667"/>
                </a:lnTo>
                <a:lnTo>
                  <a:pt x="551" y="668"/>
                </a:lnTo>
                <a:lnTo>
                  <a:pt x="550" y="668"/>
                </a:lnTo>
                <a:lnTo>
                  <a:pt x="550" y="669"/>
                </a:lnTo>
                <a:lnTo>
                  <a:pt x="551" y="670"/>
                </a:lnTo>
                <a:lnTo>
                  <a:pt x="551" y="671"/>
                </a:lnTo>
                <a:lnTo>
                  <a:pt x="551" y="672"/>
                </a:lnTo>
                <a:lnTo>
                  <a:pt x="551" y="673"/>
                </a:lnTo>
                <a:lnTo>
                  <a:pt x="552" y="673"/>
                </a:lnTo>
                <a:lnTo>
                  <a:pt x="552" y="674"/>
                </a:lnTo>
                <a:lnTo>
                  <a:pt x="553" y="674"/>
                </a:lnTo>
                <a:lnTo>
                  <a:pt x="553" y="675"/>
                </a:lnTo>
                <a:lnTo>
                  <a:pt x="554" y="677"/>
                </a:lnTo>
                <a:lnTo>
                  <a:pt x="555" y="678"/>
                </a:lnTo>
                <a:lnTo>
                  <a:pt x="555" y="679"/>
                </a:lnTo>
                <a:lnTo>
                  <a:pt x="555" y="680"/>
                </a:lnTo>
                <a:lnTo>
                  <a:pt x="553" y="682"/>
                </a:lnTo>
                <a:lnTo>
                  <a:pt x="552" y="683"/>
                </a:lnTo>
                <a:lnTo>
                  <a:pt x="551" y="683"/>
                </a:lnTo>
                <a:lnTo>
                  <a:pt x="550" y="684"/>
                </a:lnTo>
                <a:lnTo>
                  <a:pt x="550" y="685"/>
                </a:lnTo>
                <a:lnTo>
                  <a:pt x="550" y="686"/>
                </a:lnTo>
                <a:lnTo>
                  <a:pt x="549" y="686"/>
                </a:lnTo>
                <a:lnTo>
                  <a:pt x="548" y="687"/>
                </a:lnTo>
                <a:lnTo>
                  <a:pt x="548" y="688"/>
                </a:lnTo>
                <a:lnTo>
                  <a:pt x="547" y="689"/>
                </a:lnTo>
                <a:lnTo>
                  <a:pt x="547" y="690"/>
                </a:lnTo>
                <a:lnTo>
                  <a:pt x="548" y="690"/>
                </a:lnTo>
                <a:lnTo>
                  <a:pt x="548" y="691"/>
                </a:lnTo>
                <a:lnTo>
                  <a:pt x="547" y="692"/>
                </a:lnTo>
                <a:lnTo>
                  <a:pt x="548" y="694"/>
                </a:lnTo>
                <a:lnTo>
                  <a:pt x="548" y="695"/>
                </a:lnTo>
                <a:lnTo>
                  <a:pt x="549" y="695"/>
                </a:lnTo>
                <a:lnTo>
                  <a:pt x="550" y="696"/>
                </a:lnTo>
                <a:lnTo>
                  <a:pt x="552" y="697"/>
                </a:lnTo>
                <a:lnTo>
                  <a:pt x="552" y="698"/>
                </a:lnTo>
                <a:lnTo>
                  <a:pt x="552" y="699"/>
                </a:lnTo>
                <a:lnTo>
                  <a:pt x="553" y="699"/>
                </a:lnTo>
                <a:lnTo>
                  <a:pt x="554" y="699"/>
                </a:lnTo>
                <a:lnTo>
                  <a:pt x="556" y="700"/>
                </a:lnTo>
                <a:lnTo>
                  <a:pt x="556" y="701"/>
                </a:lnTo>
                <a:lnTo>
                  <a:pt x="555" y="702"/>
                </a:lnTo>
                <a:lnTo>
                  <a:pt x="556" y="702"/>
                </a:lnTo>
                <a:lnTo>
                  <a:pt x="557" y="703"/>
                </a:lnTo>
                <a:lnTo>
                  <a:pt x="558" y="704"/>
                </a:lnTo>
                <a:lnTo>
                  <a:pt x="559" y="704"/>
                </a:lnTo>
                <a:lnTo>
                  <a:pt x="558" y="705"/>
                </a:lnTo>
                <a:lnTo>
                  <a:pt x="558" y="706"/>
                </a:lnTo>
                <a:lnTo>
                  <a:pt x="558" y="707"/>
                </a:lnTo>
                <a:lnTo>
                  <a:pt x="558" y="708"/>
                </a:lnTo>
                <a:lnTo>
                  <a:pt x="559" y="709"/>
                </a:lnTo>
                <a:lnTo>
                  <a:pt x="558" y="709"/>
                </a:lnTo>
                <a:lnTo>
                  <a:pt x="558" y="710"/>
                </a:lnTo>
                <a:lnTo>
                  <a:pt x="559" y="711"/>
                </a:lnTo>
                <a:lnTo>
                  <a:pt x="558" y="715"/>
                </a:lnTo>
                <a:lnTo>
                  <a:pt x="556" y="718"/>
                </a:lnTo>
                <a:lnTo>
                  <a:pt x="556" y="719"/>
                </a:lnTo>
                <a:lnTo>
                  <a:pt x="555" y="720"/>
                </a:lnTo>
                <a:lnTo>
                  <a:pt x="555" y="721"/>
                </a:lnTo>
                <a:lnTo>
                  <a:pt x="556" y="720"/>
                </a:lnTo>
                <a:lnTo>
                  <a:pt x="557" y="721"/>
                </a:lnTo>
                <a:lnTo>
                  <a:pt x="557" y="722"/>
                </a:lnTo>
                <a:lnTo>
                  <a:pt x="559" y="722"/>
                </a:lnTo>
                <a:lnTo>
                  <a:pt x="560" y="722"/>
                </a:lnTo>
                <a:lnTo>
                  <a:pt x="561" y="723"/>
                </a:lnTo>
                <a:lnTo>
                  <a:pt x="561" y="724"/>
                </a:lnTo>
                <a:lnTo>
                  <a:pt x="562" y="724"/>
                </a:lnTo>
                <a:lnTo>
                  <a:pt x="563" y="724"/>
                </a:lnTo>
                <a:lnTo>
                  <a:pt x="564" y="725"/>
                </a:lnTo>
                <a:lnTo>
                  <a:pt x="564" y="726"/>
                </a:lnTo>
                <a:lnTo>
                  <a:pt x="564" y="727"/>
                </a:lnTo>
                <a:lnTo>
                  <a:pt x="565" y="727"/>
                </a:lnTo>
                <a:lnTo>
                  <a:pt x="566" y="728"/>
                </a:lnTo>
                <a:lnTo>
                  <a:pt x="566" y="729"/>
                </a:lnTo>
                <a:lnTo>
                  <a:pt x="566" y="730"/>
                </a:lnTo>
                <a:lnTo>
                  <a:pt x="567" y="730"/>
                </a:lnTo>
                <a:lnTo>
                  <a:pt x="567" y="731"/>
                </a:lnTo>
                <a:lnTo>
                  <a:pt x="566" y="731"/>
                </a:lnTo>
                <a:lnTo>
                  <a:pt x="566" y="732"/>
                </a:lnTo>
                <a:lnTo>
                  <a:pt x="567" y="732"/>
                </a:lnTo>
                <a:lnTo>
                  <a:pt x="568" y="732"/>
                </a:lnTo>
                <a:lnTo>
                  <a:pt x="569" y="733"/>
                </a:lnTo>
                <a:lnTo>
                  <a:pt x="568" y="733"/>
                </a:lnTo>
                <a:lnTo>
                  <a:pt x="568" y="734"/>
                </a:lnTo>
                <a:lnTo>
                  <a:pt x="568" y="735"/>
                </a:lnTo>
                <a:lnTo>
                  <a:pt x="569" y="735"/>
                </a:lnTo>
                <a:lnTo>
                  <a:pt x="569" y="734"/>
                </a:lnTo>
                <a:lnTo>
                  <a:pt x="570" y="735"/>
                </a:lnTo>
                <a:lnTo>
                  <a:pt x="571" y="735"/>
                </a:lnTo>
                <a:lnTo>
                  <a:pt x="572" y="735"/>
                </a:lnTo>
                <a:lnTo>
                  <a:pt x="573" y="734"/>
                </a:lnTo>
                <a:lnTo>
                  <a:pt x="574" y="735"/>
                </a:lnTo>
                <a:lnTo>
                  <a:pt x="575" y="734"/>
                </a:lnTo>
                <a:lnTo>
                  <a:pt x="576" y="734"/>
                </a:lnTo>
                <a:lnTo>
                  <a:pt x="576" y="735"/>
                </a:lnTo>
                <a:lnTo>
                  <a:pt x="575" y="735"/>
                </a:lnTo>
                <a:lnTo>
                  <a:pt x="576" y="736"/>
                </a:lnTo>
                <a:lnTo>
                  <a:pt x="577" y="736"/>
                </a:lnTo>
                <a:lnTo>
                  <a:pt x="578" y="736"/>
                </a:lnTo>
                <a:lnTo>
                  <a:pt x="577" y="736"/>
                </a:lnTo>
                <a:lnTo>
                  <a:pt x="576" y="736"/>
                </a:lnTo>
                <a:lnTo>
                  <a:pt x="576" y="737"/>
                </a:lnTo>
                <a:lnTo>
                  <a:pt x="575" y="738"/>
                </a:lnTo>
                <a:lnTo>
                  <a:pt x="574" y="738"/>
                </a:lnTo>
                <a:lnTo>
                  <a:pt x="574" y="739"/>
                </a:lnTo>
                <a:lnTo>
                  <a:pt x="574" y="740"/>
                </a:lnTo>
                <a:lnTo>
                  <a:pt x="575" y="740"/>
                </a:lnTo>
                <a:lnTo>
                  <a:pt x="575" y="741"/>
                </a:lnTo>
                <a:lnTo>
                  <a:pt x="574" y="742"/>
                </a:lnTo>
                <a:lnTo>
                  <a:pt x="573" y="742"/>
                </a:lnTo>
                <a:lnTo>
                  <a:pt x="571" y="744"/>
                </a:lnTo>
                <a:lnTo>
                  <a:pt x="571" y="745"/>
                </a:lnTo>
                <a:lnTo>
                  <a:pt x="571" y="746"/>
                </a:lnTo>
                <a:lnTo>
                  <a:pt x="571" y="747"/>
                </a:lnTo>
                <a:lnTo>
                  <a:pt x="571" y="748"/>
                </a:lnTo>
                <a:lnTo>
                  <a:pt x="571" y="749"/>
                </a:lnTo>
                <a:lnTo>
                  <a:pt x="571" y="750"/>
                </a:lnTo>
                <a:lnTo>
                  <a:pt x="571" y="751"/>
                </a:lnTo>
                <a:lnTo>
                  <a:pt x="572" y="752"/>
                </a:lnTo>
                <a:lnTo>
                  <a:pt x="573" y="752"/>
                </a:lnTo>
                <a:lnTo>
                  <a:pt x="573" y="754"/>
                </a:lnTo>
                <a:lnTo>
                  <a:pt x="572" y="755"/>
                </a:lnTo>
                <a:lnTo>
                  <a:pt x="571" y="755"/>
                </a:lnTo>
                <a:lnTo>
                  <a:pt x="571" y="756"/>
                </a:lnTo>
                <a:lnTo>
                  <a:pt x="571" y="757"/>
                </a:lnTo>
                <a:lnTo>
                  <a:pt x="570" y="757"/>
                </a:lnTo>
                <a:lnTo>
                  <a:pt x="569" y="757"/>
                </a:lnTo>
                <a:lnTo>
                  <a:pt x="569" y="758"/>
                </a:lnTo>
                <a:lnTo>
                  <a:pt x="568" y="758"/>
                </a:lnTo>
                <a:lnTo>
                  <a:pt x="567" y="758"/>
                </a:lnTo>
                <a:lnTo>
                  <a:pt x="566" y="757"/>
                </a:lnTo>
                <a:lnTo>
                  <a:pt x="566" y="758"/>
                </a:lnTo>
                <a:lnTo>
                  <a:pt x="565" y="758"/>
                </a:lnTo>
                <a:lnTo>
                  <a:pt x="564" y="759"/>
                </a:lnTo>
                <a:lnTo>
                  <a:pt x="563" y="760"/>
                </a:lnTo>
                <a:lnTo>
                  <a:pt x="562" y="759"/>
                </a:lnTo>
                <a:lnTo>
                  <a:pt x="563" y="759"/>
                </a:lnTo>
                <a:lnTo>
                  <a:pt x="563" y="758"/>
                </a:lnTo>
                <a:lnTo>
                  <a:pt x="564" y="758"/>
                </a:lnTo>
                <a:lnTo>
                  <a:pt x="563" y="757"/>
                </a:lnTo>
                <a:lnTo>
                  <a:pt x="563" y="756"/>
                </a:lnTo>
                <a:lnTo>
                  <a:pt x="563" y="755"/>
                </a:lnTo>
                <a:lnTo>
                  <a:pt x="564" y="755"/>
                </a:lnTo>
                <a:lnTo>
                  <a:pt x="563" y="755"/>
                </a:lnTo>
                <a:lnTo>
                  <a:pt x="563" y="754"/>
                </a:lnTo>
                <a:lnTo>
                  <a:pt x="562" y="752"/>
                </a:lnTo>
                <a:lnTo>
                  <a:pt x="561" y="753"/>
                </a:lnTo>
                <a:lnTo>
                  <a:pt x="560" y="753"/>
                </a:lnTo>
                <a:lnTo>
                  <a:pt x="559" y="753"/>
                </a:lnTo>
                <a:lnTo>
                  <a:pt x="558" y="752"/>
                </a:lnTo>
                <a:lnTo>
                  <a:pt x="558" y="751"/>
                </a:lnTo>
                <a:lnTo>
                  <a:pt x="559" y="751"/>
                </a:lnTo>
                <a:lnTo>
                  <a:pt x="558" y="751"/>
                </a:lnTo>
                <a:lnTo>
                  <a:pt x="557" y="751"/>
                </a:lnTo>
                <a:lnTo>
                  <a:pt x="556" y="751"/>
                </a:lnTo>
                <a:lnTo>
                  <a:pt x="555" y="751"/>
                </a:lnTo>
                <a:lnTo>
                  <a:pt x="554" y="752"/>
                </a:lnTo>
                <a:lnTo>
                  <a:pt x="555" y="753"/>
                </a:lnTo>
                <a:lnTo>
                  <a:pt x="554" y="754"/>
                </a:lnTo>
                <a:lnTo>
                  <a:pt x="554" y="756"/>
                </a:lnTo>
                <a:lnTo>
                  <a:pt x="552" y="756"/>
                </a:lnTo>
                <a:lnTo>
                  <a:pt x="552" y="757"/>
                </a:lnTo>
                <a:lnTo>
                  <a:pt x="552" y="759"/>
                </a:lnTo>
                <a:lnTo>
                  <a:pt x="552" y="760"/>
                </a:lnTo>
                <a:lnTo>
                  <a:pt x="553" y="760"/>
                </a:lnTo>
                <a:lnTo>
                  <a:pt x="553" y="761"/>
                </a:lnTo>
                <a:lnTo>
                  <a:pt x="554" y="761"/>
                </a:lnTo>
                <a:lnTo>
                  <a:pt x="553" y="762"/>
                </a:lnTo>
                <a:lnTo>
                  <a:pt x="552" y="762"/>
                </a:lnTo>
                <a:lnTo>
                  <a:pt x="552" y="761"/>
                </a:lnTo>
                <a:lnTo>
                  <a:pt x="551" y="762"/>
                </a:lnTo>
                <a:lnTo>
                  <a:pt x="551" y="763"/>
                </a:lnTo>
                <a:lnTo>
                  <a:pt x="550" y="763"/>
                </a:lnTo>
                <a:lnTo>
                  <a:pt x="549" y="763"/>
                </a:lnTo>
                <a:lnTo>
                  <a:pt x="548" y="763"/>
                </a:lnTo>
                <a:lnTo>
                  <a:pt x="548" y="764"/>
                </a:lnTo>
                <a:lnTo>
                  <a:pt x="549" y="764"/>
                </a:lnTo>
                <a:lnTo>
                  <a:pt x="549" y="765"/>
                </a:lnTo>
                <a:lnTo>
                  <a:pt x="548" y="765"/>
                </a:lnTo>
                <a:lnTo>
                  <a:pt x="548" y="764"/>
                </a:lnTo>
                <a:lnTo>
                  <a:pt x="547" y="764"/>
                </a:lnTo>
                <a:lnTo>
                  <a:pt x="546" y="765"/>
                </a:lnTo>
                <a:lnTo>
                  <a:pt x="546" y="766"/>
                </a:lnTo>
                <a:lnTo>
                  <a:pt x="546" y="768"/>
                </a:lnTo>
                <a:lnTo>
                  <a:pt x="545" y="769"/>
                </a:lnTo>
                <a:lnTo>
                  <a:pt x="544" y="770"/>
                </a:lnTo>
                <a:lnTo>
                  <a:pt x="543" y="770"/>
                </a:lnTo>
                <a:lnTo>
                  <a:pt x="543" y="771"/>
                </a:lnTo>
                <a:lnTo>
                  <a:pt x="543" y="772"/>
                </a:lnTo>
                <a:lnTo>
                  <a:pt x="544" y="772"/>
                </a:lnTo>
                <a:lnTo>
                  <a:pt x="544" y="773"/>
                </a:lnTo>
                <a:lnTo>
                  <a:pt x="543" y="773"/>
                </a:lnTo>
                <a:lnTo>
                  <a:pt x="543" y="774"/>
                </a:lnTo>
                <a:lnTo>
                  <a:pt x="541" y="774"/>
                </a:lnTo>
                <a:lnTo>
                  <a:pt x="541" y="775"/>
                </a:lnTo>
                <a:lnTo>
                  <a:pt x="540" y="776"/>
                </a:lnTo>
                <a:lnTo>
                  <a:pt x="539" y="776"/>
                </a:lnTo>
                <a:lnTo>
                  <a:pt x="540" y="776"/>
                </a:lnTo>
                <a:lnTo>
                  <a:pt x="540" y="777"/>
                </a:lnTo>
                <a:lnTo>
                  <a:pt x="541" y="777"/>
                </a:lnTo>
                <a:lnTo>
                  <a:pt x="541" y="779"/>
                </a:lnTo>
                <a:lnTo>
                  <a:pt x="540" y="780"/>
                </a:lnTo>
                <a:lnTo>
                  <a:pt x="539" y="780"/>
                </a:lnTo>
                <a:lnTo>
                  <a:pt x="538" y="781"/>
                </a:lnTo>
                <a:lnTo>
                  <a:pt x="537" y="781"/>
                </a:lnTo>
                <a:lnTo>
                  <a:pt x="536" y="781"/>
                </a:lnTo>
                <a:lnTo>
                  <a:pt x="536" y="782"/>
                </a:lnTo>
                <a:lnTo>
                  <a:pt x="537" y="782"/>
                </a:lnTo>
                <a:lnTo>
                  <a:pt x="537" y="783"/>
                </a:lnTo>
                <a:lnTo>
                  <a:pt x="537" y="784"/>
                </a:lnTo>
                <a:lnTo>
                  <a:pt x="536" y="784"/>
                </a:lnTo>
                <a:lnTo>
                  <a:pt x="536" y="785"/>
                </a:lnTo>
                <a:lnTo>
                  <a:pt x="537" y="786"/>
                </a:lnTo>
                <a:lnTo>
                  <a:pt x="537" y="787"/>
                </a:lnTo>
                <a:lnTo>
                  <a:pt x="537" y="788"/>
                </a:lnTo>
                <a:lnTo>
                  <a:pt x="536" y="788"/>
                </a:lnTo>
                <a:lnTo>
                  <a:pt x="535" y="789"/>
                </a:lnTo>
                <a:lnTo>
                  <a:pt x="535" y="790"/>
                </a:lnTo>
                <a:lnTo>
                  <a:pt x="536" y="792"/>
                </a:lnTo>
                <a:lnTo>
                  <a:pt x="537" y="792"/>
                </a:lnTo>
                <a:lnTo>
                  <a:pt x="537" y="794"/>
                </a:lnTo>
                <a:lnTo>
                  <a:pt x="537" y="795"/>
                </a:lnTo>
                <a:lnTo>
                  <a:pt x="537" y="794"/>
                </a:lnTo>
                <a:lnTo>
                  <a:pt x="536" y="794"/>
                </a:lnTo>
                <a:lnTo>
                  <a:pt x="535" y="795"/>
                </a:lnTo>
                <a:lnTo>
                  <a:pt x="537" y="795"/>
                </a:lnTo>
                <a:lnTo>
                  <a:pt x="538" y="795"/>
                </a:lnTo>
                <a:lnTo>
                  <a:pt x="537" y="795"/>
                </a:lnTo>
                <a:lnTo>
                  <a:pt x="537" y="794"/>
                </a:lnTo>
                <a:lnTo>
                  <a:pt x="538" y="794"/>
                </a:lnTo>
                <a:lnTo>
                  <a:pt x="538" y="795"/>
                </a:lnTo>
                <a:lnTo>
                  <a:pt x="538" y="796"/>
                </a:lnTo>
                <a:lnTo>
                  <a:pt x="537" y="796"/>
                </a:lnTo>
                <a:lnTo>
                  <a:pt x="537" y="797"/>
                </a:lnTo>
                <a:lnTo>
                  <a:pt x="538" y="797"/>
                </a:lnTo>
                <a:lnTo>
                  <a:pt x="539" y="798"/>
                </a:lnTo>
                <a:lnTo>
                  <a:pt x="539" y="799"/>
                </a:lnTo>
                <a:lnTo>
                  <a:pt x="539" y="800"/>
                </a:lnTo>
                <a:lnTo>
                  <a:pt x="538" y="801"/>
                </a:lnTo>
                <a:lnTo>
                  <a:pt x="538" y="802"/>
                </a:lnTo>
                <a:lnTo>
                  <a:pt x="538" y="803"/>
                </a:lnTo>
                <a:lnTo>
                  <a:pt x="539" y="803"/>
                </a:lnTo>
                <a:lnTo>
                  <a:pt x="540" y="803"/>
                </a:lnTo>
                <a:lnTo>
                  <a:pt x="541" y="803"/>
                </a:lnTo>
                <a:lnTo>
                  <a:pt x="541" y="804"/>
                </a:lnTo>
                <a:lnTo>
                  <a:pt x="542" y="804"/>
                </a:lnTo>
                <a:lnTo>
                  <a:pt x="543" y="803"/>
                </a:lnTo>
                <a:lnTo>
                  <a:pt x="543" y="802"/>
                </a:lnTo>
                <a:lnTo>
                  <a:pt x="544" y="803"/>
                </a:lnTo>
                <a:lnTo>
                  <a:pt x="543" y="804"/>
                </a:lnTo>
                <a:lnTo>
                  <a:pt x="544" y="804"/>
                </a:lnTo>
                <a:lnTo>
                  <a:pt x="546" y="804"/>
                </a:lnTo>
                <a:lnTo>
                  <a:pt x="547" y="803"/>
                </a:lnTo>
                <a:lnTo>
                  <a:pt x="548" y="802"/>
                </a:lnTo>
                <a:lnTo>
                  <a:pt x="549" y="801"/>
                </a:lnTo>
                <a:lnTo>
                  <a:pt x="550" y="801"/>
                </a:lnTo>
                <a:lnTo>
                  <a:pt x="551" y="800"/>
                </a:lnTo>
                <a:lnTo>
                  <a:pt x="552" y="800"/>
                </a:lnTo>
                <a:lnTo>
                  <a:pt x="553" y="800"/>
                </a:lnTo>
                <a:lnTo>
                  <a:pt x="553" y="801"/>
                </a:lnTo>
                <a:lnTo>
                  <a:pt x="554" y="802"/>
                </a:lnTo>
                <a:lnTo>
                  <a:pt x="554" y="803"/>
                </a:lnTo>
                <a:lnTo>
                  <a:pt x="554" y="804"/>
                </a:lnTo>
                <a:lnTo>
                  <a:pt x="555" y="805"/>
                </a:lnTo>
                <a:lnTo>
                  <a:pt x="555" y="806"/>
                </a:lnTo>
                <a:lnTo>
                  <a:pt x="555" y="807"/>
                </a:lnTo>
                <a:lnTo>
                  <a:pt x="556" y="808"/>
                </a:lnTo>
                <a:lnTo>
                  <a:pt x="557" y="808"/>
                </a:lnTo>
                <a:lnTo>
                  <a:pt x="557" y="810"/>
                </a:lnTo>
                <a:lnTo>
                  <a:pt x="557" y="811"/>
                </a:lnTo>
                <a:lnTo>
                  <a:pt x="557" y="812"/>
                </a:lnTo>
                <a:lnTo>
                  <a:pt x="556" y="813"/>
                </a:lnTo>
                <a:lnTo>
                  <a:pt x="555" y="814"/>
                </a:lnTo>
                <a:lnTo>
                  <a:pt x="554" y="814"/>
                </a:lnTo>
                <a:lnTo>
                  <a:pt x="554" y="815"/>
                </a:lnTo>
                <a:lnTo>
                  <a:pt x="553" y="815"/>
                </a:lnTo>
                <a:lnTo>
                  <a:pt x="553" y="816"/>
                </a:lnTo>
                <a:lnTo>
                  <a:pt x="552" y="817"/>
                </a:lnTo>
                <a:lnTo>
                  <a:pt x="550" y="819"/>
                </a:lnTo>
                <a:lnTo>
                  <a:pt x="549" y="820"/>
                </a:lnTo>
                <a:lnTo>
                  <a:pt x="548" y="821"/>
                </a:lnTo>
                <a:lnTo>
                  <a:pt x="547" y="822"/>
                </a:lnTo>
                <a:lnTo>
                  <a:pt x="547" y="821"/>
                </a:lnTo>
                <a:lnTo>
                  <a:pt x="546" y="821"/>
                </a:lnTo>
                <a:lnTo>
                  <a:pt x="546" y="823"/>
                </a:lnTo>
                <a:lnTo>
                  <a:pt x="546" y="824"/>
                </a:lnTo>
                <a:lnTo>
                  <a:pt x="546" y="825"/>
                </a:lnTo>
                <a:lnTo>
                  <a:pt x="545" y="826"/>
                </a:lnTo>
                <a:lnTo>
                  <a:pt x="544" y="826"/>
                </a:lnTo>
                <a:lnTo>
                  <a:pt x="543" y="826"/>
                </a:lnTo>
                <a:lnTo>
                  <a:pt x="544" y="826"/>
                </a:lnTo>
                <a:lnTo>
                  <a:pt x="543" y="827"/>
                </a:lnTo>
                <a:lnTo>
                  <a:pt x="543" y="828"/>
                </a:lnTo>
                <a:lnTo>
                  <a:pt x="543" y="829"/>
                </a:lnTo>
                <a:lnTo>
                  <a:pt x="543" y="830"/>
                </a:lnTo>
                <a:lnTo>
                  <a:pt x="542" y="830"/>
                </a:lnTo>
                <a:lnTo>
                  <a:pt x="542" y="829"/>
                </a:lnTo>
                <a:lnTo>
                  <a:pt x="541" y="829"/>
                </a:lnTo>
                <a:lnTo>
                  <a:pt x="541" y="830"/>
                </a:lnTo>
                <a:lnTo>
                  <a:pt x="542" y="830"/>
                </a:lnTo>
                <a:lnTo>
                  <a:pt x="542" y="831"/>
                </a:lnTo>
                <a:lnTo>
                  <a:pt x="541" y="831"/>
                </a:lnTo>
                <a:lnTo>
                  <a:pt x="540" y="831"/>
                </a:lnTo>
                <a:lnTo>
                  <a:pt x="540" y="832"/>
                </a:lnTo>
                <a:lnTo>
                  <a:pt x="539" y="834"/>
                </a:lnTo>
                <a:lnTo>
                  <a:pt x="538" y="836"/>
                </a:lnTo>
                <a:lnTo>
                  <a:pt x="537" y="836"/>
                </a:lnTo>
                <a:lnTo>
                  <a:pt x="536" y="837"/>
                </a:lnTo>
                <a:lnTo>
                  <a:pt x="536" y="838"/>
                </a:lnTo>
                <a:lnTo>
                  <a:pt x="536" y="839"/>
                </a:lnTo>
                <a:lnTo>
                  <a:pt x="537" y="840"/>
                </a:lnTo>
                <a:lnTo>
                  <a:pt x="538" y="842"/>
                </a:lnTo>
                <a:lnTo>
                  <a:pt x="538" y="843"/>
                </a:lnTo>
                <a:lnTo>
                  <a:pt x="538" y="844"/>
                </a:lnTo>
                <a:lnTo>
                  <a:pt x="539" y="845"/>
                </a:lnTo>
                <a:lnTo>
                  <a:pt x="538" y="845"/>
                </a:lnTo>
                <a:lnTo>
                  <a:pt x="538" y="846"/>
                </a:lnTo>
                <a:lnTo>
                  <a:pt x="536" y="846"/>
                </a:lnTo>
                <a:lnTo>
                  <a:pt x="535" y="845"/>
                </a:lnTo>
                <a:lnTo>
                  <a:pt x="534" y="846"/>
                </a:lnTo>
                <a:lnTo>
                  <a:pt x="533" y="846"/>
                </a:lnTo>
                <a:lnTo>
                  <a:pt x="533" y="847"/>
                </a:lnTo>
                <a:lnTo>
                  <a:pt x="532" y="847"/>
                </a:lnTo>
                <a:lnTo>
                  <a:pt x="531" y="847"/>
                </a:lnTo>
                <a:lnTo>
                  <a:pt x="530" y="847"/>
                </a:lnTo>
                <a:lnTo>
                  <a:pt x="531" y="849"/>
                </a:lnTo>
                <a:lnTo>
                  <a:pt x="530" y="850"/>
                </a:lnTo>
                <a:lnTo>
                  <a:pt x="530" y="851"/>
                </a:lnTo>
                <a:lnTo>
                  <a:pt x="529" y="851"/>
                </a:lnTo>
                <a:lnTo>
                  <a:pt x="528" y="853"/>
                </a:lnTo>
                <a:lnTo>
                  <a:pt x="527" y="854"/>
                </a:lnTo>
                <a:lnTo>
                  <a:pt x="527" y="855"/>
                </a:lnTo>
                <a:lnTo>
                  <a:pt x="526" y="855"/>
                </a:lnTo>
                <a:lnTo>
                  <a:pt x="525" y="855"/>
                </a:lnTo>
                <a:lnTo>
                  <a:pt x="524" y="856"/>
                </a:lnTo>
                <a:lnTo>
                  <a:pt x="524" y="857"/>
                </a:lnTo>
                <a:lnTo>
                  <a:pt x="522" y="857"/>
                </a:lnTo>
                <a:lnTo>
                  <a:pt x="521" y="857"/>
                </a:lnTo>
                <a:lnTo>
                  <a:pt x="520" y="857"/>
                </a:lnTo>
                <a:lnTo>
                  <a:pt x="520" y="858"/>
                </a:lnTo>
                <a:lnTo>
                  <a:pt x="520" y="859"/>
                </a:lnTo>
                <a:lnTo>
                  <a:pt x="519" y="860"/>
                </a:lnTo>
                <a:lnTo>
                  <a:pt x="518" y="859"/>
                </a:lnTo>
                <a:lnTo>
                  <a:pt x="517" y="860"/>
                </a:lnTo>
                <a:lnTo>
                  <a:pt x="516" y="860"/>
                </a:lnTo>
                <a:lnTo>
                  <a:pt x="515" y="861"/>
                </a:lnTo>
                <a:lnTo>
                  <a:pt x="515" y="860"/>
                </a:lnTo>
                <a:lnTo>
                  <a:pt x="514" y="859"/>
                </a:lnTo>
                <a:lnTo>
                  <a:pt x="513" y="859"/>
                </a:lnTo>
                <a:lnTo>
                  <a:pt x="512" y="860"/>
                </a:lnTo>
                <a:lnTo>
                  <a:pt x="512" y="859"/>
                </a:lnTo>
                <a:lnTo>
                  <a:pt x="512" y="860"/>
                </a:lnTo>
                <a:lnTo>
                  <a:pt x="511" y="860"/>
                </a:lnTo>
                <a:lnTo>
                  <a:pt x="511" y="861"/>
                </a:lnTo>
                <a:lnTo>
                  <a:pt x="510" y="861"/>
                </a:lnTo>
                <a:lnTo>
                  <a:pt x="509" y="861"/>
                </a:lnTo>
                <a:lnTo>
                  <a:pt x="508" y="861"/>
                </a:lnTo>
                <a:lnTo>
                  <a:pt x="507" y="861"/>
                </a:lnTo>
                <a:lnTo>
                  <a:pt x="506" y="862"/>
                </a:lnTo>
                <a:lnTo>
                  <a:pt x="505" y="863"/>
                </a:lnTo>
                <a:lnTo>
                  <a:pt x="505" y="864"/>
                </a:lnTo>
                <a:lnTo>
                  <a:pt x="504" y="865"/>
                </a:lnTo>
                <a:lnTo>
                  <a:pt x="505" y="866"/>
                </a:lnTo>
                <a:lnTo>
                  <a:pt x="504" y="867"/>
                </a:lnTo>
                <a:lnTo>
                  <a:pt x="504" y="866"/>
                </a:lnTo>
                <a:lnTo>
                  <a:pt x="503" y="866"/>
                </a:lnTo>
                <a:lnTo>
                  <a:pt x="502" y="866"/>
                </a:lnTo>
                <a:lnTo>
                  <a:pt x="501" y="867"/>
                </a:lnTo>
                <a:lnTo>
                  <a:pt x="500" y="868"/>
                </a:lnTo>
                <a:lnTo>
                  <a:pt x="500" y="869"/>
                </a:lnTo>
                <a:lnTo>
                  <a:pt x="499" y="870"/>
                </a:lnTo>
                <a:lnTo>
                  <a:pt x="498" y="871"/>
                </a:lnTo>
                <a:lnTo>
                  <a:pt x="498" y="872"/>
                </a:lnTo>
                <a:lnTo>
                  <a:pt x="498" y="874"/>
                </a:lnTo>
                <a:lnTo>
                  <a:pt x="498" y="876"/>
                </a:lnTo>
                <a:lnTo>
                  <a:pt x="498" y="877"/>
                </a:lnTo>
                <a:lnTo>
                  <a:pt x="499" y="879"/>
                </a:lnTo>
                <a:lnTo>
                  <a:pt x="499" y="877"/>
                </a:lnTo>
                <a:lnTo>
                  <a:pt x="500" y="877"/>
                </a:lnTo>
                <a:lnTo>
                  <a:pt x="500" y="879"/>
                </a:lnTo>
                <a:lnTo>
                  <a:pt x="500" y="880"/>
                </a:lnTo>
                <a:lnTo>
                  <a:pt x="501" y="880"/>
                </a:lnTo>
                <a:lnTo>
                  <a:pt x="502" y="880"/>
                </a:lnTo>
                <a:lnTo>
                  <a:pt x="503" y="881"/>
                </a:lnTo>
                <a:lnTo>
                  <a:pt x="504" y="881"/>
                </a:lnTo>
                <a:lnTo>
                  <a:pt x="504" y="882"/>
                </a:lnTo>
                <a:lnTo>
                  <a:pt x="504" y="883"/>
                </a:lnTo>
                <a:lnTo>
                  <a:pt x="504" y="884"/>
                </a:lnTo>
                <a:lnTo>
                  <a:pt x="505" y="884"/>
                </a:lnTo>
                <a:lnTo>
                  <a:pt x="506" y="884"/>
                </a:lnTo>
                <a:lnTo>
                  <a:pt x="506" y="885"/>
                </a:lnTo>
                <a:lnTo>
                  <a:pt x="507" y="885"/>
                </a:lnTo>
                <a:lnTo>
                  <a:pt x="507" y="886"/>
                </a:lnTo>
                <a:lnTo>
                  <a:pt x="507" y="885"/>
                </a:lnTo>
                <a:lnTo>
                  <a:pt x="509" y="887"/>
                </a:lnTo>
                <a:lnTo>
                  <a:pt x="509" y="888"/>
                </a:lnTo>
                <a:lnTo>
                  <a:pt x="508" y="888"/>
                </a:lnTo>
                <a:lnTo>
                  <a:pt x="508" y="889"/>
                </a:lnTo>
                <a:lnTo>
                  <a:pt x="508" y="890"/>
                </a:lnTo>
                <a:lnTo>
                  <a:pt x="508" y="891"/>
                </a:lnTo>
                <a:lnTo>
                  <a:pt x="508" y="892"/>
                </a:lnTo>
                <a:lnTo>
                  <a:pt x="509" y="892"/>
                </a:lnTo>
                <a:lnTo>
                  <a:pt x="508" y="893"/>
                </a:lnTo>
                <a:lnTo>
                  <a:pt x="508" y="894"/>
                </a:lnTo>
                <a:lnTo>
                  <a:pt x="507" y="894"/>
                </a:lnTo>
                <a:lnTo>
                  <a:pt x="506" y="894"/>
                </a:lnTo>
                <a:lnTo>
                  <a:pt x="506" y="892"/>
                </a:lnTo>
                <a:lnTo>
                  <a:pt x="506" y="891"/>
                </a:lnTo>
                <a:lnTo>
                  <a:pt x="506" y="890"/>
                </a:lnTo>
                <a:lnTo>
                  <a:pt x="505" y="890"/>
                </a:lnTo>
                <a:lnTo>
                  <a:pt x="503" y="891"/>
                </a:lnTo>
                <a:lnTo>
                  <a:pt x="503" y="892"/>
                </a:lnTo>
                <a:lnTo>
                  <a:pt x="501" y="892"/>
                </a:lnTo>
                <a:lnTo>
                  <a:pt x="500" y="892"/>
                </a:lnTo>
                <a:lnTo>
                  <a:pt x="499" y="892"/>
                </a:lnTo>
                <a:lnTo>
                  <a:pt x="499" y="893"/>
                </a:lnTo>
                <a:lnTo>
                  <a:pt x="499" y="894"/>
                </a:lnTo>
                <a:lnTo>
                  <a:pt x="498" y="895"/>
                </a:lnTo>
                <a:lnTo>
                  <a:pt x="498" y="896"/>
                </a:lnTo>
                <a:lnTo>
                  <a:pt x="498" y="897"/>
                </a:lnTo>
                <a:lnTo>
                  <a:pt x="498" y="898"/>
                </a:lnTo>
                <a:lnTo>
                  <a:pt x="497" y="899"/>
                </a:lnTo>
                <a:lnTo>
                  <a:pt x="496" y="899"/>
                </a:lnTo>
                <a:lnTo>
                  <a:pt x="496" y="900"/>
                </a:lnTo>
                <a:lnTo>
                  <a:pt x="497" y="902"/>
                </a:lnTo>
                <a:lnTo>
                  <a:pt x="497" y="903"/>
                </a:lnTo>
                <a:lnTo>
                  <a:pt x="497" y="904"/>
                </a:lnTo>
                <a:lnTo>
                  <a:pt x="496" y="905"/>
                </a:lnTo>
                <a:lnTo>
                  <a:pt x="495" y="905"/>
                </a:lnTo>
                <a:lnTo>
                  <a:pt x="494" y="905"/>
                </a:lnTo>
                <a:lnTo>
                  <a:pt x="493" y="906"/>
                </a:lnTo>
                <a:lnTo>
                  <a:pt x="492" y="906"/>
                </a:lnTo>
                <a:lnTo>
                  <a:pt x="491" y="905"/>
                </a:lnTo>
                <a:lnTo>
                  <a:pt x="490" y="904"/>
                </a:lnTo>
                <a:lnTo>
                  <a:pt x="489" y="905"/>
                </a:lnTo>
                <a:lnTo>
                  <a:pt x="490" y="906"/>
                </a:lnTo>
                <a:lnTo>
                  <a:pt x="490" y="907"/>
                </a:lnTo>
                <a:lnTo>
                  <a:pt x="490" y="908"/>
                </a:lnTo>
                <a:lnTo>
                  <a:pt x="489" y="908"/>
                </a:lnTo>
                <a:lnTo>
                  <a:pt x="489" y="907"/>
                </a:lnTo>
                <a:lnTo>
                  <a:pt x="488" y="907"/>
                </a:lnTo>
                <a:lnTo>
                  <a:pt x="488" y="908"/>
                </a:lnTo>
                <a:lnTo>
                  <a:pt x="488" y="909"/>
                </a:lnTo>
                <a:lnTo>
                  <a:pt x="488" y="910"/>
                </a:lnTo>
                <a:lnTo>
                  <a:pt x="489" y="910"/>
                </a:lnTo>
                <a:lnTo>
                  <a:pt x="490" y="911"/>
                </a:lnTo>
                <a:lnTo>
                  <a:pt x="489" y="911"/>
                </a:lnTo>
                <a:lnTo>
                  <a:pt x="489" y="912"/>
                </a:lnTo>
                <a:lnTo>
                  <a:pt x="489" y="913"/>
                </a:lnTo>
                <a:lnTo>
                  <a:pt x="489" y="914"/>
                </a:lnTo>
                <a:lnTo>
                  <a:pt x="489" y="915"/>
                </a:lnTo>
                <a:lnTo>
                  <a:pt x="490" y="915"/>
                </a:lnTo>
                <a:lnTo>
                  <a:pt x="491" y="916"/>
                </a:lnTo>
                <a:lnTo>
                  <a:pt x="491" y="917"/>
                </a:lnTo>
                <a:lnTo>
                  <a:pt x="491" y="919"/>
                </a:lnTo>
                <a:lnTo>
                  <a:pt x="490" y="918"/>
                </a:lnTo>
                <a:lnTo>
                  <a:pt x="489" y="918"/>
                </a:lnTo>
                <a:lnTo>
                  <a:pt x="488" y="919"/>
                </a:lnTo>
                <a:lnTo>
                  <a:pt x="488" y="920"/>
                </a:lnTo>
                <a:lnTo>
                  <a:pt x="488" y="921"/>
                </a:lnTo>
                <a:lnTo>
                  <a:pt x="487" y="921"/>
                </a:lnTo>
                <a:lnTo>
                  <a:pt x="486" y="921"/>
                </a:lnTo>
                <a:lnTo>
                  <a:pt x="486" y="922"/>
                </a:lnTo>
                <a:lnTo>
                  <a:pt x="487" y="922"/>
                </a:lnTo>
                <a:lnTo>
                  <a:pt x="487" y="923"/>
                </a:lnTo>
                <a:lnTo>
                  <a:pt x="487" y="925"/>
                </a:lnTo>
                <a:lnTo>
                  <a:pt x="487" y="926"/>
                </a:lnTo>
                <a:lnTo>
                  <a:pt x="488" y="926"/>
                </a:lnTo>
                <a:lnTo>
                  <a:pt x="489" y="926"/>
                </a:lnTo>
                <a:lnTo>
                  <a:pt x="489" y="927"/>
                </a:lnTo>
                <a:lnTo>
                  <a:pt x="490" y="928"/>
                </a:lnTo>
                <a:lnTo>
                  <a:pt x="490" y="929"/>
                </a:lnTo>
                <a:lnTo>
                  <a:pt x="490" y="930"/>
                </a:lnTo>
                <a:lnTo>
                  <a:pt x="490" y="931"/>
                </a:lnTo>
                <a:lnTo>
                  <a:pt x="491" y="931"/>
                </a:lnTo>
                <a:lnTo>
                  <a:pt x="491" y="932"/>
                </a:lnTo>
                <a:lnTo>
                  <a:pt x="491" y="933"/>
                </a:lnTo>
                <a:lnTo>
                  <a:pt x="492" y="933"/>
                </a:lnTo>
                <a:lnTo>
                  <a:pt x="492" y="934"/>
                </a:lnTo>
                <a:lnTo>
                  <a:pt x="491" y="936"/>
                </a:lnTo>
                <a:lnTo>
                  <a:pt x="491" y="937"/>
                </a:lnTo>
                <a:lnTo>
                  <a:pt x="490" y="937"/>
                </a:lnTo>
                <a:lnTo>
                  <a:pt x="489" y="937"/>
                </a:lnTo>
                <a:lnTo>
                  <a:pt x="488" y="937"/>
                </a:lnTo>
                <a:lnTo>
                  <a:pt x="488" y="938"/>
                </a:lnTo>
                <a:lnTo>
                  <a:pt x="487" y="939"/>
                </a:lnTo>
                <a:lnTo>
                  <a:pt x="487" y="940"/>
                </a:lnTo>
                <a:lnTo>
                  <a:pt x="487" y="941"/>
                </a:lnTo>
                <a:lnTo>
                  <a:pt x="488" y="943"/>
                </a:lnTo>
                <a:lnTo>
                  <a:pt x="488" y="944"/>
                </a:lnTo>
                <a:lnTo>
                  <a:pt x="486" y="945"/>
                </a:lnTo>
                <a:lnTo>
                  <a:pt x="485" y="945"/>
                </a:lnTo>
                <a:lnTo>
                  <a:pt x="484" y="946"/>
                </a:lnTo>
                <a:lnTo>
                  <a:pt x="484" y="947"/>
                </a:lnTo>
                <a:lnTo>
                  <a:pt x="484" y="948"/>
                </a:lnTo>
                <a:lnTo>
                  <a:pt x="483" y="949"/>
                </a:lnTo>
                <a:lnTo>
                  <a:pt x="483" y="950"/>
                </a:lnTo>
                <a:lnTo>
                  <a:pt x="484" y="951"/>
                </a:lnTo>
                <a:lnTo>
                  <a:pt x="483" y="952"/>
                </a:lnTo>
                <a:lnTo>
                  <a:pt x="483" y="953"/>
                </a:lnTo>
                <a:lnTo>
                  <a:pt x="485" y="953"/>
                </a:lnTo>
                <a:lnTo>
                  <a:pt x="486" y="952"/>
                </a:lnTo>
                <a:lnTo>
                  <a:pt x="486" y="953"/>
                </a:lnTo>
                <a:lnTo>
                  <a:pt x="485" y="953"/>
                </a:lnTo>
                <a:lnTo>
                  <a:pt x="484" y="956"/>
                </a:lnTo>
                <a:lnTo>
                  <a:pt x="485" y="957"/>
                </a:lnTo>
                <a:lnTo>
                  <a:pt x="486" y="958"/>
                </a:lnTo>
                <a:lnTo>
                  <a:pt x="487" y="959"/>
                </a:lnTo>
                <a:lnTo>
                  <a:pt x="487" y="960"/>
                </a:lnTo>
                <a:lnTo>
                  <a:pt x="487" y="961"/>
                </a:lnTo>
                <a:lnTo>
                  <a:pt x="487" y="962"/>
                </a:lnTo>
                <a:lnTo>
                  <a:pt x="488" y="963"/>
                </a:lnTo>
                <a:lnTo>
                  <a:pt x="487" y="965"/>
                </a:lnTo>
                <a:lnTo>
                  <a:pt x="486" y="965"/>
                </a:lnTo>
                <a:lnTo>
                  <a:pt x="485" y="964"/>
                </a:lnTo>
                <a:lnTo>
                  <a:pt x="485" y="965"/>
                </a:lnTo>
                <a:lnTo>
                  <a:pt x="484" y="965"/>
                </a:lnTo>
                <a:lnTo>
                  <a:pt x="484" y="966"/>
                </a:lnTo>
                <a:lnTo>
                  <a:pt x="485" y="967"/>
                </a:lnTo>
                <a:lnTo>
                  <a:pt x="485" y="968"/>
                </a:lnTo>
                <a:lnTo>
                  <a:pt x="486" y="968"/>
                </a:lnTo>
                <a:lnTo>
                  <a:pt x="486" y="969"/>
                </a:lnTo>
                <a:lnTo>
                  <a:pt x="485" y="969"/>
                </a:lnTo>
                <a:lnTo>
                  <a:pt x="484" y="971"/>
                </a:lnTo>
                <a:lnTo>
                  <a:pt x="483" y="973"/>
                </a:lnTo>
                <a:lnTo>
                  <a:pt x="484" y="974"/>
                </a:lnTo>
                <a:lnTo>
                  <a:pt x="484" y="975"/>
                </a:lnTo>
                <a:lnTo>
                  <a:pt x="484" y="976"/>
                </a:lnTo>
                <a:lnTo>
                  <a:pt x="485" y="976"/>
                </a:lnTo>
                <a:lnTo>
                  <a:pt x="485" y="977"/>
                </a:lnTo>
                <a:lnTo>
                  <a:pt x="485" y="978"/>
                </a:lnTo>
                <a:lnTo>
                  <a:pt x="484" y="978"/>
                </a:lnTo>
                <a:lnTo>
                  <a:pt x="483" y="978"/>
                </a:lnTo>
                <a:lnTo>
                  <a:pt x="483" y="979"/>
                </a:lnTo>
                <a:lnTo>
                  <a:pt x="485" y="979"/>
                </a:lnTo>
                <a:lnTo>
                  <a:pt x="486" y="980"/>
                </a:lnTo>
                <a:lnTo>
                  <a:pt x="487" y="981"/>
                </a:lnTo>
                <a:lnTo>
                  <a:pt x="487" y="982"/>
                </a:lnTo>
                <a:lnTo>
                  <a:pt x="486" y="982"/>
                </a:lnTo>
                <a:lnTo>
                  <a:pt x="486" y="983"/>
                </a:lnTo>
                <a:lnTo>
                  <a:pt x="485" y="983"/>
                </a:lnTo>
                <a:lnTo>
                  <a:pt x="486" y="983"/>
                </a:lnTo>
                <a:lnTo>
                  <a:pt x="487" y="983"/>
                </a:lnTo>
                <a:lnTo>
                  <a:pt x="487" y="985"/>
                </a:lnTo>
                <a:lnTo>
                  <a:pt x="487" y="986"/>
                </a:lnTo>
                <a:lnTo>
                  <a:pt x="486" y="988"/>
                </a:lnTo>
                <a:lnTo>
                  <a:pt x="485" y="989"/>
                </a:lnTo>
                <a:lnTo>
                  <a:pt x="484" y="990"/>
                </a:lnTo>
                <a:lnTo>
                  <a:pt x="483" y="989"/>
                </a:lnTo>
                <a:lnTo>
                  <a:pt x="482" y="989"/>
                </a:lnTo>
                <a:lnTo>
                  <a:pt x="482" y="990"/>
                </a:lnTo>
                <a:lnTo>
                  <a:pt x="482" y="991"/>
                </a:lnTo>
                <a:lnTo>
                  <a:pt x="481" y="991"/>
                </a:lnTo>
                <a:lnTo>
                  <a:pt x="481" y="992"/>
                </a:lnTo>
                <a:lnTo>
                  <a:pt x="480" y="991"/>
                </a:lnTo>
                <a:lnTo>
                  <a:pt x="479" y="991"/>
                </a:lnTo>
                <a:lnTo>
                  <a:pt x="479" y="990"/>
                </a:lnTo>
                <a:lnTo>
                  <a:pt x="478" y="990"/>
                </a:lnTo>
                <a:lnTo>
                  <a:pt x="477" y="991"/>
                </a:lnTo>
                <a:lnTo>
                  <a:pt x="477" y="992"/>
                </a:lnTo>
                <a:lnTo>
                  <a:pt x="477" y="993"/>
                </a:lnTo>
                <a:lnTo>
                  <a:pt x="478" y="993"/>
                </a:lnTo>
                <a:lnTo>
                  <a:pt x="478" y="995"/>
                </a:lnTo>
                <a:lnTo>
                  <a:pt x="477" y="998"/>
                </a:lnTo>
                <a:lnTo>
                  <a:pt x="476" y="999"/>
                </a:lnTo>
                <a:lnTo>
                  <a:pt x="476" y="1000"/>
                </a:lnTo>
                <a:lnTo>
                  <a:pt x="476" y="1001"/>
                </a:lnTo>
                <a:lnTo>
                  <a:pt x="475" y="1002"/>
                </a:lnTo>
                <a:lnTo>
                  <a:pt x="475" y="1003"/>
                </a:lnTo>
                <a:lnTo>
                  <a:pt x="473" y="1003"/>
                </a:lnTo>
                <a:lnTo>
                  <a:pt x="473" y="1004"/>
                </a:lnTo>
                <a:lnTo>
                  <a:pt x="472" y="1003"/>
                </a:lnTo>
                <a:lnTo>
                  <a:pt x="471" y="1003"/>
                </a:lnTo>
                <a:lnTo>
                  <a:pt x="470" y="1004"/>
                </a:lnTo>
                <a:lnTo>
                  <a:pt x="470" y="1005"/>
                </a:lnTo>
                <a:lnTo>
                  <a:pt x="467" y="1007"/>
                </a:lnTo>
                <a:lnTo>
                  <a:pt x="465" y="1008"/>
                </a:lnTo>
                <a:lnTo>
                  <a:pt x="464" y="1008"/>
                </a:lnTo>
                <a:lnTo>
                  <a:pt x="464" y="1007"/>
                </a:lnTo>
                <a:lnTo>
                  <a:pt x="463" y="1006"/>
                </a:lnTo>
                <a:lnTo>
                  <a:pt x="463" y="1007"/>
                </a:lnTo>
                <a:lnTo>
                  <a:pt x="462" y="1008"/>
                </a:lnTo>
                <a:lnTo>
                  <a:pt x="461" y="1009"/>
                </a:lnTo>
                <a:lnTo>
                  <a:pt x="461" y="1010"/>
                </a:lnTo>
                <a:lnTo>
                  <a:pt x="461" y="1011"/>
                </a:lnTo>
                <a:lnTo>
                  <a:pt x="461" y="1012"/>
                </a:lnTo>
                <a:lnTo>
                  <a:pt x="462" y="1013"/>
                </a:lnTo>
                <a:lnTo>
                  <a:pt x="462" y="1014"/>
                </a:lnTo>
                <a:lnTo>
                  <a:pt x="462" y="1016"/>
                </a:lnTo>
                <a:lnTo>
                  <a:pt x="461" y="1016"/>
                </a:lnTo>
                <a:lnTo>
                  <a:pt x="462" y="1017"/>
                </a:lnTo>
                <a:lnTo>
                  <a:pt x="463" y="1018"/>
                </a:lnTo>
                <a:lnTo>
                  <a:pt x="462" y="1018"/>
                </a:lnTo>
                <a:lnTo>
                  <a:pt x="461" y="1018"/>
                </a:lnTo>
                <a:lnTo>
                  <a:pt x="461" y="1019"/>
                </a:lnTo>
                <a:lnTo>
                  <a:pt x="461" y="1020"/>
                </a:lnTo>
                <a:lnTo>
                  <a:pt x="462" y="1021"/>
                </a:lnTo>
                <a:lnTo>
                  <a:pt x="463" y="1020"/>
                </a:lnTo>
                <a:lnTo>
                  <a:pt x="463" y="1021"/>
                </a:lnTo>
                <a:lnTo>
                  <a:pt x="464" y="1021"/>
                </a:lnTo>
                <a:lnTo>
                  <a:pt x="465" y="1021"/>
                </a:lnTo>
                <a:lnTo>
                  <a:pt x="466" y="1020"/>
                </a:lnTo>
                <a:lnTo>
                  <a:pt x="467" y="1021"/>
                </a:lnTo>
                <a:lnTo>
                  <a:pt x="468" y="1022"/>
                </a:lnTo>
                <a:lnTo>
                  <a:pt x="468" y="1023"/>
                </a:lnTo>
                <a:lnTo>
                  <a:pt x="470" y="1024"/>
                </a:lnTo>
                <a:lnTo>
                  <a:pt x="470" y="1025"/>
                </a:lnTo>
                <a:lnTo>
                  <a:pt x="468" y="1026"/>
                </a:lnTo>
                <a:lnTo>
                  <a:pt x="467" y="1026"/>
                </a:lnTo>
                <a:lnTo>
                  <a:pt x="466" y="1026"/>
                </a:lnTo>
                <a:lnTo>
                  <a:pt x="466" y="1027"/>
                </a:lnTo>
                <a:lnTo>
                  <a:pt x="467" y="1028"/>
                </a:lnTo>
                <a:lnTo>
                  <a:pt x="467" y="1029"/>
                </a:lnTo>
                <a:lnTo>
                  <a:pt x="468" y="1029"/>
                </a:lnTo>
                <a:lnTo>
                  <a:pt x="468" y="1030"/>
                </a:lnTo>
                <a:lnTo>
                  <a:pt x="468" y="1031"/>
                </a:lnTo>
                <a:lnTo>
                  <a:pt x="467" y="1032"/>
                </a:lnTo>
                <a:lnTo>
                  <a:pt x="468" y="1032"/>
                </a:lnTo>
                <a:lnTo>
                  <a:pt x="468" y="1033"/>
                </a:lnTo>
                <a:lnTo>
                  <a:pt x="470" y="1033"/>
                </a:lnTo>
                <a:lnTo>
                  <a:pt x="471" y="1033"/>
                </a:lnTo>
                <a:lnTo>
                  <a:pt x="472" y="1033"/>
                </a:lnTo>
                <a:lnTo>
                  <a:pt x="473" y="1033"/>
                </a:lnTo>
                <a:lnTo>
                  <a:pt x="474" y="1033"/>
                </a:lnTo>
                <a:lnTo>
                  <a:pt x="475" y="1034"/>
                </a:lnTo>
                <a:lnTo>
                  <a:pt x="476" y="1035"/>
                </a:lnTo>
                <a:lnTo>
                  <a:pt x="476" y="1036"/>
                </a:lnTo>
                <a:lnTo>
                  <a:pt x="476" y="1037"/>
                </a:lnTo>
                <a:lnTo>
                  <a:pt x="476" y="1038"/>
                </a:lnTo>
                <a:lnTo>
                  <a:pt x="477" y="1038"/>
                </a:lnTo>
                <a:lnTo>
                  <a:pt x="477" y="1039"/>
                </a:lnTo>
                <a:lnTo>
                  <a:pt x="478" y="1039"/>
                </a:lnTo>
                <a:lnTo>
                  <a:pt x="479" y="1040"/>
                </a:lnTo>
                <a:lnTo>
                  <a:pt x="479" y="1041"/>
                </a:lnTo>
                <a:lnTo>
                  <a:pt x="478" y="1041"/>
                </a:lnTo>
                <a:lnTo>
                  <a:pt x="478" y="1042"/>
                </a:lnTo>
                <a:lnTo>
                  <a:pt x="477" y="1043"/>
                </a:lnTo>
                <a:lnTo>
                  <a:pt x="476" y="1042"/>
                </a:lnTo>
                <a:lnTo>
                  <a:pt x="474" y="1042"/>
                </a:lnTo>
                <a:lnTo>
                  <a:pt x="473" y="1043"/>
                </a:lnTo>
                <a:lnTo>
                  <a:pt x="473" y="1044"/>
                </a:lnTo>
                <a:lnTo>
                  <a:pt x="474" y="1044"/>
                </a:lnTo>
                <a:lnTo>
                  <a:pt x="473" y="1044"/>
                </a:lnTo>
                <a:lnTo>
                  <a:pt x="472" y="1045"/>
                </a:lnTo>
                <a:lnTo>
                  <a:pt x="472" y="1046"/>
                </a:lnTo>
                <a:lnTo>
                  <a:pt x="471" y="1046"/>
                </a:lnTo>
                <a:lnTo>
                  <a:pt x="470" y="1046"/>
                </a:lnTo>
                <a:lnTo>
                  <a:pt x="468" y="1047"/>
                </a:lnTo>
                <a:lnTo>
                  <a:pt x="470" y="1049"/>
                </a:lnTo>
                <a:lnTo>
                  <a:pt x="470" y="1051"/>
                </a:lnTo>
                <a:lnTo>
                  <a:pt x="471" y="1051"/>
                </a:lnTo>
                <a:lnTo>
                  <a:pt x="472" y="1052"/>
                </a:lnTo>
                <a:lnTo>
                  <a:pt x="473" y="1052"/>
                </a:lnTo>
                <a:lnTo>
                  <a:pt x="474" y="1052"/>
                </a:lnTo>
                <a:lnTo>
                  <a:pt x="475" y="1052"/>
                </a:lnTo>
                <a:lnTo>
                  <a:pt x="475" y="1053"/>
                </a:lnTo>
                <a:lnTo>
                  <a:pt x="475" y="1054"/>
                </a:lnTo>
                <a:lnTo>
                  <a:pt x="476" y="1054"/>
                </a:lnTo>
                <a:lnTo>
                  <a:pt x="477" y="1054"/>
                </a:lnTo>
                <a:lnTo>
                  <a:pt x="478" y="1055"/>
                </a:lnTo>
                <a:lnTo>
                  <a:pt x="478" y="1056"/>
                </a:lnTo>
                <a:lnTo>
                  <a:pt x="479" y="1057"/>
                </a:lnTo>
                <a:lnTo>
                  <a:pt x="480" y="1058"/>
                </a:lnTo>
                <a:lnTo>
                  <a:pt x="479" y="1059"/>
                </a:lnTo>
                <a:lnTo>
                  <a:pt x="478" y="1059"/>
                </a:lnTo>
                <a:lnTo>
                  <a:pt x="477" y="1059"/>
                </a:lnTo>
                <a:lnTo>
                  <a:pt x="477" y="1058"/>
                </a:lnTo>
                <a:lnTo>
                  <a:pt x="476" y="1058"/>
                </a:lnTo>
                <a:lnTo>
                  <a:pt x="476" y="1059"/>
                </a:lnTo>
                <a:lnTo>
                  <a:pt x="475" y="1059"/>
                </a:lnTo>
                <a:lnTo>
                  <a:pt x="474" y="1058"/>
                </a:lnTo>
                <a:lnTo>
                  <a:pt x="474" y="1057"/>
                </a:lnTo>
                <a:lnTo>
                  <a:pt x="472" y="1056"/>
                </a:lnTo>
                <a:lnTo>
                  <a:pt x="471" y="1057"/>
                </a:lnTo>
                <a:lnTo>
                  <a:pt x="470" y="1057"/>
                </a:lnTo>
                <a:lnTo>
                  <a:pt x="470" y="1058"/>
                </a:lnTo>
                <a:lnTo>
                  <a:pt x="470" y="1060"/>
                </a:lnTo>
                <a:lnTo>
                  <a:pt x="471" y="1061"/>
                </a:lnTo>
                <a:lnTo>
                  <a:pt x="472" y="1061"/>
                </a:lnTo>
                <a:lnTo>
                  <a:pt x="473" y="1061"/>
                </a:lnTo>
                <a:lnTo>
                  <a:pt x="473" y="1062"/>
                </a:lnTo>
                <a:lnTo>
                  <a:pt x="474" y="1062"/>
                </a:lnTo>
                <a:lnTo>
                  <a:pt x="474" y="1063"/>
                </a:lnTo>
                <a:lnTo>
                  <a:pt x="475" y="1064"/>
                </a:lnTo>
                <a:lnTo>
                  <a:pt x="474" y="1064"/>
                </a:lnTo>
                <a:lnTo>
                  <a:pt x="474" y="1065"/>
                </a:lnTo>
                <a:lnTo>
                  <a:pt x="474" y="1064"/>
                </a:lnTo>
                <a:lnTo>
                  <a:pt x="473" y="1064"/>
                </a:lnTo>
                <a:lnTo>
                  <a:pt x="472" y="1065"/>
                </a:lnTo>
                <a:lnTo>
                  <a:pt x="473" y="1066"/>
                </a:lnTo>
                <a:lnTo>
                  <a:pt x="473" y="1067"/>
                </a:lnTo>
                <a:lnTo>
                  <a:pt x="474" y="1068"/>
                </a:lnTo>
                <a:lnTo>
                  <a:pt x="474" y="1069"/>
                </a:lnTo>
                <a:lnTo>
                  <a:pt x="473" y="1069"/>
                </a:lnTo>
                <a:lnTo>
                  <a:pt x="473" y="1070"/>
                </a:lnTo>
                <a:lnTo>
                  <a:pt x="474" y="1072"/>
                </a:lnTo>
                <a:lnTo>
                  <a:pt x="475" y="1072"/>
                </a:lnTo>
                <a:lnTo>
                  <a:pt x="475" y="1073"/>
                </a:lnTo>
                <a:lnTo>
                  <a:pt x="476" y="1073"/>
                </a:lnTo>
                <a:lnTo>
                  <a:pt x="477" y="1073"/>
                </a:lnTo>
                <a:lnTo>
                  <a:pt x="478" y="1073"/>
                </a:lnTo>
                <a:lnTo>
                  <a:pt x="479" y="1074"/>
                </a:lnTo>
                <a:lnTo>
                  <a:pt x="479" y="1075"/>
                </a:lnTo>
                <a:lnTo>
                  <a:pt x="478" y="1075"/>
                </a:lnTo>
                <a:lnTo>
                  <a:pt x="477" y="1076"/>
                </a:lnTo>
                <a:lnTo>
                  <a:pt x="476" y="1077"/>
                </a:lnTo>
                <a:lnTo>
                  <a:pt x="476" y="1078"/>
                </a:lnTo>
                <a:lnTo>
                  <a:pt x="474" y="1078"/>
                </a:lnTo>
                <a:lnTo>
                  <a:pt x="473" y="1078"/>
                </a:lnTo>
                <a:lnTo>
                  <a:pt x="472" y="1078"/>
                </a:lnTo>
                <a:lnTo>
                  <a:pt x="472" y="1079"/>
                </a:lnTo>
                <a:lnTo>
                  <a:pt x="471" y="1079"/>
                </a:lnTo>
                <a:lnTo>
                  <a:pt x="470" y="1079"/>
                </a:lnTo>
                <a:lnTo>
                  <a:pt x="470" y="1078"/>
                </a:lnTo>
                <a:lnTo>
                  <a:pt x="470" y="1077"/>
                </a:lnTo>
                <a:lnTo>
                  <a:pt x="471" y="1077"/>
                </a:lnTo>
                <a:lnTo>
                  <a:pt x="471" y="1076"/>
                </a:lnTo>
                <a:lnTo>
                  <a:pt x="470" y="1076"/>
                </a:lnTo>
                <a:lnTo>
                  <a:pt x="470" y="1075"/>
                </a:lnTo>
                <a:lnTo>
                  <a:pt x="471" y="1075"/>
                </a:lnTo>
                <a:lnTo>
                  <a:pt x="471" y="1074"/>
                </a:lnTo>
                <a:lnTo>
                  <a:pt x="470" y="1073"/>
                </a:lnTo>
                <a:lnTo>
                  <a:pt x="468" y="1074"/>
                </a:lnTo>
                <a:lnTo>
                  <a:pt x="467" y="1073"/>
                </a:lnTo>
                <a:lnTo>
                  <a:pt x="467" y="1072"/>
                </a:lnTo>
                <a:lnTo>
                  <a:pt x="466" y="1072"/>
                </a:lnTo>
                <a:lnTo>
                  <a:pt x="465" y="1071"/>
                </a:lnTo>
                <a:lnTo>
                  <a:pt x="464" y="1071"/>
                </a:lnTo>
                <a:lnTo>
                  <a:pt x="463" y="1071"/>
                </a:lnTo>
                <a:lnTo>
                  <a:pt x="462" y="1071"/>
                </a:lnTo>
                <a:lnTo>
                  <a:pt x="461" y="1071"/>
                </a:lnTo>
                <a:lnTo>
                  <a:pt x="460" y="1072"/>
                </a:lnTo>
                <a:lnTo>
                  <a:pt x="460" y="1073"/>
                </a:lnTo>
                <a:lnTo>
                  <a:pt x="459" y="1074"/>
                </a:lnTo>
                <a:lnTo>
                  <a:pt x="459" y="1076"/>
                </a:lnTo>
                <a:lnTo>
                  <a:pt x="459" y="1077"/>
                </a:lnTo>
                <a:lnTo>
                  <a:pt x="459" y="1078"/>
                </a:lnTo>
                <a:lnTo>
                  <a:pt x="459" y="1079"/>
                </a:lnTo>
                <a:lnTo>
                  <a:pt x="459" y="1080"/>
                </a:lnTo>
                <a:lnTo>
                  <a:pt x="460" y="1080"/>
                </a:lnTo>
                <a:lnTo>
                  <a:pt x="460" y="1081"/>
                </a:lnTo>
                <a:lnTo>
                  <a:pt x="459" y="1082"/>
                </a:lnTo>
                <a:lnTo>
                  <a:pt x="457" y="1082"/>
                </a:lnTo>
                <a:lnTo>
                  <a:pt x="457" y="1081"/>
                </a:lnTo>
                <a:lnTo>
                  <a:pt x="456" y="1081"/>
                </a:lnTo>
                <a:lnTo>
                  <a:pt x="455" y="1081"/>
                </a:lnTo>
                <a:lnTo>
                  <a:pt x="455" y="1082"/>
                </a:lnTo>
                <a:lnTo>
                  <a:pt x="456" y="1082"/>
                </a:lnTo>
                <a:lnTo>
                  <a:pt x="457" y="1082"/>
                </a:lnTo>
                <a:lnTo>
                  <a:pt x="456" y="1083"/>
                </a:lnTo>
                <a:lnTo>
                  <a:pt x="456" y="1084"/>
                </a:lnTo>
                <a:lnTo>
                  <a:pt x="456" y="1085"/>
                </a:lnTo>
                <a:lnTo>
                  <a:pt x="456" y="1086"/>
                </a:lnTo>
                <a:lnTo>
                  <a:pt x="457" y="1086"/>
                </a:lnTo>
                <a:lnTo>
                  <a:pt x="457" y="1087"/>
                </a:lnTo>
                <a:lnTo>
                  <a:pt x="456" y="1087"/>
                </a:lnTo>
                <a:lnTo>
                  <a:pt x="455" y="1086"/>
                </a:lnTo>
                <a:lnTo>
                  <a:pt x="455" y="1088"/>
                </a:lnTo>
                <a:lnTo>
                  <a:pt x="455" y="1090"/>
                </a:lnTo>
                <a:lnTo>
                  <a:pt x="454" y="1091"/>
                </a:lnTo>
                <a:lnTo>
                  <a:pt x="454" y="1092"/>
                </a:lnTo>
                <a:lnTo>
                  <a:pt x="455" y="1093"/>
                </a:lnTo>
                <a:lnTo>
                  <a:pt x="454" y="1094"/>
                </a:lnTo>
                <a:lnTo>
                  <a:pt x="454" y="1095"/>
                </a:lnTo>
                <a:lnTo>
                  <a:pt x="453" y="1095"/>
                </a:lnTo>
                <a:lnTo>
                  <a:pt x="453" y="1096"/>
                </a:lnTo>
                <a:lnTo>
                  <a:pt x="454" y="1096"/>
                </a:lnTo>
                <a:lnTo>
                  <a:pt x="454" y="1097"/>
                </a:lnTo>
                <a:lnTo>
                  <a:pt x="455" y="1097"/>
                </a:lnTo>
                <a:lnTo>
                  <a:pt x="455" y="1098"/>
                </a:lnTo>
                <a:lnTo>
                  <a:pt x="456" y="1099"/>
                </a:lnTo>
                <a:lnTo>
                  <a:pt x="456" y="1100"/>
                </a:lnTo>
                <a:lnTo>
                  <a:pt x="455" y="1100"/>
                </a:lnTo>
                <a:lnTo>
                  <a:pt x="455" y="1101"/>
                </a:lnTo>
                <a:lnTo>
                  <a:pt x="454" y="1101"/>
                </a:lnTo>
                <a:lnTo>
                  <a:pt x="454" y="1102"/>
                </a:lnTo>
                <a:lnTo>
                  <a:pt x="454" y="1103"/>
                </a:lnTo>
                <a:lnTo>
                  <a:pt x="453" y="1104"/>
                </a:lnTo>
                <a:lnTo>
                  <a:pt x="453" y="1105"/>
                </a:lnTo>
                <a:lnTo>
                  <a:pt x="453" y="1106"/>
                </a:lnTo>
                <a:lnTo>
                  <a:pt x="453" y="1107"/>
                </a:lnTo>
                <a:lnTo>
                  <a:pt x="454" y="1108"/>
                </a:lnTo>
                <a:lnTo>
                  <a:pt x="456" y="1109"/>
                </a:lnTo>
                <a:lnTo>
                  <a:pt x="456" y="1110"/>
                </a:lnTo>
                <a:lnTo>
                  <a:pt x="456" y="1112"/>
                </a:lnTo>
                <a:lnTo>
                  <a:pt x="457" y="1112"/>
                </a:lnTo>
                <a:lnTo>
                  <a:pt x="458" y="1113"/>
                </a:lnTo>
                <a:lnTo>
                  <a:pt x="459" y="1114"/>
                </a:lnTo>
                <a:lnTo>
                  <a:pt x="460" y="1114"/>
                </a:lnTo>
                <a:lnTo>
                  <a:pt x="461" y="1113"/>
                </a:lnTo>
                <a:lnTo>
                  <a:pt x="462" y="1112"/>
                </a:lnTo>
                <a:lnTo>
                  <a:pt x="463" y="1113"/>
                </a:lnTo>
                <a:lnTo>
                  <a:pt x="463" y="1114"/>
                </a:lnTo>
                <a:lnTo>
                  <a:pt x="462" y="1115"/>
                </a:lnTo>
                <a:lnTo>
                  <a:pt x="463" y="1115"/>
                </a:lnTo>
                <a:lnTo>
                  <a:pt x="463" y="1116"/>
                </a:lnTo>
                <a:lnTo>
                  <a:pt x="462" y="1117"/>
                </a:lnTo>
                <a:lnTo>
                  <a:pt x="462" y="1118"/>
                </a:lnTo>
                <a:lnTo>
                  <a:pt x="462" y="1119"/>
                </a:lnTo>
                <a:lnTo>
                  <a:pt x="460" y="1119"/>
                </a:lnTo>
                <a:lnTo>
                  <a:pt x="459" y="1119"/>
                </a:lnTo>
                <a:lnTo>
                  <a:pt x="459" y="1118"/>
                </a:lnTo>
                <a:lnTo>
                  <a:pt x="458" y="1118"/>
                </a:lnTo>
                <a:lnTo>
                  <a:pt x="458" y="1119"/>
                </a:lnTo>
                <a:lnTo>
                  <a:pt x="457" y="1120"/>
                </a:lnTo>
                <a:lnTo>
                  <a:pt x="456" y="1120"/>
                </a:lnTo>
                <a:lnTo>
                  <a:pt x="455" y="1121"/>
                </a:lnTo>
                <a:lnTo>
                  <a:pt x="456" y="1121"/>
                </a:lnTo>
                <a:lnTo>
                  <a:pt x="458" y="1121"/>
                </a:lnTo>
                <a:lnTo>
                  <a:pt x="459" y="1121"/>
                </a:lnTo>
                <a:lnTo>
                  <a:pt x="459" y="1122"/>
                </a:lnTo>
                <a:lnTo>
                  <a:pt x="460" y="1122"/>
                </a:lnTo>
                <a:lnTo>
                  <a:pt x="460" y="1123"/>
                </a:lnTo>
                <a:lnTo>
                  <a:pt x="460" y="1124"/>
                </a:lnTo>
                <a:lnTo>
                  <a:pt x="461" y="1124"/>
                </a:lnTo>
                <a:lnTo>
                  <a:pt x="461" y="1125"/>
                </a:lnTo>
                <a:lnTo>
                  <a:pt x="461" y="1126"/>
                </a:lnTo>
                <a:lnTo>
                  <a:pt x="460" y="1127"/>
                </a:lnTo>
                <a:lnTo>
                  <a:pt x="461" y="1128"/>
                </a:lnTo>
                <a:lnTo>
                  <a:pt x="462" y="1128"/>
                </a:lnTo>
                <a:lnTo>
                  <a:pt x="463" y="1128"/>
                </a:lnTo>
                <a:lnTo>
                  <a:pt x="463" y="1129"/>
                </a:lnTo>
                <a:lnTo>
                  <a:pt x="464" y="1130"/>
                </a:lnTo>
                <a:lnTo>
                  <a:pt x="464" y="1129"/>
                </a:lnTo>
                <a:lnTo>
                  <a:pt x="465" y="1129"/>
                </a:lnTo>
                <a:lnTo>
                  <a:pt x="465" y="1130"/>
                </a:lnTo>
                <a:lnTo>
                  <a:pt x="466" y="1131"/>
                </a:lnTo>
                <a:lnTo>
                  <a:pt x="467" y="1131"/>
                </a:lnTo>
                <a:lnTo>
                  <a:pt x="467" y="1132"/>
                </a:lnTo>
                <a:lnTo>
                  <a:pt x="468" y="1134"/>
                </a:lnTo>
                <a:lnTo>
                  <a:pt x="470" y="1134"/>
                </a:lnTo>
                <a:lnTo>
                  <a:pt x="471" y="1134"/>
                </a:lnTo>
                <a:lnTo>
                  <a:pt x="472" y="1135"/>
                </a:lnTo>
                <a:lnTo>
                  <a:pt x="472" y="1136"/>
                </a:lnTo>
                <a:lnTo>
                  <a:pt x="473" y="1136"/>
                </a:lnTo>
                <a:lnTo>
                  <a:pt x="473" y="1137"/>
                </a:lnTo>
                <a:lnTo>
                  <a:pt x="473" y="1138"/>
                </a:lnTo>
                <a:lnTo>
                  <a:pt x="474" y="1138"/>
                </a:lnTo>
                <a:lnTo>
                  <a:pt x="475" y="1138"/>
                </a:lnTo>
                <a:lnTo>
                  <a:pt x="476" y="1139"/>
                </a:lnTo>
                <a:lnTo>
                  <a:pt x="476" y="1140"/>
                </a:lnTo>
                <a:lnTo>
                  <a:pt x="475" y="1140"/>
                </a:lnTo>
                <a:lnTo>
                  <a:pt x="474" y="1141"/>
                </a:lnTo>
                <a:lnTo>
                  <a:pt x="473" y="1140"/>
                </a:lnTo>
                <a:lnTo>
                  <a:pt x="472" y="1141"/>
                </a:lnTo>
                <a:lnTo>
                  <a:pt x="471" y="1141"/>
                </a:lnTo>
                <a:lnTo>
                  <a:pt x="470" y="1141"/>
                </a:lnTo>
                <a:lnTo>
                  <a:pt x="468" y="1141"/>
                </a:lnTo>
                <a:lnTo>
                  <a:pt x="467" y="1140"/>
                </a:lnTo>
                <a:lnTo>
                  <a:pt x="466" y="1141"/>
                </a:lnTo>
                <a:lnTo>
                  <a:pt x="466" y="1142"/>
                </a:lnTo>
                <a:lnTo>
                  <a:pt x="465" y="1141"/>
                </a:lnTo>
                <a:lnTo>
                  <a:pt x="464" y="1141"/>
                </a:lnTo>
                <a:lnTo>
                  <a:pt x="463" y="1140"/>
                </a:lnTo>
                <a:lnTo>
                  <a:pt x="461" y="1141"/>
                </a:lnTo>
                <a:lnTo>
                  <a:pt x="461" y="1142"/>
                </a:lnTo>
                <a:lnTo>
                  <a:pt x="460" y="1142"/>
                </a:lnTo>
                <a:lnTo>
                  <a:pt x="459" y="1142"/>
                </a:lnTo>
                <a:lnTo>
                  <a:pt x="459" y="1143"/>
                </a:lnTo>
                <a:lnTo>
                  <a:pt x="457" y="1145"/>
                </a:lnTo>
                <a:lnTo>
                  <a:pt x="456" y="1146"/>
                </a:lnTo>
                <a:lnTo>
                  <a:pt x="455" y="1147"/>
                </a:lnTo>
                <a:lnTo>
                  <a:pt x="454" y="1147"/>
                </a:lnTo>
                <a:lnTo>
                  <a:pt x="453" y="1147"/>
                </a:lnTo>
                <a:lnTo>
                  <a:pt x="452" y="1147"/>
                </a:lnTo>
                <a:lnTo>
                  <a:pt x="450" y="1148"/>
                </a:lnTo>
                <a:lnTo>
                  <a:pt x="449" y="1148"/>
                </a:lnTo>
                <a:lnTo>
                  <a:pt x="449" y="1147"/>
                </a:lnTo>
                <a:lnTo>
                  <a:pt x="448" y="1147"/>
                </a:lnTo>
                <a:lnTo>
                  <a:pt x="447" y="1147"/>
                </a:lnTo>
                <a:lnTo>
                  <a:pt x="446" y="1147"/>
                </a:lnTo>
                <a:lnTo>
                  <a:pt x="445" y="1147"/>
                </a:lnTo>
                <a:lnTo>
                  <a:pt x="444" y="1147"/>
                </a:lnTo>
                <a:lnTo>
                  <a:pt x="444" y="1146"/>
                </a:lnTo>
                <a:lnTo>
                  <a:pt x="443" y="1145"/>
                </a:lnTo>
                <a:lnTo>
                  <a:pt x="442" y="1144"/>
                </a:lnTo>
                <a:lnTo>
                  <a:pt x="442" y="1143"/>
                </a:lnTo>
                <a:lnTo>
                  <a:pt x="443" y="1142"/>
                </a:lnTo>
                <a:lnTo>
                  <a:pt x="444" y="1142"/>
                </a:lnTo>
                <a:lnTo>
                  <a:pt x="444" y="1141"/>
                </a:lnTo>
                <a:lnTo>
                  <a:pt x="443" y="1140"/>
                </a:lnTo>
                <a:lnTo>
                  <a:pt x="443" y="1139"/>
                </a:lnTo>
                <a:lnTo>
                  <a:pt x="442" y="1138"/>
                </a:lnTo>
                <a:lnTo>
                  <a:pt x="441" y="1136"/>
                </a:lnTo>
                <a:lnTo>
                  <a:pt x="440" y="1135"/>
                </a:lnTo>
                <a:lnTo>
                  <a:pt x="439" y="1135"/>
                </a:lnTo>
                <a:lnTo>
                  <a:pt x="437" y="1135"/>
                </a:lnTo>
                <a:lnTo>
                  <a:pt x="437" y="1134"/>
                </a:lnTo>
                <a:lnTo>
                  <a:pt x="436" y="1134"/>
                </a:lnTo>
                <a:lnTo>
                  <a:pt x="435" y="1134"/>
                </a:lnTo>
                <a:lnTo>
                  <a:pt x="434" y="1134"/>
                </a:lnTo>
                <a:lnTo>
                  <a:pt x="433" y="1135"/>
                </a:lnTo>
                <a:lnTo>
                  <a:pt x="432" y="1135"/>
                </a:lnTo>
                <a:lnTo>
                  <a:pt x="432" y="1134"/>
                </a:lnTo>
                <a:lnTo>
                  <a:pt x="432" y="1133"/>
                </a:lnTo>
                <a:lnTo>
                  <a:pt x="431" y="1133"/>
                </a:lnTo>
                <a:lnTo>
                  <a:pt x="430" y="1133"/>
                </a:lnTo>
                <a:lnTo>
                  <a:pt x="428" y="1132"/>
                </a:lnTo>
                <a:lnTo>
                  <a:pt x="427" y="1133"/>
                </a:lnTo>
                <a:lnTo>
                  <a:pt x="427" y="1134"/>
                </a:lnTo>
                <a:lnTo>
                  <a:pt x="426" y="1135"/>
                </a:lnTo>
                <a:lnTo>
                  <a:pt x="424" y="1135"/>
                </a:lnTo>
                <a:lnTo>
                  <a:pt x="424" y="1134"/>
                </a:lnTo>
                <a:lnTo>
                  <a:pt x="424" y="1135"/>
                </a:lnTo>
                <a:lnTo>
                  <a:pt x="423" y="1135"/>
                </a:lnTo>
                <a:lnTo>
                  <a:pt x="424" y="1135"/>
                </a:lnTo>
                <a:lnTo>
                  <a:pt x="423" y="1135"/>
                </a:lnTo>
                <a:lnTo>
                  <a:pt x="423" y="1136"/>
                </a:lnTo>
                <a:lnTo>
                  <a:pt x="422" y="1135"/>
                </a:lnTo>
                <a:lnTo>
                  <a:pt x="421" y="1134"/>
                </a:lnTo>
                <a:lnTo>
                  <a:pt x="421" y="1133"/>
                </a:lnTo>
                <a:lnTo>
                  <a:pt x="420" y="1132"/>
                </a:lnTo>
                <a:lnTo>
                  <a:pt x="420" y="1131"/>
                </a:lnTo>
                <a:lnTo>
                  <a:pt x="419" y="1131"/>
                </a:lnTo>
                <a:lnTo>
                  <a:pt x="419" y="1130"/>
                </a:lnTo>
                <a:lnTo>
                  <a:pt x="419" y="1129"/>
                </a:lnTo>
                <a:lnTo>
                  <a:pt x="418" y="1129"/>
                </a:lnTo>
                <a:lnTo>
                  <a:pt x="418" y="1128"/>
                </a:lnTo>
                <a:lnTo>
                  <a:pt x="418" y="1127"/>
                </a:lnTo>
                <a:lnTo>
                  <a:pt x="418" y="1126"/>
                </a:lnTo>
                <a:lnTo>
                  <a:pt x="417" y="1125"/>
                </a:lnTo>
                <a:lnTo>
                  <a:pt x="417" y="1124"/>
                </a:lnTo>
                <a:lnTo>
                  <a:pt x="417" y="1123"/>
                </a:lnTo>
                <a:lnTo>
                  <a:pt x="417" y="1122"/>
                </a:lnTo>
                <a:lnTo>
                  <a:pt x="416" y="1122"/>
                </a:lnTo>
                <a:lnTo>
                  <a:pt x="415" y="1121"/>
                </a:lnTo>
                <a:lnTo>
                  <a:pt x="414" y="1121"/>
                </a:lnTo>
                <a:lnTo>
                  <a:pt x="414" y="1120"/>
                </a:lnTo>
                <a:lnTo>
                  <a:pt x="413" y="1121"/>
                </a:lnTo>
                <a:lnTo>
                  <a:pt x="412" y="1120"/>
                </a:lnTo>
                <a:lnTo>
                  <a:pt x="411" y="1120"/>
                </a:lnTo>
                <a:lnTo>
                  <a:pt x="410" y="1119"/>
                </a:lnTo>
                <a:lnTo>
                  <a:pt x="410" y="1118"/>
                </a:lnTo>
                <a:lnTo>
                  <a:pt x="411" y="1118"/>
                </a:lnTo>
                <a:lnTo>
                  <a:pt x="411" y="1117"/>
                </a:lnTo>
                <a:lnTo>
                  <a:pt x="411" y="1116"/>
                </a:lnTo>
                <a:lnTo>
                  <a:pt x="410" y="1116"/>
                </a:lnTo>
                <a:lnTo>
                  <a:pt x="409" y="1116"/>
                </a:lnTo>
                <a:lnTo>
                  <a:pt x="408" y="1116"/>
                </a:lnTo>
                <a:lnTo>
                  <a:pt x="407" y="1116"/>
                </a:lnTo>
                <a:lnTo>
                  <a:pt x="407" y="1114"/>
                </a:lnTo>
                <a:lnTo>
                  <a:pt x="406" y="1114"/>
                </a:lnTo>
                <a:lnTo>
                  <a:pt x="406" y="1113"/>
                </a:lnTo>
                <a:lnTo>
                  <a:pt x="405" y="1113"/>
                </a:lnTo>
                <a:lnTo>
                  <a:pt x="405" y="1112"/>
                </a:lnTo>
                <a:lnTo>
                  <a:pt x="405" y="1111"/>
                </a:lnTo>
                <a:lnTo>
                  <a:pt x="404" y="1110"/>
                </a:lnTo>
                <a:lnTo>
                  <a:pt x="403" y="1110"/>
                </a:lnTo>
                <a:lnTo>
                  <a:pt x="402" y="1110"/>
                </a:lnTo>
                <a:lnTo>
                  <a:pt x="402" y="1109"/>
                </a:lnTo>
                <a:lnTo>
                  <a:pt x="401" y="1108"/>
                </a:lnTo>
                <a:lnTo>
                  <a:pt x="400" y="1107"/>
                </a:lnTo>
                <a:lnTo>
                  <a:pt x="399" y="1107"/>
                </a:lnTo>
                <a:lnTo>
                  <a:pt x="398" y="1107"/>
                </a:lnTo>
                <a:lnTo>
                  <a:pt x="397" y="1108"/>
                </a:lnTo>
                <a:lnTo>
                  <a:pt x="396" y="1107"/>
                </a:lnTo>
                <a:lnTo>
                  <a:pt x="395" y="1107"/>
                </a:lnTo>
                <a:lnTo>
                  <a:pt x="394" y="1106"/>
                </a:lnTo>
                <a:lnTo>
                  <a:pt x="393" y="1105"/>
                </a:lnTo>
                <a:lnTo>
                  <a:pt x="392" y="1105"/>
                </a:lnTo>
                <a:lnTo>
                  <a:pt x="392" y="1104"/>
                </a:lnTo>
                <a:lnTo>
                  <a:pt x="391" y="1104"/>
                </a:lnTo>
                <a:lnTo>
                  <a:pt x="390" y="1104"/>
                </a:lnTo>
                <a:lnTo>
                  <a:pt x="388" y="1103"/>
                </a:lnTo>
                <a:lnTo>
                  <a:pt x="388" y="1102"/>
                </a:lnTo>
                <a:lnTo>
                  <a:pt x="387" y="1102"/>
                </a:lnTo>
                <a:lnTo>
                  <a:pt x="386" y="1103"/>
                </a:lnTo>
                <a:lnTo>
                  <a:pt x="385" y="1105"/>
                </a:lnTo>
                <a:lnTo>
                  <a:pt x="385" y="1106"/>
                </a:lnTo>
                <a:lnTo>
                  <a:pt x="384" y="1107"/>
                </a:lnTo>
                <a:lnTo>
                  <a:pt x="382" y="1108"/>
                </a:lnTo>
                <a:lnTo>
                  <a:pt x="382" y="1107"/>
                </a:lnTo>
                <a:lnTo>
                  <a:pt x="381" y="1107"/>
                </a:lnTo>
                <a:lnTo>
                  <a:pt x="380" y="1108"/>
                </a:lnTo>
                <a:lnTo>
                  <a:pt x="380" y="1110"/>
                </a:lnTo>
                <a:lnTo>
                  <a:pt x="379" y="1111"/>
                </a:lnTo>
                <a:lnTo>
                  <a:pt x="379" y="1112"/>
                </a:lnTo>
                <a:lnTo>
                  <a:pt x="380" y="1113"/>
                </a:lnTo>
                <a:lnTo>
                  <a:pt x="380" y="1114"/>
                </a:lnTo>
                <a:lnTo>
                  <a:pt x="380" y="1115"/>
                </a:lnTo>
                <a:lnTo>
                  <a:pt x="379" y="1115"/>
                </a:lnTo>
                <a:lnTo>
                  <a:pt x="378" y="1115"/>
                </a:lnTo>
                <a:lnTo>
                  <a:pt x="378" y="1114"/>
                </a:lnTo>
                <a:lnTo>
                  <a:pt x="377" y="1114"/>
                </a:lnTo>
                <a:lnTo>
                  <a:pt x="375" y="1113"/>
                </a:lnTo>
                <a:lnTo>
                  <a:pt x="374" y="1113"/>
                </a:lnTo>
                <a:lnTo>
                  <a:pt x="373" y="1113"/>
                </a:lnTo>
                <a:lnTo>
                  <a:pt x="372" y="1113"/>
                </a:lnTo>
                <a:lnTo>
                  <a:pt x="371" y="1113"/>
                </a:lnTo>
                <a:lnTo>
                  <a:pt x="370" y="1112"/>
                </a:lnTo>
                <a:lnTo>
                  <a:pt x="370" y="1111"/>
                </a:lnTo>
                <a:lnTo>
                  <a:pt x="369" y="1111"/>
                </a:lnTo>
                <a:lnTo>
                  <a:pt x="367" y="1112"/>
                </a:lnTo>
                <a:lnTo>
                  <a:pt x="366" y="1113"/>
                </a:lnTo>
                <a:lnTo>
                  <a:pt x="365" y="1113"/>
                </a:lnTo>
                <a:lnTo>
                  <a:pt x="364" y="1113"/>
                </a:lnTo>
                <a:lnTo>
                  <a:pt x="363" y="1113"/>
                </a:lnTo>
                <a:lnTo>
                  <a:pt x="363" y="1114"/>
                </a:lnTo>
                <a:lnTo>
                  <a:pt x="362" y="1114"/>
                </a:lnTo>
                <a:lnTo>
                  <a:pt x="363" y="1114"/>
                </a:lnTo>
                <a:lnTo>
                  <a:pt x="363" y="1115"/>
                </a:lnTo>
                <a:lnTo>
                  <a:pt x="362" y="1116"/>
                </a:lnTo>
                <a:lnTo>
                  <a:pt x="362" y="1117"/>
                </a:lnTo>
                <a:lnTo>
                  <a:pt x="361" y="1118"/>
                </a:lnTo>
                <a:lnTo>
                  <a:pt x="361" y="1119"/>
                </a:lnTo>
                <a:lnTo>
                  <a:pt x="359" y="1118"/>
                </a:lnTo>
                <a:lnTo>
                  <a:pt x="358" y="1118"/>
                </a:lnTo>
                <a:lnTo>
                  <a:pt x="357" y="1119"/>
                </a:lnTo>
                <a:lnTo>
                  <a:pt x="357" y="1120"/>
                </a:lnTo>
                <a:lnTo>
                  <a:pt x="356" y="1119"/>
                </a:lnTo>
                <a:lnTo>
                  <a:pt x="355" y="1119"/>
                </a:lnTo>
                <a:lnTo>
                  <a:pt x="354" y="1120"/>
                </a:lnTo>
                <a:lnTo>
                  <a:pt x="352" y="1121"/>
                </a:lnTo>
                <a:lnTo>
                  <a:pt x="351" y="1122"/>
                </a:lnTo>
                <a:lnTo>
                  <a:pt x="350" y="1123"/>
                </a:lnTo>
                <a:lnTo>
                  <a:pt x="348" y="1124"/>
                </a:lnTo>
                <a:lnTo>
                  <a:pt x="348" y="1125"/>
                </a:lnTo>
                <a:lnTo>
                  <a:pt x="348" y="1126"/>
                </a:lnTo>
                <a:lnTo>
                  <a:pt x="349" y="1127"/>
                </a:lnTo>
                <a:lnTo>
                  <a:pt x="349" y="1126"/>
                </a:lnTo>
                <a:lnTo>
                  <a:pt x="350" y="1126"/>
                </a:lnTo>
                <a:lnTo>
                  <a:pt x="350" y="1127"/>
                </a:lnTo>
                <a:lnTo>
                  <a:pt x="347" y="1127"/>
                </a:lnTo>
                <a:lnTo>
                  <a:pt x="346" y="1127"/>
                </a:lnTo>
                <a:lnTo>
                  <a:pt x="345" y="1127"/>
                </a:lnTo>
                <a:lnTo>
                  <a:pt x="345" y="1128"/>
                </a:lnTo>
                <a:lnTo>
                  <a:pt x="344" y="1128"/>
                </a:lnTo>
                <a:lnTo>
                  <a:pt x="343" y="1128"/>
                </a:lnTo>
                <a:lnTo>
                  <a:pt x="343" y="1129"/>
                </a:lnTo>
                <a:lnTo>
                  <a:pt x="342" y="1129"/>
                </a:lnTo>
                <a:lnTo>
                  <a:pt x="341" y="1128"/>
                </a:lnTo>
                <a:lnTo>
                  <a:pt x="341" y="1129"/>
                </a:lnTo>
                <a:lnTo>
                  <a:pt x="340" y="1130"/>
                </a:lnTo>
                <a:lnTo>
                  <a:pt x="339" y="1130"/>
                </a:lnTo>
                <a:lnTo>
                  <a:pt x="338" y="1131"/>
                </a:lnTo>
                <a:lnTo>
                  <a:pt x="337" y="1132"/>
                </a:lnTo>
                <a:lnTo>
                  <a:pt x="337" y="1133"/>
                </a:lnTo>
                <a:lnTo>
                  <a:pt x="338" y="1132"/>
                </a:lnTo>
                <a:lnTo>
                  <a:pt x="338" y="1133"/>
                </a:lnTo>
                <a:lnTo>
                  <a:pt x="337" y="1133"/>
                </a:lnTo>
                <a:lnTo>
                  <a:pt x="337" y="1134"/>
                </a:lnTo>
                <a:lnTo>
                  <a:pt x="336" y="1134"/>
                </a:lnTo>
                <a:lnTo>
                  <a:pt x="336" y="1133"/>
                </a:lnTo>
                <a:lnTo>
                  <a:pt x="335" y="1133"/>
                </a:lnTo>
                <a:lnTo>
                  <a:pt x="334" y="1133"/>
                </a:lnTo>
                <a:lnTo>
                  <a:pt x="334" y="1134"/>
                </a:lnTo>
                <a:lnTo>
                  <a:pt x="333" y="1133"/>
                </a:lnTo>
                <a:lnTo>
                  <a:pt x="333" y="1132"/>
                </a:lnTo>
                <a:lnTo>
                  <a:pt x="332" y="1132"/>
                </a:lnTo>
                <a:lnTo>
                  <a:pt x="330" y="1130"/>
                </a:lnTo>
                <a:lnTo>
                  <a:pt x="330" y="1129"/>
                </a:lnTo>
                <a:lnTo>
                  <a:pt x="327" y="1127"/>
                </a:lnTo>
                <a:lnTo>
                  <a:pt x="326" y="1127"/>
                </a:lnTo>
                <a:lnTo>
                  <a:pt x="325" y="1127"/>
                </a:lnTo>
                <a:lnTo>
                  <a:pt x="324" y="1128"/>
                </a:lnTo>
                <a:lnTo>
                  <a:pt x="324" y="1127"/>
                </a:lnTo>
                <a:lnTo>
                  <a:pt x="324" y="1126"/>
                </a:lnTo>
                <a:lnTo>
                  <a:pt x="323" y="1126"/>
                </a:lnTo>
                <a:lnTo>
                  <a:pt x="323" y="1127"/>
                </a:lnTo>
                <a:lnTo>
                  <a:pt x="323" y="1128"/>
                </a:lnTo>
                <a:lnTo>
                  <a:pt x="323" y="1129"/>
                </a:lnTo>
                <a:lnTo>
                  <a:pt x="322" y="1129"/>
                </a:lnTo>
                <a:lnTo>
                  <a:pt x="322" y="1130"/>
                </a:lnTo>
                <a:lnTo>
                  <a:pt x="323" y="1130"/>
                </a:lnTo>
                <a:lnTo>
                  <a:pt x="322" y="1130"/>
                </a:lnTo>
                <a:lnTo>
                  <a:pt x="322" y="1131"/>
                </a:lnTo>
                <a:lnTo>
                  <a:pt x="321" y="1132"/>
                </a:lnTo>
                <a:lnTo>
                  <a:pt x="320" y="1132"/>
                </a:lnTo>
                <a:lnTo>
                  <a:pt x="319" y="1133"/>
                </a:lnTo>
                <a:lnTo>
                  <a:pt x="319" y="1134"/>
                </a:lnTo>
                <a:lnTo>
                  <a:pt x="319" y="1135"/>
                </a:lnTo>
                <a:lnTo>
                  <a:pt x="318" y="1135"/>
                </a:lnTo>
                <a:lnTo>
                  <a:pt x="318" y="1134"/>
                </a:lnTo>
                <a:lnTo>
                  <a:pt x="317" y="1134"/>
                </a:lnTo>
                <a:lnTo>
                  <a:pt x="315" y="1134"/>
                </a:lnTo>
                <a:lnTo>
                  <a:pt x="315" y="1133"/>
                </a:lnTo>
                <a:lnTo>
                  <a:pt x="314" y="1134"/>
                </a:lnTo>
                <a:lnTo>
                  <a:pt x="312" y="1135"/>
                </a:lnTo>
                <a:lnTo>
                  <a:pt x="311" y="1135"/>
                </a:lnTo>
                <a:lnTo>
                  <a:pt x="310" y="1135"/>
                </a:lnTo>
                <a:lnTo>
                  <a:pt x="308" y="1137"/>
                </a:lnTo>
                <a:lnTo>
                  <a:pt x="307" y="1137"/>
                </a:lnTo>
                <a:lnTo>
                  <a:pt x="307" y="1138"/>
                </a:lnTo>
                <a:lnTo>
                  <a:pt x="307" y="1139"/>
                </a:lnTo>
                <a:lnTo>
                  <a:pt x="306" y="1140"/>
                </a:lnTo>
                <a:lnTo>
                  <a:pt x="304" y="1140"/>
                </a:lnTo>
                <a:lnTo>
                  <a:pt x="303" y="1140"/>
                </a:lnTo>
                <a:lnTo>
                  <a:pt x="303" y="1139"/>
                </a:lnTo>
                <a:lnTo>
                  <a:pt x="303" y="1138"/>
                </a:lnTo>
                <a:lnTo>
                  <a:pt x="303" y="1137"/>
                </a:lnTo>
                <a:lnTo>
                  <a:pt x="302" y="1137"/>
                </a:lnTo>
                <a:lnTo>
                  <a:pt x="299" y="1137"/>
                </a:lnTo>
                <a:lnTo>
                  <a:pt x="298" y="1138"/>
                </a:lnTo>
                <a:lnTo>
                  <a:pt x="297" y="1139"/>
                </a:lnTo>
                <a:lnTo>
                  <a:pt x="297" y="1140"/>
                </a:lnTo>
                <a:lnTo>
                  <a:pt x="298" y="1141"/>
                </a:lnTo>
                <a:lnTo>
                  <a:pt x="298" y="1142"/>
                </a:lnTo>
                <a:lnTo>
                  <a:pt x="297" y="1142"/>
                </a:lnTo>
                <a:lnTo>
                  <a:pt x="297" y="1143"/>
                </a:lnTo>
                <a:lnTo>
                  <a:pt x="297" y="1144"/>
                </a:lnTo>
                <a:lnTo>
                  <a:pt x="297" y="1145"/>
                </a:lnTo>
                <a:lnTo>
                  <a:pt x="297" y="1146"/>
                </a:lnTo>
                <a:lnTo>
                  <a:pt x="296" y="1146"/>
                </a:lnTo>
                <a:lnTo>
                  <a:pt x="296" y="1147"/>
                </a:lnTo>
                <a:lnTo>
                  <a:pt x="297" y="1148"/>
                </a:lnTo>
                <a:lnTo>
                  <a:pt x="297" y="1149"/>
                </a:lnTo>
                <a:lnTo>
                  <a:pt x="297" y="1150"/>
                </a:lnTo>
                <a:lnTo>
                  <a:pt x="297" y="1151"/>
                </a:lnTo>
                <a:lnTo>
                  <a:pt x="296" y="1151"/>
                </a:lnTo>
                <a:lnTo>
                  <a:pt x="296" y="1152"/>
                </a:lnTo>
                <a:lnTo>
                  <a:pt x="296" y="1155"/>
                </a:lnTo>
                <a:lnTo>
                  <a:pt x="295" y="1155"/>
                </a:lnTo>
                <a:lnTo>
                  <a:pt x="295" y="1156"/>
                </a:lnTo>
                <a:lnTo>
                  <a:pt x="295" y="1157"/>
                </a:lnTo>
                <a:lnTo>
                  <a:pt x="295" y="1158"/>
                </a:lnTo>
                <a:lnTo>
                  <a:pt x="294" y="1158"/>
                </a:lnTo>
                <a:lnTo>
                  <a:pt x="293" y="1159"/>
                </a:lnTo>
                <a:lnTo>
                  <a:pt x="292" y="1159"/>
                </a:lnTo>
                <a:lnTo>
                  <a:pt x="292" y="1160"/>
                </a:lnTo>
                <a:lnTo>
                  <a:pt x="292" y="1159"/>
                </a:lnTo>
                <a:lnTo>
                  <a:pt x="291" y="1159"/>
                </a:lnTo>
                <a:lnTo>
                  <a:pt x="291" y="1158"/>
                </a:lnTo>
                <a:lnTo>
                  <a:pt x="290" y="1157"/>
                </a:lnTo>
                <a:lnTo>
                  <a:pt x="290" y="1156"/>
                </a:lnTo>
                <a:lnTo>
                  <a:pt x="289" y="1156"/>
                </a:lnTo>
                <a:lnTo>
                  <a:pt x="289" y="1155"/>
                </a:lnTo>
                <a:lnTo>
                  <a:pt x="290" y="1154"/>
                </a:lnTo>
                <a:lnTo>
                  <a:pt x="290" y="1153"/>
                </a:lnTo>
                <a:lnTo>
                  <a:pt x="290" y="1152"/>
                </a:lnTo>
                <a:lnTo>
                  <a:pt x="289" y="1152"/>
                </a:lnTo>
                <a:lnTo>
                  <a:pt x="288" y="1152"/>
                </a:lnTo>
                <a:lnTo>
                  <a:pt x="287" y="1152"/>
                </a:lnTo>
                <a:lnTo>
                  <a:pt x="285" y="1152"/>
                </a:lnTo>
                <a:lnTo>
                  <a:pt x="284" y="1153"/>
                </a:lnTo>
                <a:lnTo>
                  <a:pt x="284" y="1154"/>
                </a:lnTo>
                <a:lnTo>
                  <a:pt x="284" y="1155"/>
                </a:lnTo>
                <a:lnTo>
                  <a:pt x="283" y="1155"/>
                </a:lnTo>
                <a:lnTo>
                  <a:pt x="282" y="1154"/>
                </a:lnTo>
                <a:lnTo>
                  <a:pt x="281" y="1153"/>
                </a:lnTo>
                <a:lnTo>
                  <a:pt x="280" y="1153"/>
                </a:lnTo>
                <a:lnTo>
                  <a:pt x="280" y="1152"/>
                </a:lnTo>
                <a:lnTo>
                  <a:pt x="279" y="1152"/>
                </a:lnTo>
                <a:lnTo>
                  <a:pt x="278" y="1153"/>
                </a:lnTo>
                <a:lnTo>
                  <a:pt x="277" y="1153"/>
                </a:lnTo>
                <a:lnTo>
                  <a:pt x="277" y="1152"/>
                </a:lnTo>
                <a:lnTo>
                  <a:pt x="277" y="1151"/>
                </a:lnTo>
                <a:lnTo>
                  <a:pt x="276" y="1151"/>
                </a:lnTo>
                <a:lnTo>
                  <a:pt x="275" y="1151"/>
                </a:lnTo>
                <a:lnTo>
                  <a:pt x="274" y="1151"/>
                </a:lnTo>
                <a:lnTo>
                  <a:pt x="275" y="1151"/>
                </a:lnTo>
                <a:lnTo>
                  <a:pt x="275" y="1152"/>
                </a:lnTo>
                <a:lnTo>
                  <a:pt x="274" y="1152"/>
                </a:lnTo>
                <a:lnTo>
                  <a:pt x="273" y="1152"/>
                </a:lnTo>
                <a:lnTo>
                  <a:pt x="272" y="1152"/>
                </a:lnTo>
                <a:lnTo>
                  <a:pt x="270" y="1151"/>
                </a:lnTo>
                <a:lnTo>
                  <a:pt x="269" y="1150"/>
                </a:lnTo>
                <a:lnTo>
                  <a:pt x="269" y="1151"/>
                </a:lnTo>
                <a:lnTo>
                  <a:pt x="268" y="1152"/>
                </a:lnTo>
                <a:lnTo>
                  <a:pt x="267" y="1152"/>
                </a:lnTo>
                <a:lnTo>
                  <a:pt x="266" y="1152"/>
                </a:lnTo>
                <a:lnTo>
                  <a:pt x="265" y="1153"/>
                </a:lnTo>
                <a:lnTo>
                  <a:pt x="266" y="1153"/>
                </a:lnTo>
                <a:lnTo>
                  <a:pt x="266" y="1154"/>
                </a:lnTo>
                <a:lnTo>
                  <a:pt x="266" y="1155"/>
                </a:lnTo>
                <a:lnTo>
                  <a:pt x="266" y="1156"/>
                </a:lnTo>
                <a:lnTo>
                  <a:pt x="267" y="1157"/>
                </a:lnTo>
                <a:lnTo>
                  <a:pt x="267" y="1158"/>
                </a:lnTo>
                <a:lnTo>
                  <a:pt x="267" y="1159"/>
                </a:lnTo>
                <a:lnTo>
                  <a:pt x="267" y="1160"/>
                </a:lnTo>
                <a:lnTo>
                  <a:pt x="268" y="1161"/>
                </a:lnTo>
                <a:lnTo>
                  <a:pt x="268" y="1162"/>
                </a:lnTo>
                <a:lnTo>
                  <a:pt x="267" y="1163"/>
                </a:lnTo>
                <a:lnTo>
                  <a:pt x="266" y="1164"/>
                </a:lnTo>
                <a:lnTo>
                  <a:pt x="265" y="1164"/>
                </a:lnTo>
                <a:lnTo>
                  <a:pt x="264" y="1164"/>
                </a:lnTo>
                <a:lnTo>
                  <a:pt x="264" y="1165"/>
                </a:lnTo>
                <a:lnTo>
                  <a:pt x="264" y="1166"/>
                </a:lnTo>
                <a:lnTo>
                  <a:pt x="264" y="1167"/>
                </a:lnTo>
                <a:lnTo>
                  <a:pt x="263" y="1167"/>
                </a:lnTo>
                <a:lnTo>
                  <a:pt x="263" y="1168"/>
                </a:lnTo>
                <a:lnTo>
                  <a:pt x="263" y="1169"/>
                </a:lnTo>
                <a:lnTo>
                  <a:pt x="262" y="1169"/>
                </a:lnTo>
                <a:lnTo>
                  <a:pt x="262" y="1168"/>
                </a:lnTo>
                <a:lnTo>
                  <a:pt x="261" y="1168"/>
                </a:lnTo>
                <a:lnTo>
                  <a:pt x="260" y="1167"/>
                </a:lnTo>
                <a:lnTo>
                  <a:pt x="260" y="1168"/>
                </a:lnTo>
                <a:lnTo>
                  <a:pt x="259" y="1168"/>
                </a:lnTo>
                <a:lnTo>
                  <a:pt x="258" y="1167"/>
                </a:lnTo>
                <a:lnTo>
                  <a:pt x="258" y="1166"/>
                </a:lnTo>
                <a:lnTo>
                  <a:pt x="258" y="1165"/>
                </a:lnTo>
                <a:lnTo>
                  <a:pt x="257" y="1165"/>
                </a:lnTo>
                <a:lnTo>
                  <a:pt x="257" y="1164"/>
                </a:lnTo>
                <a:lnTo>
                  <a:pt x="256" y="1163"/>
                </a:lnTo>
                <a:lnTo>
                  <a:pt x="256" y="1162"/>
                </a:lnTo>
                <a:lnTo>
                  <a:pt x="255" y="1162"/>
                </a:lnTo>
                <a:lnTo>
                  <a:pt x="255" y="1161"/>
                </a:lnTo>
                <a:lnTo>
                  <a:pt x="255" y="1160"/>
                </a:lnTo>
                <a:lnTo>
                  <a:pt x="254" y="1160"/>
                </a:lnTo>
                <a:lnTo>
                  <a:pt x="254" y="1159"/>
                </a:lnTo>
                <a:lnTo>
                  <a:pt x="253" y="1160"/>
                </a:lnTo>
                <a:lnTo>
                  <a:pt x="251" y="1160"/>
                </a:lnTo>
                <a:lnTo>
                  <a:pt x="250" y="1161"/>
                </a:lnTo>
                <a:lnTo>
                  <a:pt x="249" y="1162"/>
                </a:lnTo>
                <a:lnTo>
                  <a:pt x="248" y="1162"/>
                </a:lnTo>
                <a:lnTo>
                  <a:pt x="247" y="1161"/>
                </a:lnTo>
                <a:lnTo>
                  <a:pt x="245" y="1162"/>
                </a:lnTo>
                <a:lnTo>
                  <a:pt x="244" y="1163"/>
                </a:lnTo>
                <a:lnTo>
                  <a:pt x="244" y="1164"/>
                </a:lnTo>
                <a:lnTo>
                  <a:pt x="242" y="1166"/>
                </a:lnTo>
                <a:lnTo>
                  <a:pt x="242" y="1167"/>
                </a:lnTo>
                <a:lnTo>
                  <a:pt x="242" y="1169"/>
                </a:lnTo>
                <a:lnTo>
                  <a:pt x="241" y="1170"/>
                </a:lnTo>
                <a:lnTo>
                  <a:pt x="240" y="1169"/>
                </a:lnTo>
                <a:lnTo>
                  <a:pt x="238" y="1169"/>
                </a:lnTo>
                <a:lnTo>
                  <a:pt x="237" y="1169"/>
                </a:lnTo>
                <a:lnTo>
                  <a:pt x="236" y="1169"/>
                </a:lnTo>
                <a:lnTo>
                  <a:pt x="236" y="1170"/>
                </a:lnTo>
                <a:lnTo>
                  <a:pt x="234" y="1169"/>
                </a:lnTo>
                <a:lnTo>
                  <a:pt x="232" y="1169"/>
                </a:lnTo>
                <a:lnTo>
                  <a:pt x="231" y="1167"/>
                </a:lnTo>
                <a:lnTo>
                  <a:pt x="231" y="1166"/>
                </a:lnTo>
                <a:lnTo>
                  <a:pt x="230" y="1166"/>
                </a:lnTo>
                <a:lnTo>
                  <a:pt x="229" y="1166"/>
                </a:lnTo>
                <a:lnTo>
                  <a:pt x="229" y="1167"/>
                </a:lnTo>
                <a:lnTo>
                  <a:pt x="228" y="1168"/>
                </a:lnTo>
                <a:lnTo>
                  <a:pt x="228" y="1169"/>
                </a:lnTo>
                <a:lnTo>
                  <a:pt x="226" y="1170"/>
                </a:lnTo>
                <a:lnTo>
                  <a:pt x="225" y="1170"/>
                </a:lnTo>
                <a:lnTo>
                  <a:pt x="225" y="1171"/>
                </a:lnTo>
                <a:lnTo>
                  <a:pt x="225" y="1172"/>
                </a:lnTo>
                <a:lnTo>
                  <a:pt x="224" y="1172"/>
                </a:lnTo>
                <a:lnTo>
                  <a:pt x="223" y="1172"/>
                </a:lnTo>
                <a:lnTo>
                  <a:pt x="222" y="1173"/>
                </a:lnTo>
                <a:lnTo>
                  <a:pt x="221" y="1173"/>
                </a:lnTo>
                <a:lnTo>
                  <a:pt x="220" y="1173"/>
                </a:lnTo>
                <a:lnTo>
                  <a:pt x="220" y="1174"/>
                </a:lnTo>
                <a:lnTo>
                  <a:pt x="220" y="1175"/>
                </a:lnTo>
                <a:lnTo>
                  <a:pt x="219" y="1176"/>
                </a:lnTo>
                <a:lnTo>
                  <a:pt x="219" y="1177"/>
                </a:lnTo>
                <a:lnTo>
                  <a:pt x="218" y="1178"/>
                </a:lnTo>
                <a:lnTo>
                  <a:pt x="217" y="1178"/>
                </a:lnTo>
                <a:lnTo>
                  <a:pt x="217" y="1179"/>
                </a:lnTo>
                <a:lnTo>
                  <a:pt x="216" y="1179"/>
                </a:lnTo>
                <a:lnTo>
                  <a:pt x="216" y="1180"/>
                </a:lnTo>
                <a:lnTo>
                  <a:pt x="215" y="1180"/>
                </a:lnTo>
                <a:lnTo>
                  <a:pt x="214" y="1180"/>
                </a:lnTo>
                <a:lnTo>
                  <a:pt x="213" y="1181"/>
                </a:lnTo>
                <a:lnTo>
                  <a:pt x="213" y="1182"/>
                </a:lnTo>
                <a:lnTo>
                  <a:pt x="213" y="1183"/>
                </a:lnTo>
                <a:lnTo>
                  <a:pt x="212" y="1183"/>
                </a:lnTo>
                <a:lnTo>
                  <a:pt x="211" y="1182"/>
                </a:lnTo>
                <a:lnTo>
                  <a:pt x="211" y="1181"/>
                </a:lnTo>
                <a:lnTo>
                  <a:pt x="210" y="1181"/>
                </a:lnTo>
                <a:lnTo>
                  <a:pt x="209" y="1181"/>
                </a:lnTo>
                <a:lnTo>
                  <a:pt x="208" y="1180"/>
                </a:lnTo>
                <a:lnTo>
                  <a:pt x="207" y="1181"/>
                </a:lnTo>
                <a:lnTo>
                  <a:pt x="207" y="1180"/>
                </a:lnTo>
                <a:lnTo>
                  <a:pt x="207" y="1179"/>
                </a:lnTo>
                <a:lnTo>
                  <a:pt x="207" y="1178"/>
                </a:lnTo>
                <a:lnTo>
                  <a:pt x="207" y="1177"/>
                </a:lnTo>
                <a:lnTo>
                  <a:pt x="207" y="1175"/>
                </a:lnTo>
                <a:lnTo>
                  <a:pt x="206" y="1175"/>
                </a:lnTo>
                <a:lnTo>
                  <a:pt x="205" y="1174"/>
                </a:lnTo>
                <a:lnTo>
                  <a:pt x="204" y="1174"/>
                </a:lnTo>
                <a:lnTo>
                  <a:pt x="203" y="1174"/>
                </a:lnTo>
                <a:lnTo>
                  <a:pt x="203" y="1173"/>
                </a:lnTo>
                <a:lnTo>
                  <a:pt x="204" y="1172"/>
                </a:lnTo>
                <a:lnTo>
                  <a:pt x="203" y="1171"/>
                </a:lnTo>
                <a:lnTo>
                  <a:pt x="203" y="1170"/>
                </a:lnTo>
                <a:lnTo>
                  <a:pt x="203" y="1169"/>
                </a:lnTo>
                <a:lnTo>
                  <a:pt x="203" y="1168"/>
                </a:lnTo>
                <a:lnTo>
                  <a:pt x="202" y="1168"/>
                </a:lnTo>
                <a:lnTo>
                  <a:pt x="201" y="1168"/>
                </a:lnTo>
                <a:lnTo>
                  <a:pt x="201" y="1166"/>
                </a:lnTo>
                <a:lnTo>
                  <a:pt x="199" y="1165"/>
                </a:lnTo>
                <a:lnTo>
                  <a:pt x="199" y="1166"/>
                </a:lnTo>
                <a:lnTo>
                  <a:pt x="198" y="1165"/>
                </a:lnTo>
                <a:lnTo>
                  <a:pt x="198" y="1164"/>
                </a:lnTo>
                <a:lnTo>
                  <a:pt x="197" y="1164"/>
                </a:lnTo>
                <a:lnTo>
                  <a:pt x="197" y="1165"/>
                </a:lnTo>
                <a:lnTo>
                  <a:pt x="196" y="1165"/>
                </a:lnTo>
                <a:lnTo>
                  <a:pt x="196" y="1164"/>
                </a:lnTo>
                <a:lnTo>
                  <a:pt x="196" y="1163"/>
                </a:lnTo>
                <a:lnTo>
                  <a:pt x="197" y="1163"/>
                </a:lnTo>
                <a:lnTo>
                  <a:pt x="196" y="1163"/>
                </a:lnTo>
                <a:lnTo>
                  <a:pt x="195" y="1164"/>
                </a:lnTo>
                <a:lnTo>
                  <a:pt x="194" y="1164"/>
                </a:lnTo>
                <a:lnTo>
                  <a:pt x="195" y="1164"/>
                </a:lnTo>
                <a:lnTo>
                  <a:pt x="195" y="1165"/>
                </a:lnTo>
                <a:lnTo>
                  <a:pt x="196" y="1165"/>
                </a:lnTo>
                <a:lnTo>
                  <a:pt x="196" y="1166"/>
                </a:lnTo>
                <a:lnTo>
                  <a:pt x="195" y="1167"/>
                </a:lnTo>
                <a:lnTo>
                  <a:pt x="195" y="1166"/>
                </a:lnTo>
                <a:lnTo>
                  <a:pt x="195" y="1165"/>
                </a:lnTo>
                <a:lnTo>
                  <a:pt x="194" y="1165"/>
                </a:lnTo>
                <a:lnTo>
                  <a:pt x="194" y="1164"/>
                </a:lnTo>
                <a:lnTo>
                  <a:pt x="193" y="1165"/>
                </a:lnTo>
                <a:lnTo>
                  <a:pt x="193" y="1166"/>
                </a:lnTo>
                <a:lnTo>
                  <a:pt x="192" y="1166"/>
                </a:lnTo>
                <a:lnTo>
                  <a:pt x="191" y="1166"/>
                </a:lnTo>
                <a:lnTo>
                  <a:pt x="190" y="1166"/>
                </a:lnTo>
                <a:lnTo>
                  <a:pt x="188" y="1167"/>
                </a:lnTo>
                <a:lnTo>
                  <a:pt x="187" y="1167"/>
                </a:lnTo>
                <a:lnTo>
                  <a:pt x="186" y="1166"/>
                </a:lnTo>
                <a:lnTo>
                  <a:pt x="186" y="1165"/>
                </a:lnTo>
                <a:lnTo>
                  <a:pt x="186" y="1164"/>
                </a:lnTo>
                <a:lnTo>
                  <a:pt x="185" y="1163"/>
                </a:lnTo>
                <a:lnTo>
                  <a:pt x="184" y="1163"/>
                </a:lnTo>
                <a:lnTo>
                  <a:pt x="184" y="1162"/>
                </a:lnTo>
                <a:lnTo>
                  <a:pt x="184" y="1161"/>
                </a:lnTo>
                <a:lnTo>
                  <a:pt x="184" y="1160"/>
                </a:lnTo>
                <a:lnTo>
                  <a:pt x="184" y="1158"/>
                </a:lnTo>
                <a:lnTo>
                  <a:pt x="182" y="1158"/>
                </a:lnTo>
                <a:lnTo>
                  <a:pt x="182" y="1157"/>
                </a:lnTo>
                <a:lnTo>
                  <a:pt x="182" y="1156"/>
                </a:lnTo>
                <a:lnTo>
                  <a:pt x="181" y="1156"/>
                </a:lnTo>
                <a:lnTo>
                  <a:pt x="180" y="1156"/>
                </a:lnTo>
                <a:lnTo>
                  <a:pt x="179" y="1156"/>
                </a:lnTo>
                <a:lnTo>
                  <a:pt x="178" y="1156"/>
                </a:lnTo>
                <a:lnTo>
                  <a:pt x="178" y="1155"/>
                </a:lnTo>
                <a:lnTo>
                  <a:pt x="178" y="1154"/>
                </a:lnTo>
                <a:lnTo>
                  <a:pt x="177" y="1154"/>
                </a:lnTo>
                <a:lnTo>
                  <a:pt x="174" y="1153"/>
                </a:lnTo>
                <a:lnTo>
                  <a:pt x="175" y="1154"/>
                </a:lnTo>
                <a:lnTo>
                  <a:pt x="174" y="1154"/>
                </a:lnTo>
                <a:lnTo>
                  <a:pt x="172" y="1155"/>
                </a:lnTo>
                <a:lnTo>
                  <a:pt x="170" y="1155"/>
                </a:lnTo>
                <a:lnTo>
                  <a:pt x="170" y="1154"/>
                </a:lnTo>
                <a:lnTo>
                  <a:pt x="169" y="1154"/>
                </a:lnTo>
                <a:lnTo>
                  <a:pt x="168" y="1154"/>
                </a:lnTo>
                <a:lnTo>
                  <a:pt x="168" y="1153"/>
                </a:lnTo>
                <a:lnTo>
                  <a:pt x="167" y="1153"/>
                </a:lnTo>
                <a:lnTo>
                  <a:pt x="166" y="1153"/>
                </a:lnTo>
                <a:lnTo>
                  <a:pt x="165" y="1153"/>
                </a:lnTo>
                <a:lnTo>
                  <a:pt x="164" y="1153"/>
                </a:lnTo>
                <a:lnTo>
                  <a:pt x="164" y="1154"/>
                </a:lnTo>
                <a:lnTo>
                  <a:pt x="163" y="1155"/>
                </a:lnTo>
                <a:lnTo>
                  <a:pt x="162" y="1155"/>
                </a:lnTo>
                <a:lnTo>
                  <a:pt x="162" y="1154"/>
                </a:lnTo>
                <a:lnTo>
                  <a:pt x="161" y="1153"/>
                </a:lnTo>
                <a:lnTo>
                  <a:pt x="162" y="1152"/>
                </a:lnTo>
                <a:lnTo>
                  <a:pt x="163" y="1152"/>
                </a:lnTo>
                <a:lnTo>
                  <a:pt x="163" y="1153"/>
                </a:lnTo>
                <a:lnTo>
                  <a:pt x="163" y="1154"/>
                </a:lnTo>
                <a:lnTo>
                  <a:pt x="164" y="1153"/>
                </a:lnTo>
                <a:lnTo>
                  <a:pt x="164" y="1152"/>
                </a:lnTo>
                <a:lnTo>
                  <a:pt x="163" y="1152"/>
                </a:lnTo>
                <a:lnTo>
                  <a:pt x="163" y="1151"/>
                </a:lnTo>
                <a:lnTo>
                  <a:pt x="163" y="1150"/>
                </a:lnTo>
                <a:lnTo>
                  <a:pt x="162" y="1150"/>
                </a:lnTo>
                <a:lnTo>
                  <a:pt x="162" y="1149"/>
                </a:lnTo>
                <a:lnTo>
                  <a:pt x="161" y="1148"/>
                </a:lnTo>
                <a:lnTo>
                  <a:pt x="160" y="1148"/>
                </a:lnTo>
                <a:lnTo>
                  <a:pt x="159" y="1147"/>
                </a:lnTo>
                <a:lnTo>
                  <a:pt x="160" y="1146"/>
                </a:lnTo>
                <a:lnTo>
                  <a:pt x="161" y="1145"/>
                </a:lnTo>
                <a:lnTo>
                  <a:pt x="161" y="1146"/>
                </a:lnTo>
                <a:lnTo>
                  <a:pt x="162" y="1146"/>
                </a:lnTo>
                <a:lnTo>
                  <a:pt x="162" y="1145"/>
                </a:lnTo>
                <a:lnTo>
                  <a:pt x="163" y="1145"/>
                </a:lnTo>
                <a:lnTo>
                  <a:pt x="165" y="1145"/>
                </a:lnTo>
                <a:lnTo>
                  <a:pt x="166" y="1146"/>
                </a:lnTo>
                <a:lnTo>
                  <a:pt x="167" y="1145"/>
                </a:lnTo>
                <a:lnTo>
                  <a:pt x="168" y="1145"/>
                </a:lnTo>
                <a:lnTo>
                  <a:pt x="171" y="1143"/>
                </a:lnTo>
                <a:lnTo>
                  <a:pt x="172" y="1143"/>
                </a:lnTo>
                <a:lnTo>
                  <a:pt x="173" y="1143"/>
                </a:lnTo>
                <a:lnTo>
                  <a:pt x="174" y="1143"/>
                </a:lnTo>
                <a:lnTo>
                  <a:pt x="176" y="1143"/>
                </a:lnTo>
                <a:lnTo>
                  <a:pt x="177" y="1143"/>
                </a:lnTo>
                <a:lnTo>
                  <a:pt x="177" y="1142"/>
                </a:lnTo>
                <a:lnTo>
                  <a:pt x="178" y="1142"/>
                </a:lnTo>
                <a:lnTo>
                  <a:pt x="179" y="1142"/>
                </a:lnTo>
                <a:lnTo>
                  <a:pt x="180" y="1141"/>
                </a:lnTo>
                <a:lnTo>
                  <a:pt x="180" y="1140"/>
                </a:lnTo>
                <a:lnTo>
                  <a:pt x="179" y="1140"/>
                </a:lnTo>
                <a:lnTo>
                  <a:pt x="179" y="1139"/>
                </a:lnTo>
                <a:lnTo>
                  <a:pt x="180" y="1137"/>
                </a:lnTo>
                <a:lnTo>
                  <a:pt x="181" y="1136"/>
                </a:lnTo>
                <a:lnTo>
                  <a:pt x="182" y="1136"/>
                </a:lnTo>
                <a:lnTo>
                  <a:pt x="183" y="1136"/>
                </a:lnTo>
                <a:lnTo>
                  <a:pt x="184" y="1135"/>
                </a:lnTo>
                <a:lnTo>
                  <a:pt x="185" y="1135"/>
                </a:lnTo>
                <a:lnTo>
                  <a:pt x="186" y="1134"/>
                </a:lnTo>
                <a:lnTo>
                  <a:pt x="186" y="1133"/>
                </a:lnTo>
                <a:lnTo>
                  <a:pt x="187" y="1133"/>
                </a:lnTo>
                <a:lnTo>
                  <a:pt x="188" y="1132"/>
                </a:lnTo>
                <a:lnTo>
                  <a:pt x="189" y="1132"/>
                </a:lnTo>
                <a:lnTo>
                  <a:pt x="190" y="1131"/>
                </a:lnTo>
                <a:lnTo>
                  <a:pt x="190" y="1130"/>
                </a:lnTo>
                <a:lnTo>
                  <a:pt x="190" y="1129"/>
                </a:lnTo>
                <a:lnTo>
                  <a:pt x="191" y="1128"/>
                </a:lnTo>
                <a:lnTo>
                  <a:pt x="191" y="1127"/>
                </a:lnTo>
                <a:lnTo>
                  <a:pt x="190" y="1127"/>
                </a:lnTo>
                <a:lnTo>
                  <a:pt x="189" y="1126"/>
                </a:lnTo>
                <a:lnTo>
                  <a:pt x="188" y="1125"/>
                </a:lnTo>
                <a:lnTo>
                  <a:pt x="188" y="1124"/>
                </a:lnTo>
                <a:lnTo>
                  <a:pt x="189" y="1123"/>
                </a:lnTo>
                <a:lnTo>
                  <a:pt x="190" y="1123"/>
                </a:lnTo>
                <a:lnTo>
                  <a:pt x="191" y="1121"/>
                </a:lnTo>
                <a:lnTo>
                  <a:pt x="190" y="1120"/>
                </a:lnTo>
                <a:lnTo>
                  <a:pt x="190" y="1119"/>
                </a:lnTo>
                <a:lnTo>
                  <a:pt x="190" y="1118"/>
                </a:lnTo>
                <a:lnTo>
                  <a:pt x="191" y="1117"/>
                </a:lnTo>
                <a:lnTo>
                  <a:pt x="192" y="1117"/>
                </a:lnTo>
                <a:lnTo>
                  <a:pt x="192" y="1116"/>
                </a:lnTo>
                <a:lnTo>
                  <a:pt x="192" y="1115"/>
                </a:lnTo>
                <a:lnTo>
                  <a:pt x="192" y="1113"/>
                </a:lnTo>
                <a:lnTo>
                  <a:pt x="193" y="1113"/>
                </a:lnTo>
                <a:lnTo>
                  <a:pt x="193" y="1112"/>
                </a:lnTo>
                <a:lnTo>
                  <a:pt x="194" y="1111"/>
                </a:lnTo>
                <a:lnTo>
                  <a:pt x="194" y="1110"/>
                </a:lnTo>
                <a:lnTo>
                  <a:pt x="195" y="1110"/>
                </a:lnTo>
                <a:lnTo>
                  <a:pt x="195" y="1109"/>
                </a:lnTo>
                <a:lnTo>
                  <a:pt x="195" y="1108"/>
                </a:lnTo>
                <a:lnTo>
                  <a:pt x="196" y="1108"/>
                </a:lnTo>
                <a:lnTo>
                  <a:pt x="196" y="1107"/>
                </a:lnTo>
                <a:lnTo>
                  <a:pt x="197" y="1107"/>
                </a:lnTo>
                <a:lnTo>
                  <a:pt x="198" y="1107"/>
                </a:lnTo>
                <a:lnTo>
                  <a:pt x="198" y="1106"/>
                </a:lnTo>
                <a:lnTo>
                  <a:pt x="199" y="1105"/>
                </a:lnTo>
                <a:lnTo>
                  <a:pt x="200" y="1104"/>
                </a:lnTo>
                <a:lnTo>
                  <a:pt x="200" y="1100"/>
                </a:lnTo>
                <a:lnTo>
                  <a:pt x="199" y="1099"/>
                </a:lnTo>
                <a:lnTo>
                  <a:pt x="198" y="1098"/>
                </a:lnTo>
                <a:lnTo>
                  <a:pt x="197" y="1098"/>
                </a:lnTo>
                <a:lnTo>
                  <a:pt x="196" y="1097"/>
                </a:lnTo>
                <a:lnTo>
                  <a:pt x="197" y="1097"/>
                </a:lnTo>
                <a:lnTo>
                  <a:pt x="197" y="1096"/>
                </a:lnTo>
                <a:lnTo>
                  <a:pt x="198" y="1096"/>
                </a:lnTo>
                <a:lnTo>
                  <a:pt x="198" y="1094"/>
                </a:lnTo>
                <a:lnTo>
                  <a:pt x="198" y="1093"/>
                </a:lnTo>
                <a:lnTo>
                  <a:pt x="197" y="1093"/>
                </a:lnTo>
                <a:lnTo>
                  <a:pt x="197" y="1092"/>
                </a:lnTo>
                <a:lnTo>
                  <a:pt x="198" y="1091"/>
                </a:lnTo>
                <a:lnTo>
                  <a:pt x="197" y="1091"/>
                </a:lnTo>
                <a:lnTo>
                  <a:pt x="197" y="1090"/>
                </a:lnTo>
                <a:lnTo>
                  <a:pt x="197" y="1089"/>
                </a:lnTo>
                <a:lnTo>
                  <a:pt x="198" y="1089"/>
                </a:lnTo>
                <a:lnTo>
                  <a:pt x="199" y="1088"/>
                </a:lnTo>
                <a:lnTo>
                  <a:pt x="200" y="1088"/>
                </a:lnTo>
                <a:lnTo>
                  <a:pt x="201" y="1088"/>
                </a:lnTo>
                <a:lnTo>
                  <a:pt x="202" y="1088"/>
                </a:lnTo>
                <a:lnTo>
                  <a:pt x="202" y="1087"/>
                </a:lnTo>
                <a:lnTo>
                  <a:pt x="202" y="1086"/>
                </a:lnTo>
                <a:lnTo>
                  <a:pt x="201" y="1087"/>
                </a:lnTo>
                <a:lnTo>
                  <a:pt x="201" y="1085"/>
                </a:lnTo>
                <a:lnTo>
                  <a:pt x="202" y="1084"/>
                </a:lnTo>
                <a:lnTo>
                  <a:pt x="203" y="1084"/>
                </a:lnTo>
                <a:lnTo>
                  <a:pt x="204" y="1084"/>
                </a:lnTo>
                <a:lnTo>
                  <a:pt x="205" y="1084"/>
                </a:lnTo>
                <a:lnTo>
                  <a:pt x="206" y="1084"/>
                </a:lnTo>
                <a:lnTo>
                  <a:pt x="207" y="1083"/>
                </a:lnTo>
                <a:lnTo>
                  <a:pt x="208" y="1082"/>
                </a:lnTo>
                <a:lnTo>
                  <a:pt x="208" y="1081"/>
                </a:lnTo>
                <a:lnTo>
                  <a:pt x="207" y="1079"/>
                </a:lnTo>
                <a:lnTo>
                  <a:pt x="208" y="1079"/>
                </a:lnTo>
                <a:lnTo>
                  <a:pt x="209" y="1078"/>
                </a:lnTo>
                <a:lnTo>
                  <a:pt x="210" y="1078"/>
                </a:lnTo>
                <a:lnTo>
                  <a:pt x="211" y="1077"/>
                </a:lnTo>
                <a:lnTo>
                  <a:pt x="212" y="1076"/>
                </a:lnTo>
                <a:lnTo>
                  <a:pt x="212" y="1077"/>
                </a:lnTo>
                <a:lnTo>
                  <a:pt x="213" y="1077"/>
                </a:lnTo>
                <a:lnTo>
                  <a:pt x="215" y="1077"/>
                </a:lnTo>
                <a:lnTo>
                  <a:pt x="216" y="1077"/>
                </a:lnTo>
                <a:lnTo>
                  <a:pt x="217" y="1077"/>
                </a:lnTo>
                <a:lnTo>
                  <a:pt x="217" y="1076"/>
                </a:lnTo>
                <a:lnTo>
                  <a:pt x="217" y="1075"/>
                </a:lnTo>
                <a:lnTo>
                  <a:pt x="217" y="1074"/>
                </a:lnTo>
                <a:lnTo>
                  <a:pt x="217" y="1073"/>
                </a:lnTo>
                <a:lnTo>
                  <a:pt x="217" y="1072"/>
                </a:lnTo>
                <a:lnTo>
                  <a:pt x="218" y="1072"/>
                </a:lnTo>
                <a:lnTo>
                  <a:pt x="219" y="1072"/>
                </a:lnTo>
                <a:lnTo>
                  <a:pt x="220" y="1073"/>
                </a:lnTo>
                <a:lnTo>
                  <a:pt x="221" y="1072"/>
                </a:lnTo>
                <a:lnTo>
                  <a:pt x="222" y="1072"/>
                </a:lnTo>
                <a:lnTo>
                  <a:pt x="222" y="1071"/>
                </a:lnTo>
                <a:lnTo>
                  <a:pt x="222" y="1069"/>
                </a:lnTo>
                <a:lnTo>
                  <a:pt x="222" y="1068"/>
                </a:lnTo>
                <a:lnTo>
                  <a:pt x="222" y="1067"/>
                </a:lnTo>
                <a:lnTo>
                  <a:pt x="222" y="1066"/>
                </a:lnTo>
                <a:lnTo>
                  <a:pt x="223" y="1066"/>
                </a:lnTo>
                <a:lnTo>
                  <a:pt x="224" y="1064"/>
                </a:lnTo>
                <a:lnTo>
                  <a:pt x="224" y="1063"/>
                </a:lnTo>
                <a:lnTo>
                  <a:pt x="224" y="1062"/>
                </a:lnTo>
                <a:lnTo>
                  <a:pt x="225" y="1060"/>
                </a:lnTo>
                <a:lnTo>
                  <a:pt x="226" y="1060"/>
                </a:lnTo>
                <a:lnTo>
                  <a:pt x="227" y="1060"/>
                </a:lnTo>
                <a:lnTo>
                  <a:pt x="228" y="1060"/>
                </a:lnTo>
                <a:lnTo>
                  <a:pt x="230" y="1060"/>
                </a:lnTo>
                <a:lnTo>
                  <a:pt x="231" y="1060"/>
                </a:lnTo>
                <a:lnTo>
                  <a:pt x="232" y="1059"/>
                </a:lnTo>
                <a:lnTo>
                  <a:pt x="233" y="1058"/>
                </a:lnTo>
                <a:lnTo>
                  <a:pt x="233" y="1059"/>
                </a:lnTo>
                <a:lnTo>
                  <a:pt x="234" y="1059"/>
                </a:lnTo>
                <a:lnTo>
                  <a:pt x="234" y="1060"/>
                </a:lnTo>
                <a:lnTo>
                  <a:pt x="236" y="1060"/>
                </a:lnTo>
                <a:lnTo>
                  <a:pt x="239" y="1060"/>
                </a:lnTo>
                <a:lnTo>
                  <a:pt x="240" y="1060"/>
                </a:lnTo>
                <a:lnTo>
                  <a:pt x="240" y="1061"/>
                </a:lnTo>
                <a:lnTo>
                  <a:pt x="240" y="1060"/>
                </a:lnTo>
                <a:lnTo>
                  <a:pt x="240" y="1059"/>
                </a:lnTo>
                <a:lnTo>
                  <a:pt x="241" y="1059"/>
                </a:lnTo>
                <a:lnTo>
                  <a:pt x="242" y="1059"/>
                </a:lnTo>
                <a:lnTo>
                  <a:pt x="243" y="1059"/>
                </a:lnTo>
                <a:lnTo>
                  <a:pt x="243" y="1058"/>
                </a:lnTo>
                <a:lnTo>
                  <a:pt x="243" y="1057"/>
                </a:lnTo>
                <a:lnTo>
                  <a:pt x="244" y="1057"/>
                </a:lnTo>
                <a:lnTo>
                  <a:pt x="244" y="1056"/>
                </a:lnTo>
                <a:lnTo>
                  <a:pt x="244" y="1055"/>
                </a:lnTo>
                <a:lnTo>
                  <a:pt x="243" y="1055"/>
                </a:lnTo>
                <a:lnTo>
                  <a:pt x="244" y="1054"/>
                </a:lnTo>
                <a:lnTo>
                  <a:pt x="244" y="1053"/>
                </a:lnTo>
                <a:lnTo>
                  <a:pt x="245" y="1054"/>
                </a:lnTo>
                <a:lnTo>
                  <a:pt x="245" y="1055"/>
                </a:lnTo>
                <a:lnTo>
                  <a:pt x="245" y="1054"/>
                </a:lnTo>
                <a:lnTo>
                  <a:pt x="245" y="1053"/>
                </a:lnTo>
                <a:lnTo>
                  <a:pt x="246" y="1053"/>
                </a:lnTo>
                <a:lnTo>
                  <a:pt x="246" y="1052"/>
                </a:lnTo>
                <a:lnTo>
                  <a:pt x="247" y="1052"/>
                </a:lnTo>
                <a:lnTo>
                  <a:pt x="248" y="1053"/>
                </a:lnTo>
                <a:lnTo>
                  <a:pt x="249" y="1053"/>
                </a:lnTo>
                <a:lnTo>
                  <a:pt x="250" y="1052"/>
                </a:lnTo>
                <a:lnTo>
                  <a:pt x="251" y="1052"/>
                </a:lnTo>
                <a:lnTo>
                  <a:pt x="252" y="1052"/>
                </a:lnTo>
                <a:lnTo>
                  <a:pt x="253" y="1051"/>
                </a:lnTo>
                <a:lnTo>
                  <a:pt x="253" y="1050"/>
                </a:lnTo>
                <a:lnTo>
                  <a:pt x="254" y="1050"/>
                </a:lnTo>
                <a:lnTo>
                  <a:pt x="255" y="1050"/>
                </a:lnTo>
                <a:lnTo>
                  <a:pt x="256" y="1049"/>
                </a:lnTo>
                <a:lnTo>
                  <a:pt x="256" y="1048"/>
                </a:lnTo>
                <a:lnTo>
                  <a:pt x="257" y="1048"/>
                </a:lnTo>
                <a:lnTo>
                  <a:pt x="257" y="1047"/>
                </a:lnTo>
                <a:lnTo>
                  <a:pt x="257" y="1046"/>
                </a:lnTo>
                <a:lnTo>
                  <a:pt x="256" y="1045"/>
                </a:lnTo>
                <a:lnTo>
                  <a:pt x="255" y="1045"/>
                </a:lnTo>
                <a:lnTo>
                  <a:pt x="255" y="1044"/>
                </a:lnTo>
                <a:lnTo>
                  <a:pt x="255" y="1043"/>
                </a:lnTo>
                <a:lnTo>
                  <a:pt x="256" y="1043"/>
                </a:lnTo>
                <a:lnTo>
                  <a:pt x="256" y="1042"/>
                </a:lnTo>
                <a:lnTo>
                  <a:pt x="255" y="1042"/>
                </a:lnTo>
                <a:lnTo>
                  <a:pt x="254" y="1042"/>
                </a:lnTo>
                <a:lnTo>
                  <a:pt x="253" y="1041"/>
                </a:lnTo>
                <a:lnTo>
                  <a:pt x="253" y="1040"/>
                </a:lnTo>
                <a:lnTo>
                  <a:pt x="252" y="1040"/>
                </a:lnTo>
                <a:lnTo>
                  <a:pt x="252" y="1041"/>
                </a:lnTo>
                <a:lnTo>
                  <a:pt x="251" y="1041"/>
                </a:lnTo>
                <a:lnTo>
                  <a:pt x="249" y="1041"/>
                </a:lnTo>
                <a:lnTo>
                  <a:pt x="249" y="1040"/>
                </a:lnTo>
                <a:lnTo>
                  <a:pt x="248" y="1040"/>
                </a:lnTo>
                <a:lnTo>
                  <a:pt x="246" y="1039"/>
                </a:lnTo>
                <a:lnTo>
                  <a:pt x="246" y="1038"/>
                </a:lnTo>
                <a:lnTo>
                  <a:pt x="246" y="1036"/>
                </a:lnTo>
                <a:lnTo>
                  <a:pt x="245" y="1036"/>
                </a:lnTo>
                <a:lnTo>
                  <a:pt x="245" y="1035"/>
                </a:lnTo>
                <a:lnTo>
                  <a:pt x="244" y="1035"/>
                </a:lnTo>
                <a:lnTo>
                  <a:pt x="245" y="1034"/>
                </a:lnTo>
                <a:lnTo>
                  <a:pt x="246" y="1034"/>
                </a:lnTo>
                <a:lnTo>
                  <a:pt x="247" y="1034"/>
                </a:lnTo>
                <a:lnTo>
                  <a:pt x="248" y="1034"/>
                </a:lnTo>
                <a:lnTo>
                  <a:pt x="248" y="1033"/>
                </a:lnTo>
                <a:lnTo>
                  <a:pt x="247" y="1031"/>
                </a:lnTo>
                <a:lnTo>
                  <a:pt x="248" y="1031"/>
                </a:lnTo>
                <a:lnTo>
                  <a:pt x="248" y="1030"/>
                </a:lnTo>
                <a:lnTo>
                  <a:pt x="248" y="1029"/>
                </a:lnTo>
                <a:lnTo>
                  <a:pt x="249" y="1029"/>
                </a:lnTo>
                <a:lnTo>
                  <a:pt x="250" y="1029"/>
                </a:lnTo>
                <a:lnTo>
                  <a:pt x="251" y="1028"/>
                </a:lnTo>
                <a:lnTo>
                  <a:pt x="251" y="1027"/>
                </a:lnTo>
                <a:lnTo>
                  <a:pt x="252" y="1026"/>
                </a:lnTo>
                <a:lnTo>
                  <a:pt x="253" y="1026"/>
                </a:lnTo>
                <a:lnTo>
                  <a:pt x="253" y="1027"/>
                </a:lnTo>
                <a:lnTo>
                  <a:pt x="254" y="1028"/>
                </a:lnTo>
                <a:lnTo>
                  <a:pt x="256" y="1027"/>
                </a:lnTo>
                <a:lnTo>
                  <a:pt x="257" y="1026"/>
                </a:lnTo>
                <a:lnTo>
                  <a:pt x="257" y="1025"/>
                </a:lnTo>
                <a:lnTo>
                  <a:pt x="256" y="1025"/>
                </a:lnTo>
                <a:lnTo>
                  <a:pt x="256" y="1026"/>
                </a:lnTo>
                <a:lnTo>
                  <a:pt x="255" y="1026"/>
                </a:lnTo>
                <a:lnTo>
                  <a:pt x="254" y="1025"/>
                </a:lnTo>
                <a:lnTo>
                  <a:pt x="255" y="1024"/>
                </a:lnTo>
                <a:lnTo>
                  <a:pt x="256" y="1024"/>
                </a:lnTo>
                <a:lnTo>
                  <a:pt x="255" y="1023"/>
                </a:lnTo>
                <a:lnTo>
                  <a:pt x="255" y="1022"/>
                </a:lnTo>
                <a:lnTo>
                  <a:pt x="255" y="1021"/>
                </a:lnTo>
                <a:lnTo>
                  <a:pt x="255" y="1018"/>
                </a:lnTo>
                <a:lnTo>
                  <a:pt x="255" y="1017"/>
                </a:lnTo>
                <a:lnTo>
                  <a:pt x="253" y="1016"/>
                </a:lnTo>
                <a:lnTo>
                  <a:pt x="252" y="1016"/>
                </a:lnTo>
                <a:lnTo>
                  <a:pt x="251" y="1016"/>
                </a:lnTo>
                <a:lnTo>
                  <a:pt x="251" y="1015"/>
                </a:lnTo>
                <a:lnTo>
                  <a:pt x="251" y="1014"/>
                </a:lnTo>
                <a:lnTo>
                  <a:pt x="251" y="1013"/>
                </a:lnTo>
                <a:lnTo>
                  <a:pt x="250" y="1013"/>
                </a:lnTo>
                <a:lnTo>
                  <a:pt x="250" y="1012"/>
                </a:lnTo>
                <a:lnTo>
                  <a:pt x="249" y="1012"/>
                </a:lnTo>
                <a:lnTo>
                  <a:pt x="248" y="1012"/>
                </a:lnTo>
                <a:lnTo>
                  <a:pt x="248" y="1011"/>
                </a:lnTo>
                <a:lnTo>
                  <a:pt x="249" y="1010"/>
                </a:lnTo>
                <a:lnTo>
                  <a:pt x="248" y="1010"/>
                </a:lnTo>
                <a:lnTo>
                  <a:pt x="247" y="1010"/>
                </a:lnTo>
                <a:lnTo>
                  <a:pt x="246" y="1010"/>
                </a:lnTo>
                <a:lnTo>
                  <a:pt x="246" y="1009"/>
                </a:lnTo>
                <a:lnTo>
                  <a:pt x="244" y="1008"/>
                </a:lnTo>
                <a:lnTo>
                  <a:pt x="244" y="1009"/>
                </a:lnTo>
                <a:lnTo>
                  <a:pt x="244" y="1010"/>
                </a:lnTo>
                <a:lnTo>
                  <a:pt x="243" y="1010"/>
                </a:lnTo>
                <a:lnTo>
                  <a:pt x="243" y="1011"/>
                </a:lnTo>
                <a:lnTo>
                  <a:pt x="242" y="1011"/>
                </a:lnTo>
                <a:lnTo>
                  <a:pt x="241" y="1010"/>
                </a:lnTo>
                <a:lnTo>
                  <a:pt x="240" y="1009"/>
                </a:lnTo>
                <a:lnTo>
                  <a:pt x="240" y="1008"/>
                </a:lnTo>
                <a:lnTo>
                  <a:pt x="238" y="1008"/>
                </a:lnTo>
                <a:lnTo>
                  <a:pt x="237" y="1008"/>
                </a:lnTo>
                <a:lnTo>
                  <a:pt x="235" y="1009"/>
                </a:lnTo>
                <a:lnTo>
                  <a:pt x="234" y="1009"/>
                </a:lnTo>
                <a:lnTo>
                  <a:pt x="233" y="1008"/>
                </a:lnTo>
                <a:lnTo>
                  <a:pt x="232" y="1008"/>
                </a:lnTo>
                <a:lnTo>
                  <a:pt x="232" y="1007"/>
                </a:lnTo>
                <a:lnTo>
                  <a:pt x="231" y="1006"/>
                </a:lnTo>
                <a:lnTo>
                  <a:pt x="230" y="1006"/>
                </a:lnTo>
                <a:lnTo>
                  <a:pt x="230" y="1005"/>
                </a:lnTo>
                <a:lnTo>
                  <a:pt x="229" y="1004"/>
                </a:lnTo>
                <a:lnTo>
                  <a:pt x="229" y="1003"/>
                </a:lnTo>
                <a:lnTo>
                  <a:pt x="227" y="1003"/>
                </a:lnTo>
                <a:lnTo>
                  <a:pt x="226" y="1003"/>
                </a:lnTo>
                <a:lnTo>
                  <a:pt x="226" y="1001"/>
                </a:lnTo>
                <a:lnTo>
                  <a:pt x="227" y="1001"/>
                </a:lnTo>
                <a:lnTo>
                  <a:pt x="227" y="1000"/>
                </a:lnTo>
                <a:lnTo>
                  <a:pt x="226" y="1001"/>
                </a:lnTo>
                <a:lnTo>
                  <a:pt x="226" y="1000"/>
                </a:lnTo>
                <a:lnTo>
                  <a:pt x="226" y="999"/>
                </a:lnTo>
                <a:lnTo>
                  <a:pt x="226" y="997"/>
                </a:lnTo>
                <a:lnTo>
                  <a:pt x="225" y="997"/>
                </a:lnTo>
                <a:lnTo>
                  <a:pt x="225" y="996"/>
                </a:lnTo>
                <a:lnTo>
                  <a:pt x="224" y="995"/>
                </a:lnTo>
                <a:lnTo>
                  <a:pt x="223" y="995"/>
                </a:lnTo>
                <a:lnTo>
                  <a:pt x="222" y="995"/>
                </a:lnTo>
                <a:lnTo>
                  <a:pt x="222" y="996"/>
                </a:lnTo>
                <a:lnTo>
                  <a:pt x="222" y="997"/>
                </a:lnTo>
                <a:lnTo>
                  <a:pt x="223" y="998"/>
                </a:lnTo>
                <a:lnTo>
                  <a:pt x="222" y="999"/>
                </a:lnTo>
                <a:lnTo>
                  <a:pt x="221" y="998"/>
                </a:lnTo>
                <a:lnTo>
                  <a:pt x="221" y="996"/>
                </a:lnTo>
                <a:lnTo>
                  <a:pt x="222" y="995"/>
                </a:lnTo>
                <a:lnTo>
                  <a:pt x="222" y="994"/>
                </a:lnTo>
                <a:lnTo>
                  <a:pt x="221" y="994"/>
                </a:lnTo>
                <a:lnTo>
                  <a:pt x="221" y="995"/>
                </a:lnTo>
                <a:lnTo>
                  <a:pt x="220" y="995"/>
                </a:lnTo>
                <a:lnTo>
                  <a:pt x="220" y="994"/>
                </a:lnTo>
                <a:lnTo>
                  <a:pt x="219" y="994"/>
                </a:lnTo>
                <a:lnTo>
                  <a:pt x="218" y="994"/>
                </a:lnTo>
                <a:lnTo>
                  <a:pt x="217" y="994"/>
                </a:lnTo>
                <a:lnTo>
                  <a:pt x="216" y="993"/>
                </a:lnTo>
                <a:lnTo>
                  <a:pt x="215" y="993"/>
                </a:lnTo>
                <a:lnTo>
                  <a:pt x="215" y="992"/>
                </a:lnTo>
                <a:lnTo>
                  <a:pt x="214" y="992"/>
                </a:lnTo>
                <a:lnTo>
                  <a:pt x="213" y="993"/>
                </a:lnTo>
                <a:lnTo>
                  <a:pt x="212" y="993"/>
                </a:lnTo>
                <a:lnTo>
                  <a:pt x="211" y="995"/>
                </a:lnTo>
                <a:lnTo>
                  <a:pt x="210" y="996"/>
                </a:lnTo>
                <a:lnTo>
                  <a:pt x="209" y="996"/>
                </a:lnTo>
                <a:lnTo>
                  <a:pt x="208" y="996"/>
                </a:lnTo>
                <a:lnTo>
                  <a:pt x="209" y="997"/>
                </a:lnTo>
                <a:lnTo>
                  <a:pt x="209" y="998"/>
                </a:lnTo>
                <a:lnTo>
                  <a:pt x="210" y="998"/>
                </a:lnTo>
                <a:lnTo>
                  <a:pt x="210" y="999"/>
                </a:lnTo>
                <a:lnTo>
                  <a:pt x="209" y="1000"/>
                </a:lnTo>
                <a:lnTo>
                  <a:pt x="208" y="1000"/>
                </a:lnTo>
                <a:lnTo>
                  <a:pt x="207" y="1001"/>
                </a:lnTo>
                <a:lnTo>
                  <a:pt x="206" y="1001"/>
                </a:lnTo>
                <a:lnTo>
                  <a:pt x="205" y="1001"/>
                </a:lnTo>
                <a:lnTo>
                  <a:pt x="205" y="1002"/>
                </a:lnTo>
                <a:lnTo>
                  <a:pt x="204" y="1003"/>
                </a:lnTo>
                <a:lnTo>
                  <a:pt x="203" y="1002"/>
                </a:lnTo>
                <a:lnTo>
                  <a:pt x="202" y="1001"/>
                </a:lnTo>
                <a:lnTo>
                  <a:pt x="201" y="1001"/>
                </a:lnTo>
                <a:lnTo>
                  <a:pt x="201" y="1000"/>
                </a:lnTo>
                <a:lnTo>
                  <a:pt x="200" y="1000"/>
                </a:lnTo>
                <a:lnTo>
                  <a:pt x="198" y="1000"/>
                </a:lnTo>
                <a:lnTo>
                  <a:pt x="197" y="1002"/>
                </a:lnTo>
                <a:lnTo>
                  <a:pt x="197" y="1003"/>
                </a:lnTo>
                <a:lnTo>
                  <a:pt x="196" y="1005"/>
                </a:lnTo>
                <a:lnTo>
                  <a:pt x="196" y="1006"/>
                </a:lnTo>
                <a:lnTo>
                  <a:pt x="195" y="1006"/>
                </a:lnTo>
                <a:lnTo>
                  <a:pt x="196" y="1008"/>
                </a:lnTo>
                <a:lnTo>
                  <a:pt x="195" y="1009"/>
                </a:lnTo>
                <a:lnTo>
                  <a:pt x="195" y="1010"/>
                </a:lnTo>
                <a:lnTo>
                  <a:pt x="194" y="1011"/>
                </a:lnTo>
                <a:lnTo>
                  <a:pt x="193" y="1011"/>
                </a:lnTo>
                <a:lnTo>
                  <a:pt x="192" y="1011"/>
                </a:lnTo>
                <a:lnTo>
                  <a:pt x="191" y="1011"/>
                </a:lnTo>
                <a:lnTo>
                  <a:pt x="191" y="1012"/>
                </a:lnTo>
                <a:lnTo>
                  <a:pt x="190" y="1013"/>
                </a:lnTo>
                <a:lnTo>
                  <a:pt x="189" y="1013"/>
                </a:lnTo>
                <a:lnTo>
                  <a:pt x="188" y="1014"/>
                </a:lnTo>
                <a:lnTo>
                  <a:pt x="187" y="1015"/>
                </a:lnTo>
                <a:lnTo>
                  <a:pt x="187" y="1016"/>
                </a:lnTo>
                <a:lnTo>
                  <a:pt x="187" y="1015"/>
                </a:lnTo>
                <a:lnTo>
                  <a:pt x="186" y="1015"/>
                </a:lnTo>
                <a:lnTo>
                  <a:pt x="185" y="1014"/>
                </a:lnTo>
                <a:lnTo>
                  <a:pt x="185" y="1013"/>
                </a:lnTo>
                <a:lnTo>
                  <a:pt x="183" y="1013"/>
                </a:lnTo>
                <a:lnTo>
                  <a:pt x="183" y="1014"/>
                </a:lnTo>
                <a:lnTo>
                  <a:pt x="182" y="1014"/>
                </a:lnTo>
                <a:lnTo>
                  <a:pt x="180" y="1013"/>
                </a:lnTo>
                <a:lnTo>
                  <a:pt x="179" y="1013"/>
                </a:lnTo>
                <a:lnTo>
                  <a:pt x="179" y="1012"/>
                </a:lnTo>
                <a:lnTo>
                  <a:pt x="178" y="1012"/>
                </a:lnTo>
                <a:lnTo>
                  <a:pt x="177" y="1013"/>
                </a:lnTo>
                <a:lnTo>
                  <a:pt x="176" y="1013"/>
                </a:lnTo>
                <a:lnTo>
                  <a:pt x="176" y="1012"/>
                </a:lnTo>
                <a:lnTo>
                  <a:pt x="175" y="1012"/>
                </a:lnTo>
                <a:lnTo>
                  <a:pt x="174" y="1013"/>
                </a:lnTo>
                <a:lnTo>
                  <a:pt x="173" y="1013"/>
                </a:lnTo>
                <a:lnTo>
                  <a:pt x="173" y="1014"/>
                </a:lnTo>
                <a:lnTo>
                  <a:pt x="173" y="1015"/>
                </a:lnTo>
                <a:lnTo>
                  <a:pt x="173" y="1016"/>
                </a:lnTo>
                <a:lnTo>
                  <a:pt x="173" y="1017"/>
                </a:lnTo>
                <a:lnTo>
                  <a:pt x="174" y="1017"/>
                </a:lnTo>
                <a:lnTo>
                  <a:pt x="175" y="1017"/>
                </a:lnTo>
                <a:lnTo>
                  <a:pt x="175" y="1019"/>
                </a:lnTo>
                <a:lnTo>
                  <a:pt x="174" y="1019"/>
                </a:lnTo>
                <a:lnTo>
                  <a:pt x="173" y="1019"/>
                </a:lnTo>
                <a:lnTo>
                  <a:pt x="172" y="1019"/>
                </a:lnTo>
                <a:lnTo>
                  <a:pt x="172" y="1020"/>
                </a:lnTo>
                <a:lnTo>
                  <a:pt x="171" y="1020"/>
                </a:lnTo>
                <a:lnTo>
                  <a:pt x="172" y="1021"/>
                </a:lnTo>
                <a:lnTo>
                  <a:pt x="173" y="1022"/>
                </a:lnTo>
                <a:lnTo>
                  <a:pt x="171" y="1023"/>
                </a:lnTo>
                <a:lnTo>
                  <a:pt x="171" y="1022"/>
                </a:lnTo>
                <a:lnTo>
                  <a:pt x="171" y="1021"/>
                </a:lnTo>
                <a:lnTo>
                  <a:pt x="170" y="1021"/>
                </a:lnTo>
                <a:lnTo>
                  <a:pt x="170" y="1020"/>
                </a:lnTo>
                <a:lnTo>
                  <a:pt x="169" y="1020"/>
                </a:lnTo>
                <a:lnTo>
                  <a:pt x="167" y="1020"/>
                </a:lnTo>
                <a:lnTo>
                  <a:pt x="167" y="1021"/>
                </a:lnTo>
                <a:lnTo>
                  <a:pt x="166" y="1022"/>
                </a:lnTo>
                <a:lnTo>
                  <a:pt x="166" y="1023"/>
                </a:lnTo>
                <a:lnTo>
                  <a:pt x="165" y="1023"/>
                </a:lnTo>
                <a:lnTo>
                  <a:pt x="164" y="1022"/>
                </a:lnTo>
                <a:lnTo>
                  <a:pt x="162" y="1022"/>
                </a:lnTo>
                <a:lnTo>
                  <a:pt x="162" y="1021"/>
                </a:lnTo>
                <a:lnTo>
                  <a:pt x="161" y="1021"/>
                </a:lnTo>
                <a:lnTo>
                  <a:pt x="159" y="1021"/>
                </a:lnTo>
                <a:lnTo>
                  <a:pt x="159" y="1022"/>
                </a:lnTo>
                <a:lnTo>
                  <a:pt x="158" y="1022"/>
                </a:lnTo>
                <a:lnTo>
                  <a:pt x="157" y="1021"/>
                </a:lnTo>
                <a:lnTo>
                  <a:pt x="156" y="1021"/>
                </a:lnTo>
                <a:lnTo>
                  <a:pt x="155" y="1022"/>
                </a:lnTo>
                <a:lnTo>
                  <a:pt x="155" y="1021"/>
                </a:lnTo>
                <a:lnTo>
                  <a:pt x="155" y="1019"/>
                </a:lnTo>
                <a:lnTo>
                  <a:pt x="154" y="1019"/>
                </a:lnTo>
                <a:lnTo>
                  <a:pt x="153" y="1018"/>
                </a:lnTo>
                <a:lnTo>
                  <a:pt x="152" y="1018"/>
                </a:lnTo>
                <a:lnTo>
                  <a:pt x="151" y="1019"/>
                </a:lnTo>
                <a:lnTo>
                  <a:pt x="151" y="1020"/>
                </a:lnTo>
                <a:lnTo>
                  <a:pt x="150" y="1021"/>
                </a:lnTo>
                <a:lnTo>
                  <a:pt x="149" y="1021"/>
                </a:lnTo>
                <a:lnTo>
                  <a:pt x="148" y="1021"/>
                </a:lnTo>
                <a:lnTo>
                  <a:pt x="148" y="1020"/>
                </a:lnTo>
                <a:lnTo>
                  <a:pt x="148" y="1019"/>
                </a:lnTo>
                <a:lnTo>
                  <a:pt x="146" y="1020"/>
                </a:lnTo>
                <a:lnTo>
                  <a:pt x="145" y="1020"/>
                </a:lnTo>
                <a:lnTo>
                  <a:pt x="144" y="1021"/>
                </a:lnTo>
                <a:lnTo>
                  <a:pt x="143" y="1020"/>
                </a:lnTo>
                <a:lnTo>
                  <a:pt x="141" y="1022"/>
                </a:lnTo>
                <a:lnTo>
                  <a:pt x="141" y="1023"/>
                </a:lnTo>
                <a:lnTo>
                  <a:pt x="140" y="1023"/>
                </a:lnTo>
                <a:lnTo>
                  <a:pt x="139" y="1023"/>
                </a:lnTo>
                <a:lnTo>
                  <a:pt x="138" y="1023"/>
                </a:lnTo>
                <a:lnTo>
                  <a:pt x="137" y="1024"/>
                </a:lnTo>
                <a:lnTo>
                  <a:pt x="136" y="1025"/>
                </a:lnTo>
                <a:lnTo>
                  <a:pt x="134" y="1028"/>
                </a:lnTo>
                <a:lnTo>
                  <a:pt x="133" y="1029"/>
                </a:lnTo>
                <a:lnTo>
                  <a:pt x="132" y="1028"/>
                </a:lnTo>
                <a:lnTo>
                  <a:pt x="131" y="1028"/>
                </a:lnTo>
                <a:lnTo>
                  <a:pt x="130" y="1029"/>
                </a:lnTo>
                <a:lnTo>
                  <a:pt x="129" y="1028"/>
                </a:lnTo>
                <a:lnTo>
                  <a:pt x="128" y="1029"/>
                </a:lnTo>
                <a:lnTo>
                  <a:pt x="127" y="1030"/>
                </a:lnTo>
                <a:lnTo>
                  <a:pt x="127" y="1031"/>
                </a:lnTo>
                <a:lnTo>
                  <a:pt x="126" y="1032"/>
                </a:lnTo>
                <a:lnTo>
                  <a:pt x="126" y="1034"/>
                </a:lnTo>
                <a:lnTo>
                  <a:pt x="125" y="1035"/>
                </a:lnTo>
                <a:lnTo>
                  <a:pt x="124" y="1035"/>
                </a:lnTo>
                <a:lnTo>
                  <a:pt x="124" y="1034"/>
                </a:lnTo>
                <a:lnTo>
                  <a:pt x="123" y="1034"/>
                </a:lnTo>
                <a:lnTo>
                  <a:pt x="123" y="1033"/>
                </a:lnTo>
                <a:lnTo>
                  <a:pt x="124" y="1032"/>
                </a:lnTo>
                <a:lnTo>
                  <a:pt x="123" y="1031"/>
                </a:lnTo>
                <a:lnTo>
                  <a:pt x="122" y="1031"/>
                </a:lnTo>
                <a:lnTo>
                  <a:pt x="121" y="1030"/>
                </a:lnTo>
                <a:lnTo>
                  <a:pt x="120" y="1029"/>
                </a:lnTo>
                <a:lnTo>
                  <a:pt x="121" y="1029"/>
                </a:lnTo>
                <a:lnTo>
                  <a:pt x="122" y="1028"/>
                </a:lnTo>
                <a:lnTo>
                  <a:pt x="122" y="1027"/>
                </a:lnTo>
                <a:lnTo>
                  <a:pt x="122" y="1025"/>
                </a:lnTo>
                <a:lnTo>
                  <a:pt x="122" y="1024"/>
                </a:lnTo>
                <a:lnTo>
                  <a:pt x="123" y="1023"/>
                </a:lnTo>
                <a:lnTo>
                  <a:pt x="124" y="1023"/>
                </a:lnTo>
                <a:lnTo>
                  <a:pt x="126" y="1023"/>
                </a:lnTo>
                <a:lnTo>
                  <a:pt x="127" y="1022"/>
                </a:lnTo>
                <a:lnTo>
                  <a:pt x="126" y="1022"/>
                </a:lnTo>
                <a:lnTo>
                  <a:pt x="126" y="1021"/>
                </a:lnTo>
                <a:lnTo>
                  <a:pt x="125" y="1021"/>
                </a:lnTo>
                <a:lnTo>
                  <a:pt x="124" y="1020"/>
                </a:lnTo>
                <a:lnTo>
                  <a:pt x="124" y="1021"/>
                </a:lnTo>
                <a:lnTo>
                  <a:pt x="123" y="1020"/>
                </a:lnTo>
                <a:lnTo>
                  <a:pt x="121" y="1019"/>
                </a:lnTo>
                <a:lnTo>
                  <a:pt x="121" y="1018"/>
                </a:lnTo>
                <a:lnTo>
                  <a:pt x="122" y="1018"/>
                </a:lnTo>
                <a:lnTo>
                  <a:pt x="123" y="1017"/>
                </a:lnTo>
                <a:lnTo>
                  <a:pt x="124" y="1016"/>
                </a:lnTo>
                <a:lnTo>
                  <a:pt x="124" y="1015"/>
                </a:lnTo>
                <a:lnTo>
                  <a:pt x="124" y="1014"/>
                </a:lnTo>
                <a:lnTo>
                  <a:pt x="124" y="1013"/>
                </a:lnTo>
                <a:lnTo>
                  <a:pt x="123" y="1012"/>
                </a:lnTo>
                <a:lnTo>
                  <a:pt x="123" y="1011"/>
                </a:lnTo>
                <a:lnTo>
                  <a:pt x="124" y="1011"/>
                </a:lnTo>
                <a:lnTo>
                  <a:pt x="123" y="1011"/>
                </a:lnTo>
                <a:lnTo>
                  <a:pt x="122" y="1010"/>
                </a:lnTo>
                <a:lnTo>
                  <a:pt x="121" y="1010"/>
                </a:lnTo>
                <a:lnTo>
                  <a:pt x="121" y="1009"/>
                </a:lnTo>
                <a:lnTo>
                  <a:pt x="122" y="1008"/>
                </a:lnTo>
                <a:lnTo>
                  <a:pt x="123" y="1008"/>
                </a:lnTo>
                <a:lnTo>
                  <a:pt x="123" y="1007"/>
                </a:lnTo>
                <a:lnTo>
                  <a:pt x="124" y="1006"/>
                </a:lnTo>
                <a:lnTo>
                  <a:pt x="123" y="1006"/>
                </a:lnTo>
                <a:lnTo>
                  <a:pt x="122" y="1006"/>
                </a:lnTo>
                <a:lnTo>
                  <a:pt x="121" y="1007"/>
                </a:lnTo>
                <a:lnTo>
                  <a:pt x="120" y="1007"/>
                </a:lnTo>
                <a:lnTo>
                  <a:pt x="120" y="1008"/>
                </a:lnTo>
                <a:lnTo>
                  <a:pt x="119" y="1008"/>
                </a:lnTo>
                <a:lnTo>
                  <a:pt x="118" y="1008"/>
                </a:lnTo>
                <a:lnTo>
                  <a:pt x="118" y="1007"/>
                </a:lnTo>
                <a:lnTo>
                  <a:pt x="117" y="1006"/>
                </a:lnTo>
                <a:lnTo>
                  <a:pt x="117" y="1005"/>
                </a:lnTo>
                <a:lnTo>
                  <a:pt x="116" y="1005"/>
                </a:lnTo>
                <a:lnTo>
                  <a:pt x="113" y="1005"/>
                </a:lnTo>
                <a:lnTo>
                  <a:pt x="112" y="1005"/>
                </a:lnTo>
                <a:lnTo>
                  <a:pt x="112" y="1004"/>
                </a:lnTo>
                <a:lnTo>
                  <a:pt x="112" y="1002"/>
                </a:lnTo>
                <a:lnTo>
                  <a:pt x="112" y="1001"/>
                </a:lnTo>
                <a:lnTo>
                  <a:pt x="113" y="1001"/>
                </a:lnTo>
                <a:lnTo>
                  <a:pt x="115" y="999"/>
                </a:lnTo>
                <a:lnTo>
                  <a:pt x="115" y="998"/>
                </a:lnTo>
                <a:lnTo>
                  <a:pt x="116" y="998"/>
                </a:lnTo>
                <a:lnTo>
                  <a:pt x="116" y="997"/>
                </a:lnTo>
                <a:lnTo>
                  <a:pt x="116" y="996"/>
                </a:lnTo>
                <a:lnTo>
                  <a:pt x="115" y="996"/>
                </a:lnTo>
                <a:lnTo>
                  <a:pt x="114" y="996"/>
                </a:lnTo>
                <a:lnTo>
                  <a:pt x="113" y="996"/>
                </a:lnTo>
                <a:lnTo>
                  <a:pt x="112" y="996"/>
                </a:lnTo>
                <a:lnTo>
                  <a:pt x="110" y="995"/>
                </a:lnTo>
                <a:lnTo>
                  <a:pt x="107" y="995"/>
                </a:lnTo>
                <a:lnTo>
                  <a:pt x="107" y="996"/>
                </a:lnTo>
                <a:lnTo>
                  <a:pt x="106" y="996"/>
                </a:lnTo>
                <a:lnTo>
                  <a:pt x="105" y="997"/>
                </a:lnTo>
                <a:lnTo>
                  <a:pt x="104" y="997"/>
                </a:lnTo>
                <a:lnTo>
                  <a:pt x="103" y="996"/>
                </a:lnTo>
                <a:lnTo>
                  <a:pt x="103" y="994"/>
                </a:lnTo>
                <a:lnTo>
                  <a:pt x="103" y="993"/>
                </a:lnTo>
                <a:lnTo>
                  <a:pt x="105" y="991"/>
                </a:lnTo>
                <a:lnTo>
                  <a:pt x="106" y="991"/>
                </a:lnTo>
                <a:lnTo>
                  <a:pt x="106" y="989"/>
                </a:lnTo>
                <a:lnTo>
                  <a:pt x="106" y="988"/>
                </a:lnTo>
                <a:lnTo>
                  <a:pt x="105" y="988"/>
                </a:lnTo>
                <a:lnTo>
                  <a:pt x="104" y="985"/>
                </a:lnTo>
                <a:lnTo>
                  <a:pt x="105" y="984"/>
                </a:lnTo>
                <a:lnTo>
                  <a:pt x="105" y="983"/>
                </a:lnTo>
                <a:lnTo>
                  <a:pt x="105" y="982"/>
                </a:lnTo>
                <a:lnTo>
                  <a:pt x="106" y="981"/>
                </a:lnTo>
                <a:lnTo>
                  <a:pt x="106" y="980"/>
                </a:lnTo>
                <a:lnTo>
                  <a:pt x="106" y="979"/>
                </a:lnTo>
                <a:lnTo>
                  <a:pt x="107" y="979"/>
                </a:lnTo>
                <a:lnTo>
                  <a:pt x="108" y="979"/>
                </a:lnTo>
                <a:lnTo>
                  <a:pt x="110" y="979"/>
                </a:lnTo>
                <a:lnTo>
                  <a:pt x="111" y="979"/>
                </a:lnTo>
                <a:lnTo>
                  <a:pt x="110" y="978"/>
                </a:lnTo>
                <a:lnTo>
                  <a:pt x="110" y="976"/>
                </a:lnTo>
                <a:lnTo>
                  <a:pt x="110" y="973"/>
                </a:lnTo>
                <a:lnTo>
                  <a:pt x="111" y="973"/>
                </a:lnTo>
                <a:lnTo>
                  <a:pt x="111" y="972"/>
                </a:lnTo>
                <a:lnTo>
                  <a:pt x="110" y="971"/>
                </a:lnTo>
                <a:lnTo>
                  <a:pt x="109" y="971"/>
                </a:lnTo>
                <a:lnTo>
                  <a:pt x="108" y="970"/>
                </a:lnTo>
                <a:lnTo>
                  <a:pt x="108" y="969"/>
                </a:lnTo>
                <a:lnTo>
                  <a:pt x="108" y="968"/>
                </a:lnTo>
                <a:lnTo>
                  <a:pt x="108" y="966"/>
                </a:lnTo>
                <a:lnTo>
                  <a:pt x="109" y="965"/>
                </a:lnTo>
                <a:lnTo>
                  <a:pt x="108" y="964"/>
                </a:lnTo>
                <a:lnTo>
                  <a:pt x="106" y="963"/>
                </a:lnTo>
                <a:lnTo>
                  <a:pt x="104" y="963"/>
                </a:lnTo>
                <a:lnTo>
                  <a:pt x="102" y="961"/>
                </a:lnTo>
                <a:lnTo>
                  <a:pt x="102" y="960"/>
                </a:lnTo>
                <a:lnTo>
                  <a:pt x="102" y="959"/>
                </a:lnTo>
                <a:lnTo>
                  <a:pt x="102" y="958"/>
                </a:lnTo>
                <a:lnTo>
                  <a:pt x="100" y="955"/>
                </a:lnTo>
                <a:lnTo>
                  <a:pt x="99" y="953"/>
                </a:lnTo>
                <a:lnTo>
                  <a:pt x="98" y="951"/>
                </a:lnTo>
                <a:lnTo>
                  <a:pt x="97" y="949"/>
                </a:lnTo>
                <a:lnTo>
                  <a:pt x="97" y="948"/>
                </a:lnTo>
                <a:lnTo>
                  <a:pt x="96" y="947"/>
                </a:lnTo>
                <a:lnTo>
                  <a:pt x="95" y="946"/>
                </a:lnTo>
                <a:lnTo>
                  <a:pt x="94" y="944"/>
                </a:lnTo>
                <a:lnTo>
                  <a:pt x="94" y="942"/>
                </a:lnTo>
                <a:lnTo>
                  <a:pt x="94" y="941"/>
                </a:lnTo>
                <a:lnTo>
                  <a:pt x="93" y="940"/>
                </a:lnTo>
                <a:lnTo>
                  <a:pt x="94" y="939"/>
                </a:lnTo>
                <a:lnTo>
                  <a:pt x="94" y="937"/>
                </a:lnTo>
                <a:lnTo>
                  <a:pt x="95" y="937"/>
                </a:lnTo>
                <a:lnTo>
                  <a:pt x="96" y="935"/>
                </a:lnTo>
                <a:lnTo>
                  <a:pt x="99" y="932"/>
                </a:lnTo>
                <a:lnTo>
                  <a:pt x="100" y="930"/>
                </a:lnTo>
                <a:lnTo>
                  <a:pt x="101" y="928"/>
                </a:lnTo>
                <a:lnTo>
                  <a:pt x="101" y="927"/>
                </a:lnTo>
                <a:lnTo>
                  <a:pt x="101" y="926"/>
                </a:lnTo>
                <a:lnTo>
                  <a:pt x="101" y="924"/>
                </a:lnTo>
                <a:lnTo>
                  <a:pt x="101" y="923"/>
                </a:lnTo>
                <a:lnTo>
                  <a:pt x="102" y="923"/>
                </a:lnTo>
                <a:lnTo>
                  <a:pt x="102" y="921"/>
                </a:lnTo>
                <a:lnTo>
                  <a:pt x="102" y="919"/>
                </a:lnTo>
                <a:lnTo>
                  <a:pt x="102" y="918"/>
                </a:lnTo>
                <a:lnTo>
                  <a:pt x="102" y="917"/>
                </a:lnTo>
                <a:lnTo>
                  <a:pt x="104" y="913"/>
                </a:lnTo>
                <a:lnTo>
                  <a:pt x="105" y="912"/>
                </a:lnTo>
                <a:lnTo>
                  <a:pt x="107" y="910"/>
                </a:lnTo>
                <a:lnTo>
                  <a:pt x="108" y="910"/>
                </a:lnTo>
                <a:lnTo>
                  <a:pt x="108" y="909"/>
                </a:lnTo>
                <a:lnTo>
                  <a:pt x="109" y="909"/>
                </a:lnTo>
                <a:lnTo>
                  <a:pt x="109" y="907"/>
                </a:lnTo>
                <a:lnTo>
                  <a:pt x="109" y="906"/>
                </a:lnTo>
                <a:lnTo>
                  <a:pt x="110" y="905"/>
                </a:lnTo>
                <a:lnTo>
                  <a:pt x="111" y="905"/>
                </a:lnTo>
                <a:lnTo>
                  <a:pt x="111" y="904"/>
                </a:lnTo>
                <a:lnTo>
                  <a:pt x="110" y="902"/>
                </a:lnTo>
                <a:lnTo>
                  <a:pt x="110" y="901"/>
                </a:lnTo>
                <a:lnTo>
                  <a:pt x="111" y="900"/>
                </a:lnTo>
                <a:lnTo>
                  <a:pt x="110" y="900"/>
                </a:lnTo>
                <a:lnTo>
                  <a:pt x="110" y="899"/>
                </a:lnTo>
                <a:lnTo>
                  <a:pt x="109" y="899"/>
                </a:lnTo>
                <a:lnTo>
                  <a:pt x="110" y="898"/>
                </a:lnTo>
                <a:lnTo>
                  <a:pt x="110" y="896"/>
                </a:lnTo>
                <a:lnTo>
                  <a:pt x="111" y="896"/>
                </a:lnTo>
                <a:lnTo>
                  <a:pt x="111" y="894"/>
                </a:lnTo>
                <a:lnTo>
                  <a:pt x="110" y="894"/>
                </a:lnTo>
                <a:lnTo>
                  <a:pt x="109" y="893"/>
                </a:lnTo>
                <a:lnTo>
                  <a:pt x="109" y="892"/>
                </a:lnTo>
                <a:lnTo>
                  <a:pt x="109" y="891"/>
                </a:lnTo>
                <a:lnTo>
                  <a:pt x="109" y="890"/>
                </a:lnTo>
                <a:lnTo>
                  <a:pt x="108" y="889"/>
                </a:lnTo>
                <a:lnTo>
                  <a:pt x="109" y="888"/>
                </a:lnTo>
                <a:lnTo>
                  <a:pt x="109" y="887"/>
                </a:lnTo>
                <a:lnTo>
                  <a:pt x="110" y="886"/>
                </a:lnTo>
                <a:lnTo>
                  <a:pt x="110" y="885"/>
                </a:lnTo>
                <a:lnTo>
                  <a:pt x="109" y="884"/>
                </a:lnTo>
                <a:lnTo>
                  <a:pt x="108" y="884"/>
                </a:lnTo>
                <a:lnTo>
                  <a:pt x="107" y="884"/>
                </a:lnTo>
                <a:lnTo>
                  <a:pt x="107" y="883"/>
                </a:lnTo>
                <a:lnTo>
                  <a:pt x="106" y="882"/>
                </a:lnTo>
                <a:lnTo>
                  <a:pt x="105" y="881"/>
                </a:lnTo>
                <a:lnTo>
                  <a:pt x="105" y="880"/>
                </a:lnTo>
                <a:lnTo>
                  <a:pt x="106" y="879"/>
                </a:lnTo>
                <a:lnTo>
                  <a:pt x="107" y="879"/>
                </a:lnTo>
                <a:lnTo>
                  <a:pt x="107" y="877"/>
                </a:lnTo>
                <a:lnTo>
                  <a:pt x="107" y="876"/>
                </a:lnTo>
                <a:lnTo>
                  <a:pt x="109" y="875"/>
                </a:lnTo>
                <a:lnTo>
                  <a:pt x="110" y="873"/>
                </a:lnTo>
                <a:lnTo>
                  <a:pt x="110" y="872"/>
                </a:lnTo>
                <a:lnTo>
                  <a:pt x="110" y="871"/>
                </a:lnTo>
                <a:lnTo>
                  <a:pt x="110" y="870"/>
                </a:lnTo>
                <a:lnTo>
                  <a:pt x="110" y="869"/>
                </a:lnTo>
                <a:lnTo>
                  <a:pt x="110" y="868"/>
                </a:lnTo>
                <a:lnTo>
                  <a:pt x="111" y="867"/>
                </a:lnTo>
                <a:lnTo>
                  <a:pt x="111" y="866"/>
                </a:lnTo>
                <a:lnTo>
                  <a:pt x="111" y="865"/>
                </a:lnTo>
                <a:lnTo>
                  <a:pt x="112" y="865"/>
                </a:lnTo>
                <a:lnTo>
                  <a:pt x="113" y="865"/>
                </a:lnTo>
                <a:lnTo>
                  <a:pt x="114" y="865"/>
                </a:lnTo>
                <a:lnTo>
                  <a:pt x="115" y="865"/>
                </a:lnTo>
                <a:lnTo>
                  <a:pt x="115" y="864"/>
                </a:lnTo>
                <a:lnTo>
                  <a:pt x="116" y="865"/>
                </a:lnTo>
                <a:lnTo>
                  <a:pt x="118" y="867"/>
                </a:lnTo>
                <a:lnTo>
                  <a:pt x="119" y="867"/>
                </a:lnTo>
                <a:lnTo>
                  <a:pt x="120" y="866"/>
                </a:lnTo>
                <a:lnTo>
                  <a:pt x="122" y="866"/>
                </a:lnTo>
                <a:lnTo>
                  <a:pt x="124" y="864"/>
                </a:lnTo>
                <a:lnTo>
                  <a:pt x="125" y="862"/>
                </a:lnTo>
                <a:lnTo>
                  <a:pt x="124" y="862"/>
                </a:lnTo>
                <a:lnTo>
                  <a:pt x="124" y="861"/>
                </a:lnTo>
                <a:lnTo>
                  <a:pt x="123" y="861"/>
                </a:lnTo>
                <a:lnTo>
                  <a:pt x="122" y="861"/>
                </a:lnTo>
                <a:lnTo>
                  <a:pt x="122" y="860"/>
                </a:lnTo>
                <a:lnTo>
                  <a:pt x="123" y="859"/>
                </a:lnTo>
                <a:lnTo>
                  <a:pt x="125" y="858"/>
                </a:lnTo>
                <a:lnTo>
                  <a:pt x="127" y="857"/>
                </a:lnTo>
                <a:lnTo>
                  <a:pt x="129" y="856"/>
                </a:lnTo>
                <a:lnTo>
                  <a:pt x="130" y="856"/>
                </a:lnTo>
                <a:lnTo>
                  <a:pt x="132" y="855"/>
                </a:lnTo>
                <a:lnTo>
                  <a:pt x="133" y="854"/>
                </a:lnTo>
                <a:lnTo>
                  <a:pt x="134" y="854"/>
                </a:lnTo>
                <a:lnTo>
                  <a:pt x="135" y="854"/>
                </a:lnTo>
                <a:lnTo>
                  <a:pt x="136" y="854"/>
                </a:lnTo>
                <a:lnTo>
                  <a:pt x="138" y="852"/>
                </a:lnTo>
                <a:lnTo>
                  <a:pt x="139" y="852"/>
                </a:lnTo>
                <a:lnTo>
                  <a:pt x="139" y="851"/>
                </a:lnTo>
                <a:lnTo>
                  <a:pt x="140" y="851"/>
                </a:lnTo>
                <a:lnTo>
                  <a:pt x="141" y="851"/>
                </a:lnTo>
                <a:lnTo>
                  <a:pt x="142" y="849"/>
                </a:lnTo>
                <a:lnTo>
                  <a:pt x="142" y="848"/>
                </a:lnTo>
                <a:lnTo>
                  <a:pt x="143" y="848"/>
                </a:lnTo>
                <a:lnTo>
                  <a:pt x="144" y="847"/>
                </a:lnTo>
                <a:lnTo>
                  <a:pt x="145" y="847"/>
                </a:lnTo>
                <a:lnTo>
                  <a:pt x="145" y="846"/>
                </a:lnTo>
                <a:lnTo>
                  <a:pt x="144" y="846"/>
                </a:lnTo>
                <a:lnTo>
                  <a:pt x="144" y="845"/>
                </a:lnTo>
                <a:lnTo>
                  <a:pt x="143" y="846"/>
                </a:lnTo>
                <a:lnTo>
                  <a:pt x="142" y="845"/>
                </a:lnTo>
                <a:lnTo>
                  <a:pt x="141" y="845"/>
                </a:lnTo>
                <a:lnTo>
                  <a:pt x="141" y="844"/>
                </a:lnTo>
                <a:lnTo>
                  <a:pt x="141" y="843"/>
                </a:lnTo>
                <a:lnTo>
                  <a:pt x="142" y="843"/>
                </a:lnTo>
                <a:lnTo>
                  <a:pt x="143" y="842"/>
                </a:lnTo>
                <a:lnTo>
                  <a:pt x="143" y="841"/>
                </a:lnTo>
                <a:lnTo>
                  <a:pt x="143" y="840"/>
                </a:lnTo>
                <a:lnTo>
                  <a:pt x="142" y="840"/>
                </a:lnTo>
                <a:lnTo>
                  <a:pt x="141" y="840"/>
                </a:lnTo>
                <a:lnTo>
                  <a:pt x="141" y="839"/>
                </a:lnTo>
                <a:lnTo>
                  <a:pt x="141" y="838"/>
                </a:lnTo>
                <a:lnTo>
                  <a:pt x="140" y="837"/>
                </a:lnTo>
                <a:lnTo>
                  <a:pt x="139" y="837"/>
                </a:lnTo>
                <a:lnTo>
                  <a:pt x="138" y="837"/>
                </a:lnTo>
                <a:lnTo>
                  <a:pt x="137" y="838"/>
                </a:lnTo>
                <a:lnTo>
                  <a:pt x="136" y="838"/>
                </a:lnTo>
                <a:lnTo>
                  <a:pt x="135" y="839"/>
                </a:lnTo>
                <a:lnTo>
                  <a:pt x="134" y="838"/>
                </a:lnTo>
                <a:lnTo>
                  <a:pt x="134" y="837"/>
                </a:lnTo>
                <a:lnTo>
                  <a:pt x="133" y="836"/>
                </a:lnTo>
                <a:lnTo>
                  <a:pt x="131" y="836"/>
                </a:lnTo>
                <a:lnTo>
                  <a:pt x="130" y="837"/>
                </a:lnTo>
                <a:lnTo>
                  <a:pt x="128" y="838"/>
                </a:lnTo>
                <a:lnTo>
                  <a:pt x="127" y="838"/>
                </a:lnTo>
                <a:lnTo>
                  <a:pt x="126" y="838"/>
                </a:lnTo>
                <a:lnTo>
                  <a:pt x="126" y="839"/>
                </a:lnTo>
                <a:lnTo>
                  <a:pt x="125" y="839"/>
                </a:lnTo>
                <a:lnTo>
                  <a:pt x="124" y="840"/>
                </a:lnTo>
                <a:lnTo>
                  <a:pt x="123" y="840"/>
                </a:lnTo>
                <a:lnTo>
                  <a:pt x="122" y="841"/>
                </a:lnTo>
                <a:lnTo>
                  <a:pt x="121" y="841"/>
                </a:lnTo>
                <a:lnTo>
                  <a:pt x="120" y="842"/>
                </a:lnTo>
                <a:lnTo>
                  <a:pt x="119" y="842"/>
                </a:lnTo>
                <a:lnTo>
                  <a:pt x="119" y="843"/>
                </a:lnTo>
                <a:lnTo>
                  <a:pt x="119" y="844"/>
                </a:lnTo>
                <a:lnTo>
                  <a:pt x="118" y="844"/>
                </a:lnTo>
                <a:lnTo>
                  <a:pt x="118" y="845"/>
                </a:lnTo>
                <a:lnTo>
                  <a:pt x="117" y="846"/>
                </a:lnTo>
                <a:lnTo>
                  <a:pt x="118" y="846"/>
                </a:lnTo>
                <a:lnTo>
                  <a:pt x="117" y="846"/>
                </a:lnTo>
                <a:lnTo>
                  <a:pt x="115" y="846"/>
                </a:lnTo>
                <a:lnTo>
                  <a:pt x="114" y="846"/>
                </a:lnTo>
                <a:lnTo>
                  <a:pt x="113" y="846"/>
                </a:lnTo>
                <a:lnTo>
                  <a:pt x="112" y="847"/>
                </a:lnTo>
                <a:lnTo>
                  <a:pt x="112" y="848"/>
                </a:lnTo>
                <a:lnTo>
                  <a:pt x="111" y="848"/>
                </a:lnTo>
                <a:lnTo>
                  <a:pt x="111" y="846"/>
                </a:lnTo>
                <a:lnTo>
                  <a:pt x="111" y="845"/>
                </a:lnTo>
                <a:lnTo>
                  <a:pt x="111" y="844"/>
                </a:lnTo>
                <a:lnTo>
                  <a:pt x="110" y="844"/>
                </a:lnTo>
                <a:lnTo>
                  <a:pt x="109" y="844"/>
                </a:lnTo>
                <a:lnTo>
                  <a:pt x="108" y="844"/>
                </a:lnTo>
                <a:lnTo>
                  <a:pt x="108" y="843"/>
                </a:lnTo>
                <a:lnTo>
                  <a:pt x="107" y="843"/>
                </a:lnTo>
                <a:lnTo>
                  <a:pt x="107" y="844"/>
                </a:lnTo>
                <a:lnTo>
                  <a:pt x="106" y="844"/>
                </a:lnTo>
                <a:lnTo>
                  <a:pt x="106" y="845"/>
                </a:lnTo>
                <a:lnTo>
                  <a:pt x="104" y="844"/>
                </a:lnTo>
                <a:lnTo>
                  <a:pt x="103" y="844"/>
                </a:lnTo>
                <a:lnTo>
                  <a:pt x="102" y="845"/>
                </a:lnTo>
                <a:lnTo>
                  <a:pt x="102" y="846"/>
                </a:lnTo>
                <a:lnTo>
                  <a:pt x="100" y="848"/>
                </a:lnTo>
                <a:lnTo>
                  <a:pt x="98" y="848"/>
                </a:lnTo>
                <a:lnTo>
                  <a:pt x="98" y="849"/>
                </a:lnTo>
                <a:lnTo>
                  <a:pt x="97" y="850"/>
                </a:lnTo>
                <a:lnTo>
                  <a:pt x="95" y="852"/>
                </a:lnTo>
                <a:lnTo>
                  <a:pt x="94" y="852"/>
                </a:lnTo>
                <a:lnTo>
                  <a:pt x="93" y="851"/>
                </a:lnTo>
                <a:lnTo>
                  <a:pt x="92" y="850"/>
                </a:lnTo>
                <a:lnTo>
                  <a:pt x="91" y="849"/>
                </a:lnTo>
                <a:lnTo>
                  <a:pt x="92" y="848"/>
                </a:lnTo>
                <a:lnTo>
                  <a:pt x="93" y="848"/>
                </a:lnTo>
                <a:lnTo>
                  <a:pt x="93" y="847"/>
                </a:lnTo>
                <a:lnTo>
                  <a:pt x="92" y="846"/>
                </a:lnTo>
                <a:lnTo>
                  <a:pt x="91" y="845"/>
                </a:lnTo>
                <a:lnTo>
                  <a:pt x="91" y="844"/>
                </a:lnTo>
                <a:lnTo>
                  <a:pt x="92" y="843"/>
                </a:lnTo>
                <a:lnTo>
                  <a:pt x="93" y="843"/>
                </a:lnTo>
                <a:lnTo>
                  <a:pt x="94" y="842"/>
                </a:lnTo>
                <a:lnTo>
                  <a:pt x="95" y="841"/>
                </a:lnTo>
                <a:lnTo>
                  <a:pt x="95" y="840"/>
                </a:lnTo>
                <a:lnTo>
                  <a:pt x="96" y="840"/>
                </a:lnTo>
                <a:lnTo>
                  <a:pt x="96" y="835"/>
                </a:lnTo>
                <a:lnTo>
                  <a:pt x="96" y="834"/>
                </a:lnTo>
                <a:lnTo>
                  <a:pt x="97" y="832"/>
                </a:lnTo>
                <a:lnTo>
                  <a:pt x="98" y="832"/>
                </a:lnTo>
                <a:lnTo>
                  <a:pt x="100" y="831"/>
                </a:lnTo>
                <a:lnTo>
                  <a:pt x="100" y="830"/>
                </a:lnTo>
                <a:lnTo>
                  <a:pt x="101" y="830"/>
                </a:lnTo>
                <a:lnTo>
                  <a:pt x="101" y="829"/>
                </a:lnTo>
                <a:lnTo>
                  <a:pt x="103" y="828"/>
                </a:lnTo>
                <a:lnTo>
                  <a:pt x="105" y="827"/>
                </a:lnTo>
                <a:lnTo>
                  <a:pt x="104" y="827"/>
                </a:lnTo>
                <a:lnTo>
                  <a:pt x="103" y="826"/>
                </a:lnTo>
                <a:lnTo>
                  <a:pt x="103" y="824"/>
                </a:lnTo>
                <a:lnTo>
                  <a:pt x="103" y="823"/>
                </a:lnTo>
                <a:lnTo>
                  <a:pt x="103" y="822"/>
                </a:lnTo>
                <a:lnTo>
                  <a:pt x="104" y="821"/>
                </a:lnTo>
                <a:lnTo>
                  <a:pt x="104" y="820"/>
                </a:lnTo>
                <a:lnTo>
                  <a:pt x="106" y="818"/>
                </a:lnTo>
                <a:lnTo>
                  <a:pt x="105" y="818"/>
                </a:lnTo>
                <a:lnTo>
                  <a:pt x="105" y="817"/>
                </a:lnTo>
                <a:lnTo>
                  <a:pt x="105" y="816"/>
                </a:lnTo>
                <a:lnTo>
                  <a:pt x="105" y="815"/>
                </a:lnTo>
                <a:lnTo>
                  <a:pt x="105" y="814"/>
                </a:lnTo>
                <a:lnTo>
                  <a:pt x="106" y="813"/>
                </a:lnTo>
                <a:lnTo>
                  <a:pt x="107" y="813"/>
                </a:lnTo>
                <a:lnTo>
                  <a:pt x="107" y="812"/>
                </a:lnTo>
                <a:lnTo>
                  <a:pt x="106" y="812"/>
                </a:lnTo>
                <a:lnTo>
                  <a:pt x="105" y="811"/>
                </a:lnTo>
                <a:lnTo>
                  <a:pt x="105" y="810"/>
                </a:lnTo>
                <a:lnTo>
                  <a:pt x="104" y="809"/>
                </a:lnTo>
                <a:lnTo>
                  <a:pt x="104" y="808"/>
                </a:lnTo>
                <a:lnTo>
                  <a:pt x="105" y="808"/>
                </a:lnTo>
                <a:lnTo>
                  <a:pt x="104" y="807"/>
                </a:lnTo>
                <a:lnTo>
                  <a:pt x="103" y="806"/>
                </a:lnTo>
                <a:lnTo>
                  <a:pt x="103" y="805"/>
                </a:lnTo>
                <a:lnTo>
                  <a:pt x="104" y="805"/>
                </a:lnTo>
                <a:lnTo>
                  <a:pt x="105" y="803"/>
                </a:lnTo>
                <a:lnTo>
                  <a:pt x="105" y="802"/>
                </a:lnTo>
                <a:lnTo>
                  <a:pt x="105" y="801"/>
                </a:lnTo>
                <a:lnTo>
                  <a:pt x="106" y="801"/>
                </a:lnTo>
                <a:lnTo>
                  <a:pt x="107" y="801"/>
                </a:lnTo>
                <a:lnTo>
                  <a:pt x="107" y="800"/>
                </a:lnTo>
                <a:lnTo>
                  <a:pt x="108" y="799"/>
                </a:lnTo>
                <a:lnTo>
                  <a:pt x="108" y="798"/>
                </a:lnTo>
                <a:lnTo>
                  <a:pt x="109" y="797"/>
                </a:lnTo>
                <a:lnTo>
                  <a:pt x="110" y="797"/>
                </a:lnTo>
                <a:lnTo>
                  <a:pt x="110" y="798"/>
                </a:lnTo>
                <a:lnTo>
                  <a:pt x="111" y="798"/>
                </a:lnTo>
                <a:lnTo>
                  <a:pt x="112" y="798"/>
                </a:lnTo>
                <a:lnTo>
                  <a:pt x="113" y="797"/>
                </a:lnTo>
                <a:lnTo>
                  <a:pt x="112" y="796"/>
                </a:lnTo>
                <a:lnTo>
                  <a:pt x="113" y="795"/>
                </a:lnTo>
                <a:lnTo>
                  <a:pt x="112" y="795"/>
                </a:lnTo>
                <a:lnTo>
                  <a:pt x="112" y="794"/>
                </a:lnTo>
                <a:lnTo>
                  <a:pt x="112" y="793"/>
                </a:lnTo>
                <a:lnTo>
                  <a:pt x="112" y="792"/>
                </a:lnTo>
                <a:lnTo>
                  <a:pt x="112" y="791"/>
                </a:lnTo>
                <a:lnTo>
                  <a:pt x="112" y="790"/>
                </a:lnTo>
                <a:lnTo>
                  <a:pt x="112" y="789"/>
                </a:lnTo>
                <a:lnTo>
                  <a:pt x="112" y="787"/>
                </a:lnTo>
                <a:lnTo>
                  <a:pt x="113" y="786"/>
                </a:lnTo>
                <a:lnTo>
                  <a:pt x="114" y="786"/>
                </a:lnTo>
                <a:lnTo>
                  <a:pt x="113" y="785"/>
                </a:lnTo>
                <a:lnTo>
                  <a:pt x="114" y="784"/>
                </a:lnTo>
                <a:lnTo>
                  <a:pt x="114" y="783"/>
                </a:lnTo>
                <a:lnTo>
                  <a:pt x="113" y="783"/>
                </a:lnTo>
                <a:lnTo>
                  <a:pt x="112" y="783"/>
                </a:lnTo>
                <a:lnTo>
                  <a:pt x="110" y="783"/>
                </a:lnTo>
                <a:lnTo>
                  <a:pt x="109" y="783"/>
                </a:lnTo>
                <a:lnTo>
                  <a:pt x="109" y="782"/>
                </a:lnTo>
                <a:lnTo>
                  <a:pt x="108" y="782"/>
                </a:lnTo>
                <a:lnTo>
                  <a:pt x="108" y="781"/>
                </a:lnTo>
                <a:lnTo>
                  <a:pt x="109" y="781"/>
                </a:lnTo>
                <a:lnTo>
                  <a:pt x="109" y="780"/>
                </a:lnTo>
                <a:lnTo>
                  <a:pt x="110" y="780"/>
                </a:lnTo>
                <a:lnTo>
                  <a:pt x="110" y="778"/>
                </a:lnTo>
                <a:lnTo>
                  <a:pt x="110" y="777"/>
                </a:lnTo>
                <a:lnTo>
                  <a:pt x="110" y="776"/>
                </a:lnTo>
                <a:lnTo>
                  <a:pt x="110" y="775"/>
                </a:lnTo>
                <a:lnTo>
                  <a:pt x="111" y="772"/>
                </a:lnTo>
                <a:lnTo>
                  <a:pt x="111" y="771"/>
                </a:lnTo>
                <a:lnTo>
                  <a:pt x="112" y="771"/>
                </a:lnTo>
                <a:lnTo>
                  <a:pt x="112" y="770"/>
                </a:lnTo>
                <a:lnTo>
                  <a:pt x="111" y="769"/>
                </a:lnTo>
                <a:lnTo>
                  <a:pt x="112" y="769"/>
                </a:lnTo>
                <a:lnTo>
                  <a:pt x="112" y="768"/>
                </a:lnTo>
                <a:lnTo>
                  <a:pt x="113" y="766"/>
                </a:lnTo>
                <a:lnTo>
                  <a:pt x="114" y="764"/>
                </a:lnTo>
                <a:lnTo>
                  <a:pt x="113" y="763"/>
                </a:lnTo>
                <a:lnTo>
                  <a:pt x="112" y="763"/>
                </a:lnTo>
                <a:lnTo>
                  <a:pt x="111" y="763"/>
                </a:lnTo>
                <a:lnTo>
                  <a:pt x="109" y="763"/>
                </a:lnTo>
                <a:lnTo>
                  <a:pt x="108" y="764"/>
                </a:lnTo>
                <a:lnTo>
                  <a:pt x="106" y="763"/>
                </a:lnTo>
                <a:lnTo>
                  <a:pt x="105" y="763"/>
                </a:lnTo>
                <a:lnTo>
                  <a:pt x="104" y="763"/>
                </a:lnTo>
                <a:lnTo>
                  <a:pt x="102" y="763"/>
                </a:lnTo>
                <a:lnTo>
                  <a:pt x="101" y="763"/>
                </a:lnTo>
                <a:lnTo>
                  <a:pt x="100" y="762"/>
                </a:lnTo>
                <a:lnTo>
                  <a:pt x="98" y="762"/>
                </a:lnTo>
                <a:lnTo>
                  <a:pt x="97" y="762"/>
                </a:lnTo>
                <a:lnTo>
                  <a:pt x="96" y="762"/>
                </a:lnTo>
                <a:lnTo>
                  <a:pt x="96" y="760"/>
                </a:lnTo>
                <a:lnTo>
                  <a:pt x="97" y="760"/>
                </a:lnTo>
                <a:lnTo>
                  <a:pt x="97" y="759"/>
                </a:lnTo>
                <a:lnTo>
                  <a:pt x="96" y="759"/>
                </a:lnTo>
                <a:lnTo>
                  <a:pt x="95" y="759"/>
                </a:lnTo>
                <a:lnTo>
                  <a:pt x="94" y="758"/>
                </a:lnTo>
                <a:lnTo>
                  <a:pt x="92" y="757"/>
                </a:lnTo>
                <a:lnTo>
                  <a:pt x="91" y="757"/>
                </a:lnTo>
                <a:lnTo>
                  <a:pt x="89" y="757"/>
                </a:lnTo>
                <a:lnTo>
                  <a:pt x="88" y="757"/>
                </a:lnTo>
                <a:lnTo>
                  <a:pt x="87" y="757"/>
                </a:lnTo>
                <a:lnTo>
                  <a:pt x="86" y="757"/>
                </a:lnTo>
                <a:lnTo>
                  <a:pt x="85" y="757"/>
                </a:lnTo>
                <a:lnTo>
                  <a:pt x="83" y="758"/>
                </a:lnTo>
                <a:lnTo>
                  <a:pt x="81" y="758"/>
                </a:lnTo>
                <a:lnTo>
                  <a:pt x="78" y="758"/>
                </a:lnTo>
                <a:lnTo>
                  <a:pt x="76" y="758"/>
                </a:lnTo>
                <a:lnTo>
                  <a:pt x="75" y="758"/>
                </a:lnTo>
                <a:lnTo>
                  <a:pt x="75" y="757"/>
                </a:lnTo>
                <a:lnTo>
                  <a:pt x="75" y="756"/>
                </a:lnTo>
                <a:lnTo>
                  <a:pt x="74" y="756"/>
                </a:lnTo>
                <a:lnTo>
                  <a:pt x="74" y="755"/>
                </a:lnTo>
                <a:lnTo>
                  <a:pt x="73" y="755"/>
                </a:lnTo>
                <a:lnTo>
                  <a:pt x="72" y="754"/>
                </a:lnTo>
                <a:lnTo>
                  <a:pt x="71" y="753"/>
                </a:lnTo>
                <a:lnTo>
                  <a:pt x="70" y="750"/>
                </a:lnTo>
                <a:lnTo>
                  <a:pt x="69" y="750"/>
                </a:lnTo>
                <a:lnTo>
                  <a:pt x="69" y="751"/>
                </a:lnTo>
                <a:lnTo>
                  <a:pt x="68" y="751"/>
                </a:lnTo>
                <a:lnTo>
                  <a:pt x="67" y="750"/>
                </a:lnTo>
                <a:lnTo>
                  <a:pt x="67" y="749"/>
                </a:lnTo>
                <a:lnTo>
                  <a:pt x="67" y="748"/>
                </a:lnTo>
                <a:lnTo>
                  <a:pt x="67" y="747"/>
                </a:lnTo>
                <a:lnTo>
                  <a:pt x="67" y="744"/>
                </a:lnTo>
                <a:lnTo>
                  <a:pt x="67" y="743"/>
                </a:lnTo>
                <a:lnTo>
                  <a:pt x="66" y="743"/>
                </a:lnTo>
                <a:lnTo>
                  <a:pt x="66" y="741"/>
                </a:lnTo>
                <a:lnTo>
                  <a:pt x="66" y="740"/>
                </a:lnTo>
                <a:lnTo>
                  <a:pt x="65" y="740"/>
                </a:lnTo>
                <a:lnTo>
                  <a:pt x="65" y="739"/>
                </a:lnTo>
                <a:lnTo>
                  <a:pt x="65" y="738"/>
                </a:lnTo>
                <a:lnTo>
                  <a:pt x="64" y="736"/>
                </a:lnTo>
                <a:lnTo>
                  <a:pt x="64" y="732"/>
                </a:lnTo>
                <a:lnTo>
                  <a:pt x="63" y="732"/>
                </a:lnTo>
                <a:lnTo>
                  <a:pt x="64" y="731"/>
                </a:lnTo>
                <a:lnTo>
                  <a:pt x="63" y="728"/>
                </a:lnTo>
                <a:lnTo>
                  <a:pt x="62" y="726"/>
                </a:lnTo>
                <a:lnTo>
                  <a:pt x="62" y="725"/>
                </a:lnTo>
                <a:lnTo>
                  <a:pt x="62" y="724"/>
                </a:lnTo>
                <a:lnTo>
                  <a:pt x="61" y="724"/>
                </a:lnTo>
                <a:lnTo>
                  <a:pt x="60" y="722"/>
                </a:lnTo>
                <a:lnTo>
                  <a:pt x="59" y="721"/>
                </a:lnTo>
                <a:lnTo>
                  <a:pt x="60" y="720"/>
                </a:lnTo>
                <a:lnTo>
                  <a:pt x="61" y="718"/>
                </a:lnTo>
                <a:lnTo>
                  <a:pt x="62" y="718"/>
                </a:lnTo>
                <a:lnTo>
                  <a:pt x="62" y="717"/>
                </a:lnTo>
                <a:lnTo>
                  <a:pt x="63" y="717"/>
                </a:lnTo>
                <a:lnTo>
                  <a:pt x="63" y="716"/>
                </a:lnTo>
                <a:lnTo>
                  <a:pt x="63" y="715"/>
                </a:lnTo>
                <a:lnTo>
                  <a:pt x="63" y="714"/>
                </a:lnTo>
                <a:lnTo>
                  <a:pt x="66" y="709"/>
                </a:lnTo>
                <a:lnTo>
                  <a:pt x="69" y="708"/>
                </a:lnTo>
                <a:lnTo>
                  <a:pt x="69" y="707"/>
                </a:lnTo>
                <a:lnTo>
                  <a:pt x="68" y="707"/>
                </a:lnTo>
                <a:lnTo>
                  <a:pt x="68" y="703"/>
                </a:lnTo>
                <a:lnTo>
                  <a:pt x="68" y="701"/>
                </a:lnTo>
                <a:lnTo>
                  <a:pt x="68" y="700"/>
                </a:lnTo>
                <a:lnTo>
                  <a:pt x="69" y="700"/>
                </a:lnTo>
                <a:lnTo>
                  <a:pt x="69" y="699"/>
                </a:lnTo>
                <a:lnTo>
                  <a:pt x="69" y="697"/>
                </a:lnTo>
                <a:lnTo>
                  <a:pt x="69" y="695"/>
                </a:lnTo>
                <a:lnTo>
                  <a:pt x="70" y="693"/>
                </a:lnTo>
                <a:lnTo>
                  <a:pt x="71" y="693"/>
                </a:lnTo>
                <a:lnTo>
                  <a:pt x="72" y="692"/>
                </a:lnTo>
                <a:lnTo>
                  <a:pt x="73" y="691"/>
                </a:lnTo>
                <a:lnTo>
                  <a:pt x="73" y="690"/>
                </a:lnTo>
                <a:lnTo>
                  <a:pt x="73" y="689"/>
                </a:lnTo>
                <a:lnTo>
                  <a:pt x="72" y="688"/>
                </a:lnTo>
                <a:lnTo>
                  <a:pt x="71" y="688"/>
                </a:lnTo>
                <a:lnTo>
                  <a:pt x="70" y="688"/>
                </a:lnTo>
                <a:lnTo>
                  <a:pt x="67" y="688"/>
                </a:lnTo>
                <a:lnTo>
                  <a:pt x="67" y="687"/>
                </a:lnTo>
                <a:lnTo>
                  <a:pt x="66" y="686"/>
                </a:lnTo>
                <a:lnTo>
                  <a:pt x="66" y="685"/>
                </a:lnTo>
                <a:lnTo>
                  <a:pt x="65" y="684"/>
                </a:lnTo>
                <a:lnTo>
                  <a:pt x="62" y="682"/>
                </a:lnTo>
                <a:lnTo>
                  <a:pt x="62" y="681"/>
                </a:lnTo>
                <a:lnTo>
                  <a:pt x="61" y="680"/>
                </a:lnTo>
                <a:lnTo>
                  <a:pt x="61" y="679"/>
                </a:lnTo>
                <a:lnTo>
                  <a:pt x="60" y="677"/>
                </a:lnTo>
                <a:lnTo>
                  <a:pt x="59" y="677"/>
                </a:lnTo>
                <a:lnTo>
                  <a:pt x="57" y="676"/>
                </a:lnTo>
                <a:lnTo>
                  <a:pt x="57" y="675"/>
                </a:lnTo>
                <a:lnTo>
                  <a:pt x="56" y="675"/>
                </a:lnTo>
                <a:lnTo>
                  <a:pt x="53" y="672"/>
                </a:lnTo>
                <a:lnTo>
                  <a:pt x="51" y="672"/>
                </a:lnTo>
                <a:lnTo>
                  <a:pt x="51" y="670"/>
                </a:lnTo>
                <a:lnTo>
                  <a:pt x="50" y="670"/>
                </a:lnTo>
                <a:lnTo>
                  <a:pt x="50" y="669"/>
                </a:lnTo>
                <a:lnTo>
                  <a:pt x="51" y="669"/>
                </a:lnTo>
                <a:lnTo>
                  <a:pt x="51" y="668"/>
                </a:lnTo>
                <a:lnTo>
                  <a:pt x="49" y="665"/>
                </a:lnTo>
                <a:lnTo>
                  <a:pt x="49" y="664"/>
                </a:lnTo>
                <a:lnTo>
                  <a:pt x="49" y="663"/>
                </a:lnTo>
                <a:lnTo>
                  <a:pt x="49" y="662"/>
                </a:lnTo>
                <a:lnTo>
                  <a:pt x="49" y="661"/>
                </a:lnTo>
                <a:lnTo>
                  <a:pt x="48" y="661"/>
                </a:lnTo>
                <a:lnTo>
                  <a:pt x="47" y="662"/>
                </a:lnTo>
                <a:lnTo>
                  <a:pt x="46" y="663"/>
                </a:lnTo>
                <a:lnTo>
                  <a:pt x="45" y="664"/>
                </a:lnTo>
                <a:lnTo>
                  <a:pt x="43" y="663"/>
                </a:lnTo>
                <a:lnTo>
                  <a:pt x="43" y="662"/>
                </a:lnTo>
                <a:lnTo>
                  <a:pt x="43" y="661"/>
                </a:lnTo>
                <a:lnTo>
                  <a:pt x="43" y="658"/>
                </a:lnTo>
                <a:lnTo>
                  <a:pt x="42" y="658"/>
                </a:lnTo>
                <a:lnTo>
                  <a:pt x="43" y="657"/>
                </a:lnTo>
                <a:lnTo>
                  <a:pt x="43" y="655"/>
                </a:lnTo>
                <a:lnTo>
                  <a:pt x="43" y="653"/>
                </a:lnTo>
                <a:lnTo>
                  <a:pt x="45" y="652"/>
                </a:lnTo>
                <a:lnTo>
                  <a:pt x="46" y="651"/>
                </a:lnTo>
                <a:lnTo>
                  <a:pt x="46" y="650"/>
                </a:lnTo>
                <a:lnTo>
                  <a:pt x="46" y="649"/>
                </a:lnTo>
                <a:lnTo>
                  <a:pt x="47" y="648"/>
                </a:lnTo>
                <a:lnTo>
                  <a:pt x="48" y="648"/>
                </a:lnTo>
                <a:lnTo>
                  <a:pt x="49" y="646"/>
                </a:lnTo>
                <a:lnTo>
                  <a:pt x="50" y="641"/>
                </a:lnTo>
                <a:lnTo>
                  <a:pt x="51" y="637"/>
                </a:lnTo>
                <a:lnTo>
                  <a:pt x="52" y="637"/>
                </a:lnTo>
                <a:lnTo>
                  <a:pt x="52" y="636"/>
                </a:lnTo>
                <a:lnTo>
                  <a:pt x="53" y="634"/>
                </a:lnTo>
                <a:lnTo>
                  <a:pt x="54" y="633"/>
                </a:lnTo>
                <a:lnTo>
                  <a:pt x="53" y="633"/>
                </a:lnTo>
                <a:lnTo>
                  <a:pt x="53" y="632"/>
                </a:lnTo>
                <a:lnTo>
                  <a:pt x="54" y="631"/>
                </a:lnTo>
                <a:lnTo>
                  <a:pt x="56" y="624"/>
                </a:lnTo>
                <a:lnTo>
                  <a:pt x="57" y="623"/>
                </a:lnTo>
                <a:lnTo>
                  <a:pt x="57" y="621"/>
                </a:lnTo>
                <a:lnTo>
                  <a:pt x="57" y="620"/>
                </a:lnTo>
                <a:lnTo>
                  <a:pt x="56" y="620"/>
                </a:lnTo>
                <a:lnTo>
                  <a:pt x="54" y="621"/>
                </a:lnTo>
                <a:lnTo>
                  <a:pt x="53" y="617"/>
                </a:lnTo>
                <a:lnTo>
                  <a:pt x="53" y="616"/>
                </a:lnTo>
                <a:lnTo>
                  <a:pt x="54" y="614"/>
                </a:lnTo>
                <a:lnTo>
                  <a:pt x="55" y="613"/>
                </a:lnTo>
                <a:lnTo>
                  <a:pt x="55" y="612"/>
                </a:lnTo>
                <a:lnTo>
                  <a:pt x="56" y="612"/>
                </a:lnTo>
                <a:lnTo>
                  <a:pt x="56" y="611"/>
                </a:lnTo>
                <a:lnTo>
                  <a:pt x="56" y="610"/>
                </a:lnTo>
                <a:lnTo>
                  <a:pt x="56" y="608"/>
                </a:lnTo>
                <a:lnTo>
                  <a:pt x="56" y="607"/>
                </a:lnTo>
                <a:lnTo>
                  <a:pt x="56" y="606"/>
                </a:lnTo>
                <a:lnTo>
                  <a:pt x="56" y="605"/>
                </a:lnTo>
                <a:lnTo>
                  <a:pt x="55" y="603"/>
                </a:lnTo>
                <a:lnTo>
                  <a:pt x="55" y="604"/>
                </a:lnTo>
                <a:lnTo>
                  <a:pt x="53" y="606"/>
                </a:lnTo>
                <a:lnTo>
                  <a:pt x="52" y="606"/>
                </a:lnTo>
                <a:lnTo>
                  <a:pt x="51" y="605"/>
                </a:lnTo>
                <a:lnTo>
                  <a:pt x="49" y="604"/>
                </a:lnTo>
                <a:lnTo>
                  <a:pt x="48" y="605"/>
                </a:lnTo>
                <a:lnTo>
                  <a:pt x="48" y="606"/>
                </a:lnTo>
                <a:lnTo>
                  <a:pt x="47" y="608"/>
                </a:lnTo>
                <a:lnTo>
                  <a:pt x="46" y="607"/>
                </a:lnTo>
                <a:lnTo>
                  <a:pt x="45" y="607"/>
                </a:lnTo>
                <a:lnTo>
                  <a:pt x="45" y="606"/>
                </a:lnTo>
                <a:lnTo>
                  <a:pt x="44" y="606"/>
                </a:lnTo>
                <a:lnTo>
                  <a:pt x="43" y="607"/>
                </a:lnTo>
                <a:lnTo>
                  <a:pt x="42" y="607"/>
                </a:lnTo>
                <a:lnTo>
                  <a:pt x="41" y="607"/>
                </a:lnTo>
                <a:lnTo>
                  <a:pt x="41" y="608"/>
                </a:lnTo>
                <a:lnTo>
                  <a:pt x="37" y="609"/>
                </a:lnTo>
                <a:lnTo>
                  <a:pt x="35" y="610"/>
                </a:lnTo>
                <a:lnTo>
                  <a:pt x="35" y="609"/>
                </a:lnTo>
                <a:lnTo>
                  <a:pt x="34" y="609"/>
                </a:lnTo>
                <a:lnTo>
                  <a:pt x="34" y="610"/>
                </a:lnTo>
                <a:lnTo>
                  <a:pt x="33" y="610"/>
                </a:lnTo>
                <a:lnTo>
                  <a:pt x="33" y="611"/>
                </a:lnTo>
                <a:lnTo>
                  <a:pt x="32" y="612"/>
                </a:lnTo>
                <a:lnTo>
                  <a:pt x="31" y="613"/>
                </a:lnTo>
                <a:lnTo>
                  <a:pt x="30" y="613"/>
                </a:lnTo>
                <a:lnTo>
                  <a:pt x="30" y="612"/>
                </a:lnTo>
                <a:lnTo>
                  <a:pt x="29" y="612"/>
                </a:lnTo>
                <a:lnTo>
                  <a:pt x="29" y="611"/>
                </a:lnTo>
                <a:lnTo>
                  <a:pt x="28" y="611"/>
                </a:lnTo>
                <a:lnTo>
                  <a:pt x="28" y="612"/>
                </a:lnTo>
                <a:lnTo>
                  <a:pt x="28" y="613"/>
                </a:lnTo>
                <a:lnTo>
                  <a:pt x="26" y="615"/>
                </a:lnTo>
                <a:lnTo>
                  <a:pt x="25" y="615"/>
                </a:lnTo>
                <a:lnTo>
                  <a:pt x="21" y="617"/>
                </a:lnTo>
                <a:lnTo>
                  <a:pt x="19" y="615"/>
                </a:lnTo>
                <a:lnTo>
                  <a:pt x="19" y="614"/>
                </a:lnTo>
                <a:lnTo>
                  <a:pt x="18" y="613"/>
                </a:lnTo>
                <a:lnTo>
                  <a:pt x="15" y="612"/>
                </a:lnTo>
                <a:lnTo>
                  <a:pt x="13" y="612"/>
                </a:lnTo>
                <a:lnTo>
                  <a:pt x="12" y="613"/>
                </a:lnTo>
                <a:lnTo>
                  <a:pt x="11" y="613"/>
                </a:lnTo>
                <a:lnTo>
                  <a:pt x="9" y="612"/>
                </a:lnTo>
                <a:lnTo>
                  <a:pt x="8" y="611"/>
                </a:lnTo>
                <a:lnTo>
                  <a:pt x="7" y="611"/>
                </a:lnTo>
                <a:lnTo>
                  <a:pt x="8" y="610"/>
                </a:lnTo>
                <a:lnTo>
                  <a:pt x="8" y="608"/>
                </a:lnTo>
                <a:lnTo>
                  <a:pt x="7" y="608"/>
                </a:lnTo>
                <a:lnTo>
                  <a:pt x="7" y="607"/>
                </a:lnTo>
                <a:lnTo>
                  <a:pt x="6" y="606"/>
                </a:lnTo>
                <a:lnTo>
                  <a:pt x="7" y="605"/>
                </a:lnTo>
                <a:lnTo>
                  <a:pt x="8" y="605"/>
                </a:lnTo>
                <a:lnTo>
                  <a:pt x="9" y="604"/>
                </a:lnTo>
                <a:lnTo>
                  <a:pt x="10" y="603"/>
                </a:lnTo>
                <a:lnTo>
                  <a:pt x="11" y="602"/>
                </a:lnTo>
                <a:lnTo>
                  <a:pt x="12" y="602"/>
                </a:lnTo>
                <a:lnTo>
                  <a:pt x="12" y="601"/>
                </a:lnTo>
                <a:lnTo>
                  <a:pt x="11" y="601"/>
                </a:lnTo>
                <a:lnTo>
                  <a:pt x="11" y="599"/>
                </a:lnTo>
                <a:lnTo>
                  <a:pt x="10" y="599"/>
                </a:lnTo>
                <a:lnTo>
                  <a:pt x="9" y="599"/>
                </a:lnTo>
                <a:lnTo>
                  <a:pt x="8" y="599"/>
                </a:lnTo>
                <a:lnTo>
                  <a:pt x="7" y="599"/>
                </a:lnTo>
                <a:lnTo>
                  <a:pt x="6" y="599"/>
                </a:lnTo>
                <a:lnTo>
                  <a:pt x="5" y="597"/>
                </a:lnTo>
                <a:lnTo>
                  <a:pt x="5" y="596"/>
                </a:lnTo>
                <a:lnTo>
                  <a:pt x="6" y="596"/>
                </a:lnTo>
                <a:lnTo>
                  <a:pt x="6" y="595"/>
                </a:lnTo>
                <a:lnTo>
                  <a:pt x="5" y="592"/>
                </a:lnTo>
                <a:lnTo>
                  <a:pt x="5" y="591"/>
                </a:lnTo>
                <a:lnTo>
                  <a:pt x="4" y="590"/>
                </a:lnTo>
                <a:lnTo>
                  <a:pt x="4" y="589"/>
                </a:lnTo>
                <a:lnTo>
                  <a:pt x="7" y="587"/>
                </a:lnTo>
                <a:lnTo>
                  <a:pt x="9" y="582"/>
                </a:lnTo>
                <a:lnTo>
                  <a:pt x="10" y="580"/>
                </a:lnTo>
                <a:lnTo>
                  <a:pt x="8" y="577"/>
                </a:lnTo>
                <a:lnTo>
                  <a:pt x="7" y="578"/>
                </a:lnTo>
                <a:lnTo>
                  <a:pt x="7" y="579"/>
                </a:lnTo>
                <a:lnTo>
                  <a:pt x="6" y="580"/>
                </a:lnTo>
                <a:lnTo>
                  <a:pt x="4" y="579"/>
                </a:lnTo>
                <a:lnTo>
                  <a:pt x="3" y="579"/>
                </a:lnTo>
                <a:lnTo>
                  <a:pt x="2" y="578"/>
                </a:lnTo>
                <a:lnTo>
                  <a:pt x="1" y="577"/>
                </a:lnTo>
                <a:lnTo>
                  <a:pt x="0" y="576"/>
                </a:lnTo>
                <a:lnTo>
                  <a:pt x="0" y="575"/>
                </a:lnTo>
                <a:lnTo>
                  <a:pt x="1" y="575"/>
                </a:lnTo>
                <a:lnTo>
                  <a:pt x="0" y="574"/>
                </a:lnTo>
                <a:lnTo>
                  <a:pt x="0" y="573"/>
                </a:lnTo>
                <a:lnTo>
                  <a:pt x="0" y="572"/>
                </a:lnTo>
                <a:lnTo>
                  <a:pt x="1" y="571"/>
                </a:lnTo>
                <a:lnTo>
                  <a:pt x="2" y="571"/>
                </a:lnTo>
                <a:lnTo>
                  <a:pt x="3" y="568"/>
                </a:lnTo>
                <a:lnTo>
                  <a:pt x="3" y="567"/>
                </a:lnTo>
                <a:lnTo>
                  <a:pt x="3" y="566"/>
                </a:lnTo>
                <a:lnTo>
                  <a:pt x="4" y="565"/>
                </a:lnTo>
                <a:lnTo>
                  <a:pt x="4" y="564"/>
                </a:lnTo>
                <a:lnTo>
                  <a:pt x="4" y="563"/>
                </a:lnTo>
                <a:lnTo>
                  <a:pt x="3" y="563"/>
                </a:lnTo>
                <a:lnTo>
                  <a:pt x="3" y="560"/>
                </a:lnTo>
                <a:lnTo>
                  <a:pt x="4" y="558"/>
                </a:lnTo>
                <a:lnTo>
                  <a:pt x="4" y="557"/>
                </a:lnTo>
                <a:lnTo>
                  <a:pt x="3" y="557"/>
                </a:lnTo>
                <a:lnTo>
                  <a:pt x="3" y="556"/>
                </a:lnTo>
                <a:lnTo>
                  <a:pt x="3" y="555"/>
                </a:lnTo>
                <a:lnTo>
                  <a:pt x="5" y="554"/>
                </a:lnTo>
                <a:lnTo>
                  <a:pt x="6" y="554"/>
                </a:lnTo>
                <a:lnTo>
                  <a:pt x="8" y="552"/>
                </a:lnTo>
                <a:lnTo>
                  <a:pt x="10" y="550"/>
                </a:lnTo>
                <a:lnTo>
                  <a:pt x="11" y="549"/>
                </a:lnTo>
                <a:lnTo>
                  <a:pt x="12" y="548"/>
                </a:lnTo>
                <a:lnTo>
                  <a:pt x="13" y="543"/>
                </a:lnTo>
                <a:lnTo>
                  <a:pt x="14" y="542"/>
                </a:lnTo>
                <a:lnTo>
                  <a:pt x="15" y="540"/>
                </a:lnTo>
                <a:lnTo>
                  <a:pt x="17" y="537"/>
                </a:lnTo>
                <a:lnTo>
                  <a:pt x="18" y="536"/>
                </a:lnTo>
                <a:lnTo>
                  <a:pt x="19" y="536"/>
                </a:lnTo>
                <a:lnTo>
                  <a:pt x="19" y="535"/>
                </a:lnTo>
                <a:lnTo>
                  <a:pt x="19" y="534"/>
                </a:lnTo>
                <a:lnTo>
                  <a:pt x="18" y="532"/>
                </a:lnTo>
                <a:lnTo>
                  <a:pt x="20" y="529"/>
                </a:lnTo>
                <a:lnTo>
                  <a:pt x="22" y="526"/>
                </a:lnTo>
                <a:lnTo>
                  <a:pt x="25" y="523"/>
                </a:lnTo>
                <a:lnTo>
                  <a:pt x="26" y="523"/>
                </a:lnTo>
                <a:lnTo>
                  <a:pt x="28" y="519"/>
                </a:lnTo>
                <a:lnTo>
                  <a:pt x="29" y="518"/>
                </a:lnTo>
                <a:lnTo>
                  <a:pt x="29" y="516"/>
                </a:lnTo>
                <a:lnTo>
                  <a:pt x="29" y="515"/>
                </a:lnTo>
                <a:lnTo>
                  <a:pt x="27" y="511"/>
                </a:lnTo>
                <a:lnTo>
                  <a:pt x="27" y="509"/>
                </a:lnTo>
                <a:lnTo>
                  <a:pt x="26" y="507"/>
                </a:lnTo>
                <a:lnTo>
                  <a:pt x="25" y="505"/>
                </a:lnTo>
                <a:lnTo>
                  <a:pt x="24" y="505"/>
                </a:lnTo>
                <a:lnTo>
                  <a:pt x="23" y="505"/>
                </a:lnTo>
                <a:lnTo>
                  <a:pt x="21" y="505"/>
                </a:lnTo>
                <a:lnTo>
                  <a:pt x="21" y="504"/>
                </a:lnTo>
                <a:lnTo>
                  <a:pt x="20" y="504"/>
                </a:lnTo>
                <a:lnTo>
                  <a:pt x="21" y="503"/>
                </a:lnTo>
                <a:lnTo>
                  <a:pt x="21" y="502"/>
                </a:lnTo>
                <a:lnTo>
                  <a:pt x="21" y="501"/>
                </a:lnTo>
                <a:lnTo>
                  <a:pt x="22" y="498"/>
                </a:lnTo>
                <a:lnTo>
                  <a:pt x="23" y="495"/>
                </a:lnTo>
                <a:lnTo>
                  <a:pt x="23" y="494"/>
                </a:lnTo>
                <a:lnTo>
                  <a:pt x="23" y="492"/>
                </a:lnTo>
                <a:lnTo>
                  <a:pt x="24" y="492"/>
                </a:lnTo>
                <a:lnTo>
                  <a:pt x="24" y="491"/>
                </a:lnTo>
                <a:lnTo>
                  <a:pt x="26" y="488"/>
                </a:lnTo>
                <a:lnTo>
                  <a:pt x="28" y="487"/>
                </a:lnTo>
                <a:lnTo>
                  <a:pt x="31" y="487"/>
                </a:lnTo>
                <a:lnTo>
                  <a:pt x="31" y="486"/>
                </a:lnTo>
                <a:lnTo>
                  <a:pt x="31" y="485"/>
                </a:lnTo>
                <a:lnTo>
                  <a:pt x="31" y="483"/>
                </a:lnTo>
                <a:lnTo>
                  <a:pt x="32" y="483"/>
                </a:lnTo>
                <a:lnTo>
                  <a:pt x="32" y="482"/>
                </a:lnTo>
                <a:lnTo>
                  <a:pt x="34" y="481"/>
                </a:lnTo>
                <a:lnTo>
                  <a:pt x="36" y="481"/>
                </a:lnTo>
                <a:lnTo>
                  <a:pt x="36" y="482"/>
                </a:lnTo>
                <a:lnTo>
                  <a:pt x="37" y="482"/>
                </a:lnTo>
                <a:lnTo>
                  <a:pt x="40" y="483"/>
                </a:lnTo>
                <a:lnTo>
                  <a:pt x="41" y="482"/>
                </a:lnTo>
                <a:lnTo>
                  <a:pt x="41" y="481"/>
                </a:lnTo>
                <a:lnTo>
                  <a:pt x="41" y="480"/>
                </a:lnTo>
                <a:lnTo>
                  <a:pt x="41" y="479"/>
                </a:lnTo>
                <a:lnTo>
                  <a:pt x="41" y="477"/>
                </a:lnTo>
                <a:lnTo>
                  <a:pt x="42" y="477"/>
                </a:lnTo>
                <a:lnTo>
                  <a:pt x="42" y="476"/>
                </a:lnTo>
                <a:lnTo>
                  <a:pt x="42" y="475"/>
                </a:lnTo>
                <a:lnTo>
                  <a:pt x="43" y="475"/>
                </a:lnTo>
                <a:lnTo>
                  <a:pt x="43" y="474"/>
                </a:lnTo>
                <a:lnTo>
                  <a:pt x="43" y="475"/>
                </a:lnTo>
                <a:lnTo>
                  <a:pt x="44" y="475"/>
                </a:lnTo>
                <a:lnTo>
                  <a:pt x="45" y="476"/>
                </a:lnTo>
                <a:lnTo>
                  <a:pt x="45" y="477"/>
                </a:lnTo>
                <a:lnTo>
                  <a:pt x="46" y="478"/>
                </a:lnTo>
                <a:lnTo>
                  <a:pt x="46" y="477"/>
                </a:lnTo>
                <a:lnTo>
                  <a:pt x="47" y="477"/>
                </a:lnTo>
                <a:lnTo>
                  <a:pt x="48" y="478"/>
                </a:lnTo>
                <a:lnTo>
                  <a:pt x="49" y="478"/>
                </a:lnTo>
                <a:lnTo>
                  <a:pt x="50" y="478"/>
                </a:lnTo>
                <a:lnTo>
                  <a:pt x="52" y="477"/>
                </a:lnTo>
                <a:lnTo>
                  <a:pt x="52" y="476"/>
                </a:lnTo>
                <a:lnTo>
                  <a:pt x="52" y="475"/>
                </a:lnTo>
                <a:lnTo>
                  <a:pt x="53" y="475"/>
                </a:lnTo>
                <a:lnTo>
                  <a:pt x="54" y="474"/>
                </a:lnTo>
                <a:lnTo>
                  <a:pt x="55" y="474"/>
                </a:lnTo>
                <a:lnTo>
                  <a:pt x="54" y="474"/>
                </a:lnTo>
                <a:lnTo>
                  <a:pt x="54" y="473"/>
                </a:lnTo>
                <a:lnTo>
                  <a:pt x="54" y="471"/>
                </a:lnTo>
                <a:lnTo>
                  <a:pt x="55" y="471"/>
                </a:lnTo>
                <a:lnTo>
                  <a:pt x="55" y="472"/>
                </a:lnTo>
                <a:lnTo>
                  <a:pt x="56" y="472"/>
                </a:lnTo>
                <a:lnTo>
                  <a:pt x="56" y="473"/>
                </a:lnTo>
                <a:lnTo>
                  <a:pt x="57" y="473"/>
                </a:lnTo>
                <a:lnTo>
                  <a:pt x="57" y="472"/>
                </a:lnTo>
                <a:lnTo>
                  <a:pt x="58" y="472"/>
                </a:lnTo>
                <a:lnTo>
                  <a:pt x="59" y="472"/>
                </a:lnTo>
                <a:lnTo>
                  <a:pt x="60" y="472"/>
                </a:lnTo>
                <a:lnTo>
                  <a:pt x="60" y="471"/>
                </a:lnTo>
                <a:lnTo>
                  <a:pt x="61" y="470"/>
                </a:lnTo>
                <a:lnTo>
                  <a:pt x="60" y="470"/>
                </a:lnTo>
                <a:lnTo>
                  <a:pt x="59" y="469"/>
                </a:lnTo>
                <a:lnTo>
                  <a:pt x="59" y="467"/>
                </a:lnTo>
                <a:lnTo>
                  <a:pt x="60" y="467"/>
                </a:lnTo>
                <a:lnTo>
                  <a:pt x="60" y="466"/>
                </a:lnTo>
                <a:lnTo>
                  <a:pt x="61" y="466"/>
                </a:lnTo>
                <a:lnTo>
                  <a:pt x="62" y="466"/>
                </a:lnTo>
                <a:lnTo>
                  <a:pt x="63" y="466"/>
                </a:lnTo>
                <a:lnTo>
                  <a:pt x="64" y="466"/>
                </a:lnTo>
                <a:lnTo>
                  <a:pt x="65" y="466"/>
                </a:lnTo>
                <a:lnTo>
                  <a:pt x="66" y="466"/>
                </a:lnTo>
                <a:lnTo>
                  <a:pt x="67" y="466"/>
                </a:lnTo>
                <a:lnTo>
                  <a:pt x="68" y="466"/>
                </a:lnTo>
                <a:lnTo>
                  <a:pt x="69" y="466"/>
                </a:lnTo>
                <a:lnTo>
                  <a:pt x="70" y="466"/>
                </a:lnTo>
                <a:lnTo>
                  <a:pt x="70" y="467"/>
                </a:lnTo>
                <a:lnTo>
                  <a:pt x="71" y="467"/>
                </a:lnTo>
                <a:lnTo>
                  <a:pt x="71" y="466"/>
                </a:lnTo>
                <a:lnTo>
                  <a:pt x="71" y="465"/>
                </a:lnTo>
                <a:lnTo>
                  <a:pt x="72" y="465"/>
                </a:lnTo>
                <a:lnTo>
                  <a:pt x="72" y="464"/>
                </a:lnTo>
                <a:lnTo>
                  <a:pt x="72" y="463"/>
                </a:lnTo>
                <a:lnTo>
                  <a:pt x="73" y="463"/>
                </a:lnTo>
                <a:lnTo>
                  <a:pt x="74" y="462"/>
                </a:lnTo>
                <a:lnTo>
                  <a:pt x="74" y="461"/>
                </a:lnTo>
                <a:lnTo>
                  <a:pt x="73" y="460"/>
                </a:lnTo>
                <a:lnTo>
                  <a:pt x="73" y="459"/>
                </a:lnTo>
                <a:lnTo>
                  <a:pt x="72" y="458"/>
                </a:lnTo>
                <a:lnTo>
                  <a:pt x="73" y="458"/>
                </a:lnTo>
                <a:lnTo>
                  <a:pt x="72" y="458"/>
                </a:lnTo>
                <a:lnTo>
                  <a:pt x="72" y="457"/>
                </a:lnTo>
                <a:lnTo>
                  <a:pt x="71" y="457"/>
                </a:lnTo>
                <a:lnTo>
                  <a:pt x="70" y="457"/>
                </a:lnTo>
                <a:lnTo>
                  <a:pt x="69" y="456"/>
                </a:lnTo>
                <a:lnTo>
                  <a:pt x="70" y="456"/>
                </a:lnTo>
                <a:lnTo>
                  <a:pt x="71" y="456"/>
                </a:lnTo>
                <a:lnTo>
                  <a:pt x="70" y="456"/>
                </a:lnTo>
                <a:lnTo>
                  <a:pt x="71" y="456"/>
                </a:lnTo>
                <a:lnTo>
                  <a:pt x="70" y="455"/>
                </a:lnTo>
                <a:lnTo>
                  <a:pt x="70" y="454"/>
                </a:lnTo>
                <a:lnTo>
                  <a:pt x="69" y="454"/>
                </a:lnTo>
                <a:lnTo>
                  <a:pt x="69" y="453"/>
                </a:lnTo>
                <a:lnTo>
                  <a:pt x="68" y="453"/>
                </a:lnTo>
                <a:lnTo>
                  <a:pt x="68" y="452"/>
                </a:lnTo>
                <a:lnTo>
                  <a:pt x="68" y="451"/>
                </a:lnTo>
                <a:lnTo>
                  <a:pt x="68" y="450"/>
                </a:lnTo>
                <a:lnTo>
                  <a:pt x="68" y="449"/>
                </a:lnTo>
                <a:lnTo>
                  <a:pt x="67" y="449"/>
                </a:lnTo>
                <a:lnTo>
                  <a:pt x="67" y="448"/>
                </a:lnTo>
                <a:lnTo>
                  <a:pt x="66" y="449"/>
                </a:lnTo>
                <a:lnTo>
                  <a:pt x="66" y="448"/>
                </a:lnTo>
                <a:lnTo>
                  <a:pt x="66" y="447"/>
                </a:lnTo>
                <a:lnTo>
                  <a:pt x="66" y="446"/>
                </a:lnTo>
                <a:lnTo>
                  <a:pt x="66" y="445"/>
                </a:lnTo>
                <a:lnTo>
                  <a:pt x="65" y="445"/>
                </a:lnTo>
                <a:lnTo>
                  <a:pt x="66" y="445"/>
                </a:lnTo>
                <a:lnTo>
                  <a:pt x="66" y="444"/>
                </a:lnTo>
                <a:lnTo>
                  <a:pt x="65" y="444"/>
                </a:lnTo>
                <a:lnTo>
                  <a:pt x="64" y="444"/>
                </a:lnTo>
                <a:lnTo>
                  <a:pt x="64" y="443"/>
                </a:lnTo>
                <a:lnTo>
                  <a:pt x="63" y="442"/>
                </a:lnTo>
                <a:lnTo>
                  <a:pt x="63" y="441"/>
                </a:lnTo>
                <a:lnTo>
                  <a:pt x="63" y="440"/>
                </a:lnTo>
                <a:lnTo>
                  <a:pt x="64" y="440"/>
                </a:lnTo>
                <a:lnTo>
                  <a:pt x="65" y="440"/>
                </a:lnTo>
                <a:lnTo>
                  <a:pt x="65" y="439"/>
                </a:lnTo>
                <a:lnTo>
                  <a:pt x="67" y="438"/>
                </a:lnTo>
                <a:lnTo>
                  <a:pt x="68" y="438"/>
                </a:lnTo>
                <a:lnTo>
                  <a:pt x="69" y="438"/>
                </a:lnTo>
                <a:lnTo>
                  <a:pt x="70" y="438"/>
                </a:lnTo>
                <a:lnTo>
                  <a:pt x="71" y="438"/>
                </a:lnTo>
                <a:lnTo>
                  <a:pt x="72" y="437"/>
                </a:lnTo>
                <a:lnTo>
                  <a:pt x="73" y="437"/>
                </a:lnTo>
                <a:lnTo>
                  <a:pt x="73" y="438"/>
                </a:lnTo>
                <a:lnTo>
                  <a:pt x="74" y="438"/>
                </a:lnTo>
                <a:lnTo>
                  <a:pt x="75" y="438"/>
                </a:lnTo>
                <a:lnTo>
                  <a:pt x="76" y="438"/>
                </a:lnTo>
                <a:lnTo>
                  <a:pt x="77" y="437"/>
                </a:lnTo>
                <a:lnTo>
                  <a:pt x="78" y="437"/>
                </a:lnTo>
                <a:lnTo>
                  <a:pt x="78" y="436"/>
                </a:lnTo>
                <a:lnTo>
                  <a:pt x="79" y="436"/>
                </a:lnTo>
                <a:lnTo>
                  <a:pt x="80" y="436"/>
                </a:lnTo>
                <a:lnTo>
                  <a:pt x="80" y="435"/>
                </a:lnTo>
                <a:lnTo>
                  <a:pt x="81" y="435"/>
                </a:lnTo>
                <a:lnTo>
                  <a:pt x="82" y="435"/>
                </a:lnTo>
                <a:lnTo>
                  <a:pt x="83" y="434"/>
                </a:lnTo>
                <a:lnTo>
                  <a:pt x="82" y="433"/>
                </a:lnTo>
                <a:lnTo>
                  <a:pt x="82" y="432"/>
                </a:lnTo>
                <a:lnTo>
                  <a:pt x="83" y="432"/>
                </a:lnTo>
                <a:lnTo>
                  <a:pt x="82" y="431"/>
                </a:lnTo>
                <a:lnTo>
                  <a:pt x="82" y="430"/>
                </a:lnTo>
                <a:lnTo>
                  <a:pt x="83" y="430"/>
                </a:lnTo>
                <a:lnTo>
                  <a:pt x="84" y="429"/>
                </a:lnTo>
                <a:lnTo>
                  <a:pt x="84" y="428"/>
                </a:lnTo>
                <a:lnTo>
                  <a:pt x="85" y="428"/>
                </a:lnTo>
                <a:lnTo>
                  <a:pt x="85" y="427"/>
                </a:lnTo>
                <a:lnTo>
                  <a:pt x="86" y="426"/>
                </a:lnTo>
                <a:lnTo>
                  <a:pt x="86" y="425"/>
                </a:lnTo>
                <a:lnTo>
                  <a:pt x="87" y="424"/>
                </a:lnTo>
                <a:lnTo>
                  <a:pt x="88" y="423"/>
                </a:lnTo>
                <a:lnTo>
                  <a:pt x="88" y="422"/>
                </a:lnTo>
                <a:lnTo>
                  <a:pt x="88" y="421"/>
                </a:lnTo>
                <a:lnTo>
                  <a:pt x="89" y="421"/>
                </a:lnTo>
                <a:lnTo>
                  <a:pt x="89" y="420"/>
                </a:lnTo>
                <a:lnTo>
                  <a:pt x="90" y="421"/>
                </a:lnTo>
                <a:lnTo>
                  <a:pt x="91" y="420"/>
                </a:lnTo>
                <a:lnTo>
                  <a:pt x="92" y="419"/>
                </a:lnTo>
                <a:lnTo>
                  <a:pt x="93" y="419"/>
                </a:lnTo>
                <a:lnTo>
                  <a:pt x="94" y="420"/>
                </a:lnTo>
                <a:lnTo>
                  <a:pt x="95" y="420"/>
                </a:lnTo>
                <a:lnTo>
                  <a:pt x="95" y="419"/>
                </a:lnTo>
                <a:lnTo>
                  <a:pt x="95" y="418"/>
                </a:lnTo>
                <a:lnTo>
                  <a:pt x="95" y="417"/>
                </a:lnTo>
                <a:lnTo>
                  <a:pt x="95" y="416"/>
                </a:lnTo>
                <a:lnTo>
                  <a:pt x="96" y="416"/>
                </a:lnTo>
                <a:lnTo>
                  <a:pt x="97" y="416"/>
                </a:lnTo>
                <a:lnTo>
                  <a:pt x="97" y="415"/>
                </a:lnTo>
                <a:lnTo>
                  <a:pt x="97" y="413"/>
                </a:lnTo>
                <a:lnTo>
                  <a:pt x="96" y="413"/>
                </a:lnTo>
                <a:lnTo>
                  <a:pt x="97" y="412"/>
                </a:lnTo>
                <a:lnTo>
                  <a:pt x="97" y="411"/>
                </a:lnTo>
                <a:lnTo>
                  <a:pt x="98" y="411"/>
                </a:lnTo>
                <a:lnTo>
                  <a:pt x="99" y="412"/>
                </a:lnTo>
                <a:lnTo>
                  <a:pt x="100" y="412"/>
                </a:lnTo>
                <a:lnTo>
                  <a:pt x="100" y="411"/>
                </a:lnTo>
                <a:lnTo>
                  <a:pt x="100" y="410"/>
                </a:lnTo>
                <a:lnTo>
                  <a:pt x="101" y="410"/>
                </a:lnTo>
                <a:lnTo>
                  <a:pt x="102" y="409"/>
                </a:lnTo>
                <a:lnTo>
                  <a:pt x="102" y="408"/>
                </a:lnTo>
                <a:lnTo>
                  <a:pt x="103" y="406"/>
                </a:lnTo>
                <a:lnTo>
                  <a:pt x="104" y="406"/>
                </a:lnTo>
                <a:lnTo>
                  <a:pt x="104" y="405"/>
                </a:lnTo>
                <a:lnTo>
                  <a:pt x="105" y="405"/>
                </a:lnTo>
                <a:lnTo>
                  <a:pt x="106" y="405"/>
                </a:lnTo>
                <a:lnTo>
                  <a:pt x="107" y="404"/>
                </a:lnTo>
                <a:lnTo>
                  <a:pt x="106" y="403"/>
                </a:lnTo>
                <a:lnTo>
                  <a:pt x="105" y="401"/>
                </a:lnTo>
                <a:lnTo>
                  <a:pt x="105" y="402"/>
                </a:lnTo>
                <a:lnTo>
                  <a:pt x="104" y="402"/>
                </a:lnTo>
                <a:lnTo>
                  <a:pt x="105" y="401"/>
                </a:lnTo>
                <a:lnTo>
                  <a:pt x="105" y="400"/>
                </a:lnTo>
                <a:lnTo>
                  <a:pt x="104" y="400"/>
                </a:lnTo>
                <a:lnTo>
                  <a:pt x="104" y="399"/>
                </a:lnTo>
                <a:lnTo>
                  <a:pt x="105" y="400"/>
                </a:lnTo>
                <a:lnTo>
                  <a:pt x="105" y="399"/>
                </a:lnTo>
                <a:lnTo>
                  <a:pt x="106" y="399"/>
                </a:lnTo>
                <a:lnTo>
                  <a:pt x="107" y="398"/>
                </a:lnTo>
                <a:lnTo>
                  <a:pt x="107" y="397"/>
                </a:lnTo>
                <a:lnTo>
                  <a:pt x="106" y="396"/>
                </a:lnTo>
                <a:lnTo>
                  <a:pt x="105" y="396"/>
                </a:lnTo>
                <a:lnTo>
                  <a:pt x="105" y="395"/>
                </a:lnTo>
                <a:lnTo>
                  <a:pt x="105" y="394"/>
                </a:lnTo>
                <a:lnTo>
                  <a:pt x="106" y="394"/>
                </a:lnTo>
                <a:lnTo>
                  <a:pt x="106" y="393"/>
                </a:lnTo>
                <a:lnTo>
                  <a:pt x="106" y="392"/>
                </a:lnTo>
                <a:lnTo>
                  <a:pt x="106" y="391"/>
                </a:lnTo>
                <a:lnTo>
                  <a:pt x="105" y="390"/>
                </a:lnTo>
                <a:lnTo>
                  <a:pt x="105" y="389"/>
                </a:lnTo>
                <a:lnTo>
                  <a:pt x="104" y="389"/>
                </a:lnTo>
                <a:lnTo>
                  <a:pt x="103" y="389"/>
                </a:lnTo>
                <a:lnTo>
                  <a:pt x="102" y="389"/>
                </a:lnTo>
                <a:lnTo>
                  <a:pt x="101" y="389"/>
                </a:lnTo>
                <a:lnTo>
                  <a:pt x="100" y="389"/>
                </a:lnTo>
                <a:lnTo>
                  <a:pt x="99" y="388"/>
                </a:lnTo>
                <a:lnTo>
                  <a:pt x="98" y="388"/>
                </a:lnTo>
                <a:lnTo>
                  <a:pt x="97" y="387"/>
                </a:lnTo>
                <a:lnTo>
                  <a:pt x="96" y="385"/>
                </a:lnTo>
                <a:lnTo>
                  <a:pt x="94" y="383"/>
                </a:lnTo>
                <a:lnTo>
                  <a:pt x="93" y="383"/>
                </a:lnTo>
                <a:lnTo>
                  <a:pt x="93" y="382"/>
                </a:lnTo>
                <a:lnTo>
                  <a:pt x="92" y="382"/>
                </a:lnTo>
                <a:lnTo>
                  <a:pt x="91" y="382"/>
                </a:lnTo>
                <a:lnTo>
                  <a:pt x="91" y="381"/>
                </a:lnTo>
                <a:lnTo>
                  <a:pt x="92" y="381"/>
                </a:lnTo>
                <a:lnTo>
                  <a:pt x="93" y="380"/>
                </a:lnTo>
                <a:lnTo>
                  <a:pt x="93" y="379"/>
                </a:lnTo>
                <a:lnTo>
                  <a:pt x="94" y="378"/>
                </a:lnTo>
                <a:lnTo>
                  <a:pt x="94" y="377"/>
                </a:lnTo>
                <a:lnTo>
                  <a:pt x="95" y="377"/>
                </a:lnTo>
                <a:lnTo>
                  <a:pt x="96" y="376"/>
                </a:lnTo>
                <a:lnTo>
                  <a:pt x="97" y="375"/>
                </a:lnTo>
                <a:lnTo>
                  <a:pt x="97" y="374"/>
                </a:lnTo>
                <a:lnTo>
                  <a:pt x="97" y="371"/>
                </a:lnTo>
                <a:lnTo>
                  <a:pt x="96" y="371"/>
                </a:lnTo>
                <a:lnTo>
                  <a:pt x="95" y="371"/>
                </a:lnTo>
                <a:lnTo>
                  <a:pt x="95" y="370"/>
                </a:lnTo>
                <a:lnTo>
                  <a:pt x="94" y="370"/>
                </a:lnTo>
                <a:lnTo>
                  <a:pt x="93" y="370"/>
                </a:lnTo>
                <a:lnTo>
                  <a:pt x="93" y="369"/>
                </a:lnTo>
                <a:lnTo>
                  <a:pt x="92" y="369"/>
                </a:lnTo>
                <a:lnTo>
                  <a:pt x="91" y="369"/>
                </a:lnTo>
                <a:lnTo>
                  <a:pt x="90" y="369"/>
                </a:lnTo>
                <a:lnTo>
                  <a:pt x="89" y="370"/>
                </a:lnTo>
                <a:lnTo>
                  <a:pt x="87" y="369"/>
                </a:lnTo>
                <a:lnTo>
                  <a:pt x="86" y="368"/>
                </a:lnTo>
                <a:lnTo>
                  <a:pt x="85" y="368"/>
                </a:lnTo>
                <a:lnTo>
                  <a:pt x="84" y="367"/>
                </a:lnTo>
                <a:lnTo>
                  <a:pt x="84" y="366"/>
                </a:lnTo>
                <a:lnTo>
                  <a:pt x="83" y="365"/>
                </a:lnTo>
                <a:lnTo>
                  <a:pt x="82" y="365"/>
                </a:lnTo>
                <a:lnTo>
                  <a:pt x="82" y="364"/>
                </a:lnTo>
                <a:lnTo>
                  <a:pt x="82" y="363"/>
                </a:lnTo>
                <a:lnTo>
                  <a:pt x="81" y="362"/>
                </a:lnTo>
                <a:lnTo>
                  <a:pt x="80" y="362"/>
                </a:lnTo>
                <a:lnTo>
                  <a:pt x="79" y="362"/>
                </a:lnTo>
                <a:lnTo>
                  <a:pt x="79" y="363"/>
                </a:lnTo>
                <a:lnTo>
                  <a:pt x="79" y="362"/>
                </a:lnTo>
                <a:lnTo>
                  <a:pt x="78" y="362"/>
                </a:lnTo>
                <a:lnTo>
                  <a:pt x="77" y="362"/>
                </a:lnTo>
                <a:lnTo>
                  <a:pt x="75" y="362"/>
                </a:lnTo>
                <a:lnTo>
                  <a:pt x="74" y="361"/>
                </a:lnTo>
                <a:lnTo>
                  <a:pt x="73" y="360"/>
                </a:lnTo>
                <a:lnTo>
                  <a:pt x="72" y="359"/>
                </a:lnTo>
                <a:lnTo>
                  <a:pt x="72" y="358"/>
                </a:lnTo>
                <a:lnTo>
                  <a:pt x="73" y="358"/>
                </a:lnTo>
                <a:lnTo>
                  <a:pt x="74" y="357"/>
                </a:lnTo>
                <a:lnTo>
                  <a:pt x="74" y="356"/>
                </a:lnTo>
                <a:lnTo>
                  <a:pt x="74" y="355"/>
                </a:lnTo>
                <a:lnTo>
                  <a:pt x="75" y="354"/>
                </a:lnTo>
                <a:lnTo>
                  <a:pt x="74" y="353"/>
                </a:lnTo>
                <a:lnTo>
                  <a:pt x="75" y="353"/>
                </a:lnTo>
                <a:lnTo>
                  <a:pt x="76" y="352"/>
                </a:lnTo>
                <a:lnTo>
                  <a:pt x="78" y="352"/>
                </a:lnTo>
                <a:lnTo>
                  <a:pt x="78" y="351"/>
                </a:lnTo>
                <a:lnTo>
                  <a:pt x="78" y="350"/>
                </a:lnTo>
                <a:lnTo>
                  <a:pt x="78" y="349"/>
                </a:lnTo>
                <a:lnTo>
                  <a:pt x="79" y="349"/>
                </a:lnTo>
                <a:lnTo>
                  <a:pt x="79" y="348"/>
                </a:lnTo>
                <a:lnTo>
                  <a:pt x="79" y="347"/>
                </a:lnTo>
                <a:lnTo>
                  <a:pt x="79" y="346"/>
                </a:lnTo>
                <a:lnTo>
                  <a:pt x="78" y="346"/>
                </a:lnTo>
                <a:lnTo>
                  <a:pt x="77" y="345"/>
                </a:lnTo>
                <a:lnTo>
                  <a:pt x="77" y="344"/>
                </a:lnTo>
                <a:lnTo>
                  <a:pt x="78" y="343"/>
                </a:lnTo>
                <a:lnTo>
                  <a:pt x="78" y="342"/>
                </a:lnTo>
                <a:lnTo>
                  <a:pt x="79" y="341"/>
                </a:lnTo>
                <a:lnTo>
                  <a:pt x="79" y="340"/>
                </a:lnTo>
                <a:lnTo>
                  <a:pt x="78" y="340"/>
                </a:lnTo>
                <a:lnTo>
                  <a:pt x="78" y="339"/>
                </a:lnTo>
                <a:lnTo>
                  <a:pt x="78" y="338"/>
                </a:lnTo>
                <a:lnTo>
                  <a:pt x="78" y="337"/>
                </a:lnTo>
                <a:lnTo>
                  <a:pt x="78" y="336"/>
                </a:lnTo>
                <a:lnTo>
                  <a:pt x="78" y="335"/>
                </a:lnTo>
                <a:lnTo>
                  <a:pt x="78" y="334"/>
                </a:lnTo>
                <a:lnTo>
                  <a:pt x="77" y="334"/>
                </a:lnTo>
                <a:lnTo>
                  <a:pt x="77" y="333"/>
                </a:lnTo>
                <a:lnTo>
                  <a:pt x="76" y="333"/>
                </a:lnTo>
                <a:lnTo>
                  <a:pt x="76" y="332"/>
                </a:lnTo>
                <a:lnTo>
                  <a:pt x="76" y="331"/>
                </a:lnTo>
                <a:lnTo>
                  <a:pt x="76" y="330"/>
                </a:lnTo>
                <a:lnTo>
                  <a:pt x="76" y="329"/>
                </a:lnTo>
                <a:lnTo>
                  <a:pt x="77" y="329"/>
                </a:lnTo>
                <a:lnTo>
                  <a:pt x="78" y="328"/>
                </a:lnTo>
                <a:lnTo>
                  <a:pt x="79" y="328"/>
                </a:lnTo>
                <a:lnTo>
                  <a:pt x="79" y="325"/>
                </a:lnTo>
                <a:lnTo>
                  <a:pt x="80" y="325"/>
                </a:lnTo>
                <a:lnTo>
                  <a:pt x="80" y="324"/>
                </a:lnTo>
                <a:lnTo>
                  <a:pt x="80" y="323"/>
                </a:lnTo>
                <a:lnTo>
                  <a:pt x="80" y="322"/>
                </a:lnTo>
                <a:lnTo>
                  <a:pt x="80" y="321"/>
                </a:lnTo>
                <a:lnTo>
                  <a:pt x="80" y="320"/>
                </a:lnTo>
                <a:lnTo>
                  <a:pt x="80" y="319"/>
                </a:lnTo>
                <a:lnTo>
                  <a:pt x="80" y="318"/>
                </a:lnTo>
                <a:lnTo>
                  <a:pt x="81" y="316"/>
                </a:lnTo>
                <a:lnTo>
                  <a:pt x="81" y="315"/>
                </a:lnTo>
                <a:lnTo>
                  <a:pt x="80" y="314"/>
                </a:lnTo>
                <a:lnTo>
                  <a:pt x="79" y="313"/>
                </a:lnTo>
                <a:lnTo>
                  <a:pt x="78" y="313"/>
                </a:lnTo>
                <a:lnTo>
                  <a:pt x="77" y="312"/>
                </a:lnTo>
                <a:lnTo>
                  <a:pt x="77" y="310"/>
                </a:lnTo>
                <a:lnTo>
                  <a:pt x="78" y="310"/>
                </a:lnTo>
                <a:lnTo>
                  <a:pt x="78" y="309"/>
                </a:lnTo>
                <a:lnTo>
                  <a:pt x="79" y="309"/>
                </a:lnTo>
                <a:lnTo>
                  <a:pt x="79" y="308"/>
                </a:lnTo>
                <a:lnTo>
                  <a:pt x="79" y="307"/>
                </a:lnTo>
                <a:lnTo>
                  <a:pt x="79" y="306"/>
                </a:lnTo>
                <a:lnTo>
                  <a:pt x="79" y="304"/>
                </a:lnTo>
                <a:lnTo>
                  <a:pt x="79" y="301"/>
                </a:lnTo>
                <a:lnTo>
                  <a:pt x="78" y="301"/>
                </a:lnTo>
                <a:lnTo>
                  <a:pt x="78" y="300"/>
                </a:lnTo>
                <a:lnTo>
                  <a:pt x="78" y="301"/>
                </a:lnTo>
                <a:lnTo>
                  <a:pt x="77" y="302"/>
                </a:lnTo>
                <a:lnTo>
                  <a:pt x="76" y="303"/>
                </a:lnTo>
                <a:lnTo>
                  <a:pt x="76" y="302"/>
                </a:lnTo>
                <a:lnTo>
                  <a:pt x="74" y="302"/>
                </a:lnTo>
                <a:lnTo>
                  <a:pt x="74" y="301"/>
                </a:lnTo>
                <a:lnTo>
                  <a:pt x="74" y="300"/>
                </a:lnTo>
                <a:lnTo>
                  <a:pt x="73" y="299"/>
                </a:lnTo>
                <a:lnTo>
                  <a:pt x="72" y="300"/>
                </a:lnTo>
                <a:lnTo>
                  <a:pt x="71" y="301"/>
                </a:lnTo>
                <a:lnTo>
                  <a:pt x="70" y="301"/>
                </a:lnTo>
                <a:lnTo>
                  <a:pt x="69" y="302"/>
                </a:lnTo>
                <a:lnTo>
                  <a:pt x="67" y="302"/>
                </a:lnTo>
                <a:lnTo>
                  <a:pt x="66" y="302"/>
                </a:lnTo>
                <a:lnTo>
                  <a:pt x="65" y="302"/>
                </a:lnTo>
                <a:lnTo>
                  <a:pt x="64" y="301"/>
                </a:lnTo>
                <a:lnTo>
                  <a:pt x="64" y="300"/>
                </a:lnTo>
                <a:lnTo>
                  <a:pt x="64" y="299"/>
                </a:lnTo>
                <a:lnTo>
                  <a:pt x="63" y="300"/>
                </a:lnTo>
                <a:lnTo>
                  <a:pt x="62" y="300"/>
                </a:lnTo>
                <a:lnTo>
                  <a:pt x="62" y="299"/>
                </a:lnTo>
                <a:lnTo>
                  <a:pt x="62" y="298"/>
                </a:lnTo>
                <a:lnTo>
                  <a:pt x="62" y="297"/>
                </a:lnTo>
                <a:lnTo>
                  <a:pt x="62" y="296"/>
                </a:lnTo>
                <a:lnTo>
                  <a:pt x="61" y="295"/>
                </a:lnTo>
                <a:lnTo>
                  <a:pt x="61" y="294"/>
                </a:lnTo>
                <a:lnTo>
                  <a:pt x="62" y="293"/>
                </a:lnTo>
                <a:lnTo>
                  <a:pt x="62" y="292"/>
                </a:lnTo>
                <a:lnTo>
                  <a:pt x="63" y="292"/>
                </a:lnTo>
                <a:lnTo>
                  <a:pt x="63" y="291"/>
                </a:lnTo>
                <a:lnTo>
                  <a:pt x="61" y="289"/>
                </a:lnTo>
                <a:lnTo>
                  <a:pt x="60" y="288"/>
                </a:lnTo>
                <a:lnTo>
                  <a:pt x="59" y="288"/>
                </a:lnTo>
                <a:lnTo>
                  <a:pt x="59" y="287"/>
                </a:lnTo>
                <a:lnTo>
                  <a:pt x="59" y="288"/>
                </a:lnTo>
                <a:lnTo>
                  <a:pt x="58" y="288"/>
                </a:lnTo>
                <a:lnTo>
                  <a:pt x="57" y="289"/>
                </a:lnTo>
                <a:lnTo>
                  <a:pt x="57" y="290"/>
                </a:lnTo>
                <a:lnTo>
                  <a:pt x="56" y="290"/>
                </a:lnTo>
                <a:lnTo>
                  <a:pt x="56" y="291"/>
                </a:lnTo>
                <a:lnTo>
                  <a:pt x="56" y="292"/>
                </a:lnTo>
                <a:lnTo>
                  <a:pt x="55" y="291"/>
                </a:lnTo>
                <a:lnTo>
                  <a:pt x="55" y="290"/>
                </a:lnTo>
                <a:lnTo>
                  <a:pt x="55" y="288"/>
                </a:lnTo>
                <a:lnTo>
                  <a:pt x="54" y="287"/>
                </a:lnTo>
                <a:lnTo>
                  <a:pt x="53" y="286"/>
                </a:lnTo>
                <a:lnTo>
                  <a:pt x="52" y="286"/>
                </a:lnTo>
                <a:lnTo>
                  <a:pt x="51" y="286"/>
                </a:lnTo>
                <a:lnTo>
                  <a:pt x="50" y="286"/>
                </a:lnTo>
                <a:lnTo>
                  <a:pt x="50" y="285"/>
                </a:lnTo>
                <a:lnTo>
                  <a:pt x="51" y="285"/>
                </a:lnTo>
                <a:lnTo>
                  <a:pt x="51" y="284"/>
                </a:lnTo>
                <a:lnTo>
                  <a:pt x="51" y="283"/>
                </a:lnTo>
                <a:lnTo>
                  <a:pt x="50" y="283"/>
                </a:lnTo>
                <a:lnTo>
                  <a:pt x="51" y="283"/>
                </a:lnTo>
                <a:lnTo>
                  <a:pt x="51" y="282"/>
                </a:lnTo>
                <a:lnTo>
                  <a:pt x="51" y="281"/>
                </a:lnTo>
                <a:lnTo>
                  <a:pt x="51" y="280"/>
                </a:lnTo>
                <a:lnTo>
                  <a:pt x="51" y="279"/>
                </a:lnTo>
                <a:lnTo>
                  <a:pt x="51" y="278"/>
                </a:lnTo>
                <a:lnTo>
                  <a:pt x="50" y="278"/>
                </a:lnTo>
                <a:lnTo>
                  <a:pt x="50" y="279"/>
                </a:lnTo>
                <a:lnTo>
                  <a:pt x="49" y="279"/>
                </a:lnTo>
                <a:lnTo>
                  <a:pt x="48" y="279"/>
                </a:lnTo>
                <a:lnTo>
                  <a:pt x="47" y="279"/>
                </a:lnTo>
                <a:lnTo>
                  <a:pt x="47" y="280"/>
                </a:lnTo>
                <a:lnTo>
                  <a:pt x="46" y="281"/>
                </a:lnTo>
                <a:lnTo>
                  <a:pt x="46" y="282"/>
                </a:lnTo>
                <a:lnTo>
                  <a:pt x="45" y="282"/>
                </a:lnTo>
                <a:lnTo>
                  <a:pt x="45" y="283"/>
                </a:lnTo>
                <a:lnTo>
                  <a:pt x="45" y="282"/>
                </a:lnTo>
                <a:lnTo>
                  <a:pt x="44" y="281"/>
                </a:lnTo>
                <a:lnTo>
                  <a:pt x="44" y="282"/>
                </a:lnTo>
                <a:lnTo>
                  <a:pt x="43" y="282"/>
                </a:lnTo>
                <a:lnTo>
                  <a:pt x="43" y="281"/>
                </a:lnTo>
                <a:lnTo>
                  <a:pt x="43" y="280"/>
                </a:lnTo>
                <a:lnTo>
                  <a:pt x="42" y="279"/>
                </a:lnTo>
                <a:lnTo>
                  <a:pt x="43" y="279"/>
                </a:lnTo>
                <a:lnTo>
                  <a:pt x="43" y="278"/>
                </a:lnTo>
                <a:lnTo>
                  <a:pt x="42" y="278"/>
                </a:lnTo>
                <a:lnTo>
                  <a:pt x="42" y="277"/>
                </a:lnTo>
                <a:lnTo>
                  <a:pt x="42" y="276"/>
                </a:lnTo>
                <a:lnTo>
                  <a:pt x="42" y="275"/>
                </a:lnTo>
                <a:lnTo>
                  <a:pt x="41" y="275"/>
                </a:lnTo>
                <a:lnTo>
                  <a:pt x="41" y="274"/>
                </a:lnTo>
                <a:lnTo>
                  <a:pt x="41" y="273"/>
                </a:lnTo>
                <a:lnTo>
                  <a:pt x="41" y="272"/>
                </a:lnTo>
                <a:lnTo>
                  <a:pt x="42" y="272"/>
                </a:lnTo>
                <a:lnTo>
                  <a:pt x="42" y="271"/>
                </a:lnTo>
                <a:lnTo>
                  <a:pt x="42" y="270"/>
                </a:lnTo>
                <a:lnTo>
                  <a:pt x="41" y="270"/>
                </a:lnTo>
                <a:lnTo>
                  <a:pt x="40" y="269"/>
                </a:lnTo>
                <a:lnTo>
                  <a:pt x="41" y="268"/>
                </a:lnTo>
                <a:lnTo>
                  <a:pt x="40" y="267"/>
                </a:lnTo>
                <a:lnTo>
                  <a:pt x="39" y="267"/>
                </a:lnTo>
                <a:lnTo>
                  <a:pt x="39" y="266"/>
                </a:lnTo>
                <a:lnTo>
                  <a:pt x="38" y="266"/>
                </a:lnTo>
                <a:lnTo>
                  <a:pt x="38" y="265"/>
                </a:lnTo>
                <a:lnTo>
                  <a:pt x="39" y="265"/>
                </a:lnTo>
                <a:lnTo>
                  <a:pt x="39" y="264"/>
                </a:lnTo>
                <a:lnTo>
                  <a:pt x="39" y="263"/>
                </a:lnTo>
                <a:lnTo>
                  <a:pt x="39" y="262"/>
                </a:lnTo>
                <a:lnTo>
                  <a:pt x="38" y="262"/>
                </a:lnTo>
                <a:lnTo>
                  <a:pt x="38" y="261"/>
                </a:lnTo>
                <a:lnTo>
                  <a:pt x="38" y="260"/>
                </a:lnTo>
                <a:lnTo>
                  <a:pt x="38" y="259"/>
                </a:lnTo>
                <a:lnTo>
                  <a:pt x="38" y="258"/>
                </a:lnTo>
                <a:lnTo>
                  <a:pt x="38" y="257"/>
                </a:lnTo>
                <a:lnTo>
                  <a:pt x="39" y="256"/>
                </a:lnTo>
                <a:lnTo>
                  <a:pt x="39" y="255"/>
                </a:lnTo>
                <a:lnTo>
                  <a:pt x="38" y="255"/>
                </a:lnTo>
                <a:lnTo>
                  <a:pt x="38" y="254"/>
                </a:lnTo>
                <a:lnTo>
                  <a:pt x="39" y="254"/>
                </a:lnTo>
                <a:lnTo>
                  <a:pt x="39" y="253"/>
                </a:lnTo>
                <a:lnTo>
                  <a:pt x="39" y="252"/>
                </a:lnTo>
                <a:lnTo>
                  <a:pt x="39" y="251"/>
                </a:lnTo>
                <a:lnTo>
                  <a:pt x="38" y="251"/>
                </a:lnTo>
                <a:lnTo>
                  <a:pt x="38" y="250"/>
                </a:lnTo>
                <a:lnTo>
                  <a:pt x="39" y="249"/>
                </a:lnTo>
                <a:lnTo>
                  <a:pt x="40" y="250"/>
                </a:lnTo>
                <a:lnTo>
                  <a:pt x="41" y="250"/>
                </a:lnTo>
                <a:lnTo>
                  <a:pt x="42" y="250"/>
                </a:lnTo>
                <a:lnTo>
                  <a:pt x="42" y="249"/>
                </a:lnTo>
                <a:lnTo>
                  <a:pt x="42" y="248"/>
                </a:lnTo>
                <a:lnTo>
                  <a:pt x="43" y="248"/>
                </a:lnTo>
                <a:lnTo>
                  <a:pt x="43" y="247"/>
                </a:lnTo>
                <a:lnTo>
                  <a:pt x="43" y="246"/>
                </a:lnTo>
                <a:lnTo>
                  <a:pt x="44" y="245"/>
                </a:lnTo>
                <a:lnTo>
                  <a:pt x="44" y="244"/>
                </a:lnTo>
                <a:lnTo>
                  <a:pt x="43" y="244"/>
                </a:lnTo>
                <a:lnTo>
                  <a:pt x="44" y="244"/>
                </a:lnTo>
                <a:lnTo>
                  <a:pt x="45" y="244"/>
                </a:lnTo>
                <a:lnTo>
                  <a:pt x="45" y="243"/>
                </a:lnTo>
                <a:lnTo>
                  <a:pt x="46" y="243"/>
                </a:lnTo>
                <a:lnTo>
                  <a:pt x="47" y="242"/>
                </a:lnTo>
                <a:lnTo>
                  <a:pt x="47" y="241"/>
                </a:lnTo>
                <a:lnTo>
                  <a:pt x="48" y="240"/>
                </a:lnTo>
                <a:lnTo>
                  <a:pt x="49" y="240"/>
                </a:lnTo>
                <a:lnTo>
                  <a:pt x="50" y="239"/>
                </a:lnTo>
                <a:lnTo>
                  <a:pt x="50" y="238"/>
                </a:lnTo>
                <a:lnTo>
                  <a:pt x="52" y="236"/>
                </a:lnTo>
                <a:lnTo>
                  <a:pt x="53" y="236"/>
                </a:lnTo>
                <a:lnTo>
                  <a:pt x="53" y="235"/>
                </a:lnTo>
                <a:lnTo>
                  <a:pt x="53" y="234"/>
                </a:lnTo>
                <a:lnTo>
                  <a:pt x="52" y="234"/>
                </a:lnTo>
                <a:lnTo>
                  <a:pt x="53" y="234"/>
                </a:lnTo>
                <a:lnTo>
                  <a:pt x="53" y="233"/>
                </a:lnTo>
                <a:lnTo>
                  <a:pt x="54" y="233"/>
                </a:lnTo>
                <a:lnTo>
                  <a:pt x="54" y="232"/>
                </a:lnTo>
                <a:lnTo>
                  <a:pt x="55" y="232"/>
                </a:lnTo>
                <a:lnTo>
                  <a:pt x="56" y="231"/>
                </a:lnTo>
                <a:lnTo>
                  <a:pt x="57" y="229"/>
                </a:lnTo>
                <a:lnTo>
                  <a:pt x="57" y="228"/>
                </a:lnTo>
                <a:lnTo>
                  <a:pt x="58" y="227"/>
                </a:lnTo>
                <a:lnTo>
                  <a:pt x="58" y="226"/>
                </a:lnTo>
                <a:lnTo>
                  <a:pt x="57" y="226"/>
                </a:lnTo>
                <a:lnTo>
                  <a:pt x="58" y="226"/>
                </a:lnTo>
                <a:lnTo>
                  <a:pt x="59" y="226"/>
                </a:lnTo>
                <a:lnTo>
                  <a:pt x="60" y="225"/>
                </a:lnTo>
                <a:lnTo>
                  <a:pt x="61" y="224"/>
                </a:lnTo>
                <a:lnTo>
                  <a:pt x="61" y="225"/>
                </a:lnTo>
                <a:lnTo>
                  <a:pt x="62" y="224"/>
                </a:lnTo>
                <a:lnTo>
                  <a:pt x="63" y="224"/>
                </a:lnTo>
                <a:lnTo>
                  <a:pt x="64" y="224"/>
                </a:lnTo>
                <a:lnTo>
                  <a:pt x="65" y="224"/>
                </a:lnTo>
                <a:lnTo>
                  <a:pt x="66" y="224"/>
                </a:lnTo>
                <a:lnTo>
                  <a:pt x="67" y="224"/>
                </a:lnTo>
                <a:lnTo>
                  <a:pt x="67" y="223"/>
                </a:lnTo>
                <a:lnTo>
                  <a:pt x="69" y="224"/>
                </a:lnTo>
                <a:lnTo>
                  <a:pt x="70" y="224"/>
                </a:lnTo>
                <a:lnTo>
                  <a:pt x="71" y="223"/>
                </a:lnTo>
                <a:lnTo>
                  <a:pt x="72" y="223"/>
                </a:lnTo>
                <a:lnTo>
                  <a:pt x="73" y="222"/>
                </a:lnTo>
                <a:lnTo>
                  <a:pt x="74" y="222"/>
                </a:lnTo>
                <a:lnTo>
                  <a:pt x="75" y="222"/>
                </a:lnTo>
                <a:lnTo>
                  <a:pt x="75" y="223"/>
                </a:lnTo>
                <a:lnTo>
                  <a:pt x="76" y="223"/>
                </a:lnTo>
                <a:lnTo>
                  <a:pt x="78" y="221"/>
                </a:lnTo>
                <a:lnTo>
                  <a:pt x="78" y="220"/>
                </a:lnTo>
                <a:lnTo>
                  <a:pt x="80" y="220"/>
                </a:lnTo>
                <a:lnTo>
                  <a:pt x="81" y="220"/>
                </a:lnTo>
                <a:lnTo>
                  <a:pt x="81" y="219"/>
                </a:lnTo>
                <a:lnTo>
                  <a:pt x="82" y="219"/>
                </a:lnTo>
                <a:lnTo>
                  <a:pt x="83" y="219"/>
                </a:lnTo>
                <a:lnTo>
                  <a:pt x="82" y="218"/>
                </a:lnTo>
                <a:lnTo>
                  <a:pt x="83" y="218"/>
                </a:lnTo>
                <a:lnTo>
                  <a:pt x="84" y="217"/>
                </a:lnTo>
                <a:lnTo>
                  <a:pt x="85" y="217"/>
                </a:lnTo>
                <a:lnTo>
                  <a:pt x="85" y="218"/>
                </a:lnTo>
                <a:lnTo>
                  <a:pt x="87" y="218"/>
                </a:lnTo>
                <a:lnTo>
                  <a:pt x="88" y="218"/>
                </a:lnTo>
                <a:lnTo>
                  <a:pt x="88" y="217"/>
                </a:lnTo>
                <a:lnTo>
                  <a:pt x="89" y="217"/>
                </a:lnTo>
                <a:lnTo>
                  <a:pt x="89" y="215"/>
                </a:lnTo>
                <a:lnTo>
                  <a:pt x="89" y="214"/>
                </a:lnTo>
                <a:lnTo>
                  <a:pt x="87" y="212"/>
                </a:lnTo>
                <a:lnTo>
                  <a:pt x="87" y="211"/>
                </a:lnTo>
                <a:lnTo>
                  <a:pt x="87" y="210"/>
                </a:lnTo>
                <a:lnTo>
                  <a:pt x="88" y="210"/>
                </a:lnTo>
                <a:lnTo>
                  <a:pt x="89" y="210"/>
                </a:lnTo>
                <a:lnTo>
                  <a:pt x="89" y="209"/>
                </a:lnTo>
                <a:lnTo>
                  <a:pt x="88" y="208"/>
                </a:lnTo>
                <a:lnTo>
                  <a:pt x="88" y="207"/>
                </a:lnTo>
                <a:lnTo>
                  <a:pt x="89" y="206"/>
                </a:lnTo>
                <a:lnTo>
                  <a:pt x="89" y="205"/>
                </a:lnTo>
                <a:lnTo>
                  <a:pt x="89" y="204"/>
                </a:lnTo>
                <a:lnTo>
                  <a:pt x="88" y="204"/>
                </a:lnTo>
                <a:lnTo>
                  <a:pt x="87" y="203"/>
                </a:lnTo>
                <a:lnTo>
                  <a:pt x="87" y="202"/>
                </a:lnTo>
                <a:lnTo>
                  <a:pt x="88" y="201"/>
                </a:lnTo>
                <a:lnTo>
                  <a:pt x="88" y="200"/>
                </a:lnTo>
                <a:lnTo>
                  <a:pt x="88" y="199"/>
                </a:lnTo>
                <a:lnTo>
                  <a:pt x="88" y="197"/>
                </a:lnTo>
                <a:lnTo>
                  <a:pt x="88" y="196"/>
                </a:lnTo>
                <a:lnTo>
                  <a:pt x="87" y="195"/>
                </a:lnTo>
                <a:lnTo>
                  <a:pt x="89" y="193"/>
                </a:lnTo>
                <a:lnTo>
                  <a:pt x="90" y="192"/>
                </a:lnTo>
                <a:lnTo>
                  <a:pt x="91" y="192"/>
                </a:lnTo>
                <a:lnTo>
                  <a:pt x="91" y="193"/>
                </a:lnTo>
                <a:lnTo>
                  <a:pt x="92" y="192"/>
                </a:lnTo>
                <a:lnTo>
                  <a:pt x="93" y="191"/>
                </a:lnTo>
                <a:lnTo>
                  <a:pt x="94" y="191"/>
                </a:lnTo>
                <a:lnTo>
                  <a:pt x="95" y="190"/>
                </a:lnTo>
                <a:lnTo>
                  <a:pt x="96" y="189"/>
                </a:lnTo>
                <a:lnTo>
                  <a:pt x="97" y="190"/>
                </a:lnTo>
                <a:lnTo>
                  <a:pt x="98" y="190"/>
                </a:lnTo>
                <a:lnTo>
                  <a:pt x="99" y="191"/>
                </a:lnTo>
                <a:lnTo>
                  <a:pt x="99" y="192"/>
                </a:lnTo>
                <a:lnTo>
                  <a:pt x="100" y="193"/>
                </a:lnTo>
                <a:lnTo>
                  <a:pt x="101" y="195"/>
                </a:lnTo>
                <a:lnTo>
                  <a:pt x="101" y="196"/>
                </a:lnTo>
                <a:lnTo>
                  <a:pt x="102" y="197"/>
                </a:lnTo>
                <a:lnTo>
                  <a:pt x="103" y="197"/>
                </a:lnTo>
                <a:lnTo>
                  <a:pt x="104" y="197"/>
                </a:lnTo>
                <a:lnTo>
                  <a:pt x="104" y="198"/>
                </a:lnTo>
                <a:lnTo>
                  <a:pt x="105" y="198"/>
                </a:lnTo>
                <a:lnTo>
                  <a:pt x="105" y="197"/>
                </a:lnTo>
                <a:lnTo>
                  <a:pt x="106" y="197"/>
                </a:lnTo>
                <a:lnTo>
                  <a:pt x="107" y="197"/>
                </a:lnTo>
                <a:lnTo>
                  <a:pt x="108" y="197"/>
                </a:lnTo>
                <a:lnTo>
                  <a:pt x="110" y="196"/>
                </a:lnTo>
                <a:lnTo>
                  <a:pt x="110" y="195"/>
                </a:lnTo>
                <a:lnTo>
                  <a:pt x="111" y="195"/>
                </a:lnTo>
                <a:lnTo>
                  <a:pt x="111" y="194"/>
                </a:lnTo>
                <a:lnTo>
                  <a:pt x="112" y="194"/>
                </a:lnTo>
                <a:lnTo>
                  <a:pt x="112" y="193"/>
                </a:lnTo>
                <a:lnTo>
                  <a:pt x="113" y="193"/>
                </a:lnTo>
                <a:lnTo>
                  <a:pt x="113" y="194"/>
                </a:lnTo>
                <a:lnTo>
                  <a:pt x="114" y="194"/>
                </a:lnTo>
                <a:lnTo>
                  <a:pt x="115" y="193"/>
                </a:lnTo>
                <a:lnTo>
                  <a:pt x="115" y="194"/>
                </a:lnTo>
                <a:lnTo>
                  <a:pt x="116" y="194"/>
                </a:lnTo>
                <a:lnTo>
                  <a:pt x="117" y="193"/>
                </a:lnTo>
                <a:lnTo>
                  <a:pt x="119" y="192"/>
                </a:lnTo>
                <a:lnTo>
                  <a:pt x="120" y="191"/>
                </a:lnTo>
                <a:lnTo>
                  <a:pt x="120" y="190"/>
                </a:lnTo>
                <a:lnTo>
                  <a:pt x="120" y="191"/>
                </a:lnTo>
                <a:lnTo>
                  <a:pt x="121" y="191"/>
                </a:lnTo>
                <a:lnTo>
                  <a:pt x="121" y="192"/>
                </a:lnTo>
                <a:lnTo>
                  <a:pt x="120" y="192"/>
                </a:lnTo>
                <a:lnTo>
                  <a:pt x="120" y="193"/>
                </a:lnTo>
                <a:lnTo>
                  <a:pt x="121" y="193"/>
                </a:lnTo>
                <a:lnTo>
                  <a:pt x="123" y="193"/>
                </a:lnTo>
                <a:lnTo>
                  <a:pt x="122" y="194"/>
                </a:lnTo>
                <a:lnTo>
                  <a:pt x="123" y="195"/>
                </a:lnTo>
                <a:lnTo>
                  <a:pt x="124" y="196"/>
                </a:lnTo>
                <a:lnTo>
                  <a:pt x="125" y="196"/>
                </a:lnTo>
                <a:lnTo>
                  <a:pt x="125" y="195"/>
                </a:lnTo>
                <a:lnTo>
                  <a:pt x="127" y="194"/>
                </a:lnTo>
                <a:lnTo>
                  <a:pt x="128" y="194"/>
                </a:lnTo>
                <a:lnTo>
                  <a:pt x="129" y="194"/>
                </a:lnTo>
                <a:lnTo>
                  <a:pt x="130" y="194"/>
                </a:lnTo>
                <a:lnTo>
                  <a:pt x="131" y="194"/>
                </a:lnTo>
                <a:lnTo>
                  <a:pt x="131" y="195"/>
                </a:lnTo>
                <a:lnTo>
                  <a:pt x="133" y="195"/>
                </a:lnTo>
                <a:lnTo>
                  <a:pt x="135" y="193"/>
                </a:lnTo>
                <a:lnTo>
                  <a:pt x="136" y="193"/>
                </a:lnTo>
                <a:lnTo>
                  <a:pt x="138" y="193"/>
                </a:lnTo>
                <a:lnTo>
                  <a:pt x="138" y="192"/>
                </a:lnTo>
                <a:lnTo>
                  <a:pt x="139" y="191"/>
                </a:lnTo>
                <a:lnTo>
                  <a:pt x="140" y="190"/>
                </a:lnTo>
                <a:lnTo>
                  <a:pt x="140" y="189"/>
                </a:lnTo>
                <a:lnTo>
                  <a:pt x="140" y="190"/>
                </a:lnTo>
                <a:lnTo>
                  <a:pt x="141" y="190"/>
                </a:lnTo>
                <a:lnTo>
                  <a:pt x="142" y="190"/>
                </a:lnTo>
                <a:lnTo>
                  <a:pt x="142" y="189"/>
                </a:lnTo>
                <a:lnTo>
                  <a:pt x="143" y="189"/>
                </a:lnTo>
                <a:lnTo>
                  <a:pt x="144" y="188"/>
                </a:lnTo>
                <a:lnTo>
                  <a:pt x="145" y="188"/>
                </a:lnTo>
                <a:lnTo>
                  <a:pt x="146" y="187"/>
                </a:lnTo>
                <a:lnTo>
                  <a:pt x="147" y="186"/>
                </a:lnTo>
                <a:lnTo>
                  <a:pt x="148" y="186"/>
                </a:lnTo>
                <a:lnTo>
                  <a:pt x="148" y="185"/>
                </a:lnTo>
                <a:lnTo>
                  <a:pt x="149" y="183"/>
                </a:lnTo>
                <a:lnTo>
                  <a:pt x="149" y="182"/>
                </a:lnTo>
                <a:lnTo>
                  <a:pt x="150" y="182"/>
                </a:lnTo>
                <a:lnTo>
                  <a:pt x="151" y="181"/>
                </a:lnTo>
                <a:lnTo>
                  <a:pt x="152" y="181"/>
                </a:lnTo>
                <a:lnTo>
                  <a:pt x="153" y="181"/>
                </a:lnTo>
                <a:lnTo>
                  <a:pt x="154" y="181"/>
                </a:lnTo>
                <a:lnTo>
                  <a:pt x="155" y="181"/>
                </a:lnTo>
                <a:lnTo>
                  <a:pt x="155" y="180"/>
                </a:lnTo>
                <a:lnTo>
                  <a:pt x="156" y="180"/>
                </a:lnTo>
                <a:lnTo>
                  <a:pt x="156" y="179"/>
                </a:lnTo>
                <a:lnTo>
                  <a:pt x="157" y="178"/>
                </a:lnTo>
                <a:lnTo>
                  <a:pt x="158" y="178"/>
                </a:lnTo>
                <a:lnTo>
                  <a:pt x="158" y="179"/>
                </a:lnTo>
                <a:lnTo>
                  <a:pt x="158" y="178"/>
                </a:lnTo>
                <a:lnTo>
                  <a:pt x="159" y="178"/>
                </a:lnTo>
                <a:lnTo>
                  <a:pt x="161" y="178"/>
                </a:lnTo>
                <a:lnTo>
                  <a:pt x="161" y="179"/>
                </a:lnTo>
                <a:lnTo>
                  <a:pt x="163" y="178"/>
                </a:lnTo>
                <a:lnTo>
                  <a:pt x="164" y="178"/>
                </a:lnTo>
                <a:lnTo>
                  <a:pt x="165" y="178"/>
                </a:lnTo>
                <a:lnTo>
                  <a:pt x="166" y="177"/>
                </a:lnTo>
                <a:lnTo>
                  <a:pt x="170" y="176"/>
                </a:lnTo>
                <a:lnTo>
                  <a:pt x="171" y="177"/>
                </a:lnTo>
                <a:lnTo>
                  <a:pt x="172" y="178"/>
                </a:lnTo>
                <a:lnTo>
                  <a:pt x="172" y="179"/>
                </a:lnTo>
                <a:lnTo>
                  <a:pt x="172" y="181"/>
                </a:lnTo>
                <a:lnTo>
                  <a:pt x="172" y="182"/>
                </a:lnTo>
                <a:lnTo>
                  <a:pt x="173" y="182"/>
                </a:lnTo>
                <a:lnTo>
                  <a:pt x="174" y="182"/>
                </a:lnTo>
                <a:lnTo>
                  <a:pt x="175" y="182"/>
                </a:lnTo>
                <a:lnTo>
                  <a:pt x="176" y="181"/>
                </a:lnTo>
                <a:lnTo>
                  <a:pt x="176" y="180"/>
                </a:lnTo>
                <a:lnTo>
                  <a:pt x="177" y="180"/>
                </a:lnTo>
                <a:lnTo>
                  <a:pt x="178" y="180"/>
                </a:lnTo>
                <a:lnTo>
                  <a:pt x="178" y="179"/>
                </a:lnTo>
                <a:lnTo>
                  <a:pt x="179" y="178"/>
                </a:lnTo>
                <a:lnTo>
                  <a:pt x="181" y="178"/>
                </a:lnTo>
                <a:lnTo>
                  <a:pt x="182" y="178"/>
                </a:lnTo>
                <a:lnTo>
                  <a:pt x="183" y="179"/>
                </a:lnTo>
                <a:lnTo>
                  <a:pt x="183" y="178"/>
                </a:lnTo>
                <a:lnTo>
                  <a:pt x="185" y="177"/>
                </a:lnTo>
                <a:lnTo>
                  <a:pt x="186" y="176"/>
                </a:lnTo>
                <a:lnTo>
                  <a:pt x="187" y="175"/>
                </a:lnTo>
                <a:lnTo>
                  <a:pt x="188" y="175"/>
                </a:lnTo>
                <a:lnTo>
                  <a:pt x="190" y="174"/>
                </a:lnTo>
                <a:lnTo>
                  <a:pt x="190" y="173"/>
                </a:lnTo>
                <a:lnTo>
                  <a:pt x="191" y="173"/>
                </a:lnTo>
                <a:lnTo>
                  <a:pt x="193" y="172"/>
                </a:lnTo>
                <a:lnTo>
                  <a:pt x="194" y="172"/>
                </a:lnTo>
                <a:lnTo>
                  <a:pt x="195" y="172"/>
                </a:lnTo>
                <a:lnTo>
                  <a:pt x="195" y="173"/>
                </a:lnTo>
                <a:lnTo>
                  <a:pt x="195" y="174"/>
                </a:lnTo>
                <a:lnTo>
                  <a:pt x="196" y="174"/>
                </a:lnTo>
                <a:lnTo>
                  <a:pt x="197" y="173"/>
                </a:lnTo>
                <a:lnTo>
                  <a:pt x="198" y="173"/>
                </a:lnTo>
                <a:lnTo>
                  <a:pt x="199" y="172"/>
                </a:lnTo>
                <a:lnTo>
                  <a:pt x="200" y="171"/>
                </a:lnTo>
                <a:lnTo>
                  <a:pt x="200" y="170"/>
                </a:lnTo>
                <a:lnTo>
                  <a:pt x="200" y="169"/>
                </a:lnTo>
                <a:lnTo>
                  <a:pt x="201" y="168"/>
                </a:lnTo>
                <a:lnTo>
                  <a:pt x="202" y="168"/>
                </a:lnTo>
                <a:lnTo>
                  <a:pt x="203" y="169"/>
                </a:lnTo>
                <a:lnTo>
                  <a:pt x="204" y="168"/>
                </a:lnTo>
                <a:lnTo>
                  <a:pt x="204" y="167"/>
                </a:lnTo>
                <a:lnTo>
                  <a:pt x="204" y="164"/>
                </a:lnTo>
                <a:lnTo>
                  <a:pt x="203" y="164"/>
                </a:lnTo>
                <a:lnTo>
                  <a:pt x="203" y="162"/>
                </a:lnTo>
                <a:lnTo>
                  <a:pt x="204" y="162"/>
                </a:lnTo>
                <a:lnTo>
                  <a:pt x="205" y="161"/>
                </a:lnTo>
                <a:lnTo>
                  <a:pt x="205" y="160"/>
                </a:lnTo>
                <a:lnTo>
                  <a:pt x="205" y="159"/>
                </a:lnTo>
                <a:lnTo>
                  <a:pt x="205" y="158"/>
                </a:lnTo>
                <a:lnTo>
                  <a:pt x="206" y="158"/>
                </a:lnTo>
                <a:lnTo>
                  <a:pt x="204" y="158"/>
                </a:lnTo>
                <a:lnTo>
                  <a:pt x="204" y="157"/>
                </a:lnTo>
                <a:lnTo>
                  <a:pt x="204" y="156"/>
                </a:lnTo>
                <a:lnTo>
                  <a:pt x="204" y="155"/>
                </a:lnTo>
                <a:lnTo>
                  <a:pt x="205" y="155"/>
                </a:lnTo>
                <a:lnTo>
                  <a:pt x="205" y="154"/>
                </a:lnTo>
                <a:lnTo>
                  <a:pt x="204" y="154"/>
                </a:lnTo>
                <a:lnTo>
                  <a:pt x="202" y="154"/>
                </a:lnTo>
                <a:lnTo>
                  <a:pt x="201" y="155"/>
                </a:lnTo>
                <a:lnTo>
                  <a:pt x="200" y="156"/>
                </a:lnTo>
                <a:lnTo>
                  <a:pt x="200" y="157"/>
                </a:lnTo>
                <a:lnTo>
                  <a:pt x="199" y="158"/>
                </a:lnTo>
                <a:lnTo>
                  <a:pt x="201" y="158"/>
                </a:lnTo>
                <a:lnTo>
                  <a:pt x="201" y="159"/>
                </a:lnTo>
                <a:lnTo>
                  <a:pt x="202" y="159"/>
                </a:lnTo>
                <a:lnTo>
                  <a:pt x="202" y="160"/>
                </a:lnTo>
                <a:lnTo>
                  <a:pt x="201" y="160"/>
                </a:lnTo>
                <a:lnTo>
                  <a:pt x="201" y="161"/>
                </a:lnTo>
                <a:lnTo>
                  <a:pt x="201" y="162"/>
                </a:lnTo>
                <a:lnTo>
                  <a:pt x="200" y="162"/>
                </a:lnTo>
                <a:lnTo>
                  <a:pt x="199" y="162"/>
                </a:lnTo>
                <a:lnTo>
                  <a:pt x="198" y="163"/>
                </a:lnTo>
                <a:lnTo>
                  <a:pt x="197" y="164"/>
                </a:lnTo>
                <a:lnTo>
                  <a:pt x="196" y="165"/>
                </a:lnTo>
                <a:lnTo>
                  <a:pt x="195" y="164"/>
                </a:lnTo>
                <a:lnTo>
                  <a:pt x="195" y="163"/>
                </a:lnTo>
                <a:lnTo>
                  <a:pt x="195" y="162"/>
                </a:lnTo>
                <a:lnTo>
                  <a:pt x="195" y="161"/>
                </a:lnTo>
                <a:lnTo>
                  <a:pt x="194" y="161"/>
                </a:lnTo>
                <a:lnTo>
                  <a:pt x="194" y="160"/>
                </a:lnTo>
                <a:lnTo>
                  <a:pt x="194" y="159"/>
                </a:lnTo>
                <a:lnTo>
                  <a:pt x="193" y="158"/>
                </a:lnTo>
                <a:lnTo>
                  <a:pt x="193" y="159"/>
                </a:lnTo>
                <a:lnTo>
                  <a:pt x="192" y="159"/>
                </a:lnTo>
                <a:lnTo>
                  <a:pt x="191" y="159"/>
                </a:lnTo>
                <a:lnTo>
                  <a:pt x="191" y="158"/>
                </a:lnTo>
                <a:lnTo>
                  <a:pt x="191" y="157"/>
                </a:lnTo>
                <a:lnTo>
                  <a:pt x="192" y="156"/>
                </a:lnTo>
                <a:lnTo>
                  <a:pt x="193" y="156"/>
                </a:lnTo>
                <a:lnTo>
                  <a:pt x="193" y="155"/>
                </a:lnTo>
                <a:lnTo>
                  <a:pt x="193" y="154"/>
                </a:lnTo>
                <a:lnTo>
                  <a:pt x="194" y="154"/>
                </a:lnTo>
                <a:lnTo>
                  <a:pt x="194" y="153"/>
                </a:lnTo>
                <a:lnTo>
                  <a:pt x="194" y="152"/>
                </a:lnTo>
                <a:lnTo>
                  <a:pt x="195" y="152"/>
                </a:lnTo>
                <a:lnTo>
                  <a:pt x="196" y="150"/>
                </a:lnTo>
                <a:lnTo>
                  <a:pt x="196" y="149"/>
                </a:lnTo>
                <a:lnTo>
                  <a:pt x="196" y="147"/>
                </a:lnTo>
                <a:lnTo>
                  <a:pt x="196" y="146"/>
                </a:lnTo>
                <a:lnTo>
                  <a:pt x="197" y="145"/>
                </a:lnTo>
                <a:lnTo>
                  <a:pt x="197" y="146"/>
                </a:lnTo>
                <a:lnTo>
                  <a:pt x="198" y="147"/>
                </a:lnTo>
                <a:lnTo>
                  <a:pt x="198" y="148"/>
                </a:lnTo>
                <a:lnTo>
                  <a:pt x="197" y="150"/>
                </a:lnTo>
                <a:lnTo>
                  <a:pt x="198" y="150"/>
                </a:lnTo>
                <a:lnTo>
                  <a:pt x="200" y="150"/>
                </a:lnTo>
                <a:lnTo>
                  <a:pt x="200" y="149"/>
                </a:lnTo>
                <a:lnTo>
                  <a:pt x="200" y="148"/>
                </a:lnTo>
                <a:lnTo>
                  <a:pt x="200" y="147"/>
                </a:lnTo>
                <a:lnTo>
                  <a:pt x="201" y="147"/>
                </a:lnTo>
                <a:lnTo>
                  <a:pt x="202" y="148"/>
                </a:lnTo>
                <a:lnTo>
                  <a:pt x="202" y="149"/>
                </a:lnTo>
                <a:lnTo>
                  <a:pt x="201" y="150"/>
                </a:lnTo>
                <a:lnTo>
                  <a:pt x="201" y="151"/>
                </a:lnTo>
                <a:lnTo>
                  <a:pt x="202" y="152"/>
                </a:lnTo>
                <a:lnTo>
                  <a:pt x="202" y="151"/>
                </a:lnTo>
                <a:lnTo>
                  <a:pt x="203" y="151"/>
                </a:lnTo>
                <a:lnTo>
                  <a:pt x="203" y="152"/>
                </a:lnTo>
                <a:lnTo>
                  <a:pt x="204" y="152"/>
                </a:lnTo>
                <a:lnTo>
                  <a:pt x="206" y="152"/>
                </a:lnTo>
                <a:lnTo>
                  <a:pt x="206" y="151"/>
                </a:lnTo>
                <a:lnTo>
                  <a:pt x="207" y="151"/>
                </a:lnTo>
                <a:lnTo>
                  <a:pt x="208" y="150"/>
                </a:lnTo>
                <a:lnTo>
                  <a:pt x="208" y="149"/>
                </a:lnTo>
                <a:lnTo>
                  <a:pt x="208" y="148"/>
                </a:lnTo>
                <a:lnTo>
                  <a:pt x="209" y="148"/>
                </a:lnTo>
                <a:lnTo>
                  <a:pt x="210" y="147"/>
                </a:lnTo>
                <a:lnTo>
                  <a:pt x="210" y="146"/>
                </a:lnTo>
                <a:lnTo>
                  <a:pt x="209" y="146"/>
                </a:lnTo>
                <a:lnTo>
                  <a:pt x="208" y="146"/>
                </a:lnTo>
                <a:lnTo>
                  <a:pt x="208" y="145"/>
                </a:lnTo>
                <a:lnTo>
                  <a:pt x="207" y="145"/>
                </a:lnTo>
                <a:lnTo>
                  <a:pt x="207" y="146"/>
                </a:lnTo>
                <a:lnTo>
                  <a:pt x="206" y="146"/>
                </a:lnTo>
                <a:lnTo>
                  <a:pt x="205" y="145"/>
                </a:lnTo>
                <a:lnTo>
                  <a:pt x="205" y="144"/>
                </a:lnTo>
                <a:lnTo>
                  <a:pt x="205" y="142"/>
                </a:lnTo>
                <a:lnTo>
                  <a:pt x="206" y="142"/>
                </a:lnTo>
                <a:lnTo>
                  <a:pt x="206" y="141"/>
                </a:lnTo>
                <a:lnTo>
                  <a:pt x="206" y="140"/>
                </a:lnTo>
                <a:lnTo>
                  <a:pt x="207" y="140"/>
                </a:lnTo>
                <a:lnTo>
                  <a:pt x="209" y="140"/>
                </a:lnTo>
                <a:lnTo>
                  <a:pt x="209" y="139"/>
                </a:lnTo>
                <a:lnTo>
                  <a:pt x="210" y="138"/>
                </a:lnTo>
                <a:lnTo>
                  <a:pt x="210" y="137"/>
                </a:lnTo>
                <a:lnTo>
                  <a:pt x="211" y="138"/>
                </a:lnTo>
                <a:lnTo>
                  <a:pt x="212" y="137"/>
                </a:lnTo>
                <a:lnTo>
                  <a:pt x="213" y="137"/>
                </a:lnTo>
                <a:lnTo>
                  <a:pt x="213" y="136"/>
                </a:lnTo>
                <a:lnTo>
                  <a:pt x="213" y="135"/>
                </a:lnTo>
                <a:lnTo>
                  <a:pt x="214" y="136"/>
                </a:lnTo>
                <a:lnTo>
                  <a:pt x="215" y="136"/>
                </a:lnTo>
                <a:lnTo>
                  <a:pt x="216" y="136"/>
                </a:lnTo>
                <a:lnTo>
                  <a:pt x="216" y="137"/>
                </a:lnTo>
                <a:lnTo>
                  <a:pt x="216" y="138"/>
                </a:lnTo>
                <a:lnTo>
                  <a:pt x="217" y="138"/>
                </a:lnTo>
                <a:lnTo>
                  <a:pt x="218" y="138"/>
                </a:lnTo>
                <a:lnTo>
                  <a:pt x="219" y="139"/>
                </a:lnTo>
                <a:lnTo>
                  <a:pt x="219" y="140"/>
                </a:lnTo>
                <a:lnTo>
                  <a:pt x="220" y="140"/>
                </a:lnTo>
                <a:lnTo>
                  <a:pt x="220" y="139"/>
                </a:lnTo>
                <a:lnTo>
                  <a:pt x="221" y="139"/>
                </a:lnTo>
                <a:lnTo>
                  <a:pt x="222" y="138"/>
                </a:lnTo>
                <a:lnTo>
                  <a:pt x="223" y="138"/>
                </a:lnTo>
                <a:lnTo>
                  <a:pt x="223" y="139"/>
                </a:lnTo>
                <a:lnTo>
                  <a:pt x="224" y="139"/>
                </a:lnTo>
                <a:lnTo>
                  <a:pt x="224" y="138"/>
                </a:lnTo>
                <a:lnTo>
                  <a:pt x="226" y="137"/>
                </a:lnTo>
                <a:lnTo>
                  <a:pt x="227" y="137"/>
                </a:lnTo>
                <a:lnTo>
                  <a:pt x="228" y="137"/>
                </a:lnTo>
                <a:lnTo>
                  <a:pt x="228" y="136"/>
                </a:lnTo>
                <a:lnTo>
                  <a:pt x="229" y="136"/>
                </a:lnTo>
                <a:lnTo>
                  <a:pt x="230" y="137"/>
                </a:lnTo>
                <a:lnTo>
                  <a:pt x="231" y="138"/>
                </a:lnTo>
                <a:lnTo>
                  <a:pt x="231" y="139"/>
                </a:lnTo>
                <a:lnTo>
                  <a:pt x="231" y="140"/>
                </a:lnTo>
                <a:lnTo>
                  <a:pt x="231" y="141"/>
                </a:lnTo>
                <a:lnTo>
                  <a:pt x="230" y="141"/>
                </a:lnTo>
                <a:lnTo>
                  <a:pt x="230" y="142"/>
                </a:lnTo>
                <a:lnTo>
                  <a:pt x="229" y="143"/>
                </a:lnTo>
                <a:lnTo>
                  <a:pt x="229" y="144"/>
                </a:lnTo>
                <a:lnTo>
                  <a:pt x="230" y="144"/>
                </a:lnTo>
                <a:lnTo>
                  <a:pt x="230" y="145"/>
                </a:lnTo>
                <a:lnTo>
                  <a:pt x="230" y="144"/>
                </a:lnTo>
                <a:lnTo>
                  <a:pt x="231" y="144"/>
                </a:lnTo>
                <a:lnTo>
                  <a:pt x="232" y="144"/>
                </a:lnTo>
                <a:lnTo>
                  <a:pt x="233" y="145"/>
                </a:lnTo>
                <a:lnTo>
                  <a:pt x="234" y="145"/>
                </a:lnTo>
                <a:lnTo>
                  <a:pt x="237" y="146"/>
                </a:lnTo>
                <a:lnTo>
                  <a:pt x="238" y="145"/>
                </a:lnTo>
                <a:lnTo>
                  <a:pt x="239" y="145"/>
                </a:lnTo>
                <a:lnTo>
                  <a:pt x="240" y="146"/>
                </a:lnTo>
                <a:lnTo>
                  <a:pt x="242" y="146"/>
                </a:lnTo>
                <a:lnTo>
                  <a:pt x="243" y="146"/>
                </a:lnTo>
                <a:lnTo>
                  <a:pt x="243" y="145"/>
                </a:lnTo>
                <a:lnTo>
                  <a:pt x="242" y="144"/>
                </a:lnTo>
                <a:lnTo>
                  <a:pt x="241" y="143"/>
                </a:lnTo>
                <a:lnTo>
                  <a:pt x="242" y="143"/>
                </a:lnTo>
                <a:lnTo>
                  <a:pt x="241" y="142"/>
                </a:lnTo>
                <a:lnTo>
                  <a:pt x="241" y="141"/>
                </a:lnTo>
                <a:lnTo>
                  <a:pt x="240" y="141"/>
                </a:lnTo>
                <a:lnTo>
                  <a:pt x="241" y="140"/>
                </a:lnTo>
                <a:lnTo>
                  <a:pt x="241" y="139"/>
                </a:lnTo>
                <a:lnTo>
                  <a:pt x="240" y="138"/>
                </a:lnTo>
                <a:lnTo>
                  <a:pt x="241" y="137"/>
                </a:lnTo>
                <a:lnTo>
                  <a:pt x="241" y="136"/>
                </a:lnTo>
                <a:lnTo>
                  <a:pt x="240" y="136"/>
                </a:lnTo>
                <a:lnTo>
                  <a:pt x="240" y="135"/>
                </a:lnTo>
                <a:lnTo>
                  <a:pt x="241" y="135"/>
                </a:lnTo>
                <a:lnTo>
                  <a:pt x="241" y="134"/>
                </a:lnTo>
                <a:lnTo>
                  <a:pt x="241" y="133"/>
                </a:lnTo>
                <a:lnTo>
                  <a:pt x="240" y="132"/>
                </a:lnTo>
                <a:lnTo>
                  <a:pt x="240" y="130"/>
                </a:lnTo>
                <a:lnTo>
                  <a:pt x="241" y="130"/>
                </a:lnTo>
                <a:lnTo>
                  <a:pt x="242" y="129"/>
                </a:lnTo>
                <a:lnTo>
                  <a:pt x="243" y="129"/>
                </a:lnTo>
                <a:lnTo>
                  <a:pt x="244" y="128"/>
                </a:lnTo>
                <a:lnTo>
                  <a:pt x="243" y="127"/>
                </a:lnTo>
                <a:lnTo>
                  <a:pt x="241" y="126"/>
                </a:lnTo>
                <a:lnTo>
                  <a:pt x="240" y="126"/>
                </a:lnTo>
                <a:lnTo>
                  <a:pt x="240" y="127"/>
                </a:lnTo>
                <a:lnTo>
                  <a:pt x="239" y="127"/>
                </a:lnTo>
                <a:lnTo>
                  <a:pt x="238" y="128"/>
                </a:lnTo>
                <a:lnTo>
                  <a:pt x="237" y="128"/>
                </a:lnTo>
                <a:lnTo>
                  <a:pt x="237" y="129"/>
                </a:lnTo>
                <a:lnTo>
                  <a:pt x="236" y="129"/>
                </a:lnTo>
                <a:lnTo>
                  <a:pt x="235" y="129"/>
                </a:lnTo>
                <a:lnTo>
                  <a:pt x="234" y="128"/>
                </a:lnTo>
                <a:lnTo>
                  <a:pt x="233" y="129"/>
                </a:lnTo>
                <a:lnTo>
                  <a:pt x="233" y="128"/>
                </a:lnTo>
                <a:lnTo>
                  <a:pt x="234" y="128"/>
                </a:lnTo>
                <a:lnTo>
                  <a:pt x="235" y="127"/>
                </a:lnTo>
                <a:lnTo>
                  <a:pt x="235" y="126"/>
                </a:lnTo>
                <a:lnTo>
                  <a:pt x="235" y="125"/>
                </a:lnTo>
                <a:lnTo>
                  <a:pt x="236" y="124"/>
                </a:lnTo>
                <a:lnTo>
                  <a:pt x="236" y="123"/>
                </a:lnTo>
                <a:lnTo>
                  <a:pt x="235" y="123"/>
                </a:lnTo>
                <a:lnTo>
                  <a:pt x="235" y="122"/>
                </a:lnTo>
                <a:lnTo>
                  <a:pt x="235" y="121"/>
                </a:lnTo>
                <a:lnTo>
                  <a:pt x="235" y="120"/>
                </a:lnTo>
                <a:lnTo>
                  <a:pt x="236" y="120"/>
                </a:lnTo>
                <a:lnTo>
                  <a:pt x="237" y="119"/>
                </a:lnTo>
                <a:lnTo>
                  <a:pt x="237" y="118"/>
                </a:lnTo>
                <a:lnTo>
                  <a:pt x="236" y="117"/>
                </a:lnTo>
                <a:lnTo>
                  <a:pt x="236" y="116"/>
                </a:lnTo>
                <a:lnTo>
                  <a:pt x="235" y="117"/>
                </a:lnTo>
                <a:lnTo>
                  <a:pt x="234" y="117"/>
                </a:lnTo>
                <a:lnTo>
                  <a:pt x="233" y="117"/>
                </a:lnTo>
                <a:lnTo>
                  <a:pt x="232" y="116"/>
                </a:lnTo>
                <a:lnTo>
                  <a:pt x="231" y="116"/>
                </a:lnTo>
                <a:lnTo>
                  <a:pt x="230" y="115"/>
                </a:lnTo>
                <a:lnTo>
                  <a:pt x="230" y="114"/>
                </a:lnTo>
                <a:lnTo>
                  <a:pt x="231" y="114"/>
                </a:lnTo>
                <a:lnTo>
                  <a:pt x="231" y="113"/>
                </a:lnTo>
                <a:lnTo>
                  <a:pt x="230" y="112"/>
                </a:lnTo>
                <a:lnTo>
                  <a:pt x="231" y="111"/>
                </a:lnTo>
                <a:lnTo>
                  <a:pt x="232" y="111"/>
                </a:lnTo>
                <a:lnTo>
                  <a:pt x="233" y="111"/>
                </a:lnTo>
                <a:lnTo>
                  <a:pt x="234" y="111"/>
                </a:lnTo>
                <a:lnTo>
                  <a:pt x="235" y="111"/>
                </a:lnTo>
                <a:lnTo>
                  <a:pt x="235" y="112"/>
                </a:lnTo>
                <a:lnTo>
                  <a:pt x="236" y="114"/>
                </a:lnTo>
                <a:lnTo>
                  <a:pt x="238" y="115"/>
                </a:lnTo>
                <a:lnTo>
                  <a:pt x="239" y="115"/>
                </a:lnTo>
                <a:lnTo>
                  <a:pt x="240" y="115"/>
                </a:lnTo>
                <a:lnTo>
                  <a:pt x="241" y="115"/>
                </a:lnTo>
                <a:lnTo>
                  <a:pt x="242" y="115"/>
                </a:lnTo>
                <a:lnTo>
                  <a:pt x="243" y="115"/>
                </a:lnTo>
                <a:lnTo>
                  <a:pt x="247" y="115"/>
                </a:lnTo>
                <a:lnTo>
                  <a:pt x="248" y="115"/>
                </a:lnTo>
                <a:lnTo>
                  <a:pt x="249" y="115"/>
                </a:lnTo>
                <a:lnTo>
                  <a:pt x="250" y="115"/>
                </a:lnTo>
                <a:lnTo>
                  <a:pt x="251" y="115"/>
                </a:lnTo>
                <a:lnTo>
                  <a:pt x="252" y="115"/>
                </a:lnTo>
                <a:lnTo>
                  <a:pt x="253" y="114"/>
                </a:lnTo>
                <a:lnTo>
                  <a:pt x="254" y="114"/>
                </a:lnTo>
                <a:lnTo>
                  <a:pt x="255" y="114"/>
                </a:lnTo>
                <a:lnTo>
                  <a:pt x="255" y="113"/>
                </a:lnTo>
                <a:lnTo>
                  <a:pt x="256" y="113"/>
                </a:lnTo>
                <a:lnTo>
                  <a:pt x="257" y="113"/>
                </a:lnTo>
                <a:lnTo>
                  <a:pt x="258" y="113"/>
                </a:lnTo>
                <a:lnTo>
                  <a:pt x="259" y="113"/>
                </a:lnTo>
                <a:lnTo>
                  <a:pt x="260" y="114"/>
                </a:lnTo>
                <a:lnTo>
                  <a:pt x="260" y="115"/>
                </a:lnTo>
                <a:lnTo>
                  <a:pt x="258" y="116"/>
                </a:lnTo>
                <a:lnTo>
                  <a:pt x="257" y="116"/>
                </a:lnTo>
                <a:lnTo>
                  <a:pt x="257" y="117"/>
                </a:lnTo>
                <a:lnTo>
                  <a:pt x="257" y="118"/>
                </a:lnTo>
                <a:lnTo>
                  <a:pt x="257" y="117"/>
                </a:lnTo>
                <a:lnTo>
                  <a:pt x="258" y="117"/>
                </a:lnTo>
                <a:lnTo>
                  <a:pt x="259" y="119"/>
                </a:lnTo>
                <a:lnTo>
                  <a:pt x="260" y="120"/>
                </a:lnTo>
                <a:lnTo>
                  <a:pt x="261" y="120"/>
                </a:lnTo>
                <a:lnTo>
                  <a:pt x="262" y="120"/>
                </a:lnTo>
                <a:lnTo>
                  <a:pt x="262" y="121"/>
                </a:lnTo>
                <a:lnTo>
                  <a:pt x="263" y="120"/>
                </a:lnTo>
                <a:lnTo>
                  <a:pt x="263" y="119"/>
                </a:lnTo>
                <a:lnTo>
                  <a:pt x="264" y="118"/>
                </a:lnTo>
                <a:lnTo>
                  <a:pt x="265" y="117"/>
                </a:lnTo>
                <a:lnTo>
                  <a:pt x="265" y="116"/>
                </a:lnTo>
                <a:lnTo>
                  <a:pt x="266" y="116"/>
                </a:lnTo>
                <a:lnTo>
                  <a:pt x="266" y="117"/>
                </a:lnTo>
                <a:lnTo>
                  <a:pt x="267" y="117"/>
                </a:lnTo>
                <a:lnTo>
                  <a:pt x="268" y="116"/>
                </a:lnTo>
                <a:lnTo>
                  <a:pt x="268" y="115"/>
                </a:lnTo>
                <a:lnTo>
                  <a:pt x="269" y="114"/>
                </a:lnTo>
                <a:lnTo>
                  <a:pt x="270" y="114"/>
                </a:lnTo>
                <a:lnTo>
                  <a:pt x="271" y="113"/>
                </a:lnTo>
                <a:lnTo>
                  <a:pt x="272" y="113"/>
                </a:lnTo>
                <a:lnTo>
                  <a:pt x="272" y="114"/>
                </a:lnTo>
                <a:lnTo>
                  <a:pt x="272" y="113"/>
                </a:lnTo>
                <a:lnTo>
                  <a:pt x="274" y="113"/>
                </a:lnTo>
                <a:lnTo>
                  <a:pt x="275" y="114"/>
                </a:lnTo>
                <a:lnTo>
                  <a:pt x="275" y="113"/>
                </a:lnTo>
                <a:lnTo>
                  <a:pt x="275" y="112"/>
                </a:lnTo>
                <a:lnTo>
                  <a:pt x="276" y="111"/>
                </a:lnTo>
                <a:lnTo>
                  <a:pt x="277" y="110"/>
                </a:lnTo>
                <a:lnTo>
                  <a:pt x="278" y="109"/>
                </a:lnTo>
                <a:lnTo>
                  <a:pt x="280" y="107"/>
                </a:lnTo>
                <a:lnTo>
                  <a:pt x="281" y="107"/>
                </a:lnTo>
                <a:lnTo>
                  <a:pt x="281" y="106"/>
                </a:lnTo>
                <a:lnTo>
                  <a:pt x="282" y="106"/>
                </a:lnTo>
                <a:lnTo>
                  <a:pt x="283" y="106"/>
                </a:lnTo>
                <a:lnTo>
                  <a:pt x="284" y="106"/>
                </a:lnTo>
                <a:lnTo>
                  <a:pt x="284" y="104"/>
                </a:lnTo>
                <a:lnTo>
                  <a:pt x="284" y="102"/>
                </a:lnTo>
                <a:lnTo>
                  <a:pt x="285" y="101"/>
                </a:lnTo>
                <a:lnTo>
                  <a:pt x="285" y="100"/>
                </a:lnTo>
                <a:lnTo>
                  <a:pt x="285" y="99"/>
                </a:lnTo>
                <a:lnTo>
                  <a:pt x="286" y="99"/>
                </a:lnTo>
                <a:lnTo>
                  <a:pt x="287" y="99"/>
                </a:lnTo>
                <a:lnTo>
                  <a:pt x="287" y="98"/>
                </a:lnTo>
                <a:lnTo>
                  <a:pt x="287" y="97"/>
                </a:lnTo>
                <a:lnTo>
                  <a:pt x="288" y="96"/>
                </a:lnTo>
                <a:lnTo>
                  <a:pt x="289" y="96"/>
                </a:lnTo>
                <a:lnTo>
                  <a:pt x="290" y="96"/>
                </a:lnTo>
                <a:lnTo>
                  <a:pt x="290" y="95"/>
                </a:lnTo>
                <a:lnTo>
                  <a:pt x="290" y="94"/>
                </a:lnTo>
                <a:lnTo>
                  <a:pt x="291" y="94"/>
                </a:lnTo>
                <a:lnTo>
                  <a:pt x="292" y="93"/>
                </a:lnTo>
                <a:lnTo>
                  <a:pt x="292" y="92"/>
                </a:lnTo>
                <a:lnTo>
                  <a:pt x="293" y="91"/>
                </a:lnTo>
                <a:lnTo>
                  <a:pt x="293" y="90"/>
                </a:lnTo>
                <a:lnTo>
                  <a:pt x="293" y="89"/>
                </a:lnTo>
                <a:lnTo>
                  <a:pt x="292" y="88"/>
                </a:lnTo>
                <a:lnTo>
                  <a:pt x="291" y="88"/>
                </a:lnTo>
                <a:lnTo>
                  <a:pt x="291" y="89"/>
                </a:lnTo>
                <a:lnTo>
                  <a:pt x="291" y="90"/>
                </a:lnTo>
                <a:lnTo>
                  <a:pt x="291" y="88"/>
                </a:lnTo>
                <a:lnTo>
                  <a:pt x="290" y="88"/>
                </a:lnTo>
                <a:lnTo>
                  <a:pt x="290" y="87"/>
                </a:lnTo>
                <a:lnTo>
                  <a:pt x="290" y="86"/>
                </a:lnTo>
                <a:lnTo>
                  <a:pt x="291" y="86"/>
                </a:lnTo>
                <a:lnTo>
                  <a:pt x="292" y="85"/>
                </a:lnTo>
                <a:lnTo>
                  <a:pt x="292" y="84"/>
                </a:lnTo>
                <a:lnTo>
                  <a:pt x="291" y="83"/>
                </a:lnTo>
                <a:lnTo>
                  <a:pt x="291" y="82"/>
                </a:lnTo>
                <a:lnTo>
                  <a:pt x="292" y="82"/>
                </a:lnTo>
                <a:lnTo>
                  <a:pt x="292" y="81"/>
                </a:lnTo>
                <a:lnTo>
                  <a:pt x="292" y="80"/>
                </a:lnTo>
                <a:lnTo>
                  <a:pt x="291" y="80"/>
                </a:lnTo>
                <a:lnTo>
                  <a:pt x="291" y="79"/>
                </a:lnTo>
                <a:lnTo>
                  <a:pt x="290" y="79"/>
                </a:lnTo>
                <a:lnTo>
                  <a:pt x="291" y="79"/>
                </a:lnTo>
                <a:lnTo>
                  <a:pt x="291" y="78"/>
                </a:lnTo>
                <a:lnTo>
                  <a:pt x="292" y="78"/>
                </a:lnTo>
                <a:lnTo>
                  <a:pt x="293" y="76"/>
                </a:lnTo>
                <a:lnTo>
                  <a:pt x="296" y="75"/>
                </a:lnTo>
                <a:lnTo>
                  <a:pt x="296" y="74"/>
                </a:lnTo>
                <a:lnTo>
                  <a:pt x="296" y="73"/>
                </a:lnTo>
                <a:lnTo>
                  <a:pt x="297" y="71"/>
                </a:lnTo>
                <a:lnTo>
                  <a:pt x="298" y="71"/>
                </a:lnTo>
                <a:lnTo>
                  <a:pt x="300" y="71"/>
                </a:lnTo>
                <a:lnTo>
                  <a:pt x="304" y="71"/>
                </a:lnTo>
                <a:lnTo>
                  <a:pt x="308" y="71"/>
                </a:lnTo>
                <a:lnTo>
                  <a:pt x="311" y="70"/>
                </a:lnTo>
                <a:lnTo>
                  <a:pt x="313" y="70"/>
                </a:lnTo>
                <a:lnTo>
                  <a:pt x="315" y="70"/>
                </a:lnTo>
                <a:lnTo>
                  <a:pt x="318" y="70"/>
                </a:lnTo>
                <a:lnTo>
                  <a:pt x="319" y="70"/>
                </a:lnTo>
                <a:lnTo>
                  <a:pt x="322" y="68"/>
                </a:lnTo>
                <a:lnTo>
                  <a:pt x="324" y="67"/>
                </a:lnTo>
                <a:lnTo>
                  <a:pt x="326" y="67"/>
                </a:lnTo>
                <a:lnTo>
                  <a:pt x="327" y="67"/>
                </a:lnTo>
                <a:lnTo>
                  <a:pt x="328" y="67"/>
                </a:lnTo>
                <a:lnTo>
                  <a:pt x="330" y="68"/>
                </a:lnTo>
                <a:lnTo>
                  <a:pt x="332" y="69"/>
                </a:lnTo>
                <a:lnTo>
                  <a:pt x="335" y="71"/>
                </a:lnTo>
                <a:lnTo>
                  <a:pt x="339" y="74"/>
                </a:lnTo>
                <a:lnTo>
                  <a:pt x="341" y="74"/>
                </a:lnTo>
                <a:lnTo>
                  <a:pt x="342" y="75"/>
                </a:lnTo>
                <a:lnTo>
                  <a:pt x="343" y="76"/>
                </a:lnTo>
                <a:lnTo>
                  <a:pt x="346" y="78"/>
                </a:lnTo>
                <a:lnTo>
                  <a:pt x="348" y="79"/>
                </a:lnTo>
                <a:lnTo>
                  <a:pt x="349" y="80"/>
                </a:lnTo>
                <a:lnTo>
                  <a:pt x="350" y="80"/>
                </a:lnTo>
                <a:lnTo>
                  <a:pt x="354" y="83"/>
                </a:lnTo>
                <a:lnTo>
                  <a:pt x="355" y="83"/>
                </a:lnTo>
                <a:lnTo>
                  <a:pt x="357" y="84"/>
                </a:lnTo>
                <a:lnTo>
                  <a:pt x="364" y="86"/>
                </a:lnTo>
                <a:lnTo>
                  <a:pt x="366" y="86"/>
                </a:lnTo>
                <a:lnTo>
                  <a:pt x="368" y="87"/>
                </a:lnTo>
                <a:lnTo>
                  <a:pt x="372" y="87"/>
                </a:lnTo>
                <a:lnTo>
                  <a:pt x="373" y="88"/>
                </a:lnTo>
                <a:lnTo>
                  <a:pt x="373" y="87"/>
                </a:lnTo>
                <a:lnTo>
                  <a:pt x="374" y="87"/>
                </a:lnTo>
                <a:lnTo>
                  <a:pt x="377" y="87"/>
                </a:lnTo>
                <a:lnTo>
                  <a:pt x="378" y="86"/>
                </a:lnTo>
                <a:lnTo>
                  <a:pt x="379" y="86"/>
                </a:lnTo>
                <a:lnTo>
                  <a:pt x="380" y="85"/>
                </a:lnTo>
                <a:lnTo>
                  <a:pt x="385" y="82"/>
                </a:lnTo>
                <a:lnTo>
                  <a:pt x="386" y="82"/>
                </a:lnTo>
                <a:lnTo>
                  <a:pt x="388" y="80"/>
                </a:lnTo>
                <a:lnTo>
                  <a:pt x="389" y="80"/>
                </a:lnTo>
                <a:lnTo>
                  <a:pt x="390" y="80"/>
                </a:lnTo>
                <a:lnTo>
                  <a:pt x="390" y="79"/>
                </a:lnTo>
                <a:lnTo>
                  <a:pt x="391" y="79"/>
                </a:lnTo>
                <a:lnTo>
                  <a:pt x="392" y="78"/>
                </a:lnTo>
                <a:lnTo>
                  <a:pt x="393" y="77"/>
                </a:lnTo>
                <a:lnTo>
                  <a:pt x="394" y="76"/>
                </a:lnTo>
                <a:lnTo>
                  <a:pt x="394" y="75"/>
                </a:lnTo>
                <a:lnTo>
                  <a:pt x="395" y="75"/>
                </a:lnTo>
                <a:lnTo>
                  <a:pt x="395" y="74"/>
                </a:lnTo>
                <a:lnTo>
                  <a:pt x="395" y="73"/>
                </a:lnTo>
                <a:lnTo>
                  <a:pt x="396" y="72"/>
                </a:lnTo>
                <a:lnTo>
                  <a:pt x="397" y="71"/>
                </a:lnTo>
                <a:lnTo>
                  <a:pt x="397" y="70"/>
                </a:lnTo>
                <a:lnTo>
                  <a:pt x="398" y="70"/>
                </a:lnTo>
                <a:lnTo>
                  <a:pt x="398" y="69"/>
                </a:lnTo>
                <a:lnTo>
                  <a:pt x="402" y="65"/>
                </a:lnTo>
                <a:lnTo>
                  <a:pt x="403" y="65"/>
                </a:lnTo>
                <a:lnTo>
                  <a:pt x="404" y="64"/>
                </a:lnTo>
                <a:lnTo>
                  <a:pt x="405" y="63"/>
                </a:lnTo>
                <a:lnTo>
                  <a:pt x="406" y="62"/>
                </a:lnTo>
                <a:lnTo>
                  <a:pt x="408" y="62"/>
                </a:lnTo>
                <a:lnTo>
                  <a:pt x="408" y="61"/>
                </a:lnTo>
                <a:lnTo>
                  <a:pt x="409" y="61"/>
                </a:lnTo>
                <a:lnTo>
                  <a:pt x="411" y="61"/>
                </a:lnTo>
                <a:lnTo>
                  <a:pt x="412" y="60"/>
                </a:lnTo>
                <a:lnTo>
                  <a:pt x="413" y="60"/>
                </a:lnTo>
                <a:lnTo>
                  <a:pt x="414" y="60"/>
                </a:lnTo>
                <a:lnTo>
                  <a:pt x="416" y="60"/>
                </a:lnTo>
                <a:lnTo>
                  <a:pt x="417" y="60"/>
                </a:lnTo>
                <a:lnTo>
                  <a:pt x="420" y="60"/>
                </a:lnTo>
                <a:lnTo>
                  <a:pt x="421" y="60"/>
                </a:lnTo>
                <a:lnTo>
                  <a:pt x="421" y="61"/>
                </a:lnTo>
                <a:lnTo>
                  <a:pt x="422" y="61"/>
                </a:lnTo>
                <a:lnTo>
                  <a:pt x="424" y="63"/>
                </a:lnTo>
                <a:lnTo>
                  <a:pt x="425" y="64"/>
                </a:lnTo>
                <a:lnTo>
                  <a:pt x="425" y="65"/>
                </a:lnTo>
                <a:lnTo>
                  <a:pt x="425" y="66"/>
                </a:lnTo>
                <a:lnTo>
                  <a:pt x="426" y="66"/>
                </a:lnTo>
                <a:lnTo>
                  <a:pt x="426" y="67"/>
                </a:lnTo>
                <a:lnTo>
                  <a:pt x="427" y="67"/>
                </a:lnTo>
                <a:lnTo>
                  <a:pt x="428" y="68"/>
                </a:lnTo>
                <a:lnTo>
                  <a:pt x="429" y="68"/>
                </a:lnTo>
                <a:lnTo>
                  <a:pt x="429" y="69"/>
                </a:lnTo>
                <a:lnTo>
                  <a:pt x="430" y="69"/>
                </a:lnTo>
                <a:lnTo>
                  <a:pt x="432" y="67"/>
                </a:lnTo>
                <a:lnTo>
                  <a:pt x="432" y="66"/>
                </a:lnTo>
                <a:lnTo>
                  <a:pt x="435" y="64"/>
                </a:lnTo>
                <a:lnTo>
                  <a:pt x="436" y="63"/>
                </a:lnTo>
                <a:lnTo>
                  <a:pt x="437" y="62"/>
                </a:lnTo>
                <a:lnTo>
                  <a:pt x="438" y="61"/>
                </a:lnTo>
                <a:lnTo>
                  <a:pt x="439" y="60"/>
                </a:lnTo>
                <a:lnTo>
                  <a:pt x="439" y="59"/>
                </a:lnTo>
                <a:lnTo>
                  <a:pt x="440" y="59"/>
                </a:lnTo>
                <a:lnTo>
                  <a:pt x="440" y="58"/>
                </a:lnTo>
                <a:lnTo>
                  <a:pt x="441" y="57"/>
                </a:lnTo>
                <a:lnTo>
                  <a:pt x="442" y="56"/>
                </a:lnTo>
                <a:lnTo>
                  <a:pt x="443" y="56"/>
                </a:lnTo>
                <a:lnTo>
                  <a:pt x="443" y="55"/>
                </a:lnTo>
                <a:lnTo>
                  <a:pt x="444" y="55"/>
                </a:lnTo>
                <a:lnTo>
                  <a:pt x="445" y="54"/>
                </a:lnTo>
                <a:lnTo>
                  <a:pt x="446" y="54"/>
                </a:lnTo>
                <a:lnTo>
                  <a:pt x="446" y="53"/>
                </a:lnTo>
                <a:lnTo>
                  <a:pt x="447" y="53"/>
                </a:lnTo>
                <a:lnTo>
                  <a:pt x="448" y="52"/>
                </a:lnTo>
                <a:lnTo>
                  <a:pt x="449" y="52"/>
                </a:lnTo>
                <a:lnTo>
                  <a:pt x="450" y="51"/>
                </a:lnTo>
                <a:lnTo>
                  <a:pt x="451" y="51"/>
                </a:lnTo>
                <a:lnTo>
                  <a:pt x="451" y="50"/>
                </a:lnTo>
                <a:lnTo>
                  <a:pt x="453" y="49"/>
                </a:lnTo>
                <a:lnTo>
                  <a:pt x="454" y="48"/>
                </a:lnTo>
                <a:lnTo>
                  <a:pt x="455" y="48"/>
                </a:lnTo>
                <a:lnTo>
                  <a:pt x="455" y="47"/>
                </a:lnTo>
                <a:lnTo>
                  <a:pt x="456" y="47"/>
                </a:lnTo>
                <a:lnTo>
                  <a:pt x="457" y="46"/>
                </a:lnTo>
                <a:lnTo>
                  <a:pt x="458" y="45"/>
                </a:lnTo>
                <a:lnTo>
                  <a:pt x="461" y="43"/>
                </a:lnTo>
                <a:lnTo>
                  <a:pt x="461" y="42"/>
                </a:lnTo>
                <a:lnTo>
                  <a:pt x="462" y="42"/>
                </a:lnTo>
                <a:lnTo>
                  <a:pt x="462" y="41"/>
                </a:lnTo>
                <a:lnTo>
                  <a:pt x="463" y="40"/>
                </a:lnTo>
                <a:lnTo>
                  <a:pt x="464" y="40"/>
                </a:lnTo>
                <a:lnTo>
                  <a:pt x="465" y="40"/>
                </a:lnTo>
                <a:lnTo>
                  <a:pt x="466" y="39"/>
                </a:lnTo>
                <a:lnTo>
                  <a:pt x="473" y="39"/>
                </a:lnTo>
                <a:lnTo>
                  <a:pt x="474" y="39"/>
                </a:lnTo>
                <a:lnTo>
                  <a:pt x="475" y="39"/>
                </a:lnTo>
                <a:lnTo>
                  <a:pt x="476" y="39"/>
                </a:lnTo>
                <a:lnTo>
                  <a:pt x="476" y="38"/>
                </a:lnTo>
                <a:lnTo>
                  <a:pt x="477" y="37"/>
                </a:lnTo>
                <a:lnTo>
                  <a:pt x="478" y="36"/>
                </a:lnTo>
                <a:lnTo>
                  <a:pt x="479" y="34"/>
                </a:lnTo>
                <a:lnTo>
                  <a:pt x="479" y="33"/>
                </a:lnTo>
                <a:lnTo>
                  <a:pt x="478" y="32"/>
                </a:lnTo>
                <a:lnTo>
                  <a:pt x="478" y="31"/>
                </a:lnTo>
                <a:lnTo>
                  <a:pt x="479" y="30"/>
                </a:lnTo>
                <a:lnTo>
                  <a:pt x="480" y="27"/>
                </a:lnTo>
                <a:lnTo>
                  <a:pt x="479" y="20"/>
                </a:lnTo>
                <a:lnTo>
                  <a:pt x="479" y="18"/>
                </a:lnTo>
                <a:lnTo>
                  <a:pt x="479" y="15"/>
                </a:lnTo>
                <a:lnTo>
                  <a:pt x="479" y="11"/>
                </a:lnTo>
                <a:lnTo>
                  <a:pt x="480" y="8"/>
                </a:lnTo>
                <a:lnTo>
                  <a:pt x="482" y="5"/>
                </a:lnTo>
                <a:lnTo>
                  <a:pt x="483" y="4"/>
                </a:lnTo>
                <a:lnTo>
                  <a:pt x="484" y="3"/>
                </a:lnTo>
                <a:lnTo>
                  <a:pt x="485" y="2"/>
                </a:lnTo>
                <a:lnTo>
                  <a:pt x="487" y="1"/>
                </a:lnTo>
                <a:lnTo>
                  <a:pt x="489" y="1"/>
                </a:lnTo>
                <a:lnTo>
                  <a:pt x="492" y="0"/>
                </a:lnTo>
                <a:lnTo>
                  <a:pt x="493" y="0"/>
                </a:lnTo>
                <a:lnTo>
                  <a:pt x="494" y="0"/>
                </a:lnTo>
                <a:lnTo>
                  <a:pt x="495" y="0"/>
                </a:lnTo>
                <a:lnTo>
                  <a:pt x="496" y="0"/>
                </a:lnTo>
                <a:lnTo>
                  <a:pt x="497" y="1"/>
                </a:lnTo>
                <a:lnTo>
                  <a:pt x="498" y="1"/>
                </a:lnTo>
                <a:close/>
              </a:path>
            </a:pathLst>
          </a:custGeom>
          <a:solidFill>
            <a:srgbClr val="FFF2AB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2" name=""/>
          <p:cNvSpPr/>
          <p:nvPr/>
        </p:nvSpPr>
        <p:spPr>
          <a:xfrm>
            <a:off x="8360640" y="13381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0"/>
                </a:move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3" name=""/>
          <p:cNvSpPr/>
          <p:nvPr/>
        </p:nvSpPr>
        <p:spPr>
          <a:xfrm>
            <a:off x="8356680" y="13323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3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4" name=""/>
          <p:cNvSpPr/>
          <p:nvPr/>
        </p:nvSpPr>
        <p:spPr>
          <a:xfrm>
            <a:off x="8404920" y="1329120"/>
            <a:ext cx="1440" cy="2520"/>
          </a:xfrm>
          <a:custGeom>
            <a:avLst/>
            <a:gdLst/>
            <a:ahLst/>
            <a:rect l="0" t="0" r="r" b="b"/>
            <a:pathLst>
              <a:path w="4" h="7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3" y="3"/>
                </a:lnTo>
                <a:lnTo>
                  <a:pt x="4" y="5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0" y="6"/>
                </a:lnTo>
                <a:lnTo>
                  <a:pt x="0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5" name=""/>
          <p:cNvSpPr/>
          <p:nvPr/>
        </p:nvSpPr>
        <p:spPr>
          <a:xfrm>
            <a:off x="8404920" y="1327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6" name=""/>
          <p:cNvSpPr/>
          <p:nvPr/>
        </p:nvSpPr>
        <p:spPr>
          <a:xfrm>
            <a:off x="8365320" y="13204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2"/>
                </a:move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7" name=""/>
          <p:cNvSpPr/>
          <p:nvPr/>
        </p:nvSpPr>
        <p:spPr>
          <a:xfrm>
            <a:off x="8368560" y="1318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8" name=""/>
          <p:cNvSpPr/>
          <p:nvPr/>
        </p:nvSpPr>
        <p:spPr>
          <a:xfrm>
            <a:off x="8379720" y="130968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8" y="2"/>
                </a:lnTo>
                <a:lnTo>
                  <a:pt x="8" y="4"/>
                </a:lnTo>
                <a:lnTo>
                  <a:pt x="6" y="4"/>
                </a:lnTo>
                <a:lnTo>
                  <a:pt x="6" y="2"/>
                </a:lnTo>
                <a:lnTo>
                  <a:pt x="5" y="2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9" name=""/>
          <p:cNvSpPr/>
          <p:nvPr/>
        </p:nvSpPr>
        <p:spPr>
          <a:xfrm>
            <a:off x="8386560" y="1309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0" name=""/>
          <p:cNvSpPr/>
          <p:nvPr/>
        </p:nvSpPr>
        <p:spPr>
          <a:xfrm>
            <a:off x="8382240" y="1308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3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3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1" name=""/>
          <p:cNvSpPr/>
          <p:nvPr/>
        </p:nvSpPr>
        <p:spPr>
          <a:xfrm>
            <a:off x="8428320" y="1299600"/>
            <a:ext cx="5040" cy="6480"/>
          </a:xfrm>
          <a:custGeom>
            <a:avLst/>
            <a:gdLst/>
            <a:ahLst/>
            <a:rect l="0" t="0" r="r" b="b"/>
            <a:pathLst>
              <a:path w="14" h="18">
                <a:moveTo>
                  <a:pt x="12" y="2"/>
                </a:moveTo>
                <a:lnTo>
                  <a:pt x="11" y="3"/>
                </a:lnTo>
                <a:lnTo>
                  <a:pt x="11" y="4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3" y="10"/>
                </a:lnTo>
                <a:lnTo>
                  <a:pt x="14" y="11"/>
                </a:lnTo>
                <a:lnTo>
                  <a:pt x="14" y="12"/>
                </a:lnTo>
                <a:lnTo>
                  <a:pt x="13" y="12"/>
                </a:lnTo>
                <a:lnTo>
                  <a:pt x="12" y="11"/>
                </a:lnTo>
                <a:lnTo>
                  <a:pt x="11" y="11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0" y="10"/>
                </a:lnTo>
                <a:lnTo>
                  <a:pt x="9" y="10"/>
                </a:lnTo>
                <a:lnTo>
                  <a:pt x="9" y="11"/>
                </a:lnTo>
                <a:lnTo>
                  <a:pt x="7" y="11"/>
                </a:lnTo>
                <a:lnTo>
                  <a:pt x="9" y="11"/>
                </a:lnTo>
                <a:lnTo>
                  <a:pt x="9" y="12"/>
                </a:lnTo>
                <a:lnTo>
                  <a:pt x="9" y="13"/>
                </a:lnTo>
                <a:lnTo>
                  <a:pt x="9" y="15"/>
                </a:lnTo>
                <a:lnTo>
                  <a:pt x="9" y="16"/>
                </a:lnTo>
                <a:lnTo>
                  <a:pt x="7" y="17"/>
                </a:lnTo>
                <a:lnTo>
                  <a:pt x="6" y="17"/>
                </a:lnTo>
                <a:lnTo>
                  <a:pt x="6" y="18"/>
                </a:lnTo>
                <a:lnTo>
                  <a:pt x="5" y="18"/>
                </a:lnTo>
                <a:lnTo>
                  <a:pt x="4" y="18"/>
                </a:lnTo>
                <a:lnTo>
                  <a:pt x="4" y="17"/>
                </a:lnTo>
                <a:lnTo>
                  <a:pt x="3" y="16"/>
                </a:lnTo>
                <a:lnTo>
                  <a:pt x="2" y="15"/>
                </a:lnTo>
                <a:lnTo>
                  <a:pt x="1" y="15"/>
                </a:lnTo>
                <a:lnTo>
                  <a:pt x="1" y="16"/>
                </a:lnTo>
                <a:lnTo>
                  <a:pt x="1" y="15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7" y="4"/>
                </a:lnTo>
                <a:lnTo>
                  <a:pt x="9" y="4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2" y="1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3" y="2"/>
                </a:lnTo>
                <a:lnTo>
                  <a:pt x="12" y="2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2" name=""/>
          <p:cNvSpPr/>
          <p:nvPr/>
        </p:nvSpPr>
        <p:spPr>
          <a:xfrm>
            <a:off x="8433000" y="130248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4" y="0"/>
                </a:move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3" name=""/>
          <p:cNvSpPr/>
          <p:nvPr/>
        </p:nvSpPr>
        <p:spPr>
          <a:xfrm>
            <a:off x="8427240" y="1301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4" name=""/>
          <p:cNvSpPr/>
          <p:nvPr/>
        </p:nvSpPr>
        <p:spPr>
          <a:xfrm>
            <a:off x="8433360" y="12981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3"/>
                </a:move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5" y="3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5" name=""/>
          <p:cNvSpPr/>
          <p:nvPr/>
        </p:nvSpPr>
        <p:spPr>
          <a:xfrm>
            <a:off x="8437320" y="1297080"/>
            <a:ext cx="3600" cy="1440"/>
          </a:xfrm>
          <a:custGeom>
            <a:avLst/>
            <a:gdLst/>
            <a:ahLst/>
            <a:rect l="0" t="0" r="r" b="b"/>
            <a:pathLst>
              <a:path w="10" h="4">
                <a:moveTo>
                  <a:pt x="9" y="1"/>
                </a:moveTo>
                <a:lnTo>
                  <a:pt x="9" y="3"/>
                </a:lnTo>
                <a:lnTo>
                  <a:pt x="8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6" name=""/>
          <p:cNvSpPr/>
          <p:nvPr/>
        </p:nvSpPr>
        <p:spPr>
          <a:xfrm>
            <a:off x="8425080" y="12963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7" name=""/>
          <p:cNvSpPr/>
          <p:nvPr/>
        </p:nvSpPr>
        <p:spPr>
          <a:xfrm>
            <a:off x="8433000" y="129564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3" y="0"/>
                </a:move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8" name=""/>
          <p:cNvSpPr/>
          <p:nvPr/>
        </p:nvSpPr>
        <p:spPr>
          <a:xfrm>
            <a:off x="8426520" y="129096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0"/>
                </a:moveTo>
                <a:lnTo>
                  <a:pt x="6" y="1"/>
                </a:lnTo>
                <a:lnTo>
                  <a:pt x="6" y="2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9" name=""/>
          <p:cNvSpPr/>
          <p:nvPr/>
        </p:nvSpPr>
        <p:spPr>
          <a:xfrm>
            <a:off x="8319600" y="12286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0" name=""/>
          <p:cNvSpPr/>
          <p:nvPr/>
        </p:nvSpPr>
        <p:spPr>
          <a:xfrm>
            <a:off x="8327520" y="1218600"/>
            <a:ext cx="3240" cy="3960"/>
          </a:xfrm>
          <a:custGeom>
            <a:avLst/>
            <a:gdLst/>
            <a:ahLst/>
            <a:rect l="0" t="0" r="r" b="b"/>
            <a:pathLst>
              <a:path w="9" h="11">
                <a:moveTo>
                  <a:pt x="7" y="7"/>
                </a:move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2" y="11"/>
                </a:lnTo>
                <a:lnTo>
                  <a:pt x="1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1" y="6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3" y="2"/>
                </a:lnTo>
                <a:lnTo>
                  <a:pt x="4" y="2"/>
                </a:lnTo>
                <a:lnTo>
                  <a:pt x="5" y="1"/>
                </a:lnTo>
                <a:lnTo>
                  <a:pt x="6" y="0"/>
                </a:lnTo>
                <a:lnTo>
                  <a:pt x="7" y="1"/>
                </a:lnTo>
                <a:lnTo>
                  <a:pt x="9" y="2"/>
                </a:lnTo>
                <a:lnTo>
                  <a:pt x="9" y="6"/>
                </a:lnTo>
                <a:lnTo>
                  <a:pt x="9" y="7"/>
                </a:lnTo>
                <a:lnTo>
                  <a:pt x="7" y="7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1" name=""/>
          <p:cNvSpPr/>
          <p:nvPr/>
        </p:nvSpPr>
        <p:spPr>
          <a:xfrm>
            <a:off x="8218800" y="972720"/>
            <a:ext cx="371160" cy="375480"/>
          </a:xfrm>
          <a:custGeom>
            <a:avLst/>
            <a:gdLst/>
            <a:ahLst/>
            <a:rect l="0" t="0" r="r" b="b"/>
            <a:pathLst>
              <a:path w="1031" h="1043">
                <a:moveTo>
                  <a:pt x="647" y="3"/>
                </a:moveTo>
                <a:lnTo>
                  <a:pt x="648" y="2"/>
                </a:lnTo>
                <a:lnTo>
                  <a:pt x="649" y="2"/>
                </a:lnTo>
                <a:lnTo>
                  <a:pt x="649" y="3"/>
                </a:lnTo>
                <a:lnTo>
                  <a:pt x="650" y="3"/>
                </a:lnTo>
                <a:lnTo>
                  <a:pt x="650" y="2"/>
                </a:lnTo>
                <a:lnTo>
                  <a:pt x="651" y="3"/>
                </a:lnTo>
                <a:lnTo>
                  <a:pt x="652" y="3"/>
                </a:lnTo>
                <a:lnTo>
                  <a:pt x="652" y="4"/>
                </a:lnTo>
                <a:lnTo>
                  <a:pt x="653" y="4"/>
                </a:lnTo>
                <a:lnTo>
                  <a:pt x="652" y="4"/>
                </a:lnTo>
                <a:lnTo>
                  <a:pt x="652" y="5"/>
                </a:lnTo>
                <a:lnTo>
                  <a:pt x="653" y="5"/>
                </a:lnTo>
                <a:lnTo>
                  <a:pt x="654" y="5"/>
                </a:lnTo>
                <a:lnTo>
                  <a:pt x="654" y="6"/>
                </a:lnTo>
                <a:lnTo>
                  <a:pt x="654" y="7"/>
                </a:lnTo>
                <a:lnTo>
                  <a:pt x="653" y="8"/>
                </a:lnTo>
                <a:lnTo>
                  <a:pt x="653" y="9"/>
                </a:lnTo>
                <a:lnTo>
                  <a:pt x="653" y="10"/>
                </a:lnTo>
                <a:lnTo>
                  <a:pt x="653" y="11"/>
                </a:lnTo>
                <a:lnTo>
                  <a:pt x="653" y="12"/>
                </a:lnTo>
                <a:lnTo>
                  <a:pt x="653" y="13"/>
                </a:lnTo>
                <a:lnTo>
                  <a:pt x="653" y="14"/>
                </a:lnTo>
                <a:lnTo>
                  <a:pt x="654" y="15"/>
                </a:lnTo>
                <a:lnTo>
                  <a:pt x="654" y="16"/>
                </a:lnTo>
                <a:lnTo>
                  <a:pt x="655" y="16"/>
                </a:lnTo>
                <a:lnTo>
                  <a:pt x="656" y="17"/>
                </a:lnTo>
                <a:lnTo>
                  <a:pt x="659" y="18"/>
                </a:lnTo>
                <a:lnTo>
                  <a:pt x="660" y="18"/>
                </a:lnTo>
                <a:lnTo>
                  <a:pt x="661" y="19"/>
                </a:lnTo>
                <a:lnTo>
                  <a:pt x="662" y="19"/>
                </a:lnTo>
                <a:lnTo>
                  <a:pt x="662" y="20"/>
                </a:lnTo>
                <a:lnTo>
                  <a:pt x="662" y="23"/>
                </a:lnTo>
                <a:lnTo>
                  <a:pt x="664" y="23"/>
                </a:lnTo>
                <a:lnTo>
                  <a:pt x="665" y="23"/>
                </a:lnTo>
                <a:lnTo>
                  <a:pt x="666" y="23"/>
                </a:lnTo>
                <a:lnTo>
                  <a:pt x="667" y="23"/>
                </a:lnTo>
                <a:lnTo>
                  <a:pt x="667" y="24"/>
                </a:lnTo>
                <a:lnTo>
                  <a:pt x="668" y="24"/>
                </a:lnTo>
                <a:lnTo>
                  <a:pt x="669" y="24"/>
                </a:lnTo>
                <a:lnTo>
                  <a:pt x="670" y="24"/>
                </a:lnTo>
                <a:lnTo>
                  <a:pt x="672" y="25"/>
                </a:lnTo>
                <a:lnTo>
                  <a:pt x="672" y="26"/>
                </a:lnTo>
                <a:lnTo>
                  <a:pt x="674" y="27"/>
                </a:lnTo>
                <a:lnTo>
                  <a:pt x="674" y="28"/>
                </a:lnTo>
                <a:lnTo>
                  <a:pt x="675" y="28"/>
                </a:lnTo>
                <a:lnTo>
                  <a:pt x="675" y="29"/>
                </a:lnTo>
                <a:lnTo>
                  <a:pt x="676" y="29"/>
                </a:lnTo>
                <a:lnTo>
                  <a:pt x="677" y="31"/>
                </a:lnTo>
                <a:lnTo>
                  <a:pt x="678" y="31"/>
                </a:lnTo>
                <a:lnTo>
                  <a:pt x="678" y="32"/>
                </a:lnTo>
                <a:lnTo>
                  <a:pt x="679" y="32"/>
                </a:lnTo>
                <a:lnTo>
                  <a:pt x="680" y="33"/>
                </a:lnTo>
                <a:lnTo>
                  <a:pt x="681" y="33"/>
                </a:lnTo>
                <a:lnTo>
                  <a:pt x="681" y="34"/>
                </a:lnTo>
                <a:lnTo>
                  <a:pt x="682" y="34"/>
                </a:lnTo>
                <a:lnTo>
                  <a:pt x="683" y="35"/>
                </a:lnTo>
                <a:lnTo>
                  <a:pt x="684" y="36"/>
                </a:lnTo>
                <a:lnTo>
                  <a:pt x="685" y="36"/>
                </a:lnTo>
                <a:lnTo>
                  <a:pt x="685" y="35"/>
                </a:lnTo>
                <a:lnTo>
                  <a:pt x="686" y="34"/>
                </a:lnTo>
                <a:lnTo>
                  <a:pt x="687" y="34"/>
                </a:lnTo>
                <a:lnTo>
                  <a:pt x="687" y="33"/>
                </a:lnTo>
                <a:lnTo>
                  <a:pt x="688" y="33"/>
                </a:lnTo>
                <a:lnTo>
                  <a:pt x="689" y="32"/>
                </a:lnTo>
                <a:lnTo>
                  <a:pt x="690" y="32"/>
                </a:lnTo>
                <a:lnTo>
                  <a:pt x="691" y="32"/>
                </a:lnTo>
                <a:lnTo>
                  <a:pt x="693" y="32"/>
                </a:lnTo>
                <a:lnTo>
                  <a:pt x="693" y="31"/>
                </a:lnTo>
                <a:lnTo>
                  <a:pt x="694" y="31"/>
                </a:lnTo>
                <a:lnTo>
                  <a:pt x="694" y="32"/>
                </a:lnTo>
                <a:lnTo>
                  <a:pt x="694" y="33"/>
                </a:lnTo>
                <a:lnTo>
                  <a:pt x="694" y="34"/>
                </a:lnTo>
                <a:lnTo>
                  <a:pt x="695" y="34"/>
                </a:lnTo>
                <a:lnTo>
                  <a:pt x="695" y="33"/>
                </a:lnTo>
                <a:lnTo>
                  <a:pt x="695" y="34"/>
                </a:lnTo>
                <a:lnTo>
                  <a:pt x="696" y="34"/>
                </a:lnTo>
                <a:lnTo>
                  <a:pt x="697" y="34"/>
                </a:lnTo>
                <a:lnTo>
                  <a:pt x="697" y="35"/>
                </a:lnTo>
                <a:lnTo>
                  <a:pt x="696" y="36"/>
                </a:lnTo>
                <a:lnTo>
                  <a:pt x="697" y="37"/>
                </a:lnTo>
                <a:lnTo>
                  <a:pt x="697" y="38"/>
                </a:lnTo>
                <a:lnTo>
                  <a:pt x="697" y="39"/>
                </a:lnTo>
                <a:lnTo>
                  <a:pt x="697" y="40"/>
                </a:lnTo>
                <a:lnTo>
                  <a:pt x="698" y="40"/>
                </a:lnTo>
                <a:lnTo>
                  <a:pt x="699" y="40"/>
                </a:lnTo>
                <a:lnTo>
                  <a:pt x="699" y="39"/>
                </a:lnTo>
                <a:lnTo>
                  <a:pt x="700" y="39"/>
                </a:lnTo>
                <a:lnTo>
                  <a:pt x="700" y="38"/>
                </a:lnTo>
                <a:lnTo>
                  <a:pt x="701" y="38"/>
                </a:lnTo>
                <a:lnTo>
                  <a:pt x="702" y="38"/>
                </a:lnTo>
                <a:lnTo>
                  <a:pt x="703" y="39"/>
                </a:lnTo>
                <a:lnTo>
                  <a:pt x="704" y="39"/>
                </a:lnTo>
                <a:lnTo>
                  <a:pt x="705" y="39"/>
                </a:lnTo>
                <a:lnTo>
                  <a:pt x="706" y="39"/>
                </a:lnTo>
                <a:lnTo>
                  <a:pt x="707" y="40"/>
                </a:lnTo>
                <a:lnTo>
                  <a:pt x="708" y="39"/>
                </a:lnTo>
                <a:lnTo>
                  <a:pt x="710" y="38"/>
                </a:lnTo>
                <a:lnTo>
                  <a:pt x="711" y="37"/>
                </a:lnTo>
                <a:lnTo>
                  <a:pt x="712" y="36"/>
                </a:lnTo>
                <a:lnTo>
                  <a:pt x="713" y="37"/>
                </a:lnTo>
                <a:lnTo>
                  <a:pt x="712" y="37"/>
                </a:lnTo>
                <a:lnTo>
                  <a:pt x="712" y="38"/>
                </a:lnTo>
                <a:lnTo>
                  <a:pt x="713" y="38"/>
                </a:lnTo>
                <a:lnTo>
                  <a:pt x="715" y="40"/>
                </a:lnTo>
                <a:lnTo>
                  <a:pt x="718" y="39"/>
                </a:lnTo>
                <a:lnTo>
                  <a:pt x="720" y="39"/>
                </a:lnTo>
                <a:lnTo>
                  <a:pt x="721" y="39"/>
                </a:lnTo>
                <a:lnTo>
                  <a:pt x="722" y="39"/>
                </a:lnTo>
                <a:lnTo>
                  <a:pt x="723" y="39"/>
                </a:lnTo>
                <a:lnTo>
                  <a:pt x="723" y="40"/>
                </a:lnTo>
                <a:lnTo>
                  <a:pt x="723" y="41"/>
                </a:lnTo>
                <a:lnTo>
                  <a:pt x="723" y="42"/>
                </a:lnTo>
                <a:lnTo>
                  <a:pt x="724" y="43"/>
                </a:lnTo>
                <a:lnTo>
                  <a:pt x="724" y="44"/>
                </a:lnTo>
                <a:lnTo>
                  <a:pt x="724" y="46"/>
                </a:lnTo>
                <a:lnTo>
                  <a:pt x="724" y="47"/>
                </a:lnTo>
                <a:lnTo>
                  <a:pt x="724" y="48"/>
                </a:lnTo>
                <a:lnTo>
                  <a:pt x="724" y="49"/>
                </a:lnTo>
                <a:lnTo>
                  <a:pt x="723" y="49"/>
                </a:lnTo>
                <a:lnTo>
                  <a:pt x="723" y="50"/>
                </a:lnTo>
                <a:lnTo>
                  <a:pt x="724" y="50"/>
                </a:lnTo>
                <a:lnTo>
                  <a:pt x="725" y="51"/>
                </a:lnTo>
                <a:lnTo>
                  <a:pt x="725" y="52"/>
                </a:lnTo>
                <a:lnTo>
                  <a:pt x="726" y="52"/>
                </a:lnTo>
                <a:lnTo>
                  <a:pt x="727" y="52"/>
                </a:lnTo>
                <a:lnTo>
                  <a:pt x="728" y="53"/>
                </a:lnTo>
                <a:lnTo>
                  <a:pt x="729" y="53"/>
                </a:lnTo>
                <a:lnTo>
                  <a:pt x="730" y="53"/>
                </a:lnTo>
                <a:lnTo>
                  <a:pt x="730" y="54"/>
                </a:lnTo>
                <a:lnTo>
                  <a:pt x="732" y="55"/>
                </a:lnTo>
                <a:lnTo>
                  <a:pt x="733" y="55"/>
                </a:lnTo>
                <a:lnTo>
                  <a:pt x="734" y="56"/>
                </a:lnTo>
                <a:lnTo>
                  <a:pt x="734" y="57"/>
                </a:lnTo>
                <a:lnTo>
                  <a:pt x="735" y="58"/>
                </a:lnTo>
                <a:lnTo>
                  <a:pt x="736" y="58"/>
                </a:lnTo>
                <a:lnTo>
                  <a:pt x="737" y="59"/>
                </a:lnTo>
                <a:lnTo>
                  <a:pt x="737" y="58"/>
                </a:lnTo>
                <a:lnTo>
                  <a:pt x="738" y="58"/>
                </a:lnTo>
                <a:lnTo>
                  <a:pt x="739" y="59"/>
                </a:lnTo>
                <a:lnTo>
                  <a:pt x="740" y="60"/>
                </a:lnTo>
                <a:lnTo>
                  <a:pt x="741" y="60"/>
                </a:lnTo>
                <a:lnTo>
                  <a:pt x="742" y="61"/>
                </a:lnTo>
                <a:lnTo>
                  <a:pt x="743" y="61"/>
                </a:lnTo>
                <a:lnTo>
                  <a:pt x="743" y="62"/>
                </a:lnTo>
                <a:lnTo>
                  <a:pt x="744" y="63"/>
                </a:lnTo>
                <a:lnTo>
                  <a:pt x="745" y="64"/>
                </a:lnTo>
                <a:lnTo>
                  <a:pt x="747" y="64"/>
                </a:lnTo>
                <a:lnTo>
                  <a:pt x="748" y="65"/>
                </a:lnTo>
                <a:lnTo>
                  <a:pt x="749" y="65"/>
                </a:lnTo>
                <a:lnTo>
                  <a:pt x="749" y="66"/>
                </a:lnTo>
                <a:lnTo>
                  <a:pt x="750" y="66"/>
                </a:lnTo>
                <a:lnTo>
                  <a:pt x="749" y="67"/>
                </a:lnTo>
                <a:lnTo>
                  <a:pt x="749" y="68"/>
                </a:lnTo>
                <a:lnTo>
                  <a:pt x="747" y="72"/>
                </a:lnTo>
                <a:lnTo>
                  <a:pt x="746" y="74"/>
                </a:lnTo>
                <a:lnTo>
                  <a:pt x="745" y="74"/>
                </a:lnTo>
                <a:lnTo>
                  <a:pt x="744" y="76"/>
                </a:lnTo>
                <a:lnTo>
                  <a:pt x="743" y="78"/>
                </a:lnTo>
                <a:lnTo>
                  <a:pt x="743" y="79"/>
                </a:lnTo>
                <a:lnTo>
                  <a:pt x="742" y="80"/>
                </a:lnTo>
                <a:lnTo>
                  <a:pt x="742" y="81"/>
                </a:lnTo>
                <a:lnTo>
                  <a:pt x="741" y="81"/>
                </a:lnTo>
                <a:lnTo>
                  <a:pt x="741" y="82"/>
                </a:lnTo>
                <a:lnTo>
                  <a:pt x="740" y="83"/>
                </a:lnTo>
                <a:lnTo>
                  <a:pt x="740" y="84"/>
                </a:lnTo>
                <a:lnTo>
                  <a:pt x="739" y="85"/>
                </a:lnTo>
                <a:lnTo>
                  <a:pt x="740" y="85"/>
                </a:lnTo>
                <a:lnTo>
                  <a:pt x="741" y="86"/>
                </a:lnTo>
                <a:lnTo>
                  <a:pt x="742" y="86"/>
                </a:lnTo>
                <a:lnTo>
                  <a:pt x="742" y="87"/>
                </a:lnTo>
                <a:lnTo>
                  <a:pt x="743" y="88"/>
                </a:lnTo>
                <a:lnTo>
                  <a:pt x="745" y="88"/>
                </a:lnTo>
                <a:lnTo>
                  <a:pt x="745" y="89"/>
                </a:lnTo>
                <a:lnTo>
                  <a:pt x="746" y="89"/>
                </a:lnTo>
                <a:lnTo>
                  <a:pt x="748" y="89"/>
                </a:lnTo>
                <a:lnTo>
                  <a:pt x="750" y="88"/>
                </a:lnTo>
                <a:lnTo>
                  <a:pt x="751" y="87"/>
                </a:lnTo>
                <a:lnTo>
                  <a:pt x="752" y="87"/>
                </a:lnTo>
                <a:lnTo>
                  <a:pt x="753" y="87"/>
                </a:lnTo>
                <a:lnTo>
                  <a:pt x="754" y="87"/>
                </a:lnTo>
                <a:lnTo>
                  <a:pt x="754" y="88"/>
                </a:lnTo>
                <a:lnTo>
                  <a:pt x="755" y="88"/>
                </a:lnTo>
                <a:lnTo>
                  <a:pt x="756" y="89"/>
                </a:lnTo>
                <a:lnTo>
                  <a:pt x="757" y="89"/>
                </a:lnTo>
                <a:lnTo>
                  <a:pt x="757" y="90"/>
                </a:lnTo>
                <a:lnTo>
                  <a:pt x="757" y="91"/>
                </a:lnTo>
                <a:lnTo>
                  <a:pt x="757" y="92"/>
                </a:lnTo>
                <a:lnTo>
                  <a:pt x="757" y="93"/>
                </a:lnTo>
                <a:lnTo>
                  <a:pt x="756" y="94"/>
                </a:lnTo>
                <a:lnTo>
                  <a:pt x="756" y="95"/>
                </a:lnTo>
                <a:lnTo>
                  <a:pt x="756" y="96"/>
                </a:lnTo>
                <a:lnTo>
                  <a:pt x="755" y="96"/>
                </a:lnTo>
                <a:lnTo>
                  <a:pt x="754" y="97"/>
                </a:lnTo>
                <a:lnTo>
                  <a:pt x="754" y="98"/>
                </a:lnTo>
                <a:lnTo>
                  <a:pt x="752" y="98"/>
                </a:lnTo>
                <a:lnTo>
                  <a:pt x="752" y="99"/>
                </a:lnTo>
                <a:lnTo>
                  <a:pt x="751" y="101"/>
                </a:lnTo>
                <a:lnTo>
                  <a:pt x="750" y="101"/>
                </a:lnTo>
                <a:lnTo>
                  <a:pt x="750" y="100"/>
                </a:lnTo>
                <a:lnTo>
                  <a:pt x="750" y="101"/>
                </a:lnTo>
                <a:lnTo>
                  <a:pt x="749" y="101"/>
                </a:lnTo>
                <a:lnTo>
                  <a:pt x="749" y="102"/>
                </a:lnTo>
                <a:lnTo>
                  <a:pt x="748" y="103"/>
                </a:lnTo>
                <a:lnTo>
                  <a:pt x="748" y="105"/>
                </a:lnTo>
                <a:lnTo>
                  <a:pt x="749" y="106"/>
                </a:lnTo>
                <a:lnTo>
                  <a:pt x="749" y="107"/>
                </a:lnTo>
                <a:lnTo>
                  <a:pt x="750" y="107"/>
                </a:lnTo>
                <a:lnTo>
                  <a:pt x="751" y="107"/>
                </a:lnTo>
                <a:lnTo>
                  <a:pt x="752" y="107"/>
                </a:lnTo>
                <a:lnTo>
                  <a:pt x="753" y="106"/>
                </a:lnTo>
                <a:lnTo>
                  <a:pt x="754" y="106"/>
                </a:lnTo>
                <a:lnTo>
                  <a:pt x="754" y="107"/>
                </a:lnTo>
                <a:lnTo>
                  <a:pt x="755" y="106"/>
                </a:lnTo>
                <a:lnTo>
                  <a:pt x="756" y="106"/>
                </a:lnTo>
                <a:lnTo>
                  <a:pt x="757" y="106"/>
                </a:lnTo>
                <a:lnTo>
                  <a:pt x="757" y="107"/>
                </a:lnTo>
                <a:lnTo>
                  <a:pt x="758" y="107"/>
                </a:lnTo>
                <a:lnTo>
                  <a:pt x="758" y="106"/>
                </a:lnTo>
                <a:lnTo>
                  <a:pt x="759" y="106"/>
                </a:lnTo>
                <a:lnTo>
                  <a:pt x="759" y="105"/>
                </a:lnTo>
                <a:lnTo>
                  <a:pt x="759" y="106"/>
                </a:lnTo>
                <a:lnTo>
                  <a:pt x="760" y="106"/>
                </a:lnTo>
                <a:lnTo>
                  <a:pt x="760" y="107"/>
                </a:lnTo>
                <a:lnTo>
                  <a:pt x="760" y="108"/>
                </a:lnTo>
                <a:lnTo>
                  <a:pt x="761" y="108"/>
                </a:lnTo>
                <a:lnTo>
                  <a:pt x="762" y="109"/>
                </a:lnTo>
                <a:lnTo>
                  <a:pt x="762" y="110"/>
                </a:lnTo>
                <a:lnTo>
                  <a:pt x="763" y="111"/>
                </a:lnTo>
                <a:lnTo>
                  <a:pt x="763" y="112"/>
                </a:lnTo>
                <a:lnTo>
                  <a:pt x="763" y="113"/>
                </a:lnTo>
                <a:lnTo>
                  <a:pt x="763" y="114"/>
                </a:lnTo>
                <a:lnTo>
                  <a:pt x="763" y="115"/>
                </a:lnTo>
                <a:lnTo>
                  <a:pt x="763" y="116"/>
                </a:lnTo>
                <a:lnTo>
                  <a:pt x="764" y="116"/>
                </a:lnTo>
                <a:lnTo>
                  <a:pt x="765" y="116"/>
                </a:lnTo>
                <a:lnTo>
                  <a:pt x="766" y="116"/>
                </a:lnTo>
                <a:lnTo>
                  <a:pt x="766" y="115"/>
                </a:lnTo>
                <a:lnTo>
                  <a:pt x="766" y="114"/>
                </a:lnTo>
                <a:lnTo>
                  <a:pt x="765" y="113"/>
                </a:lnTo>
                <a:lnTo>
                  <a:pt x="765" y="112"/>
                </a:lnTo>
                <a:lnTo>
                  <a:pt x="765" y="111"/>
                </a:lnTo>
                <a:lnTo>
                  <a:pt x="765" y="110"/>
                </a:lnTo>
                <a:lnTo>
                  <a:pt x="766" y="110"/>
                </a:lnTo>
                <a:lnTo>
                  <a:pt x="766" y="109"/>
                </a:lnTo>
                <a:lnTo>
                  <a:pt x="767" y="108"/>
                </a:lnTo>
                <a:lnTo>
                  <a:pt x="768" y="107"/>
                </a:lnTo>
                <a:lnTo>
                  <a:pt x="769" y="108"/>
                </a:lnTo>
                <a:lnTo>
                  <a:pt x="769" y="107"/>
                </a:lnTo>
                <a:lnTo>
                  <a:pt x="770" y="105"/>
                </a:lnTo>
                <a:lnTo>
                  <a:pt x="771" y="105"/>
                </a:lnTo>
                <a:lnTo>
                  <a:pt x="772" y="105"/>
                </a:lnTo>
                <a:lnTo>
                  <a:pt x="774" y="105"/>
                </a:lnTo>
                <a:lnTo>
                  <a:pt x="775" y="105"/>
                </a:lnTo>
                <a:lnTo>
                  <a:pt x="775" y="102"/>
                </a:lnTo>
                <a:lnTo>
                  <a:pt x="774" y="102"/>
                </a:lnTo>
                <a:lnTo>
                  <a:pt x="774" y="101"/>
                </a:lnTo>
                <a:lnTo>
                  <a:pt x="775" y="101"/>
                </a:lnTo>
                <a:lnTo>
                  <a:pt x="776" y="100"/>
                </a:lnTo>
                <a:lnTo>
                  <a:pt x="777" y="99"/>
                </a:lnTo>
                <a:lnTo>
                  <a:pt x="778" y="99"/>
                </a:lnTo>
                <a:lnTo>
                  <a:pt x="778" y="97"/>
                </a:lnTo>
                <a:lnTo>
                  <a:pt x="779" y="97"/>
                </a:lnTo>
                <a:lnTo>
                  <a:pt x="780" y="96"/>
                </a:lnTo>
                <a:lnTo>
                  <a:pt x="780" y="95"/>
                </a:lnTo>
                <a:lnTo>
                  <a:pt x="780" y="94"/>
                </a:lnTo>
                <a:lnTo>
                  <a:pt x="781" y="94"/>
                </a:lnTo>
                <a:lnTo>
                  <a:pt x="781" y="93"/>
                </a:lnTo>
                <a:lnTo>
                  <a:pt x="782" y="92"/>
                </a:lnTo>
                <a:lnTo>
                  <a:pt x="782" y="91"/>
                </a:lnTo>
                <a:lnTo>
                  <a:pt x="781" y="91"/>
                </a:lnTo>
                <a:lnTo>
                  <a:pt x="781" y="90"/>
                </a:lnTo>
                <a:lnTo>
                  <a:pt x="782" y="89"/>
                </a:lnTo>
                <a:lnTo>
                  <a:pt x="782" y="88"/>
                </a:lnTo>
                <a:lnTo>
                  <a:pt x="783" y="88"/>
                </a:lnTo>
                <a:lnTo>
                  <a:pt x="784" y="88"/>
                </a:lnTo>
                <a:lnTo>
                  <a:pt x="784" y="87"/>
                </a:lnTo>
                <a:lnTo>
                  <a:pt x="783" y="87"/>
                </a:lnTo>
                <a:lnTo>
                  <a:pt x="783" y="86"/>
                </a:lnTo>
                <a:lnTo>
                  <a:pt x="784" y="86"/>
                </a:lnTo>
                <a:lnTo>
                  <a:pt x="785" y="86"/>
                </a:lnTo>
                <a:lnTo>
                  <a:pt x="785" y="84"/>
                </a:lnTo>
                <a:lnTo>
                  <a:pt x="784" y="84"/>
                </a:lnTo>
                <a:lnTo>
                  <a:pt x="784" y="83"/>
                </a:lnTo>
                <a:lnTo>
                  <a:pt x="784" y="82"/>
                </a:lnTo>
                <a:lnTo>
                  <a:pt x="784" y="81"/>
                </a:lnTo>
                <a:lnTo>
                  <a:pt x="785" y="80"/>
                </a:lnTo>
                <a:lnTo>
                  <a:pt x="786" y="80"/>
                </a:lnTo>
                <a:lnTo>
                  <a:pt x="787" y="80"/>
                </a:lnTo>
                <a:lnTo>
                  <a:pt x="788" y="80"/>
                </a:lnTo>
                <a:lnTo>
                  <a:pt x="788" y="79"/>
                </a:lnTo>
                <a:lnTo>
                  <a:pt x="788" y="78"/>
                </a:lnTo>
                <a:lnTo>
                  <a:pt x="787" y="78"/>
                </a:lnTo>
                <a:lnTo>
                  <a:pt x="788" y="77"/>
                </a:lnTo>
                <a:lnTo>
                  <a:pt x="789" y="76"/>
                </a:lnTo>
                <a:lnTo>
                  <a:pt x="788" y="76"/>
                </a:lnTo>
                <a:lnTo>
                  <a:pt x="789" y="75"/>
                </a:lnTo>
                <a:lnTo>
                  <a:pt x="789" y="74"/>
                </a:lnTo>
                <a:lnTo>
                  <a:pt x="789" y="73"/>
                </a:lnTo>
                <a:lnTo>
                  <a:pt x="788" y="71"/>
                </a:lnTo>
                <a:lnTo>
                  <a:pt x="788" y="70"/>
                </a:lnTo>
                <a:lnTo>
                  <a:pt x="788" y="69"/>
                </a:lnTo>
                <a:lnTo>
                  <a:pt x="788" y="68"/>
                </a:lnTo>
                <a:lnTo>
                  <a:pt x="788" y="66"/>
                </a:lnTo>
                <a:lnTo>
                  <a:pt x="788" y="64"/>
                </a:lnTo>
                <a:lnTo>
                  <a:pt x="789" y="63"/>
                </a:lnTo>
                <a:lnTo>
                  <a:pt x="789" y="62"/>
                </a:lnTo>
                <a:lnTo>
                  <a:pt x="791" y="60"/>
                </a:lnTo>
                <a:lnTo>
                  <a:pt x="792" y="59"/>
                </a:lnTo>
                <a:lnTo>
                  <a:pt x="793" y="59"/>
                </a:lnTo>
                <a:lnTo>
                  <a:pt x="794" y="59"/>
                </a:lnTo>
                <a:lnTo>
                  <a:pt x="795" y="59"/>
                </a:lnTo>
                <a:lnTo>
                  <a:pt x="796" y="59"/>
                </a:lnTo>
                <a:lnTo>
                  <a:pt x="796" y="58"/>
                </a:lnTo>
                <a:lnTo>
                  <a:pt x="797" y="58"/>
                </a:lnTo>
                <a:lnTo>
                  <a:pt x="797" y="57"/>
                </a:lnTo>
                <a:lnTo>
                  <a:pt x="797" y="56"/>
                </a:lnTo>
                <a:lnTo>
                  <a:pt x="797" y="55"/>
                </a:lnTo>
                <a:lnTo>
                  <a:pt x="797" y="54"/>
                </a:lnTo>
                <a:lnTo>
                  <a:pt x="798" y="54"/>
                </a:lnTo>
                <a:lnTo>
                  <a:pt x="799" y="53"/>
                </a:lnTo>
                <a:lnTo>
                  <a:pt x="799" y="52"/>
                </a:lnTo>
                <a:lnTo>
                  <a:pt x="800" y="51"/>
                </a:lnTo>
                <a:lnTo>
                  <a:pt x="800" y="50"/>
                </a:lnTo>
                <a:lnTo>
                  <a:pt x="801" y="50"/>
                </a:lnTo>
                <a:lnTo>
                  <a:pt x="801" y="49"/>
                </a:lnTo>
                <a:lnTo>
                  <a:pt x="800" y="49"/>
                </a:lnTo>
                <a:lnTo>
                  <a:pt x="800" y="48"/>
                </a:lnTo>
                <a:lnTo>
                  <a:pt x="800" y="47"/>
                </a:lnTo>
                <a:lnTo>
                  <a:pt x="801" y="47"/>
                </a:lnTo>
                <a:lnTo>
                  <a:pt x="801" y="46"/>
                </a:lnTo>
                <a:lnTo>
                  <a:pt x="802" y="46"/>
                </a:lnTo>
                <a:lnTo>
                  <a:pt x="803" y="46"/>
                </a:lnTo>
                <a:lnTo>
                  <a:pt x="803" y="47"/>
                </a:lnTo>
                <a:lnTo>
                  <a:pt x="804" y="47"/>
                </a:lnTo>
                <a:lnTo>
                  <a:pt x="804" y="46"/>
                </a:lnTo>
                <a:lnTo>
                  <a:pt x="805" y="46"/>
                </a:lnTo>
                <a:lnTo>
                  <a:pt x="805" y="45"/>
                </a:lnTo>
                <a:lnTo>
                  <a:pt x="805" y="44"/>
                </a:lnTo>
                <a:lnTo>
                  <a:pt x="806" y="44"/>
                </a:lnTo>
                <a:lnTo>
                  <a:pt x="806" y="45"/>
                </a:lnTo>
                <a:lnTo>
                  <a:pt x="807" y="44"/>
                </a:lnTo>
                <a:lnTo>
                  <a:pt x="808" y="44"/>
                </a:lnTo>
                <a:lnTo>
                  <a:pt x="809" y="44"/>
                </a:lnTo>
                <a:lnTo>
                  <a:pt x="810" y="45"/>
                </a:lnTo>
                <a:lnTo>
                  <a:pt x="811" y="45"/>
                </a:lnTo>
                <a:lnTo>
                  <a:pt x="811" y="44"/>
                </a:lnTo>
                <a:lnTo>
                  <a:pt x="812" y="44"/>
                </a:lnTo>
                <a:lnTo>
                  <a:pt x="812" y="43"/>
                </a:lnTo>
                <a:lnTo>
                  <a:pt x="813" y="43"/>
                </a:lnTo>
                <a:lnTo>
                  <a:pt x="813" y="42"/>
                </a:lnTo>
                <a:lnTo>
                  <a:pt x="813" y="41"/>
                </a:lnTo>
                <a:lnTo>
                  <a:pt x="814" y="41"/>
                </a:lnTo>
                <a:lnTo>
                  <a:pt x="815" y="41"/>
                </a:lnTo>
                <a:lnTo>
                  <a:pt x="815" y="42"/>
                </a:lnTo>
                <a:lnTo>
                  <a:pt x="816" y="43"/>
                </a:lnTo>
                <a:lnTo>
                  <a:pt x="816" y="44"/>
                </a:lnTo>
                <a:lnTo>
                  <a:pt x="815" y="45"/>
                </a:lnTo>
                <a:lnTo>
                  <a:pt x="815" y="46"/>
                </a:lnTo>
                <a:lnTo>
                  <a:pt x="815" y="47"/>
                </a:lnTo>
                <a:lnTo>
                  <a:pt x="815" y="48"/>
                </a:lnTo>
                <a:lnTo>
                  <a:pt x="815" y="49"/>
                </a:lnTo>
                <a:lnTo>
                  <a:pt x="816" y="50"/>
                </a:lnTo>
                <a:lnTo>
                  <a:pt x="816" y="51"/>
                </a:lnTo>
                <a:lnTo>
                  <a:pt x="817" y="52"/>
                </a:lnTo>
                <a:lnTo>
                  <a:pt x="817" y="53"/>
                </a:lnTo>
                <a:lnTo>
                  <a:pt x="816" y="55"/>
                </a:lnTo>
                <a:lnTo>
                  <a:pt x="815" y="56"/>
                </a:lnTo>
                <a:lnTo>
                  <a:pt x="814" y="58"/>
                </a:lnTo>
                <a:lnTo>
                  <a:pt x="813" y="58"/>
                </a:lnTo>
                <a:lnTo>
                  <a:pt x="813" y="59"/>
                </a:lnTo>
                <a:lnTo>
                  <a:pt x="814" y="60"/>
                </a:lnTo>
                <a:lnTo>
                  <a:pt x="814" y="62"/>
                </a:lnTo>
                <a:lnTo>
                  <a:pt x="813" y="62"/>
                </a:lnTo>
                <a:lnTo>
                  <a:pt x="812" y="62"/>
                </a:lnTo>
                <a:lnTo>
                  <a:pt x="812" y="63"/>
                </a:lnTo>
                <a:lnTo>
                  <a:pt x="812" y="64"/>
                </a:lnTo>
                <a:lnTo>
                  <a:pt x="815" y="66"/>
                </a:lnTo>
                <a:lnTo>
                  <a:pt x="815" y="67"/>
                </a:lnTo>
                <a:lnTo>
                  <a:pt x="816" y="68"/>
                </a:lnTo>
                <a:lnTo>
                  <a:pt x="816" y="69"/>
                </a:lnTo>
                <a:lnTo>
                  <a:pt x="816" y="70"/>
                </a:lnTo>
                <a:lnTo>
                  <a:pt x="816" y="71"/>
                </a:lnTo>
                <a:lnTo>
                  <a:pt x="818" y="71"/>
                </a:lnTo>
                <a:lnTo>
                  <a:pt x="818" y="72"/>
                </a:lnTo>
                <a:lnTo>
                  <a:pt x="818" y="73"/>
                </a:lnTo>
                <a:lnTo>
                  <a:pt x="818" y="74"/>
                </a:lnTo>
                <a:lnTo>
                  <a:pt x="819" y="75"/>
                </a:lnTo>
                <a:lnTo>
                  <a:pt x="819" y="76"/>
                </a:lnTo>
                <a:lnTo>
                  <a:pt x="819" y="77"/>
                </a:lnTo>
                <a:lnTo>
                  <a:pt x="819" y="78"/>
                </a:lnTo>
                <a:lnTo>
                  <a:pt x="819" y="79"/>
                </a:lnTo>
                <a:lnTo>
                  <a:pt x="819" y="80"/>
                </a:lnTo>
                <a:lnTo>
                  <a:pt x="819" y="81"/>
                </a:lnTo>
                <a:lnTo>
                  <a:pt x="820" y="82"/>
                </a:lnTo>
                <a:lnTo>
                  <a:pt x="820" y="83"/>
                </a:lnTo>
                <a:lnTo>
                  <a:pt x="819" y="83"/>
                </a:lnTo>
                <a:lnTo>
                  <a:pt x="819" y="84"/>
                </a:lnTo>
                <a:lnTo>
                  <a:pt x="820" y="84"/>
                </a:lnTo>
                <a:lnTo>
                  <a:pt x="820" y="85"/>
                </a:lnTo>
                <a:lnTo>
                  <a:pt x="820" y="86"/>
                </a:lnTo>
                <a:lnTo>
                  <a:pt x="820" y="87"/>
                </a:lnTo>
                <a:lnTo>
                  <a:pt x="819" y="88"/>
                </a:lnTo>
                <a:lnTo>
                  <a:pt x="819" y="89"/>
                </a:lnTo>
                <a:lnTo>
                  <a:pt x="819" y="90"/>
                </a:lnTo>
                <a:lnTo>
                  <a:pt x="819" y="91"/>
                </a:lnTo>
                <a:lnTo>
                  <a:pt x="820" y="93"/>
                </a:lnTo>
                <a:lnTo>
                  <a:pt x="820" y="94"/>
                </a:lnTo>
                <a:lnTo>
                  <a:pt x="820" y="96"/>
                </a:lnTo>
                <a:lnTo>
                  <a:pt x="821" y="97"/>
                </a:lnTo>
                <a:lnTo>
                  <a:pt x="821" y="98"/>
                </a:lnTo>
                <a:lnTo>
                  <a:pt x="821" y="99"/>
                </a:lnTo>
                <a:lnTo>
                  <a:pt x="821" y="100"/>
                </a:lnTo>
                <a:lnTo>
                  <a:pt x="822" y="100"/>
                </a:lnTo>
                <a:lnTo>
                  <a:pt x="822" y="101"/>
                </a:lnTo>
                <a:lnTo>
                  <a:pt x="822" y="102"/>
                </a:lnTo>
                <a:lnTo>
                  <a:pt x="823" y="103"/>
                </a:lnTo>
                <a:lnTo>
                  <a:pt x="822" y="103"/>
                </a:lnTo>
                <a:lnTo>
                  <a:pt x="822" y="104"/>
                </a:lnTo>
                <a:lnTo>
                  <a:pt x="823" y="105"/>
                </a:lnTo>
                <a:lnTo>
                  <a:pt x="824" y="106"/>
                </a:lnTo>
                <a:lnTo>
                  <a:pt x="824" y="107"/>
                </a:lnTo>
                <a:lnTo>
                  <a:pt x="825" y="109"/>
                </a:lnTo>
                <a:lnTo>
                  <a:pt x="825" y="110"/>
                </a:lnTo>
                <a:lnTo>
                  <a:pt x="826" y="111"/>
                </a:lnTo>
                <a:lnTo>
                  <a:pt x="827" y="111"/>
                </a:lnTo>
                <a:lnTo>
                  <a:pt x="828" y="111"/>
                </a:lnTo>
                <a:lnTo>
                  <a:pt x="828" y="110"/>
                </a:lnTo>
                <a:lnTo>
                  <a:pt x="829" y="110"/>
                </a:lnTo>
                <a:lnTo>
                  <a:pt x="830" y="111"/>
                </a:lnTo>
                <a:lnTo>
                  <a:pt x="830" y="110"/>
                </a:lnTo>
                <a:lnTo>
                  <a:pt x="831" y="109"/>
                </a:lnTo>
                <a:lnTo>
                  <a:pt x="831" y="108"/>
                </a:lnTo>
                <a:lnTo>
                  <a:pt x="831" y="107"/>
                </a:lnTo>
                <a:lnTo>
                  <a:pt x="832" y="107"/>
                </a:lnTo>
                <a:lnTo>
                  <a:pt x="831" y="105"/>
                </a:lnTo>
                <a:lnTo>
                  <a:pt x="831" y="104"/>
                </a:lnTo>
                <a:lnTo>
                  <a:pt x="832" y="104"/>
                </a:lnTo>
                <a:lnTo>
                  <a:pt x="833" y="104"/>
                </a:lnTo>
                <a:lnTo>
                  <a:pt x="833" y="103"/>
                </a:lnTo>
                <a:lnTo>
                  <a:pt x="834" y="104"/>
                </a:lnTo>
                <a:lnTo>
                  <a:pt x="835" y="104"/>
                </a:lnTo>
                <a:lnTo>
                  <a:pt x="835" y="105"/>
                </a:lnTo>
                <a:lnTo>
                  <a:pt x="836" y="105"/>
                </a:lnTo>
                <a:lnTo>
                  <a:pt x="837" y="105"/>
                </a:lnTo>
                <a:lnTo>
                  <a:pt x="838" y="105"/>
                </a:lnTo>
                <a:lnTo>
                  <a:pt x="840" y="105"/>
                </a:lnTo>
                <a:lnTo>
                  <a:pt x="841" y="105"/>
                </a:lnTo>
                <a:lnTo>
                  <a:pt x="841" y="106"/>
                </a:lnTo>
                <a:lnTo>
                  <a:pt x="841" y="107"/>
                </a:lnTo>
                <a:lnTo>
                  <a:pt x="841" y="108"/>
                </a:lnTo>
                <a:lnTo>
                  <a:pt x="841" y="109"/>
                </a:lnTo>
                <a:lnTo>
                  <a:pt x="842" y="110"/>
                </a:lnTo>
                <a:lnTo>
                  <a:pt x="843" y="110"/>
                </a:lnTo>
                <a:lnTo>
                  <a:pt x="844" y="110"/>
                </a:lnTo>
                <a:lnTo>
                  <a:pt x="844" y="111"/>
                </a:lnTo>
                <a:lnTo>
                  <a:pt x="845" y="112"/>
                </a:lnTo>
                <a:lnTo>
                  <a:pt x="844" y="114"/>
                </a:lnTo>
                <a:lnTo>
                  <a:pt x="843" y="114"/>
                </a:lnTo>
                <a:lnTo>
                  <a:pt x="843" y="115"/>
                </a:lnTo>
                <a:lnTo>
                  <a:pt x="844" y="115"/>
                </a:lnTo>
                <a:lnTo>
                  <a:pt x="845" y="116"/>
                </a:lnTo>
                <a:lnTo>
                  <a:pt x="846" y="116"/>
                </a:lnTo>
                <a:lnTo>
                  <a:pt x="846" y="117"/>
                </a:lnTo>
                <a:lnTo>
                  <a:pt x="846" y="118"/>
                </a:lnTo>
                <a:lnTo>
                  <a:pt x="845" y="118"/>
                </a:lnTo>
                <a:lnTo>
                  <a:pt x="845" y="119"/>
                </a:lnTo>
                <a:lnTo>
                  <a:pt x="846" y="120"/>
                </a:lnTo>
                <a:lnTo>
                  <a:pt x="845" y="120"/>
                </a:lnTo>
                <a:lnTo>
                  <a:pt x="844" y="121"/>
                </a:lnTo>
                <a:lnTo>
                  <a:pt x="843" y="122"/>
                </a:lnTo>
                <a:lnTo>
                  <a:pt x="844" y="123"/>
                </a:lnTo>
                <a:lnTo>
                  <a:pt x="844" y="124"/>
                </a:lnTo>
                <a:lnTo>
                  <a:pt x="845" y="125"/>
                </a:lnTo>
                <a:lnTo>
                  <a:pt x="846" y="125"/>
                </a:lnTo>
                <a:lnTo>
                  <a:pt x="846" y="126"/>
                </a:lnTo>
                <a:lnTo>
                  <a:pt x="847" y="126"/>
                </a:lnTo>
                <a:lnTo>
                  <a:pt x="847" y="128"/>
                </a:lnTo>
                <a:lnTo>
                  <a:pt x="847" y="129"/>
                </a:lnTo>
                <a:lnTo>
                  <a:pt x="846" y="129"/>
                </a:lnTo>
                <a:lnTo>
                  <a:pt x="845" y="130"/>
                </a:lnTo>
                <a:lnTo>
                  <a:pt x="844" y="130"/>
                </a:lnTo>
                <a:lnTo>
                  <a:pt x="844" y="131"/>
                </a:lnTo>
                <a:lnTo>
                  <a:pt x="845" y="132"/>
                </a:lnTo>
                <a:lnTo>
                  <a:pt x="846" y="132"/>
                </a:lnTo>
                <a:lnTo>
                  <a:pt x="847" y="131"/>
                </a:lnTo>
                <a:lnTo>
                  <a:pt x="848" y="130"/>
                </a:lnTo>
                <a:lnTo>
                  <a:pt x="849" y="130"/>
                </a:lnTo>
                <a:lnTo>
                  <a:pt x="849" y="131"/>
                </a:lnTo>
                <a:lnTo>
                  <a:pt x="849" y="132"/>
                </a:lnTo>
                <a:lnTo>
                  <a:pt x="850" y="132"/>
                </a:lnTo>
                <a:lnTo>
                  <a:pt x="852" y="132"/>
                </a:lnTo>
                <a:lnTo>
                  <a:pt x="852" y="133"/>
                </a:lnTo>
                <a:lnTo>
                  <a:pt x="853" y="134"/>
                </a:lnTo>
                <a:lnTo>
                  <a:pt x="853" y="135"/>
                </a:lnTo>
                <a:lnTo>
                  <a:pt x="853" y="136"/>
                </a:lnTo>
                <a:lnTo>
                  <a:pt x="853" y="137"/>
                </a:lnTo>
                <a:lnTo>
                  <a:pt x="853" y="138"/>
                </a:lnTo>
                <a:lnTo>
                  <a:pt x="853" y="139"/>
                </a:lnTo>
                <a:lnTo>
                  <a:pt x="854" y="139"/>
                </a:lnTo>
                <a:lnTo>
                  <a:pt x="854" y="140"/>
                </a:lnTo>
                <a:lnTo>
                  <a:pt x="854" y="139"/>
                </a:lnTo>
                <a:lnTo>
                  <a:pt x="854" y="140"/>
                </a:lnTo>
                <a:lnTo>
                  <a:pt x="855" y="140"/>
                </a:lnTo>
                <a:lnTo>
                  <a:pt x="856" y="141"/>
                </a:lnTo>
                <a:lnTo>
                  <a:pt x="857" y="141"/>
                </a:lnTo>
                <a:lnTo>
                  <a:pt x="859" y="140"/>
                </a:lnTo>
                <a:lnTo>
                  <a:pt x="859" y="139"/>
                </a:lnTo>
                <a:lnTo>
                  <a:pt x="860" y="139"/>
                </a:lnTo>
                <a:lnTo>
                  <a:pt x="860" y="140"/>
                </a:lnTo>
                <a:lnTo>
                  <a:pt x="861" y="140"/>
                </a:lnTo>
                <a:lnTo>
                  <a:pt x="861" y="139"/>
                </a:lnTo>
                <a:lnTo>
                  <a:pt x="862" y="139"/>
                </a:lnTo>
                <a:lnTo>
                  <a:pt x="862" y="138"/>
                </a:lnTo>
                <a:lnTo>
                  <a:pt x="863" y="138"/>
                </a:lnTo>
                <a:lnTo>
                  <a:pt x="865" y="138"/>
                </a:lnTo>
                <a:lnTo>
                  <a:pt x="866" y="138"/>
                </a:lnTo>
                <a:lnTo>
                  <a:pt x="866" y="139"/>
                </a:lnTo>
                <a:lnTo>
                  <a:pt x="866" y="140"/>
                </a:lnTo>
                <a:lnTo>
                  <a:pt x="866" y="141"/>
                </a:lnTo>
                <a:lnTo>
                  <a:pt x="865" y="141"/>
                </a:lnTo>
                <a:lnTo>
                  <a:pt x="865" y="142"/>
                </a:lnTo>
                <a:lnTo>
                  <a:pt x="866" y="142"/>
                </a:lnTo>
                <a:lnTo>
                  <a:pt x="866" y="143"/>
                </a:lnTo>
                <a:lnTo>
                  <a:pt x="867" y="143"/>
                </a:lnTo>
                <a:lnTo>
                  <a:pt x="866" y="143"/>
                </a:lnTo>
                <a:lnTo>
                  <a:pt x="866" y="144"/>
                </a:lnTo>
                <a:lnTo>
                  <a:pt x="865" y="144"/>
                </a:lnTo>
                <a:lnTo>
                  <a:pt x="865" y="145"/>
                </a:lnTo>
                <a:lnTo>
                  <a:pt x="865" y="146"/>
                </a:lnTo>
                <a:lnTo>
                  <a:pt x="866" y="146"/>
                </a:lnTo>
                <a:lnTo>
                  <a:pt x="866" y="147"/>
                </a:lnTo>
                <a:lnTo>
                  <a:pt x="866" y="148"/>
                </a:lnTo>
                <a:lnTo>
                  <a:pt x="867" y="148"/>
                </a:lnTo>
                <a:lnTo>
                  <a:pt x="867" y="149"/>
                </a:lnTo>
                <a:lnTo>
                  <a:pt x="867" y="150"/>
                </a:lnTo>
                <a:lnTo>
                  <a:pt x="866" y="150"/>
                </a:lnTo>
                <a:lnTo>
                  <a:pt x="866" y="151"/>
                </a:lnTo>
                <a:lnTo>
                  <a:pt x="866" y="152"/>
                </a:lnTo>
                <a:lnTo>
                  <a:pt x="865" y="152"/>
                </a:lnTo>
                <a:lnTo>
                  <a:pt x="866" y="152"/>
                </a:lnTo>
                <a:lnTo>
                  <a:pt x="866" y="153"/>
                </a:lnTo>
                <a:lnTo>
                  <a:pt x="866" y="154"/>
                </a:lnTo>
                <a:lnTo>
                  <a:pt x="866" y="155"/>
                </a:lnTo>
                <a:lnTo>
                  <a:pt x="866" y="156"/>
                </a:lnTo>
                <a:lnTo>
                  <a:pt x="865" y="156"/>
                </a:lnTo>
                <a:lnTo>
                  <a:pt x="865" y="157"/>
                </a:lnTo>
                <a:lnTo>
                  <a:pt x="866" y="158"/>
                </a:lnTo>
                <a:lnTo>
                  <a:pt x="867" y="158"/>
                </a:lnTo>
                <a:lnTo>
                  <a:pt x="868" y="158"/>
                </a:lnTo>
                <a:lnTo>
                  <a:pt x="868" y="159"/>
                </a:lnTo>
                <a:lnTo>
                  <a:pt x="869" y="159"/>
                </a:lnTo>
                <a:lnTo>
                  <a:pt x="869" y="160"/>
                </a:lnTo>
                <a:lnTo>
                  <a:pt x="869" y="161"/>
                </a:lnTo>
                <a:lnTo>
                  <a:pt x="868" y="161"/>
                </a:lnTo>
                <a:lnTo>
                  <a:pt x="868" y="162"/>
                </a:lnTo>
                <a:lnTo>
                  <a:pt x="868" y="163"/>
                </a:lnTo>
                <a:lnTo>
                  <a:pt x="867" y="163"/>
                </a:lnTo>
                <a:lnTo>
                  <a:pt x="866" y="163"/>
                </a:lnTo>
                <a:lnTo>
                  <a:pt x="866" y="164"/>
                </a:lnTo>
                <a:lnTo>
                  <a:pt x="867" y="164"/>
                </a:lnTo>
                <a:lnTo>
                  <a:pt x="868" y="164"/>
                </a:lnTo>
                <a:lnTo>
                  <a:pt x="869" y="163"/>
                </a:lnTo>
                <a:lnTo>
                  <a:pt x="870" y="164"/>
                </a:lnTo>
                <a:lnTo>
                  <a:pt x="871" y="164"/>
                </a:lnTo>
                <a:lnTo>
                  <a:pt x="871" y="165"/>
                </a:lnTo>
                <a:lnTo>
                  <a:pt x="872" y="165"/>
                </a:lnTo>
                <a:lnTo>
                  <a:pt x="873" y="166"/>
                </a:lnTo>
                <a:lnTo>
                  <a:pt x="873" y="167"/>
                </a:lnTo>
                <a:lnTo>
                  <a:pt x="874" y="168"/>
                </a:lnTo>
                <a:lnTo>
                  <a:pt x="877" y="168"/>
                </a:lnTo>
                <a:lnTo>
                  <a:pt x="878" y="168"/>
                </a:lnTo>
                <a:lnTo>
                  <a:pt x="878" y="169"/>
                </a:lnTo>
                <a:lnTo>
                  <a:pt x="879" y="169"/>
                </a:lnTo>
                <a:lnTo>
                  <a:pt x="879" y="170"/>
                </a:lnTo>
                <a:lnTo>
                  <a:pt x="880" y="170"/>
                </a:lnTo>
                <a:lnTo>
                  <a:pt x="880" y="171"/>
                </a:lnTo>
                <a:lnTo>
                  <a:pt x="880" y="172"/>
                </a:lnTo>
                <a:lnTo>
                  <a:pt x="879" y="173"/>
                </a:lnTo>
                <a:lnTo>
                  <a:pt x="880" y="173"/>
                </a:lnTo>
                <a:lnTo>
                  <a:pt x="881" y="173"/>
                </a:lnTo>
                <a:lnTo>
                  <a:pt x="882" y="174"/>
                </a:lnTo>
                <a:lnTo>
                  <a:pt x="883" y="174"/>
                </a:lnTo>
                <a:lnTo>
                  <a:pt x="884" y="174"/>
                </a:lnTo>
                <a:lnTo>
                  <a:pt x="885" y="174"/>
                </a:lnTo>
                <a:lnTo>
                  <a:pt x="886" y="174"/>
                </a:lnTo>
                <a:lnTo>
                  <a:pt x="887" y="175"/>
                </a:lnTo>
                <a:lnTo>
                  <a:pt x="888" y="177"/>
                </a:lnTo>
                <a:lnTo>
                  <a:pt x="887" y="177"/>
                </a:lnTo>
                <a:lnTo>
                  <a:pt x="888" y="178"/>
                </a:lnTo>
                <a:lnTo>
                  <a:pt x="889" y="178"/>
                </a:lnTo>
                <a:lnTo>
                  <a:pt x="889" y="179"/>
                </a:lnTo>
                <a:lnTo>
                  <a:pt x="889" y="180"/>
                </a:lnTo>
                <a:lnTo>
                  <a:pt x="889" y="181"/>
                </a:lnTo>
                <a:lnTo>
                  <a:pt x="889" y="182"/>
                </a:lnTo>
                <a:lnTo>
                  <a:pt x="888" y="182"/>
                </a:lnTo>
                <a:lnTo>
                  <a:pt x="888" y="183"/>
                </a:lnTo>
                <a:lnTo>
                  <a:pt x="889" y="184"/>
                </a:lnTo>
                <a:lnTo>
                  <a:pt x="889" y="185"/>
                </a:lnTo>
                <a:lnTo>
                  <a:pt x="890" y="185"/>
                </a:lnTo>
                <a:lnTo>
                  <a:pt x="891" y="185"/>
                </a:lnTo>
                <a:lnTo>
                  <a:pt x="892" y="186"/>
                </a:lnTo>
                <a:lnTo>
                  <a:pt x="892" y="187"/>
                </a:lnTo>
                <a:lnTo>
                  <a:pt x="891" y="188"/>
                </a:lnTo>
                <a:lnTo>
                  <a:pt x="891" y="189"/>
                </a:lnTo>
                <a:lnTo>
                  <a:pt x="890" y="189"/>
                </a:lnTo>
                <a:lnTo>
                  <a:pt x="889" y="189"/>
                </a:lnTo>
                <a:lnTo>
                  <a:pt x="888" y="190"/>
                </a:lnTo>
                <a:lnTo>
                  <a:pt x="887" y="190"/>
                </a:lnTo>
                <a:lnTo>
                  <a:pt x="887" y="191"/>
                </a:lnTo>
                <a:lnTo>
                  <a:pt x="888" y="192"/>
                </a:lnTo>
                <a:lnTo>
                  <a:pt x="889" y="192"/>
                </a:lnTo>
                <a:lnTo>
                  <a:pt x="889" y="193"/>
                </a:lnTo>
                <a:lnTo>
                  <a:pt x="889" y="194"/>
                </a:lnTo>
                <a:lnTo>
                  <a:pt x="890" y="195"/>
                </a:lnTo>
                <a:lnTo>
                  <a:pt x="890" y="196"/>
                </a:lnTo>
                <a:lnTo>
                  <a:pt x="890" y="197"/>
                </a:lnTo>
                <a:lnTo>
                  <a:pt x="890" y="198"/>
                </a:lnTo>
                <a:lnTo>
                  <a:pt x="890" y="199"/>
                </a:lnTo>
                <a:lnTo>
                  <a:pt x="890" y="200"/>
                </a:lnTo>
                <a:lnTo>
                  <a:pt x="891" y="200"/>
                </a:lnTo>
                <a:lnTo>
                  <a:pt x="892" y="200"/>
                </a:lnTo>
                <a:lnTo>
                  <a:pt x="894" y="200"/>
                </a:lnTo>
                <a:lnTo>
                  <a:pt x="896" y="200"/>
                </a:lnTo>
                <a:lnTo>
                  <a:pt x="897" y="200"/>
                </a:lnTo>
                <a:lnTo>
                  <a:pt x="898" y="200"/>
                </a:lnTo>
                <a:lnTo>
                  <a:pt x="898" y="199"/>
                </a:lnTo>
                <a:lnTo>
                  <a:pt x="899" y="198"/>
                </a:lnTo>
                <a:lnTo>
                  <a:pt x="900" y="197"/>
                </a:lnTo>
                <a:lnTo>
                  <a:pt x="901" y="197"/>
                </a:lnTo>
                <a:lnTo>
                  <a:pt x="902" y="197"/>
                </a:lnTo>
                <a:lnTo>
                  <a:pt x="903" y="197"/>
                </a:lnTo>
                <a:lnTo>
                  <a:pt x="903" y="196"/>
                </a:lnTo>
                <a:lnTo>
                  <a:pt x="903" y="197"/>
                </a:lnTo>
                <a:lnTo>
                  <a:pt x="904" y="197"/>
                </a:lnTo>
                <a:lnTo>
                  <a:pt x="904" y="198"/>
                </a:lnTo>
                <a:lnTo>
                  <a:pt x="905" y="198"/>
                </a:lnTo>
                <a:lnTo>
                  <a:pt x="906" y="199"/>
                </a:lnTo>
                <a:lnTo>
                  <a:pt x="907" y="199"/>
                </a:lnTo>
                <a:lnTo>
                  <a:pt x="908" y="199"/>
                </a:lnTo>
                <a:lnTo>
                  <a:pt x="909" y="200"/>
                </a:lnTo>
                <a:lnTo>
                  <a:pt x="909" y="201"/>
                </a:lnTo>
                <a:lnTo>
                  <a:pt x="909" y="202"/>
                </a:lnTo>
                <a:lnTo>
                  <a:pt x="908" y="202"/>
                </a:lnTo>
                <a:lnTo>
                  <a:pt x="908" y="203"/>
                </a:lnTo>
                <a:lnTo>
                  <a:pt x="908" y="204"/>
                </a:lnTo>
                <a:lnTo>
                  <a:pt x="907" y="204"/>
                </a:lnTo>
                <a:lnTo>
                  <a:pt x="907" y="205"/>
                </a:lnTo>
                <a:lnTo>
                  <a:pt x="907" y="206"/>
                </a:lnTo>
                <a:lnTo>
                  <a:pt x="908" y="207"/>
                </a:lnTo>
                <a:lnTo>
                  <a:pt x="909" y="207"/>
                </a:lnTo>
                <a:lnTo>
                  <a:pt x="910" y="209"/>
                </a:lnTo>
                <a:lnTo>
                  <a:pt x="909" y="211"/>
                </a:lnTo>
                <a:lnTo>
                  <a:pt x="909" y="212"/>
                </a:lnTo>
                <a:lnTo>
                  <a:pt x="910" y="212"/>
                </a:lnTo>
                <a:lnTo>
                  <a:pt x="911" y="212"/>
                </a:lnTo>
                <a:lnTo>
                  <a:pt x="911" y="213"/>
                </a:lnTo>
                <a:lnTo>
                  <a:pt x="912" y="213"/>
                </a:lnTo>
                <a:lnTo>
                  <a:pt x="913" y="213"/>
                </a:lnTo>
                <a:lnTo>
                  <a:pt x="914" y="213"/>
                </a:lnTo>
                <a:lnTo>
                  <a:pt x="914" y="214"/>
                </a:lnTo>
                <a:lnTo>
                  <a:pt x="914" y="215"/>
                </a:lnTo>
                <a:lnTo>
                  <a:pt x="913" y="215"/>
                </a:lnTo>
                <a:lnTo>
                  <a:pt x="914" y="216"/>
                </a:lnTo>
                <a:lnTo>
                  <a:pt x="914" y="217"/>
                </a:lnTo>
                <a:lnTo>
                  <a:pt x="913" y="218"/>
                </a:lnTo>
                <a:lnTo>
                  <a:pt x="913" y="219"/>
                </a:lnTo>
                <a:lnTo>
                  <a:pt x="912" y="220"/>
                </a:lnTo>
                <a:lnTo>
                  <a:pt x="912" y="221"/>
                </a:lnTo>
                <a:lnTo>
                  <a:pt x="912" y="222"/>
                </a:lnTo>
                <a:lnTo>
                  <a:pt x="912" y="223"/>
                </a:lnTo>
                <a:lnTo>
                  <a:pt x="911" y="223"/>
                </a:lnTo>
                <a:lnTo>
                  <a:pt x="911" y="224"/>
                </a:lnTo>
                <a:lnTo>
                  <a:pt x="912" y="224"/>
                </a:lnTo>
                <a:lnTo>
                  <a:pt x="912" y="223"/>
                </a:lnTo>
                <a:lnTo>
                  <a:pt x="913" y="223"/>
                </a:lnTo>
                <a:lnTo>
                  <a:pt x="914" y="223"/>
                </a:lnTo>
                <a:lnTo>
                  <a:pt x="914" y="221"/>
                </a:lnTo>
                <a:lnTo>
                  <a:pt x="915" y="220"/>
                </a:lnTo>
                <a:lnTo>
                  <a:pt x="915" y="219"/>
                </a:lnTo>
                <a:lnTo>
                  <a:pt x="915" y="218"/>
                </a:lnTo>
                <a:lnTo>
                  <a:pt x="915" y="217"/>
                </a:lnTo>
                <a:lnTo>
                  <a:pt x="916" y="218"/>
                </a:lnTo>
                <a:lnTo>
                  <a:pt x="916" y="219"/>
                </a:lnTo>
                <a:lnTo>
                  <a:pt x="916" y="220"/>
                </a:lnTo>
                <a:lnTo>
                  <a:pt x="915" y="220"/>
                </a:lnTo>
                <a:lnTo>
                  <a:pt x="915" y="221"/>
                </a:lnTo>
                <a:lnTo>
                  <a:pt x="916" y="221"/>
                </a:lnTo>
                <a:lnTo>
                  <a:pt x="916" y="222"/>
                </a:lnTo>
                <a:lnTo>
                  <a:pt x="916" y="223"/>
                </a:lnTo>
                <a:lnTo>
                  <a:pt x="916" y="224"/>
                </a:lnTo>
                <a:lnTo>
                  <a:pt x="917" y="224"/>
                </a:lnTo>
                <a:lnTo>
                  <a:pt x="917" y="225"/>
                </a:lnTo>
                <a:lnTo>
                  <a:pt x="916" y="225"/>
                </a:lnTo>
                <a:lnTo>
                  <a:pt x="916" y="226"/>
                </a:lnTo>
                <a:lnTo>
                  <a:pt x="916" y="228"/>
                </a:lnTo>
                <a:lnTo>
                  <a:pt x="916" y="229"/>
                </a:lnTo>
                <a:lnTo>
                  <a:pt x="917" y="229"/>
                </a:lnTo>
                <a:lnTo>
                  <a:pt x="918" y="229"/>
                </a:lnTo>
                <a:lnTo>
                  <a:pt x="920" y="229"/>
                </a:lnTo>
                <a:lnTo>
                  <a:pt x="921" y="228"/>
                </a:lnTo>
                <a:lnTo>
                  <a:pt x="920" y="228"/>
                </a:lnTo>
                <a:lnTo>
                  <a:pt x="922" y="228"/>
                </a:lnTo>
                <a:lnTo>
                  <a:pt x="924" y="227"/>
                </a:lnTo>
                <a:lnTo>
                  <a:pt x="924" y="226"/>
                </a:lnTo>
                <a:lnTo>
                  <a:pt x="923" y="226"/>
                </a:lnTo>
                <a:lnTo>
                  <a:pt x="923" y="225"/>
                </a:lnTo>
                <a:lnTo>
                  <a:pt x="923" y="222"/>
                </a:lnTo>
                <a:lnTo>
                  <a:pt x="922" y="222"/>
                </a:lnTo>
                <a:lnTo>
                  <a:pt x="922" y="221"/>
                </a:lnTo>
                <a:lnTo>
                  <a:pt x="922" y="220"/>
                </a:lnTo>
                <a:lnTo>
                  <a:pt x="923" y="220"/>
                </a:lnTo>
                <a:lnTo>
                  <a:pt x="923" y="219"/>
                </a:lnTo>
                <a:lnTo>
                  <a:pt x="924" y="219"/>
                </a:lnTo>
                <a:lnTo>
                  <a:pt x="924" y="220"/>
                </a:lnTo>
                <a:lnTo>
                  <a:pt x="925" y="220"/>
                </a:lnTo>
                <a:lnTo>
                  <a:pt x="926" y="220"/>
                </a:lnTo>
                <a:lnTo>
                  <a:pt x="927" y="221"/>
                </a:lnTo>
                <a:lnTo>
                  <a:pt x="929" y="222"/>
                </a:lnTo>
                <a:lnTo>
                  <a:pt x="930" y="222"/>
                </a:lnTo>
                <a:lnTo>
                  <a:pt x="930" y="223"/>
                </a:lnTo>
                <a:lnTo>
                  <a:pt x="931" y="223"/>
                </a:lnTo>
                <a:lnTo>
                  <a:pt x="932" y="223"/>
                </a:lnTo>
                <a:lnTo>
                  <a:pt x="933" y="223"/>
                </a:lnTo>
                <a:lnTo>
                  <a:pt x="934" y="223"/>
                </a:lnTo>
                <a:lnTo>
                  <a:pt x="935" y="223"/>
                </a:lnTo>
                <a:lnTo>
                  <a:pt x="936" y="223"/>
                </a:lnTo>
                <a:lnTo>
                  <a:pt x="937" y="223"/>
                </a:lnTo>
                <a:lnTo>
                  <a:pt x="937" y="222"/>
                </a:lnTo>
                <a:lnTo>
                  <a:pt x="938" y="221"/>
                </a:lnTo>
                <a:lnTo>
                  <a:pt x="939" y="221"/>
                </a:lnTo>
                <a:lnTo>
                  <a:pt x="940" y="222"/>
                </a:lnTo>
                <a:lnTo>
                  <a:pt x="940" y="223"/>
                </a:lnTo>
                <a:lnTo>
                  <a:pt x="941" y="223"/>
                </a:lnTo>
                <a:lnTo>
                  <a:pt x="942" y="223"/>
                </a:lnTo>
                <a:lnTo>
                  <a:pt x="942" y="224"/>
                </a:lnTo>
                <a:lnTo>
                  <a:pt x="944" y="225"/>
                </a:lnTo>
                <a:lnTo>
                  <a:pt x="944" y="226"/>
                </a:lnTo>
                <a:lnTo>
                  <a:pt x="943" y="226"/>
                </a:lnTo>
                <a:lnTo>
                  <a:pt x="943" y="227"/>
                </a:lnTo>
                <a:lnTo>
                  <a:pt x="942" y="228"/>
                </a:lnTo>
                <a:lnTo>
                  <a:pt x="941" y="229"/>
                </a:lnTo>
                <a:lnTo>
                  <a:pt x="941" y="230"/>
                </a:lnTo>
                <a:lnTo>
                  <a:pt x="941" y="231"/>
                </a:lnTo>
                <a:lnTo>
                  <a:pt x="940" y="231"/>
                </a:lnTo>
                <a:lnTo>
                  <a:pt x="940" y="232"/>
                </a:lnTo>
                <a:lnTo>
                  <a:pt x="940" y="233"/>
                </a:lnTo>
                <a:lnTo>
                  <a:pt x="939" y="234"/>
                </a:lnTo>
                <a:lnTo>
                  <a:pt x="935" y="234"/>
                </a:lnTo>
                <a:lnTo>
                  <a:pt x="934" y="234"/>
                </a:lnTo>
                <a:lnTo>
                  <a:pt x="934" y="235"/>
                </a:lnTo>
                <a:lnTo>
                  <a:pt x="934" y="236"/>
                </a:lnTo>
                <a:lnTo>
                  <a:pt x="935" y="236"/>
                </a:lnTo>
                <a:lnTo>
                  <a:pt x="936" y="237"/>
                </a:lnTo>
                <a:lnTo>
                  <a:pt x="936" y="238"/>
                </a:lnTo>
                <a:lnTo>
                  <a:pt x="936" y="239"/>
                </a:lnTo>
                <a:lnTo>
                  <a:pt x="936" y="240"/>
                </a:lnTo>
                <a:lnTo>
                  <a:pt x="936" y="241"/>
                </a:lnTo>
                <a:lnTo>
                  <a:pt x="936" y="242"/>
                </a:lnTo>
                <a:lnTo>
                  <a:pt x="935" y="242"/>
                </a:lnTo>
                <a:lnTo>
                  <a:pt x="935" y="243"/>
                </a:lnTo>
                <a:lnTo>
                  <a:pt x="934" y="245"/>
                </a:lnTo>
                <a:lnTo>
                  <a:pt x="934" y="246"/>
                </a:lnTo>
                <a:lnTo>
                  <a:pt x="933" y="248"/>
                </a:lnTo>
                <a:lnTo>
                  <a:pt x="932" y="249"/>
                </a:lnTo>
                <a:lnTo>
                  <a:pt x="932" y="250"/>
                </a:lnTo>
                <a:lnTo>
                  <a:pt x="931" y="250"/>
                </a:lnTo>
                <a:lnTo>
                  <a:pt x="931" y="252"/>
                </a:lnTo>
                <a:lnTo>
                  <a:pt x="930" y="253"/>
                </a:lnTo>
                <a:lnTo>
                  <a:pt x="931" y="254"/>
                </a:lnTo>
                <a:lnTo>
                  <a:pt x="931" y="255"/>
                </a:lnTo>
                <a:lnTo>
                  <a:pt x="931" y="256"/>
                </a:lnTo>
                <a:lnTo>
                  <a:pt x="929" y="257"/>
                </a:lnTo>
                <a:lnTo>
                  <a:pt x="928" y="257"/>
                </a:lnTo>
                <a:lnTo>
                  <a:pt x="927" y="257"/>
                </a:lnTo>
                <a:lnTo>
                  <a:pt x="927" y="258"/>
                </a:lnTo>
                <a:lnTo>
                  <a:pt x="928" y="258"/>
                </a:lnTo>
                <a:lnTo>
                  <a:pt x="928" y="259"/>
                </a:lnTo>
                <a:lnTo>
                  <a:pt x="927" y="260"/>
                </a:lnTo>
                <a:lnTo>
                  <a:pt x="926" y="260"/>
                </a:lnTo>
                <a:lnTo>
                  <a:pt x="926" y="261"/>
                </a:lnTo>
                <a:lnTo>
                  <a:pt x="925" y="261"/>
                </a:lnTo>
                <a:lnTo>
                  <a:pt x="925" y="262"/>
                </a:lnTo>
                <a:lnTo>
                  <a:pt x="925" y="263"/>
                </a:lnTo>
                <a:lnTo>
                  <a:pt x="924" y="263"/>
                </a:lnTo>
                <a:lnTo>
                  <a:pt x="922" y="264"/>
                </a:lnTo>
                <a:lnTo>
                  <a:pt x="922" y="265"/>
                </a:lnTo>
                <a:lnTo>
                  <a:pt x="922" y="266"/>
                </a:lnTo>
                <a:lnTo>
                  <a:pt x="922" y="267"/>
                </a:lnTo>
                <a:lnTo>
                  <a:pt x="923" y="267"/>
                </a:lnTo>
                <a:lnTo>
                  <a:pt x="924" y="267"/>
                </a:lnTo>
                <a:lnTo>
                  <a:pt x="925" y="268"/>
                </a:lnTo>
                <a:lnTo>
                  <a:pt x="926" y="269"/>
                </a:lnTo>
                <a:lnTo>
                  <a:pt x="929" y="269"/>
                </a:lnTo>
                <a:lnTo>
                  <a:pt x="930" y="269"/>
                </a:lnTo>
                <a:lnTo>
                  <a:pt x="931" y="269"/>
                </a:lnTo>
                <a:lnTo>
                  <a:pt x="931" y="270"/>
                </a:lnTo>
                <a:lnTo>
                  <a:pt x="932" y="270"/>
                </a:lnTo>
                <a:lnTo>
                  <a:pt x="932" y="271"/>
                </a:lnTo>
                <a:lnTo>
                  <a:pt x="931" y="272"/>
                </a:lnTo>
                <a:lnTo>
                  <a:pt x="931" y="271"/>
                </a:lnTo>
                <a:lnTo>
                  <a:pt x="930" y="271"/>
                </a:lnTo>
                <a:lnTo>
                  <a:pt x="930" y="272"/>
                </a:lnTo>
                <a:lnTo>
                  <a:pt x="928" y="272"/>
                </a:lnTo>
                <a:lnTo>
                  <a:pt x="927" y="272"/>
                </a:lnTo>
                <a:lnTo>
                  <a:pt x="926" y="273"/>
                </a:lnTo>
                <a:lnTo>
                  <a:pt x="926" y="274"/>
                </a:lnTo>
                <a:lnTo>
                  <a:pt x="926" y="275"/>
                </a:lnTo>
                <a:lnTo>
                  <a:pt x="926" y="277"/>
                </a:lnTo>
                <a:lnTo>
                  <a:pt x="926" y="278"/>
                </a:lnTo>
                <a:lnTo>
                  <a:pt x="926" y="279"/>
                </a:lnTo>
                <a:lnTo>
                  <a:pt x="926" y="281"/>
                </a:lnTo>
                <a:lnTo>
                  <a:pt x="926" y="283"/>
                </a:lnTo>
                <a:lnTo>
                  <a:pt x="926" y="284"/>
                </a:lnTo>
                <a:lnTo>
                  <a:pt x="927" y="285"/>
                </a:lnTo>
                <a:lnTo>
                  <a:pt x="927" y="286"/>
                </a:lnTo>
                <a:lnTo>
                  <a:pt x="927" y="287"/>
                </a:lnTo>
                <a:lnTo>
                  <a:pt x="927" y="288"/>
                </a:lnTo>
                <a:lnTo>
                  <a:pt x="927" y="290"/>
                </a:lnTo>
                <a:lnTo>
                  <a:pt x="927" y="291"/>
                </a:lnTo>
                <a:lnTo>
                  <a:pt x="928" y="293"/>
                </a:lnTo>
                <a:lnTo>
                  <a:pt x="928" y="294"/>
                </a:lnTo>
                <a:lnTo>
                  <a:pt x="928" y="295"/>
                </a:lnTo>
                <a:lnTo>
                  <a:pt x="929" y="295"/>
                </a:lnTo>
                <a:lnTo>
                  <a:pt x="929" y="296"/>
                </a:lnTo>
                <a:lnTo>
                  <a:pt x="930" y="297"/>
                </a:lnTo>
                <a:lnTo>
                  <a:pt x="930" y="298"/>
                </a:lnTo>
                <a:lnTo>
                  <a:pt x="931" y="298"/>
                </a:lnTo>
                <a:lnTo>
                  <a:pt x="931" y="299"/>
                </a:lnTo>
                <a:lnTo>
                  <a:pt x="932" y="299"/>
                </a:lnTo>
                <a:lnTo>
                  <a:pt x="933" y="300"/>
                </a:lnTo>
                <a:lnTo>
                  <a:pt x="933" y="301"/>
                </a:lnTo>
                <a:lnTo>
                  <a:pt x="934" y="302"/>
                </a:lnTo>
                <a:lnTo>
                  <a:pt x="934" y="303"/>
                </a:lnTo>
                <a:lnTo>
                  <a:pt x="935" y="304"/>
                </a:lnTo>
                <a:lnTo>
                  <a:pt x="935" y="305"/>
                </a:lnTo>
                <a:lnTo>
                  <a:pt x="935" y="307"/>
                </a:lnTo>
                <a:lnTo>
                  <a:pt x="936" y="307"/>
                </a:lnTo>
                <a:lnTo>
                  <a:pt x="936" y="308"/>
                </a:lnTo>
                <a:lnTo>
                  <a:pt x="936" y="309"/>
                </a:lnTo>
                <a:lnTo>
                  <a:pt x="937" y="309"/>
                </a:lnTo>
                <a:lnTo>
                  <a:pt x="937" y="310"/>
                </a:lnTo>
                <a:lnTo>
                  <a:pt x="938" y="310"/>
                </a:lnTo>
                <a:lnTo>
                  <a:pt x="938" y="311"/>
                </a:lnTo>
                <a:lnTo>
                  <a:pt x="937" y="311"/>
                </a:lnTo>
                <a:lnTo>
                  <a:pt x="937" y="312"/>
                </a:lnTo>
                <a:lnTo>
                  <a:pt x="938" y="313"/>
                </a:lnTo>
                <a:lnTo>
                  <a:pt x="938" y="314"/>
                </a:lnTo>
                <a:lnTo>
                  <a:pt x="938" y="316"/>
                </a:lnTo>
                <a:lnTo>
                  <a:pt x="938" y="318"/>
                </a:lnTo>
                <a:lnTo>
                  <a:pt x="938" y="319"/>
                </a:lnTo>
                <a:lnTo>
                  <a:pt x="938" y="322"/>
                </a:lnTo>
                <a:lnTo>
                  <a:pt x="937" y="323"/>
                </a:lnTo>
                <a:lnTo>
                  <a:pt x="938" y="323"/>
                </a:lnTo>
                <a:lnTo>
                  <a:pt x="938" y="324"/>
                </a:lnTo>
                <a:lnTo>
                  <a:pt x="939" y="325"/>
                </a:lnTo>
                <a:lnTo>
                  <a:pt x="939" y="324"/>
                </a:lnTo>
                <a:lnTo>
                  <a:pt x="940" y="324"/>
                </a:lnTo>
                <a:lnTo>
                  <a:pt x="940" y="323"/>
                </a:lnTo>
                <a:lnTo>
                  <a:pt x="941" y="323"/>
                </a:lnTo>
                <a:lnTo>
                  <a:pt x="942" y="322"/>
                </a:lnTo>
                <a:lnTo>
                  <a:pt x="943" y="322"/>
                </a:lnTo>
                <a:lnTo>
                  <a:pt x="944" y="322"/>
                </a:lnTo>
                <a:lnTo>
                  <a:pt x="945" y="321"/>
                </a:lnTo>
                <a:lnTo>
                  <a:pt x="946" y="320"/>
                </a:lnTo>
                <a:lnTo>
                  <a:pt x="946" y="319"/>
                </a:lnTo>
                <a:lnTo>
                  <a:pt x="947" y="319"/>
                </a:lnTo>
                <a:lnTo>
                  <a:pt x="948" y="319"/>
                </a:lnTo>
                <a:lnTo>
                  <a:pt x="949" y="319"/>
                </a:lnTo>
                <a:lnTo>
                  <a:pt x="949" y="318"/>
                </a:lnTo>
                <a:lnTo>
                  <a:pt x="951" y="318"/>
                </a:lnTo>
                <a:lnTo>
                  <a:pt x="951" y="317"/>
                </a:lnTo>
                <a:lnTo>
                  <a:pt x="951" y="318"/>
                </a:lnTo>
                <a:lnTo>
                  <a:pt x="952" y="318"/>
                </a:lnTo>
                <a:lnTo>
                  <a:pt x="953" y="319"/>
                </a:lnTo>
                <a:lnTo>
                  <a:pt x="954" y="320"/>
                </a:lnTo>
                <a:lnTo>
                  <a:pt x="955" y="320"/>
                </a:lnTo>
                <a:lnTo>
                  <a:pt x="956" y="320"/>
                </a:lnTo>
                <a:lnTo>
                  <a:pt x="957" y="320"/>
                </a:lnTo>
                <a:lnTo>
                  <a:pt x="957" y="321"/>
                </a:lnTo>
                <a:lnTo>
                  <a:pt x="958" y="322"/>
                </a:lnTo>
                <a:lnTo>
                  <a:pt x="959" y="322"/>
                </a:lnTo>
                <a:lnTo>
                  <a:pt x="959" y="323"/>
                </a:lnTo>
                <a:lnTo>
                  <a:pt x="958" y="323"/>
                </a:lnTo>
                <a:lnTo>
                  <a:pt x="959" y="324"/>
                </a:lnTo>
                <a:lnTo>
                  <a:pt x="959" y="325"/>
                </a:lnTo>
                <a:lnTo>
                  <a:pt x="960" y="326"/>
                </a:lnTo>
                <a:lnTo>
                  <a:pt x="961" y="326"/>
                </a:lnTo>
                <a:lnTo>
                  <a:pt x="962" y="326"/>
                </a:lnTo>
                <a:lnTo>
                  <a:pt x="962" y="327"/>
                </a:lnTo>
                <a:lnTo>
                  <a:pt x="962" y="328"/>
                </a:lnTo>
                <a:lnTo>
                  <a:pt x="961" y="329"/>
                </a:lnTo>
                <a:lnTo>
                  <a:pt x="961" y="330"/>
                </a:lnTo>
                <a:lnTo>
                  <a:pt x="960" y="330"/>
                </a:lnTo>
                <a:lnTo>
                  <a:pt x="960" y="331"/>
                </a:lnTo>
                <a:lnTo>
                  <a:pt x="960" y="332"/>
                </a:lnTo>
                <a:lnTo>
                  <a:pt x="961" y="333"/>
                </a:lnTo>
                <a:lnTo>
                  <a:pt x="960" y="334"/>
                </a:lnTo>
                <a:lnTo>
                  <a:pt x="961" y="335"/>
                </a:lnTo>
                <a:lnTo>
                  <a:pt x="961" y="336"/>
                </a:lnTo>
                <a:lnTo>
                  <a:pt x="961" y="337"/>
                </a:lnTo>
                <a:lnTo>
                  <a:pt x="962" y="338"/>
                </a:lnTo>
                <a:lnTo>
                  <a:pt x="963" y="338"/>
                </a:lnTo>
                <a:lnTo>
                  <a:pt x="963" y="339"/>
                </a:lnTo>
                <a:lnTo>
                  <a:pt x="963" y="340"/>
                </a:lnTo>
                <a:lnTo>
                  <a:pt x="964" y="341"/>
                </a:lnTo>
                <a:lnTo>
                  <a:pt x="965" y="341"/>
                </a:lnTo>
                <a:lnTo>
                  <a:pt x="965" y="342"/>
                </a:lnTo>
                <a:lnTo>
                  <a:pt x="966" y="342"/>
                </a:lnTo>
                <a:lnTo>
                  <a:pt x="966" y="343"/>
                </a:lnTo>
                <a:lnTo>
                  <a:pt x="967" y="344"/>
                </a:lnTo>
                <a:lnTo>
                  <a:pt x="967" y="345"/>
                </a:lnTo>
                <a:lnTo>
                  <a:pt x="968" y="345"/>
                </a:lnTo>
                <a:lnTo>
                  <a:pt x="968" y="346"/>
                </a:lnTo>
                <a:lnTo>
                  <a:pt x="969" y="346"/>
                </a:lnTo>
                <a:lnTo>
                  <a:pt x="970" y="346"/>
                </a:lnTo>
                <a:lnTo>
                  <a:pt x="971" y="346"/>
                </a:lnTo>
                <a:lnTo>
                  <a:pt x="972" y="346"/>
                </a:lnTo>
                <a:lnTo>
                  <a:pt x="972" y="347"/>
                </a:lnTo>
                <a:lnTo>
                  <a:pt x="972" y="348"/>
                </a:lnTo>
                <a:lnTo>
                  <a:pt x="972" y="349"/>
                </a:lnTo>
                <a:lnTo>
                  <a:pt x="971" y="349"/>
                </a:lnTo>
                <a:lnTo>
                  <a:pt x="970" y="349"/>
                </a:lnTo>
                <a:lnTo>
                  <a:pt x="970" y="350"/>
                </a:lnTo>
                <a:lnTo>
                  <a:pt x="970" y="351"/>
                </a:lnTo>
                <a:lnTo>
                  <a:pt x="971" y="351"/>
                </a:lnTo>
                <a:lnTo>
                  <a:pt x="971" y="352"/>
                </a:lnTo>
                <a:lnTo>
                  <a:pt x="972" y="352"/>
                </a:lnTo>
                <a:lnTo>
                  <a:pt x="972" y="353"/>
                </a:lnTo>
                <a:lnTo>
                  <a:pt x="973" y="353"/>
                </a:lnTo>
                <a:lnTo>
                  <a:pt x="973" y="354"/>
                </a:lnTo>
                <a:lnTo>
                  <a:pt x="974" y="354"/>
                </a:lnTo>
                <a:lnTo>
                  <a:pt x="975" y="355"/>
                </a:lnTo>
                <a:lnTo>
                  <a:pt x="975" y="356"/>
                </a:lnTo>
                <a:lnTo>
                  <a:pt x="975" y="357"/>
                </a:lnTo>
                <a:lnTo>
                  <a:pt x="976" y="357"/>
                </a:lnTo>
                <a:lnTo>
                  <a:pt x="977" y="357"/>
                </a:lnTo>
                <a:lnTo>
                  <a:pt x="978" y="357"/>
                </a:lnTo>
                <a:lnTo>
                  <a:pt x="978" y="358"/>
                </a:lnTo>
                <a:lnTo>
                  <a:pt x="979" y="358"/>
                </a:lnTo>
                <a:lnTo>
                  <a:pt x="979" y="359"/>
                </a:lnTo>
                <a:lnTo>
                  <a:pt x="980" y="359"/>
                </a:lnTo>
                <a:lnTo>
                  <a:pt x="980" y="360"/>
                </a:lnTo>
                <a:lnTo>
                  <a:pt x="980" y="361"/>
                </a:lnTo>
                <a:lnTo>
                  <a:pt x="980" y="362"/>
                </a:lnTo>
                <a:lnTo>
                  <a:pt x="980" y="363"/>
                </a:lnTo>
                <a:lnTo>
                  <a:pt x="980" y="364"/>
                </a:lnTo>
                <a:lnTo>
                  <a:pt x="981" y="365"/>
                </a:lnTo>
                <a:lnTo>
                  <a:pt x="981" y="366"/>
                </a:lnTo>
                <a:lnTo>
                  <a:pt x="980" y="366"/>
                </a:lnTo>
                <a:lnTo>
                  <a:pt x="980" y="367"/>
                </a:lnTo>
                <a:lnTo>
                  <a:pt x="981" y="368"/>
                </a:lnTo>
                <a:lnTo>
                  <a:pt x="981" y="369"/>
                </a:lnTo>
                <a:lnTo>
                  <a:pt x="982" y="369"/>
                </a:lnTo>
                <a:lnTo>
                  <a:pt x="982" y="368"/>
                </a:lnTo>
                <a:lnTo>
                  <a:pt x="983" y="368"/>
                </a:lnTo>
                <a:lnTo>
                  <a:pt x="983" y="369"/>
                </a:lnTo>
                <a:lnTo>
                  <a:pt x="983" y="370"/>
                </a:lnTo>
                <a:lnTo>
                  <a:pt x="984" y="370"/>
                </a:lnTo>
                <a:lnTo>
                  <a:pt x="984" y="371"/>
                </a:lnTo>
                <a:lnTo>
                  <a:pt x="983" y="371"/>
                </a:lnTo>
                <a:lnTo>
                  <a:pt x="984" y="371"/>
                </a:lnTo>
                <a:lnTo>
                  <a:pt x="984" y="372"/>
                </a:lnTo>
                <a:lnTo>
                  <a:pt x="983" y="372"/>
                </a:lnTo>
                <a:lnTo>
                  <a:pt x="984" y="372"/>
                </a:lnTo>
                <a:lnTo>
                  <a:pt x="985" y="372"/>
                </a:lnTo>
                <a:lnTo>
                  <a:pt x="985" y="373"/>
                </a:lnTo>
                <a:lnTo>
                  <a:pt x="986" y="373"/>
                </a:lnTo>
                <a:lnTo>
                  <a:pt x="986" y="372"/>
                </a:lnTo>
                <a:lnTo>
                  <a:pt x="987" y="372"/>
                </a:lnTo>
                <a:lnTo>
                  <a:pt x="988" y="372"/>
                </a:lnTo>
                <a:lnTo>
                  <a:pt x="989" y="372"/>
                </a:lnTo>
                <a:lnTo>
                  <a:pt x="990" y="375"/>
                </a:lnTo>
                <a:lnTo>
                  <a:pt x="990" y="376"/>
                </a:lnTo>
                <a:lnTo>
                  <a:pt x="989" y="376"/>
                </a:lnTo>
                <a:lnTo>
                  <a:pt x="989" y="377"/>
                </a:lnTo>
                <a:lnTo>
                  <a:pt x="990" y="377"/>
                </a:lnTo>
                <a:lnTo>
                  <a:pt x="990" y="378"/>
                </a:lnTo>
                <a:lnTo>
                  <a:pt x="991" y="378"/>
                </a:lnTo>
                <a:lnTo>
                  <a:pt x="992" y="378"/>
                </a:lnTo>
                <a:lnTo>
                  <a:pt x="993" y="378"/>
                </a:lnTo>
                <a:lnTo>
                  <a:pt x="993" y="377"/>
                </a:lnTo>
                <a:lnTo>
                  <a:pt x="994" y="378"/>
                </a:lnTo>
                <a:lnTo>
                  <a:pt x="995" y="378"/>
                </a:lnTo>
                <a:lnTo>
                  <a:pt x="996" y="378"/>
                </a:lnTo>
                <a:lnTo>
                  <a:pt x="998" y="380"/>
                </a:lnTo>
                <a:lnTo>
                  <a:pt x="999" y="380"/>
                </a:lnTo>
                <a:lnTo>
                  <a:pt x="999" y="381"/>
                </a:lnTo>
                <a:lnTo>
                  <a:pt x="1000" y="383"/>
                </a:lnTo>
                <a:lnTo>
                  <a:pt x="1000" y="384"/>
                </a:lnTo>
                <a:lnTo>
                  <a:pt x="1000" y="385"/>
                </a:lnTo>
                <a:lnTo>
                  <a:pt x="1000" y="386"/>
                </a:lnTo>
                <a:lnTo>
                  <a:pt x="999" y="386"/>
                </a:lnTo>
                <a:lnTo>
                  <a:pt x="998" y="386"/>
                </a:lnTo>
                <a:lnTo>
                  <a:pt x="998" y="387"/>
                </a:lnTo>
                <a:lnTo>
                  <a:pt x="999" y="388"/>
                </a:lnTo>
                <a:lnTo>
                  <a:pt x="1000" y="389"/>
                </a:lnTo>
                <a:lnTo>
                  <a:pt x="1001" y="389"/>
                </a:lnTo>
                <a:lnTo>
                  <a:pt x="1001" y="390"/>
                </a:lnTo>
                <a:lnTo>
                  <a:pt x="1002" y="390"/>
                </a:lnTo>
                <a:lnTo>
                  <a:pt x="1002" y="391"/>
                </a:lnTo>
                <a:lnTo>
                  <a:pt x="1002" y="392"/>
                </a:lnTo>
                <a:lnTo>
                  <a:pt x="1002" y="393"/>
                </a:lnTo>
                <a:lnTo>
                  <a:pt x="1002" y="394"/>
                </a:lnTo>
                <a:lnTo>
                  <a:pt x="1003" y="394"/>
                </a:lnTo>
                <a:lnTo>
                  <a:pt x="1003" y="395"/>
                </a:lnTo>
                <a:lnTo>
                  <a:pt x="1004" y="396"/>
                </a:lnTo>
                <a:lnTo>
                  <a:pt x="1004" y="397"/>
                </a:lnTo>
                <a:lnTo>
                  <a:pt x="1005" y="396"/>
                </a:lnTo>
                <a:lnTo>
                  <a:pt x="1006" y="395"/>
                </a:lnTo>
                <a:lnTo>
                  <a:pt x="1007" y="394"/>
                </a:lnTo>
                <a:lnTo>
                  <a:pt x="1008" y="393"/>
                </a:lnTo>
                <a:lnTo>
                  <a:pt x="1009" y="394"/>
                </a:lnTo>
                <a:lnTo>
                  <a:pt x="1010" y="395"/>
                </a:lnTo>
                <a:lnTo>
                  <a:pt x="1010" y="396"/>
                </a:lnTo>
                <a:lnTo>
                  <a:pt x="1011" y="396"/>
                </a:lnTo>
                <a:lnTo>
                  <a:pt x="1011" y="397"/>
                </a:lnTo>
                <a:lnTo>
                  <a:pt x="1011" y="398"/>
                </a:lnTo>
                <a:lnTo>
                  <a:pt x="1011" y="399"/>
                </a:lnTo>
                <a:lnTo>
                  <a:pt x="1012" y="399"/>
                </a:lnTo>
                <a:lnTo>
                  <a:pt x="1013" y="398"/>
                </a:lnTo>
                <a:lnTo>
                  <a:pt x="1014" y="398"/>
                </a:lnTo>
                <a:lnTo>
                  <a:pt x="1015" y="398"/>
                </a:lnTo>
                <a:lnTo>
                  <a:pt x="1015" y="399"/>
                </a:lnTo>
                <a:lnTo>
                  <a:pt x="1016" y="399"/>
                </a:lnTo>
                <a:lnTo>
                  <a:pt x="1017" y="398"/>
                </a:lnTo>
                <a:lnTo>
                  <a:pt x="1018" y="398"/>
                </a:lnTo>
                <a:lnTo>
                  <a:pt x="1019" y="398"/>
                </a:lnTo>
                <a:lnTo>
                  <a:pt x="1020" y="397"/>
                </a:lnTo>
                <a:lnTo>
                  <a:pt x="1020" y="398"/>
                </a:lnTo>
                <a:lnTo>
                  <a:pt x="1021" y="399"/>
                </a:lnTo>
                <a:lnTo>
                  <a:pt x="1022" y="399"/>
                </a:lnTo>
                <a:lnTo>
                  <a:pt x="1022" y="400"/>
                </a:lnTo>
                <a:lnTo>
                  <a:pt x="1022" y="401"/>
                </a:lnTo>
                <a:lnTo>
                  <a:pt x="1021" y="402"/>
                </a:lnTo>
                <a:lnTo>
                  <a:pt x="1021" y="403"/>
                </a:lnTo>
                <a:lnTo>
                  <a:pt x="1021" y="404"/>
                </a:lnTo>
                <a:lnTo>
                  <a:pt x="1021" y="405"/>
                </a:lnTo>
                <a:lnTo>
                  <a:pt x="1020" y="405"/>
                </a:lnTo>
                <a:lnTo>
                  <a:pt x="1020" y="406"/>
                </a:lnTo>
                <a:lnTo>
                  <a:pt x="1020" y="408"/>
                </a:lnTo>
                <a:lnTo>
                  <a:pt x="1021" y="411"/>
                </a:lnTo>
                <a:lnTo>
                  <a:pt x="1022" y="411"/>
                </a:lnTo>
                <a:lnTo>
                  <a:pt x="1023" y="411"/>
                </a:lnTo>
                <a:lnTo>
                  <a:pt x="1024" y="411"/>
                </a:lnTo>
                <a:lnTo>
                  <a:pt x="1024" y="412"/>
                </a:lnTo>
                <a:lnTo>
                  <a:pt x="1025" y="412"/>
                </a:lnTo>
                <a:lnTo>
                  <a:pt x="1027" y="412"/>
                </a:lnTo>
                <a:lnTo>
                  <a:pt x="1028" y="412"/>
                </a:lnTo>
                <a:lnTo>
                  <a:pt x="1028" y="411"/>
                </a:lnTo>
                <a:lnTo>
                  <a:pt x="1029" y="411"/>
                </a:lnTo>
                <a:lnTo>
                  <a:pt x="1029" y="412"/>
                </a:lnTo>
                <a:lnTo>
                  <a:pt x="1030" y="412"/>
                </a:lnTo>
                <a:lnTo>
                  <a:pt x="1028" y="414"/>
                </a:lnTo>
                <a:lnTo>
                  <a:pt x="1028" y="415"/>
                </a:lnTo>
                <a:lnTo>
                  <a:pt x="1027" y="416"/>
                </a:lnTo>
                <a:lnTo>
                  <a:pt x="1027" y="417"/>
                </a:lnTo>
                <a:lnTo>
                  <a:pt x="1027" y="418"/>
                </a:lnTo>
                <a:lnTo>
                  <a:pt x="1026" y="418"/>
                </a:lnTo>
                <a:lnTo>
                  <a:pt x="1026" y="419"/>
                </a:lnTo>
                <a:lnTo>
                  <a:pt x="1026" y="420"/>
                </a:lnTo>
                <a:lnTo>
                  <a:pt x="1026" y="421"/>
                </a:lnTo>
                <a:lnTo>
                  <a:pt x="1025" y="422"/>
                </a:lnTo>
                <a:lnTo>
                  <a:pt x="1023" y="422"/>
                </a:lnTo>
                <a:lnTo>
                  <a:pt x="1022" y="423"/>
                </a:lnTo>
                <a:lnTo>
                  <a:pt x="1022" y="424"/>
                </a:lnTo>
                <a:lnTo>
                  <a:pt x="1021" y="425"/>
                </a:lnTo>
                <a:lnTo>
                  <a:pt x="1022" y="426"/>
                </a:lnTo>
                <a:lnTo>
                  <a:pt x="1021" y="426"/>
                </a:lnTo>
                <a:lnTo>
                  <a:pt x="1021" y="427"/>
                </a:lnTo>
                <a:lnTo>
                  <a:pt x="1021" y="428"/>
                </a:lnTo>
                <a:lnTo>
                  <a:pt x="1021" y="429"/>
                </a:lnTo>
                <a:lnTo>
                  <a:pt x="1022" y="429"/>
                </a:lnTo>
                <a:lnTo>
                  <a:pt x="1024" y="429"/>
                </a:lnTo>
                <a:lnTo>
                  <a:pt x="1025" y="429"/>
                </a:lnTo>
                <a:lnTo>
                  <a:pt x="1025" y="431"/>
                </a:lnTo>
                <a:lnTo>
                  <a:pt x="1025" y="432"/>
                </a:lnTo>
                <a:lnTo>
                  <a:pt x="1025" y="433"/>
                </a:lnTo>
                <a:lnTo>
                  <a:pt x="1025" y="434"/>
                </a:lnTo>
                <a:lnTo>
                  <a:pt x="1025" y="435"/>
                </a:lnTo>
                <a:lnTo>
                  <a:pt x="1025" y="437"/>
                </a:lnTo>
                <a:lnTo>
                  <a:pt x="1024" y="437"/>
                </a:lnTo>
                <a:lnTo>
                  <a:pt x="1024" y="438"/>
                </a:lnTo>
                <a:lnTo>
                  <a:pt x="1023" y="439"/>
                </a:lnTo>
                <a:lnTo>
                  <a:pt x="1023" y="440"/>
                </a:lnTo>
                <a:lnTo>
                  <a:pt x="1023" y="441"/>
                </a:lnTo>
                <a:lnTo>
                  <a:pt x="1023" y="442"/>
                </a:lnTo>
                <a:lnTo>
                  <a:pt x="1022" y="443"/>
                </a:lnTo>
                <a:lnTo>
                  <a:pt x="1021" y="443"/>
                </a:lnTo>
                <a:lnTo>
                  <a:pt x="1021" y="444"/>
                </a:lnTo>
                <a:lnTo>
                  <a:pt x="1020" y="444"/>
                </a:lnTo>
                <a:lnTo>
                  <a:pt x="1020" y="445"/>
                </a:lnTo>
                <a:lnTo>
                  <a:pt x="1020" y="446"/>
                </a:lnTo>
                <a:lnTo>
                  <a:pt x="1020" y="447"/>
                </a:lnTo>
                <a:lnTo>
                  <a:pt x="1020" y="448"/>
                </a:lnTo>
                <a:lnTo>
                  <a:pt x="1020" y="449"/>
                </a:lnTo>
                <a:lnTo>
                  <a:pt x="1020" y="450"/>
                </a:lnTo>
                <a:lnTo>
                  <a:pt x="1021" y="451"/>
                </a:lnTo>
                <a:lnTo>
                  <a:pt x="1021" y="452"/>
                </a:lnTo>
                <a:lnTo>
                  <a:pt x="1021" y="453"/>
                </a:lnTo>
                <a:lnTo>
                  <a:pt x="1021" y="454"/>
                </a:lnTo>
                <a:lnTo>
                  <a:pt x="1021" y="455"/>
                </a:lnTo>
                <a:lnTo>
                  <a:pt x="1020" y="455"/>
                </a:lnTo>
                <a:lnTo>
                  <a:pt x="1020" y="454"/>
                </a:lnTo>
                <a:lnTo>
                  <a:pt x="1019" y="454"/>
                </a:lnTo>
                <a:lnTo>
                  <a:pt x="1017" y="456"/>
                </a:lnTo>
                <a:lnTo>
                  <a:pt x="1017" y="457"/>
                </a:lnTo>
                <a:lnTo>
                  <a:pt x="1017" y="458"/>
                </a:lnTo>
                <a:lnTo>
                  <a:pt x="1017" y="459"/>
                </a:lnTo>
                <a:lnTo>
                  <a:pt x="1017" y="460"/>
                </a:lnTo>
                <a:lnTo>
                  <a:pt x="1016" y="461"/>
                </a:lnTo>
                <a:lnTo>
                  <a:pt x="1016" y="462"/>
                </a:lnTo>
                <a:lnTo>
                  <a:pt x="1016" y="463"/>
                </a:lnTo>
                <a:lnTo>
                  <a:pt x="1015" y="463"/>
                </a:lnTo>
                <a:lnTo>
                  <a:pt x="1014" y="463"/>
                </a:lnTo>
                <a:lnTo>
                  <a:pt x="1013" y="463"/>
                </a:lnTo>
                <a:lnTo>
                  <a:pt x="1012" y="464"/>
                </a:lnTo>
                <a:lnTo>
                  <a:pt x="1011" y="466"/>
                </a:lnTo>
                <a:lnTo>
                  <a:pt x="1010" y="466"/>
                </a:lnTo>
                <a:lnTo>
                  <a:pt x="1010" y="467"/>
                </a:lnTo>
                <a:lnTo>
                  <a:pt x="1010" y="468"/>
                </a:lnTo>
                <a:lnTo>
                  <a:pt x="1010" y="469"/>
                </a:lnTo>
                <a:lnTo>
                  <a:pt x="1010" y="470"/>
                </a:lnTo>
                <a:lnTo>
                  <a:pt x="1010" y="471"/>
                </a:lnTo>
                <a:lnTo>
                  <a:pt x="1009" y="471"/>
                </a:lnTo>
                <a:lnTo>
                  <a:pt x="1009" y="472"/>
                </a:lnTo>
                <a:lnTo>
                  <a:pt x="1009" y="473"/>
                </a:lnTo>
                <a:lnTo>
                  <a:pt x="1009" y="474"/>
                </a:lnTo>
                <a:lnTo>
                  <a:pt x="1010" y="474"/>
                </a:lnTo>
                <a:lnTo>
                  <a:pt x="1011" y="474"/>
                </a:lnTo>
                <a:lnTo>
                  <a:pt x="1012" y="474"/>
                </a:lnTo>
                <a:lnTo>
                  <a:pt x="1012" y="473"/>
                </a:lnTo>
                <a:lnTo>
                  <a:pt x="1013" y="472"/>
                </a:lnTo>
                <a:lnTo>
                  <a:pt x="1014" y="471"/>
                </a:lnTo>
                <a:lnTo>
                  <a:pt x="1015" y="470"/>
                </a:lnTo>
                <a:lnTo>
                  <a:pt x="1016" y="470"/>
                </a:lnTo>
                <a:lnTo>
                  <a:pt x="1017" y="470"/>
                </a:lnTo>
                <a:lnTo>
                  <a:pt x="1018" y="469"/>
                </a:lnTo>
                <a:lnTo>
                  <a:pt x="1019" y="469"/>
                </a:lnTo>
                <a:lnTo>
                  <a:pt x="1019" y="468"/>
                </a:lnTo>
                <a:lnTo>
                  <a:pt x="1019" y="467"/>
                </a:lnTo>
                <a:lnTo>
                  <a:pt x="1020" y="467"/>
                </a:lnTo>
                <a:lnTo>
                  <a:pt x="1021" y="467"/>
                </a:lnTo>
                <a:lnTo>
                  <a:pt x="1022" y="468"/>
                </a:lnTo>
                <a:lnTo>
                  <a:pt x="1023" y="469"/>
                </a:lnTo>
                <a:lnTo>
                  <a:pt x="1024" y="469"/>
                </a:lnTo>
                <a:lnTo>
                  <a:pt x="1025" y="469"/>
                </a:lnTo>
                <a:lnTo>
                  <a:pt x="1026" y="470"/>
                </a:lnTo>
                <a:lnTo>
                  <a:pt x="1027" y="470"/>
                </a:lnTo>
                <a:lnTo>
                  <a:pt x="1027" y="471"/>
                </a:lnTo>
                <a:lnTo>
                  <a:pt x="1028" y="472"/>
                </a:lnTo>
                <a:lnTo>
                  <a:pt x="1028" y="473"/>
                </a:lnTo>
                <a:lnTo>
                  <a:pt x="1029" y="473"/>
                </a:lnTo>
                <a:lnTo>
                  <a:pt x="1029" y="474"/>
                </a:lnTo>
                <a:lnTo>
                  <a:pt x="1030" y="474"/>
                </a:lnTo>
                <a:lnTo>
                  <a:pt x="1030" y="475"/>
                </a:lnTo>
                <a:lnTo>
                  <a:pt x="1030" y="476"/>
                </a:lnTo>
                <a:lnTo>
                  <a:pt x="1029" y="476"/>
                </a:lnTo>
                <a:lnTo>
                  <a:pt x="1029" y="477"/>
                </a:lnTo>
                <a:lnTo>
                  <a:pt x="1029" y="478"/>
                </a:lnTo>
                <a:lnTo>
                  <a:pt x="1028" y="478"/>
                </a:lnTo>
                <a:lnTo>
                  <a:pt x="1028" y="479"/>
                </a:lnTo>
                <a:lnTo>
                  <a:pt x="1027" y="481"/>
                </a:lnTo>
                <a:lnTo>
                  <a:pt x="1027" y="482"/>
                </a:lnTo>
                <a:lnTo>
                  <a:pt x="1026" y="482"/>
                </a:lnTo>
                <a:lnTo>
                  <a:pt x="1026" y="483"/>
                </a:lnTo>
                <a:lnTo>
                  <a:pt x="1025" y="484"/>
                </a:lnTo>
                <a:lnTo>
                  <a:pt x="1024" y="484"/>
                </a:lnTo>
                <a:lnTo>
                  <a:pt x="1023" y="485"/>
                </a:lnTo>
                <a:lnTo>
                  <a:pt x="1023" y="486"/>
                </a:lnTo>
                <a:lnTo>
                  <a:pt x="1022" y="486"/>
                </a:lnTo>
                <a:lnTo>
                  <a:pt x="1022" y="488"/>
                </a:lnTo>
                <a:lnTo>
                  <a:pt x="1021" y="488"/>
                </a:lnTo>
                <a:lnTo>
                  <a:pt x="1021" y="489"/>
                </a:lnTo>
                <a:lnTo>
                  <a:pt x="1022" y="490"/>
                </a:lnTo>
                <a:lnTo>
                  <a:pt x="1022" y="491"/>
                </a:lnTo>
                <a:lnTo>
                  <a:pt x="1022" y="492"/>
                </a:lnTo>
                <a:lnTo>
                  <a:pt x="1023" y="492"/>
                </a:lnTo>
                <a:lnTo>
                  <a:pt x="1024" y="492"/>
                </a:lnTo>
                <a:lnTo>
                  <a:pt x="1026" y="492"/>
                </a:lnTo>
                <a:lnTo>
                  <a:pt x="1027" y="492"/>
                </a:lnTo>
                <a:lnTo>
                  <a:pt x="1028" y="492"/>
                </a:lnTo>
                <a:lnTo>
                  <a:pt x="1028" y="493"/>
                </a:lnTo>
                <a:lnTo>
                  <a:pt x="1029" y="493"/>
                </a:lnTo>
                <a:lnTo>
                  <a:pt x="1030" y="493"/>
                </a:lnTo>
                <a:lnTo>
                  <a:pt x="1030" y="494"/>
                </a:lnTo>
                <a:lnTo>
                  <a:pt x="1031" y="494"/>
                </a:lnTo>
                <a:lnTo>
                  <a:pt x="1031" y="495"/>
                </a:lnTo>
                <a:lnTo>
                  <a:pt x="1031" y="496"/>
                </a:lnTo>
                <a:lnTo>
                  <a:pt x="1030" y="496"/>
                </a:lnTo>
                <a:lnTo>
                  <a:pt x="1030" y="497"/>
                </a:lnTo>
                <a:lnTo>
                  <a:pt x="1029" y="497"/>
                </a:lnTo>
                <a:lnTo>
                  <a:pt x="1028" y="497"/>
                </a:lnTo>
                <a:lnTo>
                  <a:pt x="1027" y="497"/>
                </a:lnTo>
                <a:lnTo>
                  <a:pt x="1026" y="497"/>
                </a:lnTo>
                <a:lnTo>
                  <a:pt x="1025" y="497"/>
                </a:lnTo>
                <a:lnTo>
                  <a:pt x="1024" y="498"/>
                </a:lnTo>
                <a:lnTo>
                  <a:pt x="1023" y="498"/>
                </a:lnTo>
                <a:lnTo>
                  <a:pt x="1022" y="499"/>
                </a:lnTo>
                <a:lnTo>
                  <a:pt x="1021" y="499"/>
                </a:lnTo>
                <a:lnTo>
                  <a:pt x="1021" y="500"/>
                </a:lnTo>
                <a:lnTo>
                  <a:pt x="1020" y="500"/>
                </a:lnTo>
                <a:lnTo>
                  <a:pt x="1020" y="499"/>
                </a:lnTo>
                <a:lnTo>
                  <a:pt x="1019" y="499"/>
                </a:lnTo>
                <a:lnTo>
                  <a:pt x="1018" y="499"/>
                </a:lnTo>
                <a:lnTo>
                  <a:pt x="1018" y="498"/>
                </a:lnTo>
                <a:lnTo>
                  <a:pt x="1017" y="498"/>
                </a:lnTo>
                <a:lnTo>
                  <a:pt x="1018" y="498"/>
                </a:lnTo>
                <a:lnTo>
                  <a:pt x="1018" y="496"/>
                </a:lnTo>
                <a:lnTo>
                  <a:pt x="1018" y="495"/>
                </a:lnTo>
                <a:lnTo>
                  <a:pt x="1017" y="496"/>
                </a:lnTo>
                <a:lnTo>
                  <a:pt x="1016" y="495"/>
                </a:lnTo>
                <a:lnTo>
                  <a:pt x="1015" y="495"/>
                </a:lnTo>
                <a:lnTo>
                  <a:pt x="1015" y="496"/>
                </a:lnTo>
                <a:lnTo>
                  <a:pt x="1014" y="496"/>
                </a:lnTo>
                <a:lnTo>
                  <a:pt x="1013" y="496"/>
                </a:lnTo>
                <a:lnTo>
                  <a:pt x="1013" y="497"/>
                </a:lnTo>
                <a:lnTo>
                  <a:pt x="1012" y="497"/>
                </a:lnTo>
                <a:lnTo>
                  <a:pt x="1012" y="498"/>
                </a:lnTo>
                <a:lnTo>
                  <a:pt x="1012" y="499"/>
                </a:lnTo>
                <a:lnTo>
                  <a:pt x="1011" y="500"/>
                </a:lnTo>
                <a:lnTo>
                  <a:pt x="1011" y="501"/>
                </a:lnTo>
                <a:lnTo>
                  <a:pt x="1010" y="501"/>
                </a:lnTo>
                <a:lnTo>
                  <a:pt x="1010" y="502"/>
                </a:lnTo>
                <a:lnTo>
                  <a:pt x="1010" y="503"/>
                </a:lnTo>
                <a:lnTo>
                  <a:pt x="1011" y="504"/>
                </a:lnTo>
                <a:lnTo>
                  <a:pt x="1011" y="505"/>
                </a:lnTo>
                <a:lnTo>
                  <a:pt x="1011" y="506"/>
                </a:lnTo>
                <a:lnTo>
                  <a:pt x="1011" y="507"/>
                </a:lnTo>
                <a:lnTo>
                  <a:pt x="1011" y="506"/>
                </a:lnTo>
                <a:lnTo>
                  <a:pt x="1011" y="507"/>
                </a:lnTo>
                <a:lnTo>
                  <a:pt x="1011" y="508"/>
                </a:lnTo>
                <a:lnTo>
                  <a:pt x="1011" y="509"/>
                </a:lnTo>
                <a:lnTo>
                  <a:pt x="1011" y="508"/>
                </a:lnTo>
                <a:lnTo>
                  <a:pt x="1010" y="507"/>
                </a:lnTo>
                <a:lnTo>
                  <a:pt x="1010" y="506"/>
                </a:lnTo>
                <a:lnTo>
                  <a:pt x="1010" y="505"/>
                </a:lnTo>
                <a:lnTo>
                  <a:pt x="1009" y="505"/>
                </a:lnTo>
                <a:lnTo>
                  <a:pt x="1009" y="506"/>
                </a:lnTo>
                <a:lnTo>
                  <a:pt x="1009" y="507"/>
                </a:lnTo>
                <a:lnTo>
                  <a:pt x="1010" y="509"/>
                </a:lnTo>
                <a:lnTo>
                  <a:pt x="1011" y="509"/>
                </a:lnTo>
                <a:lnTo>
                  <a:pt x="1011" y="510"/>
                </a:lnTo>
                <a:lnTo>
                  <a:pt x="1010" y="510"/>
                </a:lnTo>
                <a:lnTo>
                  <a:pt x="1007" y="510"/>
                </a:lnTo>
                <a:lnTo>
                  <a:pt x="1006" y="510"/>
                </a:lnTo>
                <a:lnTo>
                  <a:pt x="1005" y="510"/>
                </a:lnTo>
                <a:lnTo>
                  <a:pt x="1004" y="509"/>
                </a:lnTo>
                <a:lnTo>
                  <a:pt x="1004" y="510"/>
                </a:lnTo>
                <a:lnTo>
                  <a:pt x="1004" y="511"/>
                </a:lnTo>
                <a:lnTo>
                  <a:pt x="1003" y="511"/>
                </a:lnTo>
                <a:lnTo>
                  <a:pt x="1002" y="511"/>
                </a:lnTo>
                <a:lnTo>
                  <a:pt x="1002" y="512"/>
                </a:lnTo>
                <a:lnTo>
                  <a:pt x="1001" y="513"/>
                </a:lnTo>
                <a:lnTo>
                  <a:pt x="1001" y="514"/>
                </a:lnTo>
                <a:lnTo>
                  <a:pt x="1000" y="514"/>
                </a:lnTo>
                <a:lnTo>
                  <a:pt x="1000" y="515"/>
                </a:lnTo>
                <a:lnTo>
                  <a:pt x="1000" y="516"/>
                </a:lnTo>
                <a:lnTo>
                  <a:pt x="999" y="516"/>
                </a:lnTo>
                <a:lnTo>
                  <a:pt x="999" y="517"/>
                </a:lnTo>
                <a:lnTo>
                  <a:pt x="999" y="518"/>
                </a:lnTo>
                <a:lnTo>
                  <a:pt x="1000" y="519"/>
                </a:lnTo>
                <a:lnTo>
                  <a:pt x="1000" y="520"/>
                </a:lnTo>
                <a:lnTo>
                  <a:pt x="1000" y="521"/>
                </a:lnTo>
                <a:lnTo>
                  <a:pt x="1000" y="523"/>
                </a:lnTo>
                <a:lnTo>
                  <a:pt x="1000" y="524"/>
                </a:lnTo>
                <a:lnTo>
                  <a:pt x="999" y="524"/>
                </a:lnTo>
                <a:lnTo>
                  <a:pt x="999" y="523"/>
                </a:lnTo>
                <a:lnTo>
                  <a:pt x="999" y="524"/>
                </a:lnTo>
                <a:lnTo>
                  <a:pt x="999" y="523"/>
                </a:lnTo>
                <a:lnTo>
                  <a:pt x="999" y="522"/>
                </a:lnTo>
                <a:lnTo>
                  <a:pt x="999" y="521"/>
                </a:lnTo>
                <a:lnTo>
                  <a:pt x="997" y="520"/>
                </a:lnTo>
                <a:lnTo>
                  <a:pt x="997" y="519"/>
                </a:lnTo>
                <a:lnTo>
                  <a:pt x="996" y="519"/>
                </a:lnTo>
                <a:lnTo>
                  <a:pt x="997" y="520"/>
                </a:lnTo>
                <a:lnTo>
                  <a:pt x="998" y="521"/>
                </a:lnTo>
                <a:lnTo>
                  <a:pt x="998" y="522"/>
                </a:lnTo>
                <a:lnTo>
                  <a:pt x="998" y="523"/>
                </a:lnTo>
                <a:lnTo>
                  <a:pt x="997" y="523"/>
                </a:lnTo>
                <a:lnTo>
                  <a:pt x="996" y="523"/>
                </a:lnTo>
                <a:lnTo>
                  <a:pt x="995" y="523"/>
                </a:lnTo>
                <a:lnTo>
                  <a:pt x="994" y="524"/>
                </a:lnTo>
                <a:lnTo>
                  <a:pt x="994" y="525"/>
                </a:lnTo>
                <a:lnTo>
                  <a:pt x="994" y="526"/>
                </a:lnTo>
                <a:lnTo>
                  <a:pt x="994" y="527"/>
                </a:lnTo>
                <a:lnTo>
                  <a:pt x="995" y="527"/>
                </a:lnTo>
                <a:lnTo>
                  <a:pt x="995" y="528"/>
                </a:lnTo>
                <a:lnTo>
                  <a:pt x="996" y="528"/>
                </a:lnTo>
                <a:lnTo>
                  <a:pt x="995" y="528"/>
                </a:lnTo>
                <a:lnTo>
                  <a:pt x="995" y="529"/>
                </a:lnTo>
                <a:lnTo>
                  <a:pt x="996" y="529"/>
                </a:lnTo>
                <a:lnTo>
                  <a:pt x="996" y="530"/>
                </a:lnTo>
                <a:lnTo>
                  <a:pt x="997" y="530"/>
                </a:lnTo>
                <a:lnTo>
                  <a:pt x="997" y="531"/>
                </a:lnTo>
                <a:lnTo>
                  <a:pt x="997" y="532"/>
                </a:lnTo>
                <a:lnTo>
                  <a:pt x="996" y="533"/>
                </a:lnTo>
                <a:lnTo>
                  <a:pt x="995" y="533"/>
                </a:lnTo>
                <a:lnTo>
                  <a:pt x="994" y="533"/>
                </a:lnTo>
                <a:lnTo>
                  <a:pt x="994" y="532"/>
                </a:lnTo>
                <a:lnTo>
                  <a:pt x="993" y="532"/>
                </a:lnTo>
                <a:lnTo>
                  <a:pt x="993" y="531"/>
                </a:lnTo>
                <a:lnTo>
                  <a:pt x="993" y="532"/>
                </a:lnTo>
                <a:lnTo>
                  <a:pt x="993" y="531"/>
                </a:lnTo>
                <a:lnTo>
                  <a:pt x="992" y="531"/>
                </a:lnTo>
                <a:lnTo>
                  <a:pt x="992" y="530"/>
                </a:lnTo>
                <a:lnTo>
                  <a:pt x="991" y="530"/>
                </a:lnTo>
                <a:lnTo>
                  <a:pt x="991" y="529"/>
                </a:lnTo>
                <a:lnTo>
                  <a:pt x="990" y="529"/>
                </a:lnTo>
                <a:lnTo>
                  <a:pt x="990" y="528"/>
                </a:lnTo>
                <a:lnTo>
                  <a:pt x="989" y="528"/>
                </a:lnTo>
                <a:lnTo>
                  <a:pt x="989" y="529"/>
                </a:lnTo>
                <a:lnTo>
                  <a:pt x="988" y="529"/>
                </a:lnTo>
                <a:lnTo>
                  <a:pt x="988" y="530"/>
                </a:lnTo>
                <a:lnTo>
                  <a:pt x="987" y="530"/>
                </a:lnTo>
                <a:lnTo>
                  <a:pt x="986" y="530"/>
                </a:lnTo>
                <a:lnTo>
                  <a:pt x="987" y="530"/>
                </a:lnTo>
                <a:lnTo>
                  <a:pt x="986" y="530"/>
                </a:lnTo>
                <a:lnTo>
                  <a:pt x="986" y="531"/>
                </a:lnTo>
                <a:lnTo>
                  <a:pt x="985" y="531"/>
                </a:lnTo>
                <a:lnTo>
                  <a:pt x="985" y="532"/>
                </a:lnTo>
                <a:lnTo>
                  <a:pt x="984" y="532"/>
                </a:lnTo>
                <a:lnTo>
                  <a:pt x="984" y="533"/>
                </a:lnTo>
                <a:lnTo>
                  <a:pt x="983" y="533"/>
                </a:lnTo>
                <a:lnTo>
                  <a:pt x="982" y="532"/>
                </a:lnTo>
                <a:lnTo>
                  <a:pt x="980" y="531"/>
                </a:lnTo>
                <a:lnTo>
                  <a:pt x="979" y="531"/>
                </a:lnTo>
                <a:lnTo>
                  <a:pt x="979" y="530"/>
                </a:lnTo>
                <a:lnTo>
                  <a:pt x="979" y="531"/>
                </a:lnTo>
                <a:lnTo>
                  <a:pt x="979" y="530"/>
                </a:lnTo>
                <a:lnTo>
                  <a:pt x="978" y="530"/>
                </a:lnTo>
                <a:lnTo>
                  <a:pt x="977" y="530"/>
                </a:lnTo>
                <a:lnTo>
                  <a:pt x="976" y="530"/>
                </a:lnTo>
                <a:lnTo>
                  <a:pt x="976" y="531"/>
                </a:lnTo>
                <a:lnTo>
                  <a:pt x="975" y="531"/>
                </a:lnTo>
                <a:lnTo>
                  <a:pt x="974" y="532"/>
                </a:lnTo>
                <a:lnTo>
                  <a:pt x="973" y="532"/>
                </a:lnTo>
                <a:lnTo>
                  <a:pt x="974" y="532"/>
                </a:lnTo>
                <a:lnTo>
                  <a:pt x="974" y="533"/>
                </a:lnTo>
                <a:lnTo>
                  <a:pt x="973" y="533"/>
                </a:lnTo>
                <a:lnTo>
                  <a:pt x="973" y="534"/>
                </a:lnTo>
                <a:lnTo>
                  <a:pt x="973" y="535"/>
                </a:lnTo>
                <a:lnTo>
                  <a:pt x="973" y="536"/>
                </a:lnTo>
                <a:lnTo>
                  <a:pt x="974" y="537"/>
                </a:lnTo>
                <a:lnTo>
                  <a:pt x="974" y="538"/>
                </a:lnTo>
                <a:lnTo>
                  <a:pt x="974" y="537"/>
                </a:lnTo>
                <a:lnTo>
                  <a:pt x="974" y="538"/>
                </a:lnTo>
                <a:lnTo>
                  <a:pt x="974" y="539"/>
                </a:lnTo>
                <a:lnTo>
                  <a:pt x="973" y="539"/>
                </a:lnTo>
                <a:lnTo>
                  <a:pt x="974" y="539"/>
                </a:lnTo>
                <a:lnTo>
                  <a:pt x="973" y="539"/>
                </a:lnTo>
                <a:lnTo>
                  <a:pt x="973" y="540"/>
                </a:lnTo>
                <a:lnTo>
                  <a:pt x="973" y="539"/>
                </a:lnTo>
                <a:lnTo>
                  <a:pt x="973" y="540"/>
                </a:lnTo>
                <a:lnTo>
                  <a:pt x="971" y="540"/>
                </a:lnTo>
                <a:lnTo>
                  <a:pt x="970" y="541"/>
                </a:lnTo>
                <a:lnTo>
                  <a:pt x="969" y="541"/>
                </a:lnTo>
                <a:lnTo>
                  <a:pt x="968" y="541"/>
                </a:lnTo>
                <a:lnTo>
                  <a:pt x="966" y="541"/>
                </a:lnTo>
                <a:lnTo>
                  <a:pt x="965" y="541"/>
                </a:lnTo>
                <a:lnTo>
                  <a:pt x="965" y="542"/>
                </a:lnTo>
                <a:lnTo>
                  <a:pt x="965" y="541"/>
                </a:lnTo>
                <a:lnTo>
                  <a:pt x="964" y="541"/>
                </a:lnTo>
                <a:lnTo>
                  <a:pt x="963" y="541"/>
                </a:lnTo>
                <a:lnTo>
                  <a:pt x="963" y="540"/>
                </a:lnTo>
                <a:lnTo>
                  <a:pt x="962" y="538"/>
                </a:lnTo>
                <a:lnTo>
                  <a:pt x="961" y="538"/>
                </a:lnTo>
                <a:lnTo>
                  <a:pt x="961" y="537"/>
                </a:lnTo>
                <a:lnTo>
                  <a:pt x="960" y="537"/>
                </a:lnTo>
                <a:lnTo>
                  <a:pt x="960" y="536"/>
                </a:lnTo>
                <a:lnTo>
                  <a:pt x="960" y="535"/>
                </a:lnTo>
                <a:lnTo>
                  <a:pt x="961" y="535"/>
                </a:lnTo>
                <a:lnTo>
                  <a:pt x="960" y="533"/>
                </a:lnTo>
                <a:lnTo>
                  <a:pt x="960" y="534"/>
                </a:lnTo>
                <a:lnTo>
                  <a:pt x="960" y="535"/>
                </a:lnTo>
                <a:lnTo>
                  <a:pt x="959" y="535"/>
                </a:lnTo>
                <a:lnTo>
                  <a:pt x="959" y="536"/>
                </a:lnTo>
                <a:lnTo>
                  <a:pt x="959" y="537"/>
                </a:lnTo>
                <a:lnTo>
                  <a:pt x="960" y="537"/>
                </a:lnTo>
                <a:lnTo>
                  <a:pt x="961" y="539"/>
                </a:lnTo>
                <a:lnTo>
                  <a:pt x="962" y="540"/>
                </a:lnTo>
                <a:lnTo>
                  <a:pt x="963" y="541"/>
                </a:lnTo>
                <a:lnTo>
                  <a:pt x="963" y="542"/>
                </a:lnTo>
                <a:lnTo>
                  <a:pt x="962" y="542"/>
                </a:lnTo>
                <a:lnTo>
                  <a:pt x="963" y="542"/>
                </a:lnTo>
                <a:lnTo>
                  <a:pt x="963" y="543"/>
                </a:lnTo>
                <a:lnTo>
                  <a:pt x="962" y="543"/>
                </a:lnTo>
                <a:lnTo>
                  <a:pt x="962" y="544"/>
                </a:lnTo>
                <a:lnTo>
                  <a:pt x="962" y="543"/>
                </a:lnTo>
                <a:lnTo>
                  <a:pt x="962" y="544"/>
                </a:lnTo>
                <a:lnTo>
                  <a:pt x="961" y="544"/>
                </a:lnTo>
                <a:lnTo>
                  <a:pt x="961" y="545"/>
                </a:lnTo>
                <a:lnTo>
                  <a:pt x="960" y="546"/>
                </a:lnTo>
                <a:lnTo>
                  <a:pt x="960" y="547"/>
                </a:lnTo>
                <a:lnTo>
                  <a:pt x="959" y="547"/>
                </a:lnTo>
                <a:lnTo>
                  <a:pt x="959" y="548"/>
                </a:lnTo>
                <a:lnTo>
                  <a:pt x="958" y="548"/>
                </a:lnTo>
                <a:lnTo>
                  <a:pt x="958" y="549"/>
                </a:lnTo>
                <a:lnTo>
                  <a:pt x="957" y="549"/>
                </a:lnTo>
                <a:lnTo>
                  <a:pt x="957" y="550"/>
                </a:lnTo>
                <a:lnTo>
                  <a:pt x="956" y="551"/>
                </a:lnTo>
                <a:lnTo>
                  <a:pt x="956" y="552"/>
                </a:lnTo>
                <a:lnTo>
                  <a:pt x="956" y="551"/>
                </a:lnTo>
                <a:lnTo>
                  <a:pt x="956" y="552"/>
                </a:lnTo>
                <a:lnTo>
                  <a:pt x="955" y="552"/>
                </a:lnTo>
                <a:lnTo>
                  <a:pt x="955" y="551"/>
                </a:lnTo>
                <a:lnTo>
                  <a:pt x="954" y="551"/>
                </a:lnTo>
                <a:lnTo>
                  <a:pt x="954" y="550"/>
                </a:lnTo>
                <a:lnTo>
                  <a:pt x="954" y="551"/>
                </a:lnTo>
                <a:lnTo>
                  <a:pt x="955" y="552"/>
                </a:lnTo>
                <a:lnTo>
                  <a:pt x="955" y="553"/>
                </a:lnTo>
                <a:lnTo>
                  <a:pt x="954" y="553"/>
                </a:lnTo>
                <a:lnTo>
                  <a:pt x="954" y="554"/>
                </a:lnTo>
                <a:lnTo>
                  <a:pt x="953" y="555"/>
                </a:lnTo>
                <a:lnTo>
                  <a:pt x="953" y="554"/>
                </a:lnTo>
                <a:lnTo>
                  <a:pt x="953" y="555"/>
                </a:lnTo>
                <a:lnTo>
                  <a:pt x="952" y="555"/>
                </a:lnTo>
                <a:lnTo>
                  <a:pt x="952" y="556"/>
                </a:lnTo>
                <a:lnTo>
                  <a:pt x="951" y="556"/>
                </a:lnTo>
                <a:lnTo>
                  <a:pt x="950" y="557"/>
                </a:lnTo>
                <a:lnTo>
                  <a:pt x="949" y="556"/>
                </a:lnTo>
                <a:lnTo>
                  <a:pt x="949" y="555"/>
                </a:lnTo>
                <a:lnTo>
                  <a:pt x="950" y="555"/>
                </a:lnTo>
                <a:lnTo>
                  <a:pt x="949" y="554"/>
                </a:lnTo>
                <a:lnTo>
                  <a:pt x="948" y="555"/>
                </a:lnTo>
                <a:lnTo>
                  <a:pt x="947" y="554"/>
                </a:lnTo>
                <a:lnTo>
                  <a:pt x="947" y="553"/>
                </a:lnTo>
                <a:lnTo>
                  <a:pt x="947" y="552"/>
                </a:lnTo>
                <a:lnTo>
                  <a:pt x="947" y="550"/>
                </a:lnTo>
                <a:lnTo>
                  <a:pt x="946" y="549"/>
                </a:lnTo>
                <a:lnTo>
                  <a:pt x="945" y="549"/>
                </a:lnTo>
                <a:lnTo>
                  <a:pt x="946" y="550"/>
                </a:lnTo>
                <a:lnTo>
                  <a:pt x="946" y="552"/>
                </a:lnTo>
                <a:lnTo>
                  <a:pt x="946" y="553"/>
                </a:lnTo>
                <a:lnTo>
                  <a:pt x="946" y="554"/>
                </a:lnTo>
                <a:lnTo>
                  <a:pt x="946" y="555"/>
                </a:lnTo>
                <a:lnTo>
                  <a:pt x="947" y="556"/>
                </a:lnTo>
                <a:lnTo>
                  <a:pt x="948" y="556"/>
                </a:lnTo>
                <a:lnTo>
                  <a:pt x="948" y="557"/>
                </a:lnTo>
                <a:lnTo>
                  <a:pt x="948" y="558"/>
                </a:lnTo>
                <a:lnTo>
                  <a:pt x="947" y="558"/>
                </a:lnTo>
                <a:lnTo>
                  <a:pt x="946" y="559"/>
                </a:lnTo>
                <a:lnTo>
                  <a:pt x="945" y="559"/>
                </a:lnTo>
                <a:lnTo>
                  <a:pt x="945" y="560"/>
                </a:lnTo>
                <a:lnTo>
                  <a:pt x="945" y="559"/>
                </a:lnTo>
                <a:lnTo>
                  <a:pt x="944" y="559"/>
                </a:lnTo>
                <a:lnTo>
                  <a:pt x="943" y="559"/>
                </a:lnTo>
                <a:lnTo>
                  <a:pt x="943" y="558"/>
                </a:lnTo>
                <a:lnTo>
                  <a:pt x="941" y="557"/>
                </a:lnTo>
                <a:lnTo>
                  <a:pt x="941" y="558"/>
                </a:lnTo>
                <a:lnTo>
                  <a:pt x="942" y="558"/>
                </a:lnTo>
                <a:lnTo>
                  <a:pt x="942" y="559"/>
                </a:lnTo>
                <a:lnTo>
                  <a:pt x="943" y="559"/>
                </a:lnTo>
                <a:lnTo>
                  <a:pt x="943" y="560"/>
                </a:lnTo>
                <a:lnTo>
                  <a:pt x="944" y="560"/>
                </a:lnTo>
                <a:lnTo>
                  <a:pt x="944" y="561"/>
                </a:lnTo>
                <a:lnTo>
                  <a:pt x="943" y="561"/>
                </a:lnTo>
                <a:lnTo>
                  <a:pt x="943" y="562"/>
                </a:lnTo>
                <a:lnTo>
                  <a:pt x="943" y="561"/>
                </a:lnTo>
                <a:lnTo>
                  <a:pt x="943" y="562"/>
                </a:lnTo>
                <a:lnTo>
                  <a:pt x="942" y="562"/>
                </a:lnTo>
                <a:lnTo>
                  <a:pt x="942" y="563"/>
                </a:lnTo>
                <a:lnTo>
                  <a:pt x="941" y="563"/>
                </a:lnTo>
                <a:lnTo>
                  <a:pt x="941" y="564"/>
                </a:lnTo>
                <a:lnTo>
                  <a:pt x="940" y="564"/>
                </a:lnTo>
                <a:lnTo>
                  <a:pt x="941" y="564"/>
                </a:lnTo>
                <a:lnTo>
                  <a:pt x="940" y="564"/>
                </a:lnTo>
                <a:lnTo>
                  <a:pt x="940" y="565"/>
                </a:lnTo>
                <a:lnTo>
                  <a:pt x="940" y="566"/>
                </a:lnTo>
                <a:lnTo>
                  <a:pt x="939" y="566"/>
                </a:lnTo>
                <a:lnTo>
                  <a:pt x="939" y="567"/>
                </a:lnTo>
                <a:lnTo>
                  <a:pt x="939" y="568"/>
                </a:lnTo>
                <a:lnTo>
                  <a:pt x="939" y="569"/>
                </a:lnTo>
                <a:lnTo>
                  <a:pt x="940" y="572"/>
                </a:lnTo>
                <a:lnTo>
                  <a:pt x="940" y="573"/>
                </a:lnTo>
                <a:lnTo>
                  <a:pt x="940" y="574"/>
                </a:lnTo>
                <a:lnTo>
                  <a:pt x="940" y="573"/>
                </a:lnTo>
                <a:lnTo>
                  <a:pt x="941" y="573"/>
                </a:lnTo>
                <a:lnTo>
                  <a:pt x="941" y="574"/>
                </a:lnTo>
                <a:lnTo>
                  <a:pt x="941" y="573"/>
                </a:lnTo>
                <a:lnTo>
                  <a:pt x="941" y="574"/>
                </a:lnTo>
                <a:lnTo>
                  <a:pt x="942" y="574"/>
                </a:lnTo>
                <a:lnTo>
                  <a:pt x="943" y="574"/>
                </a:lnTo>
                <a:lnTo>
                  <a:pt x="943" y="573"/>
                </a:lnTo>
                <a:lnTo>
                  <a:pt x="944" y="573"/>
                </a:lnTo>
                <a:lnTo>
                  <a:pt x="945" y="574"/>
                </a:lnTo>
                <a:lnTo>
                  <a:pt x="946" y="574"/>
                </a:lnTo>
                <a:lnTo>
                  <a:pt x="946" y="575"/>
                </a:lnTo>
                <a:lnTo>
                  <a:pt x="946" y="576"/>
                </a:lnTo>
                <a:lnTo>
                  <a:pt x="947" y="576"/>
                </a:lnTo>
                <a:lnTo>
                  <a:pt x="947" y="575"/>
                </a:lnTo>
                <a:lnTo>
                  <a:pt x="947" y="576"/>
                </a:lnTo>
                <a:lnTo>
                  <a:pt x="947" y="577"/>
                </a:lnTo>
                <a:lnTo>
                  <a:pt x="947" y="578"/>
                </a:lnTo>
                <a:lnTo>
                  <a:pt x="946" y="579"/>
                </a:lnTo>
                <a:lnTo>
                  <a:pt x="945" y="579"/>
                </a:lnTo>
                <a:lnTo>
                  <a:pt x="944" y="579"/>
                </a:lnTo>
                <a:lnTo>
                  <a:pt x="944" y="578"/>
                </a:lnTo>
                <a:lnTo>
                  <a:pt x="944" y="577"/>
                </a:lnTo>
                <a:lnTo>
                  <a:pt x="944" y="576"/>
                </a:lnTo>
                <a:lnTo>
                  <a:pt x="943" y="577"/>
                </a:lnTo>
                <a:lnTo>
                  <a:pt x="943" y="578"/>
                </a:lnTo>
                <a:lnTo>
                  <a:pt x="942" y="578"/>
                </a:lnTo>
                <a:lnTo>
                  <a:pt x="942" y="577"/>
                </a:lnTo>
                <a:lnTo>
                  <a:pt x="941" y="577"/>
                </a:lnTo>
                <a:lnTo>
                  <a:pt x="941" y="576"/>
                </a:lnTo>
                <a:lnTo>
                  <a:pt x="940" y="576"/>
                </a:lnTo>
                <a:lnTo>
                  <a:pt x="940" y="577"/>
                </a:lnTo>
                <a:lnTo>
                  <a:pt x="939" y="577"/>
                </a:lnTo>
                <a:lnTo>
                  <a:pt x="938" y="577"/>
                </a:lnTo>
                <a:lnTo>
                  <a:pt x="937" y="578"/>
                </a:lnTo>
                <a:lnTo>
                  <a:pt x="937" y="579"/>
                </a:lnTo>
                <a:lnTo>
                  <a:pt x="936" y="579"/>
                </a:lnTo>
                <a:lnTo>
                  <a:pt x="936" y="580"/>
                </a:lnTo>
                <a:lnTo>
                  <a:pt x="935" y="581"/>
                </a:lnTo>
                <a:lnTo>
                  <a:pt x="934" y="581"/>
                </a:lnTo>
                <a:lnTo>
                  <a:pt x="934" y="582"/>
                </a:lnTo>
                <a:lnTo>
                  <a:pt x="933" y="582"/>
                </a:lnTo>
                <a:lnTo>
                  <a:pt x="933" y="583"/>
                </a:lnTo>
                <a:lnTo>
                  <a:pt x="930" y="583"/>
                </a:lnTo>
                <a:lnTo>
                  <a:pt x="929" y="582"/>
                </a:lnTo>
                <a:lnTo>
                  <a:pt x="928" y="582"/>
                </a:lnTo>
                <a:lnTo>
                  <a:pt x="928" y="581"/>
                </a:lnTo>
                <a:lnTo>
                  <a:pt x="928" y="580"/>
                </a:lnTo>
                <a:lnTo>
                  <a:pt x="928" y="579"/>
                </a:lnTo>
                <a:lnTo>
                  <a:pt x="928" y="578"/>
                </a:lnTo>
                <a:lnTo>
                  <a:pt x="927" y="578"/>
                </a:lnTo>
                <a:lnTo>
                  <a:pt x="927" y="577"/>
                </a:lnTo>
                <a:lnTo>
                  <a:pt x="926" y="577"/>
                </a:lnTo>
                <a:lnTo>
                  <a:pt x="926" y="578"/>
                </a:lnTo>
                <a:lnTo>
                  <a:pt x="925" y="579"/>
                </a:lnTo>
                <a:lnTo>
                  <a:pt x="924" y="579"/>
                </a:lnTo>
                <a:lnTo>
                  <a:pt x="924" y="580"/>
                </a:lnTo>
                <a:lnTo>
                  <a:pt x="924" y="581"/>
                </a:lnTo>
                <a:lnTo>
                  <a:pt x="924" y="582"/>
                </a:lnTo>
                <a:lnTo>
                  <a:pt x="924" y="583"/>
                </a:lnTo>
                <a:lnTo>
                  <a:pt x="923" y="583"/>
                </a:lnTo>
                <a:lnTo>
                  <a:pt x="923" y="584"/>
                </a:lnTo>
                <a:lnTo>
                  <a:pt x="923" y="585"/>
                </a:lnTo>
                <a:lnTo>
                  <a:pt x="922" y="586"/>
                </a:lnTo>
                <a:lnTo>
                  <a:pt x="922" y="587"/>
                </a:lnTo>
                <a:lnTo>
                  <a:pt x="921" y="588"/>
                </a:lnTo>
                <a:lnTo>
                  <a:pt x="921" y="589"/>
                </a:lnTo>
                <a:lnTo>
                  <a:pt x="920" y="589"/>
                </a:lnTo>
                <a:lnTo>
                  <a:pt x="920" y="590"/>
                </a:lnTo>
                <a:lnTo>
                  <a:pt x="919" y="590"/>
                </a:lnTo>
                <a:lnTo>
                  <a:pt x="919" y="591"/>
                </a:lnTo>
                <a:lnTo>
                  <a:pt x="918" y="592"/>
                </a:lnTo>
                <a:lnTo>
                  <a:pt x="918" y="593"/>
                </a:lnTo>
                <a:lnTo>
                  <a:pt x="917" y="593"/>
                </a:lnTo>
                <a:lnTo>
                  <a:pt x="916" y="594"/>
                </a:lnTo>
                <a:lnTo>
                  <a:pt x="915" y="595"/>
                </a:lnTo>
                <a:lnTo>
                  <a:pt x="915" y="596"/>
                </a:lnTo>
                <a:lnTo>
                  <a:pt x="914" y="596"/>
                </a:lnTo>
                <a:lnTo>
                  <a:pt x="914" y="597"/>
                </a:lnTo>
                <a:lnTo>
                  <a:pt x="913" y="597"/>
                </a:lnTo>
                <a:lnTo>
                  <a:pt x="913" y="598"/>
                </a:lnTo>
                <a:lnTo>
                  <a:pt x="912" y="598"/>
                </a:lnTo>
                <a:lnTo>
                  <a:pt x="912" y="599"/>
                </a:lnTo>
                <a:lnTo>
                  <a:pt x="911" y="599"/>
                </a:lnTo>
                <a:lnTo>
                  <a:pt x="911" y="600"/>
                </a:lnTo>
                <a:lnTo>
                  <a:pt x="910" y="600"/>
                </a:lnTo>
                <a:lnTo>
                  <a:pt x="910" y="601"/>
                </a:lnTo>
                <a:lnTo>
                  <a:pt x="909" y="601"/>
                </a:lnTo>
                <a:lnTo>
                  <a:pt x="908" y="602"/>
                </a:lnTo>
                <a:lnTo>
                  <a:pt x="908" y="603"/>
                </a:lnTo>
                <a:lnTo>
                  <a:pt x="907" y="603"/>
                </a:lnTo>
                <a:lnTo>
                  <a:pt x="907" y="604"/>
                </a:lnTo>
                <a:lnTo>
                  <a:pt x="907" y="605"/>
                </a:lnTo>
                <a:lnTo>
                  <a:pt x="906" y="605"/>
                </a:lnTo>
                <a:lnTo>
                  <a:pt x="906" y="606"/>
                </a:lnTo>
                <a:lnTo>
                  <a:pt x="905" y="606"/>
                </a:lnTo>
                <a:lnTo>
                  <a:pt x="906" y="606"/>
                </a:lnTo>
                <a:lnTo>
                  <a:pt x="906" y="607"/>
                </a:lnTo>
                <a:lnTo>
                  <a:pt x="906" y="608"/>
                </a:lnTo>
                <a:lnTo>
                  <a:pt x="906" y="609"/>
                </a:lnTo>
                <a:lnTo>
                  <a:pt x="906" y="610"/>
                </a:lnTo>
                <a:lnTo>
                  <a:pt x="906" y="611"/>
                </a:lnTo>
                <a:lnTo>
                  <a:pt x="906" y="612"/>
                </a:lnTo>
                <a:lnTo>
                  <a:pt x="906" y="613"/>
                </a:lnTo>
                <a:lnTo>
                  <a:pt x="906" y="614"/>
                </a:lnTo>
                <a:lnTo>
                  <a:pt x="906" y="615"/>
                </a:lnTo>
                <a:lnTo>
                  <a:pt x="906" y="616"/>
                </a:lnTo>
                <a:lnTo>
                  <a:pt x="905" y="616"/>
                </a:lnTo>
                <a:lnTo>
                  <a:pt x="905" y="617"/>
                </a:lnTo>
                <a:lnTo>
                  <a:pt x="905" y="616"/>
                </a:lnTo>
                <a:lnTo>
                  <a:pt x="905" y="617"/>
                </a:lnTo>
                <a:lnTo>
                  <a:pt x="904" y="617"/>
                </a:lnTo>
                <a:lnTo>
                  <a:pt x="904" y="618"/>
                </a:lnTo>
                <a:lnTo>
                  <a:pt x="903" y="617"/>
                </a:lnTo>
                <a:lnTo>
                  <a:pt x="903" y="618"/>
                </a:lnTo>
                <a:lnTo>
                  <a:pt x="903" y="619"/>
                </a:lnTo>
                <a:lnTo>
                  <a:pt x="902" y="619"/>
                </a:lnTo>
                <a:lnTo>
                  <a:pt x="903" y="619"/>
                </a:lnTo>
                <a:lnTo>
                  <a:pt x="903" y="618"/>
                </a:lnTo>
                <a:lnTo>
                  <a:pt x="903" y="619"/>
                </a:lnTo>
                <a:lnTo>
                  <a:pt x="902" y="619"/>
                </a:lnTo>
                <a:lnTo>
                  <a:pt x="901" y="619"/>
                </a:lnTo>
                <a:lnTo>
                  <a:pt x="901" y="620"/>
                </a:lnTo>
                <a:lnTo>
                  <a:pt x="900" y="620"/>
                </a:lnTo>
                <a:lnTo>
                  <a:pt x="900" y="621"/>
                </a:lnTo>
                <a:lnTo>
                  <a:pt x="899" y="621"/>
                </a:lnTo>
                <a:lnTo>
                  <a:pt x="899" y="622"/>
                </a:lnTo>
                <a:lnTo>
                  <a:pt x="899" y="621"/>
                </a:lnTo>
                <a:lnTo>
                  <a:pt x="898" y="621"/>
                </a:lnTo>
                <a:lnTo>
                  <a:pt x="898" y="622"/>
                </a:lnTo>
                <a:lnTo>
                  <a:pt x="897" y="622"/>
                </a:lnTo>
                <a:lnTo>
                  <a:pt x="896" y="622"/>
                </a:lnTo>
                <a:lnTo>
                  <a:pt x="895" y="622"/>
                </a:lnTo>
                <a:lnTo>
                  <a:pt x="895" y="623"/>
                </a:lnTo>
                <a:lnTo>
                  <a:pt x="894" y="623"/>
                </a:lnTo>
                <a:lnTo>
                  <a:pt x="893" y="624"/>
                </a:lnTo>
                <a:lnTo>
                  <a:pt x="894" y="624"/>
                </a:lnTo>
                <a:lnTo>
                  <a:pt x="894" y="623"/>
                </a:lnTo>
                <a:lnTo>
                  <a:pt x="894" y="624"/>
                </a:lnTo>
                <a:lnTo>
                  <a:pt x="893" y="624"/>
                </a:lnTo>
                <a:lnTo>
                  <a:pt x="893" y="625"/>
                </a:lnTo>
                <a:lnTo>
                  <a:pt x="892" y="625"/>
                </a:lnTo>
                <a:lnTo>
                  <a:pt x="892" y="626"/>
                </a:lnTo>
                <a:lnTo>
                  <a:pt x="891" y="626"/>
                </a:lnTo>
                <a:lnTo>
                  <a:pt x="891" y="627"/>
                </a:lnTo>
                <a:lnTo>
                  <a:pt x="890" y="627"/>
                </a:lnTo>
                <a:lnTo>
                  <a:pt x="890" y="628"/>
                </a:lnTo>
                <a:lnTo>
                  <a:pt x="889" y="628"/>
                </a:lnTo>
                <a:lnTo>
                  <a:pt x="889" y="629"/>
                </a:lnTo>
                <a:lnTo>
                  <a:pt x="889" y="630"/>
                </a:lnTo>
                <a:lnTo>
                  <a:pt x="888" y="630"/>
                </a:lnTo>
                <a:lnTo>
                  <a:pt x="888" y="631"/>
                </a:lnTo>
                <a:lnTo>
                  <a:pt x="887" y="631"/>
                </a:lnTo>
                <a:lnTo>
                  <a:pt x="887" y="632"/>
                </a:lnTo>
                <a:lnTo>
                  <a:pt x="887" y="633"/>
                </a:lnTo>
                <a:lnTo>
                  <a:pt x="886" y="633"/>
                </a:lnTo>
                <a:lnTo>
                  <a:pt x="886" y="634"/>
                </a:lnTo>
                <a:lnTo>
                  <a:pt x="885" y="634"/>
                </a:lnTo>
                <a:lnTo>
                  <a:pt x="885" y="635"/>
                </a:lnTo>
                <a:lnTo>
                  <a:pt x="885" y="636"/>
                </a:lnTo>
                <a:lnTo>
                  <a:pt x="884" y="636"/>
                </a:lnTo>
                <a:lnTo>
                  <a:pt x="884" y="637"/>
                </a:lnTo>
                <a:lnTo>
                  <a:pt x="883" y="637"/>
                </a:lnTo>
                <a:lnTo>
                  <a:pt x="883" y="638"/>
                </a:lnTo>
                <a:lnTo>
                  <a:pt x="883" y="639"/>
                </a:lnTo>
                <a:lnTo>
                  <a:pt x="882" y="639"/>
                </a:lnTo>
                <a:lnTo>
                  <a:pt x="882" y="640"/>
                </a:lnTo>
                <a:lnTo>
                  <a:pt x="881" y="640"/>
                </a:lnTo>
                <a:lnTo>
                  <a:pt x="880" y="640"/>
                </a:lnTo>
                <a:lnTo>
                  <a:pt x="880" y="641"/>
                </a:lnTo>
                <a:lnTo>
                  <a:pt x="879" y="641"/>
                </a:lnTo>
                <a:lnTo>
                  <a:pt x="879" y="642"/>
                </a:lnTo>
                <a:lnTo>
                  <a:pt x="879" y="643"/>
                </a:lnTo>
                <a:lnTo>
                  <a:pt x="878" y="643"/>
                </a:lnTo>
                <a:lnTo>
                  <a:pt x="878" y="644"/>
                </a:lnTo>
                <a:lnTo>
                  <a:pt x="878" y="645"/>
                </a:lnTo>
                <a:lnTo>
                  <a:pt x="878" y="646"/>
                </a:lnTo>
                <a:lnTo>
                  <a:pt x="878" y="647"/>
                </a:lnTo>
                <a:lnTo>
                  <a:pt x="877" y="647"/>
                </a:lnTo>
                <a:lnTo>
                  <a:pt x="877" y="648"/>
                </a:lnTo>
                <a:lnTo>
                  <a:pt x="877" y="649"/>
                </a:lnTo>
                <a:lnTo>
                  <a:pt x="876" y="649"/>
                </a:lnTo>
                <a:lnTo>
                  <a:pt x="876" y="650"/>
                </a:lnTo>
                <a:lnTo>
                  <a:pt x="876" y="652"/>
                </a:lnTo>
                <a:lnTo>
                  <a:pt x="876" y="653"/>
                </a:lnTo>
                <a:lnTo>
                  <a:pt x="876" y="654"/>
                </a:lnTo>
                <a:lnTo>
                  <a:pt x="875" y="654"/>
                </a:lnTo>
                <a:lnTo>
                  <a:pt x="875" y="653"/>
                </a:lnTo>
                <a:lnTo>
                  <a:pt x="874" y="653"/>
                </a:lnTo>
                <a:lnTo>
                  <a:pt x="873" y="654"/>
                </a:lnTo>
                <a:lnTo>
                  <a:pt x="873" y="653"/>
                </a:lnTo>
                <a:lnTo>
                  <a:pt x="874" y="653"/>
                </a:lnTo>
                <a:lnTo>
                  <a:pt x="875" y="653"/>
                </a:lnTo>
                <a:lnTo>
                  <a:pt x="875" y="652"/>
                </a:lnTo>
                <a:lnTo>
                  <a:pt x="874" y="652"/>
                </a:lnTo>
                <a:lnTo>
                  <a:pt x="874" y="653"/>
                </a:lnTo>
                <a:lnTo>
                  <a:pt x="873" y="653"/>
                </a:lnTo>
                <a:lnTo>
                  <a:pt x="872" y="653"/>
                </a:lnTo>
                <a:lnTo>
                  <a:pt x="872" y="654"/>
                </a:lnTo>
                <a:lnTo>
                  <a:pt x="871" y="654"/>
                </a:lnTo>
                <a:lnTo>
                  <a:pt x="871" y="655"/>
                </a:lnTo>
                <a:lnTo>
                  <a:pt x="870" y="655"/>
                </a:lnTo>
                <a:lnTo>
                  <a:pt x="870" y="656"/>
                </a:lnTo>
                <a:lnTo>
                  <a:pt x="870" y="657"/>
                </a:lnTo>
                <a:lnTo>
                  <a:pt x="870" y="658"/>
                </a:lnTo>
                <a:lnTo>
                  <a:pt x="869" y="658"/>
                </a:lnTo>
                <a:lnTo>
                  <a:pt x="869" y="659"/>
                </a:lnTo>
                <a:lnTo>
                  <a:pt x="869" y="660"/>
                </a:lnTo>
                <a:lnTo>
                  <a:pt x="868" y="660"/>
                </a:lnTo>
                <a:lnTo>
                  <a:pt x="868" y="661"/>
                </a:lnTo>
                <a:lnTo>
                  <a:pt x="867" y="661"/>
                </a:lnTo>
                <a:lnTo>
                  <a:pt x="867" y="662"/>
                </a:lnTo>
                <a:lnTo>
                  <a:pt x="866" y="662"/>
                </a:lnTo>
                <a:lnTo>
                  <a:pt x="866" y="663"/>
                </a:lnTo>
                <a:lnTo>
                  <a:pt x="865" y="663"/>
                </a:lnTo>
                <a:lnTo>
                  <a:pt x="865" y="664"/>
                </a:lnTo>
                <a:lnTo>
                  <a:pt x="865" y="665"/>
                </a:lnTo>
                <a:lnTo>
                  <a:pt x="865" y="666"/>
                </a:lnTo>
                <a:lnTo>
                  <a:pt x="864" y="667"/>
                </a:lnTo>
                <a:lnTo>
                  <a:pt x="864" y="668"/>
                </a:lnTo>
                <a:lnTo>
                  <a:pt x="863" y="669"/>
                </a:lnTo>
                <a:lnTo>
                  <a:pt x="863" y="670"/>
                </a:lnTo>
                <a:lnTo>
                  <a:pt x="862" y="671"/>
                </a:lnTo>
                <a:lnTo>
                  <a:pt x="861" y="671"/>
                </a:lnTo>
                <a:lnTo>
                  <a:pt x="861" y="672"/>
                </a:lnTo>
                <a:lnTo>
                  <a:pt x="861" y="673"/>
                </a:lnTo>
                <a:lnTo>
                  <a:pt x="860" y="673"/>
                </a:lnTo>
                <a:lnTo>
                  <a:pt x="860" y="674"/>
                </a:lnTo>
                <a:lnTo>
                  <a:pt x="860" y="675"/>
                </a:lnTo>
                <a:lnTo>
                  <a:pt x="859" y="675"/>
                </a:lnTo>
                <a:lnTo>
                  <a:pt x="859" y="676"/>
                </a:lnTo>
                <a:lnTo>
                  <a:pt x="859" y="677"/>
                </a:lnTo>
                <a:lnTo>
                  <a:pt x="858" y="677"/>
                </a:lnTo>
                <a:lnTo>
                  <a:pt x="858" y="679"/>
                </a:lnTo>
                <a:lnTo>
                  <a:pt x="858" y="680"/>
                </a:lnTo>
                <a:lnTo>
                  <a:pt x="858" y="681"/>
                </a:lnTo>
                <a:lnTo>
                  <a:pt x="857" y="681"/>
                </a:lnTo>
                <a:lnTo>
                  <a:pt x="857" y="682"/>
                </a:lnTo>
                <a:lnTo>
                  <a:pt x="858" y="683"/>
                </a:lnTo>
                <a:lnTo>
                  <a:pt x="858" y="684"/>
                </a:lnTo>
                <a:lnTo>
                  <a:pt x="859" y="684"/>
                </a:lnTo>
                <a:lnTo>
                  <a:pt x="859" y="685"/>
                </a:lnTo>
                <a:lnTo>
                  <a:pt x="860" y="685"/>
                </a:lnTo>
                <a:lnTo>
                  <a:pt x="860" y="684"/>
                </a:lnTo>
                <a:lnTo>
                  <a:pt x="861" y="684"/>
                </a:lnTo>
                <a:lnTo>
                  <a:pt x="861" y="685"/>
                </a:lnTo>
                <a:lnTo>
                  <a:pt x="862" y="685"/>
                </a:lnTo>
                <a:lnTo>
                  <a:pt x="863" y="686"/>
                </a:lnTo>
                <a:lnTo>
                  <a:pt x="863" y="687"/>
                </a:lnTo>
                <a:lnTo>
                  <a:pt x="864" y="687"/>
                </a:lnTo>
                <a:lnTo>
                  <a:pt x="864" y="688"/>
                </a:lnTo>
                <a:lnTo>
                  <a:pt x="865" y="689"/>
                </a:lnTo>
                <a:lnTo>
                  <a:pt x="865" y="690"/>
                </a:lnTo>
                <a:lnTo>
                  <a:pt x="865" y="693"/>
                </a:lnTo>
                <a:lnTo>
                  <a:pt x="864" y="693"/>
                </a:lnTo>
                <a:lnTo>
                  <a:pt x="864" y="694"/>
                </a:lnTo>
                <a:lnTo>
                  <a:pt x="864" y="695"/>
                </a:lnTo>
                <a:lnTo>
                  <a:pt x="864" y="696"/>
                </a:lnTo>
                <a:lnTo>
                  <a:pt x="864" y="697"/>
                </a:lnTo>
                <a:lnTo>
                  <a:pt x="864" y="698"/>
                </a:lnTo>
                <a:lnTo>
                  <a:pt x="863" y="698"/>
                </a:lnTo>
                <a:lnTo>
                  <a:pt x="863" y="697"/>
                </a:lnTo>
                <a:lnTo>
                  <a:pt x="863" y="695"/>
                </a:lnTo>
                <a:lnTo>
                  <a:pt x="862" y="696"/>
                </a:lnTo>
                <a:lnTo>
                  <a:pt x="861" y="696"/>
                </a:lnTo>
                <a:lnTo>
                  <a:pt x="861" y="697"/>
                </a:lnTo>
                <a:lnTo>
                  <a:pt x="860" y="697"/>
                </a:lnTo>
                <a:lnTo>
                  <a:pt x="860" y="698"/>
                </a:lnTo>
                <a:lnTo>
                  <a:pt x="860" y="699"/>
                </a:lnTo>
                <a:lnTo>
                  <a:pt x="859" y="699"/>
                </a:lnTo>
                <a:lnTo>
                  <a:pt x="859" y="700"/>
                </a:lnTo>
                <a:lnTo>
                  <a:pt x="858" y="700"/>
                </a:lnTo>
                <a:lnTo>
                  <a:pt x="859" y="700"/>
                </a:lnTo>
                <a:lnTo>
                  <a:pt x="858" y="700"/>
                </a:lnTo>
                <a:lnTo>
                  <a:pt x="858" y="701"/>
                </a:lnTo>
                <a:lnTo>
                  <a:pt x="857" y="701"/>
                </a:lnTo>
                <a:lnTo>
                  <a:pt x="856" y="701"/>
                </a:lnTo>
                <a:lnTo>
                  <a:pt x="855" y="701"/>
                </a:lnTo>
                <a:lnTo>
                  <a:pt x="855" y="702"/>
                </a:lnTo>
                <a:lnTo>
                  <a:pt x="854" y="702"/>
                </a:lnTo>
                <a:lnTo>
                  <a:pt x="854" y="703"/>
                </a:lnTo>
                <a:lnTo>
                  <a:pt x="855" y="703"/>
                </a:lnTo>
                <a:lnTo>
                  <a:pt x="855" y="704"/>
                </a:lnTo>
                <a:lnTo>
                  <a:pt x="855" y="705"/>
                </a:lnTo>
                <a:lnTo>
                  <a:pt x="855" y="706"/>
                </a:lnTo>
                <a:lnTo>
                  <a:pt x="856" y="706"/>
                </a:lnTo>
                <a:lnTo>
                  <a:pt x="856" y="707"/>
                </a:lnTo>
                <a:lnTo>
                  <a:pt x="855" y="707"/>
                </a:lnTo>
                <a:lnTo>
                  <a:pt x="855" y="708"/>
                </a:lnTo>
                <a:lnTo>
                  <a:pt x="855" y="709"/>
                </a:lnTo>
                <a:lnTo>
                  <a:pt x="854" y="709"/>
                </a:lnTo>
                <a:lnTo>
                  <a:pt x="852" y="709"/>
                </a:lnTo>
                <a:lnTo>
                  <a:pt x="851" y="709"/>
                </a:lnTo>
                <a:lnTo>
                  <a:pt x="851" y="710"/>
                </a:lnTo>
                <a:lnTo>
                  <a:pt x="850" y="710"/>
                </a:lnTo>
                <a:lnTo>
                  <a:pt x="849" y="710"/>
                </a:lnTo>
                <a:lnTo>
                  <a:pt x="849" y="711"/>
                </a:lnTo>
                <a:lnTo>
                  <a:pt x="848" y="712"/>
                </a:lnTo>
                <a:lnTo>
                  <a:pt x="847" y="713"/>
                </a:lnTo>
                <a:lnTo>
                  <a:pt x="847" y="714"/>
                </a:lnTo>
                <a:lnTo>
                  <a:pt x="847" y="715"/>
                </a:lnTo>
                <a:lnTo>
                  <a:pt x="847" y="716"/>
                </a:lnTo>
                <a:lnTo>
                  <a:pt x="847" y="717"/>
                </a:lnTo>
                <a:lnTo>
                  <a:pt x="846" y="717"/>
                </a:lnTo>
                <a:lnTo>
                  <a:pt x="846" y="718"/>
                </a:lnTo>
                <a:lnTo>
                  <a:pt x="846" y="719"/>
                </a:lnTo>
                <a:lnTo>
                  <a:pt x="846" y="720"/>
                </a:lnTo>
                <a:lnTo>
                  <a:pt x="846" y="721"/>
                </a:lnTo>
                <a:lnTo>
                  <a:pt x="846" y="722"/>
                </a:lnTo>
                <a:lnTo>
                  <a:pt x="847" y="722"/>
                </a:lnTo>
                <a:lnTo>
                  <a:pt x="847" y="723"/>
                </a:lnTo>
                <a:lnTo>
                  <a:pt x="847" y="724"/>
                </a:lnTo>
                <a:lnTo>
                  <a:pt x="847" y="725"/>
                </a:lnTo>
                <a:lnTo>
                  <a:pt x="846" y="726"/>
                </a:lnTo>
                <a:lnTo>
                  <a:pt x="846" y="727"/>
                </a:lnTo>
                <a:lnTo>
                  <a:pt x="845" y="728"/>
                </a:lnTo>
                <a:lnTo>
                  <a:pt x="844" y="728"/>
                </a:lnTo>
                <a:lnTo>
                  <a:pt x="844" y="729"/>
                </a:lnTo>
                <a:lnTo>
                  <a:pt x="843" y="730"/>
                </a:lnTo>
                <a:lnTo>
                  <a:pt x="842" y="730"/>
                </a:lnTo>
                <a:lnTo>
                  <a:pt x="842" y="731"/>
                </a:lnTo>
                <a:lnTo>
                  <a:pt x="841" y="731"/>
                </a:lnTo>
                <a:lnTo>
                  <a:pt x="841" y="732"/>
                </a:lnTo>
                <a:lnTo>
                  <a:pt x="841" y="733"/>
                </a:lnTo>
                <a:lnTo>
                  <a:pt x="841" y="736"/>
                </a:lnTo>
                <a:lnTo>
                  <a:pt x="838" y="733"/>
                </a:lnTo>
                <a:lnTo>
                  <a:pt x="837" y="732"/>
                </a:lnTo>
                <a:lnTo>
                  <a:pt x="836" y="732"/>
                </a:lnTo>
                <a:lnTo>
                  <a:pt x="836" y="733"/>
                </a:lnTo>
                <a:lnTo>
                  <a:pt x="836" y="734"/>
                </a:lnTo>
                <a:lnTo>
                  <a:pt x="835" y="734"/>
                </a:lnTo>
                <a:lnTo>
                  <a:pt x="834" y="735"/>
                </a:lnTo>
                <a:lnTo>
                  <a:pt x="833" y="735"/>
                </a:lnTo>
                <a:lnTo>
                  <a:pt x="831" y="736"/>
                </a:lnTo>
                <a:lnTo>
                  <a:pt x="830" y="735"/>
                </a:lnTo>
                <a:lnTo>
                  <a:pt x="826" y="739"/>
                </a:lnTo>
                <a:lnTo>
                  <a:pt x="825" y="739"/>
                </a:lnTo>
                <a:lnTo>
                  <a:pt x="824" y="740"/>
                </a:lnTo>
                <a:lnTo>
                  <a:pt x="823" y="741"/>
                </a:lnTo>
                <a:lnTo>
                  <a:pt x="822" y="741"/>
                </a:lnTo>
                <a:lnTo>
                  <a:pt x="822" y="742"/>
                </a:lnTo>
                <a:lnTo>
                  <a:pt x="821" y="742"/>
                </a:lnTo>
                <a:lnTo>
                  <a:pt x="818" y="744"/>
                </a:lnTo>
                <a:lnTo>
                  <a:pt x="816" y="744"/>
                </a:lnTo>
                <a:lnTo>
                  <a:pt x="812" y="743"/>
                </a:lnTo>
                <a:lnTo>
                  <a:pt x="811" y="743"/>
                </a:lnTo>
                <a:lnTo>
                  <a:pt x="809" y="742"/>
                </a:lnTo>
                <a:lnTo>
                  <a:pt x="809" y="741"/>
                </a:lnTo>
                <a:lnTo>
                  <a:pt x="808" y="742"/>
                </a:lnTo>
                <a:lnTo>
                  <a:pt x="804" y="742"/>
                </a:lnTo>
                <a:lnTo>
                  <a:pt x="802" y="743"/>
                </a:lnTo>
                <a:lnTo>
                  <a:pt x="802" y="742"/>
                </a:lnTo>
                <a:lnTo>
                  <a:pt x="801" y="742"/>
                </a:lnTo>
                <a:lnTo>
                  <a:pt x="800" y="742"/>
                </a:lnTo>
                <a:lnTo>
                  <a:pt x="799" y="742"/>
                </a:lnTo>
                <a:lnTo>
                  <a:pt x="799" y="743"/>
                </a:lnTo>
                <a:lnTo>
                  <a:pt x="798" y="743"/>
                </a:lnTo>
                <a:lnTo>
                  <a:pt x="796" y="743"/>
                </a:lnTo>
                <a:lnTo>
                  <a:pt x="795" y="743"/>
                </a:lnTo>
                <a:lnTo>
                  <a:pt x="794" y="743"/>
                </a:lnTo>
                <a:lnTo>
                  <a:pt x="793" y="743"/>
                </a:lnTo>
                <a:lnTo>
                  <a:pt x="792" y="743"/>
                </a:lnTo>
                <a:lnTo>
                  <a:pt x="791" y="743"/>
                </a:lnTo>
                <a:lnTo>
                  <a:pt x="791" y="742"/>
                </a:lnTo>
                <a:lnTo>
                  <a:pt x="792" y="742"/>
                </a:lnTo>
                <a:lnTo>
                  <a:pt x="792" y="741"/>
                </a:lnTo>
                <a:lnTo>
                  <a:pt x="792" y="740"/>
                </a:lnTo>
                <a:lnTo>
                  <a:pt x="791" y="741"/>
                </a:lnTo>
                <a:lnTo>
                  <a:pt x="789" y="742"/>
                </a:lnTo>
                <a:lnTo>
                  <a:pt x="787" y="743"/>
                </a:lnTo>
                <a:lnTo>
                  <a:pt x="786" y="744"/>
                </a:lnTo>
                <a:lnTo>
                  <a:pt x="784" y="745"/>
                </a:lnTo>
                <a:lnTo>
                  <a:pt x="783" y="746"/>
                </a:lnTo>
                <a:lnTo>
                  <a:pt x="782" y="746"/>
                </a:lnTo>
                <a:lnTo>
                  <a:pt x="781" y="746"/>
                </a:lnTo>
                <a:lnTo>
                  <a:pt x="780" y="746"/>
                </a:lnTo>
                <a:lnTo>
                  <a:pt x="779" y="747"/>
                </a:lnTo>
                <a:lnTo>
                  <a:pt x="778" y="747"/>
                </a:lnTo>
                <a:lnTo>
                  <a:pt x="777" y="747"/>
                </a:lnTo>
                <a:lnTo>
                  <a:pt x="776" y="747"/>
                </a:lnTo>
                <a:lnTo>
                  <a:pt x="770" y="750"/>
                </a:lnTo>
                <a:lnTo>
                  <a:pt x="768" y="748"/>
                </a:lnTo>
                <a:lnTo>
                  <a:pt x="767" y="748"/>
                </a:lnTo>
                <a:lnTo>
                  <a:pt x="766" y="747"/>
                </a:lnTo>
                <a:lnTo>
                  <a:pt x="763" y="746"/>
                </a:lnTo>
                <a:lnTo>
                  <a:pt x="763" y="745"/>
                </a:lnTo>
                <a:lnTo>
                  <a:pt x="763" y="744"/>
                </a:lnTo>
                <a:lnTo>
                  <a:pt x="762" y="743"/>
                </a:lnTo>
                <a:lnTo>
                  <a:pt x="761" y="743"/>
                </a:lnTo>
                <a:lnTo>
                  <a:pt x="760" y="743"/>
                </a:lnTo>
                <a:lnTo>
                  <a:pt x="762" y="746"/>
                </a:lnTo>
                <a:lnTo>
                  <a:pt x="762" y="747"/>
                </a:lnTo>
                <a:lnTo>
                  <a:pt x="762" y="748"/>
                </a:lnTo>
                <a:lnTo>
                  <a:pt x="760" y="748"/>
                </a:lnTo>
                <a:lnTo>
                  <a:pt x="761" y="751"/>
                </a:lnTo>
                <a:lnTo>
                  <a:pt x="762" y="752"/>
                </a:lnTo>
                <a:lnTo>
                  <a:pt x="762" y="754"/>
                </a:lnTo>
                <a:lnTo>
                  <a:pt x="762" y="755"/>
                </a:lnTo>
                <a:lnTo>
                  <a:pt x="761" y="755"/>
                </a:lnTo>
                <a:lnTo>
                  <a:pt x="761" y="756"/>
                </a:lnTo>
                <a:lnTo>
                  <a:pt x="760" y="757"/>
                </a:lnTo>
                <a:lnTo>
                  <a:pt x="760" y="759"/>
                </a:lnTo>
                <a:lnTo>
                  <a:pt x="759" y="760"/>
                </a:lnTo>
                <a:lnTo>
                  <a:pt x="757" y="761"/>
                </a:lnTo>
                <a:lnTo>
                  <a:pt x="755" y="762"/>
                </a:lnTo>
                <a:lnTo>
                  <a:pt x="754" y="760"/>
                </a:lnTo>
                <a:lnTo>
                  <a:pt x="753" y="760"/>
                </a:lnTo>
                <a:lnTo>
                  <a:pt x="752" y="760"/>
                </a:lnTo>
                <a:lnTo>
                  <a:pt x="752" y="762"/>
                </a:lnTo>
                <a:lnTo>
                  <a:pt x="752" y="763"/>
                </a:lnTo>
                <a:lnTo>
                  <a:pt x="752" y="764"/>
                </a:lnTo>
                <a:lnTo>
                  <a:pt x="752" y="765"/>
                </a:lnTo>
                <a:lnTo>
                  <a:pt x="751" y="765"/>
                </a:lnTo>
                <a:lnTo>
                  <a:pt x="751" y="766"/>
                </a:lnTo>
                <a:lnTo>
                  <a:pt x="750" y="766"/>
                </a:lnTo>
                <a:lnTo>
                  <a:pt x="750" y="765"/>
                </a:lnTo>
                <a:lnTo>
                  <a:pt x="750" y="763"/>
                </a:lnTo>
                <a:lnTo>
                  <a:pt x="749" y="761"/>
                </a:lnTo>
                <a:lnTo>
                  <a:pt x="748" y="760"/>
                </a:lnTo>
                <a:lnTo>
                  <a:pt x="747" y="760"/>
                </a:lnTo>
                <a:lnTo>
                  <a:pt x="745" y="761"/>
                </a:lnTo>
                <a:lnTo>
                  <a:pt x="744" y="761"/>
                </a:lnTo>
                <a:lnTo>
                  <a:pt x="745" y="763"/>
                </a:lnTo>
                <a:lnTo>
                  <a:pt x="745" y="764"/>
                </a:lnTo>
                <a:lnTo>
                  <a:pt x="742" y="765"/>
                </a:lnTo>
                <a:lnTo>
                  <a:pt x="742" y="766"/>
                </a:lnTo>
                <a:lnTo>
                  <a:pt x="742" y="767"/>
                </a:lnTo>
                <a:lnTo>
                  <a:pt x="741" y="767"/>
                </a:lnTo>
                <a:lnTo>
                  <a:pt x="740" y="766"/>
                </a:lnTo>
                <a:lnTo>
                  <a:pt x="739" y="768"/>
                </a:lnTo>
                <a:lnTo>
                  <a:pt x="738" y="768"/>
                </a:lnTo>
                <a:lnTo>
                  <a:pt x="737" y="768"/>
                </a:lnTo>
                <a:lnTo>
                  <a:pt x="737" y="769"/>
                </a:lnTo>
                <a:lnTo>
                  <a:pt x="738" y="769"/>
                </a:lnTo>
                <a:lnTo>
                  <a:pt x="739" y="769"/>
                </a:lnTo>
                <a:lnTo>
                  <a:pt x="739" y="770"/>
                </a:lnTo>
                <a:lnTo>
                  <a:pt x="738" y="770"/>
                </a:lnTo>
                <a:lnTo>
                  <a:pt x="737" y="770"/>
                </a:lnTo>
                <a:lnTo>
                  <a:pt x="736" y="770"/>
                </a:lnTo>
                <a:lnTo>
                  <a:pt x="736" y="771"/>
                </a:lnTo>
                <a:lnTo>
                  <a:pt x="735" y="771"/>
                </a:lnTo>
                <a:lnTo>
                  <a:pt x="735" y="772"/>
                </a:lnTo>
                <a:lnTo>
                  <a:pt x="735" y="773"/>
                </a:lnTo>
                <a:lnTo>
                  <a:pt x="734" y="773"/>
                </a:lnTo>
                <a:lnTo>
                  <a:pt x="734" y="774"/>
                </a:lnTo>
                <a:lnTo>
                  <a:pt x="732" y="774"/>
                </a:lnTo>
                <a:lnTo>
                  <a:pt x="732" y="775"/>
                </a:lnTo>
                <a:lnTo>
                  <a:pt x="731" y="775"/>
                </a:lnTo>
                <a:lnTo>
                  <a:pt x="731" y="774"/>
                </a:lnTo>
                <a:lnTo>
                  <a:pt x="730" y="774"/>
                </a:lnTo>
                <a:lnTo>
                  <a:pt x="729" y="775"/>
                </a:lnTo>
                <a:lnTo>
                  <a:pt x="729" y="776"/>
                </a:lnTo>
                <a:lnTo>
                  <a:pt x="728" y="776"/>
                </a:lnTo>
                <a:lnTo>
                  <a:pt x="727" y="777"/>
                </a:lnTo>
                <a:lnTo>
                  <a:pt x="727" y="776"/>
                </a:lnTo>
                <a:lnTo>
                  <a:pt x="727" y="775"/>
                </a:lnTo>
                <a:lnTo>
                  <a:pt x="727" y="774"/>
                </a:lnTo>
                <a:lnTo>
                  <a:pt x="727" y="771"/>
                </a:lnTo>
                <a:lnTo>
                  <a:pt x="728" y="771"/>
                </a:lnTo>
                <a:lnTo>
                  <a:pt x="728" y="772"/>
                </a:lnTo>
                <a:lnTo>
                  <a:pt x="729" y="772"/>
                </a:lnTo>
                <a:lnTo>
                  <a:pt x="730" y="772"/>
                </a:lnTo>
                <a:lnTo>
                  <a:pt x="730" y="771"/>
                </a:lnTo>
                <a:lnTo>
                  <a:pt x="730" y="770"/>
                </a:lnTo>
                <a:lnTo>
                  <a:pt x="730" y="769"/>
                </a:lnTo>
                <a:lnTo>
                  <a:pt x="729" y="769"/>
                </a:lnTo>
                <a:lnTo>
                  <a:pt x="728" y="770"/>
                </a:lnTo>
                <a:lnTo>
                  <a:pt x="728" y="771"/>
                </a:lnTo>
                <a:lnTo>
                  <a:pt x="727" y="771"/>
                </a:lnTo>
                <a:lnTo>
                  <a:pt x="727" y="770"/>
                </a:lnTo>
                <a:lnTo>
                  <a:pt x="727" y="769"/>
                </a:lnTo>
                <a:lnTo>
                  <a:pt x="727" y="768"/>
                </a:lnTo>
                <a:lnTo>
                  <a:pt x="727" y="765"/>
                </a:lnTo>
                <a:lnTo>
                  <a:pt x="728" y="764"/>
                </a:lnTo>
                <a:lnTo>
                  <a:pt x="728" y="763"/>
                </a:lnTo>
                <a:lnTo>
                  <a:pt x="727" y="763"/>
                </a:lnTo>
                <a:lnTo>
                  <a:pt x="727" y="762"/>
                </a:lnTo>
                <a:lnTo>
                  <a:pt x="728" y="761"/>
                </a:lnTo>
                <a:lnTo>
                  <a:pt x="727" y="761"/>
                </a:lnTo>
                <a:lnTo>
                  <a:pt x="727" y="762"/>
                </a:lnTo>
                <a:lnTo>
                  <a:pt x="727" y="763"/>
                </a:lnTo>
                <a:lnTo>
                  <a:pt x="726" y="765"/>
                </a:lnTo>
                <a:lnTo>
                  <a:pt x="725" y="765"/>
                </a:lnTo>
                <a:lnTo>
                  <a:pt x="726" y="769"/>
                </a:lnTo>
                <a:lnTo>
                  <a:pt x="726" y="770"/>
                </a:lnTo>
                <a:lnTo>
                  <a:pt x="726" y="772"/>
                </a:lnTo>
                <a:lnTo>
                  <a:pt x="724" y="773"/>
                </a:lnTo>
                <a:lnTo>
                  <a:pt x="723" y="773"/>
                </a:lnTo>
                <a:lnTo>
                  <a:pt x="723" y="772"/>
                </a:lnTo>
                <a:lnTo>
                  <a:pt x="719" y="773"/>
                </a:lnTo>
                <a:lnTo>
                  <a:pt x="719" y="772"/>
                </a:lnTo>
                <a:lnTo>
                  <a:pt x="717" y="773"/>
                </a:lnTo>
                <a:lnTo>
                  <a:pt x="716" y="773"/>
                </a:lnTo>
                <a:lnTo>
                  <a:pt x="714" y="774"/>
                </a:lnTo>
                <a:lnTo>
                  <a:pt x="712" y="772"/>
                </a:lnTo>
                <a:lnTo>
                  <a:pt x="711" y="771"/>
                </a:lnTo>
                <a:lnTo>
                  <a:pt x="710" y="769"/>
                </a:lnTo>
                <a:lnTo>
                  <a:pt x="709" y="768"/>
                </a:lnTo>
                <a:lnTo>
                  <a:pt x="709" y="766"/>
                </a:lnTo>
                <a:lnTo>
                  <a:pt x="708" y="767"/>
                </a:lnTo>
                <a:lnTo>
                  <a:pt x="707" y="767"/>
                </a:lnTo>
                <a:lnTo>
                  <a:pt x="707" y="768"/>
                </a:lnTo>
                <a:lnTo>
                  <a:pt x="708" y="768"/>
                </a:lnTo>
                <a:lnTo>
                  <a:pt x="708" y="769"/>
                </a:lnTo>
                <a:lnTo>
                  <a:pt x="711" y="772"/>
                </a:lnTo>
                <a:lnTo>
                  <a:pt x="711" y="773"/>
                </a:lnTo>
                <a:lnTo>
                  <a:pt x="708" y="774"/>
                </a:lnTo>
                <a:lnTo>
                  <a:pt x="710" y="777"/>
                </a:lnTo>
                <a:lnTo>
                  <a:pt x="709" y="778"/>
                </a:lnTo>
                <a:lnTo>
                  <a:pt x="707" y="777"/>
                </a:lnTo>
                <a:lnTo>
                  <a:pt x="706" y="776"/>
                </a:lnTo>
                <a:lnTo>
                  <a:pt x="704" y="776"/>
                </a:lnTo>
                <a:lnTo>
                  <a:pt x="704" y="777"/>
                </a:lnTo>
                <a:lnTo>
                  <a:pt x="703" y="777"/>
                </a:lnTo>
                <a:lnTo>
                  <a:pt x="704" y="778"/>
                </a:lnTo>
                <a:lnTo>
                  <a:pt x="704" y="779"/>
                </a:lnTo>
                <a:lnTo>
                  <a:pt x="705" y="778"/>
                </a:lnTo>
                <a:lnTo>
                  <a:pt x="707" y="778"/>
                </a:lnTo>
                <a:lnTo>
                  <a:pt x="709" y="780"/>
                </a:lnTo>
                <a:lnTo>
                  <a:pt x="709" y="782"/>
                </a:lnTo>
                <a:lnTo>
                  <a:pt x="709" y="783"/>
                </a:lnTo>
                <a:lnTo>
                  <a:pt x="709" y="784"/>
                </a:lnTo>
                <a:lnTo>
                  <a:pt x="710" y="784"/>
                </a:lnTo>
                <a:lnTo>
                  <a:pt x="711" y="785"/>
                </a:lnTo>
                <a:lnTo>
                  <a:pt x="712" y="785"/>
                </a:lnTo>
                <a:lnTo>
                  <a:pt x="712" y="786"/>
                </a:lnTo>
                <a:lnTo>
                  <a:pt x="712" y="787"/>
                </a:lnTo>
                <a:lnTo>
                  <a:pt x="711" y="787"/>
                </a:lnTo>
                <a:lnTo>
                  <a:pt x="711" y="786"/>
                </a:lnTo>
                <a:lnTo>
                  <a:pt x="709" y="786"/>
                </a:lnTo>
                <a:lnTo>
                  <a:pt x="708" y="786"/>
                </a:lnTo>
                <a:lnTo>
                  <a:pt x="708" y="787"/>
                </a:lnTo>
                <a:lnTo>
                  <a:pt x="706" y="787"/>
                </a:lnTo>
                <a:lnTo>
                  <a:pt x="705" y="787"/>
                </a:lnTo>
                <a:lnTo>
                  <a:pt x="703" y="787"/>
                </a:lnTo>
                <a:lnTo>
                  <a:pt x="702" y="787"/>
                </a:lnTo>
                <a:lnTo>
                  <a:pt x="702" y="788"/>
                </a:lnTo>
                <a:lnTo>
                  <a:pt x="701" y="788"/>
                </a:lnTo>
                <a:lnTo>
                  <a:pt x="701" y="789"/>
                </a:lnTo>
                <a:lnTo>
                  <a:pt x="701" y="790"/>
                </a:lnTo>
                <a:lnTo>
                  <a:pt x="702" y="790"/>
                </a:lnTo>
                <a:lnTo>
                  <a:pt x="703" y="790"/>
                </a:lnTo>
                <a:lnTo>
                  <a:pt x="703" y="791"/>
                </a:lnTo>
                <a:lnTo>
                  <a:pt x="703" y="792"/>
                </a:lnTo>
                <a:lnTo>
                  <a:pt x="702" y="793"/>
                </a:lnTo>
                <a:lnTo>
                  <a:pt x="701" y="793"/>
                </a:lnTo>
                <a:lnTo>
                  <a:pt x="701" y="794"/>
                </a:lnTo>
                <a:lnTo>
                  <a:pt x="700" y="794"/>
                </a:lnTo>
                <a:lnTo>
                  <a:pt x="698" y="794"/>
                </a:lnTo>
                <a:lnTo>
                  <a:pt x="698" y="793"/>
                </a:lnTo>
                <a:lnTo>
                  <a:pt x="697" y="794"/>
                </a:lnTo>
                <a:lnTo>
                  <a:pt x="696" y="793"/>
                </a:lnTo>
                <a:lnTo>
                  <a:pt x="695" y="794"/>
                </a:lnTo>
                <a:lnTo>
                  <a:pt x="694" y="794"/>
                </a:lnTo>
                <a:lnTo>
                  <a:pt x="694" y="795"/>
                </a:lnTo>
                <a:lnTo>
                  <a:pt x="695" y="795"/>
                </a:lnTo>
                <a:lnTo>
                  <a:pt x="694" y="796"/>
                </a:lnTo>
                <a:lnTo>
                  <a:pt x="694" y="797"/>
                </a:lnTo>
                <a:lnTo>
                  <a:pt x="693" y="797"/>
                </a:lnTo>
                <a:lnTo>
                  <a:pt x="692" y="798"/>
                </a:lnTo>
                <a:lnTo>
                  <a:pt x="692" y="799"/>
                </a:lnTo>
                <a:lnTo>
                  <a:pt x="692" y="800"/>
                </a:lnTo>
                <a:lnTo>
                  <a:pt x="691" y="800"/>
                </a:lnTo>
                <a:lnTo>
                  <a:pt x="689" y="799"/>
                </a:lnTo>
                <a:lnTo>
                  <a:pt x="689" y="798"/>
                </a:lnTo>
                <a:lnTo>
                  <a:pt x="689" y="797"/>
                </a:lnTo>
                <a:lnTo>
                  <a:pt x="686" y="795"/>
                </a:lnTo>
                <a:lnTo>
                  <a:pt x="685" y="795"/>
                </a:lnTo>
                <a:lnTo>
                  <a:pt x="685" y="794"/>
                </a:lnTo>
                <a:lnTo>
                  <a:pt x="684" y="795"/>
                </a:lnTo>
                <a:lnTo>
                  <a:pt x="685" y="798"/>
                </a:lnTo>
                <a:lnTo>
                  <a:pt x="683" y="799"/>
                </a:lnTo>
                <a:lnTo>
                  <a:pt x="681" y="798"/>
                </a:lnTo>
                <a:lnTo>
                  <a:pt x="680" y="798"/>
                </a:lnTo>
                <a:lnTo>
                  <a:pt x="679" y="799"/>
                </a:lnTo>
                <a:lnTo>
                  <a:pt x="678" y="800"/>
                </a:lnTo>
                <a:lnTo>
                  <a:pt x="677" y="799"/>
                </a:lnTo>
                <a:lnTo>
                  <a:pt x="676" y="799"/>
                </a:lnTo>
                <a:lnTo>
                  <a:pt x="675" y="799"/>
                </a:lnTo>
                <a:lnTo>
                  <a:pt x="674" y="800"/>
                </a:lnTo>
                <a:lnTo>
                  <a:pt x="673" y="801"/>
                </a:lnTo>
                <a:lnTo>
                  <a:pt x="672" y="801"/>
                </a:lnTo>
                <a:lnTo>
                  <a:pt x="672" y="800"/>
                </a:lnTo>
                <a:lnTo>
                  <a:pt x="671" y="799"/>
                </a:lnTo>
                <a:lnTo>
                  <a:pt x="671" y="798"/>
                </a:lnTo>
                <a:lnTo>
                  <a:pt x="671" y="797"/>
                </a:lnTo>
                <a:lnTo>
                  <a:pt x="670" y="797"/>
                </a:lnTo>
                <a:lnTo>
                  <a:pt x="670" y="799"/>
                </a:lnTo>
                <a:lnTo>
                  <a:pt x="670" y="800"/>
                </a:lnTo>
                <a:lnTo>
                  <a:pt x="669" y="801"/>
                </a:lnTo>
                <a:lnTo>
                  <a:pt x="669" y="802"/>
                </a:lnTo>
                <a:lnTo>
                  <a:pt x="668" y="802"/>
                </a:lnTo>
                <a:lnTo>
                  <a:pt x="667" y="802"/>
                </a:lnTo>
                <a:lnTo>
                  <a:pt x="667" y="801"/>
                </a:lnTo>
                <a:lnTo>
                  <a:pt x="667" y="802"/>
                </a:lnTo>
                <a:lnTo>
                  <a:pt x="668" y="802"/>
                </a:lnTo>
                <a:lnTo>
                  <a:pt x="669" y="802"/>
                </a:lnTo>
                <a:lnTo>
                  <a:pt x="670" y="803"/>
                </a:lnTo>
                <a:lnTo>
                  <a:pt x="671" y="803"/>
                </a:lnTo>
                <a:lnTo>
                  <a:pt x="670" y="804"/>
                </a:lnTo>
                <a:lnTo>
                  <a:pt x="669" y="805"/>
                </a:lnTo>
                <a:lnTo>
                  <a:pt x="668" y="806"/>
                </a:lnTo>
                <a:lnTo>
                  <a:pt x="667" y="808"/>
                </a:lnTo>
                <a:lnTo>
                  <a:pt x="666" y="809"/>
                </a:lnTo>
                <a:lnTo>
                  <a:pt x="667" y="810"/>
                </a:lnTo>
                <a:lnTo>
                  <a:pt x="667" y="811"/>
                </a:lnTo>
                <a:lnTo>
                  <a:pt x="668" y="814"/>
                </a:lnTo>
                <a:lnTo>
                  <a:pt x="664" y="815"/>
                </a:lnTo>
                <a:lnTo>
                  <a:pt x="663" y="813"/>
                </a:lnTo>
                <a:lnTo>
                  <a:pt x="663" y="812"/>
                </a:lnTo>
                <a:lnTo>
                  <a:pt x="658" y="815"/>
                </a:lnTo>
                <a:lnTo>
                  <a:pt x="657" y="814"/>
                </a:lnTo>
                <a:lnTo>
                  <a:pt x="652" y="816"/>
                </a:lnTo>
                <a:lnTo>
                  <a:pt x="648" y="817"/>
                </a:lnTo>
                <a:lnTo>
                  <a:pt x="649" y="818"/>
                </a:lnTo>
                <a:lnTo>
                  <a:pt x="647" y="819"/>
                </a:lnTo>
                <a:lnTo>
                  <a:pt x="649" y="823"/>
                </a:lnTo>
                <a:lnTo>
                  <a:pt x="646" y="825"/>
                </a:lnTo>
                <a:lnTo>
                  <a:pt x="644" y="822"/>
                </a:lnTo>
                <a:lnTo>
                  <a:pt x="643" y="822"/>
                </a:lnTo>
                <a:lnTo>
                  <a:pt x="642" y="824"/>
                </a:lnTo>
                <a:lnTo>
                  <a:pt x="641" y="824"/>
                </a:lnTo>
                <a:lnTo>
                  <a:pt x="644" y="826"/>
                </a:lnTo>
                <a:lnTo>
                  <a:pt x="632" y="835"/>
                </a:lnTo>
                <a:lnTo>
                  <a:pt x="629" y="833"/>
                </a:lnTo>
                <a:lnTo>
                  <a:pt x="629" y="834"/>
                </a:lnTo>
                <a:lnTo>
                  <a:pt x="628" y="836"/>
                </a:lnTo>
                <a:lnTo>
                  <a:pt x="627" y="839"/>
                </a:lnTo>
                <a:lnTo>
                  <a:pt x="628" y="839"/>
                </a:lnTo>
                <a:lnTo>
                  <a:pt x="627" y="840"/>
                </a:lnTo>
                <a:lnTo>
                  <a:pt x="626" y="840"/>
                </a:lnTo>
                <a:lnTo>
                  <a:pt x="625" y="839"/>
                </a:lnTo>
                <a:lnTo>
                  <a:pt x="625" y="838"/>
                </a:lnTo>
                <a:lnTo>
                  <a:pt x="624" y="838"/>
                </a:lnTo>
                <a:lnTo>
                  <a:pt x="622" y="835"/>
                </a:lnTo>
                <a:lnTo>
                  <a:pt x="621" y="836"/>
                </a:lnTo>
                <a:lnTo>
                  <a:pt x="620" y="837"/>
                </a:lnTo>
                <a:lnTo>
                  <a:pt x="621" y="838"/>
                </a:lnTo>
                <a:lnTo>
                  <a:pt x="622" y="838"/>
                </a:lnTo>
                <a:lnTo>
                  <a:pt x="621" y="839"/>
                </a:lnTo>
                <a:lnTo>
                  <a:pt x="621" y="840"/>
                </a:lnTo>
                <a:lnTo>
                  <a:pt x="621" y="841"/>
                </a:lnTo>
                <a:lnTo>
                  <a:pt x="621" y="842"/>
                </a:lnTo>
                <a:lnTo>
                  <a:pt x="621" y="843"/>
                </a:lnTo>
                <a:lnTo>
                  <a:pt x="621" y="845"/>
                </a:lnTo>
                <a:lnTo>
                  <a:pt x="620" y="845"/>
                </a:lnTo>
                <a:lnTo>
                  <a:pt x="620" y="844"/>
                </a:lnTo>
                <a:lnTo>
                  <a:pt x="619" y="844"/>
                </a:lnTo>
                <a:lnTo>
                  <a:pt x="619" y="845"/>
                </a:lnTo>
                <a:lnTo>
                  <a:pt x="618" y="845"/>
                </a:lnTo>
                <a:lnTo>
                  <a:pt x="618" y="846"/>
                </a:lnTo>
                <a:lnTo>
                  <a:pt x="619" y="847"/>
                </a:lnTo>
                <a:lnTo>
                  <a:pt x="620" y="847"/>
                </a:lnTo>
                <a:lnTo>
                  <a:pt x="620" y="848"/>
                </a:lnTo>
                <a:lnTo>
                  <a:pt x="619" y="848"/>
                </a:lnTo>
                <a:lnTo>
                  <a:pt x="618" y="847"/>
                </a:lnTo>
                <a:lnTo>
                  <a:pt x="617" y="847"/>
                </a:lnTo>
                <a:lnTo>
                  <a:pt x="616" y="847"/>
                </a:lnTo>
                <a:lnTo>
                  <a:pt x="617" y="848"/>
                </a:lnTo>
                <a:lnTo>
                  <a:pt x="617" y="849"/>
                </a:lnTo>
                <a:lnTo>
                  <a:pt x="616" y="849"/>
                </a:lnTo>
                <a:lnTo>
                  <a:pt x="615" y="850"/>
                </a:lnTo>
                <a:lnTo>
                  <a:pt x="615" y="851"/>
                </a:lnTo>
                <a:lnTo>
                  <a:pt x="614" y="851"/>
                </a:lnTo>
                <a:lnTo>
                  <a:pt x="614" y="852"/>
                </a:lnTo>
                <a:lnTo>
                  <a:pt x="613" y="852"/>
                </a:lnTo>
                <a:lnTo>
                  <a:pt x="613" y="853"/>
                </a:lnTo>
                <a:lnTo>
                  <a:pt x="612" y="853"/>
                </a:lnTo>
                <a:lnTo>
                  <a:pt x="612" y="852"/>
                </a:lnTo>
                <a:lnTo>
                  <a:pt x="613" y="852"/>
                </a:lnTo>
                <a:lnTo>
                  <a:pt x="613" y="851"/>
                </a:lnTo>
                <a:lnTo>
                  <a:pt x="613" y="850"/>
                </a:lnTo>
                <a:lnTo>
                  <a:pt x="613" y="849"/>
                </a:lnTo>
                <a:lnTo>
                  <a:pt x="612" y="848"/>
                </a:lnTo>
                <a:lnTo>
                  <a:pt x="611" y="849"/>
                </a:lnTo>
                <a:lnTo>
                  <a:pt x="611" y="850"/>
                </a:lnTo>
                <a:lnTo>
                  <a:pt x="611" y="851"/>
                </a:lnTo>
                <a:lnTo>
                  <a:pt x="612" y="851"/>
                </a:lnTo>
                <a:lnTo>
                  <a:pt x="611" y="854"/>
                </a:lnTo>
                <a:lnTo>
                  <a:pt x="611" y="856"/>
                </a:lnTo>
                <a:lnTo>
                  <a:pt x="612" y="857"/>
                </a:lnTo>
                <a:lnTo>
                  <a:pt x="613" y="858"/>
                </a:lnTo>
                <a:lnTo>
                  <a:pt x="613" y="860"/>
                </a:lnTo>
                <a:lnTo>
                  <a:pt x="612" y="861"/>
                </a:lnTo>
                <a:lnTo>
                  <a:pt x="611" y="858"/>
                </a:lnTo>
                <a:lnTo>
                  <a:pt x="607" y="863"/>
                </a:lnTo>
                <a:lnTo>
                  <a:pt x="606" y="864"/>
                </a:lnTo>
                <a:lnTo>
                  <a:pt x="605" y="865"/>
                </a:lnTo>
                <a:lnTo>
                  <a:pt x="604" y="865"/>
                </a:lnTo>
                <a:lnTo>
                  <a:pt x="603" y="864"/>
                </a:lnTo>
                <a:lnTo>
                  <a:pt x="604" y="866"/>
                </a:lnTo>
                <a:lnTo>
                  <a:pt x="604" y="867"/>
                </a:lnTo>
                <a:lnTo>
                  <a:pt x="603" y="868"/>
                </a:lnTo>
                <a:lnTo>
                  <a:pt x="601" y="868"/>
                </a:lnTo>
                <a:lnTo>
                  <a:pt x="600" y="868"/>
                </a:lnTo>
                <a:lnTo>
                  <a:pt x="599" y="868"/>
                </a:lnTo>
                <a:lnTo>
                  <a:pt x="596" y="869"/>
                </a:lnTo>
                <a:lnTo>
                  <a:pt x="596" y="866"/>
                </a:lnTo>
                <a:lnTo>
                  <a:pt x="594" y="866"/>
                </a:lnTo>
                <a:lnTo>
                  <a:pt x="589" y="867"/>
                </a:lnTo>
                <a:lnTo>
                  <a:pt x="588" y="867"/>
                </a:lnTo>
                <a:lnTo>
                  <a:pt x="587" y="868"/>
                </a:lnTo>
                <a:lnTo>
                  <a:pt x="586" y="868"/>
                </a:lnTo>
                <a:lnTo>
                  <a:pt x="586" y="871"/>
                </a:lnTo>
                <a:lnTo>
                  <a:pt x="582" y="875"/>
                </a:lnTo>
                <a:lnTo>
                  <a:pt x="580" y="876"/>
                </a:lnTo>
                <a:lnTo>
                  <a:pt x="579" y="876"/>
                </a:lnTo>
                <a:lnTo>
                  <a:pt x="579" y="877"/>
                </a:lnTo>
                <a:lnTo>
                  <a:pt x="580" y="878"/>
                </a:lnTo>
                <a:lnTo>
                  <a:pt x="580" y="879"/>
                </a:lnTo>
                <a:lnTo>
                  <a:pt x="576" y="883"/>
                </a:lnTo>
                <a:lnTo>
                  <a:pt x="575" y="882"/>
                </a:lnTo>
                <a:lnTo>
                  <a:pt x="575" y="883"/>
                </a:lnTo>
                <a:lnTo>
                  <a:pt x="578" y="885"/>
                </a:lnTo>
                <a:lnTo>
                  <a:pt x="578" y="887"/>
                </a:lnTo>
                <a:lnTo>
                  <a:pt x="577" y="887"/>
                </a:lnTo>
                <a:lnTo>
                  <a:pt x="576" y="887"/>
                </a:lnTo>
                <a:lnTo>
                  <a:pt x="574" y="885"/>
                </a:lnTo>
                <a:lnTo>
                  <a:pt x="573" y="886"/>
                </a:lnTo>
                <a:lnTo>
                  <a:pt x="571" y="891"/>
                </a:lnTo>
                <a:lnTo>
                  <a:pt x="569" y="891"/>
                </a:lnTo>
                <a:lnTo>
                  <a:pt x="568" y="891"/>
                </a:lnTo>
                <a:lnTo>
                  <a:pt x="568" y="890"/>
                </a:lnTo>
                <a:lnTo>
                  <a:pt x="567" y="890"/>
                </a:lnTo>
                <a:lnTo>
                  <a:pt x="566" y="890"/>
                </a:lnTo>
                <a:lnTo>
                  <a:pt x="566" y="891"/>
                </a:lnTo>
                <a:lnTo>
                  <a:pt x="567" y="891"/>
                </a:lnTo>
                <a:lnTo>
                  <a:pt x="568" y="892"/>
                </a:lnTo>
                <a:lnTo>
                  <a:pt x="570" y="892"/>
                </a:lnTo>
                <a:lnTo>
                  <a:pt x="570" y="893"/>
                </a:lnTo>
                <a:lnTo>
                  <a:pt x="571" y="894"/>
                </a:lnTo>
                <a:lnTo>
                  <a:pt x="570" y="895"/>
                </a:lnTo>
                <a:lnTo>
                  <a:pt x="569" y="897"/>
                </a:lnTo>
                <a:lnTo>
                  <a:pt x="568" y="898"/>
                </a:lnTo>
                <a:lnTo>
                  <a:pt x="568" y="900"/>
                </a:lnTo>
                <a:lnTo>
                  <a:pt x="569" y="901"/>
                </a:lnTo>
                <a:lnTo>
                  <a:pt x="568" y="902"/>
                </a:lnTo>
                <a:lnTo>
                  <a:pt x="567" y="902"/>
                </a:lnTo>
                <a:lnTo>
                  <a:pt x="566" y="901"/>
                </a:lnTo>
                <a:lnTo>
                  <a:pt x="566" y="902"/>
                </a:lnTo>
                <a:lnTo>
                  <a:pt x="565" y="902"/>
                </a:lnTo>
                <a:lnTo>
                  <a:pt x="564" y="903"/>
                </a:lnTo>
                <a:lnTo>
                  <a:pt x="564" y="904"/>
                </a:lnTo>
                <a:lnTo>
                  <a:pt x="564" y="905"/>
                </a:lnTo>
                <a:lnTo>
                  <a:pt x="563" y="906"/>
                </a:lnTo>
                <a:lnTo>
                  <a:pt x="563" y="905"/>
                </a:lnTo>
                <a:lnTo>
                  <a:pt x="562" y="905"/>
                </a:lnTo>
                <a:lnTo>
                  <a:pt x="561" y="905"/>
                </a:lnTo>
                <a:lnTo>
                  <a:pt x="560" y="905"/>
                </a:lnTo>
                <a:lnTo>
                  <a:pt x="560" y="906"/>
                </a:lnTo>
                <a:lnTo>
                  <a:pt x="559" y="907"/>
                </a:lnTo>
                <a:lnTo>
                  <a:pt x="558" y="908"/>
                </a:lnTo>
                <a:lnTo>
                  <a:pt x="557" y="908"/>
                </a:lnTo>
                <a:lnTo>
                  <a:pt x="557" y="909"/>
                </a:lnTo>
                <a:lnTo>
                  <a:pt x="556" y="909"/>
                </a:lnTo>
                <a:lnTo>
                  <a:pt x="556" y="910"/>
                </a:lnTo>
                <a:lnTo>
                  <a:pt x="555" y="911"/>
                </a:lnTo>
                <a:lnTo>
                  <a:pt x="555" y="912"/>
                </a:lnTo>
                <a:lnTo>
                  <a:pt x="555" y="913"/>
                </a:lnTo>
                <a:lnTo>
                  <a:pt x="554" y="913"/>
                </a:lnTo>
                <a:lnTo>
                  <a:pt x="554" y="914"/>
                </a:lnTo>
                <a:lnTo>
                  <a:pt x="553" y="914"/>
                </a:lnTo>
                <a:lnTo>
                  <a:pt x="552" y="914"/>
                </a:lnTo>
                <a:lnTo>
                  <a:pt x="552" y="915"/>
                </a:lnTo>
                <a:lnTo>
                  <a:pt x="551" y="915"/>
                </a:lnTo>
                <a:lnTo>
                  <a:pt x="551" y="917"/>
                </a:lnTo>
                <a:lnTo>
                  <a:pt x="551" y="918"/>
                </a:lnTo>
                <a:lnTo>
                  <a:pt x="550" y="918"/>
                </a:lnTo>
                <a:lnTo>
                  <a:pt x="550" y="919"/>
                </a:lnTo>
                <a:lnTo>
                  <a:pt x="551" y="919"/>
                </a:lnTo>
                <a:lnTo>
                  <a:pt x="552" y="919"/>
                </a:lnTo>
                <a:lnTo>
                  <a:pt x="553" y="919"/>
                </a:lnTo>
                <a:lnTo>
                  <a:pt x="552" y="919"/>
                </a:lnTo>
                <a:lnTo>
                  <a:pt x="552" y="920"/>
                </a:lnTo>
                <a:lnTo>
                  <a:pt x="552" y="921"/>
                </a:lnTo>
                <a:lnTo>
                  <a:pt x="552" y="922"/>
                </a:lnTo>
                <a:lnTo>
                  <a:pt x="552" y="923"/>
                </a:lnTo>
                <a:lnTo>
                  <a:pt x="551" y="924"/>
                </a:lnTo>
                <a:lnTo>
                  <a:pt x="549" y="924"/>
                </a:lnTo>
                <a:lnTo>
                  <a:pt x="548" y="924"/>
                </a:lnTo>
                <a:lnTo>
                  <a:pt x="549" y="925"/>
                </a:lnTo>
                <a:lnTo>
                  <a:pt x="550" y="924"/>
                </a:lnTo>
                <a:lnTo>
                  <a:pt x="551" y="924"/>
                </a:lnTo>
                <a:lnTo>
                  <a:pt x="551" y="925"/>
                </a:lnTo>
                <a:lnTo>
                  <a:pt x="553" y="925"/>
                </a:lnTo>
                <a:lnTo>
                  <a:pt x="553" y="927"/>
                </a:lnTo>
                <a:lnTo>
                  <a:pt x="554" y="927"/>
                </a:lnTo>
                <a:lnTo>
                  <a:pt x="555" y="927"/>
                </a:lnTo>
                <a:lnTo>
                  <a:pt x="556" y="927"/>
                </a:lnTo>
                <a:lnTo>
                  <a:pt x="557" y="928"/>
                </a:lnTo>
                <a:lnTo>
                  <a:pt x="559" y="927"/>
                </a:lnTo>
                <a:lnTo>
                  <a:pt x="560" y="928"/>
                </a:lnTo>
                <a:lnTo>
                  <a:pt x="561" y="928"/>
                </a:lnTo>
                <a:lnTo>
                  <a:pt x="560" y="929"/>
                </a:lnTo>
                <a:lnTo>
                  <a:pt x="560" y="928"/>
                </a:lnTo>
                <a:lnTo>
                  <a:pt x="559" y="928"/>
                </a:lnTo>
                <a:lnTo>
                  <a:pt x="558" y="928"/>
                </a:lnTo>
                <a:lnTo>
                  <a:pt x="557" y="928"/>
                </a:lnTo>
                <a:lnTo>
                  <a:pt x="556" y="929"/>
                </a:lnTo>
                <a:lnTo>
                  <a:pt x="555" y="930"/>
                </a:lnTo>
                <a:lnTo>
                  <a:pt x="554" y="930"/>
                </a:lnTo>
                <a:lnTo>
                  <a:pt x="554" y="931"/>
                </a:lnTo>
                <a:lnTo>
                  <a:pt x="554" y="932"/>
                </a:lnTo>
                <a:lnTo>
                  <a:pt x="553" y="933"/>
                </a:lnTo>
                <a:lnTo>
                  <a:pt x="552" y="933"/>
                </a:lnTo>
                <a:lnTo>
                  <a:pt x="551" y="934"/>
                </a:lnTo>
                <a:lnTo>
                  <a:pt x="551" y="935"/>
                </a:lnTo>
                <a:lnTo>
                  <a:pt x="551" y="936"/>
                </a:lnTo>
                <a:lnTo>
                  <a:pt x="550" y="936"/>
                </a:lnTo>
                <a:lnTo>
                  <a:pt x="549" y="936"/>
                </a:lnTo>
                <a:lnTo>
                  <a:pt x="549" y="937"/>
                </a:lnTo>
                <a:lnTo>
                  <a:pt x="550" y="937"/>
                </a:lnTo>
                <a:lnTo>
                  <a:pt x="550" y="938"/>
                </a:lnTo>
                <a:lnTo>
                  <a:pt x="549" y="938"/>
                </a:lnTo>
                <a:lnTo>
                  <a:pt x="548" y="938"/>
                </a:lnTo>
                <a:lnTo>
                  <a:pt x="547" y="938"/>
                </a:lnTo>
                <a:lnTo>
                  <a:pt x="547" y="939"/>
                </a:lnTo>
                <a:lnTo>
                  <a:pt x="546" y="939"/>
                </a:lnTo>
                <a:lnTo>
                  <a:pt x="545" y="939"/>
                </a:lnTo>
                <a:lnTo>
                  <a:pt x="544" y="939"/>
                </a:lnTo>
                <a:lnTo>
                  <a:pt x="544" y="938"/>
                </a:lnTo>
                <a:lnTo>
                  <a:pt x="543" y="937"/>
                </a:lnTo>
                <a:lnTo>
                  <a:pt x="542" y="937"/>
                </a:lnTo>
                <a:lnTo>
                  <a:pt x="542" y="938"/>
                </a:lnTo>
                <a:lnTo>
                  <a:pt x="543" y="941"/>
                </a:lnTo>
                <a:lnTo>
                  <a:pt x="544" y="942"/>
                </a:lnTo>
                <a:lnTo>
                  <a:pt x="544" y="943"/>
                </a:lnTo>
                <a:lnTo>
                  <a:pt x="545" y="945"/>
                </a:lnTo>
                <a:lnTo>
                  <a:pt x="546" y="945"/>
                </a:lnTo>
                <a:lnTo>
                  <a:pt x="547" y="945"/>
                </a:lnTo>
                <a:lnTo>
                  <a:pt x="547" y="947"/>
                </a:lnTo>
                <a:lnTo>
                  <a:pt x="548" y="947"/>
                </a:lnTo>
                <a:lnTo>
                  <a:pt x="548" y="948"/>
                </a:lnTo>
                <a:lnTo>
                  <a:pt x="549" y="949"/>
                </a:lnTo>
                <a:lnTo>
                  <a:pt x="549" y="950"/>
                </a:lnTo>
                <a:lnTo>
                  <a:pt x="548" y="950"/>
                </a:lnTo>
                <a:lnTo>
                  <a:pt x="547" y="950"/>
                </a:lnTo>
                <a:lnTo>
                  <a:pt x="547" y="949"/>
                </a:lnTo>
                <a:lnTo>
                  <a:pt x="546" y="949"/>
                </a:lnTo>
                <a:lnTo>
                  <a:pt x="545" y="949"/>
                </a:lnTo>
                <a:lnTo>
                  <a:pt x="544" y="949"/>
                </a:lnTo>
                <a:lnTo>
                  <a:pt x="543" y="948"/>
                </a:lnTo>
                <a:lnTo>
                  <a:pt x="542" y="948"/>
                </a:lnTo>
                <a:lnTo>
                  <a:pt x="541" y="948"/>
                </a:lnTo>
                <a:lnTo>
                  <a:pt x="539" y="949"/>
                </a:lnTo>
                <a:lnTo>
                  <a:pt x="537" y="950"/>
                </a:lnTo>
                <a:lnTo>
                  <a:pt x="536" y="951"/>
                </a:lnTo>
                <a:lnTo>
                  <a:pt x="536" y="952"/>
                </a:lnTo>
                <a:lnTo>
                  <a:pt x="535" y="955"/>
                </a:lnTo>
                <a:lnTo>
                  <a:pt x="535" y="956"/>
                </a:lnTo>
                <a:lnTo>
                  <a:pt x="535" y="957"/>
                </a:lnTo>
                <a:lnTo>
                  <a:pt x="535" y="959"/>
                </a:lnTo>
                <a:lnTo>
                  <a:pt x="534" y="959"/>
                </a:lnTo>
                <a:lnTo>
                  <a:pt x="533" y="958"/>
                </a:lnTo>
                <a:lnTo>
                  <a:pt x="532" y="958"/>
                </a:lnTo>
                <a:lnTo>
                  <a:pt x="530" y="957"/>
                </a:lnTo>
                <a:lnTo>
                  <a:pt x="529" y="956"/>
                </a:lnTo>
                <a:lnTo>
                  <a:pt x="527" y="955"/>
                </a:lnTo>
                <a:lnTo>
                  <a:pt x="526" y="955"/>
                </a:lnTo>
                <a:lnTo>
                  <a:pt x="525" y="955"/>
                </a:lnTo>
                <a:lnTo>
                  <a:pt x="524" y="956"/>
                </a:lnTo>
                <a:lnTo>
                  <a:pt x="524" y="958"/>
                </a:lnTo>
                <a:lnTo>
                  <a:pt x="525" y="958"/>
                </a:lnTo>
                <a:lnTo>
                  <a:pt x="525" y="959"/>
                </a:lnTo>
                <a:lnTo>
                  <a:pt x="526" y="959"/>
                </a:lnTo>
                <a:lnTo>
                  <a:pt x="526" y="958"/>
                </a:lnTo>
                <a:lnTo>
                  <a:pt x="528" y="961"/>
                </a:lnTo>
                <a:lnTo>
                  <a:pt x="528" y="962"/>
                </a:lnTo>
                <a:lnTo>
                  <a:pt x="529" y="962"/>
                </a:lnTo>
                <a:lnTo>
                  <a:pt x="528" y="963"/>
                </a:lnTo>
                <a:lnTo>
                  <a:pt x="527" y="963"/>
                </a:lnTo>
                <a:lnTo>
                  <a:pt x="527" y="961"/>
                </a:lnTo>
                <a:lnTo>
                  <a:pt x="526" y="961"/>
                </a:lnTo>
                <a:lnTo>
                  <a:pt x="525" y="961"/>
                </a:lnTo>
                <a:lnTo>
                  <a:pt x="524" y="961"/>
                </a:lnTo>
                <a:lnTo>
                  <a:pt x="523" y="962"/>
                </a:lnTo>
                <a:lnTo>
                  <a:pt x="522" y="962"/>
                </a:lnTo>
                <a:lnTo>
                  <a:pt x="520" y="961"/>
                </a:lnTo>
                <a:lnTo>
                  <a:pt x="518" y="960"/>
                </a:lnTo>
                <a:lnTo>
                  <a:pt x="516" y="960"/>
                </a:lnTo>
                <a:lnTo>
                  <a:pt x="515" y="960"/>
                </a:lnTo>
                <a:lnTo>
                  <a:pt x="516" y="962"/>
                </a:lnTo>
                <a:lnTo>
                  <a:pt x="517" y="963"/>
                </a:lnTo>
                <a:lnTo>
                  <a:pt x="518" y="964"/>
                </a:lnTo>
                <a:lnTo>
                  <a:pt x="519" y="965"/>
                </a:lnTo>
                <a:lnTo>
                  <a:pt x="520" y="965"/>
                </a:lnTo>
                <a:lnTo>
                  <a:pt x="522" y="966"/>
                </a:lnTo>
                <a:lnTo>
                  <a:pt x="525" y="968"/>
                </a:lnTo>
                <a:lnTo>
                  <a:pt x="525" y="970"/>
                </a:lnTo>
                <a:lnTo>
                  <a:pt x="526" y="973"/>
                </a:lnTo>
                <a:lnTo>
                  <a:pt x="527" y="974"/>
                </a:lnTo>
                <a:lnTo>
                  <a:pt x="526" y="975"/>
                </a:lnTo>
                <a:lnTo>
                  <a:pt x="525" y="976"/>
                </a:lnTo>
                <a:lnTo>
                  <a:pt x="524" y="978"/>
                </a:lnTo>
                <a:lnTo>
                  <a:pt x="522" y="980"/>
                </a:lnTo>
                <a:lnTo>
                  <a:pt x="520" y="979"/>
                </a:lnTo>
                <a:lnTo>
                  <a:pt x="519" y="979"/>
                </a:lnTo>
                <a:lnTo>
                  <a:pt x="518" y="979"/>
                </a:lnTo>
                <a:lnTo>
                  <a:pt x="517" y="979"/>
                </a:lnTo>
                <a:lnTo>
                  <a:pt x="517" y="978"/>
                </a:lnTo>
                <a:lnTo>
                  <a:pt x="516" y="978"/>
                </a:lnTo>
                <a:lnTo>
                  <a:pt x="516" y="977"/>
                </a:lnTo>
                <a:lnTo>
                  <a:pt x="517" y="977"/>
                </a:lnTo>
                <a:lnTo>
                  <a:pt x="518" y="976"/>
                </a:lnTo>
                <a:lnTo>
                  <a:pt x="517" y="975"/>
                </a:lnTo>
                <a:lnTo>
                  <a:pt x="516" y="975"/>
                </a:lnTo>
                <a:lnTo>
                  <a:pt x="515" y="975"/>
                </a:lnTo>
                <a:lnTo>
                  <a:pt x="513" y="976"/>
                </a:lnTo>
                <a:lnTo>
                  <a:pt x="513" y="975"/>
                </a:lnTo>
                <a:lnTo>
                  <a:pt x="513" y="974"/>
                </a:lnTo>
                <a:lnTo>
                  <a:pt x="512" y="973"/>
                </a:lnTo>
                <a:lnTo>
                  <a:pt x="511" y="971"/>
                </a:lnTo>
                <a:lnTo>
                  <a:pt x="511" y="970"/>
                </a:lnTo>
                <a:lnTo>
                  <a:pt x="510" y="970"/>
                </a:lnTo>
                <a:lnTo>
                  <a:pt x="511" y="970"/>
                </a:lnTo>
                <a:lnTo>
                  <a:pt x="510" y="970"/>
                </a:lnTo>
                <a:lnTo>
                  <a:pt x="510" y="969"/>
                </a:lnTo>
                <a:lnTo>
                  <a:pt x="509" y="967"/>
                </a:lnTo>
                <a:lnTo>
                  <a:pt x="509" y="966"/>
                </a:lnTo>
                <a:lnTo>
                  <a:pt x="508" y="966"/>
                </a:lnTo>
                <a:lnTo>
                  <a:pt x="507" y="966"/>
                </a:lnTo>
                <a:lnTo>
                  <a:pt x="507" y="965"/>
                </a:lnTo>
                <a:lnTo>
                  <a:pt x="506" y="965"/>
                </a:lnTo>
                <a:lnTo>
                  <a:pt x="505" y="965"/>
                </a:lnTo>
                <a:lnTo>
                  <a:pt x="504" y="965"/>
                </a:lnTo>
                <a:lnTo>
                  <a:pt x="504" y="964"/>
                </a:lnTo>
                <a:lnTo>
                  <a:pt x="503" y="964"/>
                </a:lnTo>
                <a:lnTo>
                  <a:pt x="503" y="965"/>
                </a:lnTo>
                <a:lnTo>
                  <a:pt x="501" y="965"/>
                </a:lnTo>
                <a:lnTo>
                  <a:pt x="500" y="964"/>
                </a:lnTo>
                <a:lnTo>
                  <a:pt x="499" y="964"/>
                </a:lnTo>
                <a:lnTo>
                  <a:pt x="498" y="964"/>
                </a:lnTo>
                <a:lnTo>
                  <a:pt x="497" y="964"/>
                </a:lnTo>
                <a:lnTo>
                  <a:pt x="497" y="965"/>
                </a:lnTo>
                <a:lnTo>
                  <a:pt x="497" y="966"/>
                </a:lnTo>
                <a:lnTo>
                  <a:pt x="498" y="966"/>
                </a:lnTo>
                <a:lnTo>
                  <a:pt x="499" y="965"/>
                </a:lnTo>
                <a:lnTo>
                  <a:pt x="500" y="966"/>
                </a:lnTo>
                <a:lnTo>
                  <a:pt x="501" y="966"/>
                </a:lnTo>
                <a:lnTo>
                  <a:pt x="501" y="968"/>
                </a:lnTo>
                <a:lnTo>
                  <a:pt x="502" y="968"/>
                </a:lnTo>
                <a:lnTo>
                  <a:pt x="501" y="970"/>
                </a:lnTo>
                <a:lnTo>
                  <a:pt x="500" y="971"/>
                </a:lnTo>
                <a:lnTo>
                  <a:pt x="498" y="971"/>
                </a:lnTo>
                <a:lnTo>
                  <a:pt x="498" y="972"/>
                </a:lnTo>
                <a:lnTo>
                  <a:pt x="496" y="972"/>
                </a:lnTo>
                <a:lnTo>
                  <a:pt x="496" y="971"/>
                </a:lnTo>
                <a:lnTo>
                  <a:pt x="497" y="970"/>
                </a:lnTo>
                <a:lnTo>
                  <a:pt x="497" y="969"/>
                </a:lnTo>
                <a:lnTo>
                  <a:pt x="496" y="969"/>
                </a:lnTo>
                <a:lnTo>
                  <a:pt x="494" y="969"/>
                </a:lnTo>
                <a:lnTo>
                  <a:pt x="492" y="969"/>
                </a:lnTo>
                <a:lnTo>
                  <a:pt x="492" y="971"/>
                </a:lnTo>
                <a:lnTo>
                  <a:pt x="491" y="971"/>
                </a:lnTo>
                <a:lnTo>
                  <a:pt x="491" y="970"/>
                </a:lnTo>
                <a:lnTo>
                  <a:pt x="490" y="970"/>
                </a:lnTo>
                <a:lnTo>
                  <a:pt x="489" y="970"/>
                </a:lnTo>
                <a:lnTo>
                  <a:pt x="488" y="970"/>
                </a:lnTo>
                <a:lnTo>
                  <a:pt x="485" y="973"/>
                </a:lnTo>
                <a:lnTo>
                  <a:pt x="485" y="974"/>
                </a:lnTo>
                <a:lnTo>
                  <a:pt x="488" y="974"/>
                </a:lnTo>
                <a:lnTo>
                  <a:pt x="489" y="974"/>
                </a:lnTo>
                <a:lnTo>
                  <a:pt x="490" y="975"/>
                </a:lnTo>
                <a:lnTo>
                  <a:pt x="489" y="976"/>
                </a:lnTo>
                <a:lnTo>
                  <a:pt x="490" y="976"/>
                </a:lnTo>
                <a:lnTo>
                  <a:pt x="490" y="977"/>
                </a:lnTo>
                <a:lnTo>
                  <a:pt x="490" y="979"/>
                </a:lnTo>
                <a:lnTo>
                  <a:pt x="489" y="981"/>
                </a:lnTo>
                <a:lnTo>
                  <a:pt x="488" y="982"/>
                </a:lnTo>
                <a:lnTo>
                  <a:pt x="488" y="981"/>
                </a:lnTo>
                <a:lnTo>
                  <a:pt x="487" y="981"/>
                </a:lnTo>
                <a:lnTo>
                  <a:pt x="486" y="982"/>
                </a:lnTo>
                <a:lnTo>
                  <a:pt x="485" y="984"/>
                </a:lnTo>
                <a:lnTo>
                  <a:pt x="483" y="985"/>
                </a:lnTo>
                <a:lnTo>
                  <a:pt x="484" y="986"/>
                </a:lnTo>
                <a:lnTo>
                  <a:pt x="484" y="987"/>
                </a:lnTo>
                <a:lnTo>
                  <a:pt x="484" y="988"/>
                </a:lnTo>
                <a:lnTo>
                  <a:pt x="485" y="988"/>
                </a:lnTo>
                <a:lnTo>
                  <a:pt x="483" y="989"/>
                </a:lnTo>
                <a:lnTo>
                  <a:pt x="484" y="990"/>
                </a:lnTo>
                <a:lnTo>
                  <a:pt x="484" y="989"/>
                </a:lnTo>
                <a:lnTo>
                  <a:pt x="485" y="989"/>
                </a:lnTo>
                <a:lnTo>
                  <a:pt x="486" y="989"/>
                </a:lnTo>
                <a:lnTo>
                  <a:pt x="486" y="988"/>
                </a:lnTo>
                <a:lnTo>
                  <a:pt x="486" y="987"/>
                </a:lnTo>
                <a:lnTo>
                  <a:pt x="488" y="986"/>
                </a:lnTo>
                <a:lnTo>
                  <a:pt x="489" y="986"/>
                </a:lnTo>
                <a:lnTo>
                  <a:pt x="489" y="987"/>
                </a:lnTo>
                <a:lnTo>
                  <a:pt x="489" y="988"/>
                </a:lnTo>
                <a:lnTo>
                  <a:pt x="491" y="988"/>
                </a:lnTo>
                <a:lnTo>
                  <a:pt x="492" y="987"/>
                </a:lnTo>
                <a:lnTo>
                  <a:pt x="493" y="987"/>
                </a:lnTo>
                <a:lnTo>
                  <a:pt x="494" y="988"/>
                </a:lnTo>
                <a:lnTo>
                  <a:pt x="495" y="988"/>
                </a:lnTo>
                <a:lnTo>
                  <a:pt x="496" y="988"/>
                </a:lnTo>
                <a:lnTo>
                  <a:pt x="497" y="988"/>
                </a:lnTo>
                <a:lnTo>
                  <a:pt x="500" y="989"/>
                </a:lnTo>
                <a:lnTo>
                  <a:pt x="501" y="989"/>
                </a:lnTo>
                <a:lnTo>
                  <a:pt x="501" y="990"/>
                </a:lnTo>
                <a:lnTo>
                  <a:pt x="501" y="992"/>
                </a:lnTo>
                <a:lnTo>
                  <a:pt x="501" y="993"/>
                </a:lnTo>
                <a:lnTo>
                  <a:pt x="500" y="994"/>
                </a:lnTo>
                <a:lnTo>
                  <a:pt x="500" y="995"/>
                </a:lnTo>
                <a:lnTo>
                  <a:pt x="500" y="996"/>
                </a:lnTo>
                <a:lnTo>
                  <a:pt x="500" y="997"/>
                </a:lnTo>
                <a:lnTo>
                  <a:pt x="500" y="998"/>
                </a:lnTo>
                <a:lnTo>
                  <a:pt x="499" y="1000"/>
                </a:lnTo>
                <a:lnTo>
                  <a:pt x="498" y="1001"/>
                </a:lnTo>
                <a:lnTo>
                  <a:pt x="498" y="1000"/>
                </a:lnTo>
                <a:lnTo>
                  <a:pt x="497" y="999"/>
                </a:lnTo>
                <a:lnTo>
                  <a:pt x="496" y="998"/>
                </a:lnTo>
                <a:lnTo>
                  <a:pt x="495" y="999"/>
                </a:lnTo>
                <a:lnTo>
                  <a:pt x="496" y="999"/>
                </a:lnTo>
                <a:lnTo>
                  <a:pt x="496" y="1000"/>
                </a:lnTo>
                <a:lnTo>
                  <a:pt x="496" y="1001"/>
                </a:lnTo>
                <a:lnTo>
                  <a:pt x="495" y="1001"/>
                </a:lnTo>
                <a:lnTo>
                  <a:pt x="494" y="1001"/>
                </a:lnTo>
                <a:lnTo>
                  <a:pt x="494" y="1002"/>
                </a:lnTo>
                <a:lnTo>
                  <a:pt x="493" y="1002"/>
                </a:lnTo>
                <a:lnTo>
                  <a:pt x="491" y="1002"/>
                </a:lnTo>
                <a:lnTo>
                  <a:pt x="489" y="1002"/>
                </a:lnTo>
                <a:lnTo>
                  <a:pt x="488" y="1002"/>
                </a:lnTo>
                <a:lnTo>
                  <a:pt x="487" y="1003"/>
                </a:lnTo>
                <a:lnTo>
                  <a:pt x="486" y="1003"/>
                </a:lnTo>
                <a:lnTo>
                  <a:pt x="486" y="1002"/>
                </a:lnTo>
                <a:lnTo>
                  <a:pt x="485" y="1002"/>
                </a:lnTo>
                <a:lnTo>
                  <a:pt x="485" y="1001"/>
                </a:lnTo>
                <a:lnTo>
                  <a:pt x="484" y="1001"/>
                </a:lnTo>
                <a:lnTo>
                  <a:pt x="483" y="1001"/>
                </a:lnTo>
                <a:lnTo>
                  <a:pt x="482" y="1001"/>
                </a:lnTo>
                <a:lnTo>
                  <a:pt x="481" y="1001"/>
                </a:lnTo>
                <a:lnTo>
                  <a:pt x="479" y="1001"/>
                </a:lnTo>
                <a:lnTo>
                  <a:pt x="478" y="1001"/>
                </a:lnTo>
                <a:lnTo>
                  <a:pt x="478" y="1002"/>
                </a:lnTo>
                <a:lnTo>
                  <a:pt x="477" y="1003"/>
                </a:lnTo>
                <a:lnTo>
                  <a:pt x="477" y="1004"/>
                </a:lnTo>
                <a:lnTo>
                  <a:pt x="476" y="1005"/>
                </a:lnTo>
                <a:lnTo>
                  <a:pt x="476" y="1006"/>
                </a:lnTo>
                <a:lnTo>
                  <a:pt x="476" y="1007"/>
                </a:lnTo>
                <a:lnTo>
                  <a:pt x="475" y="1007"/>
                </a:lnTo>
                <a:lnTo>
                  <a:pt x="474" y="1007"/>
                </a:lnTo>
                <a:lnTo>
                  <a:pt x="473" y="1008"/>
                </a:lnTo>
                <a:lnTo>
                  <a:pt x="473" y="1009"/>
                </a:lnTo>
                <a:lnTo>
                  <a:pt x="473" y="1010"/>
                </a:lnTo>
                <a:lnTo>
                  <a:pt x="473" y="1011"/>
                </a:lnTo>
                <a:lnTo>
                  <a:pt x="472" y="1013"/>
                </a:lnTo>
                <a:lnTo>
                  <a:pt x="471" y="1013"/>
                </a:lnTo>
                <a:lnTo>
                  <a:pt x="470" y="1014"/>
                </a:lnTo>
                <a:lnTo>
                  <a:pt x="469" y="1014"/>
                </a:lnTo>
                <a:lnTo>
                  <a:pt x="468" y="1014"/>
                </a:lnTo>
                <a:lnTo>
                  <a:pt x="467" y="1014"/>
                </a:lnTo>
                <a:lnTo>
                  <a:pt x="467" y="1015"/>
                </a:lnTo>
                <a:lnTo>
                  <a:pt x="466" y="1015"/>
                </a:lnTo>
                <a:lnTo>
                  <a:pt x="466" y="1016"/>
                </a:lnTo>
                <a:lnTo>
                  <a:pt x="463" y="1017"/>
                </a:lnTo>
                <a:lnTo>
                  <a:pt x="462" y="1016"/>
                </a:lnTo>
                <a:lnTo>
                  <a:pt x="459" y="1017"/>
                </a:lnTo>
                <a:lnTo>
                  <a:pt x="458" y="1018"/>
                </a:lnTo>
                <a:lnTo>
                  <a:pt x="455" y="1018"/>
                </a:lnTo>
                <a:lnTo>
                  <a:pt x="454" y="1018"/>
                </a:lnTo>
                <a:lnTo>
                  <a:pt x="453" y="1018"/>
                </a:lnTo>
                <a:lnTo>
                  <a:pt x="452" y="1018"/>
                </a:lnTo>
                <a:lnTo>
                  <a:pt x="451" y="1018"/>
                </a:lnTo>
                <a:lnTo>
                  <a:pt x="448" y="1017"/>
                </a:lnTo>
                <a:lnTo>
                  <a:pt x="447" y="1017"/>
                </a:lnTo>
                <a:lnTo>
                  <a:pt x="447" y="1018"/>
                </a:lnTo>
                <a:lnTo>
                  <a:pt x="445" y="1018"/>
                </a:lnTo>
                <a:lnTo>
                  <a:pt x="444" y="1019"/>
                </a:lnTo>
                <a:lnTo>
                  <a:pt x="443" y="1019"/>
                </a:lnTo>
                <a:lnTo>
                  <a:pt x="443" y="1020"/>
                </a:lnTo>
                <a:lnTo>
                  <a:pt x="443" y="1021"/>
                </a:lnTo>
                <a:lnTo>
                  <a:pt x="443" y="1022"/>
                </a:lnTo>
                <a:lnTo>
                  <a:pt x="443" y="1023"/>
                </a:lnTo>
                <a:lnTo>
                  <a:pt x="442" y="1024"/>
                </a:lnTo>
                <a:lnTo>
                  <a:pt x="442" y="1025"/>
                </a:lnTo>
                <a:lnTo>
                  <a:pt x="441" y="1025"/>
                </a:lnTo>
                <a:lnTo>
                  <a:pt x="440" y="1025"/>
                </a:lnTo>
                <a:lnTo>
                  <a:pt x="439" y="1025"/>
                </a:lnTo>
                <a:lnTo>
                  <a:pt x="438" y="1025"/>
                </a:lnTo>
                <a:lnTo>
                  <a:pt x="435" y="1027"/>
                </a:lnTo>
                <a:lnTo>
                  <a:pt x="434" y="1026"/>
                </a:lnTo>
                <a:lnTo>
                  <a:pt x="433" y="1026"/>
                </a:lnTo>
                <a:lnTo>
                  <a:pt x="433" y="1025"/>
                </a:lnTo>
                <a:lnTo>
                  <a:pt x="434" y="1025"/>
                </a:lnTo>
                <a:lnTo>
                  <a:pt x="433" y="1025"/>
                </a:lnTo>
                <a:lnTo>
                  <a:pt x="433" y="1024"/>
                </a:lnTo>
                <a:lnTo>
                  <a:pt x="432" y="1024"/>
                </a:lnTo>
                <a:lnTo>
                  <a:pt x="431" y="1024"/>
                </a:lnTo>
                <a:lnTo>
                  <a:pt x="430" y="1024"/>
                </a:lnTo>
                <a:lnTo>
                  <a:pt x="429" y="1025"/>
                </a:lnTo>
                <a:lnTo>
                  <a:pt x="429" y="1026"/>
                </a:lnTo>
                <a:lnTo>
                  <a:pt x="428" y="1027"/>
                </a:lnTo>
                <a:lnTo>
                  <a:pt x="428" y="1028"/>
                </a:lnTo>
                <a:lnTo>
                  <a:pt x="428" y="1029"/>
                </a:lnTo>
                <a:lnTo>
                  <a:pt x="428" y="1030"/>
                </a:lnTo>
                <a:lnTo>
                  <a:pt x="428" y="1031"/>
                </a:lnTo>
                <a:lnTo>
                  <a:pt x="429" y="1031"/>
                </a:lnTo>
                <a:lnTo>
                  <a:pt x="429" y="1030"/>
                </a:lnTo>
                <a:lnTo>
                  <a:pt x="429" y="1029"/>
                </a:lnTo>
                <a:lnTo>
                  <a:pt x="430" y="1029"/>
                </a:lnTo>
                <a:lnTo>
                  <a:pt x="431" y="1027"/>
                </a:lnTo>
                <a:lnTo>
                  <a:pt x="432" y="1027"/>
                </a:lnTo>
                <a:lnTo>
                  <a:pt x="433" y="1027"/>
                </a:lnTo>
                <a:lnTo>
                  <a:pt x="433" y="1028"/>
                </a:lnTo>
                <a:lnTo>
                  <a:pt x="432" y="1029"/>
                </a:lnTo>
                <a:lnTo>
                  <a:pt x="432" y="1030"/>
                </a:lnTo>
                <a:lnTo>
                  <a:pt x="432" y="1031"/>
                </a:lnTo>
                <a:lnTo>
                  <a:pt x="431" y="1032"/>
                </a:lnTo>
                <a:lnTo>
                  <a:pt x="431" y="1033"/>
                </a:lnTo>
                <a:lnTo>
                  <a:pt x="430" y="1033"/>
                </a:lnTo>
                <a:lnTo>
                  <a:pt x="429" y="1034"/>
                </a:lnTo>
                <a:lnTo>
                  <a:pt x="429" y="1035"/>
                </a:lnTo>
                <a:lnTo>
                  <a:pt x="429" y="1036"/>
                </a:lnTo>
                <a:lnTo>
                  <a:pt x="429" y="1037"/>
                </a:lnTo>
                <a:lnTo>
                  <a:pt x="429" y="1038"/>
                </a:lnTo>
                <a:lnTo>
                  <a:pt x="429" y="1039"/>
                </a:lnTo>
                <a:lnTo>
                  <a:pt x="428" y="1039"/>
                </a:lnTo>
                <a:lnTo>
                  <a:pt x="428" y="1040"/>
                </a:lnTo>
                <a:lnTo>
                  <a:pt x="427" y="1042"/>
                </a:lnTo>
                <a:lnTo>
                  <a:pt x="426" y="1042"/>
                </a:lnTo>
                <a:lnTo>
                  <a:pt x="425" y="1043"/>
                </a:lnTo>
                <a:lnTo>
                  <a:pt x="424" y="1043"/>
                </a:lnTo>
                <a:lnTo>
                  <a:pt x="422" y="1043"/>
                </a:lnTo>
                <a:lnTo>
                  <a:pt x="421" y="1043"/>
                </a:lnTo>
                <a:lnTo>
                  <a:pt x="420" y="1043"/>
                </a:lnTo>
                <a:lnTo>
                  <a:pt x="419" y="1043"/>
                </a:lnTo>
                <a:lnTo>
                  <a:pt x="417" y="1043"/>
                </a:lnTo>
                <a:lnTo>
                  <a:pt x="417" y="1042"/>
                </a:lnTo>
                <a:lnTo>
                  <a:pt x="416" y="1040"/>
                </a:lnTo>
                <a:lnTo>
                  <a:pt x="416" y="1039"/>
                </a:lnTo>
                <a:lnTo>
                  <a:pt x="416" y="1037"/>
                </a:lnTo>
                <a:lnTo>
                  <a:pt x="415" y="1036"/>
                </a:lnTo>
                <a:lnTo>
                  <a:pt x="414" y="1035"/>
                </a:lnTo>
                <a:lnTo>
                  <a:pt x="413" y="1035"/>
                </a:lnTo>
                <a:lnTo>
                  <a:pt x="413" y="1034"/>
                </a:lnTo>
                <a:lnTo>
                  <a:pt x="412" y="1034"/>
                </a:lnTo>
                <a:lnTo>
                  <a:pt x="412" y="1033"/>
                </a:lnTo>
                <a:lnTo>
                  <a:pt x="412" y="1032"/>
                </a:lnTo>
                <a:lnTo>
                  <a:pt x="413" y="1032"/>
                </a:lnTo>
                <a:lnTo>
                  <a:pt x="414" y="1032"/>
                </a:lnTo>
                <a:lnTo>
                  <a:pt x="415" y="1032"/>
                </a:lnTo>
                <a:lnTo>
                  <a:pt x="416" y="1032"/>
                </a:lnTo>
                <a:lnTo>
                  <a:pt x="416" y="1031"/>
                </a:lnTo>
                <a:lnTo>
                  <a:pt x="416" y="1029"/>
                </a:lnTo>
                <a:lnTo>
                  <a:pt x="415" y="1029"/>
                </a:lnTo>
                <a:lnTo>
                  <a:pt x="414" y="1030"/>
                </a:lnTo>
                <a:lnTo>
                  <a:pt x="414" y="1029"/>
                </a:lnTo>
                <a:lnTo>
                  <a:pt x="414" y="1028"/>
                </a:lnTo>
                <a:lnTo>
                  <a:pt x="414" y="1027"/>
                </a:lnTo>
                <a:lnTo>
                  <a:pt x="414" y="1026"/>
                </a:lnTo>
                <a:lnTo>
                  <a:pt x="415" y="1026"/>
                </a:lnTo>
                <a:lnTo>
                  <a:pt x="415" y="1025"/>
                </a:lnTo>
                <a:lnTo>
                  <a:pt x="414" y="1025"/>
                </a:lnTo>
                <a:lnTo>
                  <a:pt x="414" y="1024"/>
                </a:lnTo>
                <a:lnTo>
                  <a:pt x="414" y="1025"/>
                </a:lnTo>
                <a:lnTo>
                  <a:pt x="413" y="1025"/>
                </a:lnTo>
                <a:lnTo>
                  <a:pt x="413" y="1026"/>
                </a:lnTo>
                <a:lnTo>
                  <a:pt x="412" y="1026"/>
                </a:lnTo>
                <a:lnTo>
                  <a:pt x="411" y="1025"/>
                </a:lnTo>
                <a:lnTo>
                  <a:pt x="411" y="1024"/>
                </a:lnTo>
                <a:lnTo>
                  <a:pt x="411" y="1023"/>
                </a:lnTo>
                <a:lnTo>
                  <a:pt x="410" y="1022"/>
                </a:lnTo>
                <a:lnTo>
                  <a:pt x="410" y="1021"/>
                </a:lnTo>
                <a:lnTo>
                  <a:pt x="410" y="1020"/>
                </a:lnTo>
                <a:lnTo>
                  <a:pt x="409" y="1020"/>
                </a:lnTo>
                <a:lnTo>
                  <a:pt x="409" y="1019"/>
                </a:lnTo>
                <a:lnTo>
                  <a:pt x="409" y="1018"/>
                </a:lnTo>
                <a:lnTo>
                  <a:pt x="409" y="1017"/>
                </a:lnTo>
                <a:lnTo>
                  <a:pt x="409" y="1016"/>
                </a:lnTo>
                <a:lnTo>
                  <a:pt x="409" y="1015"/>
                </a:lnTo>
                <a:lnTo>
                  <a:pt x="410" y="1015"/>
                </a:lnTo>
                <a:lnTo>
                  <a:pt x="410" y="1014"/>
                </a:lnTo>
                <a:lnTo>
                  <a:pt x="411" y="1014"/>
                </a:lnTo>
                <a:lnTo>
                  <a:pt x="410" y="1013"/>
                </a:lnTo>
                <a:lnTo>
                  <a:pt x="410" y="1012"/>
                </a:lnTo>
                <a:lnTo>
                  <a:pt x="410" y="1011"/>
                </a:lnTo>
                <a:lnTo>
                  <a:pt x="410" y="1010"/>
                </a:lnTo>
                <a:lnTo>
                  <a:pt x="409" y="1010"/>
                </a:lnTo>
                <a:lnTo>
                  <a:pt x="408" y="1009"/>
                </a:lnTo>
                <a:lnTo>
                  <a:pt x="407" y="1009"/>
                </a:lnTo>
                <a:lnTo>
                  <a:pt x="407" y="1010"/>
                </a:lnTo>
                <a:lnTo>
                  <a:pt x="406" y="1010"/>
                </a:lnTo>
                <a:lnTo>
                  <a:pt x="404" y="1010"/>
                </a:lnTo>
                <a:lnTo>
                  <a:pt x="404" y="1009"/>
                </a:lnTo>
                <a:lnTo>
                  <a:pt x="404" y="1007"/>
                </a:lnTo>
                <a:lnTo>
                  <a:pt x="403" y="1006"/>
                </a:lnTo>
                <a:lnTo>
                  <a:pt x="404" y="1006"/>
                </a:lnTo>
                <a:lnTo>
                  <a:pt x="404" y="1005"/>
                </a:lnTo>
                <a:lnTo>
                  <a:pt x="404" y="1004"/>
                </a:lnTo>
                <a:lnTo>
                  <a:pt x="404" y="1003"/>
                </a:lnTo>
                <a:lnTo>
                  <a:pt x="404" y="1002"/>
                </a:lnTo>
                <a:lnTo>
                  <a:pt x="405" y="1002"/>
                </a:lnTo>
                <a:lnTo>
                  <a:pt x="406" y="1001"/>
                </a:lnTo>
                <a:lnTo>
                  <a:pt x="407" y="1001"/>
                </a:lnTo>
                <a:lnTo>
                  <a:pt x="408" y="1001"/>
                </a:lnTo>
                <a:lnTo>
                  <a:pt x="408" y="1000"/>
                </a:lnTo>
                <a:lnTo>
                  <a:pt x="408" y="998"/>
                </a:lnTo>
                <a:lnTo>
                  <a:pt x="410" y="997"/>
                </a:lnTo>
                <a:lnTo>
                  <a:pt x="410" y="996"/>
                </a:lnTo>
                <a:lnTo>
                  <a:pt x="412" y="996"/>
                </a:lnTo>
                <a:lnTo>
                  <a:pt x="412" y="997"/>
                </a:lnTo>
                <a:lnTo>
                  <a:pt x="414" y="997"/>
                </a:lnTo>
                <a:lnTo>
                  <a:pt x="414" y="996"/>
                </a:lnTo>
                <a:lnTo>
                  <a:pt x="415" y="996"/>
                </a:lnTo>
                <a:lnTo>
                  <a:pt x="416" y="996"/>
                </a:lnTo>
                <a:lnTo>
                  <a:pt x="417" y="996"/>
                </a:lnTo>
                <a:lnTo>
                  <a:pt x="418" y="997"/>
                </a:lnTo>
                <a:lnTo>
                  <a:pt x="419" y="997"/>
                </a:lnTo>
                <a:lnTo>
                  <a:pt x="420" y="998"/>
                </a:lnTo>
                <a:lnTo>
                  <a:pt x="420" y="999"/>
                </a:lnTo>
                <a:lnTo>
                  <a:pt x="421" y="999"/>
                </a:lnTo>
                <a:lnTo>
                  <a:pt x="422" y="999"/>
                </a:lnTo>
                <a:lnTo>
                  <a:pt x="424" y="999"/>
                </a:lnTo>
                <a:lnTo>
                  <a:pt x="424" y="998"/>
                </a:lnTo>
                <a:lnTo>
                  <a:pt x="424" y="997"/>
                </a:lnTo>
                <a:lnTo>
                  <a:pt x="424" y="996"/>
                </a:lnTo>
                <a:lnTo>
                  <a:pt x="424" y="995"/>
                </a:lnTo>
                <a:lnTo>
                  <a:pt x="426" y="994"/>
                </a:lnTo>
                <a:lnTo>
                  <a:pt x="427" y="994"/>
                </a:lnTo>
                <a:lnTo>
                  <a:pt x="428" y="993"/>
                </a:lnTo>
                <a:lnTo>
                  <a:pt x="429" y="993"/>
                </a:lnTo>
                <a:lnTo>
                  <a:pt x="429" y="992"/>
                </a:lnTo>
                <a:lnTo>
                  <a:pt x="430" y="992"/>
                </a:lnTo>
                <a:lnTo>
                  <a:pt x="431" y="991"/>
                </a:lnTo>
                <a:lnTo>
                  <a:pt x="431" y="990"/>
                </a:lnTo>
                <a:lnTo>
                  <a:pt x="434" y="989"/>
                </a:lnTo>
                <a:lnTo>
                  <a:pt x="435" y="989"/>
                </a:lnTo>
                <a:lnTo>
                  <a:pt x="435" y="990"/>
                </a:lnTo>
                <a:lnTo>
                  <a:pt x="436" y="990"/>
                </a:lnTo>
                <a:lnTo>
                  <a:pt x="438" y="989"/>
                </a:lnTo>
                <a:lnTo>
                  <a:pt x="439" y="988"/>
                </a:lnTo>
                <a:lnTo>
                  <a:pt x="440" y="987"/>
                </a:lnTo>
                <a:lnTo>
                  <a:pt x="441" y="987"/>
                </a:lnTo>
                <a:lnTo>
                  <a:pt x="441" y="986"/>
                </a:lnTo>
                <a:lnTo>
                  <a:pt x="441" y="985"/>
                </a:lnTo>
                <a:lnTo>
                  <a:pt x="440" y="985"/>
                </a:lnTo>
                <a:lnTo>
                  <a:pt x="440" y="984"/>
                </a:lnTo>
                <a:lnTo>
                  <a:pt x="439" y="983"/>
                </a:lnTo>
                <a:lnTo>
                  <a:pt x="439" y="981"/>
                </a:lnTo>
                <a:lnTo>
                  <a:pt x="438" y="982"/>
                </a:lnTo>
                <a:lnTo>
                  <a:pt x="437" y="982"/>
                </a:lnTo>
                <a:lnTo>
                  <a:pt x="436" y="982"/>
                </a:lnTo>
                <a:lnTo>
                  <a:pt x="436" y="981"/>
                </a:lnTo>
                <a:lnTo>
                  <a:pt x="435" y="980"/>
                </a:lnTo>
                <a:lnTo>
                  <a:pt x="436" y="980"/>
                </a:lnTo>
                <a:lnTo>
                  <a:pt x="437" y="980"/>
                </a:lnTo>
                <a:lnTo>
                  <a:pt x="437" y="978"/>
                </a:lnTo>
                <a:lnTo>
                  <a:pt x="438" y="978"/>
                </a:lnTo>
                <a:lnTo>
                  <a:pt x="438" y="977"/>
                </a:lnTo>
                <a:lnTo>
                  <a:pt x="438" y="976"/>
                </a:lnTo>
                <a:lnTo>
                  <a:pt x="439" y="976"/>
                </a:lnTo>
                <a:lnTo>
                  <a:pt x="439" y="975"/>
                </a:lnTo>
                <a:lnTo>
                  <a:pt x="439" y="974"/>
                </a:lnTo>
                <a:lnTo>
                  <a:pt x="438" y="974"/>
                </a:lnTo>
                <a:lnTo>
                  <a:pt x="439" y="973"/>
                </a:lnTo>
                <a:lnTo>
                  <a:pt x="441" y="973"/>
                </a:lnTo>
                <a:lnTo>
                  <a:pt x="442" y="972"/>
                </a:lnTo>
                <a:lnTo>
                  <a:pt x="442" y="971"/>
                </a:lnTo>
                <a:lnTo>
                  <a:pt x="442" y="970"/>
                </a:lnTo>
                <a:lnTo>
                  <a:pt x="442" y="969"/>
                </a:lnTo>
                <a:lnTo>
                  <a:pt x="443" y="968"/>
                </a:lnTo>
                <a:lnTo>
                  <a:pt x="443" y="969"/>
                </a:lnTo>
                <a:lnTo>
                  <a:pt x="444" y="969"/>
                </a:lnTo>
                <a:lnTo>
                  <a:pt x="444" y="970"/>
                </a:lnTo>
                <a:lnTo>
                  <a:pt x="445" y="971"/>
                </a:lnTo>
                <a:lnTo>
                  <a:pt x="446" y="972"/>
                </a:lnTo>
                <a:lnTo>
                  <a:pt x="447" y="972"/>
                </a:lnTo>
                <a:lnTo>
                  <a:pt x="449" y="973"/>
                </a:lnTo>
                <a:lnTo>
                  <a:pt x="448" y="973"/>
                </a:lnTo>
                <a:lnTo>
                  <a:pt x="448" y="974"/>
                </a:lnTo>
                <a:lnTo>
                  <a:pt x="449" y="974"/>
                </a:lnTo>
                <a:lnTo>
                  <a:pt x="449" y="975"/>
                </a:lnTo>
                <a:lnTo>
                  <a:pt x="452" y="975"/>
                </a:lnTo>
                <a:lnTo>
                  <a:pt x="453" y="975"/>
                </a:lnTo>
                <a:lnTo>
                  <a:pt x="454" y="974"/>
                </a:lnTo>
                <a:lnTo>
                  <a:pt x="455" y="974"/>
                </a:lnTo>
                <a:lnTo>
                  <a:pt x="455" y="973"/>
                </a:lnTo>
                <a:lnTo>
                  <a:pt x="457" y="973"/>
                </a:lnTo>
                <a:lnTo>
                  <a:pt x="457" y="975"/>
                </a:lnTo>
                <a:lnTo>
                  <a:pt x="458" y="975"/>
                </a:lnTo>
                <a:lnTo>
                  <a:pt x="460" y="974"/>
                </a:lnTo>
                <a:lnTo>
                  <a:pt x="461" y="973"/>
                </a:lnTo>
                <a:lnTo>
                  <a:pt x="462" y="973"/>
                </a:lnTo>
                <a:lnTo>
                  <a:pt x="463" y="972"/>
                </a:lnTo>
                <a:lnTo>
                  <a:pt x="464" y="971"/>
                </a:lnTo>
                <a:lnTo>
                  <a:pt x="465" y="971"/>
                </a:lnTo>
                <a:lnTo>
                  <a:pt x="465" y="970"/>
                </a:lnTo>
                <a:lnTo>
                  <a:pt x="465" y="969"/>
                </a:lnTo>
                <a:lnTo>
                  <a:pt x="466" y="969"/>
                </a:lnTo>
                <a:lnTo>
                  <a:pt x="466" y="968"/>
                </a:lnTo>
                <a:lnTo>
                  <a:pt x="467" y="968"/>
                </a:lnTo>
                <a:lnTo>
                  <a:pt x="467" y="967"/>
                </a:lnTo>
                <a:lnTo>
                  <a:pt x="468" y="967"/>
                </a:lnTo>
                <a:lnTo>
                  <a:pt x="468" y="966"/>
                </a:lnTo>
                <a:lnTo>
                  <a:pt x="469" y="965"/>
                </a:lnTo>
                <a:lnTo>
                  <a:pt x="471" y="964"/>
                </a:lnTo>
                <a:lnTo>
                  <a:pt x="473" y="963"/>
                </a:lnTo>
                <a:lnTo>
                  <a:pt x="474" y="963"/>
                </a:lnTo>
                <a:lnTo>
                  <a:pt x="475" y="963"/>
                </a:lnTo>
                <a:lnTo>
                  <a:pt x="476" y="962"/>
                </a:lnTo>
                <a:lnTo>
                  <a:pt x="478" y="960"/>
                </a:lnTo>
                <a:lnTo>
                  <a:pt x="479" y="960"/>
                </a:lnTo>
                <a:lnTo>
                  <a:pt x="479" y="959"/>
                </a:lnTo>
                <a:lnTo>
                  <a:pt x="480" y="959"/>
                </a:lnTo>
                <a:lnTo>
                  <a:pt x="481" y="959"/>
                </a:lnTo>
                <a:lnTo>
                  <a:pt x="481" y="960"/>
                </a:lnTo>
                <a:lnTo>
                  <a:pt x="481" y="959"/>
                </a:lnTo>
                <a:lnTo>
                  <a:pt x="483" y="958"/>
                </a:lnTo>
                <a:lnTo>
                  <a:pt x="482" y="957"/>
                </a:lnTo>
                <a:lnTo>
                  <a:pt x="483" y="956"/>
                </a:lnTo>
                <a:lnTo>
                  <a:pt x="484" y="955"/>
                </a:lnTo>
                <a:lnTo>
                  <a:pt x="485" y="954"/>
                </a:lnTo>
                <a:lnTo>
                  <a:pt x="486" y="956"/>
                </a:lnTo>
                <a:lnTo>
                  <a:pt x="487" y="955"/>
                </a:lnTo>
                <a:lnTo>
                  <a:pt x="488" y="954"/>
                </a:lnTo>
                <a:lnTo>
                  <a:pt x="488" y="952"/>
                </a:lnTo>
                <a:lnTo>
                  <a:pt x="489" y="951"/>
                </a:lnTo>
                <a:lnTo>
                  <a:pt x="489" y="950"/>
                </a:lnTo>
                <a:lnTo>
                  <a:pt x="489" y="948"/>
                </a:lnTo>
                <a:lnTo>
                  <a:pt x="487" y="947"/>
                </a:lnTo>
                <a:lnTo>
                  <a:pt x="487" y="945"/>
                </a:lnTo>
                <a:lnTo>
                  <a:pt x="488" y="945"/>
                </a:lnTo>
                <a:lnTo>
                  <a:pt x="488" y="944"/>
                </a:lnTo>
                <a:lnTo>
                  <a:pt x="487" y="944"/>
                </a:lnTo>
                <a:lnTo>
                  <a:pt x="487" y="943"/>
                </a:lnTo>
                <a:lnTo>
                  <a:pt x="486" y="943"/>
                </a:lnTo>
                <a:lnTo>
                  <a:pt x="485" y="943"/>
                </a:lnTo>
                <a:lnTo>
                  <a:pt x="484" y="942"/>
                </a:lnTo>
                <a:lnTo>
                  <a:pt x="483" y="942"/>
                </a:lnTo>
                <a:lnTo>
                  <a:pt x="481" y="940"/>
                </a:lnTo>
                <a:lnTo>
                  <a:pt x="480" y="939"/>
                </a:lnTo>
                <a:lnTo>
                  <a:pt x="479" y="939"/>
                </a:lnTo>
                <a:lnTo>
                  <a:pt x="477" y="939"/>
                </a:lnTo>
                <a:lnTo>
                  <a:pt x="474" y="940"/>
                </a:lnTo>
                <a:lnTo>
                  <a:pt x="473" y="938"/>
                </a:lnTo>
                <a:lnTo>
                  <a:pt x="473" y="937"/>
                </a:lnTo>
                <a:lnTo>
                  <a:pt x="473" y="936"/>
                </a:lnTo>
                <a:lnTo>
                  <a:pt x="473" y="935"/>
                </a:lnTo>
                <a:lnTo>
                  <a:pt x="472" y="935"/>
                </a:lnTo>
                <a:lnTo>
                  <a:pt x="472" y="936"/>
                </a:lnTo>
                <a:lnTo>
                  <a:pt x="471" y="935"/>
                </a:lnTo>
                <a:lnTo>
                  <a:pt x="471" y="934"/>
                </a:lnTo>
                <a:lnTo>
                  <a:pt x="471" y="933"/>
                </a:lnTo>
                <a:lnTo>
                  <a:pt x="471" y="932"/>
                </a:lnTo>
                <a:lnTo>
                  <a:pt x="472" y="932"/>
                </a:lnTo>
                <a:lnTo>
                  <a:pt x="473" y="932"/>
                </a:lnTo>
                <a:lnTo>
                  <a:pt x="474" y="932"/>
                </a:lnTo>
                <a:lnTo>
                  <a:pt x="474" y="931"/>
                </a:lnTo>
                <a:lnTo>
                  <a:pt x="474" y="930"/>
                </a:lnTo>
                <a:lnTo>
                  <a:pt x="473" y="930"/>
                </a:lnTo>
                <a:lnTo>
                  <a:pt x="472" y="930"/>
                </a:lnTo>
                <a:lnTo>
                  <a:pt x="471" y="931"/>
                </a:lnTo>
                <a:lnTo>
                  <a:pt x="471" y="930"/>
                </a:lnTo>
                <a:lnTo>
                  <a:pt x="470" y="929"/>
                </a:lnTo>
                <a:lnTo>
                  <a:pt x="470" y="928"/>
                </a:lnTo>
                <a:lnTo>
                  <a:pt x="472" y="928"/>
                </a:lnTo>
                <a:lnTo>
                  <a:pt x="473" y="928"/>
                </a:lnTo>
                <a:lnTo>
                  <a:pt x="473" y="927"/>
                </a:lnTo>
                <a:lnTo>
                  <a:pt x="476" y="927"/>
                </a:lnTo>
                <a:lnTo>
                  <a:pt x="476" y="928"/>
                </a:lnTo>
                <a:lnTo>
                  <a:pt x="477" y="928"/>
                </a:lnTo>
                <a:lnTo>
                  <a:pt x="477" y="927"/>
                </a:lnTo>
                <a:lnTo>
                  <a:pt x="477" y="925"/>
                </a:lnTo>
                <a:lnTo>
                  <a:pt x="478" y="924"/>
                </a:lnTo>
                <a:lnTo>
                  <a:pt x="477" y="924"/>
                </a:lnTo>
                <a:lnTo>
                  <a:pt x="474" y="923"/>
                </a:lnTo>
                <a:lnTo>
                  <a:pt x="473" y="923"/>
                </a:lnTo>
                <a:lnTo>
                  <a:pt x="472" y="922"/>
                </a:lnTo>
                <a:lnTo>
                  <a:pt x="472" y="921"/>
                </a:lnTo>
                <a:lnTo>
                  <a:pt x="471" y="921"/>
                </a:lnTo>
                <a:lnTo>
                  <a:pt x="470" y="921"/>
                </a:lnTo>
                <a:lnTo>
                  <a:pt x="470" y="922"/>
                </a:lnTo>
                <a:lnTo>
                  <a:pt x="469" y="920"/>
                </a:lnTo>
                <a:lnTo>
                  <a:pt x="469" y="919"/>
                </a:lnTo>
                <a:lnTo>
                  <a:pt x="469" y="918"/>
                </a:lnTo>
                <a:lnTo>
                  <a:pt x="470" y="918"/>
                </a:lnTo>
                <a:lnTo>
                  <a:pt x="471" y="918"/>
                </a:lnTo>
                <a:lnTo>
                  <a:pt x="472" y="918"/>
                </a:lnTo>
                <a:lnTo>
                  <a:pt x="473" y="917"/>
                </a:lnTo>
                <a:lnTo>
                  <a:pt x="473" y="916"/>
                </a:lnTo>
                <a:lnTo>
                  <a:pt x="474" y="916"/>
                </a:lnTo>
                <a:lnTo>
                  <a:pt x="475" y="916"/>
                </a:lnTo>
                <a:lnTo>
                  <a:pt x="476" y="917"/>
                </a:lnTo>
                <a:lnTo>
                  <a:pt x="477" y="917"/>
                </a:lnTo>
                <a:lnTo>
                  <a:pt x="478" y="917"/>
                </a:lnTo>
                <a:lnTo>
                  <a:pt x="480" y="917"/>
                </a:lnTo>
                <a:lnTo>
                  <a:pt x="481" y="916"/>
                </a:lnTo>
                <a:lnTo>
                  <a:pt x="482" y="915"/>
                </a:lnTo>
                <a:lnTo>
                  <a:pt x="483" y="914"/>
                </a:lnTo>
                <a:lnTo>
                  <a:pt x="483" y="913"/>
                </a:lnTo>
                <a:lnTo>
                  <a:pt x="483" y="912"/>
                </a:lnTo>
                <a:lnTo>
                  <a:pt x="482" y="912"/>
                </a:lnTo>
                <a:lnTo>
                  <a:pt x="481" y="910"/>
                </a:lnTo>
                <a:lnTo>
                  <a:pt x="480" y="909"/>
                </a:lnTo>
                <a:lnTo>
                  <a:pt x="480" y="908"/>
                </a:lnTo>
                <a:lnTo>
                  <a:pt x="481" y="909"/>
                </a:lnTo>
                <a:lnTo>
                  <a:pt x="483" y="908"/>
                </a:lnTo>
                <a:lnTo>
                  <a:pt x="483" y="907"/>
                </a:lnTo>
                <a:lnTo>
                  <a:pt x="484" y="908"/>
                </a:lnTo>
                <a:lnTo>
                  <a:pt x="485" y="908"/>
                </a:lnTo>
                <a:lnTo>
                  <a:pt x="486" y="908"/>
                </a:lnTo>
                <a:lnTo>
                  <a:pt x="487" y="908"/>
                </a:lnTo>
                <a:lnTo>
                  <a:pt x="488" y="909"/>
                </a:lnTo>
                <a:lnTo>
                  <a:pt x="489" y="909"/>
                </a:lnTo>
                <a:lnTo>
                  <a:pt x="489" y="908"/>
                </a:lnTo>
                <a:lnTo>
                  <a:pt x="489" y="907"/>
                </a:lnTo>
                <a:lnTo>
                  <a:pt x="489" y="906"/>
                </a:lnTo>
                <a:lnTo>
                  <a:pt x="487" y="906"/>
                </a:lnTo>
                <a:lnTo>
                  <a:pt x="487" y="905"/>
                </a:lnTo>
                <a:lnTo>
                  <a:pt x="487" y="903"/>
                </a:lnTo>
                <a:lnTo>
                  <a:pt x="486" y="903"/>
                </a:lnTo>
                <a:lnTo>
                  <a:pt x="485" y="902"/>
                </a:lnTo>
                <a:lnTo>
                  <a:pt x="485" y="901"/>
                </a:lnTo>
                <a:lnTo>
                  <a:pt x="485" y="900"/>
                </a:lnTo>
                <a:lnTo>
                  <a:pt x="486" y="899"/>
                </a:lnTo>
                <a:lnTo>
                  <a:pt x="487" y="899"/>
                </a:lnTo>
                <a:lnTo>
                  <a:pt x="487" y="898"/>
                </a:lnTo>
                <a:lnTo>
                  <a:pt x="486" y="898"/>
                </a:lnTo>
                <a:lnTo>
                  <a:pt x="486" y="897"/>
                </a:lnTo>
                <a:lnTo>
                  <a:pt x="486" y="895"/>
                </a:lnTo>
                <a:lnTo>
                  <a:pt x="487" y="894"/>
                </a:lnTo>
                <a:lnTo>
                  <a:pt x="488" y="893"/>
                </a:lnTo>
                <a:lnTo>
                  <a:pt x="487" y="893"/>
                </a:lnTo>
                <a:lnTo>
                  <a:pt x="487" y="892"/>
                </a:lnTo>
                <a:lnTo>
                  <a:pt x="488" y="892"/>
                </a:lnTo>
                <a:lnTo>
                  <a:pt x="489" y="892"/>
                </a:lnTo>
                <a:lnTo>
                  <a:pt x="491" y="893"/>
                </a:lnTo>
                <a:lnTo>
                  <a:pt x="493" y="894"/>
                </a:lnTo>
                <a:lnTo>
                  <a:pt x="499" y="894"/>
                </a:lnTo>
                <a:lnTo>
                  <a:pt x="500" y="893"/>
                </a:lnTo>
                <a:lnTo>
                  <a:pt x="501" y="893"/>
                </a:lnTo>
                <a:lnTo>
                  <a:pt x="501" y="892"/>
                </a:lnTo>
                <a:lnTo>
                  <a:pt x="502" y="892"/>
                </a:lnTo>
                <a:lnTo>
                  <a:pt x="503" y="891"/>
                </a:lnTo>
                <a:lnTo>
                  <a:pt x="504" y="891"/>
                </a:lnTo>
                <a:lnTo>
                  <a:pt x="504" y="892"/>
                </a:lnTo>
                <a:lnTo>
                  <a:pt x="505" y="892"/>
                </a:lnTo>
                <a:lnTo>
                  <a:pt x="506" y="892"/>
                </a:lnTo>
                <a:lnTo>
                  <a:pt x="506" y="891"/>
                </a:lnTo>
                <a:lnTo>
                  <a:pt x="507" y="890"/>
                </a:lnTo>
                <a:lnTo>
                  <a:pt x="507" y="889"/>
                </a:lnTo>
                <a:lnTo>
                  <a:pt x="509" y="887"/>
                </a:lnTo>
                <a:lnTo>
                  <a:pt x="510" y="887"/>
                </a:lnTo>
                <a:lnTo>
                  <a:pt x="511" y="887"/>
                </a:lnTo>
                <a:lnTo>
                  <a:pt x="511" y="886"/>
                </a:lnTo>
                <a:lnTo>
                  <a:pt x="511" y="885"/>
                </a:lnTo>
                <a:lnTo>
                  <a:pt x="512" y="885"/>
                </a:lnTo>
                <a:lnTo>
                  <a:pt x="512" y="886"/>
                </a:lnTo>
                <a:lnTo>
                  <a:pt x="513" y="886"/>
                </a:lnTo>
                <a:lnTo>
                  <a:pt x="513" y="885"/>
                </a:lnTo>
                <a:lnTo>
                  <a:pt x="515" y="884"/>
                </a:lnTo>
                <a:lnTo>
                  <a:pt x="516" y="884"/>
                </a:lnTo>
                <a:lnTo>
                  <a:pt x="516" y="883"/>
                </a:lnTo>
                <a:lnTo>
                  <a:pt x="514" y="883"/>
                </a:lnTo>
                <a:lnTo>
                  <a:pt x="513" y="884"/>
                </a:lnTo>
                <a:lnTo>
                  <a:pt x="512" y="884"/>
                </a:lnTo>
                <a:lnTo>
                  <a:pt x="511" y="884"/>
                </a:lnTo>
                <a:lnTo>
                  <a:pt x="510" y="884"/>
                </a:lnTo>
                <a:lnTo>
                  <a:pt x="509" y="884"/>
                </a:lnTo>
                <a:lnTo>
                  <a:pt x="508" y="885"/>
                </a:lnTo>
                <a:lnTo>
                  <a:pt x="506" y="886"/>
                </a:lnTo>
                <a:lnTo>
                  <a:pt x="505" y="887"/>
                </a:lnTo>
                <a:lnTo>
                  <a:pt x="502" y="889"/>
                </a:lnTo>
                <a:lnTo>
                  <a:pt x="501" y="890"/>
                </a:lnTo>
                <a:lnTo>
                  <a:pt x="500" y="890"/>
                </a:lnTo>
                <a:lnTo>
                  <a:pt x="498" y="890"/>
                </a:lnTo>
                <a:lnTo>
                  <a:pt x="497" y="890"/>
                </a:lnTo>
                <a:lnTo>
                  <a:pt x="495" y="890"/>
                </a:lnTo>
                <a:lnTo>
                  <a:pt x="495" y="891"/>
                </a:lnTo>
                <a:lnTo>
                  <a:pt x="494" y="891"/>
                </a:lnTo>
                <a:lnTo>
                  <a:pt x="493" y="891"/>
                </a:lnTo>
                <a:lnTo>
                  <a:pt x="491" y="892"/>
                </a:lnTo>
                <a:lnTo>
                  <a:pt x="490" y="891"/>
                </a:lnTo>
                <a:lnTo>
                  <a:pt x="489" y="891"/>
                </a:lnTo>
                <a:lnTo>
                  <a:pt x="488" y="890"/>
                </a:lnTo>
                <a:lnTo>
                  <a:pt x="487" y="890"/>
                </a:lnTo>
                <a:lnTo>
                  <a:pt x="486" y="890"/>
                </a:lnTo>
                <a:lnTo>
                  <a:pt x="485" y="889"/>
                </a:lnTo>
                <a:lnTo>
                  <a:pt x="484" y="889"/>
                </a:lnTo>
                <a:lnTo>
                  <a:pt x="482" y="889"/>
                </a:lnTo>
                <a:lnTo>
                  <a:pt x="482" y="887"/>
                </a:lnTo>
                <a:lnTo>
                  <a:pt x="482" y="888"/>
                </a:lnTo>
                <a:lnTo>
                  <a:pt x="482" y="889"/>
                </a:lnTo>
                <a:lnTo>
                  <a:pt x="482" y="891"/>
                </a:lnTo>
                <a:lnTo>
                  <a:pt x="483" y="892"/>
                </a:lnTo>
                <a:lnTo>
                  <a:pt x="483" y="893"/>
                </a:lnTo>
                <a:lnTo>
                  <a:pt x="484" y="894"/>
                </a:lnTo>
                <a:lnTo>
                  <a:pt x="484" y="895"/>
                </a:lnTo>
                <a:lnTo>
                  <a:pt x="484" y="897"/>
                </a:lnTo>
                <a:lnTo>
                  <a:pt x="483" y="897"/>
                </a:lnTo>
                <a:lnTo>
                  <a:pt x="483" y="898"/>
                </a:lnTo>
                <a:lnTo>
                  <a:pt x="481" y="899"/>
                </a:lnTo>
                <a:lnTo>
                  <a:pt x="480" y="899"/>
                </a:lnTo>
                <a:lnTo>
                  <a:pt x="481" y="901"/>
                </a:lnTo>
                <a:lnTo>
                  <a:pt x="480" y="901"/>
                </a:lnTo>
                <a:lnTo>
                  <a:pt x="479" y="899"/>
                </a:lnTo>
                <a:lnTo>
                  <a:pt x="478" y="900"/>
                </a:lnTo>
                <a:lnTo>
                  <a:pt x="477" y="900"/>
                </a:lnTo>
                <a:lnTo>
                  <a:pt x="477" y="901"/>
                </a:lnTo>
                <a:lnTo>
                  <a:pt x="475" y="902"/>
                </a:lnTo>
                <a:lnTo>
                  <a:pt x="474" y="903"/>
                </a:lnTo>
                <a:lnTo>
                  <a:pt x="473" y="903"/>
                </a:lnTo>
                <a:lnTo>
                  <a:pt x="472" y="903"/>
                </a:lnTo>
                <a:lnTo>
                  <a:pt x="472" y="905"/>
                </a:lnTo>
                <a:lnTo>
                  <a:pt x="471" y="906"/>
                </a:lnTo>
                <a:lnTo>
                  <a:pt x="467" y="907"/>
                </a:lnTo>
                <a:lnTo>
                  <a:pt x="464" y="908"/>
                </a:lnTo>
                <a:lnTo>
                  <a:pt x="463" y="909"/>
                </a:lnTo>
                <a:lnTo>
                  <a:pt x="463" y="908"/>
                </a:lnTo>
                <a:lnTo>
                  <a:pt x="462" y="909"/>
                </a:lnTo>
                <a:lnTo>
                  <a:pt x="461" y="910"/>
                </a:lnTo>
                <a:lnTo>
                  <a:pt x="461" y="911"/>
                </a:lnTo>
                <a:lnTo>
                  <a:pt x="460" y="911"/>
                </a:lnTo>
                <a:lnTo>
                  <a:pt x="460" y="910"/>
                </a:lnTo>
                <a:lnTo>
                  <a:pt x="460" y="909"/>
                </a:lnTo>
                <a:lnTo>
                  <a:pt x="460" y="908"/>
                </a:lnTo>
                <a:lnTo>
                  <a:pt x="460" y="907"/>
                </a:lnTo>
                <a:lnTo>
                  <a:pt x="459" y="907"/>
                </a:lnTo>
                <a:lnTo>
                  <a:pt x="459" y="908"/>
                </a:lnTo>
                <a:lnTo>
                  <a:pt x="458" y="908"/>
                </a:lnTo>
                <a:lnTo>
                  <a:pt x="457" y="908"/>
                </a:lnTo>
                <a:lnTo>
                  <a:pt x="456" y="908"/>
                </a:lnTo>
                <a:lnTo>
                  <a:pt x="456" y="910"/>
                </a:lnTo>
                <a:lnTo>
                  <a:pt x="457" y="911"/>
                </a:lnTo>
                <a:lnTo>
                  <a:pt x="457" y="913"/>
                </a:lnTo>
                <a:lnTo>
                  <a:pt x="457" y="915"/>
                </a:lnTo>
                <a:lnTo>
                  <a:pt x="455" y="916"/>
                </a:lnTo>
                <a:lnTo>
                  <a:pt x="455" y="918"/>
                </a:lnTo>
                <a:lnTo>
                  <a:pt x="453" y="918"/>
                </a:lnTo>
                <a:lnTo>
                  <a:pt x="453" y="916"/>
                </a:lnTo>
                <a:lnTo>
                  <a:pt x="449" y="916"/>
                </a:lnTo>
                <a:lnTo>
                  <a:pt x="449" y="913"/>
                </a:lnTo>
                <a:lnTo>
                  <a:pt x="449" y="907"/>
                </a:lnTo>
                <a:lnTo>
                  <a:pt x="445" y="907"/>
                </a:lnTo>
                <a:lnTo>
                  <a:pt x="444" y="908"/>
                </a:lnTo>
                <a:lnTo>
                  <a:pt x="443" y="908"/>
                </a:lnTo>
                <a:lnTo>
                  <a:pt x="444" y="906"/>
                </a:lnTo>
                <a:lnTo>
                  <a:pt x="444" y="904"/>
                </a:lnTo>
                <a:lnTo>
                  <a:pt x="445" y="904"/>
                </a:lnTo>
                <a:lnTo>
                  <a:pt x="446" y="902"/>
                </a:lnTo>
                <a:lnTo>
                  <a:pt x="446" y="901"/>
                </a:lnTo>
                <a:lnTo>
                  <a:pt x="446" y="899"/>
                </a:lnTo>
                <a:lnTo>
                  <a:pt x="446" y="898"/>
                </a:lnTo>
                <a:lnTo>
                  <a:pt x="446" y="896"/>
                </a:lnTo>
                <a:lnTo>
                  <a:pt x="446" y="895"/>
                </a:lnTo>
                <a:lnTo>
                  <a:pt x="446" y="894"/>
                </a:lnTo>
                <a:lnTo>
                  <a:pt x="445" y="894"/>
                </a:lnTo>
                <a:lnTo>
                  <a:pt x="445" y="895"/>
                </a:lnTo>
                <a:lnTo>
                  <a:pt x="444" y="894"/>
                </a:lnTo>
                <a:lnTo>
                  <a:pt x="443" y="894"/>
                </a:lnTo>
                <a:lnTo>
                  <a:pt x="444" y="894"/>
                </a:lnTo>
                <a:lnTo>
                  <a:pt x="444" y="893"/>
                </a:lnTo>
                <a:lnTo>
                  <a:pt x="443" y="893"/>
                </a:lnTo>
                <a:lnTo>
                  <a:pt x="442" y="892"/>
                </a:lnTo>
                <a:lnTo>
                  <a:pt x="441" y="892"/>
                </a:lnTo>
                <a:lnTo>
                  <a:pt x="440" y="890"/>
                </a:lnTo>
                <a:lnTo>
                  <a:pt x="440" y="891"/>
                </a:lnTo>
                <a:lnTo>
                  <a:pt x="440" y="892"/>
                </a:lnTo>
                <a:lnTo>
                  <a:pt x="441" y="893"/>
                </a:lnTo>
                <a:lnTo>
                  <a:pt x="442" y="894"/>
                </a:lnTo>
                <a:lnTo>
                  <a:pt x="442" y="895"/>
                </a:lnTo>
                <a:lnTo>
                  <a:pt x="442" y="896"/>
                </a:lnTo>
                <a:lnTo>
                  <a:pt x="441" y="897"/>
                </a:lnTo>
                <a:lnTo>
                  <a:pt x="441" y="898"/>
                </a:lnTo>
                <a:lnTo>
                  <a:pt x="441" y="899"/>
                </a:lnTo>
                <a:lnTo>
                  <a:pt x="440" y="900"/>
                </a:lnTo>
                <a:lnTo>
                  <a:pt x="439" y="901"/>
                </a:lnTo>
                <a:lnTo>
                  <a:pt x="439" y="902"/>
                </a:lnTo>
                <a:lnTo>
                  <a:pt x="439" y="903"/>
                </a:lnTo>
                <a:lnTo>
                  <a:pt x="438" y="903"/>
                </a:lnTo>
                <a:lnTo>
                  <a:pt x="437" y="904"/>
                </a:lnTo>
                <a:lnTo>
                  <a:pt x="437" y="905"/>
                </a:lnTo>
                <a:lnTo>
                  <a:pt x="436" y="905"/>
                </a:lnTo>
                <a:lnTo>
                  <a:pt x="435" y="905"/>
                </a:lnTo>
                <a:lnTo>
                  <a:pt x="434" y="904"/>
                </a:lnTo>
                <a:lnTo>
                  <a:pt x="433" y="904"/>
                </a:lnTo>
                <a:lnTo>
                  <a:pt x="433" y="903"/>
                </a:lnTo>
                <a:lnTo>
                  <a:pt x="432" y="903"/>
                </a:lnTo>
                <a:lnTo>
                  <a:pt x="432" y="904"/>
                </a:lnTo>
                <a:lnTo>
                  <a:pt x="431" y="904"/>
                </a:lnTo>
                <a:lnTo>
                  <a:pt x="431" y="903"/>
                </a:lnTo>
                <a:lnTo>
                  <a:pt x="430" y="903"/>
                </a:lnTo>
                <a:lnTo>
                  <a:pt x="429" y="902"/>
                </a:lnTo>
                <a:lnTo>
                  <a:pt x="428" y="902"/>
                </a:lnTo>
                <a:lnTo>
                  <a:pt x="427" y="903"/>
                </a:lnTo>
                <a:lnTo>
                  <a:pt x="427" y="904"/>
                </a:lnTo>
                <a:lnTo>
                  <a:pt x="426" y="904"/>
                </a:lnTo>
                <a:lnTo>
                  <a:pt x="425" y="904"/>
                </a:lnTo>
                <a:lnTo>
                  <a:pt x="423" y="904"/>
                </a:lnTo>
                <a:lnTo>
                  <a:pt x="423" y="903"/>
                </a:lnTo>
                <a:lnTo>
                  <a:pt x="423" y="902"/>
                </a:lnTo>
                <a:lnTo>
                  <a:pt x="423" y="901"/>
                </a:lnTo>
                <a:lnTo>
                  <a:pt x="424" y="901"/>
                </a:lnTo>
                <a:lnTo>
                  <a:pt x="425" y="897"/>
                </a:lnTo>
                <a:lnTo>
                  <a:pt x="425" y="896"/>
                </a:lnTo>
                <a:lnTo>
                  <a:pt x="425" y="895"/>
                </a:lnTo>
                <a:lnTo>
                  <a:pt x="427" y="896"/>
                </a:lnTo>
                <a:lnTo>
                  <a:pt x="428" y="894"/>
                </a:lnTo>
                <a:lnTo>
                  <a:pt x="429" y="893"/>
                </a:lnTo>
                <a:lnTo>
                  <a:pt x="428" y="892"/>
                </a:lnTo>
                <a:lnTo>
                  <a:pt x="428" y="889"/>
                </a:lnTo>
                <a:lnTo>
                  <a:pt x="427" y="889"/>
                </a:lnTo>
                <a:lnTo>
                  <a:pt x="426" y="889"/>
                </a:lnTo>
                <a:lnTo>
                  <a:pt x="426" y="890"/>
                </a:lnTo>
                <a:lnTo>
                  <a:pt x="425" y="891"/>
                </a:lnTo>
                <a:lnTo>
                  <a:pt x="423" y="893"/>
                </a:lnTo>
                <a:lnTo>
                  <a:pt x="423" y="894"/>
                </a:lnTo>
                <a:lnTo>
                  <a:pt x="425" y="895"/>
                </a:lnTo>
                <a:lnTo>
                  <a:pt x="424" y="896"/>
                </a:lnTo>
                <a:lnTo>
                  <a:pt x="424" y="897"/>
                </a:lnTo>
                <a:lnTo>
                  <a:pt x="423" y="897"/>
                </a:lnTo>
                <a:lnTo>
                  <a:pt x="422" y="898"/>
                </a:lnTo>
                <a:lnTo>
                  <a:pt x="422" y="899"/>
                </a:lnTo>
                <a:lnTo>
                  <a:pt x="421" y="901"/>
                </a:lnTo>
                <a:lnTo>
                  <a:pt x="420" y="900"/>
                </a:lnTo>
                <a:lnTo>
                  <a:pt x="419" y="899"/>
                </a:lnTo>
                <a:lnTo>
                  <a:pt x="418" y="899"/>
                </a:lnTo>
                <a:lnTo>
                  <a:pt x="418" y="900"/>
                </a:lnTo>
                <a:lnTo>
                  <a:pt x="419" y="902"/>
                </a:lnTo>
                <a:lnTo>
                  <a:pt x="418" y="902"/>
                </a:lnTo>
                <a:lnTo>
                  <a:pt x="417" y="905"/>
                </a:lnTo>
                <a:lnTo>
                  <a:pt x="416" y="905"/>
                </a:lnTo>
                <a:lnTo>
                  <a:pt x="415" y="906"/>
                </a:lnTo>
                <a:lnTo>
                  <a:pt x="414" y="905"/>
                </a:lnTo>
                <a:lnTo>
                  <a:pt x="414" y="904"/>
                </a:lnTo>
                <a:lnTo>
                  <a:pt x="412" y="904"/>
                </a:lnTo>
                <a:lnTo>
                  <a:pt x="412" y="902"/>
                </a:lnTo>
                <a:lnTo>
                  <a:pt x="413" y="901"/>
                </a:lnTo>
                <a:lnTo>
                  <a:pt x="414" y="901"/>
                </a:lnTo>
                <a:lnTo>
                  <a:pt x="414" y="900"/>
                </a:lnTo>
                <a:lnTo>
                  <a:pt x="413" y="899"/>
                </a:lnTo>
                <a:lnTo>
                  <a:pt x="413" y="898"/>
                </a:lnTo>
                <a:lnTo>
                  <a:pt x="413" y="897"/>
                </a:lnTo>
                <a:lnTo>
                  <a:pt x="414" y="897"/>
                </a:lnTo>
                <a:lnTo>
                  <a:pt x="414" y="896"/>
                </a:lnTo>
                <a:lnTo>
                  <a:pt x="415" y="895"/>
                </a:lnTo>
                <a:lnTo>
                  <a:pt x="414" y="895"/>
                </a:lnTo>
                <a:lnTo>
                  <a:pt x="414" y="894"/>
                </a:lnTo>
                <a:lnTo>
                  <a:pt x="414" y="893"/>
                </a:lnTo>
                <a:lnTo>
                  <a:pt x="414" y="892"/>
                </a:lnTo>
                <a:lnTo>
                  <a:pt x="414" y="891"/>
                </a:lnTo>
                <a:lnTo>
                  <a:pt x="415" y="891"/>
                </a:lnTo>
                <a:lnTo>
                  <a:pt x="415" y="890"/>
                </a:lnTo>
                <a:lnTo>
                  <a:pt x="415" y="889"/>
                </a:lnTo>
                <a:lnTo>
                  <a:pt x="414" y="889"/>
                </a:lnTo>
                <a:lnTo>
                  <a:pt x="414" y="888"/>
                </a:lnTo>
                <a:lnTo>
                  <a:pt x="414" y="887"/>
                </a:lnTo>
                <a:lnTo>
                  <a:pt x="416" y="886"/>
                </a:lnTo>
                <a:lnTo>
                  <a:pt x="419" y="884"/>
                </a:lnTo>
                <a:lnTo>
                  <a:pt x="419" y="883"/>
                </a:lnTo>
                <a:lnTo>
                  <a:pt x="420" y="882"/>
                </a:lnTo>
                <a:lnTo>
                  <a:pt x="421" y="881"/>
                </a:lnTo>
                <a:lnTo>
                  <a:pt x="422" y="881"/>
                </a:lnTo>
                <a:lnTo>
                  <a:pt x="422" y="880"/>
                </a:lnTo>
                <a:lnTo>
                  <a:pt x="424" y="879"/>
                </a:lnTo>
                <a:lnTo>
                  <a:pt x="425" y="877"/>
                </a:lnTo>
                <a:lnTo>
                  <a:pt x="425" y="876"/>
                </a:lnTo>
                <a:lnTo>
                  <a:pt x="428" y="876"/>
                </a:lnTo>
                <a:lnTo>
                  <a:pt x="429" y="877"/>
                </a:lnTo>
                <a:lnTo>
                  <a:pt x="430" y="877"/>
                </a:lnTo>
                <a:lnTo>
                  <a:pt x="430" y="879"/>
                </a:lnTo>
                <a:lnTo>
                  <a:pt x="430" y="880"/>
                </a:lnTo>
                <a:lnTo>
                  <a:pt x="431" y="880"/>
                </a:lnTo>
                <a:lnTo>
                  <a:pt x="433" y="880"/>
                </a:lnTo>
                <a:lnTo>
                  <a:pt x="433" y="878"/>
                </a:lnTo>
                <a:lnTo>
                  <a:pt x="435" y="877"/>
                </a:lnTo>
                <a:lnTo>
                  <a:pt x="435" y="876"/>
                </a:lnTo>
                <a:lnTo>
                  <a:pt x="436" y="875"/>
                </a:lnTo>
                <a:lnTo>
                  <a:pt x="437" y="875"/>
                </a:lnTo>
                <a:lnTo>
                  <a:pt x="438" y="874"/>
                </a:lnTo>
                <a:lnTo>
                  <a:pt x="438" y="873"/>
                </a:lnTo>
                <a:lnTo>
                  <a:pt x="439" y="872"/>
                </a:lnTo>
                <a:lnTo>
                  <a:pt x="439" y="871"/>
                </a:lnTo>
                <a:lnTo>
                  <a:pt x="440" y="871"/>
                </a:lnTo>
                <a:lnTo>
                  <a:pt x="443" y="870"/>
                </a:lnTo>
                <a:lnTo>
                  <a:pt x="443" y="869"/>
                </a:lnTo>
                <a:lnTo>
                  <a:pt x="442" y="869"/>
                </a:lnTo>
                <a:lnTo>
                  <a:pt x="441" y="869"/>
                </a:lnTo>
                <a:lnTo>
                  <a:pt x="441" y="870"/>
                </a:lnTo>
                <a:lnTo>
                  <a:pt x="440" y="870"/>
                </a:lnTo>
                <a:lnTo>
                  <a:pt x="439" y="871"/>
                </a:lnTo>
                <a:lnTo>
                  <a:pt x="438" y="871"/>
                </a:lnTo>
                <a:lnTo>
                  <a:pt x="437" y="873"/>
                </a:lnTo>
                <a:lnTo>
                  <a:pt x="437" y="874"/>
                </a:lnTo>
                <a:lnTo>
                  <a:pt x="436" y="874"/>
                </a:lnTo>
                <a:lnTo>
                  <a:pt x="434" y="875"/>
                </a:lnTo>
                <a:lnTo>
                  <a:pt x="433" y="876"/>
                </a:lnTo>
                <a:lnTo>
                  <a:pt x="432" y="876"/>
                </a:lnTo>
                <a:lnTo>
                  <a:pt x="432" y="875"/>
                </a:lnTo>
                <a:lnTo>
                  <a:pt x="431" y="875"/>
                </a:lnTo>
                <a:lnTo>
                  <a:pt x="430" y="874"/>
                </a:lnTo>
                <a:lnTo>
                  <a:pt x="428" y="874"/>
                </a:lnTo>
                <a:lnTo>
                  <a:pt x="428" y="873"/>
                </a:lnTo>
                <a:lnTo>
                  <a:pt x="425" y="873"/>
                </a:lnTo>
                <a:lnTo>
                  <a:pt x="424" y="874"/>
                </a:lnTo>
                <a:lnTo>
                  <a:pt x="422" y="876"/>
                </a:lnTo>
                <a:lnTo>
                  <a:pt x="421" y="876"/>
                </a:lnTo>
                <a:lnTo>
                  <a:pt x="419" y="877"/>
                </a:lnTo>
                <a:lnTo>
                  <a:pt x="420" y="878"/>
                </a:lnTo>
                <a:lnTo>
                  <a:pt x="420" y="879"/>
                </a:lnTo>
                <a:lnTo>
                  <a:pt x="418" y="880"/>
                </a:lnTo>
                <a:lnTo>
                  <a:pt x="417" y="881"/>
                </a:lnTo>
                <a:lnTo>
                  <a:pt x="417" y="882"/>
                </a:lnTo>
                <a:lnTo>
                  <a:pt x="416" y="882"/>
                </a:lnTo>
                <a:lnTo>
                  <a:pt x="416" y="881"/>
                </a:lnTo>
                <a:lnTo>
                  <a:pt x="416" y="880"/>
                </a:lnTo>
                <a:lnTo>
                  <a:pt x="416" y="879"/>
                </a:lnTo>
                <a:lnTo>
                  <a:pt x="416" y="878"/>
                </a:lnTo>
                <a:lnTo>
                  <a:pt x="415" y="877"/>
                </a:lnTo>
                <a:lnTo>
                  <a:pt x="414" y="877"/>
                </a:lnTo>
                <a:lnTo>
                  <a:pt x="413" y="877"/>
                </a:lnTo>
                <a:lnTo>
                  <a:pt x="412" y="877"/>
                </a:lnTo>
                <a:lnTo>
                  <a:pt x="412" y="879"/>
                </a:lnTo>
                <a:lnTo>
                  <a:pt x="412" y="880"/>
                </a:lnTo>
                <a:lnTo>
                  <a:pt x="411" y="880"/>
                </a:lnTo>
                <a:lnTo>
                  <a:pt x="411" y="883"/>
                </a:lnTo>
                <a:lnTo>
                  <a:pt x="412" y="883"/>
                </a:lnTo>
                <a:lnTo>
                  <a:pt x="405" y="884"/>
                </a:lnTo>
                <a:lnTo>
                  <a:pt x="404" y="878"/>
                </a:lnTo>
                <a:lnTo>
                  <a:pt x="404" y="876"/>
                </a:lnTo>
                <a:lnTo>
                  <a:pt x="404" y="875"/>
                </a:lnTo>
                <a:lnTo>
                  <a:pt x="404" y="874"/>
                </a:lnTo>
                <a:lnTo>
                  <a:pt x="404" y="873"/>
                </a:lnTo>
                <a:lnTo>
                  <a:pt x="404" y="872"/>
                </a:lnTo>
                <a:lnTo>
                  <a:pt x="404" y="870"/>
                </a:lnTo>
                <a:lnTo>
                  <a:pt x="406" y="866"/>
                </a:lnTo>
                <a:lnTo>
                  <a:pt x="407" y="865"/>
                </a:lnTo>
                <a:lnTo>
                  <a:pt x="409" y="865"/>
                </a:lnTo>
                <a:lnTo>
                  <a:pt x="411" y="864"/>
                </a:lnTo>
                <a:lnTo>
                  <a:pt x="411" y="863"/>
                </a:lnTo>
                <a:lnTo>
                  <a:pt x="412" y="862"/>
                </a:lnTo>
                <a:lnTo>
                  <a:pt x="412" y="861"/>
                </a:lnTo>
                <a:lnTo>
                  <a:pt x="412" y="860"/>
                </a:lnTo>
                <a:lnTo>
                  <a:pt x="412" y="859"/>
                </a:lnTo>
                <a:lnTo>
                  <a:pt x="413" y="859"/>
                </a:lnTo>
                <a:lnTo>
                  <a:pt x="413" y="858"/>
                </a:lnTo>
                <a:lnTo>
                  <a:pt x="415" y="859"/>
                </a:lnTo>
                <a:lnTo>
                  <a:pt x="415" y="860"/>
                </a:lnTo>
                <a:lnTo>
                  <a:pt x="416" y="860"/>
                </a:lnTo>
                <a:lnTo>
                  <a:pt x="416" y="859"/>
                </a:lnTo>
                <a:lnTo>
                  <a:pt x="419" y="858"/>
                </a:lnTo>
                <a:lnTo>
                  <a:pt x="420" y="858"/>
                </a:lnTo>
                <a:lnTo>
                  <a:pt x="420" y="857"/>
                </a:lnTo>
                <a:lnTo>
                  <a:pt x="421" y="857"/>
                </a:lnTo>
                <a:lnTo>
                  <a:pt x="423" y="857"/>
                </a:lnTo>
                <a:lnTo>
                  <a:pt x="424" y="857"/>
                </a:lnTo>
                <a:lnTo>
                  <a:pt x="425" y="857"/>
                </a:lnTo>
                <a:lnTo>
                  <a:pt x="426" y="857"/>
                </a:lnTo>
                <a:lnTo>
                  <a:pt x="427" y="856"/>
                </a:lnTo>
                <a:lnTo>
                  <a:pt x="429" y="855"/>
                </a:lnTo>
                <a:lnTo>
                  <a:pt x="430" y="854"/>
                </a:lnTo>
                <a:lnTo>
                  <a:pt x="430" y="853"/>
                </a:lnTo>
                <a:lnTo>
                  <a:pt x="430" y="852"/>
                </a:lnTo>
                <a:lnTo>
                  <a:pt x="431" y="852"/>
                </a:lnTo>
                <a:lnTo>
                  <a:pt x="432" y="852"/>
                </a:lnTo>
                <a:lnTo>
                  <a:pt x="432" y="853"/>
                </a:lnTo>
                <a:lnTo>
                  <a:pt x="433" y="853"/>
                </a:lnTo>
                <a:lnTo>
                  <a:pt x="434" y="852"/>
                </a:lnTo>
                <a:lnTo>
                  <a:pt x="435" y="852"/>
                </a:lnTo>
                <a:lnTo>
                  <a:pt x="435" y="851"/>
                </a:lnTo>
                <a:lnTo>
                  <a:pt x="436" y="850"/>
                </a:lnTo>
                <a:lnTo>
                  <a:pt x="436" y="849"/>
                </a:lnTo>
                <a:lnTo>
                  <a:pt x="436" y="848"/>
                </a:lnTo>
                <a:lnTo>
                  <a:pt x="436" y="847"/>
                </a:lnTo>
                <a:lnTo>
                  <a:pt x="436" y="846"/>
                </a:lnTo>
                <a:lnTo>
                  <a:pt x="435" y="846"/>
                </a:lnTo>
                <a:lnTo>
                  <a:pt x="434" y="846"/>
                </a:lnTo>
                <a:lnTo>
                  <a:pt x="433" y="846"/>
                </a:lnTo>
                <a:lnTo>
                  <a:pt x="433" y="845"/>
                </a:lnTo>
                <a:lnTo>
                  <a:pt x="434" y="845"/>
                </a:lnTo>
                <a:lnTo>
                  <a:pt x="435" y="844"/>
                </a:lnTo>
                <a:lnTo>
                  <a:pt x="436" y="844"/>
                </a:lnTo>
                <a:lnTo>
                  <a:pt x="437" y="844"/>
                </a:lnTo>
                <a:lnTo>
                  <a:pt x="437" y="843"/>
                </a:lnTo>
                <a:lnTo>
                  <a:pt x="438" y="843"/>
                </a:lnTo>
                <a:lnTo>
                  <a:pt x="439" y="843"/>
                </a:lnTo>
                <a:lnTo>
                  <a:pt x="439" y="842"/>
                </a:lnTo>
                <a:lnTo>
                  <a:pt x="440" y="842"/>
                </a:lnTo>
                <a:lnTo>
                  <a:pt x="441" y="842"/>
                </a:lnTo>
                <a:lnTo>
                  <a:pt x="442" y="842"/>
                </a:lnTo>
                <a:lnTo>
                  <a:pt x="443" y="843"/>
                </a:lnTo>
                <a:lnTo>
                  <a:pt x="444" y="844"/>
                </a:lnTo>
                <a:lnTo>
                  <a:pt x="445" y="845"/>
                </a:lnTo>
                <a:lnTo>
                  <a:pt x="445" y="846"/>
                </a:lnTo>
                <a:lnTo>
                  <a:pt x="446" y="847"/>
                </a:lnTo>
                <a:lnTo>
                  <a:pt x="447" y="849"/>
                </a:lnTo>
                <a:lnTo>
                  <a:pt x="447" y="850"/>
                </a:lnTo>
                <a:lnTo>
                  <a:pt x="448" y="850"/>
                </a:lnTo>
                <a:lnTo>
                  <a:pt x="448" y="851"/>
                </a:lnTo>
                <a:lnTo>
                  <a:pt x="448" y="852"/>
                </a:lnTo>
                <a:lnTo>
                  <a:pt x="449" y="853"/>
                </a:lnTo>
                <a:lnTo>
                  <a:pt x="449" y="854"/>
                </a:lnTo>
                <a:lnTo>
                  <a:pt x="449" y="855"/>
                </a:lnTo>
                <a:lnTo>
                  <a:pt x="450" y="855"/>
                </a:lnTo>
                <a:lnTo>
                  <a:pt x="450" y="854"/>
                </a:lnTo>
                <a:lnTo>
                  <a:pt x="451" y="853"/>
                </a:lnTo>
                <a:lnTo>
                  <a:pt x="452" y="853"/>
                </a:lnTo>
                <a:lnTo>
                  <a:pt x="453" y="852"/>
                </a:lnTo>
                <a:lnTo>
                  <a:pt x="453" y="851"/>
                </a:lnTo>
                <a:lnTo>
                  <a:pt x="452" y="852"/>
                </a:lnTo>
                <a:lnTo>
                  <a:pt x="451" y="852"/>
                </a:lnTo>
                <a:lnTo>
                  <a:pt x="449" y="852"/>
                </a:lnTo>
                <a:lnTo>
                  <a:pt x="449" y="851"/>
                </a:lnTo>
                <a:lnTo>
                  <a:pt x="448" y="850"/>
                </a:lnTo>
                <a:lnTo>
                  <a:pt x="448" y="849"/>
                </a:lnTo>
                <a:lnTo>
                  <a:pt x="447" y="849"/>
                </a:lnTo>
                <a:lnTo>
                  <a:pt x="447" y="848"/>
                </a:lnTo>
                <a:lnTo>
                  <a:pt x="447" y="847"/>
                </a:lnTo>
                <a:lnTo>
                  <a:pt x="446" y="847"/>
                </a:lnTo>
                <a:lnTo>
                  <a:pt x="445" y="844"/>
                </a:lnTo>
                <a:lnTo>
                  <a:pt x="444" y="842"/>
                </a:lnTo>
                <a:lnTo>
                  <a:pt x="443" y="842"/>
                </a:lnTo>
                <a:lnTo>
                  <a:pt x="442" y="841"/>
                </a:lnTo>
                <a:lnTo>
                  <a:pt x="440" y="841"/>
                </a:lnTo>
                <a:lnTo>
                  <a:pt x="441" y="839"/>
                </a:lnTo>
                <a:lnTo>
                  <a:pt x="442" y="839"/>
                </a:lnTo>
                <a:lnTo>
                  <a:pt x="443" y="839"/>
                </a:lnTo>
                <a:lnTo>
                  <a:pt x="442" y="839"/>
                </a:lnTo>
                <a:lnTo>
                  <a:pt x="441" y="837"/>
                </a:lnTo>
                <a:lnTo>
                  <a:pt x="441" y="836"/>
                </a:lnTo>
                <a:lnTo>
                  <a:pt x="441" y="835"/>
                </a:lnTo>
                <a:lnTo>
                  <a:pt x="441" y="834"/>
                </a:lnTo>
                <a:lnTo>
                  <a:pt x="441" y="833"/>
                </a:lnTo>
                <a:lnTo>
                  <a:pt x="440" y="831"/>
                </a:lnTo>
                <a:lnTo>
                  <a:pt x="439" y="830"/>
                </a:lnTo>
                <a:lnTo>
                  <a:pt x="438" y="830"/>
                </a:lnTo>
                <a:lnTo>
                  <a:pt x="437" y="829"/>
                </a:lnTo>
                <a:lnTo>
                  <a:pt x="435" y="828"/>
                </a:lnTo>
                <a:lnTo>
                  <a:pt x="435" y="827"/>
                </a:lnTo>
                <a:lnTo>
                  <a:pt x="434" y="827"/>
                </a:lnTo>
                <a:lnTo>
                  <a:pt x="433" y="826"/>
                </a:lnTo>
                <a:lnTo>
                  <a:pt x="432" y="826"/>
                </a:lnTo>
                <a:lnTo>
                  <a:pt x="432" y="825"/>
                </a:lnTo>
                <a:lnTo>
                  <a:pt x="433" y="825"/>
                </a:lnTo>
                <a:lnTo>
                  <a:pt x="433" y="824"/>
                </a:lnTo>
                <a:lnTo>
                  <a:pt x="434" y="824"/>
                </a:lnTo>
                <a:lnTo>
                  <a:pt x="435" y="823"/>
                </a:lnTo>
                <a:lnTo>
                  <a:pt x="435" y="822"/>
                </a:lnTo>
                <a:lnTo>
                  <a:pt x="436" y="821"/>
                </a:lnTo>
                <a:lnTo>
                  <a:pt x="436" y="820"/>
                </a:lnTo>
                <a:lnTo>
                  <a:pt x="436" y="818"/>
                </a:lnTo>
                <a:lnTo>
                  <a:pt x="436" y="817"/>
                </a:lnTo>
                <a:lnTo>
                  <a:pt x="435" y="817"/>
                </a:lnTo>
                <a:lnTo>
                  <a:pt x="435" y="816"/>
                </a:lnTo>
                <a:lnTo>
                  <a:pt x="434" y="816"/>
                </a:lnTo>
                <a:lnTo>
                  <a:pt x="433" y="815"/>
                </a:lnTo>
                <a:lnTo>
                  <a:pt x="432" y="815"/>
                </a:lnTo>
                <a:lnTo>
                  <a:pt x="432" y="813"/>
                </a:lnTo>
                <a:lnTo>
                  <a:pt x="432" y="812"/>
                </a:lnTo>
                <a:lnTo>
                  <a:pt x="432" y="811"/>
                </a:lnTo>
                <a:lnTo>
                  <a:pt x="433" y="811"/>
                </a:lnTo>
                <a:lnTo>
                  <a:pt x="434" y="811"/>
                </a:lnTo>
                <a:lnTo>
                  <a:pt x="435" y="811"/>
                </a:lnTo>
                <a:lnTo>
                  <a:pt x="436" y="810"/>
                </a:lnTo>
                <a:lnTo>
                  <a:pt x="436" y="808"/>
                </a:lnTo>
                <a:lnTo>
                  <a:pt x="437" y="807"/>
                </a:lnTo>
                <a:lnTo>
                  <a:pt x="438" y="807"/>
                </a:lnTo>
                <a:lnTo>
                  <a:pt x="438" y="806"/>
                </a:lnTo>
                <a:lnTo>
                  <a:pt x="438" y="805"/>
                </a:lnTo>
                <a:lnTo>
                  <a:pt x="439" y="804"/>
                </a:lnTo>
                <a:lnTo>
                  <a:pt x="439" y="803"/>
                </a:lnTo>
                <a:lnTo>
                  <a:pt x="440" y="803"/>
                </a:lnTo>
                <a:lnTo>
                  <a:pt x="440" y="802"/>
                </a:lnTo>
                <a:lnTo>
                  <a:pt x="440" y="800"/>
                </a:lnTo>
                <a:lnTo>
                  <a:pt x="440" y="799"/>
                </a:lnTo>
                <a:lnTo>
                  <a:pt x="440" y="798"/>
                </a:lnTo>
                <a:lnTo>
                  <a:pt x="441" y="799"/>
                </a:lnTo>
                <a:lnTo>
                  <a:pt x="442" y="799"/>
                </a:lnTo>
                <a:lnTo>
                  <a:pt x="443" y="799"/>
                </a:lnTo>
                <a:lnTo>
                  <a:pt x="444" y="800"/>
                </a:lnTo>
                <a:lnTo>
                  <a:pt x="445" y="799"/>
                </a:lnTo>
                <a:lnTo>
                  <a:pt x="446" y="799"/>
                </a:lnTo>
                <a:lnTo>
                  <a:pt x="447" y="799"/>
                </a:lnTo>
                <a:lnTo>
                  <a:pt x="448" y="798"/>
                </a:lnTo>
                <a:lnTo>
                  <a:pt x="449" y="798"/>
                </a:lnTo>
                <a:lnTo>
                  <a:pt x="449" y="797"/>
                </a:lnTo>
                <a:lnTo>
                  <a:pt x="450" y="797"/>
                </a:lnTo>
                <a:lnTo>
                  <a:pt x="451" y="797"/>
                </a:lnTo>
                <a:lnTo>
                  <a:pt x="451" y="796"/>
                </a:lnTo>
                <a:lnTo>
                  <a:pt x="453" y="795"/>
                </a:lnTo>
                <a:lnTo>
                  <a:pt x="453" y="794"/>
                </a:lnTo>
                <a:lnTo>
                  <a:pt x="454" y="793"/>
                </a:lnTo>
                <a:lnTo>
                  <a:pt x="454" y="792"/>
                </a:lnTo>
                <a:lnTo>
                  <a:pt x="454" y="790"/>
                </a:lnTo>
                <a:lnTo>
                  <a:pt x="454" y="789"/>
                </a:lnTo>
                <a:lnTo>
                  <a:pt x="455" y="789"/>
                </a:lnTo>
                <a:lnTo>
                  <a:pt x="456" y="789"/>
                </a:lnTo>
                <a:lnTo>
                  <a:pt x="457" y="788"/>
                </a:lnTo>
                <a:lnTo>
                  <a:pt x="458" y="788"/>
                </a:lnTo>
                <a:lnTo>
                  <a:pt x="458" y="787"/>
                </a:lnTo>
                <a:lnTo>
                  <a:pt x="458" y="786"/>
                </a:lnTo>
                <a:lnTo>
                  <a:pt x="459" y="785"/>
                </a:lnTo>
                <a:lnTo>
                  <a:pt x="459" y="784"/>
                </a:lnTo>
                <a:lnTo>
                  <a:pt x="460" y="784"/>
                </a:lnTo>
                <a:lnTo>
                  <a:pt x="460" y="785"/>
                </a:lnTo>
                <a:lnTo>
                  <a:pt x="460" y="784"/>
                </a:lnTo>
                <a:lnTo>
                  <a:pt x="461" y="784"/>
                </a:lnTo>
                <a:lnTo>
                  <a:pt x="462" y="783"/>
                </a:lnTo>
                <a:lnTo>
                  <a:pt x="462" y="782"/>
                </a:lnTo>
                <a:lnTo>
                  <a:pt x="462" y="781"/>
                </a:lnTo>
                <a:lnTo>
                  <a:pt x="462" y="780"/>
                </a:lnTo>
                <a:lnTo>
                  <a:pt x="463" y="780"/>
                </a:lnTo>
                <a:lnTo>
                  <a:pt x="465" y="781"/>
                </a:lnTo>
                <a:lnTo>
                  <a:pt x="465" y="782"/>
                </a:lnTo>
                <a:lnTo>
                  <a:pt x="467" y="782"/>
                </a:lnTo>
                <a:lnTo>
                  <a:pt x="468" y="783"/>
                </a:lnTo>
                <a:lnTo>
                  <a:pt x="469" y="784"/>
                </a:lnTo>
                <a:lnTo>
                  <a:pt x="470" y="784"/>
                </a:lnTo>
                <a:lnTo>
                  <a:pt x="470" y="783"/>
                </a:lnTo>
                <a:lnTo>
                  <a:pt x="469" y="782"/>
                </a:lnTo>
                <a:lnTo>
                  <a:pt x="471" y="781"/>
                </a:lnTo>
                <a:lnTo>
                  <a:pt x="471" y="780"/>
                </a:lnTo>
                <a:lnTo>
                  <a:pt x="472" y="780"/>
                </a:lnTo>
                <a:lnTo>
                  <a:pt x="472" y="779"/>
                </a:lnTo>
                <a:lnTo>
                  <a:pt x="474" y="779"/>
                </a:lnTo>
                <a:lnTo>
                  <a:pt x="475" y="778"/>
                </a:lnTo>
                <a:lnTo>
                  <a:pt x="475" y="776"/>
                </a:lnTo>
                <a:lnTo>
                  <a:pt x="475" y="775"/>
                </a:lnTo>
                <a:lnTo>
                  <a:pt x="476" y="774"/>
                </a:lnTo>
                <a:lnTo>
                  <a:pt x="477" y="772"/>
                </a:lnTo>
                <a:lnTo>
                  <a:pt x="479" y="770"/>
                </a:lnTo>
                <a:lnTo>
                  <a:pt x="479" y="769"/>
                </a:lnTo>
                <a:lnTo>
                  <a:pt x="480" y="769"/>
                </a:lnTo>
                <a:lnTo>
                  <a:pt x="481" y="769"/>
                </a:lnTo>
                <a:lnTo>
                  <a:pt x="482" y="768"/>
                </a:lnTo>
                <a:lnTo>
                  <a:pt x="479" y="767"/>
                </a:lnTo>
                <a:lnTo>
                  <a:pt x="479" y="766"/>
                </a:lnTo>
                <a:lnTo>
                  <a:pt x="478" y="765"/>
                </a:lnTo>
                <a:lnTo>
                  <a:pt x="479" y="764"/>
                </a:lnTo>
                <a:lnTo>
                  <a:pt x="479" y="763"/>
                </a:lnTo>
                <a:lnTo>
                  <a:pt x="478" y="762"/>
                </a:lnTo>
                <a:lnTo>
                  <a:pt x="476" y="764"/>
                </a:lnTo>
                <a:lnTo>
                  <a:pt x="475" y="765"/>
                </a:lnTo>
                <a:lnTo>
                  <a:pt x="475" y="766"/>
                </a:lnTo>
                <a:lnTo>
                  <a:pt x="471" y="768"/>
                </a:lnTo>
                <a:lnTo>
                  <a:pt x="470" y="767"/>
                </a:lnTo>
                <a:lnTo>
                  <a:pt x="471" y="766"/>
                </a:lnTo>
                <a:lnTo>
                  <a:pt x="473" y="765"/>
                </a:lnTo>
                <a:lnTo>
                  <a:pt x="474" y="765"/>
                </a:lnTo>
                <a:lnTo>
                  <a:pt x="474" y="764"/>
                </a:lnTo>
                <a:lnTo>
                  <a:pt x="476" y="762"/>
                </a:lnTo>
                <a:lnTo>
                  <a:pt x="478" y="760"/>
                </a:lnTo>
                <a:lnTo>
                  <a:pt x="478" y="759"/>
                </a:lnTo>
                <a:lnTo>
                  <a:pt x="479" y="759"/>
                </a:lnTo>
                <a:lnTo>
                  <a:pt x="479" y="758"/>
                </a:lnTo>
                <a:lnTo>
                  <a:pt x="478" y="757"/>
                </a:lnTo>
                <a:lnTo>
                  <a:pt x="480" y="756"/>
                </a:lnTo>
                <a:lnTo>
                  <a:pt x="481" y="756"/>
                </a:lnTo>
                <a:lnTo>
                  <a:pt x="482" y="756"/>
                </a:lnTo>
                <a:lnTo>
                  <a:pt x="484" y="755"/>
                </a:lnTo>
                <a:lnTo>
                  <a:pt x="485" y="754"/>
                </a:lnTo>
                <a:lnTo>
                  <a:pt x="485" y="755"/>
                </a:lnTo>
                <a:lnTo>
                  <a:pt x="487" y="755"/>
                </a:lnTo>
                <a:lnTo>
                  <a:pt x="487" y="754"/>
                </a:lnTo>
                <a:lnTo>
                  <a:pt x="487" y="753"/>
                </a:lnTo>
                <a:lnTo>
                  <a:pt x="488" y="751"/>
                </a:lnTo>
                <a:lnTo>
                  <a:pt x="489" y="749"/>
                </a:lnTo>
                <a:lnTo>
                  <a:pt x="490" y="750"/>
                </a:lnTo>
                <a:lnTo>
                  <a:pt x="490" y="749"/>
                </a:lnTo>
                <a:lnTo>
                  <a:pt x="492" y="747"/>
                </a:lnTo>
                <a:lnTo>
                  <a:pt x="493" y="745"/>
                </a:lnTo>
                <a:lnTo>
                  <a:pt x="493" y="744"/>
                </a:lnTo>
                <a:lnTo>
                  <a:pt x="492" y="743"/>
                </a:lnTo>
                <a:lnTo>
                  <a:pt x="492" y="741"/>
                </a:lnTo>
                <a:lnTo>
                  <a:pt x="493" y="740"/>
                </a:lnTo>
                <a:lnTo>
                  <a:pt x="494" y="740"/>
                </a:lnTo>
                <a:lnTo>
                  <a:pt x="494" y="739"/>
                </a:lnTo>
                <a:lnTo>
                  <a:pt x="494" y="738"/>
                </a:lnTo>
                <a:lnTo>
                  <a:pt x="494" y="737"/>
                </a:lnTo>
                <a:lnTo>
                  <a:pt x="495" y="737"/>
                </a:lnTo>
                <a:lnTo>
                  <a:pt x="495" y="736"/>
                </a:lnTo>
                <a:lnTo>
                  <a:pt x="496" y="736"/>
                </a:lnTo>
                <a:lnTo>
                  <a:pt x="498" y="736"/>
                </a:lnTo>
                <a:lnTo>
                  <a:pt x="498" y="735"/>
                </a:lnTo>
                <a:lnTo>
                  <a:pt x="500" y="735"/>
                </a:lnTo>
                <a:lnTo>
                  <a:pt x="500" y="734"/>
                </a:lnTo>
                <a:lnTo>
                  <a:pt x="501" y="733"/>
                </a:lnTo>
                <a:lnTo>
                  <a:pt x="502" y="732"/>
                </a:lnTo>
                <a:lnTo>
                  <a:pt x="502" y="731"/>
                </a:lnTo>
                <a:lnTo>
                  <a:pt x="502" y="730"/>
                </a:lnTo>
                <a:lnTo>
                  <a:pt x="502" y="727"/>
                </a:lnTo>
                <a:lnTo>
                  <a:pt x="502" y="726"/>
                </a:lnTo>
                <a:lnTo>
                  <a:pt x="502" y="724"/>
                </a:lnTo>
                <a:lnTo>
                  <a:pt x="501" y="724"/>
                </a:lnTo>
                <a:lnTo>
                  <a:pt x="501" y="723"/>
                </a:lnTo>
                <a:lnTo>
                  <a:pt x="500" y="723"/>
                </a:lnTo>
                <a:lnTo>
                  <a:pt x="500" y="722"/>
                </a:lnTo>
                <a:lnTo>
                  <a:pt x="499" y="722"/>
                </a:lnTo>
                <a:lnTo>
                  <a:pt x="498" y="723"/>
                </a:lnTo>
                <a:lnTo>
                  <a:pt x="497" y="723"/>
                </a:lnTo>
                <a:lnTo>
                  <a:pt x="497" y="722"/>
                </a:lnTo>
                <a:lnTo>
                  <a:pt x="498" y="721"/>
                </a:lnTo>
                <a:lnTo>
                  <a:pt x="493" y="720"/>
                </a:lnTo>
                <a:lnTo>
                  <a:pt x="492" y="719"/>
                </a:lnTo>
                <a:lnTo>
                  <a:pt x="493" y="719"/>
                </a:lnTo>
                <a:lnTo>
                  <a:pt x="494" y="719"/>
                </a:lnTo>
                <a:lnTo>
                  <a:pt x="502" y="717"/>
                </a:lnTo>
                <a:lnTo>
                  <a:pt x="502" y="720"/>
                </a:lnTo>
                <a:lnTo>
                  <a:pt x="503" y="720"/>
                </a:lnTo>
                <a:lnTo>
                  <a:pt x="503" y="719"/>
                </a:lnTo>
                <a:lnTo>
                  <a:pt x="504" y="719"/>
                </a:lnTo>
                <a:lnTo>
                  <a:pt x="505" y="718"/>
                </a:lnTo>
                <a:lnTo>
                  <a:pt x="506" y="718"/>
                </a:lnTo>
                <a:lnTo>
                  <a:pt x="506" y="717"/>
                </a:lnTo>
                <a:lnTo>
                  <a:pt x="507" y="716"/>
                </a:lnTo>
                <a:lnTo>
                  <a:pt x="506" y="716"/>
                </a:lnTo>
                <a:lnTo>
                  <a:pt x="507" y="716"/>
                </a:lnTo>
                <a:lnTo>
                  <a:pt x="507" y="715"/>
                </a:lnTo>
                <a:lnTo>
                  <a:pt x="508" y="714"/>
                </a:lnTo>
                <a:lnTo>
                  <a:pt x="509" y="714"/>
                </a:lnTo>
                <a:lnTo>
                  <a:pt x="510" y="713"/>
                </a:lnTo>
                <a:lnTo>
                  <a:pt x="511" y="711"/>
                </a:lnTo>
                <a:lnTo>
                  <a:pt x="512" y="710"/>
                </a:lnTo>
                <a:lnTo>
                  <a:pt x="512" y="709"/>
                </a:lnTo>
                <a:lnTo>
                  <a:pt x="513" y="708"/>
                </a:lnTo>
                <a:lnTo>
                  <a:pt x="512" y="708"/>
                </a:lnTo>
                <a:lnTo>
                  <a:pt x="510" y="708"/>
                </a:lnTo>
                <a:lnTo>
                  <a:pt x="509" y="706"/>
                </a:lnTo>
                <a:lnTo>
                  <a:pt x="510" y="706"/>
                </a:lnTo>
                <a:lnTo>
                  <a:pt x="511" y="706"/>
                </a:lnTo>
                <a:lnTo>
                  <a:pt x="512" y="706"/>
                </a:lnTo>
                <a:lnTo>
                  <a:pt x="510" y="699"/>
                </a:lnTo>
                <a:lnTo>
                  <a:pt x="511" y="699"/>
                </a:lnTo>
                <a:lnTo>
                  <a:pt x="511" y="698"/>
                </a:lnTo>
                <a:lnTo>
                  <a:pt x="510" y="696"/>
                </a:lnTo>
                <a:lnTo>
                  <a:pt x="509" y="696"/>
                </a:lnTo>
                <a:lnTo>
                  <a:pt x="509" y="695"/>
                </a:lnTo>
                <a:lnTo>
                  <a:pt x="508" y="695"/>
                </a:lnTo>
                <a:lnTo>
                  <a:pt x="506" y="692"/>
                </a:lnTo>
                <a:lnTo>
                  <a:pt x="501" y="696"/>
                </a:lnTo>
                <a:lnTo>
                  <a:pt x="501" y="694"/>
                </a:lnTo>
                <a:lnTo>
                  <a:pt x="501" y="693"/>
                </a:lnTo>
                <a:lnTo>
                  <a:pt x="506" y="690"/>
                </a:lnTo>
                <a:lnTo>
                  <a:pt x="506" y="689"/>
                </a:lnTo>
                <a:lnTo>
                  <a:pt x="506" y="690"/>
                </a:lnTo>
                <a:lnTo>
                  <a:pt x="509" y="693"/>
                </a:lnTo>
                <a:lnTo>
                  <a:pt x="510" y="694"/>
                </a:lnTo>
                <a:lnTo>
                  <a:pt x="511" y="693"/>
                </a:lnTo>
                <a:lnTo>
                  <a:pt x="511" y="692"/>
                </a:lnTo>
                <a:lnTo>
                  <a:pt x="512" y="691"/>
                </a:lnTo>
                <a:lnTo>
                  <a:pt x="514" y="688"/>
                </a:lnTo>
                <a:lnTo>
                  <a:pt x="515" y="688"/>
                </a:lnTo>
                <a:lnTo>
                  <a:pt x="515" y="687"/>
                </a:lnTo>
                <a:lnTo>
                  <a:pt x="517" y="689"/>
                </a:lnTo>
                <a:lnTo>
                  <a:pt x="517" y="688"/>
                </a:lnTo>
                <a:lnTo>
                  <a:pt x="517" y="687"/>
                </a:lnTo>
                <a:lnTo>
                  <a:pt x="516" y="687"/>
                </a:lnTo>
                <a:lnTo>
                  <a:pt x="517" y="686"/>
                </a:lnTo>
                <a:lnTo>
                  <a:pt x="518" y="687"/>
                </a:lnTo>
                <a:lnTo>
                  <a:pt x="519" y="686"/>
                </a:lnTo>
                <a:lnTo>
                  <a:pt x="519" y="685"/>
                </a:lnTo>
                <a:lnTo>
                  <a:pt x="517" y="684"/>
                </a:lnTo>
                <a:lnTo>
                  <a:pt x="516" y="683"/>
                </a:lnTo>
                <a:lnTo>
                  <a:pt x="517" y="683"/>
                </a:lnTo>
                <a:lnTo>
                  <a:pt x="518" y="683"/>
                </a:lnTo>
                <a:lnTo>
                  <a:pt x="519" y="683"/>
                </a:lnTo>
                <a:lnTo>
                  <a:pt x="519" y="682"/>
                </a:lnTo>
                <a:lnTo>
                  <a:pt x="520" y="683"/>
                </a:lnTo>
                <a:lnTo>
                  <a:pt x="520" y="682"/>
                </a:lnTo>
                <a:lnTo>
                  <a:pt x="521" y="682"/>
                </a:lnTo>
                <a:lnTo>
                  <a:pt x="521" y="681"/>
                </a:lnTo>
                <a:lnTo>
                  <a:pt x="521" y="680"/>
                </a:lnTo>
                <a:lnTo>
                  <a:pt x="522" y="681"/>
                </a:lnTo>
                <a:lnTo>
                  <a:pt x="522" y="680"/>
                </a:lnTo>
                <a:lnTo>
                  <a:pt x="523" y="680"/>
                </a:lnTo>
                <a:lnTo>
                  <a:pt x="523" y="679"/>
                </a:lnTo>
                <a:lnTo>
                  <a:pt x="522" y="678"/>
                </a:lnTo>
                <a:lnTo>
                  <a:pt x="521" y="677"/>
                </a:lnTo>
                <a:lnTo>
                  <a:pt x="522" y="677"/>
                </a:lnTo>
                <a:lnTo>
                  <a:pt x="523" y="677"/>
                </a:lnTo>
                <a:lnTo>
                  <a:pt x="524" y="676"/>
                </a:lnTo>
                <a:lnTo>
                  <a:pt x="524" y="674"/>
                </a:lnTo>
                <a:lnTo>
                  <a:pt x="523" y="673"/>
                </a:lnTo>
                <a:lnTo>
                  <a:pt x="523" y="672"/>
                </a:lnTo>
                <a:lnTo>
                  <a:pt x="522" y="671"/>
                </a:lnTo>
                <a:lnTo>
                  <a:pt x="522" y="670"/>
                </a:lnTo>
                <a:lnTo>
                  <a:pt x="522" y="669"/>
                </a:lnTo>
                <a:lnTo>
                  <a:pt x="521" y="669"/>
                </a:lnTo>
                <a:lnTo>
                  <a:pt x="521" y="668"/>
                </a:lnTo>
                <a:lnTo>
                  <a:pt x="522" y="668"/>
                </a:lnTo>
                <a:lnTo>
                  <a:pt x="522" y="667"/>
                </a:lnTo>
                <a:lnTo>
                  <a:pt x="523" y="667"/>
                </a:lnTo>
                <a:lnTo>
                  <a:pt x="523" y="668"/>
                </a:lnTo>
                <a:lnTo>
                  <a:pt x="524" y="668"/>
                </a:lnTo>
                <a:lnTo>
                  <a:pt x="524" y="667"/>
                </a:lnTo>
                <a:lnTo>
                  <a:pt x="526" y="667"/>
                </a:lnTo>
                <a:lnTo>
                  <a:pt x="526" y="666"/>
                </a:lnTo>
                <a:lnTo>
                  <a:pt x="526" y="665"/>
                </a:lnTo>
                <a:lnTo>
                  <a:pt x="528" y="662"/>
                </a:lnTo>
                <a:lnTo>
                  <a:pt x="529" y="661"/>
                </a:lnTo>
                <a:lnTo>
                  <a:pt x="528" y="661"/>
                </a:lnTo>
                <a:lnTo>
                  <a:pt x="528" y="660"/>
                </a:lnTo>
                <a:lnTo>
                  <a:pt x="527" y="660"/>
                </a:lnTo>
                <a:lnTo>
                  <a:pt x="527" y="659"/>
                </a:lnTo>
                <a:lnTo>
                  <a:pt x="528" y="659"/>
                </a:lnTo>
                <a:lnTo>
                  <a:pt x="529" y="656"/>
                </a:lnTo>
                <a:lnTo>
                  <a:pt x="530" y="656"/>
                </a:lnTo>
                <a:lnTo>
                  <a:pt x="530" y="655"/>
                </a:lnTo>
                <a:lnTo>
                  <a:pt x="531" y="655"/>
                </a:lnTo>
                <a:lnTo>
                  <a:pt x="531" y="654"/>
                </a:lnTo>
                <a:lnTo>
                  <a:pt x="531" y="652"/>
                </a:lnTo>
                <a:lnTo>
                  <a:pt x="529" y="653"/>
                </a:lnTo>
                <a:lnTo>
                  <a:pt x="527" y="653"/>
                </a:lnTo>
                <a:lnTo>
                  <a:pt x="527" y="652"/>
                </a:lnTo>
                <a:lnTo>
                  <a:pt x="528" y="652"/>
                </a:lnTo>
                <a:lnTo>
                  <a:pt x="529" y="651"/>
                </a:lnTo>
                <a:lnTo>
                  <a:pt x="526" y="648"/>
                </a:lnTo>
                <a:lnTo>
                  <a:pt x="525" y="647"/>
                </a:lnTo>
                <a:lnTo>
                  <a:pt x="524" y="646"/>
                </a:lnTo>
                <a:lnTo>
                  <a:pt x="520" y="644"/>
                </a:lnTo>
                <a:lnTo>
                  <a:pt x="521" y="643"/>
                </a:lnTo>
                <a:lnTo>
                  <a:pt x="522" y="643"/>
                </a:lnTo>
                <a:lnTo>
                  <a:pt x="521" y="642"/>
                </a:lnTo>
                <a:lnTo>
                  <a:pt x="520" y="641"/>
                </a:lnTo>
                <a:lnTo>
                  <a:pt x="518" y="640"/>
                </a:lnTo>
                <a:lnTo>
                  <a:pt x="518" y="639"/>
                </a:lnTo>
                <a:lnTo>
                  <a:pt x="516" y="639"/>
                </a:lnTo>
                <a:lnTo>
                  <a:pt x="515" y="639"/>
                </a:lnTo>
                <a:lnTo>
                  <a:pt x="516" y="638"/>
                </a:lnTo>
                <a:lnTo>
                  <a:pt x="516" y="637"/>
                </a:lnTo>
                <a:lnTo>
                  <a:pt x="513" y="636"/>
                </a:lnTo>
                <a:lnTo>
                  <a:pt x="512" y="635"/>
                </a:lnTo>
                <a:lnTo>
                  <a:pt x="512" y="634"/>
                </a:lnTo>
                <a:lnTo>
                  <a:pt x="509" y="633"/>
                </a:lnTo>
                <a:lnTo>
                  <a:pt x="507" y="632"/>
                </a:lnTo>
                <a:lnTo>
                  <a:pt x="504" y="630"/>
                </a:lnTo>
                <a:lnTo>
                  <a:pt x="504" y="628"/>
                </a:lnTo>
                <a:lnTo>
                  <a:pt x="505" y="627"/>
                </a:lnTo>
                <a:lnTo>
                  <a:pt x="505" y="626"/>
                </a:lnTo>
                <a:lnTo>
                  <a:pt x="506" y="626"/>
                </a:lnTo>
                <a:lnTo>
                  <a:pt x="506" y="625"/>
                </a:lnTo>
                <a:lnTo>
                  <a:pt x="507" y="624"/>
                </a:lnTo>
                <a:lnTo>
                  <a:pt x="507" y="623"/>
                </a:lnTo>
                <a:lnTo>
                  <a:pt x="507" y="622"/>
                </a:lnTo>
                <a:lnTo>
                  <a:pt x="507" y="621"/>
                </a:lnTo>
                <a:lnTo>
                  <a:pt x="507" y="620"/>
                </a:lnTo>
                <a:lnTo>
                  <a:pt x="507" y="619"/>
                </a:lnTo>
                <a:lnTo>
                  <a:pt x="507" y="618"/>
                </a:lnTo>
                <a:lnTo>
                  <a:pt x="507" y="617"/>
                </a:lnTo>
                <a:lnTo>
                  <a:pt x="506" y="616"/>
                </a:lnTo>
                <a:lnTo>
                  <a:pt x="504" y="616"/>
                </a:lnTo>
                <a:lnTo>
                  <a:pt x="503" y="616"/>
                </a:lnTo>
                <a:lnTo>
                  <a:pt x="503" y="618"/>
                </a:lnTo>
                <a:lnTo>
                  <a:pt x="502" y="619"/>
                </a:lnTo>
                <a:lnTo>
                  <a:pt x="501" y="619"/>
                </a:lnTo>
                <a:lnTo>
                  <a:pt x="500" y="620"/>
                </a:lnTo>
                <a:lnTo>
                  <a:pt x="499" y="620"/>
                </a:lnTo>
                <a:lnTo>
                  <a:pt x="497" y="620"/>
                </a:lnTo>
                <a:lnTo>
                  <a:pt x="494" y="621"/>
                </a:lnTo>
                <a:lnTo>
                  <a:pt x="493" y="621"/>
                </a:lnTo>
                <a:lnTo>
                  <a:pt x="492" y="622"/>
                </a:lnTo>
                <a:lnTo>
                  <a:pt x="491" y="623"/>
                </a:lnTo>
                <a:lnTo>
                  <a:pt x="490" y="621"/>
                </a:lnTo>
                <a:lnTo>
                  <a:pt x="489" y="619"/>
                </a:lnTo>
                <a:lnTo>
                  <a:pt x="490" y="619"/>
                </a:lnTo>
                <a:lnTo>
                  <a:pt x="491" y="619"/>
                </a:lnTo>
                <a:lnTo>
                  <a:pt x="491" y="618"/>
                </a:lnTo>
                <a:lnTo>
                  <a:pt x="492" y="618"/>
                </a:lnTo>
                <a:lnTo>
                  <a:pt x="492" y="617"/>
                </a:lnTo>
                <a:lnTo>
                  <a:pt x="491" y="617"/>
                </a:lnTo>
                <a:lnTo>
                  <a:pt x="490" y="617"/>
                </a:lnTo>
                <a:lnTo>
                  <a:pt x="490" y="618"/>
                </a:lnTo>
                <a:lnTo>
                  <a:pt x="489" y="618"/>
                </a:lnTo>
                <a:lnTo>
                  <a:pt x="491" y="613"/>
                </a:lnTo>
                <a:lnTo>
                  <a:pt x="490" y="612"/>
                </a:lnTo>
                <a:lnTo>
                  <a:pt x="487" y="618"/>
                </a:lnTo>
                <a:lnTo>
                  <a:pt x="488" y="618"/>
                </a:lnTo>
                <a:lnTo>
                  <a:pt x="488" y="620"/>
                </a:lnTo>
                <a:lnTo>
                  <a:pt x="482" y="618"/>
                </a:lnTo>
                <a:lnTo>
                  <a:pt x="481" y="617"/>
                </a:lnTo>
                <a:lnTo>
                  <a:pt x="480" y="617"/>
                </a:lnTo>
                <a:lnTo>
                  <a:pt x="478" y="616"/>
                </a:lnTo>
                <a:lnTo>
                  <a:pt x="480" y="609"/>
                </a:lnTo>
                <a:lnTo>
                  <a:pt x="478" y="608"/>
                </a:lnTo>
                <a:lnTo>
                  <a:pt x="476" y="611"/>
                </a:lnTo>
                <a:lnTo>
                  <a:pt x="477" y="607"/>
                </a:lnTo>
                <a:lnTo>
                  <a:pt x="476" y="607"/>
                </a:lnTo>
                <a:lnTo>
                  <a:pt x="475" y="607"/>
                </a:lnTo>
                <a:lnTo>
                  <a:pt x="473" y="605"/>
                </a:lnTo>
                <a:lnTo>
                  <a:pt x="474" y="604"/>
                </a:lnTo>
                <a:lnTo>
                  <a:pt x="474" y="603"/>
                </a:lnTo>
                <a:lnTo>
                  <a:pt x="472" y="602"/>
                </a:lnTo>
                <a:lnTo>
                  <a:pt x="471" y="602"/>
                </a:lnTo>
                <a:lnTo>
                  <a:pt x="470" y="601"/>
                </a:lnTo>
                <a:lnTo>
                  <a:pt x="471" y="600"/>
                </a:lnTo>
                <a:lnTo>
                  <a:pt x="471" y="599"/>
                </a:lnTo>
                <a:lnTo>
                  <a:pt x="471" y="597"/>
                </a:lnTo>
                <a:lnTo>
                  <a:pt x="471" y="596"/>
                </a:lnTo>
                <a:lnTo>
                  <a:pt x="470" y="596"/>
                </a:lnTo>
                <a:lnTo>
                  <a:pt x="469" y="596"/>
                </a:lnTo>
                <a:lnTo>
                  <a:pt x="469" y="595"/>
                </a:lnTo>
                <a:lnTo>
                  <a:pt x="468" y="594"/>
                </a:lnTo>
                <a:lnTo>
                  <a:pt x="467" y="594"/>
                </a:lnTo>
                <a:lnTo>
                  <a:pt x="467" y="593"/>
                </a:lnTo>
                <a:lnTo>
                  <a:pt x="468" y="593"/>
                </a:lnTo>
                <a:lnTo>
                  <a:pt x="469" y="593"/>
                </a:lnTo>
                <a:lnTo>
                  <a:pt x="469" y="592"/>
                </a:lnTo>
                <a:lnTo>
                  <a:pt x="469" y="593"/>
                </a:lnTo>
                <a:lnTo>
                  <a:pt x="470" y="592"/>
                </a:lnTo>
                <a:lnTo>
                  <a:pt x="469" y="590"/>
                </a:lnTo>
                <a:lnTo>
                  <a:pt x="467" y="590"/>
                </a:lnTo>
                <a:lnTo>
                  <a:pt x="465" y="590"/>
                </a:lnTo>
                <a:lnTo>
                  <a:pt x="463" y="591"/>
                </a:lnTo>
                <a:lnTo>
                  <a:pt x="462" y="593"/>
                </a:lnTo>
                <a:lnTo>
                  <a:pt x="463" y="593"/>
                </a:lnTo>
                <a:lnTo>
                  <a:pt x="463" y="594"/>
                </a:lnTo>
                <a:lnTo>
                  <a:pt x="463" y="595"/>
                </a:lnTo>
                <a:lnTo>
                  <a:pt x="464" y="595"/>
                </a:lnTo>
                <a:lnTo>
                  <a:pt x="466" y="595"/>
                </a:lnTo>
                <a:lnTo>
                  <a:pt x="467" y="595"/>
                </a:lnTo>
                <a:lnTo>
                  <a:pt x="466" y="596"/>
                </a:lnTo>
                <a:lnTo>
                  <a:pt x="462" y="597"/>
                </a:lnTo>
                <a:lnTo>
                  <a:pt x="461" y="596"/>
                </a:lnTo>
                <a:lnTo>
                  <a:pt x="460" y="596"/>
                </a:lnTo>
                <a:lnTo>
                  <a:pt x="459" y="596"/>
                </a:lnTo>
                <a:lnTo>
                  <a:pt x="458" y="596"/>
                </a:lnTo>
                <a:lnTo>
                  <a:pt x="457" y="595"/>
                </a:lnTo>
                <a:lnTo>
                  <a:pt x="457" y="594"/>
                </a:lnTo>
                <a:lnTo>
                  <a:pt x="456" y="595"/>
                </a:lnTo>
                <a:lnTo>
                  <a:pt x="455" y="594"/>
                </a:lnTo>
                <a:lnTo>
                  <a:pt x="455" y="593"/>
                </a:lnTo>
                <a:lnTo>
                  <a:pt x="454" y="593"/>
                </a:lnTo>
                <a:lnTo>
                  <a:pt x="454" y="592"/>
                </a:lnTo>
                <a:lnTo>
                  <a:pt x="455" y="591"/>
                </a:lnTo>
                <a:lnTo>
                  <a:pt x="453" y="588"/>
                </a:lnTo>
                <a:lnTo>
                  <a:pt x="452" y="588"/>
                </a:lnTo>
                <a:lnTo>
                  <a:pt x="452" y="587"/>
                </a:lnTo>
                <a:lnTo>
                  <a:pt x="451" y="585"/>
                </a:lnTo>
                <a:lnTo>
                  <a:pt x="450" y="581"/>
                </a:lnTo>
                <a:lnTo>
                  <a:pt x="450" y="580"/>
                </a:lnTo>
                <a:lnTo>
                  <a:pt x="449" y="580"/>
                </a:lnTo>
                <a:lnTo>
                  <a:pt x="448" y="579"/>
                </a:lnTo>
                <a:lnTo>
                  <a:pt x="448" y="578"/>
                </a:lnTo>
                <a:lnTo>
                  <a:pt x="449" y="577"/>
                </a:lnTo>
                <a:lnTo>
                  <a:pt x="449" y="576"/>
                </a:lnTo>
                <a:lnTo>
                  <a:pt x="449" y="575"/>
                </a:lnTo>
                <a:lnTo>
                  <a:pt x="448" y="574"/>
                </a:lnTo>
                <a:lnTo>
                  <a:pt x="447" y="574"/>
                </a:lnTo>
                <a:lnTo>
                  <a:pt x="447" y="573"/>
                </a:lnTo>
                <a:lnTo>
                  <a:pt x="446" y="573"/>
                </a:lnTo>
                <a:lnTo>
                  <a:pt x="446" y="570"/>
                </a:lnTo>
                <a:lnTo>
                  <a:pt x="446" y="568"/>
                </a:lnTo>
                <a:lnTo>
                  <a:pt x="447" y="567"/>
                </a:lnTo>
                <a:lnTo>
                  <a:pt x="448" y="565"/>
                </a:lnTo>
                <a:lnTo>
                  <a:pt x="448" y="564"/>
                </a:lnTo>
                <a:lnTo>
                  <a:pt x="448" y="563"/>
                </a:lnTo>
                <a:lnTo>
                  <a:pt x="449" y="562"/>
                </a:lnTo>
                <a:lnTo>
                  <a:pt x="447" y="562"/>
                </a:lnTo>
                <a:lnTo>
                  <a:pt x="446" y="564"/>
                </a:lnTo>
                <a:lnTo>
                  <a:pt x="446" y="565"/>
                </a:lnTo>
                <a:lnTo>
                  <a:pt x="445" y="565"/>
                </a:lnTo>
                <a:lnTo>
                  <a:pt x="444" y="565"/>
                </a:lnTo>
                <a:lnTo>
                  <a:pt x="444" y="566"/>
                </a:lnTo>
                <a:lnTo>
                  <a:pt x="443" y="566"/>
                </a:lnTo>
                <a:lnTo>
                  <a:pt x="442" y="567"/>
                </a:lnTo>
                <a:lnTo>
                  <a:pt x="442" y="568"/>
                </a:lnTo>
                <a:lnTo>
                  <a:pt x="442" y="569"/>
                </a:lnTo>
                <a:lnTo>
                  <a:pt x="443" y="571"/>
                </a:lnTo>
                <a:lnTo>
                  <a:pt x="441" y="572"/>
                </a:lnTo>
                <a:lnTo>
                  <a:pt x="440" y="573"/>
                </a:lnTo>
                <a:lnTo>
                  <a:pt x="440" y="574"/>
                </a:lnTo>
                <a:lnTo>
                  <a:pt x="440" y="576"/>
                </a:lnTo>
                <a:lnTo>
                  <a:pt x="441" y="577"/>
                </a:lnTo>
                <a:lnTo>
                  <a:pt x="441" y="578"/>
                </a:lnTo>
                <a:lnTo>
                  <a:pt x="441" y="579"/>
                </a:lnTo>
                <a:lnTo>
                  <a:pt x="440" y="581"/>
                </a:lnTo>
                <a:lnTo>
                  <a:pt x="440" y="582"/>
                </a:lnTo>
                <a:lnTo>
                  <a:pt x="441" y="582"/>
                </a:lnTo>
                <a:lnTo>
                  <a:pt x="440" y="584"/>
                </a:lnTo>
                <a:lnTo>
                  <a:pt x="439" y="584"/>
                </a:lnTo>
                <a:lnTo>
                  <a:pt x="438" y="583"/>
                </a:lnTo>
                <a:lnTo>
                  <a:pt x="437" y="583"/>
                </a:lnTo>
                <a:lnTo>
                  <a:pt x="437" y="584"/>
                </a:lnTo>
                <a:lnTo>
                  <a:pt x="437" y="585"/>
                </a:lnTo>
                <a:lnTo>
                  <a:pt x="435" y="585"/>
                </a:lnTo>
                <a:lnTo>
                  <a:pt x="435" y="584"/>
                </a:lnTo>
                <a:lnTo>
                  <a:pt x="435" y="583"/>
                </a:lnTo>
                <a:lnTo>
                  <a:pt x="435" y="582"/>
                </a:lnTo>
                <a:lnTo>
                  <a:pt x="433" y="582"/>
                </a:lnTo>
                <a:lnTo>
                  <a:pt x="432" y="583"/>
                </a:lnTo>
                <a:lnTo>
                  <a:pt x="432" y="584"/>
                </a:lnTo>
                <a:lnTo>
                  <a:pt x="431" y="585"/>
                </a:lnTo>
                <a:lnTo>
                  <a:pt x="431" y="586"/>
                </a:lnTo>
                <a:lnTo>
                  <a:pt x="433" y="587"/>
                </a:lnTo>
                <a:lnTo>
                  <a:pt x="434" y="585"/>
                </a:lnTo>
                <a:lnTo>
                  <a:pt x="434" y="584"/>
                </a:lnTo>
                <a:lnTo>
                  <a:pt x="435" y="584"/>
                </a:lnTo>
                <a:lnTo>
                  <a:pt x="435" y="585"/>
                </a:lnTo>
                <a:lnTo>
                  <a:pt x="436" y="585"/>
                </a:lnTo>
                <a:lnTo>
                  <a:pt x="438" y="586"/>
                </a:lnTo>
                <a:lnTo>
                  <a:pt x="437" y="588"/>
                </a:lnTo>
                <a:lnTo>
                  <a:pt x="436" y="588"/>
                </a:lnTo>
                <a:lnTo>
                  <a:pt x="435" y="588"/>
                </a:lnTo>
                <a:lnTo>
                  <a:pt x="436" y="589"/>
                </a:lnTo>
                <a:lnTo>
                  <a:pt x="435" y="590"/>
                </a:lnTo>
                <a:lnTo>
                  <a:pt x="435" y="593"/>
                </a:lnTo>
                <a:lnTo>
                  <a:pt x="434" y="593"/>
                </a:lnTo>
                <a:lnTo>
                  <a:pt x="433" y="594"/>
                </a:lnTo>
                <a:lnTo>
                  <a:pt x="432" y="594"/>
                </a:lnTo>
                <a:lnTo>
                  <a:pt x="432" y="593"/>
                </a:lnTo>
                <a:lnTo>
                  <a:pt x="432" y="592"/>
                </a:lnTo>
                <a:lnTo>
                  <a:pt x="432" y="593"/>
                </a:lnTo>
                <a:lnTo>
                  <a:pt x="430" y="593"/>
                </a:lnTo>
                <a:lnTo>
                  <a:pt x="430" y="594"/>
                </a:lnTo>
                <a:lnTo>
                  <a:pt x="429" y="594"/>
                </a:lnTo>
                <a:lnTo>
                  <a:pt x="429" y="593"/>
                </a:lnTo>
                <a:lnTo>
                  <a:pt x="428" y="592"/>
                </a:lnTo>
                <a:lnTo>
                  <a:pt x="428" y="591"/>
                </a:lnTo>
                <a:lnTo>
                  <a:pt x="428" y="590"/>
                </a:lnTo>
                <a:lnTo>
                  <a:pt x="428" y="589"/>
                </a:lnTo>
                <a:lnTo>
                  <a:pt x="428" y="590"/>
                </a:lnTo>
                <a:lnTo>
                  <a:pt x="428" y="591"/>
                </a:lnTo>
                <a:lnTo>
                  <a:pt x="428" y="594"/>
                </a:lnTo>
                <a:lnTo>
                  <a:pt x="429" y="596"/>
                </a:lnTo>
                <a:lnTo>
                  <a:pt x="430" y="597"/>
                </a:lnTo>
                <a:lnTo>
                  <a:pt x="428" y="597"/>
                </a:lnTo>
                <a:lnTo>
                  <a:pt x="428" y="596"/>
                </a:lnTo>
                <a:lnTo>
                  <a:pt x="427" y="596"/>
                </a:lnTo>
                <a:lnTo>
                  <a:pt x="427" y="594"/>
                </a:lnTo>
                <a:lnTo>
                  <a:pt x="426" y="594"/>
                </a:lnTo>
                <a:lnTo>
                  <a:pt x="426" y="595"/>
                </a:lnTo>
                <a:lnTo>
                  <a:pt x="426" y="596"/>
                </a:lnTo>
                <a:lnTo>
                  <a:pt x="427" y="596"/>
                </a:lnTo>
                <a:lnTo>
                  <a:pt x="427" y="597"/>
                </a:lnTo>
                <a:lnTo>
                  <a:pt x="423" y="598"/>
                </a:lnTo>
                <a:lnTo>
                  <a:pt x="423" y="597"/>
                </a:lnTo>
                <a:lnTo>
                  <a:pt x="423" y="595"/>
                </a:lnTo>
                <a:lnTo>
                  <a:pt x="423" y="594"/>
                </a:lnTo>
                <a:lnTo>
                  <a:pt x="422" y="594"/>
                </a:lnTo>
                <a:lnTo>
                  <a:pt x="421" y="594"/>
                </a:lnTo>
                <a:lnTo>
                  <a:pt x="421" y="595"/>
                </a:lnTo>
                <a:lnTo>
                  <a:pt x="422" y="595"/>
                </a:lnTo>
                <a:lnTo>
                  <a:pt x="422" y="598"/>
                </a:lnTo>
                <a:lnTo>
                  <a:pt x="421" y="598"/>
                </a:lnTo>
                <a:lnTo>
                  <a:pt x="421" y="595"/>
                </a:lnTo>
                <a:lnTo>
                  <a:pt x="420" y="595"/>
                </a:lnTo>
                <a:lnTo>
                  <a:pt x="419" y="595"/>
                </a:lnTo>
                <a:lnTo>
                  <a:pt x="418" y="594"/>
                </a:lnTo>
                <a:lnTo>
                  <a:pt x="418" y="593"/>
                </a:lnTo>
                <a:lnTo>
                  <a:pt x="417" y="593"/>
                </a:lnTo>
                <a:lnTo>
                  <a:pt x="416" y="593"/>
                </a:lnTo>
                <a:lnTo>
                  <a:pt x="415" y="595"/>
                </a:lnTo>
                <a:lnTo>
                  <a:pt x="414" y="597"/>
                </a:lnTo>
                <a:lnTo>
                  <a:pt x="410" y="598"/>
                </a:lnTo>
                <a:lnTo>
                  <a:pt x="409" y="598"/>
                </a:lnTo>
                <a:lnTo>
                  <a:pt x="409" y="597"/>
                </a:lnTo>
                <a:lnTo>
                  <a:pt x="410" y="597"/>
                </a:lnTo>
                <a:lnTo>
                  <a:pt x="409" y="597"/>
                </a:lnTo>
                <a:lnTo>
                  <a:pt x="409" y="594"/>
                </a:lnTo>
                <a:lnTo>
                  <a:pt x="409" y="592"/>
                </a:lnTo>
                <a:lnTo>
                  <a:pt x="408" y="592"/>
                </a:lnTo>
                <a:lnTo>
                  <a:pt x="408" y="593"/>
                </a:lnTo>
                <a:lnTo>
                  <a:pt x="408" y="594"/>
                </a:lnTo>
                <a:lnTo>
                  <a:pt x="408" y="595"/>
                </a:lnTo>
                <a:lnTo>
                  <a:pt x="408" y="596"/>
                </a:lnTo>
                <a:lnTo>
                  <a:pt x="408" y="597"/>
                </a:lnTo>
                <a:lnTo>
                  <a:pt x="406" y="597"/>
                </a:lnTo>
                <a:lnTo>
                  <a:pt x="403" y="596"/>
                </a:lnTo>
                <a:lnTo>
                  <a:pt x="404" y="595"/>
                </a:lnTo>
                <a:lnTo>
                  <a:pt x="404" y="594"/>
                </a:lnTo>
                <a:lnTo>
                  <a:pt x="403" y="594"/>
                </a:lnTo>
                <a:lnTo>
                  <a:pt x="402" y="593"/>
                </a:lnTo>
                <a:lnTo>
                  <a:pt x="400" y="593"/>
                </a:lnTo>
                <a:lnTo>
                  <a:pt x="400" y="592"/>
                </a:lnTo>
                <a:lnTo>
                  <a:pt x="400" y="591"/>
                </a:lnTo>
                <a:lnTo>
                  <a:pt x="400" y="590"/>
                </a:lnTo>
                <a:lnTo>
                  <a:pt x="399" y="591"/>
                </a:lnTo>
                <a:lnTo>
                  <a:pt x="398" y="592"/>
                </a:lnTo>
                <a:lnTo>
                  <a:pt x="396" y="591"/>
                </a:lnTo>
                <a:lnTo>
                  <a:pt x="394" y="592"/>
                </a:lnTo>
                <a:lnTo>
                  <a:pt x="393" y="592"/>
                </a:lnTo>
                <a:lnTo>
                  <a:pt x="390" y="593"/>
                </a:lnTo>
                <a:lnTo>
                  <a:pt x="389" y="592"/>
                </a:lnTo>
                <a:lnTo>
                  <a:pt x="389" y="591"/>
                </a:lnTo>
                <a:lnTo>
                  <a:pt x="388" y="591"/>
                </a:lnTo>
                <a:lnTo>
                  <a:pt x="388" y="589"/>
                </a:lnTo>
                <a:lnTo>
                  <a:pt x="388" y="590"/>
                </a:lnTo>
                <a:lnTo>
                  <a:pt x="388" y="591"/>
                </a:lnTo>
                <a:lnTo>
                  <a:pt x="388" y="592"/>
                </a:lnTo>
                <a:lnTo>
                  <a:pt x="388" y="593"/>
                </a:lnTo>
                <a:lnTo>
                  <a:pt x="382" y="593"/>
                </a:lnTo>
                <a:lnTo>
                  <a:pt x="383" y="593"/>
                </a:lnTo>
                <a:lnTo>
                  <a:pt x="384" y="593"/>
                </a:lnTo>
                <a:lnTo>
                  <a:pt x="388" y="593"/>
                </a:lnTo>
                <a:lnTo>
                  <a:pt x="389" y="596"/>
                </a:lnTo>
                <a:lnTo>
                  <a:pt x="389" y="598"/>
                </a:lnTo>
                <a:lnTo>
                  <a:pt x="390" y="599"/>
                </a:lnTo>
                <a:lnTo>
                  <a:pt x="390" y="600"/>
                </a:lnTo>
                <a:lnTo>
                  <a:pt x="391" y="601"/>
                </a:lnTo>
                <a:lnTo>
                  <a:pt x="391" y="603"/>
                </a:lnTo>
                <a:lnTo>
                  <a:pt x="384" y="602"/>
                </a:lnTo>
                <a:lnTo>
                  <a:pt x="382" y="602"/>
                </a:lnTo>
                <a:lnTo>
                  <a:pt x="379" y="602"/>
                </a:lnTo>
                <a:lnTo>
                  <a:pt x="375" y="602"/>
                </a:lnTo>
                <a:lnTo>
                  <a:pt x="374" y="600"/>
                </a:lnTo>
                <a:lnTo>
                  <a:pt x="374" y="599"/>
                </a:lnTo>
                <a:lnTo>
                  <a:pt x="374" y="597"/>
                </a:lnTo>
                <a:lnTo>
                  <a:pt x="373" y="597"/>
                </a:lnTo>
                <a:lnTo>
                  <a:pt x="368" y="600"/>
                </a:lnTo>
                <a:lnTo>
                  <a:pt x="368" y="599"/>
                </a:lnTo>
                <a:lnTo>
                  <a:pt x="366" y="597"/>
                </a:lnTo>
                <a:lnTo>
                  <a:pt x="366" y="596"/>
                </a:lnTo>
                <a:lnTo>
                  <a:pt x="365" y="594"/>
                </a:lnTo>
                <a:lnTo>
                  <a:pt x="365" y="593"/>
                </a:lnTo>
                <a:lnTo>
                  <a:pt x="367" y="592"/>
                </a:lnTo>
                <a:lnTo>
                  <a:pt x="368" y="592"/>
                </a:lnTo>
                <a:lnTo>
                  <a:pt x="369" y="591"/>
                </a:lnTo>
                <a:lnTo>
                  <a:pt x="369" y="590"/>
                </a:lnTo>
                <a:lnTo>
                  <a:pt x="367" y="591"/>
                </a:lnTo>
                <a:lnTo>
                  <a:pt x="363" y="591"/>
                </a:lnTo>
                <a:lnTo>
                  <a:pt x="362" y="591"/>
                </a:lnTo>
                <a:lnTo>
                  <a:pt x="361" y="591"/>
                </a:lnTo>
                <a:lnTo>
                  <a:pt x="361" y="592"/>
                </a:lnTo>
                <a:lnTo>
                  <a:pt x="361" y="593"/>
                </a:lnTo>
                <a:lnTo>
                  <a:pt x="360" y="593"/>
                </a:lnTo>
                <a:lnTo>
                  <a:pt x="361" y="594"/>
                </a:lnTo>
                <a:lnTo>
                  <a:pt x="362" y="596"/>
                </a:lnTo>
                <a:lnTo>
                  <a:pt x="359" y="597"/>
                </a:lnTo>
                <a:lnTo>
                  <a:pt x="360" y="597"/>
                </a:lnTo>
                <a:lnTo>
                  <a:pt x="360" y="599"/>
                </a:lnTo>
                <a:lnTo>
                  <a:pt x="360" y="600"/>
                </a:lnTo>
                <a:lnTo>
                  <a:pt x="360" y="602"/>
                </a:lnTo>
                <a:lnTo>
                  <a:pt x="360" y="603"/>
                </a:lnTo>
                <a:lnTo>
                  <a:pt x="361" y="604"/>
                </a:lnTo>
                <a:lnTo>
                  <a:pt x="358" y="605"/>
                </a:lnTo>
                <a:lnTo>
                  <a:pt x="358" y="603"/>
                </a:lnTo>
                <a:lnTo>
                  <a:pt x="355" y="604"/>
                </a:lnTo>
                <a:lnTo>
                  <a:pt x="356" y="601"/>
                </a:lnTo>
                <a:lnTo>
                  <a:pt x="356" y="600"/>
                </a:lnTo>
                <a:lnTo>
                  <a:pt x="358" y="599"/>
                </a:lnTo>
                <a:lnTo>
                  <a:pt x="358" y="597"/>
                </a:lnTo>
                <a:lnTo>
                  <a:pt x="356" y="597"/>
                </a:lnTo>
                <a:lnTo>
                  <a:pt x="353" y="598"/>
                </a:lnTo>
                <a:lnTo>
                  <a:pt x="352" y="598"/>
                </a:lnTo>
                <a:lnTo>
                  <a:pt x="352" y="595"/>
                </a:lnTo>
                <a:lnTo>
                  <a:pt x="351" y="595"/>
                </a:lnTo>
                <a:lnTo>
                  <a:pt x="350" y="595"/>
                </a:lnTo>
                <a:lnTo>
                  <a:pt x="349" y="596"/>
                </a:lnTo>
                <a:lnTo>
                  <a:pt x="348" y="596"/>
                </a:lnTo>
                <a:lnTo>
                  <a:pt x="348" y="597"/>
                </a:lnTo>
                <a:lnTo>
                  <a:pt x="349" y="597"/>
                </a:lnTo>
                <a:lnTo>
                  <a:pt x="350" y="597"/>
                </a:lnTo>
                <a:lnTo>
                  <a:pt x="351" y="597"/>
                </a:lnTo>
                <a:lnTo>
                  <a:pt x="351" y="598"/>
                </a:lnTo>
                <a:lnTo>
                  <a:pt x="351" y="599"/>
                </a:lnTo>
                <a:lnTo>
                  <a:pt x="350" y="600"/>
                </a:lnTo>
                <a:lnTo>
                  <a:pt x="350" y="601"/>
                </a:lnTo>
                <a:lnTo>
                  <a:pt x="349" y="601"/>
                </a:lnTo>
                <a:lnTo>
                  <a:pt x="348" y="601"/>
                </a:lnTo>
                <a:lnTo>
                  <a:pt x="346" y="601"/>
                </a:lnTo>
                <a:lnTo>
                  <a:pt x="344" y="600"/>
                </a:lnTo>
                <a:lnTo>
                  <a:pt x="343" y="601"/>
                </a:lnTo>
                <a:lnTo>
                  <a:pt x="342" y="601"/>
                </a:lnTo>
                <a:lnTo>
                  <a:pt x="340" y="602"/>
                </a:lnTo>
                <a:lnTo>
                  <a:pt x="339" y="603"/>
                </a:lnTo>
                <a:lnTo>
                  <a:pt x="338" y="603"/>
                </a:lnTo>
                <a:lnTo>
                  <a:pt x="337" y="604"/>
                </a:lnTo>
                <a:lnTo>
                  <a:pt x="336" y="604"/>
                </a:lnTo>
                <a:lnTo>
                  <a:pt x="336" y="605"/>
                </a:lnTo>
                <a:lnTo>
                  <a:pt x="336" y="606"/>
                </a:lnTo>
                <a:lnTo>
                  <a:pt x="336" y="607"/>
                </a:lnTo>
                <a:lnTo>
                  <a:pt x="336" y="608"/>
                </a:lnTo>
                <a:lnTo>
                  <a:pt x="337" y="608"/>
                </a:lnTo>
                <a:lnTo>
                  <a:pt x="338" y="610"/>
                </a:lnTo>
                <a:lnTo>
                  <a:pt x="338" y="611"/>
                </a:lnTo>
                <a:lnTo>
                  <a:pt x="337" y="611"/>
                </a:lnTo>
                <a:lnTo>
                  <a:pt x="336" y="613"/>
                </a:lnTo>
                <a:lnTo>
                  <a:pt x="334" y="614"/>
                </a:lnTo>
                <a:lnTo>
                  <a:pt x="335" y="615"/>
                </a:lnTo>
                <a:lnTo>
                  <a:pt x="335" y="616"/>
                </a:lnTo>
                <a:lnTo>
                  <a:pt x="336" y="617"/>
                </a:lnTo>
                <a:lnTo>
                  <a:pt x="337" y="617"/>
                </a:lnTo>
                <a:lnTo>
                  <a:pt x="336" y="618"/>
                </a:lnTo>
                <a:lnTo>
                  <a:pt x="336" y="617"/>
                </a:lnTo>
                <a:lnTo>
                  <a:pt x="335" y="617"/>
                </a:lnTo>
                <a:lnTo>
                  <a:pt x="334" y="617"/>
                </a:lnTo>
                <a:lnTo>
                  <a:pt x="335" y="618"/>
                </a:lnTo>
                <a:lnTo>
                  <a:pt x="335" y="619"/>
                </a:lnTo>
                <a:lnTo>
                  <a:pt x="334" y="620"/>
                </a:lnTo>
                <a:lnTo>
                  <a:pt x="333" y="619"/>
                </a:lnTo>
                <a:lnTo>
                  <a:pt x="332" y="618"/>
                </a:lnTo>
                <a:lnTo>
                  <a:pt x="331" y="618"/>
                </a:lnTo>
                <a:lnTo>
                  <a:pt x="330" y="616"/>
                </a:lnTo>
                <a:lnTo>
                  <a:pt x="329" y="615"/>
                </a:lnTo>
                <a:lnTo>
                  <a:pt x="328" y="615"/>
                </a:lnTo>
                <a:lnTo>
                  <a:pt x="328" y="616"/>
                </a:lnTo>
                <a:lnTo>
                  <a:pt x="327" y="616"/>
                </a:lnTo>
                <a:lnTo>
                  <a:pt x="325" y="616"/>
                </a:lnTo>
                <a:lnTo>
                  <a:pt x="325" y="615"/>
                </a:lnTo>
                <a:lnTo>
                  <a:pt x="323" y="616"/>
                </a:lnTo>
                <a:lnTo>
                  <a:pt x="322" y="617"/>
                </a:lnTo>
                <a:lnTo>
                  <a:pt x="321" y="617"/>
                </a:lnTo>
                <a:lnTo>
                  <a:pt x="321" y="618"/>
                </a:lnTo>
                <a:lnTo>
                  <a:pt x="320" y="619"/>
                </a:lnTo>
                <a:lnTo>
                  <a:pt x="320" y="621"/>
                </a:lnTo>
                <a:lnTo>
                  <a:pt x="321" y="622"/>
                </a:lnTo>
                <a:lnTo>
                  <a:pt x="321" y="623"/>
                </a:lnTo>
                <a:lnTo>
                  <a:pt x="322" y="623"/>
                </a:lnTo>
                <a:lnTo>
                  <a:pt x="323" y="623"/>
                </a:lnTo>
                <a:lnTo>
                  <a:pt x="323" y="624"/>
                </a:lnTo>
                <a:lnTo>
                  <a:pt x="322" y="625"/>
                </a:lnTo>
                <a:lnTo>
                  <a:pt x="321" y="627"/>
                </a:lnTo>
                <a:lnTo>
                  <a:pt x="320" y="627"/>
                </a:lnTo>
                <a:lnTo>
                  <a:pt x="320" y="628"/>
                </a:lnTo>
                <a:lnTo>
                  <a:pt x="322" y="627"/>
                </a:lnTo>
                <a:lnTo>
                  <a:pt x="323" y="628"/>
                </a:lnTo>
                <a:lnTo>
                  <a:pt x="323" y="632"/>
                </a:lnTo>
                <a:lnTo>
                  <a:pt x="324" y="633"/>
                </a:lnTo>
                <a:lnTo>
                  <a:pt x="324" y="634"/>
                </a:lnTo>
                <a:lnTo>
                  <a:pt x="325" y="634"/>
                </a:lnTo>
                <a:lnTo>
                  <a:pt x="326" y="633"/>
                </a:lnTo>
                <a:lnTo>
                  <a:pt x="326" y="632"/>
                </a:lnTo>
                <a:lnTo>
                  <a:pt x="331" y="632"/>
                </a:lnTo>
                <a:lnTo>
                  <a:pt x="332" y="632"/>
                </a:lnTo>
                <a:lnTo>
                  <a:pt x="332" y="636"/>
                </a:lnTo>
                <a:lnTo>
                  <a:pt x="333" y="637"/>
                </a:lnTo>
                <a:lnTo>
                  <a:pt x="333" y="638"/>
                </a:lnTo>
                <a:lnTo>
                  <a:pt x="332" y="638"/>
                </a:lnTo>
                <a:lnTo>
                  <a:pt x="332" y="639"/>
                </a:lnTo>
                <a:lnTo>
                  <a:pt x="331" y="638"/>
                </a:lnTo>
                <a:lnTo>
                  <a:pt x="330" y="638"/>
                </a:lnTo>
                <a:lnTo>
                  <a:pt x="328" y="638"/>
                </a:lnTo>
                <a:lnTo>
                  <a:pt x="325" y="639"/>
                </a:lnTo>
                <a:lnTo>
                  <a:pt x="323" y="642"/>
                </a:lnTo>
                <a:lnTo>
                  <a:pt x="322" y="643"/>
                </a:lnTo>
                <a:lnTo>
                  <a:pt x="321" y="644"/>
                </a:lnTo>
                <a:lnTo>
                  <a:pt x="320" y="644"/>
                </a:lnTo>
                <a:lnTo>
                  <a:pt x="319" y="645"/>
                </a:lnTo>
                <a:lnTo>
                  <a:pt x="318" y="645"/>
                </a:lnTo>
                <a:lnTo>
                  <a:pt x="317" y="645"/>
                </a:lnTo>
                <a:lnTo>
                  <a:pt x="315" y="645"/>
                </a:lnTo>
                <a:lnTo>
                  <a:pt x="315" y="646"/>
                </a:lnTo>
                <a:lnTo>
                  <a:pt x="313" y="647"/>
                </a:lnTo>
                <a:lnTo>
                  <a:pt x="311" y="647"/>
                </a:lnTo>
                <a:lnTo>
                  <a:pt x="311" y="648"/>
                </a:lnTo>
                <a:lnTo>
                  <a:pt x="310" y="648"/>
                </a:lnTo>
                <a:lnTo>
                  <a:pt x="309" y="648"/>
                </a:lnTo>
                <a:lnTo>
                  <a:pt x="308" y="648"/>
                </a:lnTo>
                <a:lnTo>
                  <a:pt x="307" y="648"/>
                </a:lnTo>
                <a:lnTo>
                  <a:pt x="305" y="649"/>
                </a:lnTo>
                <a:lnTo>
                  <a:pt x="305" y="650"/>
                </a:lnTo>
                <a:lnTo>
                  <a:pt x="304" y="650"/>
                </a:lnTo>
                <a:lnTo>
                  <a:pt x="304" y="651"/>
                </a:lnTo>
                <a:lnTo>
                  <a:pt x="303" y="652"/>
                </a:lnTo>
                <a:lnTo>
                  <a:pt x="304" y="652"/>
                </a:lnTo>
                <a:lnTo>
                  <a:pt x="304" y="654"/>
                </a:lnTo>
                <a:lnTo>
                  <a:pt x="304" y="655"/>
                </a:lnTo>
                <a:lnTo>
                  <a:pt x="305" y="655"/>
                </a:lnTo>
                <a:lnTo>
                  <a:pt x="305" y="656"/>
                </a:lnTo>
                <a:lnTo>
                  <a:pt x="305" y="657"/>
                </a:lnTo>
                <a:lnTo>
                  <a:pt x="304" y="658"/>
                </a:lnTo>
                <a:lnTo>
                  <a:pt x="303" y="659"/>
                </a:lnTo>
                <a:lnTo>
                  <a:pt x="303" y="660"/>
                </a:lnTo>
                <a:lnTo>
                  <a:pt x="302" y="662"/>
                </a:lnTo>
                <a:lnTo>
                  <a:pt x="302" y="663"/>
                </a:lnTo>
                <a:lnTo>
                  <a:pt x="302" y="664"/>
                </a:lnTo>
                <a:lnTo>
                  <a:pt x="302" y="666"/>
                </a:lnTo>
                <a:lnTo>
                  <a:pt x="301" y="667"/>
                </a:lnTo>
                <a:lnTo>
                  <a:pt x="300" y="669"/>
                </a:lnTo>
                <a:lnTo>
                  <a:pt x="299" y="670"/>
                </a:lnTo>
                <a:lnTo>
                  <a:pt x="298" y="674"/>
                </a:lnTo>
                <a:lnTo>
                  <a:pt x="296" y="674"/>
                </a:lnTo>
                <a:lnTo>
                  <a:pt x="295" y="675"/>
                </a:lnTo>
                <a:lnTo>
                  <a:pt x="294" y="675"/>
                </a:lnTo>
                <a:lnTo>
                  <a:pt x="293" y="677"/>
                </a:lnTo>
                <a:lnTo>
                  <a:pt x="293" y="678"/>
                </a:lnTo>
                <a:lnTo>
                  <a:pt x="291" y="680"/>
                </a:lnTo>
                <a:lnTo>
                  <a:pt x="290" y="680"/>
                </a:lnTo>
                <a:lnTo>
                  <a:pt x="290" y="681"/>
                </a:lnTo>
                <a:lnTo>
                  <a:pt x="289" y="681"/>
                </a:lnTo>
                <a:lnTo>
                  <a:pt x="290" y="682"/>
                </a:lnTo>
                <a:lnTo>
                  <a:pt x="289" y="683"/>
                </a:lnTo>
                <a:lnTo>
                  <a:pt x="288" y="683"/>
                </a:lnTo>
                <a:lnTo>
                  <a:pt x="289" y="684"/>
                </a:lnTo>
                <a:lnTo>
                  <a:pt x="290" y="683"/>
                </a:lnTo>
                <a:lnTo>
                  <a:pt x="293" y="685"/>
                </a:lnTo>
                <a:lnTo>
                  <a:pt x="292" y="685"/>
                </a:lnTo>
                <a:lnTo>
                  <a:pt x="292" y="686"/>
                </a:lnTo>
                <a:lnTo>
                  <a:pt x="292" y="687"/>
                </a:lnTo>
                <a:lnTo>
                  <a:pt x="291" y="687"/>
                </a:lnTo>
                <a:lnTo>
                  <a:pt x="291" y="688"/>
                </a:lnTo>
                <a:lnTo>
                  <a:pt x="290" y="688"/>
                </a:lnTo>
                <a:lnTo>
                  <a:pt x="289" y="689"/>
                </a:lnTo>
                <a:lnTo>
                  <a:pt x="288" y="688"/>
                </a:lnTo>
                <a:lnTo>
                  <a:pt x="286" y="687"/>
                </a:lnTo>
                <a:lnTo>
                  <a:pt x="285" y="689"/>
                </a:lnTo>
                <a:lnTo>
                  <a:pt x="285" y="691"/>
                </a:lnTo>
                <a:lnTo>
                  <a:pt x="285" y="693"/>
                </a:lnTo>
                <a:lnTo>
                  <a:pt x="285" y="694"/>
                </a:lnTo>
                <a:lnTo>
                  <a:pt x="284" y="695"/>
                </a:lnTo>
                <a:lnTo>
                  <a:pt x="283" y="695"/>
                </a:lnTo>
                <a:lnTo>
                  <a:pt x="282" y="695"/>
                </a:lnTo>
                <a:lnTo>
                  <a:pt x="281" y="694"/>
                </a:lnTo>
                <a:lnTo>
                  <a:pt x="280" y="694"/>
                </a:lnTo>
                <a:lnTo>
                  <a:pt x="279" y="694"/>
                </a:lnTo>
                <a:lnTo>
                  <a:pt x="279" y="695"/>
                </a:lnTo>
                <a:lnTo>
                  <a:pt x="278" y="696"/>
                </a:lnTo>
                <a:lnTo>
                  <a:pt x="277" y="697"/>
                </a:lnTo>
                <a:lnTo>
                  <a:pt x="276" y="698"/>
                </a:lnTo>
                <a:lnTo>
                  <a:pt x="277" y="699"/>
                </a:lnTo>
                <a:lnTo>
                  <a:pt x="278" y="700"/>
                </a:lnTo>
                <a:lnTo>
                  <a:pt x="279" y="701"/>
                </a:lnTo>
                <a:lnTo>
                  <a:pt x="279" y="702"/>
                </a:lnTo>
                <a:lnTo>
                  <a:pt x="278" y="702"/>
                </a:lnTo>
                <a:lnTo>
                  <a:pt x="277" y="701"/>
                </a:lnTo>
                <a:lnTo>
                  <a:pt x="276" y="701"/>
                </a:lnTo>
                <a:lnTo>
                  <a:pt x="277" y="703"/>
                </a:lnTo>
                <a:lnTo>
                  <a:pt x="278" y="703"/>
                </a:lnTo>
                <a:lnTo>
                  <a:pt x="278" y="704"/>
                </a:lnTo>
                <a:lnTo>
                  <a:pt x="278" y="705"/>
                </a:lnTo>
                <a:lnTo>
                  <a:pt x="278" y="706"/>
                </a:lnTo>
                <a:lnTo>
                  <a:pt x="279" y="707"/>
                </a:lnTo>
                <a:lnTo>
                  <a:pt x="280" y="708"/>
                </a:lnTo>
                <a:lnTo>
                  <a:pt x="280" y="709"/>
                </a:lnTo>
                <a:lnTo>
                  <a:pt x="279" y="710"/>
                </a:lnTo>
                <a:lnTo>
                  <a:pt x="279" y="711"/>
                </a:lnTo>
                <a:lnTo>
                  <a:pt x="279" y="712"/>
                </a:lnTo>
                <a:lnTo>
                  <a:pt x="275" y="710"/>
                </a:lnTo>
                <a:lnTo>
                  <a:pt x="276" y="712"/>
                </a:lnTo>
                <a:lnTo>
                  <a:pt x="275" y="713"/>
                </a:lnTo>
                <a:lnTo>
                  <a:pt x="275" y="714"/>
                </a:lnTo>
                <a:lnTo>
                  <a:pt x="274" y="714"/>
                </a:lnTo>
                <a:lnTo>
                  <a:pt x="275" y="715"/>
                </a:lnTo>
                <a:lnTo>
                  <a:pt x="276" y="717"/>
                </a:lnTo>
                <a:lnTo>
                  <a:pt x="277" y="717"/>
                </a:lnTo>
                <a:lnTo>
                  <a:pt x="278" y="716"/>
                </a:lnTo>
                <a:lnTo>
                  <a:pt x="278" y="717"/>
                </a:lnTo>
                <a:lnTo>
                  <a:pt x="279" y="717"/>
                </a:lnTo>
                <a:lnTo>
                  <a:pt x="278" y="718"/>
                </a:lnTo>
                <a:lnTo>
                  <a:pt x="278" y="719"/>
                </a:lnTo>
                <a:lnTo>
                  <a:pt x="278" y="720"/>
                </a:lnTo>
                <a:lnTo>
                  <a:pt x="277" y="720"/>
                </a:lnTo>
                <a:lnTo>
                  <a:pt x="277" y="721"/>
                </a:lnTo>
                <a:lnTo>
                  <a:pt x="276" y="721"/>
                </a:lnTo>
                <a:lnTo>
                  <a:pt x="275" y="722"/>
                </a:lnTo>
                <a:lnTo>
                  <a:pt x="274" y="722"/>
                </a:lnTo>
                <a:lnTo>
                  <a:pt x="272" y="724"/>
                </a:lnTo>
                <a:lnTo>
                  <a:pt x="271" y="725"/>
                </a:lnTo>
                <a:lnTo>
                  <a:pt x="270" y="726"/>
                </a:lnTo>
                <a:lnTo>
                  <a:pt x="269" y="727"/>
                </a:lnTo>
                <a:lnTo>
                  <a:pt x="268" y="727"/>
                </a:lnTo>
                <a:lnTo>
                  <a:pt x="267" y="729"/>
                </a:lnTo>
                <a:lnTo>
                  <a:pt x="266" y="729"/>
                </a:lnTo>
                <a:lnTo>
                  <a:pt x="266" y="730"/>
                </a:lnTo>
                <a:lnTo>
                  <a:pt x="266" y="732"/>
                </a:lnTo>
                <a:lnTo>
                  <a:pt x="267" y="734"/>
                </a:lnTo>
                <a:lnTo>
                  <a:pt x="268" y="736"/>
                </a:lnTo>
                <a:lnTo>
                  <a:pt x="268" y="737"/>
                </a:lnTo>
                <a:lnTo>
                  <a:pt x="269" y="737"/>
                </a:lnTo>
                <a:lnTo>
                  <a:pt x="269" y="738"/>
                </a:lnTo>
                <a:lnTo>
                  <a:pt x="270" y="738"/>
                </a:lnTo>
                <a:lnTo>
                  <a:pt x="270" y="740"/>
                </a:lnTo>
                <a:lnTo>
                  <a:pt x="271" y="742"/>
                </a:lnTo>
                <a:lnTo>
                  <a:pt x="269" y="743"/>
                </a:lnTo>
                <a:lnTo>
                  <a:pt x="270" y="744"/>
                </a:lnTo>
                <a:lnTo>
                  <a:pt x="270" y="745"/>
                </a:lnTo>
                <a:lnTo>
                  <a:pt x="269" y="745"/>
                </a:lnTo>
                <a:lnTo>
                  <a:pt x="269" y="746"/>
                </a:lnTo>
                <a:lnTo>
                  <a:pt x="269" y="747"/>
                </a:lnTo>
                <a:lnTo>
                  <a:pt x="269" y="748"/>
                </a:lnTo>
                <a:lnTo>
                  <a:pt x="269" y="749"/>
                </a:lnTo>
                <a:lnTo>
                  <a:pt x="268" y="750"/>
                </a:lnTo>
                <a:lnTo>
                  <a:pt x="268" y="749"/>
                </a:lnTo>
                <a:lnTo>
                  <a:pt x="267" y="749"/>
                </a:lnTo>
                <a:lnTo>
                  <a:pt x="266" y="750"/>
                </a:lnTo>
                <a:lnTo>
                  <a:pt x="267" y="750"/>
                </a:lnTo>
                <a:lnTo>
                  <a:pt x="266" y="751"/>
                </a:lnTo>
                <a:lnTo>
                  <a:pt x="265" y="752"/>
                </a:lnTo>
                <a:lnTo>
                  <a:pt x="265" y="753"/>
                </a:lnTo>
                <a:lnTo>
                  <a:pt x="264" y="754"/>
                </a:lnTo>
                <a:lnTo>
                  <a:pt x="263" y="755"/>
                </a:lnTo>
                <a:lnTo>
                  <a:pt x="263" y="756"/>
                </a:lnTo>
                <a:lnTo>
                  <a:pt x="262" y="757"/>
                </a:lnTo>
                <a:lnTo>
                  <a:pt x="262" y="758"/>
                </a:lnTo>
                <a:lnTo>
                  <a:pt x="261" y="758"/>
                </a:lnTo>
                <a:lnTo>
                  <a:pt x="258" y="759"/>
                </a:lnTo>
                <a:lnTo>
                  <a:pt x="257" y="759"/>
                </a:lnTo>
                <a:lnTo>
                  <a:pt x="256" y="758"/>
                </a:lnTo>
                <a:lnTo>
                  <a:pt x="255" y="759"/>
                </a:lnTo>
                <a:lnTo>
                  <a:pt x="253" y="759"/>
                </a:lnTo>
                <a:lnTo>
                  <a:pt x="252" y="759"/>
                </a:lnTo>
                <a:lnTo>
                  <a:pt x="251" y="759"/>
                </a:lnTo>
                <a:lnTo>
                  <a:pt x="250" y="760"/>
                </a:lnTo>
                <a:lnTo>
                  <a:pt x="249" y="760"/>
                </a:lnTo>
                <a:lnTo>
                  <a:pt x="248" y="761"/>
                </a:lnTo>
                <a:lnTo>
                  <a:pt x="246" y="762"/>
                </a:lnTo>
                <a:lnTo>
                  <a:pt x="245" y="762"/>
                </a:lnTo>
                <a:lnTo>
                  <a:pt x="243" y="763"/>
                </a:lnTo>
                <a:lnTo>
                  <a:pt x="242" y="763"/>
                </a:lnTo>
                <a:lnTo>
                  <a:pt x="240" y="764"/>
                </a:lnTo>
                <a:lnTo>
                  <a:pt x="240" y="765"/>
                </a:lnTo>
                <a:lnTo>
                  <a:pt x="241" y="765"/>
                </a:lnTo>
                <a:lnTo>
                  <a:pt x="240" y="767"/>
                </a:lnTo>
                <a:lnTo>
                  <a:pt x="239" y="768"/>
                </a:lnTo>
                <a:lnTo>
                  <a:pt x="239" y="769"/>
                </a:lnTo>
                <a:lnTo>
                  <a:pt x="238" y="770"/>
                </a:lnTo>
                <a:lnTo>
                  <a:pt x="237" y="770"/>
                </a:lnTo>
                <a:lnTo>
                  <a:pt x="237" y="771"/>
                </a:lnTo>
                <a:lnTo>
                  <a:pt x="236" y="771"/>
                </a:lnTo>
                <a:lnTo>
                  <a:pt x="235" y="771"/>
                </a:lnTo>
                <a:lnTo>
                  <a:pt x="235" y="772"/>
                </a:lnTo>
                <a:lnTo>
                  <a:pt x="234" y="772"/>
                </a:lnTo>
                <a:lnTo>
                  <a:pt x="233" y="772"/>
                </a:lnTo>
                <a:lnTo>
                  <a:pt x="233" y="773"/>
                </a:lnTo>
                <a:lnTo>
                  <a:pt x="232" y="774"/>
                </a:lnTo>
                <a:lnTo>
                  <a:pt x="230" y="775"/>
                </a:lnTo>
                <a:lnTo>
                  <a:pt x="230" y="774"/>
                </a:lnTo>
                <a:lnTo>
                  <a:pt x="229" y="775"/>
                </a:lnTo>
                <a:lnTo>
                  <a:pt x="229" y="776"/>
                </a:lnTo>
                <a:lnTo>
                  <a:pt x="229" y="777"/>
                </a:lnTo>
                <a:lnTo>
                  <a:pt x="228" y="777"/>
                </a:lnTo>
                <a:lnTo>
                  <a:pt x="227" y="777"/>
                </a:lnTo>
                <a:lnTo>
                  <a:pt x="227" y="778"/>
                </a:lnTo>
                <a:lnTo>
                  <a:pt x="226" y="778"/>
                </a:lnTo>
                <a:lnTo>
                  <a:pt x="225" y="779"/>
                </a:lnTo>
                <a:lnTo>
                  <a:pt x="224" y="780"/>
                </a:lnTo>
                <a:lnTo>
                  <a:pt x="223" y="780"/>
                </a:lnTo>
                <a:lnTo>
                  <a:pt x="222" y="780"/>
                </a:lnTo>
                <a:lnTo>
                  <a:pt x="222" y="781"/>
                </a:lnTo>
                <a:lnTo>
                  <a:pt x="221" y="781"/>
                </a:lnTo>
                <a:lnTo>
                  <a:pt x="221" y="782"/>
                </a:lnTo>
                <a:lnTo>
                  <a:pt x="220" y="782"/>
                </a:lnTo>
                <a:lnTo>
                  <a:pt x="219" y="783"/>
                </a:lnTo>
                <a:lnTo>
                  <a:pt x="216" y="784"/>
                </a:lnTo>
                <a:lnTo>
                  <a:pt x="215" y="785"/>
                </a:lnTo>
                <a:lnTo>
                  <a:pt x="211" y="787"/>
                </a:lnTo>
                <a:lnTo>
                  <a:pt x="208" y="789"/>
                </a:lnTo>
                <a:lnTo>
                  <a:pt x="207" y="789"/>
                </a:lnTo>
                <a:lnTo>
                  <a:pt x="205" y="790"/>
                </a:lnTo>
                <a:lnTo>
                  <a:pt x="204" y="791"/>
                </a:lnTo>
                <a:lnTo>
                  <a:pt x="203" y="791"/>
                </a:lnTo>
                <a:lnTo>
                  <a:pt x="202" y="791"/>
                </a:lnTo>
                <a:lnTo>
                  <a:pt x="202" y="792"/>
                </a:lnTo>
                <a:lnTo>
                  <a:pt x="203" y="793"/>
                </a:lnTo>
                <a:lnTo>
                  <a:pt x="202" y="793"/>
                </a:lnTo>
                <a:lnTo>
                  <a:pt x="202" y="794"/>
                </a:lnTo>
                <a:lnTo>
                  <a:pt x="201" y="794"/>
                </a:lnTo>
                <a:lnTo>
                  <a:pt x="201" y="793"/>
                </a:lnTo>
                <a:lnTo>
                  <a:pt x="200" y="793"/>
                </a:lnTo>
                <a:lnTo>
                  <a:pt x="199" y="793"/>
                </a:lnTo>
                <a:lnTo>
                  <a:pt x="198" y="794"/>
                </a:lnTo>
                <a:lnTo>
                  <a:pt x="197" y="794"/>
                </a:lnTo>
                <a:lnTo>
                  <a:pt x="195" y="796"/>
                </a:lnTo>
                <a:lnTo>
                  <a:pt x="192" y="797"/>
                </a:lnTo>
                <a:lnTo>
                  <a:pt x="191" y="798"/>
                </a:lnTo>
                <a:lnTo>
                  <a:pt x="190" y="798"/>
                </a:lnTo>
                <a:lnTo>
                  <a:pt x="189" y="799"/>
                </a:lnTo>
                <a:lnTo>
                  <a:pt x="188" y="801"/>
                </a:lnTo>
                <a:lnTo>
                  <a:pt x="187" y="802"/>
                </a:lnTo>
                <a:lnTo>
                  <a:pt x="187" y="803"/>
                </a:lnTo>
                <a:lnTo>
                  <a:pt x="185" y="807"/>
                </a:lnTo>
                <a:lnTo>
                  <a:pt x="186" y="808"/>
                </a:lnTo>
                <a:lnTo>
                  <a:pt x="187" y="810"/>
                </a:lnTo>
                <a:lnTo>
                  <a:pt x="187" y="811"/>
                </a:lnTo>
                <a:lnTo>
                  <a:pt x="185" y="811"/>
                </a:lnTo>
                <a:lnTo>
                  <a:pt x="183" y="811"/>
                </a:lnTo>
                <a:lnTo>
                  <a:pt x="183" y="812"/>
                </a:lnTo>
                <a:lnTo>
                  <a:pt x="182" y="812"/>
                </a:lnTo>
                <a:lnTo>
                  <a:pt x="182" y="813"/>
                </a:lnTo>
                <a:lnTo>
                  <a:pt x="180" y="813"/>
                </a:lnTo>
                <a:lnTo>
                  <a:pt x="178" y="814"/>
                </a:lnTo>
                <a:lnTo>
                  <a:pt x="177" y="814"/>
                </a:lnTo>
                <a:lnTo>
                  <a:pt x="177" y="813"/>
                </a:lnTo>
                <a:lnTo>
                  <a:pt x="177" y="812"/>
                </a:lnTo>
                <a:lnTo>
                  <a:pt x="176" y="812"/>
                </a:lnTo>
                <a:lnTo>
                  <a:pt x="176" y="811"/>
                </a:lnTo>
                <a:lnTo>
                  <a:pt x="175" y="811"/>
                </a:lnTo>
                <a:lnTo>
                  <a:pt x="175" y="810"/>
                </a:lnTo>
                <a:lnTo>
                  <a:pt x="176" y="808"/>
                </a:lnTo>
                <a:lnTo>
                  <a:pt x="176" y="806"/>
                </a:lnTo>
                <a:lnTo>
                  <a:pt x="176" y="805"/>
                </a:lnTo>
                <a:lnTo>
                  <a:pt x="175" y="805"/>
                </a:lnTo>
                <a:lnTo>
                  <a:pt x="174" y="805"/>
                </a:lnTo>
                <a:lnTo>
                  <a:pt x="173" y="804"/>
                </a:lnTo>
                <a:lnTo>
                  <a:pt x="171" y="803"/>
                </a:lnTo>
                <a:lnTo>
                  <a:pt x="170" y="802"/>
                </a:lnTo>
                <a:lnTo>
                  <a:pt x="170" y="803"/>
                </a:lnTo>
                <a:lnTo>
                  <a:pt x="169" y="803"/>
                </a:lnTo>
                <a:lnTo>
                  <a:pt x="169" y="804"/>
                </a:lnTo>
                <a:lnTo>
                  <a:pt x="169" y="805"/>
                </a:lnTo>
                <a:lnTo>
                  <a:pt x="167" y="805"/>
                </a:lnTo>
                <a:lnTo>
                  <a:pt x="165" y="804"/>
                </a:lnTo>
                <a:lnTo>
                  <a:pt x="164" y="804"/>
                </a:lnTo>
                <a:lnTo>
                  <a:pt x="163" y="804"/>
                </a:lnTo>
                <a:lnTo>
                  <a:pt x="161" y="800"/>
                </a:lnTo>
                <a:lnTo>
                  <a:pt x="161" y="799"/>
                </a:lnTo>
                <a:lnTo>
                  <a:pt x="162" y="798"/>
                </a:lnTo>
                <a:lnTo>
                  <a:pt x="161" y="797"/>
                </a:lnTo>
                <a:lnTo>
                  <a:pt x="160" y="797"/>
                </a:lnTo>
                <a:lnTo>
                  <a:pt x="159" y="796"/>
                </a:lnTo>
                <a:lnTo>
                  <a:pt x="157" y="794"/>
                </a:lnTo>
                <a:lnTo>
                  <a:pt x="156" y="794"/>
                </a:lnTo>
                <a:lnTo>
                  <a:pt x="156" y="793"/>
                </a:lnTo>
                <a:lnTo>
                  <a:pt x="156" y="792"/>
                </a:lnTo>
                <a:lnTo>
                  <a:pt x="157" y="792"/>
                </a:lnTo>
                <a:lnTo>
                  <a:pt x="158" y="790"/>
                </a:lnTo>
                <a:lnTo>
                  <a:pt x="158" y="788"/>
                </a:lnTo>
                <a:lnTo>
                  <a:pt x="159" y="786"/>
                </a:lnTo>
                <a:lnTo>
                  <a:pt x="159" y="785"/>
                </a:lnTo>
                <a:lnTo>
                  <a:pt x="159" y="784"/>
                </a:lnTo>
                <a:lnTo>
                  <a:pt x="158" y="784"/>
                </a:lnTo>
                <a:lnTo>
                  <a:pt x="156" y="780"/>
                </a:lnTo>
                <a:lnTo>
                  <a:pt x="156" y="779"/>
                </a:lnTo>
                <a:lnTo>
                  <a:pt x="156" y="778"/>
                </a:lnTo>
                <a:lnTo>
                  <a:pt x="156" y="775"/>
                </a:lnTo>
                <a:lnTo>
                  <a:pt x="154" y="772"/>
                </a:lnTo>
                <a:lnTo>
                  <a:pt x="152" y="773"/>
                </a:lnTo>
                <a:lnTo>
                  <a:pt x="151" y="773"/>
                </a:lnTo>
                <a:lnTo>
                  <a:pt x="150" y="773"/>
                </a:lnTo>
                <a:lnTo>
                  <a:pt x="151" y="774"/>
                </a:lnTo>
                <a:lnTo>
                  <a:pt x="150" y="775"/>
                </a:lnTo>
                <a:lnTo>
                  <a:pt x="149" y="775"/>
                </a:lnTo>
                <a:lnTo>
                  <a:pt x="149" y="774"/>
                </a:lnTo>
                <a:lnTo>
                  <a:pt x="148" y="773"/>
                </a:lnTo>
                <a:lnTo>
                  <a:pt x="147" y="773"/>
                </a:lnTo>
                <a:lnTo>
                  <a:pt x="144" y="771"/>
                </a:lnTo>
                <a:lnTo>
                  <a:pt x="143" y="770"/>
                </a:lnTo>
                <a:lnTo>
                  <a:pt x="143" y="769"/>
                </a:lnTo>
                <a:lnTo>
                  <a:pt x="143" y="768"/>
                </a:lnTo>
                <a:lnTo>
                  <a:pt x="142" y="768"/>
                </a:lnTo>
                <a:lnTo>
                  <a:pt x="142" y="767"/>
                </a:lnTo>
                <a:lnTo>
                  <a:pt x="141" y="767"/>
                </a:lnTo>
                <a:lnTo>
                  <a:pt x="141" y="768"/>
                </a:lnTo>
                <a:lnTo>
                  <a:pt x="140" y="769"/>
                </a:lnTo>
                <a:lnTo>
                  <a:pt x="139" y="769"/>
                </a:lnTo>
                <a:lnTo>
                  <a:pt x="139" y="770"/>
                </a:lnTo>
                <a:lnTo>
                  <a:pt x="138" y="770"/>
                </a:lnTo>
                <a:lnTo>
                  <a:pt x="136" y="772"/>
                </a:lnTo>
                <a:lnTo>
                  <a:pt x="136" y="771"/>
                </a:lnTo>
                <a:lnTo>
                  <a:pt x="135" y="771"/>
                </a:lnTo>
                <a:lnTo>
                  <a:pt x="136" y="770"/>
                </a:lnTo>
                <a:lnTo>
                  <a:pt x="136" y="769"/>
                </a:lnTo>
                <a:lnTo>
                  <a:pt x="136" y="768"/>
                </a:lnTo>
                <a:lnTo>
                  <a:pt x="136" y="766"/>
                </a:lnTo>
                <a:lnTo>
                  <a:pt x="137" y="766"/>
                </a:lnTo>
                <a:lnTo>
                  <a:pt x="137" y="765"/>
                </a:lnTo>
                <a:lnTo>
                  <a:pt x="137" y="763"/>
                </a:lnTo>
                <a:lnTo>
                  <a:pt x="138" y="761"/>
                </a:lnTo>
                <a:lnTo>
                  <a:pt x="137" y="758"/>
                </a:lnTo>
                <a:lnTo>
                  <a:pt x="136" y="757"/>
                </a:lnTo>
                <a:lnTo>
                  <a:pt x="135" y="757"/>
                </a:lnTo>
                <a:lnTo>
                  <a:pt x="134" y="757"/>
                </a:lnTo>
                <a:lnTo>
                  <a:pt x="132" y="755"/>
                </a:lnTo>
                <a:lnTo>
                  <a:pt x="131" y="755"/>
                </a:lnTo>
                <a:lnTo>
                  <a:pt x="131" y="754"/>
                </a:lnTo>
                <a:lnTo>
                  <a:pt x="131" y="753"/>
                </a:lnTo>
                <a:lnTo>
                  <a:pt x="131" y="752"/>
                </a:lnTo>
                <a:lnTo>
                  <a:pt x="130" y="751"/>
                </a:lnTo>
                <a:lnTo>
                  <a:pt x="131" y="751"/>
                </a:lnTo>
                <a:lnTo>
                  <a:pt x="131" y="750"/>
                </a:lnTo>
                <a:lnTo>
                  <a:pt x="130" y="750"/>
                </a:lnTo>
                <a:lnTo>
                  <a:pt x="130" y="749"/>
                </a:lnTo>
                <a:lnTo>
                  <a:pt x="129" y="749"/>
                </a:lnTo>
                <a:lnTo>
                  <a:pt x="128" y="749"/>
                </a:lnTo>
                <a:lnTo>
                  <a:pt x="127" y="748"/>
                </a:lnTo>
                <a:lnTo>
                  <a:pt x="127" y="747"/>
                </a:lnTo>
                <a:lnTo>
                  <a:pt x="127" y="746"/>
                </a:lnTo>
                <a:lnTo>
                  <a:pt x="127" y="745"/>
                </a:lnTo>
                <a:lnTo>
                  <a:pt x="128" y="744"/>
                </a:lnTo>
                <a:lnTo>
                  <a:pt x="128" y="743"/>
                </a:lnTo>
                <a:lnTo>
                  <a:pt x="127" y="743"/>
                </a:lnTo>
                <a:lnTo>
                  <a:pt x="126" y="743"/>
                </a:lnTo>
                <a:lnTo>
                  <a:pt x="126" y="742"/>
                </a:lnTo>
                <a:lnTo>
                  <a:pt x="124" y="741"/>
                </a:lnTo>
                <a:lnTo>
                  <a:pt x="124" y="740"/>
                </a:lnTo>
                <a:lnTo>
                  <a:pt x="124" y="739"/>
                </a:lnTo>
                <a:lnTo>
                  <a:pt x="124" y="738"/>
                </a:lnTo>
                <a:lnTo>
                  <a:pt x="125" y="738"/>
                </a:lnTo>
                <a:lnTo>
                  <a:pt x="126" y="738"/>
                </a:lnTo>
                <a:lnTo>
                  <a:pt x="126" y="734"/>
                </a:lnTo>
                <a:lnTo>
                  <a:pt x="125" y="734"/>
                </a:lnTo>
                <a:lnTo>
                  <a:pt x="125" y="733"/>
                </a:lnTo>
                <a:lnTo>
                  <a:pt x="125" y="732"/>
                </a:lnTo>
                <a:lnTo>
                  <a:pt x="125" y="731"/>
                </a:lnTo>
                <a:lnTo>
                  <a:pt x="124" y="730"/>
                </a:lnTo>
                <a:lnTo>
                  <a:pt x="123" y="729"/>
                </a:lnTo>
                <a:lnTo>
                  <a:pt x="124" y="728"/>
                </a:lnTo>
                <a:lnTo>
                  <a:pt x="124" y="727"/>
                </a:lnTo>
                <a:lnTo>
                  <a:pt x="125" y="726"/>
                </a:lnTo>
                <a:lnTo>
                  <a:pt x="124" y="722"/>
                </a:lnTo>
                <a:lnTo>
                  <a:pt x="123" y="721"/>
                </a:lnTo>
                <a:lnTo>
                  <a:pt x="122" y="721"/>
                </a:lnTo>
                <a:lnTo>
                  <a:pt x="121" y="721"/>
                </a:lnTo>
                <a:lnTo>
                  <a:pt x="120" y="720"/>
                </a:lnTo>
                <a:lnTo>
                  <a:pt x="118" y="718"/>
                </a:lnTo>
                <a:lnTo>
                  <a:pt x="118" y="716"/>
                </a:lnTo>
                <a:lnTo>
                  <a:pt x="116" y="715"/>
                </a:lnTo>
                <a:lnTo>
                  <a:pt x="115" y="715"/>
                </a:lnTo>
                <a:lnTo>
                  <a:pt x="115" y="714"/>
                </a:lnTo>
                <a:lnTo>
                  <a:pt x="115" y="713"/>
                </a:lnTo>
                <a:lnTo>
                  <a:pt x="115" y="712"/>
                </a:lnTo>
                <a:lnTo>
                  <a:pt x="116" y="711"/>
                </a:lnTo>
                <a:lnTo>
                  <a:pt x="117" y="711"/>
                </a:lnTo>
                <a:lnTo>
                  <a:pt x="118" y="710"/>
                </a:lnTo>
                <a:lnTo>
                  <a:pt x="118" y="709"/>
                </a:lnTo>
                <a:lnTo>
                  <a:pt x="117" y="709"/>
                </a:lnTo>
                <a:lnTo>
                  <a:pt x="116" y="709"/>
                </a:lnTo>
                <a:lnTo>
                  <a:pt x="115" y="708"/>
                </a:lnTo>
                <a:lnTo>
                  <a:pt x="114" y="708"/>
                </a:lnTo>
                <a:lnTo>
                  <a:pt x="114" y="707"/>
                </a:lnTo>
                <a:lnTo>
                  <a:pt x="113" y="706"/>
                </a:lnTo>
                <a:lnTo>
                  <a:pt x="112" y="706"/>
                </a:lnTo>
                <a:lnTo>
                  <a:pt x="111" y="706"/>
                </a:lnTo>
                <a:lnTo>
                  <a:pt x="111" y="707"/>
                </a:lnTo>
                <a:lnTo>
                  <a:pt x="110" y="707"/>
                </a:lnTo>
                <a:lnTo>
                  <a:pt x="108" y="707"/>
                </a:lnTo>
                <a:lnTo>
                  <a:pt x="107" y="706"/>
                </a:lnTo>
                <a:lnTo>
                  <a:pt x="107" y="708"/>
                </a:lnTo>
                <a:lnTo>
                  <a:pt x="106" y="710"/>
                </a:lnTo>
                <a:lnTo>
                  <a:pt x="105" y="711"/>
                </a:lnTo>
                <a:lnTo>
                  <a:pt x="103" y="711"/>
                </a:lnTo>
                <a:lnTo>
                  <a:pt x="101" y="710"/>
                </a:lnTo>
                <a:lnTo>
                  <a:pt x="100" y="711"/>
                </a:lnTo>
                <a:lnTo>
                  <a:pt x="100" y="712"/>
                </a:lnTo>
                <a:lnTo>
                  <a:pt x="99" y="712"/>
                </a:lnTo>
                <a:lnTo>
                  <a:pt x="98" y="710"/>
                </a:lnTo>
                <a:lnTo>
                  <a:pt x="97" y="710"/>
                </a:lnTo>
                <a:lnTo>
                  <a:pt x="96" y="711"/>
                </a:lnTo>
                <a:lnTo>
                  <a:pt x="95" y="711"/>
                </a:lnTo>
                <a:lnTo>
                  <a:pt x="93" y="712"/>
                </a:lnTo>
                <a:lnTo>
                  <a:pt x="93" y="713"/>
                </a:lnTo>
                <a:lnTo>
                  <a:pt x="92" y="714"/>
                </a:lnTo>
                <a:lnTo>
                  <a:pt x="91" y="715"/>
                </a:lnTo>
                <a:lnTo>
                  <a:pt x="90" y="713"/>
                </a:lnTo>
                <a:lnTo>
                  <a:pt x="91" y="711"/>
                </a:lnTo>
                <a:lnTo>
                  <a:pt x="90" y="711"/>
                </a:lnTo>
                <a:lnTo>
                  <a:pt x="89" y="710"/>
                </a:lnTo>
                <a:lnTo>
                  <a:pt x="88" y="710"/>
                </a:lnTo>
                <a:lnTo>
                  <a:pt x="87" y="711"/>
                </a:lnTo>
                <a:lnTo>
                  <a:pt x="85" y="712"/>
                </a:lnTo>
                <a:lnTo>
                  <a:pt x="84" y="714"/>
                </a:lnTo>
                <a:lnTo>
                  <a:pt x="83" y="715"/>
                </a:lnTo>
                <a:lnTo>
                  <a:pt x="82" y="715"/>
                </a:lnTo>
                <a:lnTo>
                  <a:pt x="81" y="715"/>
                </a:lnTo>
                <a:lnTo>
                  <a:pt x="81" y="714"/>
                </a:lnTo>
                <a:lnTo>
                  <a:pt x="80" y="714"/>
                </a:lnTo>
                <a:lnTo>
                  <a:pt x="80" y="715"/>
                </a:lnTo>
                <a:lnTo>
                  <a:pt x="78" y="716"/>
                </a:lnTo>
                <a:lnTo>
                  <a:pt x="76" y="716"/>
                </a:lnTo>
                <a:lnTo>
                  <a:pt x="76" y="715"/>
                </a:lnTo>
                <a:lnTo>
                  <a:pt x="76" y="714"/>
                </a:lnTo>
                <a:lnTo>
                  <a:pt x="73" y="714"/>
                </a:lnTo>
                <a:lnTo>
                  <a:pt x="72" y="715"/>
                </a:lnTo>
                <a:lnTo>
                  <a:pt x="71" y="715"/>
                </a:lnTo>
                <a:lnTo>
                  <a:pt x="70" y="714"/>
                </a:lnTo>
                <a:lnTo>
                  <a:pt x="70" y="713"/>
                </a:lnTo>
                <a:lnTo>
                  <a:pt x="69" y="713"/>
                </a:lnTo>
                <a:lnTo>
                  <a:pt x="68" y="712"/>
                </a:lnTo>
                <a:lnTo>
                  <a:pt x="67" y="712"/>
                </a:lnTo>
                <a:lnTo>
                  <a:pt x="66" y="711"/>
                </a:lnTo>
                <a:lnTo>
                  <a:pt x="66" y="710"/>
                </a:lnTo>
                <a:lnTo>
                  <a:pt x="65" y="710"/>
                </a:lnTo>
                <a:lnTo>
                  <a:pt x="64" y="709"/>
                </a:lnTo>
                <a:lnTo>
                  <a:pt x="63" y="709"/>
                </a:lnTo>
                <a:lnTo>
                  <a:pt x="63" y="708"/>
                </a:lnTo>
                <a:lnTo>
                  <a:pt x="64" y="708"/>
                </a:lnTo>
                <a:lnTo>
                  <a:pt x="64" y="706"/>
                </a:lnTo>
                <a:lnTo>
                  <a:pt x="64" y="705"/>
                </a:lnTo>
                <a:lnTo>
                  <a:pt x="65" y="705"/>
                </a:lnTo>
                <a:lnTo>
                  <a:pt x="66" y="704"/>
                </a:lnTo>
                <a:lnTo>
                  <a:pt x="66" y="703"/>
                </a:lnTo>
                <a:lnTo>
                  <a:pt x="65" y="703"/>
                </a:lnTo>
                <a:lnTo>
                  <a:pt x="64" y="703"/>
                </a:lnTo>
                <a:lnTo>
                  <a:pt x="64" y="702"/>
                </a:lnTo>
                <a:lnTo>
                  <a:pt x="61" y="702"/>
                </a:lnTo>
                <a:lnTo>
                  <a:pt x="59" y="703"/>
                </a:lnTo>
                <a:lnTo>
                  <a:pt x="58" y="703"/>
                </a:lnTo>
                <a:lnTo>
                  <a:pt x="57" y="703"/>
                </a:lnTo>
                <a:lnTo>
                  <a:pt x="57" y="702"/>
                </a:lnTo>
                <a:lnTo>
                  <a:pt x="56" y="702"/>
                </a:lnTo>
                <a:lnTo>
                  <a:pt x="55" y="703"/>
                </a:lnTo>
                <a:lnTo>
                  <a:pt x="55" y="704"/>
                </a:lnTo>
                <a:lnTo>
                  <a:pt x="54" y="705"/>
                </a:lnTo>
                <a:lnTo>
                  <a:pt x="53" y="704"/>
                </a:lnTo>
                <a:lnTo>
                  <a:pt x="53" y="703"/>
                </a:lnTo>
                <a:lnTo>
                  <a:pt x="53" y="702"/>
                </a:lnTo>
                <a:lnTo>
                  <a:pt x="53" y="701"/>
                </a:lnTo>
                <a:lnTo>
                  <a:pt x="52" y="700"/>
                </a:lnTo>
                <a:lnTo>
                  <a:pt x="51" y="699"/>
                </a:lnTo>
                <a:lnTo>
                  <a:pt x="50" y="698"/>
                </a:lnTo>
                <a:lnTo>
                  <a:pt x="51" y="695"/>
                </a:lnTo>
                <a:lnTo>
                  <a:pt x="52" y="695"/>
                </a:lnTo>
                <a:lnTo>
                  <a:pt x="53" y="694"/>
                </a:lnTo>
                <a:lnTo>
                  <a:pt x="54" y="693"/>
                </a:lnTo>
                <a:lnTo>
                  <a:pt x="55" y="691"/>
                </a:lnTo>
                <a:lnTo>
                  <a:pt x="55" y="689"/>
                </a:lnTo>
                <a:lnTo>
                  <a:pt x="55" y="688"/>
                </a:lnTo>
                <a:lnTo>
                  <a:pt x="54" y="686"/>
                </a:lnTo>
                <a:lnTo>
                  <a:pt x="52" y="685"/>
                </a:lnTo>
                <a:lnTo>
                  <a:pt x="51" y="685"/>
                </a:lnTo>
                <a:lnTo>
                  <a:pt x="50" y="685"/>
                </a:lnTo>
                <a:lnTo>
                  <a:pt x="50" y="686"/>
                </a:lnTo>
                <a:lnTo>
                  <a:pt x="49" y="687"/>
                </a:lnTo>
                <a:lnTo>
                  <a:pt x="48" y="688"/>
                </a:lnTo>
                <a:lnTo>
                  <a:pt x="47" y="688"/>
                </a:lnTo>
                <a:lnTo>
                  <a:pt x="46" y="690"/>
                </a:lnTo>
                <a:lnTo>
                  <a:pt x="46" y="691"/>
                </a:lnTo>
                <a:lnTo>
                  <a:pt x="45" y="692"/>
                </a:lnTo>
                <a:lnTo>
                  <a:pt x="43" y="693"/>
                </a:lnTo>
                <a:lnTo>
                  <a:pt x="42" y="692"/>
                </a:lnTo>
                <a:lnTo>
                  <a:pt x="41" y="692"/>
                </a:lnTo>
                <a:lnTo>
                  <a:pt x="40" y="691"/>
                </a:lnTo>
                <a:lnTo>
                  <a:pt x="39" y="690"/>
                </a:lnTo>
                <a:lnTo>
                  <a:pt x="39" y="691"/>
                </a:lnTo>
                <a:lnTo>
                  <a:pt x="38" y="692"/>
                </a:lnTo>
                <a:lnTo>
                  <a:pt x="37" y="694"/>
                </a:lnTo>
                <a:lnTo>
                  <a:pt x="36" y="694"/>
                </a:lnTo>
                <a:lnTo>
                  <a:pt x="35" y="693"/>
                </a:lnTo>
                <a:lnTo>
                  <a:pt x="35" y="692"/>
                </a:lnTo>
                <a:lnTo>
                  <a:pt x="35" y="691"/>
                </a:lnTo>
                <a:lnTo>
                  <a:pt x="34" y="691"/>
                </a:lnTo>
                <a:lnTo>
                  <a:pt x="34" y="690"/>
                </a:lnTo>
                <a:lnTo>
                  <a:pt x="31" y="689"/>
                </a:lnTo>
                <a:lnTo>
                  <a:pt x="30" y="689"/>
                </a:lnTo>
                <a:lnTo>
                  <a:pt x="29" y="689"/>
                </a:lnTo>
                <a:lnTo>
                  <a:pt x="29" y="690"/>
                </a:lnTo>
                <a:lnTo>
                  <a:pt x="28" y="690"/>
                </a:lnTo>
                <a:lnTo>
                  <a:pt x="28" y="689"/>
                </a:lnTo>
                <a:lnTo>
                  <a:pt x="27" y="689"/>
                </a:lnTo>
                <a:lnTo>
                  <a:pt x="27" y="688"/>
                </a:lnTo>
                <a:lnTo>
                  <a:pt x="26" y="688"/>
                </a:lnTo>
                <a:lnTo>
                  <a:pt x="25" y="688"/>
                </a:lnTo>
                <a:lnTo>
                  <a:pt x="24" y="687"/>
                </a:lnTo>
                <a:lnTo>
                  <a:pt x="23" y="686"/>
                </a:lnTo>
                <a:lnTo>
                  <a:pt x="20" y="684"/>
                </a:lnTo>
                <a:lnTo>
                  <a:pt x="19" y="683"/>
                </a:lnTo>
                <a:lnTo>
                  <a:pt x="19" y="682"/>
                </a:lnTo>
                <a:lnTo>
                  <a:pt x="18" y="680"/>
                </a:lnTo>
                <a:lnTo>
                  <a:pt x="18" y="679"/>
                </a:lnTo>
                <a:lnTo>
                  <a:pt x="17" y="679"/>
                </a:lnTo>
                <a:lnTo>
                  <a:pt x="16" y="679"/>
                </a:lnTo>
                <a:lnTo>
                  <a:pt x="15" y="678"/>
                </a:lnTo>
                <a:lnTo>
                  <a:pt x="12" y="678"/>
                </a:lnTo>
                <a:lnTo>
                  <a:pt x="11" y="678"/>
                </a:lnTo>
                <a:lnTo>
                  <a:pt x="9" y="679"/>
                </a:lnTo>
                <a:lnTo>
                  <a:pt x="9" y="678"/>
                </a:lnTo>
                <a:lnTo>
                  <a:pt x="9" y="677"/>
                </a:lnTo>
                <a:lnTo>
                  <a:pt x="10" y="677"/>
                </a:lnTo>
                <a:lnTo>
                  <a:pt x="10" y="675"/>
                </a:lnTo>
                <a:lnTo>
                  <a:pt x="10" y="674"/>
                </a:lnTo>
                <a:lnTo>
                  <a:pt x="10" y="673"/>
                </a:lnTo>
                <a:lnTo>
                  <a:pt x="9" y="673"/>
                </a:lnTo>
                <a:lnTo>
                  <a:pt x="8" y="674"/>
                </a:lnTo>
                <a:lnTo>
                  <a:pt x="6" y="673"/>
                </a:lnTo>
                <a:lnTo>
                  <a:pt x="5" y="672"/>
                </a:lnTo>
                <a:lnTo>
                  <a:pt x="4" y="671"/>
                </a:lnTo>
                <a:lnTo>
                  <a:pt x="3" y="671"/>
                </a:lnTo>
                <a:lnTo>
                  <a:pt x="3" y="670"/>
                </a:lnTo>
                <a:lnTo>
                  <a:pt x="2" y="670"/>
                </a:lnTo>
                <a:lnTo>
                  <a:pt x="1" y="670"/>
                </a:lnTo>
                <a:lnTo>
                  <a:pt x="0" y="668"/>
                </a:lnTo>
                <a:lnTo>
                  <a:pt x="0" y="667"/>
                </a:lnTo>
                <a:lnTo>
                  <a:pt x="0" y="666"/>
                </a:lnTo>
                <a:lnTo>
                  <a:pt x="0" y="665"/>
                </a:lnTo>
                <a:lnTo>
                  <a:pt x="1" y="662"/>
                </a:lnTo>
                <a:lnTo>
                  <a:pt x="1" y="661"/>
                </a:lnTo>
                <a:lnTo>
                  <a:pt x="2" y="660"/>
                </a:lnTo>
                <a:lnTo>
                  <a:pt x="3" y="659"/>
                </a:lnTo>
                <a:lnTo>
                  <a:pt x="3" y="657"/>
                </a:lnTo>
                <a:lnTo>
                  <a:pt x="4" y="656"/>
                </a:lnTo>
                <a:lnTo>
                  <a:pt x="4" y="655"/>
                </a:lnTo>
                <a:lnTo>
                  <a:pt x="4" y="654"/>
                </a:lnTo>
                <a:lnTo>
                  <a:pt x="4" y="651"/>
                </a:lnTo>
                <a:lnTo>
                  <a:pt x="4" y="648"/>
                </a:lnTo>
                <a:lnTo>
                  <a:pt x="3" y="646"/>
                </a:lnTo>
                <a:lnTo>
                  <a:pt x="3" y="644"/>
                </a:lnTo>
                <a:lnTo>
                  <a:pt x="4" y="643"/>
                </a:lnTo>
                <a:lnTo>
                  <a:pt x="4" y="641"/>
                </a:lnTo>
                <a:lnTo>
                  <a:pt x="4" y="639"/>
                </a:lnTo>
                <a:lnTo>
                  <a:pt x="4" y="638"/>
                </a:lnTo>
                <a:lnTo>
                  <a:pt x="4" y="637"/>
                </a:lnTo>
                <a:lnTo>
                  <a:pt x="4" y="636"/>
                </a:lnTo>
                <a:lnTo>
                  <a:pt x="6" y="634"/>
                </a:lnTo>
                <a:lnTo>
                  <a:pt x="8" y="635"/>
                </a:lnTo>
                <a:lnTo>
                  <a:pt x="10" y="636"/>
                </a:lnTo>
                <a:lnTo>
                  <a:pt x="11" y="636"/>
                </a:lnTo>
                <a:lnTo>
                  <a:pt x="15" y="635"/>
                </a:lnTo>
                <a:lnTo>
                  <a:pt x="15" y="634"/>
                </a:lnTo>
                <a:lnTo>
                  <a:pt x="17" y="633"/>
                </a:lnTo>
                <a:lnTo>
                  <a:pt x="18" y="633"/>
                </a:lnTo>
                <a:lnTo>
                  <a:pt x="19" y="632"/>
                </a:lnTo>
                <a:lnTo>
                  <a:pt x="19" y="631"/>
                </a:lnTo>
                <a:lnTo>
                  <a:pt x="20" y="629"/>
                </a:lnTo>
                <a:lnTo>
                  <a:pt x="21" y="628"/>
                </a:lnTo>
                <a:lnTo>
                  <a:pt x="21" y="626"/>
                </a:lnTo>
                <a:lnTo>
                  <a:pt x="21" y="625"/>
                </a:lnTo>
                <a:lnTo>
                  <a:pt x="21" y="624"/>
                </a:lnTo>
                <a:lnTo>
                  <a:pt x="17" y="624"/>
                </a:lnTo>
                <a:lnTo>
                  <a:pt x="16" y="624"/>
                </a:lnTo>
                <a:lnTo>
                  <a:pt x="15" y="624"/>
                </a:lnTo>
                <a:lnTo>
                  <a:pt x="14" y="624"/>
                </a:lnTo>
                <a:lnTo>
                  <a:pt x="14" y="623"/>
                </a:lnTo>
                <a:lnTo>
                  <a:pt x="13" y="623"/>
                </a:lnTo>
                <a:lnTo>
                  <a:pt x="11" y="623"/>
                </a:lnTo>
                <a:lnTo>
                  <a:pt x="10" y="623"/>
                </a:lnTo>
                <a:lnTo>
                  <a:pt x="8" y="622"/>
                </a:lnTo>
                <a:lnTo>
                  <a:pt x="8" y="621"/>
                </a:lnTo>
                <a:lnTo>
                  <a:pt x="7" y="620"/>
                </a:lnTo>
                <a:lnTo>
                  <a:pt x="7" y="617"/>
                </a:lnTo>
                <a:lnTo>
                  <a:pt x="7" y="616"/>
                </a:lnTo>
                <a:lnTo>
                  <a:pt x="8" y="614"/>
                </a:lnTo>
                <a:lnTo>
                  <a:pt x="8" y="613"/>
                </a:lnTo>
                <a:lnTo>
                  <a:pt x="9" y="613"/>
                </a:lnTo>
                <a:lnTo>
                  <a:pt x="9" y="612"/>
                </a:lnTo>
                <a:lnTo>
                  <a:pt x="10" y="612"/>
                </a:lnTo>
                <a:lnTo>
                  <a:pt x="10" y="611"/>
                </a:lnTo>
                <a:lnTo>
                  <a:pt x="10" y="610"/>
                </a:lnTo>
                <a:lnTo>
                  <a:pt x="13" y="610"/>
                </a:lnTo>
                <a:lnTo>
                  <a:pt x="14" y="611"/>
                </a:lnTo>
                <a:lnTo>
                  <a:pt x="16" y="612"/>
                </a:lnTo>
                <a:lnTo>
                  <a:pt x="17" y="612"/>
                </a:lnTo>
                <a:lnTo>
                  <a:pt x="18" y="612"/>
                </a:lnTo>
                <a:lnTo>
                  <a:pt x="20" y="613"/>
                </a:lnTo>
                <a:lnTo>
                  <a:pt x="21" y="613"/>
                </a:lnTo>
                <a:lnTo>
                  <a:pt x="21" y="612"/>
                </a:lnTo>
                <a:lnTo>
                  <a:pt x="22" y="611"/>
                </a:lnTo>
                <a:lnTo>
                  <a:pt x="22" y="610"/>
                </a:lnTo>
                <a:lnTo>
                  <a:pt x="22" y="609"/>
                </a:lnTo>
                <a:lnTo>
                  <a:pt x="22" y="610"/>
                </a:lnTo>
                <a:lnTo>
                  <a:pt x="22" y="609"/>
                </a:lnTo>
                <a:lnTo>
                  <a:pt x="23" y="609"/>
                </a:lnTo>
                <a:lnTo>
                  <a:pt x="24" y="609"/>
                </a:lnTo>
                <a:lnTo>
                  <a:pt x="25" y="610"/>
                </a:lnTo>
                <a:lnTo>
                  <a:pt x="26" y="610"/>
                </a:lnTo>
                <a:lnTo>
                  <a:pt x="26" y="609"/>
                </a:lnTo>
                <a:lnTo>
                  <a:pt x="27" y="608"/>
                </a:lnTo>
                <a:lnTo>
                  <a:pt x="27" y="606"/>
                </a:lnTo>
                <a:lnTo>
                  <a:pt x="27" y="604"/>
                </a:lnTo>
                <a:lnTo>
                  <a:pt x="27" y="602"/>
                </a:lnTo>
                <a:lnTo>
                  <a:pt x="27" y="599"/>
                </a:lnTo>
                <a:lnTo>
                  <a:pt x="26" y="598"/>
                </a:lnTo>
                <a:lnTo>
                  <a:pt x="26" y="597"/>
                </a:lnTo>
                <a:lnTo>
                  <a:pt x="26" y="596"/>
                </a:lnTo>
                <a:lnTo>
                  <a:pt x="27" y="596"/>
                </a:lnTo>
                <a:lnTo>
                  <a:pt x="28" y="596"/>
                </a:lnTo>
                <a:lnTo>
                  <a:pt x="29" y="596"/>
                </a:lnTo>
                <a:lnTo>
                  <a:pt x="32" y="595"/>
                </a:lnTo>
                <a:lnTo>
                  <a:pt x="33" y="595"/>
                </a:lnTo>
                <a:lnTo>
                  <a:pt x="33" y="594"/>
                </a:lnTo>
                <a:lnTo>
                  <a:pt x="34" y="594"/>
                </a:lnTo>
                <a:lnTo>
                  <a:pt x="35" y="593"/>
                </a:lnTo>
                <a:lnTo>
                  <a:pt x="35" y="592"/>
                </a:lnTo>
                <a:lnTo>
                  <a:pt x="35" y="591"/>
                </a:lnTo>
                <a:lnTo>
                  <a:pt x="36" y="589"/>
                </a:lnTo>
                <a:lnTo>
                  <a:pt x="37" y="587"/>
                </a:lnTo>
                <a:lnTo>
                  <a:pt x="40" y="584"/>
                </a:lnTo>
                <a:lnTo>
                  <a:pt x="40" y="583"/>
                </a:lnTo>
                <a:lnTo>
                  <a:pt x="41" y="583"/>
                </a:lnTo>
                <a:lnTo>
                  <a:pt x="42" y="582"/>
                </a:lnTo>
                <a:lnTo>
                  <a:pt x="41" y="580"/>
                </a:lnTo>
                <a:lnTo>
                  <a:pt x="40" y="580"/>
                </a:lnTo>
                <a:lnTo>
                  <a:pt x="39" y="580"/>
                </a:lnTo>
                <a:lnTo>
                  <a:pt x="38" y="580"/>
                </a:lnTo>
                <a:lnTo>
                  <a:pt x="38" y="579"/>
                </a:lnTo>
                <a:lnTo>
                  <a:pt x="37" y="578"/>
                </a:lnTo>
                <a:lnTo>
                  <a:pt x="37" y="577"/>
                </a:lnTo>
                <a:lnTo>
                  <a:pt x="38" y="576"/>
                </a:lnTo>
                <a:lnTo>
                  <a:pt x="39" y="576"/>
                </a:lnTo>
                <a:lnTo>
                  <a:pt x="40" y="577"/>
                </a:lnTo>
                <a:lnTo>
                  <a:pt x="41" y="576"/>
                </a:lnTo>
                <a:lnTo>
                  <a:pt x="42" y="575"/>
                </a:lnTo>
                <a:lnTo>
                  <a:pt x="43" y="575"/>
                </a:lnTo>
                <a:lnTo>
                  <a:pt x="43" y="574"/>
                </a:lnTo>
                <a:lnTo>
                  <a:pt x="42" y="574"/>
                </a:lnTo>
                <a:lnTo>
                  <a:pt x="42" y="572"/>
                </a:lnTo>
                <a:lnTo>
                  <a:pt x="42" y="571"/>
                </a:lnTo>
                <a:lnTo>
                  <a:pt x="43" y="569"/>
                </a:lnTo>
                <a:lnTo>
                  <a:pt x="44" y="569"/>
                </a:lnTo>
                <a:lnTo>
                  <a:pt x="45" y="569"/>
                </a:lnTo>
                <a:lnTo>
                  <a:pt x="45" y="568"/>
                </a:lnTo>
                <a:lnTo>
                  <a:pt x="46" y="566"/>
                </a:lnTo>
                <a:lnTo>
                  <a:pt x="47" y="564"/>
                </a:lnTo>
                <a:lnTo>
                  <a:pt x="47" y="563"/>
                </a:lnTo>
                <a:lnTo>
                  <a:pt x="47" y="562"/>
                </a:lnTo>
                <a:lnTo>
                  <a:pt x="46" y="562"/>
                </a:lnTo>
                <a:lnTo>
                  <a:pt x="45" y="557"/>
                </a:lnTo>
                <a:lnTo>
                  <a:pt x="44" y="557"/>
                </a:lnTo>
                <a:lnTo>
                  <a:pt x="45" y="556"/>
                </a:lnTo>
                <a:lnTo>
                  <a:pt x="45" y="555"/>
                </a:lnTo>
                <a:lnTo>
                  <a:pt x="46" y="554"/>
                </a:lnTo>
                <a:lnTo>
                  <a:pt x="47" y="553"/>
                </a:lnTo>
                <a:lnTo>
                  <a:pt x="50" y="552"/>
                </a:lnTo>
                <a:lnTo>
                  <a:pt x="51" y="552"/>
                </a:lnTo>
                <a:lnTo>
                  <a:pt x="52" y="553"/>
                </a:lnTo>
                <a:lnTo>
                  <a:pt x="53" y="553"/>
                </a:lnTo>
                <a:lnTo>
                  <a:pt x="54" y="552"/>
                </a:lnTo>
                <a:lnTo>
                  <a:pt x="54" y="551"/>
                </a:lnTo>
                <a:lnTo>
                  <a:pt x="54" y="550"/>
                </a:lnTo>
                <a:lnTo>
                  <a:pt x="54" y="548"/>
                </a:lnTo>
                <a:lnTo>
                  <a:pt x="55" y="548"/>
                </a:lnTo>
                <a:lnTo>
                  <a:pt x="55" y="549"/>
                </a:lnTo>
                <a:lnTo>
                  <a:pt x="55" y="550"/>
                </a:lnTo>
                <a:lnTo>
                  <a:pt x="56" y="551"/>
                </a:lnTo>
                <a:lnTo>
                  <a:pt x="57" y="551"/>
                </a:lnTo>
                <a:lnTo>
                  <a:pt x="57" y="550"/>
                </a:lnTo>
                <a:lnTo>
                  <a:pt x="57" y="549"/>
                </a:lnTo>
                <a:lnTo>
                  <a:pt x="57" y="547"/>
                </a:lnTo>
                <a:lnTo>
                  <a:pt x="56" y="546"/>
                </a:lnTo>
                <a:lnTo>
                  <a:pt x="55" y="545"/>
                </a:lnTo>
                <a:lnTo>
                  <a:pt x="55" y="544"/>
                </a:lnTo>
                <a:lnTo>
                  <a:pt x="56" y="543"/>
                </a:lnTo>
                <a:lnTo>
                  <a:pt x="56" y="542"/>
                </a:lnTo>
                <a:lnTo>
                  <a:pt x="56" y="539"/>
                </a:lnTo>
                <a:lnTo>
                  <a:pt x="55" y="539"/>
                </a:lnTo>
                <a:lnTo>
                  <a:pt x="55" y="538"/>
                </a:lnTo>
                <a:lnTo>
                  <a:pt x="53" y="538"/>
                </a:lnTo>
                <a:lnTo>
                  <a:pt x="53" y="537"/>
                </a:lnTo>
                <a:lnTo>
                  <a:pt x="53" y="536"/>
                </a:lnTo>
                <a:lnTo>
                  <a:pt x="55" y="535"/>
                </a:lnTo>
                <a:lnTo>
                  <a:pt x="55" y="534"/>
                </a:lnTo>
                <a:lnTo>
                  <a:pt x="57" y="534"/>
                </a:lnTo>
                <a:lnTo>
                  <a:pt x="58" y="534"/>
                </a:lnTo>
                <a:lnTo>
                  <a:pt x="59" y="533"/>
                </a:lnTo>
                <a:lnTo>
                  <a:pt x="59" y="532"/>
                </a:lnTo>
                <a:lnTo>
                  <a:pt x="60" y="532"/>
                </a:lnTo>
                <a:lnTo>
                  <a:pt x="61" y="532"/>
                </a:lnTo>
                <a:lnTo>
                  <a:pt x="62" y="531"/>
                </a:lnTo>
                <a:lnTo>
                  <a:pt x="61" y="529"/>
                </a:lnTo>
                <a:lnTo>
                  <a:pt x="60" y="527"/>
                </a:lnTo>
                <a:lnTo>
                  <a:pt x="60" y="525"/>
                </a:lnTo>
                <a:lnTo>
                  <a:pt x="61" y="522"/>
                </a:lnTo>
                <a:lnTo>
                  <a:pt x="62" y="522"/>
                </a:lnTo>
                <a:lnTo>
                  <a:pt x="62" y="521"/>
                </a:lnTo>
                <a:lnTo>
                  <a:pt x="63" y="520"/>
                </a:lnTo>
                <a:lnTo>
                  <a:pt x="64" y="519"/>
                </a:lnTo>
                <a:lnTo>
                  <a:pt x="64" y="518"/>
                </a:lnTo>
                <a:lnTo>
                  <a:pt x="63" y="517"/>
                </a:lnTo>
                <a:lnTo>
                  <a:pt x="63" y="516"/>
                </a:lnTo>
                <a:lnTo>
                  <a:pt x="62" y="515"/>
                </a:lnTo>
                <a:lnTo>
                  <a:pt x="63" y="514"/>
                </a:lnTo>
                <a:lnTo>
                  <a:pt x="64" y="514"/>
                </a:lnTo>
                <a:lnTo>
                  <a:pt x="64" y="513"/>
                </a:lnTo>
                <a:lnTo>
                  <a:pt x="63" y="513"/>
                </a:lnTo>
                <a:lnTo>
                  <a:pt x="62" y="511"/>
                </a:lnTo>
                <a:lnTo>
                  <a:pt x="61" y="511"/>
                </a:lnTo>
                <a:lnTo>
                  <a:pt x="60" y="511"/>
                </a:lnTo>
                <a:lnTo>
                  <a:pt x="60" y="510"/>
                </a:lnTo>
                <a:lnTo>
                  <a:pt x="59" y="510"/>
                </a:lnTo>
                <a:lnTo>
                  <a:pt x="60" y="510"/>
                </a:lnTo>
                <a:lnTo>
                  <a:pt x="60" y="509"/>
                </a:lnTo>
                <a:lnTo>
                  <a:pt x="59" y="509"/>
                </a:lnTo>
                <a:lnTo>
                  <a:pt x="58" y="508"/>
                </a:lnTo>
                <a:lnTo>
                  <a:pt x="57" y="507"/>
                </a:lnTo>
                <a:lnTo>
                  <a:pt x="57" y="506"/>
                </a:lnTo>
                <a:lnTo>
                  <a:pt x="56" y="504"/>
                </a:lnTo>
                <a:lnTo>
                  <a:pt x="55" y="502"/>
                </a:lnTo>
                <a:lnTo>
                  <a:pt x="59" y="502"/>
                </a:lnTo>
                <a:lnTo>
                  <a:pt x="60" y="502"/>
                </a:lnTo>
                <a:lnTo>
                  <a:pt x="61" y="502"/>
                </a:lnTo>
                <a:lnTo>
                  <a:pt x="63" y="502"/>
                </a:lnTo>
                <a:lnTo>
                  <a:pt x="64" y="501"/>
                </a:lnTo>
                <a:lnTo>
                  <a:pt x="64" y="500"/>
                </a:lnTo>
                <a:lnTo>
                  <a:pt x="63" y="499"/>
                </a:lnTo>
                <a:lnTo>
                  <a:pt x="62" y="498"/>
                </a:lnTo>
                <a:lnTo>
                  <a:pt x="63" y="498"/>
                </a:lnTo>
                <a:lnTo>
                  <a:pt x="63" y="497"/>
                </a:lnTo>
                <a:lnTo>
                  <a:pt x="63" y="496"/>
                </a:lnTo>
                <a:lnTo>
                  <a:pt x="62" y="496"/>
                </a:lnTo>
                <a:lnTo>
                  <a:pt x="60" y="495"/>
                </a:lnTo>
                <a:lnTo>
                  <a:pt x="58" y="495"/>
                </a:lnTo>
                <a:lnTo>
                  <a:pt x="57" y="495"/>
                </a:lnTo>
                <a:lnTo>
                  <a:pt x="55" y="493"/>
                </a:lnTo>
                <a:lnTo>
                  <a:pt x="54" y="493"/>
                </a:lnTo>
                <a:lnTo>
                  <a:pt x="53" y="493"/>
                </a:lnTo>
                <a:lnTo>
                  <a:pt x="52" y="493"/>
                </a:lnTo>
                <a:lnTo>
                  <a:pt x="51" y="492"/>
                </a:lnTo>
                <a:lnTo>
                  <a:pt x="51" y="491"/>
                </a:lnTo>
                <a:lnTo>
                  <a:pt x="50" y="491"/>
                </a:lnTo>
                <a:lnTo>
                  <a:pt x="49" y="490"/>
                </a:lnTo>
                <a:lnTo>
                  <a:pt x="48" y="489"/>
                </a:lnTo>
                <a:lnTo>
                  <a:pt x="48" y="488"/>
                </a:lnTo>
                <a:lnTo>
                  <a:pt x="47" y="487"/>
                </a:lnTo>
                <a:lnTo>
                  <a:pt x="46" y="488"/>
                </a:lnTo>
                <a:lnTo>
                  <a:pt x="45" y="486"/>
                </a:lnTo>
                <a:lnTo>
                  <a:pt x="44" y="484"/>
                </a:lnTo>
                <a:lnTo>
                  <a:pt x="45" y="484"/>
                </a:lnTo>
                <a:lnTo>
                  <a:pt x="45" y="483"/>
                </a:lnTo>
                <a:lnTo>
                  <a:pt x="45" y="482"/>
                </a:lnTo>
                <a:lnTo>
                  <a:pt x="45" y="480"/>
                </a:lnTo>
                <a:lnTo>
                  <a:pt x="45" y="479"/>
                </a:lnTo>
                <a:lnTo>
                  <a:pt x="44" y="478"/>
                </a:lnTo>
                <a:lnTo>
                  <a:pt x="43" y="477"/>
                </a:lnTo>
                <a:lnTo>
                  <a:pt x="42" y="475"/>
                </a:lnTo>
                <a:lnTo>
                  <a:pt x="42" y="474"/>
                </a:lnTo>
                <a:lnTo>
                  <a:pt x="42" y="473"/>
                </a:lnTo>
                <a:lnTo>
                  <a:pt x="42" y="472"/>
                </a:lnTo>
                <a:lnTo>
                  <a:pt x="43" y="471"/>
                </a:lnTo>
                <a:lnTo>
                  <a:pt x="44" y="470"/>
                </a:lnTo>
                <a:lnTo>
                  <a:pt x="44" y="469"/>
                </a:lnTo>
                <a:lnTo>
                  <a:pt x="43" y="468"/>
                </a:lnTo>
                <a:lnTo>
                  <a:pt x="43" y="467"/>
                </a:lnTo>
                <a:lnTo>
                  <a:pt x="42" y="467"/>
                </a:lnTo>
                <a:lnTo>
                  <a:pt x="41" y="468"/>
                </a:lnTo>
                <a:lnTo>
                  <a:pt x="41" y="467"/>
                </a:lnTo>
                <a:lnTo>
                  <a:pt x="41" y="466"/>
                </a:lnTo>
                <a:lnTo>
                  <a:pt x="42" y="465"/>
                </a:lnTo>
                <a:lnTo>
                  <a:pt x="43" y="463"/>
                </a:lnTo>
                <a:lnTo>
                  <a:pt x="43" y="462"/>
                </a:lnTo>
                <a:lnTo>
                  <a:pt x="42" y="462"/>
                </a:lnTo>
                <a:lnTo>
                  <a:pt x="41" y="462"/>
                </a:lnTo>
                <a:lnTo>
                  <a:pt x="40" y="461"/>
                </a:lnTo>
                <a:lnTo>
                  <a:pt x="39" y="460"/>
                </a:lnTo>
                <a:lnTo>
                  <a:pt x="38" y="459"/>
                </a:lnTo>
                <a:lnTo>
                  <a:pt x="38" y="457"/>
                </a:lnTo>
                <a:lnTo>
                  <a:pt x="39" y="456"/>
                </a:lnTo>
                <a:lnTo>
                  <a:pt x="40" y="455"/>
                </a:lnTo>
                <a:lnTo>
                  <a:pt x="41" y="454"/>
                </a:lnTo>
                <a:lnTo>
                  <a:pt x="41" y="452"/>
                </a:lnTo>
                <a:lnTo>
                  <a:pt x="41" y="451"/>
                </a:lnTo>
                <a:lnTo>
                  <a:pt x="41" y="449"/>
                </a:lnTo>
                <a:lnTo>
                  <a:pt x="40" y="448"/>
                </a:lnTo>
                <a:lnTo>
                  <a:pt x="41" y="447"/>
                </a:lnTo>
                <a:lnTo>
                  <a:pt x="41" y="446"/>
                </a:lnTo>
                <a:lnTo>
                  <a:pt x="41" y="445"/>
                </a:lnTo>
                <a:lnTo>
                  <a:pt x="41" y="444"/>
                </a:lnTo>
                <a:lnTo>
                  <a:pt x="41" y="442"/>
                </a:lnTo>
                <a:lnTo>
                  <a:pt x="42" y="441"/>
                </a:lnTo>
                <a:lnTo>
                  <a:pt x="42" y="440"/>
                </a:lnTo>
                <a:lnTo>
                  <a:pt x="42" y="439"/>
                </a:lnTo>
                <a:lnTo>
                  <a:pt x="41" y="439"/>
                </a:lnTo>
                <a:lnTo>
                  <a:pt x="41" y="438"/>
                </a:lnTo>
                <a:lnTo>
                  <a:pt x="40" y="437"/>
                </a:lnTo>
                <a:lnTo>
                  <a:pt x="40" y="436"/>
                </a:lnTo>
                <a:lnTo>
                  <a:pt x="40" y="435"/>
                </a:lnTo>
                <a:lnTo>
                  <a:pt x="41" y="435"/>
                </a:lnTo>
                <a:lnTo>
                  <a:pt x="41" y="434"/>
                </a:lnTo>
                <a:lnTo>
                  <a:pt x="41" y="433"/>
                </a:lnTo>
                <a:lnTo>
                  <a:pt x="40" y="429"/>
                </a:lnTo>
                <a:lnTo>
                  <a:pt x="40" y="428"/>
                </a:lnTo>
                <a:lnTo>
                  <a:pt x="39" y="428"/>
                </a:lnTo>
                <a:lnTo>
                  <a:pt x="39" y="427"/>
                </a:lnTo>
                <a:lnTo>
                  <a:pt x="39" y="426"/>
                </a:lnTo>
                <a:lnTo>
                  <a:pt x="38" y="426"/>
                </a:lnTo>
                <a:lnTo>
                  <a:pt x="39" y="425"/>
                </a:lnTo>
                <a:lnTo>
                  <a:pt x="39" y="424"/>
                </a:lnTo>
                <a:lnTo>
                  <a:pt x="39" y="423"/>
                </a:lnTo>
                <a:lnTo>
                  <a:pt x="38" y="421"/>
                </a:lnTo>
                <a:lnTo>
                  <a:pt x="38" y="420"/>
                </a:lnTo>
                <a:lnTo>
                  <a:pt x="38" y="419"/>
                </a:lnTo>
                <a:lnTo>
                  <a:pt x="38" y="418"/>
                </a:lnTo>
                <a:lnTo>
                  <a:pt x="39" y="418"/>
                </a:lnTo>
                <a:lnTo>
                  <a:pt x="40" y="417"/>
                </a:lnTo>
                <a:lnTo>
                  <a:pt x="40" y="416"/>
                </a:lnTo>
                <a:lnTo>
                  <a:pt x="41" y="414"/>
                </a:lnTo>
                <a:lnTo>
                  <a:pt x="42" y="414"/>
                </a:lnTo>
                <a:lnTo>
                  <a:pt x="42" y="413"/>
                </a:lnTo>
                <a:lnTo>
                  <a:pt x="42" y="412"/>
                </a:lnTo>
                <a:lnTo>
                  <a:pt x="42" y="410"/>
                </a:lnTo>
                <a:lnTo>
                  <a:pt x="43" y="410"/>
                </a:lnTo>
                <a:lnTo>
                  <a:pt x="43" y="408"/>
                </a:lnTo>
                <a:lnTo>
                  <a:pt x="44" y="406"/>
                </a:lnTo>
                <a:lnTo>
                  <a:pt x="44" y="404"/>
                </a:lnTo>
                <a:lnTo>
                  <a:pt x="44" y="403"/>
                </a:lnTo>
                <a:lnTo>
                  <a:pt x="44" y="402"/>
                </a:lnTo>
                <a:lnTo>
                  <a:pt x="43" y="400"/>
                </a:lnTo>
                <a:lnTo>
                  <a:pt x="43" y="399"/>
                </a:lnTo>
                <a:lnTo>
                  <a:pt x="42" y="398"/>
                </a:lnTo>
                <a:lnTo>
                  <a:pt x="43" y="398"/>
                </a:lnTo>
                <a:lnTo>
                  <a:pt x="43" y="396"/>
                </a:lnTo>
                <a:lnTo>
                  <a:pt x="43" y="394"/>
                </a:lnTo>
                <a:lnTo>
                  <a:pt x="41" y="392"/>
                </a:lnTo>
                <a:lnTo>
                  <a:pt x="41" y="391"/>
                </a:lnTo>
                <a:lnTo>
                  <a:pt x="39" y="390"/>
                </a:lnTo>
                <a:lnTo>
                  <a:pt x="37" y="389"/>
                </a:lnTo>
                <a:lnTo>
                  <a:pt x="36" y="389"/>
                </a:lnTo>
                <a:lnTo>
                  <a:pt x="34" y="390"/>
                </a:lnTo>
                <a:lnTo>
                  <a:pt x="33" y="390"/>
                </a:lnTo>
                <a:lnTo>
                  <a:pt x="32" y="390"/>
                </a:lnTo>
                <a:lnTo>
                  <a:pt x="31" y="389"/>
                </a:lnTo>
                <a:lnTo>
                  <a:pt x="30" y="389"/>
                </a:lnTo>
                <a:lnTo>
                  <a:pt x="30" y="388"/>
                </a:lnTo>
                <a:lnTo>
                  <a:pt x="29" y="387"/>
                </a:lnTo>
                <a:lnTo>
                  <a:pt x="29" y="386"/>
                </a:lnTo>
                <a:lnTo>
                  <a:pt x="29" y="385"/>
                </a:lnTo>
                <a:lnTo>
                  <a:pt x="30" y="385"/>
                </a:lnTo>
                <a:lnTo>
                  <a:pt x="30" y="384"/>
                </a:lnTo>
                <a:lnTo>
                  <a:pt x="29" y="384"/>
                </a:lnTo>
                <a:lnTo>
                  <a:pt x="28" y="384"/>
                </a:lnTo>
                <a:lnTo>
                  <a:pt x="27" y="384"/>
                </a:lnTo>
                <a:lnTo>
                  <a:pt x="27" y="383"/>
                </a:lnTo>
                <a:lnTo>
                  <a:pt x="26" y="383"/>
                </a:lnTo>
                <a:lnTo>
                  <a:pt x="26" y="382"/>
                </a:lnTo>
                <a:lnTo>
                  <a:pt x="26" y="381"/>
                </a:lnTo>
                <a:lnTo>
                  <a:pt x="24" y="378"/>
                </a:lnTo>
                <a:lnTo>
                  <a:pt x="24" y="377"/>
                </a:lnTo>
                <a:lnTo>
                  <a:pt x="23" y="376"/>
                </a:lnTo>
                <a:lnTo>
                  <a:pt x="22" y="376"/>
                </a:lnTo>
                <a:lnTo>
                  <a:pt x="22" y="377"/>
                </a:lnTo>
                <a:lnTo>
                  <a:pt x="21" y="377"/>
                </a:lnTo>
                <a:lnTo>
                  <a:pt x="20" y="377"/>
                </a:lnTo>
                <a:lnTo>
                  <a:pt x="20" y="376"/>
                </a:lnTo>
                <a:lnTo>
                  <a:pt x="19" y="375"/>
                </a:lnTo>
                <a:lnTo>
                  <a:pt x="18" y="375"/>
                </a:lnTo>
                <a:lnTo>
                  <a:pt x="19" y="373"/>
                </a:lnTo>
                <a:lnTo>
                  <a:pt x="19" y="371"/>
                </a:lnTo>
                <a:lnTo>
                  <a:pt x="20" y="371"/>
                </a:lnTo>
                <a:lnTo>
                  <a:pt x="20" y="370"/>
                </a:lnTo>
                <a:lnTo>
                  <a:pt x="20" y="369"/>
                </a:lnTo>
                <a:lnTo>
                  <a:pt x="21" y="368"/>
                </a:lnTo>
                <a:lnTo>
                  <a:pt x="22" y="366"/>
                </a:lnTo>
                <a:lnTo>
                  <a:pt x="22" y="365"/>
                </a:lnTo>
                <a:lnTo>
                  <a:pt x="22" y="364"/>
                </a:lnTo>
                <a:lnTo>
                  <a:pt x="22" y="363"/>
                </a:lnTo>
                <a:lnTo>
                  <a:pt x="22" y="362"/>
                </a:lnTo>
                <a:lnTo>
                  <a:pt x="23" y="361"/>
                </a:lnTo>
                <a:lnTo>
                  <a:pt x="23" y="360"/>
                </a:lnTo>
                <a:lnTo>
                  <a:pt x="24" y="360"/>
                </a:lnTo>
                <a:lnTo>
                  <a:pt x="25" y="360"/>
                </a:lnTo>
                <a:lnTo>
                  <a:pt x="25" y="359"/>
                </a:lnTo>
                <a:lnTo>
                  <a:pt x="26" y="359"/>
                </a:lnTo>
                <a:lnTo>
                  <a:pt x="29" y="356"/>
                </a:lnTo>
                <a:lnTo>
                  <a:pt x="29" y="355"/>
                </a:lnTo>
                <a:lnTo>
                  <a:pt x="30" y="355"/>
                </a:lnTo>
                <a:lnTo>
                  <a:pt x="30" y="354"/>
                </a:lnTo>
                <a:lnTo>
                  <a:pt x="30" y="353"/>
                </a:lnTo>
                <a:lnTo>
                  <a:pt x="30" y="352"/>
                </a:lnTo>
                <a:lnTo>
                  <a:pt x="31" y="352"/>
                </a:lnTo>
                <a:lnTo>
                  <a:pt x="33" y="351"/>
                </a:lnTo>
                <a:lnTo>
                  <a:pt x="36" y="351"/>
                </a:lnTo>
                <a:lnTo>
                  <a:pt x="38" y="350"/>
                </a:lnTo>
                <a:lnTo>
                  <a:pt x="41" y="349"/>
                </a:lnTo>
                <a:lnTo>
                  <a:pt x="41" y="348"/>
                </a:lnTo>
                <a:lnTo>
                  <a:pt x="43" y="347"/>
                </a:lnTo>
                <a:lnTo>
                  <a:pt x="44" y="346"/>
                </a:lnTo>
                <a:lnTo>
                  <a:pt x="44" y="345"/>
                </a:lnTo>
                <a:lnTo>
                  <a:pt x="43" y="345"/>
                </a:lnTo>
                <a:lnTo>
                  <a:pt x="44" y="344"/>
                </a:lnTo>
                <a:lnTo>
                  <a:pt x="45" y="343"/>
                </a:lnTo>
                <a:lnTo>
                  <a:pt x="46" y="343"/>
                </a:lnTo>
                <a:lnTo>
                  <a:pt x="49" y="340"/>
                </a:lnTo>
                <a:lnTo>
                  <a:pt x="50" y="339"/>
                </a:lnTo>
                <a:lnTo>
                  <a:pt x="50" y="338"/>
                </a:lnTo>
                <a:lnTo>
                  <a:pt x="51" y="338"/>
                </a:lnTo>
                <a:lnTo>
                  <a:pt x="51" y="337"/>
                </a:lnTo>
                <a:lnTo>
                  <a:pt x="51" y="336"/>
                </a:lnTo>
                <a:lnTo>
                  <a:pt x="51" y="335"/>
                </a:lnTo>
                <a:lnTo>
                  <a:pt x="52" y="334"/>
                </a:lnTo>
                <a:lnTo>
                  <a:pt x="52" y="333"/>
                </a:lnTo>
                <a:lnTo>
                  <a:pt x="51" y="331"/>
                </a:lnTo>
                <a:lnTo>
                  <a:pt x="51" y="330"/>
                </a:lnTo>
                <a:lnTo>
                  <a:pt x="53" y="330"/>
                </a:lnTo>
                <a:lnTo>
                  <a:pt x="54" y="331"/>
                </a:lnTo>
                <a:lnTo>
                  <a:pt x="54" y="332"/>
                </a:lnTo>
                <a:lnTo>
                  <a:pt x="54" y="333"/>
                </a:lnTo>
                <a:lnTo>
                  <a:pt x="55" y="333"/>
                </a:lnTo>
                <a:lnTo>
                  <a:pt x="56" y="333"/>
                </a:lnTo>
                <a:lnTo>
                  <a:pt x="58" y="335"/>
                </a:lnTo>
                <a:lnTo>
                  <a:pt x="59" y="334"/>
                </a:lnTo>
                <a:lnTo>
                  <a:pt x="62" y="335"/>
                </a:lnTo>
                <a:lnTo>
                  <a:pt x="63" y="335"/>
                </a:lnTo>
                <a:lnTo>
                  <a:pt x="63" y="336"/>
                </a:lnTo>
                <a:lnTo>
                  <a:pt x="63" y="339"/>
                </a:lnTo>
                <a:lnTo>
                  <a:pt x="63" y="341"/>
                </a:lnTo>
                <a:lnTo>
                  <a:pt x="62" y="342"/>
                </a:lnTo>
                <a:lnTo>
                  <a:pt x="61" y="343"/>
                </a:lnTo>
                <a:lnTo>
                  <a:pt x="60" y="346"/>
                </a:lnTo>
                <a:lnTo>
                  <a:pt x="60" y="348"/>
                </a:lnTo>
                <a:lnTo>
                  <a:pt x="60" y="349"/>
                </a:lnTo>
                <a:lnTo>
                  <a:pt x="62" y="349"/>
                </a:lnTo>
                <a:lnTo>
                  <a:pt x="63" y="349"/>
                </a:lnTo>
                <a:lnTo>
                  <a:pt x="64" y="348"/>
                </a:lnTo>
                <a:lnTo>
                  <a:pt x="65" y="348"/>
                </a:lnTo>
                <a:lnTo>
                  <a:pt x="65" y="349"/>
                </a:lnTo>
                <a:lnTo>
                  <a:pt x="65" y="350"/>
                </a:lnTo>
                <a:lnTo>
                  <a:pt x="64" y="350"/>
                </a:lnTo>
                <a:lnTo>
                  <a:pt x="64" y="351"/>
                </a:lnTo>
                <a:lnTo>
                  <a:pt x="65" y="351"/>
                </a:lnTo>
                <a:lnTo>
                  <a:pt x="66" y="350"/>
                </a:lnTo>
                <a:lnTo>
                  <a:pt x="68" y="351"/>
                </a:lnTo>
                <a:lnTo>
                  <a:pt x="70" y="351"/>
                </a:lnTo>
                <a:lnTo>
                  <a:pt x="71" y="351"/>
                </a:lnTo>
                <a:lnTo>
                  <a:pt x="72" y="353"/>
                </a:lnTo>
                <a:lnTo>
                  <a:pt x="72" y="354"/>
                </a:lnTo>
                <a:lnTo>
                  <a:pt x="72" y="355"/>
                </a:lnTo>
                <a:lnTo>
                  <a:pt x="73" y="356"/>
                </a:lnTo>
                <a:lnTo>
                  <a:pt x="74" y="355"/>
                </a:lnTo>
                <a:lnTo>
                  <a:pt x="75" y="356"/>
                </a:lnTo>
                <a:lnTo>
                  <a:pt x="76" y="357"/>
                </a:lnTo>
                <a:lnTo>
                  <a:pt x="76" y="358"/>
                </a:lnTo>
                <a:lnTo>
                  <a:pt x="77" y="358"/>
                </a:lnTo>
                <a:lnTo>
                  <a:pt x="78" y="358"/>
                </a:lnTo>
                <a:lnTo>
                  <a:pt x="80" y="357"/>
                </a:lnTo>
                <a:lnTo>
                  <a:pt x="81" y="357"/>
                </a:lnTo>
                <a:lnTo>
                  <a:pt x="82" y="357"/>
                </a:lnTo>
                <a:lnTo>
                  <a:pt x="83" y="357"/>
                </a:lnTo>
                <a:lnTo>
                  <a:pt x="83" y="358"/>
                </a:lnTo>
                <a:lnTo>
                  <a:pt x="86" y="360"/>
                </a:lnTo>
                <a:lnTo>
                  <a:pt x="87" y="360"/>
                </a:lnTo>
                <a:lnTo>
                  <a:pt x="88" y="359"/>
                </a:lnTo>
                <a:lnTo>
                  <a:pt x="88" y="358"/>
                </a:lnTo>
                <a:lnTo>
                  <a:pt x="89" y="358"/>
                </a:lnTo>
                <a:lnTo>
                  <a:pt x="89" y="359"/>
                </a:lnTo>
                <a:lnTo>
                  <a:pt x="89" y="360"/>
                </a:lnTo>
                <a:lnTo>
                  <a:pt x="88" y="360"/>
                </a:lnTo>
                <a:lnTo>
                  <a:pt x="89" y="360"/>
                </a:lnTo>
                <a:lnTo>
                  <a:pt x="90" y="360"/>
                </a:lnTo>
                <a:lnTo>
                  <a:pt x="91" y="360"/>
                </a:lnTo>
                <a:lnTo>
                  <a:pt x="92" y="360"/>
                </a:lnTo>
                <a:lnTo>
                  <a:pt x="92" y="361"/>
                </a:lnTo>
                <a:lnTo>
                  <a:pt x="94" y="361"/>
                </a:lnTo>
                <a:lnTo>
                  <a:pt x="95" y="360"/>
                </a:lnTo>
                <a:lnTo>
                  <a:pt x="96" y="360"/>
                </a:lnTo>
                <a:lnTo>
                  <a:pt x="96" y="361"/>
                </a:lnTo>
                <a:lnTo>
                  <a:pt x="98" y="361"/>
                </a:lnTo>
                <a:lnTo>
                  <a:pt x="99" y="360"/>
                </a:lnTo>
                <a:lnTo>
                  <a:pt x="101" y="360"/>
                </a:lnTo>
                <a:lnTo>
                  <a:pt x="102" y="360"/>
                </a:lnTo>
                <a:lnTo>
                  <a:pt x="103" y="360"/>
                </a:lnTo>
                <a:lnTo>
                  <a:pt x="105" y="359"/>
                </a:lnTo>
                <a:lnTo>
                  <a:pt x="107" y="359"/>
                </a:lnTo>
                <a:lnTo>
                  <a:pt x="108" y="359"/>
                </a:lnTo>
                <a:lnTo>
                  <a:pt x="108" y="360"/>
                </a:lnTo>
                <a:lnTo>
                  <a:pt x="109" y="361"/>
                </a:lnTo>
                <a:lnTo>
                  <a:pt x="110" y="363"/>
                </a:lnTo>
                <a:lnTo>
                  <a:pt x="110" y="364"/>
                </a:lnTo>
                <a:lnTo>
                  <a:pt x="110" y="365"/>
                </a:lnTo>
                <a:lnTo>
                  <a:pt x="111" y="365"/>
                </a:lnTo>
                <a:lnTo>
                  <a:pt x="111" y="367"/>
                </a:lnTo>
                <a:lnTo>
                  <a:pt x="110" y="368"/>
                </a:lnTo>
                <a:lnTo>
                  <a:pt x="110" y="369"/>
                </a:lnTo>
                <a:lnTo>
                  <a:pt x="111" y="369"/>
                </a:lnTo>
                <a:lnTo>
                  <a:pt x="111" y="370"/>
                </a:lnTo>
                <a:lnTo>
                  <a:pt x="110" y="372"/>
                </a:lnTo>
                <a:lnTo>
                  <a:pt x="108" y="373"/>
                </a:lnTo>
                <a:lnTo>
                  <a:pt x="108" y="374"/>
                </a:lnTo>
                <a:lnTo>
                  <a:pt x="109" y="377"/>
                </a:lnTo>
                <a:lnTo>
                  <a:pt x="110" y="378"/>
                </a:lnTo>
                <a:lnTo>
                  <a:pt x="110" y="380"/>
                </a:lnTo>
                <a:lnTo>
                  <a:pt x="111" y="382"/>
                </a:lnTo>
                <a:lnTo>
                  <a:pt x="111" y="383"/>
                </a:lnTo>
                <a:lnTo>
                  <a:pt x="112" y="383"/>
                </a:lnTo>
                <a:lnTo>
                  <a:pt x="113" y="383"/>
                </a:lnTo>
                <a:lnTo>
                  <a:pt x="117" y="387"/>
                </a:lnTo>
                <a:lnTo>
                  <a:pt x="118" y="389"/>
                </a:lnTo>
                <a:lnTo>
                  <a:pt x="118" y="390"/>
                </a:lnTo>
                <a:lnTo>
                  <a:pt x="119" y="391"/>
                </a:lnTo>
                <a:lnTo>
                  <a:pt x="120" y="392"/>
                </a:lnTo>
                <a:lnTo>
                  <a:pt x="122" y="395"/>
                </a:lnTo>
                <a:lnTo>
                  <a:pt x="122" y="396"/>
                </a:lnTo>
                <a:lnTo>
                  <a:pt x="122" y="397"/>
                </a:lnTo>
                <a:lnTo>
                  <a:pt x="123" y="398"/>
                </a:lnTo>
                <a:lnTo>
                  <a:pt x="125" y="398"/>
                </a:lnTo>
                <a:lnTo>
                  <a:pt x="126" y="399"/>
                </a:lnTo>
                <a:lnTo>
                  <a:pt x="126" y="401"/>
                </a:lnTo>
                <a:lnTo>
                  <a:pt x="127" y="403"/>
                </a:lnTo>
                <a:lnTo>
                  <a:pt x="128" y="404"/>
                </a:lnTo>
                <a:lnTo>
                  <a:pt x="129" y="404"/>
                </a:lnTo>
                <a:lnTo>
                  <a:pt x="130" y="404"/>
                </a:lnTo>
                <a:lnTo>
                  <a:pt x="130" y="405"/>
                </a:lnTo>
                <a:lnTo>
                  <a:pt x="131" y="405"/>
                </a:lnTo>
                <a:lnTo>
                  <a:pt x="132" y="406"/>
                </a:lnTo>
                <a:lnTo>
                  <a:pt x="133" y="407"/>
                </a:lnTo>
                <a:lnTo>
                  <a:pt x="133" y="408"/>
                </a:lnTo>
                <a:lnTo>
                  <a:pt x="133" y="410"/>
                </a:lnTo>
                <a:lnTo>
                  <a:pt x="133" y="411"/>
                </a:lnTo>
                <a:lnTo>
                  <a:pt x="133" y="415"/>
                </a:lnTo>
                <a:lnTo>
                  <a:pt x="133" y="416"/>
                </a:lnTo>
                <a:lnTo>
                  <a:pt x="136" y="418"/>
                </a:lnTo>
                <a:lnTo>
                  <a:pt x="139" y="420"/>
                </a:lnTo>
                <a:lnTo>
                  <a:pt x="139" y="421"/>
                </a:lnTo>
                <a:lnTo>
                  <a:pt x="139" y="422"/>
                </a:lnTo>
                <a:lnTo>
                  <a:pt x="140" y="424"/>
                </a:lnTo>
                <a:lnTo>
                  <a:pt x="140" y="425"/>
                </a:lnTo>
                <a:lnTo>
                  <a:pt x="142" y="427"/>
                </a:lnTo>
                <a:lnTo>
                  <a:pt x="142" y="428"/>
                </a:lnTo>
                <a:lnTo>
                  <a:pt x="143" y="428"/>
                </a:lnTo>
                <a:lnTo>
                  <a:pt x="143" y="429"/>
                </a:lnTo>
                <a:lnTo>
                  <a:pt x="143" y="430"/>
                </a:lnTo>
                <a:lnTo>
                  <a:pt x="144" y="431"/>
                </a:lnTo>
                <a:lnTo>
                  <a:pt x="144" y="432"/>
                </a:lnTo>
                <a:lnTo>
                  <a:pt x="144" y="433"/>
                </a:lnTo>
                <a:lnTo>
                  <a:pt x="145" y="433"/>
                </a:lnTo>
                <a:lnTo>
                  <a:pt x="146" y="434"/>
                </a:lnTo>
                <a:lnTo>
                  <a:pt x="146" y="435"/>
                </a:lnTo>
                <a:lnTo>
                  <a:pt x="146" y="436"/>
                </a:lnTo>
                <a:lnTo>
                  <a:pt x="147" y="436"/>
                </a:lnTo>
                <a:lnTo>
                  <a:pt x="147" y="435"/>
                </a:lnTo>
                <a:lnTo>
                  <a:pt x="148" y="435"/>
                </a:lnTo>
                <a:lnTo>
                  <a:pt x="149" y="434"/>
                </a:lnTo>
                <a:lnTo>
                  <a:pt x="149" y="433"/>
                </a:lnTo>
                <a:lnTo>
                  <a:pt x="150" y="433"/>
                </a:lnTo>
                <a:lnTo>
                  <a:pt x="150" y="434"/>
                </a:lnTo>
                <a:lnTo>
                  <a:pt x="149" y="434"/>
                </a:lnTo>
                <a:lnTo>
                  <a:pt x="149" y="436"/>
                </a:lnTo>
                <a:lnTo>
                  <a:pt x="149" y="437"/>
                </a:lnTo>
                <a:lnTo>
                  <a:pt x="150" y="438"/>
                </a:lnTo>
                <a:lnTo>
                  <a:pt x="150" y="440"/>
                </a:lnTo>
                <a:lnTo>
                  <a:pt x="150" y="441"/>
                </a:lnTo>
                <a:lnTo>
                  <a:pt x="150" y="442"/>
                </a:lnTo>
                <a:lnTo>
                  <a:pt x="149" y="442"/>
                </a:lnTo>
                <a:lnTo>
                  <a:pt x="149" y="443"/>
                </a:lnTo>
                <a:lnTo>
                  <a:pt x="150" y="444"/>
                </a:lnTo>
                <a:lnTo>
                  <a:pt x="151" y="444"/>
                </a:lnTo>
                <a:lnTo>
                  <a:pt x="152" y="444"/>
                </a:lnTo>
                <a:lnTo>
                  <a:pt x="152" y="445"/>
                </a:lnTo>
                <a:lnTo>
                  <a:pt x="151" y="445"/>
                </a:lnTo>
                <a:lnTo>
                  <a:pt x="151" y="446"/>
                </a:lnTo>
                <a:lnTo>
                  <a:pt x="150" y="446"/>
                </a:lnTo>
                <a:lnTo>
                  <a:pt x="150" y="447"/>
                </a:lnTo>
                <a:lnTo>
                  <a:pt x="150" y="448"/>
                </a:lnTo>
                <a:lnTo>
                  <a:pt x="150" y="449"/>
                </a:lnTo>
                <a:lnTo>
                  <a:pt x="150" y="450"/>
                </a:lnTo>
                <a:lnTo>
                  <a:pt x="150" y="451"/>
                </a:lnTo>
                <a:lnTo>
                  <a:pt x="149" y="452"/>
                </a:lnTo>
                <a:lnTo>
                  <a:pt x="149" y="453"/>
                </a:lnTo>
                <a:lnTo>
                  <a:pt x="150" y="453"/>
                </a:lnTo>
                <a:lnTo>
                  <a:pt x="150" y="454"/>
                </a:lnTo>
                <a:lnTo>
                  <a:pt x="151" y="454"/>
                </a:lnTo>
                <a:lnTo>
                  <a:pt x="151" y="455"/>
                </a:lnTo>
                <a:lnTo>
                  <a:pt x="151" y="456"/>
                </a:lnTo>
                <a:lnTo>
                  <a:pt x="151" y="457"/>
                </a:lnTo>
                <a:lnTo>
                  <a:pt x="151" y="458"/>
                </a:lnTo>
                <a:lnTo>
                  <a:pt x="152" y="458"/>
                </a:lnTo>
                <a:lnTo>
                  <a:pt x="154" y="457"/>
                </a:lnTo>
                <a:lnTo>
                  <a:pt x="154" y="458"/>
                </a:lnTo>
                <a:lnTo>
                  <a:pt x="155" y="458"/>
                </a:lnTo>
                <a:lnTo>
                  <a:pt x="156" y="459"/>
                </a:lnTo>
                <a:lnTo>
                  <a:pt x="157" y="459"/>
                </a:lnTo>
                <a:lnTo>
                  <a:pt x="158" y="459"/>
                </a:lnTo>
                <a:lnTo>
                  <a:pt x="159" y="460"/>
                </a:lnTo>
                <a:lnTo>
                  <a:pt x="160" y="459"/>
                </a:lnTo>
                <a:lnTo>
                  <a:pt x="161" y="458"/>
                </a:lnTo>
                <a:lnTo>
                  <a:pt x="162" y="459"/>
                </a:lnTo>
                <a:lnTo>
                  <a:pt x="162" y="458"/>
                </a:lnTo>
                <a:lnTo>
                  <a:pt x="162" y="457"/>
                </a:lnTo>
                <a:lnTo>
                  <a:pt x="163" y="455"/>
                </a:lnTo>
                <a:lnTo>
                  <a:pt x="164" y="454"/>
                </a:lnTo>
                <a:lnTo>
                  <a:pt x="165" y="453"/>
                </a:lnTo>
                <a:lnTo>
                  <a:pt x="166" y="452"/>
                </a:lnTo>
                <a:lnTo>
                  <a:pt x="166" y="451"/>
                </a:lnTo>
                <a:lnTo>
                  <a:pt x="166" y="450"/>
                </a:lnTo>
                <a:lnTo>
                  <a:pt x="165" y="450"/>
                </a:lnTo>
                <a:lnTo>
                  <a:pt x="165" y="449"/>
                </a:lnTo>
                <a:lnTo>
                  <a:pt x="164" y="448"/>
                </a:lnTo>
                <a:lnTo>
                  <a:pt x="164" y="447"/>
                </a:lnTo>
                <a:lnTo>
                  <a:pt x="164" y="446"/>
                </a:lnTo>
                <a:lnTo>
                  <a:pt x="164" y="445"/>
                </a:lnTo>
                <a:lnTo>
                  <a:pt x="164" y="444"/>
                </a:lnTo>
                <a:lnTo>
                  <a:pt x="163" y="444"/>
                </a:lnTo>
                <a:lnTo>
                  <a:pt x="163" y="443"/>
                </a:lnTo>
                <a:lnTo>
                  <a:pt x="164" y="441"/>
                </a:lnTo>
                <a:lnTo>
                  <a:pt x="165" y="441"/>
                </a:lnTo>
                <a:lnTo>
                  <a:pt x="165" y="440"/>
                </a:lnTo>
                <a:lnTo>
                  <a:pt x="165" y="439"/>
                </a:lnTo>
                <a:lnTo>
                  <a:pt x="166" y="439"/>
                </a:lnTo>
                <a:lnTo>
                  <a:pt x="166" y="438"/>
                </a:lnTo>
                <a:lnTo>
                  <a:pt x="167" y="438"/>
                </a:lnTo>
                <a:lnTo>
                  <a:pt x="167" y="437"/>
                </a:lnTo>
                <a:lnTo>
                  <a:pt x="167" y="436"/>
                </a:lnTo>
                <a:lnTo>
                  <a:pt x="167" y="435"/>
                </a:lnTo>
                <a:lnTo>
                  <a:pt x="168" y="435"/>
                </a:lnTo>
                <a:lnTo>
                  <a:pt x="168" y="434"/>
                </a:lnTo>
                <a:lnTo>
                  <a:pt x="168" y="433"/>
                </a:lnTo>
                <a:lnTo>
                  <a:pt x="168" y="432"/>
                </a:lnTo>
                <a:lnTo>
                  <a:pt x="169" y="432"/>
                </a:lnTo>
                <a:lnTo>
                  <a:pt x="170" y="432"/>
                </a:lnTo>
                <a:lnTo>
                  <a:pt x="170" y="431"/>
                </a:lnTo>
                <a:lnTo>
                  <a:pt x="170" y="430"/>
                </a:lnTo>
                <a:lnTo>
                  <a:pt x="170" y="429"/>
                </a:lnTo>
                <a:lnTo>
                  <a:pt x="170" y="428"/>
                </a:lnTo>
                <a:lnTo>
                  <a:pt x="170" y="427"/>
                </a:lnTo>
                <a:lnTo>
                  <a:pt x="170" y="426"/>
                </a:lnTo>
                <a:lnTo>
                  <a:pt x="170" y="425"/>
                </a:lnTo>
                <a:lnTo>
                  <a:pt x="171" y="425"/>
                </a:lnTo>
                <a:lnTo>
                  <a:pt x="172" y="425"/>
                </a:lnTo>
                <a:lnTo>
                  <a:pt x="173" y="424"/>
                </a:lnTo>
                <a:lnTo>
                  <a:pt x="174" y="424"/>
                </a:lnTo>
                <a:lnTo>
                  <a:pt x="174" y="423"/>
                </a:lnTo>
                <a:lnTo>
                  <a:pt x="175" y="423"/>
                </a:lnTo>
                <a:lnTo>
                  <a:pt x="175" y="422"/>
                </a:lnTo>
                <a:lnTo>
                  <a:pt x="176" y="421"/>
                </a:lnTo>
                <a:lnTo>
                  <a:pt x="176" y="420"/>
                </a:lnTo>
                <a:lnTo>
                  <a:pt x="177" y="420"/>
                </a:lnTo>
                <a:lnTo>
                  <a:pt x="177" y="419"/>
                </a:lnTo>
                <a:lnTo>
                  <a:pt x="177" y="418"/>
                </a:lnTo>
                <a:lnTo>
                  <a:pt x="178" y="417"/>
                </a:lnTo>
                <a:lnTo>
                  <a:pt x="179" y="417"/>
                </a:lnTo>
                <a:lnTo>
                  <a:pt x="182" y="417"/>
                </a:lnTo>
                <a:lnTo>
                  <a:pt x="183" y="417"/>
                </a:lnTo>
                <a:lnTo>
                  <a:pt x="184" y="417"/>
                </a:lnTo>
                <a:lnTo>
                  <a:pt x="184" y="416"/>
                </a:lnTo>
                <a:lnTo>
                  <a:pt x="185" y="415"/>
                </a:lnTo>
                <a:lnTo>
                  <a:pt x="184" y="414"/>
                </a:lnTo>
                <a:lnTo>
                  <a:pt x="184" y="413"/>
                </a:lnTo>
                <a:lnTo>
                  <a:pt x="183" y="413"/>
                </a:lnTo>
                <a:lnTo>
                  <a:pt x="182" y="413"/>
                </a:lnTo>
                <a:lnTo>
                  <a:pt x="181" y="414"/>
                </a:lnTo>
                <a:lnTo>
                  <a:pt x="180" y="413"/>
                </a:lnTo>
                <a:lnTo>
                  <a:pt x="179" y="413"/>
                </a:lnTo>
                <a:lnTo>
                  <a:pt x="179" y="412"/>
                </a:lnTo>
                <a:lnTo>
                  <a:pt x="180" y="412"/>
                </a:lnTo>
                <a:lnTo>
                  <a:pt x="180" y="411"/>
                </a:lnTo>
                <a:lnTo>
                  <a:pt x="180" y="410"/>
                </a:lnTo>
                <a:lnTo>
                  <a:pt x="179" y="410"/>
                </a:lnTo>
                <a:lnTo>
                  <a:pt x="180" y="410"/>
                </a:lnTo>
                <a:lnTo>
                  <a:pt x="180" y="409"/>
                </a:lnTo>
                <a:lnTo>
                  <a:pt x="180" y="408"/>
                </a:lnTo>
                <a:lnTo>
                  <a:pt x="181" y="408"/>
                </a:lnTo>
                <a:lnTo>
                  <a:pt x="181" y="409"/>
                </a:lnTo>
                <a:lnTo>
                  <a:pt x="181" y="410"/>
                </a:lnTo>
                <a:lnTo>
                  <a:pt x="182" y="410"/>
                </a:lnTo>
                <a:lnTo>
                  <a:pt x="183" y="409"/>
                </a:lnTo>
                <a:lnTo>
                  <a:pt x="182" y="409"/>
                </a:lnTo>
                <a:lnTo>
                  <a:pt x="181" y="408"/>
                </a:lnTo>
                <a:lnTo>
                  <a:pt x="182" y="406"/>
                </a:lnTo>
                <a:lnTo>
                  <a:pt x="183" y="405"/>
                </a:lnTo>
                <a:lnTo>
                  <a:pt x="185" y="405"/>
                </a:lnTo>
                <a:lnTo>
                  <a:pt x="185" y="406"/>
                </a:lnTo>
                <a:lnTo>
                  <a:pt x="185" y="407"/>
                </a:lnTo>
                <a:lnTo>
                  <a:pt x="184" y="408"/>
                </a:lnTo>
                <a:lnTo>
                  <a:pt x="185" y="407"/>
                </a:lnTo>
                <a:lnTo>
                  <a:pt x="186" y="405"/>
                </a:lnTo>
                <a:lnTo>
                  <a:pt x="186" y="404"/>
                </a:lnTo>
                <a:lnTo>
                  <a:pt x="185" y="404"/>
                </a:lnTo>
                <a:lnTo>
                  <a:pt x="185" y="402"/>
                </a:lnTo>
                <a:lnTo>
                  <a:pt x="185" y="401"/>
                </a:lnTo>
                <a:lnTo>
                  <a:pt x="187" y="400"/>
                </a:lnTo>
                <a:lnTo>
                  <a:pt x="187" y="399"/>
                </a:lnTo>
                <a:lnTo>
                  <a:pt x="188" y="399"/>
                </a:lnTo>
                <a:lnTo>
                  <a:pt x="188" y="398"/>
                </a:lnTo>
                <a:lnTo>
                  <a:pt x="188" y="397"/>
                </a:lnTo>
                <a:lnTo>
                  <a:pt x="188" y="396"/>
                </a:lnTo>
                <a:lnTo>
                  <a:pt x="189" y="396"/>
                </a:lnTo>
                <a:lnTo>
                  <a:pt x="190" y="395"/>
                </a:lnTo>
                <a:lnTo>
                  <a:pt x="190" y="394"/>
                </a:lnTo>
                <a:lnTo>
                  <a:pt x="191" y="394"/>
                </a:lnTo>
                <a:lnTo>
                  <a:pt x="191" y="393"/>
                </a:lnTo>
                <a:lnTo>
                  <a:pt x="192" y="393"/>
                </a:lnTo>
                <a:lnTo>
                  <a:pt x="192" y="392"/>
                </a:lnTo>
                <a:lnTo>
                  <a:pt x="193" y="392"/>
                </a:lnTo>
                <a:lnTo>
                  <a:pt x="194" y="392"/>
                </a:lnTo>
                <a:lnTo>
                  <a:pt x="195" y="392"/>
                </a:lnTo>
                <a:lnTo>
                  <a:pt x="195" y="393"/>
                </a:lnTo>
                <a:lnTo>
                  <a:pt x="196" y="393"/>
                </a:lnTo>
                <a:lnTo>
                  <a:pt x="197" y="393"/>
                </a:lnTo>
                <a:lnTo>
                  <a:pt x="199" y="393"/>
                </a:lnTo>
                <a:lnTo>
                  <a:pt x="200" y="393"/>
                </a:lnTo>
                <a:lnTo>
                  <a:pt x="200" y="392"/>
                </a:lnTo>
                <a:lnTo>
                  <a:pt x="200" y="391"/>
                </a:lnTo>
                <a:lnTo>
                  <a:pt x="199" y="391"/>
                </a:lnTo>
                <a:lnTo>
                  <a:pt x="199" y="390"/>
                </a:lnTo>
                <a:lnTo>
                  <a:pt x="200" y="389"/>
                </a:lnTo>
                <a:lnTo>
                  <a:pt x="200" y="388"/>
                </a:lnTo>
                <a:lnTo>
                  <a:pt x="201" y="388"/>
                </a:lnTo>
                <a:lnTo>
                  <a:pt x="202" y="388"/>
                </a:lnTo>
                <a:lnTo>
                  <a:pt x="202" y="387"/>
                </a:lnTo>
                <a:lnTo>
                  <a:pt x="203" y="387"/>
                </a:lnTo>
                <a:lnTo>
                  <a:pt x="203" y="386"/>
                </a:lnTo>
                <a:lnTo>
                  <a:pt x="204" y="386"/>
                </a:lnTo>
                <a:lnTo>
                  <a:pt x="204" y="385"/>
                </a:lnTo>
                <a:lnTo>
                  <a:pt x="204" y="384"/>
                </a:lnTo>
                <a:lnTo>
                  <a:pt x="203" y="384"/>
                </a:lnTo>
                <a:lnTo>
                  <a:pt x="204" y="383"/>
                </a:lnTo>
                <a:lnTo>
                  <a:pt x="204" y="382"/>
                </a:lnTo>
                <a:lnTo>
                  <a:pt x="203" y="381"/>
                </a:lnTo>
                <a:lnTo>
                  <a:pt x="203" y="380"/>
                </a:lnTo>
                <a:lnTo>
                  <a:pt x="203" y="379"/>
                </a:lnTo>
                <a:lnTo>
                  <a:pt x="202" y="379"/>
                </a:lnTo>
                <a:lnTo>
                  <a:pt x="202" y="378"/>
                </a:lnTo>
                <a:lnTo>
                  <a:pt x="202" y="377"/>
                </a:lnTo>
                <a:lnTo>
                  <a:pt x="203" y="377"/>
                </a:lnTo>
                <a:lnTo>
                  <a:pt x="204" y="376"/>
                </a:lnTo>
                <a:lnTo>
                  <a:pt x="205" y="376"/>
                </a:lnTo>
                <a:lnTo>
                  <a:pt x="206" y="375"/>
                </a:lnTo>
                <a:lnTo>
                  <a:pt x="207" y="375"/>
                </a:lnTo>
                <a:lnTo>
                  <a:pt x="207" y="374"/>
                </a:lnTo>
                <a:lnTo>
                  <a:pt x="208" y="374"/>
                </a:lnTo>
                <a:lnTo>
                  <a:pt x="208" y="373"/>
                </a:lnTo>
                <a:lnTo>
                  <a:pt x="208" y="372"/>
                </a:lnTo>
                <a:lnTo>
                  <a:pt x="207" y="371"/>
                </a:lnTo>
                <a:lnTo>
                  <a:pt x="206" y="371"/>
                </a:lnTo>
                <a:lnTo>
                  <a:pt x="206" y="370"/>
                </a:lnTo>
                <a:lnTo>
                  <a:pt x="207" y="370"/>
                </a:lnTo>
                <a:lnTo>
                  <a:pt x="208" y="370"/>
                </a:lnTo>
                <a:lnTo>
                  <a:pt x="208" y="369"/>
                </a:lnTo>
                <a:lnTo>
                  <a:pt x="207" y="368"/>
                </a:lnTo>
                <a:lnTo>
                  <a:pt x="206" y="368"/>
                </a:lnTo>
                <a:lnTo>
                  <a:pt x="206" y="369"/>
                </a:lnTo>
                <a:lnTo>
                  <a:pt x="205" y="369"/>
                </a:lnTo>
                <a:lnTo>
                  <a:pt x="204" y="368"/>
                </a:lnTo>
                <a:lnTo>
                  <a:pt x="203" y="367"/>
                </a:lnTo>
                <a:lnTo>
                  <a:pt x="204" y="367"/>
                </a:lnTo>
                <a:lnTo>
                  <a:pt x="204" y="366"/>
                </a:lnTo>
                <a:lnTo>
                  <a:pt x="204" y="365"/>
                </a:lnTo>
                <a:lnTo>
                  <a:pt x="205" y="365"/>
                </a:lnTo>
                <a:lnTo>
                  <a:pt x="206" y="364"/>
                </a:lnTo>
                <a:lnTo>
                  <a:pt x="206" y="363"/>
                </a:lnTo>
                <a:lnTo>
                  <a:pt x="207" y="363"/>
                </a:lnTo>
                <a:lnTo>
                  <a:pt x="208" y="362"/>
                </a:lnTo>
                <a:lnTo>
                  <a:pt x="209" y="361"/>
                </a:lnTo>
                <a:lnTo>
                  <a:pt x="209" y="360"/>
                </a:lnTo>
                <a:lnTo>
                  <a:pt x="210" y="360"/>
                </a:lnTo>
                <a:lnTo>
                  <a:pt x="211" y="360"/>
                </a:lnTo>
                <a:lnTo>
                  <a:pt x="212" y="359"/>
                </a:lnTo>
                <a:lnTo>
                  <a:pt x="212" y="358"/>
                </a:lnTo>
                <a:lnTo>
                  <a:pt x="213" y="358"/>
                </a:lnTo>
                <a:lnTo>
                  <a:pt x="213" y="357"/>
                </a:lnTo>
                <a:lnTo>
                  <a:pt x="214" y="357"/>
                </a:lnTo>
                <a:lnTo>
                  <a:pt x="215" y="357"/>
                </a:lnTo>
                <a:lnTo>
                  <a:pt x="216" y="357"/>
                </a:lnTo>
                <a:lnTo>
                  <a:pt x="216" y="356"/>
                </a:lnTo>
                <a:lnTo>
                  <a:pt x="217" y="356"/>
                </a:lnTo>
                <a:lnTo>
                  <a:pt x="217" y="355"/>
                </a:lnTo>
                <a:lnTo>
                  <a:pt x="217" y="354"/>
                </a:lnTo>
                <a:lnTo>
                  <a:pt x="218" y="354"/>
                </a:lnTo>
                <a:lnTo>
                  <a:pt x="218" y="353"/>
                </a:lnTo>
                <a:lnTo>
                  <a:pt x="219" y="352"/>
                </a:lnTo>
                <a:lnTo>
                  <a:pt x="219" y="351"/>
                </a:lnTo>
                <a:lnTo>
                  <a:pt x="220" y="351"/>
                </a:lnTo>
                <a:lnTo>
                  <a:pt x="220" y="352"/>
                </a:lnTo>
                <a:lnTo>
                  <a:pt x="221" y="351"/>
                </a:lnTo>
                <a:lnTo>
                  <a:pt x="222" y="352"/>
                </a:lnTo>
                <a:lnTo>
                  <a:pt x="223" y="352"/>
                </a:lnTo>
                <a:lnTo>
                  <a:pt x="223" y="353"/>
                </a:lnTo>
                <a:lnTo>
                  <a:pt x="226" y="351"/>
                </a:lnTo>
                <a:lnTo>
                  <a:pt x="226" y="350"/>
                </a:lnTo>
                <a:lnTo>
                  <a:pt x="227" y="350"/>
                </a:lnTo>
                <a:lnTo>
                  <a:pt x="228" y="350"/>
                </a:lnTo>
                <a:lnTo>
                  <a:pt x="229" y="350"/>
                </a:lnTo>
                <a:lnTo>
                  <a:pt x="229" y="349"/>
                </a:lnTo>
                <a:lnTo>
                  <a:pt x="229" y="348"/>
                </a:lnTo>
                <a:lnTo>
                  <a:pt x="230" y="348"/>
                </a:lnTo>
                <a:lnTo>
                  <a:pt x="231" y="347"/>
                </a:lnTo>
                <a:lnTo>
                  <a:pt x="232" y="347"/>
                </a:lnTo>
                <a:lnTo>
                  <a:pt x="232" y="346"/>
                </a:lnTo>
                <a:lnTo>
                  <a:pt x="233" y="346"/>
                </a:lnTo>
                <a:lnTo>
                  <a:pt x="234" y="345"/>
                </a:lnTo>
                <a:lnTo>
                  <a:pt x="234" y="344"/>
                </a:lnTo>
                <a:lnTo>
                  <a:pt x="234" y="343"/>
                </a:lnTo>
                <a:lnTo>
                  <a:pt x="235" y="343"/>
                </a:lnTo>
                <a:lnTo>
                  <a:pt x="235" y="342"/>
                </a:lnTo>
                <a:lnTo>
                  <a:pt x="235" y="341"/>
                </a:lnTo>
                <a:lnTo>
                  <a:pt x="236" y="341"/>
                </a:lnTo>
                <a:lnTo>
                  <a:pt x="237" y="341"/>
                </a:lnTo>
                <a:lnTo>
                  <a:pt x="238" y="341"/>
                </a:lnTo>
                <a:lnTo>
                  <a:pt x="238" y="340"/>
                </a:lnTo>
                <a:lnTo>
                  <a:pt x="239" y="339"/>
                </a:lnTo>
                <a:lnTo>
                  <a:pt x="239" y="338"/>
                </a:lnTo>
                <a:lnTo>
                  <a:pt x="239" y="337"/>
                </a:lnTo>
                <a:lnTo>
                  <a:pt x="239" y="336"/>
                </a:lnTo>
                <a:lnTo>
                  <a:pt x="240" y="336"/>
                </a:lnTo>
                <a:lnTo>
                  <a:pt x="241" y="336"/>
                </a:lnTo>
                <a:lnTo>
                  <a:pt x="242" y="336"/>
                </a:lnTo>
                <a:lnTo>
                  <a:pt x="243" y="336"/>
                </a:lnTo>
                <a:lnTo>
                  <a:pt x="245" y="336"/>
                </a:lnTo>
                <a:lnTo>
                  <a:pt x="246" y="336"/>
                </a:lnTo>
                <a:lnTo>
                  <a:pt x="247" y="336"/>
                </a:lnTo>
                <a:lnTo>
                  <a:pt x="248" y="336"/>
                </a:lnTo>
                <a:lnTo>
                  <a:pt x="248" y="335"/>
                </a:lnTo>
                <a:lnTo>
                  <a:pt x="247" y="334"/>
                </a:lnTo>
                <a:lnTo>
                  <a:pt x="247" y="333"/>
                </a:lnTo>
                <a:lnTo>
                  <a:pt x="248" y="333"/>
                </a:lnTo>
                <a:lnTo>
                  <a:pt x="248" y="332"/>
                </a:lnTo>
                <a:lnTo>
                  <a:pt x="249" y="332"/>
                </a:lnTo>
                <a:lnTo>
                  <a:pt x="250" y="332"/>
                </a:lnTo>
                <a:lnTo>
                  <a:pt x="251" y="332"/>
                </a:lnTo>
                <a:lnTo>
                  <a:pt x="251" y="333"/>
                </a:lnTo>
                <a:lnTo>
                  <a:pt x="252" y="334"/>
                </a:lnTo>
                <a:lnTo>
                  <a:pt x="253" y="333"/>
                </a:lnTo>
                <a:lnTo>
                  <a:pt x="252" y="332"/>
                </a:lnTo>
                <a:lnTo>
                  <a:pt x="252" y="331"/>
                </a:lnTo>
                <a:lnTo>
                  <a:pt x="252" y="328"/>
                </a:lnTo>
                <a:lnTo>
                  <a:pt x="253" y="328"/>
                </a:lnTo>
                <a:lnTo>
                  <a:pt x="253" y="329"/>
                </a:lnTo>
                <a:lnTo>
                  <a:pt x="254" y="329"/>
                </a:lnTo>
                <a:lnTo>
                  <a:pt x="254" y="328"/>
                </a:lnTo>
                <a:lnTo>
                  <a:pt x="255" y="328"/>
                </a:lnTo>
                <a:lnTo>
                  <a:pt x="256" y="328"/>
                </a:lnTo>
                <a:lnTo>
                  <a:pt x="256" y="327"/>
                </a:lnTo>
                <a:lnTo>
                  <a:pt x="256" y="328"/>
                </a:lnTo>
                <a:lnTo>
                  <a:pt x="257" y="328"/>
                </a:lnTo>
                <a:lnTo>
                  <a:pt x="258" y="327"/>
                </a:lnTo>
                <a:lnTo>
                  <a:pt x="258" y="328"/>
                </a:lnTo>
                <a:lnTo>
                  <a:pt x="259" y="328"/>
                </a:lnTo>
                <a:lnTo>
                  <a:pt x="260" y="328"/>
                </a:lnTo>
                <a:lnTo>
                  <a:pt x="260" y="329"/>
                </a:lnTo>
                <a:lnTo>
                  <a:pt x="261" y="329"/>
                </a:lnTo>
                <a:lnTo>
                  <a:pt x="261" y="328"/>
                </a:lnTo>
                <a:lnTo>
                  <a:pt x="261" y="327"/>
                </a:lnTo>
                <a:lnTo>
                  <a:pt x="261" y="326"/>
                </a:lnTo>
                <a:lnTo>
                  <a:pt x="260" y="325"/>
                </a:lnTo>
                <a:lnTo>
                  <a:pt x="260" y="324"/>
                </a:lnTo>
                <a:lnTo>
                  <a:pt x="259" y="323"/>
                </a:lnTo>
                <a:lnTo>
                  <a:pt x="260" y="323"/>
                </a:lnTo>
                <a:lnTo>
                  <a:pt x="261" y="323"/>
                </a:lnTo>
                <a:lnTo>
                  <a:pt x="262" y="323"/>
                </a:lnTo>
                <a:lnTo>
                  <a:pt x="263" y="323"/>
                </a:lnTo>
                <a:lnTo>
                  <a:pt x="263" y="322"/>
                </a:lnTo>
                <a:lnTo>
                  <a:pt x="264" y="322"/>
                </a:lnTo>
                <a:lnTo>
                  <a:pt x="265" y="321"/>
                </a:lnTo>
                <a:lnTo>
                  <a:pt x="266" y="321"/>
                </a:lnTo>
                <a:lnTo>
                  <a:pt x="266" y="320"/>
                </a:lnTo>
                <a:lnTo>
                  <a:pt x="267" y="320"/>
                </a:lnTo>
                <a:lnTo>
                  <a:pt x="268" y="320"/>
                </a:lnTo>
                <a:lnTo>
                  <a:pt x="270" y="320"/>
                </a:lnTo>
                <a:lnTo>
                  <a:pt x="270" y="321"/>
                </a:lnTo>
                <a:lnTo>
                  <a:pt x="271" y="321"/>
                </a:lnTo>
                <a:lnTo>
                  <a:pt x="271" y="322"/>
                </a:lnTo>
                <a:lnTo>
                  <a:pt x="272" y="323"/>
                </a:lnTo>
                <a:lnTo>
                  <a:pt x="273" y="323"/>
                </a:lnTo>
                <a:lnTo>
                  <a:pt x="274" y="322"/>
                </a:lnTo>
                <a:lnTo>
                  <a:pt x="275" y="322"/>
                </a:lnTo>
                <a:lnTo>
                  <a:pt x="276" y="322"/>
                </a:lnTo>
                <a:lnTo>
                  <a:pt x="277" y="322"/>
                </a:lnTo>
                <a:lnTo>
                  <a:pt x="277" y="323"/>
                </a:lnTo>
                <a:lnTo>
                  <a:pt x="277" y="322"/>
                </a:lnTo>
                <a:lnTo>
                  <a:pt x="278" y="322"/>
                </a:lnTo>
                <a:lnTo>
                  <a:pt x="279" y="322"/>
                </a:lnTo>
                <a:lnTo>
                  <a:pt x="279" y="323"/>
                </a:lnTo>
                <a:lnTo>
                  <a:pt x="278" y="323"/>
                </a:lnTo>
                <a:lnTo>
                  <a:pt x="278" y="324"/>
                </a:lnTo>
                <a:lnTo>
                  <a:pt x="279" y="324"/>
                </a:lnTo>
                <a:lnTo>
                  <a:pt x="280" y="324"/>
                </a:lnTo>
                <a:lnTo>
                  <a:pt x="280" y="325"/>
                </a:lnTo>
                <a:lnTo>
                  <a:pt x="281" y="325"/>
                </a:lnTo>
                <a:lnTo>
                  <a:pt x="282" y="325"/>
                </a:lnTo>
                <a:lnTo>
                  <a:pt x="283" y="325"/>
                </a:lnTo>
                <a:lnTo>
                  <a:pt x="283" y="324"/>
                </a:lnTo>
                <a:lnTo>
                  <a:pt x="282" y="323"/>
                </a:lnTo>
                <a:lnTo>
                  <a:pt x="283" y="323"/>
                </a:lnTo>
                <a:lnTo>
                  <a:pt x="284" y="321"/>
                </a:lnTo>
                <a:lnTo>
                  <a:pt x="285" y="322"/>
                </a:lnTo>
                <a:lnTo>
                  <a:pt x="286" y="322"/>
                </a:lnTo>
                <a:lnTo>
                  <a:pt x="287" y="322"/>
                </a:lnTo>
                <a:lnTo>
                  <a:pt x="288" y="321"/>
                </a:lnTo>
                <a:lnTo>
                  <a:pt x="288" y="320"/>
                </a:lnTo>
                <a:lnTo>
                  <a:pt x="289" y="317"/>
                </a:lnTo>
                <a:lnTo>
                  <a:pt x="290" y="316"/>
                </a:lnTo>
                <a:lnTo>
                  <a:pt x="291" y="316"/>
                </a:lnTo>
                <a:lnTo>
                  <a:pt x="291" y="315"/>
                </a:lnTo>
                <a:lnTo>
                  <a:pt x="292" y="316"/>
                </a:lnTo>
                <a:lnTo>
                  <a:pt x="293" y="316"/>
                </a:lnTo>
                <a:lnTo>
                  <a:pt x="294" y="315"/>
                </a:lnTo>
                <a:lnTo>
                  <a:pt x="294" y="314"/>
                </a:lnTo>
                <a:lnTo>
                  <a:pt x="295" y="313"/>
                </a:lnTo>
                <a:lnTo>
                  <a:pt x="295" y="312"/>
                </a:lnTo>
                <a:lnTo>
                  <a:pt x="295" y="311"/>
                </a:lnTo>
                <a:lnTo>
                  <a:pt x="296" y="310"/>
                </a:lnTo>
                <a:lnTo>
                  <a:pt x="296" y="311"/>
                </a:lnTo>
                <a:lnTo>
                  <a:pt x="297" y="311"/>
                </a:lnTo>
                <a:lnTo>
                  <a:pt x="298" y="311"/>
                </a:lnTo>
                <a:lnTo>
                  <a:pt x="298" y="309"/>
                </a:lnTo>
                <a:lnTo>
                  <a:pt x="298" y="308"/>
                </a:lnTo>
                <a:lnTo>
                  <a:pt x="297" y="308"/>
                </a:lnTo>
                <a:lnTo>
                  <a:pt x="298" y="308"/>
                </a:lnTo>
                <a:lnTo>
                  <a:pt x="298" y="307"/>
                </a:lnTo>
                <a:lnTo>
                  <a:pt x="299" y="307"/>
                </a:lnTo>
                <a:lnTo>
                  <a:pt x="300" y="306"/>
                </a:lnTo>
                <a:lnTo>
                  <a:pt x="300" y="305"/>
                </a:lnTo>
                <a:lnTo>
                  <a:pt x="301" y="304"/>
                </a:lnTo>
                <a:lnTo>
                  <a:pt x="302" y="303"/>
                </a:lnTo>
                <a:lnTo>
                  <a:pt x="302" y="301"/>
                </a:lnTo>
                <a:lnTo>
                  <a:pt x="301" y="301"/>
                </a:lnTo>
                <a:lnTo>
                  <a:pt x="301" y="300"/>
                </a:lnTo>
                <a:lnTo>
                  <a:pt x="302" y="299"/>
                </a:lnTo>
                <a:lnTo>
                  <a:pt x="303" y="299"/>
                </a:lnTo>
                <a:lnTo>
                  <a:pt x="303" y="298"/>
                </a:lnTo>
                <a:lnTo>
                  <a:pt x="304" y="298"/>
                </a:lnTo>
                <a:lnTo>
                  <a:pt x="305" y="297"/>
                </a:lnTo>
                <a:lnTo>
                  <a:pt x="305" y="295"/>
                </a:lnTo>
                <a:lnTo>
                  <a:pt x="306" y="294"/>
                </a:lnTo>
                <a:lnTo>
                  <a:pt x="307" y="294"/>
                </a:lnTo>
                <a:lnTo>
                  <a:pt x="309" y="294"/>
                </a:lnTo>
                <a:lnTo>
                  <a:pt x="310" y="293"/>
                </a:lnTo>
                <a:lnTo>
                  <a:pt x="311" y="292"/>
                </a:lnTo>
                <a:lnTo>
                  <a:pt x="310" y="292"/>
                </a:lnTo>
                <a:lnTo>
                  <a:pt x="310" y="291"/>
                </a:lnTo>
                <a:lnTo>
                  <a:pt x="311" y="292"/>
                </a:lnTo>
                <a:lnTo>
                  <a:pt x="312" y="292"/>
                </a:lnTo>
                <a:lnTo>
                  <a:pt x="312" y="291"/>
                </a:lnTo>
                <a:lnTo>
                  <a:pt x="313" y="291"/>
                </a:lnTo>
                <a:lnTo>
                  <a:pt x="313" y="290"/>
                </a:lnTo>
                <a:lnTo>
                  <a:pt x="314" y="290"/>
                </a:lnTo>
                <a:lnTo>
                  <a:pt x="315" y="290"/>
                </a:lnTo>
                <a:lnTo>
                  <a:pt x="315" y="289"/>
                </a:lnTo>
                <a:lnTo>
                  <a:pt x="315" y="288"/>
                </a:lnTo>
                <a:lnTo>
                  <a:pt x="316" y="288"/>
                </a:lnTo>
                <a:lnTo>
                  <a:pt x="316" y="287"/>
                </a:lnTo>
                <a:lnTo>
                  <a:pt x="317" y="286"/>
                </a:lnTo>
                <a:lnTo>
                  <a:pt x="317" y="285"/>
                </a:lnTo>
                <a:lnTo>
                  <a:pt x="317" y="284"/>
                </a:lnTo>
                <a:lnTo>
                  <a:pt x="317" y="283"/>
                </a:lnTo>
                <a:lnTo>
                  <a:pt x="317" y="282"/>
                </a:lnTo>
                <a:lnTo>
                  <a:pt x="318" y="281"/>
                </a:lnTo>
                <a:lnTo>
                  <a:pt x="317" y="280"/>
                </a:lnTo>
                <a:lnTo>
                  <a:pt x="316" y="280"/>
                </a:lnTo>
                <a:lnTo>
                  <a:pt x="316" y="279"/>
                </a:lnTo>
                <a:lnTo>
                  <a:pt x="317" y="278"/>
                </a:lnTo>
                <a:lnTo>
                  <a:pt x="318" y="278"/>
                </a:lnTo>
                <a:lnTo>
                  <a:pt x="319" y="277"/>
                </a:lnTo>
                <a:lnTo>
                  <a:pt x="320" y="277"/>
                </a:lnTo>
                <a:lnTo>
                  <a:pt x="321" y="276"/>
                </a:lnTo>
                <a:lnTo>
                  <a:pt x="321" y="275"/>
                </a:lnTo>
                <a:lnTo>
                  <a:pt x="322" y="274"/>
                </a:lnTo>
                <a:lnTo>
                  <a:pt x="322" y="273"/>
                </a:lnTo>
                <a:lnTo>
                  <a:pt x="323" y="273"/>
                </a:lnTo>
                <a:lnTo>
                  <a:pt x="324" y="273"/>
                </a:lnTo>
                <a:lnTo>
                  <a:pt x="325" y="273"/>
                </a:lnTo>
                <a:lnTo>
                  <a:pt x="325" y="274"/>
                </a:lnTo>
                <a:lnTo>
                  <a:pt x="326" y="274"/>
                </a:lnTo>
                <a:lnTo>
                  <a:pt x="327" y="274"/>
                </a:lnTo>
                <a:lnTo>
                  <a:pt x="327" y="272"/>
                </a:lnTo>
                <a:lnTo>
                  <a:pt x="327" y="271"/>
                </a:lnTo>
                <a:lnTo>
                  <a:pt x="327" y="270"/>
                </a:lnTo>
                <a:lnTo>
                  <a:pt x="326" y="270"/>
                </a:lnTo>
                <a:lnTo>
                  <a:pt x="327" y="270"/>
                </a:lnTo>
                <a:lnTo>
                  <a:pt x="327" y="269"/>
                </a:lnTo>
                <a:lnTo>
                  <a:pt x="328" y="269"/>
                </a:lnTo>
                <a:lnTo>
                  <a:pt x="330" y="269"/>
                </a:lnTo>
                <a:lnTo>
                  <a:pt x="330" y="268"/>
                </a:lnTo>
                <a:lnTo>
                  <a:pt x="331" y="268"/>
                </a:lnTo>
                <a:lnTo>
                  <a:pt x="331" y="267"/>
                </a:lnTo>
                <a:lnTo>
                  <a:pt x="330" y="266"/>
                </a:lnTo>
                <a:lnTo>
                  <a:pt x="332" y="266"/>
                </a:lnTo>
                <a:lnTo>
                  <a:pt x="332" y="267"/>
                </a:lnTo>
                <a:lnTo>
                  <a:pt x="333" y="267"/>
                </a:lnTo>
                <a:lnTo>
                  <a:pt x="333" y="268"/>
                </a:lnTo>
                <a:lnTo>
                  <a:pt x="334" y="268"/>
                </a:lnTo>
                <a:lnTo>
                  <a:pt x="335" y="268"/>
                </a:lnTo>
                <a:lnTo>
                  <a:pt x="335" y="267"/>
                </a:lnTo>
                <a:lnTo>
                  <a:pt x="336" y="267"/>
                </a:lnTo>
                <a:lnTo>
                  <a:pt x="338" y="266"/>
                </a:lnTo>
                <a:lnTo>
                  <a:pt x="339" y="265"/>
                </a:lnTo>
                <a:lnTo>
                  <a:pt x="339" y="264"/>
                </a:lnTo>
                <a:lnTo>
                  <a:pt x="339" y="263"/>
                </a:lnTo>
                <a:lnTo>
                  <a:pt x="340" y="263"/>
                </a:lnTo>
                <a:lnTo>
                  <a:pt x="341" y="263"/>
                </a:lnTo>
                <a:lnTo>
                  <a:pt x="342" y="263"/>
                </a:lnTo>
                <a:lnTo>
                  <a:pt x="343" y="264"/>
                </a:lnTo>
                <a:lnTo>
                  <a:pt x="343" y="265"/>
                </a:lnTo>
                <a:lnTo>
                  <a:pt x="344" y="265"/>
                </a:lnTo>
                <a:lnTo>
                  <a:pt x="346" y="264"/>
                </a:lnTo>
                <a:lnTo>
                  <a:pt x="344" y="264"/>
                </a:lnTo>
                <a:lnTo>
                  <a:pt x="344" y="263"/>
                </a:lnTo>
                <a:lnTo>
                  <a:pt x="346" y="263"/>
                </a:lnTo>
                <a:lnTo>
                  <a:pt x="347" y="263"/>
                </a:lnTo>
                <a:lnTo>
                  <a:pt x="348" y="264"/>
                </a:lnTo>
                <a:lnTo>
                  <a:pt x="349" y="264"/>
                </a:lnTo>
                <a:lnTo>
                  <a:pt x="350" y="263"/>
                </a:lnTo>
                <a:lnTo>
                  <a:pt x="351" y="262"/>
                </a:lnTo>
                <a:lnTo>
                  <a:pt x="352" y="262"/>
                </a:lnTo>
                <a:lnTo>
                  <a:pt x="353" y="262"/>
                </a:lnTo>
                <a:lnTo>
                  <a:pt x="354" y="262"/>
                </a:lnTo>
                <a:lnTo>
                  <a:pt x="355" y="261"/>
                </a:lnTo>
                <a:lnTo>
                  <a:pt x="356" y="260"/>
                </a:lnTo>
                <a:lnTo>
                  <a:pt x="356" y="259"/>
                </a:lnTo>
                <a:lnTo>
                  <a:pt x="357" y="259"/>
                </a:lnTo>
                <a:lnTo>
                  <a:pt x="357" y="258"/>
                </a:lnTo>
                <a:lnTo>
                  <a:pt x="357" y="257"/>
                </a:lnTo>
                <a:lnTo>
                  <a:pt x="358" y="257"/>
                </a:lnTo>
                <a:lnTo>
                  <a:pt x="358" y="256"/>
                </a:lnTo>
                <a:lnTo>
                  <a:pt x="359" y="255"/>
                </a:lnTo>
                <a:lnTo>
                  <a:pt x="359" y="256"/>
                </a:lnTo>
                <a:lnTo>
                  <a:pt x="359" y="257"/>
                </a:lnTo>
                <a:lnTo>
                  <a:pt x="360" y="257"/>
                </a:lnTo>
                <a:lnTo>
                  <a:pt x="359" y="257"/>
                </a:lnTo>
                <a:lnTo>
                  <a:pt x="359" y="258"/>
                </a:lnTo>
                <a:lnTo>
                  <a:pt x="358" y="258"/>
                </a:lnTo>
                <a:lnTo>
                  <a:pt x="358" y="259"/>
                </a:lnTo>
                <a:lnTo>
                  <a:pt x="359" y="260"/>
                </a:lnTo>
                <a:lnTo>
                  <a:pt x="360" y="260"/>
                </a:lnTo>
                <a:lnTo>
                  <a:pt x="361" y="262"/>
                </a:lnTo>
                <a:lnTo>
                  <a:pt x="363" y="263"/>
                </a:lnTo>
                <a:lnTo>
                  <a:pt x="364" y="263"/>
                </a:lnTo>
                <a:lnTo>
                  <a:pt x="364" y="262"/>
                </a:lnTo>
                <a:lnTo>
                  <a:pt x="365" y="262"/>
                </a:lnTo>
                <a:lnTo>
                  <a:pt x="365" y="263"/>
                </a:lnTo>
                <a:lnTo>
                  <a:pt x="365" y="264"/>
                </a:lnTo>
                <a:lnTo>
                  <a:pt x="366" y="266"/>
                </a:lnTo>
                <a:lnTo>
                  <a:pt x="367" y="267"/>
                </a:lnTo>
                <a:lnTo>
                  <a:pt x="369" y="269"/>
                </a:lnTo>
                <a:lnTo>
                  <a:pt x="370" y="270"/>
                </a:lnTo>
                <a:lnTo>
                  <a:pt x="371" y="270"/>
                </a:lnTo>
                <a:lnTo>
                  <a:pt x="371" y="269"/>
                </a:lnTo>
                <a:lnTo>
                  <a:pt x="372" y="269"/>
                </a:lnTo>
                <a:lnTo>
                  <a:pt x="373" y="269"/>
                </a:lnTo>
                <a:lnTo>
                  <a:pt x="374" y="269"/>
                </a:lnTo>
                <a:lnTo>
                  <a:pt x="375" y="269"/>
                </a:lnTo>
                <a:lnTo>
                  <a:pt x="376" y="269"/>
                </a:lnTo>
                <a:lnTo>
                  <a:pt x="376" y="268"/>
                </a:lnTo>
                <a:lnTo>
                  <a:pt x="377" y="267"/>
                </a:lnTo>
                <a:lnTo>
                  <a:pt x="377" y="266"/>
                </a:lnTo>
                <a:lnTo>
                  <a:pt x="378" y="266"/>
                </a:lnTo>
                <a:lnTo>
                  <a:pt x="378" y="265"/>
                </a:lnTo>
                <a:lnTo>
                  <a:pt x="378" y="264"/>
                </a:lnTo>
                <a:lnTo>
                  <a:pt x="378" y="263"/>
                </a:lnTo>
                <a:lnTo>
                  <a:pt x="379" y="262"/>
                </a:lnTo>
                <a:lnTo>
                  <a:pt x="379" y="261"/>
                </a:lnTo>
                <a:lnTo>
                  <a:pt x="380" y="261"/>
                </a:lnTo>
                <a:lnTo>
                  <a:pt x="380" y="260"/>
                </a:lnTo>
                <a:lnTo>
                  <a:pt x="380" y="258"/>
                </a:lnTo>
                <a:lnTo>
                  <a:pt x="381" y="257"/>
                </a:lnTo>
                <a:lnTo>
                  <a:pt x="382" y="257"/>
                </a:lnTo>
                <a:lnTo>
                  <a:pt x="382" y="258"/>
                </a:lnTo>
                <a:lnTo>
                  <a:pt x="383" y="257"/>
                </a:lnTo>
                <a:lnTo>
                  <a:pt x="385" y="255"/>
                </a:lnTo>
                <a:lnTo>
                  <a:pt x="386" y="255"/>
                </a:lnTo>
                <a:lnTo>
                  <a:pt x="386" y="254"/>
                </a:lnTo>
                <a:lnTo>
                  <a:pt x="388" y="251"/>
                </a:lnTo>
                <a:lnTo>
                  <a:pt x="388" y="252"/>
                </a:lnTo>
                <a:lnTo>
                  <a:pt x="388" y="253"/>
                </a:lnTo>
                <a:lnTo>
                  <a:pt x="388" y="254"/>
                </a:lnTo>
                <a:lnTo>
                  <a:pt x="389" y="254"/>
                </a:lnTo>
                <a:lnTo>
                  <a:pt x="390" y="253"/>
                </a:lnTo>
                <a:lnTo>
                  <a:pt x="390" y="252"/>
                </a:lnTo>
                <a:lnTo>
                  <a:pt x="390" y="250"/>
                </a:lnTo>
                <a:lnTo>
                  <a:pt x="390" y="248"/>
                </a:lnTo>
                <a:lnTo>
                  <a:pt x="391" y="247"/>
                </a:lnTo>
                <a:lnTo>
                  <a:pt x="391" y="246"/>
                </a:lnTo>
                <a:lnTo>
                  <a:pt x="391" y="245"/>
                </a:lnTo>
                <a:lnTo>
                  <a:pt x="392" y="245"/>
                </a:lnTo>
                <a:lnTo>
                  <a:pt x="393" y="245"/>
                </a:lnTo>
                <a:lnTo>
                  <a:pt x="393" y="246"/>
                </a:lnTo>
                <a:lnTo>
                  <a:pt x="394" y="246"/>
                </a:lnTo>
                <a:lnTo>
                  <a:pt x="394" y="245"/>
                </a:lnTo>
                <a:lnTo>
                  <a:pt x="394" y="244"/>
                </a:lnTo>
                <a:lnTo>
                  <a:pt x="395" y="244"/>
                </a:lnTo>
                <a:lnTo>
                  <a:pt x="395" y="245"/>
                </a:lnTo>
                <a:lnTo>
                  <a:pt x="396" y="245"/>
                </a:lnTo>
                <a:lnTo>
                  <a:pt x="396" y="246"/>
                </a:lnTo>
                <a:lnTo>
                  <a:pt x="397" y="246"/>
                </a:lnTo>
                <a:lnTo>
                  <a:pt x="397" y="245"/>
                </a:lnTo>
                <a:lnTo>
                  <a:pt x="396" y="245"/>
                </a:lnTo>
                <a:lnTo>
                  <a:pt x="396" y="244"/>
                </a:lnTo>
                <a:lnTo>
                  <a:pt x="396" y="243"/>
                </a:lnTo>
                <a:lnTo>
                  <a:pt x="396" y="242"/>
                </a:lnTo>
                <a:lnTo>
                  <a:pt x="396" y="240"/>
                </a:lnTo>
                <a:lnTo>
                  <a:pt x="396" y="239"/>
                </a:lnTo>
                <a:lnTo>
                  <a:pt x="397" y="239"/>
                </a:lnTo>
                <a:lnTo>
                  <a:pt x="398" y="239"/>
                </a:lnTo>
                <a:lnTo>
                  <a:pt x="398" y="240"/>
                </a:lnTo>
                <a:lnTo>
                  <a:pt x="400" y="239"/>
                </a:lnTo>
                <a:lnTo>
                  <a:pt x="401" y="237"/>
                </a:lnTo>
                <a:lnTo>
                  <a:pt x="401" y="236"/>
                </a:lnTo>
                <a:lnTo>
                  <a:pt x="401" y="235"/>
                </a:lnTo>
                <a:lnTo>
                  <a:pt x="400" y="235"/>
                </a:lnTo>
                <a:lnTo>
                  <a:pt x="399" y="234"/>
                </a:lnTo>
                <a:lnTo>
                  <a:pt x="399" y="232"/>
                </a:lnTo>
                <a:lnTo>
                  <a:pt x="400" y="232"/>
                </a:lnTo>
                <a:lnTo>
                  <a:pt x="400" y="233"/>
                </a:lnTo>
                <a:lnTo>
                  <a:pt x="401" y="234"/>
                </a:lnTo>
                <a:lnTo>
                  <a:pt x="401" y="233"/>
                </a:lnTo>
                <a:lnTo>
                  <a:pt x="402" y="233"/>
                </a:lnTo>
                <a:lnTo>
                  <a:pt x="402" y="232"/>
                </a:lnTo>
                <a:lnTo>
                  <a:pt x="401" y="232"/>
                </a:lnTo>
                <a:lnTo>
                  <a:pt x="401" y="231"/>
                </a:lnTo>
                <a:lnTo>
                  <a:pt x="401" y="230"/>
                </a:lnTo>
                <a:lnTo>
                  <a:pt x="402" y="229"/>
                </a:lnTo>
                <a:lnTo>
                  <a:pt x="401" y="228"/>
                </a:lnTo>
                <a:lnTo>
                  <a:pt x="400" y="228"/>
                </a:lnTo>
                <a:lnTo>
                  <a:pt x="399" y="227"/>
                </a:lnTo>
                <a:lnTo>
                  <a:pt x="398" y="227"/>
                </a:lnTo>
                <a:lnTo>
                  <a:pt x="398" y="226"/>
                </a:lnTo>
                <a:lnTo>
                  <a:pt x="399" y="226"/>
                </a:lnTo>
                <a:lnTo>
                  <a:pt x="400" y="226"/>
                </a:lnTo>
                <a:lnTo>
                  <a:pt x="401" y="225"/>
                </a:lnTo>
                <a:lnTo>
                  <a:pt x="401" y="224"/>
                </a:lnTo>
                <a:lnTo>
                  <a:pt x="400" y="224"/>
                </a:lnTo>
                <a:lnTo>
                  <a:pt x="399" y="225"/>
                </a:lnTo>
                <a:lnTo>
                  <a:pt x="399" y="224"/>
                </a:lnTo>
                <a:lnTo>
                  <a:pt x="398" y="224"/>
                </a:lnTo>
                <a:lnTo>
                  <a:pt x="398" y="223"/>
                </a:lnTo>
                <a:lnTo>
                  <a:pt x="399" y="223"/>
                </a:lnTo>
                <a:lnTo>
                  <a:pt x="400" y="223"/>
                </a:lnTo>
                <a:lnTo>
                  <a:pt x="400" y="220"/>
                </a:lnTo>
                <a:lnTo>
                  <a:pt x="400" y="219"/>
                </a:lnTo>
                <a:lnTo>
                  <a:pt x="400" y="218"/>
                </a:lnTo>
                <a:lnTo>
                  <a:pt x="400" y="217"/>
                </a:lnTo>
                <a:lnTo>
                  <a:pt x="401" y="217"/>
                </a:lnTo>
                <a:lnTo>
                  <a:pt x="402" y="217"/>
                </a:lnTo>
                <a:lnTo>
                  <a:pt x="403" y="217"/>
                </a:lnTo>
                <a:lnTo>
                  <a:pt x="403" y="216"/>
                </a:lnTo>
                <a:lnTo>
                  <a:pt x="402" y="215"/>
                </a:lnTo>
                <a:lnTo>
                  <a:pt x="402" y="214"/>
                </a:lnTo>
                <a:lnTo>
                  <a:pt x="401" y="213"/>
                </a:lnTo>
                <a:lnTo>
                  <a:pt x="401" y="212"/>
                </a:lnTo>
                <a:lnTo>
                  <a:pt x="404" y="212"/>
                </a:lnTo>
                <a:lnTo>
                  <a:pt x="405" y="212"/>
                </a:lnTo>
                <a:lnTo>
                  <a:pt x="405" y="211"/>
                </a:lnTo>
                <a:lnTo>
                  <a:pt x="404" y="210"/>
                </a:lnTo>
                <a:lnTo>
                  <a:pt x="404" y="209"/>
                </a:lnTo>
                <a:lnTo>
                  <a:pt x="405" y="209"/>
                </a:lnTo>
                <a:lnTo>
                  <a:pt x="406" y="209"/>
                </a:lnTo>
                <a:lnTo>
                  <a:pt x="406" y="208"/>
                </a:lnTo>
                <a:lnTo>
                  <a:pt x="406" y="209"/>
                </a:lnTo>
                <a:lnTo>
                  <a:pt x="407" y="209"/>
                </a:lnTo>
                <a:lnTo>
                  <a:pt x="408" y="210"/>
                </a:lnTo>
                <a:lnTo>
                  <a:pt x="409" y="210"/>
                </a:lnTo>
                <a:lnTo>
                  <a:pt x="409" y="209"/>
                </a:lnTo>
                <a:lnTo>
                  <a:pt x="409" y="208"/>
                </a:lnTo>
                <a:lnTo>
                  <a:pt x="408" y="208"/>
                </a:lnTo>
                <a:lnTo>
                  <a:pt x="408" y="207"/>
                </a:lnTo>
                <a:lnTo>
                  <a:pt x="409" y="207"/>
                </a:lnTo>
                <a:lnTo>
                  <a:pt x="411" y="207"/>
                </a:lnTo>
                <a:lnTo>
                  <a:pt x="412" y="207"/>
                </a:lnTo>
                <a:lnTo>
                  <a:pt x="413" y="207"/>
                </a:lnTo>
                <a:lnTo>
                  <a:pt x="415" y="206"/>
                </a:lnTo>
                <a:lnTo>
                  <a:pt x="417" y="204"/>
                </a:lnTo>
                <a:lnTo>
                  <a:pt x="417" y="203"/>
                </a:lnTo>
                <a:lnTo>
                  <a:pt x="417" y="202"/>
                </a:lnTo>
                <a:lnTo>
                  <a:pt x="418" y="202"/>
                </a:lnTo>
                <a:lnTo>
                  <a:pt x="419" y="202"/>
                </a:lnTo>
                <a:lnTo>
                  <a:pt x="420" y="203"/>
                </a:lnTo>
                <a:lnTo>
                  <a:pt x="420" y="204"/>
                </a:lnTo>
                <a:lnTo>
                  <a:pt x="421" y="204"/>
                </a:lnTo>
                <a:lnTo>
                  <a:pt x="424" y="205"/>
                </a:lnTo>
                <a:lnTo>
                  <a:pt x="425" y="205"/>
                </a:lnTo>
                <a:lnTo>
                  <a:pt x="426" y="205"/>
                </a:lnTo>
                <a:lnTo>
                  <a:pt x="426" y="204"/>
                </a:lnTo>
                <a:lnTo>
                  <a:pt x="427" y="205"/>
                </a:lnTo>
                <a:lnTo>
                  <a:pt x="429" y="206"/>
                </a:lnTo>
                <a:lnTo>
                  <a:pt x="431" y="207"/>
                </a:lnTo>
                <a:lnTo>
                  <a:pt x="433" y="207"/>
                </a:lnTo>
                <a:lnTo>
                  <a:pt x="434" y="207"/>
                </a:lnTo>
                <a:lnTo>
                  <a:pt x="434" y="206"/>
                </a:lnTo>
                <a:lnTo>
                  <a:pt x="435" y="206"/>
                </a:lnTo>
                <a:lnTo>
                  <a:pt x="437" y="206"/>
                </a:lnTo>
                <a:lnTo>
                  <a:pt x="438" y="205"/>
                </a:lnTo>
                <a:lnTo>
                  <a:pt x="439" y="205"/>
                </a:lnTo>
                <a:lnTo>
                  <a:pt x="440" y="205"/>
                </a:lnTo>
                <a:lnTo>
                  <a:pt x="440" y="206"/>
                </a:lnTo>
                <a:lnTo>
                  <a:pt x="440" y="207"/>
                </a:lnTo>
                <a:lnTo>
                  <a:pt x="439" y="207"/>
                </a:lnTo>
                <a:lnTo>
                  <a:pt x="440" y="207"/>
                </a:lnTo>
                <a:lnTo>
                  <a:pt x="440" y="204"/>
                </a:lnTo>
                <a:lnTo>
                  <a:pt x="440" y="203"/>
                </a:lnTo>
                <a:lnTo>
                  <a:pt x="440" y="201"/>
                </a:lnTo>
                <a:lnTo>
                  <a:pt x="440" y="200"/>
                </a:lnTo>
                <a:lnTo>
                  <a:pt x="440" y="199"/>
                </a:lnTo>
                <a:lnTo>
                  <a:pt x="439" y="198"/>
                </a:lnTo>
                <a:lnTo>
                  <a:pt x="439" y="196"/>
                </a:lnTo>
                <a:lnTo>
                  <a:pt x="440" y="196"/>
                </a:lnTo>
                <a:lnTo>
                  <a:pt x="441" y="196"/>
                </a:lnTo>
                <a:lnTo>
                  <a:pt x="442" y="196"/>
                </a:lnTo>
                <a:lnTo>
                  <a:pt x="442" y="197"/>
                </a:lnTo>
                <a:lnTo>
                  <a:pt x="444" y="198"/>
                </a:lnTo>
                <a:lnTo>
                  <a:pt x="444" y="199"/>
                </a:lnTo>
                <a:lnTo>
                  <a:pt x="445" y="199"/>
                </a:lnTo>
                <a:lnTo>
                  <a:pt x="445" y="200"/>
                </a:lnTo>
                <a:lnTo>
                  <a:pt x="446" y="200"/>
                </a:lnTo>
                <a:lnTo>
                  <a:pt x="447" y="200"/>
                </a:lnTo>
                <a:lnTo>
                  <a:pt x="448" y="201"/>
                </a:lnTo>
                <a:lnTo>
                  <a:pt x="448" y="202"/>
                </a:lnTo>
                <a:lnTo>
                  <a:pt x="449" y="202"/>
                </a:lnTo>
                <a:lnTo>
                  <a:pt x="450" y="202"/>
                </a:lnTo>
                <a:lnTo>
                  <a:pt x="451" y="202"/>
                </a:lnTo>
                <a:lnTo>
                  <a:pt x="452" y="202"/>
                </a:lnTo>
                <a:lnTo>
                  <a:pt x="453" y="202"/>
                </a:lnTo>
                <a:lnTo>
                  <a:pt x="454" y="202"/>
                </a:lnTo>
                <a:lnTo>
                  <a:pt x="455" y="202"/>
                </a:lnTo>
                <a:lnTo>
                  <a:pt x="456" y="203"/>
                </a:lnTo>
                <a:lnTo>
                  <a:pt x="457" y="203"/>
                </a:lnTo>
                <a:lnTo>
                  <a:pt x="458" y="203"/>
                </a:lnTo>
                <a:lnTo>
                  <a:pt x="460" y="204"/>
                </a:lnTo>
                <a:lnTo>
                  <a:pt x="460" y="205"/>
                </a:lnTo>
                <a:lnTo>
                  <a:pt x="461" y="206"/>
                </a:lnTo>
                <a:lnTo>
                  <a:pt x="461" y="205"/>
                </a:lnTo>
                <a:lnTo>
                  <a:pt x="461" y="204"/>
                </a:lnTo>
                <a:lnTo>
                  <a:pt x="462" y="204"/>
                </a:lnTo>
                <a:lnTo>
                  <a:pt x="464" y="202"/>
                </a:lnTo>
                <a:lnTo>
                  <a:pt x="465" y="202"/>
                </a:lnTo>
                <a:lnTo>
                  <a:pt x="466" y="202"/>
                </a:lnTo>
                <a:lnTo>
                  <a:pt x="467" y="202"/>
                </a:lnTo>
                <a:lnTo>
                  <a:pt x="468" y="201"/>
                </a:lnTo>
                <a:lnTo>
                  <a:pt x="469" y="201"/>
                </a:lnTo>
                <a:lnTo>
                  <a:pt x="469" y="200"/>
                </a:lnTo>
                <a:lnTo>
                  <a:pt x="468" y="199"/>
                </a:lnTo>
                <a:lnTo>
                  <a:pt x="468" y="197"/>
                </a:lnTo>
                <a:lnTo>
                  <a:pt x="468" y="196"/>
                </a:lnTo>
                <a:lnTo>
                  <a:pt x="468" y="195"/>
                </a:lnTo>
                <a:lnTo>
                  <a:pt x="469" y="194"/>
                </a:lnTo>
                <a:lnTo>
                  <a:pt x="470" y="194"/>
                </a:lnTo>
                <a:lnTo>
                  <a:pt x="471" y="193"/>
                </a:lnTo>
                <a:lnTo>
                  <a:pt x="471" y="192"/>
                </a:lnTo>
                <a:lnTo>
                  <a:pt x="472" y="191"/>
                </a:lnTo>
                <a:lnTo>
                  <a:pt x="473" y="191"/>
                </a:lnTo>
                <a:lnTo>
                  <a:pt x="473" y="190"/>
                </a:lnTo>
                <a:lnTo>
                  <a:pt x="473" y="189"/>
                </a:lnTo>
                <a:lnTo>
                  <a:pt x="473" y="188"/>
                </a:lnTo>
                <a:lnTo>
                  <a:pt x="473" y="187"/>
                </a:lnTo>
                <a:lnTo>
                  <a:pt x="474" y="187"/>
                </a:lnTo>
                <a:lnTo>
                  <a:pt x="474" y="186"/>
                </a:lnTo>
                <a:lnTo>
                  <a:pt x="475" y="186"/>
                </a:lnTo>
                <a:lnTo>
                  <a:pt x="475" y="185"/>
                </a:lnTo>
                <a:lnTo>
                  <a:pt x="476" y="185"/>
                </a:lnTo>
                <a:lnTo>
                  <a:pt x="475" y="184"/>
                </a:lnTo>
                <a:lnTo>
                  <a:pt x="475" y="183"/>
                </a:lnTo>
                <a:lnTo>
                  <a:pt x="475" y="182"/>
                </a:lnTo>
                <a:lnTo>
                  <a:pt x="474" y="181"/>
                </a:lnTo>
                <a:lnTo>
                  <a:pt x="472" y="182"/>
                </a:lnTo>
                <a:lnTo>
                  <a:pt x="472" y="183"/>
                </a:lnTo>
                <a:lnTo>
                  <a:pt x="468" y="183"/>
                </a:lnTo>
                <a:lnTo>
                  <a:pt x="465" y="183"/>
                </a:lnTo>
                <a:lnTo>
                  <a:pt x="464" y="183"/>
                </a:lnTo>
                <a:lnTo>
                  <a:pt x="462" y="183"/>
                </a:lnTo>
                <a:lnTo>
                  <a:pt x="461" y="183"/>
                </a:lnTo>
                <a:lnTo>
                  <a:pt x="460" y="181"/>
                </a:lnTo>
                <a:lnTo>
                  <a:pt x="460" y="180"/>
                </a:lnTo>
                <a:lnTo>
                  <a:pt x="459" y="179"/>
                </a:lnTo>
                <a:lnTo>
                  <a:pt x="459" y="177"/>
                </a:lnTo>
                <a:lnTo>
                  <a:pt x="458" y="176"/>
                </a:lnTo>
                <a:lnTo>
                  <a:pt x="458" y="175"/>
                </a:lnTo>
                <a:lnTo>
                  <a:pt x="457" y="175"/>
                </a:lnTo>
                <a:lnTo>
                  <a:pt x="457" y="174"/>
                </a:lnTo>
                <a:lnTo>
                  <a:pt x="457" y="173"/>
                </a:lnTo>
                <a:lnTo>
                  <a:pt x="457" y="172"/>
                </a:lnTo>
                <a:lnTo>
                  <a:pt x="458" y="171"/>
                </a:lnTo>
                <a:lnTo>
                  <a:pt x="459" y="171"/>
                </a:lnTo>
                <a:lnTo>
                  <a:pt x="460" y="171"/>
                </a:lnTo>
                <a:lnTo>
                  <a:pt x="462" y="170"/>
                </a:lnTo>
                <a:lnTo>
                  <a:pt x="463" y="170"/>
                </a:lnTo>
                <a:lnTo>
                  <a:pt x="464" y="169"/>
                </a:lnTo>
                <a:lnTo>
                  <a:pt x="465" y="169"/>
                </a:lnTo>
                <a:lnTo>
                  <a:pt x="466" y="169"/>
                </a:lnTo>
                <a:lnTo>
                  <a:pt x="466" y="168"/>
                </a:lnTo>
                <a:lnTo>
                  <a:pt x="468" y="168"/>
                </a:lnTo>
                <a:lnTo>
                  <a:pt x="469" y="168"/>
                </a:lnTo>
                <a:lnTo>
                  <a:pt x="471" y="168"/>
                </a:lnTo>
                <a:lnTo>
                  <a:pt x="473" y="168"/>
                </a:lnTo>
                <a:lnTo>
                  <a:pt x="474" y="168"/>
                </a:lnTo>
                <a:lnTo>
                  <a:pt x="476" y="168"/>
                </a:lnTo>
                <a:lnTo>
                  <a:pt x="477" y="168"/>
                </a:lnTo>
                <a:lnTo>
                  <a:pt x="478" y="168"/>
                </a:lnTo>
                <a:lnTo>
                  <a:pt x="479" y="167"/>
                </a:lnTo>
                <a:lnTo>
                  <a:pt x="481" y="168"/>
                </a:lnTo>
                <a:lnTo>
                  <a:pt x="482" y="168"/>
                </a:lnTo>
                <a:lnTo>
                  <a:pt x="484" y="168"/>
                </a:lnTo>
                <a:lnTo>
                  <a:pt x="486" y="168"/>
                </a:lnTo>
                <a:lnTo>
                  <a:pt x="487" y="168"/>
                </a:lnTo>
                <a:lnTo>
                  <a:pt x="488" y="168"/>
                </a:lnTo>
                <a:lnTo>
                  <a:pt x="489" y="168"/>
                </a:lnTo>
                <a:lnTo>
                  <a:pt x="490" y="169"/>
                </a:lnTo>
                <a:lnTo>
                  <a:pt x="490" y="170"/>
                </a:lnTo>
                <a:lnTo>
                  <a:pt x="490" y="171"/>
                </a:lnTo>
                <a:lnTo>
                  <a:pt x="490" y="172"/>
                </a:lnTo>
                <a:lnTo>
                  <a:pt x="491" y="173"/>
                </a:lnTo>
                <a:lnTo>
                  <a:pt x="491" y="174"/>
                </a:lnTo>
                <a:lnTo>
                  <a:pt x="492" y="174"/>
                </a:lnTo>
                <a:lnTo>
                  <a:pt x="492" y="175"/>
                </a:lnTo>
                <a:lnTo>
                  <a:pt x="493" y="175"/>
                </a:lnTo>
                <a:lnTo>
                  <a:pt x="494" y="176"/>
                </a:lnTo>
                <a:lnTo>
                  <a:pt x="496" y="176"/>
                </a:lnTo>
                <a:lnTo>
                  <a:pt x="497" y="176"/>
                </a:lnTo>
                <a:lnTo>
                  <a:pt x="498" y="176"/>
                </a:lnTo>
                <a:lnTo>
                  <a:pt x="498" y="177"/>
                </a:lnTo>
                <a:lnTo>
                  <a:pt x="499" y="177"/>
                </a:lnTo>
                <a:lnTo>
                  <a:pt x="500" y="176"/>
                </a:lnTo>
                <a:lnTo>
                  <a:pt x="501" y="176"/>
                </a:lnTo>
                <a:lnTo>
                  <a:pt x="502" y="175"/>
                </a:lnTo>
                <a:lnTo>
                  <a:pt x="503" y="175"/>
                </a:lnTo>
                <a:lnTo>
                  <a:pt x="503" y="174"/>
                </a:lnTo>
                <a:lnTo>
                  <a:pt x="504" y="174"/>
                </a:lnTo>
                <a:lnTo>
                  <a:pt x="505" y="174"/>
                </a:lnTo>
                <a:lnTo>
                  <a:pt x="506" y="174"/>
                </a:lnTo>
                <a:lnTo>
                  <a:pt x="507" y="174"/>
                </a:lnTo>
                <a:lnTo>
                  <a:pt x="508" y="174"/>
                </a:lnTo>
                <a:lnTo>
                  <a:pt x="509" y="173"/>
                </a:lnTo>
                <a:lnTo>
                  <a:pt x="510" y="173"/>
                </a:lnTo>
                <a:lnTo>
                  <a:pt x="511" y="173"/>
                </a:lnTo>
                <a:lnTo>
                  <a:pt x="511" y="172"/>
                </a:lnTo>
                <a:lnTo>
                  <a:pt x="512" y="172"/>
                </a:lnTo>
                <a:lnTo>
                  <a:pt x="513" y="172"/>
                </a:lnTo>
                <a:lnTo>
                  <a:pt x="514" y="172"/>
                </a:lnTo>
                <a:lnTo>
                  <a:pt x="515" y="173"/>
                </a:lnTo>
                <a:lnTo>
                  <a:pt x="515" y="174"/>
                </a:lnTo>
                <a:lnTo>
                  <a:pt x="515" y="175"/>
                </a:lnTo>
                <a:lnTo>
                  <a:pt x="516" y="175"/>
                </a:lnTo>
                <a:lnTo>
                  <a:pt x="517" y="175"/>
                </a:lnTo>
                <a:lnTo>
                  <a:pt x="518" y="175"/>
                </a:lnTo>
                <a:lnTo>
                  <a:pt x="519" y="175"/>
                </a:lnTo>
                <a:lnTo>
                  <a:pt x="519" y="176"/>
                </a:lnTo>
                <a:lnTo>
                  <a:pt x="520" y="176"/>
                </a:lnTo>
                <a:lnTo>
                  <a:pt x="521" y="176"/>
                </a:lnTo>
                <a:lnTo>
                  <a:pt x="523" y="176"/>
                </a:lnTo>
                <a:lnTo>
                  <a:pt x="524" y="177"/>
                </a:lnTo>
                <a:lnTo>
                  <a:pt x="524" y="178"/>
                </a:lnTo>
                <a:lnTo>
                  <a:pt x="525" y="179"/>
                </a:lnTo>
                <a:lnTo>
                  <a:pt x="526" y="179"/>
                </a:lnTo>
                <a:lnTo>
                  <a:pt x="527" y="179"/>
                </a:lnTo>
                <a:lnTo>
                  <a:pt x="528" y="180"/>
                </a:lnTo>
                <a:lnTo>
                  <a:pt x="529" y="180"/>
                </a:lnTo>
                <a:lnTo>
                  <a:pt x="530" y="182"/>
                </a:lnTo>
                <a:lnTo>
                  <a:pt x="532" y="183"/>
                </a:lnTo>
                <a:lnTo>
                  <a:pt x="533" y="183"/>
                </a:lnTo>
                <a:lnTo>
                  <a:pt x="533" y="182"/>
                </a:lnTo>
                <a:lnTo>
                  <a:pt x="534" y="182"/>
                </a:lnTo>
                <a:lnTo>
                  <a:pt x="534" y="183"/>
                </a:lnTo>
                <a:lnTo>
                  <a:pt x="534" y="184"/>
                </a:lnTo>
                <a:lnTo>
                  <a:pt x="535" y="184"/>
                </a:lnTo>
                <a:lnTo>
                  <a:pt x="535" y="181"/>
                </a:lnTo>
                <a:lnTo>
                  <a:pt x="535" y="180"/>
                </a:lnTo>
                <a:lnTo>
                  <a:pt x="536" y="180"/>
                </a:lnTo>
                <a:lnTo>
                  <a:pt x="536" y="179"/>
                </a:lnTo>
                <a:lnTo>
                  <a:pt x="537" y="178"/>
                </a:lnTo>
                <a:lnTo>
                  <a:pt x="537" y="177"/>
                </a:lnTo>
                <a:lnTo>
                  <a:pt x="536" y="177"/>
                </a:lnTo>
                <a:lnTo>
                  <a:pt x="537" y="176"/>
                </a:lnTo>
                <a:lnTo>
                  <a:pt x="537" y="175"/>
                </a:lnTo>
                <a:lnTo>
                  <a:pt x="537" y="174"/>
                </a:lnTo>
                <a:lnTo>
                  <a:pt x="537" y="173"/>
                </a:lnTo>
                <a:lnTo>
                  <a:pt x="537" y="172"/>
                </a:lnTo>
                <a:lnTo>
                  <a:pt x="537" y="171"/>
                </a:lnTo>
                <a:lnTo>
                  <a:pt x="539" y="170"/>
                </a:lnTo>
                <a:lnTo>
                  <a:pt x="540" y="170"/>
                </a:lnTo>
                <a:lnTo>
                  <a:pt x="542" y="170"/>
                </a:lnTo>
                <a:lnTo>
                  <a:pt x="543" y="169"/>
                </a:lnTo>
                <a:lnTo>
                  <a:pt x="544" y="169"/>
                </a:lnTo>
                <a:lnTo>
                  <a:pt x="544" y="170"/>
                </a:lnTo>
                <a:lnTo>
                  <a:pt x="545" y="171"/>
                </a:lnTo>
                <a:lnTo>
                  <a:pt x="546" y="172"/>
                </a:lnTo>
                <a:lnTo>
                  <a:pt x="547" y="172"/>
                </a:lnTo>
                <a:lnTo>
                  <a:pt x="548" y="172"/>
                </a:lnTo>
                <a:lnTo>
                  <a:pt x="549" y="172"/>
                </a:lnTo>
                <a:lnTo>
                  <a:pt x="549" y="171"/>
                </a:lnTo>
                <a:lnTo>
                  <a:pt x="550" y="170"/>
                </a:lnTo>
                <a:lnTo>
                  <a:pt x="550" y="169"/>
                </a:lnTo>
                <a:lnTo>
                  <a:pt x="549" y="169"/>
                </a:lnTo>
                <a:lnTo>
                  <a:pt x="550" y="169"/>
                </a:lnTo>
                <a:lnTo>
                  <a:pt x="550" y="167"/>
                </a:lnTo>
                <a:lnTo>
                  <a:pt x="551" y="167"/>
                </a:lnTo>
                <a:lnTo>
                  <a:pt x="552" y="166"/>
                </a:lnTo>
                <a:lnTo>
                  <a:pt x="552" y="167"/>
                </a:lnTo>
                <a:lnTo>
                  <a:pt x="553" y="167"/>
                </a:lnTo>
                <a:lnTo>
                  <a:pt x="557" y="167"/>
                </a:lnTo>
                <a:lnTo>
                  <a:pt x="559" y="167"/>
                </a:lnTo>
                <a:lnTo>
                  <a:pt x="560" y="167"/>
                </a:lnTo>
                <a:lnTo>
                  <a:pt x="561" y="166"/>
                </a:lnTo>
                <a:lnTo>
                  <a:pt x="563" y="166"/>
                </a:lnTo>
                <a:lnTo>
                  <a:pt x="563" y="165"/>
                </a:lnTo>
                <a:lnTo>
                  <a:pt x="564" y="164"/>
                </a:lnTo>
                <a:lnTo>
                  <a:pt x="564" y="163"/>
                </a:lnTo>
                <a:lnTo>
                  <a:pt x="565" y="162"/>
                </a:lnTo>
                <a:lnTo>
                  <a:pt x="566" y="162"/>
                </a:lnTo>
                <a:lnTo>
                  <a:pt x="566" y="161"/>
                </a:lnTo>
                <a:lnTo>
                  <a:pt x="567" y="161"/>
                </a:lnTo>
                <a:lnTo>
                  <a:pt x="568" y="161"/>
                </a:lnTo>
                <a:lnTo>
                  <a:pt x="568" y="160"/>
                </a:lnTo>
                <a:lnTo>
                  <a:pt x="569" y="160"/>
                </a:lnTo>
                <a:lnTo>
                  <a:pt x="569" y="159"/>
                </a:lnTo>
                <a:lnTo>
                  <a:pt x="570" y="159"/>
                </a:lnTo>
                <a:lnTo>
                  <a:pt x="570" y="158"/>
                </a:lnTo>
                <a:lnTo>
                  <a:pt x="571" y="158"/>
                </a:lnTo>
                <a:lnTo>
                  <a:pt x="572" y="158"/>
                </a:lnTo>
                <a:lnTo>
                  <a:pt x="572" y="157"/>
                </a:lnTo>
                <a:lnTo>
                  <a:pt x="573" y="157"/>
                </a:lnTo>
                <a:lnTo>
                  <a:pt x="574" y="157"/>
                </a:lnTo>
                <a:lnTo>
                  <a:pt x="574" y="156"/>
                </a:lnTo>
                <a:lnTo>
                  <a:pt x="575" y="156"/>
                </a:lnTo>
                <a:lnTo>
                  <a:pt x="576" y="156"/>
                </a:lnTo>
                <a:lnTo>
                  <a:pt x="576" y="155"/>
                </a:lnTo>
                <a:lnTo>
                  <a:pt x="577" y="155"/>
                </a:lnTo>
                <a:lnTo>
                  <a:pt x="577" y="154"/>
                </a:lnTo>
                <a:lnTo>
                  <a:pt x="578" y="153"/>
                </a:lnTo>
                <a:lnTo>
                  <a:pt x="578" y="152"/>
                </a:lnTo>
                <a:lnTo>
                  <a:pt x="579" y="152"/>
                </a:lnTo>
                <a:lnTo>
                  <a:pt x="579" y="151"/>
                </a:lnTo>
                <a:lnTo>
                  <a:pt x="581" y="151"/>
                </a:lnTo>
                <a:lnTo>
                  <a:pt x="582" y="151"/>
                </a:lnTo>
                <a:lnTo>
                  <a:pt x="583" y="151"/>
                </a:lnTo>
                <a:lnTo>
                  <a:pt x="583" y="150"/>
                </a:lnTo>
                <a:lnTo>
                  <a:pt x="584" y="150"/>
                </a:lnTo>
                <a:lnTo>
                  <a:pt x="584" y="151"/>
                </a:lnTo>
                <a:lnTo>
                  <a:pt x="584" y="150"/>
                </a:lnTo>
                <a:lnTo>
                  <a:pt x="584" y="149"/>
                </a:lnTo>
                <a:lnTo>
                  <a:pt x="583" y="148"/>
                </a:lnTo>
                <a:lnTo>
                  <a:pt x="581" y="148"/>
                </a:lnTo>
                <a:lnTo>
                  <a:pt x="580" y="147"/>
                </a:lnTo>
                <a:lnTo>
                  <a:pt x="579" y="147"/>
                </a:lnTo>
                <a:lnTo>
                  <a:pt x="578" y="147"/>
                </a:lnTo>
                <a:lnTo>
                  <a:pt x="576" y="147"/>
                </a:lnTo>
                <a:lnTo>
                  <a:pt x="576" y="146"/>
                </a:lnTo>
                <a:lnTo>
                  <a:pt x="575" y="145"/>
                </a:lnTo>
                <a:lnTo>
                  <a:pt x="575" y="144"/>
                </a:lnTo>
                <a:lnTo>
                  <a:pt x="576" y="143"/>
                </a:lnTo>
                <a:lnTo>
                  <a:pt x="576" y="141"/>
                </a:lnTo>
                <a:lnTo>
                  <a:pt x="576" y="140"/>
                </a:lnTo>
                <a:lnTo>
                  <a:pt x="577" y="139"/>
                </a:lnTo>
                <a:lnTo>
                  <a:pt x="577" y="137"/>
                </a:lnTo>
                <a:lnTo>
                  <a:pt x="576" y="137"/>
                </a:lnTo>
                <a:lnTo>
                  <a:pt x="576" y="136"/>
                </a:lnTo>
                <a:lnTo>
                  <a:pt x="576" y="134"/>
                </a:lnTo>
                <a:lnTo>
                  <a:pt x="576" y="133"/>
                </a:lnTo>
                <a:lnTo>
                  <a:pt x="575" y="133"/>
                </a:lnTo>
                <a:lnTo>
                  <a:pt x="575" y="132"/>
                </a:lnTo>
                <a:lnTo>
                  <a:pt x="575" y="131"/>
                </a:lnTo>
                <a:lnTo>
                  <a:pt x="575" y="130"/>
                </a:lnTo>
                <a:lnTo>
                  <a:pt x="576" y="129"/>
                </a:lnTo>
                <a:lnTo>
                  <a:pt x="576" y="128"/>
                </a:lnTo>
                <a:lnTo>
                  <a:pt x="576" y="127"/>
                </a:lnTo>
                <a:lnTo>
                  <a:pt x="577" y="127"/>
                </a:lnTo>
                <a:lnTo>
                  <a:pt x="577" y="126"/>
                </a:lnTo>
                <a:lnTo>
                  <a:pt x="577" y="125"/>
                </a:lnTo>
                <a:lnTo>
                  <a:pt x="578" y="125"/>
                </a:lnTo>
                <a:lnTo>
                  <a:pt x="579" y="125"/>
                </a:lnTo>
                <a:lnTo>
                  <a:pt x="579" y="124"/>
                </a:lnTo>
                <a:lnTo>
                  <a:pt x="580" y="123"/>
                </a:lnTo>
                <a:lnTo>
                  <a:pt x="580" y="122"/>
                </a:lnTo>
                <a:lnTo>
                  <a:pt x="580" y="121"/>
                </a:lnTo>
                <a:lnTo>
                  <a:pt x="580" y="120"/>
                </a:lnTo>
                <a:lnTo>
                  <a:pt x="581" y="120"/>
                </a:lnTo>
                <a:lnTo>
                  <a:pt x="581" y="119"/>
                </a:lnTo>
                <a:lnTo>
                  <a:pt x="582" y="118"/>
                </a:lnTo>
                <a:lnTo>
                  <a:pt x="582" y="117"/>
                </a:lnTo>
                <a:lnTo>
                  <a:pt x="583" y="117"/>
                </a:lnTo>
                <a:lnTo>
                  <a:pt x="583" y="116"/>
                </a:lnTo>
                <a:lnTo>
                  <a:pt x="583" y="115"/>
                </a:lnTo>
                <a:lnTo>
                  <a:pt x="585" y="114"/>
                </a:lnTo>
                <a:lnTo>
                  <a:pt x="586" y="114"/>
                </a:lnTo>
                <a:lnTo>
                  <a:pt x="587" y="114"/>
                </a:lnTo>
                <a:lnTo>
                  <a:pt x="588" y="113"/>
                </a:lnTo>
                <a:lnTo>
                  <a:pt x="589" y="113"/>
                </a:lnTo>
                <a:lnTo>
                  <a:pt x="591" y="113"/>
                </a:lnTo>
                <a:lnTo>
                  <a:pt x="592" y="112"/>
                </a:lnTo>
                <a:lnTo>
                  <a:pt x="593" y="112"/>
                </a:lnTo>
                <a:lnTo>
                  <a:pt x="593" y="111"/>
                </a:lnTo>
                <a:lnTo>
                  <a:pt x="594" y="111"/>
                </a:lnTo>
                <a:lnTo>
                  <a:pt x="595" y="110"/>
                </a:lnTo>
                <a:lnTo>
                  <a:pt x="599" y="109"/>
                </a:lnTo>
                <a:lnTo>
                  <a:pt x="599" y="108"/>
                </a:lnTo>
                <a:lnTo>
                  <a:pt x="600" y="108"/>
                </a:lnTo>
                <a:lnTo>
                  <a:pt x="600" y="107"/>
                </a:lnTo>
                <a:lnTo>
                  <a:pt x="601" y="107"/>
                </a:lnTo>
                <a:lnTo>
                  <a:pt x="602" y="107"/>
                </a:lnTo>
                <a:lnTo>
                  <a:pt x="602" y="106"/>
                </a:lnTo>
                <a:lnTo>
                  <a:pt x="603" y="106"/>
                </a:lnTo>
                <a:lnTo>
                  <a:pt x="604" y="105"/>
                </a:lnTo>
                <a:lnTo>
                  <a:pt x="604" y="104"/>
                </a:lnTo>
                <a:lnTo>
                  <a:pt x="605" y="104"/>
                </a:lnTo>
                <a:lnTo>
                  <a:pt x="606" y="104"/>
                </a:lnTo>
                <a:lnTo>
                  <a:pt x="607" y="104"/>
                </a:lnTo>
                <a:lnTo>
                  <a:pt x="608" y="103"/>
                </a:lnTo>
                <a:lnTo>
                  <a:pt x="609" y="101"/>
                </a:lnTo>
                <a:lnTo>
                  <a:pt x="610" y="101"/>
                </a:lnTo>
                <a:lnTo>
                  <a:pt x="611" y="101"/>
                </a:lnTo>
                <a:lnTo>
                  <a:pt x="612" y="100"/>
                </a:lnTo>
                <a:lnTo>
                  <a:pt x="613" y="100"/>
                </a:lnTo>
                <a:lnTo>
                  <a:pt x="615" y="101"/>
                </a:lnTo>
                <a:lnTo>
                  <a:pt x="615" y="102"/>
                </a:lnTo>
                <a:lnTo>
                  <a:pt x="616" y="102"/>
                </a:lnTo>
                <a:lnTo>
                  <a:pt x="616" y="103"/>
                </a:lnTo>
                <a:lnTo>
                  <a:pt x="617" y="103"/>
                </a:lnTo>
                <a:lnTo>
                  <a:pt x="618" y="103"/>
                </a:lnTo>
                <a:lnTo>
                  <a:pt x="619" y="102"/>
                </a:lnTo>
                <a:lnTo>
                  <a:pt x="619" y="103"/>
                </a:lnTo>
                <a:lnTo>
                  <a:pt x="620" y="103"/>
                </a:lnTo>
                <a:lnTo>
                  <a:pt x="621" y="103"/>
                </a:lnTo>
                <a:lnTo>
                  <a:pt x="622" y="104"/>
                </a:lnTo>
                <a:lnTo>
                  <a:pt x="622" y="105"/>
                </a:lnTo>
                <a:lnTo>
                  <a:pt x="623" y="105"/>
                </a:lnTo>
                <a:lnTo>
                  <a:pt x="623" y="106"/>
                </a:lnTo>
                <a:lnTo>
                  <a:pt x="623" y="105"/>
                </a:lnTo>
                <a:lnTo>
                  <a:pt x="625" y="105"/>
                </a:lnTo>
                <a:lnTo>
                  <a:pt x="625" y="104"/>
                </a:lnTo>
                <a:lnTo>
                  <a:pt x="626" y="104"/>
                </a:lnTo>
                <a:lnTo>
                  <a:pt x="626" y="105"/>
                </a:lnTo>
                <a:lnTo>
                  <a:pt x="627" y="105"/>
                </a:lnTo>
                <a:lnTo>
                  <a:pt x="627" y="104"/>
                </a:lnTo>
                <a:lnTo>
                  <a:pt x="628" y="103"/>
                </a:lnTo>
                <a:lnTo>
                  <a:pt x="629" y="103"/>
                </a:lnTo>
                <a:lnTo>
                  <a:pt x="630" y="102"/>
                </a:lnTo>
                <a:lnTo>
                  <a:pt x="629" y="101"/>
                </a:lnTo>
                <a:lnTo>
                  <a:pt x="629" y="99"/>
                </a:lnTo>
                <a:lnTo>
                  <a:pt x="628" y="98"/>
                </a:lnTo>
                <a:lnTo>
                  <a:pt x="629" y="98"/>
                </a:lnTo>
                <a:lnTo>
                  <a:pt x="630" y="98"/>
                </a:lnTo>
                <a:lnTo>
                  <a:pt x="632" y="95"/>
                </a:lnTo>
                <a:lnTo>
                  <a:pt x="632" y="94"/>
                </a:lnTo>
                <a:lnTo>
                  <a:pt x="631" y="94"/>
                </a:lnTo>
                <a:lnTo>
                  <a:pt x="631" y="93"/>
                </a:lnTo>
                <a:lnTo>
                  <a:pt x="631" y="92"/>
                </a:lnTo>
                <a:lnTo>
                  <a:pt x="631" y="91"/>
                </a:lnTo>
                <a:lnTo>
                  <a:pt x="631" y="90"/>
                </a:lnTo>
                <a:lnTo>
                  <a:pt x="632" y="89"/>
                </a:lnTo>
                <a:lnTo>
                  <a:pt x="632" y="88"/>
                </a:lnTo>
                <a:lnTo>
                  <a:pt x="633" y="88"/>
                </a:lnTo>
                <a:lnTo>
                  <a:pt x="634" y="86"/>
                </a:lnTo>
                <a:lnTo>
                  <a:pt x="633" y="82"/>
                </a:lnTo>
                <a:lnTo>
                  <a:pt x="632" y="80"/>
                </a:lnTo>
                <a:lnTo>
                  <a:pt x="632" y="79"/>
                </a:lnTo>
                <a:lnTo>
                  <a:pt x="633" y="79"/>
                </a:lnTo>
                <a:lnTo>
                  <a:pt x="633" y="78"/>
                </a:lnTo>
                <a:lnTo>
                  <a:pt x="634" y="77"/>
                </a:lnTo>
                <a:lnTo>
                  <a:pt x="633" y="77"/>
                </a:lnTo>
                <a:lnTo>
                  <a:pt x="633" y="76"/>
                </a:lnTo>
                <a:lnTo>
                  <a:pt x="632" y="76"/>
                </a:lnTo>
                <a:lnTo>
                  <a:pt x="632" y="75"/>
                </a:lnTo>
                <a:lnTo>
                  <a:pt x="633" y="73"/>
                </a:lnTo>
                <a:lnTo>
                  <a:pt x="634" y="73"/>
                </a:lnTo>
                <a:lnTo>
                  <a:pt x="634" y="72"/>
                </a:lnTo>
                <a:lnTo>
                  <a:pt x="634" y="71"/>
                </a:lnTo>
                <a:lnTo>
                  <a:pt x="634" y="70"/>
                </a:lnTo>
                <a:lnTo>
                  <a:pt x="633" y="69"/>
                </a:lnTo>
                <a:lnTo>
                  <a:pt x="633" y="68"/>
                </a:lnTo>
                <a:lnTo>
                  <a:pt x="634" y="68"/>
                </a:lnTo>
                <a:lnTo>
                  <a:pt x="635" y="67"/>
                </a:lnTo>
                <a:lnTo>
                  <a:pt x="635" y="66"/>
                </a:lnTo>
                <a:lnTo>
                  <a:pt x="636" y="66"/>
                </a:lnTo>
                <a:lnTo>
                  <a:pt x="636" y="65"/>
                </a:lnTo>
                <a:lnTo>
                  <a:pt x="635" y="64"/>
                </a:lnTo>
                <a:lnTo>
                  <a:pt x="634" y="64"/>
                </a:lnTo>
                <a:lnTo>
                  <a:pt x="633" y="64"/>
                </a:lnTo>
                <a:lnTo>
                  <a:pt x="632" y="62"/>
                </a:lnTo>
                <a:lnTo>
                  <a:pt x="631" y="61"/>
                </a:lnTo>
                <a:lnTo>
                  <a:pt x="631" y="60"/>
                </a:lnTo>
                <a:lnTo>
                  <a:pt x="632" y="58"/>
                </a:lnTo>
                <a:lnTo>
                  <a:pt x="633" y="58"/>
                </a:lnTo>
                <a:lnTo>
                  <a:pt x="634" y="58"/>
                </a:lnTo>
                <a:lnTo>
                  <a:pt x="635" y="58"/>
                </a:lnTo>
                <a:lnTo>
                  <a:pt x="635" y="57"/>
                </a:lnTo>
                <a:lnTo>
                  <a:pt x="635" y="56"/>
                </a:lnTo>
                <a:lnTo>
                  <a:pt x="634" y="56"/>
                </a:lnTo>
                <a:lnTo>
                  <a:pt x="634" y="55"/>
                </a:lnTo>
                <a:lnTo>
                  <a:pt x="633" y="55"/>
                </a:lnTo>
                <a:lnTo>
                  <a:pt x="634" y="54"/>
                </a:lnTo>
                <a:lnTo>
                  <a:pt x="634" y="53"/>
                </a:lnTo>
                <a:lnTo>
                  <a:pt x="634" y="52"/>
                </a:lnTo>
                <a:lnTo>
                  <a:pt x="633" y="51"/>
                </a:lnTo>
                <a:lnTo>
                  <a:pt x="632" y="51"/>
                </a:lnTo>
                <a:lnTo>
                  <a:pt x="632" y="50"/>
                </a:lnTo>
                <a:lnTo>
                  <a:pt x="632" y="49"/>
                </a:lnTo>
                <a:lnTo>
                  <a:pt x="632" y="48"/>
                </a:lnTo>
                <a:lnTo>
                  <a:pt x="633" y="48"/>
                </a:lnTo>
                <a:lnTo>
                  <a:pt x="634" y="47"/>
                </a:lnTo>
                <a:lnTo>
                  <a:pt x="634" y="46"/>
                </a:lnTo>
                <a:lnTo>
                  <a:pt x="635" y="46"/>
                </a:lnTo>
                <a:lnTo>
                  <a:pt x="635" y="47"/>
                </a:lnTo>
                <a:lnTo>
                  <a:pt x="636" y="47"/>
                </a:lnTo>
                <a:lnTo>
                  <a:pt x="637" y="47"/>
                </a:lnTo>
                <a:lnTo>
                  <a:pt x="637" y="46"/>
                </a:lnTo>
                <a:lnTo>
                  <a:pt x="637" y="45"/>
                </a:lnTo>
                <a:lnTo>
                  <a:pt x="636" y="45"/>
                </a:lnTo>
                <a:lnTo>
                  <a:pt x="636" y="44"/>
                </a:lnTo>
                <a:lnTo>
                  <a:pt x="635" y="43"/>
                </a:lnTo>
                <a:lnTo>
                  <a:pt x="635" y="42"/>
                </a:lnTo>
                <a:lnTo>
                  <a:pt x="635" y="40"/>
                </a:lnTo>
                <a:lnTo>
                  <a:pt x="636" y="39"/>
                </a:lnTo>
                <a:lnTo>
                  <a:pt x="637" y="39"/>
                </a:lnTo>
                <a:lnTo>
                  <a:pt x="637" y="38"/>
                </a:lnTo>
                <a:lnTo>
                  <a:pt x="638" y="38"/>
                </a:lnTo>
                <a:lnTo>
                  <a:pt x="638" y="37"/>
                </a:lnTo>
                <a:lnTo>
                  <a:pt x="637" y="37"/>
                </a:lnTo>
                <a:lnTo>
                  <a:pt x="636" y="37"/>
                </a:lnTo>
                <a:lnTo>
                  <a:pt x="635" y="36"/>
                </a:lnTo>
                <a:lnTo>
                  <a:pt x="635" y="35"/>
                </a:lnTo>
                <a:lnTo>
                  <a:pt x="636" y="35"/>
                </a:lnTo>
                <a:lnTo>
                  <a:pt x="636" y="34"/>
                </a:lnTo>
                <a:lnTo>
                  <a:pt x="634" y="28"/>
                </a:lnTo>
                <a:lnTo>
                  <a:pt x="634" y="27"/>
                </a:lnTo>
                <a:lnTo>
                  <a:pt x="633" y="27"/>
                </a:lnTo>
                <a:lnTo>
                  <a:pt x="633" y="26"/>
                </a:lnTo>
                <a:lnTo>
                  <a:pt x="632" y="25"/>
                </a:lnTo>
                <a:lnTo>
                  <a:pt x="632" y="24"/>
                </a:lnTo>
                <a:lnTo>
                  <a:pt x="632" y="23"/>
                </a:lnTo>
                <a:lnTo>
                  <a:pt x="632" y="22"/>
                </a:lnTo>
                <a:lnTo>
                  <a:pt x="632" y="20"/>
                </a:lnTo>
                <a:lnTo>
                  <a:pt x="632" y="17"/>
                </a:lnTo>
                <a:lnTo>
                  <a:pt x="634" y="15"/>
                </a:lnTo>
                <a:lnTo>
                  <a:pt x="635" y="15"/>
                </a:lnTo>
                <a:lnTo>
                  <a:pt x="636" y="14"/>
                </a:lnTo>
                <a:lnTo>
                  <a:pt x="636" y="13"/>
                </a:lnTo>
                <a:lnTo>
                  <a:pt x="636" y="11"/>
                </a:lnTo>
                <a:lnTo>
                  <a:pt x="637" y="11"/>
                </a:lnTo>
                <a:lnTo>
                  <a:pt x="637" y="10"/>
                </a:lnTo>
                <a:lnTo>
                  <a:pt x="637" y="8"/>
                </a:lnTo>
                <a:lnTo>
                  <a:pt x="637" y="7"/>
                </a:lnTo>
                <a:lnTo>
                  <a:pt x="637" y="6"/>
                </a:lnTo>
                <a:lnTo>
                  <a:pt x="636" y="6"/>
                </a:lnTo>
                <a:lnTo>
                  <a:pt x="636" y="5"/>
                </a:lnTo>
                <a:lnTo>
                  <a:pt x="637" y="4"/>
                </a:lnTo>
                <a:lnTo>
                  <a:pt x="637" y="3"/>
                </a:lnTo>
                <a:lnTo>
                  <a:pt x="638" y="3"/>
                </a:lnTo>
                <a:lnTo>
                  <a:pt x="639" y="2"/>
                </a:lnTo>
                <a:lnTo>
                  <a:pt x="641" y="2"/>
                </a:lnTo>
                <a:lnTo>
                  <a:pt x="642" y="1"/>
                </a:lnTo>
                <a:lnTo>
                  <a:pt x="642" y="0"/>
                </a:lnTo>
                <a:lnTo>
                  <a:pt x="641" y="0"/>
                </a:lnTo>
                <a:lnTo>
                  <a:pt x="642" y="0"/>
                </a:lnTo>
                <a:lnTo>
                  <a:pt x="643" y="1"/>
                </a:lnTo>
                <a:lnTo>
                  <a:pt x="644" y="1"/>
                </a:lnTo>
                <a:lnTo>
                  <a:pt x="646" y="2"/>
                </a:lnTo>
                <a:lnTo>
                  <a:pt x="647" y="3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2" name=""/>
          <p:cNvSpPr/>
          <p:nvPr/>
        </p:nvSpPr>
        <p:spPr>
          <a:xfrm>
            <a:off x="8451720" y="130896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4" y="4"/>
                </a:moveTo>
                <a:lnTo>
                  <a:pt x="5" y="4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7" y="5"/>
                </a:lnTo>
                <a:lnTo>
                  <a:pt x="9" y="5"/>
                </a:lnTo>
                <a:lnTo>
                  <a:pt x="9" y="6"/>
                </a:lnTo>
                <a:lnTo>
                  <a:pt x="10" y="6"/>
                </a:lnTo>
                <a:lnTo>
                  <a:pt x="11" y="7"/>
                </a:lnTo>
                <a:lnTo>
                  <a:pt x="10" y="8"/>
                </a:lnTo>
                <a:lnTo>
                  <a:pt x="9" y="8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4" y="4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3" name=""/>
          <p:cNvSpPr/>
          <p:nvPr/>
        </p:nvSpPr>
        <p:spPr>
          <a:xfrm>
            <a:off x="8457840" y="13071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4" y="3"/>
                </a:moveTo>
                <a:lnTo>
                  <a:pt x="4" y="4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4" name=""/>
          <p:cNvSpPr/>
          <p:nvPr/>
        </p:nvSpPr>
        <p:spPr>
          <a:xfrm>
            <a:off x="8459280" y="13060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2"/>
                </a:move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6"/>
                </a:ln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5" name=""/>
          <p:cNvSpPr/>
          <p:nvPr/>
        </p:nvSpPr>
        <p:spPr>
          <a:xfrm>
            <a:off x="8455320" y="1306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6" name=""/>
          <p:cNvSpPr/>
          <p:nvPr/>
        </p:nvSpPr>
        <p:spPr>
          <a:xfrm>
            <a:off x="8456400" y="13057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5" y="3"/>
                </a:lnTo>
                <a:lnTo>
                  <a:pt x="5" y="4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7" name=""/>
          <p:cNvSpPr/>
          <p:nvPr/>
        </p:nvSpPr>
        <p:spPr>
          <a:xfrm>
            <a:off x="8475120" y="1300680"/>
            <a:ext cx="4320" cy="5760"/>
          </a:xfrm>
          <a:custGeom>
            <a:avLst/>
            <a:gdLst/>
            <a:ahLst/>
            <a:rect l="0" t="0" r="r" b="b"/>
            <a:pathLst>
              <a:path w="12" h="16">
                <a:moveTo>
                  <a:pt x="10" y="4"/>
                </a:move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2" y="8"/>
                </a:lnTo>
                <a:lnTo>
                  <a:pt x="11" y="9"/>
                </a:lnTo>
                <a:lnTo>
                  <a:pt x="10" y="11"/>
                </a:lnTo>
                <a:lnTo>
                  <a:pt x="8" y="13"/>
                </a:lnTo>
                <a:lnTo>
                  <a:pt x="8" y="14"/>
                </a:lnTo>
                <a:lnTo>
                  <a:pt x="7" y="14"/>
                </a:lnTo>
                <a:lnTo>
                  <a:pt x="7" y="16"/>
                </a:lnTo>
                <a:lnTo>
                  <a:pt x="8" y="16"/>
                </a:lnTo>
                <a:lnTo>
                  <a:pt x="7" y="16"/>
                </a:lnTo>
                <a:lnTo>
                  <a:pt x="6" y="16"/>
                </a:lnTo>
                <a:lnTo>
                  <a:pt x="5" y="15"/>
                </a:lnTo>
                <a:lnTo>
                  <a:pt x="4" y="14"/>
                </a:lnTo>
                <a:lnTo>
                  <a:pt x="4" y="13"/>
                </a:lnTo>
                <a:lnTo>
                  <a:pt x="2" y="13"/>
                </a:lnTo>
                <a:lnTo>
                  <a:pt x="4" y="13"/>
                </a:lnTo>
                <a:lnTo>
                  <a:pt x="4" y="11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6" y="9"/>
                </a:lnTo>
                <a:lnTo>
                  <a:pt x="7" y="9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6" y="6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lnTo>
                  <a:pt x="6" y="4"/>
                </a:lnTo>
                <a:lnTo>
                  <a:pt x="6" y="3"/>
                </a:lnTo>
                <a:lnTo>
                  <a:pt x="7" y="3"/>
                </a:lnTo>
                <a:lnTo>
                  <a:pt x="7" y="2"/>
                </a:lnTo>
                <a:lnTo>
                  <a:pt x="7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8" y="3"/>
                </a:lnTo>
                <a:lnTo>
                  <a:pt x="9" y="4"/>
                </a:lnTo>
                <a:lnTo>
                  <a:pt x="10" y="4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8" name=""/>
          <p:cNvSpPr/>
          <p:nvPr/>
        </p:nvSpPr>
        <p:spPr>
          <a:xfrm>
            <a:off x="8443080" y="12970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9" name=""/>
          <p:cNvSpPr/>
          <p:nvPr/>
        </p:nvSpPr>
        <p:spPr>
          <a:xfrm>
            <a:off x="8444880" y="1294200"/>
            <a:ext cx="7200" cy="4320"/>
          </a:xfrm>
          <a:custGeom>
            <a:avLst/>
            <a:gdLst/>
            <a:ahLst/>
            <a:rect l="0" t="0" r="r" b="b"/>
            <a:pathLst>
              <a:path w="20" h="12">
                <a:moveTo>
                  <a:pt x="18" y="3"/>
                </a:moveTo>
                <a:lnTo>
                  <a:pt x="20" y="3"/>
                </a:lnTo>
                <a:lnTo>
                  <a:pt x="20" y="4"/>
                </a:lnTo>
                <a:lnTo>
                  <a:pt x="19" y="5"/>
                </a:lnTo>
                <a:lnTo>
                  <a:pt x="18" y="6"/>
                </a:lnTo>
                <a:lnTo>
                  <a:pt x="18" y="7"/>
                </a:lnTo>
                <a:lnTo>
                  <a:pt x="16" y="6"/>
                </a:lnTo>
                <a:lnTo>
                  <a:pt x="15" y="6"/>
                </a:lnTo>
                <a:lnTo>
                  <a:pt x="16" y="7"/>
                </a:lnTo>
                <a:lnTo>
                  <a:pt x="15" y="8"/>
                </a:lnTo>
                <a:lnTo>
                  <a:pt x="14" y="8"/>
                </a:lnTo>
                <a:lnTo>
                  <a:pt x="13" y="8"/>
                </a:lnTo>
                <a:lnTo>
                  <a:pt x="13" y="9"/>
                </a:lnTo>
                <a:lnTo>
                  <a:pt x="13" y="10"/>
                </a:lnTo>
                <a:lnTo>
                  <a:pt x="12" y="12"/>
                </a:lnTo>
                <a:lnTo>
                  <a:pt x="11" y="10"/>
                </a:lnTo>
                <a:lnTo>
                  <a:pt x="11" y="9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9" y="5"/>
                </a:lnTo>
                <a:lnTo>
                  <a:pt x="8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2" y="5"/>
                </a:lnTo>
                <a:lnTo>
                  <a:pt x="3" y="5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9" y="4"/>
                </a:lnTo>
                <a:lnTo>
                  <a:pt x="10" y="3"/>
                </a:lnTo>
                <a:lnTo>
                  <a:pt x="11" y="3"/>
                </a:lnTo>
                <a:lnTo>
                  <a:pt x="12" y="2"/>
                </a:lnTo>
                <a:lnTo>
                  <a:pt x="13" y="3"/>
                </a:lnTo>
                <a:lnTo>
                  <a:pt x="14" y="3"/>
                </a:lnTo>
                <a:lnTo>
                  <a:pt x="15" y="2"/>
                </a:lnTo>
                <a:lnTo>
                  <a:pt x="16" y="0"/>
                </a:lnTo>
                <a:lnTo>
                  <a:pt x="18" y="0"/>
                </a:lnTo>
                <a:lnTo>
                  <a:pt x="18" y="2"/>
                </a:lnTo>
                <a:lnTo>
                  <a:pt x="18" y="3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0" name=""/>
          <p:cNvSpPr/>
          <p:nvPr/>
        </p:nvSpPr>
        <p:spPr>
          <a:xfrm>
            <a:off x="8452800" y="129492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1" name=""/>
          <p:cNvSpPr/>
          <p:nvPr/>
        </p:nvSpPr>
        <p:spPr>
          <a:xfrm>
            <a:off x="8436960" y="1291680"/>
            <a:ext cx="11520" cy="3960"/>
          </a:xfrm>
          <a:custGeom>
            <a:avLst/>
            <a:gdLst/>
            <a:ahLst/>
            <a:rect l="0" t="0" r="r" b="b"/>
            <a:pathLst>
              <a:path w="32" h="11">
                <a:moveTo>
                  <a:pt x="7" y="2"/>
                </a:move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2" y="4"/>
                </a:lnTo>
                <a:lnTo>
                  <a:pt x="13" y="4"/>
                </a:lnTo>
                <a:lnTo>
                  <a:pt x="14" y="4"/>
                </a:lnTo>
                <a:lnTo>
                  <a:pt x="14" y="5"/>
                </a:lnTo>
                <a:lnTo>
                  <a:pt x="15" y="5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9" y="4"/>
                </a:lnTo>
                <a:lnTo>
                  <a:pt x="21" y="4"/>
                </a:lnTo>
                <a:lnTo>
                  <a:pt x="21" y="3"/>
                </a:lnTo>
                <a:lnTo>
                  <a:pt x="22" y="3"/>
                </a:lnTo>
                <a:lnTo>
                  <a:pt x="22" y="2"/>
                </a:lnTo>
                <a:lnTo>
                  <a:pt x="21" y="2"/>
                </a:lnTo>
                <a:lnTo>
                  <a:pt x="22" y="2"/>
                </a:lnTo>
                <a:lnTo>
                  <a:pt x="23" y="2"/>
                </a:lnTo>
                <a:lnTo>
                  <a:pt x="24" y="2"/>
                </a:lnTo>
                <a:lnTo>
                  <a:pt x="24" y="3"/>
                </a:lnTo>
                <a:lnTo>
                  <a:pt x="25" y="3"/>
                </a:lnTo>
                <a:lnTo>
                  <a:pt x="26" y="3"/>
                </a:lnTo>
                <a:lnTo>
                  <a:pt x="27" y="4"/>
                </a:lnTo>
                <a:lnTo>
                  <a:pt x="28" y="4"/>
                </a:lnTo>
                <a:lnTo>
                  <a:pt x="29" y="4"/>
                </a:lnTo>
                <a:lnTo>
                  <a:pt x="30" y="4"/>
                </a:lnTo>
                <a:lnTo>
                  <a:pt x="31" y="4"/>
                </a:lnTo>
                <a:lnTo>
                  <a:pt x="31" y="3"/>
                </a:lnTo>
                <a:lnTo>
                  <a:pt x="31" y="4"/>
                </a:lnTo>
                <a:lnTo>
                  <a:pt x="32" y="4"/>
                </a:lnTo>
                <a:lnTo>
                  <a:pt x="31" y="4"/>
                </a:lnTo>
                <a:lnTo>
                  <a:pt x="31" y="5"/>
                </a:lnTo>
                <a:lnTo>
                  <a:pt x="30" y="5"/>
                </a:lnTo>
                <a:lnTo>
                  <a:pt x="29" y="5"/>
                </a:lnTo>
                <a:lnTo>
                  <a:pt x="29" y="6"/>
                </a:lnTo>
                <a:lnTo>
                  <a:pt x="29" y="7"/>
                </a:lnTo>
                <a:lnTo>
                  <a:pt x="28" y="7"/>
                </a:lnTo>
                <a:lnTo>
                  <a:pt x="28" y="9"/>
                </a:lnTo>
                <a:lnTo>
                  <a:pt x="28" y="7"/>
                </a:lnTo>
                <a:lnTo>
                  <a:pt x="27" y="7"/>
                </a:lnTo>
                <a:lnTo>
                  <a:pt x="27" y="6"/>
                </a:lnTo>
                <a:lnTo>
                  <a:pt x="26" y="6"/>
                </a:lnTo>
                <a:lnTo>
                  <a:pt x="25" y="6"/>
                </a:lnTo>
                <a:lnTo>
                  <a:pt x="24" y="6"/>
                </a:lnTo>
                <a:lnTo>
                  <a:pt x="23" y="6"/>
                </a:lnTo>
                <a:lnTo>
                  <a:pt x="22" y="6"/>
                </a:lnTo>
                <a:lnTo>
                  <a:pt x="21" y="6"/>
                </a:lnTo>
                <a:lnTo>
                  <a:pt x="21" y="7"/>
                </a:lnTo>
                <a:lnTo>
                  <a:pt x="20" y="6"/>
                </a:lnTo>
                <a:lnTo>
                  <a:pt x="19" y="6"/>
                </a:lnTo>
                <a:lnTo>
                  <a:pt x="18" y="6"/>
                </a:lnTo>
                <a:lnTo>
                  <a:pt x="17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5" y="9"/>
                </a:lnTo>
                <a:lnTo>
                  <a:pt x="15" y="11"/>
                </a:lnTo>
                <a:lnTo>
                  <a:pt x="14" y="11"/>
                </a:lnTo>
                <a:lnTo>
                  <a:pt x="13" y="10"/>
                </a:lnTo>
                <a:lnTo>
                  <a:pt x="13" y="9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8" y="6"/>
                </a:lnTo>
                <a:lnTo>
                  <a:pt x="7" y="6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7" y="2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2" name=""/>
          <p:cNvSpPr/>
          <p:nvPr/>
        </p:nvSpPr>
        <p:spPr>
          <a:xfrm>
            <a:off x="8464320" y="129060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5" y="0"/>
                </a:moveTo>
                <a:lnTo>
                  <a:pt x="6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3" name=""/>
          <p:cNvSpPr/>
          <p:nvPr/>
        </p:nvSpPr>
        <p:spPr>
          <a:xfrm>
            <a:off x="8465400" y="1275840"/>
            <a:ext cx="3240" cy="2160"/>
          </a:xfrm>
          <a:custGeom>
            <a:avLst/>
            <a:gdLst/>
            <a:ahLst/>
            <a:rect l="0" t="0" r="r" b="b"/>
            <a:pathLst>
              <a:path w="9" h="6">
                <a:moveTo>
                  <a:pt x="4" y="0"/>
                </a:move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5" y="5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4" name=""/>
          <p:cNvSpPr/>
          <p:nvPr/>
        </p:nvSpPr>
        <p:spPr>
          <a:xfrm>
            <a:off x="8465040" y="12718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5" name=""/>
          <p:cNvSpPr/>
          <p:nvPr/>
        </p:nvSpPr>
        <p:spPr>
          <a:xfrm>
            <a:off x="8458560" y="126900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9" y="0"/>
                </a:move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2" y="9"/>
                </a:lnTo>
                <a:lnTo>
                  <a:pt x="11" y="11"/>
                </a:lnTo>
                <a:lnTo>
                  <a:pt x="11" y="12"/>
                </a:lnTo>
                <a:lnTo>
                  <a:pt x="10" y="13"/>
                </a:lnTo>
                <a:lnTo>
                  <a:pt x="9" y="13"/>
                </a:lnTo>
                <a:lnTo>
                  <a:pt x="8" y="13"/>
                </a:lnTo>
                <a:lnTo>
                  <a:pt x="8" y="14"/>
                </a:lnTo>
                <a:lnTo>
                  <a:pt x="6" y="13"/>
                </a:lnTo>
                <a:lnTo>
                  <a:pt x="6" y="12"/>
                </a:lnTo>
                <a:lnTo>
                  <a:pt x="6" y="11"/>
                </a:lnTo>
                <a:lnTo>
                  <a:pt x="5" y="11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1" y="8"/>
                </a:lnTo>
                <a:lnTo>
                  <a:pt x="1" y="9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5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close/>
              </a:path>
            </a:pathLst>
          </a:custGeom>
          <a:solidFill>
            <a:srgbClr val="FEE293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6" name=""/>
          <p:cNvSpPr/>
          <p:nvPr/>
        </p:nvSpPr>
        <p:spPr>
          <a:xfrm>
            <a:off x="8458560" y="126900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9" y="0"/>
                </a:move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2" y="9"/>
                </a:lnTo>
                <a:lnTo>
                  <a:pt x="11" y="11"/>
                </a:lnTo>
                <a:lnTo>
                  <a:pt x="11" y="12"/>
                </a:lnTo>
                <a:lnTo>
                  <a:pt x="10" y="13"/>
                </a:lnTo>
                <a:lnTo>
                  <a:pt x="9" y="13"/>
                </a:lnTo>
                <a:lnTo>
                  <a:pt x="8" y="13"/>
                </a:lnTo>
                <a:lnTo>
                  <a:pt x="8" y="14"/>
                </a:lnTo>
                <a:lnTo>
                  <a:pt x="6" y="13"/>
                </a:lnTo>
                <a:lnTo>
                  <a:pt x="6" y="12"/>
                </a:lnTo>
                <a:lnTo>
                  <a:pt x="6" y="11"/>
                </a:lnTo>
                <a:lnTo>
                  <a:pt x="5" y="11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1" y="8"/>
                </a:lnTo>
                <a:lnTo>
                  <a:pt x="1" y="9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5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close/>
              </a:path>
            </a:pathLst>
          </a:custGeom>
          <a:noFill/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7" name=""/>
          <p:cNvSpPr/>
          <p:nvPr/>
        </p:nvSpPr>
        <p:spPr>
          <a:xfrm>
            <a:off x="8467200" y="12708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8" name=""/>
          <p:cNvSpPr/>
          <p:nvPr/>
        </p:nvSpPr>
        <p:spPr>
          <a:xfrm>
            <a:off x="8461440" y="126180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3" y="0"/>
                </a:moveTo>
                <a:lnTo>
                  <a:pt x="5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9" name=""/>
          <p:cNvSpPr/>
          <p:nvPr/>
        </p:nvSpPr>
        <p:spPr>
          <a:xfrm>
            <a:off x="8497440" y="1245960"/>
            <a:ext cx="2880" cy="2520"/>
          </a:xfrm>
          <a:custGeom>
            <a:avLst/>
            <a:gdLst/>
            <a:ahLst/>
            <a:rect l="0" t="0" r="r" b="b"/>
            <a:pathLst>
              <a:path w="8" h="7">
                <a:moveTo>
                  <a:pt x="8" y="3"/>
                </a:moveTo>
                <a:lnTo>
                  <a:pt x="8" y="4"/>
                </a:lnTo>
                <a:lnTo>
                  <a:pt x="8" y="3"/>
                </a:lnTo>
                <a:lnTo>
                  <a:pt x="7" y="4"/>
                </a:lnTo>
                <a:lnTo>
                  <a:pt x="6" y="4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5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0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0" name=""/>
          <p:cNvSpPr/>
          <p:nvPr/>
        </p:nvSpPr>
        <p:spPr>
          <a:xfrm>
            <a:off x="8502120" y="124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1" name=""/>
          <p:cNvSpPr/>
          <p:nvPr/>
        </p:nvSpPr>
        <p:spPr>
          <a:xfrm>
            <a:off x="8550000" y="1184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2" name=""/>
          <p:cNvSpPr/>
          <p:nvPr/>
        </p:nvSpPr>
        <p:spPr>
          <a:xfrm>
            <a:off x="7042320" y="285480"/>
            <a:ext cx="1409760" cy="1235160"/>
          </a:xfrm>
          <a:custGeom>
            <a:avLst/>
            <a:gdLst/>
            <a:ahLst/>
            <a:rect l="0" t="0" r="r" b="b"/>
            <a:pathLst>
              <a:path w="3916" h="3431">
                <a:moveTo>
                  <a:pt x="3248" y="1"/>
                </a:moveTo>
                <a:lnTo>
                  <a:pt x="3249" y="2"/>
                </a:lnTo>
                <a:lnTo>
                  <a:pt x="3249" y="3"/>
                </a:lnTo>
                <a:lnTo>
                  <a:pt x="3250" y="3"/>
                </a:lnTo>
                <a:lnTo>
                  <a:pt x="3250" y="2"/>
                </a:lnTo>
                <a:lnTo>
                  <a:pt x="3251" y="2"/>
                </a:lnTo>
                <a:lnTo>
                  <a:pt x="3252" y="2"/>
                </a:lnTo>
                <a:lnTo>
                  <a:pt x="3252" y="3"/>
                </a:lnTo>
                <a:lnTo>
                  <a:pt x="3253" y="4"/>
                </a:lnTo>
                <a:lnTo>
                  <a:pt x="3253" y="5"/>
                </a:lnTo>
                <a:lnTo>
                  <a:pt x="3255" y="5"/>
                </a:lnTo>
                <a:lnTo>
                  <a:pt x="3255" y="7"/>
                </a:lnTo>
                <a:lnTo>
                  <a:pt x="3256" y="7"/>
                </a:lnTo>
                <a:lnTo>
                  <a:pt x="3256" y="6"/>
                </a:lnTo>
                <a:lnTo>
                  <a:pt x="3257" y="6"/>
                </a:lnTo>
                <a:lnTo>
                  <a:pt x="3258" y="6"/>
                </a:lnTo>
                <a:lnTo>
                  <a:pt x="3258" y="5"/>
                </a:lnTo>
                <a:lnTo>
                  <a:pt x="3258" y="6"/>
                </a:lnTo>
                <a:lnTo>
                  <a:pt x="3259" y="7"/>
                </a:lnTo>
                <a:lnTo>
                  <a:pt x="3260" y="7"/>
                </a:lnTo>
                <a:lnTo>
                  <a:pt x="3260" y="8"/>
                </a:lnTo>
                <a:lnTo>
                  <a:pt x="3261" y="9"/>
                </a:lnTo>
                <a:lnTo>
                  <a:pt x="3262" y="9"/>
                </a:lnTo>
                <a:lnTo>
                  <a:pt x="3262" y="10"/>
                </a:lnTo>
                <a:lnTo>
                  <a:pt x="3262" y="11"/>
                </a:lnTo>
                <a:lnTo>
                  <a:pt x="3263" y="11"/>
                </a:lnTo>
                <a:lnTo>
                  <a:pt x="3264" y="12"/>
                </a:lnTo>
                <a:lnTo>
                  <a:pt x="3265" y="12"/>
                </a:lnTo>
                <a:lnTo>
                  <a:pt x="3267" y="12"/>
                </a:lnTo>
                <a:lnTo>
                  <a:pt x="3268" y="11"/>
                </a:lnTo>
                <a:lnTo>
                  <a:pt x="3269" y="11"/>
                </a:lnTo>
                <a:lnTo>
                  <a:pt x="3269" y="12"/>
                </a:lnTo>
                <a:lnTo>
                  <a:pt x="3270" y="13"/>
                </a:lnTo>
                <a:lnTo>
                  <a:pt x="3271" y="13"/>
                </a:lnTo>
                <a:lnTo>
                  <a:pt x="3272" y="14"/>
                </a:lnTo>
                <a:lnTo>
                  <a:pt x="3273" y="14"/>
                </a:lnTo>
                <a:lnTo>
                  <a:pt x="3273" y="15"/>
                </a:lnTo>
                <a:lnTo>
                  <a:pt x="3273" y="17"/>
                </a:lnTo>
                <a:lnTo>
                  <a:pt x="3273" y="18"/>
                </a:lnTo>
                <a:lnTo>
                  <a:pt x="3273" y="19"/>
                </a:lnTo>
                <a:lnTo>
                  <a:pt x="3273" y="20"/>
                </a:lnTo>
                <a:lnTo>
                  <a:pt x="3273" y="21"/>
                </a:lnTo>
                <a:lnTo>
                  <a:pt x="3274" y="22"/>
                </a:lnTo>
                <a:lnTo>
                  <a:pt x="3273" y="23"/>
                </a:lnTo>
                <a:lnTo>
                  <a:pt x="3272" y="24"/>
                </a:lnTo>
                <a:lnTo>
                  <a:pt x="3271" y="24"/>
                </a:lnTo>
                <a:lnTo>
                  <a:pt x="3271" y="25"/>
                </a:lnTo>
                <a:lnTo>
                  <a:pt x="3272" y="27"/>
                </a:lnTo>
                <a:lnTo>
                  <a:pt x="3273" y="28"/>
                </a:lnTo>
                <a:lnTo>
                  <a:pt x="3274" y="28"/>
                </a:lnTo>
                <a:lnTo>
                  <a:pt x="3275" y="29"/>
                </a:lnTo>
                <a:lnTo>
                  <a:pt x="3276" y="29"/>
                </a:lnTo>
                <a:lnTo>
                  <a:pt x="3277" y="29"/>
                </a:lnTo>
                <a:lnTo>
                  <a:pt x="3277" y="30"/>
                </a:lnTo>
                <a:lnTo>
                  <a:pt x="3278" y="30"/>
                </a:lnTo>
                <a:lnTo>
                  <a:pt x="3279" y="30"/>
                </a:lnTo>
                <a:lnTo>
                  <a:pt x="3280" y="31"/>
                </a:lnTo>
                <a:lnTo>
                  <a:pt x="3281" y="32"/>
                </a:lnTo>
                <a:lnTo>
                  <a:pt x="3283" y="32"/>
                </a:lnTo>
                <a:lnTo>
                  <a:pt x="3283" y="31"/>
                </a:lnTo>
                <a:lnTo>
                  <a:pt x="3284" y="31"/>
                </a:lnTo>
                <a:lnTo>
                  <a:pt x="3285" y="31"/>
                </a:lnTo>
                <a:lnTo>
                  <a:pt x="3287" y="32"/>
                </a:lnTo>
                <a:lnTo>
                  <a:pt x="3287" y="33"/>
                </a:lnTo>
                <a:lnTo>
                  <a:pt x="3287" y="34"/>
                </a:lnTo>
                <a:lnTo>
                  <a:pt x="3288" y="35"/>
                </a:lnTo>
                <a:lnTo>
                  <a:pt x="3288" y="36"/>
                </a:lnTo>
                <a:lnTo>
                  <a:pt x="3289" y="36"/>
                </a:lnTo>
                <a:lnTo>
                  <a:pt x="3290" y="36"/>
                </a:lnTo>
                <a:lnTo>
                  <a:pt x="3290" y="37"/>
                </a:lnTo>
                <a:lnTo>
                  <a:pt x="3290" y="38"/>
                </a:lnTo>
                <a:lnTo>
                  <a:pt x="3291" y="39"/>
                </a:lnTo>
                <a:lnTo>
                  <a:pt x="3290" y="39"/>
                </a:lnTo>
                <a:lnTo>
                  <a:pt x="3290" y="40"/>
                </a:lnTo>
                <a:lnTo>
                  <a:pt x="3290" y="41"/>
                </a:lnTo>
                <a:lnTo>
                  <a:pt x="3290" y="42"/>
                </a:lnTo>
                <a:lnTo>
                  <a:pt x="3291" y="42"/>
                </a:lnTo>
                <a:lnTo>
                  <a:pt x="3292" y="43"/>
                </a:lnTo>
                <a:lnTo>
                  <a:pt x="3293" y="44"/>
                </a:lnTo>
                <a:lnTo>
                  <a:pt x="3294" y="44"/>
                </a:lnTo>
                <a:lnTo>
                  <a:pt x="3295" y="45"/>
                </a:lnTo>
                <a:lnTo>
                  <a:pt x="3297" y="46"/>
                </a:lnTo>
                <a:lnTo>
                  <a:pt x="3296" y="46"/>
                </a:lnTo>
                <a:lnTo>
                  <a:pt x="3296" y="47"/>
                </a:lnTo>
                <a:lnTo>
                  <a:pt x="3296" y="48"/>
                </a:lnTo>
                <a:lnTo>
                  <a:pt x="3295" y="48"/>
                </a:lnTo>
                <a:lnTo>
                  <a:pt x="3295" y="49"/>
                </a:lnTo>
                <a:lnTo>
                  <a:pt x="3294" y="50"/>
                </a:lnTo>
                <a:lnTo>
                  <a:pt x="3294" y="51"/>
                </a:lnTo>
                <a:lnTo>
                  <a:pt x="3294" y="52"/>
                </a:lnTo>
                <a:lnTo>
                  <a:pt x="3294" y="53"/>
                </a:lnTo>
                <a:lnTo>
                  <a:pt x="3294" y="54"/>
                </a:lnTo>
                <a:lnTo>
                  <a:pt x="3294" y="55"/>
                </a:lnTo>
                <a:lnTo>
                  <a:pt x="3293" y="56"/>
                </a:lnTo>
                <a:lnTo>
                  <a:pt x="3292" y="56"/>
                </a:lnTo>
                <a:lnTo>
                  <a:pt x="3292" y="57"/>
                </a:lnTo>
                <a:lnTo>
                  <a:pt x="3291" y="58"/>
                </a:lnTo>
                <a:lnTo>
                  <a:pt x="3290" y="59"/>
                </a:lnTo>
                <a:lnTo>
                  <a:pt x="3289" y="59"/>
                </a:lnTo>
                <a:lnTo>
                  <a:pt x="3288" y="60"/>
                </a:lnTo>
                <a:lnTo>
                  <a:pt x="3287" y="60"/>
                </a:lnTo>
                <a:lnTo>
                  <a:pt x="3286" y="60"/>
                </a:lnTo>
                <a:lnTo>
                  <a:pt x="3285" y="61"/>
                </a:lnTo>
                <a:lnTo>
                  <a:pt x="3286" y="62"/>
                </a:lnTo>
                <a:lnTo>
                  <a:pt x="3286" y="63"/>
                </a:lnTo>
                <a:lnTo>
                  <a:pt x="3285" y="63"/>
                </a:lnTo>
                <a:lnTo>
                  <a:pt x="3285" y="64"/>
                </a:lnTo>
                <a:lnTo>
                  <a:pt x="3284" y="66"/>
                </a:lnTo>
                <a:lnTo>
                  <a:pt x="3284" y="67"/>
                </a:lnTo>
                <a:lnTo>
                  <a:pt x="3284" y="68"/>
                </a:lnTo>
                <a:lnTo>
                  <a:pt x="3284" y="69"/>
                </a:lnTo>
                <a:lnTo>
                  <a:pt x="3283" y="70"/>
                </a:lnTo>
                <a:lnTo>
                  <a:pt x="3283" y="72"/>
                </a:lnTo>
                <a:lnTo>
                  <a:pt x="3283" y="73"/>
                </a:lnTo>
                <a:lnTo>
                  <a:pt x="3283" y="75"/>
                </a:lnTo>
                <a:lnTo>
                  <a:pt x="3283" y="76"/>
                </a:lnTo>
                <a:lnTo>
                  <a:pt x="3282" y="76"/>
                </a:lnTo>
                <a:lnTo>
                  <a:pt x="3282" y="77"/>
                </a:lnTo>
                <a:lnTo>
                  <a:pt x="3282" y="78"/>
                </a:lnTo>
                <a:lnTo>
                  <a:pt x="3282" y="79"/>
                </a:lnTo>
                <a:lnTo>
                  <a:pt x="3281" y="80"/>
                </a:lnTo>
                <a:lnTo>
                  <a:pt x="3280" y="80"/>
                </a:lnTo>
                <a:lnTo>
                  <a:pt x="3279" y="81"/>
                </a:lnTo>
                <a:lnTo>
                  <a:pt x="3279" y="82"/>
                </a:lnTo>
                <a:lnTo>
                  <a:pt x="3278" y="83"/>
                </a:lnTo>
                <a:lnTo>
                  <a:pt x="3277" y="83"/>
                </a:lnTo>
                <a:lnTo>
                  <a:pt x="3276" y="84"/>
                </a:lnTo>
                <a:lnTo>
                  <a:pt x="3275" y="84"/>
                </a:lnTo>
                <a:lnTo>
                  <a:pt x="3276" y="84"/>
                </a:lnTo>
                <a:lnTo>
                  <a:pt x="3276" y="85"/>
                </a:lnTo>
                <a:lnTo>
                  <a:pt x="3276" y="87"/>
                </a:lnTo>
                <a:lnTo>
                  <a:pt x="3275" y="88"/>
                </a:lnTo>
                <a:lnTo>
                  <a:pt x="3276" y="88"/>
                </a:lnTo>
                <a:lnTo>
                  <a:pt x="3277" y="89"/>
                </a:lnTo>
                <a:lnTo>
                  <a:pt x="3278" y="89"/>
                </a:lnTo>
                <a:lnTo>
                  <a:pt x="3278" y="90"/>
                </a:lnTo>
                <a:lnTo>
                  <a:pt x="3278" y="91"/>
                </a:lnTo>
                <a:lnTo>
                  <a:pt x="3279" y="91"/>
                </a:lnTo>
                <a:lnTo>
                  <a:pt x="3278" y="92"/>
                </a:lnTo>
                <a:lnTo>
                  <a:pt x="3277" y="93"/>
                </a:lnTo>
                <a:lnTo>
                  <a:pt x="3277" y="94"/>
                </a:lnTo>
                <a:lnTo>
                  <a:pt x="3276" y="95"/>
                </a:lnTo>
                <a:lnTo>
                  <a:pt x="3276" y="96"/>
                </a:lnTo>
                <a:lnTo>
                  <a:pt x="3276" y="97"/>
                </a:lnTo>
                <a:lnTo>
                  <a:pt x="3275" y="98"/>
                </a:lnTo>
                <a:lnTo>
                  <a:pt x="3274" y="99"/>
                </a:lnTo>
                <a:lnTo>
                  <a:pt x="3273" y="100"/>
                </a:lnTo>
                <a:lnTo>
                  <a:pt x="3271" y="101"/>
                </a:lnTo>
                <a:lnTo>
                  <a:pt x="3270" y="103"/>
                </a:lnTo>
                <a:lnTo>
                  <a:pt x="3269" y="103"/>
                </a:lnTo>
                <a:lnTo>
                  <a:pt x="3269" y="104"/>
                </a:lnTo>
                <a:lnTo>
                  <a:pt x="3269" y="105"/>
                </a:lnTo>
                <a:lnTo>
                  <a:pt x="3268" y="107"/>
                </a:lnTo>
                <a:lnTo>
                  <a:pt x="3267" y="108"/>
                </a:lnTo>
                <a:lnTo>
                  <a:pt x="3267" y="109"/>
                </a:lnTo>
                <a:lnTo>
                  <a:pt x="3266" y="109"/>
                </a:lnTo>
                <a:lnTo>
                  <a:pt x="3265" y="109"/>
                </a:lnTo>
                <a:lnTo>
                  <a:pt x="3264" y="109"/>
                </a:lnTo>
                <a:lnTo>
                  <a:pt x="3263" y="110"/>
                </a:lnTo>
                <a:lnTo>
                  <a:pt x="3263" y="112"/>
                </a:lnTo>
                <a:lnTo>
                  <a:pt x="3262" y="112"/>
                </a:lnTo>
                <a:lnTo>
                  <a:pt x="3262" y="113"/>
                </a:lnTo>
                <a:lnTo>
                  <a:pt x="3262" y="114"/>
                </a:lnTo>
                <a:lnTo>
                  <a:pt x="3262" y="115"/>
                </a:lnTo>
                <a:lnTo>
                  <a:pt x="3261" y="116"/>
                </a:lnTo>
                <a:lnTo>
                  <a:pt x="3261" y="117"/>
                </a:lnTo>
                <a:lnTo>
                  <a:pt x="3261" y="118"/>
                </a:lnTo>
                <a:lnTo>
                  <a:pt x="3260" y="119"/>
                </a:lnTo>
                <a:lnTo>
                  <a:pt x="3260" y="120"/>
                </a:lnTo>
                <a:lnTo>
                  <a:pt x="3259" y="120"/>
                </a:lnTo>
                <a:lnTo>
                  <a:pt x="3259" y="121"/>
                </a:lnTo>
                <a:lnTo>
                  <a:pt x="3258" y="121"/>
                </a:lnTo>
                <a:lnTo>
                  <a:pt x="3258" y="122"/>
                </a:lnTo>
                <a:lnTo>
                  <a:pt x="3257" y="124"/>
                </a:lnTo>
                <a:lnTo>
                  <a:pt x="3256" y="125"/>
                </a:lnTo>
                <a:lnTo>
                  <a:pt x="3256" y="126"/>
                </a:lnTo>
                <a:lnTo>
                  <a:pt x="3255" y="126"/>
                </a:lnTo>
                <a:lnTo>
                  <a:pt x="3254" y="126"/>
                </a:lnTo>
                <a:lnTo>
                  <a:pt x="3254" y="127"/>
                </a:lnTo>
                <a:lnTo>
                  <a:pt x="3254" y="128"/>
                </a:lnTo>
                <a:lnTo>
                  <a:pt x="3254" y="129"/>
                </a:lnTo>
                <a:lnTo>
                  <a:pt x="3253" y="129"/>
                </a:lnTo>
                <a:lnTo>
                  <a:pt x="3252" y="130"/>
                </a:lnTo>
                <a:lnTo>
                  <a:pt x="3251" y="130"/>
                </a:lnTo>
                <a:lnTo>
                  <a:pt x="3250" y="130"/>
                </a:lnTo>
                <a:lnTo>
                  <a:pt x="3249" y="130"/>
                </a:lnTo>
                <a:lnTo>
                  <a:pt x="3249" y="131"/>
                </a:lnTo>
                <a:lnTo>
                  <a:pt x="3248" y="131"/>
                </a:lnTo>
                <a:lnTo>
                  <a:pt x="3247" y="132"/>
                </a:lnTo>
                <a:lnTo>
                  <a:pt x="3246" y="132"/>
                </a:lnTo>
                <a:lnTo>
                  <a:pt x="3245" y="132"/>
                </a:lnTo>
                <a:lnTo>
                  <a:pt x="3245" y="133"/>
                </a:lnTo>
                <a:lnTo>
                  <a:pt x="3245" y="134"/>
                </a:lnTo>
                <a:lnTo>
                  <a:pt x="3244" y="135"/>
                </a:lnTo>
                <a:lnTo>
                  <a:pt x="3243" y="135"/>
                </a:lnTo>
                <a:lnTo>
                  <a:pt x="3243" y="136"/>
                </a:lnTo>
                <a:lnTo>
                  <a:pt x="3243" y="137"/>
                </a:lnTo>
                <a:lnTo>
                  <a:pt x="3244" y="137"/>
                </a:lnTo>
                <a:lnTo>
                  <a:pt x="3244" y="138"/>
                </a:lnTo>
                <a:lnTo>
                  <a:pt x="3243" y="138"/>
                </a:lnTo>
                <a:lnTo>
                  <a:pt x="3242" y="139"/>
                </a:lnTo>
                <a:lnTo>
                  <a:pt x="3242" y="140"/>
                </a:lnTo>
                <a:lnTo>
                  <a:pt x="3241" y="140"/>
                </a:lnTo>
                <a:lnTo>
                  <a:pt x="3241" y="141"/>
                </a:lnTo>
                <a:lnTo>
                  <a:pt x="3240" y="141"/>
                </a:lnTo>
                <a:lnTo>
                  <a:pt x="3239" y="142"/>
                </a:lnTo>
                <a:lnTo>
                  <a:pt x="3238" y="143"/>
                </a:lnTo>
                <a:lnTo>
                  <a:pt x="3238" y="144"/>
                </a:lnTo>
                <a:lnTo>
                  <a:pt x="3237" y="145"/>
                </a:lnTo>
                <a:lnTo>
                  <a:pt x="3237" y="146"/>
                </a:lnTo>
                <a:lnTo>
                  <a:pt x="3236" y="146"/>
                </a:lnTo>
                <a:lnTo>
                  <a:pt x="3235" y="146"/>
                </a:lnTo>
                <a:lnTo>
                  <a:pt x="3235" y="147"/>
                </a:lnTo>
                <a:lnTo>
                  <a:pt x="3234" y="147"/>
                </a:lnTo>
                <a:lnTo>
                  <a:pt x="3234" y="148"/>
                </a:lnTo>
                <a:lnTo>
                  <a:pt x="3233" y="150"/>
                </a:lnTo>
                <a:lnTo>
                  <a:pt x="3232" y="150"/>
                </a:lnTo>
                <a:lnTo>
                  <a:pt x="3232" y="151"/>
                </a:lnTo>
                <a:lnTo>
                  <a:pt x="3233" y="151"/>
                </a:lnTo>
                <a:lnTo>
                  <a:pt x="3234" y="152"/>
                </a:lnTo>
                <a:lnTo>
                  <a:pt x="3236" y="153"/>
                </a:lnTo>
                <a:lnTo>
                  <a:pt x="3238" y="154"/>
                </a:lnTo>
                <a:lnTo>
                  <a:pt x="3239" y="153"/>
                </a:lnTo>
                <a:lnTo>
                  <a:pt x="3240" y="152"/>
                </a:lnTo>
                <a:lnTo>
                  <a:pt x="3242" y="152"/>
                </a:lnTo>
                <a:lnTo>
                  <a:pt x="3243" y="152"/>
                </a:lnTo>
                <a:lnTo>
                  <a:pt x="3243" y="151"/>
                </a:lnTo>
                <a:lnTo>
                  <a:pt x="3243" y="150"/>
                </a:lnTo>
                <a:lnTo>
                  <a:pt x="3244" y="150"/>
                </a:lnTo>
                <a:lnTo>
                  <a:pt x="3246" y="151"/>
                </a:lnTo>
                <a:lnTo>
                  <a:pt x="3247" y="152"/>
                </a:lnTo>
                <a:lnTo>
                  <a:pt x="3248" y="152"/>
                </a:lnTo>
                <a:lnTo>
                  <a:pt x="3249" y="152"/>
                </a:lnTo>
                <a:lnTo>
                  <a:pt x="3250" y="152"/>
                </a:lnTo>
                <a:lnTo>
                  <a:pt x="3250" y="153"/>
                </a:lnTo>
                <a:lnTo>
                  <a:pt x="3251" y="153"/>
                </a:lnTo>
                <a:lnTo>
                  <a:pt x="3251" y="156"/>
                </a:lnTo>
                <a:lnTo>
                  <a:pt x="3252" y="156"/>
                </a:lnTo>
                <a:lnTo>
                  <a:pt x="3253" y="156"/>
                </a:lnTo>
                <a:lnTo>
                  <a:pt x="3253" y="157"/>
                </a:lnTo>
                <a:lnTo>
                  <a:pt x="3254" y="157"/>
                </a:lnTo>
                <a:lnTo>
                  <a:pt x="3254" y="158"/>
                </a:lnTo>
                <a:lnTo>
                  <a:pt x="3255" y="158"/>
                </a:lnTo>
                <a:lnTo>
                  <a:pt x="3255" y="159"/>
                </a:lnTo>
                <a:lnTo>
                  <a:pt x="3256" y="160"/>
                </a:lnTo>
                <a:lnTo>
                  <a:pt x="3257" y="160"/>
                </a:lnTo>
                <a:lnTo>
                  <a:pt x="3257" y="159"/>
                </a:lnTo>
                <a:lnTo>
                  <a:pt x="3258" y="159"/>
                </a:lnTo>
                <a:lnTo>
                  <a:pt x="3259" y="159"/>
                </a:lnTo>
                <a:lnTo>
                  <a:pt x="3259" y="160"/>
                </a:lnTo>
                <a:lnTo>
                  <a:pt x="3260" y="160"/>
                </a:lnTo>
                <a:lnTo>
                  <a:pt x="3261" y="160"/>
                </a:lnTo>
                <a:lnTo>
                  <a:pt x="3262" y="160"/>
                </a:lnTo>
                <a:lnTo>
                  <a:pt x="3263" y="160"/>
                </a:lnTo>
                <a:lnTo>
                  <a:pt x="3263" y="161"/>
                </a:lnTo>
                <a:lnTo>
                  <a:pt x="3263" y="162"/>
                </a:lnTo>
                <a:lnTo>
                  <a:pt x="3263" y="163"/>
                </a:lnTo>
                <a:lnTo>
                  <a:pt x="3264" y="164"/>
                </a:lnTo>
                <a:lnTo>
                  <a:pt x="3265" y="165"/>
                </a:lnTo>
                <a:lnTo>
                  <a:pt x="3266" y="165"/>
                </a:lnTo>
                <a:lnTo>
                  <a:pt x="3267" y="165"/>
                </a:lnTo>
                <a:lnTo>
                  <a:pt x="3268" y="165"/>
                </a:lnTo>
                <a:lnTo>
                  <a:pt x="3268" y="166"/>
                </a:lnTo>
                <a:lnTo>
                  <a:pt x="3269" y="166"/>
                </a:lnTo>
                <a:lnTo>
                  <a:pt x="3270" y="166"/>
                </a:lnTo>
                <a:lnTo>
                  <a:pt x="3271" y="166"/>
                </a:lnTo>
                <a:lnTo>
                  <a:pt x="3271" y="167"/>
                </a:lnTo>
                <a:lnTo>
                  <a:pt x="3272" y="167"/>
                </a:lnTo>
                <a:lnTo>
                  <a:pt x="3273" y="166"/>
                </a:lnTo>
                <a:lnTo>
                  <a:pt x="3274" y="166"/>
                </a:lnTo>
                <a:lnTo>
                  <a:pt x="3275" y="166"/>
                </a:lnTo>
                <a:lnTo>
                  <a:pt x="3275" y="167"/>
                </a:lnTo>
                <a:lnTo>
                  <a:pt x="3276" y="167"/>
                </a:lnTo>
                <a:lnTo>
                  <a:pt x="3277" y="168"/>
                </a:lnTo>
                <a:lnTo>
                  <a:pt x="3277" y="169"/>
                </a:lnTo>
                <a:lnTo>
                  <a:pt x="3278" y="169"/>
                </a:lnTo>
                <a:lnTo>
                  <a:pt x="3278" y="170"/>
                </a:lnTo>
                <a:lnTo>
                  <a:pt x="3279" y="171"/>
                </a:lnTo>
                <a:lnTo>
                  <a:pt x="3280" y="171"/>
                </a:lnTo>
                <a:lnTo>
                  <a:pt x="3281" y="171"/>
                </a:lnTo>
                <a:lnTo>
                  <a:pt x="3282" y="170"/>
                </a:lnTo>
                <a:lnTo>
                  <a:pt x="3282" y="169"/>
                </a:lnTo>
                <a:lnTo>
                  <a:pt x="3283" y="169"/>
                </a:lnTo>
                <a:lnTo>
                  <a:pt x="3284" y="169"/>
                </a:lnTo>
                <a:lnTo>
                  <a:pt x="3285" y="170"/>
                </a:lnTo>
                <a:lnTo>
                  <a:pt x="3286" y="170"/>
                </a:lnTo>
                <a:lnTo>
                  <a:pt x="3287" y="170"/>
                </a:lnTo>
                <a:lnTo>
                  <a:pt x="3287" y="171"/>
                </a:lnTo>
                <a:lnTo>
                  <a:pt x="3288" y="172"/>
                </a:lnTo>
                <a:lnTo>
                  <a:pt x="3290" y="172"/>
                </a:lnTo>
                <a:lnTo>
                  <a:pt x="3291" y="172"/>
                </a:lnTo>
                <a:lnTo>
                  <a:pt x="3292" y="171"/>
                </a:lnTo>
                <a:lnTo>
                  <a:pt x="3293" y="171"/>
                </a:lnTo>
                <a:lnTo>
                  <a:pt x="3295" y="170"/>
                </a:lnTo>
                <a:lnTo>
                  <a:pt x="3296" y="171"/>
                </a:lnTo>
                <a:lnTo>
                  <a:pt x="3296" y="172"/>
                </a:lnTo>
                <a:lnTo>
                  <a:pt x="3297" y="173"/>
                </a:lnTo>
                <a:lnTo>
                  <a:pt x="3298" y="173"/>
                </a:lnTo>
                <a:lnTo>
                  <a:pt x="3299" y="173"/>
                </a:lnTo>
                <a:lnTo>
                  <a:pt x="3300" y="175"/>
                </a:lnTo>
                <a:lnTo>
                  <a:pt x="3300" y="176"/>
                </a:lnTo>
                <a:lnTo>
                  <a:pt x="3299" y="176"/>
                </a:lnTo>
                <a:lnTo>
                  <a:pt x="3300" y="177"/>
                </a:lnTo>
                <a:lnTo>
                  <a:pt x="3299" y="179"/>
                </a:lnTo>
                <a:lnTo>
                  <a:pt x="3299" y="180"/>
                </a:lnTo>
                <a:lnTo>
                  <a:pt x="3299" y="181"/>
                </a:lnTo>
                <a:lnTo>
                  <a:pt x="3300" y="181"/>
                </a:lnTo>
                <a:lnTo>
                  <a:pt x="3301" y="182"/>
                </a:lnTo>
                <a:lnTo>
                  <a:pt x="3302" y="183"/>
                </a:lnTo>
                <a:lnTo>
                  <a:pt x="3303" y="183"/>
                </a:lnTo>
                <a:lnTo>
                  <a:pt x="3304" y="184"/>
                </a:lnTo>
                <a:lnTo>
                  <a:pt x="3305" y="185"/>
                </a:lnTo>
                <a:lnTo>
                  <a:pt x="3305" y="186"/>
                </a:lnTo>
                <a:lnTo>
                  <a:pt x="3306" y="187"/>
                </a:lnTo>
                <a:lnTo>
                  <a:pt x="3307" y="188"/>
                </a:lnTo>
                <a:lnTo>
                  <a:pt x="3308" y="190"/>
                </a:lnTo>
                <a:lnTo>
                  <a:pt x="3308" y="191"/>
                </a:lnTo>
                <a:lnTo>
                  <a:pt x="3308" y="192"/>
                </a:lnTo>
                <a:lnTo>
                  <a:pt x="3308" y="194"/>
                </a:lnTo>
                <a:lnTo>
                  <a:pt x="3309" y="194"/>
                </a:lnTo>
                <a:lnTo>
                  <a:pt x="3310" y="194"/>
                </a:lnTo>
                <a:lnTo>
                  <a:pt x="3311" y="194"/>
                </a:lnTo>
                <a:lnTo>
                  <a:pt x="3311" y="195"/>
                </a:lnTo>
                <a:lnTo>
                  <a:pt x="3312" y="195"/>
                </a:lnTo>
                <a:lnTo>
                  <a:pt x="3312" y="194"/>
                </a:lnTo>
                <a:lnTo>
                  <a:pt x="3313" y="195"/>
                </a:lnTo>
                <a:lnTo>
                  <a:pt x="3314" y="195"/>
                </a:lnTo>
                <a:lnTo>
                  <a:pt x="3315" y="195"/>
                </a:lnTo>
                <a:lnTo>
                  <a:pt x="3316" y="195"/>
                </a:lnTo>
                <a:lnTo>
                  <a:pt x="3317" y="195"/>
                </a:lnTo>
                <a:lnTo>
                  <a:pt x="3318" y="196"/>
                </a:lnTo>
                <a:lnTo>
                  <a:pt x="3319" y="196"/>
                </a:lnTo>
                <a:lnTo>
                  <a:pt x="3320" y="196"/>
                </a:lnTo>
                <a:lnTo>
                  <a:pt x="3321" y="197"/>
                </a:lnTo>
                <a:lnTo>
                  <a:pt x="3322" y="197"/>
                </a:lnTo>
                <a:lnTo>
                  <a:pt x="3323" y="197"/>
                </a:lnTo>
                <a:lnTo>
                  <a:pt x="3325" y="198"/>
                </a:lnTo>
                <a:lnTo>
                  <a:pt x="3327" y="198"/>
                </a:lnTo>
                <a:lnTo>
                  <a:pt x="3328" y="197"/>
                </a:lnTo>
                <a:lnTo>
                  <a:pt x="3329" y="197"/>
                </a:lnTo>
                <a:lnTo>
                  <a:pt x="3329" y="196"/>
                </a:lnTo>
                <a:lnTo>
                  <a:pt x="3329" y="197"/>
                </a:lnTo>
                <a:lnTo>
                  <a:pt x="3330" y="197"/>
                </a:lnTo>
                <a:lnTo>
                  <a:pt x="3331" y="197"/>
                </a:lnTo>
                <a:lnTo>
                  <a:pt x="3333" y="197"/>
                </a:lnTo>
                <a:lnTo>
                  <a:pt x="3334" y="197"/>
                </a:lnTo>
                <a:lnTo>
                  <a:pt x="3334" y="196"/>
                </a:lnTo>
                <a:lnTo>
                  <a:pt x="3335" y="196"/>
                </a:lnTo>
                <a:lnTo>
                  <a:pt x="3336" y="196"/>
                </a:lnTo>
                <a:lnTo>
                  <a:pt x="3337" y="195"/>
                </a:lnTo>
                <a:lnTo>
                  <a:pt x="3338" y="194"/>
                </a:lnTo>
                <a:lnTo>
                  <a:pt x="3338" y="192"/>
                </a:lnTo>
                <a:lnTo>
                  <a:pt x="3339" y="190"/>
                </a:lnTo>
                <a:lnTo>
                  <a:pt x="3338" y="189"/>
                </a:lnTo>
                <a:lnTo>
                  <a:pt x="3339" y="188"/>
                </a:lnTo>
                <a:lnTo>
                  <a:pt x="3340" y="187"/>
                </a:lnTo>
                <a:lnTo>
                  <a:pt x="3341" y="187"/>
                </a:lnTo>
                <a:lnTo>
                  <a:pt x="3341" y="186"/>
                </a:lnTo>
                <a:lnTo>
                  <a:pt x="3341" y="185"/>
                </a:lnTo>
                <a:lnTo>
                  <a:pt x="3341" y="184"/>
                </a:lnTo>
                <a:lnTo>
                  <a:pt x="3341" y="183"/>
                </a:lnTo>
                <a:lnTo>
                  <a:pt x="3342" y="183"/>
                </a:lnTo>
                <a:lnTo>
                  <a:pt x="3342" y="182"/>
                </a:lnTo>
                <a:lnTo>
                  <a:pt x="3343" y="179"/>
                </a:lnTo>
                <a:lnTo>
                  <a:pt x="3344" y="179"/>
                </a:lnTo>
                <a:lnTo>
                  <a:pt x="3344" y="178"/>
                </a:lnTo>
                <a:lnTo>
                  <a:pt x="3345" y="178"/>
                </a:lnTo>
                <a:lnTo>
                  <a:pt x="3346" y="177"/>
                </a:lnTo>
                <a:lnTo>
                  <a:pt x="3346" y="175"/>
                </a:lnTo>
                <a:lnTo>
                  <a:pt x="3347" y="174"/>
                </a:lnTo>
                <a:lnTo>
                  <a:pt x="3347" y="173"/>
                </a:lnTo>
                <a:lnTo>
                  <a:pt x="3348" y="173"/>
                </a:lnTo>
                <a:lnTo>
                  <a:pt x="3348" y="172"/>
                </a:lnTo>
                <a:lnTo>
                  <a:pt x="3347" y="171"/>
                </a:lnTo>
                <a:lnTo>
                  <a:pt x="3346" y="169"/>
                </a:lnTo>
                <a:lnTo>
                  <a:pt x="3347" y="169"/>
                </a:lnTo>
                <a:lnTo>
                  <a:pt x="3347" y="168"/>
                </a:lnTo>
                <a:lnTo>
                  <a:pt x="3348" y="168"/>
                </a:lnTo>
                <a:lnTo>
                  <a:pt x="3349" y="167"/>
                </a:lnTo>
                <a:lnTo>
                  <a:pt x="3349" y="166"/>
                </a:lnTo>
                <a:lnTo>
                  <a:pt x="3350" y="166"/>
                </a:lnTo>
                <a:lnTo>
                  <a:pt x="3351" y="166"/>
                </a:lnTo>
                <a:lnTo>
                  <a:pt x="3352" y="166"/>
                </a:lnTo>
                <a:lnTo>
                  <a:pt x="3352" y="164"/>
                </a:lnTo>
                <a:lnTo>
                  <a:pt x="3351" y="164"/>
                </a:lnTo>
                <a:lnTo>
                  <a:pt x="3351" y="163"/>
                </a:lnTo>
                <a:lnTo>
                  <a:pt x="3351" y="161"/>
                </a:lnTo>
                <a:lnTo>
                  <a:pt x="3352" y="161"/>
                </a:lnTo>
                <a:lnTo>
                  <a:pt x="3353" y="160"/>
                </a:lnTo>
                <a:lnTo>
                  <a:pt x="3354" y="159"/>
                </a:lnTo>
                <a:lnTo>
                  <a:pt x="3354" y="158"/>
                </a:lnTo>
                <a:lnTo>
                  <a:pt x="3354" y="157"/>
                </a:lnTo>
                <a:lnTo>
                  <a:pt x="3354" y="156"/>
                </a:lnTo>
                <a:lnTo>
                  <a:pt x="3354" y="155"/>
                </a:lnTo>
                <a:lnTo>
                  <a:pt x="3355" y="154"/>
                </a:lnTo>
                <a:lnTo>
                  <a:pt x="3356" y="154"/>
                </a:lnTo>
                <a:lnTo>
                  <a:pt x="3356" y="153"/>
                </a:lnTo>
                <a:lnTo>
                  <a:pt x="3356" y="152"/>
                </a:lnTo>
                <a:lnTo>
                  <a:pt x="3355" y="152"/>
                </a:lnTo>
                <a:lnTo>
                  <a:pt x="3355" y="151"/>
                </a:lnTo>
                <a:lnTo>
                  <a:pt x="3356" y="151"/>
                </a:lnTo>
                <a:lnTo>
                  <a:pt x="3356" y="150"/>
                </a:lnTo>
                <a:lnTo>
                  <a:pt x="3356" y="149"/>
                </a:lnTo>
                <a:lnTo>
                  <a:pt x="3356" y="148"/>
                </a:lnTo>
                <a:lnTo>
                  <a:pt x="3355" y="147"/>
                </a:lnTo>
                <a:lnTo>
                  <a:pt x="3356" y="147"/>
                </a:lnTo>
                <a:lnTo>
                  <a:pt x="3357" y="146"/>
                </a:lnTo>
                <a:lnTo>
                  <a:pt x="3357" y="145"/>
                </a:lnTo>
                <a:lnTo>
                  <a:pt x="3358" y="145"/>
                </a:lnTo>
                <a:lnTo>
                  <a:pt x="3359" y="145"/>
                </a:lnTo>
                <a:lnTo>
                  <a:pt x="3359" y="146"/>
                </a:lnTo>
                <a:lnTo>
                  <a:pt x="3359" y="147"/>
                </a:lnTo>
                <a:lnTo>
                  <a:pt x="3360" y="148"/>
                </a:lnTo>
                <a:lnTo>
                  <a:pt x="3360" y="149"/>
                </a:lnTo>
                <a:lnTo>
                  <a:pt x="3360" y="150"/>
                </a:lnTo>
                <a:lnTo>
                  <a:pt x="3361" y="151"/>
                </a:lnTo>
                <a:lnTo>
                  <a:pt x="3362" y="151"/>
                </a:lnTo>
                <a:lnTo>
                  <a:pt x="3363" y="152"/>
                </a:lnTo>
                <a:lnTo>
                  <a:pt x="3364" y="152"/>
                </a:lnTo>
                <a:lnTo>
                  <a:pt x="3365" y="153"/>
                </a:lnTo>
                <a:lnTo>
                  <a:pt x="3365" y="154"/>
                </a:lnTo>
                <a:lnTo>
                  <a:pt x="3366" y="154"/>
                </a:lnTo>
                <a:lnTo>
                  <a:pt x="3366" y="153"/>
                </a:lnTo>
                <a:lnTo>
                  <a:pt x="3367" y="153"/>
                </a:lnTo>
                <a:lnTo>
                  <a:pt x="3368" y="152"/>
                </a:lnTo>
                <a:lnTo>
                  <a:pt x="3368" y="153"/>
                </a:lnTo>
                <a:lnTo>
                  <a:pt x="3370" y="153"/>
                </a:lnTo>
                <a:lnTo>
                  <a:pt x="3371" y="152"/>
                </a:lnTo>
                <a:lnTo>
                  <a:pt x="3372" y="152"/>
                </a:lnTo>
                <a:lnTo>
                  <a:pt x="3373" y="153"/>
                </a:lnTo>
                <a:lnTo>
                  <a:pt x="3374" y="152"/>
                </a:lnTo>
                <a:lnTo>
                  <a:pt x="3374" y="151"/>
                </a:lnTo>
                <a:lnTo>
                  <a:pt x="3375" y="151"/>
                </a:lnTo>
                <a:lnTo>
                  <a:pt x="3375" y="150"/>
                </a:lnTo>
                <a:lnTo>
                  <a:pt x="3377" y="150"/>
                </a:lnTo>
                <a:lnTo>
                  <a:pt x="3378" y="150"/>
                </a:lnTo>
                <a:lnTo>
                  <a:pt x="3379" y="150"/>
                </a:lnTo>
                <a:lnTo>
                  <a:pt x="3379" y="151"/>
                </a:lnTo>
                <a:lnTo>
                  <a:pt x="3379" y="152"/>
                </a:lnTo>
                <a:lnTo>
                  <a:pt x="3380" y="152"/>
                </a:lnTo>
                <a:lnTo>
                  <a:pt x="3381" y="152"/>
                </a:lnTo>
                <a:lnTo>
                  <a:pt x="3381" y="153"/>
                </a:lnTo>
                <a:lnTo>
                  <a:pt x="3381" y="154"/>
                </a:lnTo>
                <a:lnTo>
                  <a:pt x="3381" y="155"/>
                </a:lnTo>
                <a:lnTo>
                  <a:pt x="3382" y="157"/>
                </a:lnTo>
                <a:lnTo>
                  <a:pt x="3383" y="158"/>
                </a:lnTo>
                <a:lnTo>
                  <a:pt x="3384" y="159"/>
                </a:lnTo>
                <a:lnTo>
                  <a:pt x="3385" y="159"/>
                </a:lnTo>
                <a:lnTo>
                  <a:pt x="3385" y="160"/>
                </a:lnTo>
                <a:lnTo>
                  <a:pt x="3385" y="161"/>
                </a:lnTo>
                <a:lnTo>
                  <a:pt x="3385" y="162"/>
                </a:lnTo>
                <a:lnTo>
                  <a:pt x="3386" y="162"/>
                </a:lnTo>
                <a:lnTo>
                  <a:pt x="3386" y="161"/>
                </a:lnTo>
                <a:lnTo>
                  <a:pt x="3387" y="161"/>
                </a:lnTo>
                <a:lnTo>
                  <a:pt x="3388" y="161"/>
                </a:lnTo>
                <a:lnTo>
                  <a:pt x="3388" y="162"/>
                </a:lnTo>
                <a:lnTo>
                  <a:pt x="3389" y="162"/>
                </a:lnTo>
                <a:lnTo>
                  <a:pt x="3389" y="163"/>
                </a:lnTo>
                <a:lnTo>
                  <a:pt x="3390" y="164"/>
                </a:lnTo>
                <a:lnTo>
                  <a:pt x="3391" y="164"/>
                </a:lnTo>
                <a:lnTo>
                  <a:pt x="3392" y="164"/>
                </a:lnTo>
                <a:lnTo>
                  <a:pt x="3393" y="164"/>
                </a:lnTo>
                <a:lnTo>
                  <a:pt x="3393" y="165"/>
                </a:lnTo>
                <a:lnTo>
                  <a:pt x="3394" y="167"/>
                </a:lnTo>
                <a:lnTo>
                  <a:pt x="3395" y="167"/>
                </a:lnTo>
                <a:lnTo>
                  <a:pt x="3395" y="166"/>
                </a:lnTo>
                <a:lnTo>
                  <a:pt x="3396" y="166"/>
                </a:lnTo>
                <a:lnTo>
                  <a:pt x="3397" y="166"/>
                </a:lnTo>
                <a:lnTo>
                  <a:pt x="3397" y="165"/>
                </a:lnTo>
                <a:lnTo>
                  <a:pt x="3397" y="164"/>
                </a:lnTo>
                <a:lnTo>
                  <a:pt x="3398" y="163"/>
                </a:lnTo>
                <a:lnTo>
                  <a:pt x="3399" y="164"/>
                </a:lnTo>
                <a:lnTo>
                  <a:pt x="3399" y="165"/>
                </a:lnTo>
                <a:lnTo>
                  <a:pt x="3399" y="166"/>
                </a:lnTo>
                <a:lnTo>
                  <a:pt x="3400" y="166"/>
                </a:lnTo>
                <a:lnTo>
                  <a:pt x="3401" y="167"/>
                </a:lnTo>
                <a:lnTo>
                  <a:pt x="3401" y="168"/>
                </a:lnTo>
                <a:lnTo>
                  <a:pt x="3402" y="169"/>
                </a:lnTo>
                <a:lnTo>
                  <a:pt x="3403" y="169"/>
                </a:lnTo>
                <a:lnTo>
                  <a:pt x="3404" y="170"/>
                </a:lnTo>
                <a:lnTo>
                  <a:pt x="3404" y="171"/>
                </a:lnTo>
                <a:lnTo>
                  <a:pt x="3404" y="172"/>
                </a:lnTo>
                <a:lnTo>
                  <a:pt x="3404" y="173"/>
                </a:lnTo>
                <a:lnTo>
                  <a:pt x="3405" y="174"/>
                </a:lnTo>
                <a:lnTo>
                  <a:pt x="3404" y="175"/>
                </a:lnTo>
                <a:lnTo>
                  <a:pt x="3404" y="176"/>
                </a:lnTo>
                <a:lnTo>
                  <a:pt x="3405" y="177"/>
                </a:lnTo>
                <a:lnTo>
                  <a:pt x="3405" y="179"/>
                </a:lnTo>
                <a:lnTo>
                  <a:pt x="3405" y="180"/>
                </a:lnTo>
                <a:lnTo>
                  <a:pt x="3404" y="180"/>
                </a:lnTo>
                <a:lnTo>
                  <a:pt x="3405" y="181"/>
                </a:lnTo>
                <a:lnTo>
                  <a:pt x="3406" y="181"/>
                </a:lnTo>
                <a:lnTo>
                  <a:pt x="3407" y="181"/>
                </a:lnTo>
                <a:lnTo>
                  <a:pt x="3408" y="181"/>
                </a:lnTo>
                <a:lnTo>
                  <a:pt x="3408" y="182"/>
                </a:lnTo>
                <a:lnTo>
                  <a:pt x="3409" y="182"/>
                </a:lnTo>
                <a:lnTo>
                  <a:pt x="3411" y="182"/>
                </a:lnTo>
                <a:lnTo>
                  <a:pt x="3412" y="182"/>
                </a:lnTo>
                <a:lnTo>
                  <a:pt x="3413" y="182"/>
                </a:lnTo>
                <a:lnTo>
                  <a:pt x="3414" y="182"/>
                </a:lnTo>
                <a:lnTo>
                  <a:pt x="3415" y="182"/>
                </a:lnTo>
                <a:lnTo>
                  <a:pt x="3416" y="182"/>
                </a:lnTo>
                <a:lnTo>
                  <a:pt x="3417" y="182"/>
                </a:lnTo>
                <a:lnTo>
                  <a:pt x="3418" y="182"/>
                </a:lnTo>
                <a:lnTo>
                  <a:pt x="3419" y="183"/>
                </a:lnTo>
                <a:lnTo>
                  <a:pt x="3420" y="183"/>
                </a:lnTo>
                <a:lnTo>
                  <a:pt x="3420" y="184"/>
                </a:lnTo>
                <a:lnTo>
                  <a:pt x="3422" y="184"/>
                </a:lnTo>
                <a:lnTo>
                  <a:pt x="3423" y="184"/>
                </a:lnTo>
                <a:lnTo>
                  <a:pt x="3424" y="184"/>
                </a:lnTo>
                <a:lnTo>
                  <a:pt x="3425" y="183"/>
                </a:lnTo>
                <a:lnTo>
                  <a:pt x="3426" y="183"/>
                </a:lnTo>
                <a:lnTo>
                  <a:pt x="3426" y="182"/>
                </a:lnTo>
                <a:lnTo>
                  <a:pt x="3427" y="182"/>
                </a:lnTo>
                <a:lnTo>
                  <a:pt x="3428" y="182"/>
                </a:lnTo>
                <a:lnTo>
                  <a:pt x="3429" y="181"/>
                </a:lnTo>
                <a:lnTo>
                  <a:pt x="3429" y="180"/>
                </a:lnTo>
                <a:lnTo>
                  <a:pt x="3430" y="180"/>
                </a:lnTo>
                <a:lnTo>
                  <a:pt x="3431" y="181"/>
                </a:lnTo>
                <a:lnTo>
                  <a:pt x="3433" y="181"/>
                </a:lnTo>
                <a:lnTo>
                  <a:pt x="3434" y="181"/>
                </a:lnTo>
                <a:lnTo>
                  <a:pt x="3435" y="181"/>
                </a:lnTo>
                <a:lnTo>
                  <a:pt x="3434" y="182"/>
                </a:lnTo>
                <a:lnTo>
                  <a:pt x="3434" y="183"/>
                </a:lnTo>
                <a:lnTo>
                  <a:pt x="3435" y="184"/>
                </a:lnTo>
                <a:lnTo>
                  <a:pt x="3436" y="184"/>
                </a:lnTo>
                <a:lnTo>
                  <a:pt x="3437" y="184"/>
                </a:lnTo>
                <a:lnTo>
                  <a:pt x="3438" y="183"/>
                </a:lnTo>
                <a:lnTo>
                  <a:pt x="3439" y="183"/>
                </a:lnTo>
                <a:lnTo>
                  <a:pt x="3440" y="182"/>
                </a:lnTo>
                <a:lnTo>
                  <a:pt x="3441" y="182"/>
                </a:lnTo>
                <a:lnTo>
                  <a:pt x="3442" y="182"/>
                </a:lnTo>
                <a:lnTo>
                  <a:pt x="3443" y="181"/>
                </a:lnTo>
                <a:lnTo>
                  <a:pt x="3444" y="181"/>
                </a:lnTo>
                <a:lnTo>
                  <a:pt x="3444" y="182"/>
                </a:lnTo>
                <a:lnTo>
                  <a:pt x="3445" y="182"/>
                </a:lnTo>
                <a:lnTo>
                  <a:pt x="3446" y="182"/>
                </a:lnTo>
                <a:lnTo>
                  <a:pt x="3447" y="183"/>
                </a:lnTo>
                <a:lnTo>
                  <a:pt x="3447" y="184"/>
                </a:lnTo>
                <a:lnTo>
                  <a:pt x="3447" y="185"/>
                </a:lnTo>
                <a:lnTo>
                  <a:pt x="3447" y="186"/>
                </a:lnTo>
                <a:lnTo>
                  <a:pt x="3446" y="186"/>
                </a:lnTo>
                <a:lnTo>
                  <a:pt x="3445" y="187"/>
                </a:lnTo>
                <a:lnTo>
                  <a:pt x="3444" y="188"/>
                </a:lnTo>
                <a:lnTo>
                  <a:pt x="3445" y="189"/>
                </a:lnTo>
                <a:lnTo>
                  <a:pt x="3445" y="190"/>
                </a:lnTo>
                <a:lnTo>
                  <a:pt x="3446" y="191"/>
                </a:lnTo>
                <a:lnTo>
                  <a:pt x="3446" y="192"/>
                </a:lnTo>
                <a:lnTo>
                  <a:pt x="3447" y="193"/>
                </a:lnTo>
                <a:lnTo>
                  <a:pt x="3447" y="194"/>
                </a:lnTo>
                <a:lnTo>
                  <a:pt x="3447" y="195"/>
                </a:lnTo>
                <a:lnTo>
                  <a:pt x="3447" y="196"/>
                </a:lnTo>
                <a:lnTo>
                  <a:pt x="3447" y="197"/>
                </a:lnTo>
                <a:lnTo>
                  <a:pt x="3448" y="197"/>
                </a:lnTo>
                <a:lnTo>
                  <a:pt x="3448" y="198"/>
                </a:lnTo>
                <a:lnTo>
                  <a:pt x="3447" y="198"/>
                </a:lnTo>
                <a:lnTo>
                  <a:pt x="3446" y="198"/>
                </a:lnTo>
                <a:lnTo>
                  <a:pt x="3446" y="199"/>
                </a:lnTo>
                <a:lnTo>
                  <a:pt x="3445" y="200"/>
                </a:lnTo>
                <a:lnTo>
                  <a:pt x="3444" y="200"/>
                </a:lnTo>
                <a:lnTo>
                  <a:pt x="3444" y="201"/>
                </a:lnTo>
                <a:lnTo>
                  <a:pt x="3444" y="202"/>
                </a:lnTo>
                <a:lnTo>
                  <a:pt x="3444" y="204"/>
                </a:lnTo>
                <a:lnTo>
                  <a:pt x="3443" y="204"/>
                </a:lnTo>
                <a:lnTo>
                  <a:pt x="3442" y="205"/>
                </a:lnTo>
                <a:lnTo>
                  <a:pt x="3441" y="205"/>
                </a:lnTo>
                <a:lnTo>
                  <a:pt x="3440" y="205"/>
                </a:lnTo>
                <a:lnTo>
                  <a:pt x="3439" y="205"/>
                </a:lnTo>
                <a:lnTo>
                  <a:pt x="3439" y="206"/>
                </a:lnTo>
                <a:lnTo>
                  <a:pt x="3438" y="207"/>
                </a:lnTo>
                <a:lnTo>
                  <a:pt x="3438" y="208"/>
                </a:lnTo>
                <a:lnTo>
                  <a:pt x="3437" y="208"/>
                </a:lnTo>
                <a:lnTo>
                  <a:pt x="3435" y="208"/>
                </a:lnTo>
                <a:lnTo>
                  <a:pt x="3434" y="208"/>
                </a:lnTo>
                <a:lnTo>
                  <a:pt x="3433" y="209"/>
                </a:lnTo>
                <a:lnTo>
                  <a:pt x="3433" y="208"/>
                </a:lnTo>
                <a:lnTo>
                  <a:pt x="3432" y="209"/>
                </a:lnTo>
                <a:lnTo>
                  <a:pt x="3431" y="209"/>
                </a:lnTo>
                <a:lnTo>
                  <a:pt x="3431" y="211"/>
                </a:lnTo>
                <a:lnTo>
                  <a:pt x="3432" y="212"/>
                </a:lnTo>
                <a:lnTo>
                  <a:pt x="3433" y="214"/>
                </a:lnTo>
                <a:lnTo>
                  <a:pt x="3434" y="214"/>
                </a:lnTo>
                <a:lnTo>
                  <a:pt x="3434" y="215"/>
                </a:lnTo>
                <a:lnTo>
                  <a:pt x="3434" y="216"/>
                </a:lnTo>
                <a:lnTo>
                  <a:pt x="3433" y="216"/>
                </a:lnTo>
                <a:lnTo>
                  <a:pt x="3433" y="217"/>
                </a:lnTo>
                <a:lnTo>
                  <a:pt x="3434" y="217"/>
                </a:lnTo>
                <a:lnTo>
                  <a:pt x="3434" y="218"/>
                </a:lnTo>
                <a:lnTo>
                  <a:pt x="3434" y="219"/>
                </a:lnTo>
                <a:lnTo>
                  <a:pt x="3433" y="220"/>
                </a:lnTo>
                <a:lnTo>
                  <a:pt x="3433" y="221"/>
                </a:lnTo>
                <a:lnTo>
                  <a:pt x="3432" y="221"/>
                </a:lnTo>
                <a:lnTo>
                  <a:pt x="3432" y="222"/>
                </a:lnTo>
                <a:lnTo>
                  <a:pt x="3433" y="223"/>
                </a:lnTo>
                <a:lnTo>
                  <a:pt x="3434" y="223"/>
                </a:lnTo>
                <a:lnTo>
                  <a:pt x="3435" y="223"/>
                </a:lnTo>
                <a:lnTo>
                  <a:pt x="3436" y="223"/>
                </a:lnTo>
                <a:lnTo>
                  <a:pt x="3437" y="225"/>
                </a:lnTo>
                <a:lnTo>
                  <a:pt x="3437" y="226"/>
                </a:lnTo>
                <a:lnTo>
                  <a:pt x="3437" y="227"/>
                </a:lnTo>
                <a:lnTo>
                  <a:pt x="3437" y="229"/>
                </a:lnTo>
                <a:lnTo>
                  <a:pt x="3438" y="230"/>
                </a:lnTo>
                <a:lnTo>
                  <a:pt x="3439" y="231"/>
                </a:lnTo>
                <a:lnTo>
                  <a:pt x="3440" y="231"/>
                </a:lnTo>
                <a:lnTo>
                  <a:pt x="3440" y="232"/>
                </a:lnTo>
                <a:lnTo>
                  <a:pt x="3439" y="232"/>
                </a:lnTo>
                <a:lnTo>
                  <a:pt x="3439" y="233"/>
                </a:lnTo>
                <a:lnTo>
                  <a:pt x="3440" y="235"/>
                </a:lnTo>
                <a:lnTo>
                  <a:pt x="3440" y="236"/>
                </a:lnTo>
                <a:lnTo>
                  <a:pt x="3441" y="236"/>
                </a:lnTo>
                <a:lnTo>
                  <a:pt x="3441" y="237"/>
                </a:lnTo>
                <a:lnTo>
                  <a:pt x="3442" y="238"/>
                </a:lnTo>
                <a:lnTo>
                  <a:pt x="3442" y="239"/>
                </a:lnTo>
                <a:lnTo>
                  <a:pt x="3443" y="240"/>
                </a:lnTo>
                <a:lnTo>
                  <a:pt x="3444" y="240"/>
                </a:lnTo>
                <a:lnTo>
                  <a:pt x="3445" y="239"/>
                </a:lnTo>
                <a:lnTo>
                  <a:pt x="3446" y="239"/>
                </a:lnTo>
                <a:lnTo>
                  <a:pt x="3447" y="238"/>
                </a:lnTo>
                <a:lnTo>
                  <a:pt x="3448" y="238"/>
                </a:lnTo>
                <a:lnTo>
                  <a:pt x="3448" y="239"/>
                </a:lnTo>
                <a:lnTo>
                  <a:pt x="3449" y="242"/>
                </a:lnTo>
                <a:lnTo>
                  <a:pt x="3449" y="243"/>
                </a:lnTo>
                <a:lnTo>
                  <a:pt x="3449" y="244"/>
                </a:lnTo>
                <a:lnTo>
                  <a:pt x="3449" y="245"/>
                </a:lnTo>
                <a:lnTo>
                  <a:pt x="3451" y="248"/>
                </a:lnTo>
                <a:lnTo>
                  <a:pt x="3451" y="249"/>
                </a:lnTo>
                <a:lnTo>
                  <a:pt x="3451" y="250"/>
                </a:lnTo>
                <a:lnTo>
                  <a:pt x="3450" y="250"/>
                </a:lnTo>
                <a:lnTo>
                  <a:pt x="3450" y="251"/>
                </a:lnTo>
                <a:lnTo>
                  <a:pt x="3449" y="252"/>
                </a:lnTo>
                <a:lnTo>
                  <a:pt x="3448" y="256"/>
                </a:lnTo>
                <a:lnTo>
                  <a:pt x="3449" y="257"/>
                </a:lnTo>
                <a:lnTo>
                  <a:pt x="3450" y="257"/>
                </a:lnTo>
                <a:lnTo>
                  <a:pt x="3451" y="257"/>
                </a:lnTo>
                <a:lnTo>
                  <a:pt x="3452" y="258"/>
                </a:lnTo>
                <a:lnTo>
                  <a:pt x="3452" y="259"/>
                </a:lnTo>
                <a:lnTo>
                  <a:pt x="3452" y="260"/>
                </a:lnTo>
                <a:lnTo>
                  <a:pt x="3453" y="260"/>
                </a:lnTo>
                <a:lnTo>
                  <a:pt x="3453" y="261"/>
                </a:lnTo>
                <a:lnTo>
                  <a:pt x="3454" y="263"/>
                </a:lnTo>
                <a:lnTo>
                  <a:pt x="3454" y="266"/>
                </a:lnTo>
                <a:lnTo>
                  <a:pt x="3455" y="268"/>
                </a:lnTo>
                <a:lnTo>
                  <a:pt x="3456" y="268"/>
                </a:lnTo>
                <a:lnTo>
                  <a:pt x="3457" y="271"/>
                </a:lnTo>
                <a:lnTo>
                  <a:pt x="3459" y="272"/>
                </a:lnTo>
                <a:lnTo>
                  <a:pt x="3460" y="274"/>
                </a:lnTo>
                <a:lnTo>
                  <a:pt x="3462" y="277"/>
                </a:lnTo>
                <a:lnTo>
                  <a:pt x="3462" y="278"/>
                </a:lnTo>
                <a:lnTo>
                  <a:pt x="3460" y="282"/>
                </a:lnTo>
                <a:lnTo>
                  <a:pt x="3459" y="283"/>
                </a:lnTo>
                <a:lnTo>
                  <a:pt x="3460" y="283"/>
                </a:lnTo>
                <a:lnTo>
                  <a:pt x="3460" y="284"/>
                </a:lnTo>
                <a:lnTo>
                  <a:pt x="3461" y="285"/>
                </a:lnTo>
                <a:lnTo>
                  <a:pt x="3462" y="285"/>
                </a:lnTo>
                <a:lnTo>
                  <a:pt x="3463" y="285"/>
                </a:lnTo>
                <a:lnTo>
                  <a:pt x="3463" y="286"/>
                </a:lnTo>
                <a:lnTo>
                  <a:pt x="3464" y="288"/>
                </a:lnTo>
                <a:lnTo>
                  <a:pt x="3464" y="289"/>
                </a:lnTo>
                <a:lnTo>
                  <a:pt x="3466" y="293"/>
                </a:lnTo>
                <a:lnTo>
                  <a:pt x="3466" y="294"/>
                </a:lnTo>
                <a:lnTo>
                  <a:pt x="3468" y="295"/>
                </a:lnTo>
                <a:lnTo>
                  <a:pt x="3469" y="296"/>
                </a:lnTo>
                <a:lnTo>
                  <a:pt x="3470" y="298"/>
                </a:lnTo>
                <a:lnTo>
                  <a:pt x="3471" y="298"/>
                </a:lnTo>
                <a:lnTo>
                  <a:pt x="3471" y="299"/>
                </a:lnTo>
                <a:lnTo>
                  <a:pt x="3472" y="299"/>
                </a:lnTo>
                <a:lnTo>
                  <a:pt x="3472" y="300"/>
                </a:lnTo>
                <a:lnTo>
                  <a:pt x="3472" y="301"/>
                </a:lnTo>
                <a:lnTo>
                  <a:pt x="3473" y="303"/>
                </a:lnTo>
                <a:lnTo>
                  <a:pt x="3473" y="304"/>
                </a:lnTo>
                <a:lnTo>
                  <a:pt x="3474" y="304"/>
                </a:lnTo>
                <a:lnTo>
                  <a:pt x="3475" y="304"/>
                </a:lnTo>
                <a:lnTo>
                  <a:pt x="3476" y="304"/>
                </a:lnTo>
                <a:lnTo>
                  <a:pt x="3478" y="306"/>
                </a:lnTo>
                <a:lnTo>
                  <a:pt x="3479" y="308"/>
                </a:lnTo>
                <a:lnTo>
                  <a:pt x="3479" y="309"/>
                </a:lnTo>
                <a:lnTo>
                  <a:pt x="3478" y="309"/>
                </a:lnTo>
                <a:lnTo>
                  <a:pt x="3478" y="310"/>
                </a:lnTo>
                <a:lnTo>
                  <a:pt x="3477" y="310"/>
                </a:lnTo>
                <a:lnTo>
                  <a:pt x="3477" y="311"/>
                </a:lnTo>
                <a:lnTo>
                  <a:pt x="3476" y="313"/>
                </a:lnTo>
                <a:lnTo>
                  <a:pt x="3477" y="314"/>
                </a:lnTo>
                <a:lnTo>
                  <a:pt x="3478" y="314"/>
                </a:lnTo>
                <a:lnTo>
                  <a:pt x="3480" y="315"/>
                </a:lnTo>
                <a:lnTo>
                  <a:pt x="3484" y="317"/>
                </a:lnTo>
                <a:lnTo>
                  <a:pt x="3484" y="318"/>
                </a:lnTo>
                <a:lnTo>
                  <a:pt x="3485" y="318"/>
                </a:lnTo>
                <a:lnTo>
                  <a:pt x="3485" y="321"/>
                </a:lnTo>
                <a:lnTo>
                  <a:pt x="3484" y="321"/>
                </a:lnTo>
                <a:lnTo>
                  <a:pt x="3483" y="322"/>
                </a:lnTo>
                <a:lnTo>
                  <a:pt x="3482" y="322"/>
                </a:lnTo>
                <a:lnTo>
                  <a:pt x="3481" y="323"/>
                </a:lnTo>
                <a:lnTo>
                  <a:pt x="3483" y="326"/>
                </a:lnTo>
                <a:lnTo>
                  <a:pt x="3484" y="326"/>
                </a:lnTo>
                <a:lnTo>
                  <a:pt x="3485" y="326"/>
                </a:lnTo>
                <a:lnTo>
                  <a:pt x="3486" y="327"/>
                </a:lnTo>
                <a:lnTo>
                  <a:pt x="3486" y="328"/>
                </a:lnTo>
                <a:lnTo>
                  <a:pt x="3486" y="330"/>
                </a:lnTo>
                <a:lnTo>
                  <a:pt x="3485" y="330"/>
                </a:lnTo>
                <a:lnTo>
                  <a:pt x="3485" y="331"/>
                </a:lnTo>
                <a:lnTo>
                  <a:pt x="3484" y="332"/>
                </a:lnTo>
                <a:lnTo>
                  <a:pt x="3484" y="333"/>
                </a:lnTo>
                <a:lnTo>
                  <a:pt x="3483" y="334"/>
                </a:lnTo>
                <a:lnTo>
                  <a:pt x="3484" y="334"/>
                </a:lnTo>
                <a:lnTo>
                  <a:pt x="3485" y="335"/>
                </a:lnTo>
                <a:lnTo>
                  <a:pt x="3486" y="336"/>
                </a:lnTo>
                <a:lnTo>
                  <a:pt x="3486" y="338"/>
                </a:lnTo>
                <a:lnTo>
                  <a:pt x="3487" y="338"/>
                </a:lnTo>
                <a:lnTo>
                  <a:pt x="3488" y="338"/>
                </a:lnTo>
                <a:lnTo>
                  <a:pt x="3489" y="338"/>
                </a:lnTo>
                <a:lnTo>
                  <a:pt x="3491" y="338"/>
                </a:lnTo>
                <a:lnTo>
                  <a:pt x="3490" y="339"/>
                </a:lnTo>
                <a:lnTo>
                  <a:pt x="3490" y="340"/>
                </a:lnTo>
                <a:lnTo>
                  <a:pt x="3490" y="341"/>
                </a:lnTo>
                <a:lnTo>
                  <a:pt x="3490" y="342"/>
                </a:lnTo>
                <a:lnTo>
                  <a:pt x="3490" y="343"/>
                </a:lnTo>
                <a:lnTo>
                  <a:pt x="3491" y="344"/>
                </a:lnTo>
                <a:lnTo>
                  <a:pt x="3493" y="345"/>
                </a:lnTo>
                <a:lnTo>
                  <a:pt x="3494" y="345"/>
                </a:lnTo>
                <a:lnTo>
                  <a:pt x="3495" y="345"/>
                </a:lnTo>
                <a:lnTo>
                  <a:pt x="3496" y="345"/>
                </a:lnTo>
                <a:lnTo>
                  <a:pt x="3497" y="345"/>
                </a:lnTo>
                <a:lnTo>
                  <a:pt x="3497" y="346"/>
                </a:lnTo>
                <a:lnTo>
                  <a:pt x="3498" y="347"/>
                </a:lnTo>
                <a:lnTo>
                  <a:pt x="3499" y="348"/>
                </a:lnTo>
                <a:lnTo>
                  <a:pt x="3500" y="348"/>
                </a:lnTo>
                <a:lnTo>
                  <a:pt x="3501" y="348"/>
                </a:lnTo>
                <a:lnTo>
                  <a:pt x="3501" y="351"/>
                </a:lnTo>
                <a:lnTo>
                  <a:pt x="3501" y="352"/>
                </a:lnTo>
                <a:lnTo>
                  <a:pt x="3500" y="353"/>
                </a:lnTo>
                <a:lnTo>
                  <a:pt x="3500" y="354"/>
                </a:lnTo>
                <a:lnTo>
                  <a:pt x="3501" y="355"/>
                </a:lnTo>
                <a:lnTo>
                  <a:pt x="3502" y="357"/>
                </a:lnTo>
                <a:lnTo>
                  <a:pt x="3503" y="358"/>
                </a:lnTo>
                <a:lnTo>
                  <a:pt x="3504" y="359"/>
                </a:lnTo>
                <a:lnTo>
                  <a:pt x="3505" y="360"/>
                </a:lnTo>
                <a:lnTo>
                  <a:pt x="3507" y="362"/>
                </a:lnTo>
                <a:lnTo>
                  <a:pt x="3508" y="363"/>
                </a:lnTo>
                <a:lnTo>
                  <a:pt x="3510" y="363"/>
                </a:lnTo>
                <a:lnTo>
                  <a:pt x="3510" y="362"/>
                </a:lnTo>
                <a:lnTo>
                  <a:pt x="3510" y="361"/>
                </a:lnTo>
                <a:lnTo>
                  <a:pt x="3511" y="360"/>
                </a:lnTo>
                <a:lnTo>
                  <a:pt x="3516" y="359"/>
                </a:lnTo>
                <a:lnTo>
                  <a:pt x="3518" y="360"/>
                </a:lnTo>
                <a:lnTo>
                  <a:pt x="3519" y="360"/>
                </a:lnTo>
                <a:lnTo>
                  <a:pt x="3519" y="361"/>
                </a:lnTo>
                <a:lnTo>
                  <a:pt x="3521" y="361"/>
                </a:lnTo>
                <a:lnTo>
                  <a:pt x="3521" y="360"/>
                </a:lnTo>
                <a:lnTo>
                  <a:pt x="3522" y="360"/>
                </a:lnTo>
                <a:lnTo>
                  <a:pt x="3522" y="361"/>
                </a:lnTo>
                <a:lnTo>
                  <a:pt x="3523" y="361"/>
                </a:lnTo>
                <a:lnTo>
                  <a:pt x="3524" y="362"/>
                </a:lnTo>
                <a:lnTo>
                  <a:pt x="3525" y="362"/>
                </a:lnTo>
                <a:lnTo>
                  <a:pt x="3526" y="362"/>
                </a:lnTo>
                <a:lnTo>
                  <a:pt x="3526" y="361"/>
                </a:lnTo>
                <a:lnTo>
                  <a:pt x="3526" y="360"/>
                </a:lnTo>
                <a:lnTo>
                  <a:pt x="3527" y="360"/>
                </a:lnTo>
                <a:lnTo>
                  <a:pt x="3529" y="361"/>
                </a:lnTo>
                <a:lnTo>
                  <a:pt x="3529" y="362"/>
                </a:lnTo>
                <a:lnTo>
                  <a:pt x="3529" y="363"/>
                </a:lnTo>
                <a:lnTo>
                  <a:pt x="3530" y="363"/>
                </a:lnTo>
                <a:lnTo>
                  <a:pt x="3532" y="364"/>
                </a:lnTo>
                <a:lnTo>
                  <a:pt x="3533" y="364"/>
                </a:lnTo>
                <a:lnTo>
                  <a:pt x="3534" y="363"/>
                </a:lnTo>
                <a:lnTo>
                  <a:pt x="3535" y="363"/>
                </a:lnTo>
                <a:lnTo>
                  <a:pt x="3536" y="363"/>
                </a:lnTo>
                <a:lnTo>
                  <a:pt x="3537" y="363"/>
                </a:lnTo>
                <a:lnTo>
                  <a:pt x="3538" y="363"/>
                </a:lnTo>
                <a:lnTo>
                  <a:pt x="3538" y="364"/>
                </a:lnTo>
                <a:lnTo>
                  <a:pt x="3539" y="365"/>
                </a:lnTo>
                <a:lnTo>
                  <a:pt x="3541" y="367"/>
                </a:lnTo>
                <a:lnTo>
                  <a:pt x="3542" y="367"/>
                </a:lnTo>
                <a:lnTo>
                  <a:pt x="3543" y="367"/>
                </a:lnTo>
                <a:lnTo>
                  <a:pt x="3545" y="368"/>
                </a:lnTo>
                <a:lnTo>
                  <a:pt x="3546" y="368"/>
                </a:lnTo>
                <a:lnTo>
                  <a:pt x="3547" y="367"/>
                </a:lnTo>
                <a:lnTo>
                  <a:pt x="3547" y="366"/>
                </a:lnTo>
                <a:lnTo>
                  <a:pt x="3548" y="366"/>
                </a:lnTo>
                <a:lnTo>
                  <a:pt x="3548" y="365"/>
                </a:lnTo>
                <a:lnTo>
                  <a:pt x="3549" y="364"/>
                </a:lnTo>
                <a:lnTo>
                  <a:pt x="3550" y="363"/>
                </a:lnTo>
                <a:lnTo>
                  <a:pt x="3552" y="362"/>
                </a:lnTo>
                <a:lnTo>
                  <a:pt x="3553" y="362"/>
                </a:lnTo>
                <a:lnTo>
                  <a:pt x="3554" y="362"/>
                </a:lnTo>
                <a:lnTo>
                  <a:pt x="3555" y="362"/>
                </a:lnTo>
                <a:lnTo>
                  <a:pt x="3555" y="363"/>
                </a:lnTo>
                <a:lnTo>
                  <a:pt x="3556" y="363"/>
                </a:lnTo>
                <a:lnTo>
                  <a:pt x="3557" y="363"/>
                </a:lnTo>
                <a:lnTo>
                  <a:pt x="3558" y="363"/>
                </a:lnTo>
                <a:lnTo>
                  <a:pt x="3558" y="362"/>
                </a:lnTo>
                <a:lnTo>
                  <a:pt x="3558" y="361"/>
                </a:lnTo>
                <a:lnTo>
                  <a:pt x="3559" y="361"/>
                </a:lnTo>
                <a:lnTo>
                  <a:pt x="3559" y="360"/>
                </a:lnTo>
                <a:lnTo>
                  <a:pt x="3560" y="359"/>
                </a:lnTo>
                <a:lnTo>
                  <a:pt x="3561" y="359"/>
                </a:lnTo>
                <a:lnTo>
                  <a:pt x="3562" y="359"/>
                </a:lnTo>
                <a:lnTo>
                  <a:pt x="3562" y="360"/>
                </a:lnTo>
                <a:lnTo>
                  <a:pt x="3563" y="360"/>
                </a:lnTo>
                <a:lnTo>
                  <a:pt x="3564" y="360"/>
                </a:lnTo>
                <a:lnTo>
                  <a:pt x="3565" y="360"/>
                </a:lnTo>
                <a:lnTo>
                  <a:pt x="3567" y="359"/>
                </a:lnTo>
                <a:lnTo>
                  <a:pt x="3567" y="358"/>
                </a:lnTo>
                <a:lnTo>
                  <a:pt x="3567" y="356"/>
                </a:lnTo>
                <a:lnTo>
                  <a:pt x="3568" y="356"/>
                </a:lnTo>
                <a:lnTo>
                  <a:pt x="3568" y="355"/>
                </a:lnTo>
                <a:lnTo>
                  <a:pt x="3571" y="354"/>
                </a:lnTo>
                <a:lnTo>
                  <a:pt x="3573" y="354"/>
                </a:lnTo>
                <a:lnTo>
                  <a:pt x="3573" y="355"/>
                </a:lnTo>
                <a:lnTo>
                  <a:pt x="3574" y="355"/>
                </a:lnTo>
                <a:lnTo>
                  <a:pt x="3576" y="355"/>
                </a:lnTo>
                <a:lnTo>
                  <a:pt x="3577" y="355"/>
                </a:lnTo>
                <a:lnTo>
                  <a:pt x="3577" y="354"/>
                </a:lnTo>
                <a:lnTo>
                  <a:pt x="3578" y="354"/>
                </a:lnTo>
                <a:lnTo>
                  <a:pt x="3579" y="353"/>
                </a:lnTo>
                <a:lnTo>
                  <a:pt x="3580" y="353"/>
                </a:lnTo>
                <a:lnTo>
                  <a:pt x="3581" y="353"/>
                </a:lnTo>
                <a:lnTo>
                  <a:pt x="3583" y="352"/>
                </a:lnTo>
                <a:lnTo>
                  <a:pt x="3583" y="351"/>
                </a:lnTo>
                <a:lnTo>
                  <a:pt x="3582" y="350"/>
                </a:lnTo>
                <a:lnTo>
                  <a:pt x="3582" y="349"/>
                </a:lnTo>
                <a:lnTo>
                  <a:pt x="3582" y="348"/>
                </a:lnTo>
                <a:lnTo>
                  <a:pt x="3583" y="348"/>
                </a:lnTo>
                <a:lnTo>
                  <a:pt x="3584" y="348"/>
                </a:lnTo>
                <a:lnTo>
                  <a:pt x="3585" y="348"/>
                </a:lnTo>
                <a:lnTo>
                  <a:pt x="3588" y="346"/>
                </a:lnTo>
                <a:lnTo>
                  <a:pt x="3589" y="345"/>
                </a:lnTo>
                <a:lnTo>
                  <a:pt x="3590" y="345"/>
                </a:lnTo>
                <a:lnTo>
                  <a:pt x="3591" y="345"/>
                </a:lnTo>
                <a:lnTo>
                  <a:pt x="3592" y="345"/>
                </a:lnTo>
                <a:lnTo>
                  <a:pt x="3592" y="344"/>
                </a:lnTo>
                <a:lnTo>
                  <a:pt x="3592" y="343"/>
                </a:lnTo>
                <a:lnTo>
                  <a:pt x="3591" y="343"/>
                </a:lnTo>
                <a:lnTo>
                  <a:pt x="3591" y="342"/>
                </a:lnTo>
                <a:lnTo>
                  <a:pt x="3591" y="341"/>
                </a:lnTo>
                <a:lnTo>
                  <a:pt x="3591" y="340"/>
                </a:lnTo>
                <a:lnTo>
                  <a:pt x="3591" y="339"/>
                </a:lnTo>
                <a:lnTo>
                  <a:pt x="3592" y="339"/>
                </a:lnTo>
                <a:lnTo>
                  <a:pt x="3593" y="338"/>
                </a:lnTo>
                <a:lnTo>
                  <a:pt x="3593" y="336"/>
                </a:lnTo>
                <a:lnTo>
                  <a:pt x="3593" y="335"/>
                </a:lnTo>
                <a:lnTo>
                  <a:pt x="3593" y="334"/>
                </a:lnTo>
                <a:lnTo>
                  <a:pt x="3595" y="329"/>
                </a:lnTo>
                <a:lnTo>
                  <a:pt x="3597" y="328"/>
                </a:lnTo>
                <a:lnTo>
                  <a:pt x="3598" y="328"/>
                </a:lnTo>
                <a:lnTo>
                  <a:pt x="3598" y="329"/>
                </a:lnTo>
                <a:lnTo>
                  <a:pt x="3598" y="330"/>
                </a:lnTo>
                <a:lnTo>
                  <a:pt x="3599" y="330"/>
                </a:lnTo>
                <a:lnTo>
                  <a:pt x="3602" y="332"/>
                </a:lnTo>
                <a:lnTo>
                  <a:pt x="3605" y="332"/>
                </a:lnTo>
                <a:lnTo>
                  <a:pt x="3608" y="333"/>
                </a:lnTo>
                <a:lnTo>
                  <a:pt x="3610" y="332"/>
                </a:lnTo>
                <a:lnTo>
                  <a:pt x="3611" y="331"/>
                </a:lnTo>
                <a:lnTo>
                  <a:pt x="3612" y="331"/>
                </a:lnTo>
                <a:lnTo>
                  <a:pt x="3613" y="331"/>
                </a:lnTo>
                <a:lnTo>
                  <a:pt x="3614" y="332"/>
                </a:lnTo>
                <a:lnTo>
                  <a:pt x="3615" y="332"/>
                </a:lnTo>
                <a:lnTo>
                  <a:pt x="3616" y="333"/>
                </a:lnTo>
                <a:lnTo>
                  <a:pt x="3616" y="334"/>
                </a:lnTo>
                <a:lnTo>
                  <a:pt x="3617" y="334"/>
                </a:lnTo>
                <a:lnTo>
                  <a:pt x="3617" y="335"/>
                </a:lnTo>
                <a:lnTo>
                  <a:pt x="3618" y="336"/>
                </a:lnTo>
                <a:lnTo>
                  <a:pt x="3622" y="340"/>
                </a:lnTo>
                <a:lnTo>
                  <a:pt x="3626" y="342"/>
                </a:lnTo>
                <a:lnTo>
                  <a:pt x="3627" y="342"/>
                </a:lnTo>
                <a:lnTo>
                  <a:pt x="3628" y="341"/>
                </a:lnTo>
                <a:lnTo>
                  <a:pt x="3629" y="339"/>
                </a:lnTo>
                <a:lnTo>
                  <a:pt x="3633" y="336"/>
                </a:lnTo>
                <a:lnTo>
                  <a:pt x="3635" y="336"/>
                </a:lnTo>
                <a:lnTo>
                  <a:pt x="3636" y="336"/>
                </a:lnTo>
                <a:lnTo>
                  <a:pt x="3637" y="335"/>
                </a:lnTo>
                <a:lnTo>
                  <a:pt x="3638" y="336"/>
                </a:lnTo>
                <a:lnTo>
                  <a:pt x="3639" y="336"/>
                </a:lnTo>
                <a:lnTo>
                  <a:pt x="3640" y="336"/>
                </a:lnTo>
                <a:lnTo>
                  <a:pt x="3641" y="336"/>
                </a:lnTo>
                <a:lnTo>
                  <a:pt x="3641" y="335"/>
                </a:lnTo>
                <a:lnTo>
                  <a:pt x="3642" y="335"/>
                </a:lnTo>
                <a:lnTo>
                  <a:pt x="3644" y="335"/>
                </a:lnTo>
                <a:lnTo>
                  <a:pt x="3645" y="335"/>
                </a:lnTo>
                <a:lnTo>
                  <a:pt x="3646" y="334"/>
                </a:lnTo>
                <a:lnTo>
                  <a:pt x="3646" y="333"/>
                </a:lnTo>
                <a:lnTo>
                  <a:pt x="3646" y="332"/>
                </a:lnTo>
                <a:lnTo>
                  <a:pt x="3646" y="331"/>
                </a:lnTo>
                <a:lnTo>
                  <a:pt x="3647" y="331"/>
                </a:lnTo>
                <a:lnTo>
                  <a:pt x="3647" y="330"/>
                </a:lnTo>
                <a:lnTo>
                  <a:pt x="3650" y="328"/>
                </a:lnTo>
                <a:lnTo>
                  <a:pt x="3652" y="329"/>
                </a:lnTo>
                <a:lnTo>
                  <a:pt x="3653" y="329"/>
                </a:lnTo>
                <a:lnTo>
                  <a:pt x="3654" y="329"/>
                </a:lnTo>
                <a:lnTo>
                  <a:pt x="3654" y="328"/>
                </a:lnTo>
                <a:lnTo>
                  <a:pt x="3656" y="328"/>
                </a:lnTo>
                <a:lnTo>
                  <a:pt x="3658" y="328"/>
                </a:lnTo>
                <a:lnTo>
                  <a:pt x="3661" y="327"/>
                </a:lnTo>
                <a:lnTo>
                  <a:pt x="3661" y="326"/>
                </a:lnTo>
                <a:lnTo>
                  <a:pt x="3662" y="325"/>
                </a:lnTo>
                <a:lnTo>
                  <a:pt x="3665" y="326"/>
                </a:lnTo>
                <a:lnTo>
                  <a:pt x="3667" y="327"/>
                </a:lnTo>
                <a:lnTo>
                  <a:pt x="3669" y="329"/>
                </a:lnTo>
                <a:lnTo>
                  <a:pt x="3670" y="329"/>
                </a:lnTo>
                <a:lnTo>
                  <a:pt x="3671" y="330"/>
                </a:lnTo>
                <a:lnTo>
                  <a:pt x="3673" y="332"/>
                </a:lnTo>
                <a:lnTo>
                  <a:pt x="3675" y="333"/>
                </a:lnTo>
                <a:lnTo>
                  <a:pt x="3676" y="334"/>
                </a:lnTo>
                <a:lnTo>
                  <a:pt x="3676" y="335"/>
                </a:lnTo>
                <a:lnTo>
                  <a:pt x="3677" y="335"/>
                </a:lnTo>
                <a:lnTo>
                  <a:pt x="3678" y="334"/>
                </a:lnTo>
                <a:lnTo>
                  <a:pt x="3680" y="333"/>
                </a:lnTo>
                <a:lnTo>
                  <a:pt x="3680" y="334"/>
                </a:lnTo>
                <a:lnTo>
                  <a:pt x="3680" y="335"/>
                </a:lnTo>
                <a:lnTo>
                  <a:pt x="3680" y="336"/>
                </a:lnTo>
                <a:lnTo>
                  <a:pt x="3682" y="337"/>
                </a:lnTo>
                <a:lnTo>
                  <a:pt x="3683" y="336"/>
                </a:lnTo>
                <a:lnTo>
                  <a:pt x="3683" y="335"/>
                </a:lnTo>
                <a:lnTo>
                  <a:pt x="3685" y="335"/>
                </a:lnTo>
                <a:lnTo>
                  <a:pt x="3686" y="335"/>
                </a:lnTo>
                <a:lnTo>
                  <a:pt x="3687" y="335"/>
                </a:lnTo>
                <a:lnTo>
                  <a:pt x="3688" y="335"/>
                </a:lnTo>
                <a:lnTo>
                  <a:pt x="3690" y="336"/>
                </a:lnTo>
                <a:lnTo>
                  <a:pt x="3690" y="333"/>
                </a:lnTo>
                <a:lnTo>
                  <a:pt x="3691" y="332"/>
                </a:lnTo>
                <a:lnTo>
                  <a:pt x="3691" y="331"/>
                </a:lnTo>
                <a:lnTo>
                  <a:pt x="3691" y="330"/>
                </a:lnTo>
                <a:lnTo>
                  <a:pt x="3692" y="330"/>
                </a:lnTo>
                <a:lnTo>
                  <a:pt x="3692" y="328"/>
                </a:lnTo>
                <a:lnTo>
                  <a:pt x="3691" y="325"/>
                </a:lnTo>
                <a:lnTo>
                  <a:pt x="3690" y="322"/>
                </a:lnTo>
                <a:lnTo>
                  <a:pt x="3690" y="321"/>
                </a:lnTo>
                <a:lnTo>
                  <a:pt x="3690" y="319"/>
                </a:lnTo>
                <a:lnTo>
                  <a:pt x="3692" y="317"/>
                </a:lnTo>
                <a:lnTo>
                  <a:pt x="3694" y="316"/>
                </a:lnTo>
                <a:lnTo>
                  <a:pt x="3695" y="316"/>
                </a:lnTo>
                <a:lnTo>
                  <a:pt x="3696" y="316"/>
                </a:lnTo>
                <a:lnTo>
                  <a:pt x="3696" y="314"/>
                </a:lnTo>
                <a:lnTo>
                  <a:pt x="3696" y="313"/>
                </a:lnTo>
                <a:lnTo>
                  <a:pt x="3697" y="312"/>
                </a:lnTo>
                <a:lnTo>
                  <a:pt x="3698" y="312"/>
                </a:lnTo>
                <a:lnTo>
                  <a:pt x="3698" y="311"/>
                </a:lnTo>
                <a:lnTo>
                  <a:pt x="3698" y="312"/>
                </a:lnTo>
                <a:lnTo>
                  <a:pt x="3699" y="312"/>
                </a:lnTo>
                <a:lnTo>
                  <a:pt x="3700" y="312"/>
                </a:lnTo>
                <a:lnTo>
                  <a:pt x="3701" y="312"/>
                </a:lnTo>
                <a:lnTo>
                  <a:pt x="3703" y="313"/>
                </a:lnTo>
                <a:lnTo>
                  <a:pt x="3703" y="312"/>
                </a:lnTo>
                <a:lnTo>
                  <a:pt x="3704" y="311"/>
                </a:lnTo>
                <a:lnTo>
                  <a:pt x="3705" y="311"/>
                </a:lnTo>
                <a:lnTo>
                  <a:pt x="3706" y="311"/>
                </a:lnTo>
                <a:lnTo>
                  <a:pt x="3706" y="312"/>
                </a:lnTo>
                <a:lnTo>
                  <a:pt x="3708" y="313"/>
                </a:lnTo>
                <a:lnTo>
                  <a:pt x="3709" y="313"/>
                </a:lnTo>
                <a:lnTo>
                  <a:pt x="3710" y="313"/>
                </a:lnTo>
                <a:lnTo>
                  <a:pt x="3710" y="314"/>
                </a:lnTo>
                <a:lnTo>
                  <a:pt x="3711" y="315"/>
                </a:lnTo>
                <a:lnTo>
                  <a:pt x="3711" y="316"/>
                </a:lnTo>
                <a:lnTo>
                  <a:pt x="3712" y="316"/>
                </a:lnTo>
                <a:lnTo>
                  <a:pt x="3714" y="318"/>
                </a:lnTo>
                <a:lnTo>
                  <a:pt x="3717" y="320"/>
                </a:lnTo>
                <a:lnTo>
                  <a:pt x="3717" y="319"/>
                </a:lnTo>
                <a:lnTo>
                  <a:pt x="3717" y="318"/>
                </a:lnTo>
                <a:lnTo>
                  <a:pt x="3719" y="317"/>
                </a:lnTo>
                <a:lnTo>
                  <a:pt x="3719" y="316"/>
                </a:lnTo>
                <a:lnTo>
                  <a:pt x="3720" y="317"/>
                </a:lnTo>
                <a:lnTo>
                  <a:pt x="3721" y="317"/>
                </a:lnTo>
                <a:lnTo>
                  <a:pt x="3722" y="317"/>
                </a:lnTo>
                <a:lnTo>
                  <a:pt x="3727" y="314"/>
                </a:lnTo>
                <a:lnTo>
                  <a:pt x="3729" y="312"/>
                </a:lnTo>
                <a:lnTo>
                  <a:pt x="3731" y="311"/>
                </a:lnTo>
                <a:lnTo>
                  <a:pt x="3731" y="310"/>
                </a:lnTo>
                <a:lnTo>
                  <a:pt x="3731" y="309"/>
                </a:lnTo>
                <a:lnTo>
                  <a:pt x="3731" y="308"/>
                </a:lnTo>
                <a:lnTo>
                  <a:pt x="3730" y="307"/>
                </a:lnTo>
                <a:lnTo>
                  <a:pt x="3731" y="307"/>
                </a:lnTo>
                <a:lnTo>
                  <a:pt x="3731" y="306"/>
                </a:lnTo>
                <a:lnTo>
                  <a:pt x="3731" y="305"/>
                </a:lnTo>
                <a:lnTo>
                  <a:pt x="3733" y="303"/>
                </a:lnTo>
                <a:lnTo>
                  <a:pt x="3733" y="302"/>
                </a:lnTo>
                <a:lnTo>
                  <a:pt x="3734" y="302"/>
                </a:lnTo>
                <a:lnTo>
                  <a:pt x="3735" y="302"/>
                </a:lnTo>
                <a:lnTo>
                  <a:pt x="3736" y="302"/>
                </a:lnTo>
                <a:lnTo>
                  <a:pt x="3737" y="303"/>
                </a:lnTo>
                <a:lnTo>
                  <a:pt x="3738" y="303"/>
                </a:lnTo>
                <a:lnTo>
                  <a:pt x="3740" y="303"/>
                </a:lnTo>
                <a:lnTo>
                  <a:pt x="3741" y="303"/>
                </a:lnTo>
                <a:lnTo>
                  <a:pt x="3743" y="303"/>
                </a:lnTo>
                <a:lnTo>
                  <a:pt x="3745" y="303"/>
                </a:lnTo>
                <a:lnTo>
                  <a:pt x="3746" y="302"/>
                </a:lnTo>
                <a:lnTo>
                  <a:pt x="3747" y="300"/>
                </a:lnTo>
                <a:lnTo>
                  <a:pt x="3747" y="299"/>
                </a:lnTo>
                <a:lnTo>
                  <a:pt x="3746" y="299"/>
                </a:lnTo>
                <a:lnTo>
                  <a:pt x="3745" y="298"/>
                </a:lnTo>
                <a:lnTo>
                  <a:pt x="3746" y="298"/>
                </a:lnTo>
                <a:lnTo>
                  <a:pt x="3747" y="295"/>
                </a:lnTo>
                <a:lnTo>
                  <a:pt x="3748" y="293"/>
                </a:lnTo>
                <a:lnTo>
                  <a:pt x="3748" y="292"/>
                </a:lnTo>
                <a:lnTo>
                  <a:pt x="3748" y="291"/>
                </a:lnTo>
                <a:lnTo>
                  <a:pt x="3749" y="291"/>
                </a:lnTo>
                <a:lnTo>
                  <a:pt x="3750" y="291"/>
                </a:lnTo>
                <a:lnTo>
                  <a:pt x="3750" y="290"/>
                </a:lnTo>
                <a:lnTo>
                  <a:pt x="3751" y="289"/>
                </a:lnTo>
                <a:lnTo>
                  <a:pt x="3752" y="288"/>
                </a:lnTo>
                <a:lnTo>
                  <a:pt x="3751" y="286"/>
                </a:lnTo>
                <a:lnTo>
                  <a:pt x="3750" y="284"/>
                </a:lnTo>
                <a:lnTo>
                  <a:pt x="3749" y="283"/>
                </a:lnTo>
                <a:lnTo>
                  <a:pt x="3748" y="282"/>
                </a:lnTo>
                <a:lnTo>
                  <a:pt x="3747" y="279"/>
                </a:lnTo>
                <a:lnTo>
                  <a:pt x="3747" y="278"/>
                </a:lnTo>
                <a:lnTo>
                  <a:pt x="3747" y="277"/>
                </a:lnTo>
                <a:lnTo>
                  <a:pt x="3748" y="277"/>
                </a:lnTo>
                <a:lnTo>
                  <a:pt x="3749" y="277"/>
                </a:lnTo>
                <a:lnTo>
                  <a:pt x="3750" y="276"/>
                </a:lnTo>
                <a:lnTo>
                  <a:pt x="3752" y="276"/>
                </a:lnTo>
                <a:lnTo>
                  <a:pt x="3753" y="276"/>
                </a:lnTo>
                <a:lnTo>
                  <a:pt x="3755" y="275"/>
                </a:lnTo>
                <a:lnTo>
                  <a:pt x="3755" y="274"/>
                </a:lnTo>
                <a:lnTo>
                  <a:pt x="3755" y="272"/>
                </a:lnTo>
                <a:lnTo>
                  <a:pt x="3756" y="271"/>
                </a:lnTo>
                <a:lnTo>
                  <a:pt x="3757" y="270"/>
                </a:lnTo>
                <a:lnTo>
                  <a:pt x="3760" y="269"/>
                </a:lnTo>
                <a:lnTo>
                  <a:pt x="3762" y="269"/>
                </a:lnTo>
                <a:lnTo>
                  <a:pt x="3764" y="267"/>
                </a:lnTo>
                <a:lnTo>
                  <a:pt x="3763" y="267"/>
                </a:lnTo>
                <a:lnTo>
                  <a:pt x="3763" y="266"/>
                </a:lnTo>
                <a:lnTo>
                  <a:pt x="3763" y="265"/>
                </a:lnTo>
                <a:lnTo>
                  <a:pt x="3763" y="264"/>
                </a:lnTo>
                <a:lnTo>
                  <a:pt x="3764" y="264"/>
                </a:lnTo>
                <a:lnTo>
                  <a:pt x="3764" y="263"/>
                </a:lnTo>
                <a:lnTo>
                  <a:pt x="3765" y="263"/>
                </a:lnTo>
                <a:lnTo>
                  <a:pt x="3764" y="262"/>
                </a:lnTo>
                <a:lnTo>
                  <a:pt x="3763" y="261"/>
                </a:lnTo>
                <a:lnTo>
                  <a:pt x="3762" y="259"/>
                </a:lnTo>
                <a:lnTo>
                  <a:pt x="3762" y="258"/>
                </a:lnTo>
                <a:lnTo>
                  <a:pt x="3761" y="255"/>
                </a:lnTo>
                <a:lnTo>
                  <a:pt x="3761" y="253"/>
                </a:lnTo>
                <a:lnTo>
                  <a:pt x="3761" y="249"/>
                </a:lnTo>
                <a:lnTo>
                  <a:pt x="3762" y="247"/>
                </a:lnTo>
                <a:lnTo>
                  <a:pt x="3763" y="246"/>
                </a:lnTo>
                <a:lnTo>
                  <a:pt x="3764" y="243"/>
                </a:lnTo>
                <a:lnTo>
                  <a:pt x="3764" y="242"/>
                </a:lnTo>
                <a:lnTo>
                  <a:pt x="3765" y="241"/>
                </a:lnTo>
                <a:lnTo>
                  <a:pt x="3766" y="241"/>
                </a:lnTo>
                <a:lnTo>
                  <a:pt x="3767" y="241"/>
                </a:lnTo>
                <a:lnTo>
                  <a:pt x="3768" y="244"/>
                </a:lnTo>
                <a:lnTo>
                  <a:pt x="3768" y="246"/>
                </a:lnTo>
                <a:lnTo>
                  <a:pt x="3769" y="246"/>
                </a:lnTo>
                <a:lnTo>
                  <a:pt x="3771" y="246"/>
                </a:lnTo>
                <a:lnTo>
                  <a:pt x="3771" y="245"/>
                </a:lnTo>
                <a:lnTo>
                  <a:pt x="3773" y="244"/>
                </a:lnTo>
                <a:lnTo>
                  <a:pt x="3774" y="244"/>
                </a:lnTo>
                <a:lnTo>
                  <a:pt x="3776" y="244"/>
                </a:lnTo>
                <a:lnTo>
                  <a:pt x="3778" y="245"/>
                </a:lnTo>
                <a:lnTo>
                  <a:pt x="3779" y="245"/>
                </a:lnTo>
                <a:lnTo>
                  <a:pt x="3780" y="245"/>
                </a:lnTo>
                <a:lnTo>
                  <a:pt x="3780" y="244"/>
                </a:lnTo>
                <a:lnTo>
                  <a:pt x="3780" y="243"/>
                </a:lnTo>
                <a:lnTo>
                  <a:pt x="3781" y="243"/>
                </a:lnTo>
                <a:lnTo>
                  <a:pt x="3781" y="242"/>
                </a:lnTo>
                <a:lnTo>
                  <a:pt x="3783" y="243"/>
                </a:lnTo>
                <a:lnTo>
                  <a:pt x="3785" y="244"/>
                </a:lnTo>
                <a:lnTo>
                  <a:pt x="3785" y="243"/>
                </a:lnTo>
                <a:lnTo>
                  <a:pt x="3786" y="243"/>
                </a:lnTo>
                <a:lnTo>
                  <a:pt x="3786" y="242"/>
                </a:lnTo>
                <a:lnTo>
                  <a:pt x="3788" y="242"/>
                </a:lnTo>
                <a:lnTo>
                  <a:pt x="3789" y="242"/>
                </a:lnTo>
                <a:lnTo>
                  <a:pt x="3790" y="243"/>
                </a:lnTo>
                <a:lnTo>
                  <a:pt x="3790" y="244"/>
                </a:lnTo>
                <a:lnTo>
                  <a:pt x="3790" y="245"/>
                </a:lnTo>
                <a:lnTo>
                  <a:pt x="3791" y="245"/>
                </a:lnTo>
                <a:lnTo>
                  <a:pt x="3793" y="246"/>
                </a:lnTo>
                <a:lnTo>
                  <a:pt x="3793" y="245"/>
                </a:lnTo>
                <a:lnTo>
                  <a:pt x="3794" y="244"/>
                </a:lnTo>
                <a:lnTo>
                  <a:pt x="3795" y="243"/>
                </a:lnTo>
                <a:lnTo>
                  <a:pt x="3797" y="242"/>
                </a:lnTo>
                <a:lnTo>
                  <a:pt x="3798" y="242"/>
                </a:lnTo>
                <a:lnTo>
                  <a:pt x="3799" y="243"/>
                </a:lnTo>
                <a:lnTo>
                  <a:pt x="3800" y="243"/>
                </a:lnTo>
                <a:lnTo>
                  <a:pt x="3800" y="244"/>
                </a:lnTo>
                <a:lnTo>
                  <a:pt x="3800" y="245"/>
                </a:lnTo>
                <a:lnTo>
                  <a:pt x="3801" y="245"/>
                </a:lnTo>
                <a:lnTo>
                  <a:pt x="3801" y="246"/>
                </a:lnTo>
                <a:lnTo>
                  <a:pt x="3801" y="247"/>
                </a:lnTo>
                <a:lnTo>
                  <a:pt x="3802" y="247"/>
                </a:lnTo>
                <a:lnTo>
                  <a:pt x="3802" y="248"/>
                </a:lnTo>
                <a:lnTo>
                  <a:pt x="3802" y="249"/>
                </a:lnTo>
                <a:lnTo>
                  <a:pt x="3803" y="249"/>
                </a:lnTo>
                <a:lnTo>
                  <a:pt x="3804" y="250"/>
                </a:lnTo>
                <a:lnTo>
                  <a:pt x="3806" y="251"/>
                </a:lnTo>
                <a:lnTo>
                  <a:pt x="3807" y="252"/>
                </a:lnTo>
                <a:lnTo>
                  <a:pt x="3808" y="252"/>
                </a:lnTo>
                <a:lnTo>
                  <a:pt x="3809" y="252"/>
                </a:lnTo>
                <a:lnTo>
                  <a:pt x="3810" y="253"/>
                </a:lnTo>
                <a:lnTo>
                  <a:pt x="3810" y="254"/>
                </a:lnTo>
                <a:lnTo>
                  <a:pt x="3811" y="254"/>
                </a:lnTo>
                <a:lnTo>
                  <a:pt x="3812" y="255"/>
                </a:lnTo>
                <a:lnTo>
                  <a:pt x="3813" y="255"/>
                </a:lnTo>
                <a:lnTo>
                  <a:pt x="3813" y="256"/>
                </a:lnTo>
                <a:lnTo>
                  <a:pt x="3814" y="256"/>
                </a:lnTo>
                <a:lnTo>
                  <a:pt x="3814" y="257"/>
                </a:lnTo>
                <a:lnTo>
                  <a:pt x="3815" y="257"/>
                </a:lnTo>
                <a:lnTo>
                  <a:pt x="3816" y="258"/>
                </a:lnTo>
                <a:lnTo>
                  <a:pt x="3816" y="257"/>
                </a:lnTo>
                <a:lnTo>
                  <a:pt x="3817" y="258"/>
                </a:lnTo>
                <a:lnTo>
                  <a:pt x="3817" y="259"/>
                </a:lnTo>
                <a:lnTo>
                  <a:pt x="3818" y="259"/>
                </a:lnTo>
                <a:lnTo>
                  <a:pt x="3820" y="260"/>
                </a:lnTo>
                <a:lnTo>
                  <a:pt x="3821" y="261"/>
                </a:lnTo>
                <a:lnTo>
                  <a:pt x="3821" y="262"/>
                </a:lnTo>
                <a:lnTo>
                  <a:pt x="3822" y="262"/>
                </a:lnTo>
                <a:lnTo>
                  <a:pt x="3824" y="263"/>
                </a:lnTo>
                <a:lnTo>
                  <a:pt x="3825" y="264"/>
                </a:lnTo>
                <a:lnTo>
                  <a:pt x="3826" y="265"/>
                </a:lnTo>
                <a:lnTo>
                  <a:pt x="3828" y="266"/>
                </a:lnTo>
                <a:lnTo>
                  <a:pt x="3828" y="267"/>
                </a:lnTo>
                <a:lnTo>
                  <a:pt x="3828" y="268"/>
                </a:lnTo>
                <a:lnTo>
                  <a:pt x="3829" y="268"/>
                </a:lnTo>
                <a:lnTo>
                  <a:pt x="3830" y="269"/>
                </a:lnTo>
                <a:lnTo>
                  <a:pt x="3831" y="269"/>
                </a:lnTo>
                <a:lnTo>
                  <a:pt x="3831" y="270"/>
                </a:lnTo>
                <a:lnTo>
                  <a:pt x="3832" y="270"/>
                </a:lnTo>
                <a:lnTo>
                  <a:pt x="3833" y="270"/>
                </a:lnTo>
                <a:lnTo>
                  <a:pt x="3833" y="271"/>
                </a:lnTo>
                <a:lnTo>
                  <a:pt x="3833" y="272"/>
                </a:lnTo>
                <a:lnTo>
                  <a:pt x="3832" y="273"/>
                </a:lnTo>
                <a:lnTo>
                  <a:pt x="3833" y="273"/>
                </a:lnTo>
                <a:lnTo>
                  <a:pt x="3833" y="274"/>
                </a:lnTo>
                <a:lnTo>
                  <a:pt x="3834" y="274"/>
                </a:lnTo>
                <a:lnTo>
                  <a:pt x="3835" y="274"/>
                </a:lnTo>
                <a:lnTo>
                  <a:pt x="3836" y="275"/>
                </a:lnTo>
                <a:lnTo>
                  <a:pt x="3836" y="276"/>
                </a:lnTo>
                <a:lnTo>
                  <a:pt x="3837" y="276"/>
                </a:lnTo>
                <a:lnTo>
                  <a:pt x="3838" y="277"/>
                </a:lnTo>
                <a:lnTo>
                  <a:pt x="3839" y="278"/>
                </a:lnTo>
                <a:lnTo>
                  <a:pt x="3839" y="279"/>
                </a:lnTo>
                <a:lnTo>
                  <a:pt x="3840" y="279"/>
                </a:lnTo>
                <a:lnTo>
                  <a:pt x="3841" y="279"/>
                </a:lnTo>
                <a:lnTo>
                  <a:pt x="3841" y="280"/>
                </a:lnTo>
                <a:lnTo>
                  <a:pt x="3841" y="281"/>
                </a:lnTo>
                <a:lnTo>
                  <a:pt x="3842" y="281"/>
                </a:lnTo>
                <a:lnTo>
                  <a:pt x="3842" y="282"/>
                </a:lnTo>
                <a:lnTo>
                  <a:pt x="3842" y="283"/>
                </a:lnTo>
                <a:lnTo>
                  <a:pt x="3844" y="283"/>
                </a:lnTo>
                <a:lnTo>
                  <a:pt x="3845" y="284"/>
                </a:lnTo>
                <a:lnTo>
                  <a:pt x="3845" y="285"/>
                </a:lnTo>
                <a:lnTo>
                  <a:pt x="3846" y="286"/>
                </a:lnTo>
                <a:lnTo>
                  <a:pt x="3847" y="287"/>
                </a:lnTo>
                <a:lnTo>
                  <a:pt x="3848" y="287"/>
                </a:lnTo>
                <a:lnTo>
                  <a:pt x="3849" y="287"/>
                </a:lnTo>
                <a:lnTo>
                  <a:pt x="3849" y="288"/>
                </a:lnTo>
                <a:lnTo>
                  <a:pt x="3849" y="289"/>
                </a:lnTo>
                <a:lnTo>
                  <a:pt x="3850" y="289"/>
                </a:lnTo>
                <a:lnTo>
                  <a:pt x="3851" y="289"/>
                </a:lnTo>
                <a:lnTo>
                  <a:pt x="3852" y="289"/>
                </a:lnTo>
                <a:lnTo>
                  <a:pt x="3853" y="289"/>
                </a:lnTo>
                <a:lnTo>
                  <a:pt x="3854" y="290"/>
                </a:lnTo>
                <a:lnTo>
                  <a:pt x="3854" y="291"/>
                </a:lnTo>
                <a:lnTo>
                  <a:pt x="3854" y="292"/>
                </a:lnTo>
                <a:lnTo>
                  <a:pt x="3855" y="293"/>
                </a:lnTo>
                <a:lnTo>
                  <a:pt x="3856" y="293"/>
                </a:lnTo>
                <a:lnTo>
                  <a:pt x="3856" y="294"/>
                </a:lnTo>
                <a:lnTo>
                  <a:pt x="3856" y="295"/>
                </a:lnTo>
                <a:lnTo>
                  <a:pt x="3857" y="295"/>
                </a:lnTo>
                <a:lnTo>
                  <a:pt x="3858" y="297"/>
                </a:lnTo>
                <a:lnTo>
                  <a:pt x="3859" y="298"/>
                </a:lnTo>
                <a:lnTo>
                  <a:pt x="3860" y="298"/>
                </a:lnTo>
                <a:lnTo>
                  <a:pt x="3862" y="301"/>
                </a:lnTo>
                <a:lnTo>
                  <a:pt x="3863" y="301"/>
                </a:lnTo>
                <a:lnTo>
                  <a:pt x="3864" y="302"/>
                </a:lnTo>
                <a:lnTo>
                  <a:pt x="3865" y="302"/>
                </a:lnTo>
                <a:lnTo>
                  <a:pt x="3865" y="303"/>
                </a:lnTo>
                <a:lnTo>
                  <a:pt x="3865" y="304"/>
                </a:lnTo>
                <a:lnTo>
                  <a:pt x="3866" y="305"/>
                </a:lnTo>
                <a:lnTo>
                  <a:pt x="3865" y="307"/>
                </a:lnTo>
                <a:lnTo>
                  <a:pt x="3864" y="307"/>
                </a:lnTo>
                <a:lnTo>
                  <a:pt x="3864" y="308"/>
                </a:lnTo>
                <a:lnTo>
                  <a:pt x="3865" y="308"/>
                </a:lnTo>
                <a:lnTo>
                  <a:pt x="3865" y="309"/>
                </a:lnTo>
                <a:lnTo>
                  <a:pt x="3867" y="309"/>
                </a:lnTo>
                <a:lnTo>
                  <a:pt x="3868" y="308"/>
                </a:lnTo>
                <a:lnTo>
                  <a:pt x="3869" y="308"/>
                </a:lnTo>
                <a:lnTo>
                  <a:pt x="3870" y="308"/>
                </a:lnTo>
                <a:lnTo>
                  <a:pt x="3871" y="308"/>
                </a:lnTo>
                <a:lnTo>
                  <a:pt x="3872" y="308"/>
                </a:lnTo>
                <a:lnTo>
                  <a:pt x="3873" y="307"/>
                </a:lnTo>
                <a:lnTo>
                  <a:pt x="3874" y="307"/>
                </a:lnTo>
                <a:lnTo>
                  <a:pt x="3876" y="308"/>
                </a:lnTo>
                <a:lnTo>
                  <a:pt x="3877" y="309"/>
                </a:lnTo>
                <a:lnTo>
                  <a:pt x="3878" y="310"/>
                </a:lnTo>
                <a:lnTo>
                  <a:pt x="3879" y="310"/>
                </a:lnTo>
                <a:lnTo>
                  <a:pt x="3879" y="311"/>
                </a:lnTo>
                <a:lnTo>
                  <a:pt x="3878" y="311"/>
                </a:lnTo>
                <a:lnTo>
                  <a:pt x="3879" y="311"/>
                </a:lnTo>
                <a:lnTo>
                  <a:pt x="3879" y="312"/>
                </a:lnTo>
                <a:lnTo>
                  <a:pt x="3880" y="312"/>
                </a:lnTo>
                <a:lnTo>
                  <a:pt x="3880" y="313"/>
                </a:lnTo>
                <a:lnTo>
                  <a:pt x="3881" y="314"/>
                </a:lnTo>
                <a:lnTo>
                  <a:pt x="3881" y="315"/>
                </a:lnTo>
                <a:lnTo>
                  <a:pt x="3881" y="316"/>
                </a:lnTo>
                <a:lnTo>
                  <a:pt x="3882" y="316"/>
                </a:lnTo>
                <a:lnTo>
                  <a:pt x="3881" y="316"/>
                </a:lnTo>
                <a:lnTo>
                  <a:pt x="3881" y="317"/>
                </a:lnTo>
                <a:lnTo>
                  <a:pt x="3883" y="318"/>
                </a:lnTo>
                <a:lnTo>
                  <a:pt x="3884" y="318"/>
                </a:lnTo>
                <a:lnTo>
                  <a:pt x="3884" y="319"/>
                </a:lnTo>
                <a:lnTo>
                  <a:pt x="3883" y="320"/>
                </a:lnTo>
                <a:lnTo>
                  <a:pt x="3883" y="322"/>
                </a:lnTo>
                <a:lnTo>
                  <a:pt x="3884" y="323"/>
                </a:lnTo>
                <a:lnTo>
                  <a:pt x="3885" y="323"/>
                </a:lnTo>
                <a:lnTo>
                  <a:pt x="3886" y="322"/>
                </a:lnTo>
                <a:lnTo>
                  <a:pt x="3886" y="323"/>
                </a:lnTo>
                <a:lnTo>
                  <a:pt x="3888" y="322"/>
                </a:lnTo>
                <a:lnTo>
                  <a:pt x="3889" y="322"/>
                </a:lnTo>
                <a:lnTo>
                  <a:pt x="3890" y="322"/>
                </a:lnTo>
                <a:lnTo>
                  <a:pt x="3890" y="323"/>
                </a:lnTo>
                <a:lnTo>
                  <a:pt x="3890" y="324"/>
                </a:lnTo>
                <a:lnTo>
                  <a:pt x="3891" y="323"/>
                </a:lnTo>
                <a:lnTo>
                  <a:pt x="3892" y="323"/>
                </a:lnTo>
                <a:lnTo>
                  <a:pt x="3892" y="324"/>
                </a:lnTo>
                <a:lnTo>
                  <a:pt x="3891" y="324"/>
                </a:lnTo>
                <a:lnTo>
                  <a:pt x="3891" y="325"/>
                </a:lnTo>
                <a:lnTo>
                  <a:pt x="3892" y="325"/>
                </a:lnTo>
                <a:lnTo>
                  <a:pt x="3892" y="326"/>
                </a:lnTo>
                <a:lnTo>
                  <a:pt x="3893" y="326"/>
                </a:lnTo>
                <a:lnTo>
                  <a:pt x="3895" y="327"/>
                </a:lnTo>
                <a:lnTo>
                  <a:pt x="3895" y="326"/>
                </a:lnTo>
                <a:lnTo>
                  <a:pt x="3896" y="325"/>
                </a:lnTo>
                <a:lnTo>
                  <a:pt x="3896" y="324"/>
                </a:lnTo>
                <a:lnTo>
                  <a:pt x="3897" y="324"/>
                </a:lnTo>
                <a:lnTo>
                  <a:pt x="3897" y="323"/>
                </a:lnTo>
                <a:lnTo>
                  <a:pt x="3898" y="323"/>
                </a:lnTo>
                <a:lnTo>
                  <a:pt x="3899" y="323"/>
                </a:lnTo>
                <a:lnTo>
                  <a:pt x="3899" y="324"/>
                </a:lnTo>
                <a:lnTo>
                  <a:pt x="3899" y="325"/>
                </a:lnTo>
                <a:lnTo>
                  <a:pt x="3900" y="324"/>
                </a:lnTo>
                <a:lnTo>
                  <a:pt x="3900" y="323"/>
                </a:lnTo>
                <a:lnTo>
                  <a:pt x="3900" y="324"/>
                </a:lnTo>
                <a:lnTo>
                  <a:pt x="3900" y="325"/>
                </a:lnTo>
                <a:lnTo>
                  <a:pt x="3900" y="327"/>
                </a:lnTo>
                <a:lnTo>
                  <a:pt x="3901" y="327"/>
                </a:lnTo>
                <a:lnTo>
                  <a:pt x="3901" y="328"/>
                </a:lnTo>
                <a:lnTo>
                  <a:pt x="3900" y="328"/>
                </a:lnTo>
                <a:lnTo>
                  <a:pt x="3899" y="329"/>
                </a:lnTo>
                <a:lnTo>
                  <a:pt x="3899" y="330"/>
                </a:lnTo>
                <a:lnTo>
                  <a:pt x="3900" y="330"/>
                </a:lnTo>
                <a:lnTo>
                  <a:pt x="3901" y="330"/>
                </a:lnTo>
                <a:lnTo>
                  <a:pt x="3901" y="331"/>
                </a:lnTo>
                <a:lnTo>
                  <a:pt x="3900" y="330"/>
                </a:lnTo>
                <a:lnTo>
                  <a:pt x="3899" y="330"/>
                </a:lnTo>
                <a:lnTo>
                  <a:pt x="3899" y="331"/>
                </a:lnTo>
                <a:lnTo>
                  <a:pt x="3900" y="331"/>
                </a:lnTo>
                <a:lnTo>
                  <a:pt x="3901" y="331"/>
                </a:lnTo>
                <a:lnTo>
                  <a:pt x="3903" y="332"/>
                </a:lnTo>
                <a:lnTo>
                  <a:pt x="3903" y="333"/>
                </a:lnTo>
                <a:lnTo>
                  <a:pt x="3904" y="333"/>
                </a:lnTo>
                <a:lnTo>
                  <a:pt x="3905" y="333"/>
                </a:lnTo>
                <a:lnTo>
                  <a:pt x="3905" y="332"/>
                </a:lnTo>
                <a:lnTo>
                  <a:pt x="3906" y="332"/>
                </a:lnTo>
                <a:lnTo>
                  <a:pt x="3906" y="333"/>
                </a:lnTo>
                <a:lnTo>
                  <a:pt x="3906" y="334"/>
                </a:lnTo>
                <a:lnTo>
                  <a:pt x="3905" y="334"/>
                </a:lnTo>
                <a:lnTo>
                  <a:pt x="3905" y="335"/>
                </a:lnTo>
                <a:lnTo>
                  <a:pt x="3906" y="335"/>
                </a:lnTo>
                <a:lnTo>
                  <a:pt x="3907" y="335"/>
                </a:lnTo>
                <a:lnTo>
                  <a:pt x="3907" y="336"/>
                </a:lnTo>
                <a:lnTo>
                  <a:pt x="3909" y="336"/>
                </a:lnTo>
                <a:lnTo>
                  <a:pt x="3909" y="337"/>
                </a:lnTo>
                <a:lnTo>
                  <a:pt x="3910" y="337"/>
                </a:lnTo>
                <a:lnTo>
                  <a:pt x="3910" y="336"/>
                </a:lnTo>
                <a:lnTo>
                  <a:pt x="3911" y="336"/>
                </a:lnTo>
                <a:lnTo>
                  <a:pt x="3912" y="336"/>
                </a:lnTo>
                <a:lnTo>
                  <a:pt x="3912" y="337"/>
                </a:lnTo>
                <a:lnTo>
                  <a:pt x="3912" y="338"/>
                </a:lnTo>
                <a:lnTo>
                  <a:pt x="3912" y="339"/>
                </a:lnTo>
                <a:lnTo>
                  <a:pt x="3911" y="339"/>
                </a:lnTo>
                <a:lnTo>
                  <a:pt x="3910" y="338"/>
                </a:lnTo>
                <a:lnTo>
                  <a:pt x="3910" y="339"/>
                </a:lnTo>
                <a:lnTo>
                  <a:pt x="3911" y="339"/>
                </a:lnTo>
                <a:lnTo>
                  <a:pt x="3911" y="342"/>
                </a:lnTo>
                <a:lnTo>
                  <a:pt x="3910" y="343"/>
                </a:lnTo>
                <a:lnTo>
                  <a:pt x="3910" y="344"/>
                </a:lnTo>
                <a:lnTo>
                  <a:pt x="3910" y="345"/>
                </a:lnTo>
                <a:lnTo>
                  <a:pt x="3911" y="345"/>
                </a:lnTo>
                <a:lnTo>
                  <a:pt x="3911" y="346"/>
                </a:lnTo>
                <a:lnTo>
                  <a:pt x="3912" y="346"/>
                </a:lnTo>
                <a:lnTo>
                  <a:pt x="3913" y="347"/>
                </a:lnTo>
                <a:lnTo>
                  <a:pt x="3913" y="348"/>
                </a:lnTo>
                <a:lnTo>
                  <a:pt x="3912" y="348"/>
                </a:lnTo>
                <a:lnTo>
                  <a:pt x="3912" y="349"/>
                </a:lnTo>
                <a:lnTo>
                  <a:pt x="3913" y="350"/>
                </a:lnTo>
                <a:lnTo>
                  <a:pt x="3914" y="350"/>
                </a:lnTo>
                <a:lnTo>
                  <a:pt x="3915" y="349"/>
                </a:lnTo>
                <a:lnTo>
                  <a:pt x="3916" y="348"/>
                </a:lnTo>
                <a:lnTo>
                  <a:pt x="3916" y="349"/>
                </a:lnTo>
                <a:lnTo>
                  <a:pt x="3916" y="351"/>
                </a:lnTo>
                <a:lnTo>
                  <a:pt x="3916" y="352"/>
                </a:lnTo>
                <a:lnTo>
                  <a:pt x="3915" y="353"/>
                </a:lnTo>
                <a:lnTo>
                  <a:pt x="3914" y="356"/>
                </a:lnTo>
                <a:lnTo>
                  <a:pt x="3914" y="357"/>
                </a:lnTo>
                <a:lnTo>
                  <a:pt x="3915" y="358"/>
                </a:lnTo>
                <a:lnTo>
                  <a:pt x="3915" y="360"/>
                </a:lnTo>
                <a:lnTo>
                  <a:pt x="3914" y="360"/>
                </a:lnTo>
                <a:lnTo>
                  <a:pt x="3914" y="359"/>
                </a:lnTo>
                <a:lnTo>
                  <a:pt x="3913" y="359"/>
                </a:lnTo>
                <a:lnTo>
                  <a:pt x="3912" y="360"/>
                </a:lnTo>
                <a:lnTo>
                  <a:pt x="3912" y="361"/>
                </a:lnTo>
                <a:lnTo>
                  <a:pt x="3913" y="363"/>
                </a:lnTo>
                <a:lnTo>
                  <a:pt x="3913" y="364"/>
                </a:lnTo>
                <a:lnTo>
                  <a:pt x="3914" y="364"/>
                </a:lnTo>
                <a:lnTo>
                  <a:pt x="3914" y="365"/>
                </a:lnTo>
                <a:lnTo>
                  <a:pt x="3913" y="365"/>
                </a:lnTo>
                <a:lnTo>
                  <a:pt x="3912" y="364"/>
                </a:lnTo>
                <a:lnTo>
                  <a:pt x="3911" y="364"/>
                </a:lnTo>
                <a:lnTo>
                  <a:pt x="3911" y="365"/>
                </a:lnTo>
                <a:lnTo>
                  <a:pt x="3910" y="365"/>
                </a:lnTo>
                <a:lnTo>
                  <a:pt x="3909" y="365"/>
                </a:lnTo>
                <a:lnTo>
                  <a:pt x="3909" y="366"/>
                </a:lnTo>
                <a:lnTo>
                  <a:pt x="3910" y="366"/>
                </a:lnTo>
                <a:lnTo>
                  <a:pt x="3911" y="366"/>
                </a:lnTo>
                <a:lnTo>
                  <a:pt x="3911" y="367"/>
                </a:lnTo>
                <a:lnTo>
                  <a:pt x="3910" y="367"/>
                </a:lnTo>
                <a:lnTo>
                  <a:pt x="3910" y="369"/>
                </a:lnTo>
                <a:lnTo>
                  <a:pt x="3911" y="369"/>
                </a:lnTo>
                <a:lnTo>
                  <a:pt x="3911" y="370"/>
                </a:lnTo>
                <a:lnTo>
                  <a:pt x="3911" y="372"/>
                </a:lnTo>
                <a:lnTo>
                  <a:pt x="3910" y="372"/>
                </a:lnTo>
                <a:lnTo>
                  <a:pt x="3909" y="372"/>
                </a:lnTo>
                <a:lnTo>
                  <a:pt x="3908" y="372"/>
                </a:lnTo>
                <a:lnTo>
                  <a:pt x="3908" y="371"/>
                </a:lnTo>
                <a:lnTo>
                  <a:pt x="3907" y="371"/>
                </a:lnTo>
                <a:lnTo>
                  <a:pt x="3907" y="370"/>
                </a:lnTo>
                <a:lnTo>
                  <a:pt x="3907" y="369"/>
                </a:lnTo>
                <a:lnTo>
                  <a:pt x="3907" y="368"/>
                </a:lnTo>
                <a:lnTo>
                  <a:pt x="3907" y="367"/>
                </a:lnTo>
                <a:lnTo>
                  <a:pt x="3906" y="367"/>
                </a:lnTo>
                <a:lnTo>
                  <a:pt x="3905" y="367"/>
                </a:lnTo>
                <a:lnTo>
                  <a:pt x="3905" y="369"/>
                </a:lnTo>
                <a:lnTo>
                  <a:pt x="3905" y="370"/>
                </a:lnTo>
                <a:lnTo>
                  <a:pt x="3905" y="372"/>
                </a:lnTo>
                <a:lnTo>
                  <a:pt x="3904" y="373"/>
                </a:lnTo>
                <a:lnTo>
                  <a:pt x="3904" y="374"/>
                </a:lnTo>
                <a:lnTo>
                  <a:pt x="3905" y="374"/>
                </a:lnTo>
                <a:lnTo>
                  <a:pt x="3906" y="374"/>
                </a:lnTo>
                <a:lnTo>
                  <a:pt x="3906" y="375"/>
                </a:lnTo>
                <a:lnTo>
                  <a:pt x="3906" y="376"/>
                </a:lnTo>
                <a:lnTo>
                  <a:pt x="3905" y="376"/>
                </a:lnTo>
                <a:lnTo>
                  <a:pt x="3905" y="377"/>
                </a:lnTo>
                <a:lnTo>
                  <a:pt x="3904" y="377"/>
                </a:lnTo>
                <a:lnTo>
                  <a:pt x="3903" y="377"/>
                </a:lnTo>
                <a:lnTo>
                  <a:pt x="3902" y="377"/>
                </a:lnTo>
                <a:lnTo>
                  <a:pt x="3902" y="378"/>
                </a:lnTo>
                <a:lnTo>
                  <a:pt x="3902" y="377"/>
                </a:lnTo>
                <a:lnTo>
                  <a:pt x="3901" y="377"/>
                </a:lnTo>
                <a:lnTo>
                  <a:pt x="3900" y="377"/>
                </a:lnTo>
                <a:lnTo>
                  <a:pt x="3899" y="377"/>
                </a:lnTo>
                <a:lnTo>
                  <a:pt x="3898" y="378"/>
                </a:lnTo>
                <a:lnTo>
                  <a:pt x="3899" y="378"/>
                </a:lnTo>
                <a:lnTo>
                  <a:pt x="3900" y="378"/>
                </a:lnTo>
                <a:lnTo>
                  <a:pt x="3902" y="378"/>
                </a:lnTo>
                <a:lnTo>
                  <a:pt x="3903" y="379"/>
                </a:lnTo>
                <a:lnTo>
                  <a:pt x="3903" y="381"/>
                </a:lnTo>
                <a:lnTo>
                  <a:pt x="3903" y="382"/>
                </a:lnTo>
                <a:lnTo>
                  <a:pt x="3902" y="383"/>
                </a:lnTo>
                <a:lnTo>
                  <a:pt x="3902" y="384"/>
                </a:lnTo>
                <a:lnTo>
                  <a:pt x="3901" y="384"/>
                </a:lnTo>
                <a:lnTo>
                  <a:pt x="3900" y="384"/>
                </a:lnTo>
                <a:lnTo>
                  <a:pt x="3899" y="384"/>
                </a:lnTo>
                <a:lnTo>
                  <a:pt x="3899" y="385"/>
                </a:lnTo>
                <a:lnTo>
                  <a:pt x="3898" y="385"/>
                </a:lnTo>
                <a:lnTo>
                  <a:pt x="3898" y="386"/>
                </a:lnTo>
                <a:lnTo>
                  <a:pt x="3899" y="387"/>
                </a:lnTo>
                <a:lnTo>
                  <a:pt x="3900" y="387"/>
                </a:lnTo>
                <a:lnTo>
                  <a:pt x="3900" y="388"/>
                </a:lnTo>
                <a:lnTo>
                  <a:pt x="3899" y="389"/>
                </a:lnTo>
                <a:lnTo>
                  <a:pt x="3898" y="390"/>
                </a:lnTo>
                <a:lnTo>
                  <a:pt x="3898" y="391"/>
                </a:lnTo>
                <a:lnTo>
                  <a:pt x="3897" y="391"/>
                </a:lnTo>
                <a:lnTo>
                  <a:pt x="3897" y="392"/>
                </a:lnTo>
                <a:lnTo>
                  <a:pt x="3896" y="392"/>
                </a:lnTo>
                <a:lnTo>
                  <a:pt x="3895" y="392"/>
                </a:lnTo>
                <a:lnTo>
                  <a:pt x="3895" y="391"/>
                </a:lnTo>
                <a:lnTo>
                  <a:pt x="3894" y="391"/>
                </a:lnTo>
                <a:lnTo>
                  <a:pt x="3894" y="392"/>
                </a:lnTo>
                <a:lnTo>
                  <a:pt x="3893" y="393"/>
                </a:lnTo>
                <a:lnTo>
                  <a:pt x="3893" y="394"/>
                </a:lnTo>
                <a:lnTo>
                  <a:pt x="3894" y="394"/>
                </a:lnTo>
                <a:lnTo>
                  <a:pt x="3894" y="395"/>
                </a:lnTo>
                <a:lnTo>
                  <a:pt x="3895" y="395"/>
                </a:lnTo>
                <a:lnTo>
                  <a:pt x="3895" y="396"/>
                </a:lnTo>
                <a:lnTo>
                  <a:pt x="3896" y="396"/>
                </a:lnTo>
                <a:lnTo>
                  <a:pt x="3896" y="397"/>
                </a:lnTo>
                <a:lnTo>
                  <a:pt x="3896" y="398"/>
                </a:lnTo>
                <a:lnTo>
                  <a:pt x="3896" y="399"/>
                </a:lnTo>
                <a:lnTo>
                  <a:pt x="3895" y="399"/>
                </a:lnTo>
                <a:lnTo>
                  <a:pt x="3894" y="399"/>
                </a:lnTo>
                <a:lnTo>
                  <a:pt x="3894" y="398"/>
                </a:lnTo>
                <a:lnTo>
                  <a:pt x="3893" y="398"/>
                </a:lnTo>
                <a:lnTo>
                  <a:pt x="3892" y="398"/>
                </a:lnTo>
                <a:lnTo>
                  <a:pt x="3891" y="397"/>
                </a:lnTo>
                <a:lnTo>
                  <a:pt x="3890" y="397"/>
                </a:lnTo>
                <a:lnTo>
                  <a:pt x="3889" y="397"/>
                </a:lnTo>
                <a:lnTo>
                  <a:pt x="3887" y="399"/>
                </a:lnTo>
                <a:lnTo>
                  <a:pt x="3886" y="400"/>
                </a:lnTo>
                <a:lnTo>
                  <a:pt x="3886" y="401"/>
                </a:lnTo>
                <a:lnTo>
                  <a:pt x="3886" y="402"/>
                </a:lnTo>
                <a:lnTo>
                  <a:pt x="3885" y="402"/>
                </a:lnTo>
                <a:lnTo>
                  <a:pt x="3885" y="403"/>
                </a:lnTo>
                <a:lnTo>
                  <a:pt x="3886" y="403"/>
                </a:lnTo>
                <a:lnTo>
                  <a:pt x="3887" y="403"/>
                </a:lnTo>
                <a:lnTo>
                  <a:pt x="3887" y="402"/>
                </a:lnTo>
                <a:lnTo>
                  <a:pt x="3888" y="402"/>
                </a:lnTo>
                <a:lnTo>
                  <a:pt x="3890" y="403"/>
                </a:lnTo>
                <a:lnTo>
                  <a:pt x="3890" y="404"/>
                </a:lnTo>
                <a:lnTo>
                  <a:pt x="3891" y="404"/>
                </a:lnTo>
                <a:lnTo>
                  <a:pt x="3891" y="405"/>
                </a:lnTo>
                <a:lnTo>
                  <a:pt x="3890" y="405"/>
                </a:lnTo>
                <a:lnTo>
                  <a:pt x="3889" y="406"/>
                </a:lnTo>
                <a:lnTo>
                  <a:pt x="3889" y="407"/>
                </a:lnTo>
                <a:lnTo>
                  <a:pt x="3890" y="407"/>
                </a:lnTo>
                <a:lnTo>
                  <a:pt x="3891" y="408"/>
                </a:lnTo>
                <a:lnTo>
                  <a:pt x="3893" y="408"/>
                </a:lnTo>
                <a:lnTo>
                  <a:pt x="3893" y="409"/>
                </a:lnTo>
                <a:lnTo>
                  <a:pt x="3895" y="409"/>
                </a:lnTo>
                <a:lnTo>
                  <a:pt x="3896" y="409"/>
                </a:lnTo>
                <a:lnTo>
                  <a:pt x="3896" y="410"/>
                </a:lnTo>
                <a:lnTo>
                  <a:pt x="3896" y="411"/>
                </a:lnTo>
                <a:lnTo>
                  <a:pt x="3896" y="412"/>
                </a:lnTo>
                <a:lnTo>
                  <a:pt x="3896" y="413"/>
                </a:lnTo>
                <a:lnTo>
                  <a:pt x="3895" y="413"/>
                </a:lnTo>
                <a:lnTo>
                  <a:pt x="3895" y="414"/>
                </a:lnTo>
                <a:lnTo>
                  <a:pt x="3894" y="414"/>
                </a:lnTo>
                <a:lnTo>
                  <a:pt x="3893" y="415"/>
                </a:lnTo>
                <a:lnTo>
                  <a:pt x="3892" y="415"/>
                </a:lnTo>
                <a:lnTo>
                  <a:pt x="3892" y="416"/>
                </a:lnTo>
                <a:lnTo>
                  <a:pt x="3893" y="417"/>
                </a:lnTo>
                <a:lnTo>
                  <a:pt x="3894" y="418"/>
                </a:lnTo>
                <a:lnTo>
                  <a:pt x="3895" y="418"/>
                </a:lnTo>
                <a:lnTo>
                  <a:pt x="3895" y="419"/>
                </a:lnTo>
                <a:lnTo>
                  <a:pt x="3895" y="420"/>
                </a:lnTo>
                <a:lnTo>
                  <a:pt x="3894" y="421"/>
                </a:lnTo>
                <a:lnTo>
                  <a:pt x="3894" y="422"/>
                </a:lnTo>
                <a:lnTo>
                  <a:pt x="3895" y="423"/>
                </a:lnTo>
                <a:lnTo>
                  <a:pt x="3895" y="424"/>
                </a:lnTo>
                <a:lnTo>
                  <a:pt x="3896" y="424"/>
                </a:lnTo>
                <a:lnTo>
                  <a:pt x="3896" y="425"/>
                </a:lnTo>
                <a:lnTo>
                  <a:pt x="3897" y="425"/>
                </a:lnTo>
                <a:lnTo>
                  <a:pt x="3898" y="425"/>
                </a:lnTo>
                <a:lnTo>
                  <a:pt x="3898" y="426"/>
                </a:lnTo>
                <a:lnTo>
                  <a:pt x="3898" y="428"/>
                </a:lnTo>
                <a:lnTo>
                  <a:pt x="3898" y="429"/>
                </a:lnTo>
                <a:lnTo>
                  <a:pt x="3898" y="430"/>
                </a:lnTo>
                <a:lnTo>
                  <a:pt x="3899" y="431"/>
                </a:lnTo>
                <a:lnTo>
                  <a:pt x="3899" y="432"/>
                </a:lnTo>
                <a:lnTo>
                  <a:pt x="3900" y="433"/>
                </a:lnTo>
                <a:lnTo>
                  <a:pt x="3900" y="434"/>
                </a:lnTo>
                <a:lnTo>
                  <a:pt x="3901" y="434"/>
                </a:lnTo>
                <a:lnTo>
                  <a:pt x="3901" y="435"/>
                </a:lnTo>
                <a:lnTo>
                  <a:pt x="3902" y="436"/>
                </a:lnTo>
                <a:lnTo>
                  <a:pt x="3902" y="437"/>
                </a:lnTo>
                <a:lnTo>
                  <a:pt x="3902" y="438"/>
                </a:lnTo>
                <a:lnTo>
                  <a:pt x="3902" y="439"/>
                </a:lnTo>
                <a:lnTo>
                  <a:pt x="3902" y="440"/>
                </a:lnTo>
                <a:lnTo>
                  <a:pt x="3901" y="440"/>
                </a:lnTo>
                <a:lnTo>
                  <a:pt x="3901" y="441"/>
                </a:lnTo>
                <a:lnTo>
                  <a:pt x="3900" y="441"/>
                </a:lnTo>
                <a:lnTo>
                  <a:pt x="3900" y="442"/>
                </a:lnTo>
                <a:lnTo>
                  <a:pt x="3899" y="442"/>
                </a:lnTo>
                <a:lnTo>
                  <a:pt x="3899" y="443"/>
                </a:lnTo>
                <a:lnTo>
                  <a:pt x="3899" y="444"/>
                </a:lnTo>
                <a:lnTo>
                  <a:pt x="3899" y="445"/>
                </a:lnTo>
                <a:lnTo>
                  <a:pt x="3898" y="445"/>
                </a:lnTo>
                <a:lnTo>
                  <a:pt x="3897" y="445"/>
                </a:lnTo>
                <a:lnTo>
                  <a:pt x="3896" y="445"/>
                </a:lnTo>
                <a:lnTo>
                  <a:pt x="3896" y="446"/>
                </a:lnTo>
                <a:lnTo>
                  <a:pt x="3897" y="446"/>
                </a:lnTo>
                <a:lnTo>
                  <a:pt x="3897" y="447"/>
                </a:lnTo>
                <a:lnTo>
                  <a:pt x="3897" y="448"/>
                </a:lnTo>
                <a:lnTo>
                  <a:pt x="3896" y="448"/>
                </a:lnTo>
                <a:lnTo>
                  <a:pt x="3896" y="449"/>
                </a:lnTo>
                <a:lnTo>
                  <a:pt x="3895" y="450"/>
                </a:lnTo>
                <a:lnTo>
                  <a:pt x="3893" y="450"/>
                </a:lnTo>
                <a:lnTo>
                  <a:pt x="3893" y="449"/>
                </a:lnTo>
                <a:lnTo>
                  <a:pt x="3894" y="449"/>
                </a:lnTo>
                <a:lnTo>
                  <a:pt x="3895" y="449"/>
                </a:lnTo>
                <a:lnTo>
                  <a:pt x="3894" y="448"/>
                </a:lnTo>
                <a:lnTo>
                  <a:pt x="3893" y="448"/>
                </a:lnTo>
                <a:lnTo>
                  <a:pt x="3892" y="448"/>
                </a:lnTo>
                <a:lnTo>
                  <a:pt x="3891" y="449"/>
                </a:lnTo>
                <a:lnTo>
                  <a:pt x="3890" y="450"/>
                </a:lnTo>
                <a:lnTo>
                  <a:pt x="3890" y="451"/>
                </a:lnTo>
                <a:lnTo>
                  <a:pt x="3890" y="452"/>
                </a:lnTo>
                <a:lnTo>
                  <a:pt x="3889" y="453"/>
                </a:lnTo>
                <a:lnTo>
                  <a:pt x="3888" y="454"/>
                </a:lnTo>
                <a:lnTo>
                  <a:pt x="3887" y="454"/>
                </a:lnTo>
                <a:lnTo>
                  <a:pt x="3887" y="455"/>
                </a:lnTo>
                <a:lnTo>
                  <a:pt x="3886" y="455"/>
                </a:lnTo>
                <a:lnTo>
                  <a:pt x="3886" y="456"/>
                </a:lnTo>
                <a:lnTo>
                  <a:pt x="3887" y="456"/>
                </a:lnTo>
                <a:lnTo>
                  <a:pt x="3888" y="456"/>
                </a:lnTo>
                <a:lnTo>
                  <a:pt x="3889" y="456"/>
                </a:lnTo>
                <a:lnTo>
                  <a:pt x="3889" y="457"/>
                </a:lnTo>
                <a:lnTo>
                  <a:pt x="3888" y="457"/>
                </a:lnTo>
                <a:lnTo>
                  <a:pt x="3887" y="457"/>
                </a:lnTo>
                <a:lnTo>
                  <a:pt x="3887" y="458"/>
                </a:lnTo>
                <a:lnTo>
                  <a:pt x="3886" y="458"/>
                </a:lnTo>
                <a:lnTo>
                  <a:pt x="3885" y="458"/>
                </a:lnTo>
                <a:lnTo>
                  <a:pt x="3884" y="460"/>
                </a:lnTo>
                <a:lnTo>
                  <a:pt x="3883" y="460"/>
                </a:lnTo>
                <a:lnTo>
                  <a:pt x="3883" y="462"/>
                </a:lnTo>
                <a:lnTo>
                  <a:pt x="3883" y="464"/>
                </a:lnTo>
                <a:lnTo>
                  <a:pt x="3883" y="465"/>
                </a:lnTo>
                <a:lnTo>
                  <a:pt x="3882" y="466"/>
                </a:lnTo>
                <a:lnTo>
                  <a:pt x="3881" y="466"/>
                </a:lnTo>
                <a:lnTo>
                  <a:pt x="3880" y="466"/>
                </a:lnTo>
                <a:lnTo>
                  <a:pt x="3879" y="466"/>
                </a:lnTo>
                <a:lnTo>
                  <a:pt x="3879" y="465"/>
                </a:lnTo>
                <a:lnTo>
                  <a:pt x="3876" y="465"/>
                </a:lnTo>
                <a:lnTo>
                  <a:pt x="3876" y="466"/>
                </a:lnTo>
                <a:lnTo>
                  <a:pt x="3875" y="466"/>
                </a:lnTo>
                <a:lnTo>
                  <a:pt x="3875" y="467"/>
                </a:lnTo>
                <a:lnTo>
                  <a:pt x="3874" y="467"/>
                </a:lnTo>
                <a:lnTo>
                  <a:pt x="3875" y="467"/>
                </a:lnTo>
                <a:lnTo>
                  <a:pt x="3875" y="468"/>
                </a:lnTo>
                <a:lnTo>
                  <a:pt x="3876" y="468"/>
                </a:lnTo>
                <a:lnTo>
                  <a:pt x="3875" y="468"/>
                </a:lnTo>
                <a:lnTo>
                  <a:pt x="3873" y="468"/>
                </a:lnTo>
                <a:lnTo>
                  <a:pt x="3873" y="469"/>
                </a:lnTo>
                <a:lnTo>
                  <a:pt x="3873" y="470"/>
                </a:lnTo>
                <a:lnTo>
                  <a:pt x="3874" y="471"/>
                </a:lnTo>
                <a:lnTo>
                  <a:pt x="3875" y="472"/>
                </a:lnTo>
                <a:lnTo>
                  <a:pt x="3875" y="473"/>
                </a:lnTo>
                <a:lnTo>
                  <a:pt x="3876" y="473"/>
                </a:lnTo>
                <a:lnTo>
                  <a:pt x="3876" y="474"/>
                </a:lnTo>
                <a:lnTo>
                  <a:pt x="3877" y="474"/>
                </a:lnTo>
                <a:lnTo>
                  <a:pt x="3877" y="475"/>
                </a:lnTo>
                <a:lnTo>
                  <a:pt x="3877" y="476"/>
                </a:lnTo>
                <a:lnTo>
                  <a:pt x="3876" y="476"/>
                </a:lnTo>
                <a:lnTo>
                  <a:pt x="3875" y="476"/>
                </a:lnTo>
                <a:lnTo>
                  <a:pt x="3874" y="476"/>
                </a:lnTo>
                <a:lnTo>
                  <a:pt x="3872" y="474"/>
                </a:lnTo>
                <a:lnTo>
                  <a:pt x="3871" y="474"/>
                </a:lnTo>
                <a:lnTo>
                  <a:pt x="3871" y="473"/>
                </a:lnTo>
                <a:lnTo>
                  <a:pt x="3870" y="473"/>
                </a:lnTo>
                <a:lnTo>
                  <a:pt x="3869" y="473"/>
                </a:lnTo>
                <a:lnTo>
                  <a:pt x="3869" y="474"/>
                </a:lnTo>
                <a:lnTo>
                  <a:pt x="3869" y="475"/>
                </a:lnTo>
                <a:lnTo>
                  <a:pt x="3869" y="476"/>
                </a:lnTo>
                <a:lnTo>
                  <a:pt x="3868" y="476"/>
                </a:lnTo>
                <a:lnTo>
                  <a:pt x="3868" y="477"/>
                </a:lnTo>
                <a:lnTo>
                  <a:pt x="3869" y="477"/>
                </a:lnTo>
                <a:lnTo>
                  <a:pt x="3870" y="477"/>
                </a:lnTo>
                <a:lnTo>
                  <a:pt x="3870" y="478"/>
                </a:lnTo>
                <a:lnTo>
                  <a:pt x="3870" y="479"/>
                </a:lnTo>
                <a:lnTo>
                  <a:pt x="3871" y="480"/>
                </a:lnTo>
                <a:lnTo>
                  <a:pt x="3872" y="481"/>
                </a:lnTo>
                <a:lnTo>
                  <a:pt x="3872" y="482"/>
                </a:lnTo>
                <a:lnTo>
                  <a:pt x="3871" y="482"/>
                </a:lnTo>
                <a:lnTo>
                  <a:pt x="3870" y="483"/>
                </a:lnTo>
                <a:lnTo>
                  <a:pt x="3870" y="484"/>
                </a:lnTo>
                <a:lnTo>
                  <a:pt x="3871" y="484"/>
                </a:lnTo>
                <a:lnTo>
                  <a:pt x="3871" y="485"/>
                </a:lnTo>
                <a:lnTo>
                  <a:pt x="3872" y="485"/>
                </a:lnTo>
                <a:lnTo>
                  <a:pt x="3872" y="484"/>
                </a:lnTo>
                <a:lnTo>
                  <a:pt x="3873" y="484"/>
                </a:lnTo>
                <a:lnTo>
                  <a:pt x="3874" y="485"/>
                </a:lnTo>
                <a:lnTo>
                  <a:pt x="3874" y="486"/>
                </a:lnTo>
                <a:lnTo>
                  <a:pt x="3873" y="487"/>
                </a:lnTo>
                <a:lnTo>
                  <a:pt x="3872" y="487"/>
                </a:lnTo>
                <a:lnTo>
                  <a:pt x="3871" y="487"/>
                </a:lnTo>
                <a:lnTo>
                  <a:pt x="3871" y="488"/>
                </a:lnTo>
                <a:lnTo>
                  <a:pt x="3871" y="489"/>
                </a:lnTo>
                <a:lnTo>
                  <a:pt x="3871" y="490"/>
                </a:lnTo>
                <a:lnTo>
                  <a:pt x="3872" y="490"/>
                </a:lnTo>
                <a:lnTo>
                  <a:pt x="3872" y="491"/>
                </a:lnTo>
                <a:lnTo>
                  <a:pt x="3873" y="491"/>
                </a:lnTo>
                <a:lnTo>
                  <a:pt x="3873" y="492"/>
                </a:lnTo>
                <a:lnTo>
                  <a:pt x="3872" y="492"/>
                </a:lnTo>
                <a:lnTo>
                  <a:pt x="3872" y="493"/>
                </a:lnTo>
                <a:lnTo>
                  <a:pt x="3871" y="493"/>
                </a:lnTo>
                <a:lnTo>
                  <a:pt x="3870" y="493"/>
                </a:lnTo>
                <a:lnTo>
                  <a:pt x="3870" y="494"/>
                </a:lnTo>
                <a:lnTo>
                  <a:pt x="3871" y="495"/>
                </a:lnTo>
                <a:lnTo>
                  <a:pt x="3871" y="494"/>
                </a:lnTo>
                <a:lnTo>
                  <a:pt x="3872" y="494"/>
                </a:lnTo>
                <a:lnTo>
                  <a:pt x="3873" y="495"/>
                </a:lnTo>
                <a:lnTo>
                  <a:pt x="3872" y="495"/>
                </a:lnTo>
                <a:lnTo>
                  <a:pt x="3872" y="496"/>
                </a:lnTo>
                <a:lnTo>
                  <a:pt x="3871" y="496"/>
                </a:lnTo>
                <a:lnTo>
                  <a:pt x="3870" y="496"/>
                </a:lnTo>
                <a:lnTo>
                  <a:pt x="3869" y="496"/>
                </a:lnTo>
                <a:lnTo>
                  <a:pt x="3869" y="497"/>
                </a:lnTo>
                <a:lnTo>
                  <a:pt x="3868" y="497"/>
                </a:lnTo>
                <a:lnTo>
                  <a:pt x="3868" y="498"/>
                </a:lnTo>
                <a:lnTo>
                  <a:pt x="3868" y="499"/>
                </a:lnTo>
                <a:lnTo>
                  <a:pt x="3867" y="500"/>
                </a:lnTo>
                <a:lnTo>
                  <a:pt x="3866" y="499"/>
                </a:lnTo>
                <a:lnTo>
                  <a:pt x="3866" y="500"/>
                </a:lnTo>
                <a:lnTo>
                  <a:pt x="3866" y="501"/>
                </a:lnTo>
                <a:lnTo>
                  <a:pt x="3866" y="502"/>
                </a:lnTo>
                <a:lnTo>
                  <a:pt x="3866" y="503"/>
                </a:lnTo>
                <a:lnTo>
                  <a:pt x="3867" y="503"/>
                </a:lnTo>
                <a:lnTo>
                  <a:pt x="3867" y="504"/>
                </a:lnTo>
                <a:lnTo>
                  <a:pt x="3867" y="505"/>
                </a:lnTo>
                <a:lnTo>
                  <a:pt x="3867" y="506"/>
                </a:lnTo>
                <a:lnTo>
                  <a:pt x="3866" y="506"/>
                </a:lnTo>
                <a:lnTo>
                  <a:pt x="3865" y="506"/>
                </a:lnTo>
                <a:lnTo>
                  <a:pt x="3865" y="507"/>
                </a:lnTo>
                <a:lnTo>
                  <a:pt x="3865" y="508"/>
                </a:lnTo>
                <a:lnTo>
                  <a:pt x="3866" y="508"/>
                </a:lnTo>
                <a:lnTo>
                  <a:pt x="3866" y="509"/>
                </a:lnTo>
                <a:lnTo>
                  <a:pt x="3866" y="510"/>
                </a:lnTo>
                <a:lnTo>
                  <a:pt x="3866" y="511"/>
                </a:lnTo>
                <a:lnTo>
                  <a:pt x="3867" y="511"/>
                </a:lnTo>
                <a:lnTo>
                  <a:pt x="3867" y="512"/>
                </a:lnTo>
                <a:lnTo>
                  <a:pt x="3868" y="512"/>
                </a:lnTo>
                <a:lnTo>
                  <a:pt x="3869" y="513"/>
                </a:lnTo>
                <a:lnTo>
                  <a:pt x="3868" y="513"/>
                </a:lnTo>
                <a:lnTo>
                  <a:pt x="3868" y="514"/>
                </a:lnTo>
                <a:lnTo>
                  <a:pt x="3867" y="513"/>
                </a:lnTo>
                <a:lnTo>
                  <a:pt x="3866" y="513"/>
                </a:lnTo>
                <a:lnTo>
                  <a:pt x="3865" y="513"/>
                </a:lnTo>
                <a:lnTo>
                  <a:pt x="3865" y="514"/>
                </a:lnTo>
                <a:lnTo>
                  <a:pt x="3865" y="515"/>
                </a:lnTo>
                <a:lnTo>
                  <a:pt x="3866" y="515"/>
                </a:lnTo>
                <a:lnTo>
                  <a:pt x="3867" y="515"/>
                </a:lnTo>
                <a:lnTo>
                  <a:pt x="3867" y="516"/>
                </a:lnTo>
                <a:lnTo>
                  <a:pt x="3867" y="517"/>
                </a:lnTo>
                <a:lnTo>
                  <a:pt x="3867" y="518"/>
                </a:lnTo>
                <a:lnTo>
                  <a:pt x="3866" y="518"/>
                </a:lnTo>
                <a:lnTo>
                  <a:pt x="3866" y="519"/>
                </a:lnTo>
                <a:lnTo>
                  <a:pt x="3865" y="519"/>
                </a:lnTo>
                <a:lnTo>
                  <a:pt x="3865" y="520"/>
                </a:lnTo>
                <a:lnTo>
                  <a:pt x="3864" y="520"/>
                </a:lnTo>
                <a:lnTo>
                  <a:pt x="3864" y="521"/>
                </a:lnTo>
                <a:lnTo>
                  <a:pt x="3863" y="521"/>
                </a:lnTo>
                <a:lnTo>
                  <a:pt x="3862" y="521"/>
                </a:lnTo>
                <a:lnTo>
                  <a:pt x="3861" y="521"/>
                </a:lnTo>
                <a:lnTo>
                  <a:pt x="3860" y="521"/>
                </a:lnTo>
                <a:lnTo>
                  <a:pt x="3860" y="522"/>
                </a:lnTo>
                <a:lnTo>
                  <a:pt x="3860" y="523"/>
                </a:lnTo>
                <a:lnTo>
                  <a:pt x="3860" y="524"/>
                </a:lnTo>
                <a:lnTo>
                  <a:pt x="3861" y="524"/>
                </a:lnTo>
                <a:lnTo>
                  <a:pt x="3861" y="525"/>
                </a:lnTo>
                <a:lnTo>
                  <a:pt x="3861" y="526"/>
                </a:lnTo>
                <a:lnTo>
                  <a:pt x="3860" y="527"/>
                </a:lnTo>
                <a:lnTo>
                  <a:pt x="3859" y="527"/>
                </a:lnTo>
                <a:lnTo>
                  <a:pt x="3859" y="528"/>
                </a:lnTo>
                <a:lnTo>
                  <a:pt x="3858" y="528"/>
                </a:lnTo>
                <a:lnTo>
                  <a:pt x="3858" y="529"/>
                </a:lnTo>
                <a:lnTo>
                  <a:pt x="3857" y="529"/>
                </a:lnTo>
                <a:lnTo>
                  <a:pt x="3855" y="529"/>
                </a:lnTo>
                <a:lnTo>
                  <a:pt x="3854" y="529"/>
                </a:lnTo>
                <a:lnTo>
                  <a:pt x="3855" y="529"/>
                </a:lnTo>
                <a:lnTo>
                  <a:pt x="3855" y="530"/>
                </a:lnTo>
                <a:lnTo>
                  <a:pt x="3857" y="531"/>
                </a:lnTo>
                <a:lnTo>
                  <a:pt x="3858" y="532"/>
                </a:lnTo>
                <a:lnTo>
                  <a:pt x="3860" y="532"/>
                </a:lnTo>
                <a:lnTo>
                  <a:pt x="3861" y="532"/>
                </a:lnTo>
                <a:lnTo>
                  <a:pt x="3861" y="533"/>
                </a:lnTo>
                <a:lnTo>
                  <a:pt x="3861" y="534"/>
                </a:lnTo>
                <a:lnTo>
                  <a:pt x="3860" y="534"/>
                </a:lnTo>
                <a:lnTo>
                  <a:pt x="3859" y="534"/>
                </a:lnTo>
                <a:lnTo>
                  <a:pt x="3858" y="534"/>
                </a:lnTo>
                <a:lnTo>
                  <a:pt x="3858" y="535"/>
                </a:lnTo>
                <a:lnTo>
                  <a:pt x="3857" y="535"/>
                </a:lnTo>
                <a:lnTo>
                  <a:pt x="3856" y="535"/>
                </a:lnTo>
                <a:lnTo>
                  <a:pt x="3855" y="535"/>
                </a:lnTo>
                <a:lnTo>
                  <a:pt x="3855" y="536"/>
                </a:lnTo>
                <a:lnTo>
                  <a:pt x="3855" y="537"/>
                </a:lnTo>
                <a:lnTo>
                  <a:pt x="3856" y="538"/>
                </a:lnTo>
                <a:lnTo>
                  <a:pt x="3855" y="538"/>
                </a:lnTo>
                <a:lnTo>
                  <a:pt x="3855" y="539"/>
                </a:lnTo>
                <a:lnTo>
                  <a:pt x="3854" y="538"/>
                </a:lnTo>
                <a:lnTo>
                  <a:pt x="3853" y="538"/>
                </a:lnTo>
                <a:lnTo>
                  <a:pt x="3853" y="537"/>
                </a:lnTo>
                <a:lnTo>
                  <a:pt x="3853" y="536"/>
                </a:lnTo>
                <a:lnTo>
                  <a:pt x="3853" y="535"/>
                </a:lnTo>
                <a:lnTo>
                  <a:pt x="3852" y="535"/>
                </a:lnTo>
                <a:lnTo>
                  <a:pt x="3851" y="535"/>
                </a:lnTo>
                <a:lnTo>
                  <a:pt x="3851" y="536"/>
                </a:lnTo>
                <a:lnTo>
                  <a:pt x="3850" y="537"/>
                </a:lnTo>
                <a:lnTo>
                  <a:pt x="3849" y="538"/>
                </a:lnTo>
                <a:lnTo>
                  <a:pt x="3849" y="539"/>
                </a:lnTo>
                <a:lnTo>
                  <a:pt x="3849" y="540"/>
                </a:lnTo>
                <a:lnTo>
                  <a:pt x="3850" y="540"/>
                </a:lnTo>
                <a:lnTo>
                  <a:pt x="3850" y="541"/>
                </a:lnTo>
                <a:lnTo>
                  <a:pt x="3849" y="542"/>
                </a:lnTo>
                <a:lnTo>
                  <a:pt x="3849" y="543"/>
                </a:lnTo>
                <a:lnTo>
                  <a:pt x="3848" y="543"/>
                </a:lnTo>
                <a:lnTo>
                  <a:pt x="3847" y="543"/>
                </a:lnTo>
                <a:lnTo>
                  <a:pt x="3847" y="544"/>
                </a:lnTo>
                <a:lnTo>
                  <a:pt x="3848" y="544"/>
                </a:lnTo>
                <a:lnTo>
                  <a:pt x="3849" y="544"/>
                </a:lnTo>
                <a:lnTo>
                  <a:pt x="3851" y="544"/>
                </a:lnTo>
                <a:lnTo>
                  <a:pt x="3851" y="545"/>
                </a:lnTo>
                <a:lnTo>
                  <a:pt x="3852" y="545"/>
                </a:lnTo>
                <a:lnTo>
                  <a:pt x="3851" y="545"/>
                </a:lnTo>
                <a:lnTo>
                  <a:pt x="3851" y="546"/>
                </a:lnTo>
                <a:lnTo>
                  <a:pt x="3850" y="547"/>
                </a:lnTo>
                <a:lnTo>
                  <a:pt x="3850" y="548"/>
                </a:lnTo>
                <a:lnTo>
                  <a:pt x="3850" y="549"/>
                </a:lnTo>
                <a:lnTo>
                  <a:pt x="3851" y="549"/>
                </a:lnTo>
                <a:lnTo>
                  <a:pt x="3852" y="549"/>
                </a:lnTo>
                <a:lnTo>
                  <a:pt x="3854" y="549"/>
                </a:lnTo>
                <a:lnTo>
                  <a:pt x="3855" y="549"/>
                </a:lnTo>
                <a:lnTo>
                  <a:pt x="3856" y="549"/>
                </a:lnTo>
                <a:lnTo>
                  <a:pt x="3857" y="549"/>
                </a:lnTo>
                <a:lnTo>
                  <a:pt x="3858" y="549"/>
                </a:lnTo>
                <a:lnTo>
                  <a:pt x="3859" y="549"/>
                </a:lnTo>
                <a:lnTo>
                  <a:pt x="3859" y="550"/>
                </a:lnTo>
                <a:lnTo>
                  <a:pt x="3859" y="551"/>
                </a:lnTo>
                <a:lnTo>
                  <a:pt x="3859" y="552"/>
                </a:lnTo>
                <a:lnTo>
                  <a:pt x="3858" y="552"/>
                </a:lnTo>
                <a:lnTo>
                  <a:pt x="3857" y="553"/>
                </a:lnTo>
                <a:lnTo>
                  <a:pt x="3856" y="553"/>
                </a:lnTo>
                <a:lnTo>
                  <a:pt x="3856" y="554"/>
                </a:lnTo>
                <a:lnTo>
                  <a:pt x="3855" y="553"/>
                </a:lnTo>
                <a:lnTo>
                  <a:pt x="3854" y="553"/>
                </a:lnTo>
                <a:lnTo>
                  <a:pt x="3854" y="552"/>
                </a:lnTo>
                <a:lnTo>
                  <a:pt x="3853" y="552"/>
                </a:lnTo>
                <a:lnTo>
                  <a:pt x="3853" y="551"/>
                </a:lnTo>
                <a:lnTo>
                  <a:pt x="3852" y="551"/>
                </a:lnTo>
                <a:lnTo>
                  <a:pt x="3852" y="552"/>
                </a:lnTo>
                <a:lnTo>
                  <a:pt x="3851" y="552"/>
                </a:lnTo>
                <a:lnTo>
                  <a:pt x="3851" y="553"/>
                </a:lnTo>
                <a:lnTo>
                  <a:pt x="3850" y="554"/>
                </a:lnTo>
                <a:lnTo>
                  <a:pt x="3849" y="555"/>
                </a:lnTo>
                <a:lnTo>
                  <a:pt x="3848" y="555"/>
                </a:lnTo>
                <a:lnTo>
                  <a:pt x="3849" y="555"/>
                </a:lnTo>
                <a:lnTo>
                  <a:pt x="3849" y="556"/>
                </a:lnTo>
                <a:lnTo>
                  <a:pt x="3850" y="556"/>
                </a:lnTo>
                <a:lnTo>
                  <a:pt x="3851" y="556"/>
                </a:lnTo>
                <a:lnTo>
                  <a:pt x="3852" y="556"/>
                </a:lnTo>
                <a:lnTo>
                  <a:pt x="3853" y="556"/>
                </a:lnTo>
                <a:lnTo>
                  <a:pt x="3854" y="556"/>
                </a:lnTo>
                <a:lnTo>
                  <a:pt x="3854" y="557"/>
                </a:lnTo>
                <a:lnTo>
                  <a:pt x="3855" y="557"/>
                </a:lnTo>
                <a:lnTo>
                  <a:pt x="3855" y="558"/>
                </a:lnTo>
                <a:lnTo>
                  <a:pt x="3856" y="559"/>
                </a:lnTo>
                <a:lnTo>
                  <a:pt x="3856" y="561"/>
                </a:lnTo>
                <a:lnTo>
                  <a:pt x="3856" y="562"/>
                </a:lnTo>
                <a:lnTo>
                  <a:pt x="3855" y="563"/>
                </a:lnTo>
                <a:lnTo>
                  <a:pt x="3854" y="564"/>
                </a:lnTo>
                <a:lnTo>
                  <a:pt x="3853" y="564"/>
                </a:lnTo>
                <a:lnTo>
                  <a:pt x="3852" y="565"/>
                </a:lnTo>
                <a:lnTo>
                  <a:pt x="3851" y="565"/>
                </a:lnTo>
                <a:lnTo>
                  <a:pt x="3850" y="565"/>
                </a:lnTo>
                <a:lnTo>
                  <a:pt x="3850" y="566"/>
                </a:lnTo>
                <a:lnTo>
                  <a:pt x="3850" y="568"/>
                </a:lnTo>
                <a:lnTo>
                  <a:pt x="3850" y="569"/>
                </a:lnTo>
                <a:lnTo>
                  <a:pt x="3850" y="570"/>
                </a:lnTo>
                <a:lnTo>
                  <a:pt x="3850" y="572"/>
                </a:lnTo>
                <a:lnTo>
                  <a:pt x="3850" y="573"/>
                </a:lnTo>
                <a:lnTo>
                  <a:pt x="3849" y="573"/>
                </a:lnTo>
                <a:lnTo>
                  <a:pt x="3848" y="573"/>
                </a:lnTo>
                <a:lnTo>
                  <a:pt x="3847" y="573"/>
                </a:lnTo>
                <a:lnTo>
                  <a:pt x="3846" y="573"/>
                </a:lnTo>
                <a:lnTo>
                  <a:pt x="3845" y="573"/>
                </a:lnTo>
                <a:lnTo>
                  <a:pt x="3844" y="574"/>
                </a:lnTo>
                <a:lnTo>
                  <a:pt x="3843" y="574"/>
                </a:lnTo>
                <a:lnTo>
                  <a:pt x="3843" y="575"/>
                </a:lnTo>
                <a:lnTo>
                  <a:pt x="3844" y="576"/>
                </a:lnTo>
                <a:lnTo>
                  <a:pt x="3845" y="576"/>
                </a:lnTo>
                <a:lnTo>
                  <a:pt x="3846" y="577"/>
                </a:lnTo>
                <a:lnTo>
                  <a:pt x="3846" y="578"/>
                </a:lnTo>
                <a:lnTo>
                  <a:pt x="3847" y="578"/>
                </a:lnTo>
                <a:lnTo>
                  <a:pt x="3847" y="579"/>
                </a:lnTo>
                <a:lnTo>
                  <a:pt x="3848" y="579"/>
                </a:lnTo>
                <a:lnTo>
                  <a:pt x="3849" y="580"/>
                </a:lnTo>
                <a:lnTo>
                  <a:pt x="3850" y="580"/>
                </a:lnTo>
                <a:lnTo>
                  <a:pt x="3849" y="581"/>
                </a:lnTo>
                <a:lnTo>
                  <a:pt x="3849" y="582"/>
                </a:lnTo>
                <a:lnTo>
                  <a:pt x="3849" y="583"/>
                </a:lnTo>
                <a:lnTo>
                  <a:pt x="3849" y="584"/>
                </a:lnTo>
                <a:lnTo>
                  <a:pt x="3850" y="584"/>
                </a:lnTo>
                <a:lnTo>
                  <a:pt x="3851" y="585"/>
                </a:lnTo>
                <a:lnTo>
                  <a:pt x="3852" y="585"/>
                </a:lnTo>
                <a:lnTo>
                  <a:pt x="3852" y="586"/>
                </a:lnTo>
                <a:lnTo>
                  <a:pt x="3853" y="586"/>
                </a:lnTo>
                <a:lnTo>
                  <a:pt x="3853" y="587"/>
                </a:lnTo>
                <a:lnTo>
                  <a:pt x="3854" y="588"/>
                </a:lnTo>
                <a:lnTo>
                  <a:pt x="3855" y="589"/>
                </a:lnTo>
                <a:lnTo>
                  <a:pt x="3855" y="590"/>
                </a:lnTo>
                <a:lnTo>
                  <a:pt x="3854" y="591"/>
                </a:lnTo>
                <a:lnTo>
                  <a:pt x="3853" y="591"/>
                </a:lnTo>
                <a:lnTo>
                  <a:pt x="3852" y="591"/>
                </a:lnTo>
                <a:lnTo>
                  <a:pt x="3852" y="592"/>
                </a:lnTo>
                <a:lnTo>
                  <a:pt x="3853" y="593"/>
                </a:lnTo>
                <a:lnTo>
                  <a:pt x="3854" y="593"/>
                </a:lnTo>
                <a:lnTo>
                  <a:pt x="3855" y="594"/>
                </a:lnTo>
                <a:lnTo>
                  <a:pt x="3855" y="595"/>
                </a:lnTo>
                <a:lnTo>
                  <a:pt x="3855" y="596"/>
                </a:lnTo>
                <a:lnTo>
                  <a:pt x="3854" y="596"/>
                </a:lnTo>
                <a:lnTo>
                  <a:pt x="3854" y="597"/>
                </a:lnTo>
                <a:lnTo>
                  <a:pt x="3853" y="597"/>
                </a:lnTo>
                <a:lnTo>
                  <a:pt x="3852" y="598"/>
                </a:lnTo>
                <a:lnTo>
                  <a:pt x="3851" y="598"/>
                </a:lnTo>
                <a:lnTo>
                  <a:pt x="3850" y="598"/>
                </a:lnTo>
                <a:lnTo>
                  <a:pt x="3849" y="599"/>
                </a:lnTo>
                <a:lnTo>
                  <a:pt x="3848" y="599"/>
                </a:lnTo>
                <a:lnTo>
                  <a:pt x="3848" y="600"/>
                </a:lnTo>
                <a:lnTo>
                  <a:pt x="3848" y="601"/>
                </a:lnTo>
                <a:lnTo>
                  <a:pt x="3848" y="602"/>
                </a:lnTo>
                <a:lnTo>
                  <a:pt x="3849" y="602"/>
                </a:lnTo>
                <a:lnTo>
                  <a:pt x="3850" y="602"/>
                </a:lnTo>
                <a:lnTo>
                  <a:pt x="3851" y="602"/>
                </a:lnTo>
                <a:lnTo>
                  <a:pt x="3851" y="603"/>
                </a:lnTo>
                <a:lnTo>
                  <a:pt x="3852" y="603"/>
                </a:lnTo>
                <a:lnTo>
                  <a:pt x="3853" y="603"/>
                </a:lnTo>
                <a:lnTo>
                  <a:pt x="3854" y="604"/>
                </a:lnTo>
                <a:lnTo>
                  <a:pt x="3855" y="605"/>
                </a:lnTo>
                <a:lnTo>
                  <a:pt x="3856" y="606"/>
                </a:lnTo>
                <a:lnTo>
                  <a:pt x="3856" y="607"/>
                </a:lnTo>
                <a:lnTo>
                  <a:pt x="3855" y="607"/>
                </a:lnTo>
                <a:lnTo>
                  <a:pt x="3855" y="608"/>
                </a:lnTo>
                <a:lnTo>
                  <a:pt x="3856" y="608"/>
                </a:lnTo>
                <a:lnTo>
                  <a:pt x="3856" y="609"/>
                </a:lnTo>
                <a:lnTo>
                  <a:pt x="3856" y="611"/>
                </a:lnTo>
                <a:lnTo>
                  <a:pt x="3856" y="613"/>
                </a:lnTo>
                <a:lnTo>
                  <a:pt x="3856" y="614"/>
                </a:lnTo>
                <a:lnTo>
                  <a:pt x="3856" y="615"/>
                </a:lnTo>
                <a:lnTo>
                  <a:pt x="3855" y="615"/>
                </a:lnTo>
                <a:lnTo>
                  <a:pt x="3855" y="616"/>
                </a:lnTo>
                <a:lnTo>
                  <a:pt x="3855" y="617"/>
                </a:lnTo>
                <a:lnTo>
                  <a:pt x="3855" y="618"/>
                </a:lnTo>
                <a:lnTo>
                  <a:pt x="3856" y="618"/>
                </a:lnTo>
                <a:lnTo>
                  <a:pt x="3857" y="618"/>
                </a:lnTo>
                <a:lnTo>
                  <a:pt x="3858" y="619"/>
                </a:lnTo>
                <a:lnTo>
                  <a:pt x="3858" y="620"/>
                </a:lnTo>
                <a:lnTo>
                  <a:pt x="3858" y="621"/>
                </a:lnTo>
                <a:lnTo>
                  <a:pt x="3858" y="622"/>
                </a:lnTo>
                <a:lnTo>
                  <a:pt x="3858" y="623"/>
                </a:lnTo>
                <a:lnTo>
                  <a:pt x="3858" y="624"/>
                </a:lnTo>
                <a:lnTo>
                  <a:pt x="3859" y="625"/>
                </a:lnTo>
                <a:lnTo>
                  <a:pt x="3859" y="626"/>
                </a:lnTo>
                <a:lnTo>
                  <a:pt x="3859" y="627"/>
                </a:lnTo>
                <a:lnTo>
                  <a:pt x="3859" y="628"/>
                </a:lnTo>
                <a:lnTo>
                  <a:pt x="3859" y="629"/>
                </a:lnTo>
                <a:lnTo>
                  <a:pt x="3860" y="629"/>
                </a:lnTo>
                <a:lnTo>
                  <a:pt x="3860" y="630"/>
                </a:lnTo>
                <a:lnTo>
                  <a:pt x="3859" y="632"/>
                </a:lnTo>
                <a:lnTo>
                  <a:pt x="3859" y="633"/>
                </a:lnTo>
                <a:lnTo>
                  <a:pt x="3858" y="633"/>
                </a:lnTo>
                <a:lnTo>
                  <a:pt x="3858" y="634"/>
                </a:lnTo>
                <a:lnTo>
                  <a:pt x="3858" y="635"/>
                </a:lnTo>
                <a:lnTo>
                  <a:pt x="3858" y="636"/>
                </a:lnTo>
                <a:lnTo>
                  <a:pt x="3858" y="637"/>
                </a:lnTo>
                <a:lnTo>
                  <a:pt x="3858" y="638"/>
                </a:lnTo>
                <a:lnTo>
                  <a:pt x="3858" y="639"/>
                </a:lnTo>
                <a:lnTo>
                  <a:pt x="3857" y="639"/>
                </a:lnTo>
                <a:lnTo>
                  <a:pt x="3857" y="638"/>
                </a:lnTo>
                <a:lnTo>
                  <a:pt x="3856" y="638"/>
                </a:lnTo>
                <a:lnTo>
                  <a:pt x="3856" y="636"/>
                </a:lnTo>
                <a:lnTo>
                  <a:pt x="3856" y="635"/>
                </a:lnTo>
                <a:lnTo>
                  <a:pt x="3856" y="633"/>
                </a:lnTo>
                <a:lnTo>
                  <a:pt x="3855" y="633"/>
                </a:lnTo>
                <a:lnTo>
                  <a:pt x="3854" y="633"/>
                </a:lnTo>
                <a:lnTo>
                  <a:pt x="3854" y="632"/>
                </a:lnTo>
                <a:lnTo>
                  <a:pt x="3853" y="632"/>
                </a:lnTo>
                <a:lnTo>
                  <a:pt x="3852" y="632"/>
                </a:lnTo>
                <a:lnTo>
                  <a:pt x="3851" y="632"/>
                </a:lnTo>
                <a:lnTo>
                  <a:pt x="3849" y="631"/>
                </a:lnTo>
                <a:lnTo>
                  <a:pt x="3849" y="632"/>
                </a:lnTo>
                <a:lnTo>
                  <a:pt x="3848" y="632"/>
                </a:lnTo>
                <a:lnTo>
                  <a:pt x="3848" y="633"/>
                </a:lnTo>
                <a:lnTo>
                  <a:pt x="3848" y="634"/>
                </a:lnTo>
                <a:lnTo>
                  <a:pt x="3848" y="635"/>
                </a:lnTo>
                <a:lnTo>
                  <a:pt x="3848" y="636"/>
                </a:lnTo>
                <a:lnTo>
                  <a:pt x="3849" y="638"/>
                </a:lnTo>
                <a:lnTo>
                  <a:pt x="3850" y="639"/>
                </a:lnTo>
                <a:lnTo>
                  <a:pt x="3850" y="640"/>
                </a:lnTo>
                <a:lnTo>
                  <a:pt x="3851" y="640"/>
                </a:lnTo>
                <a:lnTo>
                  <a:pt x="3851" y="641"/>
                </a:lnTo>
                <a:lnTo>
                  <a:pt x="3851" y="642"/>
                </a:lnTo>
                <a:lnTo>
                  <a:pt x="3852" y="642"/>
                </a:lnTo>
                <a:lnTo>
                  <a:pt x="3853" y="642"/>
                </a:lnTo>
                <a:lnTo>
                  <a:pt x="3854" y="642"/>
                </a:lnTo>
                <a:lnTo>
                  <a:pt x="3855" y="641"/>
                </a:lnTo>
                <a:lnTo>
                  <a:pt x="3854" y="640"/>
                </a:lnTo>
                <a:lnTo>
                  <a:pt x="3855" y="639"/>
                </a:lnTo>
                <a:lnTo>
                  <a:pt x="3855" y="640"/>
                </a:lnTo>
                <a:lnTo>
                  <a:pt x="3856" y="640"/>
                </a:lnTo>
                <a:lnTo>
                  <a:pt x="3856" y="641"/>
                </a:lnTo>
                <a:lnTo>
                  <a:pt x="3857" y="642"/>
                </a:lnTo>
                <a:lnTo>
                  <a:pt x="3858" y="643"/>
                </a:lnTo>
                <a:lnTo>
                  <a:pt x="3859" y="644"/>
                </a:lnTo>
                <a:lnTo>
                  <a:pt x="3860" y="644"/>
                </a:lnTo>
                <a:lnTo>
                  <a:pt x="3860" y="645"/>
                </a:lnTo>
                <a:lnTo>
                  <a:pt x="3861" y="646"/>
                </a:lnTo>
                <a:lnTo>
                  <a:pt x="3862" y="646"/>
                </a:lnTo>
                <a:lnTo>
                  <a:pt x="3863" y="645"/>
                </a:lnTo>
                <a:lnTo>
                  <a:pt x="3864" y="645"/>
                </a:lnTo>
                <a:lnTo>
                  <a:pt x="3865" y="645"/>
                </a:lnTo>
                <a:lnTo>
                  <a:pt x="3865" y="646"/>
                </a:lnTo>
                <a:lnTo>
                  <a:pt x="3864" y="646"/>
                </a:lnTo>
                <a:lnTo>
                  <a:pt x="3864" y="647"/>
                </a:lnTo>
                <a:lnTo>
                  <a:pt x="3865" y="647"/>
                </a:lnTo>
                <a:lnTo>
                  <a:pt x="3865" y="648"/>
                </a:lnTo>
                <a:lnTo>
                  <a:pt x="3866" y="648"/>
                </a:lnTo>
                <a:lnTo>
                  <a:pt x="3866" y="649"/>
                </a:lnTo>
                <a:lnTo>
                  <a:pt x="3865" y="649"/>
                </a:lnTo>
                <a:lnTo>
                  <a:pt x="3864" y="649"/>
                </a:lnTo>
                <a:lnTo>
                  <a:pt x="3864" y="650"/>
                </a:lnTo>
                <a:lnTo>
                  <a:pt x="3864" y="651"/>
                </a:lnTo>
                <a:lnTo>
                  <a:pt x="3863" y="651"/>
                </a:lnTo>
                <a:lnTo>
                  <a:pt x="3864" y="651"/>
                </a:lnTo>
                <a:lnTo>
                  <a:pt x="3866" y="651"/>
                </a:lnTo>
                <a:lnTo>
                  <a:pt x="3866" y="652"/>
                </a:lnTo>
                <a:lnTo>
                  <a:pt x="3866" y="653"/>
                </a:lnTo>
                <a:lnTo>
                  <a:pt x="3867" y="653"/>
                </a:lnTo>
                <a:lnTo>
                  <a:pt x="3867" y="654"/>
                </a:lnTo>
                <a:lnTo>
                  <a:pt x="3867" y="655"/>
                </a:lnTo>
                <a:lnTo>
                  <a:pt x="3867" y="656"/>
                </a:lnTo>
                <a:lnTo>
                  <a:pt x="3866" y="657"/>
                </a:lnTo>
                <a:lnTo>
                  <a:pt x="3866" y="656"/>
                </a:lnTo>
                <a:lnTo>
                  <a:pt x="3865" y="656"/>
                </a:lnTo>
                <a:lnTo>
                  <a:pt x="3864" y="656"/>
                </a:lnTo>
                <a:lnTo>
                  <a:pt x="3864" y="657"/>
                </a:lnTo>
                <a:lnTo>
                  <a:pt x="3865" y="657"/>
                </a:lnTo>
                <a:lnTo>
                  <a:pt x="3865" y="658"/>
                </a:lnTo>
                <a:lnTo>
                  <a:pt x="3865" y="659"/>
                </a:lnTo>
                <a:lnTo>
                  <a:pt x="3866" y="659"/>
                </a:lnTo>
                <a:lnTo>
                  <a:pt x="3866" y="660"/>
                </a:lnTo>
                <a:lnTo>
                  <a:pt x="3867" y="660"/>
                </a:lnTo>
                <a:lnTo>
                  <a:pt x="3867" y="661"/>
                </a:lnTo>
                <a:lnTo>
                  <a:pt x="3867" y="662"/>
                </a:lnTo>
                <a:lnTo>
                  <a:pt x="3867" y="663"/>
                </a:lnTo>
                <a:lnTo>
                  <a:pt x="3868" y="663"/>
                </a:lnTo>
                <a:lnTo>
                  <a:pt x="3869" y="663"/>
                </a:lnTo>
                <a:lnTo>
                  <a:pt x="3869" y="662"/>
                </a:lnTo>
                <a:lnTo>
                  <a:pt x="3869" y="663"/>
                </a:lnTo>
                <a:lnTo>
                  <a:pt x="3870" y="663"/>
                </a:lnTo>
                <a:lnTo>
                  <a:pt x="3870" y="664"/>
                </a:lnTo>
                <a:lnTo>
                  <a:pt x="3869" y="664"/>
                </a:lnTo>
                <a:lnTo>
                  <a:pt x="3868" y="665"/>
                </a:lnTo>
                <a:lnTo>
                  <a:pt x="3868" y="666"/>
                </a:lnTo>
                <a:lnTo>
                  <a:pt x="3869" y="666"/>
                </a:lnTo>
                <a:lnTo>
                  <a:pt x="3870" y="667"/>
                </a:lnTo>
                <a:lnTo>
                  <a:pt x="3871" y="668"/>
                </a:lnTo>
                <a:lnTo>
                  <a:pt x="3873" y="670"/>
                </a:lnTo>
                <a:lnTo>
                  <a:pt x="3874" y="671"/>
                </a:lnTo>
                <a:lnTo>
                  <a:pt x="3875" y="671"/>
                </a:lnTo>
                <a:lnTo>
                  <a:pt x="3875" y="672"/>
                </a:lnTo>
                <a:lnTo>
                  <a:pt x="3875" y="673"/>
                </a:lnTo>
                <a:lnTo>
                  <a:pt x="3875" y="674"/>
                </a:lnTo>
                <a:lnTo>
                  <a:pt x="3874" y="675"/>
                </a:lnTo>
                <a:lnTo>
                  <a:pt x="3874" y="676"/>
                </a:lnTo>
                <a:lnTo>
                  <a:pt x="3875" y="677"/>
                </a:lnTo>
                <a:lnTo>
                  <a:pt x="3875" y="679"/>
                </a:lnTo>
                <a:lnTo>
                  <a:pt x="3876" y="681"/>
                </a:lnTo>
                <a:lnTo>
                  <a:pt x="3876" y="682"/>
                </a:lnTo>
                <a:lnTo>
                  <a:pt x="3876" y="683"/>
                </a:lnTo>
                <a:lnTo>
                  <a:pt x="3875" y="683"/>
                </a:lnTo>
                <a:lnTo>
                  <a:pt x="3876" y="683"/>
                </a:lnTo>
                <a:lnTo>
                  <a:pt x="3876" y="684"/>
                </a:lnTo>
                <a:lnTo>
                  <a:pt x="3877" y="684"/>
                </a:lnTo>
                <a:lnTo>
                  <a:pt x="3878" y="684"/>
                </a:lnTo>
                <a:lnTo>
                  <a:pt x="3879" y="685"/>
                </a:lnTo>
                <a:lnTo>
                  <a:pt x="3879" y="686"/>
                </a:lnTo>
                <a:lnTo>
                  <a:pt x="3879" y="687"/>
                </a:lnTo>
                <a:lnTo>
                  <a:pt x="3879" y="688"/>
                </a:lnTo>
                <a:lnTo>
                  <a:pt x="3879" y="689"/>
                </a:lnTo>
                <a:lnTo>
                  <a:pt x="3880" y="689"/>
                </a:lnTo>
                <a:lnTo>
                  <a:pt x="3880" y="690"/>
                </a:lnTo>
                <a:lnTo>
                  <a:pt x="3879" y="690"/>
                </a:lnTo>
                <a:lnTo>
                  <a:pt x="3878" y="690"/>
                </a:lnTo>
                <a:lnTo>
                  <a:pt x="3877" y="690"/>
                </a:lnTo>
                <a:lnTo>
                  <a:pt x="3877" y="691"/>
                </a:lnTo>
                <a:lnTo>
                  <a:pt x="3877" y="692"/>
                </a:lnTo>
                <a:lnTo>
                  <a:pt x="3878" y="693"/>
                </a:lnTo>
                <a:lnTo>
                  <a:pt x="3879" y="694"/>
                </a:lnTo>
                <a:lnTo>
                  <a:pt x="3879" y="695"/>
                </a:lnTo>
                <a:lnTo>
                  <a:pt x="3879" y="696"/>
                </a:lnTo>
                <a:lnTo>
                  <a:pt x="3878" y="696"/>
                </a:lnTo>
                <a:lnTo>
                  <a:pt x="3878" y="697"/>
                </a:lnTo>
                <a:lnTo>
                  <a:pt x="3878" y="698"/>
                </a:lnTo>
                <a:lnTo>
                  <a:pt x="3879" y="698"/>
                </a:lnTo>
                <a:lnTo>
                  <a:pt x="3880" y="698"/>
                </a:lnTo>
                <a:lnTo>
                  <a:pt x="3880" y="699"/>
                </a:lnTo>
                <a:lnTo>
                  <a:pt x="3879" y="699"/>
                </a:lnTo>
                <a:lnTo>
                  <a:pt x="3879" y="700"/>
                </a:lnTo>
                <a:lnTo>
                  <a:pt x="3878" y="701"/>
                </a:lnTo>
                <a:lnTo>
                  <a:pt x="3878" y="702"/>
                </a:lnTo>
                <a:lnTo>
                  <a:pt x="3877" y="703"/>
                </a:lnTo>
                <a:lnTo>
                  <a:pt x="3877" y="704"/>
                </a:lnTo>
                <a:lnTo>
                  <a:pt x="3877" y="705"/>
                </a:lnTo>
                <a:lnTo>
                  <a:pt x="3876" y="706"/>
                </a:lnTo>
                <a:lnTo>
                  <a:pt x="3876" y="707"/>
                </a:lnTo>
                <a:lnTo>
                  <a:pt x="3875" y="707"/>
                </a:lnTo>
                <a:lnTo>
                  <a:pt x="3875" y="708"/>
                </a:lnTo>
                <a:lnTo>
                  <a:pt x="3875" y="709"/>
                </a:lnTo>
                <a:lnTo>
                  <a:pt x="3876" y="709"/>
                </a:lnTo>
                <a:lnTo>
                  <a:pt x="3876" y="708"/>
                </a:lnTo>
                <a:lnTo>
                  <a:pt x="3877" y="709"/>
                </a:lnTo>
                <a:lnTo>
                  <a:pt x="3877" y="710"/>
                </a:lnTo>
                <a:lnTo>
                  <a:pt x="3876" y="710"/>
                </a:lnTo>
                <a:lnTo>
                  <a:pt x="3876" y="711"/>
                </a:lnTo>
                <a:lnTo>
                  <a:pt x="3877" y="711"/>
                </a:lnTo>
                <a:lnTo>
                  <a:pt x="3878" y="711"/>
                </a:lnTo>
                <a:lnTo>
                  <a:pt x="3879" y="711"/>
                </a:lnTo>
                <a:lnTo>
                  <a:pt x="3879" y="712"/>
                </a:lnTo>
                <a:lnTo>
                  <a:pt x="3878" y="712"/>
                </a:lnTo>
                <a:lnTo>
                  <a:pt x="3877" y="712"/>
                </a:lnTo>
                <a:lnTo>
                  <a:pt x="3876" y="713"/>
                </a:lnTo>
                <a:lnTo>
                  <a:pt x="3876" y="714"/>
                </a:lnTo>
                <a:lnTo>
                  <a:pt x="3877" y="715"/>
                </a:lnTo>
                <a:lnTo>
                  <a:pt x="3878" y="715"/>
                </a:lnTo>
                <a:lnTo>
                  <a:pt x="3878" y="716"/>
                </a:lnTo>
                <a:lnTo>
                  <a:pt x="3879" y="716"/>
                </a:lnTo>
                <a:lnTo>
                  <a:pt x="3879" y="717"/>
                </a:lnTo>
                <a:lnTo>
                  <a:pt x="3879" y="718"/>
                </a:lnTo>
                <a:lnTo>
                  <a:pt x="3879" y="719"/>
                </a:lnTo>
                <a:lnTo>
                  <a:pt x="3879" y="720"/>
                </a:lnTo>
                <a:lnTo>
                  <a:pt x="3879" y="721"/>
                </a:lnTo>
                <a:lnTo>
                  <a:pt x="3879" y="722"/>
                </a:lnTo>
                <a:lnTo>
                  <a:pt x="3879" y="723"/>
                </a:lnTo>
                <a:lnTo>
                  <a:pt x="3879" y="724"/>
                </a:lnTo>
                <a:lnTo>
                  <a:pt x="3879" y="725"/>
                </a:lnTo>
                <a:lnTo>
                  <a:pt x="3879" y="726"/>
                </a:lnTo>
                <a:lnTo>
                  <a:pt x="3878" y="726"/>
                </a:lnTo>
                <a:lnTo>
                  <a:pt x="3876" y="726"/>
                </a:lnTo>
                <a:lnTo>
                  <a:pt x="3875" y="726"/>
                </a:lnTo>
                <a:lnTo>
                  <a:pt x="3875" y="727"/>
                </a:lnTo>
                <a:lnTo>
                  <a:pt x="3875" y="728"/>
                </a:lnTo>
                <a:lnTo>
                  <a:pt x="3875" y="729"/>
                </a:lnTo>
                <a:lnTo>
                  <a:pt x="3875" y="730"/>
                </a:lnTo>
                <a:lnTo>
                  <a:pt x="3874" y="730"/>
                </a:lnTo>
                <a:lnTo>
                  <a:pt x="3873" y="731"/>
                </a:lnTo>
                <a:lnTo>
                  <a:pt x="3873" y="732"/>
                </a:lnTo>
                <a:lnTo>
                  <a:pt x="3873" y="733"/>
                </a:lnTo>
                <a:lnTo>
                  <a:pt x="3873" y="734"/>
                </a:lnTo>
                <a:lnTo>
                  <a:pt x="3873" y="735"/>
                </a:lnTo>
                <a:lnTo>
                  <a:pt x="3872" y="736"/>
                </a:lnTo>
                <a:lnTo>
                  <a:pt x="3872" y="737"/>
                </a:lnTo>
                <a:lnTo>
                  <a:pt x="3871" y="737"/>
                </a:lnTo>
                <a:lnTo>
                  <a:pt x="3870" y="737"/>
                </a:lnTo>
                <a:lnTo>
                  <a:pt x="3869" y="738"/>
                </a:lnTo>
                <a:lnTo>
                  <a:pt x="3869" y="739"/>
                </a:lnTo>
                <a:lnTo>
                  <a:pt x="3869" y="740"/>
                </a:lnTo>
                <a:lnTo>
                  <a:pt x="3868" y="740"/>
                </a:lnTo>
                <a:lnTo>
                  <a:pt x="3868" y="741"/>
                </a:lnTo>
                <a:lnTo>
                  <a:pt x="3867" y="741"/>
                </a:lnTo>
                <a:lnTo>
                  <a:pt x="3866" y="741"/>
                </a:lnTo>
                <a:lnTo>
                  <a:pt x="3866" y="740"/>
                </a:lnTo>
                <a:lnTo>
                  <a:pt x="3865" y="740"/>
                </a:lnTo>
                <a:lnTo>
                  <a:pt x="3863" y="739"/>
                </a:lnTo>
                <a:lnTo>
                  <a:pt x="3862" y="739"/>
                </a:lnTo>
                <a:lnTo>
                  <a:pt x="3861" y="739"/>
                </a:lnTo>
                <a:lnTo>
                  <a:pt x="3860" y="739"/>
                </a:lnTo>
                <a:lnTo>
                  <a:pt x="3859" y="738"/>
                </a:lnTo>
                <a:lnTo>
                  <a:pt x="3858" y="738"/>
                </a:lnTo>
                <a:lnTo>
                  <a:pt x="3857" y="738"/>
                </a:lnTo>
                <a:lnTo>
                  <a:pt x="3857" y="737"/>
                </a:lnTo>
                <a:lnTo>
                  <a:pt x="3856" y="737"/>
                </a:lnTo>
                <a:lnTo>
                  <a:pt x="3856" y="736"/>
                </a:lnTo>
                <a:lnTo>
                  <a:pt x="3856" y="735"/>
                </a:lnTo>
                <a:lnTo>
                  <a:pt x="3856" y="734"/>
                </a:lnTo>
                <a:lnTo>
                  <a:pt x="3856" y="733"/>
                </a:lnTo>
                <a:lnTo>
                  <a:pt x="3855" y="733"/>
                </a:lnTo>
                <a:lnTo>
                  <a:pt x="3854" y="734"/>
                </a:lnTo>
                <a:lnTo>
                  <a:pt x="3853" y="734"/>
                </a:lnTo>
                <a:lnTo>
                  <a:pt x="3852" y="734"/>
                </a:lnTo>
                <a:lnTo>
                  <a:pt x="3851" y="734"/>
                </a:lnTo>
                <a:lnTo>
                  <a:pt x="3851" y="735"/>
                </a:lnTo>
                <a:lnTo>
                  <a:pt x="3850" y="736"/>
                </a:lnTo>
                <a:lnTo>
                  <a:pt x="3850" y="737"/>
                </a:lnTo>
                <a:lnTo>
                  <a:pt x="3849" y="737"/>
                </a:lnTo>
                <a:lnTo>
                  <a:pt x="3848" y="737"/>
                </a:lnTo>
                <a:lnTo>
                  <a:pt x="3847" y="737"/>
                </a:lnTo>
                <a:lnTo>
                  <a:pt x="3846" y="737"/>
                </a:lnTo>
                <a:lnTo>
                  <a:pt x="3845" y="737"/>
                </a:lnTo>
                <a:lnTo>
                  <a:pt x="3844" y="737"/>
                </a:lnTo>
                <a:lnTo>
                  <a:pt x="3843" y="737"/>
                </a:lnTo>
                <a:lnTo>
                  <a:pt x="3843" y="736"/>
                </a:lnTo>
                <a:lnTo>
                  <a:pt x="3841" y="736"/>
                </a:lnTo>
                <a:lnTo>
                  <a:pt x="3841" y="735"/>
                </a:lnTo>
                <a:lnTo>
                  <a:pt x="3840" y="735"/>
                </a:lnTo>
                <a:lnTo>
                  <a:pt x="3839" y="735"/>
                </a:lnTo>
                <a:lnTo>
                  <a:pt x="3838" y="735"/>
                </a:lnTo>
                <a:lnTo>
                  <a:pt x="3837" y="736"/>
                </a:lnTo>
                <a:lnTo>
                  <a:pt x="3836" y="736"/>
                </a:lnTo>
                <a:lnTo>
                  <a:pt x="3836" y="737"/>
                </a:lnTo>
                <a:lnTo>
                  <a:pt x="3835" y="737"/>
                </a:lnTo>
                <a:lnTo>
                  <a:pt x="3833" y="739"/>
                </a:lnTo>
                <a:lnTo>
                  <a:pt x="3833" y="740"/>
                </a:lnTo>
                <a:lnTo>
                  <a:pt x="3833" y="744"/>
                </a:lnTo>
                <a:lnTo>
                  <a:pt x="3832" y="746"/>
                </a:lnTo>
                <a:lnTo>
                  <a:pt x="3832" y="747"/>
                </a:lnTo>
                <a:lnTo>
                  <a:pt x="3832" y="748"/>
                </a:lnTo>
                <a:lnTo>
                  <a:pt x="3832" y="749"/>
                </a:lnTo>
                <a:lnTo>
                  <a:pt x="3831" y="749"/>
                </a:lnTo>
                <a:lnTo>
                  <a:pt x="3830" y="750"/>
                </a:lnTo>
                <a:lnTo>
                  <a:pt x="3829" y="750"/>
                </a:lnTo>
                <a:lnTo>
                  <a:pt x="3828" y="750"/>
                </a:lnTo>
                <a:lnTo>
                  <a:pt x="3828" y="751"/>
                </a:lnTo>
                <a:lnTo>
                  <a:pt x="3828" y="752"/>
                </a:lnTo>
                <a:lnTo>
                  <a:pt x="3828" y="753"/>
                </a:lnTo>
                <a:lnTo>
                  <a:pt x="3829" y="754"/>
                </a:lnTo>
                <a:lnTo>
                  <a:pt x="3830" y="755"/>
                </a:lnTo>
                <a:lnTo>
                  <a:pt x="3831" y="756"/>
                </a:lnTo>
                <a:lnTo>
                  <a:pt x="3831" y="757"/>
                </a:lnTo>
                <a:lnTo>
                  <a:pt x="3832" y="757"/>
                </a:lnTo>
                <a:lnTo>
                  <a:pt x="3832" y="758"/>
                </a:lnTo>
                <a:lnTo>
                  <a:pt x="3832" y="759"/>
                </a:lnTo>
                <a:lnTo>
                  <a:pt x="3832" y="760"/>
                </a:lnTo>
                <a:lnTo>
                  <a:pt x="3831" y="761"/>
                </a:lnTo>
                <a:lnTo>
                  <a:pt x="3831" y="762"/>
                </a:lnTo>
                <a:lnTo>
                  <a:pt x="3831" y="763"/>
                </a:lnTo>
                <a:lnTo>
                  <a:pt x="3832" y="763"/>
                </a:lnTo>
                <a:lnTo>
                  <a:pt x="3832" y="764"/>
                </a:lnTo>
                <a:lnTo>
                  <a:pt x="3832" y="765"/>
                </a:lnTo>
                <a:lnTo>
                  <a:pt x="3832" y="767"/>
                </a:lnTo>
                <a:lnTo>
                  <a:pt x="3831" y="767"/>
                </a:lnTo>
                <a:lnTo>
                  <a:pt x="3831" y="768"/>
                </a:lnTo>
                <a:lnTo>
                  <a:pt x="3832" y="769"/>
                </a:lnTo>
                <a:lnTo>
                  <a:pt x="3832" y="770"/>
                </a:lnTo>
                <a:lnTo>
                  <a:pt x="3831" y="771"/>
                </a:lnTo>
                <a:lnTo>
                  <a:pt x="3831" y="772"/>
                </a:lnTo>
                <a:lnTo>
                  <a:pt x="3831" y="773"/>
                </a:lnTo>
                <a:lnTo>
                  <a:pt x="3830" y="774"/>
                </a:lnTo>
                <a:lnTo>
                  <a:pt x="3829" y="775"/>
                </a:lnTo>
                <a:lnTo>
                  <a:pt x="3828" y="778"/>
                </a:lnTo>
                <a:lnTo>
                  <a:pt x="3827" y="779"/>
                </a:lnTo>
                <a:lnTo>
                  <a:pt x="3827" y="782"/>
                </a:lnTo>
                <a:lnTo>
                  <a:pt x="3826" y="785"/>
                </a:lnTo>
                <a:lnTo>
                  <a:pt x="3826" y="786"/>
                </a:lnTo>
                <a:lnTo>
                  <a:pt x="3827" y="787"/>
                </a:lnTo>
                <a:lnTo>
                  <a:pt x="3827" y="788"/>
                </a:lnTo>
                <a:lnTo>
                  <a:pt x="3828" y="788"/>
                </a:lnTo>
                <a:lnTo>
                  <a:pt x="3828" y="789"/>
                </a:lnTo>
                <a:lnTo>
                  <a:pt x="3828" y="790"/>
                </a:lnTo>
                <a:lnTo>
                  <a:pt x="3828" y="791"/>
                </a:lnTo>
                <a:lnTo>
                  <a:pt x="3827" y="792"/>
                </a:lnTo>
                <a:lnTo>
                  <a:pt x="3824" y="792"/>
                </a:lnTo>
                <a:lnTo>
                  <a:pt x="3823" y="794"/>
                </a:lnTo>
                <a:lnTo>
                  <a:pt x="3823" y="796"/>
                </a:lnTo>
                <a:lnTo>
                  <a:pt x="3823" y="798"/>
                </a:lnTo>
                <a:lnTo>
                  <a:pt x="3824" y="799"/>
                </a:lnTo>
                <a:lnTo>
                  <a:pt x="3824" y="804"/>
                </a:lnTo>
                <a:lnTo>
                  <a:pt x="3823" y="809"/>
                </a:lnTo>
                <a:lnTo>
                  <a:pt x="3822" y="809"/>
                </a:lnTo>
                <a:lnTo>
                  <a:pt x="3821" y="809"/>
                </a:lnTo>
                <a:lnTo>
                  <a:pt x="3819" y="811"/>
                </a:lnTo>
                <a:lnTo>
                  <a:pt x="3818" y="813"/>
                </a:lnTo>
                <a:lnTo>
                  <a:pt x="3818" y="814"/>
                </a:lnTo>
                <a:lnTo>
                  <a:pt x="3818" y="815"/>
                </a:lnTo>
                <a:lnTo>
                  <a:pt x="3818" y="816"/>
                </a:lnTo>
                <a:lnTo>
                  <a:pt x="3818" y="817"/>
                </a:lnTo>
                <a:lnTo>
                  <a:pt x="3819" y="818"/>
                </a:lnTo>
                <a:lnTo>
                  <a:pt x="3820" y="820"/>
                </a:lnTo>
                <a:lnTo>
                  <a:pt x="3820" y="821"/>
                </a:lnTo>
                <a:lnTo>
                  <a:pt x="3820" y="822"/>
                </a:lnTo>
                <a:lnTo>
                  <a:pt x="3820" y="823"/>
                </a:lnTo>
                <a:lnTo>
                  <a:pt x="3819" y="823"/>
                </a:lnTo>
                <a:lnTo>
                  <a:pt x="3817" y="825"/>
                </a:lnTo>
                <a:lnTo>
                  <a:pt x="3817" y="826"/>
                </a:lnTo>
                <a:lnTo>
                  <a:pt x="3817" y="827"/>
                </a:lnTo>
                <a:lnTo>
                  <a:pt x="3817" y="828"/>
                </a:lnTo>
                <a:lnTo>
                  <a:pt x="3817" y="829"/>
                </a:lnTo>
                <a:lnTo>
                  <a:pt x="3817" y="830"/>
                </a:lnTo>
                <a:lnTo>
                  <a:pt x="3817" y="832"/>
                </a:lnTo>
                <a:lnTo>
                  <a:pt x="3819" y="835"/>
                </a:lnTo>
                <a:lnTo>
                  <a:pt x="3819" y="837"/>
                </a:lnTo>
                <a:lnTo>
                  <a:pt x="3820" y="837"/>
                </a:lnTo>
                <a:lnTo>
                  <a:pt x="3820" y="838"/>
                </a:lnTo>
                <a:lnTo>
                  <a:pt x="3820" y="842"/>
                </a:lnTo>
                <a:lnTo>
                  <a:pt x="3820" y="845"/>
                </a:lnTo>
                <a:lnTo>
                  <a:pt x="3820" y="846"/>
                </a:lnTo>
                <a:lnTo>
                  <a:pt x="3819" y="846"/>
                </a:lnTo>
                <a:lnTo>
                  <a:pt x="3819" y="847"/>
                </a:lnTo>
                <a:lnTo>
                  <a:pt x="3819" y="848"/>
                </a:lnTo>
                <a:lnTo>
                  <a:pt x="3820" y="851"/>
                </a:lnTo>
                <a:lnTo>
                  <a:pt x="3820" y="853"/>
                </a:lnTo>
                <a:lnTo>
                  <a:pt x="3819" y="853"/>
                </a:lnTo>
                <a:lnTo>
                  <a:pt x="3819" y="854"/>
                </a:lnTo>
                <a:lnTo>
                  <a:pt x="3818" y="855"/>
                </a:lnTo>
                <a:lnTo>
                  <a:pt x="3817" y="856"/>
                </a:lnTo>
                <a:lnTo>
                  <a:pt x="3818" y="858"/>
                </a:lnTo>
                <a:lnTo>
                  <a:pt x="3817" y="861"/>
                </a:lnTo>
                <a:lnTo>
                  <a:pt x="3817" y="862"/>
                </a:lnTo>
                <a:lnTo>
                  <a:pt x="3816" y="862"/>
                </a:lnTo>
                <a:lnTo>
                  <a:pt x="3816" y="863"/>
                </a:lnTo>
                <a:lnTo>
                  <a:pt x="3814" y="864"/>
                </a:lnTo>
                <a:lnTo>
                  <a:pt x="3813" y="865"/>
                </a:lnTo>
                <a:lnTo>
                  <a:pt x="3812" y="869"/>
                </a:lnTo>
                <a:lnTo>
                  <a:pt x="3813" y="872"/>
                </a:lnTo>
                <a:lnTo>
                  <a:pt x="3814" y="872"/>
                </a:lnTo>
                <a:lnTo>
                  <a:pt x="3815" y="872"/>
                </a:lnTo>
                <a:lnTo>
                  <a:pt x="3815" y="873"/>
                </a:lnTo>
                <a:lnTo>
                  <a:pt x="3816" y="873"/>
                </a:lnTo>
                <a:lnTo>
                  <a:pt x="3817" y="874"/>
                </a:lnTo>
                <a:lnTo>
                  <a:pt x="3816" y="875"/>
                </a:lnTo>
                <a:lnTo>
                  <a:pt x="3816" y="876"/>
                </a:lnTo>
                <a:lnTo>
                  <a:pt x="3815" y="876"/>
                </a:lnTo>
                <a:lnTo>
                  <a:pt x="3815" y="877"/>
                </a:lnTo>
                <a:lnTo>
                  <a:pt x="3815" y="878"/>
                </a:lnTo>
                <a:lnTo>
                  <a:pt x="3815" y="879"/>
                </a:lnTo>
                <a:lnTo>
                  <a:pt x="3816" y="881"/>
                </a:lnTo>
                <a:lnTo>
                  <a:pt x="3816" y="882"/>
                </a:lnTo>
                <a:lnTo>
                  <a:pt x="3817" y="882"/>
                </a:lnTo>
                <a:lnTo>
                  <a:pt x="3817" y="884"/>
                </a:lnTo>
                <a:lnTo>
                  <a:pt x="3817" y="885"/>
                </a:lnTo>
                <a:lnTo>
                  <a:pt x="3818" y="886"/>
                </a:lnTo>
                <a:lnTo>
                  <a:pt x="3819" y="886"/>
                </a:lnTo>
                <a:lnTo>
                  <a:pt x="3820" y="886"/>
                </a:lnTo>
                <a:lnTo>
                  <a:pt x="3820" y="887"/>
                </a:lnTo>
                <a:lnTo>
                  <a:pt x="3820" y="888"/>
                </a:lnTo>
                <a:lnTo>
                  <a:pt x="3818" y="888"/>
                </a:lnTo>
                <a:lnTo>
                  <a:pt x="3818" y="889"/>
                </a:lnTo>
                <a:lnTo>
                  <a:pt x="3817" y="890"/>
                </a:lnTo>
                <a:lnTo>
                  <a:pt x="3817" y="891"/>
                </a:lnTo>
                <a:lnTo>
                  <a:pt x="3816" y="891"/>
                </a:lnTo>
                <a:lnTo>
                  <a:pt x="3815" y="891"/>
                </a:lnTo>
                <a:lnTo>
                  <a:pt x="3814" y="891"/>
                </a:lnTo>
                <a:lnTo>
                  <a:pt x="3814" y="892"/>
                </a:lnTo>
                <a:lnTo>
                  <a:pt x="3814" y="893"/>
                </a:lnTo>
                <a:lnTo>
                  <a:pt x="3815" y="893"/>
                </a:lnTo>
                <a:lnTo>
                  <a:pt x="3816" y="894"/>
                </a:lnTo>
                <a:lnTo>
                  <a:pt x="3817" y="895"/>
                </a:lnTo>
                <a:lnTo>
                  <a:pt x="3817" y="896"/>
                </a:lnTo>
                <a:lnTo>
                  <a:pt x="3818" y="896"/>
                </a:lnTo>
                <a:lnTo>
                  <a:pt x="3818" y="897"/>
                </a:lnTo>
                <a:lnTo>
                  <a:pt x="3818" y="898"/>
                </a:lnTo>
                <a:lnTo>
                  <a:pt x="3818" y="899"/>
                </a:lnTo>
                <a:lnTo>
                  <a:pt x="3818" y="900"/>
                </a:lnTo>
                <a:lnTo>
                  <a:pt x="3818" y="901"/>
                </a:lnTo>
                <a:lnTo>
                  <a:pt x="3818" y="902"/>
                </a:lnTo>
                <a:lnTo>
                  <a:pt x="3819" y="902"/>
                </a:lnTo>
                <a:lnTo>
                  <a:pt x="3819" y="903"/>
                </a:lnTo>
                <a:lnTo>
                  <a:pt x="3819" y="904"/>
                </a:lnTo>
                <a:lnTo>
                  <a:pt x="3818" y="904"/>
                </a:lnTo>
                <a:lnTo>
                  <a:pt x="3818" y="905"/>
                </a:lnTo>
                <a:lnTo>
                  <a:pt x="3818" y="906"/>
                </a:lnTo>
                <a:lnTo>
                  <a:pt x="3819" y="906"/>
                </a:lnTo>
                <a:lnTo>
                  <a:pt x="3820" y="907"/>
                </a:lnTo>
                <a:lnTo>
                  <a:pt x="3821" y="907"/>
                </a:lnTo>
                <a:lnTo>
                  <a:pt x="3822" y="907"/>
                </a:lnTo>
                <a:lnTo>
                  <a:pt x="3822" y="908"/>
                </a:lnTo>
                <a:lnTo>
                  <a:pt x="3823" y="908"/>
                </a:lnTo>
                <a:lnTo>
                  <a:pt x="3823" y="909"/>
                </a:lnTo>
                <a:lnTo>
                  <a:pt x="3823" y="910"/>
                </a:lnTo>
                <a:lnTo>
                  <a:pt x="3824" y="910"/>
                </a:lnTo>
                <a:lnTo>
                  <a:pt x="3824" y="911"/>
                </a:lnTo>
                <a:lnTo>
                  <a:pt x="3823" y="912"/>
                </a:lnTo>
                <a:lnTo>
                  <a:pt x="3823" y="913"/>
                </a:lnTo>
                <a:lnTo>
                  <a:pt x="3824" y="914"/>
                </a:lnTo>
                <a:lnTo>
                  <a:pt x="3824" y="915"/>
                </a:lnTo>
                <a:lnTo>
                  <a:pt x="3825" y="915"/>
                </a:lnTo>
                <a:lnTo>
                  <a:pt x="3826" y="915"/>
                </a:lnTo>
                <a:lnTo>
                  <a:pt x="3827" y="915"/>
                </a:lnTo>
                <a:lnTo>
                  <a:pt x="3827" y="916"/>
                </a:lnTo>
                <a:lnTo>
                  <a:pt x="3827" y="917"/>
                </a:lnTo>
                <a:lnTo>
                  <a:pt x="3828" y="917"/>
                </a:lnTo>
                <a:lnTo>
                  <a:pt x="3827" y="918"/>
                </a:lnTo>
                <a:lnTo>
                  <a:pt x="3828" y="918"/>
                </a:lnTo>
                <a:lnTo>
                  <a:pt x="3828" y="919"/>
                </a:lnTo>
                <a:lnTo>
                  <a:pt x="3829" y="918"/>
                </a:lnTo>
                <a:lnTo>
                  <a:pt x="3829" y="919"/>
                </a:lnTo>
                <a:lnTo>
                  <a:pt x="3830" y="919"/>
                </a:lnTo>
                <a:lnTo>
                  <a:pt x="3830" y="920"/>
                </a:lnTo>
                <a:lnTo>
                  <a:pt x="3830" y="921"/>
                </a:lnTo>
                <a:lnTo>
                  <a:pt x="3829" y="921"/>
                </a:lnTo>
                <a:lnTo>
                  <a:pt x="3828" y="921"/>
                </a:lnTo>
                <a:lnTo>
                  <a:pt x="3828" y="923"/>
                </a:lnTo>
                <a:lnTo>
                  <a:pt x="3828" y="925"/>
                </a:lnTo>
                <a:lnTo>
                  <a:pt x="3828" y="926"/>
                </a:lnTo>
                <a:lnTo>
                  <a:pt x="3828" y="927"/>
                </a:lnTo>
                <a:lnTo>
                  <a:pt x="3829" y="927"/>
                </a:lnTo>
                <a:lnTo>
                  <a:pt x="3831" y="927"/>
                </a:lnTo>
                <a:lnTo>
                  <a:pt x="3831" y="928"/>
                </a:lnTo>
                <a:lnTo>
                  <a:pt x="3832" y="929"/>
                </a:lnTo>
                <a:lnTo>
                  <a:pt x="3832" y="930"/>
                </a:lnTo>
                <a:lnTo>
                  <a:pt x="3831" y="930"/>
                </a:lnTo>
                <a:lnTo>
                  <a:pt x="3831" y="931"/>
                </a:lnTo>
                <a:lnTo>
                  <a:pt x="3830" y="931"/>
                </a:lnTo>
                <a:lnTo>
                  <a:pt x="3830" y="932"/>
                </a:lnTo>
                <a:lnTo>
                  <a:pt x="3830" y="933"/>
                </a:lnTo>
                <a:lnTo>
                  <a:pt x="3829" y="933"/>
                </a:lnTo>
                <a:lnTo>
                  <a:pt x="3829" y="934"/>
                </a:lnTo>
                <a:lnTo>
                  <a:pt x="3830" y="934"/>
                </a:lnTo>
                <a:lnTo>
                  <a:pt x="3830" y="935"/>
                </a:lnTo>
                <a:lnTo>
                  <a:pt x="3830" y="936"/>
                </a:lnTo>
                <a:lnTo>
                  <a:pt x="3830" y="937"/>
                </a:lnTo>
                <a:lnTo>
                  <a:pt x="3829" y="937"/>
                </a:lnTo>
                <a:lnTo>
                  <a:pt x="3829" y="939"/>
                </a:lnTo>
                <a:lnTo>
                  <a:pt x="3830" y="939"/>
                </a:lnTo>
                <a:lnTo>
                  <a:pt x="3830" y="940"/>
                </a:lnTo>
                <a:lnTo>
                  <a:pt x="3829" y="942"/>
                </a:lnTo>
                <a:lnTo>
                  <a:pt x="3828" y="943"/>
                </a:lnTo>
                <a:lnTo>
                  <a:pt x="3827" y="944"/>
                </a:lnTo>
                <a:lnTo>
                  <a:pt x="3826" y="944"/>
                </a:lnTo>
                <a:lnTo>
                  <a:pt x="3826" y="945"/>
                </a:lnTo>
                <a:lnTo>
                  <a:pt x="3827" y="946"/>
                </a:lnTo>
                <a:lnTo>
                  <a:pt x="3828" y="946"/>
                </a:lnTo>
                <a:lnTo>
                  <a:pt x="3828" y="947"/>
                </a:lnTo>
                <a:lnTo>
                  <a:pt x="3828" y="948"/>
                </a:lnTo>
                <a:lnTo>
                  <a:pt x="3827" y="948"/>
                </a:lnTo>
                <a:lnTo>
                  <a:pt x="3826" y="948"/>
                </a:lnTo>
                <a:lnTo>
                  <a:pt x="3826" y="949"/>
                </a:lnTo>
                <a:lnTo>
                  <a:pt x="3827" y="949"/>
                </a:lnTo>
                <a:lnTo>
                  <a:pt x="3828" y="950"/>
                </a:lnTo>
                <a:lnTo>
                  <a:pt x="3829" y="951"/>
                </a:lnTo>
                <a:lnTo>
                  <a:pt x="3829" y="953"/>
                </a:lnTo>
                <a:lnTo>
                  <a:pt x="3828" y="953"/>
                </a:lnTo>
                <a:lnTo>
                  <a:pt x="3828" y="954"/>
                </a:lnTo>
                <a:lnTo>
                  <a:pt x="3827" y="954"/>
                </a:lnTo>
                <a:lnTo>
                  <a:pt x="3827" y="955"/>
                </a:lnTo>
                <a:lnTo>
                  <a:pt x="3827" y="956"/>
                </a:lnTo>
                <a:lnTo>
                  <a:pt x="3827" y="957"/>
                </a:lnTo>
                <a:lnTo>
                  <a:pt x="3827" y="958"/>
                </a:lnTo>
                <a:lnTo>
                  <a:pt x="3826" y="958"/>
                </a:lnTo>
                <a:lnTo>
                  <a:pt x="3825" y="958"/>
                </a:lnTo>
                <a:lnTo>
                  <a:pt x="3824" y="957"/>
                </a:lnTo>
                <a:lnTo>
                  <a:pt x="3823" y="958"/>
                </a:lnTo>
                <a:lnTo>
                  <a:pt x="3823" y="959"/>
                </a:lnTo>
                <a:lnTo>
                  <a:pt x="3823" y="960"/>
                </a:lnTo>
                <a:lnTo>
                  <a:pt x="3824" y="960"/>
                </a:lnTo>
                <a:lnTo>
                  <a:pt x="3824" y="961"/>
                </a:lnTo>
                <a:lnTo>
                  <a:pt x="3824" y="962"/>
                </a:lnTo>
                <a:lnTo>
                  <a:pt x="3823" y="962"/>
                </a:lnTo>
                <a:lnTo>
                  <a:pt x="3823" y="964"/>
                </a:lnTo>
                <a:lnTo>
                  <a:pt x="3822" y="964"/>
                </a:lnTo>
                <a:lnTo>
                  <a:pt x="3821" y="964"/>
                </a:lnTo>
                <a:lnTo>
                  <a:pt x="3820" y="964"/>
                </a:lnTo>
                <a:lnTo>
                  <a:pt x="3819" y="965"/>
                </a:lnTo>
                <a:lnTo>
                  <a:pt x="3819" y="966"/>
                </a:lnTo>
                <a:lnTo>
                  <a:pt x="3819" y="967"/>
                </a:lnTo>
                <a:lnTo>
                  <a:pt x="3819" y="968"/>
                </a:lnTo>
                <a:lnTo>
                  <a:pt x="3818" y="968"/>
                </a:lnTo>
                <a:lnTo>
                  <a:pt x="3817" y="967"/>
                </a:lnTo>
                <a:lnTo>
                  <a:pt x="3816" y="967"/>
                </a:lnTo>
                <a:lnTo>
                  <a:pt x="3817" y="967"/>
                </a:lnTo>
                <a:lnTo>
                  <a:pt x="3817" y="966"/>
                </a:lnTo>
                <a:lnTo>
                  <a:pt x="3817" y="965"/>
                </a:lnTo>
                <a:lnTo>
                  <a:pt x="3816" y="964"/>
                </a:lnTo>
                <a:lnTo>
                  <a:pt x="3816" y="963"/>
                </a:lnTo>
                <a:lnTo>
                  <a:pt x="3817" y="963"/>
                </a:lnTo>
                <a:lnTo>
                  <a:pt x="3818" y="963"/>
                </a:lnTo>
                <a:lnTo>
                  <a:pt x="3818" y="962"/>
                </a:lnTo>
                <a:lnTo>
                  <a:pt x="3818" y="961"/>
                </a:lnTo>
                <a:lnTo>
                  <a:pt x="3817" y="961"/>
                </a:lnTo>
                <a:lnTo>
                  <a:pt x="3817" y="960"/>
                </a:lnTo>
                <a:lnTo>
                  <a:pt x="3817" y="959"/>
                </a:lnTo>
                <a:lnTo>
                  <a:pt x="3818" y="959"/>
                </a:lnTo>
                <a:lnTo>
                  <a:pt x="3819" y="958"/>
                </a:lnTo>
                <a:lnTo>
                  <a:pt x="3821" y="957"/>
                </a:lnTo>
                <a:lnTo>
                  <a:pt x="3822" y="957"/>
                </a:lnTo>
                <a:lnTo>
                  <a:pt x="3822" y="956"/>
                </a:lnTo>
                <a:lnTo>
                  <a:pt x="3822" y="955"/>
                </a:lnTo>
                <a:lnTo>
                  <a:pt x="3821" y="955"/>
                </a:lnTo>
                <a:lnTo>
                  <a:pt x="3821" y="954"/>
                </a:lnTo>
                <a:lnTo>
                  <a:pt x="3820" y="953"/>
                </a:lnTo>
                <a:lnTo>
                  <a:pt x="3820" y="952"/>
                </a:lnTo>
                <a:lnTo>
                  <a:pt x="3820" y="951"/>
                </a:lnTo>
                <a:lnTo>
                  <a:pt x="3821" y="951"/>
                </a:lnTo>
                <a:lnTo>
                  <a:pt x="3821" y="950"/>
                </a:lnTo>
                <a:lnTo>
                  <a:pt x="3820" y="948"/>
                </a:lnTo>
                <a:lnTo>
                  <a:pt x="3820" y="949"/>
                </a:lnTo>
                <a:lnTo>
                  <a:pt x="3819" y="949"/>
                </a:lnTo>
                <a:lnTo>
                  <a:pt x="3820" y="948"/>
                </a:lnTo>
                <a:lnTo>
                  <a:pt x="3819" y="948"/>
                </a:lnTo>
                <a:lnTo>
                  <a:pt x="3819" y="947"/>
                </a:lnTo>
                <a:lnTo>
                  <a:pt x="3819" y="948"/>
                </a:lnTo>
                <a:lnTo>
                  <a:pt x="3819" y="949"/>
                </a:lnTo>
                <a:lnTo>
                  <a:pt x="3818" y="949"/>
                </a:lnTo>
                <a:lnTo>
                  <a:pt x="3817" y="949"/>
                </a:lnTo>
                <a:lnTo>
                  <a:pt x="3816" y="948"/>
                </a:lnTo>
                <a:lnTo>
                  <a:pt x="3816" y="949"/>
                </a:lnTo>
                <a:lnTo>
                  <a:pt x="3814" y="949"/>
                </a:lnTo>
                <a:lnTo>
                  <a:pt x="3814" y="948"/>
                </a:lnTo>
                <a:lnTo>
                  <a:pt x="3813" y="948"/>
                </a:lnTo>
                <a:lnTo>
                  <a:pt x="3812" y="947"/>
                </a:lnTo>
                <a:lnTo>
                  <a:pt x="3812" y="946"/>
                </a:lnTo>
                <a:lnTo>
                  <a:pt x="3812" y="945"/>
                </a:lnTo>
                <a:lnTo>
                  <a:pt x="3812" y="944"/>
                </a:lnTo>
                <a:lnTo>
                  <a:pt x="3811" y="943"/>
                </a:lnTo>
                <a:lnTo>
                  <a:pt x="3811" y="942"/>
                </a:lnTo>
                <a:lnTo>
                  <a:pt x="3810" y="942"/>
                </a:lnTo>
                <a:lnTo>
                  <a:pt x="3810" y="941"/>
                </a:lnTo>
                <a:lnTo>
                  <a:pt x="3811" y="941"/>
                </a:lnTo>
                <a:lnTo>
                  <a:pt x="3811" y="940"/>
                </a:lnTo>
                <a:lnTo>
                  <a:pt x="3812" y="940"/>
                </a:lnTo>
                <a:lnTo>
                  <a:pt x="3812" y="939"/>
                </a:lnTo>
                <a:lnTo>
                  <a:pt x="3812" y="937"/>
                </a:lnTo>
                <a:lnTo>
                  <a:pt x="3811" y="937"/>
                </a:lnTo>
                <a:lnTo>
                  <a:pt x="3811" y="936"/>
                </a:lnTo>
                <a:lnTo>
                  <a:pt x="3811" y="935"/>
                </a:lnTo>
                <a:lnTo>
                  <a:pt x="3810" y="935"/>
                </a:lnTo>
                <a:lnTo>
                  <a:pt x="3810" y="936"/>
                </a:lnTo>
                <a:lnTo>
                  <a:pt x="3808" y="936"/>
                </a:lnTo>
                <a:lnTo>
                  <a:pt x="3808" y="935"/>
                </a:lnTo>
                <a:lnTo>
                  <a:pt x="3807" y="934"/>
                </a:lnTo>
                <a:lnTo>
                  <a:pt x="3807" y="933"/>
                </a:lnTo>
                <a:lnTo>
                  <a:pt x="3807" y="932"/>
                </a:lnTo>
                <a:lnTo>
                  <a:pt x="3806" y="931"/>
                </a:lnTo>
                <a:lnTo>
                  <a:pt x="3805" y="931"/>
                </a:lnTo>
                <a:lnTo>
                  <a:pt x="3804" y="931"/>
                </a:lnTo>
                <a:lnTo>
                  <a:pt x="3803" y="931"/>
                </a:lnTo>
                <a:lnTo>
                  <a:pt x="3803" y="930"/>
                </a:lnTo>
                <a:lnTo>
                  <a:pt x="3802" y="928"/>
                </a:lnTo>
                <a:lnTo>
                  <a:pt x="3801" y="928"/>
                </a:lnTo>
                <a:lnTo>
                  <a:pt x="3799" y="926"/>
                </a:lnTo>
                <a:lnTo>
                  <a:pt x="3799" y="925"/>
                </a:lnTo>
                <a:lnTo>
                  <a:pt x="3800" y="924"/>
                </a:lnTo>
                <a:lnTo>
                  <a:pt x="3798" y="923"/>
                </a:lnTo>
                <a:lnTo>
                  <a:pt x="3798" y="924"/>
                </a:lnTo>
                <a:lnTo>
                  <a:pt x="3797" y="923"/>
                </a:lnTo>
                <a:lnTo>
                  <a:pt x="3796" y="921"/>
                </a:lnTo>
                <a:lnTo>
                  <a:pt x="3795" y="919"/>
                </a:lnTo>
                <a:lnTo>
                  <a:pt x="3794" y="918"/>
                </a:lnTo>
                <a:lnTo>
                  <a:pt x="3794" y="917"/>
                </a:lnTo>
                <a:lnTo>
                  <a:pt x="3793" y="917"/>
                </a:lnTo>
                <a:lnTo>
                  <a:pt x="3793" y="916"/>
                </a:lnTo>
                <a:lnTo>
                  <a:pt x="3793" y="915"/>
                </a:lnTo>
                <a:lnTo>
                  <a:pt x="3793" y="914"/>
                </a:lnTo>
                <a:lnTo>
                  <a:pt x="3792" y="913"/>
                </a:lnTo>
                <a:lnTo>
                  <a:pt x="3791" y="912"/>
                </a:lnTo>
                <a:lnTo>
                  <a:pt x="3792" y="912"/>
                </a:lnTo>
                <a:lnTo>
                  <a:pt x="3793" y="911"/>
                </a:lnTo>
                <a:lnTo>
                  <a:pt x="3793" y="910"/>
                </a:lnTo>
                <a:lnTo>
                  <a:pt x="3792" y="909"/>
                </a:lnTo>
                <a:lnTo>
                  <a:pt x="3792" y="908"/>
                </a:lnTo>
                <a:lnTo>
                  <a:pt x="3792" y="907"/>
                </a:lnTo>
                <a:lnTo>
                  <a:pt x="3791" y="907"/>
                </a:lnTo>
                <a:lnTo>
                  <a:pt x="3791" y="906"/>
                </a:lnTo>
                <a:lnTo>
                  <a:pt x="3790" y="905"/>
                </a:lnTo>
                <a:lnTo>
                  <a:pt x="3789" y="905"/>
                </a:lnTo>
                <a:lnTo>
                  <a:pt x="3789" y="904"/>
                </a:lnTo>
                <a:lnTo>
                  <a:pt x="3789" y="903"/>
                </a:lnTo>
                <a:lnTo>
                  <a:pt x="3789" y="902"/>
                </a:lnTo>
                <a:lnTo>
                  <a:pt x="3790" y="902"/>
                </a:lnTo>
                <a:lnTo>
                  <a:pt x="3791" y="902"/>
                </a:lnTo>
                <a:lnTo>
                  <a:pt x="3791" y="901"/>
                </a:lnTo>
                <a:lnTo>
                  <a:pt x="3791" y="900"/>
                </a:lnTo>
                <a:lnTo>
                  <a:pt x="3792" y="900"/>
                </a:lnTo>
                <a:lnTo>
                  <a:pt x="3791" y="900"/>
                </a:lnTo>
                <a:lnTo>
                  <a:pt x="3791" y="899"/>
                </a:lnTo>
                <a:lnTo>
                  <a:pt x="3790" y="899"/>
                </a:lnTo>
                <a:lnTo>
                  <a:pt x="3789" y="898"/>
                </a:lnTo>
                <a:lnTo>
                  <a:pt x="3787" y="896"/>
                </a:lnTo>
                <a:lnTo>
                  <a:pt x="3786" y="895"/>
                </a:lnTo>
                <a:lnTo>
                  <a:pt x="3786" y="893"/>
                </a:lnTo>
                <a:lnTo>
                  <a:pt x="3786" y="892"/>
                </a:lnTo>
                <a:lnTo>
                  <a:pt x="3787" y="892"/>
                </a:lnTo>
                <a:lnTo>
                  <a:pt x="3787" y="891"/>
                </a:lnTo>
                <a:lnTo>
                  <a:pt x="3787" y="890"/>
                </a:lnTo>
                <a:lnTo>
                  <a:pt x="3786" y="889"/>
                </a:lnTo>
                <a:lnTo>
                  <a:pt x="3786" y="888"/>
                </a:lnTo>
                <a:lnTo>
                  <a:pt x="3786" y="887"/>
                </a:lnTo>
                <a:lnTo>
                  <a:pt x="3786" y="886"/>
                </a:lnTo>
                <a:lnTo>
                  <a:pt x="3785" y="885"/>
                </a:lnTo>
                <a:lnTo>
                  <a:pt x="3785" y="884"/>
                </a:lnTo>
                <a:lnTo>
                  <a:pt x="3784" y="884"/>
                </a:lnTo>
                <a:lnTo>
                  <a:pt x="3784" y="883"/>
                </a:lnTo>
                <a:lnTo>
                  <a:pt x="3783" y="883"/>
                </a:lnTo>
                <a:lnTo>
                  <a:pt x="3782" y="883"/>
                </a:lnTo>
                <a:lnTo>
                  <a:pt x="3781" y="882"/>
                </a:lnTo>
                <a:lnTo>
                  <a:pt x="3780" y="882"/>
                </a:lnTo>
                <a:lnTo>
                  <a:pt x="3779" y="881"/>
                </a:lnTo>
                <a:lnTo>
                  <a:pt x="3778" y="881"/>
                </a:lnTo>
                <a:lnTo>
                  <a:pt x="3777" y="881"/>
                </a:lnTo>
                <a:lnTo>
                  <a:pt x="3775" y="885"/>
                </a:lnTo>
                <a:lnTo>
                  <a:pt x="3775" y="886"/>
                </a:lnTo>
                <a:lnTo>
                  <a:pt x="3774" y="886"/>
                </a:lnTo>
                <a:lnTo>
                  <a:pt x="3768" y="893"/>
                </a:lnTo>
                <a:lnTo>
                  <a:pt x="3766" y="896"/>
                </a:lnTo>
                <a:lnTo>
                  <a:pt x="3765" y="897"/>
                </a:lnTo>
                <a:lnTo>
                  <a:pt x="3765" y="898"/>
                </a:lnTo>
                <a:lnTo>
                  <a:pt x="3764" y="898"/>
                </a:lnTo>
                <a:lnTo>
                  <a:pt x="3763" y="899"/>
                </a:lnTo>
                <a:lnTo>
                  <a:pt x="3762" y="901"/>
                </a:lnTo>
                <a:lnTo>
                  <a:pt x="3760" y="903"/>
                </a:lnTo>
                <a:lnTo>
                  <a:pt x="3759" y="903"/>
                </a:lnTo>
                <a:lnTo>
                  <a:pt x="3759" y="904"/>
                </a:lnTo>
                <a:lnTo>
                  <a:pt x="3758" y="905"/>
                </a:lnTo>
                <a:lnTo>
                  <a:pt x="3757" y="905"/>
                </a:lnTo>
                <a:lnTo>
                  <a:pt x="3757" y="906"/>
                </a:lnTo>
                <a:lnTo>
                  <a:pt x="3757" y="907"/>
                </a:lnTo>
                <a:lnTo>
                  <a:pt x="3756" y="907"/>
                </a:lnTo>
                <a:lnTo>
                  <a:pt x="3756" y="908"/>
                </a:lnTo>
                <a:lnTo>
                  <a:pt x="3755" y="909"/>
                </a:lnTo>
                <a:lnTo>
                  <a:pt x="3755" y="910"/>
                </a:lnTo>
                <a:lnTo>
                  <a:pt x="3754" y="912"/>
                </a:lnTo>
                <a:lnTo>
                  <a:pt x="3753" y="912"/>
                </a:lnTo>
                <a:lnTo>
                  <a:pt x="3752" y="914"/>
                </a:lnTo>
                <a:lnTo>
                  <a:pt x="3751" y="915"/>
                </a:lnTo>
                <a:lnTo>
                  <a:pt x="3750" y="917"/>
                </a:lnTo>
                <a:lnTo>
                  <a:pt x="3746" y="924"/>
                </a:lnTo>
                <a:lnTo>
                  <a:pt x="3746" y="925"/>
                </a:lnTo>
                <a:lnTo>
                  <a:pt x="3745" y="926"/>
                </a:lnTo>
                <a:lnTo>
                  <a:pt x="3744" y="927"/>
                </a:lnTo>
                <a:lnTo>
                  <a:pt x="3744" y="928"/>
                </a:lnTo>
                <a:lnTo>
                  <a:pt x="3743" y="929"/>
                </a:lnTo>
                <a:lnTo>
                  <a:pt x="3743" y="930"/>
                </a:lnTo>
                <a:lnTo>
                  <a:pt x="3743" y="931"/>
                </a:lnTo>
                <a:lnTo>
                  <a:pt x="3742" y="932"/>
                </a:lnTo>
                <a:lnTo>
                  <a:pt x="3742" y="933"/>
                </a:lnTo>
                <a:lnTo>
                  <a:pt x="3739" y="936"/>
                </a:lnTo>
                <a:lnTo>
                  <a:pt x="3739" y="937"/>
                </a:lnTo>
                <a:lnTo>
                  <a:pt x="3737" y="939"/>
                </a:lnTo>
                <a:lnTo>
                  <a:pt x="3736" y="942"/>
                </a:lnTo>
                <a:lnTo>
                  <a:pt x="3735" y="943"/>
                </a:lnTo>
                <a:lnTo>
                  <a:pt x="3735" y="944"/>
                </a:lnTo>
                <a:lnTo>
                  <a:pt x="3734" y="946"/>
                </a:lnTo>
                <a:lnTo>
                  <a:pt x="3732" y="948"/>
                </a:lnTo>
                <a:lnTo>
                  <a:pt x="3730" y="951"/>
                </a:lnTo>
                <a:lnTo>
                  <a:pt x="3729" y="953"/>
                </a:lnTo>
                <a:lnTo>
                  <a:pt x="3728" y="954"/>
                </a:lnTo>
                <a:lnTo>
                  <a:pt x="3726" y="957"/>
                </a:lnTo>
                <a:lnTo>
                  <a:pt x="3723" y="961"/>
                </a:lnTo>
                <a:lnTo>
                  <a:pt x="3723" y="962"/>
                </a:lnTo>
                <a:lnTo>
                  <a:pt x="3722" y="962"/>
                </a:lnTo>
                <a:lnTo>
                  <a:pt x="3722" y="963"/>
                </a:lnTo>
                <a:lnTo>
                  <a:pt x="3721" y="963"/>
                </a:lnTo>
                <a:lnTo>
                  <a:pt x="3721" y="964"/>
                </a:lnTo>
                <a:lnTo>
                  <a:pt x="3720" y="968"/>
                </a:lnTo>
                <a:lnTo>
                  <a:pt x="3718" y="972"/>
                </a:lnTo>
                <a:lnTo>
                  <a:pt x="3718" y="973"/>
                </a:lnTo>
                <a:lnTo>
                  <a:pt x="3717" y="973"/>
                </a:lnTo>
                <a:lnTo>
                  <a:pt x="3717" y="974"/>
                </a:lnTo>
                <a:lnTo>
                  <a:pt x="3716" y="976"/>
                </a:lnTo>
                <a:lnTo>
                  <a:pt x="3716" y="977"/>
                </a:lnTo>
                <a:lnTo>
                  <a:pt x="3714" y="979"/>
                </a:lnTo>
                <a:lnTo>
                  <a:pt x="3713" y="982"/>
                </a:lnTo>
                <a:lnTo>
                  <a:pt x="3712" y="983"/>
                </a:lnTo>
                <a:lnTo>
                  <a:pt x="3711" y="984"/>
                </a:lnTo>
                <a:lnTo>
                  <a:pt x="3711" y="985"/>
                </a:lnTo>
                <a:lnTo>
                  <a:pt x="3708" y="991"/>
                </a:lnTo>
                <a:lnTo>
                  <a:pt x="3707" y="993"/>
                </a:lnTo>
                <a:lnTo>
                  <a:pt x="3705" y="997"/>
                </a:lnTo>
                <a:lnTo>
                  <a:pt x="3705" y="998"/>
                </a:lnTo>
                <a:lnTo>
                  <a:pt x="3704" y="998"/>
                </a:lnTo>
                <a:lnTo>
                  <a:pt x="3703" y="1000"/>
                </a:lnTo>
                <a:lnTo>
                  <a:pt x="3700" y="1003"/>
                </a:lnTo>
                <a:lnTo>
                  <a:pt x="3699" y="1004"/>
                </a:lnTo>
                <a:lnTo>
                  <a:pt x="3698" y="1004"/>
                </a:lnTo>
                <a:lnTo>
                  <a:pt x="3698" y="1005"/>
                </a:lnTo>
                <a:lnTo>
                  <a:pt x="3696" y="1006"/>
                </a:lnTo>
                <a:lnTo>
                  <a:pt x="3693" y="1008"/>
                </a:lnTo>
                <a:lnTo>
                  <a:pt x="3692" y="1008"/>
                </a:lnTo>
                <a:lnTo>
                  <a:pt x="3691" y="1009"/>
                </a:lnTo>
                <a:lnTo>
                  <a:pt x="3687" y="1012"/>
                </a:lnTo>
                <a:lnTo>
                  <a:pt x="3686" y="1013"/>
                </a:lnTo>
                <a:lnTo>
                  <a:pt x="3685" y="1013"/>
                </a:lnTo>
                <a:lnTo>
                  <a:pt x="3680" y="1017"/>
                </a:lnTo>
                <a:lnTo>
                  <a:pt x="3678" y="1019"/>
                </a:lnTo>
                <a:lnTo>
                  <a:pt x="3677" y="1019"/>
                </a:lnTo>
                <a:lnTo>
                  <a:pt x="3676" y="1020"/>
                </a:lnTo>
                <a:lnTo>
                  <a:pt x="3673" y="1021"/>
                </a:lnTo>
                <a:lnTo>
                  <a:pt x="3672" y="1022"/>
                </a:lnTo>
                <a:lnTo>
                  <a:pt x="3670" y="1023"/>
                </a:lnTo>
                <a:lnTo>
                  <a:pt x="3670" y="1024"/>
                </a:lnTo>
                <a:lnTo>
                  <a:pt x="3669" y="1025"/>
                </a:lnTo>
                <a:lnTo>
                  <a:pt x="3669" y="1026"/>
                </a:lnTo>
                <a:lnTo>
                  <a:pt x="3669" y="1030"/>
                </a:lnTo>
                <a:lnTo>
                  <a:pt x="3669" y="1032"/>
                </a:lnTo>
                <a:lnTo>
                  <a:pt x="3668" y="1035"/>
                </a:lnTo>
                <a:lnTo>
                  <a:pt x="3667" y="1038"/>
                </a:lnTo>
                <a:lnTo>
                  <a:pt x="3666" y="1043"/>
                </a:lnTo>
                <a:lnTo>
                  <a:pt x="3665" y="1046"/>
                </a:lnTo>
                <a:lnTo>
                  <a:pt x="3665" y="1048"/>
                </a:lnTo>
                <a:lnTo>
                  <a:pt x="3664" y="1050"/>
                </a:lnTo>
                <a:lnTo>
                  <a:pt x="3664" y="1051"/>
                </a:lnTo>
                <a:lnTo>
                  <a:pt x="3663" y="1052"/>
                </a:lnTo>
                <a:lnTo>
                  <a:pt x="3662" y="1054"/>
                </a:lnTo>
                <a:lnTo>
                  <a:pt x="3661" y="1057"/>
                </a:lnTo>
                <a:lnTo>
                  <a:pt x="3659" y="1060"/>
                </a:lnTo>
                <a:lnTo>
                  <a:pt x="3657" y="1062"/>
                </a:lnTo>
                <a:lnTo>
                  <a:pt x="3655" y="1063"/>
                </a:lnTo>
                <a:lnTo>
                  <a:pt x="3653" y="1065"/>
                </a:lnTo>
                <a:lnTo>
                  <a:pt x="3648" y="1067"/>
                </a:lnTo>
                <a:lnTo>
                  <a:pt x="3647" y="1068"/>
                </a:lnTo>
                <a:lnTo>
                  <a:pt x="3645" y="1070"/>
                </a:lnTo>
                <a:lnTo>
                  <a:pt x="3643" y="1071"/>
                </a:lnTo>
                <a:lnTo>
                  <a:pt x="3642" y="1072"/>
                </a:lnTo>
                <a:lnTo>
                  <a:pt x="3642" y="1073"/>
                </a:lnTo>
                <a:lnTo>
                  <a:pt x="3641" y="1074"/>
                </a:lnTo>
                <a:lnTo>
                  <a:pt x="3636" y="1078"/>
                </a:lnTo>
                <a:lnTo>
                  <a:pt x="3633" y="1081"/>
                </a:lnTo>
                <a:lnTo>
                  <a:pt x="3632" y="1082"/>
                </a:lnTo>
                <a:lnTo>
                  <a:pt x="3630" y="1083"/>
                </a:lnTo>
                <a:lnTo>
                  <a:pt x="3628" y="1084"/>
                </a:lnTo>
                <a:lnTo>
                  <a:pt x="3627" y="1085"/>
                </a:lnTo>
                <a:lnTo>
                  <a:pt x="3624" y="1087"/>
                </a:lnTo>
                <a:lnTo>
                  <a:pt x="3622" y="1089"/>
                </a:lnTo>
                <a:lnTo>
                  <a:pt x="3620" y="1089"/>
                </a:lnTo>
                <a:lnTo>
                  <a:pt x="3619" y="1090"/>
                </a:lnTo>
                <a:lnTo>
                  <a:pt x="3618" y="1093"/>
                </a:lnTo>
                <a:lnTo>
                  <a:pt x="3617" y="1093"/>
                </a:lnTo>
                <a:lnTo>
                  <a:pt x="3615" y="1097"/>
                </a:lnTo>
                <a:lnTo>
                  <a:pt x="3614" y="1098"/>
                </a:lnTo>
                <a:lnTo>
                  <a:pt x="3614" y="1099"/>
                </a:lnTo>
                <a:lnTo>
                  <a:pt x="3612" y="1101"/>
                </a:lnTo>
                <a:lnTo>
                  <a:pt x="3612" y="1102"/>
                </a:lnTo>
                <a:lnTo>
                  <a:pt x="3611" y="1103"/>
                </a:lnTo>
                <a:lnTo>
                  <a:pt x="3610" y="1104"/>
                </a:lnTo>
                <a:lnTo>
                  <a:pt x="3610" y="1105"/>
                </a:lnTo>
                <a:lnTo>
                  <a:pt x="3607" y="1107"/>
                </a:lnTo>
                <a:lnTo>
                  <a:pt x="3601" y="1112"/>
                </a:lnTo>
                <a:lnTo>
                  <a:pt x="3597" y="1116"/>
                </a:lnTo>
                <a:lnTo>
                  <a:pt x="3594" y="1118"/>
                </a:lnTo>
                <a:lnTo>
                  <a:pt x="3589" y="1122"/>
                </a:lnTo>
                <a:lnTo>
                  <a:pt x="3588" y="1124"/>
                </a:lnTo>
                <a:lnTo>
                  <a:pt x="3587" y="1125"/>
                </a:lnTo>
                <a:lnTo>
                  <a:pt x="3587" y="1126"/>
                </a:lnTo>
                <a:lnTo>
                  <a:pt x="3586" y="1129"/>
                </a:lnTo>
                <a:lnTo>
                  <a:pt x="3586" y="1130"/>
                </a:lnTo>
                <a:lnTo>
                  <a:pt x="3585" y="1131"/>
                </a:lnTo>
                <a:lnTo>
                  <a:pt x="3584" y="1134"/>
                </a:lnTo>
                <a:lnTo>
                  <a:pt x="3584" y="1135"/>
                </a:lnTo>
                <a:lnTo>
                  <a:pt x="3584" y="1136"/>
                </a:lnTo>
                <a:lnTo>
                  <a:pt x="3584" y="1139"/>
                </a:lnTo>
                <a:lnTo>
                  <a:pt x="3584" y="1142"/>
                </a:lnTo>
                <a:lnTo>
                  <a:pt x="3583" y="1144"/>
                </a:lnTo>
                <a:lnTo>
                  <a:pt x="3583" y="1149"/>
                </a:lnTo>
                <a:lnTo>
                  <a:pt x="3583" y="1150"/>
                </a:lnTo>
                <a:lnTo>
                  <a:pt x="3583" y="1151"/>
                </a:lnTo>
                <a:lnTo>
                  <a:pt x="3583" y="1153"/>
                </a:lnTo>
                <a:lnTo>
                  <a:pt x="3582" y="1155"/>
                </a:lnTo>
                <a:lnTo>
                  <a:pt x="3581" y="1155"/>
                </a:lnTo>
                <a:lnTo>
                  <a:pt x="3581" y="1156"/>
                </a:lnTo>
                <a:lnTo>
                  <a:pt x="3578" y="1159"/>
                </a:lnTo>
                <a:lnTo>
                  <a:pt x="3576" y="1161"/>
                </a:lnTo>
                <a:lnTo>
                  <a:pt x="3575" y="1162"/>
                </a:lnTo>
                <a:lnTo>
                  <a:pt x="3575" y="1163"/>
                </a:lnTo>
                <a:lnTo>
                  <a:pt x="3573" y="1165"/>
                </a:lnTo>
                <a:lnTo>
                  <a:pt x="3572" y="1166"/>
                </a:lnTo>
                <a:lnTo>
                  <a:pt x="3573" y="1169"/>
                </a:lnTo>
                <a:lnTo>
                  <a:pt x="3573" y="1170"/>
                </a:lnTo>
                <a:lnTo>
                  <a:pt x="3574" y="1170"/>
                </a:lnTo>
                <a:lnTo>
                  <a:pt x="3575" y="1170"/>
                </a:lnTo>
                <a:lnTo>
                  <a:pt x="3575" y="1171"/>
                </a:lnTo>
                <a:lnTo>
                  <a:pt x="3576" y="1172"/>
                </a:lnTo>
                <a:lnTo>
                  <a:pt x="3576" y="1173"/>
                </a:lnTo>
                <a:lnTo>
                  <a:pt x="3577" y="1174"/>
                </a:lnTo>
                <a:lnTo>
                  <a:pt x="3578" y="1174"/>
                </a:lnTo>
                <a:lnTo>
                  <a:pt x="3579" y="1174"/>
                </a:lnTo>
                <a:lnTo>
                  <a:pt x="3579" y="1175"/>
                </a:lnTo>
                <a:lnTo>
                  <a:pt x="3580" y="1175"/>
                </a:lnTo>
                <a:lnTo>
                  <a:pt x="3580" y="1176"/>
                </a:lnTo>
                <a:lnTo>
                  <a:pt x="3580" y="1177"/>
                </a:lnTo>
                <a:lnTo>
                  <a:pt x="3581" y="1178"/>
                </a:lnTo>
                <a:lnTo>
                  <a:pt x="3581" y="1179"/>
                </a:lnTo>
                <a:lnTo>
                  <a:pt x="3582" y="1180"/>
                </a:lnTo>
                <a:lnTo>
                  <a:pt x="3583" y="1181"/>
                </a:lnTo>
                <a:lnTo>
                  <a:pt x="3583" y="1182"/>
                </a:lnTo>
                <a:lnTo>
                  <a:pt x="3584" y="1182"/>
                </a:lnTo>
                <a:lnTo>
                  <a:pt x="3585" y="1182"/>
                </a:lnTo>
                <a:lnTo>
                  <a:pt x="3586" y="1183"/>
                </a:lnTo>
                <a:lnTo>
                  <a:pt x="3588" y="1184"/>
                </a:lnTo>
                <a:lnTo>
                  <a:pt x="3588" y="1185"/>
                </a:lnTo>
                <a:lnTo>
                  <a:pt x="3589" y="1185"/>
                </a:lnTo>
                <a:lnTo>
                  <a:pt x="3589" y="1186"/>
                </a:lnTo>
                <a:lnTo>
                  <a:pt x="3589" y="1187"/>
                </a:lnTo>
                <a:lnTo>
                  <a:pt x="3590" y="1187"/>
                </a:lnTo>
                <a:lnTo>
                  <a:pt x="3590" y="1188"/>
                </a:lnTo>
                <a:lnTo>
                  <a:pt x="3591" y="1189"/>
                </a:lnTo>
                <a:lnTo>
                  <a:pt x="3592" y="1190"/>
                </a:lnTo>
                <a:lnTo>
                  <a:pt x="3592" y="1191"/>
                </a:lnTo>
                <a:lnTo>
                  <a:pt x="3593" y="1191"/>
                </a:lnTo>
                <a:lnTo>
                  <a:pt x="3593" y="1192"/>
                </a:lnTo>
                <a:lnTo>
                  <a:pt x="3594" y="1193"/>
                </a:lnTo>
                <a:lnTo>
                  <a:pt x="3595" y="1194"/>
                </a:lnTo>
                <a:lnTo>
                  <a:pt x="3595" y="1195"/>
                </a:lnTo>
                <a:lnTo>
                  <a:pt x="3596" y="1195"/>
                </a:lnTo>
                <a:lnTo>
                  <a:pt x="3596" y="1196"/>
                </a:lnTo>
                <a:lnTo>
                  <a:pt x="3597" y="1197"/>
                </a:lnTo>
                <a:lnTo>
                  <a:pt x="3597" y="1198"/>
                </a:lnTo>
                <a:lnTo>
                  <a:pt x="3598" y="1198"/>
                </a:lnTo>
                <a:lnTo>
                  <a:pt x="3599" y="1198"/>
                </a:lnTo>
                <a:lnTo>
                  <a:pt x="3599" y="1199"/>
                </a:lnTo>
                <a:lnTo>
                  <a:pt x="3600" y="1199"/>
                </a:lnTo>
                <a:lnTo>
                  <a:pt x="3601" y="1199"/>
                </a:lnTo>
                <a:lnTo>
                  <a:pt x="3601" y="1200"/>
                </a:lnTo>
                <a:lnTo>
                  <a:pt x="3602" y="1200"/>
                </a:lnTo>
                <a:lnTo>
                  <a:pt x="3602" y="1201"/>
                </a:lnTo>
                <a:lnTo>
                  <a:pt x="3603" y="1201"/>
                </a:lnTo>
                <a:lnTo>
                  <a:pt x="3604" y="1201"/>
                </a:lnTo>
                <a:lnTo>
                  <a:pt x="3607" y="1204"/>
                </a:lnTo>
                <a:lnTo>
                  <a:pt x="3606" y="1204"/>
                </a:lnTo>
                <a:lnTo>
                  <a:pt x="3606" y="1205"/>
                </a:lnTo>
                <a:lnTo>
                  <a:pt x="3607" y="1205"/>
                </a:lnTo>
                <a:lnTo>
                  <a:pt x="3607" y="1206"/>
                </a:lnTo>
                <a:lnTo>
                  <a:pt x="3608" y="1206"/>
                </a:lnTo>
                <a:lnTo>
                  <a:pt x="3608" y="1207"/>
                </a:lnTo>
                <a:lnTo>
                  <a:pt x="3609" y="1207"/>
                </a:lnTo>
                <a:lnTo>
                  <a:pt x="3610" y="1208"/>
                </a:lnTo>
                <a:lnTo>
                  <a:pt x="3611" y="1208"/>
                </a:lnTo>
                <a:lnTo>
                  <a:pt x="3612" y="1208"/>
                </a:lnTo>
                <a:lnTo>
                  <a:pt x="3612" y="1209"/>
                </a:lnTo>
                <a:lnTo>
                  <a:pt x="3614" y="1209"/>
                </a:lnTo>
                <a:lnTo>
                  <a:pt x="3615" y="1209"/>
                </a:lnTo>
                <a:lnTo>
                  <a:pt x="3615" y="1210"/>
                </a:lnTo>
                <a:lnTo>
                  <a:pt x="3616" y="1210"/>
                </a:lnTo>
                <a:lnTo>
                  <a:pt x="3617" y="1210"/>
                </a:lnTo>
                <a:lnTo>
                  <a:pt x="3618" y="1211"/>
                </a:lnTo>
                <a:lnTo>
                  <a:pt x="3619" y="1211"/>
                </a:lnTo>
                <a:lnTo>
                  <a:pt x="3619" y="1210"/>
                </a:lnTo>
                <a:lnTo>
                  <a:pt x="3620" y="1210"/>
                </a:lnTo>
                <a:lnTo>
                  <a:pt x="3621" y="1210"/>
                </a:lnTo>
                <a:lnTo>
                  <a:pt x="3624" y="1211"/>
                </a:lnTo>
                <a:lnTo>
                  <a:pt x="3626" y="1210"/>
                </a:lnTo>
                <a:lnTo>
                  <a:pt x="3626" y="1211"/>
                </a:lnTo>
                <a:lnTo>
                  <a:pt x="3626" y="1212"/>
                </a:lnTo>
                <a:lnTo>
                  <a:pt x="3627" y="1212"/>
                </a:lnTo>
                <a:lnTo>
                  <a:pt x="3628" y="1212"/>
                </a:lnTo>
                <a:lnTo>
                  <a:pt x="3629" y="1212"/>
                </a:lnTo>
                <a:lnTo>
                  <a:pt x="3630" y="1212"/>
                </a:lnTo>
                <a:lnTo>
                  <a:pt x="3631" y="1212"/>
                </a:lnTo>
                <a:lnTo>
                  <a:pt x="3632" y="1212"/>
                </a:lnTo>
                <a:lnTo>
                  <a:pt x="3633" y="1211"/>
                </a:lnTo>
                <a:lnTo>
                  <a:pt x="3635" y="1211"/>
                </a:lnTo>
                <a:lnTo>
                  <a:pt x="3636" y="1211"/>
                </a:lnTo>
                <a:lnTo>
                  <a:pt x="3637" y="1212"/>
                </a:lnTo>
                <a:lnTo>
                  <a:pt x="3637" y="1213"/>
                </a:lnTo>
                <a:lnTo>
                  <a:pt x="3638" y="1213"/>
                </a:lnTo>
                <a:lnTo>
                  <a:pt x="3639" y="1213"/>
                </a:lnTo>
                <a:lnTo>
                  <a:pt x="3640" y="1213"/>
                </a:lnTo>
                <a:lnTo>
                  <a:pt x="3640" y="1212"/>
                </a:lnTo>
                <a:lnTo>
                  <a:pt x="3641" y="1212"/>
                </a:lnTo>
                <a:lnTo>
                  <a:pt x="3642" y="1212"/>
                </a:lnTo>
                <a:lnTo>
                  <a:pt x="3642" y="1211"/>
                </a:lnTo>
                <a:lnTo>
                  <a:pt x="3642" y="1212"/>
                </a:lnTo>
                <a:lnTo>
                  <a:pt x="3643" y="1214"/>
                </a:lnTo>
                <a:lnTo>
                  <a:pt x="3642" y="1214"/>
                </a:lnTo>
                <a:lnTo>
                  <a:pt x="3642" y="1215"/>
                </a:lnTo>
                <a:lnTo>
                  <a:pt x="3642" y="1216"/>
                </a:lnTo>
                <a:lnTo>
                  <a:pt x="3642" y="1217"/>
                </a:lnTo>
                <a:lnTo>
                  <a:pt x="3641" y="1217"/>
                </a:lnTo>
                <a:lnTo>
                  <a:pt x="3641" y="1218"/>
                </a:lnTo>
                <a:lnTo>
                  <a:pt x="3639" y="1219"/>
                </a:lnTo>
                <a:lnTo>
                  <a:pt x="3638" y="1220"/>
                </a:lnTo>
                <a:lnTo>
                  <a:pt x="3637" y="1222"/>
                </a:lnTo>
                <a:lnTo>
                  <a:pt x="3637" y="1223"/>
                </a:lnTo>
                <a:lnTo>
                  <a:pt x="3636" y="1223"/>
                </a:lnTo>
                <a:lnTo>
                  <a:pt x="3634" y="1227"/>
                </a:lnTo>
                <a:lnTo>
                  <a:pt x="3635" y="1229"/>
                </a:lnTo>
                <a:lnTo>
                  <a:pt x="3634" y="1230"/>
                </a:lnTo>
                <a:lnTo>
                  <a:pt x="3635" y="1232"/>
                </a:lnTo>
                <a:lnTo>
                  <a:pt x="3635" y="1233"/>
                </a:lnTo>
                <a:lnTo>
                  <a:pt x="3636" y="1234"/>
                </a:lnTo>
                <a:lnTo>
                  <a:pt x="3637" y="1235"/>
                </a:lnTo>
                <a:lnTo>
                  <a:pt x="3639" y="1235"/>
                </a:lnTo>
                <a:lnTo>
                  <a:pt x="3639" y="1236"/>
                </a:lnTo>
                <a:lnTo>
                  <a:pt x="3638" y="1237"/>
                </a:lnTo>
                <a:lnTo>
                  <a:pt x="3638" y="1239"/>
                </a:lnTo>
                <a:lnTo>
                  <a:pt x="3639" y="1239"/>
                </a:lnTo>
                <a:lnTo>
                  <a:pt x="3640" y="1239"/>
                </a:lnTo>
                <a:lnTo>
                  <a:pt x="3642" y="1239"/>
                </a:lnTo>
                <a:lnTo>
                  <a:pt x="3643" y="1239"/>
                </a:lnTo>
                <a:lnTo>
                  <a:pt x="3644" y="1238"/>
                </a:lnTo>
                <a:lnTo>
                  <a:pt x="3645" y="1239"/>
                </a:lnTo>
                <a:lnTo>
                  <a:pt x="3645" y="1238"/>
                </a:lnTo>
                <a:lnTo>
                  <a:pt x="3646" y="1238"/>
                </a:lnTo>
                <a:lnTo>
                  <a:pt x="3647" y="1237"/>
                </a:lnTo>
                <a:lnTo>
                  <a:pt x="3648" y="1236"/>
                </a:lnTo>
                <a:lnTo>
                  <a:pt x="3649" y="1235"/>
                </a:lnTo>
                <a:lnTo>
                  <a:pt x="3649" y="1234"/>
                </a:lnTo>
                <a:lnTo>
                  <a:pt x="3650" y="1234"/>
                </a:lnTo>
                <a:lnTo>
                  <a:pt x="3650" y="1233"/>
                </a:lnTo>
                <a:lnTo>
                  <a:pt x="3651" y="1233"/>
                </a:lnTo>
                <a:lnTo>
                  <a:pt x="3652" y="1232"/>
                </a:lnTo>
                <a:lnTo>
                  <a:pt x="3652" y="1233"/>
                </a:lnTo>
                <a:lnTo>
                  <a:pt x="3653" y="1234"/>
                </a:lnTo>
                <a:lnTo>
                  <a:pt x="3653" y="1235"/>
                </a:lnTo>
                <a:lnTo>
                  <a:pt x="3653" y="1236"/>
                </a:lnTo>
                <a:lnTo>
                  <a:pt x="3653" y="1238"/>
                </a:lnTo>
                <a:lnTo>
                  <a:pt x="3653" y="1239"/>
                </a:lnTo>
                <a:lnTo>
                  <a:pt x="3654" y="1240"/>
                </a:lnTo>
                <a:lnTo>
                  <a:pt x="3654" y="1241"/>
                </a:lnTo>
                <a:lnTo>
                  <a:pt x="3654" y="1242"/>
                </a:lnTo>
                <a:lnTo>
                  <a:pt x="3654" y="1244"/>
                </a:lnTo>
                <a:lnTo>
                  <a:pt x="3654" y="1245"/>
                </a:lnTo>
                <a:lnTo>
                  <a:pt x="3653" y="1246"/>
                </a:lnTo>
                <a:lnTo>
                  <a:pt x="3652" y="1246"/>
                </a:lnTo>
                <a:lnTo>
                  <a:pt x="3652" y="1247"/>
                </a:lnTo>
                <a:lnTo>
                  <a:pt x="3653" y="1247"/>
                </a:lnTo>
                <a:lnTo>
                  <a:pt x="3653" y="1248"/>
                </a:lnTo>
                <a:lnTo>
                  <a:pt x="3654" y="1249"/>
                </a:lnTo>
                <a:lnTo>
                  <a:pt x="3654" y="1250"/>
                </a:lnTo>
                <a:lnTo>
                  <a:pt x="3655" y="1250"/>
                </a:lnTo>
                <a:lnTo>
                  <a:pt x="3656" y="1251"/>
                </a:lnTo>
                <a:lnTo>
                  <a:pt x="3656" y="1252"/>
                </a:lnTo>
                <a:lnTo>
                  <a:pt x="3656" y="1253"/>
                </a:lnTo>
                <a:lnTo>
                  <a:pt x="3656" y="1254"/>
                </a:lnTo>
                <a:lnTo>
                  <a:pt x="3657" y="1254"/>
                </a:lnTo>
                <a:lnTo>
                  <a:pt x="3657" y="1255"/>
                </a:lnTo>
                <a:lnTo>
                  <a:pt x="3657" y="1256"/>
                </a:lnTo>
                <a:lnTo>
                  <a:pt x="3657" y="1257"/>
                </a:lnTo>
                <a:lnTo>
                  <a:pt x="3657" y="1258"/>
                </a:lnTo>
                <a:lnTo>
                  <a:pt x="3657" y="1259"/>
                </a:lnTo>
                <a:lnTo>
                  <a:pt x="3658" y="1260"/>
                </a:lnTo>
                <a:lnTo>
                  <a:pt x="3659" y="1260"/>
                </a:lnTo>
                <a:lnTo>
                  <a:pt x="3659" y="1261"/>
                </a:lnTo>
                <a:lnTo>
                  <a:pt x="3659" y="1263"/>
                </a:lnTo>
                <a:lnTo>
                  <a:pt x="3661" y="1263"/>
                </a:lnTo>
                <a:lnTo>
                  <a:pt x="3661" y="1264"/>
                </a:lnTo>
                <a:lnTo>
                  <a:pt x="3662" y="1264"/>
                </a:lnTo>
                <a:lnTo>
                  <a:pt x="3662" y="1265"/>
                </a:lnTo>
                <a:lnTo>
                  <a:pt x="3663" y="1266"/>
                </a:lnTo>
                <a:lnTo>
                  <a:pt x="3662" y="1266"/>
                </a:lnTo>
                <a:lnTo>
                  <a:pt x="3663" y="1267"/>
                </a:lnTo>
                <a:lnTo>
                  <a:pt x="3664" y="1267"/>
                </a:lnTo>
                <a:lnTo>
                  <a:pt x="3664" y="1266"/>
                </a:lnTo>
                <a:lnTo>
                  <a:pt x="3665" y="1266"/>
                </a:lnTo>
                <a:lnTo>
                  <a:pt x="3665" y="1267"/>
                </a:lnTo>
                <a:lnTo>
                  <a:pt x="3666" y="1267"/>
                </a:lnTo>
                <a:lnTo>
                  <a:pt x="3667" y="1268"/>
                </a:lnTo>
                <a:lnTo>
                  <a:pt x="3669" y="1269"/>
                </a:lnTo>
                <a:lnTo>
                  <a:pt x="3671" y="1269"/>
                </a:lnTo>
                <a:lnTo>
                  <a:pt x="3672" y="1269"/>
                </a:lnTo>
                <a:lnTo>
                  <a:pt x="3672" y="1270"/>
                </a:lnTo>
                <a:lnTo>
                  <a:pt x="3673" y="1270"/>
                </a:lnTo>
                <a:lnTo>
                  <a:pt x="3674" y="1272"/>
                </a:lnTo>
                <a:lnTo>
                  <a:pt x="3674" y="1274"/>
                </a:lnTo>
                <a:lnTo>
                  <a:pt x="3675" y="1274"/>
                </a:lnTo>
                <a:lnTo>
                  <a:pt x="3675" y="1275"/>
                </a:lnTo>
                <a:lnTo>
                  <a:pt x="3676" y="1276"/>
                </a:lnTo>
                <a:lnTo>
                  <a:pt x="3677" y="1277"/>
                </a:lnTo>
                <a:lnTo>
                  <a:pt x="3677" y="1276"/>
                </a:lnTo>
                <a:lnTo>
                  <a:pt x="3678" y="1277"/>
                </a:lnTo>
                <a:lnTo>
                  <a:pt x="3679" y="1277"/>
                </a:lnTo>
                <a:lnTo>
                  <a:pt x="3679" y="1276"/>
                </a:lnTo>
                <a:lnTo>
                  <a:pt x="3680" y="1276"/>
                </a:lnTo>
                <a:lnTo>
                  <a:pt x="3680" y="1275"/>
                </a:lnTo>
                <a:lnTo>
                  <a:pt x="3681" y="1274"/>
                </a:lnTo>
                <a:lnTo>
                  <a:pt x="3682" y="1274"/>
                </a:lnTo>
                <a:lnTo>
                  <a:pt x="3683" y="1273"/>
                </a:lnTo>
                <a:lnTo>
                  <a:pt x="3684" y="1273"/>
                </a:lnTo>
                <a:lnTo>
                  <a:pt x="3684" y="1272"/>
                </a:lnTo>
                <a:lnTo>
                  <a:pt x="3685" y="1271"/>
                </a:lnTo>
                <a:lnTo>
                  <a:pt x="3685" y="1272"/>
                </a:lnTo>
                <a:lnTo>
                  <a:pt x="3686" y="1272"/>
                </a:lnTo>
                <a:lnTo>
                  <a:pt x="3687" y="1272"/>
                </a:lnTo>
                <a:lnTo>
                  <a:pt x="3688" y="1272"/>
                </a:lnTo>
                <a:lnTo>
                  <a:pt x="3689" y="1272"/>
                </a:lnTo>
                <a:lnTo>
                  <a:pt x="3690" y="1272"/>
                </a:lnTo>
                <a:lnTo>
                  <a:pt x="3690" y="1273"/>
                </a:lnTo>
                <a:lnTo>
                  <a:pt x="3690" y="1272"/>
                </a:lnTo>
                <a:lnTo>
                  <a:pt x="3691" y="1272"/>
                </a:lnTo>
                <a:lnTo>
                  <a:pt x="3692" y="1272"/>
                </a:lnTo>
                <a:lnTo>
                  <a:pt x="3693" y="1271"/>
                </a:lnTo>
                <a:lnTo>
                  <a:pt x="3694" y="1270"/>
                </a:lnTo>
                <a:lnTo>
                  <a:pt x="3695" y="1270"/>
                </a:lnTo>
                <a:lnTo>
                  <a:pt x="3696" y="1270"/>
                </a:lnTo>
                <a:lnTo>
                  <a:pt x="3697" y="1268"/>
                </a:lnTo>
                <a:lnTo>
                  <a:pt x="3698" y="1267"/>
                </a:lnTo>
                <a:lnTo>
                  <a:pt x="3698" y="1266"/>
                </a:lnTo>
                <a:lnTo>
                  <a:pt x="3698" y="1265"/>
                </a:lnTo>
                <a:lnTo>
                  <a:pt x="3698" y="1264"/>
                </a:lnTo>
                <a:lnTo>
                  <a:pt x="3698" y="1263"/>
                </a:lnTo>
                <a:lnTo>
                  <a:pt x="3698" y="1260"/>
                </a:lnTo>
                <a:lnTo>
                  <a:pt x="3699" y="1259"/>
                </a:lnTo>
                <a:lnTo>
                  <a:pt x="3699" y="1258"/>
                </a:lnTo>
                <a:lnTo>
                  <a:pt x="3700" y="1257"/>
                </a:lnTo>
                <a:lnTo>
                  <a:pt x="3700" y="1256"/>
                </a:lnTo>
                <a:lnTo>
                  <a:pt x="3701" y="1255"/>
                </a:lnTo>
                <a:lnTo>
                  <a:pt x="3701" y="1253"/>
                </a:lnTo>
                <a:lnTo>
                  <a:pt x="3700" y="1253"/>
                </a:lnTo>
                <a:lnTo>
                  <a:pt x="3701" y="1253"/>
                </a:lnTo>
                <a:lnTo>
                  <a:pt x="3702" y="1253"/>
                </a:lnTo>
                <a:lnTo>
                  <a:pt x="3702" y="1252"/>
                </a:lnTo>
                <a:lnTo>
                  <a:pt x="3702" y="1251"/>
                </a:lnTo>
                <a:lnTo>
                  <a:pt x="3701" y="1251"/>
                </a:lnTo>
                <a:lnTo>
                  <a:pt x="3701" y="1249"/>
                </a:lnTo>
                <a:lnTo>
                  <a:pt x="3701" y="1248"/>
                </a:lnTo>
                <a:lnTo>
                  <a:pt x="3701" y="1246"/>
                </a:lnTo>
                <a:lnTo>
                  <a:pt x="3700" y="1246"/>
                </a:lnTo>
                <a:lnTo>
                  <a:pt x="3701" y="1245"/>
                </a:lnTo>
                <a:lnTo>
                  <a:pt x="3702" y="1243"/>
                </a:lnTo>
                <a:lnTo>
                  <a:pt x="3703" y="1244"/>
                </a:lnTo>
                <a:lnTo>
                  <a:pt x="3705" y="1245"/>
                </a:lnTo>
                <a:lnTo>
                  <a:pt x="3705" y="1244"/>
                </a:lnTo>
                <a:lnTo>
                  <a:pt x="3706" y="1244"/>
                </a:lnTo>
                <a:lnTo>
                  <a:pt x="3706" y="1243"/>
                </a:lnTo>
                <a:lnTo>
                  <a:pt x="3708" y="1243"/>
                </a:lnTo>
                <a:lnTo>
                  <a:pt x="3709" y="1243"/>
                </a:lnTo>
                <a:lnTo>
                  <a:pt x="3710" y="1243"/>
                </a:lnTo>
                <a:lnTo>
                  <a:pt x="3710" y="1242"/>
                </a:lnTo>
                <a:lnTo>
                  <a:pt x="3711" y="1241"/>
                </a:lnTo>
                <a:lnTo>
                  <a:pt x="3712" y="1242"/>
                </a:lnTo>
                <a:lnTo>
                  <a:pt x="3713" y="1242"/>
                </a:lnTo>
                <a:lnTo>
                  <a:pt x="3715" y="1243"/>
                </a:lnTo>
                <a:lnTo>
                  <a:pt x="3716" y="1245"/>
                </a:lnTo>
                <a:lnTo>
                  <a:pt x="3716" y="1246"/>
                </a:lnTo>
                <a:lnTo>
                  <a:pt x="3717" y="1246"/>
                </a:lnTo>
                <a:lnTo>
                  <a:pt x="3717" y="1247"/>
                </a:lnTo>
                <a:lnTo>
                  <a:pt x="3717" y="1248"/>
                </a:lnTo>
                <a:lnTo>
                  <a:pt x="3718" y="1248"/>
                </a:lnTo>
                <a:lnTo>
                  <a:pt x="3718" y="1247"/>
                </a:lnTo>
                <a:lnTo>
                  <a:pt x="3719" y="1247"/>
                </a:lnTo>
                <a:lnTo>
                  <a:pt x="3720" y="1247"/>
                </a:lnTo>
                <a:lnTo>
                  <a:pt x="3720" y="1246"/>
                </a:lnTo>
                <a:lnTo>
                  <a:pt x="3721" y="1246"/>
                </a:lnTo>
                <a:lnTo>
                  <a:pt x="3721" y="1245"/>
                </a:lnTo>
                <a:lnTo>
                  <a:pt x="3722" y="1245"/>
                </a:lnTo>
                <a:lnTo>
                  <a:pt x="3724" y="1234"/>
                </a:lnTo>
                <a:lnTo>
                  <a:pt x="3724" y="1230"/>
                </a:lnTo>
                <a:lnTo>
                  <a:pt x="3724" y="1228"/>
                </a:lnTo>
                <a:lnTo>
                  <a:pt x="3723" y="1228"/>
                </a:lnTo>
                <a:lnTo>
                  <a:pt x="3723" y="1225"/>
                </a:lnTo>
                <a:lnTo>
                  <a:pt x="3721" y="1224"/>
                </a:lnTo>
                <a:lnTo>
                  <a:pt x="3720" y="1223"/>
                </a:lnTo>
                <a:lnTo>
                  <a:pt x="3720" y="1222"/>
                </a:lnTo>
                <a:lnTo>
                  <a:pt x="3719" y="1221"/>
                </a:lnTo>
                <a:lnTo>
                  <a:pt x="3718" y="1221"/>
                </a:lnTo>
                <a:lnTo>
                  <a:pt x="3715" y="1219"/>
                </a:lnTo>
                <a:lnTo>
                  <a:pt x="3714" y="1219"/>
                </a:lnTo>
                <a:lnTo>
                  <a:pt x="3711" y="1220"/>
                </a:lnTo>
                <a:lnTo>
                  <a:pt x="3708" y="1221"/>
                </a:lnTo>
                <a:lnTo>
                  <a:pt x="3707" y="1218"/>
                </a:lnTo>
                <a:lnTo>
                  <a:pt x="3707" y="1217"/>
                </a:lnTo>
                <a:lnTo>
                  <a:pt x="3706" y="1217"/>
                </a:lnTo>
                <a:lnTo>
                  <a:pt x="3706" y="1216"/>
                </a:lnTo>
                <a:lnTo>
                  <a:pt x="3707" y="1215"/>
                </a:lnTo>
                <a:lnTo>
                  <a:pt x="3706" y="1214"/>
                </a:lnTo>
                <a:lnTo>
                  <a:pt x="3707" y="1215"/>
                </a:lnTo>
                <a:lnTo>
                  <a:pt x="3708" y="1215"/>
                </a:lnTo>
                <a:lnTo>
                  <a:pt x="3709" y="1215"/>
                </a:lnTo>
                <a:lnTo>
                  <a:pt x="3710" y="1216"/>
                </a:lnTo>
                <a:lnTo>
                  <a:pt x="3710" y="1215"/>
                </a:lnTo>
                <a:lnTo>
                  <a:pt x="3711" y="1216"/>
                </a:lnTo>
                <a:lnTo>
                  <a:pt x="3712" y="1216"/>
                </a:lnTo>
                <a:lnTo>
                  <a:pt x="3713" y="1216"/>
                </a:lnTo>
                <a:lnTo>
                  <a:pt x="3714" y="1217"/>
                </a:lnTo>
                <a:lnTo>
                  <a:pt x="3715" y="1218"/>
                </a:lnTo>
                <a:lnTo>
                  <a:pt x="3716" y="1218"/>
                </a:lnTo>
                <a:lnTo>
                  <a:pt x="3716" y="1219"/>
                </a:lnTo>
                <a:lnTo>
                  <a:pt x="3718" y="1220"/>
                </a:lnTo>
                <a:lnTo>
                  <a:pt x="3719" y="1221"/>
                </a:lnTo>
                <a:lnTo>
                  <a:pt x="3720" y="1222"/>
                </a:lnTo>
                <a:lnTo>
                  <a:pt x="3721" y="1223"/>
                </a:lnTo>
                <a:lnTo>
                  <a:pt x="3721" y="1224"/>
                </a:lnTo>
                <a:lnTo>
                  <a:pt x="3723" y="1224"/>
                </a:lnTo>
                <a:lnTo>
                  <a:pt x="3724" y="1224"/>
                </a:lnTo>
                <a:lnTo>
                  <a:pt x="3725" y="1224"/>
                </a:lnTo>
                <a:lnTo>
                  <a:pt x="3726" y="1223"/>
                </a:lnTo>
                <a:lnTo>
                  <a:pt x="3727" y="1224"/>
                </a:lnTo>
                <a:lnTo>
                  <a:pt x="3727" y="1223"/>
                </a:lnTo>
                <a:lnTo>
                  <a:pt x="3728" y="1223"/>
                </a:lnTo>
                <a:lnTo>
                  <a:pt x="3728" y="1222"/>
                </a:lnTo>
                <a:lnTo>
                  <a:pt x="3729" y="1222"/>
                </a:lnTo>
                <a:lnTo>
                  <a:pt x="3730" y="1221"/>
                </a:lnTo>
                <a:lnTo>
                  <a:pt x="3731" y="1221"/>
                </a:lnTo>
                <a:lnTo>
                  <a:pt x="3731" y="1220"/>
                </a:lnTo>
                <a:lnTo>
                  <a:pt x="3731" y="1219"/>
                </a:lnTo>
                <a:lnTo>
                  <a:pt x="3732" y="1219"/>
                </a:lnTo>
                <a:lnTo>
                  <a:pt x="3733" y="1219"/>
                </a:lnTo>
                <a:lnTo>
                  <a:pt x="3733" y="1218"/>
                </a:lnTo>
                <a:lnTo>
                  <a:pt x="3734" y="1219"/>
                </a:lnTo>
                <a:lnTo>
                  <a:pt x="3735" y="1219"/>
                </a:lnTo>
                <a:lnTo>
                  <a:pt x="3738" y="1218"/>
                </a:lnTo>
                <a:lnTo>
                  <a:pt x="3739" y="1217"/>
                </a:lnTo>
                <a:lnTo>
                  <a:pt x="3739" y="1218"/>
                </a:lnTo>
                <a:lnTo>
                  <a:pt x="3739" y="1219"/>
                </a:lnTo>
                <a:lnTo>
                  <a:pt x="3740" y="1220"/>
                </a:lnTo>
                <a:lnTo>
                  <a:pt x="3739" y="1220"/>
                </a:lnTo>
                <a:lnTo>
                  <a:pt x="3739" y="1222"/>
                </a:lnTo>
                <a:lnTo>
                  <a:pt x="3740" y="1222"/>
                </a:lnTo>
                <a:lnTo>
                  <a:pt x="3740" y="1224"/>
                </a:lnTo>
                <a:lnTo>
                  <a:pt x="3739" y="1224"/>
                </a:lnTo>
                <a:lnTo>
                  <a:pt x="3739" y="1225"/>
                </a:lnTo>
                <a:lnTo>
                  <a:pt x="3739" y="1226"/>
                </a:lnTo>
                <a:lnTo>
                  <a:pt x="3739" y="1227"/>
                </a:lnTo>
                <a:lnTo>
                  <a:pt x="3739" y="1229"/>
                </a:lnTo>
                <a:lnTo>
                  <a:pt x="3738" y="1230"/>
                </a:lnTo>
                <a:lnTo>
                  <a:pt x="3738" y="1231"/>
                </a:lnTo>
                <a:lnTo>
                  <a:pt x="3738" y="1232"/>
                </a:lnTo>
                <a:lnTo>
                  <a:pt x="3738" y="1234"/>
                </a:lnTo>
                <a:lnTo>
                  <a:pt x="3738" y="1235"/>
                </a:lnTo>
                <a:lnTo>
                  <a:pt x="3737" y="1236"/>
                </a:lnTo>
                <a:lnTo>
                  <a:pt x="3737" y="1237"/>
                </a:lnTo>
                <a:lnTo>
                  <a:pt x="3737" y="1238"/>
                </a:lnTo>
                <a:lnTo>
                  <a:pt x="3737" y="1239"/>
                </a:lnTo>
                <a:lnTo>
                  <a:pt x="3737" y="1240"/>
                </a:lnTo>
                <a:lnTo>
                  <a:pt x="3737" y="1241"/>
                </a:lnTo>
                <a:lnTo>
                  <a:pt x="3738" y="1242"/>
                </a:lnTo>
                <a:lnTo>
                  <a:pt x="3739" y="1242"/>
                </a:lnTo>
                <a:lnTo>
                  <a:pt x="3739" y="1243"/>
                </a:lnTo>
                <a:lnTo>
                  <a:pt x="3740" y="1243"/>
                </a:lnTo>
                <a:lnTo>
                  <a:pt x="3740" y="1244"/>
                </a:lnTo>
                <a:lnTo>
                  <a:pt x="3741" y="1244"/>
                </a:lnTo>
                <a:lnTo>
                  <a:pt x="3742" y="1244"/>
                </a:lnTo>
                <a:lnTo>
                  <a:pt x="3743" y="1244"/>
                </a:lnTo>
                <a:lnTo>
                  <a:pt x="3743" y="1243"/>
                </a:lnTo>
                <a:lnTo>
                  <a:pt x="3744" y="1243"/>
                </a:lnTo>
                <a:lnTo>
                  <a:pt x="3745" y="1242"/>
                </a:lnTo>
                <a:lnTo>
                  <a:pt x="3746" y="1242"/>
                </a:lnTo>
                <a:lnTo>
                  <a:pt x="3747" y="1243"/>
                </a:lnTo>
                <a:lnTo>
                  <a:pt x="3748" y="1243"/>
                </a:lnTo>
                <a:lnTo>
                  <a:pt x="3749" y="1242"/>
                </a:lnTo>
                <a:lnTo>
                  <a:pt x="3750" y="1242"/>
                </a:lnTo>
                <a:lnTo>
                  <a:pt x="3750" y="1241"/>
                </a:lnTo>
                <a:lnTo>
                  <a:pt x="3750" y="1238"/>
                </a:lnTo>
                <a:lnTo>
                  <a:pt x="3750" y="1237"/>
                </a:lnTo>
                <a:lnTo>
                  <a:pt x="3749" y="1237"/>
                </a:lnTo>
                <a:lnTo>
                  <a:pt x="3749" y="1236"/>
                </a:lnTo>
                <a:lnTo>
                  <a:pt x="3748" y="1235"/>
                </a:lnTo>
                <a:lnTo>
                  <a:pt x="3748" y="1234"/>
                </a:lnTo>
                <a:lnTo>
                  <a:pt x="3748" y="1233"/>
                </a:lnTo>
                <a:lnTo>
                  <a:pt x="3749" y="1233"/>
                </a:lnTo>
                <a:lnTo>
                  <a:pt x="3749" y="1232"/>
                </a:lnTo>
                <a:lnTo>
                  <a:pt x="3749" y="1231"/>
                </a:lnTo>
                <a:lnTo>
                  <a:pt x="3749" y="1230"/>
                </a:lnTo>
                <a:lnTo>
                  <a:pt x="3748" y="1230"/>
                </a:lnTo>
                <a:lnTo>
                  <a:pt x="3748" y="1229"/>
                </a:lnTo>
                <a:lnTo>
                  <a:pt x="3749" y="1228"/>
                </a:lnTo>
                <a:lnTo>
                  <a:pt x="3750" y="1228"/>
                </a:lnTo>
                <a:lnTo>
                  <a:pt x="3750" y="1229"/>
                </a:lnTo>
                <a:lnTo>
                  <a:pt x="3750" y="1228"/>
                </a:lnTo>
                <a:lnTo>
                  <a:pt x="3751" y="1228"/>
                </a:lnTo>
                <a:lnTo>
                  <a:pt x="3752" y="1228"/>
                </a:lnTo>
                <a:lnTo>
                  <a:pt x="3753" y="1229"/>
                </a:lnTo>
                <a:lnTo>
                  <a:pt x="3753" y="1230"/>
                </a:lnTo>
                <a:lnTo>
                  <a:pt x="3753" y="1231"/>
                </a:lnTo>
                <a:lnTo>
                  <a:pt x="3752" y="1232"/>
                </a:lnTo>
                <a:lnTo>
                  <a:pt x="3752" y="1233"/>
                </a:lnTo>
                <a:lnTo>
                  <a:pt x="3752" y="1234"/>
                </a:lnTo>
                <a:lnTo>
                  <a:pt x="3753" y="1234"/>
                </a:lnTo>
                <a:lnTo>
                  <a:pt x="3753" y="1235"/>
                </a:lnTo>
                <a:lnTo>
                  <a:pt x="3754" y="1235"/>
                </a:lnTo>
                <a:lnTo>
                  <a:pt x="3755" y="1235"/>
                </a:lnTo>
                <a:lnTo>
                  <a:pt x="3756" y="1236"/>
                </a:lnTo>
                <a:lnTo>
                  <a:pt x="3756" y="1237"/>
                </a:lnTo>
                <a:lnTo>
                  <a:pt x="3756" y="1238"/>
                </a:lnTo>
                <a:lnTo>
                  <a:pt x="3756" y="1239"/>
                </a:lnTo>
                <a:lnTo>
                  <a:pt x="3755" y="1239"/>
                </a:lnTo>
                <a:lnTo>
                  <a:pt x="3754" y="1240"/>
                </a:lnTo>
                <a:lnTo>
                  <a:pt x="3753" y="1240"/>
                </a:lnTo>
                <a:lnTo>
                  <a:pt x="3753" y="1241"/>
                </a:lnTo>
                <a:lnTo>
                  <a:pt x="3752" y="1241"/>
                </a:lnTo>
                <a:lnTo>
                  <a:pt x="3751" y="1241"/>
                </a:lnTo>
                <a:lnTo>
                  <a:pt x="3751" y="1242"/>
                </a:lnTo>
                <a:lnTo>
                  <a:pt x="3752" y="1242"/>
                </a:lnTo>
                <a:lnTo>
                  <a:pt x="3752" y="1243"/>
                </a:lnTo>
                <a:lnTo>
                  <a:pt x="3753" y="1243"/>
                </a:lnTo>
                <a:lnTo>
                  <a:pt x="3753" y="1244"/>
                </a:lnTo>
                <a:lnTo>
                  <a:pt x="3754" y="1244"/>
                </a:lnTo>
                <a:lnTo>
                  <a:pt x="3755" y="1244"/>
                </a:lnTo>
                <a:lnTo>
                  <a:pt x="3756" y="1244"/>
                </a:lnTo>
                <a:lnTo>
                  <a:pt x="3756" y="1243"/>
                </a:lnTo>
                <a:lnTo>
                  <a:pt x="3757" y="1243"/>
                </a:lnTo>
                <a:lnTo>
                  <a:pt x="3758" y="1243"/>
                </a:lnTo>
                <a:lnTo>
                  <a:pt x="3759" y="1243"/>
                </a:lnTo>
                <a:lnTo>
                  <a:pt x="3759" y="1244"/>
                </a:lnTo>
                <a:lnTo>
                  <a:pt x="3758" y="1245"/>
                </a:lnTo>
                <a:lnTo>
                  <a:pt x="3759" y="1247"/>
                </a:lnTo>
                <a:lnTo>
                  <a:pt x="3759" y="1248"/>
                </a:lnTo>
                <a:lnTo>
                  <a:pt x="3759" y="1249"/>
                </a:lnTo>
                <a:lnTo>
                  <a:pt x="3761" y="1253"/>
                </a:lnTo>
                <a:lnTo>
                  <a:pt x="3760" y="1253"/>
                </a:lnTo>
                <a:lnTo>
                  <a:pt x="3760" y="1255"/>
                </a:lnTo>
                <a:lnTo>
                  <a:pt x="3761" y="1257"/>
                </a:lnTo>
                <a:lnTo>
                  <a:pt x="3761" y="1258"/>
                </a:lnTo>
                <a:lnTo>
                  <a:pt x="3762" y="1260"/>
                </a:lnTo>
                <a:lnTo>
                  <a:pt x="3761" y="1261"/>
                </a:lnTo>
                <a:lnTo>
                  <a:pt x="3761" y="1262"/>
                </a:lnTo>
                <a:lnTo>
                  <a:pt x="3760" y="1266"/>
                </a:lnTo>
                <a:lnTo>
                  <a:pt x="3760" y="1269"/>
                </a:lnTo>
                <a:lnTo>
                  <a:pt x="3759" y="1269"/>
                </a:lnTo>
                <a:lnTo>
                  <a:pt x="3755" y="1270"/>
                </a:lnTo>
                <a:lnTo>
                  <a:pt x="3750" y="1271"/>
                </a:lnTo>
                <a:lnTo>
                  <a:pt x="3749" y="1271"/>
                </a:lnTo>
                <a:lnTo>
                  <a:pt x="3747" y="1272"/>
                </a:lnTo>
                <a:lnTo>
                  <a:pt x="3746" y="1272"/>
                </a:lnTo>
                <a:lnTo>
                  <a:pt x="3744" y="1272"/>
                </a:lnTo>
                <a:lnTo>
                  <a:pt x="3743" y="1272"/>
                </a:lnTo>
                <a:lnTo>
                  <a:pt x="3742" y="1273"/>
                </a:lnTo>
                <a:lnTo>
                  <a:pt x="3735" y="1275"/>
                </a:lnTo>
                <a:lnTo>
                  <a:pt x="3734" y="1275"/>
                </a:lnTo>
                <a:lnTo>
                  <a:pt x="3727" y="1277"/>
                </a:lnTo>
                <a:lnTo>
                  <a:pt x="3726" y="1279"/>
                </a:lnTo>
                <a:lnTo>
                  <a:pt x="3725" y="1279"/>
                </a:lnTo>
                <a:lnTo>
                  <a:pt x="3724" y="1280"/>
                </a:lnTo>
                <a:lnTo>
                  <a:pt x="3723" y="1280"/>
                </a:lnTo>
                <a:lnTo>
                  <a:pt x="3722" y="1280"/>
                </a:lnTo>
                <a:lnTo>
                  <a:pt x="3722" y="1281"/>
                </a:lnTo>
                <a:lnTo>
                  <a:pt x="3721" y="1282"/>
                </a:lnTo>
                <a:lnTo>
                  <a:pt x="3720" y="1282"/>
                </a:lnTo>
                <a:lnTo>
                  <a:pt x="3718" y="1282"/>
                </a:lnTo>
                <a:lnTo>
                  <a:pt x="3716" y="1283"/>
                </a:lnTo>
                <a:lnTo>
                  <a:pt x="3715" y="1284"/>
                </a:lnTo>
                <a:lnTo>
                  <a:pt x="3715" y="1285"/>
                </a:lnTo>
                <a:lnTo>
                  <a:pt x="3716" y="1285"/>
                </a:lnTo>
                <a:lnTo>
                  <a:pt x="3716" y="1286"/>
                </a:lnTo>
                <a:lnTo>
                  <a:pt x="3716" y="1287"/>
                </a:lnTo>
                <a:lnTo>
                  <a:pt x="3717" y="1288"/>
                </a:lnTo>
                <a:lnTo>
                  <a:pt x="3717" y="1289"/>
                </a:lnTo>
                <a:lnTo>
                  <a:pt x="3717" y="1290"/>
                </a:lnTo>
                <a:lnTo>
                  <a:pt x="3718" y="1292"/>
                </a:lnTo>
                <a:lnTo>
                  <a:pt x="3717" y="1293"/>
                </a:lnTo>
                <a:lnTo>
                  <a:pt x="3715" y="1293"/>
                </a:lnTo>
                <a:lnTo>
                  <a:pt x="3715" y="1294"/>
                </a:lnTo>
                <a:lnTo>
                  <a:pt x="3713" y="1295"/>
                </a:lnTo>
                <a:lnTo>
                  <a:pt x="3713" y="1296"/>
                </a:lnTo>
                <a:lnTo>
                  <a:pt x="3713" y="1297"/>
                </a:lnTo>
                <a:lnTo>
                  <a:pt x="3714" y="1297"/>
                </a:lnTo>
                <a:lnTo>
                  <a:pt x="3713" y="1297"/>
                </a:lnTo>
                <a:lnTo>
                  <a:pt x="3713" y="1298"/>
                </a:lnTo>
                <a:lnTo>
                  <a:pt x="3713" y="1297"/>
                </a:lnTo>
                <a:lnTo>
                  <a:pt x="3712" y="1299"/>
                </a:lnTo>
                <a:lnTo>
                  <a:pt x="3711" y="1299"/>
                </a:lnTo>
                <a:lnTo>
                  <a:pt x="3711" y="1298"/>
                </a:lnTo>
                <a:lnTo>
                  <a:pt x="3710" y="1299"/>
                </a:lnTo>
                <a:lnTo>
                  <a:pt x="3709" y="1299"/>
                </a:lnTo>
                <a:lnTo>
                  <a:pt x="3708" y="1299"/>
                </a:lnTo>
                <a:lnTo>
                  <a:pt x="3707" y="1298"/>
                </a:lnTo>
                <a:lnTo>
                  <a:pt x="3706" y="1297"/>
                </a:lnTo>
                <a:lnTo>
                  <a:pt x="3705" y="1295"/>
                </a:lnTo>
                <a:lnTo>
                  <a:pt x="3704" y="1295"/>
                </a:lnTo>
                <a:lnTo>
                  <a:pt x="3701" y="1296"/>
                </a:lnTo>
                <a:lnTo>
                  <a:pt x="3699" y="1297"/>
                </a:lnTo>
                <a:lnTo>
                  <a:pt x="3697" y="1298"/>
                </a:lnTo>
                <a:lnTo>
                  <a:pt x="3696" y="1298"/>
                </a:lnTo>
                <a:lnTo>
                  <a:pt x="3694" y="1299"/>
                </a:lnTo>
                <a:lnTo>
                  <a:pt x="3693" y="1299"/>
                </a:lnTo>
                <a:lnTo>
                  <a:pt x="3694" y="1301"/>
                </a:lnTo>
                <a:lnTo>
                  <a:pt x="3692" y="1302"/>
                </a:lnTo>
                <a:lnTo>
                  <a:pt x="3690" y="1299"/>
                </a:lnTo>
                <a:lnTo>
                  <a:pt x="3690" y="1298"/>
                </a:lnTo>
                <a:lnTo>
                  <a:pt x="3689" y="1296"/>
                </a:lnTo>
                <a:lnTo>
                  <a:pt x="3688" y="1296"/>
                </a:lnTo>
                <a:lnTo>
                  <a:pt x="3686" y="1297"/>
                </a:lnTo>
                <a:lnTo>
                  <a:pt x="3685" y="1298"/>
                </a:lnTo>
                <a:lnTo>
                  <a:pt x="3686" y="1299"/>
                </a:lnTo>
                <a:lnTo>
                  <a:pt x="3686" y="1300"/>
                </a:lnTo>
                <a:lnTo>
                  <a:pt x="3686" y="1301"/>
                </a:lnTo>
                <a:lnTo>
                  <a:pt x="3687" y="1302"/>
                </a:lnTo>
                <a:lnTo>
                  <a:pt x="3688" y="1305"/>
                </a:lnTo>
                <a:lnTo>
                  <a:pt x="3684" y="1306"/>
                </a:lnTo>
                <a:lnTo>
                  <a:pt x="3682" y="1307"/>
                </a:lnTo>
                <a:lnTo>
                  <a:pt x="3681" y="1307"/>
                </a:lnTo>
                <a:lnTo>
                  <a:pt x="3681" y="1308"/>
                </a:lnTo>
                <a:lnTo>
                  <a:pt x="3681" y="1309"/>
                </a:lnTo>
                <a:lnTo>
                  <a:pt x="3681" y="1310"/>
                </a:lnTo>
                <a:lnTo>
                  <a:pt x="3683" y="1314"/>
                </a:lnTo>
                <a:lnTo>
                  <a:pt x="3683" y="1315"/>
                </a:lnTo>
                <a:lnTo>
                  <a:pt x="3684" y="1317"/>
                </a:lnTo>
                <a:lnTo>
                  <a:pt x="3686" y="1330"/>
                </a:lnTo>
                <a:lnTo>
                  <a:pt x="3686" y="1331"/>
                </a:lnTo>
                <a:lnTo>
                  <a:pt x="3686" y="1332"/>
                </a:lnTo>
                <a:lnTo>
                  <a:pt x="3686" y="1333"/>
                </a:lnTo>
                <a:lnTo>
                  <a:pt x="3687" y="1335"/>
                </a:lnTo>
                <a:lnTo>
                  <a:pt x="3702" y="1352"/>
                </a:lnTo>
                <a:lnTo>
                  <a:pt x="3709" y="1358"/>
                </a:lnTo>
                <a:lnTo>
                  <a:pt x="3710" y="1359"/>
                </a:lnTo>
                <a:lnTo>
                  <a:pt x="3717" y="1369"/>
                </a:lnTo>
                <a:lnTo>
                  <a:pt x="3716" y="1370"/>
                </a:lnTo>
                <a:lnTo>
                  <a:pt x="3713" y="1373"/>
                </a:lnTo>
                <a:lnTo>
                  <a:pt x="3712" y="1378"/>
                </a:lnTo>
                <a:lnTo>
                  <a:pt x="3713" y="1384"/>
                </a:lnTo>
                <a:lnTo>
                  <a:pt x="3713" y="1385"/>
                </a:lnTo>
                <a:lnTo>
                  <a:pt x="3710" y="1386"/>
                </a:lnTo>
                <a:lnTo>
                  <a:pt x="3710" y="1388"/>
                </a:lnTo>
                <a:lnTo>
                  <a:pt x="3713" y="1394"/>
                </a:lnTo>
                <a:lnTo>
                  <a:pt x="3707" y="1397"/>
                </a:lnTo>
                <a:lnTo>
                  <a:pt x="3704" y="1402"/>
                </a:lnTo>
                <a:lnTo>
                  <a:pt x="3699" y="1404"/>
                </a:lnTo>
                <a:lnTo>
                  <a:pt x="3692" y="1406"/>
                </a:lnTo>
                <a:lnTo>
                  <a:pt x="3670" y="1414"/>
                </a:lnTo>
                <a:lnTo>
                  <a:pt x="3681" y="1445"/>
                </a:lnTo>
                <a:lnTo>
                  <a:pt x="3681" y="1446"/>
                </a:lnTo>
                <a:lnTo>
                  <a:pt x="3681" y="1447"/>
                </a:lnTo>
                <a:lnTo>
                  <a:pt x="3681" y="1448"/>
                </a:lnTo>
                <a:lnTo>
                  <a:pt x="3681" y="1450"/>
                </a:lnTo>
                <a:lnTo>
                  <a:pt x="3681" y="1451"/>
                </a:lnTo>
                <a:lnTo>
                  <a:pt x="3681" y="1452"/>
                </a:lnTo>
                <a:lnTo>
                  <a:pt x="3679" y="1457"/>
                </a:lnTo>
                <a:lnTo>
                  <a:pt x="3675" y="1458"/>
                </a:lnTo>
                <a:lnTo>
                  <a:pt x="3675" y="1459"/>
                </a:lnTo>
                <a:lnTo>
                  <a:pt x="3675" y="1460"/>
                </a:lnTo>
                <a:lnTo>
                  <a:pt x="3674" y="1461"/>
                </a:lnTo>
                <a:lnTo>
                  <a:pt x="3673" y="1462"/>
                </a:lnTo>
                <a:lnTo>
                  <a:pt x="3673" y="1463"/>
                </a:lnTo>
                <a:lnTo>
                  <a:pt x="3675" y="1465"/>
                </a:lnTo>
                <a:lnTo>
                  <a:pt x="3676" y="1466"/>
                </a:lnTo>
                <a:lnTo>
                  <a:pt x="3677" y="1468"/>
                </a:lnTo>
                <a:lnTo>
                  <a:pt x="3677" y="1469"/>
                </a:lnTo>
                <a:lnTo>
                  <a:pt x="3678" y="1470"/>
                </a:lnTo>
                <a:lnTo>
                  <a:pt x="3678" y="1471"/>
                </a:lnTo>
                <a:lnTo>
                  <a:pt x="3679" y="1472"/>
                </a:lnTo>
                <a:lnTo>
                  <a:pt x="3680" y="1473"/>
                </a:lnTo>
                <a:lnTo>
                  <a:pt x="3681" y="1474"/>
                </a:lnTo>
                <a:lnTo>
                  <a:pt x="3681" y="1475"/>
                </a:lnTo>
                <a:lnTo>
                  <a:pt x="3681" y="1476"/>
                </a:lnTo>
                <a:lnTo>
                  <a:pt x="3679" y="1479"/>
                </a:lnTo>
                <a:lnTo>
                  <a:pt x="3680" y="1479"/>
                </a:lnTo>
                <a:lnTo>
                  <a:pt x="3679" y="1479"/>
                </a:lnTo>
                <a:lnTo>
                  <a:pt x="3679" y="1480"/>
                </a:lnTo>
                <a:lnTo>
                  <a:pt x="3678" y="1482"/>
                </a:lnTo>
                <a:lnTo>
                  <a:pt x="3677" y="1483"/>
                </a:lnTo>
                <a:lnTo>
                  <a:pt x="3677" y="1484"/>
                </a:lnTo>
                <a:lnTo>
                  <a:pt x="3678" y="1485"/>
                </a:lnTo>
                <a:lnTo>
                  <a:pt x="3679" y="1485"/>
                </a:lnTo>
                <a:lnTo>
                  <a:pt x="3677" y="1486"/>
                </a:lnTo>
                <a:lnTo>
                  <a:pt x="3677" y="1488"/>
                </a:lnTo>
                <a:lnTo>
                  <a:pt x="3676" y="1489"/>
                </a:lnTo>
                <a:lnTo>
                  <a:pt x="3677" y="1489"/>
                </a:lnTo>
                <a:lnTo>
                  <a:pt x="3672" y="1491"/>
                </a:lnTo>
                <a:lnTo>
                  <a:pt x="3667" y="1492"/>
                </a:lnTo>
                <a:lnTo>
                  <a:pt x="3666" y="1489"/>
                </a:lnTo>
                <a:lnTo>
                  <a:pt x="3666" y="1488"/>
                </a:lnTo>
                <a:lnTo>
                  <a:pt x="3665" y="1488"/>
                </a:lnTo>
                <a:lnTo>
                  <a:pt x="3665" y="1486"/>
                </a:lnTo>
                <a:lnTo>
                  <a:pt x="3664" y="1486"/>
                </a:lnTo>
                <a:lnTo>
                  <a:pt x="3663" y="1486"/>
                </a:lnTo>
                <a:lnTo>
                  <a:pt x="3662" y="1484"/>
                </a:lnTo>
                <a:lnTo>
                  <a:pt x="3662" y="1483"/>
                </a:lnTo>
                <a:lnTo>
                  <a:pt x="3662" y="1482"/>
                </a:lnTo>
                <a:lnTo>
                  <a:pt x="3661" y="1482"/>
                </a:lnTo>
                <a:lnTo>
                  <a:pt x="3661" y="1481"/>
                </a:lnTo>
                <a:lnTo>
                  <a:pt x="3661" y="1480"/>
                </a:lnTo>
                <a:lnTo>
                  <a:pt x="3660" y="1479"/>
                </a:lnTo>
                <a:lnTo>
                  <a:pt x="3655" y="1479"/>
                </a:lnTo>
                <a:lnTo>
                  <a:pt x="3655" y="1478"/>
                </a:lnTo>
                <a:lnTo>
                  <a:pt x="3654" y="1478"/>
                </a:lnTo>
                <a:lnTo>
                  <a:pt x="3651" y="1475"/>
                </a:lnTo>
                <a:lnTo>
                  <a:pt x="3649" y="1474"/>
                </a:lnTo>
                <a:lnTo>
                  <a:pt x="3648" y="1473"/>
                </a:lnTo>
                <a:lnTo>
                  <a:pt x="3648" y="1472"/>
                </a:lnTo>
                <a:lnTo>
                  <a:pt x="3647" y="1471"/>
                </a:lnTo>
                <a:lnTo>
                  <a:pt x="3647" y="1470"/>
                </a:lnTo>
                <a:lnTo>
                  <a:pt x="3646" y="1470"/>
                </a:lnTo>
                <a:lnTo>
                  <a:pt x="3646" y="1471"/>
                </a:lnTo>
                <a:lnTo>
                  <a:pt x="3645" y="1471"/>
                </a:lnTo>
                <a:lnTo>
                  <a:pt x="3645" y="1473"/>
                </a:lnTo>
                <a:lnTo>
                  <a:pt x="3644" y="1474"/>
                </a:lnTo>
                <a:lnTo>
                  <a:pt x="3644" y="1475"/>
                </a:lnTo>
                <a:lnTo>
                  <a:pt x="3644" y="1476"/>
                </a:lnTo>
                <a:lnTo>
                  <a:pt x="3643" y="1478"/>
                </a:lnTo>
                <a:lnTo>
                  <a:pt x="3642" y="1479"/>
                </a:lnTo>
                <a:lnTo>
                  <a:pt x="3641" y="1479"/>
                </a:lnTo>
                <a:lnTo>
                  <a:pt x="3640" y="1479"/>
                </a:lnTo>
                <a:lnTo>
                  <a:pt x="3640" y="1478"/>
                </a:lnTo>
                <a:lnTo>
                  <a:pt x="3640" y="1476"/>
                </a:lnTo>
                <a:lnTo>
                  <a:pt x="3639" y="1475"/>
                </a:lnTo>
                <a:lnTo>
                  <a:pt x="3639" y="1474"/>
                </a:lnTo>
                <a:lnTo>
                  <a:pt x="3640" y="1474"/>
                </a:lnTo>
                <a:lnTo>
                  <a:pt x="3639" y="1474"/>
                </a:lnTo>
                <a:lnTo>
                  <a:pt x="3639" y="1473"/>
                </a:lnTo>
                <a:lnTo>
                  <a:pt x="3639" y="1472"/>
                </a:lnTo>
                <a:lnTo>
                  <a:pt x="3638" y="1470"/>
                </a:lnTo>
                <a:lnTo>
                  <a:pt x="3638" y="1469"/>
                </a:lnTo>
                <a:lnTo>
                  <a:pt x="3637" y="1467"/>
                </a:lnTo>
                <a:lnTo>
                  <a:pt x="3637" y="1466"/>
                </a:lnTo>
                <a:lnTo>
                  <a:pt x="3637" y="1465"/>
                </a:lnTo>
                <a:lnTo>
                  <a:pt x="3636" y="1464"/>
                </a:lnTo>
                <a:lnTo>
                  <a:pt x="3636" y="1463"/>
                </a:lnTo>
                <a:lnTo>
                  <a:pt x="3634" y="1462"/>
                </a:lnTo>
                <a:lnTo>
                  <a:pt x="3633" y="1461"/>
                </a:lnTo>
                <a:lnTo>
                  <a:pt x="3632" y="1459"/>
                </a:lnTo>
                <a:lnTo>
                  <a:pt x="3627" y="1454"/>
                </a:lnTo>
                <a:lnTo>
                  <a:pt x="3618" y="1455"/>
                </a:lnTo>
                <a:lnTo>
                  <a:pt x="3617" y="1455"/>
                </a:lnTo>
                <a:lnTo>
                  <a:pt x="3616" y="1456"/>
                </a:lnTo>
                <a:lnTo>
                  <a:pt x="3616" y="1459"/>
                </a:lnTo>
                <a:lnTo>
                  <a:pt x="3617" y="1462"/>
                </a:lnTo>
                <a:lnTo>
                  <a:pt x="3618" y="1467"/>
                </a:lnTo>
                <a:lnTo>
                  <a:pt x="3619" y="1467"/>
                </a:lnTo>
                <a:lnTo>
                  <a:pt x="3619" y="1468"/>
                </a:lnTo>
                <a:lnTo>
                  <a:pt x="3618" y="1468"/>
                </a:lnTo>
                <a:lnTo>
                  <a:pt x="3617" y="1469"/>
                </a:lnTo>
                <a:lnTo>
                  <a:pt x="3617" y="1468"/>
                </a:lnTo>
                <a:lnTo>
                  <a:pt x="3615" y="1468"/>
                </a:lnTo>
                <a:lnTo>
                  <a:pt x="3614" y="1468"/>
                </a:lnTo>
                <a:lnTo>
                  <a:pt x="3614" y="1469"/>
                </a:lnTo>
                <a:lnTo>
                  <a:pt x="3615" y="1469"/>
                </a:lnTo>
                <a:lnTo>
                  <a:pt x="3614" y="1470"/>
                </a:lnTo>
                <a:lnTo>
                  <a:pt x="3615" y="1470"/>
                </a:lnTo>
                <a:lnTo>
                  <a:pt x="3614" y="1470"/>
                </a:lnTo>
                <a:lnTo>
                  <a:pt x="3613" y="1471"/>
                </a:lnTo>
                <a:lnTo>
                  <a:pt x="3613" y="1472"/>
                </a:lnTo>
                <a:lnTo>
                  <a:pt x="3613" y="1473"/>
                </a:lnTo>
                <a:lnTo>
                  <a:pt x="3612" y="1474"/>
                </a:lnTo>
                <a:lnTo>
                  <a:pt x="3613" y="1474"/>
                </a:lnTo>
                <a:lnTo>
                  <a:pt x="3613" y="1475"/>
                </a:lnTo>
                <a:lnTo>
                  <a:pt x="3612" y="1475"/>
                </a:lnTo>
                <a:lnTo>
                  <a:pt x="3610" y="1475"/>
                </a:lnTo>
                <a:lnTo>
                  <a:pt x="3611" y="1476"/>
                </a:lnTo>
                <a:lnTo>
                  <a:pt x="3612" y="1476"/>
                </a:lnTo>
                <a:lnTo>
                  <a:pt x="3611" y="1477"/>
                </a:lnTo>
                <a:lnTo>
                  <a:pt x="3610" y="1478"/>
                </a:lnTo>
                <a:lnTo>
                  <a:pt x="3611" y="1478"/>
                </a:lnTo>
                <a:lnTo>
                  <a:pt x="3611" y="1479"/>
                </a:lnTo>
                <a:lnTo>
                  <a:pt x="3610" y="1479"/>
                </a:lnTo>
                <a:lnTo>
                  <a:pt x="3609" y="1480"/>
                </a:lnTo>
                <a:lnTo>
                  <a:pt x="3609" y="1481"/>
                </a:lnTo>
                <a:lnTo>
                  <a:pt x="3608" y="1481"/>
                </a:lnTo>
                <a:lnTo>
                  <a:pt x="3607" y="1481"/>
                </a:lnTo>
                <a:lnTo>
                  <a:pt x="3607" y="1482"/>
                </a:lnTo>
                <a:lnTo>
                  <a:pt x="3606" y="1483"/>
                </a:lnTo>
                <a:lnTo>
                  <a:pt x="3605" y="1483"/>
                </a:lnTo>
                <a:lnTo>
                  <a:pt x="3605" y="1482"/>
                </a:lnTo>
                <a:lnTo>
                  <a:pt x="3604" y="1481"/>
                </a:lnTo>
                <a:lnTo>
                  <a:pt x="3603" y="1481"/>
                </a:lnTo>
                <a:lnTo>
                  <a:pt x="3603" y="1480"/>
                </a:lnTo>
                <a:lnTo>
                  <a:pt x="3603" y="1479"/>
                </a:lnTo>
                <a:lnTo>
                  <a:pt x="3603" y="1478"/>
                </a:lnTo>
                <a:lnTo>
                  <a:pt x="3602" y="1478"/>
                </a:lnTo>
                <a:lnTo>
                  <a:pt x="3602" y="1477"/>
                </a:lnTo>
                <a:lnTo>
                  <a:pt x="3601" y="1476"/>
                </a:lnTo>
                <a:lnTo>
                  <a:pt x="3600" y="1477"/>
                </a:lnTo>
                <a:lnTo>
                  <a:pt x="3599" y="1477"/>
                </a:lnTo>
                <a:lnTo>
                  <a:pt x="3598" y="1476"/>
                </a:lnTo>
                <a:lnTo>
                  <a:pt x="3598" y="1475"/>
                </a:lnTo>
                <a:lnTo>
                  <a:pt x="3598" y="1474"/>
                </a:lnTo>
                <a:lnTo>
                  <a:pt x="3597" y="1474"/>
                </a:lnTo>
                <a:lnTo>
                  <a:pt x="3596" y="1473"/>
                </a:lnTo>
                <a:lnTo>
                  <a:pt x="3595" y="1472"/>
                </a:lnTo>
                <a:lnTo>
                  <a:pt x="3594" y="1473"/>
                </a:lnTo>
                <a:lnTo>
                  <a:pt x="3594" y="1472"/>
                </a:lnTo>
                <a:lnTo>
                  <a:pt x="3593" y="1472"/>
                </a:lnTo>
                <a:lnTo>
                  <a:pt x="3592" y="1472"/>
                </a:lnTo>
                <a:lnTo>
                  <a:pt x="3591" y="1472"/>
                </a:lnTo>
                <a:lnTo>
                  <a:pt x="3590" y="1471"/>
                </a:lnTo>
                <a:lnTo>
                  <a:pt x="3589" y="1471"/>
                </a:lnTo>
                <a:lnTo>
                  <a:pt x="3588" y="1471"/>
                </a:lnTo>
                <a:lnTo>
                  <a:pt x="3588" y="1472"/>
                </a:lnTo>
                <a:lnTo>
                  <a:pt x="3587" y="1472"/>
                </a:lnTo>
                <a:lnTo>
                  <a:pt x="3586" y="1471"/>
                </a:lnTo>
                <a:lnTo>
                  <a:pt x="3586" y="1470"/>
                </a:lnTo>
                <a:lnTo>
                  <a:pt x="3585" y="1471"/>
                </a:lnTo>
                <a:lnTo>
                  <a:pt x="3583" y="1471"/>
                </a:lnTo>
                <a:lnTo>
                  <a:pt x="3582" y="1470"/>
                </a:lnTo>
                <a:lnTo>
                  <a:pt x="3581" y="1470"/>
                </a:lnTo>
                <a:lnTo>
                  <a:pt x="3580" y="1470"/>
                </a:lnTo>
                <a:lnTo>
                  <a:pt x="3579" y="1470"/>
                </a:lnTo>
                <a:lnTo>
                  <a:pt x="3579" y="1469"/>
                </a:lnTo>
                <a:lnTo>
                  <a:pt x="3579" y="1468"/>
                </a:lnTo>
                <a:lnTo>
                  <a:pt x="3578" y="1468"/>
                </a:lnTo>
                <a:lnTo>
                  <a:pt x="3578" y="1467"/>
                </a:lnTo>
                <a:lnTo>
                  <a:pt x="3577" y="1467"/>
                </a:lnTo>
                <a:lnTo>
                  <a:pt x="3577" y="1466"/>
                </a:lnTo>
                <a:lnTo>
                  <a:pt x="3577" y="1465"/>
                </a:lnTo>
                <a:lnTo>
                  <a:pt x="3577" y="1464"/>
                </a:lnTo>
                <a:lnTo>
                  <a:pt x="3577" y="1463"/>
                </a:lnTo>
                <a:lnTo>
                  <a:pt x="3576" y="1462"/>
                </a:lnTo>
                <a:lnTo>
                  <a:pt x="3575" y="1461"/>
                </a:lnTo>
                <a:lnTo>
                  <a:pt x="3575" y="1460"/>
                </a:lnTo>
                <a:lnTo>
                  <a:pt x="3574" y="1461"/>
                </a:lnTo>
                <a:lnTo>
                  <a:pt x="3574" y="1460"/>
                </a:lnTo>
                <a:lnTo>
                  <a:pt x="3573" y="1461"/>
                </a:lnTo>
                <a:lnTo>
                  <a:pt x="3573" y="1460"/>
                </a:lnTo>
                <a:lnTo>
                  <a:pt x="3572" y="1460"/>
                </a:lnTo>
                <a:lnTo>
                  <a:pt x="3571" y="1459"/>
                </a:lnTo>
                <a:lnTo>
                  <a:pt x="3570" y="1458"/>
                </a:lnTo>
                <a:lnTo>
                  <a:pt x="3569" y="1457"/>
                </a:lnTo>
                <a:lnTo>
                  <a:pt x="3569" y="1456"/>
                </a:lnTo>
                <a:lnTo>
                  <a:pt x="3569" y="1455"/>
                </a:lnTo>
                <a:lnTo>
                  <a:pt x="3569" y="1456"/>
                </a:lnTo>
                <a:lnTo>
                  <a:pt x="3568" y="1455"/>
                </a:lnTo>
                <a:lnTo>
                  <a:pt x="3567" y="1455"/>
                </a:lnTo>
                <a:lnTo>
                  <a:pt x="3566" y="1456"/>
                </a:lnTo>
                <a:lnTo>
                  <a:pt x="3565" y="1455"/>
                </a:lnTo>
                <a:lnTo>
                  <a:pt x="3564" y="1455"/>
                </a:lnTo>
                <a:lnTo>
                  <a:pt x="3564" y="1454"/>
                </a:lnTo>
                <a:lnTo>
                  <a:pt x="3564" y="1453"/>
                </a:lnTo>
                <a:lnTo>
                  <a:pt x="3564" y="1452"/>
                </a:lnTo>
                <a:lnTo>
                  <a:pt x="3563" y="1451"/>
                </a:lnTo>
                <a:lnTo>
                  <a:pt x="3562" y="1451"/>
                </a:lnTo>
                <a:lnTo>
                  <a:pt x="3562" y="1452"/>
                </a:lnTo>
                <a:lnTo>
                  <a:pt x="3562" y="1453"/>
                </a:lnTo>
                <a:lnTo>
                  <a:pt x="3562" y="1454"/>
                </a:lnTo>
                <a:lnTo>
                  <a:pt x="3561" y="1454"/>
                </a:lnTo>
                <a:lnTo>
                  <a:pt x="3561" y="1453"/>
                </a:lnTo>
                <a:lnTo>
                  <a:pt x="3560" y="1453"/>
                </a:lnTo>
                <a:lnTo>
                  <a:pt x="3559" y="1453"/>
                </a:lnTo>
                <a:lnTo>
                  <a:pt x="3558" y="1453"/>
                </a:lnTo>
                <a:lnTo>
                  <a:pt x="3557" y="1453"/>
                </a:lnTo>
                <a:lnTo>
                  <a:pt x="3557" y="1452"/>
                </a:lnTo>
                <a:lnTo>
                  <a:pt x="3556" y="1452"/>
                </a:lnTo>
                <a:lnTo>
                  <a:pt x="3555" y="1452"/>
                </a:lnTo>
                <a:lnTo>
                  <a:pt x="3554" y="1452"/>
                </a:lnTo>
                <a:lnTo>
                  <a:pt x="3553" y="1452"/>
                </a:lnTo>
                <a:lnTo>
                  <a:pt x="3552" y="1452"/>
                </a:lnTo>
                <a:lnTo>
                  <a:pt x="3552" y="1451"/>
                </a:lnTo>
                <a:lnTo>
                  <a:pt x="3552" y="1450"/>
                </a:lnTo>
                <a:lnTo>
                  <a:pt x="3551" y="1449"/>
                </a:lnTo>
                <a:lnTo>
                  <a:pt x="3551" y="1448"/>
                </a:lnTo>
                <a:lnTo>
                  <a:pt x="3550" y="1448"/>
                </a:lnTo>
                <a:lnTo>
                  <a:pt x="3550" y="1449"/>
                </a:lnTo>
                <a:lnTo>
                  <a:pt x="3547" y="1449"/>
                </a:lnTo>
                <a:lnTo>
                  <a:pt x="3547" y="1450"/>
                </a:lnTo>
                <a:lnTo>
                  <a:pt x="3546" y="1450"/>
                </a:lnTo>
                <a:lnTo>
                  <a:pt x="3546" y="1451"/>
                </a:lnTo>
                <a:lnTo>
                  <a:pt x="3545" y="1451"/>
                </a:lnTo>
                <a:lnTo>
                  <a:pt x="3544" y="1451"/>
                </a:lnTo>
                <a:lnTo>
                  <a:pt x="3543" y="1451"/>
                </a:lnTo>
                <a:lnTo>
                  <a:pt x="3542" y="1450"/>
                </a:lnTo>
                <a:lnTo>
                  <a:pt x="3542" y="1449"/>
                </a:lnTo>
                <a:lnTo>
                  <a:pt x="3540" y="1449"/>
                </a:lnTo>
                <a:lnTo>
                  <a:pt x="3540" y="1448"/>
                </a:lnTo>
                <a:lnTo>
                  <a:pt x="3540" y="1447"/>
                </a:lnTo>
                <a:lnTo>
                  <a:pt x="3539" y="1447"/>
                </a:lnTo>
                <a:lnTo>
                  <a:pt x="3538" y="1447"/>
                </a:lnTo>
                <a:lnTo>
                  <a:pt x="3537" y="1447"/>
                </a:lnTo>
                <a:lnTo>
                  <a:pt x="3536" y="1447"/>
                </a:lnTo>
                <a:lnTo>
                  <a:pt x="3536" y="1448"/>
                </a:lnTo>
                <a:lnTo>
                  <a:pt x="3536" y="1447"/>
                </a:lnTo>
                <a:lnTo>
                  <a:pt x="3535" y="1447"/>
                </a:lnTo>
                <a:lnTo>
                  <a:pt x="3536" y="1448"/>
                </a:lnTo>
                <a:lnTo>
                  <a:pt x="3535" y="1449"/>
                </a:lnTo>
                <a:lnTo>
                  <a:pt x="3534" y="1450"/>
                </a:lnTo>
                <a:lnTo>
                  <a:pt x="3533" y="1450"/>
                </a:lnTo>
                <a:lnTo>
                  <a:pt x="3532" y="1451"/>
                </a:lnTo>
                <a:lnTo>
                  <a:pt x="3532" y="1452"/>
                </a:lnTo>
                <a:lnTo>
                  <a:pt x="3532" y="1453"/>
                </a:lnTo>
                <a:lnTo>
                  <a:pt x="3531" y="1453"/>
                </a:lnTo>
                <a:lnTo>
                  <a:pt x="3530" y="1453"/>
                </a:lnTo>
                <a:lnTo>
                  <a:pt x="3530" y="1454"/>
                </a:lnTo>
                <a:lnTo>
                  <a:pt x="3529" y="1454"/>
                </a:lnTo>
                <a:lnTo>
                  <a:pt x="3529" y="1455"/>
                </a:lnTo>
                <a:lnTo>
                  <a:pt x="3530" y="1456"/>
                </a:lnTo>
                <a:lnTo>
                  <a:pt x="3530" y="1457"/>
                </a:lnTo>
                <a:lnTo>
                  <a:pt x="3531" y="1457"/>
                </a:lnTo>
                <a:lnTo>
                  <a:pt x="3531" y="1456"/>
                </a:lnTo>
                <a:lnTo>
                  <a:pt x="3532" y="1456"/>
                </a:lnTo>
                <a:lnTo>
                  <a:pt x="3533" y="1456"/>
                </a:lnTo>
                <a:lnTo>
                  <a:pt x="3533" y="1457"/>
                </a:lnTo>
                <a:lnTo>
                  <a:pt x="3534" y="1457"/>
                </a:lnTo>
                <a:lnTo>
                  <a:pt x="3534" y="1458"/>
                </a:lnTo>
                <a:lnTo>
                  <a:pt x="3535" y="1459"/>
                </a:lnTo>
                <a:lnTo>
                  <a:pt x="3536" y="1459"/>
                </a:lnTo>
                <a:lnTo>
                  <a:pt x="3536" y="1460"/>
                </a:lnTo>
                <a:lnTo>
                  <a:pt x="3537" y="1460"/>
                </a:lnTo>
                <a:lnTo>
                  <a:pt x="3537" y="1461"/>
                </a:lnTo>
                <a:lnTo>
                  <a:pt x="3536" y="1461"/>
                </a:lnTo>
                <a:lnTo>
                  <a:pt x="3537" y="1462"/>
                </a:lnTo>
                <a:lnTo>
                  <a:pt x="3537" y="1463"/>
                </a:lnTo>
                <a:lnTo>
                  <a:pt x="3537" y="1464"/>
                </a:lnTo>
                <a:lnTo>
                  <a:pt x="3537" y="1465"/>
                </a:lnTo>
                <a:lnTo>
                  <a:pt x="3538" y="1465"/>
                </a:lnTo>
                <a:lnTo>
                  <a:pt x="3538" y="1466"/>
                </a:lnTo>
                <a:lnTo>
                  <a:pt x="3538" y="1467"/>
                </a:lnTo>
                <a:lnTo>
                  <a:pt x="3539" y="1467"/>
                </a:lnTo>
                <a:lnTo>
                  <a:pt x="3539" y="1468"/>
                </a:lnTo>
                <a:lnTo>
                  <a:pt x="3540" y="1468"/>
                </a:lnTo>
                <a:lnTo>
                  <a:pt x="3540" y="1469"/>
                </a:lnTo>
                <a:lnTo>
                  <a:pt x="3540" y="1470"/>
                </a:lnTo>
                <a:lnTo>
                  <a:pt x="3539" y="1471"/>
                </a:lnTo>
                <a:lnTo>
                  <a:pt x="3539" y="1472"/>
                </a:lnTo>
                <a:lnTo>
                  <a:pt x="3538" y="1473"/>
                </a:lnTo>
                <a:lnTo>
                  <a:pt x="3539" y="1473"/>
                </a:lnTo>
                <a:lnTo>
                  <a:pt x="3539" y="1474"/>
                </a:lnTo>
                <a:lnTo>
                  <a:pt x="3540" y="1475"/>
                </a:lnTo>
                <a:lnTo>
                  <a:pt x="3539" y="1475"/>
                </a:lnTo>
                <a:lnTo>
                  <a:pt x="3540" y="1476"/>
                </a:lnTo>
                <a:lnTo>
                  <a:pt x="3541" y="1477"/>
                </a:lnTo>
                <a:lnTo>
                  <a:pt x="3541" y="1478"/>
                </a:lnTo>
                <a:lnTo>
                  <a:pt x="3540" y="1478"/>
                </a:lnTo>
                <a:lnTo>
                  <a:pt x="3539" y="1478"/>
                </a:lnTo>
                <a:lnTo>
                  <a:pt x="3539" y="1479"/>
                </a:lnTo>
                <a:lnTo>
                  <a:pt x="3538" y="1480"/>
                </a:lnTo>
                <a:lnTo>
                  <a:pt x="3537" y="1481"/>
                </a:lnTo>
                <a:lnTo>
                  <a:pt x="3537" y="1482"/>
                </a:lnTo>
                <a:lnTo>
                  <a:pt x="3537" y="1483"/>
                </a:lnTo>
                <a:lnTo>
                  <a:pt x="3536" y="1484"/>
                </a:lnTo>
                <a:lnTo>
                  <a:pt x="3536" y="1485"/>
                </a:lnTo>
                <a:lnTo>
                  <a:pt x="3535" y="1486"/>
                </a:lnTo>
                <a:lnTo>
                  <a:pt x="3535" y="1487"/>
                </a:lnTo>
                <a:lnTo>
                  <a:pt x="3535" y="1488"/>
                </a:lnTo>
                <a:lnTo>
                  <a:pt x="3536" y="1488"/>
                </a:lnTo>
                <a:lnTo>
                  <a:pt x="3536" y="1489"/>
                </a:lnTo>
                <a:lnTo>
                  <a:pt x="3536" y="1490"/>
                </a:lnTo>
                <a:lnTo>
                  <a:pt x="3535" y="1491"/>
                </a:lnTo>
                <a:lnTo>
                  <a:pt x="3534" y="1491"/>
                </a:lnTo>
                <a:lnTo>
                  <a:pt x="3534" y="1492"/>
                </a:lnTo>
                <a:lnTo>
                  <a:pt x="3534" y="1493"/>
                </a:lnTo>
                <a:lnTo>
                  <a:pt x="3535" y="1493"/>
                </a:lnTo>
                <a:lnTo>
                  <a:pt x="3535" y="1494"/>
                </a:lnTo>
                <a:lnTo>
                  <a:pt x="3534" y="1494"/>
                </a:lnTo>
                <a:lnTo>
                  <a:pt x="3534" y="1493"/>
                </a:lnTo>
                <a:lnTo>
                  <a:pt x="3534" y="1494"/>
                </a:lnTo>
                <a:lnTo>
                  <a:pt x="3535" y="1495"/>
                </a:lnTo>
                <a:lnTo>
                  <a:pt x="3534" y="1495"/>
                </a:lnTo>
                <a:lnTo>
                  <a:pt x="3534" y="1496"/>
                </a:lnTo>
                <a:lnTo>
                  <a:pt x="3533" y="1496"/>
                </a:lnTo>
                <a:lnTo>
                  <a:pt x="3534" y="1497"/>
                </a:lnTo>
                <a:lnTo>
                  <a:pt x="3533" y="1497"/>
                </a:lnTo>
                <a:lnTo>
                  <a:pt x="3532" y="1498"/>
                </a:lnTo>
                <a:lnTo>
                  <a:pt x="3532" y="1497"/>
                </a:lnTo>
                <a:lnTo>
                  <a:pt x="3531" y="1497"/>
                </a:lnTo>
                <a:lnTo>
                  <a:pt x="3532" y="1497"/>
                </a:lnTo>
                <a:lnTo>
                  <a:pt x="3531" y="1496"/>
                </a:lnTo>
                <a:lnTo>
                  <a:pt x="3530" y="1496"/>
                </a:lnTo>
                <a:lnTo>
                  <a:pt x="3531" y="1498"/>
                </a:lnTo>
                <a:lnTo>
                  <a:pt x="3531" y="1497"/>
                </a:lnTo>
                <a:lnTo>
                  <a:pt x="3532" y="1498"/>
                </a:lnTo>
                <a:lnTo>
                  <a:pt x="3531" y="1498"/>
                </a:lnTo>
                <a:lnTo>
                  <a:pt x="3530" y="1499"/>
                </a:lnTo>
                <a:lnTo>
                  <a:pt x="3529" y="1499"/>
                </a:lnTo>
                <a:lnTo>
                  <a:pt x="3529" y="1500"/>
                </a:lnTo>
                <a:lnTo>
                  <a:pt x="3529" y="1501"/>
                </a:lnTo>
                <a:lnTo>
                  <a:pt x="3528" y="1502"/>
                </a:lnTo>
                <a:lnTo>
                  <a:pt x="3527" y="1502"/>
                </a:lnTo>
                <a:lnTo>
                  <a:pt x="3528" y="1502"/>
                </a:lnTo>
                <a:lnTo>
                  <a:pt x="3528" y="1503"/>
                </a:lnTo>
                <a:lnTo>
                  <a:pt x="3527" y="1503"/>
                </a:lnTo>
                <a:lnTo>
                  <a:pt x="3526" y="1503"/>
                </a:lnTo>
                <a:lnTo>
                  <a:pt x="3525" y="1503"/>
                </a:lnTo>
                <a:lnTo>
                  <a:pt x="3524" y="1503"/>
                </a:lnTo>
                <a:lnTo>
                  <a:pt x="3523" y="1503"/>
                </a:lnTo>
                <a:lnTo>
                  <a:pt x="3522" y="1502"/>
                </a:lnTo>
                <a:lnTo>
                  <a:pt x="3522" y="1503"/>
                </a:lnTo>
                <a:lnTo>
                  <a:pt x="3522" y="1504"/>
                </a:lnTo>
                <a:lnTo>
                  <a:pt x="3521" y="1505"/>
                </a:lnTo>
                <a:lnTo>
                  <a:pt x="3521" y="1506"/>
                </a:lnTo>
                <a:lnTo>
                  <a:pt x="3521" y="1507"/>
                </a:lnTo>
                <a:lnTo>
                  <a:pt x="3522" y="1508"/>
                </a:lnTo>
                <a:lnTo>
                  <a:pt x="3523" y="1508"/>
                </a:lnTo>
                <a:lnTo>
                  <a:pt x="3524" y="1508"/>
                </a:lnTo>
                <a:lnTo>
                  <a:pt x="3525" y="1509"/>
                </a:lnTo>
                <a:lnTo>
                  <a:pt x="3525" y="1510"/>
                </a:lnTo>
                <a:lnTo>
                  <a:pt x="3524" y="1511"/>
                </a:lnTo>
                <a:lnTo>
                  <a:pt x="3525" y="1511"/>
                </a:lnTo>
                <a:lnTo>
                  <a:pt x="3526" y="1512"/>
                </a:lnTo>
                <a:lnTo>
                  <a:pt x="3527" y="1512"/>
                </a:lnTo>
                <a:lnTo>
                  <a:pt x="3528" y="1514"/>
                </a:lnTo>
                <a:lnTo>
                  <a:pt x="3529" y="1514"/>
                </a:lnTo>
                <a:lnTo>
                  <a:pt x="3532" y="1515"/>
                </a:lnTo>
                <a:lnTo>
                  <a:pt x="3535" y="1515"/>
                </a:lnTo>
                <a:lnTo>
                  <a:pt x="3536" y="1516"/>
                </a:lnTo>
                <a:lnTo>
                  <a:pt x="3537" y="1516"/>
                </a:lnTo>
                <a:lnTo>
                  <a:pt x="3538" y="1516"/>
                </a:lnTo>
                <a:lnTo>
                  <a:pt x="3539" y="1516"/>
                </a:lnTo>
                <a:lnTo>
                  <a:pt x="3540" y="1516"/>
                </a:lnTo>
                <a:lnTo>
                  <a:pt x="3541" y="1515"/>
                </a:lnTo>
                <a:lnTo>
                  <a:pt x="3542" y="1515"/>
                </a:lnTo>
                <a:lnTo>
                  <a:pt x="3545" y="1516"/>
                </a:lnTo>
                <a:lnTo>
                  <a:pt x="3547" y="1516"/>
                </a:lnTo>
                <a:lnTo>
                  <a:pt x="3546" y="1515"/>
                </a:lnTo>
                <a:lnTo>
                  <a:pt x="3546" y="1514"/>
                </a:lnTo>
                <a:lnTo>
                  <a:pt x="3546" y="1513"/>
                </a:lnTo>
                <a:lnTo>
                  <a:pt x="3547" y="1513"/>
                </a:lnTo>
                <a:lnTo>
                  <a:pt x="3547" y="1512"/>
                </a:lnTo>
                <a:lnTo>
                  <a:pt x="3548" y="1511"/>
                </a:lnTo>
                <a:lnTo>
                  <a:pt x="3549" y="1511"/>
                </a:lnTo>
                <a:lnTo>
                  <a:pt x="3549" y="1510"/>
                </a:lnTo>
                <a:lnTo>
                  <a:pt x="3550" y="1510"/>
                </a:lnTo>
                <a:lnTo>
                  <a:pt x="3551" y="1509"/>
                </a:lnTo>
                <a:lnTo>
                  <a:pt x="3552" y="1508"/>
                </a:lnTo>
                <a:lnTo>
                  <a:pt x="3553" y="1508"/>
                </a:lnTo>
                <a:lnTo>
                  <a:pt x="3554" y="1508"/>
                </a:lnTo>
                <a:lnTo>
                  <a:pt x="3557" y="1509"/>
                </a:lnTo>
                <a:lnTo>
                  <a:pt x="3558" y="1508"/>
                </a:lnTo>
                <a:lnTo>
                  <a:pt x="3559" y="1508"/>
                </a:lnTo>
                <a:lnTo>
                  <a:pt x="3560" y="1507"/>
                </a:lnTo>
                <a:lnTo>
                  <a:pt x="3562" y="1507"/>
                </a:lnTo>
                <a:lnTo>
                  <a:pt x="3563" y="1508"/>
                </a:lnTo>
                <a:lnTo>
                  <a:pt x="3564" y="1507"/>
                </a:lnTo>
                <a:lnTo>
                  <a:pt x="3565" y="1508"/>
                </a:lnTo>
                <a:lnTo>
                  <a:pt x="3569" y="1511"/>
                </a:lnTo>
                <a:lnTo>
                  <a:pt x="3570" y="1513"/>
                </a:lnTo>
                <a:lnTo>
                  <a:pt x="3572" y="1517"/>
                </a:lnTo>
                <a:lnTo>
                  <a:pt x="3574" y="1521"/>
                </a:lnTo>
                <a:lnTo>
                  <a:pt x="3574" y="1522"/>
                </a:lnTo>
                <a:lnTo>
                  <a:pt x="3575" y="1522"/>
                </a:lnTo>
                <a:lnTo>
                  <a:pt x="3576" y="1524"/>
                </a:lnTo>
                <a:lnTo>
                  <a:pt x="3575" y="1528"/>
                </a:lnTo>
                <a:lnTo>
                  <a:pt x="3576" y="1529"/>
                </a:lnTo>
                <a:lnTo>
                  <a:pt x="3573" y="1530"/>
                </a:lnTo>
                <a:lnTo>
                  <a:pt x="3572" y="1530"/>
                </a:lnTo>
                <a:lnTo>
                  <a:pt x="3571" y="1531"/>
                </a:lnTo>
                <a:lnTo>
                  <a:pt x="3573" y="1533"/>
                </a:lnTo>
                <a:lnTo>
                  <a:pt x="3573" y="1534"/>
                </a:lnTo>
                <a:lnTo>
                  <a:pt x="3573" y="1535"/>
                </a:lnTo>
                <a:lnTo>
                  <a:pt x="3573" y="1536"/>
                </a:lnTo>
                <a:lnTo>
                  <a:pt x="3574" y="1536"/>
                </a:lnTo>
                <a:lnTo>
                  <a:pt x="3574" y="1537"/>
                </a:lnTo>
                <a:lnTo>
                  <a:pt x="3575" y="1537"/>
                </a:lnTo>
                <a:lnTo>
                  <a:pt x="3577" y="1539"/>
                </a:lnTo>
                <a:lnTo>
                  <a:pt x="3577" y="1540"/>
                </a:lnTo>
                <a:lnTo>
                  <a:pt x="3577" y="1541"/>
                </a:lnTo>
                <a:lnTo>
                  <a:pt x="3578" y="1542"/>
                </a:lnTo>
                <a:lnTo>
                  <a:pt x="3579" y="1544"/>
                </a:lnTo>
                <a:lnTo>
                  <a:pt x="3580" y="1548"/>
                </a:lnTo>
                <a:lnTo>
                  <a:pt x="3581" y="1548"/>
                </a:lnTo>
                <a:lnTo>
                  <a:pt x="3583" y="1551"/>
                </a:lnTo>
                <a:lnTo>
                  <a:pt x="3585" y="1551"/>
                </a:lnTo>
                <a:lnTo>
                  <a:pt x="3586" y="1551"/>
                </a:lnTo>
                <a:lnTo>
                  <a:pt x="3590" y="1553"/>
                </a:lnTo>
                <a:lnTo>
                  <a:pt x="3593" y="1554"/>
                </a:lnTo>
                <a:lnTo>
                  <a:pt x="3596" y="1554"/>
                </a:lnTo>
                <a:lnTo>
                  <a:pt x="3598" y="1556"/>
                </a:lnTo>
                <a:lnTo>
                  <a:pt x="3602" y="1556"/>
                </a:lnTo>
                <a:lnTo>
                  <a:pt x="3604" y="1556"/>
                </a:lnTo>
                <a:lnTo>
                  <a:pt x="3605" y="1556"/>
                </a:lnTo>
                <a:lnTo>
                  <a:pt x="3605" y="1557"/>
                </a:lnTo>
                <a:lnTo>
                  <a:pt x="3606" y="1558"/>
                </a:lnTo>
                <a:lnTo>
                  <a:pt x="3607" y="1561"/>
                </a:lnTo>
                <a:lnTo>
                  <a:pt x="3608" y="1563"/>
                </a:lnTo>
                <a:lnTo>
                  <a:pt x="3605" y="1570"/>
                </a:lnTo>
                <a:lnTo>
                  <a:pt x="3606" y="1570"/>
                </a:lnTo>
                <a:lnTo>
                  <a:pt x="3605" y="1571"/>
                </a:lnTo>
                <a:lnTo>
                  <a:pt x="3605" y="1572"/>
                </a:lnTo>
                <a:lnTo>
                  <a:pt x="3605" y="1574"/>
                </a:lnTo>
                <a:lnTo>
                  <a:pt x="3605" y="1575"/>
                </a:lnTo>
                <a:lnTo>
                  <a:pt x="3605" y="1578"/>
                </a:lnTo>
                <a:lnTo>
                  <a:pt x="3606" y="1579"/>
                </a:lnTo>
                <a:lnTo>
                  <a:pt x="3605" y="1579"/>
                </a:lnTo>
                <a:lnTo>
                  <a:pt x="3606" y="1581"/>
                </a:lnTo>
                <a:lnTo>
                  <a:pt x="3606" y="1583"/>
                </a:lnTo>
                <a:lnTo>
                  <a:pt x="3607" y="1585"/>
                </a:lnTo>
                <a:lnTo>
                  <a:pt x="3607" y="1586"/>
                </a:lnTo>
                <a:lnTo>
                  <a:pt x="3607" y="1585"/>
                </a:lnTo>
                <a:lnTo>
                  <a:pt x="3608" y="1587"/>
                </a:lnTo>
                <a:lnTo>
                  <a:pt x="3618" y="1588"/>
                </a:lnTo>
                <a:lnTo>
                  <a:pt x="3621" y="1589"/>
                </a:lnTo>
                <a:lnTo>
                  <a:pt x="3622" y="1591"/>
                </a:lnTo>
                <a:lnTo>
                  <a:pt x="3623" y="1594"/>
                </a:lnTo>
                <a:lnTo>
                  <a:pt x="3622" y="1603"/>
                </a:lnTo>
                <a:lnTo>
                  <a:pt x="3621" y="1606"/>
                </a:lnTo>
                <a:lnTo>
                  <a:pt x="3618" y="1609"/>
                </a:lnTo>
                <a:lnTo>
                  <a:pt x="3611" y="1610"/>
                </a:lnTo>
                <a:lnTo>
                  <a:pt x="3610" y="1613"/>
                </a:lnTo>
                <a:lnTo>
                  <a:pt x="3610" y="1615"/>
                </a:lnTo>
                <a:lnTo>
                  <a:pt x="3608" y="1619"/>
                </a:lnTo>
                <a:lnTo>
                  <a:pt x="3610" y="1627"/>
                </a:lnTo>
                <a:lnTo>
                  <a:pt x="3612" y="1634"/>
                </a:lnTo>
                <a:lnTo>
                  <a:pt x="3611" y="1638"/>
                </a:lnTo>
                <a:lnTo>
                  <a:pt x="3610" y="1644"/>
                </a:lnTo>
                <a:lnTo>
                  <a:pt x="3607" y="1647"/>
                </a:lnTo>
                <a:lnTo>
                  <a:pt x="3608" y="1648"/>
                </a:lnTo>
                <a:lnTo>
                  <a:pt x="3611" y="1658"/>
                </a:lnTo>
                <a:lnTo>
                  <a:pt x="3611" y="1666"/>
                </a:lnTo>
                <a:lnTo>
                  <a:pt x="3610" y="1666"/>
                </a:lnTo>
                <a:lnTo>
                  <a:pt x="3610" y="1667"/>
                </a:lnTo>
                <a:lnTo>
                  <a:pt x="3609" y="1667"/>
                </a:lnTo>
                <a:lnTo>
                  <a:pt x="3609" y="1666"/>
                </a:lnTo>
                <a:lnTo>
                  <a:pt x="3608" y="1667"/>
                </a:lnTo>
                <a:lnTo>
                  <a:pt x="3607" y="1668"/>
                </a:lnTo>
                <a:lnTo>
                  <a:pt x="3607" y="1670"/>
                </a:lnTo>
                <a:lnTo>
                  <a:pt x="3608" y="1670"/>
                </a:lnTo>
                <a:lnTo>
                  <a:pt x="3609" y="1671"/>
                </a:lnTo>
                <a:lnTo>
                  <a:pt x="3609" y="1672"/>
                </a:lnTo>
                <a:lnTo>
                  <a:pt x="3609" y="1673"/>
                </a:lnTo>
                <a:lnTo>
                  <a:pt x="3610" y="1673"/>
                </a:lnTo>
                <a:lnTo>
                  <a:pt x="3610" y="1672"/>
                </a:lnTo>
                <a:lnTo>
                  <a:pt x="3611" y="1673"/>
                </a:lnTo>
                <a:lnTo>
                  <a:pt x="3612" y="1674"/>
                </a:lnTo>
                <a:lnTo>
                  <a:pt x="3612" y="1675"/>
                </a:lnTo>
                <a:lnTo>
                  <a:pt x="3612" y="1676"/>
                </a:lnTo>
                <a:lnTo>
                  <a:pt x="3613" y="1677"/>
                </a:lnTo>
                <a:lnTo>
                  <a:pt x="3614" y="1677"/>
                </a:lnTo>
                <a:lnTo>
                  <a:pt x="3614" y="1678"/>
                </a:lnTo>
                <a:lnTo>
                  <a:pt x="3614" y="1679"/>
                </a:lnTo>
                <a:lnTo>
                  <a:pt x="3614" y="1681"/>
                </a:lnTo>
                <a:lnTo>
                  <a:pt x="3615" y="1681"/>
                </a:lnTo>
                <a:lnTo>
                  <a:pt x="3615" y="1682"/>
                </a:lnTo>
                <a:lnTo>
                  <a:pt x="3616" y="1682"/>
                </a:lnTo>
                <a:lnTo>
                  <a:pt x="3617" y="1684"/>
                </a:lnTo>
                <a:lnTo>
                  <a:pt x="3617" y="1685"/>
                </a:lnTo>
                <a:lnTo>
                  <a:pt x="3618" y="1685"/>
                </a:lnTo>
                <a:lnTo>
                  <a:pt x="3618" y="1687"/>
                </a:lnTo>
                <a:lnTo>
                  <a:pt x="3617" y="1689"/>
                </a:lnTo>
                <a:lnTo>
                  <a:pt x="3618" y="1690"/>
                </a:lnTo>
                <a:lnTo>
                  <a:pt x="3619" y="1692"/>
                </a:lnTo>
                <a:lnTo>
                  <a:pt x="3621" y="1693"/>
                </a:lnTo>
                <a:lnTo>
                  <a:pt x="3622" y="1693"/>
                </a:lnTo>
                <a:lnTo>
                  <a:pt x="3624" y="1692"/>
                </a:lnTo>
                <a:lnTo>
                  <a:pt x="3627" y="1692"/>
                </a:lnTo>
                <a:lnTo>
                  <a:pt x="3629" y="1693"/>
                </a:lnTo>
                <a:lnTo>
                  <a:pt x="3629" y="1694"/>
                </a:lnTo>
                <a:lnTo>
                  <a:pt x="3627" y="1695"/>
                </a:lnTo>
                <a:lnTo>
                  <a:pt x="3626" y="1697"/>
                </a:lnTo>
                <a:lnTo>
                  <a:pt x="3625" y="1697"/>
                </a:lnTo>
                <a:lnTo>
                  <a:pt x="3624" y="1697"/>
                </a:lnTo>
                <a:lnTo>
                  <a:pt x="3622" y="1695"/>
                </a:lnTo>
                <a:lnTo>
                  <a:pt x="3621" y="1695"/>
                </a:lnTo>
                <a:lnTo>
                  <a:pt x="3620" y="1700"/>
                </a:lnTo>
                <a:lnTo>
                  <a:pt x="3621" y="1701"/>
                </a:lnTo>
                <a:lnTo>
                  <a:pt x="3623" y="1700"/>
                </a:lnTo>
                <a:lnTo>
                  <a:pt x="3626" y="1699"/>
                </a:lnTo>
                <a:lnTo>
                  <a:pt x="3628" y="1699"/>
                </a:lnTo>
                <a:lnTo>
                  <a:pt x="3630" y="1702"/>
                </a:lnTo>
                <a:lnTo>
                  <a:pt x="3629" y="1702"/>
                </a:lnTo>
                <a:lnTo>
                  <a:pt x="3629" y="1703"/>
                </a:lnTo>
                <a:lnTo>
                  <a:pt x="3628" y="1704"/>
                </a:lnTo>
                <a:lnTo>
                  <a:pt x="3626" y="1706"/>
                </a:lnTo>
                <a:lnTo>
                  <a:pt x="3624" y="1708"/>
                </a:lnTo>
                <a:lnTo>
                  <a:pt x="3625" y="1709"/>
                </a:lnTo>
                <a:lnTo>
                  <a:pt x="3625" y="1710"/>
                </a:lnTo>
                <a:lnTo>
                  <a:pt x="3625" y="1711"/>
                </a:lnTo>
                <a:lnTo>
                  <a:pt x="3623" y="1714"/>
                </a:lnTo>
                <a:lnTo>
                  <a:pt x="3624" y="1715"/>
                </a:lnTo>
                <a:lnTo>
                  <a:pt x="3625" y="1718"/>
                </a:lnTo>
                <a:lnTo>
                  <a:pt x="3627" y="1726"/>
                </a:lnTo>
                <a:lnTo>
                  <a:pt x="3630" y="1728"/>
                </a:lnTo>
                <a:lnTo>
                  <a:pt x="3631" y="1731"/>
                </a:lnTo>
                <a:lnTo>
                  <a:pt x="3631" y="1733"/>
                </a:lnTo>
                <a:lnTo>
                  <a:pt x="3636" y="1734"/>
                </a:lnTo>
                <a:lnTo>
                  <a:pt x="3641" y="1735"/>
                </a:lnTo>
                <a:lnTo>
                  <a:pt x="3642" y="1736"/>
                </a:lnTo>
                <a:lnTo>
                  <a:pt x="3642" y="1737"/>
                </a:lnTo>
                <a:lnTo>
                  <a:pt x="3643" y="1737"/>
                </a:lnTo>
                <a:lnTo>
                  <a:pt x="3643" y="1738"/>
                </a:lnTo>
                <a:lnTo>
                  <a:pt x="3643" y="1739"/>
                </a:lnTo>
                <a:lnTo>
                  <a:pt x="3644" y="1739"/>
                </a:lnTo>
                <a:lnTo>
                  <a:pt x="3644" y="1740"/>
                </a:lnTo>
                <a:lnTo>
                  <a:pt x="3645" y="1740"/>
                </a:lnTo>
                <a:lnTo>
                  <a:pt x="3646" y="1741"/>
                </a:lnTo>
                <a:lnTo>
                  <a:pt x="3646" y="1743"/>
                </a:lnTo>
                <a:lnTo>
                  <a:pt x="3647" y="1747"/>
                </a:lnTo>
                <a:lnTo>
                  <a:pt x="3646" y="1747"/>
                </a:lnTo>
                <a:lnTo>
                  <a:pt x="3646" y="1748"/>
                </a:lnTo>
                <a:lnTo>
                  <a:pt x="3648" y="1750"/>
                </a:lnTo>
                <a:lnTo>
                  <a:pt x="3651" y="1751"/>
                </a:lnTo>
                <a:lnTo>
                  <a:pt x="3653" y="1750"/>
                </a:lnTo>
                <a:lnTo>
                  <a:pt x="3655" y="1751"/>
                </a:lnTo>
                <a:lnTo>
                  <a:pt x="3656" y="1749"/>
                </a:lnTo>
                <a:lnTo>
                  <a:pt x="3659" y="1760"/>
                </a:lnTo>
                <a:lnTo>
                  <a:pt x="3660" y="1763"/>
                </a:lnTo>
                <a:lnTo>
                  <a:pt x="3663" y="1783"/>
                </a:lnTo>
                <a:lnTo>
                  <a:pt x="3662" y="1791"/>
                </a:lnTo>
                <a:lnTo>
                  <a:pt x="3661" y="1792"/>
                </a:lnTo>
                <a:lnTo>
                  <a:pt x="3661" y="1793"/>
                </a:lnTo>
                <a:lnTo>
                  <a:pt x="3662" y="1795"/>
                </a:lnTo>
                <a:lnTo>
                  <a:pt x="3666" y="1797"/>
                </a:lnTo>
                <a:lnTo>
                  <a:pt x="3669" y="1798"/>
                </a:lnTo>
                <a:lnTo>
                  <a:pt x="3670" y="1798"/>
                </a:lnTo>
                <a:lnTo>
                  <a:pt x="3672" y="1797"/>
                </a:lnTo>
                <a:lnTo>
                  <a:pt x="3677" y="1796"/>
                </a:lnTo>
                <a:lnTo>
                  <a:pt x="3693" y="1793"/>
                </a:lnTo>
                <a:lnTo>
                  <a:pt x="3694" y="1792"/>
                </a:lnTo>
                <a:lnTo>
                  <a:pt x="3696" y="1791"/>
                </a:lnTo>
                <a:lnTo>
                  <a:pt x="3697" y="1790"/>
                </a:lnTo>
                <a:lnTo>
                  <a:pt x="3700" y="1788"/>
                </a:lnTo>
                <a:lnTo>
                  <a:pt x="3703" y="1786"/>
                </a:lnTo>
                <a:lnTo>
                  <a:pt x="3706" y="1785"/>
                </a:lnTo>
                <a:lnTo>
                  <a:pt x="3708" y="1783"/>
                </a:lnTo>
                <a:lnTo>
                  <a:pt x="3709" y="1783"/>
                </a:lnTo>
                <a:lnTo>
                  <a:pt x="3714" y="1780"/>
                </a:lnTo>
                <a:lnTo>
                  <a:pt x="3719" y="1778"/>
                </a:lnTo>
                <a:lnTo>
                  <a:pt x="3721" y="1776"/>
                </a:lnTo>
                <a:lnTo>
                  <a:pt x="3721" y="1774"/>
                </a:lnTo>
                <a:lnTo>
                  <a:pt x="3721" y="1772"/>
                </a:lnTo>
                <a:lnTo>
                  <a:pt x="3722" y="1771"/>
                </a:lnTo>
                <a:lnTo>
                  <a:pt x="3722" y="1770"/>
                </a:lnTo>
                <a:lnTo>
                  <a:pt x="3722" y="1769"/>
                </a:lnTo>
                <a:lnTo>
                  <a:pt x="3724" y="1766"/>
                </a:lnTo>
                <a:lnTo>
                  <a:pt x="3726" y="1763"/>
                </a:lnTo>
                <a:lnTo>
                  <a:pt x="3727" y="1761"/>
                </a:lnTo>
                <a:lnTo>
                  <a:pt x="3728" y="1759"/>
                </a:lnTo>
                <a:lnTo>
                  <a:pt x="3730" y="1757"/>
                </a:lnTo>
                <a:lnTo>
                  <a:pt x="3740" y="1751"/>
                </a:lnTo>
                <a:lnTo>
                  <a:pt x="3742" y="1750"/>
                </a:lnTo>
                <a:lnTo>
                  <a:pt x="3742" y="1749"/>
                </a:lnTo>
                <a:lnTo>
                  <a:pt x="3743" y="1748"/>
                </a:lnTo>
                <a:lnTo>
                  <a:pt x="3745" y="1746"/>
                </a:lnTo>
                <a:lnTo>
                  <a:pt x="3746" y="1745"/>
                </a:lnTo>
                <a:lnTo>
                  <a:pt x="3747" y="1744"/>
                </a:lnTo>
                <a:lnTo>
                  <a:pt x="3748" y="1743"/>
                </a:lnTo>
                <a:lnTo>
                  <a:pt x="3749" y="1742"/>
                </a:lnTo>
                <a:lnTo>
                  <a:pt x="3751" y="1739"/>
                </a:lnTo>
                <a:lnTo>
                  <a:pt x="3752" y="1738"/>
                </a:lnTo>
                <a:lnTo>
                  <a:pt x="3753" y="1737"/>
                </a:lnTo>
                <a:lnTo>
                  <a:pt x="3754" y="1736"/>
                </a:lnTo>
                <a:lnTo>
                  <a:pt x="3755" y="1736"/>
                </a:lnTo>
                <a:lnTo>
                  <a:pt x="3756" y="1733"/>
                </a:lnTo>
                <a:lnTo>
                  <a:pt x="3757" y="1732"/>
                </a:lnTo>
                <a:lnTo>
                  <a:pt x="3758" y="1731"/>
                </a:lnTo>
                <a:lnTo>
                  <a:pt x="3758" y="1732"/>
                </a:lnTo>
                <a:lnTo>
                  <a:pt x="3758" y="1731"/>
                </a:lnTo>
                <a:lnTo>
                  <a:pt x="3758" y="1730"/>
                </a:lnTo>
                <a:lnTo>
                  <a:pt x="3760" y="1729"/>
                </a:lnTo>
                <a:lnTo>
                  <a:pt x="3761" y="1727"/>
                </a:lnTo>
                <a:lnTo>
                  <a:pt x="3763" y="1726"/>
                </a:lnTo>
                <a:lnTo>
                  <a:pt x="3765" y="1725"/>
                </a:lnTo>
                <a:lnTo>
                  <a:pt x="3767" y="1724"/>
                </a:lnTo>
                <a:lnTo>
                  <a:pt x="3768" y="1723"/>
                </a:lnTo>
                <a:lnTo>
                  <a:pt x="3770" y="1723"/>
                </a:lnTo>
                <a:lnTo>
                  <a:pt x="3771" y="1722"/>
                </a:lnTo>
                <a:lnTo>
                  <a:pt x="3772" y="1722"/>
                </a:lnTo>
                <a:lnTo>
                  <a:pt x="3773" y="1722"/>
                </a:lnTo>
                <a:lnTo>
                  <a:pt x="3774" y="1721"/>
                </a:lnTo>
                <a:lnTo>
                  <a:pt x="3775" y="1721"/>
                </a:lnTo>
                <a:lnTo>
                  <a:pt x="3776" y="1722"/>
                </a:lnTo>
                <a:lnTo>
                  <a:pt x="3777" y="1722"/>
                </a:lnTo>
                <a:lnTo>
                  <a:pt x="3777" y="1724"/>
                </a:lnTo>
                <a:lnTo>
                  <a:pt x="3777" y="1725"/>
                </a:lnTo>
                <a:lnTo>
                  <a:pt x="3777" y="1726"/>
                </a:lnTo>
                <a:lnTo>
                  <a:pt x="3777" y="1727"/>
                </a:lnTo>
                <a:lnTo>
                  <a:pt x="3777" y="1728"/>
                </a:lnTo>
                <a:lnTo>
                  <a:pt x="3776" y="1728"/>
                </a:lnTo>
                <a:lnTo>
                  <a:pt x="3777" y="1729"/>
                </a:lnTo>
                <a:lnTo>
                  <a:pt x="3778" y="1730"/>
                </a:lnTo>
                <a:lnTo>
                  <a:pt x="3778" y="1731"/>
                </a:lnTo>
                <a:lnTo>
                  <a:pt x="3777" y="1732"/>
                </a:lnTo>
                <a:lnTo>
                  <a:pt x="3780" y="1737"/>
                </a:lnTo>
                <a:lnTo>
                  <a:pt x="3780" y="1740"/>
                </a:lnTo>
                <a:lnTo>
                  <a:pt x="3780" y="1742"/>
                </a:lnTo>
                <a:lnTo>
                  <a:pt x="3779" y="1742"/>
                </a:lnTo>
                <a:lnTo>
                  <a:pt x="3778" y="1743"/>
                </a:lnTo>
                <a:lnTo>
                  <a:pt x="3777" y="1743"/>
                </a:lnTo>
                <a:lnTo>
                  <a:pt x="3777" y="1744"/>
                </a:lnTo>
                <a:lnTo>
                  <a:pt x="3778" y="1745"/>
                </a:lnTo>
                <a:lnTo>
                  <a:pt x="3780" y="1750"/>
                </a:lnTo>
                <a:lnTo>
                  <a:pt x="3781" y="1750"/>
                </a:lnTo>
                <a:lnTo>
                  <a:pt x="3780" y="1750"/>
                </a:lnTo>
                <a:lnTo>
                  <a:pt x="3780" y="1751"/>
                </a:lnTo>
                <a:lnTo>
                  <a:pt x="3781" y="1751"/>
                </a:lnTo>
                <a:lnTo>
                  <a:pt x="3784" y="1751"/>
                </a:lnTo>
                <a:lnTo>
                  <a:pt x="3787" y="1752"/>
                </a:lnTo>
                <a:lnTo>
                  <a:pt x="3788" y="1753"/>
                </a:lnTo>
                <a:lnTo>
                  <a:pt x="3790" y="1753"/>
                </a:lnTo>
                <a:lnTo>
                  <a:pt x="3791" y="1753"/>
                </a:lnTo>
                <a:lnTo>
                  <a:pt x="3792" y="1754"/>
                </a:lnTo>
                <a:lnTo>
                  <a:pt x="3794" y="1756"/>
                </a:lnTo>
                <a:lnTo>
                  <a:pt x="3799" y="1761"/>
                </a:lnTo>
                <a:lnTo>
                  <a:pt x="3799" y="1762"/>
                </a:lnTo>
                <a:lnTo>
                  <a:pt x="3806" y="1769"/>
                </a:lnTo>
                <a:lnTo>
                  <a:pt x="3809" y="1777"/>
                </a:lnTo>
                <a:lnTo>
                  <a:pt x="3810" y="1777"/>
                </a:lnTo>
                <a:lnTo>
                  <a:pt x="3811" y="1779"/>
                </a:lnTo>
                <a:lnTo>
                  <a:pt x="3812" y="1780"/>
                </a:lnTo>
                <a:lnTo>
                  <a:pt x="3814" y="1781"/>
                </a:lnTo>
                <a:lnTo>
                  <a:pt x="3814" y="1782"/>
                </a:lnTo>
                <a:lnTo>
                  <a:pt x="3815" y="1782"/>
                </a:lnTo>
                <a:lnTo>
                  <a:pt x="3816" y="1783"/>
                </a:lnTo>
                <a:lnTo>
                  <a:pt x="3825" y="1785"/>
                </a:lnTo>
                <a:lnTo>
                  <a:pt x="3826" y="1785"/>
                </a:lnTo>
                <a:lnTo>
                  <a:pt x="3825" y="1786"/>
                </a:lnTo>
                <a:lnTo>
                  <a:pt x="3825" y="1787"/>
                </a:lnTo>
                <a:lnTo>
                  <a:pt x="3825" y="1788"/>
                </a:lnTo>
                <a:lnTo>
                  <a:pt x="3826" y="1789"/>
                </a:lnTo>
                <a:lnTo>
                  <a:pt x="3824" y="1791"/>
                </a:lnTo>
                <a:lnTo>
                  <a:pt x="3823" y="1791"/>
                </a:lnTo>
                <a:lnTo>
                  <a:pt x="3823" y="1792"/>
                </a:lnTo>
                <a:lnTo>
                  <a:pt x="3823" y="1794"/>
                </a:lnTo>
                <a:lnTo>
                  <a:pt x="3823" y="1795"/>
                </a:lnTo>
                <a:lnTo>
                  <a:pt x="3823" y="1796"/>
                </a:lnTo>
                <a:lnTo>
                  <a:pt x="3823" y="1797"/>
                </a:lnTo>
                <a:lnTo>
                  <a:pt x="3822" y="1799"/>
                </a:lnTo>
                <a:lnTo>
                  <a:pt x="3823" y="1800"/>
                </a:lnTo>
                <a:lnTo>
                  <a:pt x="3822" y="1801"/>
                </a:lnTo>
                <a:lnTo>
                  <a:pt x="3821" y="1801"/>
                </a:lnTo>
                <a:lnTo>
                  <a:pt x="3820" y="1802"/>
                </a:lnTo>
                <a:lnTo>
                  <a:pt x="3820" y="1803"/>
                </a:lnTo>
                <a:lnTo>
                  <a:pt x="3821" y="1804"/>
                </a:lnTo>
                <a:lnTo>
                  <a:pt x="3821" y="1805"/>
                </a:lnTo>
                <a:lnTo>
                  <a:pt x="3820" y="1805"/>
                </a:lnTo>
                <a:lnTo>
                  <a:pt x="3821" y="1806"/>
                </a:lnTo>
                <a:lnTo>
                  <a:pt x="3821" y="1807"/>
                </a:lnTo>
                <a:lnTo>
                  <a:pt x="3821" y="1808"/>
                </a:lnTo>
                <a:lnTo>
                  <a:pt x="3820" y="1809"/>
                </a:lnTo>
                <a:lnTo>
                  <a:pt x="3821" y="1810"/>
                </a:lnTo>
                <a:lnTo>
                  <a:pt x="3821" y="1811"/>
                </a:lnTo>
                <a:lnTo>
                  <a:pt x="3822" y="1811"/>
                </a:lnTo>
                <a:lnTo>
                  <a:pt x="3822" y="1812"/>
                </a:lnTo>
                <a:lnTo>
                  <a:pt x="3822" y="1813"/>
                </a:lnTo>
                <a:lnTo>
                  <a:pt x="3823" y="1813"/>
                </a:lnTo>
                <a:lnTo>
                  <a:pt x="3824" y="1814"/>
                </a:lnTo>
                <a:lnTo>
                  <a:pt x="3825" y="1814"/>
                </a:lnTo>
                <a:lnTo>
                  <a:pt x="3827" y="1815"/>
                </a:lnTo>
                <a:lnTo>
                  <a:pt x="3828" y="1815"/>
                </a:lnTo>
                <a:lnTo>
                  <a:pt x="3829" y="1817"/>
                </a:lnTo>
                <a:lnTo>
                  <a:pt x="3829" y="1818"/>
                </a:lnTo>
                <a:lnTo>
                  <a:pt x="3832" y="1820"/>
                </a:lnTo>
                <a:lnTo>
                  <a:pt x="3833" y="1821"/>
                </a:lnTo>
                <a:lnTo>
                  <a:pt x="3834" y="1822"/>
                </a:lnTo>
                <a:lnTo>
                  <a:pt x="3833" y="1822"/>
                </a:lnTo>
                <a:lnTo>
                  <a:pt x="3833" y="1823"/>
                </a:lnTo>
                <a:lnTo>
                  <a:pt x="3832" y="1823"/>
                </a:lnTo>
                <a:lnTo>
                  <a:pt x="3832" y="1825"/>
                </a:lnTo>
                <a:lnTo>
                  <a:pt x="3832" y="1826"/>
                </a:lnTo>
                <a:lnTo>
                  <a:pt x="3833" y="1827"/>
                </a:lnTo>
                <a:lnTo>
                  <a:pt x="3834" y="1827"/>
                </a:lnTo>
                <a:lnTo>
                  <a:pt x="3836" y="1828"/>
                </a:lnTo>
                <a:lnTo>
                  <a:pt x="3837" y="1829"/>
                </a:lnTo>
                <a:lnTo>
                  <a:pt x="3838" y="1830"/>
                </a:lnTo>
                <a:lnTo>
                  <a:pt x="3839" y="1831"/>
                </a:lnTo>
                <a:lnTo>
                  <a:pt x="3840" y="1833"/>
                </a:lnTo>
                <a:lnTo>
                  <a:pt x="3841" y="1833"/>
                </a:lnTo>
                <a:lnTo>
                  <a:pt x="3841" y="1834"/>
                </a:lnTo>
                <a:lnTo>
                  <a:pt x="3842" y="1835"/>
                </a:lnTo>
                <a:lnTo>
                  <a:pt x="3842" y="1836"/>
                </a:lnTo>
                <a:lnTo>
                  <a:pt x="3843" y="1836"/>
                </a:lnTo>
                <a:lnTo>
                  <a:pt x="3843" y="1837"/>
                </a:lnTo>
                <a:lnTo>
                  <a:pt x="3843" y="1838"/>
                </a:lnTo>
                <a:lnTo>
                  <a:pt x="3843" y="1839"/>
                </a:lnTo>
                <a:lnTo>
                  <a:pt x="3844" y="1841"/>
                </a:lnTo>
                <a:lnTo>
                  <a:pt x="3845" y="1841"/>
                </a:lnTo>
                <a:lnTo>
                  <a:pt x="3846" y="1841"/>
                </a:lnTo>
                <a:lnTo>
                  <a:pt x="3847" y="1842"/>
                </a:lnTo>
                <a:lnTo>
                  <a:pt x="3848" y="1844"/>
                </a:lnTo>
                <a:lnTo>
                  <a:pt x="3849" y="1845"/>
                </a:lnTo>
                <a:lnTo>
                  <a:pt x="3849" y="1848"/>
                </a:lnTo>
                <a:lnTo>
                  <a:pt x="3849" y="1849"/>
                </a:lnTo>
                <a:lnTo>
                  <a:pt x="3849" y="1850"/>
                </a:lnTo>
                <a:lnTo>
                  <a:pt x="3849" y="1852"/>
                </a:lnTo>
                <a:lnTo>
                  <a:pt x="3850" y="1853"/>
                </a:lnTo>
                <a:lnTo>
                  <a:pt x="3851" y="1853"/>
                </a:lnTo>
                <a:lnTo>
                  <a:pt x="3851" y="1854"/>
                </a:lnTo>
                <a:lnTo>
                  <a:pt x="3852" y="1856"/>
                </a:lnTo>
                <a:lnTo>
                  <a:pt x="3853" y="1857"/>
                </a:lnTo>
                <a:lnTo>
                  <a:pt x="3854" y="1857"/>
                </a:lnTo>
                <a:lnTo>
                  <a:pt x="3855" y="1858"/>
                </a:lnTo>
                <a:lnTo>
                  <a:pt x="3856" y="1859"/>
                </a:lnTo>
                <a:lnTo>
                  <a:pt x="3856" y="1861"/>
                </a:lnTo>
                <a:lnTo>
                  <a:pt x="3855" y="1863"/>
                </a:lnTo>
                <a:lnTo>
                  <a:pt x="3855" y="1865"/>
                </a:lnTo>
                <a:lnTo>
                  <a:pt x="3855" y="1866"/>
                </a:lnTo>
                <a:lnTo>
                  <a:pt x="3855" y="1867"/>
                </a:lnTo>
                <a:lnTo>
                  <a:pt x="3855" y="1868"/>
                </a:lnTo>
                <a:lnTo>
                  <a:pt x="3856" y="1869"/>
                </a:lnTo>
                <a:lnTo>
                  <a:pt x="3857" y="1870"/>
                </a:lnTo>
                <a:lnTo>
                  <a:pt x="3858" y="1869"/>
                </a:lnTo>
                <a:lnTo>
                  <a:pt x="3858" y="1870"/>
                </a:lnTo>
                <a:lnTo>
                  <a:pt x="3859" y="1870"/>
                </a:lnTo>
                <a:lnTo>
                  <a:pt x="3861" y="1872"/>
                </a:lnTo>
                <a:lnTo>
                  <a:pt x="3862" y="1873"/>
                </a:lnTo>
                <a:lnTo>
                  <a:pt x="3862" y="1874"/>
                </a:lnTo>
                <a:lnTo>
                  <a:pt x="3862" y="1875"/>
                </a:lnTo>
                <a:lnTo>
                  <a:pt x="3863" y="1876"/>
                </a:lnTo>
                <a:lnTo>
                  <a:pt x="3863" y="1877"/>
                </a:lnTo>
                <a:lnTo>
                  <a:pt x="3863" y="1878"/>
                </a:lnTo>
                <a:lnTo>
                  <a:pt x="3863" y="1879"/>
                </a:lnTo>
                <a:lnTo>
                  <a:pt x="3863" y="1880"/>
                </a:lnTo>
                <a:lnTo>
                  <a:pt x="3864" y="1880"/>
                </a:lnTo>
                <a:lnTo>
                  <a:pt x="3864" y="1881"/>
                </a:lnTo>
                <a:lnTo>
                  <a:pt x="3865" y="1882"/>
                </a:lnTo>
                <a:lnTo>
                  <a:pt x="3865" y="1883"/>
                </a:lnTo>
                <a:lnTo>
                  <a:pt x="3866" y="1883"/>
                </a:lnTo>
                <a:lnTo>
                  <a:pt x="3866" y="1884"/>
                </a:lnTo>
                <a:lnTo>
                  <a:pt x="3866" y="1885"/>
                </a:lnTo>
                <a:lnTo>
                  <a:pt x="3867" y="1885"/>
                </a:lnTo>
                <a:lnTo>
                  <a:pt x="3867" y="1886"/>
                </a:lnTo>
                <a:lnTo>
                  <a:pt x="3867" y="1888"/>
                </a:lnTo>
                <a:lnTo>
                  <a:pt x="3867" y="1889"/>
                </a:lnTo>
                <a:lnTo>
                  <a:pt x="3866" y="1889"/>
                </a:lnTo>
                <a:lnTo>
                  <a:pt x="3865" y="1889"/>
                </a:lnTo>
                <a:lnTo>
                  <a:pt x="3864" y="1890"/>
                </a:lnTo>
                <a:lnTo>
                  <a:pt x="3863" y="1891"/>
                </a:lnTo>
                <a:lnTo>
                  <a:pt x="3863" y="1892"/>
                </a:lnTo>
                <a:lnTo>
                  <a:pt x="3864" y="1893"/>
                </a:lnTo>
                <a:lnTo>
                  <a:pt x="3865" y="1894"/>
                </a:lnTo>
                <a:lnTo>
                  <a:pt x="3865" y="1895"/>
                </a:lnTo>
                <a:lnTo>
                  <a:pt x="3865" y="1896"/>
                </a:lnTo>
                <a:lnTo>
                  <a:pt x="3865" y="1897"/>
                </a:lnTo>
                <a:lnTo>
                  <a:pt x="3862" y="1898"/>
                </a:lnTo>
                <a:lnTo>
                  <a:pt x="3860" y="1899"/>
                </a:lnTo>
                <a:lnTo>
                  <a:pt x="3858" y="1899"/>
                </a:lnTo>
                <a:lnTo>
                  <a:pt x="3857" y="1899"/>
                </a:lnTo>
                <a:lnTo>
                  <a:pt x="3854" y="1897"/>
                </a:lnTo>
                <a:lnTo>
                  <a:pt x="3853" y="1897"/>
                </a:lnTo>
                <a:lnTo>
                  <a:pt x="3852" y="1897"/>
                </a:lnTo>
                <a:lnTo>
                  <a:pt x="3852" y="1896"/>
                </a:lnTo>
                <a:lnTo>
                  <a:pt x="3852" y="1895"/>
                </a:lnTo>
                <a:lnTo>
                  <a:pt x="3852" y="1896"/>
                </a:lnTo>
                <a:lnTo>
                  <a:pt x="3852" y="1898"/>
                </a:lnTo>
                <a:lnTo>
                  <a:pt x="3852" y="1899"/>
                </a:lnTo>
                <a:lnTo>
                  <a:pt x="3852" y="1900"/>
                </a:lnTo>
                <a:lnTo>
                  <a:pt x="3853" y="1901"/>
                </a:lnTo>
                <a:lnTo>
                  <a:pt x="3854" y="1902"/>
                </a:lnTo>
                <a:lnTo>
                  <a:pt x="3854" y="1903"/>
                </a:lnTo>
                <a:lnTo>
                  <a:pt x="3855" y="1902"/>
                </a:lnTo>
                <a:lnTo>
                  <a:pt x="3855" y="1901"/>
                </a:lnTo>
                <a:lnTo>
                  <a:pt x="3856" y="1901"/>
                </a:lnTo>
                <a:lnTo>
                  <a:pt x="3858" y="1903"/>
                </a:lnTo>
                <a:lnTo>
                  <a:pt x="3859" y="1903"/>
                </a:lnTo>
                <a:lnTo>
                  <a:pt x="3859" y="1904"/>
                </a:lnTo>
                <a:lnTo>
                  <a:pt x="3859" y="1905"/>
                </a:lnTo>
                <a:lnTo>
                  <a:pt x="3859" y="1907"/>
                </a:lnTo>
                <a:lnTo>
                  <a:pt x="3858" y="1908"/>
                </a:lnTo>
                <a:lnTo>
                  <a:pt x="3857" y="1908"/>
                </a:lnTo>
                <a:lnTo>
                  <a:pt x="3855" y="1907"/>
                </a:lnTo>
                <a:lnTo>
                  <a:pt x="3854" y="1907"/>
                </a:lnTo>
                <a:lnTo>
                  <a:pt x="3853" y="1907"/>
                </a:lnTo>
                <a:lnTo>
                  <a:pt x="3852" y="1907"/>
                </a:lnTo>
                <a:lnTo>
                  <a:pt x="3850" y="1907"/>
                </a:lnTo>
                <a:lnTo>
                  <a:pt x="3848" y="1907"/>
                </a:lnTo>
                <a:lnTo>
                  <a:pt x="3847" y="1906"/>
                </a:lnTo>
                <a:lnTo>
                  <a:pt x="3844" y="1906"/>
                </a:lnTo>
                <a:lnTo>
                  <a:pt x="3843" y="1906"/>
                </a:lnTo>
                <a:lnTo>
                  <a:pt x="3843" y="1907"/>
                </a:lnTo>
                <a:lnTo>
                  <a:pt x="3842" y="1907"/>
                </a:lnTo>
                <a:lnTo>
                  <a:pt x="3842" y="1908"/>
                </a:lnTo>
                <a:lnTo>
                  <a:pt x="3840" y="1909"/>
                </a:lnTo>
                <a:lnTo>
                  <a:pt x="3839" y="1909"/>
                </a:lnTo>
                <a:lnTo>
                  <a:pt x="3839" y="1910"/>
                </a:lnTo>
                <a:lnTo>
                  <a:pt x="3838" y="1910"/>
                </a:lnTo>
                <a:lnTo>
                  <a:pt x="3837" y="1911"/>
                </a:lnTo>
                <a:lnTo>
                  <a:pt x="3837" y="1914"/>
                </a:lnTo>
                <a:lnTo>
                  <a:pt x="3838" y="1914"/>
                </a:lnTo>
                <a:lnTo>
                  <a:pt x="3838" y="1915"/>
                </a:lnTo>
                <a:lnTo>
                  <a:pt x="3840" y="1916"/>
                </a:lnTo>
                <a:lnTo>
                  <a:pt x="3841" y="1916"/>
                </a:lnTo>
                <a:lnTo>
                  <a:pt x="3841" y="1917"/>
                </a:lnTo>
                <a:lnTo>
                  <a:pt x="3842" y="1917"/>
                </a:lnTo>
                <a:lnTo>
                  <a:pt x="3841" y="1919"/>
                </a:lnTo>
                <a:lnTo>
                  <a:pt x="3841" y="1920"/>
                </a:lnTo>
                <a:lnTo>
                  <a:pt x="3841" y="1923"/>
                </a:lnTo>
                <a:lnTo>
                  <a:pt x="3843" y="1924"/>
                </a:lnTo>
                <a:lnTo>
                  <a:pt x="3844" y="1924"/>
                </a:lnTo>
                <a:lnTo>
                  <a:pt x="3848" y="1923"/>
                </a:lnTo>
                <a:lnTo>
                  <a:pt x="3849" y="1924"/>
                </a:lnTo>
                <a:lnTo>
                  <a:pt x="3850" y="1924"/>
                </a:lnTo>
                <a:lnTo>
                  <a:pt x="3850" y="1925"/>
                </a:lnTo>
                <a:lnTo>
                  <a:pt x="3851" y="1925"/>
                </a:lnTo>
                <a:lnTo>
                  <a:pt x="3851" y="1926"/>
                </a:lnTo>
                <a:lnTo>
                  <a:pt x="3852" y="1927"/>
                </a:lnTo>
                <a:lnTo>
                  <a:pt x="3852" y="1928"/>
                </a:lnTo>
                <a:lnTo>
                  <a:pt x="3853" y="1929"/>
                </a:lnTo>
                <a:lnTo>
                  <a:pt x="3854" y="1931"/>
                </a:lnTo>
                <a:lnTo>
                  <a:pt x="3855" y="1931"/>
                </a:lnTo>
                <a:lnTo>
                  <a:pt x="3856" y="1932"/>
                </a:lnTo>
                <a:lnTo>
                  <a:pt x="3857" y="1933"/>
                </a:lnTo>
                <a:lnTo>
                  <a:pt x="3859" y="1936"/>
                </a:lnTo>
                <a:lnTo>
                  <a:pt x="3861" y="1934"/>
                </a:lnTo>
                <a:lnTo>
                  <a:pt x="3862" y="1934"/>
                </a:lnTo>
                <a:lnTo>
                  <a:pt x="3862" y="1933"/>
                </a:lnTo>
                <a:lnTo>
                  <a:pt x="3861" y="1933"/>
                </a:lnTo>
                <a:lnTo>
                  <a:pt x="3861" y="1932"/>
                </a:lnTo>
                <a:lnTo>
                  <a:pt x="3861" y="1930"/>
                </a:lnTo>
                <a:lnTo>
                  <a:pt x="3867" y="1927"/>
                </a:lnTo>
                <a:lnTo>
                  <a:pt x="3868" y="1928"/>
                </a:lnTo>
                <a:lnTo>
                  <a:pt x="3869" y="1930"/>
                </a:lnTo>
                <a:lnTo>
                  <a:pt x="3869" y="1931"/>
                </a:lnTo>
                <a:lnTo>
                  <a:pt x="3870" y="1931"/>
                </a:lnTo>
                <a:lnTo>
                  <a:pt x="3872" y="1934"/>
                </a:lnTo>
                <a:lnTo>
                  <a:pt x="3873" y="1934"/>
                </a:lnTo>
                <a:lnTo>
                  <a:pt x="3874" y="1935"/>
                </a:lnTo>
                <a:lnTo>
                  <a:pt x="3874" y="1936"/>
                </a:lnTo>
                <a:lnTo>
                  <a:pt x="3875" y="1935"/>
                </a:lnTo>
                <a:lnTo>
                  <a:pt x="3876" y="1934"/>
                </a:lnTo>
                <a:lnTo>
                  <a:pt x="3877" y="1932"/>
                </a:lnTo>
                <a:lnTo>
                  <a:pt x="3878" y="1933"/>
                </a:lnTo>
                <a:lnTo>
                  <a:pt x="3879" y="1933"/>
                </a:lnTo>
                <a:lnTo>
                  <a:pt x="3880" y="1935"/>
                </a:lnTo>
                <a:lnTo>
                  <a:pt x="3884" y="1939"/>
                </a:lnTo>
                <a:lnTo>
                  <a:pt x="3885" y="1939"/>
                </a:lnTo>
                <a:lnTo>
                  <a:pt x="3887" y="1940"/>
                </a:lnTo>
                <a:lnTo>
                  <a:pt x="3888" y="1940"/>
                </a:lnTo>
                <a:lnTo>
                  <a:pt x="3889" y="1940"/>
                </a:lnTo>
                <a:lnTo>
                  <a:pt x="3890" y="1940"/>
                </a:lnTo>
                <a:lnTo>
                  <a:pt x="3893" y="1939"/>
                </a:lnTo>
                <a:lnTo>
                  <a:pt x="3896" y="1938"/>
                </a:lnTo>
                <a:lnTo>
                  <a:pt x="3900" y="1937"/>
                </a:lnTo>
                <a:lnTo>
                  <a:pt x="3901" y="1937"/>
                </a:lnTo>
                <a:lnTo>
                  <a:pt x="3902" y="1937"/>
                </a:lnTo>
                <a:lnTo>
                  <a:pt x="3902" y="1938"/>
                </a:lnTo>
                <a:lnTo>
                  <a:pt x="3904" y="1944"/>
                </a:lnTo>
                <a:lnTo>
                  <a:pt x="3904" y="1945"/>
                </a:lnTo>
                <a:lnTo>
                  <a:pt x="3903" y="1945"/>
                </a:lnTo>
                <a:lnTo>
                  <a:pt x="3903" y="1946"/>
                </a:lnTo>
                <a:lnTo>
                  <a:pt x="3904" y="1947"/>
                </a:lnTo>
                <a:lnTo>
                  <a:pt x="3905" y="1947"/>
                </a:lnTo>
                <a:lnTo>
                  <a:pt x="3906" y="1947"/>
                </a:lnTo>
                <a:lnTo>
                  <a:pt x="3906" y="1948"/>
                </a:lnTo>
                <a:lnTo>
                  <a:pt x="3905" y="1948"/>
                </a:lnTo>
                <a:lnTo>
                  <a:pt x="3905" y="1949"/>
                </a:lnTo>
                <a:lnTo>
                  <a:pt x="3904" y="1949"/>
                </a:lnTo>
                <a:lnTo>
                  <a:pt x="3903" y="1950"/>
                </a:lnTo>
                <a:lnTo>
                  <a:pt x="3903" y="1952"/>
                </a:lnTo>
                <a:lnTo>
                  <a:pt x="3903" y="1953"/>
                </a:lnTo>
                <a:lnTo>
                  <a:pt x="3904" y="1954"/>
                </a:lnTo>
                <a:lnTo>
                  <a:pt x="3904" y="1955"/>
                </a:lnTo>
                <a:lnTo>
                  <a:pt x="3905" y="1955"/>
                </a:lnTo>
                <a:lnTo>
                  <a:pt x="3905" y="1956"/>
                </a:lnTo>
                <a:lnTo>
                  <a:pt x="3905" y="1957"/>
                </a:lnTo>
                <a:lnTo>
                  <a:pt x="3904" y="1957"/>
                </a:lnTo>
                <a:lnTo>
                  <a:pt x="3903" y="1957"/>
                </a:lnTo>
                <a:lnTo>
                  <a:pt x="3903" y="1956"/>
                </a:lnTo>
                <a:lnTo>
                  <a:pt x="3902" y="1956"/>
                </a:lnTo>
                <a:lnTo>
                  <a:pt x="3902" y="1957"/>
                </a:lnTo>
                <a:lnTo>
                  <a:pt x="3901" y="1958"/>
                </a:lnTo>
                <a:lnTo>
                  <a:pt x="3900" y="1958"/>
                </a:lnTo>
                <a:lnTo>
                  <a:pt x="3900" y="1959"/>
                </a:lnTo>
                <a:lnTo>
                  <a:pt x="3900" y="1960"/>
                </a:lnTo>
                <a:lnTo>
                  <a:pt x="3900" y="1961"/>
                </a:lnTo>
                <a:lnTo>
                  <a:pt x="3901" y="1961"/>
                </a:lnTo>
                <a:lnTo>
                  <a:pt x="3902" y="1962"/>
                </a:lnTo>
                <a:lnTo>
                  <a:pt x="3902" y="1963"/>
                </a:lnTo>
                <a:lnTo>
                  <a:pt x="3902" y="1964"/>
                </a:lnTo>
                <a:lnTo>
                  <a:pt x="3901" y="1965"/>
                </a:lnTo>
                <a:lnTo>
                  <a:pt x="3902" y="1965"/>
                </a:lnTo>
                <a:lnTo>
                  <a:pt x="3902" y="1966"/>
                </a:lnTo>
                <a:lnTo>
                  <a:pt x="3903" y="1966"/>
                </a:lnTo>
                <a:lnTo>
                  <a:pt x="3903" y="1967"/>
                </a:lnTo>
                <a:lnTo>
                  <a:pt x="3903" y="1968"/>
                </a:lnTo>
                <a:lnTo>
                  <a:pt x="3902" y="1968"/>
                </a:lnTo>
                <a:lnTo>
                  <a:pt x="3901" y="1968"/>
                </a:lnTo>
                <a:lnTo>
                  <a:pt x="3900" y="1968"/>
                </a:lnTo>
                <a:lnTo>
                  <a:pt x="3899" y="1970"/>
                </a:lnTo>
                <a:lnTo>
                  <a:pt x="3899" y="1971"/>
                </a:lnTo>
                <a:lnTo>
                  <a:pt x="3900" y="1972"/>
                </a:lnTo>
                <a:lnTo>
                  <a:pt x="3901" y="1974"/>
                </a:lnTo>
                <a:lnTo>
                  <a:pt x="3902" y="1974"/>
                </a:lnTo>
                <a:lnTo>
                  <a:pt x="3903" y="1974"/>
                </a:lnTo>
                <a:lnTo>
                  <a:pt x="3904" y="1975"/>
                </a:lnTo>
                <a:lnTo>
                  <a:pt x="3904" y="1976"/>
                </a:lnTo>
                <a:lnTo>
                  <a:pt x="3903" y="1976"/>
                </a:lnTo>
                <a:lnTo>
                  <a:pt x="3903" y="1977"/>
                </a:lnTo>
                <a:lnTo>
                  <a:pt x="3902" y="1978"/>
                </a:lnTo>
                <a:lnTo>
                  <a:pt x="3901" y="1978"/>
                </a:lnTo>
                <a:lnTo>
                  <a:pt x="3901" y="1979"/>
                </a:lnTo>
                <a:lnTo>
                  <a:pt x="3902" y="1980"/>
                </a:lnTo>
                <a:lnTo>
                  <a:pt x="3902" y="1981"/>
                </a:lnTo>
                <a:lnTo>
                  <a:pt x="3902" y="1982"/>
                </a:lnTo>
                <a:lnTo>
                  <a:pt x="3902" y="1983"/>
                </a:lnTo>
                <a:lnTo>
                  <a:pt x="3901" y="1983"/>
                </a:lnTo>
                <a:lnTo>
                  <a:pt x="3900" y="1985"/>
                </a:lnTo>
                <a:lnTo>
                  <a:pt x="3900" y="1986"/>
                </a:lnTo>
                <a:lnTo>
                  <a:pt x="3901" y="1986"/>
                </a:lnTo>
                <a:lnTo>
                  <a:pt x="3901" y="1987"/>
                </a:lnTo>
                <a:lnTo>
                  <a:pt x="3902" y="1987"/>
                </a:lnTo>
                <a:lnTo>
                  <a:pt x="3901" y="1988"/>
                </a:lnTo>
                <a:lnTo>
                  <a:pt x="3901" y="1989"/>
                </a:lnTo>
                <a:lnTo>
                  <a:pt x="3900" y="1989"/>
                </a:lnTo>
                <a:lnTo>
                  <a:pt x="3900" y="1990"/>
                </a:lnTo>
                <a:lnTo>
                  <a:pt x="3901" y="1992"/>
                </a:lnTo>
                <a:lnTo>
                  <a:pt x="3902" y="1996"/>
                </a:lnTo>
                <a:lnTo>
                  <a:pt x="3901" y="1998"/>
                </a:lnTo>
                <a:lnTo>
                  <a:pt x="3900" y="1998"/>
                </a:lnTo>
                <a:lnTo>
                  <a:pt x="3900" y="1999"/>
                </a:lnTo>
                <a:lnTo>
                  <a:pt x="3899" y="2000"/>
                </a:lnTo>
                <a:lnTo>
                  <a:pt x="3899" y="2001"/>
                </a:lnTo>
                <a:lnTo>
                  <a:pt x="3899" y="2002"/>
                </a:lnTo>
                <a:lnTo>
                  <a:pt x="3899" y="2003"/>
                </a:lnTo>
                <a:lnTo>
                  <a:pt x="3899" y="2004"/>
                </a:lnTo>
                <a:lnTo>
                  <a:pt x="3900" y="2004"/>
                </a:lnTo>
                <a:lnTo>
                  <a:pt x="3900" y="2005"/>
                </a:lnTo>
                <a:lnTo>
                  <a:pt x="3898" y="2008"/>
                </a:lnTo>
                <a:lnTo>
                  <a:pt x="3897" y="2008"/>
                </a:lnTo>
                <a:lnTo>
                  <a:pt x="3896" y="2008"/>
                </a:lnTo>
                <a:lnTo>
                  <a:pt x="3897" y="2009"/>
                </a:lnTo>
                <a:lnTo>
                  <a:pt x="3897" y="2011"/>
                </a:lnTo>
                <a:lnTo>
                  <a:pt x="3898" y="2012"/>
                </a:lnTo>
                <a:lnTo>
                  <a:pt x="3897" y="2013"/>
                </a:lnTo>
                <a:lnTo>
                  <a:pt x="3896" y="2013"/>
                </a:lnTo>
                <a:lnTo>
                  <a:pt x="3895" y="2014"/>
                </a:lnTo>
                <a:lnTo>
                  <a:pt x="3895" y="2015"/>
                </a:lnTo>
                <a:lnTo>
                  <a:pt x="3894" y="2015"/>
                </a:lnTo>
                <a:lnTo>
                  <a:pt x="3894" y="2014"/>
                </a:lnTo>
                <a:lnTo>
                  <a:pt x="3893" y="2014"/>
                </a:lnTo>
                <a:lnTo>
                  <a:pt x="3893" y="2015"/>
                </a:lnTo>
                <a:lnTo>
                  <a:pt x="3891" y="2015"/>
                </a:lnTo>
                <a:lnTo>
                  <a:pt x="3891" y="2016"/>
                </a:lnTo>
                <a:lnTo>
                  <a:pt x="3891" y="2015"/>
                </a:lnTo>
                <a:lnTo>
                  <a:pt x="3890" y="2015"/>
                </a:lnTo>
                <a:lnTo>
                  <a:pt x="3890" y="2014"/>
                </a:lnTo>
                <a:lnTo>
                  <a:pt x="3889" y="2013"/>
                </a:lnTo>
                <a:lnTo>
                  <a:pt x="3888" y="2013"/>
                </a:lnTo>
                <a:lnTo>
                  <a:pt x="3887" y="2013"/>
                </a:lnTo>
                <a:lnTo>
                  <a:pt x="3887" y="2012"/>
                </a:lnTo>
                <a:lnTo>
                  <a:pt x="3886" y="2013"/>
                </a:lnTo>
                <a:lnTo>
                  <a:pt x="3885" y="2013"/>
                </a:lnTo>
                <a:lnTo>
                  <a:pt x="3884" y="2013"/>
                </a:lnTo>
                <a:lnTo>
                  <a:pt x="3884" y="2012"/>
                </a:lnTo>
                <a:lnTo>
                  <a:pt x="3883" y="2012"/>
                </a:lnTo>
                <a:lnTo>
                  <a:pt x="3883" y="2011"/>
                </a:lnTo>
                <a:lnTo>
                  <a:pt x="3881" y="2010"/>
                </a:lnTo>
                <a:lnTo>
                  <a:pt x="3880" y="2010"/>
                </a:lnTo>
                <a:lnTo>
                  <a:pt x="3879" y="2011"/>
                </a:lnTo>
                <a:lnTo>
                  <a:pt x="3878" y="2011"/>
                </a:lnTo>
                <a:lnTo>
                  <a:pt x="3877" y="2011"/>
                </a:lnTo>
                <a:lnTo>
                  <a:pt x="3876" y="2013"/>
                </a:lnTo>
                <a:lnTo>
                  <a:pt x="3875" y="2014"/>
                </a:lnTo>
                <a:lnTo>
                  <a:pt x="3874" y="2014"/>
                </a:lnTo>
                <a:lnTo>
                  <a:pt x="3873" y="2014"/>
                </a:lnTo>
                <a:lnTo>
                  <a:pt x="3872" y="2014"/>
                </a:lnTo>
                <a:lnTo>
                  <a:pt x="3872" y="2015"/>
                </a:lnTo>
                <a:lnTo>
                  <a:pt x="3871" y="2016"/>
                </a:lnTo>
                <a:lnTo>
                  <a:pt x="3870" y="2016"/>
                </a:lnTo>
                <a:lnTo>
                  <a:pt x="3870" y="2017"/>
                </a:lnTo>
                <a:lnTo>
                  <a:pt x="3869" y="2017"/>
                </a:lnTo>
                <a:lnTo>
                  <a:pt x="3868" y="2017"/>
                </a:lnTo>
                <a:lnTo>
                  <a:pt x="3868" y="2018"/>
                </a:lnTo>
                <a:lnTo>
                  <a:pt x="3867" y="2018"/>
                </a:lnTo>
                <a:lnTo>
                  <a:pt x="3867" y="2019"/>
                </a:lnTo>
                <a:lnTo>
                  <a:pt x="3863" y="2020"/>
                </a:lnTo>
                <a:lnTo>
                  <a:pt x="3862" y="2021"/>
                </a:lnTo>
                <a:lnTo>
                  <a:pt x="3861" y="2021"/>
                </a:lnTo>
                <a:lnTo>
                  <a:pt x="3861" y="2022"/>
                </a:lnTo>
                <a:lnTo>
                  <a:pt x="3860" y="2022"/>
                </a:lnTo>
                <a:lnTo>
                  <a:pt x="3859" y="2023"/>
                </a:lnTo>
                <a:lnTo>
                  <a:pt x="3857" y="2023"/>
                </a:lnTo>
                <a:lnTo>
                  <a:pt x="3856" y="2023"/>
                </a:lnTo>
                <a:lnTo>
                  <a:pt x="3855" y="2024"/>
                </a:lnTo>
                <a:lnTo>
                  <a:pt x="3854" y="2024"/>
                </a:lnTo>
                <a:lnTo>
                  <a:pt x="3853" y="2024"/>
                </a:lnTo>
                <a:lnTo>
                  <a:pt x="3851" y="2025"/>
                </a:lnTo>
                <a:lnTo>
                  <a:pt x="3851" y="2026"/>
                </a:lnTo>
                <a:lnTo>
                  <a:pt x="3851" y="2027"/>
                </a:lnTo>
                <a:lnTo>
                  <a:pt x="3850" y="2027"/>
                </a:lnTo>
                <a:lnTo>
                  <a:pt x="3850" y="2028"/>
                </a:lnTo>
                <a:lnTo>
                  <a:pt x="3849" y="2029"/>
                </a:lnTo>
                <a:lnTo>
                  <a:pt x="3849" y="2030"/>
                </a:lnTo>
                <a:lnTo>
                  <a:pt x="3848" y="2030"/>
                </a:lnTo>
                <a:lnTo>
                  <a:pt x="3848" y="2031"/>
                </a:lnTo>
                <a:lnTo>
                  <a:pt x="3848" y="2032"/>
                </a:lnTo>
                <a:lnTo>
                  <a:pt x="3848" y="2033"/>
                </a:lnTo>
                <a:lnTo>
                  <a:pt x="3847" y="2034"/>
                </a:lnTo>
                <a:lnTo>
                  <a:pt x="3847" y="2035"/>
                </a:lnTo>
                <a:lnTo>
                  <a:pt x="3846" y="2035"/>
                </a:lnTo>
                <a:lnTo>
                  <a:pt x="3845" y="2035"/>
                </a:lnTo>
                <a:lnTo>
                  <a:pt x="3845" y="2036"/>
                </a:lnTo>
                <a:lnTo>
                  <a:pt x="3845" y="2037"/>
                </a:lnTo>
                <a:lnTo>
                  <a:pt x="3844" y="2037"/>
                </a:lnTo>
                <a:lnTo>
                  <a:pt x="3844" y="2038"/>
                </a:lnTo>
                <a:lnTo>
                  <a:pt x="3844" y="2039"/>
                </a:lnTo>
                <a:lnTo>
                  <a:pt x="3843" y="2040"/>
                </a:lnTo>
                <a:lnTo>
                  <a:pt x="3843" y="2041"/>
                </a:lnTo>
                <a:lnTo>
                  <a:pt x="3843" y="2042"/>
                </a:lnTo>
                <a:lnTo>
                  <a:pt x="3843" y="2043"/>
                </a:lnTo>
                <a:lnTo>
                  <a:pt x="3844" y="2043"/>
                </a:lnTo>
                <a:lnTo>
                  <a:pt x="3844" y="2044"/>
                </a:lnTo>
                <a:lnTo>
                  <a:pt x="3844" y="2046"/>
                </a:lnTo>
                <a:lnTo>
                  <a:pt x="3844" y="2047"/>
                </a:lnTo>
                <a:lnTo>
                  <a:pt x="3845" y="2047"/>
                </a:lnTo>
                <a:lnTo>
                  <a:pt x="3845" y="2049"/>
                </a:lnTo>
                <a:lnTo>
                  <a:pt x="3844" y="2050"/>
                </a:lnTo>
                <a:lnTo>
                  <a:pt x="3844" y="2051"/>
                </a:lnTo>
                <a:lnTo>
                  <a:pt x="3844" y="2053"/>
                </a:lnTo>
                <a:lnTo>
                  <a:pt x="3843" y="2054"/>
                </a:lnTo>
                <a:lnTo>
                  <a:pt x="3843" y="2055"/>
                </a:lnTo>
                <a:lnTo>
                  <a:pt x="3844" y="2056"/>
                </a:lnTo>
                <a:lnTo>
                  <a:pt x="3844" y="2057"/>
                </a:lnTo>
                <a:lnTo>
                  <a:pt x="3846" y="2057"/>
                </a:lnTo>
                <a:lnTo>
                  <a:pt x="3847" y="2057"/>
                </a:lnTo>
                <a:lnTo>
                  <a:pt x="3848" y="2057"/>
                </a:lnTo>
                <a:lnTo>
                  <a:pt x="3849" y="2058"/>
                </a:lnTo>
                <a:lnTo>
                  <a:pt x="3851" y="2058"/>
                </a:lnTo>
                <a:lnTo>
                  <a:pt x="3852" y="2059"/>
                </a:lnTo>
                <a:lnTo>
                  <a:pt x="3852" y="2060"/>
                </a:lnTo>
                <a:lnTo>
                  <a:pt x="3852" y="2061"/>
                </a:lnTo>
                <a:lnTo>
                  <a:pt x="3852" y="2060"/>
                </a:lnTo>
                <a:lnTo>
                  <a:pt x="3851" y="2060"/>
                </a:lnTo>
                <a:lnTo>
                  <a:pt x="3851" y="2061"/>
                </a:lnTo>
                <a:lnTo>
                  <a:pt x="3850" y="2061"/>
                </a:lnTo>
                <a:lnTo>
                  <a:pt x="3849" y="2061"/>
                </a:lnTo>
                <a:lnTo>
                  <a:pt x="3847" y="2061"/>
                </a:lnTo>
                <a:lnTo>
                  <a:pt x="3847" y="2062"/>
                </a:lnTo>
                <a:lnTo>
                  <a:pt x="3846" y="2062"/>
                </a:lnTo>
                <a:lnTo>
                  <a:pt x="3846" y="2063"/>
                </a:lnTo>
                <a:lnTo>
                  <a:pt x="3845" y="2064"/>
                </a:lnTo>
                <a:lnTo>
                  <a:pt x="3845" y="2065"/>
                </a:lnTo>
                <a:lnTo>
                  <a:pt x="3844" y="2065"/>
                </a:lnTo>
                <a:lnTo>
                  <a:pt x="3844" y="2066"/>
                </a:lnTo>
                <a:lnTo>
                  <a:pt x="3843" y="2066"/>
                </a:lnTo>
                <a:lnTo>
                  <a:pt x="3842" y="2066"/>
                </a:lnTo>
                <a:lnTo>
                  <a:pt x="3842" y="2067"/>
                </a:lnTo>
                <a:lnTo>
                  <a:pt x="3841" y="2067"/>
                </a:lnTo>
                <a:lnTo>
                  <a:pt x="3840" y="2067"/>
                </a:lnTo>
                <a:lnTo>
                  <a:pt x="3840" y="2068"/>
                </a:lnTo>
                <a:lnTo>
                  <a:pt x="3839" y="2068"/>
                </a:lnTo>
                <a:lnTo>
                  <a:pt x="3838" y="2068"/>
                </a:lnTo>
                <a:lnTo>
                  <a:pt x="3838" y="2069"/>
                </a:lnTo>
                <a:lnTo>
                  <a:pt x="3837" y="2069"/>
                </a:lnTo>
                <a:lnTo>
                  <a:pt x="3837" y="2070"/>
                </a:lnTo>
                <a:lnTo>
                  <a:pt x="3836" y="2070"/>
                </a:lnTo>
                <a:lnTo>
                  <a:pt x="3836" y="2071"/>
                </a:lnTo>
                <a:lnTo>
                  <a:pt x="3835" y="2071"/>
                </a:lnTo>
                <a:lnTo>
                  <a:pt x="3834" y="2071"/>
                </a:lnTo>
                <a:lnTo>
                  <a:pt x="3834" y="2072"/>
                </a:lnTo>
                <a:lnTo>
                  <a:pt x="3833" y="2072"/>
                </a:lnTo>
                <a:lnTo>
                  <a:pt x="3832" y="2073"/>
                </a:lnTo>
                <a:lnTo>
                  <a:pt x="3832" y="2074"/>
                </a:lnTo>
                <a:lnTo>
                  <a:pt x="3831" y="2075"/>
                </a:lnTo>
                <a:lnTo>
                  <a:pt x="3831" y="2076"/>
                </a:lnTo>
                <a:lnTo>
                  <a:pt x="3829" y="2076"/>
                </a:lnTo>
                <a:lnTo>
                  <a:pt x="3828" y="2077"/>
                </a:lnTo>
                <a:lnTo>
                  <a:pt x="3827" y="2077"/>
                </a:lnTo>
                <a:lnTo>
                  <a:pt x="3825" y="2077"/>
                </a:lnTo>
                <a:lnTo>
                  <a:pt x="3821" y="2077"/>
                </a:lnTo>
                <a:lnTo>
                  <a:pt x="3820" y="2077"/>
                </a:lnTo>
                <a:lnTo>
                  <a:pt x="3820" y="2076"/>
                </a:lnTo>
                <a:lnTo>
                  <a:pt x="3819" y="2077"/>
                </a:lnTo>
                <a:lnTo>
                  <a:pt x="3818" y="2077"/>
                </a:lnTo>
                <a:lnTo>
                  <a:pt x="3818" y="2079"/>
                </a:lnTo>
                <a:lnTo>
                  <a:pt x="3817" y="2079"/>
                </a:lnTo>
                <a:lnTo>
                  <a:pt x="3818" y="2079"/>
                </a:lnTo>
                <a:lnTo>
                  <a:pt x="3818" y="2080"/>
                </a:lnTo>
                <a:lnTo>
                  <a:pt x="3817" y="2081"/>
                </a:lnTo>
                <a:lnTo>
                  <a:pt x="3817" y="2082"/>
                </a:lnTo>
                <a:lnTo>
                  <a:pt x="3816" y="2082"/>
                </a:lnTo>
                <a:lnTo>
                  <a:pt x="3815" y="2082"/>
                </a:lnTo>
                <a:lnTo>
                  <a:pt x="3814" y="2082"/>
                </a:lnTo>
                <a:lnTo>
                  <a:pt x="3813" y="2081"/>
                </a:lnTo>
                <a:lnTo>
                  <a:pt x="3812" y="2080"/>
                </a:lnTo>
                <a:lnTo>
                  <a:pt x="3812" y="2079"/>
                </a:lnTo>
                <a:lnTo>
                  <a:pt x="3811" y="2079"/>
                </a:lnTo>
                <a:lnTo>
                  <a:pt x="3810" y="2080"/>
                </a:lnTo>
                <a:lnTo>
                  <a:pt x="3808" y="2080"/>
                </a:lnTo>
                <a:lnTo>
                  <a:pt x="3807" y="2080"/>
                </a:lnTo>
                <a:lnTo>
                  <a:pt x="3805" y="2081"/>
                </a:lnTo>
                <a:lnTo>
                  <a:pt x="3805" y="2082"/>
                </a:lnTo>
                <a:lnTo>
                  <a:pt x="3805" y="2083"/>
                </a:lnTo>
                <a:lnTo>
                  <a:pt x="3805" y="2084"/>
                </a:lnTo>
                <a:lnTo>
                  <a:pt x="3805" y="2085"/>
                </a:lnTo>
                <a:lnTo>
                  <a:pt x="3805" y="2086"/>
                </a:lnTo>
                <a:lnTo>
                  <a:pt x="3804" y="2087"/>
                </a:lnTo>
                <a:lnTo>
                  <a:pt x="3805" y="2087"/>
                </a:lnTo>
                <a:lnTo>
                  <a:pt x="3805" y="2088"/>
                </a:lnTo>
                <a:lnTo>
                  <a:pt x="3804" y="2089"/>
                </a:lnTo>
                <a:lnTo>
                  <a:pt x="3804" y="2090"/>
                </a:lnTo>
                <a:lnTo>
                  <a:pt x="3803" y="2090"/>
                </a:lnTo>
                <a:lnTo>
                  <a:pt x="3803" y="2091"/>
                </a:lnTo>
                <a:lnTo>
                  <a:pt x="3803" y="2094"/>
                </a:lnTo>
                <a:lnTo>
                  <a:pt x="3802" y="2094"/>
                </a:lnTo>
                <a:lnTo>
                  <a:pt x="3802" y="2093"/>
                </a:lnTo>
                <a:lnTo>
                  <a:pt x="3802" y="2092"/>
                </a:lnTo>
                <a:lnTo>
                  <a:pt x="3801" y="2092"/>
                </a:lnTo>
                <a:lnTo>
                  <a:pt x="3801" y="2093"/>
                </a:lnTo>
                <a:lnTo>
                  <a:pt x="3800" y="2093"/>
                </a:lnTo>
                <a:lnTo>
                  <a:pt x="3798" y="2092"/>
                </a:lnTo>
                <a:lnTo>
                  <a:pt x="3797" y="2090"/>
                </a:lnTo>
                <a:lnTo>
                  <a:pt x="3796" y="2090"/>
                </a:lnTo>
                <a:lnTo>
                  <a:pt x="3795" y="2089"/>
                </a:lnTo>
                <a:lnTo>
                  <a:pt x="3794" y="2089"/>
                </a:lnTo>
                <a:lnTo>
                  <a:pt x="3793" y="2089"/>
                </a:lnTo>
                <a:lnTo>
                  <a:pt x="3792" y="2088"/>
                </a:lnTo>
                <a:lnTo>
                  <a:pt x="3792" y="2087"/>
                </a:lnTo>
                <a:lnTo>
                  <a:pt x="3791" y="2086"/>
                </a:lnTo>
                <a:lnTo>
                  <a:pt x="3789" y="2086"/>
                </a:lnTo>
                <a:lnTo>
                  <a:pt x="3788" y="2086"/>
                </a:lnTo>
                <a:lnTo>
                  <a:pt x="3787" y="2086"/>
                </a:lnTo>
                <a:lnTo>
                  <a:pt x="3787" y="2085"/>
                </a:lnTo>
                <a:lnTo>
                  <a:pt x="3786" y="2085"/>
                </a:lnTo>
                <a:lnTo>
                  <a:pt x="3785" y="2085"/>
                </a:lnTo>
                <a:lnTo>
                  <a:pt x="3784" y="2085"/>
                </a:lnTo>
                <a:lnTo>
                  <a:pt x="3783" y="2085"/>
                </a:lnTo>
                <a:lnTo>
                  <a:pt x="3783" y="2084"/>
                </a:lnTo>
                <a:lnTo>
                  <a:pt x="3783" y="2083"/>
                </a:lnTo>
                <a:lnTo>
                  <a:pt x="3782" y="2082"/>
                </a:lnTo>
                <a:lnTo>
                  <a:pt x="3781" y="2082"/>
                </a:lnTo>
                <a:lnTo>
                  <a:pt x="3780" y="2082"/>
                </a:lnTo>
                <a:lnTo>
                  <a:pt x="3779" y="2082"/>
                </a:lnTo>
                <a:lnTo>
                  <a:pt x="3779" y="2083"/>
                </a:lnTo>
                <a:lnTo>
                  <a:pt x="3778" y="2083"/>
                </a:lnTo>
                <a:lnTo>
                  <a:pt x="3777" y="2083"/>
                </a:lnTo>
                <a:lnTo>
                  <a:pt x="3776" y="2084"/>
                </a:lnTo>
                <a:lnTo>
                  <a:pt x="3775" y="2084"/>
                </a:lnTo>
                <a:lnTo>
                  <a:pt x="3774" y="2084"/>
                </a:lnTo>
                <a:lnTo>
                  <a:pt x="3773" y="2084"/>
                </a:lnTo>
                <a:lnTo>
                  <a:pt x="3772" y="2084"/>
                </a:lnTo>
                <a:lnTo>
                  <a:pt x="3771" y="2084"/>
                </a:lnTo>
                <a:lnTo>
                  <a:pt x="3771" y="2085"/>
                </a:lnTo>
                <a:lnTo>
                  <a:pt x="3770" y="2085"/>
                </a:lnTo>
                <a:lnTo>
                  <a:pt x="3769" y="2086"/>
                </a:lnTo>
                <a:lnTo>
                  <a:pt x="3768" y="2086"/>
                </a:lnTo>
                <a:lnTo>
                  <a:pt x="3767" y="2087"/>
                </a:lnTo>
                <a:lnTo>
                  <a:pt x="3766" y="2087"/>
                </a:lnTo>
                <a:lnTo>
                  <a:pt x="3766" y="2086"/>
                </a:lnTo>
                <a:lnTo>
                  <a:pt x="3765" y="2086"/>
                </a:lnTo>
                <a:lnTo>
                  <a:pt x="3764" y="2086"/>
                </a:lnTo>
                <a:lnTo>
                  <a:pt x="3762" y="2086"/>
                </a:lnTo>
                <a:lnTo>
                  <a:pt x="3761" y="2085"/>
                </a:lnTo>
                <a:lnTo>
                  <a:pt x="3760" y="2085"/>
                </a:lnTo>
                <a:lnTo>
                  <a:pt x="3760" y="2084"/>
                </a:lnTo>
                <a:lnTo>
                  <a:pt x="3759" y="2084"/>
                </a:lnTo>
                <a:lnTo>
                  <a:pt x="3759" y="2083"/>
                </a:lnTo>
                <a:lnTo>
                  <a:pt x="3758" y="2082"/>
                </a:lnTo>
                <a:lnTo>
                  <a:pt x="3758" y="2081"/>
                </a:lnTo>
                <a:lnTo>
                  <a:pt x="3758" y="2080"/>
                </a:lnTo>
                <a:lnTo>
                  <a:pt x="3758" y="2079"/>
                </a:lnTo>
                <a:lnTo>
                  <a:pt x="3757" y="2078"/>
                </a:lnTo>
                <a:lnTo>
                  <a:pt x="3756" y="2078"/>
                </a:lnTo>
                <a:lnTo>
                  <a:pt x="3755" y="2078"/>
                </a:lnTo>
                <a:lnTo>
                  <a:pt x="3754" y="2078"/>
                </a:lnTo>
                <a:lnTo>
                  <a:pt x="3752" y="2078"/>
                </a:lnTo>
                <a:lnTo>
                  <a:pt x="3750" y="2078"/>
                </a:lnTo>
                <a:lnTo>
                  <a:pt x="3749" y="2078"/>
                </a:lnTo>
                <a:lnTo>
                  <a:pt x="3747" y="2077"/>
                </a:lnTo>
                <a:lnTo>
                  <a:pt x="3746" y="2078"/>
                </a:lnTo>
                <a:lnTo>
                  <a:pt x="3745" y="2078"/>
                </a:lnTo>
                <a:lnTo>
                  <a:pt x="3744" y="2078"/>
                </a:lnTo>
                <a:lnTo>
                  <a:pt x="3742" y="2078"/>
                </a:lnTo>
                <a:lnTo>
                  <a:pt x="3741" y="2078"/>
                </a:lnTo>
                <a:lnTo>
                  <a:pt x="3739" y="2078"/>
                </a:lnTo>
                <a:lnTo>
                  <a:pt x="3737" y="2078"/>
                </a:lnTo>
                <a:lnTo>
                  <a:pt x="3736" y="2078"/>
                </a:lnTo>
                <a:lnTo>
                  <a:pt x="3734" y="2078"/>
                </a:lnTo>
                <a:lnTo>
                  <a:pt x="3734" y="2079"/>
                </a:lnTo>
                <a:lnTo>
                  <a:pt x="3733" y="2079"/>
                </a:lnTo>
                <a:lnTo>
                  <a:pt x="3732" y="2079"/>
                </a:lnTo>
                <a:lnTo>
                  <a:pt x="3731" y="2080"/>
                </a:lnTo>
                <a:lnTo>
                  <a:pt x="3730" y="2080"/>
                </a:lnTo>
                <a:lnTo>
                  <a:pt x="3728" y="2081"/>
                </a:lnTo>
                <a:lnTo>
                  <a:pt x="3727" y="2081"/>
                </a:lnTo>
                <a:lnTo>
                  <a:pt x="3726" y="2081"/>
                </a:lnTo>
                <a:lnTo>
                  <a:pt x="3725" y="2082"/>
                </a:lnTo>
                <a:lnTo>
                  <a:pt x="3725" y="2083"/>
                </a:lnTo>
                <a:lnTo>
                  <a:pt x="3725" y="2084"/>
                </a:lnTo>
                <a:lnTo>
                  <a:pt x="3725" y="2085"/>
                </a:lnTo>
                <a:lnTo>
                  <a:pt x="3726" y="2085"/>
                </a:lnTo>
                <a:lnTo>
                  <a:pt x="3726" y="2086"/>
                </a:lnTo>
                <a:lnTo>
                  <a:pt x="3727" y="2087"/>
                </a:lnTo>
                <a:lnTo>
                  <a:pt x="3727" y="2089"/>
                </a:lnTo>
                <a:lnTo>
                  <a:pt x="3728" y="2090"/>
                </a:lnTo>
                <a:lnTo>
                  <a:pt x="3728" y="2091"/>
                </a:lnTo>
                <a:lnTo>
                  <a:pt x="3729" y="2093"/>
                </a:lnTo>
                <a:lnTo>
                  <a:pt x="3730" y="2093"/>
                </a:lnTo>
                <a:lnTo>
                  <a:pt x="3732" y="2093"/>
                </a:lnTo>
                <a:lnTo>
                  <a:pt x="3733" y="2093"/>
                </a:lnTo>
                <a:lnTo>
                  <a:pt x="3736" y="2093"/>
                </a:lnTo>
                <a:lnTo>
                  <a:pt x="3740" y="2093"/>
                </a:lnTo>
                <a:lnTo>
                  <a:pt x="3740" y="2092"/>
                </a:lnTo>
                <a:lnTo>
                  <a:pt x="3742" y="2091"/>
                </a:lnTo>
                <a:lnTo>
                  <a:pt x="3743" y="2092"/>
                </a:lnTo>
                <a:lnTo>
                  <a:pt x="3743" y="2093"/>
                </a:lnTo>
                <a:lnTo>
                  <a:pt x="3743" y="2094"/>
                </a:lnTo>
                <a:lnTo>
                  <a:pt x="3744" y="2095"/>
                </a:lnTo>
                <a:lnTo>
                  <a:pt x="3743" y="2095"/>
                </a:lnTo>
                <a:lnTo>
                  <a:pt x="3743" y="2096"/>
                </a:lnTo>
                <a:lnTo>
                  <a:pt x="3742" y="2096"/>
                </a:lnTo>
                <a:lnTo>
                  <a:pt x="3742" y="2097"/>
                </a:lnTo>
                <a:lnTo>
                  <a:pt x="3741" y="2097"/>
                </a:lnTo>
                <a:lnTo>
                  <a:pt x="3741" y="2098"/>
                </a:lnTo>
                <a:lnTo>
                  <a:pt x="3741" y="2099"/>
                </a:lnTo>
                <a:lnTo>
                  <a:pt x="3741" y="2100"/>
                </a:lnTo>
                <a:lnTo>
                  <a:pt x="3741" y="2101"/>
                </a:lnTo>
                <a:lnTo>
                  <a:pt x="3740" y="2101"/>
                </a:lnTo>
                <a:lnTo>
                  <a:pt x="3739" y="2102"/>
                </a:lnTo>
                <a:lnTo>
                  <a:pt x="3739" y="2103"/>
                </a:lnTo>
                <a:lnTo>
                  <a:pt x="3738" y="2104"/>
                </a:lnTo>
                <a:lnTo>
                  <a:pt x="3737" y="2104"/>
                </a:lnTo>
                <a:lnTo>
                  <a:pt x="3736" y="2105"/>
                </a:lnTo>
                <a:lnTo>
                  <a:pt x="3736" y="2106"/>
                </a:lnTo>
                <a:lnTo>
                  <a:pt x="3736" y="2107"/>
                </a:lnTo>
                <a:lnTo>
                  <a:pt x="3736" y="2109"/>
                </a:lnTo>
                <a:lnTo>
                  <a:pt x="3737" y="2110"/>
                </a:lnTo>
                <a:lnTo>
                  <a:pt x="3737" y="2111"/>
                </a:lnTo>
                <a:lnTo>
                  <a:pt x="3736" y="2111"/>
                </a:lnTo>
                <a:lnTo>
                  <a:pt x="3735" y="2112"/>
                </a:lnTo>
                <a:lnTo>
                  <a:pt x="3734" y="2112"/>
                </a:lnTo>
                <a:lnTo>
                  <a:pt x="3733" y="2112"/>
                </a:lnTo>
                <a:lnTo>
                  <a:pt x="3732" y="2112"/>
                </a:lnTo>
                <a:lnTo>
                  <a:pt x="3730" y="2114"/>
                </a:lnTo>
                <a:lnTo>
                  <a:pt x="3729" y="2114"/>
                </a:lnTo>
                <a:lnTo>
                  <a:pt x="3729" y="2115"/>
                </a:lnTo>
                <a:lnTo>
                  <a:pt x="3729" y="2116"/>
                </a:lnTo>
                <a:lnTo>
                  <a:pt x="3728" y="2115"/>
                </a:lnTo>
                <a:lnTo>
                  <a:pt x="3728" y="2114"/>
                </a:lnTo>
                <a:lnTo>
                  <a:pt x="3726" y="2113"/>
                </a:lnTo>
                <a:lnTo>
                  <a:pt x="3725" y="2113"/>
                </a:lnTo>
                <a:lnTo>
                  <a:pt x="3724" y="2113"/>
                </a:lnTo>
                <a:lnTo>
                  <a:pt x="3723" y="2112"/>
                </a:lnTo>
                <a:lnTo>
                  <a:pt x="3722" y="2112"/>
                </a:lnTo>
                <a:lnTo>
                  <a:pt x="3721" y="2112"/>
                </a:lnTo>
                <a:lnTo>
                  <a:pt x="3720" y="2112"/>
                </a:lnTo>
                <a:lnTo>
                  <a:pt x="3719" y="2112"/>
                </a:lnTo>
                <a:lnTo>
                  <a:pt x="3718" y="2112"/>
                </a:lnTo>
                <a:lnTo>
                  <a:pt x="3717" y="2112"/>
                </a:lnTo>
                <a:lnTo>
                  <a:pt x="3716" y="2112"/>
                </a:lnTo>
                <a:lnTo>
                  <a:pt x="3716" y="2111"/>
                </a:lnTo>
                <a:lnTo>
                  <a:pt x="3715" y="2110"/>
                </a:lnTo>
                <a:lnTo>
                  <a:pt x="3714" y="2110"/>
                </a:lnTo>
                <a:lnTo>
                  <a:pt x="3713" y="2110"/>
                </a:lnTo>
                <a:lnTo>
                  <a:pt x="3713" y="2109"/>
                </a:lnTo>
                <a:lnTo>
                  <a:pt x="3712" y="2109"/>
                </a:lnTo>
                <a:lnTo>
                  <a:pt x="3712" y="2108"/>
                </a:lnTo>
                <a:lnTo>
                  <a:pt x="3710" y="2107"/>
                </a:lnTo>
                <a:lnTo>
                  <a:pt x="3710" y="2106"/>
                </a:lnTo>
                <a:lnTo>
                  <a:pt x="3709" y="2106"/>
                </a:lnTo>
                <a:lnTo>
                  <a:pt x="3708" y="2106"/>
                </a:lnTo>
                <a:lnTo>
                  <a:pt x="3707" y="2106"/>
                </a:lnTo>
                <a:lnTo>
                  <a:pt x="3707" y="2108"/>
                </a:lnTo>
                <a:lnTo>
                  <a:pt x="3708" y="2109"/>
                </a:lnTo>
                <a:lnTo>
                  <a:pt x="3708" y="2110"/>
                </a:lnTo>
                <a:lnTo>
                  <a:pt x="3708" y="2111"/>
                </a:lnTo>
                <a:lnTo>
                  <a:pt x="3708" y="2113"/>
                </a:lnTo>
                <a:lnTo>
                  <a:pt x="3708" y="2114"/>
                </a:lnTo>
                <a:lnTo>
                  <a:pt x="3708" y="2117"/>
                </a:lnTo>
                <a:lnTo>
                  <a:pt x="3707" y="2117"/>
                </a:lnTo>
                <a:lnTo>
                  <a:pt x="3708" y="2117"/>
                </a:lnTo>
                <a:lnTo>
                  <a:pt x="3708" y="2116"/>
                </a:lnTo>
                <a:lnTo>
                  <a:pt x="3708" y="2115"/>
                </a:lnTo>
                <a:lnTo>
                  <a:pt x="3707" y="2115"/>
                </a:lnTo>
                <a:lnTo>
                  <a:pt x="3706" y="2115"/>
                </a:lnTo>
                <a:lnTo>
                  <a:pt x="3705" y="2116"/>
                </a:lnTo>
                <a:lnTo>
                  <a:pt x="3703" y="2116"/>
                </a:lnTo>
                <a:lnTo>
                  <a:pt x="3702" y="2116"/>
                </a:lnTo>
                <a:lnTo>
                  <a:pt x="3702" y="2117"/>
                </a:lnTo>
                <a:lnTo>
                  <a:pt x="3701" y="2117"/>
                </a:lnTo>
                <a:lnTo>
                  <a:pt x="3699" y="2117"/>
                </a:lnTo>
                <a:lnTo>
                  <a:pt x="3697" y="2116"/>
                </a:lnTo>
                <a:lnTo>
                  <a:pt x="3695" y="2115"/>
                </a:lnTo>
                <a:lnTo>
                  <a:pt x="3694" y="2114"/>
                </a:lnTo>
                <a:lnTo>
                  <a:pt x="3694" y="2115"/>
                </a:lnTo>
                <a:lnTo>
                  <a:pt x="3693" y="2115"/>
                </a:lnTo>
                <a:lnTo>
                  <a:pt x="3692" y="2115"/>
                </a:lnTo>
                <a:lnTo>
                  <a:pt x="3689" y="2114"/>
                </a:lnTo>
                <a:lnTo>
                  <a:pt x="3688" y="2114"/>
                </a:lnTo>
                <a:lnTo>
                  <a:pt x="3688" y="2113"/>
                </a:lnTo>
                <a:lnTo>
                  <a:pt x="3687" y="2112"/>
                </a:lnTo>
                <a:lnTo>
                  <a:pt x="3686" y="2112"/>
                </a:lnTo>
                <a:lnTo>
                  <a:pt x="3685" y="2112"/>
                </a:lnTo>
                <a:lnTo>
                  <a:pt x="3685" y="2113"/>
                </a:lnTo>
                <a:lnTo>
                  <a:pt x="3685" y="2114"/>
                </a:lnTo>
                <a:lnTo>
                  <a:pt x="3683" y="2116"/>
                </a:lnTo>
                <a:lnTo>
                  <a:pt x="3681" y="2117"/>
                </a:lnTo>
                <a:lnTo>
                  <a:pt x="3680" y="2117"/>
                </a:lnTo>
                <a:lnTo>
                  <a:pt x="3679" y="2117"/>
                </a:lnTo>
                <a:lnTo>
                  <a:pt x="3677" y="2117"/>
                </a:lnTo>
                <a:lnTo>
                  <a:pt x="3676" y="2117"/>
                </a:lnTo>
                <a:lnTo>
                  <a:pt x="3676" y="2118"/>
                </a:lnTo>
                <a:lnTo>
                  <a:pt x="3677" y="2118"/>
                </a:lnTo>
                <a:lnTo>
                  <a:pt x="3677" y="2119"/>
                </a:lnTo>
                <a:lnTo>
                  <a:pt x="3677" y="2120"/>
                </a:lnTo>
                <a:lnTo>
                  <a:pt x="3676" y="2120"/>
                </a:lnTo>
                <a:lnTo>
                  <a:pt x="3675" y="2119"/>
                </a:lnTo>
                <a:lnTo>
                  <a:pt x="3674" y="2119"/>
                </a:lnTo>
                <a:lnTo>
                  <a:pt x="3674" y="2118"/>
                </a:lnTo>
                <a:lnTo>
                  <a:pt x="3674" y="2119"/>
                </a:lnTo>
                <a:lnTo>
                  <a:pt x="3673" y="2119"/>
                </a:lnTo>
                <a:lnTo>
                  <a:pt x="3672" y="2119"/>
                </a:lnTo>
                <a:lnTo>
                  <a:pt x="3672" y="2120"/>
                </a:lnTo>
                <a:lnTo>
                  <a:pt x="3673" y="2121"/>
                </a:lnTo>
                <a:lnTo>
                  <a:pt x="3673" y="2122"/>
                </a:lnTo>
                <a:lnTo>
                  <a:pt x="3672" y="2122"/>
                </a:lnTo>
                <a:lnTo>
                  <a:pt x="3669" y="2122"/>
                </a:lnTo>
                <a:lnTo>
                  <a:pt x="3669" y="2123"/>
                </a:lnTo>
                <a:lnTo>
                  <a:pt x="3670" y="2124"/>
                </a:lnTo>
                <a:lnTo>
                  <a:pt x="3670" y="2125"/>
                </a:lnTo>
                <a:lnTo>
                  <a:pt x="3671" y="2126"/>
                </a:lnTo>
                <a:lnTo>
                  <a:pt x="3671" y="2127"/>
                </a:lnTo>
                <a:lnTo>
                  <a:pt x="3670" y="2127"/>
                </a:lnTo>
                <a:lnTo>
                  <a:pt x="3669" y="2127"/>
                </a:lnTo>
                <a:lnTo>
                  <a:pt x="3668" y="2127"/>
                </a:lnTo>
                <a:lnTo>
                  <a:pt x="3668" y="2128"/>
                </a:lnTo>
                <a:lnTo>
                  <a:pt x="3668" y="2129"/>
                </a:lnTo>
                <a:lnTo>
                  <a:pt x="3668" y="2130"/>
                </a:lnTo>
                <a:lnTo>
                  <a:pt x="3668" y="2133"/>
                </a:lnTo>
                <a:lnTo>
                  <a:pt x="3667" y="2133"/>
                </a:lnTo>
                <a:lnTo>
                  <a:pt x="3666" y="2133"/>
                </a:lnTo>
                <a:lnTo>
                  <a:pt x="3666" y="2134"/>
                </a:lnTo>
                <a:lnTo>
                  <a:pt x="3667" y="2134"/>
                </a:lnTo>
                <a:lnTo>
                  <a:pt x="3667" y="2135"/>
                </a:lnTo>
                <a:lnTo>
                  <a:pt x="3668" y="2134"/>
                </a:lnTo>
                <a:lnTo>
                  <a:pt x="3669" y="2134"/>
                </a:lnTo>
                <a:lnTo>
                  <a:pt x="3669" y="2135"/>
                </a:lnTo>
                <a:lnTo>
                  <a:pt x="3668" y="2136"/>
                </a:lnTo>
                <a:lnTo>
                  <a:pt x="3667" y="2136"/>
                </a:lnTo>
                <a:lnTo>
                  <a:pt x="3666" y="2136"/>
                </a:lnTo>
                <a:lnTo>
                  <a:pt x="3666" y="2137"/>
                </a:lnTo>
                <a:lnTo>
                  <a:pt x="3667" y="2137"/>
                </a:lnTo>
                <a:lnTo>
                  <a:pt x="3668" y="2138"/>
                </a:lnTo>
                <a:lnTo>
                  <a:pt x="3669" y="2138"/>
                </a:lnTo>
                <a:lnTo>
                  <a:pt x="3670" y="2139"/>
                </a:lnTo>
                <a:lnTo>
                  <a:pt x="3669" y="2140"/>
                </a:lnTo>
                <a:lnTo>
                  <a:pt x="3669" y="2141"/>
                </a:lnTo>
                <a:lnTo>
                  <a:pt x="3669" y="2142"/>
                </a:lnTo>
                <a:lnTo>
                  <a:pt x="3670" y="2142"/>
                </a:lnTo>
                <a:lnTo>
                  <a:pt x="3670" y="2143"/>
                </a:lnTo>
                <a:lnTo>
                  <a:pt x="3669" y="2143"/>
                </a:lnTo>
                <a:lnTo>
                  <a:pt x="3669" y="2144"/>
                </a:lnTo>
                <a:lnTo>
                  <a:pt x="3668" y="2143"/>
                </a:lnTo>
                <a:lnTo>
                  <a:pt x="3668" y="2142"/>
                </a:lnTo>
                <a:lnTo>
                  <a:pt x="3667" y="2142"/>
                </a:lnTo>
                <a:lnTo>
                  <a:pt x="3667" y="2144"/>
                </a:lnTo>
                <a:lnTo>
                  <a:pt x="3668" y="2145"/>
                </a:lnTo>
                <a:lnTo>
                  <a:pt x="3669" y="2145"/>
                </a:lnTo>
                <a:lnTo>
                  <a:pt x="3669" y="2146"/>
                </a:lnTo>
                <a:lnTo>
                  <a:pt x="3669" y="2147"/>
                </a:lnTo>
                <a:lnTo>
                  <a:pt x="3668" y="2149"/>
                </a:lnTo>
                <a:lnTo>
                  <a:pt x="3666" y="2150"/>
                </a:lnTo>
                <a:lnTo>
                  <a:pt x="3666" y="2149"/>
                </a:lnTo>
                <a:lnTo>
                  <a:pt x="3665" y="2149"/>
                </a:lnTo>
                <a:lnTo>
                  <a:pt x="3664" y="2149"/>
                </a:lnTo>
                <a:lnTo>
                  <a:pt x="3664" y="2150"/>
                </a:lnTo>
                <a:lnTo>
                  <a:pt x="3664" y="2152"/>
                </a:lnTo>
                <a:lnTo>
                  <a:pt x="3664" y="2153"/>
                </a:lnTo>
                <a:lnTo>
                  <a:pt x="3664" y="2154"/>
                </a:lnTo>
                <a:lnTo>
                  <a:pt x="3664" y="2155"/>
                </a:lnTo>
                <a:lnTo>
                  <a:pt x="3665" y="2155"/>
                </a:lnTo>
                <a:lnTo>
                  <a:pt x="3665" y="2156"/>
                </a:lnTo>
                <a:lnTo>
                  <a:pt x="3664" y="2156"/>
                </a:lnTo>
                <a:lnTo>
                  <a:pt x="3664" y="2155"/>
                </a:lnTo>
                <a:lnTo>
                  <a:pt x="3663" y="2155"/>
                </a:lnTo>
                <a:lnTo>
                  <a:pt x="3663" y="2154"/>
                </a:lnTo>
                <a:lnTo>
                  <a:pt x="3662" y="2154"/>
                </a:lnTo>
                <a:lnTo>
                  <a:pt x="3662" y="2155"/>
                </a:lnTo>
                <a:lnTo>
                  <a:pt x="3662" y="2156"/>
                </a:lnTo>
                <a:lnTo>
                  <a:pt x="3661" y="2156"/>
                </a:lnTo>
                <a:lnTo>
                  <a:pt x="3661" y="2155"/>
                </a:lnTo>
                <a:lnTo>
                  <a:pt x="3660" y="2155"/>
                </a:lnTo>
                <a:lnTo>
                  <a:pt x="3659" y="2155"/>
                </a:lnTo>
                <a:lnTo>
                  <a:pt x="3659" y="2156"/>
                </a:lnTo>
                <a:lnTo>
                  <a:pt x="3659" y="2157"/>
                </a:lnTo>
                <a:lnTo>
                  <a:pt x="3658" y="2158"/>
                </a:lnTo>
                <a:lnTo>
                  <a:pt x="3658" y="2160"/>
                </a:lnTo>
                <a:lnTo>
                  <a:pt x="3658" y="2162"/>
                </a:lnTo>
                <a:lnTo>
                  <a:pt x="3658" y="2163"/>
                </a:lnTo>
                <a:lnTo>
                  <a:pt x="3657" y="2164"/>
                </a:lnTo>
                <a:lnTo>
                  <a:pt x="3656" y="2164"/>
                </a:lnTo>
                <a:lnTo>
                  <a:pt x="3656" y="2163"/>
                </a:lnTo>
                <a:lnTo>
                  <a:pt x="3656" y="2162"/>
                </a:lnTo>
                <a:lnTo>
                  <a:pt x="3656" y="2161"/>
                </a:lnTo>
                <a:lnTo>
                  <a:pt x="3654" y="2164"/>
                </a:lnTo>
                <a:lnTo>
                  <a:pt x="3654" y="2165"/>
                </a:lnTo>
                <a:lnTo>
                  <a:pt x="3653" y="2165"/>
                </a:lnTo>
                <a:lnTo>
                  <a:pt x="3651" y="2167"/>
                </a:lnTo>
                <a:lnTo>
                  <a:pt x="3650" y="2168"/>
                </a:lnTo>
                <a:lnTo>
                  <a:pt x="3650" y="2167"/>
                </a:lnTo>
                <a:lnTo>
                  <a:pt x="3649" y="2167"/>
                </a:lnTo>
                <a:lnTo>
                  <a:pt x="3648" y="2168"/>
                </a:lnTo>
                <a:lnTo>
                  <a:pt x="3648" y="2170"/>
                </a:lnTo>
                <a:lnTo>
                  <a:pt x="3648" y="2171"/>
                </a:lnTo>
                <a:lnTo>
                  <a:pt x="3647" y="2171"/>
                </a:lnTo>
                <a:lnTo>
                  <a:pt x="3647" y="2172"/>
                </a:lnTo>
                <a:lnTo>
                  <a:pt x="3646" y="2173"/>
                </a:lnTo>
                <a:lnTo>
                  <a:pt x="3646" y="2174"/>
                </a:lnTo>
                <a:lnTo>
                  <a:pt x="3646" y="2175"/>
                </a:lnTo>
                <a:lnTo>
                  <a:pt x="3646" y="2176"/>
                </a:lnTo>
                <a:lnTo>
                  <a:pt x="3645" y="2176"/>
                </a:lnTo>
                <a:lnTo>
                  <a:pt x="3645" y="2177"/>
                </a:lnTo>
                <a:lnTo>
                  <a:pt x="3644" y="2178"/>
                </a:lnTo>
                <a:lnTo>
                  <a:pt x="3644" y="2179"/>
                </a:lnTo>
                <a:lnTo>
                  <a:pt x="3643" y="2179"/>
                </a:lnTo>
                <a:lnTo>
                  <a:pt x="3642" y="2179"/>
                </a:lnTo>
                <a:lnTo>
                  <a:pt x="3641" y="2179"/>
                </a:lnTo>
                <a:lnTo>
                  <a:pt x="3640" y="2179"/>
                </a:lnTo>
                <a:lnTo>
                  <a:pt x="3639" y="2179"/>
                </a:lnTo>
                <a:lnTo>
                  <a:pt x="3639" y="2180"/>
                </a:lnTo>
                <a:lnTo>
                  <a:pt x="3638" y="2180"/>
                </a:lnTo>
                <a:lnTo>
                  <a:pt x="3637" y="2179"/>
                </a:lnTo>
                <a:lnTo>
                  <a:pt x="3635" y="2177"/>
                </a:lnTo>
                <a:lnTo>
                  <a:pt x="3634" y="2176"/>
                </a:lnTo>
                <a:lnTo>
                  <a:pt x="3633" y="2174"/>
                </a:lnTo>
                <a:lnTo>
                  <a:pt x="3633" y="2173"/>
                </a:lnTo>
                <a:lnTo>
                  <a:pt x="3633" y="2172"/>
                </a:lnTo>
                <a:lnTo>
                  <a:pt x="3632" y="2172"/>
                </a:lnTo>
                <a:lnTo>
                  <a:pt x="3632" y="2173"/>
                </a:lnTo>
                <a:lnTo>
                  <a:pt x="3631" y="2173"/>
                </a:lnTo>
                <a:lnTo>
                  <a:pt x="3629" y="2172"/>
                </a:lnTo>
                <a:lnTo>
                  <a:pt x="3628" y="2170"/>
                </a:lnTo>
                <a:lnTo>
                  <a:pt x="3627" y="2170"/>
                </a:lnTo>
                <a:lnTo>
                  <a:pt x="3626" y="2169"/>
                </a:lnTo>
                <a:lnTo>
                  <a:pt x="3626" y="2168"/>
                </a:lnTo>
                <a:lnTo>
                  <a:pt x="3627" y="2168"/>
                </a:lnTo>
                <a:lnTo>
                  <a:pt x="3627" y="2167"/>
                </a:lnTo>
                <a:lnTo>
                  <a:pt x="3628" y="2167"/>
                </a:lnTo>
                <a:lnTo>
                  <a:pt x="3627" y="2167"/>
                </a:lnTo>
                <a:lnTo>
                  <a:pt x="3627" y="2166"/>
                </a:lnTo>
                <a:lnTo>
                  <a:pt x="3627" y="2165"/>
                </a:lnTo>
                <a:lnTo>
                  <a:pt x="3626" y="2166"/>
                </a:lnTo>
                <a:lnTo>
                  <a:pt x="3626" y="2167"/>
                </a:lnTo>
                <a:lnTo>
                  <a:pt x="3625" y="2167"/>
                </a:lnTo>
                <a:lnTo>
                  <a:pt x="3625" y="2168"/>
                </a:lnTo>
                <a:lnTo>
                  <a:pt x="3625" y="2169"/>
                </a:lnTo>
                <a:lnTo>
                  <a:pt x="3624" y="2169"/>
                </a:lnTo>
                <a:lnTo>
                  <a:pt x="3624" y="2170"/>
                </a:lnTo>
                <a:lnTo>
                  <a:pt x="3623" y="2171"/>
                </a:lnTo>
                <a:lnTo>
                  <a:pt x="3622" y="2172"/>
                </a:lnTo>
                <a:lnTo>
                  <a:pt x="3621" y="2172"/>
                </a:lnTo>
                <a:lnTo>
                  <a:pt x="3620" y="2172"/>
                </a:lnTo>
                <a:lnTo>
                  <a:pt x="3619" y="2172"/>
                </a:lnTo>
                <a:lnTo>
                  <a:pt x="3618" y="2173"/>
                </a:lnTo>
                <a:lnTo>
                  <a:pt x="3617" y="2174"/>
                </a:lnTo>
                <a:lnTo>
                  <a:pt x="3616" y="2174"/>
                </a:lnTo>
                <a:lnTo>
                  <a:pt x="3615" y="2173"/>
                </a:lnTo>
                <a:lnTo>
                  <a:pt x="3614" y="2173"/>
                </a:lnTo>
                <a:lnTo>
                  <a:pt x="3613" y="2173"/>
                </a:lnTo>
                <a:lnTo>
                  <a:pt x="3613" y="2174"/>
                </a:lnTo>
                <a:lnTo>
                  <a:pt x="3614" y="2174"/>
                </a:lnTo>
                <a:lnTo>
                  <a:pt x="3613" y="2175"/>
                </a:lnTo>
                <a:lnTo>
                  <a:pt x="3612" y="2175"/>
                </a:lnTo>
                <a:lnTo>
                  <a:pt x="3612" y="2174"/>
                </a:lnTo>
                <a:lnTo>
                  <a:pt x="3611" y="2173"/>
                </a:lnTo>
                <a:lnTo>
                  <a:pt x="3610" y="2173"/>
                </a:lnTo>
                <a:lnTo>
                  <a:pt x="3609" y="2173"/>
                </a:lnTo>
                <a:lnTo>
                  <a:pt x="3608" y="2173"/>
                </a:lnTo>
                <a:lnTo>
                  <a:pt x="3608" y="2174"/>
                </a:lnTo>
                <a:lnTo>
                  <a:pt x="3608" y="2175"/>
                </a:lnTo>
                <a:lnTo>
                  <a:pt x="3607" y="2176"/>
                </a:lnTo>
                <a:lnTo>
                  <a:pt x="3605" y="2177"/>
                </a:lnTo>
                <a:lnTo>
                  <a:pt x="3604" y="2177"/>
                </a:lnTo>
                <a:lnTo>
                  <a:pt x="3604" y="2178"/>
                </a:lnTo>
                <a:lnTo>
                  <a:pt x="3603" y="2178"/>
                </a:lnTo>
                <a:lnTo>
                  <a:pt x="3602" y="2178"/>
                </a:lnTo>
                <a:lnTo>
                  <a:pt x="3602" y="2177"/>
                </a:lnTo>
                <a:lnTo>
                  <a:pt x="3601" y="2177"/>
                </a:lnTo>
                <a:lnTo>
                  <a:pt x="3601" y="2176"/>
                </a:lnTo>
                <a:lnTo>
                  <a:pt x="3599" y="2176"/>
                </a:lnTo>
                <a:lnTo>
                  <a:pt x="3600" y="2177"/>
                </a:lnTo>
                <a:lnTo>
                  <a:pt x="3600" y="2178"/>
                </a:lnTo>
                <a:lnTo>
                  <a:pt x="3599" y="2178"/>
                </a:lnTo>
                <a:lnTo>
                  <a:pt x="3599" y="2179"/>
                </a:lnTo>
                <a:lnTo>
                  <a:pt x="3597" y="2179"/>
                </a:lnTo>
                <a:lnTo>
                  <a:pt x="3596" y="2179"/>
                </a:lnTo>
                <a:lnTo>
                  <a:pt x="3596" y="2180"/>
                </a:lnTo>
                <a:lnTo>
                  <a:pt x="3595" y="2180"/>
                </a:lnTo>
                <a:lnTo>
                  <a:pt x="3596" y="2180"/>
                </a:lnTo>
                <a:lnTo>
                  <a:pt x="3596" y="2181"/>
                </a:lnTo>
                <a:lnTo>
                  <a:pt x="3596" y="2182"/>
                </a:lnTo>
                <a:lnTo>
                  <a:pt x="3596" y="2184"/>
                </a:lnTo>
                <a:lnTo>
                  <a:pt x="3595" y="2184"/>
                </a:lnTo>
                <a:lnTo>
                  <a:pt x="3594" y="2184"/>
                </a:lnTo>
                <a:lnTo>
                  <a:pt x="3594" y="2183"/>
                </a:lnTo>
                <a:lnTo>
                  <a:pt x="3593" y="2183"/>
                </a:lnTo>
                <a:lnTo>
                  <a:pt x="3592" y="2183"/>
                </a:lnTo>
                <a:lnTo>
                  <a:pt x="3591" y="2183"/>
                </a:lnTo>
                <a:lnTo>
                  <a:pt x="3591" y="2184"/>
                </a:lnTo>
                <a:lnTo>
                  <a:pt x="3590" y="2185"/>
                </a:lnTo>
                <a:lnTo>
                  <a:pt x="3590" y="2186"/>
                </a:lnTo>
                <a:lnTo>
                  <a:pt x="3589" y="2187"/>
                </a:lnTo>
                <a:lnTo>
                  <a:pt x="3588" y="2187"/>
                </a:lnTo>
                <a:lnTo>
                  <a:pt x="3587" y="2188"/>
                </a:lnTo>
                <a:lnTo>
                  <a:pt x="3586" y="2188"/>
                </a:lnTo>
                <a:lnTo>
                  <a:pt x="3585" y="2189"/>
                </a:lnTo>
                <a:lnTo>
                  <a:pt x="3585" y="2190"/>
                </a:lnTo>
                <a:lnTo>
                  <a:pt x="3586" y="2190"/>
                </a:lnTo>
                <a:lnTo>
                  <a:pt x="3587" y="2191"/>
                </a:lnTo>
                <a:lnTo>
                  <a:pt x="3586" y="2192"/>
                </a:lnTo>
                <a:lnTo>
                  <a:pt x="3586" y="2193"/>
                </a:lnTo>
                <a:lnTo>
                  <a:pt x="3586" y="2194"/>
                </a:lnTo>
                <a:lnTo>
                  <a:pt x="3586" y="2195"/>
                </a:lnTo>
                <a:lnTo>
                  <a:pt x="3586" y="2196"/>
                </a:lnTo>
                <a:lnTo>
                  <a:pt x="3585" y="2197"/>
                </a:lnTo>
                <a:lnTo>
                  <a:pt x="3585" y="2198"/>
                </a:lnTo>
                <a:lnTo>
                  <a:pt x="3584" y="2198"/>
                </a:lnTo>
                <a:lnTo>
                  <a:pt x="3584" y="2199"/>
                </a:lnTo>
                <a:lnTo>
                  <a:pt x="3584" y="2200"/>
                </a:lnTo>
                <a:lnTo>
                  <a:pt x="3583" y="2200"/>
                </a:lnTo>
                <a:lnTo>
                  <a:pt x="3582" y="2200"/>
                </a:lnTo>
                <a:lnTo>
                  <a:pt x="3582" y="2201"/>
                </a:lnTo>
                <a:lnTo>
                  <a:pt x="3581" y="2201"/>
                </a:lnTo>
                <a:lnTo>
                  <a:pt x="3581" y="2202"/>
                </a:lnTo>
                <a:lnTo>
                  <a:pt x="3580" y="2202"/>
                </a:lnTo>
                <a:lnTo>
                  <a:pt x="3579" y="2201"/>
                </a:lnTo>
                <a:lnTo>
                  <a:pt x="3579" y="2202"/>
                </a:lnTo>
                <a:lnTo>
                  <a:pt x="3580" y="2202"/>
                </a:lnTo>
                <a:lnTo>
                  <a:pt x="3579" y="2203"/>
                </a:lnTo>
                <a:lnTo>
                  <a:pt x="3578" y="2204"/>
                </a:lnTo>
                <a:lnTo>
                  <a:pt x="3576" y="2204"/>
                </a:lnTo>
                <a:lnTo>
                  <a:pt x="3575" y="2204"/>
                </a:lnTo>
                <a:lnTo>
                  <a:pt x="3574" y="2205"/>
                </a:lnTo>
                <a:lnTo>
                  <a:pt x="3574" y="2207"/>
                </a:lnTo>
                <a:lnTo>
                  <a:pt x="3573" y="2208"/>
                </a:lnTo>
                <a:lnTo>
                  <a:pt x="3572" y="2208"/>
                </a:lnTo>
                <a:lnTo>
                  <a:pt x="3572" y="2209"/>
                </a:lnTo>
                <a:lnTo>
                  <a:pt x="3571" y="2209"/>
                </a:lnTo>
                <a:lnTo>
                  <a:pt x="3570" y="2210"/>
                </a:lnTo>
                <a:lnTo>
                  <a:pt x="3570" y="2211"/>
                </a:lnTo>
                <a:lnTo>
                  <a:pt x="3571" y="2211"/>
                </a:lnTo>
                <a:lnTo>
                  <a:pt x="3571" y="2213"/>
                </a:lnTo>
                <a:lnTo>
                  <a:pt x="3570" y="2214"/>
                </a:lnTo>
                <a:lnTo>
                  <a:pt x="3569" y="2215"/>
                </a:lnTo>
                <a:lnTo>
                  <a:pt x="3569" y="2216"/>
                </a:lnTo>
                <a:lnTo>
                  <a:pt x="3568" y="2217"/>
                </a:lnTo>
                <a:lnTo>
                  <a:pt x="3567" y="2217"/>
                </a:lnTo>
                <a:lnTo>
                  <a:pt x="3567" y="2218"/>
                </a:lnTo>
                <a:lnTo>
                  <a:pt x="3566" y="2218"/>
                </a:lnTo>
                <a:lnTo>
                  <a:pt x="3567" y="2218"/>
                </a:lnTo>
                <a:lnTo>
                  <a:pt x="3567" y="2219"/>
                </a:lnTo>
                <a:lnTo>
                  <a:pt x="3567" y="2221"/>
                </a:lnTo>
                <a:lnTo>
                  <a:pt x="3566" y="2221"/>
                </a:lnTo>
                <a:lnTo>
                  <a:pt x="3565" y="2221"/>
                </a:lnTo>
                <a:lnTo>
                  <a:pt x="3565" y="2220"/>
                </a:lnTo>
                <a:lnTo>
                  <a:pt x="3564" y="2221"/>
                </a:lnTo>
                <a:lnTo>
                  <a:pt x="3564" y="2222"/>
                </a:lnTo>
                <a:lnTo>
                  <a:pt x="3564" y="2223"/>
                </a:lnTo>
                <a:lnTo>
                  <a:pt x="3563" y="2224"/>
                </a:lnTo>
                <a:lnTo>
                  <a:pt x="3563" y="2225"/>
                </a:lnTo>
                <a:lnTo>
                  <a:pt x="3562" y="2226"/>
                </a:lnTo>
                <a:lnTo>
                  <a:pt x="3561" y="2226"/>
                </a:lnTo>
                <a:lnTo>
                  <a:pt x="3560" y="2225"/>
                </a:lnTo>
                <a:lnTo>
                  <a:pt x="3560" y="2226"/>
                </a:lnTo>
                <a:lnTo>
                  <a:pt x="3559" y="2226"/>
                </a:lnTo>
                <a:lnTo>
                  <a:pt x="3558" y="2227"/>
                </a:lnTo>
                <a:lnTo>
                  <a:pt x="3557" y="2230"/>
                </a:lnTo>
                <a:lnTo>
                  <a:pt x="3557" y="2231"/>
                </a:lnTo>
                <a:lnTo>
                  <a:pt x="3556" y="2232"/>
                </a:lnTo>
                <a:lnTo>
                  <a:pt x="3555" y="2232"/>
                </a:lnTo>
                <a:lnTo>
                  <a:pt x="3554" y="2232"/>
                </a:lnTo>
                <a:lnTo>
                  <a:pt x="3553" y="2231"/>
                </a:lnTo>
                <a:lnTo>
                  <a:pt x="3552" y="2233"/>
                </a:lnTo>
                <a:lnTo>
                  <a:pt x="3551" y="2233"/>
                </a:lnTo>
                <a:lnTo>
                  <a:pt x="3552" y="2234"/>
                </a:lnTo>
                <a:lnTo>
                  <a:pt x="3552" y="2235"/>
                </a:lnTo>
                <a:lnTo>
                  <a:pt x="3551" y="2235"/>
                </a:lnTo>
                <a:lnTo>
                  <a:pt x="3550" y="2235"/>
                </a:lnTo>
                <a:lnTo>
                  <a:pt x="3549" y="2235"/>
                </a:lnTo>
                <a:lnTo>
                  <a:pt x="3549" y="2234"/>
                </a:lnTo>
                <a:lnTo>
                  <a:pt x="3548" y="2234"/>
                </a:lnTo>
                <a:lnTo>
                  <a:pt x="3547" y="2234"/>
                </a:lnTo>
                <a:lnTo>
                  <a:pt x="3547" y="2233"/>
                </a:lnTo>
                <a:lnTo>
                  <a:pt x="3548" y="2233"/>
                </a:lnTo>
                <a:lnTo>
                  <a:pt x="3548" y="2232"/>
                </a:lnTo>
                <a:lnTo>
                  <a:pt x="3547" y="2232"/>
                </a:lnTo>
                <a:lnTo>
                  <a:pt x="3546" y="2232"/>
                </a:lnTo>
                <a:lnTo>
                  <a:pt x="3546" y="2233"/>
                </a:lnTo>
                <a:lnTo>
                  <a:pt x="3546" y="2232"/>
                </a:lnTo>
                <a:lnTo>
                  <a:pt x="3545" y="2232"/>
                </a:lnTo>
                <a:lnTo>
                  <a:pt x="3544" y="2232"/>
                </a:lnTo>
                <a:lnTo>
                  <a:pt x="3543" y="2232"/>
                </a:lnTo>
                <a:lnTo>
                  <a:pt x="3542" y="2233"/>
                </a:lnTo>
                <a:lnTo>
                  <a:pt x="3541" y="2233"/>
                </a:lnTo>
                <a:lnTo>
                  <a:pt x="3540" y="2232"/>
                </a:lnTo>
                <a:lnTo>
                  <a:pt x="3540" y="2231"/>
                </a:lnTo>
                <a:lnTo>
                  <a:pt x="3539" y="2231"/>
                </a:lnTo>
                <a:lnTo>
                  <a:pt x="3539" y="2230"/>
                </a:lnTo>
                <a:lnTo>
                  <a:pt x="3537" y="2230"/>
                </a:lnTo>
                <a:lnTo>
                  <a:pt x="3536" y="2230"/>
                </a:lnTo>
                <a:lnTo>
                  <a:pt x="3535" y="2230"/>
                </a:lnTo>
                <a:lnTo>
                  <a:pt x="3535" y="2231"/>
                </a:lnTo>
                <a:lnTo>
                  <a:pt x="3534" y="2231"/>
                </a:lnTo>
                <a:lnTo>
                  <a:pt x="3533" y="2232"/>
                </a:lnTo>
                <a:lnTo>
                  <a:pt x="3532" y="2232"/>
                </a:lnTo>
                <a:lnTo>
                  <a:pt x="3532" y="2233"/>
                </a:lnTo>
                <a:lnTo>
                  <a:pt x="3531" y="2233"/>
                </a:lnTo>
                <a:lnTo>
                  <a:pt x="3530" y="2233"/>
                </a:lnTo>
                <a:lnTo>
                  <a:pt x="3529" y="2233"/>
                </a:lnTo>
                <a:lnTo>
                  <a:pt x="3528" y="2233"/>
                </a:lnTo>
                <a:lnTo>
                  <a:pt x="3529" y="2234"/>
                </a:lnTo>
                <a:lnTo>
                  <a:pt x="3529" y="2235"/>
                </a:lnTo>
                <a:lnTo>
                  <a:pt x="3530" y="2236"/>
                </a:lnTo>
                <a:lnTo>
                  <a:pt x="3530" y="2237"/>
                </a:lnTo>
                <a:lnTo>
                  <a:pt x="3530" y="2238"/>
                </a:lnTo>
                <a:lnTo>
                  <a:pt x="3530" y="2239"/>
                </a:lnTo>
                <a:lnTo>
                  <a:pt x="3529" y="2239"/>
                </a:lnTo>
                <a:lnTo>
                  <a:pt x="3529" y="2238"/>
                </a:lnTo>
                <a:lnTo>
                  <a:pt x="3528" y="2238"/>
                </a:lnTo>
                <a:lnTo>
                  <a:pt x="3527" y="2238"/>
                </a:lnTo>
                <a:lnTo>
                  <a:pt x="3527" y="2237"/>
                </a:lnTo>
                <a:lnTo>
                  <a:pt x="3526" y="2238"/>
                </a:lnTo>
                <a:lnTo>
                  <a:pt x="3525" y="2238"/>
                </a:lnTo>
                <a:lnTo>
                  <a:pt x="3525" y="2237"/>
                </a:lnTo>
                <a:lnTo>
                  <a:pt x="3525" y="2238"/>
                </a:lnTo>
                <a:lnTo>
                  <a:pt x="3524" y="2238"/>
                </a:lnTo>
                <a:lnTo>
                  <a:pt x="3523" y="2238"/>
                </a:lnTo>
                <a:lnTo>
                  <a:pt x="3523" y="2239"/>
                </a:lnTo>
                <a:lnTo>
                  <a:pt x="3522" y="2239"/>
                </a:lnTo>
                <a:lnTo>
                  <a:pt x="3522" y="2238"/>
                </a:lnTo>
                <a:lnTo>
                  <a:pt x="3521" y="2238"/>
                </a:lnTo>
                <a:lnTo>
                  <a:pt x="3521" y="2241"/>
                </a:lnTo>
                <a:lnTo>
                  <a:pt x="3521" y="2242"/>
                </a:lnTo>
                <a:lnTo>
                  <a:pt x="3522" y="2243"/>
                </a:lnTo>
                <a:lnTo>
                  <a:pt x="3521" y="2244"/>
                </a:lnTo>
                <a:lnTo>
                  <a:pt x="3520" y="2243"/>
                </a:lnTo>
                <a:lnTo>
                  <a:pt x="3520" y="2242"/>
                </a:lnTo>
                <a:lnTo>
                  <a:pt x="3519" y="2242"/>
                </a:lnTo>
                <a:lnTo>
                  <a:pt x="3518" y="2242"/>
                </a:lnTo>
                <a:lnTo>
                  <a:pt x="3517" y="2242"/>
                </a:lnTo>
                <a:lnTo>
                  <a:pt x="3517" y="2243"/>
                </a:lnTo>
                <a:lnTo>
                  <a:pt x="3516" y="2243"/>
                </a:lnTo>
                <a:lnTo>
                  <a:pt x="3516" y="2244"/>
                </a:lnTo>
                <a:lnTo>
                  <a:pt x="3517" y="2245"/>
                </a:lnTo>
                <a:lnTo>
                  <a:pt x="3517" y="2246"/>
                </a:lnTo>
                <a:lnTo>
                  <a:pt x="3516" y="2246"/>
                </a:lnTo>
                <a:lnTo>
                  <a:pt x="3515" y="2246"/>
                </a:lnTo>
                <a:lnTo>
                  <a:pt x="3514" y="2246"/>
                </a:lnTo>
                <a:lnTo>
                  <a:pt x="3512" y="2246"/>
                </a:lnTo>
                <a:lnTo>
                  <a:pt x="3511" y="2246"/>
                </a:lnTo>
                <a:lnTo>
                  <a:pt x="3510" y="2246"/>
                </a:lnTo>
                <a:lnTo>
                  <a:pt x="3509" y="2246"/>
                </a:lnTo>
                <a:lnTo>
                  <a:pt x="3508" y="2246"/>
                </a:lnTo>
                <a:lnTo>
                  <a:pt x="3508" y="2247"/>
                </a:lnTo>
                <a:lnTo>
                  <a:pt x="3508" y="2248"/>
                </a:lnTo>
                <a:lnTo>
                  <a:pt x="3508" y="2249"/>
                </a:lnTo>
                <a:lnTo>
                  <a:pt x="3507" y="2250"/>
                </a:lnTo>
                <a:lnTo>
                  <a:pt x="3507" y="2251"/>
                </a:lnTo>
                <a:lnTo>
                  <a:pt x="3506" y="2251"/>
                </a:lnTo>
                <a:lnTo>
                  <a:pt x="3505" y="2251"/>
                </a:lnTo>
                <a:lnTo>
                  <a:pt x="3504" y="2251"/>
                </a:lnTo>
                <a:lnTo>
                  <a:pt x="3504" y="2252"/>
                </a:lnTo>
                <a:lnTo>
                  <a:pt x="3504" y="2253"/>
                </a:lnTo>
                <a:lnTo>
                  <a:pt x="3503" y="2253"/>
                </a:lnTo>
                <a:lnTo>
                  <a:pt x="3503" y="2254"/>
                </a:lnTo>
                <a:lnTo>
                  <a:pt x="3503" y="2255"/>
                </a:lnTo>
                <a:lnTo>
                  <a:pt x="3502" y="2256"/>
                </a:lnTo>
                <a:lnTo>
                  <a:pt x="3501" y="2256"/>
                </a:lnTo>
                <a:lnTo>
                  <a:pt x="3501" y="2257"/>
                </a:lnTo>
                <a:lnTo>
                  <a:pt x="3500" y="2257"/>
                </a:lnTo>
                <a:lnTo>
                  <a:pt x="3499" y="2258"/>
                </a:lnTo>
                <a:lnTo>
                  <a:pt x="3498" y="2258"/>
                </a:lnTo>
                <a:lnTo>
                  <a:pt x="3498" y="2259"/>
                </a:lnTo>
                <a:lnTo>
                  <a:pt x="3498" y="2260"/>
                </a:lnTo>
                <a:lnTo>
                  <a:pt x="3497" y="2260"/>
                </a:lnTo>
                <a:lnTo>
                  <a:pt x="3496" y="2260"/>
                </a:lnTo>
                <a:lnTo>
                  <a:pt x="3495" y="2260"/>
                </a:lnTo>
                <a:lnTo>
                  <a:pt x="3495" y="2261"/>
                </a:lnTo>
                <a:lnTo>
                  <a:pt x="3492" y="2263"/>
                </a:lnTo>
                <a:lnTo>
                  <a:pt x="3492" y="2262"/>
                </a:lnTo>
                <a:lnTo>
                  <a:pt x="3491" y="2262"/>
                </a:lnTo>
                <a:lnTo>
                  <a:pt x="3490" y="2261"/>
                </a:lnTo>
                <a:lnTo>
                  <a:pt x="3489" y="2262"/>
                </a:lnTo>
                <a:lnTo>
                  <a:pt x="3489" y="2261"/>
                </a:lnTo>
                <a:lnTo>
                  <a:pt x="3488" y="2261"/>
                </a:lnTo>
                <a:lnTo>
                  <a:pt x="3488" y="2262"/>
                </a:lnTo>
                <a:lnTo>
                  <a:pt x="3487" y="2263"/>
                </a:lnTo>
                <a:lnTo>
                  <a:pt x="3487" y="2264"/>
                </a:lnTo>
                <a:lnTo>
                  <a:pt x="3486" y="2264"/>
                </a:lnTo>
                <a:lnTo>
                  <a:pt x="3486" y="2265"/>
                </a:lnTo>
                <a:lnTo>
                  <a:pt x="3486" y="2266"/>
                </a:lnTo>
                <a:lnTo>
                  <a:pt x="3485" y="2266"/>
                </a:lnTo>
                <a:lnTo>
                  <a:pt x="3485" y="2267"/>
                </a:lnTo>
                <a:lnTo>
                  <a:pt x="3484" y="2267"/>
                </a:lnTo>
                <a:lnTo>
                  <a:pt x="3483" y="2267"/>
                </a:lnTo>
                <a:lnTo>
                  <a:pt x="3482" y="2267"/>
                </a:lnTo>
                <a:lnTo>
                  <a:pt x="3482" y="2268"/>
                </a:lnTo>
                <a:lnTo>
                  <a:pt x="3481" y="2268"/>
                </a:lnTo>
                <a:lnTo>
                  <a:pt x="3481" y="2269"/>
                </a:lnTo>
                <a:lnTo>
                  <a:pt x="3480" y="2270"/>
                </a:lnTo>
                <a:lnTo>
                  <a:pt x="3479" y="2270"/>
                </a:lnTo>
                <a:lnTo>
                  <a:pt x="3478" y="2270"/>
                </a:lnTo>
                <a:lnTo>
                  <a:pt x="3478" y="2271"/>
                </a:lnTo>
                <a:lnTo>
                  <a:pt x="3477" y="2272"/>
                </a:lnTo>
                <a:lnTo>
                  <a:pt x="3476" y="2273"/>
                </a:lnTo>
                <a:lnTo>
                  <a:pt x="3475" y="2273"/>
                </a:lnTo>
                <a:lnTo>
                  <a:pt x="3475" y="2274"/>
                </a:lnTo>
                <a:lnTo>
                  <a:pt x="3474" y="2275"/>
                </a:lnTo>
                <a:lnTo>
                  <a:pt x="3473" y="2275"/>
                </a:lnTo>
                <a:lnTo>
                  <a:pt x="3473" y="2276"/>
                </a:lnTo>
                <a:lnTo>
                  <a:pt x="3473" y="2277"/>
                </a:lnTo>
                <a:lnTo>
                  <a:pt x="3472" y="2277"/>
                </a:lnTo>
                <a:lnTo>
                  <a:pt x="3473" y="2278"/>
                </a:lnTo>
                <a:lnTo>
                  <a:pt x="3474" y="2279"/>
                </a:lnTo>
                <a:lnTo>
                  <a:pt x="3475" y="2279"/>
                </a:lnTo>
                <a:lnTo>
                  <a:pt x="3475" y="2278"/>
                </a:lnTo>
                <a:lnTo>
                  <a:pt x="3476" y="2278"/>
                </a:lnTo>
                <a:lnTo>
                  <a:pt x="3477" y="2279"/>
                </a:lnTo>
                <a:lnTo>
                  <a:pt x="3477" y="2280"/>
                </a:lnTo>
                <a:lnTo>
                  <a:pt x="3476" y="2280"/>
                </a:lnTo>
                <a:lnTo>
                  <a:pt x="3475" y="2280"/>
                </a:lnTo>
                <a:lnTo>
                  <a:pt x="3475" y="2281"/>
                </a:lnTo>
                <a:lnTo>
                  <a:pt x="3476" y="2281"/>
                </a:lnTo>
                <a:lnTo>
                  <a:pt x="3477" y="2282"/>
                </a:lnTo>
                <a:lnTo>
                  <a:pt x="3477" y="2283"/>
                </a:lnTo>
                <a:lnTo>
                  <a:pt x="3477" y="2284"/>
                </a:lnTo>
                <a:lnTo>
                  <a:pt x="3476" y="2284"/>
                </a:lnTo>
                <a:lnTo>
                  <a:pt x="3476" y="2285"/>
                </a:lnTo>
                <a:lnTo>
                  <a:pt x="3475" y="2285"/>
                </a:lnTo>
                <a:lnTo>
                  <a:pt x="3474" y="2286"/>
                </a:lnTo>
                <a:lnTo>
                  <a:pt x="3473" y="2286"/>
                </a:lnTo>
                <a:lnTo>
                  <a:pt x="3472" y="2287"/>
                </a:lnTo>
                <a:lnTo>
                  <a:pt x="3471" y="2287"/>
                </a:lnTo>
                <a:lnTo>
                  <a:pt x="3471" y="2288"/>
                </a:lnTo>
                <a:lnTo>
                  <a:pt x="3471" y="2289"/>
                </a:lnTo>
                <a:lnTo>
                  <a:pt x="3472" y="2289"/>
                </a:lnTo>
                <a:lnTo>
                  <a:pt x="3472" y="2290"/>
                </a:lnTo>
                <a:lnTo>
                  <a:pt x="3472" y="2291"/>
                </a:lnTo>
                <a:lnTo>
                  <a:pt x="3473" y="2292"/>
                </a:lnTo>
                <a:lnTo>
                  <a:pt x="3473" y="2293"/>
                </a:lnTo>
                <a:lnTo>
                  <a:pt x="3472" y="2294"/>
                </a:lnTo>
                <a:lnTo>
                  <a:pt x="3473" y="2294"/>
                </a:lnTo>
                <a:lnTo>
                  <a:pt x="3473" y="2295"/>
                </a:lnTo>
                <a:lnTo>
                  <a:pt x="3473" y="2296"/>
                </a:lnTo>
                <a:lnTo>
                  <a:pt x="3472" y="2296"/>
                </a:lnTo>
                <a:lnTo>
                  <a:pt x="3472" y="2297"/>
                </a:lnTo>
                <a:lnTo>
                  <a:pt x="3471" y="2297"/>
                </a:lnTo>
                <a:lnTo>
                  <a:pt x="3471" y="2298"/>
                </a:lnTo>
                <a:lnTo>
                  <a:pt x="3470" y="2298"/>
                </a:lnTo>
                <a:lnTo>
                  <a:pt x="3469" y="2298"/>
                </a:lnTo>
                <a:lnTo>
                  <a:pt x="3469" y="2299"/>
                </a:lnTo>
                <a:lnTo>
                  <a:pt x="3468" y="2300"/>
                </a:lnTo>
                <a:lnTo>
                  <a:pt x="3468" y="2301"/>
                </a:lnTo>
                <a:lnTo>
                  <a:pt x="3469" y="2301"/>
                </a:lnTo>
                <a:lnTo>
                  <a:pt x="3469" y="2302"/>
                </a:lnTo>
                <a:lnTo>
                  <a:pt x="3469" y="2303"/>
                </a:lnTo>
                <a:lnTo>
                  <a:pt x="3468" y="2303"/>
                </a:lnTo>
                <a:lnTo>
                  <a:pt x="3466" y="2303"/>
                </a:lnTo>
                <a:lnTo>
                  <a:pt x="3465" y="2303"/>
                </a:lnTo>
                <a:lnTo>
                  <a:pt x="3464" y="2303"/>
                </a:lnTo>
                <a:lnTo>
                  <a:pt x="3464" y="2302"/>
                </a:lnTo>
                <a:lnTo>
                  <a:pt x="3463" y="2302"/>
                </a:lnTo>
                <a:lnTo>
                  <a:pt x="3462" y="2302"/>
                </a:lnTo>
                <a:lnTo>
                  <a:pt x="3461" y="2302"/>
                </a:lnTo>
                <a:lnTo>
                  <a:pt x="3461" y="2303"/>
                </a:lnTo>
                <a:lnTo>
                  <a:pt x="3460" y="2303"/>
                </a:lnTo>
                <a:lnTo>
                  <a:pt x="3460" y="2304"/>
                </a:lnTo>
                <a:lnTo>
                  <a:pt x="3459" y="2304"/>
                </a:lnTo>
                <a:lnTo>
                  <a:pt x="3459" y="2305"/>
                </a:lnTo>
                <a:lnTo>
                  <a:pt x="3458" y="2306"/>
                </a:lnTo>
                <a:lnTo>
                  <a:pt x="3457" y="2306"/>
                </a:lnTo>
                <a:lnTo>
                  <a:pt x="3457" y="2307"/>
                </a:lnTo>
                <a:lnTo>
                  <a:pt x="3457" y="2308"/>
                </a:lnTo>
                <a:lnTo>
                  <a:pt x="3457" y="2309"/>
                </a:lnTo>
                <a:lnTo>
                  <a:pt x="3456" y="2309"/>
                </a:lnTo>
                <a:lnTo>
                  <a:pt x="3456" y="2310"/>
                </a:lnTo>
                <a:lnTo>
                  <a:pt x="3454" y="2311"/>
                </a:lnTo>
                <a:lnTo>
                  <a:pt x="3454" y="2312"/>
                </a:lnTo>
                <a:lnTo>
                  <a:pt x="3454" y="2314"/>
                </a:lnTo>
                <a:lnTo>
                  <a:pt x="3455" y="2314"/>
                </a:lnTo>
                <a:lnTo>
                  <a:pt x="3455" y="2315"/>
                </a:lnTo>
                <a:lnTo>
                  <a:pt x="3454" y="2317"/>
                </a:lnTo>
                <a:lnTo>
                  <a:pt x="3453" y="2318"/>
                </a:lnTo>
                <a:lnTo>
                  <a:pt x="3454" y="2317"/>
                </a:lnTo>
                <a:lnTo>
                  <a:pt x="3454" y="2316"/>
                </a:lnTo>
                <a:lnTo>
                  <a:pt x="3454" y="2315"/>
                </a:lnTo>
                <a:lnTo>
                  <a:pt x="3452" y="2315"/>
                </a:lnTo>
                <a:lnTo>
                  <a:pt x="3451" y="2316"/>
                </a:lnTo>
                <a:lnTo>
                  <a:pt x="3450" y="2318"/>
                </a:lnTo>
                <a:lnTo>
                  <a:pt x="3451" y="2319"/>
                </a:lnTo>
                <a:lnTo>
                  <a:pt x="3452" y="2319"/>
                </a:lnTo>
                <a:lnTo>
                  <a:pt x="3451" y="2320"/>
                </a:lnTo>
                <a:lnTo>
                  <a:pt x="3450" y="2320"/>
                </a:lnTo>
                <a:lnTo>
                  <a:pt x="3450" y="2319"/>
                </a:lnTo>
                <a:lnTo>
                  <a:pt x="3450" y="2318"/>
                </a:lnTo>
                <a:lnTo>
                  <a:pt x="3449" y="2318"/>
                </a:lnTo>
                <a:lnTo>
                  <a:pt x="3449" y="2319"/>
                </a:lnTo>
                <a:lnTo>
                  <a:pt x="3449" y="2320"/>
                </a:lnTo>
                <a:lnTo>
                  <a:pt x="3448" y="2320"/>
                </a:lnTo>
                <a:lnTo>
                  <a:pt x="3449" y="2320"/>
                </a:lnTo>
                <a:lnTo>
                  <a:pt x="3449" y="2321"/>
                </a:lnTo>
                <a:lnTo>
                  <a:pt x="3449" y="2322"/>
                </a:lnTo>
                <a:lnTo>
                  <a:pt x="3448" y="2322"/>
                </a:lnTo>
                <a:lnTo>
                  <a:pt x="3448" y="2323"/>
                </a:lnTo>
                <a:lnTo>
                  <a:pt x="3449" y="2323"/>
                </a:lnTo>
                <a:lnTo>
                  <a:pt x="3450" y="2324"/>
                </a:lnTo>
                <a:lnTo>
                  <a:pt x="3451" y="2323"/>
                </a:lnTo>
                <a:lnTo>
                  <a:pt x="3452" y="2323"/>
                </a:lnTo>
                <a:lnTo>
                  <a:pt x="3453" y="2323"/>
                </a:lnTo>
                <a:lnTo>
                  <a:pt x="3453" y="2324"/>
                </a:lnTo>
                <a:lnTo>
                  <a:pt x="3454" y="2325"/>
                </a:lnTo>
                <a:lnTo>
                  <a:pt x="3453" y="2326"/>
                </a:lnTo>
                <a:lnTo>
                  <a:pt x="3453" y="2327"/>
                </a:lnTo>
                <a:lnTo>
                  <a:pt x="3452" y="2327"/>
                </a:lnTo>
                <a:lnTo>
                  <a:pt x="3451" y="2327"/>
                </a:lnTo>
                <a:lnTo>
                  <a:pt x="3448" y="2327"/>
                </a:lnTo>
                <a:lnTo>
                  <a:pt x="3447" y="2327"/>
                </a:lnTo>
                <a:lnTo>
                  <a:pt x="3446" y="2328"/>
                </a:lnTo>
                <a:lnTo>
                  <a:pt x="3446" y="2329"/>
                </a:lnTo>
                <a:lnTo>
                  <a:pt x="3446" y="2330"/>
                </a:lnTo>
                <a:lnTo>
                  <a:pt x="3445" y="2330"/>
                </a:lnTo>
                <a:lnTo>
                  <a:pt x="3445" y="2331"/>
                </a:lnTo>
                <a:lnTo>
                  <a:pt x="3444" y="2332"/>
                </a:lnTo>
                <a:lnTo>
                  <a:pt x="3444" y="2333"/>
                </a:lnTo>
                <a:lnTo>
                  <a:pt x="3443" y="2333"/>
                </a:lnTo>
                <a:lnTo>
                  <a:pt x="3443" y="2334"/>
                </a:lnTo>
                <a:lnTo>
                  <a:pt x="3442" y="2334"/>
                </a:lnTo>
                <a:lnTo>
                  <a:pt x="3441" y="2335"/>
                </a:lnTo>
                <a:lnTo>
                  <a:pt x="3440" y="2335"/>
                </a:lnTo>
                <a:lnTo>
                  <a:pt x="3439" y="2335"/>
                </a:lnTo>
                <a:lnTo>
                  <a:pt x="3439" y="2336"/>
                </a:lnTo>
                <a:lnTo>
                  <a:pt x="3439" y="2337"/>
                </a:lnTo>
                <a:lnTo>
                  <a:pt x="3439" y="2338"/>
                </a:lnTo>
                <a:lnTo>
                  <a:pt x="3439" y="2339"/>
                </a:lnTo>
                <a:lnTo>
                  <a:pt x="3439" y="2340"/>
                </a:lnTo>
                <a:lnTo>
                  <a:pt x="3439" y="2341"/>
                </a:lnTo>
                <a:lnTo>
                  <a:pt x="3439" y="2342"/>
                </a:lnTo>
                <a:lnTo>
                  <a:pt x="3438" y="2342"/>
                </a:lnTo>
                <a:lnTo>
                  <a:pt x="3437" y="2342"/>
                </a:lnTo>
                <a:lnTo>
                  <a:pt x="3437" y="2343"/>
                </a:lnTo>
                <a:lnTo>
                  <a:pt x="3437" y="2344"/>
                </a:lnTo>
                <a:lnTo>
                  <a:pt x="3437" y="2345"/>
                </a:lnTo>
                <a:lnTo>
                  <a:pt x="3436" y="2345"/>
                </a:lnTo>
                <a:lnTo>
                  <a:pt x="3436" y="2346"/>
                </a:lnTo>
                <a:lnTo>
                  <a:pt x="3436" y="2347"/>
                </a:lnTo>
                <a:lnTo>
                  <a:pt x="3436" y="2348"/>
                </a:lnTo>
                <a:lnTo>
                  <a:pt x="3435" y="2348"/>
                </a:lnTo>
                <a:lnTo>
                  <a:pt x="3435" y="2349"/>
                </a:lnTo>
                <a:lnTo>
                  <a:pt x="3434" y="2349"/>
                </a:lnTo>
                <a:lnTo>
                  <a:pt x="3434" y="2350"/>
                </a:lnTo>
                <a:lnTo>
                  <a:pt x="3434" y="2351"/>
                </a:lnTo>
                <a:lnTo>
                  <a:pt x="3433" y="2351"/>
                </a:lnTo>
                <a:lnTo>
                  <a:pt x="3432" y="2353"/>
                </a:lnTo>
                <a:lnTo>
                  <a:pt x="3432" y="2354"/>
                </a:lnTo>
                <a:lnTo>
                  <a:pt x="3433" y="2354"/>
                </a:lnTo>
                <a:lnTo>
                  <a:pt x="3433" y="2355"/>
                </a:lnTo>
                <a:lnTo>
                  <a:pt x="3433" y="2356"/>
                </a:lnTo>
                <a:lnTo>
                  <a:pt x="3433" y="2357"/>
                </a:lnTo>
                <a:lnTo>
                  <a:pt x="3433" y="2358"/>
                </a:lnTo>
                <a:lnTo>
                  <a:pt x="3434" y="2359"/>
                </a:lnTo>
                <a:lnTo>
                  <a:pt x="3434" y="2360"/>
                </a:lnTo>
                <a:lnTo>
                  <a:pt x="3435" y="2360"/>
                </a:lnTo>
                <a:lnTo>
                  <a:pt x="3435" y="2361"/>
                </a:lnTo>
                <a:lnTo>
                  <a:pt x="3435" y="2362"/>
                </a:lnTo>
                <a:lnTo>
                  <a:pt x="3434" y="2363"/>
                </a:lnTo>
                <a:lnTo>
                  <a:pt x="3433" y="2364"/>
                </a:lnTo>
                <a:lnTo>
                  <a:pt x="3432" y="2365"/>
                </a:lnTo>
                <a:lnTo>
                  <a:pt x="3431" y="2367"/>
                </a:lnTo>
                <a:lnTo>
                  <a:pt x="3431" y="2368"/>
                </a:lnTo>
                <a:lnTo>
                  <a:pt x="3431" y="2369"/>
                </a:lnTo>
                <a:lnTo>
                  <a:pt x="3430" y="2368"/>
                </a:lnTo>
                <a:lnTo>
                  <a:pt x="3429" y="2369"/>
                </a:lnTo>
                <a:lnTo>
                  <a:pt x="3428" y="2370"/>
                </a:lnTo>
                <a:lnTo>
                  <a:pt x="3427" y="2369"/>
                </a:lnTo>
                <a:lnTo>
                  <a:pt x="3426" y="2369"/>
                </a:lnTo>
                <a:lnTo>
                  <a:pt x="3425" y="2369"/>
                </a:lnTo>
                <a:lnTo>
                  <a:pt x="3424" y="2368"/>
                </a:lnTo>
                <a:lnTo>
                  <a:pt x="3423" y="2368"/>
                </a:lnTo>
                <a:lnTo>
                  <a:pt x="3423" y="2367"/>
                </a:lnTo>
                <a:lnTo>
                  <a:pt x="3421" y="2368"/>
                </a:lnTo>
                <a:lnTo>
                  <a:pt x="3420" y="2368"/>
                </a:lnTo>
                <a:lnTo>
                  <a:pt x="3420" y="2367"/>
                </a:lnTo>
                <a:lnTo>
                  <a:pt x="3420" y="2366"/>
                </a:lnTo>
                <a:lnTo>
                  <a:pt x="3420" y="2365"/>
                </a:lnTo>
                <a:lnTo>
                  <a:pt x="3420" y="2364"/>
                </a:lnTo>
                <a:lnTo>
                  <a:pt x="3419" y="2364"/>
                </a:lnTo>
                <a:lnTo>
                  <a:pt x="3419" y="2363"/>
                </a:lnTo>
                <a:lnTo>
                  <a:pt x="3418" y="2363"/>
                </a:lnTo>
                <a:lnTo>
                  <a:pt x="3418" y="2362"/>
                </a:lnTo>
                <a:lnTo>
                  <a:pt x="3419" y="2361"/>
                </a:lnTo>
                <a:lnTo>
                  <a:pt x="3419" y="2360"/>
                </a:lnTo>
                <a:lnTo>
                  <a:pt x="3419" y="2359"/>
                </a:lnTo>
                <a:lnTo>
                  <a:pt x="3419" y="2358"/>
                </a:lnTo>
                <a:lnTo>
                  <a:pt x="3419" y="2357"/>
                </a:lnTo>
                <a:lnTo>
                  <a:pt x="3419" y="2356"/>
                </a:lnTo>
                <a:lnTo>
                  <a:pt x="3420" y="2356"/>
                </a:lnTo>
                <a:lnTo>
                  <a:pt x="3420" y="2355"/>
                </a:lnTo>
                <a:lnTo>
                  <a:pt x="3421" y="2355"/>
                </a:lnTo>
                <a:lnTo>
                  <a:pt x="3421" y="2354"/>
                </a:lnTo>
                <a:lnTo>
                  <a:pt x="3420" y="2354"/>
                </a:lnTo>
                <a:lnTo>
                  <a:pt x="3419" y="2354"/>
                </a:lnTo>
                <a:lnTo>
                  <a:pt x="3418" y="2353"/>
                </a:lnTo>
                <a:lnTo>
                  <a:pt x="3418" y="2352"/>
                </a:lnTo>
                <a:lnTo>
                  <a:pt x="3419" y="2352"/>
                </a:lnTo>
                <a:lnTo>
                  <a:pt x="3419" y="2351"/>
                </a:lnTo>
                <a:lnTo>
                  <a:pt x="3419" y="2350"/>
                </a:lnTo>
                <a:lnTo>
                  <a:pt x="3419" y="2348"/>
                </a:lnTo>
                <a:lnTo>
                  <a:pt x="3418" y="2347"/>
                </a:lnTo>
                <a:lnTo>
                  <a:pt x="3418" y="2346"/>
                </a:lnTo>
                <a:lnTo>
                  <a:pt x="3418" y="2344"/>
                </a:lnTo>
                <a:lnTo>
                  <a:pt x="3419" y="2344"/>
                </a:lnTo>
                <a:lnTo>
                  <a:pt x="3419" y="2343"/>
                </a:lnTo>
                <a:lnTo>
                  <a:pt x="3418" y="2343"/>
                </a:lnTo>
                <a:lnTo>
                  <a:pt x="3418" y="2344"/>
                </a:lnTo>
                <a:lnTo>
                  <a:pt x="3417" y="2345"/>
                </a:lnTo>
                <a:lnTo>
                  <a:pt x="3416" y="2345"/>
                </a:lnTo>
                <a:lnTo>
                  <a:pt x="3416" y="2346"/>
                </a:lnTo>
                <a:lnTo>
                  <a:pt x="3415" y="2346"/>
                </a:lnTo>
                <a:lnTo>
                  <a:pt x="3415" y="2345"/>
                </a:lnTo>
                <a:lnTo>
                  <a:pt x="3415" y="2344"/>
                </a:lnTo>
                <a:lnTo>
                  <a:pt x="3414" y="2343"/>
                </a:lnTo>
                <a:lnTo>
                  <a:pt x="3413" y="2343"/>
                </a:lnTo>
                <a:lnTo>
                  <a:pt x="3413" y="2342"/>
                </a:lnTo>
                <a:lnTo>
                  <a:pt x="3413" y="2341"/>
                </a:lnTo>
                <a:lnTo>
                  <a:pt x="3412" y="2340"/>
                </a:lnTo>
                <a:lnTo>
                  <a:pt x="3412" y="2339"/>
                </a:lnTo>
                <a:lnTo>
                  <a:pt x="3412" y="2338"/>
                </a:lnTo>
                <a:lnTo>
                  <a:pt x="3411" y="2338"/>
                </a:lnTo>
                <a:lnTo>
                  <a:pt x="3411" y="2337"/>
                </a:lnTo>
                <a:lnTo>
                  <a:pt x="3409" y="2335"/>
                </a:lnTo>
                <a:lnTo>
                  <a:pt x="3409" y="2334"/>
                </a:lnTo>
                <a:lnTo>
                  <a:pt x="3408" y="2332"/>
                </a:lnTo>
                <a:lnTo>
                  <a:pt x="3408" y="2331"/>
                </a:lnTo>
                <a:lnTo>
                  <a:pt x="3408" y="2330"/>
                </a:lnTo>
                <a:lnTo>
                  <a:pt x="3405" y="2328"/>
                </a:lnTo>
                <a:lnTo>
                  <a:pt x="3402" y="2326"/>
                </a:lnTo>
                <a:lnTo>
                  <a:pt x="3402" y="2325"/>
                </a:lnTo>
                <a:lnTo>
                  <a:pt x="3402" y="2321"/>
                </a:lnTo>
                <a:lnTo>
                  <a:pt x="3402" y="2320"/>
                </a:lnTo>
                <a:lnTo>
                  <a:pt x="3402" y="2318"/>
                </a:lnTo>
                <a:lnTo>
                  <a:pt x="3402" y="2317"/>
                </a:lnTo>
                <a:lnTo>
                  <a:pt x="3401" y="2316"/>
                </a:lnTo>
                <a:lnTo>
                  <a:pt x="3400" y="2315"/>
                </a:lnTo>
                <a:lnTo>
                  <a:pt x="3399" y="2315"/>
                </a:lnTo>
                <a:lnTo>
                  <a:pt x="3399" y="2314"/>
                </a:lnTo>
                <a:lnTo>
                  <a:pt x="3398" y="2314"/>
                </a:lnTo>
                <a:lnTo>
                  <a:pt x="3397" y="2314"/>
                </a:lnTo>
                <a:lnTo>
                  <a:pt x="3396" y="2313"/>
                </a:lnTo>
                <a:lnTo>
                  <a:pt x="3395" y="2311"/>
                </a:lnTo>
                <a:lnTo>
                  <a:pt x="3395" y="2309"/>
                </a:lnTo>
                <a:lnTo>
                  <a:pt x="3394" y="2308"/>
                </a:lnTo>
                <a:lnTo>
                  <a:pt x="3392" y="2308"/>
                </a:lnTo>
                <a:lnTo>
                  <a:pt x="3391" y="2307"/>
                </a:lnTo>
                <a:lnTo>
                  <a:pt x="3391" y="2306"/>
                </a:lnTo>
                <a:lnTo>
                  <a:pt x="3391" y="2305"/>
                </a:lnTo>
                <a:lnTo>
                  <a:pt x="3389" y="2302"/>
                </a:lnTo>
                <a:lnTo>
                  <a:pt x="3388" y="2301"/>
                </a:lnTo>
                <a:lnTo>
                  <a:pt x="3387" y="2300"/>
                </a:lnTo>
                <a:lnTo>
                  <a:pt x="3387" y="2299"/>
                </a:lnTo>
                <a:lnTo>
                  <a:pt x="3386" y="2297"/>
                </a:lnTo>
                <a:lnTo>
                  <a:pt x="3382" y="2293"/>
                </a:lnTo>
                <a:lnTo>
                  <a:pt x="3381" y="2293"/>
                </a:lnTo>
                <a:lnTo>
                  <a:pt x="3380" y="2293"/>
                </a:lnTo>
                <a:lnTo>
                  <a:pt x="3380" y="2292"/>
                </a:lnTo>
                <a:lnTo>
                  <a:pt x="3379" y="2290"/>
                </a:lnTo>
                <a:lnTo>
                  <a:pt x="3379" y="2288"/>
                </a:lnTo>
                <a:lnTo>
                  <a:pt x="3378" y="2287"/>
                </a:lnTo>
                <a:lnTo>
                  <a:pt x="3377" y="2284"/>
                </a:lnTo>
                <a:lnTo>
                  <a:pt x="3377" y="2283"/>
                </a:lnTo>
                <a:lnTo>
                  <a:pt x="3379" y="2282"/>
                </a:lnTo>
                <a:lnTo>
                  <a:pt x="3380" y="2280"/>
                </a:lnTo>
                <a:lnTo>
                  <a:pt x="3380" y="2279"/>
                </a:lnTo>
                <a:lnTo>
                  <a:pt x="3379" y="2279"/>
                </a:lnTo>
                <a:lnTo>
                  <a:pt x="3379" y="2278"/>
                </a:lnTo>
                <a:lnTo>
                  <a:pt x="3380" y="2277"/>
                </a:lnTo>
                <a:lnTo>
                  <a:pt x="3380" y="2275"/>
                </a:lnTo>
                <a:lnTo>
                  <a:pt x="3379" y="2275"/>
                </a:lnTo>
                <a:lnTo>
                  <a:pt x="3379" y="2274"/>
                </a:lnTo>
                <a:lnTo>
                  <a:pt x="3379" y="2273"/>
                </a:lnTo>
                <a:lnTo>
                  <a:pt x="3378" y="2271"/>
                </a:lnTo>
                <a:lnTo>
                  <a:pt x="3377" y="2270"/>
                </a:lnTo>
                <a:lnTo>
                  <a:pt x="3377" y="2269"/>
                </a:lnTo>
                <a:lnTo>
                  <a:pt x="3376" y="2269"/>
                </a:lnTo>
                <a:lnTo>
                  <a:pt x="3374" y="2269"/>
                </a:lnTo>
                <a:lnTo>
                  <a:pt x="3372" y="2270"/>
                </a:lnTo>
                <a:lnTo>
                  <a:pt x="3371" y="2270"/>
                </a:lnTo>
                <a:lnTo>
                  <a:pt x="3370" y="2270"/>
                </a:lnTo>
                <a:lnTo>
                  <a:pt x="3368" y="2270"/>
                </a:lnTo>
                <a:lnTo>
                  <a:pt x="3367" y="2271"/>
                </a:lnTo>
                <a:lnTo>
                  <a:pt x="3365" y="2271"/>
                </a:lnTo>
                <a:lnTo>
                  <a:pt x="3365" y="2270"/>
                </a:lnTo>
                <a:lnTo>
                  <a:pt x="3364" y="2270"/>
                </a:lnTo>
                <a:lnTo>
                  <a:pt x="3363" y="2271"/>
                </a:lnTo>
                <a:lnTo>
                  <a:pt x="3361" y="2271"/>
                </a:lnTo>
                <a:lnTo>
                  <a:pt x="3361" y="2270"/>
                </a:lnTo>
                <a:lnTo>
                  <a:pt x="3360" y="2270"/>
                </a:lnTo>
                <a:lnTo>
                  <a:pt x="3359" y="2270"/>
                </a:lnTo>
                <a:lnTo>
                  <a:pt x="3358" y="2270"/>
                </a:lnTo>
                <a:lnTo>
                  <a:pt x="3357" y="2270"/>
                </a:lnTo>
                <a:lnTo>
                  <a:pt x="3358" y="2270"/>
                </a:lnTo>
                <a:lnTo>
                  <a:pt x="3358" y="2269"/>
                </a:lnTo>
                <a:lnTo>
                  <a:pt x="3358" y="2268"/>
                </a:lnTo>
                <a:lnTo>
                  <a:pt x="3357" y="2268"/>
                </a:lnTo>
                <a:lnTo>
                  <a:pt x="3357" y="2269"/>
                </a:lnTo>
                <a:lnTo>
                  <a:pt x="3356" y="2270"/>
                </a:lnTo>
                <a:lnTo>
                  <a:pt x="3355" y="2270"/>
                </a:lnTo>
                <a:lnTo>
                  <a:pt x="3352" y="2268"/>
                </a:lnTo>
                <a:lnTo>
                  <a:pt x="3352" y="2267"/>
                </a:lnTo>
                <a:lnTo>
                  <a:pt x="3351" y="2267"/>
                </a:lnTo>
                <a:lnTo>
                  <a:pt x="3350" y="2267"/>
                </a:lnTo>
                <a:lnTo>
                  <a:pt x="3349" y="2267"/>
                </a:lnTo>
                <a:lnTo>
                  <a:pt x="3347" y="2268"/>
                </a:lnTo>
                <a:lnTo>
                  <a:pt x="3346" y="2268"/>
                </a:lnTo>
                <a:lnTo>
                  <a:pt x="3345" y="2268"/>
                </a:lnTo>
                <a:lnTo>
                  <a:pt x="3345" y="2267"/>
                </a:lnTo>
                <a:lnTo>
                  <a:pt x="3344" y="2266"/>
                </a:lnTo>
                <a:lnTo>
                  <a:pt x="3343" y="2265"/>
                </a:lnTo>
                <a:lnTo>
                  <a:pt x="3342" y="2266"/>
                </a:lnTo>
                <a:lnTo>
                  <a:pt x="3341" y="2265"/>
                </a:lnTo>
                <a:lnTo>
                  <a:pt x="3341" y="2264"/>
                </a:lnTo>
                <a:lnTo>
                  <a:pt x="3341" y="2263"/>
                </a:lnTo>
                <a:lnTo>
                  <a:pt x="3340" y="2261"/>
                </a:lnTo>
                <a:lnTo>
                  <a:pt x="3339" y="2261"/>
                </a:lnTo>
                <a:lnTo>
                  <a:pt x="3337" y="2261"/>
                </a:lnTo>
                <a:lnTo>
                  <a:pt x="3335" y="2260"/>
                </a:lnTo>
                <a:lnTo>
                  <a:pt x="3334" y="2261"/>
                </a:lnTo>
                <a:lnTo>
                  <a:pt x="3333" y="2261"/>
                </a:lnTo>
                <a:lnTo>
                  <a:pt x="3333" y="2260"/>
                </a:lnTo>
                <a:lnTo>
                  <a:pt x="3334" y="2260"/>
                </a:lnTo>
                <a:lnTo>
                  <a:pt x="3334" y="2259"/>
                </a:lnTo>
                <a:lnTo>
                  <a:pt x="3334" y="2258"/>
                </a:lnTo>
                <a:lnTo>
                  <a:pt x="3333" y="2258"/>
                </a:lnTo>
                <a:lnTo>
                  <a:pt x="3332" y="2259"/>
                </a:lnTo>
                <a:lnTo>
                  <a:pt x="3331" y="2259"/>
                </a:lnTo>
                <a:lnTo>
                  <a:pt x="3329" y="2259"/>
                </a:lnTo>
                <a:lnTo>
                  <a:pt x="3329" y="2258"/>
                </a:lnTo>
                <a:lnTo>
                  <a:pt x="3329" y="2256"/>
                </a:lnTo>
                <a:lnTo>
                  <a:pt x="3330" y="2253"/>
                </a:lnTo>
                <a:lnTo>
                  <a:pt x="3331" y="2252"/>
                </a:lnTo>
                <a:lnTo>
                  <a:pt x="3332" y="2251"/>
                </a:lnTo>
                <a:lnTo>
                  <a:pt x="3332" y="2249"/>
                </a:lnTo>
                <a:lnTo>
                  <a:pt x="3332" y="2246"/>
                </a:lnTo>
                <a:lnTo>
                  <a:pt x="3332" y="2245"/>
                </a:lnTo>
                <a:lnTo>
                  <a:pt x="3331" y="2245"/>
                </a:lnTo>
                <a:lnTo>
                  <a:pt x="3328" y="2244"/>
                </a:lnTo>
                <a:lnTo>
                  <a:pt x="3327" y="2245"/>
                </a:lnTo>
                <a:lnTo>
                  <a:pt x="3325" y="2243"/>
                </a:lnTo>
                <a:lnTo>
                  <a:pt x="3324" y="2243"/>
                </a:lnTo>
                <a:lnTo>
                  <a:pt x="3323" y="2243"/>
                </a:lnTo>
                <a:lnTo>
                  <a:pt x="3323" y="2242"/>
                </a:lnTo>
                <a:lnTo>
                  <a:pt x="3323" y="2241"/>
                </a:lnTo>
                <a:lnTo>
                  <a:pt x="3322" y="2240"/>
                </a:lnTo>
                <a:lnTo>
                  <a:pt x="3320" y="2240"/>
                </a:lnTo>
                <a:lnTo>
                  <a:pt x="3320" y="2241"/>
                </a:lnTo>
                <a:lnTo>
                  <a:pt x="3321" y="2243"/>
                </a:lnTo>
                <a:lnTo>
                  <a:pt x="3321" y="2244"/>
                </a:lnTo>
                <a:lnTo>
                  <a:pt x="3320" y="2245"/>
                </a:lnTo>
                <a:lnTo>
                  <a:pt x="3320" y="2246"/>
                </a:lnTo>
                <a:lnTo>
                  <a:pt x="3320" y="2247"/>
                </a:lnTo>
                <a:lnTo>
                  <a:pt x="3320" y="2248"/>
                </a:lnTo>
                <a:lnTo>
                  <a:pt x="3319" y="2248"/>
                </a:lnTo>
                <a:lnTo>
                  <a:pt x="3319" y="2249"/>
                </a:lnTo>
                <a:lnTo>
                  <a:pt x="3318" y="2250"/>
                </a:lnTo>
                <a:lnTo>
                  <a:pt x="3315" y="2253"/>
                </a:lnTo>
                <a:lnTo>
                  <a:pt x="3314" y="2253"/>
                </a:lnTo>
                <a:lnTo>
                  <a:pt x="3313" y="2254"/>
                </a:lnTo>
                <a:lnTo>
                  <a:pt x="3312" y="2255"/>
                </a:lnTo>
                <a:lnTo>
                  <a:pt x="3313" y="2255"/>
                </a:lnTo>
                <a:lnTo>
                  <a:pt x="3313" y="2256"/>
                </a:lnTo>
                <a:lnTo>
                  <a:pt x="3312" y="2257"/>
                </a:lnTo>
                <a:lnTo>
                  <a:pt x="3310" y="2258"/>
                </a:lnTo>
                <a:lnTo>
                  <a:pt x="3310" y="2259"/>
                </a:lnTo>
                <a:lnTo>
                  <a:pt x="3307" y="2260"/>
                </a:lnTo>
                <a:lnTo>
                  <a:pt x="3305" y="2261"/>
                </a:lnTo>
                <a:lnTo>
                  <a:pt x="3302" y="2261"/>
                </a:lnTo>
                <a:lnTo>
                  <a:pt x="3300" y="2262"/>
                </a:lnTo>
                <a:lnTo>
                  <a:pt x="3299" y="2262"/>
                </a:lnTo>
                <a:lnTo>
                  <a:pt x="3299" y="2263"/>
                </a:lnTo>
                <a:lnTo>
                  <a:pt x="3299" y="2264"/>
                </a:lnTo>
                <a:lnTo>
                  <a:pt x="3299" y="2265"/>
                </a:lnTo>
                <a:lnTo>
                  <a:pt x="3298" y="2265"/>
                </a:lnTo>
                <a:lnTo>
                  <a:pt x="3298" y="2266"/>
                </a:lnTo>
                <a:lnTo>
                  <a:pt x="3295" y="2269"/>
                </a:lnTo>
                <a:lnTo>
                  <a:pt x="3294" y="2269"/>
                </a:lnTo>
                <a:lnTo>
                  <a:pt x="3294" y="2270"/>
                </a:lnTo>
                <a:lnTo>
                  <a:pt x="3293" y="2270"/>
                </a:lnTo>
                <a:lnTo>
                  <a:pt x="3292" y="2270"/>
                </a:lnTo>
                <a:lnTo>
                  <a:pt x="3292" y="2271"/>
                </a:lnTo>
                <a:lnTo>
                  <a:pt x="3291" y="2272"/>
                </a:lnTo>
                <a:lnTo>
                  <a:pt x="3291" y="2273"/>
                </a:lnTo>
                <a:lnTo>
                  <a:pt x="3291" y="2274"/>
                </a:lnTo>
                <a:lnTo>
                  <a:pt x="3291" y="2275"/>
                </a:lnTo>
                <a:lnTo>
                  <a:pt x="3291" y="2276"/>
                </a:lnTo>
                <a:lnTo>
                  <a:pt x="3290" y="2278"/>
                </a:lnTo>
                <a:lnTo>
                  <a:pt x="3289" y="2279"/>
                </a:lnTo>
                <a:lnTo>
                  <a:pt x="3289" y="2280"/>
                </a:lnTo>
                <a:lnTo>
                  <a:pt x="3289" y="2281"/>
                </a:lnTo>
                <a:lnTo>
                  <a:pt x="3288" y="2281"/>
                </a:lnTo>
                <a:lnTo>
                  <a:pt x="3288" y="2283"/>
                </a:lnTo>
                <a:lnTo>
                  <a:pt x="3287" y="2285"/>
                </a:lnTo>
                <a:lnTo>
                  <a:pt x="3288" y="2285"/>
                </a:lnTo>
                <a:lnTo>
                  <a:pt x="3289" y="2286"/>
                </a:lnTo>
                <a:lnTo>
                  <a:pt x="3289" y="2287"/>
                </a:lnTo>
                <a:lnTo>
                  <a:pt x="3290" y="2287"/>
                </a:lnTo>
                <a:lnTo>
                  <a:pt x="3291" y="2287"/>
                </a:lnTo>
                <a:lnTo>
                  <a:pt x="3291" y="2286"/>
                </a:lnTo>
                <a:lnTo>
                  <a:pt x="3292" y="2286"/>
                </a:lnTo>
                <a:lnTo>
                  <a:pt x="3293" y="2287"/>
                </a:lnTo>
                <a:lnTo>
                  <a:pt x="3293" y="2288"/>
                </a:lnTo>
                <a:lnTo>
                  <a:pt x="3295" y="2291"/>
                </a:lnTo>
                <a:lnTo>
                  <a:pt x="3295" y="2292"/>
                </a:lnTo>
                <a:lnTo>
                  <a:pt x="3295" y="2293"/>
                </a:lnTo>
                <a:lnTo>
                  <a:pt x="3296" y="2293"/>
                </a:lnTo>
                <a:lnTo>
                  <a:pt x="3296" y="2294"/>
                </a:lnTo>
                <a:lnTo>
                  <a:pt x="3297" y="2294"/>
                </a:lnTo>
                <a:lnTo>
                  <a:pt x="3298" y="2294"/>
                </a:lnTo>
                <a:lnTo>
                  <a:pt x="3299" y="2294"/>
                </a:lnTo>
                <a:lnTo>
                  <a:pt x="3299" y="2295"/>
                </a:lnTo>
                <a:lnTo>
                  <a:pt x="3298" y="2295"/>
                </a:lnTo>
                <a:lnTo>
                  <a:pt x="3298" y="2296"/>
                </a:lnTo>
                <a:lnTo>
                  <a:pt x="3298" y="2297"/>
                </a:lnTo>
                <a:lnTo>
                  <a:pt x="3299" y="2298"/>
                </a:lnTo>
                <a:lnTo>
                  <a:pt x="3299" y="2299"/>
                </a:lnTo>
                <a:lnTo>
                  <a:pt x="3300" y="2299"/>
                </a:lnTo>
                <a:lnTo>
                  <a:pt x="3301" y="2300"/>
                </a:lnTo>
                <a:lnTo>
                  <a:pt x="3302" y="2300"/>
                </a:lnTo>
                <a:lnTo>
                  <a:pt x="3303" y="2300"/>
                </a:lnTo>
                <a:lnTo>
                  <a:pt x="3305" y="2299"/>
                </a:lnTo>
                <a:lnTo>
                  <a:pt x="3306" y="2299"/>
                </a:lnTo>
                <a:lnTo>
                  <a:pt x="3308" y="2300"/>
                </a:lnTo>
                <a:lnTo>
                  <a:pt x="3310" y="2301"/>
                </a:lnTo>
                <a:lnTo>
                  <a:pt x="3310" y="2302"/>
                </a:lnTo>
                <a:lnTo>
                  <a:pt x="3312" y="2304"/>
                </a:lnTo>
                <a:lnTo>
                  <a:pt x="3312" y="2306"/>
                </a:lnTo>
                <a:lnTo>
                  <a:pt x="3312" y="2308"/>
                </a:lnTo>
                <a:lnTo>
                  <a:pt x="3311" y="2308"/>
                </a:lnTo>
                <a:lnTo>
                  <a:pt x="3312" y="2309"/>
                </a:lnTo>
                <a:lnTo>
                  <a:pt x="3312" y="2310"/>
                </a:lnTo>
                <a:lnTo>
                  <a:pt x="3313" y="2312"/>
                </a:lnTo>
                <a:lnTo>
                  <a:pt x="3313" y="2313"/>
                </a:lnTo>
                <a:lnTo>
                  <a:pt x="3313" y="2314"/>
                </a:lnTo>
                <a:lnTo>
                  <a:pt x="3313" y="2316"/>
                </a:lnTo>
                <a:lnTo>
                  <a:pt x="3312" y="2318"/>
                </a:lnTo>
                <a:lnTo>
                  <a:pt x="3312" y="2320"/>
                </a:lnTo>
                <a:lnTo>
                  <a:pt x="3311" y="2320"/>
                </a:lnTo>
                <a:lnTo>
                  <a:pt x="3311" y="2322"/>
                </a:lnTo>
                <a:lnTo>
                  <a:pt x="3311" y="2323"/>
                </a:lnTo>
                <a:lnTo>
                  <a:pt x="3311" y="2324"/>
                </a:lnTo>
                <a:lnTo>
                  <a:pt x="3310" y="2324"/>
                </a:lnTo>
                <a:lnTo>
                  <a:pt x="3309" y="2326"/>
                </a:lnTo>
                <a:lnTo>
                  <a:pt x="3309" y="2327"/>
                </a:lnTo>
                <a:lnTo>
                  <a:pt x="3308" y="2328"/>
                </a:lnTo>
                <a:lnTo>
                  <a:pt x="3307" y="2328"/>
                </a:lnTo>
                <a:lnTo>
                  <a:pt x="3307" y="2329"/>
                </a:lnTo>
                <a:lnTo>
                  <a:pt x="3307" y="2330"/>
                </a:lnTo>
                <a:lnTo>
                  <a:pt x="3307" y="2331"/>
                </a:lnTo>
                <a:lnTo>
                  <a:pt x="3308" y="2333"/>
                </a:lnTo>
                <a:lnTo>
                  <a:pt x="3308" y="2334"/>
                </a:lnTo>
                <a:lnTo>
                  <a:pt x="3308" y="2335"/>
                </a:lnTo>
                <a:lnTo>
                  <a:pt x="3307" y="2336"/>
                </a:lnTo>
                <a:lnTo>
                  <a:pt x="3308" y="2336"/>
                </a:lnTo>
                <a:lnTo>
                  <a:pt x="3308" y="2337"/>
                </a:lnTo>
                <a:lnTo>
                  <a:pt x="3308" y="2338"/>
                </a:lnTo>
                <a:lnTo>
                  <a:pt x="3309" y="2338"/>
                </a:lnTo>
                <a:lnTo>
                  <a:pt x="3309" y="2339"/>
                </a:lnTo>
                <a:lnTo>
                  <a:pt x="3310" y="2343"/>
                </a:lnTo>
                <a:lnTo>
                  <a:pt x="3310" y="2344"/>
                </a:lnTo>
                <a:lnTo>
                  <a:pt x="3310" y="2345"/>
                </a:lnTo>
                <a:lnTo>
                  <a:pt x="3309" y="2345"/>
                </a:lnTo>
                <a:lnTo>
                  <a:pt x="3309" y="2346"/>
                </a:lnTo>
                <a:lnTo>
                  <a:pt x="3309" y="2347"/>
                </a:lnTo>
                <a:lnTo>
                  <a:pt x="3310" y="2348"/>
                </a:lnTo>
                <a:lnTo>
                  <a:pt x="3310" y="2349"/>
                </a:lnTo>
                <a:lnTo>
                  <a:pt x="3311" y="2349"/>
                </a:lnTo>
                <a:lnTo>
                  <a:pt x="3311" y="2350"/>
                </a:lnTo>
                <a:lnTo>
                  <a:pt x="3311" y="2351"/>
                </a:lnTo>
                <a:lnTo>
                  <a:pt x="3310" y="2352"/>
                </a:lnTo>
                <a:lnTo>
                  <a:pt x="3310" y="2354"/>
                </a:lnTo>
                <a:lnTo>
                  <a:pt x="3310" y="2355"/>
                </a:lnTo>
                <a:lnTo>
                  <a:pt x="3310" y="2356"/>
                </a:lnTo>
                <a:lnTo>
                  <a:pt x="3310" y="2357"/>
                </a:lnTo>
                <a:lnTo>
                  <a:pt x="3309" y="2358"/>
                </a:lnTo>
                <a:lnTo>
                  <a:pt x="3310" y="2359"/>
                </a:lnTo>
                <a:lnTo>
                  <a:pt x="3310" y="2361"/>
                </a:lnTo>
                <a:lnTo>
                  <a:pt x="3310" y="2362"/>
                </a:lnTo>
                <a:lnTo>
                  <a:pt x="3310" y="2364"/>
                </a:lnTo>
                <a:lnTo>
                  <a:pt x="3309" y="2365"/>
                </a:lnTo>
                <a:lnTo>
                  <a:pt x="3308" y="2366"/>
                </a:lnTo>
                <a:lnTo>
                  <a:pt x="3307" y="2367"/>
                </a:lnTo>
                <a:lnTo>
                  <a:pt x="3307" y="2369"/>
                </a:lnTo>
                <a:lnTo>
                  <a:pt x="3308" y="2370"/>
                </a:lnTo>
                <a:lnTo>
                  <a:pt x="3309" y="2371"/>
                </a:lnTo>
                <a:lnTo>
                  <a:pt x="3310" y="2372"/>
                </a:lnTo>
                <a:lnTo>
                  <a:pt x="3311" y="2372"/>
                </a:lnTo>
                <a:lnTo>
                  <a:pt x="3312" y="2372"/>
                </a:lnTo>
                <a:lnTo>
                  <a:pt x="3312" y="2373"/>
                </a:lnTo>
                <a:lnTo>
                  <a:pt x="3311" y="2375"/>
                </a:lnTo>
                <a:lnTo>
                  <a:pt x="3310" y="2376"/>
                </a:lnTo>
                <a:lnTo>
                  <a:pt x="3310" y="2377"/>
                </a:lnTo>
                <a:lnTo>
                  <a:pt x="3310" y="2378"/>
                </a:lnTo>
                <a:lnTo>
                  <a:pt x="3311" y="2377"/>
                </a:lnTo>
                <a:lnTo>
                  <a:pt x="3312" y="2377"/>
                </a:lnTo>
                <a:lnTo>
                  <a:pt x="3312" y="2378"/>
                </a:lnTo>
                <a:lnTo>
                  <a:pt x="3313" y="2379"/>
                </a:lnTo>
                <a:lnTo>
                  <a:pt x="3313" y="2380"/>
                </a:lnTo>
                <a:lnTo>
                  <a:pt x="3312" y="2381"/>
                </a:lnTo>
                <a:lnTo>
                  <a:pt x="3311" y="2382"/>
                </a:lnTo>
                <a:lnTo>
                  <a:pt x="3311" y="2383"/>
                </a:lnTo>
                <a:lnTo>
                  <a:pt x="3311" y="2384"/>
                </a:lnTo>
                <a:lnTo>
                  <a:pt x="3311" y="2385"/>
                </a:lnTo>
                <a:lnTo>
                  <a:pt x="3312" y="2387"/>
                </a:lnTo>
                <a:lnTo>
                  <a:pt x="3313" y="2388"/>
                </a:lnTo>
                <a:lnTo>
                  <a:pt x="3314" y="2389"/>
                </a:lnTo>
                <a:lnTo>
                  <a:pt x="3314" y="2390"/>
                </a:lnTo>
                <a:lnTo>
                  <a:pt x="3314" y="2392"/>
                </a:lnTo>
                <a:lnTo>
                  <a:pt x="3314" y="2393"/>
                </a:lnTo>
                <a:lnTo>
                  <a:pt x="3314" y="2394"/>
                </a:lnTo>
                <a:lnTo>
                  <a:pt x="3313" y="2394"/>
                </a:lnTo>
                <a:lnTo>
                  <a:pt x="3314" y="2396"/>
                </a:lnTo>
                <a:lnTo>
                  <a:pt x="3315" y="2398"/>
                </a:lnTo>
                <a:lnTo>
                  <a:pt x="3316" y="2397"/>
                </a:lnTo>
                <a:lnTo>
                  <a:pt x="3317" y="2398"/>
                </a:lnTo>
                <a:lnTo>
                  <a:pt x="3317" y="2399"/>
                </a:lnTo>
                <a:lnTo>
                  <a:pt x="3318" y="2400"/>
                </a:lnTo>
                <a:lnTo>
                  <a:pt x="3319" y="2401"/>
                </a:lnTo>
                <a:lnTo>
                  <a:pt x="3320" y="2401"/>
                </a:lnTo>
                <a:lnTo>
                  <a:pt x="3320" y="2402"/>
                </a:lnTo>
                <a:lnTo>
                  <a:pt x="3321" y="2403"/>
                </a:lnTo>
                <a:lnTo>
                  <a:pt x="3322" y="2403"/>
                </a:lnTo>
                <a:lnTo>
                  <a:pt x="3323" y="2403"/>
                </a:lnTo>
                <a:lnTo>
                  <a:pt x="3324" y="2403"/>
                </a:lnTo>
                <a:lnTo>
                  <a:pt x="3326" y="2405"/>
                </a:lnTo>
                <a:lnTo>
                  <a:pt x="3327" y="2405"/>
                </a:lnTo>
                <a:lnTo>
                  <a:pt x="3329" y="2405"/>
                </a:lnTo>
                <a:lnTo>
                  <a:pt x="3331" y="2406"/>
                </a:lnTo>
                <a:lnTo>
                  <a:pt x="3332" y="2406"/>
                </a:lnTo>
                <a:lnTo>
                  <a:pt x="3332" y="2407"/>
                </a:lnTo>
                <a:lnTo>
                  <a:pt x="3332" y="2408"/>
                </a:lnTo>
                <a:lnTo>
                  <a:pt x="3331" y="2408"/>
                </a:lnTo>
                <a:lnTo>
                  <a:pt x="3332" y="2409"/>
                </a:lnTo>
                <a:lnTo>
                  <a:pt x="3333" y="2410"/>
                </a:lnTo>
                <a:lnTo>
                  <a:pt x="3333" y="2411"/>
                </a:lnTo>
                <a:lnTo>
                  <a:pt x="3332" y="2412"/>
                </a:lnTo>
                <a:lnTo>
                  <a:pt x="3330" y="2412"/>
                </a:lnTo>
                <a:lnTo>
                  <a:pt x="3329" y="2412"/>
                </a:lnTo>
                <a:lnTo>
                  <a:pt x="3328" y="2412"/>
                </a:lnTo>
                <a:lnTo>
                  <a:pt x="3324" y="2412"/>
                </a:lnTo>
                <a:lnTo>
                  <a:pt x="3325" y="2414"/>
                </a:lnTo>
                <a:lnTo>
                  <a:pt x="3326" y="2416"/>
                </a:lnTo>
                <a:lnTo>
                  <a:pt x="3326" y="2417"/>
                </a:lnTo>
                <a:lnTo>
                  <a:pt x="3327" y="2418"/>
                </a:lnTo>
                <a:lnTo>
                  <a:pt x="3328" y="2419"/>
                </a:lnTo>
                <a:lnTo>
                  <a:pt x="3329" y="2419"/>
                </a:lnTo>
                <a:lnTo>
                  <a:pt x="3329" y="2420"/>
                </a:lnTo>
                <a:lnTo>
                  <a:pt x="3328" y="2420"/>
                </a:lnTo>
                <a:lnTo>
                  <a:pt x="3329" y="2420"/>
                </a:lnTo>
                <a:lnTo>
                  <a:pt x="3329" y="2421"/>
                </a:lnTo>
                <a:lnTo>
                  <a:pt x="3330" y="2421"/>
                </a:lnTo>
                <a:lnTo>
                  <a:pt x="3331" y="2421"/>
                </a:lnTo>
                <a:lnTo>
                  <a:pt x="3332" y="2423"/>
                </a:lnTo>
                <a:lnTo>
                  <a:pt x="3333" y="2423"/>
                </a:lnTo>
                <a:lnTo>
                  <a:pt x="3333" y="2424"/>
                </a:lnTo>
                <a:lnTo>
                  <a:pt x="3332" y="2424"/>
                </a:lnTo>
                <a:lnTo>
                  <a:pt x="3331" y="2425"/>
                </a:lnTo>
                <a:lnTo>
                  <a:pt x="3332" y="2426"/>
                </a:lnTo>
                <a:lnTo>
                  <a:pt x="3332" y="2427"/>
                </a:lnTo>
                <a:lnTo>
                  <a:pt x="3333" y="2428"/>
                </a:lnTo>
                <a:lnTo>
                  <a:pt x="3333" y="2429"/>
                </a:lnTo>
                <a:lnTo>
                  <a:pt x="3332" y="2430"/>
                </a:lnTo>
                <a:lnTo>
                  <a:pt x="3331" y="2431"/>
                </a:lnTo>
                <a:lnTo>
                  <a:pt x="3331" y="2432"/>
                </a:lnTo>
                <a:lnTo>
                  <a:pt x="3330" y="2432"/>
                </a:lnTo>
                <a:lnTo>
                  <a:pt x="3329" y="2435"/>
                </a:lnTo>
                <a:lnTo>
                  <a:pt x="3329" y="2437"/>
                </a:lnTo>
                <a:lnTo>
                  <a:pt x="3330" y="2439"/>
                </a:lnTo>
                <a:lnTo>
                  <a:pt x="3331" y="2441"/>
                </a:lnTo>
                <a:lnTo>
                  <a:pt x="3330" y="2442"/>
                </a:lnTo>
                <a:lnTo>
                  <a:pt x="3329" y="2442"/>
                </a:lnTo>
                <a:lnTo>
                  <a:pt x="3328" y="2442"/>
                </a:lnTo>
                <a:lnTo>
                  <a:pt x="3328" y="2443"/>
                </a:lnTo>
                <a:lnTo>
                  <a:pt x="3327" y="2444"/>
                </a:lnTo>
                <a:lnTo>
                  <a:pt x="3326" y="2444"/>
                </a:lnTo>
                <a:lnTo>
                  <a:pt x="3324" y="2444"/>
                </a:lnTo>
                <a:lnTo>
                  <a:pt x="3324" y="2445"/>
                </a:lnTo>
                <a:lnTo>
                  <a:pt x="3322" y="2446"/>
                </a:lnTo>
                <a:lnTo>
                  <a:pt x="3322" y="2447"/>
                </a:lnTo>
                <a:lnTo>
                  <a:pt x="3322" y="2448"/>
                </a:lnTo>
                <a:lnTo>
                  <a:pt x="3324" y="2448"/>
                </a:lnTo>
                <a:lnTo>
                  <a:pt x="3324" y="2449"/>
                </a:lnTo>
                <a:lnTo>
                  <a:pt x="3325" y="2449"/>
                </a:lnTo>
                <a:lnTo>
                  <a:pt x="3325" y="2452"/>
                </a:lnTo>
                <a:lnTo>
                  <a:pt x="3325" y="2453"/>
                </a:lnTo>
                <a:lnTo>
                  <a:pt x="3324" y="2454"/>
                </a:lnTo>
                <a:lnTo>
                  <a:pt x="3324" y="2455"/>
                </a:lnTo>
                <a:lnTo>
                  <a:pt x="3325" y="2456"/>
                </a:lnTo>
                <a:lnTo>
                  <a:pt x="3326" y="2457"/>
                </a:lnTo>
                <a:lnTo>
                  <a:pt x="3326" y="2459"/>
                </a:lnTo>
                <a:lnTo>
                  <a:pt x="3326" y="2460"/>
                </a:lnTo>
                <a:lnTo>
                  <a:pt x="3326" y="2461"/>
                </a:lnTo>
                <a:lnTo>
                  <a:pt x="3325" y="2461"/>
                </a:lnTo>
                <a:lnTo>
                  <a:pt x="3324" y="2460"/>
                </a:lnTo>
                <a:lnTo>
                  <a:pt x="3324" y="2459"/>
                </a:lnTo>
                <a:lnTo>
                  <a:pt x="3324" y="2458"/>
                </a:lnTo>
                <a:lnTo>
                  <a:pt x="3323" y="2458"/>
                </a:lnTo>
                <a:lnTo>
                  <a:pt x="3323" y="2460"/>
                </a:lnTo>
                <a:lnTo>
                  <a:pt x="3323" y="2461"/>
                </a:lnTo>
                <a:lnTo>
                  <a:pt x="3323" y="2462"/>
                </a:lnTo>
                <a:lnTo>
                  <a:pt x="3322" y="2463"/>
                </a:lnTo>
                <a:lnTo>
                  <a:pt x="3321" y="2463"/>
                </a:lnTo>
                <a:lnTo>
                  <a:pt x="3320" y="2462"/>
                </a:lnTo>
                <a:lnTo>
                  <a:pt x="3319" y="2462"/>
                </a:lnTo>
                <a:lnTo>
                  <a:pt x="3316" y="2463"/>
                </a:lnTo>
                <a:lnTo>
                  <a:pt x="3315" y="2464"/>
                </a:lnTo>
                <a:lnTo>
                  <a:pt x="3314" y="2465"/>
                </a:lnTo>
                <a:lnTo>
                  <a:pt x="3314" y="2466"/>
                </a:lnTo>
                <a:lnTo>
                  <a:pt x="3313" y="2467"/>
                </a:lnTo>
                <a:lnTo>
                  <a:pt x="3312" y="2467"/>
                </a:lnTo>
                <a:lnTo>
                  <a:pt x="3310" y="2468"/>
                </a:lnTo>
                <a:lnTo>
                  <a:pt x="3310" y="2469"/>
                </a:lnTo>
                <a:lnTo>
                  <a:pt x="3310" y="2470"/>
                </a:lnTo>
                <a:lnTo>
                  <a:pt x="3310" y="2471"/>
                </a:lnTo>
                <a:lnTo>
                  <a:pt x="3308" y="2472"/>
                </a:lnTo>
                <a:lnTo>
                  <a:pt x="3306" y="2473"/>
                </a:lnTo>
                <a:lnTo>
                  <a:pt x="3306" y="2472"/>
                </a:lnTo>
                <a:lnTo>
                  <a:pt x="3305" y="2472"/>
                </a:lnTo>
                <a:lnTo>
                  <a:pt x="3302" y="2471"/>
                </a:lnTo>
                <a:lnTo>
                  <a:pt x="3301" y="2471"/>
                </a:lnTo>
                <a:lnTo>
                  <a:pt x="3300" y="2472"/>
                </a:lnTo>
                <a:lnTo>
                  <a:pt x="3299" y="2472"/>
                </a:lnTo>
                <a:lnTo>
                  <a:pt x="3297" y="2472"/>
                </a:lnTo>
                <a:lnTo>
                  <a:pt x="3296" y="2472"/>
                </a:lnTo>
                <a:lnTo>
                  <a:pt x="3294" y="2473"/>
                </a:lnTo>
                <a:lnTo>
                  <a:pt x="3293" y="2473"/>
                </a:lnTo>
                <a:lnTo>
                  <a:pt x="3291" y="2474"/>
                </a:lnTo>
                <a:lnTo>
                  <a:pt x="3290" y="2474"/>
                </a:lnTo>
                <a:lnTo>
                  <a:pt x="3290" y="2473"/>
                </a:lnTo>
                <a:lnTo>
                  <a:pt x="3289" y="2473"/>
                </a:lnTo>
                <a:lnTo>
                  <a:pt x="3288" y="2474"/>
                </a:lnTo>
                <a:lnTo>
                  <a:pt x="3287" y="2474"/>
                </a:lnTo>
                <a:lnTo>
                  <a:pt x="3285" y="2475"/>
                </a:lnTo>
                <a:lnTo>
                  <a:pt x="3284" y="2474"/>
                </a:lnTo>
                <a:lnTo>
                  <a:pt x="3283" y="2474"/>
                </a:lnTo>
                <a:lnTo>
                  <a:pt x="3281" y="2473"/>
                </a:lnTo>
                <a:lnTo>
                  <a:pt x="3279" y="2473"/>
                </a:lnTo>
                <a:lnTo>
                  <a:pt x="3277" y="2473"/>
                </a:lnTo>
                <a:lnTo>
                  <a:pt x="3276" y="2473"/>
                </a:lnTo>
                <a:lnTo>
                  <a:pt x="3274" y="2473"/>
                </a:lnTo>
                <a:lnTo>
                  <a:pt x="3273" y="2474"/>
                </a:lnTo>
                <a:lnTo>
                  <a:pt x="3272" y="2473"/>
                </a:lnTo>
                <a:lnTo>
                  <a:pt x="3271" y="2473"/>
                </a:lnTo>
                <a:lnTo>
                  <a:pt x="3270" y="2472"/>
                </a:lnTo>
                <a:lnTo>
                  <a:pt x="3270" y="2473"/>
                </a:lnTo>
                <a:lnTo>
                  <a:pt x="3269" y="2474"/>
                </a:lnTo>
                <a:lnTo>
                  <a:pt x="3269" y="2475"/>
                </a:lnTo>
                <a:lnTo>
                  <a:pt x="3268" y="2475"/>
                </a:lnTo>
                <a:lnTo>
                  <a:pt x="3267" y="2475"/>
                </a:lnTo>
                <a:lnTo>
                  <a:pt x="3266" y="2475"/>
                </a:lnTo>
                <a:lnTo>
                  <a:pt x="3265" y="2475"/>
                </a:lnTo>
                <a:lnTo>
                  <a:pt x="3264" y="2475"/>
                </a:lnTo>
                <a:lnTo>
                  <a:pt x="3264" y="2476"/>
                </a:lnTo>
                <a:lnTo>
                  <a:pt x="3263" y="2477"/>
                </a:lnTo>
                <a:lnTo>
                  <a:pt x="3263" y="2476"/>
                </a:lnTo>
                <a:lnTo>
                  <a:pt x="3262" y="2476"/>
                </a:lnTo>
                <a:lnTo>
                  <a:pt x="3260" y="2475"/>
                </a:lnTo>
                <a:lnTo>
                  <a:pt x="3259" y="2476"/>
                </a:lnTo>
                <a:lnTo>
                  <a:pt x="3258" y="2476"/>
                </a:lnTo>
                <a:lnTo>
                  <a:pt x="3257" y="2474"/>
                </a:lnTo>
                <a:lnTo>
                  <a:pt x="3257" y="2472"/>
                </a:lnTo>
                <a:lnTo>
                  <a:pt x="3255" y="2470"/>
                </a:lnTo>
                <a:lnTo>
                  <a:pt x="3255" y="2469"/>
                </a:lnTo>
                <a:lnTo>
                  <a:pt x="3254" y="2469"/>
                </a:lnTo>
                <a:lnTo>
                  <a:pt x="3252" y="2466"/>
                </a:lnTo>
                <a:lnTo>
                  <a:pt x="3252" y="2465"/>
                </a:lnTo>
                <a:lnTo>
                  <a:pt x="3253" y="2464"/>
                </a:lnTo>
                <a:lnTo>
                  <a:pt x="3253" y="2461"/>
                </a:lnTo>
                <a:lnTo>
                  <a:pt x="3252" y="2461"/>
                </a:lnTo>
                <a:lnTo>
                  <a:pt x="3252" y="2463"/>
                </a:lnTo>
                <a:lnTo>
                  <a:pt x="3251" y="2463"/>
                </a:lnTo>
                <a:lnTo>
                  <a:pt x="3250" y="2464"/>
                </a:lnTo>
                <a:lnTo>
                  <a:pt x="3249" y="2464"/>
                </a:lnTo>
                <a:lnTo>
                  <a:pt x="3249" y="2465"/>
                </a:lnTo>
                <a:lnTo>
                  <a:pt x="3247" y="2466"/>
                </a:lnTo>
                <a:lnTo>
                  <a:pt x="3246" y="2466"/>
                </a:lnTo>
                <a:lnTo>
                  <a:pt x="3245" y="2466"/>
                </a:lnTo>
                <a:lnTo>
                  <a:pt x="3244" y="2467"/>
                </a:lnTo>
                <a:lnTo>
                  <a:pt x="3243" y="2467"/>
                </a:lnTo>
                <a:lnTo>
                  <a:pt x="3242" y="2469"/>
                </a:lnTo>
                <a:lnTo>
                  <a:pt x="3242" y="2470"/>
                </a:lnTo>
                <a:lnTo>
                  <a:pt x="3242" y="2471"/>
                </a:lnTo>
                <a:lnTo>
                  <a:pt x="3241" y="2473"/>
                </a:lnTo>
                <a:lnTo>
                  <a:pt x="3241" y="2474"/>
                </a:lnTo>
                <a:lnTo>
                  <a:pt x="3240" y="2475"/>
                </a:lnTo>
                <a:lnTo>
                  <a:pt x="3239" y="2475"/>
                </a:lnTo>
                <a:lnTo>
                  <a:pt x="3238" y="2475"/>
                </a:lnTo>
                <a:lnTo>
                  <a:pt x="3235" y="2475"/>
                </a:lnTo>
                <a:lnTo>
                  <a:pt x="3234" y="2474"/>
                </a:lnTo>
                <a:lnTo>
                  <a:pt x="3233" y="2473"/>
                </a:lnTo>
                <a:lnTo>
                  <a:pt x="3232" y="2473"/>
                </a:lnTo>
                <a:lnTo>
                  <a:pt x="3232" y="2474"/>
                </a:lnTo>
                <a:lnTo>
                  <a:pt x="3231" y="2473"/>
                </a:lnTo>
                <a:lnTo>
                  <a:pt x="3230" y="2473"/>
                </a:lnTo>
                <a:lnTo>
                  <a:pt x="3228" y="2471"/>
                </a:lnTo>
                <a:lnTo>
                  <a:pt x="3227" y="2470"/>
                </a:lnTo>
                <a:lnTo>
                  <a:pt x="3226" y="2470"/>
                </a:lnTo>
                <a:lnTo>
                  <a:pt x="3226" y="2471"/>
                </a:lnTo>
                <a:lnTo>
                  <a:pt x="3225" y="2472"/>
                </a:lnTo>
                <a:lnTo>
                  <a:pt x="3224" y="2472"/>
                </a:lnTo>
                <a:lnTo>
                  <a:pt x="3222" y="2472"/>
                </a:lnTo>
                <a:lnTo>
                  <a:pt x="3220" y="2473"/>
                </a:lnTo>
                <a:lnTo>
                  <a:pt x="3219" y="2472"/>
                </a:lnTo>
                <a:lnTo>
                  <a:pt x="3218" y="2472"/>
                </a:lnTo>
                <a:lnTo>
                  <a:pt x="3218" y="2473"/>
                </a:lnTo>
                <a:lnTo>
                  <a:pt x="3217" y="2473"/>
                </a:lnTo>
                <a:lnTo>
                  <a:pt x="3216" y="2473"/>
                </a:lnTo>
                <a:lnTo>
                  <a:pt x="3215" y="2472"/>
                </a:lnTo>
                <a:lnTo>
                  <a:pt x="3213" y="2472"/>
                </a:lnTo>
                <a:lnTo>
                  <a:pt x="3211" y="2473"/>
                </a:lnTo>
                <a:lnTo>
                  <a:pt x="3211" y="2472"/>
                </a:lnTo>
                <a:lnTo>
                  <a:pt x="3210" y="2472"/>
                </a:lnTo>
                <a:lnTo>
                  <a:pt x="3209" y="2473"/>
                </a:lnTo>
                <a:lnTo>
                  <a:pt x="3208" y="2474"/>
                </a:lnTo>
                <a:lnTo>
                  <a:pt x="3207" y="2473"/>
                </a:lnTo>
                <a:lnTo>
                  <a:pt x="3207" y="2472"/>
                </a:lnTo>
                <a:lnTo>
                  <a:pt x="3206" y="2472"/>
                </a:lnTo>
                <a:lnTo>
                  <a:pt x="3205" y="2472"/>
                </a:lnTo>
                <a:lnTo>
                  <a:pt x="3205" y="2474"/>
                </a:lnTo>
                <a:lnTo>
                  <a:pt x="3204" y="2475"/>
                </a:lnTo>
                <a:lnTo>
                  <a:pt x="3200" y="2476"/>
                </a:lnTo>
                <a:lnTo>
                  <a:pt x="3199" y="2476"/>
                </a:lnTo>
                <a:lnTo>
                  <a:pt x="3197" y="2476"/>
                </a:lnTo>
                <a:lnTo>
                  <a:pt x="3196" y="2476"/>
                </a:lnTo>
                <a:lnTo>
                  <a:pt x="3195" y="2477"/>
                </a:lnTo>
                <a:lnTo>
                  <a:pt x="3194" y="2478"/>
                </a:lnTo>
                <a:lnTo>
                  <a:pt x="3193" y="2478"/>
                </a:lnTo>
                <a:lnTo>
                  <a:pt x="3192" y="2478"/>
                </a:lnTo>
                <a:lnTo>
                  <a:pt x="3192" y="2479"/>
                </a:lnTo>
                <a:lnTo>
                  <a:pt x="3191" y="2479"/>
                </a:lnTo>
                <a:lnTo>
                  <a:pt x="3189" y="2479"/>
                </a:lnTo>
                <a:lnTo>
                  <a:pt x="3189" y="2480"/>
                </a:lnTo>
                <a:lnTo>
                  <a:pt x="3190" y="2481"/>
                </a:lnTo>
                <a:lnTo>
                  <a:pt x="3190" y="2483"/>
                </a:lnTo>
                <a:lnTo>
                  <a:pt x="3189" y="2483"/>
                </a:lnTo>
                <a:lnTo>
                  <a:pt x="3189" y="2482"/>
                </a:lnTo>
                <a:lnTo>
                  <a:pt x="3188" y="2483"/>
                </a:lnTo>
                <a:lnTo>
                  <a:pt x="3188" y="2484"/>
                </a:lnTo>
                <a:lnTo>
                  <a:pt x="3188" y="2485"/>
                </a:lnTo>
                <a:lnTo>
                  <a:pt x="3184" y="2485"/>
                </a:lnTo>
                <a:lnTo>
                  <a:pt x="3183" y="2484"/>
                </a:lnTo>
                <a:lnTo>
                  <a:pt x="3181" y="2482"/>
                </a:lnTo>
                <a:lnTo>
                  <a:pt x="3180" y="2481"/>
                </a:lnTo>
                <a:lnTo>
                  <a:pt x="3181" y="2481"/>
                </a:lnTo>
                <a:lnTo>
                  <a:pt x="3181" y="2480"/>
                </a:lnTo>
                <a:lnTo>
                  <a:pt x="3181" y="2479"/>
                </a:lnTo>
                <a:lnTo>
                  <a:pt x="3180" y="2476"/>
                </a:lnTo>
                <a:lnTo>
                  <a:pt x="3180" y="2475"/>
                </a:lnTo>
                <a:lnTo>
                  <a:pt x="3179" y="2474"/>
                </a:lnTo>
                <a:lnTo>
                  <a:pt x="3178" y="2473"/>
                </a:lnTo>
                <a:lnTo>
                  <a:pt x="3179" y="2472"/>
                </a:lnTo>
                <a:lnTo>
                  <a:pt x="3180" y="2470"/>
                </a:lnTo>
                <a:lnTo>
                  <a:pt x="3181" y="2470"/>
                </a:lnTo>
                <a:lnTo>
                  <a:pt x="3180" y="2470"/>
                </a:lnTo>
                <a:lnTo>
                  <a:pt x="3180" y="2469"/>
                </a:lnTo>
                <a:lnTo>
                  <a:pt x="3179" y="2469"/>
                </a:lnTo>
                <a:lnTo>
                  <a:pt x="3178" y="2469"/>
                </a:lnTo>
                <a:lnTo>
                  <a:pt x="3178" y="2468"/>
                </a:lnTo>
                <a:lnTo>
                  <a:pt x="3178" y="2466"/>
                </a:lnTo>
                <a:lnTo>
                  <a:pt x="3178" y="2463"/>
                </a:lnTo>
                <a:lnTo>
                  <a:pt x="3177" y="2462"/>
                </a:lnTo>
                <a:lnTo>
                  <a:pt x="3176" y="2460"/>
                </a:lnTo>
                <a:lnTo>
                  <a:pt x="3175" y="2459"/>
                </a:lnTo>
                <a:lnTo>
                  <a:pt x="3175" y="2458"/>
                </a:lnTo>
                <a:lnTo>
                  <a:pt x="3174" y="2458"/>
                </a:lnTo>
                <a:lnTo>
                  <a:pt x="3174" y="2457"/>
                </a:lnTo>
                <a:lnTo>
                  <a:pt x="3173" y="2458"/>
                </a:lnTo>
                <a:lnTo>
                  <a:pt x="3172" y="2457"/>
                </a:lnTo>
                <a:lnTo>
                  <a:pt x="3170" y="2457"/>
                </a:lnTo>
                <a:lnTo>
                  <a:pt x="3169" y="2456"/>
                </a:lnTo>
                <a:lnTo>
                  <a:pt x="3168" y="2456"/>
                </a:lnTo>
                <a:lnTo>
                  <a:pt x="3167" y="2456"/>
                </a:lnTo>
                <a:lnTo>
                  <a:pt x="3166" y="2456"/>
                </a:lnTo>
                <a:lnTo>
                  <a:pt x="3165" y="2456"/>
                </a:lnTo>
                <a:lnTo>
                  <a:pt x="3164" y="2456"/>
                </a:lnTo>
                <a:lnTo>
                  <a:pt x="3164" y="2455"/>
                </a:lnTo>
                <a:lnTo>
                  <a:pt x="3164" y="2453"/>
                </a:lnTo>
                <a:lnTo>
                  <a:pt x="3165" y="2452"/>
                </a:lnTo>
                <a:lnTo>
                  <a:pt x="3167" y="2451"/>
                </a:lnTo>
                <a:lnTo>
                  <a:pt x="3168" y="2451"/>
                </a:lnTo>
                <a:lnTo>
                  <a:pt x="3169" y="2451"/>
                </a:lnTo>
                <a:lnTo>
                  <a:pt x="3169" y="2450"/>
                </a:lnTo>
                <a:lnTo>
                  <a:pt x="3168" y="2450"/>
                </a:lnTo>
                <a:lnTo>
                  <a:pt x="3168" y="2449"/>
                </a:lnTo>
                <a:lnTo>
                  <a:pt x="3168" y="2448"/>
                </a:lnTo>
                <a:lnTo>
                  <a:pt x="3169" y="2447"/>
                </a:lnTo>
                <a:lnTo>
                  <a:pt x="3170" y="2447"/>
                </a:lnTo>
                <a:lnTo>
                  <a:pt x="3170" y="2446"/>
                </a:lnTo>
                <a:lnTo>
                  <a:pt x="3170" y="2445"/>
                </a:lnTo>
                <a:lnTo>
                  <a:pt x="3171" y="2444"/>
                </a:lnTo>
                <a:lnTo>
                  <a:pt x="3170" y="2443"/>
                </a:lnTo>
                <a:lnTo>
                  <a:pt x="3169" y="2443"/>
                </a:lnTo>
                <a:lnTo>
                  <a:pt x="3169" y="2442"/>
                </a:lnTo>
                <a:lnTo>
                  <a:pt x="3168" y="2441"/>
                </a:lnTo>
                <a:lnTo>
                  <a:pt x="3168" y="2440"/>
                </a:lnTo>
                <a:lnTo>
                  <a:pt x="3167" y="2439"/>
                </a:lnTo>
                <a:lnTo>
                  <a:pt x="3167" y="2438"/>
                </a:lnTo>
                <a:lnTo>
                  <a:pt x="3167" y="2436"/>
                </a:lnTo>
                <a:lnTo>
                  <a:pt x="3168" y="2436"/>
                </a:lnTo>
                <a:lnTo>
                  <a:pt x="3168" y="2435"/>
                </a:lnTo>
                <a:lnTo>
                  <a:pt x="3169" y="2435"/>
                </a:lnTo>
                <a:lnTo>
                  <a:pt x="3168" y="2434"/>
                </a:lnTo>
                <a:lnTo>
                  <a:pt x="3167" y="2434"/>
                </a:lnTo>
                <a:lnTo>
                  <a:pt x="3166" y="2434"/>
                </a:lnTo>
                <a:lnTo>
                  <a:pt x="3165" y="2436"/>
                </a:lnTo>
                <a:lnTo>
                  <a:pt x="3164" y="2436"/>
                </a:lnTo>
                <a:lnTo>
                  <a:pt x="3163" y="2436"/>
                </a:lnTo>
                <a:lnTo>
                  <a:pt x="3163" y="2435"/>
                </a:lnTo>
                <a:lnTo>
                  <a:pt x="3163" y="2434"/>
                </a:lnTo>
                <a:lnTo>
                  <a:pt x="3160" y="2434"/>
                </a:lnTo>
                <a:lnTo>
                  <a:pt x="3159" y="2433"/>
                </a:lnTo>
                <a:lnTo>
                  <a:pt x="3158" y="2433"/>
                </a:lnTo>
                <a:lnTo>
                  <a:pt x="3156" y="2433"/>
                </a:lnTo>
                <a:lnTo>
                  <a:pt x="3155" y="2433"/>
                </a:lnTo>
                <a:lnTo>
                  <a:pt x="3155" y="2432"/>
                </a:lnTo>
                <a:lnTo>
                  <a:pt x="3154" y="2430"/>
                </a:lnTo>
                <a:lnTo>
                  <a:pt x="3152" y="2428"/>
                </a:lnTo>
                <a:lnTo>
                  <a:pt x="3152" y="2427"/>
                </a:lnTo>
                <a:lnTo>
                  <a:pt x="3151" y="2424"/>
                </a:lnTo>
                <a:lnTo>
                  <a:pt x="3151" y="2423"/>
                </a:lnTo>
                <a:lnTo>
                  <a:pt x="3151" y="2422"/>
                </a:lnTo>
                <a:lnTo>
                  <a:pt x="3152" y="2421"/>
                </a:lnTo>
                <a:lnTo>
                  <a:pt x="3151" y="2420"/>
                </a:lnTo>
                <a:lnTo>
                  <a:pt x="3150" y="2420"/>
                </a:lnTo>
                <a:lnTo>
                  <a:pt x="3149" y="2420"/>
                </a:lnTo>
                <a:lnTo>
                  <a:pt x="3148" y="2419"/>
                </a:lnTo>
                <a:lnTo>
                  <a:pt x="3148" y="2418"/>
                </a:lnTo>
                <a:lnTo>
                  <a:pt x="3148" y="2417"/>
                </a:lnTo>
                <a:lnTo>
                  <a:pt x="3147" y="2417"/>
                </a:lnTo>
                <a:lnTo>
                  <a:pt x="3146" y="2417"/>
                </a:lnTo>
                <a:lnTo>
                  <a:pt x="3145" y="2415"/>
                </a:lnTo>
                <a:lnTo>
                  <a:pt x="3144" y="2415"/>
                </a:lnTo>
                <a:lnTo>
                  <a:pt x="3143" y="2414"/>
                </a:lnTo>
                <a:lnTo>
                  <a:pt x="3142" y="2414"/>
                </a:lnTo>
                <a:lnTo>
                  <a:pt x="3142" y="2413"/>
                </a:lnTo>
                <a:lnTo>
                  <a:pt x="3142" y="2412"/>
                </a:lnTo>
                <a:lnTo>
                  <a:pt x="3142" y="2411"/>
                </a:lnTo>
                <a:lnTo>
                  <a:pt x="3142" y="2410"/>
                </a:lnTo>
                <a:lnTo>
                  <a:pt x="3141" y="2410"/>
                </a:lnTo>
                <a:lnTo>
                  <a:pt x="3141" y="2409"/>
                </a:lnTo>
                <a:lnTo>
                  <a:pt x="3140" y="2408"/>
                </a:lnTo>
                <a:lnTo>
                  <a:pt x="3140" y="2406"/>
                </a:lnTo>
                <a:lnTo>
                  <a:pt x="3140" y="2405"/>
                </a:lnTo>
                <a:lnTo>
                  <a:pt x="3139" y="2405"/>
                </a:lnTo>
                <a:lnTo>
                  <a:pt x="3138" y="2405"/>
                </a:lnTo>
                <a:lnTo>
                  <a:pt x="3137" y="2404"/>
                </a:lnTo>
                <a:lnTo>
                  <a:pt x="3136" y="2404"/>
                </a:lnTo>
                <a:lnTo>
                  <a:pt x="3136" y="2402"/>
                </a:lnTo>
                <a:lnTo>
                  <a:pt x="3136" y="2401"/>
                </a:lnTo>
                <a:lnTo>
                  <a:pt x="3137" y="2401"/>
                </a:lnTo>
                <a:lnTo>
                  <a:pt x="3137" y="2398"/>
                </a:lnTo>
                <a:lnTo>
                  <a:pt x="3137" y="2397"/>
                </a:lnTo>
                <a:lnTo>
                  <a:pt x="3136" y="2397"/>
                </a:lnTo>
                <a:lnTo>
                  <a:pt x="3136" y="2396"/>
                </a:lnTo>
                <a:lnTo>
                  <a:pt x="3136" y="2394"/>
                </a:lnTo>
                <a:lnTo>
                  <a:pt x="3136" y="2393"/>
                </a:lnTo>
                <a:lnTo>
                  <a:pt x="3137" y="2393"/>
                </a:lnTo>
                <a:lnTo>
                  <a:pt x="3137" y="2392"/>
                </a:lnTo>
                <a:lnTo>
                  <a:pt x="3137" y="2391"/>
                </a:lnTo>
                <a:lnTo>
                  <a:pt x="3136" y="2390"/>
                </a:lnTo>
                <a:lnTo>
                  <a:pt x="3137" y="2389"/>
                </a:lnTo>
                <a:lnTo>
                  <a:pt x="3138" y="2389"/>
                </a:lnTo>
                <a:lnTo>
                  <a:pt x="3139" y="2387"/>
                </a:lnTo>
                <a:lnTo>
                  <a:pt x="3140" y="2386"/>
                </a:lnTo>
                <a:lnTo>
                  <a:pt x="3141" y="2385"/>
                </a:lnTo>
                <a:lnTo>
                  <a:pt x="3142" y="2386"/>
                </a:lnTo>
                <a:lnTo>
                  <a:pt x="3144" y="2386"/>
                </a:lnTo>
                <a:lnTo>
                  <a:pt x="3144" y="2387"/>
                </a:lnTo>
                <a:lnTo>
                  <a:pt x="3146" y="2386"/>
                </a:lnTo>
                <a:lnTo>
                  <a:pt x="3146" y="2385"/>
                </a:lnTo>
                <a:lnTo>
                  <a:pt x="3147" y="2385"/>
                </a:lnTo>
                <a:lnTo>
                  <a:pt x="3148" y="2385"/>
                </a:lnTo>
                <a:lnTo>
                  <a:pt x="3149" y="2385"/>
                </a:lnTo>
                <a:lnTo>
                  <a:pt x="3151" y="2388"/>
                </a:lnTo>
                <a:lnTo>
                  <a:pt x="3151" y="2389"/>
                </a:lnTo>
                <a:lnTo>
                  <a:pt x="3151" y="2390"/>
                </a:lnTo>
                <a:lnTo>
                  <a:pt x="3151" y="2391"/>
                </a:lnTo>
                <a:lnTo>
                  <a:pt x="3151" y="2392"/>
                </a:lnTo>
                <a:lnTo>
                  <a:pt x="3152" y="2393"/>
                </a:lnTo>
                <a:lnTo>
                  <a:pt x="3154" y="2395"/>
                </a:lnTo>
                <a:lnTo>
                  <a:pt x="3156" y="2395"/>
                </a:lnTo>
                <a:lnTo>
                  <a:pt x="3157" y="2395"/>
                </a:lnTo>
                <a:lnTo>
                  <a:pt x="3157" y="2394"/>
                </a:lnTo>
                <a:lnTo>
                  <a:pt x="3158" y="2393"/>
                </a:lnTo>
                <a:lnTo>
                  <a:pt x="3159" y="2392"/>
                </a:lnTo>
                <a:lnTo>
                  <a:pt x="3160" y="2392"/>
                </a:lnTo>
                <a:lnTo>
                  <a:pt x="3161" y="2391"/>
                </a:lnTo>
                <a:lnTo>
                  <a:pt x="3161" y="2389"/>
                </a:lnTo>
                <a:lnTo>
                  <a:pt x="3161" y="2387"/>
                </a:lnTo>
                <a:lnTo>
                  <a:pt x="3161" y="2386"/>
                </a:lnTo>
                <a:lnTo>
                  <a:pt x="3161" y="2385"/>
                </a:lnTo>
                <a:lnTo>
                  <a:pt x="3161" y="2383"/>
                </a:lnTo>
                <a:lnTo>
                  <a:pt x="3162" y="2381"/>
                </a:lnTo>
                <a:lnTo>
                  <a:pt x="3162" y="2380"/>
                </a:lnTo>
                <a:lnTo>
                  <a:pt x="3162" y="2378"/>
                </a:lnTo>
                <a:lnTo>
                  <a:pt x="3163" y="2377"/>
                </a:lnTo>
                <a:lnTo>
                  <a:pt x="3164" y="2377"/>
                </a:lnTo>
                <a:lnTo>
                  <a:pt x="3164" y="2376"/>
                </a:lnTo>
                <a:lnTo>
                  <a:pt x="3164" y="2377"/>
                </a:lnTo>
                <a:lnTo>
                  <a:pt x="3164" y="2376"/>
                </a:lnTo>
                <a:lnTo>
                  <a:pt x="3164" y="2375"/>
                </a:lnTo>
                <a:lnTo>
                  <a:pt x="3164" y="2374"/>
                </a:lnTo>
                <a:lnTo>
                  <a:pt x="3163" y="2374"/>
                </a:lnTo>
                <a:lnTo>
                  <a:pt x="3162" y="2373"/>
                </a:lnTo>
                <a:lnTo>
                  <a:pt x="3163" y="2372"/>
                </a:lnTo>
                <a:lnTo>
                  <a:pt x="3163" y="2371"/>
                </a:lnTo>
                <a:lnTo>
                  <a:pt x="3162" y="2370"/>
                </a:lnTo>
                <a:lnTo>
                  <a:pt x="3161" y="2370"/>
                </a:lnTo>
                <a:lnTo>
                  <a:pt x="3161" y="2369"/>
                </a:lnTo>
                <a:lnTo>
                  <a:pt x="3160" y="2369"/>
                </a:lnTo>
                <a:lnTo>
                  <a:pt x="3159" y="2368"/>
                </a:lnTo>
                <a:lnTo>
                  <a:pt x="3157" y="2367"/>
                </a:lnTo>
                <a:lnTo>
                  <a:pt x="3156" y="2366"/>
                </a:lnTo>
                <a:lnTo>
                  <a:pt x="3154" y="2364"/>
                </a:lnTo>
                <a:lnTo>
                  <a:pt x="3153" y="2363"/>
                </a:lnTo>
                <a:lnTo>
                  <a:pt x="3151" y="2363"/>
                </a:lnTo>
                <a:lnTo>
                  <a:pt x="3151" y="2362"/>
                </a:lnTo>
                <a:lnTo>
                  <a:pt x="3151" y="2360"/>
                </a:lnTo>
                <a:lnTo>
                  <a:pt x="3152" y="2360"/>
                </a:lnTo>
                <a:lnTo>
                  <a:pt x="3153" y="2359"/>
                </a:lnTo>
                <a:lnTo>
                  <a:pt x="3155" y="2358"/>
                </a:lnTo>
                <a:lnTo>
                  <a:pt x="3156" y="2356"/>
                </a:lnTo>
                <a:lnTo>
                  <a:pt x="3155" y="2355"/>
                </a:lnTo>
                <a:lnTo>
                  <a:pt x="3156" y="2354"/>
                </a:lnTo>
                <a:lnTo>
                  <a:pt x="3156" y="2353"/>
                </a:lnTo>
                <a:lnTo>
                  <a:pt x="3155" y="2353"/>
                </a:lnTo>
                <a:lnTo>
                  <a:pt x="3155" y="2352"/>
                </a:lnTo>
                <a:lnTo>
                  <a:pt x="3155" y="2351"/>
                </a:lnTo>
                <a:lnTo>
                  <a:pt x="3155" y="2350"/>
                </a:lnTo>
                <a:lnTo>
                  <a:pt x="3155" y="2349"/>
                </a:lnTo>
                <a:lnTo>
                  <a:pt x="3156" y="2349"/>
                </a:lnTo>
                <a:lnTo>
                  <a:pt x="3156" y="2347"/>
                </a:lnTo>
                <a:lnTo>
                  <a:pt x="3155" y="2347"/>
                </a:lnTo>
                <a:lnTo>
                  <a:pt x="3154" y="2347"/>
                </a:lnTo>
                <a:lnTo>
                  <a:pt x="3153" y="2346"/>
                </a:lnTo>
                <a:lnTo>
                  <a:pt x="3153" y="2345"/>
                </a:lnTo>
                <a:lnTo>
                  <a:pt x="3153" y="2344"/>
                </a:lnTo>
                <a:lnTo>
                  <a:pt x="3152" y="2344"/>
                </a:lnTo>
                <a:lnTo>
                  <a:pt x="3148" y="2344"/>
                </a:lnTo>
                <a:lnTo>
                  <a:pt x="3146" y="2344"/>
                </a:lnTo>
                <a:lnTo>
                  <a:pt x="3145" y="2345"/>
                </a:lnTo>
                <a:lnTo>
                  <a:pt x="3144" y="2345"/>
                </a:lnTo>
                <a:lnTo>
                  <a:pt x="3143" y="2343"/>
                </a:lnTo>
                <a:lnTo>
                  <a:pt x="3145" y="2342"/>
                </a:lnTo>
                <a:lnTo>
                  <a:pt x="3147" y="2342"/>
                </a:lnTo>
                <a:lnTo>
                  <a:pt x="3147" y="2341"/>
                </a:lnTo>
                <a:lnTo>
                  <a:pt x="3148" y="2341"/>
                </a:lnTo>
                <a:lnTo>
                  <a:pt x="3149" y="2340"/>
                </a:lnTo>
                <a:lnTo>
                  <a:pt x="3150" y="2340"/>
                </a:lnTo>
                <a:lnTo>
                  <a:pt x="3150" y="2338"/>
                </a:lnTo>
                <a:lnTo>
                  <a:pt x="3151" y="2337"/>
                </a:lnTo>
                <a:lnTo>
                  <a:pt x="3151" y="2335"/>
                </a:lnTo>
                <a:lnTo>
                  <a:pt x="3152" y="2335"/>
                </a:lnTo>
                <a:lnTo>
                  <a:pt x="3151" y="2334"/>
                </a:lnTo>
                <a:lnTo>
                  <a:pt x="3151" y="2333"/>
                </a:lnTo>
                <a:lnTo>
                  <a:pt x="3150" y="2333"/>
                </a:lnTo>
                <a:lnTo>
                  <a:pt x="3149" y="2332"/>
                </a:lnTo>
                <a:lnTo>
                  <a:pt x="3147" y="2330"/>
                </a:lnTo>
                <a:lnTo>
                  <a:pt x="3147" y="2329"/>
                </a:lnTo>
                <a:lnTo>
                  <a:pt x="3147" y="2328"/>
                </a:lnTo>
                <a:lnTo>
                  <a:pt x="3146" y="2328"/>
                </a:lnTo>
                <a:lnTo>
                  <a:pt x="3145" y="2328"/>
                </a:lnTo>
                <a:lnTo>
                  <a:pt x="3144" y="2328"/>
                </a:lnTo>
                <a:lnTo>
                  <a:pt x="3143" y="2328"/>
                </a:lnTo>
                <a:lnTo>
                  <a:pt x="3142" y="2328"/>
                </a:lnTo>
                <a:lnTo>
                  <a:pt x="3141" y="2328"/>
                </a:lnTo>
                <a:lnTo>
                  <a:pt x="3140" y="2330"/>
                </a:lnTo>
                <a:lnTo>
                  <a:pt x="3139" y="2330"/>
                </a:lnTo>
                <a:lnTo>
                  <a:pt x="3139" y="2332"/>
                </a:lnTo>
                <a:lnTo>
                  <a:pt x="3139" y="2333"/>
                </a:lnTo>
                <a:lnTo>
                  <a:pt x="3139" y="2334"/>
                </a:lnTo>
                <a:lnTo>
                  <a:pt x="3140" y="2334"/>
                </a:lnTo>
                <a:lnTo>
                  <a:pt x="3141" y="2334"/>
                </a:lnTo>
                <a:lnTo>
                  <a:pt x="3141" y="2335"/>
                </a:lnTo>
                <a:lnTo>
                  <a:pt x="3140" y="2337"/>
                </a:lnTo>
                <a:lnTo>
                  <a:pt x="3140" y="2338"/>
                </a:lnTo>
                <a:lnTo>
                  <a:pt x="3139" y="2338"/>
                </a:lnTo>
                <a:lnTo>
                  <a:pt x="3137" y="2341"/>
                </a:lnTo>
                <a:lnTo>
                  <a:pt x="3132" y="2342"/>
                </a:lnTo>
                <a:lnTo>
                  <a:pt x="3131" y="2342"/>
                </a:lnTo>
                <a:lnTo>
                  <a:pt x="3129" y="2342"/>
                </a:lnTo>
                <a:lnTo>
                  <a:pt x="3125" y="2341"/>
                </a:lnTo>
                <a:lnTo>
                  <a:pt x="3125" y="2340"/>
                </a:lnTo>
                <a:lnTo>
                  <a:pt x="3126" y="2340"/>
                </a:lnTo>
                <a:lnTo>
                  <a:pt x="3128" y="2339"/>
                </a:lnTo>
                <a:lnTo>
                  <a:pt x="3129" y="2339"/>
                </a:lnTo>
                <a:lnTo>
                  <a:pt x="3129" y="2338"/>
                </a:lnTo>
                <a:lnTo>
                  <a:pt x="3129" y="2337"/>
                </a:lnTo>
                <a:lnTo>
                  <a:pt x="3128" y="2335"/>
                </a:lnTo>
                <a:lnTo>
                  <a:pt x="3127" y="2335"/>
                </a:lnTo>
                <a:lnTo>
                  <a:pt x="3128" y="2335"/>
                </a:lnTo>
                <a:lnTo>
                  <a:pt x="3129" y="2335"/>
                </a:lnTo>
                <a:lnTo>
                  <a:pt x="3130" y="2336"/>
                </a:lnTo>
                <a:lnTo>
                  <a:pt x="3131" y="2336"/>
                </a:lnTo>
                <a:lnTo>
                  <a:pt x="3131" y="2335"/>
                </a:lnTo>
                <a:lnTo>
                  <a:pt x="3130" y="2335"/>
                </a:lnTo>
                <a:lnTo>
                  <a:pt x="3130" y="2334"/>
                </a:lnTo>
                <a:lnTo>
                  <a:pt x="3130" y="2332"/>
                </a:lnTo>
                <a:lnTo>
                  <a:pt x="3131" y="2332"/>
                </a:lnTo>
                <a:lnTo>
                  <a:pt x="3131" y="2331"/>
                </a:lnTo>
                <a:lnTo>
                  <a:pt x="3130" y="2330"/>
                </a:lnTo>
                <a:lnTo>
                  <a:pt x="3129" y="2330"/>
                </a:lnTo>
                <a:lnTo>
                  <a:pt x="3128" y="2330"/>
                </a:lnTo>
                <a:lnTo>
                  <a:pt x="3127" y="2329"/>
                </a:lnTo>
                <a:lnTo>
                  <a:pt x="3126" y="2328"/>
                </a:lnTo>
                <a:lnTo>
                  <a:pt x="3125" y="2329"/>
                </a:lnTo>
                <a:lnTo>
                  <a:pt x="3123" y="2329"/>
                </a:lnTo>
                <a:lnTo>
                  <a:pt x="3121" y="2328"/>
                </a:lnTo>
                <a:lnTo>
                  <a:pt x="3120" y="2327"/>
                </a:lnTo>
                <a:lnTo>
                  <a:pt x="3119" y="2327"/>
                </a:lnTo>
                <a:lnTo>
                  <a:pt x="3119" y="2326"/>
                </a:lnTo>
                <a:lnTo>
                  <a:pt x="3120" y="2326"/>
                </a:lnTo>
                <a:lnTo>
                  <a:pt x="3120" y="2325"/>
                </a:lnTo>
                <a:lnTo>
                  <a:pt x="3120" y="2324"/>
                </a:lnTo>
                <a:lnTo>
                  <a:pt x="3120" y="2323"/>
                </a:lnTo>
                <a:lnTo>
                  <a:pt x="3119" y="2322"/>
                </a:lnTo>
                <a:lnTo>
                  <a:pt x="3120" y="2319"/>
                </a:lnTo>
                <a:lnTo>
                  <a:pt x="3121" y="2317"/>
                </a:lnTo>
                <a:lnTo>
                  <a:pt x="3122" y="2315"/>
                </a:lnTo>
                <a:lnTo>
                  <a:pt x="3121" y="2314"/>
                </a:lnTo>
                <a:lnTo>
                  <a:pt x="3119" y="2313"/>
                </a:lnTo>
                <a:lnTo>
                  <a:pt x="3118" y="2312"/>
                </a:lnTo>
                <a:lnTo>
                  <a:pt x="3115" y="2311"/>
                </a:lnTo>
                <a:lnTo>
                  <a:pt x="3114" y="2311"/>
                </a:lnTo>
                <a:lnTo>
                  <a:pt x="3113" y="2311"/>
                </a:lnTo>
                <a:lnTo>
                  <a:pt x="3112" y="2310"/>
                </a:lnTo>
                <a:lnTo>
                  <a:pt x="3111" y="2311"/>
                </a:lnTo>
                <a:lnTo>
                  <a:pt x="3110" y="2311"/>
                </a:lnTo>
                <a:lnTo>
                  <a:pt x="3109" y="2310"/>
                </a:lnTo>
                <a:lnTo>
                  <a:pt x="3109" y="2309"/>
                </a:lnTo>
                <a:lnTo>
                  <a:pt x="3108" y="2308"/>
                </a:lnTo>
                <a:lnTo>
                  <a:pt x="3107" y="2307"/>
                </a:lnTo>
                <a:lnTo>
                  <a:pt x="3106" y="2307"/>
                </a:lnTo>
                <a:lnTo>
                  <a:pt x="3105" y="2307"/>
                </a:lnTo>
                <a:lnTo>
                  <a:pt x="3104" y="2306"/>
                </a:lnTo>
                <a:lnTo>
                  <a:pt x="3103" y="2305"/>
                </a:lnTo>
                <a:lnTo>
                  <a:pt x="3100" y="2304"/>
                </a:lnTo>
                <a:lnTo>
                  <a:pt x="3099" y="2303"/>
                </a:lnTo>
                <a:lnTo>
                  <a:pt x="3098" y="2302"/>
                </a:lnTo>
                <a:lnTo>
                  <a:pt x="3098" y="2301"/>
                </a:lnTo>
                <a:lnTo>
                  <a:pt x="3099" y="2300"/>
                </a:lnTo>
                <a:lnTo>
                  <a:pt x="3100" y="2300"/>
                </a:lnTo>
                <a:lnTo>
                  <a:pt x="3100" y="2299"/>
                </a:lnTo>
                <a:lnTo>
                  <a:pt x="3101" y="2299"/>
                </a:lnTo>
                <a:lnTo>
                  <a:pt x="3101" y="2298"/>
                </a:lnTo>
                <a:lnTo>
                  <a:pt x="3102" y="2298"/>
                </a:lnTo>
                <a:lnTo>
                  <a:pt x="3102" y="2299"/>
                </a:lnTo>
                <a:lnTo>
                  <a:pt x="3103" y="2298"/>
                </a:lnTo>
                <a:lnTo>
                  <a:pt x="3104" y="2298"/>
                </a:lnTo>
                <a:lnTo>
                  <a:pt x="3104" y="2296"/>
                </a:lnTo>
                <a:lnTo>
                  <a:pt x="3105" y="2296"/>
                </a:lnTo>
                <a:lnTo>
                  <a:pt x="3105" y="2295"/>
                </a:lnTo>
                <a:lnTo>
                  <a:pt x="3106" y="2295"/>
                </a:lnTo>
                <a:lnTo>
                  <a:pt x="3107" y="2295"/>
                </a:lnTo>
                <a:lnTo>
                  <a:pt x="3108" y="2294"/>
                </a:lnTo>
                <a:lnTo>
                  <a:pt x="3110" y="2292"/>
                </a:lnTo>
                <a:lnTo>
                  <a:pt x="3110" y="2289"/>
                </a:lnTo>
                <a:lnTo>
                  <a:pt x="3109" y="2287"/>
                </a:lnTo>
                <a:lnTo>
                  <a:pt x="3107" y="2286"/>
                </a:lnTo>
                <a:lnTo>
                  <a:pt x="3106" y="2286"/>
                </a:lnTo>
                <a:lnTo>
                  <a:pt x="3104" y="2286"/>
                </a:lnTo>
                <a:lnTo>
                  <a:pt x="3104" y="2285"/>
                </a:lnTo>
                <a:lnTo>
                  <a:pt x="3104" y="2284"/>
                </a:lnTo>
                <a:lnTo>
                  <a:pt x="3103" y="2283"/>
                </a:lnTo>
                <a:lnTo>
                  <a:pt x="3102" y="2283"/>
                </a:lnTo>
                <a:lnTo>
                  <a:pt x="3101" y="2280"/>
                </a:lnTo>
                <a:lnTo>
                  <a:pt x="3101" y="2279"/>
                </a:lnTo>
                <a:lnTo>
                  <a:pt x="3101" y="2275"/>
                </a:lnTo>
                <a:lnTo>
                  <a:pt x="3102" y="2275"/>
                </a:lnTo>
                <a:lnTo>
                  <a:pt x="3103" y="2275"/>
                </a:lnTo>
                <a:lnTo>
                  <a:pt x="3103" y="2273"/>
                </a:lnTo>
                <a:lnTo>
                  <a:pt x="3103" y="2272"/>
                </a:lnTo>
                <a:lnTo>
                  <a:pt x="3103" y="2271"/>
                </a:lnTo>
                <a:lnTo>
                  <a:pt x="3102" y="2271"/>
                </a:lnTo>
                <a:lnTo>
                  <a:pt x="3101" y="2271"/>
                </a:lnTo>
                <a:lnTo>
                  <a:pt x="3101" y="2270"/>
                </a:lnTo>
                <a:lnTo>
                  <a:pt x="3101" y="2269"/>
                </a:lnTo>
                <a:lnTo>
                  <a:pt x="3101" y="2268"/>
                </a:lnTo>
                <a:lnTo>
                  <a:pt x="3100" y="2267"/>
                </a:lnTo>
                <a:lnTo>
                  <a:pt x="3099" y="2266"/>
                </a:lnTo>
                <a:lnTo>
                  <a:pt x="3098" y="2266"/>
                </a:lnTo>
                <a:lnTo>
                  <a:pt x="3097" y="2266"/>
                </a:lnTo>
                <a:lnTo>
                  <a:pt x="3096" y="2265"/>
                </a:lnTo>
                <a:lnTo>
                  <a:pt x="3095" y="2265"/>
                </a:lnTo>
                <a:lnTo>
                  <a:pt x="3095" y="2264"/>
                </a:lnTo>
                <a:lnTo>
                  <a:pt x="3094" y="2264"/>
                </a:lnTo>
                <a:lnTo>
                  <a:pt x="3094" y="2263"/>
                </a:lnTo>
                <a:lnTo>
                  <a:pt x="3092" y="2263"/>
                </a:lnTo>
                <a:lnTo>
                  <a:pt x="3088" y="2259"/>
                </a:lnTo>
                <a:lnTo>
                  <a:pt x="3088" y="2257"/>
                </a:lnTo>
                <a:lnTo>
                  <a:pt x="3087" y="2257"/>
                </a:lnTo>
                <a:lnTo>
                  <a:pt x="3085" y="2255"/>
                </a:lnTo>
                <a:lnTo>
                  <a:pt x="3084" y="2254"/>
                </a:lnTo>
                <a:lnTo>
                  <a:pt x="3082" y="2254"/>
                </a:lnTo>
                <a:lnTo>
                  <a:pt x="3079" y="2253"/>
                </a:lnTo>
                <a:lnTo>
                  <a:pt x="3079" y="2252"/>
                </a:lnTo>
                <a:lnTo>
                  <a:pt x="3078" y="2252"/>
                </a:lnTo>
                <a:lnTo>
                  <a:pt x="3077" y="2252"/>
                </a:lnTo>
                <a:lnTo>
                  <a:pt x="3076" y="2251"/>
                </a:lnTo>
                <a:lnTo>
                  <a:pt x="3075" y="2248"/>
                </a:lnTo>
                <a:lnTo>
                  <a:pt x="3076" y="2247"/>
                </a:lnTo>
                <a:lnTo>
                  <a:pt x="3073" y="2243"/>
                </a:lnTo>
                <a:lnTo>
                  <a:pt x="3073" y="2242"/>
                </a:lnTo>
                <a:lnTo>
                  <a:pt x="3072" y="2242"/>
                </a:lnTo>
                <a:lnTo>
                  <a:pt x="3072" y="2243"/>
                </a:lnTo>
                <a:lnTo>
                  <a:pt x="3072" y="2242"/>
                </a:lnTo>
                <a:lnTo>
                  <a:pt x="3071" y="2242"/>
                </a:lnTo>
                <a:lnTo>
                  <a:pt x="3070" y="2241"/>
                </a:lnTo>
                <a:lnTo>
                  <a:pt x="3069" y="2239"/>
                </a:lnTo>
                <a:lnTo>
                  <a:pt x="3068" y="2238"/>
                </a:lnTo>
                <a:lnTo>
                  <a:pt x="3066" y="2237"/>
                </a:lnTo>
                <a:lnTo>
                  <a:pt x="3065" y="2237"/>
                </a:lnTo>
                <a:lnTo>
                  <a:pt x="3062" y="2234"/>
                </a:lnTo>
                <a:lnTo>
                  <a:pt x="3063" y="2233"/>
                </a:lnTo>
                <a:lnTo>
                  <a:pt x="3063" y="2231"/>
                </a:lnTo>
                <a:lnTo>
                  <a:pt x="3064" y="2229"/>
                </a:lnTo>
                <a:lnTo>
                  <a:pt x="3063" y="2229"/>
                </a:lnTo>
                <a:lnTo>
                  <a:pt x="3063" y="2228"/>
                </a:lnTo>
                <a:lnTo>
                  <a:pt x="3062" y="2229"/>
                </a:lnTo>
                <a:lnTo>
                  <a:pt x="3061" y="2229"/>
                </a:lnTo>
                <a:lnTo>
                  <a:pt x="3059" y="2230"/>
                </a:lnTo>
                <a:lnTo>
                  <a:pt x="3057" y="2231"/>
                </a:lnTo>
                <a:lnTo>
                  <a:pt x="3056" y="2232"/>
                </a:lnTo>
                <a:lnTo>
                  <a:pt x="3056" y="2233"/>
                </a:lnTo>
                <a:lnTo>
                  <a:pt x="3054" y="2233"/>
                </a:lnTo>
                <a:lnTo>
                  <a:pt x="3052" y="2234"/>
                </a:lnTo>
                <a:lnTo>
                  <a:pt x="3050" y="2236"/>
                </a:lnTo>
                <a:lnTo>
                  <a:pt x="3049" y="2236"/>
                </a:lnTo>
                <a:lnTo>
                  <a:pt x="3047" y="2238"/>
                </a:lnTo>
                <a:lnTo>
                  <a:pt x="3046" y="2237"/>
                </a:lnTo>
                <a:lnTo>
                  <a:pt x="3045" y="2237"/>
                </a:lnTo>
                <a:lnTo>
                  <a:pt x="3045" y="2238"/>
                </a:lnTo>
                <a:lnTo>
                  <a:pt x="3044" y="2238"/>
                </a:lnTo>
                <a:lnTo>
                  <a:pt x="3041" y="2237"/>
                </a:lnTo>
                <a:lnTo>
                  <a:pt x="3038" y="2237"/>
                </a:lnTo>
                <a:lnTo>
                  <a:pt x="3035" y="2237"/>
                </a:lnTo>
                <a:lnTo>
                  <a:pt x="3033" y="2235"/>
                </a:lnTo>
                <a:lnTo>
                  <a:pt x="3030" y="2235"/>
                </a:lnTo>
                <a:lnTo>
                  <a:pt x="3029" y="2235"/>
                </a:lnTo>
                <a:lnTo>
                  <a:pt x="3028" y="2235"/>
                </a:lnTo>
                <a:lnTo>
                  <a:pt x="3027" y="2235"/>
                </a:lnTo>
                <a:lnTo>
                  <a:pt x="3026" y="2235"/>
                </a:lnTo>
                <a:lnTo>
                  <a:pt x="3024" y="2236"/>
                </a:lnTo>
                <a:lnTo>
                  <a:pt x="3024" y="2237"/>
                </a:lnTo>
                <a:lnTo>
                  <a:pt x="3023" y="2239"/>
                </a:lnTo>
                <a:lnTo>
                  <a:pt x="3022" y="2239"/>
                </a:lnTo>
                <a:lnTo>
                  <a:pt x="3021" y="2238"/>
                </a:lnTo>
                <a:lnTo>
                  <a:pt x="3021" y="2237"/>
                </a:lnTo>
                <a:lnTo>
                  <a:pt x="3020" y="2238"/>
                </a:lnTo>
                <a:lnTo>
                  <a:pt x="3019" y="2238"/>
                </a:lnTo>
                <a:lnTo>
                  <a:pt x="3018" y="2238"/>
                </a:lnTo>
                <a:lnTo>
                  <a:pt x="3017" y="2238"/>
                </a:lnTo>
                <a:lnTo>
                  <a:pt x="3016" y="2238"/>
                </a:lnTo>
                <a:lnTo>
                  <a:pt x="3015" y="2238"/>
                </a:lnTo>
                <a:lnTo>
                  <a:pt x="3014" y="2238"/>
                </a:lnTo>
                <a:lnTo>
                  <a:pt x="3013" y="2238"/>
                </a:lnTo>
                <a:lnTo>
                  <a:pt x="3013" y="2239"/>
                </a:lnTo>
                <a:lnTo>
                  <a:pt x="3013" y="2240"/>
                </a:lnTo>
                <a:lnTo>
                  <a:pt x="3012" y="2240"/>
                </a:lnTo>
                <a:lnTo>
                  <a:pt x="3012" y="2241"/>
                </a:lnTo>
                <a:lnTo>
                  <a:pt x="3011" y="2241"/>
                </a:lnTo>
                <a:lnTo>
                  <a:pt x="3010" y="2242"/>
                </a:lnTo>
                <a:lnTo>
                  <a:pt x="3010" y="2243"/>
                </a:lnTo>
                <a:lnTo>
                  <a:pt x="3010" y="2245"/>
                </a:lnTo>
                <a:lnTo>
                  <a:pt x="3010" y="2246"/>
                </a:lnTo>
                <a:lnTo>
                  <a:pt x="3010" y="2248"/>
                </a:lnTo>
                <a:lnTo>
                  <a:pt x="3008" y="2249"/>
                </a:lnTo>
                <a:lnTo>
                  <a:pt x="3008" y="2250"/>
                </a:lnTo>
                <a:lnTo>
                  <a:pt x="3006" y="2251"/>
                </a:lnTo>
                <a:lnTo>
                  <a:pt x="3005" y="2253"/>
                </a:lnTo>
                <a:lnTo>
                  <a:pt x="3005" y="2255"/>
                </a:lnTo>
                <a:lnTo>
                  <a:pt x="3005" y="2256"/>
                </a:lnTo>
                <a:lnTo>
                  <a:pt x="3005" y="2257"/>
                </a:lnTo>
                <a:lnTo>
                  <a:pt x="3006" y="2256"/>
                </a:lnTo>
                <a:lnTo>
                  <a:pt x="3007" y="2256"/>
                </a:lnTo>
                <a:lnTo>
                  <a:pt x="3008" y="2256"/>
                </a:lnTo>
                <a:lnTo>
                  <a:pt x="3008" y="2257"/>
                </a:lnTo>
                <a:lnTo>
                  <a:pt x="3009" y="2260"/>
                </a:lnTo>
                <a:lnTo>
                  <a:pt x="3009" y="2261"/>
                </a:lnTo>
                <a:lnTo>
                  <a:pt x="3009" y="2262"/>
                </a:lnTo>
                <a:lnTo>
                  <a:pt x="3009" y="2264"/>
                </a:lnTo>
                <a:lnTo>
                  <a:pt x="3009" y="2265"/>
                </a:lnTo>
                <a:lnTo>
                  <a:pt x="3009" y="2266"/>
                </a:lnTo>
                <a:lnTo>
                  <a:pt x="3008" y="2266"/>
                </a:lnTo>
                <a:lnTo>
                  <a:pt x="3007" y="2267"/>
                </a:lnTo>
                <a:lnTo>
                  <a:pt x="3006" y="2268"/>
                </a:lnTo>
                <a:lnTo>
                  <a:pt x="3005" y="2268"/>
                </a:lnTo>
                <a:lnTo>
                  <a:pt x="3003" y="2269"/>
                </a:lnTo>
                <a:lnTo>
                  <a:pt x="3002" y="2269"/>
                </a:lnTo>
                <a:lnTo>
                  <a:pt x="3001" y="2269"/>
                </a:lnTo>
                <a:lnTo>
                  <a:pt x="3000" y="2269"/>
                </a:lnTo>
                <a:lnTo>
                  <a:pt x="2999" y="2269"/>
                </a:lnTo>
                <a:lnTo>
                  <a:pt x="2998" y="2269"/>
                </a:lnTo>
                <a:lnTo>
                  <a:pt x="2997" y="2269"/>
                </a:lnTo>
                <a:lnTo>
                  <a:pt x="2996" y="2269"/>
                </a:lnTo>
                <a:lnTo>
                  <a:pt x="2996" y="2268"/>
                </a:lnTo>
                <a:lnTo>
                  <a:pt x="2995" y="2268"/>
                </a:lnTo>
                <a:lnTo>
                  <a:pt x="2993" y="2268"/>
                </a:lnTo>
                <a:lnTo>
                  <a:pt x="2992" y="2267"/>
                </a:lnTo>
                <a:lnTo>
                  <a:pt x="2991" y="2267"/>
                </a:lnTo>
                <a:lnTo>
                  <a:pt x="2990" y="2266"/>
                </a:lnTo>
                <a:lnTo>
                  <a:pt x="2989" y="2266"/>
                </a:lnTo>
                <a:lnTo>
                  <a:pt x="2988" y="2266"/>
                </a:lnTo>
                <a:lnTo>
                  <a:pt x="2987" y="2267"/>
                </a:lnTo>
                <a:lnTo>
                  <a:pt x="2987" y="2268"/>
                </a:lnTo>
                <a:lnTo>
                  <a:pt x="2986" y="2268"/>
                </a:lnTo>
                <a:lnTo>
                  <a:pt x="2985" y="2268"/>
                </a:lnTo>
                <a:lnTo>
                  <a:pt x="2984" y="2268"/>
                </a:lnTo>
                <a:lnTo>
                  <a:pt x="2983" y="2268"/>
                </a:lnTo>
                <a:lnTo>
                  <a:pt x="2980" y="2269"/>
                </a:lnTo>
                <a:lnTo>
                  <a:pt x="2978" y="2270"/>
                </a:lnTo>
                <a:lnTo>
                  <a:pt x="2974" y="2271"/>
                </a:lnTo>
                <a:lnTo>
                  <a:pt x="2972" y="2271"/>
                </a:lnTo>
                <a:lnTo>
                  <a:pt x="2971" y="2271"/>
                </a:lnTo>
                <a:lnTo>
                  <a:pt x="2967" y="2270"/>
                </a:lnTo>
                <a:lnTo>
                  <a:pt x="2966" y="2270"/>
                </a:lnTo>
                <a:lnTo>
                  <a:pt x="2966" y="2271"/>
                </a:lnTo>
                <a:lnTo>
                  <a:pt x="2965" y="2271"/>
                </a:lnTo>
                <a:lnTo>
                  <a:pt x="2964" y="2270"/>
                </a:lnTo>
                <a:lnTo>
                  <a:pt x="2963" y="2270"/>
                </a:lnTo>
                <a:lnTo>
                  <a:pt x="2962" y="2269"/>
                </a:lnTo>
                <a:lnTo>
                  <a:pt x="2961" y="2270"/>
                </a:lnTo>
                <a:lnTo>
                  <a:pt x="2960" y="2272"/>
                </a:lnTo>
                <a:lnTo>
                  <a:pt x="2960" y="2273"/>
                </a:lnTo>
                <a:lnTo>
                  <a:pt x="2960" y="2274"/>
                </a:lnTo>
                <a:lnTo>
                  <a:pt x="2959" y="2274"/>
                </a:lnTo>
                <a:lnTo>
                  <a:pt x="2957" y="2275"/>
                </a:lnTo>
                <a:lnTo>
                  <a:pt x="2956" y="2276"/>
                </a:lnTo>
                <a:lnTo>
                  <a:pt x="2954" y="2276"/>
                </a:lnTo>
                <a:lnTo>
                  <a:pt x="2953" y="2275"/>
                </a:lnTo>
                <a:lnTo>
                  <a:pt x="2952" y="2275"/>
                </a:lnTo>
                <a:lnTo>
                  <a:pt x="2950" y="2276"/>
                </a:lnTo>
                <a:lnTo>
                  <a:pt x="2950" y="2277"/>
                </a:lnTo>
                <a:lnTo>
                  <a:pt x="2950" y="2278"/>
                </a:lnTo>
                <a:lnTo>
                  <a:pt x="2950" y="2279"/>
                </a:lnTo>
                <a:lnTo>
                  <a:pt x="2950" y="2280"/>
                </a:lnTo>
                <a:lnTo>
                  <a:pt x="2950" y="2281"/>
                </a:lnTo>
                <a:lnTo>
                  <a:pt x="2949" y="2282"/>
                </a:lnTo>
                <a:lnTo>
                  <a:pt x="2948" y="2283"/>
                </a:lnTo>
                <a:lnTo>
                  <a:pt x="2947" y="2283"/>
                </a:lnTo>
                <a:lnTo>
                  <a:pt x="2946" y="2282"/>
                </a:lnTo>
                <a:lnTo>
                  <a:pt x="2945" y="2283"/>
                </a:lnTo>
                <a:lnTo>
                  <a:pt x="2943" y="2285"/>
                </a:lnTo>
                <a:lnTo>
                  <a:pt x="2940" y="2287"/>
                </a:lnTo>
                <a:lnTo>
                  <a:pt x="2937" y="2290"/>
                </a:lnTo>
                <a:lnTo>
                  <a:pt x="2935" y="2292"/>
                </a:lnTo>
                <a:lnTo>
                  <a:pt x="2934" y="2292"/>
                </a:lnTo>
                <a:lnTo>
                  <a:pt x="2935" y="2293"/>
                </a:lnTo>
                <a:lnTo>
                  <a:pt x="2935" y="2294"/>
                </a:lnTo>
                <a:lnTo>
                  <a:pt x="2934" y="2295"/>
                </a:lnTo>
                <a:lnTo>
                  <a:pt x="2934" y="2296"/>
                </a:lnTo>
                <a:lnTo>
                  <a:pt x="2934" y="2297"/>
                </a:lnTo>
                <a:lnTo>
                  <a:pt x="2934" y="2299"/>
                </a:lnTo>
                <a:lnTo>
                  <a:pt x="2934" y="2300"/>
                </a:lnTo>
                <a:lnTo>
                  <a:pt x="2935" y="2303"/>
                </a:lnTo>
                <a:lnTo>
                  <a:pt x="2935" y="2304"/>
                </a:lnTo>
                <a:lnTo>
                  <a:pt x="2937" y="2306"/>
                </a:lnTo>
                <a:lnTo>
                  <a:pt x="2937" y="2307"/>
                </a:lnTo>
                <a:lnTo>
                  <a:pt x="2938" y="2309"/>
                </a:lnTo>
                <a:lnTo>
                  <a:pt x="2938" y="2310"/>
                </a:lnTo>
                <a:lnTo>
                  <a:pt x="2939" y="2312"/>
                </a:lnTo>
                <a:lnTo>
                  <a:pt x="2939" y="2313"/>
                </a:lnTo>
                <a:lnTo>
                  <a:pt x="2939" y="2322"/>
                </a:lnTo>
                <a:lnTo>
                  <a:pt x="2940" y="2322"/>
                </a:lnTo>
                <a:lnTo>
                  <a:pt x="2940" y="2323"/>
                </a:lnTo>
                <a:lnTo>
                  <a:pt x="2941" y="2323"/>
                </a:lnTo>
                <a:lnTo>
                  <a:pt x="2942" y="2324"/>
                </a:lnTo>
                <a:lnTo>
                  <a:pt x="2942" y="2327"/>
                </a:lnTo>
                <a:lnTo>
                  <a:pt x="2943" y="2328"/>
                </a:lnTo>
                <a:lnTo>
                  <a:pt x="2943" y="2330"/>
                </a:lnTo>
                <a:lnTo>
                  <a:pt x="2943" y="2332"/>
                </a:lnTo>
                <a:lnTo>
                  <a:pt x="2942" y="2332"/>
                </a:lnTo>
                <a:lnTo>
                  <a:pt x="2941" y="2333"/>
                </a:lnTo>
                <a:lnTo>
                  <a:pt x="2940" y="2333"/>
                </a:lnTo>
                <a:lnTo>
                  <a:pt x="2939" y="2332"/>
                </a:lnTo>
                <a:lnTo>
                  <a:pt x="2938" y="2332"/>
                </a:lnTo>
                <a:lnTo>
                  <a:pt x="2937" y="2332"/>
                </a:lnTo>
                <a:lnTo>
                  <a:pt x="2936" y="2333"/>
                </a:lnTo>
                <a:lnTo>
                  <a:pt x="2934" y="2334"/>
                </a:lnTo>
                <a:lnTo>
                  <a:pt x="2934" y="2333"/>
                </a:lnTo>
                <a:lnTo>
                  <a:pt x="2933" y="2332"/>
                </a:lnTo>
                <a:lnTo>
                  <a:pt x="2932" y="2332"/>
                </a:lnTo>
                <a:lnTo>
                  <a:pt x="2931" y="2332"/>
                </a:lnTo>
                <a:lnTo>
                  <a:pt x="2930" y="2332"/>
                </a:lnTo>
                <a:lnTo>
                  <a:pt x="2928" y="2332"/>
                </a:lnTo>
                <a:lnTo>
                  <a:pt x="2927" y="2332"/>
                </a:lnTo>
                <a:lnTo>
                  <a:pt x="2926" y="2332"/>
                </a:lnTo>
                <a:lnTo>
                  <a:pt x="2924" y="2332"/>
                </a:lnTo>
                <a:lnTo>
                  <a:pt x="2922" y="2331"/>
                </a:lnTo>
                <a:lnTo>
                  <a:pt x="2923" y="2332"/>
                </a:lnTo>
                <a:lnTo>
                  <a:pt x="2924" y="2334"/>
                </a:lnTo>
                <a:lnTo>
                  <a:pt x="2926" y="2336"/>
                </a:lnTo>
                <a:lnTo>
                  <a:pt x="2928" y="2339"/>
                </a:lnTo>
                <a:lnTo>
                  <a:pt x="2929" y="2340"/>
                </a:lnTo>
                <a:lnTo>
                  <a:pt x="2930" y="2341"/>
                </a:lnTo>
                <a:lnTo>
                  <a:pt x="2931" y="2341"/>
                </a:lnTo>
                <a:lnTo>
                  <a:pt x="2932" y="2341"/>
                </a:lnTo>
                <a:lnTo>
                  <a:pt x="2933" y="2341"/>
                </a:lnTo>
                <a:lnTo>
                  <a:pt x="2934" y="2341"/>
                </a:lnTo>
                <a:lnTo>
                  <a:pt x="2934" y="2342"/>
                </a:lnTo>
                <a:lnTo>
                  <a:pt x="2934" y="2343"/>
                </a:lnTo>
                <a:lnTo>
                  <a:pt x="2935" y="2343"/>
                </a:lnTo>
                <a:lnTo>
                  <a:pt x="2935" y="2344"/>
                </a:lnTo>
                <a:lnTo>
                  <a:pt x="2936" y="2345"/>
                </a:lnTo>
                <a:lnTo>
                  <a:pt x="2937" y="2346"/>
                </a:lnTo>
                <a:lnTo>
                  <a:pt x="2938" y="2346"/>
                </a:lnTo>
                <a:lnTo>
                  <a:pt x="2937" y="2347"/>
                </a:lnTo>
                <a:lnTo>
                  <a:pt x="2938" y="2348"/>
                </a:lnTo>
                <a:lnTo>
                  <a:pt x="2939" y="2348"/>
                </a:lnTo>
                <a:lnTo>
                  <a:pt x="2940" y="2349"/>
                </a:lnTo>
                <a:lnTo>
                  <a:pt x="2941" y="2350"/>
                </a:lnTo>
                <a:lnTo>
                  <a:pt x="2941" y="2351"/>
                </a:lnTo>
                <a:lnTo>
                  <a:pt x="2941" y="2354"/>
                </a:lnTo>
                <a:lnTo>
                  <a:pt x="2941" y="2355"/>
                </a:lnTo>
                <a:lnTo>
                  <a:pt x="2941" y="2356"/>
                </a:lnTo>
                <a:lnTo>
                  <a:pt x="2940" y="2356"/>
                </a:lnTo>
                <a:lnTo>
                  <a:pt x="2940" y="2358"/>
                </a:lnTo>
                <a:lnTo>
                  <a:pt x="2941" y="2359"/>
                </a:lnTo>
                <a:lnTo>
                  <a:pt x="2941" y="2360"/>
                </a:lnTo>
                <a:lnTo>
                  <a:pt x="2942" y="2361"/>
                </a:lnTo>
                <a:lnTo>
                  <a:pt x="2941" y="2363"/>
                </a:lnTo>
                <a:lnTo>
                  <a:pt x="2941" y="2366"/>
                </a:lnTo>
                <a:lnTo>
                  <a:pt x="2942" y="2366"/>
                </a:lnTo>
                <a:lnTo>
                  <a:pt x="2942" y="2367"/>
                </a:lnTo>
                <a:lnTo>
                  <a:pt x="2942" y="2368"/>
                </a:lnTo>
                <a:lnTo>
                  <a:pt x="2942" y="2369"/>
                </a:lnTo>
                <a:lnTo>
                  <a:pt x="2941" y="2370"/>
                </a:lnTo>
                <a:lnTo>
                  <a:pt x="2939" y="2372"/>
                </a:lnTo>
                <a:lnTo>
                  <a:pt x="2937" y="2372"/>
                </a:lnTo>
                <a:lnTo>
                  <a:pt x="2936" y="2373"/>
                </a:lnTo>
                <a:lnTo>
                  <a:pt x="2936" y="2374"/>
                </a:lnTo>
                <a:lnTo>
                  <a:pt x="2935" y="2375"/>
                </a:lnTo>
                <a:lnTo>
                  <a:pt x="2929" y="2379"/>
                </a:lnTo>
                <a:lnTo>
                  <a:pt x="2928" y="2379"/>
                </a:lnTo>
                <a:lnTo>
                  <a:pt x="2926" y="2377"/>
                </a:lnTo>
                <a:lnTo>
                  <a:pt x="2926" y="2376"/>
                </a:lnTo>
                <a:lnTo>
                  <a:pt x="2926" y="2375"/>
                </a:lnTo>
                <a:lnTo>
                  <a:pt x="2925" y="2375"/>
                </a:lnTo>
                <a:lnTo>
                  <a:pt x="2924" y="2376"/>
                </a:lnTo>
                <a:lnTo>
                  <a:pt x="2922" y="2378"/>
                </a:lnTo>
                <a:lnTo>
                  <a:pt x="2922" y="2380"/>
                </a:lnTo>
                <a:lnTo>
                  <a:pt x="2921" y="2380"/>
                </a:lnTo>
                <a:lnTo>
                  <a:pt x="2921" y="2381"/>
                </a:lnTo>
                <a:lnTo>
                  <a:pt x="2921" y="2382"/>
                </a:lnTo>
                <a:lnTo>
                  <a:pt x="2921" y="2383"/>
                </a:lnTo>
                <a:lnTo>
                  <a:pt x="2920" y="2385"/>
                </a:lnTo>
                <a:lnTo>
                  <a:pt x="2915" y="2386"/>
                </a:lnTo>
                <a:lnTo>
                  <a:pt x="2916" y="2387"/>
                </a:lnTo>
                <a:lnTo>
                  <a:pt x="2912" y="2387"/>
                </a:lnTo>
                <a:lnTo>
                  <a:pt x="2911" y="2387"/>
                </a:lnTo>
                <a:lnTo>
                  <a:pt x="2910" y="2387"/>
                </a:lnTo>
                <a:lnTo>
                  <a:pt x="2909" y="2388"/>
                </a:lnTo>
                <a:lnTo>
                  <a:pt x="2909" y="2389"/>
                </a:lnTo>
                <a:lnTo>
                  <a:pt x="2908" y="2391"/>
                </a:lnTo>
                <a:lnTo>
                  <a:pt x="2907" y="2391"/>
                </a:lnTo>
                <a:lnTo>
                  <a:pt x="2906" y="2391"/>
                </a:lnTo>
                <a:lnTo>
                  <a:pt x="2905" y="2391"/>
                </a:lnTo>
                <a:lnTo>
                  <a:pt x="2905" y="2390"/>
                </a:lnTo>
                <a:lnTo>
                  <a:pt x="2903" y="2391"/>
                </a:lnTo>
                <a:lnTo>
                  <a:pt x="2902" y="2390"/>
                </a:lnTo>
                <a:lnTo>
                  <a:pt x="2901" y="2390"/>
                </a:lnTo>
                <a:lnTo>
                  <a:pt x="2900" y="2391"/>
                </a:lnTo>
                <a:lnTo>
                  <a:pt x="2901" y="2391"/>
                </a:lnTo>
                <a:lnTo>
                  <a:pt x="2901" y="2392"/>
                </a:lnTo>
                <a:lnTo>
                  <a:pt x="2901" y="2393"/>
                </a:lnTo>
                <a:lnTo>
                  <a:pt x="2900" y="2393"/>
                </a:lnTo>
                <a:lnTo>
                  <a:pt x="2898" y="2392"/>
                </a:lnTo>
                <a:lnTo>
                  <a:pt x="2897" y="2391"/>
                </a:lnTo>
                <a:lnTo>
                  <a:pt x="2896" y="2391"/>
                </a:lnTo>
                <a:lnTo>
                  <a:pt x="2896" y="2392"/>
                </a:lnTo>
                <a:lnTo>
                  <a:pt x="2895" y="2392"/>
                </a:lnTo>
                <a:lnTo>
                  <a:pt x="2894" y="2392"/>
                </a:lnTo>
                <a:lnTo>
                  <a:pt x="2892" y="2389"/>
                </a:lnTo>
                <a:lnTo>
                  <a:pt x="2891" y="2389"/>
                </a:lnTo>
                <a:lnTo>
                  <a:pt x="2892" y="2389"/>
                </a:lnTo>
                <a:lnTo>
                  <a:pt x="2892" y="2388"/>
                </a:lnTo>
                <a:lnTo>
                  <a:pt x="2891" y="2387"/>
                </a:lnTo>
                <a:lnTo>
                  <a:pt x="2890" y="2387"/>
                </a:lnTo>
                <a:lnTo>
                  <a:pt x="2889" y="2386"/>
                </a:lnTo>
                <a:lnTo>
                  <a:pt x="2888" y="2385"/>
                </a:lnTo>
                <a:lnTo>
                  <a:pt x="2886" y="2383"/>
                </a:lnTo>
                <a:lnTo>
                  <a:pt x="2885" y="2383"/>
                </a:lnTo>
                <a:lnTo>
                  <a:pt x="2885" y="2382"/>
                </a:lnTo>
                <a:lnTo>
                  <a:pt x="2885" y="2383"/>
                </a:lnTo>
                <a:lnTo>
                  <a:pt x="2884" y="2383"/>
                </a:lnTo>
                <a:lnTo>
                  <a:pt x="2884" y="2385"/>
                </a:lnTo>
                <a:lnTo>
                  <a:pt x="2883" y="2386"/>
                </a:lnTo>
                <a:lnTo>
                  <a:pt x="2881" y="2389"/>
                </a:lnTo>
                <a:lnTo>
                  <a:pt x="2880" y="2390"/>
                </a:lnTo>
                <a:lnTo>
                  <a:pt x="2877" y="2392"/>
                </a:lnTo>
                <a:lnTo>
                  <a:pt x="2875" y="2393"/>
                </a:lnTo>
                <a:lnTo>
                  <a:pt x="2875" y="2392"/>
                </a:lnTo>
                <a:lnTo>
                  <a:pt x="2874" y="2392"/>
                </a:lnTo>
                <a:lnTo>
                  <a:pt x="2873" y="2392"/>
                </a:lnTo>
                <a:lnTo>
                  <a:pt x="2872" y="2392"/>
                </a:lnTo>
                <a:lnTo>
                  <a:pt x="2870" y="2392"/>
                </a:lnTo>
                <a:lnTo>
                  <a:pt x="2870" y="2391"/>
                </a:lnTo>
                <a:lnTo>
                  <a:pt x="2871" y="2391"/>
                </a:lnTo>
                <a:lnTo>
                  <a:pt x="2873" y="2388"/>
                </a:lnTo>
                <a:lnTo>
                  <a:pt x="2873" y="2387"/>
                </a:lnTo>
                <a:lnTo>
                  <a:pt x="2873" y="2386"/>
                </a:lnTo>
                <a:lnTo>
                  <a:pt x="2874" y="2383"/>
                </a:lnTo>
                <a:lnTo>
                  <a:pt x="2874" y="2382"/>
                </a:lnTo>
                <a:lnTo>
                  <a:pt x="2873" y="2381"/>
                </a:lnTo>
                <a:lnTo>
                  <a:pt x="2872" y="2381"/>
                </a:lnTo>
                <a:lnTo>
                  <a:pt x="2871" y="2381"/>
                </a:lnTo>
                <a:lnTo>
                  <a:pt x="2870" y="2381"/>
                </a:lnTo>
                <a:lnTo>
                  <a:pt x="2868" y="2380"/>
                </a:lnTo>
                <a:lnTo>
                  <a:pt x="2867" y="2380"/>
                </a:lnTo>
                <a:lnTo>
                  <a:pt x="2867" y="2379"/>
                </a:lnTo>
                <a:lnTo>
                  <a:pt x="2866" y="2379"/>
                </a:lnTo>
                <a:lnTo>
                  <a:pt x="2863" y="2379"/>
                </a:lnTo>
                <a:lnTo>
                  <a:pt x="2863" y="2380"/>
                </a:lnTo>
                <a:lnTo>
                  <a:pt x="2861" y="2380"/>
                </a:lnTo>
                <a:lnTo>
                  <a:pt x="2860" y="2380"/>
                </a:lnTo>
                <a:lnTo>
                  <a:pt x="2859" y="2381"/>
                </a:lnTo>
                <a:lnTo>
                  <a:pt x="2858" y="2381"/>
                </a:lnTo>
                <a:lnTo>
                  <a:pt x="2858" y="2383"/>
                </a:lnTo>
                <a:lnTo>
                  <a:pt x="2857" y="2383"/>
                </a:lnTo>
                <a:lnTo>
                  <a:pt x="2857" y="2385"/>
                </a:lnTo>
                <a:lnTo>
                  <a:pt x="2857" y="2386"/>
                </a:lnTo>
                <a:lnTo>
                  <a:pt x="2857" y="2387"/>
                </a:lnTo>
                <a:lnTo>
                  <a:pt x="2856" y="2388"/>
                </a:lnTo>
                <a:lnTo>
                  <a:pt x="2856" y="2389"/>
                </a:lnTo>
                <a:lnTo>
                  <a:pt x="2855" y="2388"/>
                </a:lnTo>
                <a:lnTo>
                  <a:pt x="2854" y="2388"/>
                </a:lnTo>
                <a:lnTo>
                  <a:pt x="2854" y="2390"/>
                </a:lnTo>
                <a:lnTo>
                  <a:pt x="2854" y="2391"/>
                </a:lnTo>
                <a:lnTo>
                  <a:pt x="2853" y="2391"/>
                </a:lnTo>
                <a:lnTo>
                  <a:pt x="2852" y="2392"/>
                </a:lnTo>
                <a:lnTo>
                  <a:pt x="2851" y="2392"/>
                </a:lnTo>
                <a:lnTo>
                  <a:pt x="2850" y="2392"/>
                </a:lnTo>
                <a:lnTo>
                  <a:pt x="2850" y="2393"/>
                </a:lnTo>
                <a:lnTo>
                  <a:pt x="2849" y="2395"/>
                </a:lnTo>
                <a:lnTo>
                  <a:pt x="2848" y="2395"/>
                </a:lnTo>
                <a:lnTo>
                  <a:pt x="2847" y="2395"/>
                </a:lnTo>
                <a:lnTo>
                  <a:pt x="2846" y="2396"/>
                </a:lnTo>
                <a:lnTo>
                  <a:pt x="2846" y="2398"/>
                </a:lnTo>
                <a:lnTo>
                  <a:pt x="2847" y="2398"/>
                </a:lnTo>
                <a:lnTo>
                  <a:pt x="2847" y="2399"/>
                </a:lnTo>
                <a:lnTo>
                  <a:pt x="2846" y="2401"/>
                </a:lnTo>
                <a:lnTo>
                  <a:pt x="2845" y="2403"/>
                </a:lnTo>
                <a:lnTo>
                  <a:pt x="2845" y="2405"/>
                </a:lnTo>
                <a:lnTo>
                  <a:pt x="2844" y="2406"/>
                </a:lnTo>
                <a:lnTo>
                  <a:pt x="2845" y="2407"/>
                </a:lnTo>
                <a:lnTo>
                  <a:pt x="2844" y="2410"/>
                </a:lnTo>
                <a:lnTo>
                  <a:pt x="2844" y="2411"/>
                </a:lnTo>
                <a:lnTo>
                  <a:pt x="2843" y="2412"/>
                </a:lnTo>
                <a:lnTo>
                  <a:pt x="2843" y="2413"/>
                </a:lnTo>
                <a:lnTo>
                  <a:pt x="2842" y="2413"/>
                </a:lnTo>
                <a:lnTo>
                  <a:pt x="2842" y="2412"/>
                </a:lnTo>
                <a:lnTo>
                  <a:pt x="2841" y="2412"/>
                </a:lnTo>
                <a:lnTo>
                  <a:pt x="2839" y="2411"/>
                </a:lnTo>
                <a:lnTo>
                  <a:pt x="2839" y="2410"/>
                </a:lnTo>
                <a:lnTo>
                  <a:pt x="2839" y="2411"/>
                </a:lnTo>
                <a:lnTo>
                  <a:pt x="2839" y="2412"/>
                </a:lnTo>
                <a:lnTo>
                  <a:pt x="2838" y="2412"/>
                </a:lnTo>
                <a:lnTo>
                  <a:pt x="2837" y="2413"/>
                </a:lnTo>
                <a:lnTo>
                  <a:pt x="2835" y="2412"/>
                </a:lnTo>
                <a:lnTo>
                  <a:pt x="2834" y="2412"/>
                </a:lnTo>
                <a:lnTo>
                  <a:pt x="2833" y="2412"/>
                </a:lnTo>
                <a:lnTo>
                  <a:pt x="2832" y="2413"/>
                </a:lnTo>
                <a:lnTo>
                  <a:pt x="2831" y="2416"/>
                </a:lnTo>
                <a:lnTo>
                  <a:pt x="2830" y="2417"/>
                </a:lnTo>
                <a:lnTo>
                  <a:pt x="2830" y="2420"/>
                </a:lnTo>
                <a:lnTo>
                  <a:pt x="2831" y="2421"/>
                </a:lnTo>
                <a:lnTo>
                  <a:pt x="2832" y="2421"/>
                </a:lnTo>
                <a:lnTo>
                  <a:pt x="2833" y="2423"/>
                </a:lnTo>
                <a:lnTo>
                  <a:pt x="2834" y="2423"/>
                </a:lnTo>
                <a:lnTo>
                  <a:pt x="2834" y="2424"/>
                </a:lnTo>
                <a:lnTo>
                  <a:pt x="2834" y="2425"/>
                </a:lnTo>
                <a:lnTo>
                  <a:pt x="2834" y="2427"/>
                </a:lnTo>
                <a:lnTo>
                  <a:pt x="2832" y="2429"/>
                </a:lnTo>
                <a:lnTo>
                  <a:pt x="2831" y="2429"/>
                </a:lnTo>
                <a:lnTo>
                  <a:pt x="2831" y="2430"/>
                </a:lnTo>
                <a:lnTo>
                  <a:pt x="2831" y="2431"/>
                </a:lnTo>
                <a:lnTo>
                  <a:pt x="2831" y="2432"/>
                </a:lnTo>
                <a:lnTo>
                  <a:pt x="2830" y="2432"/>
                </a:lnTo>
                <a:lnTo>
                  <a:pt x="2828" y="2432"/>
                </a:lnTo>
                <a:lnTo>
                  <a:pt x="2828" y="2431"/>
                </a:lnTo>
                <a:lnTo>
                  <a:pt x="2823" y="2431"/>
                </a:lnTo>
                <a:lnTo>
                  <a:pt x="2821" y="2432"/>
                </a:lnTo>
                <a:lnTo>
                  <a:pt x="2821" y="2433"/>
                </a:lnTo>
                <a:lnTo>
                  <a:pt x="2818" y="2433"/>
                </a:lnTo>
                <a:lnTo>
                  <a:pt x="2817" y="2430"/>
                </a:lnTo>
                <a:lnTo>
                  <a:pt x="2817" y="2429"/>
                </a:lnTo>
                <a:lnTo>
                  <a:pt x="2816" y="2429"/>
                </a:lnTo>
                <a:lnTo>
                  <a:pt x="2816" y="2428"/>
                </a:lnTo>
                <a:lnTo>
                  <a:pt x="2815" y="2428"/>
                </a:lnTo>
                <a:lnTo>
                  <a:pt x="2815" y="2427"/>
                </a:lnTo>
                <a:lnTo>
                  <a:pt x="2815" y="2425"/>
                </a:lnTo>
                <a:lnTo>
                  <a:pt x="2815" y="2424"/>
                </a:lnTo>
                <a:lnTo>
                  <a:pt x="2815" y="2423"/>
                </a:lnTo>
                <a:lnTo>
                  <a:pt x="2815" y="2422"/>
                </a:lnTo>
                <a:lnTo>
                  <a:pt x="2810" y="2417"/>
                </a:lnTo>
                <a:lnTo>
                  <a:pt x="2810" y="2416"/>
                </a:lnTo>
                <a:lnTo>
                  <a:pt x="2809" y="2416"/>
                </a:lnTo>
                <a:lnTo>
                  <a:pt x="2808" y="2415"/>
                </a:lnTo>
                <a:lnTo>
                  <a:pt x="2808" y="2414"/>
                </a:lnTo>
                <a:lnTo>
                  <a:pt x="2807" y="2414"/>
                </a:lnTo>
                <a:lnTo>
                  <a:pt x="2807" y="2413"/>
                </a:lnTo>
                <a:lnTo>
                  <a:pt x="2806" y="2412"/>
                </a:lnTo>
                <a:lnTo>
                  <a:pt x="2806" y="2411"/>
                </a:lnTo>
                <a:lnTo>
                  <a:pt x="2805" y="2410"/>
                </a:lnTo>
                <a:lnTo>
                  <a:pt x="2804" y="2409"/>
                </a:lnTo>
                <a:lnTo>
                  <a:pt x="2804" y="2408"/>
                </a:lnTo>
                <a:lnTo>
                  <a:pt x="2803" y="2407"/>
                </a:lnTo>
                <a:lnTo>
                  <a:pt x="2803" y="2406"/>
                </a:lnTo>
                <a:lnTo>
                  <a:pt x="2802" y="2405"/>
                </a:lnTo>
                <a:lnTo>
                  <a:pt x="2802" y="2404"/>
                </a:lnTo>
                <a:lnTo>
                  <a:pt x="2802" y="2403"/>
                </a:lnTo>
                <a:lnTo>
                  <a:pt x="2801" y="2402"/>
                </a:lnTo>
                <a:lnTo>
                  <a:pt x="2801" y="2401"/>
                </a:lnTo>
                <a:lnTo>
                  <a:pt x="2800" y="2400"/>
                </a:lnTo>
                <a:lnTo>
                  <a:pt x="2800" y="2399"/>
                </a:lnTo>
                <a:lnTo>
                  <a:pt x="2799" y="2399"/>
                </a:lnTo>
                <a:lnTo>
                  <a:pt x="2799" y="2400"/>
                </a:lnTo>
                <a:lnTo>
                  <a:pt x="2798" y="2400"/>
                </a:lnTo>
                <a:lnTo>
                  <a:pt x="2797" y="2401"/>
                </a:lnTo>
                <a:lnTo>
                  <a:pt x="2796" y="2402"/>
                </a:lnTo>
                <a:lnTo>
                  <a:pt x="2795" y="2402"/>
                </a:lnTo>
                <a:lnTo>
                  <a:pt x="2794" y="2402"/>
                </a:lnTo>
                <a:lnTo>
                  <a:pt x="2792" y="2403"/>
                </a:lnTo>
                <a:lnTo>
                  <a:pt x="2791" y="2403"/>
                </a:lnTo>
                <a:lnTo>
                  <a:pt x="2790" y="2403"/>
                </a:lnTo>
                <a:lnTo>
                  <a:pt x="2789" y="2403"/>
                </a:lnTo>
                <a:lnTo>
                  <a:pt x="2787" y="2404"/>
                </a:lnTo>
                <a:lnTo>
                  <a:pt x="2786" y="2404"/>
                </a:lnTo>
                <a:lnTo>
                  <a:pt x="2786" y="2405"/>
                </a:lnTo>
                <a:lnTo>
                  <a:pt x="2786" y="2406"/>
                </a:lnTo>
                <a:lnTo>
                  <a:pt x="2785" y="2407"/>
                </a:lnTo>
                <a:lnTo>
                  <a:pt x="2784" y="2408"/>
                </a:lnTo>
                <a:lnTo>
                  <a:pt x="2783" y="2408"/>
                </a:lnTo>
                <a:lnTo>
                  <a:pt x="2782" y="2408"/>
                </a:lnTo>
                <a:lnTo>
                  <a:pt x="2782" y="2409"/>
                </a:lnTo>
                <a:lnTo>
                  <a:pt x="2782" y="2410"/>
                </a:lnTo>
                <a:lnTo>
                  <a:pt x="2781" y="2412"/>
                </a:lnTo>
                <a:lnTo>
                  <a:pt x="2779" y="2414"/>
                </a:lnTo>
                <a:lnTo>
                  <a:pt x="2778" y="2414"/>
                </a:lnTo>
                <a:lnTo>
                  <a:pt x="2778" y="2415"/>
                </a:lnTo>
                <a:lnTo>
                  <a:pt x="2777" y="2415"/>
                </a:lnTo>
                <a:lnTo>
                  <a:pt x="2776" y="2414"/>
                </a:lnTo>
                <a:lnTo>
                  <a:pt x="2775" y="2414"/>
                </a:lnTo>
                <a:lnTo>
                  <a:pt x="2775" y="2413"/>
                </a:lnTo>
                <a:lnTo>
                  <a:pt x="2774" y="2413"/>
                </a:lnTo>
                <a:lnTo>
                  <a:pt x="2773" y="2413"/>
                </a:lnTo>
                <a:lnTo>
                  <a:pt x="2773" y="2414"/>
                </a:lnTo>
                <a:lnTo>
                  <a:pt x="2773" y="2416"/>
                </a:lnTo>
                <a:lnTo>
                  <a:pt x="2773" y="2417"/>
                </a:lnTo>
                <a:lnTo>
                  <a:pt x="2773" y="2418"/>
                </a:lnTo>
                <a:lnTo>
                  <a:pt x="2772" y="2419"/>
                </a:lnTo>
                <a:lnTo>
                  <a:pt x="2770" y="2420"/>
                </a:lnTo>
                <a:lnTo>
                  <a:pt x="2769" y="2421"/>
                </a:lnTo>
                <a:lnTo>
                  <a:pt x="2763" y="2426"/>
                </a:lnTo>
                <a:lnTo>
                  <a:pt x="2762" y="2428"/>
                </a:lnTo>
                <a:lnTo>
                  <a:pt x="2762" y="2429"/>
                </a:lnTo>
                <a:lnTo>
                  <a:pt x="2760" y="2430"/>
                </a:lnTo>
                <a:lnTo>
                  <a:pt x="2758" y="2431"/>
                </a:lnTo>
                <a:lnTo>
                  <a:pt x="2758" y="2432"/>
                </a:lnTo>
                <a:lnTo>
                  <a:pt x="2757" y="2432"/>
                </a:lnTo>
                <a:lnTo>
                  <a:pt x="2757" y="2433"/>
                </a:lnTo>
                <a:lnTo>
                  <a:pt x="2755" y="2434"/>
                </a:lnTo>
                <a:lnTo>
                  <a:pt x="2752" y="2436"/>
                </a:lnTo>
                <a:lnTo>
                  <a:pt x="2751" y="2437"/>
                </a:lnTo>
                <a:lnTo>
                  <a:pt x="2750" y="2438"/>
                </a:lnTo>
                <a:lnTo>
                  <a:pt x="2749" y="2438"/>
                </a:lnTo>
                <a:lnTo>
                  <a:pt x="2749" y="2440"/>
                </a:lnTo>
                <a:lnTo>
                  <a:pt x="2746" y="2442"/>
                </a:lnTo>
                <a:lnTo>
                  <a:pt x="2745" y="2442"/>
                </a:lnTo>
                <a:lnTo>
                  <a:pt x="2743" y="2444"/>
                </a:lnTo>
                <a:lnTo>
                  <a:pt x="2742" y="2444"/>
                </a:lnTo>
                <a:lnTo>
                  <a:pt x="2742" y="2445"/>
                </a:lnTo>
                <a:lnTo>
                  <a:pt x="2741" y="2445"/>
                </a:lnTo>
                <a:lnTo>
                  <a:pt x="2740" y="2445"/>
                </a:lnTo>
                <a:lnTo>
                  <a:pt x="2739" y="2445"/>
                </a:lnTo>
                <a:lnTo>
                  <a:pt x="2739" y="2446"/>
                </a:lnTo>
                <a:lnTo>
                  <a:pt x="2735" y="2448"/>
                </a:lnTo>
                <a:lnTo>
                  <a:pt x="2734" y="2449"/>
                </a:lnTo>
                <a:lnTo>
                  <a:pt x="2733" y="2449"/>
                </a:lnTo>
                <a:lnTo>
                  <a:pt x="2732" y="2449"/>
                </a:lnTo>
                <a:lnTo>
                  <a:pt x="2732" y="2450"/>
                </a:lnTo>
                <a:lnTo>
                  <a:pt x="2730" y="2451"/>
                </a:lnTo>
                <a:lnTo>
                  <a:pt x="2730" y="2452"/>
                </a:lnTo>
                <a:lnTo>
                  <a:pt x="2727" y="2453"/>
                </a:lnTo>
                <a:lnTo>
                  <a:pt x="2726" y="2454"/>
                </a:lnTo>
                <a:lnTo>
                  <a:pt x="2722" y="2455"/>
                </a:lnTo>
                <a:lnTo>
                  <a:pt x="2721" y="2456"/>
                </a:lnTo>
                <a:lnTo>
                  <a:pt x="2719" y="2457"/>
                </a:lnTo>
                <a:lnTo>
                  <a:pt x="2718" y="2457"/>
                </a:lnTo>
                <a:lnTo>
                  <a:pt x="2716" y="2458"/>
                </a:lnTo>
                <a:lnTo>
                  <a:pt x="2715" y="2459"/>
                </a:lnTo>
                <a:lnTo>
                  <a:pt x="2714" y="2460"/>
                </a:lnTo>
                <a:lnTo>
                  <a:pt x="2715" y="2461"/>
                </a:lnTo>
                <a:lnTo>
                  <a:pt x="2715" y="2462"/>
                </a:lnTo>
                <a:lnTo>
                  <a:pt x="2717" y="2464"/>
                </a:lnTo>
                <a:lnTo>
                  <a:pt x="2718" y="2465"/>
                </a:lnTo>
                <a:lnTo>
                  <a:pt x="2719" y="2465"/>
                </a:lnTo>
                <a:lnTo>
                  <a:pt x="2720" y="2465"/>
                </a:lnTo>
                <a:lnTo>
                  <a:pt x="2721" y="2465"/>
                </a:lnTo>
                <a:lnTo>
                  <a:pt x="2722" y="2466"/>
                </a:lnTo>
                <a:lnTo>
                  <a:pt x="2722" y="2468"/>
                </a:lnTo>
                <a:lnTo>
                  <a:pt x="2722" y="2470"/>
                </a:lnTo>
                <a:lnTo>
                  <a:pt x="2721" y="2473"/>
                </a:lnTo>
                <a:lnTo>
                  <a:pt x="2721" y="2474"/>
                </a:lnTo>
                <a:lnTo>
                  <a:pt x="2722" y="2475"/>
                </a:lnTo>
                <a:lnTo>
                  <a:pt x="2722" y="2476"/>
                </a:lnTo>
                <a:lnTo>
                  <a:pt x="2723" y="2476"/>
                </a:lnTo>
                <a:lnTo>
                  <a:pt x="2724" y="2477"/>
                </a:lnTo>
                <a:lnTo>
                  <a:pt x="2724" y="2478"/>
                </a:lnTo>
                <a:lnTo>
                  <a:pt x="2725" y="2478"/>
                </a:lnTo>
                <a:lnTo>
                  <a:pt x="2725" y="2479"/>
                </a:lnTo>
                <a:lnTo>
                  <a:pt x="2726" y="2479"/>
                </a:lnTo>
                <a:lnTo>
                  <a:pt x="2725" y="2481"/>
                </a:lnTo>
                <a:lnTo>
                  <a:pt x="2724" y="2481"/>
                </a:lnTo>
                <a:lnTo>
                  <a:pt x="2721" y="2482"/>
                </a:lnTo>
                <a:lnTo>
                  <a:pt x="2719" y="2482"/>
                </a:lnTo>
                <a:lnTo>
                  <a:pt x="2717" y="2482"/>
                </a:lnTo>
                <a:lnTo>
                  <a:pt x="2716" y="2482"/>
                </a:lnTo>
                <a:lnTo>
                  <a:pt x="2716" y="2481"/>
                </a:lnTo>
                <a:lnTo>
                  <a:pt x="2715" y="2481"/>
                </a:lnTo>
                <a:lnTo>
                  <a:pt x="2714" y="2478"/>
                </a:lnTo>
                <a:lnTo>
                  <a:pt x="2712" y="2477"/>
                </a:lnTo>
                <a:lnTo>
                  <a:pt x="2711" y="2477"/>
                </a:lnTo>
                <a:lnTo>
                  <a:pt x="2709" y="2478"/>
                </a:lnTo>
                <a:lnTo>
                  <a:pt x="2709" y="2479"/>
                </a:lnTo>
                <a:lnTo>
                  <a:pt x="2709" y="2480"/>
                </a:lnTo>
                <a:lnTo>
                  <a:pt x="2709" y="2481"/>
                </a:lnTo>
                <a:lnTo>
                  <a:pt x="2710" y="2483"/>
                </a:lnTo>
                <a:lnTo>
                  <a:pt x="2710" y="2484"/>
                </a:lnTo>
                <a:lnTo>
                  <a:pt x="2709" y="2485"/>
                </a:lnTo>
                <a:lnTo>
                  <a:pt x="2708" y="2486"/>
                </a:lnTo>
                <a:lnTo>
                  <a:pt x="2706" y="2487"/>
                </a:lnTo>
                <a:lnTo>
                  <a:pt x="2702" y="2488"/>
                </a:lnTo>
                <a:lnTo>
                  <a:pt x="2701" y="2488"/>
                </a:lnTo>
                <a:lnTo>
                  <a:pt x="2701" y="2487"/>
                </a:lnTo>
                <a:lnTo>
                  <a:pt x="2701" y="2484"/>
                </a:lnTo>
                <a:lnTo>
                  <a:pt x="2700" y="2483"/>
                </a:lnTo>
                <a:lnTo>
                  <a:pt x="2699" y="2482"/>
                </a:lnTo>
                <a:lnTo>
                  <a:pt x="2698" y="2482"/>
                </a:lnTo>
                <a:lnTo>
                  <a:pt x="2697" y="2482"/>
                </a:lnTo>
                <a:lnTo>
                  <a:pt x="2696" y="2482"/>
                </a:lnTo>
                <a:lnTo>
                  <a:pt x="2695" y="2482"/>
                </a:lnTo>
                <a:lnTo>
                  <a:pt x="2692" y="2483"/>
                </a:lnTo>
                <a:lnTo>
                  <a:pt x="2692" y="2482"/>
                </a:lnTo>
                <a:lnTo>
                  <a:pt x="2692" y="2481"/>
                </a:lnTo>
                <a:lnTo>
                  <a:pt x="2691" y="2480"/>
                </a:lnTo>
                <a:lnTo>
                  <a:pt x="2689" y="2480"/>
                </a:lnTo>
                <a:lnTo>
                  <a:pt x="2687" y="2481"/>
                </a:lnTo>
                <a:lnTo>
                  <a:pt x="2686" y="2481"/>
                </a:lnTo>
                <a:lnTo>
                  <a:pt x="2686" y="2480"/>
                </a:lnTo>
                <a:lnTo>
                  <a:pt x="2685" y="2480"/>
                </a:lnTo>
                <a:lnTo>
                  <a:pt x="2684" y="2480"/>
                </a:lnTo>
                <a:lnTo>
                  <a:pt x="2684" y="2479"/>
                </a:lnTo>
                <a:lnTo>
                  <a:pt x="2683" y="2480"/>
                </a:lnTo>
                <a:lnTo>
                  <a:pt x="2682" y="2480"/>
                </a:lnTo>
                <a:lnTo>
                  <a:pt x="2682" y="2482"/>
                </a:lnTo>
                <a:lnTo>
                  <a:pt x="2681" y="2482"/>
                </a:lnTo>
                <a:lnTo>
                  <a:pt x="2680" y="2483"/>
                </a:lnTo>
                <a:lnTo>
                  <a:pt x="2680" y="2484"/>
                </a:lnTo>
                <a:lnTo>
                  <a:pt x="2679" y="2485"/>
                </a:lnTo>
                <a:lnTo>
                  <a:pt x="2678" y="2485"/>
                </a:lnTo>
                <a:lnTo>
                  <a:pt x="2675" y="2485"/>
                </a:lnTo>
                <a:lnTo>
                  <a:pt x="2675" y="2484"/>
                </a:lnTo>
                <a:lnTo>
                  <a:pt x="2672" y="2483"/>
                </a:lnTo>
                <a:lnTo>
                  <a:pt x="2671" y="2483"/>
                </a:lnTo>
                <a:lnTo>
                  <a:pt x="2670" y="2483"/>
                </a:lnTo>
                <a:lnTo>
                  <a:pt x="2668" y="2484"/>
                </a:lnTo>
                <a:lnTo>
                  <a:pt x="2667" y="2484"/>
                </a:lnTo>
                <a:lnTo>
                  <a:pt x="2666" y="2484"/>
                </a:lnTo>
                <a:lnTo>
                  <a:pt x="2665" y="2484"/>
                </a:lnTo>
                <a:lnTo>
                  <a:pt x="2665" y="2483"/>
                </a:lnTo>
                <a:lnTo>
                  <a:pt x="2664" y="2483"/>
                </a:lnTo>
                <a:lnTo>
                  <a:pt x="2663" y="2483"/>
                </a:lnTo>
                <a:lnTo>
                  <a:pt x="2660" y="2484"/>
                </a:lnTo>
                <a:lnTo>
                  <a:pt x="2659" y="2484"/>
                </a:lnTo>
                <a:lnTo>
                  <a:pt x="2658" y="2485"/>
                </a:lnTo>
                <a:lnTo>
                  <a:pt x="2655" y="2485"/>
                </a:lnTo>
                <a:lnTo>
                  <a:pt x="2653" y="2486"/>
                </a:lnTo>
                <a:lnTo>
                  <a:pt x="2652" y="2486"/>
                </a:lnTo>
                <a:lnTo>
                  <a:pt x="2651" y="2486"/>
                </a:lnTo>
                <a:lnTo>
                  <a:pt x="2651" y="2487"/>
                </a:lnTo>
                <a:lnTo>
                  <a:pt x="2652" y="2487"/>
                </a:lnTo>
                <a:lnTo>
                  <a:pt x="2652" y="2488"/>
                </a:lnTo>
                <a:lnTo>
                  <a:pt x="2651" y="2488"/>
                </a:lnTo>
                <a:lnTo>
                  <a:pt x="2650" y="2488"/>
                </a:lnTo>
                <a:lnTo>
                  <a:pt x="2649" y="2488"/>
                </a:lnTo>
                <a:lnTo>
                  <a:pt x="2649" y="2487"/>
                </a:lnTo>
                <a:lnTo>
                  <a:pt x="2650" y="2485"/>
                </a:lnTo>
                <a:lnTo>
                  <a:pt x="2651" y="2483"/>
                </a:lnTo>
                <a:lnTo>
                  <a:pt x="2651" y="2482"/>
                </a:lnTo>
                <a:lnTo>
                  <a:pt x="2652" y="2482"/>
                </a:lnTo>
                <a:lnTo>
                  <a:pt x="2653" y="2481"/>
                </a:lnTo>
                <a:lnTo>
                  <a:pt x="2654" y="2479"/>
                </a:lnTo>
                <a:lnTo>
                  <a:pt x="2654" y="2478"/>
                </a:lnTo>
                <a:lnTo>
                  <a:pt x="2654" y="2477"/>
                </a:lnTo>
                <a:lnTo>
                  <a:pt x="2654" y="2475"/>
                </a:lnTo>
                <a:lnTo>
                  <a:pt x="2654" y="2472"/>
                </a:lnTo>
                <a:lnTo>
                  <a:pt x="2654" y="2471"/>
                </a:lnTo>
                <a:lnTo>
                  <a:pt x="2653" y="2469"/>
                </a:lnTo>
                <a:lnTo>
                  <a:pt x="2653" y="2468"/>
                </a:lnTo>
                <a:lnTo>
                  <a:pt x="2652" y="2462"/>
                </a:lnTo>
                <a:lnTo>
                  <a:pt x="2652" y="2459"/>
                </a:lnTo>
                <a:lnTo>
                  <a:pt x="2652" y="2458"/>
                </a:lnTo>
                <a:lnTo>
                  <a:pt x="2651" y="2455"/>
                </a:lnTo>
                <a:lnTo>
                  <a:pt x="2650" y="2449"/>
                </a:lnTo>
                <a:lnTo>
                  <a:pt x="2649" y="2449"/>
                </a:lnTo>
                <a:lnTo>
                  <a:pt x="2648" y="2448"/>
                </a:lnTo>
                <a:lnTo>
                  <a:pt x="2646" y="2446"/>
                </a:lnTo>
                <a:lnTo>
                  <a:pt x="2645" y="2446"/>
                </a:lnTo>
                <a:lnTo>
                  <a:pt x="2645" y="2445"/>
                </a:lnTo>
                <a:lnTo>
                  <a:pt x="2645" y="2444"/>
                </a:lnTo>
                <a:lnTo>
                  <a:pt x="2647" y="2443"/>
                </a:lnTo>
                <a:lnTo>
                  <a:pt x="2648" y="2444"/>
                </a:lnTo>
                <a:lnTo>
                  <a:pt x="2652" y="2442"/>
                </a:lnTo>
                <a:lnTo>
                  <a:pt x="2653" y="2440"/>
                </a:lnTo>
                <a:lnTo>
                  <a:pt x="2653" y="2439"/>
                </a:lnTo>
                <a:lnTo>
                  <a:pt x="2654" y="2438"/>
                </a:lnTo>
                <a:lnTo>
                  <a:pt x="2654" y="2437"/>
                </a:lnTo>
                <a:lnTo>
                  <a:pt x="2655" y="2437"/>
                </a:lnTo>
                <a:lnTo>
                  <a:pt x="2655" y="2436"/>
                </a:lnTo>
                <a:lnTo>
                  <a:pt x="2655" y="2435"/>
                </a:lnTo>
                <a:lnTo>
                  <a:pt x="2654" y="2434"/>
                </a:lnTo>
                <a:lnTo>
                  <a:pt x="2653" y="2434"/>
                </a:lnTo>
                <a:lnTo>
                  <a:pt x="2652" y="2434"/>
                </a:lnTo>
                <a:lnTo>
                  <a:pt x="2651" y="2431"/>
                </a:lnTo>
                <a:lnTo>
                  <a:pt x="2651" y="2430"/>
                </a:lnTo>
                <a:lnTo>
                  <a:pt x="2651" y="2429"/>
                </a:lnTo>
                <a:lnTo>
                  <a:pt x="2650" y="2428"/>
                </a:lnTo>
                <a:lnTo>
                  <a:pt x="2652" y="2426"/>
                </a:lnTo>
                <a:lnTo>
                  <a:pt x="2652" y="2425"/>
                </a:lnTo>
                <a:lnTo>
                  <a:pt x="2652" y="2424"/>
                </a:lnTo>
                <a:lnTo>
                  <a:pt x="2652" y="2423"/>
                </a:lnTo>
                <a:lnTo>
                  <a:pt x="2651" y="2423"/>
                </a:lnTo>
                <a:lnTo>
                  <a:pt x="2650" y="2423"/>
                </a:lnTo>
                <a:lnTo>
                  <a:pt x="2650" y="2422"/>
                </a:lnTo>
                <a:lnTo>
                  <a:pt x="2650" y="2421"/>
                </a:lnTo>
                <a:lnTo>
                  <a:pt x="2651" y="2421"/>
                </a:lnTo>
                <a:lnTo>
                  <a:pt x="2651" y="2419"/>
                </a:lnTo>
                <a:lnTo>
                  <a:pt x="2650" y="2418"/>
                </a:lnTo>
                <a:lnTo>
                  <a:pt x="2650" y="2417"/>
                </a:lnTo>
                <a:lnTo>
                  <a:pt x="2651" y="2417"/>
                </a:lnTo>
                <a:lnTo>
                  <a:pt x="2652" y="2417"/>
                </a:lnTo>
                <a:lnTo>
                  <a:pt x="2652" y="2416"/>
                </a:lnTo>
                <a:lnTo>
                  <a:pt x="2651" y="2415"/>
                </a:lnTo>
                <a:lnTo>
                  <a:pt x="2651" y="2414"/>
                </a:lnTo>
                <a:lnTo>
                  <a:pt x="2650" y="2414"/>
                </a:lnTo>
                <a:lnTo>
                  <a:pt x="2649" y="2413"/>
                </a:lnTo>
                <a:lnTo>
                  <a:pt x="2649" y="2411"/>
                </a:lnTo>
                <a:lnTo>
                  <a:pt x="2649" y="2410"/>
                </a:lnTo>
                <a:lnTo>
                  <a:pt x="2649" y="2409"/>
                </a:lnTo>
                <a:lnTo>
                  <a:pt x="2649" y="2408"/>
                </a:lnTo>
                <a:lnTo>
                  <a:pt x="2649" y="2407"/>
                </a:lnTo>
                <a:lnTo>
                  <a:pt x="2648" y="2404"/>
                </a:lnTo>
                <a:lnTo>
                  <a:pt x="2647" y="2403"/>
                </a:lnTo>
                <a:lnTo>
                  <a:pt x="2646" y="2402"/>
                </a:lnTo>
                <a:lnTo>
                  <a:pt x="2645" y="2402"/>
                </a:lnTo>
                <a:lnTo>
                  <a:pt x="2642" y="2401"/>
                </a:lnTo>
                <a:lnTo>
                  <a:pt x="2642" y="2400"/>
                </a:lnTo>
                <a:lnTo>
                  <a:pt x="2643" y="2400"/>
                </a:lnTo>
                <a:lnTo>
                  <a:pt x="2644" y="2400"/>
                </a:lnTo>
                <a:lnTo>
                  <a:pt x="2644" y="2399"/>
                </a:lnTo>
                <a:lnTo>
                  <a:pt x="2643" y="2397"/>
                </a:lnTo>
                <a:lnTo>
                  <a:pt x="2642" y="2397"/>
                </a:lnTo>
                <a:lnTo>
                  <a:pt x="2642" y="2396"/>
                </a:lnTo>
                <a:lnTo>
                  <a:pt x="2641" y="2396"/>
                </a:lnTo>
                <a:lnTo>
                  <a:pt x="2640" y="2394"/>
                </a:lnTo>
                <a:lnTo>
                  <a:pt x="2639" y="2394"/>
                </a:lnTo>
                <a:lnTo>
                  <a:pt x="2639" y="2390"/>
                </a:lnTo>
                <a:lnTo>
                  <a:pt x="2639" y="2389"/>
                </a:lnTo>
                <a:lnTo>
                  <a:pt x="2638" y="2388"/>
                </a:lnTo>
                <a:lnTo>
                  <a:pt x="2638" y="2386"/>
                </a:lnTo>
                <a:lnTo>
                  <a:pt x="2639" y="2386"/>
                </a:lnTo>
                <a:lnTo>
                  <a:pt x="2639" y="2385"/>
                </a:lnTo>
                <a:lnTo>
                  <a:pt x="2638" y="2384"/>
                </a:lnTo>
                <a:lnTo>
                  <a:pt x="2636" y="2382"/>
                </a:lnTo>
                <a:lnTo>
                  <a:pt x="2636" y="2381"/>
                </a:lnTo>
                <a:lnTo>
                  <a:pt x="2634" y="2379"/>
                </a:lnTo>
                <a:lnTo>
                  <a:pt x="2633" y="2378"/>
                </a:lnTo>
                <a:lnTo>
                  <a:pt x="2632" y="2378"/>
                </a:lnTo>
                <a:lnTo>
                  <a:pt x="2632" y="2377"/>
                </a:lnTo>
                <a:lnTo>
                  <a:pt x="2632" y="2376"/>
                </a:lnTo>
                <a:lnTo>
                  <a:pt x="2632" y="2375"/>
                </a:lnTo>
                <a:lnTo>
                  <a:pt x="2631" y="2375"/>
                </a:lnTo>
                <a:lnTo>
                  <a:pt x="2630" y="2375"/>
                </a:lnTo>
                <a:lnTo>
                  <a:pt x="2629" y="2375"/>
                </a:lnTo>
                <a:lnTo>
                  <a:pt x="2628" y="2375"/>
                </a:lnTo>
                <a:lnTo>
                  <a:pt x="2627" y="2375"/>
                </a:lnTo>
                <a:lnTo>
                  <a:pt x="2627" y="2376"/>
                </a:lnTo>
                <a:lnTo>
                  <a:pt x="2627" y="2377"/>
                </a:lnTo>
                <a:lnTo>
                  <a:pt x="2627" y="2378"/>
                </a:lnTo>
                <a:lnTo>
                  <a:pt x="2627" y="2379"/>
                </a:lnTo>
                <a:lnTo>
                  <a:pt x="2626" y="2380"/>
                </a:lnTo>
                <a:lnTo>
                  <a:pt x="2625" y="2380"/>
                </a:lnTo>
                <a:lnTo>
                  <a:pt x="2625" y="2381"/>
                </a:lnTo>
                <a:lnTo>
                  <a:pt x="2624" y="2382"/>
                </a:lnTo>
                <a:lnTo>
                  <a:pt x="2622" y="2383"/>
                </a:lnTo>
                <a:lnTo>
                  <a:pt x="2620" y="2383"/>
                </a:lnTo>
                <a:lnTo>
                  <a:pt x="2619" y="2383"/>
                </a:lnTo>
                <a:lnTo>
                  <a:pt x="2618" y="2383"/>
                </a:lnTo>
                <a:lnTo>
                  <a:pt x="2615" y="2383"/>
                </a:lnTo>
                <a:lnTo>
                  <a:pt x="2612" y="2383"/>
                </a:lnTo>
                <a:lnTo>
                  <a:pt x="2611" y="2384"/>
                </a:lnTo>
                <a:lnTo>
                  <a:pt x="2610" y="2384"/>
                </a:lnTo>
                <a:lnTo>
                  <a:pt x="2609" y="2384"/>
                </a:lnTo>
                <a:lnTo>
                  <a:pt x="2609" y="2385"/>
                </a:lnTo>
                <a:lnTo>
                  <a:pt x="2608" y="2386"/>
                </a:lnTo>
                <a:lnTo>
                  <a:pt x="2607" y="2387"/>
                </a:lnTo>
                <a:lnTo>
                  <a:pt x="2606" y="2387"/>
                </a:lnTo>
                <a:lnTo>
                  <a:pt x="2605" y="2385"/>
                </a:lnTo>
                <a:lnTo>
                  <a:pt x="2603" y="2384"/>
                </a:lnTo>
                <a:lnTo>
                  <a:pt x="2602" y="2384"/>
                </a:lnTo>
                <a:lnTo>
                  <a:pt x="2600" y="2383"/>
                </a:lnTo>
                <a:lnTo>
                  <a:pt x="2600" y="2382"/>
                </a:lnTo>
                <a:lnTo>
                  <a:pt x="2599" y="2382"/>
                </a:lnTo>
                <a:lnTo>
                  <a:pt x="2597" y="2382"/>
                </a:lnTo>
                <a:lnTo>
                  <a:pt x="2596" y="2382"/>
                </a:lnTo>
                <a:lnTo>
                  <a:pt x="2593" y="2383"/>
                </a:lnTo>
                <a:lnTo>
                  <a:pt x="2593" y="2384"/>
                </a:lnTo>
                <a:lnTo>
                  <a:pt x="2592" y="2385"/>
                </a:lnTo>
                <a:lnTo>
                  <a:pt x="2591" y="2385"/>
                </a:lnTo>
                <a:lnTo>
                  <a:pt x="2587" y="2385"/>
                </a:lnTo>
                <a:lnTo>
                  <a:pt x="2587" y="2386"/>
                </a:lnTo>
                <a:lnTo>
                  <a:pt x="2586" y="2386"/>
                </a:lnTo>
                <a:lnTo>
                  <a:pt x="2586" y="2387"/>
                </a:lnTo>
                <a:lnTo>
                  <a:pt x="2586" y="2388"/>
                </a:lnTo>
                <a:lnTo>
                  <a:pt x="2586" y="2389"/>
                </a:lnTo>
                <a:lnTo>
                  <a:pt x="2586" y="2390"/>
                </a:lnTo>
                <a:lnTo>
                  <a:pt x="2586" y="2391"/>
                </a:lnTo>
                <a:lnTo>
                  <a:pt x="2585" y="2392"/>
                </a:lnTo>
                <a:lnTo>
                  <a:pt x="2586" y="2394"/>
                </a:lnTo>
                <a:lnTo>
                  <a:pt x="2585" y="2397"/>
                </a:lnTo>
                <a:lnTo>
                  <a:pt x="2584" y="2398"/>
                </a:lnTo>
                <a:lnTo>
                  <a:pt x="2584" y="2399"/>
                </a:lnTo>
                <a:lnTo>
                  <a:pt x="2584" y="2398"/>
                </a:lnTo>
                <a:lnTo>
                  <a:pt x="2583" y="2398"/>
                </a:lnTo>
                <a:lnTo>
                  <a:pt x="2582" y="2398"/>
                </a:lnTo>
                <a:lnTo>
                  <a:pt x="2582" y="2399"/>
                </a:lnTo>
                <a:lnTo>
                  <a:pt x="2582" y="2400"/>
                </a:lnTo>
                <a:lnTo>
                  <a:pt x="2582" y="2401"/>
                </a:lnTo>
                <a:lnTo>
                  <a:pt x="2581" y="2401"/>
                </a:lnTo>
                <a:lnTo>
                  <a:pt x="2581" y="2402"/>
                </a:lnTo>
                <a:lnTo>
                  <a:pt x="2581" y="2403"/>
                </a:lnTo>
                <a:lnTo>
                  <a:pt x="2581" y="2404"/>
                </a:lnTo>
                <a:lnTo>
                  <a:pt x="2582" y="2406"/>
                </a:lnTo>
                <a:lnTo>
                  <a:pt x="2582" y="2407"/>
                </a:lnTo>
                <a:lnTo>
                  <a:pt x="2583" y="2407"/>
                </a:lnTo>
                <a:lnTo>
                  <a:pt x="2584" y="2407"/>
                </a:lnTo>
                <a:lnTo>
                  <a:pt x="2584" y="2408"/>
                </a:lnTo>
                <a:lnTo>
                  <a:pt x="2583" y="2408"/>
                </a:lnTo>
                <a:lnTo>
                  <a:pt x="2583" y="2409"/>
                </a:lnTo>
                <a:lnTo>
                  <a:pt x="2584" y="2409"/>
                </a:lnTo>
                <a:lnTo>
                  <a:pt x="2584" y="2410"/>
                </a:lnTo>
                <a:lnTo>
                  <a:pt x="2584" y="2411"/>
                </a:lnTo>
                <a:lnTo>
                  <a:pt x="2585" y="2411"/>
                </a:lnTo>
                <a:lnTo>
                  <a:pt x="2585" y="2412"/>
                </a:lnTo>
                <a:lnTo>
                  <a:pt x="2586" y="2412"/>
                </a:lnTo>
                <a:lnTo>
                  <a:pt x="2587" y="2412"/>
                </a:lnTo>
                <a:lnTo>
                  <a:pt x="2589" y="2414"/>
                </a:lnTo>
                <a:lnTo>
                  <a:pt x="2589" y="2416"/>
                </a:lnTo>
                <a:lnTo>
                  <a:pt x="2588" y="2416"/>
                </a:lnTo>
                <a:lnTo>
                  <a:pt x="2586" y="2417"/>
                </a:lnTo>
                <a:lnTo>
                  <a:pt x="2585" y="2417"/>
                </a:lnTo>
                <a:lnTo>
                  <a:pt x="2585" y="2418"/>
                </a:lnTo>
                <a:lnTo>
                  <a:pt x="2584" y="2420"/>
                </a:lnTo>
                <a:lnTo>
                  <a:pt x="2584" y="2421"/>
                </a:lnTo>
                <a:lnTo>
                  <a:pt x="2582" y="2421"/>
                </a:lnTo>
                <a:lnTo>
                  <a:pt x="2577" y="2423"/>
                </a:lnTo>
                <a:lnTo>
                  <a:pt x="2576" y="2423"/>
                </a:lnTo>
                <a:lnTo>
                  <a:pt x="2576" y="2424"/>
                </a:lnTo>
                <a:lnTo>
                  <a:pt x="2575" y="2424"/>
                </a:lnTo>
                <a:lnTo>
                  <a:pt x="2573" y="2423"/>
                </a:lnTo>
                <a:lnTo>
                  <a:pt x="2573" y="2422"/>
                </a:lnTo>
                <a:lnTo>
                  <a:pt x="2571" y="2422"/>
                </a:lnTo>
                <a:lnTo>
                  <a:pt x="2569" y="2421"/>
                </a:lnTo>
                <a:lnTo>
                  <a:pt x="2568" y="2421"/>
                </a:lnTo>
                <a:lnTo>
                  <a:pt x="2568" y="2422"/>
                </a:lnTo>
                <a:lnTo>
                  <a:pt x="2568" y="2423"/>
                </a:lnTo>
                <a:lnTo>
                  <a:pt x="2567" y="2423"/>
                </a:lnTo>
                <a:lnTo>
                  <a:pt x="2566" y="2423"/>
                </a:lnTo>
                <a:lnTo>
                  <a:pt x="2566" y="2422"/>
                </a:lnTo>
                <a:lnTo>
                  <a:pt x="2565" y="2422"/>
                </a:lnTo>
                <a:lnTo>
                  <a:pt x="2565" y="2423"/>
                </a:lnTo>
                <a:lnTo>
                  <a:pt x="2565" y="2424"/>
                </a:lnTo>
                <a:lnTo>
                  <a:pt x="2565" y="2425"/>
                </a:lnTo>
                <a:lnTo>
                  <a:pt x="2565" y="2426"/>
                </a:lnTo>
                <a:lnTo>
                  <a:pt x="2565" y="2427"/>
                </a:lnTo>
                <a:lnTo>
                  <a:pt x="2565" y="2428"/>
                </a:lnTo>
                <a:lnTo>
                  <a:pt x="2564" y="2428"/>
                </a:lnTo>
                <a:lnTo>
                  <a:pt x="2563" y="2428"/>
                </a:lnTo>
                <a:lnTo>
                  <a:pt x="2562" y="2428"/>
                </a:lnTo>
                <a:lnTo>
                  <a:pt x="2562" y="2429"/>
                </a:lnTo>
                <a:lnTo>
                  <a:pt x="2562" y="2430"/>
                </a:lnTo>
                <a:lnTo>
                  <a:pt x="2563" y="2430"/>
                </a:lnTo>
                <a:lnTo>
                  <a:pt x="2563" y="2431"/>
                </a:lnTo>
                <a:lnTo>
                  <a:pt x="2562" y="2432"/>
                </a:lnTo>
                <a:lnTo>
                  <a:pt x="2561" y="2433"/>
                </a:lnTo>
                <a:lnTo>
                  <a:pt x="2560" y="2435"/>
                </a:lnTo>
                <a:lnTo>
                  <a:pt x="2559" y="2435"/>
                </a:lnTo>
                <a:lnTo>
                  <a:pt x="2558" y="2437"/>
                </a:lnTo>
                <a:lnTo>
                  <a:pt x="2558" y="2438"/>
                </a:lnTo>
                <a:lnTo>
                  <a:pt x="2559" y="2440"/>
                </a:lnTo>
                <a:lnTo>
                  <a:pt x="2558" y="2440"/>
                </a:lnTo>
                <a:lnTo>
                  <a:pt x="2557" y="2440"/>
                </a:lnTo>
                <a:lnTo>
                  <a:pt x="2557" y="2442"/>
                </a:lnTo>
                <a:lnTo>
                  <a:pt x="2557" y="2443"/>
                </a:lnTo>
                <a:lnTo>
                  <a:pt x="2557" y="2444"/>
                </a:lnTo>
                <a:lnTo>
                  <a:pt x="2556" y="2445"/>
                </a:lnTo>
                <a:lnTo>
                  <a:pt x="2555" y="2445"/>
                </a:lnTo>
                <a:lnTo>
                  <a:pt x="2554" y="2445"/>
                </a:lnTo>
                <a:lnTo>
                  <a:pt x="2554" y="2446"/>
                </a:lnTo>
                <a:lnTo>
                  <a:pt x="2553" y="2446"/>
                </a:lnTo>
                <a:lnTo>
                  <a:pt x="2552" y="2448"/>
                </a:lnTo>
                <a:lnTo>
                  <a:pt x="2551" y="2449"/>
                </a:lnTo>
                <a:lnTo>
                  <a:pt x="2551" y="2450"/>
                </a:lnTo>
                <a:lnTo>
                  <a:pt x="2550" y="2453"/>
                </a:lnTo>
                <a:lnTo>
                  <a:pt x="2549" y="2453"/>
                </a:lnTo>
                <a:lnTo>
                  <a:pt x="2549" y="2454"/>
                </a:lnTo>
                <a:lnTo>
                  <a:pt x="2548" y="2454"/>
                </a:lnTo>
                <a:lnTo>
                  <a:pt x="2548" y="2455"/>
                </a:lnTo>
                <a:lnTo>
                  <a:pt x="2547" y="2455"/>
                </a:lnTo>
                <a:lnTo>
                  <a:pt x="2546" y="2457"/>
                </a:lnTo>
                <a:lnTo>
                  <a:pt x="2546" y="2458"/>
                </a:lnTo>
                <a:lnTo>
                  <a:pt x="2546" y="2460"/>
                </a:lnTo>
                <a:lnTo>
                  <a:pt x="2546" y="2461"/>
                </a:lnTo>
                <a:lnTo>
                  <a:pt x="2547" y="2462"/>
                </a:lnTo>
                <a:lnTo>
                  <a:pt x="2547" y="2463"/>
                </a:lnTo>
                <a:lnTo>
                  <a:pt x="2547" y="2464"/>
                </a:lnTo>
                <a:lnTo>
                  <a:pt x="2547" y="2465"/>
                </a:lnTo>
                <a:lnTo>
                  <a:pt x="2548" y="2465"/>
                </a:lnTo>
                <a:lnTo>
                  <a:pt x="2549" y="2465"/>
                </a:lnTo>
                <a:lnTo>
                  <a:pt x="2548" y="2467"/>
                </a:lnTo>
                <a:lnTo>
                  <a:pt x="2548" y="2469"/>
                </a:lnTo>
                <a:lnTo>
                  <a:pt x="2547" y="2469"/>
                </a:lnTo>
                <a:lnTo>
                  <a:pt x="2549" y="2470"/>
                </a:lnTo>
                <a:lnTo>
                  <a:pt x="2550" y="2471"/>
                </a:lnTo>
                <a:lnTo>
                  <a:pt x="2552" y="2472"/>
                </a:lnTo>
                <a:lnTo>
                  <a:pt x="2552" y="2473"/>
                </a:lnTo>
                <a:lnTo>
                  <a:pt x="2552" y="2474"/>
                </a:lnTo>
                <a:lnTo>
                  <a:pt x="2552" y="2475"/>
                </a:lnTo>
                <a:lnTo>
                  <a:pt x="2553" y="2476"/>
                </a:lnTo>
                <a:lnTo>
                  <a:pt x="2552" y="2477"/>
                </a:lnTo>
                <a:lnTo>
                  <a:pt x="2551" y="2477"/>
                </a:lnTo>
                <a:lnTo>
                  <a:pt x="2550" y="2476"/>
                </a:lnTo>
                <a:lnTo>
                  <a:pt x="2550" y="2477"/>
                </a:lnTo>
                <a:lnTo>
                  <a:pt x="2550" y="2480"/>
                </a:lnTo>
                <a:lnTo>
                  <a:pt x="2551" y="2482"/>
                </a:lnTo>
                <a:lnTo>
                  <a:pt x="2554" y="2486"/>
                </a:lnTo>
                <a:lnTo>
                  <a:pt x="2557" y="2490"/>
                </a:lnTo>
                <a:lnTo>
                  <a:pt x="2557" y="2492"/>
                </a:lnTo>
                <a:lnTo>
                  <a:pt x="2555" y="2492"/>
                </a:lnTo>
                <a:lnTo>
                  <a:pt x="2554" y="2492"/>
                </a:lnTo>
                <a:lnTo>
                  <a:pt x="2553" y="2493"/>
                </a:lnTo>
                <a:lnTo>
                  <a:pt x="2553" y="2494"/>
                </a:lnTo>
                <a:lnTo>
                  <a:pt x="2553" y="2495"/>
                </a:lnTo>
                <a:lnTo>
                  <a:pt x="2554" y="2495"/>
                </a:lnTo>
                <a:lnTo>
                  <a:pt x="2554" y="2496"/>
                </a:lnTo>
                <a:lnTo>
                  <a:pt x="2555" y="2498"/>
                </a:lnTo>
                <a:lnTo>
                  <a:pt x="2553" y="2500"/>
                </a:lnTo>
                <a:lnTo>
                  <a:pt x="2553" y="2501"/>
                </a:lnTo>
                <a:lnTo>
                  <a:pt x="2553" y="2502"/>
                </a:lnTo>
                <a:lnTo>
                  <a:pt x="2553" y="2503"/>
                </a:lnTo>
                <a:lnTo>
                  <a:pt x="2553" y="2505"/>
                </a:lnTo>
                <a:lnTo>
                  <a:pt x="2554" y="2505"/>
                </a:lnTo>
                <a:lnTo>
                  <a:pt x="2554" y="2507"/>
                </a:lnTo>
                <a:lnTo>
                  <a:pt x="2555" y="2508"/>
                </a:lnTo>
                <a:lnTo>
                  <a:pt x="2555" y="2509"/>
                </a:lnTo>
                <a:lnTo>
                  <a:pt x="2555" y="2512"/>
                </a:lnTo>
                <a:lnTo>
                  <a:pt x="2555" y="2513"/>
                </a:lnTo>
                <a:lnTo>
                  <a:pt x="2555" y="2514"/>
                </a:lnTo>
                <a:lnTo>
                  <a:pt x="2555" y="2515"/>
                </a:lnTo>
                <a:lnTo>
                  <a:pt x="2554" y="2515"/>
                </a:lnTo>
                <a:lnTo>
                  <a:pt x="2553" y="2515"/>
                </a:lnTo>
                <a:lnTo>
                  <a:pt x="2552" y="2515"/>
                </a:lnTo>
                <a:lnTo>
                  <a:pt x="2551" y="2514"/>
                </a:lnTo>
                <a:lnTo>
                  <a:pt x="2547" y="2513"/>
                </a:lnTo>
                <a:lnTo>
                  <a:pt x="2545" y="2513"/>
                </a:lnTo>
                <a:lnTo>
                  <a:pt x="2544" y="2513"/>
                </a:lnTo>
                <a:lnTo>
                  <a:pt x="2542" y="2513"/>
                </a:lnTo>
                <a:lnTo>
                  <a:pt x="2541" y="2512"/>
                </a:lnTo>
                <a:lnTo>
                  <a:pt x="2540" y="2512"/>
                </a:lnTo>
                <a:lnTo>
                  <a:pt x="2539" y="2512"/>
                </a:lnTo>
                <a:lnTo>
                  <a:pt x="2537" y="2511"/>
                </a:lnTo>
                <a:lnTo>
                  <a:pt x="2536" y="2511"/>
                </a:lnTo>
                <a:lnTo>
                  <a:pt x="2535" y="2512"/>
                </a:lnTo>
                <a:lnTo>
                  <a:pt x="2534" y="2513"/>
                </a:lnTo>
                <a:lnTo>
                  <a:pt x="2533" y="2513"/>
                </a:lnTo>
                <a:lnTo>
                  <a:pt x="2533" y="2514"/>
                </a:lnTo>
                <a:lnTo>
                  <a:pt x="2532" y="2513"/>
                </a:lnTo>
                <a:lnTo>
                  <a:pt x="2531" y="2513"/>
                </a:lnTo>
                <a:lnTo>
                  <a:pt x="2530" y="2514"/>
                </a:lnTo>
                <a:lnTo>
                  <a:pt x="2529" y="2514"/>
                </a:lnTo>
                <a:lnTo>
                  <a:pt x="2529" y="2515"/>
                </a:lnTo>
                <a:lnTo>
                  <a:pt x="2527" y="2514"/>
                </a:lnTo>
                <a:lnTo>
                  <a:pt x="2525" y="2514"/>
                </a:lnTo>
                <a:lnTo>
                  <a:pt x="2525" y="2515"/>
                </a:lnTo>
                <a:lnTo>
                  <a:pt x="2524" y="2515"/>
                </a:lnTo>
                <a:lnTo>
                  <a:pt x="2523" y="2516"/>
                </a:lnTo>
                <a:lnTo>
                  <a:pt x="2523" y="2517"/>
                </a:lnTo>
                <a:lnTo>
                  <a:pt x="2521" y="2517"/>
                </a:lnTo>
                <a:lnTo>
                  <a:pt x="2521" y="2518"/>
                </a:lnTo>
                <a:lnTo>
                  <a:pt x="2520" y="2518"/>
                </a:lnTo>
                <a:lnTo>
                  <a:pt x="2520" y="2519"/>
                </a:lnTo>
                <a:lnTo>
                  <a:pt x="2518" y="2519"/>
                </a:lnTo>
                <a:lnTo>
                  <a:pt x="2518" y="2520"/>
                </a:lnTo>
                <a:lnTo>
                  <a:pt x="2518" y="2521"/>
                </a:lnTo>
                <a:lnTo>
                  <a:pt x="2517" y="2521"/>
                </a:lnTo>
                <a:lnTo>
                  <a:pt x="2516" y="2522"/>
                </a:lnTo>
                <a:lnTo>
                  <a:pt x="2515" y="2523"/>
                </a:lnTo>
                <a:lnTo>
                  <a:pt x="2515" y="2524"/>
                </a:lnTo>
                <a:lnTo>
                  <a:pt x="2514" y="2525"/>
                </a:lnTo>
                <a:lnTo>
                  <a:pt x="2513" y="2525"/>
                </a:lnTo>
                <a:lnTo>
                  <a:pt x="2512" y="2525"/>
                </a:lnTo>
                <a:lnTo>
                  <a:pt x="2512" y="2524"/>
                </a:lnTo>
                <a:lnTo>
                  <a:pt x="2511" y="2524"/>
                </a:lnTo>
                <a:lnTo>
                  <a:pt x="2511" y="2525"/>
                </a:lnTo>
                <a:lnTo>
                  <a:pt x="2511" y="2526"/>
                </a:lnTo>
                <a:lnTo>
                  <a:pt x="2510" y="2527"/>
                </a:lnTo>
                <a:lnTo>
                  <a:pt x="2510" y="2528"/>
                </a:lnTo>
                <a:lnTo>
                  <a:pt x="2510" y="2529"/>
                </a:lnTo>
                <a:lnTo>
                  <a:pt x="2510" y="2530"/>
                </a:lnTo>
                <a:lnTo>
                  <a:pt x="2510" y="2531"/>
                </a:lnTo>
                <a:lnTo>
                  <a:pt x="2509" y="2532"/>
                </a:lnTo>
                <a:lnTo>
                  <a:pt x="2509" y="2533"/>
                </a:lnTo>
                <a:lnTo>
                  <a:pt x="2508" y="2533"/>
                </a:lnTo>
                <a:lnTo>
                  <a:pt x="2507" y="2534"/>
                </a:lnTo>
                <a:lnTo>
                  <a:pt x="2506" y="2534"/>
                </a:lnTo>
                <a:lnTo>
                  <a:pt x="2506" y="2535"/>
                </a:lnTo>
                <a:lnTo>
                  <a:pt x="2505" y="2535"/>
                </a:lnTo>
                <a:lnTo>
                  <a:pt x="2504" y="2535"/>
                </a:lnTo>
                <a:lnTo>
                  <a:pt x="2504" y="2536"/>
                </a:lnTo>
                <a:lnTo>
                  <a:pt x="2504" y="2537"/>
                </a:lnTo>
                <a:lnTo>
                  <a:pt x="2504" y="2538"/>
                </a:lnTo>
                <a:lnTo>
                  <a:pt x="2503" y="2539"/>
                </a:lnTo>
                <a:lnTo>
                  <a:pt x="2503" y="2540"/>
                </a:lnTo>
                <a:lnTo>
                  <a:pt x="2504" y="2540"/>
                </a:lnTo>
                <a:lnTo>
                  <a:pt x="2507" y="2541"/>
                </a:lnTo>
                <a:lnTo>
                  <a:pt x="2508" y="2541"/>
                </a:lnTo>
                <a:lnTo>
                  <a:pt x="2509" y="2541"/>
                </a:lnTo>
                <a:lnTo>
                  <a:pt x="2510" y="2542"/>
                </a:lnTo>
                <a:lnTo>
                  <a:pt x="2511" y="2542"/>
                </a:lnTo>
                <a:lnTo>
                  <a:pt x="2512" y="2543"/>
                </a:lnTo>
                <a:lnTo>
                  <a:pt x="2513" y="2543"/>
                </a:lnTo>
                <a:lnTo>
                  <a:pt x="2514" y="2543"/>
                </a:lnTo>
                <a:lnTo>
                  <a:pt x="2515" y="2543"/>
                </a:lnTo>
                <a:lnTo>
                  <a:pt x="2515" y="2544"/>
                </a:lnTo>
                <a:lnTo>
                  <a:pt x="2514" y="2546"/>
                </a:lnTo>
                <a:lnTo>
                  <a:pt x="2513" y="2547"/>
                </a:lnTo>
                <a:lnTo>
                  <a:pt x="2513" y="2548"/>
                </a:lnTo>
                <a:lnTo>
                  <a:pt x="2514" y="2549"/>
                </a:lnTo>
                <a:lnTo>
                  <a:pt x="2514" y="2548"/>
                </a:lnTo>
                <a:lnTo>
                  <a:pt x="2514" y="2549"/>
                </a:lnTo>
                <a:lnTo>
                  <a:pt x="2514" y="2551"/>
                </a:lnTo>
                <a:lnTo>
                  <a:pt x="2514" y="2552"/>
                </a:lnTo>
                <a:lnTo>
                  <a:pt x="2513" y="2552"/>
                </a:lnTo>
                <a:lnTo>
                  <a:pt x="2513" y="2554"/>
                </a:lnTo>
                <a:lnTo>
                  <a:pt x="2512" y="2554"/>
                </a:lnTo>
                <a:lnTo>
                  <a:pt x="2512" y="2555"/>
                </a:lnTo>
                <a:lnTo>
                  <a:pt x="2513" y="2555"/>
                </a:lnTo>
                <a:lnTo>
                  <a:pt x="2513" y="2556"/>
                </a:lnTo>
                <a:lnTo>
                  <a:pt x="2512" y="2556"/>
                </a:lnTo>
                <a:lnTo>
                  <a:pt x="2512" y="2557"/>
                </a:lnTo>
                <a:lnTo>
                  <a:pt x="2513" y="2557"/>
                </a:lnTo>
                <a:lnTo>
                  <a:pt x="2513" y="2558"/>
                </a:lnTo>
                <a:lnTo>
                  <a:pt x="2512" y="2558"/>
                </a:lnTo>
                <a:lnTo>
                  <a:pt x="2511" y="2558"/>
                </a:lnTo>
                <a:lnTo>
                  <a:pt x="2510" y="2559"/>
                </a:lnTo>
                <a:lnTo>
                  <a:pt x="2509" y="2560"/>
                </a:lnTo>
                <a:lnTo>
                  <a:pt x="2510" y="2560"/>
                </a:lnTo>
                <a:lnTo>
                  <a:pt x="2510" y="2561"/>
                </a:lnTo>
                <a:lnTo>
                  <a:pt x="2510" y="2562"/>
                </a:lnTo>
                <a:lnTo>
                  <a:pt x="2511" y="2562"/>
                </a:lnTo>
                <a:lnTo>
                  <a:pt x="2511" y="2563"/>
                </a:lnTo>
                <a:lnTo>
                  <a:pt x="2512" y="2564"/>
                </a:lnTo>
                <a:lnTo>
                  <a:pt x="2513" y="2565"/>
                </a:lnTo>
                <a:lnTo>
                  <a:pt x="2514" y="2564"/>
                </a:lnTo>
                <a:lnTo>
                  <a:pt x="2515" y="2564"/>
                </a:lnTo>
                <a:lnTo>
                  <a:pt x="2517" y="2565"/>
                </a:lnTo>
                <a:lnTo>
                  <a:pt x="2518" y="2565"/>
                </a:lnTo>
                <a:lnTo>
                  <a:pt x="2518" y="2566"/>
                </a:lnTo>
                <a:lnTo>
                  <a:pt x="2518" y="2567"/>
                </a:lnTo>
                <a:lnTo>
                  <a:pt x="2518" y="2570"/>
                </a:lnTo>
                <a:lnTo>
                  <a:pt x="2519" y="2571"/>
                </a:lnTo>
                <a:lnTo>
                  <a:pt x="2520" y="2572"/>
                </a:lnTo>
                <a:lnTo>
                  <a:pt x="2520" y="2574"/>
                </a:lnTo>
                <a:lnTo>
                  <a:pt x="2521" y="2575"/>
                </a:lnTo>
                <a:lnTo>
                  <a:pt x="2522" y="2575"/>
                </a:lnTo>
                <a:lnTo>
                  <a:pt x="2522" y="2574"/>
                </a:lnTo>
                <a:lnTo>
                  <a:pt x="2522" y="2572"/>
                </a:lnTo>
                <a:lnTo>
                  <a:pt x="2522" y="2571"/>
                </a:lnTo>
                <a:lnTo>
                  <a:pt x="2522" y="2570"/>
                </a:lnTo>
                <a:lnTo>
                  <a:pt x="2522" y="2569"/>
                </a:lnTo>
                <a:lnTo>
                  <a:pt x="2523" y="2569"/>
                </a:lnTo>
                <a:lnTo>
                  <a:pt x="2523" y="2568"/>
                </a:lnTo>
                <a:lnTo>
                  <a:pt x="2524" y="2568"/>
                </a:lnTo>
                <a:lnTo>
                  <a:pt x="2524" y="2569"/>
                </a:lnTo>
                <a:lnTo>
                  <a:pt x="2525" y="2569"/>
                </a:lnTo>
                <a:lnTo>
                  <a:pt x="2524" y="2569"/>
                </a:lnTo>
                <a:lnTo>
                  <a:pt x="2525" y="2570"/>
                </a:lnTo>
                <a:lnTo>
                  <a:pt x="2525" y="2571"/>
                </a:lnTo>
                <a:lnTo>
                  <a:pt x="2526" y="2571"/>
                </a:lnTo>
                <a:lnTo>
                  <a:pt x="2526" y="2572"/>
                </a:lnTo>
                <a:lnTo>
                  <a:pt x="2527" y="2572"/>
                </a:lnTo>
                <a:lnTo>
                  <a:pt x="2527" y="2573"/>
                </a:lnTo>
                <a:lnTo>
                  <a:pt x="2527" y="2574"/>
                </a:lnTo>
                <a:lnTo>
                  <a:pt x="2527" y="2575"/>
                </a:lnTo>
                <a:lnTo>
                  <a:pt x="2528" y="2576"/>
                </a:lnTo>
                <a:lnTo>
                  <a:pt x="2528" y="2578"/>
                </a:lnTo>
                <a:lnTo>
                  <a:pt x="2527" y="2578"/>
                </a:lnTo>
                <a:lnTo>
                  <a:pt x="2527" y="2581"/>
                </a:lnTo>
                <a:lnTo>
                  <a:pt x="2527" y="2582"/>
                </a:lnTo>
                <a:lnTo>
                  <a:pt x="2527" y="2583"/>
                </a:lnTo>
                <a:lnTo>
                  <a:pt x="2527" y="2585"/>
                </a:lnTo>
                <a:lnTo>
                  <a:pt x="2527" y="2586"/>
                </a:lnTo>
                <a:lnTo>
                  <a:pt x="2526" y="2586"/>
                </a:lnTo>
                <a:lnTo>
                  <a:pt x="2524" y="2586"/>
                </a:lnTo>
                <a:lnTo>
                  <a:pt x="2523" y="2587"/>
                </a:lnTo>
                <a:lnTo>
                  <a:pt x="2523" y="2588"/>
                </a:lnTo>
                <a:lnTo>
                  <a:pt x="2522" y="2588"/>
                </a:lnTo>
                <a:lnTo>
                  <a:pt x="2521" y="2589"/>
                </a:lnTo>
                <a:lnTo>
                  <a:pt x="2520" y="2589"/>
                </a:lnTo>
                <a:lnTo>
                  <a:pt x="2520" y="2588"/>
                </a:lnTo>
                <a:lnTo>
                  <a:pt x="2519" y="2588"/>
                </a:lnTo>
                <a:lnTo>
                  <a:pt x="2518" y="2588"/>
                </a:lnTo>
                <a:lnTo>
                  <a:pt x="2518" y="2589"/>
                </a:lnTo>
                <a:lnTo>
                  <a:pt x="2517" y="2589"/>
                </a:lnTo>
                <a:lnTo>
                  <a:pt x="2516" y="2589"/>
                </a:lnTo>
                <a:lnTo>
                  <a:pt x="2515" y="2589"/>
                </a:lnTo>
                <a:lnTo>
                  <a:pt x="2514" y="2590"/>
                </a:lnTo>
                <a:lnTo>
                  <a:pt x="2514" y="2592"/>
                </a:lnTo>
                <a:lnTo>
                  <a:pt x="2513" y="2593"/>
                </a:lnTo>
                <a:lnTo>
                  <a:pt x="2513" y="2594"/>
                </a:lnTo>
                <a:lnTo>
                  <a:pt x="2513" y="2596"/>
                </a:lnTo>
                <a:lnTo>
                  <a:pt x="2512" y="2597"/>
                </a:lnTo>
                <a:lnTo>
                  <a:pt x="2512" y="2598"/>
                </a:lnTo>
                <a:lnTo>
                  <a:pt x="2511" y="2598"/>
                </a:lnTo>
                <a:lnTo>
                  <a:pt x="2511" y="2597"/>
                </a:lnTo>
                <a:lnTo>
                  <a:pt x="2510" y="2598"/>
                </a:lnTo>
                <a:lnTo>
                  <a:pt x="2510" y="2599"/>
                </a:lnTo>
                <a:lnTo>
                  <a:pt x="2510" y="2600"/>
                </a:lnTo>
                <a:lnTo>
                  <a:pt x="2510" y="2601"/>
                </a:lnTo>
                <a:lnTo>
                  <a:pt x="2510" y="2602"/>
                </a:lnTo>
                <a:lnTo>
                  <a:pt x="2509" y="2602"/>
                </a:lnTo>
                <a:lnTo>
                  <a:pt x="2510" y="2602"/>
                </a:lnTo>
                <a:lnTo>
                  <a:pt x="2511" y="2603"/>
                </a:lnTo>
                <a:lnTo>
                  <a:pt x="2511" y="2604"/>
                </a:lnTo>
                <a:lnTo>
                  <a:pt x="2508" y="2603"/>
                </a:lnTo>
                <a:lnTo>
                  <a:pt x="2507" y="2603"/>
                </a:lnTo>
                <a:lnTo>
                  <a:pt x="2504" y="2604"/>
                </a:lnTo>
                <a:lnTo>
                  <a:pt x="2502" y="2605"/>
                </a:lnTo>
                <a:lnTo>
                  <a:pt x="2502" y="2606"/>
                </a:lnTo>
                <a:lnTo>
                  <a:pt x="2502" y="2607"/>
                </a:lnTo>
                <a:lnTo>
                  <a:pt x="2503" y="2608"/>
                </a:lnTo>
                <a:lnTo>
                  <a:pt x="2505" y="2610"/>
                </a:lnTo>
                <a:lnTo>
                  <a:pt x="2506" y="2610"/>
                </a:lnTo>
                <a:lnTo>
                  <a:pt x="2508" y="2609"/>
                </a:lnTo>
                <a:lnTo>
                  <a:pt x="2509" y="2610"/>
                </a:lnTo>
                <a:lnTo>
                  <a:pt x="2509" y="2611"/>
                </a:lnTo>
                <a:lnTo>
                  <a:pt x="2510" y="2612"/>
                </a:lnTo>
                <a:lnTo>
                  <a:pt x="2510" y="2613"/>
                </a:lnTo>
                <a:lnTo>
                  <a:pt x="2511" y="2614"/>
                </a:lnTo>
                <a:lnTo>
                  <a:pt x="2512" y="2614"/>
                </a:lnTo>
                <a:lnTo>
                  <a:pt x="2513" y="2614"/>
                </a:lnTo>
                <a:lnTo>
                  <a:pt x="2513" y="2615"/>
                </a:lnTo>
                <a:lnTo>
                  <a:pt x="2513" y="2616"/>
                </a:lnTo>
                <a:lnTo>
                  <a:pt x="2514" y="2616"/>
                </a:lnTo>
                <a:lnTo>
                  <a:pt x="2515" y="2616"/>
                </a:lnTo>
                <a:lnTo>
                  <a:pt x="2516" y="2617"/>
                </a:lnTo>
                <a:lnTo>
                  <a:pt x="2517" y="2617"/>
                </a:lnTo>
                <a:lnTo>
                  <a:pt x="2517" y="2618"/>
                </a:lnTo>
                <a:lnTo>
                  <a:pt x="2518" y="2619"/>
                </a:lnTo>
                <a:lnTo>
                  <a:pt x="2517" y="2619"/>
                </a:lnTo>
                <a:lnTo>
                  <a:pt x="2518" y="2620"/>
                </a:lnTo>
                <a:lnTo>
                  <a:pt x="2518" y="2621"/>
                </a:lnTo>
                <a:lnTo>
                  <a:pt x="2519" y="2622"/>
                </a:lnTo>
                <a:lnTo>
                  <a:pt x="2521" y="2623"/>
                </a:lnTo>
                <a:lnTo>
                  <a:pt x="2522" y="2623"/>
                </a:lnTo>
                <a:lnTo>
                  <a:pt x="2524" y="2623"/>
                </a:lnTo>
                <a:lnTo>
                  <a:pt x="2524" y="2624"/>
                </a:lnTo>
                <a:lnTo>
                  <a:pt x="2525" y="2626"/>
                </a:lnTo>
                <a:lnTo>
                  <a:pt x="2525" y="2627"/>
                </a:lnTo>
                <a:lnTo>
                  <a:pt x="2526" y="2627"/>
                </a:lnTo>
                <a:lnTo>
                  <a:pt x="2526" y="2626"/>
                </a:lnTo>
                <a:lnTo>
                  <a:pt x="2526" y="2625"/>
                </a:lnTo>
                <a:lnTo>
                  <a:pt x="2527" y="2625"/>
                </a:lnTo>
                <a:lnTo>
                  <a:pt x="2527" y="2626"/>
                </a:lnTo>
                <a:lnTo>
                  <a:pt x="2528" y="2628"/>
                </a:lnTo>
                <a:lnTo>
                  <a:pt x="2528" y="2631"/>
                </a:lnTo>
                <a:lnTo>
                  <a:pt x="2528" y="2632"/>
                </a:lnTo>
                <a:lnTo>
                  <a:pt x="2528" y="2633"/>
                </a:lnTo>
                <a:lnTo>
                  <a:pt x="2528" y="2634"/>
                </a:lnTo>
                <a:lnTo>
                  <a:pt x="2528" y="2635"/>
                </a:lnTo>
                <a:lnTo>
                  <a:pt x="2529" y="2636"/>
                </a:lnTo>
                <a:lnTo>
                  <a:pt x="2530" y="2636"/>
                </a:lnTo>
                <a:lnTo>
                  <a:pt x="2531" y="2637"/>
                </a:lnTo>
                <a:lnTo>
                  <a:pt x="2531" y="2636"/>
                </a:lnTo>
                <a:lnTo>
                  <a:pt x="2531" y="2635"/>
                </a:lnTo>
                <a:lnTo>
                  <a:pt x="2532" y="2635"/>
                </a:lnTo>
                <a:lnTo>
                  <a:pt x="2532" y="2636"/>
                </a:lnTo>
                <a:lnTo>
                  <a:pt x="2533" y="2637"/>
                </a:lnTo>
                <a:lnTo>
                  <a:pt x="2536" y="2637"/>
                </a:lnTo>
                <a:lnTo>
                  <a:pt x="2539" y="2637"/>
                </a:lnTo>
                <a:lnTo>
                  <a:pt x="2540" y="2638"/>
                </a:lnTo>
                <a:lnTo>
                  <a:pt x="2540" y="2639"/>
                </a:lnTo>
                <a:lnTo>
                  <a:pt x="2539" y="2639"/>
                </a:lnTo>
                <a:lnTo>
                  <a:pt x="2538" y="2640"/>
                </a:lnTo>
                <a:lnTo>
                  <a:pt x="2539" y="2643"/>
                </a:lnTo>
                <a:lnTo>
                  <a:pt x="2539" y="2644"/>
                </a:lnTo>
                <a:lnTo>
                  <a:pt x="2540" y="2646"/>
                </a:lnTo>
                <a:lnTo>
                  <a:pt x="2540" y="2647"/>
                </a:lnTo>
                <a:lnTo>
                  <a:pt x="2541" y="2651"/>
                </a:lnTo>
                <a:lnTo>
                  <a:pt x="2541" y="2652"/>
                </a:lnTo>
                <a:lnTo>
                  <a:pt x="2542" y="2652"/>
                </a:lnTo>
                <a:lnTo>
                  <a:pt x="2543" y="2652"/>
                </a:lnTo>
                <a:lnTo>
                  <a:pt x="2544" y="2653"/>
                </a:lnTo>
                <a:lnTo>
                  <a:pt x="2544" y="2654"/>
                </a:lnTo>
                <a:lnTo>
                  <a:pt x="2543" y="2655"/>
                </a:lnTo>
                <a:lnTo>
                  <a:pt x="2542" y="2655"/>
                </a:lnTo>
                <a:lnTo>
                  <a:pt x="2541" y="2656"/>
                </a:lnTo>
                <a:lnTo>
                  <a:pt x="2540" y="2658"/>
                </a:lnTo>
                <a:lnTo>
                  <a:pt x="2541" y="2658"/>
                </a:lnTo>
                <a:lnTo>
                  <a:pt x="2541" y="2659"/>
                </a:lnTo>
                <a:lnTo>
                  <a:pt x="2542" y="2659"/>
                </a:lnTo>
                <a:lnTo>
                  <a:pt x="2542" y="2660"/>
                </a:lnTo>
                <a:lnTo>
                  <a:pt x="2542" y="2661"/>
                </a:lnTo>
                <a:lnTo>
                  <a:pt x="2543" y="2662"/>
                </a:lnTo>
                <a:lnTo>
                  <a:pt x="2544" y="2663"/>
                </a:lnTo>
                <a:lnTo>
                  <a:pt x="2545" y="2664"/>
                </a:lnTo>
                <a:lnTo>
                  <a:pt x="2545" y="2665"/>
                </a:lnTo>
                <a:lnTo>
                  <a:pt x="2546" y="2666"/>
                </a:lnTo>
                <a:lnTo>
                  <a:pt x="2547" y="2666"/>
                </a:lnTo>
                <a:lnTo>
                  <a:pt x="2547" y="2665"/>
                </a:lnTo>
                <a:lnTo>
                  <a:pt x="2548" y="2665"/>
                </a:lnTo>
                <a:lnTo>
                  <a:pt x="2550" y="2664"/>
                </a:lnTo>
                <a:lnTo>
                  <a:pt x="2550" y="2665"/>
                </a:lnTo>
                <a:lnTo>
                  <a:pt x="2550" y="2667"/>
                </a:lnTo>
                <a:lnTo>
                  <a:pt x="2551" y="2667"/>
                </a:lnTo>
                <a:lnTo>
                  <a:pt x="2551" y="2668"/>
                </a:lnTo>
                <a:lnTo>
                  <a:pt x="2550" y="2670"/>
                </a:lnTo>
                <a:lnTo>
                  <a:pt x="2551" y="2672"/>
                </a:lnTo>
                <a:lnTo>
                  <a:pt x="2551" y="2673"/>
                </a:lnTo>
                <a:lnTo>
                  <a:pt x="2552" y="2673"/>
                </a:lnTo>
                <a:lnTo>
                  <a:pt x="2553" y="2673"/>
                </a:lnTo>
                <a:lnTo>
                  <a:pt x="2554" y="2674"/>
                </a:lnTo>
                <a:lnTo>
                  <a:pt x="2555" y="2674"/>
                </a:lnTo>
                <a:lnTo>
                  <a:pt x="2555" y="2675"/>
                </a:lnTo>
                <a:lnTo>
                  <a:pt x="2553" y="2677"/>
                </a:lnTo>
                <a:lnTo>
                  <a:pt x="2552" y="2677"/>
                </a:lnTo>
                <a:lnTo>
                  <a:pt x="2551" y="2676"/>
                </a:lnTo>
                <a:lnTo>
                  <a:pt x="2550" y="2676"/>
                </a:lnTo>
                <a:lnTo>
                  <a:pt x="2549" y="2677"/>
                </a:lnTo>
                <a:lnTo>
                  <a:pt x="2548" y="2677"/>
                </a:lnTo>
                <a:lnTo>
                  <a:pt x="2548" y="2678"/>
                </a:lnTo>
                <a:lnTo>
                  <a:pt x="2547" y="2678"/>
                </a:lnTo>
                <a:lnTo>
                  <a:pt x="2547" y="2679"/>
                </a:lnTo>
                <a:lnTo>
                  <a:pt x="2546" y="2679"/>
                </a:lnTo>
                <a:lnTo>
                  <a:pt x="2545" y="2680"/>
                </a:lnTo>
                <a:lnTo>
                  <a:pt x="2545" y="2681"/>
                </a:lnTo>
                <a:lnTo>
                  <a:pt x="2545" y="2684"/>
                </a:lnTo>
                <a:lnTo>
                  <a:pt x="2546" y="2685"/>
                </a:lnTo>
                <a:lnTo>
                  <a:pt x="2547" y="2686"/>
                </a:lnTo>
                <a:lnTo>
                  <a:pt x="2547" y="2687"/>
                </a:lnTo>
                <a:lnTo>
                  <a:pt x="2547" y="2689"/>
                </a:lnTo>
                <a:lnTo>
                  <a:pt x="2547" y="2691"/>
                </a:lnTo>
                <a:lnTo>
                  <a:pt x="2547" y="2692"/>
                </a:lnTo>
                <a:lnTo>
                  <a:pt x="2547" y="2693"/>
                </a:lnTo>
                <a:lnTo>
                  <a:pt x="2547" y="2696"/>
                </a:lnTo>
                <a:lnTo>
                  <a:pt x="2547" y="2697"/>
                </a:lnTo>
                <a:lnTo>
                  <a:pt x="2547" y="2698"/>
                </a:lnTo>
                <a:lnTo>
                  <a:pt x="2546" y="2699"/>
                </a:lnTo>
                <a:lnTo>
                  <a:pt x="2545" y="2700"/>
                </a:lnTo>
                <a:lnTo>
                  <a:pt x="2545" y="2701"/>
                </a:lnTo>
                <a:lnTo>
                  <a:pt x="2544" y="2703"/>
                </a:lnTo>
                <a:lnTo>
                  <a:pt x="2544" y="2704"/>
                </a:lnTo>
                <a:lnTo>
                  <a:pt x="2545" y="2705"/>
                </a:lnTo>
                <a:lnTo>
                  <a:pt x="2546" y="2705"/>
                </a:lnTo>
                <a:lnTo>
                  <a:pt x="2547" y="2707"/>
                </a:lnTo>
                <a:lnTo>
                  <a:pt x="2547" y="2708"/>
                </a:lnTo>
                <a:lnTo>
                  <a:pt x="2548" y="2708"/>
                </a:lnTo>
                <a:lnTo>
                  <a:pt x="2549" y="2709"/>
                </a:lnTo>
                <a:lnTo>
                  <a:pt x="2550" y="2709"/>
                </a:lnTo>
                <a:lnTo>
                  <a:pt x="2550" y="2710"/>
                </a:lnTo>
                <a:lnTo>
                  <a:pt x="2550" y="2712"/>
                </a:lnTo>
                <a:lnTo>
                  <a:pt x="2550" y="2713"/>
                </a:lnTo>
                <a:lnTo>
                  <a:pt x="2550" y="2714"/>
                </a:lnTo>
                <a:lnTo>
                  <a:pt x="2551" y="2714"/>
                </a:lnTo>
                <a:lnTo>
                  <a:pt x="2550" y="2717"/>
                </a:lnTo>
                <a:lnTo>
                  <a:pt x="2547" y="2720"/>
                </a:lnTo>
                <a:lnTo>
                  <a:pt x="2545" y="2721"/>
                </a:lnTo>
                <a:lnTo>
                  <a:pt x="2544" y="2721"/>
                </a:lnTo>
                <a:lnTo>
                  <a:pt x="2543" y="2722"/>
                </a:lnTo>
                <a:lnTo>
                  <a:pt x="2542" y="2723"/>
                </a:lnTo>
                <a:lnTo>
                  <a:pt x="2541" y="2723"/>
                </a:lnTo>
                <a:lnTo>
                  <a:pt x="2541" y="2722"/>
                </a:lnTo>
                <a:lnTo>
                  <a:pt x="2540" y="2723"/>
                </a:lnTo>
                <a:lnTo>
                  <a:pt x="2540" y="2722"/>
                </a:lnTo>
                <a:lnTo>
                  <a:pt x="2539" y="2722"/>
                </a:lnTo>
                <a:lnTo>
                  <a:pt x="2536" y="2722"/>
                </a:lnTo>
                <a:lnTo>
                  <a:pt x="2535" y="2722"/>
                </a:lnTo>
                <a:lnTo>
                  <a:pt x="2535" y="2723"/>
                </a:lnTo>
                <a:lnTo>
                  <a:pt x="2534" y="2723"/>
                </a:lnTo>
                <a:lnTo>
                  <a:pt x="2533" y="2723"/>
                </a:lnTo>
                <a:lnTo>
                  <a:pt x="2532" y="2723"/>
                </a:lnTo>
                <a:lnTo>
                  <a:pt x="2532" y="2724"/>
                </a:lnTo>
                <a:lnTo>
                  <a:pt x="2531" y="2724"/>
                </a:lnTo>
                <a:lnTo>
                  <a:pt x="2531" y="2726"/>
                </a:lnTo>
                <a:lnTo>
                  <a:pt x="2531" y="2727"/>
                </a:lnTo>
                <a:lnTo>
                  <a:pt x="2531" y="2728"/>
                </a:lnTo>
                <a:lnTo>
                  <a:pt x="2529" y="2730"/>
                </a:lnTo>
                <a:lnTo>
                  <a:pt x="2528" y="2730"/>
                </a:lnTo>
                <a:lnTo>
                  <a:pt x="2527" y="2730"/>
                </a:lnTo>
                <a:lnTo>
                  <a:pt x="2526" y="2732"/>
                </a:lnTo>
                <a:lnTo>
                  <a:pt x="2525" y="2733"/>
                </a:lnTo>
                <a:lnTo>
                  <a:pt x="2525" y="2734"/>
                </a:lnTo>
                <a:lnTo>
                  <a:pt x="2525" y="2735"/>
                </a:lnTo>
                <a:lnTo>
                  <a:pt x="2525" y="2736"/>
                </a:lnTo>
                <a:lnTo>
                  <a:pt x="2522" y="2739"/>
                </a:lnTo>
                <a:lnTo>
                  <a:pt x="2521" y="2739"/>
                </a:lnTo>
                <a:lnTo>
                  <a:pt x="2520" y="2739"/>
                </a:lnTo>
                <a:lnTo>
                  <a:pt x="2520" y="2738"/>
                </a:lnTo>
                <a:lnTo>
                  <a:pt x="2520" y="2737"/>
                </a:lnTo>
                <a:lnTo>
                  <a:pt x="2519" y="2737"/>
                </a:lnTo>
                <a:lnTo>
                  <a:pt x="2516" y="2734"/>
                </a:lnTo>
                <a:lnTo>
                  <a:pt x="2516" y="2733"/>
                </a:lnTo>
                <a:lnTo>
                  <a:pt x="2515" y="2733"/>
                </a:lnTo>
                <a:lnTo>
                  <a:pt x="2515" y="2732"/>
                </a:lnTo>
                <a:lnTo>
                  <a:pt x="2514" y="2732"/>
                </a:lnTo>
                <a:lnTo>
                  <a:pt x="2514" y="2730"/>
                </a:lnTo>
                <a:lnTo>
                  <a:pt x="2513" y="2730"/>
                </a:lnTo>
                <a:lnTo>
                  <a:pt x="2513" y="2729"/>
                </a:lnTo>
                <a:lnTo>
                  <a:pt x="2512" y="2729"/>
                </a:lnTo>
                <a:lnTo>
                  <a:pt x="2511" y="2729"/>
                </a:lnTo>
                <a:lnTo>
                  <a:pt x="2511" y="2728"/>
                </a:lnTo>
                <a:lnTo>
                  <a:pt x="2510" y="2727"/>
                </a:lnTo>
                <a:lnTo>
                  <a:pt x="2509" y="2726"/>
                </a:lnTo>
                <a:lnTo>
                  <a:pt x="2508" y="2726"/>
                </a:lnTo>
                <a:lnTo>
                  <a:pt x="2508" y="2727"/>
                </a:lnTo>
                <a:lnTo>
                  <a:pt x="2507" y="2729"/>
                </a:lnTo>
                <a:lnTo>
                  <a:pt x="2507" y="2731"/>
                </a:lnTo>
                <a:lnTo>
                  <a:pt x="2507" y="2732"/>
                </a:lnTo>
                <a:lnTo>
                  <a:pt x="2506" y="2732"/>
                </a:lnTo>
                <a:lnTo>
                  <a:pt x="2506" y="2733"/>
                </a:lnTo>
                <a:lnTo>
                  <a:pt x="2505" y="2733"/>
                </a:lnTo>
                <a:lnTo>
                  <a:pt x="2505" y="2734"/>
                </a:lnTo>
                <a:lnTo>
                  <a:pt x="2504" y="2735"/>
                </a:lnTo>
                <a:lnTo>
                  <a:pt x="2504" y="2736"/>
                </a:lnTo>
                <a:lnTo>
                  <a:pt x="2503" y="2737"/>
                </a:lnTo>
                <a:lnTo>
                  <a:pt x="2501" y="2737"/>
                </a:lnTo>
                <a:lnTo>
                  <a:pt x="2500" y="2737"/>
                </a:lnTo>
                <a:lnTo>
                  <a:pt x="2500" y="2738"/>
                </a:lnTo>
                <a:lnTo>
                  <a:pt x="2499" y="2738"/>
                </a:lnTo>
                <a:lnTo>
                  <a:pt x="2497" y="2740"/>
                </a:lnTo>
                <a:lnTo>
                  <a:pt x="2495" y="2741"/>
                </a:lnTo>
                <a:lnTo>
                  <a:pt x="2493" y="2743"/>
                </a:lnTo>
                <a:lnTo>
                  <a:pt x="2492" y="2743"/>
                </a:lnTo>
                <a:lnTo>
                  <a:pt x="2492" y="2744"/>
                </a:lnTo>
                <a:lnTo>
                  <a:pt x="2492" y="2745"/>
                </a:lnTo>
                <a:lnTo>
                  <a:pt x="2492" y="2746"/>
                </a:lnTo>
                <a:lnTo>
                  <a:pt x="2491" y="2747"/>
                </a:lnTo>
                <a:lnTo>
                  <a:pt x="2491" y="2748"/>
                </a:lnTo>
                <a:lnTo>
                  <a:pt x="2490" y="2748"/>
                </a:lnTo>
                <a:lnTo>
                  <a:pt x="2490" y="2749"/>
                </a:lnTo>
                <a:lnTo>
                  <a:pt x="2488" y="2750"/>
                </a:lnTo>
                <a:lnTo>
                  <a:pt x="2488" y="2751"/>
                </a:lnTo>
                <a:lnTo>
                  <a:pt x="2487" y="2751"/>
                </a:lnTo>
                <a:lnTo>
                  <a:pt x="2486" y="2751"/>
                </a:lnTo>
                <a:lnTo>
                  <a:pt x="2486" y="2752"/>
                </a:lnTo>
                <a:lnTo>
                  <a:pt x="2485" y="2752"/>
                </a:lnTo>
                <a:lnTo>
                  <a:pt x="2485" y="2753"/>
                </a:lnTo>
                <a:lnTo>
                  <a:pt x="2484" y="2755"/>
                </a:lnTo>
                <a:lnTo>
                  <a:pt x="2483" y="2756"/>
                </a:lnTo>
                <a:lnTo>
                  <a:pt x="2482" y="2757"/>
                </a:lnTo>
                <a:lnTo>
                  <a:pt x="2481" y="2757"/>
                </a:lnTo>
                <a:lnTo>
                  <a:pt x="2481" y="2758"/>
                </a:lnTo>
                <a:lnTo>
                  <a:pt x="2480" y="2759"/>
                </a:lnTo>
                <a:lnTo>
                  <a:pt x="2478" y="2761"/>
                </a:lnTo>
                <a:lnTo>
                  <a:pt x="2478" y="2762"/>
                </a:lnTo>
                <a:lnTo>
                  <a:pt x="2478" y="2763"/>
                </a:lnTo>
                <a:lnTo>
                  <a:pt x="2477" y="2764"/>
                </a:lnTo>
                <a:lnTo>
                  <a:pt x="2476" y="2764"/>
                </a:lnTo>
                <a:lnTo>
                  <a:pt x="2476" y="2765"/>
                </a:lnTo>
                <a:lnTo>
                  <a:pt x="2475" y="2765"/>
                </a:lnTo>
                <a:lnTo>
                  <a:pt x="2474" y="2766"/>
                </a:lnTo>
                <a:lnTo>
                  <a:pt x="2473" y="2766"/>
                </a:lnTo>
                <a:lnTo>
                  <a:pt x="2473" y="2767"/>
                </a:lnTo>
                <a:lnTo>
                  <a:pt x="2472" y="2767"/>
                </a:lnTo>
                <a:lnTo>
                  <a:pt x="2472" y="2768"/>
                </a:lnTo>
                <a:lnTo>
                  <a:pt x="2471" y="2768"/>
                </a:lnTo>
                <a:lnTo>
                  <a:pt x="2470" y="2767"/>
                </a:lnTo>
                <a:lnTo>
                  <a:pt x="2468" y="2767"/>
                </a:lnTo>
                <a:lnTo>
                  <a:pt x="2468" y="2768"/>
                </a:lnTo>
                <a:lnTo>
                  <a:pt x="2467" y="2768"/>
                </a:lnTo>
                <a:lnTo>
                  <a:pt x="2466" y="2768"/>
                </a:lnTo>
                <a:lnTo>
                  <a:pt x="2464" y="2769"/>
                </a:lnTo>
                <a:lnTo>
                  <a:pt x="2463" y="2769"/>
                </a:lnTo>
                <a:lnTo>
                  <a:pt x="2461" y="2770"/>
                </a:lnTo>
                <a:lnTo>
                  <a:pt x="2459" y="2770"/>
                </a:lnTo>
                <a:lnTo>
                  <a:pt x="2459" y="2771"/>
                </a:lnTo>
                <a:lnTo>
                  <a:pt x="2458" y="2771"/>
                </a:lnTo>
                <a:lnTo>
                  <a:pt x="2457" y="2771"/>
                </a:lnTo>
                <a:lnTo>
                  <a:pt x="2456" y="2772"/>
                </a:lnTo>
                <a:lnTo>
                  <a:pt x="2454" y="2772"/>
                </a:lnTo>
                <a:lnTo>
                  <a:pt x="2453" y="2772"/>
                </a:lnTo>
                <a:lnTo>
                  <a:pt x="2452" y="2772"/>
                </a:lnTo>
                <a:lnTo>
                  <a:pt x="2451" y="2773"/>
                </a:lnTo>
                <a:lnTo>
                  <a:pt x="2450" y="2773"/>
                </a:lnTo>
                <a:lnTo>
                  <a:pt x="2447" y="2774"/>
                </a:lnTo>
                <a:lnTo>
                  <a:pt x="2446" y="2774"/>
                </a:lnTo>
                <a:lnTo>
                  <a:pt x="2445" y="2774"/>
                </a:lnTo>
                <a:lnTo>
                  <a:pt x="2445" y="2773"/>
                </a:lnTo>
                <a:lnTo>
                  <a:pt x="2442" y="2773"/>
                </a:lnTo>
                <a:lnTo>
                  <a:pt x="2442" y="2774"/>
                </a:lnTo>
                <a:lnTo>
                  <a:pt x="2441" y="2774"/>
                </a:lnTo>
                <a:lnTo>
                  <a:pt x="2440" y="2774"/>
                </a:lnTo>
                <a:lnTo>
                  <a:pt x="2440" y="2773"/>
                </a:lnTo>
                <a:lnTo>
                  <a:pt x="2438" y="2773"/>
                </a:lnTo>
                <a:lnTo>
                  <a:pt x="2437" y="2772"/>
                </a:lnTo>
                <a:lnTo>
                  <a:pt x="2436" y="2771"/>
                </a:lnTo>
                <a:lnTo>
                  <a:pt x="2436" y="2770"/>
                </a:lnTo>
                <a:lnTo>
                  <a:pt x="2435" y="2769"/>
                </a:lnTo>
                <a:lnTo>
                  <a:pt x="2435" y="2768"/>
                </a:lnTo>
                <a:lnTo>
                  <a:pt x="2435" y="2767"/>
                </a:lnTo>
                <a:lnTo>
                  <a:pt x="2434" y="2765"/>
                </a:lnTo>
                <a:lnTo>
                  <a:pt x="2433" y="2762"/>
                </a:lnTo>
                <a:lnTo>
                  <a:pt x="2432" y="2762"/>
                </a:lnTo>
                <a:lnTo>
                  <a:pt x="2431" y="2760"/>
                </a:lnTo>
                <a:lnTo>
                  <a:pt x="2430" y="2759"/>
                </a:lnTo>
                <a:lnTo>
                  <a:pt x="2429" y="2758"/>
                </a:lnTo>
                <a:lnTo>
                  <a:pt x="2428" y="2757"/>
                </a:lnTo>
                <a:lnTo>
                  <a:pt x="2428" y="2756"/>
                </a:lnTo>
                <a:lnTo>
                  <a:pt x="2428" y="2755"/>
                </a:lnTo>
                <a:lnTo>
                  <a:pt x="2427" y="2755"/>
                </a:lnTo>
                <a:lnTo>
                  <a:pt x="2426" y="2755"/>
                </a:lnTo>
                <a:lnTo>
                  <a:pt x="2426" y="2756"/>
                </a:lnTo>
                <a:lnTo>
                  <a:pt x="2424" y="2757"/>
                </a:lnTo>
                <a:lnTo>
                  <a:pt x="2423" y="2758"/>
                </a:lnTo>
                <a:lnTo>
                  <a:pt x="2422" y="2758"/>
                </a:lnTo>
                <a:lnTo>
                  <a:pt x="2421" y="2759"/>
                </a:lnTo>
                <a:lnTo>
                  <a:pt x="2420" y="2759"/>
                </a:lnTo>
                <a:lnTo>
                  <a:pt x="2419" y="2759"/>
                </a:lnTo>
                <a:lnTo>
                  <a:pt x="2417" y="2760"/>
                </a:lnTo>
                <a:lnTo>
                  <a:pt x="2416" y="2760"/>
                </a:lnTo>
                <a:lnTo>
                  <a:pt x="2415" y="2760"/>
                </a:lnTo>
                <a:lnTo>
                  <a:pt x="2414" y="2760"/>
                </a:lnTo>
                <a:lnTo>
                  <a:pt x="2414" y="2761"/>
                </a:lnTo>
                <a:lnTo>
                  <a:pt x="2413" y="2761"/>
                </a:lnTo>
                <a:lnTo>
                  <a:pt x="2412" y="2761"/>
                </a:lnTo>
                <a:lnTo>
                  <a:pt x="2412" y="2762"/>
                </a:lnTo>
                <a:lnTo>
                  <a:pt x="2411" y="2762"/>
                </a:lnTo>
                <a:lnTo>
                  <a:pt x="2410" y="2763"/>
                </a:lnTo>
                <a:lnTo>
                  <a:pt x="2409" y="2764"/>
                </a:lnTo>
                <a:lnTo>
                  <a:pt x="2408" y="2764"/>
                </a:lnTo>
                <a:lnTo>
                  <a:pt x="2407" y="2764"/>
                </a:lnTo>
                <a:lnTo>
                  <a:pt x="2406" y="2764"/>
                </a:lnTo>
                <a:lnTo>
                  <a:pt x="2403" y="2765"/>
                </a:lnTo>
                <a:lnTo>
                  <a:pt x="2402" y="2765"/>
                </a:lnTo>
                <a:lnTo>
                  <a:pt x="2401" y="2766"/>
                </a:lnTo>
                <a:lnTo>
                  <a:pt x="2400" y="2766"/>
                </a:lnTo>
                <a:lnTo>
                  <a:pt x="2399" y="2766"/>
                </a:lnTo>
                <a:lnTo>
                  <a:pt x="2398" y="2767"/>
                </a:lnTo>
                <a:lnTo>
                  <a:pt x="2397" y="2767"/>
                </a:lnTo>
                <a:lnTo>
                  <a:pt x="2394" y="2768"/>
                </a:lnTo>
                <a:lnTo>
                  <a:pt x="2393" y="2768"/>
                </a:lnTo>
                <a:lnTo>
                  <a:pt x="2392" y="2768"/>
                </a:lnTo>
                <a:lnTo>
                  <a:pt x="2392" y="2769"/>
                </a:lnTo>
                <a:lnTo>
                  <a:pt x="2391" y="2769"/>
                </a:lnTo>
                <a:lnTo>
                  <a:pt x="2390" y="2769"/>
                </a:lnTo>
                <a:lnTo>
                  <a:pt x="2390" y="2770"/>
                </a:lnTo>
                <a:lnTo>
                  <a:pt x="2389" y="2770"/>
                </a:lnTo>
                <a:lnTo>
                  <a:pt x="2388" y="2770"/>
                </a:lnTo>
                <a:lnTo>
                  <a:pt x="2386" y="2771"/>
                </a:lnTo>
                <a:lnTo>
                  <a:pt x="2384" y="2772"/>
                </a:lnTo>
                <a:lnTo>
                  <a:pt x="2382" y="2773"/>
                </a:lnTo>
                <a:lnTo>
                  <a:pt x="2381" y="2773"/>
                </a:lnTo>
                <a:lnTo>
                  <a:pt x="2380" y="2774"/>
                </a:lnTo>
                <a:lnTo>
                  <a:pt x="2378" y="2775"/>
                </a:lnTo>
                <a:lnTo>
                  <a:pt x="2377" y="2775"/>
                </a:lnTo>
                <a:lnTo>
                  <a:pt x="2376" y="2776"/>
                </a:lnTo>
                <a:lnTo>
                  <a:pt x="2375" y="2776"/>
                </a:lnTo>
                <a:lnTo>
                  <a:pt x="2374" y="2777"/>
                </a:lnTo>
                <a:lnTo>
                  <a:pt x="2374" y="2778"/>
                </a:lnTo>
                <a:lnTo>
                  <a:pt x="2374" y="2779"/>
                </a:lnTo>
                <a:lnTo>
                  <a:pt x="2374" y="2781"/>
                </a:lnTo>
                <a:lnTo>
                  <a:pt x="2374" y="2782"/>
                </a:lnTo>
                <a:lnTo>
                  <a:pt x="2374" y="2783"/>
                </a:lnTo>
                <a:lnTo>
                  <a:pt x="2374" y="2784"/>
                </a:lnTo>
                <a:lnTo>
                  <a:pt x="2374" y="2785"/>
                </a:lnTo>
                <a:lnTo>
                  <a:pt x="2373" y="2786"/>
                </a:lnTo>
                <a:lnTo>
                  <a:pt x="2373" y="2787"/>
                </a:lnTo>
                <a:lnTo>
                  <a:pt x="2373" y="2788"/>
                </a:lnTo>
                <a:lnTo>
                  <a:pt x="2373" y="2789"/>
                </a:lnTo>
                <a:lnTo>
                  <a:pt x="2372" y="2789"/>
                </a:lnTo>
                <a:lnTo>
                  <a:pt x="2372" y="2790"/>
                </a:lnTo>
                <a:lnTo>
                  <a:pt x="2372" y="2791"/>
                </a:lnTo>
                <a:lnTo>
                  <a:pt x="2372" y="2792"/>
                </a:lnTo>
                <a:lnTo>
                  <a:pt x="2372" y="2793"/>
                </a:lnTo>
                <a:lnTo>
                  <a:pt x="2372" y="2794"/>
                </a:lnTo>
                <a:lnTo>
                  <a:pt x="2371" y="2795"/>
                </a:lnTo>
                <a:lnTo>
                  <a:pt x="2371" y="2796"/>
                </a:lnTo>
                <a:lnTo>
                  <a:pt x="2371" y="2797"/>
                </a:lnTo>
                <a:lnTo>
                  <a:pt x="2371" y="2798"/>
                </a:lnTo>
                <a:lnTo>
                  <a:pt x="2371" y="2799"/>
                </a:lnTo>
                <a:lnTo>
                  <a:pt x="2370" y="2799"/>
                </a:lnTo>
                <a:lnTo>
                  <a:pt x="2370" y="2800"/>
                </a:lnTo>
                <a:lnTo>
                  <a:pt x="2370" y="2801"/>
                </a:lnTo>
                <a:lnTo>
                  <a:pt x="2370" y="2802"/>
                </a:lnTo>
                <a:lnTo>
                  <a:pt x="2370" y="2803"/>
                </a:lnTo>
                <a:lnTo>
                  <a:pt x="2369" y="2804"/>
                </a:lnTo>
                <a:lnTo>
                  <a:pt x="2367" y="2804"/>
                </a:lnTo>
                <a:lnTo>
                  <a:pt x="2365" y="2805"/>
                </a:lnTo>
                <a:lnTo>
                  <a:pt x="2365" y="2806"/>
                </a:lnTo>
                <a:lnTo>
                  <a:pt x="2362" y="2807"/>
                </a:lnTo>
                <a:lnTo>
                  <a:pt x="2361" y="2808"/>
                </a:lnTo>
                <a:lnTo>
                  <a:pt x="2359" y="2809"/>
                </a:lnTo>
                <a:lnTo>
                  <a:pt x="2356" y="2812"/>
                </a:lnTo>
                <a:lnTo>
                  <a:pt x="2355" y="2812"/>
                </a:lnTo>
                <a:lnTo>
                  <a:pt x="2354" y="2813"/>
                </a:lnTo>
                <a:lnTo>
                  <a:pt x="2353" y="2813"/>
                </a:lnTo>
                <a:lnTo>
                  <a:pt x="2351" y="2813"/>
                </a:lnTo>
                <a:lnTo>
                  <a:pt x="2348" y="2810"/>
                </a:lnTo>
                <a:lnTo>
                  <a:pt x="2345" y="2808"/>
                </a:lnTo>
                <a:lnTo>
                  <a:pt x="2344" y="2808"/>
                </a:lnTo>
                <a:lnTo>
                  <a:pt x="2342" y="2806"/>
                </a:lnTo>
                <a:lnTo>
                  <a:pt x="2340" y="2804"/>
                </a:lnTo>
                <a:lnTo>
                  <a:pt x="2339" y="2803"/>
                </a:lnTo>
                <a:lnTo>
                  <a:pt x="2339" y="2802"/>
                </a:lnTo>
                <a:lnTo>
                  <a:pt x="2338" y="2802"/>
                </a:lnTo>
                <a:lnTo>
                  <a:pt x="2337" y="2801"/>
                </a:lnTo>
                <a:lnTo>
                  <a:pt x="2336" y="2800"/>
                </a:lnTo>
                <a:lnTo>
                  <a:pt x="2335" y="2799"/>
                </a:lnTo>
                <a:lnTo>
                  <a:pt x="2334" y="2799"/>
                </a:lnTo>
                <a:lnTo>
                  <a:pt x="2333" y="2799"/>
                </a:lnTo>
                <a:lnTo>
                  <a:pt x="2331" y="2798"/>
                </a:lnTo>
                <a:lnTo>
                  <a:pt x="2326" y="2796"/>
                </a:lnTo>
                <a:lnTo>
                  <a:pt x="2325" y="2796"/>
                </a:lnTo>
                <a:lnTo>
                  <a:pt x="2324" y="2796"/>
                </a:lnTo>
                <a:lnTo>
                  <a:pt x="2321" y="2795"/>
                </a:lnTo>
                <a:lnTo>
                  <a:pt x="2320" y="2795"/>
                </a:lnTo>
                <a:lnTo>
                  <a:pt x="2319" y="2795"/>
                </a:lnTo>
                <a:lnTo>
                  <a:pt x="2314" y="2792"/>
                </a:lnTo>
                <a:lnTo>
                  <a:pt x="2313" y="2792"/>
                </a:lnTo>
                <a:lnTo>
                  <a:pt x="2308" y="2788"/>
                </a:lnTo>
                <a:lnTo>
                  <a:pt x="2306" y="2788"/>
                </a:lnTo>
                <a:lnTo>
                  <a:pt x="2300" y="2790"/>
                </a:lnTo>
                <a:lnTo>
                  <a:pt x="2299" y="2792"/>
                </a:lnTo>
                <a:lnTo>
                  <a:pt x="2298" y="2794"/>
                </a:lnTo>
                <a:lnTo>
                  <a:pt x="2297" y="2794"/>
                </a:lnTo>
                <a:lnTo>
                  <a:pt x="2293" y="2798"/>
                </a:lnTo>
                <a:lnTo>
                  <a:pt x="2292" y="2799"/>
                </a:lnTo>
                <a:lnTo>
                  <a:pt x="2291" y="2799"/>
                </a:lnTo>
                <a:lnTo>
                  <a:pt x="2290" y="2799"/>
                </a:lnTo>
                <a:lnTo>
                  <a:pt x="2289" y="2799"/>
                </a:lnTo>
                <a:lnTo>
                  <a:pt x="2289" y="2798"/>
                </a:lnTo>
                <a:lnTo>
                  <a:pt x="2288" y="2798"/>
                </a:lnTo>
                <a:lnTo>
                  <a:pt x="2287" y="2798"/>
                </a:lnTo>
                <a:lnTo>
                  <a:pt x="2287" y="2799"/>
                </a:lnTo>
                <a:lnTo>
                  <a:pt x="2286" y="2799"/>
                </a:lnTo>
                <a:lnTo>
                  <a:pt x="2285" y="2799"/>
                </a:lnTo>
                <a:lnTo>
                  <a:pt x="2285" y="2802"/>
                </a:lnTo>
                <a:lnTo>
                  <a:pt x="2284" y="2803"/>
                </a:lnTo>
                <a:lnTo>
                  <a:pt x="2283" y="2805"/>
                </a:lnTo>
                <a:lnTo>
                  <a:pt x="2283" y="2806"/>
                </a:lnTo>
                <a:lnTo>
                  <a:pt x="2284" y="2807"/>
                </a:lnTo>
                <a:lnTo>
                  <a:pt x="2284" y="2808"/>
                </a:lnTo>
                <a:lnTo>
                  <a:pt x="2283" y="2810"/>
                </a:lnTo>
                <a:lnTo>
                  <a:pt x="2282" y="2811"/>
                </a:lnTo>
                <a:lnTo>
                  <a:pt x="2281" y="2811"/>
                </a:lnTo>
                <a:lnTo>
                  <a:pt x="2281" y="2812"/>
                </a:lnTo>
                <a:lnTo>
                  <a:pt x="2279" y="2814"/>
                </a:lnTo>
                <a:lnTo>
                  <a:pt x="2278" y="2814"/>
                </a:lnTo>
                <a:lnTo>
                  <a:pt x="2277" y="2816"/>
                </a:lnTo>
                <a:lnTo>
                  <a:pt x="2276" y="2816"/>
                </a:lnTo>
                <a:lnTo>
                  <a:pt x="2275" y="2817"/>
                </a:lnTo>
                <a:lnTo>
                  <a:pt x="2275" y="2818"/>
                </a:lnTo>
                <a:lnTo>
                  <a:pt x="2274" y="2819"/>
                </a:lnTo>
                <a:lnTo>
                  <a:pt x="2274" y="2820"/>
                </a:lnTo>
                <a:lnTo>
                  <a:pt x="2274" y="2821"/>
                </a:lnTo>
                <a:lnTo>
                  <a:pt x="2274" y="2823"/>
                </a:lnTo>
                <a:lnTo>
                  <a:pt x="2275" y="2824"/>
                </a:lnTo>
                <a:lnTo>
                  <a:pt x="2275" y="2825"/>
                </a:lnTo>
                <a:lnTo>
                  <a:pt x="2274" y="2825"/>
                </a:lnTo>
                <a:lnTo>
                  <a:pt x="2274" y="2826"/>
                </a:lnTo>
                <a:lnTo>
                  <a:pt x="2274" y="2827"/>
                </a:lnTo>
                <a:lnTo>
                  <a:pt x="2273" y="2828"/>
                </a:lnTo>
                <a:lnTo>
                  <a:pt x="2273" y="2829"/>
                </a:lnTo>
                <a:lnTo>
                  <a:pt x="2272" y="2830"/>
                </a:lnTo>
                <a:lnTo>
                  <a:pt x="2271" y="2832"/>
                </a:lnTo>
                <a:lnTo>
                  <a:pt x="2270" y="2833"/>
                </a:lnTo>
                <a:lnTo>
                  <a:pt x="2269" y="2835"/>
                </a:lnTo>
                <a:lnTo>
                  <a:pt x="2268" y="2836"/>
                </a:lnTo>
                <a:lnTo>
                  <a:pt x="2268" y="2837"/>
                </a:lnTo>
                <a:lnTo>
                  <a:pt x="2268" y="2839"/>
                </a:lnTo>
                <a:lnTo>
                  <a:pt x="2268" y="2840"/>
                </a:lnTo>
                <a:lnTo>
                  <a:pt x="2268" y="2843"/>
                </a:lnTo>
                <a:lnTo>
                  <a:pt x="2267" y="2843"/>
                </a:lnTo>
                <a:lnTo>
                  <a:pt x="2266" y="2844"/>
                </a:lnTo>
                <a:lnTo>
                  <a:pt x="2266" y="2845"/>
                </a:lnTo>
                <a:lnTo>
                  <a:pt x="2265" y="2846"/>
                </a:lnTo>
                <a:lnTo>
                  <a:pt x="2264" y="2847"/>
                </a:lnTo>
                <a:lnTo>
                  <a:pt x="2263" y="2848"/>
                </a:lnTo>
                <a:lnTo>
                  <a:pt x="2263" y="2850"/>
                </a:lnTo>
                <a:lnTo>
                  <a:pt x="2262" y="2850"/>
                </a:lnTo>
                <a:lnTo>
                  <a:pt x="2262" y="2851"/>
                </a:lnTo>
                <a:lnTo>
                  <a:pt x="2262" y="2852"/>
                </a:lnTo>
                <a:lnTo>
                  <a:pt x="2262" y="2854"/>
                </a:lnTo>
                <a:lnTo>
                  <a:pt x="2262" y="2855"/>
                </a:lnTo>
                <a:lnTo>
                  <a:pt x="2261" y="2855"/>
                </a:lnTo>
                <a:lnTo>
                  <a:pt x="2261" y="2856"/>
                </a:lnTo>
                <a:lnTo>
                  <a:pt x="2260" y="2856"/>
                </a:lnTo>
                <a:lnTo>
                  <a:pt x="2260" y="2857"/>
                </a:lnTo>
                <a:lnTo>
                  <a:pt x="2260" y="2858"/>
                </a:lnTo>
                <a:lnTo>
                  <a:pt x="2259" y="2860"/>
                </a:lnTo>
                <a:lnTo>
                  <a:pt x="2257" y="2863"/>
                </a:lnTo>
                <a:lnTo>
                  <a:pt x="2256" y="2865"/>
                </a:lnTo>
                <a:lnTo>
                  <a:pt x="2256" y="2866"/>
                </a:lnTo>
                <a:lnTo>
                  <a:pt x="2255" y="2867"/>
                </a:lnTo>
                <a:lnTo>
                  <a:pt x="2255" y="2868"/>
                </a:lnTo>
                <a:lnTo>
                  <a:pt x="2255" y="2869"/>
                </a:lnTo>
                <a:lnTo>
                  <a:pt x="2255" y="2870"/>
                </a:lnTo>
                <a:lnTo>
                  <a:pt x="2254" y="2871"/>
                </a:lnTo>
                <a:lnTo>
                  <a:pt x="2254" y="2872"/>
                </a:lnTo>
                <a:lnTo>
                  <a:pt x="2253" y="2874"/>
                </a:lnTo>
                <a:lnTo>
                  <a:pt x="2251" y="2875"/>
                </a:lnTo>
                <a:lnTo>
                  <a:pt x="2251" y="2877"/>
                </a:lnTo>
                <a:lnTo>
                  <a:pt x="2250" y="2878"/>
                </a:lnTo>
                <a:lnTo>
                  <a:pt x="2250" y="2879"/>
                </a:lnTo>
                <a:lnTo>
                  <a:pt x="2250" y="2880"/>
                </a:lnTo>
                <a:lnTo>
                  <a:pt x="2250" y="2881"/>
                </a:lnTo>
                <a:lnTo>
                  <a:pt x="2249" y="2884"/>
                </a:lnTo>
                <a:lnTo>
                  <a:pt x="2249" y="2885"/>
                </a:lnTo>
                <a:lnTo>
                  <a:pt x="2249" y="2886"/>
                </a:lnTo>
                <a:lnTo>
                  <a:pt x="2248" y="2886"/>
                </a:lnTo>
                <a:lnTo>
                  <a:pt x="2247" y="2888"/>
                </a:lnTo>
                <a:lnTo>
                  <a:pt x="2245" y="2892"/>
                </a:lnTo>
                <a:lnTo>
                  <a:pt x="2243" y="2895"/>
                </a:lnTo>
                <a:lnTo>
                  <a:pt x="2240" y="2898"/>
                </a:lnTo>
                <a:lnTo>
                  <a:pt x="2240" y="2899"/>
                </a:lnTo>
                <a:lnTo>
                  <a:pt x="2240" y="2906"/>
                </a:lnTo>
                <a:lnTo>
                  <a:pt x="2240" y="2913"/>
                </a:lnTo>
                <a:lnTo>
                  <a:pt x="2240" y="2914"/>
                </a:lnTo>
                <a:lnTo>
                  <a:pt x="2241" y="2914"/>
                </a:lnTo>
                <a:lnTo>
                  <a:pt x="2241" y="2915"/>
                </a:lnTo>
                <a:lnTo>
                  <a:pt x="2240" y="2919"/>
                </a:lnTo>
                <a:lnTo>
                  <a:pt x="2239" y="2921"/>
                </a:lnTo>
                <a:lnTo>
                  <a:pt x="2238" y="2922"/>
                </a:lnTo>
                <a:lnTo>
                  <a:pt x="2235" y="2925"/>
                </a:lnTo>
                <a:lnTo>
                  <a:pt x="2235" y="2926"/>
                </a:lnTo>
                <a:lnTo>
                  <a:pt x="2235" y="2927"/>
                </a:lnTo>
                <a:lnTo>
                  <a:pt x="2236" y="2928"/>
                </a:lnTo>
                <a:lnTo>
                  <a:pt x="2237" y="2929"/>
                </a:lnTo>
                <a:lnTo>
                  <a:pt x="2237" y="2931"/>
                </a:lnTo>
                <a:lnTo>
                  <a:pt x="2237" y="2935"/>
                </a:lnTo>
                <a:lnTo>
                  <a:pt x="2237" y="2936"/>
                </a:lnTo>
                <a:lnTo>
                  <a:pt x="2237" y="2937"/>
                </a:lnTo>
                <a:lnTo>
                  <a:pt x="2236" y="2937"/>
                </a:lnTo>
                <a:lnTo>
                  <a:pt x="2235" y="2936"/>
                </a:lnTo>
                <a:lnTo>
                  <a:pt x="2234" y="2936"/>
                </a:lnTo>
                <a:lnTo>
                  <a:pt x="2232" y="2936"/>
                </a:lnTo>
                <a:lnTo>
                  <a:pt x="2229" y="2936"/>
                </a:lnTo>
                <a:lnTo>
                  <a:pt x="2229" y="2937"/>
                </a:lnTo>
                <a:lnTo>
                  <a:pt x="2229" y="2938"/>
                </a:lnTo>
                <a:lnTo>
                  <a:pt x="2228" y="2939"/>
                </a:lnTo>
                <a:lnTo>
                  <a:pt x="2225" y="2937"/>
                </a:lnTo>
                <a:lnTo>
                  <a:pt x="2224" y="2936"/>
                </a:lnTo>
                <a:lnTo>
                  <a:pt x="2223" y="2936"/>
                </a:lnTo>
                <a:lnTo>
                  <a:pt x="2222" y="2935"/>
                </a:lnTo>
                <a:lnTo>
                  <a:pt x="2221" y="2935"/>
                </a:lnTo>
                <a:lnTo>
                  <a:pt x="2221" y="2936"/>
                </a:lnTo>
                <a:lnTo>
                  <a:pt x="2220" y="2937"/>
                </a:lnTo>
                <a:lnTo>
                  <a:pt x="2219" y="2939"/>
                </a:lnTo>
                <a:lnTo>
                  <a:pt x="2217" y="2940"/>
                </a:lnTo>
                <a:lnTo>
                  <a:pt x="2215" y="2943"/>
                </a:lnTo>
                <a:lnTo>
                  <a:pt x="2214" y="2943"/>
                </a:lnTo>
                <a:lnTo>
                  <a:pt x="2213" y="2943"/>
                </a:lnTo>
                <a:lnTo>
                  <a:pt x="2209" y="2942"/>
                </a:lnTo>
                <a:lnTo>
                  <a:pt x="2204" y="2940"/>
                </a:lnTo>
                <a:lnTo>
                  <a:pt x="2203" y="2940"/>
                </a:lnTo>
                <a:lnTo>
                  <a:pt x="2203" y="2939"/>
                </a:lnTo>
                <a:lnTo>
                  <a:pt x="2203" y="2938"/>
                </a:lnTo>
                <a:lnTo>
                  <a:pt x="2202" y="2937"/>
                </a:lnTo>
                <a:lnTo>
                  <a:pt x="2200" y="2936"/>
                </a:lnTo>
                <a:lnTo>
                  <a:pt x="2198" y="2935"/>
                </a:lnTo>
                <a:lnTo>
                  <a:pt x="2195" y="2934"/>
                </a:lnTo>
                <a:lnTo>
                  <a:pt x="2193" y="2934"/>
                </a:lnTo>
                <a:lnTo>
                  <a:pt x="2192" y="2933"/>
                </a:lnTo>
                <a:lnTo>
                  <a:pt x="2191" y="2933"/>
                </a:lnTo>
                <a:lnTo>
                  <a:pt x="2190" y="2934"/>
                </a:lnTo>
                <a:lnTo>
                  <a:pt x="2189" y="2934"/>
                </a:lnTo>
                <a:lnTo>
                  <a:pt x="2189" y="2935"/>
                </a:lnTo>
                <a:lnTo>
                  <a:pt x="2188" y="2936"/>
                </a:lnTo>
                <a:lnTo>
                  <a:pt x="2187" y="2936"/>
                </a:lnTo>
                <a:lnTo>
                  <a:pt x="2184" y="2934"/>
                </a:lnTo>
                <a:lnTo>
                  <a:pt x="2183" y="2934"/>
                </a:lnTo>
                <a:lnTo>
                  <a:pt x="2183" y="2933"/>
                </a:lnTo>
                <a:lnTo>
                  <a:pt x="2181" y="2933"/>
                </a:lnTo>
                <a:lnTo>
                  <a:pt x="2176" y="2932"/>
                </a:lnTo>
                <a:lnTo>
                  <a:pt x="2174" y="2931"/>
                </a:lnTo>
                <a:lnTo>
                  <a:pt x="2173" y="2931"/>
                </a:lnTo>
                <a:lnTo>
                  <a:pt x="2173" y="2930"/>
                </a:lnTo>
                <a:lnTo>
                  <a:pt x="2172" y="2930"/>
                </a:lnTo>
                <a:lnTo>
                  <a:pt x="2171" y="2930"/>
                </a:lnTo>
                <a:lnTo>
                  <a:pt x="2170" y="2930"/>
                </a:lnTo>
                <a:lnTo>
                  <a:pt x="2169" y="2931"/>
                </a:lnTo>
                <a:lnTo>
                  <a:pt x="2168" y="2931"/>
                </a:lnTo>
                <a:lnTo>
                  <a:pt x="2166" y="2932"/>
                </a:lnTo>
                <a:lnTo>
                  <a:pt x="2164" y="2933"/>
                </a:lnTo>
                <a:lnTo>
                  <a:pt x="2163" y="2934"/>
                </a:lnTo>
                <a:lnTo>
                  <a:pt x="2162" y="2934"/>
                </a:lnTo>
                <a:lnTo>
                  <a:pt x="2161" y="2935"/>
                </a:lnTo>
                <a:lnTo>
                  <a:pt x="2160" y="2935"/>
                </a:lnTo>
                <a:lnTo>
                  <a:pt x="2160" y="2936"/>
                </a:lnTo>
                <a:lnTo>
                  <a:pt x="2160" y="2937"/>
                </a:lnTo>
                <a:lnTo>
                  <a:pt x="2161" y="2938"/>
                </a:lnTo>
                <a:lnTo>
                  <a:pt x="2163" y="2938"/>
                </a:lnTo>
                <a:lnTo>
                  <a:pt x="2164" y="2939"/>
                </a:lnTo>
                <a:lnTo>
                  <a:pt x="2164" y="2941"/>
                </a:lnTo>
                <a:lnTo>
                  <a:pt x="2164" y="2942"/>
                </a:lnTo>
                <a:lnTo>
                  <a:pt x="2163" y="2942"/>
                </a:lnTo>
                <a:lnTo>
                  <a:pt x="2162" y="2942"/>
                </a:lnTo>
                <a:lnTo>
                  <a:pt x="2162" y="2941"/>
                </a:lnTo>
                <a:lnTo>
                  <a:pt x="2160" y="2940"/>
                </a:lnTo>
                <a:lnTo>
                  <a:pt x="2159" y="2940"/>
                </a:lnTo>
                <a:lnTo>
                  <a:pt x="2159" y="2941"/>
                </a:lnTo>
                <a:lnTo>
                  <a:pt x="2159" y="2942"/>
                </a:lnTo>
                <a:lnTo>
                  <a:pt x="2161" y="2944"/>
                </a:lnTo>
                <a:lnTo>
                  <a:pt x="2161" y="2945"/>
                </a:lnTo>
                <a:lnTo>
                  <a:pt x="2161" y="2946"/>
                </a:lnTo>
                <a:lnTo>
                  <a:pt x="2160" y="2953"/>
                </a:lnTo>
                <a:lnTo>
                  <a:pt x="2159" y="2954"/>
                </a:lnTo>
                <a:lnTo>
                  <a:pt x="2159" y="2955"/>
                </a:lnTo>
                <a:lnTo>
                  <a:pt x="2159" y="2956"/>
                </a:lnTo>
                <a:lnTo>
                  <a:pt x="2159" y="2957"/>
                </a:lnTo>
                <a:lnTo>
                  <a:pt x="2159" y="2958"/>
                </a:lnTo>
                <a:lnTo>
                  <a:pt x="2160" y="2959"/>
                </a:lnTo>
                <a:lnTo>
                  <a:pt x="2161" y="2960"/>
                </a:lnTo>
                <a:lnTo>
                  <a:pt x="2160" y="2963"/>
                </a:lnTo>
                <a:lnTo>
                  <a:pt x="2160" y="2964"/>
                </a:lnTo>
                <a:lnTo>
                  <a:pt x="2159" y="2964"/>
                </a:lnTo>
                <a:lnTo>
                  <a:pt x="2159" y="2965"/>
                </a:lnTo>
                <a:lnTo>
                  <a:pt x="2157" y="2965"/>
                </a:lnTo>
                <a:lnTo>
                  <a:pt x="2156" y="2966"/>
                </a:lnTo>
                <a:lnTo>
                  <a:pt x="2155" y="2966"/>
                </a:lnTo>
                <a:lnTo>
                  <a:pt x="2154" y="2967"/>
                </a:lnTo>
                <a:lnTo>
                  <a:pt x="2153" y="2968"/>
                </a:lnTo>
                <a:lnTo>
                  <a:pt x="2152" y="2969"/>
                </a:lnTo>
                <a:lnTo>
                  <a:pt x="2150" y="2972"/>
                </a:lnTo>
                <a:lnTo>
                  <a:pt x="2151" y="2974"/>
                </a:lnTo>
                <a:lnTo>
                  <a:pt x="2151" y="2977"/>
                </a:lnTo>
                <a:lnTo>
                  <a:pt x="2150" y="2979"/>
                </a:lnTo>
                <a:lnTo>
                  <a:pt x="2150" y="2980"/>
                </a:lnTo>
                <a:lnTo>
                  <a:pt x="2149" y="2981"/>
                </a:lnTo>
                <a:lnTo>
                  <a:pt x="2148" y="2982"/>
                </a:lnTo>
                <a:lnTo>
                  <a:pt x="2147" y="2982"/>
                </a:lnTo>
                <a:lnTo>
                  <a:pt x="2146" y="2982"/>
                </a:lnTo>
                <a:lnTo>
                  <a:pt x="2145" y="2982"/>
                </a:lnTo>
                <a:lnTo>
                  <a:pt x="2142" y="2982"/>
                </a:lnTo>
                <a:lnTo>
                  <a:pt x="2141" y="2982"/>
                </a:lnTo>
                <a:lnTo>
                  <a:pt x="2141" y="2983"/>
                </a:lnTo>
                <a:lnTo>
                  <a:pt x="2140" y="2983"/>
                </a:lnTo>
                <a:lnTo>
                  <a:pt x="2139" y="2983"/>
                </a:lnTo>
                <a:lnTo>
                  <a:pt x="2138" y="2983"/>
                </a:lnTo>
                <a:lnTo>
                  <a:pt x="2138" y="2982"/>
                </a:lnTo>
                <a:lnTo>
                  <a:pt x="2137" y="2982"/>
                </a:lnTo>
                <a:lnTo>
                  <a:pt x="2136" y="2982"/>
                </a:lnTo>
                <a:lnTo>
                  <a:pt x="2134" y="2982"/>
                </a:lnTo>
                <a:lnTo>
                  <a:pt x="2133" y="2982"/>
                </a:lnTo>
                <a:lnTo>
                  <a:pt x="2132" y="2981"/>
                </a:lnTo>
                <a:lnTo>
                  <a:pt x="2131" y="2982"/>
                </a:lnTo>
                <a:lnTo>
                  <a:pt x="2130" y="2982"/>
                </a:lnTo>
                <a:lnTo>
                  <a:pt x="2130" y="2983"/>
                </a:lnTo>
                <a:lnTo>
                  <a:pt x="2129" y="2983"/>
                </a:lnTo>
                <a:lnTo>
                  <a:pt x="2128" y="2982"/>
                </a:lnTo>
                <a:lnTo>
                  <a:pt x="2127" y="2982"/>
                </a:lnTo>
                <a:lnTo>
                  <a:pt x="2127" y="2983"/>
                </a:lnTo>
                <a:lnTo>
                  <a:pt x="2126" y="2983"/>
                </a:lnTo>
                <a:lnTo>
                  <a:pt x="2126" y="2984"/>
                </a:lnTo>
                <a:lnTo>
                  <a:pt x="2125" y="2984"/>
                </a:lnTo>
                <a:lnTo>
                  <a:pt x="2123" y="2984"/>
                </a:lnTo>
                <a:lnTo>
                  <a:pt x="2122" y="2983"/>
                </a:lnTo>
                <a:lnTo>
                  <a:pt x="2121" y="2983"/>
                </a:lnTo>
                <a:lnTo>
                  <a:pt x="2121" y="2984"/>
                </a:lnTo>
                <a:lnTo>
                  <a:pt x="2120" y="2984"/>
                </a:lnTo>
                <a:lnTo>
                  <a:pt x="2119" y="2984"/>
                </a:lnTo>
                <a:lnTo>
                  <a:pt x="2119" y="2985"/>
                </a:lnTo>
                <a:lnTo>
                  <a:pt x="2118" y="2985"/>
                </a:lnTo>
                <a:lnTo>
                  <a:pt x="2118" y="2986"/>
                </a:lnTo>
                <a:lnTo>
                  <a:pt x="2117" y="2986"/>
                </a:lnTo>
                <a:lnTo>
                  <a:pt x="2117" y="2987"/>
                </a:lnTo>
                <a:lnTo>
                  <a:pt x="2117" y="2988"/>
                </a:lnTo>
                <a:lnTo>
                  <a:pt x="2116" y="2991"/>
                </a:lnTo>
                <a:lnTo>
                  <a:pt x="2114" y="2993"/>
                </a:lnTo>
                <a:lnTo>
                  <a:pt x="2113" y="2993"/>
                </a:lnTo>
                <a:lnTo>
                  <a:pt x="2113" y="2994"/>
                </a:lnTo>
                <a:lnTo>
                  <a:pt x="2113" y="2995"/>
                </a:lnTo>
                <a:lnTo>
                  <a:pt x="2114" y="2995"/>
                </a:lnTo>
                <a:lnTo>
                  <a:pt x="2115" y="2995"/>
                </a:lnTo>
                <a:lnTo>
                  <a:pt x="2115" y="2996"/>
                </a:lnTo>
                <a:lnTo>
                  <a:pt x="2114" y="2997"/>
                </a:lnTo>
                <a:lnTo>
                  <a:pt x="2113" y="2998"/>
                </a:lnTo>
                <a:lnTo>
                  <a:pt x="2112" y="2998"/>
                </a:lnTo>
                <a:lnTo>
                  <a:pt x="2111" y="2997"/>
                </a:lnTo>
                <a:lnTo>
                  <a:pt x="2109" y="2994"/>
                </a:lnTo>
                <a:lnTo>
                  <a:pt x="2108" y="2993"/>
                </a:lnTo>
                <a:lnTo>
                  <a:pt x="2109" y="2992"/>
                </a:lnTo>
                <a:lnTo>
                  <a:pt x="2110" y="2988"/>
                </a:lnTo>
                <a:lnTo>
                  <a:pt x="2109" y="2986"/>
                </a:lnTo>
                <a:lnTo>
                  <a:pt x="2108" y="2986"/>
                </a:lnTo>
                <a:lnTo>
                  <a:pt x="2107" y="2987"/>
                </a:lnTo>
                <a:lnTo>
                  <a:pt x="2107" y="2988"/>
                </a:lnTo>
                <a:lnTo>
                  <a:pt x="2106" y="2988"/>
                </a:lnTo>
                <a:lnTo>
                  <a:pt x="2106" y="2989"/>
                </a:lnTo>
                <a:lnTo>
                  <a:pt x="2105" y="2989"/>
                </a:lnTo>
                <a:lnTo>
                  <a:pt x="2104" y="2988"/>
                </a:lnTo>
                <a:lnTo>
                  <a:pt x="2103" y="2983"/>
                </a:lnTo>
                <a:lnTo>
                  <a:pt x="2103" y="2980"/>
                </a:lnTo>
                <a:lnTo>
                  <a:pt x="2103" y="2979"/>
                </a:lnTo>
                <a:lnTo>
                  <a:pt x="2104" y="2979"/>
                </a:lnTo>
                <a:lnTo>
                  <a:pt x="2105" y="2978"/>
                </a:lnTo>
                <a:lnTo>
                  <a:pt x="2106" y="2978"/>
                </a:lnTo>
                <a:lnTo>
                  <a:pt x="2108" y="2976"/>
                </a:lnTo>
                <a:lnTo>
                  <a:pt x="2109" y="2974"/>
                </a:lnTo>
                <a:lnTo>
                  <a:pt x="2109" y="2971"/>
                </a:lnTo>
                <a:lnTo>
                  <a:pt x="2110" y="2968"/>
                </a:lnTo>
                <a:lnTo>
                  <a:pt x="2113" y="2965"/>
                </a:lnTo>
                <a:lnTo>
                  <a:pt x="2115" y="2963"/>
                </a:lnTo>
                <a:lnTo>
                  <a:pt x="2116" y="2963"/>
                </a:lnTo>
                <a:lnTo>
                  <a:pt x="2116" y="2961"/>
                </a:lnTo>
                <a:lnTo>
                  <a:pt x="2117" y="2954"/>
                </a:lnTo>
                <a:lnTo>
                  <a:pt x="2117" y="2953"/>
                </a:lnTo>
                <a:lnTo>
                  <a:pt x="2116" y="2953"/>
                </a:lnTo>
                <a:lnTo>
                  <a:pt x="2114" y="2950"/>
                </a:lnTo>
                <a:lnTo>
                  <a:pt x="2112" y="2951"/>
                </a:lnTo>
                <a:lnTo>
                  <a:pt x="2111" y="2951"/>
                </a:lnTo>
                <a:lnTo>
                  <a:pt x="2111" y="2953"/>
                </a:lnTo>
                <a:lnTo>
                  <a:pt x="2111" y="2954"/>
                </a:lnTo>
                <a:lnTo>
                  <a:pt x="2110" y="2955"/>
                </a:lnTo>
                <a:lnTo>
                  <a:pt x="2109" y="2956"/>
                </a:lnTo>
                <a:lnTo>
                  <a:pt x="2106" y="2956"/>
                </a:lnTo>
                <a:lnTo>
                  <a:pt x="2101" y="2957"/>
                </a:lnTo>
                <a:lnTo>
                  <a:pt x="2098" y="2956"/>
                </a:lnTo>
                <a:lnTo>
                  <a:pt x="2095" y="2958"/>
                </a:lnTo>
                <a:lnTo>
                  <a:pt x="2093" y="2959"/>
                </a:lnTo>
                <a:lnTo>
                  <a:pt x="2092" y="2961"/>
                </a:lnTo>
                <a:lnTo>
                  <a:pt x="2091" y="2962"/>
                </a:lnTo>
                <a:lnTo>
                  <a:pt x="2087" y="2965"/>
                </a:lnTo>
                <a:lnTo>
                  <a:pt x="2081" y="2967"/>
                </a:lnTo>
                <a:lnTo>
                  <a:pt x="2080" y="2968"/>
                </a:lnTo>
                <a:lnTo>
                  <a:pt x="2079" y="2968"/>
                </a:lnTo>
                <a:lnTo>
                  <a:pt x="2079" y="2967"/>
                </a:lnTo>
                <a:lnTo>
                  <a:pt x="2078" y="2967"/>
                </a:lnTo>
                <a:lnTo>
                  <a:pt x="2076" y="2968"/>
                </a:lnTo>
                <a:lnTo>
                  <a:pt x="2073" y="2972"/>
                </a:lnTo>
                <a:lnTo>
                  <a:pt x="2073" y="2973"/>
                </a:lnTo>
                <a:lnTo>
                  <a:pt x="2073" y="2974"/>
                </a:lnTo>
                <a:lnTo>
                  <a:pt x="2070" y="2979"/>
                </a:lnTo>
                <a:lnTo>
                  <a:pt x="2068" y="2983"/>
                </a:lnTo>
                <a:lnTo>
                  <a:pt x="2067" y="2984"/>
                </a:lnTo>
                <a:lnTo>
                  <a:pt x="2065" y="2987"/>
                </a:lnTo>
                <a:lnTo>
                  <a:pt x="2063" y="2989"/>
                </a:lnTo>
                <a:lnTo>
                  <a:pt x="2063" y="2990"/>
                </a:lnTo>
                <a:lnTo>
                  <a:pt x="2062" y="2991"/>
                </a:lnTo>
                <a:lnTo>
                  <a:pt x="2062" y="2992"/>
                </a:lnTo>
                <a:lnTo>
                  <a:pt x="2062" y="2993"/>
                </a:lnTo>
                <a:lnTo>
                  <a:pt x="2062" y="2994"/>
                </a:lnTo>
                <a:lnTo>
                  <a:pt x="2061" y="2994"/>
                </a:lnTo>
                <a:lnTo>
                  <a:pt x="2059" y="2996"/>
                </a:lnTo>
                <a:lnTo>
                  <a:pt x="2056" y="3001"/>
                </a:lnTo>
                <a:lnTo>
                  <a:pt x="2055" y="3002"/>
                </a:lnTo>
                <a:lnTo>
                  <a:pt x="2054" y="3013"/>
                </a:lnTo>
                <a:lnTo>
                  <a:pt x="2051" y="3018"/>
                </a:lnTo>
                <a:lnTo>
                  <a:pt x="2050" y="3019"/>
                </a:lnTo>
                <a:lnTo>
                  <a:pt x="2048" y="3020"/>
                </a:lnTo>
                <a:lnTo>
                  <a:pt x="2039" y="3021"/>
                </a:lnTo>
                <a:lnTo>
                  <a:pt x="2038" y="3020"/>
                </a:lnTo>
                <a:lnTo>
                  <a:pt x="2034" y="3018"/>
                </a:lnTo>
                <a:lnTo>
                  <a:pt x="2031" y="3015"/>
                </a:lnTo>
                <a:lnTo>
                  <a:pt x="2029" y="3012"/>
                </a:lnTo>
                <a:lnTo>
                  <a:pt x="2029" y="3010"/>
                </a:lnTo>
                <a:lnTo>
                  <a:pt x="2029" y="3008"/>
                </a:lnTo>
                <a:lnTo>
                  <a:pt x="2027" y="3004"/>
                </a:lnTo>
                <a:lnTo>
                  <a:pt x="2027" y="3003"/>
                </a:lnTo>
                <a:lnTo>
                  <a:pt x="2024" y="3000"/>
                </a:lnTo>
                <a:lnTo>
                  <a:pt x="2024" y="2999"/>
                </a:lnTo>
                <a:lnTo>
                  <a:pt x="2023" y="2999"/>
                </a:lnTo>
                <a:lnTo>
                  <a:pt x="2021" y="2998"/>
                </a:lnTo>
                <a:lnTo>
                  <a:pt x="2020" y="2998"/>
                </a:lnTo>
                <a:lnTo>
                  <a:pt x="2019" y="2998"/>
                </a:lnTo>
                <a:lnTo>
                  <a:pt x="2019" y="2999"/>
                </a:lnTo>
                <a:lnTo>
                  <a:pt x="2019" y="3000"/>
                </a:lnTo>
                <a:lnTo>
                  <a:pt x="2020" y="3000"/>
                </a:lnTo>
                <a:lnTo>
                  <a:pt x="2019" y="3001"/>
                </a:lnTo>
                <a:lnTo>
                  <a:pt x="2019" y="3002"/>
                </a:lnTo>
                <a:lnTo>
                  <a:pt x="2018" y="3003"/>
                </a:lnTo>
                <a:lnTo>
                  <a:pt x="2017" y="3003"/>
                </a:lnTo>
                <a:lnTo>
                  <a:pt x="2016" y="3002"/>
                </a:lnTo>
                <a:lnTo>
                  <a:pt x="2015" y="3002"/>
                </a:lnTo>
                <a:lnTo>
                  <a:pt x="2014" y="3002"/>
                </a:lnTo>
                <a:lnTo>
                  <a:pt x="2013" y="3000"/>
                </a:lnTo>
                <a:lnTo>
                  <a:pt x="2012" y="2999"/>
                </a:lnTo>
                <a:lnTo>
                  <a:pt x="2010" y="2998"/>
                </a:lnTo>
                <a:lnTo>
                  <a:pt x="2009" y="2998"/>
                </a:lnTo>
                <a:lnTo>
                  <a:pt x="2008" y="2999"/>
                </a:lnTo>
                <a:lnTo>
                  <a:pt x="2007" y="2999"/>
                </a:lnTo>
                <a:lnTo>
                  <a:pt x="2005" y="3003"/>
                </a:lnTo>
                <a:lnTo>
                  <a:pt x="2005" y="3005"/>
                </a:lnTo>
                <a:lnTo>
                  <a:pt x="2005" y="3006"/>
                </a:lnTo>
                <a:lnTo>
                  <a:pt x="2006" y="3006"/>
                </a:lnTo>
                <a:lnTo>
                  <a:pt x="2007" y="3006"/>
                </a:lnTo>
                <a:lnTo>
                  <a:pt x="2007" y="3007"/>
                </a:lnTo>
                <a:lnTo>
                  <a:pt x="2007" y="3008"/>
                </a:lnTo>
                <a:lnTo>
                  <a:pt x="2004" y="3012"/>
                </a:lnTo>
                <a:lnTo>
                  <a:pt x="2002" y="3013"/>
                </a:lnTo>
                <a:lnTo>
                  <a:pt x="2001" y="3014"/>
                </a:lnTo>
                <a:lnTo>
                  <a:pt x="2000" y="3013"/>
                </a:lnTo>
                <a:lnTo>
                  <a:pt x="2000" y="3012"/>
                </a:lnTo>
                <a:lnTo>
                  <a:pt x="1999" y="3012"/>
                </a:lnTo>
                <a:lnTo>
                  <a:pt x="1998" y="3010"/>
                </a:lnTo>
                <a:lnTo>
                  <a:pt x="1996" y="3009"/>
                </a:lnTo>
                <a:lnTo>
                  <a:pt x="1993" y="3007"/>
                </a:lnTo>
                <a:lnTo>
                  <a:pt x="1992" y="3007"/>
                </a:lnTo>
                <a:lnTo>
                  <a:pt x="1991" y="3005"/>
                </a:lnTo>
                <a:lnTo>
                  <a:pt x="1990" y="3004"/>
                </a:lnTo>
                <a:lnTo>
                  <a:pt x="1988" y="3003"/>
                </a:lnTo>
                <a:lnTo>
                  <a:pt x="1986" y="3001"/>
                </a:lnTo>
                <a:lnTo>
                  <a:pt x="1986" y="3000"/>
                </a:lnTo>
                <a:lnTo>
                  <a:pt x="1985" y="2999"/>
                </a:lnTo>
                <a:lnTo>
                  <a:pt x="1983" y="2997"/>
                </a:lnTo>
                <a:lnTo>
                  <a:pt x="1982" y="2996"/>
                </a:lnTo>
                <a:lnTo>
                  <a:pt x="1981" y="2996"/>
                </a:lnTo>
                <a:lnTo>
                  <a:pt x="1982" y="2995"/>
                </a:lnTo>
                <a:lnTo>
                  <a:pt x="1982" y="2992"/>
                </a:lnTo>
                <a:lnTo>
                  <a:pt x="1982" y="2991"/>
                </a:lnTo>
                <a:lnTo>
                  <a:pt x="1979" y="2991"/>
                </a:lnTo>
                <a:lnTo>
                  <a:pt x="1976" y="2991"/>
                </a:lnTo>
                <a:lnTo>
                  <a:pt x="1976" y="2990"/>
                </a:lnTo>
                <a:lnTo>
                  <a:pt x="1975" y="2989"/>
                </a:lnTo>
                <a:lnTo>
                  <a:pt x="1973" y="2987"/>
                </a:lnTo>
                <a:lnTo>
                  <a:pt x="1969" y="2989"/>
                </a:lnTo>
                <a:lnTo>
                  <a:pt x="1961" y="2986"/>
                </a:lnTo>
                <a:lnTo>
                  <a:pt x="1959" y="2986"/>
                </a:lnTo>
                <a:lnTo>
                  <a:pt x="1958" y="2987"/>
                </a:lnTo>
                <a:lnTo>
                  <a:pt x="1958" y="2992"/>
                </a:lnTo>
                <a:lnTo>
                  <a:pt x="1958" y="2993"/>
                </a:lnTo>
                <a:lnTo>
                  <a:pt x="1958" y="2994"/>
                </a:lnTo>
                <a:lnTo>
                  <a:pt x="1958" y="2995"/>
                </a:lnTo>
                <a:lnTo>
                  <a:pt x="1960" y="2999"/>
                </a:lnTo>
                <a:lnTo>
                  <a:pt x="1961" y="2999"/>
                </a:lnTo>
                <a:lnTo>
                  <a:pt x="1961" y="3000"/>
                </a:lnTo>
                <a:lnTo>
                  <a:pt x="1962" y="3000"/>
                </a:lnTo>
                <a:lnTo>
                  <a:pt x="1962" y="2999"/>
                </a:lnTo>
                <a:lnTo>
                  <a:pt x="1963" y="2999"/>
                </a:lnTo>
                <a:lnTo>
                  <a:pt x="1964" y="2999"/>
                </a:lnTo>
                <a:lnTo>
                  <a:pt x="1964" y="3000"/>
                </a:lnTo>
                <a:lnTo>
                  <a:pt x="1965" y="3000"/>
                </a:lnTo>
                <a:lnTo>
                  <a:pt x="1965" y="3001"/>
                </a:lnTo>
                <a:lnTo>
                  <a:pt x="1965" y="3002"/>
                </a:lnTo>
                <a:lnTo>
                  <a:pt x="1965" y="3003"/>
                </a:lnTo>
                <a:lnTo>
                  <a:pt x="1966" y="3003"/>
                </a:lnTo>
                <a:lnTo>
                  <a:pt x="1967" y="3005"/>
                </a:lnTo>
                <a:lnTo>
                  <a:pt x="1968" y="3006"/>
                </a:lnTo>
                <a:lnTo>
                  <a:pt x="1969" y="3010"/>
                </a:lnTo>
                <a:lnTo>
                  <a:pt x="1970" y="3011"/>
                </a:lnTo>
                <a:lnTo>
                  <a:pt x="1970" y="3012"/>
                </a:lnTo>
                <a:lnTo>
                  <a:pt x="1972" y="3013"/>
                </a:lnTo>
                <a:lnTo>
                  <a:pt x="1973" y="3016"/>
                </a:lnTo>
                <a:lnTo>
                  <a:pt x="1973" y="3017"/>
                </a:lnTo>
                <a:lnTo>
                  <a:pt x="1973" y="3018"/>
                </a:lnTo>
                <a:lnTo>
                  <a:pt x="1973" y="3019"/>
                </a:lnTo>
                <a:lnTo>
                  <a:pt x="1973" y="3020"/>
                </a:lnTo>
                <a:lnTo>
                  <a:pt x="1974" y="3020"/>
                </a:lnTo>
                <a:lnTo>
                  <a:pt x="1974" y="3021"/>
                </a:lnTo>
                <a:lnTo>
                  <a:pt x="1970" y="3021"/>
                </a:lnTo>
                <a:lnTo>
                  <a:pt x="1962" y="3026"/>
                </a:lnTo>
                <a:lnTo>
                  <a:pt x="1958" y="3029"/>
                </a:lnTo>
                <a:lnTo>
                  <a:pt x="1957" y="3029"/>
                </a:lnTo>
                <a:lnTo>
                  <a:pt x="1956" y="3030"/>
                </a:lnTo>
                <a:lnTo>
                  <a:pt x="1955" y="3031"/>
                </a:lnTo>
                <a:lnTo>
                  <a:pt x="1954" y="3032"/>
                </a:lnTo>
                <a:lnTo>
                  <a:pt x="1954" y="3033"/>
                </a:lnTo>
                <a:lnTo>
                  <a:pt x="1953" y="3033"/>
                </a:lnTo>
                <a:lnTo>
                  <a:pt x="1951" y="3034"/>
                </a:lnTo>
                <a:lnTo>
                  <a:pt x="1949" y="3035"/>
                </a:lnTo>
                <a:lnTo>
                  <a:pt x="1947" y="3036"/>
                </a:lnTo>
                <a:lnTo>
                  <a:pt x="1946" y="3036"/>
                </a:lnTo>
                <a:lnTo>
                  <a:pt x="1943" y="3037"/>
                </a:lnTo>
                <a:lnTo>
                  <a:pt x="1940" y="3038"/>
                </a:lnTo>
                <a:lnTo>
                  <a:pt x="1940" y="3037"/>
                </a:lnTo>
                <a:lnTo>
                  <a:pt x="1938" y="3037"/>
                </a:lnTo>
                <a:lnTo>
                  <a:pt x="1935" y="3038"/>
                </a:lnTo>
                <a:lnTo>
                  <a:pt x="1935" y="3037"/>
                </a:lnTo>
                <a:lnTo>
                  <a:pt x="1933" y="3035"/>
                </a:lnTo>
                <a:lnTo>
                  <a:pt x="1932" y="3034"/>
                </a:lnTo>
                <a:lnTo>
                  <a:pt x="1931" y="3032"/>
                </a:lnTo>
                <a:lnTo>
                  <a:pt x="1930" y="3031"/>
                </a:lnTo>
                <a:lnTo>
                  <a:pt x="1929" y="3029"/>
                </a:lnTo>
                <a:lnTo>
                  <a:pt x="1925" y="3026"/>
                </a:lnTo>
                <a:lnTo>
                  <a:pt x="1924" y="3026"/>
                </a:lnTo>
                <a:lnTo>
                  <a:pt x="1922" y="3027"/>
                </a:lnTo>
                <a:lnTo>
                  <a:pt x="1920" y="3030"/>
                </a:lnTo>
                <a:lnTo>
                  <a:pt x="1920" y="3032"/>
                </a:lnTo>
                <a:lnTo>
                  <a:pt x="1921" y="3032"/>
                </a:lnTo>
                <a:lnTo>
                  <a:pt x="1922" y="3033"/>
                </a:lnTo>
                <a:lnTo>
                  <a:pt x="1922" y="3034"/>
                </a:lnTo>
                <a:lnTo>
                  <a:pt x="1925" y="3035"/>
                </a:lnTo>
                <a:lnTo>
                  <a:pt x="1928" y="3037"/>
                </a:lnTo>
                <a:lnTo>
                  <a:pt x="1934" y="3041"/>
                </a:lnTo>
                <a:lnTo>
                  <a:pt x="1935" y="3042"/>
                </a:lnTo>
                <a:lnTo>
                  <a:pt x="1935" y="3043"/>
                </a:lnTo>
                <a:lnTo>
                  <a:pt x="1934" y="3043"/>
                </a:lnTo>
                <a:lnTo>
                  <a:pt x="1934" y="3044"/>
                </a:lnTo>
                <a:lnTo>
                  <a:pt x="1933" y="3045"/>
                </a:lnTo>
                <a:lnTo>
                  <a:pt x="1932" y="3045"/>
                </a:lnTo>
                <a:lnTo>
                  <a:pt x="1931" y="3046"/>
                </a:lnTo>
                <a:lnTo>
                  <a:pt x="1931" y="3047"/>
                </a:lnTo>
                <a:lnTo>
                  <a:pt x="1926" y="3052"/>
                </a:lnTo>
                <a:lnTo>
                  <a:pt x="1926" y="3053"/>
                </a:lnTo>
                <a:lnTo>
                  <a:pt x="1927" y="3054"/>
                </a:lnTo>
                <a:lnTo>
                  <a:pt x="1926" y="3054"/>
                </a:lnTo>
                <a:lnTo>
                  <a:pt x="1927" y="3056"/>
                </a:lnTo>
                <a:lnTo>
                  <a:pt x="1927" y="3058"/>
                </a:lnTo>
                <a:lnTo>
                  <a:pt x="1927" y="3059"/>
                </a:lnTo>
                <a:lnTo>
                  <a:pt x="1927" y="3060"/>
                </a:lnTo>
                <a:lnTo>
                  <a:pt x="1926" y="3061"/>
                </a:lnTo>
                <a:lnTo>
                  <a:pt x="1926" y="3062"/>
                </a:lnTo>
                <a:lnTo>
                  <a:pt x="1925" y="3062"/>
                </a:lnTo>
                <a:lnTo>
                  <a:pt x="1924" y="3063"/>
                </a:lnTo>
                <a:lnTo>
                  <a:pt x="1923" y="3063"/>
                </a:lnTo>
                <a:lnTo>
                  <a:pt x="1922" y="3063"/>
                </a:lnTo>
                <a:lnTo>
                  <a:pt x="1920" y="3063"/>
                </a:lnTo>
                <a:lnTo>
                  <a:pt x="1919" y="3063"/>
                </a:lnTo>
                <a:lnTo>
                  <a:pt x="1919" y="3064"/>
                </a:lnTo>
                <a:lnTo>
                  <a:pt x="1918" y="3064"/>
                </a:lnTo>
                <a:lnTo>
                  <a:pt x="1917" y="3065"/>
                </a:lnTo>
                <a:lnTo>
                  <a:pt x="1916" y="3065"/>
                </a:lnTo>
                <a:lnTo>
                  <a:pt x="1915" y="3067"/>
                </a:lnTo>
                <a:lnTo>
                  <a:pt x="1907" y="3069"/>
                </a:lnTo>
                <a:lnTo>
                  <a:pt x="1907" y="3070"/>
                </a:lnTo>
                <a:lnTo>
                  <a:pt x="1906" y="3070"/>
                </a:lnTo>
                <a:lnTo>
                  <a:pt x="1904" y="3072"/>
                </a:lnTo>
                <a:lnTo>
                  <a:pt x="1903" y="3074"/>
                </a:lnTo>
                <a:lnTo>
                  <a:pt x="1900" y="3079"/>
                </a:lnTo>
                <a:lnTo>
                  <a:pt x="1896" y="3080"/>
                </a:lnTo>
                <a:lnTo>
                  <a:pt x="1895" y="3083"/>
                </a:lnTo>
                <a:lnTo>
                  <a:pt x="1894" y="3091"/>
                </a:lnTo>
                <a:lnTo>
                  <a:pt x="1894" y="3095"/>
                </a:lnTo>
                <a:lnTo>
                  <a:pt x="1894" y="3097"/>
                </a:lnTo>
                <a:lnTo>
                  <a:pt x="1893" y="3100"/>
                </a:lnTo>
                <a:lnTo>
                  <a:pt x="1891" y="3103"/>
                </a:lnTo>
                <a:lnTo>
                  <a:pt x="1889" y="3108"/>
                </a:lnTo>
                <a:lnTo>
                  <a:pt x="1886" y="3114"/>
                </a:lnTo>
                <a:lnTo>
                  <a:pt x="1884" y="3115"/>
                </a:lnTo>
                <a:lnTo>
                  <a:pt x="1881" y="3118"/>
                </a:lnTo>
                <a:lnTo>
                  <a:pt x="1876" y="3125"/>
                </a:lnTo>
                <a:lnTo>
                  <a:pt x="1875" y="3125"/>
                </a:lnTo>
                <a:lnTo>
                  <a:pt x="1874" y="3125"/>
                </a:lnTo>
                <a:lnTo>
                  <a:pt x="1872" y="3123"/>
                </a:lnTo>
                <a:lnTo>
                  <a:pt x="1869" y="3120"/>
                </a:lnTo>
                <a:lnTo>
                  <a:pt x="1868" y="3120"/>
                </a:lnTo>
                <a:lnTo>
                  <a:pt x="1863" y="3125"/>
                </a:lnTo>
                <a:lnTo>
                  <a:pt x="1859" y="3130"/>
                </a:lnTo>
                <a:lnTo>
                  <a:pt x="1859" y="3131"/>
                </a:lnTo>
                <a:lnTo>
                  <a:pt x="1854" y="3138"/>
                </a:lnTo>
                <a:lnTo>
                  <a:pt x="1852" y="3141"/>
                </a:lnTo>
                <a:lnTo>
                  <a:pt x="1849" y="3145"/>
                </a:lnTo>
                <a:lnTo>
                  <a:pt x="1847" y="3146"/>
                </a:lnTo>
                <a:lnTo>
                  <a:pt x="1846" y="3147"/>
                </a:lnTo>
                <a:lnTo>
                  <a:pt x="1845" y="3147"/>
                </a:lnTo>
                <a:lnTo>
                  <a:pt x="1844" y="3148"/>
                </a:lnTo>
                <a:lnTo>
                  <a:pt x="1843" y="3148"/>
                </a:lnTo>
                <a:lnTo>
                  <a:pt x="1843" y="3149"/>
                </a:lnTo>
                <a:lnTo>
                  <a:pt x="1842" y="3149"/>
                </a:lnTo>
                <a:lnTo>
                  <a:pt x="1842" y="3150"/>
                </a:lnTo>
                <a:lnTo>
                  <a:pt x="1842" y="3151"/>
                </a:lnTo>
                <a:lnTo>
                  <a:pt x="1840" y="3155"/>
                </a:lnTo>
                <a:lnTo>
                  <a:pt x="1841" y="3155"/>
                </a:lnTo>
                <a:lnTo>
                  <a:pt x="1841" y="3156"/>
                </a:lnTo>
                <a:lnTo>
                  <a:pt x="1842" y="3158"/>
                </a:lnTo>
                <a:lnTo>
                  <a:pt x="1844" y="3162"/>
                </a:lnTo>
                <a:lnTo>
                  <a:pt x="1844" y="3165"/>
                </a:lnTo>
                <a:lnTo>
                  <a:pt x="1843" y="3165"/>
                </a:lnTo>
                <a:lnTo>
                  <a:pt x="1841" y="3166"/>
                </a:lnTo>
                <a:lnTo>
                  <a:pt x="1840" y="3167"/>
                </a:lnTo>
                <a:lnTo>
                  <a:pt x="1838" y="3166"/>
                </a:lnTo>
                <a:lnTo>
                  <a:pt x="1836" y="3165"/>
                </a:lnTo>
                <a:lnTo>
                  <a:pt x="1835" y="3165"/>
                </a:lnTo>
                <a:lnTo>
                  <a:pt x="1834" y="3165"/>
                </a:lnTo>
                <a:lnTo>
                  <a:pt x="1832" y="3166"/>
                </a:lnTo>
                <a:lnTo>
                  <a:pt x="1830" y="3168"/>
                </a:lnTo>
                <a:lnTo>
                  <a:pt x="1829" y="3169"/>
                </a:lnTo>
                <a:lnTo>
                  <a:pt x="1828" y="3171"/>
                </a:lnTo>
                <a:lnTo>
                  <a:pt x="1824" y="3178"/>
                </a:lnTo>
                <a:lnTo>
                  <a:pt x="1820" y="3185"/>
                </a:lnTo>
                <a:lnTo>
                  <a:pt x="1814" y="3189"/>
                </a:lnTo>
                <a:lnTo>
                  <a:pt x="1814" y="3190"/>
                </a:lnTo>
                <a:lnTo>
                  <a:pt x="1811" y="3195"/>
                </a:lnTo>
                <a:lnTo>
                  <a:pt x="1811" y="3196"/>
                </a:lnTo>
                <a:lnTo>
                  <a:pt x="1810" y="3197"/>
                </a:lnTo>
                <a:lnTo>
                  <a:pt x="1810" y="3198"/>
                </a:lnTo>
                <a:lnTo>
                  <a:pt x="1806" y="3200"/>
                </a:lnTo>
                <a:lnTo>
                  <a:pt x="1800" y="3206"/>
                </a:lnTo>
                <a:lnTo>
                  <a:pt x="1799" y="3206"/>
                </a:lnTo>
                <a:lnTo>
                  <a:pt x="1800" y="3207"/>
                </a:lnTo>
                <a:lnTo>
                  <a:pt x="1801" y="3208"/>
                </a:lnTo>
                <a:lnTo>
                  <a:pt x="1801" y="3209"/>
                </a:lnTo>
                <a:lnTo>
                  <a:pt x="1802" y="3212"/>
                </a:lnTo>
                <a:lnTo>
                  <a:pt x="1802" y="3213"/>
                </a:lnTo>
                <a:lnTo>
                  <a:pt x="1797" y="3218"/>
                </a:lnTo>
                <a:lnTo>
                  <a:pt x="1797" y="3219"/>
                </a:lnTo>
                <a:lnTo>
                  <a:pt x="1796" y="3220"/>
                </a:lnTo>
                <a:lnTo>
                  <a:pt x="1794" y="3221"/>
                </a:lnTo>
                <a:lnTo>
                  <a:pt x="1790" y="3232"/>
                </a:lnTo>
                <a:lnTo>
                  <a:pt x="1790" y="3233"/>
                </a:lnTo>
                <a:lnTo>
                  <a:pt x="1790" y="3234"/>
                </a:lnTo>
                <a:lnTo>
                  <a:pt x="1789" y="3234"/>
                </a:lnTo>
                <a:lnTo>
                  <a:pt x="1789" y="3235"/>
                </a:lnTo>
                <a:lnTo>
                  <a:pt x="1788" y="3236"/>
                </a:lnTo>
                <a:lnTo>
                  <a:pt x="1788" y="3238"/>
                </a:lnTo>
                <a:lnTo>
                  <a:pt x="1788" y="3239"/>
                </a:lnTo>
                <a:lnTo>
                  <a:pt x="1788" y="3241"/>
                </a:lnTo>
                <a:lnTo>
                  <a:pt x="1788" y="3242"/>
                </a:lnTo>
                <a:lnTo>
                  <a:pt x="1789" y="3242"/>
                </a:lnTo>
                <a:lnTo>
                  <a:pt x="1789" y="3244"/>
                </a:lnTo>
                <a:lnTo>
                  <a:pt x="1787" y="3247"/>
                </a:lnTo>
                <a:lnTo>
                  <a:pt x="1787" y="3248"/>
                </a:lnTo>
                <a:lnTo>
                  <a:pt x="1786" y="3249"/>
                </a:lnTo>
                <a:lnTo>
                  <a:pt x="1786" y="3250"/>
                </a:lnTo>
                <a:lnTo>
                  <a:pt x="1785" y="3251"/>
                </a:lnTo>
                <a:lnTo>
                  <a:pt x="1785" y="3252"/>
                </a:lnTo>
                <a:lnTo>
                  <a:pt x="1785" y="3259"/>
                </a:lnTo>
                <a:lnTo>
                  <a:pt x="1786" y="3261"/>
                </a:lnTo>
                <a:lnTo>
                  <a:pt x="1786" y="3262"/>
                </a:lnTo>
                <a:lnTo>
                  <a:pt x="1787" y="3262"/>
                </a:lnTo>
                <a:lnTo>
                  <a:pt x="1790" y="3265"/>
                </a:lnTo>
                <a:lnTo>
                  <a:pt x="1795" y="3268"/>
                </a:lnTo>
                <a:lnTo>
                  <a:pt x="1797" y="3270"/>
                </a:lnTo>
                <a:lnTo>
                  <a:pt x="1802" y="3273"/>
                </a:lnTo>
                <a:lnTo>
                  <a:pt x="1804" y="3275"/>
                </a:lnTo>
                <a:lnTo>
                  <a:pt x="1805" y="3276"/>
                </a:lnTo>
                <a:lnTo>
                  <a:pt x="1804" y="3277"/>
                </a:lnTo>
                <a:lnTo>
                  <a:pt x="1803" y="3280"/>
                </a:lnTo>
                <a:lnTo>
                  <a:pt x="1803" y="3281"/>
                </a:lnTo>
                <a:lnTo>
                  <a:pt x="1803" y="3282"/>
                </a:lnTo>
                <a:lnTo>
                  <a:pt x="1802" y="3284"/>
                </a:lnTo>
                <a:lnTo>
                  <a:pt x="1803" y="3286"/>
                </a:lnTo>
                <a:lnTo>
                  <a:pt x="1804" y="3287"/>
                </a:lnTo>
                <a:lnTo>
                  <a:pt x="1806" y="3290"/>
                </a:lnTo>
                <a:lnTo>
                  <a:pt x="1805" y="3291"/>
                </a:lnTo>
                <a:lnTo>
                  <a:pt x="1802" y="3294"/>
                </a:lnTo>
                <a:lnTo>
                  <a:pt x="1799" y="3298"/>
                </a:lnTo>
                <a:lnTo>
                  <a:pt x="1798" y="3300"/>
                </a:lnTo>
                <a:lnTo>
                  <a:pt x="1795" y="3303"/>
                </a:lnTo>
                <a:lnTo>
                  <a:pt x="1793" y="3304"/>
                </a:lnTo>
                <a:lnTo>
                  <a:pt x="1792" y="3305"/>
                </a:lnTo>
                <a:lnTo>
                  <a:pt x="1792" y="3306"/>
                </a:lnTo>
                <a:lnTo>
                  <a:pt x="1793" y="3307"/>
                </a:lnTo>
                <a:lnTo>
                  <a:pt x="1792" y="3308"/>
                </a:lnTo>
                <a:lnTo>
                  <a:pt x="1791" y="3310"/>
                </a:lnTo>
                <a:lnTo>
                  <a:pt x="1791" y="3311"/>
                </a:lnTo>
                <a:lnTo>
                  <a:pt x="1787" y="3312"/>
                </a:lnTo>
                <a:lnTo>
                  <a:pt x="1787" y="3313"/>
                </a:lnTo>
                <a:lnTo>
                  <a:pt x="1786" y="3313"/>
                </a:lnTo>
                <a:lnTo>
                  <a:pt x="1785" y="3312"/>
                </a:lnTo>
                <a:lnTo>
                  <a:pt x="1784" y="3311"/>
                </a:lnTo>
                <a:lnTo>
                  <a:pt x="1783" y="3308"/>
                </a:lnTo>
                <a:lnTo>
                  <a:pt x="1779" y="3303"/>
                </a:lnTo>
                <a:lnTo>
                  <a:pt x="1779" y="3302"/>
                </a:lnTo>
                <a:lnTo>
                  <a:pt x="1778" y="3301"/>
                </a:lnTo>
                <a:lnTo>
                  <a:pt x="1778" y="3299"/>
                </a:lnTo>
                <a:lnTo>
                  <a:pt x="1778" y="3297"/>
                </a:lnTo>
                <a:lnTo>
                  <a:pt x="1775" y="3290"/>
                </a:lnTo>
                <a:lnTo>
                  <a:pt x="1770" y="3287"/>
                </a:lnTo>
                <a:lnTo>
                  <a:pt x="1768" y="3286"/>
                </a:lnTo>
                <a:lnTo>
                  <a:pt x="1762" y="3286"/>
                </a:lnTo>
                <a:lnTo>
                  <a:pt x="1762" y="3287"/>
                </a:lnTo>
                <a:lnTo>
                  <a:pt x="1765" y="3291"/>
                </a:lnTo>
                <a:lnTo>
                  <a:pt x="1766" y="3293"/>
                </a:lnTo>
                <a:lnTo>
                  <a:pt x="1767" y="3294"/>
                </a:lnTo>
                <a:lnTo>
                  <a:pt x="1768" y="3300"/>
                </a:lnTo>
                <a:lnTo>
                  <a:pt x="1767" y="3301"/>
                </a:lnTo>
                <a:lnTo>
                  <a:pt x="1764" y="3309"/>
                </a:lnTo>
                <a:lnTo>
                  <a:pt x="1763" y="3312"/>
                </a:lnTo>
                <a:lnTo>
                  <a:pt x="1763" y="3314"/>
                </a:lnTo>
                <a:lnTo>
                  <a:pt x="1763" y="3321"/>
                </a:lnTo>
                <a:lnTo>
                  <a:pt x="1763" y="3325"/>
                </a:lnTo>
                <a:lnTo>
                  <a:pt x="1764" y="3332"/>
                </a:lnTo>
                <a:lnTo>
                  <a:pt x="1765" y="3337"/>
                </a:lnTo>
                <a:lnTo>
                  <a:pt x="1765" y="3339"/>
                </a:lnTo>
                <a:lnTo>
                  <a:pt x="1765" y="3342"/>
                </a:lnTo>
                <a:lnTo>
                  <a:pt x="1765" y="3343"/>
                </a:lnTo>
                <a:lnTo>
                  <a:pt x="1764" y="3343"/>
                </a:lnTo>
                <a:lnTo>
                  <a:pt x="1763" y="3346"/>
                </a:lnTo>
                <a:lnTo>
                  <a:pt x="1763" y="3347"/>
                </a:lnTo>
                <a:lnTo>
                  <a:pt x="1762" y="3348"/>
                </a:lnTo>
                <a:lnTo>
                  <a:pt x="1763" y="3352"/>
                </a:lnTo>
                <a:lnTo>
                  <a:pt x="1763" y="3353"/>
                </a:lnTo>
                <a:lnTo>
                  <a:pt x="1764" y="3354"/>
                </a:lnTo>
                <a:lnTo>
                  <a:pt x="1764" y="3356"/>
                </a:lnTo>
                <a:lnTo>
                  <a:pt x="1765" y="3357"/>
                </a:lnTo>
                <a:lnTo>
                  <a:pt x="1765" y="3359"/>
                </a:lnTo>
                <a:lnTo>
                  <a:pt x="1763" y="3362"/>
                </a:lnTo>
                <a:lnTo>
                  <a:pt x="1761" y="3364"/>
                </a:lnTo>
                <a:lnTo>
                  <a:pt x="1760" y="3364"/>
                </a:lnTo>
                <a:lnTo>
                  <a:pt x="1759" y="3363"/>
                </a:lnTo>
                <a:lnTo>
                  <a:pt x="1758" y="3362"/>
                </a:lnTo>
                <a:lnTo>
                  <a:pt x="1755" y="3363"/>
                </a:lnTo>
                <a:lnTo>
                  <a:pt x="1754" y="3363"/>
                </a:lnTo>
                <a:lnTo>
                  <a:pt x="1753" y="3363"/>
                </a:lnTo>
                <a:lnTo>
                  <a:pt x="1751" y="3365"/>
                </a:lnTo>
                <a:lnTo>
                  <a:pt x="1750" y="3366"/>
                </a:lnTo>
                <a:lnTo>
                  <a:pt x="1747" y="3367"/>
                </a:lnTo>
                <a:lnTo>
                  <a:pt x="1744" y="3368"/>
                </a:lnTo>
                <a:lnTo>
                  <a:pt x="1740" y="3370"/>
                </a:lnTo>
                <a:lnTo>
                  <a:pt x="1735" y="3369"/>
                </a:lnTo>
                <a:lnTo>
                  <a:pt x="1734" y="3369"/>
                </a:lnTo>
                <a:lnTo>
                  <a:pt x="1734" y="3368"/>
                </a:lnTo>
                <a:lnTo>
                  <a:pt x="1732" y="3367"/>
                </a:lnTo>
                <a:lnTo>
                  <a:pt x="1730" y="3366"/>
                </a:lnTo>
                <a:lnTo>
                  <a:pt x="1728" y="3365"/>
                </a:lnTo>
                <a:lnTo>
                  <a:pt x="1727" y="3364"/>
                </a:lnTo>
                <a:lnTo>
                  <a:pt x="1725" y="3363"/>
                </a:lnTo>
                <a:lnTo>
                  <a:pt x="1724" y="3363"/>
                </a:lnTo>
                <a:lnTo>
                  <a:pt x="1723" y="3363"/>
                </a:lnTo>
                <a:lnTo>
                  <a:pt x="1716" y="3366"/>
                </a:lnTo>
                <a:lnTo>
                  <a:pt x="1714" y="3367"/>
                </a:lnTo>
                <a:lnTo>
                  <a:pt x="1712" y="3368"/>
                </a:lnTo>
                <a:lnTo>
                  <a:pt x="1710" y="3370"/>
                </a:lnTo>
                <a:lnTo>
                  <a:pt x="1709" y="3370"/>
                </a:lnTo>
                <a:lnTo>
                  <a:pt x="1709" y="3371"/>
                </a:lnTo>
                <a:lnTo>
                  <a:pt x="1708" y="3372"/>
                </a:lnTo>
                <a:lnTo>
                  <a:pt x="1707" y="3372"/>
                </a:lnTo>
                <a:lnTo>
                  <a:pt x="1705" y="3372"/>
                </a:lnTo>
                <a:lnTo>
                  <a:pt x="1704" y="3373"/>
                </a:lnTo>
                <a:lnTo>
                  <a:pt x="1703" y="3373"/>
                </a:lnTo>
                <a:lnTo>
                  <a:pt x="1697" y="3374"/>
                </a:lnTo>
                <a:lnTo>
                  <a:pt x="1693" y="3376"/>
                </a:lnTo>
                <a:lnTo>
                  <a:pt x="1691" y="3376"/>
                </a:lnTo>
                <a:lnTo>
                  <a:pt x="1689" y="3375"/>
                </a:lnTo>
                <a:lnTo>
                  <a:pt x="1687" y="3375"/>
                </a:lnTo>
                <a:lnTo>
                  <a:pt x="1686" y="3374"/>
                </a:lnTo>
                <a:lnTo>
                  <a:pt x="1686" y="3373"/>
                </a:lnTo>
                <a:lnTo>
                  <a:pt x="1685" y="3371"/>
                </a:lnTo>
                <a:lnTo>
                  <a:pt x="1684" y="3370"/>
                </a:lnTo>
                <a:lnTo>
                  <a:pt x="1681" y="3370"/>
                </a:lnTo>
                <a:lnTo>
                  <a:pt x="1677" y="3370"/>
                </a:lnTo>
                <a:lnTo>
                  <a:pt x="1672" y="3371"/>
                </a:lnTo>
                <a:lnTo>
                  <a:pt x="1671" y="3372"/>
                </a:lnTo>
                <a:lnTo>
                  <a:pt x="1671" y="3374"/>
                </a:lnTo>
                <a:lnTo>
                  <a:pt x="1668" y="3377"/>
                </a:lnTo>
                <a:lnTo>
                  <a:pt x="1664" y="3379"/>
                </a:lnTo>
                <a:lnTo>
                  <a:pt x="1662" y="3379"/>
                </a:lnTo>
                <a:lnTo>
                  <a:pt x="1660" y="3379"/>
                </a:lnTo>
                <a:lnTo>
                  <a:pt x="1658" y="3378"/>
                </a:lnTo>
                <a:lnTo>
                  <a:pt x="1658" y="3377"/>
                </a:lnTo>
                <a:lnTo>
                  <a:pt x="1656" y="3376"/>
                </a:lnTo>
                <a:lnTo>
                  <a:pt x="1653" y="3375"/>
                </a:lnTo>
                <a:lnTo>
                  <a:pt x="1651" y="3375"/>
                </a:lnTo>
                <a:lnTo>
                  <a:pt x="1648" y="3373"/>
                </a:lnTo>
                <a:lnTo>
                  <a:pt x="1643" y="3374"/>
                </a:lnTo>
                <a:lnTo>
                  <a:pt x="1642" y="3374"/>
                </a:lnTo>
                <a:lnTo>
                  <a:pt x="1641" y="3372"/>
                </a:lnTo>
                <a:lnTo>
                  <a:pt x="1641" y="3369"/>
                </a:lnTo>
                <a:lnTo>
                  <a:pt x="1642" y="3368"/>
                </a:lnTo>
                <a:lnTo>
                  <a:pt x="1642" y="3367"/>
                </a:lnTo>
                <a:lnTo>
                  <a:pt x="1642" y="3365"/>
                </a:lnTo>
                <a:lnTo>
                  <a:pt x="1642" y="3364"/>
                </a:lnTo>
                <a:lnTo>
                  <a:pt x="1641" y="3359"/>
                </a:lnTo>
                <a:lnTo>
                  <a:pt x="1640" y="3358"/>
                </a:lnTo>
                <a:lnTo>
                  <a:pt x="1639" y="3357"/>
                </a:lnTo>
                <a:lnTo>
                  <a:pt x="1639" y="3356"/>
                </a:lnTo>
                <a:lnTo>
                  <a:pt x="1637" y="3356"/>
                </a:lnTo>
                <a:lnTo>
                  <a:pt x="1637" y="3354"/>
                </a:lnTo>
                <a:lnTo>
                  <a:pt x="1635" y="3350"/>
                </a:lnTo>
                <a:lnTo>
                  <a:pt x="1635" y="3346"/>
                </a:lnTo>
                <a:lnTo>
                  <a:pt x="1628" y="3344"/>
                </a:lnTo>
                <a:lnTo>
                  <a:pt x="1626" y="3342"/>
                </a:lnTo>
                <a:lnTo>
                  <a:pt x="1625" y="3342"/>
                </a:lnTo>
                <a:lnTo>
                  <a:pt x="1622" y="3341"/>
                </a:lnTo>
                <a:lnTo>
                  <a:pt x="1621" y="3341"/>
                </a:lnTo>
                <a:lnTo>
                  <a:pt x="1620" y="3341"/>
                </a:lnTo>
                <a:lnTo>
                  <a:pt x="1619" y="3342"/>
                </a:lnTo>
                <a:lnTo>
                  <a:pt x="1614" y="3339"/>
                </a:lnTo>
                <a:lnTo>
                  <a:pt x="1613" y="3338"/>
                </a:lnTo>
                <a:lnTo>
                  <a:pt x="1612" y="3337"/>
                </a:lnTo>
                <a:lnTo>
                  <a:pt x="1611" y="3337"/>
                </a:lnTo>
                <a:lnTo>
                  <a:pt x="1610" y="3337"/>
                </a:lnTo>
                <a:lnTo>
                  <a:pt x="1609" y="3337"/>
                </a:lnTo>
                <a:lnTo>
                  <a:pt x="1608" y="3338"/>
                </a:lnTo>
                <a:lnTo>
                  <a:pt x="1606" y="3337"/>
                </a:lnTo>
                <a:lnTo>
                  <a:pt x="1604" y="3337"/>
                </a:lnTo>
                <a:lnTo>
                  <a:pt x="1602" y="3336"/>
                </a:lnTo>
                <a:lnTo>
                  <a:pt x="1599" y="3335"/>
                </a:lnTo>
                <a:lnTo>
                  <a:pt x="1597" y="3335"/>
                </a:lnTo>
                <a:lnTo>
                  <a:pt x="1595" y="3334"/>
                </a:lnTo>
                <a:lnTo>
                  <a:pt x="1591" y="3330"/>
                </a:lnTo>
                <a:lnTo>
                  <a:pt x="1588" y="3329"/>
                </a:lnTo>
                <a:lnTo>
                  <a:pt x="1588" y="3328"/>
                </a:lnTo>
                <a:lnTo>
                  <a:pt x="1589" y="3327"/>
                </a:lnTo>
                <a:lnTo>
                  <a:pt x="1588" y="3326"/>
                </a:lnTo>
                <a:lnTo>
                  <a:pt x="1587" y="3326"/>
                </a:lnTo>
                <a:lnTo>
                  <a:pt x="1586" y="3329"/>
                </a:lnTo>
                <a:lnTo>
                  <a:pt x="1582" y="3331"/>
                </a:lnTo>
                <a:lnTo>
                  <a:pt x="1581" y="3331"/>
                </a:lnTo>
                <a:lnTo>
                  <a:pt x="1580" y="3329"/>
                </a:lnTo>
                <a:lnTo>
                  <a:pt x="1568" y="3325"/>
                </a:lnTo>
                <a:lnTo>
                  <a:pt x="1567" y="3325"/>
                </a:lnTo>
                <a:lnTo>
                  <a:pt x="1566" y="3325"/>
                </a:lnTo>
                <a:lnTo>
                  <a:pt x="1566" y="3324"/>
                </a:lnTo>
                <a:lnTo>
                  <a:pt x="1558" y="3318"/>
                </a:lnTo>
                <a:lnTo>
                  <a:pt x="1557" y="3315"/>
                </a:lnTo>
                <a:lnTo>
                  <a:pt x="1554" y="3315"/>
                </a:lnTo>
                <a:lnTo>
                  <a:pt x="1551" y="3316"/>
                </a:lnTo>
                <a:lnTo>
                  <a:pt x="1550" y="3318"/>
                </a:lnTo>
                <a:lnTo>
                  <a:pt x="1545" y="3317"/>
                </a:lnTo>
                <a:lnTo>
                  <a:pt x="1545" y="3316"/>
                </a:lnTo>
                <a:lnTo>
                  <a:pt x="1543" y="3315"/>
                </a:lnTo>
                <a:lnTo>
                  <a:pt x="1544" y="3312"/>
                </a:lnTo>
                <a:lnTo>
                  <a:pt x="1548" y="3305"/>
                </a:lnTo>
                <a:lnTo>
                  <a:pt x="1547" y="3304"/>
                </a:lnTo>
                <a:lnTo>
                  <a:pt x="1546" y="3303"/>
                </a:lnTo>
                <a:lnTo>
                  <a:pt x="1544" y="3301"/>
                </a:lnTo>
                <a:lnTo>
                  <a:pt x="1542" y="3300"/>
                </a:lnTo>
                <a:lnTo>
                  <a:pt x="1540" y="3298"/>
                </a:lnTo>
                <a:lnTo>
                  <a:pt x="1539" y="3298"/>
                </a:lnTo>
                <a:lnTo>
                  <a:pt x="1538" y="3297"/>
                </a:lnTo>
                <a:lnTo>
                  <a:pt x="1537" y="3296"/>
                </a:lnTo>
                <a:lnTo>
                  <a:pt x="1536" y="3295"/>
                </a:lnTo>
                <a:lnTo>
                  <a:pt x="1535" y="3294"/>
                </a:lnTo>
                <a:lnTo>
                  <a:pt x="1534" y="3293"/>
                </a:lnTo>
                <a:lnTo>
                  <a:pt x="1533" y="3291"/>
                </a:lnTo>
                <a:lnTo>
                  <a:pt x="1533" y="3289"/>
                </a:lnTo>
                <a:lnTo>
                  <a:pt x="1532" y="3287"/>
                </a:lnTo>
                <a:lnTo>
                  <a:pt x="1531" y="3287"/>
                </a:lnTo>
                <a:lnTo>
                  <a:pt x="1531" y="3286"/>
                </a:lnTo>
                <a:lnTo>
                  <a:pt x="1530" y="3286"/>
                </a:lnTo>
                <a:lnTo>
                  <a:pt x="1530" y="3285"/>
                </a:lnTo>
                <a:lnTo>
                  <a:pt x="1526" y="3284"/>
                </a:lnTo>
                <a:lnTo>
                  <a:pt x="1524" y="3284"/>
                </a:lnTo>
                <a:lnTo>
                  <a:pt x="1523" y="3284"/>
                </a:lnTo>
                <a:lnTo>
                  <a:pt x="1522" y="3284"/>
                </a:lnTo>
                <a:lnTo>
                  <a:pt x="1521" y="3283"/>
                </a:lnTo>
                <a:lnTo>
                  <a:pt x="1520" y="3283"/>
                </a:lnTo>
                <a:lnTo>
                  <a:pt x="1519" y="3283"/>
                </a:lnTo>
                <a:lnTo>
                  <a:pt x="1518" y="3283"/>
                </a:lnTo>
                <a:lnTo>
                  <a:pt x="1516" y="3282"/>
                </a:lnTo>
                <a:lnTo>
                  <a:pt x="1516" y="3281"/>
                </a:lnTo>
                <a:lnTo>
                  <a:pt x="1514" y="3279"/>
                </a:lnTo>
                <a:lnTo>
                  <a:pt x="1513" y="3279"/>
                </a:lnTo>
                <a:lnTo>
                  <a:pt x="1511" y="3278"/>
                </a:lnTo>
                <a:lnTo>
                  <a:pt x="1511" y="3277"/>
                </a:lnTo>
                <a:lnTo>
                  <a:pt x="1510" y="3276"/>
                </a:lnTo>
                <a:lnTo>
                  <a:pt x="1509" y="3275"/>
                </a:lnTo>
                <a:lnTo>
                  <a:pt x="1508" y="3274"/>
                </a:lnTo>
                <a:lnTo>
                  <a:pt x="1507" y="3273"/>
                </a:lnTo>
                <a:lnTo>
                  <a:pt x="1505" y="3272"/>
                </a:lnTo>
                <a:lnTo>
                  <a:pt x="1504" y="3271"/>
                </a:lnTo>
                <a:lnTo>
                  <a:pt x="1503" y="3271"/>
                </a:lnTo>
                <a:lnTo>
                  <a:pt x="1503" y="3272"/>
                </a:lnTo>
                <a:lnTo>
                  <a:pt x="1502" y="3273"/>
                </a:lnTo>
                <a:lnTo>
                  <a:pt x="1501" y="3273"/>
                </a:lnTo>
                <a:lnTo>
                  <a:pt x="1500" y="3272"/>
                </a:lnTo>
                <a:lnTo>
                  <a:pt x="1499" y="3272"/>
                </a:lnTo>
                <a:lnTo>
                  <a:pt x="1498" y="3272"/>
                </a:lnTo>
                <a:lnTo>
                  <a:pt x="1498" y="3273"/>
                </a:lnTo>
                <a:lnTo>
                  <a:pt x="1497" y="3275"/>
                </a:lnTo>
                <a:lnTo>
                  <a:pt x="1484" y="3279"/>
                </a:lnTo>
                <a:lnTo>
                  <a:pt x="1483" y="3280"/>
                </a:lnTo>
                <a:lnTo>
                  <a:pt x="1483" y="3281"/>
                </a:lnTo>
                <a:lnTo>
                  <a:pt x="1478" y="3280"/>
                </a:lnTo>
                <a:lnTo>
                  <a:pt x="1471" y="3279"/>
                </a:lnTo>
                <a:lnTo>
                  <a:pt x="1469" y="3278"/>
                </a:lnTo>
                <a:lnTo>
                  <a:pt x="1464" y="3277"/>
                </a:lnTo>
                <a:lnTo>
                  <a:pt x="1463" y="3276"/>
                </a:lnTo>
                <a:lnTo>
                  <a:pt x="1461" y="3275"/>
                </a:lnTo>
                <a:lnTo>
                  <a:pt x="1459" y="3275"/>
                </a:lnTo>
                <a:lnTo>
                  <a:pt x="1458" y="3275"/>
                </a:lnTo>
                <a:lnTo>
                  <a:pt x="1456" y="3274"/>
                </a:lnTo>
                <a:lnTo>
                  <a:pt x="1454" y="3274"/>
                </a:lnTo>
                <a:lnTo>
                  <a:pt x="1453" y="3273"/>
                </a:lnTo>
                <a:lnTo>
                  <a:pt x="1452" y="3273"/>
                </a:lnTo>
                <a:lnTo>
                  <a:pt x="1450" y="3273"/>
                </a:lnTo>
                <a:lnTo>
                  <a:pt x="1450" y="3272"/>
                </a:lnTo>
                <a:lnTo>
                  <a:pt x="1449" y="3272"/>
                </a:lnTo>
                <a:lnTo>
                  <a:pt x="1447" y="3271"/>
                </a:lnTo>
                <a:lnTo>
                  <a:pt x="1443" y="3271"/>
                </a:lnTo>
                <a:lnTo>
                  <a:pt x="1441" y="3270"/>
                </a:lnTo>
                <a:lnTo>
                  <a:pt x="1439" y="3269"/>
                </a:lnTo>
                <a:lnTo>
                  <a:pt x="1438" y="3268"/>
                </a:lnTo>
                <a:lnTo>
                  <a:pt x="1437" y="3267"/>
                </a:lnTo>
                <a:lnTo>
                  <a:pt x="1436" y="3266"/>
                </a:lnTo>
                <a:lnTo>
                  <a:pt x="1434" y="3264"/>
                </a:lnTo>
                <a:lnTo>
                  <a:pt x="1431" y="3263"/>
                </a:lnTo>
                <a:lnTo>
                  <a:pt x="1430" y="3262"/>
                </a:lnTo>
                <a:lnTo>
                  <a:pt x="1427" y="3261"/>
                </a:lnTo>
                <a:lnTo>
                  <a:pt x="1425" y="3260"/>
                </a:lnTo>
                <a:lnTo>
                  <a:pt x="1424" y="3260"/>
                </a:lnTo>
                <a:lnTo>
                  <a:pt x="1423" y="3259"/>
                </a:lnTo>
                <a:lnTo>
                  <a:pt x="1422" y="3259"/>
                </a:lnTo>
                <a:lnTo>
                  <a:pt x="1420" y="3259"/>
                </a:lnTo>
                <a:lnTo>
                  <a:pt x="1418" y="3258"/>
                </a:lnTo>
                <a:lnTo>
                  <a:pt x="1417" y="3258"/>
                </a:lnTo>
                <a:lnTo>
                  <a:pt x="1416" y="3257"/>
                </a:lnTo>
                <a:lnTo>
                  <a:pt x="1412" y="3255"/>
                </a:lnTo>
                <a:lnTo>
                  <a:pt x="1410" y="3254"/>
                </a:lnTo>
                <a:lnTo>
                  <a:pt x="1407" y="3252"/>
                </a:lnTo>
                <a:lnTo>
                  <a:pt x="1406" y="3251"/>
                </a:lnTo>
                <a:lnTo>
                  <a:pt x="1405" y="3251"/>
                </a:lnTo>
                <a:lnTo>
                  <a:pt x="1403" y="3248"/>
                </a:lnTo>
                <a:lnTo>
                  <a:pt x="1402" y="3246"/>
                </a:lnTo>
                <a:lnTo>
                  <a:pt x="1401" y="3245"/>
                </a:lnTo>
                <a:lnTo>
                  <a:pt x="1400" y="3245"/>
                </a:lnTo>
                <a:lnTo>
                  <a:pt x="1398" y="3244"/>
                </a:lnTo>
                <a:lnTo>
                  <a:pt x="1396" y="3243"/>
                </a:lnTo>
                <a:lnTo>
                  <a:pt x="1396" y="3242"/>
                </a:lnTo>
                <a:lnTo>
                  <a:pt x="1395" y="3241"/>
                </a:lnTo>
                <a:lnTo>
                  <a:pt x="1395" y="3240"/>
                </a:lnTo>
                <a:lnTo>
                  <a:pt x="1413" y="3225"/>
                </a:lnTo>
                <a:lnTo>
                  <a:pt x="1421" y="3208"/>
                </a:lnTo>
                <a:lnTo>
                  <a:pt x="1421" y="3202"/>
                </a:lnTo>
                <a:lnTo>
                  <a:pt x="1422" y="3197"/>
                </a:lnTo>
                <a:lnTo>
                  <a:pt x="1423" y="3181"/>
                </a:lnTo>
                <a:lnTo>
                  <a:pt x="1426" y="3168"/>
                </a:lnTo>
                <a:lnTo>
                  <a:pt x="1429" y="3158"/>
                </a:lnTo>
                <a:lnTo>
                  <a:pt x="1436" y="3151"/>
                </a:lnTo>
                <a:lnTo>
                  <a:pt x="1437" y="3150"/>
                </a:lnTo>
                <a:lnTo>
                  <a:pt x="1443" y="3139"/>
                </a:lnTo>
                <a:lnTo>
                  <a:pt x="1447" y="3132"/>
                </a:lnTo>
                <a:lnTo>
                  <a:pt x="1468" y="3109"/>
                </a:lnTo>
                <a:lnTo>
                  <a:pt x="1469" y="3092"/>
                </a:lnTo>
                <a:lnTo>
                  <a:pt x="1469" y="3088"/>
                </a:lnTo>
                <a:lnTo>
                  <a:pt x="1469" y="3087"/>
                </a:lnTo>
                <a:lnTo>
                  <a:pt x="1467" y="3087"/>
                </a:lnTo>
                <a:lnTo>
                  <a:pt x="1465" y="3084"/>
                </a:lnTo>
                <a:lnTo>
                  <a:pt x="1465" y="3083"/>
                </a:lnTo>
                <a:lnTo>
                  <a:pt x="1463" y="3082"/>
                </a:lnTo>
                <a:lnTo>
                  <a:pt x="1462" y="3082"/>
                </a:lnTo>
                <a:lnTo>
                  <a:pt x="1461" y="3081"/>
                </a:lnTo>
                <a:lnTo>
                  <a:pt x="1460" y="3081"/>
                </a:lnTo>
                <a:lnTo>
                  <a:pt x="1459" y="3081"/>
                </a:lnTo>
                <a:lnTo>
                  <a:pt x="1458" y="3080"/>
                </a:lnTo>
                <a:lnTo>
                  <a:pt x="1455" y="3080"/>
                </a:lnTo>
                <a:lnTo>
                  <a:pt x="1454" y="3080"/>
                </a:lnTo>
                <a:lnTo>
                  <a:pt x="1453" y="3079"/>
                </a:lnTo>
                <a:lnTo>
                  <a:pt x="1453" y="3078"/>
                </a:lnTo>
                <a:lnTo>
                  <a:pt x="1452" y="3078"/>
                </a:lnTo>
                <a:lnTo>
                  <a:pt x="1452" y="3077"/>
                </a:lnTo>
                <a:lnTo>
                  <a:pt x="1452" y="3076"/>
                </a:lnTo>
                <a:lnTo>
                  <a:pt x="1451" y="3075"/>
                </a:lnTo>
                <a:lnTo>
                  <a:pt x="1451" y="3074"/>
                </a:lnTo>
                <a:lnTo>
                  <a:pt x="1450" y="3073"/>
                </a:lnTo>
                <a:lnTo>
                  <a:pt x="1450" y="3072"/>
                </a:lnTo>
                <a:lnTo>
                  <a:pt x="1450" y="3071"/>
                </a:lnTo>
                <a:lnTo>
                  <a:pt x="1450" y="3070"/>
                </a:lnTo>
                <a:lnTo>
                  <a:pt x="1449" y="3069"/>
                </a:lnTo>
                <a:lnTo>
                  <a:pt x="1449" y="3068"/>
                </a:lnTo>
                <a:lnTo>
                  <a:pt x="1449" y="3066"/>
                </a:lnTo>
                <a:lnTo>
                  <a:pt x="1449" y="3065"/>
                </a:lnTo>
                <a:lnTo>
                  <a:pt x="1448" y="3065"/>
                </a:lnTo>
                <a:lnTo>
                  <a:pt x="1448" y="3064"/>
                </a:lnTo>
                <a:lnTo>
                  <a:pt x="1447" y="3064"/>
                </a:lnTo>
                <a:lnTo>
                  <a:pt x="1447" y="3063"/>
                </a:lnTo>
                <a:lnTo>
                  <a:pt x="1447" y="3062"/>
                </a:lnTo>
                <a:lnTo>
                  <a:pt x="1447" y="3061"/>
                </a:lnTo>
                <a:lnTo>
                  <a:pt x="1446" y="3060"/>
                </a:lnTo>
                <a:lnTo>
                  <a:pt x="1446" y="3059"/>
                </a:lnTo>
                <a:lnTo>
                  <a:pt x="1446" y="3058"/>
                </a:lnTo>
                <a:lnTo>
                  <a:pt x="1446" y="3057"/>
                </a:lnTo>
                <a:lnTo>
                  <a:pt x="1445" y="3056"/>
                </a:lnTo>
                <a:lnTo>
                  <a:pt x="1445" y="3055"/>
                </a:lnTo>
                <a:lnTo>
                  <a:pt x="1445" y="3054"/>
                </a:lnTo>
                <a:lnTo>
                  <a:pt x="1444" y="3053"/>
                </a:lnTo>
                <a:lnTo>
                  <a:pt x="1443" y="3052"/>
                </a:lnTo>
                <a:lnTo>
                  <a:pt x="1442" y="3051"/>
                </a:lnTo>
                <a:lnTo>
                  <a:pt x="1442" y="3049"/>
                </a:lnTo>
                <a:lnTo>
                  <a:pt x="1440" y="3048"/>
                </a:lnTo>
                <a:lnTo>
                  <a:pt x="1440" y="3047"/>
                </a:lnTo>
                <a:lnTo>
                  <a:pt x="1441" y="3046"/>
                </a:lnTo>
                <a:lnTo>
                  <a:pt x="1441" y="3045"/>
                </a:lnTo>
                <a:lnTo>
                  <a:pt x="1442" y="3043"/>
                </a:lnTo>
                <a:lnTo>
                  <a:pt x="1443" y="3041"/>
                </a:lnTo>
                <a:lnTo>
                  <a:pt x="1442" y="3040"/>
                </a:lnTo>
                <a:lnTo>
                  <a:pt x="1442" y="3038"/>
                </a:lnTo>
                <a:lnTo>
                  <a:pt x="1442" y="3037"/>
                </a:lnTo>
                <a:lnTo>
                  <a:pt x="1442" y="3035"/>
                </a:lnTo>
                <a:lnTo>
                  <a:pt x="1443" y="3033"/>
                </a:lnTo>
                <a:lnTo>
                  <a:pt x="1443" y="3032"/>
                </a:lnTo>
                <a:lnTo>
                  <a:pt x="1442" y="3032"/>
                </a:lnTo>
                <a:lnTo>
                  <a:pt x="1442" y="3031"/>
                </a:lnTo>
                <a:lnTo>
                  <a:pt x="1441" y="3030"/>
                </a:lnTo>
                <a:lnTo>
                  <a:pt x="1440" y="3029"/>
                </a:lnTo>
                <a:lnTo>
                  <a:pt x="1440" y="3028"/>
                </a:lnTo>
                <a:lnTo>
                  <a:pt x="1441" y="3027"/>
                </a:lnTo>
                <a:lnTo>
                  <a:pt x="1441" y="3026"/>
                </a:lnTo>
                <a:lnTo>
                  <a:pt x="1440" y="3023"/>
                </a:lnTo>
                <a:lnTo>
                  <a:pt x="1439" y="3022"/>
                </a:lnTo>
                <a:lnTo>
                  <a:pt x="1438" y="3021"/>
                </a:lnTo>
                <a:lnTo>
                  <a:pt x="1437" y="3021"/>
                </a:lnTo>
                <a:lnTo>
                  <a:pt x="1435" y="3021"/>
                </a:lnTo>
                <a:lnTo>
                  <a:pt x="1434" y="3021"/>
                </a:lnTo>
                <a:lnTo>
                  <a:pt x="1434" y="3020"/>
                </a:lnTo>
                <a:lnTo>
                  <a:pt x="1434" y="3018"/>
                </a:lnTo>
                <a:lnTo>
                  <a:pt x="1433" y="3018"/>
                </a:lnTo>
                <a:lnTo>
                  <a:pt x="1431" y="3019"/>
                </a:lnTo>
                <a:lnTo>
                  <a:pt x="1431" y="3020"/>
                </a:lnTo>
                <a:lnTo>
                  <a:pt x="1427" y="3022"/>
                </a:lnTo>
                <a:lnTo>
                  <a:pt x="1425" y="3023"/>
                </a:lnTo>
                <a:lnTo>
                  <a:pt x="1424" y="3023"/>
                </a:lnTo>
                <a:lnTo>
                  <a:pt x="1424" y="3024"/>
                </a:lnTo>
                <a:lnTo>
                  <a:pt x="1423" y="3025"/>
                </a:lnTo>
                <a:lnTo>
                  <a:pt x="1422" y="3025"/>
                </a:lnTo>
                <a:lnTo>
                  <a:pt x="1421" y="3025"/>
                </a:lnTo>
                <a:lnTo>
                  <a:pt x="1417" y="3025"/>
                </a:lnTo>
                <a:lnTo>
                  <a:pt x="1416" y="3024"/>
                </a:lnTo>
                <a:lnTo>
                  <a:pt x="1416" y="3023"/>
                </a:lnTo>
                <a:lnTo>
                  <a:pt x="1415" y="3023"/>
                </a:lnTo>
                <a:lnTo>
                  <a:pt x="1414" y="3022"/>
                </a:lnTo>
                <a:lnTo>
                  <a:pt x="1411" y="3021"/>
                </a:lnTo>
                <a:lnTo>
                  <a:pt x="1407" y="3027"/>
                </a:lnTo>
                <a:lnTo>
                  <a:pt x="1404" y="3030"/>
                </a:lnTo>
                <a:lnTo>
                  <a:pt x="1399" y="3037"/>
                </a:lnTo>
                <a:lnTo>
                  <a:pt x="1397" y="3042"/>
                </a:lnTo>
                <a:lnTo>
                  <a:pt x="1396" y="3043"/>
                </a:lnTo>
                <a:lnTo>
                  <a:pt x="1394" y="3042"/>
                </a:lnTo>
                <a:lnTo>
                  <a:pt x="1392" y="3042"/>
                </a:lnTo>
                <a:lnTo>
                  <a:pt x="1392" y="3041"/>
                </a:lnTo>
                <a:lnTo>
                  <a:pt x="1389" y="3040"/>
                </a:lnTo>
                <a:lnTo>
                  <a:pt x="1388" y="3040"/>
                </a:lnTo>
                <a:lnTo>
                  <a:pt x="1387" y="3040"/>
                </a:lnTo>
                <a:lnTo>
                  <a:pt x="1386" y="3040"/>
                </a:lnTo>
                <a:lnTo>
                  <a:pt x="1385" y="3040"/>
                </a:lnTo>
                <a:lnTo>
                  <a:pt x="1384" y="3040"/>
                </a:lnTo>
                <a:lnTo>
                  <a:pt x="1379" y="3040"/>
                </a:lnTo>
                <a:lnTo>
                  <a:pt x="1375" y="3040"/>
                </a:lnTo>
                <a:lnTo>
                  <a:pt x="1373" y="3041"/>
                </a:lnTo>
                <a:lnTo>
                  <a:pt x="1372" y="3041"/>
                </a:lnTo>
                <a:lnTo>
                  <a:pt x="1371" y="3041"/>
                </a:lnTo>
                <a:lnTo>
                  <a:pt x="1367" y="3041"/>
                </a:lnTo>
                <a:lnTo>
                  <a:pt x="1367" y="3042"/>
                </a:lnTo>
                <a:lnTo>
                  <a:pt x="1365" y="3042"/>
                </a:lnTo>
                <a:lnTo>
                  <a:pt x="1364" y="3042"/>
                </a:lnTo>
                <a:lnTo>
                  <a:pt x="1363" y="3042"/>
                </a:lnTo>
                <a:lnTo>
                  <a:pt x="1362" y="3042"/>
                </a:lnTo>
                <a:lnTo>
                  <a:pt x="1361" y="3043"/>
                </a:lnTo>
                <a:lnTo>
                  <a:pt x="1360" y="3044"/>
                </a:lnTo>
                <a:lnTo>
                  <a:pt x="1360" y="3045"/>
                </a:lnTo>
                <a:lnTo>
                  <a:pt x="1360" y="3046"/>
                </a:lnTo>
                <a:lnTo>
                  <a:pt x="1361" y="3047"/>
                </a:lnTo>
                <a:lnTo>
                  <a:pt x="1361" y="3049"/>
                </a:lnTo>
                <a:lnTo>
                  <a:pt x="1361" y="3050"/>
                </a:lnTo>
                <a:lnTo>
                  <a:pt x="1362" y="3052"/>
                </a:lnTo>
                <a:lnTo>
                  <a:pt x="1362" y="3053"/>
                </a:lnTo>
                <a:lnTo>
                  <a:pt x="1362" y="3054"/>
                </a:lnTo>
                <a:lnTo>
                  <a:pt x="1362" y="3056"/>
                </a:lnTo>
                <a:lnTo>
                  <a:pt x="1361" y="3056"/>
                </a:lnTo>
                <a:lnTo>
                  <a:pt x="1361" y="3057"/>
                </a:lnTo>
                <a:lnTo>
                  <a:pt x="1361" y="3059"/>
                </a:lnTo>
                <a:lnTo>
                  <a:pt x="1361" y="3060"/>
                </a:lnTo>
                <a:lnTo>
                  <a:pt x="1362" y="3060"/>
                </a:lnTo>
                <a:lnTo>
                  <a:pt x="1362" y="3061"/>
                </a:lnTo>
                <a:lnTo>
                  <a:pt x="1363" y="3061"/>
                </a:lnTo>
                <a:lnTo>
                  <a:pt x="1363" y="3067"/>
                </a:lnTo>
                <a:lnTo>
                  <a:pt x="1362" y="3070"/>
                </a:lnTo>
                <a:lnTo>
                  <a:pt x="1360" y="3071"/>
                </a:lnTo>
                <a:lnTo>
                  <a:pt x="1357" y="3072"/>
                </a:lnTo>
                <a:lnTo>
                  <a:pt x="1354" y="3071"/>
                </a:lnTo>
                <a:lnTo>
                  <a:pt x="1353" y="3071"/>
                </a:lnTo>
                <a:lnTo>
                  <a:pt x="1352" y="3071"/>
                </a:lnTo>
                <a:lnTo>
                  <a:pt x="1351" y="3072"/>
                </a:lnTo>
                <a:lnTo>
                  <a:pt x="1349" y="3072"/>
                </a:lnTo>
                <a:lnTo>
                  <a:pt x="1348" y="3071"/>
                </a:lnTo>
                <a:lnTo>
                  <a:pt x="1348" y="3070"/>
                </a:lnTo>
                <a:lnTo>
                  <a:pt x="1347" y="3070"/>
                </a:lnTo>
                <a:lnTo>
                  <a:pt x="1346" y="3069"/>
                </a:lnTo>
                <a:lnTo>
                  <a:pt x="1344" y="3068"/>
                </a:lnTo>
                <a:lnTo>
                  <a:pt x="1344" y="3067"/>
                </a:lnTo>
                <a:lnTo>
                  <a:pt x="1343" y="3067"/>
                </a:lnTo>
                <a:lnTo>
                  <a:pt x="1342" y="3067"/>
                </a:lnTo>
                <a:lnTo>
                  <a:pt x="1341" y="3067"/>
                </a:lnTo>
                <a:lnTo>
                  <a:pt x="1340" y="3068"/>
                </a:lnTo>
                <a:lnTo>
                  <a:pt x="1338" y="3071"/>
                </a:lnTo>
                <a:lnTo>
                  <a:pt x="1337" y="3073"/>
                </a:lnTo>
                <a:lnTo>
                  <a:pt x="1337" y="3074"/>
                </a:lnTo>
                <a:lnTo>
                  <a:pt x="1336" y="3074"/>
                </a:lnTo>
                <a:lnTo>
                  <a:pt x="1335" y="3075"/>
                </a:lnTo>
                <a:lnTo>
                  <a:pt x="1335" y="3076"/>
                </a:lnTo>
                <a:lnTo>
                  <a:pt x="1335" y="3078"/>
                </a:lnTo>
                <a:lnTo>
                  <a:pt x="1334" y="3080"/>
                </a:lnTo>
                <a:lnTo>
                  <a:pt x="1333" y="3081"/>
                </a:lnTo>
                <a:lnTo>
                  <a:pt x="1332" y="3083"/>
                </a:lnTo>
                <a:lnTo>
                  <a:pt x="1333" y="3083"/>
                </a:lnTo>
                <a:lnTo>
                  <a:pt x="1332" y="3084"/>
                </a:lnTo>
                <a:lnTo>
                  <a:pt x="1332" y="3085"/>
                </a:lnTo>
                <a:lnTo>
                  <a:pt x="1331" y="3085"/>
                </a:lnTo>
                <a:lnTo>
                  <a:pt x="1331" y="3086"/>
                </a:lnTo>
                <a:lnTo>
                  <a:pt x="1331" y="3088"/>
                </a:lnTo>
                <a:lnTo>
                  <a:pt x="1330" y="3090"/>
                </a:lnTo>
                <a:lnTo>
                  <a:pt x="1331" y="3091"/>
                </a:lnTo>
                <a:lnTo>
                  <a:pt x="1330" y="3092"/>
                </a:lnTo>
                <a:lnTo>
                  <a:pt x="1330" y="3093"/>
                </a:lnTo>
                <a:lnTo>
                  <a:pt x="1329" y="3094"/>
                </a:lnTo>
                <a:lnTo>
                  <a:pt x="1330" y="3094"/>
                </a:lnTo>
                <a:lnTo>
                  <a:pt x="1331" y="3095"/>
                </a:lnTo>
                <a:lnTo>
                  <a:pt x="1331" y="3096"/>
                </a:lnTo>
                <a:lnTo>
                  <a:pt x="1331" y="3097"/>
                </a:lnTo>
                <a:lnTo>
                  <a:pt x="1331" y="3099"/>
                </a:lnTo>
                <a:lnTo>
                  <a:pt x="1330" y="3100"/>
                </a:lnTo>
                <a:lnTo>
                  <a:pt x="1328" y="3102"/>
                </a:lnTo>
                <a:lnTo>
                  <a:pt x="1328" y="3103"/>
                </a:lnTo>
                <a:lnTo>
                  <a:pt x="1327" y="3104"/>
                </a:lnTo>
                <a:lnTo>
                  <a:pt x="1327" y="3105"/>
                </a:lnTo>
                <a:lnTo>
                  <a:pt x="1327" y="3106"/>
                </a:lnTo>
                <a:lnTo>
                  <a:pt x="1327" y="3107"/>
                </a:lnTo>
                <a:lnTo>
                  <a:pt x="1325" y="3108"/>
                </a:lnTo>
                <a:lnTo>
                  <a:pt x="1324" y="3108"/>
                </a:lnTo>
                <a:lnTo>
                  <a:pt x="1323" y="3108"/>
                </a:lnTo>
                <a:lnTo>
                  <a:pt x="1322" y="3109"/>
                </a:lnTo>
                <a:lnTo>
                  <a:pt x="1322" y="3110"/>
                </a:lnTo>
                <a:lnTo>
                  <a:pt x="1321" y="3110"/>
                </a:lnTo>
                <a:lnTo>
                  <a:pt x="1321" y="3111"/>
                </a:lnTo>
                <a:lnTo>
                  <a:pt x="1320" y="3112"/>
                </a:lnTo>
                <a:lnTo>
                  <a:pt x="1319" y="3112"/>
                </a:lnTo>
                <a:lnTo>
                  <a:pt x="1318" y="3112"/>
                </a:lnTo>
                <a:lnTo>
                  <a:pt x="1318" y="3113"/>
                </a:lnTo>
                <a:lnTo>
                  <a:pt x="1318" y="3114"/>
                </a:lnTo>
                <a:lnTo>
                  <a:pt x="1318" y="3115"/>
                </a:lnTo>
                <a:lnTo>
                  <a:pt x="1318" y="3116"/>
                </a:lnTo>
                <a:lnTo>
                  <a:pt x="1317" y="3116"/>
                </a:lnTo>
                <a:lnTo>
                  <a:pt x="1316" y="3117"/>
                </a:lnTo>
                <a:lnTo>
                  <a:pt x="1313" y="3121"/>
                </a:lnTo>
                <a:lnTo>
                  <a:pt x="1313" y="3122"/>
                </a:lnTo>
                <a:lnTo>
                  <a:pt x="1315" y="3126"/>
                </a:lnTo>
                <a:lnTo>
                  <a:pt x="1316" y="3126"/>
                </a:lnTo>
                <a:lnTo>
                  <a:pt x="1317" y="3126"/>
                </a:lnTo>
                <a:lnTo>
                  <a:pt x="1318" y="3126"/>
                </a:lnTo>
                <a:lnTo>
                  <a:pt x="1318" y="3127"/>
                </a:lnTo>
                <a:lnTo>
                  <a:pt x="1318" y="3128"/>
                </a:lnTo>
                <a:lnTo>
                  <a:pt x="1317" y="3130"/>
                </a:lnTo>
                <a:lnTo>
                  <a:pt x="1316" y="3130"/>
                </a:lnTo>
                <a:lnTo>
                  <a:pt x="1315" y="3131"/>
                </a:lnTo>
                <a:lnTo>
                  <a:pt x="1314" y="3132"/>
                </a:lnTo>
                <a:lnTo>
                  <a:pt x="1310" y="3137"/>
                </a:lnTo>
                <a:lnTo>
                  <a:pt x="1309" y="3137"/>
                </a:lnTo>
                <a:lnTo>
                  <a:pt x="1308" y="3140"/>
                </a:lnTo>
                <a:lnTo>
                  <a:pt x="1308" y="3141"/>
                </a:lnTo>
                <a:lnTo>
                  <a:pt x="1304" y="3143"/>
                </a:lnTo>
                <a:lnTo>
                  <a:pt x="1303" y="3144"/>
                </a:lnTo>
                <a:lnTo>
                  <a:pt x="1302" y="3144"/>
                </a:lnTo>
                <a:lnTo>
                  <a:pt x="1302" y="3146"/>
                </a:lnTo>
                <a:lnTo>
                  <a:pt x="1303" y="3147"/>
                </a:lnTo>
                <a:lnTo>
                  <a:pt x="1303" y="3148"/>
                </a:lnTo>
                <a:lnTo>
                  <a:pt x="1303" y="3149"/>
                </a:lnTo>
                <a:lnTo>
                  <a:pt x="1303" y="3150"/>
                </a:lnTo>
                <a:lnTo>
                  <a:pt x="1303" y="3151"/>
                </a:lnTo>
                <a:lnTo>
                  <a:pt x="1303" y="3152"/>
                </a:lnTo>
                <a:lnTo>
                  <a:pt x="1303" y="3153"/>
                </a:lnTo>
                <a:lnTo>
                  <a:pt x="1304" y="3153"/>
                </a:lnTo>
                <a:lnTo>
                  <a:pt x="1304" y="3154"/>
                </a:lnTo>
                <a:lnTo>
                  <a:pt x="1303" y="3156"/>
                </a:lnTo>
                <a:lnTo>
                  <a:pt x="1300" y="3160"/>
                </a:lnTo>
                <a:lnTo>
                  <a:pt x="1300" y="3161"/>
                </a:lnTo>
                <a:lnTo>
                  <a:pt x="1301" y="3161"/>
                </a:lnTo>
                <a:lnTo>
                  <a:pt x="1301" y="3162"/>
                </a:lnTo>
                <a:lnTo>
                  <a:pt x="1302" y="3163"/>
                </a:lnTo>
                <a:lnTo>
                  <a:pt x="1302" y="3164"/>
                </a:lnTo>
                <a:lnTo>
                  <a:pt x="1301" y="3165"/>
                </a:lnTo>
                <a:lnTo>
                  <a:pt x="1300" y="3167"/>
                </a:lnTo>
                <a:lnTo>
                  <a:pt x="1299" y="3168"/>
                </a:lnTo>
                <a:lnTo>
                  <a:pt x="1298" y="3168"/>
                </a:lnTo>
                <a:lnTo>
                  <a:pt x="1298" y="3169"/>
                </a:lnTo>
                <a:lnTo>
                  <a:pt x="1298" y="3170"/>
                </a:lnTo>
                <a:lnTo>
                  <a:pt x="1299" y="3170"/>
                </a:lnTo>
                <a:lnTo>
                  <a:pt x="1299" y="3171"/>
                </a:lnTo>
                <a:lnTo>
                  <a:pt x="1298" y="3172"/>
                </a:lnTo>
                <a:lnTo>
                  <a:pt x="1297" y="3172"/>
                </a:lnTo>
                <a:lnTo>
                  <a:pt x="1296" y="3172"/>
                </a:lnTo>
                <a:lnTo>
                  <a:pt x="1296" y="3173"/>
                </a:lnTo>
                <a:lnTo>
                  <a:pt x="1295" y="3175"/>
                </a:lnTo>
                <a:lnTo>
                  <a:pt x="1295" y="3176"/>
                </a:lnTo>
                <a:lnTo>
                  <a:pt x="1295" y="3177"/>
                </a:lnTo>
                <a:lnTo>
                  <a:pt x="1295" y="3178"/>
                </a:lnTo>
                <a:lnTo>
                  <a:pt x="1296" y="3179"/>
                </a:lnTo>
                <a:lnTo>
                  <a:pt x="1296" y="3181"/>
                </a:lnTo>
                <a:lnTo>
                  <a:pt x="1297" y="3182"/>
                </a:lnTo>
                <a:lnTo>
                  <a:pt x="1298" y="3183"/>
                </a:lnTo>
                <a:lnTo>
                  <a:pt x="1299" y="3185"/>
                </a:lnTo>
                <a:lnTo>
                  <a:pt x="1299" y="3187"/>
                </a:lnTo>
                <a:lnTo>
                  <a:pt x="1298" y="3187"/>
                </a:lnTo>
                <a:lnTo>
                  <a:pt x="1297" y="3187"/>
                </a:lnTo>
                <a:lnTo>
                  <a:pt x="1297" y="3188"/>
                </a:lnTo>
                <a:lnTo>
                  <a:pt x="1296" y="3188"/>
                </a:lnTo>
                <a:lnTo>
                  <a:pt x="1296" y="3189"/>
                </a:lnTo>
                <a:lnTo>
                  <a:pt x="1295" y="3190"/>
                </a:lnTo>
                <a:lnTo>
                  <a:pt x="1295" y="3191"/>
                </a:lnTo>
                <a:lnTo>
                  <a:pt x="1296" y="3191"/>
                </a:lnTo>
                <a:lnTo>
                  <a:pt x="1296" y="3192"/>
                </a:lnTo>
                <a:lnTo>
                  <a:pt x="1296" y="3193"/>
                </a:lnTo>
                <a:lnTo>
                  <a:pt x="1297" y="3193"/>
                </a:lnTo>
                <a:lnTo>
                  <a:pt x="1297" y="3194"/>
                </a:lnTo>
                <a:lnTo>
                  <a:pt x="1297" y="3196"/>
                </a:lnTo>
                <a:lnTo>
                  <a:pt x="1297" y="3199"/>
                </a:lnTo>
                <a:lnTo>
                  <a:pt x="1295" y="3201"/>
                </a:lnTo>
                <a:lnTo>
                  <a:pt x="1294" y="3203"/>
                </a:lnTo>
                <a:lnTo>
                  <a:pt x="1293" y="3207"/>
                </a:lnTo>
                <a:lnTo>
                  <a:pt x="1293" y="3209"/>
                </a:lnTo>
                <a:lnTo>
                  <a:pt x="1293" y="3210"/>
                </a:lnTo>
                <a:lnTo>
                  <a:pt x="1293" y="3211"/>
                </a:lnTo>
                <a:lnTo>
                  <a:pt x="1294" y="3212"/>
                </a:lnTo>
                <a:lnTo>
                  <a:pt x="1294" y="3213"/>
                </a:lnTo>
                <a:lnTo>
                  <a:pt x="1295" y="3215"/>
                </a:lnTo>
                <a:lnTo>
                  <a:pt x="1295" y="3216"/>
                </a:lnTo>
                <a:lnTo>
                  <a:pt x="1294" y="3217"/>
                </a:lnTo>
                <a:lnTo>
                  <a:pt x="1293" y="3217"/>
                </a:lnTo>
                <a:lnTo>
                  <a:pt x="1292" y="3217"/>
                </a:lnTo>
                <a:lnTo>
                  <a:pt x="1291" y="3218"/>
                </a:lnTo>
                <a:lnTo>
                  <a:pt x="1292" y="3219"/>
                </a:lnTo>
                <a:lnTo>
                  <a:pt x="1292" y="3221"/>
                </a:lnTo>
                <a:lnTo>
                  <a:pt x="1291" y="3222"/>
                </a:lnTo>
                <a:lnTo>
                  <a:pt x="1292" y="3223"/>
                </a:lnTo>
                <a:lnTo>
                  <a:pt x="1292" y="3224"/>
                </a:lnTo>
                <a:lnTo>
                  <a:pt x="1292" y="3225"/>
                </a:lnTo>
                <a:lnTo>
                  <a:pt x="1293" y="3227"/>
                </a:lnTo>
                <a:lnTo>
                  <a:pt x="1293" y="3228"/>
                </a:lnTo>
                <a:lnTo>
                  <a:pt x="1292" y="3229"/>
                </a:lnTo>
                <a:lnTo>
                  <a:pt x="1291" y="3231"/>
                </a:lnTo>
                <a:lnTo>
                  <a:pt x="1291" y="3232"/>
                </a:lnTo>
                <a:lnTo>
                  <a:pt x="1291" y="3233"/>
                </a:lnTo>
                <a:lnTo>
                  <a:pt x="1291" y="3236"/>
                </a:lnTo>
                <a:lnTo>
                  <a:pt x="1292" y="3236"/>
                </a:lnTo>
                <a:lnTo>
                  <a:pt x="1292" y="3237"/>
                </a:lnTo>
                <a:lnTo>
                  <a:pt x="1293" y="3238"/>
                </a:lnTo>
                <a:lnTo>
                  <a:pt x="1294" y="3239"/>
                </a:lnTo>
                <a:lnTo>
                  <a:pt x="1294" y="3241"/>
                </a:lnTo>
                <a:lnTo>
                  <a:pt x="1295" y="3242"/>
                </a:lnTo>
                <a:lnTo>
                  <a:pt x="1296" y="3243"/>
                </a:lnTo>
                <a:lnTo>
                  <a:pt x="1298" y="3246"/>
                </a:lnTo>
                <a:lnTo>
                  <a:pt x="1298" y="3247"/>
                </a:lnTo>
                <a:lnTo>
                  <a:pt x="1298" y="3248"/>
                </a:lnTo>
                <a:lnTo>
                  <a:pt x="1297" y="3248"/>
                </a:lnTo>
                <a:lnTo>
                  <a:pt x="1296" y="3253"/>
                </a:lnTo>
                <a:lnTo>
                  <a:pt x="1295" y="3255"/>
                </a:lnTo>
                <a:lnTo>
                  <a:pt x="1294" y="3257"/>
                </a:lnTo>
                <a:lnTo>
                  <a:pt x="1294" y="3258"/>
                </a:lnTo>
                <a:lnTo>
                  <a:pt x="1294" y="3259"/>
                </a:lnTo>
                <a:lnTo>
                  <a:pt x="1293" y="3260"/>
                </a:lnTo>
                <a:lnTo>
                  <a:pt x="1292" y="3262"/>
                </a:lnTo>
                <a:lnTo>
                  <a:pt x="1291" y="3262"/>
                </a:lnTo>
                <a:lnTo>
                  <a:pt x="1288" y="3263"/>
                </a:lnTo>
                <a:lnTo>
                  <a:pt x="1285" y="3264"/>
                </a:lnTo>
                <a:lnTo>
                  <a:pt x="1284" y="3264"/>
                </a:lnTo>
                <a:lnTo>
                  <a:pt x="1284" y="3268"/>
                </a:lnTo>
                <a:lnTo>
                  <a:pt x="1283" y="3272"/>
                </a:lnTo>
                <a:lnTo>
                  <a:pt x="1283" y="3275"/>
                </a:lnTo>
                <a:lnTo>
                  <a:pt x="1283" y="3277"/>
                </a:lnTo>
                <a:lnTo>
                  <a:pt x="1282" y="3283"/>
                </a:lnTo>
                <a:lnTo>
                  <a:pt x="1283" y="3283"/>
                </a:lnTo>
                <a:lnTo>
                  <a:pt x="1283" y="3284"/>
                </a:lnTo>
                <a:lnTo>
                  <a:pt x="1284" y="3287"/>
                </a:lnTo>
                <a:lnTo>
                  <a:pt x="1285" y="3291"/>
                </a:lnTo>
                <a:lnTo>
                  <a:pt x="1285" y="3292"/>
                </a:lnTo>
                <a:lnTo>
                  <a:pt x="1286" y="3294"/>
                </a:lnTo>
                <a:lnTo>
                  <a:pt x="1287" y="3295"/>
                </a:lnTo>
                <a:lnTo>
                  <a:pt x="1288" y="3296"/>
                </a:lnTo>
                <a:lnTo>
                  <a:pt x="1288" y="3297"/>
                </a:lnTo>
                <a:lnTo>
                  <a:pt x="1290" y="3300"/>
                </a:lnTo>
                <a:lnTo>
                  <a:pt x="1290" y="3301"/>
                </a:lnTo>
                <a:lnTo>
                  <a:pt x="1291" y="3301"/>
                </a:lnTo>
                <a:lnTo>
                  <a:pt x="1293" y="3304"/>
                </a:lnTo>
                <a:lnTo>
                  <a:pt x="1295" y="3306"/>
                </a:lnTo>
                <a:lnTo>
                  <a:pt x="1295" y="3307"/>
                </a:lnTo>
                <a:lnTo>
                  <a:pt x="1295" y="3308"/>
                </a:lnTo>
                <a:lnTo>
                  <a:pt x="1294" y="3309"/>
                </a:lnTo>
                <a:lnTo>
                  <a:pt x="1293" y="3310"/>
                </a:lnTo>
                <a:lnTo>
                  <a:pt x="1290" y="3315"/>
                </a:lnTo>
                <a:lnTo>
                  <a:pt x="1290" y="3316"/>
                </a:lnTo>
                <a:lnTo>
                  <a:pt x="1289" y="3316"/>
                </a:lnTo>
                <a:lnTo>
                  <a:pt x="1288" y="3317"/>
                </a:lnTo>
                <a:lnTo>
                  <a:pt x="1288" y="3318"/>
                </a:lnTo>
                <a:lnTo>
                  <a:pt x="1288" y="3319"/>
                </a:lnTo>
                <a:lnTo>
                  <a:pt x="1288" y="3321"/>
                </a:lnTo>
                <a:lnTo>
                  <a:pt x="1288" y="3323"/>
                </a:lnTo>
                <a:lnTo>
                  <a:pt x="1288" y="3325"/>
                </a:lnTo>
                <a:lnTo>
                  <a:pt x="1287" y="3326"/>
                </a:lnTo>
                <a:lnTo>
                  <a:pt x="1287" y="3327"/>
                </a:lnTo>
                <a:lnTo>
                  <a:pt x="1288" y="3329"/>
                </a:lnTo>
                <a:lnTo>
                  <a:pt x="1289" y="3330"/>
                </a:lnTo>
                <a:lnTo>
                  <a:pt x="1289" y="3332"/>
                </a:lnTo>
                <a:lnTo>
                  <a:pt x="1289" y="3335"/>
                </a:lnTo>
                <a:lnTo>
                  <a:pt x="1289" y="3337"/>
                </a:lnTo>
                <a:lnTo>
                  <a:pt x="1289" y="3338"/>
                </a:lnTo>
                <a:lnTo>
                  <a:pt x="1288" y="3339"/>
                </a:lnTo>
                <a:lnTo>
                  <a:pt x="1287" y="3340"/>
                </a:lnTo>
                <a:lnTo>
                  <a:pt x="1286" y="3342"/>
                </a:lnTo>
                <a:lnTo>
                  <a:pt x="1284" y="3345"/>
                </a:lnTo>
                <a:lnTo>
                  <a:pt x="1284" y="3346"/>
                </a:lnTo>
                <a:lnTo>
                  <a:pt x="1284" y="3347"/>
                </a:lnTo>
                <a:lnTo>
                  <a:pt x="1284" y="3348"/>
                </a:lnTo>
                <a:lnTo>
                  <a:pt x="1284" y="3350"/>
                </a:lnTo>
                <a:lnTo>
                  <a:pt x="1284" y="3351"/>
                </a:lnTo>
                <a:lnTo>
                  <a:pt x="1282" y="3351"/>
                </a:lnTo>
                <a:lnTo>
                  <a:pt x="1281" y="3351"/>
                </a:lnTo>
                <a:lnTo>
                  <a:pt x="1281" y="3350"/>
                </a:lnTo>
                <a:lnTo>
                  <a:pt x="1279" y="3350"/>
                </a:lnTo>
                <a:lnTo>
                  <a:pt x="1277" y="3351"/>
                </a:lnTo>
                <a:lnTo>
                  <a:pt x="1275" y="3352"/>
                </a:lnTo>
                <a:lnTo>
                  <a:pt x="1272" y="3353"/>
                </a:lnTo>
                <a:lnTo>
                  <a:pt x="1270" y="3354"/>
                </a:lnTo>
                <a:lnTo>
                  <a:pt x="1269" y="3355"/>
                </a:lnTo>
                <a:lnTo>
                  <a:pt x="1268" y="3355"/>
                </a:lnTo>
                <a:lnTo>
                  <a:pt x="1267" y="3356"/>
                </a:lnTo>
                <a:lnTo>
                  <a:pt x="1266" y="3356"/>
                </a:lnTo>
                <a:lnTo>
                  <a:pt x="1266" y="3355"/>
                </a:lnTo>
                <a:lnTo>
                  <a:pt x="1265" y="3355"/>
                </a:lnTo>
                <a:lnTo>
                  <a:pt x="1265" y="3354"/>
                </a:lnTo>
                <a:lnTo>
                  <a:pt x="1263" y="3354"/>
                </a:lnTo>
                <a:lnTo>
                  <a:pt x="1262" y="3354"/>
                </a:lnTo>
                <a:lnTo>
                  <a:pt x="1261" y="3354"/>
                </a:lnTo>
                <a:lnTo>
                  <a:pt x="1260" y="3354"/>
                </a:lnTo>
                <a:lnTo>
                  <a:pt x="1259" y="3359"/>
                </a:lnTo>
                <a:lnTo>
                  <a:pt x="1259" y="3367"/>
                </a:lnTo>
                <a:lnTo>
                  <a:pt x="1257" y="3369"/>
                </a:lnTo>
                <a:lnTo>
                  <a:pt x="1254" y="3370"/>
                </a:lnTo>
                <a:lnTo>
                  <a:pt x="1252" y="3370"/>
                </a:lnTo>
                <a:lnTo>
                  <a:pt x="1241" y="3370"/>
                </a:lnTo>
                <a:lnTo>
                  <a:pt x="1236" y="3370"/>
                </a:lnTo>
                <a:lnTo>
                  <a:pt x="1233" y="3371"/>
                </a:lnTo>
                <a:lnTo>
                  <a:pt x="1223" y="3369"/>
                </a:lnTo>
                <a:lnTo>
                  <a:pt x="1220" y="3368"/>
                </a:lnTo>
                <a:lnTo>
                  <a:pt x="1219" y="3368"/>
                </a:lnTo>
                <a:lnTo>
                  <a:pt x="1214" y="3370"/>
                </a:lnTo>
                <a:lnTo>
                  <a:pt x="1203" y="3374"/>
                </a:lnTo>
                <a:lnTo>
                  <a:pt x="1199" y="3377"/>
                </a:lnTo>
                <a:lnTo>
                  <a:pt x="1194" y="3377"/>
                </a:lnTo>
                <a:lnTo>
                  <a:pt x="1189" y="3378"/>
                </a:lnTo>
                <a:lnTo>
                  <a:pt x="1187" y="3380"/>
                </a:lnTo>
                <a:lnTo>
                  <a:pt x="1176" y="3388"/>
                </a:lnTo>
                <a:lnTo>
                  <a:pt x="1167" y="3395"/>
                </a:lnTo>
                <a:lnTo>
                  <a:pt x="1165" y="3396"/>
                </a:lnTo>
                <a:lnTo>
                  <a:pt x="1162" y="3396"/>
                </a:lnTo>
                <a:lnTo>
                  <a:pt x="1149" y="3397"/>
                </a:lnTo>
                <a:lnTo>
                  <a:pt x="1146" y="3399"/>
                </a:lnTo>
                <a:lnTo>
                  <a:pt x="1140" y="3399"/>
                </a:lnTo>
                <a:lnTo>
                  <a:pt x="1135" y="3401"/>
                </a:lnTo>
                <a:lnTo>
                  <a:pt x="1130" y="3404"/>
                </a:lnTo>
                <a:lnTo>
                  <a:pt x="1122" y="3405"/>
                </a:lnTo>
                <a:lnTo>
                  <a:pt x="1100" y="3408"/>
                </a:lnTo>
                <a:lnTo>
                  <a:pt x="1082" y="3409"/>
                </a:lnTo>
                <a:lnTo>
                  <a:pt x="1071" y="3409"/>
                </a:lnTo>
                <a:lnTo>
                  <a:pt x="1070" y="3410"/>
                </a:lnTo>
                <a:lnTo>
                  <a:pt x="1069" y="3410"/>
                </a:lnTo>
                <a:lnTo>
                  <a:pt x="1067" y="3415"/>
                </a:lnTo>
                <a:lnTo>
                  <a:pt x="1067" y="3419"/>
                </a:lnTo>
                <a:lnTo>
                  <a:pt x="1065" y="3420"/>
                </a:lnTo>
                <a:lnTo>
                  <a:pt x="1064" y="3420"/>
                </a:lnTo>
                <a:lnTo>
                  <a:pt x="1061" y="3420"/>
                </a:lnTo>
                <a:lnTo>
                  <a:pt x="1060" y="3421"/>
                </a:lnTo>
                <a:lnTo>
                  <a:pt x="1059" y="3422"/>
                </a:lnTo>
                <a:lnTo>
                  <a:pt x="1057" y="3423"/>
                </a:lnTo>
                <a:lnTo>
                  <a:pt x="1056" y="3424"/>
                </a:lnTo>
                <a:lnTo>
                  <a:pt x="1055" y="3424"/>
                </a:lnTo>
                <a:lnTo>
                  <a:pt x="1055" y="3423"/>
                </a:lnTo>
                <a:lnTo>
                  <a:pt x="1054" y="3423"/>
                </a:lnTo>
                <a:lnTo>
                  <a:pt x="1053" y="3423"/>
                </a:lnTo>
                <a:lnTo>
                  <a:pt x="1050" y="3424"/>
                </a:lnTo>
                <a:lnTo>
                  <a:pt x="1047" y="3427"/>
                </a:lnTo>
                <a:lnTo>
                  <a:pt x="1039" y="3430"/>
                </a:lnTo>
                <a:lnTo>
                  <a:pt x="1031" y="3431"/>
                </a:lnTo>
                <a:lnTo>
                  <a:pt x="1014" y="3418"/>
                </a:lnTo>
                <a:lnTo>
                  <a:pt x="1002" y="3406"/>
                </a:lnTo>
                <a:lnTo>
                  <a:pt x="992" y="3397"/>
                </a:lnTo>
                <a:lnTo>
                  <a:pt x="981" y="3389"/>
                </a:lnTo>
                <a:lnTo>
                  <a:pt x="977" y="3381"/>
                </a:lnTo>
                <a:lnTo>
                  <a:pt x="973" y="3377"/>
                </a:lnTo>
                <a:lnTo>
                  <a:pt x="951" y="3352"/>
                </a:lnTo>
                <a:lnTo>
                  <a:pt x="925" y="3342"/>
                </a:lnTo>
                <a:lnTo>
                  <a:pt x="923" y="3341"/>
                </a:lnTo>
                <a:lnTo>
                  <a:pt x="909" y="3336"/>
                </a:lnTo>
                <a:lnTo>
                  <a:pt x="907" y="3335"/>
                </a:lnTo>
                <a:lnTo>
                  <a:pt x="907" y="3330"/>
                </a:lnTo>
                <a:lnTo>
                  <a:pt x="907" y="3328"/>
                </a:lnTo>
                <a:lnTo>
                  <a:pt x="906" y="3326"/>
                </a:lnTo>
                <a:lnTo>
                  <a:pt x="906" y="3325"/>
                </a:lnTo>
                <a:lnTo>
                  <a:pt x="906" y="3323"/>
                </a:lnTo>
                <a:lnTo>
                  <a:pt x="905" y="3320"/>
                </a:lnTo>
                <a:lnTo>
                  <a:pt x="905" y="3319"/>
                </a:lnTo>
                <a:lnTo>
                  <a:pt x="905" y="3317"/>
                </a:lnTo>
                <a:lnTo>
                  <a:pt x="905" y="3315"/>
                </a:lnTo>
                <a:lnTo>
                  <a:pt x="904" y="3313"/>
                </a:lnTo>
                <a:lnTo>
                  <a:pt x="904" y="3312"/>
                </a:lnTo>
                <a:lnTo>
                  <a:pt x="903" y="3312"/>
                </a:lnTo>
                <a:lnTo>
                  <a:pt x="903" y="3311"/>
                </a:lnTo>
                <a:lnTo>
                  <a:pt x="903" y="3309"/>
                </a:lnTo>
                <a:lnTo>
                  <a:pt x="902" y="3306"/>
                </a:lnTo>
                <a:lnTo>
                  <a:pt x="901" y="3302"/>
                </a:lnTo>
                <a:lnTo>
                  <a:pt x="901" y="3301"/>
                </a:lnTo>
                <a:lnTo>
                  <a:pt x="901" y="3299"/>
                </a:lnTo>
                <a:lnTo>
                  <a:pt x="901" y="3298"/>
                </a:lnTo>
                <a:lnTo>
                  <a:pt x="902" y="3298"/>
                </a:lnTo>
                <a:lnTo>
                  <a:pt x="902" y="3296"/>
                </a:lnTo>
                <a:lnTo>
                  <a:pt x="901" y="3295"/>
                </a:lnTo>
                <a:lnTo>
                  <a:pt x="901" y="3291"/>
                </a:lnTo>
                <a:lnTo>
                  <a:pt x="903" y="3288"/>
                </a:lnTo>
                <a:lnTo>
                  <a:pt x="923" y="3278"/>
                </a:lnTo>
                <a:lnTo>
                  <a:pt x="932" y="3274"/>
                </a:lnTo>
                <a:lnTo>
                  <a:pt x="920" y="3237"/>
                </a:lnTo>
                <a:lnTo>
                  <a:pt x="919" y="3234"/>
                </a:lnTo>
                <a:lnTo>
                  <a:pt x="916" y="3228"/>
                </a:lnTo>
                <a:lnTo>
                  <a:pt x="913" y="3224"/>
                </a:lnTo>
                <a:lnTo>
                  <a:pt x="911" y="3222"/>
                </a:lnTo>
                <a:lnTo>
                  <a:pt x="925" y="3213"/>
                </a:lnTo>
                <a:lnTo>
                  <a:pt x="926" y="3212"/>
                </a:lnTo>
                <a:lnTo>
                  <a:pt x="938" y="3204"/>
                </a:lnTo>
                <a:lnTo>
                  <a:pt x="982" y="3173"/>
                </a:lnTo>
                <a:lnTo>
                  <a:pt x="989" y="3162"/>
                </a:lnTo>
                <a:lnTo>
                  <a:pt x="991" y="3158"/>
                </a:lnTo>
                <a:lnTo>
                  <a:pt x="991" y="3157"/>
                </a:lnTo>
                <a:lnTo>
                  <a:pt x="992" y="3156"/>
                </a:lnTo>
                <a:lnTo>
                  <a:pt x="994" y="3152"/>
                </a:lnTo>
                <a:lnTo>
                  <a:pt x="1005" y="3132"/>
                </a:lnTo>
                <a:lnTo>
                  <a:pt x="1010" y="3122"/>
                </a:lnTo>
                <a:lnTo>
                  <a:pt x="1032" y="3113"/>
                </a:lnTo>
                <a:lnTo>
                  <a:pt x="1036" y="3103"/>
                </a:lnTo>
                <a:lnTo>
                  <a:pt x="1035" y="3101"/>
                </a:lnTo>
                <a:lnTo>
                  <a:pt x="1035" y="3099"/>
                </a:lnTo>
                <a:lnTo>
                  <a:pt x="1035" y="3091"/>
                </a:lnTo>
                <a:lnTo>
                  <a:pt x="1035" y="3089"/>
                </a:lnTo>
                <a:lnTo>
                  <a:pt x="1036" y="3088"/>
                </a:lnTo>
                <a:lnTo>
                  <a:pt x="1036" y="3086"/>
                </a:lnTo>
                <a:lnTo>
                  <a:pt x="1037" y="3083"/>
                </a:lnTo>
                <a:lnTo>
                  <a:pt x="1037" y="3082"/>
                </a:lnTo>
                <a:lnTo>
                  <a:pt x="1036" y="3082"/>
                </a:lnTo>
                <a:lnTo>
                  <a:pt x="1033" y="3068"/>
                </a:lnTo>
                <a:lnTo>
                  <a:pt x="1020" y="3050"/>
                </a:lnTo>
                <a:lnTo>
                  <a:pt x="1013" y="3038"/>
                </a:lnTo>
                <a:lnTo>
                  <a:pt x="1015" y="3031"/>
                </a:lnTo>
                <a:lnTo>
                  <a:pt x="1020" y="3013"/>
                </a:lnTo>
                <a:lnTo>
                  <a:pt x="1006" y="3008"/>
                </a:lnTo>
                <a:lnTo>
                  <a:pt x="997" y="3005"/>
                </a:lnTo>
                <a:lnTo>
                  <a:pt x="983" y="3004"/>
                </a:lnTo>
                <a:lnTo>
                  <a:pt x="926" y="3023"/>
                </a:lnTo>
                <a:lnTo>
                  <a:pt x="906" y="3029"/>
                </a:lnTo>
                <a:lnTo>
                  <a:pt x="904" y="3030"/>
                </a:lnTo>
                <a:lnTo>
                  <a:pt x="895" y="3039"/>
                </a:lnTo>
                <a:lnTo>
                  <a:pt x="890" y="3043"/>
                </a:lnTo>
                <a:lnTo>
                  <a:pt x="884" y="3049"/>
                </a:lnTo>
                <a:lnTo>
                  <a:pt x="876" y="3055"/>
                </a:lnTo>
                <a:lnTo>
                  <a:pt x="871" y="3057"/>
                </a:lnTo>
                <a:lnTo>
                  <a:pt x="851" y="3077"/>
                </a:lnTo>
                <a:lnTo>
                  <a:pt x="849" y="3077"/>
                </a:lnTo>
                <a:lnTo>
                  <a:pt x="832" y="3072"/>
                </a:lnTo>
                <a:lnTo>
                  <a:pt x="818" y="3068"/>
                </a:lnTo>
                <a:lnTo>
                  <a:pt x="788" y="3060"/>
                </a:lnTo>
                <a:lnTo>
                  <a:pt x="773" y="3049"/>
                </a:lnTo>
                <a:lnTo>
                  <a:pt x="768" y="3045"/>
                </a:lnTo>
                <a:lnTo>
                  <a:pt x="765" y="3043"/>
                </a:lnTo>
                <a:lnTo>
                  <a:pt x="749" y="3047"/>
                </a:lnTo>
                <a:lnTo>
                  <a:pt x="738" y="3055"/>
                </a:lnTo>
                <a:lnTo>
                  <a:pt x="716" y="3061"/>
                </a:lnTo>
                <a:lnTo>
                  <a:pt x="693" y="3066"/>
                </a:lnTo>
                <a:lnTo>
                  <a:pt x="669" y="3073"/>
                </a:lnTo>
                <a:lnTo>
                  <a:pt x="666" y="3073"/>
                </a:lnTo>
                <a:lnTo>
                  <a:pt x="666" y="3074"/>
                </a:lnTo>
                <a:lnTo>
                  <a:pt x="682" y="3092"/>
                </a:lnTo>
                <a:lnTo>
                  <a:pt x="684" y="3094"/>
                </a:lnTo>
                <a:lnTo>
                  <a:pt x="688" y="3100"/>
                </a:lnTo>
                <a:lnTo>
                  <a:pt x="692" y="3104"/>
                </a:lnTo>
                <a:lnTo>
                  <a:pt x="703" y="3117"/>
                </a:lnTo>
                <a:lnTo>
                  <a:pt x="691" y="3125"/>
                </a:lnTo>
                <a:lnTo>
                  <a:pt x="681" y="3132"/>
                </a:lnTo>
                <a:lnTo>
                  <a:pt x="668" y="3151"/>
                </a:lnTo>
                <a:lnTo>
                  <a:pt x="657" y="3161"/>
                </a:lnTo>
                <a:lnTo>
                  <a:pt x="656" y="3162"/>
                </a:lnTo>
                <a:lnTo>
                  <a:pt x="655" y="3163"/>
                </a:lnTo>
                <a:lnTo>
                  <a:pt x="653" y="3161"/>
                </a:lnTo>
                <a:lnTo>
                  <a:pt x="652" y="3161"/>
                </a:lnTo>
                <a:lnTo>
                  <a:pt x="651" y="3160"/>
                </a:lnTo>
                <a:lnTo>
                  <a:pt x="650" y="3159"/>
                </a:lnTo>
                <a:lnTo>
                  <a:pt x="649" y="3159"/>
                </a:lnTo>
                <a:lnTo>
                  <a:pt x="646" y="3159"/>
                </a:lnTo>
                <a:lnTo>
                  <a:pt x="645" y="3159"/>
                </a:lnTo>
                <a:lnTo>
                  <a:pt x="645" y="3158"/>
                </a:lnTo>
                <a:lnTo>
                  <a:pt x="644" y="3158"/>
                </a:lnTo>
                <a:lnTo>
                  <a:pt x="643" y="3158"/>
                </a:lnTo>
                <a:lnTo>
                  <a:pt x="642" y="3158"/>
                </a:lnTo>
                <a:lnTo>
                  <a:pt x="642" y="3157"/>
                </a:lnTo>
                <a:lnTo>
                  <a:pt x="641" y="3157"/>
                </a:lnTo>
                <a:lnTo>
                  <a:pt x="640" y="3156"/>
                </a:lnTo>
                <a:lnTo>
                  <a:pt x="640" y="3157"/>
                </a:lnTo>
                <a:lnTo>
                  <a:pt x="639" y="3157"/>
                </a:lnTo>
                <a:lnTo>
                  <a:pt x="639" y="3156"/>
                </a:lnTo>
                <a:lnTo>
                  <a:pt x="638" y="3156"/>
                </a:lnTo>
                <a:lnTo>
                  <a:pt x="637" y="3157"/>
                </a:lnTo>
                <a:lnTo>
                  <a:pt x="636" y="3157"/>
                </a:lnTo>
                <a:lnTo>
                  <a:pt x="635" y="3157"/>
                </a:lnTo>
                <a:lnTo>
                  <a:pt x="635" y="3158"/>
                </a:lnTo>
                <a:lnTo>
                  <a:pt x="634" y="3158"/>
                </a:lnTo>
                <a:lnTo>
                  <a:pt x="634" y="3159"/>
                </a:lnTo>
                <a:lnTo>
                  <a:pt x="633" y="3159"/>
                </a:lnTo>
                <a:lnTo>
                  <a:pt x="633" y="3160"/>
                </a:lnTo>
                <a:lnTo>
                  <a:pt x="632" y="3161"/>
                </a:lnTo>
                <a:lnTo>
                  <a:pt x="631" y="3162"/>
                </a:lnTo>
                <a:lnTo>
                  <a:pt x="630" y="3162"/>
                </a:lnTo>
                <a:lnTo>
                  <a:pt x="630" y="3163"/>
                </a:lnTo>
                <a:lnTo>
                  <a:pt x="629" y="3163"/>
                </a:lnTo>
                <a:lnTo>
                  <a:pt x="629" y="3164"/>
                </a:lnTo>
                <a:lnTo>
                  <a:pt x="628" y="3165"/>
                </a:lnTo>
                <a:lnTo>
                  <a:pt x="626" y="3161"/>
                </a:lnTo>
                <a:lnTo>
                  <a:pt x="625" y="3160"/>
                </a:lnTo>
                <a:lnTo>
                  <a:pt x="623" y="3155"/>
                </a:lnTo>
                <a:lnTo>
                  <a:pt x="623" y="3154"/>
                </a:lnTo>
                <a:lnTo>
                  <a:pt x="621" y="3151"/>
                </a:lnTo>
                <a:lnTo>
                  <a:pt x="612" y="3147"/>
                </a:lnTo>
                <a:lnTo>
                  <a:pt x="611" y="3147"/>
                </a:lnTo>
                <a:lnTo>
                  <a:pt x="611" y="3146"/>
                </a:lnTo>
                <a:lnTo>
                  <a:pt x="610" y="3146"/>
                </a:lnTo>
                <a:lnTo>
                  <a:pt x="609" y="3146"/>
                </a:lnTo>
                <a:lnTo>
                  <a:pt x="608" y="3146"/>
                </a:lnTo>
                <a:lnTo>
                  <a:pt x="607" y="3145"/>
                </a:lnTo>
                <a:lnTo>
                  <a:pt x="607" y="3144"/>
                </a:lnTo>
                <a:lnTo>
                  <a:pt x="606" y="3144"/>
                </a:lnTo>
                <a:lnTo>
                  <a:pt x="606" y="3143"/>
                </a:lnTo>
                <a:lnTo>
                  <a:pt x="605" y="3143"/>
                </a:lnTo>
                <a:lnTo>
                  <a:pt x="605" y="3142"/>
                </a:lnTo>
                <a:lnTo>
                  <a:pt x="604" y="3142"/>
                </a:lnTo>
                <a:lnTo>
                  <a:pt x="603" y="3142"/>
                </a:lnTo>
                <a:lnTo>
                  <a:pt x="603" y="3141"/>
                </a:lnTo>
                <a:lnTo>
                  <a:pt x="602" y="3141"/>
                </a:lnTo>
                <a:lnTo>
                  <a:pt x="601" y="3141"/>
                </a:lnTo>
                <a:lnTo>
                  <a:pt x="600" y="3141"/>
                </a:lnTo>
                <a:lnTo>
                  <a:pt x="600" y="3140"/>
                </a:lnTo>
                <a:lnTo>
                  <a:pt x="599" y="3140"/>
                </a:lnTo>
                <a:lnTo>
                  <a:pt x="598" y="3140"/>
                </a:lnTo>
                <a:lnTo>
                  <a:pt x="598" y="3139"/>
                </a:lnTo>
                <a:lnTo>
                  <a:pt x="597" y="3139"/>
                </a:lnTo>
                <a:lnTo>
                  <a:pt x="597" y="3138"/>
                </a:lnTo>
                <a:lnTo>
                  <a:pt x="596" y="3138"/>
                </a:lnTo>
                <a:lnTo>
                  <a:pt x="595" y="3138"/>
                </a:lnTo>
                <a:lnTo>
                  <a:pt x="594" y="3138"/>
                </a:lnTo>
                <a:lnTo>
                  <a:pt x="593" y="3138"/>
                </a:lnTo>
                <a:lnTo>
                  <a:pt x="592" y="3138"/>
                </a:lnTo>
                <a:lnTo>
                  <a:pt x="592" y="3137"/>
                </a:lnTo>
                <a:lnTo>
                  <a:pt x="591" y="3138"/>
                </a:lnTo>
                <a:lnTo>
                  <a:pt x="591" y="3137"/>
                </a:lnTo>
                <a:lnTo>
                  <a:pt x="591" y="3138"/>
                </a:lnTo>
                <a:lnTo>
                  <a:pt x="590" y="3138"/>
                </a:lnTo>
                <a:lnTo>
                  <a:pt x="590" y="3137"/>
                </a:lnTo>
                <a:lnTo>
                  <a:pt x="589" y="3137"/>
                </a:lnTo>
                <a:lnTo>
                  <a:pt x="588" y="3137"/>
                </a:lnTo>
                <a:lnTo>
                  <a:pt x="588" y="3136"/>
                </a:lnTo>
                <a:lnTo>
                  <a:pt x="587" y="3136"/>
                </a:lnTo>
                <a:lnTo>
                  <a:pt x="586" y="3136"/>
                </a:lnTo>
                <a:lnTo>
                  <a:pt x="585" y="3136"/>
                </a:lnTo>
                <a:lnTo>
                  <a:pt x="584" y="3135"/>
                </a:lnTo>
                <a:lnTo>
                  <a:pt x="583" y="3135"/>
                </a:lnTo>
                <a:lnTo>
                  <a:pt x="583" y="3134"/>
                </a:lnTo>
                <a:lnTo>
                  <a:pt x="582" y="3134"/>
                </a:lnTo>
                <a:lnTo>
                  <a:pt x="582" y="3133"/>
                </a:lnTo>
                <a:lnTo>
                  <a:pt x="582" y="3132"/>
                </a:lnTo>
                <a:lnTo>
                  <a:pt x="582" y="3131"/>
                </a:lnTo>
                <a:lnTo>
                  <a:pt x="583" y="3131"/>
                </a:lnTo>
                <a:lnTo>
                  <a:pt x="584" y="3131"/>
                </a:lnTo>
                <a:lnTo>
                  <a:pt x="585" y="3131"/>
                </a:lnTo>
                <a:lnTo>
                  <a:pt x="585" y="3130"/>
                </a:lnTo>
                <a:lnTo>
                  <a:pt x="586" y="3130"/>
                </a:lnTo>
                <a:lnTo>
                  <a:pt x="587" y="3130"/>
                </a:lnTo>
                <a:lnTo>
                  <a:pt x="587" y="3129"/>
                </a:lnTo>
                <a:lnTo>
                  <a:pt x="586" y="3129"/>
                </a:lnTo>
                <a:lnTo>
                  <a:pt x="587" y="3129"/>
                </a:lnTo>
                <a:lnTo>
                  <a:pt x="587" y="3128"/>
                </a:lnTo>
                <a:lnTo>
                  <a:pt x="587" y="3127"/>
                </a:lnTo>
                <a:lnTo>
                  <a:pt x="588" y="3127"/>
                </a:lnTo>
                <a:lnTo>
                  <a:pt x="588" y="3126"/>
                </a:lnTo>
                <a:lnTo>
                  <a:pt x="588" y="3125"/>
                </a:lnTo>
                <a:lnTo>
                  <a:pt x="587" y="3124"/>
                </a:lnTo>
                <a:lnTo>
                  <a:pt x="587" y="3123"/>
                </a:lnTo>
                <a:lnTo>
                  <a:pt x="587" y="3122"/>
                </a:lnTo>
                <a:lnTo>
                  <a:pt x="582" y="3121"/>
                </a:lnTo>
                <a:lnTo>
                  <a:pt x="578" y="3121"/>
                </a:lnTo>
                <a:lnTo>
                  <a:pt x="575" y="3119"/>
                </a:lnTo>
                <a:lnTo>
                  <a:pt x="572" y="3119"/>
                </a:lnTo>
                <a:lnTo>
                  <a:pt x="572" y="3113"/>
                </a:lnTo>
                <a:lnTo>
                  <a:pt x="572" y="3112"/>
                </a:lnTo>
                <a:lnTo>
                  <a:pt x="572" y="3111"/>
                </a:lnTo>
                <a:lnTo>
                  <a:pt x="572" y="3110"/>
                </a:lnTo>
                <a:lnTo>
                  <a:pt x="572" y="3109"/>
                </a:lnTo>
                <a:lnTo>
                  <a:pt x="570" y="3106"/>
                </a:lnTo>
                <a:lnTo>
                  <a:pt x="566" y="3100"/>
                </a:lnTo>
                <a:lnTo>
                  <a:pt x="567" y="3098"/>
                </a:lnTo>
                <a:lnTo>
                  <a:pt x="568" y="3095"/>
                </a:lnTo>
                <a:lnTo>
                  <a:pt x="569" y="3092"/>
                </a:lnTo>
                <a:lnTo>
                  <a:pt x="570" y="3089"/>
                </a:lnTo>
                <a:lnTo>
                  <a:pt x="572" y="3085"/>
                </a:lnTo>
                <a:lnTo>
                  <a:pt x="564" y="3089"/>
                </a:lnTo>
                <a:lnTo>
                  <a:pt x="562" y="3090"/>
                </a:lnTo>
                <a:lnTo>
                  <a:pt x="556" y="3093"/>
                </a:lnTo>
                <a:lnTo>
                  <a:pt x="555" y="3094"/>
                </a:lnTo>
                <a:lnTo>
                  <a:pt x="541" y="3097"/>
                </a:lnTo>
                <a:lnTo>
                  <a:pt x="532" y="3099"/>
                </a:lnTo>
                <a:lnTo>
                  <a:pt x="530" y="3099"/>
                </a:lnTo>
                <a:lnTo>
                  <a:pt x="530" y="3098"/>
                </a:lnTo>
                <a:lnTo>
                  <a:pt x="530" y="3097"/>
                </a:lnTo>
                <a:lnTo>
                  <a:pt x="531" y="3095"/>
                </a:lnTo>
                <a:lnTo>
                  <a:pt x="531" y="3093"/>
                </a:lnTo>
                <a:lnTo>
                  <a:pt x="531" y="3091"/>
                </a:lnTo>
                <a:lnTo>
                  <a:pt x="531" y="3088"/>
                </a:lnTo>
                <a:lnTo>
                  <a:pt x="530" y="3087"/>
                </a:lnTo>
                <a:lnTo>
                  <a:pt x="525" y="3084"/>
                </a:lnTo>
                <a:lnTo>
                  <a:pt x="521" y="3081"/>
                </a:lnTo>
                <a:lnTo>
                  <a:pt x="518" y="3087"/>
                </a:lnTo>
                <a:lnTo>
                  <a:pt x="517" y="3088"/>
                </a:lnTo>
                <a:lnTo>
                  <a:pt x="516" y="3087"/>
                </a:lnTo>
                <a:lnTo>
                  <a:pt x="514" y="3085"/>
                </a:lnTo>
                <a:lnTo>
                  <a:pt x="512" y="3084"/>
                </a:lnTo>
                <a:lnTo>
                  <a:pt x="512" y="3083"/>
                </a:lnTo>
                <a:lnTo>
                  <a:pt x="511" y="3082"/>
                </a:lnTo>
                <a:lnTo>
                  <a:pt x="510" y="3082"/>
                </a:lnTo>
                <a:lnTo>
                  <a:pt x="510" y="3081"/>
                </a:lnTo>
                <a:lnTo>
                  <a:pt x="510" y="3079"/>
                </a:lnTo>
                <a:lnTo>
                  <a:pt x="510" y="3074"/>
                </a:lnTo>
                <a:lnTo>
                  <a:pt x="510" y="3072"/>
                </a:lnTo>
                <a:lnTo>
                  <a:pt x="510" y="3071"/>
                </a:lnTo>
                <a:lnTo>
                  <a:pt x="515" y="3065"/>
                </a:lnTo>
                <a:lnTo>
                  <a:pt x="516" y="3064"/>
                </a:lnTo>
                <a:lnTo>
                  <a:pt x="516" y="3063"/>
                </a:lnTo>
                <a:lnTo>
                  <a:pt x="516" y="3062"/>
                </a:lnTo>
                <a:lnTo>
                  <a:pt x="516" y="3061"/>
                </a:lnTo>
                <a:lnTo>
                  <a:pt x="515" y="3060"/>
                </a:lnTo>
                <a:lnTo>
                  <a:pt x="515" y="3059"/>
                </a:lnTo>
                <a:lnTo>
                  <a:pt x="515" y="3058"/>
                </a:lnTo>
                <a:lnTo>
                  <a:pt x="515" y="3057"/>
                </a:lnTo>
                <a:lnTo>
                  <a:pt x="515" y="3056"/>
                </a:lnTo>
                <a:lnTo>
                  <a:pt x="514" y="3056"/>
                </a:lnTo>
                <a:lnTo>
                  <a:pt x="514" y="3055"/>
                </a:lnTo>
                <a:lnTo>
                  <a:pt x="514" y="3054"/>
                </a:lnTo>
                <a:lnTo>
                  <a:pt x="514" y="3053"/>
                </a:lnTo>
                <a:lnTo>
                  <a:pt x="514" y="3052"/>
                </a:lnTo>
                <a:lnTo>
                  <a:pt x="514" y="3051"/>
                </a:lnTo>
                <a:lnTo>
                  <a:pt x="513" y="3050"/>
                </a:lnTo>
                <a:lnTo>
                  <a:pt x="513" y="3049"/>
                </a:lnTo>
                <a:lnTo>
                  <a:pt x="514" y="3049"/>
                </a:lnTo>
                <a:lnTo>
                  <a:pt x="514" y="3048"/>
                </a:lnTo>
                <a:lnTo>
                  <a:pt x="514" y="3047"/>
                </a:lnTo>
                <a:lnTo>
                  <a:pt x="513" y="3046"/>
                </a:lnTo>
                <a:lnTo>
                  <a:pt x="513" y="3045"/>
                </a:lnTo>
                <a:lnTo>
                  <a:pt x="513" y="3044"/>
                </a:lnTo>
                <a:lnTo>
                  <a:pt x="513" y="3036"/>
                </a:lnTo>
                <a:lnTo>
                  <a:pt x="513" y="3035"/>
                </a:lnTo>
                <a:lnTo>
                  <a:pt x="513" y="3027"/>
                </a:lnTo>
                <a:lnTo>
                  <a:pt x="513" y="3014"/>
                </a:lnTo>
                <a:lnTo>
                  <a:pt x="513" y="3003"/>
                </a:lnTo>
                <a:lnTo>
                  <a:pt x="501" y="3003"/>
                </a:lnTo>
                <a:lnTo>
                  <a:pt x="499" y="3003"/>
                </a:lnTo>
                <a:lnTo>
                  <a:pt x="497" y="3003"/>
                </a:lnTo>
                <a:lnTo>
                  <a:pt x="495" y="3002"/>
                </a:lnTo>
                <a:lnTo>
                  <a:pt x="494" y="3002"/>
                </a:lnTo>
                <a:lnTo>
                  <a:pt x="493" y="3002"/>
                </a:lnTo>
                <a:lnTo>
                  <a:pt x="493" y="3003"/>
                </a:lnTo>
                <a:lnTo>
                  <a:pt x="492" y="3003"/>
                </a:lnTo>
                <a:lnTo>
                  <a:pt x="491" y="3003"/>
                </a:lnTo>
                <a:lnTo>
                  <a:pt x="489" y="3004"/>
                </a:lnTo>
                <a:lnTo>
                  <a:pt x="487" y="3004"/>
                </a:lnTo>
                <a:lnTo>
                  <a:pt x="485" y="3005"/>
                </a:lnTo>
                <a:lnTo>
                  <a:pt x="484" y="3005"/>
                </a:lnTo>
                <a:lnTo>
                  <a:pt x="483" y="3005"/>
                </a:lnTo>
                <a:lnTo>
                  <a:pt x="482" y="3005"/>
                </a:lnTo>
                <a:lnTo>
                  <a:pt x="481" y="3005"/>
                </a:lnTo>
                <a:lnTo>
                  <a:pt x="478" y="3005"/>
                </a:lnTo>
                <a:lnTo>
                  <a:pt x="476" y="3005"/>
                </a:lnTo>
                <a:lnTo>
                  <a:pt x="476" y="3004"/>
                </a:lnTo>
                <a:lnTo>
                  <a:pt x="475" y="3004"/>
                </a:lnTo>
                <a:lnTo>
                  <a:pt x="474" y="3004"/>
                </a:lnTo>
                <a:lnTo>
                  <a:pt x="473" y="3003"/>
                </a:lnTo>
                <a:lnTo>
                  <a:pt x="472" y="3004"/>
                </a:lnTo>
                <a:lnTo>
                  <a:pt x="471" y="3003"/>
                </a:lnTo>
                <a:lnTo>
                  <a:pt x="470" y="3003"/>
                </a:lnTo>
                <a:lnTo>
                  <a:pt x="468" y="3003"/>
                </a:lnTo>
                <a:lnTo>
                  <a:pt x="468" y="3002"/>
                </a:lnTo>
                <a:lnTo>
                  <a:pt x="467" y="3002"/>
                </a:lnTo>
                <a:lnTo>
                  <a:pt x="466" y="3002"/>
                </a:lnTo>
                <a:lnTo>
                  <a:pt x="465" y="3002"/>
                </a:lnTo>
                <a:lnTo>
                  <a:pt x="464" y="3002"/>
                </a:lnTo>
                <a:lnTo>
                  <a:pt x="463" y="3002"/>
                </a:lnTo>
                <a:lnTo>
                  <a:pt x="461" y="3002"/>
                </a:lnTo>
                <a:lnTo>
                  <a:pt x="462" y="2985"/>
                </a:lnTo>
                <a:lnTo>
                  <a:pt x="453" y="2984"/>
                </a:lnTo>
                <a:lnTo>
                  <a:pt x="435" y="2978"/>
                </a:lnTo>
                <a:lnTo>
                  <a:pt x="432" y="2965"/>
                </a:lnTo>
                <a:lnTo>
                  <a:pt x="434" y="2957"/>
                </a:lnTo>
                <a:lnTo>
                  <a:pt x="427" y="2945"/>
                </a:lnTo>
                <a:lnTo>
                  <a:pt x="426" y="2944"/>
                </a:lnTo>
                <a:lnTo>
                  <a:pt x="425" y="2941"/>
                </a:lnTo>
                <a:lnTo>
                  <a:pt x="405" y="2936"/>
                </a:lnTo>
                <a:lnTo>
                  <a:pt x="393" y="2925"/>
                </a:lnTo>
                <a:lnTo>
                  <a:pt x="382" y="2922"/>
                </a:lnTo>
                <a:lnTo>
                  <a:pt x="373" y="2917"/>
                </a:lnTo>
                <a:lnTo>
                  <a:pt x="371" y="2914"/>
                </a:lnTo>
                <a:lnTo>
                  <a:pt x="361" y="2901"/>
                </a:lnTo>
                <a:lnTo>
                  <a:pt x="360" y="2900"/>
                </a:lnTo>
                <a:lnTo>
                  <a:pt x="358" y="2900"/>
                </a:lnTo>
                <a:lnTo>
                  <a:pt x="353" y="2899"/>
                </a:lnTo>
                <a:lnTo>
                  <a:pt x="352" y="2899"/>
                </a:lnTo>
                <a:lnTo>
                  <a:pt x="351" y="2898"/>
                </a:lnTo>
                <a:lnTo>
                  <a:pt x="349" y="2897"/>
                </a:lnTo>
                <a:lnTo>
                  <a:pt x="346" y="2897"/>
                </a:lnTo>
                <a:lnTo>
                  <a:pt x="344" y="2896"/>
                </a:lnTo>
                <a:lnTo>
                  <a:pt x="342" y="2895"/>
                </a:lnTo>
                <a:lnTo>
                  <a:pt x="341" y="2895"/>
                </a:lnTo>
                <a:lnTo>
                  <a:pt x="339" y="2894"/>
                </a:lnTo>
                <a:lnTo>
                  <a:pt x="338" y="2894"/>
                </a:lnTo>
                <a:lnTo>
                  <a:pt x="336" y="2894"/>
                </a:lnTo>
                <a:lnTo>
                  <a:pt x="335" y="2894"/>
                </a:lnTo>
                <a:lnTo>
                  <a:pt x="304" y="2895"/>
                </a:lnTo>
                <a:lnTo>
                  <a:pt x="304" y="2894"/>
                </a:lnTo>
                <a:lnTo>
                  <a:pt x="303" y="2893"/>
                </a:lnTo>
                <a:lnTo>
                  <a:pt x="303" y="2892"/>
                </a:lnTo>
                <a:lnTo>
                  <a:pt x="303" y="2891"/>
                </a:lnTo>
                <a:lnTo>
                  <a:pt x="304" y="2891"/>
                </a:lnTo>
                <a:lnTo>
                  <a:pt x="305" y="2891"/>
                </a:lnTo>
                <a:lnTo>
                  <a:pt x="306" y="2891"/>
                </a:lnTo>
                <a:lnTo>
                  <a:pt x="307" y="2891"/>
                </a:lnTo>
                <a:lnTo>
                  <a:pt x="308" y="2892"/>
                </a:lnTo>
                <a:lnTo>
                  <a:pt x="308" y="2893"/>
                </a:lnTo>
                <a:lnTo>
                  <a:pt x="310" y="2893"/>
                </a:lnTo>
                <a:lnTo>
                  <a:pt x="310" y="2894"/>
                </a:lnTo>
                <a:lnTo>
                  <a:pt x="313" y="2894"/>
                </a:lnTo>
                <a:lnTo>
                  <a:pt x="314" y="2893"/>
                </a:lnTo>
                <a:lnTo>
                  <a:pt x="315" y="2893"/>
                </a:lnTo>
                <a:lnTo>
                  <a:pt x="316" y="2893"/>
                </a:lnTo>
                <a:lnTo>
                  <a:pt x="317" y="2892"/>
                </a:lnTo>
                <a:lnTo>
                  <a:pt x="318" y="2892"/>
                </a:lnTo>
                <a:lnTo>
                  <a:pt x="319" y="2891"/>
                </a:lnTo>
                <a:lnTo>
                  <a:pt x="320" y="2890"/>
                </a:lnTo>
                <a:lnTo>
                  <a:pt x="321" y="2890"/>
                </a:lnTo>
                <a:lnTo>
                  <a:pt x="322" y="2890"/>
                </a:lnTo>
                <a:lnTo>
                  <a:pt x="325" y="2888"/>
                </a:lnTo>
                <a:lnTo>
                  <a:pt x="328" y="2887"/>
                </a:lnTo>
                <a:lnTo>
                  <a:pt x="329" y="2886"/>
                </a:lnTo>
                <a:lnTo>
                  <a:pt x="331" y="2886"/>
                </a:lnTo>
                <a:lnTo>
                  <a:pt x="332" y="2885"/>
                </a:lnTo>
                <a:lnTo>
                  <a:pt x="333" y="2885"/>
                </a:lnTo>
                <a:lnTo>
                  <a:pt x="333" y="2884"/>
                </a:lnTo>
                <a:lnTo>
                  <a:pt x="338" y="2882"/>
                </a:lnTo>
                <a:lnTo>
                  <a:pt x="339" y="2881"/>
                </a:lnTo>
                <a:lnTo>
                  <a:pt x="340" y="2881"/>
                </a:lnTo>
                <a:lnTo>
                  <a:pt x="341" y="2881"/>
                </a:lnTo>
                <a:lnTo>
                  <a:pt x="343" y="2879"/>
                </a:lnTo>
                <a:lnTo>
                  <a:pt x="344" y="2878"/>
                </a:lnTo>
                <a:lnTo>
                  <a:pt x="346" y="2877"/>
                </a:lnTo>
                <a:lnTo>
                  <a:pt x="346" y="2876"/>
                </a:lnTo>
                <a:lnTo>
                  <a:pt x="347" y="2876"/>
                </a:lnTo>
                <a:lnTo>
                  <a:pt x="348" y="2876"/>
                </a:lnTo>
                <a:lnTo>
                  <a:pt x="348" y="2875"/>
                </a:lnTo>
                <a:lnTo>
                  <a:pt x="349" y="2874"/>
                </a:lnTo>
                <a:lnTo>
                  <a:pt x="349" y="2873"/>
                </a:lnTo>
                <a:lnTo>
                  <a:pt x="351" y="2872"/>
                </a:lnTo>
                <a:lnTo>
                  <a:pt x="351" y="2871"/>
                </a:lnTo>
                <a:lnTo>
                  <a:pt x="352" y="2871"/>
                </a:lnTo>
                <a:lnTo>
                  <a:pt x="352" y="2870"/>
                </a:lnTo>
                <a:lnTo>
                  <a:pt x="353" y="2870"/>
                </a:lnTo>
                <a:lnTo>
                  <a:pt x="354" y="2870"/>
                </a:lnTo>
                <a:lnTo>
                  <a:pt x="355" y="2870"/>
                </a:lnTo>
                <a:lnTo>
                  <a:pt x="359" y="2870"/>
                </a:lnTo>
                <a:lnTo>
                  <a:pt x="360" y="2870"/>
                </a:lnTo>
                <a:lnTo>
                  <a:pt x="363" y="2870"/>
                </a:lnTo>
                <a:lnTo>
                  <a:pt x="364" y="2870"/>
                </a:lnTo>
                <a:lnTo>
                  <a:pt x="365" y="2870"/>
                </a:lnTo>
                <a:lnTo>
                  <a:pt x="366" y="2870"/>
                </a:lnTo>
                <a:lnTo>
                  <a:pt x="367" y="2869"/>
                </a:lnTo>
                <a:lnTo>
                  <a:pt x="368" y="2869"/>
                </a:lnTo>
                <a:lnTo>
                  <a:pt x="369" y="2869"/>
                </a:lnTo>
                <a:lnTo>
                  <a:pt x="369" y="2868"/>
                </a:lnTo>
                <a:lnTo>
                  <a:pt x="370" y="2868"/>
                </a:lnTo>
                <a:lnTo>
                  <a:pt x="371" y="2867"/>
                </a:lnTo>
                <a:lnTo>
                  <a:pt x="372" y="2867"/>
                </a:lnTo>
                <a:lnTo>
                  <a:pt x="372" y="2866"/>
                </a:lnTo>
                <a:lnTo>
                  <a:pt x="373" y="2866"/>
                </a:lnTo>
                <a:lnTo>
                  <a:pt x="374" y="2865"/>
                </a:lnTo>
                <a:lnTo>
                  <a:pt x="375" y="2864"/>
                </a:lnTo>
                <a:lnTo>
                  <a:pt x="376" y="2863"/>
                </a:lnTo>
                <a:lnTo>
                  <a:pt x="378" y="2861"/>
                </a:lnTo>
                <a:lnTo>
                  <a:pt x="379" y="2861"/>
                </a:lnTo>
                <a:lnTo>
                  <a:pt x="380" y="2860"/>
                </a:lnTo>
                <a:lnTo>
                  <a:pt x="380" y="2859"/>
                </a:lnTo>
                <a:lnTo>
                  <a:pt x="380" y="2857"/>
                </a:lnTo>
                <a:lnTo>
                  <a:pt x="381" y="2856"/>
                </a:lnTo>
                <a:lnTo>
                  <a:pt x="381" y="2854"/>
                </a:lnTo>
                <a:lnTo>
                  <a:pt x="382" y="2852"/>
                </a:lnTo>
                <a:lnTo>
                  <a:pt x="383" y="2850"/>
                </a:lnTo>
                <a:lnTo>
                  <a:pt x="383" y="2847"/>
                </a:lnTo>
                <a:lnTo>
                  <a:pt x="384" y="2846"/>
                </a:lnTo>
                <a:lnTo>
                  <a:pt x="384" y="2845"/>
                </a:lnTo>
                <a:lnTo>
                  <a:pt x="384" y="2844"/>
                </a:lnTo>
                <a:lnTo>
                  <a:pt x="384" y="2843"/>
                </a:lnTo>
                <a:lnTo>
                  <a:pt x="385" y="2843"/>
                </a:lnTo>
                <a:lnTo>
                  <a:pt x="385" y="2842"/>
                </a:lnTo>
                <a:lnTo>
                  <a:pt x="386" y="2840"/>
                </a:lnTo>
                <a:lnTo>
                  <a:pt x="386" y="2839"/>
                </a:lnTo>
                <a:lnTo>
                  <a:pt x="387" y="2839"/>
                </a:lnTo>
                <a:lnTo>
                  <a:pt x="387" y="2838"/>
                </a:lnTo>
                <a:lnTo>
                  <a:pt x="388" y="2838"/>
                </a:lnTo>
                <a:lnTo>
                  <a:pt x="388" y="2837"/>
                </a:lnTo>
                <a:lnTo>
                  <a:pt x="389" y="2837"/>
                </a:lnTo>
                <a:lnTo>
                  <a:pt x="389" y="2836"/>
                </a:lnTo>
                <a:lnTo>
                  <a:pt x="390" y="2836"/>
                </a:lnTo>
                <a:lnTo>
                  <a:pt x="390" y="2835"/>
                </a:lnTo>
                <a:lnTo>
                  <a:pt x="391" y="2834"/>
                </a:lnTo>
                <a:lnTo>
                  <a:pt x="392" y="2833"/>
                </a:lnTo>
                <a:lnTo>
                  <a:pt x="393" y="2832"/>
                </a:lnTo>
                <a:lnTo>
                  <a:pt x="395" y="2831"/>
                </a:lnTo>
                <a:lnTo>
                  <a:pt x="396" y="2831"/>
                </a:lnTo>
                <a:lnTo>
                  <a:pt x="398" y="2830"/>
                </a:lnTo>
                <a:lnTo>
                  <a:pt x="398" y="2829"/>
                </a:lnTo>
                <a:lnTo>
                  <a:pt x="401" y="2828"/>
                </a:lnTo>
                <a:lnTo>
                  <a:pt x="403" y="2827"/>
                </a:lnTo>
                <a:lnTo>
                  <a:pt x="406" y="2825"/>
                </a:lnTo>
                <a:lnTo>
                  <a:pt x="408" y="2824"/>
                </a:lnTo>
                <a:lnTo>
                  <a:pt x="410" y="2823"/>
                </a:lnTo>
                <a:lnTo>
                  <a:pt x="410" y="2822"/>
                </a:lnTo>
                <a:lnTo>
                  <a:pt x="413" y="2821"/>
                </a:lnTo>
                <a:lnTo>
                  <a:pt x="415" y="2820"/>
                </a:lnTo>
                <a:lnTo>
                  <a:pt x="417" y="2818"/>
                </a:lnTo>
                <a:lnTo>
                  <a:pt x="419" y="2818"/>
                </a:lnTo>
                <a:lnTo>
                  <a:pt x="419" y="2806"/>
                </a:lnTo>
                <a:lnTo>
                  <a:pt x="420" y="2788"/>
                </a:lnTo>
                <a:lnTo>
                  <a:pt x="421" y="2771"/>
                </a:lnTo>
                <a:lnTo>
                  <a:pt x="422" y="2763"/>
                </a:lnTo>
                <a:lnTo>
                  <a:pt x="434" y="2747"/>
                </a:lnTo>
                <a:lnTo>
                  <a:pt x="434" y="2737"/>
                </a:lnTo>
                <a:lnTo>
                  <a:pt x="434" y="2727"/>
                </a:lnTo>
                <a:lnTo>
                  <a:pt x="432" y="2725"/>
                </a:lnTo>
                <a:lnTo>
                  <a:pt x="422" y="2706"/>
                </a:lnTo>
                <a:lnTo>
                  <a:pt x="420" y="2702"/>
                </a:lnTo>
                <a:lnTo>
                  <a:pt x="416" y="2693"/>
                </a:lnTo>
                <a:lnTo>
                  <a:pt x="408" y="2686"/>
                </a:lnTo>
                <a:lnTo>
                  <a:pt x="400" y="2685"/>
                </a:lnTo>
                <a:lnTo>
                  <a:pt x="397" y="2685"/>
                </a:lnTo>
                <a:lnTo>
                  <a:pt x="374" y="2681"/>
                </a:lnTo>
                <a:lnTo>
                  <a:pt x="362" y="2680"/>
                </a:lnTo>
                <a:lnTo>
                  <a:pt x="350" y="2678"/>
                </a:lnTo>
                <a:lnTo>
                  <a:pt x="333" y="2695"/>
                </a:lnTo>
                <a:lnTo>
                  <a:pt x="323" y="2694"/>
                </a:lnTo>
                <a:lnTo>
                  <a:pt x="313" y="2693"/>
                </a:lnTo>
                <a:lnTo>
                  <a:pt x="302" y="2692"/>
                </a:lnTo>
                <a:lnTo>
                  <a:pt x="290" y="2691"/>
                </a:lnTo>
                <a:lnTo>
                  <a:pt x="285" y="2690"/>
                </a:lnTo>
                <a:lnTo>
                  <a:pt x="273" y="2689"/>
                </a:lnTo>
                <a:lnTo>
                  <a:pt x="273" y="2694"/>
                </a:lnTo>
                <a:lnTo>
                  <a:pt x="272" y="2712"/>
                </a:lnTo>
                <a:lnTo>
                  <a:pt x="271" y="2712"/>
                </a:lnTo>
                <a:lnTo>
                  <a:pt x="264" y="2718"/>
                </a:lnTo>
                <a:lnTo>
                  <a:pt x="263" y="2720"/>
                </a:lnTo>
                <a:lnTo>
                  <a:pt x="262" y="2722"/>
                </a:lnTo>
                <a:lnTo>
                  <a:pt x="261" y="2724"/>
                </a:lnTo>
                <a:lnTo>
                  <a:pt x="260" y="2726"/>
                </a:lnTo>
                <a:lnTo>
                  <a:pt x="259" y="2726"/>
                </a:lnTo>
                <a:lnTo>
                  <a:pt x="258" y="2725"/>
                </a:lnTo>
                <a:lnTo>
                  <a:pt x="257" y="2725"/>
                </a:lnTo>
                <a:lnTo>
                  <a:pt x="256" y="2725"/>
                </a:lnTo>
                <a:lnTo>
                  <a:pt x="256" y="2724"/>
                </a:lnTo>
                <a:lnTo>
                  <a:pt x="255" y="2724"/>
                </a:lnTo>
                <a:lnTo>
                  <a:pt x="254" y="2724"/>
                </a:lnTo>
                <a:lnTo>
                  <a:pt x="254" y="2723"/>
                </a:lnTo>
                <a:lnTo>
                  <a:pt x="253" y="2723"/>
                </a:lnTo>
                <a:lnTo>
                  <a:pt x="251" y="2722"/>
                </a:lnTo>
                <a:lnTo>
                  <a:pt x="251" y="2721"/>
                </a:lnTo>
                <a:lnTo>
                  <a:pt x="250" y="2720"/>
                </a:lnTo>
                <a:lnTo>
                  <a:pt x="250" y="2719"/>
                </a:lnTo>
                <a:lnTo>
                  <a:pt x="249" y="2718"/>
                </a:lnTo>
                <a:lnTo>
                  <a:pt x="249" y="2717"/>
                </a:lnTo>
                <a:lnTo>
                  <a:pt x="248" y="2715"/>
                </a:lnTo>
                <a:lnTo>
                  <a:pt x="248" y="2714"/>
                </a:lnTo>
                <a:lnTo>
                  <a:pt x="247" y="2713"/>
                </a:lnTo>
                <a:lnTo>
                  <a:pt x="247" y="2712"/>
                </a:lnTo>
                <a:lnTo>
                  <a:pt x="246" y="2709"/>
                </a:lnTo>
                <a:lnTo>
                  <a:pt x="246" y="2708"/>
                </a:lnTo>
                <a:lnTo>
                  <a:pt x="244" y="2706"/>
                </a:lnTo>
                <a:lnTo>
                  <a:pt x="244" y="2703"/>
                </a:lnTo>
                <a:lnTo>
                  <a:pt x="243" y="2703"/>
                </a:lnTo>
                <a:lnTo>
                  <a:pt x="237" y="2706"/>
                </a:lnTo>
                <a:lnTo>
                  <a:pt x="234" y="2707"/>
                </a:lnTo>
                <a:lnTo>
                  <a:pt x="233" y="2708"/>
                </a:lnTo>
                <a:lnTo>
                  <a:pt x="230" y="2709"/>
                </a:lnTo>
                <a:lnTo>
                  <a:pt x="228" y="2710"/>
                </a:lnTo>
                <a:lnTo>
                  <a:pt x="225" y="2711"/>
                </a:lnTo>
                <a:lnTo>
                  <a:pt x="222" y="2713"/>
                </a:lnTo>
                <a:lnTo>
                  <a:pt x="219" y="2714"/>
                </a:lnTo>
                <a:lnTo>
                  <a:pt x="216" y="2716"/>
                </a:lnTo>
                <a:lnTo>
                  <a:pt x="214" y="2717"/>
                </a:lnTo>
                <a:lnTo>
                  <a:pt x="213" y="2717"/>
                </a:lnTo>
                <a:lnTo>
                  <a:pt x="213" y="2719"/>
                </a:lnTo>
                <a:lnTo>
                  <a:pt x="213" y="2720"/>
                </a:lnTo>
                <a:lnTo>
                  <a:pt x="212" y="2720"/>
                </a:lnTo>
                <a:lnTo>
                  <a:pt x="212" y="2721"/>
                </a:lnTo>
                <a:lnTo>
                  <a:pt x="212" y="2722"/>
                </a:lnTo>
                <a:lnTo>
                  <a:pt x="212" y="2723"/>
                </a:lnTo>
                <a:lnTo>
                  <a:pt x="213" y="2723"/>
                </a:lnTo>
                <a:lnTo>
                  <a:pt x="213" y="2724"/>
                </a:lnTo>
                <a:lnTo>
                  <a:pt x="213" y="2725"/>
                </a:lnTo>
                <a:lnTo>
                  <a:pt x="214" y="2725"/>
                </a:lnTo>
                <a:lnTo>
                  <a:pt x="214" y="2726"/>
                </a:lnTo>
                <a:lnTo>
                  <a:pt x="215" y="2727"/>
                </a:lnTo>
                <a:lnTo>
                  <a:pt x="214" y="2727"/>
                </a:lnTo>
                <a:lnTo>
                  <a:pt x="214" y="2728"/>
                </a:lnTo>
                <a:lnTo>
                  <a:pt x="214" y="2729"/>
                </a:lnTo>
                <a:lnTo>
                  <a:pt x="214" y="2730"/>
                </a:lnTo>
                <a:lnTo>
                  <a:pt x="213" y="2731"/>
                </a:lnTo>
                <a:lnTo>
                  <a:pt x="213" y="2732"/>
                </a:lnTo>
                <a:lnTo>
                  <a:pt x="213" y="2733"/>
                </a:lnTo>
                <a:lnTo>
                  <a:pt x="213" y="2734"/>
                </a:lnTo>
                <a:lnTo>
                  <a:pt x="213" y="2735"/>
                </a:lnTo>
                <a:lnTo>
                  <a:pt x="213" y="2736"/>
                </a:lnTo>
                <a:lnTo>
                  <a:pt x="214" y="2736"/>
                </a:lnTo>
                <a:lnTo>
                  <a:pt x="213" y="2736"/>
                </a:lnTo>
                <a:lnTo>
                  <a:pt x="213" y="2737"/>
                </a:lnTo>
                <a:lnTo>
                  <a:pt x="214" y="2737"/>
                </a:lnTo>
                <a:lnTo>
                  <a:pt x="213" y="2737"/>
                </a:lnTo>
                <a:lnTo>
                  <a:pt x="213" y="2738"/>
                </a:lnTo>
                <a:lnTo>
                  <a:pt x="213" y="2737"/>
                </a:lnTo>
                <a:lnTo>
                  <a:pt x="212" y="2736"/>
                </a:lnTo>
                <a:lnTo>
                  <a:pt x="210" y="2733"/>
                </a:lnTo>
                <a:lnTo>
                  <a:pt x="209" y="2732"/>
                </a:lnTo>
                <a:lnTo>
                  <a:pt x="208" y="2731"/>
                </a:lnTo>
                <a:lnTo>
                  <a:pt x="206" y="2729"/>
                </a:lnTo>
                <a:lnTo>
                  <a:pt x="203" y="2727"/>
                </a:lnTo>
                <a:lnTo>
                  <a:pt x="202" y="2726"/>
                </a:lnTo>
                <a:lnTo>
                  <a:pt x="201" y="2725"/>
                </a:lnTo>
                <a:lnTo>
                  <a:pt x="199" y="2723"/>
                </a:lnTo>
                <a:lnTo>
                  <a:pt x="198" y="2721"/>
                </a:lnTo>
                <a:lnTo>
                  <a:pt x="198" y="2720"/>
                </a:lnTo>
                <a:lnTo>
                  <a:pt x="197" y="2719"/>
                </a:lnTo>
                <a:lnTo>
                  <a:pt x="197" y="2718"/>
                </a:lnTo>
                <a:lnTo>
                  <a:pt x="197" y="2716"/>
                </a:lnTo>
                <a:lnTo>
                  <a:pt x="197" y="2714"/>
                </a:lnTo>
                <a:lnTo>
                  <a:pt x="196" y="2711"/>
                </a:lnTo>
                <a:lnTo>
                  <a:pt x="196" y="2705"/>
                </a:lnTo>
                <a:lnTo>
                  <a:pt x="195" y="2702"/>
                </a:lnTo>
                <a:lnTo>
                  <a:pt x="193" y="2702"/>
                </a:lnTo>
                <a:lnTo>
                  <a:pt x="192" y="2703"/>
                </a:lnTo>
                <a:lnTo>
                  <a:pt x="190" y="2703"/>
                </a:lnTo>
                <a:lnTo>
                  <a:pt x="188" y="2704"/>
                </a:lnTo>
                <a:lnTo>
                  <a:pt x="184" y="2705"/>
                </a:lnTo>
                <a:lnTo>
                  <a:pt x="180" y="2706"/>
                </a:lnTo>
                <a:lnTo>
                  <a:pt x="181" y="2708"/>
                </a:lnTo>
                <a:lnTo>
                  <a:pt x="182" y="2710"/>
                </a:lnTo>
                <a:lnTo>
                  <a:pt x="182" y="2711"/>
                </a:lnTo>
                <a:lnTo>
                  <a:pt x="183" y="2713"/>
                </a:lnTo>
                <a:lnTo>
                  <a:pt x="184" y="2715"/>
                </a:lnTo>
                <a:lnTo>
                  <a:pt x="185" y="2717"/>
                </a:lnTo>
                <a:lnTo>
                  <a:pt x="186" y="2717"/>
                </a:lnTo>
                <a:lnTo>
                  <a:pt x="187" y="2721"/>
                </a:lnTo>
                <a:lnTo>
                  <a:pt x="188" y="2721"/>
                </a:lnTo>
                <a:lnTo>
                  <a:pt x="187" y="2721"/>
                </a:lnTo>
                <a:lnTo>
                  <a:pt x="186" y="2722"/>
                </a:lnTo>
                <a:lnTo>
                  <a:pt x="184" y="2723"/>
                </a:lnTo>
                <a:lnTo>
                  <a:pt x="183" y="2723"/>
                </a:lnTo>
                <a:lnTo>
                  <a:pt x="182" y="2724"/>
                </a:lnTo>
                <a:lnTo>
                  <a:pt x="180" y="2725"/>
                </a:lnTo>
                <a:lnTo>
                  <a:pt x="177" y="2726"/>
                </a:lnTo>
                <a:lnTo>
                  <a:pt x="173" y="2728"/>
                </a:lnTo>
                <a:lnTo>
                  <a:pt x="172" y="2728"/>
                </a:lnTo>
                <a:lnTo>
                  <a:pt x="171" y="2729"/>
                </a:lnTo>
                <a:lnTo>
                  <a:pt x="168" y="2730"/>
                </a:lnTo>
                <a:lnTo>
                  <a:pt x="155" y="2736"/>
                </a:lnTo>
                <a:lnTo>
                  <a:pt x="143" y="2741"/>
                </a:lnTo>
                <a:lnTo>
                  <a:pt x="143" y="2735"/>
                </a:lnTo>
                <a:lnTo>
                  <a:pt x="143" y="2728"/>
                </a:lnTo>
                <a:lnTo>
                  <a:pt x="143" y="2727"/>
                </a:lnTo>
                <a:lnTo>
                  <a:pt x="144" y="2727"/>
                </a:lnTo>
                <a:lnTo>
                  <a:pt x="144" y="2725"/>
                </a:lnTo>
                <a:lnTo>
                  <a:pt x="144" y="2722"/>
                </a:lnTo>
                <a:lnTo>
                  <a:pt x="144" y="2720"/>
                </a:lnTo>
                <a:lnTo>
                  <a:pt x="144" y="2717"/>
                </a:lnTo>
                <a:lnTo>
                  <a:pt x="144" y="2716"/>
                </a:lnTo>
                <a:lnTo>
                  <a:pt x="144" y="2709"/>
                </a:lnTo>
                <a:lnTo>
                  <a:pt x="144" y="2707"/>
                </a:lnTo>
                <a:lnTo>
                  <a:pt x="144" y="2705"/>
                </a:lnTo>
                <a:lnTo>
                  <a:pt x="144" y="2703"/>
                </a:lnTo>
                <a:lnTo>
                  <a:pt x="145" y="2702"/>
                </a:lnTo>
                <a:lnTo>
                  <a:pt x="145" y="2700"/>
                </a:lnTo>
                <a:lnTo>
                  <a:pt x="145" y="2698"/>
                </a:lnTo>
                <a:lnTo>
                  <a:pt x="145" y="2696"/>
                </a:lnTo>
                <a:lnTo>
                  <a:pt x="145" y="2695"/>
                </a:lnTo>
                <a:lnTo>
                  <a:pt x="145" y="2693"/>
                </a:lnTo>
                <a:lnTo>
                  <a:pt x="145" y="2691"/>
                </a:lnTo>
                <a:lnTo>
                  <a:pt x="145" y="2689"/>
                </a:lnTo>
                <a:lnTo>
                  <a:pt x="145" y="2688"/>
                </a:lnTo>
                <a:lnTo>
                  <a:pt x="145" y="2686"/>
                </a:lnTo>
                <a:lnTo>
                  <a:pt x="145" y="2684"/>
                </a:lnTo>
                <a:lnTo>
                  <a:pt x="145" y="2682"/>
                </a:lnTo>
                <a:lnTo>
                  <a:pt x="146" y="2680"/>
                </a:lnTo>
                <a:lnTo>
                  <a:pt x="146" y="2679"/>
                </a:lnTo>
                <a:lnTo>
                  <a:pt x="146" y="2677"/>
                </a:lnTo>
                <a:lnTo>
                  <a:pt x="146" y="2675"/>
                </a:lnTo>
                <a:lnTo>
                  <a:pt x="146" y="2672"/>
                </a:lnTo>
                <a:lnTo>
                  <a:pt x="146" y="2670"/>
                </a:lnTo>
                <a:lnTo>
                  <a:pt x="146" y="2668"/>
                </a:lnTo>
                <a:lnTo>
                  <a:pt x="143" y="2667"/>
                </a:lnTo>
                <a:lnTo>
                  <a:pt x="141" y="2666"/>
                </a:lnTo>
                <a:lnTo>
                  <a:pt x="140" y="2665"/>
                </a:lnTo>
                <a:lnTo>
                  <a:pt x="139" y="2665"/>
                </a:lnTo>
                <a:lnTo>
                  <a:pt x="137" y="2664"/>
                </a:lnTo>
                <a:lnTo>
                  <a:pt x="135" y="2664"/>
                </a:lnTo>
                <a:lnTo>
                  <a:pt x="134" y="2663"/>
                </a:lnTo>
                <a:lnTo>
                  <a:pt x="133" y="2662"/>
                </a:lnTo>
                <a:lnTo>
                  <a:pt x="132" y="2662"/>
                </a:lnTo>
                <a:lnTo>
                  <a:pt x="132" y="2661"/>
                </a:lnTo>
                <a:lnTo>
                  <a:pt x="131" y="2660"/>
                </a:lnTo>
                <a:lnTo>
                  <a:pt x="129" y="2658"/>
                </a:lnTo>
                <a:lnTo>
                  <a:pt x="128" y="2656"/>
                </a:lnTo>
                <a:lnTo>
                  <a:pt x="127" y="2656"/>
                </a:lnTo>
                <a:lnTo>
                  <a:pt x="126" y="2655"/>
                </a:lnTo>
                <a:lnTo>
                  <a:pt x="126" y="2654"/>
                </a:lnTo>
                <a:lnTo>
                  <a:pt x="124" y="2653"/>
                </a:lnTo>
                <a:lnTo>
                  <a:pt x="122" y="2651"/>
                </a:lnTo>
                <a:lnTo>
                  <a:pt x="120" y="2650"/>
                </a:lnTo>
                <a:lnTo>
                  <a:pt x="118" y="2649"/>
                </a:lnTo>
                <a:lnTo>
                  <a:pt x="116" y="2647"/>
                </a:lnTo>
                <a:lnTo>
                  <a:pt x="114" y="2646"/>
                </a:lnTo>
                <a:lnTo>
                  <a:pt x="113" y="2645"/>
                </a:lnTo>
                <a:lnTo>
                  <a:pt x="112" y="2643"/>
                </a:lnTo>
                <a:lnTo>
                  <a:pt x="107" y="2639"/>
                </a:lnTo>
                <a:lnTo>
                  <a:pt x="104" y="2637"/>
                </a:lnTo>
                <a:lnTo>
                  <a:pt x="98" y="2631"/>
                </a:lnTo>
                <a:lnTo>
                  <a:pt x="94" y="2628"/>
                </a:lnTo>
                <a:lnTo>
                  <a:pt x="85" y="2614"/>
                </a:lnTo>
                <a:lnTo>
                  <a:pt x="84" y="2612"/>
                </a:lnTo>
                <a:lnTo>
                  <a:pt x="64" y="2580"/>
                </a:lnTo>
                <a:lnTo>
                  <a:pt x="61" y="2576"/>
                </a:lnTo>
                <a:lnTo>
                  <a:pt x="47" y="2553"/>
                </a:lnTo>
                <a:lnTo>
                  <a:pt x="47" y="2552"/>
                </a:lnTo>
                <a:lnTo>
                  <a:pt x="48" y="2551"/>
                </a:lnTo>
                <a:lnTo>
                  <a:pt x="48" y="2550"/>
                </a:lnTo>
                <a:lnTo>
                  <a:pt x="47" y="2549"/>
                </a:lnTo>
                <a:lnTo>
                  <a:pt x="46" y="2548"/>
                </a:lnTo>
                <a:lnTo>
                  <a:pt x="45" y="2548"/>
                </a:lnTo>
                <a:lnTo>
                  <a:pt x="45" y="2545"/>
                </a:lnTo>
                <a:lnTo>
                  <a:pt x="47" y="2544"/>
                </a:lnTo>
                <a:lnTo>
                  <a:pt x="48" y="2543"/>
                </a:lnTo>
                <a:lnTo>
                  <a:pt x="49" y="2542"/>
                </a:lnTo>
                <a:lnTo>
                  <a:pt x="50" y="2541"/>
                </a:lnTo>
                <a:lnTo>
                  <a:pt x="51" y="2540"/>
                </a:lnTo>
                <a:lnTo>
                  <a:pt x="52" y="2539"/>
                </a:lnTo>
                <a:lnTo>
                  <a:pt x="53" y="2538"/>
                </a:lnTo>
                <a:lnTo>
                  <a:pt x="54" y="2538"/>
                </a:lnTo>
                <a:lnTo>
                  <a:pt x="54" y="2537"/>
                </a:lnTo>
                <a:lnTo>
                  <a:pt x="55" y="2536"/>
                </a:lnTo>
                <a:lnTo>
                  <a:pt x="56" y="2536"/>
                </a:lnTo>
                <a:lnTo>
                  <a:pt x="56" y="2535"/>
                </a:lnTo>
                <a:lnTo>
                  <a:pt x="58" y="2534"/>
                </a:lnTo>
                <a:lnTo>
                  <a:pt x="59" y="2533"/>
                </a:lnTo>
                <a:lnTo>
                  <a:pt x="60" y="2532"/>
                </a:lnTo>
                <a:lnTo>
                  <a:pt x="61" y="2531"/>
                </a:lnTo>
                <a:lnTo>
                  <a:pt x="64" y="2528"/>
                </a:lnTo>
                <a:lnTo>
                  <a:pt x="65" y="2527"/>
                </a:lnTo>
                <a:lnTo>
                  <a:pt x="66" y="2527"/>
                </a:lnTo>
                <a:lnTo>
                  <a:pt x="66" y="2526"/>
                </a:lnTo>
                <a:lnTo>
                  <a:pt x="67" y="2525"/>
                </a:lnTo>
                <a:lnTo>
                  <a:pt x="68" y="2525"/>
                </a:lnTo>
                <a:lnTo>
                  <a:pt x="71" y="2522"/>
                </a:lnTo>
                <a:lnTo>
                  <a:pt x="73" y="2520"/>
                </a:lnTo>
                <a:lnTo>
                  <a:pt x="75" y="2518"/>
                </a:lnTo>
                <a:lnTo>
                  <a:pt x="77" y="2517"/>
                </a:lnTo>
                <a:lnTo>
                  <a:pt x="78" y="2515"/>
                </a:lnTo>
                <a:lnTo>
                  <a:pt x="79" y="2514"/>
                </a:lnTo>
                <a:lnTo>
                  <a:pt x="83" y="2511"/>
                </a:lnTo>
                <a:lnTo>
                  <a:pt x="83" y="2510"/>
                </a:lnTo>
                <a:lnTo>
                  <a:pt x="82" y="2509"/>
                </a:lnTo>
                <a:lnTo>
                  <a:pt x="82" y="2508"/>
                </a:lnTo>
                <a:lnTo>
                  <a:pt x="82" y="2506"/>
                </a:lnTo>
                <a:lnTo>
                  <a:pt x="81" y="2504"/>
                </a:lnTo>
                <a:lnTo>
                  <a:pt x="80" y="2503"/>
                </a:lnTo>
                <a:lnTo>
                  <a:pt x="80" y="2501"/>
                </a:lnTo>
                <a:lnTo>
                  <a:pt x="79" y="2499"/>
                </a:lnTo>
                <a:lnTo>
                  <a:pt x="78" y="2497"/>
                </a:lnTo>
                <a:lnTo>
                  <a:pt x="78" y="2495"/>
                </a:lnTo>
                <a:lnTo>
                  <a:pt x="77" y="2493"/>
                </a:lnTo>
                <a:lnTo>
                  <a:pt x="76" y="2491"/>
                </a:lnTo>
                <a:lnTo>
                  <a:pt x="76" y="2490"/>
                </a:lnTo>
                <a:lnTo>
                  <a:pt x="76" y="2489"/>
                </a:lnTo>
                <a:lnTo>
                  <a:pt x="75" y="2488"/>
                </a:lnTo>
                <a:lnTo>
                  <a:pt x="75" y="2486"/>
                </a:lnTo>
                <a:lnTo>
                  <a:pt x="74" y="2484"/>
                </a:lnTo>
                <a:lnTo>
                  <a:pt x="72" y="2480"/>
                </a:lnTo>
                <a:lnTo>
                  <a:pt x="72" y="2478"/>
                </a:lnTo>
                <a:lnTo>
                  <a:pt x="71" y="2476"/>
                </a:lnTo>
                <a:lnTo>
                  <a:pt x="71" y="2474"/>
                </a:lnTo>
                <a:lnTo>
                  <a:pt x="70" y="2473"/>
                </a:lnTo>
                <a:lnTo>
                  <a:pt x="69" y="2471"/>
                </a:lnTo>
                <a:lnTo>
                  <a:pt x="69" y="2469"/>
                </a:lnTo>
                <a:lnTo>
                  <a:pt x="68" y="2467"/>
                </a:lnTo>
                <a:lnTo>
                  <a:pt x="67" y="2465"/>
                </a:lnTo>
                <a:lnTo>
                  <a:pt x="66" y="2461"/>
                </a:lnTo>
                <a:lnTo>
                  <a:pt x="65" y="2459"/>
                </a:lnTo>
                <a:lnTo>
                  <a:pt x="65" y="2457"/>
                </a:lnTo>
                <a:lnTo>
                  <a:pt x="64" y="2456"/>
                </a:lnTo>
                <a:lnTo>
                  <a:pt x="64" y="2454"/>
                </a:lnTo>
                <a:lnTo>
                  <a:pt x="63" y="2452"/>
                </a:lnTo>
                <a:lnTo>
                  <a:pt x="62" y="2450"/>
                </a:lnTo>
                <a:lnTo>
                  <a:pt x="62" y="2448"/>
                </a:lnTo>
                <a:lnTo>
                  <a:pt x="61" y="2446"/>
                </a:lnTo>
                <a:lnTo>
                  <a:pt x="60" y="2444"/>
                </a:lnTo>
                <a:lnTo>
                  <a:pt x="59" y="2441"/>
                </a:lnTo>
                <a:lnTo>
                  <a:pt x="59" y="2439"/>
                </a:lnTo>
                <a:lnTo>
                  <a:pt x="58" y="2437"/>
                </a:lnTo>
                <a:lnTo>
                  <a:pt x="57" y="2435"/>
                </a:lnTo>
                <a:lnTo>
                  <a:pt x="57" y="2434"/>
                </a:lnTo>
                <a:lnTo>
                  <a:pt x="56" y="2433"/>
                </a:lnTo>
                <a:lnTo>
                  <a:pt x="56" y="2431"/>
                </a:lnTo>
                <a:lnTo>
                  <a:pt x="55" y="2429"/>
                </a:lnTo>
                <a:lnTo>
                  <a:pt x="55" y="2428"/>
                </a:lnTo>
                <a:lnTo>
                  <a:pt x="54" y="2427"/>
                </a:lnTo>
                <a:lnTo>
                  <a:pt x="54" y="2425"/>
                </a:lnTo>
                <a:lnTo>
                  <a:pt x="53" y="2423"/>
                </a:lnTo>
                <a:lnTo>
                  <a:pt x="52" y="2421"/>
                </a:lnTo>
                <a:lnTo>
                  <a:pt x="51" y="2416"/>
                </a:lnTo>
                <a:lnTo>
                  <a:pt x="50" y="2414"/>
                </a:lnTo>
                <a:lnTo>
                  <a:pt x="50" y="2413"/>
                </a:lnTo>
                <a:lnTo>
                  <a:pt x="49" y="2412"/>
                </a:lnTo>
                <a:lnTo>
                  <a:pt x="49" y="2410"/>
                </a:lnTo>
                <a:lnTo>
                  <a:pt x="48" y="2409"/>
                </a:lnTo>
                <a:lnTo>
                  <a:pt x="47" y="2405"/>
                </a:lnTo>
                <a:lnTo>
                  <a:pt x="46" y="2402"/>
                </a:lnTo>
                <a:lnTo>
                  <a:pt x="45" y="2401"/>
                </a:lnTo>
                <a:lnTo>
                  <a:pt x="45" y="2400"/>
                </a:lnTo>
                <a:lnTo>
                  <a:pt x="45" y="2398"/>
                </a:lnTo>
                <a:lnTo>
                  <a:pt x="41" y="2389"/>
                </a:lnTo>
                <a:lnTo>
                  <a:pt x="40" y="2385"/>
                </a:lnTo>
                <a:lnTo>
                  <a:pt x="39" y="2382"/>
                </a:lnTo>
                <a:lnTo>
                  <a:pt x="38" y="2381"/>
                </a:lnTo>
                <a:lnTo>
                  <a:pt x="36" y="2375"/>
                </a:lnTo>
                <a:lnTo>
                  <a:pt x="36" y="2373"/>
                </a:lnTo>
                <a:lnTo>
                  <a:pt x="35" y="2370"/>
                </a:lnTo>
                <a:lnTo>
                  <a:pt x="34" y="2370"/>
                </a:lnTo>
                <a:lnTo>
                  <a:pt x="33" y="2366"/>
                </a:lnTo>
                <a:lnTo>
                  <a:pt x="33" y="2365"/>
                </a:lnTo>
                <a:lnTo>
                  <a:pt x="21" y="2331"/>
                </a:lnTo>
                <a:lnTo>
                  <a:pt x="9" y="2299"/>
                </a:lnTo>
                <a:lnTo>
                  <a:pt x="8" y="2295"/>
                </a:lnTo>
                <a:lnTo>
                  <a:pt x="8" y="2294"/>
                </a:lnTo>
                <a:lnTo>
                  <a:pt x="2" y="2275"/>
                </a:lnTo>
                <a:lnTo>
                  <a:pt x="0" y="2268"/>
                </a:lnTo>
                <a:lnTo>
                  <a:pt x="76" y="2288"/>
                </a:lnTo>
                <a:lnTo>
                  <a:pt x="105" y="2296"/>
                </a:lnTo>
                <a:lnTo>
                  <a:pt x="150" y="2309"/>
                </a:lnTo>
                <a:lnTo>
                  <a:pt x="201" y="2315"/>
                </a:lnTo>
                <a:lnTo>
                  <a:pt x="217" y="2318"/>
                </a:lnTo>
                <a:lnTo>
                  <a:pt x="251" y="2324"/>
                </a:lnTo>
                <a:lnTo>
                  <a:pt x="261" y="2326"/>
                </a:lnTo>
                <a:lnTo>
                  <a:pt x="269" y="2327"/>
                </a:lnTo>
                <a:lnTo>
                  <a:pt x="343" y="2338"/>
                </a:lnTo>
                <a:lnTo>
                  <a:pt x="413" y="2325"/>
                </a:lnTo>
                <a:lnTo>
                  <a:pt x="457" y="2330"/>
                </a:lnTo>
                <a:lnTo>
                  <a:pt x="458" y="2329"/>
                </a:lnTo>
                <a:lnTo>
                  <a:pt x="466" y="2319"/>
                </a:lnTo>
                <a:lnTo>
                  <a:pt x="544" y="2326"/>
                </a:lnTo>
                <a:lnTo>
                  <a:pt x="629" y="2354"/>
                </a:lnTo>
                <a:lnTo>
                  <a:pt x="650" y="2360"/>
                </a:lnTo>
                <a:lnTo>
                  <a:pt x="685" y="2366"/>
                </a:lnTo>
                <a:lnTo>
                  <a:pt x="713" y="2409"/>
                </a:lnTo>
                <a:lnTo>
                  <a:pt x="724" y="2425"/>
                </a:lnTo>
                <a:lnTo>
                  <a:pt x="779" y="2443"/>
                </a:lnTo>
                <a:lnTo>
                  <a:pt x="794" y="2440"/>
                </a:lnTo>
                <a:lnTo>
                  <a:pt x="808" y="2442"/>
                </a:lnTo>
                <a:lnTo>
                  <a:pt x="819" y="2442"/>
                </a:lnTo>
                <a:lnTo>
                  <a:pt x="850" y="2462"/>
                </a:lnTo>
                <a:lnTo>
                  <a:pt x="861" y="2468"/>
                </a:lnTo>
                <a:lnTo>
                  <a:pt x="924" y="2501"/>
                </a:lnTo>
                <a:lnTo>
                  <a:pt x="939" y="2505"/>
                </a:lnTo>
                <a:lnTo>
                  <a:pt x="973" y="2513"/>
                </a:lnTo>
                <a:lnTo>
                  <a:pt x="990" y="2519"/>
                </a:lnTo>
                <a:lnTo>
                  <a:pt x="1022" y="2518"/>
                </a:lnTo>
                <a:lnTo>
                  <a:pt x="1057" y="2511"/>
                </a:lnTo>
                <a:lnTo>
                  <a:pt x="1090" y="2504"/>
                </a:lnTo>
                <a:lnTo>
                  <a:pt x="1089" y="2549"/>
                </a:lnTo>
                <a:lnTo>
                  <a:pt x="1114" y="2552"/>
                </a:lnTo>
                <a:lnTo>
                  <a:pt x="1149" y="2550"/>
                </a:lnTo>
                <a:lnTo>
                  <a:pt x="1162" y="2566"/>
                </a:lnTo>
                <a:lnTo>
                  <a:pt x="1196" y="2530"/>
                </a:lnTo>
                <a:lnTo>
                  <a:pt x="1205" y="2531"/>
                </a:lnTo>
                <a:lnTo>
                  <a:pt x="1216" y="2524"/>
                </a:lnTo>
                <a:lnTo>
                  <a:pt x="1219" y="2521"/>
                </a:lnTo>
                <a:lnTo>
                  <a:pt x="1234" y="2512"/>
                </a:lnTo>
                <a:lnTo>
                  <a:pt x="1249" y="2502"/>
                </a:lnTo>
                <a:lnTo>
                  <a:pt x="1269" y="2491"/>
                </a:lnTo>
                <a:lnTo>
                  <a:pt x="1295" y="2480"/>
                </a:lnTo>
                <a:lnTo>
                  <a:pt x="1323" y="2466"/>
                </a:lnTo>
                <a:lnTo>
                  <a:pt x="1367" y="2444"/>
                </a:lnTo>
                <a:lnTo>
                  <a:pt x="1402" y="2426"/>
                </a:lnTo>
                <a:lnTo>
                  <a:pt x="1428" y="2415"/>
                </a:lnTo>
                <a:lnTo>
                  <a:pt x="1468" y="2409"/>
                </a:lnTo>
                <a:lnTo>
                  <a:pt x="1500" y="2398"/>
                </a:lnTo>
                <a:lnTo>
                  <a:pt x="1503" y="2389"/>
                </a:lnTo>
                <a:lnTo>
                  <a:pt x="1529" y="2378"/>
                </a:lnTo>
                <a:lnTo>
                  <a:pt x="1534" y="2379"/>
                </a:lnTo>
                <a:lnTo>
                  <a:pt x="1545" y="2387"/>
                </a:lnTo>
                <a:lnTo>
                  <a:pt x="1569" y="2386"/>
                </a:lnTo>
                <a:lnTo>
                  <a:pt x="1599" y="2388"/>
                </a:lnTo>
                <a:lnTo>
                  <a:pt x="1603" y="2386"/>
                </a:lnTo>
                <a:lnTo>
                  <a:pt x="1606" y="2386"/>
                </a:lnTo>
                <a:lnTo>
                  <a:pt x="1610" y="2384"/>
                </a:lnTo>
                <a:lnTo>
                  <a:pt x="1612" y="2382"/>
                </a:lnTo>
                <a:lnTo>
                  <a:pt x="1622" y="2381"/>
                </a:lnTo>
                <a:lnTo>
                  <a:pt x="1645" y="2375"/>
                </a:lnTo>
                <a:lnTo>
                  <a:pt x="1653" y="2380"/>
                </a:lnTo>
                <a:lnTo>
                  <a:pt x="1680" y="2378"/>
                </a:lnTo>
                <a:lnTo>
                  <a:pt x="1688" y="2377"/>
                </a:lnTo>
                <a:lnTo>
                  <a:pt x="1714" y="2383"/>
                </a:lnTo>
                <a:lnTo>
                  <a:pt x="1727" y="2382"/>
                </a:lnTo>
                <a:lnTo>
                  <a:pt x="1733" y="2384"/>
                </a:lnTo>
                <a:lnTo>
                  <a:pt x="1735" y="2386"/>
                </a:lnTo>
                <a:lnTo>
                  <a:pt x="1751" y="2376"/>
                </a:lnTo>
                <a:lnTo>
                  <a:pt x="1756" y="2373"/>
                </a:lnTo>
                <a:lnTo>
                  <a:pt x="1757" y="2372"/>
                </a:lnTo>
                <a:lnTo>
                  <a:pt x="1759" y="2374"/>
                </a:lnTo>
                <a:lnTo>
                  <a:pt x="1761" y="2371"/>
                </a:lnTo>
                <a:lnTo>
                  <a:pt x="1795" y="2374"/>
                </a:lnTo>
                <a:lnTo>
                  <a:pt x="1801" y="2375"/>
                </a:lnTo>
                <a:lnTo>
                  <a:pt x="1804" y="2373"/>
                </a:lnTo>
                <a:lnTo>
                  <a:pt x="1813" y="2372"/>
                </a:lnTo>
                <a:lnTo>
                  <a:pt x="1815" y="2371"/>
                </a:lnTo>
                <a:lnTo>
                  <a:pt x="1817" y="2371"/>
                </a:lnTo>
                <a:lnTo>
                  <a:pt x="1819" y="2371"/>
                </a:lnTo>
                <a:lnTo>
                  <a:pt x="1824" y="2370"/>
                </a:lnTo>
                <a:lnTo>
                  <a:pt x="1830" y="2369"/>
                </a:lnTo>
                <a:lnTo>
                  <a:pt x="1832" y="2366"/>
                </a:lnTo>
                <a:lnTo>
                  <a:pt x="1835" y="2366"/>
                </a:lnTo>
                <a:lnTo>
                  <a:pt x="1838" y="2365"/>
                </a:lnTo>
                <a:lnTo>
                  <a:pt x="1858" y="2346"/>
                </a:lnTo>
                <a:lnTo>
                  <a:pt x="1864" y="2343"/>
                </a:lnTo>
                <a:lnTo>
                  <a:pt x="1891" y="2329"/>
                </a:lnTo>
                <a:lnTo>
                  <a:pt x="1902" y="2328"/>
                </a:lnTo>
                <a:lnTo>
                  <a:pt x="1921" y="2326"/>
                </a:lnTo>
                <a:lnTo>
                  <a:pt x="1925" y="2319"/>
                </a:lnTo>
                <a:lnTo>
                  <a:pt x="1930" y="2317"/>
                </a:lnTo>
                <a:lnTo>
                  <a:pt x="1946" y="2309"/>
                </a:lnTo>
                <a:lnTo>
                  <a:pt x="1950" y="2307"/>
                </a:lnTo>
                <a:lnTo>
                  <a:pt x="1954" y="2305"/>
                </a:lnTo>
                <a:lnTo>
                  <a:pt x="1969" y="2295"/>
                </a:lnTo>
                <a:lnTo>
                  <a:pt x="1973" y="2283"/>
                </a:lnTo>
                <a:lnTo>
                  <a:pt x="1990" y="2267"/>
                </a:lnTo>
                <a:lnTo>
                  <a:pt x="1996" y="2261"/>
                </a:lnTo>
                <a:lnTo>
                  <a:pt x="2004" y="2244"/>
                </a:lnTo>
                <a:lnTo>
                  <a:pt x="2003" y="2240"/>
                </a:lnTo>
                <a:lnTo>
                  <a:pt x="2010" y="2229"/>
                </a:lnTo>
                <a:lnTo>
                  <a:pt x="2015" y="2226"/>
                </a:lnTo>
                <a:lnTo>
                  <a:pt x="2030" y="2204"/>
                </a:lnTo>
                <a:lnTo>
                  <a:pt x="2048" y="2177"/>
                </a:lnTo>
                <a:lnTo>
                  <a:pt x="2055" y="2172"/>
                </a:lnTo>
                <a:lnTo>
                  <a:pt x="2055" y="2171"/>
                </a:lnTo>
                <a:lnTo>
                  <a:pt x="2059" y="2169"/>
                </a:lnTo>
                <a:lnTo>
                  <a:pt x="2067" y="2165"/>
                </a:lnTo>
                <a:lnTo>
                  <a:pt x="2072" y="2162"/>
                </a:lnTo>
                <a:lnTo>
                  <a:pt x="2084" y="2156"/>
                </a:lnTo>
                <a:lnTo>
                  <a:pt x="2091" y="2153"/>
                </a:lnTo>
                <a:lnTo>
                  <a:pt x="2095" y="2152"/>
                </a:lnTo>
                <a:lnTo>
                  <a:pt x="2097" y="2151"/>
                </a:lnTo>
                <a:lnTo>
                  <a:pt x="2102" y="2144"/>
                </a:lnTo>
                <a:lnTo>
                  <a:pt x="2111" y="2139"/>
                </a:lnTo>
                <a:lnTo>
                  <a:pt x="2119" y="2139"/>
                </a:lnTo>
                <a:lnTo>
                  <a:pt x="2127" y="2139"/>
                </a:lnTo>
                <a:lnTo>
                  <a:pt x="2133" y="2133"/>
                </a:lnTo>
                <a:lnTo>
                  <a:pt x="2149" y="2111"/>
                </a:lnTo>
                <a:lnTo>
                  <a:pt x="2157" y="2099"/>
                </a:lnTo>
                <a:lnTo>
                  <a:pt x="2172" y="2097"/>
                </a:lnTo>
                <a:lnTo>
                  <a:pt x="2177" y="2094"/>
                </a:lnTo>
                <a:lnTo>
                  <a:pt x="2180" y="2093"/>
                </a:lnTo>
                <a:lnTo>
                  <a:pt x="2182" y="2082"/>
                </a:lnTo>
                <a:lnTo>
                  <a:pt x="2181" y="2071"/>
                </a:lnTo>
                <a:lnTo>
                  <a:pt x="2180" y="2066"/>
                </a:lnTo>
                <a:lnTo>
                  <a:pt x="2165" y="2043"/>
                </a:lnTo>
                <a:lnTo>
                  <a:pt x="2152" y="2031"/>
                </a:lnTo>
                <a:lnTo>
                  <a:pt x="2151" y="2030"/>
                </a:lnTo>
                <a:lnTo>
                  <a:pt x="2146" y="2029"/>
                </a:lnTo>
                <a:lnTo>
                  <a:pt x="2142" y="2027"/>
                </a:lnTo>
                <a:lnTo>
                  <a:pt x="2137" y="2023"/>
                </a:lnTo>
                <a:lnTo>
                  <a:pt x="2133" y="2020"/>
                </a:lnTo>
                <a:lnTo>
                  <a:pt x="2130" y="2016"/>
                </a:lnTo>
                <a:lnTo>
                  <a:pt x="2125" y="2010"/>
                </a:lnTo>
                <a:lnTo>
                  <a:pt x="2122" y="2005"/>
                </a:lnTo>
                <a:lnTo>
                  <a:pt x="2120" y="2003"/>
                </a:lnTo>
                <a:lnTo>
                  <a:pt x="2117" y="2000"/>
                </a:lnTo>
                <a:lnTo>
                  <a:pt x="2115" y="1996"/>
                </a:lnTo>
                <a:lnTo>
                  <a:pt x="2113" y="1990"/>
                </a:lnTo>
                <a:lnTo>
                  <a:pt x="2112" y="1984"/>
                </a:lnTo>
                <a:lnTo>
                  <a:pt x="2112" y="1979"/>
                </a:lnTo>
                <a:lnTo>
                  <a:pt x="2109" y="1976"/>
                </a:lnTo>
                <a:lnTo>
                  <a:pt x="2104" y="1972"/>
                </a:lnTo>
                <a:lnTo>
                  <a:pt x="2096" y="1969"/>
                </a:lnTo>
                <a:lnTo>
                  <a:pt x="2093" y="1961"/>
                </a:lnTo>
                <a:lnTo>
                  <a:pt x="2094" y="1954"/>
                </a:lnTo>
                <a:lnTo>
                  <a:pt x="2100" y="1935"/>
                </a:lnTo>
                <a:lnTo>
                  <a:pt x="2106" y="1930"/>
                </a:lnTo>
                <a:lnTo>
                  <a:pt x="2107" y="1920"/>
                </a:lnTo>
                <a:lnTo>
                  <a:pt x="2111" y="1917"/>
                </a:lnTo>
                <a:lnTo>
                  <a:pt x="2113" y="1915"/>
                </a:lnTo>
                <a:lnTo>
                  <a:pt x="2110" y="1901"/>
                </a:lnTo>
                <a:lnTo>
                  <a:pt x="2113" y="1888"/>
                </a:lnTo>
                <a:lnTo>
                  <a:pt x="2116" y="1879"/>
                </a:lnTo>
                <a:lnTo>
                  <a:pt x="2118" y="1873"/>
                </a:lnTo>
                <a:lnTo>
                  <a:pt x="2124" y="1860"/>
                </a:lnTo>
                <a:lnTo>
                  <a:pt x="2127" y="1853"/>
                </a:lnTo>
                <a:lnTo>
                  <a:pt x="2133" y="1838"/>
                </a:lnTo>
                <a:lnTo>
                  <a:pt x="2136" y="1831"/>
                </a:lnTo>
                <a:lnTo>
                  <a:pt x="2152" y="1815"/>
                </a:lnTo>
                <a:lnTo>
                  <a:pt x="2161" y="1810"/>
                </a:lnTo>
                <a:lnTo>
                  <a:pt x="2168" y="1805"/>
                </a:lnTo>
                <a:lnTo>
                  <a:pt x="2177" y="1804"/>
                </a:lnTo>
                <a:lnTo>
                  <a:pt x="2184" y="1808"/>
                </a:lnTo>
                <a:lnTo>
                  <a:pt x="2225" y="1806"/>
                </a:lnTo>
                <a:lnTo>
                  <a:pt x="2229" y="1804"/>
                </a:lnTo>
                <a:lnTo>
                  <a:pt x="2246" y="1818"/>
                </a:lnTo>
                <a:lnTo>
                  <a:pt x="2256" y="1831"/>
                </a:lnTo>
                <a:lnTo>
                  <a:pt x="2273" y="1841"/>
                </a:lnTo>
                <a:lnTo>
                  <a:pt x="2294" y="1847"/>
                </a:lnTo>
                <a:lnTo>
                  <a:pt x="2305" y="1846"/>
                </a:lnTo>
                <a:lnTo>
                  <a:pt x="2316" y="1848"/>
                </a:lnTo>
                <a:lnTo>
                  <a:pt x="2318" y="1848"/>
                </a:lnTo>
                <a:lnTo>
                  <a:pt x="2333" y="1853"/>
                </a:lnTo>
                <a:lnTo>
                  <a:pt x="2356" y="1853"/>
                </a:lnTo>
                <a:lnTo>
                  <a:pt x="2388" y="1853"/>
                </a:lnTo>
                <a:lnTo>
                  <a:pt x="2395" y="1856"/>
                </a:lnTo>
                <a:lnTo>
                  <a:pt x="2407" y="1857"/>
                </a:lnTo>
                <a:lnTo>
                  <a:pt x="2418" y="1848"/>
                </a:lnTo>
                <a:lnTo>
                  <a:pt x="2424" y="1841"/>
                </a:lnTo>
                <a:lnTo>
                  <a:pt x="2429" y="1834"/>
                </a:lnTo>
                <a:lnTo>
                  <a:pt x="2438" y="1831"/>
                </a:lnTo>
                <a:lnTo>
                  <a:pt x="2438" y="1829"/>
                </a:lnTo>
                <a:lnTo>
                  <a:pt x="2439" y="1828"/>
                </a:lnTo>
                <a:lnTo>
                  <a:pt x="2440" y="1828"/>
                </a:lnTo>
                <a:lnTo>
                  <a:pt x="2441" y="1827"/>
                </a:lnTo>
                <a:lnTo>
                  <a:pt x="2441" y="1826"/>
                </a:lnTo>
                <a:lnTo>
                  <a:pt x="2441" y="1825"/>
                </a:lnTo>
                <a:lnTo>
                  <a:pt x="2442" y="1824"/>
                </a:lnTo>
                <a:lnTo>
                  <a:pt x="2443" y="1823"/>
                </a:lnTo>
                <a:lnTo>
                  <a:pt x="2443" y="1822"/>
                </a:lnTo>
                <a:lnTo>
                  <a:pt x="2443" y="1820"/>
                </a:lnTo>
                <a:lnTo>
                  <a:pt x="2444" y="1820"/>
                </a:lnTo>
                <a:lnTo>
                  <a:pt x="2445" y="1819"/>
                </a:lnTo>
                <a:lnTo>
                  <a:pt x="2448" y="1819"/>
                </a:lnTo>
                <a:lnTo>
                  <a:pt x="2451" y="1818"/>
                </a:lnTo>
                <a:lnTo>
                  <a:pt x="2452" y="1817"/>
                </a:lnTo>
                <a:lnTo>
                  <a:pt x="2458" y="1816"/>
                </a:lnTo>
                <a:lnTo>
                  <a:pt x="2466" y="1814"/>
                </a:lnTo>
                <a:lnTo>
                  <a:pt x="2473" y="1808"/>
                </a:lnTo>
                <a:lnTo>
                  <a:pt x="2478" y="1800"/>
                </a:lnTo>
                <a:lnTo>
                  <a:pt x="2479" y="1798"/>
                </a:lnTo>
                <a:lnTo>
                  <a:pt x="2480" y="1791"/>
                </a:lnTo>
                <a:lnTo>
                  <a:pt x="2482" y="1791"/>
                </a:lnTo>
                <a:lnTo>
                  <a:pt x="2490" y="1782"/>
                </a:lnTo>
                <a:lnTo>
                  <a:pt x="2500" y="1773"/>
                </a:lnTo>
                <a:lnTo>
                  <a:pt x="2502" y="1772"/>
                </a:lnTo>
                <a:lnTo>
                  <a:pt x="2503" y="1772"/>
                </a:lnTo>
                <a:lnTo>
                  <a:pt x="2511" y="1758"/>
                </a:lnTo>
                <a:lnTo>
                  <a:pt x="2517" y="1751"/>
                </a:lnTo>
                <a:lnTo>
                  <a:pt x="2518" y="1749"/>
                </a:lnTo>
                <a:lnTo>
                  <a:pt x="2525" y="1735"/>
                </a:lnTo>
                <a:lnTo>
                  <a:pt x="2527" y="1726"/>
                </a:lnTo>
                <a:lnTo>
                  <a:pt x="2527" y="1714"/>
                </a:lnTo>
                <a:lnTo>
                  <a:pt x="2553" y="1701"/>
                </a:lnTo>
                <a:lnTo>
                  <a:pt x="2554" y="1701"/>
                </a:lnTo>
                <a:lnTo>
                  <a:pt x="2581" y="1710"/>
                </a:lnTo>
                <a:lnTo>
                  <a:pt x="2588" y="1710"/>
                </a:lnTo>
                <a:lnTo>
                  <a:pt x="2592" y="1709"/>
                </a:lnTo>
                <a:lnTo>
                  <a:pt x="2593" y="1709"/>
                </a:lnTo>
                <a:lnTo>
                  <a:pt x="2594" y="1708"/>
                </a:lnTo>
                <a:lnTo>
                  <a:pt x="2597" y="1708"/>
                </a:lnTo>
                <a:lnTo>
                  <a:pt x="2602" y="1706"/>
                </a:lnTo>
                <a:lnTo>
                  <a:pt x="2606" y="1706"/>
                </a:lnTo>
                <a:lnTo>
                  <a:pt x="2615" y="1703"/>
                </a:lnTo>
                <a:lnTo>
                  <a:pt x="2643" y="1701"/>
                </a:lnTo>
                <a:lnTo>
                  <a:pt x="2645" y="1700"/>
                </a:lnTo>
                <a:lnTo>
                  <a:pt x="2669" y="1690"/>
                </a:lnTo>
                <a:lnTo>
                  <a:pt x="2688" y="1682"/>
                </a:lnTo>
                <a:lnTo>
                  <a:pt x="2693" y="1677"/>
                </a:lnTo>
                <a:lnTo>
                  <a:pt x="2711" y="1654"/>
                </a:lnTo>
                <a:lnTo>
                  <a:pt x="2719" y="1643"/>
                </a:lnTo>
                <a:lnTo>
                  <a:pt x="2728" y="1638"/>
                </a:lnTo>
                <a:lnTo>
                  <a:pt x="2731" y="1636"/>
                </a:lnTo>
                <a:lnTo>
                  <a:pt x="2731" y="1632"/>
                </a:lnTo>
                <a:lnTo>
                  <a:pt x="2733" y="1630"/>
                </a:lnTo>
                <a:lnTo>
                  <a:pt x="2739" y="1630"/>
                </a:lnTo>
                <a:lnTo>
                  <a:pt x="2744" y="1631"/>
                </a:lnTo>
                <a:lnTo>
                  <a:pt x="2746" y="1629"/>
                </a:lnTo>
                <a:lnTo>
                  <a:pt x="2751" y="1628"/>
                </a:lnTo>
                <a:lnTo>
                  <a:pt x="2755" y="1623"/>
                </a:lnTo>
                <a:lnTo>
                  <a:pt x="2756" y="1620"/>
                </a:lnTo>
                <a:lnTo>
                  <a:pt x="2757" y="1616"/>
                </a:lnTo>
                <a:lnTo>
                  <a:pt x="2758" y="1613"/>
                </a:lnTo>
                <a:lnTo>
                  <a:pt x="2762" y="1609"/>
                </a:lnTo>
                <a:lnTo>
                  <a:pt x="2765" y="1608"/>
                </a:lnTo>
                <a:lnTo>
                  <a:pt x="2762" y="1598"/>
                </a:lnTo>
                <a:lnTo>
                  <a:pt x="2763" y="1596"/>
                </a:lnTo>
                <a:lnTo>
                  <a:pt x="2760" y="1591"/>
                </a:lnTo>
                <a:lnTo>
                  <a:pt x="2756" y="1589"/>
                </a:lnTo>
                <a:lnTo>
                  <a:pt x="2758" y="1570"/>
                </a:lnTo>
                <a:lnTo>
                  <a:pt x="2761" y="1562"/>
                </a:lnTo>
                <a:lnTo>
                  <a:pt x="2774" y="1534"/>
                </a:lnTo>
                <a:lnTo>
                  <a:pt x="2777" y="1533"/>
                </a:lnTo>
                <a:lnTo>
                  <a:pt x="2789" y="1512"/>
                </a:lnTo>
                <a:lnTo>
                  <a:pt x="2793" y="1507"/>
                </a:lnTo>
                <a:lnTo>
                  <a:pt x="2795" y="1499"/>
                </a:lnTo>
                <a:lnTo>
                  <a:pt x="2797" y="1496"/>
                </a:lnTo>
                <a:lnTo>
                  <a:pt x="2807" y="1491"/>
                </a:lnTo>
                <a:lnTo>
                  <a:pt x="2817" y="1488"/>
                </a:lnTo>
                <a:lnTo>
                  <a:pt x="2820" y="1487"/>
                </a:lnTo>
                <a:lnTo>
                  <a:pt x="2821" y="1484"/>
                </a:lnTo>
                <a:lnTo>
                  <a:pt x="2822" y="1483"/>
                </a:lnTo>
                <a:lnTo>
                  <a:pt x="2824" y="1483"/>
                </a:lnTo>
                <a:lnTo>
                  <a:pt x="2825" y="1482"/>
                </a:lnTo>
                <a:lnTo>
                  <a:pt x="2826" y="1479"/>
                </a:lnTo>
                <a:lnTo>
                  <a:pt x="2826" y="1477"/>
                </a:lnTo>
                <a:lnTo>
                  <a:pt x="2827" y="1476"/>
                </a:lnTo>
                <a:lnTo>
                  <a:pt x="2828" y="1476"/>
                </a:lnTo>
                <a:lnTo>
                  <a:pt x="2837" y="1477"/>
                </a:lnTo>
                <a:lnTo>
                  <a:pt x="2852" y="1477"/>
                </a:lnTo>
                <a:lnTo>
                  <a:pt x="2855" y="1477"/>
                </a:lnTo>
                <a:lnTo>
                  <a:pt x="2864" y="1477"/>
                </a:lnTo>
                <a:lnTo>
                  <a:pt x="2886" y="1473"/>
                </a:lnTo>
                <a:lnTo>
                  <a:pt x="2903" y="1471"/>
                </a:lnTo>
                <a:lnTo>
                  <a:pt x="2904" y="1464"/>
                </a:lnTo>
                <a:lnTo>
                  <a:pt x="2902" y="1460"/>
                </a:lnTo>
                <a:lnTo>
                  <a:pt x="2904" y="1448"/>
                </a:lnTo>
                <a:lnTo>
                  <a:pt x="2909" y="1436"/>
                </a:lnTo>
                <a:lnTo>
                  <a:pt x="2904" y="1426"/>
                </a:lnTo>
                <a:lnTo>
                  <a:pt x="2909" y="1424"/>
                </a:lnTo>
                <a:lnTo>
                  <a:pt x="2914" y="1421"/>
                </a:lnTo>
                <a:lnTo>
                  <a:pt x="2917" y="1421"/>
                </a:lnTo>
                <a:lnTo>
                  <a:pt x="2922" y="1420"/>
                </a:lnTo>
                <a:lnTo>
                  <a:pt x="2926" y="1421"/>
                </a:lnTo>
                <a:lnTo>
                  <a:pt x="2928" y="1418"/>
                </a:lnTo>
                <a:lnTo>
                  <a:pt x="2932" y="1420"/>
                </a:lnTo>
                <a:lnTo>
                  <a:pt x="2934" y="1421"/>
                </a:lnTo>
                <a:lnTo>
                  <a:pt x="2936" y="1423"/>
                </a:lnTo>
                <a:lnTo>
                  <a:pt x="2936" y="1426"/>
                </a:lnTo>
                <a:lnTo>
                  <a:pt x="2937" y="1428"/>
                </a:lnTo>
                <a:lnTo>
                  <a:pt x="2941" y="1431"/>
                </a:lnTo>
                <a:lnTo>
                  <a:pt x="2945" y="1434"/>
                </a:lnTo>
                <a:lnTo>
                  <a:pt x="2948" y="1433"/>
                </a:lnTo>
                <a:lnTo>
                  <a:pt x="2952" y="1432"/>
                </a:lnTo>
                <a:lnTo>
                  <a:pt x="2954" y="1430"/>
                </a:lnTo>
                <a:lnTo>
                  <a:pt x="2954" y="1429"/>
                </a:lnTo>
                <a:lnTo>
                  <a:pt x="2955" y="1429"/>
                </a:lnTo>
                <a:lnTo>
                  <a:pt x="2960" y="1429"/>
                </a:lnTo>
                <a:lnTo>
                  <a:pt x="2963" y="1429"/>
                </a:lnTo>
                <a:lnTo>
                  <a:pt x="2965" y="1427"/>
                </a:lnTo>
                <a:lnTo>
                  <a:pt x="2967" y="1426"/>
                </a:lnTo>
                <a:lnTo>
                  <a:pt x="2968" y="1424"/>
                </a:lnTo>
                <a:lnTo>
                  <a:pt x="2966" y="1421"/>
                </a:lnTo>
                <a:lnTo>
                  <a:pt x="2966" y="1420"/>
                </a:lnTo>
                <a:lnTo>
                  <a:pt x="2967" y="1419"/>
                </a:lnTo>
                <a:lnTo>
                  <a:pt x="2970" y="1418"/>
                </a:lnTo>
                <a:lnTo>
                  <a:pt x="2970" y="1417"/>
                </a:lnTo>
                <a:lnTo>
                  <a:pt x="2971" y="1414"/>
                </a:lnTo>
                <a:lnTo>
                  <a:pt x="2973" y="1411"/>
                </a:lnTo>
                <a:lnTo>
                  <a:pt x="2974" y="1410"/>
                </a:lnTo>
                <a:lnTo>
                  <a:pt x="2977" y="1409"/>
                </a:lnTo>
                <a:lnTo>
                  <a:pt x="2980" y="1409"/>
                </a:lnTo>
                <a:lnTo>
                  <a:pt x="2981" y="1409"/>
                </a:lnTo>
                <a:lnTo>
                  <a:pt x="2983" y="1408"/>
                </a:lnTo>
                <a:lnTo>
                  <a:pt x="2983" y="1405"/>
                </a:lnTo>
                <a:lnTo>
                  <a:pt x="2985" y="1405"/>
                </a:lnTo>
                <a:lnTo>
                  <a:pt x="2989" y="1405"/>
                </a:lnTo>
                <a:lnTo>
                  <a:pt x="2990" y="1405"/>
                </a:lnTo>
                <a:lnTo>
                  <a:pt x="2992" y="1404"/>
                </a:lnTo>
                <a:lnTo>
                  <a:pt x="3000" y="1393"/>
                </a:lnTo>
                <a:lnTo>
                  <a:pt x="3003" y="1392"/>
                </a:lnTo>
                <a:lnTo>
                  <a:pt x="3008" y="1392"/>
                </a:lnTo>
                <a:lnTo>
                  <a:pt x="3010" y="1391"/>
                </a:lnTo>
                <a:lnTo>
                  <a:pt x="3013" y="1388"/>
                </a:lnTo>
                <a:lnTo>
                  <a:pt x="3014" y="1385"/>
                </a:lnTo>
                <a:lnTo>
                  <a:pt x="3016" y="1384"/>
                </a:lnTo>
                <a:lnTo>
                  <a:pt x="3020" y="1383"/>
                </a:lnTo>
                <a:lnTo>
                  <a:pt x="3025" y="1378"/>
                </a:lnTo>
                <a:lnTo>
                  <a:pt x="3038" y="1378"/>
                </a:lnTo>
                <a:lnTo>
                  <a:pt x="3044" y="1382"/>
                </a:lnTo>
                <a:lnTo>
                  <a:pt x="3065" y="1382"/>
                </a:lnTo>
                <a:lnTo>
                  <a:pt x="3070" y="1375"/>
                </a:lnTo>
                <a:lnTo>
                  <a:pt x="3072" y="1374"/>
                </a:lnTo>
                <a:lnTo>
                  <a:pt x="3074" y="1375"/>
                </a:lnTo>
                <a:lnTo>
                  <a:pt x="3076" y="1379"/>
                </a:lnTo>
                <a:lnTo>
                  <a:pt x="3083" y="1379"/>
                </a:lnTo>
                <a:lnTo>
                  <a:pt x="3092" y="1380"/>
                </a:lnTo>
                <a:lnTo>
                  <a:pt x="3093" y="1379"/>
                </a:lnTo>
                <a:lnTo>
                  <a:pt x="3094" y="1377"/>
                </a:lnTo>
                <a:lnTo>
                  <a:pt x="3093" y="1375"/>
                </a:lnTo>
                <a:lnTo>
                  <a:pt x="3091" y="1373"/>
                </a:lnTo>
                <a:lnTo>
                  <a:pt x="3098" y="1361"/>
                </a:lnTo>
                <a:lnTo>
                  <a:pt x="3102" y="1361"/>
                </a:lnTo>
                <a:lnTo>
                  <a:pt x="3106" y="1359"/>
                </a:lnTo>
                <a:lnTo>
                  <a:pt x="3107" y="1359"/>
                </a:lnTo>
                <a:lnTo>
                  <a:pt x="3108" y="1361"/>
                </a:lnTo>
                <a:lnTo>
                  <a:pt x="3109" y="1365"/>
                </a:lnTo>
                <a:lnTo>
                  <a:pt x="3108" y="1367"/>
                </a:lnTo>
                <a:lnTo>
                  <a:pt x="3110" y="1369"/>
                </a:lnTo>
                <a:lnTo>
                  <a:pt x="3114" y="1369"/>
                </a:lnTo>
                <a:lnTo>
                  <a:pt x="3116" y="1366"/>
                </a:lnTo>
                <a:lnTo>
                  <a:pt x="3121" y="1363"/>
                </a:lnTo>
                <a:lnTo>
                  <a:pt x="3124" y="1368"/>
                </a:lnTo>
                <a:lnTo>
                  <a:pt x="3131" y="1375"/>
                </a:lnTo>
                <a:lnTo>
                  <a:pt x="3137" y="1380"/>
                </a:lnTo>
                <a:lnTo>
                  <a:pt x="3139" y="1382"/>
                </a:lnTo>
                <a:lnTo>
                  <a:pt x="3140" y="1381"/>
                </a:lnTo>
                <a:lnTo>
                  <a:pt x="3144" y="1378"/>
                </a:lnTo>
                <a:lnTo>
                  <a:pt x="3145" y="1378"/>
                </a:lnTo>
                <a:lnTo>
                  <a:pt x="3151" y="1379"/>
                </a:lnTo>
                <a:lnTo>
                  <a:pt x="3156" y="1378"/>
                </a:lnTo>
                <a:lnTo>
                  <a:pt x="3159" y="1378"/>
                </a:lnTo>
                <a:lnTo>
                  <a:pt x="3160" y="1380"/>
                </a:lnTo>
                <a:lnTo>
                  <a:pt x="3164" y="1381"/>
                </a:lnTo>
                <a:lnTo>
                  <a:pt x="3168" y="1385"/>
                </a:lnTo>
                <a:lnTo>
                  <a:pt x="3169" y="1385"/>
                </a:lnTo>
                <a:lnTo>
                  <a:pt x="3172" y="1382"/>
                </a:lnTo>
                <a:lnTo>
                  <a:pt x="3174" y="1382"/>
                </a:lnTo>
                <a:lnTo>
                  <a:pt x="3175" y="1383"/>
                </a:lnTo>
                <a:lnTo>
                  <a:pt x="3176" y="1385"/>
                </a:lnTo>
                <a:lnTo>
                  <a:pt x="3178" y="1384"/>
                </a:lnTo>
                <a:lnTo>
                  <a:pt x="3179" y="1382"/>
                </a:lnTo>
                <a:lnTo>
                  <a:pt x="3183" y="1376"/>
                </a:lnTo>
                <a:lnTo>
                  <a:pt x="3191" y="1377"/>
                </a:lnTo>
                <a:lnTo>
                  <a:pt x="3193" y="1376"/>
                </a:lnTo>
                <a:lnTo>
                  <a:pt x="3195" y="1375"/>
                </a:lnTo>
                <a:lnTo>
                  <a:pt x="3201" y="1375"/>
                </a:lnTo>
                <a:lnTo>
                  <a:pt x="3205" y="1377"/>
                </a:lnTo>
                <a:lnTo>
                  <a:pt x="3209" y="1377"/>
                </a:lnTo>
                <a:lnTo>
                  <a:pt x="3213" y="1375"/>
                </a:lnTo>
                <a:lnTo>
                  <a:pt x="3214" y="1374"/>
                </a:lnTo>
                <a:lnTo>
                  <a:pt x="3216" y="1375"/>
                </a:lnTo>
                <a:lnTo>
                  <a:pt x="3218" y="1376"/>
                </a:lnTo>
                <a:lnTo>
                  <a:pt x="3219" y="1378"/>
                </a:lnTo>
                <a:lnTo>
                  <a:pt x="3220" y="1380"/>
                </a:lnTo>
                <a:lnTo>
                  <a:pt x="3219" y="1382"/>
                </a:lnTo>
                <a:lnTo>
                  <a:pt x="3224" y="1378"/>
                </a:lnTo>
                <a:lnTo>
                  <a:pt x="3226" y="1376"/>
                </a:lnTo>
                <a:lnTo>
                  <a:pt x="3227" y="1374"/>
                </a:lnTo>
                <a:lnTo>
                  <a:pt x="3230" y="1374"/>
                </a:lnTo>
                <a:lnTo>
                  <a:pt x="3232" y="1373"/>
                </a:lnTo>
                <a:lnTo>
                  <a:pt x="3233" y="1368"/>
                </a:lnTo>
                <a:lnTo>
                  <a:pt x="3235" y="1365"/>
                </a:lnTo>
                <a:lnTo>
                  <a:pt x="3235" y="1362"/>
                </a:lnTo>
                <a:lnTo>
                  <a:pt x="3233" y="1360"/>
                </a:lnTo>
                <a:lnTo>
                  <a:pt x="3244" y="1361"/>
                </a:lnTo>
                <a:lnTo>
                  <a:pt x="3245" y="1361"/>
                </a:lnTo>
                <a:lnTo>
                  <a:pt x="3249" y="1360"/>
                </a:lnTo>
                <a:lnTo>
                  <a:pt x="3248" y="1356"/>
                </a:lnTo>
                <a:lnTo>
                  <a:pt x="3249" y="1355"/>
                </a:lnTo>
                <a:lnTo>
                  <a:pt x="3250" y="1353"/>
                </a:lnTo>
                <a:lnTo>
                  <a:pt x="3251" y="1351"/>
                </a:lnTo>
                <a:lnTo>
                  <a:pt x="3248" y="1347"/>
                </a:lnTo>
                <a:lnTo>
                  <a:pt x="3247" y="1343"/>
                </a:lnTo>
                <a:lnTo>
                  <a:pt x="3246" y="1342"/>
                </a:lnTo>
                <a:lnTo>
                  <a:pt x="3246" y="1340"/>
                </a:lnTo>
                <a:lnTo>
                  <a:pt x="3249" y="1335"/>
                </a:lnTo>
                <a:lnTo>
                  <a:pt x="3249" y="1333"/>
                </a:lnTo>
                <a:lnTo>
                  <a:pt x="3246" y="1328"/>
                </a:lnTo>
                <a:lnTo>
                  <a:pt x="3246" y="1325"/>
                </a:lnTo>
                <a:lnTo>
                  <a:pt x="3247" y="1323"/>
                </a:lnTo>
                <a:lnTo>
                  <a:pt x="3244" y="1323"/>
                </a:lnTo>
                <a:lnTo>
                  <a:pt x="3243" y="1315"/>
                </a:lnTo>
                <a:lnTo>
                  <a:pt x="3244" y="1312"/>
                </a:lnTo>
                <a:lnTo>
                  <a:pt x="3234" y="1311"/>
                </a:lnTo>
                <a:lnTo>
                  <a:pt x="3232" y="1306"/>
                </a:lnTo>
                <a:lnTo>
                  <a:pt x="3235" y="1302"/>
                </a:lnTo>
                <a:lnTo>
                  <a:pt x="3231" y="1302"/>
                </a:lnTo>
                <a:lnTo>
                  <a:pt x="3225" y="1296"/>
                </a:lnTo>
                <a:lnTo>
                  <a:pt x="3224" y="1295"/>
                </a:lnTo>
                <a:lnTo>
                  <a:pt x="3222" y="1293"/>
                </a:lnTo>
                <a:lnTo>
                  <a:pt x="3221" y="1291"/>
                </a:lnTo>
                <a:lnTo>
                  <a:pt x="3221" y="1290"/>
                </a:lnTo>
                <a:lnTo>
                  <a:pt x="3221" y="1289"/>
                </a:lnTo>
                <a:lnTo>
                  <a:pt x="3221" y="1288"/>
                </a:lnTo>
                <a:lnTo>
                  <a:pt x="3221" y="1287"/>
                </a:lnTo>
                <a:lnTo>
                  <a:pt x="3223" y="1284"/>
                </a:lnTo>
                <a:lnTo>
                  <a:pt x="3215" y="1271"/>
                </a:lnTo>
                <a:lnTo>
                  <a:pt x="3214" y="1269"/>
                </a:lnTo>
                <a:lnTo>
                  <a:pt x="3209" y="1263"/>
                </a:lnTo>
                <a:lnTo>
                  <a:pt x="3208" y="1261"/>
                </a:lnTo>
                <a:lnTo>
                  <a:pt x="3207" y="1261"/>
                </a:lnTo>
                <a:lnTo>
                  <a:pt x="3204" y="1258"/>
                </a:lnTo>
                <a:lnTo>
                  <a:pt x="3202" y="1257"/>
                </a:lnTo>
                <a:lnTo>
                  <a:pt x="3200" y="1255"/>
                </a:lnTo>
                <a:lnTo>
                  <a:pt x="3197" y="1252"/>
                </a:lnTo>
                <a:lnTo>
                  <a:pt x="3196" y="1252"/>
                </a:lnTo>
                <a:lnTo>
                  <a:pt x="3196" y="1251"/>
                </a:lnTo>
                <a:lnTo>
                  <a:pt x="3195" y="1250"/>
                </a:lnTo>
                <a:lnTo>
                  <a:pt x="3194" y="1250"/>
                </a:lnTo>
                <a:lnTo>
                  <a:pt x="3193" y="1249"/>
                </a:lnTo>
                <a:lnTo>
                  <a:pt x="3192" y="1249"/>
                </a:lnTo>
                <a:lnTo>
                  <a:pt x="3190" y="1249"/>
                </a:lnTo>
                <a:lnTo>
                  <a:pt x="3189" y="1249"/>
                </a:lnTo>
                <a:lnTo>
                  <a:pt x="3188" y="1249"/>
                </a:lnTo>
                <a:lnTo>
                  <a:pt x="3187" y="1249"/>
                </a:lnTo>
                <a:lnTo>
                  <a:pt x="3186" y="1250"/>
                </a:lnTo>
                <a:lnTo>
                  <a:pt x="3185" y="1250"/>
                </a:lnTo>
                <a:lnTo>
                  <a:pt x="3184" y="1250"/>
                </a:lnTo>
                <a:lnTo>
                  <a:pt x="3183" y="1250"/>
                </a:lnTo>
                <a:lnTo>
                  <a:pt x="3183" y="1249"/>
                </a:lnTo>
                <a:lnTo>
                  <a:pt x="3182" y="1249"/>
                </a:lnTo>
                <a:lnTo>
                  <a:pt x="3182" y="1248"/>
                </a:lnTo>
                <a:lnTo>
                  <a:pt x="3183" y="1248"/>
                </a:lnTo>
                <a:lnTo>
                  <a:pt x="3183" y="1247"/>
                </a:lnTo>
                <a:lnTo>
                  <a:pt x="3183" y="1246"/>
                </a:lnTo>
                <a:lnTo>
                  <a:pt x="3183" y="1245"/>
                </a:lnTo>
                <a:lnTo>
                  <a:pt x="3183" y="1244"/>
                </a:lnTo>
                <a:lnTo>
                  <a:pt x="3182" y="1244"/>
                </a:lnTo>
                <a:lnTo>
                  <a:pt x="3182" y="1245"/>
                </a:lnTo>
                <a:lnTo>
                  <a:pt x="3183" y="1245"/>
                </a:lnTo>
                <a:lnTo>
                  <a:pt x="3182" y="1245"/>
                </a:lnTo>
                <a:lnTo>
                  <a:pt x="3182" y="1244"/>
                </a:lnTo>
                <a:lnTo>
                  <a:pt x="3181" y="1244"/>
                </a:lnTo>
                <a:lnTo>
                  <a:pt x="3182" y="1243"/>
                </a:lnTo>
                <a:lnTo>
                  <a:pt x="3182" y="1244"/>
                </a:lnTo>
                <a:lnTo>
                  <a:pt x="3183" y="1244"/>
                </a:lnTo>
                <a:lnTo>
                  <a:pt x="3183" y="1243"/>
                </a:lnTo>
                <a:lnTo>
                  <a:pt x="3183" y="1242"/>
                </a:lnTo>
                <a:lnTo>
                  <a:pt x="3182" y="1243"/>
                </a:lnTo>
                <a:lnTo>
                  <a:pt x="3183" y="1243"/>
                </a:lnTo>
                <a:lnTo>
                  <a:pt x="3182" y="1243"/>
                </a:lnTo>
                <a:lnTo>
                  <a:pt x="3182" y="1242"/>
                </a:lnTo>
                <a:lnTo>
                  <a:pt x="3182" y="1243"/>
                </a:lnTo>
                <a:lnTo>
                  <a:pt x="3183" y="1242"/>
                </a:lnTo>
                <a:lnTo>
                  <a:pt x="3182" y="1242"/>
                </a:lnTo>
                <a:lnTo>
                  <a:pt x="3181" y="1242"/>
                </a:lnTo>
                <a:lnTo>
                  <a:pt x="3181" y="1241"/>
                </a:lnTo>
                <a:lnTo>
                  <a:pt x="3181" y="1240"/>
                </a:lnTo>
                <a:lnTo>
                  <a:pt x="3181" y="1239"/>
                </a:lnTo>
                <a:lnTo>
                  <a:pt x="3180" y="1239"/>
                </a:lnTo>
                <a:lnTo>
                  <a:pt x="3179" y="1240"/>
                </a:lnTo>
                <a:lnTo>
                  <a:pt x="3178" y="1240"/>
                </a:lnTo>
                <a:lnTo>
                  <a:pt x="3178" y="1239"/>
                </a:lnTo>
                <a:lnTo>
                  <a:pt x="3178" y="1238"/>
                </a:lnTo>
                <a:lnTo>
                  <a:pt x="3177" y="1239"/>
                </a:lnTo>
                <a:lnTo>
                  <a:pt x="3178" y="1239"/>
                </a:lnTo>
                <a:lnTo>
                  <a:pt x="3177" y="1239"/>
                </a:lnTo>
                <a:lnTo>
                  <a:pt x="3176" y="1238"/>
                </a:lnTo>
                <a:lnTo>
                  <a:pt x="3177" y="1238"/>
                </a:lnTo>
                <a:lnTo>
                  <a:pt x="3177" y="1237"/>
                </a:lnTo>
                <a:lnTo>
                  <a:pt x="3176" y="1237"/>
                </a:lnTo>
                <a:lnTo>
                  <a:pt x="3175" y="1236"/>
                </a:lnTo>
                <a:lnTo>
                  <a:pt x="3174" y="1236"/>
                </a:lnTo>
                <a:lnTo>
                  <a:pt x="3173" y="1236"/>
                </a:lnTo>
                <a:lnTo>
                  <a:pt x="3173" y="1235"/>
                </a:lnTo>
                <a:lnTo>
                  <a:pt x="3173" y="1236"/>
                </a:lnTo>
                <a:lnTo>
                  <a:pt x="3172" y="1236"/>
                </a:lnTo>
                <a:lnTo>
                  <a:pt x="3171" y="1236"/>
                </a:lnTo>
                <a:lnTo>
                  <a:pt x="3171" y="1235"/>
                </a:lnTo>
                <a:lnTo>
                  <a:pt x="3170" y="1235"/>
                </a:lnTo>
                <a:lnTo>
                  <a:pt x="3170" y="1234"/>
                </a:lnTo>
                <a:lnTo>
                  <a:pt x="3169" y="1234"/>
                </a:lnTo>
                <a:lnTo>
                  <a:pt x="3169" y="1233"/>
                </a:lnTo>
                <a:lnTo>
                  <a:pt x="3168" y="1233"/>
                </a:lnTo>
                <a:lnTo>
                  <a:pt x="3167" y="1233"/>
                </a:lnTo>
                <a:lnTo>
                  <a:pt x="3166" y="1233"/>
                </a:lnTo>
                <a:lnTo>
                  <a:pt x="3166" y="1232"/>
                </a:lnTo>
                <a:lnTo>
                  <a:pt x="3166" y="1231"/>
                </a:lnTo>
                <a:lnTo>
                  <a:pt x="3166" y="1232"/>
                </a:lnTo>
                <a:lnTo>
                  <a:pt x="3165" y="1232"/>
                </a:lnTo>
                <a:lnTo>
                  <a:pt x="3165" y="1231"/>
                </a:lnTo>
                <a:lnTo>
                  <a:pt x="3165" y="1230"/>
                </a:lnTo>
                <a:lnTo>
                  <a:pt x="3164" y="1230"/>
                </a:lnTo>
                <a:lnTo>
                  <a:pt x="3163" y="1230"/>
                </a:lnTo>
                <a:lnTo>
                  <a:pt x="3163" y="1229"/>
                </a:lnTo>
                <a:lnTo>
                  <a:pt x="3163" y="1228"/>
                </a:lnTo>
                <a:lnTo>
                  <a:pt x="3162" y="1226"/>
                </a:lnTo>
                <a:lnTo>
                  <a:pt x="3161" y="1226"/>
                </a:lnTo>
                <a:lnTo>
                  <a:pt x="3161" y="1227"/>
                </a:lnTo>
                <a:lnTo>
                  <a:pt x="3160" y="1227"/>
                </a:lnTo>
                <a:lnTo>
                  <a:pt x="3160" y="1226"/>
                </a:lnTo>
                <a:lnTo>
                  <a:pt x="3159" y="1226"/>
                </a:lnTo>
                <a:lnTo>
                  <a:pt x="3159" y="1225"/>
                </a:lnTo>
                <a:lnTo>
                  <a:pt x="3158" y="1225"/>
                </a:lnTo>
                <a:lnTo>
                  <a:pt x="3157" y="1224"/>
                </a:lnTo>
                <a:lnTo>
                  <a:pt x="3155" y="1224"/>
                </a:lnTo>
                <a:lnTo>
                  <a:pt x="3155" y="1223"/>
                </a:lnTo>
                <a:lnTo>
                  <a:pt x="3154" y="1224"/>
                </a:lnTo>
                <a:lnTo>
                  <a:pt x="3154" y="1223"/>
                </a:lnTo>
                <a:lnTo>
                  <a:pt x="3153" y="1223"/>
                </a:lnTo>
                <a:lnTo>
                  <a:pt x="3154" y="1222"/>
                </a:lnTo>
                <a:lnTo>
                  <a:pt x="3153" y="1222"/>
                </a:lnTo>
                <a:lnTo>
                  <a:pt x="3152" y="1222"/>
                </a:lnTo>
                <a:lnTo>
                  <a:pt x="3153" y="1222"/>
                </a:lnTo>
                <a:lnTo>
                  <a:pt x="3153" y="1221"/>
                </a:lnTo>
                <a:lnTo>
                  <a:pt x="3152" y="1221"/>
                </a:lnTo>
                <a:lnTo>
                  <a:pt x="3151" y="1221"/>
                </a:lnTo>
                <a:lnTo>
                  <a:pt x="3151" y="1220"/>
                </a:lnTo>
                <a:lnTo>
                  <a:pt x="3151" y="1219"/>
                </a:lnTo>
                <a:lnTo>
                  <a:pt x="3150" y="1218"/>
                </a:lnTo>
                <a:lnTo>
                  <a:pt x="3149" y="1218"/>
                </a:lnTo>
                <a:lnTo>
                  <a:pt x="3149" y="1219"/>
                </a:lnTo>
                <a:lnTo>
                  <a:pt x="3149" y="1218"/>
                </a:lnTo>
                <a:lnTo>
                  <a:pt x="3149" y="1217"/>
                </a:lnTo>
                <a:lnTo>
                  <a:pt x="3148" y="1218"/>
                </a:lnTo>
                <a:lnTo>
                  <a:pt x="3147" y="1217"/>
                </a:lnTo>
                <a:lnTo>
                  <a:pt x="3147" y="1218"/>
                </a:lnTo>
                <a:lnTo>
                  <a:pt x="3147" y="1219"/>
                </a:lnTo>
                <a:lnTo>
                  <a:pt x="3146" y="1219"/>
                </a:lnTo>
                <a:lnTo>
                  <a:pt x="3145" y="1219"/>
                </a:lnTo>
                <a:lnTo>
                  <a:pt x="3145" y="1218"/>
                </a:lnTo>
                <a:lnTo>
                  <a:pt x="3149" y="1208"/>
                </a:lnTo>
                <a:lnTo>
                  <a:pt x="3145" y="1207"/>
                </a:lnTo>
                <a:lnTo>
                  <a:pt x="3126" y="1202"/>
                </a:lnTo>
                <a:lnTo>
                  <a:pt x="3125" y="1202"/>
                </a:lnTo>
                <a:lnTo>
                  <a:pt x="3118" y="1199"/>
                </a:lnTo>
                <a:lnTo>
                  <a:pt x="3116" y="1194"/>
                </a:lnTo>
                <a:lnTo>
                  <a:pt x="3114" y="1185"/>
                </a:lnTo>
                <a:lnTo>
                  <a:pt x="3114" y="1183"/>
                </a:lnTo>
                <a:lnTo>
                  <a:pt x="3112" y="1175"/>
                </a:lnTo>
                <a:lnTo>
                  <a:pt x="3102" y="1173"/>
                </a:lnTo>
                <a:lnTo>
                  <a:pt x="3094" y="1170"/>
                </a:lnTo>
                <a:lnTo>
                  <a:pt x="3084" y="1167"/>
                </a:lnTo>
                <a:lnTo>
                  <a:pt x="3060" y="1160"/>
                </a:lnTo>
                <a:lnTo>
                  <a:pt x="3058" y="1158"/>
                </a:lnTo>
                <a:lnTo>
                  <a:pt x="3041" y="1138"/>
                </a:lnTo>
                <a:lnTo>
                  <a:pt x="3026" y="1121"/>
                </a:lnTo>
                <a:lnTo>
                  <a:pt x="3025" y="1119"/>
                </a:lnTo>
                <a:lnTo>
                  <a:pt x="3022" y="1120"/>
                </a:lnTo>
                <a:lnTo>
                  <a:pt x="3010" y="1120"/>
                </a:lnTo>
                <a:lnTo>
                  <a:pt x="3009" y="1120"/>
                </a:lnTo>
                <a:lnTo>
                  <a:pt x="3009" y="1121"/>
                </a:lnTo>
                <a:lnTo>
                  <a:pt x="3008" y="1121"/>
                </a:lnTo>
                <a:lnTo>
                  <a:pt x="3008" y="1120"/>
                </a:lnTo>
                <a:lnTo>
                  <a:pt x="3007" y="1119"/>
                </a:lnTo>
                <a:lnTo>
                  <a:pt x="3006" y="1118"/>
                </a:lnTo>
                <a:lnTo>
                  <a:pt x="3005" y="1117"/>
                </a:lnTo>
                <a:lnTo>
                  <a:pt x="3005" y="1118"/>
                </a:lnTo>
                <a:lnTo>
                  <a:pt x="3004" y="1118"/>
                </a:lnTo>
                <a:lnTo>
                  <a:pt x="3004" y="1119"/>
                </a:lnTo>
                <a:lnTo>
                  <a:pt x="3002" y="1119"/>
                </a:lnTo>
                <a:lnTo>
                  <a:pt x="3001" y="1119"/>
                </a:lnTo>
                <a:lnTo>
                  <a:pt x="3000" y="1119"/>
                </a:lnTo>
                <a:lnTo>
                  <a:pt x="2999" y="1118"/>
                </a:lnTo>
                <a:lnTo>
                  <a:pt x="2998" y="1118"/>
                </a:lnTo>
                <a:lnTo>
                  <a:pt x="2997" y="1119"/>
                </a:lnTo>
                <a:lnTo>
                  <a:pt x="2997" y="1120"/>
                </a:lnTo>
                <a:lnTo>
                  <a:pt x="2996" y="1120"/>
                </a:lnTo>
                <a:lnTo>
                  <a:pt x="2996" y="1121"/>
                </a:lnTo>
                <a:lnTo>
                  <a:pt x="2995" y="1121"/>
                </a:lnTo>
                <a:lnTo>
                  <a:pt x="2995" y="1120"/>
                </a:lnTo>
                <a:lnTo>
                  <a:pt x="2994" y="1120"/>
                </a:lnTo>
                <a:lnTo>
                  <a:pt x="2994" y="1121"/>
                </a:lnTo>
                <a:lnTo>
                  <a:pt x="2993" y="1121"/>
                </a:lnTo>
                <a:lnTo>
                  <a:pt x="2992" y="1121"/>
                </a:lnTo>
                <a:lnTo>
                  <a:pt x="2991" y="1121"/>
                </a:lnTo>
                <a:lnTo>
                  <a:pt x="2991" y="1120"/>
                </a:lnTo>
                <a:lnTo>
                  <a:pt x="2990" y="1120"/>
                </a:lnTo>
                <a:lnTo>
                  <a:pt x="2989" y="1120"/>
                </a:lnTo>
                <a:lnTo>
                  <a:pt x="2989" y="1121"/>
                </a:lnTo>
                <a:lnTo>
                  <a:pt x="2990" y="1121"/>
                </a:lnTo>
                <a:lnTo>
                  <a:pt x="2989" y="1121"/>
                </a:lnTo>
                <a:lnTo>
                  <a:pt x="2989" y="1122"/>
                </a:lnTo>
                <a:lnTo>
                  <a:pt x="2988" y="1122"/>
                </a:lnTo>
                <a:lnTo>
                  <a:pt x="2987" y="1121"/>
                </a:lnTo>
                <a:lnTo>
                  <a:pt x="2986" y="1121"/>
                </a:lnTo>
                <a:lnTo>
                  <a:pt x="2985" y="1120"/>
                </a:lnTo>
                <a:lnTo>
                  <a:pt x="2984" y="1120"/>
                </a:lnTo>
                <a:lnTo>
                  <a:pt x="2983" y="1120"/>
                </a:lnTo>
                <a:lnTo>
                  <a:pt x="2983" y="1119"/>
                </a:lnTo>
                <a:lnTo>
                  <a:pt x="2983" y="1118"/>
                </a:lnTo>
                <a:lnTo>
                  <a:pt x="2982" y="1118"/>
                </a:lnTo>
                <a:lnTo>
                  <a:pt x="2981" y="1118"/>
                </a:lnTo>
                <a:lnTo>
                  <a:pt x="2980" y="1118"/>
                </a:lnTo>
                <a:lnTo>
                  <a:pt x="2979" y="1118"/>
                </a:lnTo>
                <a:lnTo>
                  <a:pt x="2979" y="1117"/>
                </a:lnTo>
                <a:lnTo>
                  <a:pt x="2979" y="1116"/>
                </a:lnTo>
                <a:lnTo>
                  <a:pt x="2979" y="1115"/>
                </a:lnTo>
                <a:lnTo>
                  <a:pt x="2978" y="1116"/>
                </a:lnTo>
                <a:lnTo>
                  <a:pt x="2977" y="1116"/>
                </a:lnTo>
                <a:lnTo>
                  <a:pt x="2976" y="1116"/>
                </a:lnTo>
                <a:lnTo>
                  <a:pt x="2975" y="1116"/>
                </a:lnTo>
                <a:lnTo>
                  <a:pt x="2974" y="1115"/>
                </a:lnTo>
                <a:lnTo>
                  <a:pt x="2974" y="1116"/>
                </a:lnTo>
                <a:lnTo>
                  <a:pt x="2973" y="1116"/>
                </a:lnTo>
                <a:lnTo>
                  <a:pt x="2972" y="1117"/>
                </a:lnTo>
                <a:lnTo>
                  <a:pt x="2972" y="1116"/>
                </a:lnTo>
                <a:lnTo>
                  <a:pt x="2971" y="1115"/>
                </a:lnTo>
                <a:lnTo>
                  <a:pt x="2970" y="1115"/>
                </a:lnTo>
                <a:lnTo>
                  <a:pt x="2970" y="1116"/>
                </a:lnTo>
                <a:lnTo>
                  <a:pt x="2969" y="1116"/>
                </a:lnTo>
                <a:lnTo>
                  <a:pt x="2968" y="1116"/>
                </a:lnTo>
                <a:lnTo>
                  <a:pt x="2968" y="1117"/>
                </a:lnTo>
                <a:lnTo>
                  <a:pt x="2967" y="1118"/>
                </a:lnTo>
                <a:lnTo>
                  <a:pt x="2966" y="1118"/>
                </a:lnTo>
                <a:lnTo>
                  <a:pt x="2966" y="1119"/>
                </a:lnTo>
                <a:lnTo>
                  <a:pt x="2965" y="1119"/>
                </a:lnTo>
                <a:lnTo>
                  <a:pt x="2964" y="1118"/>
                </a:lnTo>
                <a:lnTo>
                  <a:pt x="2964" y="1117"/>
                </a:lnTo>
                <a:lnTo>
                  <a:pt x="2963" y="1116"/>
                </a:lnTo>
                <a:lnTo>
                  <a:pt x="2963" y="1117"/>
                </a:lnTo>
                <a:lnTo>
                  <a:pt x="2962" y="1117"/>
                </a:lnTo>
                <a:lnTo>
                  <a:pt x="2962" y="1118"/>
                </a:lnTo>
                <a:lnTo>
                  <a:pt x="2961" y="1119"/>
                </a:lnTo>
                <a:lnTo>
                  <a:pt x="2962" y="1120"/>
                </a:lnTo>
                <a:lnTo>
                  <a:pt x="2961" y="1120"/>
                </a:lnTo>
                <a:lnTo>
                  <a:pt x="2960" y="1120"/>
                </a:lnTo>
                <a:lnTo>
                  <a:pt x="2960" y="1121"/>
                </a:lnTo>
                <a:lnTo>
                  <a:pt x="2959" y="1121"/>
                </a:lnTo>
                <a:lnTo>
                  <a:pt x="2958" y="1121"/>
                </a:lnTo>
                <a:lnTo>
                  <a:pt x="2958" y="1122"/>
                </a:lnTo>
                <a:lnTo>
                  <a:pt x="2957" y="1122"/>
                </a:lnTo>
                <a:lnTo>
                  <a:pt x="2956" y="1122"/>
                </a:lnTo>
                <a:lnTo>
                  <a:pt x="2956" y="1123"/>
                </a:lnTo>
                <a:lnTo>
                  <a:pt x="2955" y="1123"/>
                </a:lnTo>
                <a:lnTo>
                  <a:pt x="2955" y="1122"/>
                </a:lnTo>
                <a:lnTo>
                  <a:pt x="2955" y="1123"/>
                </a:lnTo>
                <a:lnTo>
                  <a:pt x="2954" y="1123"/>
                </a:lnTo>
                <a:lnTo>
                  <a:pt x="2953" y="1123"/>
                </a:lnTo>
                <a:lnTo>
                  <a:pt x="2953" y="1124"/>
                </a:lnTo>
                <a:lnTo>
                  <a:pt x="2954" y="1124"/>
                </a:lnTo>
                <a:lnTo>
                  <a:pt x="2954" y="1125"/>
                </a:lnTo>
                <a:lnTo>
                  <a:pt x="2953" y="1125"/>
                </a:lnTo>
                <a:lnTo>
                  <a:pt x="2953" y="1124"/>
                </a:lnTo>
                <a:lnTo>
                  <a:pt x="2952" y="1125"/>
                </a:lnTo>
                <a:lnTo>
                  <a:pt x="2951" y="1125"/>
                </a:lnTo>
                <a:lnTo>
                  <a:pt x="2950" y="1125"/>
                </a:lnTo>
                <a:lnTo>
                  <a:pt x="2949" y="1125"/>
                </a:lnTo>
                <a:lnTo>
                  <a:pt x="2948" y="1125"/>
                </a:lnTo>
                <a:lnTo>
                  <a:pt x="2948" y="1126"/>
                </a:lnTo>
                <a:lnTo>
                  <a:pt x="2947" y="1126"/>
                </a:lnTo>
                <a:lnTo>
                  <a:pt x="2946" y="1125"/>
                </a:lnTo>
                <a:lnTo>
                  <a:pt x="2945" y="1125"/>
                </a:lnTo>
                <a:lnTo>
                  <a:pt x="2944" y="1125"/>
                </a:lnTo>
                <a:lnTo>
                  <a:pt x="2944" y="1126"/>
                </a:lnTo>
                <a:lnTo>
                  <a:pt x="2943" y="1126"/>
                </a:lnTo>
                <a:lnTo>
                  <a:pt x="2943" y="1125"/>
                </a:lnTo>
                <a:lnTo>
                  <a:pt x="2942" y="1125"/>
                </a:lnTo>
                <a:lnTo>
                  <a:pt x="2942" y="1126"/>
                </a:lnTo>
                <a:lnTo>
                  <a:pt x="2942" y="1127"/>
                </a:lnTo>
                <a:lnTo>
                  <a:pt x="2941" y="1127"/>
                </a:lnTo>
                <a:lnTo>
                  <a:pt x="2940" y="1126"/>
                </a:lnTo>
                <a:lnTo>
                  <a:pt x="2939" y="1126"/>
                </a:lnTo>
                <a:lnTo>
                  <a:pt x="2938" y="1126"/>
                </a:lnTo>
                <a:lnTo>
                  <a:pt x="2937" y="1126"/>
                </a:lnTo>
                <a:lnTo>
                  <a:pt x="2937" y="1125"/>
                </a:lnTo>
                <a:lnTo>
                  <a:pt x="2936" y="1125"/>
                </a:lnTo>
                <a:lnTo>
                  <a:pt x="2935" y="1125"/>
                </a:lnTo>
                <a:lnTo>
                  <a:pt x="2934" y="1126"/>
                </a:lnTo>
                <a:lnTo>
                  <a:pt x="2934" y="1125"/>
                </a:lnTo>
                <a:lnTo>
                  <a:pt x="2933" y="1124"/>
                </a:lnTo>
                <a:lnTo>
                  <a:pt x="2932" y="1124"/>
                </a:lnTo>
                <a:lnTo>
                  <a:pt x="2922" y="1128"/>
                </a:lnTo>
                <a:lnTo>
                  <a:pt x="2921" y="1128"/>
                </a:lnTo>
                <a:lnTo>
                  <a:pt x="2920" y="1131"/>
                </a:lnTo>
                <a:lnTo>
                  <a:pt x="2919" y="1132"/>
                </a:lnTo>
                <a:lnTo>
                  <a:pt x="2889" y="1181"/>
                </a:lnTo>
                <a:lnTo>
                  <a:pt x="2889" y="1182"/>
                </a:lnTo>
                <a:lnTo>
                  <a:pt x="2889" y="1184"/>
                </a:lnTo>
                <a:lnTo>
                  <a:pt x="2887" y="1185"/>
                </a:lnTo>
                <a:lnTo>
                  <a:pt x="2884" y="1186"/>
                </a:lnTo>
                <a:lnTo>
                  <a:pt x="2884" y="1187"/>
                </a:lnTo>
                <a:lnTo>
                  <a:pt x="2873" y="1212"/>
                </a:lnTo>
                <a:lnTo>
                  <a:pt x="2828" y="1180"/>
                </a:lnTo>
                <a:lnTo>
                  <a:pt x="2815" y="1175"/>
                </a:lnTo>
                <a:lnTo>
                  <a:pt x="2797" y="1169"/>
                </a:lnTo>
                <a:lnTo>
                  <a:pt x="2785" y="1169"/>
                </a:lnTo>
                <a:lnTo>
                  <a:pt x="2769" y="1173"/>
                </a:lnTo>
                <a:lnTo>
                  <a:pt x="2739" y="1188"/>
                </a:lnTo>
                <a:lnTo>
                  <a:pt x="2713" y="1182"/>
                </a:lnTo>
                <a:lnTo>
                  <a:pt x="2694" y="1197"/>
                </a:lnTo>
                <a:lnTo>
                  <a:pt x="2681" y="1218"/>
                </a:lnTo>
                <a:lnTo>
                  <a:pt x="2677" y="1225"/>
                </a:lnTo>
                <a:lnTo>
                  <a:pt x="2673" y="1227"/>
                </a:lnTo>
                <a:lnTo>
                  <a:pt x="2618" y="1184"/>
                </a:lnTo>
                <a:lnTo>
                  <a:pt x="2617" y="1175"/>
                </a:lnTo>
                <a:lnTo>
                  <a:pt x="2615" y="1167"/>
                </a:lnTo>
                <a:lnTo>
                  <a:pt x="2612" y="1157"/>
                </a:lnTo>
                <a:lnTo>
                  <a:pt x="2609" y="1148"/>
                </a:lnTo>
                <a:lnTo>
                  <a:pt x="2609" y="1147"/>
                </a:lnTo>
                <a:lnTo>
                  <a:pt x="2608" y="1147"/>
                </a:lnTo>
                <a:lnTo>
                  <a:pt x="2608" y="1146"/>
                </a:lnTo>
                <a:lnTo>
                  <a:pt x="2608" y="1145"/>
                </a:lnTo>
                <a:lnTo>
                  <a:pt x="2609" y="1143"/>
                </a:lnTo>
                <a:lnTo>
                  <a:pt x="2610" y="1142"/>
                </a:lnTo>
                <a:lnTo>
                  <a:pt x="2610" y="1141"/>
                </a:lnTo>
                <a:lnTo>
                  <a:pt x="2609" y="1141"/>
                </a:lnTo>
                <a:lnTo>
                  <a:pt x="2608" y="1140"/>
                </a:lnTo>
                <a:lnTo>
                  <a:pt x="2608" y="1138"/>
                </a:lnTo>
                <a:lnTo>
                  <a:pt x="2644" y="1112"/>
                </a:lnTo>
                <a:lnTo>
                  <a:pt x="2635" y="1059"/>
                </a:lnTo>
                <a:lnTo>
                  <a:pt x="2666" y="995"/>
                </a:lnTo>
                <a:lnTo>
                  <a:pt x="2666" y="994"/>
                </a:lnTo>
                <a:lnTo>
                  <a:pt x="2661" y="985"/>
                </a:lnTo>
                <a:lnTo>
                  <a:pt x="2729" y="777"/>
                </a:lnTo>
                <a:lnTo>
                  <a:pt x="2729" y="776"/>
                </a:lnTo>
                <a:lnTo>
                  <a:pt x="2752" y="788"/>
                </a:lnTo>
                <a:lnTo>
                  <a:pt x="2778" y="802"/>
                </a:lnTo>
                <a:lnTo>
                  <a:pt x="2787" y="805"/>
                </a:lnTo>
                <a:lnTo>
                  <a:pt x="2808" y="811"/>
                </a:lnTo>
                <a:lnTo>
                  <a:pt x="2835" y="808"/>
                </a:lnTo>
                <a:lnTo>
                  <a:pt x="2857" y="817"/>
                </a:lnTo>
                <a:lnTo>
                  <a:pt x="2882" y="825"/>
                </a:lnTo>
                <a:lnTo>
                  <a:pt x="2883" y="825"/>
                </a:lnTo>
                <a:lnTo>
                  <a:pt x="2883" y="824"/>
                </a:lnTo>
                <a:lnTo>
                  <a:pt x="2882" y="824"/>
                </a:lnTo>
                <a:lnTo>
                  <a:pt x="2882" y="822"/>
                </a:lnTo>
                <a:lnTo>
                  <a:pt x="2883" y="822"/>
                </a:lnTo>
                <a:lnTo>
                  <a:pt x="2883" y="821"/>
                </a:lnTo>
                <a:lnTo>
                  <a:pt x="2884" y="821"/>
                </a:lnTo>
                <a:lnTo>
                  <a:pt x="2884" y="820"/>
                </a:lnTo>
                <a:lnTo>
                  <a:pt x="2885" y="820"/>
                </a:lnTo>
                <a:lnTo>
                  <a:pt x="2885" y="819"/>
                </a:lnTo>
                <a:lnTo>
                  <a:pt x="2886" y="819"/>
                </a:lnTo>
                <a:lnTo>
                  <a:pt x="2886" y="818"/>
                </a:lnTo>
                <a:lnTo>
                  <a:pt x="2887" y="817"/>
                </a:lnTo>
                <a:lnTo>
                  <a:pt x="2886" y="816"/>
                </a:lnTo>
                <a:lnTo>
                  <a:pt x="2886" y="815"/>
                </a:lnTo>
                <a:lnTo>
                  <a:pt x="2887" y="814"/>
                </a:lnTo>
                <a:lnTo>
                  <a:pt x="2888" y="813"/>
                </a:lnTo>
                <a:lnTo>
                  <a:pt x="2888" y="812"/>
                </a:lnTo>
                <a:lnTo>
                  <a:pt x="2887" y="812"/>
                </a:lnTo>
                <a:lnTo>
                  <a:pt x="2888" y="811"/>
                </a:lnTo>
                <a:lnTo>
                  <a:pt x="2888" y="809"/>
                </a:lnTo>
                <a:lnTo>
                  <a:pt x="2890" y="808"/>
                </a:lnTo>
                <a:lnTo>
                  <a:pt x="2890" y="809"/>
                </a:lnTo>
                <a:lnTo>
                  <a:pt x="2891" y="808"/>
                </a:lnTo>
                <a:lnTo>
                  <a:pt x="2892" y="808"/>
                </a:lnTo>
                <a:lnTo>
                  <a:pt x="2893" y="808"/>
                </a:lnTo>
                <a:lnTo>
                  <a:pt x="2894" y="808"/>
                </a:lnTo>
                <a:lnTo>
                  <a:pt x="2895" y="808"/>
                </a:lnTo>
                <a:lnTo>
                  <a:pt x="2895" y="807"/>
                </a:lnTo>
                <a:lnTo>
                  <a:pt x="2896" y="807"/>
                </a:lnTo>
                <a:lnTo>
                  <a:pt x="2897" y="807"/>
                </a:lnTo>
                <a:lnTo>
                  <a:pt x="2898" y="807"/>
                </a:lnTo>
                <a:lnTo>
                  <a:pt x="2899" y="807"/>
                </a:lnTo>
                <a:lnTo>
                  <a:pt x="2899" y="806"/>
                </a:lnTo>
                <a:lnTo>
                  <a:pt x="2899" y="805"/>
                </a:lnTo>
                <a:lnTo>
                  <a:pt x="2899" y="804"/>
                </a:lnTo>
                <a:lnTo>
                  <a:pt x="2900" y="804"/>
                </a:lnTo>
                <a:lnTo>
                  <a:pt x="2901" y="804"/>
                </a:lnTo>
                <a:lnTo>
                  <a:pt x="2902" y="804"/>
                </a:lnTo>
                <a:lnTo>
                  <a:pt x="2902" y="803"/>
                </a:lnTo>
                <a:lnTo>
                  <a:pt x="2902" y="802"/>
                </a:lnTo>
                <a:lnTo>
                  <a:pt x="2903" y="801"/>
                </a:lnTo>
                <a:lnTo>
                  <a:pt x="2904" y="801"/>
                </a:lnTo>
                <a:lnTo>
                  <a:pt x="2905" y="801"/>
                </a:lnTo>
                <a:lnTo>
                  <a:pt x="2905" y="802"/>
                </a:lnTo>
                <a:lnTo>
                  <a:pt x="2906" y="802"/>
                </a:lnTo>
                <a:lnTo>
                  <a:pt x="2907" y="802"/>
                </a:lnTo>
                <a:lnTo>
                  <a:pt x="2908" y="802"/>
                </a:lnTo>
                <a:lnTo>
                  <a:pt x="2909" y="802"/>
                </a:lnTo>
                <a:lnTo>
                  <a:pt x="2910" y="802"/>
                </a:lnTo>
                <a:lnTo>
                  <a:pt x="2911" y="802"/>
                </a:lnTo>
                <a:lnTo>
                  <a:pt x="2912" y="802"/>
                </a:lnTo>
                <a:lnTo>
                  <a:pt x="2913" y="802"/>
                </a:lnTo>
                <a:lnTo>
                  <a:pt x="2913" y="801"/>
                </a:lnTo>
                <a:lnTo>
                  <a:pt x="2914" y="801"/>
                </a:lnTo>
                <a:lnTo>
                  <a:pt x="2916" y="800"/>
                </a:lnTo>
                <a:lnTo>
                  <a:pt x="2916" y="798"/>
                </a:lnTo>
                <a:lnTo>
                  <a:pt x="2917" y="797"/>
                </a:lnTo>
                <a:lnTo>
                  <a:pt x="2917" y="796"/>
                </a:lnTo>
                <a:lnTo>
                  <a:pt x="2918" y="796"/>
                </a:lnTo>
                <a:lnTo>
                  <a:pt x="2918" y="795"/>
                </a:lnTo>
                <a:lnTo>
                  <a:pt x="2918" y="794"/>
                </a:lnTo>
                <a:lnTo>
                  <a:pt x="2918" y="793"/>
                </a:lnTo>
                <a:lnTo>
                  <a:pt x="2919" y="793"/>
                </a:lnTo>
                <a:lnTo>
                  <a:pt x="2919" y="792"/>
                </a:lnTo>
                <a:lnTo>
                  <a:pt x="2919" y="791"/>
                </a:lnTo>
                <a:lnTo>
                  <a:pt x="2919" y="789"/>
                </a:lnTo>
                <a:lnTo>
                  <a:pt x="2920" y="789"/>
                </a:lnTo>
                <a:lnTo>
                  <a:pt x="2922" y="790"/>
                </a:lnTo>
                <a:lnTo>
                  <a:pt x="2923" y="790"/>
                </a:lnTo>
                <a:lnTo>
                  <a:pt x="2924" y="791"/>
                </a:lnTo>
                <a:lnTo>
                  <a:pt x="2926" y="791"/>
                </a:lnTo>
                <a:lnTo>
                  <a:pt x="2926" y="790"/>
                </a:lnTo>
                <a:lnTo>
                  <a:pt x="2927" y="790"/>
                </a:lnTo>
                <a:lnTo>
                  <a:pt x="2926" y="790"/>
                </a:lnTo>
                <a:lnTo>
                  <a:pt x="2926" y="789"/>
                </a:lnTo>
                <a:lnTo>
                  <a:pt x="2926" y="788"/>
                </a:lnTo>
                <a:lnTo>
                  <a:pt x="2927" y="788"/>
                </a:lnTo>
                <a:lnTo>
                  <a:pt x="2927" y="787"/>
                </a:lnTo>
                <a:lnTo>
                  <a:pt x="2927" y="786"/>
                </a:lnTo>
                <a:lnTo>
                  <a:pt x="2927" y="785"/>
                </a:lnTo>
                <a:lnTo>
                  <a:pt x="2928" y="785"/>
                </a:lnTo>
                <a:lnTo>
                  <a:pt x="2928" y="786"/>
                </a:lnTo>
                <a:lnTo>
                  <a:pt x="2929" y="786"/>
                </a:lnTo>
                <a:lnTo>
                  <a:pt x="2929" y="785"/>
                </a:lnTo>
                <a:lnTo>
                  <a:pt x="2930" y="785"/>
                </a:lnTo>
                <a:lnTo>
                  <a:pt x="2931" y="784"/>
                </a:lnTo>
                <a:lnTo>
                  <a:pt x="2931" y="783"/>
                </a:lnTo>
                <a:lnTo>
                  <a:pt x="2931" y="782"/>
                </a:lnTo>
                <a:lnTo>
                  <a:pt x="2931" y="781"/>
                </a:lnTo>
                <a:lnTo>
                  <a:pt x="2931" y="780"/>
                </a:lnTo>
                <a:lnTo>
                  <a:pt x="2930" y="780"/>
                </a:lnTo>
                <a:lnTo>
                  <a:pt x="2930" y="779"/>
                </a:lnTo>
                <a:lnTo>
                  <a:pt x="2931" y="778"/>
                </a:lnTo>
                <a:lnTo>
                  <a:pt x="2932" y="778"/>
                </a:lnTo>
                <a:lnTo>
                  <a:pt x="2933" y="778"/>
                </a:lnTo>
                <a:lnTo>
                  <a:pt x="2933" y="777"/>
                </a:lnTo>
                <a:lnTo>
                  <a:pt x="2933" y="776"/>
                </a:lnTo>
                <a:lnTo>
                  <a:pt x="2933" y="775"/>
                </a:lnTo>
                <a:lnTo>
                  <a:pt x="2934" y="775"/>
                </a:lnTo>
                <a:lnTo>
                  <a:pt x="2934" y="774"/>
                </a:lnTo>
                <a:lnTo>
                  <a:pt x="2933" y="774"/>
                </a:lnTo>
                <a:lnTo>
                  <a:pt x="2933" y="773"/>
                </a:lnTo>
                <a:lnTo>
                  <a:pt x="2934" y="773"/>
                </a:lnTo>
                <a:lnTo>
                  <a:pt x="2935" y="773"/>
                </a:lnTo>
                <a:lnTo>
                  <a:pt x="2935" y="774"/>
                </a:lnTo>
                <a:lnTo>
                  <a:pt x="2935" y="773"/>
                </a:lnTo>
                <a:lnTo>
                  <a:pt x="2936" y="772"/>
                </a:lnTo>
                <a:lnTo>
                  <a:pt x="2937" y="772"/>
                </a:lnTo>
                <a:lnTo>
                  <a:pt x="2938" y="772"/>
                </a:lnTo>
                <a:lnTo>
                  <a:pt x="2939" y="772"/>
                </a:lnTo>
                <a:lnTo>
                  <a:pt x="2940" y="771"/>
                </a:lnTo>
                <a:lnTo>
                  <a:pt x="2941" y="770"/>
                </a:lnTo>
                <a:lnTo>
                  <a:pt x="2940" y="770"/>
                </a:lnTo>
                <a:lnTo>
                  <a:pt x="2940" y="769"/>
                </a:lnTo>
                <a:lnTo>
                  <a:pt x="2941" y="769"/>
                </a:lnTo>
                <a:lnTo>
                  <a:pt x="2942" y="769"/>
                </a:lnTo>
                <a:lnTo>
                  <a:pt x="2941" y="769"/>
                </a:lnTo>
                <a:lnTo>
                  <a:pt x="2941" y="768"/>
                </a:lnTo>
                <a:lnTo>
                  <a:pt x="2942" y="768"/>
                </a:lnTo>
                <a:lnTo>
                  <a:pt x="2942" y="767"/>
                </a:lnTo>
                <a:lnTo>
                  <a:pt x="2943" y="766"/>
                </a:lnTo>
                <a:lnTo>
                  <a:pt x="2942" y="766"/>
                </a:lnTo>
                <a:lnTo>
                  <a:pt x="2942" y="765"/>
                </a:lnTo>
                <a:lnTo>
                  <a:pt x="2943" y="765"/>
                </a:lnTo>
                <a:lnTo>
                  <a:pt x="2944" y="765"/>
                </a:lnTo>
                <a:lnTo>
                  <a:pt x="2944" y="766"/>
                </a:lnTo>
                <a:lnTo>
                  <a:pt x="2945" y="766"/>
                </a:lnTo>
                <a:lnTo>
                  <a:pt x="2946" y="766"/>
                </a:lnTo>
                <a:lnTo>
                  <a:pt x="2946" y="765"/>
                </a:lnTo>
                <a:lnTo>
                  <a:pt x="2945" y="765"/>
                </a:lnTo>
                <a:lnTo>
                  <a:pt x="2946" y="764"/>
                </a:lnTo>
                <a:lnTo>
                  <a:pt x="2947" y="764"/>
                </a:lnTo>
                <a:lnTo>
                  <a:pt x="2947" y="763"/>
                </a:lnTo>
                <a:lnTo>
                  <a:pt x="2948" y="763"/>
                </a:lnTo>
                <a:lnTo>
                  <a:pt x="2948" y="764"/>
                </a:lnTo>
                <a:lnTo>
                  <a:pt x="2949" y="764"/>
                </a:lnTo>
                <a:lnTo>
                  <a:pt x="2949" y="763"/>
                </a:lnTo>
                <a:lnTo>
                  <a:pt x="2950" y="763"/>
                </a:lnTo>
                <a:lnTo>
                  <a:pt x="2951" y="763"/>
                </a:lnTo>
                <a:lnTo>
                  <a:pt x="2951" y="762"/>
                </a:lnTo>
                <a:lnTo>
                  <a:pt x="2952" y="763"/>
                </a:lnTo>
                <a:lnTo>
                  <a:pt x="2952" y="762"/>
                </a:lnTo>
                <a:lnTo>
                  <a:pt x="2952" y="761"/>
                </a:lnTo>
                <a:lnTo>
                  <a:pt x="2951" y="761"/>
                </a:lnTo>
                <a:lnTo>
                  <a:pt x="2951" y="760"/>
                </a:lnTo>
                <a:lnTo>
                  <a:pt x="2952" y="760"/>
                </a:lnTo>
                <a:lnTo>
                  <a:pt x="2952" y="759"/>
                </a:lnTo>
                <a:lnTo>
                  <a:pt x="2951" y="759"/>
                </a:lnTo>
                <a:lnTo>
                  <a:pt x="2951" y="758"/>
                </a:lnTo>
                <a:lnTo>
                  <a:pt x="2951" y="757"/>
                </a:lnTo>
                <a:lnTo>
                  <a:pt x="2952" y="757"/>
                </a:lnTo>
                <a:lnTo>
                  <a:pt x="2952" y="758"/>
                </a:lnTo>
                <a:lnTo>
                  <a:pt x="2953" y="758"/>
                </a:lnTo>
                <a:lnTo>
                  <a:pt x="2953" y="757"/>
                </a:lnTo>
                <a:lnTo>
                  <a:pt x="2953" y="756"/>
                </a:lnTo>
                <a:lnTo>
                  <a:pt x="2952" y="756"/>
                </a:lnTo>
                <a:lnTo>
                  <a:pt x="2952" y="755"/>
                </a:lnTo>
                <a:lnTo>
                  <a:pt x="2952" y="754"/>
                </a:lnTo>
                <a:lnTo>
                  <a:pt x="2951" y="755"/>
                </a:lnTo>
                <a:lnTo>
                  <a:pt x="2951" y="754"/>
                </a:lnTo>
                <a:lnTo>
                  <a:pt x="2950" y="753"/>
                </a:lnTo>
                <a:lnTo>
                  <a:pt x="2951" y="753"/>
                </a:lnTo>
                <a:lnTo>
                  <a:pt x="2952" y="753"/>
                </a:lnTo>
                <a:lnTo>
                  <a:pt x="2952" y="752"/>
                </a:lnTo>
                <a:lnTo>
                  <a:pt x="2953" y="752"/>
                </a:lnTo>
                <a:lnTo>
                  <a:pt x="2953" y="753"/>
                </a:lnTo>
                <a:lnTo>
                  <a:pt x="2954" y="753"/>
                </a:lnTo>
                <a:lnTo>
                  <a:pt x="2955" y="753"/>
                </a:lnTo>
                <a:lnTo>
                  <a:pt x="2956" y="753"/>
                </a:lnTo>
                <a:lnTo>
                  <a:pt x="2957" y="752"/>
                </a:lnTo>
                <a:lnTo>
                  <a:pt x="2956" y="752"/>
                </a:lnTo>
                <a:lnTo>
                  <a:pt x="2957" y="751"/>
                </a:lnTo>
                <a:lnTo>
                  <a:pt x="2957" y="750"/>
                </a:lnTo>
                <a:lnTo>
                  <a:pt x="2958" y="750"/>
                </a:lnTo>
                <a:lnTo>
                  <a:pt x="2958" y="751"/>
                </a:lnTo>
                <a:lnTo>
                  <a:pt x="2959" y="750"/>
                </a:lnTo>
                <a:lnTo>
                  <a:pt x="2960" y="750"/>
                </a:lnTo>
                <a:lnTo>
                  <a:pt x="2961" y="750"/>
                </a:lnTo>
                <a:lnTo>
                  <a:pt x="2961" y="751"/>
                </a:lnTo>
                <a:lnTo>
                  <a:pt x="2962" y="752"/>
                </a:lnTo>
                <a:lnTo>
                  <a:pt x="2963" y="751"/>
                </a:lnTo>
                <a:lnTo>
                  <a:pt x="2964" y="751"/>
                </a:lnTo>
                <a:lnTo>
                  <a:pt x="2963" y="751"/>
                </a:lnTo>
                <a:lnTo>
                  <a:pt x="2963" y="750"/>
                </a:lnTo>
                <a:lnTo>
                  <a:pt x="2963" y="749"/>
                </a:lnTo>
                <a:lnTo>
                  <a:pt x="2962" y="749"/>
                </a:lnTo>
                <a:lnTo>
                  <a:pt x="2962" y="748"/>
                </a:lnTo>
                <a:lnTo>
                  <a:pt x="2963" y="748"/>
                </a:lnTo>
                <a:lnTo>
                  <a:pt x="2964" y="749"/>
                </a:lnTo>
                <a:lnTo>
                  <a:pt x="2965" y="748"/>
                </a:lnTo>
                <a:lnTo>
                  <a:pt x="2965" y="747"/>
                </a:lnTo>
                <a:lnTo>
                  <a:pt x="2964" y="747"/>
                </a:lnTo>
                <a:lnTo>
                  <a:pt x="2963" y="747"/>
                </a:lnTo>
                <a:lnTo>
                  <a:pt x="2963" y="745"/>
                </a:lnTo>
                <a:lnTo>
                  <a:pt x="2964" y="745"/>
                </a:lnTo>
                <a:lnTo>
                  <a:pt x="2963" y="745"/>
                </a:lnTo>
                <a:lnTo>
                  <a:pt x="2963" y="744"/>
                </a:lnTo>
                <a:lnTo>
                  <a:pt x="2963" y="743"/>
                </a:lnTo>
                <a:lnTo>
                  <a:pt x="2963" y="742"/>
                </a:lnTo>
                <a:lnTo>
                  <a:pt x="2964" y="742"/>
                </a:lnTo>
                <a:lnTo>
                  <a:pt x="2964" y="741"/>
                </a:lnTo>
                <a:lnTo>
                  <a:pt x="2965" y="740"/>
                </a:lnTo>
                <a:lnTo>
                  <a:pt x="2966" y="740"/>
                </a:lnTo>
                <a:lnTo>
                  <a:pt x="2966" y="741"/>
                </a:lnTo>
                <a:lnTo>
                  <a:pt x="2967" y="740"/>
                </a:lnTo>
                <a:lnTo>
                  <a:pt x="2967" y="739"/>
                </a:lnTo>
                <a:lnTo>
                  <a:pt x="2968" y="739"/>
                </a:lnTo>
                <a:lnTo>
                  <a:pt x="2968" y="738"/>
                </a:lnTo>
                <a:lnTo>
                  <a:pt x="2967" y="738"/>
                </a:lnTo>
                <a:lnTo>
                  <a:pt x="2968" y="738"/>
                </a:lnTo>
                <a:lnTo>
                  <a:pt x="2968" y="737"/>
                </a:lnTo>
                <a:lnTo>
                  <a:pt x="2967" y="737"/>
                </a:lnTo>
                <a:lnTo>
                  <a:pt x="2968" y="736"/>
                </a:lnTo>
                <a:lnTo>
                  <a:pt x="2968" y="735"/>
                </a:lnTo>
                <a:lnTo>
                  <a:pt x="2969" y="735"/>
                </a:lnTo>
                <a:lnTo>
                  <a:pt x="2970" y="735"/>
                </a:lnTo>
                <a:lnTo>
                  <a:pt x="2971" y="734"/>
                </a:lnTo>
                <a:lnTo>
                  <a:pt x="2972" y="734"/>
                </a:lnTo>
                <a:lnTo>
                  <a:pt x="2972" y="735"/>
                </a:lnTo>
                <a:lnTo>
                  <a:pt x="2972" y="734"/>
                </a:lnTo>
                <a:lnTo>
                  <a:pt x="2971" y="734"/>
                </a:lnTo>
                <a:lnTo>
                  <a:pt x="2970" y="734"/>
                </a:lnTo>
                <a:lnTo>
                  <a:pt x="2970" y="733"/>
                </a:lnTo>
                <a:lnTo>
                  <a:pt x="2971" y="733"/>
                </a:lnTo>
                <a:lnTo>
                  <a:pt x="2972" y="733"/>
                </a:lnTo>
                <a:lnTo>
                  <a:pt x="2972" y="732"/>
                </a:lnTo>
                <a:lnTo>
                  <a:pt x="2971" y="732"/>
                </a:lnTo>
                <a:lnTo>
                  <a:pt x="2971" y="731"/>
                </a:lnTo>
                <a:lnTo>
                  <a:pt x="2972" y="730"/>
                </a:lnTo>
                <a:lnTo>
                  <a:pt x="2972" y="729"/>
                </a:lnTo>
                <a:lnTo>
                  <a:pt x="2973" y="729"/>
                </a:lnTo>
                <a:lnTo>
                  <a:pt x="2974" y="730"/>
                </a:lnTo>
                <a:lnTo>
                  <a:pt x="2974" y="729"/>
                </a:lnTo>
                <a:lnTo>
                  <a:pt x="2975" y="729"/>
                </a:lnTo>
                <a:lnTo>
                  <a:pt x="2975" y="728"/>
                </a:lnTo>
                <a:lnTo>
                  <a:pt x="2976" y="728"/>
                </a:lnTo>
                <a:lnTo>
                  <a:pt x="2976" y="729"/>
                </a:lnTo>
                <a:lnTo>
                  <a:pt x="2977" y="729"/>
                </a:lnTo>
                <a:lnTo>
                  <a:pt x="2978" y="729"/>
                </a:lnTo>
                <a:lnTo>
                  <a:pt x="2979" y="729"/>
                </a:lnTo>
                <a:lnTo>
                  <a:pt x="2978" y="729"/>
                </a:lnTo>
                <a:lnTo>
                  <a:pt x="2978" y="728"/>
                </a:lnTo>
                <a:lnTo>
                  <a:pt x="2977" y="728"/>
                </a:lnTo>
                <a:lnTo>
                  <a:pt x="2977" y="727"/>
                </a:lnTo>
                <a:lnTo>
                  <a:pt x="2978" y="727"/>
                </a:lnTo>
                <a:lnTo>
                  <a:pt x="2979" y="727"/>
                </a:lnTo>
                <a:lnTo>
                  <a:pt x="2979" y="726"/>
                </a:lnTo>
                <a:lnTo>
                  <a:pt x="2978" y="726"/>
                </a:lnTo>
                <a:lnTo>
                  <a:pt x="2978" y="725"/>
                </a:lnTo>
                <a:lnTo>
                  <a:pt x="2979" y="724"/>
                </a:lnTo>
                <a:lnTo>
                  <a:pt x="2979" y="725"/>
                </a:lnTo>
                <a:lnTo>
                  <a:pt x="2979" y="726"/>
                </a:lnTo>
                <a:lnTo>
                  <a:pt x="2980" y="726"/>
                </a:lnTo>
                <a:lnTo>
                  <a:pt x="2981" y="726"/>
                </a:lnTo>
                <a:lnTo>
                  <a:pt x="2982" y="726"/>
                </a:lnTo>
                <a:lnTo>
                  <a:pt x="2983" y="726"/>
                </a:lnTo>
                <a:lnTo>
                  <a:pt x="2983" y="725"/>
                </a:lnTo>
                <a:lnTo>
                  <a:pt x="2983" y="724"/>
                </a:lnTo>
                <a:lnTo>
                  <a:pt x="2982" y="724"/>
                </a:lnTo>
                <a:lnTo>
                  <a:pt x="2982" y="723"/>
                </a:lnTo>
                <a:lnTo>
                  <a:pt x="2983" y="723"/>
                </a:lnTo>
                <a:lnTo>
                  <a:pt x="2984" y="723"/>
                </a:lnTo>
                <a:lnTo>
                  <a:pt x="2984" y="724"/>
                </a:lnTo>
                <a:lnTo>
                  <a:pt x="2985" y="723"/>
                </a:lnTo>
                <a:lnTo>
                  <a:pt x="2986" y="723"/>
                </a:lnTo>
                <a:lnTo>
                  <a:pt x="2987" y="722"/>
                </a:lnTo>
                <a:lnTo>
                  <a:pt x="2988" y="722"/>
                </a:lnTo>
                <a:lnTo>
                  <a:pt x="2988" y="723"/>
                </a:lnTo>
                <a:lnTo>
                  <a:pt x="2989" y="723"/>
                </a:lnTo>
                <a:lnTo>
                  <a:pt x="2990" y="723"/>
                </a:lnTo>
                <a:lnTo>
                  <a:pt x="2990" y="722"/>
                </a:lnTo>
                <a:lnTo>
                  <a:pt x="2989" y="722"/>
                </a:lnTo>
                <a:lnTo>
                  <a:pt x="2990" y="722"/>
                </a:lnTo>
                <a:lnTo>
                  <a:pt x="2990" y="723"/>
                </a:lnTo>
                <a:lnTo>
                  <a:pt x="2991" y="723"/>
                </a:lnTo>
                <a:lnTo>
                  <a:pt x="2991" y="722"/>
                </a:lnTo>
                <a:lnTo>
                  <a:pt x="2992" y="722"/>
                </a:lnTo>
                <a:lnTo>
                  <a:pt x="2992" y="723"/>
                </a:lnTo>
                <a:lnTo>
                  <a:pt x="2993" y="723"/>
                </a:lnTo>
                <a:lnTo>
                  <a:pt x="2993" y="722"/>
                </a:lnTo>
                <a:lnTo>
                  <a:pt x="2994" y="722"/>
                </a:lnTo>
                <a:lnTo>
                  <a:pt x="2994" y="723"/>
                </a:lnTo>
                <a:lnTo>
                  <a:pt x="2995" y="723"/>
                </a:lnTo>
                <a:lnTo>
                  <a:pt x="2995" y="722"/>
                </a:lnTo>
                <a:lnTo>
                  <a:pt x="2996" y="722"/>
                </a:lnTo>
                <a:lnTo>
                  <a:pt x="2996" y="721"/>
                </a:lnTo>
                <a:lnTo>
                  <a:pt x="2997" y="720"/>
                </a:lnTo>
                <a:lnTo>
                  <a:pt x="2998" y="720"/>
                </a:lnTo>
                <a:lnTo>
                  <a:pt x="3000" y="721"/>
                </a:lnTo>
                <a:lnTo>
                  <a:pt x="3000" y="720"/>
                </a:lnTo>
                <a:lnTo>
                  <a:pt x="3001" y="720"/>
                </a:lnTo>
                <a:lnTo>
                  <a:pt x="3001" y="719"/>
                </a:lnTo>
                <a:lnTo>
                  <a:pt x="3000" y="719"/>
                </a:lnTo>
                <a:lnTo>
                  <a:pt x="3001" y="719"/>
                </a:lnTo>
                <a:lnTo>
                  <a:pt x="3002" y="718"/>
                </a:lnTo>
                <a:lnTo>
                  <a:pt x="3002" y="717"/>
                </a:lnTo>
                <a:lnTo>
                  <a:pt x="3003" y="717"/>
                </a:lnTo>
                <a:lnTo>
                  <a:pt x="3004" y="717"/>
                </a:lnTo>
                <a:lnTo>
                  <a:pt x="3004" y="718"/>
                </a:lnTo>
                <a:lnTo>
                  <a:pt x="3005" y="718"/>
                </a:lnTo>
                <a:lnTo>
                  <a:pt x="3006" y="718"/>
                </a:lnTo>
                <a:lnTo>
                  <a:pt x="3007" y="718"/>
                </a:lnTo>
                <a:lnTo>
                  <a:pt x="3006" y="718"/>
                </a:lnTo>
                <a:lnTo>
                  <a:pt x="3007" y="718"/>
                </a:lnTo>
                <a:lnTo>
                  <a:pt x="3007" y="717"/>
                </a:lnTo>
                <a:lnTo>
                  <a:pt x="3008" y="717"/>
                </a:lnTo>
                <a:lnTo>
                  <a:pt x="3008" y="716"/>
                </a:lnTo>
                <a:lnTo>
                  <a:pt x="3009" y="716"/>
                </a:lnTo>
                <a:lnTo>
                  <a:pt x="3010" y="716"/>
                </a:lnTo>
                <a:lnTo>
                  <a:pt x="3010" y="715"/>
                </a:lnTo>
                <a:lnTo>
                  <a:pt x="3011" y="715"/>
                </a:lnTo>
                <a:lnTo>
                  <a:pt x="3012" y="715"/>
                </a:lnTo>
                <a:lnTo>
                  <a:pt x="3012" y="714"/>
                </a:lnTo>
                <a:lnTo>
                  <a:pt x="3011" y="714"/>
                </a:lnTo>
                <a:lnTo>
                  <a:pt x="3011" y="713"/>
                </a:lnTo>
                <a:lnTo>
                  <a:pt x="3012" y="713"/>
                </a:lnTo>
                <a:lnTo>
                  <a:pt x="3012" y="714"/>
                </a:lnTo>
                <a:lnTo>
                  <a:pt x="3013" y="714"/>
                </a:lnTo>
                <a:lnTo>
                  <a:pt x="3014" y="714"/>
                </a:lnTo>
                <a:lnTo>
                  <a:pt x="3014" y="713"/>
                </a:lnTo>
                <a:lnTo>
                  <a:pt x="3015" y="713"/>
                </a:lnTo>
                <a:lnTo>
                  <a:pt x="3015" y="714"/>
                </a:lnTo>
                <a:lnTo>
                  <a:pt x="3016" y="713"/>
                </a:lnTo>
                <a:lnTo>
                  <a:pt x="3017" y="713"/>
                </a:lnTo>
                <a:lnTo>
                  <a:pt x="3017" y="712"/>
                </a:lnTo>
                <a:lnTo>
                  <a:pt x="3017" y="711"/>
                </a:lnTo>
                <a:lnTo>
                  <a:pt x="3018" y="711"/>
                </a:lnTo>
                <a:lnTo>
                  <a:pt x="3019" y="711"/>
                </a:lnTo>
                <a:lnTo>
                  <a:pt x="3020" y="711"/>
                </a:lnTo>
                <a:lnTo>
                  <a:pt x="3021" y="711"/>
                </a:lnTo>
                <a:lnTo>
                  <a:pt x="3021" y="710"/>
                </a:lnTo>
                <a:lnTo>
                  <a:pt x="3022" y="710"/>
                </a:lnTo>
                <a:lnTo>
                  <a:pt x="3022" y="711"/>
                </a:lnTo>
                <a:lnTo>
                  <a:pt x="3022" y="710"/>
                </a:lnTo>
                <a:lnTo>
                  <a:pt x="3023" y="710"/>
                </a:lnTo>
                <a:lnTo>
                  <a:pt x="3024" y="710"/>
                </a:lnTo>
                <a:lnTo>
                  <a:pt x="3025" y="710"/>
                </a:lnTo>
                <a:lnTo>
                  <a:pt x="3025" y="711"/>
                </a:lnTo>
                <a:lnTo>
                  <a:pt x="3024" y="711"/>
                </a:lnTo>
                <a:lnTo>
                  <a:pt x="3025" y="712"/>
                </a:lnTo>
                <a:lnTo>
                  <a:pt x="3026" y="712"/>
                </a:lnTo>
                <a:lnTo>
                  <a:pt x="3026" y="711"/>
                </a:lnTo>
                <a:lnTo>
                  <a:pt x="3026" y="712"/>
                </a:lnTo>
                <a:lnTo>
                  <a:pt x="3027" y="712"/>
                </a:lnTo>
                <a:lnTo>
                  <a:pt x="3028" y="712"/>
                </a:lnTo>
                <a:lnTo>
                  <a:pt x="3028" y="711"/>
                </a:lnTo>
                <a:lnTo>
                  <a:pt x="3029" y="711"/>
                </a:lnTo>
                <a:lnTo>
                  <a:pt x="3030" y="711"/>
                </a:lnTo>
                <a:lnTo>
                  <a:pt x="3031" y="710"/>
                </a:lnTo>
                <a:lnTo>
                  <a:pt x="3031" y="709"/>
                </a:lnTo>
                <a:lnTo>
                  <a:pt x="3032" y="709"/>
                </a:lnTo>
                <a:lnTo>
                  <a:pt x="3033" y="709"/>
                </a:lnTo>
                <a:lnTo>
                  <a:pt x="3034" y="709"/>
                </a:lnTo>
                <a:lnTo>
                  <a:pt x="3034" y="710"/>
                </a:lnTo>
                <a:lnTo>
                  <a:pt x="3035" y="710"/>
                </a:lnTo>
                <a:lnTo>
                  <a:pt x="3035" y="709"/>
                </a:lnTo>
                <a:lnTo>
                  <a:pt x="3036" y="708"/>
                </a:lnTo>
                <a:lnTo>
                  <a:pt x="3037" y="708"/>
                </a:lnTo>
                <a:lnTo>
                  <a:pt x="3038" y="708"/>
                </a:lnTo>
                <a:lnTo>
                  <a:pt x="3039" y="708"/>
                </a:lnTo>
                <a:lnTo>
                  <a:pt x="3040" y="708"/>
                </a:lnTo>
                <a:lnTo>
                  <a:pt x="3040" y="707"/>
                </a:lnTo>
                <a:lnTo>
                  <a:pt x="3041" y="707"/>
                </a:lnTo>
                <a:lnTo>
                  <a:pt x="3042" y="706"/>
                </a:lnTo>
                <a:lnTo>
                  <a:pt x="3042" y="705"/>
                </a:lnTo>
                <a:lnTo>
                  <a:pt x="3043" y="704"/>
                </a:lnTo>
                <a:lnTo>
                  <a:pt x="3044" y="703"/>
                </a:lnTo>
                <a:lnTo>
                  <a:pt x="3043" y="703"/>
                </a:lnTo>
                <a:lnTo>
                  <a:pt x="3043" y="702"/>
                </a:lnTo>
                <a:lnTo>
                  <a:pt x="3043" y="701"/>
                </a:lnTo>
                <a:lnTo>
                  <a:pt x="3043" y="700"/>
                </a:lnTo>
                <a:lnTo>
                  <a:pt x="3044" y="700"/>
                </a:lnTo>
                <a:lnTo>
                  <a:pt x="3045" y="700"/>
                </a:lnTo>
                <a:lnTo>
                  <a:pt x="3046" y="700"/>
                </a:lnTo>
                <a:lnTo>
                  <a:pt x="3045" y="699"/>
                </a:lnTo>
                <a:lnTo>
                  <a:pt x="3045" y="698"/>
                </a:lnTo>
                <a:lnTo>
                  <a:pt x="3046" y="698"/>
                </a:lnTo>
                <a:lnTo>
                  <a:pt x="3047" y="699"/>
                </a:lnTo>
                <a:lnTo>
                  <a:pt x="3048" y="699"/>
                </a:lnTo>
                <a:lnTo>
                  <a:pt x="3048" y="698"/>
                </a:lnTo>
                <a:lnTo>
                  <a:pt x="3048" y="697"/>
                </a:lnTo>
                <a:lnTo>
                  <a:pt x="3048" y="696"/>
                </a:lnTo>
                <a:lnTo>
                  <a:pt x="3049" y="695"/>
                </a:lnTo>
                <a:lnTo>
                  <a:pt x="3049" y="694"/>
                </a:lnTo>
                <a:lnTo>
                  <a:pt x="3049" y="693"/>
                </a:lnTo>
                <a:lnTo>
                  <a:pt x="3049" y="691"/>
                </a:lnTo>
                <a:lnTo>
                  <a:pt x="3050" y="691"/>
                </a:lnTo>
                <a:lnTo>
                  <a:pt x="3051" y="690"/>
                </a:lnTo>
                <a:lnTo>
                  <a:pt x="3050" y="690"/>
                </a:lnTo>
                <a:lnTo>
                  <a:pt x="3050" y="689"/>
                </a:lnTo>
                <a:lnTo>
                  <a:pt x="3049" y="689"/>
                </a:lnTo>
                <a:lnTo>
                  <a:pt x="3050" y="689"/>
                </a:lnTo>
                <a:lnTo>
                  <a:pt x="3051" y="688"/>
                </a:lnTo>
                <a:lnTo>
                  <a:pt x="3050" y="688"/>
                </a:lnTo>
                <a:lnTo>
                  <a:pt x="3050" y="687"/>
                </a:lnTo>
                <a:lnTo>
                  <a:pt x="3049" y="687"/>
                </a:lnTo>
                <a:lnTo>
                  <a:pt x="3049" y="686"/>
                </a:lnTo>
                <a:lnTo>
                  <a:pt x="3050" y="686"/>
                </a:lnTo>
                <a:lnTo>
                  <a:pt x="3051" y="686"/>
                </a:lnTo>
                <a:lnTo>
                  <a:pt x="3051" y="687"/>
                </a:lnTo>
                <a:lnTo>
                  <a:pt x="3052" y="687"/>
                </a:lnTo>
                <a:lnTo>
                  <a:pt x="3053" y="687"/>
                </a:lnTo>
                <a:lnTo>
                  <a:pt x="3054" y="687"/>
                </a:lnTo>
                <a:lnTo>
                  <a:pt x="3055" y="687"/>
                </a:lnTo>
                <a:lnTo>
                  <a:pt x="3055" y="688"/>
                </a:lnTo>
                <a:lnTo>
                  <a:pt x="3056" y="688"/>
                </a:lnTo>
                <a:lnTo>
                  <a:pt x="3056" y="687"/>
                </a:lnTo>
                <a:lnTo>
                  <a:pt x="3056" y="686"/>
                </a:lnTo>
                <a:lnTo>
                  <a:pt x="3057" y="685"/>
                </a:lnTo>
                <a:lnTo>
                  <a:pt x="3057" y="684"/>
                </a:lnTo>
                <a:lnTo>
                  <a:pt x="3058" y="684"/>
                </a:lnTo>
                <a:lnTo>
                  <a:pt x="3058" y="683"/>
                </a:lnTo>
                <a:lnTo>
                  <a:pt x="3058" y="682"/>
                </a:lnTo>
                <a:lnTo>
                  <a:pt x="3059" y="682"/>
                </a:lnTo>
                <a:lnTo>
                  <a:pt x="3060" y="682"/>
                </a:lnTo>
                <a:lnTo>
                  <a:pt x="3060" y="681"/>
                </a:lnTo>
                <a:lnTo>
                  <a:pt x="3060" y="680"/>
                </a:lnTo>
                <a:lnTo>
                  <a:pt x="3061" y="680"/>
                </a:lnTo>
                <a:lnTo>
                  <a:pt x="3062" y="680"/>
                </a:lnTo>
                <a:lnTo>
                  <a:pt x="3063" y="680"/>
                </a:lnTo>
                <a:lnTo>
                  <a:pt x="3063" y="679"/>
                </a:lnTo>
                <a:lnTo>
                  <a:pt x="3063" y="678"/>
                </a:lnTo>
                <a:lnTo>
                  <a:pt x="3063" y="677"/>
                </a:lnTo>
                <a:lnTo>
                  <a:pt x="3062" y="675"/>
                </a:lnTo>
                <a:lnTo>
                  <a:pt x="3062" y="674"/>
                </a:lnTo>
                <a:lnTo>
                  <a:pt x="3063" y="674"/>
                </a:lnTo>
                <a:lnTo>
                  <a:pt x="3064" y="674"/>
                </a:lnTo>
                <a:lnTo>
                  <a:pt x="3065" y="673"/>
                </a:lnTo>
                <a:lnTo>
                  <a:pt x="3065" y="672"/>
                </a:lnTo>
                <a:lnTo>
                  <a:pt x="3065" y="671"/>
                </a:lnTo>
                <a:lnTo>
                  <a:pt x="3064" y="670"/>
                </a:lnTo>
                <a:lnTo>
                  <a:pt x="3064" y="669"/>
                </a:lnTo>
                <a:lnTo>
                  <a:pt x="3065" y="668"/>
                </a:lnTo>
                <a:lnTo>
                  <a:pt x="3066" y="668"/>
                </a:lnTo>
                <a:lnTo>
                  <a:pt x="3067" y="668"/>
                </a:lnTo>
                <a:lnTo>
                  <a:pt x="3068" y="668"/>
                </a:lnTo>
                <a:lnTo>
                  <a:pt x="3068" y="667"/>
                </a:lnTo>
                <a:lnTo>
                  <a:pt x="3067" y="667"/>
                </a:lnTo>
                <a:lnTo>
                  <a:pt x="3067" y="666"/>
                </a:lnTo>
                <a:lnTo>
                  <a:pt x="3066" y="665"/>
                </a:lnTo>
                <a:lnTo>
                  <a:pt x="3066" y="664"/>
                </a:lnTo>
                <a:lnTo>
                  <a:pt x="3067" y="664"/>
                </a:lnTo>
                <a:lnTo>
                  <a:pt x="3067" y="663"/>
                </a:lnTo>
                <a:lnTo>
                  <a:pt x="3068" y="662"/>
                </a:lnTo>
                <a:lnTo>
                  <a:pt x="3069" y="662"/>
                </a:lnTo>
                <a:lnTo>
                  <a:pt x="3069" y="661"/>
                </a:lnTo>
                <a:lnTo>
                  <a:pt x="3068" y="660"/>
                </a:lnTo>
                <a:lnTo>
                  <a:pt x="3067" y="660"/>
                </a:lnTo>
                <a:lnTo>
                  <a:pt x="3066" y="659"/>
                </a:lnTo>
                <a:lnTo>
                  <a:pt x="3065" y="659"/>
                </a:lnTo>
                <a:lnTo>
                  <a:pt x="3064" y="659"/>
                </a:lnTo>
                <a:lnTo>
                  <a:pt x="3064" y="658"/>
                </a:lnTo>
                <a:lnTo>
                  <a:pt x="3063" y="658"/>
                </a:lnTo>
                <a:lnTo>
                  <a:pt x="3063" y="657"/>
                </a:lnTo>
                <a:lnTo>
                  <a:pt x="3063" y="656"/>
                </a:lnTo>
                <a:lnTo>
                  <a:pt x="3063" y="655"/>
                </a:lnTo>
                <a:lnTo>
                  <a:pt x="3063" y="654"/>
                </a:lnTo>
                <a:lnTo>
                  <a:pt x="3063" y="653"/>
                </a:lnTo>
                <a:lnTo>
                  <a:pt x="3064" y="653"/>
                </a:lnTo>
                <a:lnTo>
                  <a:pt x="3065" y="652"/>
                </a:lnTo>
                <a:lnTo>
                  <a:pt x="3065" y="651"/>
                </a:lnTo>
                <a:lnTo>
                  <a:pt x="3064" y="650"/>
                </a:lnTo>
                <a:lnTo>
                  <a:pt x="3064" y="649"/>
                </a:lnTo>
                <a:lnTo>
                  <a:pt x="3065" y="649"/>
                </a:lnTo>
                <a:lnTo>
                  <a:pt x="3065" y="650"/>
                </a:lnTo>
                <a:lnTo>
                  <a:pt x="3066" y="650"/>
                </a:lnTo>
                <a:lnTo>
                  <a:pt x="3066" y="649"/>
                </a:lnTo>
                <a:lnTo>
                  <a:pt x="3065" y="649"/>
                </a:lnTo>
                <a:lnTo>
                  <a:pt x="3065" y="648"/>
                </a:lnTo>
                <a:lnTo>
                  <a:pt x="3064" y="648"/>
                </a:lnTo>
                <a:lnTo>
                  <a:pt x="3064" y="649"/>
                </a:lnTo>
                <a:lnTo>
                  <a:pt x="3063" y="648"/>
                </a:lnTo>
                <a:lnTo>
                  <a:pt x="3064" y="647"/>
                </a:lnTo>
                <a:lnTo>
                  <a:pt x="3064" y="646"/>
                </a:lnTo>
                <a:lnTo>
                  <a:pt x="3064" y="645"/>
                </a:lnTo>
                <a:lnTo>
                  <a:pt x="3063" y="646"/>
                </a:lnTo>
                <a:lnTo>
                  <a:pt x="3063" y="645"/>
                </a:lnTo>
                <a:lnTo>
                  <a:pt x="3062" y="645"/>
                </a:lnTo>
                <a:lnTo>
                  <a:pt x="3062" y="644"/>
                </a:lnTo>
                <a:lnTo>
                  <a:pt x="3063" y="644"/>
                </a:lnTo>
                <a:lnTo>
                  <a:pt x="3064" y="644"/>
                </a:lnTo>
                <a:lnTo>
                  <a:pt x="3065" y="644"/>
                </a:lnTo>
                <a:lnTo>
                  <a:pt x="3065" y="643"/>
                </a:lnTo>
                <a:lnTo>
                  <a:pt x="3065" y="642"/>
                </a:lnTo>
                <a:lnTo>
                  <a:pt x="3064" y="641"/>
                </a:lnTo>
                <a:lnTo>
                  <a:pt x="3065" y="641"/>
                </a:lnTo>
                <a:lnTo>
                  <a:pt x="3065" y="640"/>
                </a:lnTo>
                <a:lnTo>
                  <a:pt x="3065" y="639"/>
                </a:lnTo>
                <a:lnTo>
                  <a:pt x="3066" y="639"/>
                </a:lnTo>
                <a:lnTo>
                  <a:pt x="3067" y="639"/>
                </a:lnTo>
                <a:lnTo>
                  <a:pt x="3067" y="638"/>
                </a:lnTo>
                <a:lnTo>
                  <a:pt x="3068" y="638"/>
                </a:lnTo>
                <a:lnTo>
                  <a:pt x="3068" y="637"/>
                </a:lnTo>
                <a:lnTo>
                  <a:pt x="3068" y="636"/>
                </a:lnTo>
                <a:lnTo>
                  <a:pt x="3069" y="636"/>
                </a:lnTo>
                <a:lnTo>
                  <a:pt x="3068" y="635"/>
                </a:lnTo>
                <a:lnTo>
                  <a:pt x="3068" y="636"/>
                </a:lnTo>
                <a:lnTo>
                  <a:pt x="3067" y="636"/>
                </a:lnTo>
                <a:lnTo>
                  <a:pt x="3066" y="636"/>
                </a:lnTo>
                <a:lnTo>
                  <a:pt x="3065" y="636"/>
                </a:lnTo>
                <a:lnTo>
                  <a:pt x="3065" y="635"/>
                </a:lnTo>
                <a:lnTo>
                  <a:pt x="3065" y="634"/>
                </a:lnTo>
                <a:lnTo>
                  <a:pt x="3066" y="634"/>
                </a:lnTo>
                <a:lnTo>
                  <a:pt x="3067" y="634"/>
                </a:lnTo>
                <a:lnTo>
                  <a:pt x="3066" y="632"/>
                </a:lnTo>
                <a:lnTo>
                  <a:pt x="3065" y="632"/>
                </a:lnTo>
                <a:lnTo>
                  <a:pt x="3065" y="631"/>
                </a:lnTo>
                <a:lnTo>
                  <a:pt x="3066" y="631"/>
                </a:lnTo>
                <a:lnTo>
                  <a:pt x="3066" y="630"/>
                </a:lnTo>
                <a:lnTo>
                  <a:pt x="3065" y="630"/>
                </a:lnTo>
                <a:lnTo>
                  <a:pt x="3064" y="630"/>
                </a:lnTo>
                <a:lnTo>
                  <a:pt x="3064" y="629"/>
                </a:lnTo>
                <a:lnTo>
                  <a:pt x="3063" y="629"/>
                </a:lnTo>
                <a:lnTo>
                  <a:pt x="3062" y="630"/>
                </a:lnTo>
                <a:lnTo>
                  <a:pt x="3061" y="629"/>
                </a:lnTo>
                <a:lnTo>
                  <a:pt x="3060" y="629"/>
                </a:lnTo>
                <a:lnTo>
                  <a:pt x="3060" y="630"/>
                </a:lnTo>
                <a:lnTo>
                  <a:pt x="3059" y="630"/>
                </a:lnTo>
                <a:lnTo>
                  <a:pt x="3060" y="631"/>
                </a:lnTo>
                <a:lnTo>
                  <a:pt x="3059" y="631"/>
                </a:lnTo>
                <a:lnTo>
                  <a:pt x="3058" y="631"/>
                </a:lnTo>
                <a:lnTo>
                  <a:pt x="3058" y="630"/>
                </a:lnTo>
                <a:lnTo>
                  <a:pt x="3057" y="630"/>
                </a:lnTo>
                <a:lnTo>
                  <a:pt x="3057" y="631"/>
                </a:lnTo>
                <a:lnTo>
                  <a:pt x="3058" y="632"/>
                </a:lnTo>
                <a:lnTo>
                  <a:pt x="3057" y="633"/>
                </a:lnTo>
                <a:lnTo>
                  <a:pt x="3057" y="632"/>
                </a:lnTo>
                <a:lnTo>
                  <a:pt x="3057" y="631"/>
                </a:lnTo>
                <a:lnTo>
                  <a:pt x="3056" y="631"/>
                </a:lnTo>
                <a:lnTo>
                  <a:pt x="3056" y="630"/>
                </a:lnTo>
                <a:lnTo>
                  <a:pt x="3055" y="630"/>
                </a:lnTo>
                <a:lnTo>
                  <a:pt x="3054" y="630"/>
                </a:lnTo>
                <a:lnTo>
                  <a:pt x="3054" y="629"/>
                </a:lnTo>
                <a:lnTo>
                  <a:pt x="3053" y="629"/>
                </a:lnTo>
                <a:lnTo>
                  <a:pt x="3053" y="630"/>
                </a:lnTo>
                <a:lnTo>
                  <a:pt x="3052" y="630"/>
                </a:lnTo>
                <a:lnTo>
                  <a:pt x="3052" y="631"/>
                </a:lnTo>
                <a:lnTo>
                  <a:pt x="3053" y="631"/>
                </a:lnTo>
                <a:lnTo>
                  <a:pt x="3053" y="632"/>
                </a:lnTo>
                <a:lnTo>
                  <a:pt x="3052" y="632"/>
                </a:lnTo>
                <a:lnTo>
                  <a:pt x="3051" y="632"/>
                </a:lnTo>
                <a:lnTo>
                  <a:pt x="3051" y="633"/>
                </a:lnTo>
                <a:lnTo>
                  <a:pt x="3052" y="633"/>
                </a:lnTo>
                <a:lnTo>
                  <a:pt x="3051" y="634"/>
                </a:lnTo>
                <a:lnTo>
                  <a:pt x="3050" y="634"/>
                </a:lnTo>
                <a:lnTo>
                  <a:pt x="3049" y="634"/>
                </a:lnTo>
                <a:lnTo>
                  <a:pt x="3048" y="634"/>
                </a:lnTo>
                <a:lnTo>
                  <a:pt x="3048" y="633"/>
                </a:lnTo>
                <a:lnTo>
                  <a:pt x="3048" y="632"/>
                </a:lnTo>
                <a:lnTo>
                  <a:pt x="3048" y="630"/>
                </a:lnTo>
                <a:lnTo>
                  <a:pt x="3047" y="630"/>
                </a:lnTo>
                <a:lnTo>
                  <a:pt x="3045" y="631"/>
                </a:lnTo>
                <a:lnTo>
                  <a:pt x="3044" y="631"/>
                </a:lnTo>
                <a:lnTo>
                  <a:pt x="3044" y="632"/>
                </a:lnTo>
                <a:lnTo>
                  <a:pt x="3043" y="632"/>
                </a:lnTo>
                <a:lnTo>
                  <a:pt x="3043" y="633"/>
                </a:lnTo>
                <a:lnTo>
                  <a:pt x="3043" y="634"/>
                </a:lnTo>
                <a:lnTo>
                  <a:pt x="3042" y="634"/>
                </a:lnTo>
                <a:lnTo>
                  <a:pt x="3041" y="634"/>
                </a:lnTo>
                <a:lnTo>
                  <a:pt x="3041" y="633"/>
                </a:lnTo>
                <a:lnTo>
                  <a:pt x="3042" y="633"/>
                </a:lnTo>
                <a:lnTo>
                  <a:pt x="3042" y="632"/>
                </a:lnTo>
                <a:lnTo>
                  <a:pt x="3043" y="632"/>
                </a:lnTo>
                <a:lnTo>
                  <a:pt x="3043" y="631"/>
                </a:lnTo>
                <a:lnTo>
                  <a:pt x="3042" y="631"/>
                </a:lnTo>
                <a:lnTo>
                  <a:pt x="3041" y="632"/>
                </a:lnTo>
                <a:lnTo>
                  <a:pt x="3040" y="632"/>
                </a:lnTo>
                <a:lnTo>
                  <a:pt x="3038" y="632"/>
                </a:lnTo>
                <a:lnTo>
                  <a:pt x="3037" y="632"/>
                </a:lnTo>
                <a:lnTo>
                  <a:pt x="3038" y="631"/>
                </a:lnTo>
                <a:lnTo>
                  <a:pt x="3038" y="630"/>
                </a:lnTo>
                <a:lnTo>
                  <a:pt x="3039" y="630"/>
                </a:lnTo>
                <a:lnTo>
                  <a:pt x="3040" y="629"/>
                </a:lnTo>
                <a:lnTo>
                  <a:pt x="3039" y="628"/>
                </a:lnTo>
                <a:lnTo>
                  <a:pt x="3038" y="628"/>
                </a:lnTo>
                <a:lnTo>
                  <a:pt x="3038" y="629"/>
                </a:lnTo>
                <a:lnTo>
                  <a:pt x="3037" y="629"/>
                </a:lnTo>
                <a:lnTo>
                  <a:pt x="3037" y="628"/>
                </a:lnTo>
                <a:lnTo>
                  <a:pt x="3036" y="628"/>
                </a:lnTo>
                <a:lnTo>
                  <a:pt x="3036" y="627"/>
                </a:lnTo>
                <a:lnTo>
                  <a:pt x="3036" y="626"/>
                </a:lnTo>
                <a:lnTo>
                  <a:pt x="3035" y="626"/>
                </a:lnTo>
                <a:lnTo>
                  <a:pt x="3035" y="627"/>
                </a:lnTo>
                <a:lnTo>
                  <a:pt x="3035" y="628"/>
                </a:lnTo>
                <a:lnTo>
                  <a:pt x="3035" y="629"/>
                </a:lnTo>
                <a:lnTo>
                  <a:pt x="3034" y="629"/>
                </a:lnTo>
                <a:lnTo>
                  <a:pt x="3033" y="629"/>
                </a:lnTo>
                <a:lnTo>
                  <a:pt x="3033" y="628"/>
                </a:lnTo>
                <a:lnTo>
                  <a:pt x="3033" y="627"/>
                </a:lnTo>
                <a:lnTo>
                  <a:pt x="3033" y="626"/>
                </a:lnTo>
                <a:lnTo>
                  <a:pt x="3034" y="626"/>
                </a:lnTo>
                <a:lnTo>
                  <a:pt x="3034" y="625"/>
                </a:lnTo>
                <a:lnTo>
                  <a:pt x="3034" y="624"/>
                </a:lnTo>
                <a:lnTo>
                  <a:pt x="3035" y="624"/>
                </a:lnTo>
                <a:lnTo>
                  <a:pt x="3035" y="623"/>
                </a:lnTo>
                <a:lnTo>
                  <a:pt x="3035" y="622"/>
                </a:lnTo>
                <a:lnTo>
                  <a:pt x="3036" y="622"/>
                </a:lnTo>
                <a:lnTo>
                  <a:pt x="3037" y="622"/>
                </a:lnTo>
                <a:lnTo>
                  <a:pt x="3037" y="621"/>
                </a:lnTo>
                <a:lnTo>
                  <a:pt x="3037" y="620"/>
                </a:lnTo>
                <a:lnTo>
                  <a:pt x="3038" y="620"/>
                </a:lnTo>
                <a:lnTo>
                  <a:pt x="3039" y="620"/>
                </a:lnTo>
                <a:lnTo>
                  <a:pt x="3039" y="619"/>
                </a:lnTo>
                <a:lnTo>
                  <a:pt x="3040" y="619"/>
                </a:lnTo>
                <a:lnTo>
                  <a:pt x="3040" y="620"/>
                </a:lnTo>
                <a:lnTo>
                  <a:pt x="3041" y="620"/>
                </a:lnTo>
                <a:lnTo>
                  <a:pt x="3041" y="621"/>
                </a:lnTo>
                <a:lnTo>
                  <a:pt x="3042" y="621"/>
                </a:lnTo>
                <a:lnTo>
                  <a:pt x="3043" y="622"/>
                </a:lnTo>
                <a:lnTo>
                  <a:pt x="3043" y="621"/>
                </a:lnTo>
                <a:lnTo>
                  <a:pt x="3044" y="621"/>
                </a:lnTo>
                <a:lnTo>
                  <a:pt x="3044" y="620"/>
                </a:lnTo>
                <a:lnTo>
                  <a:pt x="3043" y="619"/>
                </a:lnTo>
                <a:lnTo>
                  <a:pt x="3043" y="618"/>
                </a:lnTo>
                <a:lnTo>
                  <a:pt x="3044" y="618"/>
                </a:lnTo>
                <a:lnTo>
                  <a:pt x="3044" y="617"/>
                </a:lnTo>
                <a:lnTo>
                  <a:pt x="3045" y="617"/>
                </a:lnTo>
                <a:lnTo>
                  <a:pt x="3044" y="617"/>
                </a:lnTo>
                <a:lnTo>
                  <a:pt x="3044" y="616"/>
                </a:lnTo>
                <a:lnTo>
                  <a:pt x="3044" y="615"/>
                </a:lnTo>
                <a:lnTo>
                  <a:pt x="3045" y="615"/>
                </a:lnTo>
                <a:lnTo>
                  <a:pt x="3045" y="614"/>
                </a:lnTo>
                <a:lnTo>
                  <a:pt x="3045" y="615"/>
                </a:lnTo>
                <a:lnTo>
                  <a:pt x="3046" y="615"/>
                </a:lnTo>
                <a:lnTo>
                  <a:pt x="3047" y="614"/>
                </a:lnTo>
                <a:lnTo>
                  <a:pt x="3047" y="613"/>
                </a:lnTo>
                <a:lnTo>
                  <a:pt x="3047" y="612"/>
                </a:lnTo>
                <a:lnTo>
                  <a:pt x="3046" y="612"/>
                </a:lnTo>
                <a:lnTo>
                  <a:pt x="3046" y="611"/>
                </a:lnTo>
                <a:lnTo>
                  <a:pt x="3046" y="610"/>
                </a:lnTo>
                <a:lnTo>
                  <a:pt x="3047" y="610"/>
                </a:lnTo>
                <a:lnTo>
                  <a:pt x="3047" y="609"/>
                </a:lnTo>
                <a:lnTo>
                  <a:pt x="3048" y="609"/>
                </a:lnTo>
                <a:lnTo>
                  <a:pt x="3049" y="609"/>
                </a:lnTo>
                <a:lnTo>
                  <a:pt x="3049" y="608"/>
                </a:lnTo>
                <a:lnTo>
                  <a:pt x="3048" y="607"/>
                </a:lnTo>
                <a:lnTo>
                  <a:pt x="3048" y="606"/>
                </a:lnTo>
                <a:lnTo>
                  <a:pt x="3048" y="605"/>
                </a:lnTo>
                <a:lnTo>
                  <a:pt x="3047" y="604"/>
                </a:lnTo>
                <a:lnTo>
                  <a:pt x="3046" y="604"/>
                </a:lnTo>
                <a:lnTo>
                  <a:pt x="3045" y="604"/>
                </a:lnTo>
                <a:lnTo>
                  <a:pt x="3044" y="604"/>
                </a:lnTo>
                <a:lnTo>
                  <a:pt x="3044" y="603"/>
                </a:lnTo>
                <a:lnTo>
                  <a:pt x="3044" y="602"/>
                </a:lnTo>
                <a:lnTo>
                  <a:pt x="3046" y="602"/>
                </a:lnTo>
                <a:lnTo>
                  <a:pt x="3046" y="601"/>
                </a:lnTo>
                <a:lnTo>
                  <a:pt x="3047" y="601"/>
                </a:lnTo>
                <a:lnTo>
                  <a:pt x="3047" y="600"/>
                </a:lnTo>
                <a:lnTo>
                  <a:pt x="3047" y="599"/>
                </a:lnTo>
                <a:lnTo>
                  <a:pt x="3047" y="598"/>
                </a:lnTo>
                <a:lnTo>
                  <a:pt x="3047" y="597"/>
                </a:lnTo>
                <a:lnTo>
                  <a:pt x="3047" y="596"/>
                </a:lnTo>
                <a:lnTo>
                  <a:pt x="3047" y="595"/>
                </a:lnTo>
                <a:lnTo>
                  <a:pt x="3047" y="594"/>
                </a:lnTo>
                <a:lnTo>
                  <a:pt x="3048" y="594"/>
                </a:lnTo>
                <a:lnTo>
                  <a:pt x="3048" y="593"/>
                </a:lnTo>
                <a:lnTo>
                  <a:pt x="3049" y="592"/>
                </a:lnTo>
                <a:lnTo>
                  <a:pt x="3048" y="591"/>
                </a:lnTo>
                <a:lnTo>
                  <a:pt x="3047" y="591"/>
                </a:lnTo>
                <a:lnTo>
                  <a:pt x="3046" y="591"/>
                </a:lnTo>
                <a:lnTo>
                  <a:pt x="3046" y="590"/>
                </a:lnTo>
                <a:lnTo>
                  <a:pt x="3046" y="589"/>
                </a:lnTo>
                <a:lnTo>
                  <a:pt x="3047" y="588"/>
                </a:lnTo>
                <a:lnTo>
                  <a:pt x="3048" y="588"/>
                </a:lnTo>
                <a:lnTo>
                  <a:pt x="3049" y="588"/>
                </a:lnTo>
                <a:lnTo>
                  <a:pt x="3050" y="587"/>
                </a:lnTo>
                <a:lnTo>
                  <a:pt x="3050" y="586"/>
                </a:lnTo>
                <a:lnTo>
                  <a:pt x="3050" y="585"/>
                </a:lnTo>
                <a:lnTo>
                  <a:pt x="3049" y="585"/>
                </a:lnTo>
                <a:lnTo>
                  <a:pt x="3048" y="584"/>
                </a:lnTo>
                <a:lnTo>
                  <a:pt x="3048" y="583"/>
                </a:lnTo>
                <a:lnTo>
                  <a:pt x="3047" y="582"/>
                </a:lnTo>
                <a:lnTo>
                  <a:pt x="3047" y="581"/>
                </a:lnTo>
                <a:lnTo>
                  <a:pt x="3048" y="580"/>
                </a:lnTo>
                <a:lnTo>
                  <a:pt x="3048" y="579"/>
                </a:lnTo>
                <a:lnTo>
                  <a:pt x="3049" y="579"/>
                </a:lnTo>
                <a:lnTo>
                  <a:pt x="3050" y="579"/>
                </a:lnTo>
                <a:lnTo>
                  <a:pt x="3051" y="579"/>
                </a:lnTo>
                <a:lnTo>
                  <a:pt x="3051" y="578"/>
                </a:lnTo>
                <a:lnTo>
                  <a:pt x="3052" y="577"/>
                </a:lnTo>
                <a:lnTo>
                  <a:pt x="3053" y="577"/>
                </a:lnTo>
                <a:lnTo>
                  <a:pt x="3053" y="576"/>
                </a:lnTo>
                <a:lnTo>
                  <a:pt x="3053" y="575"/>
                </a:lnTo>
                <a:lnTo>
                  <a:pt x="3053" y="574"/>
                </a:lnTo>
                <a:lnTo>
                  <a:pt x="3053" y="573"/>
                </a:lnTo>
                <a:lnTo>
                  <a:pt x="3054" y="573"/>
                </a:lnTo>
                <a:lnTo>
                  <a:pt x="3054" y="574"/>
                </a:lnTo>
                <a:lnTo>
                  <a:pt x="3055" y="575"/>
                </a:lnTo>
                <a:lnTo>
                  <a:pt x="3056" y="575"/>
                </a:lnTo>
                <a:lnTo>
                  <a:pt x="3057" y="574"/>
                </a:lnTo>
                <a:lnTo>
                  <a:pt x="3057" y="573"/>
                </a:lnTo>
                <a:lnTo>
                  <a:pt x="3057" y="572"/>
                </a:lnTo>
                <a:lnTo>
                  <a:pt x="3058" y="572"/>
                </a:lnTo>
                <a:lnTo>
                  <a:pt x="3058" y="571"/>
                </a:lnTo>
                <a:lnTo>
                  <a:pt x="3058" y="570"/>
                </a:lnTo>
                <a:lnTo>
                  <a:pt x="3058" y="569"/>
                </a:lnTo>
                <a:lnTo>
                  <a:pt x="3059" y="568"/>
                </a:lnTo>
                <a:lnTo>
                  <a:pt x="3060" y="568"/>
                </a:lnTo>
                <a:lnTo>
                  <a:pt x="3060" y="567"/>
                </a:lnTo>
                <a:lnTo>
                  <a:pt x="3059" y="567"/>
                </a:lnTo>
                <a:lnTo>
                  <a:pt x="3059" y="566"/>
                </a:lnTo>
                <a:lnTo>
                  <a:pt x="3058" y="566"/>
                </a:lnTo>
                <a:lnTo>
                  <a:pt x="3058" y="565"/>
                </a:lnTo>
                <a:lnTo>
                  <a:pt x="3058" y="564"/>
                </a:lnTo>
                <a:lnTo>
                  <a:pt x="3059" y="564"/>
                </a:lnTo>
                <a:lnTo>
                  <a:pt x="3060" y="564"/>
                </a:lnTo>
                <a:lnTo>
                  <a:pt x="3061" y="564"/>
                </a:lnTo>
                <a:lnTo>
                  <a:pt x="3061" y="563"/>
                </a:lnTo>
                <a:lnTo>
                  <a:pt x="3062" y="563"/>
                </a:lnTo>
                <a:lnTo>
                  <a:pt x="3063" y="563"/>
                </a:lnTo>
                <a:lnTo>
                  <a:pt x="3064" y="563"/>
                </a:lnTo>
                <a:lnTo>
                  <a:pt x="3065" y="563"/>
                </a:lnTo>
                <a:lnTo>
                  <a:pt x="3065" y="562"/>
                </a:lnTo>
                <a:lnTo>
                  <a:pt x="3066" y="561"/>
                </a:lnTo>
                <a:lnTo>
                  <a:pt x="3066" y="559"/>
                </a:lnTo>
                <a:lnTo>
                  <a:pt x="3066" y="558"/>
                </a:lnTo>
                <a:lnTo>
                  <a:pt x="3066" y="557"/>
                </a:lnTo>
                <a:lnTo>
                  <a:pt x="3067" y="557"/>
                </a:lnTo>
                <a:lnTo>
                  <a:pt x="3068" y="556"/>
                </a:lnTo>
                <a:lnTo>
                  <a:pt x="3068" y="555"/>
                </a:lnTo>
                <a:lnTo>
                  <a:pt x="3068" y="554"/>
                </a:lnTo>
                <a:lnTo>
                  <a:pt x="3069" y="554"/>
                </a:lnTo>
                <a:lnTo>
                  <a:pt x="3069" y="553"/>
                </a:lnTo>
                <a:lnTo>
                  <a:pt x="3069" y="552"/>
                </a:lnTo>
                <a:lnTo>
                  <a:pt x="3069" y="551"/>
                </a:lnTo>
                <a:lnTo>
                  <a:pt x="3070" y="551"/>
                </a:lnTo>
                <a:lnTo>
                  <a:pt x="3070" y="550"/>
                </a:lnTo>
                <a:lnTo>
                  <a:pt x="3071" y="550"/>
                </a:lnTo>
                <a:lnTo>
                  <a:pt x="3071" y="549"/>
                </a:lnTo>
                <a:lnTo>
                  <a:pt x="3071" y="548"/>
                </a:lnTo>
                <a:lnTo>
                  <a:pt x="3071" y="547"/>
                </a:lnTo>
                <a:lnTo>
                  <a:pt x="3071" y="546"/>
                </a:lnTo>
                <a:lnTo>
                  <a:pt x="3072" y="546"/>
                </a:lnTo>
                <a:lnTo>
                  <a:pt x="3072" y="545"/>
                </a:lnTo>
                <a:lnTo>
                  <a:pt x="3070" y="544"/>
                </a:lnTo>
                <a:lnTo>
                  <a:pt x="3070" y="543"/>
                </a:lnTo>
                <a:lnTo>
                  <a:pt x="3071" y="543"/>
                </a:lnTo>
                <a:lnTo>
                  <a:pt x="3072" y="543"/>
                </a:lnTo>
                <a:lnTo>
                  <a:pt x="3071" y="542"/>
                </a:lnTo>
                <a:lnTo>
                  <a:pt x="3071" y="541"/>
                </a:lnTo>
                <a:lnTo>
                  <a:pt x="3072" y="541"/>
                </a:lnTo>
                <a:lnTo>
                  <a:pt x="3072" y="540"/>
                </a:lnTo>
                <a:lnTo>
                  <a:pt x="3073" y="540"/>
                </a:lnTo>
                <a:lnTo>
                  <a:pt x="3072" y="540"/>
                </a:lnTo>
                <a:lnTo>
                  <a:pt x="3072" y="539"/>
                </a:lnTo>
                <a:lnTo>
                  <a:pt x="3071" y="537"/>
                </a:lnTo>
                <a:lnTo>
                  <a:pt x="3071" y="536"/>
                </a:lnTo>
                <a:lnTo>
                  <a:pt x="3072" y="536"/>
                </a:lnTo>
                <a:lnTo>
                  <a:pt x="3071" y="535"/>
                </a:lnTo>
                <a:lnTo>
                  <a:pt x="3071" y="534"/>
                </a:lnTo>
                <a:lnTo>
                  <a:pt x="3070" y="534"/>
                </a:lnTo>
                <a:lnTo>
                  <a:pt x="3069" y="533"/>
                </a:lnTo>
                <a:lnTo>
                  <a:pt x="3068" y="532"/>
                </a:lnTo>
                <a:lnTo>
                  <a:pt x="3068" y="530"/>
                </a:lnTo>
                <a:lnTo>
                  <a:pt x="3068" y="529"/>
                </a:lnTo>
                <a:lnTo>
                  <a:pt x="3068" y="528"/>
                </a:lnTo>
                <a:lnTo>
                  <a:pt x="3069" y="528"/>
                </a:lnTo>
                <a:lnTo>
                  <a:pt x="3069" y="527"/>
                </a:lnTo>
                <a:lnTo>
                  <a:pt x="3068" y="526"/>
                </a:lnTo>
                <a:lnTo>
                  <a:pt x="3067" y="526"/>
                </a:lnTo>
                <a:lnTo>
                  <a:pt x="3067" y="525"/>
                </a:lnTo>
                <a:lnTo>
                  <a:pt x="3066" y="525"/>
                </a:lnTo>
                <a:lnTo>
                  <a:pt x="3066" y="524"/>
                </a:lnTo>
                <a:lnTo>
                  <a:pt x="3066" y="523"/>
                </a:lnTo>
                <a:lnTo>
                  <a:pt x="3067" y="523"/>
                </a:lnTo>
                <a:lnTo>
                  <a:pt x="3067" y="522"/>
                </a:lnTo>
                <a:lnTo>
                  <a:pt x="3068" y="522"/>
                </a:lnTo>
                <a:lnTo>
                  <a:pt x="3069" y="520"/>
                </a:lnTo>
                <a:lnTo>
                  <a:pt x="3069" y="519"/>
                </a:lnTo>
                <a:lnTo>
                  <a:pt x="3070" y="518"/>
                </a:lnTo>
                <a:lnTo>
                  <a:pt x="3070" y="517"/>
                </a:lnTo>
                <a:lnTo>
                  <a:pt x="3071" y="516"/>
                </a:lnTo>
                <a:lnTo>
                  <a:pt x="3071" y="515"/>
                </a:lnTo>
                <a:lnTo>
                  <a:pt x="3072" y="515"/>
                </a:lnTo>
                <a:lnTo>
                  <a:pt x="3072" y="514"/>
                </a:lnTo>
                <a:lnTo>
                  <a:pt x="3073" y="514"/>
                </a:lnTo>
                <a:lnTo>
                  <a:pt x="3073" y="513"/>
                </a:lnTo>
                <a:lnTo>
                  <a:pt x="3074" y="513"/>
                </a:lnTo>
                <a:lnTo>
                  <a:pt x="3074" y="512"/>
                </a:lnTo>
                <a:lnTo>
                  <a:pt x="3074" y="511"/>
                </a:lnTo>
                <a:lnTo>
                  <a:pt x="3075" y="511"/>
                </a:lnTo>
                <a:lnTo>
                  <a:pt x="3075" y="510"/>
                </a:lnTo>
                <a:lnTo>
                  <a:pt x="3075" y="508"/>
                </a:lnTo>
                <a:lnTo>
                  <a:pt x="3076" y="508"/>
                </a:lnTo>
                <a:lnTo>
                  <a:pt x="3076" y="507"/>
                </a:lnTo>
                <a:lnTo>
                  <a:pt x="3076" y="505"/>
                </a:lnTo>
                <a:lnTo>
                  <a:pt x="3076" y="504"/>
                </a:lnTo>
                <a:lnTo>
                  <a:pt x="3077" y="504"/>
                </a:lnTo>
                <a:lnTo>
                  <a:pt x="3077" y="502"/>
                </a:lnTo>
                <a:lnTo>
                  <a:pt x="3076" y="502"/>
                </a:lnTo>
                <a:lnTo>
                  <a:pt x="3077" y="501"/>
                </a:lnTo>
                <a:lnTo>
                  <a:pt x="3077" y="500"/>
                </a:lnTo>
                <a:lnTo>
                  <a:pt x="3078" y="499"/>
                </a:lnTo>
                <a:lnTo>
                  <a:pt x="3079" y="499"/>
                </a:lnTo>
                <a:lnTo>
                  <a:pt x="3080" y="498"/>
                </a:lnTo>
                <a:lnTo>
                  <a:pt x="3081" y="498"/>
                </a:lnTo>
                <a:lnTo>
                  <a:pt x="3081" y="497"/>
                </a:lnTo>
                <a:lnTo>
                  <a:pt x="3081" y="496"/>
                </a:lnTo>
                <a:lnTo>
                  <a:pt x="3080" y="496"/>
                </a:lnTo>
                <a:lnTo>
                  <a:pt x="3080" y="495"/>
                </a:lnTo>
                <a:lnTo>
                  <a:pt x="3081" y="495"/>
                </a:lnTo>
                <a:lnTo>
                  <a:pt x="3081" y="494"/>
                </a:lnTo>
                <a:lnTo>
                  <a:pt x="3082" y="494"/>
                </a:lnTo>
                <a:lnTo>
                  <a:pt x="3083" y="494"/>
                </a:lnTo>
                <a:lnTo>
                  <a:pt x="3084" y="493"/>
                </a:lnTo>
                <a:lnTo>
                  <a:pt x="3085" y="493"/>
                </a:lnTo>
                <a:lnTo>
                  <a:pt x="3086" y="493"/>
                </a:lnTo>
                <a:lnTo>
                  <a:pt x="3087" y="492"/>
                </a:lnTo>
                <a:lnTo>
                  <a:pt x="3087" y="491"/>
                </a:lnTo>
                <a:lnTo>
                  <a:pt x="3088" y="491"/>
                </a:lnTo>
                <a:lnTo>
                  <a:pt x="3088" y="490"/>
                </a:lnTo>
                <a:lnTo>
                  <a:pt x="3088" y="489"/>
                </a:lnTo>
                <a:lnTo>
                  <a:pt x="3087" y="489"/>
                </a:lnTo>
                <a:lnTo>
                  <a:pt x="3087" y="488"/>
                </a:lnTo>
                <a:lnTo>
                  <a:pt x="3088" y="488"/>
                </a:lnTo>
                <a:lnTo>
                  <a:pt x="3089" y="488"/>
                </a:lnTo>
                <a:lnTo>
                  <a:pt x="3089" y="487"/>
                </a:lnTo>
                <a:lnTo>
                  <a:pt x="3090" y="486"/>
                </a:lnTo>
                <a:lnTo>
                  <a:pt x="3090" y="485"/>
                </a:lnTo>
                <a:lnTo>
                  <a:pt x="3091" y="485"/>
                </a:lnTo>
                <a:lnTo>
                  <a:pt x="3092" y="485"/>
                </a:lnTo>
                <a:lnTo>
                  <a:pt x="3092" y="483"/>
                </a:lnTo>
                <a:lnTo>
                  <a:pt x="3092" y="482"/>
                </a:lnTo>
                <a:lnTo>
                  <a:pt x="3092" y="481"/>
                </a:lnTo>
                <a:lnTo>
                  <a:pt x="3091" y="481"/>
                </a:lnTo>
                <a:lnTo>
                  <a:pt x="3090" y="481"/>
                </a:lnTo>
                <a:lnTo>
                  <a:pt x="3090" y="480"/>
                </a:lnTo>
                <a:lnTo>
                  <a:pt x="3091" y="479"/>
                </a:lnTo>
                <a:lnTo>
                  <a:pt x="3092" y="480"/>
                </a:lnTo>
                <a:lnTo>
                  <a:pt x="3093" y="480"/>
                </a:lnTo>
                <a:lnTo>
                  <a:pt x="3093" y="479"/>
                </a:lnTo>
                <a:lnTo>
                  <a:pt x="3094" y="479"/>
                </a:lnTo>
                <a:lnTo>
                  <a:pt x="3094" y="478"/>
                </a:lnTo>
                <a:lnTo>
                  <a:pt x="3093" y="478"/>
                </a:lnTo>
                <a:lnTo>
                  <a:pt x="3093" y="477"/>
                </a:lnTo>
                <a:lnTo>
                  <a:pt x="3093" y="476"/>
                </a:lnTo>
                <a:lnTo>
                  <a:pt x="3094" y="476"/>
                </a:lnTo>
                <a:lnTo>
                  <a:pt x="3095" y="476"/>
                </a:lnTo>
                <a:lnTo>
                  <a:pt x="3096" y="476"/>
                </a:lnTo>
                <a:lnTo>
                  <a:pt x="3096" y="475"/>
                </a:lnTo>
                <a:lnTo>
                  <a:pt x="3096" y="474"/>
                </a:lnTo>
                <a:lnTo>
                  <a:pt x="3095" y="474"/>
                </a:lnTo>
                <a:lnTo>
                  <a:pt x="3095" y="473"/>
                </a:lnTo>
                <a:lnTo>
                  <a:pt x="3094" y="472"/>
                </a:lnTo>
                <a:lnTo>
                  <a:pt x="3093" y="471"/>
                </a:lnTo>
                <a:lnTo>
                  <a:pt x="3094" y="470"/>
                </a:lnTo>
                <a:lnTo>
                  <a:pt x="3094" y="469"/>
                </a:lnTo>
                <a:lnTo>
                  <a:pt x="3095" y="469"/>
                </a:lnTo>
                <a:lnTo>
                  <a:pt x="3096" y="469"/>
                </a:lnTo>
                <a:lnTo>
                  <a:pt x="3096" y="467"/>
                </a:lnTo>
                <a:lnTo>
                  <a:pt x="3096" y="466"/>
                </a:lnTo>
                <a:lnTo>
                  <a:pt x="3096" y="465"/>
                </a:lnTo>
                <a:lnTo>
                  <a:pt x="3096" y="464"/>
                </a:lnTo>
                <a:lnTo>
                  <a:pt x="3096" y="463"/>
                </a:lnTo>
                <a:lnTo>
                  <a:pt x="3096" y="462"/>
                </a:lnTo>
                <a:lnTo>
                  <a:pt x="3095" y="462"/>
                </a:lnTo>
                <a:lnTo>
                  <a:pt x="3094" y="462"/>
                </a:lnTo>
                <a:lnTo>
                  <a:pt x="3093" y="462"/>
                </a:lnTo>
                <a:lnTo>
                  <a:pt x="3093" y="461"/>
                </a:lnTo>
                <a:lnTo>
                  <a:pt x="3094" y="461"/>
                </a:lnTo>
                <a:lnTo>
                  <a:pt x="3094" y="460"/>
                </a:lnTo>
                <a:lnTo>
                  <a:pt x="3094" y="461"/>
                </a:lnTo>
                <a:lnTo>
                  <a:pt x="3095" y="461"/>
                </a:lnTo>
                <a:lnTo>
                  <a:pt x="3096" y="461"/>
                </a:lnTo>
                <a:lnTo>
                  <a:pt x="3096" y="460"/>
                </a:lnTo>
                <a:lnTo>
                  <a:pt x="3097" y="460"/>
                </a:lnTo>
                <a:lnTo>
                  <a:pt x="3096" y="460"/>
                </a:lnTo>
                <a:lnTo>
                  <a:pt x="3096" y="459"/>
                </a:lnTo>
                <a:lnTo>
                  <a:pt x="3096" y="458"/>
                </a:lnTo>
                <a:lnTo>
                  <a:pt x="3095" y="458"/>
                </a:lnTo>
                <a:lnTo>
                  <a:pt x="3094" y="457"/>
                </a:lnTo>
                <a:lnTo>
                  <a:pt x="3094" y="456"/>
                </a:lnTo>
                <a:lnTo>
                  <a:pt x="3093" y="455"/>
                </a:lnTo>
                <a:lnTo>
                  <a:pt x="3093" y="454"/>
                </a:lnTo>
                <a:lnTo>
                  <a:pt x="3093" y="453"/>
                </a:lnTo>
                <a:lnTo>
                  <a:pt x="3092" y="452"/>
                </a:lnTo>
                <a:lnTo>
                  <a:pt x="3092" y="451"/>
                </a:lnTo>
                <a:lnTo>
                  <a:pt x="3092" y="450"/>
                </a:lnTo>
                <a:lnTo>
                  <a:pt x="3093" y="450"/>
                </a:lnTo>
                <a:lnTo>
                  <a:pt x="3093" y="449"/>
                </a:lnTo>
                <a:lnTo>
                  <a:pt x="3094" y="449"/>
                </a:lnTo>
                <a:lnTo>
                  <a:pt x="3095" y="449"/>
                </a:lnTo>
                <a:lnTo>
                  <a:pt x="3096" y="449"/>
                </a:lnTo>
                <a:lnTo>
                  <a:pt x="3097" y="449"/>
                </a:lnTo>
                <a:lnTo>
                  <a:pt x="3097" y="450"/>
                </a:lnTo>
                <a:lnTo>
                  <a:pt x="3098" y="450"/>
                </a:lnTo>
                <a:lnTo>
                  <a:pt x="3099" y="450"/>
                </a:lnTo>
                <a:lnTo>
                  <a:pt x="3100" y="450"/>
                </a:lnTo>
                <a:lnTo>
                  <a:pt x="3100" y="449"/>
                </a:lnTo>
                <a:lnTo>
                  <a:pt x="3100" y="448"/>
                </a:lnTo>
                <a:lnTo>
                  <a:pt x="3099" y="448"/>
                </a:lnTo>
                <a:lnTo>
                  <a:pt x="3098" y="447"/>
                </a:lnTo>
                <a:lnTo>
                  <a:pt x="3097" y="446"/>
                </a:lnTo>
                <a:lnTo>
                  <a:pt x="3096" y="446"/>
                </a:lnTo>
                <a:lnTo>
                  <a:pt x="3096" y="445"/>
                </a:lnTo>
                <a:lnTo>
                  <a:pt x="3095" y="445"/>
                </a:lnTo>
                <a:lnTo>
                  <a:pt x="3095" y="444"/>
                </a:lnTo>
                <a:lnTo>
                  <a:pt x="3096" y="443"/>
                </a:lnTo>
                <a:lnTo>
                  <a:pt x="3097" y="442"/>
                </a:lnTo>
                <a:lnTo>
                  <a:pt x="3098" y="442"/>
                </a:lnTo>
                <a:lnTo>
                  <a:pt x="3098" y="441"/>
                </a:lnTo>
                <a:lnTo>
                  <a:pt x="3099" y="441"/>
                </a:lnTo>
                <a:lnTo>
                  <a:pt x="3099" y="440"/>
                </a:lnTo>
                <a:lnTo>
                  <a:pt x="3098" y="440"/>
                </a:lnTo>
                <a:lnTo>
                  <a:pt x="3098" y="439"/>
                </a:lnTo>
                <a:lnTo>
                  <a:pt x="3097" y="439"/>
                </a:lnTo>
                <a:lnTo>
                  <a:pt x="3097" y="438"/>
                </a:lnTo>
                <a:lnTo>
                  <a:pt x="3096" y="438"/>
                </a:lnTo>
                <a:lnTo>
                  <a:pt x="3096" y="437"/>
                </a:lnTo>
                <a:lnTo>
                  <a:pt x="3096" y="436"/>
                </a:lnTo>
                <a:lnTo>
                  <a:pt x="3097" y="435"/>
                </a:lnTo>
                <a:lnTo>
                  <a:pt x="3098" y="435"/>
                </a:lnTo>
                <a:lnTo>
                  <a:pt x="3099" y="434"/>
                </a:lnTo>
                <a:lnTo>
                  <a:pt x="3100" y="434"/>
                </a:lnTo>
                <a:lnTo>
                  <a:pt x="3101" y="433"/>
                </a:lnTo>
                <a:lnTo>
                  <a:pt x="3102" y="433"/>
                </a:lnTo>
                <a:lnTo>
                  <a:pt x="3103" y="433"/>
                </a:lnTo>
                <a:lnTo>
                  <a:pt x="3104" y="433"/>
                </a:lnTo>
                <a:lnTo>
                  <a:pt x="3105" y="433"/>
                </a:lnTo>
                <a:lnTo>
                  <a:pt x="3105" y="432"/>
                </a:lnTo>
                <a:lnTo>
                  <a:pt x="3105" y="431"/>
                </a:lnTo>
                <a:lnTo>
                  <a:pt x="3105" y="430"/>
                </a:lnTo>
                <a:lnTo>
                  <a:pt x="3105" y="429"/>
                </a:lnTo>
                <a:lnTo>
                  <a:pt x="3105" y="428"/>
                </a:lnTo>
                <a:lnTo>
                  <a:pt x="3104" y="427"/>
                </a:lnTo>
                <a:lnTo>
                  <a:pt x="3104" y="426"/>
                </a:lnTo>
                <a:lnTo>
                  <a:pt x="3104" y="425"/>
                </a:lnTo>
                <a:lnTo>
                  <a:pt x="3104" y="424"/>
                </a:lnTo>
                <a:lnTo>
                  <a:pt x="3105" y="423"/>
                </a:lnTo>
                <a:lnTo>
                  <a:pt x="3106" y="422"/>
                </a:lnTo>
                <a:lnTo>
                  <a:pt x="3107" y="422"/>
                </a:lnTo>
                <a:lnTo>
                  <a:pt x="3108" y="422"/>
                </a:lnTo>
                <a:lnTo>
                  <a:pt x="3109" y="422"/>
                </a:lnTo>
                <a:lnTo>
                  <a:pt x="3109" y="421"/>
                </a:lnTo>
                <a:lnTo>
                  <a:pt x="3110" y="421"/>
                </a:lnTo>
                <a:lnTo>
                  <a:pt x="3111" y="420"/>
                </a:lnTo>
                <a:lnTo>
                  <a:pt x="3111" y="419"/>
                </a:lnTo>
                <a:lnTo>
                  <a:pt x="3111" y="418"/>
                </a:lnTo>
                <a:lnTo>
                  <a:pt x="3111" y="417"/>
                </a:lnTo>
                <a:lnTo>
                  <a:pt x="3110" y="417"/>
                </a:lnTo>
                <a:lnTo>
                  <a:pt x="3108" y="417"/>
                </a:lnTo>
                <a:lnTo>
                  <a:pt x="3107" y="417"/>
                </a:lnTo>
                <a:lnTo>
                  <a:pt x="3107" y="416"/>
                </a:lnTo>
                <a:lnTo>
                  <a:pt x="3106" y="416"/>
                </a:lnTo>
                <a:lnTo>
                  <a:pt x="3106" y="415"/>
                </a:lnTo>
                <a:lnTo>
                  <a:pt x="3106" y="414"/>
                </a:lnTo>
                <a:lnTo>
                  <a:pt x="3106" y="413"/>
                </a:lnTo>
                <a:lnTo>
                  <a:pt x="3107" y="412"/>
                </a:lnTo>
                <a:lnTo>
                  <a:pt x="3108" y="412"/>
                </a:lnTo>
                <a:lnTo>
                  <a:pt x="3109" y="412"/>
                </a:lnTo>
                <a:lnTo>
                  <a:pt x="3109" y="411"/>
                </a:lnTo>
                <a:lnTo>
                  <a:pt x="3110" y="411"/>
                </a:lnTo>
                <a:lnTo>
                  <a:pt x="3110" y="412"/>
                </a:lnTo>
                <a:lnTo>
                  <a:pt x="3111" y="411"/>
                </a:lnTo>
                <a:lnTo>
                  <a:pt x="3112" y="411"/>
                </a:lnTo>
                <a:lnTo>
                  <a:pt x="3113" y="411"/>
                </a:lnTo>
                <a:lnTo>
                  <a:pt x="3113" y="410"/>
                </a:lnTo>
                <a:lnTo>
                  <a:pt x="3113" y="409"/>
                </a:lnTo>
                <a:lnTo>
                  <a:pt x="3114" y="409"/>
                </a:lnTo>
                <a:lnTo>
                  <a:pt x="3114" y="408"/>
                </a:lnTo>
                <a:lnTo>
                  <a:pt x="3113" y="408"/>
                </a:lnTo>
                <a:lnTo>
                  <a:pt x="3113" y="407"/>
                </a:lnTo>
                <a:lnTo>
                  <a:pt x="3113" y="406"/>
                </a:lnTo>
                <a:lnTo>
                  <a:pt x="3113" y="405"/>
                </a:lnTo>
                <a:lnTo>
                  <a:pt x="3113" y="404"/>
                </a:lnTo>
                <a:lnTo>
                  <a:pt x="3113" y="403"/>
                </a:lnTo>
                <a:lnTo>
                  <a:pt x="3113" y="402"/>
                </a:lnTo>
                <a:lnTo>
                  <a:pt x="3113" y="401"/>
                </a:lnTo>
                <a:lnTo>
                  <a:pt x="3114" y="401"/>
                </a:lnTo>
                <a:lnTo>
                  <a:pt x="3115" y="401"/>
                </a:lnTo>
                <a:lnTo>
                  <a:pt x="3115" y="400"/>
                </a:lnTo>
                <a:lnTo>
                  <a:pt x="3116" y="400"/>
                </a:lnTo>
                <a:lnTo>
                  <a:pt x="3116" y="399"/>
                </a:lnTo>
                <a:lnTo>
                  <a:pt x="3116" y="398"/>
                </a:lnTo>
                <a:lnTo>
                  <a:pt x="3115" y="398"/>
                </a:lnTo>
                <a:lnTo>
                  <a:pt x="3115" y="397"/>
                </a:lnTo>
                <a:lnTo>
                  <a:pt x="3115" y="396"/>
                </a:lnTo>
                <a:lnTo>
                  <a:pt x="3114" y="396"/>
                </a:lnTo>
                <a:lnTo>
                  <a:pt x="3114" y="395"/>
                </a:lnTo>
                <a:lnTo>
                  <a:pt x="3113" y="395"/>
                </a:lnTo>
                <a:lnTo>
                  <a:pt x="3113" y="394"/>
                </a:lnTo>
                <a:lnTo>
                  <a:pt x="3112" y="394"/>
                </a:lnTo>
                <a:lnTo>
                  <a:pt x="3112" y="393"/>
                </a:lnTo>
                <a:lnTo>
                  <a:pt x="3113" y="392"/>
                </a:lnTo>
                <a:lnTo>
                  <a:pt x="3113" y="391"/>
                </a:lnTo>
                <a:lnTo>
                  <a:pt x="3113" y="390"/>
                </a:lnTo>
                <a:lnTo>
                  <a:pt x="3112" y="390"/>
                </a:lnTo>
                <a:lnTo>
                  <a:pt x="3112" y="389"/>
                </a:lnTo>
                <a:lnTo>
                  <a:pt x="3113" y="389"/>
                </a:lnTo>
                <a:lnTo>
                  <a:pt x="3113" y="388"/>
                </a:lnTo>
                <a:lnTo>
                  <a:pt x="3114" y="388"/>
                </a:lnTo>
                <a:lnTo>
                  <a:pt x="3114" y="387"/>
                </a:lnTo>
                <a:lnTo>
                  <a:pt x="3115" y="387"/>
                </a:lnTo>
                <a:lnTo>
                  <a:pt x="3115" y="386"/>
                </a:lnTo>
                <a:lnTo>
                  <a:pt x="3116" y="386"/>
                </a:lnTo>
                <a:lnTo>
                  <a:pt x="3116" y="385"/>
                </a:lnTo>
                <a:lnTo>
                  <a:pt x="3116" y="384"/>
                </a:lnTo>
                <a:lnTo>
                  <a:pt x="3117" y="384"/>
                </a:lnTo>
                <a:lnTo>
                  <a:pt x="3117" y="383"/>
                </a:lnTo>
                <a:lnTo>
                  <a:pt x="3117" y="381"/>
                </a:lnTo>
                <a:lnTo>
                  <a:pt x="3117" y="380"/>
                </a:lnTo>
                <a:lnTo>
                  <a:pt x="3118" y="380"/>
                </a:lnTo>
                <a:lnTo>
                  <a:pt x="3119" y="379"/>
                </a:lnTo>
                <a:lnTo>
                  <a:pt x="3119" y="378"/>
                </a:lnTo>
                <a:lnTo>
                  <a:pt x="3119" y="377"/>
                </a:lnTo>
                <a:lnTo>
                  <a:pt x="3119" y="376"/>
                </a:lnTo>
                <a:lnTo>
                  <a:pt x="3118" y="376"/>
                </a:lnTo>
                <a:lnTo>
                  <a:pt x="3119" y="376"/>
                </a:lnTo>
                <a:lnTo>
                  <a:pt x="3118" y="375"/>
                </a:lnTo>
                <a:lnTo>
                  <a:pt x="3118" y="374"/>
                </a:lnTo>
                <a:lnTo>
                  <a:pt x="3117" y="374"/>
                </a:lnTo>
                <a:lnTo>
                  <a:pt x="3116" y="373"/>
                </a:lnTo>
                <a:lnTo>
                  <a:pt x="3116" y="372"/>
                </a:lnTo>
                <a:lnTo>
                  <a:pt x="3116" y="371"/>
                </a:lnTo>
                <a:lnTo>
                  <a:pt x="3117" y="371"/>
                </a:lnTo>
                <a:lnTo>
                  <a:pt x="3117" y="370"/>
                </a:lnTo>
                <a:lnTo>
                  <a:pt x="3117" y="369"/>
                </a:lnTo>
                <a:lnTo>
                  <a:pt x="3117" y="368"/>
                </a:lnTo>
                <a:lnTo>
                  <a:pt x="3117" y="367"/>
                </a:lnTo>
                <a:lnTo>
                  <a:pt x="3117" y="366"/>
                </a:lnTo>
                <a:lnTo>
                  <a:pt x="3118" y="366"/>
                </a:lnTo>
                <a:lnTo>
                  <a:pt x="3118" y="365"/>
                </a:lnTo>
                <a:lnTo>
                  <a:pt x="3118" y="364"/>
                </a:lnTo>
                <a:lnTo>
                  <a:pt x="3117" y="363"/>
                </a:lnTo>
                <a:lnTo>
                  <a:pt x="3118" y="363"/>
                </a:lnTo>
                <a:lnTo>
                  <a:pt x="3118" y="362"/>
                </a:lnTo>
                <a:lnTo>
                  <a:pt x="3118" y="361"/>
                </a:lnTo>
                <a:lnTo>
                  <a:pt x="3119" y="361"/>
                </a:lnTo>
                <a:lnTo>
                  <a:pt x="3120" y="360"/>
                </a:lnTo>
                <a:lnTo>
                  <a:pt x="3121" y="360"/>
                </a:lnTo>
                <a:lnTo>
                  <a:pt x="3122" y="359"/>
                </a:lnTo>
                <a:lnTo>
                  <a:pt x="3123" y="359"/>
                </a:lnTo>
                <a:lnTo>
                  <a:pt x="3123" y="358"/>
                </a:lnTo>
                <a:lnTo>
                  <a:pt x="3123" y="357"/>
                </a:lnTo>
                <a:lnTo>
                  <a:pt x="3122" y="357"/>
                </a:lnTo>
                <a:lnTo>
                  <a:pt x="3122" y="356"/>
                </a:lnTo>
                <a:lnTo>
                  <a:pt x="3121" y="356"/>
                </a:lnTo>
                <a:lnTo>
                  <a:pt x="3121" y="355"/>
                </a:lnTo>
                <a:lnTo>
                  <a:pt x="3121" y="354"/>
                </a:lnTo>
                <a:lnTo>
                  <a:pt x="3120" y="354"/>
                </a:lnTo>
                <a:lnTo>
                  <a:pt x="3120" y="353"/>
                </a:lnTo>
                <a:lnTo>
                  <a:pt x="3120" y="352"/>
                </a:lnTo>
                <a:lnTo>
                  <a:pt x="3121" y="352"/>
                </a:lnTo>
                <a:lnTo>
                  <a:pt x="3122" y="352"/>
                </a:lnTo>
                <a:lnTo>
                  <a:pt x="3122" y="353"/>
                </a:lnTo>
                <a:lnTo>
                  <a:pt x="3123" y="353"/>
                </a:lnTo>
                <a:lnTo>
                  <a:pt x="3124" y="353"/>
                </a:lnTo>
                <a:lnTo>
                  <a:pt x="3125" y="353"/>
                </a:lnTo>
                <a:lnTo>
                  <a:pt x="3126" y="353"/>
                </a:lnTo>
                <a:lnTo>
                  <a:pt x="3127" y="353"/>
                </a:lnTo>
                <a:lnTo>
                  <a:pt x="3128" y="353"/>
                </a:lnTo>
                <a:lnTo>
                  <a:pt x="3128" y="352"/>
                </a:lnTo>
                <a:lnTo>
                  <a:pt x="3129" y="352"/>
                </a:lnTo>
                <a:lnTo>
                  <a:pt x="3130" y="352"/>
                </a:lnTo>
                <a:lnTo>
                  <a:pt x="3131" y="351"/>
                </a:lnTo>
                <a:lnTo>
                  <a:pt x="3132" y="350"/>
                </a:lnTo>
                <a:lnTo>
                  <a:pt x="3132" y="349"/>
                </a:lnTo>
                <a:lnTo>
                  <a:pt x="3133" y="349"/>
                </a:lnTo>
                <a:lnTo>
                  <a:pt x="3133" y="348"/>
                </a:lnTo>
                <a:lnTo>
                  <a:pt x="3134" y="347"/>
                </a:lnTo>
                <a:lnTo>
                  <a:pt x="3134" y="346"/>
                </a:lnTo>
                <a:lnTo>
                  <a:pt x="3135" y="346"/>
                </a:lnTo>
                <a:lnTo>
                  <a:pt x="3135" y="345"/>
                </a:lnTo>
                <a:lnTo>
                  <a:pt x="3135" y="344"/>
                </a:lnTo>
                <a:lnTo>
                  <a:pt x="3136" y="344"/>
                </a:lnTo>
                <a:lnTo>
                  <a:pt x="3136" y="343"/>
                </a:lnTo>
                <a:lnTo>
                  <a:pt x="3137" y="343"/>
                </a:lnTo>
                <a:lnTo>
                  <a:pt x="3137" y="341"/>
                </a:lnTo>
                <a:lnTo>
                  <a:pt x="3138" y="341"/>
                </a:lnTo>
                <a:lnTo>
                  <a:pt x="3138" y="340"/>
                </a:lnTo>
                <a:lnTo>
                  <a:pt x="3139" y="340"/>
                </a:lnTo>
                <a:lnTo>
                  <a:pt x="3140" y="340"/>
                </a:lnTo>
                <a:lnTo>
                  <a:pt x="3140" y="339"/>
                </a:lnTo>
                <a:lnTo>
                  <a:pt x="3141" y="339"/>
                </a:lnTo>
                <a:lnTo>
                  <a:pt x="3141" y="338"/>
                </a:lnTo>
                <a:lnTo>
                  <a:pt x="3141" y="336"/>
                </a:lnTo>
                <a:lnTo>
                  <a:pt x="3141" y="335"/>
                </a:lnTo>
                <a:lnTo>
                  <a:pt x="3142" y="335"/>
                </a:lnTo>
                <a:lnTo>
                  <a:pt x="3143" y="335"/>
                </a:lnTo>
                <a:lnTo>
                  <a:pt x="3144" y="335"/>
                </a:lnTo>
                <a:lnTo>
                  <a:pt x="3144" y="334"/>
                </a:lnTo>
                <a:lnTo>
                  <a:pt x="3144" y="333"/>
                </a:lnTo>
                <a:lnTo>
                  <a:pt x="3145" y="332"/>
                </a:lnTo>
                <a:lnTo>
                  <a:pt x="3145" y="330"/>
                </a:lnTo>
                <a:lnTo>
                  <a:pt x="3146" y="330"/>
                </a:lnTo>
                <a:lnTo>
                  <a:pt x="3146" y="329"/>
                </a:lnTo>
                <a:lnTo>
                  <a:pt x="3146" y="328"/>
                </a:lnTo>
                <a:lnTo>
                  <a:pt x="3146" y="327"/>
                </a:lnTo>
                <a:lnTo>
                  <a:pt x="3147" y="327"/>
                </a:lnTo>
                <a:lnTo>
                  <a:pt x="3148" y="327"/>
                </a:lnTo>
                <a:lnTo>
                  <a:pt x="3149" y="327"/>
                </a:lnTo>
                <a:lnTo>
                  <a:pt x="3149" y="326"/>
                </a:lnTo>
                <a:lnTo>
                  <a:pt x="3150" y="326"/>
                </a:lnTo>
                <a:lnTo>
                  <a:pt x="3151" y="326"/>
                </a:lnTo>
                <a:lnTo>
                  <a:pt x="3152" y="326"/>
                </a:lnTo>
                <a:lnTo>
                  <a:pt x="3152" y="325"/>
                </a:lnTo>
                <a:lnTo>
                  <a:pt x="3152" y="324"/>
                </a:lnTo>
                <a:lnTo>
                  <a:pt x="3152" y="323"/>
                </a:lnTo>
                <a:lnTo>
                  <a:pt x="3153" y="323"/>
                </a:lnTo>
                <a:lnTo>
                  <a:pt x="3153" y="322"/>
                </a:lnTo>
                <a:lnTo>
                  <a:pt x="3153" y="321"/>
                </a:lnTo>
                <a:lnTo>
                  <a:pt x="3154" y="321"/>
                </a:lnTo>
                <a:lnTo>
                  <a:pt x="3155" y="321"/>
                </a:lnTo>
                <a:lnTo>
                  <a:pt x="3156" y="321"/>
                </a:lnTo>
                <a:lnTo>
                  <a:pt x="3157" y="321"/>
                </a:lnTo>
                <a:lnTo>
                  <a:pt x="3157" y="320"/>
                </a:lnTo>
                <a:lnTo>
                  <a:pt x="3157" y="319"/>
                </a:lnTo>
                <a:lnTo>
                  <a:pt x="3156" y="319"/>
                </a:lnTo>
                <a:lnTo>
                  <a:pt x="3156" y="318"/>
                </a:lnTo>
                <a:lnTo>
                  <a:pt x="3155" y="318"/>
                </a:lnTo>
                <a:lnTo>
                  <a:pt x="3155" y="317"/>
                </a:lnTo>
                <a:lnTo>
                  <a:pt x="3155" y="316"/>
                </a:lnTo>
                <a:lnTo>
                  <a:pt x="3156" y="316"/>
                </a:lnTo>
                <a:lnTo>
                  <a:pt x="3157" y="316"/>
                </a:lnTo>
                <a:lnTo>
                  <a:pt x="3157" y="315"/>
                </a:lnTo>
                <a:lnTo>
                  <a:pt x="3158" y="315"/>
                </a:lnTo>
                <a:lnTo>
                  <a:pt x="3159" y="315"/>
                </a:lnTo>
                <a:lnTo>
                  <a:pt x="3160" y="315"/>
                </a:lnTo>
                <a:lnTo>
                  <a:pt x="3160" y="314"/>
                </a:lnTo>
                <a:lnTo>
                  <a:pt x="3161" y="314"/>
                </a:lnTo>
                <a:lnTo>
                  <a:pt x="3162" y="314"/>
                </a:lnTo>
                <a:lnTo>
                  <a:pt x="3162" y="313"/>
                </a:lnTo>
                <a:lnTo>
                  <a:pt x="3163" y="313"/>
                </a:lnTo>
                <a:lnTo>
                  <a:pt x="3163" y="312"/>
                </a:lnTo>
                <a:lnTo>
                  <a:pt x="3164" y="312"/>
                </a:lnTo>
                <a:lnTo>
                  <a:pt x="3164" y="311"/>
                </a:lnTo>
                <a:lnTo>
                  <a:pt x="3165" y="311"/>
                </a:lnTo>
                <a:lnTo>
                  <a:pt x="3165" y="310"/>
                </a:lnTo>
                <a:lnTo>
                  <a:pt x="3165" y="309"/>
                </a:lnTo>
                <a:lnTo>
                  <a:pt x="3165" y="308"/>
                </a:lnTo>
                <a:lnTo>
                  <a:pt x="3164" y="308"/>
                </a:lnTo>
                <a:lnTo>
                  <a:pt x="3164" y="307"/>
                </a:lnTo>
                <a:lnTo>
                  <a:pt x="3163" y="307"/>
                </a:lnTo>
                <a:lnTo>
                  <a:pt x="3163" y="306"/>
                </a:lnTo>
                <a:lnTo>
                  <a:pt x="3163" y="305"/>
                </a:lnTo>
                <a:lnTo>
                  <a:pt x="3164" y="305"/>
                </a:lnTo>
                <a:lnTo>
                  <a:pt x="3164" y="304"/>
                </a:lnTo>
                <a:lnTo>
                  <a:pt x="3165" y="304"/>
                </a:lnTo>
                <a:lnTo>
                  <a:pt x="3166" y="304"/>
                </a:lnTo>
                <a:lnTo>
                  <a:pt x="3168" y="304"/>
                </a:lnTo>
                <a:lnTo>
                  <a:pt x="3169" y="304"/>
                </a:lnTo>
                <a:lnTo>
                  <a:pt x="3169" y="305"/>
                </a:lnTo>
                <a:lnTo>
                  <a:pt x="3170" y="305"/>
                </a:lnTo>
                <a:lnTo>
                  <a:pt x="3171" y="305"/>
                </a:lnTo>
                <a:lnTo>
                  <a:pt x="3172" y="305"/>
                </a:lnTo>
                <a:lnTo>
                  <a:pt x="3172" y="304"/>
                </a:lnTo>
                <a:lnTo>
                  <a:pt x="3173" y="304"/>
                </a:lnTo>
                <a:lnTo>
                  <a:pt x="3173" y="303"/>
                </a:lnTo>
                <a:lnTo>
                  <a:pt x="3173" y="302"/>
                </a:lnTo>
                <a:lnTo>
                  <a:pt x="3173" y="301"/>
                </a:lnTo>
                <a:lnTo>
                  <a:pt x="3173" y="300"/>
                </a:lnTo>
                <a:lnTo>
                  <a:pt x="3172" y="300"/>
                </a:lnTo>
                <a:lnTo>
                  <a:pt x="3172" y="299"/>
                </a:lnTo>
                <a:lnTo>
                  <a:pt x="3173" y="298"/>
                </a:lnTo>
                <a:lnTo>
                  <a:pt x="3173" y="297"/>
                </a:lnTo>
                <a:lnTo>
                  <a:pt x="3174" y="297"/>
                </a:lnTo>
                <a:lnTo>
                  <a:pt x="3174" y="298"/>
                </a:lnTo>
                <a:lnTo>
                  <a:pt x="3175" y="298"/>
                </a:lnTo>
                <a:lnTo>
                  <a:pt x="3177" y="298"/>
                </a:lnTo>
                <a:lnTo>
                  <a:pt x="3177" y="297"/>
                </a:lnTo>
                <a:lnTo>
                  <a:pt x="3178" y="297"/>
                </a:lnTo>
                <a:lnTo>
                  <a:pt x="3179" y="296"/>
                </a:lnTo>
                <a:lnTo>
                  <a:pt x="3180" y="296"/>
                </a:lnTo>
                <a:lnTo>
                  <a:pt x="3180" y="295"/>
                </a:lnTo>
                <a:lnTo>
                  <a:pt x="3181" y="295"/>
                </a:lnTo>
                <a:lnTo>
                  <a:pt x="3182" y="295"/>
                </a:lnTo>
                <a:lnTo>
                  <a:pt x="3182" y="294"/>
                </a:lnTo>
                <a:lnTo>
                  <a:pt x="3183" y="294"/>
                </a:lnTo>
                <a:lnTo>
                  <a:pt x="3184" y="294"/>
                </a:lnTo>
                <a:lnTo>
                  <a:pt x="3185" y="293"/>
                </a:lnTo>
                <a:lnTo>
                  <a:pt x="3186" y="293"/>
                </a:lnTo>
                <a:lnTo>
                  <a:pt x="3186" y="292"/>
                </a:lnTo>
                <a:lnTo>
                  <a:pt x="3186" y="291"/>
                </a:lnTo>
                <a:lnTo>
                  <a:pt x="3186" y="289"/>
                </a:lnTo>
                <a:lnTo>
                  <a:pt x="3185" y="288"/>
                </a:lnTo>
                <a:lnTo>
                  <a:pt x="3185" y="287"/>
                </a:lnTo>
                <a:lnTo>
                  <a:pt x="3185" y="286"/>
                </a:lnTo>
                <a:lnTo>
                  <a:pt x="3186" y="286"/>
                </a:lnTo>
                <a:lnTo>
                  <a:pt x="3186" y="285"/>
                </a:lnTo>
                <a:lnTo>
                  <a:pt x="3186" y="284"/>
                </a:lnTo>
                <a:lnTo>
                  <a:pt x="3187" y="284"/>
                </a:lnTo>
                <a:lnTo>
                  <a:pt x="3188" y="283"/>
                </a:lnTo>
                <a:lnTo>
                  <a:pt x="3189" y="283"/>
                </a:lnTo>
                <a:lnTo>
                  <a:pt x="3189" y="282"/>
                </a:lnTo>
                <a:lnTo>
                  <a:pt x="3189" y="281"/>
                </a:lnTo>
                <a:lnTo>
                  <a:pt x="3190" y="281"/>
                </a:lnTo>
                <a:lnTo>
                  <a:pt x="3190" y="280"/>
                </a:lnTo>
                <a:lnTo>
                  <a:pt x="3190" y="279"/>
                </a:lnTo>
                <a:lnTo>
                  <a:pt x="3190" y="278"/>
                </a:lnTo>
                <a:lnTo>
                  <a:pt x="3191" y="277"/>
                </a:lnTo>
                <a:lnTo>
                  <a:pt x="3191" y="276"/>
                </a:lnTo>
                <a:lnTo>
                  <a:pt x="3191" y="274"/>
                </a:lnTo>
                <a:lnTo>
                  <a:pt x="3190" y="274"/>
                </a:lnTo>
                <a:lnTo>
                  <a:pt x="3189" y="273"/>
                </a:lnTo>
                <a:lnTo>
                  <a:pt x="3188" y="273"/>
                </a:lnTo>
                <a:lnTo>
                  <a:pt x="3187" y="273"/>
                </a:lnTo>
                <a:lnTo>
                  <a:pt x="3186" y="272"/>
                </a:lnTo>
                <a:lnTo>
                  <a:pt x="3186" y="271"/>
                </a:lnTo>
                <a:lnTo>
                  <a:pt x="3186" y="270"/>
                </a:lnTo>
                <a:lnTo>
                  <a:pt x="3186" y="268"/>
                </a:lnTo>
                <a:lnTo>
                  <a:pt x="3187" y="266"/>
                </a:lnTo>
                <a:lnTo>
                  <a:pt x="3188" y="265"/>
                </a:lnTo>
                <a:lnTo>
                  <a:pt x="3188" y="264"/>
                </a:lnTo>
                <a:lnTo>
                  <a:pt x="3188" y="263"/>
                </a:lnTo>
                <a:lnTo>
                  <a:pt x="3189" y="263"/>
                </a:lnTo>
                <a:lnTo>
                  <a:pt x="3190" y="261"/>
                </a:lnTo>
                <a:lnTo>
                  <a:pt x="3191" y="261"/>
                </a:lnTo>
                <a:lnTo>
                  <a:pt x="3192" y="261"/>
                </a:lnTo>
                <a:lnTo>
                  <a:pt x="3193" y="261"/>
                </a:lnTo>
                <a:lnTo>
                  <a:pt x="3193" y="260"/>
                </a:lnTo>
                <a:lnTo>
                  <a:pt x="3193" y="259"/>
                </a:lnTo>
                <a:lnTo>
                  <a:pt x="3192" y="259"/>
                </a:lnTo>
                <a:lnTo>
                  <a:pt x="3191" y="259"/>
                </a:lnTo>
                <a:lnTo>
                  <a:pt x="3191" y="258"/>
                </a:lnTo>
                <a:lnTo>
                  <a:pt x="3192" y="258"/>
                </a:lnTo>
                <a:lnTo>
                  <a:pt x="3192" y="257"/>
                </a:lnTo>
                <a:lnTo>
                  <a:pt x="3192" y="256"/>
                </a:lnTo>
                <a:lnTo>
                  <a:pt x="3193" y="256"/>
                </a:lnTo>
                <a:lnTo>
                  <a:pt x="3194" y="255"/>
                </a:lnTo>
                <a:lnTo>
                  <a:pt x="3194" y="254"/>
                </a:lnTo>
                <a:lnTo>
                  <a:pt x="3194" y="253"/>
                </a:lnTo>
                <a:lnTo>
                  <a:pt x="3194" y="252"/>
                </a:lnTo>
                <a:lnTo>
                  <a:pt x="3194" y="251"/>
                </a:lnTo>
                <a:lnTo>
                  <a:pt x="3193" y="251"/>
                </a:lnTo>
                <a:lnTo>
                  <a:pt x="3193" y="250"/>
                </a:lnTo>
                <a:lnTo>
                  <a:pt x="3192" y="250"/>
                </a:lnTo>
                <a:lnTo>
                  <a:pt x="3192" y="249"/>
                </a:lnTo>
                <a:lnTo>
                  <a:pt x="3192" y="248"/>
                </a:lnTo>
                <a:lnTo>
                  <a:pt x="3193" y="248"/>
                </a:lnTo>
                <a:lnTo>
                  <a:pt x="3194" y="246"/>
                </a:lnTo>
                <a:lnTo>
                  <a:pt x="3195" y="246"/>
                </a:lnTo>
                <a:lnTo>
                  <a:pt x="3195" y="245"/>
                </a:lnTo>
                <a:lnTo>
                  <a:pt x="3195" y="244"/>
                </a:lnTo>
                <a:lnTo>
                  <a:pt x="3195" y="243"/>
                </a:lnTo>
                <a:lnTo>
                  <a:pt x="3194" y="243"/>
                </a:lnTo>
                <a:lnTo>
                  <a:pt x="3194" y="242"/>
                </a:lnTo>
                <a:lnTo>
                  <a:pt x="3193" y="242"/>
                </a:lnTo>
                <a:lnTo>
                  <a:pt x="3192" y="241"/>
                </a:lnTo>
                <a:lnTo>
                  <a:pt x="3191" y="240"/>
                </a:lnTo>
                <a:lnTo>
                  <a:pt x="3191" y="239"/>
                </a:lnTo>
                <a:lnTo>
                  <a:pt x="3190" y="239"/>
                </a:lnTo>
                <a:lnTo>
                  <a:pt x="3190" y="238"/>
                </a:lnTo>
                <a:lnTo>
                  <a:pt x="3189" y="238"/>
                </a:lnTo>
                <a:lnTo>
                  <a:pt x="3188" y="236"/>
                </a:lnTo>
                <a:lnTo>
                  <a:pt x="3188" y="235"/>
                </a:lnTo>
                <a:lnTo>
                  <a:pt x="3188" y="234"/>
                </a:lnTo>
                <a:lnTo>
                  <a:pt x="3187" y="234"/>
                </a:lnTo>
                <a:lnTo>
                  <a:pt x="3187" y="233"/>
                </a:lnTo>
                <a:lnTo>
                  <a:pt x="3187" y="232"/>
                </a:lnTo>
                <a:lnTo>
                  <a:pt x="3188" y="231"/>
                </a:lnTo>
                <a:lnTo>
                  <a:pt x="3188" y="230"/>
                </a:lnTo>
                <a:lnTo>
                  <a:pt x="3188" y="229"/>
                </a:lnTo>
                <a:lnTo>
                  <a:pt x="3189" y="229"/>
                </a:lnTo>
                <a:lnTo>
                  <a:pt x="3189" y="228"/>
                </a:lnTo>
                <a:lnTo>
                  <a:pt x="3189" y="227"/>
                </a:lnTo>
                <a:lnTo>
                  <a:pt x="3188" y="226"/>
                </a:lnTo>
                <a:lnTo>
                  <a:pt x="3187" y="226"/>
                </a:lnTo>
                <a:lnTo>
                  <a:pt x="3187" y="225"/>
                </a:lnTo>
                <a:lnTo>
                  <a:pt x="3185" y="225"/>
                </a:lnTo>
                <a:lnTo>
                  <a:pt x="3185" y="226"/>
                </a:lnTo>
                <a:lnTo>
                  <a:pt x="3184" y="226"/>
                </a:lnTo>
                <a:lnTo>
                  <a:pt x="3183" y="226"/>
                </a:lnTo>
                <a:lnTo>
                  <a:pt x="3182" y="226"/>
                </a:lnTo>
                <a:lnTo>
                  <a:pt x="3182" y="225"/>
                </a:lnTo>
                <a:lnTo>
                  <a:pt x="3181" y="223"/>
                </a:lnTo>
                <a:lnTo>
                  <a:pt x="3181" y="222"/>
                </a:lnTo>
                <a:lnTo>
                  <a:pt x="3180" y="222"/>
                </a:lnTo>
                <a:lnTo>
                  <a:pt x="3180" y="221"/>
                </a:lnTo>
                <a:lnTo>
                  <a:pt x="3179" y="221"/>
                </a:lnTo>
                <a:lnTo>
                  <a:pt x="3178" y="220"/>
                </a:lnTo>
                <a:lnTo>
                  <a:pt x="3177" y="220"/>
                </a:lnTo>
                <a:lnTo>
                  <a:pt x="3176" y="220"/>
                </a:lnTo>
                <a:lnTo>
                  <a:pt x="3175" y="220"/>
                </a:lnTo>
                <a:lnTo>
                  <a:pt x="3174" y="220"/>
                </a:lnTo>
                <a:lnTo>
                  <a:pt x="3174" y="219"/>
                </a:lnTo>
                <a:lnTo>
                  <a:pt x="3173" y="219"/>
                </a:lnTo>
                <a:lnTo>
                  <a:pt x="3173" y="218"/>
                </a:lnTo>
                <a:lnTo>
                  <a:pt x="3171" y="217"/>
                </a:lnTo>
                <a:lnTo>
                  <a:pt x="3170" y="217"/>
                </a:lnTo>
                <a:lnTo>
                  <a:pt x="3170" y="215"/>
                </a:lnTo>
                <a:lnTo>
                  <a:pt x="3169" y="215"/>
                </a:lnTo>
                <a:lnTo>
                  <a:pt x="3169" y="213"/>
                </a:lnTo>
                <a:lnTo>
                  <a:pt x="3169" y="212"/>
                </a:lnTo>
                <a:lnTo>
                  <a:pt x="3169" y="211"/>
                </a:lnTo>
                <a:lnTo>
                  <a:pt x="3168" y="211"/>
                </a:lnTo>
                <a:lnTo>
                  <a:pt x="3168" y="210"/>
                </a:lnTo>
                <a:lnTo>
                  <a:pt x="3167" y="209"/>
                </a:lnTo>
                <a:lnTo>
                  <a:pt x="3168" y="208"/>
                </a:lnTo>
                <a:lnTo>
                  <a:pt x="3169" y="208"/>
                </a:lnTo>
                <a:lnTo>
                  <a:pt x="3170" y="208"/>
                </a:lnTo>
                <a:lnTo>
                  <a:pt x="3171" y="207"/>
                </a:lnTo>
                <a:lnTo>
                  <a:pt x="3171" y="206"/>
                </a:lnTo>
                <a:lnTo>
                  <a:pt x="3171" y="205"/>
                </a:lnTo>
                <a:lnTo>
                  <a:pt x="3171" y="204"/>
                </a:lnTo>
                <a:lnTo>
                  <a:pt x="3170" y="204"/>
                </a:lnTo>
                <a:lnTo>
                  <a:pt x="3170" y="203"/>
                </a:lnTo>
                <a:lnTo>
                  <a:pt x="3170" y="202"/>
                </a:lnTo>
                <a:lnTo>
                  <a:pt x="3171" y="200"/>
                </a:lnTo>
                <a:lnTo>
                  <a:pt x="3172" y="200"/>
                </a:lnTo>
                <a:lnTo>
                  <a:pt x="3172" y="199"/>
                </a:lnTo>
                <a:lnTo>
                  <a:pt x="3172" y="198"/>
                </a:lnTo>
                <a:lnTo>
                  <a:pt x="3172" y="197"/>
                </a:lnTo>
                <a:lnTo>
                  <a:pt x="3172" y="196"/>
                </a:lnTo>
                <a:lnTo>
                  <a:pt x="3173" y="196"/>
                </a:lnTo>
                <a:lnTo>
                  <a:pt x="3173" y="195"/>
                </a:lnTo>
                <a:lnTo>
                  <a:pt x="3174" y="194"/>
                </a:lnTo>
                <a:lnTo>
                  <a:pt x="3174" y="193"/>
                </a:lnTo>
                <a:lnTo>
                  <a:pt x="3174" y="191"/>
                </a:lnTo>
                <a:lnTo>
                  <a:pt x="3173" y="190"/>
                </a:lnTo>
                <a:lnTo>
                  <a:pt x="3173" y="189"/>
                </a:lnTo>
                <a:lnTo>
                  <a:pt x="3172" y="187"/>
                </a:lnTo>
                <a:lnTo>
                  <a:pt x="3172" y="186"/>
                </a:lnTo>
                <a:lnTo>
                  <a:pt x="3172" y="185"/>
                </a:lnTo>
                <a:lnTo>
                  <a:pt x="3172" y="184"/>
                </a:lnTo>
                <a:lnTo>
                  <a:pt x="3173" y="184"/>
                </a:lnTo>
                <a:lnTo>
                  <a:pt x="3173" y="183"/>
                </a:lnTo>
                <a:lnTo>
                  <a:pt x="3174" y="183"/>
                </a:lnTo>
                <a:lnTo>
                  <a:pt x="3174" y="182"/>
                </a:lnTo>
                <a:lnTo>
                  <a:pt x="3174" y="181"/>
                </a:lnTo>
                <a:lnTo>
                  <a:pt x="3174" y="180"/>
                </a:lnTo>
                <a:lnTo>
                  <a:pt x="3173" y="179"/>
                </a:lnTo>
                <a:lnTo>
                  <a:pt x="3172" y="179"/>
                </a:lnTo>
                <a:lnTo>
                  <a:pt x="3172" y="178"/>
                </a:lnTo>
                <a:lnTo>
                  <a:pt x="3171" y="178"/>
                </a:lnTo>
                <a:lnTo>
                  <a:pt x="3171" y="177"/>
                </a:lnTo>
                <a:lnTo>
                  <a:pt x="3171" y="176"/>
                </a:lnTo>
                <a:lnTo>
                  <a:pt x="3172" y="176"/>
                </a:lnTo>
                <a:lnTo>
                  <a:pt x="3172" y="175"/>
                </a:lnTo>
                <a:lnTo>
                  <a:pt x="3173" y="175"/>
                </a:lnTo>
                <a:lnTo>
                  <a:pt x="3174" y="175"/>
                </a:lnTo>
                <a:lnTo>
                  <a:pt x="3174" y="174"/>
                </a:lnTo>
                <a:lnTo>
                  <a:pt x="3175" y="174"/>
                </a:lnTo>
                <a:lnTo>
                  <a:pt x="3176" y="173"/>
                </a:lnTo>
                <a:lnTo>
                  <a:pt x="3176" y="172"/>
                </a:lnTo>
                <a:lnTo>
                  <a:pt x="3176" y="171"/>
                </a:lnTo>
                <a:lnTo>
                  <a:pt x="3176" y="170"/>
                </a:lnTo>
                <a:lnTo>
                  <a:pt x="3175" y="170"/>
                </a:lnTo>
                <a:lnTo>
                  <a:pt x="3175" y="169"/>
                </a:lnTo>
                <a:lnTo>
                  <a:pt x="3174" y="169"/>
                </a:lnTo>
                <a:lnTo>
                  <a:pt x="3173" y="169"/>
                </a:lnTo>
                <a:lnTo>
                  <a:pt x="3172" y="169"/>
                </a:lnTo>
                <a:lnTo>
                  <a:pt x="3171" y="170"/>
                </a:lnTo>
                <a:lnTo>
                  <a:pt x="3170" y="170"/>
                </a:lnTo>
                <a:lnTo>
                  <a:pt x="3169" y="170"/>
                </a:lnTo>
                <a:lnTo>
                  <a:pt x="3169" y="169"/>
                </a:lnTo>
                <a:lnTo>
                  <a:pt x="3168" y="168"/>
                </a:lnTo>
                <a:lnTo>
                  <a:pt x="3167" y="167"/>
                </a:lnTo>
                <a:lnTo>
                  <a:pt x="3166" y="167"/>
                </a:lnTo>
                <a:lnTo>
                  <a:pt x="3165" y="167"/>
                </a:lnTo>
                <a:lnTo>
                  <a:pt x="3164" y="167"/>
                </a:lnTo>
                <a:lnTo>
                  <a:pt x="3162" y="167"/>
                </a:lnTo>
                <a:lnTo>
                  <a:pt x="3161" y="167"/>
                </a:lnTo>
                <a:lnTo>
                  <a:pt x="3160" y="166"/>
                </a:lnTo>
                <a:lnTo>
                  <a:pt x="3159" y="165"/>
                </a:lnTo>
                <a:lnTo>
                  <a:pt x="3159" y="164"/>
                </a:lnTo>
                <a:lnTo>
                  <a:pt x="3158" y="164"/>
                </a:lnTo>
                <a:lnTo>
                  <a:pt x="3158" y="163"/>
                </a:lnTo>
                <a:lnTo>
                  <a:pt x="3157" y="163"/>
                </a:lnTo>
                <a:lnTo>
                  <a:pt x="3156" y="163"/>
                </a:lnTo>
                <a:lnTo>
                  <a:pt x="3155" y="163"/>
                </a:lnTo>
                <a:lnTo>
                  <a:pt x="3154" y="164"/>
                </a:lnTo>
                <a:lnTo>
                  <a:pt x="3153" y="164"/>
                </a:lnTo>
                <a:lnTo>
                  <a:pt x="3153" y="163"/>
                </a:lnTo>
                <a:lnTo>
                  <a:pt x="3152" y="163"/>
                </a:lnTo>
                <a:lnTo>
                  <a:pt x="3151" y="162"/>
                </a:lnTo>
                <a:lnTo>
                  <a:pt x="3150" y="162"/>
                </a:lnTo>
                <a:lnTo>
                  <a:pt x="3149" y="161"/>
                </a:lnTo>
                <a:lnTo>
                  <a:pt x="3147" y="161"/>
                </a:lnTo>
                <a:lnTo>
                  <a:pt x="3145" y="160"/>
                </a:lnTo>
                <a:lnTo>
                  <a:pt x="3143" y="159"/>
                </a:lnTo>
                <a:lnTo>
                  <a:pt x="3142" y="158"/>
                </a:lnTo>
                <a:lnTo>
                  <a:pt x="3140" y="157"/>
                </a:lnTo>
                <a:lnTo>
                  <a:pt x="3139" y="156"/>
                </a:lnTo>
                <a:lnTo>
                  <a:pt x="3138" y="156"/>
                </a:lnTo>
                <a:lnTo>
                  <a:pt x="3137" y="156"/>
                </a:lnTo>
                <a:lnTo>
                  <a:pt x="3136" y="157"/>
                </a:lnTo>
                <a:lnTo>
                  <a:pt x="3135" y="157"/>
                </a:lnTo>
                <a:lnTo>
                  <a:pt x="3135" y="158"/>
                </a:lnTo>
                <a:lnTo>
                  <a:pt x="3135" y="159"/>
                </a:lnTo>
                <a:lnTo>
                  <a:pt x="3134" y="159"/>
                </a:lnTo>
                <a:lnTo>
                  <a:pt x="3133" y="160"/>
                </a:lnTo>
                <a:lnTo>
                  <a:pt x="3133" y="161"/>
                </a:lnTo>
                <a:lnTo>
                  <a:pt x="3132" y="161"/>
                </a:lnTo>
                <a:lnTo>
                  <a:pt x="3132" y="162"/>
                </a:lnTo>
                <a:lnTo>
                  <a:pt x="3131" y="162"/>
                </a:lnTo>
                <a:lnTo>
                  <a:pt x="3131" y="163"/>
                </a:lnTo>
                <a:lnTo>
                  <a:pt x="3130" y="163"/>
                </a:lnTo>
                <a:lnTo>
                  <a:pt x="3129" y="163"/>
                </a:lnTo>
                <a:lnTo>
                  <a:pt x="3128" y="163"/>
                </a:lnTo>
                <a:lnTo>
                  <a:pt x="3127" y="163"/>
                </a:lnTo>
                <a:lnTo>
                  <a:pt x="3126" y="163"/>
                </a:lnTo>
                <a:lnTo>
                  <a:pt x="3124" y="163"/>
                </a:lnTo>
                <a:lnTo>
                  <a:pt x="3123" y="163"/>
                </a:lnTo>
                <a:lnTo>
                  <a:pt x="3122" y="163"/>
                </a:lnTo>
                <a:lnTo>
                  <a:pt x="3122" y="164"/>
                </a:lnTo>
                <a:lnTo>
                  <a:pt x="3121" y="164"/>
                </a:lnTo>
                <a:lnTo>
                  <a:pt x="3120" y="164"/>
                </a:lnTo>
                <a:lnTo>
                  <a:pt x="3119" y="164"/>
                </a:lnTo>
                <a:lnTo>
                  <a:pt x="3119" y="163"/>
                </a:lnTo>
                <a:lnTo>
                  <a:pt x="3118" y="163"/>
                </a:lnTo>
                <a:lnTo>
                  <a:pt x="3117" y="163"/>
                </a:lnTo>
                <a:lnTo>
                  <a:pt x="3117" y="164"/>
                </a:lnTo>
                <a:lnTo>
                  <a:pt x="3116" y="164"/>
                </a:lnTo>
                <a:lnTo>
                  <a:pt x="3115" y="165"/>
                </a:lnTo>
                <a:lnTo>
                  <a:pt x="3115" y="166"/>
                </a:lnTo>
                <a:lnTo>
                  <a:pt x="3114" y="166"/>
                </a:lnTo>
                <a:lnTo>
                  <a:pt x="3114" y="167"/>
                </a:lnTo>
                <a:lnTo>
                  <a:pt x="3113" y="167"/>
                </a:lnTo>
                <a:lnTo>
                  <a:pt x="3113" y="168"/>
                </a:lnTo>
                <a:lnTo>
                  <a:pt x="3112" y="168"/>
                </a:lnTo>
                <a:lnTo>
                  <a:pt x="3111" y="169"/>
                </a:lnTo>
                <a:lnTo>
                  <a:pt x="3110" y="170"/>
                </a:lnTo>
                <a:lnTo>
                  <a:pt x="3109" y="171"/>
                </a:lnTo>
                <a:lnTo>
                  <a:pt x="3109" y="172"/>
                </a:lnTo>
                <a:lnTo>
                  <a:pt x="3108" y="172"/>
                </a:lnTo>
                <a:lnTo>
                  <a:pt x="3108" y="173"/>
                </a:lnTo>
                <a:lnTo>
                  <a:pt x="3107" y="174"/>
                </a:lnTo>
                <a:lnTo>
                  <a:pt x="3106" y="174"/>
                </a:lnTo>
                <a:lnTo>
                  <a:pt x="3104" y="174"/>
                </a:lnTo>
                <a:lnTo>
                  <a:pt x="3102" y="174"/>
                </a:lnTo>
                <a:lnTo>
                  <a:pt x="3097" y="174"/>
                </a:lnTo>
                <a:lnTo>
                  <a:pt x="3096" y="174"/>
                </a:lnTo>
                <a:lnTo>
                  <a:pt x="3095" y="175"/>
                </a:lnTo>
                <a:lnTo>
                  <a:pt x="3095" y="174"/>
                </a:lnTo>
                <a:lnTo>
                  <a:pt x="3094" y="174"/>
                </a:lnTo>
                <a:lnTo>
                  <a:pt x="3094" y="175"/>
                </a:lnTo>
                <a:lnTo>
                  <a:pt x="3093" y="175"/>
                </a:lnTo>
                <a:lnTo>
                  <a:pt x="3091" y="175"/>
                </a:lnTo>
                <a:lnTo>
                  <a:pt x="3090" y="175"/>
                </a:lnTo>
                <a:lnTo>
                  <a:pt x="3089" y="174"/>
                </a:lnTo>
                <a:lnTo>
                  <a:pt x="3088" y="174"/>
                </a:lnTo>
                <a:lnTo>
                  <a:pt x="3088" y="173"/>
                </a:lnTo>
                <a:lnTo>
                  <a:pt x="3087" y="173"/>
                </a:lnTo>
                <a:lnTo>
                  <a:pt x="3086" y="171"/>
                </a:lnTo>
                <a:lnTo>
                  <a:pt x="3086" y="170"/>
                </a:lnTo>
                <a:lnTo>
                  <a:pt x="3086" y="169"/>
                </a:lnTo>
                <a:lnTo>
                  <a:pt x="3086" y="168"/>
                </a:lnTo>
                <a:lnTo>
                  <a:pt x="3085" y="168"/>
                </a:lnTo>
                <a:lnTo>
                  <a:pt x="3085" y="167"/>
                </a:lnTo>
                <a:lnTo>
                  <a:pt x="3085" y="166"/>
                </a:lnTo>
                <a:lnTo>
                  <a:pt x="3084" y="166"/>
                </a:lnTo>
                <a:lnTo>
                  <a:pt x="3084" y="165"/>
                </a:lnTo>
                <a:lnTo>
                  <a:pt x="3084" y="164"/>
                </a:lnTo>
                <a:lnTo>
                  <a:pt x="3085" y="162"/>
                </a:lnTo>
                <a:lnTo>
                  <a:pt x="3085" y="161"/>
                </a:lnTo>
                <a:lnTo>
                  <a:pt x="3085" y="160"/>
                </a:lnTo>
                <a:lnTo>
                  <a:pt x="3085" y="159"/>
                </a:lnTo>
                <a:lnTo>
                  <a:pt x="3085" y="158"/>
                </a:lnTo>
                <a:lnTo>
                  <a:pt x="3085" y="156"/>
                </a:lnTo>
                <a:lnTo>
                  <a:pt x="3085" y="155"/>
                </a:lnTo>
                <a:lnTo>
                  <a:pt x="3086" y="155"/>
                </a:lnTo>
                <a:lnTo>
                  <a:pt x="3086" y="154"/>
                </a:lnTo>
                <a:lnTo>
                  <a:pt x="3086" y="153"/>
                </a:lnTo>
                <a:lnTo>
                  <a:pt x="3087" y="153"/>
                </a:lnTo>
                <a:lnTo>
                  <a:pt x="3087" y="152"/>
                </a:lnTo>
                <a:lnTo>
                  <a:pt x="3087" y="151"/>
                </a:lnTo>
                <a:lnTo>
                  <a:pt x="3086" y="151"/>
                </a:lnTo>
                <a:lnTo>
                  <a:pt x="3086" y="150"/>
                </a:lnTo>
                <a:lnTo>
                  <a:pt x="3085" y="150"/>
                </a:lnTo>
                <a:lnTo>
                  <a:pt x="3085" y="149"/>
                </a:lnTo>
                <a:lnTo>
                  <a:pt x="3085" y="148"/>
                </a:lnTo>
                <a:lnTo>
                  <a:pt x="3085" y="147"/>
                </a:lnTo>
                <a:lnTo>
                  <a:pt x="3084" y="146"/>
                </a:lnTo>
                <a:lnTo>
                  <a:pt x="3084" y="145"/>
                </a:lnTo>
                <a:lnTo>
                  <a:pt x="3083" y="144"/>
                </a:lnTo>
                <a:lnTo>
                  <a:pt x="3082" y="143"/>
                </a:lnTo>
                <a:lnTo>
                  <a:pt x="3082" y="142"/>
                </a:lnTo>
                <a:lnTo>
                  <a:pt x="3081" y="142"/>
                </a:lnTo>
                <a:lnTo>
                  <a:pt x="3081" y="141"/>
                </a:lnTo>
                <a:lnTo>
                  <a:pt x="3080" y="141"/>
                </a:lnTo>
                <a:lnTo>
                  <a:pt x="3080" y="140"/>
                </a:lnTo>
                <a:lnTo>
                  <a:pt x="3080" y="139"/>
                </a:lnTo>
                <a:lnTo>
                  <a:pt x="3080" y="138"/>
                </a:lnTo>
                <a:lnTo>
                  <a:pt x="3081" y="138"/>
                </a:lnTo>
                <a:lnTo>
                  <a:pt x="3081" y="137"/>
                </a:lnTo>
                <a:lnTo>
                  <a:pt x="3082" y="137"/>
                </a:lnTo>
                <a:lnTo>
                  <a:pt x="3083" y="137"/>
                </a:lnTo>
                <a:lnTo>
                  <a:pt x="3084" y="137"/>
                </a:lnTo>
                <a:lnTo>
                  <a:pt x="3085" y="137"/>
                </a:lnTo>
                <a:lnTo>
                  <a:pt x="3085" y="136"/>
                </a:lnTo>
                <a:lnTo>
                  <a:pt x="3086" y="136"/>
                </a:lnTo>
                <a:lnTo>
                  <a:pt x="3087" y="136"/>
                </a:lnTo>
                <a:lnTo>
                  <a:pt x="3088" y="135"/>
                </a:lnTo>
                <a:lnTo>
                  <a:pt x="3088" y="134"/>
                </a:lnTo>
                <a:lnTo>
                  <a:pt x="3088" y="133"/>
                </a:lnTo>
                <a:lnTo>
                  <a:pt x="3089" y="133"/>
                </a:lnTo>
                <a:lnTo>
                  <a:pt x="3089" y="132"/>
                </a:lnTo>
                <a:lnTo>
                  <a:pt x="3090" y="132"/>
                </a:lnTo>
                <a:lnTo>
                  <a:pt x="3091" y="131"/>
                </a:lnTo>
                <a:lnTo>
                  <a:pt x="3092" y="131"/>
                </a:lnTo>
                <a:lnTo>
                  <a:pt x="3092" y="130"/>
                </a:lnTo>
                <a:lnTo>
                  <a:pt x="3092" y="129"/>
                </a:lnTo>
                <a:lnTo>
                  <a:pt x="3093" y="129"/>
                </a:lnTo>
                <a:lnTo>
                  <a:pt x="3094" y="129"/>
                </a:lnTo>
                <a:lnTo>
                  <a:pt x="3095" y="129"/>
                </a:lnTo>
                <a:lnTo>
                  <a:pt x="3096" y="129"/>
                </a:lnTo>
                <a:lnTo>
                  <a:pt x="3098" y="130"/>
                </a:lnTo>
                <a:lnTo>
                  <a:pt x="3098" y="129"/>
                </a:lnTo>
                <a:lnTo>
                  <a:pt x="3099" y="129"/>
                </a:lnTo>
                <a:lnTo>
                  <a:pt x="3099" y="128"/>
                </a:lnTo>
                <a:lnTo>
                  <a:pt x="3099" y="127"/>
                </a:lnTo>
                <a:lnTo>
                  <a:pt x="3099" y="126"/>
                </a:lnTo>
                <a:lnTo>
                  <a:pt x="3100" y="126"/>
                </a:lnTo>
                <a:lnTo>
                  <a:pt x="3100" y="125"/>
                </a:lnTo>
                <a:lnTo>
                  <a:pt x="3100" y="124"/>
                </a:lnTo>
                <a:lnTo>
                  <a:pt x="3101" y="124"/>
                </a:lnTo>
                <a:lnTo>
                  <a:pt x="3101" y="123"/>
                </a:lnTo>
                <a:lnTo>
                  <a:pt x="3102" y="123"/>
                </a:lnTo>
                <a:lnTo>
                  <a:pt x="3102" y="122"/>
                </a:lnTo>
                <a:lnTo>
                  <a:pt x="3103" y="121"/>
                </a:lnTo>
                <a:lnTo>
                  <a:pt x="3104" y="121"/>
                </a:lnTo>
                <a:lnTo>
                  <a:pt x="3104" y="120"/>
                </a:lnTo>
                <a:lnTo>
                  <a:pt x="3105" y="119"/>
                </a:lnTo>
                <a:lnTo>
                  <a:pt x="3106" y="119"/>
                </a:lnTo>
                <a:lnTo>
                  <a:pt x="3106" y="118"/>
                </a:lnTo>
                <a:lnTo>
                  <a:pt x="3107" y="118"/>
                </a:lnTo>
                <a:lnTo>
                  <a:pt x="3108" y="118"/>
                </a:lnTo>
                <a:lnTo>
                  <a:pt x="3108" y="117"/>
                </a:lnTo>
                <a:lnTo>
                  <a:pt x="3109" y="117"/>
                </a:lnTo>
                <a:lnTo>
                  <a:pt x="3110" y="117"/>
                </a:lnTo>
                <a:lnTo>
                  <a:pt x="3110" y="116"/>
                </a:lnTo>
                <a:lnTo>
                  <a:pt x="3111" y="115"/>
                </a:lnTo>
                <a:lnTo>
                  <a:pt x="3111" y="114"/>
                </a:lnTo>
                <a:lnTo>
                  <a:pt x="3110" y="114"/>
                </a:lnTo>
                <a:lnTo>
                  <a:pt x="3110" y="113"/>
                </a:lnTo>
                <a:lnTo>
                  <a:pt x="3110" y="112"/>
                </a:lnTo>
                <a:lnTo>
                  <a:pt x="3110" y="111"/>
                </a:lnTo>
                <a:lnTo>
                  <a:pt x="3110" y="110"/>
                </a:lnTo>
                <a:lnTo>
                  <a:pt x="3111" y="109"/>
                </a:lnTo>
                <a:lnTo>
                  <a:pt x="3112" y="109"/>
                </a:lnTo>
                <a:lnTo>
                  <a:pt x="3113" y="109"/>
                </a:lnTo>
                <a:lnTo>
                  <a:pt x="3115" y="108"/>
                </a:lnTo>
                <a:lnTo>
                  <a:pt x="3116" y="108"/>
                </a:lnTo>
                <a:lnTo>
                  <a:pt x="3116" y="107"/>
                </a:lnTo>
                <a:lnTo>
                  <a:pt x="3116" y="106"/>
                </a:lnTo>
                <a:lnTo>
                  <a:pt x="3116" y="105"/>
                </a:lnTo>
                <a:lnTo>
                  <a:pt x="3116" y="103"/>
                </a:lnTo>
                <a:lnTo>
                  <a:pt x="3116" y="102"/>
                </a:lnTo>
                <a:lnTo>
                  <a:pt x="3116" y="101"/>
                </a:lnTo>
                <a:lnTo>
                  <a:pt x="3116" y="100"/>
                </a:lnTo>
                <a:lnTo>
                  <a:pt x="3117" y="100"/>
                </a:lnTo>
                <a:lnTo>
                  <a:pt x="3117" y="99"/>
                </a:lnTo>
                <a:lnTo>
                  <a:pt x="3118" y="99"/>
                </a:lnTo>
                <a:lnTo>
                  <a:pt x="3118" y="98"/>
                </a:lnTo>
                <a:lnTo>
                  <a:pt x="3119" y="98"/>
                </a:lnTo>
                <a:lnTo>
                  <a:pt x="3120" y="98"/>
                </a:lnTo>
                <a:lnTo>
                  <a:pt x="3120" y="97"/>
                </a:lnTo>
                <a:lnTo>
                  <a:pt x="3121" y="97"/>
                </a:lnTo>
                <a:lnTo>
                  <a:pt x="3122" y="96"/>
                </a:lnTo>
                <a:lnTo>
                  <a:pt x="3122" y="95"/>
                </a:lnTo>
                <a:lnTo>
                  <a:pt x="3123" y="95"/>
                </a:lnTo>
                <a:lnTo>
                  <a:pt x="3123" y="92"/>
                </a:lnTo>
                <a:lnTo>
                  <a:pt x="3123" y="91"/>
                </a:lnTo>
                <a:lnTo>
                  <a:pt x="3123" y="90"/>
                </a:lnTo>
                <a:lnTo>
                  <a:pt x="3124" y="90"/>
                </a:lnTo>
                <a:lnTo>
                  <a:pt x="3124" y="89"/>
                </a:lnTo>
                <a:lnTo>
                  <a:pt x="3124" y="88"/>
                </a:lnTo>
                <a:lnTo>
                  <a:pt x="3125" y="87"/>
                </a:lnTo>
                <a:lnTo>
                  <a:pt x="3125" y="86"/>
                </a:lnTo>
                <a:lnTo>
                  <a:pt x="3126" y="85"/>
                </a:lnTo>
                <a:lnTo>
                  <a:pt x="3127" y="84"/>
                </a:lnTo>
                <a:lnTo>
                  <a:pt x="3127" y="83"/>
                </a:lnTo>
                <a:lnTo>
                  <a:pt x="3128" y="83"/>
                </a:lnTo>
                <a:lnTo>
                  <a:pt x="3129" y="82"/>
                </a:lnTo>
                <a:lnTo>
                  <a:pt x="3130" y="81"/>
                </a:lnTo>
                <a:lnTo>
                  <a:pt x="3131" y="81"/>
                </a:lnTo>
                <a:lnTo>
                  <a:pt x="3131" y="80"/>
                </a:lnTo>
                <a:lnTo>
                  <a:pt x="3132" y="79"/>
                </a:lnTo>
                <a:lnTo>
                  <a:pt x="3132" y="78"/>
                </a:lnTo>
                <a:lnTo>
                  <a:pt x="3132" y="77"/>
                </a:lnTo>
                <a:lnTo>
                  <a:pt x="3133" y="77"/>
                </a:lnTo>
                <a:lnTo>
                  <a:pt x="3134" y="77"/>
                </a:lnTo>
                <a:lnTo>
                  <a:pt x="3134" y="76"/>
                </a:lnTo>
                <a:lnTo>
                  <a:pt x="3135" y="76"/>
                </a:lnTo>
                <a:lnTo>
                  <a:pt x="3135" y="74"/>
                </a:lnTo>
                <a:lnTo>
                  <a:pt x="3135" y="72"/>
                </a:lnTo>
                <a:lnTo>
                  <a:pt x="3135" y="71"/>
                </a:lnTo>
                <a:lnTo>
                  <a:pt x="3136" y="71"/>
                </a:lnTo>
                <a:lnTo>
                  <a:pt x="3136" y="70"/>
                </a:lnTo>
                <a:lnTo>
                  <a:pt x="3137" y="69"/>
                </a:lnTo>
                <a:lnTo>
                  <a:pt x="3137" y="68"/>
                </a:lnTo>
                <a:lnTo>
                  <a:pt x="3138" y="68"/>
                </a:lnTo>
                <a:lnTo>
                  <a:pt x="3139" y="68"/>
                </a:lnTo>
                <a:lnTo>
                  <a:pt x="3139" y="67"/>
                </a:lnTo>
                <a:lnTo>
                  <a:pt x="3140" y="67"/>
                </a:lnTo>
                <a:lnTo>
                  <a:pt x="3141" y="67"/>
                </a:lnTo>
                <a:lnTo>
                  <a:pt x="3141" y="66"/>
                </a:lnTo>
                <a:lnTo>
                  <a:pt x="3142" y="65"/>
                </a:lnTo>
                <a:lnTo>
                  <a:pt x="3142" y="64"/>
                </a:lnTo>
                <a:lnTo>
                  <a:pt x="3143" y="64"/>
                </a:lnTo>
                <a:lnTo>
                  <a:pt x="3144" y="64"/>
                </a:lnTo>
                <a:lnTo>
                  <a:pt x="3144" y="63"/>
                </a:lnTo>
                <a:lnTo>
                  <a:pt x="3145" y="63"/>
                </a:lnTo>
                <a:lnTo>
                  <a:pt x="3146" y="63"/>
                </a:lnTo>
                <a:lnTo>
                  <a:pt x="3147" y="62"/>
                </a:lnTo>
                <a:lnTo>
                  <a:pt x="3147" y="61"/>
                </a:lnTo>
                <a:lnTo>
                  <a:pt x="3147" y="60"/>
                </a:lnTo>
                <a:lnTo>
                  <a:pt x="3148" y="60"/>
                </a:lnTo>
                <a:lnTo>
                  <a:pt x="3147" y="59"/>
                </a:lnTo>
                <a:lnTo>
                  <a:pt x="3147" y="58"/>
                </a:lnTo>
                <a:lnTo>
                  <a:pt x="3148" y="57"/>
                </a:lnTo>
                <a:lnTo>
                  <a:pt x="3148" y="56"/>
                </a:lnTo>
                <a:lnTo>
                  <a:pt x="3148" y="55"/>
                </a:lnTo>
                <a:lnTo>
                  <a:pt x="3149" y="55"/>
                </a:lnTo>
                <a:lnTo>
                  <a:pt x="3150" y="55"/>
                </a:lnTo>
                <a:lnTo>
                  <a:pt x="3151" y="55"/>
                </a:lnTo>
                <a:lnTo>
                  <a:pt x="3151" y="54"/>
                </a:lnTo>
                <a:lnTo>
                  <a:pt x="3152" y="54"/>
                </a:lnTo>
                <a:lnTo>
                  <a:pt x="3152" y="53"/>
                </a:lnTo>
                <a:lnTo>
                  <a:pt x="3152" y="52"/>
                </a:lnTo>
                <a:lnTo>
                  <a:pt x="3152" y="51"/>
                </a:lnTo>
                <a:lnTo>
                  <a:pt x="3152" y="50"/>
                </a:lnTo>
                <a:lnTo>
                  <a:pt x="3152" y="49"/>
                </a:lnTo>
                <a:lnTo>
                  <a:pt x="3151" y="48"/>
                </a:lnTo>
                <a:lnTo>
                  <a:pt x="3151" y="47"/>
                </a:lnTo>
                <a:lnTo>
                  <a:pt x="3152" y="47"/>
                </a:lnTo>
                <a:lnTo>
                  <a:pt x="3153" y="46"/>
                </a:lnTo>
                <a:lnTo>
                  <a:pt x="3153" y="45"/>
                </a:lnTo>
                <a:lnTo>
                  <a:pt x="3154" y="44"/>
                </a:lnTo>
                <a:lnTo>
                  <a:pt x="3155" y="43"/>
                </a:lnTo>
                <a:lnTo>
                  <a:pt x="3155" y="42"/>
                </a:lnTo>
                <a:lnTo>
                  <a:pt x="3155" y="41"/>
                </a:lnTo>
                <a:lnTo>
                  <a:pt x="3158" y="39"/>
                </a:lnTo>
                <a:lnTo>
                  <a:pt x="3159" y="39"/>
                </a:lnTo>
                <a:lnTo>
                  <a:pt x="3160" y="38"/>
                </a:lnTo>
                <a:lnTo>
                  <a:pt x="3162" y="36"/>
                </a:lnTo>
                <a:lnTo>
                  <a:pt x="3163" y="35"/>
                </a:lnTo>
                <a:lnTo>
                  <a:pt x="3163" y="34"/>
                </a:lnTo>
                <a:lnTo>
                  <a:pt x="3164" y="34"/>
                </a:lnTo>
                <a:lnTo>
                  <a:pt x="3164" y="33"/>
                </a:lnTo>
                <a:lnTo>
                  <a:pt x="3164" y="32"/>
                </a:lnTo>
                <a:lnTo>
                  <a:pt x="3165" y="32"/>
                </a:lnTo>
                <a:lnTo>
                  <a:pt x="3166" y="32"/>
                </a:lnTo>
                <a:lnTo>
                  <a:pt x="3167" y="32"/>
                </a:lnTo>
                <a:lnTo>
                  <a:pt x="3168" y="32"/>
                </a:lnTo>
                <a:lnTo>
                  <a:pt x="3168" y="31"/>
                </a:lnTo>
                <a:lnTo>
                  <a:pt x="3167" y="30"/>
                </a:lnTo>
                <a:lnTo>
                  <a:pt x="3166" y="29"/>
                </a:lnTo>
                <a:lnTo>
                  <a:pt x="3166" y="28"/>
                </a:lnTo>
                <a:lnTo>
                  <a:pt x="3165" y="28"/>
                </a:lnTo>
                <a:lnTo>
                  <a:pt x="3164" y="27"/>
                </a:lnTo>
                <a:lnTo>
                  <a:pt x="3165" y="26"/>
                </a:lnTo>
                <a:lnTo>
                  <a:pt x="3166" y="26"/>
                </a:lnTo>
                <a:lnTo>
                  <a:pt x="3166" y="25"/>
                </a:lnTo>
                <a:lnTo>
                  <a:pt x="3167" y="25"/>
                </a:lnTo>
                <a:lnTo>
                  <a:pt x="3168" y="25"/>
                </a:lnTo>
                <a:lnTo>
                  <a:pt x="3169" y="24"/>
                </a:lnTo>
                <a:lnTo>
                  <a:pt x="3170" y="24"/>
                </a:lnTo>
                <a:lnTo>
                  <a:pt x="3170" y="23"/>
                </a:lnTo>
                <a:lnTo>
                  <a:pt x="3171" y="23"/>
                </a:lnTo>
                <a:lnTo>
                  <a:pt x="3172" y="23"/>
                </a:lnTo>
                <a:lnTo>
                  <a:pt x="3172" y="22"/>
                </a:lnTo>
                <a:lnTo>
                  <a:pt x="3171" y="21"/>
                </a:lnTo>
                <a:lnTo>
                  <a:pt x="3171" y="20"/>
                </a:lnTo>
                <a:lnTo>
                  <a:pt x="3172" y="20"/>
                </a:lnTo>
                <a:lnTo>
                  <a:pt x="3173" y="21"/>
                </a:lnTo>
                <a:lnTo>
                  <a:pt x="3174" y="21"/>
                </a:lnTo>
                <a:lnTo>
                  <a:pt x="3175" y="21"/>
                </a:lnTo>
                <a:lnTo>
                  <a:pt x="3176" y="21"/>
                </a:lnTo>
                <a:lnTo>
                  <a:pt x="3177" y="21"/>
                </a:lnTo>
                <a:lnTo>
                  <a:pt x="3178" y="21"/>
                </a:lnTo>
                <a:lnTo>
                  <a:pt x="3178" y="20"/>
                </a:lnTo>
                <a:lnTo>
                  <a:pt x="3179" y="20"/>
                </a:lnTo>
                <a:lnTo>
                  <a:pt x="3179" y="19"/>
                </a:lnTo>
                <a:lnTo>
                  <a:pt x="3180" y="18"/>
                </a:lnTo>
                <a:lnTo>
                  <a:pt x="3181" y="18"/>
                </a:lnTo>
                <a:lnTo>
                  <a:pt x="3182" y="18"/>
                </a:lnTo>
                <a:lnTo>
                  <a:pt x="3183" y="18"/>
                </a:lnTo>
                <a:lnTo>
                  <a:pt x="3184" y="19"/>
                </a:lnTo>
                <a:lnTo>
                  <a:pt x="3185" y="19"/>
                </a:lnTo>
                <a:lnTo>
                  <a:pt x="3186" y="19"/>
                </a:lnTo>
                <a:lnTo>
                  <a:pt x="3187" y="18"/>
                </a:lnTo>
                <a:lnTo>
                  <a:pt x="3189" y="18"/>
                </a:lnTo>
                <a:lnTo>
                  <a:pt x="3190" y="18"/>
                </a:lnTo>
                <a:lnTo>
                  <a:pt x="3192" y="18"/>
                </a:lnTo>
                <a:lnTo>
                  <a:pt x="3193" y="18"/>
                </a:lnTo>
                <a:lnTo>
                  <a:pt x="3193" y="17"/>
                </a:lnTo>
                <a:lnTo>
                  <a:pt x="3194" y="15"/>
                </a:lnTo>
                <a:lnTo>
                  <a:pt x="3195" y="15"/>
                </a:lnTo>
                <a:lnTo>
                  <a:pt x="3195" y="14"/>
                </a:lnTo>
                <a:lnTo>
                  <a:pt x="3196" y="14"/>
                </a:lnTo>
                <a:lnTo>
                  <a:pt x="3197" y="14"/>
                </a:lnTo>
                <a:lnTo>
                  <a:pt x="3198" y="14"/>
                </a:lnTo>
                <a:lnTo>
                  <a:pt x="3198" y="15"/>
                </a:lnTo>
                <a:lnTo>
                  <a:pt x="3199" y="15"/>
                </a:lnTo>
                <a:lnTo>
                  <a:pt x="3200" y="15"/>
                </a:lnTo>
                <a:lnTo>
                  <a:pt x="3201" y="15"/>
                </a:lnTo>
                <a:lnTo>
                  <a:pt x="3201" y="16"/>
                </a:lnTo>
                <a:lnTo>
                  <a:pt x="3201" y="17"/>
                </a:lnTo>
                <a:lnTo>
                  <a:pt x="3201" y="18"/>
                </a:lnTo>
                <a:lnTo>
                  <a:pt x="3202" y="18"/>
                </a:lnTo>
                <a:lnTo>
                  <a:pt x="3202" y="19"/>
                </a:lnTo>
                <a:lnTo>
                  <a:pt x="3203" y="19"/>
                </a:lnTo>
                <a:lnTo>
                  <a:pt x="3204" y="19"/>
                </a:lnTo>
                <a:lnTo>
                  <a:pt x="3204" y="18"/>
                </a:lnTo>
                <a:lnTo>
                  <a:pt x="3205" y="18"/>
                </a:lnTo>
                <a:lnTo>
                  <a:pt x="3205" y="17"/>
                </a:lnTo>
                <a:lnTo>
                  <a:pt x="3206" y="17"/>
                </a:lnTo>
                <a:lnTo>
                  <a:pt x="3207" y="17"/>
                </a:lnTo>
                <a:lnTo>
                  <a:pt x="3208" y="17"/>
                </a:lnTo>
                <a:lnTo>
                  <a:pt x="3209" y="17"/>
                </a:lnTo>
                <a:lnTo>
                  <a:pt x="3209" y="16"/>
                </a:lnTo>
                <a:lnTo>
                  <a:pt x="3212" y="16"/>
                </a:lnTo>
                <a:lnTo>
                  <a:pt x="3213" y="16"/>
                </a:lnTo>
                <a:lnTo>
                  <a:pt x="3214" y="16"/>
                </a:lnTo>
                <a:lnTo>
                  <a:pt x="3215" y="16"/>
                </a:lnTo>
                <a:lnTo>
                  <a:pt x="3216" y="16"/>
                </a:lnTo>
                <a:lnTo>
                  <a:pt x="3217" y="15"/>
                </a:lnTo>
                <a:lnTo>
                  <a:pt x="3217" y="14"/>
                </a:lnTo>
                <a:lnTo>
                  <a:pt x="3218" y="13"/>
                </a:lnTo>
                <a:lnTo>
                  <a:pt x="3219" y="13"/>
                </a:lnTo>
                <a:lnTo>
                  <a:pt x="3220" y="13"/>
                </a:lnTo>
                <a:lnTo>
                  <a:pt x="3221" y="13"/>
                </a:lnTo>
                <a:lnTo>
                  <a:pt x="3222" y="13"/>
                </a:lnTo>
                <a:lnTo>
                  <a:pt x="3222" y="12"/>
                </a:lnTo>
                <a:lnTo>
                  <a:pt x="3223" y="12"/>
                </a:lnTo>
                <a:lnTo>
                  <a:pt x="3223" y="11"/>
                </a:lnTo>
                <a:lnTo>
                  <a:pt x="3224" y="10"/>
                </a:lnTo>
                <a:lnTo>
                  <a:pt x="3225" y="10"/>
                </a:lnTo>
                <a:lnTo>
                  <a:pt x="3225" y="9"/>
                </a:lnTo>
                <a:lnTo>
                  <a:pt x="3226" y="8"/>
                </a:lnTo>
                <a:lnTo>
                  <a:pt x="3226" y="6"/>
                </a:lnTo>
                <a:lnTo>
                  <a:pt x="3227" y="5"/>
                </a:lnTo>
                <a:lnTo>
                  <a:pt x="3228" y="5"/>
                </a:lnTo>
                <a:lnTo>
                  <a:pt x="3229" y="5"/>
                </a:lnTo>
                <a:lnTo>
                  <a:pt x="3230" y="5"/>
                </a:lnTo>
                <a:lnTo>
                  <a:pt x="3231" y="4"/>
                </a:lnTo>
                <a:lnTo>
                  <a:pt x="3232" y="4"/>
                </a:lnTo>
                <a:lnTo>
                  <a:pt x="3233" y="5"/>
                </a:lnTo>
                <a:lnTo>
                  <a:pt x="3235" y="5"/>
                </a:lnTo>
                <a:lnTo>
                  <a:pt x="3236" y="5"/>
                </a:lnTo>
                <a:lnTo>
                  <a:pt x="3237" y="5"/>
                </a:lnTo>
                <a:lnTo>
                  <a:pt x="3238" y="5"/>
                </a:lnTo>
                <a:lnTo>
                  <a:pt x="3238" y="4"/>
                </a:lnTo>
                <a:lnTo>
                  <a:pt x="3238" y="3"/>
                </a:lnTo>
                <a:lnTo>
                  <a:pt x="3239" y="3"/>
                </a:lnTo>
                <a:lnTo>
                  <a:pt x="3240" y="3"/>
                </a:lnTo>
                <a:lnTo>
                  <a:pt x="3241" y="3"/>
                </a:lnTo>
                <a:lnTo>
                  <a:pt x="3242" y="3"/>
                </a:lnTo>
                <a:lnTo>
                  <a:pt x="3244" y="2"/>
                </a:lnTo>
                <a:lnTo>
                  <a:pt x="3245" y="1"/>
                </a:lnTo>
                <a:lnTo>
                  <a:pt x="3246" y="0"/>
                </a:lnTo>
                <a:lnTo>
                  <a:pt x="3247" y="0"/>
                </a:lnTo>
                <a:lnTo>
                  <a:pt x="3248" y="0"/>
                </a:lnTo>
                <a:lnTo>
                  <a:pt x="3248" y="1"/>
                </a:lnTo>
                <a:close/>
              </a:path>
            </a:pathLst>
          </a:custGeom>
          <a:solidFill>
            <a:srgbClr val="FEE293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3" name=""/>
          <p:cNvSpPr/>
          <p:nvPr/>
        </p:nvSpPr>
        <p:spPr>
          <a:xfrm>
            <a:off x="7512840" y="1663560"/>
            <a:ext cx="10080" cy="6120"/>
          </a:xfrm>
          <a:custGeom>
            <a:avLst/>
            <a:gdLst/>
            <a:ahLst/>
            <a:rect l="0" t="0" r="r" b="b"/>
            <a:pathLst>
              <a:path w="28" h="17">
                <a:moveTo>
                  <a:pt x="28" y="2"/>
                </a:moveTo>
                <a:lnTo>
                  <a:pt x="28" y="3"/>
                </a:lnTo>
                <a:lnTo>
                  <a:pt x="27" y="5"/>
                </a:lnTo>
                <a:lnTo>
                  <a:pt x="27" y="6"/>
                </a:lnTo>
                <a:lnTo>
                  <a:pt x="28" y="7"/>
                </a:lnTo>
                <a:lnTo>
                  <a:pt x="28" y="8"/>
                </a:lnTo>
                <a:lnTo>
                  <a:pt x="28" y="9"/>
                </a:lnTo>
                <a:lnTo>
                  <a:pt x="27" y="9"/>
                </a:lnTo>
                <a:lnTo>
                  <a:pt x="27" y="8"/>
                </a:lnTo>
                <a:lnTo>
                  <a:pt x="25" y="6"/>
                </a:lnTo>
                <a:lnTo>
                  <a:pt x="25" y="5"/>
                </a:lnTo>
                <a:lnTo>
                  <a:pt x="25" y="4"/>
                </a:lnTo>
                <a:lnTo>
                  <a:pt x="24" y="4"/>
                </a:lnTo>
                <a:lnTo>
                  <a:pt x="22" y="5"/>
                </a:lnTo>
                <a:lnTo>
                  <a:pt x="22" y="6"/>
                </a:lnTo>
                <a:lnTo>
                  <a:pt x="21" y="7"/>
                </a:lnTo>
                <a:lnTo>
                  <a:pt x="20" y="8"/>
                </a:lnTo>
                <a:lnTo>
                  <a:pt x="20" y="9"/>
                </a:lnTo>
                <a:lnTo>
                  <a:pt x="21" y="9"/>
                </a:lnTo>
                <a:lnTo>
                  <a:pt x="21" y="10"/>
                </a:lnTo>
                <a:lnTo>
                  <a:pt x="20" y="10"/>
                </a:lnTo>
                <a:lnTo>
                  <a:pt x="20" y="12"/>
                </a:lnTo>
                <a:lnTo>
                  <a:pt x="19" y="12"/>
                </a:lnTo>
                <a:lnTo>
                  <a:pt x="19" y="9"/>
                </a:lnTo>
                <a:lnTo>
                  <a:pt x="18" y="9"/>
                </a:lnTo>
                <a:lnTo>
                  <a:pt x="18" y="10"/>
                </a:lnTo>
                <a:lnTo>
                  <a:pt x="18" y="12"/>
                </a:lnTo>
                <a:lnTo>
                  <a:pt x="17" y="12"/>
                </a:lnTo>
                <a:lnTo>
                  <a:pt x="14" y="14"/>
                </a:lnTo>
                <a:lnTo>
                  <a:pt x="13" y="14"/>
                </a:lnTo>
                <a:lnTo>
                  <a:pt x="12" y="14"/>
                </a:lnTo>
                <a:lnTo>
                  <a:pt x="11" y="13"/>
                </a:lnTo>
                <a:lnTo>
                  <a:pt x="10" y="14"/>
                </a:lnTo>
                <a:lnTo>
                  <a:pt x="9" y="15"/>
                </a:lnTo>
                <a:lnTo>
                  <a:pt x="8" y="15"/>
                </a:lnTo>
                <a:lnTo>
                  <a:pt x="7" y="14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5" y="16"/>
                </a:lnTo>
                <a:lnTo>
                  <a:pt x="3" y="17"/>
                </a:lnTo>
                <a:lnTo>
                  <a:pt x="3" y="16"/>
                </a:lnTo>
                <a:lnTo>
                  <a:pt x="2" y="17"/>
                </a:lnTo>
                <a:lnTo>
                  <a:pt x="1" y="17"/>
                </a:lnTo>
                <a:lnTo>
                  <a:pt x="0" y="16"/>
                </a:lnTo>
                <a:lnTo>
                  <a:pt x="0" y="15"/>
                </a:lnTo>
                <a:lnTo>
                  <a:pt x="0" y="12"/>
                </a:lnTo>
                <a:lnTo>
                  <a:pt x="0" y="10"/>
                </a:lnTo>
                <a:lnTo>
                  <a:pt x="0" y="9"/>
                </a:lnTo>
                <a:lnTo>
                  <a:pt x="1" y="8"/>
                </a:lnTo>
                <a:lnTo>
                  <a:pt x="3" y="7"/>
                </a:lnTo>
                <a:lnTo>
                  <a:pt x="4" y="7"/>
                </a:lnTo>
                <a:lnTo>
                  <a:pt x="4" y="8"/>
                </a:lnTo>
                <a:lnTo>
                  <a:pt x="5" y="8"/>
                </a:lnTo>
                <a:lnTo>
                  <a:pt x="6" y="8"/>
                </a:lnTo>
                <a:lnTo>
                  <a:pt x="7" y="7"/>
                </a:lnTo>
                <a:lnTo>
                  <a:pt x="8" y="7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4"/>
                </a:lnTo>
                <a:lnTo>
                  <a:pt x="15" y="4"/>
                </a:lnTo>
                <a:lnTo>
                  <a:pt x="17" y="4"/>
                </a:lnTo>
                <a:lnTo>
                  <a:pt x="18" y="3"/>
                </a:lnTo>
                <a:lnTo>
                  <a:pt x="20" y="2"/>
                </a:lnTo>
                <a:lnTo>
                  <a:pt x="21" y="2"/>
                </a:lnTo>
                <a:lnTo>
                  <a:pt x="22" y="2"/>
                </a:lnTo>
                <a:lnTo>
                  <a:pt x="23" y="2"/>
                </a:lnTo>
                <a:lnTo>
                  <a:pt x="23" y="1"/>
                </a:lnTo>
                <a:lnTo>
                  <a:pt x="24" y="1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28" y="1"/>
                </a:lnTo>
                <a:lnTo>
                  <a:pt x="28" y="2"/>
                </a:lnTo>
                <a:close/>
              </a:path>
            </a:pathLst>
          </a:custGeom>
          <a:solidFill>
            <a:srgbClr val="F6FBD3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4" name=""/>
          <p:cNvSpPr/>
          <p:nvPr/>
        </p:nvSpPr>
        <p:spPr>
          <a:xfrm>
            <a:off x="7419240" y="1371600"/>
            <a:ext cx="194040" cy="311040"/>
          </a:xfrm>
          <a:custGeom>
            <a:avLst/>
            <a:gdLst/>
            <a:ahLst/>
            <a:rect l="0" t="0" r="r" b="b"/>
            <a:pathLst>
              <a:path w="539" h="864">
                <a:moveTo>
                  <a:pt x="389" y="3"/>
                </a:moveTo>
                <a:lnTo>
                  <a:pt x="391" y="3"/>
                </a:lnTo>
                <a:lnTo>
                  <a:pt x="392" y="3"/>
                </a:lnTo>
                <a:lnTo>
                  <a:pt x="393" y="4"/>
                </a:lnTo>
                <a:lnTo>
                  <a:pt x="394" y="5"/>
                </a:lnTo>
                <a:lnTo>
                  <a:pt x="395" y="8"/>
                </a:lnTo>
                <a:lnTo>
                  <a:pt x="395" y="9"/>
                </a:lnTo>
                <a:lnTo>
                  <a:pt x="394" y="10"/>
                </a:lnTo>
                <a:lnTo>
                  <a:pt x="394" y="11"/>
                </a:lnTo>
                <a:lnTo>
                  <a:pt x="395" y="12"/>
                </a:lnTo>
                <a:lnTo>
                  <a:pt x="396" y="13"/>
                </a:lnTo>
                <a:lnTo>
                  <a:pt x="396" y="14"/>
                </a:lnTo>
                <a:lnTo>
                  <a:pt x="397" y="14"/>
                </a:lnTo>
                <a:lnTo>
                  <a:pt x="397" y="15"/>
                </a:lnTo>
                <a:lnTo>
                  <a:pt x="396" y="17"/>
                </a:lnTo>
                <a:lnTo>
                  <a:pt x="396" y="19"/>
                </a:lnTo>
                <a:lnTo>
                  <a:pt x="396" y="20"/>
                </a:lnTo>
                <a:lnTo>
                  <a:pt x="396" y="22"/>
                </a:lnTo>
                <a:lnTo>
                  <a:pt x="397" y="23"/>
                </a:lnTo>
                <a:lnTo>
                  <a:pt x="396" y="25"/>
                </a:lnTo>
                <a:lnTo>
                  <a:pt x="395" y="27"/>
                </a:lnTo>
                <a:lnTo>
                  <a:pt x="395" y="28"/>
                </a:lnTo>
                <a:lnTo>
                  <a:pt x="394" y="29"/>
                </a:lnTo>
                <a:lnTo>
                  <a:pt x="394" y="30"/>
                </a:lnTo>
                <a:lnTo>
                  <a:pt x="396" y="31"/>
                </a:lnTo>
                <a:lnTo>
                  <a:pt x="396" y="33"/>
                </a:lnTo>
                <a:lnTo>
                  <a:pt x="397" y="34"/>
                </a:lnTo>
                <a:lnTo>
                  <a:pt x="398" y="35"/>
                </a:lnTo>
                <a:lnTo>
                  <a:pt x="399" y="36"/>
                </a:lnTo>
                <a:lnTo>
                  <a:pt x="399" y="37"/>
                </a:lnTo>
                <a:lnTo>
                  <a:pt x="399" y="38"/>
                </a:lnTo>
                <a:lnTo>
                  <a:pt x="400" y="39"/>
                </a:lnTo>
                <a:lnTo>
                  <a:pt x="400" y="40"/>
                </a:lnTo>
                <a:lnTo>
                  <a:pt x="400" y="41"/>
                </a:lnTo>
                <a:lnTo>
                  <a:pt x="400" y="42"/>
                </a:lnTo>
                <a:lnTo>
                  <a:pt x="401" y="43"/>
                </a:lnTo>
                <a:lnTo>
                  <a:pt x="401" y="44"/>
                </a:lnTo>
                <a:lnTo>
                  <a:pt x="401" y="45"/>
                </a:lnTo>
                <a:lnTo>
                  <a:pt x="401" y="46"/>
                </a:lnTo>
                <a:lnTo>
                  <a:pt x="402" y="46"/>
                </a:lnTo>
                <a:lnTo>
                  <a:pt x="402" y="47"/>
                </a:lnTo>
                <a:lnTo>
                  <a:pt x="403" y="47"/>
                </a:lnTo>
                <a:lnTo>
                  <a:pt x="403" y="48"/>
                </a:lnTo>
                <a:lnTo>
                  <a:pt x="403" y="50"/>
                </a:lnTo>
                <a:lnTo>
                  <a:pt x="403" y="51"/>
                </a:lnTo>
                <a:lnTo>
                  <a:pt x="404" y="52"/>
                </a:lnTo>
                <a:lnTo>
                  <a:pt x="404" y="53"/>
                </a:lnTo>
                <a:lnTo>
                  <a:pt x="404" y="54"/>
                </a:lnTo>
                <a:lnTo>
                  <a:pt x="404" y="55"/>
                </a:lnTo>
                <a:lnTo>
                  <a:pt x="405" y="56"/>
                </a:lnTo>
                <a:lnTo>
                  <a:pt x="405" y="57"/>
                </a:lnTo>
                <a:lnTo>
                  <a:pt x="406" y="58"/>
                </a:lnTo>
                <a:lnTo>
                  <a:pt x="406" y="59"/>
                </a:lnTo>
                <a:lnTo>
                  <a:pt x="406" y="60"/>
                </a:lnTo>
                <a:lnTo>
                  <a:pt x="407" y="60"/>
                </a:lnTo>
                <a:lnTo>
                  <a:pt x="407" y="61"/>
                </a:lnTo>
                <a:lnTo>
                  <a:pt x="408" y="62"/>
                </a:lnTo>
                <a:lnTo>
                  <a:pt x="409" y="62"/>
                </a:lnTo>
                <a:lnTo>
                  <a:pt x="412" y="62"/>
                </a:lnTo>
                <a:lnTo>
                  <a:pt x="413" y="63"/>
                </a:lnTo>
                <a:lnTo>
                  <a:pt x="414" y="63"/>
                </a:lnTo>
                <a:lnTo>
                  <a:pt x="415" y="63"/>
                </a:lnTo>
                <a:lnTo>
                  <a:pt x="416" y="64"/>
                </a:lnTo>
                <a:lnTo>
                  <a:pt x="417" y="64"/>
                </a:lnTo>
                <a:lnTo>
                  <a:pt x="419" y="65"/>
                </a:lnTo>
                <a:lnTo>
                  <a:pt x="419" y="66"/>
                </a:lnTo>
                <a:lnTo>
                  <a:pt x="421" y="70"/>
                </a:lnTo>
                <a:lnTo>
                  <a:pt x="423" y="70"/>
                </a:lnTo>
                <a:lnTo>
                  <a:pt x="423" y="71"/>
                </a:lnTo>
                <a:lnTo>
                  <a:pt x="423" y="75"/>
                </a:lnTo>
                <a:lnTo>
                  <a:pt x="422" y="92"/>
                </a:lnTo>
                <a:lnTo>
                  <a:pt x="401" y="115"/>
                </a:lnTo>
                <a:lnTo>
                  <a:pt x="397" y="122"/>
                </a:lnTo>
                <a:lnTo>
                  <a:pt x="391" y="133"/>
                </a:lnTo>
                <a:lnTo>
                  <a:pt x="390" y="134"/>
                </a:lnTo>
                <a:lnTo>
                  <a:pt x="383" y="141"/>
                </a:lnTo>
                <a:lnTo>
                  <a:pt x="380" y="151"/>
                </a:lnTo>
                <a:lnTo>
                  <a:pt x="377" y="164"/>
                </a:lnTo>
                <a:lnTo>
                  <a:pt x="376" y="180"/>
                </a:lnTo>
                <a:lnTo>
                  <a:pt x="375" y="185"/>
                </a:lnTo>
                <a:lnTo>
                  <a:pt x="375" y="191"/>
                </a:lnTo>
                <a:lnTo>
                  <a:pt x="367" y="208"/>
                </a:lnTo>
                <a:lnTo>
                  <a:pt x="349" y="223"/>
                </a:lnTo>
                <a:lnTo>
                  <a:pt x="349" y="224"/>
                </a:lnTo>
                <a:lnTo>
                  <a:pt x="350" y="225"/>
                </a:lnTo>
                <a:lnTo>
                  <a:pt x="350" y="226"/>
                </a:lnTo>
                <a:lnTo>
                  <a:pt x="352" y="227"/>
                </a:lnTo>
                <a:lnTo>
                  <a:pt x="354" y="228"/>
                </a:lnTo>
                <a:lnTo>
                  <a:pt x="355" y="228"/>
                </a:lnTo>
                <a:lnTo>
                  <a:pt x="356" y="229"/>
                </a:lnTo>
                <a:lnTo>
                  <a:pt x="357" y="231"/>
                </a:lnTo>
                <a:lnTo>
                  <a:pt x="359" y="234"/>
                </a:lnTo>
                <a:lnTo>
                  <a:pt x="360" y="234"/>
                </a:lnTo>
                <a:lnTo>
                  <a:pt x="361" y="235"/>
                </a:lnTo>
                <a:lnTo>
                  <a:pt x="364" y="237"/>
                </a:lnTo>
                <a:lnTo>
                  <a:pt x="366" y="238"/>
                </a:lnTo>
                <a:lnTo>
                  <a:pt x="370" y="240"/>
                </a:lnTo>
                <a:lnTo>
                  <a:pt x="371" y="241"/>
                </a:lnTo>
                <a:lnTo>
                  <a:pt x="372" y="241"/>
                </a:lnTo>
                <a:lnTo>
                  <a:pt x="374" y="242"/>
                </a:lnTo>
                <a:lnTo>
                  <a:pt x="376" y="242"/>
                </a:lnTo>
                <a:lnTo>
                  <a:pt x="377" y="242"/>
                </a:lnTo>
                <a:lnTo>
                  <a:pt x="378" y="243"/>
                </a:lnTo>
                <a:lnTo>
                  <a:pt x="379" y="243"/>
                </a:lnTo>
                <a:lnTo>
                  <a:pt x="381" y="244"/>
                </a:lnTo>
                <a:lnTo>
                  <a:pt x="384" y="245"/>
                </a:lnTo>
                <a:lnTo>
                  <a:pt x="385" y="246"/>
                </a:lnTo>
                <a:lnTo>
                  <a:pt x="388" y="247"/>
                </a:lnTo>
                <a:lnTo>
                  <a:pt x="390" y="249"/>
                </a:lnTo>
                <a:lnTo>
                  <a:pt x="391" y="250"/>
                </a:lnTo>
                <a:lnTo>
                  <a:pt x="392" y="251"/>
                </a:lnTo>
                <a:lnTo>
                  <a:pt x="393" y="252"/>
                </a:lnTo>
                <a:lnTo>
                  <a:pt x="395" y="253"/>
                </a:lnTo>
                <a:lnTo>
                  <a:pt x="397" y="254"/>
                </a:lnTo>
                <a:lnTo>
                  <a:pt x="401" y="254"/>
                </a:lnTo>
                <a:lnTo>
                  <a:pt x="403" y="255"/>
                </a:lnTo>
                <a:lnTo>
                  <a:pt x="404" y="255"/>
                </a:lnTo>
                <a:lnTo>
                  <a:pt x="404" y="256"/>
                </a:lnTo>
                <a:lnTo>
                  <a:pt x="406" y="256"/>
                </a:lnTo>
                <a:lnTo>
                  <a:pt x="407" y="256"/>
                </a:lnTo>
                <a:lnTo>
                  <a:pt x="408" y="257"/>
                </a:lnTo>
                <a:lnTo>
                  <a:pt x="410" y="257"/>
                </a:lnTo>
                <a:lnTo>
                  <a:pt x="412" y="258"/>
                </a:lnTo>
                <a:lnTo>
                  <a:pt x="413" y="258"/>
                </a:lnTo>
                <a:lnTo>
                  <a:pt x="415" y="258"/>
                </a:lnTo>
                <a:lnTo>
                  <a:pt x="417" y="259"/>
                </a:lnTo>
                <a:lnTo>
                  <a:pt x="418" y="260"/>
                </a:lnTo>
                <a:lnTo>
                  <a:pt x="423" y="261"/>
                </a:lnTo>
                <a:lnTo>
                  <a:pt x="425" y="262"/>
                </a:lnTo>
                <a:lnTo>
                  <a:pt x="432" y="263"/>
                </a:lnTo>
                <a:lnTo>
                  <a:pt x="437" y="264"/>
                </a:lnTo>
                <a:lnTo>
                  <a:pt x="437" y="263"/>
                </a:lnTo>
                <a:lnTo>
                  <a:pt x="438" y="262"/>
                </a:lnTo>
                <a:lnTo>
                  <a:pt x="451" y="258"/>
                </a:lnTo>
                <a:lnTo>
                  <a:pt x="452" y="256"/>
                </a:lnTo>
                <a:lnTo>
                  <a:pt x="452" y="255"/>
                </a:lnTo>
                <a:lnTo>
                  <a:pt x="453" y="255"/>
                </a:lnTo>
                <a:lnTo>
                  <a:pt x="454" y="255"/>
                </a:lnTo>
                <a:lnTo>
                  <a:pt x="455" y="256"/>
                </a:lnTo>
                <a:lnTo>
                  <a:pt x="456" y="256"/>
                </a:lnTo>
                <a:lnTo>
                  <a:pt x="457" y="255"/>
                </a:lnTo>
                <a:lnTo>
                  <a:pt x="457" y="254"/>
                </a:lnTo>
                <a:lnTo>
                  <a:pt x="458" y="254"/>
                </a:lnTo>
                <a:lnTo>
                  <a:pt x="459" y="255"/>
                </a:lnTo>
                <a:lnTo>
                  <a:pt x="461" y="256"/>
                </a:lnTo>
                <a:lnTo>
                  <a:pt x="462" y="257"/>
                </a:lnTo>
                <a:lnTo>
                  <a:pt x="463" y="258"/>
                </a:lnTo>
                <a:lnTo>
                  <a:pt x="464" y="259"/>
                </a:lnTo>
                <a:lnTo>
                  <a:pt x="465" y="260"/>
                </a:lnTo>
                <a:lnTo>
                  <a:pt x="465" y="261"/>
                </a:lnTo>
                <a:lnTo>
                  <a:pt x="467" y="262"/>
                </a:lnTo>
                <a:lnTo>
                  <a:pt x="468" y="262"/>
                </a:lnTo>
                <a:lnTo>
                  <a:pt x="470" y="264"/>
                </a:lnTo>
                <a:lnTo>
                  <a:pt x="470" y="265"/>
                </a:lnTo>
                <a:lnTo>
                  <a:pt x="472" y="266"/>
                </a:lnTo>
                <a:lnTo>
                  <a:pt x="473" y="266"/>
                </a:lnTo>
                <a:lnTo>
                  <a:pt x="474" y="266"/>
                </a:lnTo>
                <a:lnTo>
                  <a:pt x="475" y="266"/>
                </a:lnTo>
                <a:lnTo>
                  <a:pt x="476" y="267"/>
                </a:lnTo>
                <a:lnTo>
                  <a:pt x="477" y="267"/>
                </a:lnTo>
                <a:lnTo>
                  <a:pt x="478" y="267"/>
                </a:lnTo>
                <a:lnTo>
                  <a:pt x="480" y="267"/>
                </a:lnTo>
                <a:lnTo>
                  <a:pt x="484" y="268"/>
                </a:lnTo>
                <a:lnTo>
                  <a:pt x="484" y="269"/>
                </a:lnTo>
                <a:lnTo>
                  <a:pt x="485" y="269"/>
                </a:lnTo>
                <a:lnTo>
                  <a:pt x="485" y="270"/>
                </a:lnTo>
                <a:lnTo>
                  <a:pt x="486" y="270"/>
                </a:lnTo>
                <a:lnTo>
                  <a:pt x="487" y="272"/>
                </a:lnTo>
                <a:lnTo>
                  <a:pt x="487" y="274"/>
                </a:lnTo>
                <a:lnTo>
                  <a:pt x="488" y="276"/>
                </a:lnTo>
                <a:lnTo>
                  <a:pt x="489" y="277"/>
                </a:lnTo>
                <a:lnTo>
                  <a:pt x="490" y="278"/>
                </a:lnTo>
                <a:lnTo>
                  <a:pt x="491" y="279"/>
                </a:lnTo>
                <a:lnTo>
                  <a:pt x="492" y="280"/>
                </a:lnTo>
                <a:lnTo>
                  <a:pt x="493" y="281"/>
                </a:lnTo>
                <a:lnTo>
                  <a:pt x="494" y="281"/>
                </a:lnTo>
                <a:lnTo>
                  <a:pt x="496" y="283"/>
                </a:lnTo>
                <a:lnTo>
                  <a:pt x="498" y="284"/>
                </a:lnTo>
                <a:lnTo>
                  <a:pt x="500" y="286"/>
                </a:lnTo>
                <a:lnTo>
                  <a:pt x="501" y="287"/>
                </a:lnTo>
                <a:lnTo>
                  <a:pt x="502" y="288"/>
                </a:lnTo>
                <a:lnTo>
                  <a:pt x="498" y="295"/>
                </a:lnTo>
                <a:lnTo>
                  <a:pt x="497" y="298"/>
                </a:lnTo>
                <a:lnTo>
                  <a:pt x="499" y="299"/>
                </a:lnTo>
                <a:lnTo>
                  <a:pt x="499" y="300"/>
                </a:lnTo>
                <a:lnTo>
                  <a:pt x="504" y="301"/>
                </a:lnTo>
                <a:lnTo>
                  <a:pt x="505" y="299"/>
                </a:lnTo>
                <a:lnTo>
                  <a:pt x="508" y="298"/>
                </a:lnTo>
                <a:lnTo>
                  <a:pt x="511" y="298"/>
                </a:lnTo>
                <a:lnTo>
                  <a:pt x="512" y="301"/>
                </a:lnTo>
                <a:lnTo>
                  <a:pt x="520" y="307"/>
                </a:lnTo>
                <a:lnTo>
                  <a:pt x="520" y="308"/>
                </a:lnTo>
                <a:lnTo>
                  <a:pt x="521" y="308"/>
                </a:lnTo>
                <a:lnTo>
                  <a:pt x="522" y="308"/>
                </a:lnTo>
                <a:lnTo>
                  <a:pt x="534" y="312"/>
                </a:lnTo>
                <a:lnTo>
                  <a:pt x="535" y="314"/>
                </a:lnTo>
                <a:lnTo>
                  <a:pt x="536" y="314"/>
                </a:lnTo>
                <a:lnTo>
                  <a:pt x="538" y="316"/>
                </a:lnTo>
                <a:lnTo>
                  <a:pt x="539" y="320"/>
                </a:lnTo>
                <a:lnTo>
                  <a:pt x="538" y="320"/>
                </a:lnTo>
                <a:lnTo>
                  <a:pt x="537" y="321"/>
                </a:lnTo>
                <a:lnTo>
                  <a:pt x="536" y="321"/>
                </a:lnTo>
                <a:lnTo>
                  <a:pt x="537" y="322"/>
                </a:lnTo>
                <a:lnTo>
                  <a:pt x="536" y="326"/>
                </a:lnTo>
                <a:lnTo>
                  <a:pt x="537" y="326"/>
                </a:lnTo>
                <a:lnTo>
                  <a:pt x="537" y="327"/>
                </a:lnTo>
                <a:lnTo>
                  <a:pt x="535" y="326"/>
                </a:lnTo>
                <a:lnTo>
                  <a:pt x="533" y="330"/>
                </a:lnTo>
                <a:lnTo>
                  <a:pt x="533" y="333"/>
                </a:lnTo>
                <a:lnTo>
                  <a:pt x="532" y="334"/>
                </a:lnTo>
                <a:lnTo>
                  <a:pt x="531" y="334"/>
                </a:lnTo>
                <a:lnTo>
                  <a:pt x="530" y="333"/>
                </a:lnTo>
                <a:lnTo>
                  <a:pt x="528" y="330"/>
                </a:lnTo>
                <a:lnTo>
                  <a:pt x="527" y="330"/>
                </a:lnTo>
                <a:lnTo>
                  <a:pt x="526" y="330"/>
                </a:lnTo>
                <a:lnTo>
                  <a:pt x="526" y="328"/>
                </a:lnTo>
                <a:lnTo>
                  <a:pt x="525" y="329"/>
                </a:lnTo>
                <a:lnTo>
                  <a:pt x="524" y="330"/>
                </a:lnTo>
                <a:lnTo>
                  <a:pt x="526" y="331"/>
                </a:lnTo>
                <a:lnTo>
                  <a:pt x="526" y="330"/>
                </a:lnTo>
                <a:lnTo>
                  <a:pt x="527" y="331"/>
                </a:lnTo>
                <a:lnTo>
                  <a:pt x="527" y="332"/>
                </a:lnTo>
                <a:lnTo>
                  <a:pt x="525" y="332"/>
                </a:lnTo>
                <a:lnTo>
                  <a:pt x="523" y="333"/>
                </a:lnTo>
                <a:lnTo>
                  <a:pt x="523" y="334"/>
                </a:lnTo>
                <a:lnTo>
                  <a:pt x="520" y="334"/>
                </a:lnTo>
                <a:lnTo>
                  <a:pt x="519" y="332"/>
                </a:lnTo>
                <a:lnTo>
                  <a:pt x="512" y="335"/>
                </a:lnTo>
                <a:lnTo>
                  <a:pt x="512" y="336"/>
                </a:lnTo>
                <a:lnTo>
                  <a:pt x="512" y="339"/>
                </a:lnTo>
                <a:lnTo>
                  <a:pt x="512" y="340"/>
                </a:lnTo>
                <a:lnTo>
                  <a:pt x="512" y="341"/>
                </a:lnTo>
                <a:lnTo>
                  <a:pt x="513" y="342"/>
                </a:lnTo>
                <a:lnTo>
                  <a:pt x="512" y="344"/>
                </a:lnTo>
                <a:lnTo>
                  <a:pt x="510" y="346"/>
                </a:lnTo>
                <a:lnTo>
                  <a:pt x="509" y="348"/>
                </a:lnTo>
                <a:lnTo>
                  <a:pt x="508" y="348"/>
                </a:lnTo>
                <a:lnTo>
                  <a:pt x="508" y="350"/>
                </a:lnTo>
                <a:lnTo>
                  <a:pt x="508" y="351"/>
                </a:lnTo>
                <a:lnTo>
                  <a:pt x="508" y="352"/>
                </a:lnTo>
                <a:lnTo>
                  <a:pt x="504" y="351"/>
                </a:lnTo>
                <a:lnTo>
                  <a:pt x="502" y="353"/>
                </a:lnTo>
                <a:lnTo>
                  <a:pt x="500" y="354"/>
                </a:lnTo>
                <a:lnTo>
                  <a:pt x="500" y="353"/>
                </a:lnTo>
                <a:lnTo>
                  <a:pt x="500" y="352"/>
                </a:lnTo>
                <a:lnTo>
                  <a:pt x="498" y="351"/>
                </a:lnTo>
                <a:lnTo>
                  <a:pt x="495" y="351"/>
                </a:lnTo>
                <a:lnTo>
                  <a:pt x="495" y="352"/>
                </a:lnTo>
                <a:lnTo>
                  <a:pt x="495" y="354"/>
                </a:lnTo>
                <a:lnTo>
                  <a:pt x="495" y="355"/>
                </a:lnTo>
                <a:lnTo>
                  <a:pt x="501" y="356"/>
                </a:lnTo>
                <a:lnTo>
                  <a:pt x="501" y="359"/>
                </a:lnTo>
                <a:lnTo>
                  <a:pt x="500" y="360"/>
                </a:lnTo>
                <a:lnTo>
                  <a:pt x="497" y="359"/>
                </a:lnTo>
                <a:lnTo>
                  <a:pt x="494" y="363"/>
                </a:lnTo>
                <a:lnTo>
                  <a:pt x="492" y="365"/>
                </a:lnTo>
                <a:lnTo>
                  <a:pt x="492" y="367"/>
                </a:lnTo>
                <a:lnTo>
                  <a:pt x="491" y="368"/>
                </a:lnTo>
                <a:lnTo>
                  <a:pt x="489" y="369"/>
                </a:lnTo>
                <a:lnTo>
                  <a:pt x="486" y="368"/>
                </a:lnTo>
                <a:lnTo>
                  <a:pt x="486" y="369"/>
                </a:lnTo>
                <a:lnTo>
                  <a:pt x="485" y="369"/>
                </a:lnTo>
                <a:lnTo>
                  <a:pt x="484" y="369"/>
                </a:lnTo>
                <a:lnTo>
                  <a:pt x="483" y="369"/>
                </a:lnTo>
                <a:lnTo>
                  <a:pt x="484" y="369"/>
                </a:lnTo>
                <a:lnTo>
                  <a:pt x="487" y="374"/>
                </a:lnTo>
                <a:lnTo>
                  <a:pt x="488" y="374"/>
                </a:lnTo>
                <a:lnTo>
                  <a:pt x="492" y="373"/>
                </a:lnTo>
                <a:lnTo>
                  <a:pt x="493" y="374"/>
                </a:lnTo>
                <a:lnTo>
                  <a:pt x="493" y="375"/>
                </a:lnTo>
                <a:lnTo>
                  <a:pt x="492" y="377"/>
                </a:lnTo>
                <a:lnTo>
                  <a:pt x="492" y="378"/>
                </a:lnTo>
                <a:lnTo>
                  <a:pt x="490" y="383"/>
                </a:lnTo>
                <a:lnTo>
                  <a:pt x="490" y="384"/>
                </a:lnTo>
                <a:lnTo>
                  <a:pt x="491" y="385"/>
                </a:lnTo>
                <a:lnTo>
                  <a:pt x="490" y="387"/>
                </a:lnTo>
                <a:lnTo>
                  <a:pt x="489" y="387"/>
                </a:lnTo>
                <a:lnTo>
                  <a:pt x="487" y="389"/>
                </a:lnTo>
                <a:lnTo>
                  <a:pt x="487" y="391"/>
                </a:lnTo>
                <a:lnTo>
                  <a:pt x="487" y="392"/>
                </a:lnTo>
                <a:lnTo>
                  <a:pt x="486" y="393"/>
                </a:lnTo>
                <a:lnTo>
                  <a:pt x="485" y="391"/>
                </a:lnTo>
                <a:lnTo>
                  <a:pt x="485" y="390"/>
                </a:lnTo>
                <a:lnTo>
                  <a:pt x="484" y="391"/>
                </a:lnTo>
                <a:lnTo>
                  <a:pt x="481" y="393"/>
                </a:lnTo>
                <a:lnTo>
                  <a:pt x="481" y="394"/>
                </a:lnTo>
                <a:lnTo>
                  <a:pt x="480" y="395"/>
                </a:lnTo>
                <a:lnTo>
                  <a:pt x="480" y="396"/>
                </a:lnTo>
                <a:lnTo>
                  <a:pt x="480" y="398"/>
                </a:lnTo>
                <a:lnTo>
                  <a:pt x="480" y="399"/>
                </a:lnTo>
                <a:lnTo>
                  <a:pt x="480" y="401"/>
                </a:lnTo>
                <a:lnTo>
                  <a:pt x="480" y="402"/>
                </a:lnTo>
                <a:lnTo>
                  <a:pt x="479" y="405"/>
                </a:lnTo>
                <a:lnTo>
                  <a:pt x="479" y="406"/>
                </a:lnTo>
                <a:lnTo>
                  <a:pt x="479" y="408"/>
                </a:lnTo>
                <a:lnTo>
                  <a:pt x="480" y="409"/>
                </a:lnTo>
                <a:lnTo>
                  <a:pt x="479" y="411"/>
                </a:lnTo>
                <a:lnTo>
                  <a:pt x="479" y="412"/>
                </a:lnTo>
                <a:lnTo>
                  <a:pt x="478" y="413"/>
                </a:lnTo>
                <a:lnTo>
                  <a:pt x="477" y="413"/>
                </a:lnTo>
                <a:lnTo>
                  <a:pt x="477" y="414"/>
                </a:lnTo>
                <a:lnTo>
                  <a:pt x="477" y="416"/>
                </a:lnTo>
                <a:lnTo>
                  <a:pt x="477" y="418"/>
                </a:lnTo>
                <a:lnTo>
                  <a:pt x="477" y="423"/>
                </a:lnTo>
                <a:lnTo>
                  <a:pt x="477" y="424"/>
                </a:lnTo>
                <a:lnTo>
                  <a:pt x="476" y="424"/>
                </a:lnTo>
                <a:lnTo>
                  <a:pt x="476" y="426"/>
                </a:lnTo>
                <a:lnTo>
                  <a:pt x="476" y="429"/>
                </a:lnTo>
                <a:lnTo>
                  <a:pt x="477" y="430"/>
                </a:lnTo>
                <a:lnTo>
                  <a:pt x="478" y="433"/>
                </a:lnTo>
                <a:lnTo>
                  <a:pt x="479" y="434"/>
                </a:lnTo>
                <a:lnTo>
                  <a:pt x="482" y="437"/>
                </a:lnTo>
                <a:lnTo>
                  <a:pt x="483" y="439"/>
                </a:lnTo>
                <a:lnTo>
                  <a:pt x="483" y="440"/>
                </a:lnTo>
                <a:lnTo>
                  <a:pt x="484" y="441"/>
                </a:lnTo>
                <a:lnTo>
                  <a:pt x="485" y="443"/>
                </a:lnTo>
                <a:lnTo>
                  <a:pt x="485" y="444"/>
                </a:lnTo>
                <a:lnTo>
                  <a:pt x="485" y="446"/>
                </a:lnTo>
                <a:lnTo>
                  <a:pt x="484" y="446"/>
                </a:lnTo>
                <a:lnTo>
                  <a:pt x="482" y="446"/>
                </a:lnTo>
                <a:lnTo>
                  <a:pt x="480" y="445"/>
                </a:lnTo>
                <a:lnTo>
                  <a:pt x="478" y="446"/>
                </a:lnTo>
                <a:lnTo>
                  <a:pt x="477" y="447"/>
                </a:lnTo>
                <a:lnTo>
                  <a:pt x="477" y="448"/>
                </a:lnTo>
                <a:lnTo>
                  <a:pt x="478" y="448"/>
                </a:lnTo>
                <a:lnTo>
                  <a:pt x="479" y="449"/>
                </a:lnTo>
                <a:lnTo>
                  <a:pt x="480" y="449"/>
                </a:lnTo>
                <a:lnTo>
                  <a:pt x="481" y="450"/>
                </a:lnTo>
                <a:lnTo>
                  <a:pt x="484" y="452"/>
                </a:lnTo>
                <a:lnTo>
                  <a:pt x="486" y="454"/>
                </a:lnTo>
                <a:lnTo>
                  <a:pt x="487" y="455"/>
                </a:lnTo>
                <a:lnTo>
                  <a:pt x="488" y="457"/>
                </a:lnTo>
                <a:lnTo>
                  <a:pt x="489" y="459"/>
                </a:lnTo>
                <a:lnTo>
                  <a:pt x="489" y="460"/>
                </a:lnTo>
                <a:lnTo>
                  <a:pt x="490" y="462"/>
                </a:lnTo>
                <a:lnTo>
                  <a:pt x="489" y="463"/>
                </a:lnTo>
                <a:lnTo>
                  <a:pt x="489" y="465"/>
                </a:lnTo>
                <a:lnTo>
                  <a:pt x="489" y="466"/>
                </a:lnTo>
                <a:lnTo>
                  <a:pt x="489" y="467"/>
                </a:lnTo>
                <a:lnTo>
                  <a:pt x="489" y="468"/>
                </a:lnTo>
                <a:lnTo>
                  <a:pt x="488" y="468"/>
                </a:lnTo>
                <a:lnTo>
                  <a:pt x="488" y="469"/>
                </a:lnTo>
                <a:lnTo>
                  <a:pt x="487" y="470"/>
                </a:lnTo>
                <a:lnTo>
                  <a:pt x="485" y="474"/>
                </a:lnTo>
                <a:lnTo>
                  <a:pt x="484" y="473"/>
                </a:lnTo>
                <a:lnTo>
                  <a:pt x="480" y="468"/>
                </a:lnTo>
                <a:lnTo>
                  <a:pt x="480" y="469"/>
                </a:lnTo>
                <a:lnTo>
                  <a:pt x="479" y="469"/>
                </a:lnTo>
                <a:lnTo>
                  <a:pt x="480" y="471"/>
                </a:lnTo>
                <a:lnTo>
                  <a:pt x="480" y="472"/>
                </a:lnTo>
                <a:lnTo>
                  <a:pt x="480" y="474"/>
                </a:lnTo>
                <a:lnTo>
                  <a:pt x="481" y="475"/>
                </a:lnTo>
                <a:lnTo>
                  <a:pt x="480" y="475"/>
                </a:lnTo>
                <a:lnTo>
                  <a:pt x="479" y="475"/>
                </a:lnTo>
                <a:lnTo>
                  <a:pt x="477" y="474"/>
                </a:lnTo>
                <a:lnTo>
                  <a:pt x="475" y="475"/>
                </a:lnTo>
                <a:lnTo>
                  <a:pt x="474" y="475"/>
                </a:lnTo>
                <a:lnTo>
                  <a:pt x="473" y="475"/>
                </a:lnTo>
                <a:lnTo>
                  <a:pt x="471" y="472"/>
                </a:lnTo>
                <a:lnTo>
                  <a:pt x="469" y="470"/>
                </a:lnTo>
                <a:lnTo>
                  <a:pt x="465" y="466"/>
                </a:lnTo>
                <a:lnTo>
                  <a:pt x="462" y="466"/>
                </a:lnTo>
                <a:lnTo>
                  <a:pt x="461" y="467"/>
                </a:lnTo>
                <a:lnTo>
                  <a:pt x="458" y="468"/>
                </a:lnTo>
                <a:lnTo>
                  <a:pt x="457" y="468"/>
                </a:lnTo>
                <a:lnTo>
                  <a:pt x="454" y="469"/>
                </a:lnTo>
                <a:lnTo>
                  <a:pt x="453" y="470"/>
                </a:lnTo>
                <a:lnTo>
                  <a:pt x="452" y="471"/>
                </a:lnTo>
                <a:lnTo>
                  <a:pt x="451" y="472"/>
                </a:lnTo>
                <a:lnTo>
                  <a:pt x="451" y="471"/>
                </a:lnTo>
                <a:lnTo>
                  <a:pt x="450" y="471"/>
                </a:lnTo>
                <a:lnTo>
                  <a:pt x="450" y="470"/>
                </a:lnTo>
                <a:lnTo>
                  <a:pt x="449" y="470"/>
                </a:lnTo>
                <a:lnTo>
                  <a:pt x="448" y="469"/>
                </a:lnTo>
                <a:lnTo>
                  <a:pt x="447" y="469"/>
                </a:lnTo>
                <a:lnTo>
                  <a:pt x="446" y="469"/>
                </a:lnTo>
                <a:lnTo>
                  <a:pt x="446" y="470"/>
                </a:lnTo>
                <a:lnTo>
                  <a:pt x="443" y="469"/>
                </a:lnTo>
                <a:lnTo>
                  <a:pt x="443" y="468"/>
                </a:lnTo>
                <a:lnTo>
                  <a:pt x="441" y="467"/>
                </a:lnTo>
                <a:lnTo>
                  <a:pt x="440" y="467"/>
                </a:lnTo>
                <a:lnTo>
                  <a:pt x="440" y="468"/>
                </a:lnTo>
                <a:lnTo>
                  <a:pt x="440" y="469"/>
                </a:lnTo>
                <a:lnTo>
                  <a:pt x="440" y="470"/>
                </a:lnTo>
                <a:lnTo>
                  <a:pt x="441" y="472"/>
                </a:lnTo>
                <a:lnTo>
                  <a:pt x="441" y="473"/>
                </a:lnTo>
                <a:lnTo>
                  <a:pt x="440" y="474"/>
                </a:lnTo>
                <a:lnTo>
                  <a:pt x="439" y="473"/>
                </a:lnTo>
                <a:lnTo>
                  <a:pt x="435" y="471"/>
                </a:lnTo>
                <a:lnTo>
                  <a:pt x="434" y="472"/>
                </a:lnTo>
                <a:lnTo>
                  <a:pt x="435" y="473"/>
                </a:lnTo>
                <a:lnTo>
                  <a:pt x="436" y="473"/>
                </a:lnTo>
                <a:lnTo>
                  <a:pt x="436" y="474"/>
                </a:lnTo>
                <a:lnTo>
                  <a:pt x="435" y="474"/>
                </a:lnTo>
                <a:lnTo>
                  <a:pt x="433" y="474"/>
                </a:lnTo>
                <a:lnTo>
                  <a:pt x="431" y="473"/>
                </a:lnTo>
                <a:lnTo>
                  <a:pt x="430" y="473"/>
                </a:lnTo>
                <a:lnTo>
                  <a:pt x="430" y="472"/>
                </a:lnTo>
                <a:lnTo>
                  <a:pt x="429" y="472"/>
                </a:lnTo>
                <a:lnTo>
                  <a:pt x="429" y="471"/>
                </a:lnTo>
                <a:lnTo>
                  <a:pt x="429" y="470"/>
                </a:lnTo>
                <a:lnTo>
                  <a:pt x="427" y="469"/>
                </a:lnTo>
                <a:lnTo>
                  <a:pt x="426" y="468"/>
                </a:lnTo>
                <a:lnTo>
                  <a:pt x="424" y="467"/>
                </a:lnTo>
                <a:lnTo>
                  <a:pt x="422" y="466"/>
                </a:lnTo>
                <a:lnTo>
                  <a:pt x="421" y="465"/>
                </a:lnTo>
                <a:lnTo>
                  <a:pt x="420" y="465"/>
                </a:lnTo>
                <a:lnTo>
                  <a:pt x="419" y="465"/>
                </a:lnTo>
                <a:lnTo>
                  <a:pt x="418" y="467"/>
                </a:lnTo>
                <a:lnTo>
                  <a:pt x="419" y="468"/>
                </a:lnTo>
                <a:lnTo>
                  <a:pt x="420" y="469"/>
                </a:lnTo>
                <a:lnTo>
                  <a:pt x="421" y="469"/>
                </a:lnTo>
                <a:lnTo>
                  <a:pt x="422" y="469"/>
                </a:lnTo>
                <a:lnTo>
                  <a:pt x="422" y="471"/>
                </a:lnTo>
                <a:lnTo>
                  <a:pt x="421" y="472"/>
                </a:lnTo>
                <a:lnTo>
                  <a:pt x="419" y="476"/>
                </a:lnTo>
                <a:lnTo>
                  <a:pt x="417" y="475"/>
                </a:lnTo>
                <a:lnTo>
                  <a:pt x="417" y="474"/>
                </a:lnTo>
                <a:lnTo>
                  <a:pt x="415" y="472"/>
                </a:lnTo>
                <a:lnTo>
                  <a:pt x="413" y="473"/>
                </a:lnTo>
                <a:lnTo>
                  <a:pt x="412" y="472"/>
                </a:lnTo>
                <a:lnTo>
                  <a:pt x="410" y="470"/>
                </a:lnTo>
                <a:lnTo>
                  <a:pt x="409" y="470"/>
                </a:lnTo>
                <a:lnTo>
                  <a:pt x="408" y="469"/>
                </a:lnTo>
                <a:lnTo>
                  <a:pt x="407" y="468"/>
                </a:lnTo>
                <a:lnTo>
                  <a:pt x="407" y="467"/>
                </a:lnTo>
                <a:lnTo>
                  <a:pt x="406" y="467"/>
                </a:lnTo>
                <a:lnTo>
                  <a:pt x="405" y="467"/>
                </a:lnTo>
                <a:lnTo>
                  <a:pt x="404" y="467"/>
                </a:lnTo>
                <a:lnTo>
                  <a:pt x="402" y="465"/>
                </a:lnTo>
                <a:lnTo>
                  <a:pt x="402" y="464"/>
                </a:lnTo>
                <a:lnTo>
                  <a:pt x="401" y="464"/>
                </a:lnTo>
                <a:lnTo>
                  <a:pt x="400" y="464"/>
                </a:lnTo>
                <a:lnTo>
                  <a:pt x="399" y="466"/>
                </a:lnTo>
                <a:lnTo>
                  <a:pt x="398" y="469"/>
                </a:lnTo>
                <a:lnTo>
                  <a:pt x="399" y="471"/>
                </a:lnTo>
                <a:lnTo>
                  <a:pt x="399" y="472"/>
                </a:lnTo>
                <a:lnTo>
                  <a:pt x="398" y="474"/>
                </a:lnTo>
                <a:lnTo>
                  <a:pt x="397" y="475"/>
                </a:lnTo>
                <a:lnTo>
                  <a:pt x="397" y="476"/>
                </a:lnTo>
                <a:lnTo>
                  <a:pt x="398" y="478"/>
                </a:lnTo>
                <a:lnTo>
                  <a:pt x="398" y="480"/>
                </a:lnTo>
                <a:lnTo>
                  <a:pt x="397" y="480"/>
                </a:lnTo>
                <a:lnTo>
                  <a:pt x="396" y="479"/>
                </a:lnTo>
                <a:lnTo>
                  <a:pt x="396" y="478"/>
                </a:lnTo>
                <a:lnTo>
                  <a:pt x="396" y="477"/>
                </a:lnTo>
                <a:lnTo>
                  <a:pt x="396" y="476"/>
                </a:lnTo>
                <a:lnTo>
                  <a:pt x="395" y="476"/>
                </a:lnTo>
                <a:lnTo>
                  <a:pt x="394" y="476"/>
                </a:lnTo>
                <a:lnTo>
                  <a:pt x="392" y="475"/>
                </a:lnTo>
                <a:lnTo>
                  <a:pt x="392" y="474"/>
                </a:lnTo>
                <a:lnTo>
                  <a:pt x="392" y="473"/>
                </a:lnTo>
                <a:lnTo>
                  <a:pt x="392" y="472"/>
                </a:lnTo>
                <a:lnTo>
                  <a:pt x="390" y="472"/>
                </a:lnTo>
                <a:lnTo>
                  <a:pt x="388" y="472"/>
                </a:lnTo>
                <a:lnTo>
                  <a:pt x="387" y="472"/>
                </a:lnTo>
                <a:lnTo>
                  <a:pt x="386" y="471"/>
                </a:lnTo>
                <a:lnTo>
                  <a:pt x="386" y="470"/>
                </a:lnTo>
                <a:lnTo>
                  <a:pt x="385" y="470"/>
                </a:lnTo>
                <a:lnTo>
                  <a:pt x="385" y="471"/>
                </a:lnTo>
                <a:lnTo>
                  <a:pt x="385" y="472"/>
                </a:lnTo>
                <a:lnTo>
                  <a:pt x="384" y="473"/>
                </a:lnTo>
                <a:lnTo>
                  <a:pt x="383" y="474"/>
                </a:lnTo>
                <a:lnTo>
                  <a:pt x="382" y="473"/>
                </a:lnTo>
                <a:lnTo>
                  <a:pt x="382" y="472"/>
                </a:lnTo>
                <a:lnTo>
                  <a:pt x="382" y="471"/>
                </a:lnTo>
                <a:lnTo>
                  <a:pt x="381" y="471"/>
                </a:lnTo>
                <a:lnTo>
                  <a:pt x="380" y="471"/>
                </a:lnTo>
                <a:lnTo>
                  <a:pt x="379" y="472"/>
                </a:lnTo>
                <a:lnTo>
                  <a:pt x="378" y="472"/>
                </a:lnTo>
                <a:lnTo>
                  <a:pt x="377" y="470"/>
                </a:lnTo>
                <a:lnTo>
                  <a:pt x="376" y="470"/>
                </a:lnTo>
                <a:lnTo>
                  <a:pt x="375" y="469"/>
                </a:lnTo>
                <a:lnTo>
                  <a:pt x="374" y="469"/>
                </a:lnTo>
                <a:lnTo>
                  <a:pt x="373" y="470"/>
                </a:lnTo>
                <a:lnTo>
                  <a:pt x="373" y="471"/>
                </a:lnTo>
                <a:lnTo>
                  <a:pt x="373" y="472"/>
                </a:lnTo>
                <a:lnTo>
                  <a:pt x="374" y="475"/>
                </a:lnTo>
                <a:lnTo>
                  <a:pt x="375" y="476"/>
                </a:lnTo>
                <a:lnTo>
                  <a:pt x="375" y="477"/>
                </a:lnTo>
                <a:lnTo>
                  <a:pt x="376" y="478"/>
                </a:lnTo>
                <a:lnTo>
                  <a:pt x="376" y="479"/>
                </a:lnTo>
                <a:lnTo>
                  <a:pt x="377" y="480"/>
                </a:lnTo>
                <a:lnTo>
                  <a:pt x="378" y="482"/>
                </a:lnTo>
                <a:lnTo>
                  <a:pt x="379" y="484"/>
                </a:lnTo>
                <a:lnTo>
                  <a:pt x="379" y="486"/>
                </a:lnTo>
                <a:lnTo>
                  <a:pt x="380" y="489"/>
                </a:lnTo>
                <a:lnTo>
                  <a:pt x="381" y="492"/>
                </a:lnTo>
                <a:lnTo>
                  <a:pt x="382" y="493"/>
                </a:lnTo>
                <a:lnTo>
                  <a:pt x="383" y="493"/>
                </a:lnTo>
                <a:lnTo>
                  <a:pt x="382" y="494"/>
                </a:lnTo>
                <a:lnTo>
                  <a:pt x="382" y="495"/>
                </a:lnTo>
                <a:lnTo>
                  <a:pt x="381" y="495"/>
                </a:lnTo>
                <a:lnTo>
                  <a:pt x="380" y="495"/>
                </a:lnTo>
                <a:lnTo>
                  <a:pt x="379" y="495"/>
                </a:lnTo>
                <a:lnTo>
                  <a:pt x="379" y="496"/>
                </a:lnTo>
                <a:lnTo>
                  <a:pt x="379" y="498"/>
                </a:lnTo>
                <a:lnTo>
                  <a:pt x="379" y="499"/>
                </a:lnTo>
                <a:lnTo>
                  <a:pt x="379" y="500"/>
                </a:lnTo>
                <a:lnTo>
                  <a:pt x="379" y="502"/>
                </a:lnTo>
                <a:lnTo>
                  <a:pt x="379" y="505"/>
                </a:lnTo>
                <a:lnTo>
                  <a:pt x="376" y="506"/>
                </a:lnTo>
                <a:lnTo>
                  <a:pt x="374" y="505"/>
                </a:lnTo>
                <a:lnTo>
                  <a:pt x="373" y="505"/>
                </a:lnTo>
                <a:lnTo>
                  <a:pt x="372" y="504"/>
                </a:lnTo>
                <a:lnTo>
                  <a:pt x="371" y="504"/>
                </a:lnTo>
                <a:lnTo>
                  <a:pt x="371" y="505"/>
                </a:lnTo>
                <a:lnTo>
                  <a:pt x="371" y="506"/>
                </a:lnTo>
                <a:lnTo>
                  <a:pt x="371" y="507"/>
                </a:lnTo>
                <a:lnTo>
                  <a:pt x="371" y="509"/>
                </a:lnTo>
                <a:lnTo>
                  <a:pt x="371" y="510"/>
                </a:lnTo>
                <a:lnTo>
                  <a:pt x="370" y="511"/>
                </a:lnTo>
                <a:lnTo>
                  <a:pt x="369" y="511"/>
                </a:lnTo>
                <a:lnTo>
                  <a:pt x="368" y="510"/>
                </a:lnTo>
                <a:lnTo>
                  <a:pt x="367" y="509"/>
                </a:lnTo>
                <a:lnTo>
                  <a:pt x="367" y="508"/>
                </a:lnTo>
                <a:lnTo>
                  <a:pt x="368" y="508"/>
                </a:lnTo>
                <a:lnTo>
                  <a:pt x="368" y="507"/>
                </a:lnTo>
                <a:lnTo>
                  <a:pt x="367" y="506"/>
                </a:lnTo>
                <a:lnTo>
                  <a:pt x="366" y="505"/>
                </a:lnTo>
                <a:lnTo>
                  <a:pt x="366" y="504"/>
                </a:lnTo>
                <a:lnTo>
                  <a:pt x="364" y="503"/>
                </a:lnTo>
                <a:lnTo>
                  <a:pt x="364" y="502"/>
                </a:lnTo>
                <a:lnTo>
                  <a:pt x="364" y="501"/>
                </a:lnTo>
                <a:lnTo>
                  <a:pt x="363" y="500"/>
                </a:lnTo>
                <a:lnTo>
                  <a:pt x="362" y="501"/>
                </a:lnTo>
                <a:lnTo>
                  <a:pt x="362" y="502"/>
                </a:lnTo>
                <a:lnTo>
                  <a:pt x="363" y="503"/>
                </a:lnTo>
                <a:lnTo>
                  <a:pt x="363" y="504"/>
                </a:lnTo>
                <a:lnTo>
                  <a:pt x="364" y="505"/>
                </a:lnTo>
                <a:lnTo>
                  <a:pt x="365" y="507"/>
                </a:lnTo>
                <a:lnTo>
                  <a:pt x="365" y="508"/>
                </a:lnTo>
                <a:lnTo>
                  <a:pt x="364" y="508"/>
                </a:lnTo>
                <a:lnTo>
                  <a:pt x="364" y="509"/>
                </a:lnTo>
                <a:lnTo>
                  <a:pt x="364" y="510"/>
                </a:lnTo>
                <a:lnTo>
                  <a:pt x="366" y="511"/>
                </a:lnTo>
                <a:lnTo>
                  <a:pt x="366" y="512"/>
                </a:lnTo>
                <a:lnTo>
                  <a:pt x="367" y="512"/>
                </a:lnTo>
                <a:lnTo>
                  <a:pt x="368" y="512"/>
                </a:lnTo>
                <a:lnTo>
                  <a:pt x="368" y="511"/>
                </a:lnTo>
                <a:lnTo>
                  <a:pt x="369" y="512"/>
                </a:lnTo>
                <a:lnTo>
                  <a:pt x="373" y="514"/>
                </a:lnTo>
                <a:lnTo>
                  <a:pt x="374" y="516"/>
                </a:lnTo>
                <a:lnTo>
                  <a:pt x="374" y="517"/>
                </a:lnTo>
                <a:lnTo>
                  <a:pt x="373" y="519"/>
                </a:lnTo>
                <a:lnTo>
                  <a:pt x="372" y="519"/>
                </a:lnTo>
                <a:lnTo>
                  <a:pt x="373" y="520"/>
                </a:lnTo>
                <a:lnTo>
                  <a:pt x="374" y="522"/>
                </a:lnTo>
                <a:lnTo>
                  <a:pt x="375" y="521"/>
                </a:lnTo>
                <a:lnTo>
                  <a:pt x="375" y="520"/>
                </a:lnTo>
                <a:lnTo>
                  <a:pt x="376" y="520"/>
                </a:lnTo>
                <a:lnTo>
                  <a:pt x="377" y="519"/>
                </a:lnTo>
                <a:lnTo>
                  <a:pt x="378" y="520"/>
                </a:lnTo>
                <a:lnTo>
                  <a:pt x="379" y="522"/>
                </a:lnTo>
                <a:lnTo>
                  <a:pt x="379" y="524"/>
                </a:lnTo>
                <a:lnTo>
                  <a:pt x="379" y="525"/>
                </a:lnTo>
                <a:lnTo>
                  <a:pt x="378" y="525"/>
                </a:lnTo>
                <a:lnTo>
                  <a:pt x="377" y="526"/>
                </a:lnTo>
                <a:lnTo>
                  <a:pt x="379" y="527"/>
                </a:lnTo>
                <a:lnTo>
                  <a:pt x="379" y="528"/>
                </a:lnTo>
                <a:lnTo>
                  <a:pt x="379" y="530"/>
                </a:lnTo>
                <a:lnTo>
                  <a:pt x="379" y="532"/>
                </a:lnTo>
                <a:lnTo>
                  <a:pt x="380" y="533"/>
                </a:lnTo>
                <a:lnTo>
                  <a:pt x="382" y="535"/>
                </a:lnTo>
                <a:lnTo>
                  <a:pt x="382" y="536"/>
                </a:lnTo>
                <a:lnTo>
                  <a:pt x="382" y="537"/>
                </a:lnTo>
                <a:lnTo>
                  <a:pt x="381" y="537"/>
                </a:lnTo>
                <a:lnTo>
                  <a:pt x="380" y="537"/>
                </a:lnTo>
                <a:lnTo>
                  <a:pt x="379" y="538"/>
                </a:lnTo>
                <a:lnTo>
                  <a:pt x="380" y="539"/>
                </a:lnTo>
                <a:lnTo>
                  <a:pt x="380" y="540"/>
                </a:lnTo>
                <a:lnTo>
                  <a:pt x="379" y="541"/>
                </a:lnTo>
                <a:lnTo>
                  <a:pt x="379" y="544"/>
                </a:lnTo>
                <a:lnTo>
                  <a:pt x="379" y="545"/>
                </a:lnTo>
                <a:lnTo>
                  <a:pt x="379" y="547"/>
                </a:lnTo>
                <a:lnTo>
                  <a:pt x="378" y="548"/>
                </a:lnTo>
                <a:lnTo>
                  <a:pt x="377" y="549"/>
                </a:lnTo>
                <a:lnTo>
                  <a:pt x="378" y="551"/>
                </a:lnTo>
                <a:lnTo>
                  <a:pt x="378" y="552"/>
                </a:lnTo>
                <a:lnTo>
                  <a:pt x="379" y="554"/>
                </a:lnTo>
                <a:lnTo>
                  <a:pt x="380" y="554"/>
                </a:lnTo>
                <a:lnTo>
                  <a:pt x="380" y="555"/>
                </a:lnTo>
                <a:lnTo>
                  <a:pt x="378" y="555"/>
                </a:lnTo>
                <a:lnTo>
                  <a:pt x="377" y="553"/>
                </a:lnTo>
                <a:lnTo>
                  <a:pt x="375" y="552"/>
                </a:lnTo>
                <a:lnTo>
                  <a:pt x="375" y="553"/>
                </a:lnTo>
                <a:lnTo>
                  <a:pt x="373" y="551"/>
                </a:lnTo>
                <a:lnTo>
                  <a:pt x="372" y="550"/>
                </a:lnTo>
                <a:lnTo>
                  <a:pt x="369" y="550"/>
                </a:lnTo>
                <a:lnTo>
                  <a:pt x="369" y="552"/>
                </a:lnTo>
                <a:lnTo>
                  <a:pt x="369" y="553"/>
                </a:lnTo>
                <a:lnTo>
                  <a:pt x="368" y="553"/>
                </a:lnTo>
                <a:lnTo>
                  <a:pt x="367" y="553"/>
                </a:lnTo>
                <a:lnTo>
                  <a:pt x="367" y="552"/>
                </a:lnTo>
                <a:lnTo>
                  <a:pt x="366" y="552"/>
                </a:lnTo>
                <a:lnTo>
                  <a:pt x="364" y="553"/>
                </a:lnTo>
                <a:lnTo>
                  <a:pt x="363" y="554"/>
                </a:lnTo>
                <a:lnTo>
                  <a:pt x="362" y="554"/>
                </a:lnTo>
                <a:lnTo>
                  <a:pt x="360" y="556"/>
                </a:lnTo>
                <a:lnTo>
                  <a:pt x="359" y="556"/>
                </a:lnTo>
                <a:lnTo>
                  <a:pt x="360" y="558"/>
                </a:lnTo>
                <a:lnTo>
                  <a:pt x="361" y="558"/>
                </a:lnTo>
                <a:lnTo>
                  <a:pt x="361" y="559"/>
                </a:lnTo>
                <a:lnTo>
                  <a:pt x="361" y="560"/>
                </a:lnTo>
                <a:lnTo>
                  <a:pt x="362" y="561"/>
                </a:lnTo>
                <a:lnTo>
                  <a:pt x="362" y="562"/>
                </a:lnTo>
                <a:lnTo>
                  <a:pt x="360" y="562"/>
                </a:lnTo>
                <a:lnTo>
                  <a:pt x="359" y="561"/>
                </a:lnTo>
                <a:lnTo>
                  <a:pt x="358" y="561"/>
                </a:lnTo>
                <a:lnTo>
                  <a:pt x="356" y="563"/>
                </a:lnTo>
                <a:lnTo>
                  <a:pt x="355" y="563"/>
                </a:lnTo>
                <a:lnTo>
                  <a:pt x="355" y="564"/>
                </a:lnTo>
                <a:lnTo>
                  <a:pt x="356" y="565"/>
                </a:lnTo>
                <a:lnTo>
                  <a:pt x="356" y="566"/>
                </a:lnTo>
                <a:lnTo>
                  <a:pt x="356" y="567"/>
                </a:lnTo>
                <a:lnTo>
                  <a:pt x="356" y="571"/>
                </a:lnTo>
                <a:lnTo>
                  <a:pt x="356" y="574"/>
                </a:lnTo>
                <a:lnTo>
                  <a:pt x="356" y="575"/>
                </a:lnTo>
                <a:lnTo>
                  <a:pt x="355" y="575"/>
                </a:lnTo>
                <a:lnTo>
                  <a:pt x="354" y="575"/>
                </a:lnTo>
                <a:lnTo>
                  <a:pt x="353" y="576"/>
                </a:lnTo>
                <a:lnTo>
                  <a:pt x="352" y="576"/>
                </a:lnTo>
                <a:lnTo>
                  <a:pt x="352" y="577"/>
                </a:lnTo>
                <a:lnTo>
                  <a:pt x="350" y="576"/>
                </a:lnTo>
                <a:lnTo>
                  <a:pt x="349" y="576"/>
                </a:lnTo>
                <a:lnTo>
                  <a:pt x="348" y="576"/>
                </a:lnTo>
                <a:lnTo>
                  <a:pt x="349" y="578"/>
                </a:lnTo>
                <a:lnTo>
                  <a:pt x="348" y="579"/>
                </a:lnTo>
                <a:lnTo>
                  <a:pt x="348" y="581"/>
                </a:lnTo>
                <a:lnTo>
                  <a:pt x="349" y="581"/>
                </a:lnTo>
                <a:lnTo>
                  <a:pt x="349" y="582"/>
                </a:lnTo>
                <a:lnTo>
                  <a:pt x="350" y="581"/>
                </a:lnTo>
                <a:lnTo>
                  <a:pt x="350" y="582"/>
                </a:lnTo>
                <a:lnTo>
                  <a:pt x="351" y="583"/>
                </a:lnTo>
                <a:lnTo>
                  <a:pt x="352" y="584"/>
                </a:lnTo>
                <a:lnTo>
                  <a:pt x="350" y="586"/>
                </a:lnTo>
                <a:lnTo>
                  <a:pt x="350" y="587"/>
                </a:lnTo>
                <a:lnTo>
                  <a:pt x="351" y="587"/>
                </a:lnTo>
                <a:lnTo>
                  <a:pt x="351" y="588"/>
                </a:lnTo>
                <a:lnTo>
                  <a:pt x="350" y="589"/>
                </a:lnTo>
                <a:lnTo>
                  <a:pt x="349" y="589"/>
                </a:lnTo>
                <a:lnTo>
                  <a:pt x="346" y="589"/>
                </a:lnTo>
                <a:lnTo>
                  <a:pt x="345" y="589"/>
                </a:lnTo>
                <a:lnTo>
                  <a:pt x="344" y="588"/>
                </a:lnTo>
                <a:lnTo>
                  <a:pt x="342" y="586"/>
                </a:lnTo>
                <a:lnTo>
                  <a:pt x="340" y="585"/>
                </a:lnTo>
                <a:lnTo>
                  <a:pt x="340" y="586"/>
                </a:lnTo>
                <a:lnTo>
                  <a:pt x="341" y="586"/>
                </a:lnTo>
                <a:lnTo>
                  <a:pt x="340" y="589"/>
                </a:lnTo>
                <a:lnTo>
                  <a:pt x="340" y="590"/>
                </a:lnTo>
                <a:lnTo>
                  <a:pt x="338" y="589"/>
                </a:lnTo>
                <a:lnTo>
                  <a:pt x="338" y="587"/>
                </a:lnTo>
                <a:lnTo>
                  <a:pt x="336" y="586"/>
                </a:lnTo>
                <a:lnTo>
                  <a:pt x="336" y="585"/>
                </a:lnTo>
                <a:lnTo>
                  <a:pt x="335" y="585"/>
                </a:lnTo>
                <a:lnTo>
                  <a:pt x="335" y="586"/>
                </a:lnTo>
                <a:lnTo>
                  <a:pt x="335" y="587"/>
                </a:lnTo>
                <a:lnTo>
                  <a:pt x="335" y="588"/>
                </a:lnTo>
                <a:lnTo>
                  <a:pt x="336" y="588"/>
                </a:lnTo>
                <a:lnTo>
                  <a:pt x="337" y="590"/>
                </a:lnTo>
                <a:lnTo>
                  <a:pt x="337" y="592"/>
                </a:lnTo>
                <a:lnTo>
                  <a:pt x="338" y="592"/>
                </a:lnTo>
                <a:lnTo>
                  <a:pt x="339" y="592"/>
                </a:lnTo>
                <a:lnTo>
                  <a:pt x="340" y="592"/>
                </a:lnTo>
                <a:lnTo>
                  <a:pt x="341" y="592"/>
                </a:lnTo>
                <a:lnTo>
                  <a:pt x="342" y="592"/>
                </a:lnTo>
                <a:lnTo>
                  <a:pt x="344" y="595"/>
                </a:lnTo>
                <a:lnTo>
                  <a:pt x="344" y="596"/>
                </a:lnTo>
                <a:lnTo>
                  <a:pt x="344" y="597"/>
                </a:lnTo>
                <a:lnTo>
                  <a:pt x="343" y="597"/>
                </a:lnTo>
                <a:lnTo>
                  <a:pt x="343" y="598"/>
                </a:lnTo>
                <a:lnTo>
                  <a:pt x="345" y="598"/>
                </a:lnTo>
                <a:lnTo>
                  <a:pt x="345" y="599"/>
                </a:lnTo>
                <a:lnTo>
                  <a:pt x="346" y="598"/>
                </a:lnTo>
                <a:lnTo>
                  <a:pt x="347" y="598"/>
                </a:lnTo>
                <a:lnTo>
                  <a:pt x="347" y="599"/>
                </a:lnTo>
                <a:lnTo>
                  <a:pt x="348" y="600"/>
                </a:lnTo>
                <a:lnTo>
                  <a:pt x="349" y="601"/>
                </a:lnTo>
                <a:lnTo>
                  <a:pt x="350" y="602"/>
                </a:lnTo>
                <a:lnTo>
                  <a:pt x="351" y="602"/>
                </a:lnTo>
                <a:lnTo>
                  <a:pt x="354" y="602"/>
                </a:lnTo>
                <a:lnTo>
                  <a:pt x="354" y="603"/>
                </a:lnTo>
                <a:lnTo>
                  <a:pt x="354" y="604"/>
                </a:lnTo>
                <a:lnTo>
                  <a:pt x="355" y="605"/>
                </a:lnTo>
                <a:lnTo>
                  <a:pt x="356" y="605"/>
                </a:lnTo>
                <a:lnTo>
                  <a:pt x="356" y="604"/>
                </a:lnTo>
                <a:lnTo>
                  <a:pt x="356" y="603"/>
                </a:lnTo>
                <a:lnTo>
                  <a:pt x="357" y="602"/>
                </a:lnTo>
                <a:lnTo>
                  <a:pt x="357" y="603"/>
                </a:lnTo>
                <a:lnTo>
                  <a:pt x="358" y="604"/>
                </a:lnTo>
                <a:lnTo>
                  <a:pt x="358" y="605"/>
                </a:lnTo>
                <a:lnTo>
                  <a:pt x="359" y="605"/>
                </a:lnTo>
                <a:lnTo>
                  <a:pt x="361" y="606"/>
                </a:lnTo>
                <a:lnTo>
                  <a:pt x="362" y="608"/>
                </a:lnTo>
                <a:lnTo>
                  <a:pt x="361" y="610"/>
                </a:lnTo>
                <a:lnTo>
                  <a:pt x="360" y="612"/>
                </a:lnTo>
                <a:lnTo>
                  <a:pt x="359" y="612"/>
                </a:lnTo>
                <a:lnTo>
                  <a:pt x="358" y="613"/>
                </a:lnTo>
                <a:lnTo>
                  <a:pt x="358" y="614"/>
                </a:lnTo>
                <a:lnTo>
                  <a:pt x="358" y="615"/>
                </a:lnTo>
                <a:lnTo>
                  <a:pt x="358" y="616"/>
                </a:lnTo>
                <a:lnTo>
                  <a:pt x="360" y="616"/>
                </a:lnTo>
                <a:lnTo>
                  <a:pt x="360" y="617"/>
                </a:lnTo>
                <a:lnTo>
                  <a:pt x="360" y="618"/>
                </a:lnTo>
                <a:lnTo>
                  <a:pt x="359" y="619"/>
                </a:lnTo>
                <a:lnTo>
                  <a:pt x="358" y="619"/>
                </a:lnTo>
                <a:lnTo>
                  <a:pt x="358" y="618"/>
                </a:lnTo>
                <a:lnTo>
                  <a:pt x="358" y="617"/>
                </a:lnTo>
                <a:lnTo>
                  <a:pt x="357" y="617"/>
                </a:lnTo>
                <a:lnTo>
                  <a:pt x="356" y="618"/>
                </a:lnTo>
                <a:lnTo>
                  <a:pt x="357" y="619"/>
                </a:lnTo>
                <a:lnTo>
                  <a:pt x="357" y="620"/>
                </a:lnTo>
                <a:lnTo>
                  <a:pt x="356" y="621"/>
                </a:lnTo>
                <a:lnTo>
                  <a:pt x="356" y="622"/>
                </a:lnTo>
                <a:lnTo>
                  <a:pt x="357" y="622"/>
                </a:lnTo>
                <a:lnTo>
                  <a:pt x="358" y="622"/>
                </a:lnTo>
                <a:lnTo>
                  <a:pt x="359" y="622"/>
                </a:lnTo>
                <a:lnTo>
                  <a:pt x="361" y="623"/>
                </a:lnTo>
                <a:lnTo>
                  <a:pt x="362" y="624"/>
                </a:lnTo>
                <a:lnTo>
                  <a:pt x="363" y="627"/>
                </a:lnTo>
                <a:lnTo>
                  <a:pt x="363" y="628"/>
                </a:lnTo>
                <a:lnTo>
                  <a:pt x="361" y="629"/>
                </a:lnTo>
                <a:lnTo>
                  <a:pt x="359" y="628"/>
                </a:lnTo>
                <a:lnTo>
                  <a:pt x="359" y="630"/>
                </a:lnTo>
                <a:lnTo>
                  <a:pt x="359" y="632"/>
                </a:lnTo>
                <a:lnTo>
                  <a:pt x="359" y="633"/>
                </a:lnTo>
                <a:lnTo>
                  <a:pt x="359" y="634"/>
                </a:lnTo>
                <a:lnTo>
                  <a:pt x="359" y="637"/>
                </a:lnTo>
                <a:lnTo>
                  <a:pt x="358" y="638"/>
                </a:lnTo>
                <a:lnTo>
                  <a:pt x="358" y="639"/>
                </a:lnTo>
                <a:lnTo>
                  <a:pt x="358" y="640"/>
                </a:lnTo>
                <a:lnTo>
                  <a:pt x="357" y="641"/>
                </a:lnTo>
                <a:lnTo>
                  <a:pt x="356" y="640"/>
                </a:lnTo>
                <a:lnTo>
                  <a:pt x="355" y="640"/>
                </a:lnTo>
                <a:lnTo>
                  <a:pt x="354" y="640"/>
                </a:lnTo>
                <a:lnTo>
                  <a:pt x="353" y="640"/>
                </a:lnTo>
                <a:lnTo>
                  <a:pt x="353" y="641"/>
                </a:lnTo>
                <a:lnTo>
                  <a:pt x="353" y="642"/>
                </a:lnTo>
                <a:lnTo>
                  <a:pt x="354" y="642"/>
                </a:lnTo>
                <a:lnTo>
                  <a:pt x="355" y="643"/>
                </a:lnTo>
                <a:lnTo>
                  <a:pt x="355" y="644"/>
                </a:lnTo>
                <a:lnTo>
                  <a:pt x="356" y="646"/>
                </a:lnTo>
                <a:lnTo>
                  <a:pt x="356" y="647"/>
                </a:lnTo>
                <a:lnTo>
                  <a:pt x="359" y="649"/>
                </a:lnTo>
                <a:lnTo>
                  <a:pt x="360" y="649"/>
                </a:lnTo>
                <a:lnTo>
                  <a:pt x="361" y="649"/>
                </a:lnTo>
                <a:lnTo>
                  <a:pt x="364" y="651"/>
                </a:lnTo>
                <a:lnTo>
                  <a:pt x="365" y="652"/>
                </a:lnTo>
                <a:lnTo>
                  <a:pt x="367" y="652"/>
                </a:lnTo>
                <a:lnTo>
                  <a:pt x="367" y="651"/>
                </a:lnTo>
                <a:lnTo>
                  <a:pt x="368" y="650"/>
                </a:lnTo>
                <a:lnTo>
                  <a:pt x="368" y="649"/>
                </a:lnTo>
                <a:lnTo>
                  <a:pt x="368" y="648"/>
                </a:lnTo>
                <a:lnTo>
                  <a:pt x="368" y="647"/>
                </a:lnTo>
                <a:lnTo>
                  <a:pt x="368" y="645"/>
                </a:lnTo>
                <a:lnTo>
                  <a:pt x="368" y="644"/>
                </a:lnTo>
                <a:lnTo>
                  <a:pt x="369" y="645"/>
                </a:lnTo>
                <a:lnTo>
                  <a:pt x="370" y="645"/>
                </a:lnTo>
                <a:lnTo>
                  <a:pt x="372" y="646"/>
                </a:lnTo>
                <a:lnTo>
                  <a:pt x="372" y="647"/>
                </a:lnTo>
                <a:lnTo>
                  <a:pt x="374" y="649"/>
                </a:lnTo>
                <a:lnTo>
                  <a:pt x="374" y="648"/>
                </a:lnTo>
                <a:lnTo>
                  <a:pt x="374" y="647"/>
                </a:lnTo>
                <a:lnTo>
                  <a:pt x="374" y="646"/>
                </a:lnTo>
                <a:lnTo>
                  <a:pt x="374" y="645"/>
                </a:lnTo>
                <a:lnTo>
                  <a:pt x="374" y="644"/>
                </a:lnTo>
                <a:lnTo>
                  <a:pt x="375" y="644"/>
                </a:lnTo>
                <a:lnTo>
                  <a:pt x="376" y="645"/>
                </a:lnTo>
                <a:lnTo>
                  <a:pt x="376" y="647"/>
                </a:lnTo>
                <a:lnTo>
                  <a:pt x="376" y="648"/>
                </a:lnTo>
                <a:lnTo>
                  <a:pt x="380" y="650"/>
                </a:lnTo>
                <a:lnTo>
                  <a:pt x="381" y="650"/>
                </a:lnTo>
                <a:lnTo>
                  <a:pt x="381" y="648"/>
                </a:lnTo>
                <a:lnTo>
                  <a:pt x="381" y="647"/>
                </a:lnTo>
                <a:lnTo>
                  <a:pt x="381" y="646"/>
                </a:lnTo>
                <a:lnTo>
                  <a:pt x="382" y="646"/>
                </a:lnTo>
                <a:lnTo>
                  <a:pt x="382" y="647"/>
                </a:lnTo>
                <a:lnTo>
                  <a:pt x="382" y="648"/>
                </a:lnTo>
                <a:lnTo>
                  <a:pt x="382" y="650"/>
                </a:lnTo>
                <a:lnTo>
                  <a:pt x="382" y="651"/>
                </a:lnTo>
                <a:lnTo>
                  <a:pt x="383" y="651"/>
                </a:lnTo>
                <a:lnTo>
                  <a:pt x="384" y="651"/>
                </a:lnTo>
                <a:lnTo>
                  <a:pt x="384" y="650"/>
                </a:lnTo>
                <a:lnTo>
                  <a:pt x="384" y="649"/>
                </a:lnTo>
                <a:lnTo>
                  <a:pt x="386" y="649"/>
                </a:lnTo>
                <a:lnTo>
                  <a:pt x="388" y="648"/>
                </a:lnTo>
                <a:lnTo>
                  <a:pt x="389" y="649"/>
                </a:lnTo>
                <a:lnTo>
                  <a:pt x="390" y="652"/>
                </a:lnTo>
                <a:lnTo>
                  <a:pt x="391" y="654"/>
                </a:lnTo>
                <a:lnTo>
                  <a:pt x="391" y="655"/>
                </a:lnTo>
                <a:lnTo>
                  <a:pt x="393" y="656"/>
                </a:lnTo>
                <a:lnTo>
                  <a:pt x="396" y="656"/>
                </a:lnTo>
                <a:lnTo>
                  <a:pt x="397" y="655"/>
                </a:lnTo>
                <a:lnTo>
                  <a:pt x="398" y="657"/>
                </a:lnTo>
                <a:lnTo>
                  <a:pt x="399" y="658"/>
                </a:lnTo>
                <a:lnTo>
                  <a:pt x="401" y="659"/>
                </a:lnTo>
                <a:lnTo>
                  <a:pt x="401" y="660"/>
                </a:lnTo>
                <a:lnTo>
                  <a:pt x="403" y="660"/>
                </a:lnTo>
                <a:lnTo>
                  <a:pt x="403" y="659"/>
                </a:lnTo>
                <a:lnTo>
                  <a:pt x="403" y="658"/>
                </a:lnTo>
                <a:lnTo>
                  <a:pt x="405" y="657"/>
                </a:lnTo>
                <a:lnTo>
                  <a:pt x="406" y="658"/>
                </a:lnTo>
                <a:lnTo>
                  <a:pt x="407" y="659"/>
                </a:lnTo>
                <a:lnTo>
                  <a:pt x="407" y="660"/>
                </a:lnTo>
                <a:lnTo>
                  <a:pt x="408" y="660"/>
                </a:lnTo>
                <a:lnTo>
                  <a:pt x="408" y="661"/>
                </a:lnTo>
                <a:lnTo>
                  <a:pt x="409" y="660"/>
                </a:lnTo>
                <a:lnTo>
                  <a:pt x="409" y="659"/>
                </a:lnTo>
                <a:lnTo>
                  <a:pt x="410" y="658"/>
                </a:lnTo>
                <a:lnTo>
                  <a:pt x="411" y="658"/>
                </a:lnTo>
                <a:lnTo>
                  <a:pt x="411" y="659"/>
                </a:lnTo>
                <a:lnTo>
                  <a:pt x="412" y="660"/>
                </a:lnTo>
                <a:lnTo>
                  <a:pt x="412" y="657"/>
                </a:lnTo>
                <a:lnTo>
                  <a:pt x="413" y="657"/>
                </a:lnTo>
                <a:lnTo>
                  <a:pt x="413" y="658"/>
                </a:lnTo>
                <a:lnTo>
                  <a:pt x="414" y="660"/>
                </a:lnTo>
                <a:lnTo>
                  <a:pt x="414" y="661"/>
                </a:lnTo>
                <a:lnTo>
                  <a:pt x="414" y="662"/>
                </a:lnTo>
                <a:lnTo>
                  <a:pt x="415" y="662"/>
                </a:lnTo>
                <a:lnTo>
                  <a:pt x="415" y="661"/>
                </a:lnTo>
                <a:lnTo>
                  <a:pt x="416" y="661"/>
                </a:lnTo>
                <a:lnTo>
                  <a:pt x="418" y="664"/>
                </a:lnTo>
                <a:lnTo>
                  <a:pt x="418" y="665"/>
                </a:lnTo>
                <a:lnTo>
                  <a:pt x="418" y="666"/>
                </a:lnTo>
                <a:lnTo>
                  <a:pt x="419" y="667"/>
                </a:lnTo>
                <a:lnTo>
                  <a:pt x="420" y="667"/>
                </a:lnTo>
                <a:lnTo>
                  <a:pt x="421" y="667"/>
                </a:lnTo>
                <a:lnTo>
                  <a:pt x="421" y="668"/>
                </a:lnTo>
                <a:lnTo>
                  <a:pt x="421" y="669"/>
                </a:lnTo>
                <a:lnTo>
                  <a:pt x="422" y="670"/>
                </a:lnTo>
                <a:lnTo>
                  <a:pt x="422" y="669"/>
                </a:lnTo>
                <a:lnTo>
                  <a:pt x="423" y="669"/>
                </a:lnTo>
                <a:lnTo>
                  <a:pt x="425" y="672"/>
                </a:lnTo>
                <a:lnTo>
                  <a:pt x="425" y="674"/>
                </a:lnTo>
                <a:lnTo>
                  <a:pt x="425" y="675"/>
                </a:lnTo>
                <a:lnTo>
                  <a:pt x="425" y="676"/>
                </a:lnTo>
                <a:lnTo>
                  <a:pt x="425" y="677"/>
                </a:lnTo>
                <a:lnTo>
                  <a:pt x="427" y="677"/>
                </a:lnTo>
                <a:lnTo>
                  <a:pt x="428" y="676"/>
                </a:lnTo>
                <a:lnTo>
                  <a:pt x="428" y="675"/>
                </a:lnTo>
                <a:lnTo>
                  <a:pt x="429" y="675"/>
                </a:lnTo>
                <a:lnTo>
                  <a:pt x="429" y="676"/>
                </a:lnTo>
                <a:lnTo>
                  <a:pt x="428" y="677"/>
                </a:lnTo>
                <a:lnTo>
                  <a:pt x="428" y="678"/>
                </a:lnTo>
                <a:lnTo>
                  <a:pt x="428" y="679"/>
                </a:lnTo>
                <a:lnTo>
                  <a:pt x="428" y="680"/>
                </a:lnTo>
                <a:lnTo>
                  <a:pt x="429" y="680"/>
                </a:lnTo>
                <a:lnTo>
                  <a:pt x="429" y="679"/>
                </a:lnTo>
                <a:lnTo>
                  <a:pt x="430" y="679"/>
                </a:lnTo>
                <a:lnTo>
                  <a:pt x="430" y="678"/>
                </a:lnTo>
                <a:lnTo>
                  <a:pt x="431" y="678"/>
                </a:lnTo>
                <a:lnTo>
                  <a:pt x="431" y="679"/>
                </a:lnTo>
                <a:lnTo>
                  <a:pt x="430" y="681"/>
                </a:lnTo>
                <a:lnTo>
                  <a:pt x="430" y="682"/>
                </a:lnTo>
                <a:lnTo>
                  <a:pt x="429" y="682"/>
                </a:lnTo>
                <a:lnTo>
                  <a:pt x="431" y="683"/>
                </a:lnTo>
                <a:lnTo>
                  <a:pt x="432" y="683"/>
                </a:lnTo>
                <a:lnTo>
                  <a:pt x="433" y="684"/>
                </a:lnTo>
                <a:lnTo>
                  <a:pt x="433" y="685"/>
                </a:lnTo>
                <a:lnTo>
                  <a:pt x="433" y="688"/>
                </a:lnTo>
                <a:lnTo>
                  <a:pt x="432" y="690"/>
                </a:lnTo>
                <a:lnTo>
                  <a:pt x="431" y="690"/>
                </a:lnTo>
                <a:lnTo>
                  <a:pt x="430" y="691"/>
                </a:lnTo>
                <a:lnTo>
                  <a:pt x="430" y="692"/>
                </a:lnTo>
                <a:lnTo>
                  <a:pt x="430" y="693"/>
                </a:lnTo>
                <a:lnTo>
                  <a:pt x="431" y="695"/>
                </a:lnTo>
                <a:lnTo>
                  <a:pt x="431" y="697"/>
                </a:lnTo>
                <a:lnTo>
                  <a:pt x="430" y="698"/>
                </a:lnTo>
                <a:lnTo>
                  <a:pt x="429" y="698"/>
                </a:lnTo>
                <a:lnTo>
                  <a:pt x="429" y="699"/>
                </a:lnTo>
                <a:lnTo>
                  <a:pt x="429" y="701"/>
                </a:lnTo>
                <a:lnTo>
                  <a:pt x="429" y="702"/>
                </a:lnTo>
                <a:lnTo>
                  <a:pt x="430" y="702"/>
                </a:lnTo>
                <a:lnTo>
                  <a:pt x="430" y="703"/>
                </a:lnTo>
                <a:lnTo>
                  <a:pt x="431" y="703"/>
                </a:lnTo>
                <a:lnTo>
                  <a:pt x="432" y="703"/>
                </a:lnTo>
                <a:lnTo>
                  <a:pt x="432" y="704"/>
                </a:lnTo>
                <a:lnTo>
                  <a:pt x="432" y="706"/>
                </a:lnTo>
                <a:lnTo>
                  <a:pt x="432" y="707"/>
                </a:lnTo>
                <a:lnTo>
                  <a:pt x="431" y="708"/>
                </a:lnTo>
                <a:lnTo>
                  <a:pt x="429" y="708"/>
                </a:lnTo>
                <a:lnTo>
                  <a:pt x="429" y="709"/>
                </a:lnTo>
                <a:lnTo>
                  <a:pt x="429" y="710"/>
                </a:lnTo>
                <a:lnTo>
                  <a:pt x="428" y="711"/>
                </a:lnTo>
                <a:lnTo>
                  <a:pt x="427" y="711"/>
                </a:lnTo>
                <a:lnTo>
                  <a:pt x="427" y="712"/>
                </a:lnTo>
                <a:lnTo>
                  <a:pt x="426" y="714"/>
                </a:lnTo>
                <a:lnTo>
                  <a:pt x="427" y="715"/>
                </a:lnTo>
                <a:lnTo>
                  <a:pt x="427" y="716"/>
                </a:lnTo>
                <a:lnTo>
                  <a:pt x="426" y="716"/>
                </a:lnTo>
                <a:lnTo>
                  <a:pt x="425" y="715"/>
                </a:lnTo>
                <a:lnTo>
                  <a:pt x="425" y="714"/>
                </a:lnTo>
                <a:lnTo>
                  <a:pt x="425" y="713"/>
                </a:lnTo>
                <a:lnTo>
                  <a:pt x="426" y="713"/>
                </a:lnTo>
                <a:lnTo>
                  <a:pt x="427" y="712"/>
                </a:lnTo>
                <a:lnTo>
                  <a:pt x="426" y="711"/>
                </a:lnTo>
                <a:lnTo>
                  <a:pt x="425" y="712"/>
                </a:lnTo>
                <a:lnTo>
                  <a:pt x="424" y="712"/>
                </a:lnTo>
                <a:lnTo>
                  <a:pt x="423" y="711"/>
                </a:lnTo>
                <a:lnTo>
                  <a:pt x="424" y="711"/>
                </a:lnTo>
                <a:lnTo>
                  <a:pt x="424" y="710"/>
                </a:lnTo>
                <a:lnTo>
                  <a:pt x="423" y="710"/>
                </a:lnTo>
                <a:lnTo>
                  <a:pt x="423" y="711"/>
                </a:lnTo>
                <a:lnTo>
                  <a:pt x="423" y="713"/>
                </a:lnTo>
                <a:lnTo>
                  <a:pt x="425" y="716"/>
                </a:lnTo>
                <a:lnTo>
                  <a:pt x="426" y="717"/>
                </a:lnTo>
                <a:lnTo>
                  <a:pt x="427" y="717"/>
                </a:lnTo>
                <a:lnTo>
                  <a:pt x="428" y="717"/>
                </a:lnTo>
                <a:lnTo>
                  <a:pt x="428" y="716"/>
                </a:lnTo>
                <a:lnTo>
                  <a:pt x="428" y="715"/>
                </a:lnTo>
                <a:lnTo>
                  <a:pt x="428" y="714"/>
                </a:lnTo>
                <a:lnTo>
                  <a:pt x="429" y="714"/>
                </a:lnTo>
                <a:lnTo>
                  <a:pt x="430" y="714"/>
                </a:lnTo>
                <a:lnTo>
                  <a:pt x="431" y="714"/>
                </a:lnTo>
                <a:lnTo>
                  <a:pt x="431" y="715"/>
                </a:lnTo>
                <a:lnTo>
                  <a:pt x="431" y="716"/>
                </a:lnTo>
                <a:lnTo>
                  <a:pt x="432" y="716"/>
                </a:lnTo>
                <a:lnTo>
                  <a:pt x="431" y="718"/>
                </a:lnTo>
                <a:lnTo>
                  <a:pt x="431" y="719"/>
                </a:lnTo>
                <a:lnTo>
                  <a:pt x="429" y="719"/>
                </a:lnTo>
                <a:lnTo>
                  <a:pt x="429" y="720"/>
                </a:lnTo>
                <a:lnTo>
                  <a:pt x="428" y="719"/>
                </a:lnTo>
                <a:lnTo>
                  <a:pt x="427" y="718"/>
                </a:lnTo>
                <a:lnTo>
                  <a:pt x="426" y="718"/>
                </a:lnTo>
                <a:lnTo>
                  <a:pt x="426" y="719"/>
                </a:lnTo>
                <a:lnTo>
                  <a:pt x="425" y="720"/>
                </a:lnTo>
                <a:lnTo>
                  <a:pt x="425" y="722"/>
                </a:lnTo>
                <a:lnTo>
                  <a:pt x="426" y="722"/>
                </a:lnTo>
                <a:lnTo>
                  <a:pt x="426" y="721"/>
                </a:lnTo>
                <a:lnTo>
                  <a:pt x="426" y="722"/>
                </a:lnTo>
                <a:lnTo>
                  <a:pt x="426" y="723"/>
                </a:lnTo>
                <a:lnTo>
                  <a:pt x="424" y="722"/>
                </a:lnTo>
                <a:lnTo>
                  <a:pt x="423" y="721"/>
                </a:lnTo>
                <a:lnTo>
                  <a:pt x="423" y="722"/>
                </a:lnTo>
                <a:lnTo>
                  <a:pt x="422" y="722"/>
                </a:lnTo>
                <a:lnTo>
                  <a:pt x="421" y="722"/>
                </a:lnTo>
                <a:lnTo>
                  <a:pt x="421" y="723"/>
                </a:lnTo>
                <a:lnTo>
                  <a:pt x="420" y="724"/>
                </a:lnTo>
                <a:lnTo>
                  <a:pt x="419" y="724"/>
                </a:lnTo>
                <a:lnTo>
                  <a:pt x="418" y="726"/>
                </a:lnTo>
                <a:lnTo>
                  <a:pt x="417" y="727"/>
                </a:lnTo>
                <a:lnTo>
                  <a:pt x="417" y="728"/>
                </a:lnTo>
                <a:lnTo>
                  <a:pt x="417" y="729"/>
                </a:lnTo>
                <a:lnTo>
                  <a:pt x="418" y="729"/>
                </a:lnTo>
                <a:lnTo>
                  <a:pt x="419" y="729"/>
                </a:lnTo>
                <a:lnTo>
                  <a:pt x="420" y="729"/>
                </a:lnTo>
                <a:lnTo>
                  <a:pt x="421" y="729"/>
                </a:lnTo>
                <a:lnTo>
                  <a:pt x="421" y="728"/>
                </a:lnTo>
                <a:lnTo>
                  <a:pt x="421" y="729"/>
                </a:lnTo>
                <a:lnTo>
                  <a:pt x="422" y="730"/>
                </a:lnTo>
                <a:lnTo>
                  <a:pt x="422" y="732"/>
                </a:lnTo>
                <a:lnTo>
                  <a:pt x="421" y="731"/>
                </a:lnTo>
                <a:lnTo>
                  <a:pt x="421" y="730"/>
                </a:lnTo>
                <a:lnTo>
                  <a:pt x="420" y="730"/>
                </a:lnTo>
                <a:lnTo>
                  <a:pt x="420" y="731"/>
                </a:lnTo>
                <a:lnTo>
                  <a:pt x="419" y="731"/>
                </a:lnTo>
                <a:lnTo>
                  <a:pt x="419" y="732"/>
                </a:lnTo>
                <a:lnTo>
                  <a:pt x="420" y="732"/>
                </a:lnTo>
                <a:lnTo>
                  <a:pt x="421" y="734"/>
                </a:lnTo>
                <a:lnTo>
                  <a:pt x="421" y="735"/>
                </a:lnTo>
                <a:lnTo>
                  <a:pt x="422" y="736"/>
                </a:lnTo>
                <a:lnTo>
                  <a:pt x="423" y="737"/>
                </a:lnTo>
                <a:lnTo>
                  <a:pt x="424" y="738"/>
                </a:lnTo>
                <a:lnTo>
                  <a:pt x="424" y="739"/>
                </a:lnTo>
                <a:lnTo>
                  <a:pt x="425" y="740"/>
                </a:lnTo>
                <a:lnTo>
                  <a:pt x="426" y="739"/>
                </a:lnTo>
                <a:lnTo>
                  <a:pt x="427" y="739"/>
                </a:lnTo>
                <a:lnTo>
                  <a:pt x="427" y="740"/>
                </a:lnTo>
                <a:lnTo>
                  <a:pt x="428" y="742"/>
                </a:lnTo>
                <a:lnTo>
                  <a:pt x="429" y="743"/>
                </a:lnTo>
                <a:lnTo>
                  <a:pt x="430" y="744"/>
                </a:lnTo>
                <a:lnTo>
                  <a:pt x="429" y="745"/>
                </a:lnTo>
                <a:lnTo>
                  <a:pt x="428" y="745"/>
                </a:lnTo>
                <a:lnTo>
                  <a:pt x="428" y="744"/>
                </a:lnTo>
                <a:lnTo>
                  <a:pt x="424" y="743"/>
                </a:lnTo>
                <a:lnTo>
                  <a:pt x="424" y="744"/>
                </a:lnTo>
                <a:lnTo>
                  <a:pt x="425" y="745"/>
                </a:lnTo>
                <a:lnTo>
                  <a:pt x="426" y="746"/>
                </a:lnTo>
                <a:lnTo>
                  <a:pt x="427" y="746"/>
                </a:lnTo>
                <a:lnTo>
                  <a:pt x="427" y="747"/>
                </a:lnTo>
                <a:lnTo>
                  <a:pt x="428" y="747"/>
                </a:lnTo>
                <a:lnTo>
                  <a:pt x="428" y="748"/>
                </a:lnTo>
                <a:lnTo>
                  <a:pt x="427" y="751"/>
                </a:lnTo>
                <a:lnTo>
                  <a:pt x="427" y="752"/>
                </a:lnTo>
                <a:lnTo>
                  <a:pt x="426" y="752"/>
                </a:lnTo>
                <a:lnTo>
                  <a:pt x="426" y="751"/>
                </a:lnTo>
                <a:lnTo>
                  <a:pt x="425" y="751"/>
                </a:lnTo>
                <a:lnTo>
                  <a:pt x="425" y="752"/>
                </a:lnTo>
                <a:lnTo>
                  <a:pt x="424" y="752"/>
                </a:lnTo>
                <a:lnTo>
                  <a:pt x="425" y="753"/>
                </a:lnTo>
                <a:lnTo>
                  <a:pt x="423" y="753"/>
                </a:lnTo>
                <a:lnTo>
                  <a:pt x="423" y="752"/>
                </a:lnTo>
                <a:lnTo>
                  <a:pt x="423" y="751"/>
                </a:lnTo>
                <a:lnTo>
                  <a:pt x="421" y="750"/>
                </a:lnTo>
                <a:lnTo>
                  <a:pt x="421" y="751"/>
                </a:lnTo>
                <a:lnTo>
                  <a:pt x="420" y="752"/>
                </a:lnTo>
                <a:lnTo>
                  <a:pt x="420" y="755"/>
                </a:lnTo>
                <a:lnTo>
                  <a:pt x="420" y="756"/>
                </a:lnTo>
                <a:lnTo>
                  <a:pt x="420" y="757"/>
                </a:lnTo>
                <a:lnTo>
                  <a:pt x="420" y="758"/>
                </a:lnTo>
                <a:lnTo>
                  <a:pt x="420" y="759"/>
                </a:lnTo>
                <a:lnTo>
                  <a:pt x="419" y="759"/>
                </a:lnTo>
                <a:lnTo>
                  <a:pt x="418" y="758"/>
                </a:lnTo>
                <a:lnTo>
                  <a:pt x="418" y="757"/>
                </a:lnTo>
                <a:lnTo>
                  <a:pt x="417" y="757"/>
                </a:lnTo>
                <a:lnTo>
                  <a:pt x="413" y="757"/>
                </a:lnTo>
                <a:lnTo>
                  <a:pt x="412" y="757"/>
                </a:lnTo>
                <a:lnTo>
                  <a:pt x="412" y="758"/>
                </a:lnTo>
                <a:lnTo>
                  <a:pt x="412" y="759"/>
                </a:lnTo>
                <a:lnTo>
                  <a:pt x="412" y="760"/>
                </a:lnTo>
                <a:lnTo>
                  <a:pt x="412" y="761"/>
                </a:lnTo>
                <a:lnTo>
                  <a:pt x="413" y="763"/>
                </a:lnTo>
                <a:lnTo>
                  <a:pt x="412" y="763"/>
                </a:lnTo>
                <a:lnTo>
                  <a:pt x="411" y="764"/>
                </a:lnTo>
                <a:lnTo>
                  <a:pt x="410" y="765"/>
                </a:lnTo>
                <a:lnTo>
                  <a:pt x="409" y="765"/>
                </a:lnTo>
                <a:lnTo>
                  <a:pt x="409" y="764"/>
                </a:lnTo>
                <a:lnTo>
                  <a:pt x="408" y="763"/>
                </a:lnTo>
                <a:lnTo>
                  <a:pt x="408" y="762"/>
                </a:lnTo>
                <a:lnTo>
                  <a:pt x="407" y="762"/>
                </a:lnTo>
                <a:lnTo>
                  <a:pt x="404" y="762"/>
                </a:lnTo>
                <a:lnTo>
                  <a:pt x="404" y="761"/>
                </a:lnTo>
                <a:lnTo>
                  <a:pt x="404" y="760"/>
                </a:lnTo>
                <a:lnTo>
                  <a:pt x="403" y="761"/>
                </a:lnTo>
                <a:lnTo>
                  <a:pt x="402" y="762"/>
                </a:lnTo>
                <a:lnTo>
                  <a:pt x="400" y="765"/>
                </a:lnTo>
                <a:lnTo>
                  <a:pt x="399" y="766"/>
                </a:lnTo>
                <a:lnTo>
                  <a:pt x="400" y="767"/>
                </a:lnTo>
                <a:lnTo>
                  <a:pt x="400" y="768"/>
                </a:lnTo>
                <a:lnTo>
                  <a:pt x="401" y="768"/>
                </a:lnTo>
                <a:lnTo>
                  <a:pt x="400" y="768"/>
                </a:lnTo>
                <a:lnTo>
                  <a:pt x="401" y="768"/>
                </a:lnTo>
                <a:lnTo>
                  <a:pt x="401" y="767"/>
                </a:lnTo>
                <a:lnTo>
                  <a:pt x="401" y="768"/>
                </a:lnTo>
                <a:lnTo>
                  <a:pt x="401" y="769"/>
                </a:lnTo>
                <a:lnTo>
                  <a:pt x="400" y="768"/>
                </a:lnTo>
                <a:lnTo>
                  <a:pt x="398" y="769"/>
                </a:lnTo>
                <a:lnTo>
                  <a:pt x="397" y="769"/>
                </a:lnTo>
                <a:lnTo>
                  <a:pt x="397" y="768"/>
                </a:lnTo>
                <a:lnTo>
                  <a:pt x="396" y="768"/>
                </a:lnTo>
                <a:lnTo>
                  <a:pt x="396" y="767"/>
                </a:lnTo>
                <a:lnTo>
                  <a:pt x="395" y="767"/>
                </a:lnTo>
                <a:lnTo>
                  <a:pt x="395" y="766"/>
                </a:lnTo>
                <a:lnTo>
                  <a:pt x="394" y="765"/>
                </a:lnTo>
                <a:lnTo>
                  <a:pt x="393" y="765"/>
                </a:lnTo>
                <a:lnTo>
                  <a:pt x="392" y="764"/>
                </a:lnTo>
                <a:lnTo>
                  <a:pt x="392" y="763"/>
                </a:lnTo>
                <a:lnTo>
                  <a:pt x="392" y="762"/>
                </a:lnTo>
                <a:lnTo>
                  <a:pt x="390" y="761"/>
                </a:lnTo>
                <a:lnTo>
                  <a:pt x="390" y="760"/>
                </a:lnTo>
                <a:lnTo>
                  <a:pt x="389" y="761"/>
                </a:lnTo>
                <a:lnTo>
                  <a:pt x="388" y="762"/>
                </a:lnTo>
                <a:lnTo>
                  <a:pt x="388" y="763"/>
                </a:lnTo>
                <a:lnTo>
                  <a:pt x="388" y="765"/>
                </a:lnTo>
                <a:lnTo>
                  <a:pt x="388" y="766"/>
                </a:lnTo>
                <a:lnTo>
                  <a:pt x="388" y="767"/>
                </a:lnTo>
                <a:lnTo>
                  <a:pt x="386" y="766"/>
                </a:lnTo>
                <a:lnTo>
                  <a:pt x="386" y="765"/>
                </a:lnTo>
                <a:lnTo>
                  <a:pt x="385" y="765"/>
                </a:lnTo>
                <a:lnTo>
                  <a:pt x="384" y="765"/>
                </a:lnTo>
                <a:lnTo>
                  <a:pt x="383" y="765"/>
                </a:lnTo>
                <a:lnTo>
                  <a:pt x="381" y="764"/>
                </a:lnTo>
                <a:lnTo>
                  <a:pt x="380" y="762"/>
                </a:lnTo>
                <a:lnTo>
                  <a:pt x="380" y="761"/>
                </a:lnTo>
                <a:lnTo>
                  <a:pt x="379" y="760"/>
                </a:lnTo>
                <a:lnTo>
                  <a:pt x="380" y="759"/>
                </a:lnTo>
                <a:lnTo>
                  <a:pt x="379" y="758"/>
                </a:lnTo>
                <a:lnTo>
                  <a:pt x="378" y="759"/>
                </a:lnTo>
                <a:lnTo>
                  <a:pt x="377" y="759"/>
                </a:lnTo>
                <a:lnTo>
                  <a:pt x="377" y="757"/>
                </a:lnTo>
                <a:lnTo>
                  <a:pt x="376" y="758"/>
                </a:lnTo>
                <a:lnTo>
                  <a:pt x="376" y="759"/>
                </a:lnTo>
                <a:lnTo>
                  <a:pt x="376" y="760"/>
                </a:lnTo>
                <a:lnTo>
                  <a:pt x="377" y="761"/>
                </a:lnTo>
                <a:lnTo>
                  <a:pt x="376" y="761"/>
                </a:lnTo>
                <a:lnTo>
                  <a:pt x="374" y="761"/>
                </a:lnTo>
                <a:lnTo>
                  <a:pt x="372" y="760"/>
                </a:lnTo>
                <a:lnTo>
                  <a:pt x="371" y="759"/>
                </a:lnTo>
                <a:lnTo>
                  <a:pt x="370" y="759"/>
                </a:lnTo>
                <a:lnTo>
                  <a:pt x="367" y="759"/>
                </a:lnTo>
                <a:lnTo>
                  <a:pt x="365" y="759"/>
                </a:lnTo>
                <a:lnTo>
                  <a:pt x="364" y="759"/>
                </a:lnTo>
                <a:lnTo>
                  <a:pt x="364" y="760"/>
                </a:lnTo>
                <a:lnTo>
                  <a:pt x="364" y="761"/>
                </a:lnTo>
                <a:lnTo>
                  <a:pt x="364" y="762"/>
                </a:lnTo>
                <a:lnTo>
                  <a:pt x="363" y="762"/>
                </a:lnTo>
                <a:lnTo>
                  <a:pt x="363" y="761"/>
                </a:lnTo>
                <a:lnTo>
                  <a:pt x="363" y="760"/>
                </a:lnTo>
                <a:lnTo>
                  <a:pt x="362" y="760"/>
                </a:lnTo>
                <a:lnTo>
                  <a:pt x="361" y="760"/>
                </a:lnTo>
                <a:lnTo>
                  <a:pt x="360" y="760"/>
                </a:lnTo>
                <a:lnTo>
                  <a:pt x="359" y="760"/>
                </a:lnTo>
                <a:lnTo>
                  <a:pt x="358" y="760"/>
                </a:lnTo>
                <a:lnTo>
                  <a:pt x="358" y="761"/>
                </a:lnTo>
                <a:lnTo>
                  <a:pt x="358" y="762"/>
                </a:lnTo>
                <a:lnTo>
                  <a:pt x="358" y="763"/>
                </a:lnTo>
                <a:lnTo>
                  <a:pt x="357" y="763"/>
                </a:lnTo>
                <a:lnTo>
                  <a:pt x="355" y="764"/>
                </a:lnTo>
                <a:lnTo>
                  <a:pt x="354" y="764"/>
                </a:lnTo>
                <a:lnTo>
                  <a:pt x="354" y="765"/>
                </a:lnTo>
                <a:lnTo>
                  <a:pt x="353" y="766"/>
                </a:lnTo>
                <a:lnTo>
                  <a:pt x="352" y="768"/>
                </a:lnTo>
                <a:lnTo>
                  <a:pt x="351" y="769"/>
                </a:lnTo>
                <a:lnTo>
                  <a:pt x="350" y="770"/>
                </a:lnTo>
                <a:lnTo>
                  <a:pt x="349" y="770"/>
                </a:lnTo>
                <a:lnTo>
                  <a:pt x="349" y="773"/>
                </a:lnTo>
                <a:lnTo>
                  <a:pt x="350" y="773"/>
                </a:lnTo>
                <a:lnTo>
                  <a:pt x="350" y="775"/>
                </a:lnTo>
                <a:lnTo>
                  <a:pt x="350" y="776"/>
                </a:lnTo>
                <a:lnTo>
                  <a:pt x="352" y="778"/>
                </a:lnTo>
                <a:lnTo>
                  <a:pt x="352" y="779"/>
                </a:lnTo>
                <a:lnTo>
                  <a:pt x="353" y="779"/>
                </a:lnTo>
                <a:lnTo>
                  <a:pt x="354" y="779"/>
                </a:lnTo>
                <a:lnTo>
                  <a:pt x="354" y="780"/>
                </a:lnTo>
                <a:lnTo>
                  <a:pt x="353" y="780"/>
                </a:lnTo>
                <a:lnTo>
                  <a:pt x="353" y="781"/>
                </a:lnTo>
                <a:lnTo>
                  <a:pt x="353" y="782"/>
                </a:lnTo>
                <a:lnTo>
                  <a:pt x="354" y="783"/>
                </a:lnTo>
                <a:lnTo>
                  <a:pt x="355" y="784"/>
                </a:lnTo>
                <a:lnTo>
                  <a:pt x="355" y="785"/>
                </a:lnTo>
                <a:lnTo>
                  <a:pt x="355" y="787"/>
                </a:lnTo>
                <a:lnTo>
                  <a:pt x="355" y="788"/>
                </a:lnTo>
                <a:lnTo>
                  <a:pt x="356" y="788"/>
                </a:lnTo>
                <a:lnTo>
                  <a:pt x="356" y="789"/>
                </a:lnTo>
                <a:lnTo>
                  <a:pt x="356" y="791"/>
                </a:lnTo>
                <a:lnTo>
                  <a:pt x="357" y="792"/>
                </a:lnTo>
                <a:lnTo>
                  <a:pt x="357" y="793"/>
                </a:lnTo>
                <a:lnTo>
                  <a:pt x="357" y="794"/>
                </a:lnTo>
                <a:lnTo>
                  <a:pt x="357" y="793"/>
                </a:lnTo>
                <a:lnTo>
                  <a:pt x="355" y="793"/>
                </a:lnTo>
                <a:lnTo>
                  <a:pt x="355" y="792"/>
                </a:lnTo>
                <a:lnTo>
                  <a:pt x="354" y="792"/>
                </a:lnTo>
                <a:lnTo>
                  <a:pt x="354" y="793"/>
                </a:lnTo>
                <a:lnTo>
                  <a:pt x="353" y="794"/>
                </a:lnTo>
                <a:lnTo>
                  <a:pt x="353" y="795"/>
                </a:lnTo>
                <a:lnTo>
                  <a:pt x="353" y="797"/>
                </a:lnTo>
                <a:lnTo>
                  <a:pt x="353" y="798"/>
                </a:lnTo>
                <a:lnTo>
                  <a:pt x="353" y="800"/>
                </a:lnTo>
                <a:lnTo>
                  <a:pt x="353" y="801"/>
                </a:lnTo>
                <a:lnTo>
                  <a:pt x="353" y="802"/>
                </a:lnTo>
                <a:lnTo>
                  <a:pt x="352" y="802"/>
                </a:lnTo>
                <a:lnTo>
                  <a:pt x="351" y="803"/>
                </a:lnTo>
                <a:lnTo>
                  <a:pt x="351" y="804"/>
                </a:lnTo>
                <a:lnTo>
                  <a:pt x="351" y="805"/>
                </a:lnTo>
                <a:lnTo>
                  <a:pt x="352" y="805"/>
                </a:lnTo>
                <a:lnTo>
                  <a:pt x="353" y="805"/>
                </a:lnTo>
                <a:lnTo>
                  <a:pt x="353" y="806"/>
                </a:lnTo>
                <a:lnTo>
                  <a:pt x="352" y="807"/>
                </a:lnTo>
                <a:lnTo>
                  <a:pt x="353" y="807"/>
                </a:lnTo>
                <a:lnTo>
                  <a:pt x="353" y="808"/>
                </a:lnTo>
                <a:lnTo>
                  <a:pt x="354" y="808"/>
                </a:lnTo>
                <a:lnTo>
                  <a:pt x="355" y="809"/>
                </a:lnTo>
                <a:lnTo>
                  <a:pt x="355" y="810"/>
                </a:lnTo>
                <a:lnTo>
                  <a:pt x="355" y="811"/>
                </a:lnTo>
                <a:lnTo>
                  <a:pt x="355" y="812"/>
                </a:lnTo>
                <a:lnTo>
                  <a:pt x="355" y="813"/>
                </a:lnTo>
                <a:lnTo>
                  <a:pt x="356" y="813"/>
                </a:lnTo>
                <a:lnTo>
                  <a:pt x="356" y="814"/>
                </a:lnTo>
                <a:lnTo>
                  <a:pt x="357" y="813"/>
                </a:lnTo>
                <a:lnTo>
                  <a:pt x="358" y="813"/>
                </a:lnTo>
                <a:lnTo>
                  <a:pt x="359" y="812"/>
                </a:lnTo>
                <a:lnTo>
                  <a:pt x="359" y="813"/>
                </a:lnTo>
                <a:lnTo>
                  <a:pt x="359" y="814"/>
                </a:lnTo>
                <a:lnTo>
                  <a:pt x="359" y="815"/>
                </a:lnTo>
                <a:lnTo>
                  <a:pt x="358" y="817"/>
                </a:lnTo>
                <a:lnTo>
                  <a:pt x="358" y="820"/>
                </a:lnTo>
                <a:lnTo>
                  <a:pt x="359" y="821"/>
                </a:lnTo>
                <a:lnTo>
                  <a:pt x="360" y="822"/>
                </a:lnTo>
                <a:lnTo>
                  <a:pt x="360" y="823"/>
                </a:lnTo>
                <a:lnTo>
                  <a:pt x="361" y="824"/>
                </a:lnTo>
                <a:lnTo>
                  <a:pt x="361" y="825"/>
                </a:lnTo>
                <a:lnTo>
                  <a:pt x="361" y="826"/>
                </a:lnTo>
                <a:lnTo>
                  <a:pt x="362" y="826"/>
                </a:lnTo>
                <a:lnTo>
                  <a:pt x="361" y="828"/>
                </a:lnTo>
                <a:lnTo>
                  <a:pt x="361" y="829"/>
                </a:lnTo>
                <a:lnTo>
                  <a:pt x="360" y="829"/>
                </a:lnTo>
                <a:lnTo>
                  <a:pt x="360" y="831"/>
                </a:lnTo>
                <a:lnTo>
                  <a:pt x="360" y="832"/>
                </a:lnTo>
                <a:lnTo>
                  <a:pt x="361" y="832"/>
                </a:lnTo>
                <a:lnTo>
                  <a:pt x="361" y="833"/>
                </a:lnTo>
                <a:lnTo>
                  <a:pt x="361" y="835"/>
                </a:lnTo>
                <a:lnTo>
                  <a:pt x="361" y="837"/>
                </a:lnTo>
                <a:lnTo>
                  <a:pt x="362" y="838"/>
                </a:lnTo>
                <a:lnTo>
                  <a:pt x="362" y="839"/>
                </a:lnTo>
                <a:lnTo>
                  <a:pt x="361" y="840"/>
                </a:lnTo>
                <a:lnTo>
                  <a:pt x="360" y="840"/>
                </a:lnTo>
                <a:lnTo>
                  <a:pt x="360" y="841"/>
                </a:lnTo>
                <a:lnTo>
                  <a:pt x="359" y="842"/>
                </a:lnTo>
                <a:lnTo>
                  <a:pt x="359" y="843"/>
                </a:lnTo>
                <a:lnTo>
                  <a:pt x="360" y="844"/>
                </a:lnTo>
                <a:lnTo>
                  <a:pt x="359" y="845"/>
                </a:lnTo>
                <a:lnTo>
                  <a:pt x="357" y="848"/>
                </a:lnTo>
                <a:lnTo>
                  <a:pt x="356" y="848"/>
                </a:lnTo>
                <a:lnTo>
                  <a:pt x="355" y="849"/>
                </a:lnTo>
                <a:lnTo>
                  <a:pt x="354" y="849"/>
                </a:lnTo>
                <a:lnTo>
                  <a:pt x="353" y="850"/>
                </a:lnTo>
                <a:lnTo>
                  <a:pt x="353" y="851"/>
                </a:lnTo>
                <a:lnTo>
                  <a:pt x="351" y="851"/>
                </a:lnTo>
                <a:lnTo>
                  <a:pt x="350" y="852"/>
                </a:lnTo>
                <a:lnTo>
                  <a:pt x="349" y="853"/>
                </a:lnTo>
                <a:lnTo>
                  <a:pt x="349" y="854"/>
                </a:lnTo>
                <a:lnTo>
                  <a:pt x="348" y="854"/>
                </a:lnTo>
                <a:lnTo>
                  <a:pt x="348" y="855"/>
                </a:lnTo>
                <a:lnTo>
                  <a:pt x="345" y="856"/>
                </a:lnTo>
                <a:lnTo>
                  <a:pt x="344" y="856"/>
                </a:lnTo>
                <a:lnTo>
                  <a:pt x="343" y="857"/>
                </a:lnTo>
                <a:lnTo>
                  <a:pt x="342" y="857"/>
                </a:lnTo>
                <a:lnTo>
                  <a:pt x="341" y="856"/>
                </a:lnTo>
                <a:lnTo>
                  <a:pt x="340" y="857"/>
                </a:lnTo>
                <a:lnTo>
                  <a:pt x="340" y="858"/>
                </a:lnTo>
                <a:lnTo>
                  <a:pt x="340" y="859"/>
                </a:lnTo>
                <a:lnTo>
                  <a:pt x="341" y="860"/>
                </a:lnTo>
                <a:lnTo>
                  <a:pt x="341" y="861"/>
                </a:lnTo>
                <a:lnTo>
                  <a:pt x="340" y="862"/>
                </a:lnTo>
                <a:lnTo>
                  <a:pt x="339" y="864"/>
                </a:lnTo>
                <a:lnTo>
                  <a:pt x="338" y="864"/>
                </a:lnTo>
                <a:lnTo>
                  <a:pt x="338" y="863"/>
                </a:lnTo>
                <a:lnTo>
                  <a:pt x="337" y="863"/>
                </a:lnTo>
                <a:lnTo>
                  <a:pt x="337" y="862"/>
                </a:lnTo>
                <a:lnTo>
                  <a:pt x="336" y="861"/>
                </a:lnTo>
                <a:lnTo>
                  <a:pt x="334" y="861"/>
                </a:lnTo>
                <a:lnTo>
                  <a:pt x="333" y="859"/>
                </a:lnTo>
                <a:lnTo>
                  <a:pt x="332" y="858"/>
                </a:lnTo>
                <a:lnTo>
                  <a:pt x="332" y="857"/>
                </a:lnTo>
                <a:lnTo>
                  <a:pt x="332" y="856"/>
                </a:lnTo>
                <a:lnTo>
                  <a:pt x="330" y="854"/>
                </a:lnTo>
                <a:lnTo>
                  <a:pt x="330" y="853"/>
                </a:lnTo>
                <a:lnTo>
                  <a:pt x="329" y="853"/>
                </a:lnTo>
                <a:lnTo>
                  <a:pt x="329" y="854"/>
                </a:lnTo>
                <a:lnTo>
                  <a:pt x="328" y="853"/>
                </a:lnTo>
                <a:lnTo>
                  <a:pt x="327" y="851"/>
                </a:lnTo>
                <a:lnTo>
                  <a:pt x="326" y="851"/>
                </a:lnTo>
                <a:lnTo>
                  <a:pt x="326" y="850"/>
                </a:lnTo>
                <a:lnTo>
                  <a:pt x="326" y="849"/>
                </a:lnTo>
                <a:lnTo>
                  <a:pt x="324" y="845"/>
                </a:lnTo>
                <a:lnTo>
                  <a:pt x="322" y="845"/>
                </a:lnTo>
                <a:lnTo>
                  <a:pt x="321" y="844"/>
                </a:lnTo>
                <a:lnTo>
                  <a:pt x="321" y="843"/>
                </a:lnTo>
                <a:lnTo>
                  <a:pt x="320" y="843"/>
                </a:lnTo>
                <a:lnTo>
                  <a:pt x="321" y="842"/>
                </a:lnTo>
                <a:lnTo>
                  <a:pt x="320" y="841"/>
                </a:lnTo>
                <a:lnTo>
                  <a:pt x="320" y="840"/>
                </a:lnTo>
                <a:lnTo>
                  <a:pt x="319" y="840"/>
                </a:lnTo>
                <a:lnTo>
                  <a:pt x="319" y="839"/>
                </a:lnTo>
                <a:lnTo>
                  <a:pt x="319" y="838"/>
                </a:lnTo>
                <a:lnTo>
                  <a:pt x="320" y="837"/>
                </a:lnTo>
                <a:lnTo>
                  <a:pt x="320" y="836"/>
                </a:lnTo>
                <a:lnTo>
                  <a:pt x="320" y="835"/>
                </a:lnTo>
                <a:lnTo>
                  <a:pt x="319" y="835"/>
                </a:lnTo>
                <a:lnTo>
                  <a:pt x="319" y="834"/>
                </a:lnTo>
                <a:lnTo>
                  <a:pt x="319" y="832"/>
                </a:lnTo>
                <a:lnTo>
                  <a:pt x="318" y="832"/>
                </a:lnTo>
                <a:lnTo>
                  <a:pt x="318" y="831"/>
                </a:lnTo>
                <a:lnTo>
                  <a:pt x="318" y="830"/>
                </a:lnTo>
                <a:lnTo>
                  <a:pt x="318" y="829"/>
                </a:lnTo>
                <a:lnTo>
                  <a:pt x="318" y="828"/>
                </a:lnTo>
                <a:lnTo>
                  <a:pt x="316" y="828"/>
                </a:lnTo>
                <a:lnTo>
                  <a:pt x="315" y="828"/>
                </a:lnTo>
                <a:lnTo>
                  <a:pt x="315" y="827"/>
                </a:lnTo>
                <a:lnTo>
                  <a:pt x="314" y="828"/>
                </a:lnTo>
                <a:lnTo>
                  <a:pt x="312" y="829"/>
                </a:lnTo>
                <a:lnTo>
                  <a:pt x="311" y="828"/>
                </a:lnTo>
                <a:lnTo>
                  <a:pt x="310" y="828"/>
                </a:lnTo>
                <a:lnTo>
                  <a:pt x="310" y="827"/>
                </a:lnTo>
                <a:lnTo>
                  <a:pt x="310" y="826"/>
                </a:lnTo>
                <a:lnTo>
                  <a:pt x="309" y="825"/>
                </a:lnTo>
                <a:lnTo>
                  <a:pt x="309" y="826"/>
                </a:lnTo>
                <a:lnTo>
                  <a:pt x="308" y="826"/>
                </a:lnTo>
                <a:lnTo>
                  <a:pt x="308" y="823"/>
                </a:lnTo>
                <a:lnTo>
                  <a:pt x="307" y="823"/>
                </a:lnTo>
                <a:lnTo>
                  <a:pt x="307" y="824"/>
                </a:lnTo>
                <a:lnTo>
                  <a:pt x="307" y="825"/>
                </a:lnTo>
                <a:lnTo>
                  <a:pt x="306" y="826"/>
                </a:lnTo>
                <a:lnTo>
                  <a:pt x="305" y="826"/>
                </a:lnTo>
                <a:lnTo>
                  <a:pt x="305" y="827"/>
                </a:lnTo>
                <a:lnTo>
                  <a:pt x="304" y="827"/>
                </a:lnTo>
                <a:lnTo>
                  <a:pt x="304" y="828"/>
                </a:lnTo>
                <a:lnTo>
                  <a:pt x="303" y="829"/>
                </a:lnTo>
                <a:lnTo>
                  <a:pt x="302" y="830"/>
                </a:lnTo>
                <a:lnTo>
                  <a:pt x="301" y="831"/>
                </a:lnTo>
                <a:lnTo>
                  <a:pt x="300" y="831"/>
                </a:lnTo>
                <a:lnTo>
                  <a:pt x="300" y="833"/>
                </a:lnTo>
                <a:lnTo>
                  <a:pt x="300" y="834"/>
                </a:lnTo>
                <a:lnTo>
                  <a:pt x="299" y="836"/>
                </a:lnTo>
                <a:lnTo>
                  <a:pt x="298" y="836"/>
                </a:lnTo>
                <a:lnTo>
                  <a:pt x="298" y="837"/>
                </a:lnTo>
                <a:lnTo>
                  <a:pt x="298" y="838"/>
                </a:lnTo>
                <a:lnTo>
                  <a:pt x="297" y="838"/>
                </a:lnTo>
                <a:lnTo>
                  <a:pt x="296" y="835"/>
                </a:lnTo>
                <a:lnTo>
                  <a:pt x="296" y="834"/>
                </a:lnTo>
                <a:lnTo>
                  <a:pt x="296" y="833"/>
                </a:lnTo>
                <a:lnTo>
                  <a:pt x="295" y="833"/>
                </a:lnTo>
                <a:lnTo>
                  <a:pt x="295" y="832"/>
                </a:lnTo>
                <a:lnTo>
                  <a:pt x="296" y="831"/>
                </a:lnTo>
                <a:lnTo>
                  <a:pt x="296" y="830"/>
                </a:lnTo>
                <a:lnTo>
                  <a:pt x="294" y="830"/>
                </a:lnTo>
                <a:lnTo>
                  <a:pt x="293" y="830"/>
                </a:lnTo>
                <a:lnTo>
                  <a:pt x="293" y="828"/>
                </a:lnTo>
                <a:lnTo>
                  <a:pt x="293" y="826"/>
                </a:lnTo>
                <a:lnTo>
                  <a:pt x="292" y="826"/>
                </a:lnTo>
                <a:lnTo>
                  <a:pt x="292" y="825"/>
                </a:lnTo>
                <a:lnTo>
                  <a:pt x="292" y="823"/>
                </a:lnTo>
                <a:lnTo>
                  <a:pt x="292" y="822"/>
                </a:lnTo>
                <a:lnTo>
                  <a:pt x="292" y="821"/>
                </a:lnTo>
                <a:lnTo>
                  <a:pt x="291" y="821"/>
                </a:lnTo>
                <a:lnTo>
                  <a:pt x="290" y="820"/>
                </a:lnTo>
                <a:lnTo>
                  <a:pt x="290" y="819"/>
                </a:lnTo>
                <a:lnTo>
                  <a:pt x="290" y="818"/>
                </a:lnTo>
                <a:lnTo>
                  <a:pt x="291" y="818"/>
                </a:lnTo>
                <a:lnTo>
                  <a:pt x="291" y="816"/>
                </a:lnTo>
                <a:lnTo>
                  <a:pt x="291" y="815"/>
                </a:lnTo>
                <a:lnTo>
                  <a:pt x="290" y="814"/>
                </a:lnTo>
                <a:lnTo>
                  <a:pt x="290" y="813"/>
                </a:lnTo>
                <a:lnTo>
                  <a:pt x="290" y="812"/>
                </a:lnTo>
                <a:lnTo>
                  <a:pt x="293" y="812"/>
                </a:lnTo>
                <a:lnTo>
                  <a:pt x="293" y="811"/>
                </a:lnTo>
                <a:lnTo>
                  <a:pt x="294" y="811"/>
                </a:lnTo>
                <a:lnTo>
                  <a:pt x="294" y="810"/>
                </a:lnTo>
                <a:lnTo>
                  <a:pt x="295" y="810"/>
                </a:lnTo>
                <a:lnTo>
                  <a:pt x="295" y="808"/>
                </a:lnTo>
                <a:lnTo>
                  <a:pt x="294" y="808"/>
                </a:lnTo>
                <a:lnTo>
                  <a:pt x="293" y="807"/>
                </a:lnTo>
                <a:lnTo>
                  <a:pt x="292" y="807"/>
                </a:lnTo>
                <a:lnTo>
                  <a:pt x="291" y="808"/>
                </a:lnTo>
                <a:lnTo>
                  <a:pt x="291" y="809"/>
                </a:lnTo>
                <a:lnTo>
                  <a:pt x="292" y="809"/>
                </a:lnTo>
                <a:lnTo>
                  <a:pt x="292" y="810"/>
                </a:lnTo>
                <a:lnTo>
                  <a:pt x="291" y="811"/>
                </a:lnTo>
                <a:lnTo>
                  <a:pt x="291" y="812"/>
                </a:lnTo>
                <a:lnTo>
                  <a:pt x="290" y="812"/>
                </a:lnTo>
                <a:lnTo>
                  <a:pt x="290" y="811"/>
                </a:lnTo>
                <a:lnTo>
                  <a:pt x="290" y="810"/>
                </a:lnTo>
                <a:lnTo>
                  <a:pt x="290" y="809"/>
                </a:lnTo>
                <a:lnTo>
                  <a:pt x="289" y="810"/>
                </a:lnTo>
                <a:lnTo>
                  <a:pt x="288" y="810"/>
                </a:lnTo>
                <a:lnTo>
                  <a:pt x="287" y="810"/>
                </a:lnTo>
                <a:lnTo>
                  <a:pt x="285" y="811"/>
                </a:lnTo>
                <a:lnTo>
                  <a:pt x="283" y="811"/>
                </a:lnTo>
                <a:lnTo>
                  <a:pt x="282" y="811"/>
                </a:lnTo>
                <a:lnTo>
                  <a:pt x="281" y="810"/>
                </a:lnTo>
                <a:lnTo>
                  <a:pt x="280" y="810"/>
                </a:lnTo>
                <a:lnTo>
                  <a:pt x="280" y="808"/>
                </a:lnTo>
                <a:lnTo>
                  <a:pt x="281" y="808"/>
                </a:lnTo>
                <a:lnTo>
                  <a:pt x="282" y="808"/>
                </a:lnTo>
                <a:lnTo>
                  <a:pt x="281" y="805"/>
                </a:lnTo>
                <a:lnTo>
                  <a:pt x="280" y="805"/>
                </a:lnTo>
                <a:lnTo>
                  <a:pt x="279" y="805"/>
                </a:lnTo>
                <a:lnTo>
                  <a:pt x="278" y="804"/>
                </a:lnTo>
                <a:lnTo>
                  <a:pt x="277" y="804"/>
                </a:lnTo>
                <a:lnTo>
                  <a:pt x="276" y="804"/>
                </a:lnTo>
                <a:lnTo>
                  <a:pt x="275" y="803"/>
                </a:lnTo>
                <a:lnTo>
                  <a:pt x="274" y="803"/>
                </a:lnTo>
                <a:lnTo>
                  <a:pt x="273" y="803"/>
                </a:lnTo>
                <a:lnTo>
                  <a:pt x="272" y="802"/>
                </a:lnTo>
                <a:lnTo>
                  <a:pt x="270" y="802"/>
                </a:lnTo>
                <a:lnTo>
                  <a:pt x="268" y="802"/>
                </a:lnTo>
                <a:lnTo>
                  <a:pt x="268" y="803"/>
                </a:lnTo>
                <a:lnTo>
                  <a:pt x="267" y="803"/>
                </a:lnTo>
                <a:lnTo>
                  <a:pt x="265" y="802"/>
                </a:lnTo>
                <a:lnTo>
                  <a:pt x="264" y="801"/>
                </a:lnTo>
                <a:lnTo>
                  <a:pt x="263" y="801"/>
                </a:lnTo>
                <a:lnTo>
                  <a:pt x="263" y="800"/>
                </a:lnTo>
                <a:lnTo>
                  <a:pt x="261" y="800"/>
                </a:lnTo>
                <a:lnTo>
                  <a:pt x="260" y="800"/>
                </a:lnTo>
                <a:lnTo>
                  <a:pt x="260" y="801"/>
                </a:lnTo>
                <a:lnTo>
                  <a:pt x="260" y="802"/>
                </a:lnTo>
                <a:lnTo>
                  <a:pt x="259" y="802"/>
                </a:lnTo>
                <a:lnTo>
                  <a:pt x="258" y="802"/>
                </a:lnTo>
                <a:lnTo>
                  <a:pt x="257" y="801"/>
                </a:lnTo>
                <a:lnTo>
                  <a:pt x="257" y="803"/>
                </a:lnTo>
                <a:lnTo>
                  <a:pt x="257" y="804"/>
                </a:lnTo>
                <a:lnTo>
                  <a:pt x="257" y="805"/>
                </a:lnTo>
                <a:lnTo>
                  <a:pt x="257" y="806"/>
                </a:lnTo>
                <a:lnTo>
                  <a:pt x="256" y="807"/>
                </a:lnTo>
                <a:lnTo>
                  <a:pt x="255" y="808"/>
                </a:lnTo>
                <a:lnTo>
                  <a:pt x="255" y="809"/>
                </a:lnTo>
                <a:lnTo>
                  <a:pt x="255" y="810"/>
                </a:lnTo>
                <a:lnTo>
                  <a:pt x="254" y="812"/>
                </a:lnTo>
                <a:lnTo>
                  <a:pt x="253" y="812"/>
                </a:lnTo>
                <a:lnTo>
                  <a:pt x="252" y="812"/>
                </a:lnTo>
                <a:lnTo>
                  <a:pt x="252" y="811"/>
                </a:lnTo>
                <a:lnTo>
                  <a:pt x="252" y="808"/>
                </a:lnTo>
                <a:lnTo>
                  <a:pt x="251" y="807"/>
                </a:lnTo>
                <a:lnTo>
                  <a:pt x="251" y="806"/>
                </a:lnTo>
                <a:lnTo>
                  <a:pt x="252" y="806"/>
                </a:lnTo>
                <a:lnTo>
                  <a:pt x="252" y="805"/>
                </a:lnTo>
                <a:lnTo>
                  <a:pt x="252" y="804"/>
                </a:lnTo>
                <a:lnTo>
                  <a:pt x="252" y="802"/>
                </a:lnTo>
                <a:lnTo>
                  <a:pt x="251" y="802"/>
                </a:lnTo>
                <a:lnTo>
                  <a:pt x="250" y="801"/>
                </a:lnTo>
                <a:lnTo>
                  <a:pt x="250" y="799"/>
                </a:lnTo>
                <a:lnTo>
                  <a:pt x="250" y="798"/>
                </a:lnTo>
                <a:lnTo>
                  <a:pt x="250" y="797"/>
                </a:lnTo>
                <a:lnTo>
                  <a:pt x="249" y="796"/>
                </a:lnTo>
                <a:lnTo>
                  <a:pt x="249" y="795"/>
                </a:lnTo>
                <a:lnTo>
                  <a:pt x="249" y="794"/>
                </a:lnTo>
                <a:lnTo>
                  <a:pt x="248" y="795"/>
                </a:lnTo>
                <a:lnTo>
                  <a:pt x="248" y="796"/>
                </a:lnTo>
                <a:lnTo>
                  <a:pt x="247" y="796"/>
                </a:lnTo>
                <a:lnTo>
                  <a:pt x="246" y="797"/>
                </a:lnTo>
                <a:lnTo>
                  <a:pt x="245" y="795"/>
                </a:lnTo>
                <a:lnTo>
                  <a:pt x="244" y="795"/>
                </a:lnTo>
                <a:lnTo>
                  <a:pt x="244" y="794"/>
                </a:lnTo>
                <a:lnTo>
                  <a:pt x="243" y="793"/>
                </a:lnTo>
                <a:lnTo>
                  <a:pt x="242" y="792"/>
                </a:lnTo>
                <a:lnTo>
                  <a:pt x="243" y="792"/>
                </a:lnTo>
                <a:lnTo>
                  <a:pt x="244" y="792"/>
                </a:lnTo>
                <a:lnTo>
                  <a:pt x="244" y="791"/>
                </a:lnTo>
                <a:lnTo>
                  <a:pt x="243" y="790"/>
                </a:lnTo>
                <a:lnTo>
                  <a:pt x="242" y="789"/>
                </a:lnTo>
                <a:lnTo>
                  <a:pt x="241" y="789"/>
                </a:lnTo>
                <a:lnTo>
                  <a:pt x="240" y="789"/>
                </a:lnTo>
                <a:lnTo>
                  <a:pt x="239" y="789"/>
                </a:lnTo>
                <a:lnTo>
                  <a:pt x="239" y="788"/>
                </a:lnTo>
                <a:lnTo>
                  <a:pt x="239" y="787"/>
                </a:lnTo>
                <a:lnTo>
                  <a:pt x="238" y="788"/>
                </a:lnTo>
                <a:lnTo>
                  <a:pt x="237" y="787"/>
                </a:lnTo>
                <a:lnTo>
                  <a:pt x="237" y="786"/>
                </a:lnTo>
                <a:lnTo>
                  <a:pt x="238" y="786"/>
                </a:lnTo>
                <a:lnTo>
                  <a:pt x="239" y="786"/>
                </a:lnTo>
                <a:lnTo>
                  <a:pt x="240" y="783"/>
                </a:lnTo>
                <a:lnTo>
                  <a:pt x="239" y="783"/>
                </a:lnTo>
                <a:lnTo>
                  <a:pt x="238" y="784"/>
                </a:lnTo>
                <a:lnTo>
                  <a:pt x="238" y="785"/>
                </a:lnTo>
                <a:lnTo>
                  <a:pt x="237" y="785"/>
                </a:lnTo>
                <a:lnTo>
                  <a:pt x="237" y="784"/>
                </a:lnTo>
                <a:lnTo>
                  <a:pt x="237" y="783"/>
                </a:lnTo>
                <a:lnTo>
                  <a:pt x="236" y="783"/>
                </a:lnTo>
                <a:lnTo>
                  <a:pt x="236" y="782"/>
                </a:lnTo>
                <a:lnTo>
                  <a:pt x="235" y="782"/>
                </a:lnTo>
                <a:lnTo>
                  <a:pt x="235" y="781"/>
                </a:lnTo>
                <a:lnTo>
                  <a:pt x="234" y="781"/>
                </a:lnTo>
                <a:lnTo>
                  <a:pt x="234" y="782"/>
                </a:lnTo>
                <a:lnTo>
                  <a:pt x="234" y="781"/>
                </a:lnTo>
                <a:lnTo>
                  <a:pt x="233" y="780"/>
                </a:lnTo>
                <a:lnTo>
                  <a:pt x="232" y="780"/>
                </a:lnTo>
                <a:lnTo>
                  <a:pt x="232" y="779"/>
                </a:lnTo>
                <a:lnTo>
                  <a:pt x="232" y="778"/>
                </a:lnTo>
                <a:lnTo>
                  <a:pt x="233" y="777"/>
                </a:lnTo>
                <a:lnTo>
                  <a:pt x="233" y="776"/>
                </a:lnTo>
                <a:lnTo>
                  <a:pt x="233" y="775"/>
                </a:lnTo>
                <a:lnTo>
                  <a:pt x="233" y="774"/>
                </a:lnTo>
                <a:lnTo>
                  <a:pt x="233" y="773"/>
                </a:lnTo>
                <a:lnTo>
                  <a:pt x="232" y="773"/>
                </a:lnTo>
                <a:lnTo>
                  <a:pt x="232" y="774"/>
                </a:lnTo>
                <a:lnTo>
                  <a:pt x="231" y="774"/>
                </a:lnTo>
                <a:lnTo>
                  <a:pt x="231" y="773"/>
                </a:lnTo>
                <a:lnTo>
                  <a:pt x="231" y="772"/>
                </a:lnTo>
                <a:lnTo>
                  <a:pt x="230" y="772"/>
                </a:lnTo>
                <a:lnTo>
                  <a:pt x="228" y="772"/>
                </a:lnTo>
                <a:lnTo>
                  <a:pt x="228" y="769"/>
                </a:lnTo>
                <a:lnTo>
                  <a:pt x="228" y="768"/>
                </a:lnTo>
                <a:lnTo>
                  <a:pt x="229" y="768"/>
                </a:lnTo>
                <a:lnTo>
                  <a:pt x="230" y="768"/>
                </a:lnTo>
                <a:lnTo>
                  <a:pt x="231" y="767"/>
                </a:lnTo>
                <a:lnTo>
                  <a:pt x="231" y="766"/>
                </a:lnTo>
                <a:lnTo>
                  <a:pt x="232" y="766"/>
                </a:lnTo>
                <a:lnTo>
                  <a:pt x="232" y="764"/>
                </a:lnTo>
                <a:lnTo>
                  <a:pt x="233" y="763"/>
                </a:lnTo>
                <a:lnTo>
                  <a:pt x="234" y="764"/>
                </a:lnTo>
                <a:lnTo>
                  <a:pt x="234" y="766"/>
                </a:lnTo>
                <a:lnTo>
                  <a:pt x="234" y="768"/>
                </a:lnTo>
                <a:lnTo>
                  <a:pt x="234" y="769"/>
                </a:lnTo>
                <a:lnTo>
                  <a:pt x="235" y="769"/>
                </a:lnTo>
                <a:lnTo>
                  <a:pt x="236" y="769"/>
                </a:lnTo>
                <a:lnTo>
                  <a:pt x="237" y="768"/>
                </a:lnTo>
                <a:lnTo>
                  <a:pt x="237" y="767"/>
                </a:lnTo>
                <a:lnTo>
                  <a:pt x="238" y="766"/>
                </a:lnTo>
                <a:lnTo>
                  <a:pt x="239" y="765"/>
                </a:lnTo>
                <a:lnTo>
                  <a:pt x="239" y="764"/>
                </a:lnTo>
                <a:lnTo>
                  <a:pt x="239" y="763"/>
                </a:lnTo>
                <a:lnTo>
                  <a:pt x="239" y="762"/>
                </a:lnTo>
                <a:lnTo>
                  <a:pt x="238" y="762"/>
                </a:lnTo>
                <a:lnTo>
                  <a:pt x="237" y="762"/>
                </a:lnTo>
                <a:lnTo>
                  <a:pt x="236" y="763"/>
                </a:lnTo>
                <a:lnTo>
                  <a:pt x="236" y="764"/>
                </a:lnTo>
                <a:lnTo>
                  <a:pt x="235" y="763"/>
                </a:lnTo>
                <a:lnTo>
                  <a:pt x="234" y="763"/>
                </a:lnTo>
                <a:lnTo>
                  <a:pt x="234" y="762"/>
                </a:lnTo>
                <a:lnTo>
                  <a:pt x="232" y="760"/>
                </a:lnTo>
                <a:lnTo>
                  <a:pt x="231" y="760"/>
                </a:lnTo>
                <a:lnTo>
                  <a:pt x="231" y="761"/>
                </a:lnTo>
                <a:lnTo>
                  <a:pt x="230" y="762"/>
                </a:lnTo>
                <a:lnTo>
                  <a:pt x="229" y="762"/>
                </a:lnTo>
                <a:lnTo>
                  <a:pt x="229" y="761"/>
                </a:lnTo>
                <a:lnTo>
                  <a:pt x="228" y="761"/>
                </a:lnTo>
                <a:lnTo>
                  <a:pt x="228" y="760"/>
                </a:lnTo>
                <a:lnTo>
                  <a:pt x="228" y="759"/>
                </a:lnTo>
                <a:lnTo>
                  <a:pt x="227" y="759"/>
                </a:lnTo>
                <a:lnTo>
                  <a:pt x="226" y="759"/>
                </a:lnTo>
                <a:lnTo>
                  <a:pt x="226" y="760"/>
                </a:lnTo>
                <a:lnTo>
                  <a:pt x="227" y="760"/>
                </a:lnTo>
                <a:lnTo>
                  <a:pt x="227" y="761"/>
                </a:lnTo>
                <a:lnTo>
                  <a:pt x="226" y="761"/>
                </a:lnTo>
                <a:lnTo>
                  <a:pt x="225" y="761"/>
                </a:lnTo>
                <a:lnTo>
                  <a:pt x="225" y="760"/>
                </a:lnTo>
                <a:lnTo>
                  <a:pt x="225" y="759"/>
                </a:lnTo>
                <a:lnTo>
                  <a:pt x="224" y="758"/>
                </a:lnTo>
                <a:lnTo>
                  <a:pt x="221" y="760"/>
                </a:lnTo>
                <a:lnTo>
                  <a:pt x="220" y="761"/>
                </a:lnTo>
                <a:lnTo>
                  <a:pt x="219" y="761"/>
                </a:lnTo>
                <a:lnTo>
                  <a:pt x="219" y="762"/>
                </a:lnTo>
                <a:lnTo>
                  <a:pt x="218" y="762"/>
                </a:lnTo>
                <a:lnTo>
                  <a:pt x="217" y="763"/>
                </a:lnTo>
                <a:lnTo>
                  <a:pt x="216" y="763"/>
                </a:lnTo>
                <a:lnTo>
                  <a:pt x="215" y="763"/>
                </a:lnTo>
                <a:lnTo>
                  <a:pt x="214" y="764"/>
                </a:lnTo>
                <a:lnTo>
                  <a:pt x="212" y="764"/>
                </a:lnTo>
                <a:lnTo>
                  <a:pt x="212" y="765"/>
                </a:lnTo>
                <a:lnTo>
                  <a:pt x="211" y="765"/>
                </a:lnTo>
                <a:lnTo>
                  <a:pt x="210" y="766"/>
                </a:lnTo>
                <a:lnTo>
                  <a:pt x="209" y="767"/>
                </a:lnTo>
                <a:lnTo>
                  <a:pt x="209" y="768"/>
                </a:lnTo>
                <a:lnTo>
                  <a:pt x="210" y="769"/>
                </a:lnTo>
                <a:lnTo>
                  <a:pt x="209" y="770"/>
                </a:lnTo>
                <a:lnTo>
                  <a:pt x="208" y="771"/>
                </a:lnTo>
                <a:lnTo>
                  <a:pt x="207" y="771"/>
                </a:lnTo>
                <a:lnTo>
                  <a:pt x="207" y="770"/>
                </a:lnTo>
                <a:lnTo>
                  <a:pt x="206" y="769"/>
                </a:lnTo>
                <a:lnTo>
                  <a:pt x="208" y="767"/>
                </a:lnTo>
                <a:lnTo>
                  <a:pt x="208" y="766"/>
                </a:lnTo>
                <a:lnTo>
                  <a:pt x="208" y="765"/>
                </a:lnTo>
                <a:lnTo>
                  <a:pt x="207" y="764"/>
                </a:lnTo>
                <a:lnTo>
                  <a:pt x="206" y="764"/>
                </a:lnTo>
                <a:lnTo>
                  <a:pt x="205" y="763"/>
                </a:lnTo>
                <a:lnTo>
                  <a:pt x="204" y="763"/>
                </a:lnTo>
                <a:lnTo>
                  <a:pt x="204" y="764"/>
                </a:lnTo>
                <a:lnTo>
                  <a:pt x="203" y="764"/>
                </a:lnTo>
                <a:lnTo>
                  <a:pt x="202" y="764"/>
                </a:lnTo>
                <a:lnTo>
                  <a:pt x="202" y="763"/>
                </a:lnTo>
                <a:lnTo>
                  <a:pt x="200" y="764"/>
                </a:lnTo>
                <a:lnTo>
                  <a:pt x="199" y="765"/>
                </a:lnTo>
                <a:lnTo>
                  <a:pt x="198" y="765"/>
                </a:lnTo>
                <a:lnTo>
                  <a:pt x="196" y="765"/>
                </a:lnTo>
                <a:lnTo>
                  <a:pt x="196" y="764"/>
                </a:lnTo>
                <a:lnTo>
                  <a:pt x="195" y="764"/>
                </a:lnTo>
                <a:lnTo>
                  <a:pt x="194" y="764"/>
                </a:lnTo>
                <a:lnTo>
                  <a:pt x="194" y="763"/>
                </a:lnTo>
                <a:lnTo>
                  <a:pt x="193" y="762"/>
                </a:lnTo>
                <a:lnTo>
                  <a:pt x="193" y="761"/>
                </a:lnTo>
                <a:lnTo>
                  <a:pt x="193" y="760"/>
                </a:lnTo>
                <a:lnTo>
                  <a:pt x="192" y="759"/>
                </a:lnTo>
                <a:lnTo>
                  <a:pt x="191" y="759"/>
                </a:lnTo>
                <a:lnTo>
                  <a:pt x="190" y="759"/>
                </a:lnTo>
                <a:lnTo>
                  <a:pt x="189" y="759"/>
                </a:lnTo>
                <a:lnTo>
                  <a:pt x="189" y="758"/>
                </a:lnTo>
                <a:lnTo>
                  <a:pt x="189" y="757"/>
                </a:lnTo>
                <a:lnTo>
                  <a:pt x="190" y="755"/>
                </a:lnTo>
                <a:lnTo>
                  <a:pt x="189" y="754"/>
                </a:lnTo>
                <a:lnTo>
                  <a:pt x="188" y="753"/>
                </a:lnTo>
                <a:lnTo>
                  <a:pt x="188" y="752"/>
                </a:lnTo>
                <a:lnTo>
                  <a:pt x="187" y="753"/>
                </a:lnTo>
                <a:lnTo>
                  <a:pt x="187" y="752"/>
                </a:lnTo>
                <a:lnTo>
                  <a:pt x="186" y="751"/>
                </a:lnTo>
                <a:lnTo>
                  <a:pt x="185" y="750"/>
                </a:lnTo>
                <a:lnTo>
                  <a:pt x="185" y="746"/>
                </a:lnTo>
                <a:lnTo>
                  <a:pt x="185" y="745"/>
                </a:lnTo>
                <a:lnTo>
                  <a:pt x="185" y="744"/>
                </a:lnTo>
                <a:lnTo>
                  <a:pt x="184" y="745"/>
                </a:lnTo>
                <a:lnTo>
                  <a:pt x="183" y="746"/>
                </a:lnTo>
                <a:lnTo>
                  <a:pt x="183" y="745"/>
                </a:lnTo>
                <a:lnTo>
                  <a:pt x="183" y="744"/>
                </a:lnTo>
                <a:lnTo>
                  <a:pt x="183" y="743"/>
                </a:lnTo>
                <a:lnTo>
                  <a:pt x="182" y="744"/>
                </a:lnTo>
                <a:lnTo>
                  <a:pt x="181" y="745"/>
                </a:lnTo>
                <a:lnTo>
                  <a:pt x="180" y="746"/>
                </a:lnTo>
                <a:lnTo>
                  <a:pt x="179" y="746"/>
                </a:lnTo>
                <a:lnTo>
                  <a:pt x="179" y="747"/>
                </a:lnTo>
                <a:lnTo>
                  <a:pt x="179" y="748"/>
                </a:lnTo>
                <a:lnTo>
                  <a:pt x="179" y="749"/>
                </a:lnTo>
                <a:lnTo>
                  <a:pt x="178" y="750"/>
                </a:lnTo>
                <a:lnTo>
                  <a:pt x="177" y="749"/>
                </a:lnTo>
                <a:lnTo>
                  <a:pt x="176" y="747"/>
                </a:lnTo>
                <a:lnTo>
                  <a:pt x="177" y="746"/>
                </a:lnTo>
                <a:lnTo>
                  <a:pt x="177" y="743"/>
                </a:lnTo>
                <a:lnTo>
                  <a:pt x="177" y="741"/>
                </a:lnTo>
                <a:lnTo>
                  <a:pt x="176" y="740"/>
                </a:lnTo>
                <a:lnTo>
                  <a:pt x="176" y="739"/>
                </a:lnTo>
                <a:lnTo>
                  <a:pt x="177" y="738"/>
                </a:lnTo>
                <a:lnTo>
                  <a:pt x="178" y="737"/>
                </a:lnTo>
                <a:lnTo>
                  <a:pt x="178" y="738"/>
                </a:lnTo>
                <a:lnTo>
                  <a:pt x="179" y="738"/>
                </a:lnTo>
                <a:lnTo>
                  <a:pt x="179" y="739"/>
                </a:lnTo>
                <a:lnTo>
                  <a:pt x="180" y="739"/>
                </a:lnTo>
                <a:lnTo>
                  <a:pt x="180" y="738"/>
                </a:lnTo>
                <a:lnTo>
                  <a:pt x="180" y="737"/>
                </a:lnTo>
                <a:lnTo>
                  <a:pt x="180" y="736"/>
                </a:lnTo>
                <a:lnTo>
                  <a:pt x="179" y="735"/>
                </a:lnTo>
                <a:lnTo>
                  <a:pt x="178" y="734"/>
                </a:lnTo>
                <a:lnTo>
                  <a:pt x="177" y="734"/>
                </a:lnTo>
                <a:lnTo>
                  <a:pt x="177" y="733"/>
                </a:lnTo>
                <a:lnTo>
                  <a:pt x="176" y="733"/>
                </a:lnTo>
                <a:lnTo>
                  <a:pt x="176" y="734"/>
                </a:lnTo>
                <a:lnTo>
                  <a:pt x="175" y="734"/>
                </a:lnTo>
                <a:lnTo>
                  <a:pt x="175" y="733"/>
                </a:lnTo>
                <a:lnTo>
                  <a:pt x="174" y="733"/>
                </a:lnTo>
                <a:lnTo>
                  <a:pt x="173" y="732"/>
                </a:lnTo>
                <a:lnTo>
                  <a:pt x="173" y="733"/>
                </a:lnTo>
                <a:lnTo>
                  <a:pt x="172" y="733"/>
                </a:lnTo>
                <a:lnTo>
                  <a:pt x="171" y="732"/>
                </a:lnTo>
                <a:lnTo>
                  <a:pt x="170" y="731"/>
                </a:lnTo>
                <a:lnTo>
                  <a:pt x="169" y="730"/>
                </a:lnTo>
                <a:lnTo>
                  <a:pt x="169" y="729"/>
                </a:lnTo>
                <a:lnTo>
                  <a:pt x="168" y="727"/>
                </a:lnTo>
                <a:lnTo>
                  <a:pt x="168" y="726"/>
                </a:lnTo>
                <a:lnTo>
                  <a:pt x="170" y="725"/>
                </a:lnTo>
                <a:lnTo>
                  <a:pt x="170" y="724"/>
                </a:lnTo>
                <a:lnTo>
                  <a:pt x="170" y="722"/>
                </a:lnTo>
                <a:lnTo>
                  <a:pt x="169" y="722"/>
                </a:lnTo>
                <a:lnTo>
                  <a:pt x="169" y="721"/>
                </a:lnTo>
                <a:lnTo>
                  <a:pt x="168" y="719"/>
                </a:lnTo>
                <a:lnTo>
                  <a:pt x="169" y="717"/>
                </a:lnTo>
                <a:lnTo>
                  <a:pt x="169" y="716"/>
                </a:lnTo>
                <a:lnTo>
                  <a:pt x="169" y="715"/>
                </a:lnTo>
                <a:lnTo>
                  <a:pt x="169" y="714"/>
                </a:lnTo>
                <a:lnTo>
                  <a:pt x="169" y="713"/>
                </a:lnTo>
                <a:lnTo>
                  <a:pt x="170" y="711"/>
                </a:lnTo>
                <a:lnTo>
                  <a:pt x="170" y="710"/>
                </a:lnTo>
                <a:lnTo>
                  <a:pt x="170" y="709"/>
                </a:lnTo>
                <a:lnTo>
                  <a:pt x="170" y="708"/>
                </a:lnTo>
                <a:lnTo>
                  <a:pt x="169" y="708"/>
                </a:lnTo>
                <a:lnTo>
                  <a:pt x="169" y="707"/>
                </a:lnTo>
                <a:lnTo>
                  <a:pt x="170" y="707"/>
                </a:lnTo>
                <a:lnTo>
                  <a:pt x="170" y="706"/>
                </a:lnTo>
                <a:lnTo>
                  <a:pt x="170" y="703"/>
                </a:lnTo>
                <a:lnTo>
                  <a:pt x="171" y="701"/>
                </a:lnTo>
                <a:lnTo>
                  <a:pt x="171" y="700"/>
                </a:lnTo>
                <a:lnTo>
                  <a:pt x="172" y="700"/>
                </a:lnTo>
                <a:lnTo>
                  <a:pt x="175" y="700"/>
                </a:lnTo>
                <a:lnTo>
                  <a:pt x="174" y="699"/>
                </a:lnTo>
                <a:lnTo>
                  <a:pt x="174" y="698"/>
                </a:lnTo>
                <a:lnTo>
                  <a:pt x="174" y="697"/>
                </a:lnTo>
                <a:lnTo>
                  <a:pt x="176" y="694"/>
                </a:lnTo>
                <a:lnTo>
                  <a:pt x="177" y="694"/>
                </a:lnTo>
                <a:lnTo>
                  <a:pt x="179" y="694"/>
                </a:lnTo>
                <a:lnTo>
                  <a:pt x="179" y="693"/>
                </a:lnTo>
                <a:lnTo>
                  <a:pt x="179" y="692"/>
                </a:lnTo>
                <a:lnTo>
                  <a:pt x="179" y="691"/>
                </a:lnTo>
                <a:lnTo>
                  <a:pt x="180" y="690"/>
                </a:lnTo>
                <a:lnTo>
                  <a:pt x="180" y="691"/>
                </a:lnTo>
                <a:lnTo>
                  <a:pt x="181" y="691"/>
                </a:lnTo>
                <a:lnTo>
                  <a:pt x="185" y="686"/>
                </a:lnTo>
                <a:lnTo>
                  <a:pt x="185" y="685"/>
                </a:lnTo>
                <a:lnTo>
                  <a:pt x="188" y="685"/>
                </a:lnTo>
                <a:lnTo>
                  <a:pt x="190" y="685"/>
                </a:lnTo>
                <a:lnTo>
                  <a:pt x="191" y="685"/>
                </a:lnTo>
                <a:lnTo>
                  <a:pt x="191" y="686"/>
                </a:lnTo>
                <a:lnTo>
                  <a:pt x="192" y="686"/>
                </a:lnTo>
                <a:lnTo>
                  <a:pt x="193" y="686"/>
                </a:lnTo>
                <a:lnTo>
                  <a:pt x="194" y="686"/>
                </a:lnTo>
                <a:lnTo>
                  <a:pt x="195" y="686"/>
                </a:lnTo>
                <a:lnTo>
                  <a:pt x="196" y="684"/>
                </a:lnTo>
                <a:lnTo>
                  <a:pt x="196" y="682"/>
                </a:lnTo>
                <a:lnTo>
                  <a:pt x="198" y="678"/>
                </a:lnTo>
                <a:lnTo>
                  <a:pt x="198" y="677"/>
                </a:lnTo>
                <a:lnTo>
                  <a:pt x="199" y="676"/>
                </a:lnTo>
                <a:lnTo>
                  <a:pt x="198" y="675"/>
                </a:lnTo>
                <a:lnTo>
                  <a:pt x="197" y="674"/>
                </a:lnTo>
                <a:lnTo>
                  <a:pt x="196" y="674"/>
                </a:lnTo>
                <a:lnTo>
                  <a:pt x="196" y="673"/>
                </a:lnTo>
                <a:lnTo>
                  <a:pt x="195" y="670"/>
                </a:lnTo>
                <a:lnTo>
                  <a:pt x="194" y="669"/>
                </a:lnTo>
                <a:lnTo>
                  <a:pt x="194" y="667"/>
                </a:lnTo>
                <a:lnTo>
                  <a:pt x="193" y="664"/>
                </a:lnTo>
                <a:lnTo>
                  <a:pt x="193" y="663"/>
                </a:lnTo>
                <a:lnTo>
                  <a:pt x="192" y="662"/>
                </a:lnTo>
                <a:lnTo>
                  <a:pt x="191" y="661"/>
                </a:lnTo>
                <a:lnTo>
                  <a:pt x="190" y="661"/>
                </a:lnTo>
                <a:lnTo>
                  <a:pt x="189" y="658"/>
                </a:lnTo>
                <a:lnTo>
                  <a:pt x="189" y="657"/>
                </a:lnTo>
                <a:lnTo>
                  <a:pt x="190" y="656"/>
                </a:lnTo>
                <a:lnTo>
                  <a:pt x="191" y="655"/>
                </a:lnTo>
                <a:lnTo>
                  <a:pt x="191" y="654"/>
                </a:lnTo>
                <a:lnTo>
                  <a:pt x="190" y="653"/>
                </a:lnTo>
                <a:lnTo>
                  <a:pt x="190" y="652"/>
                </a:lnTo>
                <a:lnTo>
                  <a:pt x="190" y="651"/>
                </a:lnTo>
                <a:lnTo>
                  <a:pt x="191" y="650"/>
                </a:lnTo>
                <a:lnTo>
                  <a:pt x="192" y="650"/>
                </a:lnTo>
                <a:lnTo>
                  <a:pt x="192" y="649"/>
                </a:lnTo>
                <a:lnTo>
                  <a:pt x="192" y="647"/>
                </a:lnTo>
                <a:lnTo>
                  <a:pt x="193" y="646"/>
                </a:lnTo>
                <a:lnTo>
                  <a:pt x="192" y="645"/>
                </a:lnTo>
                <a:lnTo>
                  <a:pt x="191" y="644"/>
                </a:lnTo>
                <a:lnTo>
                  <a:pt x="191" y="643"/>
                </a:lnTo>
                <a:lnTo>
                  <a:pt x="190" y="643"/>
                </a:lnTo>
                <a:lnTo>
                  <a:pt x="189" y="641"/>
                </a:lnTo>
                <a:lnTo>
                  <a:pt x="189" y="640"/>
                </a:lnTo>
                <a:lnTo>
                  <a:pt x="187" y="639"/>
                </a:lnTo>
                <a:lnTo>
                  <a:pt x="186" y="639"/>
                </a:lnTo>
                <a:lnTo>
                  <a:pt x="184" y="638"/>
                </a:lnTo>
                <a:lnTo>
                  <a:pt x="184" y="636"/>
                </a:lnTo>
                <a:lnTo>
                  <a:pt x="183" y="636"/>
                </a:lnTo>
                <a:lnTo>
                  <a:pt x="183" y="635"/>
                </a:lnTo>
                <a:lnTo>
                  <a:pt x="182" y="635"/>
                </a:lnTo>
                <a:lnTo>
                  <a:pt x="182" y="634"/>
                </a:lnTo>
                <a:lnTo>
                  <a:pt x="182" y="633"/>
                </a:lnTo>
                <a:lnTo>
                  <a:pt x="181" y="633"/>
                </a:lnTo>
                <a:lnTo>
                  <a:pt x="181" y="632"/>
                </a:lnTo>
                <a:lnTo>
                  <a:pt x="180" y="631"/>
                </a:lnTo>
                <a:lnTo>
                  <a:pt x="180" y="630"/>
                </a:lnTo>
                <a:lnTo>
                  <a:pt x="181" y="630"/>
                </a:lnTo>
                <a:lnTo>
                  <a:pt x="182" y="630"/>
                </a:lnTo>
                <a:lnTo>
                  <a:pt x="183" y="630"/>
                </a:lnTo>
                <a:lnTo>
                  <a:pt x="183" y="628"/>
                </a:lnTo>
                <a:lnTo>
                  <a:pt x="182" y="627"/>
                </a:lnTo>
                <a:lnTo>
                  <a:pt x="181" y="627"/>
                </a:lnTo>
                <a:lnTo>
                  <a:pt x="180" y="627"/>
                </a:lnTo>
                <a:lnTo>
                  <a:pt x="180" y="626"/>
                </a:lnTo>
                <a:lnTo>
                  <a:pt x="179" y="622"/>
                </a:lnTo>
                <a:lnTo>
                  <a:pt x="179" y="620"/>
                </a:lnTo>
                <a:lnTo>
                  <a:pt x="179" y="619"/>
                </a:lnTo>
                <a:lnTo>
                  <a:pt x="180" y="619"/>
                </a:lnTo>
                <a:lnTo>
                  <a:pt x="180" y="618"/>
                </a:lnTo>
                <a:lnTo>
                  <a:pt x="180" y="617"/>
                </a:lnTo>
                <a:lnTo>
                  <a:pt x="178" y="616"/>
                </a:lnTo>
                <a:lnTo>
                  <a:pt x="177" y="615"/>
                </a:lnTo>
                <a:lnTo>
                  <a:pt x="176" y="616"/>
                </a:lnTo>
                <a:lnTo>
                  <a:pt x="175" y="616"/>
                </a:lnTo>
                <a:lnTo>
                  <a:pt x="175" y="617"/>
                </a:lnTo>
                <a:lnTo>
                  <a:pt x="174" y="617"/>
                </a:lnTo>
                <a:lnTo>
                  <a:pt x="174" y="616"/>
                </a:lnTo>
                <a:lnTo>
                  <a:pt x="174" y="615"/>
                </a:lnTo>
                <a:lnTo>
                  <a:pt x="174" y="614"/>
                </a:lnTo>
                <a:lnTo>
                  <a:pt x="175" y="612"/>
                </a:lnTo>
                <a:lnTo>
                  <a:pt x="175" y="611"/>
                </a:lnTo>
                <a:lnTo>
                  <a:pt x="175" y="607"/>
                </a:lnTo>
                <a:lnTo>
                  <a:pt x="175" y="606"/>
                </a:lnTo>
                <a:lnTo>
                  <a:pt x="174" y="605"/>
                </a:lnTo>
                <a:lnTo>
                  <a:pt x="174" y="604"/>
                </a:lnTo>
                <a:lnTo>
                  <a:pt x="173" y="603"/>
                </a:lnTo>
                <a:lnTo>
                  <a:pt x="171" y="600"/>
                </a:lnTo>
                <a:lnTo>
                  <a:pt x="170" y="599"/>
                </a:lnTo>
                <a:lnTo>
                  <a:pt x="168" y="598"/>
                </a:lnTo>
                <a:lnTo>
                  <a:pt x="167" y="596"/>
                </a:lnTo>
                <a:lnTo>
                  <a:pt x="166" y="596"/>
                </a:lnTo>
                <a:lnTo>
                  <a:pt x="165" y="597"/>
                </a:lnTo>
                <a:lnTo>
                  <a:pt x="163" y="598"/>
                </a:lnTo>
                <a:lnTo>
                  <a:pt x="161" y="598"/>
                </a:lnTo>
                <a:lnTo>
                  <a:pt x="158" y="597"/>
                </a:lnTo>
                <a:lnTo>
                  <a:pt x="158" y="596"/>
                </a:lnTo>
                <a:lnTo>
                  <a:pt x="155" y="593"/>
                </a:lnTo>
                <a:lnTo>
                  <a:pt x="156" y="592"/>
                </a:lnTo>
                <a:lnTo>
                  <a:pt x="158" y="591"/>
                </a:lnTo>
                <a:lnTo>
                  <a:pt x="159" y="590"/>
                </a:lnTo>
                <a:lnTo>
                  <a:pt x="160" y="590"/>
                </a:lnTo>
                <a:lnTo>
                  <a:pt x="159" y="587"/>
                </a:lnTo>
                <a:lnTo>
                  <a:pt x="159" y="586"/>
                </a:lnTo>
                <a:lnTo>
                  <a:pt x="158" y="585"/>
                </a:lnTo>
                <a:lnTo>
                  <a:pt x="158" y="584"/>
                </a:lnTo>
                <a:lnTo>
                  <a:pt x="159" y="584"/>
                </a:lnTo>
                <a:lnTo>
                  <a:pt x="159" y="583"/>
                </a:lnTo>
                <a:lnTo>
                  <a:pt x="157" y="582"/>
                </a:lnTo>
                <a:lnTo>
                  <a:pt x="156" y="582"/>
                </a:lnTo>
                <a:lnTo>
                  <a:pt x="154" y="580"/>
                </a:lnTo>
                <a:lnTo>
                  <a:pt x="154" y="579"/>
                </a:lnTo>
                <a:lnTo>
                  <a:pt x="154" y="578"/>
                </a:lnTo>
                <a:lnTo>
                  <a:pt x="154" y="577"/>
                </a:lnTo>
                <a:lnTo>
                  <a:pt x="152" y="576"/>
                </a:lnTo>
                <a:lnTo>
                  <a:pt x="151" y="576"/>
                </a:lnTo>
                <a:lnTo>
                  <a:pt x="151" y="575"/>
                </a:lnTo>
                <a:lnTo>
                  <a:pt x="151" y="572"/>
                </a:lnTo>
                <a:lnTo>
                  <a:pt x="151" y="571"/>
                </a:lnTo>
                <a:lnTo>
                  <a:pt x="152" y="570"/>
                </a:lnTo>
                <a:lnTo>
                  <a:pt x="152" y="569"/>
                </a:lnTo>
                <a:lnTo>
                  <a:pt x="151" y="568"/>
                </a:lnTo>
                <a:lnTo>
                  <a:pt x="150" y="567"/>
                </a:lnTo>
                <a:lnTo>
                  <a:pt x="149" y="566"/>
                </a:lnTo>
                <a:lnTo>
                  <a:pt x="148" y="566"/>
                </a:lnTo>
                <a:lnTo>
                  <a:pt x="148" y="563"/>
                </a:lnTo>
                <a:lnTo>
                  <a:pt x="148" y="561"/>
                </a:lnTo>
                <a:lnTo>
                  <a:pt x="148" y="560"/>
                </a:lnTo>
                <a:lnTo>
                  <a:pt x="149" y="559"/>
                </a:lnTo>
                <a:lnTo>
                  <a:pt x="150" y="556"/>
                </a:lnTo>
                <a:lnTo>
                  <a:pt x="150" y="555"/>
                </a:lnTo>
                <a:lnTo>
                  <a:pt x="152" y="555"/>
                </a:lnTo>
                <a:lnTo>
                  <a:pt x="153" y="555"/>
                </a:lnTo>
                <a:lnTo>
                  <a:pt x="154" y="555"/>
                </a:lnTo>
                <a:lnTo>
                  <a:pt x="154" y="554"/>
                </a:lnTo>
                <a:lnTo>
                  <a:pt x="154" y="553"/>
                </a:lnTo>
                <a:lnTo>
                  <a:pt x="157" y="553"/>
                </a:lnTo>
                <a:lnTo>
                  <a:pt x="158" y="553"/>
                </a:lnTo>
                <a:lnTo>
                  <a:pt x="159" y="553"/>
                </a:lnTo>
                <a:lnTo>
                  <a:pt x="159" y="552"/>
                </a:lnTo>
                <a:lnTo>
                  <a:pt x="159" y="551"/>
                </a:lnTo>
                <a:lnTo>
                  <a:pt x="160" y="551"/>
                </a:lnTo>
                <a:lnTo>
                  <a:pt x="162" y="551"/>
                </a:lnTo>
                <a:lnTo>
                  <a:pt x="164" y="552"/>
                </a:lnTo>
                <a:lnTo>
                  <a:pt x="164" y="553"/>
                </a:lnTo>
                <a:lnTo>
                  <a:pt x="165" y="553"/>
                </a:lnTo>
                <a:lnTo>
                  <a:pt x="166" y="553"/>
                </a:lnTo>
                <a:lnTo>
                  <a:pt x="167" y="553"/>
                </a:lnTo>
                <a:lnTo>
                  <a:pt x="167" y="552"/>
                </a:lnTo>
                <a:lnTo>
                  <a:pt x="168" y="552"/>
                </a:lnTo>
                <a:lnTo>
                  <a:pt x="168" y="551"/>
                </a:lnTo>
                <a:lnTo>
                  <a:pt x="168" y="550"/>
                </a:lnTo>
                <a:lnTo>
                  <a:pt x="169" y="549"/>
                </a:lnTo>
                <a:lnTo>
                  <a:pt x="170" y="548"/>
                </a:lnTo>
                <a:lnTo>
                  <a:pt x="170" y="547"/>
                </a:lnTo>
                <a:lnTo>
                  <a:pt x="169" y="546"/>
                </a:lnTo>
                <a:lnTo>
                  <a:pt x="169" y="544"/>
                </a:lnTo>
                <a:lnTo>
                  <a:pt x="169" y="543"/>
                </a:lnTo>
                <a:lnTo>
                  <a:pt x="169" y="541"/>
                </a:lnTo>
                <a:lnTo>
                  <a:pt x="169" y="540"/>
                </a:lnTo>
                <a:lnTo>
                  <a:pt x="169" y="539"/>
                </a:lnTo>
                <a:lnTo>
                  <a:pt x="168" y="539"/>
                </a:lnTo>
                <a:lnTo>
                  <a:pt x="168" y="540"/>
                </a:lnTo>
                <a:lnTo>
                  <a:pt x="166" y="539"/>
                </a:lnTo>
                <a:lnTo>
                  <a:pt x="164" y="537"/>
                </a:lnTo>
                <a:lnTo>
                  <a:pt x="164" y="536"/>
                </a:lnTo>
                <a:lnTo>
                  <a:pt x="163" y="535"/>
                </a:lnTo>
                <a:lnTo>
                  <a:pt x="162" y="534"/>
                </a:lnTo>
                <a:lnTo>
                  <a:pt x="162" y="533"/>
                </a:lnTo>
                <a:lnTo>
                  <a:pt x="163" y="533"/>
                </a:lnTo>
                <a:lnTo>
                  <a:pt x="163" y="532"/>
                </a:lnTo>
                <a:lnTo>
                  <a:pt x="160" y="530"/>
                </a:lnTo>
                <a:lnTo>
                  <a:pt x="160" y="529"/>
                </a:lnTo>
                <a:lnTo>
                  <a:pt x="160" y="527"/>
                </a:lnTo>
                <a:lnTo>
                  <a:pt x="160" y="526"/>
                </a:lnTo>
                <a:lnTo>
                  <a:pt x="159" y="526"/>
                </a:lnTo>
                <a:lnTo>
                  <a:pt x="157" y="524"/>
                </a:lnTo>
                <a:lnTo>
                  <a:pt x="156" y="523"/>
                </a:lnTo>
                <a:lnTo>
                  <a:pt x="155" y="522"/>
                </a:lnTo>
                <a:lnTo>
                  <a:pt x="155" y="521"/>
                </a:lnTo>
                <a:lnTo>
                  <a:pt x="154" y="521"/>
                </a:lnTo>
                <a:lnTo>
                  <a:pt x="153" y="521"/>
                </a:lnTo>
                <a:lnTo>
                  <a:pt x="152" y="523"/>
                </a:lnTo>
                <a:lnTo>
                  <a:pt x="151" y="522"/>
                </a:lnTo>
                <a:lnTo>
                  <a:pt x="150" y="521"/>
                </a:lnTo>
                <a:lnTo>
                  <a:pt x="148" y="520"/>
                </a:lnTo>
                <a:lnTo>
                  <a:pt x="147" y="521"/>
                </a:lnTo>
                <a:lnTo>
                  <a:pt x="146" y="521"/>
                </a:lnTo>
                <a:lnTo>
                  <a:pt x="146" y="522"/>
                </a:lnTo>
                <a:lnTo>
                  <a:pt x="146" y="523"/>
                </a:lnTo>
                <a:lnTo>
                  <a:pt x="145" y="522"/>
                </a:lnTo>
                <a:lnTo>
                  <a:pt x="144" y="522"/>
                </a:lnTo>
                <a:lnTo>
                  <a:pt x="145" y="520"/>
                </a:lnTo>
                <a:lnTo>
                  <a:pt x="145" y="519"/>
                </a:lnTo>
                <a:lnTo>
                  <a:pt x="145" y="518"/>
                </a:lnTo>
                <a:lnTo>
                  <a:pt x="144" y="517"/>
                </a:lnTo>
                <a:lnTo>
                  <a:pt x="144" y="514"/>
                </a:lnTo>
                <a:lnTo>
                  <a:pt x="145" y="514"/>
                </a:lnTo>
                <a:lnTo>
                  <a:pt x="145" y="513"/>
                </a:lnTo>
                <a:lnTo>
                  <a:pt x="145" y="511"/>
                </a:lnTo>
                <a:lnTo>
                  <a:pt x="144" y="511"/>
                </a:lnTo>
                <a:lnTo>
                  <a:pt x="144" y="510"/>
                </a:lnTo>
                <a:lnTo>
                  <a:pt x="144" y="508"/>
                </a:lnTo>
                <a:lnTo>
                  <a:pt x="143" y="507"/>
                </a:lnTo>
                <a:lnTo>
                  <a:pt x="142" y="506"/>
                </a:lnTo>
                <a:lnTo>
                  <a:pt x="142" y="504"/>
                </a:lnTo>
                <a:lnTo>
                  <a:pt x="142" y="503"/>
                </a:lnTo>
                <a:lnTo>
                  <a:pt x="142" y="502"/>
                </a:lnTo>
                <a:lnTo>
                  <a:pt x="142" y="500"/>
                </a:lnTo>
                <a:lnTo>
                  <a:pt x="141" y="500"/>
                </a:lnTo>
                <a:lnTo>
                  <a:pt x="140" y="500"/>
                </a:lnTo>
                <a:lnTo>
                  <a:pt x="138" y="500"/>
                </a:lnTo>
                <a:lnTo>
                  <a:pt x="136" y="500"/>
                </a:lnTo>
                <a:lnTo>
                  <a:pt x="133" y="499"/>
                </a:lnTo>
                <a:lnTo>
                  <a:pt x="132" y="499"/>
                </a:lnTo>
                <a:lnTo>
                  <a:pt x="127" y="497"/>
                </a:lnTo>
                <a:lnTo>
                  <a:pt x="125" y="495"/>
                </a:lnTo>
                <a:lnTo>
                  <a:pt x="124" y="495"/>
                </a:lnTo>
                <a:lnTo>
                  <a:pt x="123" y="495"/>
                </a:lnTo>
                <a:lnTo>
                  <a:pt x="122" y="496"/>
                </a:lnTo>
                <a:lnTo>
                  <a:pt x="122" y="497"/>
                </a:lnTo>
                <a:lnTo>
                  <a:pt x="122" y="498"/>
                </a:lnTo>
                <a:lnTo>
                  <a:pt x="121" y="498"/>
                </a:lnTo>
                <a:lnTo>
                  <a:pt x="120" y="498"/>
                </a:lnTo>
                <a:lnTo>
                  <a:pt x="120" y="497"/>
                </a:lnTo>
                <a:lnTo>
                  <a:pt x="119" y="497"/>
                </a:lnTo>
                <a:lnTo>
                  <a:pt x="117" y="496"/>
                </a:lnTo>
                <a:lnTo>
                  <a:pt x="117" y="493"/>
                </a:lnTo>
                <a:lnTo>
                  <a:pt x="116" y="492"/>
                </a:lnTo>
                <a:lnTo>
                  <a:pt x="114" y="492"/>
                </a:lnTo>
                <a:lnTo>
                  <a:pt x="113" y="492"/>
                </a:lnTo>
                <a:lnTo>
                  <a:pt x="110" y="493"/>
                </a:lnTo>
                <a:lnTo>
                  <a:pt x="108" y="491"/>
                </a:lnTo>
                <a:lnTo>
                  <a:pt x="108" y="484"/>
                </a:lnTo>
                <a:lnTo>
                  <a:pt x="108" y="483"/>
                </a:lnTo>
                <a:lnTo>
                  <a:pt x="107" y="482"/>
                </a:lnTo>
                <a:lnTo>
                  <a:pt x="104" y="481"/>
                </a:lnTo>
                <a:lnTo>
                  <a:pt x="102" y="480"/>
                </a:lnTo>
                <a:lnTo>
                  <a:pt x="102" y="479"/>
                </a:lnTo>
                <a:lnTo>
                  <a:pt x="102" y="478"/>
                </a:lnTo>
                <a:lnTo>
                  <a:pt x="102" y="477"/>
                </a:lnTo>
                <a:lnTo>
                  <a:pt x="103" y="477"/>
                </a:lnTo>
                <a:lnTo>
                  <a:pt x="102" y="476"/>
                </a:lnTo>
                <a:lnTo>
                  <a:pt x="102" y="475"/>
                </a:lnTo>
                <a:lnTo>
                  <a:pt x="101" y="474"/>
                </a:lnTo>
                <a:lnTo>
                  <a:pt x="100" y="473"/>
                </a:lnTo>
                <a:lnTo>
                  <a:pt x="99" y="473"/>
                </a:lnTo>
                <a:lnTo>
                  <a:pt x="99" y="471"/>
                </a:lnTo>
                <a:lnTo>
                  <a:pt x="99" y="470"/>
                </a:lnTo>
                <a:lnTo>
                  <a:pt x="97" y="467"/>
                </a:lnTo>
                <a:lnTo>
                  <a:pt x="96" y="465"/>
                </a:lnTo>
                <a:lnTo>
                  <a:pt x="95" y="465"/>
                </a:lnTo>
                <a:lnTo>
                  <a:pt x="94" y="464"/>
                </a:lnTo>
                <a:lnTo>
                  <a:pt x="93" y="463"/>
                </a:lnTo>
                <a:lnTo>
                  <a:pt x="93" y="462"/>
                </a:lnTo>
                <a:lnTo>
                  <a:pt x="93" y="461"/>
                </a:lnTo>
                <a:lnTo>
                  <a:pt x="92" y="460"/>
                </a:lnTo>
                <a:lnTo>
                  <a:pt x="93" y="458"/>
                </a:lnTo>
                <a:lnTo>
                  <a:pt x="92" y="456"/>
                </a:lnTo>
                <a:lnTo>
                  <a:pt x="92" y="455"/>
                </a:lnTo>
                <a:lnTo>
                  <a:pt x="91" y="455"/>
                </a:lnTo>
                <a:lnTo>
                  <a:pt x="91" y="454"/>
                </a:lnTo>
                <a:lnTo>
                  <a:pt x="90" y="454"/>
                </a:lnTo>
                <a:lnTo>
                  <a:pt x="89" y="454"/>
                </a:lnTo>
                <a:lnTo>
                  <a:pt x="89" y="453"/>
                </a:lnTo>
                <a:lnTo>
                  <a:pt x="88" y="452"/>
                </a:lnTo>
                <a:lnTo>
                  <a:pt x="87" y="452"/>
                </a:lnTo>
                <a:lnTo>
                  <a:pt x="86" y="452"/>
                </a:lnTo>
                <a:lnTo>
                  <a:pt x="85" y="452"/>
                </a:lnTo>
                <a:lnTo>
                  <a:pt x="84" y="452"/>
                </a:lnTo>
                <a:lnTo>
                  <a:pt x="84" y="451"/>
                </a:lnTo>
                <a:lnTo>
                  <a:pt x="83" y="451"/>
                </a:lnTo>
                <a:lnTo>
                  <a:pt x="82" y="451"/>
                </a:lnTo>
                <a:lnTo>
                  <a:pt x="81" y="450"/>
                </a:lnTo>
                <a:lnTo>
                  <a:pt x="81" y="449"/>
                </a:lnTo>
                <a:lnTo>
                  <a:pt x="80" y="448"/>
                </a:lnTo>
                <a:lnTo>
                  <a:pt x="79" y="448"/>
                </a:lnTo>
                <a:lnTo>
                  <a:pt x="78" y="449"/>
                </a:lnTo>
                <a:lnTo>
                  <a:pt x="76" y="450"/>
                </a:lnTo>
                <a:lnTo>
                  <a:pt x="75" y="451"/>
                </a:lnTo>
                <a:lnTo>
                  <a:pt x="73" y="453"/>
                </a:lnTo>
                <a:lnTo>
                  <a:pt x="72" y="455"/>
                </a:lnTo>
                <a:lnTo>
                  <a:pt x="71" y="455"/>
                </a:lnTo>
                <a:lnTo>
                  <a:pt x="70" y="456"/>
                </a:lnTo>
                <a:lnTo>
                  <a:pt x="65" y="457"/>
                </a:lnTo>
                <a:lnTo>
                  <a:pt x="63" y="457"/>
                </a:lnTo>
                <a:lnTo>
                  <a:pt x="61" y="457"/>
                </a:lnTo>
                <a:lnTo>
                  <a:pt x="59" y="457"/>
                </a:lnTo>
                <a:lnTo>
                  <a:pt x="56" y="457"/>
                </a:lnTo>
                <a:lnTo>
                  <a:pt x="55" y="457"/>
                </a:lnTo>
                <a:lnTo>
                  <a:pt x="54" y="457"/>
                </a:lnTo>
                <a:lnTo>
                  <a:pt x="54" y="456"/>
                </a:lnTo>
                <a:lnTo>
                  <a:pt x="54" y="455"/>
                </a:lnTo>
                <a:lnTo>
                  <a:pt x="53" y="454"/>
                </a:lnTo>
                <a:lnTo>
                  <a:pt x="53" y="453"/>
                </a:lnTo>
                <a:lnTo>
                  <a:pt x="51" y="451"/>
                </a:lnTo>
                <a:lnTo>
                  <a:pt x="51" y="449"/>
                </a:lnTo>
                <a:lnTo>
                  <a:pt x="50" y="449"/>
                </a:lnTo>
                <a:lnTo>
                  <a:pt x="50" y="448"/>
                </a:lnTo>
                <a:lnTo>
                  <a:pt x="50" y="445"/>
                </a:lnTo>
                <a:lnTo>
                  <a:pt x="51" y="445"/>
                </a:lnTo>
                <a:lnTo>
                  <a:pt x="51" y="443"/>
                </a:lnTo>
                <a:lnTo>
                  <a:pt x="51" y="442"/>
                </a:lnTo>
                <a:lnTo>
                  <a:pt x="52" y="442"/>
                </a:lnTo>
                <a:lnTo>
                  <a:pt x="52" y="441"/>
                </a:lnTo>
                <a:lnTo>
                  <a:pt x="53" y="441"/>
                </a:lnTo>
                <a:lnTo>
                  <a:pt x="54" y="441"/>
                </a:lnTo>
                <a:lnTo>
                  <a:pt x="54" y="440"/>
                </a:lnTo>
                <a:lnTo>
                  <a:pt x="54" y="439"/>
                </a:lnTo>
                <a:lnTo>
                  <a:pt x="53" y="439"/>
                </a:lnTo>
                <a:lnTo>
                  <a:pt x="53" y="438"/>
                </a:lnTo>
                <a:lnTo>
                  <a:pt x="54" y="438"/>
                </a:lnTo>
                <a:lnTo>
                  <a:pt x="54" y="437"/>
                </a:lnTo>
                <a:lnTo>
                  <a:pt x="56" y="437"/>
                </a:lnTo>
                <a:lnTo>
                  <a:pt x="56" y="438"/>
                </a:lnTo>
                <a:lnTo>
                  <a:pt x="57" y="438"/>
                </a:lnTo>
                <a:lnTo>
                  <a:pt x="57" y="439"/>
                </a:lnTo>
                <a:lnTo>
                  <a:pt x="58" y="439"/>
                </a:lnTo>
                <a:lnTo>
                  <a:pt x="59" y="439"/>
                </a:lnTo>
                <a:lnTo>
                  <a:pt x="59" y="438"/>
                </a:lnTo>
                <a:lnTo>
                  <a:pt x="60" y="438"/>
                </a:lnTo>
                <a:lnTo>
                  <a:pt x="60" y="437"/>
                </a:lnTo>
                <a:lnTo>
                  <a:pt x="61" y="437"/>
                </a:lnTo>
                <a:lnTo>
                  <a:pt x="61" y="436"/>
                </a:lnTo>
                <a:lnTo>
                  <a:pt x="61" y="435"/>
                </a:lnTo>
                <a:lnTo>
                  <a:pt x="61" y="434"/>
                </a:lnTo>
                <a:lnTo>
                  <a:pt x="62" y="433"/>
                </a:lnTo>
                <a:lnTo>
                  <a:pt x="63" y="433"/>
                </a:lnTo>
                <a:lnTo>
                  <a:pt x="65" y="433"/>
                </a:lnTo>
                <a:lnTo>
                  <a:pt x="65" y="432"/>
                </a:lnTo>
                <a:lnTo>
                  <a:pt x="67" y="431"/>
                </a:lnTo>
                <a:lnTo>
                  <a:pt x="68" y="431"/>
                </a:lnTo>
                <a:lnTo>
                  <a:pt x="69" y="431"/>
                </a:lnTo>
                <a:lnTo>
                  <a:pt x="69" y="430"/>
                </a:lnTo>
                <a:lnTo>
                  <a:pt x="70" y="430"/>
                </a:lnTo>
                <a:lnTo>
                  <a:pt x="70" y="429"/>
                </a:lnTo>
                <a:lnTo>
                  <a:pt x="70" y="428"/>
                </a:lnTo>
                <a:lnTo>
                  <a:pt x="70" y="427"/>
                </a:lnTo>
                <a:lnTo>
                  <a:pt x="67" y="427"/>
                </a:lnTo>
                <a:lnTo>
                  <a:pt x="61" y="425"/>
                </a:lnTo>
                <a:lnTo>
                  <a:pt x="60" y="423"/>
                </a:lnTo>
                <a:lnTo>
                  <a:pt x="60" y="422"/>
                </a:lnTo>
                <a:lnTo>
                  <a:pt x="60" y="421"/>
                </a:lnTo>
                <a:lnTo>
                  <a:pt x="61" y="421"/>
                </a:lnTo>
                <a:lnTo>
                  <a:pt x="61" y="420"/>
                </a:lnTo>
                <a:lnTo>
                  <a:pt x="61" y="418"/>
                </a:lnTo>
                <a:lnTo>
                  <a:pt x="62" y="417"/>
                </a:lnTo>
                <a:lnTo>
                  <a:pt x="62" y="416"/>
                </a:lnTo>
                <a:lnTo>
                  <a:pt x="63" y="416"/>
                </a:lnTo>
                <a:lnTo>
                  <a:pt x="63" y="415"/>
                </a:lnTo>
                <a:lnTo>
                  <a:pt x="63" y="414"/>
                </a:lnTo>
                <a:lnTo>
                  <a:pt x="62" y="414"/>
                </a:lnTo>
                <a:lnTo>
                  <a:pt x="58" y="412"/>
                </a:lnTo>
                <a:lnTo>
                  <a:pt x="56" y="412"/>
                </a:lnTo>
                <a:lnTo>
                  <a:pt x="56" y="413"/>
                </a:lnTo>
                <a:lnTo>
                  <a:pt x="55" y="413"/>
                </a:lnTo>
                <a:lnTo>
                  <a:pt x="54" y="413"/>
                </a:lnTo>
                <a:lnTo>
                  <a:pt x="52" y="412"/>
                </a:lnTo>
                <a:lnTo>
                  <a:pt x="50" y="412"/>
                </a:lnTo>
                <a:lnTo>
                  <a:pt x="48" y="411"/>
                </a:lnTo>
                <a:lnTo>
                  <a:pt x="47" y="411"/>
                </a:lnTo>
                <a:lnTo>
                  <a:pt x="44" y="411"/>
                </a:lnTo>
                <a:lnTo>
                  <a:pt x="42" y="411"/>
                </a:lnTo>
                <a:lnTo>
                  <a:pt x="41" y="411"/>
                </a:lnTo>
                <a:lnTo>
                  <a:pt x="41" y="410"/>
                </a:lnTo>
                <a:lnTo>
                  <a:pt x="40" y="410"/>
                </a:lnTo>
                <a:lnTo>
                  <a:pt x="39" y="409"/>
                </a:lnTo>
                <a:lnTo>
                  <a:pt x="38" y="410"/>
                </a:lnTo>
                <a:lnTo>
                  <a:pt x="37" y="410"/>
                </a:lnTo>
                <a:lnTo>
                  <a:pt x="35" y="411"/>
                </a:lnTo>
                <a:lnTo>
                  <a:pt x="35" y="412"/>
                </a:lnTo>
                <a:lnTo>
                  <a:pt x="33" y="412"/>
                </a:lnTo>
                <a:lnTo>
                  <a:pt x="29" y="412"/>
                </a:lnTo>
                <a:lnTo>
                  <a:pt x="28" y="412"/>
                </a:lnTo>
                <a:lnTo>
                  <a:pt x="26" y="411"/>
                </a:lnTo>
                <a:lnTo>
                  <a:pt x="26" y="409"/>
                </a:lnTo>
                <a:lnTo>
                  <a:pt x="24" y="406"/>
                </a:lnTo>
                <a:lnTo>
                  <a:pt x="23" y="407"/>
                </a:lnTo>
                <a:lnTo>
                  <a:pt x="19" y="408"/>
                </a:lnTo>
                <a:lnTo>
                  <a:pt x="14" y="411"/>
                </a:lnTo>
                <a:lnTo>
                  <a:pt x="14" y="412"/>
                </a:lnTo>
                <a:lnTo>
                  <a:pt x="13" y="412"/>
                </a:lnTo>
                <a:lnTo>
                  <a:pt x="11" y="412"/>
                </a:lnTo>
                <a:lnTo>
                  <a:pt x="10" y="412"/>
                </a:lnTo>
                <a:lnTo>
                  <a:pt x="5" y="413"/>
                </a:lnTo>
                <a:lnTo>
                  <a:pt x="4" y="413"/>
                </a:lnTo>
                <a:lnTo>
                  <a:pt x="2" y="413"/>
                </a:lnTo>
                <a:lnTo>
                  <a:pt x="0" y="411"/>
                </a:lnTo>
                <a:lnTo>
                  <a:pt x="0" y="410"/>
                </a:lnTo>
                <a:lnTo>
                  <a:pt x="3" y="407"/>
                </a:lnTo>
                <a:lnTo>
                  <a:pt x="6" y="406"/>
                </a:lnTo>
                <a:lnTo>
                  <a:pt x="7" y="406"/>
                </a:lnTo>
                <a:lnTo>
                  <a:pt x="8" y="406"/>
                </a:lnTo>
                <a:lnTo>
                  <a:pt x="8" y="407"/>
                </a:lnTo>
                <a:lnTo>
                  <a:pt x="9" y="407"/>
                </a:lnTo>
                <a:lnTo>
                  <a:pt x="10" y="406"/>
                </a:lnTo>
                <a:lnTo>
                  <a:pt x="12" y="405"/>
                </a:lnTo>
                <a:lnTo>
                  <a:pt x="13" y="404"/>
                </a:lnTo>
                <a:lnTo>
                  <a:pt x="14" y="403"/>
                </a:lnTo>
                <a:lnTo>
                  <a:pt x="17" y="403"/>
                </a:lnTo>
                <a:lnTo>
                  <a:pt x="18" y="403"/>
                </a:lnTo>
                <a:lnTo>
                  <a:pt x="20" y="402"/>
                </a:lnTo>
                <a:lnTo>
                  <a:pt x="20" y="398"/>
                </a:lnTo>
                <a:lnTo>
                  <a:pt x="22" y="393"/>
                </a:lnTo>
                <a:lnTo>
                  <a:pt x="23" y="393"/>
                </a:lnTo>
                <a:lnTo>
                  <a:pt x="24" y="392"/>
                </a:lnTo>
                <a:lnTo>
                  <a:pt x="35" y="392"/>
                </a:lnTo>
                <a:lnTo>
                  <a:pt x="53" y="391"/>
                </a:lnTo>
                <a:lnTo>
                  <a:pt x="76" y="388"/>
                </a:lnTo>
                <a:lnTo>
                  <a:pt x="84" y="387"/>
                </a:lnTo>
                <a:lnTo>
                  <a:pt x="89" y="384"/>
                </a:lnTo>
                <a:lnTo>
                  <a:pt x="94" y="382"/>
                </a:lnTo>
                <a:lnTo>
                  <a:pt x="100" y="382"/>
                </a:lnTo>
                <a:lnTo>
                  <a:pt x="103" y="380"/>
                </a:lnTo>
                <a:lnTo>
                  <a:pt x="116" y="379"/>
                </a:lnTo>
                <a:lnTo>
                  <a:pt x="119" y="379"/>
                </a:lnTo>
                <a:lnTo>
                  <a:pt x="121" y="378"/>
                </a:lnTo>
                <a:lnTo>
                  <a:pt x="130" y="371"/>
                </a:lnTo>
                <a:lnTo>
                  <a:pt x="141" y="363"/>
                </a:lnTo>
                <a:lnTo>
                  <a:pt x="143" y="361"/>
                </a:lnTo>
                <a:lnTo>
                  <a:pt x="148" y="360"/>
                </a:lnTo>
                <a:lnTo>
                  <a:pt x="153" y="360"/>
                </a:lnTo>
                <a:lnTo>
                  <a:pt x="157" y="357"/>
                </a:lnTo>
                <a:lnTo>
                  <a:pt x="168" y="353"/>
                </a:lnTo>
                <a:lnTo>
                  <a:pt x="173" y="351"/>
                </a:lnTo>
                <a:lnTo>
                  <a:pt x="174" y="351"/>
                </a:lnTo>
                <a:lnTo>
                  <a:pt x="177" y="352"/>
                </a:lnTo>
                <a:lnTo>
                  <a:pt x="187" y="354"/>
                </a:lnTo>
                <a:lnTo>
                  <a:pt x="190" y="353"/>
                </a:lnTo>
                <a:lnTo>
                  <a:pt x="195" y="353"/>
                </a:lnTo>
                <a:lnTo>
                  <a:pt x="206" y="353"/>
                </a:lnTo>
                <a:lnTo>
                  <a:pt x="208" y="353"/>
                </a:lnTo>
                <a:lnTo>
                  <a:pt x="211" y="352"/>
                </a:lnTo>
                <a:lnTo>
                  <a:pt x="213" y="350"/>
                </a:lnTo>
                <a:lnTo>
                  <a:pt x="213" y="342"/>
                </a:lnTo>
                <a:lnTo>
                  <a:pt x="214" y="337"/>
                </a:lnTo>
                <a:lnTo>
                  <a:pt x="215" y="337"/>
                </a:lnTo>
                <a:lnTo>
                  <a:pt x="216" y="337"/>
                </a:lnTo>
                <a:lnTo>
                  <a:pt x="217" y="337"/>
                </a:lnTo>
                <a:lnTo>
                  <a:pt x="219" y="337"/>
                </a:lnTo>
                <a:lnTo>
                  <a:pt x="219" y="338"/>
                </a:lnTo>
                <a:lnTo>
                  <a:pt x="220" y="338"/>
                </a:lnTo>
                <a:lnTo>
                  <a:pt x="220" y="339"/>
                </a:lnTo>
                <a:lnTo>
                  <a:pt x="221" y="339"/>
                </a:lnTo>
                <a:lnTo>
                  <a:pt x="222" y="338"/>
                </a:lnTo>
                <a:lnTo>
                  <a:pt x="223" y="338"/>
                </a:lnTo>
                <a:lnTo>
                  <a:pt x="224" y="337"/>
                </a:lnTo>
                <a:lnTo>
                  <a:pt x="226" y="336"/>
                </a:lnTo>
                <a:lnTo>
                  <a:pt x="229" y="335"/>
                </a:lnTo>
                <a:lnTo>
                  <a:pt x="231" y="334"/>
                </a:lnTo>
                <a:lnTo>
                  <a:pt x="233" y="333"/>
                </a:lnTo>
                <a:lnTo>
                  <a:pt x="235" y="333"/>
                </a:lnTo>
                <a:lnTo>
                  <a:pt x="235" y="334"/>
                </a:lnTo>
                <a:lnTo>
                  <a:pt x="236" y="334"/>
                </a:lnTo>
                <a:lnTo>
                  <a:pt x="238" y="334"/>
                </a:lnTo>
                <a:lnTo>
                  <a:pt x="238" y="333"/>
                </a:lnTo>
                <a:lnTo>
                  <a:pt x="238" y="331"/>
                </a:lnTo>
                <a:lnTo>
                  <a:pt x="238" y="330"/>
                </a:lnTo>
                <a:lnTo>
                  <a:pt x="238" y="329"/>
                </a:lnTo>
                <a:lnTo>
                  <a:pt x="238" y="328"/>
                </a:lnTo>
                <a:lnTo>
                  <a:pt x="240" y="325"/>
                </a:lnTo>
                <a:lnTo>
                  <a:pt x="241" y="323"/>
                </a:lnTo>
                <a:lnTo>
                  <a:pt x="242" y="322"/>
                </a:lnTo>
                <a:lnTo>
                  <a:pt x="243" y="321"/>
                </a:lnTo>
                <a:lnTo>
                  <a:pt x="243" y="320"/>
                </a:lnTo>
                <a:lnTo>
                  <a:pt x="243" y="318"/>
                </a:lnTo>
                <a:lnTo>
                  <a:pt x="243" y="315"/>
                </a:lnTo>
                <a:lnTo>
                  <a:pt x="243" y="313"/>
                </a:lnTo>
                <a:lnTo>
                  <a:pt x="242" y="312"/>
                </a:lnTo>
                <a:lnTo>
                  <a:pt x="241" y="310"/>
                </a:lnTo>
                <a:lnTo>
                  <a:pt x="241" y="309"/>
                </a:lnTo>
                <a:lnTo>
                  <a:pt x="242" y="308"/>
                </a:lnTo>
                <a:lnTo>
                  <a:pt x="242" y="306"/>
                </a:lnTo>
                <a:lnTo>
                  <a:pt x="242" y="304"/>
                </a:lnTo>
                <a:lnTo>
                  <a:pt x="242" y="302"/>
                </a:lnTo>
                <a:lnTo>
                  <a:pt x="242" y="301"/>
                </a:lnTo>
                <a:lnTo>
                  <a:pt x="242" y="300"/>
                </a:lnTo>
                <a:lnTo>
                  <a:pt x="243" y="299"/>
                </a:lnTo>
                <a:lnTo>
                  <a:pt x="244" y="299"/>
                </a:lnTo>
                <a:lnTo>
                  <a:pt x="244" y="298"/>
                </a:lnTo>
                <a:lnTo>
                  <a:pt x="247" y="293"/>
                </a:lnTo>
                <a:lnTo>
                  <a:pt x="248" y="292"/>
                </a:lnTo>
                <a:lnTo>
                  <a:pt x="249" y="291"/>
                </a:lnTo>
                <a:lnTo>
                  <a:pt x="249" y="290"/>
                </a:lnTo>
                <a:lnTo>
                  <a:pt x="249" y="289"/>
                </a:lnTo>
                <a:lnTo>
                  <a:pt x="247" y="287"/>
                </a:lnTo>
                <a:lnTo>
                  <a:pt x="245" y="284"/>
                </a:lnTo>
                <a:lnTo>
                  <a:pt x="244" y="284"/>
                </a:lnTo>
                <a:lnTo>
                  <a:pt x="244" y="283"/>
                </a:lnTo>
                <a:lnTo>
                  <a:pt x="242" y="280"/>
                </a:lnTo>
                <a:lnTo>
                  <a:pt x="242" y="279"/>
                </a:lnTo>
                <a:lnTo>
                  <a:pt x="241" y="278"/>
                </a:lnTo>
                <a:lnTo>
                  <a:pt x="240" y="277"/>
                </a:lnTo>
                <a:lnTo>
                  <a:pt x="239" y="275"/>
                </a:lnTo>
                <a:lnTo>
                  <a:pt x="239" y="274"/>
                </a:lnTo>
                <a:lnTo>
                  <a:pt x="238" y="270"/>
                </a:lnTo>
                <a:lnTo>
                  <a:pt x="237" y="267"/>
                </a:lnTo>
                <a:lnTo>
                  <a:pt x="237" y="266"/>
                </a:lnTo>
                <a:lnTo>
                  <a:pt x="236" y="266"/>
                </a:lnTo>
                <a:lnTo>
                  <a:pt x="237" y="260"/>
                </a:lnTo>
                <a:lnTo>
                  <a:pt x="237" y="258"/>
                </a:lnTo>
                <a:lnTo>
                  <a:pt x="237" y="255"/>
                </a:lnTo>
                <a:lnTo>
                  <a:pt x="238" y="251"/>
                </a:lnTo>
                <a:lnTo>
                  <a:pt x="238" y="247"/>
                </a:lnTo>
                <a:lnTo>
                  <a:pt x="239" y="247"/>
                </a:lnTo>
                <a:lnTo>
                  <a:pt x="242" y="246"/>
                </a:lnTo>
                <a:lnTo>
                  <a:pt x="245" y="245"/>
                </a:lnTo>
                <a:lnTo>
                  <a:pt x="246" y="245"/>
                </a:lnTo>
                <a:lnTo>
                  <a:pt x="247" y="243"/>
                </a:lnTo>
                <a:lnTo>
                  <a:pt x="248" y="242"/>
                </a:lnTo>
                <a:lnTo>
                  <a:pt x="248" y="241"/>
                </a:lnTo>
                <a:lnTo>
                  <a:pt x="248" y="240"/>
                </a:lnTo>
                <a:lnTo>
                  <a:pt x="249" y="238"/>
                </a:lnTo>
                <a:lnTo>
                  <a:pt x="250" y="236"/>
                </a:lnTo>
                <a:lnTo>
                  <a:pt x="251" y="231"/>
                </a:lnTo>
                <a:lnTo>
                  <a:pt x="252" y="231"/>
                </a:lnTo>
                <a:lnTo>
                  <a:pt x="252" y="230"/>
                </a:lnTo>
                <a:lnTo>
                  <a:pt x="252" y="229"/>
                </a:lnTo>
                <a:lnTo>
                  <a:pt x="250" y="226"/>
                </a:lnTo>
                <a:lnTo>
                  <a:pt x="249" y="225"/>
                </a:lnTo>
                <a:lnTo>
                  <a:pt x="248" y="224"/>
                </a:lnTo>
                <a:lnTo>
                  <a:pt x="248" y="222"/>
                </a:lnTo>
                <a:lnTo>
                  <a:pt x="247" y="221"/>
                </a:lnTo>
                <a:lnTo>
                  <a:pt x="246" y="220"/>
                </a:lnTo>
                <a:lnTo>
                  <a:pt x="246" y="219"/>
                </a:lnTo>
                <a:lnTo>
                  <a:pt x="245" y="219"/>
                </a:lnTo>
                <a:lnTo>
                  <a:pt x="245" y="216"/>
                </a:lnTo>
                <a:lnTo>
                  <a:pt x="245" y="215"/>
                </a:lnTo>
                <a:lnTo>
                  <a:pt x="245" y="214"/>
                </a:lnTo>
                <a:lnTo>
                  <a:pt x="246" y="212"/>
                </a:lnTo>
                <a:lnTo>
                  <a:pt x="247" y="211"/>
                </a:lnTo>
                <a:lnTo>
                  <a:pt x="247" y="210"/>
                </a:lnTo>
                <a:lnTo>
                  <a:pt x="246" y="208"/>
                </a:lnTo>
                <a:lnTo>
                  <a:pt x="246" y="207"/>
                </a:lnTo>
                <a:lnTo>
                  <a:pt x="246" y="206"/>
                </a:lnTo>
                <a:lnTo>
                  <a:pt x="245" y="205"/>
                </a:lnTo>
                <a:lnTo>
                  <a:pt x="246" y="204"/>
                </a:lnTo>
                <a:lnTo>
                  <a:pt x="246" y="202"/>
                </a:lnTo>
                <a:lnTo>
                  <a:pt x="245" y="201"/>
                </a:lnTo>
                <a:lnTo>
                  <a:pt x="246" y="200"/>
                </a:lnTo>
                <a:lnTo>
                  <a:pt x="247" y="200"/>
                </a:lnTo>
                <a:lnTo>
                  <a:pt x="248" y="200"/>
                </a:lnTo>
                <a:lnTo>
                  <a:pt x="249" y="199"/>
                </a:lnTo>
                <a:lnTo>
                  <a:pt x="249" y="198"/>
                </a:lnTo>
                <a:lnTo>
                  <a:pt x="248" y="196"/>
                </a:lnTo>
                <a:lnTo>
                  <a:pt x="248" y="195"/>
                </a:lnTo>
                <a:lnTo>
                  <a:pt x="247" y="194"/>
                </a:lnTo>
                <a:lnTo>
                  <a:pt x="247" y="193"/>
                </a:lnTo>
                <a:lnTo>
                  <a:pt x="247" y="192"/>
                </a:lnTo>
                <a:lnTo>
                  <a:pt x="247" y="190"/>
                </a:lnTo>
                <a:lnTo>
                  <a:pt x="248" y="186"/>
                </a:lnTo>
                <a:lnTo>
                  <a:pt x="249" y="184"/>
                </a:lnTo>
                <a:lnTo>
                  <a:pt x="251" y="182"/>
                </a:lnTo>
                <a:lnTo>
                  <a:pt x="251" y="179"/>
                </a:lnTo>
                <a:lnTo>
                  <a:pt x="251" y="177"/>
                </a:lnTo>
                <a:lnTo>
                  <a:pt x="251" y="176"/>
                </a:lnTo>
                <a:lnTo>
                  <a:pt x="250" y="176"/>
                </a:lnTo>
                <a:lnTo>
                  <a:pt x="250" y="175"/>
                </a:lnTo>
                <a:lnTo>
                  <a:pt x="250" y="174"/>
                </a:lnTo>
                <a:lnTo>
                  <a:pt x="249" y="174"/>
                </a:lnTo>
                <a:lnTo>
                  <a:pt x="249" y="173"/>
                </a:lnTo>
                <a:lnTo>
                  <a:pt x="250" y="172"/>
                </a:lnTo>
                <a:lnTo>
                  <a:pt x="250" y="171"/>
                </a:lnTo>
                <a:lnTo>
                  <a:pt x="251" y="171"/>
                </a:lnTo>
                <a:lnTo>
                  <a:pt x="251" y="170"/>
                </a:lnTo>
                <a:lnTo>
                  <a:pt x="252" y="170"/>
                </a:lnTo>
                <a:lnTo>
                  <a:pt x="253" y="170"/>
                </a:lnTo>
                <a:lnTo>
                  <a:pt x="253" y="168"/>
                </a:lnTo>
                <a:lnTo>
                  <a:pt x="252" y="166"/>
                </a:lnTo>
                <a:lnTo>
                  <a:pt x="251" y="165"/>
                </a:lnTo>
                <a:lnTo>
                  <a:pt x="250" y="164"/>
                </a:lnTo>
                <a:lnTo>
                  <a:pt x="250" y="162"/>
                </a:lnTo>
                <a:lnTo>
                  <a:pt x="249" y="161"/>
                </a:lnTo>
                <a:lnTo>
                  <a:pt x="249" y="160"/>
                </a:lnTo>
                <a:lnTo>
                  <a:pt x="249" y="159"/>
                </a:lnTo>
                <a:lnTo>
                  <a:pt x="249" y="158"/>
                </a:lnTo>
                <a:lnTo>
                  <a:pt x="250" y="156"/>
                </a:lnTo>
                <a:lnTo>
                  <a:pt x="250" y="155"/>
                </a:lnTo>
                <a:lnTo>
                  <a:pt x="251" y="155"/>
                </a:lnTo>
                <a:lnTo>
                  <a:pt x="252" y="155"/>
                </a:lnTo>
                <a:lnTo>
                  <a:pt x="253" y="154"/>
                </a:lnTo>
                <a:lnTo>
                  <a:pt x="253" y="153"/>
                </a:lnTo>
                <a:lnTo>
                  <a:pt x="252" y="153"/>
                </a:lnTo>
                <a:lnTo>
                  <a:pt x="252" y="152"/>
                </a:lnTo>
                <a:lnTo>
                  <a:pt x="252" y="151"/>
                </a:lnTo>
                <a:lnTo>
                  <a:pt x="253" y="151"/>
                </a:lnTo>
                <a:lnTo>
                  <a:pt x="254" y="150"/>
                </a:lnTo>
                <a:lnTo>
                  <a:pt x="255" y="148"/>
                </a:lnTo>
                <a:lnTo>
                  <a:pt x="256" y="147"/>
                </a:lnTo>
                <a:lnTo>
                  <a:pt x="256" y="146"/>
                </a:lnTo>
                <a:lnTo>
                  <a:pt x="255" y="145"/>
                </a:lnTo>
                <a:lnTo>
                  <a:pt x="255" y="144"/>
                </a:lnTo>
                <a:lnTo>
                  <a:pt x="254" y="144"/>
                </a:lnTo>
                <a:lnTo>
                  <a:pt x="254" y="143"/>
                </a:lnTo>
                <a:lnTo>
                  <a:pt x="257" y="139"/>
                </a:lnTo>
                <a:lnTo>
                  <a:pt x="258" y="137"/>
                </a:lnTo>
                <a:lnTo>
                  <a:pt x="258" y="136"/>
                </a:lnTo>
                <a:lnTo>
                  <a:pt x="257" y="136"/>
                </a:lnTo>
                <a:lnTo>
                  <a:pt x="257" y="135"/>
                </a:lnTo>
                <a:lnTo>
                  <a:pt x="257" y="134"/>
                </a:lnTo>
                <a:lnTo>
                  <a:pt x="257" y="133"/>
                </a:lnTo>
                <a:lnTo>
                  <a:pt x="257" y="132"/>
                </a:lnTo>
                <a:lnTo>
                  <a:pt x="257" y="131"/>
                </a:lnTo>
                <a:lnTo>
                  <a:pt x="257" y="130"/>
                </a:lnTo>
                <a:lnTo>
                  <a:pt x="256" y="129"/>
                </a:lnTo>
                <a:lnTo>
                  <a:pt x="256" y="127"/>
                </a:lnTo>
                <a:lnTo>
                  <a:pt x="257" y="127"/>
                </a:lnTo>
                <a:lnTo>
                  <a:pt x="258" y="126"/>
                </a:lnTo>
                <a:lnTo>
                  <a:pt x="262" y="124"/>
                </a:lnTo>
                <a:lnTo>
                  <a:pt x="262" y="123"/>
                </a:lnTo>
                <a:lnTo>
                  <a:pt x="263" y="120"/>
                </a:lnTo>
                <a:lnTo>
                  <a:pt x="264" y="120"/>
                </a:lnTo>
                <a:lnTo>
                  <a:pt x="268" y="115"/>
                </a:lnTo>
                <a:lnTo>
                  <a:pt x="269" y="114"/>
                </a:lnTo>
                <a:lnTo>
                  <a:pt x="270" y="113"/>
                </a:lnTo>
                <a:lnTo>
                  <a:pt x="271" y="113"/>
                </a:lnTo>
                <a:lnTo>
                  <a:pt x="272" y="111"/>
                </a:lnTo>
                <a:lnTo>
                  <a:pt x="272" y="110"/>
                </a:lnTo>
                <a:lnTo>
                  <a:pt x="272" y="109"/>
                </a:lnTo>
                <a:lnTo>
                  <a:pt x="271" y="109"/>
                </a:lnTo>
                <a:lnTo>
                  <a:pt x="270" y="109"/>
                </a:lnTo>
                <a:lnTo>
                  <a:pt x="269" y="109"/>
                </a:lnTo>
                <a:lnTo>
                  <a:pt x="267" y="105"/>
                </a:lnTo>
                <a:lnTo>
                  <a:pt x="267" y="104"/>
                </a:lnTo>
                <a:lnTo>
                  <a:pt x="270" y="100"/>
                </a:lnTo>
                <a:lnTo>
                  <a:pt x="271" y="99"/>
                </a:lnTo>
                <a:lnTo>
                  <a:pt x="272" y="99"/>
                </a:lnTo>
                <a:lnTo>
                  <a:pt x="272" y="98"/>
                </a:lnTo>
                <a:lnTo>
                  <a:pt x="272" y="97"/>
                </a:lnTo>
                <a:lnTo>
                  <a:pt x="272" y="96"/>
                </a:lnTo>
                <a:lnTo>
                  <a:pt x="272" y="95"/>
                </a:lnTo>
                <a:lnTo>
                  <a:pt x="273" y="95"/>
                </a:lnTo>
                <a:lnTo>
                  <a:pt x="274" y="95"/>
                </a:lnTo>
                <a:lnTo>
                  <a:pt x="275" y="94"/>
                </a:lnTo>
                <a:lnTo>
                  <a:pt x="275" y="93"/>
                </a:lnTo>
                <a:lnTo>
                  <a:pt x="276" y="93"/>
                </a:lnTo>
                <a:lnTo>
                  <a:pt x="276" y="92"/>
                </a:lnTo>
                <a:lnTo>
                  <a:pt x="277" y="91"/>
                </a:lnTo>
                <a:lnTo>
                  <a:pt x="278" y="91"/>
                </a:lnTo>
                <a:lnTo>
                  <a:pt x="279" y="91"/>
                </a:lnTo>
                <a:lnTo>
                  <a:pt x="281" y="90"/>
                </a:lnTo>
                <a:lnTo>
                  <a:pt x="281" y="89"/>
                </a:lnTo>
                <a:lnTo>
                  <a:pt x="281" y="88"/>
                </a:lnTo>
                <a:lnTo>
                  <a:pt x="281" y="87"/>
                </a:lnTo>
                <a:lnTo>
                  <a:pt x="282" y="86"/>
                </a:lnTo>
                <a:lnTo>
                  <a:pt x="282" y="85"/>
                </a:lnTo>
                <a:lnTo>
                  <a:pt x="284" y="83"/>
                </a:lnTo>
                <a:lnTo>
                  <a:pt x="285" y="82"/>
                </a:lnTo>
                <a:lnTo>
                  <a:pt x="285" y="80"/>
                </a:lnTo>
                <a:lnTo>
                  <a:pt x="285" y="79"/>
                </a:lnTo>
                <a:lnTo>
                  <a:pt x="285" y="78"/>
                </a:lnTo>
                <a:lnTo>
                  <a:pt x="284" y="77"/>
                </a:lnTo>
                <a:lnTo>
                  <a:pt x="283" y="77"/>
                </a:lnTo>
                <a:lnTo>
                  <a:pt x="284" y="76"/>
                </a:lnTo>
                <a:lnTo>
                  <a:pt x="284" y="75"/>
                </a:lnTo>
                <a:lnTo>
                  <a:pt x="285" y="74"/>
                </a:lnTo>
                <a:lnTo>
                  <a:pt x="284" y="73"/>
                </a:lnTo>
                <a:lnTo>
                  <a:pt x="285" y="71"/>
                </a:lnTo>
                <a:lnTo>
                  <a:pt x="285" y="68"/>
                </a:lnTo>
                <a:lnTo>
                  <a:pt x="285" y="67"/>
                </a:lnTo>
                <a:lnTo>
                  <a:pt x="286" y="67"/>
                </a:lnTo>
                <a:lnTo>
                  <a:pt x="286" y="66"/>
                </a:lnTo>
                <a:lnTo>
                  <a:pt x="287" y="65"/>
                </a:lnTo>
                <a:lnTo>
                  <a:pt x="286" y="65"/>
                </a:lnTo>
                <a:lnTo>
                  <a:pt x="287" y="63"/>
                </a:lnTo>
                <a:lnTo>
                  <a:pt x="288" y="62"/>
                </a:lnTo>
                <a:lnTo>
                  <a:pt x="289" y="60"/>
                </a:lnTo>
                <a:lnTo>
                  <a:pt x="289" y="58"/>
                </a:lnTo>
                <a:lnTo>
                  <a:pt x="289" y="57"/>
                </a:lnTo>
                <a:lnTo>
                  <a:pt x="290" y="56"/>
                </a:lnTo>
                <a:lnTo>
                  <a:pt x="291" y="56"/>
                </a:lnTo>
                <a:lnTo>
                  <a:pt x="291" y="55"/>
                </a:lnTo>
                <a:lnTo>
                  <a:pt x="292" y="53"/>
                </a:lnTo>
                <a:lnTo>
                  <a:pt x="294" y="50"/>
                </a:lnTo>
                <a:lnTo>
                  <a:pt x="295" y="49"/>
                </a:lnTo>
                <a:lnTo>
                  <a:pt x="296" y="49"/>
                </a:lnTo>
                <a:lnTo>
                  <a:pt x="297" y="49"/>
                </a:lnTo>
                <a:lnTo>
                  <a:pt x="298" y="49"/>
                </a:lnTo>
                <a:lnTo>
                  <a:pt x="298" y="50"/>
                </a:lnTo>
                <a:lnTo>
                  <a:pt x="300" y="51"/>
                </a:lnTo>
                <a:lnTo>
                  <a:pt x="301" y="52"/>
                </a:lnTo>
                <a:lnTo>
                  <a:pt x="302" y="52"/>
                </a:lnTo>
                <a:lnTo>
                  <a:pt x="302" y="53"/>
                </a:lnTo>
                <a:lnTo>
                  <a:pt x="303" y="54"/>
                </a:lnTo>
                <a:lnTo>
                  <a:pt x="305" y="54"/>
                </a:lnTo>
                <a:lnTo>
                  <a:pt x="306" y="53"/>
                </a:lnTo>
                <a:lnTo>
                  <a:pt x="307" y="53"/>
                </a:lnTo>
                <a:lnTo>
                  <a:pt x="308" y="53"/>
                </a:lnTo>
                <a:lnTo>
                  <a:pt x="311" y="54"/>
                </a:lnTo>
                <a:lnTo>
                  <a:pt x="314" y="53"/>
                </a:lnTo>
                <a:lnTo>
                  <a:pt x="316" y="52"/>
                </a:lnTo>
                <a:lnTo>
                  <a:pt x="317" y="49"/>
                </a:lnTo>
                <a:lnTo>
                  <a:pt x="317" y="43"/>
                </a:lnTo>
                <a:lnTo>
                  <a:pt x="316" y="43"/>
                </a:lnTo>
                <a:lnTo>
                  <a:pt x="316" y="42"/>
                </a:lnTo>
                <a:lnTo>
                  <a:pt x="315" y="42"/>
                </a:lnTo>
                <a:lnTo>
                  <a:pt x="315" y="41"/>
                </a:lnTo>
                <a:lnTo>
                  <a:pt x="315" y="39"/>
                </a:lnTo>
                <a:lnTo>
                  <a:pt x="315" y="38"/>
                </a:lnTo>
                <a:lnTo>
                  <a:pt x="316" y="38"/>
                </a:lnTo>
                <a:lnTo>
                  <a:pt x="316" y="36"/>
                </a:lnTo>
                <a:lnTo>
                  <a:pt x="316" y="35"/>
                </a:lnTo>
                <a:lnTo>
                  <a:pt x="316" y="34"/>
                </a:lnTo>
                <a:lnTo>
                  <a:pt x="315" y="32"/>
                </a:lnTo>
                <a:lnTo>
                  <a:pt x="315" y="31"/>
                </a:lnTo>
                <a:lnTo>
                  <a:pt x="315" y="29"/>
                </a:lnTo>
                <a:lnTo>
                  <a:pt x="314" y="28"/>
                </a:lnTo>
                <a:lnTo>
                  <a:pt x="314" y="27"/>
                </a:lnTo>
                <a:lnTo>
                  <a:pt x="314" y="26"/>
                </a:lnTo>
                <a:lnTo>
                  <a:pt x="315" y="25"/>
                </a:lnTo>
                <a:lnTo>
                  <a:pt x="316" y="24"/>
                </a:lnTo>
                <a:lnTo>
                  <a:pt x="317" y="24"/>
                </a:lnTo>
                <a:lnTo>
                  <a:pt x="318" y="24"/>
                </a:lnTo>
                <a:lnTo>
                  <a:pt x="319" y="24"/>
                </a:lnTo>
                <a:lnTo>
                  <a:pt x="321" y="24"/>
                </a:lnTo>
                <a:lnTo>
                  <a:pt x="321" y="23"/>
                </a:lnTo>
                <a:lnTo>
                  <a:pt x="325" y="23"/>
                </a:lnTo>
                <a:lnTo>
                  <a:pt x="326" y="23"/>
                </a:lnTo>
                <a:lnTo>
                  <a:pt x="327" y="23"/>
                </a:lnTo>
                <a:lnTo>
                  <a:pt x="329" y="22"/>
                </a:lnTo>
                <a:lnTo>
                  <a:pt x="333" y="22"/>
                </a:lnTo>
                <a:lnTo>
                  <a:pt x="338" y="22"/>
                </a:lnTo>
                <a:lnTo>
                  <a:pt x="339" y="22"/>
                </a:lnTo>
                <a:lnTo>
                  <a:pt x="340" y="22"/>
                </a:lnTo>
                <a:lnTo>
                  <a:pt x="341" y="22"/>
                </a:lnTo>
                <a:lnTo>
                  <a:pt x="342" y="22"/>
                </a:lnTo>
                <a:lnTo>
                  <a:pt x="343" y="22"/>
                </a:lnTo>
                <a:lnTo>
                  <a:pt x="346" y="23"/>
                </a:lnTo>
                <a:lnTo>
                  <a:pt x="346" y="24"/>
                </a:lnTo>
                <a:lnTo>
                  <a:pt x="348" y="24"/>
                </a:lnTo>
                <a:lnTo>
                  <a:pt x="350" y="25"/>
                </a:lnTo>
                <a:lnTo>
                  <a:pt x="351" y="24"/>
                </a:lnTo>
                <a:lnTo>
                  <a:pt x="353" y="19"/>
                </a:lnTo>
                <a:lnTo>
                  <a:pt x="358" y="12"/>
                </a:lnTo>
                <a:lnTo>
                  <a:pt x="361" y="9"/>
                </a:lnTo>
                <a:lnTo>
                  <a:pt x="365" y="3"/>
                </a:lnTo>
                <a:lnTo>
                  <a:pt x="368" y="4"/>
                </a:lnTo>
                <a:lnTo>
                  <a:pt x="369" y="5"/>
                </a:lnTo>
                <a:lnTo>
                  <a:pt x="370" y="5"/>
                </a:lnTo>
                <a:lnTo>
                  <a:pt x="370" y="6"/>
                </a:lnTo>
                <a:lnTo>
                  <a:pt x="371" y="7"/>
                </a:lnTo>
                <a:lnTo>
                  <a:pt x="375" y="7"/>
                </a:lnTo>
                <a:lnTo>
                  <a:pt x="376" y="7"/>
                </a:lnTo>
                <a:lnTo>
                  <a:pt x="377" y="7"/>
                </a:lnTo>
                <a:lnTo>
                  <a:pt x="378" y="6"/>
                </a:lnTo>
                <a:lnTo>
                  <a:pt x="378" y="5"/>
                </a:lnTo>
                <a:lnTo>
                  <a:pt x="379" y="5"/>
                </a:lnTo>
                <a:lnTo>
                  <a:pt x="381" y="4"/>
                </a:lnTo>
                <a:lnTo>
                  <a:pt x="385" y="2"/>
                </a:lnTo>
                <a:lnTo>
                  <a:pt x="385" y="1"/>
                </a:lnTo>
                <a:lnTo>
                  <a:pt x="387" y="0"/>
                </a:lnTo>
                <a:lnTo>
                  <a:pt x="388" y="0"/>
                </a:lnTo>
                <a:lnTo>
                  <a:pt x="388" y="2"/>
                </a:lnTo>
                <a:lnTo>
                  <a:pt x="388" y="3"/>
                </a:lnTo>
                <a:lnTo>
                  <a:pt x="389" y="3"/>
                </a:lnTo>
                <a:close/>
              </a:path>
            </a:pathLst>
          </a:custGeom>
          <a:solidFill>
            <a:srgbClr val="F6FBD3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5" name=""/>
          <p:cNvSpPr/>
          <p:nvPr/>
        </p:nvSpPr>
        <p:spPr>
          <a:xfrm>
            <a:off x="6541200" y="1347480"/>
            <a:ext cx="806760" cy="582840"/>
          </a:xfrm>
          <a:custGeom>
            <a:avLst/>
            <a:gdLst/>
            <a:ahLst/>
            <a:rect l="0" t="0" r="r" b="b"/>
            <a:pathLst>
              <a:path w="2241" h="1619">
                <a:moveTo>
                  <a:pt x="1311" y="56"/>
                </a:moveTo>
                <a:lnTo>
                  <a:pt x="1312" y="56"/>
                </a:lnTo>
                <a:lnTo>
                  <a:pt x="1313" y="56"/>
                </a:lnTo>
                <a:lnTo>
                  <a:pt x="1314" y="56"/>
                </a:lnTo>
                <a:lnTo>
                  <a:pt x="1314" y="57"/>
                </a:lnTo>
                <a:lnTo>
                  <a:pt x="1314" y="56"/>
                </a:lnTo>
                <a:lnTo>
                  <a:pt x="1315" y="56"/>
                </a:lnTo>
                <a:lnTo>
                  <a:pt x="1315" y="57"/>
                </a:lnTo>
                <a:lnTo>
                  <a:pt x="1316" y="57"/>
                </a:lnTo>
                <a:lnTo>
                  <a:pt x="1317" y="57"/>
                </a:lnTo>
                <a:lnTo>
                  <a:pt x="1317" y="58"/>
                </a:lnTo>
                <a:lnTo>
                  <a:pt x="1317" y="59"/>
                </a:lnTo>
                <a:lnTo>
                  <a:pt x="1318" y="59"/>
                </a:lnTo>
                <a:lnTo>
                  <a:pt x="1319" y="59"/>
                </a:lnTo>
                <a:lnTo>
                  <a:pt x="1320" y="59"/>
                </a:lnTo>
                <a:lnTo>
                  <a:pt x="1320" y="58"/>
                </a:lnTo>
                <a:lnTo>
                  <a:pt x="1321" y="58"/>
                </a:lnTo>
                <a:lnTo>
                  <a:pt x="1322" y="58"/>
                </a:lnTo>
                <a:lnTo>
                  <a:pt x="1323" y="59"/>
                </a:lnTo>
                <a:lnTo>
                  <a:pt x="1324" y="59"/>
                </a:lnTo>
                <a:lnTo>
                  <a:pt x="1325" y="59"/>
                </a:lnTo>
                <a:lnTo>
                  <a:pt x="1326" y="60"/>
                </a:lnTo>
                <a:lnTo>
                  <a:pt x="1327" y="60"/>
                </a:lnTo>
                <a:lnTo>
                  <a:pt x="1328" y="60"/>
                </a:lnTo>
                <a:lnTo>
                  <a:pt x="1328" y="59"/>
                </a:lnTo>
                <a:lnTo>
                  <a:pt x="1329" y="59"/>
                </a:lnTo>
                <a:lnTo>
                  <a:pt x="1329" y="60"/>
                </a:lnTo>
                <a:lnTo>
                  <a:pt x="1330" y="60"/>
                </a:lnTo>
                <a:lnTo>
                  <a:pt x="1330" y="59"/>
                </a:lnTo>
                <a:lnTo>
                  <a:pt x="1330" y="60"/>
                </a:lnTo>
                <a:lnTo>
                  <a:pt x="1330" y="59"/>
                </a:lnTo>
                <a:lnTo>
                  <a:pt x="1330" y="60"/>
                </a:lnTo>
                <a:lnTo>
                  <a:pt x="1331" y="60"/>
                </a:lnTo>
                <a:lnTo>
                  <a:pt x="1332" y="60"/>
                </a:lnTo>
                <a:lnTo>
                  <a:pt x="1332" y="61"/>
                </a:lnTo>
                <a:lnTo>
                  <a:pt x="1333" y="61"/>
                </a:lnTo>
                <a:lnTo>
                  <a:pt x="1333" y="62"/>
                </a:lnTo>
                <a:lnTo>
                  <a:pt x="1334" y="62"/>
                </a:lnTo>
                <a:lnTo>
                  <a:pt x="1335" y="62"/>
                </a:lnTo>
                <a:lnTo>
                  <a:pt x="1338" y="61"/>
                </a:lnTo>
                <a:lnTo>
                  <a:pt x="1340" y="61"/>
                </a:lnTo>
                <a:lnTo>
                  <a:pt x="1341" y="61"/>
                </a:lnTo>
                <a:lnTo>
                  <a:pt x="1341" y="63"/>
                </a:lnTo>
                <a:lnTo>
                  <a:pt x="1342" y="63"/>
                </a:lnTo>
                <a:lnTo>
                  <a:pt x="1344" y="64"/>
                </a:lnTo>
                <a:lnTo>
                  <a:pt x="1346" y="65"/>
                </a:lnTo>
                <a:lnTo>
                  <a:pt x="1347" y="65"/>
                </a:lnTo>
                <a:lnTo>
                  <a:pt x="1348" y="67"/>
                </a:lnTo>
                <a:lnTo>
                  <a:pt x="1350" y="67"/>
                </a:lnTo>
                <a:lnTo>
                  <a:pt x="1351" y="67"/>
                </a:lnTo>
                <a:lnTo>
                  <a:pt x="1352" y="69"/>
                </a:lnTo>
                <a:lnTo>
                  <a:pt x="1354" y="69"/>
                </a:lnTo>
                <a:lnTo>
                  <a:pt x="1355" y="70"/>
                </a:lnTo>
                <a:lnTo>
                  <a:pt x="1356" y="70"/>
                </a:lnTo>
                <a:lnTo>
                  <a:pt x="1356" y="69"/>
                </a:lnTo>
                <a:lnTo>
                  <a:pt x="1356" y="68"/>
                </a:lnTo>
                <a:lnTo>
                  <a:pt x="1359" y="68"/>
                </a:lnTo>
                <a:lnTo>
                  <a:pt x="1361" y="67"/>
                </a:lnTo>
                <a:lnTo>
                  <a:pt x="1361" y="68"/>
                </a:lnTo>
                <a:lnTo>
                  <a:pt x="1362" y="69"/>
                </a:lnTo>
                <a:lnTo>
                  <a:pt x="1362" y="70"/>
                </a:lnTo>
                <a:lnTo>
                  <a:pt x="1363" y="72"/>
                </a:lnTo>
                <a:lnTo>
                  <a:pt x="1364" y="73"/>
                </a:lnTo>
                <a:lnTo>
                  <a:pt x="1365" y="73"/>
                </a:lnTo>
                <a:lnTo>
                  <a:pt x="1367" y="72"/>
                </a:lnTo>
                <a:lnTo>
                  <a:pt x="1368" y="73"/>
                </a:lnTo>
                <a:lnTo>
                  <a:pt x="1369" y="74"/>
                </a:lnTo>
                <a:lnTo>
                  <a:pt x="1369" y="73"/>
                </a:lnTo>
                <a:lnTo>
                  <a:pt x="1370" y="74"/>
                </a:lnTo>
                <a:lnTo>
                  <a:pt x="1370" y="75"/>
                </a:lnTo>
                <a:lnTo>
                  <a:pt x="1371" y="75"/>
                </a:lnTo>
                <a:lnTo>
                  <a:pt x="1371" y="76"/>
                </a:lnTo>
                <a:lnTo>
                  <a:pt x="1372" y="76"/>
                </a:lnTo>
                <a:lnTo>
                  <a:pt x="1372" y="78"/>
                </a:lnTo>
                <a:lnTo>
                  <a:pt x="1372" y="79"/>
                </a:lnTo>
                <a:lnTo>
                  <a:pt x="1373" y="79"/>
                </a:lnTo>
                <a:lnTo>
                  <a:pt x="1374" y="79"/>
                </a:lnTo>
                <a:lnTo>
                  <a:pt x="1375" y="79"/>
                </a:lnTo>
                <a:lnTo>
                  <a:pt x="1375" y="80"/>
                </a:lnTo>
                <a:lnTo>
                  <a:pt x="1375" y="81"/>
                </a:lnTo>
                <a:lnTo>
                  <a:pt x="1376" y="81"/>
                </a:lnTo>
                <a:lnTo>
                  <a:pt x="1377" y="81"/>
                </a:lnTo>
                <a:lnTo>
                  <a:pt x="1378" y="81"/>
                </a:lnTo>
                <a:lnTo>
                  <a:pt x="1378" y="80"/>
                </a:lnTo>
                <a:lnTo>
                  <a:pt x="1379" y="80"/>
                </a:lnTo>
                <a:lnTo>
                  <a:pt x="1379" y="81"/>
                </a:lnTo>
                <a:lnTo>
                  <a:pt x="1379" y="82"/>
                </a:lnTo>
                <a:lnTo>
                  <a:pt x="1380" y="82"/>
                </a:lnTo>
                <a:lnTo>
                  <a:pt x="1380" y="83"/>
                </a:lnTo>
                <a:lnTo>
                  <a:pt x="1380" y="84"/>
                </a:lnTo>
                <a:lnTo>
                  <a:pt x="1380" y="85"/>
                </a:lnTo>
                <a:lnTo>
                  <a:pt x="1381" y="85"/>
                </a:lnTo>
                <a:lnTo>
                  <a:pt x="1382" y="85"/>
                </a:lnTo>
                <a:lnTo>
                  <a:pt x="1382" y="86"/>
                </a:lnTo>
                <a:lnTo>
                  <a:pt x="1382" y="87"/>
                </a:lnTo>
                <a:lnTo>
                  <a:pt x="1382" y="88"/>
                </a:lnTo>
                <a:lnTo>
                  <a:pt x="1382" y="89"/>
                </a:lnTo>
                <a:lnTo>
                  <a:pt x="1383" y="89"/>
                </a:lnTo>
                <a:lnTo>
                  <a:pt x="1384" y="89"/>
                </a:lnTo>
                <a:lnTo>
                  <a:pt x="1384" y="90"/>
                </a:lnTo>
                <a:lnTo>
                  <a:pt x="1385" y="90"/>
                </a:lnTo>
                <a:lnTo>
                  <a:pt x="1386" y="90"/>
                </a:lnTo>
                <a:lnTo>
                  <a:pt x="1387" y="90"/>
                </a:lnTo>
                <a:lnTo>
                  <a:pt x="1388" y="91"/>
                </a:lnTo>
                <a:lnTo>
                  <a:pt x="1389" y="91"/>
                </a:lnTo>
                <a:lnTo>
                  <a:pt x="1390" y="91"/>
                </a:lnTo>
                <a:lnTo>
                  <a:pt x="1391" y="92"/>
                </a:lnTo>
                <a:lnTo>
                  <a:pt x="1392" y="93"/>
                </a:lnTo>
                <a:lnTo>
                  <a:pt x="1392" y="94"/>
                </a:lnTo>
                <a:lnTo>
                  <a:pt x="1393" y="94"/>
                </a:lnTo>
                <a:lnTo>
                  <a:pt x="1393" y="95"/>
                </a:lnTo>
                <a:lnTo>
                  <a:pt x="1394" y="95"/>
                </a:lnTo>
                <a:lnTo>
                  <a:pt x="1395" y="95"/>
                </a:lnTo>
                <a:lnTo>
                  <a:pt x="1395" y="96"/>
                </a:lnTo>
                <a:lnTo>
                  <a:pt x="1396" y="96"/>
                </a:lnTo>
                <a:lnTo>
                  <a:pt x="1397" y="96"/>
                </a:lnTo>
                <a:lnTo>
                  <a:pt x="1397" y="97"/>
                </a:lnTo>
                <a:lnTo>
                  <a:pt x="1397" y="98"/>
                </a:lnTo>
                <a:lnTo>
                  <a:pt x="1398" y="98"/>
                </a:lnTo>
                <a:lnTo>
                  <a:pt x="1399" y="98"/>
                </a:lnTo>
                <a:lnTo>
                  <a:pt x="1399" y="99"/>
                </a:lnTo>
                <a:lnTo>
                  <a:pt x="1400" y="99"/>
                </a:lnTo>
                <a:lnTo>
                  <a:pt x="1401" y="99"/>
                </a:lnTo>
                <a:lnTo>
                  <a:pt x="1401" y="100"/>
                </a:lnTo>
                <a:lnTo>
                  <a:pt x="1402" y="100"/>
                </a:lnTo>
                <a:lnTo>
                  <a:pt x="1402" y="101"/>
                </a:lnTo>
                <a:lnTo>
                  <a:pt x="1403" y="100"/>
                </a:lnTo>
                <a:lnTo>
                  <a:pt x="1403" y="101"/>
                </a:lnTo>
                <a:lnTo>
                  <a:pt x="1404" y="101"/>
                </a:lnTo>
                <a:lnTo>
                  <a:pt x="1405" y="101"/>
                </a:lnTo>
                <a:lnTo>
                  <a:pt x="1405" y="102"/>
                </a:lnTo>
                <a:lnTo>
                  <a:pt x="1405" y="103"/>
                </a:lnTo>
                <a:lnTo>
                  <a:pt x="1406" y="103"/>
                </a:lnTo>
                <a:lnTo>
                  <a:pt x="1407" y="103"/>
                </a:lnTo>
                <a:lnTo>
                  <a:pt x="1407" y="104"/>
                </a:lnTo>
                <a:lnTo>
                  <a:pt x="1408" y="104"/>
                </a:lnTo>
                <a:lnTo>
                  <a:pt x="1408" y="105"/>
                </a:lnTo>
                <a:lnTo>
                  <a:pt x="1409" y="105"/>
                </a:lnTo>
                <a:lnTo>
                  <a:pt x="1410" y="105"/>
                </a:lnTo>
                <a:lnTo>
                  <a:pt x="1410" y="106"/>
                </a:lnTo>
                <a:lnTo>
                  <a:pt x="1411" y="106"/>
                </a:lnTo>
                <a:lnTo>
                  <a:pt x="1411" y="107"/>
                </a:lnTo>
                <a:lnTo>
                  <a:pt x="1411" y="108"/>
                </a:lnTo>
                <a:lnTo>
                  <a:pt x="1411" y="109"/>
                </a:lnTo>
                <a:lnTo>
                  <a:pt x="1411" y="110"/>
                </a:lnTo>
                <a:lnTo>
                  <a:pt x="1410" y="110"/>
                </a:lnTo>
                <a:lnTo>
                  <a:pt x="1410" y="111"/>
                </a:lnTo>
                <a:lnTo>
                  <a:pt x="1410" y="113"/>
                </a:lnTo>
                <a:lnTo>
                  <a:pt x="1411" y="113"/>
                </a:lnTo>
                <a:lnTo>
                  <a:pt x="1411" y="114"/>
                </a:lnTo>
                <a:lnTo>
                  <a:pt x="1412" y="114"/>
                </a:lnTo>
                <a:lnTo>
                  <a:pt x="1414" y="114"/>
                </a:lnTo>
                <a:lnTo>
                  <a:pt x="1415" y="115"/>
                </a:lnTo>
                <a:lnTo>
                  <a:pt x="1416" y="115"/>
                </a:lnTo>
                <a:lnTo>
                  <a:pt x="1417" y="115"/>
                </a:lnTo>
                <a:lnTo>
                  <a:pt x="1418" y="115"/>
                </a:lnTo>
                <a:lnTo>
                  <a:pt x="1418" y="116"/>
                </a:lnTo>
                <a:lnTo>
                  <a:pt x="1418" y="117"/>
                </a:lnTo>
                <a:lnTo>
                  <a:pt x="1419" y="117"/>
                </a:lnTo>
                <a:lnTo>
                  <a:pt x="1420" y="117"/>
                </a:lnTo>
                <a:lnTo>
                  <a:pt x="1421" y="117"/>
                </a:lnTo>
                <a:lnTo>
                  <a:pt x="1421" y="118"/>
                </a:lnTo>
                <a:lnTo>
                  <a:pt x="1421" y="119"/>
                </a:lnTo>
                <a:lnTo>
                  <a:pt x="1422" y="119"/>
                </a:lnTo>
                <a:lnTo>
                  <a:pt x="1422" y="120"/>
                </a:lnTo>
                <a:lnTo>
                  <a:pt x="1423" y="120"/>
                </a:lnTo>
                <a:lnTo>
                  <a:pt x="1424" y="121"/>
                </a:lnTo>
                <a:lnTo>
                  <a:pt x="1425" y="121"/>
                </a:lnTo>
                <a:lnTo>
                  <a:pt x="1426" y="121"/>
                </a:lnTo>
                <a:lnTo>
                  <a:pt x="1427" y="121"/>
                </a:lnTo>
                <a:lnTo>
                  <a:pt x="1428" y="121"/>
                </a:lnTo>
                <a:lnTo>
                  <a:pt x="1428" y="122"/>
                </a:lnTo>
                <a:lnTo>
                  <a:pt x="1429" y="122"/>
                </a:lnTo>
                <a:lnTo>
                  <a:pt x="1430" y="122"/>
                </a:lnTo>
                <a:lnTo>
                  <a:pt x="1430" y="121"/>
                </a:lnTo>
                <a:lnTo>
                  <a:pt x="1430" y="122"/>
                </a:lnTo>
                <a:lnTo>
                  <a:pt x="1431" y="122"/>
                </a:lnTo>
                <a:lnTo>
                  <a:pt x="1431" y="123"/>
                </a:lnTo>
                <a:lnTo>
                  <a:pt x="1432" y="123"/>
                </a:lnTo>
                <a:lnTo>
                  <a:pt x="1432" y="124"/>
                </a:lnTo>
                <a:lnTo>
                  <a:pt x="1433" y="124"/>
                </a:lnTo>
                <a:lnTo>
                  <a:pt x="1433" y="125"/>
                </a:lnTo>
                <a:lnTo>
                  <a:pt x="1434" y="125"/>
                </a:lnTo>
                <a:lnTo>
                  <a:pt x="1434" y="126"/>
                </a:lnTo>
                <a:lnTo>
                  <a:pt x="1435" y="126"/>
                </a:lnTo>
                <a:lnTo>
                  <a:pt x="1436" y="125"/>
                </a:lnTo>
                <a:lnTo>
                  <a:pt x="1436" y="126"/>
                </a:lnTo>
                <a:lnTo>
                  <a:pt x="1437" y="126"/>
                </a:lnTo>
                <a:lnTo>
                  <a:pt x="1437" y="127"/>
                </a:lnTo>
                <a:lnTo>
                  <a:pt x="1437" y="128"/>
                </a:lnTo>
                <a:lnTo>
                  <a:pt x="1438" y="128"/>
                </a:lnTo>
                <a:lnTo>
                  <a:pt x="1438" y="129"/>
                </a:lnTo>
                <a:lnTo>
                  <a:pt x="1439" y="130"/>
                </a:lnTo>
                <a:lnTo>
                  <a:pt x="1440" y="130"/>
                </a:lnTo>
                <a:lnTo>
                  <a:pt x="1440" y="131"/>
                </a:lnTo>
                <a:lnTo>
                  <a:pt x="1441" y="131"/>
                </a:lnTo>
                <a:lnTo>
                  <a:pt x="1442" y="131"/>
                </a:lnTo>
                <a:lnTo>
                  <a:pt x="1442" y="132"/>
                </a:lnTo>
                <a:lnTo>
                  <a:pt x="1443" y="132"/>
                </a:lnTo>
                <a:lnTo>
                  <a:pt x="1443" y="133"/>
                </a:lnTo>
                <a:lnTo>
                  <a:pt x="1444" y="133"/>
                </a:lnTo>
                <a:lnTo>
                  <a:pt x="1444" y="134"/>
                </a:lnTo>
                <a:lnTo>
                  <a:pt x="1445" y="134"/>
                </a:lnTo>
                <a:lnTo>
                  <a:pt x="1445" y="135"/>
                </a:lnTo>
                <a:lnTo>
                  <a:pt x="1446" y="135"/>
                </a:lnTo>
                <a:lnTo>
                  <a:pt x="1447" y="135"/>
                </a:lnTo>
                <a:lnTo>
                  <a:pt x="1447" y="134"/>
                </a:lnTo>
                <a:lnTo>
                  <a:pt x="1447" y="135"/>
                </a:lnTo>
                <a:lnTo>
                  <a:pt x="1448" y="135"/>
                </a:lnTo>
                <a:lnTo>
                  <a:pt x="1449" y="135"/>
                </a:lnTo>
                <a:lnTo>
                  <a:pt x="1449" y="136"/>
                </a:lnTo>
                <a:lnTo>
                  <a:pt x="1450" y="136"/>
                </a:lnTo>
                <a:lnTo>
                  <a:pt x="1450" y="137"/>
                </a:lnTo>
                <a:lnTo>
                  <a:pt x="1451" y="137"/>
                </a:lnTo>
                <a:lnTo>
                  <a:pt x="1452" y="137"/>
                </a:lnTo>
                <a:lnTo>
                  <a:pt x="1452" y="136"/>
                </a:lnTo>
                <a:lnTo>
                  <a:pt x="1452" y="137"/>
                </a:lnTo>
                <a:lnTo>
                  <a:pt x="1452" y="138"/>
                </a:lnTo>
                <a:lnTo>
                  <a:pt x="1453" y="138"/>
                </a:lnTo>
                <a:lnTo>
                  <a:pt x="1453" y="139"/>
                </a:lnTo>
                <a:lnTo>
                  <a:pt x="1454" y="139"/>
                </a:lnTo>
                <a:lnTo>
                  <a:pt x="1455" y="139"/>
                </a:lnTo>
                <a:lnTo>
                  <a:pt x="1455" y="140"/>
                </a:lnTo>
                <a:lnTo>
                  <a:pt x="1457" y="140"/>
                </a:lnTo>
                <a:lnTo>
                  <a:pt x="1458" y="140"/>
                </a:lnTo>
                <a:lnTo>
                  <a:pt x="1459" y="140"/>
                </a:lnTo>
                <a:lnTo>
                  <a:pt x="1460" y="140"/>
                </a:lnTo>
                <a:lnTo>
                  <a:pt x="1460" y="141"/>
                </a:lnTo>
                <a:lnTo>
                  <a:pt x="1461" y="141"/>
                </a:lnTo>
                <a:lnTo>
                  <a:pt x="1461" y="142"/>
                </a:lnTo>
                <a:lnTo>
                  <a:pt x="1462" y="142"/>
                </a:lnTo>
                <a:lnTo>
                  <a:pt x="1462" y="143"/>
                </a:lnTo>
                <a:lnTo>
                  <a:pt x="1462" y="144"/>
                </a:lnTo>
                <a:lnTo>
                  <a:pt x="1462" y="145"/>
                </a:lnTo>
                <a:lnTo>
                  <a:pt x="1463" y="146"/>
                </a:lnTo>
                <a:lnTo>
                  <a:pt x="1463" y="147"/>
                </a:lnTo>
                <a:lnTo>
                  <a:pt x="1463" y="146"/>
                </a:lnTo>
                <a:lnTo>
                  <a:pt x="1464" y="146"/>
                </a:lnTo>
                <a:lnTo>
                  <a:pt x="1464" y="147"/>
                </a:lnTo>
                <a:lnTo>
                  <a:pt x="1464" y="146"/>
                </a:lnTo>
                <a:lnTo>
                  <a:pt x="1464" y="147"/>
                </a:lnTo>
                <a:lnTo>
                  <a:pt x="1465" y="148"/>
                </a:lnTo>
                <a:lnTo>
                  <a:pt x="1465" y="149"/>
                </a:lnTo>
                <a:lnTo>
                  <a:pt x="1466" y="149"/>
                </a:lnTo>
                <a:lnTo>
                  <a:pt x="1468" y="149"/>
                </a:lnTo>
                <a:lnTo>
                  <a:pt x="1469" y="150"/>
                </a:lnTo>
                <a:lnTo>
                  <a:pt x="1469" y="151"/>
                </a:lnTo>
                <a:lnTo>
                  <a:pt x="1469" y="152"/>
                </a:lnTo>
                <a:lnTo>
                  <a:pt x="1469" y="153"/>
                </a:lnTo>
                <a:lnTo>
                  <a:pt x="1470" y="153"/>
                </a:lnTo>
                <a:lnTo>
                  <a:pt x="1470" y="154"/>
                </a:lnTo>
                <a:lnTo>
                  <a:pt x="1471" y="154"/>
                </a:lnTo>
                <a:lnTo>
                  <a:pt x="1471" y="155"/>
                </a:lnTo>
                <a:lnTo>
                  <a:pt x="1471" y="156"/>
                </a:lnTo>
                <a:lnTo>
                  <a:pt x="1472" y="156"/>
                </a:lnTo>
                <a:lnTo>
                  <a:pt x="1472" y="157"/>
                </a:lnTo>
                <a:lnTo>
                  <a:pt x="1472" y="156"/>
                </a:lnTo>
                <a:lnTo>
                  <a:pt x="1473" y="156"/>
                </a:lnTo>
                <a:lnTo>
                  <a:pt x="1473" y="155"/>
                </a:lnTo>
                <a:lnTo>
                  <a:pt x="1474" y="155"/>
                </a:lnTo>
                <a:lnTo>
                  <a:pt x="1475" y="154"/>
                </a:lnTo>
                <a:lnTo>
                  <a:pt x="1476" y="154"/>
                </a:lnTo>
                <a:lnTo>
                  <a:pt x="1476" y="153"/>
                </a:lnTo>
                <a:lnTo>
                  <a:pt x="1476" y="152"/>
                </a:lnTo>
                <a:lnTo>
                  <a:pt x="1477" y="152"/>
                </a:lnTo>
                <a:lnTo>
                  <a:pt x="1478" y="152"/>
                </a:lnTo>
                <a:lnTo>
                  <a:pt x="1478" y="151"/>
                </a:lnTo>
                <a:lnTo>
                  <a:pt x="1479" y="151"/>
                </a:lnTo>
                <a:lnTo>
                  <a:pt x="1480" y="151"/>
                </a:lnTo>
                <a:lnTo>
                  <a:pt x="1480" y="150"/>
                </a:lnTo>
                <a:lnTo>
                  <a:pt x="1481" y="150"/>
                </a:lnTo>
                <a:lnTo>
                  <a:pt x="1482" y="150"/>
                </a:lnTo>
                <a:lnTo>
                  <a:pt x="1482" y="149"/>
                </a:lnTo>
                <a:lnTo>
                  <a:pt x="1483" y="148"/>
                </a:lnTo>
                <a:lnTo>
                  <a:pt x="1483" y="147"/>
                </a:lnTo>
                <a:lnTo>
                  <a:pt x="1484" y="147"/>
                </a:lnTo>
                <a:lnTo>
                  <a:pt x="1484" y="146"/>
                </a:lnTo>
                <a:lnTo>
                  <a:pt x="1485" y="146"/>
                </a:lnTo>
                <a:lnTo>
                  <a:pt x="1485" y="145"/>
                </a:lnTo>
                <a:lnTo>
                  <a:pt x="1486" y="145"/>
                </a:lnTo>
                <a:lnTo>
                  <a:pt x="1487" y="145"/>
                </a:lnTo>
                <a:lnTo>
                  <a:pt x="1488" y="145"/>
                </a:lnTo>
                <a:lnTo>
                  <a:pt x="1488" y="144"/>
                </a:lnTo>
                <a:lnTo>
                  <a:pt x="1489" y="143"/>
                </a:lnTo>
                <a:lnTo>
                  <a:pt x="1490" y="143"/>
                </a:lnTo>
                <a:lnTo>
                  <a:pt x="1491" y="143"/>
                </a:lnTo>
                <a:lnTo>
                  <a:pt x="1491" y="142"/>
                </a:lnTo>
                <a:lnTo>
                  <a:pt x="1492" y="142"/>
                </a:lnTo>
                <a:lnTo>
                  <a:pt x="1492" y="141"/>
                </a:lnTo>
                <a:lnTo>
                  <a:pt x="1493" y="141"/>
                </a:lnTo>
                <a:lnTo>
                  <a:pt x="1493" y="140"/>
                </a:lnTo>
                <a:lnTo>
                  <a:pt x="1494" y="140"/>
                </a:lnTo>
                <a:lnTo>
                  <a:pt x="1495" y="140"/>
                </a:lnTo>
                <a:lnTo>
                  <a:pt x="1496" y="139"/>
                </a:lnTo>
                <a:lnTo>
                  <a:pt x="1497" y="139"/>
                </a:lnTo>
                <a:lnTo>
                  <a:pt x="1498" y="138"/>
                </a:lnTo>
                <a:lnTo>
                  <a:pt x="1498" y="137"/>
                </a:lnTo>
                <a:lnTo>
                  <a:pt x="1498" y="136"/>
                </a:lnTo>
                <a:lnTo>
                  <a:pt x="1498" y="135"/>
                </a:lnTo>
                <a:lnTo>
                  <a:pt x="1499" y="135"/>
                </a:lnTo>
                <a:lnTo>
                  <a:pt x="1499" y="134"/>
                </a:lnTo>
                <a:lnTo>
                  <a:pt x="1498" y="134"/>
                </a:lnTo>
                <a:lnTo>
                  <a:pt x="1498" y="133"/>
                </a:lnTo>
                <a:lnTo>
                  <a:pt x="1499" y="133"/>
                </a:lnTo>
                <a:lnTo>
                  <a:pt x="1498" y="133"/>
                </a:lnTo>
                <a:lnTo>
                  <a:pt x="1498" y="132"/>
                </a:lnTo>
                <a:lnTo>
                  <a:pt x="1497" y="132"/>
                </a:lnTo>
                <a:lnTo>
                  <a:pt x="1496" y="131"/>
                </a:lnTo>
                <a:lnTo>
                  <a:pt x="1496" y="130"/>
                </a:lnTo>
                <a:lnTo>
                  <a:pt x="1496" y="129"/>
                </a:lnTo>
                <a:lnTo>
                  <a:pt x="1497" y="129"/>
                </a:lnTo>
                <a:lnTo>
                  <a:pt x="1497" y="128"/>
                </a:lnTo>
                <a:lnTo>
                  <a:pt x="1498" y="128"/>
                </a:lnTo>
                <a:lnTo>
                  <a:pt x="1498" y="127"/>
                </a:lnTo>
                <a:lnTo>
                  <a:pt x="1499" y="126"/>
                </a:lnTo>
                <a:lnTo>
                  <a:pt x="1499" y="125"/>
                </a:lnTo>
                <a:lnTo>
                  <a:pt x="1500" y="125"/>
                </a:lnTo>
                <a:lnTo>
                  <a:pt x="1500" y="124"/>
                </a:lnTo>
                <a:lnTo>
                  <a:pt x="1501" y="123"/>
                </a:lnTo>
                <a:lnTo>
                  <a:pt x="1502" y="121"/>
                </a:lnTo>
                <a:lnTo>
                  <a:pt x="1503" y="120"/>
                </a:lnTo>
                <a:lnTo>
                  <a:pt x="1503" y="119"/>
                </a:lnTo>
                <a:lnTo>
                  <a:pt x="1504" y="118"/>
                </a:lnTo>
                <a:lnTo>
                  <a:pt x="1504" y="115"/>
                </a:lnTo>
                <a:lnTo>
                  <a:pt x="1505" y="114"/>
                </a:lnTo>
                <a:lnTo>
                  <a:pt x="1505" y="113"/>
                </a:lnTo>
                <a:lnTo>
                  <a:pt x="1505" y="112"/>
                </a:lnTo>
                <a:lnTo>
                  <a:pt x="1505" y="111"/>
                </a:lnTo>
                <a:lnTo>
                  <a:pt x="1505" y="110"/>
                </a:lnTo>
                <a:lnTo>
                  <a:pt x="1505" y="109"/>
                </a:lnTo>
                <a:lnTo>
                  <a:pt x="1506" y="109"/>
                </a:lnTo>
                <a:lnTo>
                  <a:pt x="1506" y="108"/>
                </a:lnTo>
                <a:lnTo>
                  <a:pt x="1506" y="107"/>
                </a:lnTo>
                <a:lnTo>
                  <a:pt x="1506" y="106"/>
                </a:lnTo>
                <a:lnTo>
                  <a:pt x="1507" y="106"/>
                </a:lnTo>
                <a:lnTo>
                  <a:pt x="1508" y="107"/>
                </a:lnTo>
                <a:lnTo>
                  <a:pt x="1509" y="107"/>
                </a:lnTo>
                <a:lnTo>
                  <a:pt x="1510" y="107"/>
                </a:lnTo>
                <a:lnTo>
                  <a:pt x="1511" y="107"/>
                </a:lnTo>
                <a:lnTo>
                  <a:pt x="1512" y="107"/>
                </a:lnTo>
                <a:lnTo>
                  <a:pt x="1513" y="107"/>
                </a:lnTo>
                <a:lnTo>
                  <a:pt x="1514" y="108"/>
                </a:lnTo>
                <a:lnTo>
                  <a:pt x="1515" y="108"/>
                </a:lnTo>
                <a:lnTo>
                  <a:pt x="1516" y="108"/>
                </a:lnTo>
                <a:lnTo>
                  <a:pt x="1517" y="109"/>
                </a:lnTo>
                <a:lnTo>
                  <a:pt x="1519" y="109"/>
                </a:lnTo>
                <a:lnTo>
                  <a:pt x="1520" y="109"/>
                </a:lnTo>
                <a:lnTo>
                  <a:pt x="1520" y="108"/>
                </a:lnTo>
                <a:lnTo>
                  <a:pt x="1521" y="109"/>
                </a:lnTo>
                <a:lnTo>
                  <a:pt x="1522" y="109"/>
                </a:lnTo>
                <a:lnTo>
                  <a:pt x="1522" y="110"/>
                </a:lnTo>
                <a:lnTo>
                  <a:pt x="1523" y="110"/>
                </a:lnTo>
                <a:lnTo>
                  <a:pt x="1523" y="112"/>
                </a:lnTo>
                <a:lnTo>
                  <a:pt x="1523" y="113"/>
                </a:lnTo>
                <a:lnTo>
                  <a:pt x="1524" y="113"/>
                </a:lnTo>
                <a:lnTo>
                  <a:pt x="1524" y="114"/>
                </a:lnTo>
                <a:lnTo>
                  <a:pt x="1523" y="114"/>
                </a:lnTo>
                <a:lnTo>
                  <a:pt x="1523" y="115"/>
                </a:lnTo>
                <a:lnTo>
                  <a:pt x="1524" y="115"/>
                </a:lnTo>
                <a:lnTo>
                  <a:pt x="1524" y="116"/>
                </a:lnTo>
                <a:lnTo>
                  <a:pt x="1526" y="116"/>
                </a:lnTo>
                <a:lnTo>
                  <a:pt x="1527" y="116"/>
                </a:lnTo>
                <a:lnTo>
                  <a:pt x="1528" y="116"/>
                </a:lnTo>
                <a:lnTo>
                  <a:pt x="1528" y="117"/>
                </a:lnTo>
                <a:lnTo>
                  <a:pt x="1528" y="118"/>
                </a:lnTo>
                <a:lnTo>
                  <a:pt x="1528" y="119"/>
                </a:lnTo>
                <a:lnTo>
                  <a:pt x="1528" y="120"/>
                </a:lnTo>
                <a:lnTo>
                  <a:pt x="1527" y="120"/>
                </a:lnTo>
                <a:lnTo>
                  <a:pt x="1527" y="121"/>
                </a:lnTo>
                <a:lnTo>
                  <a:pt x="1528" y="121"/>
                </a:lnTo>
                <a:lnTo>
                  <a:pt x="1528" y="122"/>
                </a:lnTo>
                <a:lnTo>
                  <a:pt x="1529" y="123"/>
                </a:lnTo>
                <a:lnTo>
                  <a:pt x="1530" y="123"/>
                </a:lnTo>
                <a:lnTo>
                  <a:pt x="1530" y="124"/>
                </a:lnTo>
                <a:lnTo>
                  <a:pt x="1531" y="124"/>
                </a:lnTo>
                <a:lnTo>
                  <a:pt x="1531" y="125"/>
                </a:lnTo>
                <a:lnTo>
                  <a:pt x="1532" y="125"/>
                </a:lnTo>
                <a:lnTo>
                  <a:pt x="1533" y="125"/>
                </a:lnTo>
                <a:lnTo>
                  <a:pt x="1534" y="125"/>
                </a:lnTo>
                <a:lnTo>
                  <a:pt x="1534" y="126"/>
                </a:lnTo>
                <a:lnTo>
                  <a:pt x="1535" y="126"/>
                </a:lnTo>
                <a:lnTo>
                  <a:pt x="1535" y="127"/>
                </a:lnTo>
                <a:lnTo>
                  <a:pt x="1536" y="127"/>
                </a:lnTo>
                <a:lnTo>
                  <a:pt x="1537" y="127"/>
                </a:lnTo>
                <a:lnTo>
                  <a:pt x="1538" y="127"/>
                </a:lnTo>
                <a:lnTo>
                  <a:pt x="1538" y="126"/>
                </a:lnTo>
                <a:lnTo>
                  <a:pt x="1539" y="126"/>
                </a:lnTo>
                <a:lnTo>
                  <a:pt x="1539" y="125"/>
                </a:lnTo>
                <a:lnTo>
                  <a:pt x="1540" y="125"/>
                </a:lnTo>
                <a:lnTo>
                  <a:pt x="1540" y="126"/>
                </a:lnTo>
                <a:lnTo>
                  <a:pt x="1542" y="126"/>
                </a:lnTo>
                <a:lnTo>
                  <a:pt x="1543" y="126"/>
                </a:lnTo>
                <a:lnTo>
                  <a:pt x="1543" y="127"/>
                </a:lnTo>
                <a:lnTo>
                  <a:pt x="1544" y="127"/>
                </a:lnTo>
                <a:lnTo>
                  <a:pt x="1545" y="127"/>
                </a:lnTo>
                <a:lnTo>
                  <a:pt x="1545" y="128"/>
                </a:lnTo>
                <a:lnTo>
                  <a:pt x="1546" y="128"/>
                </a:lnTo>
                <a:lnTo>
                  <a:pt x="1547" y="128"/>
                </a:lnTo>
                <a:lnTo>
                  <a:pt x="1547" y="129"/>
                </a:lnTo>
                <a:lnTo>
                  <a:pt x="1548" y="129"/>
                </a:lnTo>
                <a:lnTo>
                  <a:pt x="1548" y="130"/>
                </a:lnTo>
                <a:lnTo>
                  <a:pt x="1549" y="131"/>
                </a:lnTo>
                <a:lnTo>
                  <a:pt x="1549" y="132"/>
                </a:lnTo>
                <a:lnTo>
                  <a:pt x="1550" y="132"/>
                </a:lnTo>
                <a:lnTo>
                  <a:pt x="1551" y="132"/>
                </a:lnTo>
                <a:lnTo>
                  <a:pt x="1552" y="131"/>
                </a:lnTo>
                <a:lnTo>
                  <a:pt x="1552" y="130"/>
                </a:lnTo>
                <a:lnTo>
                  <a:pt x="1553" y="129"/>
                </a:lnTo>
                <a:lnTo>
                  <a:pt x="1553" y="128"/>
                </a:lnTo>
                <a:lnTo>
                  <a:pt x="1555" y="128"/>
                </a:lnTo>
                <a:lnTo>
                  <a:pt x="1555" y="129"/>
                </a:lnTo>
                <a:lnTo>
                  <a:pt x="1556" y="129"/>
                </a:lnTo>
                <a:lnTo>
                  <a:pt x="1556" y="128"/>
                </a:lnTo>
                <a:lnTo>
                  <a:pt x="1557" y="128"/>
                </a:lnTo>
                <a:lnTo>
                  <a:pt x="1557" y="127"/>
                </a:lnTo>
                <a:lnTo>
                  <a:pt x="1557" y="126"/>
                </a:lnTo>
                <a:lnTo>
                  <a:pt x="1557" y="125"/>
                </a:lnTo>
                <a:lnTo>
                  <a:pt x="1557" y="124"/>
                </a:lnTo>
                <a:lnTo>
                  <a:pt x="1556" y="124"/>
                </a:lnTo>
                <a:lnTo>
                  <a:pt x="1556" y="123"/>
                </a:lnTo>
                <a:lnTo>
                  <a:pt x="1556" y="122"/>
                </a:lnTo>
                <a:lnTo>
                  <a:pt x="1556" y="121"/>
                </a:lnTo>
                <a:lnTo>
                  <a:pt x="1557" y="121"/>
                </a:lnTo>
                <a:lnTo>
                  <a:pt x="1558" y="121"/>
                </a:lnTo>
                <a:lnTo>
                  <a:pt x="1559" y="121"/>
                </a:lnTo>
                <a:lnTo>
                  <a:pt x="1560" y="121"/>
                </a:lnTo>
                <a:lnTo>
                  <a:pt x="1561" y="120"/>
                </a:lnTo>
                <a:lnTo>
                  <a:pt x="1562" y="120"/>
                </a:lnTo>
                <a:lnTo>
                  <a:pt x="1563" y="120"/>
                </a:lnTo>
                <a:lnTo>
                  <a:pt x="1564" y="120"/>
                </a:lnTo>
                <a:lnTo>
                  <a:pt x="1564" y="119"/>
                </a:lnTo>
                <a:lnTo>
                  <a:pt x="1564" y="118"/>
                </a:lnTo>
                <a:lnTo>
                  <a:pt x="1565" y="118"/>
                </a:lnTo>
                <a:lnTo>
                  <a:pt x="1565" y="117"/>
                </a:lnTo>
                <a:lnTo>
                  <a:pt x="1566" y="116"/>
                </a:lnTo>
                <a:lnTo>
                  <a:pt x="1567" y="116"/>
                </a:lnTo>
                <a:lnTo>
                  <a:pt x="1567" y="115"/>
                </a:lnTo>
                <a:lnTo>
                  <a:pt x="1568" y="115"/>
                </a:lnTo>
                <a:lnTo>
                  <a:pt x="1568" y="114"/>
                </a:lnTo>
                <a:lnTo>
                  <a:pt x="1569" y="114"/>
                </a:lnTo>
                <a:lnTo>
                  <a:pt x="1569" y="113"/>
                </a:lnTo>
                <a:lnTo>
                  <a:pt x="1569" y="112"/>
                </a:lnTo>
                <a:lnTo>
                  <a:pt x="1570" y="112"/>
                </a:lnTo>
                <a:lnTo>
                  <a:pt x="1570" y="111"/>
                </a:lnTo>
                <a:lnTo>
                  <a:pt x="1570" y="110"/>
                </a:lnTo>
                <a:lnTo>
                  <a:pt x="1571" y="110"/>
                </a:lnTo>
                <a:lnTo>
                  <a:pt x="1571" y="109"/>
                </a:lnTo>
                <a:lnTo>
                  <a:pt x="1572" y="109"/>
                </a:lnTo>
                <a:lnTo>
                  <a:pt x="1573" y="109"/>
                </a:lnTo>
                <a:lnTo>
                  <a:pt x="1573" y="108"/>
                </a:lnTo>
                <a:lnTo>
                  <a:pt x="1574" y="108"/>
                </a:lnTo>
                <a:lnTo>
                  <a:pt x="1574" y="107"/>
                </a:lnTo>
                <a:lnTo>
                  <a:pt x="1575" y="107"/>
                </a:lnTo>
                <a:lnTo>
                  <a:pt x="1575" y="106"/>
                </a:lnTo>
                <a:lnTo>
                  <a:pt x="1576" y="106"/>
                </a:lnTo>
                <a:lnTo>
                  <a:pt x="1576" y="105"/>
                </a:lnTo>
                <a:lnTo>
                  <a:pt x="1577" y="103"/>
                </a:lnTo>
                <a:lnTo>
                  <a:pt x="1577" y="101"/>
                </a:lnTo>
                <a:lnTo>
                  <a:pt x="1578" y="101"/>
                </a:lnTo>
                <a:lnTo>
                  <a:pt x="1579" y="101"/>
                </a:lnTo>
                <a:lnTo>
                  <a:pt x="1580" y="101"/>
                </a:lnTo>
                <a:lnTo>
                  <a:pt x="1581" y="101"/>
                </a:lnTo>
                <a:lnTo>
                  <a:pt x="1582" y="101"/>
                </a:lnTo>
                <a:lnTo>
                  <a:pt x="1583" y="101"/>
                </a:lnTo>
                <a:lnTo>
                  <a:pt x="1584" y="101"/>
                </a:lnTo>
                <a:lnTo>
                  <a:pt x="1585" y="101"/>
                </a:lnTo>
                <a:lnTo>
                  <a:pt x="1586" y="101"/>
                </a:lnTo>
                <a:lnTo>
                  <a:pt x="1587" y="101"/>
                </a:lnTo>
                <a:lnTo>
                  <a:pt x="1588" y="102"/>
                </a:lnTo>
                <a:lnTo>
                  <a:pt x="1588" y="101"/>
                </a:lnTo>
                <a:lnTo>
                  <a:pt x="1589" y="102"/>
                </a:lnTo>
                <a:lnTo>
                  <a:pt x="1589" y="103"/>
                </a:lnTo>
                <a:lnTo>
                  <a:pt x="1589" y="104"/>
                </a:lnTo>
                <a:lnTo>
                  <a:pt x="1590" y="104"/>
                </a:lnTo>
                <a:lnTo>
                  <a:pt x="1590" y="105"/>
                </a:lnTo>
                <a:lnTo>
                  <a:pt x="1589" y="106"/>
                </a:lnTo>
                <a:lnTo>
                  <a:pt x="1589" y="107"/>
                </a:lnTo>
                <a:lnTo>
                  <a:pt x="1590" y="107"/>
                </a:lnTo>
                <a:lnTo>
                  <a:pt x="1591" y="107"/>
                </a:lnTo>
                <a:lnTo>
                  <a:pt x="1591" y="108"/>
                </a:lnTo>
                <a:lnTo>
                  <a:pt x="1592" y="108"/>
                </a:lnTo>
                <a:lnTo>
                  <a:pt x="1592" y="109"/>
                </a:lnTo>
                <a:lnTo>
                  <a:pt x="1593" y="109"/>
                </a:lnTo>
                <a:lnTo>
                  <a:pt x="1594" y="109"/>
                </a:lnTo>
                <a:lnTo>
                  <a:pt x="1595" y="109"/>
                </a:lnTo>
                <a:lnTo>
                  <a:pt x="1595" y="110"/>
                </a:lnTo>
                <a:lnTo>
                  <a:pt x="1596" y="110"/>
                </a:lnTo>
                <a:lnTo>
                  <a:pt x="1597" y="110"/>
                </a:lnTo>
                <a:lnTo>
                  <a:pt x="1598" y="110"/>
                </a:lnTo>
                <a:lnTo>
                  <a:pt x="1598" y="111"/>
                </a:lnTo>
                <a:lnTo>
                  <a:pt x="1599" y="111"/>
                </a:lnTo>
                <a:lnTo>
                  <a:pt x="1599" y="112"/>
                </a:lnTo>
                <a:lnTo>
                  <a:pt x="1599" y="113"/>
                </a:lnTo>
                <a:lnTo>
                  <a:pt x="1600" y="113"/>
                </a:lnTo>
                <a:lnTo>
                  <a:pt x="1600" y="114"/>
                </a:lnTo>
                <a:lnTo>
                  <a:pt x="1600" y="115"/>
                </a:lnTo>
                <a:lnTo>
                  <a:pt x="1601" y="115"/>
                </a:lnTo>
                <a:lnTo>
                  <a:pt x="1601" y="116"/>
                </a:lnTo>
                <a:lnTo>
                  <a:pt x="1601" y="117"/>
                </a:lnTo>
                <a:lnTo>
                  <a:pt x="1601" y="118"/>
                </a:lnTo>
                <a:lnTo>
                  <a:pt x="1602" y="118"/>
                </a:lnTo>
                <a:lnTo>
                  <a:pt x="1602" y="119"/>
                </a:lnTo>
                <a:lnTo>
                  <a:pt x="1603" y="119"/>
                </a:lnTo>
                <a:lnTo>
                  <a:pt x="1604" y="119"/>
                </a:lnTo>
                <a:lnTo>
                  <a:pt x="1604" y="120"/>
                </a:lnTo>
                <a:lnTo>
                  <a:pt x="1605" y="120"/>
                </a:lnTo>
                <a:lnTo>
                  <a:pt x="1606" y="120"/>
                </a:lnTo>
                <a:lnTo>
                  <a:pt x="1606" y="121"/>
                </a:lnTo>
                <a:lnTo>
                  <a:pt x="1606" y="122"/>
                </a:lnTo>
                <a:lnTo>
                  <a:pt x="1607" y="122"/>
                </a:lnTo>
                <a:lnTo>
                  <a:pt x="1608" y="122"/>
                </a:lnTo>
                <a:lnTo>
                  <a:pt x="1608" y="123"/>
                </a:lnTo>
                <a:lnTo>
                  <a:pt x="1609" y="123"/>
                </a:lnTo>
                <a:lnTo>
                  <a:pt x="1609" y="124"/>
                </a:lnTo>
                <a:lnTo>
                  <a:pt x="1610" y="124"/>
                </a:lnTo>
                <a:lnTo>
                  <a:pt x="1611" y="124"/>
                </a:lnTo>
                <a:lnTo>
                  <a:pt x="1611" y="125"/>
                </a:lnTo>
                <a:lnTo>
                  <a:pt x="1612" y="125"/>
                </a:lnTo>
                <a:lnTo>
                  <a:pt x="1612" y="124"/>
                </a:lnTo>
                <a:lnTo>
                  <a:pt x="1613" y="124"/>
                </a:lnTo>
                <a:lnTo>
                  <a:pt x="1613" y="125"/>
                </a:lnTo>
                <a:lnTo>
                  <a:pt x="1613" y="124"/>
                </a:lnTo>
                <a:lnTo>
                  <a:pt x="1614" y="124"/>
                </a:lnTo>
                <a:lnTo>
                  <a:pt x="1614" y="125"/>
                </a:lnTo>
                <a:lnTo>
                  <a:pt x="1615" y="126"/>
                </a:lnTo>
                <a:lnTo>
                  <a:pt x="1616" y="126"/>
                </a:lnTo>
                <a:lnTo>
                  <a:pt x="1617" y="126"/>
                </a:lnTo>
                <a:lnTo>
                  <a:pt x="1617" y="125"/>
                </a:lnTo>
                <a:lnTo>
                  <a:pt x="1618" y="125"/>
                </a:lnTo>
                <a:lnTo>
                  <a:pt x="1619" y="125"/>
                </a:lnTo>
                <a:lnTo>
                  <a:pt x="1620" y="125"/>
                </a:lnTo>
                <a:lnTo>
                  <a:pt x="1620" y="126"/>
                </a:lnTo>
                <a:lnTo>
                  <a:pt x="1621" y="126"/>
                </a:lnTo>
                <a:lnTo>
                  <a:pt x="1622" y="126"/>
                </a:lnTo>
                <a:lnTo>
                  <a:pt x="1622" y="127"/>
                </a:lnTo>
                <a:lnTo>
                  <a:pt x="1623" y="127"/>
                </a:lnTo>
                <a:lnTo>
                  <a:pt x="1623" y="128"/>
                </a:lnTo>
                <a:lnTo>
                  <a:pt x="1624" y="128"/>
                </a:lnTo>
                <a:lnTo>
                  <a:pt x="1624" y="129"/>
                </a:lnTo>
                <a:lnTo>
                  <a:pt x="1625" y="129"/>
                </a:lnTo>
                <a:lnTo>
                  <a:pt x="1625" y="130"/>
                </a:lnTo>
                <a:lnTo>
                  <a:pt x="1625" y="131"/>
                </a:lnTo>
                <a:lnTo>
                  <a:pt x="1626" y="131"/>
                </a:lnTo>
                <a:lnTo>
                  <a:pt x="1627" y="131"/>
                </a:lnTo>
                <a:lnTo>
                  <a:pt x="1628" y="131"/>
                </a:lnTo>
                <a:lnTo>
                  <a:pt x="1629" y="132"/>
                </a:lnTo>
                <a:lnTo>
                  <a:pt x="1630" y="132"/>
                </a:lnTo>
                <a:lnTo>
                  <a:pt x="1630" y="131"/>
                </a:lnTo>
                <a:lnTo>
                  <a:pt x="1631" y="131"/>
                </a:lnTo>
                <a:lnTo>
                  <a:pt x="1632" y="132"/>
                </a:lnTo>
                <a:lnTo>
                  <a:pt x="1632" y="133"/>
                </a:lnTo>
                <a:lnTo>
                  <a:pt x="1632" y="134"/>
                </a:lnTo>
                <a:lnTo>
                  <a:pt x="1631" y="134"/>
                </a:lnTo>
                <a:lnTo>
                  <a:pt x="1631" y="135"/>
                </a:lnTo>
                <a:lnTo>
                  <a:pt x="1630" y="135"/>
                </a:lnTo>
                <a:lnTo>
                  <a:pt x="1630" y="136"/>
                </a:lnTo>
                <a:lnTo>
                  <a:pt x="1629" y="136"/>
                </a:lnTo>
                <a:lnTo>
                  <a:pt x="1628" y="136"/>
                </a:lnTo>
                <a:lnTo>
                  <a:pt x="1628" y="137"/>
                </a:lnTo>
                <a:lnTo>
                  <a:pt x="1628" y="138"/>
                </a:lnTo>
                <a:lnTo>
                  <a:pt x="1627" y="138"/>
                </a:lnTo>
                <a:lnTo>
                  <a:pt x="1627" y="139"/>
                </a:lnTo>
                <a:lnTo>
                  <a:pt x="1627" y="140"/>
                </a:lnTo>
                <a:lnTo>
                  <a:pt x="1626" y="140"/>
                </a:lnTo>
                <a:lnTo>
                  <a:pt x="1626" y="141"/>
                </a:lnTo>
                <a:lnTo>
                  <a:pt x="1625" y="141"/>
                </a:lnTo>
                <a:lnTo>
                  <a:pt x="1625" y="142"/>
                </a:lnTo>
                <a:lnTo>
                  <a:pt x="1626" y="142"/>
                </a:lnTo>
                <a:lnTo>
                  <a:pt x="1627" y="143"/>
                </a:lnTo>
                <a:lnTo>
                  <a:pt x="1627" y="144"/>
                </a:lnTo>
                <a:lnTo>
                  <a:pt x="1628" y="145"/>
                </a:lnTo>
                <a:lnTo>
                  <a:pt x="1629" y="145"/>
                </a:lnTo>
                <a:lnTo>
                  <a:pt x="1629" y="147"/>
                </a:lnTo>
                <a:lnTo>
                  <a:pt x="1630" y="147"/>
                </a:lnTo>
                <a:lnTo>
                  <a:pt x="1630" y="148"/>
                </a:lnTo>
                <a:lnTo>
                  <a:pt x="1631" y="148"/>
                </a:lnTo>
                <a:lnTo>
                  <a:pt x="1631" y="147"/>
                </a:lnTo>
                <a:lnTo>
                  <a:pt x="1631" y="148"/>
                </a:lnTo>
                <a:lnTo>
                  <a:pt x="1632" y="148"/>
                </a:lnTo>
                <a:lnTo>
                  <a:pt x="1632" y="149"/>
                </a:lnTo>
                <a:lnTo>
                  <a:pt x="1633" y="150"/>
                </a:lnTo>
                <a:lnTo>
                  <a:pt x="1634" y="151"/>
                </a:lnTo>
                <a:lnTo>
                  <a:pt x="1635" y="151"/>
                </a:lnTo>
                <a:lnTo>
                  <a:pt x="1636" y="152"/>
                </a:lnTo>
                <a:lnTo>
                  <a:pt x="1637" y="152"/>
                </a:lnTo>
                <a:lnTo>
                  <a:pt x="1637" y="153"/>
                </a:lnTo>
                <a:lnTo>
                  <a:pt x="1637" y="154"/>
                </a:lnTo>
                <a:lnTo>
                  <a:pt x="1638" y="154"/>
                </a:lnTo>
                <a:lnTo>
                  <a:pt x="1638" y="155"/>
                </a:lnTo>
                <a:lnTo>
                  <a:pt x="1639" y="155"/>
                </a:lnTo>
                <a:lnTo>
                  <a:pt x="1639" y="156"/>
                </a:lnTo>
                <a:lnTo>
                  <a:pt x="1639" y="157"/>
                </a:lnTo>
                <a:lnTo>
                  <a:pt x="1639" y="158"/>
                </a:lnTo>
                <a:lnTo>
                  <a:pt x="1640" y="158"/>
                </a:lnTo>
                <a:lnTo>
                  <a:pt x="1641" y="158"/>
                </a:lnTo>
                <a:lnTo>
                  <a:pt x="1642" y="158"/>
                </a:lnTo>
                <a:lnTo>
                  <a:pt x="1642" y="159"/>
                </a:lnTo>
                <a:lnTo>
                  <a:pt x="1642" y="160"/>
                </a:lnTo>
                <a:lnTo>
                  <a:pt x="1642" y="161"/>
                </a:lnTo>
                <a:lnTo>
                  <a:pt x="1643" y="162"/>
                </a:lnTo>
                <a:lnTo>
                  <a:pt x="1643" y="161"/>
                </a:lnTo>
                <a:lnTo>
                  <a:pt x="1644" y="161"/>
                </a:lnTo>
                <a:lnTo>
                  <a:pt x="1644" y="162"/>
                </a:lnTo>
                <a:lnTo>
                  <a:pt x="1645" y="162"/>
                </a:lnTo>
                <a:lnTo>
                  <a:pt x="1645" y="163"/>
                </a:lnTo>
                <a:lnTo>
                  <a:pt x="1646" y="163"/>
                </a:lnTo>
                <a:lnTo>
                  <a:pt x="1645" y="163"/>
                </a:lnTo>
                <a:lnTo>
                  <a:pt x="1645" y="164"/>
                </a:lnTo>
                <a:lnTo>
                  <a:pt x="1646" y="164"/>
                </a:lnTo>
                <a:lnTo>
                  <a:pt x="1646" y="165"/>
                </a:lnTo>
                <a:lnTo>
                  <a:pt x="1647" y="165"/>
                </a:lnTo>
                <a:lnTo>
                  <a:pt x="1648" y="165"/>
                </a:lnTo>
                <a:lnTo>
                  <a:pt x="1648" y="164"/>
                </a:lnTo>
                <a:lnTo>
                  <a:pt x="1648" y="165"/>
                </a:lnTo>
                <a:lnTo>
                  <a:pt x="1648" y="166"/>
                </a:lnTo>
                <a:lnTo>
                  <a:pt x="1649" y="166"/>
                </a:lnTo>
                <a:lnTo>
                  <a:pt x="1650" y="166"/>
                </a:lnTo>
                <a:lnTo>
                  <a:pt x="1650" y="167"/>
                </a:lnTo>
                <a:lnTo>
                  <a:pt x="1651" y="167"/>
                </a:lnTo>
                <a:lnTo>
                  <a:pt x="1651" y="168"/>
                </a:lnTo>
                <a:lnTo>
                  <a:pt x="1652" y="168"/>
                </a:lnTo>
                <a:lnTo>
                  <a:pt x="1653" y="168"/>
                </a:lnTo>
                <a:lnTo>
                  <a:pt x="1654" y="169"/>
                </a:lnTo>
                <a:lnTo>
                  <a:pt x="1654" y="170"/>
                </a:lnTo>
                <a:lnTo>
                  <a:pt x="1654" y="171"/>
                </a:lnTo>
                <a:lnTo>
                  <a:pt x="1655" y="171"/>
                </a:lnTo>
                <a:lnTo>
                  <a:pt x="1656" y="171"/>
                </a:lnTo>
                <a:lnTo>
                  <a:pt x="1657" y="171"/>
                </a:lnTo>
                <a:lnTo>
                  <a:pt x="1657" y="172"/>
                </a:lnTo>
                <a:lnTo>
                  <a:pt x="1658" y="172"/>
                </a:lnTo>
                <a:lnTo>
                  <a:pt x="1659" y="172"/>
                </a:lnTo>
                <a:lnTo>
                  <a:pt x="1659" y="173"/>
                </a:lnTo>
                <a:lnTo>
                  <a:pt x="1659" y="174"/>
                </a:lnTo>
                <a:lnTo>
                  <a:pt x="1660" y="174"/>
                </a:lnTo>
                <a:lnTo>
                  <a:pt x="1661" y="174"/>
                </a:lnTo>
                <a:lnTo>
                  <a:pt x="1662" y="174"/>
                </a:lnTo>
                <a:lnTo>
                  <a:pt x="1662" y="175"/>
                </a:lnTo>
                <a:lnTo>
                  <a:pt x="1663" y="175"/>
                </a:lnTo>
                <a:lnTo>
                  <a:pt x="1663" y="176"/>
                </a:lnTo>
                <a:lnTo>
                  <a:pt x="1663" y="177"/>
                </a:lnTo>
                <a:lnTo>
                  <a:pt x="1663" y="178"/>
                </a:lnTo>
                <a:lnTo>
                  <a:pt x="1664" y="178"/>
                </a:lnTo>
                <a:lnTo>
                  <a:pt x="1665" y="178"/>
                </a:lnTo>
                <a:lnTo>
                  <a:pt x="1665" y="179"/>
                </a:lnTo>
                <a:lnTo>
                  <a:pt x="1666" y="179"/>
                </a:lnTo>
                <a:lnTo>
                  <a:pt x="1667" y="179"/>
                </a:lnTo>
                <a:lnTo>
                  <a:pt x="1668" y="179"/>
                </a:lnTo>
                <a:lnTo>
                  <a:pt x="1668" y="180"/>
                </a:lnTo>
                <a:lnTo>
                  <a:pt x="1669" y="180"/>
                </a:lnTo>
                <a:lnTo>
                  <a:pt x="1669" y="181"/>
                </a:lnTo>
                <a:lnTo>
                  <a:pt x="1668" y="181"/>
                </a:lnTo>
                <a:lnTo>
                  <a:pt x="1668" y="182"/>
                </a:lnTo>
                <a:lnTo>
                  <a:pt x="1669" y="182"/>
                </a:lnTo>
                <a:lnTo>
                  <a:pt x="1670" y="182"/>
                </a:lnTo>
                <a:lnTo>
                  <a:pt x="1670" y="183"/>
                </a:lnTo>
                <a:lnTo>
                  <a:pt x="1670" y="184"/>
                </a:lnTo>
                <a:lnTo>
                  <a:pt x="1670" y="185"/>
                </a:lnTo>
                <a:lnTo>
                  <a:pt x="1671" y="185"/>
                </a:lnTo>
                <a:lnTo>
                  <a:pt x="1672" y="185"/>
                </a:lnTo>
                <a:lnTo>
                  <a:pt x="1672" y="187"/>
                </a:lnTo>
                <a:lnTo>
                  <a:pt x="1672" y="189"/>
                </a:lnTo>
                <a:lnTo>
                  <a:pt x="1673" y="190"/>
                </a:lnTo>
                <a:lnTo>
                  <a:pt x="1673" y="191"/>
                </a:lnTo>
                <a:lnTo>
                  <a:pt x="1673" y="192"/>
                </a:lnTo>
                <a:lnTo>
                  <a:pt x="1674" y="193"/>
                </a:lnTo>
                <a:lnTo>
                  <a:pt x="1675" y="193"/>
                </a:lnTo>
                <a:lnTo>
                  <a:pt x="1676" y="193"/>
                </a:lnTo>
                <a:lnTo>
                  <a:pt x="1677" y="193"/>
                </a:lnTo>
                <a:lnTo>
                  <a:pt x="1677" y="194"/>
                </a:lnTo>
                <a:lnTo>
                  <a:pt x="1678" y="194"/>
                </a:lnTo>
                <a:lnTo>
                  <a:pt x="1678" y="195"/>
                </a:lnTo>
                <a:lnTo>
                  <a:pt x="1677" y="196"/>
                </a:lnTo>
                <a:lnTo>
                  <a:pt x="1678" y="196"/>
                </a:lnTo>
                <a:lnTo>
                  <a:pt x="1679" y="197"/>
                </a:lnTo>
                <a:lnTo>
                  <a:pt x="1679" y="198"/>
                </a:lnTo>
                <a:lnTo>
                  <a:pt x="1679" y="199"/>
                </a:lnTo>
                <a:lnTo>
                  <a:pt x="1680" y="199"/>
                </a:lnTo>
                <a:lnTo>
                  <a:pt x="1680" y="200"/>
                </a:lnTo>
                <a:lnTo>
                  <a:pt x="1679" y="200"/>
                </a:lnTo>
                <a:lnTo>
                  <a:pt x="1680" y="201"/>
                </a:lnTo>
                <a:lnTo>
                  <a:pt x="1680" y="202"/>
                </a:lnTo>
                <a:lnTo>
                  <a:pt x="1679" y="203"/>
                </a:lnTo>
                <a:lnTo>
                  <a:pt x="1679" y="204"/>
                </a:lnTo>
                <a:lnTo>
                  <a:pt x="1680" y="204"/>
                </a:lnTo>
                <a:lnTo>
                  <a:pt x="1680" y="205"/>
                </a:lnTo>
                <a:lnTo>
                  <a:pt x="1681" y="205"/>
                </a:lnTo>
                <a:lnTo>
                  <a:pt x="1681" y="206"/>
                </a:lnTo>
                <a:lnTo>
                  <a:pt x="1681" y="207"/>
                </a:lnTo>
                <a:lnTo>
                  <a:pt x="1682" y="207"/>
                </a:lnTo>
                <a:lnTo>
                  <a:pt x="1683" y="207"/>
                </a:lnTo>
                <a:lnTo>
                  <a:pt x="1684" y="207"/>
                </a:lnTo>
                <a:lnTo>
                  <a:pt x="1685" y="207"/>
                </a:lnTo>
                <a:lnTo>
                  <a:pt x="1686" y="206"/>
                </a:lnTo>
                <a:lnTo>
                  <a:pt x="1687" y="206"/>
                </a:lnTo>
                <a:lnTo>
                  <a:pt x="1688" y="205"/>
                </a:lnTo>
                <a:lnTo>
                  <a:pt x="1688" y="206"/>
                </a:lnTo>
                <a:lnTo>
                  <a:pt x="1689" y="206"/>
                </a:lnTo>
                <a:lnTo>
                  <a:pt x="1689" y="207"/>
                </a:lnTo>
                <a:lnTo>
                  <a:pt x="1689" y="206"/>
                </a:lnTo>
                <a:lnTo>
                  <a:pt x="1690" y="206"/>
                </a:lnTo>
                <a:lnTo>
                  <a:pt x="1691" y="207"/>
                </a:lnTo>
                <a:lnTo>
                  <a:pt x="1692" y="207"/>
                </a:lnTo>
                <a:lnTo>
                  <a:pt x="1692" y="208"/>
                </a:lnTo>
                <a:lnTo>
                  <a:pt x="1691" y="208"/>
                </a:lnTo>
                <a:lnTo>
                  <a:pt x="1691" y="209"/>
                </a:lnTo>
                <a:lnTo>
                  <a:pt x="1692" y="209"/>
                </a:lnTo>
                <a:lnTo>
                  <a:pt x="1692" y="210"/>
                </a:lnTo>
                <a:lnTo>
                  <a:pt x="1692" y="211"/>
                </a:lnTo>
                <a:lnTo>
                  <a:pt x="1691" y="211"/>
                </a:lnTo>
                <a:lnTo>
                  <a:pt x="1691" y="212"/>
                </a:lnTo>
                <a:lnTo>
                  <a:pt x="1692" y="212"/>
                </a:lnTo>
                <a:lnTo>
                  <a:pt x="1692" y="213"/>
                </a:lnTo>
                <a:lnTo>
                  <a:pt x="1692" y="214"/>
                </a:lnTo>
                <a:lnTo>
                  <a:pt x="1692" y="215"/>
                </a:lnTo>
                <a:lnTo>
                  <a:pt x="1692" y="216"/>
                </a:lnTo>
                <a:lnTo>
                  <a:pt x="1692" y="217"/>
                </a:lnTo>
                <a:lnTo>
                  <a:pt x="1692" y="218"/>
                </a:lnTo>
                <a:lnTo>
                  <a:pt x="1693" y="218"/>
                </a:lnTo>
                <a:lnTo>
                  <a:pt x="1693" y="219"/>
                </a:lnTo>
                <a:lnTo>
                  <a:pt x="1693" y="220"/>
                </a:lnTo>
                <a:lnTo>
                  <a:pt x="1694" y="221"/>
                </a:lnTo>
                <a:lnTo>
                  <a:pt x="1695" y="221"/>
                </a:lnTo>
                <a:lnTo>
                  <a:pt x="1695" y="222"/>
                </a:lnTo>
                <a:lnTo>
                  <a:pt x="1696" y="222"/>
                </a:lnTo>
                <a:lnTo>
                  <a:pt x="1697" y="222"/>
                </a:lnTo>
                <a:lnTo>
                  <a:pt x="1697" y="223"/>
                </a:lnTo>
                <a:lnTo>
                  <a:pt x="1697" y="224"/>
                </a:lnTo>
                <a:lnTo>
                  <a:pt x="1697" y="225"/>
                </a:lnTo>
                <a:lnTo>
                  <a:pt x="1698" y="226"/>
                </a:lnTo>
                <a:lnTo>
                  <a:pt x="1699" y="226"/>
                </a:lnTo>
                <a:lnTo>
                  <a:pt x="1699" y="227"/>
                </a:lnTo>
                <a:lnTo>
                  <a:pt x="1700" y="227"/>
                </a:lnTo>
                <a:lnTo>
                  <a:pt x="1701" y="228"/>
                </a:lnTo>
                <a:lnTo>
                  <a:pt x="1701" y="229"/>
                </a:lnTo>
                <a:lnTo>
                  <a:pt x="1702" y="230"/>
                </a:lnTo>
                <a:lnTo>
                  <a:pt x="1702" y="231"/>
                </a:lnTo>
                <a:lnTo>
                  <a:pt x="1703" y="231"/>
                </a:lnTo>
                <a:lnTo>
                  <a:pt x="1704" y="231"/>
                </a:lnTo>
                <a:lnTo>
                  <a:pt x="1704" y="232"/>
                </a:lnTo>
                <a:lnTo>
                  <a:pt x="1704" y="233"/>
                </a:lnTo>
                <a:lnTo>
                  <a:pt x="1705" y="233"/>
                </a:lnTo>
                <a:lnTo>
                  <a:pt x="1705" y="234"/>
                </a:lnTo>
                <a:lnTo>
                  <a:pt x="1706" y="234"/>
                </a:lnTo>
                <a:lnTo>
                  <a:pt x="1707" y="234"/>
                </a:lnTo>
                <a:lnTo>
                  <a:pt x="1708" y="234"/>
                </a:lnTo>
                <a:lnTo>
                  <a:pt x="1708" y="235"/>
                </a:lnTo>
                <a:lnTo>
                  <a:pt x="1708" y="236"/>
                </a:lnTo>
                <a:lnTo>
                  <a:pt x="1709" y="236"/>
                </a:lnTo>
                <a:lnTo>
                  <a:pt x="1710" y="236"/>
                </a:lnTo>
                <a:lnTo>
                  <a:pt x="1711" y="236"/>
                </a:lnTo>
                <a:lnTo>
                  <a:pt x="1712" y="236"/>
                </a:lnTo>
                <a:lnTo>
                  <a:pt x="1712" y="237"/>
                </a:lnTo>
                <a:lnTo>
                  <a:pt x="1713" y="237"/>
                </a:lnTo>
                <a:lnTo>
                  <a:pt x="1713" y="238"/>
                </a:lnTo>
                <a:lnTo>
                  <a:pt x="1714" y="238"/>
                </a:lnTo>
                <a:lnTo>
                  <a:pt x="1713" y="239"/>
                </a:lnTo>
                <a:lnTo>
                  <a:pt x="1713" y="240"/>
                </a:lnTo>
                <a:lnTo>
                  <a:pt x="1714" y="240"/>
                </a:lnTo>
                <a:lnTo>
                  <a:pt x="1713" y="240"/>
                </a:lnTo>
                <a:lnTo>
                  <a:pt x="1713" y="241"/>
                </a:lnTo>
                <a:lnTo>
                  <a:pt x="1713" y="242"/>
                </a:lnTo>
                <a:lnTo>
                  <a:pt x="1713" y="243"/>
                </a:lnTo>
                <a:lnTo>
                  <a:pt x="1713" y="244"/>
                </a:lnTo>
                <a:lnTo>
                  <a:pt x="1714" y="244"/>
                </a:lnTo>
                <a:lnTo>
                  <a:pt x="1715" y="244"/>
                </a:lnTo>
                <a:lnTo>
                  <a:pt x="1715" y="245"/>
                </a:lnTo>
                <a:lnTo>
                  <a:pt x="1716" y="245"/>
                </a:lnTo>
                <a:lnTo>
                  <a:pt x="1716" y="246"/>
                </a:lnTo>
                <a:lnTo>
                  <a:pt x="1716" y="245"/>
                </a:lnTo>
                <a:lnTo>
                  <a:pt x="1717" y="246"/>
                </a:lnTo>
                <a:lnTo>
                  <a:pt x="1718" y="246"/>
                </a:lnTo>
                <a:lnTo>
                  <a:pt x="1719" y="246"/>
                </a:lnTo>
                <a:lnTo>
                  <a:pt x="1720" y="246"/>
                </a:lnTo>
                <a:lnTo>
                  <a:pt x="1720" y="247"/>
                </a:lnTo>
                <a:lnTo>
                  <a:pt x="1721" y="247"/>
                </a:lnTo>
                <a:lnTo>
                  <a:pt x="1722" y="247"/>
                </a:lnTo>
                <a:lnTo>
                  <a:pt x="1722" y="248"/>
                </a:lnTo>
                <a:lnTo>
                  <a:pt x="1723" y="248"/>
                </a:lnTo>
                <a:lnTo>
                  <a:pt x="1723" y="249"/>
                </a:lnTo>
                <a:lnTo>
                  <a:pt x="1723" y="250"/>
                </a:lnTo>
                <a:lnTo>
                  <a:pt x="1724" y="250"/>
                </a:lnTo>
                <a:lnTo>
                  <a:pt x="1724" y="251"/>
                </a:lnTo>
                <a:lnTo>
                  <a:pt x="1725" y="251"/>
                </a:lnTo>
                <a:lnTo>
                  <a:pt x="1725" y="250"/>
                </a:lnTo>
                <a:lnTo>
                  <a:pt x="1726" y="250"/>
                </a:lnTo>
                <a:lnTo>
                  <a:pt x="1727" y="250"/>
                </a:lnTo>
                <a:lnTo>
                  <a:pt x="1728" y="250"/>
                </a:lnTo>
                <a:lnTo>
                  <a:pt x="1728" y="251"/>
                </a:lnTo>
                <a:lnTo>
                  <a:pt x="1729" y="251"/>
                </a:lnTo>
                <a:lnTo>
                  <a:pt x="1730" y="251"/>
                </a:lnTo>
                <a:lnTo>
                  <a:pt x="1731" y="251"/>
                </a:lnTo>
                <a:lnTo>
                  <a:pt x="1731" y="252"/>
                </a:lnTo>
                <a:lnTo>
                  <a:pt x="1731" y="253"/>
                </a:lnTo>
                <a:lnTo>
                  <a:pt x="1732" y="253"/>
                </a:lnTo>
                <a:lnTo>
                  <a:pt x="1732" y="254"/>
                </a:lnTo>
                <a:lnTo>
                  <a:pt x="1731" y="254"/>
                </a:lnTo>
                <a:lnTo>
                  <a:pt x="1731" y="255"/>
                </a:lnTo>
                <a:lnTo>
                  <a:pt x="1732" y="255"/>
                </a:lnTo>
                <a:lnTo>
                  <a:pt x="1733" y="255"/>
                </a:lnTo>
                <a:lnTo>
                  <a:pt x="1734" y="255"/>
                </a:lnTo>
                <a:lnTo>
                  <a:pt x="1734" y="256"/>
                </a:lnTo>
                <a:lnTo>
                  <a:pt x="1735" y="256"/>
                </a:lnTo>
                <a:lnTo>
                  <a:pt x="1735" y="257"/>
                </a:lnTo>
                <a:lnTo>
                  <a:pt x="1736" y="257"/>
                </a:lnTo>
                <a:lnTo>
                  <a:pt x="1736" y="258"/>
                </a:lnTo>
                <a:lnTo>
                  <a:pt x="1736" y="259"/>
                </a:lnTo>
                <a:lnTo>
                  <a:pt x="1737" y="259"/>
                </a:lnTo>
                <a:lnTo>
                  <a:pt x="1737" y="260"/>
                </a:lnTo>
                <a:lnTo>
                  <a:pt x="1738" y="260"/>
                </a:lnTo>
                <a:lnTo>
                  <a:pt x="1739" y="260"/>
                </a:lnTo>
                <a:lnTo>
                  <a:pt x="1740" y="260"/>
                </a:lnTo>
                <a:lnTo>
                  <a:pt x="1741" y="260"/>
                </a:lnTo>
                <a:lnTo>
                  <a:pt x="1741" y="261"/>
                </a:lnTo>
                <a:lnTo>
                  <a:pt x="1741" y="262"/>
                </a:lnTo>
                <a:lnTo>
                  <a:pt x="1742" y="262"/>
                </a:lnTo>
                <a:lnTo>
                  <a:pt x="1743" y="262"/>
                </a:lnTo>
                <a:lnTo>
                  <a:pt x="1744" y="262"/>
                </a:lnTo>
                <a:lnTo>
                  <a:pt x="1745" y="262"/>
                </a:lnTo>
                <a:lnTo>
                  <a:pt x="1745" y="263"/>
                </a:lnTo>
                <a:lnTo>
                  <a:pt x="1746" y="263"/>
                </a:lnTo>
                <a:lnTo>
                  <a:pt x="1747" y="263"/>
                </a:lnTo>
                <a:lnTo>
                  <a:pt x="1747" y="264"/>
                </a:lnTo>
                <a:lnTo>
                  <a:pt x="1748" y="264"/>
                </a:lnTo>
                <a:lnTo>
                  <a:pt x="1748" y="265"/>
                </a:lnTo>
                <a:lnTo>
                  <a:pt x="1749" y="265"/>
                </a:lnTo>
                <a:lnTo>
                  <a:pt x="1750" y="265"/>
                </a:lnTo>
                <a:lnTo>
                  <a:pt x="1750" y="266"/>
                </a:lnTo>
                <a:lnTo>
                  <a:pt x="1751" y="266"/>
                </a:lnTo>
                <a:lnTo>
                  <a:pt x="1751" y="265"/>
                </a:lnTo>
                <a:lnTo>
                  <a:pt x="1752" y="265"/>
                </a:lnTo>
                <a:lnTo>
                  <a:pt x="1752" y="266"/>
                </a:lnTo>
                <a:lnTo>
                  <a:pt x="1752" y="267"/>
                </a:lnTo>
                <a:lnTo>
                  <a:pt x="1753" y="267"/>
                </a:lnTo>
                <a:lnTo>
                  <a:pt x="1754" y="267"/>
                </a:lnTo>
                <a:lnTo>
                  <a:pt x="1755" y="267"/>
                </a:lnTo>
                <a:lnTo>
                  <a:pt x="1756" y="267"/>
                </a:lnTo>
                <a:lnTo>
                  <a:pt x="1756" y="266"/>
                </a:lnTo>
                <a:lnTo>
                  <a:pt x="1757" y="266"/>
                </a:lnTo>
                <a:lnTo>
                  <a:pt x="1757" y="267"/>
                </a:lnTo>
                <a:lnTo>
                  <a:pt x="1757" y="268"/>
                </a:lnTo>
                <a:lnTo>
                  <a:pt x="1757" y="269"/>
                </a:lnTo>
                <a:lnTo>
                  <a:pt x="1758" y="269"/>
                </a:lnTo>
                <a:lnTo>
                  <a:pt x="1758" y="270"/>
                </a:lnTo>
                <a:lnTo>
                  <a:pt x="1758" y="271"/>
                </a:lnTo>
                <a:lnTo>
                  <a:pt x="1759" y="271"/>
                </a:lnTo>
                <a:lnTo>
                  <a:pt x="1759" y="272"/>
                </a:lnTo>
                <a:lnTo>
                  <a:pt x="1760" y="272"/>
                </a:lnTo>
                <a:lnTo>
                  <a:pt x="1761" y="272"/>
                </a:lnTo>
                <a:lnTo>
                  <a:pt x="1762" y="272"/>
                </a:lnTo>
                <a:lnTo>
                  <a:pt x="1763" y="272"/>
                </a:lnTo>
                <a:lnTo>
                  <a:pt x="1764" y="272"/>
                </a:lnTo>
                <a:lnTo>
                  <a:pt x="1764" y="273"/>
                </a:lnTo>
                <a:lnTo>
                  <a:pt x="1765" y="273"/>
                </a:lnTo>
                <a:lnTo>
                  <a:pt x="1766" y="273"/>
                </a:lnTo>
                <a:lnTo>
                  <a:pt x="1767" y="273"/>
                </a:lnTo>
                <a:lnTo>
                  <a:pt x="1767" y="274"/>
                </a:lnTo>
                <a:lnTo>
                  <a:pt x="1768" y="274"/>
                </a:lnTo>
                <a:lnTo>
                  <a:pt x="1768" y="275"/>
                </a:lnTo>
                <a:lnTo>
                  <a:pt x="1768" y="276"/>
                </a:lnTo>
                <a:lnTo>
                  <a:pt x="1769" y="276"/>
                </a:lnTo>
                <a:lnTo>
                  <a:pt x="1770" y="276"/>
                </a:lnTo>
                <a:lnTo>
                  <a:pt x="1770" y="277"/>
                </a:lnTo>
                <a:lnTo>
                  <a:pt x="1771" y="277"/>
                </a:lnTo>
                <a:lnTo>
                  <a:pt x="1771" y="278"/>
                </a:lnTo>
                <a:lnTo>
                  <a:pt x="1772" y="278"/>
                </a:lnTo>
                <a:lnTo>
                  <a:pt x="1773" y="278"/>
                </a:lnTo>
                <a:lnTo>
                  <a:pt x="1773" y="279"/>
                </a:lnTo>
                <a:lnTo>
                  <a:pt x="1774" y="279"/>
                </a:lnTo>
                <a:lnTo>
                  <a:pt x="1774" y="280"/>
                </a:lnTo>
                <a:lnTo>
                  <a:pt x="1775" y="280"/>
                </a:lnTo>
                <a:lnTo>
                  <a:pt x="1775" y="279"/>
                </a:lnTo>
                <a:lnTo>
                  <a:pt x="1776" y="279"/>
                </a:lnTo>
                <a:lnTo>
                  <a:pt x="1777" y="279"/>
                </a:lnTo>
                <a:lnTo>
                  <a:pt x="1778" y="279"/>
                </a:lnTo>
                <a:lnTo>
                  <a:pt x="1778" y="280"/>
                </a:lnTo>
                <a:lnTo>
                  <a:pt x="1779" y="280"/>
                </a:lnTo>
                <a:lnTo>
                  <a:pt x="1779" y="281"/>
                </a:lnTo>
                <a:lnTo>
                  <a:pt x="1780" y="281"/>
                </a:lnTo>
                <a:lnTo>
                  <a:pt x="1780" y="282"/>
                </a:lnTo>
                <a:lnTo>
                  <a:pt x="1781" y="282"/>
                </a:lnTo>
                <a:lnTo>
                  <a:pt x="1780" y="282"/>
                </a:lnTo>
                <a:lnTo>
                  <a:pt x="1780" y="283"/>
                </a:lnTo>
                <a:lnTo>
                  <a:pt x="1780" y="284"/>
                </a:lnTo>
                <a:lnTo>
                  <a:pt x="1781" y="284"/>
                </a:lnTo>
                <a:lnTo>
                  <a:pt x="1781" y="285"/>
                </a:lnTo>
                <a:lnTo>
                  <a:pt x="1782" y="285"/>
                </a:lnTo>
                <a:lnTo>
                  <a:pt x="1782" y="286"/>
                </a:lnTo>
                <a:lnTo>
                  <a:pt x="1783" y="286"/>
                </a:lnTo>
                <a:lnTo>
                  <a:pt x="1784" y="286"/>
                </a:lnTo>
                <a:lnTo>
                  <a:pt x="1784" y="287"/>
                </a:lnTo>
                <a:lnTo>
                  <a:pt x="1784" y="288"/>
                </a:lnTo>
                <a:lnTo>
                  <a:pt x="1784" y="289"/>
                </a:lnTo>
                <a:lnTo>
                  <a:pt x="1784" y="290"/>
                </a:lnTo>
                <a:lnTo>
                  <a:pt x="1784" y="291"/>
                </a:lnTo>
                <a:lnTo>
                  <a:pt x="1785" y="291"/>
                </a:lnTo>
                <a:lnTo>
                  <a:pt x="1786" y="291"/>
                </a:lnTo>
                <a:lnTo>
                  <a:pt x="1787" y="292"/>
                </a:lnTo>
                <a:lnTo>
                  <a:pt x="1788" y="292"/>
                </a:lnTo>
                <a:lnTo>
                  <a:pt x="1789" y="292"/>
                </a:lnTo>
                <a:lnTo>
                  <a:pt x="1789" y="293"/>
                </a:lnTo>
                <a:lnTo>
                  <a:pt x="1789" y="294"/>
                </a:lnTo>
                <a:lnTo>
                  <a:pt x="1790" y="294"/>
                </a:lnTo>
                <a:lnTo>
                  <a:pt x="1792" y="294"/>
                </a:lnTo>
                <a:lnTo>
                  <a:pt x="1793" y="294"/>
                </a:lnTo>
                <a:lnTo>
                  <a:pt x="1793" y="293"/>
                </a:lnTo>
                <a:lnTo>
                  <a:pt x="1793" y="292"/>
                </a:lnTo>
                <a:lnTo>
                  <a:pt x="1794" y="291"/>
                </a:lnTo>
                <a:lnTo>
                  <a:pt x="1793" y="290"/>
                </a:lnTo>
                <a:lnTo>
                  <a:pt x="1794" y="289"/>
                </a:lnTo>
                <a:lnTo>
                  <a:pt x="1793" y="288"/>
                </a:lnTo>
                <a:lnTo>
                  <a:pt x="1793" y="287"/>
                </a:lnTo>
                <a:lnTo>
                  <a:pt x="1793" y="285"/>
                </a:lnTo>
                <a:lnTo>
                  <a:pt x="1792" y="284"/>
                </a:lnTo>
                <a:lnTo>
                  <a:pt x="1791" y="284"/>
                </a:lnTo>
                <a:lnTo>
                  <a:pt x="1791" y="283"/>
                </a:lnTo>
                <a:lnTo>
                  <a:pt x="1791" y="281"/>
                </a:lnTo>
                <a:lnTo>
                  <a:pt x="1791" y="280"/>
                </a:lnTo>
                <a:lnTo>
                  <a:pt x="1791" y="279"/>
                </a:lnTo>
                <a:lnTo>
                  <a:pt x="1790" y="279"/>
                </a:lnTo>
                <a:lnTo>
                  <a:pt x="1790" y="278"/>
                </a:lnTo>
                <a:lnTo>
                  <a:pt x="1791" y="278"/>
                </a:lnTo>
                <a:lnTo>
                  <a:pt x="1791" y="277"/>
                </a:lnTo>
                <a:lnTo>
                  <a:pt x="1791" y="276"/>
                </a:lnTo>
                <a:lnTo>
                  <a:pt x="1790" y="276"/>
                </a:lnTo>
                <a:lnTo>
                  <a:pt x="1790" y="275"/>
                </a:lnTo>
                <a:lnTo>
                  <a:pt x="1790" y="274"/>
                </a:lnTo>
                <a:lnTo>
                  <a:pt x="1791" y="274"/>
                </a:lnTo>
                <a:lnTo>
                  <a:pt x="1791" y="273"/>
                </a:lnTo>
                <a:lnTo>
                  <a:pt x="1792" y="273"/>
                </a:lnTo>
                <a:lnTo>
                  <a:pt x="1792" y="272"/>
                </a:lnTo>
                <a:lnTo>
                  <a:pt x="1791" y="271"/>
                </a:lnTo>
                <a:lnTo>
                  <a:pt x="1790" y="270"/>
                </a:lnTo>
                <a:lnTo>
                  <a:pt x="1788" y="270"/>
                </a:lnTo>
                <a:lnTo>
                  <a:pt x="1787" y="269"/>
                </a:lnTo>
                <a:lnTo>
                  <a:pt x="1786" y="268"/>
                </a:lnTo>
                <a:lnTo>
                  <a:pt x="1784" y="267"/>
                </a:lnTo>
                <a:lnTo>
                  <a:pt x="1784" y="266"/>
                </a:lnTo>
                <a:lnTo>
                  <a:pt x="1784" y="265"/>
                </a:lnTo>
                <a:lnTo>
                  <a:pt x="1785" y="265"/>
                </a:lnTo>
                <a:lnTo>
                  <a:pt x="1785" y="264"/>
                </a:lnTo>
                <a:lnTo>
                  <a:pt x="1784" y="263"/>
                </a:lnTo>
                <a:lnTo>
                  <a:pt x="1784" y="261"/>
                </a:lnTo>
                <a:lnTo>
                  <a:pt x="1783" y="261"/>
                </a:lnTo>
                <a:lnTo>
                  <a:pt x="1783" y="260"/>
                </a:lnTo>
                <a:lnTo>
                  <a:pt x="1784" y="260"/>
                </a:lnTo>
                <a:lnTo>
                  <a:pt x="1783" y="259"/>
                </a:lnTo>
                <a:lnTo>
                  <a:pt x="1782" y="258"/>
                </a:lnTo>
                <a:lnTo>
                  <a:pt x="1782" y="257"/>
                </a:lnTo>
                <a:lnTo>
                  <a:pt x="1781" y="257"/>
                </a:lnTo>
                <a:lnTo>
                  <a:pt x="1781" y="256"/>
                </a:lnTo>
                <a:lnTo>
                  <a:pt x="1781" y="255"/>
                </a:lnTo>
                <a:lnTo>
                  <a:pt x="1781" y="254"/>
                </a:lnTo>
                <a:lnTo>
                  <a:pt x="1780" y="254"/>
                </a:lnTo>
                <a:lnTo>
                  <a:pt x="1779" y="254"/>
                </a:lnTo>
                <a:lnTo>
                  <a:pt x="1778" y="252"/>
                </a:lnTo>
                <a:lnTo>
                  <a:pt x="1777" y="252"/>
                </a:lnTo>
                <a:lnTo>
                  <a:pt x="1777" y="251"/>
                </a:lnTo>
                <a:lnTo>
                  <a:pt x="1776" y="251"/>
                </a:lnTo>
                <a:lnTo>
                  <a:pt x="1776" y="252"/>
                </a:lnTo>
                <a:lnTo>
                  <a:pt x="1774" y="250"/>
                </a:lnTo>
                <a:lnTo>
                  <a:pt x="1774" y="249"/>
                </a:lnTo>
                <a:lnTo>
                  <a:pt x="1772" y="248"/>
                </a:lnTo>
                <a:lnTo>
                  <a:pt x="1771" y="248"/>
                </a:lnTo>
                <a:lnTo>
                  <a:pt x="1770" y="248"/>
                </a:lnTo>
                <a:lnTo>
                  <a:pt x="1770" y="247"/>
                </a:lnTo>
                <a:lnTo>
                  <a:pt x="1771" y="246"/>
                </a:lnTo>
                <a:lnTo>
                  <a:pt x="1772" y="246"/>
                </a:lnTo>
                <a:lnTo>
                  <a:pt x="1772" y="245"/>
                </a:lnTo>
                <a:lnTo>
                  <a:pt x="1771" y="245"/>
                </a:lnTo>
                <a:lnTo>
                  <a:pt x="1771" y="244"/>
                </a:lnTo>
                <a:lnTo>
                  <a:pt x="1770" y="244"/>
                </a:lnTo>
                <a:lnTo>
                  <a:pt x="1769" y="243"/>
                </a:lnTo>
                <a:lnTo>
                  <a:pt x="1768" y="241"/>
                </a:lnTo>
                <a:lnTo>
                  <a:pt x="1767" y="241"/>
                </a:lnTo>
                <a:lnTo>
                  <a:pt x="1767" y="240"/>
                </a:lnTo>
                <a:lnTo>
                  <a:pt x="1767" y="239"/>
                </a:lnTo>
                <a:lnTo>
                  <a:pt x="1768" y="238"/>
                </a:lnTo>
                <a:lnTo>
                  <a:pt x="1769" y="238"/>
                </a:lnTo>
                <a:lnTo>
                  <a:pt x="1769" y="237"/>
                </a:lnTo>
                <a:lnTo>
                  <a:pt x="1769" y="236"/>
                </a:lnTo>
                <a:lnTo>
                  <a:pt x="1770" y="236"/>
                </a:lnTo>
                <a:lnTo>
                  <a:pt x="1770" y="235"/>
                </a:lnTo>
                <a:lnTo>
                  <a:pt x="1771" y="235"/>
                </a:lnTo>
                <a:lnTo>
                  <a:pt x="1771" y="234"/>
                </a:lnTo>
                <a:lnTo>
                  <a:pt x="1771" y="233"/>
                </a:lnTo>
                <a:lnTo>
                  <a:pt x="1772" y="232"/>
                </a:lnTo>
                <a:lnTo>
                  <a:pt x="1773" y="232"/>
                </a:lnTo>
                <a:lnTo>
                  <a:pt x="1774" y="232"/>
                </a:lnTo>
                <a:lnTo>
                  <a:pt x="1775" y="232"/>
                </a:lnTo>
                <a:lnTo>
                  <a:pt x="1775" y="231"/>
                </a:lnTo>
                <a:lnTo>
                  <a:pt x="1776" y="231"/>
                </a:lnTo>
                <a:lnTo>
                  <a:pt x="1776" y="230"/>
                </a:lnTo>
                <a:lnTo>
                  <a:pt x="1777" y="230"/>
                </a:lnTo>
                <a:lnTo>
                  <a:pt x="1778" y="230"/>
                </a:lnTo>
                <a:lnTo>
                  <a:pt x="1778" y="231"/>
                </a:lnTo>
                <a:lnTo>
                  <a:pt x="1778" y="232"/>
                </a:lnTo>
                <a:lnTo>
                  <a:pt x="1779" y="233"/>
                </a:lnTo>
                <a:lnTo>
                  <a:pt x="1779" y="234"/>
                </a:lnTo>
                <a:lnTo>
                  <a:pt x="1780" y="234"/>
                </a:lnTo>
                <a:lnTo>
                  <a:pt x="1780" y="235"/>
                </a:lnTo>
                <a:lnTo>
                  <a:pt x="1781" y="235"/>
                </a:lnTo>
                <a:lnTo>
                  <a:pt x="1781" y="236"/>
                </a:lnTo>
                <a:lnTo>
                  <a:pt x="1782" y="236"/>
                </a:lnTo>
                <a:lnTo>
                  <a:pt x="1784" y="236"/>
                </a:lnTo>
                <a:lnTo>
                  <a:pt x="1784" y="235"/>
                </a:lnTo>
                <a:lnTo>
                  <a:pt x="1785" y="235"/>
                </a:lnTo>
                <a:lnTo>
                  <a:pt x="1785" y="236"/>
                </a:lnTo>
                <a:lnTo>
                  <a:pt x="1786" y="236"/>
                </a:lnTo>
                <a:lnTo>
                  <a:pt x="1786" y="237"/>
                </a:lnTo>
                <a:lnTo>
                  <a:pt x="1787" y="237"/>
                </a:lnTo>
                <a:lnTo>
                  <a:pt x="1787" y="238"/>
                </a:lnTo>
                <a:lnTo>
                  <a:pt x="1788" y="238"/>
                </a:lnTo>
                <a:lnTo>
                  <a:pt x="1788" y="239"/>
                </a:lnTo>
                <a:lnTo>
                  <a:pt x="1789" y="239"/>
                </a:lnTo>
                <a:lnTo>
                  <a:pt x="1790" y="239"/>
                </a:lnTo>
                <a:lnTo>
                  <a:pt x="1791" y="239"/>
                </a:lnTo>
                <a:lnTo>
                  <a:pt x="1791" y="240"/>
                </a:lnTo>
                <a:lnTo>
                  <a:pt x="1791" y="241"/>
                </a:lnTo>
                <a:lnTo>
                  <a:pt x="1792" y="241"/>
                </a:lnTo>
                <a:lnTo>
                  <a:pt x="1791" y="241"/>
                </a:lnTo>
                <a:lnTo>
                  <a:pt x="1791" y="242"/>
                </a:lnTo>
                <a:lnTo>
                  <a:pt x="1792" y="242"/>
                </a:lnTo>
                <a:lnTo>
                  <a:pt x="1792" y="243"/>
                </a:lnTo>
                <a:lnTo>
                  <a:pt x="1793" y="243"/>
                </a:lnTo>
                <a:lnTo>
                  <a:pt x="1794" y="243"/>
                </a:lnTo>
                <a:lnTo>
                  <a:pt x="1794" y="244"/>
                </a:lnTo>
                <a:lnTo>
                  <a:pt x="1795" y="244"/>
                </a:lnTo>
                <a:lnTo>
                  <a:pt x="1796" y="244"/>
                </a:lnTo>
                <a:lnTo>
                  <a:pt x="1797" y="244"/>
                </a:lnTo>
                <a:lnTo>
                  <a:pt x="1798" y="244"/>
                </a:lnTo>
                <a:lnTo>
                  <a:pt x="1799" y="244"/>
                </a:lnTo>
                <a:lnTo>
                  <a:pt x="1799" y="245"/>
                </a:lnTo>
                <a:lnTo>
                  <a:pt x="1800" y="245"/>
                </a:lnTo>
                <a:lnTo>
                  <a:pt x="1801" y="245"/>
                </a:lnTo>
                <a:lnTo>
                  <a:pt x="1801" y="246"/>
                </a:lnTo>
                <a:lnTo>
                  <a:pt x="1802" y="246"/>
                </a:lnTo>
                <a:lnTo>
                  <a:pt x="1802" y="247"/>
                </a:lnTo>
                <a:lnTo>
                  <a:pt x="1803" y="246"/>
                </a:lnTo>
                <a:lnTo>
                  <a:pt x="1803" y="247"/>
                </a:lnTo>
                <a:lnTo>
                  <a:pt x="1804" y="247"/>
                </a:lnTo>
                <a:lnTo>
                  <a:pt x="1804" y="248"/>
                </a:lnTo>
                <a:lnTo>
                  <a:pt x="1805" y="248"/>
                </a:lnTo>
                <a:lnTo>
                  <a:pt x="1805" y="249"/>
                </a:lnTo>
                <a:lnTo>
                  <a:pt x="1805" y="250"/>
                </a:lnTo>
                <a:lnTo>
                  <a:pt x="1805" y="251"/>
                </a:lnTo>
                <a:lnTo>
                  <a:pt x="1805" y="252"/>
                </a:lnTo>
                <a:lnTo>
                  <a:pt x="1806" y="252"/>
                </a:lnTo>
                <a:lnTo>
                  <a:pt x="1806" y="253"/>
                </a:lnTo>
                <a:lnTo>
                  <a:pt x="1805" y="253"/>
                </a:lnTo>
                <a:lnTo>
                  <a:pt x="1805" y="254"/>
                </a:lnTo>
                <a:lnTo>
                  <a:pt x="1805" y="255"/>
                </a:lnTo>
                <a:lnTo>
                  <a:pt x="1805" y="256"/>
                </a:lnTo>
                <a:lnTo>
                  <a:pt x="1806" y="256"/>
                </a:lnTo>
                <a:lnTo>
                  <a:pt x="1806" y="257"/>
                </a:lnTo>
                <a:lnTo>
                  <a:pt x="1805" y="257"/>
                </a:lnTo>
                <a:lnTo>
                  <a:pt x="1806" y="257"/>
                </a:lnTo>
                <a:lnTo>
                  <a:pt x="1806" y="259"/>
                </a:lnTo>
                <a:lnTo>
                  <a:pt x="1806" y="260"/>
                </a:lnTo>
                <a:lnTo>
                  <a:pt x="1806" y="261"/>
                </a:lnTo>
                <a:lnTo>
                  <a:pt x="1805" y="261"/>
                </a:lnTo>
                <a:lnTo>
                  <a:pt x="1805" y="262"/>
                </a:lnTo>
                <a:lnTo>
                  <a:pt x="1806" y="262"/>
                </a:lnTo>
                <a:lnTo>
                  <a:pt x="1806" y="263"/>
                </a:lnTo>
                <a:lnTo>
                  <a:pt x="1807" y="264"/>
                </a:lnTo>
                <a:lnTo>
                  <a:pt x="1807" y="263"/>
                </a:lnTo>
                <a:lnTo>
                  <a:pt x="1808" y="263"/>
                </a:lnTo>
                <a:lnTo>
                  <a:pt x="1808" y="262"/>
                </a:lnTo>
                <a:lnTo>
                  <a:pt x="1809" y="262"/>
                </a:lnTo>
                <a:lnTo>
                  <a:pt x="1809" y="261"/>
                </a:lnTo>
                <a:lnTo>
                  <a:pt x="1810" y="261"/>
                </a:lnTo>
                <a:lnTo>
                  <a:pt x="1811" y="261"/>
                </a:lnTo>
                <a:lnTo>
                  <a:pt x="1812" y="261"/>
                </a:lnTo>
                <a:lnTo>
                  <a:pt x="1812" y="260"/>
                </a:lnTo>
                <a:lnTo>
                  <a:pt x="1813" y="260"/>
                </a:lnTo>
                <a:lnTo>
                  <a:pt x="1813" y="259"/>
                </a:lnTo>
                <a:lnTo>
                  <a:pt x="1814" y="259"/>
                </a:lnTo>
                <a:lnTo>
                  <a:pt x="1814" y="260"/>
                </a:lnTo>
                <a:lnTo>
                  <a:pt x="1814" y="261"/>
                </a:lnTo>
                <a:lnTo>
                  <a:pt x="1814" y="262"/>
                </a:lnTo>
                <a:lnTo>
                  <a:pt x="1815" y="262"/>
                </a:lnTo>
                <a:lnTo>
                  <a:pt x="1815" y="263"/>
                </a:lnTo>
                <a:lnTo>
                  <a:pt x="1816" y="263"/>
                </a:lnTo>
                <a:lnTo>
                  <a:pt x="1816" y="264"/>
                </a:lnTo>
                <a:lnTo>
                  <a:pt x="1816" y="265"/>
                </a:lnTo>
                <a:lnTo>
                  <a:pt x="1816" y="266"/>
                </a:lnTo>
                <a:lnTo>
                  <a:pt x="1817" y="266"/>
                </a:lnTo>
                <a:lnTo>
                  <a:pt x="1817" y="267"/>
                </a:lnTo>
                <a:lnTo>
                  <a:pt x="1817" y="268"/>
                </a:lnTo>
                <a:lnTo>
                  <a:pt x="1818" y="269"/>
                </a:lnTo>
                <a:lnTo>
                  <a:pt x="1818" y="270"/>
                </a:lnTo>
                <a:lnTo>
                  <a:pt x="1817" y="270"/>
                </a:lnTo>
                <a:lnTo>
                  <a:pt x="1817" y="271"/>
                </a:lnTo>
                <a:lnTo>
                  <a:pt x="1816" y="271"/>
                </a:lnTo>
                <a:lnTo>
                  <a:pt x="1816" y="272"/>
                </a:lnTo>
                <a:lnTo>
                  <a:pt x="1816" y="273"/>
                </a:lnTo>
                <a:lnTo>
                  <a:pt x="1817" y="273"/>
                </a:lnTo>
                <a:lnTo>
                  <a:pt x="1818" y="273"/>
                </a:lnTo>
                <a:lnTo>
                  <a:pt x="1818" y="274"/>
                </a:lnTo>
                <a:lnTo>
                  <a:pt x="1819" y="274"/>
                </a:lnTo>
                <a:lnTo>
                  <a:pt x="1820" y="275"/>
                </a:lnTo>
                <a:lnTo>
                  <a:pt x="1820" y="276"/>
                </a:lnTo>
                <a:lnTo>
                  <a:pt x="1821" y="276"/>
                </a:lnTo>
                <a:lnTo>
                  <a:pt x="1821" y="275"/>
                </a:lnTo>
                <a:lnTo>
                  <a:pt x="1822" y="276"/>
                </a:lnTo>
                <a:lnTo>
                  <a:pt x="1822" y="277"/>
                </a:lnTo>
                <a:lnTo>
                  <a:pt x="1822" y="276"/>
                </a:lnTo>
                <a:lnTo>
                  <a:pt x="1824" y="276"/>
                </a:lnTo>
                <a:lnTo>
                  <a:pt x="1825" y="277"/>
                </a:lnTo>
                <a:lnTo>
                  <a:pt x="1826" y="277"/>
                </a:lnTo>
                <a:lnTo>
                  <a:pt x="1825" y="278"/>
                </a:lnTo>
                <a:lnTo>
                  <a:pt x="1825" y="279"/>
                </a:lnTo>
                <a:lnTo>
                  <a:pt x="1826" y="279"/>
                </a:lnTo>
                <a:lnTo>
                  <a:pt x="1827" y="279"/>
                </a:lnTo>
                <a:lnTo>
                  <a:pt x="1827" y="280"/>
                </a:lnTo>
                <a:lnTo>
                  <a:pt x="1828" y="280"/>
                </a:lnTo>
                <a:lnTo>
                  <a:pt x="1828" y="279"/>
                </a:lnTo>
                <a:lnTo>
                  <a:pt x="1829" y="279"/>
                </a:lnTo>
                <a:lnTo>
                  <a:pt x="1830" y="278"/>
                </a:lnTo>
                <a:lnTo>
                  <a:pt x="1831" y="277"/>
                </a:lnTo>
                <a:lnTo>
                  <a:pt x="1832" y="277"/>
                </a:lnTo>
                <a:lnTo>
                  <a:pt x="1832" y="278"/>
                </a:lnTo>
                <a:lnTo>
                  <a:pt x="1833" y="278"/>
                </a:lnTo>
                <a:lnTo>
                  <a:pt x="1833" y="279"/>
                </a:lnTo>
                <a:lnTo>
                  <a:pt x="1833" y="278"/>
                </a:lnTo>
                <a:lnTo>
                  <a:pt x="1834" y="278"/>
                </a:lnTo>
                <a:lnTo>
                  <a:pt x="1834" y="279"/>
                </a:lnTo>
                <a:lnTo>
                  <a:pt x="1834" y="280"/>
                </a:lnTo>
                <a:lnTo>
                  <a:pt x="1834" y="281"/>
                </a:lnTo>
                <a:lnTo>
                  <a:pt x="1833" y="281"/>
                </a:lnTo>
                <a:lnTo>
                  <a:pt x="1833" y="282"/>
                </a:lnTo>
                <a:lnTo>
                  <a:pt x="1834" y="282"/>
                </a:lnTo>
                <a:lnTo>
                  <a:pt x="1834" y="283"/>
                </a:lnTo>
                <a:lnTo>
                  <a:pt x="1833" y="283"/>
                </a:lnTo>
                <a:lnTo>
                  <a:pt x="1833" y="284"/>
                </a:lnTo>
                <a:lnTo>
                  <a:pt x="1833" y="285"/>
                </a:lnTo>
                <a:lnTo>
                  <a:pt x="1834" y="285"/>
                </a:lnTo>
                <a:lnTo>
                  <a:pt x="1835" y="285"/>
                </a:lnTo>
                <a:lnTo>
                  <a:pt x="1836" y="286"/>
                </a:lnTo>
                <a:lnTo>
                  <a:pt x="1837" y="286"/>
                </a:lnTo>
                <a:lnTo>
                  <a:pt x="1838" y="286"/>
                </a:lnTo>
                <a:lnTo>
                  <a:pt x="1838" y="285"/>
                </a:lnTo>
                <a:lnTo>
                  <a:pt x="1839" y="285"/>
                </a:lnTo>
                <a:lnTo>
                  <a:pt x="1839" y="284"/>
                </a:lnTo>
                <a:lnTo>
                  <a:pt x="1839" y="283"/>
                </a:lnTo>
                <a:lnTo>
                  <a:pt x="1840" y="282"/>
                </a:lnTo>
                <a:lnTo>
                  <a:pt x="1840" y="281"/>
                </a:lnTo>
                <a:lnTo>
                  <a:pt x="1841" y="281"/>
                </a:lnTo>
                <a:lnTo>
                  <a:pt x="1841" y="282"/>
                </a:lnTo>
                <a:lnTo>
                  <a:pt x="1841" y="283"/>
                </a:lnTo>
                <a:lnTo>
                  <a:pt x="1842" y="283"/>
                </a:lnTo>
                <a:lnTo>
                  <a:pt x="1843" y="283"/>
                </a:lnTo>
                <a:lnTo>
                  <a:pt x="1843" y="284"/>
                </a:lnTo>
                <a:lnTo>
                  <a:pt x="1843" y="285"/>
                </a:lnTo>
                <a:lnTo>
                  <a:pt x="1844" y="285"/>
                </a:lnTo>
                <a:lnTo>
                  <a:pt x="1845" y="285"/>
                </a:lnTo>
                <a:lnTo>
                  <a:pt x="1846" y="285"/>
                </a:lnTo>
                <a:lnTo>
                  <a:pt x="1846" y="284"/>
                </a:lnTo>
                <a:lnTo>
                  <a:pt x="1847" y="284"/>
                </a:lnTo>
                <a:lnTo>
                  <a:pt x="1847" y="285"/>
                </a:lnTo>
                <a:lnTo>
                  <a:pt x="1847" y="286"/>
                </a:lnTo>
                <a:lnTo>
                  <a:pt x="1848" y="287"/>
                </a:lnTo>
                <a:lnTo>
                  <a:pt x="1849" y="287"/>
                </a:lnTo>
                <a:lnTo>
                  <a:pt x="1849" y="288"/>
                </a:lnTo>
                <a:lnTo>
                  <a:pt x="1850" y="288"/>
                </a:lnTo>
                <a:lnTo>
                  <a:pt x="1850" y="289"/>
                </a:lnTo>
                <a:lnTo>
                  <a:pt x="1850" y="290"/>
                </a:lnTo>
                <a:lnTo>
                  <a:pt x="1851" y="290"/>
                </a:lnTo>
                <a:lnTo>
                  <a:pt x="1851" y="291"/>
                </a:lnTo>
                <a:lnTo>
                  <a:pt x="1851" y="290"/>
                </a:lnTo>
                <a:lnTo>
                  <a:pt x="1852" y="290"/>
                </a:lnTo>
                <a:lnTo>
                  <a:pt x="1853" y="290"/>
                </a:lnTo>
                <a:lnTo>
                  <a:pt x="1854" y="290"/>
                </a:lnTo>
                <a:lnTo>
                  <a:pt x="1855" y="290"/>
                </a:lnTo>
                <a:lnTo>
                  <a:pt x="1856" y="290"/>
                </a:lnTo>
                <a:lnTo>
                  <a:pt x="1857" y="291"/>
                </a:lnTo>
                <a:lnTo>
                  <a:pt x="1858" y="291"/>
                </a:lnTo>
                <a:lnTo>
                  <a:pt x="1859" y="291"/>
                </a:lnTo>
                <a:lnTo>
                  <a:pt x="1859" y="292"/>
                </a:lnTo>
                <a:lnTo>
                  <a:pt x="1859" y="291"/>
                </a:lnTo>
                <a:lnTo>
                  <a:pt x="1859" y="290"/>
                </a:lnTo>
                <a:lnTo>
                  <a:pt x="1859" y="289"/>
                </a:lnTo>
                <a:lnTo>
                  <a:pt x="1860" y="289"/>
                </a:lnTo>
                <a:lnTo>
                  <a:pt x="1861" y="288"/>
                </a:lnTo>
                <a:lnTo>
                  <a:pt x="1862" y="287"/>
                </a:lnTo>
                <a:lnTo>
                  <a:pt x="1863" y="287"/>
                </a:lnTo>
                <a:lnTo>
                  <a:pt x="1864" y="287"/>
                </a:lnTo>
                <a:lnTo>
                  <a:pt x="1865" y="287"/>
                </a:lnTo>
                <a:lnTo>
                  <a:pt x="1865" y="288"/>
                </a:lnTo>
                <a:lnTo>
                  <a:pt x="1866" y="288"/>
                </a:lnTo>
                <a:lnTo>
                  <a:pt x="1867" y="288"/>
                </a:lnTo>
                <a:lnTo>
                  <a:pt x="1868" y="288"/>
                </a:lnTo>
                <a:lnTo>
                  <a:pt x="1868" y="289"/>
                </a:lnTo>
                <a:lnTo>
                  <a:pt x="1869" y="289"/>
                </a:lnTo>
                <a:lnTo>
                  <a:pt x="1870" y="289"/>
                </a:lnTo>
                <a:lnTo>
                  <a:pt x="1871" y="289"/>
                </a:lnTo>
                <a:lnTo>
                  <a:pt x="1872" y="290"/>
                </a:lnTo>
                <a:lnTo>
                  <a:pt x="1873" y="290"/>
                </a:lnTo>
                <a:lnTo>
                  <a:pt x="1873" y="291"/>
                </a:lnTo>
                <a:lnTo>
                  <a:pt x="1874" y="291"/>
                </a:lnTo>
                <a:lnTo>
                  <a:pt x="1876" y="291"/>
                </a:lnTo>
                <a:lnTo>
                  <a:pt x="1877" y="291"/>
                </a:lnTo>
                <a:lnTo>
                  <a:pt x="1877" y="290"/>
                </a:lnTo>
                <a:lnTo>
                  <a:pt x="1878" y="290"/>
                </a:lnTo>
                <a:lnTo>
                  <a:pt x="1878" y="291"/>
                </a:lnTo>
                <a:lnTo>
                  <a:pt x="1879" y="291"/>
                </a:lnTo>
                <a:lnTo>
                  <a:pt x="1879" y="292"/>
                </a:lnTo>
                <a:lnTo>
                  <a:pt x="1880" y="292"/>
                </a:lnTo>
                <a:lnTo>
                  <a:pt x="1881" y="292"/>
                </a:lnTo>
                <a:lnTo>
                  <a:pt x="1881" y="293"/>
                </a:lnTo>
                <a:lnTo>
                  <a:pt x="1881" y="294"/>
                </a:lnTo>
                <a:lnTo>
                  <a:pt x="1882" y="294"/>
                </a:lnTo>
                <a:lnTo>
                  <a:pt x="1882" y="293"/>
                </a:lnTo>
                <a:lnTo>
                  <a:pt x="1883" y="293"/>
                </a:lnTo>
                <a:lnTo>
                  <a:pt x="1884" y="294"/>
                </a:lnTo>
                <a:lnTo>
                  <a:pt x="1884" y="295"/>
                </a:lnTo>
                <a:lnTo>
                  <a:pt x="1885" y="295"/>
                </a:lnTo>
                <a:lnTo>
                  <a:pt x="1885" y="296"/>
                </a:lnTo>
                <a:lnTo>
                  <a:pt x="1886" y="297"/>
                </a:lnTo>
                <a:lnTo>
                  <a:pt x="1886" y="298"/>
                </a:lnTo>
                <a:lnTo>
                  <a:pt x="1887" y="298"/>
                </a:lnTo>
                <a:lnTo>
                  <a:pt x="1887" y="299"/>
                </a:lnTo>
                <a:lnTo>
                  <a:pt x="1887" y="300"/>
                </a:lnTo>
                <a:lnTo>
                  <a:pt x="1887" y="301"/>
                </a:lnTo>
                <a:lnTo>
                  <a:pt x="1888" y="301"/>
                </a:lnTo>
                <a:lnTo>
                  <a:pt x="1889" y="301"/>
                </a:lnTo>
                <a:lnTo>
                  <a:pt x="1889" y="302"/>
                </a:lnTo>
                <a:lnTo>
                  <a:pt x="1888" y="302"/>
                </a:lnTo>
                <a:lnTo>
                  <a:pt x="1889" y="302"/>
                </a:lnTo>
                <a:lnTo>
                  <a:pt x="1889" y="304"/>
                </a:lnTo>
                <a:lnTo>
                  <a:pt x="1889" y="305"/>
                </a:lnTo>
                <a:lnTo>
                  <a:pt x="1890" y="305"/>
                </a:lnTo>
                <a:lnTo>
                  <a:pt x="1890" y="306"/>
                </a:lnTo>
                <a:lnTo>
                  <a:pt x="1891" y="306"/>
                </a:lnTo>
                <a:lnTo>
                  <a:pt x="1892" y="307"/>
                </a:lnTo>
                <a:lnTo>
                  <a:pt x="1892" y="308"/>
                </a:lnTo>
                <a:lnTo>
                  <a:pt x="1892" y="309"/>
                </a:lnTo>
                <a:lnTo>
                  <a:pt x="1893" y="309"/>
                </a:lnTo>
                <a:lnTo>
                  <a:pt x="1893" y="310"/>
                </a:lnTo>
                <a:lnTo>
                  <a:pt x="1893" y="311"/>
                </a:lnTo>
                <a:lnTo>
                  <a:pt x="1894" y="311"/>
                </a:lnTo>
                <a:lnTo>
                  <a:pt x="1894" y="312"/>
                </a:lnTo>
                <a:lnTo>
                  <a:pt x="1895" y="312"/>
                </a:lnTo>
                <a:lnTo>
                  <a:pt x="1895" y="313"/>
                </a:lnTo>
                <a:lnTo>
                  <a:pt x="1896" y="313"/>
                </a:lnTo>
                <a:lnTo>
                  <a:pt x="1897" y="313"/>
                </a:lnTo>
                <a:lnTo>
                  <a:pt x="1897" y="314"/>
                </a:lnTo>
                <a:lnTo>
                  <a:pt x="1898" y="314"/>
                </a:lnTo>
                <a:lnTo>
                  <a:pt x="1899" y="314"/>
                </a:lnTo>
                <a:lnTo>
                  <a:pt x="1900" y="314"/>
                </a:lnTo>
                <a:lnTo>
                  <a:pt x="1900" y="313"/>
                </a:lnTo>
                <a:lnTo>
                  <a:pt x="1901" y="313"/>
                </a:lnTo>
                <a:lnTo>
                  <a:pt x="1901" y="312"/>
                </a:lnTo>
                <a:lnTo>
                  <a:pt x="1902" y="312"/>
                </a:lnTo>
                <a:lnTo>
                  <a:pt x="1903" y="312"/>
                </a:lnTo>
                <a:lnTo>
                  <a:pt x="1903" y="311"/>
                </a:lnTo>
                <a:lnTo>
                  <a:pt x="1904" y="310"/>
                </a:lnTo>
                <a:lnTo>
                  <a:pt x="1905" y="310"/>
                </a:lnTo>
                <a:lnTo>
                  <a:pt x="1905" y="309"/>
                </a:lnTo>
                <a:lnTo>
                  <a:pt x="1906" y="308"/>
                </a:lnTo>
                <a:lnTo>
                  <a:pt x="1907" y="308"/>
                </a:lnTo>
                <a:lnTo>
                  <a:pt x="1908" y="308"/>
                </a:lnTo>
                <a:lnTo>
                  <a:pt x="1908" y="309"/>
                </a:lnTo>
                <a:lnTo>
                  <a:pt x="1909" y="309"/>
                </a:lnTo>
                <a:lnTo>
                  <a:pt x="1910" y="309"/>
                </a:lnTo>
                <a:lnTo>
                  <a:pt x="1910" y="310"/>
                </a:lnTo>
                <a:lnTo>
                  <a:pt x="1911" y="310"/>
                </a:lnTo>
                <a:lnTo>
                  <a:pt x="1911" y="311"/>
                </a:lnTo>
                <a:lnTo>
                  <a:pt x="1912" y="312"/>
                </a:lnTo>
                <a:lnTo>
                  <a:pt x="1912" y="313"/>
                </a:lnTo>
                <a:lnTo>
                  <a:pt x="1911" y="314"/>
                </a:lnTo>
                <a:lnTo>
                  <a:pt x="1910" y="314"/>
                </a:lnTo>
                <a:lnTo>
                  <a:pt x="1910" y="315"/>
                </a:lnTo>
                <a:lnTo>
                  <a:pt x="1910" y="316"/>
                </a:lnTo>
                <a:lnTo>
                  <a:pt x="1909" y="317"/>
                </a:lnTo>
                <a:lnTo>
                  <a:pt x="1909" y="318"/>
                </a:lnTo>
                <a:lnTo>
                  <a:pt x="1908" y="320"/>
                </a:lnTo>
                <a:lnTo>
                  <a:pt x="1908" y="321"/>
                </a:lnTo>
                <a:lnTo>
                  <a:pt x="1908" y="322"/>
                </a:lnTo>
                <a:lnTo>
                  <a:pt x="1909" y="323"/>
                </a:lnTo>
                <a:lnTo>
                  <a:pt x="1909" y="324"/>
                </a:lnTo>
                <a:lnTo>
                  <a:pt x="1909" y="326"/>
                </a:lnTo>
                <a:lnTo>
                  <a:pt x="1909" y="327"/>
                </a:lnTo>
                <a:lnTo>
                  <a:pt x="1909" y="328"/>
                </a:lnTo>
                <a:lnTo>
                  <a:pt x="1908" y="328"/>
                </a:lnTo>
                <a:lnTo>
                  <a:pt x="1907" y="328"/>
                </a:lnTo>
                <a:lnTo>
                  <a:pt x="1905" y="332"/>
                </a:lnTo>
                <a:lnTo>
                  <a:pt x="1904" y="333"/>
                </a:lnTo>
                <a:lnTo>
                  <a:pt x="1903" y="334"/>
                </a:lnTo>
                <a:lnTo>
                  <a:pt x="1903" y="335"/>
                </a:lnTo>
                <a:lnTo>
                  <a:pt x="1903" y="337"/>
                </a:lnTo>
                <a:lnTo>
                  <a:pt x="1903" y="338"/>
                </a:lnTo>
                <a:lnTo>
                  <a:pt x="1904" y="338"/>
                </a:lnTo>
                <a:lnTo>
                  <a:pt x="1904" y="339"/>
                </a:lnTo>
                <a:lnTo>
                  <a:pt x="1905" y="339"/>
                </a:lnTo>
                <a:lnTo>
                  <a:pt x="1905" y="340"/>
                </a:lnTo>
                <a:lnTo>
                  <a:pt x="1904" y="340"/>
                </a:lnTo>
                <a:lnTo>
                  <a:pt x="1904" y="341"/>
                </a:lnTo>
                <a:lnTo>
                  <a:pt x="1904" y="342"/>
                </a:lnTo>
                <a:lnTo>
                  <a:pt x="1905" y="343"/>
                </a:lnTo>
                <a:lnTo>
                  <a:pt x="1905" y="344"/>
                </a:lnTo>
                <a:lnTo>
                  <a:pt x="1906" y="344"/>
                </a:lnTo>
                <a:lnTo>
                  <a:pt x="1907" y="345"/>
                </a:lnTo>
                <a:lnTo>
                  <a:pt x="1908" y="345"/>
                </a:lnTo>
                <a:lnTo>
                  <a:pt x="1908" y="344"/>
                </a:lnTo>
                <a:lnTo>
                  <a:pt x="1909" y="344"/>
                </a:lnTo>
                <a:lnTo>
                  <a:pt x="1910" y="344"/>
                </a:lnTo>
                <a:lnTo>
                  <a:pt x="1911" y="344"/>
                </a:lnTo>
                <a:lnTo>
                  <a:pt x="1911" y="345"/>
                </a:lnTo>
                <a:lnTo>
                  <a:pt x="1912" y="345"/>
                </a:lnTo>
                <a:lnTo>
                  <a:pt x="1912" y="344"/>
                </a:lnTo>
                <a:lnTo>
                  <a:pt x="1913" y="344"/>
                </a:lnTo>
                <a:lnTo>
                  <a:pt x="1914" y="344"/>
                </a:lnTo>
                <a:lnTo>
                  <a:pt x="1914" y="343"/>
                </a:lnTo>
                <a:lnTo>
                  <a:pt x="1915" y="343"/>
                </a:lnTo>
                <a:lnTo>
                  <a:pt x="1915" y="344"/>
                </a:lnTo>
                <a:lnTo>
                  <a:pt x="1916" y="344"/>
                </a:lnTo>
                <a:lnTo>
                  <a:pt x="1917" y="344"/>
                </a:lnTo>
                <a:lnTo>
                  <a:pt x="1917" y="345"/>
                </a:lnTo>
                <a:lnTo>
                  <a:pt x="1918" y="345"/>
                </a:lnTo>
                <a:lnTo>
                  <a:pt x="1918" y="346"/>
                </a:lnTo>
                <a:lnTo>
                  <a:pt x="1919" y="346"/>
                </a:lnTo>
                <a:lnTo>
                  <a:pt x="1919" y="347"/>
                </a:lnTo>
                <a:lnTo>
                  <a:pt x="1920" y="347"/>
                </a:lnTo>
                <a:lnTo>
                  <a:pt x="1920" y="348"/>
                </a:lnTo>
                <a:lnTo>
                  <a:pt x="1921" y="348"/>
                </a:lnTo>
                <a:lnTo>
                  <a:pt x="1921" y="349"/>
                </a:lnTo>
                <a:lnTo>
                  <a:pt x="1922" y="349"/>
                </a:lnTo>
                <a:lnTo>
                  <a:pt x="1922" y="350"/>
                </a:lnTo>
                <a:lnTo>
                  <a:pt x="1923" y="351"/>
                </a:lnTo>
                <a:lnTo>
                  <a:pt x="1924" y="351"/>
                </a:lnTo>
                <a:lnTo>
                  <a:pt x="1925" y="351"/>
                </a:lnTo>
                <a:lnTo>
                  <a:pt x="1926" y="351"/>
                </a:lnTo>
                <a:lnTo>
                  <a:pt x="1926" y="352"/>
                </a:lnTo>
                <a:lnTo>
                  <a:pt x="1927" y="352"/>
                </a:lnTo>
                <a:lnTo>
                  <a:pt x="1927" y="353"/>
                </a:lnTo>
                <a:lnTo>
                  <a:pt x="1928" y="353"/>
                </a:lnTo>
                <a:lnTo>
                  <a:pt x="1928" y="354"/>
                </a:lnTo>
                <a:lnTo>
                  <a:pt x="1929" y="354"/>
                </a:lnTo>
                <a:lnTo>
                  <a:pt x="1929" y="355"/>
                </a:lnTo>
                <a:lnTo>
                  <a:pt x="1930" y="355"/>
                </a:lnTo>
                <a:lnTo>
                  <a:pt x="1930" y="356"/>
                </a:lnTo>
                <a:lnTo>
                  <a:pt x="1930" y="357"/>
                </a:lnTo>
                <a:lnTo>
                  <a:pt x="1931" y="357"/>
                </a:lnTo>
                <a:lnTo>
                  <a:pt x="1932" y="358"/>
                </a:lnTo>
                <a:lnTo>
                  <a:pt x="1933" y="358"/>
                </a:lnTo>
                <a:lnTo>
                  <a:pt x="1934" y="359"/>
                </a:lnTo>
                <a:lnTo>
                  <a:pt x="1935" y="359"/>
                </a:lnTo>
                <a:lnTo>
                  <a:pt x="1935" y="358"/>
                </a:lnTo>
                <a:lnTo>
                  <a:pt x="1936" y="358"/>
                </a:lnTo>
                <a:lnTo>
                  <a:pt x="1936" y="357"/>
                </a:lnTo>
                <a:lnTo>
                  <a:pt x="1936" y="358"/>
                </a:lnTo>
                <a:lnTo>
                  <a:pt x="1937" y="358"/>
                </a:lnTo>
                <a:lnTo>
                  <a:pt x="1937" y="359"/>
                </a:lnTo>
                <a:lnTo>
                  <a:pt x="1938" y="360"/>
                </a:lnTo>
                <a:lnTo>
                  <a:pt x="1938" y="361"/>
                </a:lnTo>
                <a:lnTo>
                  <a:pt x="1938" y="362"/>
                </a:lnTo>
                <a:lnTo>
                  <a:pt x="1938" y="363"/>
                </a:lnTo>
                <a:lnTo>
                  <a:pt x="1938" y="364"/>
                </a:lnTo>
                <a:lnTo>
                  <a:pt x="1939" y="364"/>
                </a:lnTo>
                <a:lnTo>
                  <a:pt x="1940" y="364"/>
                </a:lnTo>
                <a:lnTo>
                  <a:pt x="1941" y="365"/>
                </a:lnTo>
                <a:lnTo>
                  <a:pt x="1941" y="366"/>
                </a:lnTo>
                <a:lnTo>
                  <a:pt x="1941" y="367"/>
                </a:lnTo>
                <a:lnTo>
                  <a:pt x="1942" y="367"/>
                </a:lnTo>
                <a:lnTo>
                  <a:pt x="1942" y="368"/>
                </a:lnTo>
                <a:lnTo>
                  <a:pt x="1943" y="368"/>
                </a:lnTo>
                <a:lnTo>
                  <a:pt x="1944" y="368"/>
                </a:lnTo>
                <a:lnTo>
                  <a:pt x="1944" y="369"/>
                </a:lnTo>
                <a:lnTo>
                  <a:pt x="1944" y="370"/>
                </a:lnTo>
                <a:lnTo>
                  <a:pt x="1944" y="371"/>
                </a:lnTo>
                <a:lnTo>
                  <a:pt x="1944" y="372"/>
                </a:lnTo>
                <a:lnTo>
                  <a:pt x="1943" y="372"/>
                </a:lnTo>
                <a:lnTo>
                  <a:pt x="1944" y="372"/>
                </a:lnTo>
                <a:lnTo>
                  <a:pt x="1944" y="373"/>
                </a:lnTo>
                <a:lnTo>
                  <a:pt x="1945" y="373"/>
                </a:lnTo>
                <a:lnTo>
                  <a:pt x="1945" y="374"/>
                </a:lnTo>
                <a:lnTo>
                  <a:pt x="1944" y="374"/>
                </a:lnTo>
                <a:lnTo>
                  <a:pt x="1945" y="374"/>
                </a:lnTo>
                <a:lnTo>
                  <a:pt x="1946" y="374"/>
                </a:lnTo>
                <a:lnTo>
                  <a:pt x="1947" y="375"/>
                </a:lnTo>
                <a:lnTo>
                  <a:pt x="1947" y="376"/>
                </a:lnTo>
                <a:lnTo>
                  <a:pt x="1948" y="376"/>
                </a:lnTo>
                <a:lnTo>
                  <a:pt x="1948" y="377"/>
                </a:lnTo>
                <a:lnTo>
                  <a:pt x="1949" y="377"/>
                </a:lnTo>
                <a:lnTo>
                  <a:pt x="1950" y="377"/>
                </a:lnTo>
                <a:lnTo>
                  <a:pt x="1950" y="378"/>
                </a:lnTo>
                <a:lnTo>
                  <a:pt x="1951" y="378"/>
                </a:lnTo>
                <a:lnTo>
                  <a:pt x="1951" y="379"/>
                </a:lnTo>
                <a:lnTo>
                  <a:pt x="1953" y="379"/>
                </a:lnTo>
                <a:lnTo>
                  <a:pt x="1954" y="379"/>
                </a:lnTo>
                <a:lnTo>
                  <a:pt x="1955" y="380"/>
                </a:lnTo>
                <a:lnTo>
                  <a:pt x="1956" y="380"/>
                </a:lnTo>
                <a:lnTo>
                  <a:pt x="1957" y="380"/>
                </a:lnTo>
                <a:lnTo>
                  <a:pt x="1958" y="380"/>
                </a:lnTo>
                <a:lnTo>
                  <a:pt x="1958" y="381"/>
                </a:lnTo>
                <a:lnTo>
                  <a:pt x="1959" y="381"/>
                </a:lnTo>
                <a:lnTo>
                  <a:pt x="1960" y="382"/>
                </a:lnTo>
                <a:lnTo>
                  <a:pt x="1961" y="382"/>
                </a:lnTo>
                <a:lnTo>
                  <a:pt x="1962" y="382"/>
                </a:lnTo>
                <a:lnTo>
                  <a:pt x="1963" y="382"/>
                </a:lnTo>
                <a:lnTo>
                  <a:pt x="1963" y="381"/>
                </a:lnTo>
                <a:lnTo>
                  <a:pt x="1963" y="382"/>
                </a:lnTo>
                <a:lnTo>
                  <a:pt x="1964" y="382"/>
                </a:lnTo>
                <a:lnTo>
                  <a:pt x="1964" y="383"/>
                </a:lnTo>
                <a:lnTo>
                  <a:pt x="1965" y="383"/>
                </a:lnTo>
                <a:lnTo>
                  <a:pt x="1965" y="384"/>
                </a:lnTo>
                <a:lnTo>
                  <a:pt x="1967" y="384"/>
                </a:lnTo>
                <a:lnTo>
                  <a:pt x="1967" y="385"/>
                </a:lnTo>
                <a:lnTo>
                  <a:pt x="1967" y="386"/>
                </a:lnTo>
                <a:lnTo>
                  <a:pt x="1968" y="386"/>
                </a:lnTo>
                <a:lnTo>
                  <a:pt x="1968" y="387"/>
                </a:lnTo>
                <a:lnTo>
                  <a:pt x="1969" y="387"/>
                </a:lnTo>
                <a:lnTo>
                  <a:pt x="1970" y="387"/>
                </a:lnTo>
                <a:lnTo>
                  <a:pt x="1971" y="387"/>
                </a:lnTo>
                <a:lnTo>
                  <a:pt x="1971" y="388"/>
                </a:lnTo>
                <a:lnTo>
                  <a:pt x="1972" y="388"/>
                </a:lnTo>
                <a:lnTo>
                  <a:pt x="1972" y="389"/>
                </a:lnTo>
                <a:lnTo>
                  <a:pt x="1973" y="389"/>
                </a:lnTo>
                <a:lnTo>
                  <a:pt x="1973" y="390"/>
                </a:lnTo>
                <a:lnTo>
                  <a:pt x="1974" y="389"/>
                </a:lnTo>
                <a:lnTo>
                  <a:pt x="1974" y="390"/>
                </a:lnTo>
                <a:lnTo>
                  <a:pt x="1974" y="391"/>
                </a:lnTo>
                <a:lnTo>
                  <a:pt x="1975" y="391"/>
                </a:lnTo>
                <a:lnTo>
                  <a:pt x="1976" y="391"/>
                </a:lnTo>
                <a:lnTo>
                  <a:pt x="1977" y="391"/>
                </a:lnTo>
                <a:lnTo>
                  <a:pt x="1977" y="390"/>
                </a:lnTo>
                <a:lnTo>
                  <a:pt x="1978" y="390"/>
                </a:lnTo>
                <a:lnTo>
                  <a:pt x="1979" y="390"/>
                </a:lnTo>
                <a:lnTo>
                  <a:pt x="1979" y="389"/>
                </a:lnTo>
                <a:lnTo>
                  <a:pt x="1978" y="389"/>
                </a:lnTo>
                <a:lnTo>
                  <a:pt x="1978" y="388"/>
                </a:lnTo>
                <a:lnTo>
                  <a:pt x="1979" y="388"/>
                </a:lnTo>
                <a:lnTo>
                  <a:pt x="1979" y="387"/>
                </a:lnTo>
                <a:lnTo>
                  <a:pt x="1979" y="386"/>
                </a:lnTo>
                <a:lnTo>
                  <a:pt x="1979" y="385"/>
                </a:lnTo>
                <a:lnTo>
                  <a:pt x="1980" y="385"/>
                </a:lnTo>
                <a:lnTo>
                  <a:pt x="1980" y="384"/>
                </a:lnTo>
                <a:lnTo>
                  <a:pt x="1981" y="384"/>
                </a:lnTo>
                <a:lnTo>
                  <a:pt x="1982" y="384"/>
                </a:lnTo>
                <a:lnTo>
                  <a:pt x="1982" y="383"/>
                </a:lnTo>
                <a:lnTo>
                  <a:pt x="1983" y="383"/>
                </a:lnTo>
                <a:lnTo>
                  <a:pt x="1983" y="381"/>
                </a:lnTo>
                <a:lnTo>
                  <a:pt x="1984" y="381"/>
                </a:lnTo>
                <a:lnTo>
                  <a:pt x="1984" y="380"/>
                </a:lnTo>
                <a:lnTo>
                  <a:pt x="1985" y="380"/>
                </a:lnTo>
                <a:lnTo>
                  <a:pt x="1986" y="380"/>
                </a:lnTo>
                <a:lnTo>
                  <a:pt x="1987" y="379"/>
                </a:lnTo>
                <a:lnTo>
                  <a:pt x="1987" y="378"/>
                </a:lnTo>
                <a:lnTo>
                  <a:pt x="1988" y="378"/>
                </a:lnTo>
                <a:lnTo>
                  <a:pt x="1988" y="377"/>
                </a:lnTo>
                <a:lnTo>
                  <a:pt x="1989" y="377"/>
                </a:lnTo>
                <a:lnTo>
                  <a:pt x="1988" y="377"/>
                </a:lnTo>
                <a:lnTo>
                  <a:pt x="1989" y="377"/>
                </a:lnTo>
                <a:lnTo>
                  <a:pt x="1989" y="376"/>
                </a:lnTo>
                <a:lnTo>
                  <a:pt x="1990" y="376"/>
                </a:lnTo>
                <a:lnTo>
                  <a:pt x="1991" y="376"/>
                </a:lnTo>
                <a:lnTo>
                  <a:pt x="1992" y="376"/>
                </a:lnTo>
                <a:lnTo>
                  <a:pt x="1992" y="377"/>
                </a:lnTo>
                <a:lnTo>
                  <a:pt x="1992" y="378"/>
                </a:lnTo>
                <a:lnTo>
                  <a:pt x="1993" y="378"/>
                </a:lnTo>
                <a:lnTo>
                  <a:pt x="1994" y="378"/>
                </a:lnTo>
                <a:lnTo>
                  <a:pt x="1994" y="379"/>
                </a:lnTo>
                <a:lnTo>
                  <a:pt x="1994" y="378"/>
                </a:lnTo>
                <a:lnTo>
                  <a:pt x="1995" y="379"/>
                </a:lnTo>
                <a:lnTo>
                  <a:pt x="1996" y="379"/>
                </a:lnTo>
                <a:lnTo>
                  <a:pt x="1997" y="379"/>
                </a:lnTo>
                <a:lnTo>
                  <a:pt x="1997" y="378"/>
                </a:lnTo>
                <a:lnTo>
                  <a:pt x="1997" y="379"/>
                </a:lnTo>
                <a:lnTo>
                  <a:pt x="1998" y="379"/>
                </a:lnTo>
                <a:lnTo>
                  <a:pt x="1998" y="378"/>
                </a:lnTo>
                <a:lnTo>
                  <a:pt x="1999" y="378"/>
                </a:lnTo>
                <a:lnTo>
                  <a:pt x="1999" y="379"/>
                </a:lnTo>
                <a:lnTo>
                  <a:pt x="2000" y="379"/>
                </a:lnTo>
                <a:lnTo>
                  <a:pt x="2001" y="379"/>
                </a:lnTo>
                <a:lnTo>
                  <a:pt x="2001" y="380"/>
                </a:lnTo>
                <a:lnTo>
                  <a:pt x="2002" y="380"/>
                </a:lnTo>
                <a:lnTo>
                  <a:pt x="2003" y="380"/>
                </a:lnTo>
                <a:lnTo>
                  <a:pt x="2003" y="381"/>
                </a:lnTo>
                <a:lnTo>
                  <a:pt x="2004" y="381"/>
                </a:lnTo>
                <a:lnTo>
                  <a:pt x="2004" y="382"/>
                </a:lnTo>
                <a:lnTo>
                  <a:pt x="2005" y="382"/>
                </a:lnTo>
                <a:lnTo>
                  <a:pt x="2006" y="383"/>
                </a:lnTo>
                <a:lnTo>
                  <a:pt x="2007" y="383"/>
                </a:lnTo>
                <a:lnTo>
                  <a:pt x="2008" y="383"/>
                </a:lnTo>
                <a:lnTo>
                  <a:pt x="2009" y="383"/>
                </a:lnTo>
                <a:lnTo>
                  <a:pt x="2010" y="383"/>
                </a:lnTo>
                <a:lnTo>
                  <a:pt x="2011" y="384"/>
                </a:lnTo>
                <a:lnTo>
                  <a:pt x="2012" y="384"/>
                </a:lnTo>
                <a:lnTo>
                  <a:pt x="2013" y="384"/>
                </a:lnTo>
                <a:lnTo>
                  <a:pt x="2013" y="385"/>
                </a:lnTo>
                <a:lnTo>
                  <a:pt x="2014" y="385"/>
                </a:lnTo>
                <a:lnTo>
                  <a:pt x="2014" y="386"/>
                </a:lnTo>
                <a:lnTo>
                  <a:pt x="2015" y="386"/>
                </a:lnTo>
                <a:lnTo>
                  <a:pt x="2015" y="387"/>
                </a:lnTo>
                <a:lnTo>
                  <a:pt x="2016" y="387"/>
                </a:lnTo>
                <a:lnTo>
                  <a:pt x="2016" y="388"/>
                </a:lnTo>
                <a:lnTo>
                  <a:pt x="2017" y="388"/>
                </a:lnTo>
                <a:lnTo>
                  <a:pt x="2017" y="389"/>
                </a:lnTo>
                <a:lnTo>
                  <a:pt x="2017" y="390"/>
                </a:lnTo>
                <a:lnTo>
                  <a:pt x="2018" y="390"/>
                </a:lnTo>
                <a:lnTo>
                  <a:pt x="2018" y="391"/>
                </a:lnTo>
                <a:lnTo>
                  <a:pt x="2018" y="392"/>
                </a:lnTo>
                <a:lnTo>
                  <a:pt x="2019" y="393"/>
                </a:lnTo>
                <a:lnTo>
                  <a:pt x="2019" y="394"/>
                </a:lnTo>
                <a:lnTo>
                  <a:pt x="2020" y="394"/>
                </a:lnTo>
                <a:lnTo>
                  <a:pt x="2020" y="395"/>
                </a:lnTo>
                <a:lnTo>
                  <a:pt x="2021" y="396"/>
                </a:lnTo>
                <a:lnTo>
                  <a:pt x="2022" y="396"/>
                </a:lnTo>
                <a:lnTo>
                  <a:pt x="2022" y="397"/>
                </a:lnTo>
                <a:lnTo>
                  <a:pt x="2023" y="397"/>
                </a:lnTo>
                <a:lnTo>
                  <a:pt x="2023" y="398"/>
                </a:lnTo>
                <a:lnTo>
                  <a:pt x="2025" y="399"/>
                </a:lnTo>
                <a:lnTo>
                  <a:pt x="2025" y="400"/>
                </a:lnTo>
                <a:lnTo>
                  <a:pt x="2025" y="401"/>
                </a:lnTo>
                <a:lnTo>
                  <a:pt x="2024" y="401"/>
                </a:lnTo>
                <a:lnTo>
                  <a:pt x="2024" y="402"/>
                </a:lnTo>
                <a:lnTo>
                  <a:pt x="2023" y="402"/>
                </a:lnTo>
                <a:lnTo>
                  <a:pt x="2023" y="403"/>
                </a:lnTo>
                <a:lnTo>
                  <a:pt x="2023" y="405"/>
                </a:lnTo>
                <a:lnTo>
                  <a:pt x="2023" y="406"/>
                </a:lnTo>
                <a:lnTo>
                  <a:pt x="2024" y="406"/>
                </a:lnTo>
                <a:lnTo>
                  <a:pt x="2026" y="406"/>
                </a:lnTo>
                <a:lnTo>
                  <a:pt x="2027" y="407"/>
                </a:lnTo>
                <a:lnTo>
                  <a:pt x="2028" y="407"/>
                </a:lnTo>
                <a:lnTo>
                  <a:pt x="2029" y="407"/>
                </a:lnTo>
                <a:lnTo>
                  <a:pt x="2029" y="408"/>
                </a:lnTo>
                <a:lnTo>
                  <a:pt x="2030" y="408"/>
                </a:lnTo>
                <a:lnTo>
                  <a:pt x="2031" y="409"/>
                </a:lnTo>
                <a:lnTo>
                  <a:pt x="2032" y="409"/>
                </a:lnTo>
                <a:lnTo>
                  <a:pt x="2033" y="410"/>
                </a:lnTo>
                <a:lnTo>
                  <a:pt x="2034" y="410"/>
                </a:lnTo>
                <a:lnTo>
                  <a:pt x="2035" y="410"/>
                </a:lnTo>
                <a:lnTo>
                  <a:pt x="2035" y="411"/>
                </a:lnTo>
                <a:lnTo>
                  <a:pt x="2036" y="411"/>
                </a:lnTo>
                <a:lnTo>
                  <a:pt x="2037" y="411"/>
                </a:lnTo>
                <a:lnTo>
                  <a:pt x="2038" y="411"/>
                </a:lnTo>
                <a:lnTo>
                  <a:pt x="2038" y="412"/>
                </a:lnTo>
                <a:lnTo>
                  <a:pt x="2039" y="412"/>
                </a:lnTo>
                <a:lnTo>
                  <a:pt x="2040" y="412"/>
                </a:lnTo>
                <a:lnTo>
                  <a:pt x="2041" y="412"/>
                </a:lnTo>
                <a:lnTo>
                  <a:pt x="2041" y="413"/>
                </a:lnTo>
                <a:lnTo>
                  <a:pt x="2042" y="413"/>
                </a:lnTo>
                <a:lnTo>
                  <a:pt x="2043" y="413"/>
                </a:lnTo>
                <a:lnTo>
                  <a:pt x="2044" y="413"/>
                </a:lnTo>
                <a:lnTo>
                  <a:pt x="2044" y="414"/>
                </a:lnTo>
                <a:lnTo>
                  <a:pt x="2045" y="415"/>
                </a:lnTo>
                <a:lnTo>
                  <a:pt x="2046" y="416"/>
                </a:lnTo>
                <a:lnTo>
                  <a:pt x="2047" y="416"/>
                </a:lnTo>
                <a:lnTo>
                  <a:pt x="2047" y="417"/>
                </a:lnTo>
                <a:lnTo>
                  <a:pt x="2047" y="418"/>
                </a:lnTo>
                <a:lnTo>
                  <a:pt x="2047" y="420"/>
                </a:lnTo>
                <a:lnTo>
                  <a:pt x="2047" y="421"/>
                </a:lnTo>
                <a:lnTo>
                  <a:pt x="2047" y="422"/>
                </a:lnTo>
                <a:lnTo>
                  <a:pt x="2048" y="422"/>
                </a:lnTo>
                <a:lnTo>
                  <a:pt x="2049" y="422"/>
                </a:lnTo>
                <a:lnTo>
                  <a:pt x="2050" y="422"/>
                </a:lnTo>
                <a:lnTo>
                  <a:pt x="2051" y="422"/>
                </a:lnTo>
                <a:lnTo>
                  <a:pt x="2051" y="421"/>
                </a:lnTo>
                <a:lnTo>
                  <a:pt x="2052" y="421"/>
                </a:lnTo>
                <a:lnTo>
                  <a:pt x="2053" y="421"/>
                </a:lnTo>
                <a:lnTo>
                  <a:pt x="2053" y="420"/>
                </a:lnTo>
                <a:lnTo>
                  <a:pt x="2054" y="420"/>
                </a:lnTo>
                <a:lnTo>
                  <a:pt x="2054" y="421"/>
                </a:lnTo>
                <a:lnTo>
                  <a:pt x="2055" y="421"/>
                </a:lnTo>
                <a:lnTo>
                  <a:pt x="2055" y="422"/>
                </a:lnTo>
                <a:lnTo>
                  <a:pt x="2055" y="421"/>
                </a:lnTo>
                <a:lnTo>
                  <a:pt x="2055" y="420"/>
                </a:lnTo>
                <a:lnTo>
                  <a:pt x="2056" y="419"/>
                </a:lnTo>
                <a:lnTo>
                  <a:pt x="2056" y="417"/>
                </a:lnTo>
                <a:lnTo>
                  <a:pt x="2057" y="417"/>
                </a:lnTo>
                <a:lnTo>
                  <a:pt x="2057" y="416"/>
                </a:lnTo>
                <a:lnTo>
                  <a:pt x="2059" y="415"/>
                </a:lnTo>
                <a:lnTo>
                  <a:pt x="2060" y="413"/>
                </a:lnTo>
                <a:lnTo>
                  <a:pt x="2061" y="413"/>
                </a:lnTo>
                <a:lnTo>
                  <a:pt x="2062" y="412"/>
                </a:lnTo>
                <a:lnTo>
                  <a:pt x="2063" y="412"/>
                </a:lnTo>
                <a:lnTo>
                  <a:pt x="2064" y="411"/>
                </a:lnTo>
                <a:lnTo>
                  <a:pt x="2065" y="411"/>
                </a:lnTo>
                <a:lnTo>
                  <a:pt x="2065" y="410"/>
                </a:lnTo>
                <a:lnTo>
                  <a:pt x="2066" y="409"/>
                </a:lnTo>
                <a:lnTo>
                  <a:pt x="2067" y="409"/>
                </a:lnTo>
                <a:lnTo>
                  <a:pt x="2067" y="408"/>
                </a:lnTo>
                <a:lnTo>
                  <a:pt x="2068" y="408"/>
                </a:lnTo>
                <a:lnTo>
                  <a:pt x="2069" y="408"/>
                </a:lnTo>
                <a:lnTo>
                  <a:pt x="2070" y="407"/>
                </a:lnTo>
                <a:lnTo>
                  <a:pt x="2071" y="407"/>
                </a:lnTo>
                <a:lnTo>
                  <a:pt x="2071" y="408"/>
                </a:lnTo>
                <a:lnTo>
                  <a:pt x="2072" y="408"/>
                </a:lnTo>
                <a:lnTo>
                  <a:pt x="2073" y="408"/>
                </a:lnTo>
                <a:lnTo>
                  <a:pt x="2074" y="408"/>
                </a:lnTo>
                <a:lnTo>
                  <a:pt x="2075" y="408"/>
                </a:lnTo>
                <a:lnTo>
                  <a:pt x="2076" y="408"/>
                </a:lnTo>
                <a:lnTo>
                  <a:pt x="2077" y="408"/>
                </a:lnTo>
                <a:lnTo>
                  <a:pt x="2077" y="409"/>
                </a:lnTo>
                <a:lnTo>
                  <a:pt x="2077" y="410"/>
                </a:lnTo>
                <a:lnTo>
                  <a:pt x="2078" y="411"/>
                </a:lnTo>
                <a:lnTo>
                  <a:pt x="2079" y="411"/>
                </a:lnTo>
                <a:lnTo>
                  <a:pt x="2080" y="412"/>
                </a:lnTo>
                <a:lnTo>
                  <a:pt x="2079" y="413"/>
                </a:lnTo>
                <a:lnTo>
                  <a:pt x="2079" y="414"/>
                </a:lnTo>
                <a:lnTo>
                  <a:pt x="2080" y="415"/>
                </a:lnTo>
                <a:lnTo>
                  <a:pt x="2081" y="415"/>
                </a:lnTo>
                <a:lnTo>
                  <a:pt x="2082" y="416"/>
                </a:lnTo>
                <a:lnTo>
                  <a:pt x="2083" y="417"/>
                </a:lnTo>
                <a:lnTo>
                  <a:pt x="2083" y="418"/>
                </a:lnTo>
                <a:lnTo>
                  <a:pt x="2082" y="418"/>
                </a:lnTo>
                <a:lnTo>
                  <a:pt x="2082" y="420"/>
                </a:lnTo>
                <a:lnTo>
                  <a:pt x="2082" y="421"/>
                </a:lnTo>
                <a:lnTo>
                  <a:pt x="2083" y="422"/>
                </a:lnTo>
                <a:lnTo>
                  <a:pt x="2083" y="423"/>
                </a:lnTo>
                <a:lnTo>
                  <a:pt x="2084" y="423"/>
                </a:lnTo>
                <a:lnTo>
                  <a:pt x="2084" y="424"/>
                </a:lnTo>
                <a:lnTo>
                  <a:pt x="2084" y="425"/>
                </a:lnTo>
                <a:lnTo>
                  <a:pt x="2084" y="426"/>
                </a:lnTo>
                <a:lnTo>
                  <a:pt x="2083" y="428"/>
                </a:lnTo>
                <a:lnTo>
                  <a:pt x="2082" y="429"/>
                </a:lnTo>
                <a:lnTo>
                  <a:pt x="2083" y="430"/>
                </a:lnTo>
                <a:lnTo>
                  <a:pt x="2084" y="431"/>
                </a:lnTo>
                <a:lnTo>
                  <a:pt x="2085" y="432"/>
                </a:lnTo>
                <a:lnTo>
                  <a:pt x="2086" y="433"/>
                </a:lnTo>
                <a:lnTo>
                  <a:pt x="2087" y="434"/>
                </a:lnTo>
                <a:lnTo>
                  <a:pt x="2087" y="436"/>
                </a:lnTo>
                <a:lnTo>
                  <a:pt x="2087" y="437"/>
                </a:lnTo>
                <a:lnTo>
                  <a:pt x="2088" y="438"/>
                </a:lnTo>
                <a:lnTo>
                  <a:pt x="2089" y="439"/>
                </a:lnTo>
                <a:lnTo>
                  <a:pt x="2090" y="439"/>
                </a:lnTo>
                <a:lnTo>
                  <a:pt x="2092" y="440"/>
                </a:lnTo>
                <a:lnTo>
                  <a:pt x="2093" y="442"/>
                </a:lnTo>
                <a:lnTo>
                  <a:pt x="2094" y="442"/>
                </a:lnTo>
                <a:lnTo>
                  <a:pt x="2094" y="443"/>
                </a:lnTo>
                <a:lnTo>
                  <a:pt x="2095" y="445"/>
                </a:lnTo>
                <a:lnTo>
                  <a:pt x="2096" y="445"/>
                </a:lnTo>
                <a:lnTo>
                  <a:pt x="2097" y="446"/>
                </a:lnTo>
                <a:lnTo>
                  <a:pt x="2097" y="447"/>
                </a:lnTo>
                <a:lnTo>
                  <a:pt x="2096" y="448"/>
                </a:lnTo>
                <a:lnTo>
                  <a:pt x="2095" y="449"/>
                </a:lnTo>
                <a:lnTo>
                  <a:pt x="2095" y="450"/>
                </a:lnTo>
                <a:lnTo>
                  <a:pt x="2095" y="451"/>
                </a:lnTo>
                <a:lnTo>
                  <a:pt x="2095" y="452"/>
                </a:lnTo>
                <a:lnTo>
                  <a:pt x="2095" y="453"/>
                </a:lnTo>
                <a:lnTo>
                  <a:pt x="2094" y="453"/>
                </a:lnTo>
                <a:lnTo>
                  <a:pt x="2094" y="454"/>
                </a:lnTo>
                <a:lnTo>
                  <a:pt x="2092" y="457"/>
                </a:lnTo>
                <a:lnTo>
                  <a:pt x="2092" y="458"/>
                </a:lnTo>
                <a:lnTo>
                  <a:pt x="2092" y="459"/>
                </a:lnTo>
                <a:lnTo>
                  <a:pt x="2093" y="460"/>
                </a:lnTo>
                <a:lnTo>
                  <a:pt x="2094" y="459"/>
                </a:lnTo>
                <a:lnTo>
                  <a:pt x="2096" y="460"/>
                </a:lnTo>
                <a:lnTo>
                  <a:pt x="2097" y="460"/>
                </a:lnTo>
                <a:lnTo>
                  <a:pt x="2098" y="461"/>
                </a:lnTo>
                <a:lnTo>
                  <a:pt x="2099" y="461"/>
                </a:lnTo>
                <a:lnTo>
                  <a:pt x="2100" y="461"/>
                </a:lnTo>
                <a:lnTo>
                  <a:pt x="2100" y="462"/>
                </a:lnTo>
                <a:lnTo>
                  <a:pt x="2101" y="462"/>
                </a:lnTo>
                <a:lnTo>
                  <a:pt x="2103" y="464"/>
                </a:lnTo>
                <a:lnTo>
                  <a:pt x="2104" y="465"/>
                </a:lnTo>
                <a:lnTo>
                  <a:pt x="2104" y="466"/>
                </a:lnTo>
                <a:lnTo>
                  <a:pt x="2105" y="468"/>
                </a:lnTo>
                <a:lnTo>
                  <a:pt x="2105" y="469"/>
                </a:lnTo>
                <a:lnTo>
                  <a:pt x="2106" y="470"/>
                </a:lnTo>
                <a:lnTo>
                  <a:pt x="2105" y="470"/>
                </a:lnTo>
                <a:lnTo>
                  <a:pt x="2105" y="471"/>
                </a:lnTo>
                <a:lnTo>
                  <a:pt x="2107" y="473"/>
                </a:lnTo>
                <a:lnTo>
                  <a:pt x="2110" y="473"/>
                </a:lnTo>
                <a:lnTo>
                  <a:pt x="2111" y="473"/>
                </a:lnTo>
                <a:lnTo>
                  <a:pt x="2111" y="474"/>
                </a:lnTo>
                <a:lnTo>
                  <a:pt x="2112" y="474"/>
                </a:lnTo>
                <a:lnTo>
                  <a:pt x="2113" y="474"/>
                </a:lnTo>
                <a:lnTo>
                  <a:pt x="2114" y="475"/>
                </a:lnTo>
                <a:lnTo>
                  <a:pt x="2115" y="475"/>
                </a:lnTo>
                <a:lnTo>
                  <a:pt x="2115" y="476"/>
                </a:lnTo>
                <a:lnTo>
                  <a:pt x="2116" y="476"/>
                </a:lnTo>
                <a:lnTo>
                  <a:pt x="2117" y="477"/>
                </a:lnTo>
                <a:lnTo>
                  <a:pt x="2118" y="478"/>
                </a:lnTo>
                <a:lnTo>
                  <a:pt x="2118" y="479"/>
                </a:lnTo>
                <a:lnTo>
                  <a:pt x="2119" y="479"/>
                </a:lnTo>
                <a:lnTo>
                  <a:pt x="2120" y="479"/>
                </a:lnTo>
                <a:lnTo>
                  <a:pt x="2121" y="479"/>
                </a:lnTo>
                <a:lnTo>
                  <a:pt x="2122" y="479"/>
                </a:lnTo>
                <a:lnTo>
                  <a:pt x="2123" y="479"/>
                </a:lnTo>
                <a:lnTo>
                  <a:pt x="2123" y="480"/>
                </a:lnTo>
                <a:lnTo>
                  <a:pt x="2123" y="481"/>
                </a:lnTo>
                <a:lnTo>
                  <a:pt x="2123" y="483"/>
                </a:lnTo>
                <a:lnTo>
                  <a:pt x="2123" y="484"/>
                </a:lnTo>
                <a:lnTo>
                  <a:pt x="2125" y="486"/>
                </a:lnTo>
                <a:lnTo>
                  <a:pt x="2126" y="486"/>
                </a:lnTo>
                <a:lnTo>
                  <a:pt x="2128" y="488"/>
                </a:lnTo>
                <a:lnTo>
                  <a:pt x="2129" y="488"/>
                </a:lnTo>
                <a:lnTo>
                  <a:pt x="2129" y="489"/>
                </a:lnTo>
                <a:lnTo>
                  <a:pt x="2132" y="492"/>
                </a:lnTo>
                <a:lnTo>
                  <a:pt x="2133" y="492"/>
                </a:lnTo>
                <a:lnTo>
                  <a:pt x="2134" y="493"/>
                </a:lnTo>
                <a:lnTo>
                  <a:pt x="2135" y="493"/>
                </a:lnTo>
                <a:lnTo>
                  <a:pt x="2135" y="494"/>
                </a:lnTo>
                <a:lnTo>
                  <a:pt x="2136" y="494"/>
                </a:lnTo>
                <a:lnTo>
                  <a:pt x="2137" y="494"/>
                </a:lnTo>
                <a:lnTo>
                  <a:pt x="2137" y="493"/>
                </a:lnTo>
                <a:lnTo>
                  <a:pt x="2138" y="494"/>
                </a:lnTo>
                <a:lnTo>
                  <a:pt x="2139" y="495"/>
                </a:lnTo>
                <a:lnTo>
                  <a:pt x="2140" y="495"/>
                </a:lnTo>
                <a:lnTo>
                  <a:pt x="2141" y="496"/>
                </a:lnTo>
                <a:lnTo>
                  <a:pt x="2142" y="496"/>
                </a:lnTo>
                <a:lnTo>
                  <a:pt x="2143" y="497"/>
                </a:lnTo>
                <a:lnTo>
                  <a:pt x="2142" y="498"/>
                </a:lnTo>
                <a:lnTo>
                  <a:pt x="2142" y="499"/>
                </a:lnTo>
                <a:lnTo>
                  <a:pt x="2141" y="500"/>
                </a:lnTo>
                <a:lnTo>
                  <a:pt x="2142" y="500"/>
                </a:lnTo>
                <a:lnTo>
                  <a:pt x="2142" y="501"/>
                </a:lnTo>
                <a:lnTo>
                  <a:pt x="2142" y="502"/>
                </a:lnTo>
                <a:lnTo>
                  <a:pt x="2143" y="502"/>
                </a:lnTo>
                <a:lnTo>
                  <a:pt x="2145" y="504"/>
                </a:lnTo>
                <a:lnTo>
                  <a:pt x="2146" y="504"/>
                </a:lnTo>
                <a:lnTo>
                  <a:pt x="2147" y="505"/>
                </a:lnTo>
                <a:lnTo>
                  <a:pt x="2147" y="506"/>
                </a:lnTo>
                <a:lnTo>
                  <a:pt x="2147" y="507"/>
                </a:lnTo>
                <a:lnTo>
                  <a:pt x="2147" y="509"/>
                </a:lnTo>
                <a:lnTo>
                  <a:pt x="2149" y="510"/>
                </a:lnTo>
                <a:lnTo>
                  <a:pt x="2150" y="510"/>
                </a:lnTo>
                <a:lnTo>
                  <a:pt x="2151" y="511"/>
                </a:lnTo>
                <a:lnTo>
                  <a:pt x="2151" y="512"/>
                </a:lnTo>
                <a:lnTo>
                  <a:pt x="2151" y="513"/>
                </a:lnTo>
                <a:lnTo>
                  <a:pt x="2152" y="514"/>
                </a:lnTo>
                <a:lnTo>
                  <a:pt x="2152" y="515"/>
                </a:lnTo>
                <a:lnTo>
                  <a:pt x="2155" y="516"/>
                </a:lnTo>
                <a:lnTo>
                  <a:pt x="2156" y="516"/>
                </a:lnTo>
                <a:lnTo>
                  <a:pt x="2157" y="516"/>
                </a:lnTo>
                <a:lnTo>
                  <a:pt x="2159" y="516"/>
                </a:lnTo>
                <a:lnTo>
                  <a:pt x="2160" y="517"/>
                </a:lnTo>
                <a:lnTo>
                  <a:pt x="2161" y="518"/>
                </a:lnTo>
                <a:lnTo>
                  <a:pt x="2161" y="519"/>
                </a:lnTo>
                <a:lnTo>
                  <a:pt x="2162" y="520"/>
                </a:lnTo>
                <a:lnTo>
                  <a:pt x="2163" y="521"/>
                </a:lnTo>
                <a:lnTo>
                  <a:pt x="2164" y="522"/>
                </a:lnTo>
                <a:lnTo>
                  <a:pt x="2164" y="523"/>
                </a:lnTo>
                <a:lnTo>
                  <a:pt x="2165" y="524"/>
                </a:lnTo>
                <a:lnTo>
                  <a:pt x="2166" y="525"/>
                </a:lnTo>
                <a:lnTo>
                  <a:pt x="2167" y="526"/>
                </a:lnTo>
                <a:lnTo>
                  <a:pt x="2168" y="526"/>
                </a:lnTo>
                <a:lnTo>
                  <a:pt x="2169" y="526"/>
                </a:lnTo>
                <a:lnTo>
                  <a:pt x="2169" y="525"/>
                </a:lnTo>
                <a:lnTo>
                  <a:pt x="2170" y="525"/>
                </a:lnTo>
                <a:lnTo>
                  <a:pt x="2170" y="526"/>
                </a:lnTo>
                <a:lnTo>
                  <a:pt x="2171" y="528"/>
                </a:lnTo>
                <a:lnTo>
                  <a:pt x="2171" y="530"/>
                </a:lnTo>
                <a:lnTo>
                  <a:pt x="2173" y="532"/>
                </a:lnTo>
                <a:lnTo>
                  <a:pt x="2174" y="534"/>
                </a:lnTo>
                <a:lnTo>
                  <a:pt x="2176" y="536"/>
                </a:lnTo>
                <a:lnTo>
                  <a:pt x="2176" y="537"/>
                </a:lnTo>
                <a:lnTo>
                  <a:pt x="2176" y="538"/>
                </a:lnTo>
                <a:lnTo>
                  <a:pt x="2176" y="541"/>
                </a:lnTo>
                <a:lnTo>
                  <a:pt x="2175" y="541"/>
                </a:lnTo>
                <a:lnTo>
                  <a:pt x="2174" y="541"/>
                </a:lnTo>
                <a:lnTo>
                  <a:pt x="2174" y="540"/>
                </a:lnTo>
                <a:lnTo>
                  <a:pt x="2173" y="540"/>
                </a:lnTo>
                <a:lnTo>
                  <a:pt x="2171" y="540"/>
                </a:lnTo>
                <a:lnTo>
                  <a:pt x="2170" y="540"/>
                </a:lnTo>
                <a:lnTo>
                  <a:pt x="2169" y="540"/>
                </a:lnTo>
                <a:lnTo>
                  <a:pt x="2168" y="540"/>
                </a:lnTo>
                <a:lnTo>
                  <a:pt x="2166" y="541"/>
                </a:lnTo>
                <a:lnTo>
                  <a:pt x="2165" y="541"/>
                </a:lnTo>
                <a:lnTo>
                  <a:pt x="2164" y="542"/>
                </a:lnTo>
                <a:lnTo>
                  <a:pt x="2162" y="542"/>
                </a:lnTo>
                <a:lnTo>
                  <a:pt x="2161" y="542"/>
                </a:lnTo>
                <a:lnTo>
                  <a:pt x="2159" y="543"/>
                </a:lnTo>
                <a:lnTo>
                  <a:pt x="2158" y="543"/>
                </a:lnTo>
                <a:lnTo>
                  <a:pt x="2157" y="543"/>
                </a:lnTo>
                <a:lnTo>
                  <a:pt x="2156" y="542"/>
                </a:lnTo>
                <a:lnTo>
                  <a:pt x="2155" y="542"/>
                </a:lnTo>
                <a:lnTo>
                  <a:pt x="2154" y="543"/>
                </a:lnTo>
                <a:lnTo>
                  <a:pt x="2153" y="543"/>
                </a:lnTo>
                <a:lnTo>
                  <a:pt x="2152" y="544"/>
                </a:lnTo>
                <a:lnTo>
                  <a:pt x="2151" y="545"/>
                </a:lnTo>
                <a:lnTo>
                  <a:pt x="2152" y="545"/>
                </a:lnTo>
                <a:lnTo>
                  <a:pt x="2152" y="546"/>
                </a:lnTo>
                <a:lnTo>
                  <a:pt x="2152" y="547"/>
                </a:lnTo>
                <a:lnTo>
                  <a:pt x="2152" y="548"/>
                </a:lnTo>
                <a:lnTo>
                  <a:pt x="2153" y="550"/>
                </a:lnTo>
                <a:lnTo>
                  <a:pt x="2152" y="552"/>
                </a:lnTo>
                <a:lnTo>
                  <a:pt x="2152" y="553"/>
                </a:lnTo>
                <a:lnTo>
                  <a:pt x="2153" y="554"/>
                </a:lnTo>
                <a:lnTo>
                  <a:pt x="2153" y="555"/>
                </a:lnTo>
                <a:lnTo>
                  <a:pt x="2154" y="557"/>
                </a:lnTo>
                <a:lnTo>
                  <a:pt x="2154" y="558"/>
                </a:lnTo>
                <a:lnTo>
                  <a:pt x="2151" y="560"/>
                </a:lnTo>
                <a:lnTo>
                  <a:pt x="2150" y="560"/>
                </a:lnTo>
                <a:lnTo>
                  <a:pt x="2149" y="562"/>
                </a:lnTo>
                <a:lnTo>
                  <a:pt x="2148" y="562"/>
                </a:lnTo>
                <a:lnTo>
                  <a:pt x="2147" y="563"/>
                </a:lnTo>
                <a:lnTo>
                  <a:pt x="2147" y="564"/>
                </a:lnTo>
                <a:lnTo>
                  <a:pt x="2148" y="564"/>
                </a:lnTo>
                <a:lnTo>
                  <a:pt x="2148" y="565"/>
                </a:lnTo>
                <a:lnTo>
                  <a:pt x="2147" y="566"/>
                </a:lnTo>
                <a:lnTo>
                  <a:pt x="2146" y="567"/>
                </a:lnTo>
                <a:lnTo>
                  <a:pt x="2145" y="567"/>
                </a:lnTo>
                <a:lnTo>
                  <a:pt x="2145" y="568"/>
                </a:lnTo>
                <a:lnTo>
                  <a:pt x="2146" y="568"/>
                </a:lnTo>
                <a:lnTo>
                  <a:pt x="2146" y="569"/>
                </a:lnTo>
                <a:lnTo>
                  <a:pt x="2146" y="570"/>
                </a:lnTo>
                <a:lnTo>
                  <a:pt x="2147" y="570"/>
                </a:lnTo>
                <a:lnTo>
                  <a:pt x="2147" y="571"/>
                </a:lnTo>
                <a:lnTo>
                  <a:pt x="2148" y="570"/>
                </a:lnTo>
                <a:lnTo>
                  <a:pt x="2149" y="570"/>
                </a:lnTo>
                <a:lnTo>
                  <a:pt x="2150" y="570"/>
                </a:lnTo>
                <a:lnTo>
                  <a:pt x="2150" y="571"/>
                </a:lnTo>
                <a:lnTo>
                  <a:pt x="2151" y="571"/>
                </a:lnTo>
                <a:lnTo>
                  <a:pt x="2152" y="570"/>
                </a:lnTo>
                <a:lnTo>
                  <a:pt x="2153" y="571"/>
                </a:lnTo>
                <a:lnTo>
                  <a:pt x="2152" y="572"/>
                </a:lnTo>
                <a:lnTo>
                  <a:pt x="2152" y="573"/>
                </a:lnTo>
                <a:lnTo>
                  <a:pt x="2153" y="573"/>
                </a:lnTo>
                <a:lnTo>
                  <a:pt x="2154" y="574"/>
                </a:lnTo>
                <a:lnTo>
                  <a:pt x="2155" y="574"/>
                </a:lnTo>
                <a:lnTo>
                  <a:pt x="2156" y="574"/>
                </a:lnTo>
                <a:lnTo>
                  <a:pt x="2156" y="575"/>
                </a:lnTo>
                <a:lnTo>
                  <a:pt x="2156" y="576"/>
                </a:lnTo>
                <a:lnTo>
                  <a:pt x="2157" y="576"/>
                </a:lnTo>
                <a:lnTo>
                  <a:pt x="2157" y="577"/>
                </a:lnTo>
                <a:lnTo>
                  <a:pt x="2158" y="577"/>
                </a:lnTo>
                <a:lnTo>
                  <a:pt x="2159" y="577"/>
                </a:lnTo>
                <a:lnTo>
                  <a:pt x="2161" y="577"/>
                </a:lnTo>
                <a:lnTo>
                  <a:pt x="2162" y="578"/>
                </a:lnTo>
                <a:lnTo>
                  <a:pt x="2163" y="579"/>
                </a:lnTo>
                <a:lnTo>
                  <a:pt x="2163" y="580"/>
                </a:lnTo>
                <a:lnTo>
                  <a:pt x="2162" y="581"/>
                </a:lnTo>
                <a:lnTo>
                  <a:pt x="2162" y="582"/>
                </a:lnTo>
                <a:lnTo>
                  <a:pt x="2163" y="583"/>
                </a:lnTo>
                <a:lnTo>
                  <a:pt x="2164" y="584"/>
                </a:lnTo>
                <a:lnTo>
                  <a:pt x="2164" y="585"/>
                </a:lnTo>
                <a:lnTo>
                  <a:pt x="2164" y="586"/>
                </a:lnTo>
                <a:lnTo>
                  <a:pt x="2165" y="586"/>
                </a:lnTo>
                <a:lnTo>
                  <a:pt x="2165" y="587"/>
                </a:lnTo>
                <a:lnTo>
                  <a:pt x="2166" y="587"/>
                </a:lnTo>
                <a:lnTo>
                  <a:pt x="2166" y="588"/>
                </a:lnTo>
                <a:lnTo>
                  <a:pt x="2166" y="589"/>
                </a:lnTo>
                <a:lnTo>
                  <a:pt x="2167" y="589"/>
                </a:lnTo>
                <a:lnTo>
                  <a:pt x="2168" y="589"/>
                </a:lnTo>
                <a:lnTo>
                  <a:pt x="2169" y="589"/>
                </a:lnTo>
                <a:lnTo>
                  <a:pt x="2169" y="590"/>
                </a:lnTo>
                <a:lnTo>
                  <a:pt x="2170" y="590"/>
                </a:lnTo>
                <a:lnTo>
                  <a:pt x="2172" y="591"/>
                </a:lnTo>
                <a:lnTo>
                  <a:pt x="2173" y="591"/>
                </a:lnTo>
                <a:lnTo>
                  <a:pt x="2173" y="592"/>
                </a:lnTo>
                <a:lnTo>
                  <a:pt x="2173" y="593"/>
                </a:lnTo>
                <a:lnTo>
                  <a:pt x="2174" y="593"/>
                </a:lnTo>
                <a:lnTo>
                  <a:pt x="2174" y="592"/>
                </a:lnTo>
                <a:lnTo>
                  <a:pt x="2175" y="593"/>
                </a:lnTo>
                <a:lnTo>
                  <a:pt x="2175" y="594"/>
                </a:lnTo>
                <a:lnTo>
                  <a:pt x="2175" y="595"/>
                </a:lnTo>
                <a:lnTo>
                  <a:pt x="2176" y="595"/>
                </a:lnTo>
                <a:lnTo>
                  <a:pt x="2176" y="596"/>
                </a:lnTo>
                <a:lnTo>
                  <a:pt x="2176" y="597"/>
                </a:lnTo>
                <a:lnTo>
                  <a:pt x="2177" y="597"/>
                </a:lnTo>
                <a:lnTo>
                  <a:pt x="2177" y="598"/>
                </a:lnTo>
                <a:lnTo>
                  <a:pt x="2178" y="599"/>
                </a:lnTo>
                <a:lnTo>
                  <a:pt x="2179" y="600"/>
                </a:lnTo>
                <a:lnTo>
                  <a:pt x="2180" y="602"/>
                </a:lnTo>
                <a:lnTo>
                  <a:pt x="2181" y="602"/>
                </a:lnTo>
                <a:lnTo>
                  <a:pt x="2182" y="601"/>
                </a:lnTo>
                <a:lnTo>
                  <a:pt x="2182" y="602"/>
                </a:lnTo>
                <a:lnTo>
                  <a:pt x="2184" y="605"/>
                </a:lnTo>
                <a:lnTo>
                  <a:pt x="2184" y="606"/>
                </a:lnTo>
                <a:lnTo>
                  <a:pt x="2185" y="607"/>
                </a:lnTo>
                <a:lnTo>
                  <a:pt x="2187" y="610"/>
                </a:lnTo>
                <a:lnTo>
                  <a:pt x="2186" y="610"/>
                </a:lnTo>
                <a:lnTo>
                  <a:pt x="2185" y="609"/>
                </a:lnTo>
                <a:lnTo>
                  <a:pt x="2184" y="609"/>
                </a:lnTo>
                <a:lnTo>
                  <a:pt x="2183" y="609"/>
                </a:lnTo>
                <a:lnTo>
                  <a:pt x="2182" y="609"/>
                </a:lnTo>
                <a:lnTo>
                  <a:pt x="2182" y="610"/>
                </a:lnTo>
                <a:lnTo>
                  <a:pt x="2181" y="610"/>
                </a:lnTo>
                <a:lnTo>
                  <a:pt x="2181" y="611"/>
                </a:lnTo>
                <a:lnTo>
                  <a:pt x="2180" y="612"/>
                </a:lnTo>
                <a:lnTo>
                  <a:pt x="2178" y="613"/>
                </a:lnTo>
                <a:lnTo>
                  <a:pt x="2177" y="614"/>
                </a:lnTo>
                <a:lnTo>
                  <a:pt x="2176" y="614"/>
                </a:lnTo>
                <a:lnTo>
                  <a:pt x="2175" y="615"/>
                </a:lnTo>
                <a:lnTo>
                  <a:pt x="2175" y="616"/>
                </a:lnTo>
                <a:lnTo>
                  <a:pt x="2175" y="617"/>
                </a:lnTo>
                <a:lnTo>
                  <a:pt x="2174" y="617"/>
                </a:lnTo>
                <a:lnTo>
                  <a:pt x="2173" y="617"/>
                </a:lnTo>
                <a:lnTo>
                  <a:pt x="2171" y="616"/>
                </a:lnTo>
                <a:lnTo>
                  <a:pt x="2170" y="616"/>
                </a:lnTo>
                <a:lnTo>
                  <a:pt x="2169" y="618"/>
                </a:lnTo>
                <a:lnTo>
                  <a:pt x="2169" y="619"/>
                </a:lnTo>
                <a:lnTo>
                  <a:pt x="2168" y="620"/>
                </a:lnTo>
                <a:lnTo>
                  <a:pt x="2168" y="622"/>
                </a:lnTo>
                <a:lnTo>
                  <a:pt x="2168" y="623"/>
                </a:lnTo>
                <a:lnTo>
                  <a:pt x="2169" y="623"/>
                </a:lnTo>
                <a:lnTo>
                  <a:pt x="2169" y="624"/>
                </a:lnTo>
                <a:lnTo>
                  <a:pt x="2168" y="625"/>
                </a:lnTo>
                <a:lnTo>
                  <a:pt x="2168" y="626"/>
                </a:lnTo>
                <a:lnTo>
                  <a:pt x="2168" y="628"/>
                </a:lnTo>
                <a:lnTo>
                  <a:pt x="2169" y="628"/>
                </a:lnTo>
                <a:lnTo>
                  <a:pt x="2169" y="629"/>
                </a:lnTo>
                <a:lnTo>
                  <a:pt x="2170" y="629"/>
                </a:lnTo>
                <a:lnTo>
                  <a:pt x="2170" y="630"/>
                </a:lnTo>
                <a:lnTo>
                  <a:pt x="2171" y="630"/>
                </a:lnTo>
                <a:lnTo>
                  <a:pt x="2172" y="633"/>
                </a:lnTo>
                <a:lnTo>
                  <a:pt x="2172" y="634"/>
                </a:lnTo>
                <a:lnTo>
                  <a:pt x="2173" y="635"/>
                </a:lnTo>
                <a:lnTo>
                  <a:pt x="2176" y="637"/>
                </a:lnTo>
                <a:lnTo>
                  <a:pt x="2178" y="638"/>
                </a:lnTo>
                <a:lnTo>
                  <a:pt x="2179" y="639"/>
                </a:lnTo>
                <a:lnTo>
                  <a:pt x="2180" y="640"/>
                </a:lnTo>
                <a:lnTo>
                  <a:pt x="2181" y="641"/>
                </a:lnTo>
                <a:lnTo>
                  <a:pt x="2183" y="642"/>
                </a:lnTo>
                <a:lnTo>
                  <a:pt x="2184" y="641"/>
                </a:lnTo>
                <a:lnTo>
                  <a:pt x="2186" y="642"/>
                </a:lnTo>
                <a:lnTo>
                  <a:pt x="2187" y="642"/>
                </a:lnTo>
                <a:lnTo>
                  <a:pt x="2187" y="643"/>
                </a:lnTo>
                <a:lnTo>
                  <a:pt x="2186" y="645"/>
                </a:lnTo>
                <a:lnTo>
                  <a:pt x="2185" y="645"/>
                </a:lnTo>
                <a:lnTo>
                  <a:pt x="2187" y="647"/>
                </a:lnTo>
                <a:lnTo>
                  <a:pt x="2188" y="647"/>
                </a:lnTo>
                <a:lnTo>
                  <a:pt x="2190" y="648"/>
                </a:lnTo>
                <a:lnTo>
                  <a:pt x="2190" y="649"/>
                </a:lnTo>
                <a:lnTo>
                  <a:pt x="2192" y="649"/>
                </a:lnTo>
                <a:lnTo>
                  <a:pt x="2193" y="650"/>
                </a:lnTo>
                <a:lnTo>
                  <a:pt x="2193" y="651"/>
                </a:lnTo>
                <a:lnTo>
                  <a:pt x="2193" y="652"/>
                </a:lnTo>
                <a:lnTo>
                  <a:pt x="2191" y="652"/>
                </a:lnTo>
                <a:lnTo>
                  <a:pt x="2190" y="652"/>
                </a:lnTo>
                <a:lnTo>
                  <a:pt x="2189" y="651"/>
                </a:lnTo>
                <a:lnTo>
                  <a:pt x="2189" y="652"/>
                </a:lnTo>
                <a:lnTo>
                  <a:pt x="2189" y="653"/>
                </a:lnTo>
                <a:lnTo>
                  <a:pt x="2188" y="653"/>
                </a:lnTo>
                <a:lnTo>
                  <a:pt x="2189" y="653"/>
                </a:lnTo>
                <a:lnTo>
                  <a:pt x="2189" y="654"/>
                </a:lnTo>
                <a:lnTo>
                  <a:pt x="2190" y="655"/>
                </a:lnTo>
                <a:lnTo>
                  <a:pt x="2190" y="656"/>
                </a:lnTo>
                <a:lnTo>
                  <a:pt x="2190" y="657"/>
                </a:lnTo>
                <a:lnTo>
                  <a:pt x="2190" y="658"/>
                </a:lnTo>
                <a:lnTo>
                  <a:pt x="2191" y="661"/>
                </a:lnTo>
                <a:lnTo>
                  <a:pt x="2192" y="661"/>
                </a:lnTo>
                <a:lnTo>
                  <a:pt x="2193" y="661"/>
                </a:lnTo>
                <a:lnTo>
                  <a:pt x="2194" y="661"/>
                </a:lnTo>
                <a:lnTo>
                  <a:pt x="2194" y="662"/>
                </a:lnTo>
                <a:lnTo>
                  <a:pt x="2195" y="663"/>
                </a:lnTo>
                <a:lnTo>
                  <a:pt x="2197" y="665"/>
                </a:lnTo>
                <a:lnTo>
                  <a:pt x="2198" y="666"/>
                </a:lnTo>
                <a:lnTo>
                  <a:pt x="2198" y="667"/>
                </a:lnTo>
                <a:lnTo>
                  <a:pt x="2197" y="669"/>
                </a:lnTo>
                <a:lnTo>
                  <a:pt x="2197" y="670"/>
                </a:lnTo>
                <a:lnTo>
                  <a:pt x="2196" y="670"/>
                </a:lnTo>
                <a:lnTo>
                  <a:pt x="2195" y="671"/>
                </a:lnTo>
                <a:lnTo>
                  <a:pt x="2194" y="671"/>
                </a:lnTo>
                <a:lnTo>
                  <a:pt x="2194" y="672"/>
                </a:lnTo>
                <a:lnTo>
                  <a:pt x="2193" y="673"/>
                </a:lnTo>
                <a:lnTo>
                  <a:pt x="2194" y="675"/>
                </a:lnTo>
                <a:lnTo>
                  <a:pt x="2195" y="676"/>
                </a:lnTo>
                <a:lnTo>
                  <a:pt x="2196" y="676"/>
                </a:lnTo>
                <a:lnTo>
                  <a:pt x="2197" y="677"/>
                </a:lnTo>
                <a:lnTo>
                  <a:pt x="2197" y="679"/>
                </a:lnTo>
                <a:lnTo>
                  <a:pt x="2197" y="681"/>
                </a:lnTo>
                <a:lnTo>
                  <a:pt x="2198" y="682"/>
                </a:lnTo>
                <a:lnTo>
                  <a:pt x="2199" y="682"/>
                </a:lnTo>
                <a:lnTo>
                  <a:pt x="2200" y="682"/>
                </a:lnTo>
                <a:lnTo>
                  <a:pt x="2200" y="683"/>
                </a:lnTo>
                <a:lnTo>
                  <a:pt x="2200" y="684"/>
                </a:lnTo>
                <a:lnTo>
                  <a:pt x="2200" y="685"/>
                </a:lnTo>
                <a:lnTo>
                  <a:pt x="2202" y="686"/>
                </a:lnTo>
                <a:lnTo>
                  <a:pt x="2202" y="685"/>
                </a:lnTo>
                <a:lnTo>
                  <a:pt x="2203" y="686"/>
                </a:lnTo>
                <a:lnTo>
                  <a:pt x="2202" y="686"/>
                </a:lnTo>
                <a:lnTo>
                  <a:pt x="2201" y="689"/>
                </a:lnTo>
                <a:lnTo>
                  <a:pt x="2202" y="690"/>
                </a:lnTo>
                <a:lnTo>
                  <a:pt x="2202" y="691"/>
                </a:lnTo>
                <a:lnTo>
                  <a:pt x="2203" y="692"/>
                </a:lnTo>
                <a:lnTo>
                  <a:pt x="2203" y="693"/>
                </a:lnTo>
                <a:lnTo>
                  <a:pt x="2204" y="693"/>
                </a:lnTo>
                <a:lnTo>
                  <a:pt x="2203" y="694"/>
                </a:lnTo>
                <a:lnTo>
                  <a:pt x="2203" y="695"/>
                </a:lnTo>
                <a:lnTo>
                  <a:pt x="2203" y="696"/>
                </a:lnTo>
                <a:lnTo>
                  <a:pt x="2204" y="697"/>
                </a:lnTo>
                <a:lnTo>
                  <a:pt x="2204" y="699"/>
                </a:lnTo>
                <a:lnTo>
                  <a:pt x="2205" y="700"/>
                </a:lnTo>
                <a:lnTo>
                  <a:pt x="2206" y="701"/>
                </a:lnTo>
                <a:lnTo>
                  <a:pt x="2208" y="702"/>
                </a:lnTo>
                <a:lnTo>
                  <a:pt x="2210" y="701"/>
                </a:lnTo>
                <a:lnTo>
                  <a:pt x="2211" y="701"/>
                </a:lnTo>
                <a:lnTo>
                  <a:pt x="2212" y="701"/>
                </a:lnTo>
                <a:lnTo>
                  <a:pt x="2213" y="701"/>
                </a:lnTo>
                <a:lnTo>
                  <a:pt x="2214" y="701"/>
                </a:lnTo>
                <a:lnTo>
                  <a:pt x="2214" y="702"/>
                </a:lnTo>
                <a:lnTo>
                  <a:pt x="2215" y="703"/>
                </a:lnTo>
                <a:lnTo>
                  <a:pt x="2216" y="704"/>
                </a:lnTo>
                <a:lnTo>
                  <a:pt x="2217" y="705"/>
                </a:lnTo>
                <a:lnTo>
                  <a:pt x="2218" y="708"/>
                </a:lnTo>
                <a:lnTo>
                  <a:pt x="2218" y="709"/>
                </a:lnTo>
                <a:lnTo>
                  <a:pt x="2219" y="709"/>
                </a:lnTo>
                <a:lnTo>
                  <a:pt x="2220" y="709"/>
                </a:lnTo>
                <a:lnTo>
                  <a:pt x="2220" y="710"/>
                </a:lnTo>
                <a:lnTo>
                  <a:pt x="2221" y="711"/>
                </a:lnTo>
                <a:lnTo>
                  <a:pt x="2222" y="711"/>
                </a:lnTo>
                <a:lnTo>
                  <a:pt x="2223" y="711"/>
                </a:lnTo>
                <a:lnTo>
                  <a:pt x="2224" y="711"/>
                </a:lnTo>
                <a:lnTo>
                  <a:pt x="2224" y="712"/>
                </a:lnTo>
                <a:lnTo>
                  <a:pt x="2225" y="712"/>
                </a:lnTo>
                <a:lnTo>
                  <a:pt x="2226" y="712"/>
                </a:lnTo>
                <a:lnTo>
                  <a:pt x="2226" y="713"/>
                </a:lnTo>
                <a:lnTo>
                  <a:pt x="2227" y="714"/>
                </a:lnTo>
                <a:lnTo>
                  <a:pt x="2228" y="714"/>
                </a:lnTo>
                <a:lnTo>
                  <a:pt x="2228" y="715"/>
                </a:lnTo>
                <a:lnTo>
                  <a:pt x="2229" y="716"/>
                </a:lnTo>
                <a:lnTo>
                  <a:pt x="2230" y="716"/>
                </a:lnTo>
                <a:lnTo>
                  <a:pt x="2232" y="716"/>
                </a:lnTo>
                <a:lnTo>
                  <a:pt x="2232" y="717"/>
                </a:lnTo>
                <a:lnTo>
                  <a:pt x="2233" y="717"/>
                </a:lnTo>
                <a:lnTo>
                  <a:pt x="2234" y="717"/>
                </a:lnTo>
                <a:lnTo>
                  <a:pt x="2234" y="718"/>
                </a:lnTo>
                <a:lnTo>
                  <a:pt x="2234" y="719"/>
                </a:lnTo>
                <a:lnTo>
                  <a:pt x="2234" y="721"/>
                </a:lnTo>
                <a:lnTo>
                  <a:pt x="2233" y="722"/>
                </a:lnTo>
                <a:lnTo>
                  <a:pt x="2233" y="723"/>
                </a:lnTo>
                <a:lnTo>
                  <a:pt x="2234" y="723"/>
                </a:lnTo>
                <a:lnTo>
                  <a:pt x="2234" y="722"/>
                </a:lnTo>
                <a:lnTo>
                  <a:pt x="2235" y="722"/>
                </a:lnTo>
                <a:lnTo>
                  <a:pt x="2235" y="723"/>
                </a:lnTo>
                <a:lnTo>
                  <a:pt x="2236" y="723"/>
                </a:lnTo>
                <a:lnTo>
                  <a:pt x="2238" y="724"/>
                </a:lnTo>
                <a:lnTo>
                  <a:pt x="2238" y="725"/>
                </a:lnTo>
                <a:lnTo>
                  <a:pt x="2239" y="726"/>
                </a:lnTo>
                <a:lnTo>
                  <a:pt x="2239" y="725"/>
                </a:lnTo>
                <a:lnTo>
                  <a:pt x="2240" y="725"/>
                </a:lnTo>
                <a:lnTo>
                  <a:pt x="2241" y="726"/>
                </a:lnTo>
                <a:lnTo>
                  <a:pt x="2241" y="728"/>
                </a:lnTo>
                <a:lnTo>
                  <a:pt x="2240" y="729"/>
                </a:lnTo>
                <a:lnTo>
                  <a:pt x="2237" y="730"/>
                </a:lnTo>
                <a:lnTo>
                  <a:pt x="2236" y="730"/>
                </a:lnTo>
                <a:lnTo>
                  <a:pt x="2236" y="729"/>
                </a:lnTo>
                <a:lnTo>
                  <a:pt x="2235" y="729"/>
                </a:lnTo>
                <a:lnTo>
                  <a:pt x="2233" y="728"/>
                </a:lnTo>
                <a:lnTo>
                  <a:pt x="2232" y="729"/>
                </a:lnTo>
                <a:lnTo>
                  <a:pt x="2231" y="729"/>
                </a:lnTo>
                <a:lnTo>
                  <a:pt x="2231" y="730"/>
                </a:lnTo>
                <a:lnTo>
                  <a:pt x="2230" y="730"/>
                </a:lnTo>
                <a:lnTo>
                  <a:pt x="2229" y="730"/>
                </a:lnTo>
                <a:lnTo>
                  <a:pt x="2228" y="730"/>
                </a:lnTo>
                <a:lnTo>
                  <a:pt x="2227" y="732"/>
                </a:lnTo>
                <a:lnTo>
                  <a:pt x="2227" y="733"/>
                </a:lnTo>
                <a:lnTo>
                  <a:pt x="2226" y="734"/>
                </a:lnTo>
                <a:lnTo>
                  <a:pt x="2225" y="735"/>
                </a:lnTo>
                <a:lnTo>
                  <a:pt x="2225" y="737"/>
                </a:lnTo>
                <a:lnTo>
                  <a:pt x="2224" y="739"/>
                </a:lnTo>
                <a:lnTo>
                  <a:pt x="2223" y="739"/>
                </a:lnTo>
                <a:lnTo>
                  <a:pt x="2222" y="739"/>
                </a:lnTo>
                <a:lnTo>
                  <a:pt x="2221" y="739"/>
                </a:lnTo>
                <a:lnTo>
                  <a:pt x="2221" y="740"/>
                </a:lnTo>
                <a:lnTo>
                  <a:pt x="2222" y="741"/>
                </a:lnTo>
                <a:lnTo>
                  <a:pt x="2222" y="742"/>
                </a:lnTo>
                <a:lnTo>
                  <a:pt x="2221" y="743"/>
                </a:lnTo>
                <a:lnTo>
                  <a:pt x="2221" y="744"/>
                </a:lnTo>
                <a:lnTo>
                  <a:pt x="2221" y="745"/>
                </a:lnTo>
                <a:lnTo>
                  <a:pt x="2220" y="748"/>
                </a:lnTo>
                <a:lnTo>
                  <a:pt x="2220" y="749"/>
                </a:lnTo>
                <a:lnTo>
                  <a:pt x="2219" y="749"/>
                </a:lnTo>
                <a:lnTo>
                  <a:pt x="2218" y="749"/>
                </a:lnTo>
                <a:lnTo>
                  <a:pt x="2216" y="751"/>
                </a:lnTo>
                <a:lnTo>
                  <a:pt x="2215" y="752"/>
                </a:lnTo>
                <a:lnTo>
                  <a:pt x="2214" y="752"/>
                </a:lnTo>
                <a:lnTo>
                  <a:pt x="2213" y="751"/>
                </a:lnTo>
                <a:lnTo>
                  <a:pt x="2212" y="751"/>
                </a:lnTo>
                <a:lnTo>
                  <a:pt x="2211" y="751"/>
                </a:lnTo>
                <a:lnTo>
                  <a:pt x="2210" y="752"/>
                </a:lnTo>
                <a:lnTo>
                  <a:pt x="2210" y="753"/>
                </a:lnTo>
                <a:lnTo>
                  <a:pt x="2210" y="754"/>
                </a:lnTo>
                <a:lnTo>
                  <a:pt x="2211" y="754"/>
                </a:lnTo>
                <a:lnTo>
                  <a:pt x="2212" y="754"/>
                </a:lnTo>
                <a:lnTo>
                  <a:pt x="2212" y="756"/>
                </a:lnTo>
                <a:lnTo>
                  <a:pt x="2212" y="757"/>
                </a:lnTo>
                <a:lnTo>
                  <a:pt x="2213" y="757"/>
                </a:lnTo>
                <a:lnTo>
                  <a:pt x="2214" y="756"/>
                </a:lnTo>
                <a:lnTo>
                  <a:pt x="2215" y="756"/>
                </a:lnTo>
                <a:lnTo>
                  <a:pt x="2216" y="757"/>
                </a:lnTo>
                <a:lnTo>
                  <a:pt x="2217" y="759"/>
                </a:lnTo>
                <a:lnTo>
                  <a:pt x="2218" y="760"/>
                </a:lnTo>
                <a:lnTo>
                  <a:pt x="2221" y="761"/>
                </a:lnTo>
                <a:lnTo>
                  <a:pt x="2224" y="761"/>
                </a:lnTo>
                <a:lnTo>
                  <a:pt x="2225" y="763"/>
                </a:lnTo>
                <a:lnTo>
                  <a:pt x="2224" y="764"/>
                </a:lnTo>
                <a:lnTo>
                  <a:pt x="2223" y="764"/>
                </a:lnTo>
                <a:lnTo>
                  <a:pt x="2222" y="764"/>
                </a:lnTo>
                <a:lnTo>
                  <a:pt x="2221" y="765"/>
                </a:lnTo>
                <a:lnTo>
                  <a:pt x="2221" y="766"/>
                </a:lnTo>
                <a:lnTo>
                  <a:pt x="2222" y="767"/>
                </a:lnTo>
                <a:lnTo>
                  <a:pt x="2222" y="768"/>
                </a:lnTo>
                <a:lnTo>
                  <a:pt x="2223" y="769"/>
                </a:lnTo>
                <a:lnTo>
                  <a:pt x="2224" y="770"/>
                </a:lnTo>
                <a:lnTo>
                  <a:pt x="2224" y="771"/>
                </a:lnTo>
                <a:lnTo>
                  <a:pt x="2224" y="772"/>
                </a:lnTo>
                <a:lnTo>
                  <a:pt x="2224" y="771"/>
                </a:lnTo>
                <a:lnTo>
                  <a:pt x="2224" y="772"/>
                </a:lnTo>
                <a:lnTo>
                  <a:pt x="2225" y="772"/>
                </a:lnTo>
                <a:lnTo>
                  <a:pt x="2223" y="774"/>
                </a:lnTo>
                <a:lnTo>
                  <a:pt x="2222" y="775"/>
                </a:lnTo>
                <a:lnTo>
                  <a:pt x="2221" y="777"/>
                </a:lnTo>
                <a:lnTo>
                  <a:pt x="2221" y="778"/>
                </a:lnTo>
                <a:lnTo>
                  <a:pt x="2221" y="779"/>
                </a:lnTo>
                <a:lnTo>
                  <a:pt x="2221" y="780"/>
                </a:lnTo>
                <a:lnTo>
                  <a:pt x="2220" y="782"/>
                </a:lnTo>
                <a:lnTo>
                  <a:pt x="2219" y="785"/>
                </a:lnTo>
                <a:lnTo>
                  <a:pt x="2219" y="786"/>
                </a:lnTo>
                <a:lnTo>
                  <a:pt x="2220" y="786"/>
                </a:lnTo>
                <a:lnTo>
                  <a:pt x="2220" y="787"/>
                </a:lnTo>
                <a:lnTo>
                  <a:pt x="2220" y="788"/>
                </a:lnTo>
                <a:lnTo>
                  <a:pt x="2220" y="790"/>
                </a:lnTo>
                <a:lnTo>
                  <a:pt x="2220" y="791"/>
                </a:lnTo>
                <a:lnTo>
                  <a:pt x="2220" y="792"/>
                </a:lnTo>
                <a:lnTo>
                  <a:pt x="2220" y="793"/>
                </a:lnTo>
                <a:lnTo>
                  <a:pt x="2220" y="795"/>
                </a:lnTo>
                <a:lnTo>
                  <a:pt x="2220" y="797"/>
                </a:lnTo>
                <a:lnTo>
                  <a:pt x="2221" y="798"/>
                </a:lnTo>
                <a:lnTo>
                  <a:pt x="2221" y="799"/>
                </a:lnTo>
                <a:lnTo>
                  <a:pt x="2221" y="800"/>
                </a:lnTo>
                <a:lnTo>
                  <a:pt x="2220" y="801"/>
                </a:lnTo>
                <a:lnTo>
                  <a:pt x="2220" y="802"/>
                </a:lnTo>
                <a:lnTo>
                  <a:pt x="2220" y="803"/>
                </a:lnTo>
                <a:lnTo>
                  <a:pt x="2220" y="804"/>
                </a:lnTo>
                <a:lnTo>
                  <a:pt x="2220" y="805"/>
                </a:lnTo>
                <a:lnTo>
                  <a:pt x="2218" y="805"/>
                </a:lnTo>
                <a:lnTo>
                  <a:pt x="2216" y="805"/>
                </a:lnTo>
                <a:lnTo>
                  <a:pt x="2215" y="804"/>
                </a:lnTo>
                <a:lnTo>
                  <a:pt x="2215" y="803"/>
                </a:lnTo>
                <a:lnTo>
                  <a:pt x="2214" y="802"/>
                </a:lnTo>
                <a:lnTo>
                  <a:pt x="2213" y="802"/>
                </a:lnTo>
                <a:lnTo>
                  <a:pt x="2211" y="802"/>
                </a:lnTo>
                <a:lnTo>
                  <a:pt x="2210" y="802"/>
                </a:lnTo>
                <a:lnTo>
                  <a:pt x="2210" y="801"/>
                </a:lnTo>
                <a:lnTo>
                  <a:pt x="2209" y="801"/>
                </a:lnTo>
                <a:lnTo>
                  <a:pt x="2209" y="802"/>
                </a:lnTo>
                <a:lnTo>
                  <a:pt x="2207" y="802"/>
                </a:lnTo>
                <a:lnTo>
                  <a:pt x="2206" y="802"/>
                </a:lnTo>
                <a:lnTo>
                  <a:pt x="2205" y="802"/>
                </a:lnTo>
                <a:lnTo>
                  <a:pt x="2205" y="801"/>
                </a:lnTo>
                <a:lnTo>
                  <a:pt x="2204" y="801"/>
                </a:lnTo>
                <a:lnTo>
                  <a:pt x="2203" y="800"/>
                </a:lnTo>
                <a:lnTo>
                  <a:pt x="2202" y="800"/>
                </a:lnTo>
                <a:lnTo>
                  <a:pt x="2201" y="800"/>
                </a:lnTo>
                <a:lnTo>
                  <a:pt x="2200" y="800"/>
                </a:lnTo>
                <a:lnTo>
                  <a:pt x="2199" y="801"/>
                </a:lnTo>
                <a:lnTo>
                  <a:pt x="2198" y="801"/>
                </a:lnTo>
                <a:lnTo>
                  <a:pt x="2198" y="800"/>
                </a:lnTo>
                <a:lnTo>
                  <a:pt x="2197" y="800"/>
                </a:lnTo>
                <a:lnTo>
                  <a:pt x="2196" y="800"/>
                </a:lnTo>
                <a:lnTo>
                  <a:pt x="2195" y="800"/>
                </a:lnTo>
                <a:lnTo>
                  <a:pt x="2194" y="799"/>
                </a:lnTo>
                <a:lnTo>
                  <a:pt x="2193" y="799"/>
                </a:lnTo>
                <a:lnTo>
                  <a:pt x="2192" y="799"/>
                </a:lnTo>
                <a:lnTo>
                  <a:pt x="2191" y="800"/>
                </a:lnTo>
                <a:lnTo>
                  <a:pt x="2191" y="801"/>
                </a:lnTo>
                <a:lnTo>
                  <a:pt x="2190" y="802"/>
                </a:lnTo>
                <a:lnTo>
                  <a:pt x="2189" y="803"/>
                </a:lnTo>
                <a:lnTo>
                  <a:pt x="2188" y="803"/>
                </a:lnTo>
                <a:lnTo>
                  <a:pt x="2188" y="804"/>
                </a:lnTo>
                <a:lnTo>
                  <a:pt x="2187" y="804"/>
                </a:lnTo>
                <a:lnTo>
                  <a:pt x="2187" y="805"/>
                </a:lnTo>
                <a:lnTo>
                  <a:pt x="2186" y="806"/>
                </a:lnTo>
                <a:lnTo>
                  <a:pt x="2186" y="807"/>
                </a:lnTo>
                <a:lnTo>
                  <a:pt x="2185" y="807"/>
                </a:lnTo>
                <a:lnTo>
                  <a:pt x="2184" y="807"/>
                </a:lnTo>
                <a:lnTo>
                  <a:pt x="2183" y="808"/>
                </a:lnTo>
                <a:lnTo>
                  <a:pt x="2182" y="808"/>
                </a:lnTo>
                <a:lnTo>
                  <a:pt x="2182" y="809"/>
                </a:lnTo>
                <a:lnTo>
                  <a:pt x="2181" y="810"/>
                </a:lnTo>
                <a:lnTo>
                  <a:pt x="2181" y="811"/>
                </a:lnTo>
                <a:lnTo>
                  <a:pt x="2180" y="812"/>
                </a:lnTo>
                <a:lnTo>
                  <a:pt x="2179" y="812"/>
                </a:lnTo>
                <a:lnTo>
                  <a:pt x="2178" y="813"/>
                </a:lnTo>
                <a:lnTo>
                  <a:pt x="2178" y="814"/>
                </a:lnTo>
                <a:lnTo>
                  <a:pt x="2178" y="815"/>
                </a:lnTo>
                <a:lnTo>
                  <a:pt x="2178" y="816"/>
                </a:lnTo>
                <a:lnTo>
                  <a:pt x="2177" y="816"/>
                </a:lnTo>
                <a:lnTo>
                  <a:pt x="2177" y="817"/>
                </a:lnTo>
                <a:lnTo>
                  <a:pt x="2177" y="818"/>
                </a:lnTo>
                <a:lnTo>
                  <a:pt x="2177" y="819"/>
                </a:lnTo>
                <a:lnTo>
                  <a:pt x="2178" y="821"/>
                </a:lnTo>
                <a:lnTo>
                  <a:pt x="2178" y="822"/>
                </a:lnTo>
                <a:lnTo>
                  <a:pt x="2178" y="823"/>
                </a:lnTo>
                <a:lnTo>
                  <a:pt x="2178" y="825"/>
                </a:lnTo>
                <a:lnTo>
                  <a:pt x="2178" y="826"/>
                </a:lnTo>
                <a:lnTo>
                  <a:pt x="2179" y="827"/>
                </a:lnTo>
                <a:lnTo>
                  <a:pt x="2179" y="828"/>
                </a:lnTo>
                <a:lnTo>
                  <a:pt x="2179" y="829"/>
                </a:lnTo>
                <a:lnTo>
                  <a:pt x="2180" y="831"/>
                </a:lnTo>
                <a:lnTo>
                  <a:pt x="2181" y="832"/>
                </a:lnTo>
                <a:lnTo>
                  <a:pt x="2182" y="833"/>
                </a:lnTo>
                <a:lnTo>
                  <a:pt x="2183" y="833"/>
                </a:lnTo>
                <a:lnTo>
                  <a:pt x="2183" y="834"/>
                </a:lnTo>
                <a:lnTo>
                  <a:pt x="2184" y="835"/>
                </a:lnTo>
                <a:lnTo>
                  <a:pt x="2184" y="838"/>
                </a:lnTo>
                <a:lnTo>
                  <a:pt x="2185" y="839"/>
                </a:lnTo>
                <a:lnTo>
                  <a:pt x="2185" y="840"/>
                </a:lnTo>
                <a:lnTo>
                  <a:pt x="2186" y="841"/>
                </a:lnTo>
                <a:lnTo>
                  <a:pt x="2187" y="841"/>
                </a:lnTo>
                <a:lnTo>
                  <a:pt x="2188" y="842"/>
                </a:lnTo>
                <a:lnTo>
                  <a:pt x="2189" y="842"/>
                </a:lnTo>
                <a:lnTo>
                  <a:pt x="2190" y="843"/>
                </a:lnTo>
                <a:lnTo>
                  <a:pt x="2190" y="844"/>
                </a:lnTo>
                <a:lnTo>
                  <a:pt x="2189" y="846"/>
                </a:lnTo>
                <a:lnTo>
                  <a:pt x="2189" y="848"/>
                </a:lnTo>
                <a:lnTo>
                  <a:pt x="2189" y="850"/>
                </a:lnTo>
                <a:lnTo>
                  <a:pt x="2189" y="851"/>
                </a:lnTo>
                <a:lnTo>
                  <a:pt x="2190" y="851"/>
                </a:lnTo>
                <a:lnTo>
                  <a:pt x="2190" y="852"/>
                </a:lnTo>
                <a:lnTo>
                  <a:pt x="2190" y="853"/>
                </a:lnTo>
                <a:lnTo>
                  <a:pt x="2190" y="854"/>
                </a:lnTo>
                <a:lnTo>
                  <a:pt x="2190" y="855"/>
                </a:lnTo>
                <a:lnTo>
                  <a:pt x="2192" y="856"/>
                </a:lnTo>
                <a:lnTo>
                  <a:pt x="2194" y="858"/>
                </a:lnTo>
                <a:lnTo>
                  <a:pt x="2195" y="859"/>
                </a:lnTo>
                <a:lnTo>
                  <a:pt x="2196" y="861"/>
                </a:lnTo>
                <a:lnTo>
                  <a:pt x="2196" y="862"/>
                </a:lnTo>
                <a:lnTo>
                  <a:pt x="2195" y="862"/>
                </a:lnTo>
                <a:lnTo>
                  <a:pt x="2194" y="862"/>
                </a:lnTo>
                <a:lnTo>
                  <a:pt x="2194" y="861"/>
                </a:lnTo>
                <a:lnTo>
                  <a:pt x="2193" y="861"/>
                </a:lnTo>
                <a:lnTo>
                  <a:pt x="2193" y="862"/>
                </a:lnTo>
                <a:lnTo>
                  <a:pt x="2192" y="863"/>
                </a:lnTo>
                <a:lnTo>
                  <a:pt x="2191" y="864"/>
                </a:lnTo>
                <a:lnTo>
                  <a:pt x="2190" y="863"/>
                </a:lnTo>
                <a:lnTo>
                  <a:pt x="2189" y="863"/>
                </a:lnTo>
                <a:lnTo>
                  <a:pt x="2188" y="864"/>
                </a:lnTo>
                <a:lnTo>
                  <a:pt x="2187" y="864"/>
                </a:lnTo>
                <a:lnTo>
                  <a:pt x="2186" y="864"/>
                </a:lnTo>
                <a:lnTo>
                  <a:pt x="2185" y="864"/>
                </a:lnTo>
                <a:lnTo>
                  <a:pt x="2185" y="865"/>
                </a:lnTo>
                <a:lnTo>
                  <a:pt x="2184" y="866"/>
                </a:lnTo>
                <a:lnTo>
                  <a:pt x="2183" y="866"/>
                </a:lnTo>
                <a:lnTo>
                  <a:pt x="2182" y="867"/>
                </a:lnTo>
                <a:lnTo>
                  <a:pt x="2182" y="869"/>
                </a:lnTo>
                <a:lnTo>
                  <a:pt x="2183" y="869"/>
                </a:lnTo>
                <a:lnTo>
                  <a:pt x="2184" y="869"/>
                </a:lnTo>
                <a:lnTo>
                  <a:pt x="2185" y="869"/>
                </a:lnTo>
                <a:lnTo>
                  <a:pt x="2185" y="868"/>
                </a:lnTo>
                <a:lnTo>
                  <a:pt x="2186" y="868"/>
                </a:lnTo>
                <a:lnTo>
                  <a:pt x="2187" y="867"/>
                </a:lnTo>
                <a:lnTo>
                  <a:pt x="2188" y="867"/>
                </a:lnTo>
                <a:lnTo>
                  <a:pt x="2191" y="866"/>
                </a:lnTo>
                <a:lnTo>
                  <a:pt x="2191" y="867"/>
                </a:lnTo>
                <a:lnTo>
                  <a:pt x="2191" y="868"/>
                </a:lnTo>
                <a:lnTo>
                  <a:pt x="2191" y="869"/>
                </a:lnTo>
                <a:lnTo>
                  <a:pt x="2190" y="870"/>
                </a:lnTo>
                <a:lnTo>
                  <a:pt x="2189" y="870"/>
                </a:lnTo>
                <a:lnTo>
                  <a:pt x="2187" y="871"/>
                </a:lnTo>
                <a:lnTo>
                  <a:pt x="2187" y="872"/>
                </a:lnTo>
                <a:lnTo>
                  <a:pt x="2187" y="873"/>
                </a:lnTo>
                <a:lnTo>
                  <a:pt x="2186" y="873"/>
                </a:lnTo>
                <a:lnTo>
                  <a:pt x="2186" y="874"/>
                </a:lnTo>
                <a:lnTo>
                  <a:pt x="2185" y="875"/>
                </a:lnTo>
                <a:lnTo>
                  <a:pt x="2183" y="873"/>
                </a:lnTo>
                <a:lnTo>
                  <a:pt x="2182" y="872"/>
                </a:lnTo>
                <a:lnTo>
                  <a:pt x="2181" y="871"/>
                </a:lnTo>
                <a:lnTo>
                  <a:pt x="2180" y="870"/>
                </a:lnTo>
                <a:lnTo>
                  <a:pt x="2179" y="870"/>
                </a:lnTo>
                <a:lnTo>
                  <a:pt x="2179" y="869"/>
                </a:lnTo>
                <a:lnTo>
                  <a:pt x="2178" y="868"/>
                </a:lnTo>
                <a:lnTo>
                  <a:pt x="2177" y="867"/>
                </a:lnTo>
                <a:lnTo>
                  <a:pt x="2175" y="867"/>
                </a:lnTo>
                <a:lnTo>
                  <a:pt x="2174" y="867"/>
                </a:lnTo>
                <a:lnTo>
                  <a:pt x="2173" y="866"/>
                </a:lnTo>
                <a:lnTo>
                  <a:pt x="2173" y="867"/>
                </a:lnTo>
                <a:lnTo>
                  <a:pt x="2172" y="867"/>
                </a:lnTo>
                <a:lnTo>
                  <a:pt x="2170" y="866"/>
                </a:lnTo>
                <a:lnTo>
                  <a:pt x="2167" y="866"/>
                </a:lnTo>
                <a:lnTo>
                  <a:pt x="2167" y="865"/>
                </a:lnTo>
                <a:lnTo>
                  <a:pt x="2166" y="865"/>
                </a:lnTo>
                <a:lnTo>
                  <a:pt x="2165" y="865"/>
                </a:lnTo>
                <a:lnTo>
                  <a:pt x="2164" y="865"/>
                </a:lnTo>
                <a:lnTo>
                  <a:pt x="2161" y="865"/>
                </a:lnTo>
                <a:lnTo>
                  <a:pt x="2160" y="864"/>
                </a:lnTo>
                <a:lnTo>
                  <a:pt x="2159" y="864"/>
                </a:lnTo>
                <a:lnTo>
                  <a:pt x="2158" y="863"/>
                </a:lnTo>
                <a:lnTo>
                  <a:pt x="2157" y="862"/>
                </a:lnTo>
                <a:lnTo>
                  <a:pt x="2154" y="861"/>
                </a:lnTo>
                <a:lnTo>
                  <a:pt x="2154" y="860"/>
                </a:lnTo>
                <a:lnTo>
                  <a:pt x="2153" y="860"/>
                </a:lnTo>
                <a:lnTo>
                  <a:pt x="2153" y="859"/>
                </a:lnTo>
                <a:lnTo>
                  <a:pt x="2153" y="858"/>
                </a:lnTo>
                <a:lnTo>
                  <a:pt x="2151" y="856"/>
                </a:lnTo>
                <a:lnTo>
                  <a:pt x="2150" y="856"/>
                </a:lnTo>
                <a:lnTo>
                  <a:pt x="2149" y="856"/>
                </a:lnTo>
                <a:lnTo>
                  <a:pt x="2148" y="856"/>
                </a:lnTo>
                <a:lnTo>
                  <a:pt x="2148" y="855"/>
                </a:lnTo>
                <a:lnTo>
                  <a:pt x="2147" y="855"/>
                </a:lnTo>
                <a:lnTo>
                  <a:pt x="2147" y="854"/>
                </a:lnTo>
                <a:lnTo>
                  <a:pt x="2146" y="854"/>
                </a:lnTo>
                <a:lnTo>
                  <a:pt x="2146" y="855"/>
                </a:lnTo>
                <a:lnTo>
                  <a:pt x="2147" y="856"/>
                </a:lnTo>
                <a:lnTo>
                  <a:pt x="2148" y="857"/>
                </a:lnTo>
                <a:lnTo>
                  <a:pt x="2148" y="858"/>
                </a:lnTo>
                <a:lnTo>
                  <a:pt x="2147" y="858"/>
                </a:lnTo>
                <a:lnTo>
                  <a:pt x="2146" y="858"/>
                </a:lnTo>
                <a:lnTo>
                  <a:pt x="2145" y="858"/>
                </a:lnTo>
                <a:lnTo>
                  <a:pt x="2145" y="861"/>
                </a:lnTo>
                <a:lnTo>
                  <a:pt x="2145" y="862"/>
                </a:lnTo>
                <a:lnTo>
                  <a:pt x="2144" y="863"/>
                </a:lnTo>
                <a:lnTo>
                  <a:pt x="2144" y="864"/>
                </a:lnTo>
                <a:lnTo>
                  <a:pt x="2143" y="866"/>
                </a:lnTo>
                <a:lnTo>
                  <a:pt x="2143" y="867"/>
                </a:lnTo>
                <a:lnTo>
                  <a:pt x="2143" y="869"/>
                </a:lnTo>
                <a:lnTo>
                  <a:pt x="2142" y="869"/>
                </a:lnTo>
                <a:lnTo>
                  <a:pt x="2142" y="870"/>
                </a:lnTo>
                <a:lnTo>
                  <a:pt x="2141" y="870"/>
                </a:lnTo>
                <a:lnTo>
                  <a:pt x="2140" y="871"/>
                </a:lnTo>
                <a:lnTo>
                  <a:pt x="2139" y="871"/>
                </a:lnTo>
                <a:lnTo>
                  <a:pt x="2139" y="872"/>
                </a:lnTo>
                <a:lnTo>
                  <a:pt x="2139" y="873"/>
                </a:lnTo>
                <a:lnTo>
                  <a:pt x="2139" y="877"/>
                </a:lnTo>
                <a:lnTo>
                  <a:pt x="2138" y="878"/>
                </a:lnTo>
                <a:lnTo>
                  <a:pt x="2137" y="877"/>
                </a:lnTo>
                <a:lnTo>
                  <a:pt x="2136" y="877"/>
                </a:lnTo>
                <a:lnTo>
                  <a:pt x="2135" y="879"/>
                </a:lnTo>
                <a:lnTo>
                  <a:pt x="2135" y="881"/>
                </a:lnTo>
                <a:lnTo>
                  <a:pt x="2135" y="882"/>
                </a:lnTo>
                <a:lnTo>
                  <a:pt x="2135" y="883"/>
                </a:lnTo>
                <a:lnTo>
                  <a:pt x="2136" y="883"/>
                </a:lnTo>
                <a:lnTo>
                  <a:pt x="2137" y="883"/>
                </a:lnTo>
                <a:lnTo>
                  <a:pt x="2137" y="884"/>
                </a:lnTo>
                <a:lnTo>
                  <a:pt x="2136" y="885"/>
                </a:lnTo>
                <a:lnTo>
                  <a:pt x="2136" y="886"/>
                </a:lnTo>
                <a:lnTo>
                  <a:pt x="2133" y="888"/>
                </a:lnTo>
                <a:lnTo>
                  <a:pt x="2132" y="888"/>
                </a:lnTo>
                <a:lnTo>
                  <a:pt x="2132" y="889"/>
                </a:lnTo>
                <a:lnTo>
                  <a:pt x="2131" y="890"/>
                </a:lnTo>
                <a:lnTo>
                  <a:pt x="2129" y="890"/>
                </a:lnTo>
                <a:lnTo>
                  <a:pt x="2129" y="891"/>
                </a:lnTo>
                <a:lnTo>
                  <a:pt x="2128" y="891"/>
                </a:lnTo>
                <a:lnTo>
                  <a:pt x="2128" y="890"/>
                </a:lnTo>
                <a:lnTo>
                  <a:pt x="2127" y="890"/>
                </a:lnTo>
                <a:lnTo>
                  <a:pt x="2124" y="888"/>
                </a:lnTo>
                <a:lnTo>
                  <a:pt x="2123" y="888"/>
                </a:lnTo>
                <a:lnTo>
                  <a:pt x="2122" y="889"/>
                </a:lnTo>
                <a:lnTo>
                  <a:pt x="2122" y="888"/>
                </a:lnTo>
                <a:lnTo>
                  <a:pt x="2121" y="888"/>
                </a:lnTo>
                <a:lnTo>
                  <a:pt x="2119" y="887"/>
                </a:lnTo>
                <a:lnTo>
                  <a:pt x="2117" y="887"/>
                </a:lnTo>
                <a:lnTo>
                  <a:pt x="2116" y="887"/>
                </a:lnTo>
                <a:lnTo>
                  <a:pt x="2116" y="886"/>
                </a:lnTo>
                <a:lnTo>
                  <a:pt x="2115" y="886"/>
                </a:lnTo>
                <a:lnTo>
                  <a:pt x="2114" y="885"/>
                </a:lnTo>
                <a:lnTo>
                  <a:pt x="2113" y="886"/>
                </a:lnTo>
                <a:lnTo>
                  <a:pt x="2112" y="887"/>
                </a:lnTo>
                <a:lnTo>
                  <a:pt x="2111" y="887"/>
                </a:lnTo>
                <a:lnTo>
                  <a:pt x="2111" y="888"/>
                </a:lnTo>
                <a:lnTo>
                  <a:pt x="2111" y="889"/>
                </a:lnTo>
                <a:lnTo>
                  <a:pt x="2111" y="890"/>
                </a:lnTo>
                <a:lnTo>
                  <a:pt x="2111" y="891"/>
                </a:lnTo>
                <a:lnTo>
                  <a:pt x="2110" y="891"/>
                </a:lnTo>
                <a:lnTo>
                  <a:pt x="2110" y="892"/>
                </a:lnTo>
                <a:lnTo>
                  <a:pt x="2109" y="894"/>
                </a:lnTo>
                <a:lnTo>
                  <a:pt x="2109" y="895"/>
                </a:lnTo>
                <a:lnTo>
                  <a:pt x="2109" y="896"/>
                </a:lnTo>
                <a:lnTo>
                  <a:pt x="2109" y="897"/>
                </a:lnTo>
                <a:lnTo>
                  <a:pt x="2109" y="899"/>
                </a:lnTo>
                <a:lnTo>
                  <a:pt x="2109" y="900"/>
                </a:lnTo>
                <a:lnTo>
                  <a:pt x="2110" y="900"/>
                </a:lnTo>
                <a:lnTo>
                  <a:pt x="2111" y="900"/>
                </a:lnTo>
                <a:lnTo>
                  <a:pt x="2112" y="901"/>
                </a:lnTo>
                <a:lnTo>
                  <a:pt x="2113" y="901"/>
                </a:lnTo>
                <a:lnTo>
                  <a:pt x="2113" y="903"/>
                </a:lnTo>
                <a:lnTo>
                  <a:pt x="2114" y="904"/>
                </a:lnTo>
                <a:lnTo>
                  <a:pt x="2114" y="905"/>
                </a:lnTo>
                <a:lnTo>
                  <a:pt x="2114" y="906"/>
                </a:lnTo>
                <a:lnTo>
                  <a:pt x="2114" y="907"/>
                </a:lnTo>
                <a:lnTo>
                  <a:pt x="2113" y="911"/>
                </a:lnTo>
                <a:lnTo>
                  <a:pt x="2112" y="910"/>
                </a:lnTo>
                <a:lnTo>
                  <a:pt x="2111" y="910"/>
                </a:lnTo>
                <a:lnTo>
                  <a:pt x="2110" y="910"/>
                </a:lnTo>
                <a:lnTo>
                  <a:pt x="2109" y="910"/>
                </a:lnTo>
                <a:lnTo>
                  <a:pt x="2108" y="910"/>
                </a:lnTo>
                <a:lnTo>
                  <a:pt x="2108" y="911"/>
                </a:lnTo>
                <a:lnTo>
                  <a:pt x="2108" y="912"/>
                </a:lnTo>
                <a:lnTo>
                  <a:pt x="2107" y="912"/>
                </a:lnTo>
                <a:lnTo>
                  <a:pt x="2108" y="913"/>
                </a:lnTo>
                <a:lnTo>
                  <a:pt x="2110" y="914"/>
                </a:lnTo>
                <a:lnTo>
                  <a:pt x="2113" y="917"/>
                </a:lnTo>
                <a:lnTo>
                  <a:pt x="2115" y="917"/>
                </a:lnTo>
                <a:lnTo>
                  <a:pt x="2116" y="917"/>
                </a:lnTo>
                <a:lnTo>
                  <a:pt x="2118" y="917"/>
                </a:lnTo>
                <a:lnTo>
                  <a:pt x="2120" y="919"/>
                </a:lnTo>
                <a:lnTo>
                  <a:pt x="2121" y="920"/>
                </a:lnTo>
                <a:lnTo>
                  <a:pt x="2122" y="921"/>
                </a:lnTo>
                <a:lnTo>
                  <a:pt x="2122" y="922"/>
                </a:lnTo>
                <a:lnTo>
                  <a:pt x="2122" y="923"/>
                </a:lnTo>
                <a:lnTo>
                  <a:pt x="2122" y="924"/>
                </a:lnTo>
                <a:lnTo>
                  <a:pt x="2121" y="926"/>
                </a:lnTo>
                <a:lnTo>
                  <a:pt x="2122" y="928"/>
                </a:lnTo>
                <a:lnTo>
                  <a:pt x="2123" y="928"/>
                </a:lnTo>
                <a:lnTo>
                  <a:pt x="2124" y="928"/>
                </a:lnTo>
                <a:lnTo>
                  <a:pt x="2124" y="929"/>
                </a:lnTo>
                <a:lnTo>
                  <a:pt x="2124" y="930"/>
                </a:lnTo>
                <a:lnTo>
                  <a:pt x="2124" y="931"/>
                </a:lnTo>
                <a:lnTo>
                  <a:pt x="2124" y="932"/>
                </a:lnTo>
                <a:lnTo>
                  <a:pt x="2125" y="933"/>
                </a:lnTo>
                <a:lnTo>
                  <a:pt x="2126" y="935"/>
                </a:lnTo>
                <a:lnTo>
                  <a:pt x="2127" y="935"/>
                </a:lnTo>
                <a:lnTo>
                  <a:pt x="2128" y="939"/>
                </a:lnTo>
                <a:lnTo>
                  <a:pt x="2127" y="939"/>
                </a:lnTo>
                <a:lnTo>
                  <a:pt x="2127" y="940"/>
                </a:lnTo>
                <a:lnTo>
                  <a:pt x="2126" y="940"/>
                </a:lnTo>
                <a:lnTo>
                  <a:pt x="2125" y="941"/>
                </a:lnTo>
                <a:lnTo>
                  <a:pt x="2124" y="942"/>
                </a:lnTo>
                <a:lnTo>
                  <a:pt x="2123" y="942"/>
                </a:lnTo>
                <a:lnTo>
                  <a:pt x="2120" y="942"/>
                </a:lnTo>
                <a:lnTo>
                  <a:pt x="2119" y="942"/>
                </a:lnTo>
                <a:lnTo>
                  <a:pt x="2119" y="941"/>
                </a:lnTo>
                <a:lnTo>
                  <a:pt x="2118" y="942"/>
                </a:lnTo>
                <a:lnTo>
                  <a:pt x="2117" y="943"/>
                </a:lnTo>
                <a:lnTo>
                  <a:pt x="2117" y="945"/>
                </a:lnTo>
                <a:lnTo>
                  <a:pt x="2117" y="947"/>
                </a:lnTo>
                <a:lnTo>
                  <a:pt x="2116" y="948"/>
                </a:lnTo>
                <a:lnTo>
                  <a:pt x="2114" y="948"/>
                </a:lnTo>
                <a:lnTo>
                  <a:pt x="2114" y="949"/>
                </a:lnTo>
                <a:lnTo>
                  <a:pt x="2113" y="948"/>
                </a:lnTo>
                <a:lnTo>
                  <a:pt x="2112" y="949"/>
                </a:lnTo>
                <a:lnTo>
                  <a:pt x="2112" y="950"/>
                </a:lnTo>
                <a:lnTo>
                  <a:pt x="2112" y="952"/>
                </a:lnTo>
                <a:lnTo>
                  <a:pt x="2111" y="953"/>
                </a:lnTo>
                <a:lnTo>
                  <a:pt x="2110" y="954"/>
                </a:lnTo>
                <a:lnTo>
                  <a:pt x="2110" y="955"/>
                </a:lnTo>
                <a:lnTo>
                  <a:pt x="2110" y="956"/>
                </a:lnTo>
                <a:lnTo>
                  <a:pt x="2110" y="957"/>
                </a:lnTo>
                <a:lnTo>
                  <a:pt x="2109" y="961"/>
                </a:lnTo>
                <a:lnTo>
                  <a:pt x="2108" y="962"/>
                </a:lnTo>
                <a:lnTo>
                  <a:pt x="2107" y="963"/>
                </a:lnTo>
                <a:lnTo>
                  <a:pt x="2105" y="964"/>
                </a:lnTo>
                <a:lnTo>
                  <a:pt x="2104" y="964"/>
                </a:lnTo>
                <a:lnTo>
                  <a:pt x="2103" y="964"/>
                </a:lnTo>
                <a:lnTo>
                  <a:pt x="2103" y="965"/>
                </a:lnTo>
                <a:lnTo>
                  <a:pt x="2102" y="965"/>
                </a:lnTo>
                <a:lnTo>
                  <a:pt x="2101" y="965"/>
                </a:lnTo>
                <a:lnTo>
                  <a:pt x="2100" y="965"/>
                </a:lnTo>
                <a:lnTo>
                  <a:pt x="2100" y="964"/>
                </a:lnTo>
                <a:lnTo>
                  <a:pt x="2098" y="964"/>
                </a:lnTo>
                <a:lnTo>
                  <a:pt x="2098" y="963"/>
                </a:lnTo>
                <a:lnTo>
                  <a:pt x="2097" y="963"/>
                </a:lnTo>
                <a:lnTo>
                  <a:pt x="2096" y="963"/>
                </a:lnTo>
                <a:lnTo>
                  <a:pt x="2096" y="965"/>
                </a:lnTo>
                <a:lnTo>
                  <a:pt x="2095" y="965"/>
                </a:lnTo>
                <a:lnTo>
                  <a:pt x="2096" y="966"/>
                </a:lnTo>
                <a:lnTo>
                  <a:pt x="2096" y="967"/>
                </a:lnTo>
                <a:lnTo>
                  <a:pt x="2095" y="968"/>
                </a:lnTo>
                <a:lnTo>
                  <a:pt x="2093" y="968"/>
                </a:lnTo>
                <a:lnTo>
                  <a:pt x="2089" y="968"/>
                </a:lnTo>
                <a:lnTo>
                  <a:pt x="2087" y="970"/>
                </a:lnTo>
                <a:lnTo>
                  <a:pt x="2087" y="971"/>
                </a:lnTo>
                <a:lnTo>
                  <a:pt x="2086" y="973"/>
                </a:lnTo>
                <a:lnTo>
                  <a:pt x="2085" y="972"/>
                </a:lnTo>
                <a:lnTo>
                  <a:pt x="2084" y="972"/>
                </a:lnTo>
                <a:lnTo>
                  <a:pt x="2084" y="973"/>
                </a:lnTo>
                <a:lnTo>
                  <a:pt x="2083" y="973"/>
                </a:lnTo>
                <a:lnTo>
                  <a:pt x="2082" y="972"/>
                </a:lnTo>
                <a:lnTo>
                  <a:pt x="2081" y="972"/>
                </a:lnTo>
                <a:lnTo>
                  <a:pt x="2081" y="973"/>
                </a:lnTo>
                <a:lnTo>
                  <a:pt x="2081" y="974"/>
                </a:lnTo>
                <a:lnTo>
                  <a:pt x="2080" y="974"/>
                </a:lnTo>
                <a:lnTo>
                  <a:pt x="2078" y="975"/>
                </a:lnTo>
                <a:lnTo>
                  <a:pt x="2078" y="976"/>
                </a:lnTo>
                <a:lnTo>
                  <a:pt x="2078" y="977"/>
                </a:lnTo>
                <a:lnTo>
                  <a:pt x="2077" y="977"/>
                </a:lnTo>
                <a:lnTo>
                  <a:pt x="2076" y="977"/>
                </a:lnTo>
                <a:lnTo>
                  <a:pt x="2075" y="979"/>
                </a:lnTo>
                <a:lnTo>
                  <a:pt x="2074" y="980"/>
                </a:lnTo>
                <a:lnTo>
                  <a:pt x="2074" y="981"/>
                </a:lnTo>
                <a:lnTo>
                  <a:pt x="2073" y="982"/>
                </a:lnTo>
                <a:lnTo>
                  <a:pt x="2072" y="983"/>
                </a:lnTo>
                <a:lnTo>
                  <a:pt x="2071" y="983"/>
                </a:lnTo>
                <a:lnTo>
                  <a:pt x="2071" y="984"/>
                </a:lnTo>
                <a:lnTo>
                  <a:pt x="2072" y="984"/>
                </a:lnTo>
                <a:lnTo>
                  <a:pt x="2072" y="985"/>
                </a:lnTo>
                <a:lnTo>
                  <a:pt x="2071" y="986"/>
                </a:lnTo>
                <a:lnTo>
                  <a:pt x="2070" y="986"/>
                </a:lnTo>
                <a:lnTo>
                  <a:pt x="2070" y="987"/>
                </a:lnTo>
                <a:lnTo>
                  <a:pt x="2070" y="988"/>
                </a:lnTo>
                <a:lnTo>
                  <a:pt x="2069" y="988"/>
                </a:lnTo>
                <a:lnTo>
                  <a:pt x="2068" y="988"/>
                </a:lnTo>
                <a:lnTo>
                  <a:pt x="2068" y="989"/>
                </a:lnTo>
                <a:lnTo>
                  <a:pt x="2068" y="991"/>
                </a:lnTo>
                <a:lnTo>
                  <a:pt x="2068" y="993"/>
                </a:lnTo>
                <a:lnTo>
                  <a:pt x="2068" y="994"/>
                </a:lnTo>
                <a:lnTo>
                  <a:pt x="2068" y="995"/>
                </a:lnTo>
                <a:lnTo>
                  <a:pt x="2069" y="995"/>
                </a:lnTo>
                <a:lnTo>
                  <a:pt x="2070" y="996"/>
                </a:lnTo>
                <a:lnTo>
                  <a:pt x="2070" y="997"/>
                </a:lnTo>
                <a:lnTo>
                  <a:pt x="2071" y="997"/>
                </a:lnTo>
                <a:lnTo>
                  <a:pt x="2069" y="998"/>
                </a:lnTo>
                <a:lnTo>
                  <a:pt x="2067" y="998"/>
                </a:lnTo>
                <a:lnTo>
                  <a:pt x="2067" y="997"/>
                </a:lnTo>
                <a:lnTo>
                  <a:pt x="2066" y="997"/>
                </a:lnTo>
                <a:lnTo>
                  <a:pt x="2065" y="997"/>
                </a:lnTo>
                <a:lnTo>
                  <a:pt x="2064" y="996"/>
                </a:lnTo>
                <a:lnTo>
                  <a:pt x="2064" y="995"/>
                </a:lnTo>
                <a:lnTo>
                  <a:pt x="2063" y="995"/>
                </a:lnTo>
                <a:lnTo>
                  <a:pt x="2062" y="995"/>
                </a:lnTo>
                <a:lnTo>
                  <a:pt x="2061" y="995"/>
                </a:lnTo>
                <a:lnTo>
                  <a:pt x="2060" y="996"/>
                </a:lnTo>
                <a:lnTo>
                  <a:pt x="2060" y="995"/>
                </a:lnTo>
                <a:lnTo>
                  <a:pt x="2059" y="995"/>
                </a:lnTo>
                <a:lnTo>
                  <a:pt x="2058" y="995"/>
                </a:lnTo>
                <a:lnTo>
                  <a:pt x="2057" y="995"/>
                </a:lnTo>
                <a:lnTo>
                  <a:pt x="2056" y="994"/>
                </a:lnTo>
                <a:lnTo>
                  <a:pt x="2056" y="995"/>
                </a:lnTo>
                <a:lnTo>
                  <a:pt x="2057" y="995"/>
                </a:lnTo>
                <a:lnTo>
                  <a:pt x="2056" y="996"/>
                </a:lnTo>
                <a:lnTo>
                  <a:pt x="2055" y="996"/>
                </a:lnTo>
                <a:lnTo>
                  <a:pt x="2054" y="996"/>
                </a:lnTo>
                <a:lnTo>
                  <a:pt x="2054" y="997"/>
                </a:lnTo>
                <a:lnTo>
                  <a:pt x="2052" y="997"/>
                </a:lnTo>
                <a:lnTo>
                  <a:pt x="2050" y="997"/>
                </a:lnTo>
                <a:lnTo>
                  <a:pt x="2049" y="997"/>
                </a:lnTo>
                <a:lnTo>
                  <a:pt x="2048" y="998"/>
                </a:lnTo>
                <a:lnTo>
                  <a:pt x="2047" y="999"/>
                </a:lnTo>
                <a:lnTo>
                  <a:pt x="2046" y="999"/>
                </a:lnTo>
                <a:lnTo>
                  <a:pt x="2046" y="1000"/>
                </a:lnTo>
                <a:lnTo>
                  <a:pt x="2046" y="1004"/>
                </a:lnTo>
                <a:lnTo>
                  <a:pt x="2047" y="1005"/>
                </a:lnTo>
                <a:lnTo>
                  <a:pt x="2048" y="1005"/>
                </a:lnTo>
                <a:lnTo>
                  <a:pt x="2048" y="1006"/>
                </a:lnTo>
                <a:lnTo>
                  <a:pt x="2048" y="1007"/>
                </a:lnTo>
                <a:lnTo>
                  <a:pt x="2047" y="1007"/>
                </a:lnTo>
                <a:lnTo>
                  <a:pt x="2046" y="1007"/>
                </a:lnTo>
                <a:lnTo>
                  <a:pt x="2046" y="1008"/>
                </a:lnTo>
                <a:lnTo>
                  <a:pt x="2047" y="1009"/>
                </a:lnTo>
                <a:lnTo>
                  <a:pt x="2047" y="1010"/>
                </a:lnTo>
                <a:lnTo>
                  <a:pt x="2047" y="1011"/>
                </a:lnTo>
                <a:lnTo>
                  <a:pt x="2047" y="1014"/>
                </a:lnTo>
                <a:lnTo>
                  <a:pt x="2046" y="1014"/>
                </a:lnTo>
                <a:lnTo>
                  <a:pt x="2046" y="1015"/>
                </a:lnTo>
                <a:lnTo>
                  <a:pt x="2045" y="1016"/>
                </a:lnTo>
                <a:lnTo>
                  <a:pt x="2045" y="1018"/>
                </a:lnTo>
                <a:lnTo>
                  <a:pt x="2045" y="1019"/>
                </a:lnTo>
                <a:lnTo>
                  <a:pt x="2045" y="1020"/>
                </a:lnTo>
                <a:lnTo>
                  <a:pt x="2045" y="1022"/>
                </a:lnTo>
                <a:lnTo>
                  <a:pt x="2046" y="1022"/>
                </a:lnTo>
                <a:lnTo>
                  <a:pt x="2046" y="1023"/>
                </a:lnTo>
                <a:lnTo>
                  <a:pt x="2046" y="1024"/>
                </a:lnTo>
                <a:lnTo>
                  <a:pt x="2045" y="1024"/>
                </a:lnTo>
                <a:lnTo>
                  <a:pt x="2045" y="1025"/>
                </a:lnTo>
                <a:lnTo>
                  <a:pt x="2045" y="1026"/>
                </a:lnTo>
                <a:lnTo>
                  <a:pt x="2045" y="1027"/>
                </a:lnTo>
                <a:lnTo>
                  <a:pt x="2045" y="1028"/>
                </a:lnTo>
                <a:lnTo>
                  <a:pt x="2045" y="1029"/>
                </a:lnTo>
                <a:lnTo>
                  <a:pt x="2045" y="1030"/>
                </a:lnTo>
                <a:lnTo>
                  <a:pt x="2045" y="1031"/>
                </a:lnTo>
                <a:lnTo>
                  <a:pt x="2045" y="1032"/>
                </a:lnTo>
                <a:lnTo>
                  <a:pt x="2044" y="1032"/>
                </a:lnTo>
                <a:lnTo>
                  <a:pt x="2044" y="1033"/>
                </a:lnTo>
                <a:lnTo>
                  <a:pt x="2045" y="1034"/>
                </a:lnTo>
                <a:lnTo>
                  <a:pt x="2045" y="1035"/>
                </a:lnTo>
                <a:lnTo>
                  <a:pt x="2045" y="1036"/>
                </a:lnTo>
                <a:lnTo>
                  <a:pt x="2045" y="1037"/>
                </a:lnTo>
                <a:lnTo>
                  <a:pt x="2045" y="1038"/>
                </a:lnTo>
                <a:lnTo>
                  <a:pt x="2046" y="1038"/>
                </a:lnTo>
                <a:lnTo>
                  <a:pt x="2046" y="1039"/>
                </a:lnTo>
                <a:lnTo>
                  <a:pt x="2047" y="1039"/>
                </a:lnTo>
                <a:lnTo>
                  <a:pt x="2047" y="1040"/>
                </a:lnTo>
                <a:lnTo>
                  <a:pt x="2046" y="1040"/>
                </a:lnTo>
                <a:lnTo>
                  <a:pt x="2046" y="1041"/>
                </a:lnTo>
                <a:lnTo>
                  <a:pt x="2045" y="1042"/>
                </a:lnTo>
                <a:lnTo>
                  <a:pt x="2045" y="1043"/>
                </a:lnTo>
                <a:lnTo>
                  <a:pt x="2044" y="1043"/>
                </a:lnTo>
                <a:lnTo>
                  <a:pt x="2044" y="1045"/>
                </a:lnTo>
                <a:lnTo>
                  <a:pt x="2045" y="1045"/>
                </a:lnTo>
                <a:lnTo>
                  <a:pt x="2045" y="1046"/>
                </a:lnTo>
                <a:lnTo>
                  <a:pt x="2045" y="1048"/>
                </a:lnTo>
                <a:lnTo>
                  <a:pt x="2045" y="1049"/>
                </a:lnTo>
                <a:lnTo>
                  <a:pt x="2045" y="1050"/>
                </a:lnTo>
                <a:lnTo>
                  <a:pt x="2045" y="1051"/>
                </a:lnTo>
                <a:lnTo>
                  <a:pt x="2045" y="1055"/>
                </a:lnTo>
                <a:lnTo>
                  <a:pt x="2045" y="1056"/>
                </a:lnTo>
                <a:lnTo>
                  <a:pt x="2046" y="1057"/>
                </a:lnTo>
                <a:lnTo>
                  <a:pt x="2046" y="1059"/>
                </a:lnTo>
                <a:lnTo>
                  <a:pt x="2047" y="1059"/>
                </a:lnTo>
                <a:lnTo>
                  <a:pt x="2047" y="1060"/>
                </a:lnTo>
                <a:lnTo>
                  <a:pt x="2049" y="1060"/>
                </a:lnTo>
                <a:lnTo>
                  <a:pt x="2050" y="1060"/>
                </a:lnTo>
                <a:lnTo>
                  <a:pt x="2050" y="1062"/>
                </a:lnTo>
                <a:lnTo>
                  <a:pt x="2051" y="1064"/>
                </a:lnTo>
                <a:lnTo>
                  <a:pt x="2051" y="1065"/>
                </a:lnTo>
                <a:lnTo>
                  <a:pt x="2052" y="1065"/>
                </a:lnTo>
                <a:lnTo>
                  <a:pt x="2053" y="1065"/>
                </a:lnTo>
                <a:lnTo>
                  <a:pt x="2053" y="1066"/>
                </a:lnTo>
                <a:lnTo>
                  <a:pt x="2053" y="1067"/>
                </a:lnTo>
                <a:lnTo>
                  <a:pt x="2053" y="1068"/>
                </a:lnTo>
                <a:lnTo>
                  <a:pt x="2054" y="1068"/>
                </a:lnTo>
                <a:lnTo>
                  <a:pt x="2056" y="1069"/>
                </a:lnTo>
                <a:lnTo>
                  <a:pt x="2057" y="1069"/>
                </a:lnTo>
                <a:lnTo>
                  <a:pt x="2057" y="1070"/>
                </a:lnTo>
                <a:lnTo>
                  <a:pt x="2059" y="1070"/>
                </a:lnTo>
                <a:lnTo>
                  <a:pt x="2060" y="1070"/>
                </a:lnTo>
                <a:lnTo>
                  <a:pt x="2061" y="1070"/>
                </a:lnTo>
                <a:lnTo>
                  <a:pt x="2062" y="1070"/>
                </a:lnTo>
                <a:lnTo>
                  <a:pt x="2064" y="1071"/>
                </a:lnTo>
                <a:lnTo>
                  <a:pt x="2065" y="1071"/>
                </a:lnTo>
                <a:lnTo>
                  <a:pt x="2066" y="1070"/>
                </a:lnTo>
                <a:lnTo>
                  <a:pt x="2067" y="1070"/>
                </a:lnTo>
                <a:lnTo>
                  <a:pt x="2068" y="1071"/>
                </a:lnTo>
                <a:lnTo>
                  <a:pt x="2070" y="1071"/>
                </a:lnTo>
                <a:lnTo>
                  <a:pt x="2071" y="1070"/>
                </a:lnTo>
                <a:lnTo>
                  <a:pt x="2071" y="1071"/>
                </a:lnTo>
                <a:lnTo>
                  <a:pt x="2072" y="1071"/>
                </a:lnTo>
                <a:lnTo>
                  <a:pt x="2073" y="1071"/>
                </a:lnTo>
                <a:lnTo>
                  <a:pt x="2074" y="1074"/>
                </a:lnTo>
                <a:lnTo>
                  <a:pt x="2075" y="1074"/>
                </a:lnTo>
                <a:lnTo>
                  <a:pt x="2076" y="1074"/>
                </a:lnTo>
                <a:lnTo>
                  <a:pt x="2077" y="1074"/>
                </a:lnTo>
                <a:lnTo>
                  <a:pt x="2077" y="1073"/>
                </a:lnTo>
                <a:lnTo>
                  <a:pt x="2077" y="1074"/>
                </a:lnTo>
                <a:lnTo>
                  <a:pt x="2078" y="1074"/>
                </a:lnTo>
                <a:lnTo>
                  <a:pt x="2078" y="1075"/>
                </a:lnTo>
                <a:lnTo>
                  <a:pt x="2079" y="1077"/>
                </a:lnTo>
                <a:lnTo>
                  <a:pt x="2080" y="1077"/>
                </a:lnTo>
                <a:lnTo>
                  <a:pt x="2080" y="1078"/>
                </a:lnTo>
                <a:lnTo>
                  <a:pt x="2081" y="1078"/>
                </a:lnTo>
                <a:lnTo>
                  <a:pt x="2082" y="1077"/>
                </a:lnTo>
                <a:lnTo>
                  <a:pt x="2083" y="1077"/>
                </a:lnTo>
                <a:lnTo>
                  <a:pt x="2083" y="1078"/>
                </a:lnTo>
                <a:lnTo>
                  <a:pt x="2083" y="1079"/>
                </a:lnTo>
                <a:lnTo>
                  <a:pt x="2084" y="1080"/>
                </a:lnTo>
                <a:lnTo>
                  <a:pt x="2084" y="1081"/>
                </a:lnTo>
                <a:lnTo>
                  <a:pt x="2085" y="1083"/>
                </a:lnTo>
                <a:lnTo>
                  <a:pt x="2085" y="1084"/>
                </a:lnTo>
                <a:lnTo>
                  <a:pt x="2085" y="1086"/>
                </a:lnTo>
                <a:lnTo>
                  <a:pt x="2085" y="1087"/>
                </a:lnTo>
                <a:lnTo>
                  <a:pt x="2085" y="1088"/>
                </a:lnTo>
                <a:lnTo>
                  <a:pt x="2086" y="1088"/>
                </a:lnTo>
                <a:lnTo>
                  <a:pt x="2086" y="1089"/>
                </a:lnTo>
                <a:lnTo>
                  <a:pt x="2085" y="1089"/>
                </a:lnTo>
                <a:lnTo>
                  <a:pt x="2086" y="1089"/>
                </a:lnTo>
                <a:lnTo>
                  <a:pt x="2086" y="1090"/>
                </a:lnTo>
                <a:lnTo>
                  <a:pt x="2087" y="1090"/>
                </a:lnTo>
                <a:lnTo>
                  <a:pt x="2087" y="1091"/>
                </a:lnTo>
                <a:lnTo>
                  <a:pt x="2088" y="1091"/>
                </a:lnTo>
                <a:lnTo>
                  <a:pt x="2088" y="1092"/>
                </a:lnTo>
                <a:lnTo>
                  <a:pt x="2089" y="1093"/>
                </a:lnTo>
                <a:lnTo>
                  <a:pt x="2089" y="1094"/>
                </a:lnTo>
                <a:lnTo>
                  <a:pt x="2089" y="1095"/>
                </a:lnTo>
                <a:lnTo>
                  <a:pt x="2090" y="1095"/>
                </a:lnTo>
                <a:lnTo>
                  <a:pt x="2090" y="1096"/>
                </a:lnTo>
                <a:lnTo>
                  <a:pt x="2091" y="1096"/>
                </a:lnTo>
                <a:lnTo>
                  <a:pt x="2091" y="1097"/>
                </a:lnTo>
                <a:lnTo>
                  <a:pt x="2091" y="1098"/>
                </a:lnTo>
                <a:lnTo>
                  <a:pt x="2091" y="1099"/>
                </a:lnTo>
                <a:lnTo>
                  <a:pt x="2092" y="1100"/>
                </a:lnTo>
                <a:lnTo>
                  <a:pt x="2092" y="1101"/>
                </a:lnTo>
                <a:lnTo>
                  <a:pt x="2093" y="1101"/>
                </a:lnTo>
                <a:lnTo>
                  <a:pt x="2093" y="1102"/>
                </a:lnTo>
                <a:lnTo>
                  <a:pt x="2094" y="1103"/>
                </a:lnTo>
                <a:lnTo>
                  <a:pt x="2095" y="1103"/>
                </a:lnTo>
                <a:lnTo>
                  <a:pt x="2096" y="1104"/>
                </a:lnTo>
                <a:lnTo>
                  <a:pt x="2096" y="1105"/>
                </a:lnTo>
                <a:lnTo>
                  <a:pt x="2096" y="1106"/>
                </a:lnTo>
                <a:lnTo>
                  <a:pt x="2097" y="1106"/>
                </a:lnTo>
                <a:lnTo>
                  <a:pt x="2097" y="1107"/>
                </a:lnTo>
                <a:lnTo>
                  <a:pt x="2098" y="1107"/>
                </a:lnTo>
                <a:lnTo>
                  <a:pt x="2098" y="1108"/>
                </a:lnTo>
                <a:lnTo>
                  <a:pt x="2099" y="1108"/>
                </a:lnTo>
                <a:lnTo>
                  <a:pt x="2099" y="1109"/>
                </a:lnTo>
                <a:lnTo>
                  <a:pt x="2099" y="1110"/>
                </a:lnTo>
                <a:lnTo>
                  <a:pt x="2096" y="1111"/>
                </a:lnTo>
                <a:lnTo>
                  <a:pt x="2096" y="1112"/>
                </a:lnTo>
                <a:lnTo>
                  <a:pt x="2095" y="1112"/>
                </a:lnTo>
                <a:lnTo>
                  <a:pt x="2094" y="1112"/>
                </a:lnTo>
                <a:lnTo>
                  <a:pt x="2093" y="1112"/>
                </a:lnTo>
                <a:lnTo>
                  <a:pt x="2092" y="1112"/>
                </a:lnTo>
                <a:lnTo>
                  <a:pt x="2091" y="1111"/>
                </a:lnTo>
                <a:lnTo>
                  <a:pt x="2090" y="1111"/>
                </a:lnTo>
                <a:lnTo>
                  <a:pt x="2089" y="1110"/>
                </a:lnTo>
                <a:lnTo>
                  <a:pt x="2088" y="1110"/>
                </a:lnTo>
                <a:lnTo>
                  <a:pt x="2088" y="1109"/>
                </a:lnTo>
                <a:lnTo>
                  <a:pt x="2087" y="1109"/>
                </a:lnTo>
                <a:lnTo>
                  <a:pt x="2087" y="1110"/>
                </a:lnTo>
                <a:lnTo>
                  <a:pt x="2086" y="1110"/>
                </a:lnTo>
                <a:lnTo>
                  <a:pt x="2086" y="1111"/>
                </a:lnTo>
                <a:lnTo>
                  <a:pt x="2086" y="1112"/>
                </a:lnTo>
                <a:lnTo>
                  <a:pt x="2086" y="1113"/>
                </a:lnTo>
                <a:lnTo>
                  <a:pt x="2085" y="1113"/>
                </a:lnTo>
                <a:lnTo>
                  <a:pt x="2085" y="1114"/>
                </a:lnTo>
                <a:lnTo>
                  <a:pt x="2084" y="1114"/>
                </a:lnTo>
                <a:lnTo>
                  <a:pt x="2084" y="1115"/>
                </a:lnTo>
                <a:lnTo>
                  <a:pt x="2084" y="1117"/>
                </a:lnTo>
                <a:lnTo>
                  <a:pt x="2084" y="1118"/>
                </a:lnTo>
                <a:lnTo>
                  <a:pt x="2084" y="1119"/>
                </a:lnTo>
                <a:lnTo>
                  <a:pt x="2083" y="1120"/>
                </a:lnTo>
                <a:lnTo>
                  <a:pt x="2082" y="1120"/>
                </a:lnTo>
                <a:lnTo>
                  <a:pt x="2082" y="1121"/>
                </a:lnTo>
                <a:lnTo>
                  <a:pt x="2082" y="1122"/>
                </a:lnTo>
                <a:lnTo>
                  <a:pt x="2081" y="1122"/>
                </a:lnTo>
                <a:lnTo>
                  <a:pt x="2081" y="1121"/>
                </a:lnTo>
                <a:lnTo>
                  <a:pt x="2081" y="1122"/>
                </a:lnTo>
                <a:lnTo>
                  <a:pt x="2080" y="1122"/>
                </a:lnTo>
                <a:lnTo>
                  <a:pt x="2081" y="1123"/>
                </a:lnTo>
                <a:lnTo>
                  <a:pt x="2080" y="1125"/>
                </a:lnTo>
                <a:lnTo>
                  <a:pt x="2080" y="1126"/>
                </a:lnTo>
                <a:lnTo>
                  <a:pt x="2079" y="1126"/>
                </a:lnTo>
                <a:lnTo>
                  <a:pt x="2078" y="1126"/>
                </a:lnTo>
                <a:lnTo>
                  <a:pt x="2077" y="1125"/>
                </a:lnTo>
                <a:lnTo>
                  <a:pt x="2073" y="1123"/>
                </a:lnTo>
                <a:lnTo>
                  <a:pt x="2071" y="1123"/>
                </a:lnTo>
                <a:lnTo>
                  <a:pt x="2070" y="1122"/>
                </a:lnTo>
                <a:lnTo>
                  <a:pt x="2067" y="1121"/>
                </a:lnTo>
                <a:lnTo>
                  <a:pt x="2066" y="1123"/>
                </a:lnTo>
                <a:lnTo>
                  <a:pt x="2066" y="1124"/>
                </a:lnTo>
                <a:lnTo>
                  <a:pt x="2066" y="1125"/>
                </a:lnTo>
                <a:lnTo>
                  <a:pt x="2066" y="1126"/>
                </a:lnTo>
                <a:lnTo>
                  <a:pt x="2066" y="1127"/>
                </a:lnTo>
                <a:lnTo>
                  <a:pt x="2066" y="1128"/>
                </a:lnTo>
                <a:lnTo>
                  <a:pt x="2065" y="1129"/>
                </a:lnTo>
                <a:lnTo>
                  <a:pt x="2065" y="1130"/>
                </a:lnTo>
                <a:lnTo>
                  <a:pt x="2065" y="1131"/>
                </a:lnTo>
                <a:lnTo>
                  <a:pt x="2066" y="1131"/>
                </a:lnTo>
                <a:lnTo>
                  <a:pt x="2066" y="1132"/>
                </a:lnTo>
                <a:lnTo>
                  <a:pt x="2066" y="1133"/>
                </a:lnTo>
                <a:lnTo>
                  <a:pt x="2066" y="1134"/>
                </a:lnTo>
                <a:lnTo>
                  <a:pt x="2065" y="1135"/>
                </a:lnTo>
                <a:lnTo>
                  <a:pt x="2064" y="1135"/>
                </a:lnTo>
                <a:lnTo>
                  <a:pt x="2064" y="1134"/>
                </a:lnTo>
                <a:lnTo>
                  <a:pt x="2061" y="1134"/>
                </a:lnTo>
                <a:lnTo>
                  <a:pt x="2060" y="1134"/>
                </a:lnTo>
                <a:lnTo>
                  <a:pt x="2060" y="1135"/>
                </a:lnTo>
                <a:lnTo>
                  <a:pt x="2059" y="1135"/>
                </a:lnTo>
                <a:lnTo>
                  <a:pt x="2058" y="1135"/>
                </a:lnTo>
                <a:lnTo>
                  <a:pt x="2057" y="1136"/>
                </a:lnTo>
                <a:lnTo>
                  <a:pt x="2058" y="1136"/>
                </a:lnTo>
                <a:lnTo>
                  <a:pt x="2058" y="1137"/>
                </a:lnTo>
                <a:lnTo>
                  <a:pt x="2059" y="1138"/>
                </a:lnTo>
                <a:lnTo>
                  <a:pt x="2060" y="1139"/>
                </a:lnTo>
                <a:lnTo>
                  <a:pt x="2060" y="1141"/>
                </a:lnTo>
                <a:lnTo>
                  <a:pt x="2060" y="1142"/>
                </a:lnTo>
                <a:lnTo>
                  <a:pt x="2058" y="1142"/>
                </a:lnTo>
                <a:lnTo>
                  <a:pt x="2057" y="1143"/>
                </a:lnTo>
                <a:lnTo>
                  <a:pt x="2057" y="1144"/>
                </a:lnTo>
                <a:lnTo>
                  <a:pt x="2057" y="1145"/>
                </a:lnTo>
                <a:lnTo>
                  <a:pt x="2057" y="1147"/>
                </a:lnTo>
                <a:lnTo>
                  <a:pt x="2056" y="1147"/>
                </a:lnTo>
                <a:lnTo>
                  <a:pt x="2055" y="1148"/>
                </a:lnTo>
                <a:lnTo>
                  <a:pt x="2054" y="1148"/>
                </a:lnTo>
                <a:lnTo>
                  <a:pt x="2053" y="1147"/>
                </a:lnTo>
                <a:lnTo>
                  <a:pt x="2052" y="1147"/>
                </a:lnTo>
                <a:lnTo>
                  <a:pt x="2050" y="1146"/>
                </a:lnTo>
                <a:lnTo>
                  <a:pt x="2049" y="1146"/>
                </a:lnTo>
                <a:lnTo>
                  <a:pt x="2049" y="1147"/>
                </a:lnTo>
                <a:lnTo>
                  <a:pt x="2048" y="1147"/>
                </a:lnTo>
                <a:lnTo>
                  <a:pt x="2048" y="1148"/>
                </a:lnTo>
                <a:lnTo>
                  <a:pt x="2049" y="1149"/>
                </a:lnTo>
                <a:lnTo>
                  <a:pt x="2050" y="1149"/>
                </a:lnTo>
                <a:lnTo>
                  <a:pt x="2049" y="1149"/>
                </a:lnTo>
                <a:lnTo>
                  <a:pt x="2049" y="1150"/>
                </a:lnTo>
                <a:lnTo>
                  <a:pt x="2049" y="1151"/>
                </a:lnTo>
                <a:lnTo>
                  <a:pt x="2049" y="1152"/>
                </a:lnTo>
                <a:lnTo>
                  <a:pt x="2048" y="1155"/>
                </a:lnTo>
                <a:lnTo>
                  <a:pt x="2048" y="1156"/>
                </a:lnTo>
                <a:lnTo>
                  <a:pt x="2048" y="1157"/>
                </a:lnTo>
                <a:lnTo>
                  <a:pt x="2048" y="1158"/>
                </a:lnTo>
                <a:lnTo>
                  <a:pt x="2047" y="1159"/>
                </a:lnTo>
                <a:lnTo>
                  <a:pt x="2047" y="1158"/>
                </a:lnTo>
                <a:lnTo>
                  <a:pt x="2046" y="1158"/>
                </a:lnTo>
                <a:lnTo>
                  <a:pt x="2045" y="1157"/>
                </a:lnTo>
                <a:lnTo>
                  <a:pt x="2043" y="1157"/>
                </a:lnTo>
                <a:lnTo>
                  <a:pt x="2041" y="1156"/>
                </a:lnTo>
                <a:lnTo>
                  <a:pt x="2041" y="1155"/>
                </a:lnTo>
                <a:lnTo>
                  <a:pt x="2040" y="1155"/>
                </a:lnTo>
                <a:lnTo>
                  <a:pt x="2040" y="1154"/>
                </a:lnTo>
                <a:lnTo>
                  <a:pt x="2039" y="1154"/>
                </a:lnTo>
                <a:lnTo>
                  <a:pt x="2038" y="1154"/>
                </a:lnTo>
                <a:lnTo>
                  <a:pt x="2038" y="1153"/>
                </a:lnTo>
                <a:lnTo>
                  <a:pt x="2037" y="1153"/>
                </a:lnTo>
                <a:lnTo>
                  <a:pt x="2036" y="1153"/>
                </a:lnTo>
                <a:lnTo>
                  <a:pt x="2036" y="1154"/>
                </a:lnTo>
                <a:lnTo>
                  <a:pt x="2034" y="1154"/>
                </a:lnTo>
                <a:lnTo>
                  <a:pt x="2033" y="1151"/>
                </a:lnTo>
                <a:lnTo>
                  <a:pt x="2033" y="1150"/>
                </a:lnTo>
                <a:lnTo>
                  <a:pt x="2032" y="1150"/>
                </a:lnTo>
                <a:lnTo>
                  <a:pt x="2032" y="1149"/>
                </a:lnTo>
                <a:lnTo>
                  <a:pt x="2030" y="1149"/>
                </a:lnTo>
                <a:lnTo>
                  <a:pt x="2029" y="1149"/>
                </a:lnTo>
                <a:lnTo>
                  <a:pt x="2029" y="1150"/>
                </a:lnTo>
                <a:lnTo>
                  <a:pt x="2030" y="1150"/>
                </a:lnTo>
                <a:lnTo>
                  <a:pt x="2030" y="1152"/>
                </a:lnTo>
                <a:lnTo>
                  <a:pt x="2029" y="1153"/>
                </a:lnTo>
                <a:lnTo>
                  <a:pt x="2029" y="1154"/>
                </a:lnTo>
                <a:lnTo>
                  <a:pt x="2028" y="1154"/>
                </a:lnTo>
                <a:lnTo>
                  <a:pt x="2028" y="1155"/>
                </a:lnTo>
                <a:lnTo>
                  <a:pt x="2027" y="1155"/>
                </a:lnTo>
                <a:lnTo>
                  <a:pt x="2027" y="1154"/>
                </a:lnTo>
                <a:lnTo>
                  <a:pt x="2026" y="1154"/>
                </a:lnTo>
                <a:lnTo>
                  <a:pt x="2023" y="1154"/>
                </a:lnTo>
                <a:lnTo>
                  <a:pt x="2021" y="1154"/>
                </a:lnTo>
                <a:lnTo>
                  <a:pt x="2020" y="1153"/>
                </a:lnTo>
                <a:lnTo>
                  <a:pt x="2019" y="1153"/>
                </a:lnTo>
                <a:lnTo>
                  <a:pt x="2018" y="1154"/>
                </a:lnTo>
                <a:lnTo>
                  <a:pt x="2017" y="1155"/>
                </a:lnTo>
                <a:lnTo>
                  <a:pt x="2016" y="1155"/>
                </a:lnTo>
                <a:lnTo>
                  <a:pt x="2016" y="1154"/>
                </a:lnTo>
                <a:lnTo>
                  <a:pt x="2016" y="1155"/>
                </a:lnTo>
                <a:lnTo>
                  <a:pt x="2015" y="1155"/>
                </a:lnTo>
                <a:lnTo>
                  <a:pt x="2015" y="1156"/>
                </a:lnTo>
                <a:lnTo>
                  <a:pt x="2015" y="1157"/>
                </a:lnTo>
                <a:lnTo>
                  <a:pt x="2014" y="1158"/>
                </a:lnTo>
                <a:lnTo>
                  <a:pt x="2014" y="1159"/>
                </a:lnTo>
                <a:lnTo>
                  <a:pt x="2013" y="1161"/>
                </a:lnTo>
                <a:lnTo>
                  <a:pt x="2012" y="1162"/>
                </a:lnTo>
                <a:lnTo>
                  <a:pt x="2011" y="1162"/>
                </a:lnTo>
                <a:lnTo>
                  <a:pt x="2010" y="1164"/>
                </a:lnTo>
                <a:lnTo>
                  <a:pt x="2010" y="1163"/>
                </a:lnTo>
                <a:lnTo>
                  <a:pt x="2009" y="1162"/>
                </a:lnTo>
                <a:lnTo>
                  <a:pt x="2010" y="1161"/>
                </a:lnTo>
                <a:lnTo>
                  <a:pt x="2010" y="1160"/>
                </a:lnTo>
                <a:lnTo>
                  <a:pt x="2009" y="1159"/>
                </a:lnTo>
                <a:lnTo>
                  <a:pt x="2008" y="1160"/>
                </a:lnTo>
                <a:lnTo>
                  <a:pt x="2008" y="1161"/>
                </a:lnTo>
                <a:lnTo>
                  <a:pt x="2008" y="1162"/>
                </a:lnTo>
                <a:lnTo>
                  <a:pt x="2007" y="1162"/>
                </a:lnTo>
                <a:lnTo>
                  <a:pt x="2007" y="1163"/>
                </a:lnTo>
                <a:lnTo>
                  <a:pt x="2006" y="1162"/>
                </a:lnTo>
                <a:lnTo>
                  <a:pt x="2006" y="1160"/>
                </a:lnTo>
                <a:lnTo>
                  <a:pt x="2007" y="1159"/>
                </a:lnTo>
                <a:lnTo>
                  <a:pt x="2007" y="1158"/>
                </a:lnTo>
                <a:lnTo>
                  <a:pt x="2007" y="1157"/>
                </a:lnTo>
                <a:lnTo>
                  <a:pt x="2006" y="1157"/>
                </a:lnTo>
                <a:lnTo>
                  <a:pt x="2005" y="1155"/>
                </a:lnTo>
                <a:lnTo>
                  <a:pt x="2004" y="1155"/>
                </a:lnTo>
                <a:lnTo>
                  <a:pt x="2003" y="1155"/>
                </a:lnTo>
                <a:lnTo>
                  <a:pt x="2004" y="1156"/>
                </a:lnTo>
                <a:lnTo>
                  <a:pt x="2003" y="1157"/>
                </a:lnTo>
                <a:lnTo>
                  <a:pt x="2002" y="1158"/>
                </a:lnTo>
                <a:lnTo>
                  <a:pt x="2001" y="1157"/>
                </a:lnTo>
                <a:lnTo>
                  <a:pt x="1999" y="1156"/>
                </a:lnTo>
                <a:lnTo>
                  <a:pt x="1997" y="1154"/>
                </a:lnTo>
                <a:lnTo>
                  <a:pt x="1996" y="1154"/>
                </a:lnTo>
                <a:lnTo>
                  <a:pt x="1995" y="1151"/>
                </a:lnTo>
                <a:lnTo>
                  <a:pt x="1995" y="1150"/>
                </a:lnTo>
                <a:lnTo>
                  <a:pt x="1996" y="1150"/>
                </a:lnTo>
                <a:lnTo>
                  <a:pt x="1997" y="1149"/>
                </a:lnTo>
                <a:lnTo>
                  <a:pt x="1997" y="1148"/>
                </a:lnTo>
                <a:lnTo>
                  <a:pt x="1997" y="1147"/>
                </a:lnTo>
                <a:lnTo>
                  <a:pt x="1996" y="1147"/>
                </a:lnTo>
                <a:lnTo>
                  <a:pt x="1994" y="1146"/>
                </a:lnTo>
                <a:lnTo>
                  <a:pt x="1993" y="1146"/>
                </a:lnTo>
                <a:lnTo>
                  <a:pt x="1992" y="1145"/>
                </a:lnTo>
                <a:lnTo>
                  <a:pt x="1992" y="1144"/>
                </a:lnTo>
                <a:lnTo>
                  <a:pt x="1990" y="1143"/>
                </a:lnTo>
                <a:lnTo>
                  <a:pt x="1989" y="1143"/>
                </a:lnTo>
                <a:lnTo>
                  <a:pt x="1988" y="1142"/>
                </a:lnTo>
                <a:lnTo>
                  <a:pt x="1988" y="1141"/>
                </a:lnTo>
                <a:lnTo>
                  <a:pt x="1987" y="1141"/>
                </a:lnTo>
                <a:lnTo>
                  <a:pt x="1986" y="1141"/>
                </a:lnTo>
                <a:lnTo>
                  <a:pt x="1986" y="1140"/>
                </a:lnTo>
                <a:lnTo>
                  <a:pt x="1986" y="1139"/>
                </a:lnTo>
                <a:lnTo>
                  <a:pt x="1985" y="1139"/>
                </a:lnTo>
                <a:lnTo>
                  <a:pt x="1985" y="1138"/>
                </a:lnTo>
                <a:lnTo>
                  <a:pt x="1984" y="1138"/>
                </a:lnTo>
                <a:lnTo>
                  <a:pt x="1984" y="1139"/>
                </a:lnTo>
                <a:lnTo>
                  <a:pt x="1983" y="1139"/>
                </a:lnTo>
                <a:lnTo>
                  <a:pt x="1982" y="1139"/>
                </a:lnTo>
                <a:lnTo>
                  <a:pt x="1981" y="1139"/>
                </a:lnTo>
                <a:lnTo>
                  <a:pt x="1981" y="1138"/>
                </a:lnTo>
                <a:lnTo>
                  <a:pt x="1981" y="1137"/>
                </a:lnTo>
                <a:lnTo>
                  <a:pt x="1980" y="1137"/>
                </a:lnTo>
                <a:lnTo>
                  <a:pt x="1979" y="1136"/>
                </a:lnTo>
                <a:lnTo>
                  <a:pt x="1979" y="1135"/>
                </a:lnTo>
                <a:lnTo>
                  <a:pt x="1978" y="1135"/>
                </a:lnTo>
                <a:lnTo>
                  <a:pt x="1977" y="1135"/>
                </a:lnTo>
                <a:lnTo>
                  <a:pt x="1976" y="1136"/>
                </a:lnTo>
                <a:lnTo>
                  <a:pt x="1975" y="1136"/>
                </a:lnTo>
                <a:lnTo>
                  <a:pt x="1975" y="1137"/>
                </a:lnTo>
                <a:lnTo>
                  <a:pt x="1974" y="1138"/>
                </a:lnTo>
                <a:lnTo>
                  <a:pt x="1973" y="1138"/>
                </a:lnTo>
                <a:lnTo>
                  <a:pt x="1972" y="1138"/>
                </a:lnTo>
                <a:lnTo>
                  <a:pt x="1970" y="1138"/>
                </a:lnTo>
                <a:lnTo>
                  <a:pt x="1970" y="1137"/>
                </a:lnTo>
                <a:lnTo>
                  <a:pt x="1970" y="1136"/>
                </a:lnTo>
                <a:lnTo>
                  <a:pt x="1971" y="1135"/>
                </a:lnTo>
                <a:lnTo>
                  <a:pt x="1970" y="1134"/>
                </a:lnTo>
                <a:lnTo>
                  <a:pt x="1970" y="1133"/>
                </a:lnTo>
                <a:lnTo>
                  <a:pt x="1969" y="1133"/>
                </a:lnTo>
                <a:lnTo>
                  <a:pt x="1968" y="1133"/>
                </a:lnTo>
                <a:lnTo>
                  <a:pt x="1966" y="1133"/>
                </a:lnTo>
                <a:lnTo>
                  <a:pt x="1965" y="1132"/>
                </a:lnTo>
                <a:lnTo>
                  <a:pt x="1963" y="1133"/>
                </a:lnTo>
                <a:lnTo>
                  <a:pt x="1962" y="1132"/>
                </a:lnTo>
                <a:lnTo>
                  <a:pt x="1961" y="1131"/>
                </a:lnTo>
                <a:lnTo>
                  <a:pt x="1960" y="1131"/>
                </a:lnTo>
                <a:lnTo>
                  <a:pt x="1958" y="1131"/>
                </a:lnTo>
                <a:lnTo>
                  <a:pt x="1957" y="1130"/>
                </a:lnTo>
                <a:lnTo>
                  <a:pt x="1956" y="1129"/>
                </a:lnTo>
                <a:lnTo>
                  <a:pt x="1954" y="1129"/>
                </a:lnTo>
                <a:lnTo>
                  <a:pt x="1953" y="1129"/>
                </a:lnTo>
                <a:lnTo>
                  <a:pt x="1953" y="1128"/>
                </a:lnTo>
                <a:lnTo>
                  <a:pt x="1951" y="1127"/>
                </a:lnTo>
                <a:lnTo>
                  <a:pt x="1947" y="1126"/>
                </a:lnTo>
                <a:lnTo>
                  <a:pt x="1946" y="1126"/>
                </a:lnTo>
                <a:lnTo>
                  <a:pt x="1945" y="1126"/>
                </a:lnTo>
                <a:lnTo>
                  <a:pt x="1945" y="1127"/>
                </a:lnTo>
                <a:lnTo>
                  <a:pt x="1944" y="1127"/>
                </a:lnTo>
                <a:lnTo>
                  <a:pt x="1943" y="1127"/>
                </a:lnTo>
                <a:lnTo>
                  <a:pt x="1943" y="1126"/>
                </a:lnTo>
                <a:lnTo>
                  <a:pt x="1944" y="1126"/>
                </a:lnTo>
                <a:lnTo>
                  <a:pt x="1944" y="1125"/>
                </a:lnTo>
                <a:lnTo>
                  <a:pt x="1944" y="1123"/>
                </a:lnTo>
                <a:lnTo>
                  <a:pt x="1943" y="1122"/>
                </a:lnTo>
                <a:lnTo>
                  <a:pt x="1942" y="1122"/>
                </a:lnTo>
                <a:lnTo>
                  <a:pt x="1939" y="1122"/>
                </a:lnTo>
                <a:lnTo>
                  <a:pt x="1938" y="1122"/>
                </a:lnTo>
                <a:lnTo>
                  <a:pt x="1938" y="1121"/>
                </a:lnTo>
                <a:lnTo>
                  <a:pt x="1937" y="1121"/>
                </a:lnTo>
                <a:lnTo>
                  <a:pt x="1936" y="1121"/>
                </a:lnTo>
                <a:lnTo>
                  <a:pt x="1934" y="1119"/>
                </a:lnTo>
                <a:lnTo>
                  <a:pt x="1933" y="1118"/>
                </a:lnTo>
                <a:lnTo>
                  <a:pt x="1933" y="1117"/>
                </a:lnTo>
                <a:lnTo>
                  <a:pt x="1934" y="1117"/>
                </a:lnTo>
                <a:lnTo>
                  <a:pt x="1933" y="1116"/>
                </a:lnTo>
                <a:lnTo>
                  <a:pt x="1931" y="1115"/>
                </a:lnTo>
                <a:lnTo>
                  <a:pt x="1930" y="1115"/>
                </a:lnTo>
                <a:lnTo>
                  <a:pt x="1930" y="1116"/>
                </a:lnTo>
                <a:lnTo>
                  <a:pt x="1929" y="1116"/>
                </a:lnTo>
                <a:lnTo>
                  <a:pt x="1928" y="1116"/>
                </a:lnTo>
                <a:lnTo>
                  <a:pt x="1928" y="1115"/>
                </a:lnTo>
                <a:lnTo>
                  <a:pt x="1928" y="1114"/>
                </a:lnTo>
                <a:lnTo>
                  <a:pt x="1928" y="1112"/>
                </a:lnTo>
                <a:lnTo>
                  <a:pt x="1929" y="1112"/>
                </a:lnTo>
                <a:lnTo>
                  <a:pt x="1929" y="1110"/>
                </a:lnTo>
                <a:lnTo>
                  <a:pt x="1929" y="1109"/>
                </a:lnTo>
                <a:lnTo>
                  <a:pt x="1928" y="1109"/>
                </a:lnTo>
                <a:lnTo>
                  <a:pt x="1925" y="1108"/>
                </a:lnTo>
                <a:lnTo>
                  <a:pt x="1924" y="1108"/>
                </a:lnTo>
                <a:lnTo>
                  <a:pt x="1923" y="1108"/>
                </a:lnTo>
                <a:lnTo>
                  <a:pt x="1922" y="1107"/>
                </a:lnTo>
                <a:lnTo>
                  <a:pt x="1921" y="1108"/>
                </a:lnTo>
                <a:lnTo>
                  <a:pt x="1920" y="1109"/>
                </a:lnTo>
                <a:lnTo>
                  <a:pt x="1919" y="1110"/>
                </a:lnTo>
                <a:lnTo>
                  <a:pt x="1918" y="1111"/>
                </a:lnTo>
                <a:lnTo>
                  <a:pt x="1917" y="1111"/>
                </a:lnTo>
                <a:lnTo>
                  <a:pt x="1917" y="1110"/>
                </a:lnTo>
                <a:lnTo>
                  <a:pt x="1916" y="1109"/>
                </a:lnTo>
                <a:lnTo>
                  <a:pt x="1915" y="1108"/>
                </a:lnTo>
                <a:lnTo>
                  <a:pt x="1914" y="1108"/>
                </a:lnTo>
                <a:lnTo>
                  <a:pt x="1913" y="1108"/>
                </a:lnTo>
                <a:lnTo>
                  <a:pt x="1912" y="1109"/>
                </a:lnTo>
                <a:lnTo>
                  <a:pt x="1911" y="1109"/>
                </a:lnTo>
                <a:lnTo>
                  <a:pt x="1910" y="1108"/>
                </a:lnTo>
                <a:lnTo>
                  <a:pt x="1909" y="1108"/>
                </a:lnTo>
                <a:lnTo>
                  <a:pt x="1909" y="1109"/>
                </a:lnTo>
                <a:lnTo>
                  <a:pt x="1907" y="1109"/>
                </a:lnTo>
                <a:lnTo>
                  <a:pt x="1907" y="1108"/>
                </a:lnTo>
                <a:lnTo>
                  <a:pt x="1906" y="1108"/>
                </a:lnTo>
                <a:lnTo>
                  <a:pt x="1903" y="1109"/>
                </a:lnTo>
                <a:lnTo>
                  <a:pt x="1902" y="1108"/>
                </a:lnTo>
                <a:lnTo>
                  <a:pt x="1901" y="1108"/>
                </a:lnTo>
                <a:lnTo>
                  <a:pt x="1900" y="1108"/>
                </a:lnTo>
                <a:lnTo>
                  <a:pt x="1899" y="1109"/>
                </a:lnTo>
                <a:lnTo>
                  <a:pt x="1899" y="1108"/>
                </a:lnTo>
                <a:lnTo>
                  <a:pt x="1898" y="1108"/>
                </a:lnTo>
                <a:lnTo>
                  <a:pt x="1899" y="1107"/>
                </a:lnTo>
                <a:lnTo>
                  <a:pt x="1898" y="1107"/>
                </a:lnTo>
                <a:lnTo>
                  <a:pt x="1898" y="1106"/>
                </a:lnTo>
                <a:lnTo>
                  <a:pt x="1898" y="1105"/>
                </a:lnTo>
                <a:lnTo>
                  <a:pt x="1897" y="1105"/>
                </a:lnTo>
                <a:lnTo>
                  <a:pt x="1896" y="1105"/>
                </a:lnTo>
                <a:lnTo>
                  <a:pt x="1896" y="1106"/>
                </a:lnTo>
                <a:lnTo>
                  <a:pt x="1895" y="1106"/>
                </a:lnTo>
                <a:lnTo>
                  <a:pt x="1894" y="1104"/>
                </a:lnTo>
                <a:lnTo>
                  <a:pt x="1894" y="1103"/>
                </a:lnTo>
                <a:lnTo>
                  <a:pt x="1893" y="1103"/>
                </a:lnTo>
                <a:lnTo>
                  <a:pt x="1893" y="1102"/>
                </a:lnTo>
                <a:lnTo>
                  <a:pt x="1892" y="1102"/>
                </a:lnTo>
                <a:lnTo>
                  <a:pt x="1891" y="1101"/>
                </a:lnTo>
                <a:lnTo>
                  <a:pt x="1891" y="1100"/>
                </a:lnTo>
                <a:lnTo>
                  <a:pt x="1890" y="1100"/>
                </a:lnTo>
                <a:lnTo>
                  <a:pt x="1889" y="1099"/>
                </a:lnTo>
                <a:lnTo>
                  <a:pt x="1888" y="1098"/>
                </a:lnTo>
                <a:lnTo>
                  <a:pt x="1887" y="1098"/>
                </a:lnTo>
                <a:lnTo>
                  <a:pt x="1886" y="1099"/>
                </a:lnTo>
                <a:lnTo>
                  <a:pt x="1885" y="1098"/>
                </a:lnTo>
                <a:lnTo>
                  <a:pt x="1884" y="1098"/>
                </a:lnTo>
                <a:lnTo>
                  <a:pt x="1883" y="1097"/>
                </a:lnTo>
                <a:lnTo>
                  <a:pt x="1882" y="1096"/>
                </a:lnTo>
                <a:lnTo>
                  <a:pt x="1881" y="1096"/>
                </a:lnTo>
                <a:lnTo>
                  <a:pt x="1880" y="1097"/>
                </a:lnTo>
                <a:lnTo>
                  <a:pt x="1879" y="1097"/>
                </a:lnTo>
                <a:lnTo>
                  <a:pt x="1877" y="1097"/>
                </a:lnTo>
                <a:lnTo>
                  <a:pt x="1876" y="1097"/>
                </a:lnTo>
                <a:lnTo>
                  <a:pt x="1875" y="1097"/>
                </a:lnTo>
                <a:lnTo>
                  <a:pt x="1874" y="1097"/>
                </a:lnTo>
                <a:lnTo>
                  <a:pt x="1873" y="1097"/>
                </a:lnTo>
                <a:lnTo>
                  <a:pt x="1872" y="1097"/>
                </a:lnTo>
                <a:lnTo>
                  <a:pt x="1872" y="1098"/>
                </a:lnTo>
                <a:lnTo>
                  <a:pt x="1872" y="1099"/>
                </a:lnTo>
                <a:lnTo>
                  <a:pt x="1872" y="1100"/>
                </a:lnTo>
                <a:lnTo>
                  <a:pt x="1872" y="1101"/>
                </a:lnTo>
                <a:lnTo>
                  <a:pt x="1871" y="1101"/>
                </a:lnTo>
                <a:lnTo>
                  <a:pt x="1871" y="1102"/>
                </a:lnTo>
                <a:lnTo>
                  <a:pt x="1870" y="1102"/>
                </a:lnTo>
                <a:lnTo>
                  <a:pt x="1869" y="1104"/>
                </a:lnTo>
                <a:lnTo>
                  <a:pt x="1869" y="1105"/>
                </a:lnTo>
                <a:lnTo>
                  <a:pt x="1868" y="1106"/>
                </a:lnTo>
                <a:lnTo>
                  <a:pt x="1867" y="1106"/>
                </a:lnTo>
                <a:lnTo>
                  <a:pt x="1864" y="1107"/>
                </a:lnTo>
                <a:lnTo>
                  <a:pt x="1863" y="1107"/>
                </a:lnTo>
                <a:lnTo>
                  <a:pt x="1862" y="1107"/>
                </a:lnTo>
                <a:lnTo>
                  <a:pt x="1862" y="1108"/>
                </a:lnTo>
                <a:lnTo>
                  <a:pt x="1861" y="1108"/>
                </a:lnTo>
                <a:lnTo>
                  <a:pt x="1860" y="1108"/>
                </a:lnTo>
                <a:lnTo>
                  <a:pt x="1860" y="1109"/>
                </a:lnTo>
                <a:lnTo>
                  <a:pt x="1860" y="1110"/>
                </a:lnTo>
                <a:lnTo>
                  <a:pt x="1859" y="1110"/>
                </a:lnTo>
                <a:lnTo>
                  <a:pt x="1859" y="1111"/>
                </a:lnTo>
                <a:lnTo>
                  <a:pt x="1859" y="1112"/>
                </a:lnTo>
                <a:lnTo>
                  <a:pt x="1859" y="1113"/>
                </a:lnTo>
                <a:lnTo>
                  <a:pt x="1859" y="1114"/>
                </a:lnTo>
                <a:lnTo>
                  <a:pt x="1858" y="1114"/>
                </a:lnTo>
                <a:lnTo>
                  <a:pt x="1857" y="1114"/>
                </a:lnTo>
                <a:lnTo>
                  <a:pt x="1857" y="1115"/>
                </a:lnTo>
                <a:lnTo>
                  <a:pt x="1857" y="1116"/>
                </a:lnTo>
                <a:lnTo>
                  <a:pt x="1858" y="1117"/>
                </a:lnTo>
                <a:lnTo>
                  <a:pt x="1858" y="1118"/>
                </a:lnTo>
                <a:lnTo>
                  <a:pt x="1857" y="1118"/>
                </a:lnTo>
                <a:lnTo>
                  <a:pt x="1857" y="1119"/>
                </a:lnTo>
                <a:lnTo>
                  <a:pt x="1856" y="1119"/>
                </a:lnTo>
                <a:lnTo>
                  <a:pt x="1856" y="1120"/>
                </a:lnTo>
                <a:lnTo>
                  <a:pt x="1856" y="1121"/>
                </a:lnTo>
                <a:lnTo>
                  <a:pt x="1857" y="1122"/>
                </a:lnTo>
                <a:lnTo>
                  <a:pt x="1857" y="1123"/>
                </a:lnTo>
                <a:lnTo>
                  <a:pt x="1856" y="1125"/>
                </a:lnTo>
                <a:lnTo>
                  <a:pt x="1855" y="1126"/>
                </a:lnTo>
                <a:lnTo>
                  <a:pt x="1855" y="1127"/>
                </a:lnTo>
                <a:lnTo>
                  <a:pt x="1855" y="1128"/>
                </a:lnTo>
                <a:lnTo>
                  <a:pt x="1854" y="1130"/>
                </a:lnTo>
                <a:lnTo>
                  <a:pt x="1854" y="1131"/>
                </a:lnTo>
                <a:lnTo>
                  <a:pt x="1853" y="1131"/>
                </a:lnTo>
                <a:lnTo>
                  <a:pt x="1852" y="1131"/>
                </a:lnTo>
                <a:lnTo>
                  <a:pt x="1852" y="1132"/>
                </a:lnTo>
                <a:lnTo>
                  <a:pt x="1852" y="1134"/>
                </a:lnTo>
                <a:lnTo>
                  <a:pt x="1851" y="1134"/>
                </a:lnTo>
                <a:lnTo>
                  <a:pt x="1850" y="1135"/>
                </a:lnTo>
                <a:lnTo>
                  <a:pt x="1849" y="1137"/>
                </a:lnTo>
                <a:lnTo>
                  <a:pt x="1850" y="1138"/>
                </a:lnTo>
                <a:lnTo>
                  <a:pt x="1851" y="1139"/>
                </a:lnTo>
                <a:lnTo>
                  <a:pt x="1852" y="1139"/>
                </a:lnTo>
                <a:lnTo>
                  <a:pt x="1853" y="1140"/>
                </a:lnTo>
                <a:lnTo>
                  <a:pt x="1853" y="1141"/>
                </a:lnTo>
                <a:lnTo>
                  <a:pt x="1854" y="1141"/>
                </a:lnTo>
                <a:lnTo>
                  <a:pt x="1856" y="1142"/>
                </a:lnTo>
                <a:lnTo>
                  <a:pt x="1857" y="1143"/>
                </a:lnTo>
                <a:lnTo>
                  <a:pt x="1857" y="1144"/>
                </a:lnTo>
                <a:lnTo>
                  <a:pt x="1857" y="1145"/>
                </a:lnTo>
                <a:lnTo>
                  <a:pt x="1858" y="1146"/>
                </a:lnTo>
                <a:lnTo>
                  <a:pt x="1859" y="1147"/>
                </a:lnTo>
                <a:lnTo>
                  <a:pt x="1860" y="1147"/>
                </a:lnTo>
                <a:lnTo>
                  <a:pt x="1860" y="1148"/>
                </a:lnTo>
                <a:lnTo>
                  <a:pt x="1860" y="1149"/>
                </a:lnTo>
                <a:lnTo>
                  <a:pt x="1861" y="1151"/>
                </a:lnTo>
                <a:lnTo>
                  <a:pt x="1861" y="1152"/>
                </a:lnTo>
                <a:lnTo>
                  <a:pt x="1861" y="1153"/>
                </a:lnTo>
                <a:lnTo>
                  <a:pt x="1862" y="1154"/>
                </a:lnTo>
                <a:lnTo>
                  <a:pt x="1862" y="1155"/>
                </a:lnTo>
                <a:lnTo>
                  <a:pt x="1862" y="1156"/>
                </a:lnTo>
                <a:lnTo>
                  <a:pt x="1863" y="1156"/>
                </a:lnTo>
                <a:lnTo>
                  <a:pt x="1864" y="1156"/>
                </a:lnTo>
                <a:lnTo>
                  <a:pt x="1866" y="1157"/>
                </a:lnTo>
                <a:lnTo>
                  <a:pt x="1866" y="1158"/>
                </a:lnTo>
                <a:lnTo>
                  <a:pt x="1866" y="1159"/>
                </a:lnTo>
                <a:lnTo>
                  <a:pt x="1866" y="1160"/>
                </a:lnTo>
                <a:lnTo>
                  <a:pt x="1866" y="1161"/>
                </a:lnTo>
                <a:lnTo>
                  <a:pt x="1867" y="1162"/>
                </a:lnTo>
                <a:lnTo>
                  <a:pt x="1867" y="1164"/>
                </a:lnTo>
                <a:lnTo>
                  <a:pt x="1867" y="1165"/>
                </a:lnTo>
                <a:lnTo>
                  <a:pt x="1867" y="1167"/>
                </a:lnTo>
                <a:lnTo>
                  <a:pt x="1868" y="1168"/>
                </a:lnTo>
                <a:lnTo>
                  <a:pt x="1869" y="1167"/>
                </a:lnTo>
                <a:lnTo>
                  <a:pt x="1870" y="1167"/>
                </a:lnTo>
                <a:lnTo>
                  <a:pt x="1870" y="1168"/>
                </a:lnTo>
                <a:lnTo>
                  <a:pt x="1870" y="1169"/>
                </a:lnTo>
                <a:lnTo>
                  <a:pt x="1871" y="1171"/>
                </a:lnTo>
                <a:lnTo>
                  <a:pt x="1873" y="1174"/>
                </a:lnTo>
                <a:lnTo>
                  <a:pt x="1873" y="1173"/>
                </a:lnTo>
                <a:lnTo>
                  <a:pt x="1873" y="1174"/>
                </a:lnTo>
                <a:lnTo>
                  <a:pt x="1874" y="1175"/>
                </a:lnTo>
                <a:lnTo>
                  <a:pt x="1875" y="1176"/>
                </a:lnTo>
                <a:lnTo>
                  <a:pt x="1875" y="1177"/>
                </a:lnTo>
                <a:lnTo>
                  <a:pt x="1875" y="1178"/>
                </a:lnTo>
                <a:lnTo>
                  <a:pt x="1875" y="1179"/>
                </a:lnTo>
                <a:lnTo>
                  <a:pt x="1875" y="1180"/>
                </a:lnTo>
                <a:lnTo>
                  <a:pt x="1875" y="1181"/>
                </a:lnTo>
                <a:lnTo>
                  <a:pt x="1876" y="1181"/>
                </a:lnTo>
                <a:lnTo>
                  <a:pt x="1876" y="1182"/>
                </a:lnTo>
                <a:lnTo>
                  <a:pt x="1877" y="1182"/>
                </a:lnTo>
                <a:lnTo>
                  <a:pt x="1878" y="1183"/>
                </a:lnTo>
                <a:lnTo>
                  <a:pt x="1878" y="1184"/>
                </a:lnTo>
                <a:lnTo>
                  <a:pt x="1878" y="1185"/>
                </a:lnTo>
                <a:lnTo>
                  <a:pt x="1879" y="1185"/>
                </a:lnTo>
                <a:lnTo>
                  <a:pt x="1880" y="1186"/>
                </a:lnTo>
                <a:lnTo>
                  <a:pt x="1881" y="1186"/>
                </a:lnTo>
                <a:lnTo>
                  <a:pt x="1881" y="1187"/>
                </a:lnTo>
                <a:lnTo>
                  <a:pt x="1881" y="1188"/>
                </a:lnTo>
                <a:lnTo>
                  <a:pt x="1882" y="1188"/>
                </a:lnTo>
                <a:lnTo>
                  <a:pt x="1882" y="1189"/>
                </a:lnTo>
                <a:lnTo>
                  <a:pt x="1882" y="1190"/>
                </a:lnTo>
                <a:lnTo>
                  <a:pt x="1882" y="1191"/>
                </a:lnTo>
                <a:lnTo>
                  <a:pt x="1883" y="1193"/>
                </a:lnTo>
                <a:lnTo>
                  <a:pt x="1883" y="1194"/>
                </a:lnTo>
                <a:lnTo>
                  <a:pt x="1884" y="1194"/>
                </a:lnTo>
                <a:lnTo>
                  <a:pt x="1884" y="1195"/>
                </a:lnTo>
                <a:lnTo>
                  <a:pt x="1885" y="1195"/>
                </a:lnTo>
                <a:lnTo>
                  <a:pt x="1885" y="1196"/>
                </a:lnTo>
                <a:lnTo>
                  <a:pt x="1885" y="1197"/>
                </a:lnTo>
                <a:lnTo>
                  <a:pt x="1885" y="1198"/>
                </a:lnTo>
                <a:lnTo>
                  <a:pt x="1886" y="1198"/>
                </a:lnTo>
                <a:lnTo>
                  <a:pt x="1888" y="1197"/>
                </a:lnTo>
                <a:lnTo>
                  <a:pt x="1889" y="1197"/>
                </a:lnTo>
                <a:lnTo>
                  <a:pt x="1890" y="1197"/>
                </a:lnTo>
                <a:lnTo>
                  <a:pt x="1890" y="1198"/>
                </a:lnTo>
                <a:lnTo>
                  <a:pt x="1890" y="1199"/>
                </a:lnTo>
                <a:lnTo>
                  <a:pt x="1891" y="1200"/>
                </a:lnTo>
                <a:lnTo>
                  <a:pt x="1892" y="1200"/>
                </a:lnTo>
                <a:lnTo>
                  <a:pt x="1893" y="1199"/>
                </a:lnTo>
                <a:lnTo>
                  <a:pt x="1894" y="1200"/>
                </a:lnTo>
                <a:lnTo>
                  <a:pt x="1894" y="1201"/>
                </a:lnTo>
                <a:lnTo>
                  <a:pt x="1894" y="1202"/>
                </a:lnTo>
                <a:lnTo>
                  <a:pt x="1894" y="1203"/>
                </a:lnTo>
                <a:lnTo>
                  <a:pt x="1894" y="1204"/>
                </a:lnTo>
                <a:lnTo>
                  <a:pt x="1895" y="1204"/>
                </a:lnTo>
                <a:lnTo>
                  <a:pt x="1899" y="1205"/>
                </a:lnTo>
                <a:lnTo>
                  <a:pt x="1900" y="1206"/>
                </a:lnTo>
                <a:lnTo>
                  <a:pt x="1901" y="1206"/>
                </a:lnTo>
                <a:lnTo>
                  <a:pt x="1902" y="1206"/>
                </a:lnTo>
                <a:lnTo>
                  <a:pt x="1904" y="1205"/>
                </a:lnTo>
                <a:lnTo>
                  <a:pt x="1904" y="1206"/>
                </a:lnTo>
                <a:lnTo>
                  <a:pt x="1904" y="1207"/>
                </a:lnTo>
                <a:lnTo>
                  <a:pt x="1905" y="1207"/>
                </a:lnTo>
                <a:lnTo>
                  <a:pt x="1907" y="1207"/>
                </a:lnTo>
                <a:lnTo>
                  <a:pt x="1908" y="1208"/>
                </a:lnTo>
                <a:lnTo>
                  <a:pt x="1909" y="1209"/>
                </a:lnTo>
                <a:lnTo>
                  <a:pt x="1910" y="1209"/>
                </a:lnTo>
                <a:lnTo>
                  <a:pt x="1911" y="1209"/>
                </a:lnTo>
                <a:lnTo>
                  <a:pt x="1912" y="1210"/>
                </a:lnTo>
                <a:lnTo>
                  <a:pt x="1911" y="1211"/>
                </a:lnTo>
                <a:lnTo>
                  <a:pt x="1911" y="1212"/>
                </a:lnTo>
                <a:lnTo>
                  <a:pt x="1911" y="1213"/>
                </a:lnTo>
                <a:lnTo>
                  <a:pt x="1912" y="1214"/>
                </a:lnTo>
                <a:lnTo>
                  <a:pt x="1913" y="1215"/>
                </a:lnTo>
                <a:lnTo>
                  <a:pt x="1912" y="1215"/>
                </a:lnTo>
                <a:lnTo>
                  <a:pt x="1913" y="1216"/>
                </a:lnTo>
                <a:lnTo>
                  <a:pt x="1914" y="1218"/>
                </a:lnTo>
                <a:lnTo>
                  <a:pt x="1916" y="1219"/>
                </a:lnTo>
                <a:lnTo>
                  <a:pt x="1917" y="1220"/>
                </a:lnTo>
                <a:lnTo>
                  <a:pt x="1917" y="1221"/>
                </a:lnTo>
                <a:lnTo>
                  <a:pt x="1917" y="1222"/>
                </a:lnTo>
                <a:lnTo>
                  <a:pt x="1917" y="1223"/>
                </a:lnTo>
                <a:lnTo>
                  <a:pt x="1916" y="1224"/>
                </a:lnTo>
                <a:lnTo>
                  <a:pt x="1916" y="1225"/>
                </a:lnTo>
                <a:lnTo>
                  <a:pt x="1916" y="1227"/>
                </a:lnTo>
                <a:lnTo>
                  <a:pt x="1916" y="1228"/>
                </a:lnTo>
                <a:lnTo>
                  <a:pt x="1917" y="1228"/>
                </a:lnTo>
                <a:lnTo>
                  <a:pt x="1917" y="1229"/>
                </a:lnTo>
                <a:lnTo>
                  <a:pt x="1917" y="1230"/>
                </a:lnTo>
                <a:lnTo>
                  <a:pt x="1916" y="1230"/>
                </a:lnTo>
                <a:lnTo>
                  <a:pt x="1915" y="1230"/>
                </a:lnTo>
                <a:lnTo>
                  <a:pt x="1915" y="1232"/>
                </a:lnTo>
                <a:lnTo>
                  <a:pt x="1914" y="1232"/>
                </a:lnTo>
                <a:lnTo>
                  <a:pt x="1913" y="1232"/>
                </a:lnTo>
                <a:lnTo>
                  <a:pt x="1913" y="1233"/>
                </a:lnTo>
                <a:lnTo>
                  <a:pt x="1912" y="1234"/>
                </a:lnTo>
                <a:lnTo>
                  <a:pt x="1912" y="1235"/>
                </a:lnTo>
                <a:lnTo>
                  <a:pt x="1912" y="1237"/>
                </a:lnTo>
                <a:lnTo>
                  <a:pt x="1912" y="1239"/>
                </a:lnTo>
                <a:lnTo>
                  <a:pt x="1912" y="1240"/>
                </a:lnTo>
                <a:lnTo>
                  <a:pt x="1913" y="1241"/>
                </a:lnTo>
                <a:lnTo>
                  <a:pt x="1913" y="1242"/>
                </a:lnTo>
                <a:lnTo>
                  <a:pt x="1914" y="1242"/>
                </a:lnTo>
                <a:lnTo>
                  <a:pt x="1914" y="1244"/>
                </a:lnTo>
                <a:lnTo>
                  <a:pt x="1913" y="1244"/>
                </a:lnTo>
                <a:lnTo>
                  <a:pt x="1913" y="1245"/>
                </a:lnTo>
                <a:lnTo>
                  <a:pt x="1912" y="1245"/>
                </a:lnTo>
                <a:lnTo>
                  <a:pt x="1912" y="1247"/>
                </a:lnTo>
                <a:lnTo>
                  <a:pt x="1913" y="1248"/>
                </a:lnTo>
                <a:lnTo>
                  <a:pt x="1914" y="1248"/>
                </a:lnTo>
                <a:lnTo>
                  <a:pt x="1915" y="1248"/>
                </a:lnTo>
                <a:lnTo>
                  <a:pt x="1915" y="1247"/>
                </a:lnTo>
                <a:lnTo>
                  <a:pt x="1915" y="1246"/>
                </a:lnTo>
                <a:lnTo>
                  <a:pt x="1916" y="1246"/>
                </a:lnTo>
                <a:lnTo>
                  <a:pt x="1917" y="1245"/>
                </a:lnTo>
                <a:lnTo>
                  <a:pt x="1918" y="1245"/>
                </a:lnTo>
                <a:lnTo>
                  <a:pt x="1919" y="1245"/>
                </a:lnTo>
                <a:lnTo>
                  <a:pt x="1920" y="1245"/>
                </a:lnTo>
                <a:lnTo>
                  <a:pt x="1921" y="1245"/>
                </a:lnTo>
                <a:lnTo>
                  <a:pt x="1923" y="1243"/>
                </a:lnTo>
                <a:lnTo>
                  <a:pt x="1923" y="1242"/>
                </a:lnTo>
                <a:lnTo>
                  <a:pt x="1924" y="1242"/>
                </a:lnTo>
                <a:lnTo>
                  <a:pt x="1925" y="1243"/>
                </a:lnTo>
                <a:lnTo>
                  <a:pt x="1926" y="1244"/>
                </a:lnTo>
                <a:lnTo>
                  <a:pt x="1928" y="1245"/>
                </a:lnTo>
                <a:lnTo>
                  <a:pt x="1928" y="1246"/>
                </a:lnTo>
                <a:lnTo>
                  <a:pt x="1930" y="1246"/>
                </a:lnTo>
                <a:lnTo>
                  <a:pt x="1931" y="1247"/>
                </a:lnTo>
                <a:lnTo>
                  <a:pt x="1932" y="1247"/>
                </a:lnTo>
                <a:lnTo>
                  <a:pt x="1933" y="1248"/>
                </a:lnTo>
                <a:lnTo>
                  <a:pt x="1934" y="1247"/>
                </a:lnTo>
                <a:lnTo>
                  <a:pt x="1935" y="1247"/>
                </a:lnTo>
                <a:lnTo>
                  <a:pt x="1935" y="1248"/>
                </a:lnTo>
                <a:lnTo>
                  <a:pt x="1936" y="1248"/>
                </a:lnTo>
                <a:lnTo>
                  <a:pt x="1936" y="1247"/>
                </a:lnTo>
                <a:lnTo>
                  <a:pt x="1937" y="1247"/>
                </a:lnTo>
                <a:lnTo>
                  <a:pt x="1937" y="1248"/>
                </a:lnTo>
                <a:lnTo>
                  <a:pt x="1938" y="1249"/>
                </a:lnTo>
                <a:lnTo>
                  <a:pt x="1940" y="1248"/>
                </a:lnTo>
                <a:lnTo>
                  <a:pt x="1941" y="1249"/>
                </a:lnTo>
                <a:lnTo>
                  <a:pt x="1942" y="1250"/>
                </a:lnTo>
                <a:lnTo>
                  <a:pt x="1942" y="1249"/>
                </a:lnTo>
                <a:lnTo>
                  <a:pt x="1943" y="1249"/>
                </a:lnTo>
                <a:lnTo>
                  <a:pt x="1945" y="1250"/>
                </a:lnTo>
                <a:lnTo>
                  <a:pt x="1946" y="1250"/>
                </a:lnTo>
                <a:lnTo>
                  <a:pt x="1947" y="1251"/>
                </a:lnTo>
                <a:lnTo>
                  <a:pt x="1948" y="1251"/>
                </a:lnTo>
                <a:lnTo>
                  <a:pt x="1949" y="1252"/>
                </a:lnTo>
                <a:lnTo>
                  <a:pt x="1950" y="1251"/>
                </a:lnTo>
                <a:lnTo>
                  <a:pt x="1952" y="1251"/>
                </a:lnTo>
                <a:lnTo>
                  <a:pt x="1953" y="1251"/>
                </a:lnTo>
                <a:lnTo>
                  <a:pt x="1954" y="1251"/>
                </a:lnTo>
                <a:lnTo>
                  <a:pt x="1955" y="1250"/>
                </a:lnTo>
                <a:lnTo>
                  <a:pt x="1956" y="1249"/>
                </a:lnTo>
                <a:lnTo>
                  <a:pt x="1956" y="1248"/>
                </a:lnTo>
                <a:lnTo>
                  <a:pt x="1956" y="1247"/>
                </a:lnTo>
                <a:lnTo>
                  <a:pt x="1956" y="1246"/>
                </a:lnTo>
                <a:lnTo>
                  <a:pt x="1956" y="1245"/>
                </a:lnTo>
                <a:lnTo>
                  <a:pt x="1956" y="1244"/>
                </a:lnTo>
                <a:lnTo>
                  <a:pt x="1957" y="1244"/>
                </a:lnTo>
                <a:lnTo>
                  <a:pt x="1958" y="1244"/>
                </a:lnTo>
                <a:lnTo>
                  <a:pt x="1959" y="1244"/>
                </a:lnTo>
                <a:lnTo>
                  <a:pt x="1960" y="1244"/>
                </a:lnTo>
                <a:lnTo>
                  <a:pt x="1961" y="1244"/>
                </a:lnTo>
                <a:lnTo>
                  <a:pt x="1963" y="1244"/>
                </a:lnTo>
                <a:lnTo>
                  <a:pt x="1964" y="1243"/>
                </a:lnTo>
                <a:lnTo>
                  <a:pt x="1964" y="1242"/>
                </a:lnTo>
                <a:lnTo>
                  <a:pt x="1965" y="1242"/>
                </a:lnTo>
                <a:lnTo>
                  <a:pt x="1967" y="1241"/>
                </a:lnTo>
                <a:lnTo>
                  <a:pt x="1968" y="1240"/>
                </a:lnTo>
                <a:lnTo>
                  <a:pt x="1969" y="1240"/>
                </a:lnTo>
                <a:lnTo>
                  <a:pt x="1969" y="1241"/>
                </a:lnTo>
                <a:lnTo>
                  <a:pt x="1970" y="1242"/>
                </a:lnTo>
                <a:lnTo>
                  <a:pt x="1973" y="1243"/>
                </a:lnTo>
                <a:lnTo>
                  <a:pt x="1974" y="1242"/>
                </a:lnTo>
                <a:lnTo>
                  <a:pt x="1975" y="1242"/>
                </a:lnTo>
                <a:lnTo>
                  <a:pt x="1976" y="1243"/>
                </a:lnTo>
                <a:lnTo>
                  <a:pt x="1977" y="1243"/>
                </a:lnTo>
                <a:lnTo>
                  <a:pt x="1977" y="1244"/>
                </a:lnTo>
                <a:lnTo>
                  <a:pt x="1977" y="1245"/>
                </a:lnTo>
                <a:lnTo>
                  <a:pt x="1977" y="1247"/>
                </a:lnTo>
                <a:lnTo>
                  <a:pt x="1978" y="1247"/>
                </a:lnTo>
                <a:lnTo>
                  <a:pt x="1978" y="1248"/>
                </a:lnTo>
                <a:lnTo>
                  <a:pt x="1979" y="1248"/>
                </a:lnTo>
                <a:lnTo>
                  <a:pt x="1980" y="1248"/>
                </a:lnTo>
                <a:lnTo>
                  <a:pt x="1980" y="1247"/>
                </a:lnTo>
                <a:lnTo>
                  <a:pt x="1981" y="1246"/>
                </a:lnTo>
                <a:lnTo>
                  <a:pt x="1982" y="1246"/>
                </a:lnTo>
                <a:lnTo>
                  <a:pt x="1982" y="1247"/>
                </a:lnTo>
                <a:lnTo>
                  <a:pt x="1983" y="1247"/>
                </a:lnTo>
                <a:lnTo>
                  <a:pt x="1983" y="1248"/>
                </a:lnTo>
                <a:lnTo>
                  <a:pt x="1983" y="1249"/>
                </a:lnTo>
                <a:lnTo>
                  <a:pt x="1983" y="1252"/>
                </a:lnTo>
                <a:lnTo>
                  <a:pt x="1982" y="1253"/>
                </a:lnTo>
                <a:lnTo>
                  <a:pt x="1982" y="1254"/>
                </a:lnTo>
                <a:lnTo>
                  <a:pt x="1983" y="1254"/>
                </a:lnTo>
                <a:lnTo>
                  <a:pt x="1983" y="1255"/>
                </a:lnTo>
                <a:lnTo>
                  <a:pt x="1984" y="1255"/>
                </a:lnTo>
                <a:lnTo>
                  <a:pt x="1985" y="1255"/>
                </a:lnTo>
                <a:lnTo>
                  <a:pt x="1986" y="1256"/>
                </a:lnTo>
                <a:lnTo>
                  <a:pt x="1986" y="1257"/>
                </a:lnTo>
                <a:lnTo>
                  <a:pt x="1986" y="1258"/>
                </a:lnTo>
                <a:lnTo>
                  <a:pt x="1986" y="1259"/>
                </a:lnTo>
                <a:lnTo>
                  <a:pt x="1987" y="1260"/>
                </a:lnTo>
                <a:lnTo>
                  <a:pt x="1987" y="1261"/>
                </a:lnTo>
                <a:lnTo>
                  <a:pt x="1987" y="1262"/>
                </a:lnTo>
                <a:lnTo>
                  <a:pt x="1987" y="1263"/>
                </a:lnTo>
                <a:lnTo>
                  <a:pt x="1986" y="1264"/>
                </a:lnTo>
                <a:lnTo>
                  <a:pt x="1986" y="1265"/>
                </a:lnTo>
                <a:lnTo>
                  <a:pt x="1987" y="1266"/>
                </a:lnTo>
                <a:lnTo>
                  <a:pt x="1986" y="1267"/>
                </a:lnTo>
                <a:lnTo>
                  <a:pt x="1986" y="1269"/>
                </a:lnTo>
                <a:lnTo>
                  <a:pt x="1986" y="1270"/>
                </a:lnTo>
                <a:lnTo>
                  <a:pt x="1987" y="1270"/>
                </a:lnTo>
                <a:lnTo>
                  <a:pt x="1987" y="1271"/>
                </a:lnTo>
                <a:lnTo>
                  <a:pt x="1987" y="1272"/>
                </a:lnTo>
                <a:lnTo>
                  <a:pt x="1987" y="1273"/>
                </a:lnTo>
                <a:lnTo>
                  <a:pt x="1987" y="1275"/>
                </a:lnTo>
                <a:lnTo>
                  <a:pt x="1987" y="1276"/>
                </a:lnTo>
                <a:lnTo>
                  <a:pt x="1987" y="1277"/>
                </a:lnTo>
                <a:lnTo>
                  <a:pt x="1986" y="1277"/>
                </a:lnTo>
                <a:lnTo>
                  <a:pt x="1987" y="1278"/>
                </a:lnTo>
                <a:lnTo>
                  <a:pt x="1987" y="1279"/>
                </a:lnTo>
                <a:lnTo>
                  <a:pt x="1988" y="1283"/>
                </a:lnTo>
                <a:lnTo>
                  <a:pt x="1989" y="1285"/>
                </a:lnTo>
                <a:lnTo>
                  <a:pt x="1991" y="1284"/>
                </a:lnTo>
                <a:lnTo>
                  <a:pt x="1991" y="1283"/>
                </a:lnTo>
                <a:lnTo>
                  <a:pt x="1992" y="1283"/>
                </a:lnTo>
                <a:lnTo>
                  <a:pt x="1993" y="1283"/>
                </a:lnTo>
                <a:lnTo>
                  <a:pt x="1994" y="1283"/>
                </a:lnTo>
                <a:lnTo>
                  <a:pt x="1995" y="1283"/>
                </a:lnTo>
                <a:lnTo>
                  <a:pt x="1997" y="1283"/>
                </a:lnTo>
                <a:lnTo>
                  <a:pt x="1998" y="1283"/>
                </a:lnTo>
                <a:lnTo>
                  <a:pt x="1998" y="1284"/>
                </a:lnTo>
                <a:lnTo>
                  <a:pt x="1999" y="1284"/>
                </a:lnTo>
                <a:lnTo>
                  <a:pt x="1999" y="1283"/>
                </a:lnTo>
                <a:lnTo>
                  <a:pt x="2000" y="1283"/>
                </a:lnTo>
                <a:lnTo>
                  <a:pt x="2002" y="1284"/>
                </a:lnTo>
                <a:lnTo>
                  <a:pt x="2003" y="1284"/>
                </a:lnTo>
                <a:lnTo>
                  <a:pt x="2004" y="1284"/>
                </a:lnTo>
                <a:lnTo>
                  <a:pt x="2005" y="1284"/>
                </a:lnTo>
                <a:lnTo>
                  <a:pt x="2006" y="1284"/>
                </a:lnTo>
                <a:lnTo>
                  <a:pt x="2007" y="1284"/>
                </a:lnTo>
                <a:lnTo>
                  <a:pt x="2007" y="1283"/>
                </a:lnTo>
                <a:lnTo>
                  <a:pt x="2008" y="1283"/>
                </a:lnTo>
                <a:lnTo>
                  <a:pt x="2009" y="1282"/>
                </a:lnTo>
                <a:lnTo>
                  <a:pt x="2009" y="1281"/>
                </a:lnTo>
                <a:lnTo>
                  <a:pt x="2009" y="1280"/>
                </a:lnTo>
                <a:lnTo>
                  <a:pt x="2010" y="1279"/>
                </a:lnTo>
                <a:lnTo>
                  <a:pt x="2010" y="1278"/>
                </a:lnTo>
                <a:lnTo>
                  <a:pt x="2010" y="1277"/>
                </a:lnTo>
                <a:lnTo>
                  <a:pt x="2010" y="1276"/>
                </a:lnTo>
                <a:lnTo>
                  <a:pt x="2011" y="1276"/>
                </a:lnTo>
                <a:lnTo>
                  <a:pt x="2012" y="1276"/>
                </a:lnTo>
                <a:lnTo>
                  <a:pt x="2013" y="1276"/>
                </a:lnTo>
                <a:lnTo>
                  <a:pt x="2014" y="1277"/>
                </a:lnTo>
                <a:lnTo>
                  <a:pt x="2014" y="1280"/>
                </a:lnTo>
                <a:lnTo>
                  <a:pt x="2013" y="1280"/>
                </a:lnTo>
                <a:lnTo>
                  <a:pt x="2013" y="1281"/>
                </a:lnTo>
                <a:lnTo>
                  <a:pt x="2013" y="1282"/>
                </a:lnTo>
                <a:lnTo>
                  <a:pt x="2013" y="1283"/>
                </a:lnTo>
                <a:lnTo>
                  <a:pt x="2013" y="1286"/>
                </a:lnTo>
                <a:lnTo>
                  <a:pt x="2012" y="1287"/>
                </a:lnTo>
                <a:lnTo>
                  <a:pt x="2012" y="1289"/>
                </a:lnTo>
                <a:lnTo>
                  <a:pt x="2011" y="1291"/>
                </a:lnTo>
                <a:lnTo>
                  <a:pt x="2011" y="1292"/>
                </a:lnTo>
                <a:lnTo>
                  <a:pt x="2012" y="1293"/>
                </a:lnTo>
                <a:lnTo>
                  <a:pt x="2012" y="1294"/>
                </a:lnTo>
                <a:lnTo>
                  <a:pt x="2013" y="1294"/>
                </a:lnTo>
                <a:lnTo>
                  <a:pt x="2012" y="1295"/>
                </a:lnTo>
                <a:lnTo>
                  <a:pt x="2011" y="1295"/>
                </a:lnTo>
                <a:lnTo>
                  <a:pt x="2008" y="1295"/>
                </a:lnTo>
                <a:lnTo>
                  <a:pt x="2005" y="1295"/>
                </a:lnTo>
                <a:lnTo>
                  <a:pt x="2003" y="1295"/>
                </a:lnTo>
                <a:lnTo>
                  <a:pt x="2002" y="1296"/>
                </a:lnTo>
                <a:lnTo>
                  <a:pt x="2000" y="1296"/>
                </a:lnTo>
                <a:lnTo>
                  <a:pt x="1999" y="1297"/>
                </a:lnTo>
                <a:lnTo>
                  <a:pt x="1999" y="1298"/>
                </a:lnTo>
                <a:lnTo>
                  <a:pt x="1999" y="1299"/>
                </a:lnTo>
                <a:lnTo>
                  <a:pt x="1998" y="1300"/>
                </a:lnTo>
                <a:lnTo>
                  <a:pt x="1997" y="1301"/>
                </a:lnTo>
                <a:lnTo>
                  <a:pt x="1997" y="1303"/>
                </a:lnTo>
                <a:lnTo>
                  <a:pt x="1996" y="1303"/>
                </a:lnTo>
                <a:lnTo>
                  <a:pt x="1996" y="1304"/>
                </a:lnTo>
                <a:lnTo>
                  <a:pt x="1995" y="1304"/>
                </a:lnTo>
                <a:lnTo>
                  <a:pt x="1995" y="1306"/>
                </a:lnTo>
                <a:lnTo>
                  <a:pt x="1994" y="1306"/>
                </a:lnTo>
                <a:lnTo>
                  <a:pt x="1993" y="1307"/>
                </a:lnTo>
                <a:lnTo>
                  <a:pt x="1993" y="1308"/>
                </a:lnTo>
                <a:lnTo>
                  <a:pt x="1993" y="1309"/>
                </a:lnTo>
                <a:lnTo>
                  <a:pt x="1993" y="1310"/>
                </a:lnTo>
                <a:lnTo>
                  <a:pt x="1992" y="1312"/>
                </a:lnTo>
                <a:lnTo>
                  <a:pt x="1991" y="1314"/>
                </a:lnTo>
                <a:lnTo>
                  <a:pt x="1991" y="1315"/>
                </a:lnTo>
                <a:lnTo>
                  <a:pt x="1991" y="1316"/>
                </a:lnTo>
                <a:lnTo>
                  <a:pt x="1991" y="1317"/>
                </a:lnTo>
                <a:lnTo>
                  <a:pt x="1991" y="1319"/>
                </a:lnTo>
                <a:lnTo>
                  <a:pt x="1991" y="1320"/>
                </a:lnTo>
                <a:lnTo>
                  <a:pt x="1991" y="1321"/>
                </a:lnTo>
                <a:lnTo>
                  <a:pt x="1992" y="1322"/>
                </a:lnTo>
                <a:lnTo>
                  <a:pt x="1993" y="1323"/>
                </a:lnTo>
                <a:lnTo>
                  <a:pt x="1994" y="1323"/>
                </a:lnTo>
                <a:lnTo>
                  <a:pt x="1994" y="1324"/>
                </a:lnTo>
                <a:lnTo>
                  <a:pt x="1995" y="1324"/>
                </a:lnTo>
                <a:lnTo>
                  <a:pt x="1995" y="1325"/>
                </a:lnTo>
                <a:lnTo>
                  <a:pt x="1996" y="1325"/>
                </a:lnTo>
                <a:lnTo>
                  <a:pt x="1997" y="1325"/>
                </a:lnTo>
                <a:lnTo>
                  <a:pt x="1998" y="1325"/>
                </a:lnTo>
                <a:lnTo>
                  <a:pt x="1999" y="1325"/>
                </a:lnTo>
                <a:lnTo>
                  <a:pt x="2001" y="1325"/>
                </a:lnTo>
                <a:lnTo>
                  <a:pt x="2001" y="1326"/>
                </a:lnTo>
                <a:lnTo>
                  <a:pt x="2001" y="1327"/>
                </a:lnTo>
                <a:lnTo>
                  <a:pt x="2002" y="1327"/>
                </a:lnTo>
                <a:lnTo>
                  <a:pt x="2003" y="1327"/>
                </a:lnTo>
                <a:lnTo>
                  <a:pt x="2004" y="1328"/>
                </a:lnTo>
                <a:lnTo>
                  <a:pt x="2005" y="1329"/>
                </a:lnTo>
                <a:lnTo>
                  <a:pt x="2005" y="1330"/>
                </a:lnTo>
                <a:lnTo>
                  <a:pt x="2005" y="1331"/>
                </a:lnTo>
                <a:lnTo>
                  <a:pt x="2006" y="1331"/>
                </a:lnTo>
                <a:lnTo>
                  <a:pt x="2006" y="1332"/>
                </a:lnTo>
                <a:lnTo>
                  <a:pt x="2005" y="1332"/>
                </a:lnTo>
                <a:lnTo>
                  <a:pt x="2004" y="1333"/>
                </a:lnTo>
                <a:lnTo>
                  <a:pt x="2003" y="1334"/>
                </a:lnTo>
                <a:lnTo>
                  <a:pt x="2003" y="1335"/>
                </a:lnTo>
                <a:lnTo>
                  <a:pt x="2003" y="1336"/>
                </a:lnTo>
                <a:lnTo>
                  <a:pt x="2003" y="1337"/>
                </a:lnTo>
                <a:lnTo>
                  <a:pt x="2003" y="1338"/>
                </a:lnTo>
                <a:lnTo>
                  <a:pt x="2002" y="1340"/>
                </a:lnTo>
                <a:lnTo>
                  <a:pt x="2002" y="1341"/>
                </a:lnTo>
                <a:lnTo>
                  <a:pt x="2001" y="1341"/>
                </a:lnTo>
                <a:lnTo>
                  <a:pt x="2000" y="1343"/>
                </a:lnTo>
                <a:lnTo>
                  <a:pt x="1998" y="1344"/>
                </a:lnTo>
                <a:lnTo>
                  <a:pt x="1996" y="1345"/>
                </a:lnTo>
                <a:lnTo>
                  <a:pt x="1995" y="1345"/>
                </a:lnTo>
                <a:lnTo>
                  <a:pt x="1995" y="1346"/>
                </a:lnTo>
                <a:lnTo>
                  <a:pt x="1996" y="1348"/>
                </a:lnTo>
                <a:lnTo>
                  <a:pt x="1996" y="1349"/>
                </a:lnTo>
                <a:lnTo>
                  <a:pt x="1995" y="1350"/>
                </a:lnTo>
                <a:lnTo>
                  <a:pt x="1994" y="1351"/>
                </a:lnTo>
                <a:lnTo>
                  <a:pt x="1994" y="1352"/>
                </a:lnTo>
                <a:lnTo>
                  <a:pt x="1992" y="1353"/>
                </a:lnTo>
                <a:lnTo>
                  <a:pt x="1991" y="1353"/>
                </a:lnTo>
                <a:lnTo>
                  <a:pt x="1991" y="1354"/>
                </a:lnTo>
                <a:lnTo>
                  <a:pt x="1991" y="1355"/>
                </a:lnTo>
                <a:lnTo>
                  <a:pt x="1991" y="1356"/>
                </a:lnTo>
                <a:lnTo>
                  <a:pt x="1991" y="1358"/>
                </a:lnTo>
                <a:lnTo>
                  <a:pt x="1991" y="1359"/>
                </a:lnTo>
                <a:lnTo>
                  <a:pt x="1990" y="1359"/>
                </a:lnTo>
                <a:lnTo>
                  <a:pt x="1989" y="1360"/>
                </a:lnTo>
                <a:lnTo>
                  <a:pt x="1989" y="1361"/>
                </a:lnTo>
                <a:lnTo>
                  <a:pt x="1989" y="1362"/>
                </a:lnTo>
                <a:lnTo>
                  <a:pt x="1988" y="1363"/>
                </a:lnTo>
                <a:lnTo>
                  <a:pt x="1987" y="1364"/>
                </a:lnTo>
                <a:lnTo>
                  <a:pt x="1986" y="1365"/>
                </a:lnTo>
                <a:lnTo>
                  <a:pt x="1986" y="1366"/>
                </a:lnTo>
                <a:lnTo>
                  <a:pt x="1985" y="1366"/>
                </a:lnTo>
                <a:lnTo>
                  <a:pt x="1985" y="1365"/>
                </a:lnTo>
                <a:lnTo>
                  <a:pt x="1984" y="1363"/>
                </a:lnTo>
                <a:lnTo>
                  <a:pt x="1983" y="1363"/>
                </a:lnTo>
                <a:lnTo>
                  <a:pt x="1982" y="1362"/>
                </a:lnTo>
                <a:lnTo>
                  <a:pt x="1982" y="1361"/>
                </a:lnTo>
                <a:lnTo>
                  <a:pt x="1981" y="1361"/>
                </a:lnTo>
                <a:lnTo>
                  <a:pt x="1981" y="1360"/>
                </a:lnTo>
                <a:lnTo>
                  <a:pt x="1980" y="1359"/>
                </a:lnTo>
                <a:lnTo>
                  <a:pt x="1979" y="1357"/>
                </a:lnTo>
                <a:lnTo>
                  <a:pt x="1978" y="1357"/>
                </a:lnTo>
                <a:lnTo>
                  <a:pt x="1978" y="1356"/>
                </a:lnTo>
                <a:lnTo>
                  <a:pt x="1977" y="1355"/>
                </a:lnTo>
                <a:lnTo>
                  <a:pt x="1975" y="1353"/>
                </a:lnTo>
                <a:lnTo>
                  <a:pt x="1975" y="1352"/>
                </a:lnTo>
                <a:lnTo>
                  <a:pt x="1974" y="1352"/>
                </a:lnTo>
                <a:lnTo>
                  <a:pt x="1973" y="1351"/>
                </a:lnTo>
                <a:lnTo>
                  <a:pt x="1972" y="1350"/>
                </a:lnTo>
                <a:lnTo>
                  <a:pt x="1971" y="1349"/>
                </a:lnTo>
                <a:lnTo>
                  <a:pt x="1970" y="1349"/>
                </a:lnTo>
                <a:lnTo>
                  <a:pt x="1969" y="1349"/>
                </a:lnTo>
                <a:lnTo>
                  <a:pt x="1969" y="1348"/>
                </a:lnTo>
                <a:lnTo>
                  <a:pt x="1969" y="1347"/>
                </a:lnTo>
                <a:lnTo>
                  <a:pt x="1968" y="1347"/>
                </a:lnTo>
                <a:lnTo>
                  <a:pt x="1967" y="1347"/>
                </a:lnTo>
                <a:lnTo>
                  <a:pt x="1967" y="1346"/>
                </a:lnTo>
                <a:lnTo>
                  <a:pt x="1967" y="1345"/>
                </a:lnTo>
                <a:lnTo>
                  <a:pt x="1967" y="1344"/>
                </a:lnTo>
                <a:lnTo>
                  <a:pt x="1966" y="1343"/>
                </a:lnTo>
                <a:lnTo>
                  <a:pt x="1965" y="1343"/>
                </a:lnTo>
                <a:lnTo>
                  <a:pt x="1965" y="1342"/>
                </a:lnTo>
                <a:lnTo>
                  <a:pt x="1964" y="1341"/>
                </a:lnTo>
                <a:lnTo>
                  <a:pt x="1964" y="1340"/>
                </a:lnTo>
                <a:lnTo>
                  <a:pt x="1963" y="1339"/>
                </a:lnTo>
                <a:lnTo>
                  <a:pt x="1962" y="1339"/>
                </a:lnTo>
                <a:lnTo>
                  <a:pt x="1961" y="1339"/>
                </a:lnTo>
                <a:lnTo>
                  <a:pt x="1959" y="1339"/>
                </a:lnTo>
                <a:lnTo>
                  <a:pt x="1958" y="1339"/>
                </a:lnTo>
                <a:lnTo>
                  <a:pt x="1957" y="1339"/>
                </a:lnTo>
                <a:lnTo>
                  <a:pt x="1956" y="1339"/>
                </a:lnTo>
                <a:lnTo>
                  <a:pt x="1954" y="1338"/>
                </a:lnTo>
                <a:lnTo>
                  <a:pt x="1953" y="1338"/>
                </a:lnTo>
                <a:lnTo>
                  <a:pt x="1952" y="1338"/>
                </a:lnTo>
                <a:lnTo>
                  <a:pt x="1950" y="1339"/>
                </a:lnTo>
                <a:lnTo>
                  <a:pt x="1949" y="1339"/>
                </a:lnTo>
                <a:lnTo>
                  <a:pt x="1949" y="1338"/>
                </a:lnTo>
                <a:lnTo>
                  <a:pt x="1948" y="1339"/>
                </a:lnTo>
                <a:lnTo>
                  <a:pt x="1947" y="1340"/>
                </a:lnTo>
                <a:lnTo>
                  <a:pt x="1947" y="1341"/>
                </a:lnTo>
                <a:lnTo>
                  <a:pt x="1946" y="1341"/>
                </a:lnTo>
                <a:lnTo>
                  <a:pt x="1946" y="1342"/>
                </a:lnTo>
                <a:lnTo>
                  <a:pt x="1946" y="1343"/>
                </a:lnTo>
                <a:lnTo>
                  <a:pt x="1947" y="1343"/>
                </a:lnTo>
                <a:lnTo>
                  <a:pt x="1947" y="1344"/>
                </a:lnTo>
                <a:lnTo>
                  <a:pt x="1946" y="1344"/>
                </a:lnTo>
                <a:lnTo>
                  <a:pt x="1947" y="1346"/>
                </a:lnTo>
                <a:lnTo>
                  <a:pt x="1947" y="1347"/>
                </a:lnTo>
                <a:lnTo>
                  <a:pt x="1946" y="1347"/>
                </a:lnTo>
                <a:lnTo>
                  <a:pt x="1946" y="1348"/>
                </a:lnTo>
                <a:lnTo>
                  <a:pt x="1946" y="1349"/>
                </a:lnTo>
                <a:lnTo>
                  <a:pt x="1946" y="1350"/>
                </a:lnTo>
                <a:lnTo>
                  <a:pt x="1947" y="1351"/>
                </a:lnTo>
                <a:lnTo>
                  <a:pt x="1946" y="1352"/>
                </a:lnTo>
                <a:lnTo>
                  <a:pt x="1945" y="1354"/>
                </a:lnTo>
                <a:lnTo>
                  <a:pt x="1944" y="1353"/>
                </a:lnTo>
                <a:lnTo>
                  <a:pt x="1944" y="1352"/>
                </a:lnTo>
                <a:lnTo>
                  <a:pt x="1943" y="1351"/>
                </a:lnTo>
                <a:lnTo>
                  <a:pt x="1944" y="1351"/>
                </a:lnTo>
                <a:lnTo>
                  <a:pt x="1943" y="1351"/>
                </a:lnTo>
                <a:lnTo>
                  <a:pt x="1943" y="1350"/>
                </a:lnTo>
                <a:lnTo>
                  <a:pt x="1943" y="1349"/>
                </a:lnTo>
                <a:lnTo>
                  <a:pt x="1942" y="1349"/>
                </a:lnTo>
                <a:lnTo>
                  <a:pt x="1941" y="1349"/>
                </a:lnTo>
                <a:lnTo>
                  <a:pt x="1941" y="1348"/>
                </a:lnTo>
                <a:lnTo>
                  <a:pt x="1940" y="1347"/>
                </a:lnTo>
                <a:lnTo>
                  <a:pt x="1940" y="1346"/>
                </a:lnTo>
                <a:lnTo>
                  <a:pt x="1940" y="1345"/>
                </a:lnTo>
                <a:lnTo>
                  <a:pt x="1939" y="1343"/>
                </a:lnTo>
                <a:lnTo>
                  <a:pt x="1938" y="1343"/>
                </a:lnTo>
                <a:lnTo>
                  <a:pt x="1938" y="1342"/>
                </a:lnTo>
                <a:lnTo>
                  <a:pt x="1937" y="1340"/>
                </a:lnTo>
                <a:lnTo>
                  <a:pt x="1937" y="1339"/>
                </a:lnTo>
                <a:lnTo>
                  <a:pt x="1936" y="1339"/>
                </a:lnTo>
                <a:lnTo>
                  <a:pt x="1936" y="1338"/>
                </a:lnTo>
                <a:lnTo>
                  <a:pt x="1936" y="1337"/>
                </a:lnTo>
                <a:lnTo>
                  <a:pt x="1936" y="1336"/>
                </a:lnTo>
                <a:lnTo>
                  <a:pt x="1936" y="1335"/>
                </a:lnTo>
                <a:lnTo>
                  <a:pt x="1935" y="1335"/>
                </a:lnTo>
                <a:lnTo>
                  <a:pt x="1934" y="1335"/>
                </a:lnTo>
                <a:lnTo>
                  <a:pt x="1934" y="1334"/>
                </a:lnTo>
                <a:lnTo>
                  <a:pt x="1933" y="1334"/>
                </a:lnTo>
                <a:lnTo>
                  <a:pt x="1932" y="1333"/>
                </a:lnTo>
                <a:lnTo>
                  <a:pt x="1932" y="1331"/>
                </a:lnTo>
                <a:lnTo>
                  <a:pt x="1931" y="1330"/>
                </a:lnTo>
                <a:lnTo>
                  <a:pt x="1929" y="1330"/>
                </a:lnTo>
                <a:lnTo>
                  <a:pt x="1928" y="1330"/>
                </a:lnTo>
                <a:lnTo>
                  <a:pt x="1928" y="1329"/>
                </a:lnTo>
                <a:lnTo>
                  <a:pt x="1927" y="1329"/>
                </a:lnTo>
                <a:lnTo>
                  <a:pt x="1926" y="1329"/>
                </a:lnTo>
                <a:lnTo>
                  <a:pt x="1924" y="1330"/>
                </a:lnTo>
                <a:lnTo>
                  <a:pt x="1923" y="1330"/>
                </a:lnTo>
                <a:lnTo>
                  <a:pt x="1922" y="1330"/>
                </a:lnTo>
                <a:lnTo>
                  <a:pt x="1920" y="1329"/>
                </a:lnTo>
                <a:lnTo>
                  <a:pt x="1919" y="1328"/>
                </a:lnTo>
                <a:lnTo>
                  <a:pt x="1918" y="1328"/>
                </a:lnTo>
                <a:lnTo>
                  <a:pt x="1917" y="1330"/>
                </a:lnTo>
                <a:lnTo>
                  <a:pt x="1917" y="1331"/>
                </a:lnTo>
                <a:lnTo>
                  <a:pt x="1915" y="1331"/>
                </a:lnTo>
                <a:lnTo>
                  <a:pt x="1915" y="1330"/>
                </a:lnTo>
                <a:lnTo>
                  <a:pt x="1915" y="1329"/>
                </a:lnTo>
                <a:lnTo>
                  <a:pt x="1915" y="1328"/>
                </a:lnTo>
                <a:lnTo>
                  <a:pt x="1913" y="1328"/>
                </a:lnTo>
                <a:lnTo>
                  <a:pt x="1912" y="1328"/>
                </a:lnTo>
                <a:lnTo>
                  <a:pt x="1911" y="1329"/>
                </a:lnTo>
                <a:lnTo>
                  <a:pt x="1910" y="1329"/>
                </a:lnTo>
                <a:lnTo>
                  <a:pt x="1910" y="1330"/>
                </a:lnTo>
                <a:lnTo>
                  <a:pt x="1909" y="1330"/>
                </a:lnTo>
                <a:lnTo>
                  <a:pt x="1909" y="1331"/>
                </a:lnTo>
                <a:lnTo>
                  <a:pt x="1910" y="1332"/>
                </a:lnTo>
                <a:lnTo>
                  <a:pt x="1909" y="1332"/>
                </a:lnTo>
                <a:lnTo>
                  <a:pt x="1909" y="1333"/>
                </a:lnTo>
                <a:lnTo>
                  <a:pt x="1909" y="1332"/>
                </a:lnTo>
                <a:lnTo>
                  <a:pt x="1908" y="1332"/>
                </a:lnTo>
                <a:lnTo>
                  <a:pt x="1907" y="1332"/>
                </a:lnTo>
                <a:lnTo>
                  <a:pt x="1907" y="1333"/>
                </a:lnTo>
                <a:lnTo>
                  <a:pt x="1907" y="1334"/>
                </a:lnTo>
                <a:lnTo>
                  <a:pt x="1907" y="1335"/>
                </a:lnTo>
                <a:lnTo>
                  <a:pt x="1906" y="1335"/>
                </a:lnTo>
                <a:lnTo>
                  <a:pt x="1905" y="1335"/>
                </a:lnTo>
                <a:lnTo>
                  <a:pt x="1905" y="1336"/>
                </a:lnTo>
                <a:lnTo>
                  <a:pt x="1903" y="1337"/>
                </a:lnTo>
                <a:lnTo>
                  <a:pt x="1902" y="1337"/>
                </a:lnTo>
                <a:lnTo>
                  <a:pt x="1901" y="1337"/>
                </a:lnTo>
                <a:lnTo>
                  <a:pt x="1901" y="1338"/>
                </a:lnTo>
                <a:lnTo>
                  <a:pt x="1901" y="1339"/>
                </a:lnTo>
                <a:lnTo>
                  <a:pt x="1901" y="1341"/>
                </a:lnTo>
                <a:lnTo>
                  <a:pt x="1901" y="1342"/>
                </a:lnTo>
                <a:lnTo>
                  <a:pt x="1900" y="1343"/>
                </a:lnTo>
                <a:lnTo>
                  <a:pt x="1901" y="1344"/>
                </a:lnTo>
                <a:lnTo>
                  <a:pt x="1901" y="1345"/>
                </a:lnTo>
                <a:lnTo>
                  <a:pt x="1902" y="1345"/>
                </a:lnTo>
                <a:lnTo>
                  <a:pt x="1903" y="1344"/>
                </a:lnTo>
                <a:lnTo>
                  <a:pt x="1903" y="1345"/>
                </a:lnTo>
                <a:lnTo>
                  <a:pt x="1903" y="1346"/>
                </a:lnTo>
                <a:lnTo>
                  <a:pt x="1903" y="1347"/>
                </a:lnTo>
                <a:lnTo>
                  <a:pt x="1902" y="1347"/>
                </a:lnTo>
                <a:lnTo>
                  <a:pt x="1902" y="1348"/>
                </a:lnTo>
                <a:lnTo>
                  <a:pt x="1902" y="1349"/>
                </a:lnTo>
                <a:lnTo>
                  <a:pt x="1903" y="1349"/>
                </a:lnTo>
                <a:lnTo>
                  <a:pt x="1903" y="1350"/>
                </a:lnTo>
                <a:lnTo>
                  <a:pt x="1904" y="1350"/>
                </a:lnTo>
                <a:lnTo>
                  <a:pt x="1904" y="1351"/>
                </a:lnTo>
                <a:lnTo>
                  <a:pt x="1904" y="1352"/>
                </a:lnTo>
                <a:lnTo>
                  <a:pt x="1905" y="1352"/>
                </a:lnTo>
                <a:lnTo>
                  <a:pt x="1906" y="1353"/>
                </a:lnTo>
                <a:lnTo>
                  <a:pt x="1907" y="1353"/>
                </a:lnTo>
                <a:lnTo>
                  <a:pt x="1906" y="1354"/>
                </a:lnTo>
                <a:lnTo>
                  <a:pt x="1906" y="1355"/>
                </a:lnTo>
                <a:lnTo>
                  <a:pt x="1906" y="1356"/>
                </a:lnTo>
                <a:lnTo>
                  <a:pt x="1905" y="1357"/>
                </a:lnTo>
                <a:lnTo>
                  <a:pt x="1906" y="1358"/>
                </a:lnTo>
                <a:lnTo>
                  <a:pt x="1906" y="1359"/>
                </a:lnTo>
                <a:lnTo>
                  <a:pt x="1907" y="1359"/>
                </a:lnTo>
                <a:lnTo>
                  <a:pt x="1908" y="1360"/>
                </a:lnTo>
                <a:lnTo>
                  <a:pt x="1908" y="1361"/>
                </a:lnTo>
                <a:lnTo>
                  <a:pt x="1908" y="1363"/>
                </a:lnTo>
                <a:lnTo>
                  <a:pt x="1908" y="1364"/>
                </a:lnTo>
                <a:lnTo>
                  <a:pt x="1906" y="1364"/>
                </a:lnTo>
                <a:lnTo>
                  <a:pt x="1905" y="1364"/>
                </a:lnTo>
                <a:lnTo>
                  <a:pt x="1904" y="1365"/>
                </a:lnTo>
                <a:lnTo>
                  <a:pt x="1903" y="1366"/>
                </a:lnTo>
                <a:lnTo>
                  <a:pt x="1903" y="1367"/>
                </a:lnTo>
                <a:lnTo>
                  <a:pt x="1904" y="1369"/>
                </a:lnTo>
                <a:lnTo>
                  <a:pt x="1904" y="1371"/>
                </a:lnTo>
                <a:lnTo>
                  <a:pt x="1903" y="1371"/>
                </a:lnTo>
                <a:lnTo>
                  <a:pt x="1903" y="1372"/>
                </a:lnTo>
                <a:lnTo>
                  <a:pt x="1904" y="1372"/>
                </a:lnTo>
                <a:lnTo>
                  <a:pt x="1906" y="1372"/>
                </a:lnTo>
                <a:lnTo>
                  <a:pt x="1908" y="1373"/>
                </a:lnTo>
                <a:lnTo>
                  <a:pt x="1908" y="1374"/>
                </a:lnTo>
                <a:lnTo>
                  <a:pt x="1910" y="1374"/>
                </a:lnTo>
                <a:lnTo>
                  <a:pt x="1910" y="1375"/>
                </a:lnTo>
                <a:lnTo>
                  <a:pt x="1910" y="1376"/>
                </a:lnTo>
                <a:lnTo>
                  <a:pt x="1909" y="1376"/>
                </a:lnTo>
                <a:lnTo>
                  <a:pt x="1910" y="1377"/>
                </a:lnTo>
                <a:lnTo>
                  <a:pt x="1910" y="1378"/>
                </a:lnTo>
                <a:lnTo>
                  <a:pt x="1909" y="1378"/>
                </a:lnTo>
                <a:lnTo>
                  <a:pt x="1909" y="1379"/>
                </a:lnTo>
                <a:lnTo>
                  <a:pt x="1908" y="1380"/>
                </a:lnTo>
                <a:lnTo>
                  <a:pt x="1908" y="1382"/>
                </a:lnTo>
                <a:lnTo>
                  <a:pt x="1908" y="1383"/>
                </a:lnTo>
                <a:lnTo>
                  <a:pt x="1909" y="1384"/>
                </a:lnTo>
                <a:lnTo>
                  <a:pt x="1909" y="1385"/>
                </a:lnTo>
                <a:lnTo>
                  <a:pt x="1910" y="1387"/>
                </a:lnTo>
                <a:lnTo>
                  <a:pt x="1909" y="1387"/>
                </a:lnTo>
                <a:lnTo>
                  <a:pt x="1908" y="1387"/>
                </a:lnTo>
                <a:lnTo>
                  <a:pt x="1906" y="1387"/>
                </a:lnTo>
                <a:lnTo>
                  <a:pt x="1905" y="1387"/>
                </a:lnTo>
                <a:lnTo>
                  <a:pt x="1902" y="1386"/>
                </a:lnTo>
                <a:lnTo>
                  <a:pt x="1901" y="1386"/>
                </a:lnTo>
                <a:lnTo>
                  <a:pt x="1900" y="1386"/>
                </a:lnTo>
                <a:lnTo>
                  <a:pt x="1900" y="1387"/>
                </a:lnTo>
                <a:lnTo>
                  <a:pt x="1900" y="1388"/>
                </a:lnTo>
                <a:lnTo>
                  <a:pt x="1901" y="1389"/>
                </a:lnTo>
                <a:lnTo>
                  <a:pt x="1901" y="1390"/>
                </a:lnTo>
                <a:lnTo>
                  <a:pt x="1901" y="1391"/>
                </a:lnTo>
                <a:lnTo>
                  <a:pt x="1901" y="1392"/>
                </a:lnTo>
                <a:lnTo>
                  <a:pt x="1901" y="1393"/>
                </a:lnTo>
                <a:lnTo>
                  <a:pt x="1901" y="1394"/>
                </a:lnTo>
                <a:lnTo>
                  <a:pt x="1900" y="1395"/>
                </a:lnTo>
                <a:lnTo>
                  <a:pt x="1900" y="1396"/>
                </a:lnTo>
                <a:lnTo>
                  <a:pt x="1900" y="1397"/>
                </a:lnTo>
                <a:lnTo>
                  <a:pt x="1900" y="1398"/>
                </a:lnTo>
                <a:lnTo>
                  <a:pt x="1900" y="1399"/>
                </a:lnTo>
                <a:lnTo>
                  <a:pt x="1900" y="1400"/>
                </a:lnTo>
                <a:lnTo>
                  <a:pt x="1899" y="1401"/>
                </a:lnTo>
                <a:lnTo>
                  <a:pt x="1898" y="1402"/>
                </a:lnTo>
                <a:lnTo>
                  <a:pt x="1900" y="1404"/>
                </a:lnTo>
                <a:lnTo>
                  <a:pt x="1901" y="1404"/>
                </a:lnTo>
                <a:lnTo>
                  <a:pt x="1902" y="1404"/>
                </a:lnTo>
                <a:lnTo>
                  <a:pt x="1904" y="1404"/>
                </a:lnTo>
                <a:lnTo>
                  <a:pt x="1905" y="1404"/>
                </a:lnTo>
                <a:lnTo>
                  <a:pt x="1906" y="1404"/>
                </a:lnTo>
                <a:lnTo>
                  <a:pt x="1906" y="1405"/>
                </a:lnTo>
                <a:lnTo>
                  <a:pt x="1906" y="1406"/>
                </a:lnTo>
                <a:lnTo>
                  <a:pt x="1907" y="1406"/>
                </a:lnTo>
                <a:lnTo>
                  <a:pt x="1908" y="1406"/>
                </a:lnTo>
                <a:lnTo>
                  <a:pt x="1909" y="1407"/>
                </a:lnTo>
                <a:lnTo>
                  <a:pt x="1909" y="1408"/>
                </a:lnTo>
                <a:lnTo>
                  <a:pt x="1910" y="1409"/>
                </a:lnTo>
                <a:lnTo>
                  <a:pt x="1911" y="1409"/>
                </a:lnTo>
                <a:lnTo>
                  <a:pt x="1912" y="1411"/>
                </a:lnTo>
                <a:lnTo>
                  <a:pt x="1912" y="1412"/>
                </a:lnTo>
                <a:lnTo>
                  <a:pt x="1913" y="1412"/>
                </a:lnTo>
                <a:lnTo>
                  <a:pt x="1914" y="1412"/>
                </a:lnTo>
                <a:lnTo>
                  <a:pt x="1915" y="1413"/>
                </a:lnTo>
                <a:lnTo>
                  <a:pt x="1915" y="1415"/>
                </a:lnTo>
                <a:lnTo>
                  <a:pt x="1915" y="1416"/>
                </a:lnTo>
                <a:lnTo>
                  <a:pt x="1915" y="1417"/>
                </a:lnTo>
                <a:lnTo>
                  <a:pt x="1915" y="1418"/>
                </a:lnTo>
                <a:lnTo>
                  <a:pt x="1916" y="1419"/>
                </a:lnTo>
                <a:lnTo>
                  <a:pt x="1917" y="1419"/>
                </a:lnTo>
                <a:lnTo>
                  <a:pt x="1918" y="1420"/>
                </a:lnTo>
                <a:lnTo>
                  <a:pt x="1917" y="1420"/>
                </a:lnTo>
                <a:lnTo>
                  <a:pt x="1917" y="1421"/>
                </a:lnTo>
                <a:lnTo>
                  <a:pt x="1917" y="1422"/>
                </a:lnTo>
                <a:lnTo>
                  <a:pt x="1917" y="1424"/>
                </a:lnTo>
                <a:lnTo>
                  <a:pt x="1916" y="1424"/>
                </a:lnTo>
                <a:lnTo>
                  <a:pt x="1916" y="1425"/>
                </a:lnTo>
                <a:lnTo>
                  <a:pt x="1916" y="1426"/>
                </a:lnTo>
                <a:lnTo>
                  <a:pt x="1916" y="1427"/>
                </a:lnTo>
                <a:lnTo>
                  <a:pt x="1916" y="1428"/>
                </a:lnTo>
                <a:lnTo>
                  <a:pt x="1917" y="1428"/>
                </a:lnTo>
                <a:lnTo>
                  <a:pt x="1917" y="1429"/>
                </a:lnTo>
                <a:lnTo>
                  <a:pt x="1916" y="1430"/>
                </a:lnTo>
                <a:lnTo>
                  <a:pt x="1915" y="1430"/>
                </a:lnTo>
                <a:lnTo>
                  <a:pt x="1915" y="1431"/>
                </a:lnTo>
                <a:lnTo>
                  <a:pt x="1915" y="1432"/>
                </a:lnTo>
                <a:lnTo>
                  <a:pt x="1915" y="1433"/>
                </a:lnTo>
                <a:lnTo>
                  <a:pt x="1915" y="1435"/>
                </a:lnTo>
                <a:lnTo>
                  <a:pt x="1915" y="1436"/>
                </a:lnTo>
                <a:lnTo>
                  <a:pt x="1915" y="1437"/>
                </a:lnTo>
                <a:lnTo>
                  <a:pt x="1915" y="1438"/>
                </a:lnTo>
                <a:lnTo>
                  <a:pt x="1915" y="1439"/>
                </a:lnTo>
                <a:lnTo>
                  <a:pt x="1914" y="1440"/>
                </a:lnTo>
                <a:lnTo>
                  <a:pt x="1914" y="1442"/>
                </a:lnTo>
                <a:lnTo>
                  <a:pt x="1912" y="1444"/>
                </a:lnTo>
                <a:lnTo>
                  <a:pt x="1911" y="1444"/>
                </a:lnTo>
                <a:lnTo>
                  <a:pt x="1911" y="1445"/>
                </a:lnTo>
                <a:lnTo>
                  <a:pt x="1910" y="1447"/>
                </a:lnTo>
                <a:lnTo>
                  <a:pt x="1909" y="1449"/>
                </a:lnTo>
                <a:lnTo>
                  <a:pt x="1908" y="1449"/>
                </a:lnTo>
                <a:lnTo>
                  <a:pt x="1907" y="1450"/>
                </a:lnTo>
                <a:lnTo>
                  <a:pt x="1907" y="1449"/>
                </a:lnTo>
                <a:lnTo>
                  <a:pt x="1906" y="1449"/>
                </a:lnTo>
                <a:lnTo>
                  <a:pt x="1906" y="1450"/>
                </a:lnTo>
                <a:lnTo>
                  <a:pt x="1905" y="1451"/>
                </a:lnTo>
                <a:lnTo>
                  <a:pt x="1905" y="1452"/>
                </a:lnTo>
                <a:lnTo>
                  <a:pt x="1904" y="1452"/>
                </a:lnTo>
                <a:lnTo>
                  <a:pt x="1904" y="1453"/>
                </a:lnTo>
                <a:lnTo>
                  <a:pt x="1903" y="1454"/>
                </a:lnTo>
                <a:lnTo>
                  <a:pt x="1901" y="1454"/>
                </a:lnTo>
                <a:lnTo>
                  <a:pt x="1900" y="1454"/>
                </a:lnTo>
                <a:lnTo>
                  <a:pt x="1898" y="1454"/>
                </a:lnTo>
                <a:lnTo>
                  <a:pt x="1897" y="1454"/>
                </a:lnTo>
                <a:lnTo>
                  <a:pt x="1896" y="1455"/>
                </a:lnTo>
                <a:lnTo>
                  <a:pt x="1896" y="1456"/>
                </a:lnTo>
                <a:lnTo>
                  <a:pt x="1896" y="1458"/>
                </a:lnTo>
                <a:lnTo>
                  <a:pt x="1896" y="1459"/>
                </a:lnTo>
                <a:lnTo>
                  <a:pt x="1897" y="1459"/>
                </a:lnTo>
                <a:lnTo>
                  <a:pt x="1896" y="1459"/>
                </a:lnTo>
                <a:lnTo>
                  <a:pt x="1895" y="1459"/>
                </a:lnTo>
                <a:lnTo>
                  <a:pt x="1894" y="1459"/>
                </a:lnTo>
                <a:lnTo>
                  <a:pt x="1894" y="1455"/>
                </a:lnTo>
                <a:lnTo>
                  <a:pt x="1895" y="1454"/>
                </a:lnTo>
                <a:lnTo>
                  <a:pt x="1895" y="1453"/>
                </a:lnTo>
                <a:lnTo>
                  <a:pt x="1895" y="1452"/>
                </a:lnTo>
                <a:lnTo>
                  <a:pt x="1895" y="1451"/>
                </a:lnTo>
                <a:lnTo>
                  <a:pt x="1894" y="1451"/>
                </a:lnTo>
                <a:lnTo>
                  <a:pt x="1894" y="1452"/>
                </a:lnTo>
                <a:lnTo>
                  <a:pt x="1893" y="1452"/>
                </a:lnTo>
                <a:lnTo>
                  <a:pt x="1891" y="1452"/>
                </a:lnTo>
                <a:lnTo>
                  <a:pt x="1890" y="1451"/>
                </a:lnTo>
                <a:lnTo>
                  <a:pt x="1889" y="1450"/>
                </a:lnTo>
                <a:lnTo>
                  <a:pt x="1889" y="1449"/>
                </a:lnTo>
                <a:lnTo>
                  <a:pt x="1888" y="1449"/>
                </a:lnTo>
                <a:lnTo>
                  <a:pt x="1887" y="1450"/>
                </a:lnTo>
                <a:lnTo>
                  <a:pt x="1886" y="1450"/>
                </a:lnTo>
                <a:lnTo>
                  <a:pt x="1885" y="1450"/>
                </a:lnTo>
                <a:lnTo>
                  <a:pt x="1884" y="1452"/>
                </a:lnTo>
                <a:lnTo>
                  <a:pt x="1882" y="1453"/>
                </a:lnTo>
                <a:lnTo>
                  <a:pt x="1881" y="1453"/>
                </a:lnTo>
                <a:lnTo>
                  <a:pt x="1880" y="1455"/>
                </a:lnTo>
                <a:lnTo>
                  <a:pt x="1879" y="1456"/>
                </a:lnTo>
                <a:lnTo>
                  <a:pt x="1878" y="1457"/>
                </a:lnTo>
                <a:lnTo>
                  <a:pt x="1878" y="1458"/>
                </a:lnTo>
                <a:lnTo>
                  <a:pt x="1877" y="1458"/>
                </a:lnTo>
                <a:lnTo>
                  <a:pt x="1876" y="1458"/>
                </a:lnTo>
                <a:lnTo>
                  <a:pt x="1876" y="1459"/>
                </a:lnTo>
                <a:lnTo>
                  <a:pt x="1875" y="1459"/>
                </a:lnTo>
                <a:lnTo>
                  <a:pt x="1875" y="1460"/>
                </a:lnTo>
                <a:lnTo>
                  <a:pt x="1874" y="1460"/>
                </a:lnTo>
                <a:lnTo>
                  <a:pt x="1873" y="1460"/>
                </a:lnTo>
                <a:lnTo>
                  <a:pt x="1872" y="1460"/>
                </a:lnTo>
                <a:lnTo>
                  <a:pt x="1871" y="1460"/>
                </a:lnTo>
                <a:lnTo>
                  <a:pt x="1870" y="1460"/>
                </a:lnTo>
                <a:lnTo>
                  <a:pt x="1869" y="1461"/>
                </a:lnTo>
                <a:lnTo>
                  <a:pt x="1868" y="1461"/>
                </a:lnTo>
                <a:lnTo>
                  <a:pt x="1867" y="1462"/>
                </a:lnTo>
                <a:lnTo>
                  <a:pt x="1866" y="1463"/>
                </a:lnTo>
                <a:lnTo>
                  <a:pt x="1865" y="1464"/>
                </a:lnTo>
                <a:lnTo>
                  <a:pt x="1864" y="1465"/>
                </a:lnTo>
                <a:lnTo>
                  <a:pt x="1863" y="1465"/>
                </a:lnTo>
                <a:lnTo>
                  <a:pt x="1863" y="1464"/>
                </a:lnTo>
                <a:lnTo>
                  <a:pt x="1862" y="1462"/>
                </a:lnTo>
                <a:lnTo>
                  <a:pt x="1861" y="1462"/>
                </a:lnTo>
                <a:lnTo>
                  <a:pt x="1861" y="1461"/>
                </a:lnTo>
                <a:lnTo>
                  <a:pt x="1860" y="1461"/>
                </a:lnTo>
                <a:lnTo>
                  <a:pt x="1859" y="1462"/>
                </a:lnTo>
                <a:lnTo>
                  <a:pt x="1858" y="1462"/>
                </a:lnTo>
                <a:lnTo>
                  <a:pt x="1858" y="1461"/>
                </a:lnTo>
                <a:lnTo>
                  <a:pt x="1858" y="1460"/>
                </a:lnTo>
                <a:lnTo>
                  <a:pt x="1857" y="1460"/>
                </a:lnTo>
                <a:lnTo>
                  <a:pt x="1857" y="1459"/>
                </a:lnTo>
                <a:lnTo>
                  <a:pt x="1857" y="1458"/>
                </a:lnTo>
                <a:lnTo>
                  <a:pt x="1856" y="1458"/>
                </a:lnTo>
                <a:lnTo>
                  <a:pt x="1855" y="1458"/>
                </a:lnTo>
                <a:lnTo>
                  <a:pt x="1854" y="1458"/>
                </a:lnTo>
                <a:lnTo>
                  <a:pt x="1854" y="1457"/>
                </a:lnTo>
                <a:lnTo>
                  <a:pt x="1854" y="1456"/>
                </a:lnTo>
                <a:lnTo>
                  <a:pt x="1853" y="1457"/>
                </a:lnTo>
                <a:lnTo>
                  <a:pt x="1852" y="1457"/>
                </a:lnTo>
                <a:lnTo>
                  <a:pt x="1852" y="1456"/>
                </a:lnTo>
                <a:lnTo>
                  <a:pt x="1851" y="1456"/>
                </a:lnTo>
                <a:lnTo>
                  <a:pt x="1850" y="1456"/>
                </a:lnTo>
                <a:lnTo>
                  <a:pt x="1850" y="1455"/>
                </a:lnTo>
                <a:lnTo>
                  <a:pt x="1849" y="1455"/>
                </a:lnTo>
                <a:lnTo>
                  <a:pt x="1849" y="1454"/>
                </a:lnTo>
                <a:lnTo>
                  <a:pt x="1848" y="1454"/>
                </a:lnTo>
                <a:lnTo>
                  <a:pt x="1847" y="1454"/>
                </a:lnTo>
                <a:lnTo>
                  <a:pt x="1847" y="1455"/>
                </a:lnTo>
                <a:lnTo>
                  <a:pt x="1846" y="1455"/>
                </a:lnTo>
                <a:lnTo>
                  <a:pt x="1845" y="1455"/>
                </a:lnTo>
                <a:lnTo>
                  <a:pt x="1843" y="1454"/>
                </a:lnTo>
                <a:lnTo>
                  <a:pt x="1842" y="1453"/>
                </a:lnTo>
                <a:lnTo>
                  <a:pt x="1842" y="1452"/>
                </a:lnTo>
                <a:lnTo>
                  <a:pt x="1841" y="1452"/>
                </a:lnTo>
                <a:lnTo>
                  <a:pt x="1841" y="1453"/>
                </a:lnTo>
                <a:lnTo>
                  <a:pt x="1840" y="1454"/>
                </a:lnTo>
                <a:lnTo>
                  <a:pt x="1839" y="1455"/>
                </a:lnTo>
                <a:lnTo>
                  <a:pt x="1839" y="1456"/>
                </a:lnTo>
                <a:lnTo>
                  <a:pt x="1838" y="1456"/>
                </a:lnTo>
                <a:lnTo>
                  <a:pt x="1838" y="1455"/>
                </a:lnTo>
                <a:lnTo>
                  <a:pt x="1837" y="1455"/>
                </a:lnTo>
                <a:lnTo>
                  <a:pt x="1837" y="1454"/>
                </a:lnTo>
                <a:lnTo>
                  <a:pt x="1837" y="1453"/>
                </a:lnTo>
                <a:lnTo>
                  <a:pt x="1837" y="1451"/>
                </a:lnTo>
                <a:lnTo>
                  <a:pt x="1836" y="1450"/>
                </a:lnTo>
                <a:lnTo>
                  <a:pt x="1836" y="1451"/>
                </a:lnTo>
                <a:lnTo>
                  <a:pt x="1835" y="1451"/>
                </a:lnTo>
                <a:lnTo>
                  <a:pt x="1835" y="1452"/>
                </a:lnTo>
                <a:lnTo>
                  <a:pt x="1835" y="1453"/>
                </a:lnTo>
                <a:lnTo>
                  <a:pt x="1834" y="1453"/>
                </a:lnTo>
                <a:lnTo>
                  <a:pt x="1833" y="1452"/>
                </a:lnTo>
                <a:lnTo>
                  <a:pt x="1832" y="1452"/>
                </a:lnTo>
                <a:lnTo>
                  <a:pt x="1831" y="1452"/>
                </a:lnTo>
                <a:lnTo>
                  <a:pt x="1830" y="1451"/>
                </a:lnTo>
                <a:lnTo>
                  <a:pt x="1829" y="1450"/>
                </a:lnTo>
                <a:lnTo>
                  <a:pt x="1827" y="1450"/>
                </a:lnTo>
                <a:lnTo>
                  <a:pt x="1827" y="1449"/>
                </a:lnTo>
                <a:lnTo>
                  <a:pt x="1827" y="1448"/>
                </a:lnTo>
                <a:lnTo>
                  <a:pt x="1825" y="1447"/>
                </a:lnTo>
                <a:lnTo>
                  <a:pt x="1825" y="1448"/>
                </a:lnTo>
                <a:lnTo>
                  <a:pt x="1824" y="1448"/>
                </a:lnTo>
                <a:lnTo>
                  <a:pt x="1824" y="1447"/>
                </a:lnTo>
                <a:lnTo>
                  <a:pt x="1823" y="1446"/>
                </a:lnTo>
                <a:lnTo>
                  <a:pt x="1823" y="1447"/>
                </a:lnTo>
                <a:lnTo>
                  <a:pt x="1823" y="1448"/>
                </a:lnTo>
                <a:lnTo>
                  <a:pt x="1823" y="1449"/>
                </a:lnTo>
                <a:lnTo>
                  <a:pt x="1824" y="1450"/>
                </a:lnTo>
                <a:lnTo>
                  <a:pt x="1825" y="1451"/>
                </a:lnTo>
                <a:lnTo>
                  <a:pt x="1826" y="1452"/>
                </a:lnTo>
                <a:lnTo>
                  <a:pt x="1826" y="1453"/>
                </a:lnTo>
                <a:lnTo>
                  <a:pt x="1827" y="1454"/>
                </a:lnTo>
                <a:lnTo>
                  <a:pt x="1827" y="1455"/>
                </a:lnTo>
                <a:lnTo>
                  <a:pt x="1827" y="1456"/>
                </a:lnTo>
                <a:lnTo>
                  <a:pt x="1827" y="1457"/>
                </a:lnTo>
                <a:lnTo>
                  <a:pt x="1827" y="1458"/>
                </a:lnTo>
                <a:lnTo>
                  <a:pt x="1828" y="1458"/>
                </a:lnTo>
                <a:lnTo>
                  <a:pt x="1828" y="1459"/>
                </a:lnTo>
                <a:lnTo>
                  <a:pt x="1827" y="1460"/>
                </a:lnTo>
                <a:lnTo>
                  <a:pt x="1827" y="1461"/>
                </a:lnTo>
                <a:lnTo>
                  <a:pt x="1826" y="1461"/>
                </a:lnTo>
                <a:lnTo>
                  <a:pt x="1825" y="1461"/>
                </a:lnTo>
                <a:lnTo>
                  <a:pt x="1824" y="1460"/>
                </a:lnTo>
                <a:lnTo>
                  <a:pt x="1823" y="1459"/>
                </a:lnTo>
                <a:lnTo>
                  <a:pt x="1821" y="1457"/>
                </a:lnTo>
                <a:lnTo>
                  <a:pt x="1820" y="1457"/>
                </a:lnTo>
                <a:lnTo>
                  <a:pt x="1819" y="1458"/>
                </a:lnTo>
                <a:lnTo>
                  <a:pt x="1818" y="1459"/>
                </a:lnTo>
                <a:lnTo>
                  <a:pt x="1818" y="1460"/>
                </a:lnTo>
                <a:lnTo>
                  <a:pt x="1818" y="1461"/>
                </a:lnTo>
                <a:lnTo>
                  <a:pt x="1818" y="1462"/>
                </a:lnTo>
                <a:lnTo>
                  <a:pt x="1817" y="1464"/>
                </a:lnTo>
                <a:lnTo>
                  <a:pt x="1818" y="1464"/>
                </a:lnTo>
                <a:lnTo>
                  <a:pt x="1818" y="1465"/>
                </a:lnTo>
                <a:lnTo>
                  <a:pt x="1818" y="1466"/>
                </a:lnTo>
                <a:lnTo>
                  <a:pt x="1817" y="1468"/>
                </a:lnTo>
                <a:lnTo>
                  <a:pt x="1817" y="1470"/>
                </a:lnTo>
                <a:lnTo>
                  <a:pt x="1817" y="1471"/>
                </a:lnTo>
                <a:lnTo>
                  <a:pt x="1817" y="1472"/>
                </a:lnTo>
                <a:lnTo>
                  <a:pt x="1817" y="1473"/>
                </a:lnTo>
                <a:lnTo>
                  <a:pt x="1817" y="1474"/>
                </a:lnTo>
                <a:lnTo>
                  <a:pt x="1817" y="1475"/>
                </a:lnTo>
                <a:lnTo>
                  <a:pt x="1818" y="1476"/>
                </a:lnTo>
                <a:lnTo>
                  <a:pt x="1819" y="1478"/>
                </a:lnTo>
                <a:lnTo>
                  <a:pt x="1819" y="1479"/>
                </a:lnTo>
                <a:lnTo>
                  <a:pt x="1818" y="1479"/>
                </a:lnTo>
                <a:lnTo>
                  <a:pt x="1815" y="1478"/>
                </a:lnTo>
                <a:lnTo>
                  <a:pt x="1815" y="1477"/>
                </a:lnTo>
                <a:lnTo>
                  <a:pt x="1814" y="1477"/>
                </a:lnTo>
                <a:lnTo>
                  <a:pt x="1813" y="1476"/>
                </a:lnTo>
                <a:lnTo>
                  <a:pt x="1812" y="1476"/>
                </a:lnTo>
                <a:lnTo>
                  <a:pt x="1811" y="1475"/>
                </a:lnTo>
                <a:lnTo>
                  <a:pt x="1810" y="1475"/>
                </a:lnTo>
                <a:lnTo>
                  <a:pt x="1810" y="1476"/>
                </a:lnTo>
                <a:lnTo>
                  <a:pt x="1810" y="1475"/>
                </a:lnTo>
                <a:lnTo>
                  <a:pt x="1810" y="1474"/>
                </a:lnTo>
                <a:lnTo>
                  <a:pt x="1809" y="1474"/>
                </a:lnTo>
                <a:lnTo>
                  <a:pt x="1808" y="1474"/>
                </a:lnTo>
                <a:lnTo>
                  <a:pt x="1807" y="1474"/>
                </a:lnTo>
                <a:lnTo>
                  <a:pt x="1807" y="1473"/>
                </a:lnTo>
                <a:lnTo>
                  <a:pt x="1808" y="1472"/>
                </a:lnTo>
                <a:lnTo>
                  <a:pt x="1807" y="1472"/>
                </a:lnTo>
                <a:lnTo>
                  <a:pt x="1806" y="1473"/>
                </a:lnTo>
                <a:lnTo>
                  <a:pt x="1805" y="1473"/>
                </a:lnTo>
                <a:lnTo>
                  <a:pt x="1805" y="1472"/>
                </a:lnTo>
                <a:lnTo>
                  <a:pt x="1805" y="1471"/>
                </a:lnTo>
                <a:lnTo>
                  <a:pt x="1804" y="1471"/>
                </a:lnTo>
                <a:lnTo>
                  <a:pt x="1803" y="1472"/>
                </a:lnTo>
                <a:lnTo>
                  <a:pt x="1802" y="1472"/>
                </a:lnTo>
                <a:lnTo>
                  <a:pt x="1802" y="1471"/>
                </a:lnTo>
                <a:lnTo>
                  <a:pt x="1803" y="1471"/>
                </a:lnTo>
                <a:lnTo>
                  <a:pt x="1803" y="1470"/>
                </a:lnTo>
                <a:lnTo>
                  <a:pt x="1802" y="1470"/>
                </a:lnTo>
                <a:lnTo>
                  <a:pt x="1802" y="1469"/>
                </a:lnTo>
                <a:lnTo>
                  <a:pt x="1801" y="1469"/>
                </a:lnTo>
                <a:lnTo>
                  <a:pt x="1801" y="1468"/>
                </a:lnTo>
                <a:lnTo>
                  <a:pt x="1801" y="1469"/>
                </a:lnTo>
                <a:lnTo>
                  <a:pt x="1800" y="1469"/>
                </a:lnTo>
                <a:lnTo>
                  <a:pt x="1799" y="1468"/>
                </a:lnTo>
                <a:lnTo>
                  <a:pt x="1798" y="1468"/>
                </a:lnTo>
                <a:lnTo>
                  <a:pt x="1798" y="1467"/>
                </a:lnTo>
                <a:lnTo>
                  <a:pt x="1798" y="1466"/>
                </a:lnTo>
                <a:lnTo>
                  <a:pt x="1797" y="1466"/>
                </a:lnTo>
                <a:lnTo>
                  <a:pt x="1796" y="1465"/>
                </a:lnTo>
                <a:lnTo>
                  <a:pt x="1797" y="1464"/>
                </a:lnTo>
                <a:lnTo>
                  <a:pt x="1797" y="1463"/>
                </a:lnTo>
                <a:lnTo>
                  <a:pt x="1796" y="1464"/>
                </a:lnTo>
                <a:lnTo>
                  <a:pt x="1795" y="1464"/>
                </a:lnTo>
                <a:lnTo>
                  <a:pt x="1795" y="1463"/>
                </a:lnTo>
                <a:lnTo>
                  <a:pt x="1796" y="1461"/>
                </a:lnTo>
                <a:lnTo>
                  <a:pt x="1795" y="1460"/>
                </a:lnTo>
                <a:lnTo>
                  <a:pt x="1793" y="1460"/>
                </a:lnTo>
                <a:lnTo>
                  <a:pt x="1792" y="1460"/>
                </a:lnTo>
                <a:lnTo>
                  <a:pt x="1792" y="1459"/>
                </a:lnTo>
                <a:lnTo>
                  <a:pt x="1793" y="1459"/>
                </a:lnTo>
                <a:lnTo>
                  <a:pt x="1794" y="1458"/>
                </a:lnTo>
                <a:lnTo>
                  <a:pt x="1794" y="1457"/>
                </a:lnTo>
                <a:lnTo>
                  <a:pt x="1793" y="1457"/>
                </a:lnTo>
                <a:lnTo>
                  <a:pt x="1792" y="1457"/>
                </a:lnTo>
                <a:lnTo>
                  <a:pt x="1792" y="1456"/>
                </a:lnTo>
                <a:lnTo>
                  <a:pt x="1793" y="1456"/>
                </a:lnTo>
                <a:lnTo>
                  <a:pt x="1794" y="1456"/>
                </a:lnTo>
                <a:lnTo>
                  <a:pt x="1794" y="1455"/>
                </a:lnTo>
                <a:lnTo>
                  <a:pt x="1793" y="1455"/>
                </a:lnTo>
                <a:lnTo>
                  <a:pt x="1793" y="1454"/>
                </a:lnTo>
                <a:lnTo>
                  <a:pt x="1792" y="1452"/>
                </a:lnTo>
                <a:lnTo>
                  <a:pt x="1791" y="1451"/>
                </a:lnTo>
                <a:lnTo>
                  <a:pt x="1791" y="1450"/>
                </a:lnTo>
                <a:lnTo>
                  <a:pt x="1790" y="1450"/>
                </a:lnTo>
                <a:lnTo>
                  <a:pt x="1790" y="1449"/>
                </a:lnTo>
                <a:lnTo>
                  <a:pt x="1789" y="1448"/>
                </a:lnTo>
                <a:lnTo>
                  <a:pt x="1788" y="1448"/>
                </a:lnTo>
                <a:lnTo>
                  <a:pt x="1787" y="1447"/>
                </a:lnTo>
                <a:lnTo>
                  <a:pt x="1787" y="1445"/>
                </a:lnTo>
                <a:lnTo>
                  <a:pt x="1787" y="1444"/>
                </a:lnTo>
                <a:lnTo>
                  <a:pt x="1787" y="1443"/>
                </a:lnTo>
                <a:lnTo>
                  <a:pt x="1786" y="1442"/>
                </a:lnTo>
                <a:lnTo>
                  <a:pt x="1785" y="1442"/>
                </a:lnTo>
                <a:lnTo>
                  <a:pt x="1785" y="1441"/>
                </a:lnTo>
                <a:lnTo>
                  <a:pt x="1784" y="1441"/>
                </a:lnTo>
                <a:lnTo>
                  <a:pt x="1784" y="1440"/>
                </a:lnTo>
                <a:lnTo>
                  <a:pt x="1784" y="1441"/>
                </a:lnTo>
                <a:lnTo>
                  <a:pt x="1783" y="1442"/>
                </a:lnTo>
                <a:lnTo>
                  <a:pt x="1782" y="1442"/>
                </a:lnTo>
                <a:lnTo>
                  <a:pt x="1781" y="1439"/>
                </a:lnTo>
                <a:lnTo>
                  <a:pt x="1781" y="1438"/>
                </a:lnTo>
                <a:lnTo>
                  <a:pt x="1781" y="1437"/>
                </a:lnTo>
                <a:lnTo>
                  <a:pt x="1780" y="1436"/>
                </a:lnTo>
                <a:lnTo>
                  <a:pt x="1780" y="1435"/>
                </a:lnTo>
                <a:lnTo>
                  <a:pt x="1779" y="1435"/>
                </a:lnTo>
                <a:lnTo>
                  <a:pt x="1778" y="1434"/>
                </a:lnTo>
                <a:lnTo>
                  <a:pt x="1777" y="1434"/>
                </a:lnTo>
                <a:lnTo>
                  <a:pt x="1777" y="1435"/>
                </a:lnTo>
                <a:lnTo>
                  <a:pt x="1776" y="1436"/>
                </a:lnTo>
                <a:lnTo>
                  <a:pt x="1775" y="1437"/>
                </a:lnTo>
                <a:lnTo>
                  <a:pt x="1775" y="1438"/>
                </a:lnTo>
                <a:lnTo>
                  <a:pt x="1774" y="1438"/>
                </a:lnTo>
                <a:lnTo>
                  <a:pt x="1774" y="1439"/>
                </a:lnTo>
                <a:lnTo>
                  <a:pt x="1774" y="1440"/>
                </a:lnTo>
                <a:lnTo>
                  <a:pt x="1773" y="1440"/>
                </a:lnTo>
                <a:lnTo>
                  <a:pt x="1773" y="1441"/>
                </a:lnTo>
                <a:lnTo>
                  <a:pt x="1772" y="1441"/>
                </a:lnTo>
                <a:lnTo>
                  <a:pt x="1771" y="1441"/>
                </a:lnTo>
                <a:lnTo>
                  <a:pt x="1771" y="1440"/>
                </a:lnTo>
                <a:lnTo>
                  <a:pt x="1771" y="1439"/>
                </a:lnTo>
                <a:lnTo>
                  <a:pt x="1772" y="1438"/>
                </a:lnTo>
                <a:lnTo>
                  <a:pt x="1772" y="1437"/>
                </a:lnTo>
                <a:lnTo>
                  <a:pt x="1773" y="1437"/>
                </a:lnTo>
                <a:lnTo>
                  <a:pt x="1773" y="1435"/>
                </a:lnTo>
                <a:lnTo>
                  <a:pt x="1774" y="1434"/>
                </a:lnTo>
                <a:lnTo>
                  <a:pt x="1775" y="1432"/>
                </a:lnTo>
                <a:lnTo>
                  <a:pt x="1776" y="1432"/>
                </a:lnTo>
                <a:lnTo>
                  <a:pt x="1775" y="1431"/>
                </a:lnTo>
                <a:lnTo>
                  <a:pt x="1775" y="1430"/>
                </a:lnTo>
                <a:lnTo>
                  <a:pt x="1775" y="1429"/>
                </a:lnTo>
                <a:lnTo>
                  <a:pt x="1774" y="1429"/>
                </a:lnTo>
                <a:lnTo>
                  <a:pt x="1774" y="1430"/>
                </a:lnTo>
                <a:lnTo>
                  <a:pt x="1773" y="1430"/>
                </a:lnTo>
                <a:lnTo>
                  <a:pt x="1772" y="1431"/>
                </a:lnTo>
                <a:lnTo>
                  <a:pt x="1771" y="1431"/>
                </a:lnTo>
                <a:lnTo>
                  <a:pt x="1770" y="1431"/>
                </a:lnTo>
                <a:lnTo>
                  <a:pt x="1770" y="1432"/>
                </a:lnTo>
                <a:lnTo>
                  <a:pt x="1768" y="1433"/>
                </a:lnTo>
                <a:lnTo>
                  <a:pt x="1767" y="1434"/>
                </a:lnTo>
                <a:lnTo>
                  <a:pt x="1766" y="1434"/>
                </a:lnTo>
                <a:lnTo>
                  <a:pt x="1765" y="1435"/>
                </a:lnTo>
                <a:lnTo>
                  <a:pt x="1765" y="1436"/>
                </a:lnTo>
                <a:lnTo>
                  <a:pt x="1764" y="1436"/>
                </a:lnTo>
                <a:lnTo>
                  <a:pt x="1763" y="1436"/>
                </a:lnTo>
                <a:lnTo>
                  <a:pt x="1763" y="1435"/>
                </a:lnTo>
                <a:lnTo>
                  <a:pt x="1762" y="1434"/>
                </a:lnTo>
                <a:lnTo>
                  <a:pt x="1761" y="1434"/>
                </a:lnTo>
                <a:lnTo>
                  <a:pt x="1761" y="1435"/>
                </a:lnTo>
                <a:lnTo>
                  <a:pt x="1759" y="1434"/>
                </a:lnTo>
                <a:lnTo>
                  <a:pt x="1758" y="1433"/>
                </a:lnTo>
                <a:lnTo>
                  <a:pt x="1757" y="1433"/>
                </a:lnTo>
                <a:lnTo>
                  <a:pt x="1756" y="1433"/>
                </a:lnTo>
                <a:lnTo>
                  <a:pt x="1755" y="1432"/>
                </a:lnTo>
                <a:lnTo>
                  <a:pt x="1753" y="1431"/>
                </a:lnTo>
                <a:lnTo>
                  <a:pt x="1752" y="1431"/>
                </a:lnTo>
                <a:lnTo>
                  <a:pt x="1752" y="1430"/>
                </a:lnTo>
                <a:lnTo>
                  <a:pt x="1751" y="1430"/>
                </a:lnTo>
                <a:lnTo>
                  <a:pt x="1751" y="1431"/>
                </a:lnTo>
                <a:lnTo>
                  <a:pt x="1751" y="1432"/>
                </a:lnTo>
                <a:lnTo>
                  <a:pt x="1751" y="1433"/>
                </a:lnTo>
                <a:lnTo>
                  <a:pt x="1751" y="1434"/>
                </a:lnTo>
                <a:lnTo>
                  <a:pt x="1750" y="1435"/>
                </a:lnTo>
                <a:lnTo>
                  <a:pt x="1749" y="1435"/>
                </a:lnTo>
                <a:lnTo>
                  <a:pt x="1748" y="1434"/>
                </a:lnTo>
                <a:lnTo>
                  <a:pt x="1747" y="1435"/>
                </a:lnTo>
                <a:lnTo>
                  <a:pt x="1748" y="1435"/>
                </a:lnTo>
                <a:lnTo>
                  <a:pt x="1747" y="1437"/>
                </a:lnTo>
                <a:lnTo>
                  <a:pt x="1747" y="1438"/>
                </a:lnTo>
                <a:lnTo>
                  <a:pt x="1747" y="1439"/>
                </a:lnTo>
                <a:lnTo>
                  <a:pt x="1746" y="1439"/>
                </a:lnTo>
                <a:lnTo>
                  <a:pt x="1746" y="1440"/>
                </a:lnTo>
                <a:lnTo>
                  <a:pt x="1746" y="1442"/>
                </a:lnTo>
                <a:lnTo>
                  <a:pt x="1746" y="1443"/>
                </a:lnTo>
                <a:lnTo>
                  <a:pt x="1745" y="1443"/>
                </a:lnTo>
                <a:lnTo>
                  <a:pt x="1745" y="1445"/>
                </a:lnTo>
                <a:lnTo>
                  <a:pt x="1746" y="1446"/>
                </a:lnTo>
                <a:lnTo>
                  <a:pt x="1746" y="1449"/>
                </a:lnTo>
                <a:lnTo>
                  <a:pt x="1745" y="1451"/>
                </a:lnTo>
                <a:lnTo>
                  <a:pt x="1744" y="1452"/>
                </a:lnTo>
                <a:lnTo>
                  <a:pt x="1744" y="1453"/>
                </a:lnTo>
                <a:lnTo>
                  <a:pt x="1744" y="1454"/>
                </a:lnTo>
                <a:lnTo>
                  <a:pt x="1744" y="1455"/>
                </a:lnTo>
                <a:lnTo>
                  <a:pt x="1743" y="1455"/>
                </a:lnTo>
                <a:lnTo>
                  <a:pt x="1742" y="1456"/>
                </a:lnTo>
                <a:lnTo>
                  <a:pt x="1742" y="1457"/>
                </a:lnTo>
                <a:lnTo>
                  <a:pt x="1743" y="1457"/>
                </a:lnTo>
                <a:lnTo>
                  <a:pt x="1743" y="1458"/>
                </a:lnTo>
                <a:lnTo>
                  <a:pt x="1742" y="1458"/>
                </a:lnTo>
                <a:lnTo>
                  <a:pt x="1741" y="1458"/>
                </a:lnTo>
                <a:lnTo>
                  <a:pt x="1739" y="1457"/>
                </a:lnTo>
                <a:lnTo>
                  <a:pt x="1739" y="1454"/>
                </a:lnTo>
                <a:lnTo>
                  <a:pt x="1738" y="1453"/>
                </a:lnTo>
                <a:lnTo>
                  <a:pt x="1737" y="1453"/>
                </a:lnTo>
                <a:lnTo>
                  <a:pt x="1737" y="1454"/>
                </a:lnTo>
                <a:lnTo>
                  <a:pt x="1735" y="1454"/>
                </a:lnTo>
                <a:lnTo>
                  <a:pt x="1734" y="1453"/>
                </a:lnTo>
                <a:lnTo>
                  <a:pt x="1734" y="1452"/>
                </a:lnTo>
                <a:lnTo>
                  <a:pt x="1733" y="1452"/>
                </a:lnTo>
                <a:lnTo>
                  <a:pt x="1732" y="1452"/>
                </a:lnTo>
                <a:lnTo>
                  <a:pt x="1731" y="1452"/>
                </a:lnTo>
                <a:lnTo>
                  <a:pt x="1730" y="1452"/>
                </a:lnTo>
                <a:lnTo>
                  <a:pt x="1729" y="1452"/>
                </a:lnTo>
                <a:lnTo>
                  <a:pt x="1728" y="1452"/>
                </a:lnTo>
                <a:lnTo>
                  <a:pt x="1728" y="1451"/>
                </a:lnTo>
                <a:lnTo>
                  <a:pt x="1727" y="1450"/>
                </a:lnTo>
                <a:lnTo>
                  <a:pt x="1726" y="1450"/>
                </a:lnTo>
                <a:lnTo>
                  <a:pt x="1725" y="1450"/>
                </a:lnTo>
                <a:lnTo>
                  <a:pt x="1725" y="1447"/>
                </a:lnTo>
                <a:lnTo>
                  <a:pt x="1724" y="1446"/>
                </a:lnTo>
                <a:lnTo>
                  <a:pt x="1722" y="1445"/>
                </a:lnTo>
                <a:lnTo>
                  <a:pt x="1721" y="1444"/>
                </a:lnTo>
                <a:lnTo>
                  <a:pt x="1722" y="1442"/>
                </a:lnTo>
                <a:lnTo>
                  <a:pt x="1722" y="1441"/>
                </a:lnTo>
                <a:lnTo>
                  <a:pt x="1723" y="1442"/>
                </a:lnTo>
                <a:lnTo>
                  <a:pt x="1724" y="1441"/>
                </a:lnTo>
                <a:lnTo>
                  <a:pt x="1724" y="1440"/>
                </a:lnTo>
                <a:lnTo>
                  <a:pt x="1724" y="1439"/>
                </a:lnTo>
                <a:lnTo>
                  <a:pt x="1725" y="1439"/>
                </a:lnTo>
                <a:lnTo>
                  <a:pt x="1726" y="1438"/>
                </a:lnTo>
                <a:lnTo>
                  <a:pt x="1726" y="1437"/>
                </a:lnTo>
                <a:lnTo>
                  <a:pt x="1727" y="1436"/>
                </a:lnTo>
                <a:lnTo>
                  <a:pt x="1728" y="1435"/>
                </a:lnTo>
                <a:lnTo>
                  <a:pt x="1729" y="1435"/>
                </a:lnTo>
                <a:lnTo>
                  <a:pt x="1730" y="1435"/>
                </a:lnTo>
                <a:lnTo>
                  <a:pt x="1730" y="1432"/>
                </a:lnTo>
                <a:lnTo>
                  <a:pt x="1730" y="1430"/>
                </a:lnTo>
                <a:lnTo>
                  <a:pt x="1730" y="1428"/>
                </a:lnTo>
                <a:lnTo>
                  <a:pt x="1730" y="1427"/>
                </a:lnTo>
                <a:lnTo>
                  <a:pt x="1729" y="1427"/>
                </a:lnTo>
                <a:lnTo>
                  <a:pt x="1729" y="1425"/>
                </a:lnTo>
                <a:lnTo>
                  <a:pt x="1728" y="1421"/>
                </a:lnTo>
                <a:lnTo>
                  <a:pt x="1727" y="1421"/>
                </a:lnTo>
                <a:lnTo>
                  <a:pt x="1728" y="1420"/>
                </a:lnTo>
                <a:lnTo>
                  <a:pt x="1728" y="1419"/>
                </a:lnTo>
                <a:lnTo>
                  <a:pt x="1728" y="1418"/>
                </a:lnTo>
                <a:lnTo>
                  <a:pt x="1727" y="1417"/>
                </a:lnTo>
                <a:lnTo>
                  <a:pt x="1728" y="1415"/>
                </a:lnTo>
                <a:lnTo>
                  <a:pt x="1728" y="1414"/>
                </a:lnTo>
                <a:lnTo>
                  <a:pt x="1728" y="1413"/>
                </a:lnTo>
                <a:lnTo>
                  <a:pt x="1728" y="1411"/>
                </a:lnTo>
                <a:lnTo>
                  <a:pt x="1729" y="1411"/>
                </a:lnTo>
                <a:lnTo>
                  <a:pt x="1729" y="1410"/>
                </a:lnTo>
                <a:lnTo>
                  <a:pt x="1728" y="1409"/>
                </a:lnTo>
                <a:lnTo>
                  <a:pt x="1727" y="1409"/>
                </a:lnTo>
                <a:lnTo>
                  <a:pt x="1727" y="1407"/>
                </a:lnTo>
                <a:lnTo>
                  <a:pt x="1727" y="1406"/>
                </a:lnTo>
                <a:lnTo>
                  <a:pt x="1727" y="1405"/>
                </a:lnTo>
                <a:lnTo>
                  <a:pt x="1726" y="1404"/>
                </a:lnTo>
                <a:lnTo>
                  <a:pt x="1725" y="1403"/>
                </a:lnTo>
                <a:lnTo>
                  <a:pt x="1724" y="1403"/>
                </a:lnTo>
                <a:lnTo>
                  <a:pt x="1723" y="1404"/>
                </a:lnTo>
                <a:lnTo>
                  <a:pt x="1722" y="1402"/>
                </a:lnTo>
                <a:lnTo>
                  <a:pt x="1722" y="1401"/>
                </a:lnTo>
                <a:lnTo>
                  <a:pt x="1722" y="1400"/>
                </a:lnTo>
                <a:lnTo>
                  <a:pt x="1722" y="1399"/>
                </a:lnTo>
                <a:lnTo>
                  <a:pt x="1721" y="1398"/>
                </a:lnTo>
                <a:lnTo>
                  <a:pt x="1721" y="1397"/>
                </a:lnTo>
                <a:lnTo>
                  <a:pt x="1720" y="1397"/>
                </a:lnTo>
                <a:lnTo>
                  <a:pt x="1719" y="1397"/>
                </a:lnTo>
                <a:lnTo>
                  <a:pt x="1718" y="1397"/>
                </a:lnTo>
                <a:lnTo>
                  <a:pt x="1717" y="1397"/>
                </a:lnTo>
                <a:lnTo>
                  <a:pt x="1716" y="1396"/>
                </a:lnTo>
                <a:lnTo>
                  <a:pt x="1715" y="1396"/>
                </a:lnTo>
                <a:lnTo>
                  <a:pt x="1715" y="1397"/>
                </a:lnTo>
                <a:lnTo>
                  <a:pt x="1714" y="1397"/>
                </a:lnTo>
                <a:lnTo>
                  <a:pt x="1713" y="1397"/>
                </a:lnTo>
                <a:lnTo>
                  <a:pt x="1713" y="1396"/>
                </a:lnTo>
                <a:lnTo>
                  <a:pt x="1714" y="1396"/>
                </a:lnTo>
                <a:lnTo>
                  <a:pt x="1714" y="1395"/>
                </a:lnTo>
                <a:lnTo>
                  <a:pt x="1715" y="1394"/>
                </a:lnTo>
                <a:lnTo>
                  <a:pt x="1715" y="1392"/>
                </a:lnTo>
                <a:lnTo>
                  <a:pt x="1715" y="1391"/>
                </a:lnTo>
                <a:lnTo>
                  <a:pt x="1716" y="1390"/>
                </a:lnTo>
                <a:lnTo>
                  <a:pt x="1714" y="1389"/>
                </a:lnTo>
                <a:lnTo>
                  <a:pt x="1713" y="1389"/>
                </a:lnTo>
                <a:lnTo>
                  <a:pt x="1712" y="1389"/>
                </a:lnTo>
                <a:lnTo>
                  <a:pt x="1711" y="1389"/>
                </a:lnTo>
                <a:lnTo>
                  <a:pt x="1711" y="1388"/>
                </a:lnTo>
                <a:lnTo>
                  <a:pt x="1710" y="1388"/>
                </a:lnTo>
                <a:lnTo>
                  <a:pt x="1710" y="1387"/>
                </a:lnTo>
                <a:lnTo>
                  <a:pt x="1709" y="1387"/>
                </a:lnTo>
                <a:lnTo>
                  <a:pt x="1707" y="1387"/>
                </a:lnTo>
                <a:lnTo>
                  <a:pt x="1706" y="1387"/>
                </a:lnTo>
                <a:lnTo>
                  <a:pt x="1704" y="1387"/>
                </a:lnTo>
                <a:lnTo>
                  <a:pt x="1703" y="1386"/>
                </a:lnTo>
                <a:lnTo>
                  <a:pt x="1702" y="1386"/>
                </a:lnTo>
                <a:lnTo>
                  <a:pt x="1702" y="1385"/>
                </a:lnTo>
                <a:lnTo>
                  <a:pt x="1702" y="1383"/>
                </a:lnTo>
                <a:lnTo>
                  <a:pt x="1701" y="1381"/>
                </a:lnTo>
                <a:lnTo>
                  <a:pt x="1701" y="1380"/>
                </a:lnTo>
                <a:lnTo>
                  <a:pt x="1701" y="1379"/>
                </a:lnTo>
                <a:lnTo>
                  <a:pt x="1701" y="1378"/>
                </a:lnTo>
                <a:lnTo>
                  <a:pt x="1701" y="1377"/>
                </a:lnTo>
                <a:lnTo>
                  <a:pt x="1701" y="1376"/>
                </a:lnTo>
                <a:lnTo>
                  <a:pt x="1700" y="1376"/>
                </a:lnTo>
                <a:lnTo>
                  <a:pt x="1700" y="1377"/>
                </a:lnTo>
                <a:lnTo>
                  <a:pt x="1699" y="1376"/>
                </a:lnTo>
                <a:lnTo>
                  <a:pt x="1699" y="1375"/>
                </a:lnTo>
                <a:lnTo>
                  <a:pt x="1698" y="1374"/>
                </a:lnTo>
                <a:lnTo>
                  <a:pt x="1697" y="1374"/>
                </a:lnTo>
                <a:lnTo>
                  <a:pt x="1697" y="1373"/>
                </a:lnTo>
                <a:lnTo>
                  <a:pt x="1697" y="1372"/>
                </a:lnTo>
                <a:lnTo>
                  <a:pt x="1696" y="1372"/>
                </a:lnTo>
                <a:lnTo>
                  <a:pt x="1696" y="1371"/>
                </a:lnTo>
                <a:lnTo>
                  <a:pt x="1695" y="1371"/>
                </a:lnTo>
                <a:lnTo>
                  <a:pt x="1695" y="1370"/>
                </a:lnTo>
                <a:lnTo>
                  <a:pt x="1694" y="1369"/>
                </a:lnTo>
                <a:lnTo>
                  <a:pt x="1694" y="1366"/>
                </a:lnTo>
                <a:lnTo>
                  <a:pt x="1695" y="1366"/>
                </a:lnTo>
                <a:lnTo>
                  <a:pt x="1695" y="1365"/>
                </a:lnTo>
                <a:lnTo>
                  <a:pt x="1694" y="1364"/>
                </a:lnTo>
                <a:lnTo>
                  <a:pt x="1692" y="1365"/>
                </a:lnTo>
                <a:lnTo>
                  <a:pt x="1691" y="1364"/>
                </a:lnTo>
                <a:lnTo>
                  <a:pt x="1690" y="1364"/>
                </a:lnTo>
                <a:lnTo>
                  <a:pt x="1690" y="1365"/>
                </a:lnTo>
                <a:lnTo>
                  <a:pt x="1690" y="1366"/>
                </a:lnTo>
                <a:lnTo>
                  <a:pt x="1690" y="1367"/>
                </a:lnTo>
                <a:lnTo>
                  <a:pt x="1690" y="1368"/>
                </a:lnTo>
                <a:lnTo>
                  <a:pt x="1690" y="1369"/>
                </a:lnTo>
                <a:lnTo>
                  <a:pt x="1690" y="1372"/>
                </a:lnTo>
                <a:lnTo>
                  <a:pt x="1689" y="1373"/>
                </a:lnTo>
                <a:lnTo>
                  <a:pt x="1689" y="1374"/>
                </a:lnTo>
                <a:lnTo>
                  <a:pt x="1689" y="1375"/>
                </a:lnTo>
                <a:lnTo>
                  <a:pt x="1688" y="1376"/>
                </a:lnTo>
                <a:lnTo>
                  <a:pt x="1687" y="1378"/>
                </a:lnTo>
                <a:lnTo>
                  <a:pt x="1687" y="1379"/>
                </a:lnTo>
                <a:lnTo>
                  <a:pt x="1687" y="1380"/>
                </a:lnTo>
                <a:lnTo>
                  <a:pt x="1686" y="1381"/>
                </a:lnTo>
                <a:lnTo>
                  <a:pt x="1685" y="1381"/>
                </a:lnTo>
                <a:lnTo>
                  <a:pt x="1686" y="1382"/>
                </a:lnTo>
                <a:lnTo>
                  <a:pt x="1685" y="1384"/>
                </a:lnTo>
                <a:lnTo>
                  <a:pt x="1685" y="1385"/>
                </a:lnTo>
                <a:lnTo>
                  <a:pt x="1684" y="1385"/>
                </a:lnTo>
                <a:lnTo>
                  <a:pt x="1684" y="1386"/>
                </a:lnTo>
                <a:lnTo>
                  <a:pt x="1683" y="1386"/>
                </a:lnTo>
                <a:lnTo>
                  <a:pt x="1683" y="1385"/>
                </a:lnTo>
                <a:lnTo>
                  <a:pt x="1682" y="1385"/>
                </a:lnTo>
                <a:lnTo>
                  <a:pt x="1682" y="1384"/>
                </a:lnTo>
                <a:lnTo>
                  <a:pt x="1681" y="1384"/>
                </a:lnTo>
                <a:lnTo>
                  <a:pt x="1680" y="1384"/>
                </a:lnTo>
                <a:lnTo>
                  <a:pt x="1679" y="1385"/>
                </a:lnTo>
                <a:lnTo>
                  <a:pt x="1678" y="1385"/>
                </a:lnTo>
                <a:lnTo>
                  <a:pt x="1677" y="1385"/>
                </a:lnTo>
                <a:lnTo>
                  <a:pt x="1677" y="1386"/>
                </a:lnTo>
                <a:lnTo>
                  <a:pt x="1676" y="1386"/>
                </a:lnTo>
                <a:lnTo>
                  <a:pt x="1676" y="1385"/>
                </a:lnTo>
                <a:lnTo>
                  <a:pt x="1675" y="1384"/>
                </a:lnTo>
                <a:lnTo>
                  <a:pt x="1674" y="1382"/>
                </a:lnTo>
                <a:lnTo>
                  <a:pt x="1673" y="1382"/>
                </a:lnTo>
                <a:lnTo>
                  <a:pt x="1672" y="1382"/>
                </a:lnTo>
                <a:lnTo>
                  <a:pt x="1672" y="1383"/>
                </a:lnTo>
                <a:lnTo>
                  <a:pt x="1671" y="1383"/>
                </a:lnTo>
                <a:lnTo>
                  <a:pt x="1670" y="1384"/>
                </a:lnTo>
                <a:lnTo>
                  <a:pt x="1670" y="1385"/>
                </a:lnTo>
                <a:lnTo>
                  <a:pt x="1670" y="1386"/>
                </a:lnTo>
                <a:lnTo>
                  <a:pt x="1670" y="1387"/>
                </a:lnTo>
                <a:lnTo>
                  <a:pt x="1669" y="1388"/>
                </a:lnTo>
                <a:lnTo>
                  <a:pt x="1670" y="1388"/>
                </a:lnTo>
                <a:lnTo>
                  <a:pt x="1671" y="1389"/>
                </a:lnTo>
                <a:lnTo>
                  <a:pt x="1672" y="1389"/>
                </a:lnTo>
                <a:lnTo>
                  <a:pt x="1672" y="1392"/>
                </a:lnTo>
                <a:lnTo>
                  <a:pt x="1673" y="1393"/>
                </a:lnTo>
                <a:lnTo>
                  <a:pt x="1672" y="1393"/>
                </a:lnTo>
                <a:lnTo>
                  <a:pt x="1672" y="1394"/>
                </a:lnTo>
                <a:lnTo>
                  <a:pt x="1673" y="1396"/>
                </a:lnTo>
                <a:lnTo>
                  <a:pt x="1674" y="1397"/>
                </a:lnTo>
                <a:lnTo>
                  <a:pt x="1673" y="1398"/>
                </a:lnTo>
                <a:lnTo>
                  <a:pt x="1673" y="1400"/>
                </a:lnTo>
                <a:lnTo>
                  <a:pt x="1673" y="1401"/>
                </a:lnTo>
                <a:lnTo>
                  <a:pt x="1672" y="1402"/>
                </a:lnTo>
                <a:lnTo>
                  <a:pt x="1671" y="1402"/>
                </a:lnTo>
                <a:lnTo>
                  <a:pt x="1671" y="1403"/>
                </a:lnTo>
                <a:lnTo>
                  <a:pt x="1670" y="1404"/>
                </a:lnTo>
                <a:lnTo>
                  <a:pt x="1670" y="1405"/>
                </a:lnTo>
                <a:lnTo>
                  <a:pt x="1670" y="1406"/>
                </a:lnTo>
                <a:lnTo>
                  <a:pt x="1670" y="1407"/>
                </a:lnTo>
                <a:lnTo>
                  <a:pt x="1669" y="1408"/>
                </a:lnTo>
                <a:lnTo>
                  <a:pt x="1669" y="1409"/>
                </a:lnTo>
                <a:lnTo>
                  <a:pt x="1668" y="1409"/>
                </a:lnTo>
                <a:lnTo>
                  <a:pt x="1669" y="1411"/>
                </a:lnTo>
                <a:lnTo>
                  <a:pt x="1668" y="1412"/>
                </a:lnTo>
                <a:lnTo>
                  <a:pt x="1669" y="1412"/>
                </a:lnTo>
                <a:lnTo>
                  <a:pt x="1669" y="1413"/>
                </a:lnTo>
                <a:lnTo>
                  <a:pt x="1669" y="1414"/>
                </a:lnTo>
                <a:lnTo>
                  <a:pt x="1669" y="1415"/>
                </a:lnTo>
                <a:lnTo>
                  <a:pt x="1668" y="1415"/>
                </a:lnTo>
                <a:lnTo>
                  <a:pt x="1668" y="1416"/>
                </a:lnTo>
                <a:lnTo>
                  <a:pt x="1668" y="1417"/>
                </a:lnTo>
                <a:lnTo>
                  <a:pt x="1668" y="1418"/>
                </a:lnTo>
                <a:lnTo>
                  <a:pt x="1667" y="1420"/>
                </a:lnTo>
                <a:lnTo>
                  <a:pt x="1665" y="1423"/>
                </a:lnTo>
                <a:lnTo>
                  <a:pt x="1664" y="1424"/>
                </a:lnTo>
                <a:lnTo>
                  <a:pt x="1663" y="1424"/>
                </a:lnTo>
                <a:lnTo>
                  <a:pt x="1663" y="1425"/>
                </a:lnTo>
                <a:lnTo>
                  <a:pt x="1663" y="1426"/>
                </a:lnTo>
                <a:lnTo>
                  <a:pt x="1663" y="1427"/>
                </a:lnTo>
                <a:lnTo>
                  <a:pt x="1663" y="1428"/>
                </a:lnTo>
                <a:lnTo>
                  <a:pt x="1661" y="1429"/>
                </a:lnTo>
                <a:lnTo>
                  <a:pt x="1660" y="1428"/>
                </a:lnTo>
                <a:lnTo>
                  <a:pt x="1659" y="1426"/>
                </a:lnTo>
                <a:lnTo>
                  <a:pt x="1659" y="1425"/>
                </a:lnTo>
                <a:lnTo>
                  <a:pt x="1658" y="1423"/>
                </a:lnTo>
                <a:lnTo>
                  <a:pt x="1658" y="1422"/>
                </a:lnTo>
                <a:lnTo>
                  <a:pt x="1657" y="1421"/>
                </a:lnTo>
                <a:lnTo>
                  <a:pt x="1656" y="1420"/>
                </a:lnTo>
                <a:lnTo>
                  <a:pt x="1654" y="1420"/>
                </a:lnTo>
                <a:lnTo>
                  <a:pt x="1653" y="1420"/>
                </a:lnTo>
                <a:lnTo>
                  <a:pt x="1653" y="1421"/>
                </a:lnTo>
                <a:lnTo>
                  <a:pt x="1653" y="1420"/>
                </a:lnTo>
                <a:lnTo>
                  <a:pt x="1652" y="1420"/>
                </a:lnTo>
                <a:lnTo>
                  <a:pt x="1652" y="1419"/>
                </a:lnTo>
                <a:lnTo>
                  <a:pt x="1651" y="1419"/>
                </a:lnTo>
                <a:lnTo>
                  <a:pt x="1651" y="1418"/>
                </a:lnTo>
                <a:lnTo>
                  <a:pt x="1650" y="1418"/>
                </a:lnTo>
                <a:lnTo>
                  <a:pt x="1649" y="1418"/>
                </a:lnTo>
                <a:lnTo>
                  <a:pt x="1649" y="1419"/>
                </a:lnTo>
                <a:lnTo>
                  <a:pt x="1648" y="1419"/>
                </a:lnTo>
                <a:lnTo>
                  <a:pt x="1648" y="1418"/>
                </a:lnTo>
                <a:lnTo>
                  <a:pt x="1647" y="1417"/>
                </a:lnTo>
                <a:lnTo>
                  <a:pt x="1648" y="1417"/>
                </a:lnTo>
                <a:lnTo>
                  <a:pt x="1648" y="1416"/>
                </a:lnTo>
                <a:lnTo>
                  <a:pt x="1647" y="1415"/>
                </a:lnTo>
                <a:lnTo>
                  <a:pt x="1646" y="1415"/>
                </a:lnTo>
                <a:lnTo>
                  <a:pt x="1644" y="1417"/>
                </a:lnTo>
                <a:lnTo>
                  <a:pt x="1644" y="1416"/>
                </a:lnTo>
                <a:lnTo>
                  <a:pt x="1643" y="1416"/>
                </a:lnTo>
                <a:lnTo>
                  <a:pt x="1642" y="1416"/>
                </a:lnTo>
                <a:lnTo>
                  <a:pt x="1642" y="1417"/>
                </a:lnTo>
                <a:lnTo>
                  <a:pt x="1641" y="1417"/>
                </a:lnTo>
                <a:lnTo>
                  <a:pt x="1640" y="1417"/>
                </a:lnTo>
                <a:lnTo>
                  <a:pt x="1641" y="1416"/>
                </a:lnTo>
                <a:lnTo>
                  <a:pt x="1640" y="1416"/>
                </a:lnTo>
                <a:lnTo>
                  <a:pt x="1640" y="1415"/>
                </a:lnTo>
                <a:lnTo>
                  <a:pt x="1639" y="1415"/>
                </a:lnTo>
                <a:lnTo>
                  <a:pt x="1638" y="1415"/>
                </a:lnTo>
                <a:lnTo>
                  <a:pt x="1638" y="1414"/>
                </a:lnTo>
                <a:lnTo>
                  <a:pt x="1638" y="1413"/>
                </a:lnTo>
                <a:lnTo>
                  <a:pt x="1638" y="1412"/>
                </a:lnTo>
                <a:lnTo>
                  <a:pt x="1637" y="1410"/>
                </a:lnTo>
                <a:lnTo>
                  <a:pt x="1636" y="1409"/>
                </a:lnTo>
                <a:lnTo>
                  <a:pt x="1636" y="1408"/>
                </a:lnTo>
                <a:lnTo>
                  <a:pt x="1635" y="1406"/>
                </a:lnTo>
                <a:lnTo>
                  <a:pt x="1634" y="1405"/>
                </a:lnTo>
                <a:lnTo>
                  <a:pt x="1634" y="1404"/>
                </a:lnTo>
                <a:lnTo>
                  <a:pt x="1633" y="1403"/>
                </a:lnTo>
                <a:lnTo>
                  <a:pt x="1632" y="1403"/>
                </a:lnTo>
                <a:lnTo>
                  <a:pt x="1631" y="1403"/>
                </a:lnTo>
                <a:lnTo>
                  <a:pt x="1630" y="1402"/>
                </a:lnTo>
                <a:lnTo>
                  <a:pt x="1629" y="1402"/>
                </a:lnTo>
                <a:lnTo>
                  <a:pt x="1628" y="1402"/>
                </a:lnTo>
                <a:lnTo>
                  <a:pt x="1627" y="1402"/>
                </a:lnTo>
                <a:lnTo>
                  <a:pt x="1625" y="1401"/>
                </a:lnTo>
                <a:lnTo>
                  <a:pt x="1623" y="1401"/>
                </a:lnTo>
                <a:lnTo>
                  <a:pt x="1622" y="1401"/>
                </a:lnTo>
                <a:lnTo>
                  <a:pt x="1620" y="1400"/>
                </a:lnTo>
                <a:lnTo>
                  <a:pt x="1618" y="1399"/>
                </a:lnTo>
                <a:lnTo>
                  <a:pt x="1617" y="1399"/>
                </a:lnTo>
                <a:lnTo>
                  <a:pt x="1616" y="1399"/>
                </a:lnTo>
                <a:lnTo>
                  <a:pt x="1615" y="1398"/>
                </a:lnTo>
                <a:lnTo>
                  <a:pt x="1614" y="1397"/>
                </a:lnTo>
                <a:lnTo>
                  <a:pt x="1613" y="1396"/>
                </a:lnTo>
                <a:lnTo>
                  <a:pt x="1613" y="1395"/>
                </a:lnTo>
                <a:lnTo>
                  <a:pt x="1612" y="1395"/>
                </a:lnTo>
                <a:lnTo>
                  <a:pt x="1611" y="1395"/>
                </a:lnTo>
                <a:lnTo>
                  <a:pt x="1609" y="1393"/>
                </a:lnTo>
                <a:lnTo>
                  <a:pt x="1608" y="1393"/>
                </a:lnTo>
                <a:lnTo>
                  <a:pt x="1605" y="1390"/>
                </a:lnTo>
                <a:lnTo>
                  <a:pt x="1604" y="1390"/>
                </a:lnTo>
                <a:lnTo>
                  <a:pt x="1602" y="1391"/>
                </a:lnTo>
                <a:lnTo>
                  <a:pt x="1602" y="1392"/>
                </a:lnTo>
                <a:lnTo>
                  <a:pt x="1601" y="1392"/>
                </a:lnTo>
                <a:lnTo>
                  <a:pt x="1600" y="1392"/>
                </a:lnTo>
                <a:lnTo>
                  <a:pt x="1599" y="1393"/>
                </a:lnTo>
                <a:lnTo>
                  <a:pt x="1599" y="1392"/>
                </a:lnTo>
                <a:lnTo>
                  <a:pt x="1598" y="1392"/>
                </a:lnTo>
                <a:lnTo>
                  <a:pt x="1598" y="1391"/>
                </a:lnTo>
                <a:lnTo>
                  <a:pt x="1597" y="1390"/>
                </a:lnTo>
                <a:lnTo>
                  <a:pt x="1596" y="1391"/>
                </a:lnTo>
                <a:lnTo>
                  <a:pt x="1596" y="1392"/>
                </a:lnTo>
                <a:lnTo>
                  <a:pt x="1595" y="1393"/>
                </a:lnTo>
                <a:lnTo>
                  <a:pt x="1592" y="1394"/>
                </a:lnTo>
                <a:lnTo>
                  <a:pt x="1591" y="1393"/>
                </a:lnTo>
                <a:lnTo>
                  <a:pt x="1590" y="1392"/>
                </a:lnTo>
                <a:lnTo>
                  <a:pt x="1589" y="1392"/>
                </a:lnTo>
                <a:lnTo>
                  <a:pt x="1588" y="1392"/>
                </a:lnTo>
                <a:lnTo>
                  <a:pt x="1587" y="1392"/>
                </a:lnTo>
                <a:lnTo>
                  <a:pt x="1586" y="1392"/>
                </a:lnTo>
                <a:lnTo>
                  <a:pt x="1586" y="1393"/>
                </a:lnTo>
                <a:lnTo>
                  <a:pt x="1585" y="1393"/>
                </a:lnTo>
                <a:lnTo>
                  <a:pt x="1584" y="1393"/>
                </a:lnTo>
                <a:lnTo>
                  <a:pt x="1585" y="1393"/>
                </a:lnTo>
                <a:lnTo>
                  <a:pt x="1585" y="1392"/>
                </a:lnTo>
                <a:lnTo>
                  <a:pt x="1585" y="1391"/>
                </a:lnTo>
                <a:lnTo>
                  <a:pt x="1584" y="1390"/>
                </a:lnTo>
                <a:lnTo>
                  <a:pt x="1584" y="1389"/>
                </a:lnTo>
                <a:lnTo>
                  <a:pt x="1584" y="1388"/>
                </a:lnTo>
                <a:lnTo>
                  <a:pt x="1584" y="1387"/>
                </a:lnTo>
                <a:lnTo>
                  <a:pt x="1583" y="1385"/>
                </a:lnTo>
                <a:lnTo>
                  <a:pt x="1582" y="1384"/>
                </a:lnTo>
                <a:lnTo>
                  <a:pt x="1582" y="1383"/>
                </a:lnTo>
                <a:lnTo>
                  <a:pt x="1582" y="1382"/>
                </a:lnTo>
                <a:lnTo>
                  <a:pt x="1582" y="1381"/>
                </a:lnTo>
                <a:lnTo>
                  <a:pt x="1582" y="1380"/>
                </a:lnTo>
                <a:lnTo>
                  <a:pt x="1582" y="1379"/>
                </a:lnTo>
                <a:lnTo>
                  <a:pt x="1583" y="1379"/>
                </a:lnTo>
                <a:lnTo>
                  <a:pt x="1583" y="1378"/>
                </a:lnTo>
                <a:lnTo>
                  <a:pt x="1582" y="1377"/>
                </a:lnTo>
                <a:lnTo>
                  <a:pt x="1581" y="1377"/>
                </a:lnTo>
                <a:lnTo>
                  <a:pt x="1581" y="1378"/>
                </a:lnTo>
                <a:lnTo>
                  <a:pt x="1580" y="1377"/>
                </a:lnTo>
                <a:lnTo>
                  <a:pt x="1580" y="1376"/>
                </a:lnTo>
                <a:lnTo>
                  <a:pt x="1580" y="1375"/>
                </a:lnTo>
                <a:lnTo>
                  <a:pt x="1580" y="1374"/>
                </a:lnTo>
                <a:lnTo>
                  <a:pt x="1580" y="1372"/>
                </a:lnTo>
                <a:lnTo>
                  <a:pt x="1581" y="1372"/>
                </a:lnTo>
                <a:lnTo>
                  <a:pt x="1581" y="1371"/>
                </a:lnTo>
                <a:lnTo>
                  <a:pt x="1579" y="1369"/>
                </a:lnTo>
                <a:lnTo>
                  <a:pt x="1579" y="1370"/>
                </a:lnTo>
                <a:lnTo>
                  <a:pt x="1578" y="1370"/>
                </a:lnTo>
                <a:lnTo>
                  <a:pt x="1577" y="1369"/>
                </a:lnTo>
                <a:lnTo>
                  <a:pt x="1578" y="1369"/>
                </a:lnTo>
                <a:lnTo>
                  <a:pt x="1578" y="1368"/>
                </a:lnTo>
                <a:lnTo>
                  <a:pt x="1577" y="1366"/>
                </a:lnTo>
                <a:lnTo>
                  <a:pt x="1576" y="1365"/>
                </a:lnTo>
                <a:lnTo>
                  <a:pt x="1577" y="1365"/>
                </a:lnTo>
                <a:lnTo>
                  <a:pt x="1577" y="1364"/>
                </a:lnTo>
                <a:lnTo>
                  <a:pt x="1576" y="1364"/>
                </a:lnTo>
                <a:lnTo>
                  <a:pt x="1576" y="1362"/>
                </a:lnTo>
                <a:lnTo>
                  <a:pt x="1575" y="1361"/>
                </a:lnTo>
                <a:lnTo>
                  <a:pt x="1574" y="1360"/>
                </a:lnTo>
                <a:lnTo>
                  <a:pt x="1573" y="1360"/>
                </a:lnTo>
                <a:lnTo>
                  <a:pt x="1572" y="1359"/>
                </a:lnTo>
                <a:lnTo>
                  <a:pt x="1572" y="1358"/>
                </a:lnTo>
                <a:lnTo>
                  <a:pt x="1571" y="1358"/>
                </a:lnTo>
                <a:lnTo>
                  <a:pt x="1570" y="1358"/>
                </a:lnTo>
                <a:lnTo>
                  <a:pt x="1568" y="1357"/>
                </a:lnTo>
                <a:lnTo>
                  <a:pt x="1567" y="1357"/>
                </a:lnTo>
                <a:lnTo>
                  <a:pt x="1565" y="1357"/>
                </a:lnTo>
                <a:lnTo>
                  <a:pt x="1564" y="1357"/>
                </a:lnTo>
                <a:lnTo>
                  <a:pt x="1563" y="1357"/>
                </a:lnTo>
                <a:lnTo>
                  <a:pt x="1562" y="1356"/>
                </a:lnTo>
                <a:lnTo>
                  <a:pt x="1562" y="1355"/>
                </a:lnTo>
                <a:lnTo>
                  <a:pt x="1562" y="1354"/>
                </a:lnTo>
                <a:lnTo>
                  <a:pt x="1561" y="1354"/>
                </a:lnTo>
                <a:lnTo>
                  <a:pt x="1561" y="1353"/>
                </a:lnTo>
                <a:lnTo>
                  <a:pt x="1560" y="1354"/>
                </a:lnTo>
                <a:lnTo>
                  <a:pt x="1559" y="1354"/>
                </a:lnTo>
                <a:lnTo>
                  <a:pt x="1558" y="1353"/>
                </a:lnTo>
                <a:lnTo>
                  <a:pt x="1558" y="1352"/>
                </a:lnTo>
                <a:lnTo>
                  <a:pt x="1558" y="1351"/>
                </a:lnTo>
                <a:lnTo>
                  <a:pt x="1558" y="1350"/>
                </a:lnTo>
                <a:lnTo>
                  <a:pt x="1556" y="1350"/>
                </a:lnTo>
                <a:lnTo>
                  <a:pt x="1555" y="1351"/>
                </a:lnTo>
                <a:lnTo>
                  <a:pt x="1554" y="1351"/>
                </a:lnTo>
                <a:lnTo>
                  <a:pt x="1553" y="1350"/>
                </a:lnTo>
                <a:lnTo>
                  <a:pt x="1553" y="1349"/>
                </a:lnTo>
                <a:lnTo>
                  <a:pt x="1553" y="1348"/>
                </a:lnTo>
                <a:lnTo>
                  <a:pt x="1551" y="1349"/>
                </a:lnTo>
                <a:lnTo>
                  <a:pt x="1550" y="1349"/>
                </a:lnTo>
                <a:lnTo>
                  <a:pt x="1549" y="1349"/>
                </a:lnTo>
                <a:lnTo>
                  <a:pt x="1549" y="1348"/>
                </a:lnTo>
                <a:lnTo>
                  <a:pt x="1548" y="1347"/>
                </a:lnTo>
                <a:lnTo>
                  <a:pt x="1547" y="1347"/>
                </a:lnTo>
                <a:lnTo>
                  <a:pt x="1547" y="1346"/>
                </a:lnTo>
                <a:lnTo>
                  <a:pt x="1547" y="1347"/>
                </a:lnTo>
                <a:lnTo>
                  <a:pt x="1546" y="1347"/>
                </a:lnTo>
                <a:lnTo>
                  <a:pt x="1545" y="1348"/>
                </a:lnTo>
                <a:lnTo>
                  <a:pt x="1545" y="1349"/>
                </a:lnTo>
                <a:lnTo>
                  <a:pt x="1543" y="1349"/>
                </a:lnTo>
                <a:lnTo>
                  <a:pt x="1542" y="1349"/>
                </a:lnTo>
                <a:lnTo>
                  <a:pt x="1542" y="1348"/>
                </a:lnTo>
                <a:lnTo>
                  <a:pt x="1542" y="1347"/>
                </a:lnTo>
                <a:lnTo>
                  <a:pt x="1541" y="1347"/>
                </a:lnTo>
                <a:lnTo>
                  <a:pt x="1540" y="1346"/>
                </a:lnTo>
                <a:lnTo>
                  <a:pt x="1539" y="1346"/>
                </a:lnTo>
                <a:lnTo>
                  <a:pt x="1539" y="1345"/>
                </a:lnTo>
                <a:lnTo>
                  <a:pt x="1538" y="1345"/>
                </a:lnTo>
                <a:lnTo>
                  <a:pt x="1537" y="1345"/>
                </a:lnTo>
                <a:lnTo>
                  <a:pt x="1537" y="1344"/>
                </a:lnTo>
                <a:lnTo>
                  <a:pt x="1537" y="1343"/>
                </a:lnTo>
                <a:lnTo>
                  <a:pt x="1537" y="1342"/>
                </a:lnTo>
                <a:lnTo>
                  <a:pt x="1537" y="1341"/>
                </a:lnTo>
                <a:lnTo>
                  <a:pt x="1536" y="1341"/>
                </a:lnTo>
                <a:lnTo>
                  <a:pt x="1534" y="1341"/>
                </a:lnTo>
                <a:lnTo>
                  <a:pt x="1533" y="1341"/>
                </a:lnTo>
                <a:lnTo>
                  <a:pt x="1532" y="1341"/>
                </a:lnTo>
                <a:lnTo>
                  <a:pt x="1529" y="1340"/>
                </a:lnTo>
                <a:lnTo>
                  <a:pt x="1529" y="1339"/>
                </a:lnTo>
                <a:lnTo>
                  <a:pt x="1528" y="1339"/>
                </a:lnTo>
                <a:lnTo>
                  <a:pt x="1527" y="1339"/>
                </a:lnTo>
                <a:lnTo>
                  <a:pt x="1526" y="1338"/>
                </a:lnTo>
                <a:lnTo>
                  <a:pt x="1526" y="1337"/>
                </a:lnTo>
                <a:lnTo>
                  <a:pt x="1525" y="1337"/>
                </a:lnTo>
                <a:lnTo>
                  <a:pt x="1524" y="1336"/>
                </a:lnTo>
                <a:lnTo>
                  <a:pt x="1523" y="1336"/>
                </a:lnTo>
                <a:lnTo>
                  <a:pt x="1523" y="1335"/>
                </a:lnTo>
                <a:lnTo>
                  <a:pt x="1522" y="1335"/>
                </a:lnTo>
                <a:lnTo>
                  <a:pt x="1522" y="1334"/>
                </a:lnTo>
                <a:lnTo>
                  <a:pt x="1521" y="1333"/>
                </a:lnTo>
                <a:lnTo>
                  <a:pt x="1520" y="1333"/>
                </a:lnTo>
                <a:lnTo>
                  <a:pt x="1519" y="1332"/>
                </a:lnTo>
                <a:lnTo>
                  <a:pt x="1518" y="1332"/>
                </a:lnTo>
                <a:lnTo>
                  <a:pt x="1518" y="1331"/>
                </a:lnTo>
                <a:lnTo>
                  <a:pt x="1517" y="1330"/>
                </a:lnTo>
                <a:lnTo>
                  <a:pt x="1517" y="1329"/>
                </a:lnTo>
                <a:lnTo>
                  <a:pt x="1516" y="1329"/>
                </a:lnTo>
                <a:lnTo>
                  <a:pt x="1516" y="1328"/>
                </a:lnTo>
                <a:lnTo>
                  <a:pt x="1515" y="1327"/>
                </a:lnTo>
                <a:lnTo>
                  <a:pt x="1515" y="1326"/>
                </a:lnTo>
                <a:lnTo>
                  <a:pt x="1515" y="1324"/>
                </a:lnTo>
                <a:lnTo>
                  <a:pt x="1515" y="1323"/>
                </a:lnTo>
                <a:lnTo>
                  <a:pt x="1514" y="1322"/>
                </a:lnTo>
                <a:lnTo>
                  <a:pt x="1513" y="1322"/>
                </a:lnTo>
                <a:lnTo>
                  <a:pt x="1512" y="1321"/>
                </a:lnTo>
                <a:lnTo>
                  <a:pt x="1512" y="1320"/>
                </a:lnTo>
                <a:lnTo>
                  <a:pt x="1511" y="1318"/>
                </a:lnTo>
                <a:lnTo>
                  <a:pt x="1512" y="1316"/>
                </a:lnTo>
                <a:lnTo>
                  <a:pt x="1512" y="1314"/>
                </a:lnTo>
                <a:lnTo>
                  <a:pt x="1512" y="1313"/>
                </a:lnTo>
                <a:lnTo>
                  <a:pt x="1513" y="1312"/>
                </a:lnTo>
                <a:lnTo>
                  <a:pt x="1513" y="1311"/>
                </a:lnTo>
                <a:lnTo>
                  <a:pt x="1512" y="1311"/>
                </a:lnTo>
                <a:lnTo>
                  <a:pt x="1512" y="1310"/>
                </a:lnTo>
                <a:lnTo>
                  <a:pt x="1512" y="1309"/>
                </a:lnTo>
                <a:lnTo>
                  <a:pt x="1512" y="1308"/>
                </a:lnTo>
                <a:lnTo>
                  <a:pt x="1512" y="1307"/>
                </a:lnTo>
                <a:lnTo>
                  <a:pt x="1511" y="1307"/>
                </a:lnTo>
                <a:lnTo>
                  <a:pt x="1510" y="1307"/>
                </a:lnTo>
                <a:lnTo>
                  <a:pt x="1509" y="1307"/>
                </a:lnTo>
                <a:lnTo>
                  <a:pt x="1509" y="1306"/>
                </a:lnTo>
                <a:lnTo>
                  <a:pt x="1508" y="1306"/>
                </a:lnTo>
                <a:lnTo>
                  <a:pt x="1507" y="1306"/>
                </a:lnTo>
                <a:lnTo>
                  <a:pt x="1506" y="1306"/>
                </a:lnTo>
                <a:lnTo>
                  <a:pt x="1505" y="1306"/>
                </a:lnTo>
                <a:lnTo>
                  <a:pt x="1504" y="1306"/>
                </a:lnTo>
                <a:lnTo>
                  <a:pt x="1504" y="1305"/>
                </a:lnTo>
                <a:lnTo>
                  <a:pt x="1504" y="1303"/>
                </a:lnTo>
                <a:lnTo>
                  <a:pt x="1505" y="1303"/>
                </a:lnTo>
                <a:lnTo>
                  <a:pt x="1506" y="1303"/>
                </a:lnTo>
                <a:lnTo>
                  <a:pt x="1506" y="1302"/>
                </a:lnTo>
                <a:lnTo>
                  <a:pt x="1507" y="1302"/>
                </a:lnTo>
                <a:lnTo>
                  <a:pt x="1507" y="1301"/>
                </a:lnTo>
                <a:lnTo>
                  <a:pt x="1506" y="1299"/>
                </a:lnTo>
                <a:lnTo>
                  <a:pt x="1506" y="1298"/>
                </a:lnTo>
                <a:lnTo>
                  <a:pt x="1506" y="1297"/>
                </a:lnTo>
                <a:lnTo>
                  <a:pt x="1505" y="1296"/>
                </a:lnTo>
                <a:lnTo>
                  <a:pt x="1506" y="1296"/>
                </a:lnTo>
                <a:lnTo>
                  <a:pt x="1507" y="1296"/>
                </a:lnTo>
                <a:lnTo>
                  <a:pt x="1507" y="1295"/>
                </a:lnTo>
                <a:lnTo>
                  <a:pt x="1507" y="1294"/>
                </a:lnTo>
                <a:lnTo>
                  <a:pt x="1507" y="1293"/>
                </a:lnTo>
                <a:lnTo>
                  <a:pt x="1508" y="1292"/>
                </a:lnTo>
                <a:lnTo>
                  <a:pt x="1509" y="1292"/>
                </a:lnTo>
                <a:lnTo>
                  <a:pt x="1509" y="1291"/>
                </a:lnTo>
                <a:lnTo>
                  <a:pt x="1508" y="1289"/>
                </a:lnTo>
                <a:lnTo>
                  <a:pt x="1509" y="1289"/>
                </a:lnTo>
                <a:lnTo>
                  <a:pt x="1509" y="1288"/>
                </a:lnTo>
                <a:lnTo>
                  <a:pt x="1509" y="1286"/>
                </a:lnTo>
                <a:lnTo>
                  <a:pt x="1508" y="1286"/>
                </a:lnTo>
                <a:lnTo>
                  <a:pt x="1508" y="1285"/>
                </a:lnTo>
                <a:lnTo>
                  <a:pt x="1507" y="1285"/>
                </a:lnTo>
                <a:lnTo>
                  <a:pt x="1506" y="1285"/>
                </a:lnTo>
                <a:lnTo>
                  <a:pt x="1506" y="1284"/>
                </a:lnTo>
                <a:lnTo>
                  <a:pt x="1505" y="1283"/>
                </a:lnTo>
                <a:lnTo>
                  <a:pt x="1505" y="1281"/>
                </a:lnTo>
                <a:lnTo>
                  <a:pt x="1504" y="1280"/>
                </a:lnTo>
                <a:lnTo>
                  <a:pt x="1504" y="1279"/>
                </a:lnTo>
                <a:lnTo>
                  <a:pt x="1503" y="1279"/>
                </a:lnTo>
                <a:lnTo>
                  <a:pt x="1502" y="1279"/>
                </a:lnTo>
                <a:lnTo>
                  <a:pt x="1502" y="1278"/>
                </a:lnTo>
                <a:lnTo>
                  <a:pt x="1502" y="1277"/>
                </a:lnTo>
                <a:lnTo>
                  <a:pt x="1502" y="1275"/>
                </a:lnTo>
                <a:lnTo>
                  <a:pt x="1503" y="1273"/>
                </a:lnTo>
                <a:lnTo>
                  <a:pt x="1503" y="1272"/>
                </a:lnTo>
                <a:lnTo>
                  <a:pt x="1504" y="1269"/>
                </a:lnTo>
                <a:lnTo>
                  <a:pt x="1504" y="1268"/>
                </a:lnTo>
                <a:lnTo>
                  <a:pt x="1504" y="1267"/>
                </a:lnTo>
                <a:lnTo>
                  <a:pt x="1504" y="1264"/>
                </a:lnTo>
                <a:lnTo>
                  <a:pt x="1503" y="1264"/>
                </a:lnTo>
                <a:lnTo>
                  <a:pt x="1503" y="1263"/>
                </a:lnTo>
                <a:lnTo>
                  <a:pt x="1502" y="1263"/>
                </a:lnTo>
                <a:lnTo>
                  <a:pt x="1501" y="1263"/>
                </a:lnTo>
                <a:lnTo>
                  <a:pt x="1501" y="1261"/>
                </a:lnTo>
                <a:lnTo>
                  <a:pt x="1501" y="1260"/>
                </a:lnTo>
                <a:lnTo>
                  <a:pt x="1501" y="1259"/>
                </a:lnTo>
                <a:lnTo>
                  <a:pt x="1501" y="1258"/>
                </a:lnTo>
                <a:lnTo>
                  <a:pt x="1500" y="1258"/>
                </a:lnTo>
                <a:lnTo>
                  <a:pt x="1499" y="1258"/>
                </a:lnTo>
                <a:lnTo>
                  <a:pt x="1498" y="1257"/>
                </a:lnTo>
                <a:lnTo>
                  <a:pt x="1496" y="1255"/>
                </a:lnTo>
                <a:lnTo>
                  <a:pt x="1495" y="1254"/>
                </a:lnTo>
                <a:lnTo>
                  <a:pt x="1494" y="1254"/>
                </a:lnTo>
                <a:lnTo>
                  <a:pt x="1494" y="1253"/>
                </a:lnTo>
                <a:lnTo>
                  <a:pt x="1494" y="1252"/>
                </a:lnTo>
                <a:lnTo>
                  <a:pt x="1493" y="1252"/>
                </a:lnTo>
                <a:lnTo>
                  <a:pt x="1493" y="1251"/>
                </a:lnTo>
                <a:lnTo>
                  <a:pt x="1493" y="1250"/>
                </a:lnTo>
                <a:lnTo>
                  <a:pt x="1492" y="1249"/>
                </a:lnTo>
                <a:lnTo>
                  <a:pt x="1491" y="1250"/>
                </a:lnTo>
                <a:lnTo>
                  <a:pt x="1490" y="1250"/>
                </a:lnTo>
                <a:lnTo>
                  <a:pt x="1490" y="1249"/>
                </a:lnTo>
                <a:lnTo>
                  <a:pt x="1489" y="1248"/>
                </a:lnTo>
                <a:lnTo>
                  <a:pt x="1489" y="1246"/>
                </a:lnTo>
                <a:lnTo>
                  <a:pt x="1489" y="1245"/>
                </a:lnTo>
                <a:lnTo>
                  <a:pt x="1490" y="1244"/>
                </a:lnTo>
                <a:lnTo>
                  <a:pt x="1491" y="1244"/>
                </a:lnTo>
                <a:lnTo>
                  <a:pt x="1491" y="1243"/>
                </a:lnTo>
                <a:lnTo>
                  <a:pt x="1492" y="1242"/>
                </a:lnTo>
                <a:lnTo>
                  <a:pt x="1493" y="1241"/>
                </a:lnTo>
                <a:lnTo>
                  <a:pt x="1492" y="1241"/>
                </a:lnTo>
                <a:lnTo>
                  <a:pt x="1492" y="1240"/>
                </a:lnTo>
                <a:lnTo>
                  <a:pt x="1491" y="1240"/>
                </a:lnTo>
                <a:lnTo>
                  <a:pt x="1491" y="1239"/>
                </a:lnTo>
                <a:lnTo>
                  <a:pt x="1490" y="1238"/>
                </a:lnTo>
                <a:lnTo>
                  <a:pt x="1489" y="1238"/>
                </a:lnTo>
                <a:lnTo>
                  <a:pt x="1489" y="1237"/>
                </a:lnTo>
                <a:lnTo>
                  <a:pt x="1488" y="1237"/>
                </a:lnTo>
                <a:lnTo>
                  <a:pt x="1488" y="1236"/>
                </a:lnTo>
                <a:lnTo>
                  <a:pt x="1487" y="1236"/>
                </a:lnTo>
                <a:lnTo>
                  <a:pt x="1486" y="1236"/>
                </a:lnTo>
                <a:lnTo>
                  <a:pt x="1486" y="1235"/>
                </a:lnTo>
                <a:lnTo>
                  <a:pt x="1486" y="1234"/>
                </a:lnTo>
                <a:lnTo>
                  <a:pt x="1485" y="1232"/>
                </a:lnTo>
                <a:lnTo>
                  <a:pt x="1485" y="1231"/>
                </a:lnTo>
                <a:lnTo>
                  <a:pt x="1484" y="1230"/>
                </a:lnTo>
                <a:lnTo>
                  <a:pt x="1485" y="1230"/>
                </a:lnTo>
                <a:lnTo>
                  <a:pt x="1486" y="1229"/>
                </a:lnTo>
                <a:lnTo>
                  <a:pt x="1486" y="1230"/>
                </a:lnTo>
                <a:lnTo>
                  <a:pt x="1487" y="1230"/>
                </a:lnTo>
                <a:lnTo>
                  <a:pt x="1488" y="1229"/>
                </a:lnTo>
                <a:lnTo>
                  <a:pt x="1489" y="1229"/>
                </a:lnTo>
                <a:lnTo>
                  <a:pt x="1490" y="1229"/>
                </a:lnTo>
                <a:lnTo>
                  <a:pt x="1490" y="1228"/>
                </a:lnTo>
                <a:lnTo>
                  <a:pt x="1490" y="1227"/>
                </a:lnTo>
                <a:lnTo>
                  <a:pt x="1491" y="1226"/>
                </a:lnTo>
                <a:lnTo>
                  <a:pt x="1490" y="1226"/>
                </a:lnTo>
                <a:lnTo>
                  <a:pt x="1489" y="1226"/>
                </a:lnTo>
                <a:lnTo>
                  <a:pt x="1489" y="1225"/>
                </a:lnTo>
                <a:lnTo>
                  <a:pt x="1489" y="1224"/>
                </a:lnTo>
                <a:lnTo>
                  <a:pt x="1490" y="1224"/>
                </a:lnTo>
                <a:lnTo>
                  <a:pt x="1489" y="1224"/>
                </a:lnTo>
                <a:lnTo>
                  <a:pt x="1489" y="1223"/>
                </a:lnTo>
                <a:lnTo>
                  <a:pt x="1488" y="1223"/>
                </a:lnTo>
                <a:lnTo>
                  <a:pt x="1487" y="1223"/>
                </a:lnTo>
                <a:lnTo>
                  <a:pt x="1487" y="1222"/>
                </a:lnTo>
                <a:lnTo>
                  <a:pt x="1487" y="1221"/>
                </a:lnTo>
                <a:lnTo>
                  <a:pt x="1486" y="1221"/>
                </a:lnTo>
                <a:lnTo>
                  <a:pt x="1485" y="1221"/>
                </a:lnTo>
                <a:lnTo>
                  <a:pt x="1484" y="1219"/>
                </a:lnTo>
                <a:lnTo>
                  <a:pt x="1483" y="1218"/>
                </a:lnTo>
                <a:lnTo>
                  <a:pt x="1483" y="1217"/>
                </a:lnTo>
                <a:lnTo>
                  <a:pt x="1482" y="1217"/>
                </a:lnTo>
                <a:lnTo>
                  <a:pt x="1482" y="1216"/>
                </a:lnTo>
                <a:lnTo>
                  <a:pt x="1482" y="1215"/>
                </a:lnTo>
                <a:lnTo>
                  <a:pt x="1483" y="1214"/>
                </a:lnTo>
                <a:lnTo>
                  <a:pt x="1483" y="1213"/>
                </a:lnTo>
                <a:lnTo>
                  <a:pt x="1482" y="1211"/>
                </a:lnTo>
                <a:lnTo>
                  <a:pt x="1481" y="1210"/>
                </a:lnTo>
                <a:lnTo>
                  <a:pt x="1480" y="1209"/>
                </a:lnTo>
                <a:lnTo>
                  <a:pt x="1479" y="1209"/>
                </a:lnTo>
                <a:lnTo>
                  <a:pt x="1478" y="1208"/>
                </a:lnTo>
                <a:lnTo>
                  <a:pt x="1477" y="1208"/>
                </a:lnTo>
                <a:lnTo>
                  <a:pt x="1476" y="1208"/>
                </a:lnTo>
                <a:lnTo>
                  <a:pt x="1476" y="1207"/>
                </a:lnTo>
                <a:lnTo>
                  <a:pt x="1475" y="1207"/>
                </a:lnTo>
                <a:lnTo>
                  <a:pt x="1474" y="1207"/>
                </a:lnTo>
                <a:lnTo>
                  <a:pt x="1474" y="1206"/>
                </a:lnTo>
                <a:lnTo>
                  <a:pt x="1473" y="1206"/>
                </a:lnTo>
                <a:lnTo>
                  <a:pt x="1473" y="1205"/>
                </a:lnTo>
                <a:lnTo>
                  <a:pt x="1472" y="1205"/>
                </a:lnTo>
                <a:lnTo>
                  <a:pt x="1472" y="1204"/>
                </a:lnTo>
                <a:lnTo>
                  <a:pt x="1472" y="1202"/>
                </a:lnTo>
                <a:lnTo>
                  <a:pt x="1471" y="1201"/>
                </a:lnTo>
                <a:lnTo>
                  <a:pt x="1470" y="1201"/>
                </a:lnTo>
                <a:lnTo>
                  <a:pt x="1470" y="1200"/>
                </a:lnTo>
                <a:lnTo>
                  <a:pt x="1469" y="1201"/>
                </a:lnTo>
                <a:lnTo>
                  <a:pt x="1468" y="1201"/>
                </a:lnTo>
                <a:lnTo>
                  <a:pt x="1467" y="1201"/>
                </a:lnTo>
                <a:lnTo>
                  <a:pt x="1466" y="1201"/>
                </a:lnTo>
                <a:lnTo>
                  <a:pt x="1465" y="1200"/>
                </a:lnTo>
                <a:lnTo>
                  <a:pt x="1465" y="1199"/>
                </a:lnTo>
                <a:lnTo>
                  <a:pt x="1465" y="1198"/>
                </a:lnTo>
                <a:lnTo>
                  <a:pt x="1466" y="1197"/>
                </a:lnTo>
                <a:lnTo>
                  <a:pt x="1466" y="1196"/>
                </a:lnTo>
                <a:lnTo>
                  <a:pt x="1467" y="1196"/>
                </a:lnTo>
                <a:lnTo>
                  <a:pt x="1466" y="1196"/>
                </a:lnTo>
                <a:lnTo>
                  <a:pt x="1466" y="1195"/>
                </a:lnTo>
                <a:lnTo>
                  <a:pt x="1466" y="1194"/>
                </a:lnTo>
                <a:lnTo>
                  <a:pt x="1465" y="1194"/>
                </a:lnTo>
                <a:lnTo>
                  <a:pt x="1465" y="1193"/>
                </a:lnTo>
                <a:lnTo>
                  <a:pt x="1465" y="1192"/>
                </a:lnTo>
                <a:lnTo>
                  <a:pt x="1465" y="1191"/>
                </a:lnTo>
                <a:lnTo>
                  <a:pt x="1465" y="1190"/>
                </a:lnTo>
                <a:lnTo>
                  <a:pt x="1464" y="1188"/>
                </a:lnTo>
                <a:lnTo>
                  <a:pt x="1464" y="1187"/>
                </a:lnTo>
                <a:lnTo>
                  <a:pt x="1463" y="1185"/>
                </a:lnTo>
                <a:lnTo>
                  <a:pt x="1462" y="1184"/>
                </a:lnTo>
                <a:lnTo>
                  <a:pt x="1461" y="1184"/>
                </a:lnTo>
                <a:lnTo>
                  <a:pt x="1461" y="1185"/>
                </a:lnTo>
                <a:lnTo>
                  <a:pt x="1460" y="1185"/>
                </a:lnTo>
                <a:lnTo>
                  <a:pt x="1460" y="1186"/>
                </a:lnTo>
                <a:lnTo>
                  <a:pt x="1459" y="1186"/>
                </a:lnTo>
                <a:lnTo>
                  <a:pt x="1458" y="1186"/>
                </a:lnTo>
                <a:lnTo>
                  <a:pt x="1458" y="1185"/>
                </a:lnTo>
                <a:lnTo>
                  <a:pt x="1457" y="1185"/>
                </a:lnTo>
                <a:lnTo>
                  <a:pt x="1457" y="1184"/>
                </a:lnTo>
                <a:lnTo>
                  <a:pt x="1456" y="1183"/>
                </a:lnTo>
                <a:lnTo>
                  <a:pt x="1456" y="1182"/>
                </a:lnTo>
                <a:lnTo>
                  <a:pt x="1455" y="1182"/>
                </a:lnTo>
                <a:lnTo>
                  <a:pt x="1455" y="1181"/>
                </a:lnTo>
                <a:lnTo>
                  <a:pt x="1454" y="1181"/>
                </a:lnTo>
                <a:lnTo>
                  <a:pt x="1453" y="1180"/>
                </a:lnTo>
                <a:lnTo>
                  <a:pt x="1453" y="1179"/>
                </a:lnTo>
                <a:lnTo>
                  <a:pt x="1454" y="1177"/>
                </a:lnTo>
                <a:lnTo>
                  <a:pt x="1455" y="1177"/>
                </a:lnTo>
                <a:lnTo>
                  <a:pt x="1456" y="1175"/>
                </a:lnTo>
                <a:lnTo>
                  <a:pt x="1457" y="1174"/>
                </a:lnTo>
                <a:lnTo>
                  <a:pt x="1457" y="1172"/>
                </a:lnTo>
                <a:lnTo>
                  <a:pt x="1457" y="1171"/>
                </a:lnTo>
                <a:lnTo>
                  <a:pt x="1456" y="1169"/>
                </a:lnTo>
                <a:lnTo>
                  <a:pt x="1455" y="1169"/>
                </a:lnTo>
                <a:lnTo>
                  <a:pt x="1454" y="1168"/>
                </a:lnTo>
                <a:lnTo>
                  <a:pt x="1454" y="1166"/>
                </a:lnTo>
                <a:lnTo>
                  <a:pt x="1454" y="1165"/>
                </a:lnTo>
                <a:lnTo>
                  <a:pt x="1454" y="1164"/>
                </a:lnTo>
                <a:lnTo>
                  <a:pt x="1455" y="1164"/>
                </a:lnTo>
                <a:lnTo>
                  <a:pt x="1455" y="1163"/>
                </a:lnTo>
                <a:lnTo>
                  <a:pt x="1455" y="1162"/>
                </a:lnTo>
                <a:lnTo>
                  <a:pt x="1457" y="1161"/>
                </a:lnTo>
                <a:lnTo>
                  <a:pt x="1458" y="1161"/>
                </a:lnTo>
                <a:lnTo>
                  <a:pt x="1459" y="1160"/>
                </a:lnTo>
                <a:lnTo>
                  <a:pt x="1459" y="1159"/>
                </a:lnTo>
                <a:lnTo>
                  <a:pt x="1460" y="1159"/>
                </a:lnTo>
                <a:lnTo>
                  <a:pt x="1460" y="1158"/>
                </a:lnTo>
                <a:lnTo>
                  <a:pt x="1460" y="1156"/>
                </a:lnTo>
                <a:lnTo>
                  <a:pt x="1460" y="1155"/>
                </a:lnTo>
                <a:lnTo>
                  <a:pt x="1460" y="1154"/>
                </a:lnTo>
                <a:lnTo>
                  <a:pt x="1459" y="1154"/>
                </a:lnTo>
                <a:lnTo>
                  <a:pt x="1459" y="1153"/>
                </a:lnTo>
                <a:lnTo>
                  <a:pt x="1460" y="1152"/>
                </a:lnTo>
                <a:lnTo>
                  <a:pt x="1461" y="1151"/>
                </a:lnTo>
                <a:lnTo>
                  <a:pt x="1461" y="1150"/>
                </a:lnTo>
                <a:lnTo>
                  <a:pt x="1459" y="1149"/>
                </a:lnTo>
                <a:lnTo>
                  <a:pt x="1459" y="1147"/>
                </a:lnTo>
                <a:lnTo>
                  <a:pt x="1458" y="1145"/>
                </a:lnTo>
                <a:lnTo>
                  <a:pt x="1457" y="1145"/>
                </a:lnTo>
                <a:lnTo>
                  <a:pt x="1456" y="1144"/>
                </a:lnTo>
                <a:lnTo>
                  <a:pt x="1456" y="1143"/>
                </a:lnTo>
                <a:lnTo>
                  <a:pt x="1455" y="1142"/>
                </a:lnTo>
                <a:lnTo>
                  <a:pt x="1454" y="1141"/>
                </a:lnTo>
                <a:lnTo>
                  <a:pt x="1453" y="1141"/>
                </a:lnTo>
                <a:lnTo>
                  <a:pt x="1453" y="1140"/>
                </a:lnTo>
                <a:lnTo>
                  <a:pt x="1454" y="1138"/>
                </a:lnTo>
                <a:lnTo>
                  <a:pt x="1455" y="1136"/>
                </a:lnTo>
                <a:lnTo>
                  <a:pt x="1455" y="1135"/>
                </a:lnTo>
                <a:lnTo>
                  <a:pt x="1450" y="1133"/>
                </a:lnTo>
                <a:lnTo>
                  <a:pt x="1448" y="1133"/>
                </a:lnTo>
                <a:lnTo>
                  <a:pt x="1446" y="1132"/>
                </a:lnTo>
                <a:lnTo>
                  <a:pt x="1443" y="1131"/>
                </a:lnTo>
                <a:lnTo>
                  <a:pt x="1443" y="1132"/>
                </a:lnTo>
                <a:lnTo>
                  <a:pt x="1442" y="1132"/>
                </a:lnTo>
                <a:lnTo>
                  <a:pt x="1441" y="1133"/>
                </a:lnTo>
                <a:lnTo>
                  <a:pt x="1440" y="1133"/>
                </a:lnTo>
                <a:lnTo>
                  <a:pt x="1435" y="1133"/>
                </a:lnTo>
                <a:lnTo>
                  <a:pt x="1434" y="1133"/>
                </a:lnTo>
                <a:lnTo>
                  <a:pt x="1433" y="1133"/>
                </a:lnTo>
                <a:lnTo>
                  <a:pt x="1431" y="1134"/>
                </a:lnTo>
                <a:lnTo>
                  <a:pt x="1428" y="1134"/>
                </a:lnTo>
                <a:lnTo>
                  <a:pt x="1428" y="1133"/>
                </a:lnTo>
                <a:lnTo>
                  <a:pt x="1427" y="1133"/>
                </a:lnTo>
                <a:lnTo>
                  <a:pt x="1426" y="1133"/>
                </a:lnTo>
                <a:lnTo>
                  <a:pt x="1425" y="1133"/>
                </a:lnTo>
                <a:lnTo>
                  <a:pt x="1424" y="1134"/>
                </a:lnTo>
                <a:lnTo>
                  <a:pt x="1423" y="1134"/>
                </a:lnTo>
                <a:lnTo>
                  <a:pt x="1423" y="1133"/>
                </a:lnTo>
                <a:lnTo>
                  <a:pt x="1422" y="1131"/>
                </a:lnTo>
                <a:lnTo>
                  <a:pt x="1421" y="1131"/>
                </a:lnTo>
                <a:lnTo>
                  <a:pt x="1420" y="1131"/>
                </a:lnTo>
                <a:lnTo>
                  <a:pt x="1417" y="1130"/>
                </a:lnTo>
                <a:lnTo>
                  <a:pt x="1416" y="1129"/>
                </a:lnTo>
                <a:lnTo>
                  <a:pt x="1416" y="1128"/>
                </a:lnTo>
                <a:lnTo>
                  <a:pt x="1415" y="1127"/>
                </a:lnTo>
                <a:lnTo>
                  <a:pt x="1414" y="1127"/>
                </a:lnTo>
                <a:lnTo>
                  <a:pt x="1413" y="1127"/>
                </a:lnTo>
                <a:lnTo>
                  <a:pt x="1413" y="1128"/>
                </a:lnTo>
                <a:lnTo>
                  <a:pt x="1412" y="1128"/>
                </a:lnTo>
                <a:lnTo>
                  <a:pt x="1411" y="1127"/>
                </a:lnTo>
                <a:lnTo>
                  <a:pt x="1410" y="1127"/>
                </a:lnTo>
                <a:lnTo>
                  <a:pt x="1409" y="1126"/>
                </a:lnTo>
                <a:lnTo>
                  <a:pt x="1408" y="1125"/>
                </a:lnTo>
                <a:lnTo>
                  <a:pt x="1405" y="1124"/>
                </a:lnTo>
                <a:lnTo>
                  <a:pt x="1403" y="1123"/>
                </a:lnTo>
                <a:lnTo>
                  <a:pt x="1403" y="1124"/>
                </a:lnTo>
                <a:lnTo>
                  <a:pt x="1402" y="1124"/>
                </a:lnTo>
                <a:lnTo>
                  <a:pt x="1401" y="1124"/>
                </a:lnTo>
                <a:lnTo>
                  <a:pt x="1400" y="1124"/>
                </a:lnTo>
                <a:lnTo>
                  <a:pt x="1399" y="1124"/>
                </a:lnTo>
                <a:lnTo>
                  <a:pt x="1398" y="1124"/>
                </a:lnTo>
                <a:lnTo>
                  <a:pt x="1397" y="1125"/>
                </a:lnTo>
                <a:lnTo>
                  <a:pt x="1397" y="1124"/>
                </a:lnTo>
                <a:lnTo>
                  <a:pt x="1396" y="1124"/>
                </a:lnTo>
                <a:lnTo>
                  <a:pt x="1395" y="1124"/>
                </a:lnTo>
                <a:lnTo>
                  <a:pt x="1394" y="1123"/>
                </a:lnTo>
                <a:lnTo>
                  <a:pt x="1393" y="1122"/>
                </a:lnTo>
                <a:lnTo>
                  <a:pt x="1392" y="1118"/>
                </a:lnTo>
                <a:lnTo>
                  <a:pt x="1391" y="1118"/>
                </a:lnTo>
                <a:lnTo>
                  <a:pt x="1390" y="1116"/>
                </a:lnTo>
                <a:lnTo>
                  <a:pt x="1389" y="1116"/>
                </a:lnTo>
                <a:lnTo>
                  <a:pt x="1389" y="1115"/>
                </a:lnTo>
                <a:lnTo>
                  <a:pt x="1388" y="1115"/>
                </a:lnTo>
                <a:lnTo>
                  <a:pt x="1387" y="1114"/>
                </a:lnTo>
                <a:lnTo>
                  <a:pt x="1386" y="1113"/>
                </a:lnTo>
                <a:lnTo>
                  <a:pt x="1385" y="1112"/>
                </a:lnTo>
                <a:lnTo>
                  <a:pt x="1383" y="1110"/>
                </a:lnTo>
                <a:lnTo>
                  <a:pt x="1382" y="1108"/>
                </a:lnTo>
                <a:lnTo>
                  <a:pt x="1382" y="1107"/>
                </a:lnTo>
                <a:lnTo>
                  <a:pt x="1381" y="1107"/>
                </a:lnTo>
                <a:lnTo>
                  <a:pt x="1380" y="1106"/>
                </a:lnTo>
                <a:lnTo>
                  <a:pt x="1379" y="1106"/>
                </a:lnTo>
                <a:lnTo>
                  <a:pt x="1378" y="1105"/>
                </a:lnTo>
                <a:lnTo>
                  <a:pt x="1374" y="1103"/>
                </a:lnTo>
                <a:lnTo>
                  <a:pt x="1373" y="1103"/>
                </a:lnTo>
                <a:lnTo>
                  <a:pt x="1372" y="1104"/>
                </a:lnTo>
                <a:lnTo>
                  <a:pt x="1370" y="1104"/>
                </a:lnTo>
                <a:lnTo>
                  <a:pt x="1369" y="1104"/>
                </a:lnTo>
                <a:lnTo>
                  <a:pt x="1368" y="1104"/>
                </a:lnTo>
                <a:lnTo>
                  <a:pt x="1364" y="1103"/>
                </a:lnTo>
                <a:lnTo>
                  <a:pt x="1363" y="1103"/>
                </a:lnTo>
                <a:lnTo>
                  <a:pt x="1360" y="1103"/>
                </a:lnTo>
                <a:lnTo>
                  <a:pt x="1359" y="1103"/>
                </a:lnTo>
                <a:lnTo>
                  <a:pt x="1357" y="1104"/>
                </a:lnTo>
                <a:lnTo>
                  <a:pt x="1356" y="1105"/>
                </a:lnTo>
                <a:lnTo>
                  <a:pt x="1354" y="1109"/>
                </a:lnTo>
                <a:lnTo>
                  <a:pt x="1354" y="1110"/>
                </a:lnTo>
                <a:lnTo>
                  <a:pt x="1352" y="1112"/>
                </a:lnTo>
                <a:lnTo>
                  <a:pt x="1351" y="1112"/>
                </a:lnTo>
                <a:lnTo>
                  <a:pt x="1347" y="1113"/>
                </a:lnTo>
                <a:lnTo>
                  <a:pt x="1347" y="1112"/>
                </a:lnTo>
                <a:lnTo>
                  <a:pt x="1347" y="1113"/>
                </a:lnTo>
                <a:lnTo>
                  <a:pt x="1346" y="1114"/>
                </a:lnTo>
                <a:lnTo>
                  <a:pt x="1341" y="1115"/>
                </a:lnTo>
                <a:lnTo>
                  <a:pt x="1340" y="1115"/>
                </a:lnTo>
                <a:lnTo>
                  <a:pt x="1339" y="1116"/>
                </a:lnTo>
                <a:lnTo>
                  <a:pt x="1338" y="1117"/>
                </a:lnTo>
                <a:lnTo>
                  <a:pt x="1337" y="1117"/>
                </a:lnTo>
                <a:lnTo>
                  <a:pt x="1336" y="1117"/>
                </a:lnTo>
                <a:lnTo>
                  <a:pt x="1334" y="1117"/>
                </a:lnTo>
                <a:lnTo>
                  <a:pt x="1333" y="1118"/>
                </a:lnTo>
                <a:lnTo>
                  <a:pt x="1333" y="1120"/>
                </a:lnTo>
                <a:lnTo>
                  <a:pt x="1333" y="1121"/>
                </a:lnTo>
                <a:lnTo>
                  <a:pt x="1334" y="1121"/>
                </a:lnTo>
                <a:lnTo>
                  <a:pt x="1335" y="1124"/>
                </a:lnTo>
                <a:lnTo>
                  <a:pt x="1335" y="1125"/>
                </a:lnTo>
                <a:lnTo>
                  <a:pt x="1335" y="1127"/>
                </a:lnTo>
                <a:lnTo>
                  <a:pt x="1336" y="1127"/>
                </a:lnTo>
                <a:lnTo>
                  <a:pt x="1336" y="1128"/>
                </a:lnTo>
                <a:lnTo>
                  <a:pt x="1338" y="1128"/>
                </a:lnTo>
                <a:lnTo>
                  <a:pt x="1338" y="1130"/>
                </a:lnTo>
                <a:lnTo>
                  <a:pt x="1338" y="1131"/>
                </a:lnTo>
                <a:lnTo>
                  <a:pt x="1339" y="1132"/>
                </a:lnTo>
                <a:lnTo>
                  <a:pt x="1339" y="1133"/>
                </a:lnTo>
                <a:lnTo>
                  <a:pt x="1339" y="1135"/>
                </a:lnTo>
                <a:lnTo>
                  <a:pt x="1338" y="1135"/>
                </a:lnTo>
                <a:lnTo>
                  <a:pt x="1338" y="1136"/>
                </a:lnTo>
                <a:lnTo>
                  <a:pt x="1338" y="1137"/>
                </a:lnTo>
                <a:lnTo>
                  <a:pt x="1337" y="1137"/>
                </a:lnTo>
                <a:lnTo>
                  <a:pt x="1337" y="1138"/>
                </a:lnTo>
                <a:lnTo>
                  <a:pt x="1337" y="1139"/>
                </a:lnTo>
                <a:lnTo>
                  <a:pt x="1336" y="1139"/>
                </a:lnTo>
                <a:lnTo>
                  <a:pt x="1336" y="1141"/>
                </a:lnTo>
                <a:lnTo>
                  <a:pt x="1333" y="1142"/>
                </a:lnTo>
                <a:lnTo>
                  <a:pt x="1333" y="1141"/>
                </a:lnTo>
                <a:lnTo>
                  <a:pt x="1332" y="1141"/>
                </a:lnTo>
                <a:lnTo>
                  <a:pt x="1331" y="1141"/>
                </a:lnTo>
                <a:lnTo>
                  <a:pt x="1330" y="1141"/>
                </a:lnTo>
                <a:lnTo>
                  <a:pt x="1330" y="1142"/>
                </a:lnTo>
                <a:lnTo>
                  <a:pt x="1329" y="1144"/>
                </a:lnTo>
                <a:lnTo>
                  <a:pt x="1329" y="1145"/>
                </a:lnTo>
                <a:lnTo>
                  <a:pt x="1330" y="1146"/>
                </a:lnTo>
                <a:lnTo>
                  <a:pt x="1330" y="1148"/>
                </a:lnTo>
                <a:lnTo>
                  <a:pt x="1330" y="1149"/>
                </a:lnTo>
                <a:lnTo>
                  <a:pt x="1330" y="1150"/>
                </a:lnTo>
                <a:lnTo>
                  <a:pt x="1330" y="1151"/>
                </a:lnTo>
                <a:lnTo>
                  <a:pt x="1330" y="1152"/>
                </a:lnTo>
                <a:lnTo>
                  <a:pt x="1329" y="1154"/>
                </a:lnTo>
                <a:lnTo>
                  <a:pt x="1329" y="1155"/>
                </a:lnTo>
                <a:lnTo>
                  <a:pt x="1328" y="1155"/>
                </a:lnTo>
                <a:lnTo>
                  <a:pt x="1328" y="1154"/>
                </a:lnTo>
                <a:lnTo>
                  <a:pt x="1328" y="1155"/>
                </a:lnTo>
                <a:lnTo>
                  <a:pt x="1327" y="1155"/>
                </a:lnTo>
                <a:lnTo>
                  <a:pt x="1327" y="1156"/>
                </a:lnTo>
                <a:lnTo>
                  <a:pt x="1327" y="1157"/>
                </a:lnTo>
                <a:lnTo>
                  <a:pt x="1327" y="1159"/>
                </a:lnTo>
                <a:lnTo>
                  <a:pt x="1326" y="1159"/>
                </a:lnTo>
                <a:lnTo>
                  <a:pt x="1325" y="1160"/>
                </a:lnTo>
                <a:lnTo>
                  <a:pt x="1323" y="1159"/>
                </a:lnTo>
                <a:lnTo>
                  <a:pt x="1322" y="1159"/>
                </a:lnTo>
                <a:lnTo>
                  <a:pt x="1322" y="1158"/>
                </a:lnTo>
                <a:lnTo>
                  <a:pt x="1321" y="1158"/>
                </a:lnTo>
                <a:lnTo>
                  <a:pt x="1320" y="1157"/>
                </a:lnTo>
                <a:lnTo>
                  <a:pt x="1319" y="1157"/>
                </a:lnTo>
                <a:lnTo>
                  <a:pt x="1319" y="1158"/>
                </a:lnTo>
                <a:lnTo>
                  <a:pt x="1318" y="1158"/>
                </a:lnTo>
                <a:lnTo>
                  <a:pt x="1317" y="1159"/>
                </a:lnTo>
                <a:lnTo>
                  <a:pt x="1315" y="1159"/>
                </a:lnTo>
                <a:lnTo>
                  <a:pt x="1313" y="1160"/>
                </a:lnTo>
                <a:lnTo>
                  <a:pt x="1312" y="1160"/>
                </a:lnTo>
                <a:lnTo>
                  <a:pt x="1311" y="1160"/>
                </a:lnTo>
                <a:lnTo>
                  <a:pt x="1309" y="1161"/>
                </a:lnTo>
                <a:lnTo>
                  <a:pt x="1308" y="1162"/>
                </a:lnTo>
                <a:lnTo>
                  <a:pt x="1307" y="1162"/>
                </a:lnTo>
                <a:lnTo>
                  <a:pt x="1306" y="1162"/>
                </a:lnTo>
                <a:lnTo>
                  <a:pt x="1305" y="1161"/>
                </a:lnTo>
                <a:lnTo>
                  <a:pt x="1304" y="1160"/>
                </a:lnTo>
                <a:lnTo>
                  <a:pt x="1303" y="1160"/>
                </a:lnTo>
                <a:lnTo>
                  <a:pt x="1303" y="1161"/>
                </a:lnTo>
                <a:lnTo>
                  <a:pt x="1302" y="1161"/>
                </a:lnTo>
                <a:lnTo>
                  <a:pt x="1302" y="1162"/>
                </a:lnTo>
                <a:lnTo>
                  <a:pt x="1301" y="1162"/>
                </a:lnTo>
                <a:lnTo>
                  <a:pt x="1300" y="1162"/>
                </a:lnTo>
                <a:lnTo>
                  <a:pt x="1299" y="1162"/>
                </a:lnTo>
                <a:lnTo>
                  <a:pt x="1298" y="1162"/>
                </a:lnTo>
                <a:lnTo>
                  <a:pt x="1297" y="1161"/>
                </a:lnTo>
                <a:lnTo>
                  <a:pt x="1296" y="1162"/>
                </a:lnTo>
                <a:lnTo>
                  <a:pt x="1296" y="1163"/>
                </a:lnTo>
                <a:lnTo>
                  <a:pt x="1296" y="1164"/>
                </a:lnTo>
                <a:lnTo>
                  <a:pt x="1296" y="1165"/>
                </a:lnTo>
                <a:lnTo>
                  <a:pt x="1295" y="1165"/>
                </a:lnTo>
                <a:lnTo>
                  <a:pt x="1295" y="1164"/>
                </a:lnTo>
                <a:lnTo>
                  <a:pt x="1294" y="1164"/>
                </a:lnTo>
                <a:lnTo>
                  <a:pt x="1292" y="1164"/>
                </a:lnTo>
                <a:lnTo>
                  <a:pt x="1290" y="1164"/>
                </a:lnTo>
                <a:lnTo>
                  <a:pt x="1289" y="1164"/>
                </a:lnTo>
                <a:lnTo>
                  <a:pt x="1288" y="1164"/>
                </a:lnTo>
                <a:lnTo>
                  <a:pt x="1288" y="1165"/>
                </a:lnTo>
                <a:lnTo>
                  <a:pt x="1286" y="1164"/>
                </a:lnTo>
                <a:lnTo>
                  <a:pt x="1285" y="1164"/>
                </a:lnTo>
                <a:lnTo>
                  <a:pt x="1285" y="1163"/>
                </a:lnTo>
                <a:lnTo>
                  <a:pt x="1284" y="1163"/>
                </a:lnTo>
                <a:lnTo>
                  <a:pt x="1284" y="1164"/>
                </a:lnTo>
                <a:lnTo>
                  <a:pt x="1284" y="1165"/>
                </a:lnTo>
                <a:lnTo>
                  <a:pt x="1285" y="1167"/>
                </a:lnTo>
                <a:lnTo>
                  <a:pt x="1285" y="1168"/>
                </a:lnTo>
                <a:lnTo>
                  <a:pt x="1284" y="1168"/>
                </a:lnTo>
                <a:lnTo>
                  <a:pt x="1284" y="1169"/>
                </a:lnTo>
                <a:lnTo>
                  <a:pt x="1284" y="1170"/>
                </a:lnTo>
                <a:lnTo>
                  <a:pt x="1285" y="1171"/>
                </a:lnTo>
                <a:lnTo>
                  <a:pt x="1285" y="1172"/>
                </a:lnTo>
                <a:lnTo>
                  <a:pt x="1284" y="1172"/>
                </a:lnTo>
                <a:lnTo>
                  <a:pt x="1283" y="1172"/>
                </a:lnTo>
                <a:lnTo>
                  <a:pt x="1282" y="1172"/>
                </a:lnTo>
                <a:lnTo>
                  <a:pt x="1280" y="1173"/>
                </a:lnTo>
                <a:lnTo>
                  <a:pt x="1280" y="1174"/>
                </a:lnTo>
                <a:lnTo>
                  <a:pt x="1280" y="1176"/>
                </a:lnTo>
                <a:lnTo>
                  <a:pt x="1279" y="1176"/>
                </a:lnTo>
                <a:lnTo>
                  <a:pt x="1279" y="1177"/>
                </a:lnTo>
                <a:lnTo>
                  <a:pt x="1280" y="1177"/>
                </a:lnTo>
                <a:lnTo>
                  <a:pt x="1281" y="1178"/>
                </a:lnTo>
                <a:lnTo>
                  <a:pt x="1282" y="1179"/>
                </a:lnTo>
                <a:lnTo>
                  <a:pt x="1282" y="1180"/>
                </a:lnTo>
                <a:lnTo>
                  <a:pt x="1283" y="1180"/>
                </a:lnTo>
                <a:lnTo>
                  <a:pt x="1284" y="1180"/>
                </a:lnTo>
                <a:lnTo>
                  <a:pt x="1285" y="1183"/>
                </a:lnTo>
                <a:lnTo>
                  <a:pt x="1285" y="1186"/>
                </a:lnTo>
                <a:lnTo>
                  <a:pt x="1285" y="1187"/>
                </a:lnTo>
                <a:lnTo>
                  <a:pt x="1286" y="1187"/>
                </a:lnTo>
                <a:lnTo>
                  <a:pt x="1286" y="1188"/>
                </a:lnTo>
                <a:lnTo>
                  <a:pt x="1285" y="1188"/>
                </a:lnTo>
                <a:lnTo>
                  <a:pt x="1285" y="1189"/>
                </a:lnTo>
                <a:lnTo>
                  <a:pt x="1286" y="1189"/>
                </a:lnTo>
                <a:lnTo>
                  <a:pt x="1287" y="1190"/>
                </a:lnTo>
                <a:lnTo>
                  <a:pt x="1287" y="1191"/>
                </a:lnTo>
                <a:lnTo>
                  <a:pt x="1287" y="1192"/>
                </a:lnTo>
                <a:lnTo>
                  <a:pt x="1286" y="1192"/>
                </a:lnTo>
                <a:lnTo>
                  <a:pt x="1286" y="1193"/>
                </a:lnTo>
                <a:lnTo>
                  <a:pt x="1286" y="1194"/>
                </a:lnTo>
                <a:lnTo>
                  <a:pt x="1286" y="1195"/>
                </a:lnTo>
                <a:lnTo>
                  <a:pt x="1286" y="1196"/>
                </a:lnTo>
                <a:lnTo>
                  <a:pt x="1286" y="1197"/>
                </a:lnTo>
                <a:lnTo>
                  <a:pt x="1286" y="1198"/>
                </a:lnTo>
                <a:lnTo>
                  <a:pt x="1287" y="1198"/>
                </a:lnTo>
                <a:lnTo>
                  <a:pt x="1288" y="1198"/>
                </a:lnTo>
                <a:lnTo>
                  <a:pt x="1287" y="1200"/>
                </a:lnTo>
                <a:lnTo>
                  <a:pt x="1287" y="1201"/>
                </a:lnTo>
                <a:lnTo>
                  <a:pt x="1286" y="1201"/>
                </a:lnTo>
                <a:lnTo>
                  <a:pt x="1287" y="1203"/>
                </a:lnTo>
                <a:lnTo>
                  <a:pt x="1287" y="1204"/>
                </a:lnTo>
                <a:lnTo>
                  <a:pt x="1288" y="1204"/>
                </a:lnTo>
                <a:lnTo>
                  <a:pt x="1288" y="1207"/>
                </a:lnTo>
                <a:lnTo>
                  <a:pt x="1287" y="1207"/>
                </a:lnTo>
                <a:lnTo>
                  <a:pt x="1287" y="1208"/>
                </a:lnTo>
                <a:lnTo>
                  <a:pt x="1287" y="1209"/>
                </a:lnTo>
                <a:lnTo>
                  <a:pt x="1287" y="1210"/>
                </a:lnTo>
                <a:lnTo>
                  <a:pt x="1287" y="1211"/>
                </a:lnTo>
                <a:lnTo>
                  <a:pt x="1286" y="1211"/>
                </a:lnTo>
                <a:lnTo>
                  <a:pt x="1286" y="1212"/>
                </a:lnTo>
                <a:lnTo>
                  <a:pt x="1285" y="1213"/>
                </a:lnTo>
                <a:lnTo>
                  <a:pt x="1284" y="1216"/>
                </a:lnTo>
                <a:lnTo>
                  <a:pt x="1283" y="1217"/>
                </a:lnTo>
                <a:lnTo>
                  <a:pt x="1282" y="1218"/>
                </a:lnTo>
                <a:lnTo>
                  <a:pt x="1283" y="1220"/>
                </a:lnTo>
                <a:lnTo>
                  <a:pt x="1283" y="1222"/>
                </a:lnTo>
                <a:lnTo>
                  <a:pt x="1284" y="1222"/>
                </a:lnTo>
                <a:lnTo>
                  <a:pt x="1285" y="1223"/>
                </a:lnTo>
                <a:lnTo>
                  <a:pt x="1286" y="1223"/>
                </a:lnTo>
                <a:lnTo>
                  <a:pt x="1287" y="1223"/>
                </a:lnTo>
                <a:lnTo>
                  <a:pt x="1287" y="1224"/>
                </a:lnTo>
                <a:lnTo>
                  <a:pt x="1288" y="1225"/>
                </a:lnTo>
                <a:lnTo>
                  <a:pt x="1289" y="1226"/>
                </a:lnTo>
                <a:lnTo>
                  <a:pt x="1289" y="1227"/>
                </a:lnTo>
                <a:lnTo>
                  <a:pt x="1289" y="1228"/>
                </a:lnTo>
                <a:lnTo>
                  <a:pt x="1290" y="1228"/>
                </a:lnTo>
                <a:lnTo>
                  <a:pt x="1291" y="1228"/>
                </a:lnTo>
                <a:lnTo>
                  <a:pt x="1292" y="1227"/>
                </a:lnTo>
                <a:lnTo>
                  <a:pt x="1293" y="1227"/>
                </a:lnTo>
                <a:lnTo>
                  <a:pt x="1294" y="1227"/>
                </a:lnTo>
                <a:lnTo>
                  <a:pt x="1295" y="1227"/>
                </a:lnTo>
                <a:lnTo>
                  <a:pt x="1296" y="1227"/>
                </a:lnTo>
                <a:lnTo>
                  <a:pt x="1297" y="1228"/>
                </a:lnTo>
                <a:lnTo>
                  <a:pt x="1298" y="1228"/>
                </a:lnTo>
                <a:lnTo>
                  <a:pt x="1299" y="1228"/>
                </a:lnTo>
                <a:lnTo>
                  <a:pt x="1300" y="1228"/>
                </a:lnTo>
                <a:lnTo>
                  <a:pt x="1301" y="1229"/>
                </a:lnTo>
                <a:lnTo>
                  <a:pt x="1302" y="1230"/>
                </a:lnTo>
                <a:lnTo>
                  <a:pt x="1301" y="1231"/>
                </a:lnTo>
                <a:lnTo>
                  <a:pt x="1301" y="1233"/>
                </a:lnTo>
                <a:lnTo>
                  <a:pt x="1301" y="1234"/>
                </a:lnTo>
                <a:lnTo>
                  <a:pt x="1300" y="1235"/>
                </a:lnTo>
                <a:lnTo>
                  <a:pt x="1300" y="1236"/>
                </a:lnTo>
                <a:lnTo>
                  <a:pt x="1299" y="1236"/>
                </a:lnTo>
                <a:lnTo>
                  <a:pt x="1300" y="1237"/>
                </a:lnTo>
                <a:lnTo>
                  <a:pt x="1300" y="1238"/>
                </a:lnTo>
                <a:lnTo>
                  <a:pt x="1299" y="1239"/>
                </a:lnTo>
                <a:lnTo>
                  <a:pt x="1299" y="1240"/>
                </a:lnTo>
                <a:lnTo>
                  <a:pt x="1298" y="1241"/>
                </a:lnTo>
                <a:lnTo>
                  <a:pt x="1299" y="1241"/>
                </a:lnTo>
                <a:lnTo>
                  <a:pt x="1300" y="1242"/>
                </a:lnTo>
                <a:lnTo>
                  <a:pt x="1300" y="1243"/>
                </a:lnTo>
                <a:lnTo>
                  <a:pt x="1300" y="1244"/>
                </a:lnTo>
                <a:lnTo>
                  <a:pt x="1301" y="1245"/>
                </a:lnTo>
                <a:lnTo>
                  <a:pt x="1301" y="1246"/>
                </a:lnTo>
                <a:lnTo>
                  <a:pt x="1302" y="1246"/>
                </a:lnTo>
                <a:lnTo>
                  <a:pt x="1303" y="1247"/>
                </a:lnTo>
                <a:lnTo>
                  <a:pt x="1303" y="1248"/>
                </a:lnTo>
                <a:lnTo>
                  <a:pt x="1304" y="1249"/>
                </a:lnTo>
                <a:lnTo>
                  <a:pt x="1304" y="1250"/>
                </a:lnTo>
                <a:lnTo>
                  <a:pt x="1304" y="1251"/>
                </a:lnTo>
                <a:lnTo>
                  <a:pt x="1304" y="1252"/>
                </a:lnTo>
                <a:lnTo>
                  <a:pt x="1305" y="1253"/>
                </a:lnTo>
                <a:lnTo>
                  <a:pt x="1306" y="1253"/>
                </a:lnTo>
                <a:lnTo>
                  <a:pt x="1307" y="1253"/>
                </a:lnTo>
                <a:lnTo>
                  <a:pt x="1308" y="1252"/>
                </a:lnTo>
                <a:lnTo>
                  <a:pt x="1309" y="1252"/>
                </a:lnTo>
                <a:lnTo>
                  <a:pt x="1310" y="1253"/>
                </a:lnTo>
                <a:lnTo>
                  <a:pt x="1310" y="1254"/>
                </a:lnTo>
                <a:lnTo>
                  <a:pt x="1311" y="1255"/>
                </a:lnTo>
                <a:lnTo>
                  <a:pt x="1312" y="1255"/>
                </a:lnTo>
                <a:lnTo>
                  <a:pt x="1312" y="1256"/>
                </a:lnTo>
                <a:lnTo>
                  <a:pt x="1313" y="1256"/>
                </a:lnTo>
                <a:lnTo>
                  <a:pt x="1314" y="1256"/>
                </a:lnTo>
                <a:lnTo>
                  <a:pt x="1315" y="1255"/>
                </a:lnTo>
                <a:lnTo>
                  <a:pt x="1317" y="1255"/>
                </a:lnTo>
                <a:lnTo>
                  <a:pt x="1318" y="1256"/>
                </a:lnTo>
                <a:lnTo>
                  <a:pt x="1320" y="1257"/>
                </a:lnTo>
                <a:lnTo>
                  <a:pt x="1320" y="1258"/>
                </a:lnTo>
                <a:lnTo>
                  <a:pt x="1322" y="1258"/>
                </a:lnTo>
                <a:lnTo>
                  <a:pt x="1323" y="1258"/>
                </a:lnTo>
                <a:lnTo>
                  <a:pt x="1324" y="1259"/>
                </a:lnTo>
                <a:lnTo>
                  <a:pt x="1324" y="1260"/>
                </a:lnTo>
                <a:lnTo>
                  <a:pt x="1324" y="1261"/>
                </a:lnTo>
                <a:lnTo>
                  <a:pt x="1325" y="1261"/>
                </a:lnTo>
                <a:lnTo>
                  <a:pt x="1326" y="1261"/>
                </a:lnTo>
                <a:lnTo>
                  <a:pt x="1326" y="1262"/>
                </a:lnTo>
                <a:lnTo>
                  <a:pt x="1327" y="1262"/>
                </a:lnTo>
                <a:lnTo>
                  <a:pt x="1329" y="1262"/>
                </a:lnTo>
                <a:lnTo>
                  <a:pt x="1330" y="1263"/>
                </a:lnTo>
                <a:lnTo>
                  <a:pt x="1331" y="1263"/>
                </a:lnTo>
                <a:lnTo>
                  <a:pt x="1331" y="1264"/>
                </a:lnTo>
                <a:lnTo>
                  <a:pt x="1332" y="1264"/>
                </a:lnTo>
                <a:lnTo>
                  <a:pt x="1333" y="1265"/>
                </a:lnTo>
                <a:lnTo>
                  <a:pt x="1334" y="1266"/>
                </a:lnTo>
                <a:lnTo>
                  <a:pt x="1335" y="1266"/>
                </a:lnTo>
                <a:lnTo>
                  <a:pt x="1336" y="1267"/>
                </a:lnTo>
                <a:lnTo>
                  <a:pt x="1337" y="1267"/>
                </a:lnTo>
                <a:lnTo>
                  <a:pt x="1338" y="1267"/>
                </a:lnTo>
                <a:lnTo>
                  <a:pt x="1338" y="1268"/>
                </a:lnTo>
                <a:lnTo>
                  <a:pt x="1337" y="1268"/>
                </a:lnTo>
                <a:lnTo>
                  <a:pt x="1336" y="1268"/>
                </a:lnTo>
                <a:lnTo>
                  <a:pt x="1337" y="1269"/>
                </a:lnTo>
                <a:lnTo>
                  <a:pt x="1336" y="1270"/>
                </a:lnTo>
                <a:lnTo>
                  <a:pt x="1335" y="1270"/>
                </a:lnTo>
                <a:lnTo>
                  <a:pt x="1334" y="1271"/>
                </a:lnTo>
                <a:lnTo>
                  <a:pt x="1333" y="1271"/>
                </a:lnTo>
                <a:lnTo>
                  <a:pt x="1332" y="1271"/>
                </a:lnTo>
                <a:lnTo>
                  <a:pt x="1331" y="1271"/>
                </a:lnTo>
                <a:lnTo>
                  <a:pt x="1329" y="1274"/>
                </a:lnTo>
                <a:lnTo>
                  <a:pt x="1328" y="1275"/>
                </a:lnTo>
                <a:lnTo>
                  <a:pt x="1328" y="1276"/>
                </a:lnTo>
                <a:lnTo>
                  <a:pt x="1328" y="1277"/>
                </a:lnTo>
                <a:lnTo>
                  <a:pt x="1326" y="1276"/>
                </a:lnTo>
                <a:lnTo>
                  <a:pt x="1325" y="1276"/>
                </a:lnTo>
                <a:lnTo>
                  <a:pt x="1324" y="1276"/>
                </a:lnTo>
                <a:lnTo>
                  <a:pt x="1324" y="1277"/>
                </a:lnTo>
                <a:lnTo>
                  <a:pt x="1323" y="1277"/>
                </a:lnTo>
                <a:lnTo>
                  <a:pt x="1323" y="1278"/>
                </a:lnTo>
                <a:lnTo>
                  <a:pt x="1324" y="1279"/>
                </a:lnTo>
                <a:lnTo>
                  <a:pt x="1324" y="1280"/>
                </a:lnTo>
                <a:lnTo>
                  <a:pt x="1323" y="1280"/>
                </a:lnTo>
                <a:lnTo>
                  <a:pt x="1322" y="1280"/>
                </a:lnTo>
                <a:lnTo>
                  <a:pt x="1321" y="1280"/>
                </a:lnTo>
                <a:lnTo>
                  <a:pt x="1319" y="1280"/>
                </a:lnTo>
                <a:lnTo>
                  <a:pt x="1318" y="1280"/>
                </a:lnTo>
                <a:lnTo>
                  <a:pt x="1318" y="1279"/>
                </a:lnTo>
                <a:lnTo>
                  <a:pt x="1317" y="1279"/>
                </a:lnTo>
                <a:lnTo>
                  <a:pt x="1316" y="1279"/>
                </a:lnTo>
                <a:lnTo>
                  <a:pt x="1314" y="1280"/>
                </a:lnTo>
                <a:lnTo>
                  <a:pt x="1313" y="1281"/>
                </a:lnTo>
                <a:lnTo>
                  <a:pt x="1314" y="1282"/>
                </a:lnTo>
                <a:lnTo>
                  <a:pt x="1313" y="1284"/>
                </a:lnTo>
                <a:lnTo>
                  <a:pt x="1313" y="1286"/>
                </a:lnTo>
                <a:lnTo>
                  <a:pt x="1313" y="1287"/>
                </a:lnTo>
                <a:lnTo>
                  <a:pt x="1312" y="1288"/>
                </a:lnTo>
                <a:lnTo>
                  <a:pt x="1312" y="1289"/>
                </a:lnTo>
                <a:lnTo>
                  <a:pt x="1311" y="1289"/>
                </a:lnTo>
                <a:lnTo>
                  <a:pt x="1311" y="1290"/>
                </a:lnTo>
                <a:lnTo>
                  <a:pt x="1311" y="1291"/>
                </a:lnTo>
                <a:lnTo>
                  <a:pt x="1310" y="1291"/>
                </a:lnTo>
                <a:lnTo>
                  <a:pt x="1311" y="1293"/>
                </a:lnTo>
                <a:lnTo>
                  <a:pt x="1311" y="1294"/>
                </a:lnTo>
                <a:lnTo>
                  <a:pt x="1311" y="1295"/>
                </a:lnTo>
                <a:lnTo>
                  <a:pt x="1310" y="1296"/>
                </a:lnTo>
                <a:lnTo>
                  <a:pt x="1309" y="1297"/>
                </a:lnTo>
                <a:lnTo>
                  <a:pt x="1308" y="1298"/>
                </a:lnTo>
                <a:lnTo>
                  <a:pt x="1307" y="1300"/>
                </a:lnTo>
                <a:lnTo>
                  <a:pt x="1305" y="1301"/>
                </a:lnTo>
                <a:lnTo>
                  <a:pt x="1305" y="1302"/>
                </a:lnTo>
                <a:lnTo>
                  <a:pt x="1305" y="1303"/>
                </a:lnTo>
                <a:lnTo>
                  <a:pt x="1305" y="1304"/>
                </a:lnTo>
                <a:lnTo>
                  <a:pt x="1304" y="1304"/>
                </a:lnTo>
                <a:lnTo>
                  <a:pt x="1303" y="1304"/>
                </a:lnTo>
                <a:lnTo>
                  <a:pt x="1301" y="1305"/>
                </a:lnTo>
                <a:lnTo>
                  <a:pt x="1300" y="1306"/>
                </a:lnTo>
                <a:lnTo>
                  <a:pt x="1300" y="1307"/>
                </a:lnTo>
                <a:lnTo>
                  <a:pt x="1299" y="1307"/>
                </a:lnTo>
                <a:lnTo>
                  <a:pt x="1298" y="1306"/>
                </a:lnTo>
                <a:lnTo>
                  <a:pt x="1297" y="1306"/>
                </a:lnTo>
                <a:lnTo>
                  <a:pt x="1296" y="1307"/>
                </a:lnTo>
                <a:lnTo>
                  <a:pt x="1296" y="1309"/>
                </a:lnTo>
                <a:lnTo>
                  <a:pt x="1295" y="1309"/>
                </a:lnTo>
                <a:lnTo>
                  <a:pt x="1295" y="1310"/>
                </a:lnTo>
                <a:lnTo>
                  <a:pt x="1294" y="1310"/>
                </a:lnTo>
                <a:lnTo>
                  <a:pt x="1294" y="1311"/>
                </a:lnTo>
                <a:lnTo>
                  <a:pt x="1293" y="1313"/>
                </a:lnTo>
                <a:lnTo>
                  <a:pt x="1292" y="1313"/>
                </a:lnTo>
                <a:lnTo>
                  <a:pt x="1291" y="1313"/>
                </a:lnTo>
                <a:lnTo>
                  <a:pt x="1289" y="1314"/>
                </a:lnTo>
                <a:lnTo>
                  <a:pt x="1289" y="1315"/>
                </a:lnTo>
                <a:lnTo>
                  <a:pt x="1289" y="1316"/>
                </a:lnTo>
                <a:lnTo>
                  <a:pt x="1289" y="1317"/>
                </a:lnTo>
                <a:lnTo>
                  <a:pt x="1288" y="1318"/>
                </a:lnTo>
                <a:lnTo>
                  <a:pt x="1289" y="1319"/>
                </a:lnTo>
                <a:lnTo>
                  <a:pt x="1290" y="1319"/>
                </a:lnTo>
                <a:lnTo>
                  <a:pt x="1290" y="1320"/>
                </a:lnTo>
                <a:lnTo>
                  <a:pt x="1290" y="1321"/>
                </a:lnTo>
                <a:lnTo>
                  <a:pt x="1290" y="1322"/>
                </a:lnTo>
                <a:lnTo>
                  <a:pt x="1289" y="1322"/>
                </a:lnTo>
                <a:lnTo>
                  <a:pt x="1289" y="1323"/>
                </a:lnTo>
                <a:lnTo>
                  <a:pt x="1289" y="1325"/>
                </a:lnTo>
                <a:lnTo>
                  <a:pt x="1288" y="1325"/>
                </a:lnTo>
                <a:lnTo>
                  <a:pt x="1288" y="1326"/>
                </a:lnTo>
                <a:lnTo>
                  <a:pt x="1288" y="1327"/>
                </a:lnTo>
                <a:lnTo>
                  <a:pt x="1289" y="1327"/>
                </a:lnTo>
                <a:lnTo>
                  <a:pt x="1290" y="1328"/>
                </a:lnTo>
                <a:lnTo>
                  <a:pt x="1291" y="1329"/>
                </a:lnTo>
                <a:lnTo>
                  <a:pt x="1292" y="1329"/>
                </a:lnTo>
                <a:lnTo>
                  <a:pt x="1293" y="1329"/>
                </a:lnTo>
                <a:lnTo>
                  <a:pt x="1294" y="1333"/>
                </a:lnTo>
                <a:lnTo>
                  <a:pt x="1294" y="1335"/>
                </a:lnTo>
                <a:lnTo>
                  <a:pt x="1295" y="1335"/>
                </a:lnTo>
                <a:lnTo>
                  <a:pt x="1295" y="1336"/>
                </a:lnTo>
                <a:lnTo>
                  <a:pt x="1296" y="1337"/>
                </a:lnTo>
                <a:lnTo>
                  <a:pt x="1296" y="1338"/>
                </a:lnTo>
                <a:lnTo>
                  <a:pt x="1296" y="1339"/>
                </a:lnTo>
                <a:lnTo>
                  <a:pt x="1295" y="1339"/>
                </a:lnTo>
                <a:lnTo>
                  <a:pt x="1295" y="1340"/>
                </a:lnTo>
                <a:lnTo>
                  <a:pt x="1296" y="1341"/>
                </a:lnTo>
                <a:lnTo>
                  <a:pt x="1296" y="1342"/>
                </a:lnTo>
                <a:lnTo>
                  <a:pt x="1295" y="1343"/>
                </a:lnTo>
                <a:lnTo>
                  <a:pt x="1294" y="1343"/>
                </a:lnTo>
                <a:lnTo>
                  <a:pt x="1294" y="1342"/>
                </a:lnTo>
                <a:lnTo>
                  <a:pt x="1293" y="1343"/>
                </a:lnTo>
                <a:lnTo>
                  <a:pt x="1292" y="1344"/>
                </a:lnTo>
                <a:lnTo>
                  <a:pt x="1289" y="1344"/>
                </a:lnTo>
                <a:lnTo>
                  <a:pt x="1288" y="1344"/>
                </a:lnTo>
                <a:lnTo>
                  <a:pt x="1289" y="1346"/>
                </a:lnTo>
                <a:lnTo>
                  <a:pt x="1289" y="1347"/>
                </a:lnTo>
                <a:lnTo>
                  <a:pt x="1291" y="1349"/>
                </a:lnTo>
                <a:lnTo>
                  <a:pt x="1292" y="1350"/>
                </a:lnTo>
                <a:lnTo>
                  <a:pt x="1292" y="1351"/>
                </a:lnTo>
                <a:lnTo>
                  <a:pt x="1291" y="1351"/>
                </a:lnTo>
                <a:lnTo>
                  <a:pt x="1290" y="1352"/>
                </a:lnTo>
                <a:lnTo>
                  <a:pt x="1289" y="1353"/>
                </a:lnTo>
                <a:lnTo>
                  <a:pt x="1286" y="1353"/>
                </a:lnTo>
                <a:lnTo>
                  <a:pt x="1285" y="1352"/>
                </a:lnTo>
                <a:lnTo>
                  <a:pt x="1284" y="1352"/>
                </a:lnTo>
                <a:lnTo>
                  <a:pt x="1283" y="1353"/>
                </a:lnTo>
                <a:lnTo>
                  <a:pt x="1282" y="1353"/>
                </a:lnTo>
                <a:lnTo>
                  <a:pt x="1282" y="1354"/>
                </a:lnTo>
                <a:lnTo>
                  <a:pt x="1281" y="1354"/>
                </a:lnTo>
                <a:lnTo>
                  <a:pt x="1281" y="1353"/>
                </a:lnTo>
                <a:lnTo>
                  <a:pt x="1280" y="1353"/>
                </a:lnTo>
                <a:lnTo>
                  <a:pt x="1278" y="1352"/>
                </a:lnTo>
                <a:lnTo>
                  <a:pt x="1277" y="1353"/>
                </a:lnTo>
                <a:lnTo>
                  <a:pt x="1276" y="1353"/>
                </a:lnTo>
                <a:lnTo>
                  <a:pt x="1275" y="1353"/>
                </a:lnTo>
                <a:lnTo>
                  <a:pt x="1274" y="1353"/>
                </a:lnTo>
                <a:lnTo>
                  <a:pt x="1274" y="1354"/>
                </a:lnTo>
                <a:lnTo>
                  <a:pt x="1273" y="1354"/>
                </a:lnTo>
                <a:lnTo>
                  <a:pt x="1273" y="1355"/>
                </a:lnTo>
                <a:lnTo>
                  <a:pt x="1272" y="1355"/>
                </a:lnTo>
                <a:lnTo>
                  <a:pt x="1272" y="1356"/>
                </a:lnTo>
                <a:lnTo>
                  <a:pt x="1271" y="1356"/>
                </a:lnTo>
                <a:lnTo>
                  <a:pt x="1270" y="1355"/>
                </a:lnTo>
                <a:lnTo>
                  <a:pt x="1270" y="1356"/>
                </a:lnTo>
                <a:lnTo>
                  <a:pt x="1269" y="1356"/>
                </a:lnTo>
                <a:lnTo>
                  <a:pt x="1268" y="1356"/>
                </a:lnTo>
                <a:lnTo>
                  <a:pt x="1267" y="1356"/>
                </a:lnTo>
                <a:lnTo>
                  <a:pt x="1266" y="1356"/>
                </a:lnTo>
                <a:lnTo>
                  <a:pt x="1265" y="1357"/>
                </a:lnTo>
                <a:lnTo>
                  <a:pt x="1264" y="1358"/>
                </a:lnTo>
                <a:lnTo>
                  <a:pt x="1264" y="1359"/>
                </a:lnTo>
                <a:lnTo>
                  <a:pt x="1264" y="1360"/>
                </a:lnTo>
                <a:lnTo>
                  <a:pt x="1265" y="1362"/>
                </a:lnTo>
                <a:lnTo>
                  <a:pt x="1264" y="1362"/>
                </a:lnTo>
                <a:lnTo>
                  <a:pt x="1264" y="1363"/>
                </a:lnTo>
                <a:lnTo>
                  <a:pt x="1263" y="1363"/>
                </a:lnTo>
                <a:lnTo>
                  <a:pt x="1263" y="1364"/>
                </a:lnTo>
                <a:lnTo>
                  <a:pt x="1263" y="1365"/>
                </a:lnTo>
                <a:lnTo>
                  <a:pt x="1263" y="1366"/>
                </a:lnTo>
                <a:lnTo>
                  <a:pt x="1262" y="1366"/>
                </a:lnTo>
                <a:lnTo>
                  <a:pt x="1261" y="1368"/>
                </a:lnTo>
                <a:lnTo>
                  <a:pt x="1261" y="1369"/>
                </a:lnTo>
                <a:lnTo>
                  <a:pt x="1262" y="1370"/>
                </a:lnTo>
                <a:lnTo>
                  <a:pt x="1263" y="1370"/>
                </a:lnTo>
                <a:lnTo>
                  <a:pt x="1264" y="1370"/>
                </a:lnTo>
                <a:lnTo>
                  <a:pt x="1265" y="1370"/>
                </a:lnTo>
                <a:lnTo>
                  <a:pt x="1266" y="1371"/>
                </a:lnTo>
                <a:lnTo>
                  <a:pt x="1266" y="1372"/>
                </a:lnTo>
                <a:lnTo>
                  <a:pt x="1265" y="1373"/>
                </a:lnTo>
                <a:lnTo>
                  <a:pt x="1265" y="1374"/>
                </a:lnTo>
                <a:lnTo>
                  <a:pt x="1266" y="1374"/>
                </a:lnTo>
                <a:lnTo>
                  <a:pt x="1267" y="1374"/>
                </a:lnTo>
                <a:lnTo>
                  <a:pt x="1267" y="1375"/>
                </a:lnTo>
                <a:lnTo>
                  <a:pt x="1267" y="1376"/>
                </a:lnTo>
                <a:lnTo>
                  <a:pt x="1266" y="1376"/>
                </a:lnTo>
                <a:lnTo>
                  <a:pt x="1266" y="1377"/>
                </a:lnTo>
                <a:lnTo>
                  <a:pt x="1267" y="1378"/>
                </a:lnTo>
                <a:lnTo>
                  <a:pt x="1268" y="1379"/>
                </a:lnTo>
                <a:lnTo>
                  <a:pt x="1267" y="1381"/>
                </a:lnTo>
                <a:lnTo>
                  <a:pt x="1268" y="1382"/>
                </a:lnTo>
                <a:lnTo>
                  <a:pt x="1267" y="1383"/>
                </a:lnTo>
                <a:lnTo>
                  <a:pt x="1266" y="1383"/>
                </a:lnTo>
                <a:lnTo>
                  <a:pt x="1265" y="1383"/>
                </a:lnTo>
                <a:lnTo>
                  <a:pt x="1265" y="1387"/>
                </a:lnTo>
                <a:lnTo>
                  <a:pt x="1265" y="1389"/>
                </a:lnTo>
                <a:lnTo>
                  <a:pt x="1265" y="1390"/>
                </a:lnTo>
                <a:lnTo>
                  <a:pt x="1266" y="1390"/>
                </a:lnTo>
                <a:lnTo>
                  <a:pt x="1266" y="1391"/>
                </a:lnTo>
                <a:lnTo>
                  <a:pt x="1266" y="1392"/>
                </a:lnTo>
                <a:lnTo>
                  <a:pt x="1266" y="1393"/>
                </a:lnTo>
                <a:lnTo>
                  <a:pt x="1267" y="1395"/>
                </a:lnTo>
                <a:lnTo>
                  <a:pt x="1267" y="1396"/>
                </a:lnTo>
                <a:lnTo>
                  <a:pt x="1268" y="1397"/>
                </a:lnTo>
                <a:lnTo>
                  <a:pt x="1269" y="1401"/>
                </a:lnTo>
                <a:lnTo>
                  <a:pt x="1270" y="1402"/>
                </a:lnTo>
                <a:lnTo>
                  <a:pt x="1270" y="1403"/>
                </a:lnTo>
                <a:lnTo>
                  <a:pt x="1271" y="1403"/>
                </a:lnTo>
                <a:lnTo>
                  <a:pt x="1271" y="1404"/>
                </a:lnTo>
                <a:lnTo>
                  <a:pt x="1271" y="1405"/>
                </a:lnTo>
                <a:lnTo>
                  <a:pt x="1272" y="1406"/>
                </a:lnTo>
                <a:lnTo>
                  <a:pt x="1272" y="1407"/>
                </a:lnTo>
                <a:lnTo>
                  <a:pt x="1271" y="1408"/>
                </a:lnTo>
                <a:lnTo>
                  <a:pt x="1271" y="1409"/>
                </a:lnTo>
                <a:lnTo>
                  <a:pt x="1273" y="1410"/>
                </a:lnTo>
                <a:lnTo>
                  <a:pt x="1273" y="1411"/>
                </a:lnTo>
                <a:lnTo>
                  <a:pt x="1275" y="1412"/>
                </a:lnTo>
                <a:lnTo>
                  <a:pt x="1276" y="1415"/>
                </a:lnTo>
                <a:lnTo>
                  <a:pt x="1277" y="1415"/>
                </a:lnTo>
                <a:lnTo>
                  <a:pt x="1278" y="1416"/>
                </a:lnTo>
                <a:lnTo>
                  <a:pt x="1278" y="1417"/>
                </a:lnTo>
                <a:lnTo>
                  <a:pt x="1279" y="1417"/>
                </a:lnTo>
                <a:lnTo>
                  <a:pt x="1280" y="1417"/>
                </a:lnTo>
                <a:lnTo>
                  <a:pt x="1280" y="1418"/>
                </a:lnTo>
                <a:lnTo>
                  <a:pt x="1280" y="1420"/>
                </a:lnTo>
                <a:lnTo>
                  <a:pt x="1281" y="1420"/>
                </a:lnTo>
                <a:lnTo>
                  <a:pt x="1282" y="1420"/>
                </a:lnTo>
                <a:lnTo>
                  <a:pt x="1282" y="1421"/>
                </a:lnTo>
                <a:lnTo>
                  <a:pt x="1283" y="1421"/>
                </a:lnTo>
                <a:lnTo>
                  <a:pt x="1284" y="1421"/>
                </a:lnTo>
                <a:lnTo>
                  <a:pt x="1285" y="1421"/>
                </a:lnTo>
                <a:lnTo>
                  <a:pt x="1286" y="1422"/>
                </a:lnTo>
                <a:lnTo>
                  <a:pt x="1286" y="1423"/>
                </a:lnTo>
                <a:lnTo>
                  <a:pt x="1286" y="1424"/>
                </a:lnTo>
                <a:lnTo>
                  <a:pt x="1287" y="1424"/>
                </a:lnTo>
                <a:lnTo>
                  <a:pt x="1288" y="1423"/>
                </a:lnTo>
                <a:lnTo>
                  <a:pt x="1289" y="1424"/>
                </a:lnTo>
                <a:lnTo>
                  <a:pt x="1289" y="1425"/>
                </a:lnTo>
                <a:lnTo>
                  <a:pt x="1290" y="1426"/>
                </a:lnTo>
                <a:lnTo>
                  <a:pt x="1290" y="1427"/>
                </a:lnTo>
                <a:lnTo>
                  <a:pt x="1291" y="1427"/>
                </a:lnTo>
                <a:lnTo>
                  <a:pt x="1291" y="1428"/>
                </a:lnTo>
                <a:lnTo>
                  <a:pt x="1293" y="1427"/>
                </a:lnTo>
                <a:lnTo>
                  <a:pt x="1294" y="1428"/>
                </a:lnTo>
                <a:lnTo>
                  <a:pt x="1295" y="1428"/>
                </a:lnTo>
                <a:lnTo>
                  <a:pt x="1296" y="1429"/>
                </a:lnTo>
                <a:lnTo>
                  <a:pt x="1297" y="1429"/>
                </a:lnTo>
                <a:lnTo>
                  <a:pt x="1297" y="1430"/>
                </a:lnTo>
                <a:lnTo>
                  <a:pt x="1298" y="1429"/>
                </a:lnTo>
                <a:lnTo>
                  <a:pt x="1299" y="1429"/>
                </a:lnTo>
                <a:lnTo>
                  <a:pt x="1300" y="1429"/>
                </a:lnTo>
                <a:lnTo>
                  <a:pt x="1301" y="1430"/>
                </a:lnTo>
                <a:lnTo>
                  <a:pt x="1301" y="1433"/>
                </a:lnTo>
                <a:lnTo>
                  <a:pt x="1301" y="1434"/>
                </a:lnTo>
                <a:lnTo>
                  <a:pt x="1302" y="1435"/>
                </a:lnTo>
                <a:lnTo>
                  <a:pt x="1302" y="1436"/>
                </a:lnTo>
                <a:lnTo>
                  <a:pt x="1303" y="1436"/>
                </a:lnTo>
                <a:lnTo>
                  <a:pt x="1303" y="1437"/>
                </a:lnTo>
                <a:lnTo>
                  <a:pt x="1304" y="1438"/>
                </a:lnTo>
                <a:lnTo>
                  <a:pt x="1304" y="1437"/>
                </a:lnTo>
                <a:lnTo>
                  <a:pt x="1305" y="1437"/>
                </a:lnTo>
                <a:lnTo>
                  <a:pt x="1305" y="1438"/>
                </a:lnTo>
                <a:lnTo>
                  <a:pt x="1306" y="1439"/>
                </a:lnTo>
                <a:lnTo>
                  <a:pt x="1308" y="1441"/>
                </a:lnTo>
                <a:lnTo>
                  <a:pt x="1309" y="1441"/>
                </a:lnTo>
                <a:lnTo>
                  <a:pt x="1309" y="1442"/>
                </a:lnTo>
                <a:lnTo>
                  <a:pt x="1309" y="1443"/>
                </a:lnTo>
                <a:lnTo>
                  <a:pt x="1310" y="1443"/>
                </a:lnTo>
                <a:lnTo>
                  <a:pt x="1311" y="1444"/>
                </a:lnTo>
                <a:lnTo>
                  <a:pt x="1312" y="1444"/>
                </a:lnTo>
                <a:lnTo>
                  <a:pt x="1314" y="1445"/>
                </a:lnTo>
                <a:lnTo>
                  <a:pt x="1315" y="1445"/>
                </a:lnTo>
                <a:lnTo>
                  <a:pt x="1315" y="1447"/>
                </a:lnTo>
                <a:lnTo>
                  <a:pt x="1318" y="1448"/>
                </a:lnTo>
                <a:lnTo>
                  <a:pt x="1319" y="1448"/>
                </a:lnTo>
                <a:lnTo>
                  <a:pt x="1320" y="1449"/>
                </a:lnTo>
                <a:lnTo>
                  <a:pt x="1319" y="1449"/>
                </a:lnTo>
                <a:lnTo>
                  <a:pt x="1318" y="1450"/>
                </a:lnTo>
                <a:lnTo>
                  <a:pt x="1315" y="1449"/>
                </a:lnTo>
                <a:lnTo>
                  <a:pt x="1314" y="1449"/>
                </a:lnTo>
                <a:lnTo>
                  <a:pt x="1313" y="1449"/>
                </a:lnTo>
                <a:lnTo>
                  <a:pt x="1313" y="1448"/>
                </a:lnTo>
                <a:lnTo>
                  <a:pt x="1312" y="1448"/>
                </a:lnTo>
                <a:lnTo>
                  <a:pt x="1310" y="1450"/>
                </a:lnTo>
                <a:lnTo>
                  <a:pt x="1309" y="1450"/>
                </a:lnTo>
                <a:lnTo>
                  <a:pt x="1307" y="1449"/>
                </a:lnTo>
                <a:lnTo>
                  <a:pt x="1306" y="1449"/>
                </a:lnTo>
                <a:lnTo>
                  <a:pt x="1305" y="1449"/>
                </a:lnTo>
                <a:lnTo>
                  <a:pt x="1304" y="1448"/>
                </a:lnTo>
                <a:lnTo>
                  <a:pt x="1303" y="1448"/>
                </a:lnTo>
                <a:lnTo>
                  <a:pt x="1302" y="1449"/>
                </a:lnTo>
                <a:lnTo>
                  <a:pt x="1301" y="1449"/>
                </a:lnTo>
                <a:lnTo>
                  <a:pt x="1301" y="1448"/>
                </a:lnTo>
                <a:lnTo>
                  <a:pt x="1300" y="1448"/>
                </a:lnTo>
                <a:lnTo>
                  <a:pt x="1299" y="1448"/>
                </a:lnTo>
                <a:lnTo>
                  <a:pt x="1298" y="1448"/>
                </a:lnTo>
                <a:lnTo>
                  <a:pt x="1297" y="1447"/>
                </a:lnTo>
                <a:lnTo>
                  <a:pt x="1297" y="1446"/>
                </a:lnTo>
                <a:lnTo>
                  <a:pt x="1296" y="1447"/>
                </a:lnTo>
                <a:lnTo>
                  <a:pt x="1296" y="1448"/>
                </a:lnTo>
                <a:lnTo>
                  <a:pt x="1295" y="1448"/>
                </a:lnTo>
                <a:lnTo>
                  <a:pt x="1293" y="1447"/>
                </a:lnTo>
                <a:lnTo>
                  <a:pt x="1291" y="1446"/>
                </a:lnTo>
                <a:lnTo>
                  <a:pt x="1290" y="1446"/>
                </a:lnTo>
                <a:lnTo>
                  <a:pt x="1290" y="1445"/>
                </a:lnTo>
                <a:lnTo>
                  <a:pt x="1289" y="1445"/>
                </a:lnTo>
                <a:lnTo>
                  <a:pt x="1288" y="1444"/>
                </a:lnTo>
                <a:lnTo>
                  <a:pt x="1287" y="1446"/>
                </a:lnTo>
                <a:lnTo>
                  <a:pt x="1286" y="1447"/>
                </a:lnTo>
                <a:lnTo>
                  <a:pt x="1284" y="1447"/>
                </a:lnTo>
                <a:lnTo>
                  <a:pt x="1283" y="1446"/>
                </a:lnTo>
                <a:lnTo>
                  <a:pt x="1283" y="1445"/>
                </a:lnTo>
                <a:lnTo>
                  <a:pt x="1282" y="1445"/>
                </a:lnTo>
                <a:lnTo>
                  <a:pt x="1281" y="1445"/>
                </a:lnTo>
                <a:lnTo>
                  <a:pt x="1279" y="1444"/>
                </a:lnTo>
                <a:lnTo>
                  <a:pt x="1279" y="1443"/>
                </a:lnTo>
                <a:lnTo>
                  <a:pt x="1278" y="1442"/>
                </a:lnTo>
                <a:lnTo>
                  <a:pt x="1277" y="1442"/>
                </a:lnTo>
                <a:lnTo>
                  <a:pt x="1276" y="1442"/>
                </a:lnTo>
                <a:lnTo>
                  <a:pt x="1277" y="1442"/>
                </a:lnTo>
                <a:lnTo>
                  <a:pt x="1277" y="1441"/>
                </a:lnTo>
                <a:lnTo>
                  <a:pt x="1276" y="1441"/>
                </a:lnTo>
                <a:lnTo>
                  <a:pt x="1276" y="1440"/>
                </a:lnTo>
                <a:lnTo>
                  <a:pt x="1275" y="1440"/>
                </a:lnTo>
                <a:lnTo>
                  <a:pt x="1275" y="1439"/>
                </a:lnTo>
                <a:lnTo>
                  <a:pt x="1275" y="1437"/>
                </a:lnTo>
                <a:lnTo>
                  <a:pt x="1274" y="1435"/>
                </a:lnTo>
                <a:lnTo>
                  <a:pt x="1273" y="1433"/>
                </a:lnTo>
                <a:lnTo>
                  <a:pt x="1272" y="1433"/>
                </a:lnTo>
                <a:lnTo>
                  <a:pt x="1271" y="1433"/>
                </a:lnTo>
                <a:lnTo>
                  <a:pt x="1270" y="1434"/>
                </a:lnTo>
                <a:lnTo>
                  <a:pt x="1269" y="1434"/>
                </a:lnTo>
                <a:lnTo>
                  <a:pt x="1268" y="1434"/>
                </a:lnTo>
                <a:lnTo>
                  <a:pt x="1268" y="1435"/>
                </a:lnTo>
                <a:lnTo>
                  <a:pt x="1267" y="1435"/>
                </a:lnTo>
                <a:lnTo>
                  <a:pt x="1266" y="1436"/>
                </a:lnTo>
                <a:lnTo>
                  <a:pt x="1266" y="1437"/>
                </a:lnTo>
                <a:lnTo>
                  <a:pt x="1265" y="1438"/>
                </a:lnTo>
                <a:lnTo>
                  <a:pt x="1264" y="1438"/>
                </a:lnTo>
                <a:lnTo>
                  <a:pt x="1263" y="1439"/>
                </a:lnTo>
                <a:lnTo>
                  <a:pt x="1263" y="1440"/>
                </a:lnTo>
                <a:lnTo>
                  <a:pt x="1262" y="1440"/>
                </a:lnTo>
                <a:lnTo>
                  <a:pt x="1260" y="1440"/>
                </a:lnTo>
                <a:lnTo>
                  <a:pt x="1259" y="1440"/>
                </a:lnTo>
                <a:lnTo>
                  <a:pt x="1259" y="1439"/>
                </a:lnTo>
                <a:lnTo>
                  <a:pt x="1258" y="1439"/>
                </a:lnTo>
                <a:lnTo>
                  <a:pt x="1258" y="1438"/>
                </a:lnTo>
                <a:lnTo>
                  <a:pt x="1258" y="1437"/>
                </a:lnTo>
                <a:lnTo>
                  <a:pt x="1257" y="1437"/>
                </a:lnTo>
                <a:lnTo>
                  <a:pt x="1256" y="1437"/>
                </a:lnTo>
                <a:lnTo>
                  <a:pt x="1255" y="1437"/>
                </a:lnTo>
                <a:lnTo>
                  <a:pt x="1255" y="1438"/>
                </a:lnTo>
                <a:lnTo>
                  <a:pt x="1253" y="1440"/>
                </a:lnTo>
                <a:lnTo>
                  <a:pt x="1253" y="1441"/>
                </a:lnTo>
                <a:lnTo>
                  <a:pt x="1252" y="1442"/>
                </a:lnTo>
                <a:lnTo>
                  <a:pt x="1253" y="1443"/>
                </a:lnTo>
                <a:lnTo>
                  <a:pt x="1253" y="1444"/>
                </a:lnTo>
                <a:lnTo>
                  <a:pt x="1253" y="1445"/>
                </a:lnTo>
                <a:lnTo>
                  <a:pt x="1252" y="1445"/>
                </a:lnTo>
                <a:lnTo>
                  <a:pt x="1252" y="1446"/>
                </a:lnTo>
                <a:lnTo>
                  <a:pt x="1253" y="1447"/>
                </a:lnTo>
                <a:lnTo>
                  <a:pt x="1255" y="1447"/>
                </a:lnTo>
                <a:lnTo>
                  <a:pt x="1255" y="1446"/>
                </a:lnTo>
                <a:lnTo>
                  <a:pt x="1257" y="1447"/>
                </a:lnTo>
                <a:lnTo>
                  <a:pt x="1259" y="1448"/>
                </a:lnTo>
                <a:lnTo>
                  <a:pt x="1259" y="1449"/>
                </a:lnTo>
                <a:lnTo>
                  <a:pt x="1260" y="1449"/>
                </a:lnTo>
                <a:lnTo>
                  <a:pt x="1261" y="1450"/>
                </a:lnTo>
                <a:lnTo>
                  <a:pt x="1262" y="1450"/>
                </a:lnTo>
                <a:lnTo>
                  <a:pt x="1261" y="1450"/>
                </a:lnTo>
                <a:lnTo>
                  <a:pt x="1260" y="1451"/>
                </a:lnTo>
                <a:lnTo>
                  <a:pt x="1260" y="1452"/>
                </a:lnTo>
                <a:lnTo>
                  <a:pt x="1260" y="1453"/>
                </a:lnTo>
                <a:lnTo>
                  <a:pt x="1259" y="1453"/>
                </a:lnTo>
                <a:lnTo>
                  <a:pt x="1259" y="1454"/>
                </a:lnTo>
                <a:lnTo>
                  <a:pt x="1258" y="1455"/>
                </a:lnTo>
                <a:lnTo>
                  <a:pt x="1256" y="1456"/>
                </a:lnTo>
                <a:lnTo>
                  <a:pt x="1255" y="1457"/>
                </a:lnTo>
                <a:lnTo>
                  <a:pt x="1254" y="1457"/>
                </a:lnTo>
                <a:lnTo>
                  <a:pt x="1254" y="1459"/>
                </a:lnTo>
                <a:lnTo>
                  <a:pt x="1253" y="1461"/>
                </a:lnTo>
                <a:lnTo>
                  <a:pt x="1253" y="1462"/>
                </a:lnTo>
                <a:lnTo>
                  <a:pt x="1253" y="1463"/>
                </a:lnTo>
                <a:lnTo>
                  <a:pt x="1254" y="1464"/>
                </a:lnTo>
                <a:lnTo>
                  <a:pt x="1255" y="1464"/>
                </a:lnTo>
                <a:lnTo>
                  <a:pt x="1256" y="1463"/>
                </a:lnTo>
                <a:lnTo>
                  <a:pt x="1257" y="1463"/>
                </a:lnTo>
                <a:lnTo>
                  <a:pt x="1257" y="1464"/>
                </a:lnTo>
                <a:lnTo>
                  <a:pt x="1258" y="1464"/>
                </a:lnTo>
                <a:lnTo>
                  <a:pt x="1258" y="1465"/>
                </a:lnTo>
                <a:lnTo>
                  <a:pt x="1259" y="1465"/>
                </a:lnTo>
                <a:lnTo>
                  <a:pt x="1260" y="1465"/>
                </a:lnTo>
                <a:lnTo>
                  <a:pt x="1261" y="1466"/>
                </a:lnTo>
                <a:lnTo>
                  <a:pt x="1261" y="1467"/>
                </a:lnTo>
                <a:lnTo>
                  <a:pt x="1260" y="1467"/>
                </a:lnTo>
                <a:lnTo>
                  <a:pt x="1260" y="1468"/>
                </a:lnTo>
                <a:lnTo>
                  <a:pt x="1261" y="1469"/>
                </a:lnTo>
                <a:lnTo>
                  <a:pt x="1262" y="1470"/>
                </a:lnTo>
                <a:lnTo>
                  <a:pt x="1262" y="1471"/>
                </a:lnTo>
                <a:lnTo>
                  <a:pt x="1262" y="1473"/>
                </a:lnTo>
                <a:lnTo>
                  <a:pt x="1263" y="1475"/>
                </a:lnTo>
                <a:lnTo>
                  <a:pt x="1263" y="1476"/>
                </a:lnTo>
                <a:lnTo>
                  <a:pt x="1264" y="1476"/>
                </a:lnTo>
                <a:lnTo>
                  <a:pt x="1264" y="1477"/>
                </a:lnTo>
                <a:lnTo>
                  <a:pt x="1263" y="1477"/>
                </a:lnTo>
                <a:lnTo>
                  <a:pt x="1263" y="1478"/>
                </a:lnTo>
                <a:lnTo>
                  <a:pt x="1264" y="1478"/>
                </a:lnTo>
                <a:lnTo>
                  <a:pt x="1264" y="1479"/>
                </a:lnTo>
                <a:lnTo>
                  <a:pt x="1264" y="1481"/>
                </a:lnTo>
                <a:lnTo>
                  <a:pt x="1263" y="1481"/>
                </a:lnTo>
                <a:lnTo>
                  <a:pt x="1263" y="1483"/>
                </a:lnTo>
                <a:lnTo>
                  <a:pt x="1263" y="1484"/>
                </a:lnTo>
                <a:lnTo>
                  <a:pt x="1262" y="1485"/>
                </a:lnTo>
                <a:lnTo>
                  <a:pt x="1262" y="1486"/>
                </a:lnTo>
                <a:lnTo>
                  <a:pt x="1263" y="1486"/>
                </a:lnTo>
                <a:lnTo>
                  <a:pt x="1264" y="1487"/>
                </a:lnTo>
                <a:lnTo>
                  <a:pt x="1265" y="1487"/>
                </a:lnTo>
                <a:lnTo>
                  <a:pt x="1264" y="1488"/>
                </a:lnTo>
                <a:lnTo>
                  <a:pt x="1263" y="1488"/>
                </a:lnTo>
                <a:lnTo>
                  <a:pt x="1263" y="1489"/>
                </a:lnTo>
                <a:lnTo>
                  <a:pt x="1263" y="1490"/>
                </a:lnTo>
                <a:lnTo>
                  <a:pt x="1264" y="1491"/>
                </a:lnTo>
                <a:lnTo>
                  <a:pt x="1263" y="1492"/>
                </a:lnTo>
                <a:lnTo>
                  <a:pt x="1263" y="1493"/>
                </a:lnTo>
                <a:lnTo>
                  <a:pt x="1262" y="1493"/>
                </a:lnTo>
                <a:lnTo>
                  <a:pt x="1261" y="1493"/>
                </a:lnTo>
                <a:lnTo>
                  <a:pt x="1260" y="1493"/>
                </a:lnTo>
                <a:lnTo>
                  <a:pt x="1259" y="1493"/>
                </a:lnTo>
                <a:lnTo>
                  <a:pt x="1259" y="1494"/>
                </a:lnTo>
                <a:lnTo>
                  <a:pt x="1259" y="1495"/>
                </a:lnTo>
                <a:lnTo>
                  <a:pt x="1258" y="1495"/>
                </a:lnTo>
                <a:lnTo>
                  <a:pt x="1257" y="1496"/>
                </a:lnTo>
                <a:lnTo>
                  <a:pt x="1256" y="1496"/>
                </a:lnTo>
                <a:lnTo>
                  <a:pt x="1255" y="1497"/>
                </a:lnTo>
                <a:lnTo>
                  <a:pt x="1254" y="1497"/>
                </a:lnTo>
                <a:lnTo>
                  <a:pt x="1253" y="1496"/>
                </a:lnTo>
                <a:lnTo>
                  <a:pt x="1252" y="1495"/>
                </a:lnTo>
                <a:lnTo>
                  <a:pt x="1252" y="1494"/>
                </a:lnTo>
                <a:lnTo>
                  <a:pt x="1251" y="1495"/>
                </a:lnTo>
                <a:lnTo>
                  <a:pt x="1250" y="1495"/>
                </a:lnTo>
                <a:lnTo>
                  <a:pt x="1250" y="1494"/>
                </a:lnTo>
                <a:lnTo>
                  <a:pt x="1250" y="1493"/>
                </a:lnTo>
                <a:lnTo>
                  <a:pt x="1251" y="1493"/>
                </a:lnTo>
                <a:lnTo>
                  <a:pt x="1251" y="1492"/>
                </a:lnTo>
                <a:lnTo>
                  <a:pt x="1251" y="1491"/>
                </a:lnTo>
                <a:lnTo>
                  <a:pt x="1250" y="1491"/>
                </a:lnTo>
                <a:lnTo>
                  <a:pt x="1249" y="1491"/>
                </a:lnTo>
                <a:lnTo>
                  <a:pt x="1249" y="1490"/>
                </a:lnTo>
                <a:lnTo>
                  <a:pt x="1248" y="1490"/>
                </a:lnTo>
                <a:lnTo>
                  <a:pt x="1247" y="1490"/>
                </a:lnTo>
                <a:lnTo>
                  <a:pt x="1246" y="1490"/>
                </a:lnTo>
                <a:lnTo>
                  <a:pt x="1246" y="1491"/>
                </a:lnTo>
                <a:lnTo>
                  <a:pt x="1244" y="1491"/>
                </a:lnTo>
                <a:lnTo>
                  <a:pt x="1243" y="1491"/>
                </a:lnTo>
                <a:lnTo>
                  <a:pt x="1243" y="1492"/>
                </a:lnTo>
                <a:lnTo>
                  <a:pt x="1242" y="1492"/>
                </a:lnTo>
                <a:lnTo>
                  <a:pt x="1242" y="1493"/>
                </a:lnTo>
                <a:lnTo>
                  <a:pt x="1242" y="1494"/>
                </a:lnTo>
                <a:lnTo>
                  <a:pt x="1241" y="1495"/>
                </a:lnTo>
                <a:lnTo>
                  <a:pt x="1241" y="1496"/>
                </a:lnTo>
                <a:lnTo>
                  <a:pt x="1241" y="1497"/>
                </a:lnTo>
                <a:lnTo>
                  <a:pt x="1241" y="1499"/>
                </a:lnTo>
                <a:lnTo>
                  <a:pt x="1240" y="1500"/>
                </a:lnTo>
                <a:lnTo>
                  <a:pt x="1239" y="1501"/>
                </a:lnTo>
                <a:lnTo>
                  <a:pt x="1239" y="1502"/>
                </a:lnTo>
                <a:lnTo>
                  <a:pt x="1239" y="1504"/>
                </a:lnTo>
                <a:lnTo>
                  <a:pt x="1238" y="1505"/>
                </a:lnTo>
                <a:lnTo>
                  <a:pt x="1238" y="1507"/>
                </a:lnTo>
                <a:lnTo>
                  <a:pt x="1238" y="1508"/>
                </a:lnTo>
                <a:lnTo>
                  <a:pt x="1238" y="1509"/>
                </a:lnTo>
                <a:lnTo>
                  <a:pt x="1237" y="1510"/>
                </a:lnTo>
                <a:lnTo>
                  <a:pt x="1237" y="1511"/>
                </a:lnTo>
                <a:lnTo>
                  <a:pt x="1236" y="1512"/>
                </a:lnTo>
                <a:lnTo>
                  <a:pt x="1235" y="1514"/>
                </a:lnTo>
                <a:lnTo>
                  <a:pt x="1235" y="1515"/>
                </a:lnTo>
                <a:lnTo>
                  <a:pt x="1236" y="1517"/>
                </a:lnTo>
                <a:lnTo>
                  <a:pt x="1236" y="1519"/>
                </a:lnTo>
                <a:lnTo>
                  <a:pt x="1237" y="1520"/>
                </a:lnTo>
                <a:lnTo>
                  <a:pt x="1237" y="1521"/>
                </a:lnTo>
                <a:lnTo>
                  <a:pt x="1236" y="1521"/>
                </a:lnTo>
                <a:lnTo>
                  <a:pt x="1236" y="1523"/>
                </a:lnTo>
                <a:lnTo>
                  <a:pt x="1237" y="1523"/>
                </a:lnTo>
                <a:lnTo>
                  <a:pt x="1237" y="1524"/>
                </a:lnTo>
                <a:lnTo>
                  <a:pt x="1238" y="1524"/>
                </a:lnTo>
                <a:lnTo>
                  <a:pt x="1238" y="1525"/>
                </a:lnTo>
                <a:lnTo>
                  <a:pt x="1239" y="1525"/>
                </a:lnTo>
                <a:lnTo>
                  <a:pt x="1240" y="1525"/>
                </a:lnTo>
                <a:lnTo>
                  <a:pt x="1241" y="1525"/>
                </a:lnTo>
                <a:lnTo>
                  <a:pt x="1242" y="1525"/>
                </a:lnTo>
                <a:lnTo>
                  <a:pt x="1243" y="1525"/>
                </a:lnTo>
                <a:lnTo>
                  <a:pt x="1243" y="1526"/>
                </a:lnTo>
                <a:lnTo>
                  <a:pt x="1242" y="1526"/>
                </a:lnTo>
                <a:lnTo>
                  <a:pt x="1242" y="1527"/>
                </a:lnTo>
                <a:lnTo>
                  <a:pt x="1241" y="1527"/>
                </a:lnTo>
                <a:lnTo>
                  <a:pt x="1241" y="1529"/>
                </a:lnTo>
                <a:lnTo>
                  <a:pt x="1240" y="1530"/>
                </a:lnTo>
                <a:lnTo>
                  <a:pt x="1239" y="1532"/>
                </a:lnTo>
                <a:lnTo>
                  <a:pt x="1239" y="1533"/>
                </a:lnTo>
                <a:lnTo>
                  <a:pt x="1240" y="1533"/>
                </a:lnTo>
                <a:lnTo>
                  <a:pt x="1240" y="1534"/>
                </a:lnTo>
                <a:lnTo>
                  <a:pt x="1241" y="1536"/>
                </a:lnTo>
                <a:lnTo>
                  <a:pt x="1241" y="1537"/>
                </a:lnTo>
                <a:lnTo>
                  <a:pt x="1240" y="1537"/>
                </a:lnTo>
                <a:lnTo>
                  <a:pt x="1239" y="1537"/>
                </a:lnTo>
                <a:lnTo>
                  <a:pt x="1238" y="1537"/>
                </a:lnTo>
                <a:lnTo>
                  <a:pt x="1236" y="1537"/>
                </a:lnTo>
                <a:lnTo>
                  <a:pt x="1235" y="1537"/>
                </a:lnTo>
                <a:lnTo>
                  <a:pt x="1233" y="1537"/>
                </a:lnTo>
                <a:lnTo>
                  <a:pt x="1232" y="1537"/>
                </a:lnTo>
                <a:lnTo>
                  <a:pt x="1232" y="1536"/>
                </a:lnTo>
                <a:lnTo>
                  <a:pt x="1231" y="1536"/>
                </a:lnTo>
                <a:lnTo>
                  <a:pt x="1231" y="1535"/>
                </a:lnTo>
                <a:lnTo>
                  <a:pt x="1231" y="1534"/>
                </a:lnTo>
                <a:lnTo>
                  <a:pt x="1230" y="1534"/>
                </a:lnTo>
                <a:lnTo>
                  <a:pt x="1229" y="1533"/>
                </a:lnTo>
                <a:lnTo>
                  <a:pt x="1229" y="1532"/>
                </a:lnTo>
                <a:lnTo>
                  <a:pt x="1228" y="1531"/>
                </a:lnTo>
                <a:lnTo>
                  <a:pt x="1228" y="1529"/>
                </a:lnTo>
                <a:lnTo>
                  <a:pt x="1227" y="1529"/>
                </a:lnTo>
                <a:lnTo>
                  <a:pt x="1226" y="1529"/>
                </a:lnTo>
                <a:lnTo>
                  <a:pt x="1225" y="1531"/>
                </a:lnTo>
                <a:lnTo>
                  <a:pt x="1224" y="1531"/>
                </a:lnTo>
                <a:lnTo>
                  <a:pt x="1223" y="1532"/>
                </a:lnTo>
                <a:lnTo>
                  <a:pt x="1224" y="1533"/>
                </a:lnTo>
                <a:lnTo>
                  <a:pt x="1225" y="1534"/>
                </a:lnTo>
                <a:lnTo>
                  <a:pt x="1225" y="1535"/>
                </a:lnTo>
                <a:lnTo>
                  <a:pt x="1226" y="1536"/>
                </a:lnTo>
                <a:lnTo>
                  <a:pt x="1227" y="1536"/>
                </a:lnTo>
                <a:lnTo>
                  <a:pt x="1227" y="1537"/>
                </a:lnTo>
                <a:lnTo>
                  <a:pt x="1228" y="1538"/>
                </a:lnTo>
                <a:lnTo>
                  <a:pt x="1229" y="1539"/>
                </a:lnTo>
                <a:lnTo>
                  <a:pt x="1229" y="1541"/>
                </a:lnTo>
                <a:lnTo>
                  <a:pt x="1228" y="1542"/>
                </a:lnTo>
                <a:lnTo>
                  <a:pt x="1227" y="1542"/>
                </a:lnTo>
                <a:lnTo>
                  <a:pt x="1225" y="1542"/>
                </a:lnTo>
                <a:lnTo>
                  <a:pt x="1224" y="1542"/>
                </a:lnTo>
                <a:lnTo>
                  <a:pt x="1224" y="1541"/>
                </a:lnTo>
                <a:lnTo>
                  <a:pt x="1223" y="1540"/>
                </a:lnTo>
                <a:lnTo>
                  <a:pt x="1222" y="1540"/>
                </a:lnTo>
                <a:lnTo>
                  <a:pt x="1222" y="1539"/>
                </a:lnTo>
                <a:lnTo>
                  <a:pt x="1221" y="1539"/>
                </a:lnTo>
                <a:lnTo>
                  <a:pt x="1220" y="1539"/>
                </a:lnTo>
                <a:lnTo>
                  <a:pt x="1220" y="1540"/>
                </a:lnTo>
                <a:lnTo>
                  <a:pt x="1219" y="1542"/>
                </a:lnTo>
                <a:lnTo>
                  <a:pt x="1218" y="1543"/>
                </a:lnTo>
                <a:lnTo>
                  <a:pt x="1217" y="1543"/>
                </a:lnTo>
                <a:lnTo>
                  <a:pt x="1217" y="1545"/>
                </a:lnTo>
                <a:lnTo>
                  <a:pt x="1216" y="1545"/>
                </a:lnTo>
                <a:lnTo>
                  <a:pt x="1215" y="1544"/>
                </a:lnTo>
                <a:lnTo>
                  <a:pt x="1214" y="1544"/>
                </a:lnTo>
                <a:lnTo>
                  <a:pt x="1215" y="1543"/>
                </a:lnTo>
                <a:lnTo>
                  <a:pt x="1214" y="1543"/>
                </a:lnTo>
                <a:lnTo>
                  <a:pt x="1213" y="1542"/>
                </a:lnTo>
                <a:lnTo>
                  <a:pt x="1212" y="1542"/>
                </a:lnTo>
                <a:lnTo>
                  <a:pt x="1211" y="1542"/>
                </a:lnTo>
                <a:lnTo>
                  <a:pt x="1211" y="1541"/>
                </a:lnTo>
                <a:lnTo>
                  <a:pt x="1209" y="1541"/>
                </a:lnTo>
                <a:lnTo>
                  <a:pt x="1207" y="1541"/>
                </a:lnTo>
                <a:lnTo>
                  <a:pt x="1206" y="1542"/>
                </a:lnTo>
                <a:lnTo>
                  <a:pt x="1205" y="1542"/>
                </a:lnTo>
                <a:lnTo>
                  <a:pt x="1202" y="1540"/>
                </a:lnTo>
                <a:lnTo>
                  <a:pt x="1202" y="1539"/>
                </a:lnTo>
                <a:lnTo>
                  <a:pt x="1201" y="1539"/>
                </a:lnTo>
                <a:lnTo>
                  <a:pt x="1200" y="1540"/>
                </a:lnTo>
                <a:lnTo>
                  <a:pt x="1198" y="1540"/>
                </a:lnTo>
                <a:lnTo>
                  <a:pt x="1197" y="1539"/>
                </a:lnTo>
                <a:lnTo>
                  <a:pt x="1196" y="1539"/>
                </a:lnTo>
                <a:lnTo>
                  <a:pt x="1195" y="1539"/>
                </a:lnTo>
                <a:lnTo>
                  <a:pt x="1193" y="1539"/>
                </a:lnTo>
                <a:lnTo>
                  <a:pt x="1193" y="1538"/>
                </a:lnTo>
                <a:lnTo>
                  <a:pt x="1192" y="1537"/>
                </a:lnTo>
                <a:lnTo>
                  <a:pt x="1191" y="1537"/>
                </a:lnTo>
                <a:lnTo>
                  <a:pt x="1191" y="1536"/>
                </a:lnTo>
                <a:lnTo>
                  <a:pt x="1191" y="1535"/>
                </a:lnTo>
                <a:lnTo>
                  <a:pt x="1190" y="1535"/>
                </a:lnTo>
                <a:lnTo>
                  <a:pt x="1190" y="1534"/>
                </a:lnTo>
                <a:lnTo>
                  <a:pt x="1189" y="1534"/>
                </a:lnTo>
                <a:lnTo>
                  <a:pt x="1189" y="1535"/>
                </a:lnTo>
                <a:lnTo>
                  <a:pt x="1188" y="1535"/>
                </a:lnTo>
                <a:lnTo>
                  <a:pt x="1187" y="1535"/>
                </a:lnTo>
                <a:lnTo>
                  <a:pt x="1186" y="1535"/>
                </a:lnTo>
                <a:lnTo>
                  <a:pt x="1185" y="1534"/>
                </a:lnTo>
                <a:lnTo>
                  <a:pt x="1184" y="1534"/>
                </a:lnTo>
                <a:lnTo>
                  <a:pt x="1183" y="1534"/>
                </a:lnTo>
                <a:lnTo>
                  <a:pt x="1181" y="1535"/>
                </a:lnTo>
                <a:lnTo>
                  <a:pt x="1180" y="1535"/>
                </a:lnTo>
                <a:lnTo>
                  <a:pt x="1179" y="1536"/>
                </a:lnTo>
                <a:lnTo>
                  <a:pt x="1178" y="1537"/>
                </a:lnTo>
                <a:lnTo>
                  <a:pt x="1177" y="1537"/>
                </a:lnTo>
                <a:lnTo>
                  <a:pt x="1177" y="1539"/>
                </a:lnTo>
                <a:lnTo>
                  <a:pt x="1178" y="1540"/>
                </a:lnTo>
                <a:lnTo>
                  <a:pt x="1178" y="1541"/>
                </a:lnTo>
                <a:lnTo>
                  <a:pt x="1178" y="1542"/>
                </a:lnTo>
                <a:lnTo>
                  <a:pt x="1179" y="1542"/>
                </a:lnTo>
                <a:lnTo>
                  <a:pt x="1180" y="1543"/>
                </a:lnTo>
                <a:lnTo>
                  <a:pt x="1181" y="1543"/>
                </a:lnTo>
                <a:lnTo>
                  <a:pt x="1181" y="1544"/>
                </a:lnTo>
                <a:lnTo>
                  <a:pt x="1182" y="1544"/>
                </a:lnTo>
                <a:lnTo>
                  <a:pt x="1182" y="1545"/>
                </a:lnTo>
                <a:lnTo>
                  <a:pt x="1182" y="1546"/>
                </a:lnTo>
                <a:lnTo>
                  <a:pt x="1180" y="1547"/>
                </a:lnTo>
                <a:lnTo>
                  <a:pt x="1180" y="1548"/>
                </a:lnTo>
                <a:lnTo>
                  <a:pt x="1180" y="1549"/>
                </a:lnTo>
                <a:lnTo>
                  <a:pt x="1178" y="1550"/>
                </a:lnTo>
                <a:lnTo>
                  <a:pt x="1175" y="1548"/>
                </a:lnTo>
                <a:lnTo>
                  <a:pt x="1174" y="1547"/>
                </a:lnTo>
                <a:lnTo>
                  <a:pt x="1173" y="1547"/>
                </a:lnTo>
                <a:lnTo>
                  <a:pt x="1172" y="1546"/>
                </a:lnTo>
                <a:lnTo>
                  <a:pt x="1171" y="1545"/>
                </a:lnTo>
                <a:lnTo>
                  <a:pt x="1170" y="1544"/>
                </a:lnTo>
                <a:lnTo>
                  <a:pt x="1169" y="1544"/>
                </a:lnTo>
                <a:lnTo>
                  <a:pt x="1169" y="1545"/>
                </a:lnTo>
                <a:lnTo>
                  <a:pt x="1169" y="1546"/>
                </a:lnTo>
                <a:lnTo>
                  <a:pt x="1168" y="1546"/>
                </a:lnTo>
                <a:lnTo>
                  <a:pt x="1167" y="1547"/>
                </a:lnTo>
                <a:lnTo>
                  <a:pt x="1166" y="1547"/>
                </a:lnTo>
                <a:lnTo>
                  <a:pt x="1165" y="1547"/>
                </a:lnTo>
                <a:lnTo>
                  <a:pt x="1164" y="1547"/>
                </a:lnTo>
                <a:lnTo>
                  <a:pt x="1164" y="1549"/>
                </a:lnTo>
                <a:lnTo>
                  <a:pt x="1164" y="1551"/>
                </a:lnTo>
                <a:lnTo>
                  <a:pt x="1165" y="1552"/>
                </a:lnTo>
                <a:lnTo>
                  <a:pt x="1164" y="1553"/>
                </a:lnTo>
                <a:lnTo>
                  <a:pt x="1162" y="1552"/>
                </a:lnTo>
                <a:lnTo>
                  <a:pt x="1161" y="1551"/>
                </a:lnTo>
                <a:lnTo>
                  <a:pt x="1161" y="1550"/>
                </a:lnTo>
                <a:lnTo>
                  <a:pt x="1161" y="1548"/>
                </a:lnTo>
                <a:lnTo>
                  <a:pt x="1161" y="1547"/>
                </a:lnTo>
                <a:lnTo>
                  <a:pt x="1160" y="1547"/>
                </a:lnTo>
                <a:lnTo>
                  <a:pt x="1160" y="1546"/>
                </a:lnTo>
                <a:lnTo>
                  <a:pt x="1159" y="1546"/>
                </a:lnTo>
                <a:lnTo>
                  <a:pt x="1158" y="1546"/>
                </a:lnTo>
                <a:lnTo>
                  <a:pt x="1158" y="1545"/>
                </a:lnTo>
                <a:lnTo>
                  <a:pt x="1158" y="1544"/>
                </a:lnTo>
                <a:lnTo>
                  <a:pt x="1157" y="1544"/>
                </a:lnTo>
                <a:lnTo>
                  <a:pt x="1156" y="1543"/>
                </a:lnTo>
                <a:lnTo>
                  <a:pt x="1155" y="1543"/>
                </a:lnTo>
                <a:lnTo>
                  <a:pt x="1154" y="1543"/>
                </a:lnTo>
                <a:lnTo>
                  <a:pt x="1154" y="1542"/>
                </a:lnTo>
                <a:lnTo>
                  <a:pt x="1153" y="1541"/>
                </a:lnTo>
                <a:lnTo>
                  <a:pt x="1152" y="1541"/>
                </a:lnTo>
                <a:lnTo>
                  <a:pt x="1151" y="1542"/>
                </a:lnTo>
                <a:lnTo>
                  <a:pt x="1149" y="1543"/>
                </a:lnTo>
                <a:lnTo>
                  <a:pt x="1148" y="1543"/>
                </a:lnTo>
                <a:lnTo>
                  <a:pt x="1148" y="1542"/>
                </a:lnTo>
                <a:lnTo>
                  <a:pt x="1147" y="1542"/>
                </a:lnTo>
                <a:lnTo>
                  <a:pt x="1146" y="1542"/>
                </a:lnTo>
                <a:lnTo>
                  <a:pt x="1145" y="1542"/>
                </a:lnTo>
                <a:lnTo>
                  <a:pt x="1144" y="1542"/>
                </a:lnTo>
                <a:lnTo>
                  <a:pt x="1144" y="1541"/>
                </a:lnTo>
                <a:lnTo>
                  <a:pt x="1143" y="1540"/>
                </a:lnTo>
                <a:lnTo>
                  <a:pt x="1142" y="1539"/>
                </a:lnTo>
                <a:lnTo>
                  <a:pt x="1141" y="1539"/>
                </a:lnTo>
                <a:lnTo>
                  <a:pt x="1140" y="1540"/>
                </a:lnTo>
                <a:lnTo>
                  <a:pt x="1140" y="1541"/>
                </a:lnTo>
                <a:lnTo>
                  <a:pt x="1141" y="1542"/>
                </a:lnTo>
                <a:lnTo>
                  <a:pt x="1142" y="1543"/>
                </a:lnTo>
                <a:lnTo>
                  <a:pt x="1143" y="1544"/>
                </a:lnTo>
                <a:lnTo>
                  <a:pt x="1144" y="1544"/>
                </a:lnTo>
                <a:lnTo>
                  <a:pt x="1144" y="1545"/>
                </a:lnTo>
                <a:lnTo>
                  <a:pt x="1143" y="1546"/>
                </a:lnTo>
                <a:lnTo>
                  <a:pt x="1143" y="1547"/>
                </a:lnTo>
                <a:lnTo>
                  <a:pt x="1143" y="1549"/>
                </a:lnTo>
                <a:lnTo>
                  <a:pt x="1144" y="1551"/>
                </a:lnTo>
                <a:lnTo>
                  <a:pt x="1144" y="1553"/>
                </a:lnTo>
                <a:lnTo>
                  <a:pt x="1145" y="1556"/>
                </a:lnTo>
                <a:lnTo>
                  <a:pt x="1147" y="1557"/>
                </a:lnTo>
                <a:lnTo>
                  <a:pt x="1148" y="1558"/>
                </a:lnTo>
                <a:lnTo>
                  <a:pt x="1148" y="1559"/>
                </a:lnTo>
                <a:lnTo>
                  <a:pt x="1149" y="1559"/>
                </a:lnTo>
                <a:lnTo>
                  <a:pt x="1148" y="1561"/>
                </a:lnTo>
                <a:lnTo>
                  <a:pt x="1149" y="1563"/>
                </a:lnTo>
                <a:lnTo>
                  <a:pt x="1150" y="1564"/>
                </a:lnTo>
                <a:lnTo>
                  <a:pt x="1152" y="1565"/>
                </a:lnTo>
                <a:lnTo>
                  <a:pt x="1153" y="1566"/>
                </a:lnTo>
                <a:lnTo>
                  <a:pt x="1153" y="1567"/>
                </a:lnTo>
                <a:lnTo>
                  <a:pt x="1153" y="1568"/>
                </a:lnTo>
                <a:lnTo>
                  <a:pt x="1151" y="1570"/>
                </a:lnTo>
                <a:lnTo>
                  <a:pt x="1151" y="1571"/>
                </a:lnTo>
                <a:lnTo>
                  <a:pt x="1150" y="1572"/>
                </a:lnTo>
                <a:lnTo>
                  <a:pt x="1148" y="1572"/>
                </a:lnTo>
                <a:lnTo>
                  <a:pt x="1146" y="1572"/>
                </a:lnTo>
                <a:lnTo>
                  <a:pt x="1145" y="1572"/>
                </a:lnTo>
                <a:lnTo>
                  <a:pt x="1144" y="1573"/>
                </a:lnTo>
                <a:lnTo>
                  <a:pt x="1144" y="1575"/>
                </a:lnTo>
                <a:lnTo>
                  <a:pt x="1144" y="1579"/>
                </a:lnTo>
                <a:lnTo>
                  <a:pt x="1144" y="1582"/>
                </a:lnTo>
                <a:lnTo>
                  <a:pt x="1145" y="1583"/>
                </a:lnTo>
                <a:lnTo>
                  <a:pt x="1149" y="1587"/>
                </a:lnTo>
                <a:lnTo>
                  <a:pt x="1150" y="1588"/>
                </a:lnTo>
                <a:lnTo>
                  <a:pt x="1150" y="1589"/>
                </a:lnTo>
                <a:lnTo>
                  <a:pt x="1149" y="1590"/>
                </a:lnTo>
                <a:lnTo>
                  <a:pt x="1149" y="1593"/>
                </a:lnTo>
                <a:lnTo>
                  <a:pt x="1151" y="1594"/>
                </a:lnTo>
                <a:lnTo>
                  <a:pt x="1152" y="1599"/>
                </a:lnTo>
                <a:lnTo>
                  <a:pt x="1153" y="1599"/>
                </a:lnTo>
                <a:lnTo>
                  <a:pt x="1154" y="1599"/>
                </a:lnTo>
                <a:lnTo>
                  <a:pt x="1156" y="1602"/>
                </a:lnTo>
                <a:lnTo>
                  <a:pt x="1156" y="1603"/>
                </a:lnTo>
                <a:lnTo>
                  <a:pt x="1155" y="1604"/>
                </a:lnTo>
                <a:lnTo>
                  <a:pt x="1154" y="1606"/>
                </a:lnTo>
                <a:lnTo>
                  <a:pt x="1152" y="1607"/>
                </a:lnTo>
                <a:lnTo>
                  <a:pt x="1150" y="1607"/>
                </a:lnTo>
                <a:lnTo>
                  <a:pt x="1149" y="1607"/>
                </a:lnTo>
                <a:lnTo>
                  <a:pt x="1148" y="1607"/>
                </a:lnTo>
                <a:lnTo>
                  <a:pt x="1146" y="1607"/>
                </a:lnTo>
                <a:lnTo>
                  <a:pt x="1145" y="1609"/>
                </a:lnTo>
                <a:lnTo>
                  <a:pt x="1145" y="1610"/>
                </a:lnTo>
                <a:lnTo>
                  <a:pt x="1143" y="1612"/>
                </a:lnTo>
                <a:lnTo>
                  <a:pt x="1140" y="1612"/>
                </a:lnTo>
                <a:lnTo>
                  <a:pt x="1139" y="1612"/>
                </a:lnTo>
                <a:lnTo>
                  <a:pt x="1137" y="1611"/>
                </a:lnTo>
                <a:lnTo>
                  <a:pt x="1136" y="1610"/>
                </a:lnTo>
                <a:lnTo>
                  <a:pt x="1134" y="1609"/>
                </a:lnTo>
                <a:lnTo>
                  <a:pt x="1133" y="1606"/>
                </a:lnTo>
                <a:lnTo>
                  <a:pt x="1132" y="1605"/>
                </a:lnTo>
                <a:lnTo>
                  <a:pt x="1131" y="1603"/>
                </a:lnTo>
                <a:lnTo>
                  <a:pt x="1131" y="1602"/>
                </a:lnTo>
                <a:lnTo>
                  <a:pt x="1130" y="1601"/>
                </a:lnTo>
                <a:lnTo>
                  <a:pt x="1129" y="1600"/>
                </a:lnTo>
                <a:lnTo>
                  <a:pt x="1127" y="1600"/>
                </a:lnTo>
                <a:lnTo>
                  <a:pt x="1126" y="1600"/>
                </a:lnTo>
                <a:lnTo>
                  <a:pt x="1126" y="1601"/>
                </a:lnTo>
                <a:lnTo>
                  <a:pt x="1126" y="1603"/>
                </a:lnTo>
                <a:lnTo>
                  <a:pt x="1124" y="1604"/>
                </a:lnTo>
                <a:lnTo>
                  <a:pt x="1122" y="1603"/>
                </a:lnTo>
                <a:lnTo>
                  <a:pt x="1120" y="1602"/>
                </a:lnTo>
                <a:lnTo>
                  <a:pt x="1119" y="1600"/>
                </a:lnTo>
                <a:lnTo>
                  <a:pt x="1119" y="1599"/>
                </a:lnTo>
                <a:lnTo>
                  <a:pt x="1118" y="1598"/>
                </a:lnTo>
                <a:lnTo>
                  <a:pt x="1117" y="1597"/>
                </a:lnTo>
                <a:lnTo>
                  <a:pt x="1116" y="1598"/>
                </a:lnTo>
                <a:lnTo>
                  <a:pt x="1114" y="1599"/>
                </a:lnTo>
                <a:lnTo>
                  <a:pt x="1110" y="1601"/>
                </a:lnTo>
                <a:lnTo>
                  <a:pt x="1109" y="1602"/>
                </a:lnTo>
                <a:lnTo>
                  <a:pt x="1109" y="1601"/>
                </a:lnTo>
                <a:lnTo>
                  <a:pt x="1107" y="1600"/>
                </a:lnTo>
                <a:lnTo>
                  <a:pt x="1106" y="1599"/>
                </a:lnTo>
                <a:lnTo>
                  <a:pt x="1105" y="1598"/>
                </a:lnTo>
                <a:lnTo>
                  <a:pt x="1103" y="1596"/>
                </a:lnTo>
                <a:lnTo>
                  <a:pt x="1102" y="1594"/>
                </a:lnTo>
                <a:lnTo>
                  <a:pt x="1100" y="1593"/>
                </a:lnTo>
                <a:lnTo>
                  <a:pt x="1099" y="1592"/>
                </a:lnTo>
                <a:lnTo>
                  <a:pt x="1097" y="1591"/>
                </a:lnTo>
                <a:lnTo>
                  <a:pt x="1097" y="1590"/>
                </a:lnTo>
                <a:lnTo>
                  <a:pt x="1096" y="1589"/>
                </a:lnTo>
                <a:lnTo>
                  <a:pt x="1094" y="1589"/>
                </a:lnTo>
                <a:lnTo>
                  <a:pt x="1094" y="1588"/>
                </a:lnTo>
                <a:lnTo>
                  <a:pt x="1093" y="1587"/>
                </a:lnTo>
                <a:lnTo>
                  <a:pt x="1092" y="1587"/>
                </a:lnTo>
                <a:lnTo>
                  <a:pt x="1092" y="1586"/>
                </a:lnTo>
                <a:lnTo>
                  <a:pt x="1088" y="1583"/>
                </a:lnTo>
                <a:lnTo>
                  <a:pt x="1087" y="1582"/>
                </a:lnTo>
                <a:lnTo>
                  <a:pt x="1087" y="1581"/>
                </a:lnTo>
                <a:lnTo>
                  <a:pt x="1087" y="1579"/>
                </a:lnTo>
                <a:lnTo>
                  <a:pt x="1087" y="1578"/>
                </a:lnTo>
                <a:lnTo>
                  <a:pt x="1087" y="1577"/>
                </a:lnTo>
                <a:lnTo>
                  <a:pt x="1087" y="1576"/>
                </a:lnTo>
                <a:lnTo>
                  <a:pt x="1087" y="1575"/>
                </a:lnTo>
                <a:lnTo>
                  <a:pt x="1086" y="1575"/>
                </a:lnTo>
                <a:lnTo>
                  <a:pt x="1084" y="1574"/>
                </a:lnTo>
                <a:lnTo>
                  <a:pt x="1084" y="1572"/>
                </a:lnTo>
                <a:lnTo>
                  <a:pt x="1084" y="1570"/>
                </a:lnTo>
                <a:lnTo>
                  <a:pt x="1083" y="1567"/>
                </a:lnTo>
                <a:lnTo>
                  <a:pt x="1083" y="1566"/>
                </a:lnTo>
                <a:lnTo>
                  <a:pt x="1083" y="1565"/>
                </a:lnTo>
                <a:lnTo>
                  <a:pt x="1083" y="1564"/>
                </a:lnTo>
                <a:lnTo>
                  <a:pt x="1083" y="1563"/>
                </a:lnTo>
                <a:lnTo>
                  <a:pt x="1083" y="1562"/>
                </a:lnTo>
                <a:lnTo>
                  <a:pt x="1082" y="1556"/>
                </a:lnTo>
                <a:lnTo>
                  <a:pt x="1081" y="1555"/>
                </a:lnTo>
                <a:lnTo>
                  <a:pt x="1078" y="1555"/>
                </a:lnTo>
                <a:lnTo>
                  <a:pt x="1076" y="1556"/>
                </a:lnTo>
                <a:lnTo>
                  <a:pt x="1065" y="1555"/>
                </a:lnTo>
                <a:lnTo>
                  <a:pt x="1063" y="1554"/>
                </a:lnTo>
                <a:lnTo>
                  <a:pt x="1061" y="1554"/>
                </a:lnTo>
                <a:lnTo>
                  <a:pt x="1059" y="1552"/>
                </a:lnTo>
                <a:lnTo>
                  <a:pt x="1057" y="1552"/>
                </a:lnTo>
                <a:lnTo>
                  <a:pt x="1056" y="1554"/>
                </a:lnTo>
                <a:lnTo>
                  <a:pt x="1056" y="1555"/>
                </a:lnTo>
                <a:lnTo>
                  <a:pt x="1052" y="1556"/>
                </a:lnTo>
                <a:lnTo>
                  <a:pt x="1051" y="1557"/>
                </a:lnTo>
                <a:lnTo>
                  <a:pt x="1050" y="1556"/>
                </a:lnTo>
                <a:lnTo>
                  <a:pt x="1048" y="1556"/>
                </a:lnTo>
                <a:lnTo>
                  <a:pt x="1047" y="1556"/>
                </a:lnTo>
                <a:lnTo>
                  <a:pt x="1049" y="1560"/>
                </a:lnTo>
                <a:lnTo>
                  <a:pt x="1049" y="1561"/>
                </a:lnTo>
                <a:lnTo>
                  <a:pt x="1050" y="1562"/>
                </a:lnTo>
                <a:lnTo>
                  <a:pt x="1051" y="1562"/>
                </a:lnTo>
                <a:lnTo>
                  <a:pt x="1051" y="1563"/>
                </a:lnTo>
                <a:lnTo>
                  <a:pt x="1050" y="1567"/>
                </a:lnTo>
                <a:lnTo>
                  <a:pt x="1049" y="1568"/>
                </a:lnTo>
                <a:lnTo>
                  <a:pt x="1049" y="1569"/>
                </a:lnTo>
                <a:lnTo>
                  <a:pt x="1048" y="1570"/>
                </a:lnTo>
                <a:lnTo>
                  <a:pt x="1047" y="1570"/>
                </a:lnTo>
                <a:lnTo>
                  <a:pt x="1045" y="1570"/>
                </a:lnTo>
                <a:lnTo>
                  <a:pt x="1044" y="1573"/>
                </a:lnTo>
                <a:lnTo>
                  <a:pt x="1044" y="1575"/>
                </a:lnTo>
                <a:lnTo>
                  <a:pt x="1044" y="1576"/>
                </a:lnTo>
                <a:lnTo>
                  <a:pt x="1044" y="1579"/>
                </a:lnTo>
                <a:lnTo>
                  <a:pt x="1044" y="1580"/>
                </a:lnTo>
                <a:lnTo>
                  <a:pt x="1043" y="1581"/>
                </a:lnTo>
                <a:lnTo>
                  <a:pt x="1043" y="1582"/>
                </a:lnTo>
                <a:lnTo>
                  <a:pt x="1043" y="1583"/>
                </a:lnTo>
                <a:lnTo>
                  <a:pt x="1044" y="1583"/>
                </a:lnTo>
                <a:lnTo>
                  <a:pt x="1045" y="1584"/>
                </a:lnTo>
                <a:lnTo>
                  <a:pt x="1048" y="1585"/>
                </a:lnTo>
                <a:lnTo>
                  <a:pt x="1048" y="1586"/>
                </a:lnTo>
                <a:lnTo>
                  <a:pt x="1052" y="1589"/>
                </a:lnTo>
                <a:lnTo>
                  <a:pt x="1050" y="1590"/>
                </a:lnTo>
                <a:lnTo>
                  <a:pt x="1050" y="1592"/>
                </a:lnTo>
                <a:lnTo>
                  <a:pt x="1050" y="1593"/>
                </a:lnTo>
                <a:lnTo>
                  <a:pt x="1052" y="1594"/>
                </a:lnTo>
                <a:lnTo>
                  <a:pt x="1052" y="1596"/>
                </a:lnTo>
                <a:lnTo>
                  <a:pt x="1053" y="1598"/>
                </a:lnTo>
                <a:lnTo>
                  <a:pt x="1054" y="1600"/>
                </a:lnTo>
                <a:lnTo>
                  <a:pt x="1055" y="1600"/>
                </a:lnTo>
                <a:lnTo>
                  <a:pt x="1054" y="1602"/>
                </a:lnTo>
                <a:lnTo>
                  <a:pt x="1054" y="1603"/>
                </a:lnTo>
                <a:lnTo>
                  <a:pt x="1053" y="1603"/>
                </a:lnTo>
                <a:lnTo>
                  <a:pt x="1053" y="1604"/>
                </a:lnTo>
                <a:lnTo>
                  <a:pt x="1053" y="1605"/>
                </a:lnTo>
                <a:lnTo>
                  <a:pt x="1054" y="1606"/>
                </a:lnTo>
                <a:lnTo>
                  <a:pt x="1053" y="1608"/>
                </a:lnTo>
                <a:lnTo>
                  <a:pt x="1051" y="1608"/>
                </a:lnTo>
                <a:lnTo>
                  <a:pt x="1050" y="1608"/>
                </a:lnTo>
                <a:lnTo>
                  <a:pt x="1049" y="1608"/>
                </a:lnTo>
                <a:lnTo>
                  <a:pt x="1048" y="1609"/>
                </a:lnTo>
                <a:lnTo>
                  <a:pt x="1049" y="1611"/>
                </a:lnTo>
                <a:lnTo>
                  <a:pt x="1049" y="1612"/>
                </a:lnTo>
                <a:lnTo>
                  <a:pt x="1049" y="1614"/>
                </a:lnTo>
                <a:lnTo>
                  <a:pt x="1048" y="1615"/>
                </a:lnTo>
                <a:lnTo>
                  <a:pt x="1047" y="1615"/>
                </a:lnTo>
                <a:lnTo>
                  <a:pt x="1047" y="1616"/>
                </a:lnTo>
                <a:lnTo>
                  <a:pt x="1047" y="1617"/>
                </a:lnTo>
                <a:lnTo>
                  <a:pt x="1047" y="1618"/>
                </a:lnTo>
                <a:lnTo>
                  <a:pt x="1046" y="1619"/>
                </a:lnTo>
                <a:lnTo>
                  <a:pt x="1045" y="1619"/>
                </a:lnTo>
                <a:lnTo>
                  <a:pt x="1043" y="1619"/>
                </a:lnTo>
                <a:lnTo>
                  <a:pt x="1043" y="1618"/>
                </a:lnTo>
                <a:lnTo>
                  <a:pt x="1042" y="1618"/>
                </a:lnTo>
                <a:lnTo>
                  <a:pt x="1040" y="1618"/>
                </a:lnTo>
                <a:lnTo>
                  <a:pt x="1039" y="1618"/>
                </a:lnTo>
                <a:lnTo>
                  <a:pt x="1037" y="1619"/>
                </a:lnTo>
                <a:lnTo>
                  <a:pt x="1037" y="1618"/>
                </a:lnTo>
                <a:lnTo>
                  <a:pt x="1036" y="1618"/>
                </a:lnTo>
                <a:lnTo>
                  <a:pt x="1036" y="1617"/>
                </a:lnTo>
                <a:lnTo>
                  <a:pt x="1036" y="1615"/>
                </a:lnTo>
                <a:lnTo>
                  <a:pt x="1036" y="1611"/>
                </a:lnTo>
                <a:lnTo>
                  <a:pt x="1037" y="1607"/>
                </a:lnTo>
                <a:lnTo>
                  <a:pt x="1036" y="1606"/>
                </a:lnTo>
                <a:lnTo>
                  <a:pt x="1036" y="1604"/>
                </a:lnTo>
                <a:lnTo>
                  <a:pt x="1036" y="1603"/>
                </a:lnTo>
                <a:lnTo>
                  <a:pt x="1036" y="1602"/>
                </a:lnTo>
                <a:lnTo>
                  <a:pt x="1036" y="1600"/>
                </a:lnTo>
                <a:lnTo>
                  <a:pt x="1036" y="1599"/>
                </a:lnTo>
                <a:lnTo>
                  <a:pt x="1035" y="1598"/>
                </a:lnTo>
                <a:lnTo>
                  <a:pt x="1034" y="1598"/>
                </a:lnTo>
                <a:lnTo>
                  <a:pt x="1032" y="1598"/>
                </a:lnTo>
                <a:lnTo>
                  <a:pt x="1031" y="1598"/>
                </a:lnTo>
                <a:lnTo>
                  <a:pt x="1030" y="1597"/>
                </a:lnTo>
                <a:lnTo>
                  <a:pt x="1030" y="1596"/>
                </a:lnTo>
                <a:lnTo>
                  <a:pt x="1028" y="1594"/>
                </a:lnTo>
                <a:lnTo>
                  <a:pt x="1024" y="1592"/>
                </a:lnTo>
                <a:lnTo>
                  <a:pt x="1021" y="1590"/>
                </a:lnTo>
                <a:lnTo>
                  <a:pt x="1020" y="1590"/>
                </a:lnTo>
                <a:lnTo>
                  <a:pt x="1019" y="1589"/>
                </a:lnTo>
                <a:lnTo>
                  <a:pt x="1017" y="1587"/>
                </a:lnTo>
                <a:lnTo>
                  <a:pt x="1013" y="1581"/>
                </a:lnTo>
                <a:lnTo>
                  <a:pt x="1013" y="1580"/>
                </a:lnTo>
                <a:lnTo>
                  <a:pt x="1012" y="1580"/>
                </a:lnTo>
                <a:lnTo>
                  <a:pt x="1011" y="1578"/>
                </a:lnTo>
                <a:lnTo>
                  <a:pt x="1011" y="1577"/>
                </a:lnTo>
                <a:lnTo>
                  <a:pt x="1012" y="1575"/>
                </a:lnTo>
                <a:lnTo>
                  <a:pt x="1012" y="1574"/>
                </a:lnTo>
                <a:lnTo>
                  <a:pt x="1012" y="1573"/>
                </a:lnTo>
                <a:lnTo>
                  <a:pt x="1011" y="1571"/>
                </a:lnTo>
                <a:lnTo>
                  <a:pt x="1010" y="1571"/>
                </a:lnTo>
                <a:lnTo>
                  <a:pt x="1009" y="1571"/>
                </a:lnTo>
                <a:lnTo>
                  <a:pt x="1005" y="1570"/>
                </a:lnTo>
                <a:lnTo>
                  <a:pt x="1001" y="1569"/>
                </a:lnTo>
                <a:lnTo>
                  <a:pt x="1000" y="1569"/>
                </a:lnTo>
                <a:lnTo>
                  <a:pt x="997" y="1570"/>
                </a:lnTo>
                <a:lnTo>
                  <a:pt x="996" y="1570"/>
                </a:lnTo>
                <a:lnTo>
                  <a:pt x="992" y="1576"/>
                </a:lnTo>
                <a:lnTo>
                  <a:pt x="990" y="1578"/>
                </a:lnTo>
                <a:lnTo>
                  <a:pt x="989" y="1580"/>
                </a:lnTo>
                <a:lnTo>
                  <a:pt x="987" y="1585"/>
                </a:lnTo>
                <a:lnTo>
                  <a:pt x="986" y="1587"/>
                </a:lnTo>
                <a:lnTo>
                  <a:pt x="987" y="1589"/>
                </a:lnTo>
                <a:lnTo>
                  <a:pt x="987" y="1590"/>
                </a:lnTo>
                <a:lnTo>
                  <a:pt x="986" y="1590"/>
                </a:lnTo>
                <a:lnTo>
                  <a:pt x="986" y="1591"/>
                </a:lnTo>
                <a:lnTo>
                  <a:pt x="986" y="1592"/>
                </a:lnTo>
                <a:lnTo>
                  <a:pt x="983" y="1595"/>
                </a:lnTo>
                <a:lnTo>
                  <a:pt x="983" y="1596"/>
                </a:lnTo>
                <a:lnTo>
                  <a:pt x="981" y="1597"/>
                </a:lnTo>
                <a:lnTo>
                  <a:pt x="981" y="1596"/>
                </a:lnTo>
                <a:lnTo>
                  <a:pt x="979" y="1595"/>
                </a:lnTo>
                <a:lnTo>
                  <a:pt x="978" y="1593"/>
                </a:lnTo>
                <a:lnTo>
                  <a:pt x="978" y="1592"/>
                </a:lnTo>
                <a:lnTo>
                  <a:pt x="977" y="1591"/>
                </a:lnTo>
                <a:lnTo>
                  <a:pt x="977" y="1588"/>
                </a:lnTo>
                <a:lnTo>
                  <a:pt x="976" y="1588"/>
                </a:lnTo>
                <a:lnTo>
                  <a:pt x="976" y="1587"/>
                </a:lnTo>
                <a:lnTo>
                  <a:pt x="976" y="1586"/>
                </a:lnTo>
                <a:lnTo>
                  <a:pt x="976" y="1585"/>
                </a:lnTo>
                <a:lnTo>
                  <a:pt x="975" y="1582"/>
                </a:lnTo>
                <a:lnTo>
                  <a:pt x="974" y="1582"/>
                </a:lnTo>
                <a:lnTo>
                  <a:pt x="973" y="1581"/>
                </a:lnTo>
                <a:lnTo>
                  <a:pt x="968" y="1579"/>
                </a:lnTo>
                <a:lnTo>
                  <a:pt x="965" y="1578"/>
                </a:lnTo>
                <a:lnTo>
                  <a:pt x="948" y="1572"/>
                </a:lnTo>
                <a:lnTo>
                  <a:pt x="947" y="1572"/>
                </a:lnTo>
                <a:lnTo>
                  <a:pt x="946" y="1574"/>
                </a:lnTo>
                <a:lnTo>
                  <a:pt x="946" y="1575"/>
                </a:lnTo>
                <a:lnTo>
                  <a:pt x="944" y="1575"/>
                </a:lnTo>
                <a:lnTo>
                  <a:pt x="943" y="1575"/>
                </a:lnTo>
                <a:lnTo>
                  <a:pt x="942" y="1575"/>
                </a:lnTo>
                <a:lnTo>
                  <a:pt x="941" y="1575"/>
                </a:lnTo>
                <a:lnTo>
                  <a:pt x="941" y="1578"/>
                </a:lnTo>
                <a:lnTo>
                  <a:pt x="940" y="1579"/>
                </a:lnTo>
                <a:lnTo>
                  <a:pt x="939" y="1580"/>
                </a:lnTo>
                <a:lnTo>
                  <a:pt x="938" y="1580"/>
                </a:lnTo>
                <a:lnTo>
                  <a:pt x="936" y="1580"/>
                </a:lnTo>
                <a:lnTo>
                  <a:pt x="933" y="1580"/>
                </a:lnTo>
                <a:lnTo>
                  <a:pt x="929" y="1578"/>
                </a:lnTo>
                <a:lnTo>
                  <a:pt x="929" y="1577"/>
                </a:lnTo>
                <a:lnTo>
                  <a:pt x="929" y="1576"/>
                </a:lnTo>
                <a:lnTo>
                  <a:pt x="929" y="1575"/>
                </a:lnTo>
                <a:lnTo>
                  <a:pt x="928" y="1574"/>
                </a:lnTo>
                <a:lnTo>
                  <a:pt x="926" y="1571"/>
                </a:lnTo>
                <a:lnTo>
                  <a:pt x="925" y="1570"/>
                </a:lnTo>
                <a:lnTo>
                  <a:pt x="925" y="1569"/>
                </a:lnTo>
                <a:lnTo>
                  <a:pt x="925" y="1568"/>
                </a:lnTo>
                <a:lnTo>
                  <a:pt x="923" y="1568"/>
                </a:lnTo>
                <a:lnTo>
                  <a:pt x="922" y="1567"/>
                </a:lnTo>
                <a:lnTo>
                  <a:pt x="920" y="1566"/>
                </a:lnTo>
                <a:lnTo>
                  <a:pt x="920" y="1565"/>
                </a:lnTo>
                <a:lnTo>
                  <a:pt x="921" y="1564"/>
                </a:lnTo>
                <a:lnTo>
                  <a:pt x="922" y="1564"/>
                </a:lnTo>
                <a:lnTo>
                  <a:pt x="922" y="1563"/>
                </a:lnTo>
                <a:lnTo>
                  <a:pt x="920" y="1560"/>
                </a:lnTo>
                <a:lnTo>
                  <a:pt x="919" y="1560"/>
                </a:lnTo>
                <a:lnTo>
                  <a:pt x="918" y="1560"/>
                </a:lnTo>
                <a:lnTo>
                  <a:pt x="918" y="1559"/>
                </a:lnTo>
                <a:lnTo>
                  <a:pt x="917" y="1557"/>
                </a:lnTo>
                <a:lnTo>
                  <a:pt x="916" y="1554"/>
                </a:lnTo>
                <a:lnTo>
                  <a:pt x="916" y="1553"/>
                </a:lnTo>
                <a:lnTo>
                  <a:pt x="915" y="1551"/>
                </a:lnTo>
                <a:lnTo>
                  <a:pt x="915" y="1550"/>
                </a:lnTo>
                <a:lnTo>
                  <a:pt x="916" y="1550"/>
                </a:lnTo>
                <a:lnTo>
                  <a:pt x="916" y="1549"/>
                </a:lnTo>
                <a:lnTo>
                  <a:pt x="916" y="1548"/>
                </a:lnTo>
                <a:lnTo>
                  <a:pt x="914" y="1546"/>
                </a:lnTo>
                <a:lnTo>
                  <a:pt x="914" y="1545"/>
                </a:lnTo>
                <a:lnTo>
                  <a:pt x="914" y="1544"/>
                </a:lnTo>
                <a:lnTo>
                  <a:pt x="914" y="1543"/>
                </a:lnTo>
                <a:lnTo>
                  <a:pt x="915" y="1542"/>
                </a:lnTo>
                <a:lnTo>
                  <a:pt x="914" y="1541"/>
                </a:lnTo>
                <a:lnTo>
                  <a:pt x="913" y="1541"/>
                </a:lnTo>
                <a:lnTo>
                  <a:pt x="912" y="1541"/>
                </a:lnTo>
                <a:lnTo>
                  <a:pt x="912" y="1540"/>
                </a:lnTo>
                <a:lnTo>
                  <a:pt x="910" y="1539"/>
                </a:lnTo>
                <a:lnTo>
                  <a:pt x="908" y="1539"/>
                </a:lnTo>
                <a:lnTo>
                  <a:pt x="908" y="1538"/>
                </a:lnTo>
                <a:lnTo>
                  <a:pt x="907" y="1536"/>
                </a:lnTo>
                <a:lnTo>
                  <a:pt x="907" y="1535"/>
                </a:lnTo>
                <a:lnTo>
                  <a:pt x="908" y="1535"/>
                </a:lnTo>
                <a:lnTo>
                  <a:pt x="909" y="1534"/>
                </a:lnTo>
                <a:lnTo>
                  <a:pt x="909" y="1532"/>
                </a:lnTo>
                <a:lnTo>
                  <a:pt x="909" y="1531"/>
                </a:lnTo>
                <a:lnTo>
                  <a:pt x="910" y="1528"/>
                </a:lnTo>
                <a:lnTo>
                  <a:pt x="911" y="1527"/>
                </a:lnTo>
                <a:lnTo>
                  <a:pt x="912" y="1526"/>
                </a:lnTo>
                <a:lnTo>
                  <a:pt x="913" y="1525"/>
                </a:lnTo>
                <a:lnTo>
                  <a:pt x="914" y="1524"/>
                </a:lnTo>
                <a:lnTo>
                  <a:pt x="915" y="1523"/>
                </a:lnTo>
                <a:lnTo>
                  <a:pt x="916" y="1524"/>
                </a:lnTo>
                <a:lnTo>
                  <a:pt x="917" y="1524"/>
                </a:lnTo>
                <a:lnTo>
                  <a:pt x="918" y="1524"/>
                </a:lnTo>
                <a:lnTo>
                  <a:pt x="918" y="1523"/>
                </a:lnTo>
                <a:lnTo>
                  <a:pt x="919" y="1523"/>
                </a:lnTo>
                <a:lnTo>
                  <a:pt x="920" y="1524"/>
                </a:lnTo>
                <a:lnTo>
                  <a:pt x="920" y="1525"/>
                </a:lnTo>
                <a:lnTo>
                  <a:pt x="921" y="1525"/>
                </a:lnTo>
                <a:lnTo>
                  <a:pt x="921" y="1524"/>
                </a:lnTo>
                <a:lnTo>
                  <a:pt x="922" y="1524"/>
                </a:lnTo>
                <a:lnTo>
                  <a:pt x="923" y="1524"/>
                </a:lnTo>
                <a:lnTo>
                  <a:pt x="924" y="1524"/>
                </a:lnTo>
                <a:lnTo>
                  <a:pt x="924" y="1523"/>
                </a:lnTo>
                <a:lnTo>
                  <a:pt x="924" y="1522"/>
                </a:lnTo>
                <a:lnTo>
                  <a:pt x="923" y="1522"/>
                </a:lnTo>
                <a:lnTo>
                  <a:pt x="922" y="1521"/>
                </a:lnTo>
                <a:lnTo>
                  <a:pt x="921" y="1521"/>
                </a:lnTo>
                <a:lnTo>
                  <a:pt x="920" y="1520"/>
                </a:lnTo>
                <a:lnTo>
                  <a:pt x="920" y="1519"/>
                </a:lnTo>
                <a:lnTo>
                  <a:pt x="919" y="1518"/>
                </a:lnTo>
                <a:lnTo>
                  <a:pt x="919" y="1517"/>
                </a:lnTo>
                <a:lnTo>
                  <a:pt x="919" y="1515"/>
                </a:lnTo>
                <a:lnTo>
                  <a:pt x="920" y="1514"/>
                </a:lnTo>
                <a:lnTo>
                  <a:pt x="921" y="1514"/>
                </a:lnTo>
                <a:lnTo>
                  <a:pt x="921" y="1513"/>
                </a:lnTo>
                <a:lnTo>
                  <a:pt x="922" y="1512"/>
                </a:lnTo>
                <a:lnTo>
                  <a:pt x="923" y="1512"/>
                </a:lnTo>
                <a:lnTo>
                  <a:pt x="923" y="1513"/>
                </a:lnTo>
                <a:lnTo>
                  <a:pt x="924" y="1512"/>
                </a:lnTo>
                <a:lnTo>
                  <a:pt x="925" y="1512"/>
                </a:lnTo>
                <a:lnTo>
                  <a:pt x="925" y="1511"/>
                </a:lnTo>
                <a:lnTo>
                  <a:pt x="925" y="1509"/>
                </a:lnTo>
                <a:lnTo>
                  <a:pt x="925" y="1507"/>
                </a:lnTo>
                <a:lnTo>
                  <a:pt x="925" y="1504"/>
                </a:lnTo>
                <a:lnTo>
                  <a:pt x="925" y="1503"/>
                </a:lnTo>
                <a:lnTo>
                  <a:pt x="925" y="1502"/>
                </a:lnTo>
                <a:lnTo>
                  <a:pt x="924" y="1501"/>
                </a:lnTo>
                <a:lnTo>
                  <a:pt x="924" y="1500"/>
                </a:lnTo>
                <a:lnTo>
                  <a:pt x="923" y="1500"/>
                </a:lnTo>
                <a:lnTo>
                  <a:pt x="923" y="1499"/>
                </a:lnTo>
                <a:lnTo>
                  <a:pt x="923" y="1498"/>
                </a:lnTo>
                <a:lnTo>
                  <a:pt x="924" y="1496"/>
                </a:lnTo>
                <a:lnTo>
                  <a:pt x="924" y="1495"/>
                </a:lnTo>
                <a:lnTo>
                  <a:pt x="924" y="1494"/>
                </a:lnTo>
                <a:lnTo>
                  <a:pt x="924" y="1493"/>
                </a:lnTo>
                <a:lnTo>
                  <a:pt x="925" y="1493"/>
                </a:lnTo>
                <a:lnTo>
                  <a:pt x="925" y="1492"/>
                </a:lnTo>
                <a:lnTo>
                  <a:pt x="924" y="1492"/>
                </a:lnTo>
                <a:lnTo>
                  <a:pt x="924" y="1491"/>
                </a:lnTo>
                <a:lnTo>
                  <a:pt x="924" y="1492"/>
                </a:lnTo>
                <a:lnTo>
                  <a:pt x="923" y="1492"/>
                </a:lnTo>
                <a:lnTo>
                  <a:pt x="922" y="1492"/>
                </a:lnTo>
                <a:lnTo>
                  <a:pt x="922" y="1490"/>
                </a:lnTo>
                <a:lnTo>
                  <a:pt x="921" y="1489"/>
                </a:lnTo>
                <a:lnTo>
                  <a:pt x="919" y="1486"/>
                </a:lnTo>
                <a:lnTo>
                  <a:pt x="918" y="1486"/>
                </a:lnTo>
                <a:lnTo>
                  <a:pt x="918" y="1487"/>
                </a:lnTo>
                <a:lnTo>
                  <a:pt x="917" y="1486"/>
                </a:lnTo>
                <a:lnTo>
                  <a:pt x="916" y="1486"/>
                </a:lnTo>
                <a:lnTo>
                  <a:pt x="915" y="1486"/>
                </a:lnTo>
                <a:lnTo>
                  <a:pt x="914" y="1486"/>
                </a:lnTo>
                <a:lnTo>
                  <a:pt x="913" y="1486"/>
                </a:lnTo>
                <a:lnTo>
                  <a:pt x="912" y="1487"/>
                </a:lnTo>
                <a:lnTo>
                  <a:pt x="911" y="1489"/>
                </a:lnTo>
                <a:lnTo>
                  <a:pt x="911" y="1490"/>
                </a:lnTo>
                <a:lnTo>
                  <a:pt x="912" y="1492"/>
                </a:lnTo>
                <a:lnTo>
                  <a:pt x="912" y="1493"/>
                </a:lnTo>
                <a:lnTo>
                  <a:pt x="911" y="1493"/>
                </a:lnTo>
                <a:lnTo>
                  <a:pt x="910" y="1493"/>
                </a:lnTo>
                <a:lnTo>
                  <a:pt x="909" y="1493"/>
                </a:lnTo>
                <a:lnTo>
                  <a:pt x="909" y="1492"/>
                </a:lnTo>
                <a:lnTo>
                  <a:pt x="908" y="1491"/>
                </a:lnTo>
                <a:lnTo>
                  <a:pt x="907" y="1491"/>
                </a:lnTo>
                <a:lnTo>
                  <a:pt x="907" y="1492"/>
                </a:lnTo>
                <a:lnTo>
                  <a:pt x="906" y="1492"/>
                </a:lnTo>
                <a:lnTo>
                  <a:pt x="905" y="1491"/>
                </a:lnTo>
                <a:lnTo>
                  <a:pt x="904" y="1491"/>
                </a:lnTo>
                <a:lnTo>
                  <a:pt x="904" y="1492"/>
                </a:lnTo>
                <a:lnTo>
                  <a:pt x="903" y="1492"/>
                </a:lnTo>
                <a:lnTo>
                  <a:pt x="903" y="1490"/>
                </a:lnTo>
                <a:lnTo>
                  <a:pt x="902" y="1490"/>
                </a:lnTo>
                <a:lnTo>
                  <a:pt x="902" y="1489"/>
                </a:lnTo>
                <a:lnTo>
                  <a:pt x="901" y="1489"/>
                </a:lnTo>
                <a:lnTo>
                  <a:pt x="901" y="1488"/>
                </a:lnTo>
                <a:lnTo>
                  <a:pt x="900" y="1487"/>
                </a:lnTo>
                <a:lnTo>
                  <a:pt x="899" y="1487"/>
                </a:lnTo>
                <a:lnTo>
                  <a:pt x="898" y="1486"/>
                </a:lnTo>
                <a:lnTo>
                  <a:pt x="898" y="1485"/>
                </a:lnTo>
                <a:lnTo>
                  <a:pt x="898" y="1484"/>
                </a:lnTo>
                <a:lnTo>
                  <a:pt x="897" y="1483"/>
                </a:lnTo>
                <a:lnTo>
                  <a:pt x="896" y="1482"/>
                </a:lnTo>
                <a:lnTo>
                  <a:pt x="897" y="1481"/>
                </a:lnTo>
                <a:lnTo>
                  <a:pt x="898" y="1481"/>
                </a:lnTo>
                <a:lnTo>
                  <a:pt x="898" y="1480"/>
                </a:lnTo>
                <a:lnTo>
                  <a:pt x="898" y="1479"/>
                </a:lnTo>
                <a:lnTo>
                  <a:pt x="897" y="1479"/>
                </a:lnTo>
                <a:lnTo>
                  <a:pt x="896" y="1478"/>
                </a:lnTo>
                <a:lnTo>
                  <a:pt x="896" y="1477"/>
                </a:lnTo>
                <a:lnTo>
                  <a:pt x="896" y="1475"/>
                </a:lnTo>
                <a:lnTo>
                  <a:pt x="895" y="1474"/>
                </a:lnTo>
                <a:lnTo>
                  <a:pt x="895" y="1473"/>
                </a:lnTo>
                <a:lnTo>
                  <a:pt x="895" y="1472"/>
                </a:lnTo>
                <a:lnTo>
                  <a:pt x="895" y="1471"/>
                </a:lnTo>
                <a:lnTo>
                  <a:pt x="895" y="1470"/>
                </a:lnTo>
                <a:lnTo>
                  <a:pt x="895" y="1469"/>
                </a:lnTo>
                <a:lnTo>
                  <a:pt x="895" y="1468"/>
                </a:lnTo>
                <a:lnTo>
                  <a:pt x="895" y="1466"/>
                </a:lnTo>
                <a:lnTo>
                  <a:pt x="894" y="1464"/>
                </a:lnTo>
                <a:lnTo>
                  <a:pt x="893" y="1464"/>
                </a:lnTo>
                <a:lnTo>
                  <a:pt x="893" y="1463"/>
                </a:lnTo>
                <a:lnTo>
                  <a:pt x="893" y="1462"/>
                </a:lnTo>
                <a:lnTo>
                  <a:pt x="894" y="1462"/>
                </a:lnTo>
                <a:lnTo>
                  <a:pt x="894" y="1461"/>
                </a:lnTo>
                <a:lnTo>
                  <a:pt x="894" y="1460"/>
                </a:lnTo>
                <a:lnTo>
                  <a:pt x="894" y="1459"/>
                </a:lnTo>
                <a:lnTo>
                  <a:pt x="894" y="1456"/>
                </a:lnTo>
                <a:lnTo>
                  <a:pt x="894" y="1455"/>
                </a:lnTo>
                <a:lnTo>
                  <a:pt x="893" y="1455"/>
                </a:lnTo>
                <a:lnTo>
                  <a:pt x="892" y="1455"/>
                </a:lnTo>
                <a:lnTo>
                  <a:pt x="891" y="1455"/>
                </a:lnTo>
                <a:lnTo>
                  <a:pt x="891" y="1454"/>
                </a:lnTo>
                <a:lnTo>
                  <a:pt x="890" y="1454"/>
                </a:lnTo>
                <a:lnTo>
                  <a:pt x="890" y="1455"/>
                </a:lnTo>
                <a:lnTo>
                  <a:pt x="890" y="1456"/>
                </a:lnTo>
                <a:lnTo>
                  <a:pt x="889" y="1456"/>
                </a:lnTo>
                <a:lnTo>
                  <a:pt x="889" y="1457"/>
                </a:lnTo>
                <a:lnTo>
                  <a:pt x="888" y="1457"/>
                </a:lnTo>
                <a:lnTo>
                  <a:pt x="888" y="1458"/>
                </a:lnTo>
                <a:lnTo>
                  <a:pt x="888" y="1459"/>
                </a:lnTo>
                <a:lnTo>
                  <a:pt x="888" y="1460"/>
                </a:lnTo>
                <a:lnTo>
                  <a:pt x="887" y="1460"/>
                </a:lnTo>
                <a:lnTo>
                  <a:pt x="886" y="1460"/>
                </a:lnTo>
                <a:lnTo>
                  <a:pt x="885" y="1460"/>
                </a:lnTo>
                <a:lnTo>
                  <a:pt x="883" y="1462"/>
                </a:lnTo>
                <a:lnTo>
                  <a:pt x="882" y="1462"/>
                </a:lnTo>
                <a:lnTo>
                  <a:pt x="881" y="1462"/>
                </a:lnTo>
                <a:lnTo>
                  <a:pt x="880" y="1462"/>
                </a:lnTo>
                <a:lnTo>
                  <a:pt x="879" y="1463"/>
                </a:lnTo>
                <a:lnTo>
                  <a:pt x="877" y="1463"/>
                </a:lnTo>
                <a:lnTo>
                  <a:pt x="876" y="1463"/>
                </a:lnTo>
                <a:lnTo>
                  <a:pt x="875" y="1464"/>
                </a:lnTo>
                <a:lnTo>
                  <a:pt x="874" y="1465"/>
                </a:lnTo>
                <a:lnTo>
                  <a:pt x="873" y="1465"/>
                </a:lnTo>
                <a:lnTo>
                  <a:pt x="872" y="1465"/>
                </a:lnTo>
                <a:lnTo>
                  <a:pt x="871" y="1465"/>
                </a:lnTo>
                <a:lnTo>
                  <a:pt x="871" y="1466"/>
                </a:lnTo>
                <a:lnTo>
                  <a:pt x="870" y="1466"/>
                </a:lnTo>
                <a:lnTo>
                  <a:pt x="870" y="1465"/>
                </a:lnTo>
                <a:lnTo>
                  <a:pt x="869" y="1465"/>
                </a:lnTo>
                <a:lnTo>
                  <a:pt x="869" y="1464"/>
                </a:lnTo>
                <a:lnTo>
                  <a:pt x="867" y="1463"/>
                </a:lnTo>
                <a:lnTo>
                  <a:pt x="867" y="1462"/>
                </a:lnTo>
                <a:lnTo>
                  <a:pt x="866" y="1461"/>
                </a:lnTo>
                <a:lnTo>
                  <a:pt x="866" y="1460"/>
                </a:lnTo>
                <a:lnTo>
                  <a:pt x="866" y="1459"/>
                </a:lnTo>
                <a:lnTo>
                  <a:pt x="866" y="1458"/>
                </a:lnTo>
                <a:lnTo>
                  <a:pt x="866" y="1457"/>
                </a:lnTo>
                <a:lnTo>
                  <a:pt x="867" y="1457"/>
                </a:lnTo>
                <a:lnTo>
                  <a:pt x="868" y="1456"/>
                </a:lnTo>
                <a:lnTo>
                  <a:pt x="868" y="1455"/>
                </a:lnTo>
                <a:lnTo>
                  <a:pt x="869" y="1454"/>
                </a:lnTo>
                <a:lnTo>
                  <a:pt x="870" y="1453"/>
                </a:lnTo>
                <a:lnTo>
                  <a:pt x="870" y="1452"/>
                </a:lnTo>
                <a:lnTo>
                  <a:pt x="871" y="1452"/>
                </a:lnTo>
                <a:lnTo>
                  <a:pt x="873" y="1453"/>
                </a:lnTo>
                <a:lnTo>
                  <a:pt x="874" y="1453"/>
                </a:lnTo>
                <a:lnTo>
                  <a:pt x="875" y="1453"/>
                </a:lnTo>
                <a:lnTo>
                  <a:pt x="877" y="1452"/>
                </a:lnTo>
                <a:lnTo>
                  <a:pt x="878" y="1452"/>
                </a:lnTo>
                <a:lnTo>
                  <a:pt x="879" y="1451"/>
                </a:lnTo>
                <a:lnTo>
                  <a:pt x="881" y="1452"/>
                </a:lnTo>
                <a:lnTo>
                  <a:pt x="883" y="1451"/>
                </a:lnTo>
                <a:lnTo>
                  <a:pt x="885" y="1452"/>
                </a:lnTo>
                <a:lnTo>
                  <a:pt x="886" y="1452"/>
                </a:lnTo>
                <a:lnTo>
                  <a:pt x="887" y="1452"/>
                </a:lnTo>
                <a:lnTo>
                  <a:pt x="888" y="1452"/>
                </a:lnTo>
                <a:lnTo>
                  <a:pt x="888" y="1451"/>
                </a:lnTo>
                <a:lnTo>
                  <a:pt x="889" y="1451"/>
                </a:lnTo>
                <a:lnTo>
                  <a:pt x="890" y="1451"/>
                </a:lnTo>
                <a:lnTo>
                  <a:pt x="891" y="1450"/>
                </a:lnTo>
                <a:lnTo>
                  <a:pt x="892" y="1450"/>
                </a:lnTo>
                <a:lnTo>
                  <a:pt x="895" y="1450"/>
                </a:lnTo>
                <a:lnTo>
                  <a:pt x="896" y="1450"/>
                </a:lnTo>
                <a:lnTo>
                  <a:pt x="898" y="1450"/>
                </a:lnTo>
                <a:lnTo>
                  <a:pt x="898" y="1449"/>
                </a:lnTo>
                <a:lnTo>
                  <a:pt x="896" y="1447"/>
                </a:lnTo>
                <a:lnTo>
                  <a:pt x="895" y="1446"/>
                </a:lnTo>
                <a:lnTo>
                  <a:pt x="894" y="1446"/>
                </a:lnTo>
                <a:lnTo>
                  <a:pt x="893" y="1446"/>
                </a:lnTo>
                <a:lnTo>
                  <a:pt x="893" y="1445"/>
                </a:lnTo>
                <a:lnTo>
                  <a:pt x="893" y="1444"/>
                </a:lnTo>
                <a:lnTo>
                  <a:pt x="893" y="1443"/>
                </a:lnTo>
                <a:lnTo>
                  <a:pt x="892" y="1443"/>
                </a:lnTo>
                <a:lnTo>
                  <a:pt x="892" y="1442"/>
                </a:lnTo>
                <a:lnTo>
                  <a:pt x="892" y="1441"/>
                </a:lnTo>
                <a:lnTo>
                  <a:pt x="892" y="1440"/>
                </a:lnTo>
                <a:lnTo>
                  <a:pt x="892" y="1439"/>
                </a:lnTo>
                <a:lnTo>
                  <a:pt x="891" y="1439"/>
                </a:lnTo>
                <a:lnTo>
                  <a:pt x="891" y="1440"/>
                </a:lnTo>
                <a:lnTo>
                  <a:pt x="890" y="1440"/>
                </a:lnTo>
                <a:lnTo>
                  <a:pt x="890" y="1441"/>
                </a:lnTo>
                <a:lnTo>
                  <a:pt x="889" y="1441"/>
                </a:lnTo>
                <a:lnTo>
                  <a:pt x="888" y="1441"/>
                </a:lnTo>
                <a:lnTo>
                  <a:pt x="887" y="1441"/>
                </a:lnTo>
                <a:lnTo>
                  <a:pt x="886" y="1440"/>
                </a:lnTo>
                <a:lnTo>
                  <a:pt x="886" y="1439"/>
                </a:lnTo>
                <a:lnTo>
                  <a:pt x="884" y="1439"/>
                </a:lnTo>
                <a:lnTo>
                  <a:pt x="884" y="1440"/>
                </a:lnTo>
                <a:lnTo>
                  <a:pt x="883" y="1440"/>
                </a:lnTo>
                <a:lnTo>
                  <a:pt x="883" y="1441"/>
                </a:lnTo>
                <a:lnTo>
                  <a:pt x="882" y="1441"/>
                </a:lnTo>
                <a:lnTo>
                  <a:pt x="881" y="1441"/>
                </a:lnTo>
                <a:lnTo>
                  <a:pt x="881" y="1440"/>
                </a:lnTo>
                <a:lnTo>
                  <a:pt x="880" y="1439"/>
                </a:lnTo>
                <a:lnTo>
                  <a:pt x="880" y="1438"/>
                </a:lnTo>
                <a:lnTo>
                  <a:pt x="881" y="1438"/>
                </a:lnTo>
                <a:lnTo>
                  <a:pt x="881" y="1437"/>
                </a:lnTo>
                <a:lnTo>
                  <a:pt x="880" y="1437"/>
                </a:lnTo>
                <a:lnTo>
                  <a:pt x="880" y="1438"/>
                </a:lnTo>
                <a:lnTo>
                  <a:pt x="879" y="1438"/>
                </a:lnTo>
                <a:lnTo>
                  <a:pt x="878" y="1438"/>
                </a:lnTo>
                <a:lnTo>
                  <a:pt x="877" y="1437"/>
                </a:lnTo>
                <a:lnTo>
                  <a:pt x="877" y="1438"/>
                </a:lnTo>
                <a:lnTo>
                  <a:pt x="877" y="1439"/>
                </a:lnTo>
                <a:lnTo>
                  <a:pt x="877" y="1440"/>
                </a:lnTo>
                <a:lnTo>
                  <a:pt x="876" y="1440"/>
                </a:lnTo>
                <a:lnTo>
                  <a:pt x="875" y="1440"/>
                </a:lnTo>
                <a:lnTo>
                  <a:pt x="875" y="1439"/>
                </a:lnTo>
                <a:lnTo>
                  <a:pt x="873" y="1439"/>
                </a:lnTo>
                <a:lnTo>
                  <a:pt x="873" y="1440"/>
                </a:lnTo>
                <a:lnTo>
                  <a:pt x="872" y="1440"/>
                </a:lnTo>
                <a:lnTo>
                  <a:pt x="872" y="1439"/>
                </a:lnTo>
                <a:lnTo>
                  <a:pt x="871" y="1439"/>
                </a:lnTo>
                <a:lnTo>
                  <a:pt x="870" y="1439"/>
                </a:lnTo>
                <a:lnTo>
                  <a:pt x="869" y="1439"/>
                </a:lnTo>
                <a:lnTo>
                  <a:pt x="868" y="1439"/>
                </a:lnTo>
                <a:lnTo>
                  <a:pt x="868" y="1440"/>
                </a:lnTo>
                <a:lnTo>
                  <a:pt x="867" y="1441"/>
                </a:lnTo>
                <a:lnTo>
                  <a:pt x="866" y="1440"/>
                </a:lnTo>
                <a:lnTo>
                  <a:pt x="865" y="1439"/>
                </a:lnTo>
                <a:lnTo>
                  <a:pt x="865" y="1438"/>
                </a:lnTo>
                <a:lnTo>
                  <a:pt x="864" y="1438"/>
                </a:lnTo>
                <a:lnTo>
                  <a:pt x="864" y="1437"/>
                </a:lnTo>
                <a:lnTo>
                  <a:pt x="864" y="1436"/>
                </a:lnTo>
                <a:lnTo>
                  <a:pt x="863" y="1436"/>
                </a:lnTo>
                <a:lnTo>
                  <a:pt x="860" y="1435"/>
                </a:lnTo>
                <a:lnTo>
                  <a:pt x="859" y="1434"/>
                </a:lnTo>
                <a:lnTo>
                  <a:pt x="859" y="1433"/>
                </a:lnTo>
                <a:lnTo>
                  <a:pt x="858" y="1433"/>
                </a:lnTo>
                <a:lnTo>
                  <a:pt x="857" y="1433"/>
                </a:lnTo>
                <a:lnTo>
                  <a:pt x="856" y="1433"/>
                </a:lnTo>
                <a:lnTo>
                  <a:pt x="856" y="1432"/>
                </a:lnTo>
                <a:lnTo>
                  <a:pt x="855" y="1432"/>
                </a:lnTo>
                <a:lnTo>
                  <a:pt x="854" y="1431"/>
                </a:lnTo>
                <a:lnTo>
                  <a:pt x="853" y="1431"/>
                </a:lnTo>
                <a:lnTo>
                  <a:pt x="853" y="1430"/>
                </a:lnTo>
                <a:lnTo>
                  <a:pt x="852" y="1430"/>
                </a:lnTo>
                <a:lnTo>
                  <a:pt x="852" y="1431"/>
                </a:lnTo>
                <a:lnTo>
                  <a:pt x="851" y="1433"/>
                </a:lnTo>
                <a:lnTo>
                  <a:pt x="849" y="1433"/>
                </a:lnTo>
                <a:lnTo>
                  <a:pt x="848" y="1433"/>
                </a:lnTo>
                <a:lnTo>
                  <a:pt x="848" y="1432"/>
                </a:lnTo>
                <a:lnTo>
                  <a:pt x="847" y="1432"/>
                </a:lnTo>
                <a:lnTo>
                  <a:pt x="847" y="1431"/>
                </a:lnTo>
                <a:lnTo>
                  <a:pt x="846" y="1431"/>
                </a:lnTo>
                <a:lnTo>
                  <a:pt x="845" y="1432"/>
                </a:lnTo>
                <a:lnTo>
                  <a:pt x="845" y="1433"/>
                </a:lnTo>
                <a:lnTo>
                  <a:pt x="844" y="1433"/>
                </a:lnTo>
                <a:lnTo>
                  <a:pt x="844" y="1432"/>
                </a:lnTo>
                <a:lnTo>
                  <a:pt x="843" y="1432"/>
                </a:lnTo>
                <a:lnTo>
                  <a:pt x="841" y="1432"/>
                </a:lnTo>
                <a:lnTo>
                  <a:pt x="841" y="1431"/>
                </a:lnTo>
                <a:lnTo>
                  <a:pt x="840" y="1431"/>
                </a:lnTo>
                <a:lnTo>
                  <a:pt x="840" y="1430"/>
                </a:lnTo>
                <a:lnTo>
                  <a:pt x="839" y="1430"/>
                </a:lnTo>
                <a:lnTo>
                  <a:pt x="839" y="1428"/>
                </a:lnTo>
                <a:lnTo>
                  <a:pt x="839" y="1426"/>
                </a:lnTo>
                <a:lnTo>
                  <a:pt x="839" y="1425"/>
                </a:lnTo>
                <a:lnTo>
                  <a:pt x="838" y="1424"/>
                </a:lnTo>
                <a:lnTo>
                  <a:pt x="839" y="1424"/>
                </a:lnTo>
                <a:lnTo>
                  <a:pt x="839" y="1423"/>
                </a:lnTo>
                <a:lnTo>
                  <a:pt x="839" y="1422"/>
                </a:lnTo>
                <a:lnTo>
                  <a:pt x="838" y="1422"/>
                </a:lnTo>
                <a:lnTo>
                  <a:pt x="838" y="1421"/>
                </a:lnTo>
                <a:lnTo>
                  <a:pt x="838" y="1420"/>
                </a:lnTo>
                <a:lnTo>
                  <a:pt x="837" y="1419"/>
                </a:lnTo>
                <a:lnTo>
                  <a:pt x="837" y="1418"/>
                </a:lnTo>
                <a:lnTo>
                  <a:pt x="836" y="1419"/>
                </a:lnTo>
                <a:lnTo>
                  <a:pt x="835" y="1419"/>
                </a:lnTo>
                <a:lnTo>
                  <a:pt x="834" y="1418"/>
                </a:lnTo>
                <a:lnTo>
                  <a:pt x="833" y="1418"/>
                </a:lnTo>
                <a:lnTo>
                  <a:pt x="831" y="1419"/>
                </a:lnTo>
                <a:lnTo>
                  <a:pt x="830" y="1419"/>
                </a:lnTo>
                <a:lnTo>
                  <a:pt x="829" y="1417"/>
                </a:lnTo>
                <a:lnTo>
                  <a:pt x="829" y="1416"/>
                </a:lnTo>
                <a:lnTo>
                  <a:pt x="828" y="1416"/>
                </a:lnTo>
                <a:lnTo>
                  <a:pt x="827" y="1415"/>
                </a:lnTo>
                <a:lnTo>
                  <a:pt x="826" y="1415"/>
                </a:lnTo>
                <a:lnTo>
                  <a:pt x="825" y="1414"/>
                </a:lnTo>
                <a:lnTo>
                  <a:pt x="824" y="1414"/>
                </a:lnTo>
                <a:lnTo>
                  <a:pt x="823" y="1413"/>
                </a:lnTo>
                <a:lnTo>
                  <a:pt x="822" y="1412"/>
                </a:lnTo>
                <a:lnTo>
                  <a:pt x="821" y="1411"/>
                </a:lnTo>
                <a:lnTo>
                  <a:pt x="821" y="1409"/>
                </a:lnTo>
                <a:lnTo>
                  <a:pt x="821" y="1408"/>
                </a:lnTo>
                <a:lnTo>
                  <a:pt x="821" y="1407"/>
                </a:lnTo>
                <a:lnTo>
                  <a:pt x="820" y="1407"/>
                </a:lnTo>
                <a:lnTo>
                  <a:pt x="820" y="1406"/>
                </a:lnTo>
                <a:lnTo>
                  <a:pt x="821" y="1406"/>
                </a:lnTo>
                <a:lnTo>
                  <a:pt x="820" y="1406"/>
                </a:lnTo>
                <a:lnTo>
                  <a:pt x="819" y="1405"/>
                </a:lnTo>
                <a:lnTo>
                  <a:pt x="818" y="1405"/>
                </a:lnTo>
                <a:lnTo>
                  <a:pt x="817" y="1405"/>
                </a:lnTo>
                <a:lnTo>
                  <a:pt x="816" y="1405"/>
                </a:lnTo>
                <a:lnTo>
                  <a:pt x="816" y="1404"/>
                </a:lnTo>
                <a:lnTo>
                  <a:pt x="816" y="1403"/>
                </a:lnTo>
                <a:lnTo>
                  <a:pt x="817" y="1403"/>
                </a:lnTo>
                <a:lnTo>
                  <a:pt x="819" y="1403"/>
                </a:lnTo>
                <a:lnTo>
                  <a:pt x="821" y="1403"/>
                </a:lnTo>
                <a:lnTo>
                  <a:pt x="821" y="1402"/>
                </a:lnTo>
                <a:lnTo>
                  <a:pt x="821" y="1401"/>
                </a:lnTo>
                <a:lnTo>
                  <a:pt x="820" y="1400"/>
                </a:lnTo>
                <a:lnTo>
                  <a:pt x="819" y="1399"/>
                </a:lnTo>
                <a:lnTo>
                  <a:pt x="818" y="1399"/>
                </a:lnTo>
                <a:lnTo>
                  <a:pt x="817" y="1399"/>
                </a:lnTo>
                <a:lnTo>
                  <a:pt x="816" y="1399"/>
                </a:lnTo>
                <a:lnTo>
                  <a:pt x="815" y="1398"/>
                </a:lnTo>
                <a:lnTo>
                  <a:pt x="814" y="1397"/>
                </a:lnTo>
                <a:lnTo>
                  <a:pt x="814" y="1396"/>
                </a:lnTo>
                <a:lnTo>
                  <a:pt x="814" y="1395"/>
                </a:lnTo>
                <a:lnTo>
                  <a:pt x="813" y="1393"/>
                </a:lnTo>
                <a:lnTo>
                  <a:pt x="813" y="1392"/>
                </a:lnTo>
                <a:lnTo>
                  <a:pt x="813" y="1391"/>
                </a:lnTo>
                <a:lnTo>
                  <a:pt x="812" y="1391"/>
                </a:lnTo>
                <a:lnTo>
                  <a:pt x="812" y="1390"/>
                </a:lnTo>
                <a:lnTo>
                  <a:pt x="811" y="1390"/>
                </a:lnTo>
                <a:lnTo>
                  <a:pt x="811" y="1389"/>
                </a:lnTo>
                <a:lnTo>
                  <a:pt x="811" y="1388"/>
                </a:lnTo>
                <a:lnTo>
                  <a:pt x="810" y="1388"/>
                </a:lnTo>
                <a:lnTo>
                  <a:pt x="809" y="1389"/>
                </a:lnTo>
                <a:lnTo>
                  <a:pt x="808" y="1389"/>
                </a:lnTo>
                <a:lnTo>
                  <a:pt x="807" y="1388"/>
                </a:lnTo>
                <a:lnTo>
                  <a:pt x="806" y="1388"/>
                </a:lnTo>
                <a:lnTo>
                  <a:pt x="806" y="1387"/>
                </a:lnTo>
                <a:lnTo>
                  <a:pt x="805" y="1387"/>
                </a:lnTo>
                <a:lnTo>
                  <a:pt x="806" y="1386"/>
                </a:lnTo>
                <a:lnTo>
                  <a:pt x="806" y="1385"/>
                </a:lnTo>
                <a:lnTo>
                  <a:pt x="805" y="1385"/>
                </a:lnTo>
                <a:lnTo>
                  <a:pt x="804" y="1384"/>
                </a:lnTo>
                <a:lnTo>
                  <a:pt x="802" y="1382"/>
                </a:lnTo>
                <a:lnTo>
                  <a:pt x="801" y="1382"/>
                </a:lnTo>
                <a:lnTo>
                  <a:pt x="800" y="1381"/>
                </a:lnTo>
                <a:lnTo>
                  <a:pt x="800" y="1380"/>
                </a:lnTo>
                <a:lnTo>
                  <a:pt x="799" y="1379"/>
                </a:lnTo>
                <a:lnTo>
                  <a:pt x="798" y="1379"/>
                </a:lnTo>
                <a:lnTo>
                  <a:pt x="798" y="1378"/>
                </a:lnTo>
                <a:lnTo>
                  <a:pt x="798" y="1377"/>
                </a:lnTo>
                <a:lnTo>
                  <a:pt x="798" y="1376"/>
                </a:lnTo>
                <a:lnTo>
                  <a:pt x="797" y="1375"/>
                </a:lnTo>
                <a:lnTo>
                  <a:pt x="796" y="1374"/>
                </a:lnTo>
                <a:lnTo>
                  <a:pt x="795" y="1372"/>
                </a:lnTo>
                <a:lnTo>
                  <a:pt x="794" y="1372"/>
                </a:lnTo>
                <a:lnTo>
                  <a:pt x="793" y="1372"/>
                </a:lnTo>
                <a:lnTo>
                  <a:pt x="792" y="1373"/>
                </a:lnTo>
                <a:lnTo>
                  <a:pt x="792" y="1374"/>
                </a:lnTo>
                <a:lnTo>
                  <a:pt x="792" y="1375"/>
                </a:lnTo>
                <a:lnTo>
                  <a:pt x="792" y="1376"/>
                </a:lnTo>
                <a:lnTo>
                  <a:pt x="792" y="1377"/>
                </a:lnTo>
                <a:lnTo>
                  <a:pt x="791" y="1377"/>
                </a:lnTo>
                <a:lnTo>
                  <a:pt x="790" y="1378"/>
                </a:lnTo>
                <a:lnTo>
                  <a:pt x="790" y="1379"/>
                </a:lnTo>
                <a:lnTo>
                  <a:pt x="791" y="1380"/>
                </a:lnTo>
                <a:lnTo>
                  <a:pt x="791" y="1381"/>
                </a:lnTo>
                <a:lnTo>
                  <a:pt x="790" y="1381"/>
                </a:lnTo>
                <a:lnTo>
                  <a:pt x="789" y="1380"/>
                </a:lnTo>
                <a:lnTo>
                  <a:pt x="787" y="1380"/>
                </a:lnTo>
                <a:lnTo>
                  <a:pt x="786" y="1380"/>
                </a:lnTo>
                <a:lnTo>
                  <a:pt x="785" y="1381"/>
                </a:lnTo>
                <a:lnTo>
                  <a:pt x="784" y="1382"/>
                </a:lnTo>
                <a:lnTo>
                  <a:pt x="783" y="1383"/>
                </a:lnTo>
                <a:lnTo>
                  <a:pt x="783" y="1384"/>
                </a:lnTo>
                <a:lnTo>
                  <a:pt x="782" y="1384"/>
                </a:lnTo>
                <a:lnTo>
                  <a:pt x="781" y="1385"/>
                </a:lnTo>
                <a:lnTo>
                  <a:pt x="780" y="1385"/>
                </a:lnTo>
                <a:lnTo>
                  <a:pt x="779" y="1386"/>
                </a:lnTo>
                <a:lnTo>
                  <a:pt x="778" y="1386"/>
                </a:lnTo>
                <a:lnTo>
                  <a:pt x="776" y="1385"/>
                </a:lnTo>
                <a:lnTo>
                  <a:pt x="775" y="1385"/>
                </a:lnTo>
                <a:lnTo>
                  <a:pt x="775" y="1384"/>
                </a:lnTo>
                <a:lnTo>
                  <a:pt x="774" y="1384"/>
                </a:lnTo>
                <a:lnTo>
                  <a:pt x="773" y="1384"/>
                </a:lnTo>
                <a:lnTo>
                  <a:pt x="773" y="1385"/>
                </a:lnTo>
                <a:lnTo>
                  <a:pt x="771" y="1385"/>
                </a:lnTo>
                <a:lnTo>
                  <a:pt x="771" y="1384"/>
                </a:lnTo>
                <a:lnTo>
                  <a:pt x="770" y="1384"/>
                </a:lnTo>
                <a:lnTo>
                  <a:pt x="770" y="1383"/>
                </a:lnTo>
                <a:lnTo>
                  <a:pt x="769" y="1382"/>
                </a:lnTo>
                <a:lnTo>
                  <a:pt x="768" y="1383"/>
                </a:lnTo>
                <a:lnTo>
                  <a:pt x="767" y="1383"/>
                </a:lnTo>
                <a:lnTo>
                  <a:pt x="767" y="1384"/>
                </a:lnTo>
                <a:lnTo>
                  <a:pt x="766" y="1385"/>
                </a:lnTo>
                <a:lnTo>
                  <a:pt x="767" y="1385"/>
                </a:lnTo>
                <a:lnTo>
                  <a:pt x="767" y="1386"/>
                </a:lnTo>
                <a:lnTo>
                  <a:pt x="767" y="1387"/>
                </a:lnTo>
                <a:lnTo>
                  <a:pt x="767" y="1389"/>
                </a:lnTo>
                <a:lnTo>
                  <a:pt x="767" y="1390"/>
                </a:lnTo>
                <a:lnTo>
                  <a:pt x="766" y="1390"/>
                </a:lnTo>
                <a:lnTo>
                  <a:pt x="765" y="1390"/>
                </a:lnTo>
                <a:lnTo>
                  <a:pt x="764" y="1390"/>
                </a:lnTo>
                <a:lnTo>
                  <a:pt x="763" y="1391"/>
                </a:lnTo>
                <a:lnTo>
                  <a:pt x="763" y="1392"/>
                </a:lnTo>
                <a:lnTo>
                  <a:pt x="762" y="1392"/>
                </a:lnTo>
                <a:lnTo>
                  <a:pt x="761" y="1392"/>
                </a:lnTo>
                <a:lnTo>
                  <a:pt x="761" y="1391"/>
                </a:lnTo>
                <a:lnTo>
                  <a:pt x="761" y="1390"/>
                </a:lnTo>
                <a:lnTo>
                  <a:pt x="760" y="1388"/>
                </a:lnTo>
                <a:lnTo>
                  <a:pt x="759" y="1388"/>
                </a:lnTo>
                <a:lnTo>
                  <a:pt x="759" y="1387"/>
                </a:lnTo>
                <a:lnTo>
                  <a:pt x="758" y="1387"/>
                </a:lnTo>
                <a:lnTo>
                  <a:pt x="758" y="1386"/>
                </a:lnTo>
                <a:lnTo>
                  <a:pt x="758" y="1385"/>
                </a:lnTo>
                <a:lnTo>
                  <a:pt x="758" y="1384"/>
                </a:lnTo>
                <a:lnTo>
                  <a:pt x="758" y="1383"/>
                </a:lnTo>
                <a:lnTo>
                  <a:pt x="756" y="1382"/>
                </a:lnTo>
                <a:lnTo>
                  <a:pt x="756" y="1384"/>
                </a:lnTo>
                <a:lnTo>
                  <a:pt x="755" y="1385"/>
                </a:lnTo>
                <a:lnTo>
                  <a:pt x="755" y="1386"/>
                </a:lnTo>
                <a:lnTo>
                  <a:pt x="754" y="1386"/>
                </a:lnTo>
                <a:lnTo>
                  <a:pt x="754" y="1387"/>
                </a:lnTo>
                <a:lnTo>
                  <a:pt x="754" y="1388"/>
                </a:lnTo>
                <a:lnTo>
                  <a:pt x="752" y="1390"/>
                </a:lnTo>
                <a:lnTo>
                  <a:pt x="752" y="1391"/>
                </a:lnTo>
                <a:lnTo>
                  <a:pt x="752" y="1392"/>
                </a:lnTo>
                <a:lnTo>
                  <a:pt x="753" y="1392"/>
                </a:lnTo>
                <a:lnTo>
                  <a:pt x="753" y="1393"/>
                </a:lnTo>
                <a:lnTo>
                  <a:pt x="753" y="1394"/>
                </a:lnTo>
                <a:lnTo>
                  <a:pt x="752" y="1395"/>
                </a:lnTo>
                <a:lnTo>
                  <a:pt x="751" y="1396"/>
                </a:lnTo>
                <a:lnTo>
                  <a:pt x="750" y="1396"/>
                </a:lnTo>
                <a:lnTo>
                  <a:pt x="750" y="1397"/>
                </a:lnTo>
                <a:lnTo>
                  <a:pt x="750" y="1399"/>
                </a:lnTo>
                <a:lnTo>
                  <a:pt x="748" y="1399"/>
                </a:lnTo>
                <a:lnTo>
                  <a:pt x="747" y="1399"/>
                </a:lnTo>
                <a:lnTo>
                  <a:pt x="747" y="1397"/>
                </a:lnTo>
                <a:lnTo>
                  <a:pt x="747" y="1396"/>
                </a:lnTo>
                <a:lnTo>
                  <a:pt x="745" y="1396"/>
                </a:lnTo>
                <a:lnTo>
                  <a:pt x="744" y="1396"/>
                </a:lnTo>
                <a:lnTo>
                  <a:pt x="743" y="1396"/>
                </a:lnTo>
                <a:lnTo>
                  <a:pt x="741" y="1396"/>
                </a:lnTo>
                <a:lnTo>
                  <a:pt x="740" y="1396"/>
                </a:lnTo>
                <a:lnTo>
                  <a:pt x="740" y="1397"/>
                </a:lnTo>
                <a:lnTo>
                  <a:pt x="739" y="1397"/>
                </a:lnTo>
                <a:lnTo>
                  <a:pt x="737" y="1398"/>
                </a:lnTo>
                <a:lnTo>
                  <a:pt x="737" y="1399"/>
                </a:lnTo>
                <a:lnTo>
                  <a:pt x="736" y="1400"/>
                </a:lnTo>
                <a:lnTo>
                  <a:pt x="736" y="1401"/>
                </a:lnTo>
                <a:lnTo>
                  <a:pt x="735" y="1401"/>
                </a:lnTo>
                <a:lnTo>
                  <a:pt x="734" y="1400"/>
                </a:lnTo>
                <a:lnTo>
                  <a:pt x="733" y="1400"/>
                </a:lnTo>
                <a:lnTo>
                  <a:pt x="732" y="1399"/>
                </a:lnTo>
                <a:lnTo>
                  <a:pt x="731" y="1399"/>
                </a:lnTo>
                <a:lnTo>
                  <a:pt x="730" y="1398"/>
                </a:lnTo>
                <a:lnTo>
                  <a:pt x="729" y="1397"/>
                </a:lnTo>
                <a:lnTo>
                  <a:pt x="728" y="1397"/>
                </a:lnTo>
                <a:lnTo>
                  <a:pt x="727" y="1398"/>
                </a:lnTo>
                <a:lnTo>
                  <a:pt x="727" y="1399"/>
                </a:lnTo>
                <a:lnTo>
                  <a:pt x="726" y="1399"/>
                </a:lnTo>
                <a:lnTo>
                  <a:pt x="724" y="1398"/>
                </a:lnTo>
                <a:lnTo>
                  <a:pt x="721" y="1397"/>
                </a:lnTo>
                <a:lnTo>
                  <a:pt x="720" y="1397"/>
                </a:lnTo>
                <a:lnTo>
                  <a:pt x="720" y="1398"/>
                </a:lnTo>
                <a:lnTo>
                  <a:pt x="720" y="1399"/>
                </a:lnTo>
                <a:lnTo>
                  <a:pt x="719" y="1399"/>
                </a:lnTo>
                <a:lnTo>
                  <a:pt x="718" y="1400"/>
                </a:lnTo>
                <a:lnTo>
                  <a:pt x="717" y="1401"/>
                </a:lnTo>
                <a:lnTo>
                  <a:pt x="717" y="1403"/>
                </a:lnTo>
                <a:lnTo>
                  <a:pt x="717" y="1404"/>
                </a:lnTo>
                <a:lnTo>
                  <a:pt x="717" y="1405"/>
                </a:lnTo>
                <a:lnTo>
                  <a:pt x="717" y="1406"/>
                </a:lnTo>
                <a:lnTo>
                  <a:pt x="717" y="1407"/>
                </a:lnTo>
                <a:lnTo>
                  <a:pt x="716" y="1407"/>
                </a:lnTo>
                <a:lnTo>
                  <a:pt x="716" y="1408"/>
                </a:lnTo>
                <a:lnTo>
                  <a:pt x="717" y="1408"/>
                </a:lnTo>
                <a:lnTo>
                  <a:pt x="716" y="1409"/>
                </a:lnTo>
                <a:lnTo>
                  <a:pt x="715" y="1409"/>
                </a:lnTo>
                <a:lnTo>
                  <a:pt x="714" y="1409"/>
                </a:lnTo>
                <a:lnTo>
                  <a:pt x="713" y="1409"/>
                </a:lnTo>
                <a:lnTo>
                  <a:pt x="712" y="1409"/>
                </a:lnTo>
                <a:lnTo>
                  <a:pt x="711" y="1410"/>
                </a:lnTo>
                <a:lnTo>
                  <a:pt x="711" y="1411"/>
                </a:lnTo>
                <a:lnTo>
                  <a:pt x="710" y="1412"/>
                </a:lnTo>
                <a:lnTo>
                  <a:pt x="709" y="1413"/>
                </a:lnTo>
                <a:lnTo>
                  <a:pt x="708" y="1413"/>
                </a:lnTo>
                <a:lnTo>
                  <a:pt x="708" y="1412"/>
                </a:lnTo>
                <a:lnTo>
                  <a:pt x="707" y="1412"/>
                </a:lnTo>
                <a:lnTo>
                  <a:pt x="706" y="1410"/>
                </a:lnTo>
                <a:lnTo>
                  <a:pt x="705" y="1410"/>
                </a:lnTo>
                <a:lnTo>
                  <a:pt x="704" y="1410"/>
                </a:lnTo>
                <a:lnTo>
                  <a:pt x="703" y="1409"/>
                </a:lnTo>
                <a:lnTo>
                  <a:pt x="703" y="1408"/>
                </a:lnTo>
                <a:lnTo>
                  <a:pt x="702" y="1406"/>
                </a:lnTo>
                <a:lnTo>
                  <a:pt x="701" y="1405"/>
                </a:lnTo>
                <a:lnTo>
                  <a:pt x="700" y="1405"/>
                </a:lnTo>
                <a:lnTo>
                  <a:pt x="699" y="1405"/>
                </a:lnTo>
                <a:lnTo>
                  <a:pt x="698" y="1404"/>
                </a:lnTo>
                <a:lnTo>
                  <a:pt x="696" y="1404"/>
                </a:lnTo>
                <a:lnTo>
                  <a:pt x="695" y="1403"/>
                </a:lnTo>
                <a:lnTo>
                  <a:pt x="695" y="1404"/>
                </a:lnTo>
                <a:lnTo>
                  <a:pt x="694" y="1404"/>
                </a:lnTo>
                <a:lnTo>
                  <a:pt x="694" y="1405"/>
                </a:lnTo>
                <a:lnTo>
                  <a:pt x="693" y="1405"/>
                </a:lnTo>
                <a:lnTo>
                  <a:pt x="692" y="1406"/>
                </a:lnTo>
                <a:lnTo>
                  <a:pt x="692" y="1405"/>
                </a:lnTo>
                <a:lnTo>
                  <a:pt x="691" y="1405"/>
                </a:lnTo>
                <a:lnTo>
                  <a:pt x="691" y="1406"/>
                </a:lnTo>
                <a:lnTo>
                  <a:pt x="691" y="1407"/>
                </a:lnTo>
                <a:lnTo>
                  <a:pt x="691" y="1408"/>
                </a:lnTo>
                <a:lnTo>
                  <a:pt x="689" y="1408"/>
                </a:lnTo>
                <a:lnTo>
                  <a:pt x="688" y="1408"/>
                </a:lnTo>
                <a:lnTo>
                  <a:pt x="687" y="1407"/>
                </a:lnTo>
                <a:lnTo>
                  <a:pt x="686" y="1406"/>
                </a:lnTo>
                <a:lnTo>
                  <a:pt x="686" y="1405"/>
                </a:lnTo>
                <a:lnTo>
                  <a:pt x="686" y="1404"/>
                </a:lnTo>
                <a:lnTo>
                  <a:pt x="685" y="1404"/>
                </a:lnTo>
                <a:lnTo>
                  <a:pt x="684" y="1404"/>
                </a:lnTo>
                <a:lnTo>
                  <a:pt x="683" y="1404"/>
                </a:lnTo>
                <a:lnTo>
                  <a:pt x="682" y="1404"/>
                </a:lnTo>
                <a:lnTo>
                  <a:pt x="681" y="1401"/>
                </a:lnTo>
                <a:lnTo>
                  <a:pt x="681" y="1400"/>
                </a:lnTo>
                <a:lnTo>
                  <a:pt x="680" y="1399"/>
                </a:lnTo>
                <a:lnTo>
                  <a:pt x="679" y="1399"/>
                </a:lnTo>
                <a:lnTo>
                  <a:pt x="678" y="1399"/>
                </a:lnTo>
                <a:lnTo>
                  <a:pt x="677" y="1399"/>
                </a:lnTo>
                <a:lnTo>
                  <a:pt x="677" y="1400"/>
                </a:lnTo>
                <a:lnTo>
                  <a:pt x="676" y="1400"/>
                </a:lnTo>
                <a:lnTo>
                  <a:pt x="675" y="1400"/>
                </a:lnTo>
                <a:lnTo>
                  <a:pt x="674" y="1400"/>
                </a:lnTo>
                <a:lnTo>
                  <a:pt x="672" y="1401"/>
                </a:lnTo>
                <a:lnTo>
                  <a:pt x="671" y="1401"/>
                </a:lnTo>
                <a:lnTo>
                  <a:pt x="671" y="1403"/>
                </a:lnTo>
                <a:lnTo>
                  <a:pt x="671" y="1402"/>
                </a:lnTo>
                <a:lnTo>
                  <a:pt x="670" y="1402"/>
                </a:lnTo>
                <a:lnTo>
                  <a:pt x="670" y="1401"/>
                </a:lnTo>
                <a:lnTo>
                  <a:pt x="669" y="1400"/>
                </a:lnTo>
                <a:lnTo>
                  <a:pt x="668" y="1400"/>
                </a:lnTo>
                <a:lnTo>
                  <a:pt x="667" y="1400"/>
                </a:lnTo>
                <a:lnTo>
                  <a:pt x="666" y="1400"/>
                </a:lnTo>
                <a:lnTo>
                  <a:pt x="666" y="1399"/>
                </a:lnTo>
                <a:lnTo>
                  <a:pt x="665" y="1399"/>
                </a:lnTo>
                <a:lnTo>
                  <a:pt x="664" y="1399"/>
                </a:lnTo>
                <a:lnTo>
                  <a:pt x="663" y="1400"/>
                </a:lnTo>
                <a:lnTo>
                  <a:pt x="663" y="1401"/>
                </a:lnTo>
                <a:lnTo>
                  <a:pt x="662" y="1401"/>
                </a:lnTo>
                <a:lnTo>
                  <a:pt x="662" y="1400"/>
                </a:lnTo>
                <a:lnTo>
                  <a:pt x="662" y="1399"/>
                </a:lnTo>
                <a:lnTo>
                  <a:pt x="662" y="1398"/>
                </a:lnTo>
                <a:lnTo>
                  <a:pt x="662" y="1397"/>
                </a:lnTo>
                <a:lnTo>
                  <a:pt x="663" y="1397"/>
                </a:lnTo>
                <a:lnTo>
                  <a:pt x="663" y="1396"/>
                </a:lnTo>
                <a:lnTo>
                  <a:pt x="663" y="1395"/>
                </a:lnTo>
                <a:lnTo>
                  <a:pt x="662" y="1395"/>
                </a:lnTo>
                <a:lnTo>
                  <a:pt x="661" y="1395"/>
                </a:lnTo>
                <a:lnTo>
                  <a:pt x="662" y="1394"/>
                </a:lnTo>
                <a:lnTo>
                  <a:pt x="662" y="1393"/>
                </a:lnTo>
                <a:lnTo>
                  <a:pt x="662" y="1391"/>
                </a:lnTo>
                <a:lnTo>
                  <a:pt x="661" y="1391"/>
                </a:lnTo>
                <a:lnTo>
                  <a:pt x="660" y="1391"/>
                </a:lnTo>
                <a:lnTo>
                  <a:pt x="658" y="1389"/>
                </a:lnTo>
                <a:lnTo>
                  <a:pt x="659" y="1387"/>
                </a:lnTo>
                <a:lnTo>
                  <a:pt x="659" y="1386"/>
                </a:lnTo>
                <a:lnTo>
                  <a:pt x="658" y="1385"/>
                </a:lnTo>
                <a:lnTo>
                  <a:pt x="658" y="1384"/>
                </a:lnTo>
                <a:lnTo>
                  <a:pt x="658" y="1383"/>
                </a:lnTo>
                <a:lnTo>
                  <a:pt x="657" y="1383"/>
                </a:lnTo>
                <a:lnTo>
                  <a:pt x="655" y="1381"/>
                </a:lnTo>
                <a:lnTo>
                  <a:pt x="654" y="1381"/>
                </a:lnTo>
                <a:lnTo>
                  <a:pt x="652" y="1381"/>
                </a:lnTo>
                <a:lnTo>
                  <a:pt x="651" y="1380"/>
                </a:lnTo>
                <a:lnTo>
                  <a:pt x="650" y="1379"/>
                </a:lnTo>
                <a:lnTo>
                  <a:pt x="649" y="1379"/>
                </a:lnTo>
                <a:lnTo>
                  <a:pt x="648" y="1378"/>
                </a:lnTo>
                <a:lnTo>
                  <a:pt x="647" y="1378"/>
                </a:lnTo>
                <a:lnTo>
                  <a:pt x="646" y="1379"/>
                </a:lnTo>
                <a:lnTo>
                  <a:pt x="646" y="1378"/>
                </a:lnTo>
                <a:lnTo>
                  <a:pt x="646" y="1377"/>
                </a:lnTo>
                <a:lnTo>
                  <a:pt x="645" y="1377"/>
                </a:lnTo>
                <a:lnTo>
                  <a:pt x="645" y="1376"/>
                </a:lnTo>
                <a:lnTo>
                  <a:pt x="644" y="1376"/>
                </a:lnTo>
                <a:lnTo>
                  <a:pt x="643" y="1376"/>
                </a:lnTo>
                <a:lnTo>
                  <a:pt x="642" y="1376"/>
                </a:lnTo>
                <a:lnTo>
                  <a:pt x="642" y="1375"/>
                </a:lnTo>
                <a:lnTo>
                  <a:pt x="641" y="1375"/>
                </a:lnTo>
                <a:lnTo>
                  <a:pt x="639" y="1375"/>
                </a:lnTo>
                <a:lnTo>
                  <a:pt x="638" y="1375"/>
                </a:lnTo>
                <a:lnTo>
                  <a:pt x="637" y="1375"/>
                </a:lnTo>
                <a:lnTo>
                  <a:pt x="636" y="1376"/>
                </a:lnTo>
                <a:lnTo>
                  <a:pt x="635" y="1376"/>
                </a:lnTo>
                <a:lnTo>
                  <a:pt x="634" y="1376"/>
                </a:lnTo>
                <a:lnTo>
                  <a:pt x="633" y="1376"/>
                </a:lnTo>
                <a:lnTo>
                  <a:pt x="633" y="1375"/>
                </a:lnTo>
                <a:lnTo>
                  <a:pt x="632" y="1375"/>
                </a:lnTo>
                <a:lnTo>
                  <a:pt x="632" y="1374"/>
                </a:lnTo>
                <a:lnTo>
                  <a:pt x="630" y="1374"/>
                </a:lnTo>
                <a:lnTo>
                  <a:pt x="629" y="1375"/>
                </a:lnTo>
                <a:lnTo>
                  <a:pt x="628" y="1378"/>
                </a:lnTo>
                <a:lnTo>
                  <a:pt x="627" y="1379"/>
                </a:lnTo>
                <a:lnTo>
                  <a:pt x="626" y="1379"/>
                </a:lnTo>
                <a:lnTo>
                  <a:pt x="626" y="1378"/>
                </a:lnTo>
                <a:lnTo>
                  <a:pt x="625" y="1378"/>
                </a:lnTo>
                <a:lnTo>
                  <a:pt x="625" y="1379"/>
                </a:lnTo>
                <a:lnTo>
                  <a:pt x="625" y="1380"/>
                </a:lnTo>
                <a:lnTo>
                  <a:pt x="625" y="1381"/>
                </a:lnTo>
                <a:lnTo>
                  <a:pt x="624" y="1382"/>
                </a:lnTo>
                <a:lnTo>
                  <a:pt x="624" y="1383"/>
                </a:lnTo>
                <a:lnTo>
                  <a:pt x="623" y="1383"/>
                </a:lnTo>
                <a:lnTo>
                  <a:pt x="624" y="1383"/>
                </a:lnTo>
                <a:lnTo>
                  <a:pt x="623" y="1384"/>
                </a:lnTo>
                <a:lnTo>
                  <a:pt x="622" y="1384"/>
                </a:lnTo>
                <a:lnTo>
                  <a:pt x="621" y="1384"/>
                </a:lnTo>
                <a:lnTo>
                  <a:pt x="621" y="1385"/>
                </a:lnTo>
                <a:lnTo>
                  <a:pt x="620" y="1386"/>
                </a:lnTo>
                <a:lnTo>
                  <a:pt x="619" y="1386"/>
                </a:lnTo>
                <a:lnTo>
                  <a:pt x="618" y="1386"/>
                </a:lnTo>
                <a:lnTo>
                  <a:pt x="617" y="1387"/>
                </a:lnTo>
                <a:lnTo>
                  <a:pt x="616" y="1387"/>
                </a:lnTo>
                <a:lnTo>
                  <a:pt x="615" y="1387"/>
                </a:lnTo>
                <a:lnTo>
                  <a:pt x="614" y="1388"/>
                </a:lnTo>
                <a:lnTo>
                  <a:pt x="613" y="1388"/>
                </a:lnTo>
                <a:lnTo>
                  <a:pt x="613" y="1389"/>
                </a:lnTo>
                <a:lnTo>
                  <a:pt x="613" y="1390"/>
                </a:lnTo>
                <a:lnTo>
                  <a:pt x="612" y="1390"/>
                </a:lnTo>
                <a:lnTo>
                  <a:pt x="612" y="1391"/>
                </a:lnTo>
                <a:lnTo>
                  <a:pt x="611" y="1391"/>
                </a:lnTo>
                <a:lnTo>
                  <a:pt x="611" y="1390"/>
                </a:lnTo>
                <a:lnTo>
                  <a:pt x="610" y="1390"/>
                </a:lnTo>
                <a:lnTo>
                  <a:pt x="608" y="1390"/>
                </a:lnTo>
                <a:lnTo>
                  <a:pt x="608" y="1391"/>
                </a:lnTo>
                <a:lnTo>
                  <a:pt x="607" y="1392"/>
                </a:lnTo>
                <a:lnTo>
                  <a:pt x="605" y="1392"/>
                </a:lnTo>
                <a:lnTo>
                  <a:pt x="604" y="1392"/>
                </a:lnTo>
                <a:lnTo>
                  <a:pt x="604" y="1391"/>
                </a:lnTo>
                <a:lnTo>
                  <a:pt x="604" y="1389"/>
                </a:lnTo>
                <a:lnTo>
                  <a:pt x="603" y="1388"/>
                </a:lnTo>
                <a:lnTo>
                  <a:pt x="603" y="1387"/>
                </a:lnTo>
                <a:lnTo>
                  <a:pt x="603" y="1386"/>
                </a:lnTo>
                <a:lnTo>
                  <a:pt x="602" y="1386"/>
                </a:lnTo>
                <a:lnTo>
                  <a:pt x="600" y="1386"/>
                </a:lnTo>
                <a:lnTo>
                  <a:pt x="600" y="1387"/>
                </a:lnTo>
                <a:lnTo>
                  <a:pt x="599" y="1386"/>
                </a:lnTo>
                <a:lnTo>
                  <a:pt x="598" y="1386"/>
                </a:lnTo>
                <a:lnTo>
                  <a:pt x="598" y="1383"/>
                </a:lnTo>
                <a:lnTo>
                  <a:pt x="599" y="1382"/>
                </a:lnTo>
                <a:lnTo>
                  <a:pt x="599" y="1380"/>
                </a:lnTo>
                <a:lnTo>
                  <a:pt x="598" y="1379"/>
                </a:lnTo>
                <a:lnTo>
                  <a:pt x="598" y="1378"/>
                </a:lnTo>
                <a:lnTo>
                  <a:pt x="597" y="1378"/>
                </a:lnTo>
                <a:lnTo>
                  <a:pt x="597" y="1377"/>
                </a:lnTo>
                <a:lnTo>
                  <a:pt x="597" y="1376"/>
                </a:lnTo>
                <a:lnTo>
                  <a:pt x="597" y="1375"/>
                </a:lnTo>
                <a:lnTo>
                  <a:pt x="598" y="1375"/>
                </a:lnTo>
                <a:lnTo>
                  <a:pt x="597" y="1375"/>
                </a:lnTo>
                <a:lnTo>
                  <a:pt x="596" y="1374"/>
                </a:lnTo>
                <a:lnTo>
                  <a:pt x="595" y="1373"/>
                </a:lnTo>
                <a:lnTo>
                  <a:pt x="594" y="1373"/>
                </a:lnTo>
                <a:lnTo>
                  <a:pt x="593" y="1374"/>
                </a:lnTo>
                <a:lnTo>
                  <a:pt x="592" y="1374"/>
                </a:lnTo>
                <a:lnTo>
                  <a:pt x="591" y="1374"/>
                </a:lnTo>
                <a:lnTo>
                  <a:pt x="590" y="1374"/>
                </a:lnTo>
                <a:lnTo>
                  <a:pt x="590" y="1373"/>
                </a:lnTo>
                <a:lnTo>
                  <a:pt x="589" y="1373"/>
                </a:lnTo>
                <a:lnTo>
                  <a:pt x="588" y="1374"/>
                </a:lnTo>
                <a:lnTo>
                  <a:pt x="588" y="1376"/>
                </a:lnTo>
                <a:lnTo>
                  <a:pt x="587" y="1376"/>
                </a:lnTo>
                <a:lnTo>
                  <a:pt x="585" y="1376"/>
                </a:lnTo>
                <a:lnTo>
                  <a:pt x="585" y="1377"/>
                </a:lnTo>
                <a:lnTo>
                  <a:pt x="584" y="1378"/>
                </a:lnTo>
                <a:lnTo>
                  <a:pt x="584" y="1379"/>
                </a:lnTo>
                <a:lnTo>
                  <a:pt x="583" y="1379"/>
                </a:lnTo>
                <a:lnTo>
                  <a:pt x="582" y="1378"/>
                </a:lnTo>
                <a:lnTo>
                  <a:pt x="582" y="1376"/>
                </a:lnTo>
                <a:lnTo>
                  <a:pt x="582" y="1375"/>
                </a:lnTo>
                <a:lnTo>
                  <a:pt x="581" y="1375"/>
                </a:lnTo>
                <a:lnTo>
                  <a:pt x="581" y="1374"/>
                </a:lnTo>
                <a:lnTo>
                  <a:pt x="580" y="1373"/>
                </a:lnTo>
                <a:lnTo>
                  <a:pt x="579" y="1372"/>
                </a:lnTo>
                <a:lnTo>
                  <a:pt x="579" y="1371"/>
                </a:lnTo>
                <a:lnTo>
                  <a:pt x="578" y="1371"/>
                </a:lnTo>
                <a:lnTo>
                  <a:pt x="577" y="1369"/>
                </a:lnTo>
                <a:lnTo>
                  <a:pt x="576" y="1369"/>
                </a:lnTo>
                <a:lnTo>
                  <a:pt x="574" y="1368"/>
                </a:lnTo>
                <a:lnTo>
                  <a:pt x="574" y="1367"/>
                </a:lnTo>
                <a:lnTo>
                  <a:pt x="573" y="1368"/>
                </a:lnTo>
                <a:lnTo>
                  <a:pt x="572" y="1368"/>
                </a:lnTo>
                <a:lnTo>
                  <a:pt x="572" y="1367"/>
                </a:lnTo>
                <a:lnTo>
                  <a:pt x="573" y="1365"/>
                </a:lnTo>
                <a:lnTo>
                  <a:pt x="573" y="1364"/>
                </a:lnTo>
                <a:lnTo>
                  <a:pt x="573" y="1363"/>
                </a:lnTo>
                <a:lnTo>
                  <a:pt x="574" y="1363"/>
                </a:lnTo>
                <a:lnTo>
                  <a:pt x="574" y="1362"/>
                </a:lnTo>
                <a:lnTo>
                  <a:pt x="573" y="1362"/>
                </a:lnTo>
                <a:lnTo>
                  <a:pt x="573" y="1361"/>
                </a:lnTo>
                <a:lnTo>
                  <a:pt x="572" y="1361"/>
                </a:lnTo>
                <a:lnTo>
                  <a:pt x="571" y="1361"/>
                </a:lnTo>
                <a:lnTo>
                  <a:pt x="571" y="1360"/>
                </a:lnTo>
                <a:lnTo>
                  <a:pt x="572" y="1360"/>
                </a:lnTo>
                <a:lnTo>
                  <a:pt x="572" y="1359"/>
                </a:lnTo>
                <a:lnTo>
                  <a:pt x="571" y="1358"/>
                </a:lnTo>
                <a:lnTo>
                  <a:pt x="570" y="1358"/>
                </a:lnTo>
                <a:lnTo>
                  <a:pt x="569" y="1358"/>
                </a:lnTo>
                <a:lnTo>
                  <a:pt x="569" y="1357"/>
                </a:lnTo>
                <a:lnTo>
                  <a:pt x="568" y="1357"/>
                </a:lnTo>
                <a:lnTo>
                  <a:pt x="567" y="1357"/>
                </a:lnTo>
                <a:lnTo>
                  <a:pt x="566" y="1357"/>
                </a:lnTo>
                <a:lnTo>
                  <a:pt x="566" y="1356"/>
                </a:lnTo>
                <a:lnTo>
                  <a:pt x="565" y="1355"/>
                </a:lnTo>
                <a:lnTo>
                  <a:pt x="564" y="1354"/>
                </a:lnTo>
                <a:lnTo>
                  <a:pt x="564" y="1352"/>
                </a:lnTo>
                <a:lnTo>
                  <a:pt x="564" y="1351"/>
                </a:lnTo>
                <a:lnTo>
                  <a:pt x="564" y="1350"/>
                </a:lnTo>
                <a:lnTo>
                  <a:pt x="564" y="1349"/>
                </a:lnTo>
                <a:lnTo>
                  <a:pt x="563" y="1348"/>
                </a:lnTo>
                <a:lnTo>
                  <a:pt x="562" y="1348"/>
                </a:lnTo>
                <a:lnTo>
                  <a:pt x="561" y="1349"/>
                </a:lnTo>
                <a:lnTo>
                  <a:pt x="560" y="1349"/>
                </a:lnTo>
                <a:lnTo>
                  <a:pt x="559" y="1349"/>
                </a:lnTo>
                <a:lnTo>
                  <a:pt x="559" y="1348"/>
                </a:lnTo>
                <a:lnTo>
                  <a:pt x="558" y="1348"/>
                </a:lnTo>
                <a:lnTo>
                  <a:pt x="558" y="1349"/>
                </a:lnTo>
                <a:lnTo>
                  <a:pt x="557" y="1349"/>
                </a:lnTo>
                <a:lnTo>
                  <a:pt x="556" y="1348"/>
                </a:lnTo>
                <a:lnTo>
                  <a:pt x="555" y="1347"/>
                </a:lnTo>
                <a:lnTo>
                  <a:pt x="555" y="1346"/>
                </a:lnTo>
                <a:lnTo>
                  <a:pt x="554" y="1346"/>
                </a:lnTo>
                <a:lnTo>
                  <a:pt x="553" y="1346"/>
                </a:lnTo>
                <a:lnTo>
                  <a:pt x="552" y="1346"/>
                </a:lnTo>
                <a:lnTo>
                  <a:pt x="552" y="1345"/>
                </a:lnTo>
                <a:lnTo>
                  <a:pt x="551" y="1345"/>
                </a:lnTo>
                <a:lnTo>
                  <a:pt x="550" y="1346"/>
                </a:lnTo>
                <a:lnTo>
                  <a:pt x="549" y="1348"/>
                </a:lnTo>
                <a:lnTo>
                  <a:pt x="548" y="1350"/>
                </a:lnTo>
                <a:lnTo>
                  <a:pt x="547" y="1350"/>
                </a:lnTo>
                <a:lnTo>
                  <a:pt x="546" y="1350"/>
                </a:lnTo>
                <a:lnTo>
                  <a:pt x="545" y="1350"/>
                </a:lnTo>
                <a:lnTo>
                  <a:pt x="544" y="1350"/>
                </a:lnTo>
                <a:lnTo>
                  <a:pt x="543" y="1350"/>
                </a:lnTo>
                <a:lnTo>
                  <a:pt x="542" y="1349"/>
                </a:lnTo>
                <a:lnTo>
                  <a:pt x="541" y="1349"/>
                </a:lnTo>
                <a:lnTo>
                  <a:pt x="541" y="1350"/>
                </a:lnTo>
                <a:lnTo>
                  <a:pt x="540" y="1350"/>
                </a:lnTo>
                <a:lnTo>
                  <a:pt x="540" y="1351"/>
                </a:lnTo>
                <a:lnTo>
                  <a:pt x="538" y="1351"/>
                </a:lnTo>
                <a:lnTo>
                  <a:pt x="537" y="1350"/>
                </a:lnTo>
                <a:lnTo>
                  <a:pt x="536" y="1350"/>
                </a:lnTo>
                <a:lnTo>
                  <a:pt x="536" y="1351"/>
                </a:lnTo>
                <a:lnTo>
                  <a:pt x="535" y="1351"/>
                </a:lnTo>
                <a:lnTo>
                  <a:pt x="535" y="1352"/>
                </a:lnTo>
                <a:lnTo>
                  <a:pt x="534" y="1352"/>
                </a:lnTo>
                <a:lnTo>
                  <a:pt x="533" y="1352"/>
                </a:lnTo>
                <a:lnTo>
                  <a:pt x="532" y="1352"/>
                </a:lnTo>
                <a:lnTo>
                  <a:pt x="532" y="1351"/>
                </a:lnTo>
                <a:lnTo>
                  <a:pt x="531" y="1351"/>
                </a:lnTo>
                <a:lnTo>
                  <a:pt x="531" y="1350"/>
                </a:lnTo>
                <a:lnTo>
                  <a:pt x="531" y="1349"/>
                </a:lnTo>
                <a:lnTo>
                  <a:pt x="531" y="1348"/>
                </a:lnTo>
                <a:lnTo>
                  <a:pt x="531" y="1347"/>
                </a:lnTo>
                <a:lnTo>
                  <a:pt x="530" y="1346"/>
                </a:lnTo>
                <a:lnTo>
                  <a:pt x="530" y="1344"/>
                </a:lnTo>
                <a:lnTo>
                  <a:pt x="530" y="1343"/>
                </a:lnTo>
                <a:lnTo>
                  <a:pt x="530" y="1342"/>
                </a:lnTo>
                <a:lnTo>
                  <a:pt x="529" y="1342"/>
                </a:lnTo>
                <a:lnTo>
                  <a:pt x="529" y="1341"/>
                </a:lnTo>
                <a:lnTo>
                  <a:pt x="530" y="1340"/>
                </a:lnTo>
                <a:lnTo>
                  <a:pt x="531" y="1338"/>
                </a:lnTo>
                <a:lnTo>
                  <a:pt x="531" y="1337"/>
                </a:lnTo>
                <a:lnTo>
                  <a:pt x="530" y="1337"/>
                </a:lnTo>
                <a:lnTo>
                  <a:pt x="529" y="1337"/>
                </a:lnTo>
                <a:lnTo>
                  <a:pt x="527" y="1336"/>
                </a:lnTo>
                <a:lnTo>
                  <a:pt x="527" y="1335"/>
                </a:lnTo>
                <a:lnTo>
                  <a:pt x="527" y="1334"/>
                </a:lnTo>
                <a:lnTo>
                  <a:pt x="527" y="1333"/>
                </a:lnTo>
                <a:lnTo>
                  <a:pt x="527" y="1330"/>
                </a:lnTo>
                <a:lnTo>
                  <a:pt x="527" y="1329"/>
                </a:lnTo>
                <a:lnTo>
                  <a:pt x="527" y="1328"/>
                </a:lnTo>
                <a:lnTo>
                  <a:pt x="526" y="1328"/>
                </a:lnTo>
                <a:lnTo>
                  <a:pt x="525" y="1327"/>
                </a:lnTo>
                <a:lnTo>
                  <a:pt x="524" y="1327"/>
                </a:lnTo>
                <a:lnTo>
                  <a:pt x="523" y="1328"/>
                </a:lnTo>
                <a:lnTo>
                  <a:pt x="522" y="1328"/>
                </a:lnTo>
                <a:lnTo>
                  <a:pt x="522" y="1329"/>
                </a:lnTo>
                <a:lnTo>
                  <a:pt x="521" y="1330"/>
                </a:lnTo>
                <a:lnTo>
                  <a:pt x="521" y="1331"/>
                </a:lnTo>
                <a:lnTo>
                  <a:pt x="520" y="1331"/>
                </a:lnTo>
                <a:lnTo>
                  <a:pt x="519" y="1331"/>
                </a:lnTo>
                <a:lnTo>
                  <a:pt x="518" y="1331"/>
                </a:lnTo>
                <a:lnTo>
                  <a:pt x="518" y="1332"/>
                </a:lnTo>
                <a:lnTo>
                  <a:pt x="517" y="1332"/>
                </a:lnTo>
                <a:lnTo>
                  <a:pt x="517" y="1331"/>
                </a:lnTo>
                <a:lnTo>
                  <a:pt x="516" y="1331"/>
                </a:lnTo>
                <a:lnTo>
                  <a:pt x="515" y="1332"/>
                </a:lnTo>
                <a:lnTo>
                  <a:pt x="514" y="1331"/>
                </a:lnTo>
                <a:lnTo>
                  <a:pt x="513" y="1330"/>
                </a:lnTo>
                <a:lnTo>
                  <a:pt x="512" y="1330"/>
                </a:lnTo>
                <a:lnTo>
                  <a:pt x="512" y="1331"/>
                </a:lnTo>
                <a:lnTo>
                  <a:pt x="511" y="1332"/>
                </a:lnTo>
                <a:lnTo>
                  <a:pt x="510" y="1332"/>
                </a:lnTo>
                <a:lnTo>
                  <a:pt x="509" y="1332"/>
                </a:lnTo>
                <a:lnTo>
                  <a:pt x="509" y="1333"/>
                </a:lnTo>
                <a:lnTo>
                  <a:pt x="508" y="1332"/>
                </a:lnTo>
                <a:lnTo>
                  <a:pt x="507" y="1332"/>
                </a:lnTo>
                <a:lnTo>
                  <a:pt x="507" y="1331"/>
                </a:lnTo>
                <a:lnTo>
                  <a:pt x="506" y="1331"/>
                </a:lnTo>
                <a:lnTo>
                  <a:pt x="505" y="1331"/>
                </a:lnTo>
                <a:lnTo>
                  <a:pt x="505" y="1332"/>
                </a:lnTo>
                <a:lnTo>
                  <a:pt x="504" y="1332"/>
                </a:lnTo>
                <a:lnTo>
                  <a:pt x="503" y="1332"/>
                </a:lnTo>
                <a:lnTo>
                  <a:pt x="503" y="1331"/>
                </a:lnTo>
                <a:lnTo>
                  <a:pt x="502" y="1332"/>
                </a:lnTo>
                <a:lnTo>
                  <a:pt x="502" y="1334"/>
                </a:lnTo>
                <a:lnTo>
                  <a:pt x="500" y="1333"/>
                </a:lnTo>
                <a:lnTo>
                  <a:pt x="500" y="1332"/>
                </a:lnTo>
                <a:lnTo>
                  <a:pt x="499" y="1331"/>
                </a:lnTo>
                <a:lnTo>
                  <a:pt x="498" y="1330"/>
                </a:lnTo>
                <a:lnTo>
                  <a:pt x="497" y="1330"/>
                </a:lnTo>
                <a:lnTo>
                  <a:pt x="495" y="1328"/>
                </a:lnTo>
                <a:lnTo>
                  <a:pt x="495" y="1327"/>
                </a:lnTo>
                <a:lnTo>
                  <a:pt x="495" y="1326"/>
                </a:lnTo>
                <a:lnTo>
                  <a:pt x="494" y="1326"/>
                </a:lnTo>
                <a:lnTo>
                  <a:pt x="492" y="1326"/>
                </a:lnTo>
                <a:lnTo>
                  <a:pt x="490" y="1326"/>
                </a:lnTo>
                <a:lnTo>
                  <a:pt x="489" y="1326"/>
                </a:lnTo>
                <a:lnTo>
                  <a:pt x="488" y="1327"/>
                </a:lnTo>
                <a:lnTo>
                  <a:pt x="487" y="1327"/>
                </a:lnTo>
                <a:lnTo>
                  <a:pt x="487" y="1326"/>
                </a:lnTo>
                <a:lnTo>
                  <a:pt x="486" y="1326"/>
                </a:lnTo>
                <a:lnTo>
                  <a:pt x="485" y="1325"/>
                </a:lnTo>
                <a:lnTo>
                  <a:pt x="484" y="1324"/>
                </a:lnTo>
                <a:lnTo>
                  <a:pt x="483" y="1322"/>
                </a:lnTo>
                <a:lnTo>
                  <a:pt x="483" y="1321"/>
                </a:lnTo>
                <a:lnTo>
                  <a:pt x="482" y="1321"/>
                </a:lnTo>
                <a:lnTo>
                  <a:pt x="481" y="1322"/>
                </a:lnTo>
                <a:lnTo>
                  <a:pt x="480" y="1321"/>
                </a:lnTo>
                <a:lnTo>
                  <a:pt x="480" y="1320"/>
                </a:lnTo>
                <a:lnTo>
                  <a:pt x="478" y="1320"/>
                </a:lnTo>
                <a:lnTo>
                  <a:pt x="477" y="1320"/>
                </a:lnTo>
                <a:lnTo>
                  <a:pt x="477" y="1319"/>
                </a:lnTo>
                <a:lnTo>
                  <a:pt x="476" y="1319"/>
                </a:lnTo>
                <a:lnTo>
                  <a:pt x="476" y="1318"/>
                </a:lnTo>
                <a:lnTo>
                  <a:pt x="475" y="1318"/>
                </a:lnTo>
                <a:lnTo>
                  <a:pt x="473" y="1316"/>
                </a:lnTo>
                <a:lnTo>
                  <a:pt x="472" y="1316"/>
                </a:lnTo>
                <a:lnTo>
                  <a:pt x="471" y="1317"/>
                </a:lnTo>
                <a:lnTo>
                  <a:pt x="470" y="1318"/>
                </a:lnTo>
                <a:lnTo>
                  <a:pt x="470" y="1319"/>
                </a:lnTo>
                <a:lnTo>
                  <a:pt x="470" y="1320"/>
                </a:lnTo>
                <a:lnTo>
                  <a:pt x="468" y="1322"/>
                </a:lnTo>
                <a:lnTo>
                  <a:pt x="467" y="1322"/>
                </a:lnTo>
                <a:lnTo>
                  <a:pt x="466" y="1323"/>
                </a:lnTo>
                <a:lnTo>
                  <a:pt x="465" y="1324"/>
                </a:lnTo>
                <a:lnTo>
                  <a:pt x="464" y="1324"/>
                </a:lnTo>
                <a:lnTo>
                  <a:pt x="463" y="1324"/>
                </a:lnTo>
                <a:lnTo>
                  <a:pt x="462" y="1324"/>
                </a:lnTo>
                <a:lnTo>
                  <a:pt x="461" y="1323"/>
                </a:lnTo>
                <a:lnTo>
                  <a:pt x="462" y="1322"/>
                </a:lnTo>
                <a:lnTo>
                  <a:pt x="461" y="1321"/>
                </a:lnTo>
                <a:lnTo>
                  <a:pt x="460" y="1321"/>
                </a:lnTo>
                <a:lnTo>
                  <a:pt x="459" y="1322"/>
                </a:lnTo>
                <a:lnTo>
                  <a:pt x="458" y="1322"/>
                </a:lnTo>
                <a:lnTo>
                  <a:pt x="457" y="1321"/>
                </a:lnTo>
                <a:lnTo>
                  <a:pt x="457" y="1320"/>
                </a:lnTo>
                <a:lnTo>
                  <a:pt x="457" y="1319"/>
                </a:lnTo>
                <a:lnTo>
                  <a:pt x="457" y="1318"/>
                </a:lnTo>
                <a:lnTo>
                  <a:pt x="456" y="1318"/>
                </a:lnTo>
                <a:lnTo>
                  <a:pt x="456" y="1319"/>
                </a:lnTo>
                <a:lnTo>
                  <a:pt x="456" y="1320"/>
                </a:lnTo>
                <a:lnTo>
                  <a:pt x="455" y="1320"/>
                </a:lnTo>
                <a:lnTo>
                  <a:pt x="454" y="1319"/>
                </a:lnTo>
                <a:lnTo>
                  <a:pt x="454" y="1318"/>
                </a:lnTo>
                <a:lnTo>
                  <a:pt x="453" y="1318"/>
                </a:lnTo>
                <a:lnTo>
                  <a:pt x="452" y="1318"/>
                </a:lnTo>
                <a:lnTo>
                  <a:pt x="452" y="1319"/>
                </a:lnTo>
                <a:lnTo>
                  <a:pt x="452" y="1320"/>
                </a:lnTo>
                <a:lnTo>
                  <a:pt x="451" y="1320"/>
                </a:lnTo>
                <a:lnTo>
                  <a:pt x="450" y="1320"/>
                </a:lnTo>
                <a:lnTo>
                  <a:pt x="449" y="1320"/>
                </a:lnTo>
                <a:lnTo>
                  <a:pt x="449" y="1319"/>
                </a:lnTo>
                <a:lnTo>
                  <a:pt x="448" y="1319"/>
                </a:lnTo>
                <a:lnTo>
                  <a:pt x="448" y="1318"/>
                </a:lnTo>
                <a:lnTo>
                  <a:pt x="447" y="1318"/>
                </a:lnTo>
                <a:lnTo>
                  <a:pt x="446" y="1318"/>
                </a:lnTo>
                <a:lnTo>
                  <a:pt x="445" y="1318"/>
                </a:lnTo>
                <a:lnTo>
                  <a:pt x="445" y="1319"/>
                </a:lnTo>
                <a:lnTo>
                  <a:pt x="444" y="1319"/>
                </a:lnTo>
                <a:lnTo>
                  <a:pt x="444" y="1318"/>
                </a:lnTo>
                <a:lnTo>
                  <a:pt x="443" y="1317"/>
                </a:lnTo>
                <a:lnTo>
                  <a:pt x="441" y="1316"/>
                </a:lnTo>
                <a:lnTo>
                  <a:pt x="441" y="1317"/>
                </a:lnTo>
                <a:lnTo>
                  <a:pt x="440" y="1317"/>
                </a:lnTo>
                <a:lnTo>
                  <a:pt x="440" y="1316"/>
                </a:lnTo>
                <a:lnTo>
                  <a:pt x="439" y="1316"/>
                </a:lnTo>
                <a:lnTo>
                  <a:pt x="438" y="1316"/>
                </a:lnTo>
                <a:lnTo>
                  <a:pt x="437" y="1316"/>
                </a:lnTo>
                <a:lnTo>
                  <a:pt x="437" y="1315"/>
                </a:lnTo>
                <a:lnTo>
                  <a:pt x="436" y="1314"/>
                </a:lnTo>
                <a:lnTo>
                  <a:pt x="435" y="1314"/>
                </a:lnTo>
                <a:lnTo>
                  <a:pt x="435" y="1313"/>
                </a:lnTo>
                <a:lnTo>
                  <a:pt x="434" y="1313"/>
                </a:lnTo>
                <a:lnTo>
                  <a:pt x="434" y="1312"/>
                </a:lnTo>
                <a:lnTo>
                  <a:pt x="434" y="1311"/>
                </a:lnTo>
                <a:lnTo>
                  <a:pt x="433" y="1311"/>
                </a:lnTo>
                <a:lnTo>
                  <a:pt x="432" y="1311"/>
                </a:lnTo>
                <a:lnTo>
                  <a:pt x="431" y="1311"/>
                </a:lnTo>
                <a:lnTo>
                  <a:pt x="430" y="1311"/>
                </a:lnTo>
                <a:lnTo>
                  <a:pt x="429" y="1311"/>
                </a:lnTo>
                <a:lnTo>
                  <a:pt x="427" y="1312"/>
                </a:lnTo>
                <a:lnTo>
                  <a:pt x="426" y="1313"/>
                </a:lnTo>
                <a:lnTo>
                  <a:pt x="426" y="1314"/>
                </a:lnTo>
                <a:lnTo>
                  <a:pt x="425" y="1314"/>
                </a:lnTo>
                <a:lnTo>
                  <a:pt x="424" y="1313"/>
                </a:lnTo>
                <a:lnTo>
                  <a:pt x="423" y="1313"/>
                </a:lnTo>
                <a:lnTo>
                  <a:pt x="421" y="1312"/>
                </a:lnTo>
                <a:lnTo>
                  <a:pt x="420" y="1311"/>
                </a:lnTo>
                <a:lnTo>
                  <a:pt x="419" y="1310"/>
                </a:lnTo>
                <a:lnTo>
                  <a:pt x="416" y="1309"/>
                </a:lnTo>
                <a:lnTo>
                  <a:pt x="416" y="1310"/>
                </a:lnTo>
                <a:lnTo>
                  <a:pt x="416" y="1311"/>
                </a:lnTo>
                <a:lnTo>
                  <a:pt x="416" y="1312"/>
                </a:lnTo>
                <a:lnTo>
                  <a:pt x="416" y="1313"/>
                </a:lnTo>
                <a:lnTo>
                  <a:pt x="415" y="1313"/>
                </a:lnTo>
                <a:lnTo>
                  <a:pt x="413" y="1314"/>
                </a:lnTo>
                <a:lnTo>
                  <a:pt x="412" y="1314"/>
                </a:lnTo>
                <a:lnTo>
                  <a:pt x="412" y="1313"/>
                </a:lnTo>
                <a:lnTo>
                  <a:pt x="412" y="1312"/>
                </a:lnTo>
                <a:lnTo>
                  <a:pt x="411" y="1311"/>
                </a:lnTo>
                <a:lnTo>
                  <a:pt x="410" y="1311"/>
                </a:lnTo>
                <a:lnTo>
                  <a:pt x="408" y="1310"/>
                </a:lnTo>
                <a:lnTo>
                  <a:pt x="407" y="1310"/>
                </a:lnTo>
                <a:lnTo>
                  <a:pt x="406" y="1311"/>
                </a:lnTo>
                <a:lnTo>
                  <a:pt x="406" y="1312"/>
                </a:lnTo>
                <a:lnTo>
                  <a:pt x="405" y="1312"/>
                </a:lnTo>
                <a:lnTo>
                  <a:pt x="405" y="1314"/>
                </a:lnTo>
                <a:lnTo>
                  <a:pt x="404" y="1314"/>
                </a:lnTo>
                <a:lnTo>
                  <a:pt x="403" y="1314"/>
                </a:lnTo>
                <a:lnTo>
                  <a:pt x="402" y="1314"/>
                </a:lnTo>
                <a:lnTo>
                  <a:pt x="401" y="1314"/>
                </a:lnTo>
                <a:lnTo>
                  <a:pt x="401" y="1315"/>
                </a:lnTo>
                <a:lnTo>
                  <a:pt x="400" y="1316"/>
                </a:lnTo>
                <a:lnTo>
                  <a:pt x="399" y="1315"/>
                </a:lnTo>
                <a:lnTo>
                  <a:pt x="398" y="1315"/>
                </a:lnTo>
                <a:lnTo>
                  <a:pt x="397" y="1314"/>
                </a:lnTo>
                <a:lnTo>
                  <a:pt x="396" y="1313"/>
                </a:lnTo>
                <a:lnTo>
                  <a:pt x="395" y="1312"/>
                </a:lnTo>
                <a:lnTo>
                  <a:pt x="393" y="1312"/>
                </a:lnTo>
                <a:lnTo>
                  <a:pt x="392" y="1312"/>
                </a:lnTo>
                <a:lnTo>
                  <a:pt x="392" y="1311"/>
                </a:lnTo>
                <a:lnTo>
                  <a:pt x="392" y="1310"/>
                </a:lnTo>
                <a:lnTo>
                  <a:pt x="391" y="1309"/>
                </a:lnTo>
                <a:lnTo>
                  <a:pt x="390" y="1308"/>
                </a:lnTo>
                <a:lnTo>
                  <a:pt x="390" y="1307"/>
                </a:lnTo>
                <a:lnTo>
                  <a:pt x="391" y="1306"/>
                </a:lnTo>
                <a:lnTo>
                  <a:pt x="391" y="1305"/>
                </a:lnTo>
                <a:lnTo>
                  <a:pt x="391" y="1304"/>
                </a:lnTo>
                <a:lnTo>
                  <a:pt x="391" y="1303"/>
                </a:lnTo>
                <a:lnTo>
                  <a:pt x="392" y="1303"/>
                </a:lnTo>
                <a:lnTo>
                  <a:pt x="392" y="1302"/>
                </a:lnTo>
                <a:lnTo>
                  <a:pt x="393" y="1301"/>
                </a:lnTo>
                <a:lnTo>
                  <a:pt x="392" y="1301"/>
                </a:lnTo>
                <a:lnTo>
                  <a:pt x="392" y="1299"/>
                </a:lnTo>
                <a:lnTo>
                  <a:pt x="391" y="1299"/>
                </a:lnTo>
                <a:lnTo>
                  <a:pt x="391" y="1298"/>
                </a:lnTo>
                <a:lnTo>
                  <a:pt x="390" y="1297"/>
                </a:lnTo>
                <a:lnTo>
                  <a:pt x="391" y="1297"/>
                </a:lnTo>
                <a:lnTo>
                  <a:pt x="392" y="1297"/>
                </a:lnTo>
                <a:lnTo>
                  <a:pt x="394" y="1295"/>
                </a:lnTo>
                <a:lnTo>
                  <a:pt x="394" y="1294"/>
                </a:lnTo>
                <a:lnTo>
                  <a:pt x="395" y="1294"/>
                </a:lnTo>
                <a:lnTo>
                  <a:pt x="396" y="1294"/>
                </a:lnTo>
                <a:lnTo>
                  <a:pt x="396" y="1293"/>
                </a:lnTo>
                <a:lnTo>
                  <a:pt x="397" y="1292"/>
                </a:lnTo>
                <a:lnTo>
                  <a:pt x="397" y="1291"/>
                </a:lnTo>
                <a:lnTo>
                  <a:pt x="397" y="1290"/>
                </a:lnTo>
                <a:lnTo>
                  <a:pt x="396" y="1290"/>
                </a:lnTo>
                <a:lnTo>
                  <a:pt x="395" y="1289"/>
                </a:lnTo>
                <a:lnTo>
                  <a:pt x="394" y="1287"/>
                </a:lnTo>
                <a:lnTo>
                  <a:pt x="393" y="1287"/>
                </a:lnTo>
                <a:lnTo>
                  <a:pt x="393" y="1286"/>
                </a:lnTo>
                <a:lnTo>
                  <a:pt x="393" y="1285"/>
                </a:lnTo>
                <a:lnTo>
                  <a:pt x="392" y="1284"/>
                </a:lnTo>
                <a:lnTo>
                  <a:pt x="391" y="1284"/>
                </a:lnTo>
                <a:lnTo>
                  <a:pt x="389" y="1283"/>
                </a:lnTo>
                <a:lnTo>
                  <a:pt x="388" y="1283"/>
                </a:lnTo>
                <a:lnTo>
                  <a:pt x="387" y="1283"/>
                </a:lnTo>
                <a:lnTo>
                  <a:pt x="386" y="1282"/>
                </a:lnTo>
                <a:lnTo>
                  <a:pt x="385" y="1282"/>
                </a:lnTo>
                <a:lnTo>
                  <a:pt x="385" y="1281"/>
                </a:lnTo>
                <a:lnTo>
                  <a:pt x="385" y="1280"/>
                </a:lnTo>
                <a:lnTo>
                  <a:pt x="384" y="1279"/>
                </a:lnTo>
                <a:lnTo>
                  <a:pt x="383" y="1279"/>
                </a:lnTo>
                <a:lnTo>
                  <a:pt x="381" y="1280"/>
                </a:lnTo>
                <a:lnTo>
                  <a:pt x="380" y="1280"/>
                </a:lnTo>
                <a:lnTo>
                  <a:pt x="379" y="1280"/>
                </a:lnTo>
                <a:lnTo>
                  <a:pt x="379" y="1281"/>
                </a:lnTo>
                <a:lnTo>
                  <a:pt x="379" y="1282"/>
                </a:lnTo>
                <a:lnTo>
                  <a:pt x="378" y="1283"/>
                </a:lnTo>
                <a:lnTo>
                  <a:pt x="376" y="1284"/>
                </a:lnTo>
                <a:lnTo>
                  <a:pt x="375" y="1284"/>
                </a:lnTo>
                <a:lnTo>
                  <a:pt x="374" y="1284"/>
                </a:lnTo>
                <a:lnTo>
                  <a:pt x="372" y="1283"/>
                </a:lnTo>
                <a:lnTo>
                  <a:pt x="371" y="1283"/>
                </a:lnTo>
                <a:lnTo>
                  <a:pt x="370" y="1283"/>
                </a:lnTo>
                <a:lnTo>
                  <a:pt x="369" y="1283"/>
                </a:lnTo>
                <a:lnTo>
                  <a:pt x="368" y="1283"/>
                </a:lnTo>
                <a:lnTo>
                  <a:pt x="367" y="1283"/>
                </a:lnTo>
                <a:lnTo>
                  <a:pt x="366" y="1283"/>
                </a:lnTo>
                <a:lnTo>
                  <a:pt x="366" y="1282"/>
                </a:lnTo>
                <a:lnTo>
                  <a:pt x="365" y="1282"/>
                </a:lnTo>
                <a:lnTo>
                  <a:pt x="365" y="1283"/>
                </a:lnTo>
                <a:lnTo>
                  <a:pt x="364" y="1283"/>
                </a:lnTo>
                <a:lnTo>
                  <a:pt x="363" y="1284"/>
                </a:lnTo>
                <a:lnTo>
                  <a:pt x="363" y="1285"/>
                </a:lnTo>
                <a:lnTo>
                  <a:pt x="363" y="1286"/>
                </a:lnTo>
                <a:lnTo>
                  <a:pt x="363" y="1288"/>
                </a:lnTo>
                <a:lnTo>
                  <a:pt x="362" y="1288"/>
                </a:lnTo>
                <a:lnTo>
                  <a:pt x="361" y="1288"/>
                </a:lnTo>
                <a:lnTo>
                  <a:pt x="360" y="1288"/>
                </a:lnTo>
                <a:lnTo>
                  <a:pt x="360" y="1287"/>
                </a:lnTo>
                <a:lnTo>
                  <a:pt x="359" y="1287"/>
                </a:lnTo>
                <a:lnTo>
                  <a:pt x="358" y="1286"/>
                </a:lnTo>
                <a:lnTo>
                  <a:pt x="357" y="1287"/>
                </a:lnTo>
                <a:lnTo>
                  <a:pt x="357" y="1288"/>
                </a:lnTo>
                <a:lnTo>
                  <a:pt x="356" y="1288"/>
                </a:lnTo>
                <a:lnTo>
                  <a:pt x="355" y="1288"/>
                </a:lnTo>
                <a:lnTo>
                  <a:pt x="354" y="1289"/>
                </a:lnTo>
                <a:lnTo>
                  <a:pt x="353" y="1289"/>
                </a:lnTo>
                <a:lnTo>
                  <a:pt x="352" y="1289"/>
                </a:lnTo>
                <a:lnTo>
                  <a:pt x="351" y="1289"/>
                </a:lnTo>
                <a:lnTo>
                  <a:pt x="350" y="1288"/>
                </a:lnTo>
                <a:lnTo>
                  <a:pt x="350" y="1287"/>
                </a:lnTo>
                <a:lnTo>
                  <a:pt x="350" y="1286"/>
                </a:lnTo>
                <a:lnTo>
                  <a:pt x="349" y="1285"/>
                </a:lnTo>
                <a:lnTo>
                  <a:pt x="348" y="1285"/>
                </a:lnTo>
                <a:lnTo>
                  <a:pt x="348" y="1283"/>
                </a:lnTo>
                <a:lnTo>
                  <a:pt x="348" y="1282"/>
                </a:lnTo>
                <a:lnTo>
                  <a:pt x="348" y="1281"/>
                </a:lnTo>
                <a:lnTo>
                  <a:pt x="347" y="1281"/>
                </a:lnTo>
                <a:lnTo>
                  <a:pt x="347" y="1280"/>
                </a:lnTo>
                <a:lnTo>
                  <a:pt x="347" y="1279"/>
                </a:lnTo>
                <a:lnTo>
                  <a:pt x="346" y="1278"/>
                </a:lnTo>
                <a:lnTo>
                  <a:pt x="346" y="1277"/>
                </a:lnTo>
                <a:lnTo>
                  <a:pt x="345" y="1277"/>
                </a:lnTo>
                <a:lnTo>
                  <a:pt x="344" y="1277"/>
                </a:lnTo>
                <a:lnTo>
                  <a:pt x="343" y="1277"/>
                </a:lnTo>
                <a:lnTo>
                  <a:pt x="343" y="1276"/>
                </a:lnTo>
                <a:lnTo>
                  <a:pt x="343" y="1275"/>
                </a:lnTo>
                <a:lnTo>
                  <a:pt x="342" y="1274"/>
                </a:lnTo>
                <a:lnTo>
                  <a:pt x="342" y="1273"/>
                </a:lnTo>
                <a:lnTo>
                  <a:pt x="343" y="1273"/>
                </a:lnTo>
                <a:lnTo>
                  <a:pt x="343" y="1272"/>
                </a:lnTo>
                <a:lnTo>
                  <a:pt x="343" y="1270"/>
                </a:lnTo>
                <a:lnTo>
                  <a:pt x="343" y="1269"/>
                </a:lnTo>
                <a:lnTo>
                  <a:pt x="342" y="1269"/>
                </a:lnTo>
                <a:lnTo>
                  <a:pt x="342" y="1270"/>
                </a:lnTo>
                <a:lnTo>
                  <a:pt x="341" y="1270"/>
                </a:lnTo>
                <a:lnTo>
                  <a:pt x="341" y="1269"/>
                </a:lnTo>
                <a:lnTo>
                  <a:pt x="340" y="1269"/>
                </a:lnTo>
                <a:lnTo>
                  <a:pt x="339" y="1269"/>
                </a:lnTo>
                <a:lnTo>
                  <a:pt x="337" y="1270"/>
                </a:lnTo>
                <a:lnTo>
                  <a:pt x="337" y="1269"/>
                </a:lnTo>
                <a:lnTo>
                  <a:pt x="336" y="1269"/>
                </a:lnTo>
                <a:lnTo>
                  <a:pt x="337" y="1269"/>
                </a:lnTo>
                <a:lnTo>
                  <a:pt x="337" y="1268"/>
                </a:lnTo>
                <a:lnTo>
                  <a:pt x="337" y="1266"/>
                </a:lnTo>
                <a:lnTo>
                  <a:pt x="336" y="1266"/>
                </a:lnTo>
                <a:lnTo>
                  <a:pt x="335" y="1265"/>
                </a:lnTo>
                <a:lnTo>
                  <a:pt x="335" y="1264"/>
                </a:lnTo>
                <a:lnTo>
                  <a:pt x="335" y="1263"/>
                </a:lnTo>
                <a:lnTo>
                  <a:pt x="335" y="1262"/>
                </a:lnTo>
                <a:lnTo>
                  <a:pt x="334" y="1261"/>
                </a:lnTo>
                <a:lnTo>
                  <a:pt x="334" y="1260"/>
                </a:lnTo>
                <a:lnTo>
                  <a:pt x="334" y="1259"/>
                </a:lnTo>
                <a:lnTo>
                  <a:pt x="333" y="1259"/>
                </a:lnTo>
                <a:lnTo>
                  <a:pt x="333" y="1260"/>
                </a:lnTo>
                <a:lnTo>
                  <a:pt x="332" y="1260"/>
                </a:lnTo>
                <a:lnTo>
                  <a:pt x="332" y="1259"/>
                </a:lnTo>
                <a:lnTo>
                  <a:pt x="331" y="1258"/>
                </a:lnTo>
                <a:lnTo>
                  <a:pt x="330" y="1258"/>
                </a:lnTo>
                <a:lnTo>
                  <a:pt x="328" y="1259"/>
                </a:lnTo>
                <a:lnTo>
                  <a:pt x="328" y="1260"/>
                </a:lnTo>
                <a:lnTo>
                  <a:pt x="327" y="1260"/>
                </a:lnTo>
                <a:lnTo>
                  <a:pt x="325" y="1259"/>
                </a:lnTo>
                <a:lnTo>
                  <a:pt x="324" y="1258"/>
                </a:lnTo>
                <a:lnTo>
                  <a:pt x="323" y="1257"/>
                </a:lnTo>
                <a:lnTo>
                  <a:pt x="322" y="1256"/>
                </a:lnTo>
                <a:lnTo>
                  <a:pt x="321" y="1255"/>
                </a:lnTo>
                <a:lnTo>
                  <a:pt x="321" y="1254"/>
                </a:lnTo>
                <a:lnTo>
                  <a:pt x="320" y="1254"/>
                </a:lnTo>
                <a:lnTo>
                  <a:pt x="320" y="1253"/>
                </a:lnTo>
                <a:lnTo>
                  <a:pt x="320" y="1254"/>
                </a:lnTo>
                <a:lnTo>
                  <a:pt x="319" y="1254"/>
                </a:lnTo>
                <a:lnTo>
                  <a:pt x="317" y="1253"/>
                </a:lnTo>
                <a:lnTo>
                  <a:pt x="317" y="1252"/>
                </a:lnTo>
                <a:lnTo>
                  <a:pt x="317" y="1251"/>
                </a:lnTo>
                <a:lnTo>
                  <a:pt x="316" y="1251"/>
                </a:lnTo>
                <a:lnTo>
                  <a:pt x="316" y="1250"/>
                </a:lnTo>
                <a:lnTo>
                  <a:pt x="315" y="1250"/>
                </a:lnTo>
                <a:lnTo>
                  <a:pt x="314" y="1250"/>
                </a:lnTo>
                <a:lnTo>
                  <a:pt x="313" y="1249"/>
                </a:lnTo>
                <a:lnTo>
                  <a:pt x="310" y="1248"/>
                </a:lnTo>
                <a:lnTo>
                  <a:pt x="309" y="1247"/>
                </a:lnTo>
                <a:lnTo>
                  <a:pt x="308" y="1246"/>
                </a:lnTo>
                <a:lnTo>
                  <a:pt x="307" y="1245"/>
                </a:lnTo>
                <a:lnTo>
                  <a:pt x="307" y="1244"/>
                </a:lnTo>
                <a:lnTo>
                  <a:pt x="307" y="1243"/>
                </a:lnTo>
                <a:lnTo>
                  <a:pt x="306" y="1243"/>
                </a:lnTo>
                <a:lnTo>
                  <a:pt x="306" y="1242"/>
                </a:lnTo>
                <a:lnTo>
                  <a:pt x="305" y="1242"/>
                </a:lnTo>
                <a:lnTo>
                  <a:pt x="304" y="1242"/>
                </a:lnTo>
                <a:lnTo>
                  <a:pt x="303" y="1241"/>
                </a:lnTo>
                <a:lnTo>
                  <a:pt x="303" y="1240"/>
                </a:lnTo>
                <a:lnTo>
                  <a:pt x="302" y="1240"/>
                </a:lnTo>
                <a:lnTo>
                  <a:pt x="301" y="1239"/>
                </a:lnTo>
                <a:lnTo>
                  <a:pt x="300" y="1238"/>
                </a:lnTo>
                <a:lnTo>
                  <a:pt x="299" y="1238"/>
                </a:lnTo>
                <a:lnTo>
                  <a:pt x="299" y="1237"/>
                </a:lnTo>
                <a:lnTo>
                  <a:pt x="296" y="1236"/>
                </a:lnTo>
                <a:lnTo>
                  <a:pt x="295" y="1236"/>
                </a:lnTo>
                <a:lnTo>
                  <a:pt x="294" y="1235"/>
                </a:lnTo>
                <a:lnTo>
                  <a:pt x="294" y="1234"/>
                </a:lnTo>
                <a:lnTo>
                  <a:pt x="293" y="1233"/>
                </a:lnTo>
                <a:lnTo>
                  <a:pt x="292" y="1233"/>
                </a:lnTo>
                <a:lnTo>
                  <a:pt x="291" y="1233"/>
                </a:lnTo>
                <a:lnTo>
                  <a:pt x="291" y="1232"/>
                </a:lnTo>
                <a:lnTo>
                  <a:pt x="291" y="1231"/>
                </a:lnTo>
                <a:lnTo>
                  <a:pt x="291" y="1230"/>
                </a:lnTo>
                <a:lnTo>
                  <a:pt x="290" y="1230"/>
                </a:lnTo>
                <a:lnTo>
                  <a:pt x="290" y="1228"/>
                </a:lnTo>
                <a:lnTo>
                  <a:pt x="291" y="1228"/>
                </a:lnTo>
                <a:lnTo>
                  <a:pt x="291" y="1227"/>
                </a:lnTo>
                <a:lnTo>
                  <a:pt x="291" y="1226"/>
                </a:lnTo>
                <a:lnTo>
                  <a:pt x="291" y="1225"/>
                </a:lnTo>
                <a:lnTo>
                  <a:pt x="290" y="1225"/>
                </a:lnTo>
                <a:lnTo>
                  <a:pt x="289" y="1225"/>
                </a:lnTo>
                <a:lnTo>
                  <a:pt x="289" y="1224"/>
                </a:lnTo>
                <a:lnTo>
                  <a:pt x="289" y="1223"/>
                </a:lnTo>
                <a:lnTo>
                  <a:pt x="288" y="1222"/>
                </a:lnTo>
                <a:lnTo>
                  <a:pt x="288" y="1221"/>
                </a:lnTo>
                <a:lnTo>
                  <a:pt x="287" y="1221"/>
                </a:lnTo>
                <a:lnTo>
                  <a:pt x="287" y="1222"/>
                </a:lnTo>
                <a:lnTo>
                  <a:pt x="286" y="1222"/>
                </a:lnTo>
                <a:lnTo>
                  <a:pt x="286" y="1221"/>
                </a:lnTo>
                <a:lnTo>
                  <a:pt x="285" y="1221"/>
                </a:lnTo>
                <a:lnTo>
                  <a:pt x="284" y="1221"/>
                </a:lnTo>
                <a:lnTo>
                  <a:pt x="283" y="1221"/>
                </a:lnTo>
                <a:lnTo>
                  <a:pt x="283" y="1220"/>
                </a:lnTo>
                <a:lnTo>
                  <a:pt x="282" y="1220"/>
                </a:lnTo>
                <a:lnTo>
                  <a:pt x="282" y="1219"/>
                </a:lnTo>
                <a:lnTo>
                  <a:pt x="281" y="1219"/>
                </a:lnTo>
                <a:lnTo>
                  <a:pt x="280" y="1219"/>
                </a:lnTo>
                <a:lnTo>
                  <a:pt x="279" y="1219"/>
                </a:lnTo>
                <a:lnTo>
                  <a:pt x="279" y="1220"/>
                </a:lnTo>
                <a:lnTo>
                  <a:pt x="278" y="1220"/>
                </a:lnTo>
                <a:lnTo>
                  <a:pt x="278" y="1221"/>
                </a:lnTo>
                <a:lnTo>
                  <a:pt x="277" y="1221"/>
                </a:lnTo>
                <a:lnTo>
                  <a:pt x="276" y="1221"/>
                </a:lnTo>
                <a:lnTo>
                  <a:pt x="276" y="1222"/>
                </a:lnTo>
                <a:lnTo>
                  <a:pt x="275" y="1222"/>
                </a:lnTo>
                <a:lnTo>
                  <a:pt x="275" y="1223"/>
                </a:lnTo>
                <a:lnTo>
                  <a:pt x="274" y="1224"/>
                </a:lnTo>
                <a:lnTo>
                  <a:pt x="274" y="1225"/>
                </a:lnTo>
                <a:lnTo>
                  <a:pt x="272" y="1225"/>
                </a:lnTo>
                <a:lnTo>
                  <a:pt x="272" y="1226"/>
                </a:lnTo>
                <a:lnTo>
                  <a:pt x="271" y="1226"/>
                </a:lnTo>
                <a:lnTo>
                  <a:pt x="270" y="1226"/>
                </a:lnTo>
                <a:lnTo>
                  <a:pt x="269" y="1226"/>
                </a:lnTo>
                <a:lnTo>
                  <a:pt x="269" y="1225"/>
                </a:lnTo>
                <a:lnTo>
                  <a:pt x="269" y="1224"/>
                </a:lnTo>
                <a:lnTo>
                  <a:pt x="269" y="1223"/>
                </a:lnTo>
                <a:lnTo>
                  <a:pt x="268" y="1223"/>
                </a:lnTo>
                <a:lnTo>
                  <a:pt x="267" y="1222"/>
                </a:lnTo>
                <a:lnTo>
                  <a:pt x="266" y="1222"/>
                </a:lnTo>
                <a:lnTo>
                  <a:pt x="265" y="1222"/>
                </a:lnTo>
                <a:lnTo>
                  <a:pt x="264" y="1222"/>
                </a:lnTo>
                <a:lnTo>
                  <a:pt x="264" y="1221"/>
                </a:lnTo>
                <a:lnTo>
                  <a:pt x="263" y="1221"/>
                </a:lnTo>
                <a:lnTo>
                  <a:pt x="262" y="1219"/>
                </a:lnTo>
                <a:lnTo>
                  <a:pt x="261" y="1218"/>
                </a:lnTo>
                <a:lnTo>
                  <a:pt x="260" y="1218"/>
                </a:lnTo>
                <a:lnTo>
                  <a:pt x="259" y="1217"/>
                </a:lnTo>
                <a:lnTo>
                  <a:pt x="258" y="1217"/>
                </a:lnTo>
                <a:lnTo>
                  <a:pt x="257" y="1217"/>
                </a:lnTo>
                <a:lnTo>
                  <a:pt x="256" y="1217"/>
                </a:lnTo>
                <a:lnTo>
                  <a:pt x="256" y="1216"/>
                </a:lnTo>
                <a:lnTo>
                  <a:pt x="255" y="1216"/>
                </a:lnTo>
                <a:lnTo>
                  <a:pt x="254" y="1216"/>
                </a:lnTo>
                <a:lnTo>
                  <a:pt x="254" y="1215"/>
                </a:lnTo>
                <a:lnTo>
                  <a:pt x="253" y="1215"/>
                </a:lnTo>
                <a:lnTo>
                  <a:pt x="251" y="1215"/>
                </a:lnTo>
                <a:lnTo>
                  <a:pt x="250" y="1214"/>
                </a:lnTo>
                <a:lnTo>
                  <a:pt x="249" y="1214"/>
                </a:lnTo>
                <a:lnTo>
                  <a:pt x="249" y="1213"/>
                </a:lnTo>
                <a:lnTo>
                  <a:pt x="248" y="1213"/>
                </a:lnTo>
                <a:lnTo>
                  <a:pt x="248" y="1212"/>
                </a:lnTo>
                <a:lnTo>
                  <a:pt x="248" y="1211"/>
                </a:lnTo>
                <a:lnTo>
                  <a:pt x="247" y="1210"/>
                </a:lnTo>
                <a:lnTo>
                  <a:pt x="246" y="1210"/>
                </a:lnTo>
                <a:lnTo>
                  <a:pt x="246" y="1209"/>
                </a:lnTo>
                <a:lnTo>
                  <a:pt x="245" y="1210"/>
                </a:lnTo>
                <a:lnTo>
                  <a:pt x="245" y="1209"/>
                </a:lnTo>
                <a:lnTo>
                  <a:pt x="244" y="1209"/>
                </a:lnTo>
                <a:lnTo>
                  <a:pt x="244" y="1208"/>
                </a:lnTo>
                <a:lnTo>
                  <a:pt x="244" y="1207"/>
                </a:lnTo>
                <a:lnTo>
                  <a:pt x="243" y="1207"/>
                </a:lnTo>
                <a:lnTo>
                  <a:pt x="242" y="1207"/>
                </a:lnTo>
                <a:lnTo>
                  <a:pt x="242" y="1206"/>
                </a:lnTo>
                <a:lnTo>
                  <a:pt x="241" y="1206"/>
                </a:lnTo>
                <a:lnTo>
                  <a:pt x="240" y="1206"/>
                </a:lnTo>
                <a:lnTo>
                  <a:pt x="238" y="1206"/>
                </a:lnTo>
                <a:lnTo>
                  <a:pt x="237" y="1206"/>
                </a:lnTo>
                <a:lnTo>
                  <a:pt x="236" y="1206"/>
                </a:lnTo>
                <a:lnTo>
                  <a:pt x="236" y="1207"/>
                </a:lnTo>
                <a:lnTo>
                  <a:pt x="237" y="1207"/>
                </a:lnTo>
                <a:lnTo>
                  <a:pt x="237" y="1208"/>
                </a:lnTo>
                <a:lnTo>
                  <a:pt x="236" y="1208"/>
                </a:lnTo>
                <a:lnTo>
                  <a:pt x="235" y="1208"/>
                </a:lnTo>
                <a:lnTo>
                  <a:pt x="235" y="1209"/>
                </a:lnTo>
                <a:lnTo>
                  <a:pt x="234" y="1209"/>
                </a:lnTo>
                <a:lnTo>
                  <a:pt x="234" y="1208"/>
                </a:lnTo>
                <a:lnTo>
                  <a:pt x="233" y="1208"/>
                </a:lnTo>
                <a:lnTo>
                  <a:pt x="232" y="1209"/>
                </a:lnTo>
                <a:lnTo>
                  <a:pt x="232" y="1208"/>
                </a:lnTo>
                <a:lnTo>
                  <a:pt x="232" y="1209"/>
                </a:lnTo>
                <a:lnTo>
                  <a:pt x="231" y="1209"/>
                </a:lnTo>
                <a:lnTo>
                  <a:pt x="232" y="1209"/>
                </a:lnTo>
                <a:lnTo>
                  <a:pt x="232" y="1210"/>
                </a:lnTo>
                <a:lnTo>
                  <a:pt x="231" y="1211"/>
                </a:lnTo>
                <a:lnTo>
                  <a:pt x="230" y="1212"/>
                </a:lnTo>
                <a:lnTo>
                  <a:pt x="229" y="1212"/>
                </a:lnTo>
                <a:lnTo>
                  <a:pt x="228" y="1212"/>
                </a:lnTo>
                <a:lnTo>
                  <a:pt x="228" y="1211"/>
                </a:lnTo>
                <a:lnTo>
                  <a:pt x="228" y="1210"/>
                </a:lnTo>
                <a:lnTo>
                  <a:pt x="227" y="1210"/>
                </a:lnTo>
                <a:lnTo>
                  <a:pt x="227" y="1211"/>
                </a:lnTo>
                <a:lnTo>
                  <a:pt x="226" y="1211"/>
                </a:lnTo>
                <a:lnTo>
                  <a:pt x="225" y="1211"/>
                </a:lnTo>
                <a:lnTo>
                  <a:pt x="225" y="1212"/>
                </a:lnTo>
                <a:lnTo>
                  <a:pt x="225" y="1213"/>
                </a:lnTo>
                <a:lnTo>
                  <a:pt x="225" y="1214"/>
                </a:lnTo>
                <a:lnTo>
                  <a:pt x="224" y="1214"/>
                </a:lnTo>
                <a:lnTo>
                  <a:pt x="223" y="1214"/>
                </a:lnTo>
                <a:lnTo>
                  <a:pt x="223" y="1215"/>
                </a:lnTo>
                <a:lnTo>
                  <a:pt x="222" y="1216"/>
                </a:lnTo>
                <a:lnTo>
                  <a:pt x="222" y="1217"/>
                </a:lnTo>
                <a:lnTo>
                  <a:pt x="222" y="1218"/>
                </a:lnTo>
                <a:lnTo>
                  <a:pt x="221" y="1218"/>
                </a:lnTo>
                <a:lnTo>
                  <a:pt x="220" y="1218"/>
                </a:lnTo>
                <a:lnTo>
                  <a:pt x="220" y="1217"/>
                </a:lnTo>
                <a:lnTo>
                  <a:pt x="219" y="1217"/>
                </a:lnTo>
                <a:lnTo>
                  <a:pt x="219" y="1216"/>
                </a:lnTo>
                <a:lnTo>
                  <a:pt x="218" y="1216"/>
                </a:lnTo>
                <a:lnTo>
                  <a:pt x="218" y="1215"/>
                </a:lnTo>
                <a:lnTo>
                  <a:pt x="217" y="1215"/>
                </a:lnTo>
                <a:lnTo>
                  <a:pt x="216" y="1214"/>
                </a:lnTo>
                <a:lnTo>
                  <a:pt x="215" y="1213"/>
                </a:lnTo>
                <a:lnTo>
                  <a:pt x="214" y="1213"/>
                </a:lnTo>
                <a:lnTo>
                  <a:pt x="214" y="1212"/>
                </a:lnTo>
                <a:lnTo>
                  <a:pt x="213" y="1211"/>
                </a:lnTo>
                <a:lnTo>
                  <a:pt x="212" y="1210"/>
                </a:lnTo>
                <a:lnTo>
                  <a:pt x="211" y="1209"/>
                </a:lnTo>
                <a:lnTo>
                  <a:pt x="211" y="1208"/>
                </a:lnTo>
                <a:lnTo>
                  <a:pt x="210" y="1208"/>
                </a:lnTo>
                <a:lnTo>
                  <a:pt x="209" y="1208"/>
                </a:lnTo>
                <a:lnTo>
                  <a:pt x="209" y="1209"/>
                </a:lnTo>
                <a:lnTo>
                  <a:pt x="209" y="1208"/>
                </a:lnTo>
                <a:lnTo>
                  <a:pt x="208" y="1208"/>
                </a:lnTo>
                <a:lnTo>
                  <a:pt x="208" y="1209"/>
                </a:lnTo>
                <a:lnTo>
                  <a:pt x="207" y="1209"/>
                </a:lnTo>
                <a:lnTo>
                  <a:pt x="206" y="1209"/>
                </a:lnTo>
                <a:lnTo>
                  <a:pt x="206" y="1210"/>
                </a:lnTo>
                <a:lnTo>
                  <a:pt x="205" y="1210"/>
                </a:lnTo>
                <a:lnTo>
                  <a:pt x="204" y="1210"/>
                </a:lnTo>
                <a:lnTo>
                  <a:pt x="204" y="1209"/>
                </a:lnTo>
                <a:lnTo>
                  <a:pt x="204" y="1208"/>
                </a:lnTo>
                <a:lnTo>
                  <a:pt x="203" y="1207"/>
                </a:lnTo>
                <a:lnTo>
                  <a:pt x="202" y="1207"/>
                </a:lnTo>
                <a:lnTo>
                  <a:pt x="201" y="1206"/>
                </a:lnTo>
                <a:lnTo>
                  <a:pt x="201" y="1205"/>
                </a:lnTo>
                <a:lnTo>
                  <a:pt x="200" y="1205"/>
                </a:lnTo>
                <a:lnTo>
                  <a:pt x="199" y="1205"/>
                </a:lnTo>
                <a:lnTo>
                  <a:pt x="199" y="1206"/>
                </a:lnTo>
                <a:lnTo>
                  <a:pt x="198" y="1206"/>
                </a:lnTo>
                <a:lnTo>
                  <a:pt x="198" y="1205"/>
                </a:lnTo>
                <a:lnTo>
                  <a:pt x="197" y="1205"/>
                </a:lnTo>
                <a:lnTo>
                  <a:pt x="196" y="1205"/>
                </a:lnTo>
                <a:lnTo>
                  <a:pt x="195" y="1205"/>
                </a:lnTo>
                <a:lnTo>
                  <a:pt x="194" y="1205"/>
                </a:lnTo>
                <a:lnTo>
                  <a:pt x="194" y="1204"/>
                </a:lnTo>
                <a:lnTo>
                  <a:pt x="193" y="1204"/>
                </a:lnTo>
                <a:lnTo>
                  <a:pt x="192" y="1204"/>
                </a:lnTo>
                <a:lnTo>
                  <a:pt x="191" y="1204"/>
                </a:lnTo>
                <a:lnTo>
                  <a:pt x="191" y="1205"/>
                </a:lnTo>
                <a:lnTo>
                  <a:pt x="190" y="1205"/>
                </a:lnTo>
                <a:lnTo>
                  <a:pt x="189" y="1205"/>
                </a:lnTo>
                <a:lnTo>
                  <a:pt x="189" y="1204"/>
                </a:lnTo>
                <a:lnTo>
                  <a:pt x="188" y="1204"/>
                </a:lnTo>
                <a:lnTo>
                  <a:pt x="188" y="1203"/>
                </a:lnTo>
                <a:lnTo>
                  <a:pt x="187" y="1203"/>
                </a:lnTo>
                <a:lnTo>
                  <a:pt x="186" y="1203"/>
                </a:lnTo>
                <a:lnTo>
                  <a:pt x="186" y="1204"/>
                </a:lnTo>
                <a:lnTo>
                  <a:pt x="185" y="1204"/>
                </a:lnTo>
                <a:lnTo>
                  <a:pt x="184" y="1204"/>
                </a:lnTo>
                <a:lnTo>
                  <a:pt x="184" y="1205"/>
                </a:lnTo>
                <a:lnTo>
                  <a:pt x="183" y="1205"/>
                </a:lnTo>
                <a:lnTo>
                  <a:pt x="184" y="1205"/>
                </a:lnTo>
                <a:lnTo>
                  <a:pt x="184" y="1206"/>
                </a:lnTo>
                <a:lnTo>
                  <a:pt x="183" y="1206"/>
                </a:lnTo>
                <a:lnTo>
                  <a:pt x="183" y="1207"/>
                </a:lnTo>
                <a:lnTo>
                  <a:pt x="183" y="1208"/>
                </a:lnTo>
                <a:lnTo>
                  <a:pt x="182" y="1209"/>
                </a:lnTo>
                <a:lnTo>
                  <a:pt x="181" y="1210"/>
                </a:lnTo>
                <a:lnTo>
                  <a:pt x="181" y="1209"/>
                </a:lnTo>
                <a:lnTo>
                  <a:pt x="181" y="1208"/>
                </a:lnTo>
                <a:lnTo>
                  <a:pt x="180" y="1207"/>
                </a:lnTo>
                <a:lnTo>
                  <a:pt x="180" y="1206"/>
                </a:lnTo>
                <a:lnTo>
                  <a:pt x="179" y="1205"/>
                </a:lnTo>
                <a:lnTo>
                  <a:pt x="179" y="1204"/>
                </a:lnTo>
                <a:lnTo>
                  <a:pt x="179" y="1202"/>
                </a:lnTo>
                <a:lnTo>
                  <a:pt x="178" y="1202"/>
                </a:lnTo>
                <a:lnTo>
                  <a:pt x="177" y="1202"/>
                </a:lnTo>
                <a:lnTo>
                  <a:pt x="176" y="1202"/>
                </a:lnTo>
                <a:lnTo>
                  <a:pt x="175" y="1202"/>
                </a:lnTo>
                <a:lnTo>
                  <a:pt x="174" y="1203"/>
                </a:lnTo>
                <a:lnTo>
                  <a:pt x="173" y="1203"/>
                </a:lnTo>
                <a:lnTo>
                  <a:pt x="172" y="1203"/>
                </a:lnTo>
                <a:lnTo>
                  <a:pt x="172" y="1202"/>
                </a:lnTo>
                <a:lnTo>
                  <a:pt x="171" y="1202"/>
                </a:lnTo>
                <a:lnTo>
                  <a:pt x="170" y="1202"/>
                </a:lnTo>
                <a:lnTo>
                  <a:pt x="169" y="1201"/>
                </a:lnTo>
                <a:lnTo>
                  <a:pt x="167" y="1201"/>
                </a:lnTo>
                <a:lnTo>
                  <a:pt x="167" y="1202"/>
                </a:lnTo>
                <a:lnTo>
                  <a:pt x="166" y="1202"/>
                </a:lnTo>
                <a:lnTo>
                  <a:pt x="165" y="1201"/>
                </a:lnTo>
                <a:lnTo>
                  <a:pt x="164" y="1201"/>
                </a:lnTo>
                <a:lnTo>
                  <a:pt x="164" y="1200"/>
                </a:lnTo>
                <a:lnTo>
                  <a:pt x="163" y="1200"/>
                </a:lnTo>
                <a:lnTo>
                  <a:pt x="163" y="1199"/>
                </a:lnTo>
                <a:lnTo>
                  <a:pt x="161" y="1198"/>
                </a:lnTo>
                <a:lnTo>
                  <a:pt x="161" y="1197"/>
                </a:lnTo>
                <a:lnTo>
                  <a:pt x="160" y="1197"/>
                </a:lnTo>
                <a:lnTo>
                  <a:pt x="160" y="1196"/>
                </a:lnTo>
                <a:lnTo>
                  <a:pt x="159" y="1196"/>
                </a:lnTo>
                <a:lnTo>
                  <a:pt x="157" y="1194"/>
                </a:lnTo>
                <a:lnTo>
                  <a:pt x="156" y="1194"/>
                </a:lnTo>
                <a:lnTo>
                  <a:pt x="155" y="1195"/>
                </a:lnTo>
                <a:lnTo>
                  <a:pt x="154" y="1195"/>
                </a:lnTo>
                <a:lnTo>
                  <a:pt x="152" y="1194"/>
                </a:lnTo>
                <a:lnTo>
                  <a:pt x="151" y="1194"/>
                </a:lnTo>
                <a:lnTo>
                  <a:pt x="150" y="1195"/>
                </a:lnTo>
                <a:lnTo>
                  <a:pt x="149" y="1194"/>
                </a:lnTo>
                <a:lnTo>
                  <a:pt x="149" y="1193"/>
                </a:lnTo>
                <a:lnTo>
                  <a:pt x="147" y="1192"/>
                </a:lnTo>
                <a:lnTo>
                  <a:pt x="146" y="1191"/>
                </a:lnTo>
                <a:lnTo>
                  <a:pt x="143" y="1189"/>
                </a:lnTo>
                <a:lnTo>
                  <a:pt x="142" y="1188"/>
                </a:lnTo>
                <a:lnTo>
                  <a:pt x="142" y="1187"/>
                </a:lnTo>
                <a:lnTo>
                  <a:pt x="140" y="1185"/>
                </a:lnTo>
                <a:lnTo>
                  <a:pt x="139" y="1184"/>
                </a:lnTo>
                <a:lnTo>
                  <a:pt x="138" y="1184"/>
                </a:lnTo>
                <a:lnTo>
                  <a:pt x="138" y="1183"/>
                </a:lnTo>
                <a:lnTo>
                  <a:pt x="137" y="1183"/>
                </a:lnTo>
                <a:lnTo>
                  <a:pt x="136" y="1181"/>
                </a:lnTo>
                <a:lnTo>
                  <a:pt x="136" y="1180"/>
                </a:lnTo>
                <a:lnTo>
                  <a:pt x="135" y="1179"/>
                </a:lnTo>
                <a:lnTo>
                  <a:pt x="134" y="1178"/>
                </a:lnTo>
                <a:lnTo>
                  <a:pt x="133" y="1177"/>
                </a:lnTo>
                <a:lnTo>
                  <a:pt x="132" y="1176"/>
                </a:lnTo>
                <a:lnTo>
                  <a:pt x="131" y="1175"/>
                </a:lnTo>
                <a:lnTo>
                  <a:pt x="130" y="1174"/>
                </a:lnTo>
                <a:lnTo>
                  <a:pt x="129" y="1173"/>
                </a:lnTo>
                <a:lnTo>
                  <a:pt x="129" y="1172"/>
                </a:lnTo>
                <a:lnTo>
                  <a:pt x="128" y="1172"/>
                </a:lnTo>
                <a:lnTo>
                  <a:pt x="128" y="1171"/>
                </a:lnTo>
                <a:lnTo>
                  <a:pt x="127" y="1170"/>
                </a:lnTo>
                <a:lnTo>
                  <a:pt x="126" y="1170"/>
                </a:lnTo>
                <a:lnTo>
                  <a:pt x="125" y="1169"/>
                </a:lnTo>
                <a:lnTo>
                  <a:pt x="124" y="1169"/>
                </a:lnTo>
                <a:lnTo>
                  <a:pt x="123" y="1169"/>
                </a:lnTo>
                <a:lnTo>
                  <a:pt x="122" y="1168"/>
                </a:lnTo>
                <a:lnTo>
                  <a:pt x="121" y="1167"/>
                </a:lnTo>
                <a:lnTo>
                  <a:pt x="120" y="1167"/>
                </a:lnTo>
                <a:lnTo>
                  <a:pt x="120" y="1166"/>
                </a:lnTo>
                <a:lnTo>
                  <a:pt x="119" y="1166"/>
                </a:lnTo>
                <a:lnTo>
                  <a:pt x="119" y="1165"/>
                </a:lnTo>
                <a:lnTo>
                  <a:pt x="119" y="1164"/>
                </a:lnTo>
                <a:lnTo>
                  <a:pt x="118" y="1164"/>
                </a:lnTo>
                <a:lnTo>
                  <a:pt x="118" y="1163"/>
                </a:lnTo>
                <a:lnTo>
                  <a:pt x="117" y="1162"/>
                </a:lnTo>
                <a:lnTo>
                  <a:pt x="117" y="1163"/>
                </a:lnTo>
                <a:lnTo>
                  <a:pt x="116" y="1163"/>
                </a:lnTo>
                <a:lnTo>
                  <a:pt x="115" y="1162"/>
                </a:lnTo>
                <a:lnTo>
                  <a:pt x="114" y="1162"/>
                </a:lnTo>
                <a:lnTo>
                  <a:pt x="113" y="1162"/>
                </a:lnTo>
                <a:lnTo>
                  <a:pt x="111" y="1162"/>
                </a:lnTo>
                <a:lnTo>
                  <a:pt x="110" y="1162"/>
                </a:lnTo>
                <a:lnTo>
                  <a:pt x="107" y="1162"/>
                </a:lnTo>
                <a:lnTo>
                  <a:pt x="105" y="1162"/>
                </a:lnTo>
                <a:lnTo>
                  <a:pt x="104" y="1162"/>
                </a:lnTo>
                <a:lnTo>
                  <a:pt x="102" y="1162"/>
                </a:lnTo>
                <a:lnTo>
                  <a:pt x="102" y="1161"/>
                </a:lnTo>
                <a:lnTo>
                  <a:pt x="101" y="1161"/>
                </a:lnTo>
                <a:lnTo>
                  <a:pt x="100" y="1161"/>
                </a:lnTo>
                <a:lnTo>
                  <a:pt x="100" y="1160"/>
                </a:lnTo>
                <a:lnTo>
                  <a:pt x="99" y="1160"/>
                </a:lnTo>
                <a:lnTo>
                  <a:pt x="99" y="1159"/>
                </a:lnTo>
                <a:lnTo>
                  <a:pt x="98" y="1158"/>
                </a:lnTo>
                <a:lnTo>
                  <a:pt x="97" y="1158"/>
                </a:lnTo>
                <a:lnTo>
                  <a:pt x="97" y="1157"/>
                </a:lnTo>
                <a:lnTo>
                  <a:pt x="97" y="1156"/>
                </a:lnTo>
                <a:lnTo>
                  <a:pt x="97" y="1155"/>
                </a:lnTo>
                <a:lnTo>
                  <a:pt x="96" y="1155"/>
                </a:lnTo>
                <a:lnTo>
                  <a:pt x="95" y="1155"/>
                </a:lnTo>
                <a:lnTo>
                  <a:pt x="95" y="1154"/>
                </a:lnTo>
                <a:lnTo>
                  <a:pt x="94" y="1154"/>
                </a:lnTo>
                <a:lnTo>
                  <a:pt x="94" y="1153"/>
                </a:lnTo>
                <a:lnTo>
                  <a:pt x="93" y="1153"/>
                </a:lnTo>
                <a:lnTo>
                  <a:pt x="93" y="1152"/>
                </a:lnTo>
                <a:lnTo>
                  <a:pt x="92" y="1150"/>
                </a:lnTo>
                <a:lnTo>
                  <a:pt x="92" y="1149"/>
                </a:lnTo>
                <a:lnTo>
                  <a:pt x="92" y="1148"/>
                </a:lnTo>
                <a:lnTo>
                  <a:pt x="92" y="1147"/>
                </a:lnTo>
                <a:lnTo>
                  <a:pt x="92" y="1146"/>
                </a:lnTo>
                <a:lnTo>
                  <a:pt x="91" y="1146"/>
                </a:lnTo>
                <a:lnTo>
                  <a:pt x="91" y="1145"/>
                </a:lnTo>
                <a:lnTo>
                  <a:pt x="91" y="1144"/>
                </a:lnTo>
                <a:lnTo>
                  <a:pt x="90" y="1144"/>
                </a:lnTo>
                <a:lnTo>
                  <a:pt x="90" y="1143"/>
                </a:lnTo>
                <a:lnTo>
                  <a:pt x="90" y="1142"/>
                </a:lnTo>
                <a:lnTo>
                  <a:pt x="89" y="1141"/>
                </a:lnTo>
                <a:lnTo>
                  <a:pt x="89" y="1140"/>
                </a:lnTo>
                <a:lnTo>
                  <a:pt x="89" y="1139"/>
                </a:lnTo>
                <a:lnTo>
                  <a:pt x="88" y="1138"/>
                </a:lnTo>
                <a:lnTo>
                  <a:pt x="88" y="1137"/>
                </a:lnTo>
                <a:lnTo>
                  <a:pt x="87" y="1136"/>
                </a:lnTo>
                <a:lnTo>
                  <a:pt x="87" y="1135"/>
                </a:lnTo>
                <a:lnTo>
                  <a:pt x="86" y="1134"/>
                </a:lnTo>
                <a:lnTo>
                  <a:pt x="86" y="1133"/>
                </a:lnTo>
                <a:lnTo>
                  <a:pt x="85" y="1132"/>
                </a:lnTo>
                <a:lnTo>
                  <a:pt x="85" y="1130"/>
                </a:lnTo>
                <a:lnTo>
                  <a:pt x="84" y="1129"/>
                </a:lnTo>
                <a:lnTo>
                  <a:pt x="84" y="1128"/>
                </a:lnTo>
                <a:lnTo>
                  <a:pt x="83" y="1127"/>
                </a:lnTo>
                <a:lnTo>
                  <a:pt x="83" y="1126"/>
                </a:lnTo>
                <a:lnTo>
                  <a:pt x="82" y="1125"/>
                </a:lnTo>
                <a:lnTo>
                  <a:pt x="82" y="1124"/>
                </a:lnTo>
                <a:lnTo>
                  <a:pt x="81" y="1124"/>
                </a:lnTo>
                <a:lnTo>
                  <a:pt x="81" y="1123"/>
                </a:lnTo>
                <a:lnTo>
                  <a:pt x="80" y="1123"/>
                </a:lnTo>
                <a:lnTo>
                  <a:pt x="80" y="1122"/>
                </a:lnTo>
                <a:lnTo>
                  <a:pt x="79" y="1122"/>
                </a:lnTo>
                <a:lnTo>
                  <a:pt x="79" y="1121"/>
                </a:lnTo>
                <a:lnTo>
                  <a:pt x="78" y="1121"/>
                </a:lnTo>
                <a:lnTo>
                  <a:pt x="77" y="1121"/>
                </a:lnTo>
                <a:lnTo>
                  <a:pt x="76" y="1121"/>
                </a:lnTo>
                <a:lnTo>
                  <a:pt x="75" y="1121"/>
                </a:lnTo>
                <a:lnTo>
                  <a:pt x="74" y="1121"/>
                </a:lnTo>
                <a:lnTo>
                  <a:pt x="74" y="1120"/>
                </a:lnTo>
                <a:lnTo>
                  <a:pt x="73" y="1120"/>
                </a:lnTo>
                <a:lnTo>
                  <a:pt x="73" y="1119"/>
                </a:lnTo>
                <a:lnTo>
                  <a:pt x="72" y="1119"/>
                </a:lnTo>
                <a:lnTo>
                  <a:pt x="71" y="1119"/>
                </a:lnTo>
                <a:lnTo>
                  <a:pt x="71" y="1118"/>
                </a:lnTo>
                <a:lnTo>
                  <a:pt x="70" y="1118"/>
                </a:lnTo>
                <a:lnTo>
                  <a:pt x="69" y="1118"/>
                </a:lnTo>
                <a:lnTo>
                  <a:pt x="69" y="1117"/>
                </a:lnTo>
                <a:lnTo>
                  <a:pt x="68" y="1117"/>
                </a:lnTo>
                <a:lnTo>
                  <a:pt x="67" y="1117"/>
                </a:lnTo>
                <a:lnTo>
                  <a:pt x="67" y="1116"/>
                </a:lnTo>
                <a:lnTo>
                  <a:pt x="66" y="1116"/>
                </a:lnTo>
                <a:lnTo>
                  <a:pt x="66" y="1115"/>
                </a:lnTo>
                <a:lnTo>
                  <a:pt x="65" y="1115"/>
                </a:lnTo>
                <a:lnTo>
                  <a:pt x="64" y="1115"/>
                </a:lnTo>
                <a:lnTo>
                  <a:pt x="63" y="1114"/>
                </a:lnTo>
                <a:lnTo>
                  <a:pt x="62" y="1114"/>
                </a:lnTo>
                <a:lnTo>
                  <a:pt x="61" y="1114"/>
                </a:lnTo>
                <a:lnTo>
                  <a:pt x="61" y="1113"/>
                </a:lnTo>
                <a:lnTo>
                  <a:pt x="60" y="1113"/>
                </a:lnTo>
                <a:lnTo>
                  <a:pt x="59" y="1113"/>
                </a:lnTo>
                <a:lnTo>
                  <a:pt x="59" y="1112"/>
                </a:lnTo>
                <a:lnTo>
                  <a:pt x="58" y="1112"/>
                </a:lnTo>
                <a:lnTo>
                  <a:pt x="58" y="1111"/>
                </a:lnTo>
                <a:lnTo>
                  <a:pt x="58" y="1110"/>
                </a:lnTo>
                <a:lnTo>
                  <a:pt x="57" y="1110"/>
                </a:lnTo>
                <a:lnTo>
                  <a:pt x="57" y="1109"/>
                </a:lnTo>
                <a:lnTo>
                  <a:pt x="58" y="1109"/>
                </a:lnTo>
                <a:lnTo>
                  <a:pt x="58" y="1108"/>
                </a:lnTo>
                <a:lnTo>
                  <a:pt x="58" y="1107"/>
                </a:lnTo>
                <a:lnTo>
                  <a:pt x="58" y="1105"/>
                </a:lnTo>
                <a:lnTo>
                  <a:pt x="58" y="1104"/>
                </a:lnTo>
                <a:lnTo>
                  <a:pt x="58" y="1101"/>
                </a:lnTo>
                <a:lnTo>
                  <a:pt x="58" y="1100"/>
                </a:lnTo>
                <a:lnTo>
                  <a:pt x="58" y="1099"/>
                </a:lnTo>
                <a:lnTo>
                  <a:pt x="58" y="1098"/>
                </a:lnTo>
                <a:lnTo>
                  <a:pt x="57" y="1098"/>
                </a:lnTo>
                <a:lnTo>
                  <a:pt x="57" y="1097"/>
                </a:lnTo>
                <a:lnTo>
                  <a:pt x="56" y="1097"/>
                </a:lnTo>
                <a:lnTo>
                  <a:pt x="55" y="1097"/>
                </a:lnTo>
                <a:lnTo>
                  <a:pt x="54" y="1097"/>
                </a:lnTo>
                <a:lnTo>
                  <a:pt x="54" y="1096"/>
                </a:lnTo>
                <a:lnTo>
                  <a:pt x="53" y="1096"/>
                </a:lnTo>
                <a:lnTo>
                  <a:pt x="53" y="1095"/>
                </a:lnTo>
                <a:lnTo>
                  <a:pt x="52" y="1095"/>
                </a:lnTo>
                <a:lnTo>
                  <a:pt x="52" y="1094"/>
                </a:lnTo>
                <a:lnTo>
                  <a:pt x="51" y="1094"/>
                </a:lnTo>
                <a:lnTo>
                  <a:pt x="50" y="1094"/>
                </a:lnTo>
                <a:lnTo>
                  <a:pt x="49" y="1093"/>
                </a:lnTo>
                <a:lnTo>
                  <a:pt x="48" y="1093"/>
                </a:lnTo>
                <a:lnTo>
                  <a:pt x="48" y="1092"/>
                </a:lnTo>
                <a:lnTo>
                  <a:pt x="47" y="1092"/>
                </a:lnTo>
                <a:lnTo>
                  <a:pt x="47" y="1091"/>
                </a:lnTo>
                <a:lnTo>
                  <a:pt x="47" y="1090"/>
                </a:lnTo>
                <a:lnTo>
                  <a:pt x="46" y="1090"/>
                </a:lnTo>
                <a:lnTo>
                  <a:pt x="46" y="1089"/>
                </a:lnTo>
                <a:lnTo>
                  <a:pt x="46" y="1088"/>
                </a:lnTo>
                <a:lnTo>
                  <a:pt x="46" y="1087"/>
                </a:lnTo>
                <a:lnTo>
                  <a:pt x="45" y="1087"/>
                </a:lnTo>
                <a:lnTo>
                  <a:pt x="45" y="1086"/>
                </a:lnTo>
                <a:lnTo>
                  <a:pt x="44" y="1085"/>
                </a:lnTo>
                <a:lnTo>
                  <a:pt x="45" y="1084"/>
                </a:lnTo>
                <a:lnTo>
                  <a:pt x="45" y="1083"/>
                </a:lnTo>
                <a:lnTo>
                  <a:pt x="45" y="1082"/>
                </a:lnTo>
                <a:lnTo>
                  <a:pt x="45" y="1081"/>
                </a:lnTo>
                <a:lnTo>
                  <a:pt x="45" y="1080"/>
                </a:lnTo>
                <a:lnTo>
                  <a:pt x="44" y="1080"/>
                </a:lnTo>
                <a:lnTo>
                  <a:pt x="44" y="1079"/>
                </a:lnTo>
                <a:lnTo>
                  <a:pt x="45" y="1078"/>
                </a:lnTo>
                <a:lnTo>
                  <a:pt x="45" y="1077"/>
                </a:lnTo>
                <a:lnTo>
                  <a:pt x="45" y="1076"/>
                </a:lnTo>
                <a:lnTo>
                  <a:pt x="46" y="1074"/>
                </a:lnTo>
                <a:lnTo>
                  <a:pt x="46" y="1073"/>
                </a:lnTo>
                <a:lnTo>
                  <a:pt x="47" y="1073"/>
                </a:lnTo>
                <a:lnTo>
                  <a:pt x="48" y="1073"/>
                </a:lnTo>
                <a:lnTo>
                  <a:pt x="48" y="1072"/>
                </a:lnTo>
                <a:lnTo>
                  <a:pt x="49" y="1071"/>
                </a:lnTo>
                <a:lnTo>
                  <a:pt x="49" y="1070"/>
                </a:lnTo>
                <a:lnTo>
                  <a:pt x="48" y="1070"/>
                </a:lnTo>
                <a:lnTo>
                  <a:pt x="48" y="1069"/>
                </a:lnTo>
                <a:lnTo>
                  <a:pt x="48" y="1068"/>
                </a:lnTo>
                <a:lnTo>
                  <a:pt x="48" y="1067"/>
                </a:lnTo>
                <a:lnTo>
                  <a:pt x="49" y="1066"/>
                </a:lnTo>
                <a:lnTo>
                  <a:pt x="50" y="1066"/>
                </a:lnTo>
                <a:lnTo>
                  <a:pt x="50" y="1065"/>
                </a:lnTo>
                <a:lnTo>
                  <a:pt x="51" y="1065"/>
                </a:lnTo>
                <a:lnTo>
                  <a:pt x="51" y="1064"/>
                </a:lnTo>
                <a:lnTo>
                  <a:pt x="50" y="1063"/>
                </a:lnTo>
                <a:lnTo>
                  <a:pt x="48" y="1061"/>
                </a:lnTo>
                <a:lnTo>
                  <a:pt x="48" y="1060"/>
                </a:lnTo>
                <a:lnTo>
                  <a:pt x="48" y="1059"/>
                </a:lnTo>
                <a:lnTo>
                  <a:pt x="47" y="1059"/>
                </a:lnTo>
                <a:lnTo>
                  <a:pt x="47" y="1058"/>
                </a:lnTo>
                <a:lnTo>
                  <a:pt x="48" y="1057"/>
                </a:lnTo>
                <a:lnTo>
                  <a:pt x="48" y="1056"/>
                </a:lnTo>
                <a:lnTo>
                  <a:pt x="47" y="1056"/>
                </a:lnTo>
                <a:lnTo>
                  <a:pt x="47" y="1055"/>
                </a:lnTo>
                <a:lnTo>
                  <a:pt x="46" y="1055"/>
                </a:lnTo>
                <a:lnTo>
                  <a:pt x="44" y="1054"/>
                </a:lnTo>
                <a:lnTo>
                  <a:pt x="43" y="1053"/>
                </a:lnTo>
                <a:lnTo>
                  <a:pt x="42" y="1052"/>
                </a:lnTo>
                <a:lnTo>
                  <a:pt x="41" y="1052"/>
                </a:lnTo>
                <a:lnTo>
                  <a:pt x="41" y="1051"/>
                </a:lnTo>
                <a:lnTo>
                  <a:pt x="40" y="1051"/>
                </a:lnTo>
                <a:lnTo>
                  <a:pt x="39" y="1051"/>
                </a:lnTo>
                <a:lnTo>
                  <a:pt x="38" y="1051"/>
                </a:lnTo>
                <a:lnTo>
                  <a:pt x="37" y="1051"/>
                </a:lnTo>
                <a:lnTo>
                  <a:pt x="36" y="1051"/>
                </a:lnTo>
                <a:lnTo>
                  <a:pt x="36" y="1050"/>
                </a:lnTo>
                <a:lnTo>
                  <a:pt x="36" y="1049"/>
                </a:lnTo>
                <a:lnTo>
                  <a:pt x="36" y="1048"/>
                </a:lnTo>
                <a:lnTo>
                  <a:pt x="35" y="1047"/>
                </a:lnTo>
                <a:lnTo>
                  <a:pt x="36" y="1047"/>
                </a:lnTo>
                <a:lnTo>
                  <a:pt x="37" y="1046"/>
                </a:lnTo>
                <a:lnTo>
                  <a:pt x="38" y="1046"/>
                </a:lnTo>
                <a:lnTo>
                  <a:pt x="39" y="1044"/>
                </a:lnTo>
                <a:lnTo>
                  <a:pt x="40" y="1043"/>
                </a:lnTo>
                <a:lnTo>
                  <a:pt x="42" y="1040"/>
                </a:lnTo>
                <a:lnTo>
                  <a:pt x="43" y="1040"/>
                </a:lnTo>
                <a:lnTo>
                  <a:pt x="43" y="1039"/>
                </a:lnTo>
                <a:lnTo>
                  <a:pt x="42" y="1038"/>
                </a:lnTo>
                <a:lnTo>
                  <a:pt x="41" y="1037"/>
                </a:lnTo>
                <a:lnTo>
                  <a:pt x="40" y="1037"/>
                </a:lnTo>
                <a:lnTo>
                  <a:pt x="39" y="1037"/>
                </a:lnTo>
                <a:lnTo>
                  <a:pt x="37" y="1037"/>
                </a:lnTo>
                <a:lnTo>
                  <a:pt x="37" y="1035"/>
                </a:lnTo>
                <a:lnTo>
                  <a:pt x="36" y="1034"/>
                </a:lnTo>
                <a:lnTo>
                  <a:pt x="35" y="1034"/>
                </a:lnTo>
                <a:lnTo>
                  <a:pt x="34" y="1033"/>
                </a:lnTo>
                <a:lnTo>
                  <a:pt x="33" y="1032"/>
                </a:lnTo>
                <a:lnTo>
                  <a:pt x="33" y="1031"/>
                </a:lnTo>
                <a:lnTo>
                  <a:pt x="33" y="1030"/>
                </a:lnTo>
                <a:lnTo>
                  <a:pt x="32" y="1030"/>
                </a:lnTo>
                <a:lnTo>
                  <a:pt x="32" y="1029"/>
                </a:lnTo>
                <a:lnTo>
                  <a:pt x="31" y="1029"/>
                </a:lnTo>
                <a:lnTo>
                  <a:pt x="31" y="1028"/>
                </a:lnTo>
                <a:lnTo>
                  <a:pt x="32" y="1027"/>
                </a:lnTo>
                <a:lnTo>
                  <a:pt x="31" y="1026"/>
                </a:lnTo>
                <a:lnTo>
                  <a:pt x="31" y="1025"/>
                </a:lnTo>
                <a:lnTo>
                  <a:pt x="30" y="1025"/>
                </a:lnTo>
                <a:lnTo>
                  <a:pt x="30" y="1024"/>
                </a:lnTo>
                <a:lnTo>
                  <a:pt x="28" y="1023"/>
                </a:lnTo>
                <a:lnTo>
                  <a:pt x="27" y="1023"/>
                </a:lnTo>
                <a:lnTo>
                  <a:pt x="26" y="1023"/>
                </a:lnTo>
                <a:lnTo>
                  <a:pt x="24" y="1024"/>
                </a:lnTo>
                <a:lnTo>
                  <a:pt x="24" y="1023"/>
                </a:lnTo>
                <a:lnTo>
                  <a:pt x="23" y="1023"/>
                </a:lnTo>
                <a:lnTo>
                  <a:pt x="22" y="1023"/>
                </a:lnTo>
                <a:lnTo>
                  <a:pt x="21" y="1023"/>
                </a:lnTo>
                <a:lnTo>
                  <a:pt x="21" y="1022"/>
                </a:lnTo>
                <a:lnTo>
                  <a:pt x="20" y="1021"/>
                </a:lnTo>
                <a:lnTo>
                  <a:pt x="20" y="1020"/>
                </a:lnTo>
                <a:lnTo>
                  <a:pt x="19" y="1020"/>
                </a:lnTo>
                <a:lnTo>
                  <a:pt x="19" y="1019"/>
                </a:lnTo>
                <a:lnTo>
                  <a:pt x="20" y="1019"/>
                </a:lnTo>
                <a:lnTo>
                  <a:pt x="19" y="1018"/>
                </a:lnTo>
                <a:lnTo>
                  <a:pt x="17" y="1016"/>
                </a:lnTo>
                <a:lnTo>
                  <a:pt x="17" y="1015"/>
                </a:lnTo>
                <a:lnTo>
                  <a:pt x="17" y="1014"/>
                </a:lnTo>
                <a:lnTo>
                  <a:pt x="17" y="1013"/>
                </a:lnTo>
                <a:lnTo>
                  <a:pt x="18" y="1013"/>
                </a:lnTo>
                <a:lnTo>
                  <a:pt x="18" y="1012"/>
                </a:lnTo>
                <a:lnTo>
                  <a:pt x="17" y="1012"/>
                </a:lnTo>
                <a:lnTo>
                  <a:pt x="16" y="1012"/>
                </a:lnTo>
                <a:lnTo>
                  <a:pt x="15" y="1012"/>
                </a:lnTo>
                <a:lnTo>
                  <a:pt x="14" y="1011"/>
                </a:lnTo>
                <a:lnTo>
                  <a:pt x="14" y="1010"/>
                </a:lnTo>
                <a:lnTo>
                  <a:pt x="13" y="1010"/>
                </a:lnTo>
                <a:lnTo>
                  <a:pt x="13" y="1008"/>
                </a:lnTo>
                <a:lnTo>
                  <a:pt x="12" y="1008"/>
                </a:lnTo>
                <a:lnTo>
                  <a:pt x="11" y="1007"/>
                </a:lnTo>
                <a:lnTo>
                  <a:pt x="11" y="1006"/>
                </a:lnTo>
                <a:lnTo>
                  <a:pt x="11" y="1005"/>
                </a:lnTo>
                <a:lnTo>
                  <a:pt x="11" y="1004"/>
                </a:lnTo>
                <a:lnTo>
                  <a:pt x="10" y="1002"/>
                </a:lnTo>
                <a:lnTo>
                  <a:pt x="8" y="1001"/>
                </a:lnTo>
                <a:lnTo>
                  <a:pt x="7" y="1001"/>
                </a:lnTo>
                <a:lnTo>
                  <a:pt x="6" y="1001"/>
                </a:lnTo>
                <a:lnTo>
                  <a:pt x="6" y="1000"/>
                </a:lnTo>
                <a:lnTo>
                  <a:pt x="7" y="999"/>
                </a:lnTo>
                <a:lnTo>
                  <a:pt x="7" y="998"/>
                </a:lnTo>
                <a:lnTo>
                  <a:pt x="7" y="997"/>
                </a:lnTo>
                <a:lnTo>
                  <a:pt x="6" y="996"/>
                </a:lnTo>
                <a:lnTo>
                  <a:pt x="6" y="995"/>
                </a:lnTo>
                <a:lnTo>
                  <a:pt x="7" y="995"/>
                </a:lnTo>
                <a:lnTo>
                  <a:pt x="7" y="994"/>
                </a:lnTo>
                <a:lnTo>
                  <a:pt x="7" y="993"/>
                </a:lnTo>
                <a:lnTo>
                  <a:pt x="6" y="992"/>
                </a:lnTo>
                <a:lnTo>
                  <a:pt x="6" y="991"/>
                </a:lnTo>
                <a:lnTo>
                  <a:pt x="5" y="990"/>
                </a:lnTo>
                <a:lnTo>
                  <a:pt x="5" y="989"/>
                </a:lnTo>
                <a:lnTo>
                  <a:pt x="5" y="988"/>
                </a:lnTo>
                <a:lnTo>
                  <a:pt x="4" y="988"/>
                </a:lnTo>
                <a:lnTo>
                  <a:pt x="4" y="987"/>
                </a:lnTo>
                <a:lnTo>
                  <a:pt x="3" y="987"/>
                </a:lnTo>
                <a:lnTo>
                  <a:pt x="3" y="986"/>
                </a:lnTo>
                <a:lnTo>
                  <a:pt x="3" y="985"/>
                </a:lnTo>
                <a:lnTo>
                  <a:pt x="3" y="984"/>
                </a:lnTo>
                <a:lnTo>
                  <a:pt x="3" y="983"/>
                </a:lnTo>
                <a:lnTo>
                  <a:pt x="2" y="983"/>
                </a:lnTo>
                <a:lnTo>
                  <a:pt x="1" y="983"/>
                </a:lnTo>
                <a:lnTo>
                  <a:pt x="1" y="982"/>
                </a:lnTo>
                <a:lnTo>
                  <a:pt x="0" y="982"/>
                </a:lnTo>
                <a:lnTo>
                  <a:pt x="0" y="981"/>
                </a:lnTo>
                <a:lnTo>
                  <a:pt x="1" y="981"/>
                </a:lnTo>
                <a:lnTo>
                  <a:pt x="1" y="980"/>
                </a:lnTo>
                <a:lnTo>
                  <a:pt x="2" y="980"/>
                </a:lnTo>
                <a:lnTo>
                  <a:pt x="3" y="980"/>
                </a:lnTo>
                <a:lnTo>
                  <a:pt x="4" y="980"/>
                </a:lnTo>
                <a:lnTo>
                  <a:pt x="4" y="979"/>
                </a:lnTo>
                <a:lnTo>
                  <a:pt x="4" y="978"/>
                </a:lnTo>
                <a:lnTo>
                  <a:pt x="4" y="977"/>
                </a:lnTo>
                <a:lnTo>
                  <a:pt x="4" y="975"/>
                </a:lnTo>
                <a:lnTo>
                  <a:pt x="5" y="974"/>
                </a:lnTo>
                <a:lnTo>
                  <a:pt x="5" y="973"/>
                </a:lnTo>
                <a:lnTo>
                  <a:pt x="5" y="972"/>
                </a:lnTo>
                <a:lnTo>
                  <a:pt x="6" y="972"/>
                </a:lnTo>
                <a:lnTo>
                  <a:pt x="6" y="971"/>
                </a:lnTo>
                <a:lnTo>
                  <a:pt x="6" y="972"/>
                </a:lnTo>
                <a:lnTo>
                  <a:pt x="7" y="972"/>
                </a:lnTo>
                <a:lnTo>
                  <a:pt x="7" y="971"/>
                </a:lnTo>
                <a:lnTo>
                  <a:pt x="8" y="971"/>
                </a:lnTo>
                <a:lnTo>
                  <a:pt x="9" y="971"/>
                </a:lnTo>
                <a:lnTo>
                  <a:pt x="10" y="971"/>
                </a:lnTo>
                <a:lnTo>
                  <a:pt x="10" y="970"/>
                </a:lnTo>
                <a:lnTo>
                  <a:pt x="11" y="970"/>
                </a:lnTo>
                <a:lnTo>
                  <a:pt x="11" y="968"/>
                </a:lnTo>
                <a:lnTo>
                  <a:pt x="12" y="967"/>
                </a:lnTo>
                <a:lnTo>
                  <a:pt x="13" y="966"/>
                </a:lnTo>
                <a:lnTo>
                  <a:pt x="14" y="966"/>
                </a:lnTo>
                <a:lnTo>
                  <a:pt x="15" y="966"/>
                </a:lnTo>
                <a:lnTo>
                  <a:pt x="16" y="966"/>
                </a:lnTo>
                <a:lnTo>
                  <a:pt x="17" y="967"/>
                </a:lnTo>
                <a:lnTo>
                  <a:pt x="18" y="967"/>
                </a:lnTo>
                <a:lnTo>
                  <a:pt x="19" y="967"/>
                </a:lnTo>
                <a:lnTo>
                  <a:pt x="20" y="967"/>
                </a:lnTo>
                <a:lnTo>
                  <a:pt x="21" y="967"/>
                </a:lnTo>
                <a:lnTo>
                  <a:pt x="21" y="968"/>
                </a:lnTo>
                <a:lnTo>
                  <a:pt x="22" y="969"/>
                </a:lnTo>
                <a:lnTo>
                  <a:pt x="23" y="969"/>
                </a:lnTo>
                <a:lnTo>
                  <a:pt x="23" y="967"/>
                </a:lnTo>
                <a:lnTo>
                  <a:pt x="23" y="966"/>
                </a:lnTo>
                <a:lnTo>
                  <a:pt x="23" y="965"/>
                </a:lnTo>
                <a:lnTo>
                  <a:pt x="24" y="964"/>
                </a:lnTo>
                <a:lnTo>
                  <a:pt x="24" y="963"/>
                </a:lnTo>
                <a:lnTo>
                  <a:pt x="26" y="963"/>
                </a:lnTo>
                <a:lnTo>
                  <a:pt x="28" y="964"/>
                </a:lnTo>
                <a:lnTo>
                  <a:pt x="29" y="964"/>
                </a:lnTo>
                <a:lnTo>
                  <a:pt x="30" y="964"/>
                </a:lnTo>
                <a:lnTo>
                  <a:pt x="30" y="963"/>
                </a:lnTo>
                <a:lnTo>
                  <a:pt x="31" y="962"/>
                </a:lnTo>
                <a:lnTo>
                  <a:pt x="32" y="962"/>
                </a:lnTo>
                <a:lnTo>
                  <a:pt x="34" y="961"/>
                </a:lnTo>
                <a:lnTo>
                  <a:pt x="35" y="960"/>
                </a:lnTo>
                <a:lnTo>
                  <a:pt x="35" y="959"/>
                </a:lnTo>
                <a:lnTo>
                  <a:pt x="34" y="958"/>
                </a:lnTo>
                <a:lnTo>
                  <a:pt x="33" y="957"/>
                </a:lnTo>
                <a:lnTo>
                  <a:pt x="33" y="956"/>
                </a:lnTo>
                <a:lnTo>
                  <a:pt x="34" y="956"/>
                </a:lnTo>
                <a:lnTo>
                  <a:pt x="35" y="955"/>
                </a:lnTo>
                <a:lnTo>
                  <a:pt x="36" y="954"/>
                </a:lnTo>
                <a:lnTo>
                  <a:pt x="37" y="954"/>
                </a:lnTo>
                <a:lnTo>
                  <a:pt x="37" y="952"/>
                </a:lnTo>
                <a:lnTo>
                  <a:pt x="37" y="951"/>
                </a:lnTo>
                <a:lnTo>
                  <a:pt x="37" y="950"/>
                </a:lnTo>
                <a:lnTo>
                  <a:pt x="37" y="949"/>
                </a:lnTo>
                <a:lnTo>
                  <a:pt x="38" y="949"/>
                </a:lnTo>
                <a:lnTo>
                  <a:pt x="38" y="948"/>
                </a:lnTo>
                <a:lnTo>
                  <a:pt x="39" y="947"/>
                </a:lnTo>
                <a:lnTo>
                  <a:pt x="39" y="946"/>
                </a:lnTo>
                <a:lnTo>
                  <a:pt x="40" y="944"/>
                </a:lnTo>
                <a:lnTo>
                  <a:pt x="40" y="943"/>
                </a:lnTo>
                <a:lnTo>
                  <a:pt x="41" y="943"/>
                </a:lnTo>
                <a:lnTo>
                  <a:pt x="41" y="942"/>
                </a:lnTo>
                <a:lnTo>
                  <a:pt x="41" y="941"/>
                </a:lnTo>
                <a:lnTo>
                  <a:pt x="40" y="940"/>
                </a:lnTo>
                <a:lnTo>
                  <a:pt x="40" y="939"/>
                </a:lnTo>
                <a:lnTo>
                  <a:pt x="40" y="938"/>
                </a:lnTo>
                <a:lnTo>
                  <a:pt x="39" y="938"/>
                </a:lnTo>
                <a:lnTo>
                  <a:pt x="40" y="938"/>
                </a:lnTo>
                <a:lnTo>
                  <a:pt x="40" y="937"/>
                </a:lnTo>
                <a:lnTo>
                  <a:pt x="40" y="936"/>
                </a:lnTo>
                <a:lnTo>
                  <a:pt x="40" y="935"/>
                </a:lnTo>
                <a:lnTo>
                  <a:pt x="42" y="934"/>
                </a:lnTo>
                <a:lnTo>
                  <a:pt x="43" y="933"/>
                </a:lnTo>
                <a:lnTo>
                  <a:pt x="44" y="933"/>
                </a:lnTo>
                <a:lnTo>
                  <a:pt x="46" y="931"/>
                </a:lnTo>
                <a:lnTo>
                  <a:pt x="47" y="931"/>
                </a:lnTo>
                <a:lnTo>
                  <a:pt x="47" y="930"/>
                </a:lnTo>
                <a:lnTo>
                  <a:pt x="48" y="930"/>
                </a:lnTo>
                <a:lnTo>
                  <a:pt x="48" y="929"/>
                </a:lnTo>
                <a:lnTo>
                  <a:pt x="49" y="928"/>
                </a:lnTo>
                <a:lnTo>
                  <a:pt x="49" y="926"/>
                </a:lnTo>
                <a:lnTo>
                  <a:pt x="48" y="926"/>
                </a:lnTo>
                <a:lnTo>
                  <a:pt x="47" y="926"/>
                </a:lnTo>
                <a:lnTo>
                  <a:pt x="47" y="925"/>
                </a:lnTo>
                <a:lnTo>
                  <a:pt x="48" y="925"/>
                </a:lnTo>
                <a:lnTo>
                  <a:pt x="48" y="923"/>
                </a:lnTo>
                <a:lnTo>
                  <a:pt x="45" y="923"/>
                </a:lnTo>
                <a:lnTo>
                  <a:pt x="44" y="923"/>
                </a:lnTo>
                <a:lnTo>
                  <a:pt x="43" y="922"/>
                </a:lnTo>
                <a:lnTo>
                  <a:pt x="42" y="921"/>
                </a:lnTo>
                <a:lnTo>
                  <a:pt x="41" y="920"/>
                </a:lnTo>
                <a:lnTo>
                  <a:pt x="42" y="919"/>
                </a:lnTo>
                <a:lnTo>
                  <a:pt x="42" y="917"/>
                </a:lnTo>
                <a:lnTo>
                  <a:pt x="42" y="916"/>
                </a:lnTo>
                <a:lnTo>
                  <a:pt x="41" y="916"/>
                </a:lnTo>
                <a:lnTo>
                  <a:pt x="39" y="915"/>
                </a:lnTo>
                <a:lnTo>
                  <a:pt x="39" y="914"/>
                </a:lnTo>
                <a:lnTo>
                  <a:pt x="39" y="913"/>
                </a:lnTo>
                <a:lnTo>
                  <a:pt x="40" y="912"/>
                </a:lnTo>
                <a:lnTo>
                  <a:pt x="41" y="911"/>
                </a:lnTo>
                <a:lnTo>
                  <a:pt x="41" y="910"/>
                </a:lnTo>
                <a:lnTo>
                  <a:pt x="42" y="910"/>
                </a:lnTo>
                <a:lnTo>
                  <a:pt x="43" y="909"/>
                </a:lnTo>
                <a:lnTo>
                  <a:pt x="43" y="908"/>
                </a:lnTo>
                <a:lnTo>
                  <a:pt x="43" y="906"/>
                </a:lnTo>
                <a:lnTo>
                  <a:pt x="44" y="905"/>
                </a:lnTo>
                <a:lnTo>
                  <a:pt x="44" y="904"/>
                </a:lnTo>
                <a:lnTo>
                  <a:pt x="44" y="903"/>
                </a:lnTo>
                <a:lnTo>
                  <a:pt x="44" y="902"/>
                </a:lnTo>
                <a:lnTo>
                  <a:pt x="44" y="901"/>
                </a:lnTo>
                <a:lnTo>
                  <a:pt x="43" y="901"/>
                </a:lnTo>
                <a:lnTo>
                  <a:pt x="44" y="901"/>
                </a:lnTo>
                <a:lnTo>
                  <a:pt x="44" y="900"/>
                </a:lnTo>
                <a:lnTo>
                  <a:pt x="44" y="899"/>
                </a:lnTo>
                <a:lnTo>
                  <a:pt x="43" y="899"/>
                </a:lnTo>
                <a:lnTo>
                  <a:pt x="43" y="898"/>
                </a:lnTo>
                <a:lnTo>
                  <a:pt x="43" y="897"/>
                </a:lnTo>
                <a:lnTo>
                  <a:pt x="44" y="897"/>
                </a:lnTo>
                <a:lnTo>
                  <a:pt x="45" y="897"/>
                </a:lnTo>
                <a:lnTo>
                  <a:pt x="45" y="895"/>
                </a:lnTo>
                <a:lnTo>
                  <a:pt x="44" y="895"/>
                </a:lnTo>
                <a:lnTo>
                  <a:pt x="44" y="894"/>
                </a:lnTo>
                <a:lnTo>
                  <a:pt x="44" y="892"/>
                </a:lnTo>
                <a:lnTo>
                  <a:pt x="45" y="891"/>
                </a:lnTo>
                <a:lnTo>
                  <a:pt x="45" y="890"/>
                </a:lnTo>
                <a:lnTo>
                  <a:pt x="46" y="890"/>
                </a:lnTo>
                <a:lnTo>
                  <a:pt x="46" y="889"/>
                </a:lnTo>
                <a:lnTo>
                  <a:pt x="46" y="888"/>
                </a:lnTo>
                <a:lnTo>
                  <a:pt x="45" y="888"/>
                </a:lnTo>
                <a:lnTo>
                  <a:pt x="45" y="887"/>
                </a:lnTo>
                <a:lnTo>
                  <a:pt x="46" y="886"/>
                </a:lnTo>
                <a:lnTo>
                  <a:pt x="45" y="885"/>
                </a:lnTo>
                <a:lnTo>
                  <a:pt x="45" y="884"/>
                </a:lnTo>
                <a:lnTo>
                  <a:pt x="46" y="883"/>
                </a:lnTo>
                <a:lnTo>
                  <a:pt x="46" y="882"/>
                </a:lnTo>
                <a:lnTo>
                  <a:pt x="45" y="882"/>
                </a:lnTo>
                <a:lnTo>
                  <a:pt x="44" y="881"/>
                </a:lnTo>
                <a:lnTo>
                  <a:pt x="43" y="880"/>
                </a:lnTo>
                <a:lnTo>
                  <a:pt x="43" y="879"/>
                </a:lnTo>
                <a:lnTo>
                  <a:pt x="43" y="878"/>
                </a:lnTo>
                <a:lnTo>
                  <a:pt x="42" y="878"/>
                </a:lnTo>
                <a:lnTo>
                  <a:pt x="41" y="877"/>
                </a:lnTo>
                <a:lnTo>
                  <a:pt x="41" y="876"/>
                </a:lnTo>
                <a:lnTo>
                  <a:pt x="41" y="875"/>
                </a:lnTo>
                <a:lnTo>
                  <a:pt x="42" y="875"/>
                </a:lnTo>
                <a:lnTo>
                  <a:pt x="41" y="874"/>
                </a:lnTo>
                <a:lnTo>
                  <a:pt x="41" y="873"/>
                </a:lnTo>
                <a:lnTo>
                  <a:pt x="41" y="872"/>
                </a:lnTo>
                <a:lnTo>
                  <a:pt x="42" y="872"/>
                </a:lnTo>
                <a:lnTo>
                  <a:pt x="43" y="872"/>
                </a:lnTo>
                <a:lnTo>
                  <a:pt x="43" y="871"/>
                </a:lnTo>
                <a:lnTo>
                  <a:pt x="44" y="871"/>
                </a:lnTo>
                <a:lnTo>
                  <a:pt x="44" y="870"/>
                </a:lnTo>
                <a:lnTo>
                  <a:pt x="44" y="869"/>
                </a:lnTo>
                <a:lnTo>
                  <a:pt x="45" y="869"/>
                </a:lnTo>
                <a:lnTo>
                  <a:pt x="45" y="867"/>
                </a:lnTo>
                <a:lnTo>
                  <a:pt x="46" y="866"/>
                </a:lnTo>
                <a:lnTo>
                  <a:pt x="45" y="866"/>
                </a:lnTo>
                <a:lnTo>
                  <a:pt x="44" y="865"/>
                </a:lnTo>
                <a:lnTo>
                  <a:pt x="44" y="863"/>
                </a:lnTo>
                <a:lnTo>
                  <a:pt x="43" y="863"/>
                </a:lnTo>
                <a:lnTo>
                  <a:pt x="42" y="863"/>
                </a:lnTo>
                <a:lnTo>
                  <a:pt x="42" y="864"/>
                </a:lnTo>
                <a:lnTo>
                  <a:pt x="41" y="863"/>
                </a:lnTo>
                <a:lnTo>
                  <a:pt x="40" y="863"/>
                </a:lnTo>
                <a:lnTo>
                  <a:pt x="39" y="863"/>
                </a:lnTo>
                <a:lnTo>
                  <a:pt x="39" y="862"/>
                </a:lnTo>
                <a:lnTo>
                  <a:pt x="38" y="862"/>
                </a:lnTo>
                <a:lnTo>
                  <a:pt x="37" y="862"/>
                </a:lnTo>
                <a:lnTo>
                  <a:pt x="37" y="860"/>
                </a:lnTo>
                <a:lnTo>
                  <a:pt x="37" y="859"/>
                </a:lnTo>
                <a:lnTo>
                  <a:pt x="37" y="858"/>
                </a:lnTo>
                <a:lnTo>
                  <a:pt x="36" y="858"/>
                </a:lnTo>
                <a:lnTo>
                  <a:pt x="35" y="858"/>
                </a:lnTo>
                <a:lnTo>
                  <a:pt x="35" y="857"/>
                </a:lnTo>
                <a:lnTo>
                  <a:pt x="36" y="857"/>
                </a:lnTo>
                <a:lnTo>
                  <a:pt x="36" y="856"/>
                </a:lnTo>
                <a:lnTo>
                  <a:pt x="37" y="856"/>
                </a:lnTo>
                <a:lnTo>
                  <a:pt x="37" y="854"/>
                </a:lnTo>
                <a:lnTo>
                  <a:pt x="38" y="852"/>
                </a:lnTo>
                <a:lnTo>
                  <a:pt x="37" y="851"/>
                </a:lnTo>
                <a:lnTo>
                  <a:pt x="37" y="850"/>
                </a:lnTo>
                <a:lnTo>
                  <a:pt x="36" y="850"/>
                </a:lnTo>
                <a:lnTo>
                  <a:pt x="36" y="849"/>
                </a:lnTo>
                <a:lnTo>
                  <a:pt x="36" y="848"/>
                </a:lnTo>
                <a:lnTo>
                  <a:pt x="37" y="848"/>
                </a:lnTo>
                <a:lnTo>
                  <a:pt x="37" y="847"/>
                </a:lnTo>
                <a:lnTo>
                  <a:pt x="38" y="847"/>
                </a:lnTo>
                <a:lnTo>
                  <a:pt x="37" y="846"/>
                </a:lnTo>
                <a:lnTo>
                  <a:pt x="37" y="845"/>
                </a:lnTo>
                <a:lnTo>
                  <a:pt x="38" y="845"/>
                </a:lnTo>
                <a:lnTo>
                  <a:pt x="38" y="844"/>
                </a:lnTo>
                <a:lnTo>
                  <a:pt x="38" y="843"/>
                </a:lnTo>
                <a:lnTo>
                  <a:pt x="40" y="843"/>
                </a:lnTo>
                <a:lnTo>
                  <a:pt x="41" y="843"/>
                </a:lnTo>
                <a:lnTo>
                  <a:pt x="41" y="842"/>
                </a:lnTo>
                <a:lnTo>
                  <a:pt x="42" y="842"/>
                </a:lnTo>
                <a:lnTo>
                  <a:pt x="44" y="843"/>
                </a:lnTo>
                <a:lnTo>
                  <a:pt x="44" y="842"/>
                </a:lnTo>
                <a:lnTo>
                  <a:pt x="44" y="841"/>
                </a:lnTo>
                <a:lnTo>
                  <a:pt x="45" y="841"/>
                </a:lnTo>
                <a:lnTo>
                  <a:pt x="47" y="842"/>
                </a:lnTo>
                <a:lnTo>
                  <a:pt x="49" y="842"/>
                </a:lnTo>
                <a:lnTo>
                  <a:pt x="49" y="843"/>
                </a:lnTo>
                <a:lnTo>
                  <a:pt x="50" y="843"/>
                </a:lnTo>
                <a:lnTo>
                  <a:pt x="51" y="841"/>
                </a:lnTo>
                <a:lnTo>
                  <a:pt x="52" y="838"/>
                </a:lnTo>
                <a:lnTo>
                  <a:pt x="51" y="838"/>
                </a:lnTo>
                <a:lnTo>
                  <a:pt x="52" y="838"/>
                </a:lnTo>
                <a:lnTo>
                  <a:pt x="52" y="837"/>
                </a:lnTo>
                <a:lnTo>
                  <a:pt x="54" y="837"/>
                </a:lnTo>
                <a:lnTo>
                  <a:pt x="54" y="836"/>
                </a:lnTo>
                <a:lnTo>
                  <a:pt x="55" y="836"/>
                </a:lnTo>
                <a:lnTo>
                  <a:pt x="55" y="835"/>
                </a:lnTo>
                <a:lnTo>
                  <a:pt x="56" y="834"/>
                </a:lnTo>
                <a:lnTo>
                  <a:pt x="56" y="832"/>
                </a:lnTo>
                <a:lnTo>
                  <a:pt x="58" y="831"/>
                </a:lnTo>
                <a:lnTo>
                  <a:pt x="59" y="831"/>
                </a:lnTo>
                <a:lnTo>
                  <a:pt x="60" y="831"/>
                </a:lnTo>
                <a:lnTo>
                  <a:pt x="61" y="831"/>
                </a:lnTo>
                <a:lnTo>
                  <a:pt x="62" y="831"/>
                </a:lnTo>
                <a:lnTo>
                  <a:pt x="63" y="831"/>
                </a:lnTo>
                <a:lnTo>
                  <a:pt x="63" y="830"/>
                </a:lnTo>
                <a:lnTo>
                  <a:pt x="63" y="829"/>
                </a:lnTo>
                <a:lnTo>
                  <a:pt x="62" y="828"/>
                </a:lnTo>
                <a:lnTo>
                  <a:pt x="61" y="828"/>
                </a:lnTo>
                <a:lnTo>
                  <a:pt x="61" y="827"/>
                </a:lnTo>
                <a:lnTo>
                  <a:pt x="61" y="826"/>
                </a:lnTo>
                <a:lnTo>
                  <a:pt x="61" y="824"/>
                </a:lnTo>
                <a:lnTo>
                  <a:pt x="61" y="823"/>
                </a:lnTo>
                <a:lnTo>
                  <a:pt x="61" y="822"/>
                </a:lnTo>
                <a:lnTo>
                  <a:pt x="60" y="822"/>
                </a:lnTo>
                <a:lnTo>
                  <a:pt x="61" y="821"/>
                </a:lnTo>
                <a:lnTo>
                  <a:pt x="61" y="820"/>
                </a:lnTo>
                <a:lnTo>
                  <a:pt x="60" y="819"/>
                </a:lnTo>
                <a:lnTo>
                  <a:pt x="58" y="817"/>
                </a:lnTo>
                <a:lnTo>
                  <a:pt x="57" y="817"/>
                </a:lnTo>
                <a:lnTo>
                  <a:pt x="56" y="817"/>
                </a:lnTo>
                <a:lnTo>
                  <a:pt x="56" y="816"/>
                </a:lnTo>
                <a:lnTo>
                  <a:pt x="57" y="815"/>
                </a:lnTo>
                <a:lnTo>
                  <a:pt x="58" y="815"/>
                </a:lnTo>
                <a:lnTo>
                  <a:pt x="58" y="814"/>
                </a:lnTo>
                <a:lnTo>
                  <a:pt x="57" y="813"/>
                </a:lnTo>
                <a:lnTo>
                  <a:pt x="57" y="812"/>
                </a:lnTo>
                <a:lnTo>
                  <a:pt x="57" y="811"/>
                </a:lnTo>
                <a:lnTo>
                  <a:pt x="58" y="811"/>
                </a:lnTo>
                <a:lnTo>
                  <a:pt x="58" y="810"/>
                </a:lnTo>
                <a:lnTo>
                  <a:pt x="57" y="810"/>
                </a:lnTo>
                <a:lnTo>
                  <a:pt x="57" y="809"/>
                </a:lnTo>
                <a:lnTo>
                  <a:pt x="57" y="808"/>
                </a:lnTo>
                <a:lnTo>
                  <a:pt x="56" y="808"/>
                </a:lnTo>
                <a:lnTo>
                  <a:pt x="56" y="807"/>
                </a:lnTo>
                <a:lnTo>
                  <a:pt x="54" y="806"/>
                </a:lnTo>
                <a:lnTo>
                  <a:pt x="53" y="806"/>
                </a:lnTo>
                <a:lnTo>
                  <a:pt x="52" y="806"/>
                </a:lnTo>
                <a:lnTo>
                  <a:pt x="51" y="806"/>
                </a:lnTo>
                <a:lnTo>
                  <a:pt x="51" y="807"/>
                </a:lnTo>
                <a:lnTo>
                  <a:pt x="50" y="807"/>
                </a:lnTo>
                <a:lnTo>
                  <a:pt x="50" y="806"/>
                </a:lnTo>
                <a:lnTo>
                  <a:pt x="49" y="806"/>
                </a:lnTo>
                <a:lnTo>
                  <a:pt x="49" y="807"/>
                </a:lnTo>
                <a:lnTo>
                  <a:pt x="48" y="807"/>
                </a:lnTo>
                <a:lnTo>
                  <a:pt x="48" y="808"/>
                </a:lnTo>
                <a:lnTo>
                  <a:pt x="46" y="809"/>
                </a:lnTo>
                <a:lnTo>
                  <a:pt x="46" y="808"/>
                </a:lnTo>
                <a:lnTo>
                  <a:pt x="46" y="807"/>
                </a:lnTo>
                <a:lnTo>
                  <a:pt x="45" y="807"/>
                </a:lnTo>
                <a:lnTo>
                  <a:pt x="44" y="808"/>
                </a:lnTo>
                <a:lnTo>
                  <a:pt x="44" y="807"/>
                </a:lnTo>
                <a:lnTo>
                  <a:pt x="43" y="806"/>
                </a:lnTo>
                <a:lnTo>
                  <a:pt x="42" y="805"/>
                </a:lnTo>
                <a:lnTo>
                  <a:pt x="41" y="805"/>
                </a:lnTo>
                <a:lnTo>
                  <a:pt x="41" y="804"/>
                </a:lnTo>
                <a:lnTo>
                  <a:pt x="40" y="804"/>
                </a:lnTo>
                <a:lnTo>
                  <a:pt x="40" y="805"/>
                </a:lnTo>
                <a:lnTo>
                  <a:pt x="39" y="805"/>
                </a:lnTo>
                <a:lnTo>
                  <a:pt x="39" y="806"/>
                </a:lnTo>
                <a:lnTo>
                  <a:pt x="38" y="807"/>
                </a:lnTo>
                <a:lnTo>
                  <a:pt x="37" y="808"/>
                </a:lnTo>
                <a:lnTo>
                  <a:pt x="37" y="807"/>
                </a:lnTo>
                <a:lnTo>
                  <a:pt x="36" y="807"/>
                </a:lnTo>
                <a:lnTo>
                  <a:pt x="36" y="808"/>
                </a:lnTo>
                <a:lnTo>
                  <a:pt x="34" y="808"/>
                </a:lnTo>
                <a:lnTo>
                  <a:pt x="33" y="809"/>
                </a:lnTo>
                <a:lnTo>
                  <a:pt x="33" y="810"/>
                </a:lnTo>
                <a:lnTo>
                  <a:pt x="32" y="809"/>
                </a:lnTo>
                <a:lnTo>
                  <a:pt x="31" y="810"/>
                </a:lnTo>
                <a:lnTo>
                  <a:pt x="30" y="810"/>
                </a:lnTo>
                <a:lnTo>
                  <a:pt x="29" y="809"/>
                </a:lnTo>
                <a:lnTo>
                  <a:pt x="29" y="810"/>
                </a:lnTo>
                <a:lnTo>
                  <a:pt x="27" y="810"/>
                </a:lnTo>
                <a:lnTo>
                  <a:pt x="25" y="810"/>
                </a:lnTo>
                <a:lnTo>
                  <a:pt x="25" y="809"/>
                </a:lnTo>
                <a:lnTo>
                  <a:pt x="26" y="809"/>
                </a:lnTo>
                <a:lnTo>
                  <a:pt x="26" y="808"/>
                </a:lnTo>
                <a:lnTo>
                  <a:pt x="23" y="807"/>
                </a:lnTo>
                <a:lnTo>
                  <a:pt x="21" y="806"/>
                </a:lnTo>
                <a:lnTo>
                  <a:pt x="20" y="806"/>
                </a:lnTo>
                <a:lnTo>
                  <a:pt x="20" y="807"/>
                </a:lnTo>
                <a:lnTo>
                  <a:pt x="19" y="806"/>
                </a:lnTo>
                <a:lnTo>
                  <a:pt x="19" y="805"/>
                </a:lnTo>
                <a:lnTo>
                  <a:pt x="20" y="803"/>
                </a:lnTo>
                <a:lnTo>
                  <a:pt x="19" y="803"/>
                </a:lnTo>
                <a:lnTo>
                  <a:pt x="19" y="802"/>
                </a:lnTo>
                <a:lnTo>
                  <a:pt x="18" y="802"/>
                </a:lnTo>
                <a:lnTo>
                  <a:pt x="18" y="801"/>
                </a:lnTo>
                <a:lnTo>
                  <a:pt x="17" y="801"/>
                </a:lnTo>
                <a:lnTo>
                  <a:pt x="17" y="800"/>
                </a:lnTo>
                <a:lnTo>
                  <a:pt x="17" y="798"/>
                </a:lnTo>
                <a:lnTo>
                  <a:pt x="17" y="797"/>
                </a:lnTo>
                <a:lnTo>
                  <a:pt x="17" y="796"/>
                </a:lnTo>
                <a:lnTo>
                  <a:pt x="18" y="795"/>
                </a:lnTo>
                <a:lnTo>
                  <a:pt x="19" y="795"/>
                </a:lnTo>
                <a:lnTo>
                  <a:pt x="19" y="793"/>
                </a:lnTo>
                <a:lnTo>
                  <a:pt x="19" y="792"/>
                </a:lnTo>
                <a:lnTo>
                  <a:pt x="19" y="791"/>
                </a:lnTo>
                <a:lnTo>
                  <a:pt x="20" y="789"/>
                </a:lnTo>
                <a:lnTo>
                  <a:pt x="21" y="787"/>
                </a:lnTo>
                <a:lnTo>
                  <a:pt x="21" y="785"/>
                </a:lnTo>
                <a:lnTo>
                  <a:pt x="22" y="784"/>
                </a:lnTo>
                <a:lnTo>
                  <a:pt x="21" y="784"/>
                </a:lnTo>
                <a:lnTo>
                  <a:pt x="20" y="783"/>
                </a:lnTo>
                <a:lnTo>
                  <a:pt x="20" y="782"/>
                </a:lnTo>
                <a:lnTo>
                  <a:pt x="20" y="781"/>
                </a:lnTo>
                <a:lnTo>
                  <a:pt x="21" y="781"/>
                </a:lnTo>
                <a:lnTo>
                  <a:pt x="22" y="781"/>
                </a:lnTo>
                <a:lnTo>
                  <a:pt x="23" y="781"/>
                </a:lnTo>
                <a:lnTo>
                  <a:pt x="23" y="780"/>
                </a:lnTo>
                <a:lnTo>
                  <a:pt x="24" y="779"/>
                </a:lnTo>
                <a:lnTo>
                  <a:pt x="24" y="778"/>
                </a:lnTo>
                <a:lnTo>
                  <a:pt x="25" y="776"/>
                </a:lnTo>
                <a:lnTo>
                  <a:pt x="25" y="775"/>
                </a:lnTo>
                <a:lnTo>
                  <a:pt x="24" y="774"/>
                </a:lnTo>
                <a:lnTo>
                  <a:pt x="23" y="774"/>
                </a:lnTo>
                <a:lnTo>
                  <a:pt x="24" y="773"/>
                </a:lnTo>
                <a:lnTo>
                  <a:pt x="25" y="773"/>
                </a:lnTo>
                <a:lnTo>
                  <a:pt x="26" y="773"/>
                </a:lnTo>
                <a:lnTo>
                  <a:pt x="26" y="772"/>
                </a:lnTo>
                <a:lnTo>
                  <a:pt x="26" y="771"/>
                </a:lnTo>
                <a:lnTo>
                  <a:pt x="27" y="769"/>
                </a:lnTo>
                <a:lnTo>
                  <a:pt x="27" y="767"/>
                </a:lnTo>
                <a:lnTo>
                  <a:pt x="27" y="766"/>
                </a:lnTo>
                <a:lnTo>
                  <a:pt x="26" y="766"/>
                </a:lnTo>
                <a:lnTo>
                  <a:pt x="26" y="765"/>
                </a:lnTo>
                <a:lnTo>
                  <a:pt x="26" y="764"/>
                </a:lnTo>
                <a:lnTo>
                  <a:pt x="27" y="764"/>
                </a:lnTo>
                <a:lnTo>
                  <a:pt x="27" y="763"/>
                </a:lnTo>
                <a:lnTo>
                  <a:pt x="27" y="762"/>
                </a:lnTo>
                <a:lnTo>
                  <a:pt x="26" y="762"/>
                </a:lnTo>
                <a:lnTo>
                  <a:pt x="26" y="761"/>
                </a:lnTo>
                <a:lnTo>
                  <a:pt x="26" y="760"/>
                </a:lnTo>
                <a:lnTo>
                  <a:pt x="24" y="759"/>
                </a:lnTo>
                <a:lnTo>
                  <a:pt x="23" y="759"/>
                </a:lnTo>
                <a:lnTo>
                  <a:pt x="22" y="759"/>
                </a:lnTo>
                <a:lnTo>
                  <a:pt x="19" y="758"/>
                </a:lnTo>
                <a:lnTo>
                  <a:pt x="19" y="757"/>
                </a:lnTo>
                <a:lnTo>
                  <a:pt x="18" y="757"/>
                </a:lnTo>
                <a:lnTo>
                  <a:pt x="18" y="756"/>
                </a:lnTo>
                <a:lnTo>
                  <a:pt x="17" y="756"/>
                </a:lnTo>
                <a:lnTo>
                  <a:pt x="16" y="755"/>
                </a:lnTo>
                <a:lnTo>
                  <a:pt x="15" y="754"/>
                </a:lnTo>
                <a:lnTo>
                  <a:pt x="16" y="754"/>
                </a:lnTo>
                <a:lnTo>
                  <a:pt x="16" y="753"/>
                </a:lnTo>
                <a:lnTo>
                  <a:pt x="16" y="752"/>
                </a:lnTo>
                <a:lnTo>
                  <a:pt x="15" y="751"/>
                </a:lnTo>
                <a:lnTo>
                  <a:pt x="15" y="750"/>
                </a:lnTo>
                <a:lnTo>
                  <a:pt x="15" y="749"/>
                </a:lnTo>
                <a:lnTo>
                  <a:pt x="14" y="748"/>
                </a:lnTo>
                <a:lnTo>
                  <a:pt x="14" y="747"/>
                </a:lnTo>
                <a:lnTo>
                  <a:pt x="14" y="746"/>
                </a:lnTo>
                <a:lnTo>
                  <a:pt x="13" y="746"/>
                </a:lnTo>
                <a:lnTo>
                  <a:pt x="13" y="744"/>
                </a:lnTo>
                <a:lnTo>
                  <a:pt x="12" y="744"/>
                </a:lnTo>
                <a:lnTo>
                  <a:pt x="12" y="743"/>
                </a:lnTo>
                <a:lnTo>
                  <a:pt x="12" y="741"/>
                </a:lnTo>
                <a:lnTo>
                  <a:pt x="12" y="739"/>
                </a:lnTo>
                <a:lnTo>
                  <a:pt x="11" y="739"/>
                </a:lnTo>
                <a:lnTo>
                  <a:pt x="11" y="738"/>
                </a:lnTo>
                <a:lnTo>
                  <a:pt x="11" y="737"/>
                </a:lnTo>
                <a:lnTo>
                  <a:pt x="10" y="737"/>
                </a:lnTo>
                <a:lnTo>
                  <a:pt x="9" y="736"/>
                </a:lnTo>
                <a:lnTo>
                  <a:pt x="8" y="736"/>
                </a:lnTo>
                <a:lnTo>
                  <a:pt x="8" y="735"/>
                </a:lnTo>
                <a:lnTo>
                  <a:pt x="10" y="733"/>
                </a:lnTo>
                <a:lnTo>
                  <a:pt x="10" y="732"/>
                </a:lnTo>
                <a:lnTo>
                  <a:pt x="11" y="732"/>
                </a:lnTo>
                <a:lnTo>
                  <a:pt x="12" y="732"/>
                </a:lnTo>
                <a:lnTo>
                  <a:pt x="13" y="731"/>
                </a:lnTo>
                <a:lnTo>
                  <a:pt x="14" y="730"/>
                </a:lnTo>
                <a:lnTo>
                  <a:pt x="15" y="730"/>
                </a:lnTo>
                <a:lnTo>
                  <a:pt x="15" y="729"/>
                </a:lnTo>
                <a:lnTo>
                  <a:pt x="16" y="729"/>
                </a:lnTo>
                <a:lnTo>
                  <a:pt x="17" y="729"/>
                </a:lnTo>
                <a:lnTo>
                  <a:pt x="18" y="729"/>
                </a:lnTo>
                <a:lnTo>
                  <a:pt x="19" y="728"/>
                </a:lnTo>
                <a:lnTo>
                  <a:pt x="20" y="728"/>
                </a:lnTo>
                <a:lnTo>
                  <a:pt x="21" y="728"/>
                </a:lnTo>
                <a:lnTo>
                  <a:pt x="21" y="727"/>
                </a:lnTo>
                <a:lnTo>
                  <a:pt x="22" y="727"/>
                </a:lnTo>
                <a:lnTo>
                  <a:pt x="23" y="727"/>
                </a:lnTo>
                <a:lnTo>
                  <a:pt x="23" y="726"/>
                </a:lnTo>
                <a:lnTo>
                  <a:pt x="23" y="725"/>
                </a:lnTo>
                <a:lnTo>
                  <a:pt x="23" y="724"/>
                </a:lnTo>
                <a:lnTo>
                  <a:pt x="22" y="724"/>
                </a:lnTo>
                <a:lnTo>
                  <a:pt x="21" y="724"/>
                </a:lnTo>
                <a:lnTo>
                  <a:pt x="20" y="724"/>
                </a:lnTo>
                <a:lnTo>
                  <a:pt x="20" y="725"/>
                </a:lnTo>
                <a:lnTo>
                  <a:pt x="20" y="724"/>
                </a:lnTo>
                <a:lnTo>
                  <a:pt x="19" y="724"/>
                </a:lnTo>
                <a:lnTo>
                  <a:pt x="18" y="724"/>
                </a:lnTo>
                <a:lnTo>
                  <a:pt x="18" y="723"/>
                </a:lnTo>
                <a:lnTo>
                  <a:pt x="18" y="722"/>
                </a:lnTo>
                <a:lnTo>
                  <a:pt x="18" y="721"/>
                </a:lnTo>
                <a:lnTo>
                  <a:pt x="18" y="720"/>
                </a:lnTo>
                <a:lnTo>
                  <a:pt x="19" y="720"/>
                </a:lnTo>
                <a:lnTo>
                  <a:pt x="19" y="719"/>
                </a:lnTo>
                <a:lnTo>
                  <a:pt x="19" y="718"/>
                </a:lnTo>
                <a:lnTo>
                  <a:pt x="20" y="717"/>
                </a:lnTo>
                <a:lnTo>
                  <a:pt x="21" y="716"/>
                </a:lnTo>
                <a:lnTo>
                  <a:pt x="22" y="716"/>
                </a:lnTo>
                <a:lnTo>
                  <a:pt x="22" y="715"/>
                </a:lnTo>
                <a:lnTo>
                  <a:pt x="22" y="713"/>
                </a:lnTo>
                <a:lnTo>
                  <a:pt x="22" y="712"/>
                </a:lnTo>
                <a:lnTo>
                  <a:pt x="22" y="711"/>
                </a:lnTo>
                <a:lnTo>
                  <a:pt x="21" y="711"/>
                </a:lnTo>
                <a:lnTo>
                  <a:pt x="20" y="710"/>
                </a:lnTo>
                <a:lnTo>
                  <a:pt x="20" y="708"/>
                </a:lnTo>
                <a:lnTo>
                  <a:pt x="21" y="708"/>
                </a:lnTo>
                <a:lnTo>
                  <a:pt x="22" y="706"/>
                </a:lnTo>
                <a:lnTo>
                  <a:pt x="23" y="706"/>
                </a:lnTo>
                <a:lnTo>
                  <a:pt x="24" y="707"/>
                </a:lnTo>
                <a:lnTo>
                  <a:pt x="25" y="707"/>
                </a:lnTo>
                <a:lnTo>
                  <a:pt x="26" y="707"/>
                </a:lnTo>
                <a:lnTo>
                  <a:pt x="26" y="708"/>
                </a:lnTo>
                <a:lnTo>
                  <a:pt x="27" y="708"/>
                </a:lnTo>
                <a:lnTo>
                  <a:pt x="27" y="707"/>
                </a:lnTo>
                <a:lnTo>
                  <a:pt x="28" y="707"/>
                </a:lnTo>
                <a:lnTo>
                  <a:pt x="30" y="706"/>
                </a:lnTo>
                <a:lnTo>
                  <a:pt x="31" y="706"/>
                </a:lnTo>
                <a:lnTo>
                  <a:pt x="32" y="706"/>
                </a:lnTo>
                <a:lnTo>
                  <a:pt x="33" y="706"/>
                </a:lnTo>
                <a:lnTo>
                  <a:pt x="34" y="706"/>
                </a:lnTo>
                <a:lnTo>
                  <a:pt x="35" y="706"/>
                </a:lnTo>
                <a:lnTo>
                  <a:pt x="36" y="706"/>
                </a:lnTo>
                <a:lnTo>
                  <a:pt x="38" y="705"/>
                </a:lnTo>
                <a:lnTo>
                  <a:pt x="38" y="704"/>
                </a:lnTo>
                <a:lnTo>
                  <a:pt x="38" y="703"/>
                </a:lnTo>
                <a:lnTo>
                  <a:pt x="39" y="703"/>
                </a:lnTo>
                <a:lnTo>
                  <a:pt x="40" y="702"/>
                </a:lnTo>
                <a:lnTo>
                  <a:pt x="42" y="701"/>
                </a:lnTo>
                <a:lnTo>
                  <a:pt x="43" y="700"/>
                </a:lnTo>
                <a:lnTo>
                  <a:pt x="44" y="700"/>
                </a:lnTo>
                <a:lnTo>
                  <a:pt x="46" y="700"/>
                </a:lnTo>
                <a:lnTo>
                  <a:pt x="48" y="699"/>
                </a:lnTo>
                <a:lnTo>
                  <a:pt x="49" y="699"/>
                </a:lnTo>
                <a:lnTo>
                  <a:pt x="50" y="700"/>
                </a:lnTo>
                <a:lnTo>
                  <a:pt x="51" y="701"/>
                </a:lnTo>
                <a:lnTo>
                  <a:pt x="52" y="701"/>
                </a:lnTo>
                <a:lnTo>
                  <a:pt x="52" y="702"/>
                </a:lnTo>
                <a:lnTo>
                  <a:pt x="53" y="702"/>
                </a:lnTo>
                <a:lnTo>
                  <a:pt x="53" y="701"/>
                </a:lnTo>
                <a:lnTo>
                  <a:pt x="54" y="700"/>
                </a:lnTo>
                <a:lnTo>
                  <a:pt x="55" y="700"/>
                </a:lnTo>
                <a:lnTo>
                  <a:pt x="55" y="699"/>
                </a:lnTo>
                <a:lnTo>
                  <a:pt x="55" y="698"/>
                </a:lnTo>
                <a:lnTo>
                  <a:pt x="56" y="698"/>
                </a:lnTo>
                <a:lnTo>
                  <a:pt x="57" y="698"/>
                </a:lnTo>
                <a:lnTo>
                  <a:pt x="58" y="697"/>
                </a:lnTo>
                <a:lnTo>
                  <a:pt x="58" y="696"/>
                </a:lnTo>
                <a:lnTo>
                  <a:pt x="59" y="696"/>
                </a:lnTo>
                <a:lnTo>
                  <a:pt x="60" y="695"/>
                </a:lnTo>
                <a:lnTo>
                  <a:pt x="61" y="694"/>
                </a:lnTo>
                <a:lnTo>
                  <a:pt x="61" y="693"/>
                </a:lnTo>
                <a:lnTo>
                  <a:pt x="61" y="692"/>
                </a:lnTo>
                <a:lnTo>
                  <a:pt x="62" y="692"/>
                </a:lnTo>
                <a:lnTo>
                  <a:pt x="63" y="692"/>
                </a:lnTo>
                <a:lnTo>
                  <a:pt x="63" y="691"/>
                </a:lnTo>
                <a:lnTo>
                  <a:pt x="64" y="691"/>
                </a:lnTo>
                <a:lnTo>
                  <a:pt x="64" y="690"/>
                </a:lnTo>
                <a:lnTo>
                  <a:pt x="66" y="690"/>
                </a:lnTo>
                <a:lnTo>
                  <a:pt x="67" y="690"/>
                </a:lnTo>
                <a:lnTo>
                  <a:pt x="68" y="690"/>
                </a:lnTo>
                <a:lnTo>
                  <a:pt x="67" y="690"/>
                </a:lnTo>
                <a:lnTo>
                  <a:pt x="67" y="689"/>
                </a:lnTo>
                <a:lnTo>
                  <a:pt x="66" y="688"/>
                </a:lnTo>
                <a:lnTo>
                  <a:pt x="66" y="687"/>
                </a:lnTo>
                <a:lnTo>
                  <a:pt x="65" y="686"/>
                </a:lnTo>
                <a:lnTo>
                  <a:pt x="65" y="685"/>
                </a:lnTo>
                <a:lnTo>
                  <a:pt x="64" y="685"/>
                </a:lnTo>
                <a:lnTo>
                  <a:pt x="63" y="685"/>
                </a:lnTo>
                <a:lnTo>
                  <a:pt x="62" y="685"/>
                </a:lnTo>
                <a:lnTo>
                  <a:pt x="62" y="684"/>
                </a:lnTo>
                <a:lnTo>
                  <a:pt x="61" y="685"/>
                </a:lnTo>
                <a:lnTo>
                  <a:pt x="61" y="684"/>
                </a:lnTo>
                <a:lnTo>
                  <a:pt x="60" y="684"/>
                </a:lnTo>
                <a:lnTo>
                  <a:pt x="59" y="684"/>
                </a:lnTo>
                <a:lnTo>
                  <a:pt x="59" y="683"/>
                </a:lnTo>
                <a:lnTo>
                  <a:pt x="59" y="682"/>
                </a:lnTo>
                <a:lnTo>
                  <a:pt x="60" y="682"/>
                </a:lnTo>
                <a:lnTo>
                  <a:pt x="60" y="681"/>
                </a:lnTo>
                <a:lnTo>
                  <a:pt x="59" y="681"/>
                </a:lnTo>
                <a:lnTo>
                  <a:pt x="59" y="679"/>
                </a:lnTo>
                <a:lnTo>
                  <a:pt x="59" y="678"/>
                </a:lnTo>
                <a:lnTo>
                  <a:pt x="60" y="678"/>
                </a:lnTo>
                <a:lnTo>
                  <a:pt x="59" y="677"/>
                </a:lnTo>
                <a:lnTo>
                  <a:pt x="58" y="677"/>
                </a:lnTo>
                <a:lnTo>
                  <a:pt x="59" y="676"/>
                </a:lnTo>
                <a:lnTo>
                  <a:pt x="59" y="675"/>
                </a:lnTo>
                <a:lnTo>
                  <a:pt x="60" y="675"/>
                </a:lnTo>
                <a:lnTo>
                  <a:pt x="60" y="674"/>
                </a:lnTo>
                <a:lnTo>
                  <a:pt x="61" y="672"/>
                </a:lnTo>
                <a:lnTo>
                  <a:pt x="61" y="671"/>
                </a:lnTo>
                <a:lnTo>
                  <a:pt x="61" y="670"/>
                </a:lnTo>
                <a:lnTo>
                  <a:pt x="61" y="669"/>
                </a:lnTo>
                <a:lnTo>
                  <a:pt x="62" y="669"/>
                </a:lnTo>
                <a:lnTo>
                  <a:pt x="62" y="668"/>
                </a:lnTo>
                <a:lnTo>
                  <a:pt x="64" y="668"/>
                </a:lnTo>
                <a:lnTo>
                  <a:pt x="65" y="669"/>
                </a:lnTo>
                <a:lnTo>
                  <a:pt x="66" y="670"/>
                </a:lnTo>
                <a:lnTo>
                  <a:pt x="67" y="670"/>
                </a:lnTo>
                <a:lnTo>
                  <a:pt x="68" y="670"/>
                </a:lnTo>
                <a:lnTo>
                  <a:pt x="69" y="670"/>
                </a:lnTo>
                <a:lnTo>
                  <a:pt x="70" y="669"/>
                </a:lnTo>
                <a:lnTo>
                  <a:pt x="71" y="668"/>
                </a:lnTo>
                <a:lnTo>
                  <a:pt x="71" y="666"/>
                </a:lnTo>
                <a:lnTo>
                  <a:pt x="71" y="665"/>
                </a:lnTo>
                <a:lnTo>
                  <a:pt x="70" y="665"/>
                </a:lnTo>
                <a:lnTo>
                  <a:pt x="70" y="664"/>
                </a:lnTo>
                <a:lnTo>
                  <a:pt x="70" y="663"/>
                </a:lnTo>
                <a:lnTo>
                  <a:pt x="69" y="663"/>
                </a:lnTo>
                <a:lnTo>
                  <a:pt x="68" y="662"/>
                </a:lnTo>
                <a:lnTo>
                  <a:pt x="68" y="661"/>
                </a:lnTo>
                <a:lnTo>
                  <a:pt x="68" y="660"/>
                </a:lnTo>
                <a:lnTo>
                  <a:pt x="68" y="658"/>
                </a:lnTo>
                <a:lnTo>
                  <a:pt x="68" y="657"/>
                </a:lnTo>
                <a:lnTo>
                  <a:pt x="67" y="657"/>
                </a:lnTo>
                <a:lnTo>
                  <a:pt x="67" y="656"/>
                </a:lnTo>
                <a:lnTo>
                  <a:pt x="66" y="655"/>
                </a:lnTo>
                <a:lnTo>
                  <a:pt x="67" y="654"/>
                </a:lnTo>
                <a:lnTo>
                  <a:pt x="68" y="654"/>
                </a:lnTo>
                <a:lnTo>
                  <a:pt x="69" y="654"/>
                </a:lnTo>
                <a:lnTo>
                  <a:pt x="70" y="654"/>
                </a:lnTo>
                <a:lnTo>
                  <a:pt x="70" y="653"/>
                </a:lnTo>
                <a:lnTo>
                  <a:pt x="71" y="652"/>
                </a:lnTo>
                <a:lnTo>
                  <a:pt x="71" y="651"/>
                </a:lnTo>
                <a:lnTo>
                  <a:pt x="71" y="650"/>
                </a:lnTo>
                <a:lnTo>
                  <a:pt x="71" y="649"/>
                </a:lnTo>
                <a:lnTo>
                  <a:pt x="71" y="648"/>
                </a:lnTo>
                <a:lnTo>
                  <a:pt x="71" y="647"/>
                </a:lnTo>
                <a:lnTo>
                  <a:pt x="72" y="647"/>
                </a:lnTo>
                <a:lnTo>
                  <a:pt x="71" y="646"/>
                </a:lnTo>
                <a:lnTo>
                  <a:pt x="71" y="645"/>
                </a:lnTo>
                <a:lnTo>
                  <a:pt x="72" y="645"/>
                </a:lnTo>
                <a:lnTo>
                  <a:pt x="72" y="644"/>
                </a:lnTo>
                <a:lnTo>
                  <a:pt x="73" y="643"/>
                </a:lnTo>
                <a:lnTo>
                  <a:pt x="72" y="643"/>
                </a:lnTo>
                <a:lnTo>
                  <a:pt x="71" y="643"/>
                </a:lnTo>
                <a:lnTo>
                  <a:pt x="71" y="642"/>
                </a:lnTo>
                <a:lnTo>
                  <a:pt x="71" y="641"/>
                </a:lnTo>
                <a:lnTo>
                  <a:pt x="72" y="641"/>
                </a:lnTo>
                <a:lnTo>
                  <a:pt x="72" y="640"/>
                </a:lnTo>
                <a:lnTo>
                  <a:pt x="73" y="640"/>
                </a:lnTo>
                <a:lnTo>
                  <a:pt x="73" y="639"/>
                </a:lnTo>
                <a:lnTo>
                  <a:pt x="74" y="638"/>
                </a:lnTo>
                <a:lnTo>
                  <a:pt x="74" y="637"/>
                </a:lnTo>
                <a:lnTo>
                  <a:pt x="73" y="637"/>
                </a:lnTo>
                <a:lnTo>
                  <a:pt x="73" y="636"/>
                </a:lnTo>
                <a:lnTo>
                  <a:pt x="73" y="633"/>
                </a:lnTo>
                <a:lnTo>
                  <a:pt x="74" y="633"/>
                </a:lnTo>
                <a:lnTo>
                  <a:pt x="75" y="633"/>
                </a:lnTo>
                <a:lnTo>
                  <a:pt x="76" y="633"/>
                </a:lnTo>
                <a:lnTo>
                  <a:pt x="76" y="632"/>
                </a:lnTo>
                <a:lnTo>
                  <a:pt x="76" y="633"/>
                </a:lnTo>
                <a:lnTo>
                  <a:pt x="77" y="633"/>
                </a:lnTo>
                <a:lnTo>
                  <a:pt x="78" y="633"/>
                </a:lnTo>
                <a:lnTo>
                  <a:pt x="79" y="633"/>
                </a:lnTo>
                <a:lnTo>
                  <a:pt x="79" y="631"/>
                </a:lnTo>
                <a:lnTo>
                  <a:pt x="80" y="631"/>
                </a:lnTo>
                <a:lnTo>
                  <a:pt x="79" y="630"/>
                </a:lnTo>
                <a:lnTo>
                  <a:pt x="79" y="629"/>
                </a:lnTo>
                <a:lnTo>
                  <a:pt x="78" y="628"/>
                </a:lnTo>
                <a:lnTo>
                  <a:pt x="78" y="626"/>
                </a:lnTo>
                <a:lnTo>
                  <a:pt x="78" y="625"/>
                </a:lnTo>
                <a:lnTo>
                  <a:pt x="79" y="625"/>
                </a:lnTo>
                <a:lnTo>
                  <a:pt x="80" y="624"/>
                </a:lnTo>
                <a:lnTo>
                  <a:pt x="81" y="622"/>
                </a:lnTo>
                <a:lnTo>
                  <a:pt x="81" y="621"/>
                </a:lnTo>
                <a:lnTo>
                  <a:pt x="81" y="619"/>
                </a:lnTo>
                <a:lnTo>
                  <a:pt x="84" y="618"/>
                </a:lnTo>
                <a:lnTo>
                  <a:pt x="84" y="617"/>
                </a:lnTo>
                <a:lnTo>
                  <a:pt x="85" y="616"/>
                </a:lnTo>
                <a:lnTo>
                  <a:pt x="84" y="614"/>
                </a:lnTo>
                <a:lnTo>
                  <a:pt x="83" y="614"/>
                </a:lnTo>
                <a:lnTo>
                  <a:pt x="82" y="613"/>
                </a:lnTo>
                <a:lnTo>
                  <a:pt x="81" y="613"/>
                </a:lnTo>
                <a:lnTo>
                  <a:pt x="80" y="613"/>
                </a:lnTo>
                <a:lnTo>
                  <a:pt x="79" y="613"/>
                </a:lnTo>
                <a:lnTo>
                  <a:pt x="78" y="613"/>
                </a:lnTo>
                <a:lnTo>
                  <a:pt x="77" y="613"/>
                </a:lnTo>
                <a:lnTo>
                  <a:pt x="76" y="613"/>
                </a:lnTo>
                <a:lnTo>
                  <a:pt x="76" y="612"/>
                </a:lnTo>
                <a:lnTo>
                  <a:pt x="75" y="612"/>
                </a:lnTo>
                <a:lnTo>
                  <a:pt x="74" y="612"/>
                </a:lnTo>
                <a:lnTo>
                  <a:pt x="73" y="613"/>
                </a:lnTo>
                <a:lnTo>
                  <a:pt x="70" y="614"/>
                </a:lnTo>
                <a:lnTo>
                  <a:pt x="69" y="614"/>
                </a:lnTo>
                <a:lnTo>
                  <a:pt x="69" y="613"/>
                </a:lnTo>
                <a:lnTo>
                  <a:pt x="68" y="613"/>
                </a:lnTo>
                <a:lnTo>
                  <a:pt x="67" y="613"/>
                </a:lnTo>
                <a:lnTo>
                  <a:pt x="66" y="613"/>
                </a:lnTo>
                <a:lnTo>
                  <a:pt x="66" y="612"/>
                </a:lnTo>
                <a:lnTo>
                  <a:pt x="65" y="612"/>
                </a:lnTo>
                <a:lnTo>
                  <a:pt x="63" y="612"/>
                </a:lnTo>
                <a:lnTo>
                  <a:pt x="62" y="612"/>
                </a:lnTo>
                <a:lnTo>
                  <a:pt x="62" y="613"/>
                </a:lnTo>
                <a:lnTo>
                  <a:pt x="61" y="612"/>
                </a:lnTo>
                <a:lnTo>
                  <a:pt x="60" y="612"/>
                </a:lnTo>
                <a:lnTo>
                  <a:pt x="60" y="611"/>
                </a:lnTo>
                <a:lnTo>
                  <a:pt x="59" y="611"/>
                </a:lnTo>
                <a:lnTo>
                  <a:pt x="58" y="611"/>
                </a:lnTo>
                <a:lnTo>
                  <a:pt x="58" y="610"/>
                </a:lnTo>
                <a:lnTo>
                  <a:pt x="57" y="610"/>
                </a:lnTo>
                <a:lnTo>
                  <a:pt x="57" y="609"/>
                </a:lnTo>
                <a:lnTo>
                  <a:pt x="56" y="609"/>
                </a:lnTo>
                <a:lnTo>
                  <a:pt x="55" y="609"/>
                </a:lnTo>
                <a:lnTo>
                  <a:pt x="54" y="609"/>
                </a:lnTo>
                <a:lnTo>
                  <a:pt x="53" y="609"/>
                </a:lnTo>
                <a:lnTo>
                  <a:pt x="53" y="610"/>
                </a:lnTo>
                <a:lnTo>
                  <a:pt x="52" y="610"/>
                </a:lnTo>
                <a:lnTo>
                  <a:pt x="52" y="609"/>
                </a:lnTo>
                <a:lnTo>
                  <a:pt x="51" y="609"/>
                </a:lnTo>
                <a:lnTo>
                  <a:pt x="50" y="609"/>
                </a:lnTo>
                <a:lnTo>
                  <a:pt x="50" y="608"/>
                </a:lnTo>
                <a:lnTo>
                  <a:pt x="49" y="608"/>
                </a:lnTo>
                <a:lnTo>
                  <a:pt x="48" y="608"/>
                </a:lnTo>
                <a:lnTo>
                  <a:pt x="46" y="607"/>
                </a:lnTo>
                <a:lnTo>
                  <a:pt x="45" y="607"/>
                </a:lnTo>
                <a:lnTo>
                  <a:pt x="45" y="608"/>
                </a:lnTo>
                <a:lnTo>
                  <a:pt x="44" y="607"/>
                </a:lnTo>
                <a:lnTo>
                  <a:pt x="44" y="606"/>
                </a:lnTo>
                <a:lnTo>
                  <a:pt x="43" y="605"/>
                </a:lnTo>
                <a:lnTo>
                  <a:pt x="42" y="605"/>
                </a:lnTo>
                <a:lnTo>
                  <a:pt x="42" y="604"/>
                </a:lnTo>
                <a:lnTo>
                  <a:pt x="43" y="604"/>
                </a:lnTo>
                <a:lnTo>
                  <a:pt x="44" y="604"/>
                </a:lnTo>
                <a:lnTo>
                  <a:pt x="45" y="605"/>
                </a:lnTo>
                <a:lnTo>
                  <a:pt x="46" y="605"/>
                </a:lnTo>
                <a:lnTo>
                  <a:pt x="46" y="604"/>
                </a:lnTo>
                <a:lnTo>
                  <a:pt x="46" y="603"/>
                </a:lnTo>
                <a:lnTo>
                  <a:pt x="45" y="603"/>
                </a:lnTo>
                <a:lnTo>
                  <a:pt x="44" y="603"/>
                </a:lnTo>
                <a:lnTo>
                  <a:pt x="44" y="602"/>
                </a:lnTo>
                <a:lnTo>
                  <a:pt x="43" y="602"/>
                </a:lnTo>
                <a:lnTo>
                  <a:pt x="42" y="601"/>
                </a:lnTo>
                <a:lnTo>
                  <a:pt x="41" y="600"/>
                </a:lnTo>
                <a:lnTo>
                  <a:pt x="40" y="600"/>
                </a:lnTo>
                <a:lnTo>
                  <a:pt x="39" y="599"/>
                </a:lnTo>
                <a:lnTo>
                  <a:pt x="38" y="598"/>
                </a:lnTo>
                <a:lnTo>
                  <a:pt x="37" y="598"/>
                </a:lnTo>
                <a:lnTo>
                  <a:pt x="37" y="597"/>
                </a:lnTo>
                <a:lnTo>
                  <a:pt x="36" y="597"/>
                </a:lnTo>
                <a:lnTo>
                  <a:pt x="35" y="597"/>
                </a:lnTo>
                <a:lnTo>
                  <a:pt x="33" y="597"/>
                </a:lnTo>
                <a:lnTo>
                  <a:pt x="32" y="597"/>
                </a:lnTo>
                <a:lnTo>
                  <a:pt x="32" y="596"/>
                </a:lnTo>
                <a:lnTo>
                  <a:pt x="31" y="596"/>
                </a:lnTo>
                <a:lnTo>
                  <a:pt x="31" y="595"/>
                </a:lnTo>
                <a:lnTo>
                  <a:pt x="29" y="594"/>
                </a:lnTo>
                <a:lnTo>
                  <a:pt x="29" y="593"/>
                </a:lnTo>
                <a:lnTo>
                  <a:pt x="28" y="593"/>
                </a:lnTo>
                <a:lnTo>
                  <a:pt x="27" y="593"/>
                </a:lnTo>
                <a:lnTo>
                  <a:pt x="26" y="592"/>
                </a:lnTo>
                <a:lnTo>
                  <a:pt x="26" y="590"/>
                </a:lnTo>
                <a:lnTo>
                  <a:pt x="26" y="589"/>
                </a:lnTo>
                <a:lnTo>
                  <a:pt x="27" y="588"/>
                </a:lnTo>
                <a:lnTo>
                  <a:pt x="28" y="588"/>
                </a:lnTo>
                <a:lnTo>
                  <a:pt x="28" y="587"/>
                </a:lnTo>
                <a:lnTo>
                  <a:pt x="29" y="587"/>
                </a:lnTo>
                <a:lnTo>
                  <a:pt x="29" y="586"/>
                </a:lnTo>
                <a:lnTo>
                  <a:pt x="29" y="584"/>
                </a:lnTo>
                <a:lnTo>
                  <a:pt x="29" y="583"/>
                </a:lnTo>
                <a:lnTo>
                  <a:pt x="28" y="583"/>
                </a:lnTo>
                <a:lnTo>
                  <a:pt x="28" y="582"/>
                </a:lnTo>
                <a:lnTo>
                  <a:pt x="29" y="581"/>
                </a:lnTo>
                <a:lnTo>
                  <a:pt x="29" y="580"/>
                </a:lnTo>
                <a:lnTo>
                  <a:pt x="29" y="579"/>
                </a:lnTo>
                <a:lnTo>
                  <a:pt x="29" y="578"/>
                </a:lnTo>
                <a:lnTo>
                  <a:pt x="30" y="578"/>
                </a:lnTo>
                <a:lnTo>
                  <a:pt x="30" y="577"/>
                </a:lnTo>
                <a:lnTo>
                  <a:pt x="31" y="577"/>
                </a:lnTo>
                <a:lnTo>
                  <a:pt x="30" y="577"/>
                </a:lnTo>
                <a:lnTo>
                  <a:pt x="30" y="576"/>
                </a:lnTo>
                <a:lnTo>
                  <a:pt x="29" y="576"/>
                </a:lnTo>
                <a:lnTo>
                  <a:pt x="29" y="575"/>
                </a:lnTo>
                <a:lnTo>
                  <a:pt x="29" y="574"/>
                </a:lnTo>
                <a:lnTo>
                  <a:pt x="28" y="574"/>
                </a:lnTo>
                <a:lnTo>
                  <a:pt x="28" y="573"/>
                </a:lnTo>
                <a:lnTo>
                  <a:pt x="27" y="573"/>
                </a:lnTo>
                <a:lnTo>
                  <a:pt x="27" y="572"/>
                </a:lnTo>
                <a:lnTo>
                  <a:pt x="26" y="572"/>
                </a:lnTo>
                <a:lnTo>
                  <a:pt x="26" y="571"/>
                </a:lnTo>
                <a:lnTo>
                  <a:pt x="27" y="570"/>
                </a:lnTo>
                <a:lnTo>
                  <a:pt x="27" y="569"/>
                </a:lnTo>
                <a:lnTo>
                  <a:pt x="28" y="569"/>
                </a:lnTo>
                <a:lnTo>
                  <a:pt x="28" y="568"/>
                </a:lnTo>
                <a:lnTo>
                  <a:pt x="29" y="567"/>
                </a:lnTo>
                <a:lnTo>
                  <a:pt x="29" y="566"/>
                </a:lnTo>
                <a:lnTo>
                  <a:pt x="30" y="566"/>
                </a:lnTo>
                <a:lnTo>
                  <a:pt x="31" y="566"/>
                </a:lnTo>
                <a:lnTo>
                  <a:pt x="31" y="567"/>
                </a:lnTo>
                <a:lnTo>
                  <a:pt x="32" y="567"/>
                </a:lnTo>
                <a:lnTo>
                  <a:pt x="32" y="568"/>
                </a:lnTo>
                <a:lnTo>
                  <a:pt x="32" y="569"/>
                </a:lnTo>
                <a:lnTo>
                  <a:pt x="33" y="569"/>
                </a:lnTo>
                <a:lnTo>
                  <a:pt x="33" y="570"/>
                </a:lnTo>
                <a:lnTo>
                  <a:pt x="34" y="570"/>
                </a:lnTo>
                <a:lnTo>
                  <a:pt x="36" y="570"/>
                </a:lnTo>
                <a:lnTo>
                  <a:pt x="37" y="570"/>
                </a:lnTo>
                <a:lnTo>
                  <a:pt x="37" y="571"/>
                </a:lnTo>
                <a:lnTo>
                  <a:pt x="37" y="572"/>
                </a:lnTo>
                <a:lnTo>
                  <a:pt x="38" y="572"/>
                </a:lnTo>
                <a:lnTo>
                  <a:pt x="39" y="572"/>
                </a:lnTo>
                <a:lnTo>
                  <a:pt x="40" y="572"/>
                </a:lnTo>
                <a:lnTo>
                  <a:pt x="41" y="572"/>
                </a:lnTo>
                <a:lnTo>
                  <a:pt x="42" y="572"/>
                </a:lnTo>
                <a:lnTo>
                  <a:pt x="42" y="571"/>
                </a:lnTo>
                <a:lnTo>
                  <a:pt x="43" y="571"/>
                </a:lnTo>
                <a:lnTo>
                  <a:pt x="43" y="572"/>
                </a:lnTo>
                <a:lnTo>
                  <a:pt x="44" y="572"/>
                </a:lnTo>
                <a:lnTo>
                  <a:pt x="45" y="572"/>
                </a:lnTo>
                <a:lnTo>
                  <a:pt x="46" y="572"/>
                </a:lnTo>
                <a:lnTo>
                  <a:pt x="47" y="572"/>
                </a:lnTo>
                <a:lnTo>
                  <a:pt x="48" y="572"/>
                </a:lnTo>
                <a:lnTo>
                  <a:pt x="49" y="572"/>
                </a:lnTo>
                <a:lnTo>
                  <a:pt x="50" y="572"/>
                </a:lnTo>
                <a:lnTo>
                  <a:pt x="50" y="573"/>
                </a:lnTo>
                <a:lnTo>
                  <a:pt x="51" y="573"/>
                </a:lnTo>
                <a:lnTo>
                  <a:pt x="51" y="572"/>
                </a:lnTo>
                <a:lnTo>
                  <a:pt x="52" y="572"/>
                </a:lnTo>
                <a:lnTo>
                  <a:pt x="53" y="572"/>
                </a:lnTo>
                <a:lnTo>
                  <a:pt x="53" y="571"/>
                </a:lnTo>
                <a:lnTo>
                  <a:pt x="55" y="572"/>
                </a:lnTo>
                <a:lnTo>
                  <a:pt x="56" y="572"/>
                </a:lnTo>
                <a:lnTo>
                  <a:pt x="58" y="572"/>
                </a:lnTo>
                <a:lnTo>
                  <a:pt x="59" y="572"/>
                </a:lnTo>
                <a:lnTo>
                  <a:pt x="60" y="572"/>
                </a:lnTo>
                <a:lnTo>
                  <a:pt x="61" y="572"/>
                </a:lnTo>
                <a:lnTo>
                  <a:pt x="61" y="571"/>
                </a:lnTo>
                <a:lnTo>
                  <a:pt x="62" y="571"/>
                </a:lnTo>
                <a:lnTo>
                  <a:pt x="62" y="570"/>
                </a:lnTo>
                <a:lnTo>
                  <a:pt x="62" y="571"/>
                </a:lnTo>
                <a:lnTo>
                  <a:pt x="64" y="571"/>
                </a:lnTo>
                <a:lnTo>
                  <a:pt x="65" y="571"/>
                </a:lnTo>
                <a:lnTo>
                  <a:pt x="65" y="570"/>
                </a:lnTo>
                <a:lnTo>
                  <a:pt x="66" y="570"/>
                </a:lnTo>
                <a:lnTo>
                  <a:pt x="66" y="569"/>
                </a:lnTo>
                <a:lnTo>
                  <a:pt x="66" y="568"/>
                </a:lnTo>
                <a:lnTo>
                  <a:pt x="66" y="567"/>
                </a:lnTo>
                <a:lnTo>
                  <a:pt x="67" y="567"/>
                </a:lnTo>
                <a:lnTo>
                  <a:pt x="68" y="567"/>
                </a:lnTo>
                <a:lnTo>
                  <a:pt x="69" y="567"/>
                </a:lnTo>
                <a:lnTo>
                  <a:pt x="70" y="566"/>
                </a:lnTo>
                <a:lnTo>
                  <a:pt x="71" y="566"/>
                </a:lnTo>
                <a:lnTo>
                  <a:pt x="72" y="566"/>
                </a:lnTo>
                <a:lnTo>
                  <a:pt x="72" y="565"/>
                </a:lnTo>
                <a:lnTo>
                  <a:pt x="73" y="565"/>
                </a:lnTo>
                <a:lnTo>
                  <a:pt x="74" y="564"/>
                </a:lnTo>
                <a:lnTo>
                  <a:pt x="74" y="563"/>
                </a:lnTo>
                <a:lnTo>
                  <a:pt x="75" y="563"/>
                </a:lnTo>
                <a:lnTo>
                  <a:pt x="75" y="564"/>
                </a:lnTo>
                <a:lnTo>
                  <a:pt x="76" y="564"/>
                </a:lnTo>
                <a:lnTo>
                  <a:pt x="77" y="564"/>
                </a:lnTo>
                <a:lnTo>
                  <a:pt x="78" y="564"/>
                </a:lnTo>
                <a:lnTo>
                  <a:pt x="79" y="564"/>
                </a:lnTo>
                <a:lnTo>
                  <a:pt x="80" y="565"/>
                </a:lnTo>
                <a:lnTo>
                  <a:pt x="81" y="565"/>
                </a:lnTo>
                <a:lnTo>
                  <a:pt x="81" y="566"/>
                </a:lnTo>
                <a:lnTo>
                  <a:pt x="82" y="566"/>
                </a:lnTo>
                <a:lnTo>
                  <a:pt x="82" y="567"/>
                </a:lnTo>
                <a:lnTo>
                  <a:pt x="83" y="567"/>
                </a:lnTo>
                <a:lnTo>
                  <a:pt x="84" y="567"/>
                </a:lnTo>
                <a:lnTo>
                  <a:pt x="85" y="567"/>
                </a:lnTo>
                <a:lnTo>
                  <a:pt x="85" y="568"/>
                </a:lnTo>
                <a:lnTo>
                  <a:pt x="85" y="569"/>
                </a:lnTo>
                <a:lnTo>
                  <a:pt x="86" y="569"/>
                </a:lnTo>
                <a:lnTo>
                  <a:pt x="87" y="569"/>
                </a:lnTo>
                <a:lnTo>
                  <a:pt x="87" y="568"/>
                </a:lnTo>
                <a:lnTo>
                  <a:pt x="88" y="568"/>
                </a:lnTo>
                <a:lnTo>
                  <a:pt x="88" y="569"/>
                </a:lnTo>
                <a:lnTo>
                  <a:pt x="89" y="569"/>
                </a:lnTo>
                <a:lnTo>
                  <a:pt x="89" y="570"/>
                </a:lnTo>
                <a:lnTo>
                  <a:pt x="90" y="570"/>
                </a:lnTo>
                <a:lnTo>
                  <a:pt x="91" y="570"/>
                </a:lnTo>
                <a:lnTo>
                  <a:pt x="92" y="570"/>
                </a:lnTo>
                <a:lnTo>
                  <a:pt x="93" y="570"/>
                </a:lnTo>
                <a:lnTo>
                  <a:pt x="94" y="570"/>
                </a:lnTo>
                <a:lnTo>
                  <a:pt x="94" y="569"/>
                </a:lnTo>
                <a:lnTo>
                  <a:pt x="95" y="569"/>
                </a:lnTo>
                <a:lnTo>
                  <a:pt x="96" y="569"/>
                </a:lnTo>
                <a:lnTo>
                  <a:pt x="96" y="570"/>
                </a:lnTo>
                <a:lnTo>
                  <a:pt x="97" y="570"/>
                </a:lnTo>
                <a:lnTo>
                  <a:pt x="98" y="570"/>
                </a:lnTo>
                <a:lnTo>
                  <a:pt x="99" y="570"/>
                </a:lnTo>
                <a:lnTo>
                  <a:pt x="100" y="570"/>
                </a:lnTo>
                <a:lnTo>
                  <a:pt x="100" y="571"/>
                </a:lnTo>
                <a:lnTo>
                  <a:pt x="100" y="570"/>
                </a:lnTo>
                <a:lnTo>
                  <a:pt x="101" y="570"/>
                </a:lnTo>
                <a:lnTo>
                  <a:pt x="102" y="570"/>
                </a:lnTo>
                <a:lnTo>
                  <a:pt x="103" y="570"/>
                </a:lnTo>
                <a:lnTo>
                  <a:pt x="105" y="571"/>
                </a:lnTo>
                <a:lnTo>
                  <a:pt x="106" y="571"/>
                </a:lnTo>
                <a:lnTo>
                  <a:pt x="108" y="571"/>
                </a:lnTo>
                <a:lnTo>
                  <a:pt x="109" y="571"/>
                </a:lnTo>
                <a:lnTo>
                  <a:pt x="109" y="572"/>
                </a:lnTo>
                <a:lnTo>
                  <a:pt x="110" y="572"/>
                </a:lnTo>
                <a:lnTo>
                  <a:pt x="110" y="571"/>
                </a:lnTo>
                <a:lnTo>
                  <a:pt x="111" y="572"/>
                </a:lnTo>
                <a:lnTo>
                  <a:pt x="112" y="572"/>
                </a:lnTo>
                <a:lnTo>
                  <a:pt x="113" y="573"/>
                </a:lnTo>
                <a:lnTo>
                  <a:pt x="113" y="574"/>
                </a:lnTo>
                <a:lnTo>
                  <a:pt x="114" y="574"/>
                </a:lnTo>
                <a:lnTo>
                  <a:pt x="115" y="575"/>
                </a:lnTo>
                <a:lnTo>
                  <a:pt x="115" y="574"/>
                </a:lnTo>
                <a:lnTo>
                  <a:pt x="116" y="574"/>
                </a:lnTo>
                <a:lnTo>
                  <a:pt x="116" y="573"/>
                </a:lnTo>
                <a:lnTo>
                  <a:pt x="116" y="572"/>
                </a:lnTo>
                <a:lnTo>
                  <a:pt x="115" y="572"/>
                </a:lnTo>
                <a:lnTo>
                  <a:pt x="115" y="571"/>
                </a:lnTo>
                <a:lnTo>
                  <a:pt x="116" y="571"/>
                </a:lnTo>
                <a:lnTo>
                  <a:pt x="116" y="570"/>
                </a:lnTo>
                <a:lnTo>
                  <a:pt x="116" y="569"/>
                </a:lnTo>
                <a:lnTo>
                  <a:pt x="116" y="568"/>
                </a:lnTo>
                <a:lnTo>
                  <a:pt x="117" y="568"/>
                </a:lnTo>
                <a:lnTo>
                  <a:pt x="117" y="565"/>
                </a:lnTo>
                <a:lnTo>
                  <a:pt x="116" y="565"/>
                </a:lnTo>
                <a:lnTo>
                  <a:pt x="116" y="564"/>
                </a:lnTo>
                <a:lnTo>
                  <a:pt x="116" y="563"/>
                </a:lnTo>
                <a:lnTo>
                  <a:pt x="116" y="562"/>
                </a:lnTo>
                <a:lnTo>
                  <a:pt x="116" y="561"/>
                </a:lnTo>
                <a:lnTo>
                  <a:pt x="116" y="560"/>
                </a:lnTo>
                <a:lnTo>
                  <a:pt x="117" y="560"/>
                </a:lnTo>
                <a:lnTo>
                  <a:pt x="117" y="559"/>
                </a:lnTo>
                <a:lnTo>
                  <a:pt x="118" y="559"/>
                </a:lnTo>
                <a:lnTo>
                  <a:pt x="119" y="559"/>
                </a:lnTo>
                <a:lnTo>
                  <a:pt x="120" y="559"/>
                </a:lnTo>
                <a:lnTo>
                  <a:pt x="120" y="558"/>
                </a:lnTo>
                <a:lnTo>
                  <a:pt x="121" y="558"/>
                </a:lnTo>
                <a:lnTo>
                  <a:pt x="122" y="558"/>
                </a:lnTo>
                <a:lnTo>
                  <a:pt x="123" y="558"/>
                </a:lnTo>
                <a:lnTo>
                  <a:pt x="124" y="557"/>
                </a:lnTo>
                <a:lnTo>
                  <a:pt x="125" y="557"/>
                </a:lnTo>
                <a:lnTo>
                  <a:pt x="126" y="556"/>
                </a:lnTo>
                <a:lnTo>
                  <a:pt x="127" y="555"/>
                </a:lnTo>
                <a:lnTo>
                  <a:pt x="127" y="554"/>
                </a:lnTo>
                <a:lnTo>
                  <a:pt x="128" y="554"/>
                </a:lnTo>
                <a:lnTo>
                  <a:pt x="128" y="553"/>
                </a:lnTo>
                <a:lnTo>
                  <a:pt x="129" y="553"/>
                </a:lnTo>
                <a:lnTo>
                  <a:pt x="129" y="552"/>
                </a:lnTo>
                <a:lnTo>
                  <a:pt x="129" y="551"/>
                </a:lnTo>
                <a:lnTo>
                  <a:pt x="129" y="550"/>
                </a:lnTo>
                <a:lnTo>
                  <a:pt x="129" y="549"/>
                </a:lnTo>
                <a:lnTo>
                  <a:pt x="130" y="549"/>
                </a:lnTo>
                <a:lnTo>
                  <a:pt x="131" y="548"/>
                </a:lnTo>
                <a:lnTo>
                  <a:pt x="131" y="547"/>
                </a:lnTo>
                <a:lnTo>
                  <a:pt x="131" y="546"/>
                </a:lnTo>
                <a:lnTo>
                  <a:pt x="132" y="544"/>
                </a:lnTo>
                <a:lnTo>
                  <a:pt x="133" y="543"/>
                </a:lnTo>
                <a:lnTo>
                  <a:pt x="133" y="541"/>
                </a:lnTo>
                <a:lnTo>
                  <a:pt x="133" y="540"/>
                </a:lnTo>
                <a:lnTo>
                  <a:pt x="134" y="539"/>
                </a:lnTo>
                <a:lnTo>
                  <a:pt x="134" y="537"/>
                </a:lnTo>
                <a:lnTo>
                  <a:pt x="134" y="536"/>
                </a:lnTo>
                <a:lnTo>
                  <a:pt x="133" y="536"/>
                </a:lnTo>
                <a:lnTo>
                  <a:pt x="132" y="536"/>
                </a:lnTo>
                <a:lnTo>
                  <a:pt x="132" y="535"/>
                </a:lnTo>
                <a:lnTo>
                  <a:pt x="131" y="535"/>
                </a:lnTo>
                <a:lnTo>
                  <a:pt x="131" y="534"/>
                </a:lnTo>
                <a:lnTo>
                  <a:pt x="131" y="533"/>
                </a:lnTo>
                <a:lnTo>
                  <a:pt x="131" y="532"/>
                </a:lnTo>
                <a:lnTo>
                  <a:pt x="131" y="533"/>
                </a:lnTo>
                <a:lnTo>
                  <a:pt x="132" y="533"/>
                </a:lnTo>
                <a:lnTo>
                  <a:pt x="132" y="534"/>
                </a:lnTo>
                <a:lnTo>
                  <a:pt x="133" y="534"/>
                </a:lnTo>
                <a:lnTo>
                  <a:pt x="135" y="534"/>
                </a:lnTo>
                <a:lnTo>
                  <a:pt x="137" y="534"/>
                </a:lnTo>
                <a:lnTo>
                  <a:pt x="138" y="535"/>
                </a:lnTo>
                <a:lnTo>
                  <a:pt x="138" y="536"/>
                </a:lnTo>
                <a:lnTo>
                  <a:pt x="138" y="537"/>
                </a:lnTo>
                <a:lnTo>
                  <a:pt x="138" y="538"/>
                </a:lnTo>
                <a:lnTo>
                  <a:pt x="139" y="538"/>
                </a:lnTo>
                <a:lnTo>
                  <a:pt x="140" y="539"/>
                </a:lnTo>
                <a:lnTo>
                  <a:pt x="141" y="539"/>
                </a:lnTo>
                <a:lnTo>
                  <a:pt x="143" y="539"/>
                </a:lnTo>
                <a:lnTo>
                  <a:pt x="143" y="540"/>
                </a:lnTo>
                <a:lnTo>
                  <a:pt x="143" y="541"/>
                </a:lnTo>
                <a:lnTo>
                  <a:pt x="144" y="541"/>
                </a:lnTo>
                <a:lnTo>
                  <a:pt x="145" y="541"/>
                </a:lnTo>
                <a:lnTo>
                  <a:pt x="146" y="541"/>
                </a:lnTo>
                <a:lnTo>
                  <a:pt x="147" y="541"/>
                </a:lnTo>
                <a:lnTo>
                  <a:pt x="147" y="542"/>
                </a:lnTo>
                <a:lnTo>
                  <a:pt x="148" y="542"/>
                </a:lnTo>
                <a:lnTo>
                  <a:pt x="149" y="542"/>
                </a:lnTo>
                <a:lnTo>
                  <a:pt x="150" y="543"/>
                </a:lnTo>
                <a:lnTo>
                  <a:pt x="151" y="543"/>
                </a:lnTo>
                <a:lnTo>
                  <a:pt x="152" y="543"/>
                </a:lnTo>
                <a:lnTo>
                  <a:pt x="152" y="544"/>
                </a:lnTo>
                <a:lnTo>
                  <a:pt x="151" y="545"/>
                </a:lnTo>
                <a:lnTo>
                  <a:pt x="150" y="547"/>
                </a:lnTo>
                <a:lnTo>
                  <a:pt x="149" y="548"/>
                </a:lnTo>
                <a:lnTo>
                  <a:pt x="149" y="549"/>
                </a:lnTo>
                <a:lnTo>
                  <a:pt x="149" y="550"/>
                </a:lnTo>
                <a:lnTo>
                  <a:pt x="150" y="551"/>
                </a:lnTo>
                <a:lnTo>
                  <a:pt x="151" y="551"/>
                </a:lnTo>
                <a:lnTo>
                  <a:pt x="151" y="552"/>
                </a:lnTo>
                <a:lnTo>
                  <a:pt x="152" y="552"/>
                </a:lnTo>
                <a:lnTo>
                  <a:pt x="152" y="553"/>
                </a:lnTo>
                <a:lnTo>
                  <a:pt x="153" y="554"/>
                </a:lnTo>
                <a:lnTo>
                  <a:pt x="154" y="554"/>
                </a:lnTo>
                <a:lnTo>
                  <a:pt x="155" y="554"/>
                </a:lnTo>
                <a:lnTo>
                  <a:pt x="155" y="555"/>
                </a:lnTo>
                <a:lnTo>
                  <a:pt x="156" y="555"/>
                </a:lnTo>
                <a:lnTo>
                  <a:pt x="158" y="556"/>
                </a:lnTo>
                <a:lnTo>
                  <a:pt x="159" y="556"/>
                </a:lnTo>
                <a:lnTo>
                  <a:pt x="160" y="556"/>
                </a:lnTo>
                <a:lnTo>
                  <a:pt x="160" y="557"/>
                </a:lnTo>
                <a:lnTo>
                  <a:pt x="161" y="558"/>
                </a:lnTo>
                <a:lnTo>
                  <a:pt x="162" y="559"/>
                </a:lnTo>
                <a:lnTo>
                  <a:pt x="164" y="561"/>
                </a:lnTo>
                <a:lnTo>
                  <a:pt x="164" y="562"/>
                </a:lnTo>
                <a:lnTo>
                  <a:pt x="165" y="562"/>
                </a:lnTo>
                <a:lnTo>
                  <a:pt x="165" y="563"/>
                </a:lnTo>
                <a:lnTo>
                  <a:pt x="166" y="563"/>
                </a:lnTo>
                <a:lnTo>
                  <a:pt x="167" y="564"/>
                </a:lnTo>
                <a:lnTo>
                  <a:pt x="169" y="564"/>
                </a:lnTo>
                <a:lnTo>
                  <a:pt x="169" y="563"/>
                </a:lnTo>
                <a:lnTo>
                  <a:pt x="170" y="563"/>
                </a:lnTo>
                <a:lnTo>
                  <a:pt x="171" y="564"/>
                </a:lnTo>
                <a:lnTo>
                  <a:pt x="173" y="564"/>
                </a:lnTo>
                <a:lnTo>
                  <a:pt x="174" y="564"/>
                </a:lnTo>
                <a:lnTo>
                  <a:pt x="175" y="564"/>
                </a:lnTo>
                <a:lnTo>
                  <a:pt x="177" y="564"/>
                </a:lnTo>
                <a:lnTo>
                  <a:pt x="178" y="565"/>
                </a:lnTo>
                <a:lnTo>
                  <a:pt x="179" y="565"/>
                </a:lnTo>
                <a:lnTo>
                  <a:pt x="180" y="566"/>
                </a:lnTo>
                <a:lnTo>
                  <a:pt x="181" y="568"/>
                </a:lnTo>
                <a:lnTo>
                  <a:pt x="183" y="569"/>
                </a:lnTo>
                <a:lnTo>
                  <a:pt x="184" y="569"/>
                </a:lnTo>
                <a:lnTo>
                  <a:pt x="185" y="569"/>
                </a:lnTo>
                <a:lnTo>
                  <a:pt x="186" y="568"/>
                </a:lnTo>
                <a:lnTo>
                  <a:pt x="187" y="569"/>
                </a:lnTo>
                <a:lnTo>
                  <a:pt x="188" y="570"/>
                </a:lnTo>
                <a:lnTo>
                  <a:pt x="190" y="570"/>
                </a:lnTo>
                <a:lnTo>
                  <a:pt x="191" y="571"/>
                </a:lnTo>
                <a:lnTo>
                  <a:pt x="192" y="571"/>
                </a:lnTo>
                <a:lnTo>
                  <a:pt x="194" y="572"/>
                </a:lnTo>
                <a:lnTo>
                  <a:pt x="195" y="573"/>
                </a:lnTo>
                <a:lnTo>
                  <a:pt x="197" y="573"/>
                </a:lnTo>
                <a:lnTo>
                  <a:pt x="198" y="573"/>
                </a:lnTo>
                <a:lnTo>
                  <a:pt x="200" y="574"/>
                </a:lnTo>
                <a:lnTo>
                  <a:pt x="202" y="574"/>
                </a:lnTo>
                <a:lnTo>
                  <a:pt x="203" y="574"/>
                </a:lnTo>
                <a:lnTo>
                  <a:pt x="204" y="574"/>
                </a:lnTo>
                <a:lnTo>
                  <a:pt x="204" y="573"/>
                </a:lnTo>
                <a:lnTo>
                  <a:pt x="207" y="572"/>
                </a:lnTo>
                <a:lnTo>
                  <a:pt x="210" y="572"/>
                </a:lnTo>
                <a:lnTo>
                  <a:pt x="211" y="572"/>
                </a:lnTo>
                <a:lnTo>
                  <a:pt x="213" y="573"/>
                </a:lnTo>
                <a:lnTo>
                  <a:pt x="215" y="573"/>
                </a:lnTo>
                <a:lnTo>
                  <a:pt x="216" y="574"/>
                </a:lnTo>
                <a:lnTo>
                  <a:pt x="217" y="575"/>
                </a:lnTo>
                <a:lnTo>
                  <a:pt x="217" y="576"/>
                </a:lnTo>
                <a:lnTo>
                  <a:pt x="218" y="577"/>
                </a:lnTo>
                <a:lnTo>
                  <a:pt x="219" y="577"/>
                </a:lnTo>
                <a:lnTo>
                  <a:pt x="220" y="577"/>
                </a:lnTo>
                <a:lnTo>
                  <a:pt x="220" y="576"/>
                </a:lnTo>
                <a:lnTo>
                  <a:pt x="221" y="577"/>
                </a:lnTo>
                <a:lnTo>
                  <a:pt x="222" y="578"/>
                </a:lnTo>
                <a:lnTo>
                  <a:pt x="223" y="578"/>
                </a:lnTo>
                <a:lnTo>
                  <a:pt x="225" y="578"/>
                </a:lnTo>
                <a:lnTo>
                  <a:pt x="226" y="578"/>
                </a:lnTo>
                <a:lnTo>
                  <a:pt x="227" y="578"/>
                </a:lnTo>
                <a:lnTo>
                  <a:pt x="228" y="578"/>
                </a:lnTo>
                <a:lnTo>
                  <a:pt x="229" y="578"/>
                </a:lnTo>
                <a:lnTo>
                  <a:pt x="230" y="578"/>
                </a:lnTo>
                <a:lnTo>
                  <a:pt x="231" y="578"/>
                </a:lnTo>
                <a:lnTo>
                  <a:pt x="232" y="578"/>
                </a:lnTo>
                <a:lnTo>
                  <a:pt x="234" y="579"/>
                </a:lnTo>
                <a:lnTo>
                  <a:pt x="236" y="580"/>
                </a:lnTo>
                <a:lnTo>
                  <a:pt x="236" y="581"/>
                </a:lnTo>
                <a:lnTo>
                  <a:pt x="237" y="581"/>
                </a:lnTo>
                <a:lnTo>
                  <a:pt x="238" y="581"/>
                </a:lnTo>
                <a:lnTo>
                  <a:pt x="238" y="582"/>
                </a:lnTo>
                <a:lnTo>
                  <a:pt x="239" y="582"/>
                </a:lnTo>
                <a:lnTo>
                  <a:pt x="240" y="583"/>
                </a:lnTo>
                <a:lnTo>
                  <a:pt x="241" y="584"/>
                </a:lnTo>
                <a:lnTo>
                  <a:pt x="242" y="585"/>
                </a:lnTo>
                <a:lnTo>
                  <a:pt x="242" y="586"/>
                </a:lnTo>
                <a:lnTo>
                  <a:pt x="243" y="586"/>
                </a:lnTo>
                <a:lnTo>
                  <a:pt x="244" y="587"/>
                </a:lnTo>
                <a:lnTo>
                  <a:pt x="245" y="588"/>
                </a:lnTo>
                <a:lnTo>
                  <a:pt x="246" y="588"/>
                </a:lnTo>
                <a:lnTo>
                  <a:pt x="247" y="589"/>
                </a:lnTo>
                <a:lnTo>
                  <a:pt x="248" y="590"/>
                </a:lnTo>
                <a:lnTo>
                  <a:pt x="249" y="590"/>
                </a:lnTo>
                <a:lnTo>
                  <a:pt x="249" y="591"/>
                </a:lnTo>
                <a:lnTo>
                  <a:pt x="250" y="592"/>
                </a:lnTo>
                <a:lnTo>
                  <a:pt x="250" y="595"/>
                </a:lnTo>
                <a:lnTo>
                  <a:pt x="251" y="597"/>
                </a:lnTo>
                <a:lnTo>
                  <a:pt x="251" y="598"/>
                </a:lnTo>
                <a:lnTo>
                  <a:pt x="253" y="600"/>
                </a:lnTo>
                <a:lnTo>
                  <a:pt x="254" y="600"/>
                </a:lnTo>
                <a:lnTo>
                  <a:pt x="255" y="601"/>
                </a:lnTo>
                <a:lnTo>
                  <a:pt x="254" y="602"/>
                </a:lnTo>
                <a:lnTo>
                  <a:pt x="255" y="603"/>
                </a:lnTo>
                <a:lnTo>
                  <a:pt x="256" y="603"/>
                </a:lnTo>
                <a:lnTo>
                  <a:pt x="256" y="604"/>
                </a:lnTo>
                <a:lnTo>
                  <a:pt x="257" y="605"/>
                </a:lnTo>
                <a:lnTo>
                  <a:pt x="258" y="606"/>
                </a:lnTo>
                <a:lnTo>
                  <a:pt x="259" y="606"/>
                </a:lnTo>
                <a:lnTo>
                  <a:pt x="260" y="606"/>
                </a:lnTo>
                <a:lnTo>
                  <a:pt x="261" y="606"/>
                </a:lnTo>
                <a:lnTo>
                  <a:pt x="262" y="606"/>
                </a:lnTo>
                <a:lnTo>
                  <a:pt x="262" y="605"/>
                </a:lnTo>
                <a:lnTo>
                  <a:pt x="263" y="605"/>
                </a:lnTo>
                <a:lnTo>
                  <a:pt x="264" y="605"/>
                </a:lnTo>
                <a:lnTo>
                  <a:pt x="265" y="606"/>
                </a:lnTo>
                <a:lnTo>
                  <a:pt x="266" y="606"/>
                </a:lnTo>
                <a:lnTo>
                  <a:pt x="266" y="605"/>
                </a:lnTo>
                <a:lnTo>
                  <a:pt x="268" y="605"/>
                </a:lnTo>
                <a:lnTo>
                  <a:pt x="270" y="605"/>
                </a:lnTo>
                <a:lnTo>
                  <a:pt x="270" y="606"/>
                </a:lnTo>
                <a:lnTo>
                  <a:pt x="271" y="606"/>
                </a:lnTo>
                <a:lnTo>
                  <a:pt x="272" y="606"/>
                </a:lnTo>
                <a:lnTo>
                  <a:pt x="272" y="605"/>
                </a:lnTo>
                <a:lnTo>
                  <a:pt x="273" y="604"/>
                </a:lnTo>
                <a:lnTo>
                  <a:pt x="274" y="603"/>
                </a:lnTo>
                <a:lnTo>
                  <a:pt x="275" y="603"/>
                </a:lnTo>
                <a:lnTo>
                  <a:pt x="275" y="602"/>
                </a:lnTo>
                <a:lnTo>
                  <a:pt x="276" y="601"/>
                </a:lnTo>
                <a:lnTo>
                  <a:pt x="276" y="600"/>
                </a:lnTo>
                <a:lnTo>
                  <a:pt x="277" y="600"/>
                </a:lnTo>
                <a:lnTo>
                  <a:pt x="277" y="599"/>
                </a:lnTo>
                <a:lnTo>
                  <a:pt x="278" y="597"/>
                </a:lnTo>
                <a:lnTo>
                  <a:pt x="279" y="595"/>
                </a:lnTo>
                <a:lnTo>
                  <a:pt x="279" y="594"/>
                </a:lnTo>
                <a:lnTo>
                  <a:pt x="280" y="593"/>
                </a:lnTo>
                <a:lnTo>
                  <a:pt x="281" y="593"/>
                </a:lnTo>
                <a:lnTo>
                  <a:pt x="281" y="592"/>
                </a:lnTo>
                <a:lnTo>
                  <a:pt x="282" y="592"/>
                </a:lnTo>
                <a:lnTo>
                  <a:pt x="282" y="591"/>
                </a:lnTo>
                <a:lnTo>
                  <a:pt x="283" y="591"/>
                </a:lnTo>
                <a:lnTo>
                  <a:pt x="283" y="592"/>
                </a:lnTo>
                <a:lnTo>
                  <a:pt x="284" y="592"/>
                </a:lnTo>
                <a:lnTo>
                  <a:pt x="284" y="591"/>
                </a:lnTo>
                <a:lnTo>
                  <a:pt x="285" y="591"/>
                </a:lnTo>
                <a:lnTo>
                  <a:pt x="286" y="592"/>
                </a:lnTo>
                <a:lnTo>
                  <a:pt x="286" y="593"/>
                </a:lnTo>
                <a:lnTo>
                  <a:pt x="287" y="593"/>
                </a:lnTo>
                <a:lnTo>
                  <a:pt x="288" y="593"/>
                </a:lnTo>
                <a:lnTo>
                  <a:pt x="289" y="593"/>
                </a:lnTo>
                <a:lnTo>
                  <a:pt x="291" y="593"/>
                </a:lnTo>
                <a:lnTo>
                  <a:pt x="291" y="594"/>
                </a:lnTo>
                <a:lnTo>
                  <a:pt x="292" y="595"/>
                </a:lnTo>
                <a:lnTo>
                  <a:pt x="295" y="595"/>
                </a:lnTo>
                <a:lnTo>
                  <a:pt x="298" y="597"/>
                </a:lnTo>
                <a:lnTo>
                  <a:pt x="299" y="597"/>
                </a:lnTo>
                <a:lnTo>
                  <a:pt x="300" y="597"/>
                </a:lnTo>
                <a:lnTo>
                  <a:pt x="303" y="597"/>
                </a:lnTo>
                <a:lnTo>
                  <a:pt x="304" y="596"/>
                </a:lnTo>
                <a:lnTo>
                  <a:pt x="305" y="595"/>
                </a:lnTo>
                <a:lnTo>
                  <a:pt x="306" y="594"/>
                </a:lnTo>
                <a:lnTo>
                  <a:pt x="306" y="593"/>
                </a:lnTo>
                <a:lnTo>
                  <a:pt x="305" y="591"/>
                </a:lnTo>
                <a:lnTo>
                  <a:pt x="305" y="589"/>
                </a:lnTo>
                <a:lnTo>
                  <a:pt x="306" y="588"/>
                </a:lnTo>
                <a:lnTo>
                  <a:pt x="306" y="587"/>
                </a:lnTo>
                <a:lnTo>
                  <a:pt x="305" y="587"/>
                </a:lnTo>
                <a:lnTo>
                  <a:pt x="305" y="586"/>
                </a:lnTo>
                <a:lnTo>
                  <a:pt x="305" y="584"/>
                </a:lnTo>
                <a:lnTo>
                  <a:pt x="304" y="584"/>
                </a:lnTo>
                <a:lnTo>
                  <a:pt x="304" y="583"/>
                </a:lnTo>
                <a:lnTo>
                  <a:pt x="303" y="582"/>
                </a:lnTo>
                <a:lnTo>
                  <a:pt x="303" y="581"/>
                </a:lnTo>
                <a:lnTo>
                  <a:pt x="304" y="581"/>
                </a:lnTo>
                <a:lnTo>
                  <a:pt x="304" y="580"/>
                </a:lnTo>
                <a:lnTo>
                  <a:pt x="304" y="579"/>
                </a:lnTo>
                <a:lnTo>
                  <a:pt x="303" y="578"/>
                </a:lnTo>
                <a:lnTo>
                  <a:pt x="303" y="577"/>
                </a:lnTo>
                <a:lnTo>
                  <a:pt x="303" y="576"/>
                </a:lnTo>
                <a:lnTo>
                  <a:pt x="304" y="575"/>
                </a:lnTo>
                <a:lnTo>
                  <a:pt x="304" y="574"/>
                </a:lnTo>
                <a:lnTo>
                  <a:pt x="304" y="573"/>
                </a:lnTo>
                <a:lnTo>
                  <a:pt x="304" y="572"/>
                </a:lnTo>
                <a:lnTo>
                  <a:pt x="305" y="572"/>
                </a:lnTo>
                <a:lnTo>
                  <a:pt x="305" y="571"/>
                </a:lnTo>
                <a:lnTo>
                  <a:pt x="304" y="570"/>
                </a:lnTo>
                <a:lnTo>
                  <a:pt x="303" y="570"/>
                </a:lnTo>
                <a:lnTo>
                  <a:pt x="303" y="569"/>
                </a:lnTo>
                <a:lnTo>
                  <a:pt x="302" y="569"/>
                </a:lnTo>
                <a:lnTo>
                  <a:pt x="300" y="568"/>
                </a:lnTo>
                <a:lnTo>
                  <a:pt x="300" y="567"/>
                </a:lnTo>
                <a:lnTo>
                  <a:pt x="299" y="567"/>
                </a:lnTo>
                <a:lnTo>
                  <a:pt x="298" y="566"/>
                </a:lnTo>
                <a:lnTo>
                  <a:pt x="298" y="565"/>
                </a:lnTo>
                <a:lnTo>
                  <a:pt x="297" y="565"/>
                </a:lnTo>
                <a:lnTo>
                  <a:pt x="297" y="564"/>
                </a:lnTo>
                <a:lnTo>
                  <a:pt x="298" y="563"/>
                </a:lnTo>
                <a:lnTo>
                  <a:pt x="298" y="562"/>
                </a:lnTo>
                <a:lnTo>
                  <a:pt x="299" y="561"/>
                </a:lnTo>
                <a:lnTo>
                  <a:pt x="299" y="559"/>
                </a:lnTo>
                <a:lnTo>
                  <a:pt x="300" y="559"/>
                </a:lnTo>
                <a:lnTo>
                  <a:pt x="302" y="557"/>
                </a:lnTo>
                <a:lnTo>
                  <a:pt x="303" y="556"/>
                </a:lnTo>
                <a:lnTo>
                  <a:pt x="304" y="556"/>
                </a:lnTo>
                <a:lnTo>
                  <a:pt x="304" y="555"/>
                </a:lnTo>
                <a:lnTo>
                  <a:pt x="303" y="554"/>
                </a:lnTo>
                <a:lnTo>
                  <a:pt x="303" y="553"/>
                </a:lnTo>
                <a:lnTo>
                  <a:pt x="302" y="553"/>
                </a:lnTo>
                <a:lnTo>
                  <a:pt x="301" y="553"/>
                </a:lnTo>
                <a:lnTo>
                  <a:pt x="301" y="554"/>
                </a:lnTo>
                <a:lnTo>
                  <a:pt x="300" y="553"/>
                </a:lnTo>
                <a:lnTo>
                  <a:pt x="299" y="553"/>
                </a:lnTo>
                <a:lnTo>
                  <a:pt x="299" y="552"/>
                </a:lnTo>
                <a:lnTo>
                  <a:pt x="300" y="551"/>
                </a:lnTo>
                <a:lnTo>
                  <a:pt x="299" y="551"/>
                </a:lnTo>
                <a:lnTo>
                  <a:pt x="299" y="550"/>
                </a:lnTo>
                <a:lnTo>
                  <a:pt x="298" y="550"/>
                </a:lnTo>
                <a:lnTo>
                  <a:pt x="298" y="549"/>
                </a:lnTo>
                <a:lnTo>
                  <a:pt x="297" y="548"/>
                </a:lnTo>
                <a:lnTo>
                  <a:pt x="296" y="548"/>
                </a:lnTo>
                <a:lnTo>
                  <a:pt x="296" y="547"/>
                </a:lnTo>
                <a:lnTo>
                  <a:pt x="297" y="546"/>
                </a:lnTo>
                <a:lnTo>
                  <a:pt x="297" y="545"/>
                </a:lnTo>
                <a:lnTo>
                  <a:pt x="298" y="545"/>
                </a:lnTo>
                <a:lnTo>
                  <a:pt x="298" y="544"/>
                </a:lnTo>
                <a:lnTo>
                  <a:pt x="299" y="544"/>
                </a:lnTo>
                <a:lnTo>
                  <a:pt x="298" y="543"/>
                </a:lnTo>
                <a:lnTo>
                  <a:pt x="298" y="542"/>
                </a:lnTo>
                <a:lnTo>
                  <a:pt x="298" y="541"/>
                </a:lnTo>
                <a:lnTo>
                  <a:pt x="298" y="540"/>
                </a:lnTo>
                <a:lnTo>
                  <a:pt x="298" y="539"/>
                </a:lnTo>
                <a:lnTo>
                  <a:pt x="299" y="539"/>
                </a:lnTo>
                <a:lnTo>
                  <a:pt x="299" y="538"/>
                </a:lnTo>
                <a:lnTo>
                  <a:pt x="300" y="537"/>
                </a:lnTo>
                <a:lnTo>
                  <a:pt x="300" y="536"/>
                </a:lnTo>
                <a:lnTo>
                  <a:pt x="300" y="535"/>
                </a:lnTo>
                <a:lnTo>
                  <a:pt x="301" y="535"/>
                </a:lnTo>
                <a:lnTo>
                  <a:pt x="301" y="536"/>
                </a:lnTo>
                <a:lnTo>
                  <a:pt x="301" y="535"/>
                </a:lnTo>
                <a:lnTo>
                  <a:pt x="300" y="534"/>
                </a:lnTo>
                <a:lnTo>
                  <a:pt x="300" y="533"/>
                </a:lnTo>
                <a:lnTo>
                  <a:pt x="299" y="533"/>
                </a:lnTo>
                <a:lnTo>
                  <a:pt x="300" y="533"/>
                </a:lnTo>
                <a:lnTo>
                  <a:pt x="300" y="532"/>
                </a:lnTo>
                <a:lnTo>
                  <a:pt x="301" y="532"/>
                </a:lnTo>
                <a:lnTo>
                  <a:pt x="301" y="531"/>
                </a:lnTo>
                <a:lnTo>
                  <a:pt x="301" y="530"/>
                </a:lnTo>
                <a:lnTo>
                  <a:pt x="301" y="529"/>
                </a:lnTo>
                <a:lnTo>
                  <a:pt x="302" y="529"/>
                </a:lnTo>
                <a:lnTo>
                  <a:pt x="303" y="528"/>
                </a:lnTo>
                <a:lnTo>
                  <a:pt x="303" y="527"/>
                </a:lnTo>
                <a:lnTo>
                  <a:pt x="304" y="526"/>
                </a:lnTo>
                <a:lnTo>
                  <a:pt x="304" y="525"/>
                </a:lnTo>
                <a:lnTo>
                  <a:pt x="303" y="525"/>
                </a:lnTo>
                <a:lnTo>
                  <a:pt x="302" y="525"/>
                </a:lnTo>
                <a:lnTo>
                  <a:pt x="301" y="525"/>
                </a:lnTo>
                <a:lnTo>
                  <a:pt x="300" y="524"/>
                </a:lnTo>
                <a:lnTo>
                  <a:pt x="300" y="523"/>
                </a:lnTo>
                <a:lnTo>
                  <a:pt x="300" y="522"/>
                </a:lnTo>
                <a:lnTo>
                  <a:pt x="301" y="520"/>
                </a:lnTo>
                <a:lnTo>
                  <a:pt x="301" y="519"/>
                </a:lnTo>
                <a:lnTo>
                  <a:pt x="302" y="519"/>
                </a:lnTo>
                <a:lnTo>
                  <a:pt x="302" y="518"/>
                </a:lnTo>
                <a:lnTo>
                  <a:pt x="301" y="518"/>
                </a:lnTo>
                <a:lnTo>
                  <a:pt x="301" y="517"/>
                </a:lnTo>
                <a:lnTo>
                  <a:pt x="302" y="517"/>
                </a:lnTo>
                <a:lnTo>
                  <a:pt x="303" y="517"/>
                </a:lnTo>
                <a:lnTo>
                  <a:pt x="303" y="516"/>
                </a:lnTo>
                <a:lnTo>
                  <a:pt x="302" y="515"/>
                </a:lnTo>
                <a:lnTo>
                  <a:pt x="302" y="514"/>
                </a:lnTo>
                <a:lnTo>
                  <a:pt x="303" y="513"/>
                </a:lnTo>
                <a:lnTo>
                  <a:pt x="303" y="512"/>
                </a:lnTo>
                <a:lnTo>
                  <a:pt x="303" y="511"/>
                </a:lnTo>
                <a:lnTo>
                  <a:pt x="302" y="511"/>
                </a:lnTo>
                <a:lnTo>
                  <a:pt x="302" y="510"/>
                </a:lnTo>
                <a:lnTo>
                  <a:pt x="302" y="509"/>
                </a:lnTo>
                <a:lnTo>
                  <a:pt x="303" y="508"/>
                </a:lnTo>
                <a:lnTo>
                  <a:pt x="303" y="507"/>
                </a:lnTo>
                <a:lnTo>
                  <a:pt x="304" y="505"/>
                </a:lnTo>
                <a:lnTo>
                  <a:pt x="303" y="505"/>
                </a:lnTo>
                <a:lnTo>
                  <a:pt x="301" y="504"/>
                </a:lnTo>
                <a:lnTo>
                  <a:pt x="301" y="503"/>
                </a:lnTo>
                <a:lnTo>
                  <a:pt x="300" y="503"/>
                </a:lnTo>
                <a:lnTo>
                  <a:pt x="299" y="502"/>
                </a:lnTo>
                <a:lnTo>
                  <a:pt x="298" y="502"/>
                </a:lnTo>
                <a:lnTo>
                  <a:pt x="297" y="502"/>
                </a:lnTo>
                <a:lnTo>
                  <a:pt x="296" y="501"/>
                </a:lnTo>
                <a:lnTo>
                  <a:pt x="295" y="501"/>
                </a:lnTo>
                <a:lnTo>
                  <a:pt x="295" y="500"/>
                </a:lnTo>
                <a:lnTo>
                  <a:pt x="294" y="500"/>
                </a:lnTo>
                <a:lnTo>
                  <a:pt x="292" y="500"/>
                </a:lnTo>
                <a:lnTo>
                  <a:pt x="292" y="499"/>
                </a:lnTo>
                <a:lnTo>
                  <a:pt x="291" y="499"/>
                </a:lnTo>
                <a:lnTo>
                  <a:pt x="290" y="499"/>
                </a:lnTo>
                <a:lnTo>
                  <a:pt x="290" y="498"/>
                </a:lnTo>
                <a:lnTo>
                  <a:pt x="288" y="498"/>
                </a:lnTo>
                <a:lnTo>
                  <a:pt x="287" y="498"/>
                </a:lnTo>
                <a:lnTo>
                  <a:pt x="286" y="499"/>
                </a:lnTo>
                <a:lnTo>
                  <a:pt x="285" y="498"/>
                </a:lnTo>
                <a:lnTo>
                  <a:pt x="285" y="497"/>
                </a:lnTo>
                <a:lnTo>
                  <a:pt x="284" y="496"/>
                </a:lnTo>
                <a:lnTo>
                  <a:pt x="283" y="496"/>
                </a:lnTo>
                <a:lnTo>
                  <a:pt x="282" y="496"/>
                </a:lnTo>
                <a:lnTo>
                  <a:pt x="281" y="496"/>
                </a:lnTo>
                <a:lnTo>
                  <a:pt x="280" y="496"/>
                </a:lnTo>
                <a:lnTo>
                  <a:pt x="278" y="496"/>
                </a:lnTo>
                <a:lnTo>
                  <a:pt x="277" y="496"/>
                </a:lnTo>
                <a:lnTo>
                  <a:pt x="276" y="495"/>
                </a:lnTo>
                <a:lnTo>
                  <a:pt x="275" y="495"/>
                </a:lnTo>
                <a:lnTo>
                  <a:pt x="273" y="495"/>
                </a:lnTo>
                <a:lnTo>
                  <a:pt x="272" y="495"/>
                </a:lnTo>
                <a:lnTo>
                  <a:pt x="271" y="494"/>
                </a:lnTo>
                <a:lnTo>
                  <a:pt x="270" y="494"/>
                </a:lnTo>
                <a:lnTo>
                  <a:pt x="270" y="493"/>
                </a:lnTo>
                <a:lnTo>
                  <a:pt x="271" y="492"/>
                </a:lnTo>
                <a:lnTo>
                  <a:pt x="272" y="491"/>
                </a:lnTo>
                <a:lnTo>
                  <a:pt x="271" y="490"/>
                </a:lnTo>
                <a:lnTo>
                  <a:pt x="270" y="490"/>
                </a:lnTo>
                <a:lnTo>
                  <a:pt x="270" y="489"/>
                </a:lnTo>
                <a:lnTo>
                  <a:pt x="269" y="489"/>
                </a:lnTo>
                <a:lnTo>
                  <a:pt x="267" y="489"/>
                </a:lnTo>
                <a:lnTo>
                  <a:pt x="266" y="489"/>
                </a:lnTo>
                <a:lnTo>
                  <a:pt x="264" y="489"/>
                </a:lnTo>
                <a:lnTo>
                  <a:pt x="264" y="488"/>
                </a:lnTo>
                <a:lnTo>
                  <a:pt x="263" y="488"/>
                </a:lnTo>
                <a:lnTo>
                  <a:pt x="262" y="488"/>
                </a:lnTo>
                <a:lnTo>
                  <a:pt x="261" y="488"/>
                </a:lnTo>
                <a:lnTo>
                  <a:pt x="260" y="488"/>
                </a:lnTo>
                <a:lnTo>
                  <a:pt x="258" y="487"/>
                </a:lnTo>
                <a:lnTo>
                  <a:pt x="258" y="486"/>
                </a:lnTo>
                <a:lnTo>
                  <a:pt x="257" y="485"/>
                </a:lnTo>
                <a:lnTo>
                  <a:pt x="257" y="484"/>
                </a:lnTo>
                <a:lnTo>
                  <a:pt x="257" y="483"/>
                </a:lnTo>
                <a:lnTo>
                  <a:pt x="257" y="482"/>
                </a:lnTo>
                <a:lnTo>
                  <a:pt x="256" y="480"/>
                </a:lnTo>
                <a:lnTo>
                  <a:pt x="257" y="480"/>
                </a:lnTo>
                <a:lnTo>
                  <a:pt x="258" y="480"/>
                </a:lnTo>
                <a:lnTo>
                  <a:pt x="259" y="479"/>
                </a:lnTo>
                <a:lnTo>
                  <a:pt x="259" y="478"/>
                </a:lnTo>
                <a:lnTo>
                  <a:pt x="259" y="476"/>
                </a:lnTo>
                <a:lnTo>
                  <a:pt x="259" y="475"/>
                </a:lnTo>
                <a:lnTo>
                  <a:pt x="259" y="474"/>
                </a:lnTo>
                <a:lnTo>
                  <a:pt x="259" y="473"/>
                </a:lnTo>
                <a:lnTo>
                  <a:pt x="258" y="472"/>
                </a:lnTo>
                <a:lnTo>
                  <a:pt x="258" y="471"/>
                </a:lnTo>
                <a:lnTo>
                  <a:pt x="257" y="471"/>
                </a:lnTo>
                <a:lnTo>
                  <a:pt x="256" y="471"/>
                </a:lnTo>
                <a:lnTo>
                  <a:pt x="256" y="472"/>
                </a:lnTo>
                <a:lnTo>
                  <a:pt x="256" y="471"/>
                </a:lnTo>
                <a:lnTo>
                  <a:pt x="255" y="471"/>
                </a:lnTo>
                <a:lnTo>
                  <a:pt x="256" y="470"/>
                </a:lnTo>
                <a:lnTo>
                  <a:pt x="257" y="469"/>
                </a:lnTo>
                <a:lnTo>
                  <a:pt x="257" y="468"/>
                </a:lnTo>
                <a:lnTo>
                  <a:pt x="256" y="466"/>
                </a:lnTo>
                <a:lnTo>
                  <a:pt x="257" y="466"/>
                </a:lnTo>
                <a:lnTo>
                  <a:pt x="258" y="465"/>
                </a:lnTo>
                <a:lnTo>
                  <a:pt x="258" y="464"/>
                </a:lnTo>
                <a:lnTo>
                  <a:pt x="258" y="463"/>
                </a:lnTo>
                <a:lnTo>
                  <a:pt x="259" y="463"/>
                </a:lnTo>
                <a:lnTo>
                  <a:pt x="259" y="462"/>
                </a:lnTo>
                <a:lnTo>
                  <a:pt x="260" y="461"/>
                </a:lnTo>
                <a:lnTo>
                  <a:pt x="261" y="461"/>
                </a:lnTo>
                <a:lnTo>
                  <a:pt x="262" y="461"/>
                </a:lnTo>
                <a:lnTo>
                  <a:pt x="263" y="461"/>
                </a:lnTo>
                <a:lnTo>
                  <a:pt x="264" y="460"/>
                </a:lnTo>
                <a:lnTo>
                  <a:pt x="265" y="460"/>
                </a:lnTo>
                <a:lnTo>
                  <a:pt x="265" y="459"/>
                </a:lnTo>
                <a:lnTo>
                  <a:pt x="265" y="457"/>
                </a:lnTo>
                <a:lnTo>
                  <a:pt x="264" y="457"/>
                </a:lnTo>
                <a:lnTo>
                  <a:pt x="263" y="456"/>
                </a:lnTo>
                <a:lnTo>
                  <a:pt x="262" y="456"/>
                </a:lnTo>
                <a:lnTo>
                  <a:pt x="262" y="455"/>
                </a:lnTo>
                <a:lnTo>
                  <a:pt x="263" y="455"/>
                </a:lnTo>
                <a:lnTo>
                  <a:pt x="262" y="454"/>
                </a:lnTo>
                <a:lnTo>
                  <a:pt x="261" y="453"/>
                </a:lnTo>
                <a:lnTo>
                  <a:pt x="261" y="452"/>
                </a:lnTo>
                <a:lnTo>
                  <a:pt x="262" y="452"/>
                </a:lnTo>
                <a:lnTo>
                  <a:pt x="262" y="451"/>
                </a:lnTo>
                <a:lnTo>
                  <a:pt x="262" y="450"/>
                </a:lnTo>
                <a:lnTo>
                  <a:pt x="262" y="449"/>
                </a:lnTo>
                <a:lnTo>
                  <a:pt x="261" y="449"/>
                </a:lnTo>
                <a:lnTo>
                  <a:pt x="261" y="448"/>
                </a:lnTo>
                <a:lnTo>
                  <a:pt x="262" y="446"/>
                </a:lnTo>
                <a:lnTo>
                  <a:pt x="262" y="445"/>
                </a:lnTo>
                <a:lnTo>
                  <a:pt x="262" y="443"/>
                </a:lnTo>
                <a:lnTo>
                  <a:pt x="263" y="442"/>
                </a:lnTo>
                <a:lnTo>
                  <a:pt x="263" y="441"/>
                </a:lnTo>
                <a:lnTo>
                  <a:pt x="263" y="440"/>
                </a:lnTo>
                <a:lnTo>
                  <a:pt x="264" y="440"/>
                </a:lnTo>
                <a:lnTo>
                  <a:pt x="264" y="439"/>
                </a:lnTo>
                <a:lnTo>
                  <a:pt x="264" y="438"/>
                </a:lnTo>
                <a:lnTo>
                  <a:pt x="264" y="437"/>
                </a:lnTo>
                <a:lnTo>
                  <a:pt x="265" y="437"/>
                </a:lnTo>
                <a:lnTo>
                  <a:pt x="266" y="437"/>
                </a:lnTo>
                <a:lnTo>
                  <a:pt x="266" y="438"/>
                </a:lnTo>
                <a:lnTo>
                  <a:pt x="267" y="438"/>
                </a:lnTo>
                <a:lnTo>
                  <a:pt x="268" y="438"/>
                </a:lnTo>
                <a:lnTo>
                  <a:pt x="269" y="438"/>
                </a:lnTo>
                <a:lnTo>
                  <a:pt x="269" y="437"/>
                </a:lnTo>
                <a:lnTo>
                  <a:pt x="270" y="437"/>
                </a:lnTo>
                <a:lnTo>
                  <a:pt x="271" y="437"/>
                </a:lnTo>
                <a:lnTo>
                  <a:pt x="272" y="437"/>
                </a:lnTo>
                <a:lnTo>
                  <a:pt x="272" y="436"/>
                </a:lnTo>
                <a:lnTo>
                  <a:pt x="273" y="436"/>
                </a:lnTo>
                <a:lnTo>
                  <a:pt x="274" y="435"/>
                </a:lnTo>
                <a:lnTo>
                  <a:pt x="275" y="435"/>
                </a:lnTo>
                <a:lnTo>
                  <a:pt x="275" y="434"/>
                </a:lnTo>
                <a:lnTo>
                  <a:pt x="275" y="433"/>
                </a:lnTo>
                <a:lnTo>
                  <a:pt x="275" y="432"/>
                </a:lnTo>
                <a:lnTo>
                  <a:pt x="276" y="431"/>
                </a:lnTo>
                <a:lnTo>
                  <a:pt x="277" y="430"/>
                </a:lnTo>
                <a:lnTo>
                  <a:pt x="278" y="430"/>
                </a:lnTo>
                <a:lnTo>
                  <a:pt x="279" y="429"/>
                </a:lnTo>
                <a:lnTo>
                  <a:pt x="279" y="428"/>
                </a:lnTo>
                <a:lnTo>
                  <a:pt x="281" y="427"/>
                </a:lnTo>
                <a:lnTo>
                  <a:pt x="283" y="425"/>
                </a:lnTo>
                <a:lnTo>
                  <a:pt x="284" y="425"/>
                </a:lnTo>
                <a:lnTo>
                  <a:pt x="285" y="423"/>
                </a:lnTo>
                <a:lnTo>
                  <a:pt x="286" y="422"/>
                </a:lnTo>
                <a:lnTo>
                  <a:pt x="287" y="422"/>
                </a:lnTo>
                <a:lnTo>
                  <a:pt x="288" y="421"/>
                </a:lnTo>
                <a:lnTo>
                  <a:pt x="289" y="421"/>
                </a:lnTo>
                <a:lnTo>
                  <a:pt x="290" y="422"/>
                </a:lnTo>
                <a:lnTo>
                  <a:pt x="291" y="422"/>
                </a:lnTo>
                <a:lnTo>
                  <a:pt x="292" y="422"/>
                </a:lnTo>
                <a:lnTo>
                  <a:pt x="293" y="422"/>
                </a:lnTo>
                <a:lnTo>
                  <a:pt x="294" y="422"/>
                </a:lnTo>
                <a:lnTo>
                  <a:pt x="295" y="422"/>
                </a:lnTo>
                <a:lnTo>
                  <a:pt x="297" y="422"/>
                </a:lnTo>
                <a:lnTo>
                  <a:pt x="299" y="423"/>
                </a:lnTo>
                <a:lnTo>
                  <a:pt x="300" y="423"/>
                </a:lnTo>
                <a:lnTo>
                  <a:pt x="301" y="424"/>
                </a:lnTo>
                <a:lnTo>
                  <a:pt x="302" y="424"/>
                </a:lnTo>
                <a:lnTo>
                  <a:pt x="304" y="424"/>
                </a:lnTo>
                <a:lnTo>
                  <a:pt x="305" y="425"/>
                </a:lnTo>
                <a:lnTo>
                  <a:pt x="306" y="425"/>
                </a:lnTo>
                <a:lnTo>
                  <a:pt x="308" y="425"/>
                </a:lnTo>
                <a:lnTo>
                  <a:pt x="310" y="425"/>
                </a:lnTo>
                <a:lnTo>
                  <a:pt x="311" y="424"/>
                </a:lnTo>
                <a:lnTo>
                  <a:pt x="312" y="424"/>
                </a:lnTo>
                <a:lnTo>
                  <a:pt x="314" y="424"/>
                </a:lnTo>
                <a:lnTo>
                  <a:pt x="315" y="423"/>
                </a:lnTo>
                <a:lnTo>
                  <a:pt x="316" y="423"/>
                </a:lnTo>
                <a:lnTo>
                  <a:pt x="316" y="422"/>
                </a:lnTo>
                <a:lnTo>
                  <a:pt x="317" y="421"/>
                </a:lnTo>
                <a:lnTo>
                  <a:pt x="317" y="420"/>
                </a:lnTo>
                <a:lnTo>
                  <a:pt x="318" y="419"/>
                </a:lnTo>
                <a:lnTo>
                  <a:pt x="318" y="418"/>
                </a:lnTo>
                <a:lnTo>
                  <a:pt x="318" y="416"/>
                </a:lnTo>
                <a:lnTo>
                  <a:pt x="319" y="416"/>
                </a:lnTo>
                <a:lnTo>
                  <a:pt x="321" y="416"/>
                </a:lnTo>
                <a:lnTo>
                  <a:pt x="322" y="416"/>
                </a:lnTo>
                <a:lnTo>
                  <a:pt x="324" y="416"/>
                </a:lnTo>
                <a:lnTo>
                  <a:pt x="325" y="416"/>
                </a:lnTo>
                <a:lnTo>
                  <a:pt x="326" y="416"/>
                </a:lnTo>
                <a:lnTo>
                  <a:pt x="327" y="417"/>
                </a:lnTo>
                <a:lnTo>
                  <a:pt x="329" y="417"/>
                </a:lnTo>
                <a:lnTo>
                  <a:pt x="330" y="417"/>
                </a:lnTo>
                <a:lnTo>
                  <a:pt x="330" y="416"/>
                </a:lnTo>
                <a:lnTo>
                  <a:pt x="331" y="415"/>
                </a:lnTo>
                <a:lnTo>
                  <a:pt x="332" y="415"/>
                </a:lnTo>
                <a:lnTo>
                  <a:pt x="332" y="414"/>
                </a:lnTo>
                <a:lnTo>
                  <a:pt x="332" y="413"/>
                </a:lnTo>
                <a:lnTo>
                  <a:pt x="333" y="412"/>
                </a:lnTo>
                <a:lnTo>
                  <a:pt x="333" y="410"/>
                </a:lnTo>
                <a:lnTo>
                  <a:pt x="334" y="409"/>
                </a:lnTo>
                <a:lnTo>
                  <a:pt x="335" y="409"/>
                </a:lnTo>
                <a:lnTo>
                  <a:pt x="336" y="409"/>
                </a:lnTo>
                <a:lnTo>
                  <a:pt x="337" y="408"/>
                </a:lnTo>
                <a:lnTo>
                  <a:pt x="339" y="407"/>
                </a:lnTo>
                <a:lnTo>
                  <a:pt x="340" y="407"/>
                </a:lnTo>
                <a:lnTo>
                  <a:pt x="340" y="408"/>
                </a:lnTo>
                <a:lnTo>
                  <a:pt x="341" y="408"/>
                </a:lnTo>
                <a:lnTo>
                  <a:pt x="341" y="407"/>
                </a:lnTo>
                <a:lnTo>
                  <a:pt x="342" y="407"/>
                </a:lnTo>
                <a:lnTo>
                  <a:pt x="344" y="408"/>
                </a:lnTo>
                <a:lnTo>
                  <a:pt x="344" y="409"/>
                </a:lnTo>
                <a:lnTo>
                  <a:pt x="345" y="409"/>
                </a:lnTo>
                <a:lnTo>
                  <a:pt x="346" y="411"/>
                </a:lnTo>
                <a:lnTo>
                  <a:pt x="347" y="411"/>
                </a:lnTo>
                <a:lnTo>
                  <a:pt x="349" y="411"/>
                </a:lnTo>
                <a:lnTo>
                  <a:pt x="350" y="411"/>
                </a:lnTo>
                <a:lnTo>
                  <a:pt x="351" y="411"/>
                </a:lnTo>
                <a:lnTo>
                  <a:pt x="352" y="411"/>
                </a:lnTo>
                <a:lnTo>
                  <a:pt x="354" y="411"/>
                </a:lnTo>
                <a:lnTo>
                  <a:pt x="355" y="411"/>
                </a:lnTo>
                <a:lnTo>
                  <a:pt x="356" y="412"/>
                </a:lnTo>
                <a:lnTo>
                  <a:pt x="357" y="412"/>
                </a:lnTo>
                <a:lnTo>
                  <a:pt x="359" y="412"/>
                </a:lnTo>
                <a:lnTo>
                  <a:pt x="360" y="412"/>
                </a:lnTo>
                <a:lnTo>
                  <a:pt x="361" y="412"/>
                </a:lnTo>
                <a:lnTo>
                  <a:pt x="362" y="412"/>
                </a:lnTo>
                <a:lnTo>
                  <a:pt x="362" y="411"/>
                </a:lnTo>
                <a:lnTo>
                  <a:pt x="363" y="411"/>
                </a:lnTo>
                <a:lnTo>
                  <a:pt x="362" y="410"/>
                </a:lnTo>
                <a:lnTo>
                  <a:pt x="362" y="409"/>
                </a:lnTo>
                <a:lnTo>
                  <a:pt x="362" y="408"/>
                </a:lnTo>
                <a:lnTo>
                  <a:pt x="362" y="407"/>
                </a:lnTo>
                <a:lnTo>
                  <a:pt x="361" y="407"/>
                </a:lnTo>
                <a:lnTo>
                  <a:pt x="360" y="407"/>
                </a:lnTo>
                <a:lnTo>
                  <a:pt x="360" y="406"/>
                </a:lnTo>
                <a:lnTo>
                  <a:pt x="359" y="406"/>
                </a:lnTo>
                <a:lnTo>
                  <a:pt x="359" y="405"/>
                </a:lnTo>
                <a:lnTo>
                  <a:pt x="360" y="404"/>
                </a:lnTo>
                <a:lnTo>
                  <a:pt x="361" y="403"/>
                </a:lnTo>
                <a:lnTo>
                  <a:pt x="361" y="402"/>
                </a:lnTo>
                <a:lnTo>
                  <a:pt x="362" y="402"/>
                </a:lnTo>
                <a:lnTo>
                  <a:pt x="362" y="401"/>
                </a:lnTo>
                <a:lnTo>
                  <a:pt x="362" y="399"/>
                </a:lnTo>
                <a:lnTo>
                  <a:pt x="362" y="398"/>
                </a:lnTo>
                <a:lnTo>
                  <a:pt x="363" y="398"/>
                </a:lnTo>
                <a:lnTo>
                  <a:pt x="363" y="397"/>
                </a:lnTo>
                <a:lnTo>
                  <a:pt x="362" y="396"/>
                </a:lnTo>
                <a:lnTo>
                  <a:pt x="362" y="395"/>
                </a:lnTo>
                <a:lnTo>
                  <a:pt x="361" y="394"/>
                </a:lnTo>
                <a:lnTo>
                  <a:pt x="361" y="393"/>
                </a:lnTo>
                <a:lnTo>
                  <a:pt x="360" y="391"/>
                </a:lnTo>
                <a:lnTo>
                  <a:pt x="361" y="389"/>
                </a:lnTo>
                <a:lnTo>
                  <a:pt x="360" y="388"/>
                </a:lnTo>
                <a:lnTo>
                  <a:pt x="361" y="387"/>
                </a:lnTo>
                <a:lnTo>
                  <a:pt x="361" y="385"/>
                </a:lnTo>
                <a:lnTo>
                  <a:pt x="360" y="384"/>
                </a:lnTo>
                <a:lnTo>
                  <a:pt x="360" y="383"/>
                </a:lnTo>
                <a:lnTo>
                  <a:pt x="361" y="382"/>
                </a:lnTo>
                <a:lnTo>
                  <a:pt x="361" y="381"/>
                </a:lnTo>
                <a:lnTo>
                  <a:pt x="361" y="380"/>
                </a:lnTo>
                <a:lnTo>
                  <a:pt x="360" y="380"/>
                </a:lnTo>
                <a:lnTo>
                  <a:pt x="359" y="380"/>
                </a:lnTo>
                <a:lnTo>
                  <a:pt x="359" y="379"/>
                </a:lnTo>
                <a:lnTo>
                  <a:pt x="359" y="378"/>
                </a:lnTo>
                <a:lnTo>
                  <a:pt x="358" y="377"/>
                </a:lnTo>
                <a:lnTo>
                  <a:pt x="357" y="377"/>
                </a:lnTo>
                <a:lnTo>
                  <a:pt x="356" y="377"/>
                </a:lnTo>
                <a:lnTo>
                  <a:pt x="356" y="376"/>
                </a:lnTo>
                <a:lnTo>
                  <a:pt x="355" y="377"/>
                </a:lnTo>
                <a:lnTo>
                  <a:pt x="355" y="376"/>
                </a:lnTo>
                <a:lnTo>
                  <a:pt x="354" y="376"/>
                </a:lnTo>
                <a:lnTo>
                  <a:pt x="354" y="375"/>
                </a:lnTo>
                <a:lnTo>
                  <a:pt x="354" y="374"/>
                </a:lnTo>
                <a:lnTo>
                  <a:pt x="353" y="374"/>
                </a:lnTo>
                <a:lnTo>
                  <a:pt x="353" y="373"/>
                </a:lnTo>
                <a:lnTo>
                  <a:pt x="353" y="372"/>
                </a:lnTo>
                <a:lnTo>
                  <a:pt x="352" y="371"/>
                </a:lnTo>
                <a:lnTo>
                  <a:pt x="352" y="372"/>
                </a:lnTo>
                <a:lnTo>
                  <a:pt x="351" y="372"/>
                </a:lnTo>
                <a:lnTo>
                  <a:pt x="350" y="371"/>
                </a:lnTo>
                <a:lnTo>
                  <a:pt x="349" y="371"/>
                </a:lnTo>
                <a:lnTo>
                  <a:pt x="348" y="370"/>
                </a:lnTo>
                <a:lnTo>
                  <a:pt x="349" y="369"/>
                </a:lnTo>
                <a:lnTo>
                  <a:pt x="350" y="369"/>
                </a:lnTo>
                <a:lnTo>
                  <a:pt x="349" y="368"/>
                </a:lnTo>
                <a:lnTo>
                  <a:pt x="349" y="367"/>
                </a:lnTo>
                <a:lnTo>
                  <a:pt x="349" y="366"/>
                </a:lnTo>
                <a:lnTo>
                  <a:pt x="349" y="365"/>
                </a:lnTo>
                <a:lnTo>
                  <a:pt x="350" y="364"/>
                </a:lnTo>
                <a:lnTo>
                  <a:pt x="349" y="363"/>
                </a:lnTo>
                <a:lnTo>
                  <a:pt x="349" y="362"/>
                </a:lnTo>
                <a:lnTo>
                  <a:pt x="349" y="361"/>
                </a:lnTo>
                <a:lnTo>
                  <a:pt x="349" y="359"/>
                </a:lnTo>
                <a:lnTo>
                  <a:pt x="350" y="359"/>
                </a:lnTo>
                <a:lnTo>
                  <a:pt x="350" y="358"/>
                </a:lnTo>
                <a:lnTo>
                  <a:pt x="350" y="357"/>
                </a:lnTo>
                <a:lnTo>
                  <a:pt x="350" y="356"/>
                </a:lnTo>
                <a:lnTo>
                  <a:pt x="351" y="356"/>
                </a:lnTo>
                <a:lnTo>
                  <a:pt x="350" y="355"/>
                </a:lnTo>
                <a:lnTo>
                  <a:pt x="349" y="355"/>
                </a:lnTo>
                <a:lnTo>
                  <a:pt x="348" y="354"/>
                </a:lnTo>
                <a:lnTo>
                  <a:pt x="347" y="353"/>
                </a:lnTo>
                <a:lnTo>
                  <a:pt x="347" y="352"/>
                </a:lnTo>
                <a:lnTo>
                  <a:pt x="347" y="351"/>
                </a:lnTo>
                <a:lnTo>
                  <a:pt x="348" y="350"/>
                </a:lnTo>
                <a:lnTo>
                  <a:pt x="348" y="349"/>
                </a:lnTo>
                <a:lnTo>
                  <a:pt x="347" y="348"/>
                </a:lnTo>
                <a:lnTo>
                  <a:pt x="346" y="347"/>
                </a:lnTo>
                <a:lnTo>
                  <a:pt x="345" y="347"/>
                </a:lnTo>
                <a:lnTo>
                  <a:pt x="345" y="346"/>
                </a:lnTo>
                <a:lnTo>
                  <a:pt x="343" y="345"/>
                </a:lnTo>
                <a:lnTo>
                  <a:pt x="343" y="344"/>
                </a:lnTo>
                <a:lnTo>
                  <a:pt x="343" y="343"/>
                </a:lnTo>
                <a:lnTo>
                  <a:pt x="343" y="341"/>
                </a:lnTo>
                <a:lnTo>
                  <a:pt x="343" y="340"/>
                </a:lnTo>
                <a:lnTo>
                  <a:pt x="343" y="339"/>
                </a:lnTo>
                <a:lnTo>
                  <a:pt x="344" y="339"/>
                </a:lnTo>
                <a:lnTo>
                  <a:pt x="344" y="338"/>
                </a:lnTo>
                <a:lnTo>
                  <a:pt x="343" y="337"/>
                </a:lnTo>
                <a:lnTo>
                  <a:pt x="342" y="336"/>
                </a:lnTo>
                <a:lnTo>
                  <a:pt x="342" y="335"/>
                </a:lnTo>
                <a:lnTo>
                  <a:pt x="343" y="335"/>
                </a:lnTo>
                <a:lnTo>
                  <a:pt x="343" y="334"/>
                </a:lnTo>
                <a:lnTo>
                  <a:pt x="343" y="333"/>
                </a:lnTo>
                <a:lnTo>
                  <a:pt x="342" y="333"/>
                </a:lnTo>
                <a:lnTo>
                  <a:pt x="341" y="332"/>
                </a:lnTo>
                <a:lnTo>
                  <a:pt x="341" y="330"/>
                </a:lnTo>
                <a:lnTo>
                  <a:pt x="341" y="328"/>
                </a:lnTo>
                <a:lnTo>
                  <a:pt x="341" y="327"/>
                </a:lnTo>
                <a:lnTo>
                  <a:pt x="341" y="326"/>
                </a:lnTo>
                <a:lnTo>
                  <a:pt x="341" y="325"/>
                </a:lnTo>
                <a:lnTo>
                  <a:pt x="342" y="323"/>
                </a:lnTo>
                <a:lnTo>
                  <a:pt x="342" y="322"/>
                </a:lnTo>
                <a:lnTo>
                  <a:pt x="342" y="321"/>
                </a:lnTo>
                <a:lnTo>
                  <a:pt x="341" y="319"/>
                </a:lnTo>
                <a:lnTo>
                  <a:pt x="341" y="318"/>
                </a:lnTo>
                <a:lnTo>
                  <a:pt x="340" y="317"/>
                </a:lnTo>
                <a:lnTo>
                  <a:pt x="340" y="316"/>
                </a:lnTo>
                <a:lnTo>
                  <a:pt x="339" y="316"/>
                </a:lnTo>
                <a:lnTo>
                  <a:pt x="339" y="315"/>
                </a:lnTo>
                <a:lnTo>
                  <a:pt x="338" y="314"/>
                </a:lnTo>
                <a:lnTo>
                  <a:pt x="338" y="313"/>
                </a:lnTo>
                <a:lnTo>
                  <a:pt x="338" y="312"/>
                </a:lnTo>
                <a:lnTo>
                  <a:pt x="338" y="311"/>
                </a:lnTo>
                <a:lnTo>
                  <a:pt x="337" y="311"/>
                </a:lnTo>
                <a:lnTo>
                  <a:pt x="336" y="310"/>
                </a:lnTo>
                <a:lnTo>
                  <a:pt x="335" y="310"/>
                </a:lnTo>
                <a:lnTo>
                  <a:pt x="335" y="309"/>
                </a:lnTo>
                <a:lnTo>
                  <a:pt x="334" y="309"/>
                </a:lnTo>
                <a:lnTo>
                  <a:pt x="332" y="309"/>
                </a:lnTo>
                <a:lnTo>
                  <a:pt x="332" y="308"/>
                </a:lnTo>
                <a:lnTo>
                  <a:pt x="331" y="308"/>
                </a:lnTo>
                <a:lnTo>
                  <a:pt x="330" y="307"/>
                </a:lnTo>
                <a:lnTo>
                  <a:pt x="329" y="307"/>
                </a:lnTo>
                <a:lnTo>
                  <a:pt x="328" y="307"/>
                </a:lnTo>
                <a:lnTo>
                  <a:pt x="327" y="307"/>
                </a:lnTo>
                <a:lnTo>
                  <a:pt x="327" y="306"/>
                </a:lnTo>
                <a:lnTo>
                  <a:pt x="325" y="307"/>
                </a:lnTo>
                <a:lnTo>
                  <a:pt x="325" y="308"/>
                </a:lnTo>
                <a:lnTo>
                  <a:pt x="324" y="308"/>
                </a:lnTo>
                <a:lnTo>
                  <a:pt x="323" y="307"/>
                </a:lnTo>
                <a:lnTo>
                  <a:pt x="322" y="307"/>
                </a:lnTo>
                <a:lnTo>
                  <a:pt x="321" y="308"/>
                </a:lnTo>
                <a:lnTo>
                  <a:pt x="320" y="308"/>
                </a:lnTo>
                <a:lnTo>
                  <a:pt x="320" y="309"/>
                </a:lnTo>
                <a:lnTo>
                  <a:pt x="319" y="309"/>
                </a:lnTo>
                <a:lnTo>
                  <a:pt x="318" y="308"/>
                </a:lnTo>
                <a:lnTo>
                  <a:pt x="317" y="308"/>
                </a:lnTo>
                <a:lnTo>
                  <a:pt x="316" y="307"/>
                </a:lnTo>
                <a:lnTo>
                  <a:pt x="316" y="306"/>
                </a:lnTo>
                <a:lnTo>
                  <a:pt x="317" y="306"/>
                </a:lnTo>
                <a:lnTo>
                  <a:pt x="317" y="304"/>
                </a:lnTo>
                <a:lnTo>
                  <a:pt x="317" y="302"/>
                </a:lnTo>
                <a:lnTo>
                  <a:pt x="316" y="302"/>
                </a:lnTo>
                <a:lnTo>
                  <a:pt x="315" y="302"/>
                </a:lnTo>
                <a:lnTo>
                  <a:pt x="314" y="301"/>
                </a:lnTo>
                <a:lnTo>
                  <a:pt x="314" y="300"/>
                </a:lnTo>
                <a:lnTo>
                  <a:pt x="314" y="299"/>
                </a:lnTo>
                <a:lnTo>
                  <a:pt x="313" y="298"/>
                </a:lnTo>
                <a:lnTo>
                  <a:pt x="312" y="298"/>
                </a:lnTo>
                <a:lnTo>
                  <a:pt x="311" y="297"/>
                </a:lnTo>
                <a:lnTo>
                  <a:pt x="310" y="296"/>
                </a:lnTo>
                <a:lnTo>
                  <a:pt x="309" y="295"/>
                </a:lnTo>
                <a:lnTo>
                  <a:pt x="308" y="295"/>
                </a:lnTo>
                <a:lnTo>
                  <a:pt x="307" y="295"/>
                </a:lnTo>
                <a:lnTo>
                  <a:pt x="306" y="295"/>
                </a:lnTo>
                <a:lnTo>
                  <a:pt x="306" y="294"/>
                </a:lnTo>
                <a:lnTo>
                  <a:pt x="306" y="292"/>
                </a:lnTo>
                <a:lnTo>
                  <a:pt x="307" y="291"/>
                </a:lnTo>
                <a:lnTo>
                  <a:pt x="307" y="290"/>
                </a:lnTo>
                <a:lnTo>
                  <a:pt x="308" y="290"/>
                </a:lnTo>
                <a:lnTo>
                  <a:pt x="308" y="289"/>
                </a:lnTo>
                <a:lnTo>
                  <a:pt x="308" y="288"/>
                </a:lnTo>
                <a:lnTo>
                  <a:pt x="309" y="288"/>
                </a:lnTo>
                <a:lnTo>
                  <a:pt x="310" y="286"/>
                </a:lnTo>
                <a:lnTo>
                  <a:pt x="310" y="285"/>
                </a:lnTo>
                <a:lnTo>
                  <a:pt x="310" y="284"/>
                </a:lnTo>
                <a:lnTo>
                  <a:pt x="309" y="284"/>
                </a:lnTo>
                <a:lnTo>
                  <a:pt x="307" y="282"/>
                </a:lnTo>
                <a:lnTo>
                  <a:pt x="307" y="281"/>
                </a:lnTo>
                <a:lnTo>
                  <a:pt x="306" y="281"/>
                </a:lnTo>
                <a:lnTo>
                  <a:pt x="306" y="280"/>
                </a:lnTo>
                <a:lnTo>
                  <a:pt x="307" y="280"/>
                </a:lnTo>
                <a:lnTo>
                  <a:pt x="306" y="280"/>
                </a:lnTo>
                <a:lnTo>
                  <a:pt x="306" y="279"/>
                </a:lnTo>
                <a:lnTo>
                  <a:pt x="305" y="279"/>
                </a:lnTo>
                <a:lnTo>
                  <a:pt x="305" y="278"/>
                </a:lnTo>
                <a:lnTo>
                  <a:pt x="304" y="278"/>
                </a:lnTo>
                <a:lnTo>
                  <a:pt x="303" y="278"/>
                </a:lnTo>
                <a:lnTo>
                  <a:pt x="302" y="277"/>
                </a:lnTo>
                <a:lnTo>
                  <a:pt x="301" y="277"/>
                </a:lnTo>
                <a:lnTo>
                  <a:pt x="301" y="276"/>
                </a:lnTo>
                <a:lnTo>
                  <a:pt x="301" y="275"/>
                </a:lnTo>
                <a:lnTo>
                  <a:pt x="301" y="274"/>
                </a:lnTo>
                <a:lnTo>
                  <a:pt x="300" y="273"/>
                </a:lnTo>
                <a:lnTo>
                  <a:pt x="299" y="273"/>
                </a:lnTo>
                <a:lnTo>
                  <a:pt x="298" y="273"/>
                </a:lnTo>
                <a:lnTo>
                  <a:pt x="298" y="272"/>
                </a:lnTo>
                <a:lnTo>
                  <a:pt x="298" y="271"/>
                </a:lnTo>
                <a:lnTo>
                  <a:pt x="297" y="270"/>
                </a:lnTo>
                <a:lnTo>
                  <a:pt x="297" y="269"/>
                </a:lnTo>
                <a:lnTo>
                  <a:pt x="296" y="269"/>
                </a:lnTo>
                <a:lnTo>
                  <a:pt x="296" y="268"/>
                </a:lnTo>
                <a:lnTo>
                  <a:pt x="294" y="268"/>
                </a:lnTo>
                <a:lnTo>
                  <a:pt x="294" y="267"/>
                </a:lnTo>
                <a:lnTo>
                  <a:pt x="293" y="267"/>
                </a:lnTo>
                <a:lnTo>
                  <a:pt x="292" y="267"/>
                </a:lnTo>
                <a:lnTo>
                  <a:pt x="291" y="267"/>
                </a:lnTo>
                <a:lnTo>
                  <a:pt x="291" y="266"/>
                </a:lnTo>
                <a:lnTo>
                  <a:pt x="291" y="265"/>
                </a:lnTo>
                <a:lnTo>
                  <a:pt x="291" y="264"/>
                </a:lnTo>
                <a:lnTo>
                  <a:pt x="290" y="264"/>
                </a:lnTo>
                <a:lnTo>
                  <a:pt x="289" y="264"/>
                </a:lnTo>
                <a:lnTo>
                  <a:pt x="288" y="263"/>
                </a:lnTo>
                <a:lnTo>
                  <a:pt x="288" y="262"/>
                </a:lnTo>
                <a:lnTo>
                  <a:pt x="287" y="262"/>
                </a:lnTo>
                <a:lnTo>
                  <a:pt x="286" y="262"/>
                </a:lnTo>
                <a:lnTo>
                  <a:pt x="285" y="261"/>
                </a:lnTo>
                <a:lnTo>
                  <a:pt x="282" y="260"/>
                </a:lnTo>
                <a:lnTo>
                  <a:pt x="281" y="260"/>
                </a:lnTo>
                <a:lnTo>
                  <a:pt x="281" y="259"/>
                </a:lnTo>
                <a:lnTo>
                  <a:pt x="281" y="258"/>
                </a:lnTo>
                <a:lnTo>
                  <a:pt x="281" y="257"/>
                </a:lnTo>
                <a:lnTo>
                  <a:pt x="281" y="256"/>
                </a:lnTo>
                <a:lnTo>
                  <a:pt x="280" y="256"/>
                </a:lnTo>
                <a:lnTo>
                  <a:pt x="279" y="256"/>
                </a:lnTo>
                <a:lnTo>
                  <a:pt x="279" y="255"/>
                </a:lnTo>
                <a:lnTo>
                  <a:pt x="279" y="254"/>
                </a:lnTo>
                <a:lnTo>
                  <a:pt x="278" y="254"/>
                </a:lnTo>
                <a:lnTo>
                  <a:pt x="277" y="254"/>
                </a:lnTo>
                <a:lnTo>
                  <a:pt x="277" y="255"/>
                </a:lnTo>
                <a:lnTo>
                  <a:pt x="276" y="255"/>
                </a:lnTo>
                <a:lnTo>
                  <a:pt x="275" y="255"/>
                </a:lnTo>
                <a:lnTo>
                  <a:pt x="275" y="254"/>
                </a:lnTo>
                <a:lnTo>
                  <a:pt x="274" y="254"/>
                </a:lnTo>
                <a:lnTo>
                  <a:pt x="273" y="254"/>
                </a:lnTo>
                <a:lnTo>
                  <a:pt x="273" y="255"/>
                </a:lnTo>
                <a:lnTo>
                  <a:pt x="272" y="255"/>
                </a:lnTo>
                <a:lnTo>
                  <a:pt x="272" y="254"/>
                </a:lnTo>
                <a:lnTo>
                  <a:pt x="271" y="254"/>
                </a:lnTo>
                <a:lnTo>
                  <a:pt x="270" y="254"/>
                </a:lnTo>
                <a:lnTo>
                  <a:pt x="270" y="253"/>
                </a:lnTo>
                <a:lnTo>
                  <a:pt x="269" y="253"/>
                </a:lnTo>
                <a:lnTo>
                  <a:pt x="268" y="253"/>
                </a:lnTo>
                <a:lnTo>
                  <a:pt x="267" y="253"/>
                </a:lnTo>
                <a:lnTo>
                  <a:pt x="267" y="252"/>
                </a:lnTo>
                <a:lnTo>
                  <a:pt x="267" y="250"/>
                </a:lnTo>
                <a:lnTo>
                  <a:pt x="267" y="249"/>
                </a:lnTo>
                <a:lnTo>
                  <a:pt x="266" y="249"/>
                </a:lnTo>
                <a:lnTo>
                  <a:pt x="266" y="248"/>
                </a:lnTo>
                <a:lnTo>
                  <a:pt x="264" y="248"/>
                </a:lnTo>
                <a:lnTo>
                  <a:pt x="263" y="247"/>
                </a:lnTo>
                <a:lnTo>
                  <a:pt x="261" y="247"/>
                </a:lnTo>
                <a:lnTo>
                  <a:pt x="260" y="246"/>
                </a:lnTo>
                <a:lnTo>
                  <a:pt x="259" y="246"/>
                </a:lnTo>
                <a:lnTo>
                  <a:pt x="258" y="246"/>
                </a:lnTo>
                <a:lnTo>
                  <a:pt x="258" y="245"/>
                </a:lnTo>
                <a:lnTo>
                  <a:pt x="258" y="243"/>
                </a:lnTo>
                <a:lnTo>
                  <a:pt x="259" y="234"/>
                </a:lnTo>
                <a:lnTo>
                  <a:pt x="260" y="230"/>
                </a:lnTo>
                <a:lnTo>
                  <a:pt x="260" y="226"/>
                </a:lnTo>
                <a:lnTo>
                  <a:pt x="261" y="225"/>
                </a:lnTo>
                <a:lnTo>
                  <a:pt x="261" y="224"/>
                </a:lnTo>
                <a:lnTo>
                  <a:pt x="262" y="218"/>
                </a:lnTo>
                <a:lnTo>
                  <a:pt x="262" y="216"/>
                </a:lnTo>
                <a:lnTo>
                  <a:pt x="262" y="214"/>
                </a:lnTo>
                <a:lnTo>
                  <a:pt x="263" y="212"/>
                </a:lnTo>
                <a:lnTo>
                  <a:pt x="263" y="207"/>
                </a:lnTo>
                <a:lnTo>
                  <a:pt x="264" y="199"/>
                </a:lnTo>
                <a:lnTo>
                  <a:pt x="264" y="197"/>
                </a:lnTo>
                <a:lnTo>
                  <a:pt x="265" y="195"/>
                </a:lnTo>
                <a:lnTo>
                  <a:pt x="265" y="192"/>
                </a:lnTo>
                <a:lnTo>
                  <a:pt x="265" y="190"/>
                </a:lnTo>
                <a:lnTo>
                  <a:pt x="266" y="187"/>
                </a:lnTo>
                <a:lnTo>
                  <a:pt x="267" y="182"/>
                </a:lnTo>
                <a:lnTo>
                  <a:pt x="268" y="176"/>
                </a:lnTo>
                <a:lnTo>
                  <a:pt x="268" y="172"/>
                </a:lnTo>
                <a:lnTo>
                  <a:pt x="269" y="163"/>
                </a:lnTo>
                <a:lnTo>
                  <a:pt x="270" y="157"/>
                </a:lnTo>
                <a:lnTo>
                  <a:pt x="271" y="152"/>
                </a:lnTo>
                <a:lnTo>
                  <a:pt x="271" y="151"/>
                </a:lnTo>
                <a:lnTo>
                  <a:pt x="271" y="149"/>
                </a:lnTo>
                <a:lnTo>
                  <a:pt x="271" y="148"/>
                </a:lnTo>
                <a:lnTo>
                  <a:pt x="272" y="148"/>
                </a:lnTo>
                <a:lnTo>
                  <a:pt x="272" y="147"/>
                </a:lnTo>
                <a:lnTo>
                  <a:pt x="272" y="145"/>
                </a:lnTo>
                <a:lnTo>
                  <a:pt x="272" y="144"/>
                </a:lnTo>
                <a:lnTo>
                  <a:pt x="273" y="143"/>
                </a:lnTo>
                <a:lnTo>
                  <a:pt x="274" y="139"/>
                </a:lnTo>
                <a:lnTo>
                  <a:pt x="275" y="136"/>
                </a:lnTo>
                <a:lnTo>
                  <a:pt x="275" y="134"/>
                </a:lnTo>
                <a:lnTo>
                  <a:pt x="275" y="133"/>
                </a:lnTo>
                <a:lnTo>
                  <a:pt x="276" y="132"/>
                </a:lnTo>
                <a:lnTo>
                  <a:pt x="276" y="128"/>
                </a:lnTo>
                <a:lnTo>
                  <a:pt x="277" y="125"/>
                </a:lnTo>
                <a:lnTo>
                  <a:pt x="275" y="125"/>
                </a:lnTo>
                <a:lnTo>
                  <a:pt x="272" y="125"/>
                </a:lnTo>
                <a:lnTo>
                  <a:pt x="271" y="124"/>
                </a:lnTo>
                <a:lnTo>
                  <a:pt x="268" y="124"/>
                </a:lnTo>
                <a:lnTo>
                  <a:pt x="264" y="124"/>
                </a:lnTo>
                <a:lnTo>
                  <a:pt x="261" y="124"/>
                </a:lnTo>
                <a:lnTo>
                  <a:pt x="259" y="124"/>
                </a:lnTo>
                <a:lnTo>
                  <a:pt x="258" y="124"/>
                </a:lnTo>
                <a:lnTo>
                  <a:pt x="257" y="124"/>
                </a:lnTo>
                <a:lnTo>
                  <a:pt x="256" y="124"/>
                </a:lnTo>
                <a:lnTo>
                  <a:pt x="255" y="124"/>
                </a:lnTo>
                <a:lnTo>
                  <a:pt x="254" y="124"/>
                </a:lnTo>
                <a:lnTo>
                  <a:pt x="253" y="124"/>
                </a:lnTo>
                <a:lnTo>
                  <a:pt x="252" y="125"/>
                </a:lnTo>
                <a:lnTo>
                  <a:pt x="251" y="125"/>
                </a:lnTo>
                <a:lnTo>
                  <a:pt x="250" y="125"/>
                </a:lnTo>
                <a:lnTo>
                  <a:pt x="250" y="126"/>
                </a:lnTo>
                <a:lnTo>
                  <a:pt x="249" y="128"/>
                </a:lnTo>
                <a:lnTo>
                  <a:pt x="249" y="130"/>
                </a:lnTo>
                <a:lnTo>
                  <a:pt x="247" y="136"/>
                </a:lnTo>
                <a:lnTo>
                  <a:pt x="247" y="137"/>
                </a:lnTo>
                <a:lnTo>
                  <a:pt x="247" y="138"/>
                </a:lnTo>
                <a:lnTo>
                  <a:pt x="246" y="138"/>
                </a:lnTo>
                <a:lnTo>
                  <a:pt x="244" y="138"/>
                </a:lnTo>
                <a:lnTo>
                  <a:pt x="243" y="138"/>
                </a:lnTo>
                <a:lnTo>
                  <a:pt x="241" y="137"/>
                </a:lnTo>
                <a:lnTo>
                  <a:pt x="236" y="136"/>
                </a:lnTo>
                <a:lnTo>
                  <a:pt x="234" y="134"/>
                </a:lnTo>
                <a:lnTo>
                  <a:pt x="233" y="133"/>
                </a:lnTo>
                <a:lnTo>
                  <a:pt x="229" y="128"/>
                </a:lnTo>
                <a:lnTo>
                  <a:pt x="228" y="127"/>
                </a:lnTo>
                <a:lnTo>
                  <a:pt x="227" y="125"/>
                </a:lnTo>
                <a:lnTo>
                  <a:pt x="226" y="125"/>
                </a:lnTo>
                <a:lnTo>
                  <a:pt x="226" y="124"/>
                </a:lnTo>
                <a:lnTo>
                  <a:pt x="224" y="122"/>
                </a:lnTo>
                <a:lnTo>
                  <a:pt x="224" y="121"/>
                </a:lnTo>
                <a:lnTo>
                  <a:pt x="223" y="121"/>
                </a:lnTo>
                <a:lnTo>
                  <a:pt x="218" y="114"/>
                </a:lnTo>
                <a:lnTo>
                  <a:pt x="217" y="113"/>
                </a:lnTo>
                <a:lnTo>
                  <a:pt x="216" y="111"/>
                </a:lnTo>
                <a:lnTo>
                  <a:pt x="218" y="110"/>
                </a:lnTo>
                <a:lnTo>
                  <a:pt x="219" y="110"/>
                </a:lnTo>
                <a:lnTo>
                  <a:pt x="219" y="109"/>
                </a:lnTo>
                <a:lnTo>
                  <a:pt x="217" y="109"/>
                </a:lnTo>
                <a:lnTo>
                  <a:pt x="217" y="108"/>
                </a:lnTo>
                <a:lnTo>
                  <a:pt x="218" y="107"/>
                </a:lnTo>
                <a:lnTo>
                  <a:pt x="220" y="108"/>
                </a:lnTo>
                <a:lnTo>
                  <a:pt x="222" y="106"/>
                </a:lnTo>
                <a:lnTo>
                  <a:pt x="223" y="105"/>
                </a:lnTo>
                <a:lnTo>
                  <a:pt x="223" y="104"/>
                </a:lnTo>
                <a:lnTo>
                  <a:pt x="224" y="103"/>
                </a:lnTo>
                <a:lnTo>
                  <a:pt x="224" y="101"/>
                </a:lnTo>
                <a:lnTo>
                  <a:pt x="225" y="101"/>
                </a:lnTo>
                <a:lnTo>
                  <a:pt x="224" y="100"/>
                </a:lnTo>
                <a:lnTo>
                  <a:pt x="223" y="100"/>
                </a:lnTo>
                <a:lnTo>
                  <a:pt x="221" y="99"/>
                </a:lnTo>
                <a:lnTo>
                  <a:pt x="218" y="98"/>
                </a:lnTo>
                <a:lnTo>
                  <a:pt x="217" y="99"/>
                </a:lnTo>
                <a:lnTo>
                  <a:pt x="215" y="96"/>
                </a:lnTo>
                <a:lnTo>
                  <a:pt x="215" y="95"/>
                </a:lnTo>
                <a:lnTo>
                  <a:pt x="215" y="94"/>
                </a:lnTo>
                <a:lnTo>
                  <a:pt x="215" y="93"/>
                </a:lnTo>
                <a:lnTo>
                  <a:pt x="215" y="91"/>
                </a:lnTo>
                <a:lnTo>
                  <a:pt x="215" y="90"/>
                </a:lnTo>
                <a:lnTo>
                  <a:pt x="216" y="89"/>
                </a:lnTo>
                <a:lnTo>
                  <a:pt x="216" y="84"/>
                </a:lnTo>
                <a:lnTo>
                  <a:pt x="217" y="83"/>
                </a:lnTo>
                <a:lnTo>
                  <a:pt x="217" y="82"/>
                </a:lnTo>
                <a:lnTo>
                  <a:pt x="218" y="81"/>
                </a:lnTo>
                <a:lnTo>
                  <a:pt x="219" y="81"/>
                </a:lnTo>
                <a:lnTo>
                  <a:pt x="220" y="80"/>
                </a:lnTo>
                <a:lnTo>
                  <a:pt x="221" y="80"/>
                </a:lnTo>
                <a:lnTo>
                  <a:pt x="222" y="81"/>
                </a:lnTo>
                <a:lnTo>
                  <a:pt x="223" y="81"/>
                </a:lnTo>
                <a:lnTo>
                  <a:pt x="227" y="81"/>
                </a:lnTo>
                <a:lnTo>
                  <a:pt x="228" y="81"/>
                </a:lnTo>
                <a:lnTo>
                  <a:pt x="229" y="81"/>
                </a:lnTo>
                <a:lnTo>
                  <a:pt x="231" y="82"/>
                </a:lnTo>
                <a:lnTo>
                  <a:pt x="232" y="82"/>
                </a:lnTo>
                <a:lnTo>
                  <a:pt x="233" y="82"/>
                </a:lnTo>
                <a:lnTo>
                  <a:pt x="234" y="82"/>
                </a:lnTo>
                <a:lnTo>
                  <a:pt x="235" y="82"/>
                </a:lnTo>
                <a:lnTo>
                  <a:pt x="237" y="82"/>
                </a:lnTo>
                <a:lnTo>
                  <a:pt x="238" y="83"/>
                </a:lnTo>
                <a:lnTo>
                  <a:pt x="239" y="83"/>
                </a:lnTo>
                <a:lnTo>
                  <a:pt x="240" y="83"/>
                </a:lnTo>
                <a:lnTo>
                  <a:pt x="241" y="83"/>
                </a:lnTo>
                <a:lnTo>
                  <a:pt x="242" y="82"/>
                </a:lnTo>
                <a:lnTo>
                  <a:pt x="244" y="82"/>
                </a:lnTo>
                <a:lnTo>
                  <a:pt x="245" y="82"/>
                </a:lnTo>
                <a:lnTo>
                  <a:pt x="247" y="82"/>
                </a:lnTo>
                <a:lnTo>
                  <a:pt x="248" y="82"/>
                </a:lnTo>
                <a:lnTo>
                  <a:pt x="249" y="82"/>
                </a:lnTo>
                <a:lnTo>
                  <a:pt x="249" y="83"/>
                </a:lnTo>
                <a:lnTo>
                  <a:pt x="248" y="83"/>
                </a:lnTo>
                <a:lnTo>
                  <a:pt x="248" y="84"/>
                </a:lnTo>
                <a:lnTo>
                  <a:pt x="248" y="85"/>
                </a:lnTo>
                <a:lnTo>
                  <a:pt x="249" y="85"/>
                </a:lnTo>
                <a:lnTo>
                  <a:pt x="249" y="84"/>
                </a:lnTo>
                <a:lnTo>
                  <a:pt x="250" y="84"/>
                </a:lnTo>
                <a:lnTo>
                  <a:pt x="251" y="84"/>
                </a:lnTo>
                <a:lnTo>
                  <a:pt x="251" y="85"/>
                </a:lnTo>
                <a:lnTo>
                  <a:pt x="253" y="86"/>
                </a:lnTo>
                <a:lnTo>
                  <a:pt x="253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8" y="87"/>
                </a:lnTo>
                <a:lnTo>
                  <a:pt x="259" y="87"/>
                </a:lnTo>
                <a:lnTo>
                  <a:pt x="259" y="88"/>
                </a:lnTo>
                <a:lnTo>
                  <a:pt x="260" y="88"/>
                </a:lnTo>
                <a:lnTo>
                  <a:pt x="260" y="87"/>
                </a:lnTo>
                <a:lnTo>
                  <a:pt x="261" y="87"/>
                </a:lnTo>
                <a:lnTo>
                  <a:pt x="262" y="87"/>
                </a:lnTo>
                <a:lnTo>
                  <a:pt x="264" y="87"/>
                </a:lnTo>
                <a:lnTo>
                  <a:pt x="265" y="87"/>
                </a:lnTo>
                <a:lnTo>
                  <a:pt x="266" y="87"/>
                </a:lnTo>
                <a:lnTo>
                  <a:pt x="266" y="86"/>
                </a:lnTo>
                <a:lnTo>
                  <a:pt x="267" y="86"/>
                </a:lnTo>
                <a:lnTo>
                  <a:pt x="267" y="85"/>
                </a:lnTo>
                <a:lnTo>
                  <a:pt x="268" y="84"/>
                </a:lnTo>
                <a:lnTo>
                  <a:pt x="269" y="84"/>
                </a:lnTo>
                <a:lnTo>
                  <a:pt x="270" y="83"/>
                </a:lnTo>
                <a:lnTo>
                  <a:pt x="273" y="82"/>
                </a:lnTo>
                <a:lnTo>
                  <a:pt x="273" y="81"/>
                </a:lnTo>
                <a:lnTo>
                  <a:pt x="273" y="80"/>
                </a:lnTo>
                <a:lnTo>
                  <a:pt x="272" y="80"/>
                </a:lnTo>
                <a:lnTo>
                  <a:pt x="272" y="79"/>
                </a:lnTo>
                <a:lnTo>
                  <a:pt x="273" y="79"/>
                </a:lnTo>
                <a:lnTo>
                  <a:pt x="273" y="78"/>
                </a:lnTo>
                <a:lnTo>
                  <a:pt x="273" y="77"/>
                </a:lnTo>
                <a:lnTo>
                  <a:pt x="272" y="76"/>
                </a:lnTo>
                <a:lnTo>
                  <a:pt x="273" y="76"/>
                </a:lnTo>
                <a:lnTo>
                  <a:pt x="274" y="75"/>
                </a:lnTo>
                <a:lnTo>
                  <a:pt x="275" y="75"/>
                </a:lnTo>
                <a:lnTo>
                  <a:pt x="276" y="75"/>
                </a:lnTo>
                <a:lnTo>
                  <a:pt x="277" y="75"/>
                </a:lnTo>
                <a:lnTo>
                  <a:pt x="279" y="76"/>
                </a:lnTo>
                <a:lnTo>
                  <a:pt x="280" y="76"/>
                </a:lnTo>
                <a:lnTo>
                  <a:pt x="280" y="75"/>
                </a:lnTo>
                <a:lnTo>
                  <a:pt x="281" y="75"/>
                </a:lnTo>
                <a:lnTo>
                  <a:pt x="282" y="75"/>
                </a:lnTo>
                <a:lnTo>
                  <a:pt x="283" y="75"/>
                </a:lnTo>
                <a:lnTo>
                  <a:pt x="284" y="75"/>
                </a:lnTo>
                <a:lnTo>
                  <a:pt x="285" y="74"/>
                </a:lnTo>
                <a:lnTo>
                  <a:pt x="286" y="74"/>
                </a:lnTo>
                <a:lnTo>
                  <a:pt x="286" y="73"/>
                </a:lnTo>
                <a:lnTo>
                  <a:pt x="285" y="73"/>
                </a:lnTo>
                <a:lnTo>
                  <a:pt x="285" y="72"/>
                </a:lnTo>
                <a:lnTo>
                  <a:pt x="285" y="71"/>
                </a:lnTo>
                <a:lnTo>
                  <a:pt x="286" y="71"/>
                </a:lnTo>
                <a:lnTo>
                  <a:pt x="287" y="71"/>
                </a:lnTo>
                <a:lnTo>
                  <a:pt x="287" y="72"/>
                </a:lnTo>
                <a:lnTo>
                  <a:pt x="287" y="71"/>
                </a:lnTo>
                <a:lnTo>
                  <a:pt x="288" y="71"/>
                </a:lnTo>
                <a:lnTo>
                  <a:pt x="289" y="70"/>
                </a:lnTo>
                <a:lnTo>
                  <a:pt x="290" y="69"/>
                </a:lnTo>
                <a:lnTo>
                  <a:pt x="291" y="69"/>
                </a:lnTo>
                <a:lnTo>
                  <a:pt x="292" y="70"/>
                </a:lnTo>
                <a:lnTo>
                  <a:pt x="293" y="70"/>
                </a:lnTo>
                <a:lnTo>
                  <a:pt x="296" y="70"/>
                </a:lnTo>
                <a:lnTo>
                  <a:pt x="297" y="70"/>
                </a:lnTo>
                <a:lnTo>
                  <a:pt x="298" y="70"/>
                </a:lnTo>
                <a:lnTo>
                  <a:pt x="298" y="69"/>
                </a:lnTo>
                <a:lnTo>
                  <a:pt x="298" y="68"/>
                </a:lnTo>
                <a:lnTo>
                  <a:pt x="298" y="67"/>
                </a:lnTo>
                <a:lnTo>
                  <a:pt x="298" y="66"/>
                </a:lnTo>
                <a:lnTo>
                  <a:pt x="299" y="66"/>
                </a:lnTo>
                <a:lnTo>
                  <a:pt x="300" y="65"/>
                </a:lnTo>
                <a:lnTo>
                  <a:pt x="301" y="64"/>
                </a:lnTo>
                <a:lnTo>
                  <a:pt x="302" y="63"/>
                </a:lnTo>
                <a:lnTo>
                  <a:pt x="303" y="63"/>
                </a:lnTo>
                <a:lnTo>
                  <a:pt x="304" y="63"/>
                </a:lnTo>
                <a:lnTo>
                  <a:pt x="305" y="63"/>
                </a:lnTo>
                <a:lnTo>
                  <a:pt x="304" y="61"/>
                </a:lnTo>
                <a:lnTo>
                  <a:pt x="304" y="60"/>
                </a:lnTo>
                <a:lnTo>
                  <a:pt x="303" y="59"/>
                </a:lnTo>
                <a:lnTo>
                  <a:pt x="302" y="57"/>
                </a:lnTo>
                <a:lnTo>
                  <a:pt x="301" y="56"/>
                </a:lnTo>
                <a:lnTo>
                  <a:pt x="302" y="56"/>
                </a:lnTo>
                <a:lnTo>
                  <a:pt x="304" y="56"/>
                </a:lnTo>
                <a:lnTo>
                  <a:pt x="305" y="55"/>
                </a:lnTo>
                <a:lnTo>
                  <a:pt x="307" y="55"/>
                </a:lnTo>
                <a:lnTo>
                  <a:pt x="309" y="56"/>
                </a:lnTo>
                <a:lnTo>
                  <a:pt x="310" y="56"/>
                </a:lnTo>
                <a:lnTo>
                  <a:pt x="310" y="57"/>
                </a:lnTo>
                <a:lnTo>
                  <a:pt x="311" y="57"/>
                </a:lnTo>
                <a:lnTo>
                  <a:pt x="312" y="57"/>
                </a:lnTo>
                <a:lnTo>
                  <a:pt x="313" y="57"/>
                </a:lnTo>
                <a:lnTo>
                  <a:pt x="315" y="58"/>
                </a:lnTo>
                <a:lnTo>
                  <a:pt x="316" y="59"/>
                </a:lnTo>
                <a:lnTo>
                  <a:pt x="317" y="60"/>
                </a:lnTo>
                <a:lnTo>
                  <a:pt x="318" y="60"/>
                </a:lnTo>
                <a:lnTo>
                  <a:pt x="319" y="60"/>
                </a:lnTo>
                <a:lnTo>
                  <a:pt x="321" y="60"/>
                </a:lnTo>
                <a:lnTo>
                  <a:pt x="322" y="60"/>
                </a:lnTo>
                <a:lnTo>
                  <a:pt x="323" y="60"/>
                </a:lnTo>
                <a:lnTo>
                  <a:pt x="324" y="60"/>
                </a:lnTo>
                <a:lnTo>
                  <a:pt x="326" y="60"/>
                </a:lnTo>
                <a:lnTo>
                  <a:pt x="327" y="60"/>
                </a:lnTo>
                <a:lnTo>
                  <a:pt x="328" y="60"/>
                </a:lnTo>
                <a:lnTo>
                  <a:pt x="330" y="60"/>
                </a:lnTo>
                <a:lnTo>
                  <a:pt x="330" y="61"/>
                </a:lnTo>
                <a:lnTo>
                  <a:pt x="330" y="62"/>
                </a:lnTo>
                <a:lnTo>
                  <a:pt x="329" y="62"/>
                </a:lnTo>
                <a:lnTo>
                  <a:pt x="331" y="62"/>
                </a:lnTo>
                <a:lnTo>
                  <a:pt x="332" y="62"/>
                </a:lnTo>
                <a:lnTo>
                  <a:pt x="332" y="61"/>
                </a:lnTo>
                <a:lnTo>
                  <a:pt x="333" y="61"/>
                </a:lnTo>
                <a:lnTo>
                  <a:pt x="334" y="60"/>
                </a:lnTo>
                <a:lnTo>
                  <a:pt x="335" y="60"/>
                </a:lnTo>
                <a:lnTo>
                  <a:pt x="336" y="60"/>
                </a:lnTo>
                <a:lnTo>
                  <a:pt x="337" y="60"/>
                </a:lnTo>
                <a:lnTo>
                  <a:pt x="338" y="60"/>
                </a:lnTo>
                <a:lnTo>
                  <a:pt x="339" y="60"/>
                </a:lnTo>
                <a:lnTo>
                  <a:pt x="340" y="59"/>
                </a:lnTo>
                <a:lnTo>
                  <a:pt x="342" y="59"/>
                </a:lnTo>
                <a:lnTo>
                  <a:pt x="344" y="59"/>
                </a:lnTo>
                <a:lnTo>
                  <a:pt x="345" y="59"/>
                </a:lnTo>
                <a:lnTo>
                  <a:pt x="346" y="59"/>
                </a:lnTo>
                <a:lnTo>
                  <a:pt x="346" y="58"/>
                </a:lnTo>
                <a:lnTo>
                  <a:pt x="347" y="58"/>
                </a:lnTo>
                <a:lnTo>
                  <a:pt x="349" y="58"/>
                </a:lnTo>
                <a:lnTo>
                  <a:pt x="350" y="58"/>
                </a:lnTo>
                <a:lnTo>
                  <a:pt x="351" y="58"/>
                </a:lnTo>
                <a:lnTo>
                  <a:pt x="352" y="58"/>
                </a:lnTo>
                <a:lnTo>
                  <a:pt x="353" y="58"/>
                </a:lnTo>
                <a:lnTo>
                  <a:pt x="354" y="58"/>
                </a:lnTo>
                <a:lnTo>
                  <a:pt x="354" y="57"/>
                </a:lnTo>
                <a:lnTo>
                  <a:pt x="355" y="57"/>
                </a:lnTo>
                <a:lnTo>
                  <a:pt x="356" y="57"/>
                </a:lnTo>
                <a:lnTo>
                  <a:pt x="357" y="57"/>
                </a:lnTo>
                <a:lnTo>
                  <a:pt x="358" y="57"/>
                </a:lnTo>
                <a:lnTo>
                  <a:pt x="360" y="58"/>
                </a:lnTo>
                <a:lnTo>
                  <a:pt x="361" y="58"/>
                </a:lnTo>
                <a:lnTo>
                  <a:pt x="362" y="58"/>
                </a:lnTo>
                <a:lnTo>
                  <a:pt x="363" y="58"/>
                </a:lnTo>
                <a:lnTo>
                  <a:pt x="364" y="58"/>
                </a:lnTo>
                <a:lnTo>
                  <a:pt x="366" y="58"/>
                </a:lnTo>
                <a:lnTo>
                  <a:pt x="367" y="58"/>
                </a:lnTo>
                <a:lnTo>
                  <a:pt x="368" y="57"/>
                </a:lnTo>
                <a:lnTo>
                  <a:pt x="371" y="57"/>
                </a:lnTo>
                <a:lnTo>
                  <a:pt x="372" y="57"/>
                </a:lnTo>
                <a:lnTo>
                  <a:pt x="373" y="57"/>
                </a:lnTo>
                <a:lnTo>
                  <a:pt x="375" y="57"/>
                </a:lnTo>
                <a:lnTo>
                  <a:pt x="376" y="57"/>
                </a:lnTo>
                <a:lnTo>
                  <a:pt x="377" y="58"/>
                </a:lnTo>
                <a:lnTo>
                  <a:pt x="378" y="58"/>
                </a:lnTo>
                <a:lnTo>
                  <a:pt x="379" y="58"/>
                </a:lnTo>
                <a:lnTo>
                  <a:pt x="380" y="58"/>
                </a:lnTo>
                <a:lnTo>
                  <a:pt x="381" y="58"/>
                </a:lnTo>
                <a:lnTo>
                  <a:pt x="381" y="57"/>
                </a:lnTo>
                <a:lnTo>
                  <a:pt x="382" y="57"/>
                </a:lnTo>
                <a:lnTo>
                  <a:pt x="382" y="56"/>
                </a:lnTo>
                <a:lnTo>
                  <a:pt x="384" y="56"/>
                </a:lnTo>
                <a:lnTo>
                  <a:pt x="386" y="56"/>
                </a:lnTo>
                <a:lnTo>
                  <a:pt x="387" y="56"/>
                </a:lnTo>
                <a:lnTo>
                  <a:pt x="389" y="55"/>
                </a:lnTo>
                <a:lnTo>
                  <a:pt x="391" y="55"/>
                </a:lnTo>
                <a:lnTo>
                  <a:pt x="392" y="55"/>
                </a:lnTo>
                <a:lnTo>
                  <a:pt x="393" y="54"/>
                </a:lnTo>
                <a:lnTo>
                  <a:pt x="395" y="53"/>
                </a:lnTo>
                <a:lnTo>
                  <a:pt x="396" y="53"/>
                </a:lnTo>
                <a:lnTo>
                  <a:pt x="397" y="53"/>
                </a:lnTo>
                <a:lnTo>
                  <a:pt x="398" y="53"/>
                </a:lnTo>
                <a:lnTo>
                  <a:pt x="399" y="53"/>
                </a:lnTo>
                <a:lnTo>
                  <a:pt x="399" y="52"/>
                </a:lnTo>
                <a:lnTo>
                  <a:pt x="400" y="52"/>
                </a:lnTo>
                <a:lnTo>
                  <a:pt x="401" y="52"/>
                </a:lnTo>
                <a:lnTo>
                  <a:pt x="402" y="52"/>
                </a:lnTo>
                <a:lnTo>
                  <a:pt x="404" y="53"/>
                </a:lnTo>
                <a:lnTo>
                  <a:pt x="405" y="54"/>
                </a:lnTo>
                <a:lnTo>
                  <a:pt x="405" y="53"/>
                </a:lnTo>
                <a:lnTo>
                  <a:pt x="406" y="53"/>
                </a:lnTo>
                <a:lnTo>
                  <a:pt x="407" y="54"/>
                </a:lnTo>
                <a:lnTo>
                  <a:pt x="408" y="54"/>
                </a:lnTo>
                <a:lnTo>
                  <a:pt x="409" y="54"/>
                </a:lnTo>
                <a:lnTo>
                  <a:pt x="410" y="54"/>
                </a:lnTo>
                <a:lnTo>
                  <a:pt x="411" y="54"/>
                </a:lnTo>
                <a:lnTo>
                  <a:pt x="412" y="53"/>
                </a:lnTo>
                <a:lnTo>
                  <a:pt x="412" y="52"/>
                </a:lnTo>
                <a:lnTo>
                  <a:pt x="412" y="51"/>
                </a:lnTo>
                <a:lnTo>
                  <a:pt x="413" y="51"/>
                </a:lnTo>
                <a:lnTo>
                  <a:pt x="413" y="52"/>
                </a:lnTo>
                <a:lnTo>
                  <a:pt x="414" y="52"/>
                </a:lnTo>
                <a:lnTo>
                  <a:pt x="414" y="51"/>
                </a:lnTo>
                <a:lnTo>
                  <a:pt x="415" y="51"/>
                </a:lnTo>
                <a:lnTo>
                  <a:pt x="416" y="50"/>
                </a:lnTo>
                <a:lnTo>
                  <a:pt x="417" y="50"/>
                </a:lnTo>
                <a:lnTo>
                  <a:pt x="418" y="51"/>
                </a:lnTo>
                <a:lnTo>
                  <a:pt x="419" y="51"/>
                </a:lnTo>
                <a:lnTo>
                  <a:pt x="419" y="50"/>
                </a:lnTo>
                <a:lnTo>
                  <a:pt x="421" y="49"/>
                </a:lnTo>
                <a:lnTo>
                  <a:pt x="421" y="48"/>
                </a:lnTo>
                <a:lnTo>
                  <a:pt x="422" y="48"/>
                </a:lnTo>
                <a:lnTo>
                  <a:pt x="423" y="48"/>
                </a:lnTo>
                <a:lnTo>
                  <a:pt x="423" y="47"/>
                </a:lnTo>
                <a:lnTo>
                  <a:pt x="424" y="47"/>
                </a:lnTo>
                <a:lnTo>
                  <a:pt x="425" y="47"/>
                </a:lnTo>
                <a:lnTo>
                  <a:pt x="426" y="47"/>
                </a:lnTo>
                <a:lnTo>
                  <a:pt x="427" y="47"/>
                </a:lnTo>
                <a:lnTo>
                  <a:pt x="428" y="47"/>
                </a:lnTo>
                <a:lnTo>
                  <a:pt x="429" y="47"/>
                </a:lnTo>
                <a:lnTo>
                  <a:pt x="429" y="46"/>
                </a:lnTo>
                <a:lnTo>
                  <a:pt x="431" y="45"/>
                </a:lnTo>
                <a:lnTo>
                  <a:pt x="432" y="45"/>
                </a:lnTo>
                <a:lnTo>
                  <a:pt x="433" y="44"/>
                </a:lnTo>
                <a:lnTo>
                  <a:pt x="434" y="44"/>
                </a:lnTo>
                <a:lnTo>
                  <a:pt x="435" y="44"/>
                </a:lnTo>
                <a:lnTo>
                  <a:pt x="435" y="43"/>
                </a:lnTo>
                <a:lnTo>
                  <a:pt x="435" y="44"/>
                </a:lnTo>
                <a:lnTo>
                  <a:pt x="436" y="44"/>
                </a:lnTo>
                <a:lnTo>
                  <a:pt x="437" y="43"/>
                </a:lnTo>
                <a:lnTo>
                  <a:pt x="438" y="44"/>
                </a:lnTo>
                <a:lnTo>
                  <a:pt x="439" y="44"/>
                </a:lnTo>
                <a:lnTo>
                  <a:pt x="440" y="44"/>
                </a:lnTo>
                <a:lnTo>
                  <a:pt x="441" y="44"/>
                </a:lnTo>
                <a:lnTo>
                  <a:pt x="442" y="44"/>
                </a:lnTo>
                <a:lnTo>
                  <a:pt x="442" y="43"/>
                </a:lnTo>
                <a:lnTo>
                  <a:pt x="443" y="44"/>
                </a:lnTo>
                <a:lnTo>
                  <a:pt x="444" y="44"/>
                </a:lnTo>
                <a:lnTo>
                  <a:pt x="445" y="44"/>
                </a:lnTo>
                <a:lnTo>
                  <a:pt x="446" y="44"/>
                </a:lnTo>
                <a:lnTo>
                  <a:pt x="447" y="43"/>
                </a:lnTo>
                <a:lnTo>
                  <a:pt x="449" y="43"/>
                </a:lnTo>
                <a:lnTo>
                  <a:pt x="450" y="43"/>
                </a:lnTo>
                <a:lnTo>
                  <a:pt x="451" y="43"/>
                </a:lnTo>
                <a:lnTo>
                  <a:pt x="453" y="43"/>
                </a:lnTo>
                <a:lnTo>
                  <a:pt x="453" y="42"/>
                </a:lnTo>
                <a:lnTo>
                  <a:pt x="454" y="42"/>
                </a:lnTo>
                <a:lnTo>
                  <a:pt x="455" y="43"/>
                </a:lnTo>
                <a:lnTo>
                  <a:pt x="456" y="42"/>
                </a:lnTo>
                <a:lnTo>
                  <a:pt x="457" y="42"/>
                </a:lnTo>
                <a:lnTo>
                  <a:pt x="458" y="42"/>
                </a:lnTo>
                <a:lnTo>
                  <a:pt x="459" y="42"/>
                </a:lnTo>
                <a:lnTo>
                  <a:pt x="460" y="42"/>
                </a:lnTo>
                <a:lnTo>
                  <a:pt x="461" y="42"/>
                </a:lnTo>
                <a:lnTo>
                  <a:pt x="462" y="41"/>
                </a:lnTo>
                <a:lnTo>
                  <a:pt x="463" y="41"/>
                </a:lnTo>
                <a:lnTo>
                  <a:pt x="464" y="41"/>
                </a:lnTo>
                <a:lnTo>
                  <a:pt x="465" y="40"/>
                </a:lnTo>
                <a:lnTo>
                  <a:pt x="465" y="39"/>
                </a:lnTo>
                <a:lnTo>
                  <a:pt x="466" y="39"/>
                </a:lnTo>
                <a:lnTo>
                  <a:pt x="467" y="39"/>
                </a:lnTo>
                <a:lnTo>
                  <a:pt x="467" y="40"/>
                </a:lnTo>
                <a:lnTo>
                  <a:pt x="468" y="40"/>
                </a:lnTo>
                <a:lnTo>
                  <a:pt x="469" y="39"/>
                </a:lnTo>
                <a:lnTo>
                  <a:pt x="470" y="40"/>
                </a:lnTo>
                <a:lnTo>
                  <a:pt x="471" y="40"/>
                </a:lnTo>
                <a:lnTo>
                  <a:pt x="472" y="40"/>
                </a:lnTo>
                <a:lnTo>
                  <a:pt x="472" y="39"/>
                </a:lnTo>
                <a:lnTo>
                  <a:pt x="475" y="38"/>
                </a:lnTo>
                <a:lnTo>
                  <a:pt x="477" y="38"/>
                </a:lnTo>
                <a:lnTo>
                  <a:pt x="478" y="38"/>
                </a:lnTo>
                <a:lnTo>
                  <a:pt x="479" y="39"/>
                </a:lnTo>
                <a:lnTo>
                  <a:pt x="480" y="39"/>
                </a:lnTo>
                <a:lnTo>
                  <a:pt x="481" y="39"/>
                </a:lnTo>
                <a:lnTo>
                  <a:pt x="483" y="38"/>
                </a:lnTo>
                <a:lnTo>
                  <a:pt x="483" y="39"/>
                </a:lnTo>
                <a:lnTo>
                  <a:pt x="485" y="39"/>
                </a:lnTo>
                <a:lnTo>
                  <a:pt x="486" y="40"/>
                </a:lnTo>
                <a:lnTo>
                  <a:pt x="487" y="40"/>
                </a:lnTo>
                <a:lnTo>
                  <a:pt x="488" y="40"/>
                </a:lnTo>
                <a:lnTo>
                  <a:pt x="489" y="40"/>
                </a:lnTo>
                <a:lnTo>
                  <a:pt x="490" y="40"/>
                </a:lnTo>
                <a:lnTo>
                  <a:pt x="490" y="39"/>
                </a:lnTo>
                <a:lnTo>
                  <a:pt x="491" y="39"/>
                </a:lnTo>
                <a:lnTo>
                  <a:pt x="492" y="39"/>
                </a:lnTo>
                <a:lnTo>
                  <a:pt x="493" y="39"/>
                </a:lnTo>
                <a:lnTo>
                  <a:pt x="494" y="39"/>
                </a:lnTo>
                <a:lnTo>
                  <a:pt x="494" y="38"/>
                </a:lnTo>
                <a:lnTo>
                  <a:pt x="495" y="38"/>
                </a:lnTo>
                <a:lnTo>
                  <a:pt x="495" y="39"/>
                </a:lnTo>
                <a:lnTo>
                  <a:pt x="497" y="39"/>
                </a:lnTo>
                <a:lnTo>
                  <a:pt x="498" y="39"/>
                </a:lnTo>
                <a:lnTo>
                  <a:pt x="499" y="39"/>
                </a:lnTo>
                <a:lnTo>
                  <a:pt x="500" y="39"/>
                </a:lnTo>
                <a:lnTo>
                  <a:pt x="501" y="39"/>
                </a:lnTo>
                <a:lnTo>
                  <a:pt x="502" y="39"/>
                </a:lnTo>
                <a:lnTo>
                  <a:pt x="503" y="39"/>
                </a:lnTo>
                <a:lnTo>
                  <a:pt x="503" y="38"/>
                </a:lnTo>
                <a:lnTo>
                  <a:pt x="504" y="36"/>
                </a:lnTo>
                <a:lnTo>
                  <a:pt x="504" y="35"/>
                </a:lnTo>
                <a:lnTo>
                  <a:pt x="506" y="35"/>
                </a:lnTo>
                <a:lnTo>
                  <a:pt x="507" y="35"/>
                </a:lnTo>
                <a:lnTo>
                  <a:pt x="508" y="35"/>
                </a:lnTo>
                <a:lnTo>
                  <a:pt x="509" y="34"/>
                </a:lnTo>
                <a:lnTo>
                  <a:pt x="511" y="34"/>
                </a:lnTo>
                <a:lnTo>
                  <a:pt x="511" y="33"/>
                </a:lnTo>
                <a:lnTo>
                  <a:pt x="512" y="33"/>
                </a:lnTo>
                <a:lnTo>
                  <a:pt x="513" y="33"/>
                </a:lnTo>
                <a:lnTo>
                  <a:pt x="513" y="32"/>
                </a:lnTo>
                <a:lnTo>
                  <a:pt x="514" y="32"/>
                </a:lnTo>
                <a:lnTo>
                  <a:pt x="515" y="32"/>
                </a:lnTo>
                <a:lnTo>
                  <a:pt x="516" y="32"/>
                </a:lnTo>
                <a:lnTo>
                  <a:pt x="516" y="31"/>
                </a:lnTo>
                <a:lnTo>
                  <a:pt x="517" y="32"/>
                </a:lnTo>
                <a:lnTo>
                  <a:pt x="517" y="31"/>
                </a:lnTo>
                <a:lnTo>
                  <a:pt x="518" y="31"/>
                </a:lnTo>
                <a:lnTo>
                  <a:pt x="518" y="30"/>
                </a:lnTo>
                <a:lnTo>
                  <a:pt x="519" y="30"/>
                </a:lnTo>
                <a:lnTo>
                  <a:pt x="520" y="30"/>
                </a:lnTo>
                <a:lnTo>
                  <a:pt x="521" y="30"/>
                </a:lnTo>
                <a:lnTo>
                  <a:pt x="522" y="29"/>
                </a:lnTo>
                <a:lnTo>
                  <a:pt x="523" y="29"/>
                </a:lnTo>
                <a:lnTo>
                  <a:pt x="523" y="30"/>
                </a:lnTo>
                <a:lnTo>
                  <a:pt x="524" y="29"/>
                </a:lnTo>
                <a:lnTo>
                  <a:pt x="525" y="29"/>
                </a:lnTo>
                <a:lnTo>
                  <a:pt x="526" y="29"/>
                </a:lnTo>
                <a:lnTo>
                  <a:pt x="527" y="29"/>
                </a:lnTo>
                <a:lnTo>
                  <a:pt x="528" y="29"/>
                </a:lnTo>
                <a:lnTo>
                  <a:pt x="528" y="28"/>
                </a:lnTo>
                <a:lnTo>
                  <a:pt x="529" y="28"/>
                </a:lnTo>
                <a:lnTo>
                  <a:pt x="530" y="28"/>
                </a:lnTo>
                <a:lnTo>
                  <a:pt x="531" y="28"/>
                </a:lnTo>
                <a:lnTo>
                  <a:pt x="532" y="28"/>
                </a:lnTo>
                <a:lnTo>
                  <a:pt x="533" y="28"/>
                </a:lnTo>
                <a:lnTo>
                  <a:pt x="534" y="28"/>
                </a:lnTo>
                <a:lnTo>
                  <a:pt x="535" y="27"/>
                </a:lnTo>
                <a:lnTo>
                  <a:pt x="537" y="28"/>
                </a:lnTo>
                <a:lnTo>
                  <a:pt x="538" y="28"/>
                </a:lnTo>
                <a:lnTo>
                  <a:pt x="540" y="27"/>
                </a:lnTo>
                <a:lnTo>
                  <a:pt x="541" y="26"/>
                </a:lnTo>
                <a:lnTo>
                  <a:pt x="542" y="27"/>
                </a:lnTo>
                <a:lnTo>
                  <a:pt x="543" y="27"/>
                </a:lnTo>
                <a:lnTo>
                  <a:pt x="544" y="27"/>
                </a:lnTo>
                <a:lnTo>
                  <a:pt x="545" y="27"/>
                </a:lnTo>
                <a:lnTo>
                  <a:pt x="545" y="28"/>
                </a:lnTo>
                <a:lnTo>
                  <a:pt x="546" y="27"/>
                </a:lnTo>
                <a:lnTo>
                  <a:pt x="548" y="28"/>
                </a:lnTo>
                <a:lnTo>
                  <a:pt x="548" y="27"/>
                </a:lnTo>
                <a:lnTo>
                  <a:pt x="550" y="27"/>
                </a:lnTo>
                <a:lnTo>
                  <a:pt x="550" y="28"/>
                </a:lnTo>
                <a:lnTo>
                  <a:pt x="551" y="28"/>
                </a:lnTo>
                <a:lnTo>
                  <a:pt x="551" y="29"/>
                </a:lnTo>
                <a:lnTo>
                  <a:pt x="551" y="28"/>
                </a:lnTo>
                <a:lnTo>
                  <a:pt x="552" y="27"/>
                </a:lnTo>
                <a:lnTo>
                  <a:pt x="553" y="26"/>
                </a:lnTo>
                <a:lnTo>
                  <a:pt x="554" y="25"/>
                </a:lnTo>
                <a:lnTo>
                  <a:pt x="555" y="24"/>
                </a:lnTo>
                <a:lnTo>
                  <a:pt x="557" y="24"/>
                </a:lnTo>
                <a:lnTo>
                  <a:pt x="557" y="25"/>
                </a:lnTo>
                <a:lnTo>
                  <a:pt x="558" y="24"/>
                </a:lnTo>
                <a:lnTo>
                  <a:pt x="559" y="23"/>
                </a:lnTo>
                <a:lnTo>
                  <a:pt x="560" y="23"/>
                </a:lnTo>
                <a:lnTo>
                  <a:pt x="562" y="23"/>
                </a:lnTo>
                <a:lnTo>
                  <a:pt x="563" y="23"/>
                </a:lnTo>
                <a:lnTo>
                  <a:pt x="563" y="22"/>
                </a:lnTo>
                <a:lnTo>
                  <a:pt x="564" y="22"/>
                </a:lnTo>
                <a:lnTo>
                  <a:pt x="564" y="23"/>
                </a:lnTo>
                <a:lnTo>
                  <a:pt x="565" y="23"/>
                </a:lnTo>
                <a:lnTo>
                  <a:pt x="565" y="22"/>
                </a:lnTo>
                <a:lnTo>
                  <a:pt x="568" y="22"/>
                </a:lnTo>
                <a:lnTo>
                  <a:pt x="569" y="22"/>
                </a:lnTo>
                <a:lnTo>
                  <a:pt x="570" y="22"/>
                </a:lnTo>
                <a:lnTo>
                  <a:pt x="572" y="22"/>
                </a:lnTo>
                <a:lnTo>
                  <a:pt x="574" y="22"/>
                </a:lnTo>
                <a:lnTo>
                  <a:pt x="575" y="23"/>
                </a:lnTo>
                <a:lnTo>
                  <a:pt x="576" y="23"/>
                </a:lnTo>
                <a:lnTo>
                  <a:pt x="577" y="23"/>
                </a:lnTo>
                <a:lnTo>
                  <a:pt x="578" y="24"/>
                </a:lnTo>
                <a:lnTo>
                  <a:pt x="579" y="24"/>
                </a:lnTo>
                <a:lnTo>
                  <a:pt x="580" y="24"/>
                </a:lnTo>
                <a:lnTo>
                  <a:pt x="581" y="24"/>
                </a:lnTo>
                <a:lnTo>
                  <a:pt x="582" y="24"/>
                </a:lnTo>
                <a:lnTo>
                  <a:pt x="583" y="24"/>
                </a:lnTo>
                <a:lnTo>
                  <a:pt x="583" y="25"/>
                </a:lnTo>
                <a:lnTo>
                  <a:pt x="584" y="25"/>
                </a:lnTo>
                <a:lnTo>
                  <a:pt x="585" y="25"/>
                </a:lnTo>
                <a:lnTo>
                  <a:pt x="585" y="24"/>
                </a:lnTo>
                <a:lnTo>
                  <a:pt x="587" y="23"/>
                </a:lnTo>
                <a:lnTo>
                  <a:pt x="588" y="23"/>
                </a:lnTo>
                <a:lnTo>
                  <a:pt x="588" y="22"/>
                </a:lnTo>
                <a:lnTo>
                  <a:pt x="590" y="22"/>
                </a:lnTo>
                <a:lnTo>
                  <a:pt x="590" y="23"/>
                </a:lnTo>
                <a:lnTo>
                  <a:pt x="591" y="23"/>
                </a:lnTo>
                <a:lnTo>
                  <a:pt x="591" y="22"/>
                </a:lnTo>
                <a:lnTo>
                  <a:pt x="590" y="21"/>
                </a:lnTo>
                <a:lnTo>
                  <a:pt x="590" y="20"/>
                </a:lnTo>
                <a:lnTo>
                  <a:pt x="590" y="19"/>
                </a:lnTo>
                <a:lnTo>
                  <a:pt x="589" y="18"/>
                </a:lnTo>
                <a:lnTo>
                  <a:pt x="589" y="17"/>
                </a:lnTo>
                <a:lnTo>
                  <a:pt x="590" y="17"/>
                </a:lnTo>
                <a:lnTo>
                  <a:pt x="591" y="17"/>
                </a:lnTo>
                <a:lnTo>
                  <a:pt x="592" y="17"/>
                </a:lnTo>
                <a:lnTo>
                  <a:pt x="592" y="16"/>
                </a:lnTo>
                <a:lnTo>
                  <a:pt x="593" y="16"/>
                </a:lnTo>
                <a:lnTo>
                  <a:pt x="594" y="16"/>
                </a:lnTo>
                <a:lnTo>
                  <a:pt x="595" y="16"/>
                </a:lnTo>
                <a:lnTo>
                  <a:pt x="595" y="17"/>
                </a:lnTo>
                <a:lnTo>
                  <a:pt x="597" y="17"/>
                </a:lnTo>
                <a:lnTo>
                  <a:pt x="598" y="17"/>
                </a:lnTo>
                <a:lnTo>
                  <a:pt x="598" y="16"/>
                </a:lnTo>
                <a:lnTo>
                  <a:pt x="598" y="15"/>
                </a:lnTo>
                <a:lnTo>
                  <a:pt x="599" y="15"/>
                </a:lnTo>
                <a:lnTo>
                  <a:pt x="599" y="14"/>
                </a:lnTo>
                <a:lnTo>
                  <a:pt x="598" y="13"/>
                </a:lnTo>
                <a:lnTo>
                  <a:pt x="600" y="11"/>
                </a:lnTo>
                <a:lnTo>
                  <a:pt x="602" y="9"/>
                </a:lnTo>
                <a:lnTo>
                  <a:pt x="602" y="8"/>
                </a:lnTo>
                <a:lnTo>
                  <a:pt x="603" y="7"/>
                </a:lnTo>
                <a:lnTo>
                  <a:pt x="604" y="6"/>
                </a:lnTo>
                <a:lnTo>
                  <a:pt x="605" y="6"/>
                </a:lnTo>
                <a:lnTo>
                  <a:pt x="608" y="6"/>
                </a:lnTo>
                <a:lnTo>
                  <a:pt x="610" y="6"/>
                </a:lnTo>
                <a:lnTo>
                  <a:pt x="611" y="6"/>
                </a:lnTo>
                <a:lnTo>
                  <a:pt x="611" y="7"/>
                </a:lnTo>
                <a:lnTo>
                  <a:pt x="613" y="7"/>
                </a:lnTo>
                <a:lnTo>
                  <a:pt x="613" y="6"/>
                </a:lnTo>
                <a:lnTo>
                  <a:pt x="612" y="6"/>
                </a:lnTo>
                <a:lnTo>
                  <a:pt x="612" y="5"/>
                </a:lnTo>
                <a:lnTo>
                  <a:pt x="613" y="5"/>
                </a:lnTo>
                <a:lnTo>
                  <a:pt x="614" y="5"/>
                </a:lnTo>
                <a:lnTo>
                  <a:pt x="616" y="5"/>
                </a:lnTo>
                <a:lnTo>
                  <a:pt x="616" y="6"/>
                </a:lnTo>
                <a:lnTo>
                  <a:pt x="617" y="6"/>
                </a:lnTo>
                <a:lnTo>
                  <a:pt x="618" y="6"/>
                </a:lnTo>
                <a:lnTo>
                  <a:pt x="619" y="6"/>
                </a:lnTo>
                <a:lnTo>
                  <a:pt x="620" y="6"/>
                </a:lnTo>
                <a:lnTo>
                  <a:pt x="620" y="5"/>
                </a:lnTo>
                <a:lnTo>
                  <a:pt x="621" y="5"/>
                </a:lnTo>
                <a:lnTo>
                  <a:pt x="621" y="6"/>
                </a:lnTo>
                <a:lnTo>
                  <a:pt x="622" y="6"/>
                </a:lnTo>
                <a:lnTo>
                  <a:pt x="623" y="6"/>
                </a:lnTo>
                <a:lnTo>
                  <a:pt x="624" y="6"/>
                </a:lnTo>
                <a:lnTo>
                  <a:pt x="626" y="6"/>
                </a:lnTo>
                <a:lnTo>
                  <a:pt x="627" y="6"/>
                </a:lnTo>
                <a:lnTo>
                  <a:pt x="628" y="6"/>
                </a:lnTo>
                <a:lnTo>
                  <a:pt x="628" y="5"/>
                </a:lnTo>
                <a:lnTo>
                  <a:pt x="629" y="5"/>
                </a:lnTo>
                <a:lnTo>
                  <a:pt x="630" y="6"/>
                </a:lnTo>
                <a:lnTo>
                  <a:pt x="630" y="7"/>
                </a:lnTo>
                <a:lnTo>
                  <a:pt x="631" y="7"/>
                </a:lnTo>
                <a:lnTo>
                  <a:pt x="632" y="7"/>
                </a:lnTo>
                <a:lnTo>
                  <a:pt x="632" y="6"/>
                </a:lnTo>
                <a:lnTo>
                  <a:pt x="633" y="6"/>
                </a:lnTo>
                <a:lnTo>
                  <a:pt x="634" y="6"/>
                </a:lnTo>
                <a:lnTo>
                  <a:pt x="636" y="7"/>
                </a:lnTo>
                <a:lnTo>
                  <a:pt x="637" y="6"/>
                </a:lnTo>
                <a:lnTo>
                  <a:pt x="638" y="6"/>
                </a:lnTo>
                <a:lnTo>
                  <a:pt x="638" y="5"/>
                </a:lnTo>
                <a:lnTo>
                  <a:pt x="639" y="5"/>
                </a:lnTo>
                <a:lnTo>
                  <a:pt x="640" y="5"/>
                </a:lnTo>
                <a:lnTo>
                  <a:pt x="641" y="6"/>
                </a:lnTo>
                <a:lnTo>
                  <a:pt x="642" y="6"/>
                </a:lnTo>
                <a:lnTo>
                  <a:pt x="643" y="5"/>
                </a:lnTo>
                <a:lnTo>
                  <a:pt x="644" y="5"/>
                </a:lnTo>
                <a:lnTo>
                  <a:pt x="645" y="5"/>
                </a:lnTo>
                <a:lnTo>
                  <a:pt x="647" y="5"/>
                </a:lnTo>
                <a:lnTo>
                  <a:pt x="647" y="4"/>
                </a:lnTo>
                <a:lnTo>
                  <a:pt x="648" y="4"/>
                </a:lnTo>
                <a:lnTo>
                  <a:pt x="649" y="4"/>
                </a:lnTo>
                <a:lnTo>
                  <a:pt x="650" y="4"/>
                </a:lnTo>
                <a:lnTo>
                  <a:pt x="651" y="4"/>
                </a:lnTo>
                <a:lnTo>
                  <a:pt x="652" y="4"/>
                </a:lnTo>
                <a:lnTo>
                  <a:pt x="653" y="4"/>
                </a:lnTo>
                <a:lnTo>
                  <a:pt x="654" y="4"/>
                </a:lnTo>
                <a:lnTo>
                  <a:pt x="655" y="4"/>
                </a:lnTo>
                <a:lnTo>
                  <a:pt x="655" y="5"/>
                </a:lnTo>
                <a:lnTo>
                  <a:pt x="655" y="6"/>
                </a:lnTo>
                <a:lnTo>
                  <a:pt x="655" y="5"/>
                </a:lnTo>
                <a:lnTo>
                  <a:pt x="657" y="5"/>
                </a:lnTo>
                <a:lnTo>
                  <a:pt x="658" y="4"/>
                </a:lnTo>
                <a:lnTo>
                  <a:pt x="659" y="4"/>
                </a:lnTo>
                <a:lnTo>
                  <a:pt x="660" y="4"/>
                </a:lnTo>
                <a:lnTo>
                  <a:pt x="660" y="5"/>
                </a:lnTo>
                <a:lnTo>
                  <a:pt x="661" y="5"/>
                </a:lnTo>
                <a:lnTo>
                  <a:pt x="663" y="5"/>
                </a:lnTo>
                <a:lnTo>
                  <a:pt x="664" y="5"/>
                </a:lnTo>
                <a:lnTo>
                  <a:pt x="664" y="4"/>
                </a:lnTo>
                <a:lnTo>
                  <a:pt x="665" y="4"/>
                </a:lnTo>
                <a:lnTo>
                  <a:pt x="666" y="3"/>
                </a:lnTo>
                <a:lnTo>
                  <a:pt x="667" y="2"/>
                </a:lnTo>
                <a:lnTo>
                  <a:pt x="667" y="1"/>
                </a:lnTo>
                <a:lnTo>
                  <a:pt x="668" y="1"/>
                </a:lnTo>
                <a:lnTo>
                  <a:pt x="669" y="1"/>
                </a:lnTo>
                <a:lnTo>
                  <a:pt x="671" y="1"/>
                </a:lnTo>
                <a:lnTo>
                  <a:pt x="672" y="1"/>
                </a:lnTo>
                <a:lnTo>
                  <a:pt x="673" y="1"/>
                </a:lnTo>
                <a:lnTo>
                  <a:pt x="674" y="0"/>
                </a:lnTo>
                <a:lnTo>
                  <a:pt x="675" y="1"/>
                </a:lnTo>
                <a:lnTo>
                  <a:pt x="676" y="0"/>
                </a:lnTo>
                <a:lnTo>
                  <a:pt x="677" y="1"/>
                </a:lnTo>
                <a:lnTo>
                  <a:pt x="679" y="1"/>
                </a:lnTo>
                <a:lnTo>
                  <a:pt x="679" y="2"/>
                </a:lnTo>
                <a:lnTo>
                  <a:pt x="679" y="3"/>
                </a:lnTo>
                <a:lnTo>
                  <a:pt x="679" y="4"/>
                </a:lnTo>
                <a:lnTo>
                  <a:pt x="679" y="5"/>
                </a:lnTo>
                <a:lnTo>
                  <a:pt x="680" y="6"/>
                </a:lnTo>
                <a:lnTo>
                  <a:pt x="681" y="6"/>
                </a:lnTo>
                <a:lnTo>
                  <a:pt x="682" y="6"/>
                </a:lnTo>
                <a:lnTo>
                  <a:pt x="683" y="5"/>
                </a:lnTo>
                <a:lnTo>
                  <a:pt x="684" y="5"/>
                </a:lnTo>
                <a:lnTo>
                  <a:pt x="686" y="5"/>
                </a:lnTo>
                <a:lnTo>
                  <a:pt x="687" y="5"/>
                </a:lnTo>
                <a:lnTo>
                  <a:pt x="687" y="6"/>
                </a:lnTo>
                <a:lnTo>
                  <a:pt x="688" y="6"/>
                </a:lnTo>
                <a:lnTo>
                  <a:pt x="689" y="6"/>
                </a:lnTo>
                <a:lnTo>
                  <a:pt x="690" y="6"/>
                </a:lnTo>
                <a:lnTo>
                  <a:pt x="690" y="7"/>
                </a:lnTo>
                <a:lnTo>
                  <a:pt x="691" y="7"/>
                </a:lnTo>
                <a:lnTo>
                  <a:pt x="692" y="7"/>
                </a:lnTo>
                <a:lnTo>
                  <a:pt x="692" y="6"/>
                </a:lnTo>
                <a:lnTo>
                  <a:pt x="693" y="6"/>
                </a:lnTo>
                <a:lnTo>
                  <a:pt x="694" y="6"/>
                </a:lnTo>
                <a:lnTo>
                  <a:pt x="695" y="7"/>
                </a:lnTo>
                <a:lnTo>
                  <a:pt x="695" y="6"/>
                </a:lnTo>
                <a:lnTo>
                  <a:pt x="697" y="4"/>
                </a:lnTo>
                <a:lnTo>
                  <a:pt x="698" y="4"/>
                </a:lnTo>
                <a:lnTo>
                  <a:pt x="698" y="3"/>
                </a:lnTo>
                <a:lnTo>
                  <a:pt x="700" y="3"/>
                </a:lnTo>
                <a:lnTo>
                  <a:pt x="700" y="2"/>
                </a:lnTo>
                <a:lnTo>
                  <a:pt x="701" y="2"/>
                </a:lnTo>
                <a:lnTo>
                  <a:pt x="703" y="2"/>
                </a:lnTo>
                <a:lnTo>
                  <a:pt x="704" y="2"/>
                </a:lnTo>
                <a:lnTo>
                  <a:pt x="705" y="3"/>
                </a:lnTo>
                <a:lnTo>
                  <a:pt x="706" y="5"/>
                </a:lnTo>
                <a:lnTo>
                  <a:pt x="707" y="6"/>
                </a:lnTo>
                <a:lnTo>
                  <a:pt x="706" y="6"/>
                </a:lnTo>
                <a:lnTo>
                  <a:pt x="706" y="7"/>
                </a:lnTo>
                <a:lnTo>
                  <a:pt x="705" y="8"/>
                </a:lnTo>
                <a:lnTo>
                  <a:pt x="705" y="9"/>
                </a:lnTo>
                <a:lnTo>
                  <a:pt x="704" y="10"/>
                </a:lnTo>
                <a:lnTo>
                  <a:pt x="704" y="11"/>
                </a:lnTo>
                <a:lnTo>
                  <a:pt x="705" y="11"/>
                </a:lnTo>
                <a:lnTo>
                  <a:pt x="705" y="12"/>
                </a:lnTo>
                <a:lnTo>
                  <a:pt x="704" y="12"/>
                </a:lnTo>
                <a:lnTo>
                  <a:pt x="704" y="13"/>
                </a:lnTo>
                <a:lnTo>
                  <a:pt x="703" y="13"/>
                </a:lnTo>
                <a:lnTo>
                  <a:pt x="703" y="14"/>
                </a:lnTo>
                <a:lnTo>
                  <a:pt x="703" y="15"/>
                </a:lnTo>
                <a:lnTo>
                  <a:pt x="704" y="16"/>
                </a:lnTo>
                <a:lnTo>
                  <a:pt x="704" y="17"/>
                </a:lnTo>
                <a:lnTo>
                  <a:pt x="705" y="18"/>
                </a:lnTo>
                <a:lnTo>
                  <a:pt x="706" y="18"/>
                </a:lnTo>
                <a:lnTo>
                  <a:pt x="707" y="19"/>
                </a:lnTo>
                <a:lnTo>
                  <a:pt x="708" y="21"/>
                </a:lnTo>
                <a:lnTo>
                  <a:pt x="709" y="21"/>
                </a:lnTo>
                <a:lnTo>
                  <a:pt x="709" y="22"/>
                </a:lnTo>
                <a:lnTo>
                  <a:pt x="709" y="23"/>
                </a:lnTo>
                <a:lnTo>
                  <a:pt x="709" y="24"/>
                </a:lnTo>
                <a:lnTo>
                  <a:pt x="710" y="24"/>
                </a:lnTo>
                <a:lnTo>
                  <a:pt x="710" y="25"/>
                </a:lnTo>
                <a:lnTo>
                  <a:pt x="710" y="26"/>
                </a:lnTo>
                <a:lnTo>
                  <a:pt x="711" y="26"/>
                </a:lnTo>
                <a:lnTo>
                  <a:pt x="711" y="27"/>
                </a:lnTo>
                <a:lnTo>
                  <a:pt x="712" y="28"/>
                </a:lnTo>
                <a:lnTo>
                  <a:pt x="712" y="29"/>
                </a:lnTo>
                <a:lnTo>
                  <a:pt x="712" y="30"/>
                </a:lnTo>
                <a:lnTo>
                  <a:pt x="712" y="31"/>
                </a:lnTo>
                <a:lnTo>
                  <a:pt x="712" y="34"/>
                </a:lnTo>
                <a:lnTo>
                  <a:pt x="711" y="40"/>
                </a:lnTo>
                <a:lnTo>
                  <a:pt x="710" y="45"/>
                </a:lnTo>
                <a:lnTo>
                  <a:pt x="708" y="54"/>
                </a:lnTo>
                <a:lnTo>
                  <a:pt x="707" y="55"/>
                </a:lnTo>
                <a:lnTo>
                  <a:pt x="707" y="56"/>
                </a:lnTo>
                <a:lnTo>
                  <a:pt x="708" y="57"/>
                </a:lnTo>
                <a:lnTo>
                  <a:pt x="711" y="58"/>
                </a:lnTo>
                <a:lnTo>
                  <a:pt x="713" y="58"/>
                </a:lnTo>
                <a:lnTo>
                  <a:pt x="715" y="58"/>
                </a:lnTo>
                <a:lnTo>
                  <a:pt x="716" y="58"/>
                </a:lnTo>
                <a:lnTo>
                  <a:pt x="718" y="60"/>
                </a:lnTo>
                <a:lnTo>
                  <a:pt x="719" y="61"/>
                </a:lnTo>
                <a:lnTo>
                  <a:pt x="720" y="62"/>
                </a:lnTo>
                <a:lnTo>
                  <a:pt x="720" y="63"/>
                </a:lnTo>
                <a:lnTo>
                  <a:pt x="721" y="63"/>
                </a:lnTo>
                <a:lnTo>
                  <a:pt x="722" y="63"/>
                </a:lnTo>
                <a:lnTo>
                  <a:pt x="722" y="64"/>
                </a:lnTo>
                <a:lnTo>
                  <a:pt x="724" y="64"/>
                </a:lnTo>
                <a:lnTo>
                  <a:pt x="725" y="64"/>
                </a:lnTo>
                <a:lnTo>
                  <a:pt x="726" y="64"/>
                </a:lnTo>
                <a:lnTo>
                  <a:pt x="727" y="63"/>
                </a:lnTo>
                <a:lnTo>
                  <a:pt x="728" y="63"/>
                </a:lnTo>
                <a:lnTo>
                  <a:pt x="729" y="63"/>
                </a:lnTo>
                <a:lnTo>
                  <a:pt x="730" y="62"/>
                </a:lnTo>
                <a:lnTo>
                  <a:pt x="738" y="62"/>
                </a:lnTo>
                <a:lnTo>
                  <a:pt x="740" y="62"/>
                </a:lnTo>
                <a:lnTo>
                  <a:pt x="754" y="62"/>
                </a:lnTo>
                <a:lnTo>
                  <a:pt x="756" y="62"/>
                </a:lnTo>
                <a:lnTo>
                  <a:pt x="757" y="63"/>
                </a:lnTo>
                <a:lnTo>
                  <a:pt x="758" y="63"/>
                </a:lnTo>
                <a:lnTo>
                  <a:pt x="760" y="63"/>
                </a:lnTo>
                <a:lnTo>
                  <a:pt x="768" y="64"/>
                </a:lnTo>
                <a:lnTo>
                  <a:pt x="785" y="65"/>
                </a:lnTo>
                <a:lnTo>
                  <a:pt x="789" y="65"/>
                </a:lnTo>
                <a:lnTo>
                  <a:pt x="791" y="65"/>
                </a:lnTo>
                <a:lnTo>
                  <a:pt x="793" y="65"/>
                </a:lnTo>
                <a:lnTo>
                  <a:pt x="793" y="66"/>
                </a:lnTo>
                <a:lnTo>
                  <a:pt x="794" y="67"/>
                </a:lnTo>
                <a:lnTo>
                  <a:pt x="795" y="68"/>
                </a:lnTo>
                <a:lnTo>
                  <a:pt x="795" y="69"/>
                </a:lnTo>
                <a:lnTo>
                  <a:pt x="797" y="70"/>
                </a:lnTo>
                <a:lnTo>
                  <a:pt x="798" y="71"/>
                </a:lnTo>
                <a:lnTo>
                  <a:pt x="800" y="73"/>
                </a:lnTo>
                <a:lnTo>
                  <a:pt x="801" y="74"/>
                </a:lnTo>
                <a:lnTo>
                  <a:pt x="802" y="75"/>
                </a:lnTo>
                <a:lnTo>
                  <a:pt x="804" y="76"/>
                </a:lnTo>
                <a:lnTo>
                  <a:pt x="805" y="77"/>
                </a:lnTo>
                <a:lnTo>
                  <a:pt x="807" y="79"/>
                </a:lnTo>
                <a:lnTo>
                  <a:pt x="808" y="79"/>
                </a:lnTo>
                <a:lnTo>
                  <a:pt x="811" y="79"/>
                </a:lnTo>
                <a:lnTo>
                  <a:pt x="815" y="80"/>
                </a:lnTo>
                <a:lnTo>
                  <a:pt x="815" y="81"/>
                </a:lnTo>
                <a:lnTo>
                  <a:pt x="815" y="82"/>
                </a:lnTo>
                <a:lnTo>
                  <a:pt x="814" y="85"/>
                </a:lnTo>
                <a:lnTo>
                  <a:pt x="814" y="87"/>
                </a:lnTo>
                <a:lnTo>
                  <a:pt x="814" y="88"/>
                </a:lnTo>
                <a:lnTo>
                  <a:pt x="813" y="88"/>
                </a:lnTo>
                <a:lnTo>
                  <a:pt x="812" y="88"/>
                </a:lnTo>
                <a:lnTo>
                  <a:pt x="810" y="88"/>
                </a:lnTo>
                <a:lnTo>
                  <a:pt x="807" y="88"/>
                </a:lnTo>
                <a:lnTo>
                  <a:pt x="805" y="88"/>
                </a:lnTo>
                <a:lnTo>
                  <a:pt x="803" y="88"/>
                </a:lnTo>
                <a:lnTo>
                  <a:pt x="801" y="88"/>
                </a:lnTo>
                <a:lnTo>
                  <a:pt x="800" y="88"/>
                </a:lnTo>
                <a:lnTo>
                  <a:pt x="798" y="87"/>
                </a:lnTo>
                <a:lnTo>
                  <a:pt x="796" y="87"/>
                </a:lnTo>
                <a:lnTo>
                  <a:pt x="795" y="88"/>
                </a:lnTo>
                <a:lnTo>
                  <a:pt x="794" y="89"/>
                </a:lnTo>
                <a:lnTo>
                  <a:pt x="794" y="90"/>
                </a:lnTo>
                <a:lnTo>
                  <a:pt x="793" y="90"/>
                </a:lnTo>
                <a:lnTo>
                  <a:pt x="794" y="91"/>
                </a:lnTo>
                <a:lnTo>
                  <a:pt x="795" y="92"/>
                </a:lnTo>
                <a:lnTo>
                  <a:pt x="795" y="93"/>
                </a:lnTo>
                <a:lnTo>
                  <a:pt x="795" y="95"/>
                </a:lnTo>
                <a:lnTo>
                  <a:pt x="795" y="96"/>
                </a:lnTo>
                <a:lnTo>
                  <a:pt x="795" y="97"/>
                </a:lnTo>
                <a:lnTo>
                  <a:pt x="795" y="98"/>
                </a:lnTo>
                <a:lnTo>
                  <a:pt x="796" y="98"/>
                </a:lnTo>
                <a:lnTo>
                  <a:pt x="797" y="98"/>
                </a:lnTo>
                <a:lnTo>
                  <a:pt x="797" y="99"/>
                </a:lnTo>
                <a:lnTo>
                  <a:pt x="798" y="101"/>
                </a:lnTo>
                <a:lnTo>
                  <a:pt x="799" y="102"/>
                </a:lnTo>
                <a:lnTo>
                  <a:pt x="800" y="103"/>
                </a:lnTo>
                <a:lnTo>
                  <a:pt x="801" y="104"/>
                </a:lnTo>
                <a:lnTo>
                  <a:pt x="804" y="106"/>
                </a:lnTo>
                <a:lnTo>
                  <a:pt x="805" y="106"/>
                </a:lnTo>
                <a:lnTo>
                  <a:pt x="806" y="107"/>
                </a:lnTo>
                <a:lnTo>
                  <a:pt x="807" y="108"/>
                </a:lnTo>
                <a:lnTo>
                  <a:pt x="808" y="109"/>
                </a:lnTo>
                <a:lnTo>
                  <a:pt x="810" y="110"/>
                </a:lnTo>
                <a:lnTo>
                  <a:pt x="811" y="110"/>
                </a:lnTo>
                <a:lnTo>
                  <a:pt x="812" y="110"/>
                </a:lnTo>
                <a:lnTo>
                  <a:pt x="814" y="110"/>
                </a:lnTo>
                <a:lnTo>
                  <a:pt x="816" y="111"/>
                </a:lnTo>
                <a:lnTo>
                  <a:pt x="817" y="111"/>
                </a:lnTo>
                <a:lnTo>
                  <a:pt x="817" y="112"/>
                </a:lnTo>
                <a:lnTo>
                  <a:pt x="820" y="113"/>
                </a:lnTo>
                <a:lnTo>
                  <a:pt x="822" y="113"/>
                </a:lnTo>
                <a:lnTo>
                  <a:pt x="823" y="112"/>
                </a:lnTo>
                <a:lnTo>
                  <a:pt x="824" y="112"/>
                </a:lnTo>
                <a:lnTo>
                  <a:pt x="825" y="111"/>
                </a:lnTo>
                <a:lnTo>
                  <a:pt x="826" y="111"/>
                </a:lnTo>
                <a:lnTo>
                  <a:pt x="828" y="111"/>
                </a:lnTo>
                <a:lnTo>
                  <a:pt x="829" y="111"/>
                </a:lnTo>
                <a:lnTo>
                  <a:pt x="833" y="110"/>
                </a:lnTo>
                <a:lnTo>
                  <a:pt x="843" y="110"/>
                </a:lnTo>
                <a:lnTo>
                  <a:pt x="849" y="110"/>
                </a:lnTo>
                <a:lnTo>
                  <a:pt x="871" y="109"/>
                </a:lnTo>
                <a:lnTo>
                  <a:pt x="873" y="109"/>
                </a:lnTo>
                <a:lnTo>
                  <a:pt x="874" y="109"/>
                </a:lnTo>
                <a:lnTo>
                  <a:pt x="876" y="110"/>
                </a:lnTo>
                <a:lnTo>
                  <a:pt x="877" y="110"/>
                </a:lnTo>
                <a:lnTo>
                  <a:pt x="878" y="110"/>
                </a:lnTo>
                <a:lnTo>
                  <a:pt x="883" y="111"/>
                </a:lnTo>
                <a:lnTo>
                  <a:pt x="884" y="111"/>
                </a:lnTo>
                <a:lnTo>
                  <a:pt x="885" y="111"/>
                </a:lnTo>
                <a:lnTo>
                  <a:pt x="886" y="111"/>
                </a:lnTo>
                <a:lnTo>
                  <a:pt x="887" y="110"/>
                </a:lnTo>
                <a:lnTo>
                  <a:pt x="889" y="110"/>
                </a:lnTo>
                <a:lnTo>
                  <a:pt x="890" y="110"/>
                </a:lnTo>
                <a:lnTo>
                  <a:pt x="890" y="111"/>
                </a:lnTo>
                <a:lnTo>
                  <a:pt x="890" y="112"/>
                </a:lnTo>
                <a:lnTo>
                  <a:pt x="890" y="113"/>
                </a:lnTo>
                <a:lnTo>
                  <a:pt x="890" y="114"/>
                </a:lnTo>
                <a:lnTo>
                  <a:pt x="890" y="115"/>
                </a:lnTo>
                <a:lnTo>
                  <a:pt x="891" y="115"/>
                </a:lnTo>
                <a:lnTo>
                  <a:pt x="891" y="116"/>
                </a:lnTo>
                <a:lnTo>
                  <a:pt x="891" y="117"/>
                </a:lnTo>
                <a:lnTo>
                  <a:pt x="891" y="118"/>
                </a:lnTo>
                <a:lnTo>
                  <a:pt x="891" y="119"/>
                </a:lnTo>
                <a:lnTo>
                  <a:pt x="892" y="119"/>
                </a:lnTo>
                <a:lnTo>
                  <a:pt x="892" y="120"/>
                </a:lnTo>
                <a:lnTo>
                  <a:pt x="892" y="121"/>
                </a:lnTo>
                <a:lnTo>
                  <a:pt x="892" y="122"/>
                </a:lnTo>
                <a:lnTo>
                  <a:pt x="892" y="123"/>
                </a:lnTo>
                <a:lnTo>
                  <a:pt x="892" y="124"/>
                </a:lnTo>
                <a:lnTo>
                  <a:pt x="893" y="124"/>
                </a:lnTo>
                <a:lnTo>
                  <a:pt x="893" y="125"/>
                </a:lnTo>
                <a:lnTo>
                  <a:pt x="893" y="126"/>
                </a:lnTo>
                <a:lnTo>
                  <a:pt x="893" y="127"/>
                </a:lnTo>
                <a:lnTo>
                  <a:pt x="893" y="128"/>
                </a:lnTo>
                <a:lnTo>
                  <a:pt x="894" y="128"/>
                </a:lnTo>
                <a:lnTo>
                  <a:pt x="894" y="129"/>
                </a:lnTo>
                <a:lnTo>
                  <a:pt x="894" y="130"/>
                </a:lnTo>
                <a:lnTo>
                  <a:pt x="894" y="131"/>
                </a:lnTo>
                <a:lnTo>
                  <a:pt x="894" y="132"/>
                </a:lnTo>
                <a:lnTo>
                  <a:pt x="895" y="133"/>
                </a:lnTo>
                <a:lnTo>
                  <a:pt x="895" y="134"/>
                </a:lnTo>
                <a:lnTo>
                  <a:pt x="895" y="135"/>
                </a:lnTo>
                <a:lnTo>
                  <a:pt x="895" y="136"/>
                </a:lnTo>
                <a:lnTo>
                  <a:pt x="895" y="137"/>
                </a:lnTo>
                <a:lnTo>
                  <a:pt x="896" y="137"/>
                </a:lnTo>
                <a:lnTo>
                  <a:pt x="896" y="138"/>
                </a:lnTo>
                <a:lnTo>
                  <a:pt x="896" y="139"/>
                </a:lnTo>
                <a:lnTo>
                  <a:pt x="896" y="140"/>
                </a:lnTo>
                <a:lnTo>
                  <a:pt x="896" y="141"/>
                </a:lnTo>
                <a:lnTo>
                  <a:pt x="896" y="142"/>
                </a:lnTo>
                <a:lnTo>
                  <a:pt x="897" y="142"/>
                </a:lnTo>
                <a:lnTo>
                  <a:pt x="897" y="143"/>
                </a:lnTo>
                <a:lnTo>
                  <a:pt x="897" y="144"/>
                </a:lnTo>
                <a:lnTo>
                  <a:pt x="897" y="145"/>
                </a:lnTo>
                <a:lnTo>
                  <a:pt x="897" y="146"/>
                </a:lnTo>
                <a:lnTo>
                  <a:pt x="898" y="146"/>
                </a:lnTo>
                <a:lnTo>
                  <a:pt x="898" y="147"/>
                </a:lnTo>
                <a:lnTo>
                  <a:pt x="898" y="148"/>
                </a:lnTo>
                <a:lnTo>
                  <a:pt x="898" y="149"/>
                </a:lnTo>
                <a:lnTo>
                  <a:pt x="898" y="150"/>
                </a:lnTo>
                <a:lnTo>
                  <a:pt x="899" y="151"/>
                </a:lnTo>
                <a:lnTo>
                  <a:pt x="899" y="152"/>
                </a:lnTo>
                <a:lnTo>
                  <a:pt x="899" y="153"/>
                </a:lnTo>
                <a:lnTo>
                  <a:pt x="899" y="154"/>
                </a:lnTo>
                <a:lnTo>
                  <a:pt x="899" y="155"/>
                </a:lnTo>
                <a:lnTo>
                  <a:pt x="900" y="155"/>
                </a:lnTo>
                <a:lnTo>
                  <a:pt x="900" y="156"/>
                </a:lnTo>
                <a:lnTo>
                  <a:pt x="900" y="157"/>
                </a:lnTo>
                <a:lnTo>
                  <a:pt x="900" y="158"/>
                </a:lnTo>
                <a:lnTo>
                  <a:pt x="900" y="159"/>
                </a:lnTo>
                <a:lnTo>
                  <a:pt x="900" y="160"/>
                </a:lnTo>
                <a:lnTo>
                  <a:pt x="901" y="160"/>
                </a:lnTo>
                <a:lnTo>
                  <a:pt x="901" y="161"/>
                </a:lnTo>
                <a:lnTo>
                  <a:pt x="901" y="162"/>
                </a:lnTo>
                <a:lnTo>
                  <a:pt x="901" y="163"/>
                </a:lnTo>
                <a:lnTo>
                  <a:pt x="901" y="164"/>
                </a:lnTo>
                <a:lnTo>
                  <a:pt x="902" y="164"/>
                </a:lnTo>
                <a:lnTo>
                  <a:pt x="902" y="165"/>
                </a:lnTo>
                <a:lnTo>
                  <a:pt x="902" y="166"/>
                </a:lnTo>
                <a:lnTo>
                  <a:pt x="902" y="167"/>
                </a:lnTo>
                <a:lnTo>
                  <a:pt x="902" y="168"/>
                </a:lnTo>
                <a:lnTo>
                  <a:pt x="902" y="169"/>
                </a:lnTo>
                <a:lnTo>
                  <a:pt x="903" y="169"/>
                </a:lnTo>
                <a:lnTo>
                  <a:pt x="903" y="170"/>
                </a:lnTo>
                <a:lnTo>
                  <a:pt x="903" y="171"/>
                </a:lnTo>
                <a:lnTo>
                  <a:pt x="903" y="172"/>
                </a:lnTo>
                <a:lnTo>
                  <a:pt x="903" y="173"/>
                </a:lnTo>
                <a:lnTo>
                  <a:pt x="904" y="173"/>
                </a:lnTo>
                <a:lnTo>
                  <a:pt x="904" y="174"/>
                </a:lnTo>
                <a:lnTo>
                  <a:pt x="904" y="175"/>
                </a:lnTo>
                <a:lnTo>
                  <a:pt x="904" y="176"/>
                </a:lnTo>
                <a:lnTo>
                  <a:pt x="904" y="177"/>
                </a:lnTo>
                <a:lnTo>
                  <a:pt x="904" y="178"/>
                </a:lnTo>
                <a:lnTo>
                  <a:pt x="905" y="178"/>
                </a:lnTo>
                <a:lnTo>
                  <a:pt x="905" y="179"/>
                </a:lnTo>
                <a:lnTo>
                  <a:pt x="905" y="180"/>
                </a:lnTo>
                <a:lnTo>
                  <a:pt x="906" y="180"/>
                </a:lnTo>
                <a:lnTo>
                  <a:pt x="906" y="181"/>
                </a:lnTo>
                <a:lnTo>
                  <a:pt x="906" y="182"/>
                </a:lnTo>
                <a:lnTo>
                  <a:pt x="907" y="182"/>
                </a:lnTo>
                <a:lnTo>
                  <a:pt x="907" y="183"/>
                </a:lnTo>
                <a:lnTo>
                  <a:pt x="907" y="184"/>
                </a:lnTo>
                <a:lnTo>
                  <a:pt x="906" y="184"/>
                </a:lnTo>
                <a:lnTo>
                  <a:pt x="906" y="185"/>
                </a:lnTo>
                <a:lnTo>
                  <a:pt x="906" y="186"/>
                </a:lnTo>
                <a:lnTo>
                  <a:pt x="906" y="187"/>
                </a:lnTo>
                <a:lnTo>
                  <a:pt x="906" y="188"/>
                </a:lnTo>
                <a:lnTo>
                  <a:pt x="906" y="189"/>
                </a:lnTo>
                <a:lnTo>
                  <a:pt x="906" y="190"/>
                </a:lnTo>
                <a:lnTo>
                  <a:pt x="906" y="191"/>
                </a:lnTo>
                <a:lnTo>
                  <a:pt x="906" y="192"/>
                </a:lnTo>
                <a:lnTo>
                  <a:pt x="905" y="192"/>
                </a:lnTo>
                <a:lnTo>
                  <a:pt x="905" y="195"/>
                </a:lnTo>
                <a:lnTo>
                  <a:pt x="906" y="195"/>
                </a:lnTo>
                <a:lnTo>
                  <a:pt x="906" y="196"/>
                </a:lnTo>
                <a:lnTo>
                  <a:pt x="906" y="197"/>
                </a:lnTo>
                <a:lnTo>
                  <a:pt x="907" y="197"/>
                </a:lnTo>
                <a:lnTo>
                  <a:pt x="908" y="197"/>
                </a:lnTo>
                <a:lnTo>
                  <a:pt x="908" y="198"/>
                </a:lnTo>
                <a:lnTo>
                  <a:pt x="909" y="198"/>
                </a:lnTo>
                <a:lnTo>
                  <a:pt x="911" y="197"/>
                </a:lnTo>
                <a:lnTo>
                  <a:pt x="912" y="196"/>
                </a:lnTo>
                <a:lnTo>
                  <a:pt x="913" y="196"/>
                </a:lnTo>
                <a:lnTo>
                  <a:pt x="914" y="195"/>
                </a:lnTo>
                <a:lnTo>
                  <a:pt x="915" y="195"/>
                </a:lnTo>
                <a:lnTo>
                  <a:pt x="915" y="194"/>
                </a:lnTo>
                <a:lnTo>
                  <a:pt x="916" y="194"/>
                </a:lnTo>
                <a:lnTo>
                  <a:pt x="917" y="194"/>
                </a:lnTo>
                <a:lnTo>
                  <a:pt x="918" y="195"/>
                </a:lnTo>
                <a:lnTo>
                  <a:pt x="919" y="195"/>
                </a:lnTo>
                <a:lnTo>
                  <a:pt x="919" y="194"/>
                </a:lnTo>
                <a:lnTo>
                  <a:pt x="921" y="194"/>
                </a:lnTo>
                <a:lnTo>
                  <a:pt x="922" y="194"/>
                </a:lnTo>
                <a:lnTo>
                  <a:pt x="923" y="193"/>
                </a:lnTo>
                <a:lnTo>
                  <a:pt x="924" y="193"/>
                </a:lnTo>
                <a:lnTo>
                  <a:pt x="925" y="193"/>
                </a:lnTo>
                <a:lnTo>
                  <a:pt x="928" y="193"/>
                </a:lnTo>
                <a:lnTo>
                  <a:pt x="928" y="192"/>
                </a:lnTo>
                <a:lnTo>
                  <a:pt x="930" y="192"/>
                </a:lnTo>
                <a:lnTo>
                  <a:pt x="930" y="193"/>
                </a:lnTo>
                <a:lnTo>
                  <a:pt x="931" y="193"/>
                </a:lnTo>
                <a:lnTo>
                  <a:pt x="932" y="193"/>
                </a:lnTo>
                <a:lnTo>
                  <a:pt x="933" y="193"/>
                </a:lnTo>
                <a:lnTo>
                  <a:pt x="934" y="193"/>
                </a:lnTo>
                <a:lnTo>
                  <a:pt x="935" y="193"/>
                </a:lnTo>
                <a:lnTo>
                  <a:pt x="936" y="193"/>
                </a:lnTo>
                <a:lnTo>
                  <a:pt x="937" y="193"/>
                </a:lnTo>
                <a:lnTo>
                  <a:pt x="938" y="193"/>
                </a:lnTo>
                <a:lnTo>
                  <a:pt x="938" y="194"/>
                </a:lnTo>
                <a:lnTo>
                  <a:pt x="940" y="194"/>
                </a:lnTo>
                <a:lnTo>
                  <a:pt x="941" y="194"/>
                </a:lnTo>
                <a:lnTo>
                  <a:pt x="942" y="194"/>
                </a:lnTo>
                <a:lnTo>
                  <a:pt x="943" y="194"/>
                </a:lnTo>
                <a:lnTo>
                  <a:pt x="944" y="195"/>
                </a:lnTo>
                <a:lnTo>
                  <a:pt x="945" y="195"/>
                </a:lnTo>
                <a:lnTo>
                  <a:pt x="946" y="194"/>
                </a:lnTo>
                <a:lnTo>
                  <a:pt x="947" y="194"/>
                </a:lnTo>
                <a:lnTo>
                  <a:pt x="949" y="195"/>
                </a:lnTo>
                <a:lnTo>
                  <a:pt x="950" y="195"/>
                </a:lnTo>
                <a:lnTo>
                  <a:pt x="951" y="194"/>
                </a:lnTo>
                <a:lnTo>
                  <a:pt x="952" y="194"/>
                </a:lnTo>
                <a:lnTo>
                  <a:pt x="953" y="194"/>
                </a:lnTo>
                <a:lnTo>
                  <a:pt x="955" y="194"/>
                </a:lnTo>
                <a:lnTo>
                  <a:pt x="956" y="194"/>
                </a:lnTo>
                <a:lnTo>
                  <a:pt x="957" y="194"/>
                </a:lnTo>
                <a:lnTo>
                  <a:pt x="957" y="195"/>
                </a:lnTo>
                <a:lnTo>
                  <a:pt x="958" y="194"/>
                </a:lnTo>
                <a:lnTo>
                  <a:pt x="959" y="193"/>
                </a:lnTo>
                <a:lnTo>
                  <a:pt x="960" y="193"/>
                </a:lnTo>
                <a:lnTo>
                  <a:pt x="961" y="193"/>
                </a:lnTo>
                <a:lnTo>
                  <a:pt x="961" y="192"/>
                </a:lnTo>
                <a:lnTo>
                  <a:pt x="962" y="192"/>
                </a:lnTo>
                <a:lnTo>
                  <a:pt x="962" y="191"/>
                </a:lnTo>
                <a:lnTo>
                  <a:pt x="962" y="190"/>
                </a:lnTo>
                <a:lnTo>
                  <a:pt x="963" y="190"/>
                </a:lnTo>
                <a:lnTo>
                  <a:pt x="963" y="191"/>
                </a:lnTo>
                <a:lnTo>
                  <a:pt x="964" y="191"/>
                </a:lnTo>
                <a:lnTo>
                  <a:pt x="964" y="190"/>
                </a:lnTo>
                <a:lnTo>
                  <a:pt x="965" y="190"/>
                </a:lnTo>
                <a:lnTo>
                  <a:pt x="965" y="189"/>
                </a:lnTo>
                <a:lnTo>
                  <a:pt x="966" y="189"/>
                </a:lnTo>
                <a:lnTo>
                  <a:pt x="967" y="190"/>
                </a:lnTo>
                <a:lnTo>
                  <a:pt x="968" y="189"/>
                </a:lnTo>
                <a:lnTo>
                  <a:pt x="969" y="189"/>
                </a:lnTo>
                <a:lnTo>
                  <a:pt x="970" y="189"/>
                </a:lnTo>
                <a:lnTo>
                  <a:pt x="971" y="188"/>
                </a:lnTo>
                <a:lnTo>
                  <a:pt x="973" y="188"/>
                </a:lnTo>
                <a:lnTo>
                  <a:pt x="974" y="188"/>
                </a:lnTo>
                <a:lnTo>
                  <a:pt x="976" y="188"/>
                </a:lnTo>
                <a:lnTo>
                  <a:pt x="977" y="188"/>
                </a:lnTo>
                <a:lnTo>
                  <a:pt x="977" y="189"/>
                </a:lnTo>
                <a:lnTo>
                  <a:pt x="978" y="190"/>
                </a:lnTo>
                <a:lnTo>
                  <a:pt x="979" y="190"/>
                </a:lnTo>
                <a:lnTo>
                  <a:pt x="980" y="190"/>
                </a:lnTo>
                <a:lnTo>
                  <a:pt x="981" y="190"/>
                </a:lnTo>
                <a:lnTo>
                  <a:pt x="982" y="190"/>
                </a:lnTo>
                <a:lnTo>
                  <a:pt x="982" y="191"/>
                </a:lnTo>
                <a:lnTo>
                  <a:pt x="983" y="190"/>
                </a:lnTo>
                <a:lnTo>
                  <a:pt x="984" y="190"/>
                </a:lnTo>
                <a:lnTo>
                  <a:pt x="984" y="191"/>
                </a:lnTo>
                <a:lnTo>
                  <a:pt x="985" y="192"/>
                </a:lnTo>
                <a:lnTo>
                  <a:pt x="985" y="193"/>
                </a:lnTo>
                <a:lnTo>
                  <a:pt x="986" y="193"/>
                </a:lnTo>
                <a:lnTo>
                  <a:pt x="987" y="193"/>
                </a:lnTo>
                <a:lnTo>
                  <a:pt x="987" y="192"/>
                </a:lnTo>
                <a:lnTo>
                  <a:pt x="988" y="192"/>
                </a:lnTo>
                <a:lnTo>
                  <a:pt x="990" y="194"/>
                </a:lnTo>
                <a:lnTo>
                  <a:pt x="991" y="196"/>
                </a:lnTo>
                <a:lnTo>
                  <a:pt x="992" y="196"/>
                </a:lnTo>
                <a:lnTo>
                  <a:pt x="992" y="195"/>
                </a:lnTo>
                <a:lnTo>
                  <a:pt x="993" y="195"/>
                </a:lnTo>
                <a:lnTo>
                  <a:pt x="994" y="195"/>
                </a:lnTo>
                <a:lnTo>
                  <a:pt x="996" y="194"/>
                </a:lnTo>
                <a:lnTo>
                  <a:pt x="997" y="194"/>
                </a:lnTo>
                <a:lnTo>
                  <a:pt x="997" y="193"/>
                </a:lnTo>
                <a:lnTo>
                  <a:pt x="998" y="194"/>
                </a:lnTo>
                <a:lnTo>
                  <a:pt x="999" y="194"/>
                </a:lnTo>
                <a:lnTo>
                  <a:pt x="1000" y="194"/>
                </a:lnTo>
                <a:lnTo>
                  <a:pt x="1001" y="195"/>
                </a:lnTo>
                <a:lnTo>
                  <a:pt x="1001" y="196"/>
                </a:lnTo>
                <a:lnTo>
                  <a:pt x="1001" y="197"/>
                </a:lnTo>
                <a:lnTo>
                  <a:pt x="1002" y="198"/>
                </a:lnTo>
                <a:lnTo>
                  <a:pt x="1002" y="199"/>
                </a:lnTo>
                <a:lnTo>
                  <a:pt x="1003" y="199"/>
                </a:lnTo>
                <a:lnTo>
                  <a:pt x="1005" y="200"/>
                </a:lnTo>
                <a:lnTo>
                  <a:pt x="1006" y="200"/>
                </a:lnTo>
                <a:lnTo>
                  <a:pt x="1006" y="201"/>
                </a:lnTo>
                <a:lnTo>
                  <a:pt x="1007" y="202"/>
                </a:lnTo>
                <a:lnTo>
                  <a:pt x="1008" y="202"/>
                </a:lnTo>
                <a:lnTo>
                  <a:pt x="1009" y="202"/>
                </a:lnTo>
                <a:lnTo>
                  <a:pt x="1010" y="204"/>
                </a:lnTo>
                <a:lnTo>
                  <a:pt x="1009" y="205"/>
                </a:lnTo>
                <a:lnTo>
                  <a:pt x="1009" y="206"/>
                </a:lnTo>
                <a:lnTo>
                  <a:pt x="1009" y="207"/>
                </a:lnTo>
                <a:lnTo>
                  <a:pt x="1010" y="207"/>
                </a:lnTo>
                <a:lnTo>
                  <a:pt x="1010" y="208"/>
                </a:lnTo>
                <a:lnTo>
                  <a:pt x="1010" y="210"/>
                </a:lnTo>
                <a:lnTo>
                  <a:pt x="1010" y="211"/>
                </a:lnTo>
                <a:lnTo>
                  <a:pt x="1011" y="211"/>
                </a:lnTo>
                <a:lnTo>
                  <a:pt x="1011" y="212"/>
                </a:lnTo>
                <a:lnTo>
                  <a:pt x="1012" y="214"/>
                </a:lnTo>
                <a:lnTo>
                  <a:pt x="1013" y="213"/>
                </a:lnTo>
                <a:lnTo>
                  <a:pt x="1014" y="213"/>
                </a:lnTo>
                <a:lnTo>
                  <a:pt x="1015" y="213"/>
                </a:lnTo>
                <a:lnTo>
                  <a:pt x="1015" y="214"/>
                </a:lnTo>
                <a:lnTo>
                  <a:pt x="1015" y="215"/>
                </a:lnTo>
                <a:lnTo>
                  <a:pt x="1016" y="215"/>
                </a:lnTo>
                <a:lnTo>
                  <a:pt x="1017" y="216"/>
                </a:lnTo>
                <a:lnTo>
                  <a:pt x="1018" y="216"/>
                </a:lnTo>
                <a:lnTo>
                  <a:pt x="1018" y="217"/>
                </a:lnTo>
                <a:lnTo>
                  <a:pt x="1019" y="217"/>
                </a:lnTo>
                <a:lnTo>
                  <a:pt x="1019" y="218"/>
                </a:lnTo>
                <a:lnTo>
                  <a:pt x="1019" y="219"/>
                </a:lnTo>
                <a:lnTo>
                  <a:pt x="1019" y="220"/>
                </a:lnTo>
                <a:lnTo>
                  <a:pt x="1020" y="220"/>
                </a:lnTo>
                <a:lnTo>
                  <a:pt x="1021" y="221"/>
                </a:lnTo>
                <a:lnTo>
                  <a:pt x="1022" y="220"/>
                </a:lnTo>
                <a:lnTo>
                  <a:pt x="1022" y="219"/>
                </a:lnTo>
                <a:lnTo>
                  <a:pt x="1023" y="219"/>
                </a:lnTo>
                <a:lnTo>
                  <a:pt x="1025" y="218"/>
                </a:lnTo>
                <a:lnTo>
                  <a:pt x="1026" y="218"/>
                </a:lnTo>
                <a:lnTo>
                  <a:pt x="1027" y="218"/>
                </a:lnTo>
                <a:lnTo>
                  <a:pt x="1027" y="217"/>
                </a:lnTo>
                <a:lnTo>
                  <a:pt x="1028" y="217"/>
                </a:lnTo>
                <a:lnTo>
                  <a:pt x="1028" y="216"/>
                </a:lnTo>
                <a:lnTo>
                  <a:pt x="1029" y="216"/>
                </a:lnTo>
                <a:lnTo>
                  <a:pt x="1030" y="218"/>
                </a:lnTo>
                <a:lnTo>
                  <a:pt x="1030" y="219"/>
                </a:lnTo>
                <a:lnTo>
                  <a:pt x="1031" y="219"/>
                </a:lnTo>
                <a:lnTo>
                  <a:pt x="1032" y="219"/>
                </a:lnTo>
                <a:lnTo>
                  <a:pt x="1034" y="219"/>
                </a:lnTo>
                <a:lnTo>
                  <a:pt x="1035" y="219"/>
                </a:lnTo>
                <a:lnTo>
                  <a:pt x="1036" y="219"/>
                </a:lnTo>
                <a:lnTo>
                  <a:pt x="1036" y="220"/>
                </a:lnTo>
                <a:lnTo>
                  <a:pt x="1037" y="221"/>
                </a:lnTo>
                <a:lnTo>
                  <a:pt x="1038" y="221"/>
                </a:lnTo>
                <a:lnTo>
                  <a:pt x="1039" y="221"/>
                </a:lnTo>
                <a:lnTo>
                  <a:pt x="1040" y="221"/>
                </a:lnTo>
                <a:lnTo>
                  <a:pt x="1041" y="221"/>
                </a:lnTo>
                <a:lnTo>
                  <a:pt x="1041" y="222"/>
                </a:lnTo>
                <a:lnTo>
                  <a:pt x="1042" y="222"/>
                </a:lnTo>
                <a:lnTo>
                  <a:pt x="1043" y="222"/>
                </a:lnTo>
                <a:lnTo>
                  <a:pt x="1043" y="221"/>
                </a:lnTo>
                <a:lnTo>
                  <a:pt x="1044" y="221"/>
                </a:lnTo>
                <a:lnTo>
                  <a:pt x="1044" y="220"/>
                </a:lnTo>
                <a:lnTo>
                  <a:pt x="1045" y="220"/>
                </a:lnTo>
                <a:lnTo>
                  <a:pt x="1045" y="221"/>
                </a:lnTo>
                <a:lnTo>
                  <a:pt x="1046" y="221"/>
                </a:lnTo>
                <a:lnTo>
                  <a:pt x="1047" y="221"/>
                </a:lnTo>
                <a:lnTo>
                  <a:pt x="1047" y="220"/>
                </a:lnTo>
                <a:lnTo>
                  <a:pt x="1048" y="220"/>
                </a:lnTo>
                <a:lnTo>
                  <a:pt x="1048" y="221"/>
                </a:lnTo>
                <a:lnTo>
                  <a:pt x="1048" y="222"/>
                </a:lnTo>
                <a:lnTo>
                  <a:pt x="1048" y="223"/>
                </a:lnTo>
                <a:lnTo>
                  <a:pt x="1049" y="224"/>
                </a:lnTo>
                <a:lnTo>
                  <a:pt x="1050" y="224"/>
                </a:lnTo>
                <a:lnTo>
                  <a:pt x="1051" y="223"/>
                </a:lnTo>
                <a:lnTo>
                  <a:pt x="1052" y="223"/>
                </a:lnTo>
                <a:lnTo>
                  <a:pt x="1053" y="223"/>
                </a:lnTo>
                <a:lnTo>
                  <a:pt x="1053" y="222"/>
                </a:lnTo>
                <a:lnTo>
                  <a:pt x="1054" y="221"/>
                </a:lnTo>
                <a:lnTo>
                  <a:pt x="1055" y="220"/>
                </a:lnTo>
                <a:lnTo>
                  <a:pt x="1056" y="220"/>
                </a:lnTo>
                <a:lnTo>
                  <a:pt x="1057" y="221"/>
                </a:lnTo>
                <a:lnTo>
                  <a:pt x="1058" y="221"/>
                </a:lnTo>
                <a:lnTo>
                  <a:pt x="1058" y="222"/>
                </a:lnTo>
                <a:lnTo>
                  <a:pt x="1058" y="223"/>
                </a:lnTo>
                <a:lnTo>
                  <a:pt x="1058" y="224"/>
                </a:lnTo>
                <a:lnTo>
                  <a:pt x="1059" y="225"/>
                </a:lnTo>
                <a:lnTo>
                  <a:pt x="1059" y="224"/>
                </a:lnTo>
                <a:lnTo>
                  <a:pt x="1060" y="224"/>
                </a:lnTo>
                <a:lnTo>
                  <a:pt x="1061" y="223"/>
                </a:lnTo>
                <a:lnTo>
                  <a:pt x="1062" y="223"/>
                </a:lnTo>
                <a:lnTo>
                  <a:pt x="1062" y="222"/>
                </a:lnTo>
                <a:lnTo>
                  <a:pt x="1063" y="221"/>
                </a:lnTo>
                <a:lnTo>
                  <a:pt x="1064" y="221"/>
                </a:lnTo>
                <a:lnTo>
                  <a:pt x="1065" y="221"/>
                </a:lnTo>
                <a:lnTo>
                  <a:pt x="1066" y="220"/>
                </a:lnTo>
                <a:lnTo>
                  <a:pt x="1066" y="219"/>
                </a:lnTo>
                <a:lnTo>
                  <a:pt x="1067" y="219"/>
                </a:lnTo>
                <a:lnTo>
                  <a:pt x="1068" y="219"/>
                </a:lnTo>
                <a:lnTo>
                  <a:pt x="1068" y="218"/>
                </a:lnTo>
                <a:lnTo>
                  <a:pt x="1069" y="217"/>
                </a:lnTo>
                <a:lnTo>
                  <a:pt x="1070" y="216"/>
                </a:lnTo>
                <a:lnTo>
                  <a:pt x="1071" y="216"/>
                </a:lnTo>
                <a:lnTo>
                  <a:pt x="1072" y="216"/>
                </a:lnTo>
                <a:lnTo>
                  <a:pt x="1073" y="216"/>
                </a:lnTo>
                <a:lnTo>
                  <a:pt x="1074" y="217"/>
                </a:lnTo>
                <a:lnTo>
                  <a:pt x="1075" y="217"/>
                </a:lnTo>
                <a:lnTo>
                  <a:pt x="1076" y="217"/>
                </a:lnTo>
                <a:lnTo>
                  <a:pt x="1077" y="216"/>
                </a:lnTo>
                <a:lnTo>
                  <a:pt x="1080" y="213"/>
                </a:lnTo>
                <a:lnTo>
                  <a:pt x="1080" y="212"/>
                </a:lnTo>
                <a:lnTo>
                  <a:pt x="1081" y="212"/>
                </a:lnTo>
                <a:lnTo>
                  <a:pt x="1082" y="212"/>
                </a:lnTo>
                <a:lnTo>
                  <a:pt x="1083" y="212"/>
                </a:lnTo>
                <a:lnTo>
                  <a:pt x="1084" y="212"/>
                </a:lnTo>
                <a:lnTo>
                  <a:pt x="1084" y="211"/>
                </a:lnTo>
                <a:lnTo>
                  <a:pt x="1085" y="210"/>
                </a:lnTo>
                <a:lnTo>
                  <a:pt x="1086" y="210"/>
                </a:lnTo>
                <a:lnTo>
                  <a:pt x="1086" y="209"/>
                </a:lnTo>
                <a:lnTo>
                  <a:pt x="1085" y="209"/>
                </a:lnTo>
                <a:lnTo>
                  <a:pt x="1085" y="208"/>
                </a:lnTo>
                <a:lnTo>
                  <a:pt x="1086" y="208"/>
                </a:lnTo>
                <a:lnTo>
                  <a:pt x="1086" y="207"/>
                </a:lnTo>
                <a:lnTo>
                  <a:pt x="1087" y="207"/>
                </a:lnTo>
                <a:lnTo>
                  <a:pt x="1088" y="206"/>
                </a:lnTo>
                <a:lnTo>
                  <a:pt x="1089" y="206"/>
                </a:lnTo>
                <a:lnTo>
                  <a:pt x="1090" y="206"/>
                </a:lnTo>
                <a:lnTo>
                  <a:pt x="1091" y="206"/>
                </a:lnTo>
                <a:lnTo>
                  <a:pt x="1091" y="207"/>
                </a:lnTo>
                <a:lnTo>
                  <a:pt x="1092" y="207"/>
                </a:lnTo>
                <a:lnTo>
                  <a:pt x="1092" y="208"/>
                </a:lnTo>
                <a:lnTo>
                  <a:pt x="1093" y="210"/>
                </a:lnTo>
                <a:lnTo>
                  <a:pt x="1093" y="211"/>
                </a:lnTo>
                <a:lnTo>
                  <a:pt x="1094" y="212"/>
                </a:lnTo>
                <a:lnTo>
                  <a:pt x="1095" y="212"/>
                </a:lnTo>
                <a:lnTo>
                  <a:pt x="1096" y="212"/>
                </a:lnTo>
                <a:lnTo>
                  <a:pt x="1097" y="212"/>
                </a:lnTo>
                <a:lnTo>
                  <a:pt x="1097" y="213"/>
                </a:lnTo>
                <a:lnTo>
                  <a:pt x="1098" y="213"/>
                </a:lnTo>
                <a:lnTo>
                  <a:pt x="1099" y="213"/>
                </a:lnTo>
                <a:lnTo>
                  <a:pt x="1100" y="214"/>
                </a:lnTo>
                <a:lnTo>
                  <a:pt x="1099" y="214"/>
                </a:lnTo>
                <a:lnTo>
                  <a:pt x="1099" y="215"/>
                </a:lnTo>
                <a:lnTo>
                  <a:pt x="1101" y="216"/>
                </a:lnTo>
                <a:lnTo>
                  <a:pt x="1103" y="216"/>
                </a:lnTo>
                <a:lnTo>
                  <a:pt x="1104" y="216"/>
                </a:lnTo>
                <a:lnTo>
                  <a:pt x="1104" y="217"/>
                </a:lnTo>
                <a:lnTo>
                  <a:pt x="1106" y="218"/>
                </a:lnTo>
                <a:lnTo>
                  <a:pt x="1107" y="217"/>
                </a:lnTo>
                <a:lnTo>
                  <a:pt x="1108" y="217"/>
                </a:lnTo>
                <a:lnTo>
                  <a:pt x="1109" y="217"/>
                </a:lnTo>
                <a:lnTo>
                  <a:pt x="1109" y="218"/>
                </a:lnTo>
                <a:lnTo>
                  <a:pt x="1110" y="219"/>
                </a:lnTo>
                <a:lnTo>
                  <a:pt x="1111" y="220"/>
                </a:lnTo>
                <a:lnTo>
                  <a:pt x="1111" y="222"/>
                </a:lnTo>
                <a:lnTo>
                  <a:pt x="1111" y="224"/>
                </a:lnTo>
                <a:lnTo>
                  <a:pt x="1111" y="225"/>
                </a:lnTo>
                <a:lnTo>
                  <a:pt x="1111" y="226"/>
                </a:lnTo>
                <a:lnTo>
                  <a:pt x="1112" y="228"/>
                </a:lnTo>
                <a:lnTo>
                  <a:pt x="1112" y="229"/>
                </a:lnTo>
                <a:lnTo>
                  <a:pt x="1111" y="229"/>
                </a:lnTo>
                <a:lnTo>
                  <a:pt x="1111" y="230"/>
                </a:lnTo>
                <a:lnTo>
                  <a:pt x="1112" y="230"/>
                </a:lnTo>
                <a:lnTo>
                  <a:pt x="1112" y="231"/>
                </a:lnTo>
                <a:lnTo>
                  <a:pt x="1112" y="232"/>
                </a:lnTo>
                <a:lnTo>
                  <a:pt x="1113" y="232"/>
                </a:lnTo>
                <a:lnTo>
                  <a:pt x="1116" y="232"/>
                </a:lnTo>
                <a:lnTo>
                  <a:pt x="1117" y="231"/>
                </a:lnTo>
                <a:lnTo>
                  <a:pt x="1118" y="231"/>
                </a:lnTo>
                <a:lnTo>
                  <a:pt x="1119" y="231"/>
                </a:lnTo>
                <a:lnTo>
                  <a:pt x="1119" y="232"/>
                </a:lnTo>
                <a:lnTo>
                  <a:pt x="1121" y="234"/>
                </a:lnTo>
                <a:lnTo>
                  <a:pt x="1121" y="235"/>
                </a:lnTo>
                <a:lnTo>
                  <a:pt x="1122" y="236"/>
                </a:lnTo>
                <a:lnTo>
                  <a:pt x="1123" y="237"/>
                </a:lnTo>
                <a:lnTo>
                  <a:pt x="1123" y="238"/>
                </a:lnTo>
                <a:lnTo>
                  <a:pt x="1124" y="238"/>
                </a:lnTo>
                <a:lnTo>
                  <a:pt x="1124" y="239"/>
                </a:lnTo>
                <a:lnTo>
                  <a:pt x="1123" y="239"/>
                </a:lnTo>
                <a:lnTo>
                  <a:pt x="1123" y="240"/>
                </a:lnTo>
                <a:lnTo>
                  <a:pt x="1124" y="240"/>
                </a:lnTo>
                <a:lnTo>
                  <a:pt x="1124" y="241"/>
                </a:lnTo>
                <a:lnTo>
                  <a:pt x="1124" y="242"/>
                </a:lnTo>
                <a:lnTo>
                  <a:pt x="1124" y="243"/>
                </a:lnTo>
                <a:lnTo>
                  <a:pt x="1125" y="243"/>
                </a:lnTo>
                <a:lnTo>
                  <a:pt x="1126" y="243"/>
                </a:lnTo>
                <a:lnTo>
                  <a:pt x="1126" y="244"/>
                </a:lnTo>
                <a:lnTo>
                  <a:pt x="1127" y="244"/>
                </a:lnTo>
                <a:lnTo>
                  <a:pt x="1127" y="245"/>
                </a:lnTo>
                <a:lnTo>
                  <a:pt x="1129" y="245"/>
                </a:lnTo>
                <a:lnTo>
                  <a:pt x="1129" y="246"/>
                </a:lnTo>
                <a:lnTo>
                  <a:pt x="1129" y="247"/>
                </a:lnTo>
                <a:lnTo>
                  <a:pt x="1130" y="247"/>
                </a:lnTo>
                <a:lnTo>
                  <a:pt x="1131" y="248"/>
                </a:lnTo>
                <a:lnTo>
                  <a:pt x="1131" y="249"/>
                </a:lnTo>
                <a:lnTo>
                  <a:pt x="1133" y="250"/>
                </a:lnTo>
                <a:lnTo>
                  <a:pt x="1134" y="250"/>
                </a:lnTo>
                <a:lnTo>
                  <a:pt x="1135" y="250"/>
                </a:lnTo>
                <a:lnTo>
                  <a:pt x="1135" y="252"/>
                </a:lnTo>
                <a:lnTo>
                  <a:pt x="1136" y="252"/>
                </a:lnTo>
                <a:lnTo>
                  <a:pt x="1137" y="252"/>
                </a:lnTo>
                <a:lnTo>
                  <a:pt x="1137" y="253"/>
                </a:lnTo>
                <a:lnTo>
                  <a:pt x="1138" y="254"/>
                </a:lnTo>
                <a:lnTo>
                  <a:pt x="1139" y="255"/>
                </a:lnTo>
                <a:lnTo>
                  <a:pt x="1141" y="257"/>
                </a:lnTo>
                <a:lnTo>
                  <a:pt x="1143" y="258"/>
                </a:lnTo>
                <a:lnTo>
                  <a:pt x="1144" y="257"/>
                </a:lnTo>
                <a:lnTo>
                  <a:pt x="1144" y="256"/>
                </a:lnTo>
                <a:lnTo>
                  <a:pt x="1145" y="255"/>
                </a:lnTo>
                <a:lnTo>
                  <a:pt x="1146" y="255"/>
                </a:lnTo>
                <a:lnTo>
                  <a:pt x="1147" y="256"/>
                </a:lnTo>
                <a:lnTo>
                  <a:pt x="1148" y="256"/>
                </a:lnTo>
                <a:lnTo>
                  <a:pt x="1149" y="255"/>
                </a:lnTo>
                <a:lnTo>
                  <a:pt x="1150" y="256"/>
                </a:lnTo>
                <a:lnTo>
                  <a:pt x="1151" y="257"/>
                </a:lnTo>
                <a:lnTo>
                  <a:pt x="1152" y="258"/>
                </a:lnTo>
                <a:lnTo>
                  <a:pt x="1153" y="258"/>
                </a:lnTo>
                <a:lnTo>
                  <a:pt x="1154" y="258"/>
                </a:lnTo>
                <a:lnTo>
                  <a:pt x="1155" y="258"/>
                </a:lnTo>
                <a:lnTo>
                  <a:pt x="1156" y="259"/>
                </a:lnTo>
                <a:lnTo>
                  <a:pt x="1156" y="260"/>
                </a:lnTo>
                <a:lnTo>
                  <a:pt x="1158" y="261"/>
                </a:lnTo>
                <a:lnTo>
                  <a:pt x="1159" y="261"/>
                </a:lnTo>
                <a:lnTo>
                  <a:pt x="1159" y="262"/>
                </a:lnTo>
                <a:lnTo>
                  <a:pt x="1160" y="263"/>
                </a:lnTo>
                <a:lnTo>
                  <a:pt x="1161" y="263"/>
                </a:lnTo>
                <a:lnTo>
                  <a:pt x="1162" y="263"/>
                </a:lnTo>
                <a:lnTo>
                  <a:pt x="1162" y="264"/>
                </a:lnTo>
                <a:lnTo>
                  <a:pt x="1163" y="265"/>
                </a:lnTo>
                <a:lnTo>
                  <a:pt x="1165" y="265"/>
                </a:lnTo>
                <a:lnTo>
                  <a:pt x="1166" y="265"/>
                </a:lnTo>
                <a:lnTo>
                  <a:pt x="1167" y="264"/>
                </a:lnTo>
                <a:lnTo>
                  <a:pt x="1167" y="263"/>
                </a:lnTo>
                <a:lnTo>
                  <a:pt x="1167" y="262"/>
                </a:lnTo>
                <a:lnTo>
                  <a:pt x="1166" y="262"/>
                </a:lnTo>
                <a:lnTo>
                  <a:pt x="1166" y="261"/>
                </a:lnTo>
                <a:lnTo>
                  <a:pt x="1169" y="261"/>
                </a:lnTo>
                <a:lnTo>
                  <a:pt x="1170" y="261"/>
                </a:lnTo>
                <a:lnTo>
                  <a:pt x="1171" y="262"/>
                </a:lnTo>
                <a:lnTo>
                  <a:pt x="1173" y="262"/>
                </a:lnTo>
                <a:lnTo>
                  <a:pt x="1173" y="263"/>
                </a:lnTo>
                <a:lnTo>
                  <a:pt x="1173" y="264"/>
                </a:lnTo>
                <a:lnTo>
                  <a:pt x="1173" y="265"/>
                </a:lnTo>
                <a:lnTo>
                  <a:pt x="1174" y="266"/>
                </a:lnTo>
                <a:lnTo>
                  <a:pt x="1174" y="267"/>
                </a:lnTo>
                <a:lnTo>
                  <a:pt x="1176" y="267"/>
                </a:lnTo>
                <a:lnTo>
                  <a:pt x="1176" y="266"/>
                </a:lnTo>
                <a:lnTo>
                  <a:pt x="1176" y="265"/>
                </a:lnTo>
                <a:lnTo>
                  <a:pt x="1179" y="265"/>
                </a:lnTo>
                <a:lnTo>
                  <a:pt x="1180" y="265"/>
                </a:lnTo>
                <a:lnTo>
                  <a:pt x="1181" y="265"/>
                </a:lnTo>
                <a:lnTo>
                  <a:pt x="1182" y="264"/>
                </a:lnTo>
                <a:lnTo>
                  <a:pt x="1182" y="261"/>
                </a:lnTo>
                <a:lnTo>
                  <a:pt x="1181" y="261"/>
                </a:lnTo>
                <a:lnTo>
                  <a:pt x="1181" y="259"/>
                </a:lnTo>
                <a:lnTo>
                  <a:pt x="1182" y="258"/>
                </a:lnTo>
                <a:lnTo>
                  <a:pt x="1183" y="258"/>
                </a:lnTo>
                <a:lnTo>
                  <a:pt x="1183" y="257"/>
                </a:lnTo>
                <a:lnTo>
                  <a:pt x="1182" y="257"/>
                </a:lnTo>
                <a:lnTo>
                  <a:pt x="1183" y="256"/>
                </a:lnTo>
                <a:lnTo>
                  <a:pt x="1185" y="250"/>
                </a:lnTo>
                <a:lnTo>
                  <a:pt x="1186" y="249"/>
                </a:lnTo>
                <a:lnTo>
                  <a:pt x="1186" y="248"/>
                </a:lnTo>
                <a:lnTo>
                  <a:pt x="1188" y="245"/>
                </a:lnTo>
                <a:lnTo>
                  <a:pt x="1189" y="244"/>
                </a:lnTo>
                <a:lnTo>
                  <a:pt x="1189" y="245"/>
                </a:lnTo>
                <a:lnTo>
                  <a:pt x="1190" y="244"/>
                </a:lnTo>
                <a:lnTo>
                  <a:pt x="1194" y="241"/>
                </a:lnTo>
                <a:lnTo>
                  <a:pt x="1197" y="240"/>
                </a:lnTo>
                <a:lnTo>
                  <a:pt x="1199" y="240"/>
                </a:lnTo>
                <a:lnTo>
                  <a:pt x="1201" y="241"/>
                </a:lnTo>
                <a:lnTo>
                  <a:pt x="1203" y="241"/>
                </a:lnTo>
                <a:lnTo>
                  <a:pt x="1205" y="241"/>
                </a:lnTo>
                <a:lnTo>
                  <a:pt x="1212" y="244"/>
                </a:lnTo>
                <a:lnTo>
                  <a:pt x="1214" y="245"/>
                </a:lnTo>
                <a:lnTo>
                  <a:pt x="1216" y="246"/>
                </a:lnTo>
                <a:lnTo>
                  <a:pt x="1218" y="247"/>
                </a:lnTo>
                <a:lnTo>
                  <a:pt x="1220" y="248"/>
                </a:lnTo>
                <a:lnTo>
                  <a:pt x="1222" y="249"/>
                </a:lnTo>
                <a:lnTo>
                  <a:pt x="1224" y="250"/>
                </a:lnTo>
                <a:lnTo>
                  <a:pt x="1239" y="256"/>
                </a:lnTo>
                <a:lnTo>
                  <a:pt x="1239" y="248"/>
                </a:lnTo>
                <a:lnTo>
                  <a:pt x="1239" y="247"/>
                </a:lnTo>
                <a:lnTo>
                  <a:pt x="1238" y="244"/>
                </a:lnTo>
                <a:lnTo>
                  <a:pt x="1238" y="243"/>
                </a:lnTo>
                <a:lnTo>
                  <a:pt x="1238" y="242"/>
                </a:lnTo>
                <a:lnTo>
                  <a:pt x="1237" y="242"/>
                </a:lnTo>
                <a:lnTo>
                  <a:pt x="1237" y="241"/>
                </a:lnTo>
                <a:lnTo>
                  <a:pt x="1238" y="241"/>
                </a:lnTo>
                <a:lnTo>
                  <a:pt x="1238" y="240"/>
                </a:lnTo>
                <a:lnTo>
                  <a:pt x="1236" y="238"/>
                </a:lnTo>
                <a:lnTo>
                  <a:pt x="1236" y="237"/>
                </a:lnTo>
                <a:lnTo>
                  <a:pt x="1235" y="236"/>
                </a:lnTo>
                <a:lnTo>
                  <a:pt x="1235" y="235"/>
                </a:lnTo>
                <a:lnTo>
                  <a:pt x="1235" y="234"/>
                </a:lnTo>
                <a:lnTo>
                  <a:pt x="1235" y="233"/>
                </a:lnTo>
                <a:lnTo>
                  <a:pt x="1235" y="232"/>
                </a:lnTo>
                <a:lnTo>
                  <a:pt x="1234" y="231"/>
                </a:lnTo>
                <a:lnTo>
                  <a:pt x="1234" y="230"/>
                </a:lnTo>
                <a:lnTo>
                  <a:pt x="1235" y="229"/>
                </a:lnTo>
                <a:lnTo>
                  <a:pt x="1235" y="228"/>
                </a:lnTo>
                <a:lnTo>
                  <a:pt x="1235" y="227"/>
                </a:lnTo>
                <a:lnTo>
                  <a:pt x="1236" y="227"/>
                </a:lnTo>
                <a:lnTo>
                  <a:pt x="1237" y="225"/>
                </a:lnTo>
                <a:lnTo>
                  <a:pt x="1238" y="224"/>
                </a:lnTo>
                <a:lnTo>
                  <a:pt x="1240" y="223"/>
                </a:lnTo>
                <a:lnTo>
                  <a:pt x="1241" y="222"/>
                </a:lnTo>
                <a:lnTo>
                  <a:pt x="1242" y="220"/>
                </a:lnTo>
                <a:lnTo>
                  <a:pt x="1242" y="219"/>
                </a:lnTo>
                <a:lnTo>
                  <a:pt x="1244" y="217"/>
                </a:lnTo>
                <a:lnTo>
                  <a:pt x="1245" y="217"/>
                </a:lnTo>
                <a:lnTo>
                  <a:pt x="1245" y="216"/>
                </a:lnTo>
                <a:lnTo>
                  <a:pt x="1246" y="215"/>
                </a:lnTo>
                <a:lnTo>
                  <a:pt x="1246" y="214"/>
                </a:lnTo>
                <a:lnTo>
                  <a:pt x="1246" y="213"/>
                </a:lnTo>
                <a:lnTo>
                  <a:pt x="1246" y="211"/>
                </a:lnTo>
                <a:lnTo>
                  <a:pt x="1247" y="210"/>
                </a:lnTo>
                <a:lnTo>
                  <a:pt x="1247" y="209"/>
                </a:lnTo>
                <a:lnTo>
                  <a:pt x="1248" y="208"/>
                </a:lnTo>
                <a:lnTo>
                  <a:pt x="1248" y="207"/>
                </a:lnTo>
                <a:lnTo>
                  <a:pt x="1247" y="207"/>
                </a:lnTo>
                <a:lnTo>
                  <a:pt x="1246" y="206"/>
                </a:lnTo>
                <a:lnTo>
                  <a:pt x="1242" y="202"/>
                </a:lnTo>
                <a:lnTo>
                  <a:pt x="1242" y="201"/>
                </a:lnTo>
                <a:lnTo>
                  <a:pt x="1242" y="200"/>
                </a:lnTo>
                <a:lnTo>
                  <a:pt x="1243" y="200"/>
                </a:lnTo>
                <a:lnTo>
                  <a:pt x="1244" y="199"/>
                </a:lnTo>
                <a:lnTo>
                  <a:pt x="1247" y="200"/>
                </a:lnTo>
                <a:lnTo>
                  <a:pt x="1248" y="200"/>
                </a:lnTo>
                <a:lnTo>
                  <a:pt x="1248" y="199"/>
                </a:lnTo>
                <a:lnTo>
                  <a:pt x="1248" y="198"/>
                </a:lnTo>
                <a:lnTo>
                  <a:pt x="1249" y="198"/>
                </a:lnTo>
                <a:lnTo>
                  <a:pt x="1250" y="198"/>
                </a:lnTo>
                <a:lnTo>
                  <a:pt x="1252" y="199"/>
                </a:lnTo>
                <a:lnTo>
                  <a:pt x="1256" y="199"/>
                </a:lnTo>
                <a:lnTo>
                  <a:pt x="1257" y="200"/>
                </a:lnTo>
                <a:lnTo>
                  <a:pt x="1258" y="200"/>
                </a:lnTo>
                <a:lnTo>
                  <a:pt x="1259" y="199"/>
                </a:lnTo>
                <a:lnTo>
                  <a:pt x="1261" y="199"/>
                </a:lnTo>
                <a:lnTo>
                  <a:pt x="1263" y="197"/>
                </a:lnTo>
                <a:lnTo>
                  <a:pt x="1264" y="195"/>
                </a:lnTo>
                <a:lnTo>
                  <a:pt x="1264" y="194"/>
                </a:lnTo>
                <a:lnTo>
                  <a:pt x="1263" y="194"/>
                </a:lnTo>
                <a:lnTo>
                  <a:pt x="1262" y="193"/>
                </a:lnTo>
                <a:lnTo>
                  <a:pt x="1261" y="192"/>
                </a:lnTo>
                <a:lnTo>
                  <a:pt x="1260" y="191"/>
                </a:lnTo>
                <a:lnTo>
                  <a:pt x="1259" y="190"/>
                </a:lnTo>
                <a:lnTo>
                  <a:pt x="1259" y="189"/>
                </a:lnTo>
                <a:lnTo>
                  <a:pt x="1260" y="188"/>
                </a:lnTo>
                <a:lnTo>
                  <a:pt x="1262" y="186"/>
                </a:lnTo>
                <a:lnTo>
                  <a:pt x="1263" y="187"/>
                </a:lnTo>
                <a:lnTo>
                  <a:pt x="1265" y="186"/>
                </a:lnTo>
                <a:lnTo>
                  <a:pt x="1266" y="185"/>
                </a:lnTo>
                <a:lnTo>
                  <a:pt x="1266" y="186"/>
                </a:lnTo>
                <a:lnTo>
                  <a:pt x="1267" y="187"/>
                </a:lnTo>
                <a:lnTo>
                  <a:pt x="1267" y="188"/>
                </a:lnTo>
                <a:lnTo>
                  <a:pt x="1268" y="188"/>
                </a:lnTo>
                <a:lnTo>
                  <a:pt x="1268" y="187"/>
                </a:lnTo>
                <a:lnTo>
                  <a:pt x="1268" y="186"/>
                </a:lnTo>
                <a:lnTo>
                  <a:pt x="1268" y="185"/>
                </a:lnTo>
                <a:lnTo>
                  <a:pt x="1268" y="184"/>
                </a:lnTo>
                <a:lnTo>
                  <a:pt x="1267" y="183"/>
                </a:lnTo>
                <a:lnTo>
                  <a:pt x="1266" y="182"/>
                </a:lnTo>
                <a:lnTo>
                  <a:pt x="1266" y="180"/>
                </a:lnTo>
                <a:lnTo>
                  <a:pt x="1266" y="179"/>
                </a:lnTo>
                <a:lnTo>
                  <a:pt x="1266" y="178"/>
                </a:lnTo>
                <a:lnTo>
                  <a:pt x="1268" y="178"/>
                </a:lnTo>
                <a:lnTo>
                  <a:pt x="1268" y="179"/>
                </a:lnTo>
                <a:lnTo>
                  <a:pt x="1269" y="180"/>
                </a:lnTo>
                <a:lnTo>
                  <a:pt x="1270" y="180"/>
                </a:lnTo>
                <a:lnTo>
                  <a:pt x="1271" y="181"/>
                </a:lnTo>
                <a:lnTo>
                  <a:pt x="1272" y="181"/>
                </a:lnTo>
                <a:lnTo>
                  <a:pt x="1272" y="182"/>
                </a:lnTo>
                <a:lnTo>
                  <a:pt x="1273" y="182"/>
                </a:lnTo>
                <a:lnTo>
                  <a:pt x="1274" y="182"/>
                </a:lnTo>
                <a:lnTo>
                  <a:pt x="1275" y="183"/>
                </a:lnTo>
                <a:lnTo>
                  <a:pt x="1275" y="184"/>
                </a:lnTo>
                <a:lnTo>
                  <a:pt x="1276" y="185"/>
                </a:lnTo>
                <a:lnTo>
                  <a:pt x="1277" y="186"/>
                </a:lnTo>
                <a:lnTo>
                  <a:pt x="1278" y="186"/>
                </a:lnTo>
                <a:lnTo>
                  <a:pt x="1279" y="186"/>
                </a:lnTo>
                <a:lnTo>
                  <a:pt x="1280" y="186"/>
                </a:lnTo>
                <a:lnTo>
                  <a:pt x="1282" y="187"/>
                </a:lnTo>
                <a:lnTo>
                  <a:pt x="1282" y="188"/>
                </a:lnTo>
                <a:lnTo>
                  <a:pt x="1283" y="189"/>
                </a:lnTo>
                <a:lnTo>
                  <a:pt x="1285" y="189"/>
                </a:lnTo>
                <a:lnTo>
                  <a:pt x="1285" y="190"/>
                </a:lnTo>
                <a:lnTo>
                  <a:pt x="1286" y="191"/>
                </a:lnTo>
                <a:lnTo>
                  <a:pt x="1287" y="191"/>
                </a:lnTo>
                <a:lnTo>
                  <a:pt x="1287" y="190"/>
                </a:lnTo>
                <a:lnTo>
                  <a:pt x="1288" y="190"/>
                </a:lnTo>
                <a:lnTo>
                  <a:pt x="1289" y="190"/>
                </a:lnTo>
                <a:lnTo>
                  <a:pt x="1291" y="191"/>
                </a:lnTo>
                <a:lnTo>
                  <a:pt x="1292" y="190"/>
                </a:lnTo>
                <a:lnTo>
                  <a:pt x="1293" y="190"/>
                </a:lnTo>
                <a:lnTo>
                  <a:pt x="1295" y="190"/>
                </a:lnTo>
                <a:lnTo>
                  <a:pt x="1296" y="190"/>
                </a:lnTo>
                <a:lnTo>
                  <a:pt x="1296" y="189"/>
                </a:lnTo>
                <a:lnTo>
                  <a:pt x="1297" y="189"/>
                </a:lnTo>
                <a:lnTo>
                  <a:pt x="1298" y="189"/>
                </a:lnTo>
                <a:lnTo>
                  <a:pt x="1298" y="188"/>
                </a:lnTo>
                <a:lnTo>
                  <a:pt x="1299" y="188"/>
                </a:lnTo>
                <a:lnTo>
                  <a:pt x="1300" y="188"/>
                </a:lnTo>
                <a:lnTo>
                  <a:pt x="1301" y="187"/>
                </a:lnTo>
                <a:lnTo>
                  <a:pt x="1302" y="187"/>
                </a:lnTo>
                <a:lnTo>
                  <a:pt x="1302" y="186"/>
                </a:lnTo>
                <a:lnTo>
                  <a:pt x="1303" y="186"/>
                </a:lnTo>
                <a:lnTo>
                  <a:pt x="1304" y="186"/>
                </a:lnTo>
                <a:lnTo>
                  <a:pt x="1304" y="185"/>
                </a:lnTo>
                <a:lnTo>
                  <a:pt x="1305" y="185"/>
                </a:lnTo>
                <a:lnTo>
                  <a:pt x="1306" y="185"/>
                </a:lnTo>
                <a:lnTo>
                  <a:pt x="1306" y="184"/>
                </a:lnTo>
                <a:lnTo>
                  <a:pt x="1306" y="183"/>
                </a:lnTo>
                <a:lnTo>
                  <a:pt x="1306" y="177"/>
                </a:lnTo>
                <a:lnTo>
                  <a:pt x="1306" y="176"/>
                </a:lnTo>
                <a:lnTo>
                  <a:pt x="1306" y="175"/>
                </a:lnTo>
                <a:lnTo>
                  <a:pt x="1307" y="175"/>
                </a:lnTo>
                <a:lnTo>
                  <a:pt x="1307" y="173"/>
                </a:lnTo>
                <a:lnTo>
                  <a:pt x="1306" y="173"/>
                </a:lnTo>
                <a:lnTo>
                  <a:pt x="1305" y="173"/>
                </a:lnTo>
                <a:lnTo>
                  <a:pt x="1304" y="173"/>
                </a:lnTo>
                <a:lnTo>
                  <a:pt x="1304" y="172"/>
                </a:lnTo>
                <a:lnTo>
                  <a:pt x="1305" y="172"/>
                </a:lnTo>
                <a:lnTo>
                  <a:pt x="1306" y="172"/>
                </a:lnTo>
                <a:lnTo>
                  <a:pt x="1306" y="171"/>
                </a:lnTo>
                <a:lnTo>
                  <a:pt x="1306" y="170"/>
                </a:lnTo>
                <a:lnTo>
                  <a:pt x="1307" y="170"/>
                </a:lnTo>
                <a:lnTo>
                  <a:pt x="1307" y="169"/>
                </a:lnTo>
                <a:lnTo>
                  <a:pt x="1307" y="168"/>
                </a:lnTo>
                <a:lnTo>
                  <a:pt x="1308" y="168"/>
                </a:lnTo>
                <a:lnTo>
                  <a:pt x="1307" y="168"/>
                </a:lnTo>
                <a:lnTo>
                  <a:pt x="1307" y="167"/>
                </a:lnTo>
                <a:lnTo>
                  <a:pt x="1307" y="166"/>
                </a:lnTo>
                <a:lnTo>
                  <a:pt x="1306" y="165"/>
                </a:lnTo>
                <a:lnTo>
                  <a:pt x="1306" y="166"/>
                </a:lnTo>
                <a:lnTo>
                  <a:pt x="1305" y="166"/>
                </a:lnTo>
                <a:lnTo>
                  <a:pt x="1304" y="166"/>
                </a:lnTo>
                <a:lnTo>
                  <a:pt x="1303" y="166"/>
                </a:lnTo>
                <a:lnTo>
                  <a:pt x="1303" y="165"/>
                </a:lnTo>
                <a:lnTo>
                  <a:pt x="1302" y="165"/>
                </a:lnTo>
                <a:lnTo>
                  <a:pt x="1302" y="164"/>
                </a:lnTo>
                <a:lnTo>
                  <a:pt x="1302" y="163"/>
                </a:lnTo>
                <a:lnTo>
                  <a:pt x="1301" y="162"/>
                </a:lnTo>
                <a:lnTo>
                  <a:pt x="1301" y="161"/>
                </a:lnTo>
                <a:lnTo>
                  <a:pt x="1302" y="160"/>
                </a:lnTo>
                <a:lnTo>
                  <a:pt x="1302" y="159"/>
                </a:lnTo>
                <a:lnTo>
                  <a:pt x="1302" y="158"/>
                </a:lnTo>
                <a:lnTo>
                  <a:pt x="1302" y="157"/>
                </a:lnTo>
                <a:lnTo>
                  <a:pt x="1302" y="156"/>
                </a:lnTo>
                <a:lnTo>
                  <a:pt x="1303" y="156"/>
                </a:lnTo>
                <a:lnTo>
                  <a:pt x="1303" y="155"/>
                </a:lnTo>
                <a:lnTo>
                  <a:pt x="1303" y="154"/>
                </a:lnTo>
                <a:lnTo>
                  <a:pt x="1303" y="153"/>
                </a:lnTo>
                <a:lnTo>
                  <a:pt x="1304" y="153"/>
                </a:lnTo>
                <a:lnTo>
                  <a:pt x="1303" y="152"/>
                </a:lnTo>
                <a:lnTo>
                  <a:pt x="1303" y="151"/>
                </a:lnTo>
                <a:lnTo>
                  <a:pt x="1304" y="150"/>
                </a:lnTo>
                <a:lnTo>
                  <a:pt x="1303" y="150"/>
                </a:lnTo>
                <a:lnTo>
                  <a:pt x="1303" y="149"/>
                </a:lnTo>
                <a:lnTo>
                  <a:pt x="1302" y="149"/>
                </a:lnTo>
                <a:lnTo>
                  <a:pt x="1301" y="149"/>
                </a:lnTo>
                <a:lnTo>
                  <a:pt x="1300" y="149"/>
                </a:lnTo>
                <a:lnTo>
                  <a:pt x="1300" y="148"/>
                </a:lnTo>
                <a:lnTo>
                  <a:pt x="1300" y="147"/>
                </a:lnTo>
                <a:lnTo>
                  <a:pt x="1300" y="146"/>
                </a:lnTo>
                <a:lnTo>
                  <a:pt x="1299" y="145"/>
                </a:lnTo>
                <a:lnTo>
                  <a:pt x="1299" y="144"/>
                </a:lnTo>
                <a:lnTo>
                  <a:pt x="1299" y="143"/>
                </a:lnTo>
                <a:lnTo>
                  <a:pt x="1299" y="142"/>
                </a:lnTo>
                <a:lnTo>
                  <a:pt x="1299" y="141"/>
                </a:lnTo>
                <a:lnTo>
                  <a:pt x="1299" y="140"/>
                </a:lnTo>
                <a:lnTo>
                  <a:pt x="1300" y="140"/>
                </a:lnTo>
                <a:lnTo>
                  <a:pt x="1300" y="137"/>
                </a:lnTo>
                <a:lnTo>
                  <a:pt x="1299" y="137"/>
                </a:lnTo>
                <a:lnTo>
                  <a:pt x="1299" y="136"/>
                </a:lnTo>
                <a:lnTo>
                  <a:pt x="1300" y="136"/>
                </a:lnTo>
                <a:lnTo>
                  <a:pt x="1300" y="135"/>
                </a:lnTo>
                <a:lnTo>
                  <a:pt x="1300" y="134"/>
                </a:lnTo>
                <a:lnTo>
                  <a:pt x="1301" y="133"/>
                </a:lnTo>
                <a:lnTo>
                  <a:pt x="1301" y="132"/>
                </a:lnTo>
                <a:lnTo>
                  <a:pt x="1300" y="130"/>
                </a:lnTo>
                <a:lnTo>
                  <a:pt x="1300" y="129"/>
                </a:lnTo>
                <a:lnTo>
                  <a:pt x="1301" y="129"/>
                </a:lnTo>
                <a:lnTo>
                  <a:pt x="1300" y="129"/>
                </a:lnTo>
                <a:lnTo>
                  <a:pt x="1301" y="128"/>
                </a:lnTo>
                <a:lnTo>
                  <a:pt x="1300" y="128"/>
                </a:lnTo>
                <a:lnTo>
                  <a:pt x="1300" y="127"/>
                </a:lnTo>
                <a:lnTo>
                  <a:pt x="1300" y="126"/>
                </a:lnTo>
                <a:lnTo>
                  <a:pt x="1300" y="125"/>
                </a:lnTo>
                <a:lnTo>
                  <a:pt x="1301" y="125"/>
                </a:lnTo>
                <a:lnTo>
                  <a:pt x="1301" y="124"/>
                </a:lnTo>
                <a:lnTo>
                  <a:pt x="1301" y="123"/>
                </a:lnTo>
                <a:lnTo>
                  <a:pt x="1302" y="123"/>
                </a:lnTo>
                <a:lnTo>
                  <a:pt x="1301" y="123"/>
                </a:lnTo>
                <a:lnTo>
                  <a:pt x="1300" y="123"/>
                </a:lnTo>
                <a:lnTo>
                  <a:pt x="1299" y="123"/>
                </a:lnTo>
                <a:lnTo>
                  <a:pt x="1299" y="122"/>
                </a:lnTo>
                <a:lnTo>
                  <a:pt x="1299" y="123"/>
                </a:lnTo>
                <a:lnTo>
                  <a:pt x="1298" y="122"/>
                </a:lnTo>
                <a:lnTo>
                  <a:pt x="1296" y="122"/>
                </a:lnTo>
                <a:lnTo>
                  <a:pt x="1295" y="121"/>
                </a:lnTo>
                <a:lnTo>
                  <a:pt x="1295" y="120"/>
                </a:lnTo>
                <a:lnTo>
                  <a:pt x="1295" y="119"/>
                </a:lnTo>
                <a:lnTo>
                  <a:pt x="1294" y="118"/>
                </a:lnTo>
                <a:lnTo>
                  <a:pt x="1293" y="118"/>
                </a:lnTo>
                <a:lnTo>
                  <a:pt x="1293" y="117"/>
                </a:lnTo>
                <a:lnTo>
                  <a:pt x="1293" y="116"/>
                </a:lnTo>
                <a:lnTo>
                  <a:pt x="1294" y="116"/>
                </a:lnTo>
                <a:lnTo>
                  <a:pt x="1294" y="115"/>
                </a:lnTo>
                <a:lnTo>
                  <a:pt x="1294" y="114"/>
                </a:lnTo>
                <a:lnTo>
                  <a:pt x="1294" y="113"/>
                </a:lnTo>
                <a:lnTo>
                  <a:pt x="1295" y="112"/>
                </a:lnTo>
                <a:lnTo>
                  <a:pt x="1295" y="110"/>
                </a:lnTo>
                <a:lnTo>
                  <a:pt x="1294" y="109"/>
                </a:lnTo>
                <a:lnTo>
                  <a:pt x="1294" y="108"/>
                </a:lnTo>
                <a:lnTo>
                  <a:pt x="1294" y="104"/>
                </a:lnTo>
                <a:lnTo>
                  <a:pt x="1295" y="102"/>
                </a:lnTo>
                <a:lnTo>
                  <a:pt x="1296" y="100"/>
                </a:lnTo>
                <a:lnTo>
                  <a:pt x="1297" y="99"/>
                </a:lnTo>
                <a:lnTo>
                  <a:pt x="1298" y="98"/>
                </a:lnTo>
                <a:lnTo>
                  <a:pt x="1299" y="96"/>
                </a:lnTo>
                <a:lnTo>
                  <a:pt x="1300" y="95"/>
                </a:lnTo>
                <a:lnTo>
                  <a:pt x="1300" y="94"/>
                </a:lnTo>
                <a:lnTo>
                  <a:pt x="1300" y="92"/>
                </a:lnTo>
                <a:lnTo>
                  <a:pt x="1300" y="91"/>
                </a:lnTo>
                <a:lnTo>
                  <a:pt x="1299" y="90"/>
                </a:lnTo>
                <a:lnTo>
                  <a:pt x="1298" y="90"/>
                </a:lnTo>
                <a:lnTo>
                  <a:pt x="1299" y="87"/>
                </a:lnTo>
                <a:lnTo>
                  <a:pt x="1299" y="86"/>
                </a:lnTo>
                <a:lnTo>
                  <a:pt x="1300" y="86"/>
                </a:lnTo>
                <a:lnTo>
                  <a:pt x="1300" y="85"/>
                </a:lnTo>
                <a:lnTo>
                  <a:pt x="1300" y="84"/>
                </a:lnTo>
                <a:lnTo>
                  <a:pt x="1299" y="84"/>
                </a:lnTo>
                <a:lnTo>
                  <a:pt x="1300" y="83"/>
                </a:lnTo>
                <a:lnTo>
                  <a:pt x="1301" y="83"/>
                </a:lnTo>
                <a:lnTo>
                  <a:pt x="1301" y="82"/>
                </a:lnTo>
                <a:lnTo>
                  <a:pt x="1302" y="81"/>
                </a:lnTo>
                <a:lnTo>
                  <a:pt x="1302" y="80"/>
                </a:lnTo>
                <a:lnTo>
                  <a:pt x="1302" y="79"/>
                </a:lnTo>
                <a:lnTo>
                  <a:pt x="1302" y="78"/>
                </a:lnTo>
                <a:lnTo>
                  <a:pt x="1302" y="77"/>
                </a:lnTo>
                <a:lnTo>
                  <a:pt x="1303" y="77"/>
                </a:lnTo>
                <a:lnTo>
                  <a:pt x="1303" y="76"/>
                </a:lnTo>
                <a:lnTo>
                  <a:pt x="1304" y="76"/>
                </a:lnTo>
                <a:lnTo>
                  <a:pt x="1304" y="75"/>
                </a:lnTo>
                <a:lnTo>
                  <a:pt x="1305" y="75"/>
                </a:lnTo>
                <a:lnTo>
                  <a:pt x="1305" y="74"/>
                </a:lnTo>
                <a:lnTo>
                  <a:pt x="1306" y="74"/>
                </a:lnTo>
                <a:lnTo>
                  <a:pt x="1306" y="73"/>
                </a:lnTo>
                <a:lnTo>
                  <a:pt x="1307" y="73"/>
                </a:lnTo>
                <a:lnTo>
                  <a:pt x="1306" y="73"/>
                </a:lnTo>
                <a:lnTo>
                  <a:pt x="1307" y="73"/>
                </a:lnTo>
                <a:lnTo>
                  <a:pt x="1307" y="72"/>
                </a:lnTo>
                <a:lnTo>
                  <a:pt x="1308" y="71"/>
                </a:lnTo>
                <a:lnTo>
                  <a:pt x="1309" y="71"/>
                </a:lnTo>
                <a:lnTo>
                  <a:pt x="1309" y="70"/>
                </a:lnTo>
                <a:lnTo>
                  <a:pt x="1308" y="69"/>
                </a:lnTo>
                <a:lnTo>
                  <a:pt x="1308" y="68"/>
                </a:lnTo>
                <a:lnTo>
                  <a:pt x="1307" y="68"/>
                </a:lnTo>
                <a:lnTo>
                  <a:pt x="1306" y="68"/>
                </a:lnTo>
                <a:lnTo>
                  <a:pt x="1306" y="66"/>
                </a:lnTo>
                <a:lnTo>
                  <a:pt x="1307" y="66"/>
                </a:lnTo>
                <a:lnTo>
                  <a:pt x="1306" y="65"/>
                </a:lnTo>
                <a:lnTo>
                  <a:pt x="1306" y="64"/>
                </a:lnTo>
                <a:lnTo>
                  <a:pt x="1305" y="63"/>
                </a:lnTo>
                <a:lnTo>
                  <a:pt x="1305" y="62"/>
                </a:lnTo>
                <a:lnTo>
                  <a:pt x="1304" y="63"/>
                </a:lnTo>
                <a:lnTo>
                  <a:pt x="1304" y="62"/>
                </a:lnTo>
                <a:lnTo>
                  <a:pt x="1303" y="62"/>
                </a:lnTo>
                <a:lnTo>
                  <a:pt x="1303" y="61"/>
                </a:lnTo>
                <a:lnTo>
                  <a:pt x="1303" y="60"/>
                </a:lnTo>
                <a:lnTo>
                  <a:pt x="1303" y="59"/>
                </a:lnTo>
                <a:lnTo>
                  <a:pt x="1302" y="59"/>
                </a:lnTo>
                <a:lnTo>
                  <a:pt x="1302" y="58"/>
                </a:lnTo>
                <a:lnTo>
                  <a:pt x="1303" y="58"/>
                </a:lnTo>
                <a:lnTo>
                  <a:pt x="1303" y="57"/>
                </a:lnTo>
                <a:lnTo>
                  <a:pt x="1304" y="57"/>
                </a:lnTo>
                <a:lnTo>
                  <a:pt x="1305" y="57"/>
                </a:lnTo>
                <a:lnTo>
                  <a:pt x="1305" y="56"/>
                </a:lnTo>
                <a:lnTo>
                  <a:pt x="1305" y="57"/>
                </a:lnTo>
                <a:lnTo>
                  <a:pt x="1306" y="57"/>
                </a:lnTo>
                <a:lnTo>
                  <a:pt x="1307" y="57"/>
                </a:lnTo>
                <a:lnTo>
                  <a:pt x="1308" y="57"/>
                </a:lnTo>
                <a:lnTo>
                  <a:pt x="1309" y="56"/>
                </a:lnTo>
                <a:lnTo>
                  <a:pt x="1310" y="55"/>
                </a:lnTo>
                <a:lnTo>
                  <a:pt x="1310" y="56"/>
                </a:lnTo>
                <a:lnTo>
                  <a:pt x="1311" y="56"/>
                </a:lnTo>
                <a:close/>
              </a:path>
            </a:pathLst>
          </a:custGeom>
          <a:solidFill>
            <a:srgbClr val="FFEBA1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6" name=""/>
          <p:cNvSpPr/>
          <p:nvPr/>
        </p:nvSpPr>
        <p:spPr>
          <a:xfrm>
            <a:off x="8335440" y="15868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5"/>
                </a:lnTo>
                <a:lnTo>
                  <a:pt x="0" y="5"/>
                </a:lnTo>
                <a:close/>
              </a:path>
            </a:pathLst>
          </a:custGeom>
          <a:solidFill>
            <a:srgbClr val="FFF2AB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7" name=""/>
          <p:cNvSpPr/>
          <p:nvPr/>
        </p:nvSpPr>
        <p:spPr>
          <a:xfrm>
            <a:off x="8347680" y="1573560"/>
            <a:ext cx="2160" cy="3960"/>
          </a:xfrm>
          <a:custGeom>
            <a:avLst/>
            <a:gdLst/>
            <a:ahLst/>
            <a:rect l="0" t="0" r="r" b="b"/>
            <a:pathLst>
              <a:path w="6" h="11">
                <a:moveTo>
                  <a:pt x="1" y="11"/>
                </a:moveTo>
                <a:lnTo>
                  <a:pt x="0" y="10"/>
                </a:lnTo>
                <a:lnTo>
                  <a:pt x="0" y="9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2"/>
                </a:lnTo>
                <a:lnTo>
                  <a:pt x="3" y="5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6" y="9"/>
                </a:lnTo>
                <a:lnTo>
                  <a:pt x="2" y="11"/>
                </a:lnTo>
                <a:lnTo>
                  <a:pt x="1" y="11"/>
                </a:lnTo>
                <a:close/>
              </a:path>
            </a:pathLst>
          </a:custGeom>
          <a:solidFill>
            <a:srgbClr val="FFF2AB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8" name=""/>
          <p:cNvSpPr/>
          <p:nvPr/>
        </p:nvSpPr>
        <p:spPr>
          <a:xfrm>
            <a:off x="8354520" y="1560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0" y="4"/>
                </a:lnTo>
                <a:close/>
              </a:path>
            </a:pathLst>
          </a:custGeom>
          <a:solidFill>
            <a:srgbClr val="FFF2AB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9" name=""/>
          <p:cNvSpPr/>
          <p:nvPr/>
        </p:nvSpPr>
        <p:spPr>
          <a:xfrm>
            <a:off x="8041320" y="1408680"/>
            <a:ext cx="432720" cy="291240"/>
          </a:xfrm>
          <a:custGeom>
            <a:avLst/>
            <a:gdLst/>
            <a:ahLst/>
            <a:rect l="0" t="0" r="r" b="b"/>
            <a:pathLst>
              <a:path w="1202" h="809">
                <a:moveTo>
                  <a:pt x="410" y="1"/>
                </a:moveTo>
                <a:lnTo>
                  <a:pt x="411" y="2"/>
                </a:lnTo>
                <a:lnTo>
                  <a:pt x="412" y="1"/>
                </a:lnTo>
                <a:lnTo>
                  <a:pt x="413" y="1"/>
                </a:lnTo>
                <a:lnTo>
                  <a:pt x="414" y="1"/>
                </a:lnTo>
                <a:lnTo>
                  <a:pt x="415" y="2"/>
                </a:lnTo>
                <a:lnTo>
                  <a:pt x="415" y="3"/>
                </a:lnTo>
                <a:lnTo>
                  <a:pt x="415" y="4"/>
                </a:lnTo>
                <a:lnTo>
                  <a:pt x="416" y="4"/>
                </a:lnTo>
                <a:lnTo>
                  <a:pt x="417" y="4"/>
                </a:lnTo>
                <a:lnTo>
                  <a:pt x="417" y="3"/>
                </a:lnTo>
                <a:lnTo>
                  <a:pt x="418" y="3"/>
                </a:lnTo>
                <a:lnTo>
                  <a:pt x="420" y="4"/>
                </a:lnTo>
                <a:lnTo>
                  <a:pt x="422" y="4"/>
                </a:lnTo>
                <a:lnTo>
                  <a:pt x="424" y="5"/>
                </a:lnTo>
                <a:lnTo>
                  <a:pt x="426" y="6"/>
                </a:lnTo>
                <a:lnTo>
                  <a:pt x="427" y="6"/>
                </a:lnTo>
                <a:lnTo>
                  <a:pt x="427" y="7"/>
                </a:lnTo>
                <a:lnTo>
                  <a:pt x="428" y="8"/>
                </a:lnTo>
                <a:lnTo>
                  <a:pt x="429" y="8"/>
                </a:lnTo>
                <a:lnTo>
                  <a:pt x="429" y="9"/>
                </a:lnTo>
                <a:lnTo>
                  <a:pt x="429" y="10"/>
                </a:lnTo>
                <a:lnTo>
                  <a:pt x="430" y="10"/>
                </a:lnTo>
                <a:lnTo>
                  <a:pt x="430" y="11"/>
                </a:lnTo>
                <a:lnTo>
                  <a:pt x="431" y="11"/>
                </a:lnTo>
                <a:lnTo>
                  <a:pt x="432" y="11"/>
                </a:lnTo>
                <a:lnTo>
                  <a:pt x="431" y="13"/>
                </a:lnTo>
                <a:lnTo>
                  <a:pt x="434" y="14"/>
                </a:lnTo>
                <a:lnTo>
                  <a:pt x="434" y="13"/>
                </a:lnTo>
                <a:lnTo>
                  <a:pt x="435" y="13"/>
                </a:lnTo>
                <a:lnTo>
                  <a:pt x="435" y="12"/>
                </a:lnTo>
                <a:lnTo>
                  <a:pt x="436" y="11"/>
                </a:lnTo>
                <a:lnTo>
                  <a:pt x="437" y="12"/>
                </a:lnTo>
                <a:lnTo>
                  <a:pt x="439" y="12"/>
                </a:lnTo>
                <a:lnTo>
                  <a:pt x="443" y="14"/>
                </a:lnTo>
                <a:lnTo>
                  <a:pt x="443" y="15"/>
                </a:lnTo>
                <a:lnTo>
                  <a:pt x="444" y="15"/>
                </a:lnTo>
                <a:lnTo>
                  <a:pt x="445" y="15"/>
                </a:lnTo>
                <a:lnTo>
                  <a:pt x="446" y="16"/>
                </a:lnTo>
                <a:lnTo>
                  <a:pt x="446" y="17"/>
                </a:lnTo>
                <a:lnTo>
                  <a:pt x="447" y="17"/>
                </a:lnTo>
                <a:lnTo>
                  <a:pt x="449" y="18"/>
                </a:lnTo>
                <a:lnTo>
                  <a:pt x="449" y="19"/>
                </a:lnTo>
                <a:lnTo>
                  <a:pt x="449" y="20"/>
                </a:lnTo>
                <a:lnTo>
                  <a:pt x="448" y="23"/>
                </a:lnTo>
                <a:lnTo>
                  <a:pt x="449" y="23"/>
                </a:lnTo>
                <a:lnTo>
                  <a:pt x="453" y="21"/>
                </a:lnTo>
                <a:lnTo>
                  <a:pt x="454" y="21"/>
                </a:lnTo>
                <a:lnTo>
                  <a:pt x="456" y="20"/>
                </a:lnTo>
                <a:lnTo>
                  <a:pt x="457" y="20"/>
                </a:lnTo>
                <a:lnTo>
                  <a:pt x="458" y="20"/>
                </a:lnTo>
                <a:lnTo>
                  <a:pt x="459" y="20"/>
                </a:lnTo>
                <a:lnTo>
                  <a:pt x="461" y="21"/>
                </a:lnTo>
                <a:lnTo>
                  <a:pt x="462" y="21"/>
                </a:lnTo>
                <a:lnTo>
                  <a:pt x="463" y="21"/>
                </a:lnTo>
                <a:lnTo>
                  <a:pt x="464" y="21"/>
                </a:lnTo>
                <a:lnTo>
                  <a:pt x="465" y="20"/>
                </a:lnTo>
                <a:lnTo>
                  <a:pt x="467" y="20"/>
                </a:lnTo>
                <a:lnTo>
                  <a:pt x="468" y="21"/>
                </a:lnTo>
                <a:lnTo>
                  <a:pt x="469" y="21"/>
                </a:lnTo>
                <a:lnTo>
                  <a:pt x="470" y="21"/>
                </a:lnTo>
                <a:lnTo>
                  <a:pt x="472" y="21"/>
                </a:lnTo>
                <a:lnTo>
                  <a:pt x="473" y="20"/>
                </a:lnTo>
                <a:lnTo>
                  <a:pt x="474" y="21"/>
                </a:lnTo>
                <a:lnTo>
                  <a:pt x="475" y="21"/>
                </a:lnTo>
                <a:lnTo>
                  <a:pt x="475" y="22"/>
                </a:lnTo>
                <a:lnTo>
                  <a:pt x="476" y="22"/>
                </a:lnTo>
                <a:lnTo>
                  <a:pt x="476" y="21"/>
                </a:lnTo>
                <a:lnTo>
                  <a:pt x="477" y="21"/>
                </a:lnTo>
                <a:lnTo>
                  <a:pt x="478" y="21"/>
                </a:lnTo>
                <a:lnTo>
                  <a:pt x="478" y="23"/>
                </a:lnTo>
                <a:lnTo>
                  <a:pt x="480" y="22"/>
                </a:lnTo>
                <a:lnTo>
                  <a:pt x="481" y="22"/>
                </a:lnTo>
                <a:lnTo>
                  <a:pt x="481" y="21"/>
                </a:lnTo>
                <a:lnTo>
                  <a:pt x="482" y="21"/>
                </a:lnTo>
                <a:lnTo>
                  <a:pt x="484" y="22"/>
                </a:lnTo>
                <a:lnTo>
                  <a:pt x="484" y="21"/>
                </a:lnTo>
                <a:lnTo>
                  <a:pt x="485" y="21"/>
                </a:lnTo>
                <a:lnTo>
                  <a:pt x="485" y="23"/>
                </a:lnTo>
                <a:lnTo>
                  <a:pt x="486" y="24"/>
                </a:lnTo>
                <a:lnTo>
                  <a:pt x="487" y="23"/>
                </a:lnTo>
                <a:lnTo>
                  <a:pt x="486" y="22"/>
                </a:lnTo>
                <a:lnTo>
                  <a:pt x="486" y="21"/>
                </a:lnTo>
                <a:lnTo>
                  <a:pt x="487" y="21"/>
                </a:lnTo>
                <a:lnTo>
                  <a:pt x="488" y="21"/>
                </a:lnTo>
                <a:lnTo>
                  <a:pt x="489" y="22"/>
                </a:lnTo>
                <a:lnTo>
                  <a:pt x="490" y="22"/>
                </a:lnTo>
                <a:lnTo>
                  <a:pt x="489" y="23"/>
                </a:lnTo>
                <a:lnTo>
                  <a:pt x="488" y="23"/>
                </a:lnTo>
                <a:lnTo>
                  <a:pt x="488" y="24"/>
                </a:lnTo>
                <a:lnTo>
                  <a:pt x="491" y="24"/>
                </a:lnTo>
                <a:lnTo>
                  <a:pt x="491" y="23"/>
                </a:lnTo>
                <a:lnTo>
                  <a:pt x="492" y="24"/>
                </a:lnTo>
                <a:lnTo>
                  <a:pt x="493" y="25"/>
                </a:lnTo>
                <a:lnTo>
                  <a:pt x="493" y="28"/>
                </a:lnTo>
                <a:lnTo>
                  <a:pt x="493" y="29"/>
                </a:lnTo>
                <a:lnTo>
                  <a:pt x="494" y="29"/>
                </a:lnTo>
                <a:lnTo>
                  <a:pt x="494" y="27"/>
                </a:lnTo>
                <a:lnTo>
                  <a:pt x="493" y="26"/>
                </a:lnTo>
                <a:lnTo>
                  <a:pt x="493" y="24"/>
                </a:lnTo>
                <a:lnTo>
                  <a:pt x="495" y="23"/>
                </a:lnTo>
                <a:lnTo>
                  <a:pt x="499" y="23"/>
                </a:lnTo>
                <a:lnTo>
                  <a:pt x="504" y="22"/>
                </a:lnTo>
                <a:lnTo>
                  <a:pt x="504" y="23"/>
                </a:lnTo>
                <a:lnTo>
                  <a:pt x="504" y="25"/>
                </a:lnTo>
                <a:lnTo>
                  <a:pt x="503" y="27"/>
                </a:lnTo>
                <a:lnTo>
                  <a:pt x="503" y="28"/>
                </a:lnTo>
                <a:lnTo>
                  <a:pt x="503" y="29"/>
                </a:lnTo>
                <a:lnTo>
                  <a:pt x="504" y="29"/>
                </a:lnTo>
                <a:lnTo>
                  <a:pt x="504" y="28"/>
                </a:lnTo>
                <a:lnTo>
                  <a:pt x="504" y="27"/>
                </a:lnTo>
                <a:lnTo>
                  <a:pt x="505" y="27"/>
                </a:lnTo>
                <a:lnTo>
                  <a:pt x="505" y="26"/>
                </a:lnTo>
                <a:lnTo>
                  <a:pt x="505" y="25"/>
                </a:lnTo>
                <a:lnTo>
                  <a:pt x="505" y="23"/>
                </a:lnTo>
                <a:lnTo>
                  <a:pt x="508" y="23"/>
                </a:lnTo>
                <a:lnTo>
                  <a:pt x="509" y="23"/>
                </a:lnTo>
                <a:lnTo>
                  <a:pt x="511" y="23"/>
                </a:lnTo>
                <a:lnTo>
                  <a:pt x="513" y="23"/>
                </a:lnTo>
                <a:lnTo>
                  <a:pt x="516" y="23"/>
                </a:lnTo>
                <a:lnTo>
                  <a:pt x="517" y="23"/>
                </a:lnTo>
                <a:lnTo>
                  <a:pt x="518" y="24"/>
                </a:lnTo>
                <a:lnTo>
                  <a:pt x="519" y="24"/>
                </a:lnTo>
                <a:lnTo>
                  <a:pt x="519" y="27"/>
                </a:lnTo>
                <a:lnTo>
                  <a:pt x="519" y="28"/>
                </a:lnTo>
                <a:lnTo>
                  <a:pt x="520" y="28"/>
                </a:lnTo>
                <a:lnTo>
                  <a:pt x="520" y="30"/>
                </a:lnTo>
                <a:lnTo>
                  <a:pt x="520" y="32"/>
                </a:lnTo>
                <a:lnTo>
                  <a:pt x="522" y="32"/>
                </a:lnTo>
                <a:lnTo>
                  <a:pt x="523" y="32"/>
                </a:lnTo>
                <a:lnTo>
                  <a:pt x="524" y="34"/>
                </a:lnTo>
                <a:lnTo>
                  <a:pt x="525" y="34"/>
                </a:lnTo>
                <a:lnTo>
                  <a:pt x="525" y="33"/>
                </a:lnTo>
                <a:lnTo>
                  <a:pt x="525" y="32"/>
                </a:lnTo>
                <a:lnTo>
                  <a:pt x="526" y="32"/>
                </a:lnTo>
                <a:lnTo>
                  <a:pt x="527" y="31"/>
                </a:lnTo>
                <a:lnTo>
                  <a:pt x="528" y="31"/>
                </a:lnTo>
                <a:lnTo>
                  <a:pt x="529" y="31"/>
                </a:lnTo>
                <a:lnTo>
                  <a:pt x="529" y="32"/>
                </a:lnTo>
                <a:lnTo>
                  <a:pt x="530" y="32"/>
                </a:lnTo>
                <a:lnTo>
                  <a:pt x="531" y="31"/>
                </a:lnTo>
                <a:lnTo>
                  <a:pt x="534" y="31"/>
                </a:lnTo>
                <a:lnTo>
                  <a:pt x="536" y="32"/>
                </a:lnTo>
                <a:lnTo>
                  <a:pt x="537" y="31"/>
                </a:lnTo>
                <a:lnTo>
                  <a:pt x="537" y="30"/>
                </a:lnTo>
                <a:lnTo>
                  <a:pt x="536" y="30"/>
                </a:lnTo>
                <a:lnTo>
                  <a:pt x="535" y="30"/>
                </a:lnTo>
                <a:lnTo>
                  <a:pt x="534" y="28"/>
                </a:lnTo>
                <a:lnTo>
                  <a:pt x="534" y="26"/>
                </a:lnTo>
                <a:lnTo>
                  <a:pt x="534" y="24"/>
                </a:lnTo>
                <a:lnTo>
                  <a:pt x="535" y="23"/>
                </a:lnTo>
                <a:lnTo>
                  <a:pt x="536" y="22"/>
                </a:lnTo>
                <a:lnTo>
                  <a:pt x="537" y="23"/>
                </a:lnTo>
                <a:lnTo>
                  <a:pt x="539" y="23"/>
                </a:lnTo>
                <a:lnTo>
                  <a:pt x="539" y="22"/>
                </a:lnTo>
                <a:lnTo>
                  <a:pt x="538" y="21"/>
                </a:lnTo>
                <a:lnTo>
                  <a:pt x="539" y="21"/>
                </a:lnTo>
                <a:lnTo>
                  <a:pt x="540" y="21"/>
                </a:lnTo>
                <a:lnTo>
                  <a:pt x="541" y="21"/>
                </a:lnTo>
                <a:lnTo>
                  <a:pt x="541" y="20"/>
                </a:lnTo>
                <a:lnTo>
                  <a:pt x="541" y="19"/>
                </a:lnTo>
                <a:lnTo>
                  <a:pt x="540" y="18"/>
                </a:lnTo>
                <a:lnTo>
                  <a:pt x="539" y="18"/>
                </a:lnTo>
                <a:lnTo>
                  <a:pt x="538" y="17"/>
                </a:lnTo>
                <a:lnTo>
                  <a:pt x="538" y="16"/>
                </a:lnTo>
                <a:lnTo>
                  <a:pt x="539" y="16"/>
                </a:lnTo>
                <a:lnTo>
                  <a:pt x="541" y="15"/>
                </a:lnTo>
                <a:lnTo>
                  <a:pt x="542" y="15"/>
                </a:lnTo>
                <a:lnTo>
                  <a:pt x="543" y="15"/>
                </a:lnTo>
                <a:lnTo>
                  <a:pt x="544" y="14"/>
                </a:lnTo>
                <a:lnTo>
                  <a:pt x="544" y="15"/>
                </a:lnTo>
                <a:lnTo>
                  <a:pt x="544" y="16"/>
                </a:lnTo>
                <a:lnTo>
                  <a:pt x="544" y="17"/>
                </a:lnTo>
                <a:lnTo>
                  <a:pt x="544" y="18"/>
                </a:lnTo>
                <a:lnTo>
                  <a:pt x="545" y="17"/>
                </a:lnTo>
                <a:lnTo>
                  <a:pt x="546" y="17"/>
                </a:lnTo>
                <a:lnTo>
                  <a:pt x="547" y="17"/>
                </a:lnTo>
                <a:lnTo>
                  <a:pt x="547" y="16"/>
                </a:lnTo>
                <a:lnTo>
                  <a:pt x="548" y="16"/>
                </a:lnTo>
                <a:lnTo>
                  <a:pt x="549" y="16"/>
                </a:lnTo>
                <a:lnTo>
                  <a:pt x="548" y="17"/>
                </a:lnTo>
                <a:lnTo>
                  <a:pt x="548" y="18"/>
                </a:lnTo>
                <a:lnTo>
                  <a:pt x="549" y="18"/>
                </a:lnTo>
                <a:lnTo>
                  <a:pt x="550" y="18"/>
                </a:lnTo>
                <a:lnTo>
                  <a:pt x="549" y="17"/>
                </a:lnTo>
                <a:lnTo>
                  <a:pt x="550" y="17"/>
                </a:lnTo>
                <a:lnTo>
                  <a:pt x="551" y="18"/>
                </a:lnTo>
                <a:lnTo>
                  <a:pt x="551" y="19"/>
                </a:lnTo>
                <a:lnTo>
                  <a:pt x="552" y="19"/>
                </a:lnTo>
                <a:lnTo>
                  <a:pt x="553" y="19"/>
                </a:lnTo>
                <a:lnTo>
                  <a:pt x="553" y="20"/>
                </a:lnTo>
                <a:lnTo>
                  <a:pt x="554" y="21"/>
                </a:lnTo>
                <a:lnTo>
                  <a:pt x="554" y="22"/>
                </a:lnTo>
                <a:lnTo>
                  <a:pt x="555" y="22"/>
                </a:lnTo>
                <a:lnTo>
                  <a:pt x="555" y="21"/>
                </a:lnTo>
                <a:lnTo>
                  <a:pt x="556" y="21"/>
                </a:lnTo>
                <a:lnTo>
                  <a:pt x="557" y="21"/>
                </a:lnTo>
                <a:lnTo>
                  <a:pt x="558" y="21"/>
                </a:lnTo>
                <a:lnTo>
                  <a:pt x="558" y="20"/>
                </a:lnTo>
                <a:lnTo>
                  <a:pt x="559" y="20"/>
                </a:lnTo>
                <a:lnTo>
                  <a:pt x="560" y="20"/>
                </a:lnTo>
                <a:lnTo>
                  <a:pt x="561" y="20"/>
                </a:lnTo>
                <a:lnTo>
                  <a:pt x="564" y="20"/>
                </a:lnTo>
                <a:lnTo>
                  <a:pt x="565" y="19"/>
                </a:lnTo>
                <a:lnTo>
                  <a:pt x="566" y="17"/>
                </a:lnTo>
                <a:lnTo>
                  <a:pt x="566" y="14"/>
                </a:lnTo>
                <a:lnTo>
                  <a:pt x="566" y="13"/>
                </a:lnTo>
                <a:lnTo>
                  <a:pt x="565" y="13"/>
                </a:lnTo>
                <a:lnTo>
                  <a:pt x="564" y="13"/>
                </a:lnTo>
                <a:lnTo>
                  <a:pt x="564" y="12"/>
                </a:lnTo>
                <a:lnTo>
                  <a:pt x="564" y="11"/>
                </a:lnTo>
                <a:lnTo>
                  <a:pt x="565" y="11"/>
                </a:lnTo>
                <a:lnTo>
                  <a:pt x="565" y="10"/>
                </a:lnTo>
                <a:lnTo>
                  <a:pt x="564" y="6"/>
                </a:lnTo>
                <a:lnTo>
                  <a:pt x="564" y="5"/>
                </a:lnTo>
                <a:lnTo>
                  <a:pt x="566" y="5"/>
                </a:lnTo>
                <a:lnTo>
                  <a:pt x="570" y="5"/>
                </a:lnTo>
                <a:lnTo>
                  <a:pt x="571" y="5"/>
                </a:lnTo>
                <a:lnTo>
                  <a:pt x="571" y="6"/>
                </a:lnTo>
                <a:lnTo>
                  <a:pt x="571" y="10"/>
                </a:lnTo>
                <a:lnTo>
                  <a:pt x="573" y="10"/>
                </a:lnTo>
                <a:lnTo>
                  <a:pt x="575" y="9"/>
                </a:lnTo>
                <a:lnTo>
                  <a:pt x="576" y="9"/>
                </a:lnTo>
                <a:lnTo>
                  <a:pt x="577" y="8"/>
                </a:lnTo>
                <a:lnTo>
                  <a:pt x="577" y="6"/>
                </a:lnTo>
                <a:lnTo>
                  <a:pt x="578" y="7"/>
                </a:lnTo>
                <a:lnTo>
                  <a:pt x="588" y="12"/>
                </a:lnTo>
                <a:lnTo>
                  <a:pt x="589" y="14"/>
                </a:lnTo>
                <a:lnTo>
                  <a:pt x="588" y="14"/>
                </a:lnTo>
                <a:lnTo>
                  <a:pt x="586" y="16"/>
                </a:lnTo>
                <a:lnTo>
                  <a:pt x="586" y="17"/>
                </a:lnTo>
                <a:lnTo>
                  <a:pt x="588" y="16"/>
                </a:lnTo>
                <a:lnTo>
                  <a:pt x="589" y="16"/>
                </a:lnTo>
                <a:lnTo>
                  <a:pt x="590" y="15"/>
                </a:lnTo>
                <a:lnTo>
                  <a:pt x="590" y="16"/>
                </a:lnTo>
                <a:lnTo>
                  <a:pt x="591" y="16"/>
                </a:lnTo>
                <a:lnTo>
                  <a:pt x="591" y="17"/>
                </a:lnTo>
                <a:lnTo>
                  <a:pt x="591" y="18"/>
                </a:lnTo>
                <a:lnTo>
                  <a:pt x="591" y="19"/>
                </a:lnTo>
                <a:lnTo>
                  <a:pt x="592" y="20"/>
                </a:lnTo>
                <a:lnTo>
                  <a:pt x="592" y="21"/>
                </a:lnTo>
                <a:lnTo>
                  <a:pt x="593" y="21"/>
                </a:lnTo>
                <a:lnTo>
                  <a:pt x="593" y="22"/>
                </a:lnTo>
                <a:lnTo>
                  <a:pt x="593" y="23"/>
                </a:lnTo>
                <a:lnTo>
                  <a:pt x="594" y="23"/>
                </a:lnTo>
                <a:lnTo>
                  <a:pt x="594" y="24"/>
                </a:lnTo>
                <a:lnTo>
                  <a:pt x="595" y="25"/>
                </a:lnTo>
                <a:lnTo>
                  <a:pt x="595" y="26"/>
                </a:lnTo>
                <a:lnTo>
                  <a:pt x="595" y="27"/>
                </a:lnTo>
                <a:lnTo>
                  <a:pt x="594" y="27"/>
                </a:lnTo>
                <a:lnTo>
                  <a:pt x="593" y="27"/>
                </a:lnTo>
                <a:lnTo>
                  <a:pt x="594" y="28"/>
                </a:lnTo>
                <a:lnTo>
                  <a:pt x="594" y="29"/>
                </a:lnTo>
                <a:lnTo>
                  <a:pt x="594" y="30"/>
                </a:lnTo>
                <a:lnTo>
                  <a:pt x="594" y="31"/>
                </a:lnTo>
                <a:lnTo>
                  <a:pt x="595" y="32"/>
                </a:lnTo>
                <a:lnTo>
                  <a:pt x="596" y="33"/>
                </a:lnTo>
                <a:lnTo>
                  <a:pt x="597" y="35"/>
                </a:lnTo>
                <a:lnTo>
                  <a:pt x="598" y="35"/>
                </a:lnTo>
                <a:lnTo>
                  <a:pt x="598" y="36"/>
                </a:lnTo>
                <a:lnTo>
                  <a:pt x="601" y="41"/>
                </a:lnTo>
                <a:lnTo>
                  <a:pt x="605" y="41"/>
                </a:lnTo>
                <a:lnTo>
                  <a:pt x="608" y="42"/>
                </a:lnTo>
                <a:lnTo>
                  <a:pt x="610" y="44"/>
                </a:lnTo>
                <a:lnTo>
                  <a:pt x="611" y="44"/>
                </a:lnTo>
                <a:lnTo>
                  <a:pt x="612" y="45"/>
                </a:lnTo>
                <a:lnTo>
                  <a:pt x="613" y="45"/>
                </a:lnTo>
                <a:lnTo>
                  <a:pt x="614" y="46"/>
                </a:lnTo>
                <a:lnTo>
                  <a:pt x="616" y="47"/>
                </a:lnTo>
                <a:lnTo>
                  <a:pt x="616" y="48"/>
                </a:lnTo>
                <a:lnTo>
                  <a:pt x="617" y="53"/>
                </a:lnTo>
                <a:lnTo>
                  <a:pt x="618" y="59"/>
                </a:lnTo>
                <a:lnTo>
                  <a:pt x="619" y="59"/>
                </a:lnTo>
                <a:lnTo>
                  <a:pt x="619" y="60"/>
                </a:lnTo>
                <a:lnTo>
                  <a:pt x="618" y="60"/>
                </a:lnTo>
                <a:lnTo>
                  <a:pt x="618" y="61"/>
                </a:lnTo>
                <a:lnTo>
                  <a:pt x="617" y="63"/>
                </a:lnTo>
                <a:lnTo>
                  <a:pt x="616" y="63"/>
                </a:lnTo>
                <a:lnTo>
                  <a:pt x="615" y="63"/>
                </a:lnTo>
                <a:lnTo>
                  <a:pt x="615" y="64"/>
                </a:lnTo>
                <a:lnTo>
                  <a:pt x="615" y="65"/>
                </a:lnTo>
                <a:lnTo>
                  <a:pt x="615" y="67"/>
                </a:lnTo>
                <a:lnTo>
                  <a:pt x="616" y="68"/>
                </a:lnTo>
                <a:lnTo>
                  <a:pt x="617" y="68"/>
                </a:lnTo>
                <a:lnTo>
                  <a:pt x="618" y="67"/>
                </a:lnTo>
                <a:lnTo>
                  <a:pt x="619" y="68"/>
                </a:lnTo>
                <a:lnTo>
                  <a:pt x="620" y="69"/>
                </a:lnTo>
                <a:lnTo>
                  <a:pt x="620" y="70"/>
                </a:lnTo>
                <a:lnTo>
                  <a:pt x="619" y="72"/>
                </a:lnTo>
                <a:lnTo>
                  <a:pt x="618" y="73"/>
                </a:lnTo>
                <a:lnTo>
                  <a:pt x="618" y="75"/>
                </a:lnTo>
                <a:lnTo>
                  <a:pt x="619" y="75"/>
                </a:lnTo>
                <a:lnTo>
                  <a:pt x="619" y="74"/>
                </a:lnTo>
                <a:lnTo>
                  <a:pt x="620" y="73"/>
                </a:lnTo>
                <a:lnTo>
                  <a:pt x="625" y="74"/>
                </a:lnTo>
                <a:lnTo>
                  <a:pt x="625" y="73"/>
                </a:lnTo>
                <a:lnTo>
                  <a:pt x="626" y="72"/>
                </a:lnTo>
                <a:lnTo>
                  <a:pt x="629" y="72"/>
                </a:lnTo>
                <a:lnTo>
                  <a:pt x="630" y="72"/>
                </a:lnTo>
                <a:lnTo>
                  <a:pt x="630" y="74"/>
                </a:lnTo>
                <a:lnTo>
                  <a:pt x="631" y="75"/>
                </a:lnTo>
                <a:lnTo>
                  <a:pt x="632" y="75"/>
                </a:lnTo>
                <a:lnTo>
                  <a:pt x="633" y="74"/>
                </a:lnTo>
                <a:lnTo>
                  <a:pt x="633" y="73"/>
                </a:lnTo>
                <a:lnTo>
                  <a:pt x="633" y="72"/>
                </a:lnTo>
                <a:lnTo>
                  <a:pt x="634" y="71"/>
                </a:lnTo>
                <a:lnTo>
                  <a:pt x="635" y="70"/>
                </a:lnTo>
                <a:lnTo>
                  <a:pt x="635" y="69"/>
                </a:lnTo>
                <a:lnTo>
                  <a:pt x="636" y="68"/>
                </a:lnTo>
                <a:lnTo>
                  <a:pt x="637" y="68"/>
                </a:lnTo>
                <a:lnTo>
                  <a:pt x="638" y="69"/>
                </a:lnTo>
                <a:lnTo>
                  <a:pt x="639" y="70"/>
                </a:lnTo>
                <a:lnTo>
                  <a:pt x="639" y="71"/>
                </a:lnTo>
                <a:lnTo>
                  <a:pt x="640" y="72"/>
                </a:lnTo>
                <a:lnTo>
                  <a:pt x="641" y="72"/>
                </a:lnTo>
                <a:lnTo>
                  <a:pt x="642" y="71"/>
                </a:lnTo>
                <a:lnTo>
                  <a:pt x="643" y="71"/>
                </a:lnTo>
                <a:lnTo>
                  <a:pt x="643" y="70"/>
                </a:lnTo>
                <a:lnTo>
                  <a:pt x="644" y="69"/>
                </a:lnTo>
                <a:lnTo>
                  <a:pt x="644" y="68"/>
                </a:lnTo>
                <a:lnTo>
                  <a:pt x="643" y="68"/>
                </a:lnTo>
                <a:lnTo>
                  <a:pt x="644" y="68"/>
                </a:lnTo>
                <a:lnTo>
                  <a:pt x="645" y="68"/>
                </a:lnTo>
                <a:lnTo>
                  <a:pt x="646" y="67"/>
                </a:lnTo>
                <a:lnTo>
                  <a:pt x="647" y="68"/>
                </a:lnTo>
                <a:lnTo>
                  <a:pt x="648" y="67"/>
                </a:lnTo>
                <a:lnTo>
                  <a:pt x="648" y="65"/>
                </a:lnTo>
                <a:lnTo>
                  <a:pt x="649" y="65"/>
                </a:lnTo>
                <a:lnTo>
                  <a:pt x="650" y="65"/>
                </a:lnTo>
                <a:lnTo>
                  <a:pt x="650" y="66"/>
                </a:lnTo>
                <a:lnTo>
                  <a:pt x="652" y="67"/>
                </a:lnTo>
                <a:lnTo>
                  <a:pt x="651" y="68"/>
                </a:lnTo>
                <a:lnTo>
                  <a:pt x="652" y="69"/>
                </a:lnTo>
                <a:lnTo>
                  <a:pt x="653" y="69"/>
                </a:lnTo>
                <a:lnTo>
                  <a:pt x="653" y="70"/>
                </a:lnTo>
                <a:lnTo>
                  <a:pt x="653" y="71"/>
                </a:lnTo>
                <a:lnTo>
                  <a:pt x="652" y="71"/>
                </a:lnTo>
                <a:lnTo>
                  <a:pt x="650" y="72"/>
                </a:lnTo>
                <a:lnTo>
                  <a:pt x="649" y="72"/>
                </a:lnTo>
                <a:lnTo>
                  <a:pt x="648" y="72"/>
                </a:lnTo>
                <a:lnTo>
                  <a:pt x="647" y="73"/>
                </a:lnTo>
                <a:lnTo>
                  <a:pt x="647" y="74"/>
                </a:lnTo>
                <a:lnTo>
                  <a:pt x="646" y="75"/>
                </a:lnTo>
                <a:lnTo>
                  <a:pt x="645" y="76"/>
                </a:lnTo>
                <a:lnTo>
                  <a:pt x="644" y="76"/>
                </a:lnTo>
                <a:lnTo>
                  <a:pt x="644" y="77"/>
                </a:lnTo>
                <a:lnTo>
                  <a:pt x="642" y="77"/>
                </a:lnTo>
                <a:lnTo>
                  <a:pt x="641" y="76"/>
                </a:lnTo>
                <a:lnTo>
                  <a:pt x="640" y="76"/>
                </a:lnTo>
                <a:lnTo>
                  <a:pt x="639" y="76"/>
                </a:lnTo>
                <a:lnTo>
                  <a:pt x="638" y="76"/>
                </a:lnTo>
                <a:lnTo>
                  <a:pt x="637" y="76"/>
                </a:lnTo>
                <a:lnTo>
                  <a:pt x="636" y="76"/>
                </a:lnTo>
                <a:lnTo>
                  <a:pt x="635" y="77"/>
                </a:lnTo>
                <a:lnTo>
                  <a:pt x="635" y="78"/>
                </a:lnTo>
                <a:lnTo>
                  <a:pt x="635" y="79"/>
                </a:lnTo>
                <a:lnTo>
                  <a:pt x="637" y="80"/>
                </a:lnTo>
                <a:lnTo>
                  <a:pt x="639" y="81"/>
                </a:lnTo>
                <a:lnTo>
                  <a:pt x="639" y="82"/>
                </a:lnTo>
                <a:lnTo>
                  <a:pt x="640" y="83"/>
                </a:lnTo>
                <a:lnTo>
                  <a:pt x="641" y="83"/>
                </a:lnTo>
                <a:lnTo>
                  <a:pt x="641" y="84"/>
                </a:lnTo>
                <a:lnTo>
                  <a:pt x="643" y="84"/>
                </a:lnTo>
                <a:lnTo>
                  <a:pt x="643" y="85"/>
                </a:lnTo>
                <a:lnTo>
                  <a:pt x="646" y="86"/>
                </a:lnTo>
                <a:lnTo>
                  <a:pt x="649" y="89"/>
                </a:lnTo>
                <a:lnTo>
                  <a:pt x="651" y="90"/>
                </a:lnTo>
                <a:lnTo>
                  <a:pt x="651" y="91"/>
                </a:lnTo>
                <a:lnTo>
                  <a:pt x="652" y="92"/>
                </a:lnTo>
                <a:lnTo>
                  <a:pt x="651" y="92"/>
                </a:lnTo>
                <a:lnTo>
                  <a:pt x="643" y="86"/>
                </a:lnTo>
                <a:lnTo>
                  <a:pt x="638" y="83"/>
                </a:lnTo>
                <a:lnTo>
                  <a:pt x="637" y="83"/>
                </a:lnTo>
                <a:lnTo>
                  <a:pt x="642" y="86"/>
                </a:lnTo>
                <a:lnTo>
                  <a:pt x="647" y="91"/>
                </a:lnTo>
                <a:lnTo>
                  <a:pt x="650" y="96"/>
                </a:lnTo>
                <a:lnTo>
                  <a:pt x="648" y="96"/>
                </a:lnTo>
                <a:lnTo>
                  <a:pt x="647" y="95"/>
                </a:lnTo>
                <a:lnTo>
                  <a:pt x="646" y="91"/>
                </a:lnTo>
                <a:lnTo>
                  <a:pt x="645" y="91"/>
                </a:lnTo>
                <a:lnTo>
                  <a:pt x="645" y="90"/>
                </a:lnTo>
                <a:lnTo>
                  <a:pt x="643" y="89"/>
                </a:lnTo>
                <a:lnTo>
                  <a:pt x="639" y="87"/>
                </a:lnTo>
                <a:lnTo>
                  <a:pt x="636" y="86"/>
                </a:lnTo>
                <a:lnTo>
                  <a:pt x="635" y="85"/>
                </a:lnTo>
                <a:lnTo>
                  <a:pt x="633" y="86"/>
                </a:lnTo>
                <a:lnTo>
                  <a:pt x="632" y="86"/>
                </a:lnTo>
                <a:lnTo>
                  <a:pt x="631" y="86"/>
                </a:lnTo>
                <a:lnTo>
                  <a:pt x="629" y="87"/>
                </a:lnTo>
                <a:lnTo>
                  <a:pt x="627" y="87"/>
                </a:lnTo>
                <a:lnTo>
                  <a:pt x="627" y="86"/>
                </a:lnTo>
                <a:lnTo>
                  <a:pt x="626" y="86"/>
                </a:lnTo>
                <a:lnTo>
                  <a:pt x="625" y="86"/>
                </a:lnTo>
                <a:lnTo>
                  <a:pt x="625" y="87"/>
                </a:lnTo>
                <a:lnTo>
                  <a:pt x="624" y="88"/>
                </a:lnTo>
                <a:lnTo>
                  <a:pt x="624" y="89"/>
                </a:lnTo>
                <a:lnTo>
                  <a:pt x="622" y="89"/>
                </a:lnTo>
                <a:lnTo>
                  <a:pt x="620" y="88"/>
                </a:lnTo>
                <a:lnTo>
                  <a:pt x="617" y="86"/>
                </a:lnTo>
                <a:lnTo>
                  <a:pt x="616" y="86"/>
                </a:lnTo>
                <a:lnTo>
                  <a:pt x="615" y="86"/>
                </a:lnTo>
                <a:lnTo>
                  <a:pt x="613" y="87"/>
                </a:lnTo>
                <a:lnTo>
                  <a:pt x="611" y="87"/>
                </a:lnTo>
                <a:lnTo>
                  <a:pt x="611" y="88"/>
                </a:lnTo>
                <a:lnTo>
                  <a:pt x="612" y="88"/>
                </a:lnTo>
                <a:lnTo>
                  <a:pt x="612" y="89"/>
                </a:lnTo>
                <a:lnTo>
                  <a:pt x="612" y="90"/>
                </a:lnTo>
                <a:lnTo>
                  <a:pt x="613" y="91"/>
                </a:lnTo>
                <a:lnTo>
                  <a:pt x="613" y="92"/>
                </a:lnTo>
                <a:lnTo>
                  <a:pt x="614" y="93"/>
                </a:lnTo>
                <a:lnTo>
                  <a:pt x="613" y="93"/>
                </a:lnTo>
                <a:lnTo>
                  <a:pt x="613" y="94"/>
                </a:lnTo>
                <a:lnTo>
                  <a:pt x="613" y="95"/>
                </a:lnTo>
                <a:lnTo>
                  <a:pt x="614" y="95"/>
                </a:lnTo>
                <a:lnTo>
                  <a:pt x="613" y="98"/>
                </a:lnTo>
                <a:lnTo>
                  <a:pt x="612" y="98"/>
                </a:lnTo>
                <a:lnTo>
                  <a:pt x="612" y="99"/>
                </a:lnTo>
                <a:lnTo>
                  <a:pt x="612" y="100"/>
                </a:lnTo>
                <a:lnTo>
                  <a:pt x="611" y="102"/>
                </a:lnTo>
                <a:lnTo>
                  <a:pt x="610" y="102"/>
                </a:lnTo>
                <a:lnTo>
                  <a:pt x="609" y="103"/>
                </a:lnTo>
                <a:lnTo>
                  <a:pt x="609" y="104"/>
                </a:lnTo>
                <a:lnTo>
                  <a:pt x="606" y="107"/>
                </a:lnTo>
                <a:lnTo>
                  <a:pt x="606" y="108"/>
                </a:lnTo>
                <a:lnTo>
                  <a:pt x="605" y="108"/>
                </a:lnTo>
                <a:lnTo>
                  <a:pt x="605" y="110"/>
                </a:lnTo>
                <a:lnTo>
                  <a:pt x="604" y="110"/>
                </a:lnTo>
                <a:lnTo>
                  <a:pt x="604" y="111"/>
                </a:lnTo>
                <a:lnTo>
                  <a:pt x="603" y="115"/>
                </a:lnTo>
                <a:lnTo>
                  <a:pt x="604" y="115"/>
                </a:lnTo>
                <a:lnTo>
                  <a:pt x="604" y="116"/>
                </a:lnTo>
                <a:lnTo>
                  <a:pt x="603" y="116"/>
                </a:lnTo>
                <a:lnTo>
                  <a:pt x="603" y="118"/>
                </a:lnTo>
                <a:lnTo>
                  <a:pt x="603" y="119"/>
                </a:lnTo>
                <a:lnTo>
                  <a:pt x="601" y="124"/>
                </a:lnTo>
                <a:lnTo>
                  <a:pt x="601" y="125"/>
                </a:lnTo>
                <a:lnTo>
                  <a:pt x="601" y="127"/>
                </a:lnTo>
                <a:lnTo>
                  <a:pt x="600" y="127"/>
                </a:lnTo>
                <a:lnTo>
                  <a:pt x="600" y="128"/>
                </a:lnTo>
                <a:lnTo>
                  <a:pt x="600" y="129"/>
                </a:lnTo>
                <a:lnTo>
                  <a:pt x="598" y="130"/>
                </a:lnTo>
                <a:lnTo>
                  <a:pt x="598" y="131"/>
                </a:lnTo>
                <a:lnTo>
                  <a:pt x="597" y="131"/>
                </a:lnTo>
                <a:lnTo>
                  <a:pt x="595" y="131"/>
                </a:lnTo>
                <a:lnTo>
                  <a:pt x="596" y="132"/>
                </a:lnTo>
                <a:lnTo>
                  <a:pt x="597" y="131"/>
                </a:lnTo>
                <a:lnTo>
                  <a:pt x="598" y="132"/>
                </a:lnTo>
                <a:lnTo>
                  <a:pt x="599" y="133"/>
                </a:lnTo>
                <a:lnTo>
                  <a:pt x="599" y="134"/>
                </a:lnTo>
                <a:lnTo>
                  <a:pt x="600" y="137"/>
                </a:lnTo>
                <a:lnTo>
                  <a:pt x="601" y="138"/>
                </a:lnTo>
                <a:lnTo>
                  <a:pt x="602" y="139"/>
                </a:lnTo>
                <a:lnTo>
                  <a:pt x="603" y="139"/>
                </a:lnTo>
                <a:lnTo>
                  <a:pt x="603" y="140"/>
                </a:lnTo>
                <a:lnTo>
                  <a:pt x="603" y="145"/>
                </a:lnTo>
                <a:lnTo>
                  <a:pt x="603" y="146"/>
                </a:lnTo>
                <a:lnTo>
                  <a:pt x="602" y="148"/>
                </a:lnTo>
                <a:lnTo>
                  <a:pt x="602" y="149"/>
                </a:lnTo>
                <a:lnTo>
                  <a:pt x="602" y="150"/>
                </a:lnTo>
                <a:lnTo>
                  <a:pt x="602" y="152"/>
                </a:lnTo>
                <a:lnTo>
                  <a:pt x="603" y="154"/>
                </a:lnTo>
                <a:lnTo>
                  <a:pt x="605" y="158"/>
                </a:lnTo>
                <a:lnTo>
                  <a:pt x="604" y="160"/>
                </a:lnTo>
                <a:lnTo>
                  <a:pt x="606" y="161"/>
                </a:lnTo>
                <a:lnTo>
                  <a:pt x="607" y="161"/>
                </a:lnTo>
                <a:lnTo>
                  <a:pt x="608" y="165"/>
                </a:lnTo>
                <a:lnTo>
                  <a:pt x="607" y="165"/>
                </a:lnTo>
                <a:lnTo>
                  <a:pt x="606" y="165"/>
                </a:lnTo>
                <a:lnTo>
                  <a:pt x="604" y="166"/>
                </a:lnTo>
                <a:lnTo>
                  <a:pt x="603" y="165"/>
                </a:lnTo>
                <a:lnTo>
                  <a:pt x="601" y="164"/>
                </a:lnTo>
                <a:lnTo>
                  <a:pt x="600" y="163"/>
                </a:lnTo>
                <a:lnTo>
                  <a:pt x="599" y="163"/>
                </a:lnTo>
                <a:lnTo>
                  <a:pt x="598" y="163"/>
                </a:lnTo>
                <a:lnTo>
                  <a:pt x="599" y="164"/>
                </a:lnTo>
                <a:lnTo>
                  <a:pt x="599" y="166"/>
                </a:lnTo>
                <a:lnTo>
                  <a:pt x="599" y="165"/>
                </a:lnTo>
                <a:lnTo>
                  <a:pt x="600" y="165"/>
                </a:lnTo>
                <a:lnTo>
                  <a:pt x="601" y="165"/>
                </a:lnTo>
                <a:lnTo>
                  <a:pt x="601" y="167"/>
                </a:lnTo>
                <a:lnTo>
                  <a:pt x="601" y="168"/>
                </a:lnTo>
                <a:lnTo>
                  <a:pt x="599" y="169"/>
                </a:lnTo>
                <a:lnTo>
                  <a:pt x="598" y="169"/>
                </a:lnTo>
                <a:lnTo>
                  <a:pt x="599" y="170"/>
                </a:lnTo>
                <a:lnTo>
                  <a:pt x="599" y="171"/>
                </a:lnTo>
                <a:lnTo>
                  <a:pt x="599" y="172"/>
                </a:lnTo>
                <a:lnTo>
                  <a:pt x="598" y="172"/>
                </a:lnTo>
                <a:lnTo>
                  <a:pt x="599" y="173"/>
                </a:lnTo>
                <a:lnTo>
                  <a:pt x="599" y="172"/>
                </a:lnTo>
                <a:lnTo>
                  <a:pt x="600" y="172"/>
                </a:lnTo>
                <a:lnTo>
                  <a:pt x="600" y="171"/>
                </a:lnTo>
                <a:lnTo>
                  <a:pt x="601" y="170"/>
                </a:lnTo>
                <a:lnTo>
                  <a:pt x="602" y="169"/>
                </a:lnTo>
                <a:lnTo>
                  <a:pt x="604" y="168"/>
                </a:lnTo>
                <a:lnTo>
                  <a:pt x="605" y="168"/>
                </a:lnTo>
                <a:lnTo>
                  <a:pt x="606" y="169"/>
                </a:lnTo>
                <a:lnTo>
                  <a:pt x="607" y="168"/>
                </a:lnTo>
                <a:lnTo>
                  <a:pt x="609" y="168"/>
                </a:lnTo>
                <a:lnTo>
                  <a:pt x="611" y="171"/>
                </a:lnTo>
                <a:lnTo>
                  <a:pt x="611" y="172"/>
                </a:lnTo>
                <a:lnTo>
                  <a:pt x="612" y="174"/>
                </a:lnTo>
                <a:lnTo>
                  <a:pt x="613" y="175"/>
                </a:lnTo>
                <a:lnTo>
                  <a:pt x="614" y="175"/>
                </a:lnTo>
                <a:lnTo>
                  <a:pt x="614" y="176"/>
                </a:lnTo>
                <a:lnTo>
                  <a:pt x="615" y="177"/>
                </a:lnTo>
                <a:lnTo>
                  <a:pt x="615" y="180"/>
                </a:lnTo>
                <a:lnTo>
                  <a:pt x="614" y="180"/>
                </a:lnTo>
                <a:lnTo>
                  <a:pt x="614" y="181"/>
                </a:lnTo>
                <a:lnTo>
                  <a:pt x="615" y="181"/>
                </a:lnTo>
                <a:lnTo>
                  <a:pt x="616" y="181"/>
                </a:lnTo>
                <a:lnTo>
                  <a:pt x="618" y="180"/>
                </a:lnTo>
                <a:lnTo>
                  <a:pt x="619" y="181"/>
                </a:lnTo>
                <a:lnTo>
                  <a:pt x="620" y="182"/>
                </a:lnTo>
                <a:lnTo>
                  <a:pt x="625" y="181"/>
                </a:lnTo>
                <a:lnTo>
                  <a:pt x="627" y="182"/>
                </a:lnTo>
                <a:lnTo>
                  <a:pt x="627" y="183"/>
                </a:lnTo>
                <a:lnTo>
                  <a:pt x="627" y="185"/>
                </a:lnTo>
                <a:lnTo>
                  <a:pt x="628" y="185"/>
                </a:lnTo>
                <a:lnTo>
                  <a:pt x="629" y="185"/>
                </a:lnTo>
                <a:lnTo>
                  <a:pt x="630" y="187"/>
                </a:lnTo>
                <a:lnTo>
                  <a:pt x="631" y="187"/>
                </a:lnTo>
                <a:lnTo>
                  <a:pt x="632" y="188"/>
                </a:lnTo>
                <a:lnTo>
                  <a:pt x="633" y="188"/>
                </a:lnTo>
                <a:lnTo>
                  <a:pt x="634" y="188"/>
                </a:lnTo>
                <a:lnTo>
                  <a:pt x="634" y="189"/>
                </a:lnTo>
                <a:lnTo>
                  <a:pt x="637" y="191"/>
                </a:lnTo>
                <a:lnTo>
                  <a:pt x="638" y="192"/>
                </a:lnTo>
                <a:lnTo>
                  <a:pt x="639" y="191"/>
                </a:lnTo>
                <a:lnTo>
                  <a:pt x="641" y="189"/>
                </a:lnTo>
                <a:lnTo>
                  <a:pt x="641" y="190"/>
                </a:lnTo>
                <a:lnTo>
                  <a:pt x="642" y="191"/>
                </a:lnTo>
                <a:lnTo>
                  <a:pt x="642" y="192"/>
                </a:lnTo>
                <a:lnTo>
                  <a:pt x="643" y="188"/>
                </a:lnTo>
                <a:lnTo>
                  <a:pt x="643" y="187"/>
                </a:lnTo>
                <a:lnTo>
                  <a:pt x="643" y="186"/>
                </a:lnTo>
                <a:lnTo>
                  <a:pt x="644" y="187"/>
                </a:lnTo>
                <a:lnTo>
                  <a:pt x="646" y="187"/>
                </a:lnTo>
                <a:lnTo>
                  <a:pt x="647" y="187"/>
                </a:lnTo>
                <a:lnTo>
                  <a:pt x="651" y="187"/>
                </a:lnTo>
                <a:lnTo>
                  <a:pt x="651" y="194"/>
                </a:lnTo>
                <a:lnTo>
                  <a:pt x="655" y="193"/>
                </a:lnTo>
                <a:lnTo>
                  <a:pt x="655" y="192"/>
                </a:lnTo>
                <a:lnTo>
                  <a:pt x="654" y="190"/>
                </a:lnTo>
                <a:lnTo>
                  <a:pt x="654" y="188"/>
                </a:lnTo>
                <a:lnTo>
                  <a:pt x="655" y="187"/>
                </a:lnTo>
                <a:lnTo>
                  <a:pt x="657" y="187"/>
                </a:lnTo>
                <a:lnTo>
                  <a:pt x="661" y="190"/>
                </a:lnTo>
                <a:lnTo>
                  <a:pt x="663" y="190"/>
                </a:lnTo>
                <a:lnTo>
                  <a:pt x="665" y="188"/>
                </a:lnTo>
                <a:lnTo>
                  <a:pt x="667" y="189"/>
                </a:lnTo>
                <a:lnTo>
                  <a:pt x="668" y="191"/>
                </a:lnTo>
                <a:lnTo>
                  <a:pt x="668" y="193"/>
                </a:lnTo>
                <a:lnTo>
                  <a:pt x="668" y="197"/>
                </a:lnTo>
                <a:lnTo>
                  <a:pt x="670" y="198"/>
                </a:lnTo>
                <a:lnTo>
                  <a:pt x="670" y="200"/>
                </a:lnTo>
                <a:lnTo>
                  <a:pt x="665" y="213"/>
                </a:lnTo>
                <a:lnTo>
                  <a:pt x="666" y="213"/>
                </a:lnTo>
                <a:lnTo>
                  <a:pt x="667" y="213"/>
                </a:lnTo>
                <a:lnTo>
                  <a:pt x="667" y="212"/>
                </a:lnTo>
                <a:lnTo>
                  <a:pt x="668" y="212"/>
                </a:lnTo>
                <a:lnTo>
                  <a:pt x="669" y="211"/>
                </a:lnTo>
                <a:lnTo>
                  <a:pt x="670" y="211"/>
                </a:lnTo>
                <a:lnTo>
                  <a:pt x="671" y="212"/>
                </a:lnTo>
                <a:lnTo>
                  <a:pt x="671" y="211"/>
                </a:lnTo>
                <a:lnTo>
                  <a:pt x="672" y="211"/>
                </a:lnTo>
                <a:lnTo>
                  <a:pt x="672" y="210"/>
                </a:lnTo>
                <a:lnTo>
                  <a:pt x="673" y="209"/>
                </a:lnTo>
                <a:lnTo>
                  <a:pt x="675" y="209"/>
                </a:lnTo>
                <a:lnTo>
                  <a:pt x="675" y="210"/>
                </a:lnTo>
                <a:lnTo>
                  <a:pt x="676" y="210"/>
                </a:lnTo>
                <a:lnTo>
                  <a:pt x="676" y="211"/>
                </a:lnTo>
                <a:lnTo>
                  <a:pt x="677" y="213"/>
                </a:lnTo>
                <a:lnTo>
                  <a:pt x="678" y="216"/>
                </a:lnTo>
                <a:lnTo>
                  <a:pt x="679" y="216"/>
                </a:lnTo>
                <a:lnTo>
                  <a:pt x="679" y="215"/>
                </a:lnTo>
                <a:lnTo>
                  <a:pt x="679" y="214"/>
                </a:lnTo>
                <a:lnTo>
                  <a:pt x="679" y="213"/>
                </a:lnTo>
                <a:lnTo>
                  <a:pt x="679" y="212"/>
                </a:lnTo>
                <a:lnTo>
                  <a:pt x="679" y="210"/>
                </a:lnTo>
                <a:lnTo>
                  <a:pt x="680" y="209"/>
                </a:lnTo>
                <a:lnTo>
                  <a:pt x="681" y="209"/>
                </a:lnTo>
                <a:lnTo>
                  <a:pt x="682" y="208"/>
                </a:lnTo>
                <a:lnTo>
                  <a:pt x="683" y="208"/>
                </a:lnTo>
                <a:lnTo>
                  <a:pt x="683" y="207"/>
                </a:lnTo>
                <a:lnTo>
                  <a:pt x="683" y="206"/>
                </a:lnTo>
                <a:lnTo>
                  <a:pt x="683" y="205"/>
                </a:lnTo>
                <a:lnTo>
                  <a:pt x="684" y="205"/>
                </a:lnTo>
                <a:lnTo>
                  <a:pt x="685" y="205"/>
                </a:lnTo>
                <a:lnTo>
                  <a:pt x="685" y="204"/>
                </a:lnTo>
                <a:lnTo>
                  <a:pt x="686" y="204"/>
                </a:lnTo>
                <a:lnTo>
                  <a:pt x="688" y="203"/>
                </a:lnTo>
                <a:lnTo>
                  <a:pt x="693" y="203"/>
                </a:lnTo>
                <a:lnTo>
                  <a:pt x="698" y="203"/>
                </a:lnTo>
                <a:lnTo>
                  <a:pt x="699" y="203"/>
                </a:lnTo>
                <a:lnTo>
                  <a:pt x="699" y="205"/>
                </a:lnTo>
                <a:lnTo>
                  <a:pt x="699" y="206"/>
                </a:lnTo>
                <a:lnTo>
                  <a:pt x="701" y="208"/>
                </a:lnTo>
                <a:lnTo>
                  <a:pt x="701" y="207"/>
                </a:lnTo>
                <a:lnTo>
                  <a:pt x="702" y="206"/>
                </a:lnTo>
                <a:lnTo>
                  <a:pt x="703" y="206"/>
                </a:lnTo>
                <a:lnTo>
                  <a:pt x="703" y="205"/>
                </a:lnTo>
                <a:lnTo>
                  <a:pt x="703" y="202"/>
                </a:lnTo>
                <a:lnTo>
                  <a:pt x="704" y="202"/>
                </a:lnTo>
                <a:lnTo>
                  <a:pt x="704" y="200"/>
                </a:lnTo>
                <a:lnTo>
                  <a:pt x="712" y="199"/>
                </a:lnTo>
                <a:lnTo>
                  <a:pt x="713" y="202"/>
                </a:lnTo>
                <a:lnTo>
                  <a:pt x="713" y="205"/>
                </a:lnTo>
                <a:lnTo>
                  <a:pt x="713" y="208"/>
                </a:lnTo>
                <a:lnTo>
                  <a:pt x="713" y="210"/>
                </a:lnTo>
                <a:lnTo>
                  <a:pt x="713" y="211"/>
                </a:lnTo>
                <a:lnTo>
                  <a:pt x="713" y="212"/>
                </a:lnTo>
                <a:lnTo>
                  <a:pt x="713" y="213"/>
                </a:lnTo>
                <a:lnTo>
                  <a:pt x="714" y="214"/>
                </a:lnTo>
                <a:lnTo>
                  <a:pt x="716" y="214"/>
                </a:lnTo>
                <a:lnTo>
                  <a:pt x="716" y="213"/>
                </a:lnTo>
                <a:lnTo>
                  <a:pt x="716" y="212"/>
                </a:lnTo>
                <a:lnTo>
                  <a:pt x="715" y="212"/>
                </a:lnTo>
                <a:lnTo>
                  <a:pt x="715" y="211"/>
                </a:lnTo>
                <a:lnTo>
                  <a:pt x="715" y="210"/>
                </a:lnTo>
                <a:lnTo>
                  <a:pt x="715" y="209"/>
                </a:lnTo>
                <a:lnTo>
                  <a:pt x="715" y="208"/>
                </a:lnTo>
                <a:lnTo>
                  <a:pt x="715" y="207"/>
                </a:lnTo>
                <a:lnTo>
                  <a:pt x="716" y="206"/>
                </a:lnTo>
                <a:lnTo>
                  <a:pt x="717" y="205"/>
                </a:lnTo>
                <a:lnTo>
                  <a:pt x="717" y="204"/>
                </a:lnTo>
                <a:lnTo>
                  <a:pt x="717" y="203"/>
                </a:lnTo>
                <a:lnTo>
                  <a:pt x="717" y="202"/>
                </a:lnTo>
                <a:lnTo>
                  <a:pt x="718" y="202"/>
                </a:lnTo>
                <a:lnTo>
                  <a:pt x="718" y="201"/>
                </a:lnTo>
                <a:lnTo>
                  <a:pt x="719" y="201"/>
                </a:lnTo>
                <a:lnTo>
                  <a:pt x="719" y="200"/>
                </a:lnTo>
                <a:lnTo>
                  <a:pt x="720" y="200"/>
                </a:lnTo>
                <a:lnTo>
                  <a:pt x="719" y="200"/>
                </a:lnTo>
                <a:lnTo>
                  <a:pt x="718" y="198"/>
                </a:lnTo>
                <a:lnTo>
                  <a:pt x="721" y="196"/>
                </a:lnTo>
                <a:lnTo>
                  <a:pt x="723" y="195"/>
                </a:lnTo>
                <a:lnTo>
                  <a:pt x="723" y="194"/>
                </a:lnTo>
                <a:lnTo>
                  <a:pt x="723" y="196"/>
                </a:lnTo>
                <a:lnTo>
                  <a:pt x="731" y="193"/>
                </a:lnTo>
                <a:lnTo>
                  <a:pt x="731" y="195"/>
                </a:lnTo>
                <a:lnTo>
                  <a:pt x="732" y="197"/>
                </a:lnTo>
                <a:lnTo>
                  <a:pt x="732" y="198"/>
                </a:lnTo>
                <a:lnTo>
                  <a:pt x="737" y="196"/>
                </a:lnTo>
                <a:lnTo>
                  <a:pt x="736" y="194"/>
                </a:lnTo>
                <a:lnTo>
                  <a:pt x="736" y="193"/>
                </a:lnTo>
                <a:lnTo>
                  <a:pt x="739" y="192"/>
                </a:lnTo>
                <a:lnTo>
                  <a:pt x="739" y="194"/>
                </a:lnTo>
                <a:lnTo>
                  <a:pt x="740" y="196"/>
                </a:lnTo>
                <a:lnTo>
                  <a:pt x="741" y="195"/>
                </a:lnTo>
                <a:lnTo>
                  <a:pt x="744" y="194"/>
                </a:lnTo>
                <a:lnTo>
                  <a:pt x="743" y="191"/>
                </a:lnTo>
                <a:lnTo>
                  <a:pt x="744" y="190"/>
                </a:lnTo>
                <a:lnTo>
                  <a:pt x="744" y="189"/>
                </a:lnTo>
                <a:lnTo>
                  <a:pt x="747" y="187"/>
                </a:lnTo>
                <a:lnTo>
                  <a:pt x="747" y="186"/>
                </a:lnTo>
                <a:lnTo>
                  <a:pt x="746" y="185"/>
                </a:lnTo>
                <a:lnTo>
                  <a:pt x="747" y="184"/>
                </a:lnTo>
                <a:lnTo>
                  <a:pt x="748" y="182"/>
                </a:lnTo>
                <a:lnTo>
                  <a:pt x="749" y="181"/>
                </a:lnTo>
                <a:lnTo>
                  <a:pt x="751" y="180"/>
                </a:lnTo>
                <a:lnTo>
                  <a:pt x="752" y="180"/>
                </a:lnTo>
                <a:lnTo>
                  <a:pt x="755" y="176"/>
                </a:lnTo>
                <a:lnTo>
                  <a:pt x="756" y="175"/>
                </a:lnTo>
                <a:lnTo>
                  <a:pt x="754" y="174"/>
                </a:lnTo>
                <a:lnTo>
                  <a:pt x="753" y="174"/>
                </a:lnTo>
                <a:lnTo>
                  <a:pt x="754" y="174"/>
                </a:lnTo>
                <a:lnTo>
                  <a:pt x="756" y="174"/>
                </a:lnTo>
                <a:lnTo>
                  <a:pt x="757" y="172"/>
                </a:lnTo>
                <a:lnTo>
                  <a:pt x="758" y="171"/>
                </a:lnTo>
                <a:lnTo>
                  <a:pt x="760" y="170"/>
                </a:lnTo>
                <a:lnTo>
                  <a:pt x="759" y="169"/>
                </a:lnTo>
                <a:lnTo>
                  <a:pt x="760" y="169"/>
                </a:lnTo>
                <a:lnTo>
                  <a:pt x="760" y="168"/>
                </a:lnTo>
                <a:lnTo>
                  <a:pt x="761" y="168"/>
                </a:lnTo>
                <a:lnTo>
                  <a:pt x="762" y="166"/>
                </a:lnTo>
                <a:lnTo>
                  <a:pt x="761" y="164"/>
                </a:lnTo>
                <a:lnTo>
                  <a:pt x="760" y="164"/>
                </a:lnTo>
                <a:lnTo>
                  <a:pt x="760" y="163"/>
                </a:lnTo>
                <a:lnTo>
                  <a:pt x="762" y="163"/>
                </a:lnTo>
                <a:lnTo>
                  <a:pt x="763" y="162"/>
                </a:lnTo>
                <a:lnTo>
                  <a:pt x="763" y="161"/>
                </a:lnTo>
                <a:lnTo>
                  <a:pt x="763" y="159"/>
                </a:lnTo>
                <a:lnTo>
                  <a:pt x="761" y="159"/>
                </a:lnTo>
                <a:lnTo>
                  <a:pt x="760" y="158"/>
                </a:lnTo>
                <a:lnTo>
                  <a:pt x="760" y="157"/>
                </a:lnTo>
                <a:lnTo>
                  <a:pt x="760" y="156"/>
                </a:lnTo>
                <a:lnTo>
                  <a:pt x="760" y="155"/>
                </a:lnTo>
                <a:lnTo>
                  <a:pt x="761" y="155"/>
                </a:lnTo>
                <a:lnTo>
                  <a:pt x="761" y="156"/>
                </a:lnTo>
                <a:lnTo>
                  <a:pt x="762" y="156"/>
                </a:lnTo>
                <a:lnTo>
                  <a:pt x="763" y="156"/>
                </a:lnTo>
                <a:lnTo>
                  <a:pt x="763" y="155"/>
                </a:lnTo>
                <a:lnTo>
                  <a:pt x="762" y="155"/>
                </a:lnTo>
                <a:lnTo>
                  <a:pt x="763" y="155"/>
                </a:lnTo>
                <a:lnTo>
                  <a:pt x="763" y="154"/>
                </a:lnTo>
                <a:lnTo>
                  <a:pt x="762" y="153"/>
                </a:lnTo>
                <a:lnTo>
                  <a:pt x="761" y="153"/>
                </a:lnTo>
                <a:lnTo>
                  <a:pt x="760" y="153"/>
                </a:lnTo>
                <a:lnTo>
                  <a:pt x="759" y="152"/>
                </a:lnTo>
                <a:lnTo>
                  <a:pt x="758" y="150"/>
                </a:lnTo>
                <a:lnTo>
                  <a:pt x="758" y="149"/>
                </a:lnTo>
                <a:lnTo>
                  <a:pt x="757" y="148"/>
                </a:lnTo>
                <a:lnTo>
                  <a:pt x="756" y="149"/>
                </a:lnTo>
                <a:lnTo>
                  <a:pt x="756" y="151"/>
                </a:lnTo>
                <a:lnTo>
                  <a:pt x="755" y="151"/>
                </a:lnTo>
                <a:lnTo>
                  <a:pt x="754" y="150"/>
                </a:lnTo>
                <a:lnTo>
                  <a:pt x="753" y="149"/>
                </a:lnTo>
                <a:lnTo>
                  <a:pt x="753" y="148"/>
                </a:lnTo>
                <a:lnTo>
                  <a:pt x="751" y="147"/>
                </a:lnTo>
                <a:lnTo>
                  <a:pt x="750" y="147"/>
                </a:lnTo>
                <a:lnTo>
                  <a:pt x="751" y="146"/>
                </a:lnTo>
                <a:lnTo>
                  <a:pt x="751" y="145"/>
                </a:lnTo>
                <a:lnTo>
                  <a:pt x="751" y="142"/>
                </a:lnTo>
                <a:lnTo>
                  <a:pt x="750" y="142"/>
                </a:lnTo>
                <a:lnTo>
                  <a:pt x="750" y="141"/>
                </a:lnTo>
                <a:lnTo>
                  <a:pt x="751" y="141"/>
                </a:lnTo>
                <a:lnTo>
                  <a:pt x="754" y="139"/>
                </a:lnTo>
                <a:lnTo>
                  <a:pt x="755" y="139"/>
                </a:lnTo>
                <a:lnTo>
                  <a:pt x="761" y="138"/>
                </a:lnTo>
                <a:lnTo>
                  <a:pt x="763" y="137"/>
                </a:lnTo>
                <a:lnTo>
                  <a:pt x="764" y="136"/>
                </a:lnTo>
                <a:lnTo>
                  <a:pt x="765" y="136"/>
                </a:lnTo>
                <a:lnTo>
                  <a:pt x="766" y="135"/>
                </a:lnTo>
                <a:lnTo>
                  <a:pt x="766" y="133"/>
                </a:lnTo>
                <a:lnTo>
                  <a:pt x="765" y="133"/>
                </a:lnTo>
                <a:lnTo>
                  <a:pt x="765" y="131"/>
                </a:lnTo>
                <a:lnTo>
                  <a:pt x="765" y="130"/>
                </a:lnTo>
                <a:lnTo>
                  <a:pt x="767" y="130"/>
                </a:lnTo>
                <a:lnTo>
                  <a:pt x="767" y="129"/>
                </a:lnTo>
                <a:lnTo>
                  <a:pt x="766" y="129"/>
                </a:lnTo>
                <a:lnTo>
                  <a:pt x="766" y="128"/>
                </a:lnTo>
                <a:lnTo>
                  <a:pt x="767" y="128"/>
                </a:lnTo>
                <a:lnTo>
                  <a:pt x="770" y="128"/>
                </a:lnTo>
                <a:lnTo>
                  <a:pt x="770" y="129"/>
                </a:lnTo>
                <a:lnTo>
                  <a:pt x="773" y="128"/>
                </a:lnTo>
                <a:lnTo>
                  <a:pt x="774" y="127"/>
                </a:lnTo>
                <a:lnTo>
                  <a:pt x="775" y="126"/>
                </a:lnTo>
                <a:lnTo>
                  <a:pt x="776" y="125"/>
                </a:lnTo>
                <a:lnTo>
                  <a:pt x="776" y="124"/>
                </a:lnTo>
                <a:lnTo>
                  <a:pt x="775" y="124"/>
                </a:lnTo>
                <a:lnTo>
                  <a:pt x="777" y="124"/>
                </a:lnTo>
                <a:lnTo>
                  <a:pt x="780" y="123"/>
                </a:lnTo>
                <a:lnTo>
                  <a:pt x="782" y="122"/>
                </a:lnTo>
                <a:lnTo>
                  <a:pt x="783" y="122"/>
                </a:lnTo>
                <a:lnTo>
                  <a:pt x="784" y="122"/>
                </a:lnTo>
                <a:lnTo>
                  <a:pt x="786" y="121"/>
                </a:lnTo>
                <a:lnTo>
                  <a:pt x="787" y="120"/>
                </a:lnTo>
                <a:lnTo>
                  <a:pt x="787" y="119"/>
                </a:lnTo>
                <a:lnTo>
                  <a:pt x="787" y="118"/>
                </a:lnTo>
                <a:lnTo>
                  <a:pt x="787" y="117"/>
                </a:lnTo>
                <a:lnTo>
                  <a:pt x="788" y="117"/>
                </a:lnTo>
                <a:lnTo>
                  <a:pt x="789" y="117"/>
                </a:lnTo>
                <a:lnTo>
                  <a:pt x="790" y="116"/>
                </a:lnTo>
                <a:lnTo>
                  <a:pt x="791" y="115"/>
                </a:lnTo>
                <a:lnTo>
                  <a:pt x="792" y="115"/>
                </a:lnTo>
                <a:lnTo>
                  <a:pt x="792" y="114"/>
                </a:lnTo>
                <a:lnTo>
                  <a:pt x="793" y="114"/>
                </a:lnTo>
                <a:lnTo>
                  <a:pt x="794" y="113"/>
                </a:lnTo>
                <a:lnTo>
                  <a:pt x="795" y="113"/>
                </a:lnTo>
                <a:lnTo>
                  <a:pt x="796" y="112"/>
                </a:lnTo>
                <a:lnTo>
                  <a:pt x="797" y="111"/>
                </a:lnTo>
                <a:lnTo>
                  <a:pt x="799" y="109"/>
                </a:lnTo>
                <a:lnTo>
                  <a:pt x="802" y="105"/>
                </a:lnTo>
                <a:lnTo>
                  <a:pt x="805" y="101"/>
                </a:lnTo>
                <a:lnTo>
                  <a:pt x="806" y="100"/>
                </a:lnTo>
                <a:lnTo>
                  <a:pt x="806" y="99"/>
                </a:lnTo>
                <a:lnTo>
                  <a:pt x="806" y="98"/>
                </a:lnTo>
                <a:lnTo>
                  <a:pt x="807" y="97"/>
                </a:lnTo>
                <a:lnTo>
                  <a:pt x="807" y="96"/>
                </a:lnTo>
                <a:lnTo>
                  <a:pt x="808" y="95"/>
                </a:lnTo>
                <a:lnTo>
                  <a:pt x="808" y="94"/>
                </a:lnTo>
                <a:lnTo>
                  <a:pt x="809" y="94"/>
                </a:lnTo>
                <a:lnTo>
                  <a:pt x="807" y="92"/>
                </a:lnTo>
                <a:lnTo>
                  <a:pt x="802" y="87"/>
                </a:lnTo>
                <a:lnTo>
                  <a:pt x="801" y="87"/>
                </a:lnTo>
                <a:lnTo>
                  <a:pt x="802" y="87"/>
                </a:lnTo>
                <a:lnTo>
                  <a:pt x="803" y="85"/>
                </a:lnTo>
                <a:lnTo>
                  <a:pt x="805" y="83"/>
                </a:lnTo>
                <a:lnTo>
                  <a:pt x="806" y="81"/>
                </a:lnTo>
                <a:lnTo>
                  <a:pt x="807" y="80"/>
                </a:lnTo>
                <a:lnTo>
                  <a:pt x="816" y="79"/>
                </a:lnTo>
                <a:lnTo>
                  <a:pt x="817" y="78"/>
                </a:lnTo>
                <a:lnTo>
                  <a:pt x="817" y="77"/>
                </a:lnTo>
                <a:lnTo>
                  <a:pt x="817" y="76"/>
                </a:lnTo>
                <a:lnTo>
                  <a:pt x="817" y="75"/>
                </a:lnTo>
                <a:lnTo>
                  <a:pt x="817" y="74"/>
                </a:lnTo>
                <a:lnTo>
                  <a:pt x="818" y="73"/>
                </a:lnTo>
                <a:lnTo>
                  <a:pt x="818" y="72"/>
                </a:lnTo>
                <a:lnTo>
                  <a:pt x="817" y="71"/>
                </a:lnTo>
                <a:lnTo>
                  <a:pt x="815" y="70"/>
                </a:lnTo>
                <a:lnTo>
                  <a:pt x="814" y="71"/>
                </a:lnTo>
                <a:lnTo>
                  <a:pt x="815" y="74"/>
                </a:lnTo>
                <a:lnTo>
                  <a:pt x="812" y="74"/>
                </a:lnTo>
                <a:lnTo>
                  <a:pt x="811" y="73"/>
                </a:lnTo>
                <a:lnTo>
                  <a:pt x="812" y="72"/>
                </a:lnTo>
                <a:lnTo>
                  <a:pt x="812" y="71"/>
                </a:lnTo>
                <a:lnTo>
                  <a:pt x="813" y="70"/>
                </a:lnTo>
                <a:lnTo>
                  <a:pt x="814" y="69"/>
                </a:lnTo>
                <a:lnTo>
                  <a:pt x="814" y="68"/>
                </a:lnTo>
                <a:lnTo>
                  <a:pt x="812" y="68"/>
                </a:lnTo>
                <a:lnTo>
                  <a:pt x="811" y="69"/>
                </a:lnTo>
                <a:lnTo>
                  <a:pt x="811" y="70"/>
                </a:lnTo>
                <a:lnTo>
                  <a:pt x="809" y="70"/>
                </a:lnTo>
                <a:lnTo>
                  <a:pt x="809" y="69"/>
                </a:lnTo>
                <a:lnTo>
                  <a:pt x="807" y="69"/>
                </a:lnTo>
                <a:lnTo>
                  <a:pt x="806" y="70"/>
                </a:lnTo>
                <a:lnTo>
                  <a:pt x="805" y="71"/>
                </a:lnTo>
                <a:lnTo>
                  <a:pt x="802" y="70"/>
                </a:lnTo>
                <a:lnTo>
                  <a:pt x="801" y="70"/>
                </a:lnTo>
                <a:lnTo>
                  <a:pt x="800" y="69"/>
                </a:lnTo>
                <a:lnTo>
                  <a:pt x="800" y="68"/>
                </a:lnTo>
                <a:lnTo>
                  <a:pt x="800" y="67"/>
                </a:lnTo>
                <a:lnTo>
                  <a:pt x="801" y="67"/>
                </a:lnTo>
                <a:lnTo>
                  <a:pt x="803" y="67"/>
                </a:lnTo>
                <a:lnTo>
                  <a:pt x="804" y="67"/>
                </a:lnTo>
                <a:lnTo>
                  <a:pt x="807" y="66"/>
                </a:lnTo>
                <a:lnTo>
                  <a:pt x="811" y="66"/>
                </a:lnTo>
                <a:lnTo>
                  <a:pt x="812" y="65"/>
                </a:lnTo>
                <a:lnTo>
                  <a:pt x="813" y="65"/>
                </a:lnTo>
                <a:lnTo>
                  <a:pt x="814" y="65"/>
                </a:lnTo>
                <a:lnTo>
                  <a:pt x="816" y="65"/>
                </a:lnTo>
                <a:lnTo>
                  <a:pt x="816" y="64"/>
                </a:lnTo>
                <a:lnTo>
                  <a:pt x="817" y="64"/>
                </a:lnTo>
                <a:lnTo>
                  <a:pt x="819" y="64"/>
                </a:lnTo>
                <a:lnTo>
                  <a:pt x="820" y="63"/>
                </a:lnTo>
                <a:lnTo>
                  <a:pt x="821" y="63"/>
                </a:lnTo>
                <a:lnTo>
                  <a:pt x="822" y="63"/>
                </a:lnTo>
                <a:lnTo>
                  <a:pt x="822" y="62"/>
                </a:lnTo>
                <a:lnTo>
                  <a:pt x="823" y="62"/>
                </a:lnTo>
                <a:lnTo>
                  <a:pt x="822" y="62"/>
                </a:lnTo>
                <a:lnTo>
                  <a:pt x="823" y="61"/>
                </a:lnTo>
                <a:lnTo>
                  <a:pt x="824" y="61"/>
                </a:lnTo>
                <a:lnTo>
                  <a:pt x="825" y="60"/>
                </a:lnTo>
                <a:lnTo>
                  <a:pt x="827" y="58"/>
                </a:lnTo>
                <a:lnTo>
                  <a:pt x="828" y="57"/>
                </a:lnTo>
                <a:lnTo>
                  <a:pt x="829" y="57"/>
                </a:lnTo>
                <a:lnTo>
                  <a:pt x="830" y="56"/>
                </a:lnTo>
                <a:lnTo>
                  <a:pt x="830" y="55"/>
                </a:lnTo>
                <a:lnTo>
                  <a:pt x="831" y="54"/>
                </a:lnTo>
                <a:lnTo>
                  <a:pt x="831" y="53"/>
                </a:lnTo>
                <a:lnTo>
                  <a:pt x="832" y="53"/>
                </a:lnTo>
                <a:lnTo>
                  <a:pt x="832" y="52"/>
                </a:lnTo>
                <a:lnTo>
                  <a:pt x="834" y="50"/>
                </a:lnTo>
                <a:lnTo>
                  <a:pt x="834" y="49"/>
                </a:lnTo>
                <a:lnTo>
                  <a:pt x="836" y="49"/>
                </a:lnTo>
                <a:lnTo>
                  <a:pt x="837" y="48"/>
                </a:lnTo>
                <a:lnTo>
                  <a:pt x="838" y="48"/>
                </a:lnTo>
                <a:lnTo>
                  <a:pt x="838" y="49"/>
                </a:lnTo>
                <a:lnTo>
                  <a:pt x="839" y="49"/>
                </a:lnTo>
                <a:lnTo>
                  <a:pt x="840" y="49"/>
                </a:lnTo>
                <a:lnTo>
                  <a:pt x="840" y="48"/>
                </a:lnTo>
                <a:lnTo>
                  <a:pt x="841" y="48"/>
                </a:lnTo>
                <a:lnTo>
                  <a:pt x="842" y="48"/>
                </a:lnTo>
                <a:lnTo>
                  <a:pt x="845" y="47"/>
                </a:lnTo>
                <a:lnTo>
                  <a:pt x="846" y="47"/>
                </a:lnTo>
                <a:lnTo>
                  <a:pt x="847" y="47"/>
                </a:lnTo>
                <a:lnTo>
                  <a:pt x="847" y="46"/>
                </a:lnTo>
                <a:lnTo>
                  <a:pt x="849" y="46"/>
                </a:lnTo>
                <a:lnTo>
                  <a:pt x="850" y="46"/>
                </a:lnTo>
                <a:lnTo>
                  <a:pt x="851" y="45"/>
                </a:lnTo>
                <a:lnTo>
                  <a:pt x="853" y="45"/>
                </a:lnTo>
                <a:lnTo>
                  <a:pt x="854" y="44"/>
                </a:lnTo>
                <a:lnTo>
                  <a:pt x="855" y="44"/>
                </a:lnTo>
                <a:lnTo>
                  <a:pt x="855" y="43"/>
                </a:lnTo>
                <a:lnTo>
                  <a:pt x="856" y="43"/>
                </a:lnTo>
                <a:lnTo>
                  <a:pt x="857" y="42"/>
                </a:lnTo>
                <a:lnTo>
                  <a:pt x="858" y="41"/>
                </a:lnTo>
                <a:lnTo>
                  <a:pt x="858" y="40"/>
                </a:lnTo>
                <a:lnTo>
                  <a:pt x="859" y="39"/>
                </a:lnTo>
                <a:lnTo>
                  <a:pt x="860" y="38"/>
                </a:lnTo>
                <a:lnTo>
                  <a:pt x="861" y="38"/>
                </a:lnTo>
                <a:lnTo>
                  <a:pt x="862" y="39"/>
                </a:lnTo>
                <a:lnTo>
                  <a:pt x="863" y="38"/>
                </a:lnTo>
                <a:lnTo>
                  <a:pt x="864" y="38"/>
                </a:lnTo>
                <a:lnTo>
                  <a:pt x="865" y="37"/>
                </a:lnTo>
                <a:lnTo>
                  <a:pt x="865" y="36"/>
                </a:lnTo>
                <a:lnTo>
                  <a:pt x="866" y="35"/>
                </a:lnTo>
                <a:lnTo>
                  <a:pt x="866" y="36"/>
                </a:lnTo>
                <a:lnTo>
                  <a:pt x="867" y="36"/>
                </a:lnTo>
                <a:lnTo>
                  <a:pt x="868" y="35"/>
                </a:lnTo>
                <a:lnTo>
                  <a:pt x="869" y="33"/>
                </a:lnTo>
                <a:lnTo>
                  <a:pt x="870" y="32"/>
                </a:lnTo>
                <a:lnTo>
                  <a:pt x="871" y="32"/>
                </a:lnTo>
                <a:lnTo>
                  <a:pt x="873" y="29"/>
                </a:lnTo>
                <a:lnTo>
                  <a:pt x="874" y="28"/>
                </a:lnTo>
                <a:lnTo>
                  <a:pt x="874" y="27"/>
                </a:lnTo>
                <a:lnTo>
                  <a:pt x="875" y="27"/>
                </a:lnTo>
                <a:lnTo>
                  <a:pt x="876" y="26"/>
                </a:lnTo>
                <a:lnTo>
                  <a:pt x="877" y="25"/>
                </a:lnTo>
                <a:lnTo>
                  <a:pt x="878" y="25"/>
                </a:lnTo>
                <a:lnTo>
                  <a:pt x="879" y="25"/>
                </a:lnTo>
                <a:lnTo>
                  <a:pt x="879" y="26"/>
                </a:lnTo>
                <a:lnTo>
                  <a:pt x="880" y="26"/>
                </a:lnTo>
                <a:lnTo>
                  <a:pt x="881" y="26"/>
                </a:lnTo>
                <a:lnTo>
                  <a:pt x="882" y="26"/>
                </a:lnTo>
                <a:lnTo>
                  <a:pt x="883" y="25"/>
                </a:lnTo>
                <a:lnTo>
                  <a:pt x="884" y="25"/>
                </a:lnTo>
                <a:lnTo>
                  <a:pt x="885" y="25"/>
                </a:lnTo>
                <a:lnTo>
                  <a:pt x="885" y="26"/>
                </a:lnTo>
                <a:lnTo>
                  <a:pt x="886" y="26"/>
                </a:lnTo>
                <a:lnTo>
                  <a:pt x="888" y="26"/>
                </a:lnTo>
                <a:lnTo>
                  <a:pt x="889" y="27"/>
                </a:lnTo>
                <a:lnTo>
                  <a:pt x="890" y="27"/>
                </a:lnTo>
                <a:lnTo>
                  <a:pt x="892" y="26"/>
                </a:lnTo>
                <a:lnTo>
                  <a:pt x="894" y="25"/>
                </a:lnTo>
                <a:lnTo>
                  <a:pt x="895" y="24"/>
                </a:lnTo>
                <a:lnTo>
                  <a:pt x="895" y="23"/>
                </a:lnTo>
                <a:lnTo>
                  <a:pt x="897" y="22"/>
                </a:lnTo>
                <a:lnTo>
                  <a:pt x="899" y="22"/>
                </a:lnTo>
                <a:lnTo>
                  <a:pt x="900" y="22"/>
                </a:lnTo>
                <a:lnTo>
                  <a:pt x="901" y="22"/>
                </a:lnTo>
                <a:lnTo>
                  <a:pt x="903" y="22"/>
                </a:lnTo>
                <a:lnTo>
                  <a:pt x="904" y="22"/>
                </a:lnTo>
                <a:lnTo>
                  <a:pt x="905" y="22"/>
                </a:lnTo>
                <a:lnTo>
                  <a:pt x="905" y="23"/>
                </a:lnTo>
                <a:lnTo>
                  <a:pt x="906" y="23"/>
                </a:lnTo>
                <a:lnTo>
                  <a:pt x="907" y="23"/>
                </a:lnTo>
                <a:lnTo>
                  <a:pt x="908" y="23"/>
                </a:lnTo>
                <a:lnTo>
                  <a:pt x="909" y="23"/>
                </a:lnTo>
                <a:lnTo>
                  <a:pt x="910" y="24"/>
                </a:lnTo>
                <a:lnTo>
                  <a:pt x="910" y="25"/>
                </a:lnTo>
                <a:lnTo>
                  <a:pt x="910" y="26"/>
                </a:lnTo>
                <a:lnTo>
                  <a:pt x="909" y="26"/>
                </a:lnTo>
                <a:lnTo>
                  <a:pt x="909" y="27"/>
                </a:lnTo>
                <a:lnTo>
                  <a:pt x="908" y="27"/>
                </a:lnTo>
                <a:lnTo>
                  <a:pt x="908" y="28"/>
                </a:lnTo>
                <a:lnTo>
                  <a:pt x="908" y="29"/>
                </a:lnTo>
                <a:lnTo>
                  <a:pt x="909" y="31"/>
                </a:lnTo>
                <a:lnTo>
                  <a:pt x="910" y="31"/>
                </a:lnTo>
                <a:lnTo>
                  <a:pt x="911" y="32"/>
                </a:lnTo>
                <a:lnTo>
                  <a:pt x="914" y="33"/>
                </a:lnTo>
                <a:lnTo>
                  <a:pt x="914" y="34"/>
                </a:lnTo>
                <a:lnTo>
                  <a:pt x="916" y="34"/>
                </a:lnTo>
                <a:lnTo>
                  <a:pt x="917" y="35"/>
                </a:lnTo>
                <a:lnTo>
                  <a:pt x="918" y="35"/>
                </a:lnTo>
                <a:lnTo>
                  <a:pt x="919" y="35"/>
                </a:lnTo>
                <a:lnTo>
                  <a:pt x="920" y="35"/>
                </a:lnTo>
                <a:lnTo>
                  <a:pt x="921" y="35"/>
                </a:lnTo>
                <a:lnTo>
                  <a:pt x="921" y="36"/>
                </a:lnTo>
                <a:lnTo>
                  <a:pt x="921" y="37"/>
                </a:lnTo>
                <a:lnTo>
                  <a:pt x="922" y="37"/>
                </a:lnTo>
                <a:lnTo>
                  <a:pt x="922" y="39"/>
                </a:lnTo>
                <a:lnTo>
                  <a:pt x="923" y="40"/>
                </a:lnTo>
                <a:lnTo>
                  <a:pt x="924" y="41"/>
                </a:lnTo>
                <a:lnTo>
                  <a:pt x="926" y="42"/>
                </a:lnTo>
                <a:lnTo>
                  <a:pt x="927" y="42"/>
                </a:lnTo>
                <a:lnTo>
                  <a:pt x="929" y="42"/>
                </a:lnTo>
                <a:lnTo>
                  <a:pt x="931" y="42"/>
                </a:lnTo>
                <a:lnTo>
                  <a:pt x="931" y="43"/>
                </a:lnTo>
                <a:lnTo>
                  <a:pt x="932" y="42"/>
                </a:lnTo>
                <a:lnTo>
                  <a:pt x="932" y="41"/>
                </a:lnTo>
                <a:lnTo>
                  <a:pt x="933" y="40"/>
                </a:lnTo>
                <a:lnTo>
                  <a:pt x="935" y="41"/>
                </a:lnTo>
                <a:lnTo>
                  <a:pt x="938" y="40"/>
                </a:lnTo>
                <a:lnTo>
                  <a:pt x="939" y="40"/>
                </a:lnTo>
                <a:lnTo>
                  <a:pt x="940" y="40"/>
                </a:lnTo>
                <a:lnTo>
                  <a:pt x="941" y="39"/>
                </a:lnTo>
                <a:lnTo>
                  <a:pt x="942" y="39"/>
                </a:lnTo>
                <a:lnTo>
                  <a:pt x="943" y="39"/>
                </a:lnTo>
                <a:lnTo>
                  <a:pt x="944" y="39"/>
                </a:lnTo>
                <a:lnTo>
                  <a:pt x="944" y="40"/>
                </a:lnTo>
                <a:lnTo>
                  <a:pt x="945" y="40"/>
                </a:lnTo>
                <a:lnTo>
                  <a:pt x="945" y="41"/>
                </a:lnTo>
                <a:lnTo>
                  <a:pt x="946" y="41"/>
                </a:lnTo>
                <a:lnTo>
                  <a:pt x="946" y="42"/>
                </a:lnTo>
                <a:lnTo>
                  <a:pt x="945" y="42"/>
                </a:lnTo>
                <a:lnTo>
                  <a:pt x="945" y="43"/>
                </a:lnTo>
                <a:lnTo>
                  <a:pt x="945" y="45"/>
                </a:lnTo>
                <a:lnTo>
                  <a:pt x="944" y="46"/>
                </a:lnTo>
                <a:lnTo>
                  <a:pt x="944" y="47"/>
                </a:lnTo>
                <a:lnTo>
                  <a:pt x="943" y="48"/>
                </a:lnTo>
                <a:lnTo>
                  <a:pt x="944" y="50"/>
                </a:lnTo>
                <a:lnTo>
                  <a:pt x="944" y="51"/>
                </a:lnTo>
                <a:lnTo>
                  <a:pt x="945" y="51"/>
                </a:lnTo>
                <a:lnTo>
                  <a:pt x="946" y="51"/>
                </a:lnTo>
                <a:lnTo>
                  <a:pt x="946" y="50"/>
                </a:lnTo>
                <a:lnTo>
                  <a:pt x="947" y="50"/>
                </a:lnTo>
                <a:lnTo>
                  <a:pt x="947" y="51"/>
                </a:lnTo>
                <a:lnTo>
                  <a:pt x="948" y="51"/>
                </a:lnTo>
                <a:lnTo>
                  <a:pt x="948" y="52"/>
                </a:lnTo>
                <a:lnTo>
                  <a:pt x="948" y="53"/>
                </a:lnTo>
                <a:lnTo>
                  <a:pt x="948" y="54"/>
                </a:lnTo>
                <a:lnTo>
                  <a:pt x="947" y="54"/>
                </a:lnTo>
                <a:lnTo>
                  <a:pt x="947" y="55"/>
                </a:lnTo>
                <a:lnTo>
                  <a:pt x="947" y="56"/>
                </a:lnTo>
                <a:lnTo>
                  <a:pt x="947" y="57"/>
                </a:lnTo>
                <a:lnTo>
                  <a:pt x="947" y="58"/>
                </a:lnTo>
                <a:lnTo>
                  <a:pt x="946" y="59"/>
                </a:lnTo>
                <a:lnTo>
                  <a:pt x="946" y="60"/>
                </a:lnTo>
                <a:lnTo>
                  <a:pt x="947" y="60"/>
                </a:lnTo>
                <a:lnTo>
                  <a:pt x="947" y="61"/>
                </a:lnTo>
                <a:lnTo>
                  <a:pt x="949" y="62"/>
                </a:lnTo>
                <a:lnTo>
                  <a:pt x="949" y="63"/>
                </a:lnTo>
                <a:lnTo>
                  <a:pt x="951" y="64"/>
                </a:lnTo>
                <a:lnTo>
                  <a:pt x="952" y="64"/>
                </a:lnTo>
                <a:lnTo>
                  <a:pt x="953" y="64"/>
                </a:lnTo>
                <a:lnTo>
                  <a:pt x="954" y="64"/>
                </a:lnTo>
                <a:lnTo>
                  <a:pt x="955" y="65"/>
                </a:lnTo>
                <a:lnTo>
                  <a:pt x="956" y="65"/>
                </a:lnTo>
                <a:lnTo>
                  <a:pt x="958" y="65"/>
                </a:lnTo>
                <a:lnTo>
                  <a:pt x="960" y="65"/>
                </a:lnTo>
                <a:lnTo>
                  <a:pt x="964" y="65"/>
                </a:lnTo>
                <a:lnTo>
                  <a:pt x="965" y="65"/>
                </a:lnTo>
                <a:lnTo>
                  <a:pt x="966" y="65"/>
                </a:lnTo>
                <a:lnTo>
                  <a:pt x="968" y="64"/>
                </a:lnTo>
                <a:lnTo>
                  <a:pt x="970" y="64"/>
                </a:lnTo>
                <a:lnTo>
                  <a:pt x="970" y="63"/>
                </a:lnTo>
                <a:lnTo>
                  <a:pt x="971" y="63"/>
                </a:lnTo>
                <a:lnTo>
                  <a:pt x="973" y="63"/>
                </a:lnTo>
                <a:lnTo>
                  <a:pt x="974" y="63"/>
                </a:lnTo>
                <a:lnTo>
                  <a:pt x="975" y="62"/>
                </a:lnTo>
                <a:lnTo>
                  <a:pt x="977" y="61"/>
                </a:lnTo>
                <a:lnTo>
                  <a:pt x="978" y="61"/>
                </a:lnTo>
                <a:lnTo>
                  <a:pt x="979" y="60"/>
                </a:lnTo>
                <a:lnTo>
                  <a:pt x="980" y="60"/>
                </a:lnTo>
                <a:lnTo>
                  <a:pt x="981" y="59"/>
                </a:lnTo>
                <a:lnTo>
                  <a:pt x="982" y="57"/>
                </a:lnTo>
                <a:lnTo>
                  <a:pt x="983" y="56"/>
                </a:lnTo>
                <a:lnTo>
                  <a:pt x="983" y="55"/>
                </a:lnTo>
                <a:lnTo>
                  <a:pt x="983" y="54"/>
                </a:lnTo>
                <a:lnTo>
                  <a:pt x="982" y="53"/>
                </a:lnTo>
                <a:lnTo>
                  <a:pt x="982" y="52"/>
                </a:lnTo>
                <a:lnTo>
                  <a:pt x="980" y="52"/>
                </a:lnTo>
                <a:lnTo>
                  <a:pt x="979" y="51"/>
                </a:lnTo>
                <a:lnTo>
                  <a:pt x="979" y="50"/>
                </a:lnTo>
                <a:lnTo>
                  <a:pt x="980" y="51"/>
                </a:lnTo>
                <a:lnTo>
                  <a:pt x="984" y="52"/>
                </a:lnTo>
                <a:lnTo>
                  <a:pt x="985" y="51"/>
                </a:lnTo>
                <a:lnTo>
                  <a:pt x="986" y="52"/>
                </a:lnTo>
                <a:lnTo>
                  <a:pt x="987" y="53"/>
                </a:lnTo>
                <a:lnTo>
                  <a:pt x="988" y="54"/>
                </a:lnTo>
                <a:lnTo>
                  <a:pt x="989" y="54"/>
                </a:lnTo>
                <a:lnTo>
                  <a:pt x="990" y="54"/>
                </a:lnTo>
                <a:lnTo>
                  <a:pt x="991" y="54"/>
                </a:lnTo>
                <a:lnTo>
                  <a:pt x="991" y="55"/>
                </a:lnTo>
                <a:lnTo>
                  <a:pt x="992" y="55"/>
                </a:lnTo>
                <a:lnTo>
                  <a:pt x="993" y="55"/>
                </a:lnTo>
                <a:lnTo>
                  <a:pt x="994" y="55"/>
                </a:lnTo>
                <a:lnTo>
                  <a:pt x="994" y="56"/>
                </a:lnTo>
                <a:lnTo>
                  <a:pt x="993" y="56"/>
                </a:lnTo>
                <a:lnTo>
                  <a:pt x="991" y="56"/>
                </a:lnTo>
                <a:lnTo>
                  <a:pt x="990" y="56"/>
                </a:lnTo>
                <a:lnTo>
                  <a:pt x="987" y="56"/>
                </a:lnTo>
                <a:lnTo>
                  <a:pt x="985" y="56"/>
                </a:lnTo>
                <a:lnTo>
                  <a:pt x="985" y="57"/>
                </a:lnTo>
                <a:lnTo>
                  <a:pt x="985" y="58"/>
                </a:lnTo>
                <a:lnTo>
                  <a:pt x="986" y="59"/>
                </a:lnTo>
                <a:lnTo>
                  <a:pt x="986" y="60"/>
                </a:lnTo>
                <a:lnTo>
                  <a:pt x="988" y="60"/>
                </a:lnTo>
                <a:lnTo>
                  <a:pt x="989" y="61"/>
                </a:lnTo>
                <a:lnTo>
                  <a:pt x="986" y="62"/>
                </a:lnTo>
                <a:lnTo>
                  <a:pt x="986" y="65"/>
                </a:lnTo>
                <a:lnTo>
                  <a:pt x="987" y="65"/>
                </a:lnTo>
                <a:lnTo>
                  <a:pt x="988" y="65"/>
                </a:lnTo>
                <a:lnTo>
                  <a:pt x="988" y="67"/>
                </a:lnTo>
                <a:lnTo>
                  <a:pt x="989" y="67"/>
                </a:lnTo>
                <a:lnTo>
                  <a:pt x="991" y="67"/>
                </a:lnTo>
                <a:lnTo>
                  <a:pt x="992" y="67"/>
                </a:lnTo>
                <a:lnTo>
                  <a:pt x="993" y="68"/>
                </a:lnTo>
                <a:lnTo>
                  <a:pt x="994" y="68"/>
                </a:lnTo>
                <a:lnTo>
                  <a:pt x="995" y="68"/>
                </a:lnTo>
                <a:lnTo>
                  <a:pt x="996" y="68"/>
                </a:lnTo>
                <a:lnTo>
                  <a:pt x="997" y="69"/>
                </a:lnTo>
                <a:lnTo>
                  <a:pt x="997" y="70"/>
                </a:lnTo>
                <a:lnTo>
                  <a:pt x="998" y="70"/>
                </a:lnTo>
                <a:lnTo>
                  <a:pt x="999" y="71"/>
                </a:lnTo>
                <a:lnTo>
                  <a:pt x="999" y="73"/>
                </a:lnTo>
                <a:lnTo>
                  <a:pt x="999" y="75"/>
                </a:lnTo>
                <a:lnTo>
                  <a:pt x="1000" y="76"/>
                </a:lnTo>
                <a:lnTo>
                  <a:pt x="1000" y="77"/>
                </a:lnTo>
                <a:lnTo>
                  <a:pt x="1002" y="78"/>
                </a:lnTo>
                <a:lnTo>
                  <a:pt x="1002" y="79"/>
                </a:lnTo>
                <a:lnTo>
                  <a:pt x="1004" y="80"/>
                </a:lnTo>
                <a:lnTo>
                  <a:pt x="1005" y="81"/>
                </a:lnTo>
                <a:lnTo>
                  <a:pt x="1006" y="81"/>
                </a:lnTo>
                <a:lnTo>
                  <a:pt x="1007" y="81"/>
                </a:lnTo>
                <a:lnTo>
                  <a:pt x="1007" y="82"/>
                </a:lnTo>
                <a:lnTo>
                  <a:pt x="1008" y="82"/>
                </a:lnTo>
                <a:lnTo>
                  <a:pt x="1009" y="82"/>
                </a:lnTo>
                <a:lnTo>
                  <a:pt x="1010" y="82"/>
                </a:lnTo>
                <a:lnTo>
                  <a:pt x="1011" y="83"/>
                </a:lnTo>
                <a:lnTo>
                  <a:pt x="1011" y="82"/>
                </a:lnTo>
                <a:lnTo>
                  <a:pt x="1012" y="82"/>
                </a:lnTo>
                <a:lnTo>
                  <a:pt x="1013" y="82"/>
                </a:lnTo>
                <a:lnTo>
                  <a:pt x="1013" y="81"/>
                </a:lnTo>
                <a:lnTo>
                  <a:pt x="1013" y="82"/>
                </a:lnTo>
                <a:lnTo>
                  <a:pt x="1014" y="83"/>
                </a:lnTo>
                <a:lnTo>
                  <a:pt x="1016" y="83"/>
                </a:lnTo>
                <a:lnTo>
                  <a:pt x="1017" y="83"/>
                </a:lnTo>
                <a:lnTo>
                  <a:pt x="1017" y="84"/>
                </a:lnTo>
                <a:lnTo>
                  <a:pt x="1019" y="84"/>
                </a:lnTo>
                <a:lnTo>
                  <a:pt x="1020" y="84"/>
                </a:lnTo>
                <a:lnTo>
                  <a:pt x="1021" y="84"/>
                </a:lnTo>
                <a:lnTo>
                  <a:pt x="1022" y="83"/>
                </a:lnTo>
                <a:lnTo>
                  <a:pt x="1025" y="82"/>
                </a:lnTo>
                <a:lnTo>
                  <a:pt x="1025" y="83"/>
                </a:lnTo>
                <a:lnTo>
                  <a:pt x="1026" y="84"/>
                </a:lnTo>
                <a:lnTo>
                  <a:pt x="1028" y="83"/>
                </a:lnTo>
                <a:lnTo>
                  <a:pt x="1027" y="82"/>
                </a:lnTo>
                <a:lnTo>
                  <a:pt x="1027" y="81"/>
                </a:lnTo>
                <a:lnTo>
                  <a:pt x="1031" y="78"/>
                </a:lnTo>
                <a:lnTo>
                  <a:pt x="1031" y="80"/>
                </a:lnTo>
                <a:lnTo>
                  <a:pt x="1032" y="80"/>
                </a:lnTo>
                <a:lnTo>
                  <a:pt x="1033" y="80"/>
                </a:lnTo>
                <a:lnTo>
                  <a:pt x="1033" y="78"/>
                </a:lnTo>
                <a:lnTo>
                  <a:pt x="1032" y="76"/>
                </a:lnTo>
                <a:lnTo>
                  <a:pt x="1033" y="76"/>
                </a:lnTo>
                <a:lnTo>
                  <a:pt x="1034" y="77"/>
                </a:lnTo>
                <a:lnTo>
                  <a:pt x="1035" y="77"/>
                </a:lnTo>
                <a:lnTo>
                  <a:pt x="1038" y="77"/>
                </a:lnTo>
                <a:lnTo>
                  <a:pt x="1040" y="77"/>
                </a:lnTo>
                <a:lnTo>
                  <a:pt x="1041" y="77"/>
                </a:lnTo>
                <a:lnTo>
                  <a:pt x="1044" y="76"/>
                </a:lnTo>
                <a:lnTo>
                  <a:pt x="1045" y="76"/>
                </a:lnTo>
                <a:lnTo>
                  <a:pt x="1046" y="76"/>
                </a:lnTo>
                <a:lnTo>
                  <a:pt x="1047" y="76"/>
                </a:lnTo>
                <a:lnTo>
                  <a:pt x="1048" y="76"/>
                </a:lnTo>
                <a:lnTo>
                  <a:pt x="1049" y="77"/>
                </a:lnTo>
                <a:lnTo>
                  <a:pt x="1049" y="78"/>
                </a:lnTo>
                <a:lnTo>
                  <a:pt x="1050" y="79"/>
                </a:lnTo>
                <a:lnTo>
                  <a:pt x="1051" y="79"/>
                </a:lnTo>
                <a:lnTo>
                  <a:pt x="1052" y="81"/>
                </a:lnTo>
                <a:lnTo>
                  <a:pt x="1052" y="82"/>
                </a:lnTo>
                <a:lnTo>
                  <a:pt x="1052" y="81"/>
                </a:lnTo>
                <a:lnTo>
                  <a:pt x="1052" y="80"/>
                </a:lnTo>
                <a:lnTo>
                  <a:pt x="1052" y="79"/>
                </a:lnTo>
                <a:lnTo>
                  <a:pt x="1051" y="79"/>
                </a:lnTo>
                <a:lnTo>
                  <a:pt x="1050" y="78"/>
                </a:lnTo>
                <a:lnTo>
                  <a:pt x="1050" y="77"/>
                </a:lnTo>
                <a:lnTo>
                  <a:pt x="1050" y="76"/>
                </a:lnTo>
                <a:lnTo>
                  <a:pt x="1051" y="75"/>
                </a:lnTo>
                <a:lnTo>
                  <a:pt x="1052" y="75"/>
                </a:lnTo>
                <a:lnTo>
                  <a:pt x="1056" y="74"/>
                </a:lnTo>
                <a:lnTo>
                  <a:pt x="1060" y="73"/>
                </a:lnTo>
                <a:lnTo>
                  <a:pt x="1062" y="72"/>
                </a:lnTo>
                <a:lnTo>
                  <a:pt x="1064" y="72"/>
                </a:lnTo>
                <a:lnTo>
                  <a:pt x="1065" y="72"/>
                </a:lnTo>
                <a:lnTo>
                  <a:pt x="1068" y="71"/>
                </a:lnTo>
                <a:lnTo>
                  <a:pt x="1069" y="70"/>
                </a:lnTo>
                <a:lnTo>
                  <a:pt x="1070" y="70"/>
                </a:lnTo>
                <a:lnTo>
                  <a:pt x="1072" y="69"/>
                </a:lnTo>
                <a:lnTo>
                  <a:pt x="1073" y="69"/>
                </a:lnTo>
                <a:lnTo>
                  <a:pt x="1074" y="69"/>
                </a:lnTo>
                <a:lnTo>
                  <a:pt x="1075" y="68"/>
                </a:lnTo>
                <a:lnTo>
                  <a:pt x="1076" y="68"/>
                </a:lnTo>
                <a:lnTo>
                  <a:pt x="1077" y="67"/>
                </a:lnTo>
                <a:lnTo>
                  <a:pt x="1078" y="67"/>
                </a:lnTo>
                <a:lnTo>
                  <a:pt x="1080" y="66"/>
                </a:lnTo>
                <a:lnTo>
                  <a:pt x="1080" y="65"/>
                </a:lnTo>
                <a:lnTo>
                  <a:pt x="1081" y="66"/>
                </a:lnTo>
                <a:lnTo>
                  <a:pt x="1081" y="67"/>
                </a:lnTo>
                <a:lnTo>
                  <a:pt x="1081" y="68"/>
                </a:lnTo>
                <a:lnTo>
                  <a:pt x="1081" y="69"/>
                </a:lnTo>
                <a:lnTo>
                  <a:pt x="1082" y="70"/>
                </a:lnTo>
                <a:lnTo>
                  <a:pt x="1084" y="71"/>
                </a:lnTo>
                <a:lnTo>
                  <a:pt x="1082" y="72"/>
                </a:lnTo>
                <a:lnTo>
                  <a:pt x="1084" y="72"/>
                </a:lnTo>
                <a:lnTo>
                  <a:pt x="1085" y="72"/>
                </a:lnTo>
                <a:lnTo>
                  <a:pt x="1086" y="72"/>
                </a:lnTo>
                <a:lnTo>
                  <a:pt x="1085" y="71"/>
                </a:lnTo>
                <a:lnTo>
                  <a:pt x="1084" y="71"/>
                </a:lnTo>
                <a:lnTo>
                  <a:pt x="1082" y="70"/>
                </a:lnTo>
                <a:lnTo>
                  <a:pt x="1082" y="69"/>
                </a:lnTo>
                <a:lnTo>
                  <a:pt x="1082" y="68"/>
                </a:lnTo>
                <a:lnTo>
                  <a:pt x="1084" y="68"/>
                </a:lnTo>
                <a:lnTo>
                  <a:pt x="1082" y="66"/>
                </a:lnTo>
                <a:lnTo>
                  <a:pt x="1082" y="65"/>
                </a:lnTo>
                <a:lnTo>
                  <a:pt x="1082" y="64"/>
                </a:lnTo>
                <a:lnTo>
                  <a:pt x="1085" y="63"/>
                </a:lnTo>
                <a:lnTo>
                  <a:pt x="1086" y="62"/>
                </a:lnTo>
                <a:lnTo>
                  <a:pt x="1087" y="62"/>
                </a:lnTo>
                <a:lnTo>
                  <a:pt x="1087" y="61"/>
                </a:lnTo>
                <a:lnTo>
                  <a:pt x="1087" y="60"/>
                </a:lnTo>
                <a:lnTo>
                  <a:pt x="1088" y="59"/>
                </a:lnTo>
                <a:lnTo>
                  <a:pt x="1089" y="59"/>
                </a:lnTo>
                <a:lnTo>
                  <a:pt x="1089" y="57"/>
                </a:lnTo>
                <a:lnTo>
                  <a:pt x="1090" y="56"/>
                </a:lnTo>
                <a:lnTo>
                  <a:pt x="1090" y="55"/>
                </a:lnTo>
                <a:lnTo>
                  <a:pt x="1090" y="54"/>
                </a:lnTo>
                <a:lnTo>
                  <a:pt x="1089" y="54"/>
                </a:lnTo>
                <a:lnTo>
                  <a:pt x="1088" y="54"/>
                </a:lnTo>
                <a:lnTo>
                  <a:pt x="1089" y="54"/>
                </a:lnTo>
                <a:lnTo>
                  <a:pt x="1090" y="54"/>
                </a:lnTo>
                <a:lnTo>
                  <a:pt x="1091" y="54"/>
                </a:lnTo>
                <a:lnTo>
                  <a:pt x="1092" y="53"/>
                </a:lnTo>
                <a:lnTo>
                  <a:pt x="1093" y="53"/>
                </a:lnTo>
                <a:lnTo>
                  <a:pt x="1094" y="52"/>
                </a:lnTo>
                <a:lnTo>
                  <a:pt x="1094" y="51"/>
                </a:lnTo>
                <a:lnTo>
                  <a:pt x="1093" y="51"/>
                </a:lnTo>
                <a:lnTo>
                  <a:pt x="1094" y="50"/>
                </a:lnTo>
                <a:lnTo>
                  <a:pt x="1095" y="50"/>
                </a:lnTo>
                <a:lnTo>
                  <a:pt x="1096" y="51"/>
                </a:lnTo>
                <a:lnTo>
                  <a:pt x="1097" y="51"/>
                </a:lnTo>
                <a:lnTo>
                  <a:pt x="1098" y="50"/>
                </a:lnTo>
                <a:lnTo>
                  <a:pt x="1098" y="49"/>
                </a:lnTo>
                <a:lnTo>
                  <a:pt x="1097" y="48"/>
                </a:lnTo>
                <a:lnTo>
                  <a:pt x="1097" y="46"/>
                </a:lnTo>
                <a:lnTo>
                  <a:pt x="1096" y="45"/>
                </a:lnTo>
                <a:lnTo>
                  <a:pt x="1097" y="45"/>
                </a:lnTo>
                <a:lnTo>
                  <a:pt x="1098" y="46"/>
                </a:lnTo>
                <a:lnTo>
                  <a:pt x="1098" y="47"/>
                </a:lnTo>
                <a:lnTo>
                  <a:pt x="1099" y="47"/>
                </a:lnTo>
                <a:lnTo>
                  <a:pt x="1099" y="48"/>
                </a:lnTo>
                <a:lnTo>
                  <a:pt x="1100" y="49"/>
                </a:lnTo>
                <a:lnTo>
                  <a:pt x="1101" y="49"/>
                </a:lnTo>
                <a:lnTo>
                  <a:pt x="1102" y="48"/>
                </a:lnTo>
                <a:lnTo>
                  <a:pt x="1103" y="48"/>
                </a:lnTo>
                <a:lnTo>
                  <a:pt x="1104" y="47"/>
                </a:lnTo>
                <a:lnTo>
                  <a:pt x="1104" y="46"/>
                </a:lnTo>
                <a:lnTo>
                  <a:pt x="1105" y="46"/>
                </a:lnTo>
                <a:lnTo>
                  <a:pt x="1105" y="45"/>
                </a:lnTo>
                <a:lnTo>
                  <a:pt x="1104" y="45"/>
                </a:lnTo>
                <a:lnTo>
                  <a:pt x="1104" y="44"/>
                </a:lnTo>
                <a:lnTo>
                  <a:pt x="1104" y="43"/>
                </a:lnTo>
                <a:lnTo>
                  <a:pt x="1105" y="44"/>
                </a:lnTo>
                <a:lnTo>
                  <a:pt x="1105" y="45"/>
                </a:lnTo>
                <a:lnTo>
                  <a:pt x="1106" y="45"/>
                </a:lnTo>
                <a:lnTo>
                  <a:pt x="1107" y="45"/>
                </a:lnTo>
                <a:lnTo>
                  <a:pt x="1108" y="44"/>
                </a:lnTo>
                <a:lnTo>
                  <a:pt x="1108" y="45"/>
                </a:lnTo>
                <a:lnTo>
                  <a:pt x="1107" y="46"/>
                </a:lnTo>
                <a:lnTo>
                  <a:pt x="1107" y="47"/>
                </a:lnTo>
                <a:lnTo>
                  <a:pt x="1108" y="47"/>
                </a:lnTo>
                <a:lnTo>
                  <a:pt x="1109" y="47"/>
                </a:lnTo>
                <a:lnTo>
                  <a:pt x="1110" y="47"/>
                </a:lnTo>
                <a:lnTo>
                  <a:pt x="1111" y="48"/>
                </a:lnTo>
                <a:lnTo>
                  <a:pt x="1111" y="49"/>
                </a:lnTo>
                <a:lnTo>
                  <a:pt x="1110" y="49"/>
                </a:lnTo>
                <a:lnTo>
                  <a:pt x="1111" y="50"/>
                </a:lnTo>
                <a:lnTo>
                  <a:pt x="1112" y="50"/>
                </a:lnTo>
                <a:lnTo>
                  <a:pt x="1112" y="51"/>
                </a:lnTo>
                <a:lnTo>
                  <a:pt x="1111" y="52"/>
                </a:lnTo>
                <a:lnTo>
                  <a:pt x="1110" y="52"/>
                </a:lnTo>
                <a:lnTo>
                  <a:pt x="1109" y="53"/>
                </a:lnTo>
                <a:lnTo>
                  <a:pt x="1108" y="53"/>
                </a:lnTo>
                <a:lnTo>
                  <a:pt x="1106" y="54"/>
                </a:lnTo>
                <a:lnTo>
                  <a:pt x="1106" y="55"/>
                </a:lnTo>
                <a:lnTo>
                  <a:pt x="1107" y="56"/>
                </a:lnTo>
                <a:lnTo>
                  <a:pt x="1107" y="57"/>
                </a:lnTo>
                <a:lnTo>
                  <a:pt x="1108" y="57"/>
                </a:lnTo>
                <a:lnTo>
                  <a:pt x="1108" y="58"/>
                </a:lnTo>
                <a:lnTo>
                  <a:pt x="1110" y="58"/>
                </a:lnTo>
                <a:lnTo>
                  <a:pt x="1110" y="60"/>
                </a:lnTo>
                <a:lnTo>
                  <a:pt x="1110" y="61"/>
                </a:lnTo>
                <a:lnTo>
                  <a:pt x="1111" y="63"/>
                </a:lnTo>
                <a:lnTo>
                  <a:pt x="1111" y="64"/>
                </a:lnTo>
                <a:lnTo>
                  <a:pt x="1113" y="65"/>
                </a:lnTo>
                <a:lnTo>
                  <a:pt x="1114" y="65"/>
                </a:lnTo>
                <a:lnTo>
                  <a:pt x="1114" y="66"/>
                </a:lnTo>
                <a:lnTo>
                  <a:pt x="1115" y="67"/>
                </a:lnTo>
                <a:lnTo>
                  <a:pt x="1115" y="68"/>
                </a:lnTo>
                <a:lnTo>
                  <a:pt x="1114" y="68"/>
                </a:lnTo>
                <a:lnTo>
                  <a:pt x="1115" y="69"/>
                </a:lnTo>
                <a:lnTo>
                  <a:pt x="1117" y="70"/>
                </a:lnTo>
                <a:lnTo>
                  <a:pt x="1119" y="70"/>
                </a:lnTo>
                <a:lnTo>
                  <a:pt x="1119" y="69"/>
                </a:lnTo>
                <a:lnTo>
                  <a:pt x="1120" y="69"/>
                </a:lnTo>
                <a:lnTo>
                  <a:pt x="1120" y="68"/>
                </a:lnTo>
                <a:lnTo>
                  <a:pt x="1120" y="67"/>
                </a:lnTo>
                <a:lnTo>
                  <a:pt x="1120" y="66"/>
                </a:lnTo>
                <a:lnTo>
                  <a:pt x="1119" y="64"/>
                </a:lnTo>
                <a:lnTo>
                  <a:pt x="1121" y="65"/>
                </a:lnTo>
                <a:lnTo>
                  <a:pt x="1124" y="63"/>
                </a:lnTo>
                <a:lnTo>
                  <a:pt x="1126" y="61"/>
                </a:lnTo>
                <a:lnTo>
                  <a:pt x="1127" y="61"/>
                </a:lnTo>
                <a:lnTo>
                  <a:pt x="1128" y="61"/>
                </a:lnTo>
                <a:lnTo>
                  <a:pt x="1129" y="61"/>
                </a:lnTo>
                <a:lnTo>
                  <a:pt x="1130" y="62"/>
                </a:lnTo>
                <a:lnTo>
                  <a:pt x="1131" y="62"/>
                </a:lnTo>
                <a:lnTo>
                  <a:pt x="1131" y="61"/>
                </a:lnTo>
                <a:lnTo>
                  <a:pt x="1132" y="62"/>
                </a:lnTo>
                <a:lnTo>
                  <a:pt x="1133" y="63"/>
                </a:lnTo>
                <a:lnTo>
                  <a:pt x="1134" y="63"/>
                </a:lnTo>
                <a:lnTo>
                  <a:pt x="1133" y="64"/>
                </a:lnTo>
                <a:lnTo>
                  <a:pt x="1132" y="64"/>
                </a:lnTo>
                <a:lnTo>
                  <a:pt x="1131" y="64"/>
                </a:lnTo>
                <a:lnTo>
                  <a:pt x="1132" y="67"/>
                </a:lnTo>
                <a:lnTo>
                  <a:pt x="1133" y="67"/>
                </a:lnTo>
                <a:lnTo>
                  <a:pt x="1134" y="68"/>
                </a:lnTo>
                <a:lnTo>
                  <a:pt x="1135" y="68"/>
                </a:lnTo>
                <a:lnTo>
                  <a:pt x="1138" y="69"/>
                </a:lnTo>
                <a:lnTo>
                  <a:pt x="1139" y="69"/>
                </a:lnTo>
                <a:lnTo>
                  <a:pt x="1140" y="69"/>
                </a:lnTo>
                <a:lnTo>
                  <a:pt x="1141" y="69"/>
                </a:lnTo>
                <a:lnTo>
                  <a:pt x="1142" y="69"/>
                </a:lnTo>
                <a:lnTo>
                  <a:pt x="1143" y="69"/>
                </a:lnTo>
                <a:lnTo>
                  <a:pt x="1144" y="69"/>
                </a:lnTo>
                <a:lnTo>
                  <a:pt x="1146" y="68"/>
                </a:lnTo>
                <a:lnTo>
                  <a:pt x="1147" y="68"/>
                </a:lnTo>
                <a:lnTo>
                  <a:pt x="1148" y="67"/>
                </a:lnTo>
                <a:lnTo>
                  <a:pt x="1150" y="67"/>
                </a:lnTo>
                <a:lnTo>
                  <a:pt x="1151" y="67"/>
                </a:lnTo>
                <a:lnTo>
                  <a:pt x="1152" y="68"/>
                </a:lnTo>
                <a:lnTo>
                  <a:pt x="1153" y="68"/>
                </a:lnTo>
                <a:lnTo>
                  <a:pt x="1154" y="67"/>
                </a:lnTo>
                <a:lnTo>
                  <a:pt x="1155" y="67"/>
                </a:lnTo>
                <a:lnTo>
                  <a:pt x="1156" y="67"/>
                </a:lnTo>
                <a:lnTo>
                  <a:pt x="1157" y="67"/>
                </a:lnTo>
                <a:lnTo>
                  <a:pt x="1161" y="65"/>
                </a:lnTo>
                <a:lnTo>
                  <a:pt x="1162" y="64"/>
                </a:lnTo>
                <a:lnTo>
                  <a:pt x="1164" y="63"/>
                </a:lnTo>
                <a:lnTo>
                  <a:pt x="1165" y="61"/>
                </a:lnTo>
                <a:lnTo>
                  <a:pt x="1166" y="61"/>
                </a:lnTo>
                <a:lnTo>
                  <a:pt x="1166" y="62"/>
                </a:lnTo>
                <a:lnTo>
                  <a:pt x="1166" y="63"/>
                </a:lnTo>
                <a:lnTo>
                  <a:pt x="1167" y="64"/>
                </a:lnTo>
                <a:lnTo>
                  <a:pt x="1167" y="65"/>
                </a:lnTo>
                <a:lnTo>
                  <a:pt x="1166" y="66"/>
                </a:lnTo>
                <a:lnTo>
                  <a:pt x="1165" y="66"/>
                </a:lnTo>
                <a:lnTo>
                  <a:pt x="1166" y="68"/>
                </a:lnTo>
                <a:lnTo>
                  <a:pt x="1166" y="67"/>
                </a:lnTo>
                <a:lnTo>
                  <a:pt x="1167" y="67"/>
                </a:lnTo>
                <a:lnTo>
                  <a:pt x="1168" y="69"/>
                </a:lnTo>
                <a:lnTo>
                  <a:pt x="1167" y="70"/>
                </a:lnTo>
                <a:lnTo>
                  <a:pt x="1168" y="70"/>
                </a:lnTo>
                <a:lnTo>
                  <a:pt x="1170" y="71"/>
                </a:lnTo>
                <a:lnTo>
                  <a:pt x="1169" y="67"/>
                </a:lnTo>
                <a:lnTo>
                  <a:pt x="1168" y="66"/>
                </a:lnTo>
                <a:lnTo>
                  <a:pt x="1169" y="66"/>
                </a:lnTo>
                <a:lnTo>
                  <a:pt x="1170" y="65"/>
                </a:lnTo>
                <a:lnTo>
                  <a:pt x="1171" y="65"/>
                </a:lnTo>
                <a:lnTo>
                  <a:pt x="1172" y="65"/>
                </a:lnTo>
                <a:lnTo>
                  <a:pt x="1177" y="65"/>
                </a:lnTo>
                <a:lnTo>
                  <a:pt x="1179" y="65"/>
                </a:lnTo>
                <a:lnTo>
                  <a:pt x="1180" y="65"/>
                </a:lnTo>
                <a:lnTo>
                  <a:pt x="1182" y="64"/>
                </a:lnTo>
                <a:lnTo>
                  <a:pt x="1183" y="63"/>
                </a:lnTo>
                <a:lnTo>
                  <a:pt x="1183" y="62"/>
                </a:lnTo>
                <a:lnTo>
                  <a:pt x="1184" y="61"/>
                </a:lnTo>
                <a:lnTo>
                  <a:pt x="1185" y="60"/>
                </a:lnTo>
                <a:lnTo>
                  <a:pt x="1186" y="60"/>
                </a:lnTo>
                <a:lnTo>
                  <a:pt x="1186" y="59"/>
                </a:lnTo>
                <a:lnTo>
                  <a:pt x="1187" y="59"/>
                </a:lnTo>
                <a:lnTo>
                  <a:pt x="1189" y="59"/>
                </a:lnTo>
                <a:lnTo>
                  <a:pt x="1189" y="58"/>
                </a:lnTo>
                <a:lnTo>
                  <a:pt x="1190" y="57"/>
                </a:lnTo>
                <a:lnTo>
                  <a:pt x="1190" y="58"/>
                </a:lnTo>
                <a:lnTo>
                  <a:pt x="1190" y="59"/>
                </a:lnTo>
                <a:lnTo>
                  <a:pt x="1191" y="59"/>
                </a:lnTo>
                <a:lnTo>
                  <a:pt x="1191" y="60"/>
                </a:lnTo>
                <a:lnTo>
                  <a:pt x="1192" y="60"/>
                </a:lnTo>
                <a:lnTo>
                  <a:pt x="1192" y="59"/>
                </a:lnTo>
                <a:lnTo>
                  <a:pt x="1193" y="59"/>
                </a:lnTo>
                <a:lnTo>
                  <a:pt x="1192" y="58"/>
                </a:lnTo>
                <a:lnTo>
                  <a:pt x="1192" y="57"/>
                </a:lnTo>
                <a:lnTo>
                  <a:pt x="1193" y="57"/>
                </a:lnTo>
                <a:lnTo>
                  <a:pt x="1193" y="58"/>
                </a:lnTo>
                <a:lnTo>
                  <a:pt x="1193" y="59"/>
                </a:lnTo>
                <a:lnTo>
                  <a:pt x="1194" y="59"/>
                </a:lnTo>
                <a:lnTo>
                  <a:pt x="1194" y="60"/>
                </a:lnTo>
                <a:lnTo>
                  <a:pt x="1195" y="60"/>
                </a:lnTo>
                <a:lnTo>
                  <a:pt x="1196" y="60"/>
                </a:lnTo>
                <a:lnTo>
                  <a:pt x="1196" y="59"/>
                </a:lnTo>
                <a:lnTo>
                  <a:pt x="1197" y="58"/>
                </a:lnTo>
                <a:lnTo>
                  <a:pt x="1196" y="57"/>
                </a:lnTo>
                <a:lnTo>
                  <a:pt x="1195" y="57"/>
                </a:lnTo>
                <a:lnTo>
                  <a:pt x="1196" y="57"/>
                </a:lnTo>
                <a:lnTo>
                  <a:pt x="1197" y="57"/>
                </a:lnTo>
                <a:lnTo>
                  <a:pt x="1198" y="58"/>
                </a:lnTo>
                <a:lnTo>
                  <a:pt x="1199" y="58"/>
                </a:lnTo>
                <a:lnTo>
                  <a:pt x="1200" y="59"/>
                </a:lnTo>
                <a:lnTo>
                  <a:pt x="1201" y="59"/>
                </a:lnTo>
                <a:lnTo>
                  <a:pt x="1200" y="59"/>
                </a:lnTo>
                <a:lnTo>
                  <a:pt x="1200" y="60"/>
                </a:lnTo>
                <a:lnTo>
                  <a:pt x="1201" y="60"/>
                </a:lnTo>
                <a:lnTo>
                  <a:pt x="1201" y="61"/>
                </a:lnTo>
                <a:lnTo>
                  <a:pt x="1202" y="61"/>
                </a:lnTo>
                <a:lnTo>
                  <a:pt x="1202" y="62"/>
                </a:lnTo>
                <a:lnTo>
                  <a:pt x="1201" y="63"/>
                </a:lnTo>
                <a:lnTo>
                  <a:pt x="1200" y="63"/>
                </a:lnTo>
                <a:lnTo>
                  <a:pt x="1200" y="64"/>
                </a:lnTo>
                <a:lnTo>
                  <a:pt x="1200" y="65"/>
                </a:lnTo>
                <a:lnTo>
                  <a:pt x="1199" y="66"/>
                </a:lnTo>
                <a:lnTo>
                  <a:pt x="1199" y="65"/>
                </a:lnTo>
                <a:lnTo>
                  <a:pt x="1198" y="65"/>
                </a:lnTo>
                <a:lnTo>
                  <a:pt x="1198" y="64"/>
                </a:lnTo>
                <a:lnTo>
                  <a:pt x="1197" y="64"/>
                </a:lnTo>
                <a:lnTo>
                  <a:pt x="1196" y="64"/>
                </a:lnTo>
                <a:lnTo>
                  <a:pt x="1194" y="63"/>
                </a:lnTo>
                <a:lnTo>
                  <a:pt x="1193" y="64"/>
                </a:lnTo>
                <a:lnTo>
                  <a:pt x="1191" y="65"/>
                </a:lnTo>
                <a:lnTo>
                  <a:pt x="1190" y="67"/>
                </a:lnTo>
                <a:lnTo>
                  <a:pt x="1188" y="68"/>
                </a:lnTo>
                <a:lnTo>
                  <a:pt x="1187" y="68"/>
                </a:lnTo>
                <a:lnTo>
                  <a:pt x="1187" y="69"/>
                </a:lnTo>
                <a:lnTo>
                  <a:pt x="1186" y="71"/>
                </a:lnTo>
                <a:lnTo>
                  <a:pt x="1185" y="71"/>
                </a:lnTo>
                <a:lnTo>
                  <a:pt x="1185" y="72"/>
                </a:lnTo>
                <a:lnTo>
                  <a:pt x="1185" y="74"/>
                </a:lnTo>
                <a:lnTo>
                  <a:pt x="1185" y="75"/>
                </a:lnTo>
                <a:lnTo>
                  <a:pt x="1185" y="76"/>
                </a:lnTo>
                <a:lnTo>
                  <a:pt x="1185" y="77"/>
                </a:lnTo>
                <a:lnTo>
                  <a:pt x="1186" y="77"/>
                </a:lnTo>
                <a:lnTo>
                  <a:pt x="1186" y="78"/>
                </a:lnTo>
                <a:lnTo>
                  <a:pt x="1186" y="80"/>
                </a:lnTo>
                <a:lnTo>
                  <a:pt x="1186" y="81"/>
                </a:lnTo>
                <a:lnTo>
                  <a:pt x="1186" y="82"/>
                </a:lnTo>
                <a:lnTo>
                  <a:pt x="1185" y="83"/>
                </a:lnTo>
                <a:lnTo>
                  <a:pt x="1184" y="83"/>
                </a:lnTo>
                <a:lnTo>
                  <a:pt x="1184" y="82"/>
                </a:lnTo>
                <a:lnTo>
                  <a:pt x="1183" y="81"/>
                </a:lnTo>
                <a:lnTo>
                  <a:pt x="1182" y="81"/>
                </a:lnTo>
                <a:lnTo>
                  <a:pt x="1182" y="82"/>
                </a:lnTo>
                <a:lnTo>
                  <a:pt x="1182" y="83"/>
                </a:lnTo>
                <a:lnTo>
                  <a:pt x="1183" y="83"/>
                </a:lnTo>
                <a:lnTo>
                  <a:pt x="1184" y="84"/>
                </a:lnTo>
                <a:lnTo>
                  <a:pt x="1184" y="85"/>
                </a:lnTo>
                <a:lnTo>
                  <a:pt x="1184" y="86"/>
                </a:lnTo>
                <a:lnTo>
                  <a:pt x="1183" y="86"/>
                </a:lnTo>
                <a:lnTo>
                  <a:pt x="1183" y="87"/>
                </a:lnTo>
                <a:lnTo>
                  <a:pt x="1184" y="88"/>
                </a:lnTo>
                <a:lnTo>
                  <a:pt x="1185" y="88"/>
                </a:lnTo>
                <a:lnTo>
                  <a:pt x="1184" y="89"/>
                </a:lnTo>
                <a:lnTo>
                  <a:pt x="1184" y="88"/>
                </a:lnTo>
                <a:lnTo>
                  <a:pt x="1183" y="88"/>
                </a:lnTo>
                <a:lnTo>
                  <a:pt x="1182" y="88"/>
                </a:lnTo>
                <a:lnTo>
                  <a:pt x="1182" y="89"/>
                </a:lnTo>
                <a:lnTo>
                  <a:pt x="1182" y="90"/>
                </a:lnTo>
                <a:lnTo>
                  <a:pt x="1183" y="90"/>
                </a:lnTo>
                <a:lnTo>
                  <a:pt x="1184" y="90"/>
                </a:lnTo>
                <a:lnTo>
                  <a:pt x="1185" y="91"/>
                </a:lnTo>
                <a:lnTo>
                  <a:pt x="1185" y="92"/>
                </a:lnTo>
                <a:lnTo>
                  <a:pt x="1184" y="93"/>
                </a:lnTo>
                <a:lnTo>
                  <a:pt x="1184" y="94"/>
                </a:lnTo>
                <a:lnTo>
                  <a:pt x="1185" y="94"/>
                </a:lnTo>
                <a:lnTo>
                  <a:pt x="1186" y="94"/>
                </a:lnTo>
                <a:lnTo>
                  <a:pt x="1187" y="93"/>
                </a:lnTo>
                <a:lnTo>
                  <a:pt x="1188" y="94"/>
                </a:lnTo>
                <a:lnTo>
                  <a:pt x="1189" y="95"/>
                </a:lnTo>
                <a:lnTo>
                  <a:pt x="1190" y="96"/>
                </a:lnTo>
                <a:lnTo>
                  <a:pt x="1190" y="98"/>
                </a:lnTo>
                <a:lnTo>
                  <a:pt x="1190" y="99"/>
                </a:lnTo>
                <a:lnTo>
                  <a:pt x="1190" y="100"/>
                </a:lnTo>
                <a:lnTo>
                  <a:pt x="1191" y="100"/>
                </a:lnTo>
                <a:lnTo>
                  <a:pt x="1193" y="102"/>
                </a:lnTo>
                <a:lnTo>
                  <a:pt x="1194" y="102"/>
                </a:lnTo>
                <a:lnTo>
                  <a:pt x="1195" y="102"/>
                </a:lnTo>
                <a:lnTo>
                  <a:pt x="1196" y="103"/>
                </a:lnTo>
                <a:lnTo>
                  <a:pt x="1196" y="104"/>
                </a:lnTo>
                <a:lnTo>
                  <a:pt x="1195" y="104"/>
                </a:lnTo>
                <a:lnTo>
                  <a:pt x="1193" y="105"/>
                </a:lnTo>
                <a:lnTo>
                  <a:pt x="1193" y="106"/>
                </a:lnTo>
                <a:lnTo>
                  <a:pt x="1192" y="106"/>
                </a:lnTo>
                <a:lnTo>
                  <a:pt x="1190" y="107"/>
                </a:lnTo>
                <a:lnTo>
                  <a:pt x="1187" y="109"/>
                </a:lnTo>
                <a:lnTo>
                  <a:pt x="1187" y="111"/>
                </a:lnTo>
                <a:lnTo>
                  <a:pt x="1187" y="112"/>
                </a:lnTo>
                <a:lnTo>
                  <a:pt x="1188" y="112"/>
                </a:lnTo>
                <a:lnTo>
                  <a:pt x="1189" y="112"/>
                </a:lnTo>
                <a:lnTo>
                  <a:pt x="1190" y="112"/>
                </a:lnTo>
                <a:lnTo>
                  <a:pt x="1191" y="113"/>
                </a:lnTo>
                <a:lnTo>
                  <a:pt x="1191" y="114"/>
                </a:lnTo>
                <a:lnTo>
                  <a:pt x="1191" y="116"/>
                </a:lnTo>
                <a:lnTo>
                  <a:pt x="1189" y="116"/>
                </a:lnTo>
                <a:lnTo>
                  <a:pt x="1187" y="116"/>
                </a:lnTo>
                <a:lnTo>
                  <a:pt x="1186" y="115"/>
                </a:lnTo>
                <a:lnTo>
                  <a:pt x="1183" y="115"/>
                </a:lnTo>
                <a:lnTo>
                  <a:pt x="1182" y="115"/>
                </a:lnTo>
                <a:lnTo>
                  <a:pt x="1181" y="115"/>
                </a:lnTo>
                <a:lnTo>
                  <a:pt x="1181" y="116"/>
                </a:lnTo>
                <a:lnTo>
                  <a:pt x="1180" y="116"/>
                </a:lnTo>
                <a:lnTo>
                  <a:pt x="1179" y="116"/>
                </a:lnTo>
                <a:lnTo>
                  <a:pt x="1177" y="116"/>
                </a:lnTo>
                <a:lnTo>
                  <a:pt x="1177" y="117"/>
                </a:lnTo>
                <a:lnTo>
                  <a:pt x="1177" y="118"/>
                </a:lnTo>
                <a:lnTo>
                  <a:pt x="1176" y="118"/>
                </a:lnTo>
                <a:lnTo>
                  <a:pt x="1176" y="119"/>
                </a:lnTo>
                <a:lnTo>
                  <a:pt x="1175" y="121"/>
                </a:lnTo>
                <a:lnTo>
                  <a:pt x="1175" y="123"/>
                </a:lnTo>
                <a:lnTo>
                  <a:pt x="1175" y="124"/>
                </a:lnTo>
                <a:lnTo>
                  <a:pt x="1175" y="126"/>
                </a:lnTo>
                <a:lnTo>
                  <a:pt x="1174" y="126"/>
                </a:lnTo>
                <a:lnTo>
                  <a:pt x="1173" y="125"/>
                </a:lnTo>
                <a:lnTo>
                  <a:pt x="1172" y="126"/>
                </a:lnTo>
                <a:lnTo>
                  <a:pt x="1172" y="127"/>
                </a:lnTo>
                <a:lnTo>
                  <a:pt x="1173" y="128"/>
                </a:lnTo>
                <a:lnTo>
                  <a:pt x="1174" y="128"/>
                </a:lnTo>
                <a:lnTo>
                  <a:pt x="1174" y="129"/>
                </a:lnTo>
                <a:lnTo>
                  <a:pt x="1175" y="130"/>
                </a:lnTo>
                <a:lnTo>
                  <a:pt x="1175" y="131"/>
                </a:lnTo>
                <a:lnTo>
                  <a:pt x="1175" y="133"/>
                </a:lnTo>
                <a:lnTo>
                  <a:pt x="1176" y="134"/>
                </a:lnTo>
                <a:lnTo>
                  <a:pt x="1176" y="137"/>
                </a:lnTo>
                <a:lnTo>
                  <a:pt x="1175" y="137"/>
                </a:lnTo>
                <a:lnTo>
                  <a:pt x="1173" y="138"/>
                </a:lnTo>
                <a:lnTo>
                  <a:pt x="1172" y="139"/>
                </a:lnTo>
                <a:lnTo>
                  <a:pt x="1171" y="142"/>
                </a:lnTo>
                <a:lnTo>
                  <a:pt x="1172" y="143"/>
                </a:lnTo>
                <a:lnTo>
                  <a:pt x="1173" y="144"/>
                </a:lnTo>
                <a:lnTo>
                  <a:pt x="1174" y="146"/>
                </a:lnTo>
                <a:lnTo>
                  <a:pt x="1174" y="145"/>
                </a:lnTo>
                <a:lnTo>
                  <a:pt x="1175" y="145"/>
                </a:lnTo>
                <a:lnTo>
                  <a:pt x="1175" y="144"/>
                </a:lnTo>
                <a:lnTo>
                  <a:pt x="1175" y="143"/>
                </a:lnTo>
                <a:lnTo>
                  <a:pt x="1176" y="143"/>
                </a:lnTo>
                <a:lnTo>
                  <a:pt x="1178" y="142"/>
                </a:lnTo>
                <a:lnTo>
                  <a:pt x="1179" y="142"/>
                </a:lnTo>
                <a:lnTo>
                  <a:pt x="1179" y="143"/>
                </a:lnTo>
                <a:lnTo>
                  <a:pt x="1180" y="143"/>
                </a:lnTo>
                <a:lnTo>
                  <a:pt x="1181" y="144"/>
                </a:lnTo>
                <a:lnTo>
                  <a:pt x="1182" y="144"/>
                </a:lnTo>
                <a:lnTo>
                  <a:pt x="1183" y="144"/>
                </a:lnTo>
                <a:lnTo>
                  <a:pt x="1183" y="143"/>
                </a:lnTo>
                <a:lnTo>
                  <a:pt x="1185" y="142"/>
                </a:lnTo>
                <a:lnTo>
                  <a:pt x="1186" y="142"/>
                </a:lnTo>
                <a:lnTo>
                  <a:pt x="1187" y="141"/>
                </a:lnTo>
                <a:lnTo>
                  <a:pt x="1192" y="138"/>
                </a:lnTo>
                <a:lnTo>
                  <a:pt x="1193" y="138"/>
                </a:lnTo>
                <a:lnTo>
                  <a:pt x="1194" y="137"/>
                </a:lnTo>
                <a:lnTo>
                  <a:pt x="1194" y="138"/>
                </a:lnTo>
                <a:lnTo>
                  <a:pt x="1193" y="139"/>
                </a:lnTo>
                <a:lnTo>
                  <a:pt x="1191" y="139"/>
                </a:lnTo>
                <a:lnTo>
                  <a:pt x="1190" y="140"/>
                </a:lnTo>
                <a:lnTo>
                  <a:pt x="1190" y="142"/>
                </a:lnTo>
                <a:lnTo>
                  <a:pt x="1189" y="143"/>
                </a:lnTo>
                <a:lnTo>
                  <a:pt x="1189" y="146"/>
                </a:lnTo>
                <a:lnTo>
                  <a:pt x="1190" y="148"/>
                </a:lnTo>
                <a:lnTo>
                  <a:pt x="1190" y="149"/>
                </a:lnTo>
                <a:lnTo>
                  <a:pt x="1191" y="150"/>
                </a:lnTo>
                <a:lnTo>
                  <a:pt x="1191" y="151"/>
                </a:lnTo>
                <a:lnTo>
                  <a:pt x="1191" y="152"/>
                </a:lnTo>
                <a:lnTo>
                  <a:pt x="1191" y="153"/>
                </a:lnTo>
                <a:lnTo>
                  <a:pt x="1190" y="154"/>
                </a:lnTo>
                <a:lnTo>
                  <a:pt x="1190" y="155"/>
                </a:lnTo>
                <a:lnTo>
                  <a:pt x="1189" y="157"/>
                </a:lnTo>
                <a:lnTo>
                  <a:pt x="1189" y="158"/>
                </a:lnTo>
                <a:lnTo>
                  <a:pt x="1190" y="159"/>
                </a:lnTo>
                <a:lnTo>
                  <a:pt x="1190" y="160"/>
                </a:lnTo>
                <a:lnTo>
                  <a:pt x="1190" y="161"/>
                </a:lnTo>
                <a:lnTo>
                  <a:pt x="1191" y="162"/>
                </a:lnTo>
                <a:lnTo>
                  <a:pt x="1192" y="164"/>
                </a:lnTo>
                <a:lnTo>
                  <a:pt x="1192" y="165"/>
                </a:lnTo>
                <a:lnTo>
                  <a:pt x="1191" y="166"/>
                </a:lnTo>
                <a:lnTo>
                  <a:pt x="1191" y="167"/>
                </a:lnTo>
                <a:lnTo>
                  <a:pt x="1190" y="168"/>
                </a:lnTo>
                <a:lnTo>
                  <a:pt x="1189" y="168"/>
                </a:lnTo>
                <a:lnTo>
                  <a:pt x="1188" y="169"/>
                </a:lnTo>
                <a:lnTo>
                  <a:pt x="1187" y="170"/>
                </a:lnTo>
                <a:lnTo>
                  <a:pt x="1186" y="170"/>
                </a:lnTo>
                <a:lnTo>
                  <a:pt x="1186" y="169"/>
                </a:lnTo>
                <a:lnTo>
                  <a:pt x="1187" y="168"/>
                </a:lnTo>
                <a:lnTo>
                  <a:pt x="1188" y="167"/>
                </a:lnTo>
                <a:lnTo>
                  <a:pt x="1188" y="166"/>
                </a:lnTo>
                <a:lnTo>
                  <a:pt x="1188" y="165"/>
                </a:lnTo>
                <a:lnTo>
                  <a:pt x="1188" y="164"/>
                </a:lnTo>
                <a:lnTo>
                  <a:pt x="1188" y="163"/>
                </a:lnTo>
                <a:lnTo>
                  <a:pt x="1188" y="162"/>
                </a:lnTo>
                <a:lnTo>
                  <a:pt x="1187" y="162"/>
                </a:lnTo>
                <a:lnTo>
                  <a:pt x="1186" y="162"/>
                </a:lnTo>
                <a:lnTo>
                  <a:pt x="1186" y="163"/>
                </a:lnTo>
                <a:lnTo>
                  <a:pt x="1186" y="162"/>
                </a:lnTo>
                <a:lnTo>
                  <a:pt x="1185" y="162"/>
                </a:lnTo>
                <a:lnTo>
                  <a:pt x="1184" y="162"/>
                </a:lnTo>
                <a:lnTo>
                  <a:pt x="1183" y="164"/>
                </a:lnTo>
                <a:lnTo>
                  <a:pt x="1183" y="165"/>
                </a:lnTo>
                <a:lnTo>
                  <a:pt x="1182" y="165"/>
                </a:lnTo>
                <a:lnTo>
                  <a:pt x="1182" y="164"/>
                </a:lnTo>
                <a:lnTo>
                  <a:pt x="1181" y="164"/>
                </a:lnTo>
                <a:lnTo>
                  <a:pt x="1180" y="164"/>
                </a:lnTo>
                <a:lnTo>
                  <a:pt x="1179" y="164"/>
                </a:lnTo>
                <a:lnTo>
                  <a:pt x="1179" y="165"/>
                </a:lnTo>
                <a:lnTo>
                  <a:pt x="1177" y="165"/>
                </a:lnTo>
                <a:lnTo>
                  <a:pt x="1176" y="165"/>
                </a:lnTo>
                <a:lnTo>
                  <a:pt x="1175" y="166"/>
                </a:lnTo>
                <a:lnTo>
                  <a:pt x="1174" y="167"/>
                </a:lnTo>
                <a:lnTo>
                  <a:pt x="1174" y="168"/>
                </a:lnTo>
                <a:lnTo>
                  <a:pt x="1174" y="170"/>
                </a:lnTo>
                <a:lnTo>
                  <a:pt x="1174" y="171"/>
                </a:lnTo>
                <a:lnTo>
                  <a:pt x="1175" y="171"/>
                </a:lnTo>
                <a:lnTo>
                  <a:pt x="1176" y="172"/>
                </a:lnTo>
                <a:lnTo>
                  <a:pt x="1176" y="173"/>
                </a:lnTo>
                <a:lnTo>
                  <a:pt x="1177" y="174"/>
                </a:lnTo>
                <a:lnTo>
                  <a:pt x="1178" y="173"/>
                </a:lnTo>
                <a:lnTo>
                  <a:pt x="1178" y="171"/>
                </a:lnTo>
                <a:lnTo>
                  <a:pt x="1179" y="174"/>
                </a:lnTo>
                <a:lnTo>
                  <a:pt x="1180" y="175"/>
                </a:lnTo>
                <a:lnTo>
                  <a:pt x="1179" y="175"/>
                </a:lnTo>
                <a:lnTo>
                  <a:pt x="1178" y="175"/>
                </a:lnTo>
                <a:lnTo>
                  <a:pt x="1177" y="176"/>
                </a:lnTo>
                <a:lnTo>
                  <a:pt x="1177" y="177"/>
                </a:lnTo>
                <a:lnTo>
                  <a:pt x="1176" y="178"/>
                </a:lnTo>
                <a:lnTo>
                  <a:pt x="1174" y="179"/>
                </a:lnTo>
                <a:lnTo>
                  <a:pt x="1173" y="178"/>
                </a:lnTo>
                <a:lnTo>
                  <a:pt x="1172" y="178"/>
                </a:lnTo>
                <a:lnTo>
                  <a:pt x="1170" y="179"/>
                </a:lnTo>
                <a:lnTo>
                  <a:pt x="1169" y="179"/>
                </a:lnTo>
                <a:lnTo>
                  <a:pt x="1169" y="180"/>
                </a:lnTo>
                <a:lnTo>
                  <a:pt x="1169" y="181"/>
                </a:lnTo>
                <a:lnTo>
                  <a:pt x="1169" y="182"/>
                </a:lnTo>
                <a:lnTo>
                  <a:pt x="1170" y="182"/>
                </a:lnTo>
                <a:lnTo>
                  <a:pt x="1170" y="183"/>
                </a:lnTo>
                <a:lnTo>
                  <a:pt x="1169" y="184"/>
                </a:lnTo>
                <a:lnTo>
                  <a:pt x="1168" y="185"/>
                </a:lnTo>
                <a:lnTo>
                  <a:pt x="1167" y="185"/>
                </a:lnTo>
                <a:lnTo>
                  <a:pt x="1166" y="186"/>
                </a:lnTo>
                <a:lnTo>
                  <a:pt x="1165" y="186"/>
                </a:lnTo>
                <a:lnTo>
                  <a:pt x="1166" y="186"/>
                </a:lnTo>
                <a:lnTo>
                  <a:pt x="1166" y="187"/>
                </a:lnTo>
                <a:lnTo>
                  <a:pt x="1165" y="187"/>
                </a:lnTo>
                <a:lnTo>
                  <a:pt x="1164" y="187"/>
                </a:lnTo>
                <a:lnTo>
                  <a:pt x="1165" y="186"/>
                </a:lnTo>
                <a:lnTo>
                  <a:pt x="1164" y="186"/>
                </a:lnTo>
                <a:lnTo>
                  <a:pt x="1163" y="186"/>
                </a:lnTo>
                <a:lnTo>
                  <a:pt x="1162" y="186"/>
                </a:lnTo>
                <a:lnTo>
                  <a:pt x="1162" y="187"/>
                </a:lnTo>
                <a:lnTo>
                  <a:pt x="1161" y="187"/>
                </a:lnTo>
                <a:lnTo>
                  <a:pt x="1160" y="187"/>
                </a:lnTo>
                <a:lnTo>
                  <a:pt x="1159" y="187"/>
                </a:lnTo>
                <a:lnTo>
                  <a:pt x="1158" y="187"/>
                </a:lnTo>
                <a:lnTo>
                  <a:pt x="1157" y="187"/>
                </a:lnTo>
                <a:lnTo>
                  <a:pt x="1155" y="187"/>
                </a:lnTo>
                <a:lnTo>
                  <a:pt x="1154" y="187"/>
                </a:lnTo>
                <a:lnTo>
                  <a:pt x="1153" y="186"/>
                </a:lnTo>
                <a:lnTo>
                  <a:pt x="1152" y="187"/>
                </a:lnTo>
                <a:lnTo>
                  <a:pt x="1151" y="187"/>
                </a:lnTo>
                <a:lnTo>
                  <a:pt x="1147" y="187"/>
                </a:lnTo>
                <a:lnTo>
                  <a:pt x="1147" y="186"/>
                </a:lnTo>
                <a:lnTo>
                  <a:pt x="1146" y="186"/>
                </a:lnTo>
                <a:lnTo>
                  <a:pt x="1145" y="186"/>
                </a:lnTo>
                <a:lnTo>
                  <a:pt x="1144" y="187"/>
                </a:lnTo>
                <a:lnTo>
                  <a:pt x="1143" y="187"/>
                </a:lnTo>
                <a:lnTo>
                  <a:pt x="1142" y="188"/>
                </a:lnTo>
                <a:lnTo>
                  <a:pt x="1141" y="188"/>
                </a:lnTo>
                <a:lnTo>
                  <a:pt x="1139" y="188"/>
                </a:lnTo>
                <a:lnTo>
                  <a:pt x="1140" y="185"/>
                </a:lnTo>
                <a:lnTo>
                  <a:pt x="1141" y="185"/>
                </a:lnTo>
                <a:lnTo>
                  <a:pt x="1140" y="183"/>
                </a:lnTo>
                <a:lnTo>
                  <a:pt x="1139" y="182"/>
                </a:lnTo>
                <a:lnTo>
                  <a:pt x="1138" y="181"/>
                </a:lnTo>
                <a:lnTo>
                  <a:pt x="1138" y="180"/>
                </a:lnTo>
                <a:lnTo>
                  <a:pt x="1139" y="179"/>
                </a:lnTo>
                <a:lnTo>
                  <a:pt x="1139" y="178"/>
                </a:lnTo>
                <a:lnTo>
                  <a:pt x="1140" y="177"/>
                </a:lnTo>
                <a:lnTo>
                  <a:pt x="1139" y="177"/>
                </a:lnTo>
                <a:lnTo>
                  <a:pt x="1139" y="176"/>
                </a:lnTo>
                <a:lnTo>
                  <a:pt x="1140" y="175"/>
                </a:lnTo>
                <a:lnTo>
                  <a:pt x="1143" y="175"/>
                </a:lnTo>
                <a:lnTo>
                  <a:pt x="1144" y="175"/>
                </a:lnTo>
                <a:lnTo>
                  <a:pt x="1145" y="175"/>
                </a:lnTo>
                <a:lnTo>
                  <a:pt x="1146" y="175"/>
                </a:lnTo>
                <a:lnTo>
                  <a:pt x="1147" y="175"/>
                </a:lnTo>
                <a:lnTo>
                  <a:pt x="1149" y="174"/>
                </a:lnTo>
                <a:lnTo>
                  <a:pt x="1148" y="174"/>
                </a:lnTo>
                <a:lnTo>
                  <a:pt x="1147" y="174"/>
                </a:lnTo>
                <a:lnTo>
                  <a:pt x="1146" y="174"/>
                </a:lnTo>
                <a:lnTo>
                  <a:pt x="1144" y="174"/>
                </a:lnTo>
                <a:lnTo>
                  <a:pt x="1142" y="175"/>
                </a:lnTo>
                <a:lnTo>
                  <a:pt x="1140" y="175"/>
                </a:lnTo>
                <a:lnTo>
                  <a:pt x="1138" y="173"/>
                </a:lnTo>
                <a:lnTo>
                  <a:pt x="1138" y="174"/>
                </a:lnTo>
                <a:lnTo>
                  <a:pt x="1138" y="175"/>
                </a:lnTo>
                <a:lnTo>
                  <a:pt x="1137" y="176"/>
                </a:lnTo>
                <a:lnTo>
                  <a:pt x="1135" y="175"/>
                </a:lnTo>
                <a:lnTo>
                  <a:pt x="1133" y="174"/>
                </a:lnTo>
                <a:lnTo>
                  <a:pt x="1133" y="173"/>
                </a:lnTo>
                <a:lnTo>
                  <a:pt x="1133" y="171"/>
                </a:lnTo>
                <a:lnTo>
                  <a:pt x="1133" y="170"/>
                </a:lnTo>
                <a:lnTo>
                  <a:pt x="1132" y="170"/>
                </a:lnTo>
                <a:lnTo>
                  <a:pt x="1132" y="171"/>
                </a:lnTo>
                <a:lnTo>
                  <a:pt x="1131" y="171"/>
                </a:lnTo>
                <a:lnTo>
                  <a:pt x="1130" y="171"/>
                </a:lnTo>
                <a:lnTo>
                  <a:pt x="1130" y="169"/>
                </a:lnTo>
                <a:lnTo>
                  <a:pt x="1131" y="168"/>
                </a:lnTo>
                <a:lnTo>
                  <a:pt x="1131" y="167"/>
                </a:lnTo>
                <a:lnTo>
                  <a:pt x="1132" y="165"/>
                </a:lnTo>
                <a:lnTo>
                  <a:pt x="1132" y="164"/>
                </a:lnTo>
                <a:lnTo>
                  <a:pt x="1133" y="163"/>
                </a:lnTo>
                <a:lnTo>
                  <a:pt x="1133" y="161"/>
                </a:lnTo>
                <a:lnTo>
                  <a:pt x="1133" y="159"/>
                </a:lnTo>
                <a:lnTo>
                  <a:pt x="1133" y="158"/>
                </a:lnTo>
                <a:lnTo>
                  <a:pt x="1133" y="156"/>
                </a:lnTo>
                <a:lnTo>
                  <a:pt x="1134" y="156"/>
                </a:lnTo>
                <a:lnTo>
                  <a:pt x="1135" y="156"/>
                </a:lnTo>
                <a:lnTo>
                  <a:pt x="1136" y="156"/>
                </a:lnTo>
                <a:lnTo>
                  <a:pt x="1136" y="155"/>
                </a:lnTo>
                <a:lnTo>
                  <a:pt x="1136" y="154"/>
                </a:lnTo>
                <a:lnTo>
                  <a:pt x="1136" y="153"/>
                </a:lnTo>
                <a:lnTo>
                  <a:pt x="1137" y="152"/>
                </a:lnTo>
                <a:lnTo>
                  <a:pt x="1138" y="151"/>
                </a:lnTo>
                <a:lnTo>
                  <a:pt x="1138" y="150"/>
                </a:lnTo>
                <a:lnTo>
                  <a:pt x="1139" y="149"/>
                </a:lnTo>
                <a:lnTo>
                  <a:pt x="1140" y="149"/>
                </a:lnTo>
                <a:lnTo>
                  <a:pt x="1140" y="148"/>
                </a:lnTo>
                <a:lnTo>
                  <a:pt x="1139" y="148"/>
                </a:lnTo>
                <a:lnTo>
                  <a:pt x="1138" y="149"/>
                </a:lnTo>
                <a:lnTo>
                  <a:pt x="1138" y="150"/>
                </a:lnTo>
                <a:lnTo>
                  <a:pt x="1137" y="151"/>
                </a:lnTo>
                <a:lnTo>
                  <a:pt x="1137" y="150"/>
                </a:lnTo>
                <a:lnTo>
                  <a:pt x="1136" y="149"/>
                </a:lnTo>
                <a:lnTo>
                  <a:pt x="1136" y="148"/>
                </a:lnTo>
                <a:lnTo>
                  <a:pt x="1135" y="148"/>
                </a:lnTo>
                <a:lnTo>
                  <a:pt x="1135" y="147"/>
                </a:lnTo>
                <a:lnTo>
                  <a:pt x="1134" y="147"/>
                </a:lnTo>
                <a:lnTo>
                  <a:pt x="1134" y="146"/>
                </a:lnTo>
                <a:lnTo>
                  <a:pt x="1134" y="147"/>
                </a:lnTo>
                <a:lnTo>
                  <a:pt x="1133" y="147"/>
                </a:lnTo>
                <a:lnTo>
                  <a:pt x="1134" y="147"/>
                </a:lnTo>
                <a:lnTo>
                  <a:pt x="1135" y="148"/>
                </a:lnTo>
                <a:lnTo>
                  <a:pt x="1136" y="150"/>
                </a:lnTo>
                <a:lnTo>
                  <a:pt x="1136" y="151"/>
                </a:lnTo>
                <a:lnTo>
                  <a:pt x="1135" y="152"/>
                </a:lnTo>
                <a:lnTo>
                  <a:pt x="1135" y="153"/>
                </a:lnTo>
                <a:lnTo>
                  <a:pt x="1135" y="154"/>
                </a:lnTo>
                <a:lnTo>
                  <a:pt x="1134" y="154"/>
                </a:lnTo>
                <a:lnTo>
                  <a:pt x="1133" y="154"/>
                </a:lnTo>
                <a:lnTo>
                  <a:pt x="1133" y="155"/>
                </a:lnTo>
                <a:lnTo>
                  <a:pt x="1132" y="155"/>
                </a:lnTo>
                <a:lnTo>
                  <a:pt x="1131" y="156"/>
                </a:lnTo>
                <a:lnTo>
                  <a:pt x="1130" y="156"/>
                </a:lnTo>
                <a:lnTo>
                  <a:pt x="1130" y="157"/>
                </a:lnTo>
                <a:lnTo>
                  <a:pt x="1129" y="157"/>
                </a:lnTo>
                <a:lnTo>
                  <a:pt x="1129" y="158"/>
                </a:lnTo>
                <a:lnTo>
                  <a:pt x="1130" y="158"/>
                </a:lnTo>
                <a:lnTo>
                  <a:pt x="1130" y="160"/>
                </a:lnTo>
                <a:lnTo>
                  <a:pt x="1130" y="161"/>
                </a:lnTo>
                <a:lnTo>
                  <a:pt x="1130" y="162"/>
                </a:lnTo>
                <a:lnTo>
                  <a:pt x="1129" y="162"/>
                </a:lnTo>
                <a:lnTo>
                  <a:pt x="1130" y="164"/>
                </a:lnTo>
                <a:lnTo>
                  <a:pt x="1130" y="168"/>
                </a:lnTo>
                <a:lnTo>
                  <a:pt x="1130" y="169"/>
                </a:lnTo>
                <a:lnTo>
                  <a:pt x="1129" y="169"/>
                </a:lnTo>
                <a:lnTo>
                  <a:pt x="1128" y="169"/>
                </a:lnTo>
                <a:lnTo>
                  <a:pt x="1127" y="168"/>
                </a:lnTo>
                <a:lnTo>
                  <a:pt x="1126" y="168"/>
                </a:lnTo>
                <a:lnTo>
                  <a:pt x="1125" y="168"/>
                </a:lnTo>
                <a:lnTo>
                  <a:pt x="1124" y="168"/>
                </a:lnTo>
                <a:lnTo>
                  <a:pt x="1123" y="168"/>
                </a:lnTo>
                <a:lnTo>
                  <a:pt x="1123" y="169"/>
                </a:lnTo>
                <a:lnTo>
                  <a:pt x="1122" y="169"/>
                </a:lnTo>
                <a:lnTo>
                  <a:pt x="1122" y="170"/>
                </a:lnTo>
                <a:lnTo>
                  <a:pt x="1121" y="173"/>
                </a:lnTo>
                <a:lnTo>
                  <a:pt x="1121" y="174"/>
                </a:lnTo>
                <a:lnTo>
                  <a:pt x="1122" y="174"/>
                </a:lnTo>
                <a:lnTo>
                  <a:pt x="1122" y="175"/>
                </a:lnTo>
                <a:lnTo>
                  <a:pt x="1122" y="176"/>
                </a:lnTo>
                <a:lnTo>
                  <a:pt x="1121" y="176"/>
                </a:lnTo>
                <a:lnTo>
                  <a:pt x="1120" y="177"/>
                </a:lnTo>
                <a:lnTo>
                  <a:pt x="1119" y="177"/>
                </a:lnTo>
                <a:lnTo>
                  <a:pt x="1117" y="178"/>
                </a:lnTo>
                <a:lnTo>
                  <a:pt x="1116" y="179"/>
                </a:lnTo>
                <a:lnTo>
                  <a:pt x="1115" y="180"/>
                </a:lnTo>
                <a:lnTo>
                  <a:pt x="1115" y="181"/>
                </a:lnTo>
                <a:lnTo>
                  <a:pt x="1114" y="181"/>
                </a:lnTo>
                <a:lnTo>
                  <a:pt x="1113" y="180"/>
                </a:lnTo>
                <a:lnTo>
                  <a:pt x="1112" y="178"/>
                </a:lnTo>
                <a:lnTo>
                  <a:pt x="1113" y="177"/>
                </a:lnTo>
                <a:lnTo>
                  <a:pt x="1113" y="178"/>
                </a:lnTo>
                <a:lnTo>
                  <a:pt x="1113" y="177"/>
                </a:lnTo>
                <a:lnTo>
                  <a:pt x="1112" y="174"/>
                </a:lnTo>
                <a:lnTo>
                  <a:pt x="1111" y="172"/>
                </a:lnTo>
                <a:lnTo>
                  <a:pt x="1110" y="172"/>
                </a:lnTo>
                <a:lnTo>
                  <a:pt x="1109" y="171"/>
                </a:lnTo>
                <a:lnTo>
                  <a:pt x="1110" y="170"/>
                </a:lnTo>
                <a:lnTo>
                  <a:pt x="1109" y="168"/>
                </a:lnTo>
                <a:lnTo>
                  <a:pt x="1108" y="168"/>
                </a:lnTo>
                <a:lnTo>
                  <a:pt x="1107" y="168"/>
                </a:lnTo>
                <a:lnTo>
                  <a:pt x="1106" y="167"/>
                </a:lnTo>
                <a:lnTo>
                  <a:pt x="1106" y="166"/>
                </a:lnTo>
                <a:lnTo>
                  <a:pt x="1106" y="165"/>
                </a:lnTo>
                <a:lnTo>
                  <a:pt x="1106" y="164"/>
                </a:lnTo>
                <a:lnTo>
                  <a:pt x="1105" y="164"/>
                </a:lnTo>
                <a:lnTo>
                  <a:pt x="1105" y="165"/>
                </a:lnTo>
                <a:lnTo>
                  <a:pt x="1105" y="166"/>
                </a:lnTo>
                <a:lnTo>
                  <a:pt x="1105" y="167"/>
                </a:lnTo>
                <a:lnTo>
                  <a:pt x="1106" y="168"/>
                </a:lnTo>
                <a:lnTo>
                  <a:pt x="1106" y="169"/>
                </a:lnTo>
                <a:lnTo>
                  <a:pt x="1103" y="170"/>
                </a:lnTo>
                <a:lnTo>
                  <a:pt x="1102" y="169"/>
                </a:lnTo>
                <a:lnTo>
                  <a:pt x="1101" y="168"/>
                </a:lnTo>
                <a:lnTo>
                  <a:pt x="1100" y="168"/>
                </a:lnTo>
                <a:lnTo>
                  <a:pt x="1099" y="168"/>
                </a:lnTo>
                <a:lnTo>
                  <a:pt x="1098" y="168"/>
                </a:lnTo>
                <a:lnTo>
                  <a:pt x="1098" y="167"/>
                </a:lnTo>
                <a:lnTo>
                  <a:pt x="1097" y="167"/>
                </a:lnTo>
                <a:lnTo>
                  <a:pt x="1097" y="166"/>
                </a:lnTo>
                <a:lnTo>
                  <a:pt x="1097" y="167"/>
                </a:lnTo>
                <a:lnTo>
                  <a:pt x="1097" y="168"/>
                </a:lnTo>
                <a:lnTo>
                  <a:pt x="1099" y="168"/>
                </a:lnTo>
                <a:lnTo>
                  <a:pt x="1100" y="169"/>
                </a:lnTo>
                <a:lnTo>
                  <a:pt x="1101" y="169"/>
                </a:lnTo>
                <a:lnTo>
                  <a:pt x="1101" y="171"/>
                </a:lnTo>
                <a:lnTo>
                  <a:pt x="1100" y="171"/>
                </a:lnTo>
                <a:lnTo>
                  <a:pt x="1101" y="171"/>
                </a:lnTo>
                <a:lnTo>
                  <a:pt x="1102" y="172"/>
                </a:lnTo>
                <a:lnTo>
                  <a:pt x="1102" y="173"/>
                </a:lnTo>
                <a:lnTo>
                  <a:pt x="1102" y="174"/>
                </a:lnTo>
                <a:lnTo>
                  <a:pt x="1101" y="174"/>
                </a:lnTo>
                <a:lnTo>
                  <a:pt x="1100" y="175"/>
                </a:lnTo>
                <a:lnTo>
                  <a:pt x="1098" y="176"/>
                </a:lnTo>
                <a:lnTo>
                  <a:pt x="1094" y="178"/>
                </a:lnTo>
                <a:lnTo>
                  <a:pt x="1093" y="179"/>
                </a:lnTo>
                <a:lnTo>
                  <a:pt x="1092" y="180"/>
                </a:lnTo>
                <a:lnTo>
                  <a:pt x="1091" y="180"/>
                </a:lnTo>
                <a:lnTo>
                  <a:pt x="1090" y="181"/>
                </a:lnTo>
                <a:lnTo>
                  <a:pt x="1089" y="181"/>
                </a:lnTo>
                <a:lnTo>
                  <a:pt x="1088" y="182"/>
                </a:lnTo>
                <a:lnTo>
                  <a:pt x="1086" y="183"/>
                </a:lnTo>
                <a:lnTo>
                  <a:pt x="1085" y="183"/>
                </a:lnTo>
                <a:lnTo>
                  <a:pt x="1084" y="185"/>
                </a:lnTo>
                <a:lnTo>
                  <a:pt x="1082" y="185"/>
                </a:lnTo>
                <a:lnTo>
                  <a:pt x="1081" y="186"/>
                </a:lnTo>
                <a:lnTo>
                  <a:pt x="1080" y="187"/>
                </a:lnTo>
                <a:lnTo>
                  <a:pt x="1079" y="187"/>
                </a:lnTo>
                <a:lnTo>
                  <a:pt x="1078" y="188"/>
                </a:lnTo>
                <a:lnTo>
                  <a:pt x="1077" y="188"/>
                </a:lnTo>
                <a:lnTo>
                  <a:pt x="1077" y="189"/>
                </a:lnTo>
                <a:lnTo>
                  <a:pt x="1076" y="189"/>
                </a:lnTo>
                <a:lnTo>
                  <a:pt x="1075" y="190"/>
                </a:lnTo>
                <a:lnTo>
                  <a:pt x="1073" y="191"/>
                </a:lnTo>
                <a:lnTo>
                  <a:pt x="1071" y="192"/>
                </a:lnTo>
                <a:lnTo>
                  <a:pt x="1070" y="193"/>
                </a:lnTo>
                <a:lnTo>
                  <a:pt x="1070" y="196"/>
                </a:lnTo>
                <a:lnTo>
                  <a:pt x="1069" y="196"/>
                </a:lnTo>
                <a:lnTo>
                  <a:pt x="1069" y="197"/>
                </a:lnTo>
                <a:lnTo>
                  <a:pt x="1069" y="198"/>
                </a:lnTo>
                <a:lnTo>
                  <a:pt x="1069" y="199"/>
                </a:lnTo>
                <a:lnTo>
                  <a:pt x="1070" y="199"/>
                </a:lnTo>
                <a:lnTo>
                  <a:pt x="1070" y="201"/>
                </a:lnTo>
                <a:lnTo>
                  <a:pt x="1068" y="202"/>
                </a:lnTo>
                <a:lnTo>
                  <a:pt x="1067" y="202"/>
                </a:lnTo>
                <a:lnTo>
                  <a:pt x="1067" y="203"/>
                </a:lnTo>
                <a:lnTo>
                  <a:pt x="1067" y="204"/>
                </a:lnTo>
                <a:lnTo>
                  <a:pt x="1066" y="205"/>
                </a:lnTo>
                <a:lnTo>
                  <a:pt x="1066" y="204"/>
                </a:lnTo>
                <a:lnTo>
                  <a:pt x="1065" y="204"/>
                </a:lnTo>
                <a:lnTo>
                  <a:pt x="1064" y="204"/>
                </a:lnTo>
                <a:lnTo>
                  <a:pt x="1063" y="205"/>
                </a:lnTo>
                <a:lnTo>
                  <a:pt x="1063" y="206"/>
                </a:lnTo>
                <a:lnTo>
                  <a:pt x="1062" y="206"/>
                </a:lnTo>
                <a:lnTo>
                  <a:pt x="1060" y="206"/>
                </a:lnTo>
                <a:lnTo>
                  <a:pt x="1059" y="207"/>
                </a:lnTo>
                <a:lnTo>
                  <a:pt x="1058" y="207"/>
                </a:lnTo>
                <a:lnTo>
                  <a:pt x="1057" y="208"/>
                </a:lnTo>
                <a:lnTo>
                  <a:pt x="1056" y="208"/>
                </a:lnTo>
                <a:lnTo>
                  <a:pt x="1053" y="210"/>
                </a:lnTo>
                <a:lnTo>
                  <a:pt x="1053" y="211"/>
                </a:lnTo>
                <a:lnTo>
                  <a:pt x="1052" y="212"/>
                </a:lnTo>
                <a:lnTo>
                  <a:pt x="1052" y="211"/>
                </a:lnTo>
                <a:lnTo>
                  <a:pt x="1051" y="209"/>
                </a:lnTo>
                <a:lnTo>
                  <a:pt x="1052" y="208"/>
                </a:lnTo>
                <a:lnTo>
                  <a:pt x="1054" y="208"/>
                </a:lnTo>
                <a:lnTo>
                  <a:pt x="1055" y="207"/>
                </a:lnTo>
                <a:lnTo>
                  <a:pt x="1055" y="206"/>
                </a:lnTo>
                <a:lnTo>
                  <a:pt x="1054" y="207"/>
                </a:lnTo>
                <a:lnTo>
                  <a:pt x="1053" y="207"/>
                </a:lnTo>
                <a:lnTo>
                  <a:pt x="1052" y="207"/>
                </a:lnTo>
                <a:lnTo>
                  <a:pt x="1051" y="208"/>
                </a:lnTo>
                <a:lnTo>
                  <a:pt x="1051" y="210"/>
                </a:lnTo>
                <a:lnTo>
                  <a:pt x="1051" y="211"/>
                </a:lnTo>
                <a:lnTo>
                  <a:pt x="1051" y="213"/>
                </a:lnTo>
                <a:lnTo>
                  <a:pt x="1051" y="214"/>
                </a:lnTo>
                <a:lnTo>
                  <a:pt x="1052" y="215"/>
                </a:lnTo>
                <a:lnTo>
                  <a:pt x="1052" y="216"/>
                </a:lnTo>
                <a:lnTo>
                  <a:pt x="1052" y="217"/>
                </a:lnTo>
                <a:lnTo>
                  <a:pt x="1053" y="218"/>
                </a:lnTo>
                <a:lnTo>
                  <a:pt x="1053" y="219"/>
                </a:lnTo>
                <a:lnTo>
                  <a:pt x="1053" y="220"/>
                </a:lnTo>
                <a:lnTo>
                  <a:pt x="1053" y="221"/>
                </a:lnTo>
                <a:lnTo>
                  <a:pt x="1054" y="221"/>
                </a:lnTo>
                <a:lnTo>
                  <a:pt x="1055" y="221"/>
                </a:lnTo>
                <a:lnTo>
                  <a:pt x="1055" y="222"/>
                </a:lnTo>
                <a:lnTo>
                  <a:pt x="1055" y="223"/>
                </a:lnTo>
                <a:lnTo>
                  <a:pt x="1056" y="224"/>
                </a:lnTo>
                <a:lnTo>
                  <a:pt x="1056" y="225"/>
                </a:lnTo>
                <a:lnTo>
                  <a:pt x="1057" y="226"/>
                </a:lnTo>
                <a:lnTo>
                  <a:pt x="1056" y="226"/>
                </a:lnTo>
                <a:lnTo>
                  <a:pt x="1054" y="226"/>
                </a:lnTo>
                <a:lnTo>
                  <a:pt x="1054" y="227"/>
                </a:lnTo>
                <a:lnTo>
                  <a:pt x="1054" y="226"/>
                </a:lnTo>
                <a:lnTo>
                  <a:pt x="1052" y="226"/>
                </a:lnTo>
                <a:lnTo>
                  <a:pt x="1050" y="225"/>
                </a:lnTo>
                <a:lnTo>
                  <a:pt x="1049" y="222"/>
                </a:lnTo>
                <a:lnTo>
                  <a:pt x="1049" y="221"/>
                </a:lnTo>
                <a:lnTo>
                  <a:pt x="1048" y="221"/>
                </a:lnTo>
                <a:lnTo>
                  <a:pt x="1047" y="221"/>
                </a:lnTo>
                <a:lnTo>
                  <a:pt x="1047" y="222"/>
                </a:lnTo>
                <a:lnTo>
                  <a:pt x="1047" y="223"/>
                </a:lnTo>
                <a:lnTo>
                  <a:pt x="1046" y="223"/>
                </a:lnTo>
                <a:lnTo>
                  <a:pt x="1045" y="223"/>
                </a:lnTo>
                <a:lnTo>
                  <a:pt x="1045" y="222"/>
                </a:lnTo>
                <a:lnTo>
                  <a:pt x="1045" y="221"/>
                </a:lnTo>
                <a:lnTo>
                  <a:pt x="1043" y="222"/>
                </a:lnTo>
                <a:lnTo>
                  <a:pt x="1042" y="222"/>
                </a:lnTo>
                <a:lnTo>
                  <a:pt x="1041" y="222"/>
                </a:lnTo>
                <a:lnTo>
                  <a:pt x="1041" y="223"/>
                </a:lnTo>
                <a:lnTo>
                  <a:pt x="1042" y="223"/>
                </a:lnTo>
                <a:lnTo>
                  <a:pt x="1042" y="224"/>
                </a:lnTo>
                <a:lnTo>
                  <a:pt x="1044" y="224"/>
                </a:lnTo>
                <a:lnTo>
                  <a:pt x="1045" y="226"/>
                </a:lnTo>
                <a:lnTo>
                  <a:pt x="1045" y="227"/>
                </a:lnTo>
                <a:lnTo>
                  <a:pt x="1045" y="228"/>
                </a:lnTo>
                <a:lnTo>
                  <a:pt x="1044" y="229"/>
                </a:lnTo>
                <a:lnTo>
                  <a:pt x="1043" y="229"/>
                </a:lnTo>
                <a:lnTo>
                  <a:pt x="1042" y="229"/>
                </a:lnTo>
                <a:lnTo>
                  <a:pt x="1041" y="229"/>
                </a:lnTo>
                <a:lnTo>
                  <a:pt x="1041" y="228"/>
                </a:lnTo>
                <a:lnTo>
                  <a:pt x="1041" y="225"/>
                </a:lnTo>
                <a:lnTo>
                  <a:pt x="1040" y="225"/>
                </a:lnTo>
                <a:lnTo>
                  <a:pt x="1039" y="225"/>
                </a:lnTo>
                <a:lnTo>
                  <a:pt x="1038" y="225"/>
                </a:lnTo>
                <a:lnTo>
                  <a:pt x="1037" y="225"/>
                </a:lnTo>
                <a:lnTo>
                  <a:pt x="1037" y="224"/>
                </a:lnTo>
                <a:lnTo>
                  <a:pt x="1036" y="224"/>
                </a:lnTo>
                <a:lnTo>
                  <a:pt x="1035" y="224"/>
                </a:lnTo>
                <a:lnTo>
                  <a:pt x="1034" y="224"/>
                </a:lnTo>
                <a:lnTo>
                  <a:pt x="1033" y="224"/>
                </a:lnTo>
                <a:lnTo>
                  <a:pt x="1033" y="223"/>
                </a:lnTo>
                <a:lnTo>
                  <a:pt x="1034" y="223"/>
                </a:lnTo>
                <a:lnTo>
                  <a:pt x="1033" y="222"/>
                </a:lnTo>
                <a:lnTo>
                  <a:pt x="1032" y="222"/>
                </a:lnTo>
                <a:lnTo>
                  <a:pt x="1031" y="223"/>
                </a:lnTo>
                <a:lnTo>
                  <a:pt x="1030" y="222"/>
                </a:lnTo>
                <a:lnTo>
                  <a:pt x="1029" y="221"/>
                </a:lnTo>
                <a:lnTo>
                  <a:pt x="1031" y="219"/>
                </a:lnTo>
                <a:lnTo>
                  <a:pt x="1032" y="219"/>
                </a:lnTo>
                <a:lnTo>
                  <a:pt x="1032" y="218"/>
                </a:lnTo>
                <a:lnTo>
                  <a:pt x="1033" y="218"/>
                </a:lnTo>
                <a:lnTo>
                  <a:pt x="1033" y="217"/>
                </a:lnTo>
                <a:lnTo>
                  <a:pt x="1034" y="217"/>
                </a:lnTo>
                <a:lnTo>
                  <a:pt x="1036" y="216"/>
                </a:lnTo>
                <a:lnTo>
                  <a:pt x="1036" y="215"/>
                </a:lnTo>
                <a:lnTo>
                  <a:pt x="1037" y="215"/>
                </a:lnTo>
                <a:lnTo>
                  <a:pt x="1038" y="215"/>
                </a:lnTo>
                <a:lnTo>
                  <a:pt x="1040" y="215"/>
                </a:lnTo>
                <a:lnTo>
                  <a:pt x="1040" y="214"/>
                </a:lnTo>
                <a:lnTo>
                  <a:pt x="1039" y="214"/>
                </a:lnTo>
                <a:lnTo>
                  <a:pt x="1039" y="213"/>
                </a:lnTo>
                <a:lnTo>
                  <a:pt x="1040" y="212"/>
                </a:lnTo>
                <a:lnTo>
                  <a:pt x="1040" y="211"/>
                </a:lnTo>
                <a:lnTo>
                  <a:pt x="1041" y="211"/>
                </a:lnTo>
                <a:lnTo>
                  <a:pt x="1042" y="210"/>
                </a:lnTo>
                <a:lnTo>
                  <a:pt x="1043" y="209"/>
                </a:lnTo>
                <a:lnTo>
                  <a:pt x="1043" y="207"/>
                </a:lnTo>
                <a:lnTo>
                  <a:pt x="1042" y="206"/>
                </a:lnTo>
                <a:lnTo>
                  <a:pt x="1044" y="204"/>
                </a:lnTo>
                <a:lnTo>
                  <a:pt x="1045" y="203"/>
                </a:lnTo>
                <a:lnTo>
                  <a:pt x="1046" y="203"/>
                </a:lnTo>
                <a:lnTo>
                  <a:pt x="1046" y="204"/>
                </a:lnTo>
                <a:lnTo>
                  <a:pt x="1047" y="205"/>
                </a:lnTo>
                <a:lnTo>
                  <a:pt x="1048" y="204"/>
                </a:lnTo>
                <a:lnTo>
                  <a:pt x="1048" y="203"/>
                </a:lnTo>
                <a:lnTo>
                  <a:pt x="1048" y="204"/>
                </a:lnTo>
                <a:lnTo>
                  <a:pt x="1047" y="204"/>
                </a:lnTo>
                <a:lnTo>
                  <a:pt x="1046" y="203"/>
                </a:lnTo>
                <a:lnTo>
                  <a:pt x="1045" y="203"/>
                </a:lnTo>
                <a:lnTo>
                  <a:pt x="1045" y="204"/>
                </a:lnTo>
                <a:lnTo>
                  <a:pt x="1044" y="204"/>
                </a:lnTo>
                <a:lnTo>
                  <a:pt x="1042" y="205"/>
                </a:lnTo>
                <a:lnTo>
                  <a:pt x="1040" y="207"/>
                </a:lnTo>
                <a:lnTo>
                  <a:pt x="1040" y="208"/>
                </a:lnTo>
                <a:lnTo>
                  <a:pt x="1038" y="209"/>
                </a:lnTo>
                <a:lnTo>
                  <a:pt x="1036" y="210"/>
                </a:lnTo>
                <a:lnTo>
                  <a:pt x="1035" y="211"/>
                </a:lnTo>
                <a:lnTo>
                  <a:pt x="1034" y="212"/>
                </a:lnTo>
                <a:lnTo>
                  <a:pt x="1034" y="214"/>
                </a:lnTo>
                <a:lnTo>
                  <a:pt x="1033" y="215"/>
                </a:lnTo>
                <a:lnTo>
                  <a:pt x="1032" y="215"/>
                </a:lnTo>
                <a:lnTo>
                  <a:pt x="1031" y="216"/>
                </a:lnTo>
                <a:lnTo>
                  <a:pt x="1031" y="217"/>
                </a:lnTo>
                <a:lnTo>
                  <a:pt x="1030" y="218"/>
                </a:lnTo>
                <a:lnTo>
                  <a:pt x="1030" y="217"/>
                </a:lnTo>
                <a:lnTo>
                  <a:pt x="1030" y="216"/>
                </a:lnTo>
                <a:lnTo>
                  <a:pt x="1030" y="215"/>
                </a:lnTo>
                <a:lnTo>
                  <a:pt x="1029" y="215"/>
                </a:lnTo>
                <a:lnTo>
                  <a:pt x="1029" y="213"/>
                </a:lnTo>
                <a:lnTo>
                  <a:pt x="1029" y="212"/>
                </a:lnTo>
                <a:lnTo>
                  <a:pt x="1028" y="212"/>
                </a:lnTo>
                <a:lnTo>
                  <a:pt x="1027" y="212"/>
                </a:lnTo>
                <a:lnTo>
                  <a:pt x="1026" y="213"/>
                </a:lnTo>
                <a:lnTo>
                  <a:pt x="1027" y="214"/>
                </a:lnTo>
                <a:lnTo>
                  <a:pt x="1028" y="216"/>
                </a:lnTo>
                <a:lnTo>
                  <a:pt x="1028" y="217"/>
                </a:lnTo>
                <a:lnTo>
                  <a:pt x="1027" y="218"/>
                </a:lnTo>
                <a:lnTo>
                  <a:pt x="1027" y="220"/>
                </a:lnTo>
                <a:lnTo>
                  <a:pt x="1028" y="221"/>
                </a:lnTo>
                <a:lnTo>
                  <a:pt x="1028" y="222"/>
                </a:lnTo>
                <a:lnTo>
                  <a:pt x="1029" y="223"/>
                </a:lnTo>
                <a:lnTo>
                  <a:pt x="1028" y="223"/>
                </a:lnTo>
                <a:lnTo>
                  <a:pt x="1027" y="224"/>
                </a:lnTo>
                <a:lnTo>
                  <a:pt x="1025" y="225"/>
                </a:lnTo>
                <a:lnTo>
                  <a:pt x="1026" y="225"/>
                </a:lnTo>
                <a:lnTo>
                  <a:pt x="1026" y="226"/>
                </a:lnTo>
                <a:lnTo>
                  <a:pt x="1026" y="227"/>
                </a:lnTo>
                <a:lnTo>
                  <a:pt x="1025" y="227"/>
                </a:lnTo>
                <a:lnTo>
                  <a:pt x="1024" y="227"/>
                </a:lnTo>
                <a:lnTo>
                  <a:pt x="1023" y="227"/>
                </a:lnTo>
                <a:lnTo>
                  <a:pt x="1022" y="228"/>
                </a:lnTo>
                <a:lnTo>
                  <a:pt x="1021" y="227"/>
                </a:lnTo>
                <a:lnTo>
                  <a:pt x="1020" y="227"/>
                </a:lnTo>
                <a:lnTo>
                  <a:pt x="1019" y="227"/>
                </a:lnTo>
                <a:lnTo>
                  <a:pt x="1018" y="227"/>
                </a:lnTo>
                <a:lnTo>
                  <a:pt x="1018" y="228"/>
                </a:lnTo>
                <a:lnTo>
                  <a:pt x="1017" y="228"/>
                </a:lnTo>
                <a:lnTo>
                  <a:pt x="1016" y="230"/>
                </a:lnTo>
                <a:lnTo>
                  <a:pt x="1015" y="232"/>
                </a:lnTo>
                <a:lnTo>
                  <a:pt x="1014" y="233"/>
                </a:lnTo>
                <a:lnTo>
                  <a:pt x="1014" y="234"/>
                </a:lnTo>
                <a:lnTo>
                  <a:pt x="1015" y="235"/>
                </a:lnTo>
                <a:lnTo>
                  <a:pt x="1015" y="236"/>
                </a:lnTo>
                <a:lnTo>
                  <a:pt x="1016" y="236"/>
                </a:lnTo>
                <a:lnTo>
                  <a:pt x="1017" y="236"/>
                </a:lnTo>
                <a:lnTo>
                  <a:pt x="1018" y="236"/>
                </a:lnTo>
                <a:lnTo>
                  <a:pt x="1019" y="237"/>
                </a:lnTo>
                <a:lnTo>
                  <a:pt x="1018" y="238"/>
                </a:lnTo>
                <a:lnTo>
                  <a:pt x="1018" y="239"/>
                </a:lnTo>
                <a:lnTo>
                  <a:pt x="1016" y="240"/>
                </a:lnTo>
                <a:lnTo>
                  <a:pt x="1015" y="240"/>
                </a:lnTo>
                <a:lnTo>
                  <a:pt x="1014" y="239"/>
                </a:lnTo>
                <a:lnTo>
                  <a:pt x="1014" y="238"/>
                </a:lnTo>
                <a:lnTo>
                  <a:pt x="1014" y="237"/>
                </a:lnTo>
                <a:lnTo>
                  <a:pt x="1013" y="237"/>
                </a:lnTo>
                <a:lnTo>
                  <a:pt x="1011" y="237"/>
                </a:lnTo>
                <a:lnTo>
                  <a:pt x="1009" y="237"/>
                </a:lnTo>
                <a:lnTo>
                  <a:pt x="1008" y="238"/>
                </a:lnTo>
                <a:lnTo>
                  <a:pt x="1006" y="238"/>
                </a:lnTo>
                <a:lnTo>
                  <a:pt x="1006" y="239"/>
                </a:lnTo>
                <a:lnTo>
                  <a:pt x="1005" y="240"/>
                </a:lnTo>
                <a:lnTo>
                  <a:pt x="1004" y="239"/>
                </a:lnTo>
                <a:lnTo>
                  <a:pt x="1003" y="240"/>
                </a:lnTo>
                <a:lnTo>
                  <a:pt x="1002" y="240"/>
                </a:lnTo>
                <a:lnTo>
                  <a:pt x="1000" y="241"/>
                </a:lnTo>
                <a:lnTo>
                  <a:pt x="999" y="242"/>
                </a:lnTo>
                <a:lnTo>
                  <a:pt x="997" y="243"/>
                </a:lnTo>
                <a:lnTo>
                  <a:pt x="996" y="245"/>
                </a:lnTo>
                <a:lnTo>
                  <a:pt x="995" y="245"/>
                </a:lnTo>
                <a:lnTo>
                  <a:pt x="996" y="250"/>
                </a:lnTo>
                <a:lnTo>
                  <a:pt x="995" y="250"/>
                </a:lnTo>
                <a:lnTo>
                  <a:pt x="994" y="250"/>
                </a:lnTo>
                <a:lnTo>
                  <a:pt x="994" y="249"/>
                </a:lnTo>
                <a:lnTo>
                  <a:pt x="994" y="247"/>
                </a:lnTo>
                <a:lnTo>
                  <a:pt x="994" y="246"/>
                </a:lnTo>
                <a:lnTo>
                  <a:pt x="994" y="245"/>
                </a:lnTo>
                <a:lnTo>
                  <a:pt x="993" y="245"/>
                </a:lnTo>
                <a:lnTo>
                  <a:pt x="992" y="245"/>
                </a:lnTo>
                <a:lnTo>
                  <a:pt x="991" y="246"/>
                </a:lnTo>
                <a:lnTo>
                  <a:pt x="989" y="246"/>
                </a:lnTo>
                <a:lnTo>
                  <a:pt x="988" y="247"/>
                </a:lnTo>
                <a:lnTo>
                  <a:pt x="987" y="248"/>
                </a:lnTo>
                <a:lnTo>
                  <a:pt x="986" y="249"/>
                </a:lnTo>
                <a:lnTo>
                  <a:pt x="985" y="250"/>
                </a:lnTo>
                <a:lnTo>
                  <a:pt x="984" y="251"/>
                </a:lnTo>
                <a:lnTo>
                  <a:pt x="982" y="251"/>
                </a:lnTo>
                <a:lnTo>
                  <a:pt x="982" y="252"/>
                </a:lnTo>
                <a:lnTo>
                  <a:pt x="981" y="253"/>
                </a:lnTo>
                <a:lnTo>
                  <a:pt x="978" y="256"/>
                </a:lnTo>
                <a:lnTo>
                  <a:pt x="976" y="258"/>
                </a:lnTo>
                <a:lnTo>
                  <a:pt x="975" y="259"/>
                </a:lnTo>
                <a:lnTo>
                  <a:pt x="975" y="260"/>
                </a:lnTo>
                <a:lnTo>
                  <a:pt x="974" y="261"/>
                </a:lnTo>
                <a:lnTo>
                  <a:pt x="974" y="262"/>
                </a:lnTo>
                <a:lnTo>
                  <a:pt x="973" y="262"/>
                </a:lnTo>
                <a:lnTo>
                  <a:pt x="973" y="263"/>
                </a:lnTo>
                <a:lnTo>
                  <a:pt x="972" y="263"/>
                </a:lnTo>
                <a:lnTo>
                  <a:pt x="972" y="264"/>
                </a:lnTo>
                <a:lnTo>
                  <a:pt x="971" y="264"/>
                </a:lnTo>
                <a:lnTo>
                  <a:pt x="970" y="264"/>
                </a:lnTo>
                <a:lnTo>
                  <a:pt x="970" y="265"/>
                </a:lnTo>
                <a:lnTo>
                  <a:pt x="969" y="265"/>
                </a:lnTo>
                <a:lnTo>
                  <a:pt x="969" y="266"/>
                </a:lnTo>
                <a:lnTo>
                  <a:pt x="968" y="266"/>
                </a:lnTo>
                <a:lnTo>
                  <a:pt x="967" y="266"/>
                </a:lnTo>
                <a:lnTo>
                  <a:pt x="967" y="263"/>
                </a:lnTo>
                <a:lnTo>
                  <a:pt x="967" y="262"/>
                </a:lnTo>
                <a:lnTo>
                  <a:pt x="966" y="262"/>
                </a:lnTo>
                <a:lnTo>
                  <a:pt x="966" y="264"/>
                </a:lnTo>
                <a:lnTo>
                  <a:pt x="965" y="266"/>
                </a:lnTo>
                <a:lnTo>
                  <a:pt x="965" y="267"/>
                </a:lnTo>
                <a:lnTo>
                  <a:pt x="966" y="269"/>
                </a:lnTo>
                <a:lnTo>
                  <a:pt x="966" y="270"/>
                </a:lnTo>
                <a:lnTo>
                  <a:pt x="966" y="271"/>
                </a:lnTo>
                <a:lnTo>
                  <a:pt x="965" y="272"/>
                </a:lnTo>
                <a:lnTo>
                  <a:pt x="964" y="272"/>
                </a:lnTo>
                <a:lnTo>
                  <a:pt x="963" y="274"/>
                </a:lnTo>
                <a:lnTo>
                  <a:pt x="962" y="274"/>
                </a:lnTo>
                <a:lnTo>
                  <a:pt x="962" y="275"/>
                </a:lnTo>
                <a:lnTo>
                  <a:pt x="962" y="274"/>
                </a:lnTo>
                <a:lnTo>
                  <a:pt x="961" y="274"/>
                </a:lnTo>
                <a:lnTo>
                  <a:pt x="959" y="274"/>
                </a:lnTo>
                <a:lnTo>
                  <a:pt x="958" y="274"/>
                </a:lnTo>
                <a:lnTo>
                  <a:pt x="958" y="275"/>
                </a:lnTo>
                <a:lnTo>
                  <a:pt x="959" y="275"/>
                </a:lnTo>
                <a:lnTo>
                  <a:pt x="958" y="275"/>
                </a:lnTo>
                <a:lnTo>
                  <a:pt x="957" y="276"/>
                </a:lnTo>
                <a:lnTo>
                  <a:pt x="956" y="276"/>
                </a:lnTo>
                <a:lnTo>
                  <a:pt x="955" y="276"/>
                </a:lnTo>
                <a:lnTo>
                  <a:pt x="954" y="276"/>
                </a:lnTo>
                <a:lnTo>
                  <a:pt x="953" y="274"/>
                </a:lnTo>
                <a:lnTo>
                  <a:pt x="953" y="275"/>
                </a:lnTo>
                <a:lnTo>
                  <a:pt x="952" y="277"/>
                </a:lnTo>
                <a:lnTo>
                  <a:pt x="951" y="276"/>
                </a:lnTo>
                <a:lnTo>
                  <a:pt x="951" y="275"/>
                </a:lnTo>
                <a:lnTo>
                  <a:pt x="950" y="275"/>
                </a:lnTo>
                <a:lnTo>
                  <a:pt x="949" y="275"/>
                </a:lnTo>
                <a:lnTo>
                  <a:pt x="948" y="274"/>
                </a:lnTo>
                <a:lnTo>
                  <a:pt x="948" y="273"/>
                </a:lnTo>
                <a:lnTo>
                  <a:pt x="948" y="272"/>
                </a:lnTo>
                <a:lnTo>
                  <a:pt x="948" y="270"/>
                </a:lnTo>
                <a:lnTo>
                  <a:pt x="948" y="269"/>
                </a:lnTo>
                <a:lnTo>
                  <a:pt x="948" y="267"/>
                </a:lnTo>
                <a:lnTo>
                  <a:pt x="949" y="267"/>
                </a:lnTo>
                <a:lnTo>
                  <a:pt x="950" y="266"/>
                </a:lnTo>
                <a:lnTo>
                  <a:pt x="949" y="266"/>
                </a:lnTo>
                <a:lnTo>
                  <a:pt x="948" y="266"/>
                </a:lnTo>
                <a:lnTo>
                  <a:pt x="947" y="268"/>
                </a:lnTo>
                <a:lnTo>
                  <a:pt x="947" y="269"/>
                </a:lnTo>
                <a:lnTo>
                  <a:pt x="946" y="269"/>
                </a:lnTo>
                <a:lnTo>
                  <a:pt x="945" y="267"/>
                </a:lnTo>
                <a:lnTo>
                  <a:pt x="944" y="267"/>
                </a:lnTo>
                <a:lnTo>
                  <a:pt x="943" y="268"/>
                </a:lnTo>
                <a:lnTo>
                  <a:pt x="942" y="268"/>
                </a:lnTo>
                <a:lnTo>
                  <a:pt x="942" y="267"/>
                </a:lnTo>
                <a:lnTo>
                  <a:pt x="942" y="266"/>
                </a:lnTo>
                <a:lnTo>
                  <a:pt x="942" y="265"/>
                </a:lnTo>
                <a:lnTo>
                  <a:pt x="942" y="264"/>
                </a:lnTo>
                <a:lnTo>
                  <a:pt x="941" y="263"/>
                </a:lnTo>
                <a:lnTo>
                  <a:pt x="940" y="261"/>
                </a:lnTo>
                <a:lnTo>
                  <a:pt x="940" y="262"/>
                </a:lnTo>
                <a:lnTo>
                  <a:pt x="941" y="263"/>
                </a:lnTo>
                <a:lnTo>
                  <a:pt x="941" y="264"/>
                </a:lnTo>
                <a:lnTo>
                  <a:pt x="941" y="265"/>
                </a:lnTo>
                <a:lnTo>
                  <a:pt x="941" y="266"/>
                </a:lnTo>
                <a:lnTo>
                  <a:pt x="941" y="267"/>
                </a:lnTo>
                <a:lnTo>
                  <a:pt x="941" y="269"/>
                </a:lnTo>
                <a:lnTo>
                  <a:pt x="940" y="268"/>
                </a:lnTo>
                <a:lnTo>
                  <a:pt x="939" y="267"/>
                </a:lnTo>
                <a:lnTo>
                  <a:pt x="938" y="266"/>
                </a:lnTo>
                <a:lnTo>
                  <a:pt x="938" y="265"/>
                </a:lnTo>
                <a:lnTo>
                  <a:pt x="937" y="263"/>
                </a:lnTo>
                <a:lnTo>
                  <a:pt x="936" y="263"/>
                </a:lnTo>
                <a:lnTo>
                  <a:pt x="935" y="264"/>
                </a:lnTo>
                <a:lnTo>
                  <a:pt x="936" y="267"/>
                </a:lnTo>
                <a:lnTo>
                  <a:pt x="937" y="268"/>
                </a:lnTo>
                <a:lnTo>
                  <a:pt x="938" y="268"/>
                </a:lnTo>
                <a:lnTo>
                  <a:pt x="937" y="268"/>
                </a:lnTo>
                <a:lnTo>
                  <a:pt x="936" y="269"/>
                </a:lnTo>
                <a:lnTo>
                  <a:pt x="935" y="269"/>
                </a:lnTo>
                <a:lnTo>
                  <a:pt x="934" y="270"/>
                </a:lnTo>
                <a:lnTo>
                  <a:pt x="933" y="271"/>
                </a:lnTo>
                <a:lnTo>
                  <a:pt x="934" y="271"/>
                </a:lnTo>
                <a:lnTo>
                  <a:pt x="933" y="272"/>
                </a:lnTo>
                <a:lnTo>
                  <a:pt x="932" y="273"/>
                </a:lnTo>
                <a:lnTo>
                  <a:pt x="931" y="273"/>
                </a:lnTo>
                <a:lnTo>
                  <a:pt x="930" y="274"/>
                </a:lnTo>
                <a:lnTo>
                  <a:pt x="929" y="274"/>
                </a:lnTo>
                <a:lnTo>
                  <a:pt x="928" y="274"/>
                </a:lnTo>
                <a:lnTo>
                  <a:pt x="927" y="274"/>
                </a:lnTo>
                <a:lnTo>
                  <a:pt x="927" y="273"/>
                </a:lnTo>
                <a:lnTo>
                  <a:pt x="926" y="272"/>
                </a:lnTo>
                <a:lnTo>
                  <a:pt x="926" y="271"/>
                </a:lnTo>
                <a:lnTo>
                  <a:pt x="925" y="271"/>
                </a:lnTo>
                <a:lnTo>
                  <a:pt x="924" y="270"/>
                </a:lnTo>
                <a:lnTo>
                  <a:pt x="923" y="271"/>
                </a:lnTo>
                <a:lnTo>
                  <a:pt x="924" y="271"/>
                </a:lnTo>
                <a:lnTo>
                  <a:pt x="925" y="271"/>
                </a:lnTo>
                <a:lnTo>
                  <a:pt x="925" y="272"/>
                </a:lnTo>
                <a:lnTo>
                  <a:pt x="926" y="273"/>
                </a:lnTo>
                <a:lnTo>
                  <a:pt x="926" y="274"/>
                </a:lnTo>
                <a:lnTo>
                  <a:pt x="928" y="275"/>
                </a:lnTo>
                <a:lnTo>
                  <a:pt x="928" y="276"/>
                </a:lnTo>
                <a:lnTo>
                  <a:pt x="928" y="277"/>
                </a:lnTo>
                <a:lnTo>
                  <a:pt x="928" y="278"/>
                </a:lnTo>
                <a:lnTo>
                  <a:pt x="927" y="278"/>
                </a:lnTo>
                <a:lnTo>
                  <a:pt x="926" y="278"/>
                </a:lnTo>
                <a:lnTo>
                  <a:pt x="926" y="279"/>
                </a:lnTo>
                <a:lnTo>
                  <a:pt x="925" y="279"/>
                </a:lnTo>
                <a:lnTo>
                  <a:pt x="924" y="279"/>
                </a:lnTo>
                <a:lnTo>
                  <a:pt x="923" y="279"/>
                </a:lnTo>
                <a:lnTo>
                  <a:pt x="922" y="279"/>
                </a:lnTo>
                <a:lnTo>
                  <a:pt x="923" y="279"/>
                </a:lnTo>
                <a:lnTo>
                  <a:pt x="924" y="279"/>
                </a:lnTo>
                <a:lnTo>
                  <a:pt x="925" y="279"/>
                </a:lnTo>
                <a:lnTo>
                  <a:pt x="927" y="279"/>
                </a:lnTo>
                <a:lnTo>
                  <a:pt x="928" y="279"/>
                </a:lnTo>
                <a:lnTo>
                  <a:pt x="930" y="277"/>
                </a:lnTo>
                <a:lnTo>
                  <a:pt x="930" y="276"/>
                </a:lnTo>
                <a:lnTo>
                  <a:pt x="931" y="276"/>
                </a:lnTo>
                <a:lnTo>
                  <a:pt x="931" y="275"/>
                </a:lnTo>
                <a:lnTo>
                  <a:pt x="933" y="274"/>
                </a:lnTo>
                <a:lnTo>
                  <a:pt x="934" y="272"/>
                </a:lnTo>
                <a:lnTo>
                  <a:pt x="935" y="272"/>
                </a:lnTo>
                <a:lnTo>
                  <a:pt x="936" y="273"/>
                </a:lnTo>
                <a:lnTo>
                  <a:pt x="937" y="274"/>
                </a:lnTo>
                <a:lnTo>
                  <a:pt x="938" y="274"/>
                </a:lnTo>
                <a:lnTo>
                  <a:pt x="939" y="274"/>
                </a:lnTo>
                <a:lnTo>
                  <a:pt x="940" y="274"/>
                </a:lnTo>
                <a:lnTo>
                  <a:pt x="940" y="275"/>
                </a:lnTo>
                <a:lnTo>
                  <a:pt x="941" y="276"/>
                </a:lnTo>
                <a:lnTo>
                  <a:pt x="943" y="280"/>
                </a:lnTo>
                <a:lnTo>
                  <a:pt x="944" y="279"/>
                </a:lnTo>
                <a:lnTo>
                  <a:pt x="944" y="280"/>
                </a:lnTo>
                <a:lnTo>
                  <a:pt x="944" y="281"/>
                </a:lnTo>
                <a:lnTo>
                  <a:pt x="945" y="281"/>
                </a:lnTo>
                <a:lnTo>
                  <a:pt x="947" y="279"/>
                </a:lnTo>
                <a:lnTo>
                  <a:pt x="948" y="279"/>
                </a:lnTo>
                <a:lnTo>
                  <a:pt x="948" y="280"/>
                </a:lnTo>
                <a:lnTo>
                  <a:pt x="953" y="280"/>
                </a:lnTo>
                <a:lnTo>
                  <a:pt x="954" y="280"/>
                </a:lnTo>
                <a:lnTo>
                  <a:pt x="956" y="281"/>
                </a:lnTo>
                <a:lnTo>
                  <a:pt x="956" y="282"/>
                </a:lnTo>
                <a:lnTo>
                  <a:pt x="957" y="282"/>
                </a:lnTo>
                <a:lnTo>
                  <a:pt x="957" y="283"/>
                </a:lnTo>
                <a:lnTo>
                  <a:pt x="957" y="284"/>
                </a:lnTo>
                <a:lnTo>
                  <a:pt x="956" y="285"/>
                </a:lnTo>
                <a:lnTo>
                  <a:pt x="956" y="286"/>
                </a:lnTo>
                <a:lnTo>
                  <a:pt x="955" y="287"/>
                </a:lnTo>
                <a:lnTo>
                  <a:pt x="955" y="288"/>
                </a:lnTo>
                <a:lnTo>
                  <a:pt x="954" y="290"/>
                </a:lnTo>
                <a:lnTo>
                  <a:pt x="954" y="291"/>
                </a:lnTo>
                <a:lnTo>
                  <a:pt x="955" y="292"/>
                </a:lnTo>
                <a:lnTo>
                  <a:pt x="955" y="293"/>
                </a:lnTo>
                <a:lnTo>
                  <a:pt x="954" y="293"/>
                </a:lnTo>
                <a:lnTo>
                  <a:pt x="954" y="294"/>
                </a:lnTo>
                <a:lnTo>
                  <a:pt x="954" y="295"/>
                </a:lnTo>
                <a:lnTo>
                  <a:pt x="955" y="296"/>
                </a:lnTo>
                <a:lnTo>
                  <a:pt x="955" y="297"/>
                </a:lnTo>
                <a:lnTo>
                  <a:pt x="956" y="296"/>
                </a:lnTo>
                <a:lnTo>
                  <a:pt x="957" y="297"/>
                </a:lnTo>
                <a:lnTo>
                  <a:pt x="957" y="298"/>
                </a:lnTo>
                <a:lnTo>
                  <a:pt x="957" y="299"/>
                </a:lnTo>
                <a:lnTo>
                  <a:pt x="956" y="298"/>
                </a:lnTo>
                <a:lnTo>
                  <a:pt x="955" y="300"/>
                </a:lnTo>
                <a:lnTo>
                  <a:pt x="955" y="301"/>
                </a:lnTo>
                <a:lnTo>
                  <a:pt x="955" y="302"/>
                </a:lnTo>
                <a:lnTo>
                  <a:pt x="955" y="303"/>
                </a:lnTo>
                <a:lnTo>
                  <a:pt x="954" y="303"/>
                </a:lnTo>
                <a:lnTo>
                  <a:pt x="953" y="302"/>
                </a:lnTo>
                <a:lnTo>
                  <a:pt x="952" y="302"/>
                </a:lnTo>
                <a:lnTo>
                  <a:pt x="950" y="302"/>
                </a:lnTo>
                <a:lnTo>
                  <a:pt x="949" y="302"/>
                </a:lnTo>
                <a:lnTo>
                  <a:pt x="949" y="303"/>
                </a:lnTo>
                <a:lnTo>
                  <a:pt x="948" y="306"/>
                </a:lnTo>
                <a:lnTo>
                  <a:pt x="949" y="306"/>
                </a:lnTo>
                <a:lnTo>
                  <a:pt x="950" y="306"/>
                </a:lnTo>
                <a:lnTo>
                  <a:pt x="950" y="307"/>
                </a:lnTo>
                <a:lnTo>
                  <a:pt x="951" y="308"/>
                </a:lnTo>
                <a:lnTo>
                  <a:pt x="951" y="309"/>
                </a:lnTo>
                <a:lnTo>
                  <a:pt x="951" y="311"/>
                </a:lnTo>
                <a:lnTo>
                  <a:pt x="950" y="311"/>
                </a:lnTo>
                <a:lnTo>
                  <a:pt x="949" y="312"/>
                </a:lnTo>
                <a:lnTo>
                  <a:pt x="949" y="313"/>
                </a:lnTo>
                <a:lnTo>
                  <a:pt x="948" y="314"/>
                </a:lnTo>
                <a:lnTo>
                  <a:pt x="948" y="315"/>
                </a:lnTo>
                <a:lnTo>
                  <a:pt x="947" y="317"/>
                </a:lnTo>
                <a:lnTo>
                  <a:pt x="948" y="318"/>
                </a:lnTo>
                <a:lnTo>
                  <a:pt x="949" y="318"/>
                </a:lnTo>
                <a:lnTo>
                  <a:pt x="949" y="319"/>
                </a:lnTo>
                <a:lnTo>
                  <a:pt x="948" y="320"/>
                </a:lnTo>
                <a:lnTo>
                  <a:pt x="947" y="320"/>
                </a:lnTo>
                <a:lnTo>
                  <a:pt x="947" y="321"/>
                </a:lnTo>
                <a:lnTo>
                  <a:pt x="946" y="320"/>
                </a:lnTo>
                <a:lnTo>
                  <a:pt x="946" y="319"/>
                </a:lnTo>
                <a:lnTo>
                  <a:pt x="945" y="319"/>
                </a:lnTo>
                <a:lnTo>
                  <a:pt x="944" y="320"/>
                </a:lnTo>
                <a:lnTo>
                  <a:pt x="943" y="319"/>
                </a:lnTo>
                <a:lnTo>
                  <a:pt x="942" y="319"/>
                </a:lnTo>
                <a:lnTo>
                  <a:pt x="943" y="318"/>
                </a:lnTo>
                <a:lnTo>
                  <a:pt x="943" y="316"/>
                </a:lnTo>
                <a:lnTo>
                  <a:pt x="942" y="316"/>
                </a:lnTo>
                <a:lnTo>
                  <a:pt x="942" y="315"/>
                </a:lnTo>
                <a:lnTo>
                  <a:pt x="942" y="314"/>
                </a:lnTo>
                <a:lnTo>
                  <a:pt x="943" y="313"/>
                </a:lnTo>
                <a:lnTo>
                  <a:pt x="943" y="312"/>
                </a:lnTo>
                <a:lnTo>
                  <a:pt x="942" y="311"/>
                </a:lnTo>
                <a:lnTo>
                  <a:pt x="941" y="310"/>
                </a:lnTo>
                <a:lnTo>
                  <a:pt x="941" y="309"/>
                </a:lnTo>
                <a:lnTo>
                  <a:pt x="940" y="309"/>
                </a:lnTo>
                <a:lnTo>
                  <a:pt x="939" y="309"/>
                </a:lnTo>
                <a:lnTo>
                  <a:pt x="939" y="308"/>
                </a:lnTo>
                <a:lnTo>
                  <a:pt x="939" y="306"/>
                </a:lnTo>
                <a:lnTo>
                  <a:pt x="939" y="305"/>
                </a:lnTo>
                <a:lnTo>
                  <a:pt x="938" y="303"/>
                </a:lnTo>
                <a:lnTo>
                  <a:pt x="937" y="302"/>
                </a:lnTo>
                <a:lnTo>
                  <a:pt x="935" y="302"/>
                </a:lnTo>
                <a:lnTo>
                  <a:pt x="934" y="302"/>
                </a:lnTo>
                <a:lnTo>
                  <a:pt x="934" y="303"/>
                </a:lnTo>
                <a:lnTo>
                  <a:pt x="931" y="304"/>
                </a:lnTo>
                <a:lnTo>
                  <a:pt x="925" y="305"/>
                </a:lnTo>
                <a:lnTo>
                  <a:pt x="923" y="306"/>
                </a:lnTo>
                <a:lnTo>
                  <a:pt x="923" y="307"/>
                </a:lnTo>
                <a:lnTo>
                  <a:pt x="924" y="307"/>
                </a:lnTo>
                <a:lnTo>
                  <a:pt x="924" y="308"/>
                </a:lnTo>
                <a:lnTo>
                  <a:pt x="924" y="309"/>
                </a:lnTo>
                <a:lnTo>
                  <a:pt x="925" y="309"/>
                </a:lnTo>
                <a:lnTo>
                  <a:pt x="925" y="310"/>
                </a:lnTo>
                <a:lnTo>
                  <a:pt x="925" y="311"/>
                </a:lnTo>
                <a:lnTo>
                  <a:pt x="924" y="311"/>
                </a:lnTo>
                <a:lnTo>
                  <a:pt x="922" y="311"/>
                </a:lnTo>
                <a:lnTo>
                  <a:pt x="921" y="311"/>
                </a:lnTo>
                <a:lnTo>
                  <a:pt x="921" y="312"/>
                </a:lnTo>
                <a:lnTo>
                  <a:pt x="920" y="312"/>
                </a:lnTo>
                <a:lnTo>
                  <a:pt x="919" y="314"/>
                </a:lnTo>
                <a:lnTo>
                  <a:pt x="920" y="314"/>
                </a:lnTo>
                <a:lnTo>
                  <a:pt x="921" y="315"/>
                </a:lnTo>
                <a:lnTo>
                  <a:pt x="921" y="316"/>
                </a:lnTo>
                <a:lnTo>
                  <a:pt x="920" y="316"/>
                </a:lnTo>
                <a:lnTo>
                  <a:pt x="919" y="316"/>
                </a:lnTo>
                <a:lnTo>
                  <a:pt x="919" y="315"/>
                </a:lnTo>
                <a:lnTo>
                  <a:pt x="918" y="316"/>
                </a:lnTo>
                <a:lnTo>
                  <a:pt x="918" y="318"/>
                </a:lnTo>
                <a:lnTo>
                  <a:pt x="918" y="319"/>
                </a:lnTo>
                <a:lnTo>
                  <a:pt x="917" y="319"/>
                </a:lnTo>
                <a:lnTo>
                  <a:pt x="917" y="321"/>
                </a:lnTo>
                <a:lnTo>
                  <a:pt x="917" y="323"/>
                </a:lnTo>
                <a:lnTo>
                  <a:pt x="917" y="325"/>
                </a:lnTo>
                <a:lnTo>
                  <a:pt x="917" y="326"/>
                </a:lnTo>
                <a:lnTo>
                  <a:pt x="918" y="327"/>
                </a:lnTo>
                <a:lnTo>
                  <a:pt x="919" y="327"/>
                </a:lnTo>
                <a:lnTo>
                  <a:pt x="920" y="327"/>
                </a:lnTo>
                <a:lnTo>
                  <a:pt x="922" y="327"/>
                </a:lnTo>
                <a:lnTo>
                  <a:pt x="923" y="328"/>
                </a:lnTo>
                <a:lnTo>
                  <a:pt x="924" y="330"/>
                </a:lnTo>
                <a:lnTo>
                  <a:pt x="925" y="331"/>
                </a:lnTo>
                <a:lnTo>
                  <a:pt x="925" y="332"/>
                </a:lnTo>
                <a:lnTo>
                  <a:pt x="925" y="333"/>
                </a:lnTo>
                <a:lnTo>
                  <a:pt x="924" y="333"/>
                </a:lnTo>
                <a:lnTo>
                  <a:pt x="923" y="333"/>
                </a:lnTo>
                <a:lnTo>
                  <a:pt x="922" y="333"/>
                </a:lnTo>
                <a:lnTo>
                  <a:pt x="921" y="333"/>
                </a:lnTo>
                <a:lnTo>
                  <a:pt x="920" y="333"/>
                </a:lnTo>
                <a:lnTo>
                  <a:pt x="919" y="333"/>
                </a:lnTo>
                <a:lnTo>
                  <a:pt x="919" y="334"/>
                </a:lnTo>
                <a:lnTo>
                  <a:pt x="918" y="334"/>
                </a:lnTo>
                <a:lnTo>
                  <a:pt x="917" y="334"/>
                </a:lnTo>
                <a:lnTo>
                  <a:pt x="917" y="333"/>
                </a:lnTo>
                <a:lnTo>
                  <a:pt x="916" y="333"/>
                </a:lnTo>
                <a:lnTo>
                  <a:pt x="915" y="333"/>
                </a:lnTo>
                <a:lnTo>
                  <a:pt x="914" y="333"/>
                </a:lnTo>
                <a:lnTo>
                  <a:pt x="914" y="332"/>
                </a:lnTo>
                <a:lnTo>
                  <a:pt x="914" y="333"/>
                </a:lnTo>
                <a:lnTo>
                  <a:pt x="912" y="334"/>
                </a:lnTo>
                <a:lnTo>
                  <a:pt x="913" y="334"/>
                </a:lnTo>
                <a:lnTo>
                  <a:pt x="913" y="336"/>
                </a:lnTo>
                <a:lnTo>
                  <a:pt x="912" y="336"/>
                </a:lnTo>
                <a:lnTo>
                  <a:pt x="912" y="337"/>
                </a:lnTo>
                <a:lnTo>
                  <a:pt x="913" y="337"/>
                </a:lnTo>
                <a:lnTo>
                  <a:pt x="914" y="338"/>
                </a:lnTo>
                <a:lnTo>
                  <a:pt x="915" y="339"/>
                </a:lnTo>
                <a:lnTo>
                  <a:pt x="915" y="340"/>
                </a:lnTo>
                <a:lnTo>
                  <a:pt x="915" y="341"/>
                </a:lnTo>
                <a:lnTo>
                  <a:pt x="914" y="342"/>
                </a:lnTo>
                <a:lnTo>
                  <a:pt x="913" y="342"/>
                </a:lnTo>
                <a:lnTo>
                  <a:pt x="912" y="343"/>
                </a:lnTo>
                <a:lnTo>
                  <a:pt x="913" y="345"/>
                </a:lnTo>
                <a:lnTo>
                  <a:pt x="914" y="347"/>
                </a:lnTo>
                <a:lnTo>
                  <a:pt x="915" y="347"/>
                </a:lnTo>
                <a:lnTo>
                  <a:pt x="915" y="346"/>
                </a:lnTo>
                <a:lnTo>
                  <a:pt x="917" y="346"/>
                </a:lnTo>
                <a:lnTo>
                  <a:pt x="917" y="345"/>
                </a:lnTo>
                <a:lnTo>
                  <a:pt x="917" y="344"/>
                </a:lnTo>
                <a:lnTo>
                  <a:pt x="919" y="345"/>
                </a:lnTo>
                <a:lnTo>
                  <a:pt x="919" y="348"/>
                </a:lnTo>
                <a:lnTo>
                  <a:pt x="918" y="349"/>
                </a:lnTo>
                <a:lnTo>
                  <a:pt x="919" y="350"/>
                </a:lnTo>
                <a:lnTo>
                  <a:pt x="920" y="350"/>
                </a:lnTo>
                <a:lnTo>
                  <a:pt x="920" y="351"/>
                </a:lnTo>
                <a:lnTo>
                  <a:pt x="919" y="351"/>
                </a:lnTo>
                <a:lnTo>
                  <a:pt x="919" y="352"/>
                </a:lnTo>
                <a:lnTo>
                  <a:pt x="918" y="352"/>
                </a:lnTo>
                <a:lnTo>
                  <a:pt x="918" y="353"/>
                </a:lnTo>
                <a:lnTo>
                  <a:pt x="918" y="354"/>
                </a:lnTo>
                <a:lnTo>
                  <a:pt x="919" y="354"/>
                </a:lnTo>
                <a:lnTo>
                  <a:pt x="920" y="355"/>
                </a:lnTo>
                <a:lnTo>
                  <a:pt x="920" y="356"/>
                </a:lnTo>
                <a:lnTo>
                  <a:pt x="921" y="357"/>
                </a:lnTo>
                <a:lnTo>
                  <a:pt x="921" y="358"/>
                </a:lnTo>
                <a:lnTo>
                  <a:pt x="922" y="358"/>
                </a:lnTo>
                <a:lnTo>
                  <a:pt x="922" y="359"/>
                </a:lnTo>
                <a:lnTo>
                  <a:pt x="922" y="360"/>
                </a:lnTo>
                <a:lnTo>
                  <a:pt x="923" y="361"/>
                </a:lnTo>
                <a:lnTo>
                  <a:pt x="922" y="361"/>
                </a:lnTo>
                <a:lnTo>
                  <a:pt x="922" y="363"/>
                </a:lnTo>
                <a:lnTo>
                  <a:pt x="922" y="364"/>
                </a:lnTo>
                <a:lnTo>
                  <a:pt x="923" y="364"/>
                </a:lnTo>
                <a:lnTo>
                  <a:pt x="923" y="365"/>
                </a:lnTo>
                <a:lnTo>
                  <a:pt x="923" y="366"/>
                </a:lnTo>
                <a:lnTo>
                  <a:pt x="924" y="369"/>
                </a:lnTo>
                <a:lnTo>
                  <a:pt x="924" y="370"/>
                </a:lnTo>
                <a:lnTo>
                  <a:pt x="925" y="370"/>
                </a:lnTo>
                <a:lnTo>
                  <a:pt x="926" y="370"/>
                </a:lnTo>
                <a:lnTo>
                  <a:pt x="926" y="372"/>
                </a:lnTo>
                <a:lnTo>
                  <a:pt x="926" y="373"/>
                </a:lnTo>
                <a:lnTo>
                  <a:pt x="927" y="373"/>
                </a:lnTo>
                <a:lnTo>
                  <a:pt x="928" y="373"/>
                </a:lnTo>
                <a:lnTo>
                  <a:pt x="929" y="373"/>
                </a:lnTo>
                <a:lnTo>
                  <a:pt x="928" y="374"/>
                </a:lnTo>
                <a:lnTo>
                  <a:pt x="927" y="375"/>
                </a:lnTo>
                <a:lnTo>
                  <a:pt x="926" y="375"/>
                </a:lnTo>
                <a:lnTo>
                  <a:pt x="925" y="375"/>
                </a:lnTo>
                <a:lnTo>
                  <a:pt x="924" y="375"/>
                </a:lnTo>
                <a:lnTo>
                  <a:pt x="923" y="375"/>
                </a:lnTo>
                <a:lnTo>
                  <a:pt x="922" y="374"/>
                </a:lnTo>
                <a:lnTo>
                  <a:pt x="921" y="374"/>
                </a:lnTo>
                <a:lnTo>
                  <a:pt x="920" y="375"/>
                </a:lnTo>
                <a:lnTo>
                  <a:pt x="920" y="376"/>
                </a:lnTo>
                <a:lnTo>
                  <a:pt x="919" y="376"/>
                </a:lnTo>
                <a:lnTo>
                  <a:pt x="919" y="377"/>
                </a:lnTo>
                <a:lnTo>
                  <a:pt x="917" y="378"/>
                </a:lnTo>
                <a:lnTo>
                  <a:pt x="916" y="378"/>
                </a:lnTo>
                <a:lnTo>
                  <a:pt x="915" y="378"/>
                </a:lnTo>
                <a:lnTo>
                  <a:pt x="914" y="378"/>
                </a:lnTo>
                <a:lnTo>
                  <a:pt x="913" y="378"/>
                </a:lnTo>
                <a:lnTo>
                  <a:pt x="912" y="378"/>
                </a:lnTo>
                <a:lnTo>
                  <a:pt x="912" y="379"/>
                </a:lnTo>
                <a:lnTo>
                  <a:pt x="911" y="380"/>
                </a:lnTo>
                <a:lnTo>
                  <a:pt x="911" y="381"/>
                </a:lnTo>
                <a:lnTo>
                  <a:pt x="912" y="381"/>
                </a:lnTo>
                <a:lnTo>
                  <a:pt x="912" y="382"/>
                </a:lnTo>
                <a:lnTo>
                  <a:pt x="911" y="383"/>
                </a:lnTo>
                <a:lnTo>
                  <a:pt x="910" y="383"/>
                </a:lnTo>
                <a:lnTo>
                  <a:pt x="909" y="384"/>
                </a:lnTo>
                <a:lnTo>
                  <a:pt x="908" y="384"/>
                </a:lnTo>
                <a:lnTo>
                  <a:pt x="908" y="383"/>
                </a:lnTo>
                <a:lnTo>
                  <a:pt x="909" y="383"/>
                </a:lnTo>
                <a:lnTo>
                  <a:pt x="909" y="382"/>
                </a:lnTo>
                <a:lnTo>
                  <a:pt x="909" y="381"/>
                </a:lnTo>
                <a:lnTo>
                  <a:pt x="908" y="380"/>
                </a:lnTo>
                <a:lnTo>
                  <a:pt x="906" y="381"/>
                </a:lnTo>
                <a:lnTo>
                  <a:pt x="906" y="382"/>
                </a:lnTo>
                <a:lnTo>
                  <a:pt x="905" y="383"/>
                </a:lnTo>
                <a:lnTo>
                  <a:pt x="904" y="382"/>
                </a:lnTo>
                <a:lnTo>
                  <a:pt x="903" y="382"/>
                </a:lnTo>
                <a:lnTo>
                  <a:pt x="902" y="382"/>
                </a:lnTo>
                <a:lnTo>
                  <a:pt x="901" y="383"/>
                </a:lnTo>
                <a:lnTo>
                  <a:pt x="901" y="384"/>
                </a:lnTo>
                <a:lnTo>
                  <a:pt x="902" y="384"/>
                </a:lnTo>
                <a:lnTo>
                  <a:pt x="903" y="385"/>
                </a:lnTo>
                <a:lnTo>
                  <a:pt x="903" y="386"/>
                </a:lnTo>
                <a:lnTo>
                  <a:pt x="901" y="386"/>
                </a:lnTo>
                <a:lnTo>
                  <a:pt x="900" y="386"/>
                </a:lnTo>
                <a:lnTo>
                  <a:pt x="899" y="386"/>
                </a:lnTo>
                <a:lnTo>
                  <a:pt x="898" y="386"/>
                </a:lnTo>
                <a:lnTo>
                  <a:pt x="898" y="387"/>
                </a:lnTo>
                <a:lnTo>
                  <a:pt x="895" y="388"/>
                </a:lnTo>
                <a:lnTo>
                  <a:pt x="894" y="388"/>
                </a:lnTo>
                <a:lnTo>
                  <a:pt x="893" y="388"/>
                </a:lnTo>
                <a:lnTo>
                  <a:pt x="892" y="387"/>
                </a:lnTo>
                <a:lnTo>
                  <a:pt x="891" y="388"/>
                </a:lnTo>
                <a:lnTo>
                  <a:pt x="890" y="389"/>
                </a:lnTo>
                <a:lnTo>
                  <a:pt x="889" y="389"/>
                </a:lnTo>
                <a:lnTo>
                  <a:pt x="889" y="391"/>
                </a:lnTo>
                <a:lnTo>
                  <a:pt x="888" y="391"/>
                </a:lnTo>
                <a:lnTo>
                  <a:pt x="888" y="392"/>
                </a:lnTo>
                <a:lnTo>
                  <a:pt x="887" y="395"/>
                </a:lnTo>
                <a:lnTo>
                  <a:pt x="886" y="395"/>
                </a:lnTo>
                <a:lnTo>
                  <a:pt x="885" y="395"/>
                </a:lnTo>
                <a:lnTo>
                  <a:pt x="885" y="396"/>
                </a:lnTo>
                <a:lnTo>
                  <a:pt x="885" y="397"/>
                </a:lnTo>
                <a:lnTo>
                  <a:pt x="884" y="397"/>
                </a:lnTo>
                <a:lnTo>
                  <a:pt x="883" y="397"/>
                </a:lnTo>
                <a:lnTo>
                  <a:pt x="882" y="398"/>
                </a:lnTo>
                <a:lnTo>
                  <a:pt x="881" y="398"/>
                </a:lnTo>
                <a:lnTo>
                  <a:pt x="880" y="398"/>
                </a:lnTo>
                <a:lnTo>
                  <a:pt x="879" y="399"/>
                </a:lnTo>
                <a:lnTo>
                  <a:pt x="880" y="398"/>
                </a:lnTo>
                <a:lnTo>
                  <a:pt x="879" y="397"/>
                </a:lnTo>
                <a:lnTo>
                  <a:pt x="878" y="397"/>
                </a:lnTo>
                <a:lnTo>
                  <a:pt x="877" y="397"/>
                </a:lnTo>
                <a:lnTo>
                  <a:pt x="875" y="399"/>
                </a:lnTo>
                <a:lnTo>
                  <a:pt x="874" y="400"/>
                </a:lnTo>
                <a:lnTo>
                  <a:pt x="873" y="400"/>
                </a:lnTo>
                <a:lnTo>
                  <a:pt x="872" y="400"/>
                </a:lnTo>
                <a:lnTo>
                  <a:pt x="871" y="400"/>
                </a:lnTo>
                <a:lnTo>
                  <a:pt x="871" y="399"/>
                </a:lnTo>
                <a:lnTo>
                  <a:pt x="870" y="399"/>
                </a:lnTo>
                <a:lnTo>
                  <a:pt x="869" y="400"/>
                </a:lnTo>
                <a:lnTo>
                  <a:pt x="868" y="399"/>
                </a:lnTo>
                <a:lnTo>
                  <a:pt x="867" y="398"/>
                </a:lnTo>
                <a:lnTo>
                  <a:pt x="867" y="399"/>
                </a:lnTo>
                <a:lnTo>
                  <a:pt x="866" y="399"/>
                </a:lnTo>
                <a:lnTo>
                  <a:pt x="866" y="400"/>
                </a:lnTo>
                <a:lnTo>
                  <a:pt x="866" y="401"/>
                </a:lnTo>
                <a:lnTo>
                  <a:pt x="863" y="401"/>
                </a:lnTo>
                <a:lnTo>
                  <a:pt x="863" y="400"/>
                </a:lnTo>
                <a:lnTo>
                  <a:pt x="862" y="400"/>
                </a:lnTo>
                <a:lnTo>
                  <a:pt x="862" y="399"/>
                </a:lnTo>
                <a:lnTo>
                  <a:pt x="863" y="399"/>
                </a:lnTo>
                <a:lnTo>
                  <a:pt x="864" y="397"/>
                </a:lnTo>
                <a:lnTo>
                  <a:pt x="865" y="397"/>
                </a:lnTo>
                <a:lnTo>
                  <a:pt x="865" y="396"/>
                </a:lnTo>
                <a:lnTo>
                  <a:pt x="866" y="395"/>
                </a:lnTo>
                <a:lnTo>
                  <a:pt x="866" y="394"/>
                </a:lnTo>
                <a:lnTo>
                  <a:pt x="865" y="394"/>
                </a:lnTo>
                <a:lnTo>
                  <a:pt x="866" y="393"/>
                </a:lnTo>
                <a:lnTo>
                  <a:pt x="868" y="393"/>
                </a:lnTo>
                <a:lnTo>
                  <a:pt x="868" y="392"/>
                </a:lnTo>
                <a:lnTo>
                  <a:pt x="868" y="391"/>
                </a:lnTo>
                <a:lnTo>
                  <a:pt x="867" y="390"/>
                </a:lnTo>
                <a:lnTo>
                  <a:pt x="867" y="391"/>
                </a:lnTo>
                <a:lnTo>
                  <a:pt x="866" y="391"/>
                </a:lnTo>
                <a:lnTo>
                  <a:pt x="866" y="392"/>
                </a:lnTo>
                <a:lnTo>
                  <a:pt x="865" y="393"/>
                </a:lnTo>
                <a:lnTo>
                  <a:pt x="865" y="391"/>
                </a:lnTo>
                <a:lnTo>
                  <a:pt x="866" y="391"/>
                </a:lnTo>
                <a:lnTo>
                  <a:pt x="866" y="390"/>
                </a:lnTo>
                <a:lnTo>
                  <a:pt x="865" y="389"/>
                </a:lnTo>
                <a:lnTo>
                  <a:pt x="866" y="388"/>
                </a:lnTo>
                <a:lnTo>
                  <a:pt x="867" y="388"/>
                </a:lnTo>
                <a:lnTo>
                  <a:pt x="867" y="385"/>
                </a:lnTo>
                <a:lnTo>
                  <a:pt x="868" y="384"/>
                </a:lnTo>
                <a:lnTo>
                  <a:pt x="868" y="383"/>
                </a:lnTo>
                <a:lnTo>
                  <a:pt x="868" y="382"/>
                </a:lnTo>
                <a:lnTo>
                  <a:pt x="868" y="380"/>
                </a:lnTo>
                <a:lnTo>
                  <a:pt x="869" y="378"/>
                </a:lnTo>
                <a:lnTo>
                  <a:pt x="872" y="379"/>
                </a:lnTo>
                <a:lnTo>
                  <a:pt x="873" y="379"/>
                </a:lnTo>
                <a:lnTo>
                  <a:pt x="872" y="378"/>
                </a:lnTo>
                <a:lnTo>
                  <a:pt x="871" y="378"/>
                </a:lnTo>
                <a:lnTo>
                  <a:pt x="871" y="377"/>
                </a:lnTo>
                <a:lnTo>
                  <a:pt x="871" y="376"/>
                </a:lnTo>
                <a:lnTo>
                  <a:pt x="870" y="376"/>
                </a:lnTo>
                <a:lnTo>
                  <a:pt x="870" y="374"/>
                </a:lnTo>
                <a:lnTo>
                  <a:pt x="872" y="374"/>
                </a:lnTo>
                <a:lnTo>
                  <a:pt x="872" y="373"/>
                </a:lnTo>
                <a:lnTo>
                  <a:pt x="871" y="370"/>
                </a:lnTo>
                <a:lnTo>
                  <a:pt x="869" y="369"/>
                </a:lnTo>
                <a:lnTo>
                  <a:pt x="868" y="368"/>
                </a:lnTo>
                <a:lnTo>
                  <a:pt x="866" y="367"/>
                </a:lnTo>
                <a:lnTo>
                  <a:pt x="866" y="366"/>
                </a:lnTo>
                <a:lnTo>
                  <a:pt x="865" y="366"/>
                </a:lnTo>
                <a:lnTo>
                  <a:pt x="865" y="365"/>
                </a:lnTo>
                <a:lnTo>
                  <a:pt x="864" y="365"/>
                </a:lnTo>
                <a:lnTo>
                  <a:pt x="864" y="364"/>
                </a:lnTo>
                <a:lnTo>
                  <a:pt x="863" y="364"/>
                </a:lnTo>
                <a:lnTo>
                  <a:pt x="862" y="362"/>
                </a:lnTo>
                <a:lnTo>
                  <a:pt x="861" y="361"/>
                </a:lnTo>
                <a:lnTo>
                  <a:pt x="861" y="360"/>
                </a:lnTo>
                <a:lnTo>
                  <a:pt x="862" y="359"/>
                </a:lnTo>
                <a:lnTo>
                  <a:pt x="861" y="358"/>
                </a:lnTo>
                <a:lnTo>
                  <a:pt x="860" y="358"/>
                </a:lnTo>
                <a:lnTo>
                  <a:pt x="860" y="359"/>
                </a:lnTo>
                <a:lnTo>
                  <a:pt x="859" y="359"/>
                </a:lnTo>
                <a:lnTo>
                  <a:pt x="858" y="359"/>
                </a:lnTo>
                <a:lnTo>
                  <a:pt x="858" y="360"/>
                </a:lnTo>
                <a:lnTo>
                  <a:pt x="858" y="361"/>
                </a:lnTo>
                <a:lnTo>
                  <a:pt x="858" y="362"/>
                </a:lnTo>
                <a:lnTo>
                  <a:pt x="859" y="362"/>
                </a:lnTo>
                <a:lnTo>
                  <a:pt x="859" y="363"/>
                </a:lnTo>
                <a:lnTo>
                  <a:pt x="858" y="364"/>
                </a:lnTo>
                <a:lnTo>
                  <a:pt x="858" y="365"/>
                </a:lnTo>
                <a:lnTo>
                  <a:pt x="857" y="366"/>
                </a:lnTo>
                <a:lnTo>
                  <a:pt x="856" y="367"/>
                </a:lnTo>
                <a:lnTo>
                  <a:pt x="857" y="369"/>
                </a:lnTo>
                <a:lnTo>
                  <a:pt x="859" y="371"/>
                </a:lnTo>
                <a:lnTo>
                  <a:pt x="859" y="370"/>
                </a:lnTo>
                <a:lnTo>
                  <a:pt x="860" y="370"/>
                </a:lnTo>
                <a:lnTo>
                  <a:pt x="861" y="371"/>
                </a:lnTo>
                <a:lnTo>
                  <a:pt x="862" y="371"/>
                </a:lnTo>
                <a:lnTo>
                  <a:pt x="862" y="372"/>
                </a:lnTo>
                <a:lnTo>
                  <a:pt x="860" y="373"/>
                </a:lnTo>
                <a:lnTo>
                  <a:pt x="858" y="374"/>
                </a:lnTo>
                <a:lnTo>
                  <a:pt x="857" y="374"/>
                </a:lnTo>
                <a:lnTo>
                  <a:pt x="856" y="374"/>
                </a:lnTo>
                <a:lnTo>
                  <a:pt x="855" y="375"/>
                </a:lnTo>
                <a:lnTo>
                  <a:pt x="854" y="375"/>
                </a:lnTo>
                <a:lnTo>
                  <a:pt x="854" y="374"/>
                </a:lnTo>
                <a:lnTo>
                  <a:pt x="854" y="373"/>
                </a:lnTo>
                <a:lnTo>
                  <a:pt x="855" y="373"/>
                </a:lnTo>
                <a:lnTo>
                  <a:pt x="854" y="372"/>
                </a:lnTo>
                <a:lnTo>
                  <a:pt x="853" y="371"/>
                </a:lnTo>
                <a:lnTo>
                  <a:pt x="851" y="371"/>
                </a:lnTo>
                <a:lnTo>
                  <a:pt x="850" y="372"/>
                </a:lnTo>
                <a:lnTo>
                  <a:pt x="850" y="373"/>
                </a:lnTo>
                <a:lnTo>
                  <a:pt x="849" y="374"/>
                </a:lnTo>
                <a:lnTo>
                  <a:pt x="848" y="374"/>
                </a:lnTo>
                <a:lnTo>
                  <a:pt x="848" y="373"/>
                </a:lnTo>
                <a:lnTo>
                  <a:pt x="848" y="372"/>
                </a:lnTo>
                <a:lnTo>
                  <a:pt x="847" y="370"/>
                </a:lnTo>
                <a:lnTo>
                  <a:pt x="847" y="369"/>
                </a:lnTo>
                <a:lnTo>
                  <a:pt x="846" y="368"/>
                </a:lnTo>
                <a:lnTo>
                  <a:pt x="845" y="369"/>
                </a:lnTo>
                <a:lnTo>
                  <a:pt x="844" y="370"/>
                </a:lnTo>
                <a:lnTo>
                  <a:pt x="842" y="371"/>
                </a:lnTo>
                <a:lnTo>
                  <a:pt x="841" y="372"/>
                </a:lnTo>
                <a:lnTo>
                  <a:pt x="839" y="373"/>
                </a:lnTo>
                <a:lnTo>
                  <a:pt x="839" y="374"/>
                </a:lnTo>
                <a:lnTo>
                  <a:pt x="838" y="374"/>
                </a:lnTo>
                <a:lnTo>
                  <a:pt x="838" y="375"/>
                </a:lnTo>
                <a:lnTo>
                  <a:pt x="838" y="376"/>
                </a:lnTo>
                <a:lnTo>
                  <a:pt x="837" y="377"/>
                </a:lnTo>
                <a:lnTo>
                  <a:pt x="835" y="378"/>
                </a:lnTo>
                <a:lnTo>
                  <a:pt x="835" y="379"/>
                </a:lnTo>
                <a:lnTo>
                  <a:pt x="834" y="378"/>
                </a:lnTo>
                <a:lnTo>
                  <a:pt x="832" y="378"/>
                </a:lnTo>
                <a:lnTo>
                  <a:pt x="831" y="378"/>
                </a:lnTo>
                <a:lnTo>
                  <a:pt x="831" y="377"/>
                </a:lnTo>
                <a:lnTo>
                  <a:pt x="831" y="376"/>
                </a:lnTo>
                <a:lnTo>
                  <a:pt x="832" y="376"/>
                </a:lnTo>
                <a:lnTo>
                  <a:pt x="833" y="376"/>
                </a:lnTo>
                <a:lnTo>
                  <a:pt x="832" y="376"/>
                </a:lnTo>
                <a:lnTo>
                  <a:pt x="831" y="376"/>
                </a:lnTo>
                <a:lnTo>
                  <a:pt x="830" y="377"/>
                </a:lnTo>
                <a:lnTo>
                  <a:pt x="831" y="378"/>
                </a:lnTo>
                <a:lnTo>
                  <a:pt x="832" y="379"/>
                </a:lnTo>
                <a:lnTo>
                  <a:pt x="833" y="379"/>
                </a:lnTo>
                <a:lnTo>
                  <a:pt x="834" y="379"/>
                </a:lnTo>
                <a:lnTo>
                  <a:pt x="834" y="380"/>
                </a:lnTo>
                <a:lnTo>
                  <a:pt x="833" y="381"/>
                </a:lnTo>
                <a:lnTo>
                  <a:pt x="833" y="382"/>
                </a:lnTo>
                <a:lnTo>
                  <a:pt x="834" y="383"/>
                </a:lnTo>
                <a:lnTo>
                  <a:pt x="834" y="384"/>
                </a:lnTo>
                <a:lnTo>
                  <a:pt x="835" y="385"/>
                </a:lnTo>
                <a:lnTo>
                  <a:pt x="835" y="386"/>
                </a:lnTo>
                <a:lnTo>
                  <a:pt x="834" y="387"/>
                </a:lnTo>
                <a:lnTo>
                  <a:pt x="833" y="388"/>
                </a:lnTo>
                <a:lnTo>
                  <a:pt x="832" y="389"/>
                </a:lnTo>
                <a:lnTo>
                  <a:pt x="831" y="390"/>
                </a:lnTo>
                <a:lnTo>
                  <a:pt x="829" y="390"/>
                </a:lnTo>
                <a:lnTo>
                  <a:pt x="828" y="390"/>
                </a:lnTo>
                <a:lnTo>
                  <a:pt x="827" y="389"/>
                </a:lnTo>
                <a:lnTo>
                  <a:pt x="827" y="390"/>
                </a:lnTo>
                <a:lnTo>
                  <a:pt x="827" y="391"/>
                </a:lnTo>
                <a:lnTo>
                  <a:pt x="828" y="391"/>
                </a:lnTo>
                <a:lnTo>
                  <a:pt x="829" y="391"/>
                </a:lnTo>
                <a:lnTo>
                  <a:pt x="830" y="391"/>
                </a:lnTo>
                <a:lnTo>
                  <a:pt x="831" y="391"/>
                </a:lnTo>
                <a:lnTo>
                  <a:pt x="831" y="392"/>
                </a:lnTo>
                <a:lnTo>
                  <a:pt x="832" y="392"/>
                </a:lnTo>
                <a:lnTo>
                  <a:pt x="833" y="393"/>
                </a:lnTo>
                <a:lnTo>
                  <a:pt x="833" y="394"/>
                </a:lnTo>
                <a:lnTo>
                  <a:pt x="832" y="395"/>
                </a:lnTo>
                <a:lnTo>
                  <a:pt x="832" y="396"/>
                </a:lnTo>
                <a:lnTo>
                  <a:pt x="833" y="396"/>
                </a:lnTo>
                <a:lnTo>
                  <a:pt x="835" y="396"/>
                </a:lnTo>
                <a:lnTo>
                  <a:pt x="836" y="396"/>
                </a:lnTo>
                <a:lnTo>
                  <a:pt x="836" y="397"/>
                </a:lnTo>
                <a:lnTo>
                  <a:pt x="838" y="397"/>
                </a:lnTo>
                <a:lnTo>
                  <a:pt x="839" y="397"/>
                </a:lnTo>
                <a:lnTo>
                  <a:pt x="840" y="397"/>
                </a:lnTo>
                <a:lnTo>
                  <a:pt x="840" y="398"/>
                </a:lnTo>
                <a:lnTo>
                  <a:pt x="841" y="399"/>
                </a:lnTo>
                <a:lnTo>
                  <a:pt x="841" y="398"/>
                </a:lnTo>
                <a:lnTo>
                  <a:pt x="843" y="399"/>
                </a:lnTo>
                <a:lnTo>
                  <a:pt x="842" y="401"/>
                </a:lnTo>
                <a:lnTo>
                  <a:pt x="843" y="401"/>
                </a:lnTo>
                <a:lnTo>
                  <a:pt x="844" y="401"/>
                </a:lnTo>
                <a:lnTo>
                  <a:pt x="845" y="402"/>
                </a:lnTo>
                <a:lnTo>
                  <a:pt x="846" y="402"/>
                </a:lnTo>
                <a:lnTo>
                  <a:pt x="847" y="402"/>
                </a:lnTo>
                <a:lnTo>
                  <a:pt x="848" y="402"/>
                </a:lnTo>
                <a:lnTo>
                  <a:pt x="849" y="401"/>
                </a:lnTo>
                <a:lnTo>
                  <a:pt x="850" y="401"/>
                </a:lnTo>
                <a:lnTo>
                  <a:pt x="851" y="401"/>
                </a:lnTo>
                <a:lnTo>
                  <a:pt x="853" y="401"/>
                </a:lnTo>
                <a:lnTo>
                  <a:pt x="854" y="401"/>
                </a:lnTo>
                <a:lnTo>
                  <a:pt x="855" y="401"/>
                </a:lnTo>
                <a:lnTo>
                  <a:pt x="855" y="402"/>
                </a:lnTo>
                <a:lnTo>
                  <a:pt x="855" y="403"/>
                </a:lnTo>
                <a:lnTo>
                  <a:pt x="854" y="403"/>
                </a:lnTo>
                <a:lnTo>
                  <a:pt x="854" y="404"/>
                </a:lnTo>
                <a:lnTo>
                  <a:pt x="853" y="404"/>
                </a:lnTo>
                <a:lnTo>
                  <a:pt x="853" y="405"/>
                </a:lnTo>
                <a:lnTo>
                  <a:pt x="853" y="406"/>
                </a:lnTo>
                <a:lnTo>
                  <a:pt x="854" y="406"/>
                </a:lnTo>
                <a:lnTo>
                  <a:pt x="854" y="407"/>
                </a:lnTo>
                <a:lnTo>
                  <a:pt x="852" y="410"/>
                </a:lnTo>
                <a:lnTo>
                  <a:pt x="852" y="411"/>
                </a:lnTo>
                <a:lnTo>
                  <a:pt x="850" y="414"/>
                </a:lnTo>
                <a:lnTo>
                  <a:pt x="849" y="413"/>
                </a:lnTo>
                <a:lnTo>
                  <a:pt x="849" y="414"/>
                </a:lnTo>
                <a:lnTo>
                  <a:pt x="849" y="415"/>
                </a:lnTo>
                <a:lnTo>
                  <a:pt x="850" y="415"/>
                </a:lnTo>
                <a:lnTo>
                  <a:pt x="851" y="415"/>
                </a:lnTo>
                <a:lnTo>
                  <a:pt x="852" y="415"/>
                </a:lnTo>
                <a:lnTo>
                  <a:pt x="853" y="414"/>
                </a:lnTo>
                <a:lnTo>
                  <a:pt x="856" y="410"/>
                </a:lnTo>
                <a:lnTo>
                  <a:pt x="857" y="411"/>
                </a:lnTo>
                <a:lnTo>
                  <a:pt x="857" y="410"/>
                </a:lnTo>
                <a:lnTo>
                  <a:pt x="858" y="411"/>
                </a:lnTo>
                <a:lnTo>
                  <a:pt x="859" y="411"/>
                </a:lnTo>
                <a:lnTo>
                  <a:pt x="858" y="412"/>
                </a:lnTo>
                <a:lnTo>
                  <a:pt x="857" y="413"/>
                </a:lnTo>
                <a:lnTo>
                  <a:pt x="858" y="413"/>
                </a:lnTo>
                <a:lnTo>
                  <a:pt x="858" y="416"/>
                </a:lnTo>
                <a:lnTo>
                  <a:pt x="858" y="417"/>
                </a:lnTo>
                <a:lnTo>
                  <a:pt x="857" y="418"/>
                </a:lnTo>
                <a:lnTo>
                  <a:pt x="858" y="418"/>
                </a:lnTo>
                <a:lnTo>
                  <a:pt x="858" y="419"/>
                </a:lnTo>
                <a:lnTo>
                  <a:pt x="859" y="419"/>
                </a:lnTo>
                <a:lnTo>
                  <a:pt x="859" y="418"/>
                </a:lnTo>
                <a:lnTo>
                  <a:pt x="859" y="417"/>
                </a:lnTo>
                <a:lnTo>
                  <a:pt x="860" y="415"/>
                </a:lnTo>
                <a:lnTo>
                  <a:pt x="860" y="414"/>
                </a:lnTo>
                <a:lnTo>
                  <a:pt x="860" y="413"/>
                </a:lnTo>
                <a:lnTo>
                  <a:pt x="861" y="414"/>
                </a:lnTo>
                <a:lnTo>
                  <a:pt x="862" y="413"/>
                </a:lnTo>
                <a:lnTo>
                  <a:pt x="862" y="414"/>
                </a:lnTo>
                <a:lnTo>
                  <a:pt x="863" y="415"/>
                </a:lnTo>
                <a:lnTo>
                  <a:pt x="863" y="414"/>
                </a:lnTo>
                <a:lnTo>
                  <a:pt x="863" y="413"/>
                </a:lnTo>
                <a:lnTo>
                  <a:pt x="863" y="412"/>
                </a:lnTo>
                <a:lnTo>
                  <a:pt x="862" y="412"/>
                </a:lnTo>
                <a:lnTo>
                  <a:pt x="862" y="411"/>
                </a:lnTo>
                <a:lnTo>
                  <a:pt x="863" y="410"/>
                </a:lnTo>
                <a:lnTo>
                  <a:pt x="863" y="409"/>
                </a:lnTo>
                <a:lnTo>
                  <a:pt x="864" y="409"/>
                </a:lnTo>
                <a:lnTo>
                  <a:pt x="865" y="409"/>
                </a:lnTo>
                <a:lnTo>
                  <a:pt x="867" y="409"/>
                </a:lnTo>
                <a:lnTo>
                  <a:pt x="868" y="410"/>
                </a:lnTo>
                <a:lnTo>
                  <a:pt x="868" y="411"/>
                </a:lnTo>
                <a:lnTo>
                  <a:pt x="867" y="411"/>
                </a:lnTo>
                <a:lnTo>
                  <a:pt x="867" y="412"/>
                </a:lnTo>
                <a:lnTo>
                  <a:pt x="867" y="414"/>
                </a:lnTo>
                <a:lnTo>
                  <a:pt x="867" y="415"/>
                </a:lnTo>
                <a:lnTo>
                  <a:pt x="867" y="416"/>
                </a:lnTo>
                <a:lnTo>
                  <a:pt x="866" y="417"/>
                </a:lnTo>
                <a:lnTo>
                  <a:pt x="866" y="418"/>
                </a:lnTo>
                <a:lnTo>
                  <a:pt x="864" y="419"/>
                </a:lnTo>
                <a:lnTo>
                  <a:pt x="863" y="419"/>
                </a:lnTo>
                <a:lnTo>
                  <a:pt x="862" y="419"/>
                </a:lnTo>
                <a:lnTo>
                  <a:pt x="861" y="419"/>
                </a:lnTo>
                <a:lnTo>
                  <a:pt x="860" y="419"/>
                </a:lnTo>
                <a:lnTo>
                  <a:pt x="860" y="420"/>
                </a:lnTo>
                <a:lnTo>
                  <a:pt x="859" y="421"/>
                </a:lnTo>
                <a:lnTo>
                  <a:pt x="857" y="424"/>
                </a:lnTo>
                <a:lnTo>
                  <a:pt x="857" y="425"/>
                </a:lnTo>
                <a:lnTo>
                  <a:pt x="856" y="427"/>
                </a:lnTo>
                <a:lnTo>
                  <a:pt x="854" y="430"/>
                </a:lnTo>
                <a:lnTo>
                  <a:pt x="853" y="430"/>
                </a:lnTo>
                <a:lnTo>
                  <a:pt x="853" y="431"/>
                </a:lnTo>
                <a:lnTo>
                  <a:pt x="853" y="432"/>
                </a:lnTo>
                <a:lnTo>
                  <a:pt x="852" y="433"/>
                </a:lnTo>
                <a:lnTo>
                  <a:pt x="852" y="435"/>
                </a:lnTo>
                <a:lnTo>
                  <a:pt x="851" y="436"/>
                </a:lnTo>
                <a:lnTo>
                  <a:pt x="850" y="437"/>
                </a:lnTo>
                <a:lnTo>
                  <a:pt x="849" y="437"/>
                </a:lnTo>
                <a:lnTo>
                  <a:pt x="849" y="435"/>
                </a:lnTo>
                <a:lnTo>
                  <a:pt x="849" y="433"/>
                </a:lnTo>
                <a:lnTo>
                  <a:pt x="850" y="433"/>
                </a:lnTo>
                <a:lnTo>
                  <a:pt x="850" y="432"/>
                </a:lnTo>
                <a:lnTo>
                  <a:pt x="851" y="431"/>
                </a:lnTo>
                <a:lnTo>
                  <a:pt x="851" y="429"/>
                </a:lnTo>
                <a:lnTo>
                  <a:pt x="852" y="428"/>
                </a:lnTo>
                <a:lnTo>
                  <a:pt x="853" y="427"/>
                </a:lnTo>
                <a:lnTo>
                  <a:pt x="854" y="427"/>
                </a:lnTo>
                <a:lnTo>
                  <a:pt x="854" y="426"/>
                </a:lnTo>
                <a:lnTo>
                  <a:pt x="854" y="425"/>
                </a:lnTo>
                <a:lnTo>
                  <a:pt x="853" y="425"/>
                </a:lnTo>
                <a:lnTo>
                  <a:pt x="851" y="425"/>
                </a:lnTo>
                <a:lnTo>
                  <a:pt x="850" y="426"/>
                </a:lnTo>
                <a:lnTo>
                  <a:pt x="848" y="428"/>
                </a:lnTo>
                <a:lnTo>
                  <a:pt x="848" y="429"/>
                </a:lnTo>
                <a:lnTo>
                  <a:pt x="848" y="430"/>
                </a:lnTo>
                <a:lnTo>
                  <a:pt x="847" y="430"/>
                </a:lnTo>
                <a:lnTo>
                  <a:pt x="846" y="431"/>
                </a:lnTo>
                <a:lnTo>
                  <a:pt x="846" y="432"/>
                </a:lnTo>
                <a:lnTo>
                  <a:pt x="846" y="433"/>
                </a:lnTo>
                <a:lnTo>
                  <a:pt x="846" y="434"/>
                </a:lnTo>
                <a:lnTo>
                  <a:pt x="845" y="434"/>
                </a:lnTo>
                <a:lnTo>
                  <a:pt x="844" y="434"/>
                </a:lnTo>
                <a:lnTo>
                  <a:pt x="844" y="433"/>
                </a:lnTo>
                <a:lnTo>
                  <a:pt x="843" y="432"/>
                </a:lnTo>
                <a:lnTo>
                  <a:pt x="842" y="432"/>
                </a:lnTo>
                <a:lnTo>
                  <a:pt x="843" y="434"/>
                </a:lnTo>
                <a:lnTo>
                  <a:pt x="842" y="434"/>
                </a:lnTo>
                <a:lnTo>
                  <a:pt x="841" y="434"/>
                </a:lnTo>
                <a:lnTo>
                  <a:pt x="840" y="434"/>
                </a:lnTo>
                <a:lnTo>
                  <a:pt x="839" y="435"/>
                </a:lnTo>
                <a:lnTo>
                  <a:pt x="838" y="436"/>
                </a:lnTo>
                <a:lnTo>
                  <a:pt x="837" y="437"/>
                </a:lnTo>
                <a:lnTo>
                  <a:pt x="836" y="438"/>
                </a:lnTo>
                <a:lnTo>
                  <a:pt x="835" y="440"/>
                </a:lnTo>
                <a:lnTo>
                  <a:pt x="834" y="440"/>
                </a:lnTo>
                <a:lnTo>
                  <a:pt x="833" y="440"/>
                </a:lnTo>
                <a:lnTo>
                  <a:pt x="833" y="441"/>
                </a:lnTo>
                <a:lnTo>
                  <a:pt x="832" y="442"/>
                </a:lnTo>
                <a:lnTo>
                  <a:pt x="832" y="443"/>
                </a:lnTo>
                <a:lnTo>
                  <a:pt x="831" y="444"/>
                </a:lnTo>
                <a:lnTo>
                  <a:pt x="831" y="445"/>
                </a:lnTo>
                <a:lnTo>
                  <a:pt x="831" y="446"/>
                </a:lnTo>
                <a:lnTo>
                  <a:pt x="831" y="447"/>
                </a:lnTo>
                <a:lnTo>
                  <a:pt x="830" y="448"/>
                </a:lnTo>
                <a:lnTo>
                  <a:pt x="830" y="449"/>
                </a:lnTo>
                <a:lnTo>
                  <a:pt x="829" y="452"/>
                </a:lnTo>
                <a:lnTo>
                  <a:pt x="829" y="454"/>
                </a:lnTo>
                <a:lnTo>
                  <a:pt x="829" y="455"/>
                </a:lnTo>
                <a:lnTo>
                  <a:pt x="828" y="456"/>
                </a:lnTo>
                <a:lnTo>
                  <a:pt x="828" y="458"/>
                </a:lnTo>
                <a:lnTo>
                  <a:pt x="829" y="458"/>
                </a:lnTo>
                <a:lnTo>
                  <a:pt x="830" y="459"/>
                </a:lnTo>
                <a:lnTo>
                  <a:pt x="830" y="460"/>
                </a:lnTo>
                <a:lnTo>
                  <a:pt x="831" y="461"/>
                </a:lnTo>
                <a:lnTo>
                  <a:pt x="832" y="463"/>
                </a:lnTo>
                <a:lnTo>
                  <a:pt x="831" y="463"/>
                </a:lnTo>
                <a:lnTo>
                  <a:pt x="831" y="464"/>
                </a:lnTo>
                <a:lnTo>
                  <a:pt x="831" y="465"/>
                </a:lnTo>
                <a:lnTo>
                  <a:pt x="831" y="466"/>
                </a:lnTo>
                <a:lnTo>
                  <a:pt x="830" y="469"/>
                </a:lnTo>
                <a:lnTo>
                  <a:pt x="829" y="469"/>
                </a:lnTo>
                <a:lnTo>
                  <a:pt x="829" y="470"/>
                </a:lnTo>
                <a:lnTo>
                  <a:pt x="829" y="472"/>
                </a:lnTo>
                <a:lnTo>
                  <a:pt x="830" y="473"/>
                </a:lnTo>
                <a:lnTo>
                  <a:pt x="829" y="473"/>
                </a:lnTo>
                <a:lnTo>
                  <a:pt x="828" y="473"/>
                </a:lnTo>
                <a:lnTo>
                  <a:pt x="828" y="474"/>
                </a:lnTo>
                <a:lnTo>
                  <a:pt x="829" y="474"/>
                </a:lnTo>
                <a:lnTo>
                  <a:pt x="829" y="475"/>
                </a:lnTo>
                <a:lnTo>
                  <a:pt x="829" y="476"/>
                </a:lnTo>
                <a:lnTo>
                  <a:pt x="828" y="476"/>
                </a:lnTo>
                <a:lnTo>
                  <a:pt x="827" y="476"/>
                </a:lnTo>
                <a:lnTo>
                  <a:pt x="826" y="476"/>
                </a:lnTo>
                <a:lnTo>
                  <a:pt x="825" y="476"/>
                </a:lnTo>
                <a:lnTo>
                  <a:pt x="825" y="475"/>
                </a:lnTo>
                <a:lnTo>
                  <a:pt x="824" y="474"/>
                </a:lnTo>
                <a:lnTo>
                  <a:pt x="823" y="473"/>
                </a:lnTo>
                <a:lnTo>
                  <a:pt x="822" y="473"/>
                </a:lnTo>
                <a:lnTo>
                  <a:pt x="821" y="473"/>
                </a:lnTo>
                <a:lnTo>
                  <a:pt x="821" y="472"/>
                </a:lnTo>
                <a:lnTo>
                  <a:pt x="821" y="470"/>
                </a:lnTo>
                <a:lnTo>
                  <a:pt x="819" y="469"/>
                </a:lnTo>
                <a:lnTo>
                  <a:pt x="817" y="469"/>
                </a:lnTo>
                <a:lnTo>
                  <a:pt x="816" y="468"/>
                </a:lnTo>
                <a:lnTo>
                  <a:pt x="815" y="468"/>
                </a:lnTo>
                <a:lnTo>
                  <a:pt x="814" y="469"/>
                </a:lnTo>
                <a:lnTo>
                  <a:pt x="813" y="469"/>
                </a:lnTo>
                <a:lnTo>
                  <a:pt x="813" y="470"/>
                </a:lnTo>
                <a:lnTo>
                  <a:pt x="812" y="471"/>
                </a:lnTo>
                <a:lnTo>
                  <a:pt x="812" y="472"/>
                </a:lnTo>
                <a:lnTo>
                  <a:pt x="811" y="473"/>
                </a:lnTo>
                <a:lnTo>
                  <a:pt x="812" y="474"/>
                </a:lnTo>
                <a:lnTo>
                  <a:pt x="812" y="475"/>
                </a:lnTo>
                <a:lnTo>
                  <a:pt x="814" y="476"/>
                </a:lnTo>
                <a:lnTo>
                  <a:pt x="815" y="477"/>
                </a:lnTo>
                <a:lnTo>
                  <a:pt x="816" y="477"/>
                </a:lnTo>
                <a:lnTo>
                  <a:pt x="818" y="477"/>
                </a:lnTo>
                <a:lnTo>
                  <a:pt x="819" y="479"/>
                </a:lnTo>
                <a:lnTo>
                  <a:pt x="818" y="479"/>
                </a:lnTo>
                <a:lnTo>
                  <a:pt x="817" y="481"/>
                </a:lnTo>
                <a:lnTo>
                  <a:pt x="816" y="481"/>
                </a:lnTo>
                <a:lnTo>
                  <a:pt x="815" y="482"/>
                </a:lnTo>
                <a:lnTo>
                  <a:pt x="814" y="483"/>
                </a:lnTo>
                <a:lnTo>
                  <a:pt x="814" y="484"/>
                </a:lnTo>
                <a:lnTo>
                  <a:pt x="814" y="485"/>
                </a:lnTo>
                <a:lnTo>
                  <a:pt x="813" y="486"/>
                </a:lnTo>
                <a:lnTo>
                  <a:pt x="813" y="488"/>
                </a:lnTo>
                <a:lnTo>
                  <a:pt x="813" y="489"/>
                </a:lnTo>
                <a:lnTo>
                  <a:pt x="813" y="490"/>
                </a:lnTo>
                <a:lnTo>
                  <a:pt x="813" y="491"/>
                </a:lnTo>
                <a:lnTo>
                  <a:pt x="814" y="491"/>
                </a:lnTo>
                <a:lnTo>
                  <a:pt x="814" y="492"/>
                </a:lnTo>
                <a:lnTo>
                  <a:pt x="815" y="492"/>
                </a:lnTo>
                <a:lnTo>
                  <a:pt x="816" y="493"/>
                </a:lnTo>
                <a:lnTo>
                  <a:pt x="817" y="493"/>
                </a:lnTo>
                <a:lnTo>
                  <a:pt x="816" y="496"/>
                </a:lnTo>
                <a:lnTo>
                  <a:pt x="815" y="496"/>
                </a:lnTo>
                <a:lnTo>
                  <a:pt x="814" y="496"/>
                </a:lnTo>
                <a:lnTo>
                  <a:pt x="813" y="496"/>
                </a:lnTo>
                <a:lnTo>
                  <a:pt x="812" y="496"/>
                </a:lnTo>
                <a:lnTo>
                  <a:pt x="812" y="497"/>
                </a:lnTo>
                <a:lnTo>
                  <a:pt x="812" y="498"/>
                </a:lnTo>
                <a:lnTo>
                  <a:pt x="811" y="499"/>
                </a:lnTo>
                <a:lnTo>
                  <a:pt x="810" y="499"/>
                </a:lnTo>
                <a:lnTo>
                  <a:pt x="810" y="500"/>
                </a:lnTo>
                <a:lnTo>
                  <a:pt x="810" y="501"/>
                </a:lnTo>
                <a:lnTo>
                  <a:pt x="810" y="502"/>
                </a:lnTo>
                <a:lnTo>
                  <a:pt x="809" y="502"/>
                </a:lnTo>
                <a:lnTo>
                  <a:pt x="808" y="502"/>
                </a:lnTo>
                <a:lnTo>
                  <a:pt x="808" y="501"/>
                </a:lnTo>
                <a:lnTo>
                  <a:pt x="808" y="500"/>
                </a:lnTo>
                <a:lnTo>
                  <a:pt x="807" y="500"/>
                </a:lnTo>
                <a:lnTo>
                  <a:pt x="806" y="500"/>
                </a:lnTo>
                <a:lnTo>
                  <a:pt x="806" y="499"/>
                </a:lnTo>
                <a:lnTo>
                  <a:pt x="807" y="499"/>
                </a:lnTo>
                <a:lnTo>
                  <a:pt x="806" y="498"/>
                </a:lnTo>
                <a:lnTo>
                  <a:pt x="805" y="498"/>
                </a:lnTo>
                <a:lnTo>
                  <a:pt x="803" y="499"/>
                </a:lnTo>
                <a:lnTo>
                  <a:pt x="803" y="500"/>
                </a:lnTo>
                <a:lnTo>
                  <a:pt x="803" y="501"/>
                </a:lnTo>
                <a:lnTo>
                  <a:pt x="802" y="500"/>
                </a:lnTo>
                <a:lnTo>
                  <a:pt x="803" y="499"/>
                </a:lnTo>
                <a:lnTo>
                  <a:pt x="803" y="498"/>
                </a:lnTo>
                <a:lnTo>
                  <a:pt x="802" y="498"/>
                </a:lnTo>
                <a:lnTo>
                  <a:pt x="802" y="497"/>
                </a:lnTo>
                <a:lnTo>
                  <a:pt x="802" y="496"/>
                </a:lnTo>
                <a:lnTo>
                  <a:pt x="800" y="495"/>
                </a:lnTo>
                <a:lnTo>
                  <a:pt x="799" y="496"/>
                </a:lnTo>
                <a:lnTo>
                  <a:pt x="799" y="497"/>
                </a:lnTo>
                <a:lnTo>
                  <a:pt x="800" y="497"/>
                </a:lnTo>
                <a:lnTo>
                  <a:pt x="799" y="497"/>
                </a:lnTo>
                <a:lnTo>
                  <a:pt x="798" y="497"/>
                </a:lnTo>
                <a:lnTo>
                  <a:pt x="797" y="499"/>
                </a:lnTo>
                <a:lnTo>
                  <a:pt x="797" y="500"/>
                </a:lnTo>
                <a:lnTo>
                  <a:pt x="796" y="500"/>
                </a:lnTo>
                <a:lnTo>
                  <a:pt x="796" y="501"/>
                </a:lnTo>
                <a:lnTo>
                  <a:pt x="797" y="501"/>
                </a:lnTo>
                <a:lnTo>
                  <a:pt x="797" y="502"/>
                </a:lnTo>
                <a:lnTo>
                  <a:pt x="796" y="502"/>
                </a:lnTo>
                <a:lnTo>
                  <a:pt x="795" y="502"/>
                </a:lnTo>
                <a:lnTo>
                  <a:pt x="795" y="503"/>
                </a:lnTo>
                <a:lnTo>
                  <a:pt x="795" y="504"/>
                </a:lnTo>
                <a:lnTo>
                  <a:pt x="798" y="503"/>
                </a:lnTo>
                <a:lnTo>
                  <a:pt x="798" y="504"/>
                </a:lnTo>
                <a:lnTo>
                  <a:pt x="796" y="506"/>
                </a:lnTo>
                <a:lnTo>
                  <a:pt x="797" y="507"/>
                </a:lnTo>
                <a:lnTo>
                  <a:pt x="796" y="508"/>
                </a:lnTo>
                <a:lnTo>
                  <a:pt x="798" y="510"/>
                </a:lnTo>
                <a:lnTo>
                  <a:pt x="797" y="511"/>
                </a:lnTo>
                <a:lnTo>
                  <a:pt x="795" y="509"/>
                </a:lnTo>
                <a:lnTo>
                  <a:pt x="794" y="511"/>
                </a:lnTo>
                <a:lnTo>
                  <a:pt x="794" y="510"/>
                </a:lnTo>
                <a:lnTo>
                  <a:pt x="793" y="511"/>
                </a:lnTo>
                <a:lnTo>
                  <a:pt x="792" y="511"/>
                </a:lnTo>
                <a:lnTo>
                  <a:pt x="792" y="510"/>
                </a:lnTo>
                <a:lnTo>
                  <a:pt x="791" y="510"/>
                </a:lnTo>
                <a:lnTo>
                  <a:pt x="791" y="509"/>
                </a:lnTo>
                <a:lnTo>
                  <a:pt x="791" y="510"/>
                </a:lnTo>
                <a:lnTo>
                  <a:pt x="790" y="503"/>
                </a:lnTo>
                <a:lnTo>
                  <a:pt x="789" y="502"/>
                </a:lnTo>
                <a:lnTo>
                  <a:pt x="788" y="500"/>
                </a:lnTo>
                <a:lnTo>
                  <a:pt x="787" y="499"/>
                </a:lnTo>
                <a:lnTo>
                  <a:pt x="787" y="501"/>
                </a:lnTo>
                <a:lnTo>
                  <a:pt x="787" y="502"/>
                </a:lnTo>
                <a:lnTo>
                  <a:pt x="788" y="502"/>
                </a:lnTo>
                <a:lnTo>
                  <a:pt x="788" y="503"/>
                </a:lnTo>
                <a:lnTo>
                  <a:pt x="786" y="503"/>
                </a:lnTo>
                <a:lnTo>
                  <a:pt x="785" y="503"/>
                </a:lnTo>
                <a:lnTo>
                  <a:pt x="783" y="505"/>
                </a:lnTo>
                <a:lnTo>
                  <a:pt x="784" y="505"/>
                </a:lnTo>
                <a:lnTo>
                  <a:pt x="783" y="506"/>
                </a:lnTo>
                <a:lnTo>
                  <a:pt x="781" y="507"/>
                </a:lnTo>
                <a:lnTo>
                  <a:pt x="780" y="508"/>
                </a:lnTo>
                <a:lnTo>
                  <a:pt x="780" y="509"/>
                </a:lnTo>
                <a:lnTo>
                  <a:pt x="779" y="509"/>
                </a:lnTo>
                <a:lnTo>
                  <a:pt x="779" y="510"/>
                </a:lnTo>
                <a:lnTo>
                  <a:pt x="778" y="511"/>
                </a:lnTo>
                <a:lnTo>
                  <a:pt x="777" y="511"/>
                </a:lnTo>
                <a:lnTo>
                  <a:pt x="776" y="511"/>
                </a:lnTo>
                <a:lnTo>
                  <a:pt x="776" y="510"/>
                </a:lnTo>
                <a:lnTo>
                  <a:pt x="774" y="509"/>
                </a:lnTo>
                <a:lnTo>
                  <a:pt x="773" y="507"/>
                </a:lnTo>
                <a:lnTo>
                  <a:pt x="772" y="507"/>
                </a:lnTo>
                <a:lnTo>
                  <a:pt x="772" y="508"/>
                </a:lnTo>
                <a:lnTo>
                  <a:pt x="773" y="508"/>
                </a:lnTo>
                <a:lnTo>
                  <a:pt x="773" y="509"/>
                </a:lnTo>
                <a:lnTo>
                  <a:pt x="774" y="509"/>
                </a:lnTo>
                <a:lnTo>
                  <a:pt x="775" y="511"/>
                </a:lnTo>
                <a:lnTo>
                  <a:pt x="775" y="512"/>
                </a:lnTo>
                <a:lnTo>
                  <a:pt x="775" y="511"/>
                </a:lnTo>
                <a:lnTo>
                  <a:pt x="774" y="511"/>
                </a:lnTo>
                <a:lnTo>
                  <a:pt x="773" y="511"/>
                </a:lnTo>
                <a:lnTo>
                  <a:pt x="773" y="512"/>
                </a:lnTo>
                <a:lnTo>
                  <a:pt x="775" y="512"/>
                </a:lnTo>
                <a:lnTo>
                  <a:pt x="776" y="513"/>
                </a:lnTo>
                <a:lnTo>
                  <a:pt x="777" y="514"/>
                </a:lnTo>
                <a:lnTo>
                  <a:pt x="776" y="515"/>
                </a:lnTo>
                <a:lnTo>
                  <a:pt x="776" y="516"/>
                </a:lnTo>
                <a:lnTo>
                  <a:pt x="775" y="516"/>
                </a:lnTo>
                <a:lnTo>
                  <a:pt x="774" y="516"/>
                </a:lnTo>
                <a:lnTo>
                  <a:pt x="774" y="517"/>
                </a:lnTo>
                <a:lnTo>
                  <a:pt x="772" y="517"/>
                </a:lnTo>
                <a:lnTo>
                  <a:pt x="773" y="517"/>
                </a:lnTo>
                <a:lnTo>
                  <a:pt x="772" y="517"/>
                </a:lnTo>
                <a:lnTo>
                  <a:pt x="772" y="518"/>
                </a:lnTo>
                <a:lnTo>
                  <a:pt x="772" y="519"/>
                </a:lnTo>
                <a:lnTo>
                  <a:pt x="774" y="518"/>
                </a:lnTo>
                <a:lnTo>
                  <a:pt x="775" y="518"/>
                </a:lnTo>
                <a:lnTo>
                  <a:pt x="775" y="519"/>
                </a:lnTo>
                <a:lnTo>
                  <a:pt x="774" y="520"/>
                </a:lnTo>
                <a:lnTo>
                  <a:pt x="773" y="523"/>
                </a:lnTo>
                <a:lnTo>
                  <a:pt x="772" y="524"/>
                </a:lnTo>
                <a:lnTo>
                  <a:pt x="772" y="527"/>
                </a:lnTo>
                <a:lnTo>
                  <a:pt x="772" y="528"/>
                </a:lnTo>
                <a:lnTo>
                  <a:pt x="772" y="529"/>
                </a:lnTo>
                <a:lnTo>
                  <a:pt x="773" y="529"/>
                </a:lnTo>
                <a:lnTo>
                  <a:pt x="773" y="530"/>
                </a:lnTo>
                <a:lnTo>
                  <a:pt x="773" y="531"/>
                </a:lnTo>
                <a:lnTo>
                  <a:pt x="772" y="531"/>
                </a:lnTo>
                <a:lnTo>
                  <a:pt x="771" y="533"/>
                </a:lnTo>
                <a:lnTo>
                  <a:pt x="771" y="534"/>
                </a:lnTo>
                <a:lnTo>
                  <a:pt x="771" y="538"/>
                </a:lnTo>
                <a:lnTo>
                  <a:pt x="770" y="539"/>
                </a:lnTo>
                <a:lnTo>
                  <a:pt x="770" y="540"/>
                </a:lnTo>
                <a:lnTo>
                  <a:pt x="769" y="541"/>
                </a:lnTo>
                <a:lnTo>
                  <a:pt x="768" y="542"/>
                </a:lnTo>
                <a:lnTo>
                  <a:pt x="767" y="542"/>
                </a:lnTo>
                <a:lnTo>
                  <a:pt x="767" y="543"/>
                </a:lnTo>
                <a:lnTo>
                  <a:pt x="767" y="544"/>
                </a:lnTo>
                <a:lnTo>
                  <a:pt x="767" y="545"/>
                </a:lnTo>
                <a:lnTo>
                  <a:pt x="767" y="546"/>
                </a:lnTo>
                <a:lnTo>
                  <a:pt x="767" y="548"/>
                </a:lnTo>
                <a:lnTo>
                  <a:pt x="766" y="549"/>
                </a:lnTo>
                <a:lnTo>
                  <a:pt x="766" y="550"/>
                </a:lnTo>
                <a:lnTo>
                  <a:pt x="766" y="551"/>
                </a:lnTo>
                <a:lnTo>
                  <a:pt x="766" y="553"/>
                </a:lnTo>
                <a:lnTo>
                  <a:pt x="765" y="553"/>
                </a:lnTo>
                <a:lnTo>
                  <a:pt x="765" y="554"/>
                </a:lnTo>
                <a:lnTo>
                  <a:pt x="766" y="554"/>
                </a:lnTo>
                <a:lnTo>
                  <a:pt x="766" y="556"/>
                </a:lnTo>
                <a:lnTo>
                  <a:pt x="767" y="559"/>
                </a:lnTo>
                <a:lnTo>
                  <a:pt x="766" y="561"/>
                </a:lnTo>
                <a:lnTo>
                  <a:pt x="766" y="562"/>
                </a:lnTo>
                <a:lnTo>
                  <a:pt x="766" y="564"/>
                </a:lnTo>
                <a:lnTo>
                  <a:pt x="765" y="564"/>
                </a:lnTo>
                <a:lnTo>
                  <a:pt x="765" y="562"/>
                </a:lnTo>
                <a:lnTo>
                  <a:pt x="765" y="560"/>
                </a:lnTo>
                <a:lnTo>
                  <a:pt x="765" y="559"/>
                </a:lnTo>
                <a:lnTo>
                  <a:pt x="763" y="559"/>
                </a:lnTo>
                <a:lnTo>
                  <a:pt x="762" y="560"/>
                </a:lnTo>
                <a:lnTo>
                  <a:pt x="763" y="561"/>
                </a:lnTo>
                <a:lnTo>
                  <a:pt x="763" y="565"/>
                </a:lnTo>
                <a:lnTo>
                  <a:pt x="763" y="566"/>
                </a:lnTo>
                <a:lnTo>
                  <a:pt x="764" y="568"/>
                </a:lnTo>
                <a:lnTo>
                  <a:pt x="763" y="568"/>
                </a:lnTo>
                <a:lnTo>
                  <a:pt x="764" y="574"/>
                </a:lnTo>
                <a:lnTo>
                  <a:pt x="762" y="574"/>
                </a:lnTo>
                <a:lnTo>
                  <a:pt x="761" y="568"/>
                </a:lnTo>
                <a:lnTo>
                  <a:pt x="759" y="568"/>
                </a:lnTo>
                <a:lnTo>
                  <a:pt x="758" y="568"/>
                </a:lnTo>
                <a:lnTo>
                  <a:pt x="757" y="568"/>
                </a:lnTo>
                <a:lnTo>
                  <a:pt x="756" y="569"/>
                </a:lnTo>
                <a:lnTo>
                  <a:pt x="754" y="571"/>
                </a:lnTo>
                <a:lnTo>
                  <a:pt x="754" y="570"/>
                </a:lnTo>
                <a:lnTo>
                  <a:pt x="753" y="570"/>
                </a:lnTo>
                <a:lnTo>
                  <a:pt x="753" y="571"/>
                </a:lnTo>
                <a:lnTo>
                  <a:pt x="755" y="572"/>
                </a:lnTo>
                <a:lnTo>
                  <a:pt x="754" y="574"/>
                </a:lnTo>
                <a:lnTo>
                  <a:pt x="752" y="573"/>
                </a:lnTo>
                <a:lnTo>
                  <a:pt x="751" y="574"/>
                </a:lnTo>
                <a:lnTo>
                  <a:pt x="751" y="576"/>
                </a:lnTo>
                <a:lnTo>
                  <a:pt x="751" y="577"/>
                </a:lnTo>
                <a:lnTo>
                  <a:pt x="750" y="578"/>
                </a:lnTo>
                <a:lnTo>
                  <a:pt x="750" y="577"/>
                </a:lnTo>
                <a:lnTo>
                  <a:pt x="750" y="576"/>
                </a:lnTo>
                <a:lnTo>
                  <a:pt x="749" y="576"/>
                </a:lnTo>
                <a:lnTo>
                  <a:pt x="749" y="577"/>
                </a:lnTo>
                <a:lnTo>
                  <a:pt x="750" y="577"/>
                </a:lnTo>
                <a:lnTo>
                  <a:pt x="750" y="578"/>
                </a:lnTo>
                <a:lnTo>
                  <a:pt x="750" y="579"/>
                </a:lnTo>
                <a:lnTo>
                  <a:pt x="749" y="581"/>
                </a:lnTo>
                <a:lnTo>
                  <a:pt x="748" y="580"/>
                </a:lnTo>
                <a:lnTo>
                  <a:pt x="747" y="581"/>
                </a:lnTo>
                <a:lnTo>
                  <a:pt x="746" y="583"/>
                </a:lnTo>
                <a:lnTo>
                  <a:pt x="745" y="584"/>
                </a:lnTo>
                <a:lnTo>
                  <a:pt x="745" y="585"/>
                </a:lnTo>
                <a:lnTo>
                  <a:pt x="745" y="586"/>
                </a:lnTo>
                <a:lnTo>
                  <a:pt x="745" y="587"/>
                </a:lnTo>
                <a:lnTo>
                  <a:pt x="745" y="588"/>
                </a:lnTo>
                <a:lnTo>
                  <a:pt x="745" y="589"/>
                </a:lnTo>
                <a:lnTo>
                  <a:pt x="745" y="591"/>
                </a:lnTo>
                <a:lnTo>
                  <a:pt x="745" y="594"/>
                </a:lnTo>
                <a:lnTo>
                  <a:pt x="745" y="595"/>
                </a:lnTo>
                <a:lnTo>
                  <a:pt x="744" y="596"/>
                </a:lnTo>
                <a:lnTo>
                  <a:pt x="744" y="598"/>
                </a:lnTo>
                <a:lnTo>
                  <a:pt x="744" y="599"/>
                </a:lnTo>
                <a:lnTo>
                  <a:pt x="744" y="603"/>
                </a:lnTo>
                <a:lnTo>
                  <a:pt x="744" y="605"/>
                </a:lnTo>
                <a:lnTo>
                  <a:pt x="744" y="607"/>
                </a:lnTo>
                <a:lnTo>
                  <a:pt x="744" y="608"/>
                </a:lnTo>
                <a:lnTo>
                  <a:pt x="744" y="609"/>
                </a:lnTo>
                <a:lnTo>
                  <a:pt x="744" y="610"/>
                </a:lnTo>
                <a:lnTo>
                  <a:pt x="744" y="612"/>
                </a:lnTo>
                <a:lnTo>
                  <a:pt x="744" y="613"/>
                </a:lnTo>
                <a:lnTo>
                  <a:pt x="744" y="614"/>
                </a:lnTo>
                <a:lnTo>
                  <a:pt x="745" y="614"/>
                </a:lnTo>
                <a:lnTo>
                  <a:pt x="747" y="614"/>
                </a:lnTo>
                <a:lnTo>
                  <a:pt x="747" y="615"/>
                </a:lnTo>
                <a:lnTo>
                  <a:pt x="746" y="617"/>
                </a:lnTo>
                <a:lnTo>
                  <a:pt x="746" y="618"/>
                </a:lnTo>
                <a:lnTo>
                  <a:pt x="745" y="618"/>
                </a:lnTo>
                <a:lnTo>
                  <a:pt x="745" y="617"/>
                </a:lnTo>
                <a:lnTo>
                  <a:pt x="745" y="618"/>
                </a:lnTo>
                <a:lnTo>
                  <a:pt x="744" y="618"/>
                </a:lnTo>
                <a:lnTo>
                  <a:pt x="744" y="619"/>
                </a:lnTo>
                <a:lnTo>
                  <a:pt x="745" y="619"/>
                </a:lnTo>
                <a:lnTo>
                  <a:pt x="746" y="619"/>
                </a:lnTo>
                <a:lnTo>
                  <a:pt x="746" y="620"/>
                </a:lnTo>
                <a:lnTo>
                  <a:pt x="747" y="620"/>
                </a:lnTo>
                <a:lnTo>
                  <a:pt x="748" y="621"/>
                </a:lnTo>
                <a:lnTo>
                  <a:pt x="745" y="621"/>
                </a:lnTo>
                <a:lnTo>
                  <a:pt x="746" y="622"/>
                </a:lnTo>
                <a:lnTo>
                  <a:pt x="745" y="622"/>
                </a:lnTo>
                <a:lnTo>
                  <a:pt x="745" y="621"/>
                </a:lnTo>
                <a:lnTo>
                  <a:pt x="744" y="621"/>
                </a:lnTo>
                <a:lnTo>
                  <a:pt x="743" y="622"/>
                </a:lnTo>
                <a:lnTo>
                  <a:pt x="743" y="623"/>
                </a:lnTo>
                <a:lnTo>
                  <a:pt x="744" y="624"/>
                </a:lnTo>
                <a:lnTo>
                  <a:pt x="742" y="625"/>
                </a:lnTo>
                <a:lnTo>
                  <a:pt x="741" y="623"/>
                </a:lnTo>
                <a:lnTo>
                  <a:pt x="742" y="622"/>
                </a:lnTo>
                <a:lnTo>
                  <a:pt x="743" y="622"/>
                </a:lnTo>
                <a:lnTo>
                  <a:pt x="742" y="621"/>
                </a:lnTo>
                <a:lnTo>
                  <a:pt x="741" y="622"/>
                </a:lnTo>
                <a:lnTo>
                  <a:pt x="741" y="623"/>
                </a:lnTo>
                <a:lnTo>
                  <a:pt x="740" y="623"/>
                </a:lnTo>
                <a:lnTo>
                  <a:pt x="739" y="623"/>
                </a:lnTo>
                <a:lnTo>
                  <a:pt x="738" y="623"/>
                </a:lnTo>
                <a:lnTo>
                  <a:pt x="737" y="624"/>
                </a:lnTo>
                <a:lnTo>
                  <a:pt x="736" y="624"/>
                </a:lnTo>
                <a:lnTo>
                  <a:pt x="734" y="626"/>
                </a:lnTo>
                <a:lnTo>
                  <a:pt x="733" y="626"/>
                </a:lnTo>
                <a:lnTo>
                  <a:pt x="733" y="625"/>
                </a:lnTo>
                <a:lnTo>
                  <a:pt x="733" y="624"/>
                </a:lnTo>
                <a:lnTo>
                  <a:pt x="732" y="624"/>
                </a:lnTo>
                <a:lnTo>
                  <a:pt x="732" y="623"/>
                </a:lnTo>
                <a:lnTo>
                  <a:pt x="731" y="622"/>
                </a:lnTo>
                <a:lnTo>
                  <a:pt x="730" y="620"/>
                </a:lnTo>
                <a:lnTo>
                  <a:pt x="730" y="619"/>
                </a:lnTo>
                <a:lnTo>
                  <a:pt x="729" y="619"/>
                </a:lnTo>
                <a:lnTo>
                  <a:pt x="728" y="619"/>
                </a:lnTo>
                <a:lnTo>
                  <a:pt x="727" y="619"/>
                </a:lnTo>
                <a:lnTo>
                  <a:pt x="726" y="619"/>
                </a:lnTo>
                <a:lnTo>
                  <a:pt x="725" y="619"/>
                </a:lnTo>
                <a:lnTo>
                  <a:pt x="724" y="618"/>
                </a:lnTo>
                <a:lnTo>
                  <a:pt x="723" y="618"/>
                </a:lnTo>
                <a:lnTo>
                  <a:pt x="722" y="618"/>
                </a:lnTo>
                <a:lnTo>
                  <a:pt x="721" y="618"/>
                </a:lnTo>
                <a:lnTo>
                  <a:pt x="720" y="620"/>
                </a:lnTo>
                <a:lnTo>
                  <a:pt x="719" y="622"/>
                </a:lnTo>
                <a:lnTo>
                  <a:pt x="718" y="622"/>
                </a:lnTo>
                <a:lnTo>
                  <a:pt x="717" y="622"/>
                </a:lnTo>
                <a:lnTo>
                  <a:pt x="715" y="622"/>
                </a:lnTo>
                <a:lnTo>
                  <a:pt x="711" y="623"/>
                </a:lnTo>
                <a:lnTo>
                  <a:pt x="710" y="623"/>
                </a:lnTo>
                <a:lnTo>
                  <a:pt x="710" y="624"/>
                </a:lnTo>
                <a:lnTo>
                  <a:pt x="710" y="625"/>
                </a:lnTo>
                <a:lnTo>
                  <a:pt x="709" y="625"/>
                </a:lnTo>
                <a:lnTo>
                  <a:pt x="708" y="625"/>
                </a:lnTo>
                <a:lnTo>
                  <a:pt x="706" y="626"/>
                </a:lnTo>
                <a:lnTo>
                  <a:pt x="705" y="626"/>
                </a:lnTo>
                <a:lnTo>
                  <a:pt x="705" y="627"/>
                </a:lnTo>
                <a:lnTo>
                  <a:pt x="705" y="628"/>
                </a:lnTo>
                <a:lnTo>
                  <a:pt x="706" y="628"/>
                </a:lnTo>
                <a:lnTo>
                  <a:pt x="706" y="629"/>
                </a:lnTo>
                <a:lnTo>
                  <a:pt x="705" y="630"/>
                </a:lnTo>
                <a:lnTo>
                  <a:pt x="704" y="631"/>
                </a:lnTo>
                <a:lnTo>
                  <a:pt x="704" y="632"/>
                </a:lnTo>
                <a:lnTo>
                  <a:pt x="703" y="632"/>
                </a:lnTo>
                <a:lnTo>
                  <a:pt x="704" y="633"/>
                </a:lnTo>
                <a:lnTo>
                  <a:pt x="705" y="634"/>
                </a:lnTo>
                <a:lnTo>
                  <a:pt x="705" y="635"/>
                </a:lnTo>
                <a:lnTo>
                  <a:pt x="703" y="636"/>
                </a:lnTo>
                <a:lnTo>
                  <a:pt x="702" y="636"/>
                </a:lnTo>
                <a:lnTo>
                  <a:pt x="701" y="636"/>
                </a:lnTo>
                <a:lnTo>
                  <a:pt x="700" y="636"/>
                </a:lnTo>
                <a:lnTo>
                  <a:pt x="699" y="635"/>
                </a:lnTo>
                <a:lnTo>
                  <a:pt x="697" y="636"/>
                </a:lnTo>
                <a:lnTo>
                  <a:pt x="696" y="636"/>
                </a:lnTo>
                <a:lnTo>
                  <a:pt x="695" y="637"/>
                </a:lnTo>
                <a:lnTo>
                  <a:pt x="692" y="638"/>
                </a:lnTo>
                <a:lnTo>
                  <a:pt x="691" y="638"/>
                </a:lnTo>
                <a:lnTo>
                  <a:pt x="690" y="638"/>
                </a:lnTo>
                <a:lnTo>
                  <a:pt x="689" y="637"/>
                </a:lnTo>
                <a:lnTo>
                  <a:pt x="686" y="638"/>
                </a:lnTo>
                <a:lnTo>
                  <a:pt x="685" y="638"/>
                </a:lnTo>
                <a:lnTo>
                  <a:pt x="683" y="640"/>
                </a:lnTo>
                <a:lnTo>
                  <a:pt x="682" y="640"/>
                </a:lnTo>
                <a:lnTo>
                  <a:pt x="681" y="640"/>
                </a:lnTo>
                <a:lnTo>
                  <a:pt x="678" y="641"/>
                </a:lnTo>
                <a:lnTo>
                  <a:pt x="677" y="641"/>
                </a:lnTo>
                <a:lnTo>
                  <a:pt x="675" y="642"/>
                </a:lnTo>
                <a:lnTo>
                  <a:pt x="672" y="640"/>
                </a:lnTo>
                <a:lnTo>
                  <a:pt x="670" y="641"/>
                </a:lnTo>
                <a:lnTo>
                  <a:pt x="669" y="642"/>
                </a:lnTo>
                <a:lnTo>
                  <a:pt x="667" y="645"/>
                </a:lnTo>
                <a:lnTo>
                  <a:pt x="666" y="645"/>
                </a:lnTo>
                <a:lnTo>
                  <a:pt x="665" y="645"/>
                </a:lnTo>
                <a:lnTo>
                  <a:pt x="663" y="646"/>
                </a:lnTo>
                <a:lnTo>
                  <a:pt x="662" y="648"/>
                </a:lnTo>
                <a:lnTo>
                  <a:pt x="663" y="648"/>
                </a:lnTo>
                <a:lnTo>
                  <a:pt x="664" y="651"/>
                </a:lnTo>
                <a:lnTo>
                  <a:pt x="664" y="652"/>
                </a:lnTo>
                <a:lnTo>
                  <a:pt x="665" y="653"/>
                </a:lnTo>
                <a:lnTo>
                  <a:pt x="664" y="654"/>
                </a:lnTo>
                <a:lnTo>
                  <a:pt x="664" y="656"/>
                </a:lnTo>
                <a:lnTo>
                  <a:pt x="663" y="658"/>
                </a:lnTo>
                <a:lnTo>
                  <a:pt x="663" y="660"/>
                </a:lnTo>
                <a:lnTo>
                  <a:pt x="664" y="661"/>
                </a:lnTo>
                <a:lnTo>
                  <a:pt x="665" y="662"/>
                </a:lnTo>
                <a:lnTo>
                  <a:pt x="665" y="664"/>
                </a:lnTo>
                <a:lnTo>
                  <a:pt x="664" y="665"/>
                </a:lnTo>
                <a:lnTo>
                  <a:pt x="665" y="666"/>
                </a:lnTo>
                <a:lnTo>
                  <a:pt x="665" y="667"/>
                </a:lnTo>
                <a:lnTo>
                  <a:pt x="665" y="668"/>
                </a:lnTo>
                <a:lnTo>
                  <a:pt x="664" y="668"/>
                </a:lnTo>
                <a:lnTo>
                  <a:pt x="663" y="668"/>
                </a:lnTo>
                <a:lnTo>
                  <a:pt x="664" y="667"/>
                </a:lnTo>
                <a:lnTo>
                  <a:pt x="663" y="667"/>
                </a:lnTo>
                <a:lnTo>
                  <a:pt x="662" y="669"/>
                </a:lnTo>
                <a:lnTo>
                  <a:pt x="661" y="670"/>
                </a:lnTo>
                <a:lnTo>
                  <a:pt x="660" y="672"/>
                </a:lnTo>
                <a:lnTo>
                  <a:pt x="659" y="674"/>
                </a:lnTo>
                <a:lnTo>
                  <a:pt x="659" y="675"/>
                </a:lnTo>
                <a:lnTo>
                  <a:pt x="659" y="676"/>
                </a:lnTo>
                <a:lnTo>
                  <a:pt x="658" y="677"/>
                </a:lnTo>
                <a:lnTo>
                  <a:pt x="657" y="678"/>
                </a:lnTo>
                <a:lnTo>
                  <a:pt x="657" y="680"/>
                </a:lnTo>
                <a:lnTo>
                  <a:pt x="658" y="681"/>
                </a:lnTo>
                <a:lnTo>
                  <a:pt x="658" y="684"/>
                </a:lnTo>
                <a:lnTo>
                  <a:pt x="658" y="685"/>
                </a:lnTo>
                <a:lnTo>
                  <a:pt x="657" y="686"/>
                </a:lnTo>
                <a:lnTo>
                  <a:pt x="656" y="686"/>
                </a:lnTo>
                <a:lnTo>
                  <a:pt x="655" y="684"/>
                </a:lnTo>
                <a:lnTo>
                  <a:pt x="655" y="685"/>
                </a:lnTo>
                <a:lnTo>
                  <a:pt x="655" y="686"/>
                </a:lnTo>
                <a:lnTo>
                  <a:pt x="654" y="686"/>
                </a:lnTo>
                <a:lnTo>
                  <a:pt x="653" y="686"/>
                </a:lnTo>
                <a:lnTo>
                  <a:pt x="652" y="685"/>
                </a:lnTo>
                <a:lnTo>
                  <a:pt x="652" y="686"/>
                </a:lnTo>
                <a:lnTo>
                  <a:pt x="651" y="687"/>
                </a:lnTo>
                <a:lnTo>
                  <a:pt x="651" y="688"/>
                </a:lnTo>
                <a:lnTo>
                  <a:pt x="653" y="689"/>
                </a:lnTo>
                <a:lnTo>
                  <a:pt x="655" y="688"/>
                </a:lnTo>
                <a:lnTo>
                  <a:pt x="656" y="689"/>
                </a:lnTo>
                <a:lnTo>
                  <a:pt x="655" y="690"/>
                </a:lnTo>
                <a:lnTo>
                  <a:pt x="655" y="691"/>
                </a:lnTo>
                <a:lnTo>
                  <a:pt x="654" y="694"/>
                </a:lnTo>
                <a:lnTo>
                  <a:pt x="655" y="695"/>
                </a:lnTo>
                <a:lnTo>
                  <a:pt x="655" y="696"/>
                </a:lnTo>
                <a:lnTo>
                  <a:pt x="654" y="697"/>
                </a:lnTo>
                <a:lnTo>
                  <a:pt x="652" y="698"/>
                </a:lnTo>
                <a:lnTo>
                  <a:pt x="651" y="698"/>
                </a:lnTo>
                <a:lnTo>
                  <a:pt x="650" y="698"/>
                </a:lnTo>
                <a:lnTo>
                  <a:pt x="649" y="698"/>
                </a:lnTo>
                <a:lnTo>
                  <a:pt x="648" y="699"/>
                </a:lnTo>
                <a:lnTo>
                  <a:pt x="647" y="699"/>
                </a:lnTo>
                <a:lnTo>
                  <a:pt x="648" y="700"/>
                </a:lnTo>
                <a:lnTo>
                  <a:pt x="649" y="700"/>
                </a:lnTo>
                <a:lnTo>
                  <a:pt x="650" y="700"/>
                </a:lnTo>
                <a:lnTo>
                  <a:pt x="650" y="701"/>
                </a:lnTo>
                <a:lnTo>
                  <a:pt x="650" y="703"/>
                </a:lnTo>
                <a:lnTo>
                  <a:pt x="649" y="703"/>
                </a:lnTo>
                <a:lnTo>
                  <a:pt x="648" y="703"/>
                </a:lnTo>
                <a:lnTo>
                  <a:pt x="647" y="703"/>
                </a:lnTo>
                <a:lnTo>
                  <a:pt x="646" y="704"/>
                </a:lnTo>
                <a:lnTo>
                  <a:pt x="646" y="707"/>
                </a:lnTo>
                <a:lnTo>
                  <a:pt x="646" y="708"/>
                </a:lnTo>
                <a:lnTo>
                  <a:pt x="647" y="708"/>
                </a:lnTo>
                <a:lnTo>
                  <a:pt x="648" y="708"/>
                </a:lnTo>
                <a:lnTo>
                  <a:pt x="650" y="709"/>
                </a:lnTo>
                <a:lnTo>
                  <a:pt x="650" y="710"/>
                </a:lnTo>
                <a:lnTo>
                  <a:pt x="651" y="710"/>
                </a:lnTo>
                <a:lnTo>
                  <a:pt x="654" y="708"/>
                </a:lnTo>
                <a:lnTo>
                  <a:pt x="654" y="707"/>
                </a:lnTo>
                <a:lnTo>
                  <a:pt x="655" y="708"/>
                </a:lnTo>
                <a:lnTo>
                  <a:pt x="656" y="709"/>
                </a:lnTo>
                <a:lnTo>
                  <a:pt x="657" y="709"/>
                </a:lnTo>
                <a:lnTo>
                  <a:pt x="657" y="710"/>
                </a:lnTo>
                <a:lnTo>
                  <a:pt x="657" y="712"/>
                </a:lnTo>
                <a:lnTo>
                  <a:pt x="657" y="713"/>
                </a:lnTo>
                <a:lnTo>
                  <a:pt x="655" y="715"/>
                </a:lnTo>
                <a:lnTo>
                  <a:pt x="653" y="717"/>
                </a:lnTo>
                <a:lnTo>
                  <a:pt x="651" y="718"/>
                </a:lnTo>
                <a:lnTo>
                  <a:pt x="650" y="718"/>
                </a:lnTo>
                <a:lnTo>
                  <a:pt x="649" y="718"/>
                </a:lnTo>
                <a:lnTo>
                  <a:pt x="648" y="719"/>
                </a:lnTo>
                <a:lnTo>
                  <a:pt x="647" y="719"/>
                </a:lnTo>
                <a:lnTo>
                  <a:pt x="647" y="720"/>
                </a:lnTo>
                <a:lnTo>
                  <a:pt x="646" y="721"/>
                </a:lnTo>
                <a:lnTo>
                  <a:pt x="644" y="723"/>
                </a:lnTo>
                <a:lnTo>
                  <a:pt x="643" y="723"/>
                </a:lnTo>
                <a:lnTo>
                  <a:pt x="642" y="721"/>
                </a:lnTo>
                <a:lnTo>
                  <a:pt x="641" y="719"/>
                </a:lnTo>
                <a:lnTo>
                  <a:pt x="637" y="720"/>
                </a:lnTo>
                <a:lnTo>
                  <a:pt x="636" y="721"/>
                </a:lnTo>
                <a:lnTo>
                  <a:pt x="635" y="722"/>
                </a:lnTo>
                <a:lnTo>
                  <a:pt x="635" y="723"/>
                </a:lnTo>
                <a:lnTo>
                  <a:pt x="635" y="722"/>
                </a:lnTo>
                <a:lnTo>
                  <a:pt x="633" y="721"/>
                </a:lnTo>
                <a:lnTo>
                  <a:pt x="632" y="721"/>
                </a:lnTo>
                <a:lnTo>
                  <a:pt x="631" y="722"/>
                </a:lnTo>
                <a:lnTo>
                  <a:pt x="630" y="722"/>
                </a:lnTo>
                <a:lnTo>
                  <a:pt x="630" y="720"/>
                </a:lnTo>
                <a:lnTo>
                  <a:pt x="630" y="719"/>
                </a:lnTo>
                <a:lnTo>
                  <a:pt x="630" y="718"/>
                </a:lnTo>
                <a:lnTo>
                  <a:pt x="629" y="717"/>
                </a:lnTo>
                <a:lnTo>
                  <a:pt x="628" y="716"/>
                </a:lnTo>
                <a:lnTo>
                  <a:pt x="628" y="717"/>
                </a:lnTo>
                <a:lnTo>
                  <a:pt x="624" y="718"/>
                </a:lnTo>
                <a:lnTo>
                  <a:pt x="622" y="719"/>
                </a:lnTo>
                <a:lnTo>
                  <a:pt x="621" y="718"/>
                </a:lnTo>
                <a:lnTo>
                  <a:pt x="620" y="718"/>
                </a:lnTo>
                <a:lnTo>
                  <a:pt x="617" y="719"/>
                </a:lnTo>
                <a:lnTo>
                  <a:pt x="617" y="720"/>
                </a:lnTo>
                <a:lnTo>
                  <a:pt x="617" y="721"/>
                </a:lnTo>
                <a:lnTo>
                  <a:pt x="616" y="721"/>
                </a:lnTo>
                <a:lnTo>
                  <a:pt x="616" y="722"/>
                </a:lnTo>
                <a:lnTo>
                  <a:pt x="617" y="723"/>
                </a:lnTo>
                <a:lnTo>
                  <a:pt x="618" y="723"/>
                </a:lnTo>
                <a:lnTo>
                  <a:pt x="618" y="724"/>
                </a:lnTo>
                <a:lnTo>
                  <a:pt x="618" y="725"/>
                </a:lnTo>
                <a:lnTo>
                  <a:pt x="616" y="724"/>
                </a:lnTo>
                <a:lnTo>
                  <a:pt x="615" y="724"/>
                </a:lnTo>
                <a:lnTo>
                  <a:pt x="614" y="724"/>
                </a:lnTo>
                <a:lnTo>
                  <a:pt x="614" y="725"/>
                </a:lnTo>
                <a:lnTo>
                  <a:pt x="614" y="727"/>
                </a:lnTo>
                <a:lnTo>
                  <a:pt x="614" y="728"/>
                </a:lnTo>
                <a:lnTo>
                  <a:pt x="614" y="729"/>
                </a:lnTo>
                <a:lnTo>
                  <a:pt x="613" y="730"/>
                </a:lnTo>
                <a:lnTo>
                  <a:pt x="612" y="730"/>
                </a:lnTo>
                <a:lnTo>
                  <a:pt x="611" y="730"/>
                </a:lnTo>
                <a:lnTo>
                  <a:pt x="609" y="728"/>
                </a:lnTo>
                <a:lnTo>
                  <a:pt x="608" y="728"/>
                </a:lnTo>
                <a:lnTo>
                  <a:pt x="608" y="729"/>
                </a:lnTo>
                <a:lnTo>
                  <a:pt x="608" y="730"/>
                </a:lnTo>
                <a:lnTo>
                  <a:pt x="607" y="732"/>
                </a:lnTo>
                <a:lnTo>
                  <a:pt x="608" y="733"/>
                </a:lnTo>
                <a:lnTo>
                  <a:pt x="608" y="734"/>
                </a:lnTo>
                <a:lnTo>
                  <a:pt x="609" y="735"/>
                </a:lnTo>
                <a:lnTo>
                  <a:pt x="610" y="735"/>
                </a:lnTo>
                <a:lnTo>
                  <a:pt x="611" y="736"/>
                </a:lnTo>
                <a:lnTo>
                  <a:pt x="611" y="737"/>
                </a:lnTo>
                <a:lnTo>
                  <a:pt x="611" y="739"/>
                </a:lnTo>
                <a:lnTo>
                  <a:pt x="610" y="739"/>
                </a:lnTo>
                <a:lnTo>
                  <a:pt x="607" y="740"/>
                </a:lnTo>
                <a:lnTo>
                  <a:pt x="605" y="739"/>
                </a:lnTo>
                <a:lnTo>
                  <a:pt x="604" y="739"/>
                </a:lnTo>
                <a:lnTo>
                  <a:pt x="604" y="741"/>
                </a:lnTo>
                <a:lnTo>
                  <a:pt x="604" y="742"/>
                </a:lnTo>
                <a:lnTo>
                  <a:pt x="603" y="742"/>
                </a:lnTo>
                <a:lnTo>
                  <a:pt x="603" y="743"/>
                </a:lnTo>
                <a:lnTo>
                  <a:pt x="602" y="744"/>
                </a:lnTo>
                <a:lnTo>
                  <a:pt x="603" y="745"/>
                </a:lnTo>
                <a:lnTo>
                  <a:pt x="604" y="747"/>
                </a:lnTo>
                <a:lnTo>
                  <a:pt x="604" y="748"/>
                </a:lnTo>
                <a:lnTo>
                  <a:pt x="604" y="750"/>
                </a:lnTo>
                <a:lnTo>
                  <a:pt x="604" y="752"/>
                </a:lnTo>
                <a:lnTo>
                  <a:pt x="605" y="754"/>
                </a:lnTo>
                <a:lnTo>
                  <a:pt x="607" y="759"/>
                </a:lnTo>
                <a:lnTo>
                  <a:pt x="607" y="760"/>
                </a:lnTo>
                <a:lnTo>
                  <a:pt x="608" y="761"/>
                </a:lnTo>
                <a:lnTo>
                  <a:pt x="608" y="762"/>
                </a:lnTo>
                <a:lnTo>
                  <a:pt x="608" y="763"/>
                </a:lnTo>
                <a:lnTo>
                  <a:pt x="608" y="764"/>
                </a:lnTo>
                <a:lnTo>
                  <a:pt x="607" y="767"/>
                </a:lnTo>
                <a:lnTo>
                  <a:pt x="606" y="769"/>
                </a:lnTo>
                <a:lnTo>
                  <a:pt x="605" y="771"/>
                </a:lnTo>
                <a:lnTo>
                  <a:pt x="605" y="772"/>
                </a:lnTo>
                <a:lnTo>
                  <a:pt x="605" y="775"/>
                </a:lnTo>
                <a:lnTo>
                  <a:pt x="605" y="777"/>
                </a:lnTo>
                <a:lnTo>
                  <a:pt x="606" y="777"/>
                </a:lnTo>
                <a:lnTo>
                  <a:pt x="606" y="778"/>
                </a:lnTo>
                <a:lnTo>
                  <a:pt x="605" y="778"/>
                </a:lnTo>
                <a:lnTo>
                  <a:pt x="605" y="779"/>
                </a:lnTo>
                <a:lnTo>
                  <a:pt x="605" y="780"/>
                </a:lnTo>
                <a:lnTo>
                  <a:pt x="604" y="780"/>
                </a:lnTo>
                <a:lnTo>
                  <a:pt x="604" y="781"/>
                </a:lnTo>
                <a:lnTo>
                  <a:pt x="602" y="781"/>
                </a:lnTo>
                <a:lnTo>
                  <a:pt x="601" y="781"/>
                </a:lnTo>
                <a:lnTo>
                  <a:pt x="601" y="782"/>
                </a:lnTo>
                <a:lnTo>
                  <a:pt x="600" y="782"/>
                </a:lnTo>
                <a:lnTo>
                  <a:pt x="600" y="783"/>
                </a:lnTo>
                <a:lnTo>
                  <a:pt x="600" y="784"/>
                </a:lnTo>
                <a:lnTo>
                  <a:pt x="599" y="784"/>
                </a:lnTo>
                <a:lnTo>
                  <a:pt x="598" y="784"/>
                </a:lnTo>
                <a:lnTo>
                  <a:pt x="597" y="784"/>
                </a:lnTo>
                <a:lnTo>
                  <a:pt x="596" y="784"/>
                </a:lnTo>
                <a:lnTo>
                  <a:pt x="595" y="783"/>
                </a:lnTo>
                <a:lnTo>
                  <a:pt x="592" y="783"/>
                </a:lnTo>
                <a:lnTo>
                  <a:pt x="591" y="784"/>
                </a:lnTo>
                <a:lnTo>
                  <a:pt x="590" y="783"/>
                </a:lnTo>
                <a:lnTo>
                  <a:pt x="587" y="783"/>
                </a:lnTo>
                <a:lnTo>
                  <a:pt x="586" y="785"/>
                </a:lnTo>
                <a:lnTo>
                  <a:pt x="586" y="786"/>
                </a:lnTo>
                <a:lnTo>
                  <a:pt x="585" y="787"/>
                </a:lnTo>
                <a:lnTo>
                  <a:pt x="583" y="788"/>
                </a:lnTo>
                <a:lnTo>
                  <a:pt x="580" y="788"/>
                </a:lnTo>
                <a:lnTo>
                  <a:pt x="578" y="789"/>
                </a:lnTo>
                <a:lnTo>
                  <a:pt x="578" y="790"/>
                </a:lnTo>
                <a:lnTo>
                  <a:pt x="577" y="790"/>
                </a:lnTo>
                <a:lnTo>
                  <a:pt x="576" y="790"/>
                </a:lnTo>
                <a:lnTo>
                  <a:pt x="575" y="789"/>
                </a:lnTo>
                <a:lnTo>
                  <a:pt x="575" y="794"/>
                </a:lnTo>
                <a:lnTo>
                  <a:pt x="575" y="795"/>
                </a:lnTo>
                <a:lnTo>
                  <a:pt x="574" y="795"/>
                </a:lnTo>
                <a:lnTo>
                  <a:pt x="573" y="795"/>
                </a:lnTo>
                <a:lnTo>
                  <a:pt x="571" y="795"/>
                </a:lnTo>
                <a:lnTo>
                  <a:pt x="570" y="794"/>
                </a:lnTo>
                <a:lnTo>
                  <a:pt x="570" y="793"/>
                </a:lnTo>
                <a:lnTo>
                  <a:pt x="569" y="793"/>
                </a:lnTo>
                <a:lnTo>
                  <a:pt x="569" y="794"/>
                </a:lnTo>
                <a:lnTo>
                  <a:pt x="569" y="795"/>
                </a:lnTo>
                <a:lnTo>
                  <a:pt x="568" y="795"/>
                </a:lnTo>
                <a:lnTo>
                  <a:pt x="567" y="795"/>
                </a:lnTo>
                <a:lnTo>
                  <a:pt x="567" y="793"/>
                </a:lnTo>
                <a:lnTo>
                  <a:pt x="568" y="792"/>
                </a:lnTo>
                <a:lnTo>
                  <a:pt x="568" y="791"/>
                </a:lnTo>
                <a:lnTo>
                  <a:pt x="567" y="789"/>
                </a:lnTo>
                <a:lnTo>
                  <a:pt x="567" y="788"/>
                </a:lnTo>
                <a:lnTo>
                  <a:pt x="567" y="787"/>
                </a:lnTo>
                <a:lnTo>
                  <a:pt x="568" y="784"/>
                </a:lnTo>
                <a:lnTo>
                  <a:pt x="567" y="782"/>
                </a:lnTo>
                <a:lnTo>
                  <a:pt x="567" y="781"/>
                </a:lnTo>
                <a:lnTo>
                  <a:pt x="566" y="780"/>
                </a:lnTo>
                <a:lnTo>
                  <a:pt x="565" y="779"/>
                </a:lnTo>
                <a:lnTo>
                  <a:pt x="564" y="779"/>
                </a:lnTo>
                <a:lnTo>
                  <a:pt x="563" y="778"/>
                </a:lnTo>
                <a:lnTo>
                  <a:pt x="561" y="777"/>
                </a:lnTo>
                <a:lnTo>
                  <a:pt x="560" y="776"/>
                </a:lnTo>
                <a:lnTo>
                  <a:pt x="560" y="777"/>
                </a:lnTo>
                <a:lnTo>
                  <a:pt x="560" y="776"/>
                </a:lnTo>
                <a:lnTo>
                  <a:pt x="559" y="775"/>
                </a:lnTo>
                <a:lnTo>
                  <a:pt x="558" y="775"/>
                </a:lnTo>
                <a:lnTo>
                  <a:pt x="557" y="775"/>
                </a:lnTo>
                <a:lnTo>
                  <a:pt x="557" y="774"/>
                </a:lnTo>
                <a:lnTo>
                  <a:pt x="558" y="773"/>
                </a:lnTo>
                <a:lnTo>
                  <a:pt x="559" y="771"/>
                </a:lnTo>
                <a:lnTo>
                  <a:pt x="561" y="771"/>
                </a:lnTo>
                <a:lnTo>
                  <a:pt x="563" y="771"/>
                </a:lnTo>
                <a:lnTo>
                  <a:pt x="563" y="770"/>
                </a:lnTo>
                <a:lnTo>
                  <a:pt x="563" y="769"/>
                </a:lnTo>
                <a:lnTo>
                  <a:pt x="564" y="768"/>
                </a:lnTo>
                <a:lnTo>
                  <a:pt x="563" y="768"/>
                </a:lnTo>
                <a:lnTo>
                  <a:pt x="563" y="766"/>
                </a:lnTo>
                <a:lnTo>
                  <a:pt x="563" y="765"/>
                </a:lnTo>
                <a:lnTo>
                  <a:pt x="564" y="763"/>
                </a:lnTo>
                <a:lnTo>
                  <a:pt x="565" y="763"/>
                </a:lnTo>
                <a:lnTo>
                  <a:pt x="566" y="762"/>
                </a:lnTo>
                <a:lnTo>
                  <a:pt x="566" y="761"/>
                </a:lnTo>
                <a:lnTo>
                  <a:pt x="563" y="761"/>
                </a:lnTo>
                <a:lnTo>
                  <a:pt x="562" y="760"/>
                </a:lnTo>
                <a:lnTo>
                  <a:pt x="561" y="760"/>
                </a:lnTo>
                <a:lnTo>
                  <a:pt x="561" y="761"/>
                </a:lnTo>
                <a:lnTo>
                  <a:pt x="560" y="761"/>
                </a:lnTo>
                <a:lnTo>
                  <a:pt x="558" y="761"/>
                </a:lnTo>
                <a:lnTo>
                  <a:pt x="557" y="760"/>
                </a:lnTo>
                <a:lnTo>
                  <a:pt x="556" y="760"/>
                </a:lnTo>
                <a:lnTo>
                  <a:pt x="555" y="760"/>
                </a:lnTo>
                <a:lnTo>
                  <a:pt x="554" y="760"/>
                </a:lnTo>
                <a:lnTo>
                  <a:pt x="553" y="760"/>
                </a:lnTo>
                <a:lnTo>
                  <a:pt x="552" y="759"/>
                </a:lnTo>
                <a:lnTo>
                  <a:pt x="551" y="759"/>
                </a:lnTo>
                <a:lnTo>
                  <a:pt x="547" y="758"/>
                </a:lnTo>
                <a:lnTo>
                  <a:pt x="547" y="757"/>
                </a:lnTo>
                <a:lnTo>
                  <a:pt x="547" y="756"/>
                </a:lnTo>
                <a:lnTo>
                  <a:pt x="548" y="755"/>
                </a:lnTo>
                <a:lnTo>
                  <a:pt x="549" y="755"/>
                </a:lnTo>
                <a:lnTo>
                  <a:pt x="549" y="754"/>
                </a:lnTo>
                <a:lnTo>
                  <a:pt x="550" y="753"/>
                </a:lnTo>
                <a:lnTo>
                  <a:pt x="551" y="752"/>
                </a:lnTo>
                <a:lnTo>
                  <a:pt x="552" y="749"/>
                </a:lnTo>
                <a:lnTo>
                  <a:pt x="552" y="748"/>
                </a:lnTo>
                <a:lnTo>
                  <a:pt x="550" y="747"/>
                </a:lnTo>
                <a:lnTo>
                  <a:pt x="549" y="746"/>
                </a:lnTo>
                <a:lnTo>
                  <a:pt x="548" y="745"/>
                </a:lnTo>
                <a:lnTo>
                  <a:pt x="548" y="744"/>
                </a:lnTo>
                <a:lnTo>
                  <a:pt x="549" y="742"/>
                </a:lnTo>
                <a:lnTo>
                  <a:pt x="548" y="740"/>
                </a:lnTo>
                <a:lnTo>
                  <a:pt x="546" y="741"/>
                </a:lnTo>
                <a:lnTo>
                  <a:pt x="545" y="741"/>
                </a:lnTo>
                <a:lnTo>
                  <a:pt x="544" y="740"/>
                </a:lnTo>
                <a:lnTo>
                  <a:pt x="543" y="741"/>
                </a:lnTo>
                <a:lnTo>
                  <a:pt x="541" y="741"/>
                </a:lnTo>
                <a:lnTo>
                  <a:pt x="541" y="742"/>
                </a:lnTo>
                <a:lnTo>
                  <a:pt x="540" y="742"/>
                </a:lnTo>
                <a:lnTo>
                  <a:pt x="539" y="742"/>
                </a:lnTo>
                <a:lnTo>
                  <a:pt x="536" y="741"/>
                </a:lnTo>
                <a:lnTo>
                  <a:pt x="535" y="742"/>
                </a:lnTo>
                <a:lnTo>
                  <a:pt x="535" y="743"/>
                </a:lnTo>
                <a:lnTo>
                  <a:pt x="534" y="744"/>
                </a:lnTo>
                <a:lnTo>
                  <a:pt x="533" y="744"/>
                </a:lnTo>
                <a:lnTo>
                  <a:pt x="530" y="742"/>
                </a:lnTo>
                <a:lnTo>
                  <a:pt x="530" y="740"/>
                </a:lnTo>
                <a:lnTo>
                  <a:pt x="528" y="740"/>
                </a:lnTo>
                <a:lnTo>
                  <a:pt x="525" y="739"/>
                </a:lnTo>
                <a:lnTo>
                  <a:pt x="525" y="738"/>
                </a:lnTo>
                <a:lnTo>
                  <a:pt x="525" y="739"/>
                </a:lnTo>
                <a:lnTo>
                  <a:pt x="523" y="739"/>
                </a:lnTo>
                <a:lnTo>
                  <a:pt x="523" y="740"/>
                </a:lnTo>
                <a:lnTo>
                  <a:pt x="522" y="740"/>
                </a:lnTo>
                <a:lnTo>
                  <a:pt x="522" y="742"/>
                </a:lnTo>
                <a:lnTo>
                  <a:pt x="521" y="744"/>
                </a:lnTo>
                <a:lnTo>
                  <a:pt x="520" y="744"/>
                </a:lnTo>
                <a:lnTo>
                  <a:pt x="519" y="743"/>
                </a:lnTo>
                <a:lnTo>
                  <a:pt x="517" y="741"/>
                </a:lnTo>
                <a:lnTo>
                  <a:pt x="516" y="742"/>
                </a:lnTo>
                <a:lnTo>
                  <a:pt x="516" y="743"/>
                </a:lnTo>
                <a:lnTo>
                  <a:pt x="516" y="746"/>
                </a:lnTo>
                <a:lnTo>
                  <a:pt x="516" y="747"/>
                </a:lnTo>
                <a:lnTo>
                  <a:pt x="514" y="747"/>
                </a:lnTo>
                <a:lnTo>
                  <a:pt x="513" y="747"/>
                </a:lnTo>
                <a:lnTo>
                  <a:pt x="512" y="746"/>
                </a:lnTo>
                <a:lnTo>
                  <a:pt x="511" y="746"/>
                </a:lnTo>
                <a:lnTo>
                  <a:pt x="510" y="746"/>
                </a:lnTo>
                <a:lnTo>
                  <a:pt x="510" y="747"/>
                </a:lnTo>
                <a:lnTo>
                  <a:pt x="509" y="747"/>
                </a:lnTo>
                <a:lnTo>
                  <a:pt x="508" y="748"/>
                </a:lnTo>
                <a:lnTo>
                  <a:pt x="507" y="748"/>
                </a:lnTo>
                <a:lnTo>
                  <a:pt x="507" y="747"/>
                </a:lnTo>
                <a:lnTo>
                  <a:pt x="506" y="747"/>
                </a:lnTo>
                <a:lnTo>
                  <a:pt x="504" y="747"/>
                </a:lnTo>
                <a:lnTo>
                  <a:pt x="503" y="747"/>
                </a:lnTo>
                <a:lnTo>
                  <a:pt x="501" y="749"/>
                </a:lnTo>
                <a:lnTo>
                  <a:pt x="500" y="749"/>
                </a:lnTo>
                <a:lnTo>
                  <a:pt x="500" y="748"/>
                </a:lnTo>
                <a:lnTo>
                  <a:pt x="499" y="747"/>
                </a:lnTo>
                <a:lnTo>
                  <a:pt x="498" y="747"/>
                </a:lnTo>
                <a:lnTo>
                  <a:pt x="498" y="748"/>
                </a:lnTo>
                <a:lnTo>
                  <a:pt x="498" y="749"/>
                </a:lnTo>
                <a:lnTo>
                  <a:pt x="499" y="751"/>
                </a:lnTo>
                <a:lnTo>
                  <a:pt x="499" y="753"/>
                </a:lnTo>
                <a:lnTo>
                  <a:pt x="500" y="753"/>
                </a:lnTo>
                <a:lnTo>
                  <a:pt x="499" y="754"/>
                </a:lnTo>
                <a:lnTo>
                  <a:pt x="499" y="757"/>
                </a:lnTo>
                <a:lnTo>
                  <a:pt x="499" y="759"/>
                </a:lnTo>
                <a:lnTo>
                  <a:pt x="499" y="760"/>
                </a:lnTo>
                <a:lnTo>
                  <a:pt x="499" y="761"/>
                </a:lnTo>
                <a:lnTo>
                  <a:pt x="499" y="762"/>
                </a:lnTo>
                <a:lnTo>
                  <a:pt x="500" y="762"/>
                </a:lnTo>
                <a:lnTo>
                  <a:pt x="500" y="763"/>
                </a:lnTo>
                <a:lnTo>
                  <a:pt x="500" y="764"/>
                </a:lnTo>
                <a:lnTo>
                  <a:pt x="500" y="765"/>
                </a:lnTo>
                <a:lnTo>
                  <a:pt x="500" y="767"/>
                </a:lnTo>
                <a:lnTo>
                  <a:pt x="501" y="767"/>
                </a:lnTo>
                <a:lnTo>
                  <a:pt x="501" y="768"/>
                </a:lnTo>
                <a:lnTo>
                  <a:pt x="501" y="769"/>
                </a:lnTo>
                <a:lnTo>
                  <a:pt x="501" y="771"/>
                </a:lnTo>
                <a:lnTo>
                  <a:pt x="502" y="773"/>
                </a:lnTo>
                <a:lnTo>
                  <a:pt x="502" y="774"/>
                </a:lnTo>
                <a:lnTo>
                  <a:pt x="500" y="774"/>
                </a:lnTo>
                <a:lnTo>
                  <a:pt x="498" y="774"/>
                </a:lnTo>
                <a:lnTo>
                  <a:pt x="495" y="773"/>
                </a:lnTo>
                <a:lnTo>
                  <a:pt x="489" y="772"/>
                </a:lnTo>
                <a:lnTo>
                  <a:pt x="488" y="772"/>
                </a:lnTo>
                <a:lnTo>
                  <a:pt x="487" y="772"/>
                </a:lnTo>
                <a:lnTo>
                  <a:pt x="485" y="771"/>
                </a:lnTo>
                <a:lnTo>
                  <a:pt x="483" y="772"/>
                </a:lnTo>
                <a:lnTo>
                  <a:pt x="483" y="773"/>
                </a:lnTo>
                <a:lnTo>
                  <a:pt x="483" y="774"/>
                </a:lnTo>
                <a:lnTo>
                  <a:pt x="483" y="775"/>
                </a:lnTo>
                <a:lnTo>
                  <a:pt x="483" y="776"/>
                </a:lnTo>
                <a:lnTo>
                  <a:pt x="482" y="778"/>
                </a:lnTo>
                <a:lnTo>
                  <a:pt x="481" y="779"/>
                </a:lnTo>
                <a:lnTo>
                  <a:pt x="480" y="779"/>
                </a:lnTo>
                <a:lnTo>
                  <a:pt x="480" y="780"/>
                </a:lnTo>
                <a:lnTo>
                  <a:pt x="480" y="781"/>
                </a:lnTo>
                <a:lnTo>
                  <a:pt x="479" y="782"/>
                </a:lnTo>
                <a:lnTo>
                  <a:pt x="478" y="783"/>
                </a:lnTo>
                <a:lnTo>
                  <a:pt x="477" y="783"/>
                </a:lnTo>
                <a:lnTo>
                  <a:pt x="476" y="784"/>
                </a:lnTo>
                <a:lnTo>
                  <a:pt x="475" y="785"/>
                </a:lnTo>
                <a:lnTo>
                  <a:pt x="474" y="785"/>
                </a:lnTo>
                <a:lnTo>
                  <a:pt x="473" y="784"/>
                </a:lnTo>
                <a:lnTo>
                  <a:pt x="472" y="784"/>
                </a:lnTo>
                <a:lnTo>
                  <a:pt x="471" y="787"/>
                </a:lnTo>
                <a:lnTo>
                  <a:pt x="471" y="788"/>
                </a:lnTo>
                <a:lnTo>
                  <a:pt x="470" y="790"/>
                </a:lnTo>
                <a:lnTo>
                  <a:pt x="470" y="791"/>
                </a:lnTo>
                <a:lnTo>
                  <a:pt x="469" y="791"/>
                </a:lnTo>
                <a:lnTo>
                  <a:pt x="466" y="791"/>
                </a:lnTo>
                <a:lnTo>
                  <a:pt x="464" y="790"/>
                </a:lnTo>
                <a:lnTo>
                  <a:pt x="463" y="789"/>
                </a:lnTo>
                <a:lnTo>
                  <a:pt x="462" y="789"/>
                </a:lnTo>
                <a:lnTo>
                  <a:pt x="462" y="790"/>
                </a:lnTo>
                <a:lnTo>
                  <a:pt x="461" y="791"/>
                </a:lnTo>
                <a:lnTo>
                  <a:pt x="459" y="791"/>
                </a:lnTo>
                <a:lnTo>
                  <a:pt x="458" y="791"/>
                </a:lnTo>
                <a:lnTo>
                  <a:pt x="457" y="790"/>
                </a:lnTo>
                <a:lnTo>
                  <a:pt x="455" y="791"/>
                </a:lnTo>
                <a:lnTo>
                  <a:pt x="454" y="792"/>
                </a:lnTo>
                <a:lnTo>
                  <a:pt x="453" y="792"/>
                </a:lnTo>
                <a:lnTo>
                  <a:pt x="452" y="791"/>
                </a:lnTo>
                <a:lnTo>
                  <a:pt x="452" y="790"/>
                </a:lnTo>
                <a:lnTo>
                  <a:pt x="452" y="789"/>
                </a:lnTo>
                <a:lnTo>
                  <a:pt x="450" y="788"/>
                </a:lnTo>
                <a:lnTo>
                  <a:pt x="449" y="788"/>
                </a:lnTo>
                <a:lnTo>
                  <a:pt x="448" y="788"/>
                </a:lnTo>
                <a:lnTo>
                  <a:pt x="447" y="787"/>
                </a:lnTo>
                <a:lnTo>
                  <a:pt x="447" y="786"/>
                </a:lnTo>
                <a:lnTo>
                  <a:pt x="447" y="785"/>
                </a:lnTo>
                <a:lnTo>
                  <a:pt x="444" y="782"/>
                </a:lnTo>
                <a:lnTo>
                  <a:pt x="443" y="781"/>
                </a:lnTo>
                <a:lnTo>
                  <a:pt x="442" y="782"/>
                </a:lnTo>
                <a:lnTo>
                  <a:pt x="442" y="783"/>
                </a:lnTo>
                <a:lnTo>
                  <a:pt x="441" y="783"/>
                </a:lnTo>
                <a:lnTo>
                  <a:pt x="441" y="782"/>
                </a:lnTo>
                <a:lnTo>
                  <a:pt x="441" y="781"/>
                </a:lnTo>
                <a:lnTo>
                  <a:pt x="441" y="780"/>
                </a:lnTo>
                <a:lnTo>
                  <a:pt x="441" y="779"/>
                </a:lnTo>
                <a:lnTo>
                  <a:pt x="440" y="778"/>
                </a:lnTo>
                <a:lnTo>
                  <a:pt x="439" y="778"/>
                </a:lnTo>
                <a:lnTo>
                  <a:pt x="438" y="778"/>
                </a:lnTo>
                <a:lnTo>
                  <a:pt x="438" y="779"/>
                </a:lnTo>
                <a:lnTo>
                  <a:pt x="437" y="779"/>
                </a:lnTo>
                <a:lnTo>
                  <a:pt x="437" y="777"/>
                </a:lnTo>
                <a:lnTo>
                  <a:pt x="436" y="776"/>
                </a:lnTo>
                <a:lnTo>
                  <a:pt x="436" y="775"/>
                </a:lnTo>
                <a:lnTo>
                  <a:pt x="436" y="774"/>
                </a:lnTo>
                <a:lnTo>
                  <a:pt x="436" y="773"/>
                </a:lnTo>
                <a:lnTo>
                  <a:pt x="434" y="772"/>
                </a:lnTo>
                <a:lnTo>
                  <a:pt x="433" y="771"/>
                </a:lnTo>
                <a:lnTo>
                  <a:pt x="431" y="770"/>
                </a:lnTo>
                <a:lnTo>
                  <a:pt x="430" y="771"/>
                </a:lnTo>
                <a:lnTo>
                  <a:pt x="428" y="771"/>
                </a:lnTo>
                <a:lnTo>
                  <a:pt x="427" y="771"/>
                </a:lnTo>
                <a:lnTo>
                  <a:pt x="426" y="771"/>
                </a:lnTo>
                <a:lnTo>
                  <a:pt x="426" y="772"/>
                </a:lnTo>
                <a:lnTo>
                  <a:pt x="425" y="773"/>
                </a:lnTo>
                <a:lnTo>
                  <a:pt x="424" y="773"/>
                </a:lnTo>
                <a:lnTo>
                  <a:pt x="423" y="774"/>
                </a:lnTo>
                <a:lnTo>
                  <a:pt x="422" y="774"/>
                </a:lnTo>
                <a:lnTo>
                  <a:pt x="422" y="775"/>
                </a:lnTo>
                <a:lnTo>
                  <a:pt x="423" y="775"/>
                </a:lnTo>
                <a:lnTo>
                  <a:pt x="423" y="774"/>
                </a:lnTo>
                <a:lnTo>
                  <a:pt x="424" y="774"/>
                </a:lnTo>
                <a:lnTo>
                  <a:pt x="424" y="775"/>
                </a:lnTo>
                <a:lnTo>
                  <a:pt x="424" y="776"/>
                </a:lnTo>
                <a:lnTo>
                  <a:pt x="423" y="776"/>
                </a:lnTo>
                <a:lnTo>
                  <a:pt x="422" y="776"/>
                </a:lnTo>
                <a:lnTo>
                  <a:pt x="421" y="777"/>
                </a:lnTo>
                <a:lnTo>
                  <a:pt x="421" y="778"/>
                </a:lnTo>
                <a:lnTo>
                  <a:pt x="420" y="777"/>
                </a:lnTo>
                <a:lnTo>
                  <a:pt x="420" y="776"/>
                </a:lnTo>
                <a:lnTo>
                  <a:pt x="420" y="774"/>
                </a:lnTo>
                <a:lnTo>
                  <a:pt x="419" y="774"/>
                </a:lnTo>
                <a:lnTo>
                  <a:pt x="419" y="775"/>
                </a:lnTo>
                <a:lnTo>
                  <a:pt x="418" y="776"/>
                </a:lnTo>
                <a:lnTo>
                  <a:pt x="417" y="776"/>
                </a:lnTo>
                <a:lnTo>
                  <a:pt x="416" y="777"/>
                </a:lnTo>
                <a:lnTo>
                  <a:pt x="415" y="778"/>
                </a:lnTo>
                <a:lnTo>
                  <a:pt x="415" y="779"/>
                </a:lnTo>
                <a:lnTo>
                  <a:pt x="416" y="779"/>
                </a:lnTo>
                <a:lnTo>
                  <a:pt x="417" y="778"/>
                </a:lnTo>
                <a:lnTo>
                  <a:pt x="418" y="778"/>
                </a:lnTo>
                <a:lnTo>
                  <a:pt x="419" y="779"/>
                </a:lnTo>
                <a:lnTo>
                  <a:pt x="420" y="779"/>
                </a:lnTo>
                <a:lnTo>
                  <a:pt x="420" y="780"/>
                </a:lnTo>
                <a:lnTo>
                  <a:pt x="420" y="781"/>
                </a:lnTo>
                <a:lnTo>
                  <a:pt x="419" y="782"/>
                </a:lnTo>
                <a:lnTo>
                  <a:pt x="418" y="782"/>
                </a:lnTo>
                <a:lnTo>
                  <a:pt x="417" y="783"/>
                </a:lnTo>
                <a:lnTo>
                  <a:pt x="416" y="783"/>
                </a:lnTo>
                <a:lnTo>
                  <a:pt x="415" y="783"/>
                </a:lnTo>
                <a:lnTo>
                  <a:pt x="415" y="784"/>
                </a:lnTo>
                <a:lnTo>
                  <a:pt x="416" y="785"/>
                </a:lnTo>
                <a:lnTo>
                  <a:pt x="416" y="786"/>
                </a:lnTo>
                <a:lnTo>
                  <a:pt x="416" y="787"/>
                </a:lnTo>
                <a:lnTo>
                  <a:pt x="416" y="788"/>
                </a:lnTo>
                <a:lnTo>
                  <a:pt x="416" y="789"/>
                </a:lnTo>
                <a:lnTo>
                  <a:pt x="415" y="790"/>
                </a:lnTo>
                <a:lnTo>
                  <a:pt x="414" y="790"/>
                </a:lnTo>
                <a:lnTo>
                  <a:pt x="414" y="791"/>
                </a:lnTo>
                <a:lnTo>
                  <a:pt x="415" y="792"/>
                </a:lnTo>
                <a:lnTo>
                  <a:pt x="415" y="793"/>
                </a:lnTo>
                <a:lnTo>
                  <a:pt x="416" y="793"/>
                </a:lnTo>
                <a:lnTo>
                  <a:pt x="416" y="794"/>
                </a:lnTo>
                <a:lnTo>
                  <a:pt x="416" y="795"/>
                </a:lnTo>
                <a:lnTo>
                  <a:pt x="416" y="796"/>
                </a:lnTo>
                <a:lnTo>
                  <a:pt x="415" y="796"/>
                </a:lnTo>
                <a:lnTo>
                  <a:pt x="415" y="797"/>
                </a:lnTo>
                <a:lnTo>
                  <a:pt x="415" y="799"/>
                </a:lnTo>
                <a:lnTo>
                  <a:pt x="415" y="800"/>
                </a:lnTo>
                <a:lnTo>
                  <a:pt x="414" y="800"/>
                </a:lnTo>
                <a:lnTo>
                  <a:pt x="413" y="802"/>
                </a:lnTo>
                <a:lnTo>
                  <a:pt x="412" y="802"/>
                </a:lnTo>
                <a:lnTo>
                  <a:pt x="412" y="801"/>
                </a:lnTo>
                <a:lnTo>
                  <a:pt x="412" y="800"/>
                </a:lnTo>
                <a:lnTo>
                  <a:pt x="411" y="800"/>
                </a:lnTo>
                <a:lnTo>
                  <a:pt x="410" y="800"/>
                </a:lnTo>
                <a:lnTo>
                  <a:pt x="409" y="801"/>
                </a:lnTo>
                <a:lnTo>
                  <a:pt x="408" y="804"/>
                </a:lnTo>
                <a:lnTo>
                  <a:pt x="408" y="805"/>
                </a:lnTo>
                <a:lnTo>
                  <a:pt x="407" y="805"/>
                </a:lnTo>
                <a:lnTo>
                  <a:pt x="406" y="805"/>
                </a:lnTo>
                <a:lnTo>
                  <a:pt x="404" y="805"/>
                </a:lnTo>
                <a:lnTo>
                  <a:pt x="403" y="805"/>
                </a:lnTo>
                <a:lnTo>
                  <a:pt x="401" y="805"/>
                </a:lnTo>
                <a:lnTo>
                  <a:pt x="401" y="806"/>
                </a:lnTo>
                <a:lnTo>
                  <a:pt x="400" y="805"/>
                </a:lnTo>
                <a:lnTo>
                  <a:pt x="400" y="804"/>
                </a:lnTo>
                <a:lnTo>
                  <a:pt x="399" y="802"/>
                </a:lnTo>
                <a:lnTo>
                  <a:pt x="398" y="801"/>
                </a:lnTo>
                <a:lnTo>
                  <a:pt x="398" y="800"/>
                </a:lnTo>
                <a:lnTo>
                  <a:pt x="398" y="799"/>
                </a:lnTo>
                <a:lnTo>
                  <a:pt x="398" y="798"/>
                </a:lnTo>
                <a:lnTo>
                  <a:pt x="398" y="797"/>
                </a:lnTo>
                <a:lnTo>
                  <a:pt x="398" y="796"/>
                </a:lnTo>
                <a:lnTo>
                  <a:pt x="397" y="795"/>
                </a:lnTo>
                <a:lnTo>
                  <a:pt x="396" y="794"/>
                </a:lnTo>
                <a:lnTo>
                  <a:pt x="396" y="793"/>
                </a:lnTo>
                <a:lnTo>
                  <a:pt x="395" y="792"/>
                </a:lnTo>
                <a:lnTo>
                  <a:pt x="395" y="791"/>
                </a:lnTo>
                <a:lnTo>
                  <a:pt x="394" y="789"/>
                </a:lnTo>
                <a:lnTo>
                  <a:pt x="394" y="788"/>
                </a:lnTo>
                <a:lnTo>
                  <a:pt x="394" y="787"/>
                </a:lnTo>
                <a:lnTo>
                  <a:pt x="393" y="786"/>
                </a:lnTo>
                <a:lnTo>
                  <a:pt x="393" y="785"/>
                </a:lnTo>
                <a:lnTo>
                  <a:pt x="394" y="784"/>
                </a:lnTo>
                <a:lnTo>
                  <a:pt x="394" y="783"/>
                </a:lnTo>
                <a:lnTo>
                  <a:pt x="394" y="782"/>
                </a:lnTo>
                <a:lnTo>
                  <a:pt x="395" y="781"/>
                </a:lnTo>
                <a:lnTo>
                  <a:pt x="395" y="780"/>
                </a:lnTo>
                <a:lnTo>
                  <a:pt x="394" y="779"/>
                </a:lnTo>
                <a:lnTo>
                  <a:pt x="394" y="778"/>
                </a:lnTo>
                <a:lnTo>
                  <a:pt x="392" y="776"/>
                </a:lnTo>
                <a:lnTo>
                  <a:pt x="391" y="775"/>
                </a:lnTo>
                <a:lnTo>
                  <a:pt x="390" y="774"/>
                </a:lnTo>
                <a:lnTo>
                  <a:pt x="390" y="773"/>
                </a:lnTo>
                <a:lnTo>
                  <a:pt x="389" y="772"/>
                </a:lnTo>
                <a:lnTo>
                  <a:pt x="389" y="771"/>
                </a:lnTo>
                <a:lnTo>
                  <a:pt x="388" y="770"/>
                </a:lnTo>
                <a:lnTo>
                  <a:pt x="388" y="769"/>
                </a:lnTo>
                <a:lnTo>
                  <a:pt x="388" y="768"/>
                </a:lnTo>
                <a:lnTo>
                  <a:pt x="387" y="767"/>
                </a:lnTo>
                <a:lnTo>
                  <a:pt x="387" y="766"/>
                </a:lnTo>
                <a:lnTo>
                  <a:pt x="385" y="764"/>
                </a:lnTo>
                <a:lnTo>
                  <a:pt x="385" y="763"/>
                </a:lnTo>
                <a:lnTo>
                  <a:pt x="382" y="764"/>
                </a:lnTo>
                <a:lnTo>
                  <a:pt x="382" y="765"/>
                </a:lnTo>
                <a:lnTo>
                  <a:pt x="381" y="765"/>
                </a:lnTo>
                <a:lnTo>
                  <a:pt x="380" y="765"/>
                </a:lnTo>
                <a:lnTo>
                  <a:pt x="379" y="765"/>
                </a:lnTo>
                <a:lnTo>
                  <a:pt x="379" y="764"/>
                </a:lnTo>
                <a:lnTo>
                  <a:pt x="380" y="763"/>
                </a:lnTo>
                <a:lnTo>
                  <a:pt x="381" y="762"/>
                </a:lnTo>
                <a:lnTo>
                  <a:pt x="382" y="761"/>
                </a:lnTo>
                <a:lnTo>
                  <a:pt x="380" y="761"/>
                </a:lnTo>
                <a:lnTo>
                  <a:pt x="379" y="762"/>
                </a:lnTo>
                <a:lnTo>
                  <a:pt x="378" y="762"/>
                </a:lnTo>
                <a:lnTo>
                  <a:pt x="377" y="762"/>
                </a:lnTo>
                <a:lnTo>
                  <a:pt x="376" y="762"/>
                </a:lnTo>
                <a:lnTo>
                  <a:pt x="376" y="761"/>
                </a:lnTo>
                <a:lnTo>
                  <a:pt x="377" y="760"/>
                </a:lnTo>
                <a:lnTo>
                  <a:pt x="379" y="760"/>
                </a:lnTo>
                <a:lnTo>
                  <a:pt x="380" y="759"/>
                </a:lnTo>
                <a:lnTo>
                  <a:pt x="381" y="759"/>
                </a:lnTo>
                <a:lnTo>
                  <a:pt x="381" y="757"/>
                </a:lnTo>
                <a:lnTo>
                  <a:pt x="380" y="756"/>
                </a:lnTo>
                <a:lnTo>
                  <a:pt x="379" y="757"/>
                </a:lnTo>
                <a:lnTo>
                  <a:pt x="378" y="757"/>
                </a:lnTo>
                <a:lnTo>
                  <a:pt x="378" y="756"/>
                </a:lnTo>
                <a:lnTo>
                  <a:pt x="378" y="755"/>
                </a:lnTo>
                <a:lnTo>
                  <a:pt x="378" y="754"/>
                </a:lnTo>
                <a:lnTo>
                  <a:pt x="379" y="754"/>
                </a:lnTo>
                <a:lnTo>
                  <a:pt x="379" y="753"/>
                </a:lnTo>
                <a:lnTo>
                  <a:pt x="378" y="751"/>
                </a:lnTo>
                <a:lnTo>
                  <a:pt x="377" y="751"/>
                </a:lnTo>
                <a:lnTo>
                  <a:pt x="376" y="749"/>
                </a:lnTo>
                <a:lnTo>
                  <a:pt x="375" y="749"/>
                </a:lnTo>
                <a:lnTo>
                  <a:pt x="374" y="747"/>
                </a:lnTo>
                <a:lnTo>
                  <a:pt x="373" y="747"/>
                </a:lnTo>
                <a:lnTo>
                  <a:pt x="373" y="746"/>
                </a:lnTo>
                <a:lnTo>
                  <a:pt x="372" y="746"/>
                </a:lnTo>
                <a:lnTo>
                  <a:pt x="372" y="745"/>
                </a:lnTo>
                <a:lnTo>
                  <a:pt x="370" y="744"/>
                </a:lnTo>
                <a:lnTo>
                  <a:pt x="370" y="743"/>
                </a:lnTo>
                <a:lnTo>
                  <a:pt x="369" y="743"/>
                </a:lnTo>
                <a:lnTo>
                  <a:pt x="369" y="742"/>
                </a:lnTo>
                <a:lnTo>
                  <a:pt x="368" y="742"/>
                </a:lnTo>
                <a:lnTo>
                  <a:pt x="368" y="741"/>
                </a:lnTo>
                <a:lnTo>
                  <a:pt x="368" y="740"/>
                </a:lnTo>
                <a:lnTo>
                  <a:pt x="367" y="740"/>
                </a:lnTo>
                <a:lnTo>
                  <a:pt x="366" y="740"/>
                </a:lnTo>
                <a:lnTo>
                  <a:pt x="365" y="740"/>
                </a:lnTo>
                <a:lnTo>
                  <a:pt x="365" y="741"/>
                </a:lnTo>
                <a:lnTo>
                  <a:pt x="363" y="741"/>
                </a:lnTo>
                <a:lnTo>
                  <a:pt x="361" y="742"/>
                </a:lnTo>
                <a:lnTo>
                  <a:pt x="361" y="741"/>
                </a:lnTo>
                <a:lnTo>
                  <a:pt x="361" y="739"/>
                </a:lnTo>
                <a:lnTo>
                  <a:pt x="360" y="739"/>
                </a:lnTo>
                <a:lnTo>
                  <a:pt x="359" y="738"/>
                </a:lnTo>
                <a:lnTo>
                  <a:pt x="356" y="736"/>
                </a:lnTo>
                <a:lnTo>
                  <a:pt x="356" y="734"/>
                </a:lnTo>
                <a:lnTo>
                  <a:pt x="356" y="733"/>
                </a:lnTo>
                <a:lnTo>
                  <a:pt x="357" y="733"/>
                </a:lnTo>
                <a:lnTo>
                  <a:pt x="359" y="732"/>
                </a:lnTo>
                <a:lnTo>
                  <a:pt x="360" y="733"/>
                </a:lnTo>
                <a:lnTo>
                  <a:pt x="361" y="733"/>
                </a:lnTo>
                <a:lnTo>
                  <a:pt x="360" y="732"/>
                </a:lnTo>
                <a:lnTo>
                  <a:pt x="359" y="729"/>
                </a:lnTo>
                <a:lnTo>
                  <a:pt x="358" y="728"/>
                </a:lnTo>
                <a:lnTo>
                  <a:pt x="358" y="726"/>
                </a:lnTo>
                <a:lnTo>
                  <a:pt x="357" y="725"/>
                </a:lnTo>
                <a:lnTo>
                  <a:pt x="356" y="725"/>
                </a:lnTo>
                <a:lnTo>
                  <a:pt x="354" y="726"/>
                </a:lnTo>
                <a:lnTo>
                  <a:pt x="352" y="726"/>
                </a:lnTo>
                <a:lnTo>
                  <a:pt x="351" y="726"/>
                </a:lnTo>
                <a:lnTo>
                  <a:pt x="351" y="725"/>
                </a:lnTo>
                <a:lnTo>
                  <a:pt x="350" y="724"/>
                </a:lnTo>
                <a:lnTo>
                  <a:pt x="352" y="722"/>
                </a:lnTo>
                <a:lnTo>
                  <a:pt x="353" y="722"/>
                </a:lnTo>
                <a:lnTo>
                  <a:pt x="355" y="721"/>
                </a:lnTo>
                <a:lnTo>
                  <a:pt x="357" y="721"/>
                </a:lnTo>
                <a:lnTo>
                  <a:pt x="357" y="720"/>
                </a:lnTo>
                <a:lnTo>
                  <a:pt x="356" y="720"/>
                </a:lnTo>
                <a:lnTo>
                  <a:pt x="355" y="721"/>
                </a:lnTo>
                <a:lnTo>
                  <a:pt x="354" y="721"/>
                </a:lnTo>
                <a:lnTo>
                  <a:pt x="353" y="720"/>
                </a:lnTo>
                <a:lnTo>
                  <a:pt x="352" y="720"/>
                </a:lnTo>
                <a:lnTo>
                  <a:pt x="351" y="719"/>
                </a:lnTo>
                <a:lnTo>
                  <a:pt x="350" y="720"/>
                </a:lnTo>
                <a:lnTo>
                  <a:pt x="349" y="720"/>
                </a:lnTo>
                <a:lnTo>
                  <a:pt x="349" y="719"/>
                </a:lnTo>
                <a:lnTo>
                  <a:pt x="349" y="718"/>
                </a:lnTo>
                <a:lnTo>
                  <a:pt x="349" y="717"/>
                </a:lnTo>
                <a:lnTo>
                  <a:pt x="349" y="715"/>
                </a:lnTo>
                <a:lnTo>
                  <a:pt x="349" y="714"/>
                </a:lnTo>
                <a:lnTo>
                  <a:pt x="346" y="713"/>
                </a:lnTo>
                <a:lnTo>
                  <a:pt x="346" y="714"/>
                </a:lnTo>
                <a:lnTo>
                  <a:pt x="346" y="715"/>
                </a:lnTo>
                <a:lnTo>
                  <a:pt x="345" y="715"/>
                </a:lnTo>
                <a:lnTo>
                  <a:pt x="344" y="715"/>
                </a:lnTo>
                <a:lnTo>
                  <a:pt x="344" y="713"/>
                </a:lnTo>
                <a:lnTo>
                  <a:pt x="345" y="713"/>
                </a:lnTo>
                <a:lnTo>
                  <a:pt x="344" y="712"/>
                </a:lnTo>
                <a:lnTo>
                  <a:pt x="343" y="711"/>
                </a:lnTo>
                <a:lnTo>
                  <a:pt x="336" y="707"/>
                </a:lnTo>
                <a:lnTo>
                  <a:pt x="335" y="707"/>
                </a:lnTo>
                <a:lnTo>
                  <a:pt x="335" y="706"/>
                </a:lnTo>
                <a:lnTo>
                  <a:pt x="334" y="706"/>
                </a:lnTo>
                <a:lnTo>
                  <a:pt x="333" y="706"/>
                </a:lnTo>
                <a:lnTo>
                  <a:pt x="334" y="709"/>
                </a:lnTo>
                <a:lnTo>
                  <a:pt x="335" y="709"/>
                </a:lnTo>
                <a:lnTo>
                  <a:pt x="335" y="708"/>
                </a:lnTo>
                <a:lnTo>
                  <a:pt x="336" y="708"/>
                </a:lnTo>
                <a:lnTo>
                  <a:pt x="337" y="708"/>
                </a:lnTo>
                <a:lnTo>
                  <a:pt x="337" y="709"/>
                </a:lnTo>
                <a:lnTo>
                  <a:pt x="338" y="710"/>
                </a:lnTo>
                <a:lnTo>
                  <a:pt x="337" y="711"/>
                </a:lnTo>
                <a:lnTo>
                  <a:pt x="335" y="711"/>
                </a:lnTo>
                <a:lnTo>
                  <a:pt x="333" y="711"/>
                </a:lnTo>
                <a:lnTo>
                  <a:pt x="333" y="710"/>
                </a:lnTo>
                <a:lnTo>
                  <a:pt x="334" y="710"/>
                </a:lnTo>
                <a:lnTo>
                  <a:pt x="334" y="709"/>
                </a:lnTo>
                <a:lnTo>
                  <a:pt x="333" y="706"/>
                </a:lnTo>
                <a:lnTo>
                  <a:pt x="332" y="705"/>
                </a:lnTo>
                <a:lnTo>
                  <a:pt x="328" y="703"/>
                </a:lnTo>
                <a:lnTo>
                  <a:pt x="328" y="704"/>
                </a:lnTo>
                <a:lnTo>
                  <a:pt x="329" y="709"/>
                </a:lnTo>
                <a:lnTo>
                  <a:pt x="329" y="710"/>
                </a:lnTo>
                <a:lnTo>
                  <a:pt x="330" y="710"/>
                </a:lnTo>
                <a:lnTo>
                  <a:pt x="330" y="711"/>
                </a:lnTo>
                <a:lnTo>
                  <a:pt x="329" y="711"/>
                </a:lnTo>
                <a:lnTo>
                  <a:pt x="328" y="711"/>
                </a:lnTo>
                <a:lnTo>
                  <a:pt x="328" y="710"/>
                </a:lnTo>
                <a:lnTo>
                  <a:pt x="328" y="709"/>
                </a:lnTo>
                <a:lnTo>
                  <a:pt x="328" y="705"/>
                </a:lnTo>
                <a:lnTo>
                  <a:pt x="327" y="703"/>
                </a:lnTo>
                <a:lnTo>
                  <a:pt x="327" y="702"/>
                </a:lnTo>
                <a:lnTo>
                  <a:pt x="325" y="702"/>
                </a:lnTo>
                <a:lnTo>
                  <a:pt x="324" y="703"/>
                </a:lnTo>
                <a:lnTo>
                  <a:pt x="324" y="704"/>
                </a:lnTo>
                <a:lnTo>
                  <a:pt x="324" y="705"/>
                </a:lnTo>
                <a:lnTo>
                  <a:pt x="324" y="707"/>
                </a:lnTo>
                <a:lnTo>
                  <a:pt x="325" y="707"/>
                </a:lnTo>
                <a:lnTo>
                  <a:pt x="325" y="708"/>
                </a:lnTo>
                <a:lnTo>
                  <a:pt x="325" y="709"/>
                </a:lnTo>
                <a:lnTo>
                  <a:pt x="325" y="710"/>
                </a:lnTo>
                <a:lnTo>
                  <a:pt x="325" y="711"/>
                </a:lnTo>
                <a:lnTo>
                  <a:pt x="325" y="712"/>
                </a:lnTo>
                <a:lnTo>
                  <a:pt x="325" y="714"/>
                </a:lnTo>
                <a:lnTo>
                  <a:pt x="324" y="714"/>
                </a:lnTo>
                <a:lnTo>
                  <a:pt x="323" y="714"/>
                </a:lnTo>
                <a:lnTo>
                  <a:pt x="322" y="715"/>
                </a:lnTo>
                <a:lnTo>
                  <a:pt x="321" y="716"/>
                </a:lnTo>
                <a:lnTo>
                  <a:pt x="320" y="716"/>
                </a:lnTo>
                <a:lnTo>
                  <a:pt x="321" y="715"/>
                </a:lnTo>
                <a:lnTo>
                  <a:pt x="321" y="714"/>
                </a:lnTo>
                <a:lnTo>
                  <a:pt x="320" y="714"/>
                </a:lnTo>
                <a:lnTo>
                  <a:pt x="319" y="714"/>
                </a:lnTo>
                <a:lnTo>
                  <a:pt x="317" y="713"/>
                </a:lnTo>
                <a:lnTo>
                  <a:pt x="316" y="713"/>
                </a:lnTo>
                <a:lnTo>
                  <a:pt x="315" y="713"/>
                </a:lnTo>
                <a:lnTo>
                  <a:pt x="314" y="712"/>
                </a:lnTo>
                <a:lnTo>
                  <a:pt x="313" y="712"/>
                </a:lnTo>
                <a:lnTo>
                  <a:pt x="312" y="711"/>
                </a:lnTo>
                <a:lnTo>
                  <a:pt x="310" y="711"/>
                </a:lnTo>
                <a:lnTo>
                  <a:pt x="308" y="711"/>
                </a:lnTo>
                <a:lnTo>
                  <a:pt x="308" y="712"/>
                </a:lnTo>
                <a:lnTo>
                  <a:pt x="305" y="713"/>
                </a:lnTo>
                <a:lnTo>
                  <a:pt x="304" y="713"/>
                </a:lnTo>
                <a:lnTo>
                  <a:pt x="305" y="713"/>
                </a:lnTo>
                <a:lnTo>
                  <a:pt x="305" y="714"/>
                </a:lnTo>
                <a:lnTo>
                  <a:pt x="304" y="714"/>
                </a:lnTo>
                <a:lnTo>
                  <a:pt x="303" y="714"/>
                </a:lnTo>
                <a:lnTo>
                  <a:pt x="302" y="713"/>
                </a:lnTo>
                <a:lnTo>
                  <a:pt x="301" y="713"/>
                </a:lnTo>
                <a:lnTo>
                  <a:pt x="301" y="712"/>
                </a:lnTo>
                <a:lnTo>
                  <a:pt x="300" y="712"/>
                </a:lnTo>
                <a:lnTo>
                  <a:pt x="299" y="712"/>
                </a:lnTo>
                <a:lnTo>
                  <a:pt x="298" y="712"/>
                </a:lnTo>
                <a:lnTo>
                  <a:pt x="298" y="713"/>
                </a:lnTo>
                <a:lnTo>
                  <a:pt x="298" y="714"/>
                </a:lnTo>
                <a:lnTo>
                  <a:pt x="298" y="715"/>
                </a:lnTo>
                <a:lnTo>
                  <a:pt x="297" y="716"/>
                </a:lnTo>
                <a:lnTo>
                  <a:pt x="296" y="716"/>
                </a:lnTo>
                <a:lnTo>
                  <a:pt x="294" y="717"/>
                </a:lnTo>
                <a:lnTo>
                  <a:pt x="292" y="718"/>
                </a:lnTo>
                <a:lnTo>
                  <a:pt x="291" y="719"/>
                </a:lnTo>
                <a:lnTo>
                  <a:pt x="289" y="720"/>
                </a:lnTo>
                <a:lnTo>
                  <a:pt x="287" y="720"/>
                </a:lnTo>
                <a:lnTo>
                  <a:pt x="285" y="721"/>
                </a:lnTo>
                <a:lnTo>
                  <a:pt x="284" y="721"/>
                </a:lnTo>
                <a:lnTo>
                  <a:pt x="283" y="721"/>
                </a:lnTo>
                <a:lnTo>
                  <a:pt x="282" y="721"/>
                </a:lnTo>
                <a:lnTo>
                  <a:pt x="280" y="721"/>
                </a:lnTo>
                <a:lnTo>
                  <a:pt x="280" y="722"/>
                </a:lnTo>
                <a:lnTo>
                  <a:pt x="276" y="723"/>
                </a:lnTo>
                <a:lnTo>
                  <a:pt x="276" y="724"/>
                </a:lnTo>
                <a:lnTo>
                  <a:pt x="275" y="723"/>
                </a:lnTo>
                <a:lnTo>
                  <a:pt x="273" y="723"/>
                </a:lnTo>
                <a:lnTo>
                  <a:pt x="272" y="723"/>
                </a:lnTo>
                <a:lnTo>
                  <a:pt x="272" y="724"/>
                </a:lnTo>
                <a:lnTo>
                  <a:pt x="272" y="725"/>
                </a:lnTo>
                <a:lnTo>
                  <a:pt x="271" y="725"/>
                </a:lnTo>
                <a:lnTo>
                  <a:pt x="270" y="725"/>
                </a:lnTo>
                <a:lnTo>
                  <a:pt x="270" y="726"/>
                </a:lnTo>
                <a:lnTo>
                  <a:pt x="270" y="727"/>
                </a:lnTo>
                <a:lnTo>
                  <a:pt x="269" y="727"/>
                </a:lnTo>
                <a:lnTo>
                  <a:pt x="269" y="728"/>
                </a:lnTo>
                <a:lnTo>
                  <a:pt x="269" y="729"/>
                </a:lnTo>
                <a:lnTo>
                  <a:pt x="268" y="729"/>
                </a:lnTo>
                <a:lnTo>
                  <a:pt x="267" y="731"/>
                </a:lnTo>
                <a:lnTo>
                  <a:pt x="266" y="732"/>
                </a:lnTo>
                <a:lnTo>
                  <a:pt x="266" y="733"/>
                </a:lnTo>
                <a:lnTo>
                  <a:pt x="266" y="734"/>
                </a:lnTo>
                <a:lnTo>
                  <a:pt x="266" y="735"/>
                </a:lnTo>
                <a:lnTo>
                  <a:pt x="266" y="736"/>
                </a:lnTo>
                <a:lnTo>
                  <a:pt x="266" y="738"/>
                </a:lnTo>
                <a:lnTo>
                  <a:pt x="266" y="739"/>
                </a:lnTo>
                <a:lnTo>
                  <a:pt x="266" y="740"/>
                </a:lnTo>
                <a:lnTo>
                  <a:pt x="267" y="740"/>
                </a:lnTo>
                <a:lnTo>
                  <a:pt x="267" y="741"/>
                </a:lnTo>
                <a:lnTo>
                  <a:pt x="267" y="742"/>
                </a:lnTo>
                <a:lnTo>
                  <a:pt x="266" y="742"/>
                </a:lnTo>
                <a:lnTo>
                  <a:pt x="265" y="743"/>
                </a:lnTo>
                <a:lnTo>
                  <a:pt x="265" y="744"/>
                </a:lnTo>
                <a:lnTo>
                  <a:pt x="266" y="746"/>
                </a:lnTo>
                <a:lnTo>
                  <a:pt x="266" y="748"/>
                </a:lnTo>
                <a:lnTo>
                  <a:pt x="267" y="751"/>
                </a:lnTo>
                <a:lnTo>
                  <a:pt x="266" y="752"/>
                </a:lnTo>
                <a:lnTo>
                  <a:pt x="266" y="755"/>
                </a:lnTo>
                <a:lnTo>
                  <a:pt x="263" y="756"/>
                </a:lnTo>
                <a:lnTo>
                  <a:pt x="262" y="756"/>
                </a:lnTo>
                <a:lnTo>
                  <a:pt x="261" y="756"/>
                </a:lnTo>
                <a:lnTo>
                  <a:pt x="261" y="757"/>
                </a:lnTo>
                <a:lnTo>
                  <a:pt x="261" y="758"/>
                </a:lnTo>
                <a:lnTo>
                  <a:pt x="261" y="759"/>
                </a:lnTo>
                <a:lnTo>
                  <a:pt x="262" y="760"/>
                </a:lnTo>
                <a:lnTo>
                  <a:pt x="262" y="761"/>
                </a:lnTo>
                <a:lnTo>
                  <a:pt x="261" y="762"/>
                </a:lnTo>
                <a:lnTo>
                  <a:pt x="261" y="763"/>
                </a:lnTo>
                <a:lnTo>
                  <a:pt x="262" y="764"/>
                </a:lnTo>
                <a:lnTo>
                  <a:pt x="263" y="763"/>
                </a:lnTo>
                <a:lnTo>
                  <a:pt x="264" y="763"/>
                </a:lnTo>
                <a:lnTo>
                  <a:pt x="264" y="762"/>
                </a:lnTo>
                <a:lnTo>
                  <a:pt x="264" y="763"/>
                </a:lnTo>
                <a:lnTo>
                  <a:pt x="265" y="763"/>
                </a:lnTo>
                <a:lnTo>
                  <a:pt x="267" y="765"/>
                </a:lnTo>
                <a:lnTo>
                  <a:pt x="267" y="766"/>
                </a:lnTo>
                <a:lnTo>
                  <a:pt x="266" y="767"/>
                </a:lnTo>
                <a:lnTo>
                  <a:pt x="265" y="770"/>
                </a:lnTo>
                <a:lnTo>
                  <a:pt x="265" y="771"/>
                </a:lnTo>
                <a:lnTo>
                  <a:pt x="265" y="772"/>
                </a:lnTo>
                <a:lnTo>
                  <a:pt x="266" y="773"/>
                </a:lnTo>
                <a:lnTo>
                  <a:pt x="266" y="774"/>
                </a:lnTo>
                <a:lnTo>
                  <a:pt x="266" y="775"/>
                </a:lnTo>
                <a:lnTo>
                  <a:pt x="265" y="776"/>
                </a:lnTo>
                <a:lnTo>
                  <a:pt x="264" y="776"/>
                </a:lnTo>
                <a:lnTo>
                  <a:pt x="264" y="778"/>
                </a:lnTo>
                <a:lnTo>
                  <a:pt x="265" y="779"/>
                </a:lnTo>
                <a:lnTo>
                  <a:pt x="265" y="780"/>
                </a:lnTo>
                <a:lnTo>
                  <a:pt x="264" y="781"/>
                </a:lnTo>
                <a:lnTo>
                  <a:pt x="262" y="783"/>
                </a:lnTo>
                <a:lnTo>
                  <a:pt x="261" y="783"/>
                </a:lnTo>
                <a:lnTo>
                  <a:pt x="260" y="783"/>
                </a:lnTo>
                <a:lnTo>
                  <a:pt x="259" y="783"/>
                </a:lnTo>
                <a:lnTo>
                  <a:pt x="259" y="786"/>
                </a:lnTo>
                <a:lnTo>
                  <a:pt x="258" y="787"/>
                </a:lnTo>
                <a:lnTo>
                  <a:pt x="258" y="788"/>
                </a:lnTo>
                <a:lnTo>
                  <a:pt x="257" y="788"/>
                </a:lnTo>
                <a:lnTo>
                  <a:pt x="257" y="789"/>
                </a:lnTo>
                <a:lnTo>
                  <a:pt x="256" y="789"/>
                </a:lnTo>
                <a:lnTo>
                  <a:pt x="255" y="788"/>
                </a:lnTo>
                <a:lnTo>
                  <a:pt x="254" y="788"/>
                </a:lnTo>
                <a:lnTo>
                  <a:pt x="253" y="787"/>
                </a:lnTo>
                <a:lnTo>
                  <a:pt x="250" y="788"/>
                </a:lnTo>
                <a:lnTo>
                  <a:pt x="250" y="789"/>
                </a:lnTo>
                <a:lnTo>
                  <a:pt x="251" y="789"/>
                </a:lnTo>
                <a:lnTo>
                  <a:pt x="251" y="790"/>
                </a:lnTo>
                <a:lnTo>
                  <a:pt x="251" y="792"/>
                </a:lnTo>
                <a:lnTo>
                  <a:pt x="250" y="793"/>
                </a:lnTo>
                <a:lnTo>
                  <a:pt x="249" y="793"/>
                </a:lnTo>
                <a:lnTo>
                  <a:pt x="248" y="795"/>
                </a:lnTo>
                <a:lnTo>
                  <a:pt x="247" y="796"/>
                </a:lnTo>
                <a:lnTo>
                  <a:pt x="247" y="797"/>
                </a:lnTo>
                <a:lnTo>
                  <a:pt x="246" y="799"/>
                </a:lnTo>
                <a:lnTo>
                  <a:pt x="245" y="799"/>
                </a:lnTo>
                <a:lnTo>
                  <a:pt x="244" y="799"/>
                </a:lnTo>
                <a:lnTo>
                  <a:pt x="243" y="799"/>
                </a:lnTo>
                <a:lnTo>
                  <a:pt x="243" y="798"/>
                </a:lnTo>
                <a:lnTo>
                  <a:pt x="242" y="797"/>
                </a:lnTo>
                <a:lnTo>
                  <a:pt x="242" y="796"/>
                </a:lnTo>
                <a:lnTo>
                  <a:pt x="241" y="795"/>
                </a:lnTo>
                <a:lnTo>
                  <a:pt x="240" y="795"/>
                </a:lnTo>
                <a:lnTo>
                  <a:pt x="239" y="795"/>
                </a:lnTo>
                <a:lnTo>
                  <a:pt x="238" y="795"/>
                </a:lnTo>
                <a:lnTo>
                  <a:pt x="237" y="795"/>
                </a:lnTo>
                <a:lnTo>
                  <a:pt x="238" y="796"/>
                </a:lnTo>
                <a:lnTo>
                  <a:pt x="236" y="797"/>
                </a:lnTo>
                <a:lnTo>
                  <a:pt x="233" y="798"/>
                </a:lnTo>
                <a:lnTo>
                  <a:pt x="231" y="799"/>
                </a:lnTo>
                <a:lnTo>
                  <a:pt x="231" y="800"/>
                </a:lnTo>
                <a:lnTo>
                  <a:pt x="230" y="800"/>
                </a:lnTo>
                <a:lnTo>
                  <a:pt x="229" y="800"/>
                </a:lnTo>
                <a:lnTo>
                  <a:pt x="228" y="800"/>
                </a:lnTo>
                <a:lnTo>
                  <a:pt x="228" y="799"/>
                </a:lnTo>
                <a:lnTo>
                  <a:pt x="226" y="796"/>
                </a:lnTo>
                <a:lnTo>
                  <a:pt x="224" y="795"/>
                </a:lnTo>
                <a:lnTo>
                  <a:pt x="222" y="794"/>
                </a:lnTo>
                <a:lnTo>
                  <a:pt x="222" y="793"/>
                </a:lnTo>
                <a:lnTo>
                  <a:pt x="221" y="793"/>
                </a:lnTo>
                <a:lnTo>
                  <a:pt x="220" y="793"/>
                </a:lnTo>
                <a:lnTo>
                  <a:pt x="219" y="793"/>
                </a:lnTo>
                <a:lnTo>
                  <a:pt x="218" y="793"/>
                </a:lnTo>
                <a:lnTo>
                  <a:pt x="216" y="793"/>
                </a:lnTo>
                <a:lnTo>
                  <a:pt x="214" y="793"/>
                </a:lnTo>
                <a:lnTo>
                  <a:pt x="214" y="794"/>
                </a:lnTo>
                <a:lnTo>
                  <a:pt x="213" y="794"/>
                </a:lnTo>
                <a:lnTo>
                  <a:pt x="212" y="794"/>
                </a:lnTo>
                <a:lnTo>
                  <a:pt x="207" y="792"/>
                </a:lnTo>
                <a:lnTo>
                  <a:pt x="206" y="792"/>
                </a:lnTo>
                <a:lnTo>
                  <a:pt x="206" y="791"/>
                </a:lnTo>
                <a:lnTo>
                  <a:pt x="204" y="791"/>
                </a:lnTo>
                <a:lnTo>
                  <a:pt x="203" y="791"/>
                </a:lnTo>
                <a:lnTo>
                  <a:pt x="203" y="792"/>
                </a:lnTo>
                <a:lnTo>
                  <a:pt x="202" y="792"/>
                </a:lnTo>
                <a:lnTo>
                  <a:pt x="202" y="793"/>
                </a:lnTo>
                <a:lnTo>
                  <a:pt x="202" y="794"/>
                </a:lnTo>
                <a:lnTo>
                  <a:pt x="202" y="795"/>
                </a:lnTo>
                <a:lnTo>
                  <a:pt x="202" y="796"/>
                </a:lnTo>
                <a:lnTo>
                  <a:pt x="202" y="797"/>
                </a:lnTo>
                <a:lnTo>
                  <a:pt x="202" y="798"/>
                </a:lnTo>
                <a:lnTo>
                  <a:pt x="201" y="798"/>
                </a:lnTo>
                <a:lnTo>
                  <a:pt x="200" y="798"/>
                </a:lnTo>
                <a:lnTo>
                  <a:pt x="199" y="799"/>
                </a:lnTo>
                <a:lnTo>
                  <a:pt x="196" y="799"/>
                </a:lnTo>
                <a:lnTo>
                  <a:pt x="194" y="800"/>
                </a:lnTo>
                <a:lnTo>
                  <a:pt x="193" y="800"/>
                </a:lnTo>
                <a:lnTo>
                  <a:pt x="188" y="802"/>
                </a:lnTo>
                <a:lnTo>
                  <a:pt x="185" y="803"/>
                </a:lnTo>
                <a:lnTo>
                  <a:pt x="180" y="804"/>
                </a:lnTo>
                <a:lnTo>
                  <a:pt x="179" y="805"/>
                </a:lnTo>
                <a:lnTo>
                  <a:pt x="177" y="806"/>
                </a:lnTo>
                <a:lnTo>
                  <a:pt x="176" y="806"/>
                </a:lnTo>
                <a:lnTo>
                  <a:pt x="176" y="805"/>
                </a:lnTo>
                <a:lnTo>
                  <a:pt x="175" y="805"/>
                </a:lnTo>
                <a:lnTo>
                  <a:pt x="175" y="804"/>
                </a:lnTo>
                <a:lnTo>
                  <a:pt x="173" y="804"/>
                </a:lnTo>
                <a:lnTo>
                  <a:pt x="172" y="804"/>
                </a:lnTo>
                <a:lnTo>
                  <a:pt x="172" y="803"/>
                </a:lnTo>
                <a:lnTo>
                  <a:pt x="172" y="802"/>
                </a:lnTo>
                <a:lnTo>
                  <a:pt x="171" y="802"/>
                </a:lnTo>
                <a:lnTo>
                  <a:pt x="170" y="802"/>
                </a:lnTo>
                <a:lnTo>
                  <a:pt x="169" y="802"/>
                </a:lnTo>
                <a:lnTo>
                  <a:pt x="168" y="802"/>
                </a:lnTo>
                <a:lnTo>
                  <a:pt x="168" y="801"/>
                </a:lnTo>
                <a:lnTo>
                  <a:pt x="167" y="801"/>
                </a:lnTo>
                <a:lnTo>
                  <a:pt x="166" y="801"/>
                </a:lnTo>
                <a:lnTo>
                  <a:pt x="165" y="801"/>
                </a:lnTo>
                <a:lnTo>
                  <a:pt x="163" y="801"/>
                </a:lnTo>
                <a:lnTo>
                  <a:pt x="162" y="801"/>
                </a:lnTo>
                <a:lnTo>
                  <a:pt x="161" y="801"/>
                </a:lnTo>
                <a:lnTo>
                  <a:pt x="160" y="801"/>
                </a:lnTo>
                <a:lnTo>
                  <a:pt x="159" y="801"/>
                </a:lnTo>
                <a:lnTo>
                  <a:pt x="158" y="801"/>
                </a:lnTo>
                <a:lnTo>
                  <a:pt x="158" y="800"/>
                </a:lnTo>
                <a:lnTo>
                  <a:pt x="157" y="800"/>
                </a:lnTo>
                <a:lnTo>
                  <a:pt x="157" y="799"/>
                </a:lnTo>
                <a:lnTo>
                  <a:pt x="156" y="799"/>
                </a:lnTo>
                <a:lnTo>
                  <a:pt x="155" y="799"/>
                </a:lnTo>
                <a:lnTo>
                  <a:pt x="155" y="800"/>
                </a:lnTo>
                <a:lnTo>
                  <a:pt x="154" y="800"/>
                </a:lnTo>
                <a:lnTo>
                  <a:pt x="154" y="801"/>
                </a:lnTo>
                <a:lnTo>
                  <a:pt x="155" y="803"/>
                </a:lnTo>
                <a:lnTo>
                  <a:pt x="155" y="804"/>
                </a:lnTo>
                <a:lnTo>
                  <a:pt x="155" y="805"/>
                </a:lnTo>
                <a:lnTo>
                  <a:pt x="155" y="806"/>
                </a:lnTo>
                <a:lnTo>
                  <a:pt x="155" y="807"/>
                </a:lnTo>
                <a:lnTo>
                  <a:pt x="154" y="808"/>
                </a:lnTo>
                <a:lnTo>
                  <a:pt x="153" y="809"/>
                </a:lnTo>
                <a:lnTo>
                  <a:pt x="151" y="809"/>
                </a:lnTo>
                <a:lnTo>
                  <a:pt x="149" y="808"/>
                </a:lnTo>
                <a:lnTo>
                  <a:pt x="148" y="807"/>
                </a:lnTo>
                <a:lnTo>
                  <a:pt x="147" y="807"/>
                </a:lnTo>
                <a:lnTo>
                  <a:pt x="146" y="807"/>
                </a:lnTo>
                <a:lnTo>
                  <a:pt x="146" y="806"/>
                </a:lnTo>
                <a:lnTo>
                  <a:pt x="145" y="806"/>
                </a:lnTo>
                <a:lnTo>
                  <a:pt x="144" y="806"/>
                </a:lnTo>
                <a:lnTo>
                  <a:pt x="143" y="806"/>
                </a:lnTo>
                <a:lnTo>
                  <a:pt x="142" y="806"/>
                </a:lnTo>
                <a:lnTo>
                  <a:pt x="141" y="806"/>
                </a:lnTo>
                <a:lnTo>
                  <a:pt x="141" y="807"/>
                </a:lnTo>
                <a:lnTo>
                  <a:pt x="140" y="807"/>
                </a:lnTo>
                <a:lnTo>
                  <a:pt x="139" y="807"/>
                </a:lnTo>
                <a:lnTo>
                  <a:pt x="138" y="807"/>
                </a:lnTo>
                <a:lnTo>
                  <a:pt x="137" y="807"/>
                </a:lnTo>
                <a:lnTo>
                  <a:pt x="136" y="807"/>
                </a:lnTo>
                <a:lnTo>
                  <a:pt x="135" y="807"/>
                </a:lnTo>
                <a:lnTo>
                  <a:pt x="133" y="807"/>
                </a:lnTo>
                <a:lnTo>
                  <a:pt x="133" y="808"/>
                </a:lnTo>
                <a:lnTo>
                  <a:pt x="131" y="808"/>
                </a:lnTo>
                <a:lnTo>
                  <a:pt x="131" y="807"/>
                </a:lnTo>
                <a:lnTo>
                  <a:pt x="129" y="807"/>
                </a:lnTo>
                <a:lnTo>
                  <a:pt x="128" y="807"/>
                </a:lnTo>
                <a:lnTo>
                  <a:pt x="127" y="807"/>
                </a:lnTo>
                <a:lnTo>
                  <a:pt x="126" y="806"/>
                </a:lnTo>
                <a:lnTo>
                  <a:pt x="125" y="806"/>
                </a:lnTo>
                <a:lnTo>
                  <a:pt x="124" y="805"/>
                </a:lnTo>
                <a:lnTo>
                  <a:pt x="123" y="804"/>
                </a:lnTo>
                <a:lnTo>
                  <a:pt x="122" y="803"/>
                </a:lnTo>
                <a:lnTo>
                  <a:pt x="121" y="802"/>
                </a:lnTo>
                <a:lnTo>
                  <a:pt x="121" y="801"/>
                </a:lnTo>
                <a:lnTo>
                  <a:pt x="120" y="801"/>
                </a:lnTo>
                <a:lnTo>
                  <a:pt x="120" y="800"/>
                </a:lnTo>
                <a:lnTo>
                  <a:pt x="119" y="799"/>
                </a:lnTo>
                <a:lnTo>
                  <a:pt x="119" y="798"/>
                </a:lnTo>
                <a:lnTo>
                  <a:pt x="118" y="798"/>
                </a:lnTo>
                <a:lnTo>
                  <a:pt x="118" y="797"/>
                </a:lnTo>
                <a:lnTo>
                  <a:pt x="118" y="796"/>
                </a:lnTo>
                <a:lnTo>
                  <a:pt x="117" y="796"/>
                </a:lnTo>
                <a:lnTo>
                  <a:pt x="116" y="796"/>
                </a:lnTo>
                <a:lnTo>
                  <a:pt x="115" y="797"/>
                </a:lnTo>
                <a:lnTo>
                  <a:pt x="115" y="796"/>
                </a:lnTo>
                <a:lnTo>
                  <a:pt x="115" y="795"/>
                </a:lnTo>
                <a:lnTo>
                  <a:pt x="115" y="794"/>
                </a:lnTo>
                <a:lnTo>
                  <a:pt x="114" y="791"/>
                </a:lnTo>
                <a:lnTo>
                  <a:pt x="113" y="791"/>
                </a:lnTo>
                <a:lnTo>
                  <a:pt x="113" y="792"/>
                </a:lnTo>
                <a:lnTo>
                  <a:pt x="112" y="791"/>
                </a:lnTo>
                <a:lnTo>
                  <a:pt x="111" y="790"/>
                </a:lnTo>
                <a:lnTo>
                  <a:pt x="112" y="790"/>
                </a:lnTo>
                <a:lnTo>
                  <a:pt x="112" y="789"/>
                </a:lnTo>
                <a:lnTo>
                  <a:pt x="112" y="788"/>
                </a:lnTo>
                <a:lnTo>
                  <a:pt x="112" y="785"/>
                </a:lnTo>
                <a:lnTo>
                  <a:pt x="110" y="781"/>
                </a:lnTo>
                <a:lnTo>
                  <a:pt x="110" y="780"/>
                </a:lnTo>
                <a:lnTo>
                  <a:pt x="110" y="779"/>
                </a:lnTo>
                <a:lnTo>
                  <a:pt x="108" y="779"/>
                </a:lnTo>
                <a:lnTo>
                  <a:pt x="107" y="778"/>
                </a:lnTo>
                <a:lnTo>
                  <a:pt x="107" y="777"/>
                </a:lnTo>
                <a:lnTo>
                  <a:pt x="109" y="776"/>
                </a:lnTo>
                <a:lnTo>
                  <a:pt x="110" y="776"/>
                </a:lnTo>
                <a:lnTo>
                  <a:pt x="111" y="774"/>
                </a:lnTo>
                <a:lnTo>
                  <a:pt x="111" y="773"/>
                </a:lnTo>
                <a:lnTo>
                  <a:pt x="110" y="772"/>
                </a:lnTo>
                <a:lnTo>
                  <a:pt x="109" y="769"/>
                </a:lnTo>
                <a:lnTo>
                  <a:pt x="107" y="767"/>
                </a:lnTo>
                <a:lnTo>
                  <a:pt x="107" y="766"/>
                </a:lnTo>
                <a:lnTo>
                  <a:pt x="106" y="765"/>
                </a:lnTo>
                <a:lnTo>
                  <a:pt x="106" y="763"/>
                </a:lnTo>
                <a:lnTo>
                  <a:pt x="106" y="762"/>
                </a:lnTo>
                <a:lnTo>
                  <a:pt x="105" y="762"/>
                </a:lnTo>
                <a:lnTo>
                  <a:pt x="104" y="761"/>
                </a:lnTo>
                <a:lnTo>
                  <a:pt x="103" y="760"/>
                </a:lnTo>
                <a:lnTo>
                  <a:pt x="102" y="760"/>
                </a:lnTo>
                <a:lnTo>
                  <a:pt x="102" y="759"/>
                </a:lnTo>
                <a:lnTo>
                  <a:pt x="101" y="759"/>
                </a:lnTo>
                <a:lnTo>
                  <a:pt x="100" y="757"/>
                </a:lnTo>
                <a:lnTo>
                  <a:pt x="98" y="758"/>
                </a:lnTo>
                <a:lnTo>
                  <a:pt x="97" y="758"/>
                </a:lnTo>
                <a:lnTo>
                  <a:pt x="96" y="758"/>
                </a:lnTo>
                <a:lnTo>
                  <a:pt x="96" y="757"/>
                </a:lnTo>
                <a:lnTo>
                  <a:pt x="93" y="757"/>
                </a:lnTo>
                <a:lnTo>
                  <a:pt x="93" y="756"/>
                </a:lnTo>
                <a:lnTo>
                  <a:pt x="90" y="754"/>
                </a:lnTo>
                <a:lnTo>
                  <a:pt x="88" y="754"/>
                </a:lnTo>
                <a:lnTo>
                  <a:pt x="87" y="753"/>
                </a:lnTo>
                <a:lnTo>
                  <a:pt x="87" y="752"/>
                </a:lnTo>
                <a:lnTo>
                  <a:pt x="86" y="752"/>
                </a:lnTo>
                <a:lnTo>
                  <a:pt x="84" y="752"/>
                </a:lnTo>
                <a:lnTo>
                  <a:pt x="83" y="752"/>
                </a:lnTo>
                <a:lnTo>
                  <a:pt x="83" y="755"/>
                </a:lnTo>
                <a:lnTo>
                  <a:pt x="82" y="756"/>
                </a:lnTo>
                <a:lnTo>
                  <a:pt x="82" y="757"/>
                </a:lnTo>
                <a:lnTo>
                  <a:pt x="81" y="757"/>
                </a:lnTo>
                <a:lnTo>
                  <a:pt x="81" y="756"/>
                </a:lnTo>
                <a:lnTo>
                  <a:pt x="81" y="755"/>
                </a:lnTo>
                <a:lnTo>
                  <a:pt x="81" y="754"/>
                </a:lnTo>
                <a:lnTo>
                  <a:pt x="79" y="754"/>
                </a:lnTo>
                <a:lnTo>
                  <a:pt x="78" y="754"/>
                </a:lnTo>
                <a:lnTo>
                  <a:pt x="77" y="757"/>
                </a:lnTo>
                <a:lnTo>
                  <a:pt x="77" y="758"/>
                </a:lnTo>
                <a:lnTo>
                  <a:pt x="75" y="757"/>
                </a:lnTo>
                <a:lnTo>
                  <a:pt x="74" y="756"/>
                </a:lnTo>
                <a:lnTo>
                  <a:pt x="74" y="755"/>
                </a:lnTo>
                <a:lnTo>
                  <a:pt x="74" y="754"/>
                </a:lnTo>
                <a:lnTo>
                  <a:pt x="74" y="752"/>
                </a:lnTo>
                <a:lnTo>
                  <a:pt x="73" y="752"/>
                </a:lnTo>
                <a:lnTo>
                  <a:pt x="73" y="751"/>
                </a:lnTo>
                <a:lnTo>
                  <a:pt x="72" y="749"/>
                </a:lnTo>
                <a:lnTo>
                  <a:pt x="72" y="748"/>
                </a:lnTo>
                <a:lnTo>
                  <a:pt x="72" y="747"/>
                </a:lnTo>
                <a:lnTo>
                  <a:pt x="73" y="747"/>
                </a:lnTo>
                <a:lnTo>
                  <a:pt x="74" y="747"/>
                </a:lnTo>
                <a:lnTo>
                  <a:pt x="75" y="745"/>
                </a:lnTo>
                <a:lnTo>
                  <a:pt x="75" y="744"/>
                </a:lnTo>
                <a:lnTo>
                  <a:pt x="75" y="743"/>
                </a:lnTo>
                <a:lnTo>
                  <a:pt x="72" y="742"/>
                </a:lnTo>
                <a:lnTo>
                  <a:pt x="71" y="742"/>
                </a:lnTo>
                <a:lnTo>
                  <a:pt x="69" y="743"/>
                </a:lnTo>
                <a:lnTo>
                  <a:pt x="69" y="744"/>
                </a:lnTo>
                <a:lnTo>
                  <a:pt x="69" y="745"/>
                </a:lnTo>
                <a:lnTo>
                  <a:pt x="68" y="745"/>
                </a:lnTo>
                <a:lnTo>
                  <a:pt x="67" y="745"/>
                </a:lnTo>
                <a:lnTo>
                  <a:pt x="64" y="743"/>
                </a:lnTo>
                <a:lnTo>
                  <a:pt x="64" y="741"/>
                </a:lnTo>
                <a:lnTo>
                  <a:pt x="65" y="740"/>
                </a:lnTo>
                <a:lnTo>
                  <a:pt x="66" y="740"/>
                </a:lnTo>
                <a:lnTo>
                  <a:pt x="66" y="741"/>
                </a:lnTo>
                <a:lnTo>
                  <a:pt x="66" y="740"/>
                </a:lnTo>
                <a:lnTo>
                  <a:pt x="67" y="737"/>
                </a:lnTo>
                <a:lnTo>
                  <a:pt x="68" y="737"/>
                </a:lnTo>
                <a:lnTo>
                  <a:pt x="69" y="737"/>
                </a:lnTo>
                <a:lnTo>
                  <a:pt x="69" y="736"/>
                </a:lnTo>
                <a:lnTo>
                  <a:pt x="69" y="735"/>
                </a:lnTo>
                <a:lnTo>
                  <a:pt x="67" y="734"/>
                </a:lnTo>
                <a:lnTo>
                  <a:pt x="66" y="734"/>
                </a:lnTo>
                <a:lnTo>
                  <a:pt x="65" y="734"/>
                </a:lnTo>
                <a:lnTo>
                  <a:pt x="65" y="735"/>
                </a:lnTo>
                <a:lnTo>
                  <a:pt x="64" y="735"/>
                </a:lnTo>
                <a:lnTo>
                  <a:pt x="63" y="734"/>
                </a:lnTo>
                <a:lnTo>
                  <a:pt x="61" y="734"/>
                </a:lnTo>
                <a:lnTo>
                  <a:pt x="59" y="735"/>
                </a:lnTo>
                <a:lnTo>
                  <a:pt x="58" y="735"/>
                </a:lnTo>
                <a:lnTo>
                  <a:pt x="58" y="734"/>
                </a:lnTo>
                <a:lnTo>
                  <a:pt x="57" y="733"/>
                </a:lnTo>
                <a:lnTo>
                  <a:pt x="57" y="732"/>
                </a:lnTo>
                <a:lnTo>
                  <a:pt x="55" y="731"/>
                </a:lnTo>
                <a:lnTo>
                  <a:pt x="53" y="730"/>
                </a:lnTo>
                <a:lnTo>
                  <a:pt x="53" y="728"/>
                </a:lnTo>
                <a:lnTo>
                  <a:pt x="53" y="727"/>
                </a:lnTo>
                <a:lnTo>
                  <a:pt x="52" y="726"/>
                </a:lnTo>
                <a:lnTo>
                  <a:pt x="52" y="725"/>
                </a:lnTo>
                <a:lnTo>
                  <a:pt x="50" y="726"/>
                </a:lnTo>
                <a:lnTo>
                  <a:pt x="50" y="727"/>
                </a:lnTo>
                <a:lnTo>
                  <a:pt x="49" y="728"/>
                </a:lnTo>
                <a:lnTo>
                  <a:pt x="48" y="728"/>
                </a:lnTo>
                <a:lnTo>
                  <a:pt x="48" y="727"/>
                </a:lnTo>
                <a:lnTo>
                  <a:pt x="47" y="727"/>
                </a:lnTo>
                <a:lnTo>
                  <a:pt x="46" y="727"/>
                </a:lnTo>
                <a:lnTo>
                  <a:pt x="47" y="728"/>
                </a:lnTo>
                <a:lnTo>
                  <a:pt x="46" y="728"/>
                </a:lnTo>
                <a:lnTo>
                  <a:pt x="44" y="728"/>
                </a:lnTo>
                <a:lnTo>
                  <a:pt x="43" y="729"/>
                </a:lnTo>
                <a:lnTo>
                  <a:pt x="42" y="729"/>
                </a:lnTo>
                <a:lnTo>
                  <a:pt x="41" y="729"/>
                </a:lnTo>
                <a:lnTo>
                  <a:pt x="40" y="731"/>
                </a:lnTo>
                <a:lnTo>
                  <a:pt x="39" y="732"/>
                </a:lnTo>
                <a:lnTo>
                  <a:pt x="38" y="732"/>
                </a:lnTo>
                <a:lnTo>
                  <a:pt x="37" y="733"/>
                </a:lnTo>
                <a:lnTo>
                  <a:pt x="38" y="734"/>
                </a:lnTo>
                <a:lnTo>
                  <a:pt x="38" y="735"/>
                </a:lnTo>
                <a:lnTo>
                  <a:pt x="37" y="735"/>
                </a:lnTo>
                <a:lnTo>
                  <a:pt x="35" y="734"/>
                </a:lnTo>
                <a:lnTo>
                  <a:pt x="34" y="733"/>
                </a:lnTo>
                <a:lnTo>
                  <a:pt x="33" y="733"/>
                </a:lnTo>
                <a:lnTo>
                  <a:pt x="33" y="731"/>
                </a:lnTo>
                <a:lnTo>
                  <a:pt x="32" y="731"/>
                </a:lnTo>
                <a:lnTo>
                  <a:pt x="31" y="731"/>
                </a:lnTo>
                <a:lnTo>
                  <a:pt x="30" y="731"/>
                </a:lnTo>
                <a:lnTo>
                  <a:pt x="28" y="731"/>
                </a:lnTo>
                <a:lnTo>
                  <a:pt x="27" y="731"/>
                </a:lnTo>
                <a:lnTo>
                  <a:pt x="27" y="730"/>
                </a:lnTo>
                <a:lnTo>
                  <a:pt x="25" y="730"/>
                </a:lnTo>
                <a:lnTo>
                  <a:pt x="24" y="731"/>
                </a:lnTo>
                <a:lnTo>
                  <a:pt x="22" y="732"/>
                </a:lnTo>
                <a:lnTo>
                  <a:pt x="21" y="734"/>
                </a:lnTo>
                <a:lnTo>
                  <a:pt x="20" y="736"/>
                </a:lnTo>
                <a:lnTo>
                  <a:pt x="18" y="736"/>
                </a:lnTo>
                <a:lnTo>
                  <a:pt x="16" y="735"/>
                </a:lnTo>
                <a:lnTo>
                  <a:pt x="16" y="734"/>
                </a:lnTo>
                <a:lnTo>
                  <a:pt x="16" y="733"/>
                </a:lnTo>
                <a:lnTo>
                  <a:pt x="13" y="732"/>
                </a:lnTo>
                <a:lnTo>
                  <a:pt x="12" y="731"/>
                </a:lnTo>
                <a:lnTo>
                  <a:pt x="12" y="730"/>
                </a:lnTo>
                <a:lnTo>
                  <a:pt x="12" y="728"/>
                </a:lnTo>
                <a:lnTo>
                  <a:pt x="12" y="727"/>
                </a:lnTo>
                <a:lnTo>
                  <a:pt x="12" y="726"/>
                </a:lnTo>
                <a:lnTo>
                  <a:pt x="11" y="726"/>
                </a:lnTo>
                <a:lnTo>
                  <a:pt x="9" y="726"/>
                </a:lnTo>
                <a:lnTo>
                  <a:pt x="9" y="729"/>
                </a:lnTo>
                <a:lnTo>
                  <a:pt x="9" y="730"/>
                </a:lnTo>
                <a:lnTo>
                  <a:pt x="8" y="731"/>
                </a:lnTo>
                <a:lnTo>
                  <a:pt x="7" y="731"/>
                </a:lnTo>
                <a:lnTo>
                  <a:pt x="3" y="729"/>
                </a:lnTo>
                <a:lnTo>
                  <a:pt x="2" y="730"/>
                </a:lnTo>
                <a:lnTo>
                  <a:pt x="1" y="730"/>
                </a:lnTo>
                <a:lnTo>
                  <a:pt x="2" y="729"/>
                </a:lnTo>
                <a:lnTo>
                  <a:pt x="3" y="729"/>
                </a:lnTo>
                <a:lnTo>
                  <a:pt x="4" y="728"/>
                </a:lnTo>
                <a:lnTo>
                  <a:pt x="6" y="726"/>
                </a:lnTo>
                <a:lnTo>
                  <a:pt x="6" y="725"/>
                </a:lnTo>
                <a:lnTo>
                  <a:pt x="7" y="725"/>
                </a:lnTo>
                <a:lnTo>
                  <a:pt x="7" y="724"/>
                </a:lnTo>
                <a:lnTo>
                  <a:pt x="7" y="723"/>
                </a:lnTo>
                <a:lnTo>
                  <a:pt x="6" y="723"/>
                </a:lnTo>
                <a:lnTo>
                  <a:pt x="5" y="723"/>
                </a:lnTo>
                <a:lnTo>
                  <a:pt x="4" y="723"/>
                </a:lnTo>
                <a:lnTo>
                  <a:pt x="3" y="723"/>
                </a:lnTo>
                <a:lnTo>
                  <a:pt x="2" y="722"/>
                </a:lnTo>
                <a:lnTo>
                  <a:pt x="1" y="722"/>
                </a:lnTo>
                <a:lnTo>
                  <a:pt x="1" y="721"/>
                </a:lnTo>
                <a:lnTo>
                  <a:pt x="0" y="721"/>
                </a:lnTo>
                <a:lnTo>
                  <a:pt x="0" y="720"/>
                </a:lnTo>
                <a:lnTo>
                  <a:pt x="0" y="718"/>
                </a:lnTo>
                <a:lnTo>
                  <a:pt x="0" y="717"/>
                </a:lnTo>
                <a:lnTo>
                  <a:pt x="0" y="716"/>
                </a:lnTo>
                <a:lnTo>
                  <a:pt x="1" y="716"/>
                </a:lnTo>
                <a:lnTo>
                  <a:pt x="1" y="715"/>
                </a:lnTo>
                <a:lnTo>
                  <a:pt x="2" y="715"/>
                </a:lnTo>
                <a:lnTo>
                  <a:pt x="3" y="715"/>
                </a:lnTo>
                <a:lnTo>
                  <a:pt x="5" y="714"/>
                </a:lnTo>
                <a:lnTo>
                  <a:pt x="7" y="714"/>
                </a:lnTo>
                <a:lnTo>
                  <a:pt x="8" y="713"/>
                </a:lnTo>
                <a:lnTo>
                  <a:pt x="9" y="713"/>
                </a:lnTo>
                <a:lnTo>
                  <a:pt x="9" y="712"/>
                </a:lnTo>
                <a:lnTo>
                  <a:pt x="10" y="711"/>
                </a:lnTo>
                <a:lnTo>
                  <a:pt x="10" y="710"/>
                </a:lnTo>
                <a:lnTo>
                  <a:pt x="10" y="709"/>
                </a:lnTo>
                <a:lnTo>
                  <a:pt x="10" y="708"/>
                </a:lnTo>
                <a:lnTo>
                  <a:pt x="10" y="707"/>
                </a:lnTo>
                <a:lnTo>
                  <a:pt x="8" y="705"/>
                </a:lnTo>
                <a:lnTo>
                  <a:pt x="6" y="703"/>
                </a:lnTo>
                <a:lnTo>
                  <a:pt x="5" y="702"/>
                </a:lnTo>
                <a:lnTo>
                  <a:pt x="3" y="699"/>
                </a:lnTo>
                <a:lnTo>
                  <a:pt x="3" y="697"/>
                </a:lnTo>
                <a:lnTo>
                  <a:pt x="3" y="696"/>
                </a:lnTo>
                <a:lnTo>
                  <a:pt x="4" y="695"/>
                </a:lnTo>
                <a:lnTo>
                  <a:pt x="4" y="694"/>
                </a:lnTo>
                <a:lnTo>
                  <a:pt x="5" y="694"/>
                </a:lnTo>
                <a:lnTo>
                  <a:pt x="5" y="693"/>
                </a:lnTo>
                <a:lnTo>
                  <a:pt x="6" y="693"/>
                </a:lnTo>
                <a:lnTo>
                  <a:pt x="6" y="692"/>
                </a:lnTo>
                <a:lnTo>
                  <a:pt x="7" y="692"/>
                </a:lnTo>
                <a:lnTo>
                  <a:pt x="8" y="691"/>
                </a:lnTo>
                <a:lnTo>
                  <a:pt x="9" y="691"/>
                </a:lnTo>
                <a:lnTo>
                  <a:pt x="10" y="691"/>
                </a:lnTo>
                <a:lnTo>
                  <a:pt x="11" y="690"/>
                </a:lnTo>
                <a:lnTo>
                  <a:pt x="12" y="690"/>
                </a:lnTo>
                <a:lnTo>
                  <a:pt x="13" y="690"/>
                </a:lnTo>
                <a:lnTo>
                  <a:pt x="15" y="690"/>
                </a:lnTo>
                <a:lnTo>
                  <a:pt x="16" y="690"/>
                </a:lnTo>
                <a:lnTo>
                  <a:pt x="16" y="689"/>
                </a:lnTo>
                <a:lnTo>
                  <a:pt x="16" y="687"/>
                </a:lnTo>
                <a:lnTo>
                  <a:pt x="16" y="686"/>
                </a:lnTo>
                <a:lnTo>
                  <a:pt x="16" y="684"/>
                </a:lnTo>
                <a:lnTo>
                  <a:pt x="15" y="684"/>
                </a:lnTo>
                <a:lnTo>
                  <a:pt x="15" y="683"/>
                </a:lnTo>
                <a:lnTo>
                  <a:pt x="15" y="682"/>
                </a:lnTo>
                <a:lnTo>
                  <a:pt x="15" y="681"/>
                </a:lnTo>
                <a:lnTo>
                  <a:pt x="15" y="680"/>
                </a:lnTo>
                <a:lnTo>
                  <a:pt x="15" y="679"/>
                </a:lnTo>
                <a:lnTo>
                  <a:pt x="15" y="678"/>
                </a:lnTo>
                <a:lnTo>
                  <a:pt x="16" y="677"/>
                </a:lnTo>
                <a:lnTo>
                  <a:pt x="18" y="677"/>
                </a:lnTo>
                <a:lnTo>
                  <a:pt x="20" y="674"/>
                </a:lnTo>
                <a:lnTo>
                  <a:pt x="20" y="673"/>
                </a:lnTo>
                <a:lnTo>
                  <a:pt x="20" y="672"/>
                </a:lnTo>
                <a:lnTo>
                  <a:pt x="21" y="670"/>
                </a:lnTo>
                <a:lnTo>
                  <a:pt x="22" y="669"/>
                </a:lnTo>
                <a:lnTo>
                  <a:pt x="23" y="667"/>
                </a:lnTo>
                <a:lnTo>
                  <a:pt x="23" y="666"/>
                </a:lnTo>
                <a:lnTo>
                  <a:pt x="23" y="665"/>
                </a:lnTo>
                <a:lnTo>
                  <a:pt x="24" y="665"/>
                </a:lnTo>
                <a:lnTo>
                  <a:pt x="26" y="663"/>
                </a:lnTo>
                <a:lnTo>
                  <a:pt x="26" y="662"/>
                </a:lnTo>
                <a:lnTo>
                  <a:pt x="26" y="661"/>
                </a:lnTo>
                <a:lnTo>
                  <a:pt x="27" y="661"/>
                </a:lnTo>
                <a:lnTo>
                  <a:pt x="28" y="662"/>
                </a:lnTo>
                <a:lnTo>
                  <a:pt x="29" y="662"/>
                </a:lnTo>
                <a:lnTo>
                  <a:pt x="28" y="661"/>
                </a:lnTo>
                <a:lnTo>
                  <a:pt x="28" y="660"/>
                </a:lnTo>
                <a:lnTo>
                  <a:pt x="28" y="659"/>
                </a:lnTo>
                <a:lnTo>
                  <a:pt x="27" y="658"/>
                </a:lnTo>
                <a:lnTo>
                  <a:pt x="27" y="657"/>
                </a:lnTo>
                <a:lnTo>
                  <a:pt x="27" y="656"/>
                </a:lnTo>
                <a:lnTo>
                  <a:pt x="27" y="654"/>
                </a:lnTo>
                <a:lnTo>
                  <a:pt x="27" y="653"/>
                </a:lnTo>
                <a:lnTo>
                  <a:pt x="27" y="652"/>
                </a:lnTo>
                <a:lnTo>
                  <a:pt x="28" y="651"/>
                </a:lnTo>
                <a:lnTo>
                  <a:pt x="29" y="651"/>
                </a:lnTo>
                <a:lnTo>
                  <a:pt x="30" y="651"/>
                </a:lnTo>
                <a:lnTo>
                  <a:pt x="31" y="650"/>
                </a:lnTo>
                <a:lnTo>
                  <a:pt x="33" y="650"/>
                </a:lnTo>
                <a:lnTo>
                  <a:pt x="35" y="650"/>
                </a:lnTo>
                <a:lnTo>
                  <a:pt x="36" y="649"/>
                </a:lnTo>
                <a:lnTo>
                  <a:pt x="37" y="647"/>
                </a:lnTo>
                <a:lnTo>
                  <a:pt x="37" y="646"/>
                </a:lnTo>
                <a:lnTo>
                  <a:pt x="37" y="645"/>
                </a:lnTo>
                <a:lnTo>
                  <a:pt x="37" y="644"/>
                </a:lnTo>
                <a:lnTo>
                  <a:pt x="36" y="643"/>
                </a:lnTo>
                <a:lnTo>
                  <a:pt x="37" y="642"/>
                </a:lnTo>
                <a:lnTo>
                  <a:pt x="38" y="642"/>
                </a:lnTo>
                <a:lnTo>
                  <a:pt x="39" y="643"/>
                </a:lnTo>
                <a:lnTo>
                  <a:pt x="40" y="644"/>
                </a:lnTo>
                <a:lnTo>
                  <a:pt x="41" y="644"/>
                </a:lnTo>
                <a:lnTo>
                  <a:pt x="42" y="644"/>
                </a:lnTo>
                <a:lnTo>
                  <a:pt x="43" y="644"/>
                </a:lnTo>
                <a:lnTo>
                  <a:pt x="43" y="642"/>
                </a:lnTo>
                <a:lnTo>
                  <a:pt x="43" y="641"/>
                </a:lnTo>
                <a:lnTo>
                  <a:pt x="43" y="640"/>
                </a:lnTo>
                <a:lnTo>
                  <a:pt x="44" y="639"/>
                </a:lnTo>
                <a:lnTo>
                  <a:pt x="45" y="639"/>
                </a:lnTo>
                <a:lnTo>
                  <a:pt x="46" y="638"/>
                </a:lnTo>
                <a:lnTo>
                  <a:pt x="47" y="638"/>
                </a:lnTo>
                <a:lnTo>
                  <a:pt x="49" y="638"/>
                </a:lnTo>
                <a:lnTo>
                  <a:pt x="50" y="638"/>
                </a:lnTo>
                <a:lnTo>
                  <a:pt x="51" y="638"/>
                </a:lnTo>
                <a:lnTo>
                  <a:pt x="51" y="639"/>
                </a:lnTo>
                <a:lnTo>
                  <a:pt x="52" y="639"/>
                </a:lnTo>
                <a:lnTo>
                  <a:pt x="53" y="639"/>
                </a:lnTo>
                <a:lnTo>
                  <a:pt x="54" y="639"/>
                </a:lnTo>
                <a:lnTo>
                  <a:pt x="55" y="640"/>
                </a:lnTo>
                <a:lnTo>
                  <a:pt x="54" y="639"/>
                </a:lnTo>
                <a:lnTo>
                  <a:pt x="56" y="638"/>
                </a:lnTo>
                <a:lnTo>
                  <a:pt x="57" y="638"/>
                </a:lnTo>
                <a:lnTo>
                  <a:pt x="59" y="638"/>
                </a:lnTo>
                <a:lnTo>
                  <a:pt x="60" y="638"/>
                </a:lnTo>
                <a:lnTo>
                  <a:pt x="62" y="637"/>
                </a:lnTo>
                <a:lnTo>
                  <a:pt x="63" y="635"/>
                </a:lnTo>
                <a:lnTo>
                  <a:pt x="64" y="634"/>
                </a:lnTo>
                <a:lnTo>
                  <a:pt x="65" y="633"/>
                </a:lnTo>
                <a:lnTo>
                  <a:pt x="66" y="632"/>
                </a:lnTo>
                <a:lnTo>
                  <a:pt x="66" y="631"/>
                </a:lnTo>
                <a:lnTo>
                  <a:pt x="66" y="630"/>
                </a:lnTo>
                <a:lnTo>
                  <a:pt x="67" y="629"/>
                </a:lnTo>
                <a:lnTo>
                  <a:pt x="68" y="628"/>
                </a:lnTo>
                <a:lnTo>
                  <a:pt x="71" y="627"/>
                </a:lnTo>
                <a:lnTo>
                  <a:pt x="71" y="626"/>
                </a:lnTo>
                <a:lnTo>
                  <a:pt x="72" y="626"/>
                </a:lnTo>
                <a:lnTo>
                  <a:pt x="73" y="625"/>
                </a:lnTo>
                <a:lnTo>
                  <a:pt x="74" y="625"/>
                </a:lnTo>
                <a:lnTo>
                  <a:pt x="75" y="624"/>
                </a:lnTo>
                <a:lnTo>
                  <a:pt x="75" y="623"/>
                </a:lnTo>
                <a:lnTo>
                  <a:pt x="76" y="623"/>
                </a:lnTo>
                <a:lnTo>
                  <a:pt x="76" y="622"/>
                </a:lnTo>
                <a:lnTo>
                  <a:pt x="77" y="622"/>
                </a:lnTo>
                <a:lnTo>
                  <a:pt x="78" y="622"/>
                </a:lnTo>
                <a:lnTo>
                  <a:pt x="79" y="621"/>
                </a:lnTo>
                <a:lnTo>
                  <a:pt x="79" y="620"/>
                </a:lnTo>
                <a:lnTo>
                  <a:pt x="79" y="619"/>
                </a:lnTo>
                <a:lnTo>
                  <a:pt x="78" y="617"/>
                </a:lnTo>
                <a:lnTo>
                  <a:pt x="77" y="614"/>
                </a:lnTo>
                <a:lnTo>
                  <a:pt x="77" y="613"/>
                </a:lnTo>
                <a:lnTo>
                  <a:pt x="78" y="611"/>
                </a:lnTo>
                <a:lnTo>
                  <a:pt x="77" y="610"/>
                </a:lnTo>
                <a:lnTo>
                  <a:pt x="76" y="610"/>
                </a:lnTo>
                <a:lnTo>
                  <a:pt x="76" y="609"/>
                </a:lnTo>
                <a:lnTo>
                  <a:pt x="77" y="609"/>
                </a:lnTo>
                <a:lnTo>
                  <a:pt x="78" y="608"/>
                </a:lnTo>
                <a:lnTo>
                  <a:pt x="80" y="606"/>
                </a:lnTo>
                <a:lnTo>
                  <a:pt x="82" y="605"/>
                </a:lnTo>
                <a:lnTo>
                  <a:pt x="83" y="603"/>
                </a:lnTo>
                <a:lnTo>
                  <a:pt x="83" y="602"/>
                </a:lnTo>
                <a:lnTo>
                  <a:pt x="83" y="601"/>
                </a:lnTo>
                <a:lnTo>
                  <a:pt x="84" y="600"/>
                </a:lnTo>
                <a:lnTo>
                  <a:pt x="84" y="599"/>
                </a:lnTo>
                <a:lnTo>
                  <a:pt x="85" y="599"/>
                </a:lnTo>
                <a:lnTo>
                  <a:pt x="85" y="595"/>
                </a:lnTo>
                <a:lnTo>
                  <a:pt x="86" y="593"/>
                </a:lnTo>
                <a:lnTo>
                  <a:pt x="87" y="592"/>
                </a:lnTo>
                <a:lnTo>
                  <a:pt x="87" y="591"/>
                </a:lnTo>
                <a:lnTo>
                  <a:pt x="88" y="587"/>
                </a:lnTo>
                <a:lnTo>
                  <a:pt x="89" y="587"/>
                </a:lnTo>
                <a:lnTo>
                  <a:pt x="90" y="587"/>
                </a:lnTo>
                <a:lnTo>
                  <a:pt x="89" y="587"/>
                </a:lnTo>
                <a:lnTo>
                  <a:pt x="88" y="587"/>
                </a:lnTo>
                <a:lnTo>
                  <a:pt x="87" y="586"/>
                </a:lnTo>
                <a:lnTo>
                  <a:pt x="88" y="586"/>
                </a:lnTo>
                <a:lnTo>
                  <a:pt x="89" y="586"/>
                </a:lnTo>
                <a:lnTo>
                  <a:pt x="90" y="586"/>
                </a:lnTo>
                <a:lnTo>
                  <a:pt x="91" y="585"/>
                </a:lnTo>
                <a:lnTo>
                  <a:pt x="92" y="585"/>
                </a:lnTo>
                <a:lnTo>
                  <a:pt x="93" y="585"/>
                </a:lnTo>
                <a:lnTo>
                  <a:pt x="93" y="584"/>
                </a:lnTo>
                <a:lnTo>
                  <a:pt x="92" y="583"/>
                </a:lnTo>
                <a:lnTo>
                  <a:pt x="93" y="582"/>
                </a:lnTo>
                <a:lnTo>
                  <a:pt x="94" y="582"/>
                </a:lnTo>
                <a:lnTo>
                  <a:pt x="95" y="577"/>
                </a:lnTo>
                <a:lnTo>
                  <a:pt x="95" y="576"/>
                </a:lnTo>
                <a:lnTo>
                  <a:pt x="97" y="574"/>
                </a:lnTo>
                <a:lnTo>
                  <a:pt x="98" y="573"/>
                </a:lnTo>
                <a:lnTo>
                  <a:pt x="99" y="572"/>
                </a:lnTo>
                <a:lnTo>
                  <a:pt x="99" y="571"/>
                </a:lnTo>
                <a:lnTo>
                  <a:pt x="99" y="570"/>
                </a:lnTo>
                <a:lnTo>
                  <a:pt x="102" y="569"/>
                </a:lnTo>
                <a:lnTo>
                  <a:pt x="105" y="569"/>
                </a:lnTo>
                <a:lnTo>
                  <a:pt x="106" y="569"/>
                </a:lnTo>
                <a:lnTo>
                  <a:pt x="107" y="567"/>
                </a:lnTo>
                <a:lnTo>
                  <a:pt x="111" y="568"/>
                </a:lnTo>
                <a:lnTo>
                  <a:pt x="112" y="568"/>
                </a:lnTo>
                <a:lnTo>
                  <a:pt x="112" y="567"/>
                </a:lnTo>
                <a:lnTo>
                  <a:pt x="112" y="566"/>
                </a:lnTo>
                <a:lnTo>
                  <a:pt x="113" y="566"/>
                </a:lnTo>
                <a:lnTo>
                  <a:pt x="114" y="566"/>
                </a:lnTo>
                <a:lnTo>
                  <a:pt x="117" y="566"/>
                </a:lnTo>
                <a:lnTo>
                  <a:pt x="120" y="564"/>
                </a:lnTo>
                <a:lnTo>
                  <a:pt x="122" y="563"/>
                </a:lnTo>
                <a:lnTo>
                  <a:pt x="124" y="562"/>
                </a:lnTo>
                <a:lnTo>
                  <a:pt x="125" y="562"/>
                </a:lnTo>
                <a:lnTo>
                  <a:pt x="126" y="562"/>
                </a:lnTo>
                <a:lnTo>
                  <a:pt x="128" y="561"/>
                </a:lnTo>
                <a:lnTo>
                  <a:pt x="129" y="558"/>
                </a:lnTo>
                <a:lnTo>
                  <a:pt x="128" y="556"/>
                </a:lnTo>
                <a:lnTo>
                  <a:pt x="128" y="555"/>
                </a:lnTo>
                <a:lnTo>
                  <a:pt x="128" y="554"/>
                </a:lnTo>
                <a:lnTo>
                  <a:pt x="129" y="553"/>
                </a:lnTo>
                <a:lnTo>
                  <a:pt x="129" y="550"/>
                </a:lnTo>
                <a:lnTo>
                  <a:pt x="130" y="551"/>
                </a:lnTo>
                <a:lnTo>
                  <a:pt x="131" y="551"/>
                </a:lnTo>
                <a:lnTo>
                  <a:pt x="132" y="548"/>
                </a:lnTo>
                <a:lnTo>
                  <a:pt x="133" y="545"/>
                </a:lnTo>
                <a:lnTo>
                  <a:pt x="133" y="544"/>
                </a:lnTo>
                <a:lnTo>
                  <a:pt x="136" y="544"/>
                </a:lnTo>
                <a:lnTo>
                  <a:pt x="137" y="543"/>
                </a:lnTo>
                <a:lnTo>
                  <a:pt x="138" y="541"/>
                </a:lnTo>
                <a:lnTo>
                  <a:pt x="138" y="540"/>
                </a:lnTo>
                <a:lnTo>
                  <a:pt x="139" y="539"/>
                </a:lnTo>
                <a:lnTo>
                  <a:pt x="145" y="540"/>
                </a:lnTo>
                <a:lnTo>
                  <a:pt x="145" y="541"/>
                </a:lnTo>
                <a:lnTo>
                  <a:pt x="146" y="541"/>
                </a:lnTo>
                <a:lnTo>
                  <a:pt x="146" y="540"/>
                </a:lnTo>
                <a:lnTo>
                  <a:pt x="147" y="540"/>
                </a:lnTo>
                <a:lnTo>
                  <a:pt x="147" y="539"/>
                </a:lnTo>
                <a:lnTo>
                  <a:pt x="149" y="539"/>
                </a:lnTo>
                <a:lnTo>
                  <a:pt x="150" y="539"/>
                </a:lnTo>
                <a:lnTo>
                  <a:pt x="150" y="538"/>
                </a:lnTo>
                <a:lnTo>
                  <a:pt x="150" y="537"/>
                </a:lnTo>
                <a:lnTo>
                  <a:pt x="151" y="537"/>
                </a:lnTo>
                <a:lnTo>
                  <a:pt x="153" y="537"/>
                </a:lnTo>
                <a:lnTo>
                  <a:pt x="153" y="536"/>
                </a:lnTo>
                <a:lnTo>
                  <a:pt x="153" y="535"/>
                </a:lnTo>
                <a:lnTo>
                  <a:pt x="154" y="534"/>
                </a:lnTo>
                <a:lnTo>
                  <a:pt x="155" y="533"/>
                </a:lnTo>
                <a:lnTo>
                  <a:pt x="155" y="536"/>
                </a:lnTo>
                <a:lnTo>
                  <a:pt x="155" y="537"/>
                </a:lnTo>
                <a:lnTo>
                  <a:pt x="155" y="536"/>
                </a:lnTo>
                <a:lnTo>
                  <a:pt x="155" y="534"/>
                </a:lnTo>
                <a:lnTo>
                  <a:pt x="156" y="532"/>
                </a:lnTo>
                <a:lnTo>
                  <a:pt x="156" y="529"/>
                </a:lnTo>
                <a:lnTo>
                  <a:pt x="157" y="528"/>
                </a:lnTo>
                <a:lnTo>
                  <a:pt x="156" y="525"/>
                </a:lnTo>
                <a:lnTo>
                  <a:pt x="155" y="525"/>
                </a:lnTo>
                <a:lnTo>
                  <a:pt x="154" y="525"/>
                </a:lnTo>
                <a:lnTo>
                  <a:pt x="153" y="524"/>
                </a:lnTo>
                <a:lnTo>
                  <a:pt x="154" y="523"/>
                </a:lnTo>
                <a:lnTo>
                  <a:pt x="155" y="522"/>
                </a:lnTo>
                <a:lnTo>
                  <a:pt x="156" y="522"/>
                </a:lnTo>
                <a:lnTo>
                  <a:pt x="157" y="522"/>
                </a:lnTo>
                <a:lnTo>
                  <a:pt x="158" y="522"/>
                </a:lnTo>
                <a:lnTo>
                  <a:pt x="158" y="521"/>
                </a:lnTo>
                <a:lnTo>
                  <a:pt x="159" y="521"/>
                </a:lnTo>
                <a:lnTo>
                  <a:pt x="159" y="520"/>
                </a:lnTo>
                <a:lnTo>
                  <a:pt x="159" y="519"/>
                </a:lnTo>
                <a:lnTo>
                  <a:pt x="159" y="518"/>
                </a:lnTo>
                <a:lnTo>
                  <a:pt x="158" y="517"/>
                </a:lnTo>
                <a:lnTo>
                  <a:pt x="159" y="515"/>
                </a:lnTo>
                <a:lnTo>
                  <a:pt x="159" y="514"/>
                </a:lnTo>
                <a:lnTo>
                  <a:pt x="160" y="513"/>
                </a:lnTo>
                <a:lnTo>
                  <a:pt x="163" y="512"/>
                </a:lnTo>
                <a:lnTo>
                  <a:pt x="164" y="512"/>
                </a:lnTo>
                <a:lnTo>
                  <a:pt x="165" y="512"/>
                </a:lnTo>
                <a:lnTo>
                  <a:pt x="167" y="511"/>
                </a:lnTo>
                <a:lnTo>
                  <a:pt x="169" y="510"/>
                </a:lnTo>
                <a:lnTo>
                  <a:pt x="172" y="510"/>
                </a:lnTo>
                <a:lnTo>
                  <a:pt x="174" y="510"/>
                </a:lnTo>
                <a:lnTo>
                  <a:pt x="176" y="510"/>
                </a:lnTo>
                <a:lnTo>
                  <a:pt x="177" y="511"/>
                </a:lnTo>
                <a:lnTo>
                  <a:pt x="178" y="511"/>
                </a:lnTo>
                <a:lnTo>
                  <a:pt x="180" y="510"/>
                </a:lnTo>
                <a:lnTo>
                  <a:pt x="181" y="509"/>
                </a:lnTo>
                <a:lnTo>
                  <a:pt x="181" y="507"/>
                </a:lnTo>
                <a:lnTo>
                  <a:pt x="181" y="503"/>
                </a:lnTo>
                <a:lnTo>
                  <a:pt x="181" y="500"/>
                </a:lnTo>
                <a:lnTo>
                  <a:pt x="181" y="499"/>
                </a:lnTo>
                <a:lnTo>
                  <a:pt x="182" y="497"/>
                </a:lnTo>
                <a:lnTo>
                  <a:pt x="183" y="497"/>
                </a:lnTo>
                <a:lnTo>
                  <a:pt x="184" y="497"/>
                </a:lnTo>
                <a:lnTo>
                  <a:pt x="184" y="496"/>
                </a:lnTo>
                <a:lnTo>
                  <a:pt x="184" y="494"/>
                </a:lnTo>
                <a:lnTo>
                  <a:pt x="184" y="493"/>
                </a:lnTo>
                <a:lnTo>
                  <a:pt x="184" y="492"/>
                </a:lnTo>
                <a:lnTo>
                  <a:pt x="183" y="491"/>
                </a:lnTo>
                <a:lnTo>
                  <a:pt x="184" y="491"/>
                </a:lnTo>
                <a:lnTo>
                  <a:pt x="185" y="491"/>
                </a:lnTo>
                <a:lnTo>
                  <a:pt x="186" y="491"/>
                </a:lnTo>
                <a:lnTo>
                  <a:pt x="184" y="491"/>
                </a:lnTo>
                <a:lnTo>
                  <a:pt x="184" y="490"/>
                </a:lnTo>
                <a:lnTo>
                  <a:pt x="184" y="489"/>
                </a:lnTo>
                <a:lnTo>
                  <a:pt x="185" y="489"/>
                </a:lnTo>
                <a:lnTo>
                  <a:pt x="185" y="488"/>
                </a:lnTo>
                <a:lnTo>
                  <a:pt x="184" y="487"/>
                </a:lnTo>
                <a:lnTo>
                  <a:pt x="184" y="486"/>
                </a:lnTo>
                <a:lnTo>
                  <a:pt x="185" y="486"/>
                </a:lnTo>
                <a:lnTo>
                  <a:pt x="185" y="485"/>
                </a:lnTo>
                <a:lnTo>
                  <a:pt x="185" y="484"/>
                </a:lnTo>
                <a:lnTo>
                  <a:pt x="186" y="483"/>
                </a:lnTo>
                <a:lnTo>
                  <a:pt x="186" y="481"/>
                </a:lnTo>
                <a:lnTo>
                  <a:pt x="186" y="480"/>
                </a:lnTo>
                <a:lnTo>
                  <a:pt x="186" y="479"/>
                </a:lnTo>
                <a:lnTo>
                  <a:pt x="185" y="479"/>
                </a:lnTo>
                <a:lnTo>
                  <a:pt x="184" y="480"/>
                </a:lnTo>
                <a:lnTo>
                  <a:pt x="183" y="480"/>
                </a:lnTo>
                <a:lnTo>
                  <a:pt x="182" y="480"/>
                </a:lnTo>
                <a:lnTo>
                  <a:pt x="181" y="481"/>
                </a:lnTo>
                <a:lnTo>
                  <a:pt x="180" y="481"/>
                </a:lnTo>
                <a:lnTo>
                  <a:pt x="179" y="481"/>
                </a:lnTo>
                <a:lnTo>
                  <a:pt x="178" y="482"/>
                </a:lnTo>
                <a:lnTo>
                  <a:pt x="177" y="485"/>
                </a:lnTo>
                <a:lnTo>
                  <a:pt x="176" y="486"/>
                </a:lnTo>
                <a:lnTo>
                  <a:pt x="176" y="487"/>
                </a:lnTo>
                <a:lnTo>
                  <a:pt x="176" y="488"/>
                </a:lnTo>
                <a:lnTo>
                  <a:pt x="175" y="488"/>
                </a:lnTo>
                <a:lnTo>
                  <a:pt x="175" y="489"/>
                </a:lnTo>
                <a:lnTo>
                  <a:pt x="174" y="489"/>
                </a:lnTo>
                <a:lnTo>
                  <a:pt x="174" y="490"/>
                </a:lnTo>
                <a:lnTo>
                  <a:pt x="173" y="491"/>
                </a:lnTo>
                <a:lnTo>
                  <a:pt x="173" y="492"/>
                </a:lnTo>
                <a:lnTo>
                  <a:pt x="172" y="492"/>
                </a:lnTo>
                <a:lnTo>
                  <a:pt x="171" y="493"/>
                </a:lnTo>
                <a:lnTo>
                  <a:pt x="170" y="494"/>
                </a:lnTo>
                <a:lnTo>
                  <a:pt x="170" y="495"/>
                </a:lnTo>
                <a:lnTo>
                  <a:pt x="169" y="495"/>
                </a:lnTo>
                <a:lnTo>
                  <a:pt x="168" y="495"/>
                </a:lnTo>
                <a:lnTo>
                  <a:pt x="167" y="495"/>
                </a:lnTo>
                <a:lnTo>
                  <a:pt x="165" y="496"/>
                </a:lnTo>
                <a:lnTo>
                  <a:pt x="164" y="497"/>
                </a:lnTo>
                <a:lnTo>
                  <a:pt x="162" y="498"/>
                </a:lnTo>
                <a:lnTo>
                  <a:pt x="161" y="498"/>
                </a:lnTo>
                <a:lnTo>
                  <a:pt x="159" y="500"/>
                </a:lnTo>
                <a:lnTo>
                  <a:pt x="159" y="501"/>
                </a:lnTo>
                <a:lnTo>
                  <a:pt x="158" y="501"/>
                </a:lnTo>
                <a:lnTo>
                  <a:pt x="157" y="501"/>
                </a:lnTo>
                <a:lnTo>
                  <a:pt x="156" y="500"/>
                </a:lnTo>
                <a:lnTo>
                  <a:pt x="155" y="500"/>
                </a:lnTo>
                <a:lnTo>
                  <a:pt x="154" y="500"/>
                </a:lnTo>
                <a:lnTo>
                  <a:pt x="154" y="501"/>
                </a:lnTo>
                <a:lnTo>
                  <a:pt x="153" y="501"/>
                </a:lnTo>
                <a:lnTo>
                  <a:pt x="153" y="502"/>
                </a:lnTo>
                <a:lnTo>
                  <a:pt x="151" y="503"/>
                </a:lnTo>
                <a:lnTo>
                  <a:pt x="150" y="503"/>
                </a:lnTo>
                <a:lnTo>
                  <a:pt x="150" y="504"/>
                </a:lnTo>
                <a:lnTo>
                  <a:pt x="150" y="505"/>
                </a:lnTo>
                <a:lnTo>
                  <a:pt x="150" y="506"/>
                </a:lnTo>
                <a:lnTo>
                  <a:pt x="149" y="506"/>
                </a:lnTo>
                <a:lnTo>
                  <a:pt x="148" y="506"/>
                </a:lnTo>
                <a:lnTo>
                  <a:pt x="147" y="506"/>
                </a:lnTo>
                <a:lnTo>
                  <a:pt x="147" y="505"/>
                </a:lnTo>
                <a:lnTo>
                  <a:pt x="146" y="504"/>
                </a:lnTo>
                <a:lnTo>
                  <a:pt x="145" y="504"/>
                </a:lnTo>
                <a:lnTo>
                  <a:pt x="145" y="505"/>
                </a:lnTo>
                <a:lnTo>
                  <a:pt x="144" y="505"/>
                </a:lnTo>
                <a:lnTo>
                  <a:pt x="143" y="505"/>
                </a:lnTo>
                <a:lnTo>
                  <a:pt x="142" y="505"/>
                </a:lnTo>
                <a:lnTo>
                  <a:pt x="140" y="506"/>
                </a:lnTo>
                <a:lnTo>
                  <a:pt x="139" y="507"/>
                </a:lnTo>
                <a:lnTo>
                  <a:pt x="138" y="507"/>
                </a:lnTo>
                <a:lnTo>
                  <a:pt x="138" y="508"/>
                </a:lnTo>
                <a:lnTo>
                  <a:pt x="137" y="508"/>
                </a:lnTo>
                <a:lnTo>
                  <a:pt x="137" y="509"/>
                </a:lnTo>
                <a:lnTo>
                  <a:pt x="137" y="510"/>
                </a:lnTo>
                <a:lnTo>
                  <a:pt x="137" y="511"/>
                </a:lnTo>
                <a:lnTo>
                  <a:pt x="136" y="513"/>
                </a:lnTo>
                <a:lnTo>
                  <a:pt x="136" y="514"/>
                </a:lnTo>
                <a:lnTo>
                  <a:pt x="134" y="514"/>
                </a:lnTo>
                <a:lnTo>
                  <a:pt x="130" y="516"/>
                </a:lnTo>
                <a:lnTo>
                  <a:pt x="129" y="515"/>
                </a:lnTo>
                <a:lnTo>
                  <a:pt x="127" y="515"/>
                </a:lnTo>
                <a:lnTo>
                  <a:pt x="126" y="516"/>
                </a:lnTo>
                <a:lnTo>
                  <a:pt x="124" y="516"/>
                </a:lnTo>
                <a:lnTo>
                  <a:pt x="124" y="517"/>
                </a:lnTo>
                <a:lnTo>
                  <a:pt x="123" y="517"/>
                </a:lnTo>
                <a:lnTo>
                  <a:pt x="123" y="518"/>
                </a:lnTo>
                <a:lnTo>
                  <a:pt x="123" y="519"/>
                </a:lnTo>
                <a:lnTo>
                  <a:pt x="122" y="520"/>
                </a:lnTo>
                <a:lnTo>
                  <a:pt x="122" y="521"/>
                </a:lnTo>
                <a:lnTo>
                  <a:pt x="122" y="522"/>
                </a:lnTo>
                <a:lnTo>
                  <a:pt x="121" y="523"/>
                </a:lnTo>
                <a:lnTo>
                  <a:pt x="120" y="523"/>
                </a:lnTo>
                <a:lnTo>
                  <a:pt x="119" y="523"/>
                </a:lnTo>
                <a:lnTo>
                  <a:pt x="118" y="524"/>
                </a:lnTo>
                <a:lnTo>
                  <a:pt x="118" y="525"/>
                </a:lnTo>
                <a:lnTo>
                  <a:pt x="117" y="525"/>
                </a:lnTo>
                <a:lnTo>
                  <a:pt x="117" y="527"/>
                </a:lnTo>
                <a:lnTo>
                  <a:pt x="117" y="528"/>
                </a:lnTo>
                <a:lnTo>
                  <a:pt x="116" y="528"/>
                </a:lnTo>
                <a:lnTo>
                  <a:pt x="113" y="527"/>
                </a:lnTo>
                <a:lnTo>
                  <a:pt x="112" y="527"/>
                </a:lnTo>
                <a:lnTo>
                  <a:pt x="110" y="527"/>
                </a:lnTo>
                <a:lnTo>
                  <a:pt x="109" y="528"/>
                </a:lnTo>
                <a:lnTo>
                  <a:pt x="108" y="528"/>
                </a:lnTo>
                <a:lnTo>
                  <a:pt x="107" y="528"/>
                </a:lnTo>
                <a:lnTo>
                  <a:pt x="107" y="529"/>
                </a:lnTo>
                <a:lnTo>
                  <a:pt x="106" y="529"/>
                </a:lnTo>
                <a:lnTo>
                  <a:pt x="105" y="530"/>
                </a:lnTo>
                <a:lnTo>
                  <a:pt x="104" y="531"/>
                </a:lnTo>
                <a:lnTo>
                  <a:pt x="104" y="532"/>
                </a:lnTo>
                <a:lnTo>
                  <a:pt x="103" y="533"/>
                </a:lnTo>
                <a:lnTo>
                  <a:pt x="101" y="535"/>
                </a:lnTo>
                <a:lnTo>
                  <a:pt x="100" y="535"/>
                </a:lnTo>
                <a:lnTo>
                  <a:pt x="98" y="536"/>
                </a:lnTo>
                <a:lnTo>
                  <a:pt x="97" y="536"/>
                </a:lnTo>
                <a:lnTo>
                  <a:pt x="96" y="536"/>
                </a:lnTo>
                <a:lnTo>
                  <a:pt x="95" y="536"/>
                </a:lnTo>
                <a:lnTo>
                  <a:pt x="94" y="537"/>
                </a:lnTo>
                <a:lnTo>
                  <a:pt x="93" y="538"/>
                </a:lnTo>
                <a:lnTo>
                  <a:pt x="92" y="538"/>
                </a:lnTo>
                <a:lnTo>
                  <a:pt x="92" y="539"/>
                </a:lnTo>
                <a:lnTo>
                  <a:pt x="91" y="539"/>
                </a:lnTo>
                <a:lnTo>
                  <a:pt x="91" y="540"/>
                </a:lnTo>
                <a:lnTo>
                  <a:pt x="90" y="541"/>
                </a:lnTo>
                <a:lnTo>
                  <a:pt x="89" y="541"/>
                </a:lnTo>
                <a:lnTo>
                  <a:pt x="88" y="542"/>
                </a:lnTo>
                <a:lnTo>
                  <a:pt x="87" y="543"/>
                </a:lnTo>
                <a:lnTo>
                  <a:pt x="86" y="543"/>
                </a:lnTo>
                <a:lnTo>
                  <a:pt x="86" y="544"/>
                </a:lnTo>
                <a:lnTo>
                  <a:pt x="83" y="548"/>
                </a:lnTo>
                <a:lnTo>
                  <a:pt x="81" y="553"/>
                </a:lnTo>
                <a:lnTo>
                  <a:pt x="80" y="553"/>
                </a:lnTo>
                <a:lnTo>
                  <a:pt x="80" y="554"/>
                </a:lnTo>
                <a:lnTo>
                  <a:pt x="80" y="555"/>
                </a:lnTo>
                <a:lnTo>
                  <a:pt x="79" y="555"/>
                </a:lnTo>
                <a:lnTo>
                  <a:pt x="79" y="556"/>
                </a:lnTo>
                <a:lnTo>
                  <a:pt x="78" y="556"/>
                </a:lnTo>
                <a:lnTo>
                  <a:pt x="78" y="557"/>
                </a:lnTo>
                <a:lnTo>
                  <a:pt x="77" y="557"/>
                </a:lnTo>
                <a:lnTo>
                  <a:pt x="77" y="558"/>
                </a:lnTo>
                <a:lnTo>
                  <a:pt x="75" y="559"/>
                </a:lnTo>
                <a:lnTo>
                  <a:pt x="75" y="560"/>
                </a:lnTo>
                <a:lnTo>
                  <a:pt x="74" y="560"/>
                </a:lnTo>
                <a:lnTo>
                  <a:pt x="74" y="561"/>
                </a:lnTo>
                <a:lnTo>
                  <a:pt x="73" y="562"/>
                </a:lnTo>
                <a:lnTo>
                  <a:pt x="72" y="562"/>
                </a:lnTo>
                <a:lnTo>
                  <a:pt x="72" y="561"/>
                </a:lnTo>
                <a:lnTo>
                  <a:pt x="71" y="560"/>
                </a:lnTo>
                <a:lnTo>
                  <a:pt x="69" y="559"/>
                </a:lnTo>
                <a:lnTo>
                  <a:pt x="68" y="559"/>
                </a:lnTo>
                <a:lnTo>
                  <a:pt x="69" y="559"/>
                </a:lnTo>
                <a:lnTo>
                  <a:pt x="69" y="557"/>
                </a:lnTo>
                <a:lnTo>
                  <a:pt x="68" y="557"/>
                </a:lnTo>
                <a:lnTo>
                  <a:pt x="68" y="554"/>
                </a:lnTo>
                <a:lnTo>
                  <a:pt x="69" y="554"/>
                </a:lnTo>
                <a:lnTo>
                  <a:pt x="69" y="553"/>
                </a:lnTo>
                <a:lnTo>
                  <a:pt x="70" y="552"/>
                </a:lnTo>
                <a:lnTo>
                  <a:pt x="69" y="550"/>
                </a:lnTo>
                <a:lnTo>
                  <a:pt x="70" y="549"/>
                </a:lnTo>
                <a:lnTo>
                  <a:pt x="70" y="548"/>
                </a:lnTo>
                <a:lnTo>
                  <a:pt x="70" y="547"/>
                </a:lnTo>
                <a:lnTo>
                  <a:pt x="70" y="545"/>
                </a:lnTo>
                <a:lnTo>
                  <a:pt x="68" y="545"/>
                </a:lnTo>
                <a:lnTo>
                  <a:pt x="68" y="543"/>
                </a:lnTo>
                <a:lnTo>
                  <a:pt x="69" y="543"/>
                </a:lnTo>
                <a:lnTo>
                  <a:pt x="70" y="543"/>
                </a:lnTo>
                <a:lnTo>
                  <a:pt x="71" y="543"/>
                </a:lnTo>
                <a:lnTo>
                  <a:pt x="71" y="541"/>
                </a:lnTo>
                <a:lnTo>
                  <a:pt x="72" y="537"/>
                </a:lnTo>
                <a:lnTo>
                  <a:pt x="71" y="531"/>
                </a:lnTo>
                <a:lnTo>
                  <a:pt x="70" y="530"/>
                </a:lnTo>
                <a:lnTo>
                  <a:pt x="69" y="529"/>
                </a:lnTo>
                <a:lnTo>
                  <a:pt x="69" y="528"/>
                </a:lnTo>
                <a:lnTo>
                  <a:pt x="69" y="527"/>
                </a:lnTo>
                <a:lnTo>
                  <a:pt x="70" y="525"/>
                </a:lnTo>
                <a:lnTo>
                  <a:pt x="70" y="524"/>
                </a:lnTo>
                <a:lnTo>
                  <a:pt x="69" y="524"/>
                </a:lnTo>
                <a:lnTo>
                  <a:pt x="69" y="522"/>
                </a:lnTo>
                <a:lnTo>
                  <a:pt x="69" y="520"/>
                </a:lnTo>
                <a:lnTo>
                  <a:pt x="70" y="520"/>
                </a:lnTo>
                <a:lnTo>
                  <a:pt x="72" y="520"/>
                </a:lnTo>
                <a:lnTo>
                  <a:pt x="73" y="520"/>
                </a:lnTo>
                <a:lnTo>
                  <a:pt x="74" y="520"/>
                </a:lnTo>
                <a:lnTo>
                  <a:pt x="74" y="519"/>
                </a:lnTo>
                <a:lnTo>
                  <a:pt x="75" y="517"/>
                </a:lnTo>
                <a:lnTo>
                  <a:pt x="75" y="516"/>
                </a:lnTo>
                <a:lnTo>
                  <a:pt x="76" y="516"/>
                </a:lnTo>
                <a:lnTo>
                  <a:pt x="77" y="516"/>
                </a:lnTo>
                <a:lnTo>
                  <a:pt x="77" y="515"/>
                </a:lnTo>
                <a:lnTo>
                  <a:pt x="77" y="514"/>
                </a:lnTo>
                <a:lnTo>
                  <a:pt x="78" y="513"/>
                </a:lnTo>
                <a:lnTo>
                  <a:pt x="79" y="512"/>
                </a:lnTo>
                <a:lnTo>
                  <a:pt x="80" y="513"/>
                </a:lnTo>
                <a:lnTo>
                  <a:pt x="81" y="513"/>
                </a:lnTo>
                <a:lnTo>
                  <a:pt x="81" y="512"/>
                </a:lnTo>
                <a:lnTo>
                  <a:pt x="82" y="512"/>
                </a:lnTo>
                <a:lnTo>
                  <a:pt x="83" y="512"/>
                </a:lnTo>
                <a:lnTo>
                  <a:pt x="82" y="511"/>
                </a:lnTo>
                <a:lnTo>
                  <a:pt x="82" y="509"/>
                </a:lnTo>
                <a:lnTo>
                  <a:pt x="82" y="508"/>
                </a:lnTo>
                <a:lnTo>
                  <a:pt x="82" y="507"/>
                </a:lnTo>
                <a:lnTo>
                  <a:pt x="82" y="506"/>
                </a:lnTo>
                <a:lnTo>
                  <a:pt x="82" y="505"/>
                </a:lnTo>
                <a:lnTo>
                  <a:pt x="82" y="504"/>
                </a:lnTo>
                <a:lnTo>
                  <a:pt x="82" y="502"/>
                </a:lnTo>
                <a:lnTo>
                  <a:pt x="82" y="501"/>
                </a:lnTo>
                <a:lnTo>
                  <a:pt x="82" y="500"/>
                </a:lnTo>
                <a:lnTo>
                  <a:pt x="82" y="499"/>
                </a:lnTo>
                <a:lnTo>
                  <a:pt x="83" y="498"/>
                </a:lnTo>
                <a:lnTo>
                  <a:pt x="83" y="497"/>
                </a:lnTo>
                <a:lnTo>
                  <a:pt x="83" y="496"/>
                </a:lnTo>
                <a:lnTo>
                  <a:pt x="84" y="494"/>
                </a:lnTo>
                <a:lnTo>
                  <a:pt x="85" y="493"/>
                </a:lnTo>
                <a:lnTo>
                  <a:pt x="85" y="492"/>
                </a:lnTo>
                <a:lnTo>
                  <a:pt x="85" y="491"/>
                </a:lnTo>
                <a:lnTo>
                  <a:pt x="85" y="490"/>
                </a:lnTo>
                <a:lnTo>
                  <a:pt x="86" y="489"/>
                </a:lnTo>
                <a:lnTo>
                  <a:pt x="86" y="488"/>
                </a:lnTo>
                <a:lnTo>
                  <a:pt x="86" y="486"/>
                </a:lnTo>
                <a:lnTo>
                  <a:pt x="87" y="486"/>
                </a:lnTo>
                <a:lnTo>
                  <a:pt x="86" y="486"/>
                </a:lnTo>
                <a:lnTo>
                  <a:pt x="86" y="485"/>
                </a:lnTo>
                <a:lnTo>
                  <a:pt x="85" y="484"/>
                </a:lnTo>
                <a:lnTo>
                  <a:pt x="85" y="483"/>
                </a:lnTo>
                <a:lnTo>
                  <a:pt x="85" y="482"/>
                </a:lnTo>
                <a:lnTo>
                  <a:pt x="86" y="482"/>
                </a:lnTo>
                <a:lnTo>
                  <a:pt x="85" y="481"/>
                </a:lnTo>
                <a:lnTo>
                  <a:pt x="85" y="480"/>
                </a:lnTo>
                <a:lnTo>
                  <a:pt x="84" y="479"/>
                </a:lnTo>
                <a:lnTo>
                  <a:pt x="84" y="478"/>
                </a:lnTo>
                <a:lnTo>
                  <a:pt x="85" y="478"/>
                </a:lnTo>
                <a:lnTo>
                  <a:pt x="84" y="477"/>
                </a:lnTo>
                <a:lnTo>
                  <a:pt x="84" y="476"/>
                </a:lnTo>
                <a:lnTo>
                  <a:pt x="84" y="474"/>
                </a:lnTo>
                <a:lnTo>
                  <a:pt x="83" y="474"/>
                </a:lnTo>
                <a:lnTo>
                  <a:pt x="83" y="473"/>
                </a:lnTo>
                <a:lnTo>
                  <a:pt x="83" y="472"/>
                </a:lnTo>
                <a:lnTo>
                  <a:pt x="84" y="472"/>
                </a:lnTo>
                <a:lnTo>
                  <a:pt x="84" y="471"/>
                </a:lnTo>
                <a:lnTo>
                  <a:pt x="83" y="470"/>
                </a:lnTo>
                <a:lnTo>
                  <a:pt x="82" y="469"/>
                </a:lnTo>
                <a:lnTo>
                  <a:pt x="82" y="468"/>
                </a:lnTo>
                <a:lnTo>
                  <a:pt x="83" y="468"/>
                </a:lnTo>
                <a:lnTo>
                  <a:pt x="83" y="467"/>
                </a:lnTo>
                <a:lnTo>
                  <a:pt x="82" y="467"/>
                </a:lnTo>
                <a:lnTo>
                  <a:pt x="82" y="465"/>
                </a:lnTo>
                <a:lnTo>
                  <a:pt x="82" y="464"/>
                </a:lnTo>
                <a:lnTo>
                  <a:pt x="82" y="463"/>
                </a:lnTo>
                <a:lnTo>
                  <a:pt x="82" y="462"/>
                </a:lnTo>
                <a:lnTo>
                  <a:pt x="81" y="462"/>
                </a:lnTo>
                <a:lnTo>
                  <a:pt x="80" y="462"/>
                </a:lnTo>
                <a:lnTo>
                  <a:pt x="80" y="461"/>
                </a:lnTo>
                <a:lnTo>
                  <a:pt x="80" y="460"/>
                </a:lnTo>
                <a:lnTo>
                  <a:pt x="80" y="459"/>
                </a:lnTo>
                <a:lnTo>
                  <a:pt x="80" y="458"/>
                </a:lnTo>
                <a:lnTo>
                  <a:pt x="79" y="457"/>
                </a:lnTo>
                <a:lnTo>
                  <a:pt x="78" y="457"/>
                </a:lnTo>
                <a:lnTo>
                  <a:pt x="77" y="457"/>
                </a:lnTo>
                <a:lnTo>
                  <a:pt x="75" y="457"/>
                </a:lnTo>
                <a:lnTo>
                  <a:pt x="74" y="457"/>
                </a:lnTo>
                <a:lnTo>
                  <a:pt x="74" y="456"/>
                </a:lnTo>
                <a:lnTo>
                  <a:pt x="74" y="455"/>
                </a:lnTo>
                <a:lnTo>
                  <a:pt x="73" y="455"/>
                </a:lnTo>
                <a:lnTo>
                  <a:pt x="72" y="455"/>
                </a:lnTo>
                <a:lnTo>
                  <a:pt x="71" y="454"/>
                </a:lnTo>
                <a:lnTo>
                  <a:pt x="72" y="453"/>
                </a:lnTo>
                <a:lnTo>
                  <a:pt x="72" y="452"/>
                </a:lnTo>
                <a:lnTo>
                  <a:pt x="72" y="451"/>
                </a:lnTo>
                <a:lnTo>
                  <a:pt x="72" y="450"/>
                </a:lnTo>
                <a:lnTo>
                  <a:pt x="72" y="448"/>
                </a:lnTo>
                <a:lnTo>
                  <a:pt x="71" y="447"/>
                </a:lnTo>
                <a:lnTo>
                  <a:pt x="70" y="447"/>
                </a:lnTo>
                <a:lnTo>
                  <a:pt x="69" y="447"/>
                </a:lnTo>
                <a:lnTo>
                  <a:pt x="69" y="448"/>
                </a:lnTo>
                <a:lnTo>
                  <a:pt x="68" y="448"/>
                </a:lnTo>
                <a:lnTo>
                  <a:pt x="68" y="449"/>
                </a:lnTo>
                <a:lnTo>
                  <a:pt x="67" y="449"/>
                </a:lnTo>
                <a:lnTo>
                  <a:pt x="66" y="449"/>
                </a:lnTo>
                <a:lnTo>
                  <a:pt x="65" y="448"/>
                </a:lnTo>
                <a:lnTo>
                  <a:pt x="65" y="450"/>
                </a:lnTo>
                <a:lnTo>
                  <a:pt x="64" y="451"/>
                </a:lnTo>
                <a:lnTo>
                  <a:pt x="63" y="452"/>
                </a:lnTo>
                <a:lnTo>
                  <a:pt x="62" y="452"/>
                </a:lnTo>
                <a:lnTo>
                  <a:pt x="61" y="451"/>
                </a:lnTo>
                <a:lnTo>
                  <a:pt x="61" y="449"/>
                </a:lnTo>
                <a:lnTo>
                  <a:pt x="62" y="449"/>
                </a:lnTo>
                <a:lnTo>
                  <a:pt x="63" y="448"/>
                </a:lnTo>
                <a:lnTo>
                  <a:pt x="63" y="447"/>
                </a:lnTo>
                <a:lnTo>
                  <a:pt x="63" y="444"/>
                </a:lnTo>
                <a:lnTo>
                  <a:pt x="62" y="443"/>
                </a:lnTo>
                <a:lnTo>
                  <a:pt x="61" y="443"/>
                </a:lnTo>
                <a:lnTo>
                  <a:pt x="60" y="443"/>
                </a:lnTo>
                <a:lnTo>
                  <a:pt x="59" y="443"/>
                </a:lnTo>
                <a:lnTo>
                  <a:pt x="59" y="442"/>
                </a:lnTo>
                <a:lnTo>
                  <a:pt x="59" y="440"/>
                </a:lnTo>
                <a:lnTo>
                  <a:pt x="58" y="440"/>
                </a:lnTo>
                <a:lnTo>
                  <a:pt x="58" y="439"/>
                </a:lnTo>
                <a:lnTo>
                  <a:pt x="57" y="438"/>
                </a:lnTo>
                <a:lnTo>
                  <a:pt x="57" y="437"/>
                </a:lnTo>
                <a:lnTo>
                  <a:pt x="57" y="438"/>
                </a:lnTo>
                <a:lnTo>
                  <a:pt x="57" y="436"/>
                </a:lnTo>
                <a:lnTo>
                  <a:pt x="57" y="435"/>
                </a:lnTo>
                <a:lnTo>
                  <a:pt x="58" y="434"/>
                </a:lnTo>
                <a:lnTo>
                  <a:pt x="57" y="433"/>
                </a:lnTo>
                <a:lnTo>
                  <a:pt x="57" y="434"/>
                </a:lnTo>
                <a:lnTo>
                  <a:pt x="56" y="434"/>
                </a:lnTo>
                <a:lnTo>
                  <a:pt x="55" y="434"/>
                </a:lnTo>
                <a:lnTo>
                  <a:pt x="55" y="433"/>
                </a:lnTo>
                <a:lnTo>
                  <a:pt x="53" y="432"/>
                </a:lnTo>
                <a:lnTo>
                  <a:pt x="52" y="432"/>
                </a:lnTo>
                <a:lnTo>
                  <a:pt x="51" y="431"/>
                </a:lnTo>
                <a:lnTo>
                  <a:pt x="50" y="431"/>
                </a:lnTo>
                <a:lnTo>
                  <a:pt x="50" y="430"/>
                </a:lnTo>
                <a:lnTo>
                  <a:pt x="51" y="429"/>
                </a:lnTo>
                <a:lnTo>
                  <a:pt x="51" y="428"/>
                </a:lnTo>
                <a:lnTo>
                  <a:pt x="51" y="427"/>
                </a:lnTo>
                <a:lnTo>
                  <a:pt x="52" y="427"/>
                </a:lnTo>
                <a:lnTo>
                  <a:pt x="52" y="426"/>
                </a:lnTo>
                <a:lnTo>
                  <a:pt x="52" y="423"/>
                </a:lnTo>
                <a:lnTo>
                  <a:pt x="52" y="422"/>
                </a:lnTo>
                <a:lnTo>
                  <a:pt x="51" y="422"/>
                </a:lnTo>
                <a:lnTo>
                  <a:pt x="50" y="421"/>
                </a:lnTo>
                <a:lnTo>
                  <a:pt x="50" y="420"/>
                </a:lnTo>
                <a:lnTo>
                  <a:pt x="49" y="420"/>
                </a:lnTo>
                <a:lnTo>
                  <a:pt x="48" y="421"/>
                </a:lnTo>
                <a:lnTo>
                  <a:pt x="48" y="422"/>
                </a:lnTo>
                <a:lnTo>
                  <a:pt x="48" y="421"/>
                </a:lnTo>
                <a:lnTo>
                  <a:pt x="47" y="421"/>
                </a:lnTo>
                <a:lnTo>
                  <a:pt x="47" y="420"/>
                </a:lnTo>
                <a:lnTo>
                  <a:pt x="47" y="419"/>
                </a:lnTo>
                <a:lnTo>
                  <a:pt x="48" y="419"/>
                </a:lnTo>
                <a:lnTo>
                  <a:pt x="48" y="418"/>
                </a:lnTo>
                <a:lnTo>
                  <a:pt x="47" y="418"/>
                </a:lnTo>
                <a:lnTo>
                  <a:pt x="46" y="418"/>
                </a:lnTo>
                <a:lnTo>
                  <a:pt x="46" y="417"/>
                </a:lnTo>
                <a:lnTo>
                  <a:pt x="46" y="416"/>
                </a:lnTo>
                <a:lnTo>
                  <a:pt x="46" y="415"/>
                </a:lnTo>
                <a:lnTo>
                  <a:pt x="46" y="414"/>
                </a:lnTo>
                <a:lnTo>
                  <a:pt x="47" y="413"/>
                </a:lnTo>
                <a:lnTo>
                  <a:pt x="47" y="412"/>
                </a:lnTo>
                <a:lnTo>
                  <a:pt x="47" y="411"/>
                </a:lnTo>
                <a:lnTo>
                  <a:pt x="48" y="408"/>
                </a:lnTo>
                <a:lnTo>
                  <a:pt x="49" y="407"/>
                </a:lnTo>
                <a:lnTo>
                  <a:pt x="49" y="406"/>
                </a:lnTo>
                <a:lnTo>
                  <a:pt x="51" y="404"/>
                </a:lnTo>
                <a:lnTo>
                  <a:pt x="52" y="403"/>
                </a:lnTo>
                <a:lnTo>
                  <a:pt x="52" y="402"/>
                </a:lnTo>
                <a:lnTo>
                  <a:pt x="52" y="401"/>
                </a:lnTo>
                <a:lnTo>
                  <a:pt x="52" y="400"/>
                </a:lnTo>
                <a:lnTo>
                  <a:pt x="52" y="399"/>
                </a:lnTo>
                <a:lnTo>
                  <a:pt x="52" y="397"/>
                </a:lnTo>
                <a:lnTo>
                  <a:pt x="52" y="396"/>
                </a:lnTo>
                <a:lnTo>
                  <a:pt x="52" y="395"/>
                </a:lnTo>
                <a:lnTo>
                  <a:pt x="53" y="393"/>
                </a:lnTo>
                <a:lnTo>
                  <a:pt x="53" y="392"/>
                </a:lnTo>
                <a:lnTo>
                  <a:pt x="52" y="392"/>
                </a:lnTo>
                <a:lnTo>
                  <a:pt x="53" y="391"/>
                </a:lnTo>
                <a:lnTo>
                  <a:pt x="53" y="390"/>
                </a:lnTo>
                <a:lnTo>
                  <a:pt x="53" y="389"/>
                </a:lnTo>
                <a:lnTo>
                  <a:pt x="53" y="388"/>
                </a:lnTo>
                <a:lnTo>
                  <a:pt x="54" y="388"/>
                </a:lnTo>
                <a:lnTo>
                  <a:pt x="54" y="387"/>
                </a:lnTo>
                <a:lnTo>
                  <a:pt x="54" y="386"/>
                </a:lnTo>
                <a:lnTo>
                  <a:pt x="54" y="385"/>
                </a:lnTo>
                <a:lnTo>
                  <a:pt x="55" y="385"/>
                </a:lnTo>
                <a:lnTo>
                  <a:pt x="55" y="386"/>
                </a:lnTo>
                <a:lnTo>
                  <a:pt x="56" y="387"/>
                </a:lnTo>
                <a:lnTo>
                  <a:pt x="57" y="385"/>
                </a:lnTo>
                <a:lnTo>
                  <a:pt x="58" y="384"/>
                </a:lnTo>
                <a:lnTo>
                  <a:pt x="59" y="382"/>
                </a:lnTo>
                <a:lnTo>
                  <a:pt x="59" y="381"/>
                </a:lnTo>
                <a:lnTo>
                  <a:pt x="59" y="380"/>
                </a:lnTo>
                <a:lnTo>
                  <a:pt x="59" y="379"/>
                </a:lnTo>
                <a:lnTo>
                  <a:pt x="60" y="378"/>
                </a:lnTo>
                <a:lnTo>
                  <a:pt x="61" y="378"/>
                </a:lnTo>
                <a:lnTo>
                  <a:pt x="62" y="378"/>
                </a:lnTo>
                <a:lnTo>
                  <a:pt x="62" y="377"/>
                </a:lnTo>
                <a:lnTo>
                  <a:pt x="62" y="376"/>
                </a:lnTo>
                <a:lnTo>
                  <a:pt x="62" y="375"/>
                </a:lnTo>
                <a:lnTo>
                  <a:pt x="63" y="374"/>
                </a:lnTo>
                <a:lnTo>
                  <a:pt x="63" y="372"/>
                </a:lnTo>
                <a:lnTo>
                  <a:pt x="65" y="372"/>
                </a:lnTo>
                <a:lnTo>
                  <a:pt x="67" y="371"/>
                </a:lnTo>
                <a:lnTo>
                  <a:pt x="67" y="370"/>
                </a:lnTo>
                <a:lnTo>
                  <a:pt x="68" y="369"/>
                </a:lnTo>
                <a:lnTo>
                  <a:pt x="68" y="368"/>
                </a:lnTo>
                <a:lnTo>
                  <a:pt x="68" y="367"/>
                </a:lnTo>
                <a:lnTo>
                  <a:pt x="68" y="366"/>
                </a:lnTo>
                <a:lnTo>
                  <a:pt x="68" y="365"/>
                </a:lnTo>
                <a:lnTo>
                  <a:pt x="69" y="364"/>
                </a:lnTo>
                <a:lnTo>
                  <a:pt x="69" y="363"/>
                </a:lnTo>
                <a:lnTo>
                  <a:pt x="70" y="363"/>
                </a:lnTo>
                <a:lnTo>
                  <a:pt x="70" y="362"/>
                </a:lnTo>
                <a:lnTo>
                  <a:pt x="70" y="361"/>
                </a:lnTo>
                <a:lnTo>
                  <a:pt x="71" y="360"/>
                </a:lnTo>
                <a:lnTo>
                  <a:pt x="71" y="359"/>
                </a:lnTo>
                <a:lnTo>
                  <a:pt x="71" y="358"/>
                </a:lnTo>
                <a:lnTo>
                  <a:pt x="71" y="357"/>
                </a:lnTo>
                <a:lnTo>
                  <a:pt x="71" y="356"/>
                </a:lnTo>
                <a:lnTo>
                  <a:pt x="72" y="356"/>
                </a:lnTo>
                <a:lnTo>
                  <a:pt x="73" y="356"/>
                </a:lnTo>
                <a:lnTo>
                  <a:pt x="73" y="355"/>
                </a:lnTo>
                <a:lnTo>
                  <a:pt x="76" y="354"/>
                </a:lnTo>
                <a:lnTo>
                  <a:pt x="77" y="354"/>
                </a:lnTo>
                <a:lnTo>
                  <a:pt x="78" y="355"/>
                </a:lnTo>
                <a:lnTo>
                  <a:pt x="79" y="355"/>
                </a:lnTo>
                <a:lnTo>
                  <a:pt x="79" y="354"/>
                </a:lnTo>
                <a:lnTo>
                  <a:pt x="78" y="353"/>
                </a:lnTo>
                <a:lnTo>
                  <a:pt x="79" y="353"/>
                </a:lnTo>
                <a:lnTo>
                  <a:pt x="80" y="353"/>
                </a:lnTo>
                <a:lnTo>
                  <a:pt x="81" y="352"/>
                </a:lnTo>
                <a:lnTo>
                  <a:pt x="83" y="352"/>
                </a:lnTo>
                <a:lnTo>
                  <a:pt x="84" y="352"/>
                </a:lnTo>
                <a:lnTo>
                  <a:pt x="86" y="352"/>
                </a:lnTo>
                <a:lnTo>
                  <a:pt x="87" y="351"/>
                </a:lnTo>
                <a:lnTo>
                  <a:pt x="87" y="350"/>
                </a:lnTo>
                <a:lnTo>
                  <a:pt x="88" y="350"/>
                </a:lnTo>
                <a:lnTo>
                  <a:pt x="89" y="349"/>
                </a:lnTo>
                <a:lnTo>
                  <a:pt x="90" y="349"/>
                </a:lnTo>
                <a:lnTo>
                  <a:pt x="93" y="347"/>
                </a:lnTo>
                <a:lnTo>
                  <a:pt x="94" y="347"/>
                </a:lnTo>
                <a:lnTo>
                  <a:pt x="95" y="345"/>
                </a:lnTo>
                <a:lnTo>
                  <a:pt x="96" y="345"/>
                </a:lnTo>
                <a:lnTo>
                  <a:pt x="97" y="344"/>
                </a:lnTo>
                <a:lnTo>
                  <a:pt x="99" y="343"/>
                </a:lnTo>
                <a:lnTo>
                  <a:pt x="100" y="342"/>
                </a:lnTo>
                <a:lnTo>
                  <a:pt x="101" y="343"/>
                </a:lnTo>
                <a:lnTo>
                  <a:pt x="102" y="342"/>
                </a:lnTo>
                <a:lnTo>
                  <a:pt x="103" y="342"/>
                </a:lnTo>
                <a:lnTo>
                  <a:pt x="103" y="341"/>
                </a:lnTo>
                <a:lnTo>
                  <a:pt x="103" y="340"/>
                </a:lnTo>
                <a:lnTo>
                  <a:pt x="104" y="340"/>
                </a:lnTo>
                <a:lnTo>
                  <a:pt x="104" y="339"/>
                </a:lnTo>
                <a:lnTo>
                  <a:pt x="104" y="338"/>
                </a:lnTo>
                <a:lnTo>
                  <a:pt x="104" y="337"/>
                </a:lnTo>
                <a:lnTo>
                  <a:pt x="103" y="337"/>
                </a:lnTo>
                <a:lnTo>
                  <a:pt x="103" y="336"/>
                </a:lnTo>
                <a:lnTo>
                  <a:pt x="103" y="335"/>
                </a:lnTo>
                <a:lnTo>
                  <a:pt x="104" y="334"/>
                </a:lnTo>
                <a:lnTo>
                  <a:pt x="105" y="332"/>
                </a:lnTo>
                <a:lnTo>
                  <a:pt x="105" y="331"/>
                </a:lnTo>
                <a:lnTo>
                  <a:pt x="104" y="330"/>
                </a:lnTo>
                <a:lnTo>
                  <a:pt x="105" y="330"/>
                </a:lnTo>
                <a:lnTo>
                  <a:pt x="105" y="329"/>
                </a:lnTo>
                <a:lnTo>
                  <a:pt x="105" y="328"/>
                </a:lnTo>
                <a:lnTo>
                  <a:pt x="106" y="328"/>
                </a:lnTo>
                <a:lnTo>
                  <a:pt x="106" y="327"/>
                </a:lnTo>
                <a:lnTo>
                  <a:pt x="106" y="326"/>
                </a:lnTo>
                <a:lnTo>
                  <a:pt x="107" y="326"/>
                </a:lnTo>
                <a:lnTo>
                  <a:pt x="107" y="325"/>
                </a:lnTo>
                <a:lnTo>
                  <a:pt x="108" y="325"/>
                </a:lnTo>
                <a:lnTo>
                  <a:pt x="108" y="324"/>
                </a:lnTo>
                <a:lnTo>
                  <a:pt x="109" y="324"/>
                </a:lnTo>
                <a:lnTo>
                  <a:pt x="109" y="323"/>
                </a:lnTo>
                <a:lnTo>
                  <a:pt x="110" y="323"/>
                </a:lnTo>
                <a:lnTo>
                  <a:pt x="110" y="322"/>
                </a:lnTo>
                <a:lnTo>
                  <a:pt x="111" y="322"/>
                </a:lnTo>
                <a:lnTo>
                  <a:pt x="112" y="322"/>
                </a:lnTo>
                <a:lnTo>
                  <a:pt x="112" y="321"/>
                </a:lnTo>
                <a:lnTo>
                  <a:pt x="112" y="322"/>
                </a:lnTo>
                <a:lnTo>
                  <a:pt x="113" y="322"/>
                </a:lnTo>
                <a:lnTo>
                  <a:pt x="113" y="321"/>
                </a:lnTo>
                <a:lnTo>
                  <a:pt x="114" y="321"/>
                </a:lnTo>
                <a:lnTo>
                  <a:pt x="114" y="319"/>
                </a:lnTo>
                <a:lnTo>
                  <a:pt x="114" y="318"/>
                </a:lnTo>
                <a:lnTo>
                  <a:pt x="113" y="318"/>
                </a:lnTo>
                <a:lnTo>
                  <a:pt x="113" y="317"/>
                </a:lnTo>
                <a:lnTo>
                  <a:pt x="113" y="316"/>
                </a:lnTo>
                <a:lnTo>
                  <a:pt x="113" y="315"/>
                </a:lnTo>
                <a:lnTo>
                  <a:pt x="113" y="314"/>
                </a:lnTo>
                <a:lnTo>
                  <a:pt x="114" y="314"/>
                </a:lnTo>
                <a:lnTo>
                  <a:pt x="114" y="315"/>
                </a:lnTo>
                <a:lnTo>
                  <a:pt x="115" y="313"/>
                </a:lnTo>
                <a:lnTo>
                  <a:pt x="116" y="313"/>
                </a:lnTo>
                <a:lnTo>
                  <a:pt x="116" y="312"/>
                </a:lnTo>
                <a:lnTo>
                  <a:pt x="117" y="311"/>
                </a:lnTo>
                <a:lnTo>
                  <a:pt x="118" y="308"/>
                </a:lnTo>
                <a:lnTo>
                  <a:pt x="117" y="307"/>
                </a:lnTo>
                <a:lnTo>
                  <a:pt x="117" y="306"/>
                </a:lnTo>
                <a:lnTo>
                  <a:pt x="116" y="307"/>
                </a:lnTo>
                <a:lnTo>
                  <a:pt x="116" y="308"/>
                </a:lnTo>
                <a:lnTo>
                  <a:pt x="115" y="308"/>
                </a:lnTo>
                <a:lnTo>
                  <a:pt x="115" y="307"/>
                </a:lnTo>
                <a:lnTo>
                  <a:pt x="115" y="306"/>
                </a:lnTo>
                <a:lnTo>
                  <a:pt x="116" y="306"/>
                </a:lnTo>
                <a:lnTo>
                  <a:pt x="116" y="305"/>
                </a:lnTo>
                <a:lnTo>
                  <a:pt x="115" y="305"/>
                </a:lnTo>
                <a:lnTo>
                  <a:pt x="114" y="304"/>
                </a:lnTo>
                <a:lnTo>
                  <a:pt x="114" y="303"/>
                </a:lnTo>
                <a:lnTo>
                  <a:pt x="115" y="301"/>
                </a:lnTo>
                <a:lnTo>
                  <a:pt x="116" y="300"/>
                </a:lnTo>
                <a:lnTo>
                  <a:pt x="117" y="300"/>
                </a:lnTo>
                <a:lnTo>
                  <a:pt x="118" y="299"/>
                </a:lnTo>
                <a:lnTo>
                  <a:pt x="119" y="298"/>
                </a:lnTo>
                <a:lnTo>
                  <a:pt x="118" y="298"/>
                </a:lnTo>
                <a:lnTo>
                  <a:pt x="118" y="297"/>
                </a:lnTo>
                <a:lnTo>
                  <a:pt x="119" y="297"/>
                </a:lnTo>
                <a:lnTo>
                  <a:pt x="119" y="296"/>
                </a:lnTo>
                <a:lnTo>
                  <a:pt x="119" y="295"/>
                </a:lnTo>
                <a:lnTo>
                  <a:pt x="120" y="295"/>
                </a:lnTo>
                <a:lnTo>
                  <a:pt x="120" y="294"/>
                </a:lnTo>
                <a:lnTo>
                  <a:pt x="121" y="294"/>
                </a:lnTo>
                <a:lnTo>
                  <a:pt x="121" y="293"/>
                </a:lnTo>
                <a:lnTo>
                  <a:pt x="121" y="291"/>
                </a:lnTo>
                <a:lnTo>
                  <a:pt x="123" y="290"/>
                </a:lnTo>
                <a:lnTo>
                  <a:pt x="124" y="289"/>
                </a:lnTo>
                <a:lnTo>
                  <a:pt x="124" y="288"/>
                </a:lnTo>
                <a:lnTo>
                  <a:pt x="125" y="288"/>
                </a:lnTo>
                <a:lnTo>
                  <a:pt x="125" y="287"/>
                </a:lnTo>
                <a:lnTo>
                  <a:pt x="126" y="285"/>
                </a:lnTo>
                <a:lnTo>
                  <a:pt x="126" y="284"/>
                </a:lnTo>
                <a:lnTo>
                  <a:pt x="126" y="282"/>
                </a:lnTo>
                <a:lnTo>
                  <a:pt x="127" y="281"/>
                </a:lnTo>
                <a:lnTo>
                  <a:pt x="127" y="279"/>
                </a:lnTo>
                <a:lnTo>
                  <a:pt x="128" y="278"/>
                </a:lnTo>
                <a:lnTo>
                  <a:pt x="128" y="277"/>
                </a:lnTo>
                <a:lnTo>
                  <a:pt x="128" y="276"/>
                </a:lnTo>
                <a:lnTo>
                  <a:pt x="128" y="274"/>
                </a:lnTo>
                <a:lnTo>
                  <a:pt x="128" y="273"/>
                </a:lnTo>
                <a:lnTo>
                  <a:pt x="127" y="272"/>
                </a:lnTo>
                <a:lnTo>
                  <a:pt x="127" y="271"/>
                </a:lnTo>
                <a:lnTo>
                  <a:pt x="127" y="269"/>
                </a:lnTo>
                <a:lnTo>
                  <a:pt x="127" y="268"/>
                </a:lnTo>
                <a:lnTo>
                  <a:pt x="127" y="267"/>
                </a:lnTo>
                <a:lnTo>
                  <a:pt x="128" y="267"/>
                </a:lnTo>
                <a:lnTo>
                  <a:pt x="129" y="266"/>
                </a:lnTo>
                <a:lnTo>
                  <a:pt x="130" y="265"/>
                </a:lnTo>
                <a:lnTo>
                  <a:pt x="131" y="264"/>
                </a:lnTo>
                <a:lnTo>
                  <a:pt x="131" y="263"/>
                </a:lnTo>
                <a:lnTo>
                  <a:pt x="131" y="262"/>
                </a:lnTo>
                <a:lnTo>
                  <a:pt x="130" y="261"/>
                </a:lnTo>
                <a:lnTo>
                  <a:pt x="130" y="260"/>
                </a:lnTo>
                <a:lnTo>
                  <a:pt x="130" y="259"/>
                </a:lnTo>
                <a:lnTo>
                  <a:pt x="130" y="258"/>
                </a:lnTo>
                <a:lnTo>
                  <a:pt x="130" y="257"/>
                </a:lnTo>
                <a:lnTo>
                  <a:pt x="131" y="256"/>
                </a:lnTo>
                <a:lnTo>
                  <a:pt x="132" y="255"/>
                </a:lnTo>
                <a:lnTo>
                  <a:pt x="133" y="254"/>
                </a:lnTo>
                <a:lnTo>
                  <a:pt x="133" y="253"/>
                </a:lnTo>
                <a:lnTo>
                  <a:pt x="135" y="252"/>
                </a:lnTo>
                <a:lnTo>
                  <a:pt x="136" y="252"/>
                </a:lnTo>
                <a:lnTo>
                  <a:pt x="137" y="251"/>
                </a:lnTo>
                <a:lnTo>
                  <a:pt x="137" y="250"/>
                </a:lnTo>
                <a:lnTo>
                  <a:pt x="138" y="250"/>
                </a:lnTo>
                <a:lnTo>
                  <a:pt x="138" y="249"/>
                </a:lnTo>
                <a:lnTo>
                  <a:pt x="139" y="249"/>
                </a:lnTo>
                <a:lnTo>
                  <a:pt x="139" y="248"/>
                </a:lnTo>
                <a:lnTo>
                  <a:pt x="139" y="247"/>
                </a:lnTo>
                <a:lnTo>
                  <a:pt x="138" y="247"/>
                </a:lnTo>
                <a:lnTo>
                  <a:pt x="139" y="246"/>
                </a:lnTo>
                <a:lnTo>
                  <a:pt x="139" y="245"/>
                </a:lnTo>
                <a:lnTo>
                  <a:pt x="139" y="241"/>
                </a:lnTo>
                <a:lnTo>
                  <a:pt x="139" y="240"/>
                </a:lnTo>
                <a:lnTo>
                  <a:pt x="138" y="240"/>
                </a:lnTo>
                <a:lnTo>
                  <a:pt x="138" y="239"/>
                </a:lnTo>
                <a:lnTo>
                  <a:pt x="138" y="238"/>
                </a:lnTo>
                <a:lnTo>
                  <a:pt x="138" y="237"/>
                </a:lnTo>
                <a:lnTo>
                  <a:pt x="138" y="236"/>
                </a:lnTo>
                <a:lnTo>
                  <a:pt x="139" y="236"/>
                </a:lnTo>
                <a:lnTo>
                  <a:pt x="139" y="235"/>
                </a:lnTo>
                <a:lnTo>
                  <a:pt x="139" y="234"/>
                </a:lnTo>
                <a:lnTo>
                  <a:pt x="140" y="233"/>
                </a:lnTo>
                <a:lnTo>
                  <a:pt x="140" y="232"/>
                </a:lnTo>
                <a:lnTo>
                  <a:pt x="139" y="231"/>
                </a:lnTo>
                <a:lnTo>
                  <a:pt x="139" y="230"/>
                </a:lnTo>
                <a:lnTo>
                  <a:pt x="138" y="229"/>
                </a:lnTo>
                <a:lnTo>
                  <a:pt x="138" y="228"/>
                </a:lnTo>
                <a:lnTo>
                  <a:pt x="139" y="227"/>
                </a:lnTo>
                <a:lnTo>
                  <a:pt x="141" y="227"/>
                </a:lnTo>
                <a:lnTo>
                  <a:pt x="143" y="227"/>
                </a:lnTo>
                <a:lnTo>
                  <a:pt x="143" y="226"/>
                </a:lnTo>
                <a:lnTo>
                  <a:pt x="144" y="225"/>
                </a:lnTo>
                <a:lnTo>
                  <a:pt x="144" y="224"/>
                </a:lnTo>
                <a:lnTo>
                  <a:pt x="146" y="224"/>
                </a:lnTo>
                <a:lnTo>
                  <a:pt x="147" y="223"/>
                </a:lnTo>
                <a:lnTo>
                  <a:pt x="149" y="223"/>
                </a:lnTo>
                <a:lnTo>
                  <a:pt x="149" y="222"/>
                </a:lnTo>
                <a:lnTo>
                  <a:pt x="150" y="222"/>
                </a:lnTo>
                <a:lnTo>
                  <a:pt x="150" y="221"/>
                </a:lnTo>
                <a:lnTo>
                  <a:pt x="151" y="221"/>
                </a:lnTo>
                <a:lnTo>
                  <a:pt x="152" y="221"/>
                </a:lnTo>
                <a:lnTo>
                  <a:pt x="152" y="220"/>
                </a:lnTo>
                <a:lnTo>
                  <a:pt x="153" y="220"/>
                </a:lnTo>
                <a:lnTo>
                  <a:pt x="153" y="219"/>
                </a:lnTo>
                <a:lnTo>
                  <a:pt x="154" y="219"/>
                </a:lnTo>
                <a:lnTo>
                  <a:pt x="157" y="220"/>
                </a:lnTo>
                <a:lnTo>
                  <a:pt x="158" y="220"/>
                </a:lnTo>
                <a:lnTo>
                  <a:pt x="159" y="219"/>
                </a:lnTo>
                <a:lnTo>
                  <a:pt x="159" y="218"/>
                </a:lnTo>
                <a:lnTo>
                  <a:pt x="160" y="218"/>
                </a:lnTo>
                <a:lnTo>
                  <a:pt x="161" y="218"/>
                </a:lnTo>
                <a:lnTo>
                  <a:pt x="163" y="217"/>
                </a:lnTo>
                <a:lnTo>
                  <a:pt x="164" y="217"/>
                </a:lnTo>
                <a:lnTo>
                  <a:pt x="166" y="216"/>
                </a:lnTo>
                <a:lnTo>
                  <a:pt x="167" y="216"/>
                </a:lnTo>
                <a:lnTo>
                  <a:pt x="167" y="215"/>
                </a:lnTo>
                <a:lnTo>
                  <a:pt x="168" y="216"/>
                </a:lnTo>
                <a:lnTo>
                  <a:pt x="169" y="217"/>
                </a:lnTo>
                <a:lnTo>
                  <a:pt x="170" y="218"/>
                </a:lnTo>
                <a:lnTo>
                  <a:pt x="171" y="219"/>
                </a:lnTo>
                <a:lnTo>
                  <a:pt x="172" y="219"/>
                </a:lnTo>
                <a:lnTo>
                  <a:pt x="174" y="219"/>
                </a:lnTo>
                <a:lnTo>
                  <a:pt x="175" y="219"/>
                </a:lnTo>
                <a:lnTo>
                  <a:pt x="176" y="219"/>
                </a:lnTo>
                <a:lnTo>
                  <a:pt x="177" y="219"/>
                </a:lnTo>
                <a:lnTo>
                  <a:pt x="178" y="219"/>
                </a:lnTo>
                <a:lnTo>
                  <a:pt x="179" y="219"/>
                </a:lnTo>
                <a:lnTo>
                  <a:pt x="179" y="218"/>
                </a:lnTo>
                <a:lnTo>
                  <a:pt x="179" y="217"/>
                </a:lnTo>
                <a:lnTo>
                  <a:pt x="180" y="217"/>
                </a:lnTo>
                <a:lnTo>
                  <a:pt x="180" y="216"/>
                </a:lnTo>
                <a:lnTo>
                  <a:pt x="181" y="215"/>
                </a:lnTo>
                <a:lnTo>
                  <a:pt x="181" y="214"/>
                </a:lnTo>
                <a:lnTo>
                  <a:pt x="182" y="214"/>
                </a:lnTo>
                <a:lnTo>
                  <a:pt x="182" y="213"/>
                </a:lnTo>
                <a:lnTo>
                  <a:pt x="182" y="212"/>
                </a:lnTo>
                <a:lnTo>
                  <a:pt x="184" y="212"/>
                </a:lnTo>
                <a:lnTo>
                  <a:pt x="184" y="211"/>
                </a:lnTo>
                <a:lnTo>
                  <a:pt x="183" y="211"/>
                </a:lnTo>
                <a:lnTo>
                  <a:pt x="184" y="211"/>
                </a:lnTo>
                <a:lnTo>
                  <a:pt x="184" y="210"/>
                </a:lnTo>
                <a:lnTo>
                  <a:pt x="185" y="210"/>
                </a:lnTo>
                <a:lnTo>
                  <a:pt x="185" y="209"/>
                </a:lnTo>
                <a:lnTo>
                  <a:pt x="184" y="209"/>
                </a:lnTo>
                <a:lnTo>
                  <a:pt x="183" y="208"/>
                </a:lnTo>
                <a:lnTo>
                  <a:pt x="183" y="207"/>
                </a:lnTo>
                <a:lnTo>
                  <a:pt x="183" y="206"/>
                </a:lnTo>
                <a:lnTo>
                  <a:pt x="182" y="206"/>
                </a:lnTo>
                <a:lnTo>
                  <a:pt x="182" y="207"/>
                </a:lnTo>
                <a:lnTo>
                  <a:pt x="182" y="206"/>
                </a:lnTo>
                <a:lnTo>
                  <a:pt x="181" y="206"/>
                </a:lnTo>
                <a:lnTo>
                  <a:pt x="182" y="206"/>
                </a:lnTo>
                <a:lnTo>
                  <a:pt x="182" y="205"/>
                </a:lnTo>
                <a:lnTo>
                  <a:pt x="183" y="205"/>
                </a:lnTo>
                <a:lnTo>
                  <a:pt x="183" y="204"/>
                </a:lnTo>
                <a:lnTo>
                  <a:pt x="182" y="204"/>
                </a:lnTo>
                <a:lnTo>
                  <a:pt x="181" y="204"/>
                </a:lnTo>
                <a:lnTo>
                  <a:pt x="181" y="205"/>
                </a:lnTo>
                <a:lnTo>
                  <a:pt x="179" y="205"/>
                </a:lnTo>
                <a:lnTo>
                  <a:pt x="179" y="206"/>
                </a:lnTo>
                <a:lnTo>
                  <a:pt x="176" y="206"/>
                </a:lnTo>
                <a:lnTo>
                  <a:pt x="175" y="205"/>
                </a:lnTo>
                <a:lnTo>
                  <a:pt x="175" y="204"/>
                </a:lnTo>
                <a:lnTo>
                  <a:pt x="176" y="203"/>
                </a:lnTo>
                <a:lnTo>
                  <a:pt x="176" y="202"/>
                </a:lnTo>
                <a:lnTo>
                  <a:pt x="177" y="201"/>
                </a:lnTo>
                <a:lnTo>
                  <a:pt x="178" y="201"/>
                </a:lnTo>
                <a:lnTo>
                  <a:pt x="177" y="199"/>
                </a:lnTo>
                <a:lnTo>
                  <a:pt x="176" y="199"/>
                </a:lnTo>
                <a:lnTo>
                  <a:pt x="175" y="199"/>
                </a:lnTo>
                <a:lnTo>
                  <a:pt x="175" y="198"/>
                </a:lnTo>
                <a:lnTo>
                  <a:pt x="175" y="197"/>
                </a:lnTo>
                <a:lnTo>
                  <a:pt x="174" y="196"/>
                </a:lnTo>
                <a:lnTo>
                  <a:pt x="174" y="195"/>
                </a:lnTo>
                <a:lnTo>
                  <a:pt x="175" y="195"/>
                </a:lnTo>
                <a:lnTo>
                  <a:pt x="176" y="194"/>
                </a:lnTo>
                <a:lnTo>
                  <a:pt x="176" y="193"/>
                </a:lnTo>
                <a:lnTo>
                  <a:pt x="176" y="192"/>
                </a:lnTo>
                <a:lnTo>
                  <a:pt x="177" y="192"/>
                </a:lnTo>
                <a:lnTo>
                  <a:pt x="177" y="193"/>
                </a:lnTo>
                <a:lnTo>
                  <a:pt x="179" y="193"/>
                </a:lnTo>
                <a:lnTo>
                  <a:pt x="179" y="194"/>
                </a:lnTo>
                <a:lnTo>
                  <a:pt x="180" y="194"/>
                </a:lnTo>
                <a:lnTo>
                  <a:pt x="180" y="195"/>
                </a:lnTo>
                <a:lnTo>
                  <a:pt x="182" y="197"/>
                </a:lnTo>
                <a:lnTo>
                  <a:pt x="183" y="197"/>
                </a:lnTo>
                <a:lnTo>
                  <a:pt x="183" y="196"/>
                </a:lnTo>
                <a:lnTo>
                  <a:pt x="183" y="195"/>
                </a:lnTo>
                <a:lnTo>
                  <a:pt x="182" y="195"/>
                </a:lnTo>
                <a:lnTo>
                  <a:pt x="181" y="194"/>
                </a:lnTo>
                <a:lnTo>
                  <a:pt x="183" y="193"/>
                </a:lnTo>
                <a:lnTo>
                  <a:pt x="184" y="193"/>
                </a:lnTo>
                <a:lnTo>
                  <a:pt x="184" y="192"/>
                </a:lnTo>
                <a:lnTo>
                  <a:pt x="183" y="192"/>
                </a:lnTo>
                <a:lnTo>
                  <a:pt x="183" y="191"/>
                </a:lnTo>
                <a:lnTo>
                  <a:pt x="184" y="191"/>
                </a:lnTo>
                <a:lnTo>
                  <a:pt x="184" y="190"/>
                </a:lnTo>
                <a:lnTo>
                  <a:pt x="183" y="190"/>
                </a:lnTo>
                <a:lnTo>
                  <a:pt x="183" y="189"/>
                </a:lnTo>
                <a:lnTo>
                  <a:pt x="183" y="188"/>
                </a:lnTo>
                <a:lnTo>
                  <a:pt x="184" y="188"/>
                </a:lnTo>
                <a:lnTo>
                  <a:pt x="183" y="187"/>
                </a:lnTo>
                <a:lnTo>
                  <a:pt x="182" y="187"/>
                </a:lnTo>
                <a:lnTo>
                  <a:pt x="182" y="186"/>
                </a:lnTo>
                <a:lnTo>
                  <a:pt x="182" y="185"/>
                </a:lnTo>
                <a:lnTo>
                  <a:pt x="181" y="185"/>
                </a:lnTo>
                <a:lnTo>
                  <a:pt x="181" y="184"/>
                </a:lnTo>
                <a:lnTo>
                  <a:pt x="183" y="184"/>
                </a:lnTo>
                <a:lnTo>
                  <a:pt x="183" y="185"/>
                </a:lnTo>
                <a:lnTo>
                  <a:pt x="184" y="185"/>
                </a:lnTo>
                <a:lnTo>
                  <a:pt x="184" y="184"/>
                </a:lnTo>
                <a:lnTo>
                  <a:pt x="183" y="184"/>
                </a:lnTo>
                <a:lnTo>
                  <a:pt x="183" y="183"/>
                </a:lnTo>
                <a:lnTo>
                  <a:pt x="182" y="183"/>
                </a:lnTo>
                <a:lnTo>
                  <a:pt x="182" y="182"/>
                </a:lnTo>
                <a:lnTo>
                  <a:pt x="183" y="182"/>
                </a:lnTo>
                <a:lnTo>
                  <a:pt x="183" y="181"/>
                </a:lnTo>
                <a:lnTo>
                  <a:pt x="183" y="180"/>
                </a:lnTo>
                <a:lnTo>
                  <a:pt x="183" y="179"/>
                </a:lnTo>
                <a:lnTo>
                  <a:pt x="182" y="178"/>
                </a:lnTo>
                <a:lnTo>
                  <a:pt x="183" y="178"/>
                </a:lnTo>
                <a:lnTo>
                  <a:pt x="183" y="177"/>
                </a:lnTo>
                <a:lnTo>
                  <a:pt x="184" y="177"/>
                </a:lnTo>
                <a:lnTo>
                  <a:pt x="184" y="176"/>
                </a:lnTo>
                <a:lnTo>
                  <a:pt x="184" y="175"/>
                </a:lnTo>
                <a:lnTo>
                  <a:pt x="184" y="176"/>
                </a:lnTo>
                <a:lnTo>
                  <a:pt x="185" y="176"/>
                </a:lnTo>
                <a:lnTo>
                  <a:pt x="185" y="175"/>
                </a:lnTo>
                <a:lnTo>
                  <a:pt x="186" y="175"/>
                </a:lnTo>
                <a:lnTo>
                  <a:pt x="187" y="174"/>
                </a:lnTo>
                <a:lnTo>
                  <a:pt x="188" y="174"/>
                </a:lnTo>
                <a:lnTo>
                  <a:pt x="189" y="174"/>
                </a:lnTo>
                <a:lnTo>
                  <a:pt x="189" y="173"/>
                </a:lnTo>
                <a:lnTo>
                  <a:pt x="187" y="173"/>
                </a:lnTo>
                <a:lnTo>
                  <a:pt x="187" y="172"/>
                </a:lnTo>
                <a:lnTo>
                  <a:pt x="188" y="172"/>
                </a:lnTo>
                <a:lnTo>
                  <a:pt x="189" y="172"/>
                </a:lnTo>
                <a:lnTo>
                  <a:pt x="189" y="173"/>
                </a:lnTo>
                <a:lnTo>
                  <a:pt x="190" y="173"/>
                </a:lnTo>
                <a:lnTo>
                  <a:pt x="191" y="174"/>
                </a:lnTo>
                <a:lnTo>
                  <a:pt x="191" y="175"/>
                </a:lnTo>
                <a:lnTo>
                  <a:pt x="192" y="175"/>
                </a:lnTo>
                <a:lnTo>
                  <a:pt x="193" y="175"/>
                </a:lnTo>
                <a:lnTo>
                  <a:pt x="194" y="174"/>
                </a:lnTo>
                <a:lnTo>
                  <a:pt x="195" y="174"/>
                </a:lnTo>
                <a:lnTo>
                  <a:pt x="196" y="175"/>
                </a:lnTo>
                <a:lnTo>
                  <a:pt x="196" y="176"/>
                </a:lnTo>
                <a:lnTo>
                  <a:pt x="196" y="178"/>
                </a:lnTo>
                <a:lnTo>
                  <a:pt x="197" y="178"/>
                </a:lnTo>
                <a:lnTo>
                  <a:pt x="197" y="179"/>
                </a:lnTo>
                <a:lnTo>
                  <a:pt x="196" y="179"/>
                </a:lnTo>
                <a:lnTo>
                  <a:pt x="195" y="180"/>
                </a:lnTo>
                <a:lnTo>
                  <a:pt x="195" y="181"/>
                </a:lnTo>
                <a:lnTo>
                  <a:pt x="196" y="182"/>
                </a:lnTo>
                <a:lnTo>
                  <a:pt x="197" y="183"/>
                </a:lnTo>
                <a:lnTo>
                  <a:pt x="198" y="183"/>
                </a:lnTo>
                <a:lnTo>
                  <a:pt x="199" y="183"/>
                </a:lnTo>
                <a:lnTo>
                  <a:pt x="199" y="184"/>
                </a:lnTo>
                <a:lnTo>
                  <a:pt x="198" y="185"/>
                </a:lnTo>
                <a:lnTo>
                  <a:pt x="200" y="185"/>
                </a:lnTo>
                <a:lnTo>
                  <a:pt x="201" y="185"/>
                </a:lnTo>
                <a:lnTo>
                  <a:pt x="202" y="185"/>
                </a:lnTo>
                <a:lnTo>
                  <a:pt x="203" y="186"/>
                </a:lnTo>
                <a:lnTo>
                  <a:pt x="203" y="187"/>
                </a:lnTo>
                <a:lnTo>
                  <a:pt x="203" y="188"/>
                </a:lnTo>
                <a:lnTo>
                  <a:pt x="205" y="191"/>
                </a:lnTo>
                <a:lnTo>
                  <a:pt x="206" y="191"/>
                </a:lnTo>
                <a:lnTo>
                  <a:pt x="207" y="191"/>
                </a:lnTo>
                <a:lnTo>
                  <a:pt x="208" y="192"/>
                </a:lnTo>
                <a:lnTo>
                  <a:pt x="208" y="191"/>
                </a:lnTo>
                <a:lnTo>
                  <a:pt x="209" y="186"/>
                </a:lnTo>
                <a:lnTo>
                  <a:pt x="209" y="185"/>
                </a:lnTo>
                <a:lnTo>
                  <a:pt x="210" y="184"/>
                </a:lnTo>
                <a:lnTo>
                  <a:pt x="210" y="183"/>
                </a:lnTo>
                <a:lnTo>
                  <a:pt x="211" y="182"/>
                </a:lnTo>
                <a:lnTo>
                  <a:pt x="213" y="181"/>
                </a:lnTo>
                <a:lnTo>
                  <a:pt x="214" y="181"/>
                </a:lnTo>
                <a:lnTo>
                  <a:pt x="215" y="180"/>
                </a:lnTo>
                <a:lnTo>
                  <a:pt x="215" y="179"/>
                </a:lnTo>
                <a:lnTo>
                  <a:pt x="216" y="178"/>
                </a:lnTo>
                <a:lnTo>
                  <a:pt x="217" y="177"/>
                </a:lnTo>
                <a:lnTo>
                  <a:pt x="217" y="176"/>
                </a:lnTo>
                <a:lnTo>
                  <a:pt x="218" y="175"/>
                </a:lnTo>
                <a:lnTo>
                  <a:pt x="218" y="173"/>
                </a:lnTo>
                <a:lnTo>
                  <a:pt x="219" y="173"/>
                </a:lnTo>
                <a:lnTo>
                  <a:pt x="220" y="172"/>
                </a:lnTo>
                <a:lnTo>
                  <a:pt x="221" y="171"/>
                </a:lnTo>
                <a:lnTo>
                  <a:pt x="222" y="170"/>
                </a:lnTo>
                <a:lnTo>
                  <a:pt x="222" y="169"/>
                </a:lnTo>
                <a:lnTo>
                  <a:pt x="222" y="168"/>
                </a:lnTo>
                <a:lnTo>
                  <a:pt x="224" y="166"/>
                </a:lnTo>
                <a:lnTo>
                  <a:pt x="225" y="165"/>
                </a:lnTo>
                <a:lnTo>
                  <a:pt x="226" y="163"/>
                </a:lnTo>
                <a:lnTo>
                  <a:pt x="226" y="162"/>
                </a:lnTo>
                <a:lnTo>
                  <a:pt x="226" y="161"/>
                </a:lnTo>
                <a:lnTo>
                  <a:pt x="229" y="159"/>
                </a:lnTo>
                <a:lnTo>
                  <a:pt x="231" y="158"/>
                </a:lnTo>
                <a:lnTo>
                  <a:pt x="231" y="157"/>
                </a:lnTo>
                <a:lnTo>
                  <a:pt x="232" y="155"/>
                </a:lnTo>
                <a:lnTo>
                  <a:pt x="233" y="154"/>
                </a:lnTo>
                <a:lnTo>
                  <a:pt x="233" y="153"/>
                </a:lnTo>
                <a:lnTo>
                  <a:pt x="234" y="152"/>
                </a:lnTo>
                <a:lnTo>
                  <a:pt x="234" y="150"/>
                </a:lnTo>
                <a:lnTo>
                  <a:pt x="235" y="150"/>
                </a:lnTo>
                <a:lnTo>
                  <a:pt x="236" y="148"/>
                </a:lnTo>
                <a:lnTo>
                  <a:pt x="235" y="148"/>
                </a:lnTo>
                <a:lnTo>
                  <a:pt x="234" y="147"/>
                </a:lnTo>
                <a:lnTo>
                  <a:pt x="234" y="146"/>
                </a:lnTo>
                <a:lnTo>
                  <a:pt x="235" y="146"/>
                </a:lnTo>
                <a:lnTo>
                  <a:pt x="235" y="145"/>
                </a:lnTo>
                <a:lnTo>
                  <a:pt x="236" y="146"/>
                </a:lnTo>
                <a:lnTo>
                  <a:pt x="237" y="146"/>
                </a:lnTo>
                <a:lnTo>
                  <a:pt x="238" y="145"/>
                </a:lnTo>
                <a:lnTo>
                  <a:pt x="238" y="144"/>
                </a:lnTo>
                <a:lnTo>
                  <a:pt x="239" y="143"/>
                </a:lnTo>
                <a:lnTo>
                  <a:pt x="239" y="141"/>
                </a:lnTo>
                <a:lnTo>
                  <a:pt x="239" y="137"/>
                </a:lnTo>
                <a:lnTo>
                  <a:pt x="239" y="136"/>
                </a:lnTo>
                <a:lnTo>
                  <a:pt x="240" y="135"/>
                </a:lnTo>
                <a:lnTo>
                  <a:pt x="242" y="134"/>
                </a:lnTo>
                <a:lnTo>
                  <a:pt x="242" y="135"/>
                </a:lnTo>
                <a:lnTo>
                  <a:pt x="242" y="134"/>
                </a:lnTo>
                <a:lnTo>
                  <a:pt x="243" y="134"/>
                </a:lnTo>
                <a:lnTo>
                  <a:pt x="243" y="133"/>
                </a:lnTo>
                <a:lnTo>
                  <a:pt x="243" y="132"/>
                </a:lnTo>
                <a:lnTo>
                  <a:pt x="244" y="132"/>
                </a:lnTo>
                <a:lnTo>
                  <a:pt x="244" y="133"/>
                </a:lnTo>
                <a:lnTo>
                  <a:pt x="245" y="133"/>
                </a:lnTo>
                <a:lnTo>
                  <a:pt x="246" y="132"/>
                </a:lnTo>
                <a:lnTo>
                  <a:pt x="247" y="131"/>
                </a:lnTo>
                <a:lnTo>
                  <a:pt x="246" y="130"/>
                </a:lnTo>
                <a:lnTo>
                  <a:pt x="246" y="129"/>
                </a:lnTo>
                <a:lnTo>
                  <a:pt x="245" y="128"/>
                </a:lnTo>
                <a:lnTo>
                  <a:pt x="245" y="127"/>
                </a:lnTo>
                <a:lnTo>
                  <a:pt x="246" y="126"/>
                </a:lnTo>
                <a:lnTo>
                  <a:pt x="247" y="127"/>
                </a:lnTo>
                <a:lnTo>
                  <a:pt x="248" y="127"/>
                </a:lnTo>
                <a:lnTo>
                  <a:pt x="247" y="128"/>
                </a:lnTo>
                <a:lnTo>
                  <a:pt x="249" y="128"/>
                </a:lnTo>
                <a:lnTo>
                  <a:pt x="250" y="127"/>
                </a:lnTo>
                <a:lnTo>
                  <a:pt x="250" y="126"/>
                </a:lnTo>
                <a:lnTo>
                  <a:pt x="251" y="125"/>
                </a:lnTo>
                <a:lnTo>
                  <a:pt x="250" y="121"/>
                </a:lnTo>
                <a:lnTo>
                  <a:pt x="250" y="120"/>
                </a:lnTo>
                <a:lnTo>
                  <a:pt x="251" y="118"/>
                </a:lnTo>
                <a:lnTo>
                  <a:pt x="252" y="116"/>
                </a:lnTo>
                <a:lnTo>
                  <a:pt x="254" y="114"/>
                </a:lnTo>
                <a:lnTo>
                  <a:pt x="254" y="113"/>
                </a:lnTo>
                <a:lnTo>
                  <a:pt x="255" y="110"/>
                </a:lnTo>
                <a:lnTo>
                  <a:pt x="254" y="110"/>
                </a:lnTo>
                <a:lnTo>
                  <a:pt x="255" y="108"/>
                </a:lnTo>
                <a:lnTo>
                  <a:pt x="256" y="108"/>
                </a:lnTo>
                <a:lnTo>
                  <a:pt x="257" y="108"/>
                </a:lnTo>
                <a:lnTo>
                  <a:pt x="258" y="108"/>
                </a:lnTo>
                <a:lnTo>
                  <a:pt x="258" y="109"/>
                </a:lnTo>
                <a:lnTo>
                  <a:pt x="259" y="108"/>
                </a:lnTo>
                <a:lnTo>
                  <a:pt x="259" y="109"/>
                </a:lnTo>
                <a:lnTo>
                  <a:pt x="261" y="109"/>
                </a:lnTo>
                <a:lnTo>
                  <a:pt x="262" y="109"/>
                </a:lnTo>
                <a:lnTo>
                  <a:pt x="262" y="110"/>
                </a:lnTo>
                <a:lnTo>
                  <a:pt x="263" y="110"/>
                </a:lnTo>
                <a:lnTo>
                  <a:pt x="264" y="110"/>
                </a:lnTo>
                <a:lnTo>
                  <a:pt x="269" y="107"/>
                </a:lnTo>
                <a:lnTo>
                  <a:pt x="270" y="107"/>
                </a:lnTo>
                <a:lnTo>
                  <a:pt x="271" y="107"/>
                </a:lnTo>
                <a:lnTo>
                  <a:pt x="273" y="106"/>
                </a:lnTo>
                <a:lnTo>
                  <a:pt x="275" y="106"/>
                </a:lnTo>
                <a:lnTo>
                  <a:pt x="279" y="107"/>
                </a:lnTo>
                <a:lnTo>
                  <a:pt x="278" y="107"/>
                </a:lnTo>
                <a:lnTo>
                  <a:pt x="279" y="107"/>
                </a:lnTo>
                <a:lnTo>
                  <a:pt x="280" y="107"/>
                </a:lnTo>
                <a:lnTo>
                  <a:pt x="281" y="107"/>
                </a:lnTo>
                <a:lnTo>
                  <a:pt x="282" y="107"/>
                </a:lnTo>
                <a:lnTo>
                  <a:pt x="283" y="106"/>
                </a:lnTo>
                <a:lnTo>
                  <a:pt x="284" y="106"/>
                </a:lnTo>
                <a:lnTo>
                  <a:pt x="285" y="106"/>
                </a:lnTo>
                <a:lnTo>
                  <a:pt x="288" y="107"/>
                </a:lnTo>
                <a:lnTo>
                  <a:pt x="289" y="107"/>
                </a:lnTo>
                <a:lnTo>
                  <a:pt x="292" y="107"/>
                </a:lnTo>
                <a:lnTo>
                  <a:pt x="293" y="107"/>
                </a:lnTo>
                <a:lnTo>
                  <a:pt x="294" y="106"/>
                </a:lnTo>
                <a:lnTo>
                  <a:pt x="295" y="104"/>
                </a:lnTo>
                <a:lnTo>
                  <a:pt x="296" y="104"/>
                </a:lnTo>
                <a:lnTo>
                  <a:pt x="296" y="105"/>
                </a:lnTo>
                <a:lnTo>
                  <a:pt x="297" y="104"/>
                </a:lnTo>
                <a:lnTo>
                  <a:pt x="298" y="103"/>
                </a:lnTo>
                <a:lnTo>
                  <a:pt x="299" y="103"/>
                </a:lnTo>
                <a:lnTo>
                  <a:pt x="300" y="103"/>
                </a:lnTo>
                <a:lnTo>
                  <a:pt x="301" y="102"/>
                </a:lnTo>
                <a:lnTo>
                  <a:pt x="302" y="102"/>
                </a:lnTo>
                <a:lnTo>
                  <a:pt x="304" y="102"/>
                </a:lnTo>
                <a:lnTo>
                  <a:pt x="309" y="103"/>
                </a:lnTo>
                <a:lnTo>
                  <a:pt x="312" y="103"/>
                </a:lnTo>
                <a:lnTo>
                  <a:pt x="313" y="103"/>
                </a:lnTo>
                <a:lnTo>
                  <a:pt x="314" y="103"/>
                </a:lnTo>
                <a:lnTo>
                  <a:pt x="314" y="102"/>
                </a:lnTo>
                <a:lnTo>
                  <a:pt x="315" y="101"/>
                </a:lnTo>
                <a:lnTo>
                  <a:pt x="316" y="100"/>
                </a:lnTo>
                <a:lnTo>
                  <a:pt x="317" y="100"/>
                </a:lnTo>
                <a:lnTo>
                  <a:pt x="318" y="101"/>
                </a:lnTo>
                <a:lnTo>
                  <a:pt x="320" y="101"/>
                </a:lnTo>
                <a:lnTo>
                  <a:pt x="324" y="101"/>
                </a:lnTo>
                <a:lnTo>
                  <a:pt x="326" y="101"/>
                </a:lnTo>
                <a:lnTo>
                  <a:pt x="328" y="101"/>
                </a:lnTo>
                <a:lnTo>
                  <a:pt x="329" y="101"/>
                </a:lnTo>
                <a:lnTo>
                  <a:pt x="330" y="101"/>
                </a:lnTo>
                <a:lnTo>
                  <a:pt x="331" y="101"/>
                </a:lnTo>
                <a:lnTo>
                  <a:pt x="332" y="100"/>
                </a:lnTo>
                <a:lnTo>
                  <a:pt x="333" y="99"/>
                </a:lnTo>
                <a:lnTo>
                  <a:pt x="335" y="98"/>
                </a:lnTo>
                <a:lnTo>
                  <a:pt x="336" y="97"/>
                </a:lnTo>
                <a:lnTo>
                  <a:pt x="337" y="95"/>
                </a:lnTo>
                <a:lnTo>
                  <a:pt x="338" y="95"/>
                </a:lnTo>
                <a:lnTo>
                  <a:pt x="341" y="95"/>
                </a:lnTo>
                <a:lnTo>
                  <a:pt x="342" y="95"/>
                </a:lnTo>
                <a:lnTo>
                  <a:pt x="343" y="95"/>
                </a:lnTo>
                <a:lnTo>
                  <a:pt x="344" y="96"/>
                </a:lnTo>
                <a:lnTo>
                  <a:pt x="345" y="96"/>
                </a:lnTo>
                <a:lnTo>
                  <a:pt x="346" y="96"/>
                </a:lnTo>
                <a:lnTo>
                  <a:pt x="347" y="96"/>
                </a:lnTo>
                <a:lnTo>
                  <a:pt x="348" y="96"/>
                </a:lnTo>
                <a:lnTo>
                  <a:pt x="349" y="96"/>
                </a:lnTo>
                <a:lnTo>
                  <a:pt x="350" y="97"/>
                </a:lnTo>
                <a:lnTo>
                  <a:pt x="351" y="97"/>
                </a:lnTo>
                <a:lnTo>
                  <a:pt x="352" y="97"/>
                </a:lnTo>
                <a:lnTo>
                  <a:pt x="353" y="97"/>
                </a:lnTo>
                <a:lnTo>
                  <a:pt x="354" y="97"/>
                </a:lnTo>
                <a:lnTo>
                  <a:pt x="354" y="96"/>
                </a:lnTo>
                <a:lnTo>
                  <a:pt x="356" y="95"/>
                </a:lnTo>
                <a:lnTo>
                  <a:pt x="357" y="94"/>
                </a:lnTo>
                <a:lnTo>
                  <a:pt x="360" y="86"/>
                </a:lnTo>
                <a:lnTo>
                  <a:pt x="360" y="85"/>
                </a:lnTo>
                <a:lnTo>
                  <a:pt x="361" y="84"/>
                </a:lnTo>
                <a:lnTo>
                  <a:pt x="362" y="81"/>
                </a:lnTo>
                <a:lnTo>
                  <a:pt x="363" y="78"/>
                </a:lnTo>
                <a:lnTo>
                  <a:pt x="364" y="77"/>
                </a:lnTo>
                <a:lnTo>
                  <a:pt x="365" y="77"/>
                </a:lnTo>
                <a:lnTo>
                  <a:pt x="365" y="76"/>
                </a:lnTo>
                <a:lnTo>
                  <a:pt x="366" y="75"/>
                </a:lnTo>
                <a:lnTo>
                  <a:pt x="366" y="73"/>
                </a:lnTo>
                <a:lnTo>
                  <a:pt x="366" y="72"/>
                </a:lnTo>
                <a:lnTo>
                  <a:pt x="367" y="70"/>
                </a:lnTo>
                <a:lnTo>
                  <a:pt x="367" y="64"/>
                </a:lnTo>
                <a:lnTo>
                  <a:pt x="367" y="63"/>
                </a:lnTo>
                <a:lnTo>
                  <a:pt x="367" y="62"/>
                </a:lnTo>
                <a:lnTo>
                  <a:pt x="369" y="60"/>
                </a:lnTo>
                <a:lnTo>
                  <a:pt x="369" y="59"/>
                </a:lnTo>
                <a:lnTo>
                  <a:pt x="369" y="58"/>
                </a:lnTo>
                <a:lnTo>
                  <a:pt x="369" y="57"/>
                </a:lnTo>
                <a:lnTo>
                  <a:pt x="369" y="56"/>
                </a:lnTo>
                <a:lnTo>
                  <a:pt x="370" y="55"/>
                </a:lnTo>
                <a:lnTo>
                  <a:pt x="370" y="54"/>
                </a:lnTo>
                <a:lnTo>
                  <a:pt x="371" y="53"/>
                </a:lnTo>
                <a:lnTo>
                  <a:pt x="370" y="53"/>
                </a:lnTo>
                <a:lnTo>
                  <a:pt x="370" y="52"/>
                </a:lnTo>
                <a:lnTo>
                  <a:pt x="370" y="50"/>
                </a:lnTo>
                <a:lnTo>
                  <a:pt x="371" y="50"/>
                </a:lnTo>
                <a:lnTo>
                  <a:pt x="371" y="49"/>
                </a:lnTo>
                <a:lnTo>
                  <a:pt x="372" y="49"/>
                </a:lnTo>
                <a:lnTo>
                  <a:pt x="372" y="48"/>
                </a:lnTo>
                <a:lnTo>
                  <a:pt x="373" y="48"/>
                </a:lnTo>
                <a:lnTo>
                  <a:pt x="373" y="47"/>
                </a:lnTo>
                <a:lnTo>
                  <a:pt x="374" y="47"/>
                </a:lnTo>
                <a:lnTo>
                  <a:pt x="376" y="46"/>
                </a:lnTo>
                <a:lnTo>
                  <a:pt x="377" y="46"/>
                </a:lnTo>
                <a:lnTo>
                  <a:pt x="378" y="46"/>
                </a:lnTo>
                <a:lnTo>
                  <a:pt x="379" y="46"/>
                </a:lnTo>
                <a:lnTo>
                  <a:pt x="379" y="47"/>
                </a:lnTo>
                <a:lnTo>
                  <a:pt x="382" y="46"/>
                </a:lnTo>
                <a:lnTo>
                  <a:pt x="383" y="45"/>
                </a:lnTo>
                <a:lnTo>
                  <a:pt x="385" y="45"/>
                </a:lnTo>
                <a:lnTo>
                  <a:pt x="386" y="45"/>
                </a:lnTo>
                <a:lnTo>
                  <a:pt x="387" y="45"/>
                </a:lnTo>
                <a:lnTo>
                  <a:pt x="387" y="44"/>
                </a:lnTo>
                <a:lnTo>
                  <a:pt x="389" y="43"/>
                </a:lnTo>
                <a:lnTo>
                  <a:pt x="391" y="43"/>
                </a:lnTo>
                <a:lnTo>
                  <a:pt x="392" y="44"/>
                </a:lnTo>
                <a:lnTo>
                  <a:pt x="393" y="43"/>
                </a:lnTo>
                <a:lnTo>
                  <a:pt x="394" y="41"/>
                </a:lnTo>
                <a:lnTo>
                  <a:pt x="395" y="40"/>
                </a:lnTo>
                <a:lnTo>
                  <a:pt x="396" y="39"/>
                </a:lnTo>
                <a:lnTo>
                  <a:pt x="396" y="38"/>
                </a:lnTo>
                <a:lnTo>
                  <a:pt x="396" y="37"/>
                </a:lnTo>
                <a:lnTo>
                  <a:pt x="396" y="36"/>
                </a:lnTo>
                <a:lnTo>
                  <a:pt x="397" y="35"/>
                </a:lnTo>
                <a:lnTo>
                  <a:pt x="397" y="33"/>
                </a:lnTo>
                <a:lnTo>
                  <a:pt x="398" y="32"/>
                </a:lnTo>
                <a:lnTo>
                  <a:pt x="399" y="32"/>
                </a:lnTo>
                <a:lnTo>
                  <a:pt x="400" y="31"/>
                </a:lnTo>
                <a:lnTo>
                  <a:pt x="401" y="30"/>
                </a:lnTo>
                <a:lnTo>
                  <a:pt x="402" y="30"/>
                </a:lnTo>
                <a:lnTo>
                  <a:pt x="401" y="29"/>
                </a:lnTo>
                <a:lnTo>
                  <a:pt x="401" y="28"/>
                </a:lnTo>
                <a:lnTo>
                  <a:pt x="401" y="27"/>
                </a:lnTo>
                <a:lnTo>
                  <a:pt x="400" y="25"/>
                </a:lnTo>
                <a:lnTo>
                  <a:pt x="400" y="24"/>
                </a:lnTo>
                <a:lnTo>
                  <a:pt x="401" y="23"/>
                </a:lnTo>
                <a:lnTo>
                  <a:pt x="402" y="23"/>
                </a:lnTo>
                <a:lnTo>
                  <a:pt x="403" y="22"/>
                </a:lnTo>
                <a:lnTo>
                  <a:pt x="404" y="22"/>
                </a:lnTo>
                <a:lnTo>
                  <a:pt x="404" y="23"/>
                </a:lnTo>
                <a:lnTo>
                  <a:pt x="405" y="21"/>
                </a:lnTo>
                <a:lnTo>
                  <a:pt x="404" y="21"/>
                </a:lnTo>
                <a:lnTo>
                  <a:pt x="403" y="20"/>
                </a:lnTo>
                <a:lnTo>
                  <a:pt x="404" y="18"/>
                </a:lnTo>
                <a:lnTo>
                  <a:pt x="404" y="17"/>
                </a:lnTo>
                <a:lnTo>
                  <a:pt x="403" y="16"/>
                </a:lnTo>
                <a:lnTo>
                  <a:pt x="403" y="15"/>
                </a:lnTo>
                <a:lnTo>
                  <a:pt x="403" y="14"/>
                </a:lnTo>
                <a:lnTo>
                  <a:pt x="404" y="14"/>
                </a:lnTo>
                <a:lnTo>
                  <a:pt x="405" y="12"/>
                </a:lnTo>
                <a:lnTo>
                  <a:pt x="404" y="11"/>
                </a:lnTo>
                <a:lnTo>
                  <a:pt x="404" y="10"/>
                </a:lnTo>
                <a:lnTo>
                  <a:pt x="406" y="9"/>
                </a:lnTo>
                <a:lnTo>
                  <a:pt x="406" y="7"/>
                </a:lnTo>
                <a:lnTo>
                  <a:pt x="405" y="7"/>
                </a:lnTo>
                <a:lnTo>
                  <a:pt x="405" y="6"/>
                </a:lnTo>
                <a:lnTo>
                  <a:pt x="402" y="3"/>
                </a:lnTo>
                <a:lnTo>
                  <a:pt x="401" y="3"/>
                </a:lnTo>
                <a:lnTo>
                  <a:pt x="402" y="3"/>
                </a:lnTo>
                <a:lnTo>
                  <a:pt x="402" y="2"/>
                </a:lnTo>
                <a:lnTo>
                  <a:pt x="403" y="0"/>
                </a:lnTo>
                <a:lnTo>
                  <a:pt x="404" y="0"/>
                </a:lnTo>
                <a:lnTo>
                  <a:pt x="406" y="2"/>
                </a:lnTo>
                <a:lnTo>
                  <a:pt x="407" y="2"/>
                </a:lnTo>
                <a:lnTo>
                  <a:pt x="408" y="2"/>
                </a:lnTo>
                <a:lnTo>
                  <a:pt x="410" y="2"/>
                </a:lnTo>
                <a:lnTo>
                  <a:pt x="410" y="1"/>
                </a:lnTo>
                <a:close/>
              </a:path>
            </a:pathLst>
          </a:custGeom>
          <a:solidFill>
            <a:srgbClr val="FFF2AB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0" name=""/>
          <p:cNvSpPr/>
          <p:nvPr/>
        </p:nvSpPr>
        <p:spPr>
          <a:xfrm>
            <a:off x="8310600" y="1463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FF2AB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1" name=""/>
          <p:cNvSpPr/>
          <p:nvPr/>
        </p:nvSpPr>
        <p:spPr>
          <a:xfrm>
            <a:off x="8271360" y="14338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2AB"/>
          </a:solidFill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2" name=""/>
          <p:cNvSpPr/>
          <p:nvPr/>
        </p:nvSpPr>
        <p:spPr>
          <a:xfrm>
            <a:off x="8272800" y="1431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close/>
              </a:path>
            </a:pathLst>
          </a:custGeom>
          <a:solidFill>
            <a:srgbClr val="FFF2AB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3" name=""/>
          <p:cNvSpPr/>
          <p:nvPr/>
        </p:nvSpPr>
        <p:spPr>
          <a:xfrm>
            <a:off x="8340480" y="1423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FFF2AB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4" name=""/>
          <p:cNvSpPr/>
          <p:nvPr/>
        </p:nvSpPr>
        <p:spPr>
          <a:xfrm>
            <a:off x="8351640" y="140904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4" y="6"/>
                </a:moveTo>
                <a:lnTo>
                  <a:pt x="3" y="6"/>
                </a:lnTo>
                <a:lnTo>
                  <a:pt x="1" y="6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close/>
              </a:path>
            </a:pathLst>
          </a:custGeom>
          <a:solidFill>
            <a:srgbClr val="FFF2AB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5" name=""/>
          <p:cNvSpPr/>
          <p:nvPr/>
        </p:nvSpPr>
        <p:spPr>
          <a:xfrm>
            <a:off x="8352000" y="1405800"/>
            <a:ext cx="5760" cy="7200"/>
          </a:xfrm>
          <a:custGeom>
            <a:avLst/>
            <a:gdLst/>
            <a:ahLst/>
            <a:rect l="0" t="0" r="r" b="b"/>
            <a:pathLst>
              <a:path w="16" h="20">
                <a:moveTo>
                  <a:pt x="8" y="7"/>
                </a:move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1" y="8"/>
                </a:lnTo>
                <a:lnTo>
                  <a:pt x="12" y="11"/>
                </a:lnTo>
                <a:lnTo>
                  <a:pt x="15" y="13"/>
                </a:lnTo>
                <a:lnTo>
                  <a:pt x="15" y="14"/>
                </a:lnTo>
                <a:lnTo>
                  <a:pt x="15" y="15"/>
                </a:lnTo>
                <a:lnTo>
                  <a:pt x="15" y="16"/>
                </a:lnTo>
                <a:lnTo>
                  <a:pt x="15" y="17"/>
                </a:lnTo>
                <a:lnTo>
                  <a:pt x="16" y="18"/>
                </a:lnTo>
                <a:lnTo>
                  <a:pt x="16" y="20"/>
                </a:lnTo>
                <a:lnTo>
                  <a:pt x="15" y="20"/>
                </a:lnTo>
                <a:lnTo>
                  <a:pt x="14" y="20"/>
                </a:lnTo>
                <a:lnTo>
                  <a:pt x="12" y="18"/>
                </a:lnTo>
                <a:lnTo>
                  <a:pt x="11" y="17"/>
                </a:lnTo>
                <a:lnTo>
                  <a:pt x="10" y="17"/>
                </a:lnTo>
                <a:lnTo>
                  <a:pt x="8" y="17"/>
                </a:lnTo>
                <a:lnTo>
                  <a:pt x="8" y="16"/>
                </a:lnTo>
                <a:lnTo>
                  <a:pt x="9" y="16"/>
                </a:lnTo>
                <a:lnTo>
                  <a:pt x="9" y="15"/>
                </a:lnTo>
                <a:lnTo>
                  <a:pt x="10" y="15"/>
                </a:lnTo>
                <a:lnTo>
                  <a:pt x="10" y="14"/>
                </a:lnTo>
                <a:lnTo>
                  <a:pt x="9" y="14"/>
                </a:lnTo>
                <a:lnTo>
                  <a:pt x="9" y="13"/>
                </a:lnTo>
                <a:lnTo>
                  <a:pt x="8" y="12"/>
                </a:lnTo>
                <a:lnTo>
                  <a:pt x="8" y="11"/>
                </a:lnTo>
                <a:lnTo>
                  <a:pt x="8" y="10"/>
                </a:lnTo>
                <a:lnTo>
                  <a:pt x="8" y="9"/>
                </a:lnTo>
                <a:lnTo>
                  <a:pt x="9" y="9"/>
                </a:lnTo>
                <a:lnTo>
                  <a:pt x="8" y="8"/>
                </a:lnTo>
                <a:lnTo>
                  <a:pt x="8" y="7"/>
                </a:lnTo>
                <a:lnTo>
                  <a:pt x="7" y="6"/>
                </a:lnTo>
                <a:lnTo>
                  <a:pt x="6" y="6"/>
                </a:lnTo>
                <a:lnTo>
                  <a:pt x="5" y="6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close/>
              </a:path>
            </a:pathLst>
          </a:custGeom>
          <a:solidFill>
            <a:srgbClr val="FFF2AB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6" name=""/>
          <p:cNvSpPr/>
          <p:nvPr/>
        </p:nvSpPr>
        <p:spPr>
          <a:xfrm>
            <a:off x="8347320" y="140760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5" y="0"/>
                </a:move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8" y="6"/>
                </a:lnTo>
                <a:lnTo>
                  <a:pt x="6" y="8"/>
                </a:lnTo>
                <a:lnTo>
                  <a:pt x="5" y="8"/>
                </a:ln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FFF2AB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7" name=""/>
          <p:cNvSpPr/>
          <p:nvPr/>
        </p:nvSpPr>
        <p:spPr>
          <a:xfrm>
            <a:off x="8349840" y="1407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FFF2AB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8" name=""/>
          <p:cNvSpPr/>
          <p:nvPr/>
        </p:nvSpPr>
        <p:spPr>
          <a:xfrm>
            <a:off x="8347680" y="1395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FFF2AB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9" name=""/>
          <p:cNvSpPr/>
          <p:nvPr/>
        </p:nvSpPr>
        <p:spPr>
          <a:xfrm>
            <a:off x="8352720" y="1390320"/>
            <a:ext cx="3240" cy="3600"/>
          </a:xfrm>
          <a:custGeom>
            <a:avLst/>
            <a:gdLst/>
            <a:ahLst/>
            <a:rect l="0" t="0" r="r" b="b"/>
            <a:pathLst>
              <a:path w="9" h="10">
                <a:moveTo>
                  <a:pt x="5" y="5"/>
                </a:moveTo>
                <a:lnTo>
                  <a:pt x="6" y="5"/>
                </a:lnTo>
                <a:lnTo>
                  <a:pt x="8" y="7"/>
                </a:lnTo>
                <a:lnTo>
                  <a:pt x="9" y="8"/>
                </a:lnTo>
                <a:lnTo>
                  <a:pt x="9" y="9"/>
                </a:lnTo>
                <a:lnTo>
                  <a:pt x="6" y="9"/>
                </a:lnTo>
                <a:lnTo>
                  <a:pt x="4" y="9"/>
                </a:lnTo>
                <a:lnTo>
                  <a:pt x="3" y="9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7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2"/>
                </a:lnTo>
                <a:lnTo>
                  <a:pt x="2" y="3"/>
                </a:lnTo>
                <a:lnTo>
                  <a:pt x="3" y="4"/>
                </a:lnTo>
                <a:lnTo>
                  <a:pt x="2" y="5"/>
                </a:lnTo>
                <a:lnTo>
                  <a:pt x="3" y="5"/>
                </a:lnTo>
                <a:lnTo>
                  <a:pt x="3" y="7"/>
                </a:lnTo>
                <a:lnTo>
                  <a:pt x="4" y="7"/>
                </a:lnTo>
                <a:lnTo>
                  <a:pt x="4" y="5"/>
                </a:lnTo>
                <a:lnTo>
                  <a:pt x="5" y="5"/>
                </a:lnTo>
                <a:close/>
              </a:path>
            </a:pathLst>
          </a:custGeom>
          <a:solidFill>
            <a:srgbClr val="FFF2AB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0" name=""/>
          <p:cNvSpPr/>
          <p:nvPr/>
        </p:nvSpPr>
        <p:spPr>
          <a:xfrm>
            <a:off x="8354880" y="138096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6" y="5"/>
                </a:moveTo>
                <a:lnTo>
                  <a:pt x="4" y="5"/>
                </a:lnTo>
                <a:lnTo>
                  <a:pt x="2" y="6"/>
                </a:lnTo>
                <a:lnTo>
                  <a:pt x="2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5"/>
                </a:lnTo>
                <a:close/>
              </a:path>
            </a:pathLst>
          </a:custGeom>
          <a:solidFill>
            <a:srgbClr val="FFF2AB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1" name=""/>
          <p:cNvSpPr/>
          <p:nvPr/>
        </p:nvSpPr>
        <p:spPr>
          <a:xfrm>
            <a:off x="8364600" y="15577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FFF2AB"/>
          </a:solidFill>
          <a:ln w="3960">
            <a:solidFill>
              <a:srgbClr val="FFFFFF"/>
            </a:solidFill>
            <a:round/>
          </a:ln>
        </p:spPr>
        <p:txBody>
          <a:bodyPr lIns="1800" tIns="-1440" rIns="18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2" name=""/>
          <p:cNvSpPr/>
          <p:nvPr/>
        </p:nvSpPr>
        <p:spPr>
          <a:xfrm>
            <a:off x="8368200" y="15469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FFF2AB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3" name=""/>
          <p:cNvSpPr/>
          <p:nvPr/>
        </p:nvSpPr>
        <p:spPr>
          <a:xfrm>
            <a:off x="8377560" y="15350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3"/>
                </a:moveTo>
                <a:lnTo>
                  <a:pt x="0" y="0"/>
                </a:ln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lnTo>
                  <a:pt x="0" y="3"/>
                </a:lnTo>
                <a:close/>
              </a:path>
            </a:pathLst>
          </a:custGeom>
          <a:solidFill>
            <a:srgbClr val="FFF2AB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4" name=""/>
          <p:cNvSpPr/>
          <p:nvPr/>
        </p:nvSpPr>
        <p:spPr>
          <a:xfrm>
            <a:off x="8384400" y="151992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5"/>
                </a:lnTo>
                <a:close/>
              </a:path>
            </a:pathLst>
          </a:custGeom>
          <a:solidFill>
            <a:srgbClr val="FFF2AB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5" name=""/>
          <p:cNvSpPr/>
          <p:nvPr/>
        </p:nvSpPr>
        <p:spPr>
          <a:xfrm>
            <a:off x="8385480" y="15192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6" y="2"/>
                </a:move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close/>
              </a:path>
            </a:pathLst>
          </a:custGeom>
          <a:solidFill>
            <a:srgbClr val="FFF2AB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6" name=""/>
          <p:cNvSpPr/>
          <p:nvPr/>
        </p:nvSpPr>
        <p:spPr>
          <a:xfrm>
            <a:off x="8420400" y="14904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4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close/>
              </a:path>
            </a:pathLst>
          </a:custGeom>
          <a:solidFill>
            <a:srgbClr val="FFF2AB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7" name=""/>
          <p:cNvSpPr/>
          <p:nvPr/>
        </p:nvSpPr>
        <p:spPr>
          <a:xfrm>
            <a:off x="8456400" y="1482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FFF2AB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8" name=""/>
          <p:cNvSpPr/>
          <p:nvPr/>
        </p:nvSpPr>
        <p:spPr>
          <a:xfrm>
            <a:off x="8408880" y="1434600"/>
            <a:ext cx="4320" cy="3960"/>
          </a:xfrm>
          <a:custGeom>
            <a:avLst/>
            <a:gdLst/>
            <a:ahLst/>
            <a:rect l="0" t="0" r="r" b="b"/>
            <a:pathLst>
              <a:path w="12" h="11">
                <a:moveTo>
                  <a:pt x="5" y="8"/>
                </a:moveTo>
                <a:lnTo>
                  <a:pt x="4" y="9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1" y="9"/>
                </a:lnTo>
                <a:lnTo>
                  <a:pt x="1" y="8"/>
                </a:lnTo>
                <a:lnTo>
                  <a:pt x="2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5" y="3"/>
                </a:lnTo>
                <a:lnTo>
                  <a:pt x="6" y="3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2" y="1"/>
                </a:lnTo>
                <a:lnTo>
                  <a:pt x="11" y="1"/>
                </a:lnTo>
                <a:lnTo>
                  <a:pt x="11" y="2"/>
                </a:lnTo>
                <a:lnTo>
                  <a:pt x="11" y="3"/>
                </a:lnTo>
                <a:lnTo>
                  <a:pt x="9" y="5"/>
                </a:lnTo>
                <a:lnTo>
                  <a:pt x="8" y="6"/>
                </a:lnTo>
                <a:lnTo>
                  <a:pt x="8" y="7"/>
                </a:lnTo>
                <a:lnTo>
                  <a:pt x="5" y="8"/>
                </a:lnTo>
                <a:close/>
              </a:path>
            </a:pathLst>
          </a:custGeom>
          <a:solidFill>
            <a:srgbClr val="FFF2AB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9" name=""/>
          <p:cNvSpPr/>
          <p:nvPr/>
        </p:nvSpPr>
        <p:spPr>
          <a:xfrm>
            <a:off x="8403480" y="14299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3"/>
                </a:move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FFF2AB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0" name=""/>
          <p:cNvSpPr/>
          <p:nvPr/>
        </p:nvSpPr>
        <p:spPr>
          <a:xfrm>
            <a:off x="8442000" y="1427400"/>
            <a:ext cx="3240" cy="1440"/>
          </a:xfrm>
          <a:custGeom>
            <a:avLst/>
            <a:gdLst/>
            <a:ahLst/>
            <a:rect l="0" t="0" r="r" b="b"/>
            <a:pathLst>
              <a:path w="9" h="4">
                <a:moveTo>
                  <a:pt x="3" y="1"/>
                </a:move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9" y="4"/>
                </a:lnTo>
                <a:lnTo>
                  <a:pt x="7" y="4"/>
                </a:lnTo>
                <a:lnTo>
                  <a:pt x="4" y="4"/>
                </a:lnTo>
                <a:lnTo>
                  <a:pt x="3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FFF2AB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1" name=""/>
          <p:cNvSpPr/>
          <p:nvPr/>
        </p:nvSpPr>
        <p:spPr>
          <a:xfrm>
            <a:off x="8365320" y="1400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3"/>
                </a:lnTo>
                <a:close/>
              </a:path>
            </a:pathLst>
          </a:custGeom>
          <a:solidFill>
            <a:srgbClr val="FFF2AB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2" name=""/>
          <p:cNvSpPr/>
          <p:nvPr/>
        </p:nvSpPr>
        <p:spPr>
          <a:xfrm>
            <a:off x="8356320" y="13780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3"/>
                </a:move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lnTo>
                  <a:pt x="5" y="3"/>
                </a:lnTo>
                <a:close/>
              </a:path>
            </a:pathLst>
          </a:custGeom>
          <a:solidFill>
            <a:srgbClr val="FFF2A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3" name=""/>
          <p:cNvSpPr/>
          <p:nvPr/>
        </p:nvSpPr>
        <p:spPr>
          <a:xfrm>
            <a:off x="8356320" y="13780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3"/>
                </a:move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lnTo>
                  <a:pt x="5" y="3"/>
                </a:lnTo>
                <a:close/>
              </a:path>
            </a:pathLst>
          </a:custGeom>
          <a:noFill/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4" name=""/>
          <p:cNvSpPr/>
          <p:nvPr/>
        </p:nvSpPr>
        <p:spPr>
          <a:xfrm>
            <a:off x="8359560" y="1375920"/>
            <a:ext cx="1800" cy="2880"/>
          </a:xfrm>
          <a:custGeom>
            <a:avLst/>
            <a:gdLst/>
            <a:ahLst/>
            <a:rect l="0" t="0" r="r" b="b"/>
            <a:pathLst>
              <a:path w="5" h="8">
                <a:moveTo>
                  <a:pt x="2" y="3"/>
                </a:move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4" y="6"/>
                </a:lnTo>
                <a:lnTo>
                  <a:pt x="5" y="6"/>
                </a:lnTo>
                <a:lnTo>
                  <a:pt x="5" y="8"/>
                </a:lnTo>
                <a:lnTo>
                  <a:pt x="4" y="8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FFF2AB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5" name=""/>
          <p:cNvSpPr/>
          <p:nvPr/>
        </p:nvSpPr>
        <p:spPr>
          <a:xfrm>
            <a:off x="8359200" y="137412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7" y="3"/>
                </a:moveTo>
                <a:lnTo>
                  <a:pt x="6" y="3"/>
                </a:lnTo>
                <a:lnTo>
                  <a:pt x="6" y="4"/>
                </a:lnTo>
                <a:lnTo>
                  <a:pt x="5" y="3"/>
                </a:lnTo>
                <a:lnTo>
                  <a:pt x="4" y="3"/>
                </a:ln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close/>
              </a:path>
            </a:pathLst>
          </a:custGeom>
          <a:solidFill>
            <a:srgbClr val="FFF2AB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6" name=""/>
          <p:cNvSpPr/>
          <p:nvPr/>
        </p:nvSpPr>
        <p:spPr>
          <a:xfrm>
            <a:off x="7770960" y="1247760"/>
            <a:ext cx="223560" cy="475200"/>
          </a:xfrm>
          <a:custGeom>
            <a:avLst/>
            <a:gdLst/>
            <a:ahLst/>
            <a:rect l="0" t="0" r="r" b="b"/>
            <a:pathLst>
              <a:path w="621" h="1320">
                <a:moveTo>
                  <a:pt x="533" y="2"/>
                </a:moveTo>
                <a:lnTo>
                  <a:pt x="534" y="3"/>
                </a:lnTo>
                <a:lnTo>
                  <a:pt x="534" y="4"/>
                </a:lnTo>
                <a:lnTo>
                  <a:pt x="534" y="5"/>
                </a:lnTo>
                <a:lnTo>
                  <a:pt x="536" y="6"/>
                </a:lnTo>
                <a:lnTo>
                  <a:pt x="536" y="7"/>
                </a:lnTo>
                <a:lnTo>
                  <a:pt x="537" y="8"/>
                </a:lnTo>
                <a:lnTo>
                  <a:pt x="537" y="9"/>
                </a:lnTo>
                <a:lnTo>
                  <a:pt x="538" y="9"/>
                </a:lnTo>
                <a:lnTo>
                  <a:pt x="538" y="10"/>
                </a:lnTo>
                <a:lnTo>
                  <a:pt x="539" y="10"/>
                </a:lnTo>
                <a:lnTo>
                  <a:pt x="539" y="11"/>
                </a:lnTo>
                <a:lnTo>
                  <a:pt x="538" y="11"/>
                </a:lnTo>
                <a:lnTo>
                  <a:pt x="539" y="12"/>
                </a:lnTo>
                <a:lnTo>
                  <a:pt x="540" y="14"/>
                </a:lnTo>
                <a:lnTo>
                  <a:pt x="542" y="17"/>
                </a:lnTo>
                <a:lnTo>
                  <a:pt x="544" y="20"/>
                </a:lnTo>
                <a:lnTo>
                  <a:pt x="545" y="20"/>
                </a:lnTo>
                <a:lnTo>
                  <a:pt x="545" y="21"/>
                </a:lnTo>
                <a:lnTo>
                  <a:pt x="546" y="21"/>
                </a:lnTo>
                <a:lnTo>
                  <a:pt x="546" y="22"/>
                </a:lnTo>
                <a:lnTo>
                  <a:pt x="546" y="23"/>
                </a:lnTo>
                <a:lnTo>
                  <a:pt x="545" y="23"/>
                </a:lnTo>
                <a:lnTo>
                  <a:pt x="545" y="24"/>
                </a:lnTo>
                <a:lnTo>
                  <a:pt x="546" y="24"/>
                </a:lnTo>
                <a:lnTo>
                  <a:pt x="546" y="25"/>
                </a:lnTo>
                <a:lnTo>
                  <a:pt x="547" y="25"/>
                </a:lnTo>
                <a:lnTo>
                  <a:pt x="547" y="26"/>
                </a:lnTo>
                <a:lnTo>
                  <a:pt x="548" y="27"/>
                </a:lnTo>
                <a:lnTo>
                  <a:pt x="549" y="27"/>
                </a:lnTo>
                <a:lnTo>
                  <a:pt x="549" y="28"/>
                </a:lnTo>
                <a:lnTo>
                  <a:pt x="551" y="28"/>
                </a:lnTo>
                <a:lnTo>
                  <a:pt x="552" y="28"/>
                </a:lnTo>
                <a:lnTo>
                  <a:pt x="553" y="27"/>
                </a:lnTo>
                <a:lnTo>
                  <a:pt x="553" y="26"/>
                </a:lnTo>
                <a:lnTo>
                  <a:pt x="554" y="27"/>
                </a:lnTo>
                <a:lnTo>
                  <a:pt x="555" y="27"/>
                </a:lnTo>
                <a:lnTo>
                  <a:pt x="555" y="28"/>
                </a:lnTo>
                <a:lnTo>
                  <a:pt x="556" y="29"/>
                </a:lnTo>
                <a:lnTo>
                  <a:pt x="557" y="29"/>
                </a:lnTo>
                <a:lnTo>
                  <a:pt x="558" y="31"/>
                </a:lnTo>
                <a:lnTo>
                  <a:pt x="558" y="32"/>
                </a:lnTo>
                <a:lnTo>
                  <a:pt x="557" y="32"/>
                </a:lnTo>
                <a:lnTo>
                  <a:pt x="557" y="33"/>
                </a:lnTo>
                <a:lnTo>
                  <a:pt x="556" y="33"/>
                </a:lnTo>
                <a:lnTo>
                  <a:pt x="556" y="34"/>
                </a:lnTo>
                <a:lnTo>
                  <a:pt x="557" y="37"/>
                </a:lnTo>
                <a:lnTo>
                  <a:pt x="556" y="38"/>
                </a:lnTo>
                <a:lnTo>
                  <a:pt x="557" y="38"/>
                </a:lnTo>
                <a:lnTo>
                  <a:pt x="557" y="39"/>
                </a:lnTo>
                <a:lnTo>
                  <a:pt x="558" y="39"/>
                </a:lnTo>
                <a:lnTo>
                  <a:pt x="559" y="39"/>
                </a:lnTo>
                <a:lnTo>
                  <a:pt x="560" y="39"/>
                </a:lnTo>
                <a:lnTo>
                  <a:pt x="560" y="40"/>
                </a:lnTo>
                <a:lnTo>
                  <a:pt x="560" y="41"/>
                </a:lnTo>
                <a:lnTo>
                  <a:pt x="560" y="42"/>
                </a:lnTo>
                <a:lnTo>
                  <a:pt x="560" y="43"/>
                </a:lnTo>
                <a:lnTo>
                  <a:pt x="559" y="43"/>
                </a:lnTo>
                <a:lnTo>
                  <a:pt x="559" y="45"/>
                </a:lnTo>
                <a:lnTo>
                  <a:pt x="559" y="47"/>
                </a:lnTo>
                <a:lnTo>
                  <a:pt x="559" y="50"/>
                </a:lnTo>
                <a:lnTo>
                  <a:pt x="558" y="51"/>
                </a:lnTo>
                <a:lnTo>
                  <a:pt x="558" y="52"/>
                </a:lnTo>
                <a:lnTo>
                  <a:pt x="557" y="54"/>
                </a:lnTo>
                <a:lnTo>
                  <a:pt x="557" y="55"/>
                </a:lnTo>
                <a:lnTo>
                  <a:pt x="558" y="57"/>
                </a:lnTo>
                <a:lnTo>
                  <a:pt x="558" y="58"/>
                </a:lnTo>
                <a:lnTo>
                  <a:pt x="559" y="58"/>
                </a:lnTo>
                <a:lnTo>
                  <a:pt x="560" y="58"/>
                </a:lnTo>
                <a:lnTo>
                  <a:pt x="560" y="59"/>
                </a:lnTo>
                <a:lnTo>
                  <a:pt x="561" y="59"/>
                </a:lnTo>
                <a:lnTo>
                  <a:pt x="562" y="60"/>
                </a:lnTo>
                <a:lnTo>
                  <a:pt x="562" y="62"/>
                </a:lnTo>
                <a:lnTo>
                  <a:pt x="562" y="63"/>
                </a:lnTo>
                <a:lnTo>
                  <a:pt x="561" y="63"/>
                </a:lnTo>
                <a:lnTo>
                  <a:pt x="561" y="64"/>
                </a:lnTo>
                <a:lnTo>
                  <a:pt x="561" y="65"/>
                </a:lnTo>
                <a:lnTo>
                  <a:pt x="562" y="65"/>
                </a:lnTo>
                <a:lnTo>
                  <a:pt x="562" y="66"/>
                </a:lnTo>
                <a:lnTo>
                  <a:pt x="562" y="67"/>
                </a:lnTo>
                <a:lnTo>
                  <a:pt x="563" y="68"/>
                </a:lnTo>
                <a:lnTo>
                  <a:pt x="562" y="68"/>
                </a:lnTo>
                <a:lnTo>
                  <a:pt x="563" y="69"/>
                </a:lnTo>
                <a:lnTo>
                  <a:pt x="563" y="70"/>
                </a:lnTo>
                <a:lnTo>
                  <a:pt x="564" y="71"/>
                </a:lnTo>
                <a:lnTo>
                  <a:pt x="564" y="72"/>
                </a:lnTo>
                <a:lnTo>
                  <a:pt x="565" y="74"/>
                </a:lnTo>
                <a:lnTo>
                  <a:pt x="565" y="75"/>
                </a:lnTo>
                <a:lnTo>
                  <a:pt x="564" y="75"/>
                </a:lnTo>
                <a:lnTo>
                  <a:pt x="565" y="76"/>
                </a:lnTo>
                <a:lnTo>
                  <a:pt x="565" y="77"/>
                </a:lnTo>
                <a:lnTo>
                  <a:pt x="566" y="77"/>
                </a:lnTo>
                <a:lnTo>
                  <a:pt x="567" y="77"/>
                </a:lnTo>
                <a:lnTo>
                  <a:pt x="570" y="76"/>
                </a:lnTo>
                <a:lnTo>
                  <a:pt x="572" y="76"/>
                </a:lnTo>
                <a:lnTo>
                  <a:pt x="573" y="76"/>
                </a:lnTo>
                <a:lnTo>
                  <a:pt x="574" y="76"/>
                </a:lnTo>
                <a:lnTo>
                  <a:pt x="575" y="76"/>
                </a:lnTo>
                <a:lnTo>
                  <a:pt x="576" y="76"/>
                </a:lnTo>
                <a:lnTo>
                  <a:pt x="577" y="76"/>
                </a:lnTo>
                <a:lnTo>
                  <a:pt x="577" y="77"/>
                </a:lnTo>
                <a:lnTo>
                  <a:pt x="577" y="78"/>
                </a:lnTo>
                <a:lnTo>
                  <a:pt x="578" y="78"/>
                </a:lnTo>
                <a:lnTo>
                  <a:pt x="579" y="78"/>
                </a:lnTo>
                <a:lnTo>
                  <a:pt x="580" y="78"/>
                </a:lnTo>
                <a:lnTo>
                  <a:pt x="581" y="77"/>
                </a:lnTo>
                <a:lnTo>
                  <a:pt x="581" y="76"/>
                </a:lnTo>
                <a:lnTo>
                  <a:pt x="582" y="75"/>
                </a:lnTo>
                <a:lnTo>
                  <a:pt x="583" y="75"/>
                </a:lnTo>
                <a:lnTo>
                  <a:pt x="584" y="75"/>
                </a:lnTo>
                <a:lnTo>
                  <a:pt x="585" y="75"/>
                </a:lnTo>
                <a:lnTo>
                  <a:pt x="585" y="74"/>
                </a:lnTo>
                <a:lnTo>
                  <a:pt x="586" y="74"/>
                </a:lnTo>
                <a:lnTo>
                  <a:pt x="587" y="73"/>
                </a:lnTo>
                <a:lnTo>
                  <a:pt x="589" y="75"/>
                </a:lnTo>
                <a:lnTo>
                  <a:pt x="590" y="77"/>
                </a:lnTo>
                <a:lnTo>
                  <a:pt x="591" y="78"/>
                </a:lnTo>
                <a:lnTo>
                  <a:pt x="592" y="78"/>
                </a:lnTo>
                <a:lnTo>
                  <a:pt x="594" y="78"/>
                </a:lnTo>
                <a:lnTo>
                  <a:pt x="595" y="77"/>
                </a:lnTo>
                <a:lnTo>
                  <a:pt x="596" y="76"/>
                </a:lnTo>
                <a:lnTo>
                  <a:pt x="597" y="75"/>
                </a:lnTo>
                <a:lnTo>
                  <a:pt x="598" y="76"/>
                </a:lnTo>
                <a:lnTo>
                  <a:pt x="598" y="77"/>
                </a:lnTo>
                <a:lnTo>
                  <a:pt x="599" y="77"/>
                </a:lnTo>
                <a:lnTo>
                  <a:pt x="600" y="78"/>
                </a:lnTo>
                <a:lnTo>
                  <a:pt x="600" y="79"/>
                </a:lnTo>
                <a:lnTo>
                  <a:pt x="600" y="81"/>
                </a:lnTo>
                <a:lnTo>
                  <a:pt x="599" y="81"/>
                </a:lnTo>
                <a:lnTo>
                  <a:pt x="599" y="82"/>
                </a:lnTo>
                <a:lnTo>
                  <a:pt x="599" y="83"/>
                </a:lnTo>
                <a:lnTo>
                  <a:pt x="600" y="83"/>
                </a:lnTo>
                <a:lnTo>
                  <a:pt x="599" y="85"/>
                </a:lnTo>
                <a:lnTo>
                  <a:pt x="599" y="86"/>
                </a:lnTo>
                <a:lnTo>
                  <a:pt x="598" y="87"/>
                </a:lnTo>
                <a:lnTo>
                  <a:pt x="597" y="88"/>
                </a:lnTo>
                <a:lnTo>
                  <a:pt x="596" y="89"/>
                </a:lnTo>
                <a:lnTo>
                  <a:pt x="596" y="90"/>
                </a:lnTo>
                <a:lnTo>
                  <a:pt x="596" y="92"/>
                </a:lnTo>
                <a:lnTo>
                  <a:pt x="595" y="92"/>
                </a:lnTo>
                <a:lnTo>
                  <a:pt x="595" y="93"/>
                </a:lnTo>
                <a:lnTo>
                  <a:pt x="594" y="94"/>
                </a:lnTo>
                <a:lnTo>
                  <a:pt x="592" y="96"/>
                </a:lnTo>
                <a:lnTo>
                  <a:pt x="590" y="97"/>
                </a:lnTo>
                <a:lnTo>
                  <a:pt x="588" y="98"/>
                </a:lnTo>
                <a:lnTo>
                  <a:pt x="587" y="98"/>
                </a:lnTo>
                <a:lnTo>
                  <a:pt x="585" y="99"/>
                </a:lnTo>
                <a:lnTo>
                  <a:pt x="585" y="100"/>
                </a:lnTo>
                <a:lnTo>
                  <a:pt x="584" y="100"/>
                </a:lnTo>
                <a:lnTo>
                  <a:pt x="580" y="102"/>
                </a:lnTo>
                <a:lnTo>
                  <a:pt x="579" y="101"/>
                </a:lnTo>
                <a:lnTo>
                  <a:pt x="578" y="100"/>
                </a:lnTo>
                <a:lnTo>
                  <a:pt x="576" y="100"/>
                </a:lnTo>
                <a:lnTo>
                  <a:pt x="575" y="100"/>
                </a:lnTo>
                <a:lnTo>
                  <a:pt x="573" y="101"/>
                </a:lnTo>
                <a:lnTo>
                  <a:pt x="572" y="101"/>
                </a:lnTo>
                <a:lnTo>
                  <a:pt x="572" y="102"/>
                </a:lnTo>
                <a:lnTo>
                  <a:pt x="571" y="103"/>
                </a:lnTo>
                <a:lnTo>
                  <a:pt x="570" y="103"/>
                </a:lnTo>
                <a:lnTo>
                  <a:pt x="569" y="103"/>
                </a:lnTo>
                <a:lnTo>
                  <a:pt x="568" y="103"/>
                </a:lnTo>
                <a:lnTo>
                  <a:pt x="568" y="104"/>
                </a:lnTo>
                <a:lnTo>
                  <a:pt x="567" y="105"/>
                </a:lnTo>
                <a:lnTo>
                  <a:pt x="566" y="105"/>
                </a:lnTo>
                <a:lnTo>
                  <a:pt x="565" y="105"/>
                </a:lnTo>
                <a:lnTo>
                  <a:pt x="565" y="106"/>
                </a:lnTo>
                <a:lnTo>
                  <a:pt x="564" y="106"/>
                </a:lnTo>
                <a:lnTo>
                  <a:pt x="563" y="106"/>
                </a:lnTo>
                <a:lnTo>
                  <a:pt x="562" y="106"/>
                </a:lnTo>
                <a:lnTo>
                  <a:pt x="562" y="105"/>
                </a:lnTo>
                <a:lnTo>
                  <a:pt x="562" y="104"/>
                </a:lnTo>
                <a:lnTo>
                  <a:pt x="561" y="104"/>
                </a:lnTo>
                <a:lnTo>
                  <a:pt x="560" y="104"/>
                </a:lnTo>
                <a:lnTo>
                  <a:pt x="560" y="106"/>
                </a:lnTo>
                <a:lnTo>
                  <a:pt x="558" y="107"/>
                </a:lnTo>
                <a:lnTo>
                  <a:pt x="558" y="108"/>
                </a:lnTo>
                <a:lnTo>
                  <a:pt x="557" y="109"/>
                </a:lnTo>
                <a:lnTo>
                  <a:pt x="556" y="109"/>
                </a:lnTo>
                <a:lnTo>
                  <a:pt x="557" y="110"/>
                </a:lnTo>
                <a:lnTo>
                  <a:pt x="557" y="111"/>
                </a:lnTo>
                <a:lnTo>
                  <a:pt x="558" y="111"/>
                </a:lnTo>
                <a:lnTo>
                  <a:pt x="558" y="112"/>
                </a:lnTo>
                <a:lnTo>
                  <a:pt x="557" y="113"/>
                </a:lnTo>
                <a:lnTo>
                  <a:pt x="556" y="113"/>
                </a:lnTo>
                <a:lnTo>
                  <a:pt x="556" y="112"/>
                </a:lnTo>
                <a:lnTo>
                  <a:pt x="555" y="112"/>
                </a:lnTo>
                <a:lnTo>
                  <a:pt x="555" y="113"/>
                </a:lnTo>
                <a:lnTo>
                  <a:pt x="555" y="114"/>
                </a:lnTo>
                <a:lnTo>
                  <a:pt x="554" y="114"/>
                </a:lnTo>
                <a:lnTo>
                  <a:pt x="553" y="114"/>
                </a:lnTo>
                <a:lnTo>
                  <a:pt x="551" y="114"/>
                </a:lnTo>
                <a:lnTo>
                  <a:pt x="549" y="114"/>
                </a:lnTo>
                <a:lnTo>
                  <a:pt x="549" y="115"/>
                </a:lnTo>
                <a:lnTo>
                  <a:pt x="547" y="116"/>
                </a:lnTo>
                <a:lnTo>
                  <a:pt x="546" y="116"/>
                </a:lnTo>
                <a:lnTo>
                  <a:pt x="546" y="117"/>
                </a:lnTo>
                <a:lnTo>
                  <a:pt x="545" y="118"/>
                </a:lnTo>
                <a:lnTo>
                  <a:pt x="544" y="118"/>
                </a:lnTo>
                <a:lnTo>
                  <a:pt x="543" y="118"/>
                </a:lnTo>
                <a:lnTo>
                  <a:pt x="542" y="118"/>
                </a:lnTo>
                <a:lnTo>
                  <a:pt x="541" y="118"/>
                </a:lnTo>
                <a:lnTo>
                  <a:pt x="540" y="118"/>
                </a:lnTo>
                <a:lnTo>
                  <a:pt x="540" y="117"/>
                </a:lnTo>
                <a:lnTo>
                  <a:pt x="541" y="117"/>
                </a:lnTo>
                <a:lnTo>
                  <a:pt x="540" y="116"/>
                </a:lnTo>
                <a:lnTo>
                  <a:pt x="538" y="115"/>
                </a:lnTo>
                <a:lnTo>
                  <a:pt x="537" y="115"/>
                </a:lnTo>
                <a:lnTo>
                  <a:pt x="536" y="115"/>
                </a:lnTo>
                <a:lnTo>
                  <a:pt x="536" y="116"/>
                </a:lnTo>
                <a:lnTo>
                  <a:pt x="535" y="117"/>
                </a:lnTo>
                <a:lnTo>
                  <a:pt x="534" y="117"/>
                </a:lnTo>
                <a:lnTo>
                  <a:pt x="533" y="117"/>
                </a:lnTo>
                <a:lnTo>
                  <a:pt x="532" y="117"/>
                </a:lnTo>
                <a:lnTo>
                  <a:pt x="532" y="118"/>
                </a:lnTo>
                <a:lnTo>
                  <a:pt x="533" y="120"/>
                </a:lnTo>
                <a:lnTo>
                  <a:pt x="533" y="121"/>
                </a:lnTo>
                <a:lnTo>
                  <a:pt x="534" y="123"/>
                </a:lnTo>
                <a:lnTo>
                  <a:pt x="535" y="125"/>
                </a:lnTo>
                <a:lnTo>
                  <a:pt x="535" y="126"/>
                </a:lnTo>
                <a:lnTo>
                  <a:pt x="535" y="127"/>
                </a:lnTo>
                <a:lnTo>
                  <a:pt x="535" y="128"/>
                </a:lnTo>
                <a:lnTo>
                  <a:pt x="536" y="128"/>
                </a:lnTo>
                <a:lnTo>
                  <a:pt x="536" y="129"/>
                </a:lnTo>
                <a:lnTo>
                  <a:pt x="536" y="130"/>
                </a:lnTo>
                <a:lnTo>
                  <a:pt x="537" y="130"/>
                </a:lnTo>
                <a:lnTo>
                  <a:pt x="537" y="131"/>
                </a:lnTo>
                <a:lnTo>
                  <a:pt x="538" y="131"/>
                </a:lnTo>
                <a:lnTo>
                  <a:pt x="538" y="132"/>
                </a:lnTo>
                <a:lnTo>
                  <a:pt x="538" y="133"/>
                </a:lnTo>
                <a:lnTo>
                  <a:pt x="539" y="133"/>
                </a:lnTo>
                <a:lnTo>
                  <a:pt x="539" y="134"/>
                </a:lnTo>
                <a:lnTo>
                  <a:pt x="539" y="135"/>
                </a:lnTo>
                <a:lnTo>
                  <a:pt x="538" y="135"/>
                </a:lnTo>
                <a:lnTo>
                  <a:pt x="538" y="136"/>
                </a:lnTo>
                <a:lnTo>
                  <a:pt x="538" y="137"/>
                </a:lnTo>
                <a:lnTo>
                  <a:pt x="538" y="139"/>
                </a:lnTo>
                <a:lnTo>
                  <a:pt x="538" y="140"/>
                </a:lnTo>
                <a:lnTo>
                  <a:pt x="537" y="140"/>
                </a:lnTo>
                <a:lnTo>
                  <a:pt x="537" y="141"/>
                </a:lnTo>
                <a:lnTo>
                  <a:pt x="536" y="141"/>
                </a:lnTo>
                <a:lnTo>
                  <a:pt x="535" y="141"/>
                </a:lnTo>
                <a:lnTo>
                  <a:pt x="534" y="141"/>
                </a:lnTo>
                <a:lnTo>
                  <a:pt x="533" y="142"/>
                </a:lnTo>
                <a:lnTo>
                  <a:pt x="532" y="143"/>
                </a:lnTo>
                <a:lnTo>
                  <a:pt x="532" y="144"/>
                </a:lnTo>
                <a:lnTo>
                  <a:pt x="531" y="144"/>
                </a:lnTo>
                <a:lnTo>
                  <a:pt x="530" y="144"/>
                </a:lnTo>
                <a:lnTo>
                  <a:pt x="529" y="143"/>
                </a:lnTo>
                <a:lnTo>
                  <a:pt x="529" y="142"/>
                </a:lnTo>
                <a:lnTo>
                  <a:pt x="529" y="141"/>
                </a:lnTo>
                <a:lnTo>
                  <a:pt x="529" y="140"/>
                </a:lnTo>
                <a:lnTo>
                  <a:pt x="529" y="139"/>
                </a:lnTo>
                <a:lnTo>
                  <a:pt x="527" y="137"/>
                </a:lnTo>
                <a:lnTo>
                  <a:pt x="526" y="136"/>
                </a:lnTo>
                <a:lnTo>
                  <a:pt x="526" y="135"/>
                </a:lnTo>
                <a:lnTo>
                  <a:pt x="525" y="134"/>
                </a:lnTo>
                <a:lnTo>
                  <a:pt x="524" y="134"/>
                </a:lnTo>
                <a:lnTo>
                  <a:pt x="523" y="134"/>
                </a:lnTo>
                <a:lnTo>
                  <a:pt x="523" y="133"/>
                </a:lnTo>
                <a:lnTo>
                  <a:pt x="522" y="133"/>
                </a:lnTo>
                <a:lnTo>
                  <a:pt x="520" y="133"/>
                </a:lnTo>
                <a:lnTo>
                  <a:pt x="520" y="134"/>
                </a:lnTo>
                <a:lnTo>
                  <a:pt x="519" y="135"/>
                </a:lnTo>
                <a:lnTo>
                  <a:pt x="519" y="136"/>
                </a:lnTo>
                <a:lnTo>
                  <a:pt x="519" y="137"/>
                </a:lnTo>
                <a:lnTo>
                  <a:pt x="520" y="137"/>
                </a:lnTo>
                <a:lnTo>
                  <a:pt x="520" y="138"/>
                </a:lnTo>
                <a:lnTo>
                  <a:pt x="521" y="141"/>
                </a:lnTo>
                <a:lnTo>
                  <a:pt x="521" y="142"/>
                </a:lnTo>
                <a:lnTo>
                  <a:pt x="520" y="144"/>
                </a:lnTo>
                <a:lnTo>
                  <a:pt x="520" y="145"/>
                </a:lnTo>
                <a:lnTo>
                  <a:pt x="520" y="146"/>
                </a:lnTo>
                <a:lnTo>
                  <a:pt x="519" y="147"/>
                </a:lnTo>
                <a:lnTo>
                  <a:pt x="519" y="148"/>
                </a:lnTo>
                <a:lnTo>
                  <a:pt x="519" y="149"/>
                </a:lnTo>
                <a:lnTo>
                  <a:pt x="518" y="149"/>
                </a:lnTo>
                <a:lnTo>
                  <a:pt x="518" y="150"/>
                </a:lnTo>
                <a:lnTo>
                  <a:pt x="518" y="151"/>
                </a:lnTo>
                <a:lnTo>
                  <a:pt x="517" y="151"/>
                </a:lnTo>
                <a:lnTo>
                  <a:pt x="515" y="152"/>
                </a:lnTo>
                <a:lnTo>
                  <a:pt x="514" y="152"/>
                </a:lnTo>
                <a:lnTo>
                  <a:pt x="513" y="153"/>
                </a:lnTo>
                <a:lnTo>
                  <a:pt x="512" y="153"/>
                </a:lnTo>
                <a:lnTo>
                  <a:pt x="511" y="153"/>
                </a:lnTo>
                <a:lnTo>
                  <a:pt x="511" y="155"/>
                </a:lnTo>
                <a:lnTo>
                  <a:pt x="511" y="156"/>
                </a:lnTo>
                <a:lnTo>
                  <a:pt x="512" y="157"/>
                </a:lnTo>
                <a:lnTo>
                  <a:pt x="513" y="157"/>
                </a:lnTo>
                <a:lnTo>
                  <a:pt x="514" y="156"/>
                </a:lnTo>
                <a:lnTo>
                  <a:pt x="515" y="156"/>
                </a:lnTo>
                <a:lnTo>
                  <a:pt x="516" y="156"/>
                </a:lnTo>
                <a:lnTo>
                  <a:pt x="517" y="156"/>
                </a:lnTo>
                <a:lnTo>
                  <a:pt x="518" y="156"/>
                </a:lnTo>
                <a:lnTo>
                  <a:pt x="519" y="157"/>
                </a:lnTo>
                <a:lnTo>
                  <a:pt x="524" y="157"/>
                </a:lnTo>
                <a:lnTo>
                  <a:pt x="525" y="158"/>
                </a:lnTo>
                <a:lnTo>
                  <a:pt x="526" y="158"/>
                </a:lnTo>
                <a:lnTo>
                  <a:pt x="527" y="158"/>
                </a:lnTo>
                <a:lnTo>
                  <a:pt x="528" y="158"/>
                </a:lnTo>
                <a:lnTo>
                  <a:pt x="529" y="158"/>
                </a:lnTo>
                <a:lnTo>
                  <a:pt x="530" y="159"/>
                </a:lnTo>
                <a:lnTo>
                  <a:pt x="530" y="163"/>
                </a:lnTo>
                <a:lnTo>
                  <a:pt x="530" y="164"/>
                </a:lnTo>
                <a:lnTo>
                  <a:pt x="530" y="165"/>
                </a:lnTo>
                <a:lnTo>
                  <a:pt x="531" y="165"/>
                </a:lnTo>
                <a:lnTo>
                  <a:pt x="531" y="166"/>
                </a:lnTo>
                <a:lnTo>
                  <a:pt x="532" y="167"/>
                </a:lnTo>
                <a:lnTo>
                  <a:pt x="532" y="168"/>
                </a:lnTo>
                <a:lnTo>
                  <a:pt x="532" y="170"/>
                </a:lnTo>
                <a:lnTo>
                  <a:pt x="533" y="170"/>
                </a:lnTo>
                <a:lnTo>
                  <a:pt x="533" y="172"/>
                </a:lnTo>
                <a:lnTo>
                  <a:pt x="534" y="173"/>
                </a:lnTo>
                <a:lnTo>
                  <a:pt x="535" y="172"/>
                </a:lnTo>
                <a:lnTo>
                  <a:pt x="536" y="172"/>
                </a:lnTo>
                <a:lnTo>
                  <a:pt x="537" y="172"/>
                </a:lnTo>
                <a:lnTo>
                  <a:pt x="537" y="171"/>
                </a:lnTo>
                <a:lnTo>
                  <a:pt x="538" y="171"/>
                </a:lnTo>
                <a:lnTo>
                  <a:pt x="538" y="172"/>
                </a:lnTo>
                <a:lnTo>
                  <a:pt x="539" y="173"/>
                </a:lnTo>
                <a:lnTo>
                  <a:pt x="540" y="173"/>
                </a:lnTo>
                <a:lnTo>
                  <a:pt x="540" y="174"/>
                </a:lnTo>
                <a:lnTo>
                  <a:pt x="541" y="174"/>
                </a:lnTo>
                <a:lnTo>
                  <a:pt x="542" y="173"/>
                </a:lnTo>
                <a:lnTo>
                  <a:pt x="543" y="173"/>
                </a:lnTo>
                <a:lnTo>
                  <a:pt x="545" y="173"/>
                </a:lnTo>
                <a:lnTo>
                  <a:pt x="545" y="174"/>
                </a:lnTo>
                <a:lnTo>
                  <a:pt x="546" y="174"/>
                </a:lnTo>
                <a:lnTo>
                  <a:pt x="547" y="174"/>
                </a:lnTo>
                <a:lnTo>
                  <a:pt x="548" y="174"/>
                </a:lnTo>
                <a:lnTo>
                  <a:pt x="548" y="175"/>
                </a:lnTo>
                <a:lnTo>
                  <a:pt x="549" y="175"/>
                </a:lnTo>
                <a:lnTo>
                  <a:pt x="549" y="176"/>
                </a:lnTo>
                <a:lnTo>
                  <a:pt x="550" y="176"/>
                </a:lnTo>
                <a:lnTo>
                  <a:pt x="551" y="176"/>
                </a:lnTo>
                <a:lnTo>
                  <a:pt x="551" y="175"/>
                </a:lnTo>
                <a:lnTo>
                  <a:pt x="552" y="175"/>
                </a:lnTo>
                <a:lnTo>
                  <a:pt x="553" y="174"/>
                </a:lnTo>
                <a:lnTo>
                  <a:pt x="553" y="175"/>
                </a:lnTo>
                <a:lnTo>
                  <a:pt x="554" y="175"/>
                </a:lnTo>
                <a:lnTo>
                  <a:pt x="555" y="175"/>
                </a:lnTo>
                <a:lnTo>
                  <a:pt x="555" y="174"/>
                </a:lnTo>
                <a:lnTo>
                  <a:pt x="556" y="174"/>
                </a:lnTo>
                <a:lnTo>
                  <a:pt x="556" y="173"/>
                </a:lnTo>
                <a:lnTo>
                  <a:pt x="558" y="173"/>
                </a:lnTo>
                <a:lnTo>
                  <a:pt x="558" y="172"/>
                </a:lnTo>
                <a:lnTo>
                  <a:pt x="559" y="172"/>
                </a:lnTo>
                <a:lnTo>
                  <a:pt x="559" y="171"/>
                </a:lnTo>
                <a:lnTo>
                  <a:pt x="559" y="170"/>
                </a:lnTo>
                <a:lnTo>
                  <a:pt x="559" y="171"/>
                </a:lnTo>
                <a:lnTo>
                  <a:pt x="560" y="171"/>
                </a:lnTo>
                <a:lnTo>
                  <a:pt x="560" y="170"/>
                </a:lnTo>
                <a:lnTo>
                  <a:pt x="560" y="171"/>
                </a:lnTo>
                <a:lnTo>
                  <a:pt x="561" y="171"/>
                </a:lnTo>
                <a:lnTo>
                  <a:pt x="562" y="172"/>
                </a:lnTo>
                <a:lnTo>
                  <a:pt x="562" y="174"/>
                </a:lnTo>
                <a:lnTo>
                  <a:pt x="562" y="175"/>
                </a:lnTo>
                <a:lnTo>
                  <a:pt x="561" y="175"/>
                </a:lnTo>
                <a:lnTo>
                  <a:pt x="561" y="176"/>
                </a:lnTo>
                <a:lnTo>
                  <a:pt x="560" y="176"/>
                </a:lnTo>
                <a:lnTo>
                  <a:pt x="559" y="177"/>
                </a:lnTo>
                <a:lnTo>
                  <a:pt x="558" y="178"/>
                </a:lnTo>
                <a:lnTo>
                  <a:pt x="558" y="179"/>
                </a:lnTo>
                <a:lnTo>
                  <a:pt x="558" y="180"/>
                </a:lnTo>
                <a:lnTo>
                  <a:pt x="559" y="180"/>
                </a:lnTo>
                <a:lnTo>
                  <a:pt x="560" y="181"/>
                </a:lnTo>
                <a:lnTo>
                  <a:pt x="561" y="182"/>
                </a:lnTo>
                <a:lnTo>
                  <a:pt x="562" y="182"/>
                </a:lnTo>
                <a:lnTo>
                  <a:pt x="562" y="183"/>
                </a:lnTo>
                <a:lnTo>
                  <a:pt x="562" y="184"/>
                </a:lnTo>
                <a:lnTo>
                  <a:pt x="563" y="184"/>
                </a:lnTo>
                <a:lnTo>
                  <a:pt x="563" y="183"/>
                </a:lnTo>
                <a:lnTo>
                  <a:pt x="562" y="183"/>
                </a:lnTo>
                <a:lnTo>
                  <a:pt x="563" y="182"/>
                </a:lnTo>
                <a:lnTo>
                  <a:pt x="564" y="182"/>
                </a:lnTo>
                <a:lnTo>
                  <a:pt x="564" y="181"/>
                </a:lnTo>
                <a:lnTo>
                  <a:pt x="565" y="182"/>
                </a:lnTo>
                <a:lnTo>
                  <a:pt x="565" y="181"/>
                </a:lnTo>
                <a:lnTo>
                  <a:pt x="566" y="181"/>
                </a:lnTo>
                <a:lnTo>
                  <a:pt x="567" y="180"/>
                </a:lnTo>
                <a:lnTo>
                  <a:pt x="568" y="180"/>
                </a:lnTo>
                <a:lnTo>
                  <a:pt x="569" y="180"/>
                </a:lnTo>
                <a:lnTo>
                  <a:pt x="570" y="179"/>
                </a:lnTo>
                <a:lnTo>
                  <a:pt x="570" y="178"/>
                </a:lnTo>
                <a:lnTo>
                  <a:pt x="571" y="178"/>
                </a:lnTo>
                <a:lnTo>
                  <a:pt x="571" y="179"/>
                </a:lnTo>
                <a:lnTo>
                  <a:pt x="572" y="179"/>
                </a:lnTo>
                <a:lnTo>
                  <a:pt x="572" y="180"/>
                </a:lnTo>
                <a:lnTo>
                  <a:pt x="572" y="181"/>
                </a:lnTo>
                <a:lnTo>
                  <a:pt x="572" y="182"/>
                </a:lnTo>
                <a:lnTo>
                  <a:pt x="573" y="181"/>
                </a:lnTo>
                <a:lnTo>
                  <a:pt x="574" y="181"/>
                </a:lnTo>
                <a:lnTo>
                  <a:pt x="575" y="181"/>
                </a:lnTo>
                <a:lnTo>
                  <a:pt x="576" y="181"/>
                </a:lnTo>
                <a:lnTo>
                  <a:pt x="577" y="181"/>
                </a:lnTo>
                <a:lnTo>
                  <a:pt x="577" y="180"/>
                </a:lnTo>
                <a:lnTo>
                  <a:pt x="578" y="180"/>
                </a:lnTo>
                <a:lnTo>
                  <a:pt x="579" y="180"/>
                </a:lnTo>
                <a:lnTo>
                  <a:pt x="580" y="180"/>
                </a:lnTo>
                <a:lnTo>
                  <a:pt x="581" y="180"/>
                </a:lnTo>
                <a:lnTo>
                  <a:pt x="582" y="180"/>
                </a:lnTo>
                <a:lnTo>
                  <a:pt x="583" y="179"/>
                </a:lnTo>
                <a:lnTo>
                  <a:pt x="584" y="179"/>
                </a:lnTo>
                <a:lnTo>
                  <a:pt x="585" y="179"/>
                </a:lnTo>
                <a:lnTo>
                  <a:pt x="585" y="178"/>
                </a:lnTo>
                <a:lnTo>
                  <a:pt x="586" y="178"/>
                </a:lnTo>
                <a:lnTo>
                  <a:pt x="587" y="178"/>
                </a:lnTo>
                <a:lnTo>
                  <a:pt x="588" y="178"/>
                </a:lnTo>
                <a:lnTo>
                  <a:pt x="589" y="178"/>
                </a:lnTo>
                <a:lnTo>
                  <a:pt x="589" y="179"/>
                </a:lnTo>
                <a:lnTo>
                  <a:pt x="589" y="180"/>
                </a:lnTo>
                <a:lnTo>
                  <a:pt x="589" y="183"/>
                </a:lnTo>
                <a:lnTo>
                  <a:pt x="590" y="184"/>
                </a:lnTo>
                <a:lnTo>
                  <a:pt x="591" y="185"/>
                </a:lnTo>
                <a:lnTo>
                  <a:pt x="591" y="186"/>
                </a:lnTo>
                <a:lnTo>
                  <a:pt x="591" y="187"/>
                </a:lnTo>
                <a:lnTo>
                  <a:pt x="590" y="187"/>
                </a:lnTo>
                <a:lnTo>
                  <a:pt x="589" y="187"/>
                </a:lnTo>
                <a:lnTo>
                  <a:pt x="589" y="188"/>
                </a:lnTo>
                <a:lnTo>
                  <a:pt x="589" y="189"/>
                </a:lnTo>
                <a:lnTo>
                  <a:pt x="590" y="189"/>
                </a:lnTo>
                <a:lnTo>
                  <a:pt x="590" y="190"/>
                </a:lnTo>
                <a:lnTo>
                  <a:pt x="590" y="191"/>
                </a:lnTo>
                <a:lnTo>
                  <a:pt x="590" y="192"/>
                </a:lnTo>
                <a:lnTo>
                  <a:pt x="591" y="193"/>
                </a:lnTo>
                <a:lnTo>
                  <a:pt x="592" y="194"/>
                </a:lnTo>
                <a:lnTo>
                  <a:pt x="592" y="195"/>
                </a:lnTo>
                <a:lnTo>
                  <a:pt x="592" y="196"/>
                </a:lnTo>
                <a:lnTo>
                  <a:pt x="593" y="196"/>
                </a:lnTo>
                <a:lnTo>
                  <a:pt x="593" y="195"/>
                </a:lnTo>
                <a:lnTo>
                  <a:pt x="593" y="196"/>
                </a:lnTo>
                <a:lnTo>
                  <a:pt x="594" y="197"/>
                </a:lnTo>
                <a:lnTo>
                  <a:pt x="593" y="198"/>
                </a:lnTo>
                <a:lnTo>
                  <a:pt x="592" y="198"/>
                </a:lnTo>
                <a:lnTo>
                  <a:pt x="593" y="199"/>
                </a:lnTo>
                <a:lnTo>
                  <a:pt x="593" y="200"/>
                </a:lnTo>
                <a:lnTo>
                  <a:pt x="594" y="201"/>
                </a:lnTo>
                <a:lnTo>
                  <a:pt x="594" y="202"/>
                </a:lnTo>
                <a:lnTo>
                  <a:pt x="593" y="203"/>
                </a:lnTo>
                <a:lnTo>
                  <a:pt x="593" y="205"/>
                </a:lnTo>
                <a:lnTo>
                  <a:pt x="593" y="206"/>
                </a:lnTo>
                <a:lnTo>
                  <a:pt x="593" y="207"/>
                </a:lnTo>
                <a:lnTo>
                  <a:pt x="593" y="208"/>
                </a:lnTo>
                <a:lnTo>
                  <a:pt x="593" y="210"/>
                </a:lnTo>
                <a:lnTo>
                  <a:pt x="593" y="211"/>
                </a:lnTo>
                <a:lnTo>
                  <a:pt x="593" y="212"/>
                </a:lnTo>
                <a:lnTo>
                  <a:pt x="593" y="213"/>
                </a:lnTo>
                <a:lnTo>
                  <a:pt x="593" y="214"/>
                </a:lnTo>
                <a:lnTo>
                  <a:pt x="593" y="215"/>
                </a:lnTo>
                <a:lnTo>
                  <a:pt x="594" y="216"/>
                </a:lnTo>
                <a:lnTo>
                  <a:pt x="594" y="219"/>
                </a:lnTo>
                <a:lnTo>
                  <a:pt x="593" y="219"/>
                </a:lnTo>
                <a:lnTo>
                  <a:pt x="594" y="219"/>
                </a:lnTo>
                <a:lnTo>
                  <a:pt x="594" y="220"/>
                </a:lnTo>
                <a:lnTo>
                  <a:pt x="593" y="221"/>
                </a:lnTo>
                <a:lnTo>
                  <a:pt x="593" y="222"/>
                </a:lnTo>
                <a:lnTo>
                  <a:pt x="594" y="223"/>
                </a:lnTo>
                <a:lnTo>
                  <a:pt x="594" y="224"/>
                </a:lnTo>
                <a:lnTo>
                  <a:pt x="595" y="224"/>
                </a:lnTo>
                <a:lnTo>
                  <a:pt x="596" y="225"/>
                </a:lnTo>
                <a:lnTo>
                  <a:pt x="596" y="226"/>
                </a:lnTo>
                <a:lnTo>
                  <a:pt x="596" y="227"/>
                </a:lnTo>
                <a:lnTo>
                  <a:pt x="597" y="227"/>
                </a:lnTo>
                <a:lnTo>
                  <a:pt x="598" y="228"/>
                </a:lnTo>
                <a:lnTo>
                  <a:pt x="598" y="229"/>
                </a:lnTo>
                <a:lnTo>
                  <a:pt x="599" y="230"/>
                </a:lnTo>
                <a:lnTo>
                  <a:pt x="600" y="231"/>
                </a:lnTo>
                <a:lnTo>
                  <a:pt x="601" y="231"/>
                </a:lnTo>
                <a:lnTo>
                  <a:pt x="602" y="231"/>
                </a:lnTo>
                <a:lnTo>
                  <a:pt x="603" y="231"/>
                </a:lnTo>
                <a:lnTo>
                  <a:pt x="604" y="230"/>
                </a:lnTo>
                <a:lnTo>
                  <a:pt x="606" y="230"/>
                </a:lnTo>
                <a:lnTo>
                  <a:pt x="607" y="231"/>
                </a:lnTo>
                <a:lnTo>
                  <a:pt x="608" y="231"/>
                </a:lnTo>
                <a:lnTo>
                  <a:pt x="608" y="232"/>
                </a:lnTo>
                <a:lnTo>
                  <a:pt x="609" y="232"/>
                </a:lnTo>
                <a:lnTo>
                  <a:pt x="609" y="231"/>
                </a:lnTo>
                <a:lnTo>
                  <a:pt x="610" y="231"/>
                </a:lnTo>
                <a:lnTo>
                  <a:pt x="611" y="232"/>
                </a:lnTo>
                <a:lnTo>
                  <a:pt x="611" y="233"/>
                </a:lnTo>
                <a:lnTo>
                  <a:pt x="611" y="234"/>
                </a:lnTo>
                <a:lnTo>
                  <a:pt x="611" y="235"/>
                </a:lnTo>
                <a:lnTo>
                  <a:pt x="613" y="239"/>
                </a:lnTo>
                <a:lnTo>
                  <a:pt x="615" y="239"/>
                </a:lnTo>
                <a:lnTo>
                  <a:pt x="616" y="238"/>
                </a:lnTo>
                <a:lnTo>
                  <a:pt x="616" y="237"/>
                </a:lnTo>
                <a:lnTo>
                  <a:pt x="617" y="236"/>
                </a:lnTo>
                <a:lnTo>
                  <a:pt x="619" y="235"/>
                </a:lnTo>
                <a:lnTo>
                  <a:pt x="621" y="235"/>
                </a:lnTo>
                <a:lnTo>
                  <a:pt x="621" y="236"/>
                </a:lnTo>
                <a:lnTo>
                  <a:pt x="621" y="238"/>
                </a:lnTo>
                <a:lnTo>
                  <a:pt x="620" y="239"/>
                </a:lnTo>
                <a:lnTo>
                  <a:pt x="621" y="240"/>
                </a:lnTo>
                <a:lnTo>
                  <a:pt x="620" y="241"/>
                </a:lnTo>
                <a:lnTo>
                  <a:pt x="620" y="242"/>
                </a:lnTo>
                <a:lnTo>
                  <a:pt x="620" y="245"/>
                </a:lnTo>
                <a:lnTo>
                  <a:pt x="620" y="246"/>
                </a:lnTo>
                <a:lnTo>
                  <a:pt x="619" y="246"/>
                </a:lnTo>
                <a:lnTo>
                  <a:pt x="619" y="247"/>
                </a:lnTo>
                <a:lnTo>
                  <a:pt x="618" y="247"/>
                </a:lnTo>
                <a:lnTo>
                  <a:pt x="618" y="248"/>
                </a:lnTo>
                <a:lnTo>
                  <a:pt x="618" y="249"/>
                </a:lnTo>
                <a:lnTo>
                  <a:pt x="617" y="249"/>
                </a:lnTo>
                <a:lnTo>
                  <a:pt x="617" y="250"/>
                </a:lnTo>
                <a:lnTo>
                  <a:pt x="618" y="251"/>
                </a:lnTo>
                <a:lnTo>
                  <a:pt x="618" y="253"/>
                </a:lnTo>
                <a:lnTo>
                  <a:pt x="617" y="255"/>
                </a:lnTo>
                <a:lnTo>
                  <a:pt x="616" y="255"/>
                </a:lnTo>
                <a:lnTo>
                  <a:pt x="615" y="256"/>
                </a:lnTo>
                <a:lnTo>
                  <a:pt x="615" y="257"/>
                </a:lnTo>
                <a:lnTo>
                  <a:pt x="613" y="257"/>
                </a:lnTo>
                <a:lnTo>
                  <a:pt x="613" y="258"/>
                </a:lnTo>
                <a:lnTo>
                  <a:pt x="613" y="259"/>
                </a:lnTo>
                <a:lnTo>
                  <a:pt x="613" y="260"/>
                </a:lnTo>
                <a:lnTo>
                  <a:pt x="613" y="263"/>
                </a:lnTo>
                <a:lnTo>
                  <a:pt x="613" y="264"/>
                </a:lnTo>
                <a:lnTo>
                  <a:pt x="613" y="265"/>
                </a:lnTo>
                <a:lnTo>
                  <a:pt x="613" y="267"/>
                </a:lnTo>
                <a:lnTo>
                  <a:pt x="612" y="267"/>
                </a:lnTo>
                <a:lnTo>
                  <a:pt x="612" y="268"/>
                </a:lnTo>
                <a:lnTo>
                  <a:pt x="611" y="269"/>
                </a:lnTo>
                <a:lnTo>
                  <a:pt x="611" y="271"/>
                </a:lnTo>
                <a:lnTo>
                  <a:pt x="610" y="271"/>
                </a:lnTo>
                <a:lnTo>
                  <a:pt x="610" y="272"/>
                </a:lnTo>
                <a:lnTo>
                  <a:pt x="610" y="273"/>
                </a:lnTo>
                <a:lnTo>
                  <a:pt x="610" y="274"/>
                </a:lnTo>
                <a:lnTo>
                  <a:pt x="610" y="275"/>
                </a:lnTo>
                <a:lnTo>
                  <a:pt x="610" y="276"/>
                </a:lnTo>
                <a:lnTo>
                  <a:pt x="610" y="277"/>
                </a:lnTo>
                <a:lnTo>
                  <a:pt x="610" y="278"/>
                </a:lnTo>
                <a:lnTo>
                  <a:pt x="610" y="279"/>
                </a:lnTo>
                <a:lnTo>
                  <a:pt x="610" y="280"/>
                </a:lnTo>
                <a:lnTo>
                  <a:pt x="611" y="281"/>
                </a:lnTo>
                <a:lnTo>
                  <a:pt x="610" y="281"/>
                </a:lnTo>
                <a:lnTo>
                  <a:pt x="610" y="282"/>
                </a:lnTo>
                <a:lnTo>
                  <a:pt x="610" y="283"/>
                </a:lnTo>
                <a:lnTo>
                  <a:pt x="611" y="283"/>
                </a:lnTo>
                <a:lnTo>
                  <a:pt x="612" y="284"/>
                </a:lnTo>
                <a:lnTo>
                  <a:pt x="612" y="285"/>
                </a:lnTo>
                <a:lnTo>
                  <a:pt x="611" y="285"/>
                </a:lnTo>
                <a:lnTo>
                  <a:pt x="610" y="286"/>
                </a:lnTo>
                <a:lnTo>
                  <a:pt x="610" y="287"/>
                </a:lnTo>
                <a:lnTo>
                  <a:pt x="610" y="288"/>
                </a:lnTo>
                <a:lnTo>
                  <a:pt x="610" y="289"/>
                </a:lnTo>
                <a:lnTo>
                  <a:pt x="609" y="289"/>
                </a:lnTo>
                <a:lnTo>
                  <a:pt x="608" y="289"/>
                </a:lnTo>
                <a:lnTo>
                  <a:pt x="607" y="289"/>
                </a:lnTo>
                <a:lnTo>
                  <a:pt x="608" y="289"/>
                </a:lnTo>
                <a:lnTo>
                  <a:pt x="608" y="290"/>
                </a:lnTo>
                <a:lnTo>
                  <a:pt x="607" y="290"/>
                </a:lnTo>
                <a:lnTo>
                  <a:pt x="607" y="291"/>
                </a:lnTo>
                <a:lnTo>
                  <a:pt x="606" y="291"/>
                </a:lnTo>
                <a:lnTo>
                  <a:pt x="605" y="291"/>
                </a:lnTo>
                <a:lnTo>
                  <a:pt x="605" y="292"/>
                </a:lnTo>
                <a:lnTo>
                  <a:pt x="605" y="293"/>
                </a:lnTo>
                <a:lnTo>
                  <a:pt x="605" y="294"/>
                </a:lnTo>
                <a:lnTo>
                  <a:pt x="605" y="295"/>
                </a:lnTo>
                <a:lnTo>
                  <a:pt x="606" y="295"/>
                </a:lnTo>
                <a:lnTo>
                  <a:pt x="606" y="296"/>
                </a:lnTo>
                <a:lnTo>
                  <a:pt x="605" y="296"/>
                </a:lnTo>
                <a:lnTo>
                  <a:pt x="605" y="297"/>
                </a:lnTo>
                <a:lnTo>
                  <a:pt x="605" y="298"/>
                </a:lnTo>
                <a:lnTo>
                  <a:pt x="605" y="299"/>
                </a:lnTo>
                <a:lnTo>
                  <a:pt x="605" y="300"/>
                </a:lnTo>
                <a:lnTo>
                  <a:pt x="605" y="301"/>
                </a:lnTo>
                <a:lnTo>
                  <a:pt x="606" y="302"/>
                </a:lnTo>
                <a:lnTo>
                  <a:pt x="607" y="302"/>
                </a:lnTo>
                <a:lnTo>
                  <a:pt x="607" y="303"/>
                </a:lnTo>
                <a:lnTo>
                  <a:pt x="607" y="304"/>
                </a:lnTo>
                <a:lnTo>
                  <a:pt x="606" y="306"/>
                </a:lnTo>
                <a:lnTo>
                  <a:pt x="605" y="306"/>
                </a:lnTo>
                <a:lnTo>
                  <a:pt x="604" y="306"/>
                </a:lnTo>
                <a:lnTo>
                  <a:pt x="604" y="307"/>
                </a:lnTo>
                <a:lnTo>
                  <a:pt x="605" y="308"/>
                </a:lnTo>
                <a:lnTo>
                  <a:pt x="605" y="309"/>
                </a:lnTo>
                <a:lnTo>
                  <a:pt x="606" y="309"/>
                </a:lnTo>
                <a:lnTo>
                  <a:pt x="607" y="309"/>
                </a:lnTo>
                <a:lnTo>
                  <a:pt x="608" y="309"/>
                </a:lnTo>
                <a:lnTo>
                  <a:pt x="610" y="309"/>
                </a:lnTo>
                <a:lnTo>
                  <a:pt x="611" y="310"/>
                </a:lnTo>
                <a:lnTo>
                  <a:pt x="612" y="310"/>
                </a:lnTo>
                <a:lnTo>
                  <a:pt x="614" y="311"/>
                </a:lnTo>
                <a:lnTo>
                  <a:pt x="614" y="312"/>
                </a:lnTo>
                <a:lnTo>
                  <a:pt x="614" y="313"/>
                </a:lnTo>
                <a:lnTo>
                  <a:pt x="613" y="313"/>
                </a:lnTo>
                <a:lnTo>
                  <a:pt x="613" y="314"/>
                </a:lnTo>
                <a:lnTo>
                  <a:pt x="614" y="315"/>
                </a:lnTo>
                <a:lnTo>
                  <a:pt x="613" y="316"/>
                </a:lnTo>
                <a:lnTo>
                  <a:pt x="613" y="318"/>
                </a:lnTo>
                <a:lnTo>
                  <a:pt x="612" y="318"/>
                </a:lnTo>
                <a:lnTo>
                  <a:pt x="612" y="317"/>
                </a:lnTo>
                <a:lnTo>
                  <a:pt x="611" y="317"/>
                </a:lnTo>
                <a:lnTo>
                  <a:pt x="610" y="317"/>
                </a:lnTo>
                <a:lnTo>
                  <a:pt x="610" y="318"/>
                </a:lnTo>
                <a:lnTo>
                  <a:pt x="609" y="318"/>
                </a:lnTo>
                <a:lnTo>
                  <a:pt x="609" y="319"/>
                </a:lnTo>
                <a:lnTo>
                  <a:pt x="610" y="319"/>
                </a:lnTo>
                <a:lnTo>
                  <a:pt x="610" y="320"/>
                </a:lnTo>
                <a:lnTo>
                  <a:pt x="610" y="321"/>
                </a:lnTo>
                <a:lnTo>
                  <a:pt x="609" y="321"/>
                </a:lnTo>
                <a:lnTo>
                  <a:pt x="608" y="321"/>
                </a:lnTo>
                <a:lnTo>
                  <a:pt x="607" y="321"/>
                </a:lnTo>
                <a:lnTo>
                  <a:pt x="606" y="321"/>
                </a:lnTo>
                <a:lnTo>
                  <a:pt x="605" y="320"/>
                </a:lnTo>
                <a:lnTo>
                  <a:pt x="604" y="320"/>
                </a:lnTo>
                <a:lnTo>
                  <a:pt x="603" y="321"/>
                </a:lnTo>
                <a:lnTo>
                  <a:pt x="602" y="321"/>
                </a:lnTo>
                <a:lnTo>
                  <a:pt x="601" y="321"/>
                </a:lnTo>
                <a:lnTo>
                  <a:pt x="600" y="322"/>
                </a:lnTo>
                <a:lnTo>
                  <a:pt x="600" y="323"/>
                </a:lnTo>
                <a:lnTo>
                  <a:pt x="600" y="324"/>
                </a:lnTo>
                <a:lnTo>
                  <a:pt x="599" y="325"/>
                </a:lnTo>
                <a:lnTo>
                  <a:pt x="600" y="326"/>
                </a:lnTo>
                <a:lnTo>
                  <a:pt x="600" y="327"/>
                </a:lnTo>
                <a:lnTo>
                  <a:pt x="599" y="327"/>
                </a:lnTo>
                <a:lnTo>
                  <a:pt x="597" y="329"/>
                </a:lnTo>
                <a:lnTo>
                  <a:pt x="597" y="330"/>
                </a:lnTo>
                <a:lnTo>
                  <a:pt x="598" y="330"/>
                </a:lnTo>
                <a:lnTo>
                  <a:pt x="598" y="331"/>
                </a:lnTo>
                <a:lnTo>
                  <a:pt x="599" y="331"/>
                </a:lnTo>
                <a:lnTo>
                  <a:pt x="599" y="332"/>
                </a:lnTo>
                <a:lnTo>
                  <a:pt x="599" y="333"/>
                </a:lnTo>
                <a:lnTo>
                  <a:pt x="599" y="334"/>
                </a:lnTo>
                <a:lnTo>
                  <a:pt x="599" y="335"/>
                </a:lnTo>
                <a:lnTo>
                  <a:pt x="599" y="336"/>
                </a:lnTo>
                <a:lnTo>
                  <a:pt x="598" y="337"/>
                </a:lnTo>
                <a:lnTo>
                  <a:pt x="598" y="338"/>
                </a:lnTo>
                <a:lnTo>
                  <a:pt x="599" y="338"/>
                </a:lnTo>
                <a:lnTo>
                  <a:pt x="598" y="339"/>
                </a:lnTo>
                <a:lnTo>
                  <a:pt x="597" y="342"/>
                </a:lnTo>
                <a:lnTo>
                  <a:pt x="596" y="343"/>
                </a:lnTo>
                <a:lnTo>
                  <a:pt x="595" y="343"/>
                </a:lnTo>
                <a:lnTo>
                  <a:pt x="594" y="343"/>
                </a:lnTo>
                <a:lnTo>
                  <a:pt x="593" y="343"/>
                </a:lnTo>
                <a:lnTo>
                  <a:pt x="592" y="344"/>
                </a:lnTo>
                <a:lnTo>
                  <a:pt x="590" y="343"/>
                </a:lnTo>
                <a:lnTo>
                  <a:pt x="589" y="342"/>
                </a:lnTo>
                <a:lnTo>
                  <a:pt x="589" y="343"/>
                </a:lnTo>
                <a:lnTo>
                  <a:pt x="588" y="343"/>
                </a:lnTo>
                <a:lnTo>
                  <a:pt x="588" y="344"/>
                </a:lnTo>
                <a:lnTo>
                  <a:pt x="587" y="344"/>
                </a:lnTo>
                <a:lnTo>
                  <a:pt x="587" y="343"/>
                </a:lnTo>
                <a:lnTo>
                  <a:pt x="585" y="344"/>
                </a:lnTo>
                <a:lnTo>
                  <a:pt x="584" y="344"/>
                </a:lnTo>
                <a:lnTo>
                  <a:pt x="583" y="344"/>
                </a:lnTo>
                <a:lnTo>
                  <a:pt x="582" y="344"/>
                </a:lnTo>
                <a:lnTo>
                  <a:pt x="582" y="345"/>
                </a:lnTo>
                <a:lnTo>
                  <a:pt x="580" y="346"/>
                </a:lnTo>
                <a:lnTo>
                  <a:pt x="579" y="346"/>
                </a:lnTo>
                <a:lnTo>
                  <a:pt x="578" y="346"/>
                </a:lnTo>
                <a:lnTo>
                  <a:pt x="577" y="347"/>
                </a:lnTo>
                <a:lnTo>
                  <a:pt x="576" y="347"/>
                </a:lnTo>
                <a:lnTo>
                  <a:pt x="576" y="348"/>
                </a:lnTo>
                <a:lnTo>
                  <a:pt x="576" y="349"/>
                </a:lnTo>
                <a:lnTo>
                  <a:pt x="576" y="350"/>
                </a:lnTo>
                <a:lnTo>
                  <a:pt x="575" y="350"/>
                </a:lnTo>
                <a:lnTo>
                  <a:pt x="574" y="350"/>
                </a:lnTo>
                <a:lnTo>
                  <a:pt x="573" y="350"/>
                </a:lnTo>
                <a:lnTo>
                  <a:pt x="572" y="350"/>
                </a:lnTo>
                <a:lnTo>
                  <a:pt x="572" y="349"/>
                </a:lnTo>
                <a:lnTo>
                  <a:pt x="571" y="349"/>
                </a:lnTo>
                <a:lnTo>
                  <a:pt x="570" y="348"/>
                </a:lnTo>
                <a:lnTo>
                  <a:pt x="570" y="347"/>
                </a:lnTo>
                <a:lnTo>
                  <a:pt x="569" y="347"/>
                </a:lnTo>
                <a:lnTo>
                  <a:pt x="569" y="348"/>
                </a:lnTo>
                <a:lnTo>
                  <a:pt x="568" y="349"/>
                </a:lnTo>
                <a:lnTo>
                  <a:pt x="568" y="350"/>
                </a:lnTo>
                <a:lnTo>
                  <a:pt x="567" y="351"/>
                </a:lnTo>
                <a:lnTo>
                  <a:pt x="566" y="351"/>
                </a:lnTo>
                <a:lnTo>
                  <a:pt x="565" y="351"/>
                </a:lnTo>
                <a:lnTo>
                  <a:pt x="563" y="351"/>
                </a:lnTo>
                <a:lnTo>
                  <a:pt x="562" y="351"/>
                </a:lnTo>
                <a:lnTo>
                  <a:pt x="560" y="350"/>
                </a:lnTo>
                <a:lnTo>
                  <a:pt x="560" y="348"/>
                </a:lnTo>
                <a:lnTo>
                  <a:pt x="560" y="347"/>
                </a:lnTo>
                <a:lnTo>
                  <a:pt x="559" y="346"/>
                </a:lnTo>
                <a:lnTo>
                  <a:pt x="558" y="345"/>
                </a:lnTo>
                <a:lnTo>
                  <a:pt x="558" y="344"/>
                </a:lnTo>
                <a:lnTo>
                  <a:pt x="557" y="344"/>
                </a:lnTo>
                <a:lnTo>
                  <a:pt x="556" y="343"/>
                </a:lnTo>
                <a:lnTo>
                  <a:pt x="555" y="343"/>
                </a:lnTo>
                <a:lnTo>
                  <a:pt x="554" y="343"/>
                </a:lnTo>
                <a:lnTo>
                  <a:pt x="553" y="343"/>
                </a:lnTo>
                <a:lnTo>
                  <a:pt x="552" y="343"/>
                </a:lnTo>
                <a:lnTo>
                  <a:pt x="552" y="342"/>
                </a:lnTo>
                <a:lnTo>
                  <a:pt x="553" y="342"/>
                </a:lnTo>
                <a:lnTo>
                  <a:pt x="552" y="341"/>
                </a:lnTo>
                <a:lnTo>
                  <a:pt x="552" y="340"/>
                </a:lnTo>
                <a:lnTo>
                  <a:pt x="551" y="340"/>
                </a:lnTo>
                <a:lnTo>
                  <a:pt x="550" y="338"/>
                </a:lnTo>
                <a:lnTo>
                  <a:pt x="550" y="337"/>
                </a:lnTo>
                <a:lnTo>
                  <a:pt x="549" y="337"/>
                </a:lnTo>
                <a:lnTo>
                  <a:pt x="549" y="336"/>
                </a:lnTo>
                <a:lnTo>
                  <a:pt x="549" y="335"/>
                </a:lnTo>
                <a:lnTo>
                  <a:pt x="548" y="335"/>
                </a:lnTo>
                <a:lnTo>
                  <a:pt x="548" y="336"/>
                </a:lnTo>
                <a:lnTo>
                  <a:pt x="547" y="336"/>
                </a:lnTo>
                <a:lnTo>
                  <a:pt x="546" y="336"/>
                </a:lnTo>
                <a:lnTo>
                  <a:pt x="544" y="337"/>
                </a:lnTo>
                <a:lnTo>
                  <a:pt x="543" y="338"/>
                </a:lnTo>
                <a:lnTo>
                  <a:pt x="542" y="339"/>
                </a:lnTo>
                <a:lnTo>
                  <a:pt x="542" y="340"/>
                </a:lnTo>
                <a:lnTo>
                  <a:pt x="541" y="341"/>
                </a:lnTo>
                <a:lnTo>
                  <a:pt x="542" y="342"/>
                </a:lnTo>
                <a:lnTo>
                  <a:pt x="541" y="343"/>
                </a:lnTo>
                <a:lnTo>
                  <a:pt x="540" y="344"/>
                </a:lnTo>
                <a:lnTo>
                  <a:pt x="540" y="345"/>
                </a:lnTo>
                <a:lnTo>
                  <a:pt x="539" y="345"/>
                </a:lnTo>
                <a:lnTo>
                  <a:pt x="538" y="344"/>
                </a:lnTo>
                <a:lnTo>
                  <a:pt x="538" y="343"/>
                </a:lnTo>
                <a:lnTo>
                  <a:pt x="537" y="343"/>
                </a:lnTo>
                <a:lnTo>
                  <a:pt x="536" y="343"/>
                </a:lnTo>
                <a:lnTo>
                  <a:pt x="534" y="345"/>
                </a:lnTo>
                <a:lnTo>
                  <a:pt x="533" y="347"/>
                </a:lnTo>
                <a:lnTo>
                  <a:pt x="532" y="348"/>
                </a:lnTo>
                <a:lnTo>
                  <a:pt x="532" y="349"/>
                </a:lnTo>
                <a:lnTo>
                  <a:pt x="532" y="350"/>
                </a:lnTo>
                <a:lnTo>
                  <a:pt x="531" y="351"/>
                </a:lnTo>
                <a:lnTo>
                  <a:pt x="530" y="351"/>
                </a:lnTo>
                <a:lnTo>
                  <a:pt x="529" y="351"/>
                </a:lnTo>
                <a:lnTo>
                  <a:pt x="527" y="351"/>
                </a:lnTo>
                <a:lnTo>
                  <a:pt x="527" y="350"/>
                </a:lnTo>
                <a:lnTo>
                  <a:pt x="525" y="351"/>
                </a:lnTo>
                <a:lnTo>
                  <a:pt x="524" y="353"/>
                </a:lnTo>
                <a:lnTo>
                  <a:pt x="523" y="356"/>
                </a:lnTo>
                <a:lnTo>
                  <a:pt x="521" y="359"/>
                </a:lnTo>
                <a:lnTo>
                  <a:pt x="519" y="361"/>
                </a:lnTo>
                <a:lnTo>
                  <a:pt x="516" y="363"/>
                </a:lnTo>
                <a:lnTo>
                  <a:pt x="515" y="363"/>
                </a:lnTo>
                <a:lnTo>
                  <a:pt x="515" y="365"/>
                </a:lnTo>
                <a:lnTo>
                  <a:pt x="515" y="366"/>
                </a:lnTo>
                <a:lnTo>
                  <a:pt x="515" y="367"/>
                </a:lnTo>
                <a:lnTo>
                  <a:pt x="514" y="367"/>
                </a:lnTo>
                <a:lnTo>
                  <a:pt x="512" y="368"/>
                </a:lnTo>
                <a:lnTo>
                  <a:pt x="511" y="368"/>
                </a:lnTo>
                <a:lnTo>
                  <a:pt x="511" y="367"/>
                </a:lnTo>
                <a:lnTo>
                  <a:pt x="510" y="367"/>
                </a:lnTo>
                <a:lnTo>
                  <a:pt x="509" y="368"/>
                </a:lnTo>
                <a:lnTo>
                  <a:pt x="508" y="371"/>
                </a:lnTo>
                <a:lnTo>
                  <a:pt x="508" y="374"/>
                </a:lnTo>
                <a:lnTo>
                  <a:pt x="508" y="375"/>
                </a:lnTo>
                <a:lnTo>
                  <a:pt x="509" y="378"/>
                </a:lnTo>
                <a:lnTo>
                  <a:pt x="509" y="379"/>
                </a:lnTo>
                <a:lnTo>
                  <a:pt x="510" y="381"/>
                </a:lnTo>
                <a:lnTo>
                  <a:pt x="511" y="385"/>
                </a:lnTo>
                <a:lnTo>
                  <a:pt x="510" y="388"/>
                </a:lnTo>
                <a:lnTo>
                  <a:pt x="510" y="389"/>
                </a:lnTo>
                <a:lnTo>
                  <a:pt x="511" y="389"/>
                </a:lnTo>
                <a:lnTo>
                  <a:pt x="512" y="390"/>
                </a:lnTo>
                <a:lnTo>
                  <a:pt x="513" y="392"/>
                </a:lnTo>
                <a:lnTo>
                  <a:pt x="514" y="393"/>
                </a:lnTo>
                <a:lnTo>
                  <a:pt x="515" y="394"/>
                </a:lnTo>
                <a:lnTo>
                  <a:pt x="515" y="395"/>
                </a:lnTo>
                <a:lnTo>
                  <a:pt x="516" y="396"/>
                </a:lnTo>
                <a:lnTo>
                  <a:pt x="518" y="397"/>
                </a:lnTo>
                <a:lnTo>
                  <a:pt x="518" y="398"/>
                </a:lnTo>
                <a:lnTo>
                  <a:pt x="519" y="398"/>
                </a:lnTo>
                <a:lnTo>
                  <a:pt x="521" y="398"/>
                </a:lnTo>
                <a:lnTo>
                  <a:pt x="522" y="398"/>
                </a:lnTo>
                <a:lnTo>
                  <a:pt x="523" y="399"/>
                </a:lnTo>
                <a:lnTo>
                  <a:pt x="523" y="400"/>
                </a:lnTo>
                <a:lnTo>
                  <a:pt x="525" y="403"/>
                </a:lnTo>
                <a:lnTo>
                  <a:pt x="525" y="404"/>
                </a:lnTo>
                <a:lnTo>
                  <a:pt x="524" y="404"/>
                </a:lnTo>
                <a:lnTo>
                  <a:pt x="524" y="405"/>
                </a:lnTo>
                <a:lnTo>
                  <a:pt x="523" y="405"/>
                </a:lnTo>
                <a:lnTo>
                  <a:pt x="522" y="406"/>
                </a:lnTo>
                <a:lnTo>
                  <a:pt x="521" y="408"/>
                </a:lnTo>
                <a:lnTo>
                  <a:pt x="521" y="409"/>
                </a:lnTo>
                <a:lnTo>
                  <a:pt x="522" y="410"/>
                </a:lnTo>
                <a:lnTo>
                  <a:pt x="522" y="413"/>
                </a:lnTo>
                <a:lnTo>
                  <a:pt x="522" y="414"/>
                </a:lnTo>
                <a:lnTo>
                  <a:pt x="522" y="415"/>
                </a:lnTo>
                <a:lnTo>
                  <a:pt x="521" y="416"/>
                </a:lnTo>
                <a:lnTo>
                  <a:pt x="520" y="416"/>
                </a:lnTo>
                <a:lnTo>
                  <a:pt x="518" y="415"/>
                </a:lnTo>
                <a:lnTo>
                  <a:pt x="517" y="415"/>
                </a:lnTo>
                <a:lnTo>
                  <a:pt x="516" y="417"/>
                </a:lnTo>
                <a:lnTo>
                  <a:pt x="514" y="422"/>
                </a:lnTo>
                <a:lnTo>
                  <a:pt x="514" y="424"/>
                </a:lnTo>
                <a:lnTo>
                  <a:pt x="514" y="426"/>
                </a:lnTo>
                <a:lnTo>
                  <a:pt x="513" y="427"/>
                </a:lnTo>
                <a:lnTo>
                  <a:pt x="511" y="429"/>
                </a:lnTo>
                <a:lnTo>
                  <a:pt x="509" y="428"/>
                </a:lnTo>
                <a:lnTo>
                  <a:pt x="507" y="427"/>
                </a:lnTo>
                <a:lnTo>
                  <a:pt x="507" y="426"/>
                </a:lnTo>
                <a:lnTo>
                  <a:pt x="506" y="426"/>
                </a:lnTo>
                <a:lnTo>
                  <a:pt x="504" y="426"/>
                </a:lnTo>
                <a:lnTo>
                  <a:pt x="504" y="427"/>
                </a:lnTo>
                <a:lnTo>
                  <a:pt x="504" y="430"/>
                </a:lnTo>
                <a:lnTo>
                  <a:pt x="505" y="433"/>
                </a:lnTo>
                <a:lnTo>
                  <a:pt x="505" y="434"/>
                </a:lnTo>
                <a:lnTo>
                  <a:pt x="506" y="435"/>
                </a:lnTo>
                <a:lnTo>
                  <a:pt x="506" y="436"/>
                </a:lnTo>
                <a:lnTo>
                  <a:pt x="505" y="438"/>
                </a:lnTo>
                <a:lnTo>
                  <a:pt x="504" y="439"/>
                </a:lnTo>
                <a:lnTo>
                  <a:pt x="502" y="440"/>
                </a:lnTo>
                <a:lnTo>
                  <a:pt x="499" y="441"/>
                </a:lnTo>
                <a:lnTo>
                  <a:pt x="497" y="440"/>
                </a:lnTo>
                <a:lnTo>
                  <a:pt x="493" y="440"/>
                </a:lnTo>
                <a:lnTo>
                  <a:pt x="491" y="441"/>
                </a:lnTo>
                <a:lnTo>
                  <a:pt x="490" y="444"/>
                </a:lnTo>
                <a:lnTo>
                  <a:pt x="489" y="445"/>
                </a:lnTo>
                <a:lnTo>
                  <a:pt x="489" y="448"/>
                </a:lnTo>
                <a:lnTo>
                  <a:pt x="489" y="449"/>
                </a:lnTo>
                <a:lnTo>
                  <a:pt x="489" y="450"/>
                </a:lnTo>
                <a:lnTo>
                  <a:pt x="490" y="450"/>
                </a:lnTo>
                <a:lnTo>
                  <a:pt x="491" y="451"/>
                </a:lnTo>
                <a:lnTo>
                  <a:pt x="490" y="452"/>
                </a:lnTo>
                <a:lnTo>
                  <a:pt x="490" y="453"/>
                </a:lnTo>
                <a:lnTo>
                  <a:pt x="488" y="455"/>
                </a:lnTo>
                <a:lnTo>
                  <a:pt x="486" y="457"/>
                </a:lnTo>
                <a:lnTo>
                  <a:pt x="484" y="458"/>
                </a:lnTo>
                <a:lnTo>
                  <a:pt x="483" y="460"/>
                </a:lnTo>
                <a:lnTo>
                  <a:pt x="482" y="461"/>
                </a:lnTo>
                <a:lnTo>
                  <a:pt x="483" y="461"/>
                </a:lnTo>
                <a:lnTo>
                  <a:pt x="483" y="462"/>
                </a:lnTo>
                <a:lnTo>
                  <a:pt x="484" y="464"/>
                </a:lnTo>
                <a:lnTo>
                  <a:pt x="484" y="466"/>
                </a:lnTo>
                <a:lnTo>
                  <a:pt x="484" y="468"/>
                </a:lnTo>
                <a:lnTo>
                  <a:pt x="482" y="469"/>
                </a:lnTo>
                <a:lnTo>
                  <a:pt x="483" y="471"/>
                </a:lnTo>
                <a:lnTo>
                  <a:pt x="484" y="472"/>
                </a:lnTo>
                <a:lnTo>
                  <a:pt x="483" y="473"/>
                </a:lnTo>
                <a:lnTo>
                  <a:pt x="484" y="475"/>
                </a:lnTo>
                <a:lnTo>
                  <a:pt x="484" y="476"/>
                </a:lnTo>
                <a:lnTo>
                  <a:pt x="485" y="477"/>
                </a:lnTo>
                <a:lnTo>
                  <a:pt x="486" y="477"/>
                </a:lnTo>
                <a:lnTo>
                  <a:pt x="487" y="478"/>
                </a:lnTo>
                <a:lnTo>
                  <a:pt x="488" y="479"/>
                </a:lnTo>
                <a:lnTo>
                  <a:pt x="489" y="479"/>
                </a:lnTo>
                <a:lnTo>
                  <a:pt x="490" y="479"/>
                </a:lnTo>
                <a:lnTo>
                  <a:pt x="490" y="480"/>
                </a:lnTo>
                <a:lnTo>
                  <a:pt x="490" y="481"/>
                </a:lnTo>
                <a:lnTo>
                  <a:pt x="489" y="481"/>
                </a:lnTo>
                <a:lnTo>
                  <a:pt x="488" y="482"/>
                </a:lnTo>
                <a:lnTo>
                  <a:pt x="487" y="482"/>
                </a:lnTo>
                <a:lnTo>
                  <a:pt x="487" y="483"/>
                </a:lnTo>
                <a:lnTo>
                  <a:pt x="486" y="483"/>
                </a:lnTo>
                <a:lnTo>
                  <a:pt x="487" y="483"/>
                </a:lnTo>
                <a:lnTo>
                  <a:pt x="487" y="484"/>
                </a:lnTo>
                <a:lnTo>
                  <a:pt x="487" y="485"/>
                </a:lnTo>
                <a:lnTo>
                  <a:pt x="486" y="488"/>
                </a:lnTo>
                <a:lnTo>
                  <a:pt x="485" y="488"/>
                </a:lnTo>
                <a:lnTo>
                  <a:pt x="484" y="488"/>
                </a:lnTo>
                <a:lnTo>
                  <a:pt x="482" y="489"/>
                </a:lnTo>
                <a:lnTo>
                  <a:pt x="482" y="490"/>
                </a:lnTo>
                <a:lnTo>
                  <a:pt x="481" y="499"/>
                </a:lnTo>
                <a:lnTo>
                  <a:pt x="482" y="500"/>
                </a:lnTo>
                <a:lnTo>
                  <a:pt x="482" y="501"/>
                </a:lnTo>
                <a:lnTo>
                  <a:pt x="483" y="502"/>
                </a:lnTo>
                <a:lnTo>
                  <a:pt x="484" y="503"/>
                </a:lnTo>
                <a:lnTo>
                  <a:pt x="485" y="503"/>
                </a:lnTo>
                <a:lnTo>
                  <a:pt x="486" y="504"/>
                </a:lnTo>
                <a:lnTo>
                  <a:pt x="487" y="505"/>
                </a:lnTo>
                <a:lnTo>
                  <a:pt x="487" y="506"/>
                </a:lnTo>
                <a:lnTo>
                  <a:pt x="488" y="506"/>
                </a:lnTo>
                <a:lnTo>
                  <a:pt x="487" y="506"/>
                </a:lnTo>
                <a:lnTo>
                  <a:pt x="488" y="508"/>
                </a:lnTo>
                <a:lnTo>
                  <a:pt x="487" y="509"/>
                </a:lnTo>
                <a:lnTo>
                  <a:pt x="486" y="511"/>
                </a:lnTo>
                <a:lnTo>
                  <a:pt x="485" y="517"/>
                </a:lnTo>
                <a:lnTo>
                  <a:pt x="485" y="521"/>
                </a:lnTo>
                <a:lnTo>
                  <a:pt x="486" y="523"/>
                </a:lnTo>
                <a:lnTo>
                  <a:pt x="490" y="526"/>
                </a:lnTo>
                <a:lnTo>
                  <a:pt x="492" y="527"/>
                </a:lnTo>
                <a:lnTo>
                  <a:pt x="493" y="527"/>
                </a:lnTo>
                <a:lnTo>
                  <a:pt x="494" y="527"/>
                </a:lnTo>
                <a:lnTo>
                  <a:pt x="495" y="527"/>
                </a:lnTo>
                <a:lnTo>
                  <a:pt x="499" y="527"/>
                </a:lnTo>
                <a:lnTo>
                  <a:pt x="503" y="527"/>
                </a:lnTo>
                <a:lnTo>
                  <a:pt x="504" y="527"/>
                </a:lnTo>
                <a:lnTo>
                  <a:pt x="505" y="528"/>
                </a:lnTo>
                <a:lnTo>
                  <a:pt x="505" y="529"/>
                </a:lnTo>
                <a:lnTo>
                  <a:pt x="506" y="529"/>
                </a:lnTo>
                <a:lnTo>
                  <a:pt x="507" y="530"/>
                </a:lnTo>
                <a:lnTo>
                  <a:pt x="509" y="532"/>
                </a:lnTo>
                <a:lnTo>
                  <a:pt x="510" y="532"/>
                </a:lnTo>
                <a:lnTo>
                  <a:pt x="512" y="531"/>
                </a:lnTo>
                <a:lnTo>
                  <a:pt x="514" y="531"/>
                </a:lnTo>
                <a:lnTo>
                  <a:pt x="515" y="532"/>
                </a:lnTo>
                <a:lnTo>
                  <a:pt x="516" y="534"/>
                </a:lnTo>
                <a:lnTo>
                  <a:pt x="520" y="538"/>
                </a:lnTo>
                <a:lnTo>
                  <a:pt x="525" y="539"/>
                </a:lnTo>
                <a:lnTo>
                  <a:pt x="527" y="539"/>
                </a:lnTo>
                <a:lnTo>
                  <a:pt x="528" y="539"/>
                </a:lnTo>
                <a:lnTo>
                  <a:pt x="529" y="539"/>
                </a:lnTo>
                <a:lnTo>
                  <a:pt x="531" y="538"/>
                </a:lnTo>
                <a:lnTo>
                  <a:pt x="533" y="538"/>
                </a:lnTo>
                <a:lnTo>
                  <a:pt x="534" y="538"/>
                </a:lnTo>
                <a:lnTo>
                  <a:pt x="534" y="539"/>
                </a:lnTo>
                <a:lnTo>
                  <a:pt x="532" y="543"/>
                </a:lnTo>
                <a:lnTo>
                  <a:pt x="531" y="546"/>
                </a:lnTo>
                <a:lnTo>
                  <a:pt x="531" y="548"/>
                </a:lnTo>
                <a:lnTo>
                  <a:pt x="531" y="549"/>
                </a:lnTo>
                <a:lnTo>
                  <a:pt x="531" y="550"/>
                </a:lnTo>
                <a:lnTo>
                  <a:pt x="533" y="550"/>
                </a:lnTo>
                <a:lnTo>
                  <a:pt x="535" y="552"/>
                </a:lnTo>
                <a:lnTo>
                  <a:pt x="538" y="555"/>
                </a:lnTo>
                <a:lnTo>
                  <a:pt x="539" y="556"/>
                </a:lnTo>
                <a:lnTo>
                  <a:pt x="542" y="560"/>
                </a:lnTo>
                <a:lnTo>
                  <a:pt x="543" y="569"/>
                </a:lnTo>
                <a:lnTo>
                  <a:pt x="541" y="572"/>
                </a:lnTo>
                <a:lnTo>
                  <a:pt x="542" y="573"/>
                </a:lnTo>
                <a:lnTo>
                  <a:pt x="543" y="574"/>
                </a:lnTo>
                <a:lnTo>
                  <a:pt x="544" y="574"/>
                </a:lnTo>
                <a:lnTo>
                  <a:pt x="545" y="574"/>
                </a:lnTo>
                <a:lnTo>
                  <a:pt x="545" y="573"/>
                </a:lnTo>
                <a:lnTo>
                  <a:pt x="546" y="574"/>
                </a:lnTo>
                <a:lnTo>
                  <a:pt x="547" y="574"/>
                </a:lnTo>
                <a:lnTo>
                  <a:pt x="547" y="575"/>
                </a:lnTo>
                <a:lnTo>
                  <a:pt x="552" y="581"/>
                </a:lnTo>
                <a:lnTo>
                  <a:pt x="552" y="582"/>
                </a:lnTo>
                <a:lnTo>
                  <a:pt x="552" y="583"/>
                </a:lnTo>
                <a:lnTo>
                  <a:pt x="554" y="587"/>
                </a:lnTo>
                <a:lnTo>
                  <a:pt x="555" y="587"/>
                </a:lnTo>
                <a:lnTo>
                  <a:pt x="556" y="588"/>
                </a:lnTo>
                <a:lnTo>
                  <a:pt x="557" y="588"/>
                </a:lnTo>
                <a:lnTo>
                  <a:pt x="561" y="596"/>
                </a:lnTo>
                <a:lnTo>
                  <a:pt x="562" y="599"/>
                </a:lnTo>
                <a:lnTo>
                  <a:pt x="560" y="600"/>
                </a:lnTo>
                <a:lnTo>
                  <a:pt x="560" y="602"/>
                </a:lnTo>
                <a:lnTo>
                  <a:pt x="560" y="606"/>
                </a:lnTo>
                <a:lnTo>
                  <a:pt x="562" y="608"/>
                </a:lnTo>
                <a:lnTo>
                  <a:pt x="563" y="608"/>
                </a:lnTo>
                <a:lnTo>
                  <a:pt x="564" y="608"/>
                </a:lnTo>
                <a:lnTo>
                  <a:pt x="565" y="608"/>
                </a:lnTo>
                <a:lnTo>
                  <a:pt x="566" y="608"/>
                </a:lnTo>
                <a:lnTo>
                  <a:pt x="567" y="608"/>
                </a:lnTo>
                <a:lnTo>
                  <a:pt x="568" y="609"/>
                </a:lnTo>
                <a:lnTo>
                  <a:pt x="569" y="609"/>
                </a:lnTo>
                <a:lnTo>
                  <a:pt x="568" y="610"/>
                </a:lnTo>
                <a:lnTo>
                  <a:pt x="568" y="611"/>
                </a:lnTo>
                <a:lnTo>
                  <a:pt x="569" y="611"/>
                </a:lnTo>
                <a:lnTo>
                  <a:pt x="570" y="612"/>
                </a:lnTo>
                <a:lnTo>
                  <a:pt x="571" y="612"/>
                </a:lnTo>
                <a:lnTo>
                  <a:pt x="572" y="613"/>
                </a:lnTo>
                <a:lnTo>
                  <a:pt x="573" y="613"/>
                </a:lnTo>
                <a:lnTo>
                  <a:pt x="574" y="613"/>
                </a:lnTo>
                <a:lnTo>
                  <a:pt x="574" y="614"/>
                </a:lnTo>
                <a:lnTo>
                  <a:pt x="574" y="615"/>
                </a:lnTo>
                <a:lnTo>
                  <a:pt x="573" y="616"/>
                </a:lnTo>
                <a:lnTo>
                  <a:pt x="574" y="617"/>
                </a:lnTo>
                <a:lnTo>
                  <a:pt x="574" y="618"/>
                </a:lnTo>
                <a:lnTo>
                  <a:pt x="574" y="619"/>
                </a:lnTo>
                <a:lnTo>
                  <a:pt x="574" y="620"/>
                </a:lnTo>
                <a:lnTo>
                  <a:pt x="574" y="621"/>
                </a:lnTo>
                <a:lnTo>
                  <a:pt x="572" y="622"/>
                </a:lnTo>
                <a:lnTo>
                  <a:pt x="571" y="622"/>
                </a:lnTo>
                <a:lnTo>
                  <a:pt x="570" y="622"/>
                </a:lnTo>
                <a:lnTo>
                  <a:pt x="569" y="623"/>
                </a:lnTo>
                <a:lnTo>
                  <a:pt x="568" y="623"/>
                </a:lnTo>
                <a:lnTo>
                  <a:pt x="567" y="623"/>
                </a:lnTo>
                <a:lnTo>
                  <a:pt x="567" y="624"/>
                </a:lnTo>
                <a:lnTo>
                  <a:pt x="566" y="628"/>
                </a:lnTo>
                <a:lnTo>
                  <a:pt x="567" y="629"/>
                </a:lnTo>
                <a:lnTo>
                  <a:pt x="568" y="630"/>
                </a:lnTo>
                <a:lnTo>
                  <a:pt x="569" y="629"/>
                </a:lnTo>
                <a:lnTo>
                  <a:pt x="570" y="629"/>
                </a:lnTo>
                <a:lnTo>
                  <a:pt x="571" y="628"/>
                </a:lnTo>
                <a:lnTo>
                  <a:pt x="572" y="628"/>
                </a:lnTo>
                <a:lnTo>
                  <a:pt x="572" y="629"/>
                </a:lnTo>
                <a:lnTo>
                  <a:pt x="573" y="629"/>
                </a:lnTo>
                <a:lnTo>
                  <a:pt x="574" y="628"/>
                </a:lnTo>
                <a:lnTo>
                  <a:pt x="573" y="627"/>
                </a:lnTo>
                <a:lnTo>
                  <a:pt x="573" y="626"/>
                </a:lnTo>
                <a:lnTo>
                  <a:pt x="574" y="626"/>
                </a:lnTo>
                <a:lnTo>
                  <a:pt x="575" y="626"/>
                </a:lnTo>
                <a:lnTo>
                  <a:pt x="576" y="626"/>
                </a:lnTo>
                <a:lnTo>
                  <a:pt x="577" y="626"/>
                </a:lnTo>
                <a:lnTo>
                  <a:pt x="578" y="627"/>
                </a:lnTo>
                <a:lnTo>
                  <a:pt x="579" y="628"/>
                </a:lnTo>
                <a:lnTo>
                  <a:pt x="580" y="628"/>
                </a:lnTo>
                <a:lnTo>
                  <a:pt x="581" y="628"/>
                </a:lnTo>
                <a:lnTo>
                  <a:pt x="582" y="628"/>
                </a:lnTo>
                <a:lnTo>
                  <a:pt x="583" y="629"/>
                </a:lnTo>
                <a:lnTo>
                  <a:pt x="583" y="628"/>
                </a:lnTo>
                <a:lnTo>
                  <a:pt x="584" y="628"/>
                </a:lnTo>
                <a:lnTo>
                  <a:pt x="584" y="627"/>
                </a:lnTo>
                <a:lnTo>
                  <a:pt x="584" y="628"/>
                </a:lnTo>
                <a:lnTo>
                  <a:pt x="585" y="628"/>
                </a:lnTo>
                <a:lnTo>
                  <a:pt x="585" y="629"/>
                </a:lnTo>
                <a:lnTo>
                  <a:pt x="586" y="629"/>
                </a:lnTo>
                <a:lnTo>
                  <a:pt x="586" y="628"/>
                </a:lnTo>
                <a:lnTo>
                  <a:pt x="586" y="629"/>
                </a:lnTo>
                <a:lnTo>
                  <a:pt x="587" y="629"/>
                </a:lnTo>
                <a:lnTo>
                  <a:pt x="587" y="630"/>
                </a:lnTo>
                <a:lnTo>
                  <a:pt x="589" y="631"/>
                </a:lnTo>
                <a:lnTo>
                  <a:pt x="590" y="634"/>
                </a:lnTo>
                <a:lnTo>
                  <a:pt x="591" y="635"/>
                </a:lnTo>
                <a:lnTo>
                  <a:pt x="591" y="637"/>
                </a:lnTo>
                <a:lnTo>
                  <a:pt x="590" y="637"/>
                </a:lnTo>
                <a:lnTo>
                  <a:pt x="590" y="638"/>
                </a:lnTo>
                <a:lnTo>
                  <a:pt x="591" y="640"/>
                </a:lnTo>
                <a:lnTo>
                  <a:pt x="591" y="641"/>
                </a:lnTo>
                <a:lnTo>
                  <a:pt x="591" y="642"/>
                </a:lnTo>
                <a:lnTo>
                  <a:pt x="590" y="642"/>
                </a:lnTo>
                <a:lnTo>
                  <a:pt x="589" y="643"/>
                </a:lnTo>
                <a:lnTo>
                  <a:pt x="588" y="644"/>
                </a:lnTo>
                <a:lnTo>
                  <a:pt x="588" y="645"/>
                </a:lnTo>
                <a:lnTo>
                  <a:pt x="588" y="646"/>
                </a:lnTo>
                <a:lnTo>
                  <a:pt x="588" y="647"/>
                </a:lnTo>
                <a:lnTo>
                  <a:pt x="587" y="647"/>
                </a:lnTo>
                <a:lnTo>
                  <a:pt x="587" y="648"/>
                </a:lnTo>
                <a:lnTo>
                  <a:pt x="588" y="648"/>
                </a:lnTo>
                <a:lnTo>
                  <a:pt x="589" y="648"/>
                </a:lnTo>
                <a:lnTo>
                  <a:pt x="590" y="649"/>
                </a:lnTo>
                <a:lnTo>
                  <a:pt x="591" y="650"/>
                </a:lnTo>
                <a:lnTo>
                  <a:pt x="591" y="651"/>
                </a:lnTo>
                <a:lnTo>
                  <a:pt x="590" y="651"/>
                </a:lnTo>
                <a:lnTo>
                  <a:pt x="590" y="653"/>
                </a:lnTo>
                <a:lnTo>
                  <a:pt x="589" y="654"/>
                </a:lnTo>
                <a:lnTo>
                  <a:pt x="588" y="655"/>
                </a:lnTo>
                <a:lnTo>
                  <a:pt x="588" y="657"/>
                </a:lnTo>
                <a:lnTo>
                  <a:pt x="587" y="658"/>
                </a:lnTo>
                <a:lnTo>
                  <a:pt x="586" y="658"/>
                </a:lnTo>
                <a:lnTo>
                  <a:pt x="586" y="659"/>
                </a:lnTo>
                <a:lnTo>
                  <a:pt x="586" y="660"/>
                </a:lnTo>
                <a:lnTo>
                  <a:pt x="586" y="661"/>
                </a:lnTo>
                <a:lnTo>
                  <a:pt x="586" y="662"/>
                </a:lnTo>
                <a:lnTo>
                  <a:pt x="586" y="663"/>
                </a:lnTo>
                <a:lnTo>
                  <a:pt x="585" y="663"/>
                </a:lnTo>
                <a:lnTo>
                  <a:pt x="584" y="664"/>
                </a:lnTo>
                <a:lnTo>
                  <a:pt x="584" y="665"/>
                </a:lnTo>
                <a:lnTo>
                  <a:pt x="584" y="667"/>
                </a:lnTo>
                <a:lnTo>
                  <a:pt x="583" y="669"/>
                </a:lnTo>
                <a:lnTo>
                  <a:pt x="583" y="670"/>
                </a:lnTo>
                <a:lnTo>
                  <a:pt x="582" y="670"/>
                </a:lnTo>
                <a:lnTo>
                  <a:pt x="581" y="671"/>
                </a:lnTo>
                <a:lnTo>
                  <a:pt x="581" y="672"/>
                </a:lnTo>
                <a:lnTo>
                  <a:pt x="580" y="673"/>
                </a:lnTo>
                <a:lnTo>
                  <a:pt x="580" y="674"/>
                </a:lnTo>
                <a:lnTo>
                  <a:pt x="580" y="675"/>
                </a:lnTo>
                <a:lnTo>
                  <a:pt x="579" y="675"/>
                </a:lnTo>
                <a:lnTo>
                  <a:pt x="579" y="676"/>
                </a:lnTo>
                <a:lnTo>
                  <a:pt x="578" y="676"/>
                </a:lnTo>
                <a:lnTo>
                  <a:pt x="578" y="677"/>
                </a:lnTo>
                <a:lnTo>
                  <a:pt x="577" y="678"/>
                </a:lnTo>
                <a:lnTo>
                  <a:pt x="577" y="679"/>
                </a:lnTo>
                <a:lnTo>
                  <a:pt x="578" y="680"/>
                </a:lnTo>
                <a:lnTo>
                  <a:pt x="578" y="681"/>
                </a:lnTo>
                <a:lnTo>
                  <a:pt x="579" y="682"/>
                </a:lnTo>
                <a:lnTo>
                  <a:pt x="578" y="683"/>
                </a:lnTo>
                <a:lnTo>
                  <a:pt x="578" y="684"/>
                </a:lnTo>
                <a:lnTo>
                  <a:pt x="578" y="686"/>
                </a:lnTo>
                <a:lnTo>
                  <a:pt x="577" y="686"/>
                </a:lnTo>
                <a:lnTo>
                  <a:pt x="576" y="689"/>
                </a:lnTo>
                <a:lnTo>
                  <a:pt x="576" y="690"/>
                </a:lnTo>
                <a:lnTo>
                  <a:pt x="575" y="690"/>
                </a:lnTo>
                <a:lnTo>
                  <a:pt x="573" y="690"/>
                </a:lnTo>
                <a:lnTo>
                  <a:pt x="572" y="690"/>
                </a:lnTo>
                <a:lnTo>
                  <a:pt x="570" y="693"/>
                </a:lnTo>
                <a:lnTo>
                  <a:pt x="570" y="694"/>
                </a:lnTo>
                <a:lnTo>
                  <a:pt x="570" y="695"/>
                </a:lnTo>
                <a:lnTo>
                  <a:pt x="569" y="696"/>
                </a:lnTo>
                <a:lnTo>
                  <a:pt x="568" y="698"/>
                </a:lnTo>
                <a:lnTo>
                  <a:pt x="567" y="699"/>
                </a:lnTo>
                <a:lnTo>
                  <a:pt x="567" y="700"/>
                </a:lnTo>
                <a:lnTo>
                  <a:pt x="568" y="701"/>
                </a:lnTo>
                <a:lnTo>
                  <a:pt x="568" y="702"/>
                </a:lnTo>
                <a:lnTo>
                  <a:pt x="567" y="702"/>
                </a:lnTo>
                <a:lnTo>
                  <a:pt x="568" y="705"/>
                </a:lnTo>
                <a:lnTo>
                  <a:pt x="568" y="706"/>
                </a:lnTo>
                <a:lnTo>
                  <a:pt x="567" y="706"/>
                </a:lnTo>
                <a:lnTo>
                  <a:pt x="566" y="708"/>
                </a:lnTo>
                <a:lnTo>
                  <a:pt x="566" y="707"/>
                </a:lnTo>
                <a:lnTo>
                  <a:pt x="565" y="707"/>
                </a:lnTo>
                <a:lnTo>
                  <a:pt x="564" y="706"/>
                </a:lnTo>
                <a:lnTo>
                  <a:pt x="563" y="706"/>
                </a:lnTo>
                <a:lnTo>
                  <a:pt x="563" y="707"/>
                </a:lnTo>
                <a:lnTo>
                  <a:pt x="562" y="707"/>
                </a:lnTo>
                <a:lnTo>
                  <a:pt x="562" y="708"/>
                </a:lnTo>
                <a:lnTo>
                  <a:pt x="562" y="709"/>
                </a:lnTo>
                <a:lnTo>
                  <a:pt x="563" y="710"/>
                </a:lnTo>
                <a:lnTo>
                  <a:pt x="562" y="710"/>
                </a:lnTo>
                <a:lnTo>
                  <a:pt x="562" y="711"/>
                </a:lnTo>
                <a:lnTo>
                  <a:pt x="561" y="712"/>
                </a:lnTo>
                <a:lnTo>
                  <a:pt x="560" y="713"/>
                </a:lnTo>
                <a:lnTo>
                  <a:pt x="559" y="714"/>
                </a:lnTo>
                <a:lnTo>
                  <a:pt x="560" y="721"/>
                </a:lnTo>
                <a:lnTo>
                  <a:pt x="559" y="722"/>
                </a:lnTo>
                <a:lnTo>
                  <a:pt x="558" y="722"/>
                </a:lnTo>
                <a:lnTo>
                  <a:pt x="558" y="725"/>
                </a:lnTo>
                <a:lnTo>
                  <a:pt x="558" y="726"/>
                </a:lnTo>
                <a:lnTo>
                  <a:pt x="558" y="727"/>
                </a:lnTo>
                <a:lnTo>
                  <a:pt x="556" y="733"/>
                </a:lnTo>
                <a:lnTo>
                  <a:pt x="554" y="736"/>
                </a:lnTo>
                <a:lnTo>
                  <a:pt x="552" y="740"/>
                </a:lnTo>
                <a:lnTo>
                  <a:pt x="552" y="742"/>
                </a:lnTo>
                <a:lnTo>
                  <a:pt x="552" y="743"/>
                </a:lnTo>
                <a:lnTo>
                  <a:pt x="551" y="743"/>
                </a:lnTo>
                <a:lnTo>
                  <a:pt x="551" y="744"/>
                </a:lnTo>
                <a:lnTo>
                  <a:pt x="550" y="744"/>
                </a:lnTo>
                <a:lnTo>
                  <a:pt x="548" y="745"/>
                </a:lnTo>
                <a:lnTo>
                  <a:pt x="547" y="746"/>
                </a:lnTo>
                <a:lnTo>
                  <a:pt x="547" y="747"/>
                </a:lnTo>
                <a:lnTo>
                  <a:pt x="546" y="748"/>
                </a:lnTo>
                <a:lnTo>
                  <a:pt x="545" y="748"/>
                </a:lnTo>
                <a:lnTo>
                  <a:pt x="543" y="748"/>
                </a:lnTo>
                <a:lnTo>
                  <a:pt x="542" y="748"/>
                </a:lnTo>
                <a:lnTo>
                  <a:pt x="542" y="751"/>
                </a:lnTo>
                <a:lnTo>
                  <a:pt x="542" y="753"/>
                </a:lnTo>
                <a:lnTo>
                  <a:pt x="543" y="753"/>
                </a:lnTo>
                <a:lnTo>
                  <a:pt x="543" y="755"/>
                </a:lnTo>
                <a:lnTo>
                  <a:pt x="543" y="759"/>
                </a:lnTo>
                <a:lnTo>
                  <a:pt x="543" y="760"/>
                </a:lnTo>
                <a:lnTo>
                  <a:pt x="542" y="760"/>
                </a:lnTo>
                <a:lnTo>
                  <a:pt x="542" y="761"/>
                </a:lnTo>
                <a:lnTo>
                  <a:pt x="541" y="761"/>
                </a:lnTo>
                <a:lnTo>
                  <a:pt x="542" y="764"/>
                </a:lnTo>
                <a:lnTo>
                  <a:pt x="542" y="765"/>
                </a:lnTo>
                <a:lnTo>
                  <a:pt x="542" y="766"/>
                </a:lnTo>
                <a:lnTo>
                  <a:pt x="544" y="768"/>
                </a:lnTo>
                <a:lnTo>
                  <a:pt x="545" y="768"/>
                </a:lnTo>
                <a:lnTo>
                  <a:pt x="546" y="768"/>
                </a:lnTo>
                <a:lnTo>
                  <a:pt x="547" y="769"/>
                </a:lnTo>
                <a:lnTo>
                  <a:pt x="547" y="772"/>
                </a:lnTo>
                <a:lnTo>
                  <a:pt x="546" y="773"/>
                </a:lnTo>
                <a:lnTo>
                  <a:pt x="545" y="774"/>
                </a:lnTo>
                <a:lnTo>
                  <a:pt x="544" y="776"/>
                </a:lnTo>
                <a:lnTo>
                  <a:pt x="544" y="777"/>
                </a:lnTo>
                <a:lnTo>
                  <a:pt x="546" y="779"/>
                </a:lnTo>
                <a:lnTo>
                  <a:pt x="547" y="780"/>
                </a:lnTo>
                <a:lnTo>
                  <a:pt x="549" y="781"/>
                </a:lnTo>
                <a:lnTo>
                  <a:pt x="548" y="781"/>
                </a:lnTo>
                <a:lnTo>
                  <a:pt x="547" y="784"/>
                </a:lnTo>
                <a:lnTo>
                  <a:pt x="545" y="788"/>
                </a:lnTo>
                <a:lnTo>
                  <a:pt x="544" y="788"/>
                </a:lnTo>
                <a:lnTo>
                  <a:pt x="544" y="789"/>
                </a:lnTo>
                <a:lnTo>
                  <a:pt x="544" y="790"/>
                </a:lnTo>
                <a:lnTo>
                  <a:pt x="546" y="794"/>
                </a:lnTo>
                <a:lnTo>
                  <a:pt x="548" y="797"/>
                </a:lnTo>
                <a:lnTo>
                  <a:pt x="548" y="798"/>
                </a:lnTo>
                <a:lnTo>
                  <a:pt x="549" y="799"/>
                </a:lnTo>
                <a:lnTo>
                  <a:pt x="551" y="803"/>
                </a:lnTo>
                <a:lnTo>
                  <a:pt x="551" y="804"/>
                </a:lnTo>
                <a:lnTo>
                  <a:pt x="551" y="805"/>
                </a:lnTo>
                <a:lnTo>
                  <a:pt x="550" y="807"/>
                </a:lnTo>
                <a:lnTo>
                  <a:pt x="549" y="807"/>
                </a:lnTo>
                <a:lnTo>
                  <a:pt x="545" y="809"/>
                </a:lnTo>
                <a:lnTo>
                  <a:pt x="545" y="811"/>
                </a:lnTo>
                <a:lnTo>
                  <a:pt x="544" y="812"/>
                </a:lnTo>
                <a:lnTo>
                  <a:pt x="543" y="812"/>
                </a:lnTo>
                <a:lnTo>
                  <a:pt x="541" y="809"/>
                </a:lnTo>
                <a:lnTo>
                  <a:pt x="541" y="806"/>
                </a:lnTo>
                <a:lnTo>
                  <a:pt x="540" y="805"/>
                </a:lnTo>
                <a:lnTo>
                  <a:pt x="537" y="804"/>
                </a:lnTo>
                <a:lnTo>
                  <a:pt x="535" y="805"/>
                </a:lnTo>
                <a:lnTo>
                  <a:pt x="534" y="806"/>
                </a:lnTo>
                <a:lnTo>
                  <a:pt x="533" y="808"/>
                </a:lnTo>
                <a:lnTo>
                  <a:pt x="533" y="811"/>
                </a:lnTo>
                <a:lnTo>
                  <a:pt x="532" y="812"/>
                </a:lnTo>
                <a:lnTo>
                  <a:pt x="532" y="813"/>
                </a:lnTo>
                <a:lnTo>
                  <a:pt x="533" y="816"/>
                </a:lnTo>
                <a:lnTo>
                  <a:pt x="533" y="817"/>
                </a:lnTo>
                <a:lnTo>
                  <a:pt x="533" y="822"/>
                </a:lnTo>
                <a:lnTo>
                  <a:pt x="533" y="823"/>
                </a:lnTo>
                <a:lnTo>
                  <a:pt x="533" y="824"/>
                </a:lnTo>
                <a:lnTo>
                  <a:pt x="533" y="825"/>
                </a:lnTo>
                <a:lnTo>
                  <a:pt x="532" y="825"/>
                </a:lnTo>
                <a:lnTo>
                  <a:pt x="531" y="826"/>
                </a:lnTo>
                <a:lnTo>
                  <a:pt x="528" y="827"/>
                </a:lnTo>
                <a:lnTo>
                  <a:pt x="524" y="832"/>
                </a:lnTo>
                <a:lnTo>
                  <a:pt x="522" y="834"/>
                </a:lnTo>
                <a:lnTo>
                  <a:pt x="520" y="834"/>
                </a:lnTo>
                <a:lnTo>
                  <a:pt x="519" y="834"/>
                </a:lnTo>
                <a:lnTo>
                  <a:pt x="519" y="833"/>
                </a:lnTo>
                <a:lnTo>
                  <a:pt x="518" y="833"/>
                </a:lnTo>
                <a:lnTo>
                  <a:pt x="518" y="832"/>
                </a:lnTo>
                <a:lnTo>
                  <a:pt x="512" y="834"/>
                </a:lnTo>
                <a:lnTo>
                  <a:pt x="512" y="835"/>
                </a:lnTo>
                <a:lnTo>
                  <a:pt x="513" y="835"/>
                </a:lnTo>
                <a:lnTo>
                  <a:pt x="513" y="836"/>
                </a:lnTo>
                <a:lnTo>
                  <a:pt x="513" y="837"/>
                </a:lnTo>
                <a:lnTo>
                  <a:pt x="512" y="838"/>
                </a:lnTo>
                <a:lnTo>
                  <a:pt x="511" y="839"/>
                </a:lnTo>
                <a:lnTo>
                  <a:pt x="510" y="839"/>
                </a:lnTo>
                <a:lnTo>
                  <a:pt x="509" y="840"/>
                </a:lnTo>
                <a:lnTo>
                  <a:pt x="509" y="839"/>
                </a:lnTo>
                <a:lnTo>
                  <a:pt x="508" y="838"/>
                </a:lnTo>
                <a:lnTo>
                  <a:pt x="507" y="838"/>
                </a:lnTo>
                <a:lnTo>
                  <a:pt x="506" y="838"/>
                </a:lnTo>
                <a:lnTo>
                  <a:pt x="505" y="838"/>
                </a:lnTo>
                <a:lnTo>
                  <a:pt x="504" y="838"/>
                </a:lnTo>
                <a:lnTo>
                  <a:pt x="503" y="838"/>
                </a:lnTo>
                <a:lnTo>
                  <a:pt x="501" y="842"/>
                </a:lnTo>
                <a:lnTo>
                  <a:pt x="500" y="843"/>
                </a:lnTo>
                <a:lnTo>
                  <a:pt x="500" y="844"/>
                </a:lnTo>
                <a:lnTo>
                  <a:pt x="501" y="845"/>
                </a:lnTo>
                <a:lnTo>
                  <a:pt x="502" y="846"/>
                </a:lnTo>
                <a:lnTo>
                  <a:pt x="503" y="846"/>
                </a:lnTo>
                <a:lnTo>
                  <a:pt x="505" y="845"/>
                </a:lnTo>
                <a:lnTo>
                  <a:pt x="506" y="844"/>
                </a:lnTo>
                <a:lnTo>
                  <a:pt x="507" y="844"/>
                </a:lnTo>
                <a:lnTo>
                  <a:pt x="509" y="846"/>
                </a:lnTo>
                <a:lnTo>
                  <a:pt x="509" y="848"/>
                </a:lnTo>
                <a:lnTo>
                  <a:pt x="507" y="851"/>
                </a:lnTo>
                <a:lnTo>
                  <a:pt x="506" y="851"/>
                </a:lnTo>
                <a:lnTo>
                  <a:pt x="504" y="854"/>
                </a:lnTo>
                <a:lnTo>
                  <a:pt x="504" y="855"/>
                </a:lnTo>
                <a:lnTo>
                  <a:pt x="504" y="856"/>
                </a:lnTo>
                <a:lnTo>
                  <a:pt x="504" y="858"/>
                </a:lnTo>
                <a:lnTo>
                  <a:pt x="504" y="859"/>
                </a:lnTo>
                <a:lnTo>
                  <a:pt x="505" y="859"/>
                </a:lnTo>
                <a:lnTo>
                  <a:pt x="505" y="860"/>
                </a:lnTo>
                <a:lnTo>
                  <a:pt x="512" y="862"/>
                </a:lnTo>
                <a:lnTo>
                  <a:pt x="515" y="862"/>
                </a:lnTo>
                <a:lnTo>
                  <a:pt x="516" y="861"/>
                </a:lnTo>
                <a:lnTo>
                  <a:pt x="516" y="862"/>
                </a:lnTo>
                <a:lnTo>
                  <a:pt x="516" y="863"/>
                </a:lnTo>
                <a:lnTo>
                  <a:pt x="516" y="864"/>
                </a:lnTo>
                <a:lnTo>
                  <a:pt x="516" y="865"/>
                </a:lnTo>
                <a:lnTo>
                  <a:pt x="515" y="865"/>
                </a:lnTo>
                <a:lnTo>
                  <a:pt x="515" y="867"/>
                </a:lnTo>
                <a:lnTo>
                  <a:pt x="515" y="868"/>
                </a:lnTo>
                <a:lnTo>
                  <a:pt x="516" y="869"/>
                </a:lnTo>
                <a:lnTo>
                  <a:pt x="517" y="869"/>
                </a:lnTo>
                <a:lnTo>
                  <a:pt x="520" y="871"/>
                </a:lnTo>
                <a:lnTo>
                  <a:pt x="523" y="873"/>
                </a:lnTo>
                <a:lnTo>
                  <a:pt x="524" y="873"/>
                </a:lnTo>
                <a:lnTo>
                  <a:pt x="524" y="874"/>
                </a:lnTo>
                <a:lnTo>
                  <a:pt x="524" y="875"/>
                </a:lnTo>
                <a:lnTo>
                  <a:pt x="524" y="876"/>
                </a:lnTo>
                <a:lnTo>
                  <a:pt x="524" y="877"/>
                </a:lnTo>
                <a:lnTo>
                  <a:pt x="524" y="878"/>
                </a:lnTo>
                <a:lnTo>
                  <a:pt x="523" y="878"/>
                </a:lnTo>
                <a:lnTo>
                  <a:pt x="522" y="878"/>
                </a:lnTo>
                <a:lnTo>
                  <a:pt x="521" y="877"/>
                </a:lnTo>
                <a:lnTo>
                  <a:pt x="520" y="878"/>
                </a:lnTo>
                <a:lnTo>
                  <a:pt x="517" y="878"/>
                </a:lnTo>
                <a:lnTo>
                  <a:pt x="517" y="879"/>
                </a:lnTo>
                <a:lnTo>
                  <a:pt x="517" y="880"/>
                </a:lnTo>
                <a:lnTo>
                  <a:pt x="518" y="880"/>
                </a:lnTo>
                <a:lnTo>
                  <a:pt x="519" y="880"/>
                </a:lnTo>
                <a:lnTo>
                  <a:pt x="520" y="880"/>
                </a:lnTo>
                <a:lnTo>
                  <a:pt x="520" y="881"/>
                </a:lnTo>
                <a:lnTo>
                  <a:pt x="519" y="885"/>
                </a:lnTo>
                <a:lnTo>
                  <a:pt x="519" y="887"/>
                </a:lnTo>
                <a:lnTo>
                  <a:pt x="520" y="888"/>
                </a:lnTo>
                <a:lnTo>
                  <a:pt x="521" y="888"/>
                </a:lnTo>
                <a:lnTo>
                  <a:pt x="523" y="889"/>
                </a:lnTo>
                <a:lnTo>
                  <a:pt x="524" y="889"/>
                </a:lnTo>
                <a:lnTo>
                  <a:pt x="524" y="890"/>
                </a:lnTo>
                <a:lnTo>
                  <a:pt x="524" y="891"/>
                </a:lnTo>
                <a:lnTo>
                  <a:pt x="524" y="892"/>
                </a:lnTo>
                <a:lnTo>
                  <a:pt x="525" y="895"/>
                </a:lnTo>
                <a:lnTo>
                  <a:pt x="526" y="896"/>
                </a:lnTo>
                <a:lnTo>
                  <a:pt x="528" y="895"/>
                </a:lnTo>
                <a:lnTo>
                  <a:pt x="529" y="894"/>
                </a:lnTo>
                <a:lnTo>
                  <a:pt x="532" y="894"/>
                </a:lnTo>
                <a:lnTo>
                  <a:pt x="532" y="895"/>
                </a:lnTo>
                <a:lnTo>
                  <a:pt x="535" y="897"/>
                </a:lnTo>
                <a:lnTo>
                  <a:pt x="536" y="899"/>
                </a:lnTo>
                <a:lnTo>
                  <a:pt x="537" y="900"/>
                </a:lnTo>
                <a:lnTo>
                  <a:pt x="541" y="901"/>
                </a:lnTo>
                <a:lnTo>
                  <a:pt x="542" y="901"/>
                </a:lnTo>
                <a:lnTo>
                  <a:pt x="543" y="900"/>
                </a:lnTo>
                <a:lnTo>
                  <a:pt x="545" y="900"/>
                </a:lnTo>
                <a:lnTo>
                  <a:pt x="546" y="901"/>
                </a:lnTo>
                <a:lnTo>
                  <a:pt x="546" y="903"/>
                </a:lnTo>
                <a:lnTo>
                  <a:pt x="548" y="906"/>
                </a:lnTo>
                <a:lnTo>
                  <a:pt x="550" y="909"/>
                </a:lnTo>
                <a:lnTo>
                  <a:pt x="552" y="910"/>
                </a:lnTo>
                <a:lnTo>
                  <a:pt x="552" y="911"/>
                </a:lnTo>
                <a:lnTo>
                  <a:pt x="551" y="912"/>
                </a:lnTo>
                <a:lnTo>
                  <a:pt x="551" y="913"/>
                </a:lnTo>
                <a:lnTo>
                  <a:pt x="552" y="913"/>
                </a:lnTo>
                <a:lnTo>
                  <a:pt x="552" y="914"/>
                </a:lnTo>
                <a:lnTo>
                  <a:pt x="552" y="913"/>
                </a:lnTo>
                <a:lnTo>
                  <a:pt x="552" y="914"/>
                </a:lnTo>
                <a:lnTo>
                  <a:pt x="550" y="918"/>
                </a:lnTo>
                <a:lnTo>
                  <a:pt x="552" y="920"/>
                </a:lnTo>
                <a:lnTo>
                  <a:pt x="552" y="921"/>
                </a:lnTo>
                <a:lnTo>
                  <a:pt x="553" y="921"/>
                </a:lnTo>
                <a:lnTo>
                  <a:pt x="552" y="921"/>
                </a:lnTo>
                <a:lnTo>
                  <a:pt x="551" y="924"/>
                </a:lnTo>
                <a:lnTo>
                  <a:pt x="550" y="924"/>
                </a:lnTo>
                <a:lnTo>
                  <a:pt x="550" y="925"/>
                </a:lnTo>
                <a:lnTo>
                  <a:pt x="549" y="925"/>
                </a:lnTo>
                <a:lnTo>
                  <a:pt x="548" y="925"/>
                </a:lnTo>
                <a:lnTo>
                  <a:pt x="547" y="926"/>
                </a:lnTo>
                <a:lnTo>
                  <a:pt x="547" y="927"/>
                </a:lnTo>
                <a:lnTo>
                  <a:pt x="549" y="931"/>
                </a:lnTo>
                <a:lnTo>
                  <a:pt x="549" y="934"/>
                </a:lnTo>
                <a:lnTo>
                  <a:pt x="547" y="934"/>
                </a:lnTo>
                <a:lnTo>
                  <a:pt x="547" y="935"/>
                </a:lnTo>
                <a:lnTo>
                  <a:pt x="547" y="936"/>
                </a:lnTo>
                <a:lnTo>
                  <a:pt x="547" y="937"/>
                </a:lnTo>
                <a:lnTo>
                  <a:pt x="547" y="941"/>
                </a:lnTo>
                <a:lnTo>
                  <a:pt x="546" y="944"/>
                </a:lnTo>
                <a:lnTo>
                  <a:pt x="547" y="944"/>
                </a:lnTo>
                <a:lnTo>
                  <a:pt x="548" y="944"/>
                </a:lnTo>
                <a:lnTo>
                  <a:pt x="549" y="946"/>
                </a:lnTo>
                <a:lnTo>
                  <a:pt x="549" y="947"/>
                </a:lnTo>
                <a:lnTo>
                  <a:pt x="548" y="947"/>
                </a:lnTo>
                <a:lnTo>
                  <a:pt x="546" y="947"/>
                </a:lnTo>
                <a:lnTo>
                  <a:pt x="546" y="948"/>
                </a:lnTo>
                <a:lnTo>
                  <a:pt x="547" y="949"/>
                </a:lnTo>
                <a:lnTo>
                  <a:pt x="548" y="949"/>
                </a:lnTo>
                <a:lnTo>
                  <a:pt x="548" y="950"/>
                </a:lnTo>
                <a:lnTo>
                  <a:pt x="547" y="951"/>
                </a:lnTo>
                <a:lnTo>
                  <a:pt x="544" y="952"/>
                </a:lnTo>
                <a:lnTo>
                  <a:pt x="543" y="952"/>
                </a:lnTo>
                <a:lnTo>
                  <a:pt x="541" y="953"/>
                </a:lnTo>
                <a:lnTo>
                  <a:pt x="542" y="954"/>
                </a:lnTo>
                <a:lnTo>
                  <a:pt x="542" y="955"/>
                </a:lnTo>
                <a:lnTo>
                  <a:pt x="543" y="955"/>
                </a:lnTo>
                <a:lnTo>
                  <a:pt x="544" y="955"/>
                </a:lnTo>
                <a:lnTo>
                  <a:pt x="545" y="955"/>
                </a:lnTo>
                <a:lnTo>
                  <a:pt x="548" y="956"/>
                </a:lnTo>
                <a:lnTo>
                  <a:pt x="550" y="957"/>
                </a:lnTo>
                <a:lnTo>
                  <a:pt x="550" y="958"/>
                </a:lnTo>
                <a:lnTo>
                  <a:pt x="551" y="960"/>
                </a:lnTo>
                <a:lnTo>
                  <a:pt x="551" y="961"/>
                </a:lnTo>
                <a:lnTo>
                  <a:pt x="550" y="962"/>
                </a:lnTo>
                <a:lnTo>
                  <a:pt x="548" y="963"/>
                </a:lnTo>
                <a:lnTo>
                  <a:pt x="546" y="963"/>
                </a:lnTo>
                <a:lnTo>
                  <a:pt x="545" y="963"/>
                </a:lnTo>
                <a:lnTo>
                  <a:pt x="545" y="965"/>
                </a:lnTo>
                <a:lnTo>
                  <a:pt x="547" y="969"/>
                </a:lnTo>
                <a:lnTo>
                  <a:pt x="548" y="972"/>
                </a:lnTo>
                <a:lnTo>
                  <a:pt x="548" y="973"/>
                </a:lnTo>
                <a:lnTo>
                  <a:pt x="549" y="975"/>
                </a:lnTo>
                <a:lnTo>
                  <a:pt x="549" y="976"/>
                </a:lnTo>
                <a:lnTo>
                  <a:pt x="548" y="977"/>
                </a:lnTo>
                <a:lnTo>
                  <a:pt x="547" y="978"/>
                </a:lnTo>
                <a:lnTo>
                  <a:pt x="546" y="978"/>
                </a:lnTo>
                <a:lnTo>
                  <a:pt x="545" y="979"/>
                </a:lnTo>
                <a:lnTo>
                  <a:pt x="544" y="980"/>
                </a:lnTo>
                <a:lnTo>
                  <a:pt x="545" y="982"/>
                </a:lnTo>
                <a:lnTo>
                  <a:pt x="545" y="983"/>
                </a:lnTo>
                <a:lnTo>
                  <a:pt x="546" y="983"/>
                </a:lnTo>
                <a:lnTo>
                  <a:pt x="548" y="983"/>
                </a:lnTo>
                <a:lnTo>
                  <a:pt x="550" y="983"/>
                </a:lnTo>
                <a:lnTo>
                  <a:pt x="551" y="983"/>
                </a:lnTo>
                <a:lnTo>
                  <a:pt x="552" y="983"/>
                </a:lnTo>
                <a:lnTo>
                  <a:pt x="552" y="984"/>
                </a:lnTo>
                <a:lnTo>
                  <a:pt x="551" y="987"/>
                </a:lnTo>
                <a:lnTo>
                  <a:pt x="552" y="988"/>
                </a:lnTo>
                <a:lnTo>
                  <a:pt x="552" y="989"/>
                </a:lnTo>
                <a:lnTo>
                  <a:pt x="552" y="990"/>
                </a:lnTo>
                <a:lnTo>
                  <a:pt x="550" y="991"/>
                </a:lnTo>
                <a:lnTo>
                  <a:pt x="549" y="991"/>
                </a:lnTo>
                <a:lnTo>
                  <a:pt x="547" y="992"/>
                </a:lnTo>
                <a:lnTo>
                  <a:pt x="546" y="992"/>
                </a:lnTo>
                <a:lnTo>
                  <a:pt x="546" y="991"/>
                </a:lnTo>
                <a:lnTo>
                  <a:pt x="544" y="990"/>
                </a:lnTo>
                <a:lnTo>
                  <a:pt x="543" y="990"/>
                </a:lnTo>
                <a:lnTo>
                  <a:pt x="543" y="991"/>
                </a:lnTo>
                <a:lnTo>
                  <a:pt x="543" y="992"/>
                </a:lnTo>
                <a:lnTo>
                  <a:pt x="542" y="992"/>
                </a:lnTo>
                <a:lnTo>
                  <a:pt x="541" y="992"/>
                </a:lnTo>
                <a:lnTo>
                  <a:pt x="541" y="993"/>
                </a:lnTo>
                <a:lnTo>
                  <a:pt x="542" y="994"/>
                </a:lnTo>
                <a:lnTo>
                  <a:pt x="543" y="994"/>
                </a:lnTo>
                <a:lnTo>
                  <a:pt x="543" y="995"/>
                </a:lnTo>
                <a:lnTo>
                  <a:pt x="544" y="995"/>
                </a:lnTo>
                <a:lnTo>
                  <a:pt x="544" y="996"/>
                </a:lnTo>
                <a:lnTo>
                  <a:pt x="545" y="997"/>
                </a:lnTo>
                <a:lnTo>
                  <a:pt x="545" y="998"/>
                </a:lnTo>
                <a:lnTo>
                  <a:pt x="545" y="1000"/>
                </a:lnTo>
                <a:lnTo>
                  <a:pt x="546" y="1000"/>
                </a:lnTo>
                <a:lnTo>
                  <a:pt x="546" y="1001"/>
                </a:lnTo>
                <a:lnTo>
                  <a:pt x="546" y="1002"/>
                </a:lnTo>
                <a:lnTo>
                  <a:pt x="546" y="1003"/>
                </a:lnTo>
                <a:lnTo>
                  <a:pt x="545" y="1003"/>
                </a:lnTo>
                <a:lnTo>
                  <a:pt x="545" y="1004"/>
                </a:lnTo>
                <a:lnTo>
                  <a:pt x="544" y="1004"/>
                </a:lnTo>
                <a:lnTo>
                  <a:pt x="544" y="1005"/>
                </a:lnTo>
                <a:lnTo>
                  <a:pt x="544" y="1006"/>
                </a:lnTo>
                <a:lnTo>
                  <a:pt x="545" y="1006"/>
                </a:lnTo>
                <a:lnTo>
                  <a:pt x="546" y="1008"/>
                </a:lnTo>
                <a:lnTo>
                  <a:pt x="545" y="1008"/>
                </a:lnTo>
                <a:lnTo>
                  <a:pt x="545" y="1009"/>
                </a:lnTo>
                <a:lnTo>
                  <a:pt x="545" y="1010"/>
                </a:lnTo>
                <a:lnTo>
                  <a:pt x="545" y="1011"/>
                </a:lnTo>
                <a:lnTo>
                  <a:pt x="545" y="1013"/>
                </a:lnTo>
                <a:lnTo>
                  <a:pt x="545" y="1014"/>
                </a:lnTo>
                <a:lnTo>
                  <a:pt x="544" y="1014"/>
                </a:lnTo>
                <a:lnTo>
                  <a:pt x="544" y="1015"/>
                </a:lnTo>
                <a:lnTo>
                  <a:pt x="544" y="1017"/>
                </a:lnTo>
                <a:lnTo>
                  <a:pt x="544" y="1018"/>
                </a:lnTo>
                <a:lnTo>
                  <a:pt x="545" y="1019"/>
                </a:lnTo>
                <a:lnTo>
                  <a:pt x="546" y="1019"/>
                </a:lnTo>
                <a:lnTo>
                  <a:pt x="547" y="1019"/>
                </a:lnTo>
                <a:lnTo>
                  <a:pt x="548" y="1019"/>
                </a:lnTo>
                <a:lnTo>
                  <a:pt x="548" y="1020"/>
                </a:lnTo>
                <a:lnTo>
                  <a:pt x="547" y="1022"/>
                </a:lnTo>
                <a:lnTo>
                  <a:pt x="548" y="1022"/>
                </a:lnTo>
                <a:lnTo>
                  <a:pt x="549" y="1022"/>
                </a:lnTo>
                <a:lnTo>
                  <a:pt x="549" y="1023"/>
                </a:lnTo>
                <a:lnTo>
                  <a:pt x="548" y="1023"/>
                </a:lnTo>
                <a:lnTo>
                  <a:pt x="547" y="1025"/>
                </a:lnTo>
                <a:lnTo>
                  <a:pt x="546" y="1025"/>
                </a:lnTo>
                <a:lnTo>
                  <a:pt x="546" y="1026"/>
                </a:lnTo>
                <a:lnTo>
                  <a:pt x="545" y="1025"/>
                </a:lnTo>
                <a:lnTo>
                  <a:pt x="544" y="1025"/>
                </a:lnTo>
                <a:lnTo>
                  <a:pt x="544" y="1024"/>
                </a:lnTo>
                <a:lnTo>
                  <a:pt x="544" y="1023"/>
                </a:lnTo>
                <a:lnTo>
                  <a:pt x="542" y="1023"/>
                </a:lnTo>
                <a:lnTo>
                  <a:pt x="542" y="1024"/>
                </a:lnTo>
                <a:lnTo>
                  <a:pt x="542" y="1025"/>
                </a:lnTo>
                <a:lnTo>
                  <a:pt x="541" y="1025"/>
                </a:lnTo>
                <a:lnTo>
                  <a:pt x="540" y="1026"/>
                </a:lnTo>
                <a:lnTo>
                  <a:pt x="539" y="1026"/>
                </a:lnTo>
                <a:lnTo>
                  <a:pt x="537" y="1026"/>
                </a:lnTo>
                <a:lnTo>
                  <a:pt x="536" y="1026"/>
                </a:lnTo>
                <a:lnTo>
                  <a:pt x="536" y="1027"/>
                </a:lnTo>
                <a:lnTo>
                  <a:pt x="536" y="1028"/>
                </a:lnTo>
                <a:lnTo>
                  <a:pt x="537" y="1028"/>
                </a:lnTo>
                <a:lnTo>
                  <a:pt x="537" y="1029"/>
                </a:lnTo>
                <a:lnTo>
                  <a:pt x="537" y="1030"/>
                </a:lnTo>
                <a:lnTo>
                  <a:pt x="539" y="1030"/>
                </a:lnTo>
                <a:lnTo>
                  <a:pt x="540" y="1031"/>
                </a:lnTo>
                <a:lnTo>
                  <a:pt x="540" y="1032"/>
                </a:lnTo>
                <a:lnTo>
                  <a:pt x="539" y="1032"/>
                </a:lnTo>
                <a:lnTo>
                  <a:pt x="538" y="1032"/>
                </a:lnTo>
                <a:lnTo>
                  <a:pt x="537" y="1032"/>
                </a:lnTo>
                <a:lnTo>
                  <a:pt x="537" y="1033"/>
                </a:lnTo>
                <a:lnTo>
                  <a:pt x="536" y="1033"/>
                </a:lnTo>
                <a:lnTo>
                  <a:pt x="536" y="1034"/>
                </a:lnTo>
                <a:lnTo>
                  <a:pt x="537" y="1034"/>
                </a:lnTo>
                <a:lnTo>
                  <a:pt x="538" y="1035"/>
                </a:lnTo>
                <a:lnTo>
                  <a:pt x="540" y="1036"/>
                </a:lnTo>
                <a:lnTo>
                  <a:pt x="541" y="1037"/>
                </a:lnTo>
                <a:lnTo>
                  <a:pt x="541" y="1039"/>
                </a:lnTo>
                <a:lnTo>
                  <a:pt x="539" y="1040"/>
                </a:lnTo>
                <a:lnTo>
                  <a:pt x="538" y="1041"/>
                </a:lnTo>
                <a:lnTo>
                  <a:pt x="538" y="1042"/>
                </a:lnTo>
                <a:lnTo>
                  <a:pt x="538" y="1043"/>
                </a:lnTo>
                <a:lnTo>
                  <a:pt x="539" y="1044"/>
                </a:lnTo>
                <a:lnTo>
                  <a:pt x="539" y="1045"/>
                </a:lnTo>
                <a:lnTo>
                  <a:pt x="540" y="1046"/>
                </a:lnTo>
                <a:lnTo>
                  <a:pt x="541" y="1047"/>
                </a:lnTo>
                <a:lnTo>
                  <a:pt x="542" y="1048"/>
                </a:lnTo>
                <a:lnTo>
                  <a:pt x="541" y="1048"/>
                </a:lnTo>
                <a:lnTo>
                  <a:pt x="541" y="1049"/>
                </a:lnTo>
                <a:lnTo>
                  <a:pt x="541" y="1050"/>
                </a:lnTo>
                <a:lnTo>
                  <a:pt x="541" y="1052"/>
                </a:lnTo>
                <a:lnTo>
                  <a:pt x="541" y="1053"/>
                </a:lnTo>
                <a:lnTo>
                  <a:pt x="540" y="1053"/>
                </a:lnTo>
                <a:lnTo>
                  <a:pt x="542" y="1054"/>
                </a:lnTo>
                <a:lnTo>
                  <a:pt x="543" y="1054"/>
                </a:lnTo>
                <a:lnTo>
                  <a:pt x="544" y="1054"/>
                </a:lnTo>
                <a:lnTo>
                  <a:pt x="545" y="1056"/>
                </a:lnTo>
                <a:lnTo>
                  <a:pt x="545" y="1057"/>
                </a:lnTo>
                <a:lnTo>
                  <a:pt x="546" y="1057"/>
                </a:lnTo>
                <a:lnTo>
                  <a:pt x="545" y="1057"/>
                </a:lnTo>
                <a:lnTo>
                  <a:pt x="544" y="1058"/>
                </a:lnTo>
                <a:lnTo>
                  <a:pt x="545" y="1059"/>
                </a:lnTo>
                <a:lnTo>
                  <a:pt x="545" y="1060"/>
                </a:lnTo>
                <a:lnTo>
                  <a:pt x="546" y="1060"/>
                </a:lnTo>
                <a:lnTo>
                  <a:pt x="546" y="1061"/>
                </a:lnTo>
                <a:lnTo>
                  <a:pt x="546" y="1063"/>
                </a:lnTo>
                <a:lnTo>
                  <a:pt x="546" y="1064"/>
                </a:lnTo>
                <a:lnTo>
                  <a:pt x="546" y="1065"/>
                </a:lnTo>
                <a:lnTo>
                  <a:pt x="545" y="1065"/>
                </a:lnTo>
                <a:lnTo>
                  <a:pt x="544" y="1065"/>
                </a:lnTo>
                <a:lnTo>
                  <a:pt x="543" y="1065"/>
                </a:lnTo>
                <a:lnTo>
                  <a:pt x="543" y="1066"/>
                </a:lnTo>
                <a:lnTo>
                  <a:pt x="542" y="1066"/>
                </a:lnTo>
                <a:lnTo>
                  <a:pt x="541" y="1066"/>
                </a:lnTo>
                <a:lnTo>
                  <a:pt x="539" y="1066"/>
                </a:lnTo>
                <a:lnTo>
                  <a:pt x="538" y="1066"/>
                </a:lnTo>
                <a:lnTo>
                  <a:pt x="538" y="1065"/>
                </a:lnTo>
                <a:lnTo>
                  <a:pt x="536" y="1064"/>
                </a:lnTo>
                <a:lnTo>
                  <a:pt x="535" y="1063"/>
                </a:lnTo>
                <a:lnTo>
                  <a:pt x="535" y="1062"/>
                </a:lnTo>
                <a:lnTo>
                  <a:pt x="534" y="1062"/>
                </a:lnTo>
                <a:lnTo>
                  <a:pt x="534" y="1063"/>
                </a:lnTo>
                <a:lnTo>
                  <a:pt x="534" y="1064"/>
                </a:lnTo>
                <a:lnTo>
                  <a:pt x="534" y="1065"/>
                </a:lnTo>
                <a:lnTo>
                  <a:pt x="534" y="1066"/>
                </a:lnTo>
                <a:lnTo>
                  <a:pt x="534" y="1067"/>
                </a:lnTo>
                <a:lnTo>
                  <a:pt x="535" y="1067"/>
                </a:lnTo>
                <a:lnTo>
                  <a:pt x="535" y="1069"/>
                </a:lnTo>
                <a:lnTo>
                  <a:pt x="534" y="1069"/>
                </a:lnTo>
                <a:lnTo>
                  <a:pt x="534" y="1070"/>
                </a:lnTo>
                <a:lnTo>
                  <a:pt x="533" y="1072"/>
                </a:lnTo>
                <a:lnTo>
                  <a:pt x="533" y="1073"/>
                </a:lnTo>
                <a:lnTo>
                  <a:pt x="534" y="1073"/>
                </a:lnTo>
                <a:lnTo>
                  <a:pt x="534" y="1074"/>
                </a:lnTo>
                <a:lnTo>
                  <a:pt x="533" y="1074"/>
                </a:lnTo>
                <a:lnTo>
                  <a:pt x="532" y="1075"/>
                </a:lnTo>
                <a:lnTo>
                  <a:pt x="531" y="1075"/>
                </a:lnTo>
                <a:lnTo>
                  <a:pt x="530" y="1076"/>
                </a:lnTo>
                <a:lnTo>
                  <a:pt x="530" y="1077"/>
                </a:lnTo>
                <a:lnTo>
                  <a:pt x="530" y="1078"/>
                </a:lnTo>
                <a:lnTo>
                  <a:pt x="529" y="1078"/>
                </a:lnTo>
                <a:lnTo>
                  <a:pt x="528" y="1079"/>
                </a:lnTo>
                <a:lnTo>
                  <a:pt x="527" y="1079"/>
                </a:lnTo>
                <a:lnTo>
                  <a:pt x="527" y="1080"/>
                </a:lnTo>
                <a:lnTo>
                  <a:pt x="528" y="1080"/>
                </a:lnTo>
                <a:lnTo>
                  <a:pt x="528" y="1082"/>
                </a:lnTo>
                <a:lnTo>
                  <a:pt x="529" y="1082"/>
                </a:lnTo>
                <a:lnTo>
                  <a:pt x="528" y="1083"/>
                </a:lnTo>
                <a:lnTo>
                  <a:pt x="527" y="1084"/>
                </a:lnTo>
                <a:lnTo>
                  <a:pt x="527" y="1085"/>
                </a:lnTo>
                <a:lnTo>
                  <a:pt x="527" y="1086"/>
                </a:lnTo>
                <a:lnTo>
                  <a:pt x="527" y="1087"/>
                </a:lnTo>
                <a:lnTo>
                  <a:pt x="528" y="1089"/>
                </a:lnTo>
                <a:lnTo>
                  <a:pt x="529" y="1089"/>
                </a:lnTo>
                <a:lnTo>
                  <a:pt x="529" y="1091"/>
                </a:lnTo>
                <a:lnTo>
                  <a:pt x="528" y="1091"/>
                </a:lnTo>
                <a:lnTo>
                  <a:pt x="527" y="1091"/>
                </a:lnTo>
                <a:lnTo>
                  <a:pt x="526" y="1090"/>
                </a:lnTo>
                <a:lnTo>
                  <a:pt x="525" y="1090"/>
                </a:lnTo>
                <a:lnTo>
                  <a:pt x="524" y="1090"/>
                </a:lnTo>
                <a:lnTo>
                  <a:pt x="524" y="1091"/>
                </a:lnTo>
                <a:lnTo>
                  <a:pt x="524" y="1092"/>
                </a:lnTo>
                <a:lnTo>
                  <a:pt x="524" y="1093"/>
                </a:lnTo>
                <a:lnTo>
                  <a:pt x="523" y="1093"/>
                </a:lnTo>
                <a:lnTo>
                  <a:pt x="523" y="1092"/>
                </a:lnTo>
                <a:lnTo>
                  <a:pt x="522" y="1092"/>
                </a:lnTo>
                <a:lnTo>
                  <a:pt x="521" y="1092"/>
                </a:lnTo>
                <a:lnTo>
                  <a:pt x="519" y="1093"/>
                </a:lnTo>
                <a:lnTo>
                  <a:pt x="518" y="1093"/>
                </a:lnTo>
                <a:lnTo>
                  <a:pt x="516" y="1094"/>
                </a:lnTo>
                <a:lnTo>
                  <a:pt x="515" y="1094"/>
                </a:lnTo>
                <a:lnTo>
                  <a:pt x="515" y="1095"/>
                </a:lnTo>
                <a:lnTo>
                  <a:pt x="514" y="1095"/>
                </a:lnTo>
                <a:lnTo>
                  <a:pt x="513" y="1095"/>
                </a:lnTo>
                <a:lnTo>
                  <a:pt x="513" y="1094"/>
                </a:lnTo>
                <a:lnTo>
                  <a:pt x="513" y="1093"/>
                </a:lnTo>
                <a:lnTo>
                  <a:pt x="512" y="1093"/>
                </a:lnTo>
                <a:lnTo>
                  <a:pt x="512" y="1094"/>
                </a:lnTo>
                <a:lnTo>
                  <a:pt x="511" y="1095"/>
                </a:lnTo>
                <a:lnTo>
                  <a:pt x="510" y="1095"/>
                </a:lnTo>
                <a:lnTo>
                  <a:pt x="509" y="1095"/>
                </a:lnTo>
                <a:lnTo>
                  <a:pt x="509" y="1096"/>
                </a:lnTo>
                <a:lnTo>
                  <a:pt x="509" y="1097"/>
                </a:lnTo>
                <a:lnTo>
                  <a:pt x="509" y="1098"/>
                </a:lnTo>
                <a:lnTo>
                  <a:pt x="508" y="1100"/>
                </a:lnTo>
                <a:lnTo>
                  <a:pt x="506" y="1101"/>
                </a:lnTo>
                <a:lnTo>
                  <a:pt x="505" y="1101"/>
                </a:lnTo>
                <a:lnTo>
                  <a:pt x="504" y="1102"/>
                </a:lnTo>
                <a:lnTo>
                  <a:pt x="504" y="1103"/>
                </a:lnTo>
                <a:lnTo>
                  <a:pt x="502" y="1103"/>
                </a:lnTo>
                <a:lnTo>
                  <a:pt x="501" y="1103"/>
                </a:lnTo>
                <a:lnTo>
                  <a:pt x="500" y="1103"/>
                </a:lnTo>
                <a:lnTo>
                  <a:pt x="500" y="1102"/>
                </a:lnTo>
                <a:lnTo>
                  <a:pt x="499" y="1102"/>
                </a:lnTo>
                <a:lnTo>
                  <a:pt x="499" y="1101"/>
                </a:lnTo>
                <a:lnTo>
                  <a:pt x="498" y="1101"/>
                </a:lnTo>
                <a:lnTo>
                  <a:pt x="497" y="1101"/>
                </a:lnTo>
                <a:lnTo>
                  <a:pt x="495" y="1103"/>
                </a:lnTo>
                <a:lnTo>
                  <a:pt x="495" y="1104"/>
                </a:lnTo>
                <a:lnTo>
                  <a:pt x="497" y="1104"/>
                </a:lnTo>
                <a:lnTo>
                  <a:pt x="498" y="1104"/>
                </a:lnTo>
                <a:lnTo>
                  <a:pt x="499" y="1105"/>
                </a:lnTo>
                <a:lnTo>
                  <a:pt x="500" y="1105"/>
                </a:lnTo>
                <a:lnTo>
                  <a:pt x="500" y="1106"/>
                </a:lnTo>
                <a:lnTo>
                  <a:pt x="499" y="1107"/>
                </a:lnTo>
                <a:lnTo>
                  <a:pt x="498" y="1106"/>
                </a:lnTo>
                <a:lnTo>
                  <a:pt x="498" y="1105"/>
                </a:lnTo>
                <a:lnTo>
                  <a:pt x="497" y="1105"/>
                </a:lnTo>
                <a:lnTo>
                  <a:pt x="497" y="1106"/>
                </a:lnTo>
                <a:lnTo>
                  <a:pt x="497" y="1107"/>
                </a:lnTo>
                <a:lnTo>
                  <a:pt x="496" y="1108"/>
                </a:lnTo>
                <a:lnTo>
                  <a:pt x="496" y="1110"/>
                </a:lnTo>
                <a:lnTo>
                  <a:pt x="497" y="1111"/>
                </a:lnTo>
                <a:lnTo>
                  <a:pt x="498" y="1112"/>
                </a:lnTo>
                <a:lnTo>
                  <a:pt x="497" y="1113"/>
                </a:lnTo>
                <a:lnTo>
                  <a:pt x="496" y="1112"/>
                </a:lnTo>
                <a:lnTo>
                  <a:pt x="495" y="1112"/>
                </a:lnTo>
                <a:lnTo>
                  <a:pt x="495" y="1111"/>
                </a:lnTo>
                <a:lnTo>
                  <a:pt x="493" y="1111"/>
                </a:lnTo>
                <a:lnTo>
                  <a:pt x="491" y="1111"/>
                </a:lnTo>
                <a:lnTo>
                  <a:pt x="490" y="1110"/>
                </a:lnTo>
                <a:lnTo>
                  <a:pt x="489" y="1110"/>
                </a:lnTo>
                <a:lnTo>
                  <a:pt x="488" y="1110"/>
                </a:lnTo>
                <a:lnTo>
                  <a:pt x="488" y="1109"/>
                </a:lnTo>
                <a:lnTo>
                  <a:pt x="487" y="1109"/>
                </a:lnTo>
                <a:lnTo>
                  <a:pt x="487" y="1108"/>
                </a:lnTo>
                <a:lnTo>
                  <a:pt x="487" y="1107"/>
                </a:lnTo>
                <a:lnTo>
                  <a:pt x="485" y="1108"/>
                </a:lnTo>
                <a:lnTo>
                  <a:pt x="483" y="1108"/>
                </a:lnTo>
                <a:lnTo>
                  <a:pt x="483" y="1109"/>
                </a:lnTo>
                <a:lnTo>
                  <a:pt x="482" y="1109"/>
                </a:lnTo>
                <a:lnTo>
                  <a:pt x="481" y="1109"/>
                </a:lnTo>
                <a:lnTo>
                  <a:pt x="480" y="1109"/>
                </a:lnTo>
                <a:lnTo>
                  <a:pt x="479" y="1109"/>
                </a:lnTo>
                <a:lnTo>
                  <a:pt x="479" y="1110"/>
                </a:lnTo>
                <a:lnTo>
                  <a:pt x="478" y="1111"/>
                </a:lnTo>
                <a:lnTo>
                  <a:pt x="478" y="1112"/>
                </a:lnTo>
                <a:lnTo>
                  <a:pt x="479" y="1112"/>
                </a:lnTo>
                <a:lnTo>
                  <a:pt x="479" y="1113"/>
                </a:lnTo>
                <a:lnTo>
                  <a:pt x="478" y="1114"/>
                </a:lnTo>
                <a:lnTo>
                  <a:pt x="478" y="1115"/>
                </a:lnTo>
                <a:lnTo>
                  <a:pt x="478" y="1116"/>
                </a:lnTo>
                <a:lnTo>
                  <a:pt x="479" y="1116"/>
                </a:lnTo>
                <a:lnTo>
                  <a:pt x="479" y="1117"/>
                </a:lnTo>
                <a:lnTo>
                  <a:pt x="478" y="1118"/>
                </a:lnTo>
                <a:lnTo>
                  <a:pt x="478" y="1117"/>
                </a:lnTo>
                <a:lnTo>
                  <a:pt x="477" y="1117"/>
                </a:lnTo>
                <a:lnTo>
                  <a:pt x="475" y="1117"/>
                </a:lnTo>
                <a:lnTo>
                  <a:pt x="475" y="1118"/>
                </a:lnTo>
                <a:lnTo>
                  <a:pt x="476" y="1119"/>
                </a:lnTo>
                <a:lnTo>
                  <a:pt x="477" y="1119"/>
                </a:lnTo>
                <a:lnTo>
                  <a:pt x="477" y="1120"/>
                </a:lnTo>
                <a:lnTo>
                  <a:pt x="476" y="1121"/>
                </a:lnTo>
                <a:lnTo>
                  <a:pt x="476" y="1122"/>
                </a:lnTo>
                <a:lnTo>
                  <a:pt x="475" y="1123"/>
                </a:lnTo>
                <a:lnTo>
                  <a:pt x="474" y="1124"/>
                </a:lnTo>
                <a:lnTo>
                  <a:pt x="474" y="1125"/>
                </a:lnTo>
                <a:lnTo>
                  <a:pt x="473" y="1126"/>
                </a:lnTo>
                <a:lnTo>
                  <a:pt x="473" y="1127"/>
                </a:lnTo>
                <a:lnTo>
                  <a:pt x="473" y="1129"/>
                </a:lnTo>
                <a:lnTo>
                  <a:pt x="473" y="1130"/>
                </a:lnTo>
                <a:lnTo>
                  <a:pt x="474" y="1130"/>
                </a:lnTo>
                <a:lnTo>
                  <a:pt x="473" y="1130"/>
                </a:lnTo>
                <a:lnTo>
                  <a:pt x="472" y="1131"/>
                </a:lnTo>
                <a:lnTo>
                  <a:pt x="471" y="1131"/>
                </a:lnTo>
                <a:lnTo>
                  <a:pt x="472" y="1131"/>
                </a:lnTo>
                <a:lnTo>
                  <a:pt x="472" y="1132"/>
                </a:lnTo>
                <a:lnTo>
                  <a:pt x="472" y="1133"/>
                </a:lnTo>
                <a:lnTo>
                  <a:pt x="471" y="1134"/>
                </a:lnTo>
                <a:lnTo>
                  <a:pt x="470" y="1134"/>
                </a:lnTo>
                <a:lnTo>
                  <a:pt x="470" y="1135"/>
                </a:lnTo>
                <a:lnTo>
                  <a:pt x="469" y="1134"/>
                </a:lnTo>
                <a:lnTo>
                  <a:pt x="468" y="1134"/>
                </a:lnTo>
                <a:lnTo>
                  <a:pt x="467" y="1134"/>
                </a:lnTo>
                <a:lnTo>
                  <a:pt x="467" y="1133"/>
                </a:lnTo>
                <a:lnTo>
                  <a:pt x="466" y="1133"/>
                </a:lnTo>
                <a:lnTo>
                  <a:pt x="465" y="1133"/>
                </a:lnTo>
                <a:lnTo>
                  <a:pt x="465" y="1134"/>
                </a:lnTo>
                <a:lnTo>
                  <a:pt x="464" y="1134"/>
                </a:lnTo>
                <a:lnTo>
                  <a:pt x="464" y="1133"/>
                </a:lnTo>
                <a:lnTo>
                  <a:pt x="463" y="1133"/>
                </a:lnTo>
                <a:lnTo>
                  <a:pt x="462" y="1133"/>
                </a:lnTo>
                <a:lnTo>
                  <a:pt x="461" y="1131"/>
                </a:lnTo>
                <a:lnTo>
                  <a:pt x="459" y="1132"/>
                </a:lnTo>
                <a:lnTo>
                  <a:pt x="459" y="1131"/>
                </a:lnTo>
                <a:lnTo>
                  <a:pt x="458" y="1131"/>
                </a:lnTo>
                <a:lnTo>
                  <a:pt x="457" y="1131"/>
                </a:lnTo>
                <a:lnTo>
                  <a:pt x="456" y="1130"/>
                </a:lnTo>
                <a:lnTo>
                  <a:pt x="455" y="1130"/>
                </a:lnTo>
                <a:lnTo>
                  <a:pt x="454" y="1130"/>
                </a:lnTo>
                <a:lnTo>
                  <a:pt x="453" y="1131"/>
                </a:lnTo>
                <a:lnTo>
                  <a:pt x="452" y="1131"/>
                </a:lnTo>
                <a:lnTo>
                  <a:pt x="452" y="1130"/>
                </a:lnTo>
                <a:lnTo>
                  <a:pt x="451" y="1130"/>
                </a:lnTo>
                <a:lnTo>
                  <a:pt x="450" y="1130"/>
                </a:lnTo>
                <a:lnTo>
                  <a:pt x="449" y="1130"/>
                </a:lnTo>
                <a:lnTo>
                  <a:pt x="448" y="1130"/>
                </a:lnTo>
                <a:lnTo>
                  <a:pt x="447" y="1131"/>
                </a:lnTo>
                <a:lnTo>
                  <a:pt x="447" y="1132"/>
                </a:lnTo>
                <a:lnTo>
                  <a:pt x="448" y="1132"/>
                </a:lnTo>
                <a:lnTo>
                  <a:pt x="447" y="1134"/>
                </a:lnTo>
                <a:lnTo>
                  <a:pt x="447" y="1135"/>
                </a:lnTo>
                <a:lnTo>
                  <a:pt x="447" y="1136"/>
                </a:lnTo>
                <a:lnTo>
                  <a:pt x="447" y="1138"/>
                </a:lnTo>
                <a:lnTo>
                  <a:pt x="447" y="1140"/>
                </a:lnTo>
                <a:lnTo>
                  <a:pt x="448" y="1141"/>
                </a:lnTo>
                <a:lnTo>
                  <a:pt x="449" y="1143"/>
                </a:lnTo>
                <a:lnTo>
                  <a:pt x="449" y="1144"/>
                </a:lnTo>
                <a:lnTo>
                  <a:pt x="448" y="1145"/>
                </a:lnTo>
                <a:lnTo>
                  <a:pt x="448" y="1146"/>
                </a:lnTo>
                <a:lnTo>
                  <a:pt x="446" y="1145"/>
                </a:lnTo>
                <a:lnTo>
                  <a:pt x="445" y="1145"/>
                </a:lnTo>
                <a:lnTo>
                  <a:pt x="445" y="1144"/>
                </a:lnTo>
                <a:lnTo>
                  <a:pt x="444" y="1145"/>
                </a:lnTo>
                <a:lnTo>
                  <a:pt x="442" y="1146"/>
                </a:lnTo>
                <a:lnTo>
                  <a:pt x="441" y="1146"/>
                </a:lnTo>
                <a:lnTo>
                  <a:pt x="440" y="1148"/>
                </a:lnTo>
                <a:lnTo>
                  <a:pt x="439" y="1148"/>
                </a:lnTo>
                <a:lnTo>
                  <a:pt x="440" y="1149"/>
                </a:lnTo>
                <a:lnTo>
                  <a:pt x="440" y="1150"/>
                </a:lnTo>
                <a:lnTo>
                  <a:pt x="440" y="1151"/>
                </a:lnTo>
                <a:lnTo>
                  <a:pt x="440" y="1152"/>
                </a:lnTo>
                <a:lnTo>
                  <a:pt x="439" y="1154"/>
                </a:lnTo>
                <a:lnTo>
                  <a:pt x="439" y="1155"/>
                </a:lnTo>
                <a:lnTo>
                  <a:pt x="438" y="1155"/>
                </a:lnTo>
                <a:lnTo>
                  <a:pt x="438" y="1156"/>
                </a:lnTo>
                <a:lnTo>
                  <a:pt x="436" y="1156"/>
                </a:lnTo>
                <a:lnTo>
                  <a:pt x="432" y="1158"/>
                </a:lnTo>
                <a:lnTo>
                  <a:pt x="429" y="1157"/>
                </a:lnTo>
                <a:lnTo>
                  <a:pt x="428" y="1156"/>
                </a:lnTo>
                <a:lnTo>
                  <a:pt x="427" y="1156"/>
                </a:lnTo>
                <a:lnTo>
                  <a:pt x="427" y="1155"/>
                </a:lnTo>
                <a:lnTo>
                  <a:pt x="426" y="1155"/>
                </a:lnTo>
                <a:lnTo>
                  <a:pt x="423" y="1155"/>
                </a:lnTo>
                <a:lnTo>
                  <a:pt x="422" y="1155"/>
                </a:lnTo>
                <a:lnTo>
                  <a:pt x="421" y="1155"/>
                </a:lnTo>
                <a:lnTo>
                  <a:pt x="420" y="1155"/>
                </a:lnTo>
                <a:lnTo>
                  <a:pt x="420" y="1156"/>
                </a:lnTo>
                <a:lnTo>
                  <a:pt x="420" y="1157"/>
                </a:lnTo>
                <a:lnTo>
                  <a:pt x="419" y="1158"/>
                </a:lnTo>
                <a:lnTo>
                  <a:pt x="418" y="1159"/>
                </a:lnTo>
                <a:lnTo>
                  <a:pt x="417" y="1159"/>
                </a:lnTo>
                <a:lnTo>
                  <a:pt x="416" y="1159"/>
                </a:lnTo>
                <a:lnTo>
                  <a:pt x="416" y="1158"/>
                </a:lnTo>
                <a:lnTo>
                  <a:pt x="414" y="1158"/>
                </a:lnTo>
                <a:lnTo>
                  <a:pt x="414" y="1159"/>
                </a:lnTo>
                <a:lnTo>
                  <a:pt x="413" y="1159"/>
                </a:lnTo>
                <a:lnTo>
                  <a:pt x="414" y="1160"/>
                </a:lnTo>
                <a:lnTo>
                  <a:pt x="414" y="1161"/>
                </a:lnTo>
                <a:lnTo>
                  <a:pt x="414" y="1162"/>
                </a:lnTo>
                <a:lnTo>
                  <a:pt x="414" y="1163"/>
                </a:lnTo>
                <a:lnTo>
                  <a:pt x="412" y="1164"/>
                </a:lnTo>
                <a:lnTo>
                  <a:pt x="412" y="1165"/>
                </a:lnTo>
                <a:lnTo>
                  <a:pt x="411" y="1166"/>
                </a:lnTo>
                <a:lnTo>
                  <a:pt x="411" y="1167"/>
                </a:lnTo>
                <a:lnTo>
                  <a:pt x="410" y="1167"/>
                </a:lnTo>
                <a:lnTo>
                  <a:pt x="409" y="1167"/>
                </a:lnTo>
                <a:lnTo>
                  <a:pt x="408" y="1167"/>
                </a:lnTo>
                <a:lnTo>
                  <a:pt x="408" y="1166"/>
                </a:lnTo>
                <a:lnTo>
                  <a:pt x="407" y="1166"/>
                </a:lnTo>
                <a:lnTo>
                  <a:pt x="407" y="1165"/>
                </a:lnTo>
                <a:lnTo>
                  <a:pt x="406" y="1165"/>
                </a:lnTo>
                <a:lnTo>
                  <a:pt x="406" y="1166"/>
                </a:lnTo>
                <a:lnTo>
                  <a:pt x="405" y="1166"/>
                </a:lnTo>
                <a:lnTo>
                  <a:pt x="404" y="1167"/>
                </a:lnTo>
                <a:lnTo>
                  <a:pt x="404" y="1168"/>
                </a:lnTo>
                <a:lnTo>
                  <a:pt x="404" y="1169"/>
                </a:lnTo>
                <a:lnTo>
                  <a:pt x="404" y="1170"/>
                </a:lnTo>
                <a:lnTo>
                  <a:pt x="404" y="1171"/>
                </a:lnTo>
                <a:lnTo>
                  <a:pt x="403" y="1171"/>
                </a:lnTo>
                <a:lnTo>
                  <a:pt x="403" y="1170"/>
                </a:lnTo>
                <a:lnTo>
                  <a:pt x="402" y="1168"/>
                </a:lnTo>
                <a:lnTo>
                  <a:pt x="402" y="1167"/>
                </a:lnTo>
                <a:lnTo>
                  <a:pt x="402" y="1166"/>
                </a:lnTo>
                <a:lnTo>
                  <a:pt x="402" y="1165"/>
                </a:lnTo>
                <a:lnTo>
                  <a:pt x="403" y="1165"/>
                </a:lnTo>
                <a:lnTo>
                  <a:pt x="402" y="1165"/>
                </a:lnTo>
                <a:lnTo>
                  <a:pt x="402" y="1164"/>
                </a:lnTo>
                <a:lnTo>
                  <a:pt x="401" y="1165"/>
                </a:lnTo>
                <a:lnTo>
                  <a:pt x="400" y="1164"/>
                </a:lnTo>
                <a:lnTo>
                  <a:pt x="399" y="1163"/>
                </a:lnTo>
                <a:lnTo>
                  <a:pt x="398" y="1163"/>
                </a:lnTo>
                <a:lnTo>
                  <a:pt x="398" y="1162"/>
                </a:lnTo>
                <a:lnTo>
                  <a:pt x="398" y="1161"/>
                </a:lnTo>
                <a:lnTo>
                  <a:pt x="397" y="1161"/>
                </a:lnTo>
                <a:lnTo>
                  <a:pt x="396" y="1161"/>
                </a:lnTo>
                <a:lnTo>
                  <a:pt x="394" y="1161"/>
                </a:lnTo>
                <a:lnTo>
                  <a:pt x="394" y="1160"/>
                </a:lnTo>
                <a:lnTo>
                  <a:pt x="393" y="1159"/>
                </a:lnTo>
                <a:lnTo>
                  <a:pt x="393" y="1158"/>
                </a:lnTo>
                <a:lnTo>
                  <a:pt x="393" y="1157"/>
                </a:lnTo>
                <a:lnTo>
                  <a:pt x="392" y="1157"/>
                </a:lnTo>
                <a:lnTo>
                  <a:pt x="392" y="1156"/>
                </a:lnTo>
                <a:lnTo>
                  <a:pt x="392" y="1157"/>
                </a:lnTo>
                <a:lnTo>
                  <a:pt x="391" y="1157"/>
                </a:lnTo>
                <a:lnTo>
                  <a:pt x="390" y="1155"/>
                </a:lnTo>
                <a:lnTo>
                  <a:pt x="389" y="1155"/>
                </a:lnTo>
                <a:lnTo>
                  <a:pt x="389" y="1154"/>
                </a:lnTo>
                <a:lnTo>
                  <a:pt x="388" y="1154"/>
                </a:lnTo>
                <a:lnTo>
                  <a:pt x="388" y="1155"/>
                </a:lnTo>
                <a:lnTo>
                  <a:pt x="389" y="1155"/>
                </a:lnTo>
                <a:lnTo>
                  <a:pt x="389" y="1156"/>
                </a:lnTo>
                <a:lnTo>
                  <a:pt x="388" y="1156"/>
                </a:lnTo>
                <a:lnTo>
                  <a:pt x="388" y="1157"/>
                </a:lnTo>
                <a:lnTo>
                  <a:pt x="388" y="1158"/>
                </a:lnTo>
                <a:lnTo>
                  <a:pt x="387" y="1158"/>
                </a:lnTo>
                <a:lnTo>
                  <a:pt x="387" y="1159"/>
                </a:lnTo>
                <a:lnTo>
                  <a:pt x="388" y="1160"/>
                </a:lnTo>
                <a:lnTo>
                  <a:pt x="389" y="1160"/>
                </a:lnTo>
                <a:lnTo>
                  <a:pt x="390" y="1160"/>
                </a:lnTo>
                <a:lnTo>
                  <a:pt x="391" y="1160"/>
                </a:lnTo>
                <a:lnTo>
                  <a:pt x="391" y="1161"/>
                </a:lnTo>
                <a:lnTo>
                  <a:pt x="390" y="1162"/>
                </a:lnTo>
                <a:lnTo>
                  <a:pt x="390" y="1163"/>
                </a:lnTo>
                <a:lnTo>
                  <a:pt x="389" y="1163"/>
                </a:lnTo>
                <a:lnTo>
                  <a:pt x="389" y="1164"/>
                </a:lnTo>
                <a:lnTo>
                  <a:pt x="388" y="1165"/>
                </a:lnTo>
                <a:lnTo>
                  <a:pt x="387" y="1165"/>
                </a:lnTo>
                <a:lnTo>
                  <a:pt x="386" y="1165"/>
                </a:lnTo>
                <a:lnTo>
                  <a:pt x="384" y="1165"/>
                </a:lnTo>
                <a:lnTo>
                  <a:pt x="383" y="1165"/>
                </a:lnTo>
                <a:lnTo>
                  <a:pt x="381" y="1165"/>
                </a:lnTo>
                <a:lnTo>
                  <a:pt x="380" y="1165"/>
                </a:lnTo>
                <a:lnTo>
                  <a:pt x="380" y="1166"/>
                </a:lnTo>
                <a:lnTo>
                  <a:pt x="379" y="1166"/>
                </a:lnTo>
                <a:lnTo>
                  <a:pt x="379" y="1168"/>
                </a:lnTo>
                <a:lnTo>
                  <a:pt x="378" y="1168"/>
                </a:lnTo>
                <a:lnTo>
                  <a:pt x="376" y="1166"/>
                </a:lnTo>
                <a:lnTo>
                  <a:pt x="375" y="1166"/>
                </a:lnTo>
                <a:lnTo>
                  <a:pt x="374" y="1165"/>
                </a:lnTo>
                <a:lnTo>
                  <a:pt x="373" y="1165"/>
                </a:lnTo>
                <a:lnTo>
                  <a:pt x="373" y="1166"/>
                </a:lnTo>
                <a:lnTo>
                  <a:pt x="371" y="1166"/>
                </a:lnTo>
                <a:lnTo>
                  <a:pt x="371" y="1167"/>
                </a:lnTo>
                <a:lnTo>
                  <a:pt x="369" y="1166"/>
                </a:lnTo>
                <a:lnTo>
                  <a:pt x="368" y="1165"/>
                </a:lnTo>
                <a:lnTo>
                  <a:pt x="367" y="1165"/>
                </a:lnTo>
                <a:lnTo>
                  <a:pt x="367" y="1164"/>
                </a:lnTo>
                <a:lnTo>
                  <a:pt x="366" y="1164"/>
                </a:lnTo>
                <a:lnTo>
                  <a:pt x="366" y="1165"/>
                </a:lnTo>
                <a:lnTo>
                  <a:pt x="365" y="1165"/>
                </a:lnTo>
                <a:lnTo>
                  <a:pt x="365" y="1166"/>
                </a:lnTo>
                <a:lnTo>
                  <a:pt x="364" y="1165"/>
                </a:lnTo>
                <a:lnTo>
                  <a:pt x="363" y="1165"/>
                </a:lnTo>
                <a:lnTo>
                  <a:pt x="362" y="1165"/>
                </a:lnTo>
                <a:lnTo>
                  <a:pt x="360" y="1165"/>
                </a:lnTo>
                <a:lnTo>
                  <a:pt x="360" y="1164"/>
                </a:lnTo>
                <a:lnTo>
                  <a:pt x="357" y="1164"/>
                </a:lnTo>
                <a:lnTo>
                  <a:pt x="354" y="1164"/>
                </a:lnTo>
                <a:lnTo>
                  <a:pt x="353" y="1163"/>
                </a:lnTo>
                <a:lnTo>
                  <a:pt x="352" y="1163"/>
                </a:lnTo>
                <a:lnTo>
                  <a:pt x="351" y="1163"/>
                </a:lnTo>
                <a:lnTo>
                  <a:pt x="350" y="1164"/>
                </a:lnTo>
                <a:lnTo>
                  <a:pt x="350" y="1165"/>
                </a:lnTo>
                <a:lnTo>
                  <a:pt x="349" y="1165"/>
                </a:lnTo>
                <a:lnTo>
                  <a:pt x="349" y="1166"/>
                </a:lnTo>
                <a:lnTo>
                  <a:pt x="346" y="1168"/>
                </a:lnTo>
                <a:lnTo>
                  <a:pt x="345" y="1168"/>
                </a:lnTo>
                <a:lnTo>
                  <a:pt x="344" y="1168"/>
                </a:lnTo>
                <a:lnTo>
                  <a:pt x="343" y="1168"/>
                </a:lnTo>
                <a:lnTo>
                  <a:pt x="341" y="1169"/>
                </a:lnTo>
                <a:lnTo>
                  <a:pt x="336" y="1169"/>
                </a:lnTo>
                <a:lnTo>
                  <a:pt x="335" y="1169"/>
                </a:lnTo>
                <a:lnTo>
                  <a:pt x="334" y="1169"/>
                </a:lnTo>
                <a:lnTo>
                  <a:pt x="334" y="1170"/>
                </a:lnTo>
                <a:lnTo>
                  <a:pt x="333" y="1170"/>
                </a:lnTo>
                <a:lnTo>
                  <a:pt x="333" y="1169"/>
                </a:lnTo>
                <a:lnTo>
                  <a:pt x="334" y="1168"/>
                </a:lnTo>
                <a:lnTo>
                  <a:pt x="334" y="1167"/>
                </a:lnTo>
                <a:lnTo>
                  <a:pt x="335" y="1165"/>
                </a:lnTo>
                <a:lnTo>
                  <a:pt x="335" y="1163"/>
                </a:lnTo>
                <a:lnTo>
                  <a:pt x="335" y="1162"/>
                </a:lnTo>
                <a:lnTo>
                  <a:pt x="334" y="1163"/>
                </a:lnTo>
                <a:lnTo>
                  <a:pt x="333" y="1163"/>
                </a:lnTo>
                <a:lnTo>
                  <a:pt x="332" y="1163"/>
                </a:lnTo>
                <a:lnTo>
                  <a:pt x="331" y="1163"/>
                </a:lnTo>
                <a:lnTo>
                  <a:pt x="330" y="1163"/>
                </a:lnTo>
                <a:lnTo>
                  <a:pt x="329" y="1164"/>
                </a:lnTo>
                <a:lnTo>
                  <a:pt x="328" y="1164"/>
                </a:lnTo>
                <a:lnTo>
                  <a:pt x="327" y="1166"/>
                </a:lnTo>
                <a:lnTo>
                  <a:pt x="326" y="1166"/>
                </a:lnTo>
                <a:lnTo>
                  <a:pt x="326" y="1167"/>
                </a:lnTo>
                <a:lnTo>
                  <a:pt x="323" y="1166"/>
                </a:lnTo>
                <a:lnTo>
                  <a:pt x="322" y="1166"/>
                </a:lnTo>
                <a:lnTo>
                  <a:pt x="321" y="1166"/>
                </a:lnTo>
                <a:lnTo>
                  <a:pt x="320" y="1165"/>
                </a:lnTo>
                <a:lnTo>
                  <a:pt x="320" y="1164"/>
                </a:lnTo>
                <a:lnTo>
                  <a:pt x="319" y="1163"/>
                </a:lnTo>
                <a:lnTo>
                  <a:pt x="318" y="1163"/>
                </a:lnTo>
                <a:lnTo>
                  <a:pt x="315" y="1162"/>
                </a:lnTo>
                <a:lnTo>
                  <a:pt x="313" y="1161"/>
                </a:lnTo>
                <a:lnTo>
                  <a:pt x="312" y="1161"/>
                </a:lnTo>
                <a:lnTo>
                  <a:pt x="311" y="1161"/>
                </a:lnTo>
                <a:lnTo>
                  <a:pt x="310" y="1161"/>
                </a:lnTo>
                <a:lnTo>
                  <a:pt x="308" y="1160"/>
                </a:lnTo>
                <a:lnTo>
                  <a:pt x="307" y="1160"/>
                </a:lnTo>
                <a:lnTo>
                  <a:pt x="307" y="1161"/>
                </a:lnTo>
                <a:lnTo>
                  <a:pt x="306" y="1161"/>
                </a:lnTo>
                <a:lnTo>
                  <a:pt x="306" y="1162"/>
                </a:lnTo>
                <a:lnTo>
                  <a:pt x="305" y="1162"/>
                </a:lnTo>
                <a:lnTo>
                  <a:pt x="304" y="1162"/>
                </a:lnTo>
                <a:lnTo>
                  <a:pt x="304" y="1161"/>
                </a:lnTo>
                <a:lnTo>
                  <a:pt x="303" y="1160"/>
                </a:lnTo>
                <a:lnTo>
                  <a:pt x="302" y="1160"/>
                </a:lnTo>
                <a:lnTo>
                  <a:pt x="300" y="1159"/>
                </a:lnTo>
                <a:lnTo>
                  <a:pt x="298" y="1160"/>
                </a:lnTo>
                <a:lnTo>
                  <a:pt x="296" y="1160"/>
                </a:lnTo>
                <a:lnTo>
                  <a:pt x="295" y="1160"/>
                </a:lnTo>
                <a:lnTo>
                  <a:pt x="295" y="1159"/>
                </a:lnTo>
                <a:lnTo>
                  <a:pt x="295" y="1160"/>
                </a:lnTo>
                <a:lnTo>
                  <a:pt x="294" y="1160"/>
                </a:lnTo>
                <a:lnTo>
                  <a:pt x="294" y="1161"/>
                </a:lnTo>
                <a:lnTo>
                  <a:pt x="296" y="1163"/>
                </a:lnTo>
                <a:lnTo>
                  <a:pt x="298" y="1165"/>
                </a:lnTo>
                <a:lnTo>
                  <a:pt x="298" y="1166"/>
                </a:lnTo>
                <a:lnTo>
                  <a:pt x="299" y="1167"/>
                </a:lnTo>
                <a:lnTo>
                  <a:pt x="299" y="1168"/>
                </a:lnTo>
                <a:lnTo>
                  <a:pt x="300" y="1171"/>
                </a:lnTo>
                <a:lnTo>
                  <a:pt x="300" y="1172"/>
                </a:lnTo>
                <a:lnTo>
                  <a:pt x="299" y="1172"/>
                </a:lnTo>
                <a:lnTo>
                  <a:pt x="298" y="1172"/>
                </a:lnTo>
                <a:lnTo>
                  <a:pt x="298" y="1173"/>
                </a:lnTo>
                <a:lnTo>
                  <a:pt x="297" y="1173"/>
                </a:lnTo>
                <a:lnTo>
                  <a:pt x="297" y="1174"/>
                </a:lnTo>
                <a:lnTo>
                  <a:pt x="296" y="1174"/>
                </a:lnTo>
                <a:lnTo>
                  <a:pt x="294" y="1176"/>
                </a:lnTo>
                <a:lnTo>
                  <a:pt x="293" y="1177"/>
                </a:lnTo>
                <a:lnTo>
                  <a:pt x="294" y="1179"/>
                </a:lnTo>
                <a:lnTo>
                  <a:pt x="296" y="1181"/>
                </a:lnTo>
                <a:lnTo>
                  <a:pt x="296" y="1182"/>
                </a:lnTo>
                <a:lnTo>
                  <a:pt x="297" y="1183"/>
                </a:lnTo>
                <a:lnTo>
                  <a:pt x="298" y="1185"/>
                </a:lnTo>
                <a:lnTo>
                  <a:pt x="298" y="1186"/>
                </a:lnTo>
                <a:lnTo>
                  <a:pt x="298" y="1187"/>
                </a:lnTo>
                <a:lnTo>
                  <a:pt x="297" y="1189"/>
                </a:lnTo>
                <a:lnTo>
                  <a:pt x="298" y="1190"/>
                </a:lnTo>
                <a:lnTo>
                  <a:pt x="298" y="1191"/>
                </a:lnTo>
                <a:lnTo>
                  <a:pt x="298" y="1193"/>
                </a:lnTo>
                <a:lnTo>
                  <a:pt x="298" y="1195"/>
                </a:lnTo>
                <a:lnTo>
                  <a:pt x="297" y="1196"/>
                </a:lnTo>
                <a:lnTo>
                  <a:pt x="297" y="1198"/>
                </a:lnTo>
                <a:lnTo>
                  <a:pt x="297" y="1199"/>
                </a:lnTo>
                <a:lnTo>
                  <a:pt x="298" y="1199"/>
                </a:lnTo>
                <a:lnTo>
                  <a:pt x="298" y="1200"/>
                </a:lnTo>
                <a:lnTo>
                  <a:pt x="299" y="1201"/>
                </a:lnTo>
                <a:lnTo>
                  <a:pt x="299" y="1203"/>
                </a:lnTo>
                <a:lnTo>
                  <a:pt x="299" y="1205"/>
                </a:lnTo>
                <a:lnTo>
                  <a:pt x="299" y="1206"/>
                </a:lnTo>
                <a:lnTo>
                  <a:pt x="297" y="1208"/>
                </a:lnTo>
                <a:lnTo>
                  <a:pt x="296" y="1208"/>
                </a:lnTo>
                <a:lnTo>
                  <a:pt x="295" y="1208"/>
                </a:lnTo>
                <a:lnTo>
                  <a:pt x="295" y="1207"/>
                </a:lnTo>
                <a:lnTo>
                  <a:pt x="294" y="1206"/>
                </a:lnTo>
                <a:lnTo>
                  <a:pt x="293" y="1206"/>
                </a:lnTo>
                <a:lnTo>
                  <a:pt x="293" y="1205"/>
                </a:lnTo>
                <a:lnTo>
                  <a:pt x="292" y="1205"/>
                </a:lnTo>
                <a:lnTo>
                  <a:pt x="292" y="1204"/>
                </a:lnTo>
                <a:lnTo>
                  <a:pt x="291" y="1204"/>
                </a:lnTo>
                <a:lnTo>
                  <a:pt x="289" y="1204"/>
                </a:lnTo>
                <a:lnTo>
                  <a:pt x="288" y="1204"/>
                </a:lnTo>
                <a:lnTo>
                  <a:pt x="287" y="1204"/>
                </a:lnTo>
                <a:lnTo>
                  <a:pt x="286" y="1204"/>
                </a:lnTo>
                <a:lnTo>
                  <a:pt x="285" y="1204"/>
                </a:lnTo>
                <a:lnTo>
                  <a:pt x="284" y="1204"/>
                </a:lnTo>
                <a:lnTo>
                  <a:pt x="284" y="1203"/>
                </a:lnTo>
                <a:lnTo>
                  <a:pt x="283" y="1203"/>
                </a:lnTo>
                <a:lnTo>
                  <a:pt x="283" y="1202"/>
                </a:lnTo>
                <a:lnTo>
                  <a:pt x="282" y="1202"/>
                </a:lnTo>
                <a:lnTo>
                  <a:pt x="281" y="1202"/>
                </a:lnTo>
                <a:lnTo>
                  <a:pt x="277" y="1202"/>
                </a:lnTo>
                <a:lnTo>
                  <a:pt x="276" y="1202"/>
                </a:lnTo>
                <a:lnTo>
                  <a:pt x="276" y="1203"/>
                </a:lnTo>
                <a:lnTo>
                  <a:pt x="275" y="1204"/>
                </a:lnTo>
                <a:lnTo>
                  <a:pt x="274" y="1204"/>
                </a:lnTo>
                <a:lnTo>
                  <a:pt x="273" y="1203"/>
                </a:lnTo>
                <a:lnTo>
                  <a:pt x="272" y="1202"/>
                </a:lnTo>
                <a:lnTo>
                  <a:pt x="271" y="1203"/>
                </a:lnTo>
                <a:lnTo>
                  <a:pt x="271" y="1204"/>
                </a:lnTo>
                <a:lnTo>
                  <a:pt x="270" y="1205"/>
                </a:lnTo>
                <a:lnTo>
                  <a:pt x="269" y="1205"/>
                </a:lnTo>
                <a:lnTo>
                  <a:pt x="268" y="1204"/>
                </a:lnTo>
                <a:lnTo>
                  <a:pt x="267" y="1204"/>
                </a:lnTo>
                <a:lnTo>
                  <a:pt x="266" y="1204"/>
                </a:lnTo>
                <a:lnTo>
                  <a:pt x="265" y="1204"/>
                </a:lnTo>
                <a:lnTo>
                  <a:pt x="264" y="1205"/>
                </a:lnTo>
                <a:lnTo>
                  <a:pt x="262" y="1205"/>
                </a:lnTo>
                <a:lnTo>
                  <a:pt x="261" y="1205"/>
                </a:lnTo>
                <a:lnTo>
                  <a:pt x="259" y="1206"/>
                </a:lnTo>
                <a:lnTo>
                  <a:pt x="258" y="1206"/>
                </a:lnTo>
                <a:lnTo>
                  <a:pt x="257" y="1207"/>
                </a:lnTo>
                <a:lnTo>
                  <a:pt x="258" y="1208"/>
                </a:lnTo>
                <a:lnTo>
                  <a:pt x="258" y="1209"/>
                </a:lnTo>
                <a:lnTo>
                  <a:pt x="258" y="1210"/>
                </a:lnTo>
                <a:lnTo>
                  <a:pt x="258" y="1212"/>
                </a:lnTo>
                <a:lnTo>
                  <a:pt x="258" y="1213"/>
                </a:lnTo>
                <a:lnTo>
                  <a:pt x="257" y="1213"/>
                </a:lnTo>
                <a:lnTo>
                  <a:pt x="257" y="1214"/>
                </a:lnTo>
                <a:lnTo>
                  <a:pt x="256" y="1214"/>
                </a:lnTo>
                <a:lnTo>
                  <a:pt x="256" y="1215"/>
                </a:lnTo>
                <a:lnTo>
                  <a:pt x="255" y="1215"/>
                </a:lnTo>
                <a:lnTo>
                  <a:pt x="254" y="1215"/>
                </a:lnTo>
                <a:lnTo>
                  <a:pt x="254" y="1214"/>
                </a:lnTo>
                <a:lnTo>
                  <a:pt x="253" y="1214"/>
                </a:lnTo>
                <a:lnTo>
                  <a:pt x="253" y="1215"/>
                </a:lnTo>
                <a:lnTo>
                  <a:pt x="253" y="1216"/>
                </a:lnTo>
                <a:lnTo>
                  <a:pt x="252" y="1216"/>
                </a:lnTo>
                <a:lnTo>
                  <a:pt x="252" y="1217"/>
                </a:lnTo>
                <a:lnTo>
                  <a:pt x="251" y="1217"/>
                </a:lnTo>
                <a:lnTo>
                  <a:pt x="250" y="1217"/>
                </a:lnTo>
                <a:lnTo>
                  <a:pt x="249" y="1217"/>
                </a:lnTo>
                <a:lnTo>
                  <a:pt x="248" y="1217"/>
                </a:lnTo>
                <a:lnTo>
                  <a:pt x="247" y="1218"/>
                </a:lnTo>
                <a:lnTo>
                  <a:pt x="247" y="1219"/>
                </a:lnTo>
                <a:lnTo>
                  <a:pt x="247" y="1220"/>
                </a:lnTo>
                <a:lnTo>
                  <a:pt x="246" y="1220"/>
                </a:lnTo>
                <a:lnTo>
                  <a:pt x="245" y="1220"/>
                </a:lnTo>
                <a:lnTo>
                  <a:pt x="244" y="1220"/>
                </a:lnTo>
                <a:lnTo>
                  <a:pt x="243" y="1221"/>
                </a:lnTo>
                <a:lnTo>
                  <a:pt x="242" y="1221"/>
                </a:lnTo>
                <a:lnTo>
                  <a:pt x="240" y="1222"/>
                </a:lnTo>
                <a:lnTo>
                  <a:pt x="239" y="1222"/>
                </a:lnTo>
                <a:lnTo>
                  <a:pt x="239" y="1223"/>
                </a:lnTo>
                <a:lnTo>
                  <a:pt x="238" y="1224"/>
                </a:lnTo>
                <a:lnTo>
                  <a:pt x="237" y="1224"/>
                </a:lnTo>
                <a:lnTo>
                  <a:pt x="236" y="1224"/>
                </a:lnTo>
                <a:lnTo>
                  <a:pt x="235" y="1224"/>
                </a:lnTo>
                <a:lnTo>
                  <a:pt x="235" y="1225"/>
                </a:lnTo>
                <a:lnTo>
                  <a:pt x="235" y="1226"/>
                </a:lnTo>
                <a:lnTo>
                  <a:pt x="236" y="1226"/>
                </a:lnTo>
                <a:lnTo>
                  <a:pt x="236" y="1227"/>
                </a:lnTo>
                <a:lnTo>
                  <a:pt x="237" y="1227"/>
                </a:lnTo>
                <a:lnTo>
                  <a:pt x="237" y="1228"/>
                </a:lnTo>
                <a:lnTo>
                  <a:pt x="238" y="1231"/>
                </a:lnTo>
                <a:lnTo>
                  <a:pt x="238" y="1232"/>
                </a:lnTo>
                <a:lnTo>
                  <a:pt x="237" y="1233"/>
                </a:lnTo>
                <a:lnTo>
                  <a:pt x="236" y="1234"/>
                </a:lnTo>
                <a:lnTo>
                  <a:pt x="235" y="1234"/>
                </a:lnTo>
                <a:lnTo>
                  <a:pt x="233" y="1234"/>
                </a:lnTo>
                <a:lnTo>
                  <a:pt x="233" y="1235"/>
                </a:lnTo>
                <a:lnTo>
                  <a:pt x="232" y="1235"/>
                </a:lnTo>
                <a:lnTo>
                  <a:pt x="231" y="1236"/>
                </a:lnTo>
                <a:lnTo>
                  <a:pt x="231" y="1237"/>
                </a:lnTo>
                <a:lnTo>
                  <a:pt x="230" y="1237"/>
                </a:lnTo>
                <a:lnTo>
                  <a:pt x="230" y="1238"/>
                </a:lnTo>
                <a:lnTo>
                  <a:pt x="229" y="1239"/>
                </a:lnTo>
                <a:lnTo>
                  <a:pt x="229" y="1241"/>
                </a:lnTo>
                <a:lnTo>
                  <a:pt x="229" y="1242"/>
                </a:lnTo>
                <a:lnTo>
                  <a:pt x="228" y="1244"/>
                </a:lnTo>
                <a:lnTo>
                  <a:pt x="228" y="1245"/>
                </a:lnTo>
                <a:lnTo>
                  <a:pt x="226" y="1245"/>
                </a:lnTo>
                <a:lnTo>
                  <a:pt x="225" y="1246"/>
                </a:lnTo>
                <a:lnTo>
                  <a:pt x="224" y="1246"/>
                </a:lnTo>
                <a:lnTo>
                  <a:pt x="224" y="1247"/>
                </a:lnTo>
                <a:lnTo>
                  <a:pt x="224" y="1248"/>
                </a:lnTo>
                <a:lnTo>
                  <a:pt x="224" y="1250"/>
                </a:lnTo>
                <a:lnTo>
                  <a:pt x="224" y="1251"/>
                </a:lnTo>
                <a:lnTo>
                  <a:pt x="224" y="1252"/>
                </a:lnTo>
                <a:lnTo>
                  <a:pt x="223" y="1253"/>
                </a:lnTo>
                <a:lnTo>
                  <a:pt x="221" y="1255"/>
                </a:lnTo>
                <a:lnTo>
                  <a:pt x="220" y="1255"/>
                </a:lnTo>
                <a:lnTo>
                  <a:pt x="219" y="1255"/>
                </a:lnTo>
                <a:lnTo>
                  <a:pt x="219" y="1254"/>
                </a:lnTo>
                <a:lnTo>
                  <a:pt x="218" y="1254"/>
                </a:lnTo>
                <a:lnTo>
                  <a:pt x="218" y="1253"/>
                </a:lnTo>
                <a:lnTo>
                  <a:pt x="217" y="1253"/>
                </a:lnTo>
                <a:lnTo>
                  <a:pt x="216" y="1254"/>
                </a:lnTo>
                <a:lnTo>
                  <a:pt x="214" y="1254"/>
                </a:lnTo>
                <a:lnTo>
                  <a:pt x="214" y="1255"/>
                </a:lnTo>
                <a:lnTo>
                  <a:pt x="213" y="1255"/>
                </a:lnTo>
                <a:lnTo>
                  <a:pt x="211" y="1257"/>
                </a:lnTo>
                <a:lnTo>
                  <a:pt x="211" y="1258"/>
                </a:lnTo>
                <a:lnTo>
                  <a:pt x="210" y="1259"/>
                </a:lnTo>
                <a:lnTo>
                  <a:pt x="209" y="1259"/>
                </a:lnTo>
                <a:lnTo>
                  <a:pt x="207" y="1260"/>
                </a:lnTo>
                <a:lnTo>
                  <a:pt x="206" y="1260"/>
                </a:lnTo>
                <a:lnTo>
                  <a:pt x="204" y="1260"/>
                </a:lnTo>
                <a:lnTo>
                  <a:pt x="203" y="1260"/>
                </a:lnTo>
                <a:lnTo>
                  <a:pt x="203" y="1259"/>
                </a:lnTo>
                <a:lnTo>
                  <a:pt x="202" y="1258"/>
                </a:lnTo>
                <a:lnTo>
                  <a:pt x="200" y="1258"/>
                </a:lnTo>
                <a:lnTo>
                  <a:pt x="199" y="1258"/>
                </a:lnTo>
                <a:lnTo>
                  <a:pt x="199" y="1259"/>
                </a:lnTo>
                <a:lnTo>
                  <a:pt x="198" y="1260"/>
                </a:lnTo>
                <a:lnTo>
                  <a:pt x="197" y="1260"/>
                </a:lnTo>
                <a:lnTo>
                  <a:pt x="196" y="1260"/>
                </a:lnTo>
                <a:lnTo>
                  <a:pt x="195" y="1261"/>
                </a:lnTo>
                <a:lnTo>
                  <a:pt x="194" y="1262"/>
                </a:lnTo>
                <a:lnTo>
                  <a:pt x="194" y="1263"/>
                </a:lnTo>
                <a:lnTo>
                  <a:pt x="193" y="1263"/>
                </a:lnTo>
                <a:lnTo>
                  <a:pt x="192" y="1263"/>
                </a:lnTo>
                <a:lnTo>
                  <a:pt x="191" y="1263"/>
                </a:lnTo>
                <a:lnTo>
                  <a:pt x="189" y="1262"/>
                </a:lnTo>
                <a:lnTo>
                  <a:pt x="188" y="1262"/>
                </a:lnTo>
                <a:lnTo>
                  <a:pt x="187" y="1262"/>
                </a:lnTo>
                <a:lnTo>
                  <a:pt x="186" y="1262"/>
                </a:lnTo>
                <a:lnTo>
                  <a:pt x="185" y="1261"/>
                </a:lnTo>
                <a:lnTo>
                  <a:pt x="185" y="1260"/>
                </a:lnTo>
                <a:lnTo>
                  <a:pt x="184" y="1260"/>
                </a:lnTo>
                <a:lnTo>
                  <a:pt x="183" y="1260"/>
                </a:lnTo>
                <a:lnTo>
                  <a:pt x="182" y="1261"/>
                </a:lnTo>
                <a:lnTo>
                  <a:pt x="181" y="1262"/>
                </a:lnTo>
                <a:lnTo>
                  <a:pt x="180" y="1263"/>
                </a:lnTo>
                <a:lnTo>
                  <a:pt x="178" y="1264"/>
                </a:lnTo>
                <a:lnTo>
                  <a:pt x="176" y="1265"/>
                </a:lnTo>
                <a:lnTo>
                  <a:pt x="176" y="1266"/>
                </a:lnTo>
                <a:lnTo>
                  <a:pt x="175" y="1266"/>
                </a:lnTo>
                <a:lnTo>
                  <a:pt x="174" y="1265"/>
                </a:lnTo>
                <a:lnTo>
                  <a:pt x="173" y="1265"/>
                </a:lnTo>
                <a:lnTo>
                  <a:pt x="172" y="1264"/>
                </a:lnTo>
                <a:lnTo>
                  <a:pt x="171" y="1264"/>
                </a:lnTo>
                <a:lnTo>
                  <a:pt x="171" y="1263"/>
                </a:lnTo>
                <a:lnTo>
                  <a:pt x="170" y="1263"/>
                </a:lnTo>
                <a:lnTo>
                  <a:pt x="169" y="1263"/>
                </a:lnTo>
                <a:lnTo>
                  <a:pt x="169" y="1264"/>
                </a:lnTo>
                <a:lnTo>
                  <a:pt x="168" y="1265"/>
                </a:lnTo>
                <a:lnTo>
                  <a:pt x="168" y="1266"/>
                </a:lnTo>
                <a:lnTo>
                  <a:pt x="168" y="1267"/>
                </a:lnTo>
                <a:lnTo>
                  <a:pt x="168" y="1268"/>
                </a:lnTo>
                <a:lnTo>
                  <a:pt x="167" y="1269"/>
                </a:lnTo>
                <a:lnTo>
                  <a:pt x="167" y="1270"/>
                </a:lnTo>
                <a:lnTo>
                  <a:pt x="166" y="1270"/>
                </a:lnTo>
                <a:lnTo>
                  <a:pt x="165" y="1270"/>
                </a:lnTo>
                <a:lnTo>
                  <a:pt x="164" y="1270"/>
                </a:lnTo>
                <a:lnTo>
                  <a:pt x="164" y="1269"/>
                </a:lnTo>
                <a:lnTo>
                  <a:pt x="163" y="1269"/>
                </a:lnTo>
                <a:lnTo>
                  <a:pt x="163" y="1268"/>
                </a:lnTo>
                <a:lnTo>
                  <a:pt x="162" y="1268"/>
                </a:lnTo>
                <a:lnTo>
                  <a:pt x="161" y="1268"/>
                </a:lnTo>
                <a:lnTo>
                  <a:pt x="160" y="1268"/>
                </a:lnTo>
                <a:lnTo>
                  <a:pt x="159" y="1268"/>
                </a:lnTo>
                <a:lnTo>
                  <a:pt x="158" y="1268"/>
                </a:lnTo>
                <a:lnTo>
                  <a:pt x="157" y="1268"/>
                </a:lnTo>
                <a:lnTo>
                  <a:pt x="156" y="1267"/>
                </a:lnTo>
                <a:lnTo>
                  <a:pt x="156" y="1266"/>
                </a:lnTo>
                <a:lnTo>
                  <a:pt x="155" y="1266"/>
                </a:lnTo>
                <a:lnTo>
                  <a:pt x="155" y="1265"/>
                </a:lnTo>
                <a:lnTo>
                  <a:pt x="154" y="1265"/>
                </a:lnTo>
                <a:lnTo>
                  <a:pt x="153" y="1266"/>
                </a:lnTo>
                <a:lnTo>
                  <a:pt x="152" y="1266"/>
                </a:lnTo>
                <a:lnTo>
                  <a:pt x="152" y="1267"/>
                </a:lnTo>
                <a:lnTo>
                  <a:pt x="150" y="1270"/>
                </a:lnTo>
                <a:lnTo>
                  <a:pt x="150" y="1271"/>
                </a:lnTo>
                <a:lnTo>
                  <a:pt x="150" y="1272"/>
                </a:lnTo>
                <a:lnTo>
                  <a:pt x="150" y="1273"/>
                </a:lnTo>
                <a:lnTo>
                  <a:pt x="149" y="1274"/>
                </a:lnTo>
                <a:lnTo>
                  <a:pt x="149" y="1275"/>
                </a:lnTo>
                <a:lnTo>
                  <a:pt x="149" y="1277"/>
                </a:lnTo>
                <a:lnTo>
                  <a:pt x="148" y="1277"/>
                </a:lnTo>
                <a:lnTo>
                  <a:pt x="148" y="1278"/>
                </a:lnTo>
                <a:lnTo>
                  <a:pt x="147" y="1278"/>
                </a:lnTo>
                <a:lnTo>
                  <a:pt x="146" y="1278"/>
                </a:lnTo>
                <a:lnTo>
                  <a:pt x="145" y="1278"/>
                </a:lnTo>
                <a:lnTo>
                  <a:pt x="145" y="1279"/>
                </a:lnTo>
                <a:lnTo>
                  <a:pt x="144" y="1279"/>
                </a:lnTo>
                <a:lnTo>
                  <a:pt x="142" y="1279"/>
                </a:lnTo>
                <a:lnTo>
                  <a:pt x="141" y="1279"/>
                </a:lnTo>
                <a:lnTo>
                  <a:pt x="140" y="1279"/>
                </a:lnTo>
                <a:lnTo>
                  <a:pt x="139" y="1279"/>
                </a:lnTo>
                <a:lnTo>
                  <a:pt x="139" y="1280"/>
                </a:lnTo>
                <a:lnTo>
                  <a:pt x="138" y="1280"/>
                </a:lnTo>
                <a:lnTo>
                  <a:pt x="137" y="1280"/>
                </a:lnTo>
                <a:lnTo>
                  <a:pt x="136" y="1281"/>
                </a:lnTo>
                <a:lnTo>
                  <a:pt x="134" y="1282"/>
                </a:lnTo>
                <a:lnTo>
                  <a:pt x="133" y="1283"/>
                </a:lnTo>
                <a:lnTo>
                  <a:pt x="131" y="1284"/>
                </a:lnTo>
                <a:lnTo>
                  <a:pt x="129" y="1286"/>
                </a:lnTo>
                <a:lnTo>
                  <a:pt x="129" y="1287"/>
                </a:lnTo>
                <a:lnTo>
                  <a:pt x="128" y="1287"/>
                </a:lnTo>
                <a:lnTo>
                  <a:pt x="127" y="1288"/>
                </a:lnTo>
                <a:lnTo>
                  <a:pt x="126" y="1289"/>
                </a:lnTo>
                <a:lnTo>
                  <a:pt x="125" y="1290"/>
                </a:lnTo>
                <a:lnTo>
                  <a:pt x="125" y="1291"/>
                </a:lnTo>
                <a:lnTo>
                  <a:pt x="124" y="1291"/>
                </a:lnTo>
                <a:lnTo>
                  <a:pt x="123" y="1291"/>
                </a:lnTo>
                <a:lnTo>
                  <a:pt x="123" y="1290"/>
                </a:lnTo>
                <a:lnTo>
                  <a:pt x="123" y="1289"/>
                </a:lnTo>
                <a:lnTo>
                  <a:pt x="122" y="1288"/>
                </a:lnTo>
                <a:lnTo>
                  <a:pt x="121" y="1287"/>
                </a:lnTo>
                <a:lnTo>
                  <a:pt x="120" y="1286"/>
                </a:lnTo>
                <a:lnTo>
                  <a:pt x="119" y="1286"/>
                </a:lnTo>
                <a:lnTo>
                  <a:pt x="118" y="1285"/>
                </a:lnTo>
                <a:lnTo>
                  <a:pt x="117" y="1285"/>
                </a:lnTo>
                <a:lnTo>
                  <a:pt x="116" y="1285"/>
                </a:lnTo>
                <a:lnTo>
                  <a:pt x="116" y="1286"/>
                </a:lnTo>
                <a:lnTo>
                  <a:pt x="115" y="1286"/>
                </a:lnTo>
                <a:lnTo>
                  <a:pt x="115" y="1287"/>
                </a:lnTo>
                <a:lnTo>
                  <a:pt x="116" y="1287"/>
                </a:lnTo>
                <a:lnTo>
                  <a:pt x="116" y="1288"/>
                </a:lnTo>
                <a:lnTo>
                  <a:pt x="115" y="1289"/>
                </a:lnTo>
                <a:lnTo>
                  <a:pt x="115" y="1290"/>
                </a:lnTo>
                <a:lnTo>
                  <a:pt x="114" y="1291"/>
                </a:lnTo>
                <a:lnTo>
                  <a:pt x="114" y="1293"/>
                </a:lnTo>
                <a:lnTo>
                  <a:pt x="114" y="1294"/>
                </a:lnTo>
                <a:lnTo>
                  <a:pt x="114" y="1295"/>
                </a:lnTo>
                <a:lnTo>
                  <a:pt x="114" y="1296"/>
                </a:lnTo>
                <a:lnTo>
                  <a:pt x="113" y="1299"/>
                </a:lnTo>
                <a:lnTo>
                  <a:pt x="113" y="1300"/>
                </a:lnTo>
                <a:lnTo>
                  <a:pt x="112" y="1302"/>
                </a:lnTo>
                <a:lnTo>
                  <a:pt x="110" y="1304"/>
                </a:lnTo>
                <a:lnTo>
                  <a:pt x="108" y="1305"/>
                </a:lnTo>
                <a:lnTo>
                  <a:pt x="106" y="1305"/>
                </a:lnTo>
                <a:lnTo>
                  <a:pt x="105" y="1305"/>
                </a:lnTo>
                <a:lnTo>
                  <a:pt x="104" y="1306"/>
                </a:lnTo>
                <a:lnTo>
                  <a:pt x="104" y="1308"/>
                </a:lnTo>
                <a:lnTo>
                  <a:pt x="103" y="1309"/>
                </a:lnTo>
                <a:lnTo>
                  <a:pt x="102" y="1310"/>
                </a:lnTo>
                <a:lnTo>
                  <a:pt x="101" y="1310"/>
                </a:lnTo>
                <a:lnTo>
                  <a:pt x="100" y="1310"/>
                </a:lnTo>
                <a:lnTo>
                  <a:pt x="99" y="1309"/>
                </a:lnTo>
                <a:lnTo>
                  <a:pt x="98" y="1307"/>
                </a:lnTo>
                <a:lnTo>
                  <a:pt x="98" y="1306"/>
                </a:lnTo>
                <a:lnTo>
                  <a:pt x="97" y="1304"/>
                </a:lnTo>
                <a:lnTo>
                  <a:pt x="96" y="1304"/>
                </a:lnTo>
                <a:lnTo>
                  <a:pt x="95" y="1303"/>
                </a:lnTo>
                <a:lnTo>
                  <a:pt x="94" y="1303"/>
                </a:lnTo>
                <a:lnTo>
                  <a:pt x="89" y="1303"/>
                </a:lnTo>
                <a:lnTo>
                  <a:pt x="88" y="1303"/>
                </a:lnTo>
                <a:lnTo>
                  <a:pt x="88" y="1304"/>
                </a:lnTo>
                <a:lnTo>
                  <a:pt x="87" y="1305"/>
                </a:lnTo>
                <a:lnTo>
                  <a:pt x="87" y="1306"/>
                </a:lnTo>
                <a:lnTo>
                  <a:pt x="86" y="1307"/>
                </a:lnTo>
                <a:lnTo>
                  <a:pt x="85" y="1307"/>
                </a:lnTo>
                <a:lnTo>
                  <a:pt x="85" y="1308"/>
                </a:lnTo>
                <a:lnTo>
                  <a:pt x="84" y="1308"/>
                </a:lnTo>
                <a:lnTo>
                  <a:pt x="84" y="1309"/>
                </a:lnTo>
                <a:lnTo>
                  <a:pt x="83" y="1309"/>
                </a:lnTo>
                <a:lnTo>
                  <a:pt x="83" y="1310"/>
                </a:lnTo>
                <a:lnTo>
                  <a:pt x="83" y="1311"/>
                </a:lnTo>
                <a:lnTo>
                  <a:pt x="83" y="1312"/>
                </a:lnTo>
                <a:lnTo>
                  <a:pt x="83" y="1313"/>
                </a:lnTo>
                <a:lnTo>
                  <a:pt x="82" y="1313"/>
                </a:lnTo>
                <a:lnTo>
                  <a:pt x="82" y="1314"/>
                </a:lnTo>
                <a:lnTo>
                  <a:pt x="81" y="1314"/>
                </a:lnTo>
                <a:lnTo>
                  <a:pt x="81" y="1313"/>
                </a:lnTo>
                <a:lnTo>
                  <a:pt x="80" y="1313"/>
                </a:lnTo>
                <a:lnTo>
                  <a:pt x="80" y="1312"/>
                </a:lnTo>
                <a:lnTo>
                  <a:pt x="79" y="1312"/>
                </a:lnTo>
                <a:lnTo>
                  <a:pt x="79" y="1313"/>
                </a:lnTo>
                <a:lnTo>
                  <a:pt x="78" y="1313"/>
                </a:lnTo>
                <a:lnTo>
                  <a:pt x="78" y="1314"/>
                </a:lnTo>
                <a:lnTo>
                  <a:pt x="78" y="1315"/>
                </a:lnTo>
                <a:lnTo>
                  <a:pt x="78" y="1316"/>
                </a:lnTo>
                <a:lnTo>
                  <a:pt x="77" y="1316"/>
                </a:lnTo>
                <a:lnTo>
                  <a:pt x="77" y="1317"/>
                </a:lnTo>
                <a:lnTo>
                  <a:pt x="76" y="1317"/>
                </a:lnTo>
                <a:lnTo>
                  <a:pt x="75" y="1317"/>
                </a:lnTo>
                <a:lnTo>
                  <a:pt x="74" y="1317"/>
                </a:lnTo>
                <a:lnTo>
                  <a:pt x="73" y="1317"/>
                </a:lnTo>
                <a:lnTo>
                  <a:pt x="73" y="1316"/>
                </a:lnTo>
                <a:lnTo>
                  <a:pt x="72" y="1316"/>
                </a:lnTo>
                <a:lnTo>
                  <a:pt x="71" y="1315"/>
                </a:lnTo>
                <a:lnTo>
                  <a:pt x="70" y="1315"/>
                </a:lnTo>
                <a:lnTo>
                  <a:pt x="69" y="1315"/>
                </a:lnTo>
                <a:lnTo>
                  <a:pt x="69" y="1314"/>
                </a:lnTo>
                <a:lnTo>
                  <a:pt x="68" y="1314"/>
                </a:lnTo>
                <a:lnTo>
                  <a:pt x="67" y="1314"/>
                </a:lnTo>
                <a:lnTo>
                  <a:pt x="67" y="1313"/>
                </a:lnTo>
                <a:lnTo>
                  <a:pt x="66" y="1313"/>
                </a:lnTo>
                <a:lnTo>
                  <a:pt x="65" y="1313"/>
                </a:lnTo>
                <a:lnTo>
                  <a:pt x="65" y="1314"/>
                </a:lnTo>
                <a:lnTo>
                  <a:pt x="64" y="1314"/>
                </a:lnTo>
                <a:lnTo>
                  <a:pt x="64" y="1315"/>
                </a:lnTo>
                <a:lnTo>
                  <a:pt x="63" y="1315"/>
                </a:lnTo>
                <a:lnTo>
                  <a:pt x="63" y="1316"/>
                </a:lnTo>
                <a:lnTo>
                  <a:pt x="62" y="1316"/>
                </a:lnTo>
                <a:lnTo>
                  <a:pt x="62" y="1317"/>
                </a:lnTo>
                <a:lnTo>
                  <a:pt x="61" y="1317"/>
                </a:lnTo>
                <a:lnTo>
                  <a:pt x="60" y="1317"/>
                </a:lnTo>
                <a:lnTo>
                  <a:pt x="60" y="1318"/>
                </a:lnTo>
                <a:lnTo>
                  <a:pt x="59" y="1318"/>
                </a:lnTo>
                <a:lnTo>
                  <a:pt x="58" y="1318"/>
                </a:lnTo>
                <a:lnTo>
                  <a:pt x="57" y="1318"/>
                </a:lnTo>
                <a:lnTo>
                  <a:pt x="57" y="1319"/>
                </a:lnTo>
                <a:lnTo>
                  <a:pt x="56" y="1319"/>
                </a:lnTo>
                <a:lnTo>
                  <a:pt x="55" y="1319"/>
                </a:lnTo>
                <a:lnTo>
                  <a:pt x="55" y="1320"/>
                </a:lnTo>
                <a:lnTo>
                  <a:pt x="53" y="1320"/>
                </a:lnTo>
                <a:lnTo>
                  <a:pt x="53" y="1319"/>
                </a:lnTo>
                <a:lnTo>
                  <a:pt x="52" y="1319"/>
                </a:lnTo>
                <a:lnTo>
                  <a:pt x="52" y="1318"/>
                </a:lnTo>
                <a:lnTo>
                  <a:pt x="51" y="1318"/>
                </a:lnTo>
                <a:lnTo>
                  <a:pt x="50" y="1318"/>
                </a:lnTo>
                <a:lnTo>
                  <a:pt x="50" y="1317"/>
                </a:lnTo>
                <a:lnTo>
                  <a:pt x="49" y="1317"/>
                </a:lnTo>
                <a:lnTo>
                  <a:pt x="49" y="1316"/>
                </a:lnTo>
                <a:lnTo>
                  <a:pt x="48" y="1316"/>
                </a:lnTo>
                <a:lnTo>
                  <a:pt x="47" y="1316"/>
                </a:lnTo>
                <a:lnTo>
                  <a:pt x="47" y="1315"/>
                </a:lnTo>
                <a:lnTo>
                  <a:pt x="46" y="1315"/>
                </a:lnTo>
                <a:lnTo>
                  <a:pt x="46" y="1314"/>
                </a:lnTo>
                <a:lnTo>
                  <a:pt x="45" y="1314"/>
                </a:lnTo>
                <a:lnTo>
                  <a:pt x="44" y="1314"/>
                </a:lnTo>
                <a:lnTo>
                  <a:pt x="44" y="1313"/>
                </a:lnTo>
                <a:lnTo>
                  <a:pt x="43" y="1313"/>
                </a:lnTo>
                <a:lnTo>
                  <a:pt x="42" y="1313"/>
                </a:lnTo>
                <a:lnTo>
                  <a:pt x="41" y="1313"/>
                </a:lnTo>
                <a:lnTo>
                  <a:pt x="41" y="1314"/>
                </a:lnTo>
                <a:lnTo>
                  <a:pt x="40" y="1315"/>
                </a:lnTo>
                <a:lnTo>
                  <a:pt x="40" y="1316"/>
                </a:lnTo>
                <a:lnTo>
                  <a:pt x="39" y="1316"/>
                </a:lnTo>
                <a:lnTo>
                  <a:pt x="38" y="1317"/>
                </a:lnTo>
                <a:lnTo>
                  <a:pt x="37" y="1318"/>
                </a:lnTo>
                <a:lnTo>
                  <a:pt x="36" y="1318"/>
                </a:lnTo>
                <a:lnTo>
                  <a:pt x="36" y="1319"/>
                </a:lnTo>
                <a:lnTo>
                  <a:pt x="35" y="1319"/>
                </a:lnTo>
                <a:lnTo>
                  <a:pt x="32" y="1319"/>
                </a:lnTo>
                <a:lnTo>
                  <a:pt x="31" y="1319"/>
                </a:lnTo>
                <a:lnTo>
                  <a:pt x="30" y="1318"/>
                </a:lnTo>
                <a:lnTo>
                  <a:pt x="29" y="1318"/>
                </a:lnTo>
                <a:lnTo>
                  <a:pt x="29" y="1317"/>
                </a:lnTo>
                <a:lnTo>
                  <a:pt x="28" y="1317"/>
                </a:lnTo>
                <a:lnTo>
                  <a:pt x="28" y="1318"/>
                </a:lnTo>
                <a:lnTo>
                  <a:pt x="27" y="1318"/>
                </a:lnTo>
                <a:lnTo>
                  <a:pt x="26" y="1317"/>
                </a:lnTo>
                <a:lnTo>
                  <a:pt x="25" y="1317"/>
                </a:lnTo>
                <a:lnTo>
                  <a:pt x="24" y="1316"/>
                </a:lnTo>
                <a:lnTo>
                  <a:pt x="23" y="1316"/>
                </a:lnTo>
                <a:lnTo>
                  <a:pt x="21" y="1316"/>
                </a:lnTo>
                <a:lnTo>
                  <a:pt x="16" y="1316"/>
                </a:lnTo>
                <a:lnTo>
                  <a:pt x="16" y="1317"/>
                </a:lnTo>
                <a:lnTo>
                  <a:pt x="15" y="1317"/>
                </a:lnTo>
                <a:lnTo>
                  <a:pt x="15" y="1316"/>
                </a:lnTo>
                <a:lnTo>
                  <a:pt x="14" y="1316"/>
                </a:lnTo>
                <a:lnTo>
                  <a:pt x="13" y="1316"/>
                </a:lnTo>
                <a:lnTo>
                  <a:pt x="12" y="1315"/>
                </a:lnTo>
                <a:lnTo>
                  <a:pt x="11" y="1315"/>
                </a:lnTo>
                <a:lnTo>
                  <a:pt x="10" y="1314"/>
                </a:lnTo>
                <a:lnTo>
                  <a:pt x="9" y="1314"/>
                </a:lnTo>
                <a:lnTo>
                  <a:pt x="9" y="1313"/>
                </a:lnTo>
                <a:lnTo>
                  <a:pt x="8" y="1313"/>
                </a:lnTo>
                <a:lnTo>
                  <a:pt x="7" y="1313"/>
                </a:lnTo>
                <a:lnTo>
                  <a:pt x="7" y="1312"/>
                </a:lnTo>
                <a:lnTo>
                  <a:pt x="6" y="1311"/>
                </a:lnTo>
                <a:lnTo>
                  <a:pt x="5" y="1310"/>
                </a:lnTo>
                <a:lnTo>
                  <a:pt x="4" y="1309"/>
                </a:lnTo>
                <a:lnTo>
                  <a:pt x="4" y="1308"/>
                </a:lnTo>
                <a:lnTo>
                  <a:pt x="4" y="1307"/>
                </a:lnTo>
                <a:lnTo>
                  <a:pt x="4" y="1306"/>
                </a:lnTo>
                <a:lnTo>
                  <a:pt x="4" y="1305"/>
                </a:lnTo>
                <a:lnTo>
                  <a:pt x="4" y="1303"/>
                </a:lnTo>
                <a:lnTo>
                  <a:pt x="4" y="1302"/>
                </a:lnTo>
                <a:lnTo>
                  <a:pt x="4" y="1301"/>
                </a:lnTo>
                <a:lnTo>
                  <a:pt x="4" y="1300"/>
                </a:lnTo>
                <a:lnTo>
                  <a:pt x="5" y="1299"/>
                </a:lnTo>
                <a:lnTo>
                  <a:pt x="5" y="1298"/>
                </a:lnTo>
                <a:lnTo>
                  <a:pt x="5" y="1297"/>
                </a:lnTo>
                <a:lnTo>
                  <a:pt x="5" y="1296"/>
                </a:lnTo>
                <a:lnTo>
                  <a:pt x="5" y="1295"/>
                </a:lnTo>
                <a:lnTo>
                  <a:pt x="5" y="1294"/>
                </a:lnTo>
                <a:lnTo>
                  <a:pt x="5" y="1293"/>
                </a:lnTo>
                <a:lnTo>
                  <a:pt x="6" y="1293"/>
                </a:lnTo>
                <a:lnTo>
                  <a:pt x="6" y="1292"/>
                </a:lnTo>
                <a:lnTo>
                  <a:pt x="6" y="1291"/>
                </a:lnTo>
                <a:lnTo>
                  <a:pt x="6" y="1290"/>
                </a:lnTo>
                <a:lnTo>
                  <a:pt x="6" y="1287"/>
                </a:lnTo>
                <a:lnTo>
                  <a:pt x="6" y="1285"/>
                </a:lnTo>
                <a:lnTo>
                  <a:pt x="6" y="1284"/>
                </a:lnTo>
                <a:lnTo>
                  <a:pt x="6" y="1283"/>
                </a:lnTo>
                <a:lnTo>
                  <a:pt x="6" y="1282"/>
                </a:lnTo>
                <a:lnTo>
                  <a:pt x="5" y="1282"/>
                </a:lnTo>
                <a:lnTo>
                  <a:pt x="5" y="1281"/>
                </a:lnTo>
                <a:lnTo>
                  <a:pt x="5" y="1280"/>
                </a:lnTo>
                <a:lnTo>
                  <a:pt x="5" y="1279"/>
                </a:lnTo>
                <a:lnTo>
                  <a:pt x="5" y="1278"/>
                </a:lnTo>
                <a:lnTo>
                  <a:pt x="4" y="1278"/>
                </a:lnTo>
                <a:lnTo>
                  <a:pt x="4" y="1277"/>
                </a:lnTo>
                <a:lnTo>
                  <a:pt x="4" y="1276"/>
                </a:lnTo>
                <a:lnTo>
                  <a:pt x="4" y="1275"/>
                </a:lnTo>
                <a:lnTo>
                  <a:pt x="4" y="1274"/>
                </a:lnTo>
                <a:lnTo>
                  <a:pt x="4" y="1273"/>
                </a:lnTo>
                <a:lnTo>
                  <a:pt x="4" y="1272"/>
                </a:lnTo>
                <a:lnTo>
                  <a:pt x="3" y="1272"/>
                </a:lnTo>
                <a:lnTo>
                  <a:pt x="3" y="1271"/>
                </a:lnTo>
                <a:lnTo>
                  <a:pt x="3" y="1270"/>
                </a:lnTo>
                <a:lnTo>
                  <a:pt x="3" y="1269"/>
                </a:lnTo>
                <a:lnTo>
                  <a:pt x="3" y="1268"/>
                </a:lnTo>
                <a:lnTo>
                  <a:pt x="3" y="1267"/>
                </a:lnTo>
                <a:lnTo>
                  <a:pt x="2" y="1267"/>
                </a:lnTo>
                <a:lnTo>
                  <a:pt x="2" y="1266"/>
                </a:lnTo>
                <a:lnTo>
                  <a:pt x="2" y="1265"/>
                </a:lnTo>
                <a:lnTo>
                  <a:pt x="2" y="1264"/>
                </a:lnTo>
                <a:lnTo>
                  <a:pt x="2" y="1263"/>
                </a:lnTo>
                <a:lnTo>
                  <a:pt x="2" y="1262"/>
                </a:lnTo>
                <a:lnTo>
                  <a:pt x="2" y="1261"/>
                </a:lnTo>
                <a:lnTo>
                  <a:pt x="1" y="1261"/>
                </a:lnTo>
                <a:lnTo>
                  <a:pt x="1" y="1260"/>
                </a:lnTo>
                <a:lnTo>
                  <a:pt x="1" y="1259"/>
                </a:lnTo>
                <a:lnTo>
                  <a:pt x="1" y="1258"/>
                </a:lnTo>
                <a:lnTo>
                  <a:pt x="1" y="1257"/>
                </a:lnTo>
                <a:lnTo>
                  <a:pt x="0" y="1257"/>
                </a:lnTo>
                <a:lnTo>
                  <a:pt x="0" y="1254"/>
                </a:lnTo>
                <a:lnTo>
                  <a:pt x="0" y="1251"/>
                </a:lnTo>
                <a:lnTo>
                  <a:pt x="1" y="1250"/>
                </a:lnTo>
                <a:lnTo>
                  <a:pt x="1" y="1249"/>
                </a:lnTo>
                <a:lnTo>
                  <a:pt x="1" y="1248"/>
                </a:lnTo>
                <a:lnTo>
                  <a:pt x="2" y="1248"/>
                </a:lnTo>
                <a:lnTo>
                  <a:pt x="2" y="1247"/>
                </a:lnTo>
                <a:lnTo>
                  <a:pt x="3" y="1247"/>
                </a:lnTo>
                <a:lnTo>
                  <a:pt x="3" y="1246"/>
                </a:lnTo>
                <a:lnTo>
                  <a:pt x="4" y="1245"/>
                </a:lnTo>
                <a:lnTo>
                  <a:pt x="5" y="1245"/>
                </a:lnTo>
                <a:lnTo>
                  <a:pt x="6" y="1244"/>
                </a:lnTo>
                <a:lnTo>
                  <a:pt x="6" y="1242"/>
                </a:lnTo>
                <a:lnTo>
                  <a:pt x="6" y="1241"/>
                </a:lnTo>
                <a:lnTo>
                  <a:pt x="6" y="1240"/>
                </a:lnTo>
                <a:lnTo>
                  <a:pt x="7" y="1239"/>
                </a:lnTo>
                <a:lnTo>
                  <a:pt x="8" y="1238"/>
                </a:lnTo>
                <a:lnTo>
                  <a:pt x="10" y="1238"/>
                </a:lnTo>
                <a:lnTo>
                  <a:pt x="10" y="1237"/>
                </a:lnTo>
                <a:lnTo>
                  <a:pt x="11" y="1237"/>
                </a:lnTo>
                <a:lnTo>
                  <a:pt x="11" y="1236"/>
                </a:lnTo>
                <a:lnTo>
                  <a:pt x="11" y="1235"/>
                </a:lnTo>
                <a:lnTo>
                  <a:pt x="11" y="1233"/>
                </a:lnTo>
                <a:lnTo>
                  <a:pt x="11" y="1232"/>
                </a:lnTo>
                <a:lnTo>
                  <a:pt x="10" y="1231"/>
                </a:lnTo>
                <a:lnTo>
                  <a:pt x="11" y="1231"/>
                </a:lnTo>
                <a:lnTo>
                  <a:pt x="11" y="1230"/>
                </a:lnTo>
                <a:lnTo>
                  <a:pt x="12" y="1230"/>
                </a:lnTo>
                <a:lnTo>
                  <a:pt x="13" y="1230"/>
                </a:lnTo>
                <a:lnTo>
                  <a:pt x="13" y="1229"/>
                </a:lnTo>
                <a:lnTo>
                  <a:pt x="14" y="1229"/>
                </a:lnTo>
                <a:lnTo>
                  <a:pt x="15" y="1227"/>
                </a:lnTo>
                <a:lnTo>
                  <a:pt x="15" y="1226"/>
                </a:lnTo>
                <a:lnTo>
                  <a:pt x="16" y="1225"/>
                </a:lnTo>
                <a:lnTo>
                  <a:pt x="16" y="1224"/>
                </a:lnTo>
                <a:lnTo>
                  <a:pt x="16" y="1222"/>
                </a:lnTo>
                <a:lnTo>
                  <a:pt x="16" y="1221"/>
                </a:lnTo>
                <a:lnTo>
                  <a:pt x="15" y="1221"/>
                </a:lnTo>
                <a:lnTo>
                  <a:pt x="14" y="1220"/>
                </a:lnTo>
                <a:lnTo>
                  <a:pt x="14" y="1219"/>
                </a:lnTo>
                <a:lnTo>
                  <a:pt x="14" y="1218"/>
                </a:lnTo>
                <a:lnTo>
                  <a:pt x="14" y="1217"/>
                </a:lnTo>
                <a:lnTo>
                  <a:pt x="15" y="1217"/>
                </a:lnTo>
                <a:lnTo>
                  <a:pt x="16" y="1216"/>
                </a:lnTo>
                <a:lnTo>
                  <a:pt x="17" y="1216"/>
                </a:lnTo>
                <a:lnTo>
                  <a:pt x="18" y="1216"/>
                </a:lnTo>
                <a:lnTo>
                  <a:pt x="18" y="1215"/>
                </a:lnTo>
                <a:lnTo>
                  <a:pt x="18" y="1214"/>
                </a:lnTo>
                <a:lnTo>
                  <a:pt x="19" y="1212"/>
                </a:lnTo>
                <a:lnTo>
                  <a:pt x="19" y="1211"/>
                </a:lnTo>
                <a:lnTo>
                  <a:pt x="20" y="1210"/>
                </a:lnTo>
                <a:lnTo>
                  <a:pt x="20" y="1209"/>
                </a:lnTo>
                <a:lnTo>
                  <a:pt x="21" y="1207"/>
                </a:lnTo>
                <a:lnTo>
                  <a:pt x="21" y="1206"/>
                </a:lnTo>
                <a:lnTo>
                  <a:pt x="21" y="1205"/>
                </a:lnTo>
                <a:lnTo>
                  <a:pt x="20" y="1205"/>
                </a:lnTo>
                <a:lnTo>
                  <a:pt x="20" y="1204"/>
                </a:lnTo>
                <a:lnTo>
                  <a:pt x="19" y="1204"/>
                </a:lnTo>
                <a:lnTo>
                  <a:pt x="19" y="1203"/>
                </a:lnTo>
                <a:lnTo>
                  <a:pt x="19" y="1201"/>
                </a:lnTo>
                <a:lnTo>
                  <a:pt x="18" y="1199"/>
                </a:lnTo>
                <a:lnTo>
                  <a:pt x="18" y="1198"/>
                </a:lnTo>
                <a:lnTo>
                  <a:pt x="18" y="1197"/>
                </a:lnTo>
                <a:lnTo>
                  <a:pt x="18" y="1195"/>
                </a:lnTo>
                <a:lnTo>
                  <a:pt x="18" y="1194"/>
                </a:lnTo>
                <a:lnTo>
                  <a:pt x="18" y="1193"/>
                </a:lnTo>
                <a:lnTo>
                  <a:pt x="19" y="1191"/>
                </a:lnTo>
                <a:lnTo>
                  <a:pt x="19" y="1190"/>
                </a:lnTo>
                <a:lnTo>
                  <a:pt x="19" y="1189"/>
                </a:lnTo>
                <a:lnTo>
                  <a:pt x="19" y="1186"/>
                </a:lnTo>
                <a:lnTo>
                  <a:pt x="19" y="1185"/>
                </a:lnTo>
                <a:lnTo>
                  <a:pt x="19" y="1184"/>
                </a:lnTo>
                <a:lnTo>
                  <a:pt x="19" y="1182"/>
                </a:lnTo>
                <a:lnTo>
                  <a:pt x="19" y="1181"/>
                </a:lnTo>
                <a:lnTo>
                  <a:pt x="20" y="1180"/>
                </a:lnTo>
                <a:lnTo>
                  <a:pt x="20" y="1179"/>
                </a:lnTo>
                <a:lnTo>
                  <a:pt x="20" y="1178"/>
                </a:lnTo>
                <a:lnTo>
                  <a:pt x="21" y="1178"/>
                </a:lnTo>
                <a:lnTo>
                  <a:pt x="21" y="1177"/>
                </a:lnTo>
                <a:lnTo>
                  <a:pt x="21" y="1176"/>
                </a:lnTo>
                <a:lnTo>
                  <a:pt x="22" y="1176"/>
                </a:lnTo>
                <a:lnTo>
                  <a:pt x="23" y="1176"/>
                </a:lnTo>
                <a:lnTo>
                  <a:pt x="24" y="1175"/>
                </a:lnTo>
                <a:lnTo>
                  <a:pt x="24" y="1174"/>
                </a:lnTo>
                <a:lnTo>
                  <a:pt x="25" y="1174"/>
                </a:lnTo>
                <a:lnTo>
                  <a:pt x="25" y="1172"/>
                </a:lnTo>
                <a:lnTo>
                  <a:pt x="24" y="1172"/>
                </a:lnTo>
                <a:lnTo>
                  <a:pt x="25" y="1172"/>
                </a:lnTo>
                <a:lnTo>
                  <a:pt x="25" y="1171"/>
                </a:lnTo>
                <a:lnTo>
                  <a:pt x="25" y="1170"/>
                </a:lnTo>
                <a:lnTo>
                  <a:pt x="25" y="1169"/>
                </a:lnTo>
                <a:lnTo>
                  <a:pt x="25" y="1168"/>
                </a:lnTo>
                <a:lnTo>
                  <a:pt x="26" y="1167"/>
                </a:lnTo>
                <a:lnTo>
                  <a:pt x="26" y="1166"/>
                </a:lnTo>
                <a:lnTo>
                  <a:pt x="26" y="1165"/>
                </a:lnTo>
                <a:lnTo>
                  <a:pt x="26" y="1164"/>
                </a:lnTo>
                <a:lnTo>
                  <a:pt x="26" y="1163"/>
                </a:lnTo>
                <a:lnTo>
                  <a:pt x="26" y="1162"/>
                </a:lnTo>
                <a:lnTo>
                  <a:pt x="27" y="1161"/>
                </a:lnTo>
                <a:lnTo>
                  <a:pt x="27" y="1160"/>
                </a:lnTo>
                <a:lnTo>
                  <a:pt x="28" y="1159"/>
                </a:lnTo>
                <a:lnTo>
                  <a:pt x="29" y="1158"/>
                </a:lnTo>
                <a:lnTo>
                  <a:pt x="29" y="1157"/>
                </a:lnTo>
                <a:lnTo>
                  <a:pt x="29" y="1156"/>
                </a:lnTo>
                <a:lnTo>
                  <a:pt x="29" y="1154"/>
                </a:lnTo>
                <a:lnTo>
                  <a:pt x="30" y="1152"/>
                </a:lnTo>
                <a:lnTo>
                  <a:pt x="31" y="1152"/>
                </a:lnTo>
                <a:lnTo>
                  <a:pt x="32" y="1151"/>
                </a:lnTo>
                <a:lnTo>
                  <a:pt x="33" y="1150"/>
                </a:lnTo>
                <a:lnTo>
                  <a:pt x="34" y="1150"/>
                </a:lnTo>
                <a:lnTo>
                  <a:pt x="34" y="1148"/>
                </a:lnTo>
                <a:lnTo>
                  <a:pt x="34" y="1146"/>
                </a:lnTo>
                <a:lnTo>
                  <a:pt x="35" y="1143"/>
                </a:lnTo>
                <a:lnTo>
                  <a:pt x="36" y="1143"/>
                </a:lnTo>
                <a:lnTo>
                  <a:pt x="37" y="1143"/>
                </a:lnTo>
                <a:lnTo>
                  <a:pt x="38" y="1143"/>
                </a:lnTo>
                <a:lnTo>
                  <a:pt x="38" y="1142"/>
                </a:lnTo>
                <a:lnTo>
                  <a:pt x="39" y="1142"/>
                </a:lnTo>
                <a:lnTo>
                  <a:pt x="42" y="1138"/>
                </a:lnTo>
                <a:lnTo>
                  <a:pt x="43" y="1137"/>
                </a:lnTo>
                <a:lnTo>
                  <a:pt x="43" y="1136"/>
                </a:lnTo>
                <a:lnTo>
                  <a:pt x="44" y="1135"/>
                </a:lnTo>
                <a:lnTo>
                  <a:pt x="44" y="1134"/>
                </a:lnTo>
                <a:lnTo>
                  <a:pt x="45" y="1132"/>
                </a:lnTo>
                <a:lnTo>
                  <a:pt x="45" y="1131"/>
                </a:lnTo>
                <a:lnTo>
                  <a:pt x="45" y="1130"/>
                </a:lnTo>
                <a:lnTo>
                  <a:pt x="45" y="1129"/>
                </a:lnTo>
                <a:lnTo>
                  <a:pt x="46" y="1127"/>
                </a:lnTo>
                <a:lnTo>
                  <a:pt x="47" y="1125"/>
                </a:lnTo>
                <a:lnTo>
                  <a:pt x="47" y="1124"/>
                </a:lnTo>
                <a:lnTo>
                  <a:pt x="47" y="1123"/>
                </a:lnTo>
                <a:lnTo>
                  <a:pt x="48" y="1122"/>
                </a:lnTo>
                <a:lnTo>
                  <a:pt x="48" y="1120"/>
                </a:lnTo>
                <a:lnTo>
                  <a:pt x="49" y="1118"/>
                </a:lnTo>
                <a:lnTo>
                  <a:pt x="49" y="1117"/>
                </a:lnTo>
                <a:lnTo>
                  <a:pt x="50" y="1116"/>
                </a:lnTo>
                <a:lnTo>
                  <a:pt x="51" y="1115"/>
                </a:lnTo>
                <a:lnTo>
                  <a:pt x="53" y="1114"/>
                </a:lnTo>
                <a:lnTo>
                  <a:pt x="54" y="1113"/>
                </a:lnTo>
                <a:lnTo>
                  <a:pt x="55" y="1110"/>
                </a:lnTo>
                <a:lnTo>
                  <a:pt x="54" y="1108"/>
                </a:lnTo>
                <a:lnTo>
                  <a:pt x="54" y="1107"/>
                </a:lnTo>
                <a:lnTo>
                  <a:pt x="54" y="1106"/>
                </a:lnTo>
                <a:lnTo>
                  <a:pt x="54" y="1105"/>
                </a:lnTo>
                <a:lnTo>
                  <a:pt x="54" y="1104"/>
                </a:lnTo>
                <a:lnTo>
                  <a:pt x="54" y="1102"/>
                </a:lnTo>
                <a:lnTo>
                  <a:pt x="54" y="1100"/>
                </a:lnTo>
                <a:lnTo>
                  <a:pt x="54" y="1099"/>
                </a:lnTo>
                <a:lnTo>
                  <a:pt x="54" y="1098"/>
                </a:lnTo>
                <a:lnTo>
                  <a:pt x="54" y="1097"/>
                </a:lnTo>
                <a:lnTo>
                  <a:pt x="54" y="1096"/>
                </a:lnTo>
                <a:lnTo>
                  <a:pt x="53" y="1096"/>
                </a:lnTo>
                <a:lnTo>
                  <a:pt x="52" y="1095"/>
                </a:lnTo>
                <a:lnTo>
                  <a:pt x="51" y="1095"/>
                </a:lnTo>
                <a:lnTo>
                  <a:pt x="51" y="1094"/>
                </a:lnTo>
                <a:lnTo>
                  <a:pt x="50" y="1094"/>
                </a:lnTo>
                <a:lnTo>
                  <a:pt x="50" y="1090"/>
                </a:lnTo>
                <a:lnTo>
                  <a:pt x="50" y="1089"/>
                </a:lnTo>
                <a:lnTo>
                  <a:pt x="49" y="1089"/>
                </a:lnTo>
                <a:lnTo>
                  <a:pt x="48" y="1088"/>
                </a:lnTo>
                <a:lnTo>
                  <a:pt x="48" y="1087"/>
                </a:lnTo>
                <a:lnTo>
                  <a:pt x="48" y="1086"/>
                </a:lnTo>
                <a:lnTo>
                  <a:pt x="47" y="1086"/>
                </a:lnTo>
                <a:lnTo>
                  <a:pt x="47" y="1085"/>
                </a:lnTo>
                <a:lnTo>
                  <a:pt x="48" y="1084"/>
                </a:lnTo>
                <a:lnTo>
                  <a:pt x="48" y="1082"/>
                </a:lnTo>
                <a:lnTo>
                  <a:pt x="47" y="1082"/>
                </a:lnTo>
                <a:lnTo>
                  <a:pt x="47" y="1081"/>
                </a:lnTo>
                <a:lnTo>
                  <a:pt x="47" y="1080"/>
                </a:lnTo>
                <a:lnTo>
                  <a:pt x="47" y="1079"/>
                </a:lnTo>
                <a:lnTo>
                  <a:pt x="47" y="1078"/>
                </a:lnTo>
                <a:lnTo>
                  <a:pt x="47" y="1077"/>
                </a:lnTo>
                <a:lnTo>
                  <a:pt x="47" y="1076"/>
                </a:lnTo>
                <a:lnTo>
                  <a:pt x="46" y="1076"/>
                </a:lnTo>
                <a:lnTo>
                  <a:pt x="46" y="1075"/>
                </a:lnTo>
                <a:lnTo>
                  <a:pt x="47" y="1075"/>
                </a:lnTo>
                <a:lnTo>
                  <a:pt x="47" y="1073"/>
                </a:lnTo>
                <a:lnTo>
                  <a:pt x="46" y="1073"/>
                </a:lnTo>
                <a:lnTo>
                  <a:pt x="46" y="1072"/>
                </a:lnTo>
                <a:lnTo>
                  <a:pt x="46" y="1071"/>
                </a:lnTo>
                <a:lnTo>
                  <a:pt x="45" y="1071"/>
                </a:lnTo>
                <a:lnTo>
                  <a:pt x="45" y="1070"/>
                </a:lnTo>
                <a:lnTo>
                  <a:pt x="44" y="1070"/>
                </a:lnTo>
                <a:lnTo>
                  <a:pt x="44" y="1069"/>
                </a:lnTo>
                <a:lnTo>
                  <a:pt x="44" y="1068"/>
                </a:lnTo>
                <a:lnTo>
                  <a:pt x="45" y="1068"/>
                </a:lnTo>
                <a:lnTo>
                  <a:pt x="45" y="1067"/>
                </a:lnTo>
                <a:lnTo>
                  <a:pt x="45" y="1066"/>
                </a:lnTo>
                <a:lnTo>
                  <a:pt x="45" y="1065"/>
                </a:lnTo>
                <a:lnTo>
                  <a:pt x="44" y="1062"/>
                </a:lnTo>
                <a:lnTo>
                  <a:pt x="43" y="1060"/>
                </a:lnTo>
                <a:lnTo>
                  <a:pt x="42" y="1060"/>
                </a:lnTo>
                <a:lnTo>
                  <a:pt x="42" y="1059"/>
                </a:lnTo>
                <a:lnTo>
                  <a:pt x="42" y="1058"/>
                </a:lnTo>
                <a:lnTo>
                  <a:pt x="41" y="1058"/>
                </a:lnTo>
                <a:lnTo>
                  <a:pt x="41" y="1057"/>
                </a:lnTo>
                <a:lnTo>
                  <a:pt x="41" y="1056"/>
                </a:lnTo>
                <a:lnTo>
                  <a:pt x="41" y="1054"/>
                </a:lnTo>
                <a:lnTo>
                  <a:pt x="41" y="1051"/>
                </a:lnTo>
                <a:lnTo>
                  <a:pt x="41" y="1050"/>
                </a:lnTo>
                <a:lnTo>
                  <a:pt x="40" y="1050"/>
                </a:lnTo>
                <a:lnTo>
                  <a:pt x="39" y="1050"/>
                </a:lnTo>
                <a:lnTo>
                  <a:pt x="38" y="1050"/>
                </a:lnTo>
                <a:lnTo>
                  <a:pt x="38" y="1051"/>
                </a:lnTo>
                <a:lnTo>
                  <a:pt x="36" y="1051"/>
                </a:lnTo>
                <a:lnTo>
                  <a:pt x="35" y="1051"/>
                </a:lnTo>
                <a:lnTo>
                  <a:pt x="35" y="1050"/>
                </a:lnTo>
                <a:lnTo>
                  <a:pt x="35" y="1049"/>
                </a:lnTo>
                <a:lnTo>
                  <a:pt x="35" y="1047"/>
                </a:lnTo>
                <a:lnTo>
                  <a:pt x="35" y="1046"/>
                </a:lnTo>
                <a:lnTo>
                  <a:pt x="35" y="1045"/>
                </a:lnTo>
                <a:lnTo>
                  <a:pt x="35" y="1044"/>
                </a:lnTo>
                <a:lnTo>
                  <a:pt x="35" y="1043"/>
                </a:lnTo>
                <a:lnTo>
                  <a:pt x="35" y="1042"/>
                </a:lnTo>
                <a:lnTo>
                  <a:pt x="35" y="1041"/>
                </a:lnTo>
                <a:lnTo>
                  <a:pt x="35" y="1040"/>
                </a:lnTo>
                <a:lnTo>
                  <a:pt x="34" y="1040"/>
                </a:lnTo>
                <a:lnTo>
                  <a:pt x="34" y="1039"/>
                </a:lnTo>
                <a:lnTo>
                  <a:pt x="33" y="1039"/>
                </a:lnTo>
                <a:lnTo>
                  <a:pt x="33" y="1038"/>
                </a:lnTo>
                <a:lnTo>
                  <a:pt x="33" y="1037"/>
                </a:lnTo>
                <a:lnTo>
                  <a:pt x="32" y="1036"/>
                </a:lnTo>
                <a:lnTo>
                  <a:pt x="33" y="1035"/>
                </a:lnTo>
                <a:lnTo>
                  <a:pt x="34" y="1035"/>
                </a:lnTo>
                <a:lnTo>
                  <a:pt x="34" y="1034"/>
                </a:lnTo>
                <a:lnTo>
                  <a:pt x="34" y="1033"/>
                </a:lnTo>
                <a:lnTo>
                  <a:pt x="35" y="1033"/>
                </a:lnTo>
                <a:lnTo>
                  <a:pt x="35" y="1031"/>
                </a:lnTo>
                <a:lnTo>
                  <a:pt x="34" y="1031"/>
                </a:lnTo>
                <a:lnTo>
                  <a:pt x="34" y="1030"/>
                </a:lnTo>
                <a:lnTo>
                  <a:pt x="33" y="1030"/>
                </a:lnTo>
                <a:lnTo>
                  <a:pt x="33" y="1029"/>
                </a:lnTo>
                <a:lnTo>
                  <a:pt x="32" y="1029"/>
                </a:lnTo>
                <a:lnTo>
                  <a:pt x="31" y="1029"/>
                </a:lnTo>
                <a:lnTo>
                  <a:pt x="31" y="1028"/>
                </a:lnTo>
                <a:lnTo>
                  <a:pt x="30" y="1027"/>
                </a:lnTo>
                <a:lnTo>
                  <a:pt x="30" y="1026"/>
                </a:lnTo>
                <a:lnTo>
                  <a:pt x="31" y="1025"/>
                </a:lnTo>
                <a:lnTo>
                  <a:pt x="31" y="1024"/>
                </a:lnTo>
                <a:lnTo>
                  <a:pt x="31" y="1023"/>
                </a:lnTo>
                <a:lnTo>
                  <a:pt x="31" y="1022"/>
                </a:lnTo>
                <a:lnTo>
                  <a:pt x="30" y="1022"/>
                </a:lnTo>
                <a:lnTo>
                  <a:pt x="30" y="1021"/>
                </a:lnTo>
                <a:lnTo>
                  <a:pt x="30" y="1020"/>
                </a:lnTo>
                <a:lnTo>
                  <a:pt x="30" y="1019"/>
                </a:lnTo>
                <a:lnTo>
                  <a:pt x="30" y="1018"/>
                </a:lnTo>
                <a:lnTo>
                  <a:pt x="29" y="1017"/>
                </a:lnTo>
                <a:lnTo>
                  <a:pt x="29" y="1016"/>
                </a:lnTo>
                <a:lnTo>
                  <a:pt x="28" y="1015"/>
                </a:lnTo>
                <a:lnTo>
                  <a:pt x="28" y="1014"/>
                </a:lnTo>
                <a:lnTo>
                  <a:pt x="28" y="1013"/>
                </a:lnTo>
                <a:lnTo>
                  <a:pt x="27" y="1013"/>
                </a:lnTo>
                <a:lnTo>
                  <a:pt x="27" y="1012"/>
                </a:lnTo>
                <a:lnTo>
                  <a:pt x="26" y="1011"/>
                </a:lnTo>
                <a:lnTo>
                  <a:pt x="25" y="1010"/>
                </a:lnTo>
                <a:lnTo>
                  <a:pt x="25" y="1009"/>
                </a:lnTo>
                <a:lnTo>
                  <a:pt x="26" y="1009"/>
                </a:lnTo>
                <a:lnTo>
                  <a:pt x="26" y="1008"/>
                </a:lnTo>
                <a:lnTo>
                  <a:pt x="26" y="1006"/>
                </a:lnTo>
                <a:lnTo>
                  <a:pt x="25" y="1006"/>
                </a:lnTo>
                <a:lnTo>
                  <a:pt x="25" y="1005"/>
                </a:lnTo>
                <a:lnTo>
                  <a:pt x="24" y="1004"/>
                </a:lnTo>
                <a:lnTo>
                  <a:pt x="23" y="1003"/>
                </a:lnTo>
                <a:lnTo>
                  <a:pt x="23" y="1001"/>
                </a:lnTo>
                <a:lnTo>
                  <a:pt x="22" y="1000"/>
                </a:lnTo>
                <a:lnTo>
                  <a:pt x="22" y="998"/>
                </a:lnTo>
                <a:lnTo>
                  <a:pt x="22" y="996"/>
                </a:lnTo>
                <a:lnTo>
                  <a:pt x="22" y="995"/>
                </a:lnTo>
                <a:lnTo>
                  <a:pt x="21" y="995"/>
                </a:lnTo>
                <a:lnTo>
                  <a:pt x="21" y="994"/>
                </a:lnTo>
                <a:lnTo>
                  <a:pt x="21" y="993"/>
                </a:lnTo>
                <a:lnTo>
                  <a:pt x="21" y="992"/>
                </a:lnTo>
                <a:lnTo>
                  <a:pt x="21" y="991"/>
                </a:lnTo>
                <a:lnTo>
                  <a:pt x="21" y="990"/>
                </a:lnTo>
                <a:lnTo>
                  <a:pt x="21" y="989"/>
                </a:lnTo>
                <a:lnTo>
                  <a:pt x="22" y="988"/>
                </a:lnTo>
                <a:lnTo>
                  <a:pt x="22" y="987"/>
                </a:lnTo>
                <a:lnTo>
                  <a:pt x="22" y="986"/>
                </a:lnTo>
                <a:lnTo>
                  <a:pt x="23" y="986"/>
                </a:lnTo>
                <a:lnTo>
                  <a:pt x="23" y="985"/>
                </a:lnTo>
                <a:lnTo>
                  <a:pt x="23" y="984"/>
                </a:lnTo>
                <a:lnTo>
                  <a:pt x="22" y="983"/>
                </a:lnTo>
                <a:lnTo>
                  <a:pt x="22" y="982"/>
                </a:lnTo>
                <a:lnTo>
                  <a:pt x="21" y="982"/>
                </a:lnTo>
                <a:lnTo>
                  <a:pt x="21" y="981"/>
                </a:lnTo>
                <a:lnTo>
                  <a:pt x="21" y="980"/>
                </a:lnTo>
                <a:lnTo>
                  <a:pt x="22" y="979"/>
                </a:lnTo>
                <a:lnTo>
                  <a:pt x="22" y="978"/>
                </a:lnTo>
                <a:lnTo>
                  <a:pt x="23" y="977"/>
                </a:lnTo>
                <a:lnTo>
                  <a:pt x="23" y="976"/>
                </a:lnTo>
                <a:lnTo>
                  <a:pt x="24" y="975"/>
                </a:lnTo>
                <a:lnTo>
                  <a:pt x="24" y="974"/>
                </a:lnTo>
                <a:lnTo>
                  <a:pt x="25" y="973"/>
                </a:lnTo>
                <a:lnTo>
                  <a:pt x="25" y="972"/>
                </a:lnTo>
                <a:lnTo>
                  <a:pt x="25" y="971"/>
                </a:lnTo>
                <a:lnTo>
                  <a:pt x="24" y="971"/>
                </a:lnTo>
                <a:lnTo>
                  <a:pt x="24" y="970"/>
                </a:lnTo>
                <a:lnTo>
                  <a:pt x="24" y="967"/>
                </a:lnTo>
                <a:lnTo>
                  <a:pt x="23" y="965"/>
                </a:lnTo>
                <a:lnTo>
                  <a:pt x="23" y="964"/>
                </a:lnTo>
                <a:lnTo>
                  <a:pt x="23" y="963"/>
                </a:lnTo>
                <a:lnTo>
                  <a:pt x="23" y="962"/>
                </a:lnTo>
                <a:lnTo>
                  <a:pt x="24" y="962"/>
                </a:lnTo>
                <a:lnTo>
                  <a:pt x="24" y="961"/>
                </a:lnTo>
                <a:lnTo>
                  <a:pt x="23" y="961"/>
                </a:lnTo>
                <a:lnTo>
                  <a:pt x="23" y="960"/>
                </a:lnTo>
                <a:lnTo>
                  <a:pt x="22" y="959"/>
                </a:lnTo>
                <a:lnTo>
                  <a:pt x="22" y="958"/>
                </a:lnTo>
                <a:lnTo>
                  <a:pt x="21" y="958"/>
                </a:lnTo>
                <a:lnTo>
                  <a:pt x="21" y="957"/>
                </a:lnTo>
                <a:lnTo>
                  <a:pt x="21" y="956"/>
                </a:lnTo>
                <a:lnTo>
                  <a:pt x="21" y="955"/>
                </a:lnTo>
                <a:lnTo>
                  <a:pt x="22" y="955"/>
                </a:lnTo>
                <a:lnTo>
                  <a:pt x="22" y="953"/>
                </a:lnTo>
                <a:lnTo>
                  <a:pt x="22" y="951"/>
                </a:lnTo>
                <a:lnTo>
                  <a:pt x="22" y="950"/>
                </a:lnTo>
                <a:lnTo>
                  <a:pt x="22" y="949"/>
                </a:lnTo>
                <a:lnTo>
                  <a:pt x="23" y="948"/>
                </a:lnTo>
                <a:lnTo>
                  <a:pt x="23" y="947"/>
                </a:lnTo>
                <a:lnTo>
                  <a:pt x="24" y="947"/>
                </a:lnTo>
                <a:lnTo>
                  <a:pt x="24" y="946"/>
                </a:lnTo>
                <a:lnTo>
                  <a:pt x="24" y="945"/>
                </a:lnTo>
                <a:lnTo>
                  <a:pt x="25" y="943"/>
                </a:lnTo>
                <a:lnTo>
                  <a:pt x="25" y="942"/>
                </a:lnTo>
                <a:lnTo>
                  <a:pt x="25" y="941"/>
                </a:lnTo>
                <a:lnTo>
                  <a:pt x="25" y="940"/>
                </a:lnTo>
                <a:lnTo>
                  <a:pt x="25" y="939"/>
                </a:lnTo>
                <a:lnTo>
                  <a:pt x="25" y="938"/>
                </a:lnTo>
                <a:lnTo>
                  <a:pt x="25" y="937"/>
                </a:lnTo>
                <a:lnTo>
                  <a:pt x="24" y="936"/>
                </a:lnTo>
                <a:lnTo>
                  <a:pt x="23" y="934"/>
                </a:lnTo>
                <a:lnTo>
                  <a:pt x="22" y="934"/>
                </a:lnTo>
                <a:lnTo>
                  <a:pt x="22" y="933"/>
                </a:lnTo>
                <a:lnTo>
                  <a:pt x="22" y="932"/>
                </a:lnTo>
                <a:lnTo>
                  <a:pt x="22" y="931"/>
                </a:lnTo>
                <a:lnTo>
                  <a:pt x="23" y="930"/>
                </a:lnTo>
                <a:lnTo>
                  <a:pt x="23" y="929"/>
                </a:lnTo>
                <a:lnTo>
                  <a:pt x="24" y="929"/>
                </a:lnTo>
                <a:lnTo>
                  <a:pt x="24" y="928"/>
                </a:lnTo>
                <a:lnTo>
                  <a:pt x="25" y="928"/>
                </a:lnTo>
                <a:lnTo>
                  <a:pt x="25" y="927"/>
                </a:lnTo>
                <a:lnTo>
                  <a:pt x="26" y="927"/>
                </a:lnTo>
                <a:lnTo>
                  <a:pt x="26" y="926"/>
                </a:lnTo>
                <a:lnTo>
                  <a:pt x="26" y="925"/>
                </a:lnTo>
                <a:lnTo>
                  <a:pt x="26" y="924"/>
                </a:lnTo>
                <a:lnTo>
                  <a:pt x="26" y="923"/>
                </a:lnTo>
                <a:lnTo>
                  <a:pt x="26" y="922"/>
                </a:lnTo>
                <a:lnTo>
                  <a:pt x="26" y="921"/>
                </a:lnTo>
                <a:lnTo>
                  <a:pt x="26" y="920"/>
                </a:lnTo>
                <a:lnTo>
                  <a:pt x="26" y="919"/>
                </a:lnTo>
                <a:lnTo>
                  <a:pt x="26" y="918"/>
                </a:lnTo>
                <a:lnTo>
                  <a:pt x="26" y="915"/>
                </a:lnTo>
                <a:lnTo>
                  <a:pt x="25" y="914"/>
                </a:lnTo>
                <a:lnTo>
                  <a:pt x="25" y="913"/>
                </a:lnTo>
                <a:lnTo>
                  <a:pt x="24" y="912"/>
                </a:lnTo>
                <a:lnTo>
                  <a:pt x="23" y="911"/>
                </a:lnTo>
                <a:lnTo>
                  <a:pt x="23" y="910"/>
                </a:lnTo>
                <a:lnTo>
                  <a:pt x="23" y="909"/>
                </a:lnTo>
                <a:lnTo>
                  <a:pt x="23" y="908"/>
                </a:lnTo>
                <a:lnTo>
                  <a:pt x="24" y="908"/>
                </a:lnTo>
                <a:lnTo>
                  <a:pt x="24" y="907"/>
                </a:lnTo>
                <a:lnTo>
                  <a:pt x="24" y="906"/>
                </a:lnTo>
                <a:lnTo>
                  <a:pt x="24" y="905"/>
                </a:lnTo>
                <a:lnTo>
                  <a:pt x="24" y="904"/>
                </a:lnTo>
                <a:lnTo>
                  <a:pt x="23" y="904"/>
                </a:lnTo>
                <a:lnTo>
                  <a:pt x="22" y="903"/>
                </a:lnTo>
                <a:lnTo>
                  <a:pt x="21" y="903"/>
                </a:lnTo>
                <a:lnTo>
                  <a:pt x="21" y="902"/>
                </a:lnTo>
                <a:lnTo>
                  <a:pt x="20" y="902"/>
                </a:lnTo>
                <a:lnTo>
                  <a:pt x="19" y="901"/>
                </a:lnTo>
                <a:lnTo>
                  <a:pt x="16" y="898"/>
                </a:lnTo>
                <a:lnTo>
                  <a:pt x="16" y="897"/>
                </a:lnTo>
                <a:lnTo>
                  <a:pt x="15" y="894"/>
                </a:lnTo>
                <a:lnTo>
                  <a:pt x="14" y="893"/>
                </a:lnTo>
                <a:lnTo>
                  <a:pt x="14" y="892"/>
                </a:lnTo>
                <a:lnTo>
                  <a:pt x="13" y="892"/>
                </a:lnTo>
                <a:lnTo>
                  <a:pt x="13" y="891"/>
                </a:lnTo>
                <a:lnTo>
                  <a:pt x="12" y="890"/>
                </a:lnTo>
                <a:lnTo>
                  <a:pt x="12" y="889"/>
                </a:lnTo>
                <a:lnTo>
                  <a:pt x="11" y="889"/>
                </a:lnTo>
                <a:lnTo>
                  <a:pt x="10" y="888"/>
                </a:lnTo>
                <a:lnTo>
                  <a:pt x="9" y="888"/>
                </a:lnTo>
                <a:lnTo>
                  <a:pt x="7" y="887"/>
                </a:lnTo>
                <a:lnTo>
                  <a:pt x="7" y="886"/>
                </a:lnTo>
                <a:lnTo>
                  <a:pt x="6" y="885"/>
                </a:lnTo>
                <a:lnTo>
                  <a:pt x="6" y="884"/>
                </a:lnTo>
                <a:lnTo>
                  <a:pt x="6" y="883"/>
                </a:lnTo>
                <a:lnTo>
                  <a:pt x="7" y="882"/>
                </a:lnTo>
                <a:lnTo>
                  <a:pt x="8" y="882"/>
                </a:lnTo>
                <a:lnTo>
                  <a:pt x="9" y="882"/>
                </a:lnTo>
                <a:lnTo>
                  <a:pt x="10" y="882"/>
                </a:lnTo>
                <a:lnTo>
                  <a:pt x="10" y="883"/>
                </a:lnTo>
                <a:lnTo>
                  <a:pt x="10" y="884"/>
                </a:lnTo>
                <a:lnTo>
                  <a:pt x="11" y="884"/>
                </a:lnTo>
                <a:lnTo>
                  <a:pt x="11" y="885"/>
                </a:lnTo>
                <a:lnTo>
                  <a:pt x="12" y="885"/>
                </a:lnTo>
                <a:lnTo>
                  <a:pt x="13" y="885"/>
                </a:lnTo>
                <a:lnTo>
                  <a:pt x="13" y="884"/>
                </a:lnTo>
                <a:lnTo>
                  <a:pt x="14" y="884"/>
                </a:lnTo>
                <a:lnTo>
                  <a:pt x="14" y="883"/>
                </a:lnTo>
                <a:lnTo>
                  <a:pt x="13" y="883"/>
                </a:lnTo>
                <a:lnTo>
                  <a:pt x="13" y="882"/>
                </a:lnTo>
                <a:lnTo>
                  <a:pt x="13" y="881"/>
                </a:lnTo>
                <a:lnTo>
                  <a:pt x="13" y="880"/>
                </a:lnTo>
                <a:lnTo>
                  <a:pt x="13" y="879"/>
                </a:lnTo>
                <a:lnTo>
                  <a:pt x="13" y="878"/>
                </a:lnTo>
                <a:lnTo>
                  <a:pt x="14" y="877"/>
                </a:lnTo>
                <a:lnTo>
                  <a:pt x="15" y="876"/>
                </a:lnTo>
                <a:lnTo>
                  <a:pt x="15" y="875"/>
                </a:lnTo>
                <a:lnTo>
                  <a:pt x="15" y="874"/>
                </a:lnTo>
                <a:lnTo>
                  <a:pt x="15" y="873"/>
                </a:lnTo>
                <a:lnTo>
                  <a:pt x="14" y="873"/>
                </a:lnTo>
                <a:lnTo>
                  <a:pt x="13" y="873"/>
                </a:lnTo>
                <a:lnTo>
                  <a:pt x="12" y="874"/>
                </a:lnTo>
                <a:lnTo>
                  <a:pt x="12" y="875"/>
                </a:lnTo>
                <a:lnTo>
                  <a:pt x="12" y="876"/>
                </a:lnTo>
                <a:lnTo>
                  <a:pt x="11" y="876"/>
                </a:lnTo>
                <a:lnTo>
                  <a:pt x="10" y="876"/>
                </a:lnTo>
                <a:lnTo>
                  <a:pt x="9" y="876"/>
                </a:lnTo>
                <a:lnTo>
                  <a:pt x="9" y="875"/>
                </a:lnTo>
                <a:lnTo>
                  <a:pt x="9" y="874"/>
                </a:lnTo>
                <a:lnTo>
                  <a:pt x="10" y="874"/>
                </a:lnTo>
                <a:lnTo>
                  <a:pt x="10" y="873"/>
                </a:lnTo>
                <a:lnTo>
                  <a:pt x="11" y="873"/>
                </a:lnTo>
                <a:lnTo>
                  <a:pt x="12" y="872"/>
                </a:lnTo>
                <a:lnTo>
                  <a:pt x="12" y="871"/>
                </a:lnTo>
                <a:lnTo>
                  <a:pt x="11" y="869"/>
                </a:lnTo>
                <a:lnTo>
                  <a:pt x="10" y="869"/>
                </a:lnTo>
                <a:lnTo>
                  <a:pt x="10" y="868"/>
                </a:lnTo>
                <a:lnTo>
                  <a:pt x="9" y="868"/>
                </a:lnTo>
                <a:lnTo>
                  <a:pt x="7" y="868"/>
                </a:lnTo>
                <a:lnTo>
                  <a:pt x="5" y="868"/>
                </a:lnTo>
                <a:lnTo>
                  <a:pt x="4" y="868"/>
                </a:lnTo>
                <a:lnTo>
                  <a:pt x="4" y="867"/>
                </a:lnTo>
                <a:lnTo>
                  <a:pt x="4" y="866"/>
                </a:lnTo>
                <a:lnTo>
                  <a:pt x="5" y="866"/>
                </a:lnTo>
                <a:lnTo>
                  <a:pt x="6" y="866"/>
                </a:lnTo>
                <a:lnTo>
                  <a:pt x="7" y="866"/>
                </a:lnTo>
                <a:lnTo>
                  <a:pt x="8" y="865"/>
                </a:lnTo>
                <a:lnTo>
                  <a:pt x="9" y="861"/>
                </a:lnTo>
                <a:lnTo>
                  <a:pt x="9" y="860"/>
                </a:lnTo>
                <a:lnTo>
                  <a:pt x="10" y="859"/>
                </a:lnTo>
                <a:lnTo>
                  <a:pt x="10" y="857"/>
                </a:lnTo>
                <a:lnTo>
                  <a:pt x="10" y="856"/>
                </a:lnTo>
                <a:lnTo>
                  <a:pt x="9" y="856"/>
                </a:lnTo>
                <a:lnTo>
                  <a:pt x="8" y="856"/>
                </a:lnTo>
                <a:lnTo>
                  <a:pt x="7" y="855"/>
                </a:lnTo>
                <a:lnTo>
                  <a:pt x="7" y="854"/>
                </a:lnTo>
                <a:lnTo>
                  <a:pt x="8" y="853"/>
                </a:lnTo>
                <a:lnTo>
                  <a:pt x="9" y="853"/>
                </a:lnTo>
                <a:lnTo>
                  <a:pt x="9" y="852"/>
                </a:lnTo>
                <a:lnTo>
                  <a:pt x="9" y="851"/>
                </a:lnTo>
                <a:lnTo>
                  <a:pt x="9" y="850"/>
                </a:lnTo>
                <a:lnTo>
                  <a:pt x="9" y="848"/>
                </a:lnTo>
                <a:lnTo>
                  <a:pt x="9" y="847"/>
                </a:lnTo>
                <a:lnTo>
                  <a:pt x="8" y="847"/>
                </a:lnTo>
                <a:lnTo>
                  <a:pt x="7" y="846"/>
                </a:lnTo>
                <a:lnTo>
                  <a:pt x="6" y="846"/>
                </a:lnTo>
                <a:lnTo>
                  <a:pt x="3" y="846"/>
                </a:lnTo>
                <a:lnTo>
                  <a:pt x="2" y="846"/>
                </a:lnTo>
                <a:lnTo>
                  <a:pt x="1" y="845"/>
                </a:lnTo>
                <a:lnTo>
                  <a:pt x="1" y="844"/>
                </a:lnTo>
                <a:lnTo>
                  <a:pt x="1" y="843"/>
                </a:lnTo>
                <a:lnTo>
                  <a:pt x="2" y="843"/>
                </a:lnTo>
                <a:lnTo>
                  <a:pt x="4" y="843"/>
                </a:lnTo>
                <a:lnTo>
                  <a:pt x="5" y="843"/>
                </a:lnTo>
                <a:lnTo>
                  <a:pt x="5" y="842"/>
                </a:lnTo>
                <a:lnTo>
                  <a:pt x="6" y="842"/>
                </a:lnTo>
                <a:lnTo>
                  <a:pt x="6" y="841"/>
                </a:lnTo>
                <a:lnTo>
                  <a:pt x="7" y="841"/>
                </a:lnTo>
                <a:lnTo>
                  <a:pt x="7" y="840"/>
                </a:lnTo>
                <a:lnTo>
                  <a:pt x="7" y="839"/>
                </a:lnTo>
                <a:lnTo>
                  <a:pt x="7" y="835"/>
                </a:lnTo>
                <a:lnTo>
                  <a:pt x="7" y="833"/>
                </a:lnTo>
                <a:lnTo>
                  <a:pt x="7" y="832"/>
                </a:lnTo>
                <a:lnTo>
                  <a:pt x="8" y="830"/>
                </a:lnTo>
                <a:lnTo>
                  <a:pt x="8" y="829"/>
                </a:lnTo>
                <a:lnTo>
                  <a:pt x="8" y="827"/>
                </a:lnTo>
                <a:lnTo>
                  <a:pt x="8" y="826"/>
                </a:lnTo>
                <a:lnTo>
                  <a:pt x="7" y="824"/>
                </a:lnTo>
                <a:lnTo>
                  <a:pt x="7" y="823"/>
                </a:lnTo>
                <a:lnTo>
                  <a:pt x="6" y="823"/>
                </a:lnTo>
                <a:lnTo>
                  <a:pt x="6" y="822"/>
                </a:lnTo>
                <a:lnTo>
                  <a:pt x="5" y="821"/>
                </a:lnTo>
                <a:lnTo>
                  <a:pt x="5" y="820"/>
                </a:lnTo>
                <a:lnTo>
                  <a:pt x="4" y="820"/>
                </a:lnTo>
                <a:lnTo>
                  <a:pt x="3" y="820"/>
                </a:lnTo>
                <a:lnTo>
                  <a:pt x="2" y="819"/>
                </a:lnTo>
                <a:lnTo>
                  <a:pt x="1" y="818"/>
                </a:lnTo>
                <a:lnTo>
                  <a:pt x="0" y="818"/>
                </a:lnTo>
                <a:lnTo>
                  <a:pt x="0" y="817"/>
                </a:lnTo>
                <a:lnTo>
                  <a:pt x="0" y="816"/>
                </a:lnTo>
                <a:lnTo>
                  <a:pt x="0" y="815"/>
                </a:lnTo>
                <a:lnTo>
                  <a:pt x="1" y="815"/>
                </a:lnTo>
                <a:lnTo>
                  <a:pt x="1" y="814"/>
                </a:lnTo>
                <a:lnTo>
                  <a:pt x="2" y="814"/>
                </a:lnTo>
                <a:lnTo>
                  <a:pt x="3" y="814"/>
                </a:lnTo>
                <a:lnTo>
                  <a:pt x="5" y="814"/>
                </a:lnTo>
                <a:lnTo>
                  <a:pt x="5" y="815"/>
                </a:lnTo>
                <a:lnTo>
                  <a:pt x="6" y="815"/>
                </a:lnTo>
                <a:lnTo>
                  <a:pt x="7" y="816"/>
                </a:lnTo>
                <a:lnTo>
                  <a:pt x="8" y="817"/>
                </a:lnTo>
                <a:lnTo>
                  <a:pt x="9" y="817"/>
                </a:lnTo>
                <a:lnTo>
                  <a:pt x="10" y="817"/>
                </a:lnTo>
                <a:lnTo>
                  <a:pt x="11" y="817"/>
                </a:lnTo>
                <a:lnTo>
                  <a:pt x="12" y="816"/>
                </a:lnTo>
                <a:lnTo>
                  <a:pt x="12" y="815"/>
                </a:lnTo>
                <a:lnTo>
                  <a:pt x="11" y="814"/>
                </a:lnTo>
                <a:lnTo>
                  <a:pt x="10" y="814"/>
                </a:lnTo>
                <a:lnTo>
                  <a:pt x="9" y="814"/>
                </a:lnTo>
                <a:lnTo>
                  <a:pt x="8" y="814"/>
                </a:lnTo>
                <a:lnTo>
                  <a:pt x="7" y="814"/>
                </a:lnTo>
                <a:lnTo>
                  <a:pt x="7" y="813"/>
                </a:lnTo>
                <a:lnTo>
                  <a:pt x="6" y="813"/>
                </a:lnTo>
                <a:lnTo>
                  <a:pt x="6" y="812"/>
                </a:lnTo>
                <a:lnTo>
                  <a:pt x="6" y="811"/>
                </a:lnTo>
                <a:lnTo>
                  <a:pt x="7" y="811"/>
                </a:lnTo>
                <a:lnTo>
                  <a:pt x="7" y="810"/>
                </a:lnTo>
                <a:lnTo>
                  <a:pt x="8" y="810"/>
                </a:lnTo>
                <a:lnTo>
                  <a:pt x="9" y="810"/>
                </a:lnTo>
                <a:lnTo>
                  <a:pt x="10" y="810"/>
                </a:lnTo>
                <a:lnTo>
                  <a:pt x="12" y="810"/>
                </a:lnTo>
                <a:lnTo>
                  <a:pt x="12" y="809"/>
                </a:lnTo>
                <a:lnTo>
                  <a:pt x="13" y="809"/>
                </a:lnTo>
                <a:lnTo>
                  <a:pt x="14" y="808"/>
                </a:lnTo>
                <a:lnTo>
                  <a:pt x="14" y="807"/>
                </a:lnTo>
                <a:lnTo>
                  <a:pt x="15" y="806"/>
                </a:lnTo>
                <a:lnTo>
                  <a:pt x="15" y="805"/>
                </a:lnTo>
                <a:lnTo>
                  <a:pt x="16" y="804"/>
                </a:lnTo>
                <a:lnTo>
                  <a:pt x="16" y="803"/>
                </a:lnTo>
                <a:lnTo>
                  <a:pt x="17" y="803"/>
                </a:lnTo>
                <a:lnTo>
                  <a:pt x="17" y="802"/>
                </a:lnTo>
                <a:lnTo>
                  <a:pt x="18" y="801"/>
                </a:lnTo>
                <a:lnTo>
                  <a:pt x="18" y="800"/>
                </a:lnTo>
                <a:lnTo>
                  <a:pt x="19" y="799"/>
                </a:lnTo>
                <a:lnTo>
                  <a:pt x="20" y="798"/>
                </a:lnTo>
                <a:lnTo>
                  <a:pt x="21" y="797"/>
                </a:lnTo>
                <a:lnTo>
                  <a:pt x="23" y="796"/>
                </a:lnTo>
                <a:lnTo>
                  <a:pt x="24" y="795"/>
                </a:lnTo>
                <a:lnTo>
                  <a:pt x="24" y="794"/>
                </a:lnTo>
                <a:lnTo>
                  <a:pt x="24" y="793"/>
                </a:lnTo>
                <a:lnTo>
                  <a:pt x="24" y="792"/>
                </a:lnTo>
                <a:lnTo>
                  <a:pt x="24" y="791"/>
                </a:lnTo>
                <a:lnTo>
                  <a:pt x="24" y="790"/>
                </a:lnTo>
                <a:lnTo>
                  <a:pt x="24" y="789"/>
                </a:lnTo>
                <a:lnTo>
                  <a:pt x="24" y="788"/>
                </a:lnTo>
                <a:lnTo>
                  <a:pt x="25" y="787"/>
                </a:lnTo>
                <a:lnTo>
                  <a:pt x="26" y="786"/>
                </a:lnTo>
                <a:lnTo>
                  <a:pt x="28" y="784"/>
                </a:lnTo>
                <a:lnTo>
                  <a:pt x="28" y="783"/>
                </a:lnTo>
                <a:lnTo>
                  <a:pt x="30" y="782"/>
                </a:lnTo>
                <a:lnTo>
                  <a:pt x="30" y="781"/>
                </a:lnTo>
                <a:lnTo>
                  <a:pt x="31" y="781"/>
                </a:lnTo>
                <a:lnTo>
                  <a:pt x="31" y="780"/>
                </a:lnTo>
                <a:lnTo>
                  <a:pt x="32" y="779"/>
                </a:lnTo>
                <a:lnTo>
                  <a:pt x="32" y="778"/>
                </a:lnTo>
                <a:lnTo>
                  <a:pt x="34" y="776"/>
                </a:lnTo>
                <a:lnTo>
                  <a:pt x="34" y="775"/>
                </a:lnTo>
                <a:lnTo>
                  <a:pt x="34" y="774"/>
                </a:lnTo>
                <a:lnTo>
                  <a:pt x="35" y="774"/>
                </a:lnTo>
                <a:lnTo>
                  <a:pt x="35" y="773"/>
                </a:lnTo>
                <a:lnTo>
                  <a:pt x="35" y="772"/>
                </a:lnTo>
                <a:lnTo>
                  <a:pt x="36" y="772"/>
                </a:lnTo>
                <a:lnTo>
                  <a:pt x="36" y="771"/>
                </a:lnTo>
                <a:lnTo>
                  <a:pt x="38" y="769"/>
                </a:lnTo>
                <a:lnTo>
                  <a:pt x="39" y="768"/>
                </a:lnTo>
                <a:lnTo>
                  <a:pt x="39" y="767"/>
                </a:lnTo>
                <a:lnTo>
                  <a:pt x="39" y="766"/>
                </a:lnTo>
                <a:lnTo>
                  <a:pt x="39" y="765"/>
                </a:lnTo>
                <a:lnTo>
                  <a:pt x="40" y="765"/>
                </a:lnTo>
                <a:lnTo>
                  <a:pt x="41" y="764"/>
                </a:lnTo>
                <a:lnTo>
                  <a:pt x="41" y="763"/>
                </a:lnTo>
                <a:lnTo>
                  <a:pt x="42" y="762"/>
                </a:lnTo>
                <a:lnTo>
                  <a:pt x="42" y="761"/>
                </a:lnTo>
                <a:lnTo>
                  <a:pt x="41" y="761"/>
                </a:lnTo>
                <a:lnTo>
                  <a:pt x="41" y="760"/>
                </a:lnTo>
                <a:lnTo>
                  <a:pt x="42" y="760"/>
                </a:lnTo>
                <a:lnTo>
                  <a:pt x="42" y="759"/>
                </a:lnTo>
                <a:lnTo>
                  <a:pt x="43" y="758"/>
                </a:lnTo>
                <a:lnTo>
                  <a:pt x="44" y="758"/>
                </a:lnTo>
                <a:lnTo>
                  <a:pt x="45" y="758"/>
                </a:lnTo>
                <a:lnTo>
                  <a:pt x="46" y="758"/>
                </a:lnTo>
                <a:lnTo>
                  <a:pt x="47" y="758"/>
                </a:lnTo>
                <a:lnTo>
                  <a:pt x="47" y="757"/>
                </a:lnTo>
                <a:lnTo>
                  <a:pt x="47" y="756"/>
                </a:lnTo>
                <a:lnTo>
                  <a:pt x="47" y="755"/>
                </a:lnTo>
                <a:lnTo>
                  <a:pt x="46" y="754"/>
                </a:lnTo>
                <a:lnTo>
                  <a:pt x="45" y="753"/>
                </a:lnTo>
                <a:lnTo>
                  <a:pt x="45" y="752"/>
                </a:lnTo>
                <a:lnTo>
                  <a:pt x="45" y="751"/>
                </a:lnTo>
                <a:lnTo>
                  <a:pt x="45" y="750"/>
                </a:lnTo>
                <a:lnTo>
                  <a:pt x="46" y="750"/>
                </a:lnTo>
                <a:lnTo>
                  <a:pt x="47" y="749"/>
                </a:lnTo>
                <a:lnTo>
                  <a:pt x="47" y="748"/>
                </a:lnTo>
                <a:lnTo>
                  <a:pt x="48" y="748"/>
                </a:lnTo>
                <a:lnTo>
                  <a:pt x="48" y="747"/>
                </a:lnTo>
                <a:lnTo>
                  <a:pt x="48" y="745"/>
                </a:lnTo>
                <a:lnTo>
                  <a:pt x="48" y="744"/>
                </a:lnTo>
                <a:lnTo>
                  <a:pt x="47" y="743"/>
                </a:lnTo>
                <a:lnTo>
                  <a:pt x="46" y="743"/>
                </a:lnTo>
                <a:lnTo>
                  <a:pt x="46" y="742"/>
                </a:lnTo>
                <a:lnTo>
                  <a:pt x="45" y="742"/>
                </a:lnTo>
                <a:lnTo>
                  <a:pt x="45" y="743"/>
                </a:lnTo>
                <a:lnTo>
                  <a:pt x="43" y="743"/>
                </a:lnTo>
                <a:lnTo>
                  <a:pt x="42" y="743"/>
                </a:lnTo>
                <a:lnTo>
                  <a:pt x="41" y="743"/>
                </a:lnTo>
                <a:lnTo>
                  <a:pt x="40" y="743"/>
                </a:lnTo>
                <a:lnTo>
                  <a:pt x="39" y="742"/>
                </a:lnTo>
                <a:lnTo>
                  <a:pt x="38" y="742"/>
                </a:lnTo>
                <a:lnTo>
                  <a:pt x="38" y="741"/>
                </a:lnTo>
                <a:lnTo>
                  <a:pt x="37" y="741"/>
                </a:lnTo>
                <a:lnTo>
                  <a:pt x="37" y="740"/>
                </a:lnTo>
                <a:lnTo>
                  <a:pt x="36" y="739"/>
                </a:lnTo>
                <a:lnTo>
                  <a:pt x="36" y="738"/>
                </a:lnTo>
                <a:lnTo>
                  <a:pt x="36" y="735"/>
                </a:lnTo>
                <a:lnTo>
                  <a:pt x="37" y="733"/>
                </a:lnTo>
                <a:lnTo>
                  <a:pt x="37" y="728"/>
                </a:lnTo>
                <a:lnTo>
                  <a:pt x="38" y="727"/>
                </a:lnTo>
                <a:lnTo>
                  <a:pt x="38" y="726"/>
                </a:lnTo>
                <a:lnTo>
                  <a:pt x="38" y="725"/>
                </a:lnTo>
                <a:lnTo>
                  <a:pt x="39" y="725"/>
                </a:lnTo>
                <a:lnTo>
                  <a:pt x="40" y="725"/>
                </a:lnTo>
                <a:lnTo>
                  <a:pt x="41" y="725"/>
                </a:lnTo>
                <a:lnTo>
                  <a:pt x="43" y="725"/>
                </a:lnTo>
                <a:lnTo>
                  <a:pt x="44" y="725"/>
                </a:lnTo>
                <a:lnTo>
                  <a:pt x="45" y="724"/>
                </a:lnTo>
                <a:lnTo>
                  <a:pt x="46" y="724"/>
                </a:lnTo>
                <a:lnTo>
                  <a:pt x="50" y="723"/>
                </a:lnTo>
                <a:lnTo>
                  <a:pt x="52" y="723"/>
                </a:lnTo>
                <a:lnTo>
                  <a:pt x="53" y="722"/>
                </a:lnTo>
                <a:lnTo>
                  <a:pt x="54" y="722"/>
                </a:lnTo>
                <a:lnTo>
                  <a:pt x="54" y="721"/>
                </a:lnTo>
                <a:lnTo>
                  <a:pt x="55" y="721"/>
                </a:lnTo>
                <a:lnTo>
                  <a:pt x="56" y="718"/>
                </a:lnTo>
                <a:lnTo>
                  <a:pt x="56" y="717"/>
                </a:lnTo>
                <a:lnTo>
                  <a:pt x="56" y="716"/>
                </a:lnTo>
                <a:lnTo>
                  <a:pt x="55" y="716"/>
                </a:lnTo>
                <a:lnTo>
                  <a:pt x="55" y="715"/>
                </a:lnTo>
                <a:lnTo>
                  <a:pt x="55" y="714"/>
                </a:lnTo>
                <a:lnTo>
                  <a:pt x="55" y="713"/>
                </a:lnTo>
                <a:lnTo>
                  <a:pt x="55" y="712"/>
                </a:lnTo>
                <a:lnTo>
                  <a:pt x="55" y="711"/>
                </a:lnTo>
                <a:lnTo>
                  <a:pt x="56" y="711"/>
                </a:lnTo>
                <a:lnTo>
                  <a:pt x="56" y="710"/>
                </a:lnTo>
                <a:lnTo>
                  <a:pt x="56" y="709"/>
                </a:lnTo>
                <a:lnTo>
                  <a:pt x="57" y="708"/>
                </a:lnTo>
                <a:lnTo>
                  <a:pt x="57" y="706"/>
                </a:lnTo>
                <a:lnTo>
                  <a:pt x="57" y="705"/>
                </a:lnTo>
                <a:lnTo>
                  <a:pt x="57" y="704"/>
                </a:lnTo>
                <a:lnTo>
                  <a:pt x="57" y="703"/>
                </a:lnTo>
                <a:lnTo>
                  <a:pt x="58" y="703"/>
                </a:lnTo>
                <a:lnTo>
                  <a:pt x="59" y="702"/>
                </a:lnTo>
                <a:lnTo>
                  <a:pt x="59" y="701"/>
                </a:lnTo>
                <a:lnTo>
                  <a:pt x="60" y="700"/>
                </a:lnTo>
                <a:lnTo>
                  <a:pt x="61" y="700"/>
                </a:lnTo>
                <a:lnTo>
                  <a:pt x="61" y="699"/>
                </a:lnTo>
                <a:lnTo>
                  <a:pt x="60" y="698"/>
                </a:lnTo>
                <a:lnTo>
                  <a:pt x="60" y="697"/>
                </a:lnTo>
                <a:lnTo>
                  <a:pt x="59" y="696"/>
                </a:lnTo>
                <a:lnTo>
                  <a:pt x="58" y="695"/>
                </a:lnTo>
                <a:lnTo>
                  <a:pt x="57" y="694"/>
                </a:lnTo>
                <a:lnTo>
                  <a:pt x="57" y="693"/>
                </a:lnTo>
                <a:lnTo>
                  <a:pt x="57" y="692"/>
                </a:lnTo>
                <a:lnTo>
                  <a:pt x="56" y="691"/>
                </a:lnTo>
                <a:lnTo>
                  <a:pt x="56" y="690"/>
                </a:lnTo>
                <a:lnTo>
                  <a:pt x="56" y="689"/>
                </a:lnTo>
                <a:lnTo>
                  <a:pt x="56" y="688"/>
                </a:lnTo>
                <a:lnTo>
                  <a:pt x="56" y="686"/>
                </a:lnTo>
                <a:lnTo>
                  <a:pt x="55" y="686"/>
                </a:lnTo>
                <a:lnTo>
                  <a:pt x="55" y="685"/>
                </a:lnTo>
                <a:lnTo>
                  <a:pt x="55" y="684"/>
                </a:lnTo>
                <a:lnTo>
                  <a:pt x="54" y="684"/>
                </a:lnTo>
                <a:lnTo>
                  <a:pt x="54" y="683"/>
                </a:lnTo>
                <a:lnTo>
                  <a:pt x="55" y="683"/>
                </a:lnTo>
                <a:lnTo>
                  <a:pt x="55" y="682"/>
                </a:lnTo>
                <a:lnTo>
                  <a:pt x="56" y="681"/>
                </a:lnTo>
                <a:lnTo>
                  <a:pt x="58" y="681"/>
                </a:lnTo>
                <a:lnTo>
                  <a:pt x="59" y="681"/>
                </a:lnTo>
                <a:lnTo>
                  <a:pt x="59" y="680"/>
                </a:lnTo>
                <a:lnTo>
                  <a:pt x="59" y="679"/>
                </a:lnTo>
                <a:lnTo>
                  <a:pt x="60" y="679"/>
                </a:lnTo>
                <a:lnTo>
                  <a:pt x="60" y="678"/>
                </a:lnTo>
                <a:lnTo>
                  <a:pt x="59" y="678"/>
                </a:lnTo>
                <a:lnTo>
                  <a:pt x="59" y="677"/>
                </a:lnTo>
                <a:lnTo>
                  <a:pt x="58" y="676"/>
                </a:lnTo>
                <a:lnTo>
                  <a:pt x="57" y="675"/>
                </a:lnTo>
                <a:lnTo>
                  <a:pt x="56" y="674"/>
                </a:lnTo>
                <a:lnTo>
                  <a:pt x="55" y="674"/>
                </a:lnTo>
                <a:lnTo>
                  <a:pt x="54" y="673"/>
                </a:lnTo>
                <a:lnTo>
                  <a:pt x="53" y="673"/>
                </a:lnTo>
                <a:lnTo>
                  <a:pt x="50" y="673"/>
                </a:lnTo>
                <a:lnTo>
                  <a:pt x="49" y="672"/>
                </a:lnTo>
                <a:lnTo>
                  <a:pt x="47" y="672"/>
                </a:lnTo>
                <a:lnTo>
                  <a:pt x="47" y="671"/>
                </a:lnTo>
                <a:lnTo>
                  <a:pt x="46" y="671"/>
                </a:lnTo>
                <a:lnTo>
                  <a:pt x="45" y="671"/>
                </a:lnTo>
                <a:lnTo>
                  <a:pt x="45" y="670"/>
                </a:lnTo>
                <a:lnTo>
                  <a:pt x="44" y="669"/>
                </a:lnTo>
                <a:lnTo>
                  <a:pt x="44" y="668"/>
                </a:lnTo>
                <a:lnTo>
                  <a:pt x="44" y="667"/>
                </a:lnTo>
                <a:lnTo>
                  <a:pt x="44" y="666"/>
                </a:lnTo>
                <a:lnTo>
                  <a:pt x="46" y="665"/>
                </a:lnTo>
                <a:lnTo>
                  <a:pt x="47" y="665"/>
                </a:lnTo>
                <a:lnTo>
                  <a:pt x="47" y="664"/>
                </a:lnTo>
                <a:lnTo>
                  <a:pt x="49" y="664"/>
                </a:lnTo>
                <a:lnTo>
                  <a:pt x="51" y="663"/>
                </a:lnTo>
                <a:lnTo>
                  <a:pt x="52" y="663"/>
                </a:lnTo>
                <a:lnTo>
                  <a:pt x="52" y="662"/>
                </a:lnTo>
                <a:lnTo>
                  <a:pt x="52" y="661"/>
                </a:lnTo>
                <a:lnTo>
                  <a:pt x="52" y="660"/>
                </a:lnTo>
                <a:lnTo>
                  <a:pt x="52" y="659"/>
                </a:lnTo>
                <a:lnTo>
                  <a:pt x="51" y="658"/>
                </a:lnTo>
                <a:lnTo>
                  <a:pt x="49" y="657"/>
                </a:lnTo>
                <a:lnTo>
                  <a:pt x="49" y="656"/>
                </a:lnTo>
                <a:lnTo>
                  <a:pt x="46" y="655"/>
                </a:lnTo>
                <a:lnTo>
                  <a:pt x="43" y="653"/>
                </a:lnTo>
                <a:lnTo>
                  <a:pt x="42" y="653"/>
                </a:lnTo>
                <a:lnTo>
                  <a:pt x="41" y="653"/>
                </a:lnTo>
                <a:lnTo>
                  <a:pt x="40" y="653"/>
                </a:lnTo>
                <a:lnTo>
                  <a:pt x="39" y="653"/>
                </a:lnTo>
                <a:lnTo>
                  <a:pt x="39" y="652"/>
                </a:lnTo>
                <a:lnTo>
                  <a:pt x="38" y="651"/>
                </a:lnTo>
                <a:lnTo>
                  <a:pt x="38" y="650"/>
                </a:lnTo>
                <a:lnTo>
                  <a:pt x="37" y="650"/>
                </a:lnTo>
                <a:lnTo>
                  <a:pt x="37" y="649"/>
                </a:lnTo>
                <a:lnTo>
                  <a:pt x="35" y="644"/>
                </a:lnTo>
                <a:lnTo>
                  <a:pt x="33" y="641"/>
                </a:lnTo>
                <a:lnTo>
                  <a:pt x="30" y="636"/>
                </a:lnTo>
                <a:lnTo>
                  <a:pt x="30" y="635"/>
                </a:lnTo>
                <a:lnTo>
                  <a:pt x="29" y="635"/>
                </a:lnTo>
                <a:lnTo>
                  <a:pt x="29" y="633"/>
                </a:lnTo>
                <a:lnTo>
                  <a:pt x="28" y="633"/>
                </a:lnTo>
                <a:lnTo>
                  <a:pt x="28" y="632"/>
                </a:lnTo>
                <a:lnTo>
                  <a:pt x="25" y="627"/>
                </a:lnTo>
                <a:lnTo>
                  <a:pt x="24" y="626"/>
                </a:lnTo>
                <a:lnTo>
                  <a:pt x="23" y="625"/>
                </a:lnTo>
                <a:lnTo>
                  <a:pt x="22" y="624"/>
                </a:lnTo>
                <a:lnTo>
                  <a:pt x="19" y="622"/>
                </a:lnTo>
                <a:lnTo>
                  <a:pt x="18" y="622"/>
                </a:lnTo>
                <a:lnTo>
                  <a:pt x="17" y="621"/>
                </a:lnTo>
                <a:lnTo>
                  <a:pt x="16" y="621"/>
                </a:lnTo>
                <a:lnTo>
                  <a:pt x="15" y="621"/>
                </a:lnTo>
                <a:lnTo>
                  <a:pt x="14" y="621"/>
                </a:lnTo>
                <a:lnTo>
                  <a:pt x="13" y="620"/>
                </a:lnTo>
                <a:lnTo>
                  <a:pt x="12" y="619"/>
                </a:lnTo>
                <a:lnTo>
                  <a:pt x="12" y="618"/>
                </a:lnTo>
                <a:lnTo>
                  <a:pt x="11" y="616"/>
                </a:lnTo>
                <a:lnTo>
                  <a:pt x="12" y="615"/>
                </a:lnTo>
                <a:lnTo>
                  <a:pt x="12" y="614"/>
                </a:lnTo>
                <a:lnTo>
                  <a:pt x="13" y="613"/>
                </a:lnTo>
                <a:lnTo>
                  <a:pt x="13" y="612"/>
                </a:lnTo>
                <a:lnTo>
                  <a:pt x="13" y="611"/>
                </a:lnTo>
                <a:lnTo>
                  <a:pt x="12" y="610"/>
                </a:lnTo>
                <a:lnTo>
                  <a:pt x="12" y="609"/>
                </a:lnTo>
                <a:lnTo>
                  <a:pt x="11" y="609"/>
                </a:lnTo>
                <a:lnTo>
                  <a:pt x="11" y="608"/>
                </a:lnTo>
                <a:lnTo>
                  <a:pt x="10" y="608"/>
                </a:lnTo>
                <a:lnTo>
                  <a:pt x="9" y="607"/>
                </a:lnTo>
                <a:lnTo>
                  <a:pt x="9" y="606"/>
                </a:lnTo>
                <a:lnTo>
                  <a:pt x="8" y="604"/>
                </a:lnTo>
                <a:lnTo>
                  <a:pt x="8" y="602"/>
                </a:lnTo>
                <a:lnTo>
                  <a:pt x="8" y="601"/>
                </a:lnTo>
                <a:lnTo>
                  <a:pt x="9" y="601"/>
                </a:lnTo>
                <a:lnTo>
                  <a:pt x="9" y="600"/>
                </a:lnTo>
                <a:lnTo>
                  <a:pt x="9" y="598"/>
                </a:lnTo>
                <a:lnTo>
                  <a:pt x="9" y="597"/>
                </a:lnTo>
                <a:lnTo>
                  <a:pt x="9" y="596"/>
                </a:lnTo>
                <a:lnTo>
                  <a:pt x="9" y="595"/>
                </a:lnTo>
                <a:lnTo>
                  <a:pt x="8" y="595"/>
                </a:lnTo>
                <a:lnTo>
                  <a:pt x="8" y="594"/>
                </a:lnTo>
                <a:lnTo>
                  <a:pt x="8" y="593"/>
                </a:lnTo>
                <a:lnTo>
                  <a:pt x="7" y="593"/>
                </a:lnTo>
                <a:lnTo>
                  <a:pt x="7" y="592"/>
                </a:lnTo>
                <a:lnTo>
                  <a:pt x="7" y="590"/>
                </a:lnTo>
                <a:lnTo>
                  <a:pt x="8" y="590"/>
                </a:lnTo>
                <a:lnTo>
                  <a:pt x="8" y="589"/>
                </a:lnTo>
                <a:lnTo>
                  <a:pt x="9" y="588"/>
                </a:lnTo>
                <a:lnTo>
                  <a:pt x="10" y="587"/>
                </a:lnTo>
                <a:lnTo>
                  <a:pt x="10" y="586"/>
                </a:lnTo>
                <a:lnTo>
                  <a:pt x="10" y="585"/>
                </a:lnTo>
                <a:lnTo>
                  <a:pt x="10" y="584"/>
                </a:lnTo>
                <a:lnTo>
                  <a:pt x="10" y="583"/>
                </a:lnTo>
                <a:lnTo>
                  <a:pt x="10" y="582"/>
                </a:lnTo>
                <a:lnTo>
                  <a:pt x="9" y="582"/>
                </a:lnTo>
                <a:lnTo>
                  <a:pt x="9" y="581"/>
                </a:lnTo>
                <a:lnTo>
                  <a:pt x="9" y="580"/>
                </a:lnTo>
                <a:lnTo>
                  <a:pt x="7" y="577"/>
                </a:lnTo>
                <a:lnTo>
                  <a:pt x="7" y="572"/>
                </a:lnTo>
                <a:lnTo>
                  <a:pt x="7" y="571"/>
                </a:lnTo>
                <a:lnTo>
                  <a:pt x="8" y="570"/>
                </a:lnTo>
                <a:lnTo>
                  <a:pt x="8" y="569"/>
                </a:lnTo>
                <a:lnTo>
                  <a:pt x="9" y="568"/>
                </a:lnTo>
                <a:lnTo>
                  <a:pt x="9" y="567"/>
                </a:lnTo>
                <a:lnTo>
                  <a:pt x="10" y="567"/>
                </a:lnTo>
                <a:lnTo>
                  <a:pt x="10" y="566"/>
                </a:lnTo>
                <a:lnTo>
                  <a:pt x="11" y="566"/>
                </a:lnTo>
                <a:lnTo>
                  <a:pt x="12" y="566"/>
                </a:lnTo>
                <a:lnTo>
                  <a:pt x="13" y="566"/>
                </a:lnTo>
                <a:lnTo>
                  <a:pt x="14" y="566"/>
                </a:lnTo>
                <a:lnTo>
                  <a:pt x="15" y="566"/>
                </a:lnTo>
                <a:lnTo>
                  <a:pt x="16" y="566"/>
                </a:lnTo>
                <a:lnTo>
                  <a:pt x="16" y="565"/>
                </a:lnTo>
                <a:lnTo>
                  <a:pt x="16" y="564"/>
                </a:lnTo>
                <a:lnTo>
                  <a:pt x="17" y="564"/>
                </a:lnTo>
                <a:lnTo>
                  <a:pt x="17" y="563"/>
                </a:lnTo>
                <a:lnTo>
                  <a:pt x="17" y="562"/>
                </a:lnTo>
                <a:lnTo>
                  <a:pt x="17" y="561"/>
                </a:lnTo>
                <a:lnTo>
                  <a:pt x="16" y="560"/>
                </a:lnTo>
                <a:lnTo>
                  <a:pt x="16" y="558"/>
                </a:lnTo>
                <a:lnTo>
                  <a:pt x="17" y="557"/>
                </a:lnTo>
                <a:lnTo>
                  <a:pt x="17" y="556"/>
                </a:lnTo>
                <a:lnTo>
                  <a:pt x="17" y="555"/>
                </a:lnTo>
                <a:lnTo>
                  <a:pt x="17" y="553"/>
                </a:lnTo>
                <a:lnTo>
                  <a:pt x="16" y="551"/>
                </a:lnTo>
                <a:lnTo>
                  <a:pt x="16" y="550"/>
                </a:lnTo>
                <a:lnTo>
                  <a:pt x="17" y="550"/>
                </a:lnTo>
                <a:lnTo>
                  <a:pt x="17" y="549"/>
                </a:lnTo>
                <a:lnTo>
                  <a:pt x="17" y="548"/>
                </a:lnTo>
                <a:lnTo>
                  <a:pt x="18" y="548"/>
                </a:lnTo>
                <a:lnTo>
                  <a:pt x="18" y="547"/>
                </a:lnTo>
                <a:lnTo>
                  <a:pt x="19" y="546"/>
                </a:lnTo>
                <a:lnTo>
                  <a:pt x="20" y="546"/>
                </a:lnTo>
                <a:lnTo>
                  <a:pt x="22" y="546"/>
                </a:lnTo>
                <a:lnTo>
                  <a:pt x="23" y="546"/>
                </a:lnTo>
                <a:lnTo>
                  <a:pt x="24" y="546"/>
                </a:lnTo>
                <a:lnTo>
                  <a:pt x="25" y="546"/>
                </a:lnTo>
                <a:lnTo>
                  <a:pt x="26" y="546"/>
                </a:lnTo>
                <a:lnTo>
                  <a:pt x="27" y="546"/>
                </a:lnTo>
                <a:lnTo>
                  <a:pt x="28" y="546"/>
                </a:lnTo>
                <a:lnTo>
                  <a:pt x="29" y="546"/>
                </a:lnTo>
                <a:lnTo>
                  <a:pt x="30" y="545"/>
                </a:lnTo>
                <a:lnTo>
                  <a:pt x="31" y="544"/>
                </a:lnTo>
                <a:lnTo>
                  <a:pt x="32" y="543"/>
                </a:lnTo>
                <a:lnTo>
                  <a:pt x="32" y="542"/>
                </a:lnTo>
                <a:lnTo>
                  <a:pt x="33" y="542"/>
                </a:lnTo>
                <a:lnTo>
                  <a:pt x="33" y="541"/>
                </a:lnTo>
                <a:lnTo>
                  <a:pt x="34" y="540"/>
                </a:lnTo>
                <a:lnTo>
                  <a:pt x="35" y="538"/>
                </a:lnTo>
                <a:lnTo>
                  <a:pt x="35" y="537"/>
                </a:lnTo>
                <a:lnTo>
                  <a:pt x="36" y="537"/>
                </a:lnTo>
                <a:lnTo>
                  <a:pt x="39" y="534"/>
                </a:lnTo>
                <a:lnTo>
                  <a:pt x="40" y="534"/>
                </a:lnTo>
                <a:lnTo>
                  <a:pt x="41" y="534"/>
                </a:lnTo>
                <a:lnTo>
                  <a:pt x="42" y="533"/>
                </a:lnTo>
                <a:lnTo>
                  <a:pt x="43" y="533"/>
                </a:lnTo>
                <a:lnTo>
                  <a:pt x="43" y="532"/>
                </a:lnTo>
                <a:lnTo>
                  <a:pt x="44" y="531"/>
                </a:lnTo>
                <a:lnTo>
                  <a:pt x="44" y="529"/>
                </a:lnTo>
                <a:lnTo>
                  <a:pt x="44" y="528"/>
                </a:lnTo>
                <a:lnTo>
                  <a:pt x="44" y="526"/>
                </a:lnTo>
                <a:lnTo>
                  <a:pt x="46" y="521"/>
                </a:lnTo>
                <a:lnTo>
                  <a:pt x="47" y="516"/>
                </a:lnTo>
                <a:lnTo>
                  <a:pt x="47" y="515"/>
                </a:lnTo>
                <a:lnTo>
                  <a:pt x="48" y="515"/>
                </a:lnTo>
                <a:lnTo>
                  <a:pt x="48" y="514"/>
                </a:lnTo>
                <a:lnTo>
                  <a:pt x="49" y="514"/>
                </a:lnTo>
                <a:lnTo>
                  <a:pt x="50" y="514"/>
                </a:lnTo>
                <a:lnTo>
                  <a:pt x="52" y="514"/>
                </a:lnTo>
                <a:lnTo>
                  <a:pt x="53" y="514"/>
                </a:lnTo>
                <a:lnTo>
                  <a:pt x="54" y="514"/>
                </a:lnTo>
                <a:lnTo>
                  <a:pt x="55" y="515"/>
                </a:lnTo>
                <a:lnTo>
                  <a:pt x="56" y="515"/>
                </a:lnTo>
                <a:lnTo>
                  <a:pt x="56" y="516"/>
                </a:lnTo>
                <a:lnTo>
                  <a:pt x="57" y="516"/>
                </a:lnTo>
                <a:lnTo>
                  <a:pt x="58" y="516"/>
                </a:lnTo>
                <a:lnTo>
                  <a:pt x="61" y="514"/>
                </a:lnTo>
                <a:lnTo>
                  <a:pt x="62" y="513"/>
                </a:lnTo>
                <a:lnTo>
                  <a:pt x="62" y="512"/>
                </a:lnTo>
                <a:lnTo>
                  <a:pt x="63" y="512"/>
                </a:lnTo>
                <a:lnTo>
                  <a:pt x="63" y="511"/>
                </a:lnTo>
                <a:lnTo>
                  <a:pt x="62" y="511"/>
                </a:lnTo>
                <a:lnTo>
                  <a:pt x="62" y="510"/>
                </a:lnTo>
                <a:lnTo>
                  <a:pt x="61" y="508"/>
                </a:lnTo>
                <a:lnTo>
                  <a:pt x="62" y="507"/>
                </a:lnTo>
                <a:lnTo>
                  <a:pt x="62" y="504"/>
                </a:lnTo>
                <a:lnTo>
                  <a:pt x="61" y="503"/>
                </a:lnTo>
                <a:lnTo>
                  <a:pt x="61" y="502"/>
                </a:lnTo>
                <a:lnTo>
                  <a:pt x="61" y="501"/>
                </a:lnTo>
                <a:lnTo>
                  <a:pt x="62" y="500"/>
                </a:lnTo>
                <a:lnTo>
                  <a:pt x="63" y="500"/>
                </a:lnTo>
                <a:lnTo>
                  <a:pt x="65" y="500"/>
                </a:lnTo>
                <a:lnTo>
                  <a:pt x="66" y="500"/>
                </a:lnTo>
                <a:lnTo>
                  <a:pt x="66" y="499"/>
                </a:lnTo>
                <a:lnTo>
                  <a:pt x="66" y="498"/>
                </a:lnTo>
                <a:lnTo>
                  <a:pt x="67" y="498"/>
                </a:lnTo>
                <a:lnTo>
                  <a:pt x="67" y="497"/>
                </a:lnTo>
                <a:lnTo>
                  <a:pt x="67" y="495"/>
                </a:lnTo>
                <a:lnTo>
                  <a:pt x="67" y="493"/>
                </a:lnTo>
                <a:lnTo>
                  <a:pt x="66" y="493"/>
                </a:lnTo>
                <a:lnTo>
                  <a:pt x="66" y="492"/>
                </a:lnTo>
                <a:lnTo>
                  <a:pt x="66" y="491"/>
                </a:lnTo>
                <a:lnTo>
                  <a:pt x="66" y="490"/>
                </a:lnTo>
                <a:lnTo>
                  <a:pt x="66" y="489"/>
                </a:lnTo>
                <a:lnTo>
                  <a:pt x="67" y="489"/>
                </a:lnTo>
                <a:lnTo>
                  <a:pt x="67" y="488"/>
                </a:lnTo>
                <a:lnTo>
                  <a:pt x="68" y="488"/>
                </a:lnTo>
                <a:lnTo>
                  <a:pt x="68" y="487"/>
                </a:lnTo>
                <a:lnTo>
                  <a:pt x="68" y="486"/>
                </a:lnTo>
                <a:lnTo>
                  <a:pt x="67" y="486"/>
                </a:lnTo>
                <a:lnTo>
                  <a:pt x="66" y="486"/>
                </a:lnTo>
                <a:lnTo>
                  <a:pt x="65" y="486"/>
                </a:lnTo>
                <a:lnTo>
                  <a:pt x="65" y="485"/>
                </a:lnTo>
                <a:lnTo>
                  <a:pt x="64" y="485"/>
                </a:lnTo>
                <a:lnTo>
                  <a:pt x="64" y="484"/>
                </a:lnTo>
                <a:lnTo>
                  <a:pt x="63" y="484"/>
                </a:lnTo>
                <a:lnTo>
                  <a:pt x="63" y="483"/>
                </a:lnTo>
                <a:lnTo>
                  <a:pt x="61" y="480"/>
                </a:lnTo>
                <a:lnTo>
                  <a:pt x="61" y="479"/>
                </a:lnTo>
                <a:lnTo>
                  <a:pt x="61" y="478"/>
                </a:lnTo>
                <a:lnTo>
                  <a:pt x="61" y="477"/>
                </a:lnTo>
                <a:lnTo>
                  <a:pt x="61" y="476"/>
                </a:lnTo>
                <a:lnTo>
                  <a:pt x="62" y="476"/>
                </a:lnTo>
                <a:lnTo>
                  <a:pt x="62" y="474"/>
                </a:lnTo>
                <a:lnTo>
                  <a:pt x="62" y="472"/>
                </a:lnTo>
                <a:lnTo>
                  <a:pt x="62" y="471"/>
                </a:lnTo>
                <a:lnTo>
                  <a:pt x="63" y="471"/>
                </a:lnTo>
                <a:lnTo>
                  <a:pt x="63" y="470"/>
                </a:lnTo>
                <a:lnTo>
                  <a:pt x="64" y="470"/>
                </a:lnTo>
                <a:lnTo>
                  <a:pt x="64" y="469"/>
                </a:lnTo>
                <a:lnTo>
                  <a:pt x="65" y="468"/>
                </a:lnTo>
                <a:lnTo>
                  <a:pt x="66" y="468"/>
                </a:lnTo>
                <a:lnTo>
                  <a:pt x="66" y="466"/>
                </a:lnTo>
                <a:lnTo>
                  <a:pt x="66" y="465"/>
                </a:lnTo>
                <a:lnTo>
                  <a:pt x="65" y="465"/>
                </a:lnTo>
                <a:lnTo>
                  <a:pt x="65" y="464"/>
                </a:lnTo>
                <a:lnTo>
                  <a:pt x="65" y="462"/>
                </a:lnTo>
                <a:lnTo>
                  <a:pt x="66" y="460"/>
                </a:lnTo>
                <a:lnTo>
                  <a:pt x="66" y="459"/>
                </a:lnTo>
                <a:lnTo>
                  <a:pt x="67" y="459"/>
                </a:lnTo>
                <a:lnTo>
                  <a:pt x="68" y="458"/>
                </a:lnTo>
                <a:lnTo>
                  <a:pt x="69" y="458"/>
                </a:lnTo>
                <a:lnTo>
                  <a:pt x="69" y="457"/>
                </a:lnTo>
                <a:lnTo>
                  <a:pt x="69" y="456"/>
                </a:lnTo>
                <a:lnTo>
                  <a:pt x="70" y="456"/>
                </a:lnTo>
                <a:lnTo>
                  <a:pt x="70" y="455"/>
                </a:lnTo>
                <a:lnTo>
                  <a:pt x="70" y="454"/>
                </a:lnTo>
                <a:lnTo>
                  <a:pt x="71" y="454"/>
                </a:lnTo>
                <a:lnTo>
                  <a:pt x="71" y="453"/>
                </a:lnTo>
                <a:lnTo>
                  <a:pt x="72" y="453"/>
                </a:lnTo>
                <a:lnTo>
                  <a:pt x="72" y="452"/>
                </a:lnTo>
                <a:lnTo>
                  <a:pt x="73" y="450"/>
                </a:lnTo>
                <a:lnTo>
                  <a:pt x="73" y="449"/>
                </a:lnTo>
                <a:lnTo>
                  <a:pt x="72" y="449"/>
                </a:lnTo>
                <a:lnTo>
                  <a:pt x="72" y="448"/>
                </a:lnTo>
                <a:lnTo>
                  <a:pt x="71" y="447"/>
                </a:lnTo>
                <a:lnTo>
                  <a:pt x="71" y="446"/>
                </a:lnTo>
                <a:lnTo>
                  <a:pt x="71" y="445"/>
                </a:lnTo>
                <a:lnTo>
                  <a:pt x="72" y="444"/>
                </a:lnTo>
                <a:lnTo>
                  <a:pt x="73" y="444"/>
                </a:lnTo>
                <a:lnTo>
                  <a:pt x="73" y="443"/>
                </a:lnTo>
                <a:lnTo>
                  <a:pt x="74" y="443"/>
                </a:lnTo>
                <a:lnTo>
                  <a:pt x="74" y="442"/>
                </a:lnTo>
                <a:lnTo>
                  <a:pt x="75" y="442"/>
                </a:lnTo>
                <a:lnTo>
                  <a:pt x="75" y="441"/>
                </a:lnTo>
                <a:lnTo>
                  <a:pt x="75" y="440"/>
                </a:lnTo>
                <a:lnTo>
                  <a:pt x="76" y="439"/>
                </a:lnTo>
                <a:lnTo>
                  <a:pt x="76" y="438"/>
                </a:lnTo>
                <a:lnTo>
                  <a:pt x="76" y="436"/>
                </a:lnTo>
                <a:lnTo>
                  <a:pt x="77" y="434"/>
                </a:lnTo>
                <a:lnTo>
                  <a:pt x="78" y="433"/>
                </a:lnTo>
                <a:lnTo>
                  <a:pt x="78" y="432"/>
                </a:lnTo>
                <a:lnTo>
                  <a:pt x="78" y="431"/>
                </a:lnTo>
                <a:lnTo>
                  <a:pt x="78" y="430"/>
                </a:lnTo>
                <a:lnTo>
                  <a:pt x="78" y="429"/>
                </a:lnTo>
                <a:lnTo>
                  <a:pt x="77" y="429"/>
                </a:lnTo>
                <a:lnTo>
                  <a:pt x="77" y="428"/>
                </a:lnTo>
                <a:lnTo>
                  <a:pt x="76" y="427"/>
                </a:lnTo>
                <a:lnTo>
                  <a:pt x="76" y="426"/>
                </a:lnTo>
                <a:lnTo>
                  <a:pt x="76" y="425"/>
                </a:lnTo>
                <a:lnTo>
                  <a:pt x="77" y="425"/>
                </a:lnTo>
                <a:lnTo>
                  <a:pt x="78" y="424"/>
                </a:lnTo>
                <a:lnTo>
                  <a:pt x="79" y="422"/>
                </a:lnTo>
                <a:lnTo>
                  <a:pt x="79" y="421"/>
                </a:lnTo>
                <a:lnTo>
                  <a:pt x="79" y="420"/>
                </a:lnTo>
                <a:lnTo>
                  <a:pt x="78" y="416"/>
                </a:lnTo>
                <a:lnTo>
                  <a:pt x="78" y="415"/>
                </a:lnTo>
                <a:lnTo>
                  <a:pt x="78" y="413"/>
                </a:lnTo>
                <a:lnTo>
                  <a:pt x="75" y="408"/>
                </a:lnTo>
                <a:lnTo>
                  <a:pt x="75" y="407"/>
                </a:lnTo>
                <a:lnTo>
                  <a:pt x="74" y="407"/>
                </a:lnTo>
                <a:lnTo>
                  <a:pt x="73" y="406"/>
                </a:lnTo>
                <a:lnTo>
                  <a:pt x="72" y="405"/>
                </a:lnTo>
                <a:lnTo>
                  <a:pt x="72" y="404"/>
                </a:lnTo>
                <a:lnTo>
                  <a:pt x="73" y="402"/>
                </a:lnTo>
                <a:lnTo>
                  <a:pt x="74" y="400"/>
                </a:lnTo>
                <a:lnTo>
                  <a:pt x="74" y="399"/>
                </a:lnTo>
                <a:lnTo>
                  <a:pt x="75" y="399"/>
                </a:lnTo>
                <a:lnTo>
                  <a:pt x="79" y="395"/>
                </a:lnTo>
                <a:lnTo>
                  <a:pt x="80" y="394"/>
                </a:lnTo>
                <a:lnTo>
                  <a:pt x="81" y="394"/>
                </a:lnTo>
                <a:lnTo>
                  <a:pt x="83" y="394"/>
                </a:lnTo>
                <a:lnTo>
                  <a:pt x="84" y="394"/>
                </a:lnTo>
                <a:lnTo>
                  <a:pt x="85" y="393"/>
                </a:lnTo>
                <a:lnTo>
                  <a:pt x="86" y="393"/>
                </a:lnTo>
                <a:lnTo>
                  <a:pt x="87" y="393"/>
                </a:lnTo>
                <a:lnTo>
                  <a:pt x="88" y="392"/>
                </a:lnTo>
                <a:lnTo>
                  <a:pt x="89" y="392"/>
                </a:lnTo>
                <a:lnTo>
                  <a:pt x="89" y="391"/>
                </a:lnTo>
                <a:lnTo>
                  <a:pt x="90" y="391"/>
                </a:lnTo>
                <a:lnTo>
                  <a:pt x="90" y="390"/>
                </a:lnTo>
                <a:lnTo>
                  <a:pt x="91" y="390"/>
                </a:lnTo>
                <a:lnTo>
                  <a:pt x="91" y="389"/>
                </a:lnTo>
                <a:lnTo>
                  <a:pt x="93" y="388"/>
                </a:lnTo>
                <a:lnTo>
                  <a:pt x="95" y="384"/>
                </a:lnTo>
                <a:lnTo>
                  <a:pt x="96" y="384"/>
                </a:lnTo>
                <a:lnTo>
                  <a:pt x="96" y="383"/>
                </a:lnTo>
                <a:lnTo>
                  <a:pt x="96" y="382"/>
                </a:lnTo>
                <a:lnTo>
                  <a:pt x="97" y="382"/>
                </a:lnTo>
                <a:lnTo>
                  <a:pt x="97" y="381"/>
                </a:lnTo>
                <a:lnTo>
                  <a:pt x="97" y="378"/>
                </a:lnTo>
                <a:lnTo>
                  <a:pt x="96" y="378"/>
                </a:lnTo>
                <a:lnTo>
                  <a:pt x="96" y="377"/>
                </a:lnTo>
                <a:lnTo>
                  <a:pt x="97" y="376"/>
                </a:lnTo>
                <a:lnTo>
                  <a:pt x="98" y="376"/>
                </a:lnTo>
                <a:lnTo>
                  <a:pt x="98" y="375"/>
                </a:lnTo>
                <a:lnTo>
                  <a:pt x="99" y="375"/>
                </a:lnTo>
                <a:lnTo>
                  <a:pt x="99" y="374"/>
                </a:lnTo>
                <a:lnTo>
                  <a:pt x="99" y="373"/>
                </a:lnTo>
                <a:lnTo>
                  <a:pt x="100" y="372"/>
                </a:lnTo>
                <a:lnTo>
                  <a:pt x="100" y="371"/>
                </a:lnTo>
                <a:lnTo>
                  <a:pt x="100" y="369"/>
                </a:lnTo>
                <a:lnTo>
                  <a:pt x="100" y="368"/>
                </a:lnTo>
                <a:lnTo>
                  <a:pt x="100" y="367"/>
                </a:lnTo>
                <a:lnTo>
                  <a:pt x="99" y="367"/>
                </a:lnTo>
                <a:lnTo>
                  <a:pt x="99" y="366"/>
                </a:lnTo>
                <a:lnTo>
                  <a:pt x="98" y="366"/>
                </a:lnTo>
                <a:lnTo>
                  <a:pt x="98" y="365"/>
                </a:lnTo>
                <a:lnTo>
                  <a:pt x="99" y="364"/>
                </a:lnTo>
                <a:lnTo>
                  <a:pt x="99" y="363"/>
                </a:lnTo>
                <a:lnTo>
                  <a:pt x="100" y="362"/>
                </a:lnTo>
                <a:lnTo>
                  <a:pt x="101" y="361"/>
                </a:lnTo>
                <a:lnTo>
                  <a:pt x="101" y="360"/>
                </a:lnTo>
                <a:lnTo>
                  <a:pt x="102" y="359"/>
                </a:lnTo>
                <a:lnTo>
                  <a:pt x="102" y="357"/>
                </a:lnTo>
                <a:lnTo>
                  <a:pt x="103" y="355"/>
                </a:lnTo>
                <a:lnTo>
                  <a:pt x="103" y="353"/>
                </a:lnTo>
                <a:lnTo>
                  <a:pt x="103" y="352"/>
                </a:lnTo>
                <a:lnTo>
                  <a:pt x="104" y="351"/>
                </a:lnTo>
                <a:lnTo>
                  <a:pt x="104" y="350"/>
                </a:lnTo>
                <a:lnTo>
                  <a:pt x="105" y="349"/>
                </a:lnTo>
                <a:lnTo>
                  <a:pt x="105" y="348"/>
                </a:lnTo>
                <a:lnTo>
                  <a:pt x="106" y="348"/>
                </a:lnTo>
                <a:lnTo>
                  <a:pt x="106" y="347"/>
                </a:lnTo>
                <a:lnTo>
                  <a:pt x="106" y="346"/>
                </a:lnTo>
                <a:lnTo>
                  <a:pt x="106" y="345"/>
                </a:lnTo>
                <a:lnTo>
                  <a:pt x="105" y="345"/>
                </a:lnTo>
                <a:lnTo>
                  <a:pt x="105" y="344"/>
                </a:lnTo>
                <a:lnTo>
                  <a:pt x="105" y="342"/>
                </a:lnTo>
                <a:lnTo>
                  <a:pt x="105" y="341"/>
                </a:lnTo>
                <a:lnTo>
                  <a:pt x="107" y="338"/>
                </a:lnTo>
                <a:lnTo>
                  <a:pt x="107" y="337"/>
                </a:lnTo>
                <a:lnTo>
                  <a:pt x="108" y="337"/>
                </a:lnTo>
                <a:lnTo>
                  <a:pt x="108" y="336"/>
                </a:lnTo>
                <a:lnTo>
                  <a:pt x="110" y="334"/>
                </a:lnTo>
                <a:lnTo>
                  <a:pt x="109" y="333"/>
                </a:lnTo>
                <a:lnTo>
                  <a:pt x="108" y="333"/>
                </a:lnTo>
                <a:lnTo>
                  <a:pt x="107" y="334"/>
                </a:lnTo>
                <a:lnTo>
                  <a:pt x="105" y="334"/>
                </a:lnTo>
                <a:lnTo>
                  <a:pt x="104" y="334"/>
                </a:lnTo>
                <a:lnTo>
                  <a:pt x="103" y="334"/>
                </a:lnTo>
                <a:lnTo>
                  <a:pt x="102" y="333"/>
                </a:lnTo>
                <a:lnTo>
                  <a:pt x="101" y="332"/>
                </a:lnTo>
                <a:lnTo>
                  <a:pt x="99" y="329"/>
                </a:lnTo>
                <a:lnTo>
                  <a:pt x="99" y="328"/>
                </a:lnTo>
                <a:lnTo>
                  <a:pt x="99" y="327"/>
                </a:lnTo>
                <a:lnTo>
                  <a:pt x="100" y="327"/>
                </a:lnTo>
                <a:lnTo>
                  <a:pt x="101" y="327"/>
                </a:lnTo>
                <a:lnTo>
                  <a:pt x="101" y="326"/>
                </a:lnTo>
                <a:lnTo>
                  <a:pt x="101" y="325"/>
                </a:lnTo>
                <a:lnTo>
                  <a:pt x="101" y="324"/>
                </a:lnTo>
                <a:lnTo>
                  <a:pt x="100" y="324"/>
                </a:lnTo>
                <a:lnTo>
                  <a:pt x="99" y="324"/>
                </a:lnTo>
                <a:lnTo>
                  <a:pt x="98" y="324"/>
                </a:lnTo>
                <a:lnTo>
                  <a:pt x="98" y="325"/>
                </a:lnTo>
                <a:lnTo>
                  <a:pt x="97" y="325"/>
                </a:lnTo>
                <a:lnTo>
                  <a:pt x="97" y="326"/>
                </a:lnTo>
                <a:lnTo>
                  <a:pt x="97" y="327"/>
                </a:lnTo>
                <a:lnTo>
                  <a:pt x="96" y="327"/>
                </a:lnTo>
                <a:lnTo>
                  <a:pt x="96" y="328"/>
                </a:lnTo>
                <a:lnTo>
                  <a:pt x="95" y="328"/>
                </a:lnTo>
                <a:lnTo>
                  <a:pt x="94" y="327"/>
                </a:lnTo>
                <a:lnTo>
                  <a:pt x="94" y="326"/>
                </a:lnTo>
                <a:lnTo>
                  <a:pt x="95" y="325"/>
                </a:lnTo>
                <a:lnTo>
                  <a:pt x="95" y="324"/>
                </a:lnTo>
                <a:lnTo>
                  <a:pt x="95" y="323"/>
                </a:lnTo>
                <a:lnTo>
                  <a:pt x="95" y="322"/>
                </a:lnTo>
                <a:lnTo>
                  <a:pt x="95" y="321"/>
                </a:lnTo>
                <a:lnTo>
                  <a:pt x="94" y="321"/>
                </a:lnTo>
                <a:lnTo>
                  <a:pt x="93" y="321"/>
                </a:lnTo>
                <a:lnTo>
                  <a:pt x="92" y="321"/>
                </a:lnTo>
                <a:lnTo>
                  <a:pt x="91" y="321"/>
                </a:lnTo>
                <a:lnTo>
                  <a:pt x="90" y="321"/>
                </a:lnTo>
                <a:lnTo>
                  <a:pt x="89" y="321"/>
                </a:lnTo>
                <a:lnTo>
                  <a:pt x="88" y="321"/>
                </a:lnTo>
                <a:lnTo>
                  <a:pt x="88" y="320"/>
                </a:lnTo>
                <a:lnTo>
                  <a:pt x="88" y="319"/>
                </a:lnTo>
                <a:lnTo>
                  <a:pt x="89" y="319"/>
                </a:lnTo>
                <a:lnTo>
                  <a:pt x="91" y="317"/>
                </a:lnTo>
                <a:lnTo>
                  <a:pt x="92" y="314"/>
                </a:lnTo>
                <a:lnTo>
                  <a:pt x="92" y="313"/>
                </a:lnTo>
                <a:lnTo>
                  <a:pt x="92" y="312"/>
                </a:lnTo>
                <a:lnTo>
                  <a:pt x="93" y="312"/>
                </a:lnTo>
                <a:lnTo>
                  <a:pt x="93" y="311"/>
                </a:lnTo>
                <a:lnTo>
                  <a:pt x="94" y="311"/>
                </a:lnTo>
                <a:lnTo>
                  <a:pt x="94" y="310"/>
                </a:lnTo>
                <a:lnTo>
                  <a:pt x="95" y="310"/>
                </a:lnTo>
                <a:lnTo>
                  <a:pt x="96" y="310"/>
                </a:lnTo>
                <a:lnTo>
                  <a:pt x="96" y="309"/>
                </a:lnTo>
                <a:lnTo>
                  <a:pt x="97" y="309"/>
                </a:lnTo>
                <a:lnTo>
                  <a:pt x="98" y="310"/>
                </a:lnTo>
                <a:lnTo>
                  <a:pt x="100" y="310"/>
                </a:lnTo>
                <a:lnTo>
                  <a:pt x="101" y="310"/>
                </a:lnTo>
                <a:lnTo>
                  <a:pt x="101" y="309"/>
                </a:lnTo>
                <a:lnTo>
                  <a:pt x="102" y="309"/>
                </a:lnTo>
                <a:lnTo>
                  <a:pt x="102" y="308"/>
                </a:lnTo>
                <a:lnTo>
                  <a:pt x="103" y="308"/>
                </a:lnTo>
                <a:lnTo>
                  <a:pt x="104" y="309"/>
                </a:lnTo>
                <a:lnTo>
                  <a:pt x="105" y="309"/>
                </a:lnTo>
                <a:lnTo>
                  <a:pt x="105" y="308"/>
                </a:lnTo>
                <a:lnTo>
                  <a:pt x="106" y="308"/>
                </a:lnTo>
                <a:lnTo>
                  <a:pt x="107" y="307"/>
                </a:lnTo>
                <a:lnTo>
                  <a:pt x="108" y="308"/>
                </a:lnTo>
                <a:lnTo>
                  <a:pt x="109" y="308"/>
                </a:lnTo>
                <a:lnTo>
                  <a:pt x="111" y="308"/>
                </a:lnTo>
                <a:lnTo>
                  <a:pt x="112" y="308"/>
                </a:lnTo>
                <a:lnTo>
                  <a:pt x="113" y="308"/>
                </a:lnTo>
                <a:lnTo>
                  <a:pt x="113" y="309"/>
                </a:lnTo>
                <a:lnTo>
                  <a:pt x="114" y="309"/>
                </a:lnTo>
                <a:lnTo>
                  <a:pt x="115" y="309"/>
                </a:lnTo>
                <a:lnTo>
                  <a:pt x="116" y="309"/>
                </a:lnTo>
                <a:lnTo>
                  <a:pt x="116" y="308"/>
                </a:lnTo>
                <a:lnTo>
                  <a:pt x="117" y="308"/>
                </a:lnTo>
                <a:lnTo>
                  <a:pt x="120" y="308"/>
                </a:lnTo>
                <a:lnTo>
                  <a:pt x="121" y="308"/>
                </a:lnTo>
                <a:lnTo>
                  <a:pt x="122" y="308"/>
                </a:lnTo>
                <a:lnTo>
                  <a:pt x="123" y="308"/>
                </a:lnTo>
                <a:lnTo>
                  <a:pt x="124" y="307"/>
                </a:lnTo>
                <a:lnTo>
                  <a:pt x="125" y="306"/>
                </a:lnTo>
                <a:lnTo>
                  <a:pt x="125" y="305"/>
                </a:lnTo>
                <a:lnTo>
                  <a:pt x="126" y="303"/>
                </a:lnTo>
                <a:lnTo>
                  <a:pt x="126" y="300"/>
                </a:lnTo>
                <a:lnTo>
                  <a:pt x="125" y="298"/>
                </a:lnTo>
                <a:lnTo>
                  <a:pt x="127" y="295"/>
                </a:lnTo>
                <a:lnTo>
                  <a:pt x="128" y="294"/>
                </a:lnTo>
                <a:lnTo>
                  <a:pt x="129" y="293"/>
                </a:lnTo>
                <a:lnTo>
                  <a:pt x="130" y="292"/>
                </a:lnTo>
                <a:lnTo>
                  <a:pt x="131" y="292"/>
                </a:lnTo>
                <a:lnTo>
                  <a:pt x="132" y="291"/>
                </a:lnTo>
                <a:lnTo>
                  <a:pt x="134" y="291"/>
                </a:lnTo>
                <a:lnTo>
                  <a:pt x="134" y="290"/>
                </a:lnTo>
                <a:lnTo>
                  <a:pt x="135" y="290"/>
                </a:lnTo>
                <a:lnTo>
                  <a:pt x="135" y="289"/>
                </a:lnTo>
                <a:lnTo>
                  <a:pt x="136" y="286"/>
                </a:lnTo>
                <a:lnTo>
                  <a:pt x="135" y="285"/>
                </a:lnTo>
                <a:lnTo>
                  <a:pt x="134" y="284"/>
                </a:lnTo>
                <a:lnTo>
                  <a:pt x="134" y="283"/>
                </a:lnTo>
                <a:lnTo>
                  <a:pt x="134" y="282"/>
                </a:lnTo>
                <a:lnTo>
                  <a:pt x="134" y="281"/>
                </a:lnTo>
                <a:lnTo>
                  <a:pt x="134" y="280"/>
                </a:lnTo>
                <a:lnTo>
                  <a:pt x="135" y="279"/>
                </a:lnTo>
                <a:lnTo>
                  <a:pt x="136" y="272"/>
                </a:lnTo>
                <a:lnTo>
                  <a:pt x="136" y="271"/>
                </a:lnTo>
                <a:lnTo>
                  <a:pt x="136" y="270"/>
                </a:lnTo>
                <a:lnTo>
                  <a:pt x="134" y="268"/>
                </a:lnTo>
                <a:lnTo>
                  <a:pt x="134" y="267"/>
                </a:lnTo>
                <a:lnTo>
                  <a:pt x="134" y="266"/>
                </a:lnTo>
                <a:lnTo>
                  <a:pt x="135" y="266"/>
                </a:lnTo>
                <a:lnTo>
                  <a:pt x="137" y="267"/>
                </a:lnTo>
                <a:lnTo>
                  <a:pt x="137" y="268"/>
                </a:lnTo>
                <a:lnTo>
                  <a:pt x="138" y="268"/>
                </a:lnTo>
                <a:lnTo>
                  <a:pt x="139" y="268"/>
                </a:lnTo>
                <a:lnTo>
                  <a:pt x="139" y="267"/>
                </a:lnTo>
                <a:lnTo>
                  <a:pt x="139" y="265"/>
                </a:lnTo>
                <a:lnTo>
                  <a:pt x="138" y="264"/>
                </a:lnTo>
                <a:lnTo>
                  <a:pt x="136" y="264"/>
                </a:lnTo>
                <a:lnTo>
                  <a:pt x="135" y="263"/>
                </a:lnTo>
                <a:lnTo>
                  <a:pt x="135" y="262"/>
                </a:lnTo>
                <a:lnTo>
                  <a:pt x="135" y="261"/>
                </a:lnTo>
                <a:lnTo>
                  <a:pt x="136" y="261"/>
                </a:lnTo>
                <a:lnTo>
                  <a:pt x="137" y="260"/>
                </a:lnTo>
                <a:lnTo>
                  <a:pt x="138" y="260"/>
                </a:lnTo>
                <a:lnTo>
                  <a:pt x="139" y="259"/>
                </a:lnTo>
                <a:lnTo>
                  <a:pt x="141" y="258"/>
                </a:lnTo>
                <a:lnTo>
                  <a:pt x="143" y="257"/>
                </a:lnTo>
                <a:lnTo>
                  <a:pt x="144" y="257"/>
                </a:lnTo>
                <a:lnTo>
                  <a:pt x="145" y="256"/>
                </a:lnTo>
                <a:lnTo>
                  <a:pt x="146" y="256"/>
                </a:lnTo>
                <a:lnTo>
                  <a:pt x="147" y="256"/>
                </a:lnTo>
                <a:lnTo>
                  <a:pt x="148" y="256"/>
                </a:lnTo>
                <a:lnTo>
                  <a:pt x="148" y="257"/>
                </a:lnTo>
                <a:lnTo>
                  <a:pt x="149" y="257"/>
                </a:lnTo>
                <a:lnTo>
                  <a:pt x="151" y="258"/>
                </a:lnTo>
                <a:lnTo>
                  <a:pt x="156" y="259"/>
                </a:lnTo>
                <a:lnTo>
                  <a:pt x="158" y="259"/>
                </a:lnTo>
                <a:lnTo>
                  <a:pt x="158" y="260"/>
                </a:lnTo>
                <a:lnTo>
                  <a:pt x="159" y="260"/>
                </a:lnTo>
                <a:lnTo>
                  <a:pt x="162" y="262"/>
                </a:lnTo>
                <a:lnTo>
                  <a:pt x="163" y="262"/>
                </a:lnTo>
                <a:lnTo>
                  <a:pt x="164" y="261"/>
                </a:lnTo>
                <a:lnTo>
                  <a:pt x="164" y="260"/>
                </a:lnTo>
                <a:lnTo>
                  <a:pt x="165" y="260"/>
                </a:lnTo>
                <a:lnTo>
                  <a:pt x="166" y="259"/>
                </a:lnTo>
                <a:lnTo>
                  <a:pt x="167" y="259"/>
                </a:lnTo>
                <a:lnTo>
                  <a:pt x="168" y="260"/>
                </a:lnTo>
                <a:lnTo>
                  <a:pt x="170" y="260"/>
                </a:lnTo>
                <a:lnTo>
                  <a:pt x="173" y="261"/>
                </a:lnTo>
                <a:lnTo>
                  <a:pt x="175" y="262"/>
                </a:lnTo>
                <a:lnTo>
                  <a:pt x="177" y="263"/>
                </a:lnTo>
                <a:lnTo>
                  <a:pt x="178" y="264"/>
                </a:lnTo>
                <a:lnTo>
                  <a:pt x="178" y="265"/>
                </a:lnTo>
                <a:lnTo>
                  <a:pt x="178" y="266"/>
                </a:lnTo>
                <a:lnTo>
                  <a:pt x="179" y="266"/>
                </a:lnTo>
                <a:lnTo>
                  <a:pt x="184" y="268"/>
                </a:lnTo>
                <a:lnTo>
                  <a:pt x="188" y="269"/>
                </a:lnTo>
                <a:lnTo>
                  <a:pt x="189" y="269"/>
                </a:lnTo>
                <a:lnTo>
                  <a:pt x="190" y="269"/>
                </a:lnTo>
                <a:lnTo>
                  <a:pt x="192" y="266"/>
                </a:lnTo>
                <a:lnTo>
                  <a:pt x="194" y="265"/>
                </a:lnTo>
                <a:lnTo>
                  <a:pt x="195" y="263"/>
                </a:lnTo>
                <a:lnTo>
                  <a:pt x="196" y="262"/>
                </a:lnTo>
                <a:lnTo>
                  <a:pt x="196" y="261"/>
                </a:lnTo>
                <a:lnTo>
                  <a:pt x="197" y="261"/>
                </a:lnTo>
                <a:lnTo>
                  <a:pt x="198" y="262"/>
                </a:lnTo>
                <a:lnTo>
                  <a:pt x="199" y="262"/>
                </a:lnTo>
                <a:lnTo>
                  <a:pt x="200" y="263"/>
                </a:lnTo>
                <a:lnTo>
                  <a:pt x="203" y="265"/>
                </a:lnTo>
                <a:lnTo>
                  <a:pt x="204" y="264"/>
                </a:lnTo>
                <a:lnTo>
                  <a:pt x="204" y="263"/>
                </a:lnTo>
                <a:lnTo>
                  <a:pt x="204" y="262"/>
                </a:lnTo>
                <a:lnTo>
                  <a:pt x="207" y="262"/>
                </a:lnTo>
                <a:lnTo>
                  <a:pt x="209" y="262"/>
                </a:lnTo>
                <a:lnTo>
                  <a:pt x="210" y="262"/>
                </a:lnTo>
                <a:lnTo>
                  <a:pt x="211" y="263"/>
                </a:lnTo>
                <a:lnTo>
                  <a:pt x="212" y="263"/>
                </a:lnTo>
                <a:lnTo>
                  <a:pt x="212" y="262"/>
                </a:lnTo>
                <a:lnTo>
                  <a:pt x="212" y="261"/>
                </a:lnTo>
                <a:lnTo>
                  <a:pt x="212" y="257"/>
                </a:lnTo>
                <a:lnTo>
                  <a:pt x="212" y="255"/>
                </a:lnTo>
                <a:lnTo>
                  <a:pt x="211" y="254"/>
                </a:lnTo>
                <a:lnTo>
                  <a:pt x="210" y="253"/>
                </a:lnTo>
                <a:lnTo>
                  <a:pt x="210" y="252"/>
                </a:lnTo>
                <a:lnTo>
                  <a:pt x="210" y="251"/>
                </a:lnTo>
                <a:lnTo>
                  <a:pt x="213" y="248"/>
                </a:lnTo>
                <a:lnTo>
                  <a:pt x="214" y="247"/>
                </a:lnTo>
                <a:lnTo>
                  <a:pt x="215" y="245"/>
                </a:lnTo>
                <a:lnTo>
                  <a:pt x="216" y="241"/>
                </a:lnTo>
                <a:lnTo>
                  <a:pt x="216" y="240"/>
                </a:lnTo>
                <a:lnTo>
                  <a:pt x="215" y="240"/>
                </a:lnTo>
                <a:lnTo>
                  <a:pt x="215" y="239"/>
                </a:lnTo>
                <a:lnTo>
                  <a:pt x="215" y="232"/>
                </a:lnTo>
                <a:lnTo>
                  <a:pt x="215" y="225"/>
                </a:lnTo>
                <a:lnTo>
                  <a:pt x="215" y="224"/>
                </a:lnTo>
                <a:lnTo>
                  <a:pt x="218" y="221"/>
                </a:lnTo>
                <a:lnTo>
                  <a:pt x="220" y="218"/>
                </a:lnTo>
                <a:lnTo>
                  <a:pt x="222" y="214"/>
                </a:lnTo>
                <a:lnTo>
                  <a:pt x="223" y="212"/>
                </a:lnTo>
                <a:lnTo>
                  <a:pt x="224" y="212"/>
                </a:lnTo>
                <a:lnTo>
                  <a:pt x="224" y="211"/>
                </a:lnTo>
                <a:lnTo>
                  <a:pt x="224" y="210"/>
                </a:lnTo>
                <a:lnTo>
                  <a:pt x="225" y="207"/>
                </a:lnTo>
                <a:lnTo>
                  <a:pt x="225" y="206"/>
                </a:lnTo>
                <a:lnTo>
                  <a:pt x="225" y="205"/>
                </a:lnTo>
                <a:lnTo>
                  <a:pt x="225" y="204"/>
                </a:lnTo>
                <a:lnTo>
                  <a:pt x="226" y="203"/>
                </a:lnTo>
                <a:lnTo>
                  <a:pt x="226" y="201"/>
                </a:lnTo>
                <a:lnTo>
                  <a:pt x="228" y="200"/>
                </a:lnTo>
                <a:lnTo>
                  <a:pt x="229" y="198"/>
                </a:lnTo>
                <a:lnTo>
                  <a:pt x="229" y="197"/>
                </a:lnTo>
                <a:lnTo>
                  <a:pt x="230" y="196"/>
                </a:lnTo>
                <a:lnTo>
                  <a:pt x="230" y="195"/>
                </a:lnTo>
                <a:lnTo>
                  <a:pt x="230" y="194"/>
                </a:lnTo>
                <a:lnTo>
                  <a:pt x="230" y="193"/>
                </a:lnTo>
                <a:lnTo>
                  <a:pt x="231" y="192"/>
                </a:lnTo>
                <a:lnTo>
                  <a:pt x="231" y="191"/>
                </a:lnTo>
                <a:lnTo>
                  <a:pt x="232" y="189"/>
                </a:lnTo>
                <a:lnTo>
                  <a:pt x="234" y="186"/>
                </a:lnTo>
                <a:lnTo>
                  <a:pt x="235" y="184"/>
                </a:lnTo>
                <a:lnTo>
                  <a:pt x="235" y="183"/>
                </a:lnTo>
                <a:lnTo>
                  <a:pt x="235" y="182"/>
                </a:lnTo>
                <a:lnTo>
                  <a:pt x="236" y="182"/>
                </a:lnTo>
                <a:lnTo>
                  <a:pt x="236" y="181"/>
                </a:lnTo>
                <a:lnTo>
                  <a:pt x="237" y="181"/>
                </a:lnTo>
                <a:lnTo>
                  <a:pt x="237" y="180"/>
                </a:lnTo>
                <a:lnTo>
                  <a:pt x="237" y="178"/>
                </a:lnTo>
                <a:lnTo>
                  <a:pt x="237" y="177"/>
                </a:lnTo>
                <a:lnTo>
                  <a:pt x="237" y="176"/>
                </a:lnTo>
                <a:lnTo>
                  <a:pt x="238" y="176"/>
                </a:lnTo>
                <a:lnTo>
                  <a:pt x="238" y="174"/>
                </a:lnTo>
                <a:lnTo>
                  <a:pt x="239" y="173"/>
                </a:lnTo>
                <a:lnTo>
                  <a:pt x="240" y="172"/>
                </a:lnTo>
                <a:lnTo>
                  <a:pt x="241" y="171"/>
                </a:lnTo>
                <a:lnTo>
                  <a:pt x="241" y="170"/>
                </a:lnTo>
                <a:lnTo>
                  <a:pt x="242" y="169"/>
                </a:lnTo>
                <a:lnTo>
                  <a:pt x="243" y="169"/>
                </a:lnTo>
                <a:lnTo>
                  <a:pt x="243" y="166"/>
                </a:lnTo>
                <a:lnTo>
                  <a:pt x="243" y="165"/>
                </a:lnTo>
                <a:lnTo>
                  <a:pt x="243" y="163"/>
                </a:lnTo>
                <a:lnTo>
                  <a:pt x="243" y="162"/>
                </a:lnTo>
                <a:lnTo>
                  <a:pt x="244" y="161"/>
                </a:lnTo>
                <a:lnTo>
                  <a:pt x="245" y="159"/>
                </a:lnTo>
                <a:lnTo>
                  <a:pt x="246" y="158"/>
                </a:lnTo>
                <a:lnTo>
                  <a:pt x="247" y="156"/>
                </a:lnTo>
                <a:lnTo>
                  <a:pt x="248" y="155"/>
                </a:lnTo>
                <a:lnTo>
                  <a:pt x="248" y="154"/>
                </a:lnTo>
                <a:lnTo>
                  <a:pt x="249" y="153"/>
                </a:lnTo>
                <a:lnTo>
                  <a:pt x="249" y="152"/>
                </a:lnTo>
                <a:lnTo>
                  <a:pt x="249" y="151"/>
                </a:lnTo>
                <a:lnTo>
                  <a:pt x="250" y="151"/>
                </a:lnTo>
                <a:lnTo>
                  <a:pt x="250" y="150"/>
                </a:lnTo>
                <a:lnTo>
                  <a:pt x="249" y="149"/>
                </a:lnTo>
                <a:lnTo>
                  <a:pt x="249" y="147"/>
                </a:lnTo>
                <a:lnTo>
                  <a:pt x="249" y="146"/>
                </a:lnTo>
                <a:lnTo>
                  <a:pt x="249" y="145"/>
                </a:lnTo>
                <a:lnTo>
                  <a:pt x="250" y="144"/>
                </a:lnTo>
                <a:lnTo>
                  <a:pt x="250" y="143"/>
                </a:lnTo>
                <a:lnTo>
                  <a:pt x="251" y="142"/>
                </a:lnTo>
                <a:lnTo>
                  <a:pt x="252" y="142"/>
                </a:lnTo>
                <a:lnTo>
                  <a:pt x="253" y="140"/>
                </a:lnTo>
                <a:lnTo>
                  <a:pt x="254" y="140"/>
                </a:lnTo>
                <a:lnTo>
                  <a:pt x="256" y="138"/>
                </a:lnTo>
                <a:lnTo>
                  <a:pt x="256" y="137"/>
                </a:lnTo>
                <a:lnTo>
                  <a:pt x="257" y="137"/>
                </a:lnTo>
                <a:lnTo>
                  <a:pt x="258" y="136"/>
                </a:lnTo>
                <a:lnTo>
                  <a:pt x="259" y="134"/>
                </a:lnTo>
                <a:lnTo>
                  <a:pt x="259" y="133"/>
                </a:lnTo>
                <a:lnTo>
                  <a:pt x="258" y="132"/>
                </a:lnTo>
                <a:lnTo>
                  <a:pt x="258" y="131"/>
                </a:lnTo>
                <a:lnTo>
                  <a:pt x="259" y="129"/>
                </a:lnTo>
                <a:lnTo>
                  <a:pt x="260" y="128"/>
                </a:lnTo>
                <a:lnTo>
                  <a:pt x="260" y="125"/>
                </a:lnTo>
                <a:lnTo>
                  <a:pt x="261" y="125"/>
                </a:lnTo>
                <a:lnTo>
                  <a:pt x="262" y="125"/>
                </a:lnTo>
                <a:lnTo>
                  <a:pt x="262" y="124"/>
                </a:lnTo>
                <a:lnTo>
                  <a:pt x="263" y="124"/>
                </a:lnTo>
                <a:lnTo>
                  <a:pt x="264" y="124"/>
                </a:lnTo>
                <a:lnTo>
                  <a:pt x="264" y="125"/>
                </a:lnTo>
                <a:lnTo>
                  <a:pt x="265" y="125"/>
                </a:lnTo>
                <a:lnTo>
                  <a:pt x="266" y="125"/>
                </a:lnTo>
                <a:lnTo>
                  <a:pt x="267" y="125"/>
                </a:lnTo>
                <a:lnTo>
                  <a:pt x="268" y="124"/>
                </a:lnTo>
                <a:lnTo>
                  <a:pt x="272" y="120"/>
                </a:lnTo>
                <a:lnTo>
                  <a:pt x="273" y="120"/>
                </a:lnTo>
                <a:lnTo>
                  <a:pt x="274" y="118"/>
                </a:lnTo>
                <a:lnTo>
                  <a:pt x="275" y="116"/>
                </a:lnTo>
                <a:lnTo>
                  <a:pt x="281" y="114"/>
                </a:lnTo>
                <a:lnTo>
                  <a:pt x="283" y="114"/>
                </a:lnTo>
                <a:lnTo>
                  <a:pt x="288" y="118"/>
                </a:lnTo>
                <a:lnTo>
                  <a:pt x="289" y="118"/>
                </a:lnTo>
                <a:lnTo>
                  <a:pt x="294" y="121"/>
                </a:lnTo>
                <a:lnTo>
                  <a:pt x="295" y="121"/>
                </a:lnTo>
                <a:lnTo>
                  <a:pt x="296" y="121"/>
                </a:lnTo>
                <a:lnTo>
                  <a:pt x="299" y="122"/>
                </a:lnTo>
                <a:lnTo>
                  <a:pt x="300" y="122"/>
                </a:lnTo>
                <a:lnTo>
                  <a:pt x="301" y="122"/>
                </a:lnTo>
                <a:lnTo>
                  <a:pt x="306" y="124"/>
                </a:lnTo>
                <a:lnTo>
                  <a:pt x="308" y="125"/>
                </a:lnTo>
                <a:lnTo>
                  <a:pt x="309" y="125"/>
                </a:lnTo>
                <a:lnTo>
                  <a:pt x="310" y="125"/>
                </a:lnTo>
                <a:lnTo>
                  <a:pt x="311" y="126"/>
                </a:lnTo>
                <a:lnTo>
                  <a:pt x="312" y="127"/>
                </a:lnTo>
                <a:lnTo>
                  <a:pt x="313" y="128"/>
                </a:lnTo>
                <a:lnTo>
                  <a:pt x="314" y="128"/>
                </a:lnTo>
                <a:lnTo>
                  <a:pt x="314" y="129"/>
                </a:lnTo>
                <a:lnTo>
                  <a:pt x="315" y="130"/>
                </a:lnTo>
                <a:lnTo>
                  <a:pt x="317" y="132"/>
                </a:lnTo>
                <a:lnTo>
                  <a:pt x="319" y="134"/>
                </a:lnTo>
                <a:lnTo>
                  <a:pt x="320" y="134"/>
                </a:lnTo>
                <a:lnTo>
                  <a:pt x="323" y="136"/>
                </a:lnTo>
                <a:lnTo>
                  <a:pt x="326" y="139"/>
                </a:lnTo>
                <a:lnTo>
                  <a:pt x="328" y="139"/>
                </a:lnTo>
                <a:lnTo>
                  <a:pt x="329" y="139"/>
                </a:lnTo>
                <a:lnTo>
                  <a:pt x="330" y="138"/>
                </a:lnTo>
                <a:lnTo>
                  <a:pt x="331" y="138"/>
                </a:lnTo>
                <a:lnTo>
                  <a:pt x="334" y="135"/>
                </a:lnTo>
                <a:lnTo>
                  <a:pt x="336" y="134"/>
                </a:lnTo>
                <a:lnTo>
                  <a:pt x="337" y="133"/>
                </a:lnTo>
                <a:lnTo>
                  <a:pt x="340" y="132"/>
                </a:lnTo>
                <a:lnTo>
                  <a:pt x="340" y="131"/>
                </a:lnTo>
                <a:lnTo>
                  <a:pt x="342" y="130"/>
                </a:lnTo>
                <a:lnTo>
                  <a:pt x="344" y="130"/>
                </a:lnTo>
                <a:lnTo>
                  <a:pt x="345" y="129"/>
                </a:lnTo>
                <a:lnTo>
                  <a:pt x="345" y="128"/>
                </a:lnTo>
                <a:lnTo>
                  <a:pt x="345" y="127"/>
                </a:lnTo>
                <a:lnTo>
                  <a:pt x="345" y="126"/>
                </a:lnTo>
                <a:lnTo>
                  <a:pt x="345" y="125"/>
                </a:lnTo>
                <a:lnTo>
                  <a:pt x="346" y="125"/>
                </a:lnTo>
                <a:lnTo>
                  <a:pt x="346" y="124"/>
                </a:lnTo>
                <a:lnTo>
                  <a:pt x="346" y="123"/>
                </a:lnTo>
                <a:lnTo>
                  <a:pt x="346" y="122"/>
                </a:lnTo>
                <a:lnTo>
                  <a:pt x="346" y="121"/>
                </a:lnTo>
                <a:lnTo>
                  <a:pt x="347" y="120"/>
                </a:lnTo>
                <a:lnTo>
                  <a:pt x="347" y="119"/>
                </a:lnTo>
                <a:lnTo>
                  <a:pt x="347" y="118"/>
                </a:lnTo>
                <a:lnTo>
                  <a:pt x="347" y="117"/>
                </a:lnTo>
                <a:lnTo>
                  <a:pt x="347" y="116"/>
                </a:lnTo>
                <a:lnTo>
                  <a:pt x="347" y="115"/>
                </a:lnTo>
                <a:lnTo>
                  <a:pt x="348" y="115"/>
                </a:lnTo>
                <a:lnTo>
                  <a:pt x="348" y="114"/>
                </a:lnTo>
                <a:lnTo>
                  <a:pt x="348" y="113"/>
                </a:lnTo>
                <a:lnTo>
                  <a:pt x="348" y="112"/>
                </a:lnTo>
                <a:lnTo>
                  <a:pt x="349" y="111"/>
                </a:lnTo>
                <a:lnTo>
                  <a:pt x="349" y="110"/>
                </a:lnTo>
                <a:lnTo>
                  <a:pt x="349" y="109"/>
                </a:lnTo>
                <a:lnTo>
                  <a:pt x="349" y="108"/>
                </a:lnTo>
                <a:lnTo>
                  <a:pt x="349" y="107"/>
                </a:lnTo>
                <a:lnTo>
                  <a:pt x="349" y="105"/>
                </a:lnTo>
                <a:lnTo>
                  <a:pt x="349" y="104"/>
                </a:lnTo>
                <a:lnTo>
                  <a:pt x="349" y="103"/>
                </a:lnTo>
                <a:lnTo>
                  <a:pt x="350" y="102"/>
                </a:lnTo>
                <a:lnTo>
                  <a:pt x="351" y="102"/>
                </a:lnTo>
                <a:lnTo>
                  <a:pt x="352" y="101"/>
                </a:lnTo>
                <a:lnTo>
                  <a:pt x="353" y="101"/>
                </a:lnTo>
                <a:lnTo>
                  <a:pt x="355" y="100"/>
                </a:lnTo>
                <a:lnTo>
                  <a:pt x="356" y="99"/>
                </a:lnTo>
                <a:lnTo>
                  <a:pt x="357" y="99"/>
                </a:lnTo>
                <a:lnTo>
                  <a:pt x="359" y="98"/>
                </a:lnTo>
                <a:lnTo>
                  <a:pt x="361" y="97"/>
                </a:lnTo>
                <a:lnTo>
                  <a:pt x="363" y="96"/>
                </a:lnTo>
                <a:lnTo>
                  <a:pt x="364" y="96"/>
                </a:lnTo>
                <a:lnTo>
                  <a:pt x="365" y="96"/>
                </a:lnTo>
                <a:lnTo>
                  <a:pt x="365" y="95"/>
                </a:lnTo>
                <a:lnTo>
                  <a:pt x="366" y="95"/>
                </a:lnTo>
                <a:lnTo>
                  <a:pt x="367" y="95"/>
                </a:lnTo>
                <a:lnTo>
                  <a:pt x="367" y="94"/>
                </a:lnTo>
                <a:lnTo>
                  <a:pt x="368" y="94"/>
                </a:lnTo>
                <a:lnTo>
                  <a:pt x="369" y="94"/>
                </a:lnTo>
                <a:lnTo>
                  <a:pt x="372" y="93"/>
                </a:lnTo>
                <a:lnTo>
                  <a:pt x="373" y="93"/>
                </a:lnTo>
                <a:lnTo>
                  <a:pt x="374" y="92"/>
                </a:lnTo>
                <a:lnTo>
                  <a:pt x="375" y="92"/>
                </a:lnTo>
                <a:lnTo>
                  <a:pt x="376" y="92"/>
                </a:lnTo>
                <a:lnTo>
                  <a:pt x="377" y="91"/>
                </a:lnTo>
                <a:lnTo>
                  <a:pt x="378" y="91"/>
                </a:lnTo>
                <a:lnTo>
                  <a:pt x="381" y="90"/>
                </a:lnTo>
                <a:lnTo>
                  <a:pt x="382" y="90"/>
                </a:lnTo>
                <a:lnTo>
                  <a:pt x="383" y="90"/>
                </a:lnTo>
                <a:lnTo>
                  <a:pt x="384" y="90"/>
                </a:lnTo>
                <a:lnTo>
                  <a:pt x="385" y="89"/>
                </a:lnTo>
                <a:lnTo>
                  <a:pt x="386" y="88"/>
                </a:lnTo>
                <a:lnTo>
                  <a:pt x="387" y="88"/>
                </a:lnTo>
                <a:lnTo>
                  <a:pt x="387" y="87"/>
                </a:lnTo>
                <a:lnTo>
                  <a:pt x="388" y="87"/>
                </a:lnTo>
                <a:lnTo>
                  <a:pt x="389" y="87"/>
                </a:lnTo>
                <a:lnTo>
                  <a:pt x="389" y="86"/>
                </a:lnTo>
                <a:lnTo>
                  <a:pt x="390" y="86"/>
                </a:lnTo>
                <a:lnTo>
                  <a:pt x="391" y="86"/>
                </a:lnTo>
                <a:lnTo>
                  <a:pt x="392" y="86"/>
                </a:lnTo>
                <a:lnTo>
                  <a:pt x="394" y="85"/>
                </a:lnTo>
                <a:lnTo>
                  <a:pt x="395" y="85"/>
                </a:lnTo>
                <a:lnTo>
                  <a:pt x="396" y="85"/>
                </a:lnTo>
                <a:lnTo>
                  <a:pt x="397" y="84"/>
                </a:lnTo>
                <a:lnTo>
                  <a:pt x="398" y="84"/>
                </a:lnTo>
                <a:lnTo>
                  <a:pt x="399" y="83"/>
                </a:lnTo>
                <a:lnTo>
                  <a:pt x="401" y="82"/>
                </a:lnTo>
                <a:lnTo>
                  <a:pt x="401" y="81"/>
                </a:lnTo>
                <a:lnTo>
                  <a:pt x="402" y="81"/>
                </a:lnTo>
                <a:lnTo>
                  <a:pt x="403" y="81"/>
                </a:lnTo>
                <a:lnTo>
                  <a:pt x="403" y="82"/>
                </a:lnTo>
                <a:lnTo>
                  <a:pt x="403" y="83"/>
                </a:lnTo>
                <a:lnTo>
                  <a:pt x="404" y="84"/>
                </a:lnTo>
                <a:lnTo>
                  <a:pt x="405" y="85"/>
                </a:lnTo>
                <a:lnTo>
                  <a:pt x="406" y="86"/>
                </a:lnTo>
                <a:lnTo>
                  <a:pt x="407" y="88"/>
                </a:lnTo>
                <a:lnTo>
                  <a:pt x="408" y="88"/>
                </a:lnTo>
                <a:lnTo>
                  <a:pt x="409" y="91"/>
                </a:lnTo>
                <a:lnTo>
                  <a:pt x="410" y="93"/>
                </a:lnTo>
                <a:lnTo>
                  <a:pt x="410" y="94"/>
                </a:lnTo>
                <a:lnTo>
                  <a:pt x="410" y="95"/>
                </a:lnTo>
                <a:lnTo>
                  <a:pt x="411" y="96"/>
                </a:lnTo>
                <a:lnTo>
                  <a:pt x="411" y="97"/>
                </a:lnTo>
                <a:lnTo>
                  <a:pt x="412" y="98"/>
                </a:lnTo>
                <a:lnTo>
                  <a:pt x="413" y="99"/>
                </a:lnTo>
                <a:lnTo>
                  <a:pt x="415" y="99"/>
                </a:lnTo>
                <a:lnTo>
                  <a:pt x="415" y="100"/>
                </a:lnTo>
                <a:lnTo>
                  <a:pt x="416" y="100"/>
                </a:lnTo>
                <a:lnTo>
                  <a:pt x="417" y="100"/>
                </a:lnTo>
                <a:lnTo>
                  <a:pt x="417" y="99"/>
                </a:lnTo>
                <a:lnTo>
                  <a:pt x="420" y="99"/>
                </a:lnTo>
                <a:lnTo>
                  <a:pt x="420" y="100"/>
                </a:lnTo>
                <a:lnTo>
                  <a:pt x="421" y="100"/>
                </a:lnTo>
                <a:lnTo>
                  <a:pt x="422" y="100"/>
                </a:lnTo>
                <a:lnTo>
                  <a:pt x="426" y="99"/>
                </a:lnTo>
                <a:lnTo>
                  <a:pt x="427" y="99"/>
                </a:lnTo>
                <a:lnTo>
                  <a:pt x="428" y="98"/>
                </a:lnTo>
                <a:lnTo>
                  <a:pt x="429" y="98"/>
                </a:lnTo>
                <a:lnTo>
                  <a:pt x="430" y="98"/>
                </a:lnTo>
                <a:lnTo>
                  <a:pt x="432" y="98"/>
                </a:lnTo>
                <a:lnTo>
                  <a:pt x="433" y="97"/>
                </a:lnTo>
                <a:lnTo>
                  <a:pt x="434" y="97"/>
                </a:lnTo>
                <a:lnTo>
                  <a:pt x="435" y="97"/>
                </a:lnTo>
                <a:lnTo>
                  <a:pt x="435" y="96"/>
                </a:lnTo>
                <a:lnTo>
                  <a:pt x="437" y="96"/>
                </a:lnTo>
                <a:lnTo>
                  <a:pt x="439" y="95"/>
                </a:lnTo>
                <a:lnTo>
                  <a:pt x="440" y="95"/>
                </a:lnTo>
                <a:lnTo>
                  <a:pt x="442" y="94"/>
                </a:lnTo>
                <a:lnTo>
                  <a:pt x="443" y="94"/>
                </a:lnTo>
                <a:lnTo>
                  <a:pt x="444" y="94"/>
                </a:lnTo>
                <a:lnTo>
                  <a:pt x="444" y="93"/>
                </a:lnTo>
                <a:lnTo>
                  <a:pt x="446" y="93"/>
                </a:lnTo>
                <a:lnTo>
                  <a:pt x="447" y="94"/>
                </a:lnTo>
                <a:lnTo>
                  <a:pt x="448" y="94"/>
                </a:lnTo>
                <a:lnTo>
                  <a:pt x="448" y="93"/>
                </a:lnTo>
                <a:lnTo>
                  <a:pt x="449" y="93"/>
                </a:lnTo>
                <a:lnTo>
                  <a:pt x="449" y="92"/>
                </a:lnTo>
                <a:lnTo>
                  <a:pt x="450" y="92"/>
                </a:lnTo>
                <a:lnTo>
                  <a:pt x="451" y="91"/>
                </a:lnTo>
                <a:lnTo>
                  <a:pt x="452" y="91"/>
                </a:lnTo>
                <a:lnTo>
                  <a:pt x="452" y="90"/>
                </a:lnTo>
                <a:lnTo>
                  <a:pt x="453" y="90"/>
                </a:lnTo>
                <a:lnTo>
                  <a:pt x="454" y="89"/>
                </a:lnTo>
                <a:lnTo>
                  <a:pt x="454" y="88"/>
                </a:lnTo>
                <a:lnTo>
                  <a:pt x="454" y="87"/>
                </a:lnTo>
                <a:lnTo>
                  <a:pt x="456" y="85"/>
                </a:lnTo>
                <a:lnTo>
                  <a:pt x="457" y="84"/>
                </a:lnTo>
                <a:lnTo>
                  <a:pt x="457" y="83"/>
                </a:lnTo>
                <a:lnTo>
                  <a:pt x="458" y="83"/>
                </a:lnTo>
                <a:lnTo>
                  <a:pt x="459" y="82"/>
                </a:lnTo>
                <a:lnTo>
                  <a:pt x="460" y="81"/>
                </a:lnTo>
                <a:lnTo>
                  <a:pt x="461" y="79"/>
                </a:lnTo>
                <a:lnTo>
                  <a:pt x="461" y="78"/>
                </a:lnTo>
                <a:lnTo>
                  <a:pt x="462" y="78"/>
                </a:lnTo>
                <a:lnTo>
                  <a:pt x="462" y="77"/>
                </a:lnTo>
                <a:lnTo>
                  <a:pt x="463" y="77"/>
                </a:lnTo>
                <a:lnTo>
                  <a:pt x="464" y="77"/>
                </a:lnTo>
                <a:lnTo>
                  <a:pt x="464" y="76"/>
                </a:lnTo>
                <a:lnTo>
                  <a:pt x="466" y="75"/>
                </a:lnTo>
                <a:lnTo>
                  <a:pt x="466" y="74"/>
                </a:lnTo>
                <a:lnTo>
                  <a:pt x="467" y="74"/>
                </a:lnTo>
                <a:lnTo>
                  <a:pt x="467" y="73"/>
                </a:lnTo>
                <a:lnTo>
                  <a:pt x="468" y="72"/>
                </a:lnTo>
                <a:lnTo>
                  <a:pt x="468" y="71"/>
                </a:lnTo>
                <a:lnTo>
                  <a:pt x="468" y="70"/>
                </a:lnTo>
                <a:lnTo>
                  <a:pt x="468" y="69"/>
                </a:lnTo>
                <a:lnTo>
                  <a:pt x="469" y="69"/>
                </a:lnTo>
                <a:lnTo>
                  <a:pt x="471" y="67"/>
                </a:lnTo>
                <a:lnTo>
                  <a:pt x="473" y="66"/>
                </a:lnTo>
                <a:lnTo>
                  <a:pt x="475" y="64"/>
                </a:lnTo>
                <a:lnTo>
                  <a:pt x="476" y="64"/>
                </a:lnTo>
                <a:lnTo>
                  <a:pt x="476" y="63"/>
                </a:lnTo>
                <a:lnTo>
                  <a:pt x="477" y="63"/>
                </a:lnTo>
                <a:lnTo>
                  <a:pt x="479" y="63"/>
                </a:lnTo>
                <a:lnTo>
                  <a:pt x="480" y="62"/>
                </a:lnTo>
                <a:lnTo>
                  <a:pt x="480" y="61"/>
                </a:lnTo>
                <a:lnTo>
                  <a:pt x="481" y="60"/>
                </a:lnTo>
                <a:lnTo>
                  <a:pt x="481" y="59"/>
                </a:lnTo>
                <a:lnTo>
                  <a:pt x="482" y="59"/>
                </a:lnTo>
                <a:lnTo>
                  <a:pt x="482" y="58"/>
                </a:lnTo>
                <a:lnTo>
                  <a:pt x="483" y="58"/>
                </a:lnTo>
                <a:lnTo>
                  <a:pt x="483" y="57"/>
                </a:lnTo>
                <a:lnTo>
                  <a:pt x="483" y="55"/>
                </a:lnTo>
                <a:lnTo>
                  <a:pt x="484" y="53"/>
                </a:lnTo>
                <a:lnTo>
                  <a:pt x="484" y="52"/>
                </a:lnTo>
                <a:lnTo>
                  <a:pt x="485" y="52"/>
                </a:lnTo>
                <a:lnTo>
                  <a:pt x="486" y="53"/>
                </a:lnTo>
                <a:lnTo>
                  <a:pt x="487" y="54"/>
                </a:lnTo>
                <a:lnTo>
                  <a:pt x="487" y="55"/>
                </a:lnTo>
                <a:lnTo>
                  <a:pt x="488" y="55"/>
                </a:lnTo>
                <a:lnTo>
                  <a:pt x="489" y="55"/>
                </a:lnTo>
                <a:lnTo>
                  <a:pt x="489" y="56"/>
                </a:lnTo>
                <a:lnTo>
                  <a:pt x="490" y="56"/>
                </a:lnTo>
                <a:lnTo>
                  <a:pt x="490" y="58"/>
                </a:lnTo>
                <a:lnTo>
                  <a:pt x="491" y="58"/>
                </a:lnTo>
                <a:lnTo>
                  <a:pt x="491" y="59"/>
                </a:lnTo>
                <a:lnTo>
                  <a:pt x="492" y="59"/>
                </a:lnTo>
                <a:lnTo>
                  <a:pt x="492" y="60"/>
                </a:lnTo>
                <a:lnTo>
                  <a:pt x="495" y="63"/>
                </a:lnTo>
                <a:lnTo>
                  <a:pt x="496" y="63"/>
                </a:lnTo>
                <a:lnTo>
                  <a:pt x="496" y="64"/>
                </a:lnTo>
                <a:lnTo>
                  <a:pt x="496" y="65"/>
                </a:lnTo>
                <a:lnTo>
                  <a:pt x="497" y="65"/>
                </a:lnTo>
                <a:lnTo>
                  <a:pt x="498" y="65"/>
                </a:lnTo>
                <a:lnTo>
                  <a:pt x="501" y="62"/>
                </a:lnTo>
                <a:lnTo>
                  <a:pt x="501" y="61"/>
                </a:lnTo>
                <a:lnTo>
                  <a:pt x="501" y="60"/>
                </a:lnTo>
                <a:lnTo>
                  <a:pt x="501" y="59"/>
                </a:lnTo>
                <a:lnTo>
                  <a:pt x="502" y="58"/>
                </a:lnTo>
                <a:lnTo>
                  <a:pt x="503" y="56"/>
                </a:lnTo>
                <a:lnTo>
                  <a:pt x="504" y="56"/>
                </a:lnTo>
                <a:lnTo>
                  <a:pt x="505" y="56"/>
                </a:lnTo>
                <a:lnTo>
                  <a:pt x="507" y="54"/>
                </a:lnTo>
                <a:lnTo>
                  <a:pt x="507" y="53"/>
                </a:lnTo>
                <a:lnTo>
                  <a:pt x="507" y="52"/>
                </a:lnTo>
                <a:lnTo>
                  <a:pt x="507" y="50"/>
                </a:lnTo>
                <a:lnTo>
                  <a:pt x="508" y="50"/>
                </a:lnTo>
                <a:lnTo>
                  <a:pt x="508" y="49"/>
                </a:lnTo>
                <a:lnTo>
                  <a:pt x="509" y="49"/>
                </a:lnTo>
                <a:lnTo>
                  <a:pt x="510" y="49"/>
                </a:lnTo>
                <a:lnTo>
                  <a:pt x="511" y="49"/>
                </a:lnTo>
                <a:lnTo>
                  <a:pt x="511" y="48"/>
                </a:lnTo>
                <a:lnTo>
                  <a:pt x="512" y="48"/>
                </a:lnTo>
                <a:lnTo>
                  <a:pt x="515" y="48"/>
                </a:lnTo>
                <a:lnTo>
                  <a:pt x="516" y="48"/>
                </a:lnTo>
                <a:lnTo>
                  <a:pt x="516" y="49"/>
                </a:lnTo>
                <a:lnTo>
                  <a:pt x="517" y="48"/>
                </a:lnTo>
                <a:lnTo>
                  <a:pt x="517" y="49"/>
                </a:lnTo>
                <a:lnTo>
                  <a:pt x="518" y="49"/>
                </a:lnTo>
                <a:lnTo>
                  <a:pt x="519" y="48"/>
                </a:lnTo>
                <a:lnTo>
                  <a:pt x="520" y="47"/>
                </a:lnTo>
                <a:lnTo>
                  <a:pt x="521" y="47"/>
                </a:lnTo>
                <a:lnTo>
                  <a:pt x="523" y="46"/>
                </a:lnTo>
                <a:lnTo>
                  <a:pt x="526" y="43"/>
                </a:lnTo>
                <a:lnTo>
                  <a:pt x="527" y="40"/>
                </a:lnTo>
                <a:lnTo>
                  <a:pt x="526" y="40"/>
                </a:lnTo>
                <a:lnTo>
                  <a:pt x="526" y="39"/>
                </a:lnTo>
                <a:lnTo>
                  <a:pt x="526" y="38"/>
                </a:lnTo>
                <a:lnTo>
                  <a:pt x="526" y="36"/>
                </a:lnTo>
                <a:lnTo>
                  <a:pt x="526" y="35"/>
                </a:lnTo>
                <a:lnTo>
                  <a:pt x="525" y="35"/>
                </a:lnTo>
                <a:lnTo>
                  <a:pt x="524" y="34"/>
                </a:lnTo>
                <a:lnTo>
                  <a:pt x="523" y="34"/>
                </a:lnTo>
                <a:lnTo>
                  <a:pt x="523" y="33"/>
                </a:lnTo>
                <a:lnTo>
                  <a:pt x="522" y="31"/>
                </a:lnTo>
                <a:lnTo>
                  <a:pt x="521" y="31"/>
                </a:lnTo>
                <a:lnTo>
                  <a:pt x="520" y="30"/>
                </a:lnTo>
                <a:lnTo>
                  <a:pt x="520" y="29"/>
                </a:lnTo>
                <a:lnTo>
                  <a:pt x="521" y="27"/>
                </a:lnTo>
                <a:lnTo>
                  <a:pt x="521" y="26"/>
                </a:lnTo>
                <a:lnTo>
                  <a:pt x="522" y="25"/>
                </a:lnTo>
                <a:lnTo>
                  <a:pt x="523" y="24"/>
                </a:lnTo>
                <a:lnTo>
                  <a:pt x="523" y="23"/>
                </a:lnTo>
                <a:lnTo>
                  <a:pt x="523" y="22"/>
                </a:lnTo>
                <a:lnTo>
                  <a:pt x="523" y="19"/>
                </a:lnTo>
                <a:lnTo>
                  <a:pt x="523" y="18"/>
                </a:lnTo>
                <a:lnTo>
                  <a:pt x="523" y="17"/>
                </a:lnTo>
                <a:lnTo>
                  <a:pt x="523" y="15"/>
                </a:lnTo>
                <a:lnTo>
                  <a:pt x="523" y="13"/>
                </a:lnTo>
                <a:lnTo>
                  <a:pt x="523" y="12"/>
                </a:lnTo>
                <a:lnTo>
                  <a:pt x="522" y="11"/>
                </a:lnTo>
                <a:lnTo>
                  <a:pt x="521" y="10"/>
                </a:lnTo>
                <a:lnTo>
                  <a:pt x="521" y="7"/>
                </a:lnTo>
                <a:lnTo>
                  <a:pt x="521" y="6"/>
                </a:lnTo>
                <a:lnTo>
                  <a:pt x="522" y="5"/>
                </a:lnTo>
                <a:lnTo>
                  <a:pt x="523" y="5"/>
                </a:lnTo>
                <a:lnTo>
                  <a:pt x="523" y="4"/>
                </a:lnTo>
                <a:lnTo>
                  <a:pt x="524" y="4"/>
                </a:lnTo>
                <a:lnTo>
                  <a:pt x="524" y="3"/>
                </a:lnTo>
                <a:lnTo>
                  <a:pt x="525" y="3"/>
                </a:lnTo>
                <a:lnTo>
                  <a:pt x="526" y="2"/>
                </a:lnTo>
                <a:lnTo>
                  <a:pt x="527" y="2"/>
                </a:lnTo>
                <a:lnTo>
                  <a:pt x="528" y="3"/>
                </a:lnTo>
                <a:lnTo>
                  <a:pt x="529" y="3"/>
                </a:lnTo>
                <a:lnTo>
                  <a:pt x="531" y="1"/>
                </a:lnTo>
                <a:lnTo>
                  <a:pt x="531" y="0"/>
                </a:lnTo>
                <a:lnTo>
                  <a:pt x="532" y="1"/>
                </a:lnTo>
                <a:lnTo>
                  <a:pt x="532" y="2"/>
                </a:lnTo>
                <a:lnTo>
                  <a:pt x="533" y="2"/>
                </a:lnTo>
                <a:close/>
              </a:path>
            </a:pathLst>
          </a:custGeom>
          <a:solidFill>
            <a:srgbClr val="4575B4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847" name=""/>
          <p:cNvSpPr/>
          <p:nvPr/>
        </p:nvSpPr>
        <p:spPr>
          <a:xfrm>
            <a:off x="7490160" y="1347120"/>
            <a:ext cx="335880" cy="593640"/>
          </a:xfrm>
          <a:custGeom>
            <a:avLst/>
            <a:gdLst/>
            <a:ahLst/>
            <a:rect l="0" t="0" r="r" b="b"/>
            <a:pathLst>
              <a:path w="933" h="1649">
                <a:moveTo>
                  <a:pt x="873" y="4"/>
                </a:moveTo>
                <a:lnTo>
                  <a:pt x="872" y="11"/>
                </a:lnTo>
                <a:lnTo>
                  <a:pt x="872" y="13"/>
                </a:lnTo>
                <a:lnTo>
                  <a:pt x="871" y="13"/>
                </a:lnTo>
                <a:lnTo>
                  <a:pt x="869" y="15"/>
                </a:lnTo>
                <a:lnTo>
                  <a:pt x="866" y="18"/>
                </a:lnTo>
                <a:lnTo>
                  <a:pt x="865" y="21"/>
                </a:lnTo>
                <a:lnTo>
                  <a:pt x="865" y="24"/>
                </a:lnTo>
                <a:lnTo>
                  <a:pt x="864" y="26"/>
                </a:lnTo>
                <a:lnTo>
                  <a:pt x="862" y="28"/>
                </a:lnTo>
                <a:lnTo>
                  <a:pt x="861" y="28"/>
                </a:lnTo>
                <a:lnTo>
                  <a:pt x="860" y="29"/>
                </a:lnTo>
                <a:lnTo>
                  <a:pt x="859" y="29"/>
                </a:lnTo>
                <a:lnTo>
                  <a:pt x="859" y="30"/>
                </a:lnTo>
                <a:lnTo>
                  <a:pt x="859" y="33"/>
                </a:lnTo>
                <a:lnTo>
                  <a:pt x="860" y="38"/>
                </a:lnTo>
                <a:lnTo>
                  <a:pt x="861" y="39"/>
                </a:lnTo>
                <a:lnTo>
                  <a:pt x="862" y="39"/>
                </a:lnTo>
                <a:lnTo>
                  <a:pt x="862" y="38"/>
                </a:lnTo>
                <a:lnTo>
                  <a:pt x="863" y="38"/>
                </a:lnTo>
                <a:lnTo>
                  <a:pt x="863" y="37"/>
                </a:lnTo>
                <a:lnTo>
                  <a:pt x="864" y="36"/>
                </a:lnTo>
                <a:lnTo>
                  <a:pt x="865" y="36"/>
                </a:lnTo>
                <a:lnTo>
                  <a:pt x="866" y="38"/>
                </a:lnTo>
                <a:lnTo>
                  <a:pt x="865" y="42"/>
                </a:lnTo>
                <a:lnTo>
                  <a:pt x="864" y="43"/>
                </a:lnTo>
                <a:lnTo>
                  <a:pt x="865" y="44"/>
                </a:lnTo>
                <a:lnTo>
                  <a:pt x="867" y="47"/>
                </a:lnTo>
                <a:lnTo>
                  <a:pt x="868" y="48"/>
                </a:lnTo>
                <a:lnTo>
                  <a:pt x="869" y="48"/>
                </a:lnTo>
                <a:lnTo>
                  <a:pt x="870" y="47"/>
                </a:lnTo>
                <a:lnTo>
                  <a:pt x="871" y="46"/>
                </a:lnTo>
                <a:lnTo>
                  <a:pt x="871" y="45"/>
                </a:lnTo>
                <a:lnTo>
                  <a:pt x="872" y="45"/>
                </a:lnTo>
                <a:lnTo>
                  <a:pt x="873" y="45"/>
                </a:lnTo>
                <a:lnTo>
                  <a:pt x="874" y="45"/>
                </a:lnTo>
                <a:lnTo>
                  <a:pt x="875" y="45"/>
                </a:lnTo>
                <a:lnTo>
                  <a:pt x="876" y="45"/>
                </a:lnTo>
                <a:lnTo>
                  <a:pt x="876" y="46"/>
                </a:lnTo>
                <a:lnTo>
                  <a:pt x="876" y="47"/>
                </a:lnTo>
                <a:lnTo>
                  <a:pt x="876" y="48"/>
                </a:lnTo>
                <a:lnTo>
                  <a:pt x="876" y="49"/>
                </a:lnTo>
                <a:lnTo>
                  <a:pt x="875" y="50"/>
                </a:lnTo>
                <a:lnTo>
                  <a:pt x="875" y="51"/>
                </a:lnTo>
                <a:lnTo>
                  <a:pt x="876" y="52"/>
                </a:lnTo>
                <a:lnTo>
                  <a:pt x="877" y="52"/>
                </a:lnTo>
                <a:lnTo>
                  <a:pt x="877" y="51"/>
                </a:lnTo>
                <a:lnTo>
                  <a:pt x="878" y="51"/>
                </a:lnTo>
                <a:lnTo>
                  <a:pt x="878" y="50"/>
                </a:lnTo>
                <a:lnTo>
                  <a:pt x="878" y="49"/>
                </a:lnTo>
                <a:lnTo>
                  <a:pt x="879" y="49"/>
                </a:lnTo>
                <a:lnTo>
                  <a:pt x="879" y="48"/>
                </a:lnTo>
                <a:lnTo>
                  <a:pt x="880" y="48"/>
                </a:lnTo>
                <a:lnTo>
                  <a:pt x="881" y="48"/>
                </a:lnTo>
                <a:lnTo>
                  <a:pt x="882" y="48"/>
                </a:lnTo>
                <a:lnTo>
                  <a:pt x="882" y="49"/>
                </a:lnTo>
                <a:lnTo>
                  <a:pt x="882" y="50"/>
                </a:lnTo>
                <a:lnTo>
                  <a:pt x="882" y="51"/>
                </a:lnTo>
                <a:lnTo>
                  <a:pt x="881" y="51"/>
                </a:lnTo>
                <a:lnTo>
                  <a:pt x="880" y="51"/>
                </a:lnTo>
                <a:lnTo>
                  <a:pt x="880" y="52"/>
                </a:lnTo>
                <a:lnTo>
                  <a:pt x="880" y="53"/>
                </a:lnTo>
                <a:lnTo>
                  <a:pt x="882" y="56"/>
                </a:lnTo>
                <a:lnTo>
                  <a:pt x="883" y="57"/>
                </a:lnTo>
                <a:lnTo>
                  <a:pt x="884" y="58"/>
                </a:lnTo>
                <a:lnTo>
                  <a:pt x="885" y="58"/>
                </a:lnTo>
                <a:lnTo>
                  <a:pt x="886" y="58"/>
                </a:lnTo>
                <a:lnTo>
                  <a:pt x="888" y="58"/>
                </a:lnTo>
                <a:lnTo>
                  <a:pt x="889" y="57"/>
                </a:lnTo>
                <a:lnTo>
                  <a:pt x="890" y="57"/>
                </a:lnTo>
                <a:lnTo>
                  <a:pt x="891" y="58"/>
                </a:lnTo>
                <a:lnTo>
                  <a:pt x="889" y="60"/>
                </a:lnTo>
                <a:lnTo>
                  <a:pt x="889" y="61"/>
                </a:lnTo>
                <a:lnTo>
                  <a:pt x="888" y="61"/>
                </a:lnTo>
                <a:lnTo>
                  <a:pt x="888" y="62"/>
                </a:lnTo>
                <a:lnTo>
                  <a:pt x="886" y="65"/>
                </a:lnTo>
                <a:lnTo>
                  <a:pt x="886" y="66"/>
                </a:lnTo>
                <a:lnTo>
                  <a:pt x="886" y="68"/>
                </a:lnTo>
                <a:lnTo>
                  <a:pt x="886" y="69"/>
                </a:lnTo>
                <a:lnTo>
                  <a:pt x="887" y="69"/>
                </a:lnTo>
                <a:lnTo>
                  <a:pt x="887" y="70"/>
                </a:lnTo>
                <a:lnTo>
                  <a:pt x="887" y="71"/>
                </a:lnTo>
                <a:lnTo>
                  <a:pt x="887" y="72"/>
                </a:lnTo>
                <a:lnTo>
                  <a:pt x="886" y="72"/>
                </a:lnTo>
                <a:lnTo>
                  <a:pt x="886" y="73"/>
                </a:lnTo>
                <a:lnTo>
                  <a:pt x="885" y="74"/>
                </a:lnTo>
                <a:lnTo>
                  <a:pt x="885" y="75"/>
                </a:lnTo>
                <a:lnTo>
                  <a:pt x="884" y="76"/>
                </a:lnTo>
                <a:lnTo>
                  <a:pt x="884" y="77"/>
                </a:lnTo>
                <a:lnTo>
                  <a:pt x="884" y="79"/>
                </a:lnTo>
                <a:lnTo>
                  <a:pt x="883" y="81"/>
                </a:lnTo>
                <a:lnTo>
                  <a:pt x="883" y="83"/>
                </a:lnTo>
                <a:lnTo>
                  <a:pt x="882" y="84"/>
                </a:lnTo>
                <a:lnTo>
                  <a:pt x="882" y="85"/>
                </a:lnTo>
                <a:lnTo>
                  <a:pt x="881" y="86"/>
                </a:lnTo>
                <a:lnTo>
                  <a:pt x="880" y="87"/>
                </a:lnTo>
                <a:lnTo>
                  <a:pt x="880" y="88"/>
                </a:lnTo>
                <a:lnTo>
                  <a:pt x="879" y="89"/>
                </a:lnTo>
                <a:lnTo>
                  <a:pt x="879" y="90"/>
                </a:lnTo>
                <a:lnTo>
                  <a:pt x="880" y="90"/>
                </a:lnTo>
                <a:lnTo>
                  <a:pt x="880" y="91"/>
                </a:lnTo>
                <a:lnTo>
                  <a:pt x="881" y="91"/>
                </a:lnTo>
                <a:lnTo>
                  <a:pt x="881" y="92"/>
                </a:lnTo>
                <a:lnTo>
                  <a:pt x="881" y="93"/>
                </a:lnTo>
                <a:lnTo>
                  <a:pt x="881" y="95"/>
                </a:lnTo>
                <a:lnTo>
                  <a:pt x="881" y="96"/>
                </a:lnTo>
                <a:lnTo>
                  <a:pt x="880" y="97"/>
                </a:lnTo>
                <a:lnTo>
                  <a:pt x="880" y="98"/>
                </a:lnTo>
                <a:lnTo>
                  <a:pt x="880" y="99"/>
                </a:lnTo>
                <a:lnTo>
                  <a:pt x="879" y="99"/>
                </a:lnTo>
                <a:lnTo>
                  <a:pt x="879" y="100"/>
                </a:lnTo>
                <a:lnTo>
                  <a:pt x="878" y="100"/>
                </a:lnTo>
                <a:lnTo>
                  <a:pt x="877" y="101"/>
                </a:lnTo>
                <a:lnTo>
                  <a:pt x="877" y="102"/>
                </a:lnTo>
                <a:lnTo>
                  <a:pt x="878" y="102"/>
                </a:lnTo>
                <a:lnTo>
                  <a:pt x="878" y="105"/>
                </a:lnTo>
                <a:lnTo>
                  <a:pt x="878" y="106"/>
                </a:lnTo>
                <a:lnTo>
                  <a:pt x="877" y="106"/>
                </a:lnTo>
                <a:lnTo>
                  <a:pt x="877" y="107"/>
                </a:lnTo>
                <a:lnTo>
                  <a:pt x="877" y="108"/>
                </a:lnTo>
                <a:lnTo>
                  <a:pt x="876" y="108"/>
                </a:lnTo>
                <a:lnTo>
                  <a:pt x="874" y="112"/>
                </a:lnTo>
                <a:lnTo>
                  <a:pt x="872" y="113"/>
                </a:lnTo>
                <a:lnTo>
                  <a:pt x="872" y="114"/>
                </a:lnTo>
                <a:lnTo>
                  <a:pt x="871" y="114"/>
                </a:lnTo>
                <a:lnTo>
                  <a:pt x="871" y="115"/>
                </a:lnTo>
                <a:lnTo>
                  <a:pt x="870" y="115"/>
                </a:lnTo>
                <a:lnTo>
                  <a:pt x="870" y="116"/>
                </a:lnTo>
                <a:lnTo>
                  <a:pt x="869" y="116"/>
                </a:lnTo>
                <a:lnTo>
                  <a:pt x="868" y="117"/>
                </a:lnTo>
                <a:lnTo>
                  <a:pt x="867" y="117"/>
                </a:lnTo>
                <a:lnTo>
                  <a:pt x="866" y="117"/>
                </a:lnTo>
                <a:lnTo>
                  <a:pt x="865" y="118"/>
                </a:lnTo>
                <a:lnTo>
                  <a:pt x="864" y="118"/>
                </a:lnTo>
                <a:lnTo>
                  <a:pt x="862" y="118"/>
                </a:lnTo>
                <a:lnTo>
                  <a:pt x="861" y="118"/>
                </a:lnTo>
                <a:lnTo>
                  <a:pt x="860" y="119"/>
                </a:lnTo>
                <a:lnTo>
                  <a:pt x="856" y="123"/>
                </a:lnTo>
                <a:lnTo>
                  <a:pt x="855" y="123"/>
                </a:lnTo>
                <a:lnTo>
                  <a:pt x="855" y="124"/>
                </a:lnTo>
                <a:lnTo>
                  <a:pt x="854" y="126"/>
                </a:lnTo>
                <a:lnTo>
                  <a:pt x="853" y="128"/>
                </a:lnTo>
                <a:lnTo>
                  <a:pt x="853" y="129"/>
                </a:lnTo>
                <a:lnTo>
                  <a:pt x="854" y="130"/>
                </a:lnTo>
                <a:lnTo>
                  <a:pt x="855" y="131"/>
                </a:lnTo>
                <a:lnTo>
                  <a:pt x="856" y="131"/>
                </a:lnTo>
                <a:lnTo>
                  <a:pt x="856" y="132"/>
                </a:lnTo>
                <a:lnTo>
                  <a:pt x="859" y="137"/>
                </a:lnTo>
                <a:lnTo>
                  <a:pt x="859" y="139"/>
                </a:lnTo>
                <a:lnTo>
                  <a:pt x="859" y="140"/>
                </a:lnTo>
                <a:lnTo>
                  <a:pt x="860" y="144"/>
                </a:lnTo>
                <a:lnTo>
                  <a:pt x="860" y="145"/>
                </a:lnTo>
                <a:lnTo>
                  <a:pt x="860" y="146"/>
                </a:lnTo>
                <a:lnTo>
                  <a:pt x="859" y="148"/>
                </a:lnTo>
                <a:lnTo>
                  <a:pt x="858" y="149"/>
                </a:lnTo>
                <a:lnTo>
                  <a:pt x="857" y="149"/>
                </a:lnTo>
                <a:lnTo>
                  <a:pt x="857" y="150"/>
                </a:lnTo>
                <a:lnTo>
                  <a:pt x="857" y="151"/>
                </a:lnTo>
                <a:lnTo>
                  <a:pt x="858" y="152"/>
                </a:lnTo>
                <a:lnTo>
                  <a:pt x="858" y="153"/>
                </a:lnTo>
                <a:lnTo>
                  <a:pt x="859" y="153"/>
                </a:lnTo>
                <a:lnTo>
                  <a:pt x="859" y="154"/>
                </a:lnTo>
                <a:lnTo>
                  <a:pt x="859" y="155"/>
                </a:lnTo>
                <a:lnTo>
                  <a:pt x="859" y="156"/>
                </a:lnTo>
                <a:lnTo>
                  <a:pt x="859" y="157"/>
                </a:lnTo>
                <a:lnTo>
                  <a:pt x="858" y="158"/>
                </a:lnTo>
                <a:lnTo>
                  <a:pt x="857" y="160"/>
                </a:lnTo>
                <a:lnTo>
                  <a:pt x="857" y="162"/>
                </a:lnTo>
                <a:lnTo>
                  <a:pt x="857" y="163"/>
                </a:lnTo>
                <a:lnTo>
                  <a:pt x="856" y="164"/>
                </a:lnTo>
                <a:lnTo>
                  <a:pt x="856" y="165"/>
                </a:lnTo>
                <a:lnTo>
                  <a:pt x="856" y="166"/>
                </a:lnTo>
                <a:lnTo>
                  <a:pt x="855" y="166"/>
                </a:lnTo>
                <a:lnTo>
                  <a:pt x="855" y="167"/>
                </a:lnTo>
                <a:lnTo>
                  <a:pt x="854" y="167"/>
                </a:lnTo>
                <a:lnTo>
                  <a:pt x="854" y="168"/>
                </a:lnTo>
                <a:lnTo>
                  <a:pt x="853" y="168"/>
                </a:lnTo>
                <a:lnTo>
                  <a:pt x="852" y="169"/>
                </a:lnTo>
                <a:lnTo>
                  <a:pt x="852" y="170"/>
                </a:lnTo>
                <a:lnTo>
                  <a:pt x="852" y="171"/>
                </a:lnTo>
                <a:lnTo>
                  <a:pt x="853" y="172"/>
                </a:lnTo>
                <a:lnTo>
                  <a:pt x="853" y="173"/>
                </a:lnTo>
                <a:lnTo>
                  <a:pt x="854" y="173"/>
                </a:lnTo>
                <a:lnTo>
                  <a:pt x="854" y="174"/>
                </a:lnTo>
                <a:lnTo>
                  <a:pt x="853" y="176"/>
                </a:lnTo>
                <a:lnTo>
                  <a:pt x="853" y="177"/>
                </a:lnTo>
                <a:lnTo>
                  <a:pt x="852" y="177"/>
                </a:lnTo>
                <a:lnTo>
                  <a:pt x="852" y="178"/>
                </a:lnTo>
                <a:lnTo>
                  <a:pt x="851" y="178"/>
                </a:lnTo>
                <a:lnTo>
                  <a:pt x="851" y="179"/>
                </a:lnTo>
                <a:lnTo>
                  <a:pt x="851" y="180"/>
                </a:lnTo>
                <a:lnTo>
                  <a:pt x="850" y="180"/>
                </a:lnTo>
                <a:lnTo>
                  <a:pt x="850" y="181"/>
                </a:lnTo>
                <a:lnTo>
                  <a:pt x="850" y="182"/>
                </a:lnTo>
                <a:lnTo>
                  <a:pt x="849" y="182"/>
                </a:lnTo>
                <a:lnTo>
                  <a:pt x="848" y="183"/>
                </a:lnTo>
                <a:lnTo>
                  <a:pt x="847" y="183"/>
                </a:lnTo>
                <a:lnTo>
                  <a:pt x="847" y="184"/>
                </a:lnTo>
                <a:lnTo>
                  <a:pt x="846" y="186"/>
                </a:lnTo>
                <a:lnTo>
                  <a:pt x="846" y="188"/>
                </a:lnTo>
                <a:lnTo>
                  <a:pt x="846" y="189"/>
                </a:lnTo>
                <a:lnTo>
                  <a:pt x="847" y="189"/>
                </a:lnTo>
                <a:lnTo>
                  <a:pt x="847" y="190"/>
                </a:lnTo>
                <a:lnTo>
                  <a:pt x="847" y="192"/>
                </a:lnTo>
                <a:lnTo>
                  <a:pt x="846" y="192"/>
                </a:lnTo>
                <a:lnTo>
                  <a:pt x="845" y="193"/>
                </a:lnTo>
                <a:lnTo>
                  <a:pt x="845" y="194"/>
                </a:lnTo>
                <a:lnTo>
                  <a:pt x="844" y="194"/>
                </a:lnTo>
                <a:lnTo>
                  <a:pt x="844" y="195"/>
                </a:lnTo>
                <a:lnTo>
                  <a:pt x="843" y="195"/>
                </a:lnTo>
                <a:lnTo>
                  <a:pt x="843" y="196"/>
                </a:lnTo>
                <a:lnTo>
                  <a:pt x="843" y="198"/>
                </a:lnTo>
                <a:lnTo>
                  <a:pt x="843" y="200"/>
                </a:lnTo>
                <a:lnTo>
                  <a:pt x="842" y="200"/>
                </a:lnTo>
                <a:lnTo>
                  <a:pt x="842" y="201"/>
                </a:lnTo>
                <a:lnTo>
                  <a:pt x="842" y="202"/>
                </a:lnTo>
                <a:lnTo>
                  <a:pt x="842" y="203"/>
                </a:lnTo>
                <a:lnTo>
                  <a:pt x="842" y="204"/>
                </a:lnTo>
                <a:lnTo>
                  <a:pt x="844" y="207"/>
                </a:lnTo>
                <a:lnTo>
                  <a:pt x="844" y="208"/>
                </a:lnTo>
                <a:lnTo>
                  <a:pt x="845" y="208"/>
                </a:lnTo>
                <a:lnTo>
                  <a:pt x="845" y="209"/>
                </a:lnTo>
                <a:lnTo>
                  <a:pt x="846" y="209"/>
                </a:lnTo>
                <a:lnTo>
                  <a:pt x="846" y="210"/>
                </a:lnTo>
                <a:lnTo>
                  <a:pt x="847" y="210"/>
                </a:lnTo>
                <a:lnTo>
                  <a:pt x="848" y="210"/>
                </a:lnTo>
                <a:lnTo>
                  <a:pt x="849" y="210"/>
                </a:lnTo>
                <a:lnTo>
                  <a:pt x="849" y="211"/>
                </a:lnTo>
                <a:lnTo>
                  <a:pt x="849" y="212"/>
                </a:lnTo>
                <a:lnTo>
                  <a:pt x="848" y="212"/>
                </a:lnTo>
                <a:lnTo>
                  <a:pt x="848" y="213"/>
                </a:lnTo>
                <a:lnTo>
                  <a:pt x="847" y="213"/>
                </a:lnTo>
                <a:lnTo>
                  <a:pt x="847" y="214"/>
                </a:lnTo>
                <a:lnTo>
                  <a:pt x="847" y="215"/>
                </a:lnTo>
                <a:lnTo>
                  <a:pt x="847" y="216"/>
                </a:lnTo>
                <a:lnTo>
                  <a:pt x="847" y="217"/>
                </a:lnTo>
                <a:lnTo>
                  <a:pt x="848" y="217"/>
                </a:lnTo>
                <a:lnTo>
                  <a:pt x="848" y="219"/>
                </a:lnTo>
                <a:lnTo>
                  <a:pt x="848" y="221"/>
                </a:lnTo>
                <a:lnTo>
                  <a:pt x="848" y="222"/>
                </a:lnTo>
                <a:lnTo>
                  <a:pt x="847" y="222"/>
                </a:lnTo>
                <a:lnTo>
                  <a:pt x="847" y="223"/>
                </a:lnTo>
                <a:lnTo>
                  <a:pt x="847" y="224"/>
                </a:lnTo>
                <a:lnTo>
                  <a:pt x="846" y="224"/>
                </a:lnTo>
                <a:lnTo>
                  <a:pt x="844" y="224"/>
                </a:lnTo>
                <a:lnTo>
                  <a:pt x="843" y="224"/>
                </a:lnTo>
                <a:lnTo>
                  <a:pt x="842" y="225"/>
                </a:lnTo>
                <a:lnTo>
                  <a:pt x="842" y="226"/>
                </a:lnTo>
                <a:lnTo>
                  <a:pt x="842" y="227"/>
                </a:lnTo>
                <a:lnTo>
                  <a:pt x="843" y="228"/>
                </a:lnTo>
                <a:lnTo>
                  <a:pt x="843" y="231"/>
                </a:lnTo>
                <a:lnTo>
                  <a:pt x="842" y="232"/>
                </a:lnTo>
                <a:lnTo>
                  <a:pt x="843" y="234"/>
                </a:lnTo>
                <a:lnTo>
                  <a:pt x="843" y="235"/>
                </a:lnTo>
                <a:lnTo>
                  <a:pt x="844" y="235"/>
                </a:lnTo>
                <a:lnTo>
                  <a:pt x="844" y="236"/>
                </a:lnTo>
                <a:lnTo>
                  <a:pt x="843" y="236"/>
                </a:lnTo>
                <a:lnTo>
                  <a:pt x="843" y="237"/>
                </a:lnTo>
                <a:lnTo>
                  <a:pt x="842" y="238"/>
                </a:lnTo>
                <a:lnTo>
                  <a:pt x="839" y="240"/>
                </a:lnTo>
                <a:lnTo>
                  <a:pt x="838" y="240"/>
                </a:lnTo>
                <a:lnTo>
                  <a:pt x="837" y="240"/>
                </a:lnTo>
                <a:lnTo>
                  <a:pt x="837" y="239"/>
                </a:lnTo>
                <a:lnTo>
                  <a:pt x="836" y="239"/>
                </a:lnTo>
                <a:lnTo>
                  <a:pt x="835" y="238"/>
                </a:lnTo>
                <a:lnTo>
                  <a:pt x="834" y="238"/>
                </a:lnTo>
                <a:lnTo>
                  <a:pt x="833" y="238"/>
                </a:lnTo>
                <a:lnTo>
                  <a:pt x="831" y="238"/>
                </a:lnTo>
                <a:lnTo>
                  <a:pt x="830" y="238"/>
                </a:lnTo>
                <a:lnTo>
                  <a:pt x="829" y="238"/>
                </a:lnTo>
                <a:lnTo>
                  <a:pt x="829" y="239"/>
                </a:lnTo>
                <a:lnTo>
                  <a:pt x="828" y="239"/>
                </a:lnTo>
                <a:lnTo>
                  <a:pt x="828" y="240"/>
                </a:lnTo>
                <a:lnTo>
                  <a:pt x="827" y="245"/>
                </a:lnTo>
                <a:lnTo>
                  <a:pt x="825" y="250"/>
                </a:lnTo>
                <a:lnTo>
                  <a:pt x="825" y="252"/>
                </a:lnTo>
                <a:lnTo>
                  <a:pt x="825" y="253"/>
                </a:lnTo>
                <a:lnTo>
                  <a:pt x="825" y="255"/>
                </a:lnTo>
                <a:lnTo>
                  <a:pt x="824" y="256"/>
                </a:lnTo>
                <a:lnTo>
                  <a:pt x="824" y="257"/>
                </a:lnTo>
                <a:lnTo>
                  <a:pt x="823" y="257"/>
                </a:lnTo>
                <a:lnTo>
                  <a:pt x="822" y="258"/>
                </a:lnTo>
                <a:lnTo>
                  <a:pt x="821" y="258"/>
                </a:lnTo>
                <a:lnTo>
                  <a:pt x="820" y="258"/>
                </a:lnTo>
                <a:lnTo>
                  <a:pt x="817" y="261"/>
                </a:lnTo>
                <a:lnTo>
                  <a:pt x="816" y="261"/>
                </a:lnTo>
                <a:lnTo>
                  <a:pt x="816" y="262"/>
                </a:lnTo>
                <a:lnTo>
                  <a:pt x="815" y="264"/>
                </a:lnTo>
                <a:lnTo>
                  <a:pt x="814" y="265"/>
                </a:lnTo>
                <a:lnTo>
                  <a:pt x="814" y="266"/>
                </a:lnTo>
                <a:lnTo>
                  <a:pt x="813" y="266"/>
                </a:lnTo>
                <a:lnTo>
                  <a:pt x="813" y="267"/>
                </a:lnTo>
                <a:lnTo>
                  <a:pt x="812" y="268"/>
                </a:lnTo>
                <a:lnTo>
                  <a:pt x="811" y="269"/>
                </a:lnTo>
                <a:lnTo>
                  <a:pt x="810" y="270"/>
                </a:lnTo>
                <a:lnTo>
                  <a:pt x="809" y="270"/>
                </a:lnTo>
                <a:lnTo>
                  <a:pt x="808" y="270"/>
                </a:lnTo>
                <a:lnTo>
                  <a:pt x="807" y="270"/>
                </a:lnTo>
                <a:lnTo>
                  <a:pt x="806" y="270"/>
                </a:lnTo>
                <a:lnTo>
                  <a:pt x="805" y="270"/>
                </a:lnTo>
                <a:lnTo>
                  <a:pt x="804" y="270"/>
                </a:lnTo>
                <a:lnTo>
                  <a:pt x="803" y="270"/>
                </a:lnTo>
                <a:lnTo>
                  <a:pt x="801" y="270"/>
                </a:lnTo>
                <a:lnTo>
                  <a:pt x="800" y="270"/>
                </a:lnTo>
                <a:lnTo>
                  <a:pt x="799" y="271"/>
                </a:lnTo>
                <a:lnTo>
                  <a:pt x="799" y="272"/>
                </a:lnTo>
                <a:lnTo>
                  <a:pt x="798" y="272"/>
                </a:lnTo>
                <a:lnTo>
                  <a:pt x="798" y="273"/>
                </a:lnTo>
                <a:lnTo>
                  <a:pt x="798" y="274"/>
                </a:lnTo>
                <a:lnTo>
                  <a:pt x="797" y="274"/>
                </a:lnTo>
                <a:lnTo>
                  <a:pt x="797" y="275"/>
                </a:lnTo>
                <a:lnTo>
                  <a:pt x="798" y="277"/>
                </a:lnTo>
                <a:lnTo>
                  <a:pt x="798" y="279"/>
                </a:lnTo>
                <a:lnTo>
                  <a:pt x="798" y="280"/>
                </a:lnTo>
                <a:lnTo>
                  <a:pt x="798" y="281"/>
                </a:lnTo>
                <a:lnTo>
                  <a:pt x="797" y="282"/>
                </a:lnTo>
                <a:lnTo>
                  <a:pt x="797" y="284"/>
                </a:lnTo>
                <a:lnTo>
                  <a:pt x="798" y="285"/>
                </a:lnTo>
                <a:lnTo>
                  <a:pt x="798" y="286"/>
                </a:lnTo>
                <a:lnTo>
                  <a:pt x="798" y="287"/>
                </a:lnTo>
                <a:lnTo>
                  <a:pt x="798" y="288"/>
                </a:lnTo>
                <a:lnTo>
                  <a:pt x="797" y="288"/>
                </a:lnTo>
                <a:lnTo>
                  <a:pt x="797" y="289"/>
                </a:lnTo>
                <a:lnTo>
                  <a:pt x="797" y="290"/>
                </a:lnTo>
                <a:lnTo>
                  <a:pt x="796" y="290"/>
                </a:lnTo>
                <a:lnTo>
                  <a:pt x="795" y="290"/>
                </a:lnTo>
                <a:lnTo>
                  <a:pt x="794" y="290"/>
                </a:lnTo>
                <a:lnTo>
                  <a:pt x="793" y="290"/>
                </a:lnTo>
                <a:lnTo>
                  <a:pt x="792" y="290"/>
                </a:lnTo>
                <a:lnTo>
                  <a:pt x="791" y="290"/>
                </a:lnTo>
                <a:lnTo>
                  <a:pt x="791" y="291"/>
                </a:lnTo>
                <a:lnTo>
                  <a:pt x="790" y="291"/>
                </a:lnTo>
                <a:lnTo>
                  <a:pt x="790" y="292"/>
                </a:lnTo>
                <a:lnTo>
                  <a:pt x="789" y="293"/>
                </a:lnTo>
                <a:lnTo>
                  <a:pt x="789" y="294"/>
                </a:lnTo>
                <a:lnTo>
                  <a:pt x="788" y="295"/>
                </a:lnTo>
                <a:lnTo>
                  <a:pt x="788" y="296"/>
                </a:lnTo>
                <a:lnTo>
                  <a:pt x="788" y="301"/>
                </a:lnTo>
                <a:lnTo>
                  <a:pt x="790" y="304"/>
                </a:lnTo>
                <a:lnTo>
                  <a:pt x="790" y="305"/>
                </a:lnTo>
                <a:lnTo>
                  <a:pt x="790" y="306"/>
                </a:lnTo>
                <a:lnTo>
                  <a:pt x="791" y="306"/>
                </a:lnTo>
                <a:lnTo>
                  <a:pt x="791" y="307"/>
                </a:lnTo>
                <a:lnTo>
                  <a:pt x="791" y="308"/>
                </a:lnTo>
                <a:lnTo>
                  <a:pt x="791" y="309"/>
                </a:lnTo>
                <a:lnTo>
                  <a:pt x="791" y="310"/>
                </a:lnTo>
                <a:lnTo>
                  <a:pt x="791" y="311"/>
                </a:lnTo>
                <a:lnTo>
                  <a:pt x="790" y="312"/>
                </a:lnTo>
                <a:lnTo>
                  <a:pt x="789" y="313"/>
                </a:lnTo>
                <a:lnTo>
                  <a:pt x="789" y="314"/>
                </a:lnTo>
                <a:lnTo>
                  <a:pt x="788" y="314"/>
                </a:lnTo>
                <a:lnTo>
                  <a:pt x="788" y="316"/>
                </a:lnTo>
                <a:lnTo>
                  <a:pt x="788" y="317"/>
                </a:lnTo>
                <a:lnTo>
                  <a:pt x="789" y="317"/>
                </a:lnTo>
                <a:lnTo>
                  <a:pt x="789" y="318"/>
                </a:lnTo>
                <a:lnTo>
                  <a:pt x="789" y="319"/>
                </a:lnTo>
                <a:lnTo>
                  <a:pt x="790" y="319"/>
                </a:lnTo>
                <a:lnTo>
                  <a:pt x="790" y="320"/>
                </a:lnTo>
                <a:lnTo>
                  <a:pt x="790" y="321"/>
                </a:lnTo>
                <a:lnTo>
                  <a:pt x="790" y="322"/>
                </a:lnTo>
                <a:lnTo>
                  <a:pt x="790" y="324"/>
                </a:lnTo>
                <a:lnTo>
                  <a:pt x="790" y="325"/>
                </a:lnTo>
                <a:lnTo>
                  <a:pt x="789" y="325"/>
                </a:lnTo>
                <a:lnTo>
                  <a:pt x="789" y="326"/>
                </a:lnTo>
                <a:lnTo>
                  <a:pt x="789" y="328"/>
                </a:lnTo>
                <a:lnTo>
                  <a:pt x="790" y="330"/>
                </a:lnTo>
                <a:lnTo>
                  <a:pt x="790" y="331"/>
                </a:lnTo>
                <a:lnTo>
                  <a:pt x="791" y="332"/>
                </a:lnTo>
                <a:lnTo>
                  <a:pt x="792" y="332"/>
                </a:lnTo>
                <a:lnTo>
                  <a:pt x="792" y="333"/>
                </a:lnTo>
                <a:lnTo>
                  <a:pt x="793" y="333"/>
                </a:lnTo>
                <a:lnTo>
                  <a:pt x="793" y="334"/>
                </a:lnTo>
                <a:lnTo>
                  <a:pt x="794" y="335"/>
                </a:lnTo>
                <a:lnTo>
                  <a:pt x="794" y="336"/>
                </a:lnTo>
                <a:lnTo>
                  <a:pt x="794" y="337"/>
                </a:lnTo>
                <a:lnTo>
                  <a:pt x="793" y="338"/>
                </a:lnTo>
                <a:lnTo>
                  <a:pt x="793" y="339"/>
                </a:lnTo>
                <a:lnTo>
                  <a:pt x="792" y="340"/>
                </a:lnTo>
                <a:lnTo>
                  <a:pt x="793" y="342"/>
                </a:lnTo>
                <a:lnTo>
                  <a:pt x="793" y="343"/>
                </a:lnTo>
                <a:lnTo>
                  <a:pt x="794" y="344"/>
                </a:lnTo>
                <a:lnTo>
                  <a:pt x="795" y="345"/>
                </a:lnTo>
                <a:lnTo>
                  <a:pt x="796" y="345"/>
                </a:lnTo>
                <a:lnTo>
                  <a:pt x="797" y="345"/>
                </a:lnTo>
                <a:lnTo>
                  <a:pt x="798" y="345"/>
                </a:lnTo>
                <a:lnTo>
                  <a:pt x="799" y="346"/>
                </a:lnTo>
                <a:lnTo>
                  <a:pt x="800" y="346"/>
                </a:lnTo>
                <a:lnTo>
                  <a:pt x="803" y="348"/>
                </a:lnTo>
                <a:lnTo>
                  <a:pt x="804" y="349"/>
                </a:lnTo>
                <a:lnTo>
                  <a:pt x="805" y="350"/>
                </a:lnTo>
                <a:lnTo>
                  <a:pt x="806" y="351"/>
                </a:lnTo>
                <a:lnTo>
                  <a:pt x="809" y="356"/>
                </a:lnTo>
                <a:lnTo>
                  <a:pt x="809" y="357"/>
                </a:lnTo>
                <a:lnTo>
                  <a:pt x="810" y="357"/>
                </a:lnTo>
                <a:lnTo>
                  <a:pt x="810" y="359"/>
                </a:lnTo>
                <a:lnTo>
                  <a:pt x="811" y="359"/>
                </a:lnTo>
                <a:lnTo>
                  <a:pt x="811" y="360"/>
                </a:lnTo>
                <a:lnTo>
                  <a:pt x="814" y="365"/>
                </a:lnTo>
                <a:lnTo>
                  <a:pt x="816" y="368"/>
                </a:lnTo>
                <a:lnTo>
                  <a:pt x="818" y="373"/>
                </a:lnTo>
                <a:lnTo>
                  <a:pt x="818" y="374"/>
                </a:lnTo>
                <a:lnTo>
                  <a:pt x="819" y="374"/>
                </a:lnTo>
                <a:lnTo>
                  <a:pt x="819" y="375"/>
                </a:lnTo>
                <a:lnTo>
                  <a:pt x="820" y="377"/>
                </a:lnTo>
                <a:lnTo>
                  <a:pt x="820" y="378"/>
                </a:lnTo>
                <a:lnTo>
                  <a:pt x="821" y="378"/>
                </a:lnTo>
                <a:lnTo>
                  <a:pt x="822" y="378"/>
                </a:lnTo>
                <a:lnTo>
                  <a:pt x="823" y="378"/>
                </a:lnTo>
                <a:lnTo>
                  <a:pt x="824" y="378"/>
                </a:lnTo>
                <a:lnTo>
                  <a:pt x="827" y="380"/>
                </a:lnTo>
                <a:lnTo>
                  <a:pt x="830" y="381"/>
                </a:lnTo>
                <a:lnTo>
                  <a:pt x="830" y="382"/>
                </a:lnTo>
                <a:lnTo>
                  <a:pt x="832" y="383"/>
                </a:lnTo>
                <a:lnTo>
                  <a:pt x="833" y="384"/>
                </a:lnTo>
                <a:lnTo>
                  <a:pt x="833" y="385"/>
                </a:lnTo>
                <a:lnTo>
                  <a:pt x="833" y="386"/>
                </a:lnTo>
                <a:lnTo>
                  <a:pt x="833" y="387"/>
                </a:lnTo>
                <a:lnTo>
                  <a:pt x="833" y="388"/>
                </a:lnTo>
                <a:lnTo>
                  <a:pt x="832" y="388"/>
                </a:lnTo>
                <a:lnTo>
                  <a:pt x="830" y="389"/>
                </a:lnTo>
                <a:lnTo>
                  <a:pt x="828" y="389"/>
                </a:lnTo>
                <a:lnTo>
                  <a:pt x="828" y="390"/>
                </a:lnTo>
                <a:lnTo>
                  <a:pt x="827" y="390"/>
                </a:lnTo>
                <a:lnTo>
                  <a:pt x="825" y="391"/>
                </a:lnTo>
                <a:lnTo>
                  <a:pt x="825" y="392"/>
                </a:lnTo>
                <a:lnTo>
                  <a:pt x="825" y="393"/>
                </a:lnTo>
                <a:lnTo>
                  <a:pt x="825" y="394"/>
                </a:lnTo>
                <a:lnTo>
                  <a:pt x="826" y="395"/>
                </a:lnTo>
                <a:lnTo>
                  <a:pt x="826" y="396"/>
                </a:lnTo>
                <a:lnTo>
                  <a:pt x="827" y="396"/>
                </a:lnTo>
                <a:lnTo>
                  <a:pt x="828" y="396"/>
                </a:lnTo>
                <a:lnTo>
                  <a:pt x="828" y="397"/>
                </a:lnTo>
                <a:lnTo>
                  <a:pt x="830" y="397"/>
                </a:lnTo>
                <a:lnTo>
                  <a:pt x="831" y="398"/>
                </a:lnTo>
                <a:lnTo>
                  <a:pt x="834" y="398"/>
                </a:lnTo>
                <a:lnTo>
                  <a:pt x="835" y="398"/>
                </a:lnTo>
                <a:lnTo>
                  <a:pt x="836" y="399"/>
                </a:lnTo>
                <a:lnTo>
                  <a:pt x="837" y="399"/>
                </a:lnTo>
                <a:lnTo>
                  <a:pt x="838" y="400"/>
                </a:lnTo>
                <a:lnTo>
                  <a:pt x="839" y="401"/>
                </a:lnTo>
                <a:lnTo>
                  <a:pt x="840" y="402"/>
                </a:lnTo>
                <a:lnTo>
                  <a:pt x="840" y="403"/>
                </a:lnTo>
                <a:lnTo>
                  <a:pt x="841" y="403"/>
                </a:lnTo>
                <a:lnTo>
                  <a:pt x="841" y="404"/>
                </a:lnTo>
                <a:lnTo>
                  <a:pt x="840" y="404"/>
                </a:lnTo>
                <a:lnTo>
                  <a:pt x="840" y="405"/>
                </a:lnTo>
                <a:lnTo>
                  <a:pt x="840" y="406"/>
                </a:lnTo>
                <a:lnTo>
                  <a:pt x="839" y="406"/>
                </a:lnTo>
                <a:lnTo>
                  <a:pt x="837" y="406"/>
                </a:lnTo>
                <a:lnTo>
                  <a:pt x="836" y="407"/>
                </a:lnTo>
                <a:lnTo>
                  <a:pt x="836" y="408"/>
                </a:lnTo>
                <a:lnTo>
                  <a:pt x="835" y="408"/>
                </a:lnTo>
                <a:lnTo>
                  <a:pt x="835" y="409"/>
                </a:lnTo>
                <a:lnTo>
                  <a:pt x="836" y="409"/>
                </a:lnTo>
                <a:lnTo>
                  <a:pt x="836" y="410"/>
                </a:lnTo>
                <a:lnTo>
                  <a:pt x="836" y="411"/>
                </a:lnTo>
                <a:lnTo>
                  <a:pt x="837" y="411"/>
                </a:lnTo>
                <a:lnTo>
                  <a:pt x="837" y="413"/>
                </a:lnTo>
                <a:lnTo>
                  <a:pt x="837" y="414"/>
                </a:lnTo>
                <a:lnTo>
                  <a:pt x="837" y="415"/>
                </a:lnTo>
                <a:lnTo>
                  <a:pt x="837" y="416"/>
                </a:lnTo>
                <a:lnTo>
                  <a:pt x="838" y="417"/>
                </a:lnTo>
                <a:lnTo>
                  <a:pt x="838" y="418"/>
                </a:lnTo>
                <a:lnTo>
                  <a:pt x="838" y="419"/>
                </a:lnTo>
                <a:lnTo>
                  <a:pt x="839" y="420"/>
                </a:lnTo>
                <a:lnTo>
                  <a:pt x="840" y="421"/>
                </a:lnTo>
                <a:lnTo>
                  <a:pt x="841" y="422"/>
                </a:lnTo>
                <a:lnTo>
                  <a:pt x="841" y="423"/>
                </a:lnTo>
                <a:lnTo>
                  <a:pt x="842" y="424"/>
                </a:lnTo>
                <a:lnTo>
                  <a:pt x="842" y="425"/>
                </a:lnTo>
                <a:lnTo>
                  <a:pt x="841" y="425"/>
                </a:lnTo>
                <a:lnTo>
                  <a:pt x="840" y="426"/>
                </a:lnTo>
                <a:lnTo>
                  <a:pt x="840" y="427"/>
                </a:lnTo>
                <a:lnTo>
                  <a:pt x="839" y="428"/>
                </a:lnTo>
                <a:lnTo>
                  <a:pt x="838" y="428"/>
                </a:lnTo>
                <a:lnTo>
                  <a:pt x="838" y="429"/>
                </a:lnTo>
                <a:lnTo>
                  <a:pt x="838" y="430"/>
                </a:lnTo>
                <a:lnTo>
                  <a:pt x="838" y="431"/>
                </a:lnTo>
                <a:lnTo>
                  <a:pt x="838" y="433"/>
                </a:lnTo>
                <a:lnTo>
                  <a:pt x="837" y="434"/>
                </a:lnTo>
                <a:lnTo>
                  <a:pt x="837" y="435"/>
                </a:lnTo>
                <a:lnTo>
                  <a:pt x="837" y="436"/>
                </a:lnTo>
                <a:lnTo>
                  <a:pt x="836" y="436"/>
                </a:lnTo>
                <a:lnTo>
                  <a:pt x="836" y="437"/>
                </a:lnTo>
                <a:lnTo>
                  <a:pt x="836" y="438"/>
                </a:lnTo>
                <a:lnTo>
                  <a:pt x="836" y="439"/>
                </a:lnTo>
                <a:lnTo>
                  <a:pt x="836" y="440"/>
                </a:lnTo>
                <a:lnTo>
                  <a:pt x="836" y="441"/>
                </a:lnTo>
                <a:lnTo>
                  <a:pt x="837" y="441"/>
                </a:lnTo>
                <a:lnTo>
                  <a:pt x="837" y="442"/>
                </a:lnTo>
                <a:lnTo>
                  <a:pt x="837" y="443"/>
                </a:lnTo>
                <a:lnTo>
                  <a:pt x="836" y="446"/>
                </a:lnTo>
                <a:lnTo>
                  <a:pt x="835" y="446"/>
                </a:lnTo>
                <a:lnTo>
                  <a:pt x="835" y="447"/>
                </a:lnTo>
                <a:lnTo>
                  <a:pt x="834" y="447"/>
                </a:lnTo>
                <a:lnTo>
                  <a:pt x="833" y="448"/>
                </a:lnTo>
                <a:lnTo>
                  <a:pt x="831" y="448"/>
                </a:lnTo>
                <a:lnTo>
                  <a:pt x="827" y="449"/>
                </a:lnTo>
                <a:lnTo>
                  <a:pt x="826" y="449"/>
                </a:lnTo>
                <a:lnTo>
                  <a:pt x="825" y="450"/>
                </a:lnTo>
                <a:lnTo>
                  <a:pt x="824" y="450"/>
                </a:lnTo>
                <a:lnTo>
                  <a:pt x="822" y="450"/>
                </a:lnTo>
                <a:lnTo>
                  <a:pt x="821" y="450"/>
                </a:lnTo>
                <a:lnTo>
                  <a:pt x="820" y="450"/>
                </a:lnTo>
                <a:lnTo>
                  <a:pt x="819" y="450"/>
                </a:lnTo>
                <a:lnTo>
                  <a:pt x="819" y="451"/>
                </a:lnTo>
                <a:lnTo>
                  <a:pt x="819" y="452"/>
                </a:lnTo>
                <a:lnTo>
                  <a:pt x="818" y="453"/>
                </a:lnTo>
                <a:lnTo>
                  <a:pt x="818" y="458"/>
                </a:lnTo>
                <a:lnTo>
                  <a:pt x="817" y="460"/>
                </a:lnTo>
                <a:lnTo>
                  <a:pt x="817" y="463"/>
                </a:lnTo>
                <a:lnTo>
                  <a:pt x="817" y="464"/>
                </a:lnTo>
                <a:lnTo>
                  <a:pt x="818" y="465"/>
                </a:lnTo>
                <a:lnTo>
                  <a:pt x="818" y="466"/>
                </a:lnTo>
                <a:lnTo>
                  <a:pt x="819" y="466"/>
                </a:lnTo>
                <a:lnTo>
                  <a:pt x="819" y="467"/>
                </a:lnTo>
                <a:lnTo>
                  <a:pt x="820" y="467"/>
                </a:lnTo>
                <a:lnTo>
                  <a:pt x="821" y="468"/>
                </a:lnTo>
                <a:lnTo>
                  <a:pt x="822" y="468"/>
                </a:lnTo>
                <a:lnTo>
                  <a:pt x="823" y="468"/>
                </a:lnTo>
                <a:lnTo>
                  <a:pt x="824" y="468"/>
                </a:lnTo>
                <a:lnTo>
                  <a:pt x="826" y="468"/>
                </a:lnTo>
                <a:lnTo>
                  <a:pt x="826" y="467"/>
                </a:lnTo>
                <a:lnTo>
                  <a:pt x="827" y="467"/>
                </a:lnTo>
                <a:lnTo>
                  <a:pt x="827" y="468"/>
                </a:lnTo>
                <a:lnTo>
                  <a:pt x="828" y="468"/>
                </a:lnTo>
                <a:lnTo>
                  <a:pt x="829" y="469"/>
                </a:lnTo>
                <a:lnTo>
                  <a:pt x="829" y="470"/>
                </a:lnTo>
                <a:lnTo>
                  <a:pt x="829" y="472"/>
                </a:lnTo>
                <a:lnTo>
                  <a:pt x="829" y="473"/>
                </a:lnTo>
                <a:lnTo>
                  <a:pt x="828" y="473"/>
                </a:lnTo>
                <a:lnTo>
                  <a:pt x="828" y="474"/>
                </a:lnTo>
                <a:lnTo>
                  <a:pt x="827" y="475"/>
                </a:lnTo>
                <a:lnTo>
                  <a:pt x="826" y="475"/>
                </a:lnTo>
                <a:lnTo>
                  <a:pt x="826" y="476"/>
                </a:lnTo>
                <a:lnTo>
                  <a:pt x="826" y="477"/>
                </a:lnTo>
                <a:lnTo>
                  <a:pt x="826" y="478"/>
                </a:lnTo>
                <a:lnTo>
                  <a:pt x="827" y="479"/>
                </a:lnTo>
                <a:lnTo>
                  <a:pt x="828" y="480"/>
                </a:lnTo>
                <a:lnTo>
                  <a:pt x="828" y="481"/>
                </a:lnTo>
                <a:lnTo>
                  <a:pt x="828" y="482"/>
                </a:lnTo>
                <a:lnTo>
                  <a:pt x="828" y="483"/>
                </a:lnTo>
                <a:lnTo>
                  <a:pt x="827" y="483"/>
                </a:lnTo>
                <a:lnTo>
                  <a:pt x="826" y="483"/>
                </a:lnTo>
                <a:lnTo>
                  <a:pt x="825" y="483"/>
                </a:lnTo>
                <a:lnTo>
                  <a:pt x="824" y="483"/>
                </a:lnTo>
                <a:lnTo>
                  <a:pt x="823" y="484"/>
                </a:lnTo>
                <a:lnTo>
                  <a:pt x="823" y="485"/>
                </a:lnTo>
                <a:lnTo>
                  <a:pt x="822" y="485"/>
                </a:lnTo>
                <a:lnTo>
                  <a:pt x="822" y="486"/>
                </a:lnTo>
                <a:lnTo>
                  <a:pt x="823" y="486"/>
                </a:lnTo>
                <a:lnTo>
                  <a:pt x="823" y="487"/>
                </a:lnTo>
                <a:lnTo>
                  <a:pt x="822" y="488"/>
                </a:lnTo>
                <a:lnTo>
                  <a:pt x="822" y="489"/>
                </a:lnTo>
                <a:lnTo>
                  <a:pt x="821" y="490"/>
                </a:lnTo>
                <a:lnTo>
                  <a:pt x="820" y="490"/>
                </a:lnTo>
                <a:lnTo>
                  <a:pt x="820" y="491"/>
                </a:lnTo>
                <a:lnTo>
                  <a:pt x="820" y="492"/>
                </a:lnTo>
                <a:lnTo>
                  <a:pt x="820" y="493"/>
                </a:lnTo>
                <a:lnTo>
                  <a:pt x="819" y="494"/>
                </a:lnTo>
                <a:lnTo>
                  <a:pt x="817" y="496"/>
                </a:lnTo>
                <a:lnTo>
                  <a:pt x="817" y="497"/>
                </a:lnTo>
                <a:lnTo>
                  <a:pt x="816" y="497"/>
                </a:lnTo>
                <a:lnTo>
                  <a:pt x="816" y="498"/>
                </a:lnTo>
                <a:lnTo>
                  <a:pt x="816" y="499"/>
                </a:lnTo>
                <a:lnTo>
                  <a:pt x="815" y="499"/>
                </a:lnTo>
                <a:lnTo>
                  <a:pt x="815" y="500"/>
                </a:lnTo>
                <a:lnTo>
                  <a:pt x="815" y="501"/>
                </a:lnTo>
                <a:lnTo>
                  <a:pt x="813" y="503"/>
                </a:lnTo>
                <a:lnTo>
                  <a:pt x="813" y="504"/>
                </a:lnTo>
                <a:lnTo>
                  <a:pt x="812" y="505"/>
                </a:lnTo>
                <a:lnTo>
                  <a:pt x="812" y="506"/>
                </a:lnTo>
                <a:lnTo>
                  <a:pt x="811" y="506"/>
                </a:lnTo>
                <a:lnTo>
                  <a:pt x="811" y="507"/>
                </a:lnTo>
                <a:lnTo>
                  <a:pt x="809" y="508"/>
                </a:lnTo>
                <a:lnTo>
                  <a:pt x="809" y="509"/>
                </a:lnTo>
                <a:lnTo>
                  <a:pt x="807" y="511"/>
                </a:lnTo>
                <a:lnTo>
                  <a:pt x="806" y="512"/>
                </a:lnTo>
                <a:lnTo>
                  <a:pt x="805" y="513"/>
                </a:lnTo>
                <a:lnTo>
                  <a:pt x="805" y="514"/>
                </a:lnTo>
                <a:lnTo>
                  <a:pt x="805" y="515"/>
                </a:lnTo>
                <a:lnTo>
                  <a:pt x="805" y="516"/>
                </a:lnTo>
                <a:lnTo>
                  <a:pt x="805" y="517"/>
                </a:lnTo>
                <a:lnTo>
                  <a:pt x="805" y="518"/>
                </a:lnTo>
                <a:lnTo>
                  <a:pt x="805" y="519"/>
                </a:lnTo>
                <a:lnTo>
                  <a:pt x="805" y="520"/>
                </a:lnTo>
                <a:lnTo>
                  <a:pt x="804" y="521"/>
                </a:lnTo>
                <a:lnTo>
                  <a:pt x="802" y="522"/>
                </a:lnTo>
                <a:lnTo>
                  <a:pt x="801" y="523"/>
                </a:lnTo>
                <a:lnTo>
                  <a:pt x="800" y="524"/>
                </a:lnTo>
                <a:lnTo>
                  <a:pt x="799" y="525"/>
                </a:lnTo>
                <a:lnTo>
                  <a:pt x="799" y="526"/>
                </a:lnTo>
                <a:lnTo>
                  <a:pt x="798" y="527"/>
                </a:lnTo>
                <a:lnTo>
                  <a:pt x="798" y="528"/>
                </a:lnTo>
                <a:lnTo>
                  <a:pt x="797" y="528"/>
                </a:lnTo>
                <a:lnTo>
                  <a:pt x="797" y="529"/>
                </a:lnTo>
                <a:lnTo>
                  <a:pt x="796" y="530"/>
                </a:lnTo>
                <a:lnTo>
                  <a:pt x="796" y="531"/>
                </a:lnTo>
                <a:lnTo>
                  <a:pt x="795" y="532"/>
                </a:lnTo>
                <a:lnTo>
                  <a:pt x="795" y="533"/>
                </a:lnTo>
                <a:lnTo>
                  <a:pt x="794" y="534"/>
                </a:lnTo>
                <a:lnTo>
                  <a:pt x="793" y="534"/>
                </a:lnTo>
                <a:lnTo>
                  <a:pt x="793" y="535"/>
                </a:lnTo>
                <a:lnTo>
                  <a:pt x="791" y="535"/>
                </a:lnTo>
                <a:lnTo>
                  <a:pt x="790" y="535"/>
                </a:lnTo>
                <a:lnTo>
                  <a:pt x="789" y="535"/>
                </a:lnTo>
                <a:lnTo>
                  <a:pt x="788" y="535"/>
                </a:lnTo>
                <a:lnTo>
                  <a:pt x="788" y="536"/>
                </a:lnTo>
                <a:lnTo>
                  <a:pt x="787" y="536"/>
                </a:lnTo>
                <a:lnTo>
                  <a:pt x="787" y="537"/>
                </a:lnTo>
                <a:lnTo>
                  <a:pt x="787" y="538"/>
                </a:lnTo>
                <a:lnTo>
                  <a:pt x="788" y="538"/>
                </a:lnTo>
                <a:lnTo>
                  <a:pt x="788" y="539"/>
                </a:lnTo>
                <a:lnTo>
                  <a:pt x="789" y="539"/>
                </a:lnTo>
                <a:lnTo>
                  <a:pt x="790" y="539"/>
                </a:lnTo>
                <a:lnTo>
                  <a:pt x="791" y="539"/>
                </a:lnTo>
                <a:lnTo>
                  <a:pt x="792" y="539"/>
                </a:lnTo>
                <a:lnTo>
                  <a:pt x="793" y="540"/>
                </a:lnTo>
                <a:lnTo>
                  <a:pt x="793" y="541"/>
                </a:lnTo>
                <a:lnTo>
                  <a:pt x="792" y="542"/>
                </a:lnTo>
                <a:lnTo>
                  <a:pt x="791" y="542"/>
                </a:lnTo>
                <a:lnTo>
                  <a:pt x="790" y="542"/>
                </a:lnTo>
                <a:lnTo>
                  <a:pt x="789" y="542"/>
                </a:lnTo>
                <a:lnTo>
                  <a:pt x="788" y="541"/>
                </a:lnTo>
                <a:lnTo>
                  <a:pt x="787" y="540"/>
                </a:lnTo>
                <a:lnTo>
                  <a:pt x="786" y="540"/>
                </a:lnTo>
                <a:lnTo>
                  <a:pt x="786" y="539"/>
                </a:lnTo>
                <a:lnTo>
                  <a:pt x="784" y="539"/>
                </a:lnTo>
                <a:lnTo>
                  <a:pt x="783" y="539"/>
                </a:lnTo>
                <a:lnTo>
                  <a:pt x="782" y="539"/>
                </a:lnTo>
                <a:lnTo>
                  <a:pt x="782" y="540"/>
                </a:lnTo>
                <a:lnTo>
                  <a:pt x="781" y="540"/>
                </a:lnTo>
                <a:lnTo>
                  <a:pt x="781" y="541"/>
                </a:lnTo>
                <a:lnTo>
                  <a:pt x="781" y="542"/>
                </a:lnTo>
                <a:lnTo>
                  <a:pt x="781" y="543"/>
                </a:lnTo>
                <a:lnTo>
                  <a:pt x="782" y="543"/>
                </a:lnTo>
                <a:lnTo>
                  <a:pt x="783" y="544"/>
                </a:lnTo>
                <a:lnTo>
                  <a:pt x="784" y="545"/>
                </a:lnTo>
                <a:lnTo>
                  <a:pt x="785" y="545"/>
                </a:lnTo>
                <a:lnTo>
                  <a:pt x="786" y="545"/>
                </a:lnTo>
                <a:lnTo>
                  <a:pt x="786" y="546"/>
                </a:lnTo>
                <a:lnTo>
                  <a:pt x="787" y="547"/>
                </a:lnTo>
                <a:lnTo>
                  <a:pt x="787" y="548"/>
                </a:lnTo>
                <a:lnTo>
                  <a:pt x="788" y="548"/>
                </a:lnTo>
                <a:lnTo>
                  <a:pt x="788" y="549"/>
                </a:lnTo>
                <a:lnTo>
                  <a:pt x="789" y="551"/>
                </a:lnTo>
                <a:lnTo>
                  <a:pt x="789" y="552"/>
                </a:lnTo>
                <a:lnTo>
                  <a:pt x="789" y="554"/>
                </a:lnTo>
                <a:lnTo>
                  <a:pt x="789" y="555"/>
                </a:lnTo>
                <a:lnTo>
                  <a:pt x="788" y="557"/>
                </a:lnTo>
                <a:lnTo>
                  <a:pt x="788" y="558"/>
                </a:lnTo>
                <a:lnTo>
                  <a:pt x="788" y="560"/>
                </a:lnTo>
                <a:lnTo>
                  <a:pt x="788" y="564"/>
                </a:lnTo>
                <a:lnTo>
                  <a:pt x="788" y="565"/>
                </a:lnTo>
                <a:lnTo>
                  <a:pt x="788" y="566"/>
                </a:lnTo>
                <a:lnTo>
                  <a:pt x="787" y="566"/>
                </a:lnTo>
                <a:lnTo>
                  <a:pt x="787" y="567"/>
                </a:lnTo>
                <a:lnTo>
                  <a:pt x="786" y="567"/>
                </a:lnTo>
                <a:lnTo>
                  <a:pt x="786" y="568"/>
                </a:lnTo>
                <a:lnTo>
                  <a:pt x="785" y="568"/>
                </a:lnTo>
                <a:lnTo>
                  <a:pt x="783" y="568"/>
                </a:lnTo>
                <a:lnTo>
                  <a:pt x="782" y="568"/>
                </a:lnTo>
                <a:lnTo>
                  <a:pt x="782" y="569"/>
                </a:lnTo>
                <a:lnTo>
                  <a:pt x="782" y="570"/>
                </a:lnTo>
                <a:lnTo>
                  <a:pt x="783" y="571"/>
                </a:lnTo>
                <a:lnTo>
                  <a:pt x="784" y="571"/>
                </a:lnTo>
                <a:lnTo>
                  <a:pt x="787" y="571"/>
                </a:lnTo>
                <a:lnTo>
                  <a:pt x="788" y="571"/>
                </a:lnTo>
                <a:lnTo>
                  <a:pt x="789" y="572"/>
                </a:lnTo>
                <a:lnTo>
                  <a:pt x="790" y="572"/>
                </a:lnTo>
                <a:lnTo>
                  <a:pt x="790" y="573"/>
                </a:lnTo>
                <a:lnTo>
                  <a:pt x="790" y="575"/>
                </a:lnTo>
                <a:lnTo>
                  <a:pt x="790" y="576"/>
                </a:lnTo>
                <a:lnTo>
                  <a:pt x="790" y="577"/>
                </a:lnTo>
                <a:lnTo>
                  <a:pt x="790" y="578"/>
                </a:lnTo>
                <a:lnTo>
                  <a:pt x="789" y="578"/>
                </a:lnTo>
                <a:lnTo>
                  <a:pt x="788" y="579"/>
                </a:lnTo>
                <a:lnTo>
                  <a:pt x="788" y="580"/>
                </a:lnTo>
                <a:lnTo>
                  <a:pt x="789" y="581"/>
                </a:lnTo>
                <a:lnTo>
                  <a:pt x="790" y="581"/>
                </a:lnTo>
                <a:lnTo>
                  <a:pt x="791" y="581"/>
                </a:lnTo>
                <a:lnTo>
                  <a:pt x="791" y="582"/>
                </a:lnTo>
                <a:lnTo>
                  <a:pt x="791" y="584"/>
                </a:lnTo>
                <a:lnTo>
                  <a:pt x="790" y="585"/>
                </a:lnTo>
                <a:lnTo>
                  <a:pt x="790" y="586"/>
                </a:lnTo>
                <a:lnTo>
                  <a:pt x="789" y="590"/>
                </a:lnTo>
                <a:lnTo>
                  <a:pt x="788" y="591"/>
                </a:lnTo>
                <a:lnTo>
                  <a:pt x="787" y="591"/>
                </a:lnTo>
                <a:lnTo>
                  <a:pt x="786" y="591"/>
                </a:lnTo>
                <a:lnTo>
                  <a:pt x="785" y="591"/>
                </a:lnTo>
                <a:lnTo>
                  <a:pt x="785" y="592"/>
                </a:lnTo>
                <a:lnTo>
                  <a:pt x="785" y="593"/>
                </a:lnTo>
                <a:lnTo>
                  <a:pt x="786" y="593"/>
                </a:lnTo>
                <a:lnTo>
                  <a:pt x="788" y="593"/>
                </a:lnTo>
                <a:lnTo>
                  <a:pt x="790" y="593"/>
                </a:lnTo>
                <a:lnTo>
                  <a:pt x="791" y="593"/>
                </a:lnTo>
                <a:lnTo>
                  <a:pt x="791" y="594"/>
                </a:lnTo>
                <a:lnTo>
                  <a:pt x="792" y="594"/>
                </a:lnTo>
                <a:lnTo>
                  <a:pt x="793" y="596"/>
                </a:lnTo>
                <a:lnTo>
                  <a:pt x="793" y="597"/>
                </a:lnTo>
                <a:lnTo>
                  <a:pt x="792" y="598"/>
                </a:lnTo>
                <a:lnTo>
                  <a:pt x="791" y="598"/>
                </a:lnTo>
                <a:lnTo>
                  <a:pt x="791" y="599"/>
                </a:lnTo>
                <a:lnTo>
                  <a:pt x="790" y="599"/>
                </a:lnTo>
                <a:lnTo>
                  <a:pt x="790" y="600"/>
                </a:lnTo>
                <a:lnTo>
                  <a:pt x="790" y="601"/>
                </a:lnTo>
                <a:lnTo>
                  <a:pt x="791" y="601"/>
                </a:lnTo>
                <a:lnTo>
                  <a:pt x="792" y="601"/>
                </a:lnTo>
                <a:lnTo>
                  <a:pt x="793" y="601"/>
                </a:lnTo>
                <a:lnTo>
                  <a:pt x="793" y="600"/>
                </a:lnTo>
                <a:lnTo>
                  <a:pt x="793" y="599"/>
                </a:lnTo>
                <a:lnTo>
                  <a:pt x="794" y="598"/>
                </a:lnTo>
                <a:lnTo>
                  <a:pt x="795" y="598"/>
                </a:lnTo>
                <a:lnTo>
                  <a:pt x="796" y="598"/>
                </a:lnTo>
                <a:lnTo>
                  <a:pt x="796" y="599"/>
                </a:lnTo>
                <a:lnTo>
                  <a:pt x="796" y="600"/>
                </a:lnTo>
                <a:lnTo>
                  <a:pt x="796" y="601"/>
                </a:lnTo>
                <a:lnTo>
                  <a:pt x="795" y="602"/>
                </a:lnTo>
                <a:lnTo>
                  <a:pt x="794" y="603"/>
                </a:lnTo>
                <a:lnTo>
                  <a:pt x="794" y="604"/>
                </a:lnTo>
                <a:lnTo>
                  <a:pt x="794" y="605"/>
                </a:lnTo>
                <a:lnTo>
                  <a:pt x="794" y="606"/>
                </a:lnTo>
                <a:lnTo>
                  <a:pt x="794" y="607"/>
                </a:lnTo>
                <a:lnTo>
                  <a:pt x="794" y="608"/>
                </a:lnTo>
                <a:lnTo>
                  <a:pt x="795" y="608"/>
                </a:lnTo>
                <a:lnTo>
                  <a:pt x="795" y="609"/>
                </a:lnTo>
                <a:lnTo>
                  <a:pt x="794" y="609"/>
                </a:lnTo>
                <a:lnTo>
                  <a:pt x="794" y="610"/>
                </a:lnTo>
                <a:lnTo>
                  <a:pt x="793" y="610"/>
                </a:lnTo>
                <a:lnTo>
                  <a:pt x="792" y="610"/>
                </a:lnTo>
                <a:lnTo>
                  <a:pt x="792" y="609"/>
                </a:lnTo>
                <a:lnTo>
                  <a:pt x="791" y="609"/>
                </a:lnTo>
                <a:lnTo>
                  <a:pt x="791" y="608"/>
                </a:lnTo>
                <a:lnTo>
                  <a:pt x="791" y="607"/>
                </a:lnTo>
                <a:lnTo>
                  <a:pt x="790" y="607"/>
                </a:lnTo>
                <a:lnTo>
                  <a:pt x="789" y="607"/>
                </a:lnTo>
                <a:lnTo>
                  <a:pt x="788" y="607"/>
                </a:lnTo>
                <a:lnTo>
                  <a:pt x="787" y="608"/>
                </a:lnTo>
                <a:lnTo>
                  <a:pt x="787" y="609"/>
                </a:lnTo>
                <a:lnTo>
                  <a:pt x="787" y="610"/>
                </a:lnTo>
                <a:lnTo>
                  <a:pt x="788" y="611"/>
                </a:lnTo>
                <a:lnTo>
                  <a:pt x="788" y="612"/>
                </a:lnTo>
                <a:lnTo>
                  <a:pt x="790" y="613"/>
                </a:lnTo>
                <a:lnTo>
                  <a:pt x="791" y="613"/>
                </a:lnTo>
                <a:lnTo>
                  <a:pt x="792" y="614"/>
                </a:lnTo>
                <a:lnTo>
                  <a:pt x="793" y="614"/>
                </a:lnTo>
                <a:lnTo>
                  <a:pt x="793" y="615"/>
                </a:lnTo>
                <a:lnTo>
                  <a:pt x="794" y="616"/>
                </a:lnTo>
                <a:lnTo>
                  <a:pt x="794" y="617"/>
                </a:lnTo>
                <a:lnTo>
                  <a:pt x="795" y="617"/>
                </a:lnTo>
                <a:lnTo>
                  <a:pt x="795" y="618"/>
                </a:lnTo>
                <a:lnTo>
                  <a:pt x="796" y="619"/>
                </a:lnTo>
                <a:lnTo>
                  <a:pt x="797" y="622"/>
                </a:lnTo>
                <a:lnTo>
                  <a:pt x="797" y="623"/>
                </a:lnTo>
                <a:lnTo>
                  <a:pt x="800" y="626"/>
                </a:lnTo>
                <a:lnTo>
                  <a:pt x="801" y="627"/>
                </a:lnTo>
                <a:lnTo>
                  <a:pt x="802" y="627"/>
                </a:lnTo>
                <a:lnTo>
                  <a:pt x="802" y="628"/>
                </a:lnTo>
                <a:lnTo>
                  <a:pt x="803" y="628"/>
                </a:lnTo>
                <a:lnTo>
                  <a:pt x="804" y="629"/>
                </a:lnTo>
                <a:lnTo>
                  <a:pt x="805" y="629"/>
                </a:lnTo>
                <a:lnTo>
                  <a:pt x="805" y="630"/>
                </a:lnTo>
                <a:lnTo>
                  <a:pt x="805" y="631"/>
                </a:lnTo>
                <a:lnTo>
                  <a:pt x="805" y="632"/>
                </a:lnTo>
                <a:lnTo>
                  <a:pt x="805" y="633"/>
                </a:lnTo>
                <a:lnTo>
                  <a:pt x="804" y="633"/>
                </a:lnTo>
                <a:lnTo>
                  <a:pt x="804" y="634"/>
                </a:lnTo>
                <a:lnTo>
                  <a:pt x="804" y="635"/>
                </a:lnTo>
                <a:lnTo>
                  <a:pt x="804" y="636"/>
                </a:lnTo>
                <a:lnTo>
                  <a:pt x="805" y="637"/>
                </a:lnTo>
                <a:lnTo>
                  <a:pt x="806" y="638"/>
                </a:lnTo>
                <a:lnTo>
                  <a:pt x="806" y="639"/>
                </a:lnTo>
                <a:lnTo>
                  <a:pt x="807" y="640"/>
                </a:lnTo>
                <a:lnTo>
                  <a:pt x="807" y="643"/>
                </a:lnTo>
                <a:lnTo>
                  <a:pt x="807" y="644"/>
                </a:lnTo>
                <a:lnTo>
                  <a:pt x="807" y="645"/>
                </a:lnTo>
                <a:lnTo>
                  <a:pt x="807" y="646"/>
                </a:lnTo>
                <a:lnTo>
                  <a:pt x="807" y="647"/>
                </a:lnTo>
                <a:lnTo>
                  <a:pt x="807" y="648"/>
                </a:lnTo>
                <a:lnTo>
                  <a:pt x="807" y="649"/>
                </a:lnTo>
                <a:lnTo>
                  <a:pt x="807" y="650"/>
                </a:lnTo>
                <a:lnTo>
                  <a:pt x="807" y="651"/>
                </a:lnTo>
                <a:lnTo>
                  <a:pt x="807" y="652"/>
                </a:lnTo>
                <a:lnTo>
                  <a:pt x="806" y="652"/>
                </a:lnTo>
                <a:lnTo>
                  <a:pt x="806" y="653"/>
                </a:lnTo>
                <a:lnTo>
                  <a:pt x="805" y="653"/>
                </a:lnTo>
                <a:lnTo>
                  <a:pt x="805" y="654"/>
                </a:lnTo>
                <a:lnTo>
                  <a:pt x="804" y="654"/>
                </a:lnTo>
                <a:lnTo>
                  <a:pt x="804" y="655"/>
                </a:lnTo>
                <a:lnTo>
                  <a:pt x="803" y="656"/>
                </a:lnTo>
                <a:lnTo>
                  <a:pt x="803" y="657"/>
                </a:lnTo>
                <a:lnTo>
                  <a:pt x="803" y="658"/>
                </a:lnTo>
                <a:lnTo>
                  <a:pt x="803" y="659"/>
                </a:lnTo>
                <a:lnTo>
                  <a:pt x="804" y="659"/>
                </a:lnTo>
                <a:lnTo>
                  <a:pt x="805" y="661"/>
                </a:lnTo>
                <a:lnTo>
                  <a:pt x="806" y="662"/>
                </a:lnTo>
                <a:lnTo>
                  <a:pt x="806" y="663"/>
                </a:lnTo>
                <a:lnTo>
                  <a:pt x="806" y="664"/>
                </a:lnTo>
                <a:lnTo>
                  <a:pt x="806" y="665"/>
                </a:lnTo>
                <a:lnTo>
                  <a:pt x="806" y="666"/>
                </a:lnTo>
                <a:lnTo>
                  <a:pt x="806" y="667"/>
                </a:lnTo>
                <a:lnTo>
                  <a:pt x="806" y="668"/>
                </a:lnTo>
                <a:lnTo>
                  <a:pt x="805" y="670"/>
                </a:lnTo>
                <a:lnTo>
                  <a:pt x="805" y="671"/>
                </a:lnTo>
                <a:lnTo>
                  <a:pt x="805" y="672"/>
                </a:lnTo>
                <a:lnTo>
                  <a:pt x="804" y="672"/>
                </a:lnTo>
                <a:lnTo>
                  <a:pt x="804" y="673"/>
                </a:lnTo>
                <a:lnTo>
                  <a:pt x="803" y="674"/>
                </a:lnTo>
                <a:lnTo>
                  <a:pt x="803" y="675"/>
                </a:lnTo>
                <a:lnTo>
                  <a:pt x="803" y="676"/>
                </a:lnTo>
                <a:lnTo>
                  <a:pt x="803" y="678"/>
                </a:lnTo>
                <a:lnTo>
                  <a:pt x="803" y="680"/>
                </a:lnTo>
                <a:lnTo>
                  <a:pt x="802" y="680"/>
                </a:lnTo>
                <a:lnTo>
                  <a:pt x="802" y="681"/>
                </a:lnTo>
                <a:lnTo>
                  <a:pt x="802" y="682"/>
                </a:lnTo>
                <a:lnTo>
                  <a:pt x="802" y="683"/>
                </a:lnTo>
                <a:lnTo>
                  <a:pt x="803" y="683"/>
                </a:lnTo>
                <a:lnTo>
                  <a:pt x="803" y="684"/>
                </a:lnTo>
                <a:lnTo>
                  <a:pt x="804" y="685"/>
                </a:lnTo>
                <a:lnTo>
                  <a:pt x="804" y="686"/>
                </a:lnTo>
                <a:lnTo>
                  <a:pt x="805" y="686"/>
                </a:lnTo>
                <a:lnTo>
                  <a:pt x="805" y="687"/>
                </a:lnTo>
                <a:lnTo>
                  <a:pt x="804" y="687"/>
                </a:lnTo>
                <a:lnTo>
                  <a:pt x="804" y="688"/>
                </a:lnTo>
                <a:lnTo>
                  <a:pt x="804" y="689"/>
                </a:lnTo>
                <a:lnTo>
                  <a:pt x="804" y="690"/>
                </a:lnTo>
                <a:lnTo>
                  <a:pt x="805" y="692"/>
                </a:lnTo>
                <a:lnTo>
                  <a:pt x="805" y="695"/>
                </a:lnTo>
                <a:lnTo>
                  <a:pt x="805" y="696"/>
                </a:lnTo>
                <a:lnTo>
                  <a:pt x="806" y="696"/>
                </a:lnTo>
                <a:lnTo>
                  <a:pt x="806" y="697"/>
                </a:lnTo>
                <a:lnTo>
                  <a:pt x="806" y="698"/>
                </a:lnTo>
                <a:lnTo>
                  <a:pt x="805" y="699"/>
                </a:lnTo>
                <a:lnTo>
                  <a:pt x="805" y="700"/>
                </a:lnTo>
                <a:lnTo>
                  <a:pt x="804" y="701"/>
                </a:lnTo>
                <a:lnTo>
                  <a:pt x="804" y="702"/>
                </a:lnTo>
                <a:lnTo>
                  <a:pt x="803" y="703"/>
                </a:lnTo>
                <a:lnTo>
                  <a:pt x="803" y="704"/>
                </a:lnTo>
                <a:lnTo>
                  <a:pt x="802" y="705"/>
                </a:lnTo>
                <a:lnTo>
                  <a:pt x="802" y="706"/>
                </a:lnTo>
                <a:lnTo>
                  <a:pt x="802" y="707"/>
                </a:lnTo>
                <a:lnTo>
                  <a:pt x="803" y="707"/>
                </a:lnTo>
                <a:lnTo>
                  <a:pt x="803" y="708"/>
                </a:lnTo>
                <a:lnTo>
                  <a:pt x="804" y="709"/>
                </a:lnTo>
                <a:lnTo>
                  <a:pt x="804" y="710"/>
                </a:lnTo>
                <a:lnTo>
                  <a:pt x="804" y="711"/>
                </a:lnTo>
                <a:lnTo>
                  <a:pt x="803" y="711"/>
                </a:lnTo>
                <a:lnTo>
                  <a:pt x="803" y="712"/>
                </a:lnTo>
                <a:lnTo>
                  <a:pt x="803" y="713"/>
                </a:lnTo>
                <a:lnTo>
                  <a:pt x="802" y="714"/>
                </a:lnTo>
                <a:lnTo>
                  <a:pt x="802" y="715"/>
                </a:lnTo>
                <a:lnTo>
                  <a:pt x="802" y="716"/>
                </a:lnTo>
                <a:lnTo>
                  <a:pt x="802" y="717"/>
                </a:lnTo>
                <a:lnTo>
                  <a:pt x="802" y="718"/>
                </a:lnTo>
                <a:lnTo>
                  <a:pt x="802" y="719"/>
                </a:lnTo>
                <a:lnTo>
                  <a:pt x="802" y="720"/>
                </a:lnTo>
                <a:lnTo>
                  <a:pt x="803" y="720"/>
                </a:lnTo>
                <a:lnTo>
                  <a:pt x="803" y="721"/>
                </a:lnTo>
                <a:lnTo>
                  <a:pt x="803" y="723"/>
                </a:lnTo>
                <a:lnTo>
                  <a:pt x="803" y="725"/>
                </a:lnTo>
                <a:lnTo>
                  <a:pt x="804" y="726"/>
                </a:lnTo>
                <a:lnTo>
                  <a:pt x="804" y="728"/>
                </a:lnTo>
                <a:lnTo>
                  <a:pt x="805" y="729"/>
                </a:lnTo>
                <a:lnTo>
                  <a:pt x="806" y="730"/>
                </a:lnTo>
                <a:lnTo>
                  <a:pt x="806" y="731"/>
                </a:lnTo>
                <a:lnTo>
                  <a:pt x="807" y="731"/>
                </a:lnTo>
                <a:lnTo>
                  <a:pt x="807" y="733"/>
                </a:lnTo>
                <a:lnTo>
                  <a:pt x="807" y="734"/>
                </a:lnTo>
                <a:lnTo>
                  <a:pt x="806" y="734"/>
                </a:lnTo>
                <a:lnTo>
                  <a:pt x="806" y="735"/>
                </a:lnTo>
                <a:lnTo>
                  <a:pt x="807" y="736"/>
                </a:lnTo>
                <a:lnTo>
                  <a:pt x="808" y="737"/>
                </a:lnTo>
                <a:lnTo>
                  <a:pt x="808" y="738"/>
                </a:lnTo>
                <a:lnTo>
                  <a:pt x="809" y="738"/>
                </a:lnTo>
                <a:lnTo>
                  <a:pt x="809" y="739"/>
                </a:lnTo>
                <a:lnTo>
                  <a:pt x="809" y="740"/>
                </a:lnTo>
                <a:lnTo>
                  <a:pt x="810" y="741"/>
                </a:lnTo>
                <a:lnTo>
                  <a:pt x="810" y="742"/>
                </a:lnTo>
                <a:lnTo>
                  <a:pt x="811" y="743"/>
                </a:lnTo>
                <a:lnTo>
                  <a:pt x="811" y="744"/>
                </a:lnTo>
                <a:lnTo>
                  <a:pt x="811" y="745"/>
                </a:lnTo>
                <a:lnTo>
                  <a:pt x="811" y="746"/>
                </a:lnTo>
                <a:lnTo>
                  <a:pt x="811" y="747"/>
                </a:lnTo>
                <a:lnTo>
                  <a:pt x="812" y="747"/>
                </a:lnTo>
                <a:lnTo>
                  <a:pt x="812" y="748"/>
                </a:lnTo>
                <a:lnTo>
                  <a:pt x="812" y="749"/>
                </a:lnTo>
                <a:lnTo>
                  <a:pt x="812" y="750"/>
                </a:lnTo>
                <a:lnTo>
                  <a:pt x="811" y="751"/>
                </a:lnTo>
                <a:lnTo>
                  <a:pt x="811" y="752"/>
                </a:lnTo>
                <a:lnTo>
                  <a:pt x="812" y="753"/>
                </a:lnTo>
                <a:lnTo>
                  <a:pt x="812" y="754"/>
                </a:lnTo>
                <a:lnTo>
                  <a:pt x="813" y="754"/>
                </a:lnTo>
                <a:lnTo>
                  <a:pt x="814" y="754"/>
                </a:lnTo>
                <a:lnTo>
                  <a:pt x="814" y="755"/>
                </a:lnTo>
                <a:lnTo>
                  <a:pt x="815" y="755"/>
                </a:lnTo>
                <a:lnTo>
                  <a:pt x="815" y="756"/>
                </a:lnTo>
                <a:lnTo>
                  <a:pt x="816" y="756"/>
                </a:lnTo>
                <a:lnTo>
                  <a:pt x="816" y="758"/>
                </a:lnTo>
                <a:lnTo>
                  <a:pt x="815" y="758"/>
                </a:lnTo>
                <a:lnTo>
                  <a:pt x="815" y="759"/>
                </a:lnTo>
                <a:lnTo>
                  <a:pt x="815" y="760"/>
                </a:lnTo>
                <a:lnTo>
                  <a:pt x="814" y="760"/>
                </a:lnTo>
                <a:lnTo>
                  <a:pt x="813" y="761"/>
                </a:lnTo>
                <a:lnTo>
                  <a:pt x="814" y="762"/>
                </a:lnTo>
                <a:lnTo>
                  <a:pt x="814" y="763"/>
                </a:lnTo>
                <a:lnTo>
                  <a:pt x="814" y="764"/>
                </a:lnTo>
                <a:lnTo>
                  <a:pt x="815" y="764"/>
                </a:lnTo>
                <a:lnTo>
                  <a:pt x="815" y="765"/>
                </a:lnTo>
                <a:lnTo>
                  <a:pt x="816" y="765"/>
                </a:lnTo>
                <a:lnTo>
                  <a:pt x="816" y="766"/>
                </a:lnTo>
                <a:lnTo>
                  <a:pt x="816" y="767"/>
                </a:lnTo>
                <a:lnTo>
                  <a:pt x="816" y="768"/>
                </a:lnTo>
                <a:lnTo>
                  <a:pt x="816" y="769"/>
                </a:lnTo>
                <a:lnTo>
                  <a:pt x="816" y="770"/>
                </a:lnTo>
                <a:lnTo>
                  <a:pt x="816" y="771"/>
                </a:lnTo>
                <a:lnTo>
                  <a:pt x="816" y="772"/>
                </a:lnTo>
                <a:lnTo>
                  <a:pt x="816" y="774"/>
                </a:lnTo>
                <a:lnTo>
                  <a:pt x="816" y="775"/>
                </a:lnTo>
                <a:lnTo>
                  <a:pt x="816" y="776"/>
                </a:lnTo>
                <a:lnTo>
                  <a:pt x="817" y="776"/>
                </a:lnTo>
                <a:lnTo>
                  <a:pt x="819" y="776"/>
                </a:lnTo>
                <a:lnTo>
                  <a:pt x="819" y="775"/>
                </a:lnTo>
                <a:lnTo>
                  <a:pt x="820" y="775"/>
                </a:lnTo>
                <a:lnTo>
                  <a:pt x="821" y="775"/>
                </a:lnTo>
                <a:lnTo>
                  <a:pt x="822" y="775"/>
                </a:lnTo>
                <a:lnTo>
                  <a:pt x="822" y="776"/>
                </a:lnTo>
                <a:lnTo>
                  <a:pt x="822" y="779"/>
                </a:lnTo>
                <a:lnTo>
                  <a:pt x="822" y="781"/>
                </a:lnTo>
                <a:lnTo>
                  <a:pt x="822" y="782"/>
                </a:lnTo>
                <a:lnTo>
                  <a:pt x="822" y="783"/>
                </a:lnTo>
                <a:lnTo>
                  <a:pt x="823" y="783"/>
                </a:lnTo>
                <a:lnTo>
                  <a:pt x="823" y="784"/>
                </a:lnTo>
                <a:lnTo>
                  <a:pt x="823" y="785"/>
                </a:lnTo>
                <a:lnTo>
                  <a:pt x="824" y="785"/>
                </a:lnTo>
                <a:lnTo>
                  <a:pt x="825" y="787"/>
                </a:lnTo>
                <a:lnTo>
                  <a:pt x="826" y="790"/>
                </a:lnTo>
                <a:lnTo>
                  <a:pt x="826" y="791"/>
                </a:lnTo>
                <a:lnTo>
                  <a:pt x="826" y="792"/>
                </a:lnTo>
                <a:lnTo>
                  <a:pt x="826" y="793"/>
                </a:lnTo>
                <a:lnTo>
                  <a:pt x="825" y="793"/>
                </a:lnTo>
                <a:lnTo>
                  <a:pt x="825" y="794"/>
                </a:lnTo>
                <a:lnTo>
                  <a:pt x="825" y="795"/>
                </a:lnTo>
                <a:lnTo>
                  <a:pt x="826" y="795"/>
                </a:lnTo>
                <a:lnTo>
                  <a:pt x="826" y="796"/>
                </a:lnTo>
                <a:lnTo>
                  <a:pt x="827" y="796"/>
                </a:lnTo>
                <a:lnTo>
                  <a:pt x="827" y="797"/>
                </a:lnTo>
                <a:lnTo>
                  <a:pt x="827" y="798"/>
                </a:lnTo>
                <a:lnTo>
                  <a:pt x="828" y="798"/>
                </a:lnTo>
                <a:lnTo>
                  <a:pt x="828" y="800"/>
                </a:lnTo>
                <a:lnTo>
                  <a:pt x="827" y="800"/>
                </a:lnTo>
                <a:lnTo>
                  <a:pt x="827" y="801"/>
                </a:lnTo>
                <a:lnTo>
                  <a:pt x="828" y="801"/>
                </a:lnTo>
                <a:lnTo>
                  <a:pt x="828" y="802"/>
                </a:lnTo>
                <a:lnTo>
                  <a:pt x="828" y="803"/>
                </a:lnTo>
                <a:lnTo>
                  <a:pt x="828" y="804"/>
                </a:lnTo>
                <a:lnTo>
                  <a:pt x="828" y="805"/>
                </a:lnTo>
                <a:lnTo>
                  <a:pt x="828" y="806"/>
                </a:lnTo>
                <a:lnTo>
                  <a:pt x="828" y="807"/>
                </a:lnTo>
                <a:lnTo>
                  <a:pt x="829" y="807"/>
                </a:lnTo>
                <a:lnTo>
                  <a:pt x="829" y="809"/>
                </a:lnTo>
                <a:lnTo>
                  <a:pt x="828" y="810"/>
                </a:lnTo>
                <a:lnTo>
                  <a:pt x="828" y="811"/>
                </a:lnTo>
                <a:lnTo>
                  <a:pt x="829" y="811"/>
                </a:lnTo>
                <a:lnTo>
                  <a:pt x="829" y="812"/>
                </a:lnTo>
                <a:lnTo>
                  <a:pt x="829" y="813"/>
                </a:lnTo>
                <a:lnTo>
                  <a:pt x="830" y="814"/>
                </a:lnTo>
                <a:lnTo>
                  <a:pt x="831" y="814"/>
                </a:lnTo>
                <a:lnTo>
                  <a:pt x="831" y="815"/>
                </a:lnTo>
                <a:lnTo>
                  <a:pt x="831" y="819"/>
                </a:lnTo>
                <a:lnTo>
                  <a:pt x="832" y="819"/>
                </a:lnTo>
                <a:lnTo>
                  <a:pt x="832" y="820"/>
                </a:lnTo>
                <a:lnTo>
                  <a:pt x="833" y="820"/>
                </a:lnTo>
                <a:lnTo>
                  <a:pt x="834" y="821"/>
                </a:lnTo>
                <a:lnTo>
                  <a:pt x="835" y="821"/>
                </a:lnTo>
                <a:lnTo>
                  <a:pt x="835" y="822"/>
                </a:lnTo>
                <a:lnTo>
                  <a:pt x="835" y="823"/>
                </a:lnTo>
                <a:lnTo>
                  <a:pt x="835" y="824"/>
                </a:lnTo>
                <a:lnTo>
                  <a:pt x="835" y="825"/>
                </a:lnTo>
                <a:lnTo>
                  <a:pt x="835" y="827"/>
                </a:lnTo>
                <a:lnTo>
                  <a:pt x="835" y="829"/>
                </a:lnTo>
                <a:lnTo>
                  <a:pt x="835" y="830"/>
                </a:lnTo>
                <a:lnTo>
                  <a:pt x="835" y="831"/>
                </a:lnTo>
                <a:lnTo>
                  <a:pt x="835" y="832"/>
                </a:lnTo>
                <a:lnTo>
                  <a:pt x="835" y="833"/>
                </a:lnTo>
                <a:lnTo>
                  <a:pt x="836" y="835"/>
                </a:lnTo>
                <a:lnTo>
                  <a:pt x="835" y="838"/>
                </a:lnTo>
                <a:lnTo>
                  <a:pt x="834" y="839"/>
                </a:lnTo>
                <a:lnTo>
                  <a:pt x="832" y="840"/>
                </a:lnTo>
                <a:lnTo>
                  <a:pt x="831" y="841"/>
                </a:lnTo>
                <a:lnTo>
                  <a:pt x="830" y="842"/>
                </a:lnTo>
                <a:lnTo>
                  <a:pt x="830" y="843"/>
                </a:lnTo>
                <a:lnTo>
                  <a:pt x="829" y="845"/>
                </a:lnTo>
                <a:lnTo>
                  <a:pt x="829" y="847"/>
                </a:lnTo>
                <a:lnTo>
                  <a:pt x="828" y="848"/>
                </a:lnTo>
                <a:lnTo>
                  <a:pt x="828" y="849"/>
                </a:lnTo>
                <a:lnTo>
                  <a:pt x="828" y="850"/>
                </a:lnTo>
                <a:lnTo>
                  <a:pt x="827" y="852"/>
                </a:lnTo>
                <a:lnTo>
                  <a:pt x="826" y="854"/>
                </a:lnTo>
                <a:lnTo>
                  <a:pt x="826" y="855"/>
                </a:lnTo>
                <a:lnTo>
                  <a:pt x="826" y="856"/>
                </a:lnTo>
                <a:lnTo>
                  <a:pt x="826" y="857"/>
                </a:lnTo>
                <a:lnTo>
                  <a:pt x="825" y="859"/>
                </a:lnTo>
                <a:lnTo>
                  <a:pt x="825" y="860"/>
                </a:lnTo>
                <a:lnTo>
                  <a:pt x="824" y="861"/>
                </a:lnTo>
                <a:lnTo>
                  <a:pt x="824" y="862"/>
                </a:lnTo>
                <a:lnTo>
                  <a:pt x="823" y="863"/>
                </a:lnTo>
                <a:lnTo>
                  <a:pt x="820" y="867"/>
                </a:lnTo>
                <a:lnTo>
                  <a:pt x="819" y="867"/>
                </a:lnTo>
                <a:lnTo>
                  <a:pt x="819" y="868"/>
                </a:lnTo>
                <a:lnTo>
                  <a:pt x="818" y="868"/>
                </a:lnTo>
                <a:lnTo>
                  <a:pt x="817" y="868"/>
                </a:lnTo>
                <a:lnTo>
                  <a:pt x="816" y="868"/>
                </a:lnTo>
                <a:lnTo>
                  <a:pt x="815" y="871"/>
                </a:lnTo>
                <a:lnTo>
                  <a:pt x="815" y="872"/>
                </a:lnTo>
                <a:lnTo>
                  <a:pt x="815" y="874"/>
                </a:lnTo>
                <a:lnTo>
                  <a:pt x="814" y="874"/>
                </a:lnTo>
                <a:lnTo>
                  <a:pt x="813" y="875"/>
                </a:lnTo>
                <a:lnTo>
                  <a:pt x="812" y="876"/>
                </a:lnTo>
                <a:lnTo>
                  <a:pt x="811" y="876"/>
                </a:lnTo>
                <a:lnTo>
                  <a:pt x="810" y="878"/>
                </a:lnTo>
                <a:lnTo>
                  <a:pt x="810" y="880"/>
                </a:lnTo>
                <a:lnTo>
                  <a:pt x="810" y="881"/>
                </a:lnTo>
                <a:lnTo>
                  <a:pt x="810" y="882"/>
                </a:lnTo>
                <a:lnTo>
                  <a:pt x="809" y="883"/>
                </a:lnTo>
                <a:lnTo>
                  <a:pt x="808" y="884"/>
                </a:lnTo>
                <a:lnTo>
                  <a:pt x="808" y="885"/>
                </a:lnTo>
                <a:lnTo>
                  <a:pt x="807" y="886"/>
                </a:lnTo>
                <a:lnTo>
                  <a:pt x="807" y="887"/>
                </a:lnTo>
                <a:lnTo>
                  <a:pt x="807" y="888"/>
                </a:lnTo>
                <a:lnTo>
                  <a:pt x="807" y="889"/>
                </a:lnTo>
                <a:lnTo>
                  <a:pt x="807" y="890"/>
                </a:lnTo>
                <a:lnTo>
                  <a:pt x="807" y="891"/>
                </a:lnTo>
                <a:lnTo>
                  <a:pt x="806" y="892"/>
                </a:lnTo>
                <a:lnTo>
                  <a:pt x="806" y="893"/>
                </a:lnTo>
                <a:lnTo>
                  <a:pt x="806" y="894"/>
                </a:lnTo>
                <a:lnTo>
                  <a:pt x="806" y="895"/>
                </a:lnTo>
                <a:lnTo>
                  <a:pt x="806" y="896"/>
                </a:lnTo>
                <a:lnTo>
                  <a:pt x="805" y="896"/>
                </a:lnTo>
                <a:lnTo>
                  <a:pt x="806" y="896"/>
                </a:lnTo>
                <a:lnTo>
                  <a:pt x="806" y="898"/>
                </a:lnTo>
                <a:lnTo>
                  <a:pt x="805" y="898"/>
                </a:lnTo>
                <a:lnTo>
                  <a:pt x="805" y="899"/>
                </a:lnTo>
                <a:lnTo>
                  <a:pt x="804" y="900"/>
                </a:lnTo>
                <a:lnTo>
                  <a:pt x="803" y="900"/>
                </a:lnTo>
                <a:lnTo>
                  <a:pt x="802" y="900"/>
                </a:lnTo>
                <a:lnTo>
                  <a:pt x="802" y="901"/>
                </a:lnTo>
                <a:lnTo>
                  <a:pt x="802" y="902"/>
                </a:lnTo>
                <a:lnTo>
                  <a:pt x="801" y="902"/>
                </a:lnTo>
                <a:lnTo>
                  <a:pt x="801" y="903"/>
                </a:lnTo>
                <a:lnTo>
                  <a:pt x="801" y="904"/>
                </a:lnTo>
                <a:lnTo>
                  <a:pt x="800" y="905"/>
                </a:lnTo>
                <a:lnTo>
                  <a:pt x="800" y="906"/>
                </a:lnTo>
                <a:lnTo>
                  <a:pt x="800" y="908"/>
                </a:lnTo>
                <a:lnTo>
                  <a:pt x="800" y="909"/>
                </a:lnTo>
                <a:lnTo>
                  <a:pt x="800" y="910"/>
                </a:lnTo>
                <a:lnTo>
                  <a:pt x="800" y="913"/>
                </a:lnTo>
                <a:lnTo>
                  <a:pt x="800" y="914"/>
                </a:lnTo>
                <a:lnTo>
                  <a:pt x="800" y="915"/>
                </a:lnTo>
                <a:lnTo>
                  <a:pt x="799" y="917"/>
                </a:lnTo>
                <a:lnTo>
                  <a:pt x="799" y="918"/>
                </a:lnTo>
                <a:lnTo>
                  <a:pt x="799" y="919"/>
                </a:lnTo>
                <a:lnTo>
                  <a:pt x="799" y="921"/>
                </a:lnTo>
                <a:lnTo>
                  <a:pt x="799" y="922"/>
                </a:lnTo>
                <a:lnTo>
                  <a:pt x="799" y="923"/>
                </a:lnTo>
                <a:lnTo>
                  <a:pt x="800" y="925"/>
                </a:lnTo>
                <a:lnTo>
                  <a:pt x="800" y="927"/>
                </a:lnTo>
                <a:lnTo>
                  <a:pt x="800" y="928"/>
                </a:lnTo>
                <a:lnTo>
                  <a:pt x="801" y="928"/>
                </a:lnTo>
                <a:lnTo>
                  <a:pt x="801" y="929"/>
                </a:lnTo>
                <a:lnTo>
                  <a:pt x="802" y="929"/>
                </a:lnTo>
                <a:lnTo>
                  <a:pt x="802" y="930"/>
                </a:lnTo>
                <a:lnTo>
                  <a:pt x="802" y="931"/>
                </a:lnTo>
                <a:lnTo>
                  <a:pt x="801" y="933"/>
                </a:lnTo>
                <a:lnTo>
                  <a:pt x="801" y="934"/>
                </a:lnTo>
                <a:lnTo>
                  <a:pt x="800" y="935"/>
                </a:lnTo>
                <a:lnTo>
                  <a:pt x="800" y="936"/>
                </a:lnTo>
                <a:lnTo>
                  <a:pt x="799" y="938"/>
                </a:lnTo>
                <a:lnTo>
                  <a:pt x="799" y="939"/>
                </a:lnTo>
                <a:lnTo>
                  <a:pt x="799" y="940"/>
                </a:lnTo>
                <a:lnTo>
                  <a:pt x="798" y="940"/>
                </a:lnTo>
                <a:lnTo>
                  <a:pt x="797" y="940"/>
                </a:lnTo>
                <a:lnTo>
                  <a:pt x="796" y="941"/>
                </a:lnTo>
                <a:lnTo>
                  <a:pt x="795" y="941"/>
                </a:lnTo>
                <a:lnTo>
                  <a:pt x="795" y="942"/>
                </a:lnTo>
                <a:lnTo>
                  <a:pt x="795" y="943"/>
                </a:lnTo>
                <a:lnTo>
                  <a:pt x="795" y="944"/>
                </a:lnTo>
                <a:lnTo>
                  <a:pt x="796" y="945"/>
                </a:lnTo>
                <a:lnTo>
                  <a:pt x="797" y="945"/>
                </a:lnTo>
                <a:lnTo>
                  <a:pt x="797" y="946"/>
                </a:lnTo>
                <a:lnTo>
                  <a:pt x="797" y="948"/>
                </a:lnTo>
                <a:lnTo>
                  <a:pt x="797" y="949"/>
                </a:lnTo>
                <a:lnTo>
                  <a:pt x="796" y="950"/>
                </a:lnTo>
                <a:lnTo>
                  <a:pt x="796" y="951"/>
                </a:lnTo>
                <a:lnTo>
                  <a:pt x="795" y="953"/>
                </a:lnTo>
                <a:lnTo>
                  <a:pt x="794" y="953"/>
                </a:lnTo>
                <a:lnTo>
                  <a:pt x="794" y="954"/>
                </a:lnTo>
                <a:lnTo>
                  <a:pt x="793" y="954"/>
                </a:lnTo>
                <a:lnTo>
                  <a:pt x="792" y="954"/>
                </a:lnTo>
                <a:lnTo>
                  <a:pt x="792" y="955"/>
                </a:lnTo>
                <a:lnTo>
                  <a:pt x="791" y="955"/>
                </a:lnTo>
                <a:lnTo>
                  <a:pt x="792" y="956"/>
                </a:lnTo>
                <a:lnTo>
                  <a:pt x="792" y="957"/>
                </a:lnTo>
                <a:lnTo>
                  <a:pt x="792" y="959"/>
                </a:lnTo>
                <a:lnTo>
                  <a:pt x="792" y="960"/>
                </a:lnTo>
                <a:lnTo>
                  <a:pt x="792" y="961"/>
                </a:lnTo>
                <a:lnTo>
                  <a:pt x="791" y="961"/>
                </a:lnTo>
                <a:lnTo>
                  <a:pt x="791" y="962"/>
                </a:lnTo>
                <a:lnTo>
                  <a:pt x="789" y="962"/>
                </a:lnTo>
                <a:lnTo>
                  <a:pt x="788" y="963"/>
                </a:lnTo>
                <a:lnTo>
                  <a:pt x="787" y="964"/>
                </a:lnTo>
                <a:lnTo>
                  <a:pt x="787" y="965"/>
                </a:lnTo>
                <a:lnTo>
                  <a:pt x="787" y="966"/>
                </a:lnTo>
                <a:lnTo>
                  <a:pt x="787" y="968"/>
                </a:lnTo>
                <a:lnTo>
                  <a:pt x="786" y="969"/>
                </a:lnTo>
                <a:lnTo>
                  <a:pt x="785" y="969"/>
                </a:lnTo>
                <a:lnTo>
                  <a:pt x="784" y="970"/>
                </a:lnTo>
                <a:lnTo>
                  <a:pt x="784" y="971"/>
                </a:lnTo>
                <a:lnTo>
                  <a:pt x="783" y="971"/>
                </a:lnTo>
                <a:lnTo>
                  <a:pt x="783" y="972"/>
                </a:lnTo>
                <a:lnTo>
                  <a:pt x="782" y="972"/>
                </a:lnTo>
                <a:lnTo>
                  <a:pt x="782" y="973"/>
                </a:lnTo>
                <a:lnTo>
                  <a:pt x="782" y="974"/>
                </a:lnTo>
                <a:lnTo>
                  <a:pt x="781" y="975"/>
                </a:lnTo>
                <a:lnTo>
                  <a:pt x="781" y="978"/>
                </a:lnTo>
                <a:lnTo>
                  <a:pt x="781" y="981"/>
                </a:lnTo>
                <a:lnTo>
                  <a:pt x="782" y="981"/>
                </a:lnTo>
                <a:lnTo>
                  <a:pt x="782" y="982"/>
                </a:lnTo>
                <a:lnTo>
                  <a:pt x="782" y="983"/>
                </a:lnTo>
                <a:lnTo>
                  <a:pt x="782" y="984"/>
                </a:lnTo>
                <a:lnTo>
                  <a:pt x="782" y="985"/>
                </a:lnTo>
                <a:lnTo>
                  <a:pt x="783" y="985"/>
                </a:lnTo>
                <a:lnTo>
                  <a:pt x="783" y="986"/>
                </a:lnTo>
                <a:lnTo>
                  <a:pt x="783" y="987"/>
                </a:lnTo>
                <a:lnTo>
                  <a:pt x="783" y="988"/>
                </a:lnTo>
                <a:lnTo>
                  <a:pt x="783" y="989"/>
                </a:lnTo>
                <a:lnTo>
                  <a:pt x="783" y="990"/>
                </a:lnTo>
                <a:lnTo>
                  <a:pt x="783" y="991"/>
                </a:lnTo>
                <a:lnTo>
                  <a:pt x="784" y="991"/>
                </a:lnTo>
                <a:lnTo>
                  <a:pt x="784" y="992"/>
                </a:lnTo>
                <a:lnTo>
                  <a:pt x="784" y="993"/>
                </a:lnTo>
                <a:lnTo>
                  <a:pt x="784" y="994"/>
                </a:lnTo>
                <a:lnTo>
                  <a:pt x="784" y="995"/>
                </a:lnTo>
                <a:lnTo>
                  <a:pt x="784" y="996"/>
                </a:lnTo>
                <a:lnTo>
                  <a:pt x="785" y="996"/>
                </a:lnTo>
                <a:lnTo>
                  <a:pt x="785" y="997"/>
                </a:lnTo>
                <a:lnTo>
                  <a:pt x="785" y="998"/>
                </a:lnTo>
                <a:lnTo>
                  <a:pt x="785" y="999"/>
                </a:lnTo>
                <a:lnTo>
                  <a:pt x="785" y="1000"/>
                </a:lnTo>
                <a:lnTo>
                  <a:pt x="785" y="1001"/>
                </a:lnTo>
                <a:lnTo>
                  <a:pt x="785" y="1002"/>
                </a:lnTo>
                <a:lnTo>
                  <a:pt x="786" y="1002"/>
                </a:lnTo>
                <a:lnTo>
                  <a:pt x="786" y="1003"/>
                </a:lnTo>
                <a:lnTo>
                  <a:pt x="786" y="1004"/>
                </a:lnTo>
                <a:lnTo>
                  <a:pt x="786" y="1005"/>
                </a:lnTo>
                <a:lnTo>
                  <a:pt x="786" y="1006"/>
                </a:lnTo>
                <a:lnTo>
                  <a:pt x="787" y="1006"/>
                </a:lnTo>
                <a:lnTo>
                  <a:pt x="787" y="1007"/>
                </a:lnTo>
                <a:lnTo>
                  <a:pt x="787" y="1008"/>
                </a:lnTo>
                <a:lnTo>
                  <a:pt x="787" y="1009"/>
                </a:lnTo>
                <a:lnTo>
                  <a:pt x="787" y="1011"/>
                </a:lnTo>
                <a:lnTo>
                  <a:pt x="787" y="1014"/>
                </a:lnTo>
                <a:lnTo>
                  <a:pt x="787" y="1015"/>
                </a:lnTo>
                <a:lnTo>
                  <a:pt x="787" y="1016"/>
                </a:lnTo>
                <a:lnTo>
                  <a:pt x="787" y="1017"/>
                </a:lnTo>
                <a:lnTo>
                  <a:pt x="786" y="1017"/>
                </a:lnTo>
                <a:lnTo>
                  <a:pt x="786" y="1018"/>
                </a:lnTo>
                <a:lnTo>
                  <a:pt x="786" y="1019"/>
                </a:lnTo>
                <a:lnTo>
                  <a:pt x="786" y="1020"/>
                </a:lnTo>
                <a:lnTo>
                  <a:pt x="786" y="1021"/>
                </a:lnTo>
                <a:lnTo>
                  <a:pt x="786" y="1022"/>
                </a:lnTo>
                <a:lnTo>
                  <a:pt x="786" y="1023"/>
                </a:lnTo>
                <a:lnTo>
                  <a:pt x="785" y="1024"/>
                </a:lnTo>
                <a:lnTo>
                  <a:pt x="785" y="1025"/>
                </a:lnTo>
                <a:lnTo>
                  <a:pt x="785" y="1026"/>
                </a:lnTo>
                <a:lnTo>
                  <a:pt x="785" y="1027"/>
                </a:lnTo>
                <a:lnTo>
                  <a:pt x="785" y="1029"/>
                </a:lnTo>
                <a:lnTo>
                  <a:pt x="785" y="1030"/>
                </a:lnTo>
                <a:lnTo>
                  <a:pt x="785" y="1031"/>
                </a:lnTo>
                <a:lnTo>
                  <a:pt x="785" y="1032"/>
                </a:lnTo>
                <a:lnTo>
                  <a:pt x="785" y="1033"/>
                </a:lnTo>
                <a:lnTo>
                  <a:pt x="786" y="1034"/>
                </a:lnTo>
                <a:lnTo>
                  <a:pt x="787" y="1035"/>
                </a:lnTo>
                <a:lnTo>
                  <a:pt x="788" y="1036"/>
                </a:lnTo>
                <a:lnTo>
                  <a:pt x="788" y="1037"/>
                </a:lnTo>
                <a:lnTo>
                  <a:pt x="789" y="1037"/>
                </a:lnTo>
                <a:lnTo>
                  <a:pt x="790" y="1037"/>
                </a:lnTo>
                <a:lnTo>
                  <a:pt x="790" y="1038"/>
                </a:lnTo>
                <a:lnTo>
                  <a:pt x="791" y="1038"/>
                </a:lnTo>
                <a:lnTo>
                  <a:pt x="792" y="1039"/>
                </a:lnTo>
                <a:lnTo>
                  <a:pt x="793" y="1039"/>
                </a:lnTo>
                <a:lnTo>
                  <a:pt x="794" y="1040"/>
                </a:lnTo>
                <a:lnTo>
                  <a:pt x="795" y="1040"/>
                </a:lnTo>
                <a:lnTo>
                  <a:pt x="796" y="1040"/>
                </a:lnTo>
                <a:lnTo>
                  <a:pt x="796" y="1041"/>
                </a:lnTo>
                <a:lnTo>
                  <a:pt x="797" y="1041"/>
                </a:lnTo>
                <a:lnTo>
                  <a:pt x="797" y="1040"/>
                </a:lnTo>
                <a:lnTo>
                  <a:pt x="802" y="1040"/>
                </a:lnTo>
                <a:lnTo>
                  <a:pt x="804" y="1040"/>
                </a:lnTo>
                <a:lnTo>
                  <a:pt x="805" y="1040"/>
                </a:lnTo>
                <a:lnTo>
                  <a:pt x="806" y="1041"/>
                </a:lnTo>
                <a:lnTo>
                  <a:pt x="807" y="1041"/>
                </a:lnTo>
                <a:lnTo>
                  <a:pt x="808" y="1042"/>
                </a:lnTo>
                <a:lnTo>
                  <a:pt x="808" y="1043"/>
                </a:lnTo>
                <a:lnTo>
                  <a:pt x="807" y="1044"/>
                </a:lnTo>
                <a:lnTo>
                  <a:pt x="808" y="1046"/>
                </a:lnTo>
                <a:lnTo>
                  <a:pt x="807" y="1047"/>
                </a:lnTo>
                <a:lnTo>
                  <a:pt x="807" y="1048"/>
                </a:lnTo>
                <a:lnTo>
                  <a:pt x="806" y="1048"/>
                </a:lnTo>
                <a:lnTo>
                  <a:pt x="807" y="1048"/>
                </a:lnTo>
                <a:lnTo>
                  <a:pt x="807" y="1049"/>
                </a:lnTo>
                <a:lnTo>
                  <a:pt x="809" y="1049"/>
                </a:lnTo>
                <a:lnTo>
                  <a:pt x="811" y="1049"/>
                </a:lnTo>
                <a:lnTo>
                  <a:pt x="812" y="1049"/>
                </a:lnTo>
                <a:lnTo>
                  <a:pt x="813" y="1049"/>
                </a:lnTo>
                <a:lnTo>
                  <a:pt x="813" y="1050"/>
                </a:lnTo>
                <a:lnTo>
                  <a:pt x="813" y="1051"/>
                </a:lnTo>
                <a:lnTo>
                  <a:pt x="811" y="1051"/>
                </a:lnTo>
                <a:lnTo>
                  <a:pt x="810" y="1051"/>
                </a:lnTo>
                <a:lnTo>
                  <a:pt x="809" y="1051"/>
                </a:lnTo>
                <a:lnTo>
                  <a:pt x="809" y="1052"/>
                </a:lnTo>
                <a:lnTo>
                  <a:pt x="808" y="1053"/>
                </a:lnTo>
                <a:lnTo>
                  <a:pt x="807" y="1054"/>
                </a:lnTo>
                <a:lnTo>
                  <a:pt x="806" y="1055"/>
                </a:lnTo>
                <a:lnTo>
                  <a:pt x="806" y="1056"/>
                </a:lnTo>
                <a:lnTo>
                  <a:pt x="807" y="1058"/>
                </a:lnTo>
                <a:lnTo>
                  <a:pt x="807" y="1059"/>
                </a:lnTo>
                <a:lnTo>
                  <a:pt x="807" y="1060"/>
                </a:lnTo>
                <a:lnTo>
                  <a:pt x="808" y="1063"/>
                </a:lnTo>
                <a:lnTo>
                  <a:pt x="808" y="1064"/>
                </a:lnTo>
                <a:lnTo>
                  <a:pt x="809" y="1064"/>
                </a:lnTo>
                <a:lnTo>
                  <a:pt x="809" y="1063"/>
                </a:lnTo>
                <a:lnTo>
                  <a:pt x="810" y="1065"/>
                </a:lnTo>
                <a:lnTo>
                  <a:pt x="810" y="1066"/>
                </a:lnTo>
                <a:lnTo>
                  <a:pt x="810" y="1067"/>
                </a:lnTo>
                <a:lnTo>
                  <a:pt x="811" y="1068"/>
                </a:lnTo>
                <a:lnTo>
                  <a:pt x="812" y="1069"/>
                </a:lnTo>
                <a:lnTo>
                  <a:pt x="812" y="1070"/>
                </a:lnTo>
                <a:lnTo>
                  <a:pt x="813" y="1071"/>
                </a:lnTo>
                <a:lnTo>
                  <a:pt x="813" y="1072"/>
                </a:lnTo>
                <a:lnTo>
                  <a:pt x="814" y="1073"/>
                </a:lnTo>
                <a:lnTo>
                  <a:pt x="814" y="1074"/>
                </a:lnTo>
                <a:lnTo>
                  <a:pt x="814" y="1075"/>
                </a:lnTo>
                <a:lnTo>
                  <a:pt x="814" y="1076"/>
                </a:lnTo>
                <a:lnTo>
                  <a:pt x="816" y="1077"/>
                </a:lnTo>
                <a:lnTo>
                  <a:pt x="815" y="1077"/>
                </a:lnTo>
                <a:lnTo>
                  <a:pt x="815" y="1078"/>
                </a:lnTo>
                <a:lnTo>
                  <a:pt x="816" y="1078"/>
                </a:lnTo>
                <a:lnTo>
                  <a:pt x="817" y="1079"/>
                </a:lnTo>
                <a:lnTo>
                  <a:pt x="818" y="1079"/>
                </a:lnTo>
                <a:lnTo>
                  <a:pt x="818" y="1080"/>
                </a:lnTo>
                <a:lnTo>
                  <a:pt x="819" y="1081"/>
                </a:lnTo>
                <a:lnTo>
                  <a:pt x="821" y="1081"/>
                </a:lnTo>
                <a:lnTo>
                  <a:pt x="822" y="1082"/>
                </a:lnTo>
                <a:lnTo>
                  <a:pt x="823" y="1082"/>
                </a:lnTo>
                <a:lnTo>
                  <a:pt x="824" y="1082"/>
                </a:lnTo>
                <a:lnTo>
                  <a:pt x="824" y="1081"/>
                </a:lnTo>
                <a:lnTo>
                  <a:pt x="825" y="1081"/>
                </a:lnTo>
                <a:lnTo>
                  <a:pt x="825" y="1080"/>
                </a:lnTo>
                <a:lnTo>
                  <a:pt x="826" y="1080"/>
                </a:lnTo>
                <a:lnTo>
                  <a:pt x="827" y="1080"/>
                </a:lnTo>
                <a:lnTo>
                  <a:pt x="827" y="1081"/>
                </a:lnTo>
                <a:lnTo>
                  <a:pt x="827" y="1082"/>
                </a:lnTo>
                <a:lnTo>
                  <a:pt x="827" y="1083"/>
                </a:lnTo>
                <a:lnTo>
                  <a:pt x="827" y="1084"/>
                </a:lnTo>
                <a:lnTo>
                  <a:pt x="827" y="1085"/>
                </a:lnTo>
                <a:lnTo>
                  <a:pt x="827" y="1086"/>
                </a:lnTo>
                <a:lnTo>
                  <a:pt x="828" y="1087"/>
                </a:lnTo>
                <a:lnTo>
                  <a:pt x="829" y="1088"/>
                </a:lnTo>
                <a:lnTo>
                  <a:pt x="829" y="1089"/>
                </a:lnTo>
                <a:lnTo>
                  <a:pt x="829" y="1090"/>
                </a:lnTo>
                <a:lnTo>
                  <a:pt x="829" y="1091"/>
                </a:lnTo>
                <a:lnTo>
                  <a:pt x="830" y="1091"/>
                </a:lnTo>
                <a:lnTo>
                  <a:pt x="830" y="1092"/>
                </a:lnTo>
                <a:lnTo>
                  <a:pt x="831" y="1092"/>
                </a:lnTo>
                <a:lnTo>
                  <a:pt x="832" y="1093"/>
                </a:lnTo>
                <a:lnTo>
                  <a:pt x="832" y="1094"/>
                </a:lnTo>
                <a:lnTo>
                  <a:pt x="833" y="1094"/>
                </a:lnTo>
                <a:lnTo>
                  <a:pt x="832" y="1096"/>
                </a:lnTo>
                <a:lnTo>
                  <a:pt x="832" y="1098"/>
                </a:lnTo>
                <a:lnTo>
                  <a:pt x="831" y="1098"/>
                </a:lnTo>
                <a:lnTo>
                  <a:pt x="830" y="1099"/>
                </a:lnTo>
                <a:lnTo>
                  <a:pt x="828" y="1099"/>
                </a:lnTo>
                <a:lnTo>
                  <a:pt x="828" y="1098"/>
                </a:lnTo>
                <a:lnTo>
                  <a:pt x="827" y="1099"/>
                </a:lnTo>
                <a:lnTo>
                  <a:pt x="827" y="1100"/>
                </a:lnTo>
                <a:lnTo>
                  <a:pt x="826" y="1102"/>
                </a:lnTo>
                <a:lnTo>
                  <a:pt x="825" y="1103"/>
                </a:lnTo>
                <a:lnTo>
                  <a:pt x="825" y="1104"/>
                </a:lnTo>
                <a:lnTo>
                  <a:pt x="824" y="1105"/>
                </a:lnTo>
                <a:lnTo>
                  <a:pt x="823" y="1105"/>
                </a:lnTo>
                <a:lnTo>
                  <a:pt x="822" y="1105"/>
                </a:lnTo>
                <a:lnTo>
                  <a:pt x="821" y="1105"/>
                </a:lnTo>
                <a:lnTo>
                  <a:pt x="820" y="1105"/>
                </a:lnTo>
                <a:lnTo>
                  <a:pt x="820" y="1106"/>
                </a:lnTo>
                <a:lnTo>
                  <a:pt x="820" y="1108"/>
                </a:lnTo>
                <a:lnTo>
                  <a:pt x="821" y="1109"/>
                </a:lnTo>
                <a:lnTo>
                  <a:pt x="823" y="1112"/>
                </a:lnTo>
                <a:lnTo>
                  <a:pt x="823" y="1113"/>
                </a:lnTo>
                <a:lnTo>
                  <a:pt x="822" y="1113"/>
                </a:lnTo>
                <a:lnTo>
                  <a:pt x="822" y="1115"/>
                </a:lnTo>
                <a:lnTo>
                  <a:pt x="823" y="1115"/>
                </a:lnTo>
                <a:lnTo>
                  <a:pt x="825" y="1115"/>
                </a:lnTo>
                <a:lnTo>
                  <a:pt x="827" y="1116"/>
                </a:lnTo>
                <a:lnTo>
                  <a:pt x="828" y="1116"/>
                </a:lnTo>
                <a:lnTo>
                  <a:pt x="830" y="1116"/>
                </a:lnTo>
                <a:lnTo>
                  <a:pt x="830" y="1117"/>
                </a:lnTo>
                <a:lnTo>
                  <a:pt x="831" y="1117"/>
                </a:lnTo>
                <a:lnTo>
                  <a:pt x="833" y="1118"/>
                </a:lnTo>
                <a:lnTo>
                  <a:pt x="834" y="1119"/>
                </a:lnTo>
                <a:lnTo>
                  <a:pt x="834" y="1120"/>
                </a:lnTo>
                <a:lnTo>
                  <a:pt x="835" y="1120"/>
                </a:lnTo>
                <a:lnTo>
                  <a:pt x="836" y="1119"/>
                </a:lnTo>
                <a:lnTo>
                  <a:pt x="837" y="1119"/>
                </a:lnTo>
                <a:lnTo>
                  <a:pt x="839" y="1119"/>
                </a:lnTo>
                <a:lnTo>
                  <a:pt x="840" y="1119"/>
                </a:lnTo>
                <a:lnTo>
                  <a:pt x="841" y="1120"/>
                </a:lnTo>
                <a:lnTo>
                  <a:pt x="842" y="1121"/>
                </a:lnTo>
                <a:lnTo>
                  <a:pt x="842" y="1122"/>
                </a:lnTo>
                <a:lnTo>
                  <a:pt x="842" y="1123"/>
                </a:lnTo>
                <a:lnTo>
                  <a:pt x="843" y="1124"/>
                </a:lnTo>
                <a:lnTo>
                  <a:pt x="845" y="1125"/>
                </a:lnTo>
                <a:lnTo>
                  <a:pt x="845" y="1124"/>
                </a:lnTo>
                <a:lnTo>
                  <a:pt x="846" y="1124"/>
                </a:lnTo>
                <a:lnTo>
                  <a:pt x="848" y="1125"/>
                </a:lnTo>
                <a:lnTo>
                  <a:pt x="848" y="1126"/>
                </a:lnTo>
                <a:lnTo>
                  <a:pt x="848" y="1127"/>
                </a:lnTo>
                <a:lnTo>
                  <a:pt x="849" y="1127"/>
                </a:lnTo>
                <a:lnTo>
                  <a:pt x="851" y="1127"/>
                </a:lnTo>
                <a:lnTo>
                  <a:pt x="852" y="1127"/>
                </a:lnTo>
                <a:lnTo>
                  <a:pt x="853" y="1127"/>
                </a:lnTo>
                <a:lnTo>
                  <a:pt x="854" y="1127"/>
                </a:lnTo>
                <a:lnTo>
                  <a:pt x="855" y="1128"/>
                </a:lnTo>
                <a:lnTo>
                  <a:pt x="856" y="1129"/>
                </a:lnTo>
                <a:lnTo>
                  <a:pt x="857" y="1130"/>
                </a:lnTo>
                <a:lnTo>
                  <a:pt x="857" y="1131"/>
                </a:lnTo>
                <a:lnTo>
                  <a:pt x="857" y="1132"/>
                </a:lnTo>
                <a:lnTo>
                  <a:pt x="856" y="1134"/>
                </a:lnTo>
                <a:lnTo>
                  <a:pt x="855" y="1134"/>
                </a:lnTo>
                <a:lnTo>
                  <a:pt x="855" y="1136"/>
                </a:lnTo>
                <a:lnTo>
                  <a:pt x="854" y="1137"/>
                </a:lnTo>
                <a:lnTo>
                  <a:pt x="854" y="1138"/>
                </a:lnTo>
                <a:lnTo>
                  <a:pt x="853" y="1140"/>
                </a:lnTo>
                <a:lnTo>
                  <a:pt x="852" y="1141"/>
                </a:lnTo>
                <a:lnTo>
                  <a:pt x="851" y="1142"/>
                </a:lnTo>
                <a:lnTo>
                  <a:pt x="850" y="1142"/>
                </a:lnTo>
                <a:lnTo>
                  <a:pt x="849" y="1143"/>
                </a:lnTo>
                <a:lnTo>
                  <a:pt x="849" y="1144"/>
                </a:lnTo>
                <a:lnTo>
                  <a:pt x="850" y="1144"/>
                </a:lnTo>
                <a:lnTo>
                  <a:pt x="850" y="1145"/>
                </a:lnTo>
                <a:lnTo>
                  <a:pt x="850" y="1146"/>
                </a:lnTo>
                <a:lnTo>
                  <a:pt x="850" y="1147"/>
                </a:lnTo>
                <a:lnTo>
                  <a:pt x="850" y="1149"/>
                </a:lnTo>
                <a:lnTo>
                  <a:pt x="850" y="1150"/>
                </a:lnTo>
                <a:lnTo>
                  <a:pt x="850" y="1151"/>
                </a:lnTo>
                <a:lnTo>
                  <a:pt x="850" y="1152"/>
                </a:lnTo>
                <a:lnTo>
                  <a:pt x="850" y="1153"/>
                </a:lnTo>
                <a:lnTo>
                  <a:pt x="850" y="1154"/>
                </a:lnTo>
                <a:lnTo>
                  <a:pt x="850" y="1156"/>
                </a:lnTo>
                <a:lnTo>
                  <a:pt x="850" y="1157"/>
                </a:lnTo>
                <a:lnTo>
                  <a:pt x="849" y="1158"/>
                </a:lnTo>
                <a:lnTo>
                  <a:pt x="849" y="1159"/>
                </a:lnTo>
                <a:lnTo>
                  <a:pt x="850" y="1159"/>
                </a:lnTo>
                <a:lnTo>
                  <a:pt x="852" y="1159"/>
                </a:lnTo>
                <a:lnTo>
                  <a:pt x="853" y="1159"/>
                </a:lnTo>
                <a:lnTo>
                  <a:pt x="854" y="1159"/>
                </a:lnTo>
                <a:lnTo>
                  <a:pt x="854" y="1158"/>
                </a:lnTo>
                <a:lnTo>
                  <a:pt x="854" y="1157"/>
                </a:lnTo>
                <a:lnTo>
                  <a:pt x="854" y="1156"/>
                </a:lnTo>
                <a:lnTo>
                  <a:pt x="855" y="1156"/>
                </a:lnTo>
                <a:lnTo>
                  <a:pt x="856" y="1156"/>
                </a:lnTo>
                <a:lnTo>
                  <a:pt x="856" y="1157"/>
                </a:lnTo>
                <a:lnTo>
                  <a:pt x="857" y="1158"/>
                </a:lnTo>
                <a:lnTo>
                  <a:pt x="857" y="1159"/>
                </a:lnTo>
                <a:lnTo>
                  <a:pt x="856" y="1159"/>
                </a:lnTo>
                <a:lnTo>
                  <a:pt x="856" y="1160"/>
                </a:lnTo>
                <a:lnTo>
                  <a:pt x="857" y="1160"/>
                </a:lnTo>
                <a:lnTo>
                  <a:pt x="858" y="1160"/>
                </a:lnTo>
                <a:lnTo>
                  <a:pt x="858" y="1161"/>
                </a:lnTo>
                <a:lnTo>
                  <a:pt x="858" y="1162"/>
                </a:lnTo>
                <a:lnTo>
                  <a:pt x="859" y="1163"/>
                </a:lnTo>
                <a:lnTo>
                  <a:pt x="860" y="1163"/>
                </a:lnTo>
                <a:lnTo>
                  <a:pt x="860" y="1164"/>
                </a:lnTo>
                <a:lnTo>
                  <a:pt x="860" y="1165"/>
                </a:lnTo>
                <a:lnTo>
                  <a:pt x="861" y="1166"/>
                </a:lnTo>
                <a:lnTo>
                  <a:pt x="861" y="1167"/>
                </a:lnTo>
                <a:lnTo>
                  <a:pt x="861" y="1168"/>
                </a:lnTo>
                <a:lnTo>
                  <a:pt x="862" y="1169"/>
                </a:lnTo>
                <a:lnTo>
                  <a:pt x="862" y="1170"/>
                </a:lnTo>
                <a:lnTo>
                  <a:pt x="863" y="1170"/>
                </a:lnTo>
                <a:lnTo>
                  <a:pt x="864" y="1170"/>
                </a:lnTo>
                <a:lnTo>
                  <a:pt x="865" y="1171"/>
                </a:lnTo>
                <a:lnTo>
                  <a:pt x="864" y="1171"/>
                </a:lnTo>
                <a:lnTo>
                  <a:pt x="865" y="1171"/>
                </a:lnTo>
                <a:lnTo>
                  <a:pt x="865" y="1172"/>
                </a:lnTo>
                <a:lnTo>
                  <a:pt x="865" y="1173"/>
                </a:lnTo>
                <a:lnTo>
                  <a:pt x="866" y="1173"/>
                </a:lnTo>
                <a:lnTo>
                  <a:pt x="866" y="1174"/>
                </a:lnTo>
                <a:lnTo>
                  <a:pt x="865" y="1175"/>
                </a:lnTo>
                <a:lnTo>
                  <a:pt x="864" y="1175"/>
                </a:lnTo>
                <a:lnTo>
                  <a:pt x="864" y="1176"/>
                </a:lnTo>
                <a:lnTo>
                  <a:pt x="863" y="1176"/>
                </a:lnTo>
                <a:lnTo>
                  <a:pt x="863" y="1175"/>
                </a:lnTo>
                <a:lnTo>
                  <a:pt x="862" y="1175"/>
                </a:lnTo>
                <a:lnTo>
                  <a:pt x="861" y="1175"/>
                </a:lnTo>
                <a:lnTo>
                  <a:pt x="860" y="1177"/>
                </a:lnTo>
                <a:lnTo>
                  <a:pt x="859" y="1179"/>
                </a:lnTo>
                <a:lnTo>
                  <a:pt x="858" y="1179"/>
                </a:lnTo>
                <a:lnTo>
                  <a:pt x="857" y="1179"/>
                </a:lnTo>
                <a:lnTo>
                  <a:pt x="857" y="1180"/>
                </a:lnTo>
                <a:lnTo>
                  <a:pt x="857" y="1181"/>
                </a:lnTo>
                <a:lnTo>
                  <a:pt x="858" y="1182"/>
                </a:lnTo>
                <a:lnTo>
                  <a:pt x="858" y="1183"/>
                </a:lnTo>
                <a:lnTo>
                  <a:pt x="856" y="1183"/>
                </a:lnTo>
                <a:lnTo>
                  <a:pt x="855" y="1183"/>
                </a:lnTo>
                <a:lnTo>
                  <a:pt x="854" y="1183"/>
                </a:lnTo>
                <a:lnTo>
                  <a:pt x="854" y="1184"/>
                </a:lnTo>
                <a:lnTo>
                  <a:pt x="853" y="1184"/>
                </a:lnTo>
                <a:lnTo>
                  <a:pt x="852" y="1185"/>
                </a:lnTo>
                <a:lnTo>
                  <a:pt x="851" y="1187"/>
                </a:lnTo>
                <a:lnTo>
                  <a:pt x="852" y="1188"/>
                </a:lnTo>
                <a:lnTo>
                  <a:pt x="852" y="1189"/>
                </a:lnTo>
                <a:lnTo>
                  <a:pt x="853" y="1189"/>
                </a:lnTo>
                <a:lnTo>
                  <a:pt x="854" y="1190"/>
                </a:lnTo>
                <a:lnTo>
                  <a:pt x="854" y="1191"/>
                </a:lnTo>
                <a:lnTo>
                  <a:pt x="855" y="1191"/>
                </a:lnTo>
                <a:lnTo>
                  <a:pt x="856" y="1191"/>
                </a:lnTo>
                <a:lnTo>
                  <a:pt x="856" y="1193"/>
                </a:lnTo>
                <a:lnTo>
                  <a:pt x="856" y="1194"/>
                </a:lnTo>
                <a:lnTo>
                  <a:pt x="856" y="1195"/>
                </a:lnTo>
                <a:lnTo>
                  <a:pt x="857" y="1195"/>
                </a:lnTo>
                <a:lnTo>
                  <a:pt x="858" y="1195"/>
                </a:lnTo>
                <a:lnTo>
                  <a:pt x="859" y="1195"/>
                </a:lnTo>
                <a:lnTo>
                  <a:pt x="861" y="1195"/>
                </a:lnTo>
                <a:lnTo>
                  <a:pt x="863" y="1194"/>
                </a:lnTo>
                <a:lnTo>
                  <a:pt x="864" y="1194"/>
                </a:lnTo>
                <a:lnTo>
                  <a:pt x="865" y="1194"/>
                </a:lnTo>
                <a:lnTo>
                  <a:pt x="866" y="1194"/>
                </a:lnTo>
                <a:lnTo>
                  <a:pt x="866" y="1195"/>
                </a:lnTo>
                <a:lnTo>
                  <a:pt x="867" y="1196"/>
                </a:lnTo>
                <a:lnTo>
                  <a:pt x="868" y="1196"/>
                </a:lnTo>
                <a:lnTo>
                  <a:pt x="869" y="1196"/>
                </a:lnTo>
                <a:lnTo>
                  <a:pt x="870" y="1197"/>
                </a:lnTo>
                <a:lnTo>
                  <a:pt x="871" y="1197"/>
                </a:lnTo>
                <a:lnTo>
                  <a:pt x="872" y="1197"/>
                </a:lnTo>
                <a:lnTo>
                  <a:pt x="873" y="1197"/>
                </a:lnTo>
                <a:lnTo>
                  <a:pt x="874" y="1199"/>
                </a:lnTo>
                <a:lnTo>
                  <a:pt x="875" y="1200"/>
                </a:lnTo>
                <a:lnTo>
                  <a:pt x="875" y="1201"/>
                </a:lnTo>
                <a:lnTo>
                  <a:pt x="875" y="1202"/>
                </a:lnTo>
                <a:lnTo>
                  <a:pt x="876" y="1203"/>
                </a:lnTo>
                <a:lnTo>
                  <a:pt x="877" y="1203"/>
                </a:lnTo>
                <a:lnTo>
                  <a:pt x="877" y="1204"/>
                </a:lnTo>
                <a:lnTo>
                  <a:pt x="878" y="1204"/>
                </a:lnTo>
                <a:lnTo>
                  <a:pt x="879" y="1205"/>
                </a:lnTo>
                <a:lnTo>
                  <a:pt x="882" y="1205"/>
                </a:lnTo>
                <a:lnTo>
                  <a:pt x="883" y="1205"/>
                </a:lnTo>
                <a:lnTo>
                  <a:pt x="883" y="1204"/>
                </a:lnTo>
                <a:lnTo>
                  <a:pt x="884" y="1204"/>
                </a:lnTo>
                <a:lnTo>
                  <a:pt x="885" y="1204"/>
                </a:lnTo>
                <a:lnTo>
                  <a:pt x="885" y="1205"/>
                </a:lnTo>
                <a:lnTo>
                  <a:pt x="885" y="1207"/>
                </a:lnTo>
                <a:lnTo>
                  <a:pt x="886" y="1207"/>
                </a:lnTo>
                <a:lnTo>
                  <a:pt x="886" y="1208"/>
                </a:lnTo>
                <a:lnTo>
                  <a:pt x="887" y="1208"/>
                </a:lnTo>
                <a:lnTo>
                  <a:pt x="888" y="1209"/>
                </a:lnTo>
                <a:lnTo>
                  <a:pt x="889" y="1210"/>
                </a:lnTo>
                <a:lnTo>
                  <a:pt x="890" y="1212"/>
                </a:lnTo>
                <a:lnTo>
                  <a:pt x="890" y="1213"/>
                </a:lnTo>
                <a:lnTo>
                  <a:pt x="891" y="1213"/>
                </a:lnTo>
                <a:lnTo>
                  <a:pt x="891" y="1214"/>
                </a:lnTo>
                <a:lnTo>
                  <a:pt x="891" y="1216"/>
                </a:lnTo>
                <a:lnTo>
                  <a:pt x="892" y="1216"/>
                </a:lnTo>
                <a:lnTo>
                  <a:pt x="892" y="1217"/>
                </a:lnTo>
                <a:lnTo>
                  <a:pt x="892" y="1218"/>
                </a:lnTo>
                <a:lnTo>
                  <a:pt x="893" y="1219"/>
                </a:lnTo>
                <a:lnTo>
                  <a:pt x="894" y="1220"/>
                </a:lnTo>
                <a:lnTo>
                  <a:pt x="894" y="1221"/>
                </a:lnTo>
                <a:lnTo>
                  <a:pt x="893" y="1225"/>
                </a:lnTo>
                <a:lnTo>
                  <a:pt x="893" y="1226"/>
                </a:lnTo>
                <a:lnTo>
                  <a:pt x="893" y="1227"/>
                </a:lnTo>
                <a:lnTo>
                  <a:pt x="894" y="1228"/>
                </a:lnTo>
                <a:lnTo>
                  <a:pt x="895" y="1229"/>
                </a:lnTo>
                <a:lnTo>
                  <a:pt x="896" y="1231"/>
                </a:lnTo>
                <a:lnTo>
                  <a:pt x="897" y="1231"/>
                </a:lnTo>
                <a:lnTo>
                  <a:pt x="898" y="1232"/>
                </a:lnTo>
                <a:lnTo>
                  <a:pt x="899" y="1232"/>
                </a:lnTo>
                <a:lnTo>
                  <a:pt x="900" y="1233"/>
                </a:lnTo>
                <a:lnTo>
                  <a:pt x="901" y="1235"/>
                </a:lnTo>
                <a:lnTo>
                  <a:pt x="903" y="1237"/>
                </a:lnTo>
                <a:lnTo>
                  <a:pt x="904" y="1237"/>
                </a:lnTo>
                <a:lnTo>
                  <a:pt x="905" y="1237"/>
                </a:lnTo>
                <a:lnTo>
                  <a:pt x="906" y="1237"/>
                </a:lnTo>
                <a:lnTo>
                  <a:pt x="907" y="1238"/>
                </a:lnTo>
                <a:lnTo>
                  <a:pt x="908" y="1238"/>
                </a:lnTo>
                <a:lnTo>
                  <a:pt x="909" y="1238"/>
                </a:lnTo>
                <a:lnTo>
                  <a:pt x="911" y="1238"/>
                </a:lnTo>
                <a:lnTo>
                  <a:pt x="913" y="1239"/>
                </a:lnTo>
                <a:lnTo>
                  <a:pt x="914" y="1240"/>
                </a:lnTo>
                <a:lnTo>
                  <a:pt x="914" y="1241"/>
                </a:lnTo>
                <a:lnTo>
                  <a:pt x="915" y="1241"/>
                </a:lnTo>
                <a:lnTo>
                  <a:pt x="915" y="1242"/>
                </a:lnTo>
                <a:lnTo>
                  <a:pt x="916" y="1241"/>
                </a:lnTo>
                <a:lnTo>
                  <a:pt x="917" y="1241"/>
                </a:lnTo>
                <a:lnTo>
                  <a:pt x="918" y="1241"/>
                </a:lnTo>
                <a:lnTo>
                  <a:pt x="919" y="1242"/>
                </a:lnTo>
                <a:lnTo>
                  <a:pt x="919" y="1243"/>
                </a:lnTo>
                <a:lnTo>
                  <a:pt x="920" y="1243"/>
                </a:lnTo>
                <a:lnTo>
                  <a:pt x="920" y="1244"/>
                </a:lnTo>
                <a:lnTo>
                  <a:pt x="922" y="1245"/>
                </a:lnTo>
                <a:lnTo>
                  <a:pt x="923" y="1246"/>
                </a:lnTo>
                <a:lnTo>
                  <a:pt x="924" y="1247"/>
                </a:lnTo>
                <a:lnTo>
                  <a:pt x="925" y="1248"/>
                </a:lnTo>
                <a:lnTo>
                  <a:pt x="925" y="1249"/>
                </a:lnTo>
                <a:lnTo>
                  <a:pt x="925" y="1250"/>
                </a:lnTo>
                <a:lnTo>
                  <a:pt x="926" y="1250"/>
                </a:lnTo>
                <a:lnTo>
                  <a:pt x="926" y="1251"/>
                </a:lnTo>
                <a:lnTo>
                  <a:pt x="926" y="1252"/>
                </a:lnTo>
                <a:lnTo>
                  <a:pt x="925" y="1253"/>
                </a:lnTo>
                <a:lnTo>
                  <a:pt x="925" y="1254"/>
                </a:lnTo>
                <a:lnTo>
                  <a:pt x="925" y="1257"/>
                </a:lnTo>
                <a:lnTo>
                  <a:pt x="926" y="1257"/>
                </a:lnTo>
                <a:lnTo>
                  <a:pt x="926" y="1258"/>
                </a:lnTo>
                <a:lnTo>
                  <a:pt x="927" y="1258"/>
                </a:lnTo>
                <a:lnTo>
                  <a:pt x="928" y="1259"/>
                </a:lnTo>
                <a:lnTo>
                  <a:pt x="928" y="1260"/>
                </a:lnTo>
                <a:lnTo>
                  <a:pt x="929" y="1261"/>
                </a:lnTo>
                <a:lnTo>
                  <a:pt x="929" y="1262"/>
                </a:lnTo>
                <a:lnTo>
                  <a:pt x="930" y="1263"/>
                </a:lnTo>
                <a:lnTo>
                  <a:pt x="930" y="1266"/>
                </a:lnTo>
                <a:lnTo>
                  <a:pt x="931" y="1266"/>
                </a:lnTo>
                <a:lnTo>
                  <a:pt x="930" y="1268"/>
                </a:lnTo>
                <a:lnTo>
                  <a:pt x="929" y="1268"/>
                </a:lnTo>
                <a:lnTo>
                  <a:pt x="929" y="1269"/>
                </a:lnTo>
                <a:lnTo>
                  <a:pt x="929" y="1270"/>
                </a:lnTo>
                <a:lnTo>
                  <a:pt x="930" y="1270"/>
                </a:lnTo>
                <a:lnTo>
                  <a:pt x="930" y="1271"/>
                </a:lnTo>
                <a:lnTo>
                  <a:pt x="929" y="1272"/>
                </a:lnTo>
                <a:lnTo>
                  <a:pt x="929" y="1273"/>
                </a:lnTo>
                <a:lnTo>
                  <a:pt x="929" y="1274"/>
                </a:lnTo>
                <a:lnTo>
                  <a:pt x="929" y="1275"/>
                </a:lnTo>
                <a:lnTo>
                  <a:pt x="928" y="1276"/>
                </a:lnTo>
                <a:lnTo>
                  <a:pt x="927" y="1276"/>
                </a:lnTo>
                <a:lnTo>
                  <a:pt x="926" y="1276"/>
                </a:lnTo>
                <a:lnTo>
                  <a:pt x="925" y="1276"/>
                </a:lnTo>
                <a:lnTo>
                  <a:pt x="925" y="1277"/>
                </a:lnTo>
                <a:lnTo>
                  <a:pt x="926" y="1277"/>
                </a:lnTo>
                <a:lnTo>
                  <a:pt x="926" y="1278"/>
                </a:lnTo>
                <a:lnTo>
                  <a:pt x="927" y="1279"/>
                </a:lnTo>
                <a:lnTo>
                  <a:pt x="928" y="1280"/>
                </a:lnTo>
                <a:lnTo>
                  <a:pt x="928" y="1281"/>
                </a:lnTo>
                <a:lnTo>
                  <a:pt x="928" y="1282"/>
                </a:lnTo>
                <a:lnTo>
                  <a:pt x="928" y="1283"/>
                </a:lnTo>
                <a:lnTo>
                  <a:pt x="929" y="1284"/>
                </a:lnTo>
                <a:lnTo>
                  <a:pt x="929" y="1285"/>
                </a:lnTo>
                <a:lnTo>
                  <a:pt x="929" y="1286"/>
                </a:lnTo>
                <a:lnTo>
                  <a:pt x="930" y="1286"/>
                </a:lnTo>
                <a:lnTo>
                  <a:pt x="931" y="1287"/>
                </a:lnTo>
                <a:lnTo>
                  <a:pt x="931" y="1288"/>
                </a:lnTo>
                <a:lnTo>
                  <a:pt x="931" y="1289"/>
                </a:lnTo>
                <a:lnTo>
                  <a:pt x="932" y="1289"/>
                </a:lnTo>
                <a:lnTo>
                  <a:pt x="932" y="1290"/>
                </a:lnTo>
                <a:lnTo>
                  <a:pt x="933" y="1290"/>
                </a:lnTo>
                <a:lnTo>
                  <a:pt x="933" y="1291"/>
                </a:lnTo>
                <a:lnTo>
                  <a:pt x="932" y="1292"/>
                </a:lnTo>
                <a:lnTo>
                  <a:pt x="931" y="1293"/>
                </a:lnTo>
                <a:lnTo>
                  <a:pt x="931" y="1294"/>
                </a:lnTo>
                <a:lnTo>
                  <a:pt x="932" y="1295"/>
                </a:lnTo>
                <a:lnTo>
                  <a:pt x="932" y="1297"/>
                </a:lnTo>
                <a:lnTo>
                  <a:pt x="933" y="1297"/>
                </a:lnTo>
                <a:lnTo>
                  <a:pt x="933" y="1298"/>
                </a:lnTo>
                <a:lnTo>
                  <a:pt x="932" y="1298"/>
                </a:lnTo>
                <a:lnTo>
                  <a:pt x="931" y="1299"/>
                </a:lnTo>
                <a:lnTo>
                  <a:pt x="929" y="1299"/>
                </a:lnTo>
                <a:lnTo>
                  <a:pt x="929" y="1300"/>
                </a:lnTo>
                <a:lnTo>
                  <a:pt x="928" y="1302"/>
                </a:lnTo>
                <a:lnTo>
                  <a:pt x="928" y="1303"/>
                </a:lnTo>
                <a:lnTo>
                  <a:pt x="929" y="1303"/>
                </a:lnTo>
                <a:lnTo>
                  <a:pt x="929" y="1304"/>
                </a:lnTo>
                <a:lnTo>
                  <a:pt x="928" y="1304"/>
                </a:lnTo>
                <a:lnTo>
                  <a:pt x="927" y="1304"/>
                </a:lnTo>
                <a:lnTo>
                  <a:pt x="927" y="1305"/>
                </a:lnTo>
                <a:lnTo>
                  <a:pt x="927" y="1306"/>
                </a:lnTo>
                <a:lnTo>
                  <a:pt x="927" y="1307"/>
                </a:lnTo>
                <a:lnTo>
                  <a:pt x="926" y="1310"/>
                </a:lnTo>
                <a:lnTo>
                  <a:pt x="925" y="1311"/>
                </a:lnTo>
                <a:lnTo>
                  <a:pt x="925" y="1312"/>
                </a:lnTo>
                <a:lnTo>
                  <a:pt x="926" y="1313"/>
                </a:lnTo>
                <a:lnTo>
                  <a:pt x="927" y="1314"/>
                </a:lnTo>
                <a:lnTo>
                  <a:pt x="927" y="1315"/>
                </a:lnTo>
                <a:lnTo>
                  <a:pt x="926" y="1314"/>
                </a:lnTo>
                <a:lnTo>
                  <a:pt x="925" y="1314"/>
                </a:lnTo>
                <a:lnTo>
                  <a:pt x="924" y="1314"/>
                </a:lnTo>
                <a:lnTo>
                  <a:pt x="923" y="1313"/>
                </a:lnTo>
                <a:lnTo>
                  <a:pt x="923" y="1314"/>
                </a:lnTo>
                <a:lnTo>
                  <a:pt x="921" y="1315"/>
                </a:lnTo>
                <a:lnTo>
                  <a:pt x="921" y="1316"/>
                </a:lnTo>
                <a:lnTo>
                  <a:pt x="921" y="1317"/>
                </a:lnTo>
                <a:lnTo>
                  <a:pt x="920" y="1318"/>
                </a:lnTo>
                <a:lnTo>
                  <a:pt x="919" y="1318"/>
                </a:lnTo>
                <a:lnTo>
                  <a:pt x="919" y="1319"/>
                </a:lnTo>
                <a:lnTo>
                  <a:pt x="919" y="1320"/>
                </a:lnTo>
                <a:lnTo>
                  <a:pt x="918" y="1321"/>
                </a:lnTo>
                <a:lnTo>
                  <a:pt x="918" y="1322"/>
                </a:lnTo>
                <a:lnTo>
                  <a:pt x="917" y="1323"/>
                </a:lnTo>
                <a:lnTo>
                  <a:pt x="916" y="1324"/>
                </a:lnTo>
                <a:lnTo>
                  <a:pt x="916" y="1325"/>
                </a:lnTo>
                <a:lnTo>
                  <a:pt x="915" y="1325"/>
                </a:lnTo>
                <a:lnTo>
                  <a:pt x="915" y="1326"/>
                </a:lnTo>
                <a:lnTo>
                  <a:pt x="914" y="1326"/>
                </a:lnTo>
                <a:lnTo>
                  <a:pt x="914" y="1325"/>
                </a:lnTo>
                <a:lnTo>
                  <a:pt x="914" y="1324"/>
                </a:lnTo>
                <a:lnTo>
                  <a:pt x="913" y="1324"/>
                </a:lnTo>
                <a:lnTo>
                  <a:pt x="913" y="1325"/>
                </a:lnTo>
                <a:lnTo>
                  <a:pt x="913" y="1326"/>
                </a:lnTo>
                <a:lnTo>
                  <a:pt x="912" y="1326"/>
                </a:lnTo>
                <a:lnTo>
                  <a:pt x="912" y="1325"/>
                </a:lnTo>
                <a:lnTo>
                  <a:pt x="912" y="1324"/>
                </a:lnTo>
                <a:lnTo>
                  <a:pt x="911" y="1324"/>
                </a:lnTo>
                <a:lnTo>
                  <a:pt x="910" y="1324"/>
                </a:lnTo>
                <a:lnTo>
                  <a:pt x="910" y="1325"/>
                </a:lnTo>
                <a:lnTo>
                  <a:pt x="909" y="1325"/>
                </a:lnTo>
                <a:lnTo>
                  <a:pt x="908" y="1324"/>
                </a:lnTo>
                <a:lnTo>
                  <a:pt x="906" y="1324"/>
                </a:lnTo>
                <a:lnTo>
                  <a:pt x="905" y="1324"/>
                </a:lnTo>
                <a:lnTo>
                  <a:pt x="905" y="1325"/>
                </a:lnTo>
                <a:lnTo>
                  <a:pt x="904" y="1326"/>
                </a:lnTo>
                <a:lnTo>
                  <a:pt x="903" y="1326"/>
                </a:lnTo>
                <a:lnTo>
                  <a:pt x="901" y="1326"/>
                </a:lnTo>
                <a:lnTo>
                  <a:pt x="900" y="1327"/>
                </a:lnTo>
                <a:lnTo>
                  <a:pt x="899" y="1329"/>
                </a:lnTo>
                <a:lnTo>
                  <a:pt x="898" y="1330"/>
                </a:lnTo>
                <a:lnTo>
                  <a:pt x="898" y="1332"/>
                </a:lnTo>
                <a:lnTo>
                  <a:pt x="898" y="1333"/>
                </a:lnTo>
                <a:lnTo>
                  <a:pt x="898" y="1334"/>
                </a:lnTo>
                <a:lnTo>
                  <a:pt x="899" y="1334"/>
                </a:lnTo>
                <a:lnTo>
                  <a:pt x="899" y="1335"/>
                </a:lnTo>
                <a:lnTo>
                  <a:pt x="900" y="1335"/>
                </a:lnTo>
                <a:lnTo>
                  <a:pt x="900" y="1336"/>
                </a:lnTo>
                <a:lnTo>
                  <a:pt x="899" y="1337"/>
                </a:lnTo>
                <a:lnTo>
                  <a:pt x="898" y="1337"/>
                </a:lnTo>
                <a:lnTo>
                  <a:pt x="897" y="1337"/>
                </a:lnTo>
                <a:lnTo>
                  <a:pt x="897" y="1336"/>
                </a:lnTo>
                <a:lnTo>
                  <a:pt x="897" y="1335"/>
                </a:lnTo>
                <a:lnTo>
                  <a:pt x="896" y="1337"/>
                </a:lnTo>
                <a:lnTo>
                  <a:pt x="895" y="1337"/>
                </a:lnTo>
                <a:lnTo>
                  <a:pt x="895" y="1338"/>
                </a:lnTo>
                <a:lnTo>
                  <a:pt x="893" y="1339"/>
                </a:lnTo>
                <a:lnTo>
                  <a:pt x="892" y="1339"/>
                </a:lnTo>
                <a:lnTo>
                  <a:pt x="892" y="1338"/>
                </a:lnTo>
                <a:lnTo>
                  <a:pt x="891" y="1338"/>
                </a:lnTo>
                <a:lnTo>
                  <a:pt x="889" y="1338"/>
                </a:lnTo>
                <a:lnTo>
                  <a:pt x="889" y="1339"/>
                </a:lnTo>
                <a:lnTo>
                  <a:pt x="887" y="1340"/>
                </a:lnTo>
                <a:lnTo>
                  <a:pt x="886" y="1340"/>
                </a:lnTo>
                <a:lnTo>
                  <a:pt x="886" y="1342"/>
                </a:lnTo>
                <a:lnTo>
                  <a:pt x="885" y="1342"/>
                </a:lnTo>
                <a:lnTo>
                  <a:pt x="884" y="1342"/>
                </a:lnTo>
                <a:lnTo>
                  <a:pt x="883" y="1342"/>
                </a:lnTo>
                <a:lnTo>
                  <a:pt x="883" y="1344"/>
                </a:lnTo>
                <a:lnTo>
                  <a:pt x="882" y="1344"/>
                </a:lnTo>
                <a:lnTo>
                  <a:pt x="882" y="1345"/>
                </a:lnTo>
                <a:lnTo>
                  <a:pt x="883" y="1345"/>
                </a:lnTo>
                <a:lnTo>
                  <a:pt x="883" y="1347"/>
                </a:lnTo>
                <a:lnTo>
                  <a:pt x="883" y="1348"/>
                </a:lnTo>
                <a:lnTo>
                  <a:pt x="883" y="1349"/>
                </a:lnTo>
                <a:lnTo>
                  <a:pt x="881" y="1350"/>
                </a:lnTo>
                <a:lnTo>
                  <a:pt x="880" y="1349"/>
                </a:lnTo>
                <a:lnTo>
                  <a:pt x="878" y="1347"/>
                </a:lnTo>
                <a:lnTo>
                  <a:pt x="876" y="1345"/>
                </a:lnTo>
                <a:lnTo>
                  <a:pt x="875" y="1345"/>
                </a:lnTo>
                <a:lnTo>
                  <a:pt x="875" y="1344"/>
                </a:lnTo>
                <a:lnTo>
                  <a:pt x="876" y="1344"/>
                </a:lnTo>
                <a:lnTo>
                  <a:pt x="875" y="1343"/>
                </a:lnTo>
                <a:lnTo>
                  <a:pt x="874" y="1342"/>
                </a:lnTo>
                <a:lnTo>
                  <a:pt x="873" y="1341"/>
                </a:lnTo>
                <a:lnTo>
                  <a:pt x="871" y="1339"/>
                </a:lnTo>
                <a:lnTo>
                  <a:pt x="871" y="1337"/>
                </a:lnTo>
                <a:lnTo>
                  <a:pt x="870" y="1337"/>
                </a:lnTo>
                <a:lnTo>
                  <a:pt x="869" y="1337"/>
                </a:lnTo>
                <a:lnTo>
                  <a:pt x="869" y="1338"/>
                </a:lnTo>
                <a:lnTo>
                  <a:pt x="870" y="1339"/>
                </a:lnTo>
                <a:lnTo>
                  <a:pt x="869" y="1340"/>
                </a:lnTo>
                <a:lnTo>
                  <a:pt x="867" y="1341"/>
                </a:lnTo>
                <a:lnTo>
                  <a:pt x="866" y="1341"/>
                </a:lnTo>
                <a:lnTo>
                  <a:pt x="865" y="1340"/>
                </a:lnTo>
                <a:lnTo>
                  <a:pt x="864" y="1340"/>
                </a:lnTo>
                <a:lnTo>
                  <a:pt x="862" y="1340"/>
                </a:lnTo>
                <a:lnTo>
                  <a:pt x="861" y="1339"/>
                </a:lnTo>
                <a:lnTo>
                  <a:pt x="861" y="1338"/>
                </a:lnTo>
                <a:lnTo>
                  <a:pt x="862" y="1338"/>
                </a:lnTo>
                <a:lnTo>
                  <a:pt x="862" y="1336"/>
                </a:lnTo>
                <a:lnTo>
                  <a:pt x="862" y="1335"/>
                </a:lnTo>
                <a:lnTo>
                  <a:pt x="862" y="1334"/>
                </a:lnTo>
                <a:lnTo>
                  <a:pt x="861" y="1334"/>
                </a:lnTo>
                <a:lnTo>
                  <a:pt x="861" y="1333"/>
                </a:lnTo>
                <a:lnTo>
                  <a:pt x="861" y="1330"/>
                </a:lnTo>
                <a:lnTo>
                  <a:pt x="861" y="1328"/>
                </a:lnTo>
                <a:lnTo>
                  <a:pt x="861" y="1327"/>
                </a:lnTo>
                <a:lnTo>
                  <a:pt x="860" y="1327"/>
                </a:lnTo>
                <a:lnTo>
                  <a:pt x="860" y="1326"/>
                </a:lnTo>
                <a:lnTo>
                  <a:pt x="859" y="1326"/>
                </a:lnTo>
                <a:lnTo>
                  <a:pt x="858" y="1325"/>
                </a:lnTo>
                <a:lnTo>
                  <a:pt x="858" y="1324"/>
                </a:lnTo>
                <a:lnTo>
                  <a:pt x="859" y="1323"/>
                </a:lnTo>
                <a:lnTo>
                  <a:pt x="859" y="1322"/>
                </a:lnTo>
                <a:lnTo>
                  <a:pt x="858" y="1321"/>
                </a:lnTo>
                <a:lnTo>
                  <a:pt x="857" y="1320"/>
                </a:lnTo>
                <a:lnTo>
                  <a:pt x="856" y="1320"/>
                </a:lnTo>
                <a:lnTo>
                  <a:pt x="856" y="1321"/>
                </a:lnTo>
                <a:lnTo>
                  <a:pt x="855" y="1319"/>
                </a:lnTo>
                <a:lnTo>
                  <a:pt x="852" y="1319"/>
                </a:lnTo>
                <a:lnTo>
                  <a:pt x="850" y="1318"/>
                </a:lnTo>
                <a:lnTo>
                  <a:pt x="849" y="1319"/>
                </a:lnTo>
                <a:lnTo>
                  <a:pt x="850" y="1320"/>
                </a:lnTo>
                <a:lnTo>
                  <a:pt x="850" y="1321"/>
                </a:lnTo>
                <a:lnTo>
                  <a:pt x="851" y="1321"/>
                </a:lnTo>
                <a:lnTo>
                  <a:pt x="851" y="1322"/>
                </a:lnTo>
                <a:lnTo>
                  <a:pt x="850" y="1322"/>
                </a:lnTo>
                <a:lnTo>
                  <a:pt x="850" y="1324"/>
                </a:lnTo>
                <a:lnTo>
                  <a:pt x="848" y="1325"/>
                </a:lnTo>
                <a:lnTo>
                  <a:pt x="847" y="1325"/>
                </a:lnTo>
                <a:lnTo>
                  <a:pt x="847" y="1324"/>
                </a:lnTo>
                <a:lnTo>
                  <a:pt x="847" y="1323"/>
                </a:lnTo>
                <a:lnTo>
                  <a:pt x="846" y="1324"/>
                </a:lnTo>
                <a:lnTo>
                  <a:pt x="846" y="1325"/>
                </a:lnTo>
                <a:lnTo>
                  <a:pt x="845" y="1327"/>
                </a:lnTo>
                <a:lnTo>
                  <a:pt x="844" y="1328"/>
                </a:lnTo>
                <a:lnTo>
                  <a:pt x="843" y="1329"/>
                </a:lnTo>
                <a:lnTo>
                  <a:pt x="844" y="1329"/>
                </a:lnTo>
                <a:lnTo>
                  <a:pt x="844" y="1330"/>
                </a:lnTo>
                <a:lnTo>
                  <a:pt x="843" y="1330"/>
                </a:lnTo>
                <a:lnTo>
                  <a:pt x="843" y="1331"/>
                </a:lnTo>
                <a:lnTo>
                  <a:pt x="842" y="1332"/>
                </a:lnTo>
                <a:lnTo>
                  <a:pt x="841" y="1332"/>
                </a:lnTo>
                <a:lnTo>
                  <a:pt x="840" y="1334"/>
                </a:lnTo>
                <a:lnTo>
                  <a:pt x="840" y="1335"/>
                </a:lnTo>
                <a:lnTo>
                  <a:pt x="840" y="1336"/>
                </a:lnTo>
                <a:lnTo>
                  <a:pt x="838" y="1336"/>
                </a:lnTo>
                <a:lnTo>
                  <a:pt x="837" y="1335"/>
                </a:lnTo>
                <a:lnTo>
                  <a:pt x="836" y="1335"/>
                </a:lnTo>
                <a:lnTo>
                  <a:pt x="835" y="1335"/>
                </a:lnTo>
                <a:lnTo>
                  <a:pt x="834" y="1336"/>
                </a:lnTo>
                <a:lnTo>
                  <a:pt x="834" y="1337"/>
                </a:lnTo>
                <a:lnTo>
                  <a:pt x="833" y="1337"/>
                </a:lnTo>
                <a:lnTo>
                  <a:pt x="832" y="1337"/>
                </a:lnTo>
                <a:lnTo>
                  <a:pt x="830" y="1337"/>
                </a:lnTo>
                <a:lnTo>
                  <a:pt x="829" y="1336"/>
                </a:lnTo>
                <a:lnTo>
                  <a:pt x="828" y="1336"/>
                </a:lnTo>
                <a:lnTo>
                  <a:pt x="827" y="1336"/>
                </a:lnTo>
                <a:lnTo>
                  <a:pt x="826" y="1336"/>
                </a:lnTo>
                <a:lnTo>
                  <a:pt x="825" y="1336"/>
                </a:lnTo>
                <a:lnTo>
                  <a:pt x="824" y="1336"/>
                </a:lnTo>
                <a:lnTo>
                  <a:pt x="823" y="1336"/>
                </a:lnTo>
                <a:lnTo>
                  <a:pt x="823" y="1335"/>
                </a:lnTo>
                <a:lnTo>
                  <a:pt x="823" y="1336"/>
                </a:lnTo>
                <a:lnTo>
                  <a:pt x="824" y="1336"/>
                </a:lnTo>
                <a:lnTo>
                  <a:pt x="824" y="1335"/>
                </a:lnTo>
                <a:lnTo>
                  <a:pt x="823" y="1335"/>
                </a:lnTo>
                <a:lnTo>
                  <a:pt x="822" y="1335"/>
                </a:lnTo>
                <a:lnTo>
                  <a:pt x="822" y="1336"/>
                </a:lnTo>
                <a:lnTo>
                  <a:pt x="821" y="1337"/>
                </a:lnTo>
                <a:lnTo>
                  <a:pt x="819" y="1337"/>
                </a:lnTo>
                <a:lnTo>
                  <a:pt x="818" y="1337"/>
                </a:lnTo>
                <a:lnTo>
                  <a:pt x="818" y="1338"/>
                </a:lnTo>
                <a:lnTo>
                  <a:pt x="818" y="1339"/>
                </a:lnTo>
                <a:lnTo>
                  <a:pt x="818" y="1340"/>
                </a:lnTo>
                <a:lnTo>
                  <a:pt x="817" y="1340"/>
                </a:lnTo>
                <a:lnTo>
                  <a:pt x="816" y="1340"/>
                </a:lnTo>
                <a:lnTo>
                  <a:pt x="816" y="1339"/>
                </a:lnTo>
                <a:lnTo>
                  <a:pt x="814" y="1339"/>
                </a:lnTo>
                <a:lnTo>
                  <a:pt x="813" y="1339"/>
                </a:lnTo>
                <a:lnTo>
                  <a:pt x="812" y="1338"/>
                </a:lnTo>
                <a:lnTo>
                  <a:pt x="810" y="1338"/>
                </a:lnTo>
                <a:lnTo>
                  <a:pt x="809" y="1338"/>
                </a:lnTo>
                <a:lnTo>
                  <a:pt x="806" y="1339"/>
                </a:lnTo>
                <a:lnTo>
                  <a:pt x="805" y="1340"/>
                </a:lnTo>
                <a:lnTo>
                  <a:pt x="804" y="1340"/>
                </a:lnTo>
                <a:lnTo>
                  <a:pt x="804" y="1341"/>
                </a:lnTo>
                <a:lnTo>
                  <a:pt x="803" y="1340"/>
                </a:lnTo>
                <a:lnTo>
                  <a:pt x="802" y="1340"/>
                </a:lnTo>
                <a:lnTo>
                  <a:pt x="801" y="1340"/>
                </a:lnTo>
                <a:lnTo>
                  <a:pt x="800" y="1341"/>
                </a:lnTo>
                <a:lnTo>
                  <a:pt x="799" y="1341"/>
                </a:lnTo>
                <a:lnTo>
                  <a:pt x="797" y="1341"/>
                </a:lnTo>
                <a:lnTo>
                  <a:pt x="796" y="1341"/>
                </a:lnTo>
                <a:lnTo>
                  <a:pt x="796" y="1340"/>
                </a:lnTo>
                <a:lnTo>
                  <a:pt x="796" y="1339"/>
                </a:lnTo>
                <a:lnTo>
                  <a:pt x="795" y="1338"/>
                </a:lnTo>
                <a:lnTo>
                  <a:pt x="795" y="1337"/>
                </a:lnTo>
                <a:lnTo>
                  <a:pt x="794" y="1337"/>
                </a:lnTo>
                <a:lnTo>
                  <a:pt x="793" y="1336"/>
                </a:lnTo>
                <a:lnTo>
                  <a:pt x="791" y="1335"/>
                </a:lnTo>
                <a:lnTo>
                  <a:pt x="790" y="1335"/>
                </a:lnTo>
                <a:lnTo>
                  <a:pt x="789" y="1333"/>
                </a:lnTo>
                <a:lnTo>
                  <a:pt x="790" y="1333"/>
                </a:lnTo>
                <a:lnTo>
                  <a:pt x="789" y="1332"/>
                </a:lnTo>
                <a:lnTo>
                  <a:pt x="788" y="1331"/>
                </a:lnTo>
                <a:lnTo>
                  <a:pt x="787" y="1331"/>
                </a:lnTo>
                <a:lnTo>
                  <a:pt x="785" y="1332"/>
                </a:lnTo>
                <a:lnTo>
                  <a:pt x="784" y="1332"/>
                </a:lnTo>
                <a:lnTo>
                  <a:pt x="783" y="1333"/>
                </a:lnTo>
                <a:lnTo>
                  <a:pt x="782" y="1333"/>
                </a:lnTo>
                <a:lnTo>
                  <a:pt x="780" y="1333"/>
                </a:lnTo>
                <a:lnTo>
                  <a:pt x="779" y="1333"/>
                </a:lnTo>
                <a:lnTo>
                  <a:pt x="778" y="1333"/>
                </a:lnTo>
                <a:lnTo>
                  <a:pt x="777" y="1332"/>
                </a:lnTo>
                <a:lnTo>
                  <a:pt x="777" y="1333"/>
                </a:lnTo>
                <a:lnTo>
                  <a:pt x="776" y="1333"/>
                </a:lnTo>
                <a:lnTo>
                  <a:pt x="775" y="1334"/>
                </a:lnTo>
                <a:lnTo>
                  <a:pt x="774" y="1334"/>
                </a:lnTo>
                <a:lnTo>
                  <a:pt x="773" y="1333"/>
                </a:lnTo>
                <a:lnTo>
                  <a:pt x="772" y="1333"/>
                </a:lnTo>
                <a:lnTo>
                  <a:pt x="772" y="1334"/>
                </a:lnTo>
                <a:lnTo>
                  <a:pt x="772" y="1335"/>
                </a:lnTo>
                <a:lnTo>
                  <a:pt x="771" y="1335"/>
                </a:lnTo>
                <a:lnTo>
                  <a:pt x="770" y="1336"/>
                </a:lnTo>
                <a:lnTo>
                  <a:pt x="769" y="1336"/>
                </a:lnTo>
                <a:lnTo>
                  <a:pt x="769" y="1335"/>
                </a:lnTo>
                <a:lnTo>
                  <a:pt x="768" y="1335"/>
                </a:lnTo>
                <a:lnTo>
                  <a:pt x="767" y="1335"/>
                </a:lnTo>
                <a:lnTo>
                  <a:pt x="767" y="1336"/>
                </a:lnTo>
                <a:lnTo>
                  <a:pt x="766" y="1336"/>
                </a:lnTo>
                <a:lnTo>
                  <a:pt x="766" y="1335"/>
                </a:lnTo>
                <a:lnTo>
                  <a:pt x="765" y="1335"/>
                </a:lnTo>
                <a:lnTo>
                  <a:pt x="765" y="1334"/>
                </a:lnTo>
                <a:lnTo>
                  <a:pt x="764" y="1334"/>
                </a:lnTo>
                <a:lnTo>
                  <a:pt x="763" y="1333"/>
                </a:lnTo>
                <a:lnTo>
                  <a:pt x="762" y="1333"/>
                </a:lnTo>
                <a:lnTo>
                  <a:pt x="760" y="1334"/>
                </a:lnTo>
                <a:lnTo>
                  <a:pt x="759" y="1334"/>
                </a:lnTo>
                <a:lnTo>
                  <a:pt x="759" y="1335"/>
                </a:lnTo>
                <a:lnTo>
                  <a:pt x="758" y="1335"/>
                </a:lnTo>
                <a:lnTo>
                  <a:pt x="757" y="1335"/>
                </a:lnTo>
                <a:lnTo>
                  <a:pt x="756" y="1335"/>
                </a:lnTo>
                <a:lnTo>
                  <a:pt x="756" y="1334"/>
                </a:lnTo>
                <a:lnTo>
                  <a:pt x="754" y="1333"/>
                </a:lnTo>
                <a:lnTo>
                  <a:pt x="752" y="1332"/>
                </a:lnTo>
                <a:lnTo>
                  <a:pt x="750" y="1331"/>
                </a:lnTo>
                <a:lnTo>
                  <a:pt x="749" y="1330"/>
                </a:lnTo>
                <a:lnTo>
                  <a:pt x="748" y="1330"/>
                </a:lnTo>
                <a:lnTo>
                  <a:pt x="747" y="1330"/>
                </a:lnTo>
                <a:lnTo>
                  <a:pt x="746" y="1330"/>
                </a:lnTo>
                <a:lnTo>
                  <a:pt x="746" y="1329"/>
                </a:lnTo>
                <a:lnTo>
                  <a:pt x="745" y="1329"/>
                </a:lnTo>
                <a:lnTo>
                  <a:pt x="744" y="1329"/>
                </a:lnTo>
                <a:lnTo>
                  <a:pt x="744" y="1328"/>
                </a:lnTo>
                <a:lnTo>
                  <a:pt x="743" y="1328"/>
                </a:lnTo>
                <a:lnTo>
                  <a:pt x="742" y="1328"/>
                </a:lnTo>
                <a:lnTo>
                  <a:pt x="741" y="1328"/>
                </a:lnTo>
                <a:lnTo>
                  <a:pt x="739" y="1327"/>
                </a:lnTo>
                <a:lnTo>
                  <a:pt x="738" y="1326"/>
                </a:lnTo>
                <a:lnTo>
                  <a:pt x="736" y="1326"/>
                </a:lnTo>
                <a:lnTo>
                  <a:pt x="734" y="1327"/>
                </a:lnTo>
                <a:lnTo>
                  <a:pt x="733" y="1327"/>
                </a:lnTo>
                <a:lnTo>
                  <a:pt x="732" y="1327"/>
                </a:lnTo>
                <a:lnTo>
                  <a:pt x="731" y="1328"/>
                </a:lnTo>
                <a:lnTo>
                  <a:pt x="730" y="1328"/>
                </a:lnTo>
                <a:lnTo>
                  <a:pt x="729" y="1328"/>
                </a:lnTo>
                <a:lnTo>
                  <a:pt x="729" y="1329"/>
                </a:lnTo>
                <a:lnTo>
                  <a:pt x="728" y="1329"/>
                </a:lnTo>
                <a:lnTo>
                  <a:pt x="727" y="1329"/>
                </a:lnTo>
                <a:lnTo>
                  <a:pt x="726" y="1329"/>
                </a:lnTo>
                <a:lnTo>
                  <a:pt x="726" y="1330"/>
                </a:lnTo>
                <a:lnTo>
                  <a:pt x="725" y="1330"/>
                </a:lnTo>
                <a:lnTo>
                  <a:pt x="724" y="1329"/>
                </a:lnTo>
                <a:lnTo>
                  <a:pt x="723" y="1329"/>
                </a:lnTo>
                <a:lnTo>
                  <a:pt x="722" y="1329"/>
                </a:lnTo>
                <a:lnTo>
                  <a:pt x="721" y="1329"/>
                </a:lnTo>
                <a:lnTo>
                  <a:pt x="720" y="1329"/>
                </a:lnTo>
                <a:lnTo>
                  <a:pt x="720" y="1330"/>
                </a:lnTo>
                <a:lnTo>
                  <a:pt x="716" y="1330"/>
                </a:lnTo>
                <a:lnTo>
                  <a:pt x="715" y="1330"/>
                </a:lnTo>
                <a:lnTo>
                  <a:pt x="714" y="1329"/>
                </a:lnTo>
                <a:lnTo>
                  <a:pt x="714" y="1330"/>
                </a:lnTo>
                <a:lnTo>
                  <a:pt x="713" y="1330"/>
                </a:lnTo>
                <a:lnTo>
                  <a:pt x="712" y="1330"/>
                </a:lnTo>
                <a:lnTo>
                  <a:pt x="711" y="1330"/>
                </a:lnTo>
                <a:lnTo>
                  <a:pt x="710" y="1329"/>
                </a:lnTo>
                <a:lnTo>
                  <a:pt x="710" y="1328"/>
                </a:lnTo>
                <a:lnTo>
                  <a:pt x="710" y="1327"/>
                </a:lnTo>
                <a:lnTo>
                  <a:pt x="709" y="1326"/>
                </a:lnTo>
                <a:lnTo>
                  <a:pt x="709" y="1325"/>
                </a:lnTo>
                <a:lnTo>
                  <a:pt x="708" y="1325"/>
                </a:lnTo>
                <a:lnTo>
                  <a:pt x="708" y="1326"/>
                </a:lnTo>
                <a:lnTo>
                  <a:pt x="707" y="1326"/>
                </a:lnTo>
                <a:lnTo>
                  <a:pt x="704" y="1326"/>
                </a:lnTo>
                <a:lnTo>
                  <a:pt x="703" y="1326"/>
                </a:lnTo>
                <a:lnTo>
                  <a:pt x="703" y="1327"/>
                </a:lnTo>
                <a:lnTo>
                  <a:pt x="703" y="1328"/>
                </a:lnTo>
                <a:lnTo>
                  <a:pt x="702" y="1328"/>
                </a:lnTo>
                <a:lnTo>
                  <a:pt x="702" y="1327"/>
                </a:lnTo>
                <a:lnTo>
                  <a:pt x="701" y="1327"/>
                </a:lnTo>
                <a:lnTo>
                  <a:pt x="701" y="1326"/>
                </a:lnTo>
                <a:lnTo>
                  <a:pt x="700" y="1325"/>
                </a:lnTo>
                <a:lnTo>
                  <a:pt x="700" y="1324"/>
                </a:lnTo>
                <a:lnTo>
                  <a:pt x="700" y="1323"/>
                </a:lnTo>
                <a:lnTo>
                  <a:pt x="699" y="1323"/>
                </a:lnTo>
                <a:lnTo>
                  <a:pt x="698" y="1323"/>
                </a:lnTo>
                <a:lnTo>
                  <a:pt x="697" y="1323"/>
                </a:lnTo>
                <a:lnTo>
                  <a:pt x="696" y="1323"/>
                </a:lnTo>
                <a:lnTo>
                  <a:pt x="696" y="1324"/>
                </a:lnTo>
                <a:lnTo>
                  <a:pt x="695" y="1326"/>
                </a:lnTo>
                <a:lnTo>
                  <a:pt x="694" y="1327"/>
                </a:lnTo>
                <a:lnTo>
                  <a:pt x="694" y="1328"/>
                </a:lnTo>
                <a:lnTo>
                  <a:pt x="694" y="1329"/>
                </a:lnTo>
                <a:lnTo>
                  <a:pt x="695" y="1330"/>
                </a:lnTo>
                <a:lnTo>
                  <a:pt x="695" y="1331"/>
                </a:lnTo>
                <a:lnTo>
                  <a:pt x="694" y="1331"/>
                </a:lnTo>
                <a:lnTo>
                  <a:pt x="693" y="1331"/>
                </a:lnTo>
                <a:lnTo>
                  <a:pt x="692" y="1331"/>
                </a:lnTo>
                <a:lnTo>
                  <a:pt x="691" y="1331"/>
                </a:lnTo>
                <a:lnTo>
                  <a:pt x="691" y="1332"/>
                </a:lnTo>
                <a:lnTo>
                  <a:pt x="690" y="1332"/>
                </a:lnTo>
                <a:lnTo>
                  <a:pt x="688" y="1331"/>
                </a:lnTo>
                <a:lnTo>
                  <a:pt x="687" y="1331"/>
                </a:lnTo>
                <a:lnTo>
                  <a:pt x="686" y="1331"/>
                </a:lnTo>
                <a:lnTo>
                  <a:pt x="685" y="1331"/>
                </a:lnTo>
                <a:lnTo>
                  <a:pt x="684" y="1330"/>
                </a:lnTo>
                <a:lnTo>
                  <a:pt x="683" y="1330"/>
                </a:lnTo>
                <a:lnTo>
                  <a:pt x="683" y="1331"/>
                </a:lnTo>
                <a:lnTo>
                  <a:pt x="682" y="1331"/>
                </a:lnTo>
                <a:lnTo>
                  <a:pt x="681" y="1331"/>
                </a:lnTo>
                <a:lnTo>
                  <a:pt x="681" y="1330"/>
                </a:lnTo>
                <a:lnTo>
                  <a:pt x="680" y="1330"/>
                </a:lnTo>
                <a:lnTo>
                  <a:pt x="679" y="1330"/>
                </a:lnTo>
                <a:lnTo>
                  <a:pt x="679" y="1331"/>
                </a:lnTo>
                <a:lnTo>
                  <a:pt x="679" y="1332"/>
                </a:lnTo>
                <a:lnTo>
                  <a:pt x="677" y="1333"/>
                </a:lnTo>
                <a:lnTo>
                  <a:pt x="677" y="1334"/>
                </a:lnTo>
                <a:lnTo>
                  <a:pt x="677" y="1335"/>
                </a:lnTo>
                <a:lnTo>
                  <a:pt x="678" y="1335"/>
                </a:lnTo>
                <a:lnTo>
                  <a:pt x="678" y="1336"/>
                </a:lnTo>
                <a:lnTo>
                  <a:pt x="677" y="1337"/>
                </a:lnTo>
                <a:lnTo>
                  <a:pt x="676" y="1337"/>
                </a:lnTo>
                <a:lnTo>
                  <a:pt x="674" y="1338"/>
                </a:lnTo>
                <a:lnTo>
                  <a:pt x="674" y="1339"/>
                </a:lnTo>
                <a:lnTo>
                  <a:pt x="673" y="1339"/>
                </a:lnTo>
                <a:lnTo>
                  <a:pt x="673" y="1340"/>
                </a:lnTo>
                <a:lnTo>
                  <a:pt x="673" y="1341"/>
                </a:lnTo>
                <a:lnTo>
                  <a:pt x="674" y="1341"/>
                </a:lnTo>
                <a:lnTo>
                  <a:pt x="673" y="1342"/>
                </a:lnTo>
                <a:lnTo>
                  <a:pt x="672" y="1343"/>
                </a:lnTo>
                <a:lnTo>
                  <a:pt x="671" y="1344"/>
                </a:lnTo>
                <a:lnTo>
                  <a:pt x="670" y="1344"/>
                </a:lnTo>
                <a:lnTo>
                  <a:pt x="669" y="1345"/>
                </a:lnTo>
                <a:lnTo>
                  <a:pt x="669" y="1347"/>
                </a:lnTo>
                <a:lnTo>
                  <a:pt x="669" y="1348"/>
                </a:lnTo>
                <a:lnTo>
                  <a:pt x="668" y="1349"/>
                </a:lnTo>
                <a:lnTo>
                  <a:pt x="667" y="1349"/>
                </a:lnTo>
                <a:lnTo>
                  <a:pt x="667" y="1350"/>
                </a:lnTo>
                <a:lnTo>
                  <a:pt x="668" y="1351"/>
                </a:lnTo>
                <a:lnTo>
                  <a:pt x="670" y="1351"/>
                </a:lnTo>
                <a:lnTo>
                  <a:pt x="671" y="1351"/>
                </a:lnTo>
                <a:lnTo>
                  <a:pt x="671" y="1352"/>
                </a:lnTo>
                <a:lnTo>
                  <a:pt x="672" y="1352"/>
                </a:lnTo>
                <a:lnTo>
                  <a:pt x="674" y="1352"/>
                </a:lnTo>
                <a:lnTo>
                  <a:pt x="675" y="1352"/>
                </a:lnTo>
                <a:lnTo>
                  <a:pt x="675" y="1351"/>
                </a:lnTo>
                <a:lnTo>
                  <a:pt x="676" y="1351"/>
                </a:lnTo>
                <a:lnTo>
                  <a:pt x="678" y="1352"/>
                </a:lnTo>
                <a:lnTo>
                  <a:pt x="679" y="1352"/>
                </a:lnTo>
                <a:lnTo>
                  <a:pt x="680" y="1352"/>
                </a:lnTo>
                <a:lnTo>
                  <a:pt x="681" y="1352"/>
                </a:lnTo>
                <a:lnTo>
                  <a:pt x="682" y="1352"/>
                </a:lnTo>
                <a:lnTo>
                  <a:pt x="684" y="1353"/>
                </a:lnTo>
                <a:lnTo>
                  <a:pt x="685" y="1352"/>
                </a:lnTo>
                <a:lnTo>
                  <a:pt x="685" y="1353"/>
                </a:lnTo>
                <a:lnTo>
                  <a:pt x="686" y="1353"/>
                </a:lnTo>
                <a:lnTo>
                  <a:pt x="686" y="1354"/>
                </a:lnTo>
                <a:lnTo>
                  <a:pt x="685" y="1354"/>
                </a:lnTo>
                <a:lnTo>
                  <a:pt x="686" y="1354"/>
                </a:lnTo>
                <a:lnTo>
                  <a:pt x="687" y="1354"/>
                </a:lnTo>
                <a:lnTo>
                  <a:pt x="688" y="1354"/>
                </a:lnTo>
                <a:lnTo>
                  <a:pt x="689" y="1354"/>
                </a:lnTo>
                <a:lnTo>
                  <a:pt x="689" y="1355"/>
                </a:lnTo>
                <a:lnTo>
                  <a:pt x="689" y="1356"/>
                </a:lnTo>
                <a:lnTo>
                  <a:pt x="691" y="1355"/>
                </a:lnTo>
                <a:lnTo>
                  <a:pt x="692" y="1354"/>
                </a:lnTo>
                <a:lnTo>
                  <a:pt x="693" y="1355"/>
                </a:lnTo>
                <a:lnTo>
                  <a:pt x="694" y="1357"/>
                </a:lnTo>
                <a:lnTo>
                  <a:pt x="695" y="1357"/>
                </a:lnTo>
                <a:lnTo>
                  <a:pt x="695" y="1358"/>
                </a:lnTo>
                <a:lnTo>
                  <a:pt x="696" y="1358"/>
                </a:lnTo>
                <a:lnTo>
                  <a:pt x="697" y="1357"/>
                </a:lnTo>
                <a:lnTo>
                  <a:pt x="698" y="1356"/>
                </a:lnTo>
                <a:lnTo>
                  <a:pt x="699" y="1356"/>
                </a:lnTo>
                <a:lnTo>
                  <a:pt x="700" y="1356"/>
                </a:lnTo>
                <a:lnTo>
                  <a:pt x="701" y="1356"/>
                </a:lnTo>
                <a:lnTo>
                  <a:pt x="703" y="1356"/>
                </a:lnTo>
                <a:lnTo>
                  <a:pt x="704" y="1355"/>
                </a:lnTo>
                <a:lnTo>
                  <a:pt x="705" y="1355"/>
                </a:lnTo>
                <a:lnTo>
                  <a:pt x="706" y="1355"/>
                </a:lnTo>
                <a:lnTo>
                  <a:pt x="707" y="1355"/>
                </a:lnTo>
                <a:lnTo>
                  <a:pt x="708" y="1355"/>
                </a:lnTo>
                <a:lnTo>
                  <a:pt x="709" y="1355"/>
                </a:lnTo>
                <a:lnTo>
                  <a:pt x="710" y="1355"/>
                </a:lnTo>
                <a:lnTo>
                  <a:pt x="710" y="1356"/>
                </a:lnTo>
                <a:lnTo>
                  <a:pt x="711" y="1357"/>
                </a:lnTo>
                <a:lnTo>
                  <a:pt x="712" y="1357"/>
                </a:lnTo>
                <a:lnTo>
                  <a:pt x="712" y="1358"/>
                </a:lnTo>
                <a:lnTo>
                  <a:pt x="713" y="1359"/>
                </a:lnTo>
                <a:lnTo>
                  <a:pt x="713" y="1358"/>
                </a:lnTo>
                <a:lnTo>
                  <a:pt x="715" y="1358"/>
                </a:lnTo>
                <a:lnTo>
                  <a:pt x="716" y="1359"/>
                </a:lnTo>
                <a:lnTo>
                  <a:pt x="716" y="1360"/>
                </a:lnTo>
                <a:lnTo>
                  <a:pt x="717" y="1360"/>
                </a:lnTo>
                <a:lnTo>
                  <a:pt x="718" y="1360"/>
                </a:lnTo>
                <a:lnTo>
                  <a:pt x="720" y="1361"/>
                </a:lnTo>
                <a:lnTo>
                  <a:pt x="721" y="1362"/>
                </a:lnTo>
                <a:lnTo>
                  <a:pt x="722" y="1362"/>
                </a:lnTo>
                <a:lnTo>
                  <a:pt x="722" y="1363"/>
                </a:lnTo>
                <a:lnTo>
                  <a:pt x="723" y="1363"/>
                </a:lnTo>
                <a:lnTo>
                  <a:pt x="724" y="1363"/>
                </a:lnTo>
                <a:lnTo>
                  <a:pt x="724" y="1364"/>
                </a:lnTo>
                <a:lnTo>
                  <a:pt x="725" y="1364"/>
                </a:lnTo>
                <a:lnTo>
                  <a:pt x="726" y="1364"/>
                </a:lnTo>
                <a:lnTo>
                  <a:pt x="727" y="1364"/>
                </a:lnTo>
                <a:lnTo>
                  <a:pt x="728" y="1364"/>
                </a:lnTo>
                <a:lnTo>
                  <a:pt x="728" y="1365"/>
                </a:lnTo>
                <a:lnTo>
                  <a:pt x="728" y="1366"/>
                </a:lnTo>
                <a:lnTo>
                  <a:pt x="728" y="1367"/>
                </a:lnTo>
                <a:lnTo>
                  <a:pt x="727" y="1368"/>
                </a:lnTo>
                <a:lnTo>
                  <a:pt x="728" y="1369"/>
                </a:lnTo>
                <a:lnTo>
                  <a:pt x="727" y="1371"/>
                </a:lnTo>
                <a:lnTo>
                  <a:pt x="727" y="1372"/>
                </a:lnTo>
                <a:lnTo>
                  <a:pt x="727" y="1373"/>
                </a:lnTo>
                <a:lnTo>
                  <a:pt x="728" y="1373"/>
                </a:lnTo>
                <a:lnTo>
                  <a:pt x="728" y="1374"/>
                </a:lnTo>
                <a:lnTo>
                  <a:pt x="727" y="1374"/>
                </a:lnTo>
                <a:lnTo>
                  <a:pt x="727" y="1375"/>
                </a:lnTo>
                <a:lnTo>
                  <a:pt x="727" y="1377"/>
                </a:lnTo>
                <a:lnTo>
                  <a:pt x="727" y="1378"/>
                </a:lnTo>
                <a:lnTo>
                  <a:pt x="727" y="1379"/>
                </a:lnTo>
                <a:lnTo>
                  <a:pt x="727" y="1381"/>
                </a:lnTo>
                <a:lnTo>
                  <a:pt x="727" y="1382"/>
                </a:lnTo>
                <a:lnTo>
                  <a:pt x="726" y="1382"/>
                </a:lnTo>
                <a:lnTo>
                  <a:pt x="726" y="1383"/>
                </a:lnTo>
                <a:lnTo>
                  <a:pt x="726" y="1384"/>
                </a:lnTo>
                <a:lnTo>
                  <a:pt x="727" y="1385"/>
                </a:lnTo>
                <a:lnTo>
                  <a:pt x="726" y="1385"/>
                </a:lnTo>
                <a:lnTo>
                  <a:pt x="726" y="1386"/>
                </a:lnTo>
                <a:lnTo>
                  <a:pt x="725" y="1386"/>
                </a:lnTo>
                <a:lnTo>
                  <a:pt x="725" y="1387"/>
                </a:lnTo>
                <a:lnTo>
                  <a:pt x="725" y="1388"/>
                </a:lnTo>
                <a:lnTo>
                  <a:pt x="725" y="1389"/>
                </a:lnTo>
                <a:lnTo>
                  <a:pt x="726" y="1389"/>
                </a:lnTo>
                <a:lnTo>
                  <a:pt x="726" y="1390"/>
                </a:lnTo>
                <a:lnTo>
                  <a:pt x="726" y="1391"/>
                </a:lnTo>
                <a:lnTo>
                  <a:pt x="726" y="1392"/>
                </a:lnTo>
                <a:lnTo>
                  <a:pt x="725" y="1392"/>
                </a:lnTo>
                <a:lnTo>
                  <a:pt x="725" y="1393"/>
                </a:lnTo>
                <a:lnTo>
                  <a:pt x="724" y="1394"/>
                </a:lnTo>
                <a:lnTo>
                  <a:pt x="724" y="1397"/>
                </a:lnTo>
                <a:lnTo>
                  <a:pt x="725" y="1397"/>
                </a:lnTo>
                <a:lnTo>
                  <a:pt x="725" y="1398"/>
                </a:lnTo>
                <a:lnTo>
                  <a:pt x="726" y="1399"/>
                </a:lnTo>
                <a:lnTo>
                  <a:pt x="727" y="1401"/>
                </a:lnTo>
                <a:lnTo>
                  <a:pt x="728" y="1402"/>
                </a:lnTo>
                <a:lnTo>
                  <a:pt x="729" y="1403"/>
                </a:lnTo>
                <a:lnTo>
                  <a:pt x="730" y="1403"/>
                </a:lnTo>
                <a:lnTo>
                  <a:pt x="731" y="1403"/>
                </a:lnTo>
                <a:lnTo>
                  <a:pt x="732" y="1402"/>
                </a:lnTo>
                <a:lnTo>
                  <a:pt x="732" y="1401"/>
                </a:lnTo>
                <a:lnTo>
                  <a:pt x="733" y="1401"/>
                </a:lnTo>
                <a:lnTo>
                  <a:pt x="734" y="1401"/>
                </a:lnTo>
                <a:lnTo>
                  <a:pt x="734" y="1400"/>
                </a:lnTo>
                <a:lnTo>
                  <a:pt x="735" y="1400"/>
                </a:lnTo>
                <a:lnTo>
                  <a:pt x="736" y="1400"/>
                </a:lnTo>
                <a:lnTo>
                  <a:pt x="737" y="1400"/>
                </a:lnTo>
                <a:lnTo>
                  <a:pt x="738" y="1400"/>
                </a:lnTo>
                <a:lnTo>
                  <a:pt x="738" y="1399"/>
                </a:lnTo>
                <a:lnTo>
                  <a:pt x="739" y="1397"/>
                </a:lnTo>
                <a:lnTo>
                  <a:pt x="739" y="1396"/>
                </a:lnTo>
                <a:lnTo>
                  <a:pt x="740" y="1395"/>
                </a:lnTo>
                <a:lnTo>
                  <a:pt x="741" y="1395"/>
                </a:lnTo>
                <a:lnTo>
                  <a:pt x="742" y="1396"/>
                </a:lnTo>
                <a:lnTo>
                  <a:pt x="743" y="1396"/>
                </a:lnTo>
                <a:lnTo>
                  <a:pt x="744" y="1397"/>
                </a:lnTo>
                <a:lnTo>
                  <a:pt x="745" y="1397"/>
                </a:lnTo>
                <a:lnTo>
                  <a:pt x="746" y="1397"/>
                </a:lnTo>
                <a:lnTo>
                  <a:pt x="748" y="1397"/>
                </a:lnTo>
                <a:lnTo>
                  <a:pt x="749" y="1397"/>
                </a:lnTo>
                <a:lnTo>
                  <a:pt x="750" y="1397"/>
                </a:lnTo>
                <a:lnTo>
                  <a:pt x="751" y="1398"/>
                </a:lnTo>
                <a:lnTo>
                  <a:pt x="751" y="1399"/>
                </a:lnTo>
                <a:lnTo>
                  <a:pt x="751" y="1400"/>
                </a:lnTo>
                <a:lnTo>
                  <a:pt x="752" y="1400"/>
                </a:lnTo>
                <a:lnTo>
                  <a:pt x="754" y="1400"/>
                </a:lnTo>
                <a:lnTo>
                  <a:pt x="755" y="1400"/>
                </a:lnTo>
                <a:lnTo>
                  <a:pt x="758" y="1400"/>
                </a:lnTo>
                <a:lnTo>
                  <a:pt x="760" y="1400"/>
                </a:lnTo>
                <a:lnTo>
                  <a:pt x="761" y="1400"/>
                </a:lnTo>
                <a:lnTo>
                  <a:pt x="762" y="1400"/>
                </a:lnTo>
                <a:lnTo>
                  <a:pt x="763" y="1400"/>
                </a:lnTo>
                <a:lnTo>
                  <a:pt x="763" y="1401"/>
                </a:lnTo>
                <a:lnTo>
                  <a:pt x="764" y="1402"/>
                </a:lnTo>
                <a:lnTo>
                  <a:pt x="765" y="1402"/>
                </a:lnTo>
                <a:lnTo>
                  <a:pt x="765" y="1403"/>
                </a:lnTo>
                <a:lnTo>
                  <a:pt x="766" y="1403"/>
                </a:lnTo>
                <a:lnTo>
                  <a:pt x="767" y="1403"/>
                </a:lnTo>
                <a:lnTo>
                  <a:pt x="767" y="1402"/>
                </a:lnTo>
                <a:lnTo>
                  <a:pt x="768" y="1402"/>
                </a:lnTo>
                <a:lnTo>
                  <a:pt x="769" y="1402"/>
                </a:lnTo>
                <a:lnTo>
                  <a:pt x="769" y="1403"/>
                </a:lnTo>
                <a:lnTo>
                  <a:pt x="769" y="1404"/>
                </a:lnTo>
                <a:lnTo>
                  <a:pt x="770" y="1404"/>
                </a:lnTo>
                <a:lnTo>
                  <a:pt x="770" y="1405"/>
                </a:lnTo>
                <a:lnTo>
                  <a:pt x="773" y="1407"/>
                </a:lnTo>
                <a:lnTo>
                  <a:pt x="775" y="1407"/>
                </a:lnTo>
                <a:lnTo>
                  <a:pt x="777" y="1407"/>
                </a:lnTo>
                <a:lnTo>
                  <a:pt x="778" y="1408"/>
                </a:lnTo>
                <a:lnTo>
                  <a:pt x="780" y="1408"/>
                </a:lnTo>
                <a:lnTo>
                  <a:pt x="781" y="1409"/>
                </a:lnTo>
                <a:lnTo>
                  <a:pt x="782" y="1410"/>
                </a:lnTo>
                <a:lnTo>
                  <a:pt x="783" y="1411"/>
                </a:lnTo>
                <a:lnTo>
                  <a:pt x="784" y="1411"/>
                </a:lnTo>
                <a:lnTo>
                  <a:pt x="784" y="1412"/>
                </a:lnTo>
                <a:lnTo>
                  <a:pt x="784" y="1413"/>
                </a:lnTo>
                <a:lnTo>
                  <a:pt x="785" y="1414"/>
                </a:lnTo>
                <a:lnTo>
                  <a:pt x="785" y="1415"/>
                </a:lnTo>
                <a:lnTo>
                  <a:pt x="786" y="1415"/>
                </a:lnTo>
                <a:lnTo>
                  <a:pt x="788" y="1415"/>
                </a:lnTo>
                <a:lnTo>
                  <a:pt x="788" y="1414"/>
                </a:lnTo>
                <a:lnTo>
                  <a:pt x="788" y="1415"/>
                </a:lnTo>
                <a:lnTo>
                  <a:pt x="789" y="1415"/>
                </a:lnTo>
                <a:lnTo>
                  <a:pt x="789" y="1417"/>
                </a:lnTo>
                <a:lnTo>
                  <a:pt x="788" y="1418"/>
                </a:lnTo>
                <a:lnTo>
                  <a:pt x="788" y="1419"/>
                </a:lnTo>
                <a:lnTo>
                  <a:pt x="787" y="1419"/>
                </a:lnTo>
                <a:lnTo>
                  <a:pt x="786" y="1420"/>
                </a:lnTo>
                <a:lnTo>
                  <a:pt x="787" y="1421"/>
                </a:lnTo>
                <a:lnTo>
                  <a:pt x="787" y="1422"/>
                </a:lnTo>
                <a:lnTo>
                  <a:pt x="788" y="1424"/>
                </a:lnTo>
                <a:lnTo>
                  <a:pt x="789" y="1424"/>
                </a:lnTo>
                <a:lnTo>
                  <a:pt x="790" y="1423"/>
                </a:lnTo>
                <a:lnTo>
                  <a:pt x="791" y="1423"/>
                </a:lnTo>
                <a:lnTo>
                  <a:pt x="792" y="1423"/>
                </a:lnTo>
                <a:lnTo>
                  <a:pt x="793" y="1424"/>
                </a:lnTo>
                <a:lnTo>
                  <a:pt x="793" y="1426"/>
                </a:lnTo>
                <a:lnTo>
                  <a:pt x="793" y="1427"/>
                </a:lnTo>
                <a:lnTo>
                  <a:pt x="793" y="1429"/>
                </a:lnTo>
                <a:lnTo>
                  <a:pt x="793" y="1430"/>
                </a:lnTo>
                <a:lnTo>
                  <a:pt x="794" y="1431"/>
                </a:lnTo>
                <a:lnTo>
                  <a:pt x="794" y="1432"/>
                </a:lnTo>
                <a:lnTo>
                  <a:pt x="794" y="1433"/>
                </a:lnTo>
                <a:lnTo>
                  <a:pt x="794" y="1434"/>
                </a:lnTo>
                <a:lnTo>
                  <a:pt x="794" y="1435"/>
                </a:lnTo>
                <a:lnTo>
                  <a:pt x="793" y="1435"/>
                </a:lnTo>
                <a:lnTo>
                  <a:pt x="793" y="1436"/>
                </a:lnTo>
                <a:lnTo>
                  <a:pt x="793" y="1437"/>
                </a:lnTo>
                <a:lnTo>
                  <a:pt x="793" y="1438"/>
                </a:lnTo>
                <a:lnTo>
                  <a:pt x="792" y="1439"/>
                </a:lnTo>
                <a:lnTo>
                  <a:pt x="792" y="1440"/>
                </a:lnTo>
                <a:lnTo>
                  <a:pt x="792" y="1441"/>
                </a:lnTo>
                <a:lnTo>
                  <a:pt x="795" y="1444"/>
                </a:lnTo>
                <a:lnTo>
                  <a:pt x="796" y="1444"/>
                </a:lnTo>
                <a:lnTo>
                  <a:pt x="796" y="1445"/>
                </a:lnTo>
                <a:lnTo>
                  <a:pt x="797" y="1446"/>
                </a:lnTo>
                <a:lnTo>
                  <a:pt x="798" y="1447"/>
                </a:lnTo>
                <a:lnTo>
                  <a:pt x="799" y="1448"/>
                </a:lnTo>
                <a:lnTo>
                  <a:pt x="799" y="1449"/>
                </a:lnTo>
                <a:lnTo>
                  <a:pt x="800" y="1449"/>
                </a:lnTo>
                <a:lnTo>
                  <a:pt x="801" y="1449"/>
                </a:lnTo>
                <a:lnTo>
                  <a:pt x="801" y="1450"/>
                </a:lnTo>
                <a:lnTo>
                  <a:pt x="801" y="1451"/>
                </a:lnTo>
                <a:lnTo>
                  <a:pt x="800" y="1452"/>
                </a:lnTo>
                <a:lnTo>
                  <a:pt x="799" y="1452"/>
                </a:lnTo>
                <a:lnTo>
                  <a:pt x="798" y="1453"/>
                </a:lnTo>
                <a:lnTo>
                  <a:pt x="798" y="1454"/>
                </a:lnTo>
                <a:lnTo>
                  <a:pt x="797" y="1455"/>
                </a:lnTo>
                <a:lnTo>
                  <a:pt x="796" y="1456"/>
                </a:lnTo>
                <a:lnTo>
                  <a:pt x="796" y="1457"/>
                </a:lnTo>
                <a:lnTo>
                  <a:pt x="795" y="1458"/>
                </a:lnTo>
                <a:lnTo>
                  <a:pt x="794" y="1459"/>
                </a:lnTo>
                <a:lnTo>
                  <a:pt x="793" y="1460"/>
                </a:lnTo>
                <a:lnTo>
                  <a:pt x="791" y="1460"/>
                </a:lnTo>
                <a:lnTo>
                  <a:pt x="791" y="1459"/>
                </a:lnTo>
                <a:lnTo>
                  <a:pt x="791" y="1457"/>
                </a:lnTo>
                <a:lnTo>
                  <a:pt x="790" y="1456"/>
                </a:lnTo>
                <a:lnTo>
                  <a:pt x="790" y="1457"/>
                </a:lnTo>
                <a:lnTo>
                  <a:pt x="789" y="1457"/>
                </a:lnTo>
                <a:lnTo>
                  <a:pt x="789" y="1456"/>
                </a:lnTo>
                <a:lnTo>
                  <a:pt x="789" y="1455"/>
                </a:lnTo>
                <a:lnTo>
                  <a:pt x="788" y="1454"/>
                </a:lnTo>
                <a:lnTo>
                  <a:pt x="786" y="1454"/>
                </a:lnTo>
                <a:lnTo>
                  <a:pt x="784" y="1454"/>
                </a:lnTo>
                <a:lnTo>
                  <a:pt x="782" y="1454"/>
                </a:lnTo>
                <a:lnTo>
                  <a:pt x="781" y="1455"/>
                </a:lnTo>
                <a:lnTo>
                  <a:pt x="781" y="1457"/>
                </a:lnTo>
                <a:lnTo>
                  <a:pt x="782" y="1458"/>
                </a:lnTo>
                <a:lnTo>
                  <a:pt x="782" y="1459"/>
                </a:lnTo>
                <a:lnTo>
                  <a:pt x="782" y="1460"/>
                </a:lnTo>
                <a:lnTo>
                  <a:pt x="783" y="1460"/>
                </a:lnTo>
                <a:lnTo>
                  <a:pt x="783" y="1461"/>
                </a:lnTo>
                <a:lnTo>
                  <a:pt x="782" y="1462"/>
                </a:lnTo>
                <a:lnTo>
                  <a:pt x="781" y="1462"/>
                </a:lnTo>
                <a:lnTo>
                  <a:pt x="781" y="1461"/>
                </a:lnTo>
                <a:lnTo>
                  <a:pt x="780" y="1462"/>
                </a:lnTo>
                <a:lnTo>
                  <a:pt x="779" y="1462"/>
                </a:lnTo>
                <a:lnTo>
                  <a:pt x="779" y="1463"/>
                </a:lnTo>
                <a:lnTo>
                  <a:pt x="778" y="1463"/>
                </a:lnTo>
                <a:lnTo>
                  <a:pt x="778" y="1464"/>
                </a:lnTo>
                <a:lnTo>
                  <a:pt x="778" y="1466"/>
                </a:lnTo>
                <a:lnTo>
                  <a:pt x="778" y="1467"/>
                </a:lnTo>
                <a:lnTo>
                  <a:pt x="777" y="1467"/>
                </a:lnTo>
                <a:lnTo>
                  <a:pt x="776" y="1467"/>
                </a:lnTo>
                <a:lnTo>
                  <a:pt x="775" y="1468"/>
                </a:lnTo>
                <a:lnTo>
                  <a:pt x="774" y="1468"/>
                </a:lnTo>
                <a:lnTo>
                  <a:pt x="774" y="1469"/>
                </a:lnTo>
                <a:lnTo>
                  <a:pt x="773" y="1470"/>
                </a:lnTo>
                <a:lnTo>
                  <a:pt x="772" y="1471"/>
                </a:lnTo>
                <a:lnTo>
                  <a:pt x="770" y="1470"/>
                </a:lnTo>
                <a:lnTo>
                  <a:pt x="769" y="1470"/>
                </a:lnTo>
                <a:lnTo>
                  <a:pt x="768" y="1470"/>
                </a:lnTo>
                <a:lnTo>
                  <a:pt x="768" y="1469"/>
                </a:lnTo>
                <a:lnTo>
                  <a:pt x="767" y="1469"/>
                </a:lnTo>
                <a:lnTo>
                  <a:pt x="766" y="1469"/>
                </a:lnTo>
                <a:lnTo>
                  <a:pt x="765" y="1469"/>
                </a:lnTo>
                <a:lnTo>
                  <a:pt x="764" y="1469"/>
                </a:lnTo>
                <a:lnTo>
                  <a:pt x="763" y="1467"/>
                </a:lnTo>
                <a:lnTo>
                  <a:pt x="763" y="1466"/>
                </a:lnTo>
                <a:lnTo>
                  <a:pt x="763" y="1465"/>
                </a:lnTo>
                <a:lnTo>
                  <a:pt x="762" y="1464"/>
                </a:lnTo>
                <a:lnTo>
                  <a:pt x="761" y="1464"/>
                </a:lnTo>
                <a:lnTo>
                  <a:pt x="760" y="1465"/>
                </a:lnTo>
                <a:lnTo>
                  <a:pt x="759" y="1466"/>
                </a:lnTo>
                <a:lnTo>
                  <a:pt x="758" y="1465"/>
                </a:lnTo>
                <a:lnTo>
                  <a:pt x="757" y="1465"/>
                </a:lnTo>
                <a:lnTo>
                  <a:pt x="757" y="1464"/>
                </a:lnTo>
                <a:lnTo>
                  <a:pt x="756" y="1463"/>
                </a:lnTo>
                <a:lnTo>
                  <a:pt x="754" y="1461"/>
                </a:lnTo>
                <a:lnTo>
                  <a:pt x="753" y="1462"/>
                </a:lnTo>
                <a:lnTo>
                  <a:pt x="752" y="1462"/>
                </a:lnTo>
                <a:lnTo>
                  <a:pt x="751" y="1462"/>
                </a:lnTo>
                <a:lnTo>
                  <a:pt x="750" y="1461"/>
                </a:lnTo>
                <a:lnTo>
                  <a:pt x="749" y="1461"/>
                </a:lnTo>
                <a:lnTo>
                  <a:pt x="748" y="1461"/>
                </a:lnTo>
                <a:lnTo>
                  <a:pt x="748" y="1462"/>
                </a:lnTo>
                <a:lnTo>
                  <a:pt x="747" y="1462"/>
                </a:lnTo>
                <a:lnTo>
                  <a:pt x="746" y="1462"/>
                </a:lnTo>
                <a:lnTo>
                  <a:pt x="744" y="1463"/>
                </a:lnTo>
                <a:lnTo>
                  <a:pt x="744" y="1464"/>
                </a:lnTo>
                <a:lnTo>
                  <a:pt x="743" y="1464"/>
                </a:lnTo>
                <a:lnTo>
                  <a:pt x="742" y="1464"/>
                </a:lnTo>
                <a:lnTo>
                  <a:pt x="741" y="1464"/>
                </a:lnTo>
                <a:lnTo>
                  <a:pt x="740" y="1464"/>
                </a:lnTo>
                <a:lnTo>
                  <a:pt x="739" y="1464"/>
                </a:lnTo>
                <a:lnTo>
                  <a:pt x="739" y="1465"/>
                </a:lnTo>
                <a:lnTo>
                  <a:pt x="738" y="1466"/>
                </a:lnTo>
                <a:lnTo>
                  <a:pt x="737" y="1466"/>
                </a:lnTo>
                <a:lnTo>
                  <a:pt x="737" y="1465"/>
                </a:lnTo>
                <a:lnTo>
                  <a:pt x="736" y="1465"/>
                </a:lnTo>
                <a:lnTo>
                  <a:pt x="734" y="1465"/>
                </a:lnTo>
                <a:lnTo>
                  <a:pt x="733" y="1465"/>
                </a:lnTo>
                <a:lnTo>
                  <a:pt x="732" y="1465"/>
                </a:lnTo>
                <a:lnTo>
                  <a:pt x="731" y="1465"/>
                </a:lnTo>
                <a:lnTo>
                  <a:pt x="730" y="1464"/>
                </a:lnTo>
                <a:lnTo>
                  <a:pt x="729" y="1464"/>
                </a:lnTo>
                <a:lnTo>
                  <a:pt x="728" y="1464"/>
                </a:lnTo>
                <a:lnTo>
                  <a:pt x="727" y="1464"/>
                </a:lnTo>
                <a:lnTo>
                  <a:pt x="726" y="1464"/>
                </a:lnTo>
                <a:lnTo>
                  <a:pt x="725" y="1464"/>
                </a:lnTo>
                <a:lnTo>
                  <a:pt x="724" y="1463"/>
                </a:lnTo>
                <a:lnTo>
                  <a:pt x="722" y="1461"/>
                </a:lnTo>
                <a:lnTo>
                  <a:pt x="721" y="1460"/>
                </a:lnTo>
                <a:lnTo>
                  <a:pt x="720" y="1460"/>
                </a:lnTo>
                <a:lnTo>
                  <a:pt x="720" y="1461"/>
                </a:lnTo>
                <a:lnTo>
                  <a:pt x="718" y="1461"/>
                </a:lnTo>
                <a:lnTo>
                  <a:pt x="718" y="1460"/>
                </a:lnTo>
                <a:lnTo>
                  <a:pt x="717" y="1460"/>
                </a:lnTo>
                <a:lnTo>
                  <a:pt x="716" y="1461"/>
                </a:lnTo>
                <a:lnTo>
                  <a:pt x="716" y="1462"/>
                </a:lnTo>
                <a:lnTo>
                  <a:pt x="715" y="1462"/>
                </a:lnTo>
                <a:lnTo>
                  <a:pt x="715" y="1463"/>
                </a:lnTo>
                <a:lnTo>
                  <a:pt x="715" y="1462"/>
                </a:lnTo>
                <a:lnTo>
                  <a:pt x="714" y="1462"/>
                </a:lnTo>
                <a:lnTo>
                  <a:pt x="713" y="1462"/>
                </a:lnTo>
                <a:lnTo>
                  <a:pt x="712" y="1462"/>
                </a:lnTo>
                <a:lnTo>
                  <a:pt x="712" y="1461"/>
                </a:lnTo>
                <a:lnTo>
                  <a:pt x="711" y="1462"/>
                </a:lnTo>
                <a:lnTo>
                  <a:pt x="710" y="1462"/>
                </a:lnTo>
                <a:lnTo>
                  <a:pt x="707" y="1462"/>
                </a:lnTo>
                <a:lnTo>
                  <a:pt x="706" y="1462"/>
                </a:lnTo>
                <a:lnTo>
                  <a:pt x="705" y="1463"/>
                </a:lnTo>
                <a:lnTo>
                  <a:pt x="704" y="1462"/>
                </a:lnTo>
                <a:lnTo>
                  <a:pt x="703" y="1462"/>
                </a:lnTo>
                <a:lnTo>
                  <a:pt x="703" y="1463"/>
                </a:lnTo>
                <a:lnTo>
                  <a:pt x="703" y="1464"/>
                </a:lnTo>
                <a:lnTo>
                  <a:pt x="702" y="1465"/>
                </a:lnTo>
                <a:lnTo>
                  <a:pt x="703" y="1465"/>
                </a:lnTo>
                <a:lnTo>
                  <a:pt x="703" y="1466"/>
                </a:lnTo>
                <a:lnTo>
                  <a:pt x="704" y="1466"/>
                </a:lnTo>
                <a:lnTo>
                  <a:pt x="704" y="1467"/>
                </a:lnTo>
                <a:lnTo>
                  <a:pt x="703" y="1467"/>
                </a:lnTo>
                <a:lnTo>
                  <a:pt x="703" y="1468"/>
                </a:lnTo>
                <a:lnTo>
                  <a:pt x="703" y="1469"/>
                </a:lnTo>
                <a:lnTo>
                  <a:pt x="702" y="1469"/>
                </a:lnTo>
                <a:lnTo>
                  <a:pt x="702" y="1470"/>
                </a:lnTo>
                <a:lnTo>
                  <a:pt x="702" y="1471"/>
                </a:lnTo>
                <a:lnTo>
                  <a:pt x="703" y="1471"/>
                </a:lnTo>
                <a:lnTo>
                  <a:pt x="704" y="1471"/>
                </a:lnTo>
                <a:lnTo>
                  <a:pt x="705" y="1471"/>
                </a:lnTo>
                <a:lnTo>
                  <a:pt x="706" y="1471"/>
                </a:lnTo>
                <a:lnTo>
                  <a:pt x="706" y="1472"/>
                </a:lnTo>
                <a:lnTo>
                  <a:pt x="706" y="1473"/>
                </a:lnTo>
                <a:lnTo>
                  <a:pt x="706" y="1474"/>
                </a:lnTo>
                <a:lnTo>
                  <a:pt x="706" y="1475"/>
                </a:lnTo>
                <a:lnTo>
                  <a:pt x="706" y="1476"/>
                </a:lnTo>
                <a:lnTo>
                  <a:pt x="705" y="1476"/>
                </a:lnTo>
                <a:lnTo>
                  <a:pt x="704" y="1476"/>
                </a:lnTo>
                <a:lnTo>
                  <a:pt x="703" y="1478"/>
                </a:lnTo>
                <a:lnTo>
                  <a:pt x="703" y="1479"/>
                </a:lnTo>
                <a:lnTo>
                  <a:pt x="702" y="1479"/>
                </a:lnTo>
                <a:lnTo>
                  <a:pt x="701" y="1478"/>
                </a:lnTo>
                <a:lnTo>
                  <a:pt x="700" y="1478"/>
                </a:lnTo>
                <a:lnTo>
                  <a:pt x="698" y="1480"/>
                </a:lnTo>
                <a:lnTo>
                  <a:pt x="697" y="1480"/>
                </a:lnTo>
                <a:lnTo>
                  <a:pt x="697" y="1481"/>
                </a:lnTo>
                <a:lnTo>
                  <a:pt x="696" y="1482"/>
                </a:lnTo>
                <a:lnTo>
                  <a:pt x="696" y="1484"/>
                </a:lnTo>
                <a:lnTo>
                  <a:pt x="695" y="1484"/>
                </a:lnTo>
                <a:lnTo>
                  <a:pt x="695" y="1485"/>
                </a:lnTo>
                <a:lnTo>
                  <a:pt x="695" y="1486"/>
                </a:lnTo>
                <a:lnTo>
                  <a:pt x="695" y="1487"/>
                </a:lnTo>
                <a:lnTo>
                  <a:pt x="694" y="1487"/>
                </a:lnTo>
                <a:lnTo>
                  <a:pt x="692" y="1487"/>
                </a:lnTo>
                <a:lnTo>
                  <a:pt x="692" y="1488"/>
                </a:lnTo>
                <a:lnTo>
                  <a:pt x="692" y="1489"/>
                </a:lnTo>
                <a:lnTo>
                  <a:pt x="692" y="1490"/>
                </a:lnTo>
                <a:lnTo>
                  <a:pt x="691" y="1491"/>
                </a:lnTo>
                <a:lnTo>
                  <a:pt x="691" y="1493"/>
                </a:lnTo>
                <a:lnTo>
                  <a:pt x="691" y="1494"/>
                </a:lnTo>
                <a:lnTo>
                  <a:pt x="690" y="1495"/>
                </a:lnTo>
                <a:lnTo>
                  <a:pt x="689" y="1496"/>
                </a:lnTo>
                <a:lnTo>
                  <a:pt x="688" y="1497"/>
                </a:lnTo>
                <a:lnTo>
                  <a:pt x="688" y="1498"/>
                </a:lnTo>
                <a:lnTo>
                  <a:pt x="688" y="1499"/>
                </a:lnTo>
                <a:lnTo>
                  <a:pt x="688" y="1500"/>
                </a:lnTo>
                <a:lnTo>
                  <a:pt x="688" y="1501"/>
                </a:lnTo>
                <a:lnTo>
                  <a:pt x="689" y="1502"/>
                </a:lnTo>
                <a:lnTo>
                  <a:pt x="689" y="1503"/>
                </a:lnTo>
                <a:lnTo>
                  <a:pt x="689" y="1504"/>
                </a:lnTo>
                <a:lnTo>
                  <a:pt x="689" y="1505"/>
                </a:lnTo>
                <a:lnTo>
                  <a:pt x="688" y="1505"/>
                </a:lnTo>
                <a:lnTo>
                  <a:pt x="687" y="1505"/>
                </a:lnTo>
                <a:lnTo>
                  <a:pt x="686" y="1505"/>
                </a:lnTo>
                <a:lnTo>
                  <a:pt x="685" y="1506"/>
                </a:lnTo>
                <a:lnTo>
                  <a:pt x="684" y="1506"/>
                </a:lnTo>
                <a:lnTo>
                  <a:pt x="684" y="1507"/>
                </a:lnTo>
                <a:lnTo>
                  <a:pt x="685" y="1510"/>
                </a:lnTo>
                <a:lnTo>
                  <a:pt x="685" y="1511"/>
                </a:lnTo>
                <a:lnTo>
                  <a:pt x="686" y="1512"/>
                </a:lnTo>
                <a:lnTo>
                  <a:pt x="686" y="1513"/>
                </a:lnTo>
                <a:lnTo>
                  <a:pt x="686" y="1514"/>
                </a:lnTo>
                <a:lnTo>
                  <a:pt x="687" y="1516"/>
                </a:lnTo>
                <a:lnTo>
                  <a:pt x="687" y="1517"/>
                </a:lnTo>
                <a:lnTo>
                  <a:pt x="687" y="1518"/>
                </a:lnTo>
                <a:lnTo>
                  <a:pt x="687" y="1519"/>
                </a:lnTo>
                <a:lnTo>
                  <a:pt x="686" y="1521"/>
                </a:lnTo>
                <a:lnTo>
                  <a:pt x="685" y="1522"/>
                </a:lnTo>
                <a:lnTo>
                  <a:pt x="685" y="1523"/>
                </a:lnTo>
                <a:lnTo>
                  <a:pt x="685" y="1524"/>
                </a:lnTo>
                <a:lnTo>
                  <a:pt x="684" y="1525"/>
                </a:lnTo>
                <a:lnTo>
                  <a:pt x="684" y="1526"/>
                </a:lnTo>
                <a:lnTo>
                  <a:pt x="683" y="1526"/>
                </a:lnTo>
                <a:lnTo>
                  <a:pt x="683" y="1527"/>
                </a:lnTo>
                <a:lnTo>
                  <a:pt x="683" y="1528"/>
                </a:lnTo>
                <a:lnTo>
                  <a:pt x="685" y="1529"/>
                </a:lnTo>
                <a:lnTo>
                  <a:pt x="686" y="1528"/>
                </a:lnTo>
                <a:lnTo>
                  <a:pt x="687" y="1528"/>
                </a:lnTo>
                <a:lnTo>
                  <a:pt x="688" y="1528"/>
                </a:lnTo>
                <a:lnTo>
                  <a:pt x="688" y="1529"/>
                </a:lnTo>
                <a:lnTo>
                  <a:pt x="688" y="1530"/>
                </a:lnTo>
                <a:lnTo>
                  <a:pt x="688" y="1531"/>
                </a:lnTo>
                <a:lnTo>
                  <a:pt x="689" y="1532"/>
                </a:lnTo>
                <a:lnTo>
                  <a:pt x="690" y="1532"/>
                </a:lnTo>
                <a:lnTo>
                  <a:pt x="691" y="1534"/>
                </a:lnTo>
                <a:lnTo>
                  <a:pt x="692" y="1535"/>
                </a:lnTo>
                <a:lnTo>
                  <a:pt x="692" y="1536"/>
                </a:lnTo>
                <a:lnTo>
                  <a:pt x="692" y="1537"/>
                </a:lnTo>
                <a:lnTo>
                  <a:pt x="693" y="1538"/>
                </a:lnTo>
                <a:lnTo>
                  <a:pt x="694" y="1538"/>
                </a:lnTo>
                <a:lnTo>
                  <a:pt x="695" y="1539"/>
                </a:lnTo>
                <a:lnTo>
                  <a:pt x="695" y="1540"/>
                </a:lnTo>
                <a:lnTo>
                  <a:pt x="695" y="1541"/>
                </a:lnTo>
                <a:lnTo>
                  <a:pt x="696" y="1541"/>
                </a:lnTo>
                <a:lnTo>
                  <a:pt x="697" y="1541"/>
                </a:lnTo>
                <a:lnTo>
                  <a:pt x="697" y="1540"/>
                </a:lnTo>
                <a:lnTo>
                  <a:pt x="697" y="1541"/>
                </a:lnTo>
                <a:lnTo>
                  <a:pt x="698" y="1541"/>
                </a:lnTo>
                <a:lnTo>
                  <a:pt x="701" y="1542"/>
                </a:lnTo>
                <a:lnTo>
                  <a:pt x="702" y="1542"/>
                </a:lnTo>
                <a:lnTo>
                  <a:pt x="704" y="1544"/>
                </a:lnTo>
                <a:lnTo>
                  <a:pt x="704" y="1545"/>
                </a:lnTo>
                <a:lnTo>
                  <a:pt x="703" y="1545"/>
                </a:lnTo>
                <a:lnTo>
                  <a:pt x="703" y="1546"/>
                </a:lnTo>
                <a:lnTo>
                  <a:pt x="703" y="1547"/>
                </a:lnTo>
                <a:lnTo>
                  <a:pt x="703" y="1548"/>
                </a:lnTo>
                <a:lnTo>
                  <a:pt x="703" y="1549"/>
                </a:lnTo>
                <a:lnTo>
                  <a:pt x="702" y="1550"/>
                </a:lnTo>
                <a:lnTo>
                  <a:pt x="702" y="1551"/>
                </a:lnTo>
                <a:lnTo>
                  <a:pt x="701" y="1551"/>
                </a:lnTo>
                <a:lnTo>
                  <a:pt x="701" y="1554"/>
                </a:lnTo>
                <a:lnTo>
                  <a:pt x="702" y="1557"/>
                </a:lnTo>
                <a:lnTo>
                  <a:pt x="702" y="1559"/>
                </a:lnTo>
                <a:lnTo>
                  <a:pt x="704" y="1560"/>
                </a:lnTo>
                <a:lnTo>
                  <a:pt x="705" y="1561"/>
                </a:lnTo>
                <a:lnTo>
                  <a:pt x="706" y="1562"/>
                </a:lnTo>
                <a:lnTo>
                  <a:pt x="706" y="1563"/>
                </a:lnTo>
                <a:lnTo>
                  <a:pt x="707" y="1563"/>
                </a:lnTo>
                <a:lnTo>
                  <a:pt x="707" y="1564"/>
                </a:lnTo>
                <a:lnTo>
                  <a:pt x="707" y="1565"/>
                </a:lnTo>
                <a:lnTo>
                  <a:pt x="708" y="1566"/>
                </a:lnTo>
                <a:lnTo>
                  <a:pt x="707" y="1566"/>
                </a:lnTo>
                <a:lnTo>
                  <a:pt x="706" y="1566"/>
                </a:lnTo>
                <a:lnTo>
                  <a:pt x="706" y="1567"/>
                </a:lnTo>
                <a:lnTo>
                  <a:pt x="706" y="1568"/>
                </a:lnTo>
                <a:lnTo>
                  <a:pt x="706" y="1569"/>
                </a:lnTo>
                <a:lnTo>
                  <a:pt x="707" y="1570"/>
                </a:lnTo>
                <a:lnTo>
                  <a:pt x="706" y="1571"/>
                </a:lnTo>
                <a:lnTo>
                  <a:pt x="705" y="1572"/>
                </a:lnTo>
                <a:lnTo>
                  <a:pt x="704" y="1572"/>
                </a:lnTo>
                <a:lnTo>
                  <a:pt x="704" y="1573"/>
                </a:lnTo>
                <a:lnTo>
                  <a:pt x="704" y="1574"/>
                </a:lnTo>
                <a:lnTo>
                  <a:pt x="703" y="1576"/>
                </a:lnTo>
                <a:lnTo>
                  <a:pt x="702" y="1577"/>
                </a:lnTo>
                <a:lnTo>
                  <a:pt x="703" y="1577"/>
                </a:lnTo>
                <a:lnTo>
                  <a:pt x="703" y="1578"/>
                </a:lnTo>
                <a:lnTo>
                  <a:pt x="703" y="1579"/>
                </a:lnTo>
                <a:lnTo>
                  <a:pt x="702" y="1580"/>
                </a:lnTo>
                <a:lnTo>
                  <a:pt x="702" y="1581"/>
                </a:lnTo>
                <a:lnTo>
                  <a:pt x="703" y="1582"/>
                </a:lnTo>
                <a:lnTo>
                  <a:pt x="703" y="1584"/>
                </a:lnTo>
                <a:lnTo>
                  <a:pt x="703" y="1585"/>
                </a:lnTo>
                <a:lnTo>
                  <a:pt x="703" y="1586"/>
                </a:lnTo>
                <a:lnTo>
                  <a:pt x="703" y="1587"/>
                </a:lnTo>
                <a:lnTo>
                  <a:pt x="704" y="1587"/>
                </a:lnTo>
                <a:lnTo>
                  <a:pt x="704" y="1588"/>
                </a:lnTo>
                <a:lnTo>
                  <a:pt x="705" y="1588"/>
                </a:lnTo>
                <a:lnTo>
                  <a:pt x="706" y="1589"/>
                </a:lnTo>
                <a:lnTo>
                  <a:pt x="707" y="1589"/>
                </a:lnTo>
                <a:lnTo>
                  <a:pt x="708" y="1590"/>
                </a:lnTo>
                <a:lnTo>
                  <a:pt x="709" y="1592"/>
                </a:lnTo>
                <a:lnTo>
                  <a:pt x="709" y="1593"/>
                </a:lnTo>
                <a:lnTo>
                  <a:pt x="710" y="1594"/>
                </a:lnTo>
                <a:lnTo>
                  <a:pt x="710" y="1595"/>
                </a:lnTo>
                <a:lnTo>
                  <a:pt x="710" y="1597"/>
                </a:lnTo>
                <a:lnTo>
                  <a:pt x="710" y="1598"/>
                </a:lnTo>
                <a:lnTo>
                  <a:pt x="711" y="1598"/>
                </a:lnTo>
                <a:lnTo>
                  <a:pt x="710" y="1599"/>
                </a:lnTo>
                <a:lnTo>
                  <a:pt x="710" y="1600"/>
                </a:lnTo>
                <a:lnTo>
                  <a:pt x="710" y="1602"/>
                </a:lnTo>
                <a:lnTo>
                  <a:pt x="709" y="1602"/>
                </a:lnTo>
                <a:lnTo>
                  <a:pt x="708" y="1602"/>
                </a:lnTo>
                <a:lnTo>
                  <a:pt x="707" y="1602"/>
                </a:lnTo>
                <a:lnTo>
                  <a:pt x="706" y="1602"/>
                </a:lnTo>
                <a:lnTo>
                  <a:pt x="705" y="1602"/>
                </a:lnTo>
                <a:lnTo>
                  <a:pt x="705" y="1603"/>
                </a:lnTo>
                <a:lnTo>
                  <a:pt x="705" y="1604"/>
                </a:lnTo>
                <a:lnTo>
                  <a:pt x="704" y="1604"/>
                </a:lnTo>
                <a:lnTo>
                  <a:pt x="704" y="1605"/>
                </a:lnTo>
                <a:lnTo>
                  <a:pt x="704" y="1606"/>
                </a:lnTo>
                <a:lnTo>
                  <a:pt x="704" y="1607"/>
                </a:lnTo>
                <a:lnTo>
                  <a:pt x="703" y="1607"/>
                </a:lnTo>
                <a:lnTo>
                  <a:pt x="703" y="1608"/>
                </a:lnTo>
                <a:lnTo>
                  <a:pt x="705" y="1610"/>
                </a:lnTo>
                <a:lnTo>
                  <a:pt x="706" y="1611"/>
                </a:lnTo>
                <a:lnTo>
                  <a:pt x="707" y="1611"/>
                </a:lnTo>
                <a:lnTo>
                  <a:pt x="707" y="1610"/>
                </a:lnTo>
                <a:lnTo>
                  <a:pt x="708" y="1611"/>
                </a:lnTo>
                <a:lnTo>
                  <a:pt x="709" y="1614"/>
                </a:lnTo>
                <a:lnTo>
                  <a:pt x="709" y="1615"/>
                </a:lnTo>
                <a:lnTo>
                  <a:pt x="709" y="1616"/>
                </a:lnTo>
                <a:lnTo>
                  <a:pt x="709" y="1617"/>
                </a:lnTo>
                <a:lnTo>
                  <a:pt x="710" y="1618"/>
                </a:lnTo>
                <a:lnTo>
                  <a:pt x="710" y="1619"/>
                </a:lnTo>
                <a:lnTo>
                  <a:pt x="711" y="1619"/>
                </a:lnTo>
                <a:lnTo>
                  <a:pt x="711" y="1620"/>
                </a:lnTo>
                <a:lnTo>
                  <a:pt x="711" y="1621"/>
                </a:lnTo>
                <a:lnTo>
                  <a:pt x="712" y="1622"/>
                </a:lnTo>
                <a:lnTo>
                  <a:pt x="712" y="1623"/>
                </a:lnTo>
                <a:lnTo>
                  <a:pt x="713" y="1623"/>
                </a:lnTo>
                <a:lnTo>
                  <a:pt x="713" y="1624"/>
                </a:lnTo>
                <a:lnTo>
                  <a:pt x="713" y="1625"/>
                </a:lnTo>
                <a:lnTo>
                  <a:pt x="713" y="1626"/>
                </a:lnTo>
                <a:lnTo>
                  <a:pt x="712" y="1627"/>
                </a:lnTo>
                <a:lnTo>
                  <a:pt x="711" y="1627"/>
                </a:lnTo>
                <a:lnTo>
                  <a:pt x="710" y="1627"/>
                </a:lnTo>
                <a:lnTo>
                  <a:pt x="710" y="1626"/>
                </a:lnTo>
                <a:lnTo>
                  <a:pt x="709" y="1626"/>
                </a:lnTo>
                <a:lnTo>
                  <a:pt x="708" y="1627"/>
                </a:lnTo>
                <a:lnTo>
                  <a:pt x="707" y="1628"/>
                </a:lnTo>
                <a:lnTo>
                  <a:pt x="707" y="1629"/>
                </a:lnTo>
                <a:lnTo>
                  <a:pt x="707" y="1630"/>
                </a:lnTo>
                <a:lnTo>
                  <a:pt x="707" y="1631"/>
                </a:lnTo>
                <a:lnTo>
                  <a:pt x="706" y="1631"/>
                </a:lnTo>
                <a:lnTo>
                  <a:pt x="705" y="1632"/>
                </a:lnTo>
                <a:lnTo>
                  <a:pt x="705" y="1633"/>
                </a:lnTo>
                <a:lnTo>
                  <a:pt x="706" y="1633"/>
                </a:lnTo>
                <a:lnTo>
                  <a:pt x="706" y="1634"/>
                </a:lnTo>
                <a:lnTo>
                  <a:pt x="706" y="1635"/>
                </a:lnTo>
                <a:lnTo>
                  <a:pt x="706" y="1636"/>
                </a:lnTo>
                <a:lnTo>
                  <a:pt x="706" y="1637"/>
                </a:lnTo>
                <a:lnTo>
                  <a:pt x="706" y="1638"/>
                </a:lnTo>
                <a:lnTo>
                  <a:pt x="707" y="1638"/>
                </a:lnTo>
                <a:lnTo>
                  <a:pt x="707" y="1639"/>
                </a:lnTo>
                <a:lnTo>
                  <a:pt x="708" y="1639"/>
                </a:lnTo>
                <a:lnTo>
                  <a:pt x="707" y="1639"/>
                </a:lnTo>
                <a:lnTo>
                  <a:pt x="707" y="1640"/>
                </a:lnTo>
                <a:lnTo>
                  <a:pt x="707" y="1641"/>
                </a:lnTo>
                <a:lnTo>
                  <a:pt x="706" y="1641"/>
                </a:lnTo>
                <a:lnTo>
                  <a:pt x="705" y="1642"/>
                </a:lnTo>
                <a:lnTo>
                  <a:pt x="704" y="1642"/>
                </a:lnTo>
                <a:lnTo>
                  <a:pt x="704" y="1643"/>
                </a:lnTo>
                <a:lnTo>
                  <a:pt x="705" y="1643"/>
                </a:lnTo>
                <a:lnTo>
                  <a:pt x="704" y="1643"/>
                </a:lnTo>
                <a:lnTo>
                  <a:pt x="704" y="1642"/>
                </a:lnTo>
                <a:lnTo>
                  <a:pt x="703" y="1643"/>
                </a:lnTo>
                <a:lnTo>
                  <a:pt x="701" y="1643"/>
                </a:lnTo>
                <a:lnTo>
                  <a:pt x="699" y="1643"/>
                </a:lnTo>
                <a:lnTo>
                  <a:pt x="699" y="1642"/>
                </a:lnTo>
                <a:lnTo>
                  <a:pt x="698" y="1642"/>
                </a:lnTo>
                <a:lnTo>
                  <a:pt x="696" y="1644"/>
                </a:lnTo>
                <a:lnTo>
                  <a:pt x="695" y="1644"/>
                </a:lnTo>
                <a:lnTo>
                  <a:pt x="693" y="1645"/>
                </a:lnTo>
                <a:lnTo>
                  <a:pt x="692" y="1645"/>
                </a:lnTo>
                <a:lnTo>
                  <a:pt x="691" y="1645"/>
                </a:lnTo>
                <a:lnTo>
                  <a:pt x="690" y="1645"/>
                </a:lnTo>
                <a:lnTo>
                  <a:pt x="689" y="1645"/>
                </a:lnTo>
                <a:lnTo>
                  <a:pt x="688" y="1645"/>
                </a:lnTo>
                <a:lnTo>
                  <a:pt x="686" y="1645"/>
                </a:lnTo>
                <a:lnTo>
                  <a:pt x="686" y="1646"/>
                </a:lnTo>
                <a:lnTo>
                  <a:pt x="685" y="1646"/>
                </a:lnTo>
                <a:lnTo>
                  <a:pt x="684" y="1646"/>
                </a:lnTo>
                <a:lnTo>
                  <a:pt x="683" y="1646"/>
                </a:lnTo>
                <a:lnTo>
                  <a:pt x="683" y="1645"/>
                </a:lnTo>
                <a:lnTo>
                  <a:pt x="682" y="1645"/>
                </a:lnTo>
                <a:lnTo>
                  <a:pt x="682" y="1644"/>
                </a:lnTo>
                <a:lnTo>
                  <a:pt x="681" y="1645"/>
                </a:lnTo>
                <a:lnTo>
                  <a:pt x="680" y="1645"/>
                </a:lnTo>
                <a:lnTo>
                  <a:pt x="679" y="1645"/>
                </a:lnTo>
                <a:lnTo>
                  <a:pt x="677" y="1645"/>
                </a:lnTo>
                <a:lnTo>
                  <a:pt x="676" y="1645"/>
                </a:lnTo>
                <a:lnTo>
                  <a:pt x="676" y="1646"/>
                </a:lnTo>
                <a:lnTo>
                  <a:pt x="675" y="1646"/>
                </a:lnTo>
                <a:lnTo>
                  <a:pt x="676" y="1647"/>
                </a:lnTo>
                <a:lnTo>
                  <a:pt x="676" y="1648"/>
                </a:lnTo>
                <a:lnTo>
                  <a:pt x="675" y="1648"/>
                </a:lnTo>
                <a:lnTo>
                  <a:pt x="674" y="1648"/>
                </a:lnTo>
                <a:lnTo>
                  <a:pt x="673" y="1648"/>
                </a:lnTo>
                <a:lnTo>
                  <a:pt x="672" y="1648"/>
                </a:lnTo>
                <a:lnTo>
                  <a:pt x="671" y="1649"/>
                </a:lnTo>
                <a:lnTo>
                  <a:pt x="670" y="1649"/>
                </a:lnTo>
                <a:lnTo>
                  <a:pt x="669" y="1649"/>
                </a:lnTo>
                <a:lnTo>
                  <a:pt x="668" y="1649"/>
                </a:lnTo>
                <a:lnTo>
                  <a:pt x="668" y="1648"/>
                </a:lnTo>
                <a:lnTo>
                  <a:pt x="667" y="1648"/>
                </a:lnTo>
                <a:lnTo>
                  <a:pt x="665" y="1648"/>
                </a:lnTo>
                <a:lnTo>
                  <a:pt x="662" y="1649"/>
                </a:lnTo>
                <a:lnTo>
                  <a:pt x="660" y="1649"/>
                </a:lnTo>
                <a:lnTo>
                  <a:pt x="660" y="1648"/>
                </a:lnTo>
                <a:lnTo>
                  <a:pt x="659" y="1648"/>
                </a:lnTo>
                <a:lnTo>
                  <a:pt x="658" y="1648"/>
                </a:lnTo>
                <a:lnTo>
                  <a:pt x="657" y="1648"/>
                </a:lnTo>
                <a:lnTo>
                  <a:pt x="655" y="1648"/>
                </a:lnTo>
                <a:lnTo>
                  <a:pt x="654" y="1648"/>
                </a:lnTo>
                <a:lnTo>
                  <a:pt x="654" y="1647"/>
                </a:lnTo>
                <a:lnTo>
                  <a:pt x="653" y="1647"/>
                </a:lnTo>
                <a:lnTo>
                  <a:pt x="652" y="1647"/>
                </a:lnTo>
                <a:lnTo>
                  <a:pt x="652" y="1646"/>
                </a:lnTo>
                <a:lnTo>
                  <a:pt x="652" y="1645"/>
                </a:lnTo>
                <a:lnTo>
                  <a:pt x="653" y="1643"/>
                </a:lnTo>
                <a:lnTo>
                  <a:pt x="653" y="1642"/>
                </a:lnTo>
                <a:lnTo>
                  <a:pt x="652" y="1641"/>
                </a:lnTo>
                <a:lnTo>
                  <a:pt x="651" y="1641"/>
                </a:lnTo>
                <a:lnTo>
                  <a:pt x="650" y="1640"/>
                </a:lnTo>
                <a:lnTo>
                  <a:pt x="651" y="1640"/>
                </a:lnTo>
                <a:lnTo>
                  <a:pt x="651" y="1639"/>
                </a:lnTo>
                <a:lnTo>
                  <a:pt x="650" y="1639"/>
                </a:lnTo>
                <a:lnTo>
                  <a:pt x="649" y="1639"/>
                </a:lnTo>
                <a:lnTo>
                  <a:pt x="648" y="1639"/>
                </a:lnTo>
                <a:lnTo>
                  <a:pt x="648" y="1637"/>
                </a:lnTo>
                <a:lnTo>
                  <a:pt x="649" y="1637"/>
                </a:lnTo>
                <a:lnTo>
                  <a:pt x="649" y="1636"/>
                </a:lnTo>
                <a:lnTo>
                  <a:pt x="650" y="1635"/>
                </a:lnTo>
                <a:lnTo>
                  <a:pt x="651" y="1635"/>
                </a:lnTo>
                <a:lnTo>
                  <a:pt x="652" y="1635"/>
                </a:lnTo>
                <a:lnTo>
                  <a:pt x="652" y="1634"/>
                </a:lnTo>
                <a:lnTo>
                  <a:pt x="651" y="1633"/>
                </a:lnTo>
                <a:lnTo>
                  <a:pt x="651" y="1632"/>
                </a:lnTo>
                <a:lnTo>
                  <a:pt x="651" y="1631"/>
                </a:lnTo>
                <a:lnTo>
                  <a:pt x="651" y="1630"/>
                </a:lnTo>
                <a:lnTo>
                  <a:pt x="650" y="1630"/>
                </a:lnTo>
                <a:lnTo>
                  <a:pt x="649" y="1630"/>
                </a:lnTo>
                <a:lnTo>
                  <a:pt x="648" y="1629"/>
                </a:lnTo>
                <a:lnTo>
                  <a:pt x="647" y="1629"/>
                </a:lnTo>
                <a:lnTo>
                  <a:pt x="646" y="1628"/>
                </a:lnTo>
                <a:lnTo>
                  <a:pt x="645" y="1628"/>
                </a:lnTo>
                <a:lnTo>
                  <a:pt x="644" y="1628"/>
                </a:lnTo>
                <a:lnTo>
                  <a:pt x="643" y="1628"/>
                </a:lnTo>
                <a:lnTo>
                  <a:pt x="641" y="1627"/>
                </a:lnTo>
                <a:lnTo>
                  <a:pt x="640" y="1627"/>
                </a:lnTo>
                <a:lnTo>
                  <a:pt x="639" y="1627"/>
                </a:lnTo>
                <a:lnTo>
                  <a:pt x="637" y="1627"/>
                </a:lnTo>
                <a:lnTo>
                  <a:pt x="636" y="1625"/>
                </a:lnTo>
                <a:lnTo>
                  <a:pt x="637" y="1625"/>
                </a:lnTo>
                <a:lnTo>
                  <a:pt x="637" y="1624"/>
                </a:lnTo>
                <a:lnTo>
                  <a:pt x="637" y="1623"/>
                </a:lnTo>
                <a:lnTo>
                  <a:pt x="637" y="1622"/>
                </a:lnTo>
                <a:lnTo>
                  <a:pt x="638" y="1621"/>
                </a:lnTo>
                <a:lnTo>
                  <a:pt x="637" y="1621"/>
                </a:lnTo>
                <a:lnTo>
                  <a:pt x="636" y="1621"/>
                </a:lnTo>
                <a:lnTo>
                  <a:pt x="636" y="1620"/>
                </a:lnTo>
                <a:lnTo>
                  <a:pt x="636" y="1619"/>
                </a:lnTo>
                <a:lnTo>
                  <a:pt x="635" y="1618"/>
                </a:lnTo>
                <a:lnTo>
                  <a:pt x="634" y="1618"/>
                </a:lnTo>
                <a:lnTo>
                  <a:pt x="632" y="1616"/>
                </a:lnTo>
                <a:lnTo>
                  <a:pt x="632" y="1615"/>
                </a:lnTo>
                <a:lnTo>
                  <a:pt x="631" y="1615"/>
                </a:lnTo>
                <a:lnTo>
                  <a:pt x="630" y="1614"/>
                </a:lnTo>
                <a:lnTo>
                  <a:pt x="629" y="1614"/>
                </a:lnTo>
                <a:lnTo>
                  <a:pt x="626" y="1613"/>
                </a:lnTo>
                <a:lnTo>
                  <a:pt x="626" y="1612"/>
                </a:lnTo>
                <a:lnTo>
                  <a:pt x="624" y="1612"/>
                </a:lnTo>
                <a:lnTo>
                  <a:pt x="623" y="1611"/>
                </a:lnTo>
                <a:lnTo>
                  <a:pt x="623" y="1610"/>
                </a:lnTo>
                <a:lnTo>
                  <a:pt x="622" y="1609"/>
                </a:lnTo>
                <a:lnTo>
                  <a:pt x="621" y="1608"/>
                </a:lnTo>
                <a:lnTo>
                  <a:pt x="620" y="1608"/>
                </a:lnTo>
                <a:lnTo>
                  <a:pt x="619" y="1607"/>
                </a:lnTo>
                <a:lnTo>
                  <a:pt x="618" y="1605"/>
                </a:lnTo>
                <a:lnTo>
                  <a:pt x="617" y="1604"/>
                </a:lnTo>
                <a:lnTo>
                  <a:pt x="616" y="1604"/>
                </a:lnTo>
                <a:lnTo>
                  <a:pt x="616" y="1603"/>
                </a:lnTo>
                <a:lnTo>
                  <a:pt x="615" y="1603"/>
                </a:lnTo>
                <a:lnTo>
                  <a:pt x="614" y="1603"/>
                </a:lnTo>
                <a:lnTo>
                  <a:pt x="613" y="1603"/>
                </a:lnTo>
                <a:lnTo>
                  <a:pt x="613" y="1602"/>
                </a:lnTo>
                <a:lnTo>
                  <a:pt x="612" y="1602"/>
                </a:lnTo>
                <a:lnTo>
                  <a:pt x="611" y="1601"/>
                </a:lnTo>
                <a:lnTo>
                  <a:pt x="611" y="1600"/>
                </a:lnTo>
                <a:lnTo>
                  <a:pt x="610" y="1600"/>
                </a:lnTo>
                <a:lnTo>
                  <a:pt x="610" y="1599"/>
                </a:lnTo>
                <a:lnTo>
                  <a:pt x="609" y="1598"/>
                </a:lnTo>
                <a:lnTo>
                  <a:pt x="608" y="1599"/>
                </a:lnTo>
                <a:lnTo>
                  <a:pt x="606" y="1598"/>
                </a:lnTo>
                <a:lnTo>
                  <a:pt x="605" y="1597"/>
                </a:lnTo>
                <a:lnTo>
                  <a:pt x="604" y="1596"/>
                </a:lnTo>
                <a:lnTo>
                  <a:pt x="603" y="1596"/>
                </a:lnTo>
                <a:lnTo>
                  <a:pt x="602" y="1596"/>
                </a:lnTo>
                <a:lnTo>
                  <a:pt x="601" y="1595"/>
                </a:lnTo>
                <a:lnTo>
                  <a:pt x="599" y="1595"/>
                </a:lnTo>
                <a:lnTo>
                  <a:pt x="596" y="1594"/>
                </a:lnTo>
                <a:lnTo>
                  <a:pt x="596" y="1595"/>
                </a:lnTo>
                <a:lnTo>
                  <a:pt x="595" y="1595"/>
                </a:lnTo>
                <a:lnTo>
                  <a:pt x="594" y="1595"/>
                </a:lnTo>
                <a:lnTo>
                  <a:pt x="593" y="1594"/>
                </a:lnTo>
                <a:lnTo>
                  <a:pt x="591" y="1593"/>
                </a:lnTo>
                <a:lnTo>
                  <a:pt x="590" y="1594"/>
                </a:lnTo>
                <a:lnTo>
                  <a:pt x="589" y="1594"/>
                </a:lnTo>
                <a:lnTo>
                  <a:pt x="588" y="1594"/>
                </a:lnTo>
                <a:lnTo>
                  <a:pt x="587" y="1594"/>
                </a:lnTo>
                <a:lnTo>
                  <a:pt x="586" y="1594"/>
                </a:lnTo>
                <a:lnTo>
                  <a:pt x="585" y="1594"/>
                </a:lnTo>
                <a:lnTo>
                  <a:pt x="584" y="1594"/>
                </a:lnTo>
                <a:lnTo>
                  <a:pt x="583" y="1593"/>
                </a:lnTo>
                <a:lnTo>
                  <a:pt x="582" y="1592"/>
                </a:lnTo>
                <a:lnTo>
                  <a:pt x="581" y="1592"/>
                </a:lnTo>
                <a:lnTo>
                  <a:pt x="580" y="1591"/>
                </a:lnTo>
                <a:lnTo>
                  <a:pt x="578" y="1589"/>
                </a:lnTo>
                <a:lnTo>
                  <a:pt x="577" y="1588"/>
                </a:lnTo>
                <a:lnTo>
                  <a:pt x="577" y="1587"/>
                </a:lnTo>
                <a:lnTo>
                  <a:pt x="576" y="1586"/>
                </a:lnTo>
                <a:lnTo>
                  <a:pt x="576" y="1585"/>
                </a:lnTo>
                <a:lnTo>
                  <a:pt x="575" y="1585"/>
                </a:lnTo>
                <a:lnTo>
                  <a:pt x="575" y="1584"/>
                </a:lnTo>
                <a:lnTo>
                  <a:pt x="574" y="1584"/>
                </a:lnTo>
                <a:lnTo>
                  <a:pt x="573" y="1584"/>
                </a:lnTo>
                <a:lnTo>
                  <a:pt x="572" y="1583"/>
                </a:lnTo>
                <a:lnTo>
                  <a:pt x="570" y="1582"/>
                </a:lnTo>
                <a:lnTo>
                  <a:pt x="569" y="1583"/>
                </a:lnTo>
                <a:lnTo>
                  <a:pt x="568" y="1583"/>
                </a:lnTo>
                <a:lnTo>
                  <a:pt x="567" y="1583"/>
                </a:lnTo>
                <a:lnTo>
                  <a:pt x="566" y="1582"/>
                </a:lnTo>
                <a:lnTo>
                  <a:pt x="564" y="1581"/>
                </a:lnTo>
                <a:lnTo>
                  <a:pt x="563" y="1581"/>
                </a:lnTo>
                <a:lnTo>
                  <a:pt x="562" y="1580"/>
                </a:lnTo>
                <a:lnTo>
                  <a:pt x="562" y="1579"/>
                </a:lnTo>
                <a:lnTo>
                  <a:pt x="561" y="1578"/>
                </a:lnTo>
                <a:lnTo>
                  <a:pt x="560" y="1578"/>
                </a:lnTo>
                <a:lnTo>
                  <a:pt x="559" y="1577"/>
                </a:lnTo>
                <a:lnTo>
                  <a:pt x="559" y="1576"/>
                </a:lnTo>
                <a:lnTo>
                  <a:pt x="559" y="1575"/>
                </a:lnTo>
                <a:lnTo>
                  <a:pt x="559" y="1574"/>
                </a:lnTo>
                <a:lnTo>
                  <a:pt x="559" y="1573"/>
                </a:lnTo>
                <a:lnTo>
                  <a:pt x="559" y="1572"/>
                </a:lnTo>
                <a:lnTo>
                  <a:pt x="558" y="1572"/>
                </a:lnTo>
                <a:lnTo>
                  <a:pt x="558" y="1571"/>
                </a:lnTo>
                <a:lnTo>
                  <a:pt x="557" y="1571"/>
                </a:lnTo>
                <a:lnTo>
                  <a:pt x="556" y="1570"/>
                </a:lnTo>
                <a:lnTo>
                  <a:pt x="555" y="1570"/>
                </a:lnTo>
                <a:lnTo>
                  <a:pt x="554" y="1571"/>
                </a:lnTo>
                <a:lnTo>
                  <a:pt x="553" y="1571"/>
                </a:lnTo>
                <a:lnTo>
                  <a:pt x="552" y="1571"/>
                </a:lnTo>
                <a:lnTo>
                  <a:pt x="550" y="1571"/>
                </a:lnTo>
                <a:lnTo>
                  <a:pt x="549" y="1571"/>
                </a:lnTo>
                <a:lnTo>
                  <a:pt x="548" y="1571"/>
                </a:lnTo>
                <a:lnTo>
                  <a:pt x="546" y="1572"/>
                </a:lnTo>
                <a:lnTo>
                  <a:pt x="545" y="1571"/>
                </a:lnTo>
                <a:lnTo>
                  <a:pt x="545" y="1570"/>
                </a:lnTo>
                <a:lnTo>
                  <a:pt x="544" y="1569"/>
                </a:lnTo>
                <a:lnTo>
                  <a:pt x="543" y="1569"/>
                </a:lnTo>
                <a:lnTo>
                  <a:pt x="542" y="1569"/>
                </a:lnTo>
                <a:lnTo>
                  <a:pt x="542" y="1568"/>
                </a:lnTo>
                <a:lnTo>
                  <a:pt x="542" y="1567"/>
                </a:lnTo>
                <a:lnTo>
                  <a:pt x="541" y="1566"/>
                </a:lnTo>
                <a:lnTo>
                  <a:pt x="540" y="1566"/>
                </a:lnTo>
                <a:lnTo>
                  <a:pt x="539" y="1565"/>
                </a:lnTo>
                <a:lnTo>
                  <a:pt x="538" y="1565"/>
                </a:lnTo>
                <a:lnTo>
                  <a:pt x="537" y="1564"/>
                </a:lnTo>
                <a:lnTo>
                  <a:pt x="537" y="1563"/>
                </a:lnTo>
                <a:lnTo>
                  <a:pt x="535" y="1562"/>
                </a:lnTo>
                <a:lnTo>
                  <a:pt x="534" y="1561"/>
                </a:lnTo>
                <a:lnTo>
                  <a:pt x="533" y="1561"/>
                </a:lnTo>
                <a:lnTo>
                  <a:pt x="532" y="1561"/>
                </a:lnTo>
                <a:lnTo>
                  <a:pt x="531" y="1560"/>
                </a:lnTo>
                <a:lnTo>
                  <a:pt x="531" y="1559"/>
                </a:lnTo>
                <a:lnTo>
                  <a:pt x="531" y="1558"/>
                </a:lnTo>
                <a:lnTo>
                  <a:pt x="530" y="1558"/>
                </a:lnTo>
                <a:lnTo>
                  <a:pt x="529" y="1558"/>
                </a:lnTo>
                <a:lnTo>
                  <a:pt x="529" y="1557"/>
                </a:lnTo>
                <a:lnTo>
                  <a:pt x="527" y="1557"/>
                </a:lnTo>
                <a:lnTo>
                  <a:pt x="526" y="1557"/>
                </a:lnTo>
                <a:lnTo>
                  <a:pt x="525" y="1557"/>
                </a:lnTo>
                <a:lnTo>
                  <a:pt x="524" y="1557"/>
                </a:lnTo>
                <a:lnTo>
                  <a:pt x="523" y="1557"/>
                </a:lnTo>
                <a:lnTo>
                  <a:pt x="522" y="1556"/>
                </a:lnTo>
                <a:lnTo>
                  <a:pt x="521" y="1555"/>
                </a:lnTo>
                <a:lnTo>
                  <a:pt x="520" y="1554"/>
                </a:lnTo>
                <a:lnTo>
                  <a:pt x="519" y="1554"/>
                </a:lnTo>
                <a:lnTo>
                  <a:pt x="517" y="1553"/>
                </a:lnTo>
                <a:lnTo>
                  <a:pt x="517" y="1552"/>
                </a:lnTo>
                <a:lnTo>
                  <a:pt x="516" y="1552"/>
                </a:lnTo>
                <a:lnTo>
                  <a:pt x="516" y="1551"/>
                </a:lnTo>
                <a:lnTo>
                  <a:pt x="516" y="1550"/>
                </a:lnTo>
                <a:lnTo>
                  <a:pt x="517" y="1550"/>
                </a:lnTo>
                <a:lnTo>
                  <a:pt x="517" y="1549"/>
                </a:lnTo>
                <a:lnTo>
                  <a:pt x="517" y="1546"/>
                </a:lnTo>
                <a:lnTo>
                  <a:pt x="516" y="1545"/>
                </a:lnTo>
                <a:lnTo>
                  <a:pt x="516" y="1544"/>
                </a:lnTo>
                <a:lnTo>
                  <a:pt x="516" y="1543"/>
                </a:lnTo>
                <a:lnTo>
                  <a:pt x="515" y="1543"/>
                </a:lnTo>
                <a:lnTo>
                  <a:pt x="514" y="1543"/>
                </a:lnTo>
                <a:lnTo>
                  <a:pt x="512" y="1542"/>
                </a:lnTo>
                <a:lnTo>
                  <a:pt x="512" y="1541"/>
                </a:lnTo>
                <a:lnTo>
                  <a:pt x="512" y="1540"/>
                </a:lnTo>
                <a:lnTo>
                  <a:pt x="512" y="1539"/>
                </a:lnTo>
                <a:lnTo>
                  <a:pt x="511" y="1539"/>
                </a:lnTo>
                <a:lnTo>
                  <a:pt x="511" y="1538"/>
                </a:lnTo>
                <a:lnTo>
                  <a:pt x="510" y="1538"/>
                </a:lnTo>
                <a:lnTo>
                  <a:pt x="509" y="1538"/>
                </a:lnTo>
                <a:lnTo>
                  <a:pt x="509" y="1539"/>
                </a:lnTo>
                <a:lnTo>
                  <a:pt x="509" y="1540"/>
                </a:lnTo>
                <a:lnTo>
                  <a:pt x="507" y="1540"/>
                </a:lnTo>
                <a:lnTo>
                  <a:pt x="506" y="1540"/>
                </a:lnTo>
                <a:lnTo>
                  <a:pt x="505" y="1540"/>
                </a:lnTo>
                <a:lnTo>
                  <a:pt x="504" y="1540"/>
                </a:lnTo>
                <a:lnTo>
                  <a:pt x="503" y="1540"/>
                </a:lnTo>
                <a:lnTo>
                  <a:pt x="502" y="1540"/>
                </a:lnTo>
                <a:lnTo>
                  <a:pt x="501" y="1540"/>
                </a:lnTo>
                <a:lnTo>
                  <a:pt x="501" y="1541"/>
                </a:lnTo>
                <a:lnTo>
                  <a:pt x="499" y="1541"/>
                </a:lnTo>
                <a:lnTo>
                  <a:pt x="498" y="1541"/>
                </a:lnTo>
                <a:lnTo>
                  <a:pt x="497" y="1540"/>
                </a:lnTo>
                <a:lnTo>
                  <a:pt x="496" y="1540"/>
                </a:lnTo>
                <a:lnTo>
                  <a:pt x="496" y="1541"/>
                </a:lnTo>
                <a:lnTo>
                  <a:pt x="495" y="1541"/>
                </a:lnTo>
                <a:lnTo>
                  <a:pt x="494" y="1542"/>
                </a:lnTo>
                <a:lnTo>
                  <a:pt x="493" y="1542"/>
                </a:lnTo>
                <a:lnTo>
                  <a:pt x="492" y="1542"/>
                </a:lnTo>
                <a:lnTo>
                  <a:pt x="491" y="1542"/>
                </a:lnTo>
                <a:lnTo>
                  <a:pt x="490" y="1542"/>
                </a:lnTo>
                <a:lnTo>
                  <a:pt x="489" y="1542"/>
                </a:lnTo>
                <a:lnTo>
                  <a:pt x="488" y="1545"/>
                </a:lnTo>
                <a:lnTo>
                  <a:pt x="487" y="1545"/>
                </a:lnTo>
                <a:lnTo>
                  <a:pt x="487" y="1546"/>
                </a:lnTo>
                <a:lnTo>
                  <a:pt x="486" y="1546"/>
                </a:lnTo>
                <a:lnTo>
                  <a:pt x="486" y="1547"/>
                </a:lnTo>
                <a:lnTo>
                  <a:pt x="483" y="1547"/>
                </a:lnTo>
                <a:lnTo>
                  <a:pt x="481" y="1546"/>
                </a:lnTo>
                <a:lnTo>
                  <a:pt x="481" y="1545"/>
                </a:lnTo>
                <a:lnTo>
                  <a:pt x="479" y="1544"/>
                </a:lnTo>
                <a:lnTo>
                  <a:pt x="478" y="1543"/>
                </a:lnTo>
                <a:lnTo>
                  <a:pt x="476" y="1543"/>
                </a:lnTo>
                <a:lnTo>
                  <a:pt x="475" y="1542"/>
                </a:lnTo>
                <a:lnTo>
                  <a:pt x="474" y="1541"/>
                </a:lnTo>
                <a:lnTo>
                  <a:pt x="473" y="1540"/>
                </a:lnTo>
                <a:lnTo>
                  <a:pt x="472" y="1539"/>
                </a:lnTo>
                <a:lnTo>
                  <a:pt x="471" y="1539"/>
                </a:lnTo>
                <a:lnTo>
                  <a:pt x="470" y="1539"/>
                </a:lnTo>
                <a:lnTo>
                  <a:pt x="469" y="1540"/>
                </a:lnTo>
                <a:lnTo>
                  <a:pt x="469" y="1541"/>
                </a:lnTo>
                <a:lnTo>
                  <a:pt x="468" y="1541"/>
                </a:lnTo>
                <a:lnTo>
                  <a:pt x="467" y="1542"/>
                </a:lnTo>
                <a:lnTo>
                  <a:pt x="466" y="1542"/>
                </a:lnTo>
                <a:lnTo>
                  <a:pt x="466" y="1543"/>
                </a:lnTo>
                <a:lnTo>
                  <a:pt x="466" y="1544"/>
                </a:lnTo>
                <a:lnTo>
                  <a:pt x="466" y="1545"/>
                </a:lnTo>
                <a:lnTo>
                  <a:pt x="465" y="1546"/>
                </a:lnTo>
                <a:lnTo>
                  <a:pt x="464" y="1546"/>
                </a:lnTo>
                <a:lnTo>
                  <a:pt x="463" y="1547"/>
                </a:lnTo>
                <a:lnTo>
                  <a:pt x="463" y="1548"/>
                </a:lnTo>
                <a:lnTo>
                  <a:pt x="463" y="1549"/>
                </a:lnTo>
                <a:lnTo>
                  <a:pt x="462" y="1550"/>
                </a:lnTo>
                <a:lnTo>
                  <a:pt x="461" y="1550"/>
                </a:lnTo>
                <a:lnTo>
                  <a:pt x="460" y="1550"/>
                </a:lnTo>
                <a:lnTo>
                  <a:pt x="460" y="1549"/>
                </a:lnTo>
                <a:lnTo>
                  <a:pt x="458" y="1548"/>
                </a:lnTo>
                <a:lnTo>
                  <a:pt x="458" y="1547"/>
                </a:lnTo>
                <a:lnTo>
                  <a:pt x="457" y="1547"/>
                </a:lnTo>
                <a:lnTo>
                  <a:pt x="456" y="1546"/>
                </a:lnTo>
                <a:lnTo>
                  <a:pt x="455" y="1548"/>
                </a:lnTo>
                <a:lnTo>
                  <a:pt x="455" y="1549"/>
                </a:lnTo>
                <a:lnTo>
                  <a:pt x="455" y="1550"/>
                </a:lnTo>
                <a:lnTo>
                  <a:pt x="454" y="1551"/>
                </a:lnTo>
                <a:lnTo>
                  <a:pt x="452" y="1551"/>
                </a:lnTo>
                <a:lnTo>
                  <a:pt x="451" y="1551"/>
                </a:lnTo>
                <a:lnTo>
                  <a:pt x="450" y="1551"/>
                </a:lnTo>
                <a:lnTo>
                  <a:pt x="450" y="1550"/>
                </a:lnTo>
                <a:lnTo>
                  <a:pt x="449" y="1550"/>
                </a:lnTo>
                <a:lnTo>
                  <a:pt x="448" y="1550"/>
                </a:lnTo>
                <a:lnTo>
                  <a:pt x="447" y="1550"/>
                </a:lnTo>
                <a:lnTo>
                  <a:pt x="447" y="1549"/>
                </a:lnTo>
                <a:lnTo>
                  <a:pt x="446" y="1549"/>
                </a:lnTo>
                <a:lnTo>
                  <a:pt x="446" y="1548"/>
                </a:lnTo>
                <a:lnTo>
                  <a:pt x="445" y="1548"/>
                </a:lnTo>
                <a:lnTo>
                  <a:pt x="444" y="1548"/>
                </a:lnTo>
                <a:lnTo>
                  <a:pt x="444" y="1549"/>
                </a:lnTo>
                <a:lnTo>
                  <a:pt x="443" y="1549"/>
                </a:lnTo>
                <a:lnTo>
                  <a:pt x="442" y="1548"/>
                </a:lnTo>
                <a:lnTo>
                  <a:pt x="441" y="1549"/>
                </a:lnTo>
                <a:lnTo>
                  <a:pt x="441" y="1550"/>
                </a:lnTo>
                <a:lnTo>
                  <a:pt x="441" y="1551"/>
                </a:lnTo>
                <a:lnTo>
                  <a:pt x="440" y="1551"/>
                </a:lnTo>
                <a:lnTo>
                  <a:pt x="438" y="1552"/>
                </a:lnTo>
                <a:lnTo>
                  <a:pt x="437" y="1552"/>
                </a:lnTo>
                <a:lnTo>
                  <a:pt x="436" y="1552"/>
                </a:lnTo>
                <a:lnTo>
                  <a:pt x="436" y="1551"/>
                </a:lnTo>
                <a:lnTo>
                  <a:pt x="435" y="1551"/>
                </a:lnTo>
                <a:lnTo>
                  <a:pt x="434" y="1552"/>
                </a:lnTo>
                <a:lnTo>
                  <a:pt x="434" y="1555"/>
                </a:lnTo>
                <a:lnTo>
                  <a:pt x="434" y="1556"/>
                </a:lnTo>
                <a:lnTo>
                  <a:pt x="433" y="1556"/>
                </a:lnTo>
                <a:lnTo>
                  <a:pt x="433" y="1557"/>
                </a:lnTo>
                <a:lnTo>
                  <a:pt x="433" y="1558"/>
                </a:lnTo>
                <a:lnTo>
                  <a:pt x="433" y="1559"/>
                </a:lnTo>
                <a:lnTo>
                  <a:pt x="434" y="1559"/>
                </a:lnTo>
                <a:lnTo>
                  <a:pt x="434" y="1560"/>
                </a:lnTo>
                <a:lnTo>
                  <a:pt x="434" y="1561"/>
                </a:lnTo>
                <a:lnTo>
                  <a:pt x="433" y="1561"/>
                </a:lnTo>
                <a:lnTo>
                  <a:pt x="431" y="1562"/>
                </a:lnTo>
                <a:lnTo>
                  <a:pt x="431" y="1563"/>
                </a:lnTo>
                <a:lnTo>
                  <a:pt x="431" y="1564"/>
                </a:lnTo>
                <a:lnTo>
                  <a:pt x="430" y="1564"/>
                </a:lnTo>
                <a:lnTo>
                  <a:pt x="431" y="1564"/>
                </a:lnTo>
                <a:lnTo>
                  <a:pt x="431" y="1565"/>
                </a:lnTo>
                <a:lnTo>
                  <a:pt x="430" y="1565"/>
                </a:lnTo>
                <a:lnTo>
                  <a:pt x="429" y="1566"/>
                </a:lnTo>
                <a:lnTo>
                  <a:pt x="427" y="1567"/>
                </a:lnTo>
                <a:lnTo>
                  <a:pt x="426" y="1567"/>
                </a:lnTo>
                <a:lnTo>
                  <a:pt x="426" y="1566"/>
                </a:lnTo>
                <a:lnTo>
                  <a:pt x="425" y="1565"/>
                </a:lnTo>
                <a:lnTo>
                  <a:pt x="424" y="1564"/>
                </a:lnTo>
                <a:lnTo>
                  <a:pt x="423" y="1563"/>
                </a:lnTo>
                <a:lnTo>
                  <a:pt x="422" y="1562"/>
                </a:lnTo>
                <a:lnTo>
                  <a:pt x="419" y="1559"/>
                </a:lnTo>
                <a:lnTo>
                  <a:pt x="418" y="1558"/>
                </a:lnTo>
                <a:lnTo>
                  <a:pt x="418" y="1557"/>
                </a:lnTo>
                <a:lnTo>
                  <a:pt x="417" y="1557"/>
                </a:lnTo>
                <a:lnTo>
                  <a:pt x="417" y="1556"/>
                </a:lnTo>
                <a:lnTo>
                  <a:pt x="416" y="1556"/>
                </a:lnTo>
                <a:lnTo>
                  <a:pt x="415" y="1556"/>
                </a:lnTo>
                <a:lnTo>
                  <a:pt x="414" y="1555"/>
                </a:lnTo>
                <a:lnTo>
                  <a:pt x="414" y="1554"/>
                </a:lnTo>
                <a:lnTo>
                  <a:pt x="411" y="1553"/>
                </a:lnTo>
                <a:lnTo>
                  <a:pt x="410" y="1554"/>
                </a:lnTo>
                <a:lnTo>
                  <a:pt x="410" y="1555"/>
                </a:lnTo>
                <a:lnTo>
                  <a:pt x="409" y="1556"/>
                </a:lnTo>
                <a:lnTo>
                  <a:pt x="407" y="1556"/>
                </a:lnTo>
                <a:lnTo>
                  <a:pt x="405" y="1553"/>
                </a:lnTo>
                <a:lnTo>
                  <a:pt x="403" y="1552"/>
                </a:lnTo>
                <a:lnTo>
                  <a:pt x="403" y="1551"/>
                </a:lnTo>
                <a:lnTo>
                  <a:pt x="402" y="1551"/>
                </a:lnTo>
                <a:lnTo>
                  <a:pt x="401" y="1550"/>
                </a:lnTo>
                <a:lnTo>
                  <a:pt x="400" y="1550"/>
                </a:lnTo>
                <a:lnTo>
                  <a:pt x="400" y="1549"/>
                </a:lnTo>
                <a:lnTo>
                  <a:pt x="399" y="1549"/>
                </a:lnTo>
                <a:lnTo>
                  <a:pt x="399" y="1548"/>
                </a:lnTo>
                <a:lnTo>
                  <a:pt x="397" y="1546"/>
                </a:lnTo>
                <a:lnTo>
                  <a:pt x="397" y="1545"/>
                </a:lnTo>
                <a:lnTo>
                  <a:pt x="397" y="1544"/>
                </a:lnTo>
                <a:lnTo>
                  <a:pt x="396" y="1543"/>
                </a:lnTo>
                <a:lnTo>
                  <a:pt x="396" y="1542"/>
                </a:lnTo>
                <a:lnTo>
                  <a:pt x="395" y="1542"/>
                </a:lnTo>
                <a:lnTo>
                  <a:pt x="394" y="1540"/>
                </a:lnTo>
                <a:lnTo>
                  <a:pt x="393" y="1539"/>
                </a:lnTo>
                <a:lnTo>
                  <a:pt x="392" y="1538"/>
                </a:lnTo>
                <a:lnTo>
                  <a:pt x="392" y="1537"/>
                </a:lnTo>
                <a:lnTo>
                  <a:pt x="392" y="1536"/>
                </a:lnTo>
                <a:lnTo>
                  <a:pt x="391" y="1536"/>
                </a:lnTo>
                <a:lnTo>
                  <a:pt x="391" y="1534"/>
                </a:lnTo>
                <a:lnTo>
                  <a:pt x="390" y="1534"/>
                </a:lnTo>
                <a:lnTo>
                  <a:pt x="390" y="1533"/>
                </a:lnTo>
                <a:lnTo>
                  <a:pt x="389" y="1533"/>
                </a:lnTo>
                <a:lnTo>
                  <a:pt x="389" y="1532"/>
                </a:lnTo>
                <a:lnTo>
                  <a:pt x="388" y="1531"/>
                </a:lnTo>
                <a:lnTo>
                  <a:pt x="388" y="1530"/>
                </a:lnTo>
                <a:lnTo>
                  <a:pt x="387" y="1528"/>
                </a:lnTo>
                <a:lnTo>
                  <a:pt x="385" y="1529"/>
                </a:lnTo>
                <a:lnTo>
                  <a:pt x="384" y="1529"/>
                </a:lnTo>
                <a:lnTo>
                  <a:pt x="383" y="1530"/>
                </a:lnTo>
                <a:lnTo>
                  <a:pt x="382" y="1530"/>
                </a:lnTo>
                <a:lnTo>
                  <a:pt x="381" y="1530"/>
                </a:lnTo>
                <a:lnTo>
                  <a:pt x="380" y="1530"/>
                </a:lnTo>
                <a:lnTo>
                  <a:pt x="379" y="1529"/>
                </a:lnTo>
                <a:lnTo>
                  <a:pt x="378" y="1527"/>
                </a:lnTo>
                <a:lnTo>
                  <a:pt x="377" y="1524"/>
                </a:lnTo>
                <a:lnTo>
                  <a:pt x="377" y="1523"/>
                </a:lnTo>
                <a:lnTo>
                  <a:pt x="377" y="1522"/>
                </a:lnTo>
                <a:lnTo>
                  <a:pt x="377" y="1521"/>
                </a:lnTo>
                <a:lnTo>
                  <a:pt x="376" y="1520"/>
                </a:lnTo>
                <a:lnTo>
                  <a:pt x="375" y="1517"/>
                </a:lnTo>
                <a:lnTo>
                  <a:pt x="374" y="1517"/>
                </a:lnTo>
                <a:lnTo>
                  <a:pt x="374" y="1516"/>
                </a:lnTo>
                <a:lnTo>
                  <a:pt x="373" y="1516"/>
                </a:lnTo>
                <a:lnTo>
                  <a:pt x="371" y="1515"/>
                </a:lnTo>
                <a:lnTo>
                  <a:pt x="370" y="1515"/>
                </a:lnTo>
                <a:lnTo>
                  <a:pt x="370" y="1514"/>
                </a:lnTo>
                <a:lnTo>
                  <a:pt x="370" y="1513"/>
                </a:lnTo>
                <a:lnTo>
                  <a:pt x="369" y="1513"/>
                </a:lnTo>
                <a:lnTo>
                  <a:pt x="368" y="1513"/>
                </a:lnTo>
                <a:lnTo>
                  <a:pt x="367" y="1514"/>
                </a:lnTo>
                <a:lnTo>
                  <a:pt x="367" y="1515"/>
                </a:lnTo>
                <a:lnTo>
                  <a:pt x="366" y="1515"/>
                </a:lnTo>
                <a:lnTo>
                  <a:pt x="365" y="1514"/>
                </a:lnTo>
                <a:lnTo>
                  <a:pt x="364" y="1514"/>
                </a:lnTo>
                <a:lnTo>
                  <a:pt x="363" y="1514"/>
                </a:lnTo>
                <a:lnTo>
                  <a:pt x="363" y="1515"/>
                </a:lnTo>
                <a:lnTo>
                  <a:pt x="362" y="1514"/>
                </a:lnTo>
                <a:lnTo>
                  <a:pt x="362" y="1513"/>
                </a:lnTo>
                <a:lnTo>
                  <a:pt x="361" y="1513"/>
                </a:lnTo>
                <a:lnTo>
                  <a:pt x="360" y="1513"/>
                </a:lnTo>
                <a:lnTo>
                  <a:pt x="359" y="1514"/>
                </a:lnTo>
                <a:lnTo>
                  <a:pt x="358" y="1515"/>
                </a:lnTo>
                <a:lnTo>
                  <a:pt x="357" y="1515"/>
                </a:lnTo>
                <a:lnTo>
                  <a:pt x="355" y="1516"/>
                </a:lnTo>
                <a:lnTo>
                  <a:pt x="355" y="1517"/>
                </a:lnTo>
                <a:lnTo>
                  <a:pt x="353" y="1517"/>
                </a:lnTo>
                <a:lnTo>
                  <a:pt x="352" y="1517"/>
                </a:lnTo>
                <a:lnTo>
                  <a:pt x="351" y="1517"/>
                </a:lnTo>
                <a:lnTo>
                  <a:pt x="351" y="1518"/>
                </a:lnTo>
                <a:lnTo>
                  <a:pt x="350" y="1519"/>
                </a:lnTo>
                <a:lnTo>
                  <a:pt x="349" y="1519"/>
                </a:lnTo>
                <a:lnTo>
                  <a:pt x="348" y="1519"/>
                </a:lnTo>
                <a:lnTo>
                  <a:pt x="347" y="1518"/>
                </a:lnTo>
                <a:lnTo>
                  <a:pt x="345" y="1517"/>
                </a:lnTo>
                <a:lnTo>
                  <a:pt x="343" y="1517"/>
                </a:lnTo>
                <a:lnTo>
                  <a:pt x="343" y="1516"/>
                </a:lnTo>
                <a:lnTo>
                  <a:pt x="343" y="1515"/>
                </a:lnTo>
                <a:lnTo>
                  <a:pt x="342" y="1514"/>
                </a:lnTo>
                <a:lnTo>
                  <a:pt x="342" y="1513"/>
                </a:lnTo>
                <a:lnTo>
                  <a:pt x="341" y="1512"/>
                </a:lnTo>
                <a:lnTo>
                  <a:pt x="341" y="1511"/>
                </a:lnTo>
                <a:lnTo>
                  <a:pt x="340" y="1511"/>
                </a:lnTo>
                <a:lnTo>
                  <a:pt x="339" y="1511"/>
                </a:lnTo>
                <a:lnTo>
                  <a:pt x="339" y="1512"/>
                </a:lnTo>
                <a:lnTo>
                  <a:pt x="338" y="1513"/>
                </a:lnTo>
                <a:lnTo>
                  <a:pt x="337" y="1513"/>
                </a:lnTo>
                <a:lnTo>
                  <a:pt x="336" y="1513"/>
                </a:lnTo>
                <a:lnTo>
                  <a:pt x="336" y="1512"/>
                </a:lnTo>
                <a:lnTo>
                  <a:pt x="335" y="1511"/>
                </a:lnTo>
                <a:lnTo>
                  <a:pt x="335" y="1510"/>
                </a:lnTo>
                <a:lnTo>
                  <a:pt x="335" y="1509"/>
                </a:lnTo>
                <a:lnTo>
                  <a:pt x="336" y="1509"/>
                </a:lnTo>
                <a:lnTo>
                  <a:pt x="337" y="1508"/>
                </a:lnTo>
                <a:lnTo>
                  <a:pt x="337" y="1507"/>
                </a:lnTo>
                <a:lnTo>
                  <a:pt x="337" y="1506"/>
                </a:lnTo>
                <a:lnTo>
                  <a:pt x="337" y="1505"/>
                </a:lnTo>
                <a:lnTo>
                  <a:pt x="336" y="1504"/>
                </a:lnTo>
                <a:lnTo>
                  <a:pt x="335" y="1503"/>
                </a:lnTo>
                <a:lnTo>
                  <a:pt x="333" y="1503"/>
                </a:lnTo>
                <a:lnTo>
                  <a:pt x="332" y="1500"/>
                </a:lnTo>
                <a:lnTo>
                  <a:pt x="332" y="1498"/>
                </a:lnTo>
                <a:lnTo>
                  <a:pt x="331" y="1496"/>
                </a:lnTo>
                <a:lnTo>
                  <a:pt x="331" y="1495"/>
                </a:lnTo>
                <a:lnTo>
                  <a:pt x="331" y="1494"/>
                </a:lnTo>
                <a:lnTo>
                  <a:pt x="332" y="1494"/>
                </a:lnTo>
                <a:lnTo>
                  <a:pt x="332" y="1492"/>
                </a:lnTo>
                <a:lnTo>
                  <a:pt x="332" y="1490"/>
                </a:lnTo>
                <a:lnTo>
                  <a:pt x="332" y="1489"/>
                </a:lnTo>
                <a:lnTo>
                  <a:pt x="332" y="1488"/>
                </a:lnTo>
                <a:lnTo>
                  <a:pt x="331" y="1488"/>
                </a:lnTo>
                <a:lnTo>
                  <a:pt x="330" y="1488"/>
                </a:lnTo>
                <a:lnTo>
                  <a:pt x="329" y="1488"/>
                </a:lnTo>
                <a:lnTo>
                  <a:pt x="327" y="1488"/>
                </a:lnTo>
                <a:lnTo>
                  <a:pt x="326" y="1488"/>
                </a:lnTo>
                <a:lnTo>
                  <a:pt x="325" y="1488"/>
                </a:lnTo>
                <a:lnTo>
                  <a:pt x="325" y="1487"/>
                </a:lnTo>
                <a:lnTo>
                  <a:pt x="324" y="1487"/>
                </a:lnTo>
                <a:lnTo>
                  <a:pt x="323" y="1487"/>
                </a:lnTo>
                <a:lnTo>
                  <a:pt x="322" y="1486"/>
                </a:lnTo>
                <a:lnTo>
                  <a:pt x="321" y="1488"/>
                </a:lnTo>
                <a:lnTo>
                  <a:pt x="321" y="1489"/>
                </a:lnTo>
                <a:lnTo>
                  <a:pt x="321" y="1490"/>
                </a:lnTo>
                <a:lnTo>
                  <a:pt x="320" y="1490"/>
                </a:lnTo>
                <a:lnTo>
                  <a:pt x="319" y="1492"/>
                </a:lnTo>
                <a:lnTo>
                  <a:pt x="317" y="1493"/>
                </a:lnTo>
                <a:lnTo>
                  <a:pt x="317" y="1494"/>
                </a:lnTo>
                <a:lnTo>
                  <a:pt x="316" y="1494"/>
                </a:lnTo>
                <a:lnTo>
                  <a:pt x="315" y="1495"/>
                </a:lnTo>
                <a:lnTo>
                  <a:pt x="313" y="1496"/>
                </a:lnTo>
                <a:lnTo>
                  <a:pt x="311" y="1497"/>
                </a:lnTo>
                <a:lnTo>
                  <a:pt x="310" y="1498"/>
                </a:lnTo>
                <a:lnTo>
                  <a:pt x="309" y="1499"/>
                </a:lnTo>
                <a:lnTo>
                  <a:pt x="309" y="1500"/>
                </a:lnTo>
                <a:lnTo>
                  <a:pt x="308" y="1502"/>
                </a:lnTo>
                <a:lnTo>
                  <a:pt x="308" y="1503"/>
                </a:lnTo>
                <a:lnTo>
                  <a:pt x="307" y="1503"/>
                </a:lnTo>
                <a:lnTo>
                  <a:pt x="306" y="1504"/>
                </a:lnTo>
                <a:lnTo>
                  <a:pt x="306" y="1505"/>
                </a:lnTo>
                <a:lnTo>
                  <a:pt x="307" y="1506"/>
                </a:lnTo>
                <a:lnTo>
                  <a:pt x="307" y="1507"/>
                </a:lnTo>
                <a:lnTo>
                  <a:pt x="306" y="1507"/>
                </a:lnTo>
                <a:lnTo>
                  <a:pt x="306" y="1509"/>
                </a:lnTo>
                <a:lnTo>
                  <a:pt x="307" y="1510"/>
                </a:lnTo>
                <a:lnTo>
                  <a:pt x="306" y="1512"/>
                </a:lnTo>
                <a:lnTo>
                  <a:pt x="306" y="1513"/>
                </a:lnTo>
                <a:lnTo>
                  <a:pt x="305" y="1513"/>
                </a:lnTo>
                <a:lnTo>
                  <a:pt x="304" y="1512"/>
                </a:lnTo>
                <a:lnTo>
                  <a:pt x="304" y="1513"/>
                </a:lnTo>
                <a:lnTo>
                  <a:pt x="303" y="1513"/>
                </a:lnTo>
                <a:lnTo>
                  <a:pt x="304" y="1513"/>
                </a:lnTo>
                <a:lnTo>
                  <a:pt x="304" y="1514"/>
                </a:lnTo>
                <a:lnTo>
                  <a:pt x="305" y="1515"/>
                </a:lnTo>
                <a:lnTo>
                  <a:pt x="305" y="1516"/>
                </a:lnTo>
                <a:lnTo>
                  <a:pt x="304" y="1516"/>
                </a:lnTo>
                <a:lnTo>
                  <a:pt x="304" y="1517"/>
                </a:lnTo>
                <a:lnTo>
                  <a:pt x="303" y="1516"/>
                </a:lnTo>
                <a:lnTo>
                  <a:pt x="302" y="1516"/>
                </a:lnTo>
                <a:lnTo>
                  <a:pt x="301" y="1514"/>
                </a:lnTo>
                <a:lnTo>
                  <a:pt x="300" y="1515"/>
                </a:lnTo>
                <a:lnTo>
                  <a:pt x="299" y="1515"/>
                </a:lnTo>
                <a:lnTo>
                  <a:pt x="299" y="1514"/>
                </a:lnTo>
                <a:lnTo>
                  <a:pt x="299" y="1513"/>
                </a:lnTo>
                <a:lnTo>
                  <a:pt x="299" y="1512"/>
                </a:lnTo>
                <a:lnTo>
                  <a:pt x="298" y="1512"/>
                </a:lnTo>
                <a:lnTo>
                  <a:pt x="297" y="1511"/>
                </a:lnTo>
                <a:lnTo>
                  <a:pt x="296" y="1511"/>
                </a:lnTo>
                <a:lnTo>
                  <a:pt x="295" y="1511"/>
                </a:lnTo>
                <a:lnTo>
                  <a:pt x="295" y="1510"/>
                </a:lnTo>
                <a:lnTo>
                  <a:pt x="294" y="1510"/>
                </a:lnTo>
                <a:lnTo>
                  <a:pt x="293" y="1510"/>
                </a:lnTo>
                <a:lnTo>
                  <a:pt x="293" y="1509"/>
                </a:lnTo>
                <a:lnTo>
                  <a:pt x="292" y="1507"/>
                </a:lnTo>
                <a:lnTo>
                  <a:pt x="292" y="1506"/>
                </a:lnTo>
                <a:lnTo>
                  <a:pt x="293" y="1505"/>
                </a:lnTo>
                <a:lnTo>
                  <a:pt x="292" y="1505"/>
                </a:lnTo>
                <a:lnTo>
                  <a:pt x="292" y="1504"/>
                </a:lnTo>
                <a:lnTo>
                  <a:pt x="291" y="1504"/>
                </a:lnTo>
                <a:lnTo>
                  <a:pt x="290" y="1503"/>
                </a:lnTo>
                <a:lnTo>
                  <a:pt x="289" y="1503"/>
                </a:lnTo>
                <a:lnTo>
                  <a:pt x="288" y="1502"/>
                </a:lnTo>
                <a:lnTo>
                  <a:pt x="288" y="1501"/>
                </a:lnTo>
                <a:lnTo>
                  <a:pt x="286" y="1501"/>
                </a:lnTo>
                <a:lnTo>
                  <a:pt x="286" y="1502"/>
                </a:lnTo>
                <a:lnTo>
                  <a:pt x="285" y="1502"/>
                </a:lnTo>
                <a:lnTo>
                  <a:pt x="284" y="1501"/>
                </a:lnTo>
                <a:lnTo>
                  <a:pt x="282" y="1501"/>
                </a:lnTo>
                <a:lnTo>
                  <a:pt x="281" y="1501"/>
                </a:lnTo>
                <a:lnTo>
                  <a:pt x="280" y="1501"/>
                </a:lnTo>
                <a:lnTo>
                  <a:pt x="280" y="1502"/>
                </a:lnTo>
                <a:lnTo>
                  <a:pt x="280" y="1501"/>
                </a:lnTo>
                <a:lnTo>
                  <a:pt x="279" y="1501"/>
                </a:lnTo>
                <a:lnTo>
                  <a:pt x="279" y="1500"/>
                </a:lnTo>
                <a:lnTo>
                  <a:pt x="278" y="1500"/>
                </a:lnTo>
                <a:lnTo>
                  <a:pt x="279" y="1499"/>
                </a:lnTo>
                <a:lnTo>
                  <a:pt x="279" y="1498"/>
                </a:lnTo>
                <a:lnTo>
                  <a:pt x="278" y="1498"/>
                </a:lnTo>
                <a:lnTo>
                  <a:pt x="277" y="1497"/>
                </a:lnTo>
                <a:lnTo>
                  <a:pt x="277" y="1496"/>
                </a:lnTo>
                <a:lnTo>
                  <a:pt x="278" y="1496"/>
                </a:lnTo>
                <a:lnTo>
                  <a:pt x="278" y="1495"/>
                </a:lnTo>
                <a:lnTo>
                  <a:pt x="277" y="1494"/>
                </a:lnTo>
                <a:lnTo>
                  <a:pt x="276" y="1494"/>
                </a:lnTo>
                <a:lnTo>
                  <a:pt x="275" y="1494"/>
                </a:lnTo>
                <a:lnTo>
                  <a:pt x="273" y="1492"/>
                </a:lnTo>
                <a:lnTo>
                  <a:pt x="272" y="1492"/>
                </a:lnTo>
                <a:lnTo>
                  <a:pt x="272" y="1491"/>
                </a:lnTo>
                <a:lnTo>
                  <a:pt x="271" y="1491"/>
                </a:lnTo>
                <a:lnTo>
                  <a:pt x="270" y="1491"/>
                </a:lnTo>
                <a:lnTo>
                  <a:pt x="270" y="1490"/>
                </a:lnTo>
                <a:lnTo>
                  <a:pt x="271" y="1489"/>
                </a:lnTo>
                <a:lnTo>
                  <a:pt x="272" y="1488"/>
                </a:lnTo>
                <a:lnTo>
                  <a:pt x="273" y="1487"/>
                </a:lnTo>
                <a:lnTo>
                  <a:pt x="273" y="1486"/>
                </a:lnTo>
                <a:lnTo>
                  <a:pt x="273" y="1485"/>
                </a:lnTo>
                <a:lnTo>
                  <a:pt x="273" y="1484"/>
                </a:lnTo>
                <a:lnTo>
                  <a:pt x="273" y="1483"/>
                </a:lnTo>
                <a:lnTo>
                  <a:pt x="274" y="1482"/>
                </a:lnTo>
                <a:lnTo>
                  <a:pt x="274" y="1481"/>
                </a:lnTo>
                <a:lnTo>
                  <a:pt x="274" y="1480"/>
                </a:lnTo>
                <a:lnTo>
                  <a:pt x="275" y="1479"/>
                </a:lnTo>
                <a:lnTo>
                  <a:pt x="276" y="1478"/>
                </a:lnTo>
                <a:lnTo>
                  <a:pt x="275" y="1478"/>
                </a:lnTo>
                <a:lnTo>
                  <a:pt x="275" y="1477"/>
                </a:lnTo>
                <a:lnTo>
                  <a:pt x="275" y="1476"/>
                </a:lnTo>
                <a:lnTo>
                  <a:pt x="274" y="1476"/>
                </a:lnTo>
                <a:lnTo>
                  <a:pt x="274" y="1475"/>
                </a:lnTo>
                <a:lnTo>
                  <a:pt x="275" y="1475"/>
                </a:lnTo>
                <a:lnTo>
                  <a:pt x="274" y="1474"/>
                </a:lnTo>
                <a:lnTo>
                  <a:pt x="274" y="1473"/>
                </a:lnTo>
                <a:lnTo>
                  <a:pt x="274" y="1472"/>
                </a:lnTo>
                <a:lnTo>
                  <a:pt x="273" y="1472"/>
                </a:lnTo>
                <a:lnTo>
                  <a:pt x="273" y="1470"/>
                </a:lnTo>
                <a:lnTo>
                  <a:pt x="273" y="1469"/>
                </a:lnTo>
                <a:lnTo>
                  <a:pt x="273" y="1468"/>
                </a:lnTo>
                <a:lnTo>
                  <a:pt x="274" y="1467"/>
                </a:lnTo>
                <a:lnTo>
                  <a:pt x="274" y="1466"/>
                </a:lnTo>
                <a:lnTo>
                  <a:pt x="274" y="1465"/>
                </a:lnTo>
                <a:lnTo>
                  <a:pt x="273" y="1463"/>
                </a:lnTo>
                <a:lnTo>
                  <a:pt x="273" y="1462"/>
                </a:lnTo>
                <a:lnTo>
                  <a:pt x="272" y="1462"/>
                </a:lnTo>
                <a:lnTo>
                  <a:pt x="271" y="1463"/>
                </a:lnTo>
                <a:lnTo>
                  <a:pt x="271" y="1462"/>
                </a:lnTo>
                <a:lnTo>
                  <a:pt x="270" y="1462"/>
                </a:lnTo>
                <a:lnTo>
                  <a:pt x="269" y="1462"/>
                </a:lnTo>
                <a:lnTo>
                  <a:pt x="268" y="1461"/>
                </a:lnTo>
                <a:lnTo>
                  <a:pt x="268" y="1460"/>
                </a:lnTo>
                <a:lnTo>
                  <a:pt x="267" y="1460"/>
                </a:lnTo>
                <a:lnTo>
                  <a:pt x="267" y="1459"/>
                </a:lnTo>
                <a:lnTo>
                  <a:pt x="267" y="1457"/>
                </a:lnTo>
                <a:lnTo>
                  <a:pt x="268" y="1457"/>
                </a:lnTo>
                <a:lnTo>
                  <a:pt x="269" y="1456"/>
                </a:lnTo>
                <a:lnTo>
                  <a:pt x="269" y="1455"/>
                </a:lnTo>
                <a:lnTo>
                  <a:pt x="269" y="1454"/>
                </a:lnTo>
                <a:lnTo>
                  <a:pt x="268" y="1454"/>
                </a:lnTo>
                <a:lnTo>
                  <a:pt x="266" y="1453"/>
                </a:lnTo>
                <a:lnTo>
                  <a:pt x="265" y="1453"/>
                </a:lnTo>
                <a:lnTo>
                  <a:pt x="264" y="1453"/>
                </a:lnTo>
                <a:lnTo>
                  <a:pt x="263" y="1454"/>
                </a:lnTo>
                <a:lnTo>
                  <a:pt x="262" y="1454"/>
                </a:lnTo>
                <a:lnTo>
                  <a:pt x="262" y="1453"/>
                </a:lnTo>
                <a:lnTo>
                  <a:pt x="262" y="1452"/>
                </a:lnTo>
                <a:lnTo>
                  <a:pt x="261" y="1452"/>
                </a:lnTo>
                <a:lnTo>
                  <a:pt x="260" y="1452"/>
                </a:lnTo>
                <a:lnTo>
                  <a:pt x="259" y="1451"/>
                </a:lnTo>
                <a:lnTo>
                  <a:pt x="259" y="1450"/>
                </a:lnTo>
                <a:lnTo>
                  <a:pt x="258" y="1450"/>
                </a:lnTo>
                <a:lnTo>
                  <a:pt x="257" y="1452"/>
                </a:lnTo>
                <a:lnTo>
                  <a:pt x="255" y="1453"/>
                </a:lnTo>
                <a:lnTo>
                  <a:pt x="255" y="1454"/>
                </a:lnTo>
                <a:lnTo>
                  <a:pt x="254" y="1454"/>
                </a:lnTo>
                <a:lnTo>
                  <a:pt x="253" y="1453"/>
                </a:lnTo>
                <a:lnTo>
                  <a:pt x="252" y="1453"/>
                </a:lnTo>
                <a:lnTo>
                  <a:pt x="251" y="1453"/>
                </a:lnTo>
                <a:lnTo>
                  <a:pt x="249" y="1453"/>
                </a:lnTo>
                <a:lnTo>
                  <a:pt x="248" y="1453"/>
                </a:lnTo>
                <a:lnTo>
                  <a:pt x="248" y="1454"/>
                </a:lnTo>
                <a:lnTo>
                  <a:pt x="247" y="1455"/>
                </a:lnTo>
                <a:lnTo>
                  <a:pt x="243" y="1456"/>
                </a:lnTo>
                <a:lnTo>
                  <a:pt x="243" y="1455"/>
                </a:lnTo>
                <a:lnTo>
                  <a:pt x="241" y="1454"/>
                </a:lnTo>
                <a:lnTo>
                  <a:pt x="241" y="1453"/>
                </a:lnTo>
                <a:lnTo>
                  <a:pt x="241" y="1452"/>
                </a:lnTo>
                <a:lnTo>
                  <a:pt x="240" y="1451"/>
                </a:lnTo>
                <a:lnTo>
                  <a:pt x="239" y="1451"/>
                </a:lnTo>
                <a:lnTo>
                  <a:pt x="239" y="1452"/>
                </a:lnTo>
                <a:lnTo>
                  <a:pt x="238" y="1452"/>
                </a:lnTo>
                <a:lnTo>
                  <a:pt x="238" y="1453"/>
                </a:lnTo>
                <a:lnTo>
                  <a:pt x="237" y="1452"/>
                </a:lnTo>
                <a:lnTo>
                  <a:pt x="235" y="1451"/>
                </a:lnTo>
                <a:lnTo>
                  <a:pt x="234" y="1451"/>
                </a:lnTo>
                <a:lnTo>
                  <a:pt x="233" y="1451"/>
                </a:lnTo>
                <a:lnTo>
                  <a:pt x="233" y="1452"/>
                </a:lnTo>
                <a:lnTo>
                  <a:pt x="232" y="1452"/>
                </a:lnTo>
                <a:lnTo>
                  <a:pt x="231" y="1452"/>
                </a:lnTo>
                <a:lnTo>
                  <a:pt x="231" y="1453"/>
                </a:lnTo>
                <a:lnTo>
                  <a:pt x="230" y="1454"/>
                </a:lnTo>
                <a:lnTo>
                  <a:pt x="228" y="1455"/>
                </a:lnTo>
                <a:lnTo>
                  <a:pt x="227" y="1456"/>
                </a:lnTo>
                <a:lnTo>
                  <a:pt x="227" y="1455"/>
                </a:lnTo>
                <a:lnTo>
                  <a:pt x="226" y="1455"/>
                </a:lnTo>
                <a:lnTo>
                  <a:pt x="226" y="1454"/>
                </a:lnTo>
                <a:lnTo>
                  <a:pt x="224" y="1454"/>
                </a:lnTo>
                <a:lnTo>
                  <a:pt x="222" y="1454"/>
                </a:lnTo>
                <a:lnTo>
                  <a:pt x="222" y="1455"/>
                </a:lnTo>
                <a:lnTo>
                  <a:pt x="222" y="1457"/>
                </a:lnTo>
                <a:lnTo>
                  <a:pt x="221" y="1457"/>
                </a:lnTo>
                <a:lnTo>
                  <a:pt x="220" y="1457"/>
                </a:lnTo>
                <a:lnTo>
                  <a:pt x="220" y="1455"/>
                </a:lnTo>
                <a:lnTo>
                  <a:pt x="220" y="1454"/>
                </a:lnTo>
                <a:lnTo>
                  <a:pt x="220" y="1452"/>
                </a:lnTo>
                <a:lnTo>
                  <a:pt x="220" y="1450"/>
                </a:lnTo>
                <a:lnTo>
                  <a:pt x="220" y="1449"/>
                </a:lnTo>
                <a:lnTo>
                  <a:pt x="219" y="1449"/>
                </a:lnTo>
                <a:lnTo>
                  <a:pt x="218" y="1449"/>
                </a:lnTo>
                <a:lnTo>
                  <a:pt x="217" y="1449"/>
                </a:lnTo>
                <a:lnTo>
                  <a:pt x="216" y="1449"/>
                </a:lnTo>
                <a:lnTo>
                  <a:pt x="215" y="1450"/>
                </a:lnTo>
                <a:lnTo>
                  <a:pt x="214" y="1450"/>
                </a:lnTo>
                <a:lnTo>
                  <a:pt x="214" y="1449"/>
                </a:lnTo>
                <a:lnTo>
                  <a:pt x="212" y="1449"/>
                </a:lnTo>
                <a:lnTo>
                  <a:pt x="211" y="1450"/>
                </a:lnTo>
                <a:lnTo>
                  <a:pt x="210" y="1451"/>
                </a:lnTo>
                <a:lnTo>
                  <a:pt x="209" y="1451"/>
                </a:lnTo>
                <a:lnTo>
                  <a:pt x="208" y="1452"/>
                </a:lnTo>
                <a:lnTo>
                  <a:pt x="208" y="1453"/>
                </a:lnTo>
                <a:lnTo>
                  <a:pt x="205" y="1455"/>
                </a:lnTo>
                <a:lnTo>
                  <a:pt x="204" y="1455"/>
                </a:lnTo>
                <a:lnTo>
                  <a:pt x="203" y="1456"/>
                </a:lnTo>
                <a:lnTo>
                  <a:pt x="202" y="1456"/>
                </a:lnTo>
                <a:lnTo>
                  <a:pt x="202" y="1457"/>
                </a:lnTo>
                <a:lnTo>
                  <a:pt x="202" y="1458"/>
                </a:lnTo>
                <a:lnTo>
                  <a:pt x="200" y="1459"/>
                </a:lnTo>
                <a:lnTo>
                  <a:pt x="198" y="1460"/>
                </a:lnTo>
                <a:lnTo>
                  <a:pt x="197" y="1460"/>
                </a:lnTo>
                <a:lnTo>
                  <a:pt x="196" y="1460"/>
                </a:lnTo>
                <a:lnTo>
                  <a:pt x="195" y="1461"/>
                </a:lnTo>
                <a:lnTo>
                  <a:pt x="194" y="1461"/>
                </a:lnTo>
                <a:lnTo>
                  <a:pt x="192" y="1461"/>
                </a:lnTo>
                <a:lnTo>
                  <a:pt x="190" y="1460"/>
                </a:lnTo>
                <a:lnTo>
                  <a:pt x="188" y="1460"/>
                </a:lnTo>
                <a:lnTo>
                  <a:pt x="187" y="1460"/>
                </a:lnTo>
                <a:lnTo>
                  <a:pt x="186" y="1460"/>
                </a:lnTo>
                <a:lnTo>
                  <a:pt x="186" y="1461"/>
                </a:lnTo>
                <a:lnTo>
                  <a:pt x="185" y="1462"/>
                </a:lnTo>
                <a:lnTo>
                  <a:pt x="183" y="1463"/>
                </a:lnTo>
                <a:lnTo>
                  <a:pt x="183" y="1464"/>
                </a:lnTo>
                <a:lnTo>
                  <a:pt x="182" y="1464"/>
                </a:lnTo>
                <a:lnTo>
                  <a:pt x="182" y="1463"/>
                </a:lnTo>
                <a:lnTo>
                  <a:pt x="182" y="1462"/>
                </a:lnTo>
                <a:lnTo>
                  <a:pt x="181" y="1462"/>
                </a:lnTo>
                <a:lnTo>
                  <a:pt x="180" y="1462"/>
                </a:lnTo>
                <a:lnTo>
                  <a:pt x="180" y="1463"/>
                </a:lnTo>
                <a:lnTo>
                  <a:pt x="179" y="1463"/>
                </a:lnTo>
                <a:lnTo>
                  <a:pt x="178" y="1463"/>
                </a:lnTo>
                <a:lnTo>
                  <a:pt x="178" y="1464"/>
                </a:lnTo>
                <a:lnTo>
                  <a:pt x="177" y="1464"/>
                </a:lnTo>
                <a:lnTo>
                  <a:pt x="176" y="1464"/>
                </a:lnTo>
                <a:lnTo>
                  <a:pt x="175" y="1464"/>
                </a:lnTo>
                <a:lnTo>
                  <a:pt x="173" y="1465"/>
                </a:lnTo>
                <a:lnTo>
                  <a:pt x="173" y="1466"/>
                </a:lnTo>
                <a:lnTo>
                  <a:pt x="173" y="1467"/>
                </a:lnTo>
                <a:lnTo>
                  <a:pt x="173" y="1468"/>
                </a:lnTo>
                <a:lnTo>
                  <a:pt x="172" y="1468"/>
                </a:lnTo>
                <a:lnTo>
                  <a:pt x="171" y="1468"/>
                </a:lnTo>
                <a:lnTo>
                  <a:pt x="169" y="1468"/>
                </a:lnTo>
                <a:lnTo>
                  <a:pt x="167" y="1468"/>
                </a:lnTo>
                <a:lnTo>
                  <a:pt x="167" y="1467"/>
                </a:lnTo>
                <a:lnTo>
                  <a:pt x="166" y="1467"/>
                </a:lnTo>
                <a:lnTo>
                  <a:pt x="165" y="1467"/>
                </a:lnTo>
                <a:lnTo>
                  <a:pt x="165" y="1468"/>
                </a:lnTo>
                <a:lnTo>
                  <a:pt x="165" y="1469"/>
                </a:lnTo>
                <a:lnTo>
                  <a:pt x="165" y="1470"/>
                </a:lnTo>
                <a:lnTo>
                  <a:pt x="164" y="1470"/>
                </a:lnTo>
                <a:lnTo>
                  <a:pt x="164" y="1471"/>
                </a:lnTo>
                <a:lnTo>
                  <a:pt x="163" y="1471"/>
                </a:lnTo>
                <a:lnTo>
                  <a:pt x="161" y="1473"/>
                </a:lnTo>
                <a:lnTo>
                  <a:pt x="160" y="1474"/>
                </a:lnTo>
                <a:lnTo>
                  <a:pt x="160" y="1475"/>
                </a:lnTo>
                <a:lnTo>
                  <a:pt x="159" y="1475"/>
                </a:lnTo>
                <a:lnTo>
                  <a:pt x="158" y="1474"/>
                </a:lnTo>
                <a:lnTo>
                  <a:pt x="157" y="1474"/>
                </a:lnTo>
                <a:lnTo>
                  <a:pt x="157" y="1475"/>
                </a:lnTo>
                <a:lnTo>
                  <a:pt x="156" y="1475"/>
                </a:lnTo>
                <a:lnTo>
                  <a:pt x="155" y="1474"/>
                </a:lnTo>
                <a:lnTo>
                  <a:pt x="154" y="1474"/>
                </a:lnTo>
                <a:lnTo>
                  <a:pt x="154" y="1473"/>
                </a:lnTo>
                <a:lnTo>
                  <a:pt x="153" y="1471"/>
                </a:lnTo>
                <a:lnTo>
                  <a:pt x="153" y="1470"/>
                </a:lnTo>
                <a:lnTo>
                  <a:pt x="153" y="1469"/>
                </a:lnTo>
                <a:lnTo>
                  <a:pt x="152" y="1469"/>
                </a:lnTo>
                <a:lnTo>
                  <a:pt x="151" y="1467"/>
                </a:lnTo>
                <a:lnTo>
                  <a:pt x="150" y="1466"/>
                </a:lnTo>
                <a:lnTo>
                  <a:pt x="148" y="1464"/>
                </a:lnTo>
                <a:lnTo>
                  <a:pt x="147" y="1464"/>
                </a:lnTo>
                <a:lnTo>
                  <a:pt x="145" y="1463"/>
                </a:lnTo>
                <a:lnTo>
                  <a:pt x="144" y="1463"/>
                </a:lnTo>
                <a:lnTo>
                  <a:pt x="141" y="1464"/>
                </a:lnTo>
                <a:lnTo>
                  <a:pt x="140" y="1464"/>
                </a:lnTo>
                <a:lnTo>
                  <a:pt x="139" y="1463"/>
                </a:lnTo>
                <a:lnTo>
                  <a:pt x="138" y="1463"/>
                </a:lnTo>
                <a:lnTo>
                  <a:pt x="137" y="1462"/>
                </a:lnTo>
                <a:lnTo>
                  <a:pt x="137" y="1463"/>
                </a:lnTo>
                <a:lnTo>
                  <a:pt x="136" y="1463"/>
                </a:lnTo>
                <a:lnTo>
                  <a:pt x="136" y="1464"/>
                </a:lnTo>
                <a:lnTo>
                  <a:pt x="133" y="1464"/>
                </a:lnTo>
                <a:lnTo>
                  <a:pt x="132" y="1464"/>
                </a:lnTo>
                <a:lnTo>
                  <a:pt x="132" y="1463"/>
                </a:lnTo>
                <a:lnTo>
                  <a:pt x="132" y="1462"/>
                </a:lnTo>
                <a:lnTo>
                  <a:pt x="132" y="1461"/>
                </a:lnTo>
                <a:lnTo>
                  <a:pt x="131" y="1460"/>
                </a:lnTo>
                <a:lnTo>
                  <a:pt x="131" y="1459"/>
                </a:lnTo>
                <a:lnTo>
                  <a:pt x="130" y="1459"/>
                </a:lnTo>
                <a:lnTo>
                  <a:pt x="129" y="1459"/>
                </a:lnTo>
                <a:lnTo>
                  <a:pt x="128" y="1460"/>
                </a:lnTo>
                <a:lnTo>
                  <a:pt x="126" y="1460"/>
                </a:lnTo>
                <a:lnTo>
                  <a:pt x="125" y="1460"/>
                </a:lnTo>
                <a:lnTo>
                  <a:pt x="124" y="1460"/>
                </a:lnTo>
                <a:lnTo>
                  <a:pt x="124" y="1459"/>
                </a:lnTo>
                <a:lnTo>
                  <a:pt x="123" y="1459"/>
                </a:lnTo>
                <a:lnTo>
                  <a:pt x="122" y="1459"/>
                </a:lnTo>
                <a:lnTo>
                  <a:pt x="120" y="1459"/>
                </a:lnTo>
                <a:lnTo>
                  <a:pt x="118" y="1460"/>
                </a:lnTo>
                <a:lnTo>
                  <a:pt x="117" y="1460"/>
                </a:lnTo>
                <a:lnTo>
                  <a:pt x="117" y="1459"/>
                </a:lnTo>
                <a:lnTo>
                  <a:pt x="116" y="1459"/>
                </a:lnTo>
                <a:lnTo>
                  <a:pt x="117" y="1458"/>
                </a:lnTo>
                <a:lnTo>
                  <a:pt x="116" y="1457"/>
                </a:lnTo>
                <a:lnTo>
                  <a:pt x="115" y="1457"/>
                </a:lnTo>
                <a:lnTo>
                  <a:pt x="115" y="1456"/>
                </a:lnTo>
                <a:lnTo>
                  <a:pt x="113" y="1457"/>
                </a:lnTo>
                <a:lnTo>
                  <a:pt x="112" y="1457"/>
                </a:lnTo>
                <a:lnTo>
                  <a:pt x="112" y="1456"/>
                </a:lnTo>
                <a:lnTo>
                  <a:pt x="112" y="1455"/>
                </a:lnTo>
                <a:lnTo>
                  <a:pt x="111" y="1455"/>
                </a:lnTo>
                <a:lnTo>
                  <a:pt x="110" y="1454"/>
                </a:lnTo>
                <a:lnTo>
                  <a:pt x="109" y="1454"/>
                </a:lnTo>
                <a:lnTo>
                  <a:pt x="108" y="1454"/>
                </a:lnTo>
                <a:lnTo>
                  <a:pt x="107" y="1454"/>
                </a:lnTo>
                <a:lnTo>
                  <a:pt x="106" y="1454"/>
                </a:lnTo>
                <a:lnTo>
                  <a:pt x="105" y="1453"/>
                </a:lnTo>
                <a:lnTo>
                  <a:pt x="105" y="1452"/>
                </a:lnTo>
                <a:lnTo>
                  <a:pt x="105" y="1451"/>
                </a:lnTo>
                <a:lnTo>
                  <a:pt x="104" y="1451"/>
                </a:lnTo>
                <a:lnTo>
                  <a:pt x="103" y="1451"/>
                </a:lnTo>
                <a:lnTo>
                  <a:pt x="102" y="1450"/>
                </a:lnTo>
                <a:lnTo>
                  <a:pt x="101" y="1448"/>
                </a:lnTo>
                <a:lnTo>
                  <a:pt x="100" y="1448"/>
                </a:lnTo>
                <a:lnTo>
                  <a:pt x="99" y="1448"/>
                </a:lnTo>
                <a:lnTo>
                  <a:pt x="99" y="1446"/>
                </a:lnTo>
                <a:lnTo>
                  <a:pt x="99" y="1444"/>
                </a:lnTo>
                <a:lnTo>
                  <a:pt x="98" y="1444"/>
                </a:lnTo>
                <a:lnTo>
                  <a:pt x="97" y="1444"/>
                </a:lnTo>
                <a:lnTo>
                  <a:pt x="97" y="1443"/>
                </a:lnTo>
                <a:lnTo>
                  <a:pt x="98" y="1442"/>
                </a:lnTo>
                <a:lnTo>
                  <a:pt x="98" y="1441"/>
                </a:lnTo>
                <a:lnTo>
                  <a:pt x="101" y="1440"/>
                </a:lnTo>
                <a:lnTo>
                  <a:pt x="103" y="1440"/>
                </a:lnTo>
                <a:lnTo>
                  <a:pt x="104" y="1439"/>
                </a:lnTo>
                <a:lnTo>
                  <a:pt x="103" y="1439"/>
                </a:lnTo>
                <a:lnTo>
                  <a:pt x="103" y="1438"/>
                </a:lnTo>
                <a:lnTo>
                  <a:pt x="103" y="1437"/>
                </a:lnTo>
                <a:lnTo>
                  <a:pt x="102" y="1436"/>
                </a:lnTo>
                <a:lnTo>
                  <a:pt x="102" y="1435"/>
                </a:lnTo>
                <a:lnTo>
                  <a:pt x="102" y="1434"/>
                </a:lnTo>
                <a:lnTo>
                  <a:pt x="102" y="1433"/>
                </a:lnTo>
                <a:lnTo>
                  <a:pt x="101" y="1432"/>
                </a:lnTo>
                <a:lnTo>
                  <a:pt x="100" y="1433"/>
                </a:lnTo>
                <a:lnTo>
                  <a:pt x="98" y="1433"/>
                </a:lnTo>
                <a:lnTo>
                  <a:pt x="98" y="1432"/>
                </a:lnTo>
                <a:lnTo>
                  <a:pt x="98" y="1431"/>
                </a:lnTo>
                <a:lnTo>
                  <a:pt x="97" y="1430"/>
                </a:lnTo>
                <a:lnTo>
                  <a:pt x="96" y="1430"/>
                </a:lnTo>
                <a:lnTo>
                  <a:pt x="96" y="1429"/>
                </a:lnTo>
                <a:lnTo>
                  <a:pt x="95" y="1428"/>
                </a:lnTo>
                <a:lnTo>
                  <a:pt x="94" y="1426"/>
                </a:lnTo>
                <a:lnTo>
                  <a:pt x="95" y="1426"/>
                </a:lnTo>
                <a:lnTo>
                  <a:pt x="94" y="1425"/>
                </a:lnTo>
                <a:lnTo>
                  <a:pt x="94" y="1424"/>
                </a:lnTo>
                <a:lnTo>
                  <a:pt x="93" y="1425"/>
                </a:lnTo>
                <a:lnTo>
                  <a:pt x="94" y="1425"/>
                </a:lnTo>
                <a:lnTo>
                  <a:pt x="93" y="1427"/>
                </a:lnTo>
                <a:lnTo>
                  <a:pt x="92" y="1427"/>
                </a:lnTo>
                <a:lnTo>
                  <a:pt x="92" y="1426"/>
                </a:lnTo>
                <a:lnTo>
                  <a:pt x="91" y="1426"/>
                </a:lnTo>
                <a:lnTo>
                  <a:pt x="90" y="1426"/>
                </a:lnTo>
                <a:lnTo>
                  <a:pt x="90" y="1428"/>
                </a:lnTo>
                <a:lnTo>
                  <a:pt x="89" y="1429"/>
                </a:lnTo>
                <a:lnTo>
                  <a:pt x="89" y="1430"/>
                </a:lnTo>
                <a:lnTo>
                  <a:pt x="89" y="1431"/>
                </a:lnTo>
                <a:lnTo>
                  <a:pt x="88" y="1432"/>
                </a:lnTo>
                <a:lnTo>
                  <a:pt x="87" y="1432"/>
                </a:lnTo>
                <a:lnTo>
                  <a:pt x="86" y="1432"/>
                </a:lnTo>
                <a:lnTo>
                  <a:pt x="85" y="1432"/>
                </a:lnTo>
                <a:lnTo>
                  <a:pt x="84" y="1431"/>
                </a:lnTo>
                <a:lnTo>
                  <a:pt x="84" y="1430"/>
                </a:lnTo>
                <a:lnTo>
                  <a:pt x="84" y="1429"/>
                </a:lnTo>
                <a:lnTo>
                  <a:pt x="83" y="1429"/>
                </a:lnTo>
                <a:lnTo>
                  <a:pt x="82" y="1428"/>
                </a:lnTo>
                <a:lnTo>
                  <a:pt x="81" y="1428"/>
                </a:lnTo>
                <a:lnTo>
                  <a:pt x="80" y="1428"/>
                </a:lnTo>
                <a:lnTo>
                  <a:pt x="80" y="1429"/>
                </a:lnTo>
                <a:lnTo>
                  <a:pt x="79" y="1430"/>
                </a:lnTo>
                <a:lnTo>
                  <a:pt x="78" y="1431"/>
                </a:lnTo>
                <a:lnTo>
                  <a:pt x="77" y="1432"/>
                </a:lnTo>
                <a:lnTo>
                  <a:pt x="75" y="1432"/>
                </a:lnTo>
                <a:lnTo>
                  <a:pt x="74" y="1432"/>
                </a:lnTo>
                <a:lnTo>
                  <a:pt x="73" y="1432"/>
                </a:lnTo>
                <a:lnTo>
                  <a:pt x="71" y="1431"/>
                </a:lnTo>
                <a:lnTo>
                  <a:pt x="68" y="1431"/>
                </a:lnTo>
                <a:lnTo>
                  <a:pt x="67" y="1431"/>
                </a:lnTo>
                <a:lnTo>
                  <a:pt x="66" y="1432"/>
                </a:lnTo>
                <a:lnTo>
                  <a:pt x="65" y="1432"/>
                </a:lnTo>
                <a:lnTo>
                  <a:pt x="64" y="1432"/>
                </a:lnTo>
                <a:lnTo>
                  <a:pt x="63" y="1432"/>
                </a:lnTo>
                <a:lnTo>
                  <a:pt x="62" y="1433"/>
                </a:lnTo>
                <a:lnTo>
                  <a:pt x="62" y="1434"/>
                </a:lnTo>
                <a:lnTo>
                  <a:pt x="61" y="1434"/>
                </a:lnTo>
                <a:lnTo>
                  <a:pt x="60" y="1434"/>
                </a:lnTo>
                <a:lnTo>
                  <a:pt x="59" y="1434"/>
                </a:lnTo>
                <a:lnTo>
                  <a:pt x="59" y="1433"/>
                </a:lnTo>
                <a:lnTo>
                  <a:pt x="58" y="1433"/>
                </a:lnTo>
                <a:lnTo>
                  <a:pt x="57" y="1433"/>
                </a:lnTo>
                <a:lnTo>
                  <a:pt x="56" y="1435"/>
                </a:lnTo>
                <a:lnTo>
                  <a:pt x="56" y="1436"/>
                </a:lnTo>
                <a:lnTo>
                  <a:pt x="57" y="1436"/>
                </a:lnTo>
                <a:lnTo>
                  <a:pt x="57" y="1438"/>
                </a:lnTo>
                <a:lnTo>
                  <a:pt x="56" y="1439"/>
                </a:lnTo>
                <a:lnTo>
                  <a:pt x="56" y="1440"/>
                </a:lnTo>
                <a:lnTo>
                  <a:pt x="56" y="1441"/>
                </a:lnTo>
                <a:lnTo>
                  <a:pt x="56" y="1442"/>
                </a:lnTo>
                <a:lnTo>
                  <a:pt x="57" y="1444"/>
                </a:lnTo>
                <a:lnTo>
                  <a:pt x="56" y="1444"/>
                </a:lnTo>
                <a:lnTo>
                  <a:pt x="55" y="1444"/>
                </a:lnTo>
                <a:lnTo>
                  <a:pt x="54" y="1444"/>
                </a:lnTo>
                <a:lnTo>
                  <a:pt x="54" y="1445"/>
                </a:lnTo>
                <a:lnTo>
                  <a:pt x="54" y="1446"/>
                </a:lnTo>
                <a:lnTo>
                  <a:pt x="53" y="1447"/>
                </a:lnTo>
                <a:lnTo>
                  <a:pt x="52" y="1448"/>
                </a:lnTo>
                <a:lnTo>
                  <a:pt x="51" y="1448"/>
                </a:lnTo>
                <a:lnTo>
                  <a:pt x="50" y="1449"/>
                </a:lnTo>
                <a:lnTo>
                  <a:pt x="49" y="1449"/>
                </a:lnTo>
                <a:lnTo>
                  <a:pt x="49" y="1448"/>
                </a:lnTo>
                <a:lnTo>
                  <a:pt x="49" y="1447"/>
                </a:lnTo>
                <a:lnTo>
                  <a:pt x="48" y="1446"/>
                </a:lnTo>
                <a:lnTo>
                  <a:pt x="48" y="1445"/>
                </a:lnTo>
                <a:lnTo>
                  <a:pt x="47" y="1445"/>
                </a:lnTo>
                <a:lnTo>
                  <a:pt x="46" y="1445"/>
                </a:lnTo>
                <a:lnTo>
                  <a:pt x="46" y="1446"/>
                </a:lnTo>
                <a:lnTo>
                  <a:pt x="45" y="1445"/>
                </a:lnTo>
                <a:lnTo>
                  <a:pt x="44" y="1445"/>
                </a:lnTo>
                <a:lnTo>
                  <a:pt x="43" y="1446"/>
                </a:lnTo>
                <a:lnTo>
                  <a:pt x="43" y="1447"/>
                </a:lnTo>
                <a:lnTo>
                  <a:pt x="42" y="1447"/>
                </a:lnTo>
                <a:lnTo>
                  <a:pt x="42" y="1448"/>
                </a:lnTo>
                <a:lnTo>
                  <a:pt x="41" y="1448"/>
                </a:lnTo>
                <a:lnTo>
                  <a:pt x="40" y="1447"/>
                </a:lnTo>
                <a:lnTo>
                  <a:pt x="39" y="1447"/>
                </a:lnTo>
                <a:lnTo>
                  <a:pt x="37" y="1448"/>
                </a:lnTo>
                <a:lnTo>
                  <a:pt x="37" y="1449"/>
                </a:lnTo>
                <a:lnTo>
                  <a:pt x="36" y="1449"/>
                </a:lnTo>
                <a:lnTo>
                  <a:pt x="36" y="1450"/>
                </a:lnTo>
                <a:lnTo>
                  <a:pt x="35" y="1450"/>
                </a:lnTo>
                <a:lnTo>
                  <a:pt x="34" y="1450"/>
                </a:lnTo>
                <a:lnTo>
                  <a:pt x="33" y="1452"/>
                </a:lnTo>
                <a:lnTo>
                  <a:pt x="32" y="1452"/>
                </a:lnTo>
                <a:lnTo>
                  <a:pt x="32" y="1453"/>
                </a:lnTo>
                <a:lnTo>
                  <a:pt x="30" y="1453"/>
                </a:lnTo>
                <a:lnTo>
                  <a:pt x="30" y="1454"/>
                </a:lnTo>
                <a:lnTo>
                  <a:pt x="29" y="1455"/>
                </a:lnTo>
                <a:lnTo>
                  <a:pt x="28" y="1455"/>
                </a:lnTo>
                <a:lnTo>
                  <a:pt x="27" y="1455"/>
                </a:lnTo>
                <a:lnTo>
                  <a:pt x="27" y="1456"/>
                </a:lnTo>
                <a:lnTo>
                  <a:pt x="26" y="1457"/>
                </a:lnTo>
                <a:lnTo>
                  <a:pt x="25" y="1457"/>
                </a:lnTo>
                <a:lnTo>
                  <a:pt x="24" y="1457"/>
                </a:lnTo>
                <a:lnTo>
                  <a:pt x="24" y="1458"/>
                </a:lnTo>
                <a:lnTo>
                  <a:pt x="23" y="1458"/>
                </a:lnTo>
                <a:lnTo>
                  <a:pt x="22" y="1459"/>
                </a:lnTo>
                <a:lnTo>
                  <a:pt x="21" y="1459"/>
                </a:lnTo>
                <a:lnTo>
                  <a:pt x="18" y="1459"/>
                </a:lnTo>
                <a:lnTo>
                  <a:pt x="17" y="1458"/>
                </a:lnTo>
                <a:lnTo>
                  <a:pt x="17" y="1457"/>
                </a:lnTo>
                <a:lnTo>
                  <a:pt x="17" y="1456"/>
                </a:lnTo>
                <a:lnTo>
                  <a:pt x="17" y="1455"/>
                </a:lnTo>
                <a:lnTo>
                  <a:pt x="17" y="1454"/>
                </a:lnTo>
                <a:lnTo>
                  <a:pt x="17" y="1453"/>
                </a:lnTo>
                <a:lnTo>
                  <a:pt x="16" y="1453"/>
                </a:lnTo>
                <a:lnTo>
                  <a:pt x="15" y="1453"/>
                </a:lnTo>
                <a:lnTo>
                  <a:pt x="15" y="1454"/>
                </a:lnTo>
                <a:lnTo>
                  <a:pt x="14" y="1454"/>
                </a:lnTo>
                <a:lnTo>
                  <a:pt x="13" y="1454"/>
                </a:lnTo>
                <a:lnTo>
                  <a:pt x="12" y="1453"/>
                </a:lnTo>
                <a:lnTo>
                  <a:pt x="12" y="1452"/>
                </a:lnTo>
                <a:lnTo>
                  <a:pt x="12" y="1451"/>
                </a:lnTo>
                <a:lnTo>
                  <a:pt x="11" y="1449"/>
                </a:lnTo>
                <a:lnTo>
                  <a:pt x="12" y="1449"/>
                </a:lnTo>
                <a:lnTo>
                  <a:pt x="12" y="1448"/>
                </a:lnTo>
                <a:lnTo>
                  <a:pt x="13" y="1448"/>
                </a:lnTo>
                <a:lnTo>
                  <a:pt x="13" y="1447"/>
                </a:lnTo>
                <a:lnTo>
                  <a:pt x="14" y="1446"/>
                </a:lnTo>
                <a:lnTo>
                  <a:pt x="13" y="1445"/>
                </a:lnTo>
                <a:lnTo>
                  <a:pt x="12" y="1445"/>
                </a:lnTo>
                <a:lnTo>
                  <a:pt x="12" y="1444"/>
                </a:lnTo>
                <a:lnTo>
                  <a:pt x="11" y="1443"/>
                </a:lnTo>
                <a:lnTo>
                  <a:pt x="11" y="1442"/>
                </a:lnTo>
                <a:lnTo>
                  <a:pt x="12" y="1441"/>
                </a:lnTo>
                <a:lnTo>
                  <a:pt x="12" y="1440"/>
                </a:lnTo>
                <a:lnTo>
                  <a:pt x="11" y="1440"/>
                </a:lnTo>
                <a:lnTo>
                  <a:pt x="11" y="1439"/>
                </a:lnTo>
                <a:lnTo>
                  <a:pt x="10" y="1440"/>
                </a:lnTo>
                <a:lnTo>
                  <a:pt x="9" y="1440"/>
                </a:lnTo>
                <a:lnTo>
                  <a:pt x="8" y="1440"/>
                </a:lnTo>
                <a:lnTo>
                  <a:pt x="7" y="1439"/>
                </a:lnTo>
                <a:lnTo>
                  <a:pt x="7" y="1438"/>
                </a:lnTo>
                <a:lnTo>
                  <a:pt x="7" y="1437"/>
                </a:lnTo>
                <a:lnTo>
                  <a:pt x="7" y="1436"/>
                </a:lnTo>
                <a:lnTo>
                  <a:pt x="8" y="1436"/>
                </a:lnTo>
                <a:lnTo>
                  <a:pt x="8" y="1435"/>
                </a:lnTo>
                <a:lnTo>
                  <a:pt x="7" y="1434"/>
                </a:lnTo>
                <a:lnTo>
                  <a:pt x="7" y="1433"/>
                </a:lnTo>
                <a:lnTo>
                  <a:pt x="6" y="1432"/>
                </a:lnTo>
                <a:lnTo>
                  <a:pt x="6" y="1431"/>
                </a:lnTo>
                <a:lnTo>
                  <a:pt x="6" y="1430"/>
                </a:lnTo>
                <a:lnTo>
                  <a:pt x="6" y="1429"/>
                </a:lnTo>
                <a:lnTo>
                  <a:pt x="6" y="1428"/>
                </a:lnTo>
                <a:lnTo>
                  <a:pt x="4" y="1426"/>
                </a:lnTo>
                <a:lnTo>
                  <a:pt x="3" y="1426"/>
                </a:lnTo>
                <a:lnTo>
                  <a:pt x="3" y="1425"/>
                </a:lnTo>
                <a:lnTo>
                  <a:pt x="2" y="1425"/>
                </a:lnTo>
                <a:lnTo>
                  <a:pt x="2" y="1424"/>
                </a:lnTo>
                <a:lnTo>
                  <a:pt x="1" y="1422"/>
                </a:lnTo>
                <a:lnTo>
                  <a:pt x="0" y="1421"/>
                </a:lnTo>
                <a:lnTo>
                  <a:pt x="0" y="1420"/>
                </a:lnTo>
                <a:lnTo>
                  <a:pt x="1" y="1420"/>
                </a:lnTo>
                <a:lnTo>
                  <a:pt x="1" y="1419"/>
                </a:lnTo>
                <a:lnTo>
                  <a:pt x="1" y="1418"/>
                </a:lnTo>
                <a:lnTo>
                  <a:pt x="1" y="1417"/>
                </a:lnTo>
                <a:lnTo>
                  <a:pt x="1" y="1416"/>
                </a:lnTo>
                <a:lnTo>
                  <a:pt x="2" y="1416"/>
                </a:lnTo>
                <a:lnTo>
                  <a:pt x="2" y="1415"/>
                </a:lnTo>
                <a:lnTo>
                  <a:pt x="3" y="1414"/>
                </a:lnTo>
                <a:lnTo>
                  <a:pt x="6" y="1413"/>
                </a:lnTo>
                <a:lnTo>
                  <a:pt x="6" y="1414"/>
                </a:lnTo>
                <a:lnTo>
                  <a:pt x="7" y="1414"/>
                </a:lnTo>
                <a:lnTo>
                  <a:pt x="7" y="1415"/>
                </a:lnTo>
                <a:lnTo>
                  <a:pt x="7" y="1416"/>
                </a:lnTo>
                <a:lnTo>
                  <a:pt x="8" y="1416"/>
                </a:lnTo>
                <a:lnTo>
                  <a:pt x="9" y="1416"/>
                </a:lnTo>
                <a:lnTo>
                  <a:pt x="10" y="1416"/>
                </a:lnTo>
                <a:lnTo>
                  <a:pt x="12" y="1416"/>
                </a:lnTo>
                <a:lnTo>
                  <a:pt x="13" y="1416"/>
                </a:lnTo>
                <a:lnTo>
                  <a:pt x="14" y="1418"/>
                </a:lnTo>
                <a:lnTo>
                  <a:pt x="15" y="1419"/>
                </a:lnTo>
                <a:lnTo>
                  <a:pt x="15" y="1420"/>
                </a:lnTo>
                <a:lnTo>
                  <a:pt x="15" y="1421"/>
                </a:lnTo>
                <a:lnTo>
                  <a:pt x="16" y="1421"/>
                </a:lnTo>
                <a:lnTo>
                  <a:pt x="17" y="1422"/>
                </a:lnTo>
                <a:lnTo>
                  <a:pt x="18" y="1422"/>
                </a:lnTo>
                <a:lnTo>
                  <a:pt x="19" y="1421"/>
                </a:lnTo>
                <a:lnTo>
                  <a:pt x="20" y="1421"/>
                </a:lnTo>
                <a:lnTo>
                  <a:pt x="22" y="1421"/>
                </a:lnTo>
                <a:lnTo>
                  <a:pt x="23" y="1421"/>
                </a:lnTo>
                <a:lnTo>
                  <a:pt x="24" y="1421"/>
                </a:lnTo>
                <a:lnTo>
                  <a:pt x="25" y="1421"/>
                </a:lnTo>
                <a:lnTo>
                  <a:pt x="27" y="1420"/>
                </a:lnTo>
                <a:lnTo>
                  <a:pt x="27" y="1419"/>
                </a:lnTo>
                <a:lnTo>
                  <a:pt x="28" y="1419"/>
                </a:lnTo>
                <a:lnTo>
                  <a:pt x="28" y="1418"/>
                </a:lnTo>
                <a:lnTo>
                  <a:pt x="29" y="1417"/>
                </a:lnTo>
                <a:lnTo>
                  <a:pt x="30" y="1417"/>
                </a:lnTo>
                <a:lnTo>
                  <a:pt x="31" y="1417"/>
                </a:lnTo>
                <a:lnTo>
                  <a:pt x="33" y="1417"/>
                </a:lnTo>
                <a:lnTo>
                  <a:pt x="35" y="1417"/>
                </a:lnTo>
                <a:lnTo>
                  <a:pt x="35" y="1416"/>
                </a:lnTo>
                <a:lnTo>
                  <a:pt x="36" y="1416"/>
                </a:lnTo>
                <a:lnTo>
                  <a:pt x="36" y="1415"/>
                </a:lnTo>
                <a:lnTo>
                  <a:pt x="37" y="1415"/>
                </a:lnTo>
                <a:lnTo>
                  <a:pt x="39" y="1415"/>
                </a:lnTo>
                <a:lnTo>
                  <a:pt x="39" y="1416"/>
                </a:lnTo>
                <a:lnTo>
                  <a:pt x="40" y="1416"/>
                </a:lnTo>
                <a:lnTo>
                  <a:pt x="40" y="1417"/>
                </a:lnTo>
                <a:lnTo>
                  <a:pt x="41" y="1417"/>
                </a:lnTo>
                <a:lnTo>
                  <a:pt x="42" y="1416"/>
                </a:lnTo>
                <a:lnTo>
                  <a:pt x="43" y="1414"/>
                </a:lnTo>
                <a:lnTo>
                  <a:pt x="45" y="1413"/>
                </a:lnTo>
                <a:lnTo>
                  <a:pt x="45" y="1412"/>
                </a:lnTo>
                <a:lnTo>
                  <a:pt x="47" y="1412"/>
                </a:lnTo>
                <a:lnTo>
                  <a:pt x="48" y="1412"/>
                </a:lnTo>
                <a:lnTo>
                  <a:pt x="48" y="1411"/>
                </a:lnTo>
                <a:lnTo>
                  <a:pt x="49" y="1411"/>
                </a:lnTo>
                <a:lnTo>
                  <a:pt x="50" y="1410"/>
                </a:lnTo>
                <a:lnTo>
                  <a:pt x="51" y="1410"/>
                </a:lnTo>
                <a:lnTo>
                  <a:pt x="53" y="1409"/>
                </a:lnTo>
                <a:lnTo>
                  <a:pt x="54" y="1409"/>
                </a:lnTo>
                <a:lnTo>
                  <a:pt x="54" y="1408"/>
                </a:lnTo>
                <a:lnTo>
                  <a:pt x="55" y="1408"/>
                </a:lnTo>
                <a:lnTo>
                  <a:pt x="55" y="1407"/>
                </a:lnTo>
                <a:lnTo>
                  <a:pt x="56" y="1406"/>
                </a:lnTo>
                <a:lnTo>
                  <a:pt x="57" y="1405"/>
                </a:lnTo>
                <a:lnTo>
                  <a:pt x="58" y="1406"/>
                </a:lnTo>
                <a:lnTo>
                  <a:pt x="59" y="1407"/>
                </a:lnTo>
                <a:lnTo>
                  <a:pt x="60" y="1407"/>
                </a:lnTo>
                <a:lnTo>
                  <a:pt x="61" y="1407"/>
                </a:lnTo>
                <a:lnTo>
                  <a:pt x="61" y="1408"/>
                </a:lnTo>
                <a:lnTo>
                  <a:pt x="62" y="1408"/>
                </a:lnTo>
                <a:lnTo>
                  <a:pt x="62" y="1409"/>
                </a:lnTo>
                <a:lnTo>
                  <a:pt x="63" y="1409"/>
                </a:lnTo>
                <a:lnTo>
                  <a:pt x="64" y="1408"/>
                </a:lnTo>
                <a:lnTo>
                  <a:pt x="64" y="1407"/>
                </a:lnTo>
                <a:lnTo>
                  <a:pt x="64" y="1406"/>
                </a:lnTo>
                <a:lnTo>
                  <a:pt x="65" y="1404"/>
                </a:lnTo>
                <a:lnTo>
                  <a:pt x="66" y="1404"/>
                </a:lnTo>
                <a:lnTo>
                  <a:pt x="67" y="1404"/>
                </a:lnTo>
                <a:lnTo>
                  <a:pt x="67" y="1403"/>
                </a:lnTo>
                <a:lnTo>
                  <a:pt x="68" y="1403"/>
                </a:lnTo>
                <a:lnTo>
                  <a:pt x="68" y="1402"/>
                </a:lnTo>
                <a:lnTo>
                  <a:pt x="68" y="1401"/>
                </a:lnTo>
                <a:lnTo>
                  <a:pt x="68" y="1400"/>
                </a:lnTo>
                <a:lnTo>
                  <a:pt x="69" y="1399"/>
                </a:lnTo>
                <a:lnTo>
                  <a:pt x="70" y="1399"/>
                </a:lnTo>
                <a:lnTo>
                  <a:pt x="71" y="1398"/>
                </a:lnTo>
                <a:lnTo>
                  <a:pt x="72" y="1398"/>
                </a:lnTo>
                <a:lnTo>
                  <a:pt x="73" y="1398"/>
                </a:lnTo>
                <a:lnTo>
                  <a:pt x="73" y="1397"/>
                </a:lnTo>
                <a:lnTo>
                  <a:pt x="73" y="1395"/>
                </a:lnTo>
                <a:lnTo>
                  <a:pt x="73" y="1394"/>
                </a:lnTo>
                <a:lnTo>
                  <a:pt x="72" y="1394"/>
                </a:lnTo>
                <a:lnTo>
                  <a:pt x="72" y="1393"/>
                </a:lnTo>
                <a:lnTo>
                  <a:pt x="73" y="1393"/>
                </a:lnTo>
                <a:lnTo>
                  <a:pt x="74" y="1391"/>
                </a:lnTo>
                <a:lnTo>
                  <a:pt x="74" y="1389"/>
                </a:lnTo>
                <a:lnTo>
                  <a:pt x="73" y="1388"/>
                </a:lnTo>
                <a:lnTo>
                  <a:pt x="73" y="1387"/>
                </a:lnTo>
                <a:lnTo>
                  <a:pt x="72" y="1386"/>
                </a:lnTo>
                <a:lnTo>
                  <a:pt x="71" y="1386"/>
                </a:lnTo>
                <a:lnTo>
                  <a:pt x="71" y="1385"/>
                </a:lnTo>
                <a:lnTo>
                  <a:pt x="71" y="1383"/>
                </a:lnTo>
                <a:lnTo>
                  <a:pt x="72" y="1383"/>
                </a:lnTo>
                <a:lnTo>
                  <a:pt x="72" y="1382"/>
                </a:lnTo>
                <a:lnTo>
                  <a:pt x="73" y="1382"/>
                </a:lnTo>
                <a:lnTo>
                  <a:pt x="74" y="1382"/>
                </a:lnTo>
                <a:lnTo>
                  <a:pt x="74" y="1381"/>
                </a:lnTo>
                <a:lnTo>
                  <a:pt x="74" y="1380"/>
                </a:lnTo>
                <a:lnTo>
                  <a:pt x="73" y="1380"/>
                </a:lnTo>
                <a:lnTo>
                  <a:pt x="72" y="1377"/>
                </a:lnTo>
                <a:lnTo>
                  <a:pt x="72" y="1375"/>
                </a:lnTo>
                <a:lnTo>
                  <a:pt x="73" y="1374"/>
                </a:lnTo>
                <a:lnTo>
                  <a:pt x="74" y="1373"/>
                </a:lnTo>
                <a:lnTo>
                  <a:pt x="75" y="1373"/>
                </a:lnTo>
                <a:lnTo>
                  <a:pt x="75" y="1372"/>
                </a:lnTo>
                <a:lnTo>
                  <a:pt x="75" y="1371"/>
                </a:lnTo>
                <a:lnTo>
                  <a:pt x="74" y="1371"/>
                </a:lnTo>
                <a:lnTo>
                  <a:pt x="73" y="1372"/>
                </a:lnTo>
                <a:lnTo>
                  <a:pt x="73" y="1371"/>
                </a:lnTo>
                <a:lnTo>
                  <a:pt x="72" y="1370"/>
                </a:lnTo>
                <a:lnTo>
                  <a:pt x="71" y="1370"/>
                </a:lnTo>
                <a:lnTo>
                  <a:pt x="71" y="1369"/>
                </a:lnTo>
                <a:lnTo>
                  <a:pt x="72" y="1369"/>
                </a:lnTo>
                <a:lnTo>
                  <a:pt x="73" y="1369"/>
                </a:lnTo>
                <a:lnTo>
                  <a:pt x="73" y="1368"/>
                </a:lnTo>
                <a:lnTo>
                  <a:pt x="73" y="1367"/>
                </a:lnTo>
                <a:lnTo>
                  <a:pt x="74" y="1366"/>
                </a:lnTo>
                <a:lnTo>
                  <a:pt x="73" y="1366"/>
                </a:lnTo>
                <a:lnTo>
                  <a:pt x="72" y="1366"/>
                </a:lnTo>
                <a:lnTo>
                  <a:pt x="72" y="1367"/>
                </a:lnTo>
                <a:lnTo>
                  <a:pt x="70" y="1368"/>
                </a:lnTo>
                <a:lnTo>
                  <a:pt x="68" y="1366"/>
                </a:lnTo>
                <a:lnTo>
                  <a:pt x="69" y="1364"/>
                </a:lnTo>
                <a:lnTo>
                  <a:pt x="70" y="1364"/>
                </a:lnTo>
                <a:lnTo>
                  <a:pt x="71" y="1364"/>
                </a:lnTo>
                <a:lnTo>
                  <a:pt x="71" y="1363"/>
                </a:lnTo>
                <a:lnTo>
                  <a:pt x="72" y="1362"/>
                </a:lnTo>
                <a:lnTo>
                  <a:pt x="73" y="1362"/>
                </a:lnTo>
                <a:lnTo>
                  <a:pt x="73" y="1361"/>
                </a:lnTo>
                <a:lnTo>
                  <a:pt x="72" y="1361"/>
                </a:lnTo>
                <a:lnTo>
                  <a:pt x="72" y="1360"/>
                </a:lnTo>
                <a:lnTo>
                  <a:pt x="72" y="1359"/>
                </a:lnTo>
                <a:lnTo>
                  <a:pt x="73" y="1359"/>
                </a:lnTo>
                <a:lnTo>
                  <a:pt x="73" y="1358"/>
                </a:lnTo>
                <a:lnTo>
                  <a:pt x="73" y="1357"/>
                </a:lnTo>
                <a:lnTo>
                  <a:pt x="73" y="1356"/>
                </a:lnTo>
                <a:lnTo>
                  <a:pt x="74" y="1355"/>
                </a:lnTo>
                <a:lnTo>
                  <a:pt x="75" y="1355"/>
                </a:lnTo>
                <a:lnTo>
                  <a:pt x="75" y="1356"/>
                </a:lnTo>
                <a:lnTo>
                  <a:pt x="76" y="1357"/>
                </a:lnTo>
                <a:lnTo>
                  <a:pt x="75" y="1358"/>
                </a:lnTo>
                <a:lnTo>
                  <a:pt x="74" y="1359"/>
                </a:lnTo>
                <a:lnTo>
                  <a:pt x="74" y="1360"/>
                </a:lnTo>
                <a:lnTo>
                  <a:pt x="75" y="1360"/>
                </a:lnTo>
                <a:lnTo>
                  <a:pt x="76" y="1360"/>
                </a:lnTo>
                <a:lnTo>
                  <a:pt x="77" y="1360"/>
                </a:lnTo>
                <a:lnTo>
                  <a:pt x="77" y="1361"/>
                </a:lnTo>
                <a:lnTo>
                  <a:pt x="76" y="1361"/>
                </a:lnTo>
                <a:lnTo>
                  <a:pt x="76" y="1362"/>
                </a:lnTo>
                <a:lnTo>
                  <a:pt x="76" y="1364"/>
                </a:lnTo>
                <a:lnTo>
                  <a:pt x="77" y="1365"/>
                </a:lnTo>
                <a:lnTo>
                  <a:pt x="78" y="1365"/>
                </a:lnTo>
                <a:lnTo>
                  <a:pt x="79" y="1366"/>
                </a:lnTo>
                <a:lnTo>
                  <a:pt x="81" y="1366"/>
                </a:lnTo>
                <a:lnTo>
                  <a:pt x="82" y="1363"/>
                </a:lnTo>
                <a:lnTo>
                  <a:pt x="81" y="1363"/>
                </a:lnTo>
                <a:lnTo>
                  <a:pt x="81" y="1362"/>
                </a:lnTo>
                <a:lnTo>
                  <a:pt x="81" y="1361"/>
                </a:lnTo>
                <a:lnTo>
                  <a:pt x="80" y="1361"/>
                </a:lnTo>
                <a:lnTo>
                  <a:pt x="81" y="1360"/>
                </a:lnTo>
                <a:lnTo>
                  <a:pt x="80" y="1359"/>
                </a:lnTo>
                <a:lnTo>
                  <a:pt x="80" y="1358"/>
                </a:lnTo>
                <a:lnTo>
                  <a:pt x="79" y="1356"/>
                </a:lnTo>
                <a:lnTo>
                  <a:pt x="79" y="1355"/>
                </a:lnTo>
                <a:lnTo>
                  <a:pt x="79" y="1353"/>
                </a:lnTo>
                <a:lnTo>
                  <a:pt x="79" y="1352"/>
                </a:lnTo>
                <a:lnTo>
                  <a:pt x="78" y="1353"/>
                </a:lnTo>
                <a:lnTo>
                  <a:pt x="77" y="1353"/>
                </a:lnTo>
                <a:lnTo>
                  <a:pt x="76" y="1353"/>
                </a:lnTo>
                <a:lnTo>
                  <a:pt x="75" y="1352"/>
                </a:lnTo>
                <a:lnTo>
                  <a:pt x="75" y="1351"/>
                </a:lnTo>
                <a:lnTo>
                  <a:pt x="76" y="1352"/>
                </a:lnTo>
                <a:lnTo>
                  <a:pt x="77" y="1351"/>
                </a:lnTo>
                <a:lnTo>
                  <a:pt x="76" y="1350"/>
                </a:lnTo>
                <a:lnTo>
                  <a:pt x="74" y="1350"/>
                </a:lnTo>
                <a:lnTo>
                  <a:pt x="75" y="1350"/>
                </a:lnTo>
                <a:lnTo>
                  <a:pt x="75" y="1349"/>
                </a:lnTo>
                <a:lnTo>
                  <a:pt x="73" y="1347"/>
                </a:lnTo>
                <a:lnTo>
                  <a:pt x="72" y="1347"/>
                </a:lnTo>
                <a:lnTo>
                  <a:pt x="70" y="1346"/>
                </a:lnTo>
                <a:lnTo>
                  <a:pt x="69" y="1346"/>
                </a:lnTo>
                <a:lnTo>
                  <a:pt x="68" y="1347"/>
                </a:lnTo>
                <a:lnTo>
                  <a:pt x="67" y="1347"/>
                </a:lnTo>
                <a:lnTo>
                  <a:pt x="66" y="1347"/>
                </a:lnTo>
                <a:lnTo>
                  <a:pt x="65" y="1347"/>
                </a:lnTo>
                <a:lnTo>
                  <a:pt x="65" y="1348"/>
                </a:lnTo>
                <a:lnTo>
                  <a:pt x="64" y="1348"/>
                </a:lnTo>
                <a:lnTo>
                  <a:pt x="62" y="1348"/>
                </a:lnTo>
                <a:lnTo>
                  <a:pt x="61" y="1348"/>
                </a:lnTo>
                <a:lnTo>
                  <a:pt x="60" y="1347"/>
                </a:lnTo>
                <a:lnTo>
                  <a:pt x="60" y="1346"/>
                </a:lnTo>
                <a:lnTo>
                  <a:pt x="59" y="1346"/>
                </a:lnTo>
                <a:lnTo>
                  <a:pt x="59" y="1345"/>
                </a:lnTo>
                <a:lnTo>
                  <a:pt x="58" y="1345"/>
                </a:lnTo>
                <a:lnTo>
                  <a:pt x="58" y="1344"/>
                </a:lnTo>
                <a:lnTo>
                  <a:pt x="57" y="1344"/>
                </a:lnTo>
                <a:lnTo>
                  <a:pt x="56" y="1344"/>
                </a:lnTo>
                <a:lnTo>
                  <a:pt x="55" y="1344"/>
                </a:lnTo>
                <a:lnTo>
                  <a:pt x="55" y="1343"/>
                </a:lnTo>
                <a:lnTo>
                  <a:pt x="54" y="1343"/>
                </a:lnTo>
                <a:lnTo>
                  <a:pt x="54" y="1342"/>
                </a:lnTo>
                <a:lnTo>
                  <a:pt x="53" y="1342"/>
                </a:lnTo>
                <a:lnTo>
                  <a:pt x="53" y="1343"/>
                </a:lnTo>
                <a:lnTo>
                  <a:pt x="52" y="1343"/>
                </a:lnTo>
                <a:lnTo>
                  <a:pt x="51" y="1342"/>
                </a:lnTo>
                <a:lnTo>
                  <a:pt x="50" y="1340"/>
                </a:lnTo>
                <a:lnTo>
                  <a:pt x="50" y="1339"/>
                </a:lnTo>
                <a:lnTo>
                  <a:pt x="50" y="1338"/>
                </a:lnTo>
                <a:lnTo>
                  <a:pt x="49" y="1338"/>
                </a:lnTo>
                <a:lnTo>
                  <a:pt x="48" y="1338"/>
                </a:lnTo>
                <a:lnTo>
                  <a:pt x="47" y="1338"/>
                </a:lnTo>
                <a:lnTo>
                  <a:pt x="46" y="1338"/>
                </a:lnTo>
                <a:lnTo>
                  <a:pt x="46" y="1337"/>
                </a:lnTo>
                <a:lnTo>
                  <a:pt x="44" y="1337"/>
                </a:lnTo>
                <a:lnTo>
                  <a:pt x="44" y="1338"/>
                </a:lnTo>
                <a:lnTo>
                  <a:pt x="43" y="1338"/>
                </a:lnTo>
                <a:lnTo>
                  <a:pt x="43" y="1337"/>
                </a:lnTo>
                <a:lnTo>
                  <a:pt x="43" y="1336"/>
                </a:lnTo>
                <a:lnTo>
                  <a:pt x="42" y="1333"/>
                </a:lnTo>
                <a:lnTo>
                  <a:pt x="41" y="1332"/>
                </a:lnTo>
                <a:lnTo>
                  <a:pt x="42" y="1332"/>
                </a:lnTo>
                <a:lnTo>
                  <a:pt x="43" y="1332"/>
                </a:lnTo>
                <a:lnTo>
                  <a:pt x="44" y="1332"/>
                </a:lnTo>
                <a:lnTo>
                  <a:pt x="45" y="1331"/>
                </a:lnTo>
                <a:lnTo>
                  <a:pt x="45" y="1330"/>
                </a:lnTo>
                <a:lnTo>
                  <a:pt x="43" y="1327"/>
                </a:lnTo>
                <a:lnTo>
                  <a:pt x="43" y="1326"/>
                </a:lnTo>
                <a:lnTo>
                  <a:pt x="42" y="1326"/>
                </a:lnTo>
                <a:lnTo>
                  <a:pt x="41" y="1325"/>
                </a:lnTo>
                <a:lnTo>
                  <a:pt x="40" y="1325"/>
                </a:lnTo>
                <a:lnTo>
                  <a:pt x="40" y="1324"/>
                </a:lnTo>
                <a:lnTo>
                  <a:pt x="39" y="1324"/>
                </a:lnTo>
                <a:lnTo>
                  <a:pt x="39" y="1323"/>
                </a:lnTo>
                <a:lnTo>
                  <a:pt x="40" y="1322"/>
                </a:lnTo>
                <a:lnTo>
                  <a:pt x="39" y="1321"/>
                </a:lnTo>
                <a:lnTo>
                  <a:pt x="38" y="1321"/>
                </a:lnTo>
                <a:lnTo>
                  <a:pt x="38" y="1320"/>
                </a:lnTo>
                <a:lnTo>
                  <a:pt x="37" y="1319"/>
                </a:lnTo>
                <a:lnTo>
                  <a:pt x="36" y="1319"/>
                </a:lnTo>
                <a:lnTo>
                  <a:pt x="36" y="1318"/>
                </a:lnTo>
                <a:lnTo>
                  <a:pt x="35" y="1316"/>
                </a:lnTo>
                <a:lnTo>
                  <a:pt x="36" y="1316"/>
                </a:lnTo>
                <a:lnTo>
                  <a:pt x="37" y="1315"/>
                </a:lnTo>
                <a:lnTo>
                  <a:pt x="39" y="1315"/>
                </a:lnTo>
                <a:lnTo>
                  <a:pt x="40" y="1315"/>
                </a:lnTo>
                <a:lnTo>
                  <a:pt x="40" y="1316"/>
                </a:lnTo>
                <a:lnTo>
                  <a:pt x="41" y="1316"/>
                </a:lnTo>
                <a:lnTo>
                  <a:pt x="41" y="1317"/>
                </a:lnTo>
                <a:lnTo>
                  <a:pt x="42" y="1318"/>
                </a:lnTo>
                <a:lnTo>
                  <a:pt x="43" y="1318"/>
                </a:lnTo>
                <a:lnTo>
                  <a:pt x="44" y="1318"/>
                </a:lnTo>
                <a:lnTo>
                  <a:pt x="45" y="1319"/>
                </a:lnTo>
                <a:lnTo>
                  <a:pt x="46" y="1319"/>
                </a:lnTo>
                <a:lnTo>
                  <a:pt x="47" y="1319"/>
                </a:lnTo>
                <a:lnTo>
                  <a:pt x="47" y="1318"/>
                </a:lnTo>
                <a:lnTo>
                  <a:pt x="47" y="1317"/>
                </a:lnTo>
                <a:lnTo>
                  <a:pt x="47" y="1316"/>
                </a:lnTo>
                <a:lnTo>
                  <a:pt x="48" y="1316"/>
                </a:lnTo>
                <a:lnTo>
                  <a:pt x="49" y="1316"/>
                </a:lnTo>
                <a:lnTo>
                  <a:pt x="49" y="1317"/>
                </a:lnTo>
                <a:lnTo>
                  <a:pt x="51" y="1317"/>
                </a:lnTo>
                <a:lnTo>
                  <a:pt x="53" y="1317"/>
                </a:lnTo>
                <a:lnTo>
                  <a:pt x="54" y="1317"/>
                </a:lnTo>
                <a:lnTo>
                  <a:pt x="55" y="1318"/>
                </a:lnTo>
                <a:lnTo>
                  <a:pt x="56" y="1318"/>
                </a:lnTo>
                <a:lnTo>
                  <a:pt x="56" y="1317"/>
                </a:lnTo>
                <a:lnTo>
                  <a:pt x="56" y="1316"/>
                </a:lnTo>
                <a:lnTo>
                  <a:pt x="57" y="1316"/>
                </a:lnTo>
                <a:lnTo>
                  <a:pt x="57" y="1315"/>
                </a:lnTo>
                <a:lnTo>
                  <a:pt x="57" y="1314"/>
                </a:lnTo>
                <a:lnTo>
                  <a:pt x="57" y="1312"/>
                </a:lnTo>
                <a:lnTo>
                  <a:pt x="57" y="1311"/>
                </a:lnTo>
                <a:lnTo>
                  <a:pt x="58" y="1307"/>
                </a:lnTo>
                <a:lnTo>
                  <a:pt x="58" y="1306"/>
                </a:lnTo>
                <a:lnTo>
                  <a:pt x="58" y="1305"/>
                </a:lnTo>
                <a:lnTo>
                  <a:pt x="57" y="1304"/>
                </a:lnTo>
                <a:lnTo>
                  <a:pt x="57" y="1303"/>
                </a:lnTo>
                <a:lnTo>
                  <a:pt x="57" y="1302"/>
                </a:lnTo>
                <a:lnTo>
                  <a:pt x="56" y="1302"/>
                </a:lnTo>
                <a:lnTo>
                  <a:pt x="56" y="1301"/>
                </a:lnTo>
                <a:lnTo>
                  <a:pt x="56" y="1300"/>
                </a:lnTo>
                <a:lnTo>
                  <a:pt x="58" y="1300"/>
                </a:lnTo>
                <a:lnTo>
                  <a:pt x="59" y="1300"/>
                </a:lnTo>
                <a:lnTo>
                  <a:pt x="59" y="1299"/>
                </a:lnTo>
                <a:lnTo>
                  <a:pt x="58" y="1299"/>
                </a:lnTo>
                <a:lnTo>
                  <a:pt x="58" y="1298"/>
                </a:lnTo>
                <a:lnTo>
                  <a:pt x="58" y="1297"/>
                </a:lnTo>
                <a:lnTo>
                  <a:pt x="58" y="1296"/>
                </a:lnTo>
                <a:lnTo>
                  <a:pt x="59" y="1296"/>
                </a:lnTo>
                <a:lnTo>
                  <a:pt x="59" y="1295"/>
                </a:lnTo>
                <a:lnTo>
                  <a:pt x="58" y="1295"/>
                </a:lnTo>
                <a:lnTo>
                  <a:pt x="58" y="1294"/>
                </a:lnTo>
                <a:lnTo>
                  <a:pt x="59" y="1293"/>
                </a:lnTo>
                <a:lnTo>
                  <a:pt x="60" y="1292"/>
                </a:lnTo>
                <a:lnTo>
                  <a:pt x="61" y="1292"/>
                </a:lnTo>
                <a:lnTo>
                  <a:pt x="62" y="1291"/>
                </a:lnTo>
                <a:lnTo>
                  <a:pt x="63" y="1290"/>
                </a:lnTo>
                <a:lnTo>
                  <a:pt x="63" y="1289"/>
                </a:lnTo>
                <a:lnTo>
                  <a:pt x="64" y="1289"/>
                </a:lnTo>
                <a:lnTo>
                  <a:pt x="64" y="1288"/>
                </a:lnTo>
                <a:lnTo>
                  <a:pt x="65" y="1286"/>
                </a:lnTo>
                <a:lnTo>
                  <a:pt x="65" y="1285"/>
                </a:lnTo>
                <a:lnTo>
                  <a:pt x="66" y="1285"/>
                </a:lnTo>
                <a:lnTo>
                  <a:pt x="67" y="1285"/>
                </a:lnTo>
                <a:lnTo>
                  <a:pt x="67" y="1284"/>
                </a:lnTo>
                <a:lnTo>
                  <a:pt x="68" y="1283"/>
                </a:lnTo>
                <a:lnTo>
                  <a:pt x="68" y="1282"/>
                </a:lnTo>
                <a:lnTo>
                  <a:pt x="68" y="1281"/>
                </a:lnTo>
                <a:lnTo>
                  <a:pt x="68" y="1280"/>
                </a:lnTo>
                <a:lnTo>
                  <a:pt x="69" y="1280"/>
                </a:lnTo>
                <a:lnTo>
                  <a:pt x="70" y="1281"/>
                </a:lnTo>
                <a:lnTo>
                  <a:pt x="71" y="1282"/>
                </a:lnTo>
                <a:lnTo>
                  <a:pt x="72" y="1281"/>
                </a:lnTo>
                <a:lnTo>
                  <a:pt x="73" y="1279"/>
                </a:lnTo>
                <a:lnTo>
                  <a:pt x="74" y="1279"/>
                </a:lnTo>
                <a:lnTo>
                  <a:pt x="74" y="1278"/>
                </a:lnTo>
                <a:lnTo>
                  <a:pt x="74" y="1277"/>
                </a:lnTo>
                <a:lnTo>
                  <a:pt x="74" y="1276"/>
                </a:lnTo>
                <a:lnTo>
                  <a:pt x="75" y="1276"/>
                </a:lnTo>
                <a:lnTo>
                  <a:pt x="76" y="1275"/>
                </a:lnTo>
                <a:lnTo>
                  <a:pt x="77" y="1275"/>
                </a:lnTo>
                <a:lnTo>
                  <a:pt x="77" y="1274"/>
                </a:lnTo>
                <a:lnTo>
                  <a:pt x="78" y="1273"/>
                </a:lnTo>
                <a:lnTo>
                  <a:pt x="78" y="1272"/>
                </a:lnTo>
                <a:lnTo>
                  <a:pt x="79" y="1271"/>
                </a:lnTo>
                <a:lnTo>
                  <a:pt x="78" y="1270"/>
                </a:lnTo>
                <a:lnTo>
                  <a:pt x="78" y="1269"/>
                </a:lnTo>
                <a:lnTo>
                  <a:pt x="77" y="1269"/>
                </a:lnTo>
                <a:lnTo>
                  <a:pt x="78" y="1269"/>
                </a:lnTo>
                <a:lnTo>
                  <a:pt x="80" y="1269"/>
                </a:lnTo>
                <a:lnTo>
                  <a:pt x="80" y="1270"/>
                </a:lnTo>
                <a:lnTo>
                  <a:pt x="82" y="1270"/>
                </a:lnTo>
                <a:lnTo>
                  <a:pt x="83" y="1270"/>
                </a:lnTo>
                <a:lnTo>
                  <a:pt x="83" y="1271"/>
                </a:lnTo>
                <a:lnTo>
                  <a:pt x="84" y="1271"/>
                </a:lnTo>
                <a:lnTo>
                  <a:pt x="85" y="1271"/>
                </a:lnTo>
                <a:lnTo>
                  <a:pt x="86" y="1271"/>
                </a:lnTo>
                <a:lnTo>
                  <a:pt x="87" y="1270"/>
                </a:lnTo>
                <a:lnTo>
                  <a:pt x="88" y="1270"/>
                </a:lnTo>
                <a:lnTo>
                  <a:pt x="88" y="1272"/>
                </a:lnTo>
                <a:lnTo>
                  <a:pt x="88" y="1273"/>
                </a:lnTo>
                <a:lnTo>
                  <a:pt x="89" y="1273"/>
                </a:lnTo>
                <a:lnTo>
                  <a:pt x="90" y="1273"/>
                </a:lnTo>
                <a:lnTo>
                  <a:pt x="91" y="1272"/>
                </a:lnTo>
                <a:lnTo>
                  <a:pt x="91" y="1271"/>
                </a:lnTo>
                <a:lnTo>
                  <a:pt x="92" y="1271"/>
                </a:lnTo>
                <a:lnTo>
                  <a:pt x="92" y="1270"/>
                </a:lnTo>
                <a:lnTo>
                  <a:pt x="93" y="1270"/>
                </a:lnTo>
                <a:lnTo>
                  <a:pt x="94" y="1270"/>
                </a:lnTo>
                <a:lnTo>
                  <a:pt x="94" y="1271"/>
                </a:lnTo>
                <a:lnTo>
                  <a:pt x="95" y="1271"/>
                </a:lnTo>
                <a:lnTo>
                  <a:pt x="96" y="1271"/>
                </a:lnTo>
                <a:lnTo>
                  <a:pt x="97" y="1271"/>
                </a:lnTo>
                <a:lnTo>
                  <a:pt x="97" y="1270"/>
                </a:lnTo>
                <a:lnTo>
                  <a:pt x="98" y="1269"/>
                </a:lnTo>
                <a:lnTo>
                  <a:pt x="99" y="1269"/>
                </a:lnTo>
                <a:lnTo>
                  <a:pt x="99" y="1268"/>
                </a:lnTo>
                <a:lnTo>
                  <a:pt x="100" y="1269"/>
                </a:lnTo>
                <a:lnTo>
                  <a:pt x="102" y="1270"/>
                </a:lnTo>
                <a:lnTo>
                  <a:pt x="103" y="1270"/>
                </a:lnTo>
                <a:lnTo>
                  <a:pt x="104" y="1270"/>
                </a:lnTo>
                <a:lnTo>
                  <a:pt x="104" y="1271"/>
                </a:lnTo>
                <a:lnTo>
                  <a:pt x="105" y="1272"/>
                </a:lnTo>
                <a:lnTo>
                  <a:pt x="106" y="1271"/>
                </a:lnTo>
                <a:lnTo>
                  <a:pt x="107" y="1272"/>
                </a:lnTo>
                <a:lnTo>
                  <a:pt x="107" y="1273"/>
                </a:lnTo>
                <a:lnTo>
                  <a:pt x="106" y="1274"/>
                </a:lnTo>
                <a:lnTo>
                  <a:pt x="105" y="1274"/>
                </a:lnTo>
                <a:lnTo>
                  <a:pt x="104" y="1274"/>
                </a:lnTo>
                <a:lnTo>
                  <a:pt x="103" y="1274"/>
                </a:lnTo>
                <a:lnTo>
                  <a:pt x="103" y="1275"/>
                </a:lnTo>
                <a:lnTo>
                  <a:pt x="103" y="1276"/>
                </a:lnTo>
                <a:lnTo>
                  <a:pt x="102" y="1277"/>
                </a:lnTo>
                <a:lnTo>
                  <a:pt x="102" y="1278"/>
                </a:lnTo>
                <a:lnTo>
                  <a:pt x="103" y="1278"/>
                </a:lnTo>
                <a:lnTo>
                  <a:pt x="104" y="1278"/>
                </a:lnTo>
                <a:lnTo>
                  <a:pt x="105" y="1278"/>
                </a:lnTo>
                <a:lnTo>
                  <a:pt x="106" y="1278"/>
                </a:lnTo>
                <a:lnTo>
                  <a:pt x="107" y="1278"/>
                </a:lnTo>
                <a:lnTo>
                  <a:pt x="107" y="1277"/>
                </a:lnTo>
                <a:lnTo>
                  <a:pt x="107" y="1276"/>
                </a:lnTo>
                <a:lnTo>
                  <a:pt x="108" y="1276"/>
                </a:lnTo>
                <a:lnTo>
                  <a:pt x="110" y="1276"/>
                </a:lnTo>
                <a:lnTo>
                  <a:pt x="109" y="1276"/>
                </a:lnTo>
                <a:lnTo>
                  <a:pt x="109" y="1277"/>
                </a:lnTo>
                <a:lnTo>
                  <a:pt x="109" y="1279"/>
                </a:lnTo>
                <a:lnTo>
                  <a:pt x="109" y="1280"/>
                </a:lnTo>
                <a:lnTo>
                  <a:pt x="110" y="1280"/>
                </a:lnTo>
                <a:lnTo>
                  <a:pt x="110" y="1281"/>
                </a:lnTo>
                <a:lnTo>
                  <a:pt x="111" y="1281"/>
                </a:lnTo>
                <a:lnTo>
                  <a:pt x="111" y="1280"/>
                </a:lnTo>
                <a:lnTo>
                  <a:pt x="111" y="1281"/>
                </a:lnTo>
                <a:lnTo>
                  <a:pt x="112" y="1281"/>
                </a:lnTo>
                <a:lnTo>
                  <a:pt x="113" y="1281"/>
                </a:lnTo>
                <a:lnTo>
                  <a:pt x="114" y="1283"/>
                </a:lnTo>
                <a:lnTo>
                  <a:pt x="115" y="1283"/>
                </a:lnTo>
                <a:lnTo>
                  <a:pt x="116" y="1283"/>
                </a:lnTo>
                <a:lnTo>
                  <a:pt x="117" y="1283"/>
                </a:lnTo>
                <a:lnTo>
                  <a:pt x="119" y="1281"/>
                </a:lnTo>
                <a:lnTo>
                  <a:pt x="119" y="1280"/>
                </a:lnTo>
                <a:lnTo>
                  <a:pt x="119" y="1279"/>
                </a:lnTo>
                <a:lnTo>
                  <a:pt x="120" y="1279"/>
                </a:lnTo>
                <a:lnTo>
                  <a:pt x="121" y="1279"/>
                </a:lnTo>
                <a:lnTo>
                  <a:pt x="122" y="1279"/>
                </a:lnTo>
                <a:lnTo>
                  <a:pt x="123" y="1279"/>
                </a:lnTo>
                <a:lnTo>
                  <a:pt x="124" y="1279"/>
                </a:lnTo>
                <a:lnTo>
                  <a:pt x="125" y="1278"/>
                </a:lnTo>
                <a:lnTo>
                  <a:pt x="126" y="1277"/>
                </a:lnTo>
                <a:lnTo>
                  <a:pt x="126" y="1276"/>
                </a:lnTo>
                <a:lnTo>
                  <a:pt x="127" y="1275"/>
                </a:lnTo>
                <a:lnTo>
                  <a:pt x="128" y="1274"/>
                </a:lnTo>
                <a:lnTo>
                  <a:pt x="130" y="1272"/>
                </a:lnTo>
                <a:lnTo>
                  <a:pt x="131" y="1272"/>
                </a:lnTo>
                <a:lnTo>
                  <a:pt x="131" y="1271"/>
                </a:lnTo>
                <a:lnTo>
                  <a:pt x="133" y="1270"/>
                </a:lnTo>
                <a:lnTo>
                  <a:pt x="134" y="1270"/>
                </a:lnTo>
                <a:lnTo>
                  <a:pt x="135" y="1270"/>
                </a:lnTo>
                <a:lnTo>
                  <a:pt x="136" y="1270"/>
                </a:lnTo>
                <a:lnTo>
                  <a:pt x="137" y="1270"/>
                </a:lnTo>
                <a:lnTo>
                  <a:pt x="138" y="1270"/>
                </a:lnTo>
                <a:lnTo>
                  <a:pt x="138" y="1271"/>
                </a:lnTo>
                <a:lnTo>
                  <a:pt x="137" y="1272"/>
                </a:lnTo>
                <a:lnTo>
                  <a:pt x="138" y="1272"/>
                </a:lnTo>
                <a:lnTo>
                  <a:pt x="138" y="1273"/>
                </a:lnTo>
                <a:lnTo>
                  <a:pt x="140" y="1273"/>
                </a:lnTo>
                <a:lnTo>
                  <a:pt x="141" y="1273"/>
                </a:lnTo>
                <a:lnTo>
                  <a:pt x="141" y="1274"/>
                </a:lnTo>
                <a:lnTo>
                  <a:pt x="143" y="1274"/>
                </a:lnTo>
                <a:lnTo>
                  <a:pt x="144" y="1274"/>
                </a:lnTo>
                <a:lnTo>
                  <a:pt x="145" y="1272"/>
                </a:lnTo>
                <a:lnTo>
                  <a:pt x="146" y="1271"/>
                </a:lnTo>
                <a:lnTo>
                  <a:pt x="147" y="1271"/>
                </a:lnTo>
                <a:lnTo>
                  <a:pt x="148" y="1271"/>
                </a:lnTo>
                <a:lnTo>
                  <a:pt x="149" y="1271"/>
                </a:lnTo>
                <a:lnTo>
                  <a:pt x="149" y="1270"/>
                </a:lnTo>
                <a:lnTo>
                  <a:pt x="149" y="1269"/>
                </a:lnTo>
                <a:lnTo>
                  <a:pt x="148" y="1268"/>
                </a:lnTo>
                <a:lnTo>
                  <a:pt x="150" y="1268"/>
                </a:lnTo>
                <a:lnTo>
                  <a:pt x="151" y="1268"/>
                </a:lnTo>
                <a:lnTo>
                  <a:pt x="153" y="1268"/>
                </a:lnTo>
                <a:lnTo>
                  <a:pt x="154" y="1268"/>
                </a:lnTo>
                <a:lnTo>
                  <a:pt x="155" y="1267"/>
                </a:lnTo>
                <a:lnTo>
                  <a:pt x="156" y="1267"/>
                </a:lnTo>
                <a:lnTo>
                  <a:pt x="159" y="1267"/>
                </a:lnTo>
                <a:lnTo>
                  <a:pt x="160" y="1267"/>
                </a:lnTo>
                <a:lnTo>
                  <a:pt x="161" y="1268"/>
                </a:lnTo>
                <a:lnTo>
                  <a:pt x="161" y="1269"/>
                </a:lnTo>
                <a:lnTo>
                  <a:pt x="161" y="1270"/>
                </a:lnTo>
                <a:lnTo>
                  <a:pt x="161" y="1271"/>
                </a:lnTo>
                <a:lnTo>
                  <a:pt x="161" y="1273"/>
                </a:lnTo>
                <a:lnTo>
                  <a:pt x="162" y="1274"/>
                </a:lnTo>
                <a:lnTo>
                  <a:pt x="162" y="1275"/>
                </a:lnTo>
                <a:lnTo>
                  <a:pt x="162" y="1276"/>
                </a:lnTo>
                <a:lnTo>
                  <a:pt x="162" y="1278"/>
                </a:lnTo>
                <a:lnTo>
                  <a:pt x="162" y="1279"/>
                </a:lnTo>
                <a:lnTo>
                  <a:pt x="162" y="1280"/>
                </a:lnTo>
                <a:lnTo>
                  <a:pt x="162" y="1281"/>
                </a:lnTo>
                <a:lnTo>
                  <a:pt x="162" y="1282"/>
                </a:lnTo>
                <a:lnTo>
                  <a:pt x="162" y="1283"/>
                </a:lnTo>
                <a:lnTo>
                  <a:pt x="163" y="1284"/>
                </a:lnTo>
                <a:lnTo>
                  <a:pt x="164" y="1284"/>
                </a:lnTo>
                <a:lnTo>
                  <a:pt x="165" y="1285"/>
                </a:lnTo>
                <a:lnTo>
                  <a:pt x="165" y="1287"/>
                </a:lnTo>
                <a:lnTo>
                  <a:pt x="166" y="1286"/>
                </a:lnTo>
                <a:lnTo>
                  <a:pt x="167" y="1285"/>
                </a:lnTo>
                <a:lnTo>
                  <a:pt x="168" y="1285"/>
                </a:lnTo>
                <a:lnTo>
                  <a:pt x="168" y="1284"/>
                </a:lnTo>
                <a:lnTo>
                  <a:pt x="169" y="1284"/>
                </a:lnTo>
                <a:lnTo>
                  <a:pt x="171" y="1285"/>
                </a:lnTo>
                <a:lnTo>
                  <a:pt x="171" y="1287"/>
                </a:lnTo>
                <a:lnTo>
                  <a:pt x="171" y="1288"/>
                </a:lnTo>
                <a:lnTo>
                  <a:pt x="172" y="1288"/>
                </a:lnTo>
                <a:lnTo>
                  <a:pt x="172" y="1289"/>
                </a:lnTo>
                <a:lnTo>
                  <a:pt x="173" y="1289"/>
                </a:lnTo>
                <a:lnTo>
                  <a:pt x="175" y="1288"/>
                </a:lnTo>
                <a:lnTo>
                  <a:pt x="176" y="1288"/>
                </a:lnTo>
                <a:lnTo>
                  <a:pt x="177" y="1288"/>
                </a:lnTo>
                <a:lnTo>
                  <a:pt x="178" y="1287"/>
                </a:lnTo>
                <a:lnTo>
                  <a:pt x="178" y="1286"/>
                </a:lnTo>
                <a:lnTo>
                  <a:pt x="179" y="1286"/>
                </a:lnTo>
                <a:lnTo>
                  <a:pt x="180" y="1285"/>
                </a:lnTo>
                <a:lnTo>
                  <a:pt x="180" y="1284"/>
                </a:lnTo>
                <a:lnTo>
                  <a:pt x="180" y="1282"/>
                </a:lnTo>
                <a:lnTo>
                  <a:pt x="180" y="1281"/>
                </a:lnTo>
                <a:lnTo>
                  <a:pt x="180" y="1280"/>
                </a:lnTo>
                <a:lnTo>
                  <a:pt x="179" y="1279"/>
                </a:lnTo>
                <a:lnTo>
                  <a:pt x="179" y="1276"/>
                </a:lnTo>
                <a:lnTo>
                  <a:pt x="178" y="1276"/>
                </a:lnTo>
                <a:lnTo>
                  <a:pt x="179" y="1276"/>
                </a:lnTo>
                <a:lnTo>
                  <a:pt x="179" y="1275"/>
                </a:lnTo>
                <a:lnTo>
                  <a:pt x="180" y="1275"/>
                </a:lnTo>
                <a:lnTo>
                  <a:pt x="182" y="1276"/>
                </a:lnTo>
                <a:lnTo>
                  <a:pt x="183" y="1276"/>
                </a:lnTo>
                <a:lnTo>
                  <a:pt x="183" y="1275"/>
                </a:lnTo>
                <a:lnTo>
                  <a:pt x="182" y="1274"/>
                </a:lnTo>
                <a:lnTo>
                  <a:pt x="183" y="1273"/>
                </a:lnTo>
                <a:lnTo>
                  <a:pt x="183" y="1271"/>
                </a:lnTo>
                <a:lnTo>
                  <a:pt x="183" y="1270"/>
                </a:lnTo>
                <a:lnTo>
                  <a:pt x="184" y="1269"/>
                </a:lnTo>
                <a:lnTo>
                  <a:pt x="184" y="1268"/>
                </a:lnTo>
                <a:lnTo>
                  <a:pt x="183" y="1268"/>
                </a:lnTo>
                <a:lnTo>
                  <a:pt x="183" y="1267"/>
                </a:lnTo>
                <a:lnTo>
                  <a:pt x="183" y="1266"/>
                </a:lnTo>
                <a:lnTo>
                  <a:pt x="183" y="1265"/>
                </a:lnTo>
                <a:lnTo>
                  <a:pt x="183" y="1264"/>
                </a:lnTo>
                <a:lnTo>
                  <a:pt x="182" y="1264"/>
                </a:lnTo>
                <a:lnTo>
                  <a:pt x="182" y="1263"/>
                </a:lnTo>
                <a:lnTo>
                  <a:pt x="181" y="1263"/>
                </a:lnTo>
                <a:lnTo>
                  <a:pt x="181" y="1262"/>
                </a:lnTo>
                <a:lnTo>
                  <a:pt x="180" y="1262"/>
                </a:lnTo>
                <a:lnTo>
                  <a:pt x="181" y="1261"/>
                </a:lnTo>
                <a:lnTo>
                  <a:pt x="180" y="1260"/>
                </a:lnTo>
                <a:lnTo>
                  <a:pt x="179" y="1260"/>
                </a:lnTo>
                <a:lnTo>
                  <a:pt x="178" y="1259"/>
                </a:lnTo>
                <a:lnTo>
                  <a:pt x="178" y="1258"/>
                </a:lnTo>
                <a:lnTo>
                  <a:pt x="178" y="1257"/>
                </a:lnTo>
                <a:lnTo>
                  <a:pt x="179" y="1256"/>
                </a:lnTo>
                <a:lnTo>
                  <a:pt x="178" y="1255"/>
                </a:lnTo>
                <a:lnTo>
                  <a:pt x="177" y="1255"/>
                </a:lnTo>
                <a:lnTo>
                  <a:pt x="176" y="1255"/>
                </a:lnTo>
                <a:lnTo>
                  <a:pt x="176" y="1254"/>
                </a:lnTo>
                <a:lnTo>
                  <a:pt x="174" y="1252"/>
                </a:lnTo>
                <a:lnTo>
                  <a:pt x="173" y="1250"/>
                </a:lnTo>
                <a:lnTo>
                  <a:pt x="172" y="1249"/>
                </a:lnTo>
                <a:lnTo>
                  <a:pt x="171" y="1250"/>
                </a:lnTo>
                <a:lnTo>
                  <a:pt x="170" y="1250"/>
                </a:lnTo>
                <a:lnTo>
                  <a:pt x="169" y="1249"/>
                </a:lnTo>
                <a:lnTo>
                  <a:pt x="168" y="1249"/>
                </a:lnTo>
                <a:lnTo>
                  <a:pt x="167" y="1248"/>
                </a:lnTo>
                <a:lnTo>
                  <a:pt x="166" y="1247"/>
                </a:lnTo>
                <a:lnTo>
                  <a:pt x="166" y="1245"/>
                </a:lnTo>
                <a:lnTo>
                  <a:pt x="166" y="1244"/>
                </a:lnTo>
                <a:lnTo>
                  <a:pt x="167" y="1244"/>
                </a:lnTo>
                <a:lnTo>
                  <a:pt x="167" y="1243"/>
                </a:lnTo>
                <a:lnTo>
                  <a:pt x="167" y="1241"/>
                </a:lnTo>
                <a:lnTo>
                  <a:pt x="166" y="1241"/>
                </a:lnTo>
                <a:lnTo>
                  <a:pt x="166" y="1240"/>
                </a:lnTo>
                <a:lnTo>
                  <a:pt x="167" y="1239"/>
                </a:lnTo>
                <a:lnTo>
                  <a:pt x="167" y="1236"/>
                </a:lnTo>
                <a:lnTo>
                  <a:pt x="166" y="1235"/>
                </a:lnTo>
                <a:lnTo>
                  <a:pt x="166" y="1233"/>
                </a:lnTo>
                <a:lnTo>
                  <a:pt x="166" y="1232"/>
                </a:lnTo>
                <a:lnTo>
                  <a:pt x="165" y="1232"/>
                </a:lnTo>
                <a:lnTo>
                  <a:pt x="165" y="1233"/>
                </a:lnTo>
                <a:lnTo>
                  <a:pt x="164" y="1233"/>
                </a:lnTo>
                <a:lnTo>
                  <a:pt x="163" y="1233"/>
                </a:lnTo>
                <a:lnTo>
                  <a:pt x="163" y="1232"/>
                </a:lnTo>
                <a:lnTo>
                  <a:pt x="162" y="1232"/>
                </a:lnTo>
                <a:lnTo>
                  <a:pt x="162" y="1231"/>
                </a:lnTo>
                <a:lnTo>
                  <a:pt x="162" y="1229"/>
                </a:lnTo>
                <a:lnTo>
                  <a:pt x="162" y="1228"/>
                </a:lnTo>
                <a:lnTo>
                  <a:pt x="163" y="1228"/>
                </a:lnTo>
                <a:lnTo>
                  <a:pt x="163" y="1227"/>
                </a:lnTo>
                <a:lnTo>
                  <a:pt x="162" y="1226"/>
                </a:lnTo>
                <a:lnTo>
                  <a:pt x="163" y="1224"/>
                </a:lnTo>
                <a:lnTo>
                  <a:pt x="163" y="1223"/>
                </a:lnTo>
                <a:lnTo>
                  <a:pt x="164" y="1223"/>
                </a:lnTo>
                <a:lnTo>
                  <a:pt x="165" y="1223"/>
                </a:lnTo>
                <a:lnTo>
                  <a:pt x="166" y="1223"/>
                </a:lnTo>
                <a:lnTo>
                  <a:pt x="167" y="1222"/>
                </a:lnTo>
                <a:lnTo>
                  <a:pt x="168" y="1220"/>
                </a:lnTo>
                <a:lnTo>
                  <a:pt x="169" y="1220"/>
                </a:lnTo>
                <a:lnTo>
                  <a:pt x="168" y="1219"/>
                </a:lnTo>
                <a:lnTo>
                  <a:pt x="168" y="1218"/>
                </a:lnTo>
                <a:lnTo>
                  <a:pt x="167" y="1217"/>
                </a:lnTo>
                <a:lnTo>
                  <a:pt x="166" y="1217"/>
                </a:lnTo>
                <a:lnTo>
                  <a:pt x="165" y="1216"/>
                </a:lnTo>
                <a:lnTo>
                  <a:pt x="165" y="1215"/>
                </a:lnTo>
                <a:lnTo>
                  <a:pt x="165" y="1214"/>
                </a:lnTo>
                <a:lnTo>
                  <a:pt x="163" y="1212"/>
                </a:lnTo>
                <a:lnTo>
                  <a:pt x="162" y="1212"/>
                </a:lnTo>
                <a:lnTo>
                  <a:pt x="162" y="1213"/>
                </a:lnTo>
                <a:lnTo>
                  <a:pt x="161" y="1213"/>
                </a:lnTo>
                <a:lnTo>
                  <a:pt x="162" y="1213"/>
                </a:lnTo>
                <a:lnTo>
                  <a:pt x="162" y="1214"/>
                </a:lnTo>
                <a:lnTo>
                  <a:pt x="161" y="1215"/>
                </a:lnTo>
                <a:lnTo>
                  <a:pt x="160" y="1216"/>
                </a:lnTo>
                <a:lnTo>
                  <a:pt x="160" y="1215"/>
                </a:lnTo>
                <a:lnTo>
                  <a:pt x="159" y="1215"/>
                </a:lnTo>
                <a:lnTo>
                  <a:pt x="157" y="1216"/>
                </a:lnTo>
                <a:lnTo>
                  <a:pt x="155" y="1214"/>
                </a:lnTo>
                <a:lnTo>
                  <a:pt x="155" y="1213"/>
                </a:lnTo>
                <a:lnTo>
                  <a:pt x="155" y="1212"/>
                </a:lnTo>
                <a:lnTo>
                  <a:pt x="156" y="1211"/>
                </a:lnTo>
                <a:lnTo>
                  <a:pt x="156" y="1210"/>
                </a:lnTo>
                <a:lnTo>
                  <a:pt x="155" y="1209"/>
                </a:lnTo>
                <a:lnTo>
                  <a:pt x="155" y="1208"/>
                </a:lnTo>
                <a:lnTo>
                  <a:pt x="154" y="1208"/>
                </a:lnTo>
                <a:lnTo>
                  <a:pt x="153" y="1208"/>
                </a:lnTo>
                <a:lnTo>
                  <a:pt x="153" y="1207"/>
                </a:lnTo>
                <a:lnTo>
                  <a:pt x="154" y="1207"/>
                </a:lnTo>
                <a:lnTo>
                  <a:pt x="155" y="1206"/>
                </a:lnTo>
                <a:lnTo>
                  <a:pt x="156" y="1206"/>
                </a:lnTo>
                <a:lnTo>
                  <a:pt x="157" y="1204"/>
                </a:lnTo>
                <a:lnTo>
                  <a:pt x="158" y="1203"/>
                </a:lnTo>
                <a:lnTo>
                  <a:pt x="159" y="1203"/>
                </a:lnTo>
                <a:lnTo>
                  <a:pt x="160" y="1202"/>
                </a:lnTo>
                <a:lnTo>
                  <a:pt x="160" y="1201"/>
                </a:lnTo>
                <a:lnTo>
                  <a:pt x="160" y="1199"/>
                </a:lnTo>
                <a:lnTo>
                  <a:pt x="160" y="1198"/>
                </a:lnTo>
                <a:lnTo>
                  <a:pt x="161" y="1197"/>
                </a:lnTo>
                <a:lnTo>
                  <a:pt x="162" y="1197"/>
                </a:lnTo>
                <a:lnTo>
                  <a:pt x="163" y="1197"/>
                </a:lnTo>
                <a:lnTo>
                  <a:pt x="163" y="1196"/>
                </a:lnTo>
                <a:lnTo>
                  <a:pt x="163" y="1195"/>
                </a:lnTo>
                <a:lnTo>
                  <a:pt x="164" y="1195"/>
                </a:lnTo>
                <a:lnTo>
                  <a:pt x="164" y="1193"/>
                </a:lnTo>
                <a:lnTo>
                  <a:pt x="164" y="1191"/>
                </a:lnTo>
                <a:lnTo>
                  <a:pt x="165" y="1191"/>
                </a:lnTo>
                <a:lnTo>
                  <a:pt x="165" y="1190"/>
                </a:lnTo>
                <a:lnTo>
                  <a:pt x="165" y="1189"/>
                </a:lnTo>
                <a:lnTo>
                  <a:pt x="165" y="1187"/>
                </a:lnTo>
                <a:lnTo>
                  <a:pt x="164" y="1186"/>
                </a:lnTo>
                <a:lnTo>
                  <a:pt x="164" y="1185"/>
                </a:lnTo>
                <a:lnTo>
                  <a:pt x="163" y="1185"/>
                </a:lnTo>
                <a:lnTo>
                  <a:pt x="163" y="1183"/>
                </a:lnTo>
                <a:lnTo>
                  <a:pt x="163" y="1182"/>
                </a:lnTo>
                <a:lnTo>
                  <a:pt x="165" y="1181"/>
                </a:lnTo>
                <a:lnTo>
                  <a:pt x="166" y="1181"/>
                </a:lnTo>
                <a:lnTo>
                  <a:pt x="166" y="1180"/>
                </a:lnTo>
                <a:lnTo>
                  <a:pt x="166" y="1179"/>
                </a:lnTo>
                <a:lnTo>
                  <a:pt x="167" y="1177"/>
                </a:lnTo>
                <a:lnTo>
                  <a:pt x="167" y="1176"/>
                </a:lnTo>
                <a:lnTo>
                  <a:pt x="168" y="1176"/>
                </a:lnTo>
                <a:lnTo>
                  <a:pt x="168" y="1175"/>
                </a:lnTo>
                <a:lnTo>
                  <a:pt x="169" y="1175"/>
                </a:lnTo>
                <a:lnTo>
                  <a:pt x="169" y="1174"/>
                </a:lnTo>
                <a:lnTo>
                  <a:pt x="170" y="1173"/>
                </a:lnTo>
                <a:lnTo>
                  <a:pt x="169" y="1171"/>
                </a:lnTo>
                <a:lnTo>
                  <a:pt x="168" y="1169"/>
                </a:lnTo>
                <a:lnTo>
                  <a:pt x="168" y="1167"/>
                </a:lnTo>
                <a:lnTo>
                  <a:pt x="168" y="1165"/>
                </a:lnTo>
                <a:lnTo>
                  <a:pt x="169" y="1165"/>
                </a:lnTo>
                <a:lnTo>
                  <a:pt x="171" y="1165"/>
                </a:lnTo>
                <a:lnTo>
                  <a:pt x="172" y="1165"/>
                </a:lnTo>
                <a:lnTo>
                  <a:pt x="173" y="1165"/>
                </a:lnTo>
                <a:lnTo>
                  <a:pt x="174" y="1165"/>
                </a:lnTo>
                <a:lnTo>
                  <a:pt x="175" y="1165"/>
                </a:lnTo>
                <a:lnTo>
                  <a:pt x="175" y="1164"/>
                </a:lnTo>
                <a:lnTo>
                  <a:pt x="176" y="1165"/>
                </a:lnTo>
                <a:lnTo>
                  <a:pt x="177" y="1165"/>
                </a:lnTo>
                <a:lnTo>
                  <a:pt x="178" y="1165"/>
                </a:lnTo>
                <a:lnTo>
                  <a:pt x="179" y="1162"/>
                </a:lnTo>
                <a:lnTo>
                  <a:pt x="180" y="1162"/>
                </a:lnTo>
                <a:lnTo>
                  <a:pt x="180" y="1161"/>
                </a:lnTo>
                <a:lnTo>
                  <a:pt x="180" y="1160"/>
                </a:lnTo>
                <a:lnTo>
                  <a:pt x="181" y="1160"/>
                </a:lnTo>
                <a:lnTo>
                  <a:pt x="182" y="1159"/>
                </a:lnTo>
                <a:lnTo>
                  <a:pt x="182" y="1158"/>
                </a:lnTo>
                <a:lnTo>
                  <a:pt x="182" y="1157"/>
                </a:lnTo>
                <a:lnTo>
                  <a:pt x="182" y="1156"/>
                </a:lnTo>
                <a:lnTo>
                  <a:pt x="181" y="1155"/>
                </a:lnTo>
                <a:lnTo>
                  <a:pt x="180" y="1155"/>
                </a:lnTo>
                <a:lnTo>
                  <a:pt x="180" y="1154"/>
                </a:lnTo>
                <a:lnTo>
                  <a:pt x="180" y="1153"/>
                </a:lnTo>
                <a:lnTo>
                  <a:pt x="180" y="1152"/>
                </a:lnTo>
                <a:lnTo>
                  <a:pt x="179" y="1151"/>
                </a:lnTo>
                <a:lnTo>
                  <a:pt x="178" y="1151"/>
                </a:lnTo>
                <a:lnTo>
                  <a:pt x="178" y="1149"/>
                </a:lnTo>
                <a:lnTo>
                  <a:pt x="178" y="1148"/>
                </a:lnTo>
                <a:lnTo>
                  <a:pt x="179" y="1147"/>
                </a:lnTo>
                <a:lnTo>
                  <a:pt x="178" y="1147"/>
                </a:lnTo>
                <a:lnTo>
                  <a:pt x="178" y="1146"/>
                </a:lnTo>
                <a:lnTo>
                  <a:pt x="177" y="1146"/>
                </a:lnTo>
                <a:lnTo>
                  <a:pt x="177" y="1141"/>
                </a:lnTo>
                <a:lnTo>
                  <a:pt x="176" y="1140"/>
                </a:lnTo>
                <a:lnTo>
                  <a:pt x="175" y="1138"/>
                </a:lnTo>
                <a:lnTo>
                  <a:pt x="175" y="1137"/>
                </a:lnTo>
                <a:lnTo>
                  <a:pt x="174" y="1137"/>
                </a:lnTo>
                <a:lnTo>
                  <a:pt x="172" y="1135"/>
                </a:lnTo>
                <a:lnTo>
                  <a:pt x="171" y="1136"/>
                </a:lnTo>
                <a:lnTo>
                  <a:pt x="171" y="1138"/>
                </a:lnTo>
                <a:lnTo>
                  <a:pt x="169" y="1138"/>
                </a:lnTo>
                <a:lnTo>
                  <a:pt x="168" y="1138"/>
                </a:lnTo>
                <a:lnTo>
                  <a:pt x="167" y="1138"/>
                </a:lnTo>
                <a:lnTo>
                  <a:pt x="166" y="1137"/>
                </a:lnTo>
                <a:lnTo>
                  <a:pt x="166" y="1136"/>
                </a:lnTo>
                <a:lnTo>
                  <a:pt x="167" y="1135"/>
                </a:lnTo>
                <a:lnTo>
                  <a:pt x="167" y="1134"/>
                </a:lnTo>
                <a:lnTo>
                  <a:pt x="168" y="1134"/>
                </a:lnTo>
                <a:lnTo>
                  <a:pt x="168" y="1133"/>
                </a:lnTo>
                <a:lnTo>
                  <a:pt x="169" y="1131"/>
                </a:lnTo>
                <a:lnTo>
                  <a:pt x="169" y="1130"/>
                </a:lnTo>
                <a:lnTo>
                  <a:pt x="169" y="1129"/>
                </a:lnTo>
                <a:lnTo>
                  <a:pt x="170" y="1129"/>
                </a:lnTo>
                <a:lnTo>
                  <a:pt x="171" y="1129"/>
                </a:lnTo>
                <a:lnTo>
                  <a:pt x="171" y="1128"/>
                </a:lnTo>
                <a:lnTo>
                  <a:pt x="172" y="1128"/>
                </a:lnTo>
                <a:lnTo>
                  <a:pt x="172" y="1127"/>
                </a:lnTo>
                <a:lnTo>
                  <a:pt x="173" y="1127"/>
                </a:lnTo>
                <a:lnTo>
                  <a:pt x="173" y="1128"/>
                </a:lnTo>
                <a:lnTo>
                  <a:pt x="174" y="1129"/>
                </a:lnTo>
                <a:lnTo>
                  <a:pt x="177" y="1130"/>
                </a:lnTo>
                <a:lnTo>
                  <a:pt x="178" y="1130"/>
                </a:lnTo>
                <a:lnTo>
                  <a:pt x="178" y="1129"/>
                </a:lnTo>
                <a:lnTo>
                  <a:pt x="179" y="1129"/>
                </a:lnTo>
                <a:lnTo>
                  <a:pt x="180" y="1129"/>
                </a:lnTo>
                <a:lnTo>
                  <a:pt x="180" y="1130"/>
                </a:lnTo>
                <a:lnTo>
                  <a:pt x="181" y="1131"/>
                </a:lnTo>
                <a:lnTo>
                  <a:pt x="181" y="1133"/>
                </a:lnTo>
                <a:lnTo>
                  <a:pt x="181" y="1134"/>
                </a:lnTo>
                <a:lnTo>
                  <a:pt x="181" y="1135"/>
                </a:lnTo>
                <a:lnTo>
                  <a:pt x="182" y="1136"/>
                </a:lnTo>
                <a:lnTo>
                  <a:pt x="183" y="1136"/>
                </a:lnTo>
                <a:lnTo>
                  <a:pt x="184" y="1135"/>
                </a:lnTo>
                <a:lnTo>
                  <a:pt x="185" y="1134"/>
                </a:lnTo>
                <a:lnTo>
                  <a:pt x="187" y="1133"/>
                </a:lnTo>
                <a:lnTo>
                  <a:pt x="188" y="1133"/>
                </a:lnTo>
                <a:lnTo>
                  <a:pt x="189" y="1134"/>
                </a:lnTo>
                <a:lnTo>
                  <a:pt x="189" y="1135"/>
                </a:lnTo>
                <a:lnTo>
                  <a:pt x="191" y="1136"/>
                </a:lnTo>
                <a:lnTo>
                  <a:pt x="192" y="1137"/>
                </a:lnTo>
                <a:lnTo>
                  <a:pt x="195" y="1136"/>
                </a:lnTo>
                <a:lnTo>
                  <a:pt x="196" y="1136"/>
                </a:lnTo>
                <a:lnTo>
                  <a:pt x="197" y="1135"/>
                </a:lnTo>
                <a:lnTo>
                  <a:pt x="198" y="1135"/>
                </a:lnTo>
                <a:lnTo>
                  <a:pt x="198" y="1133"/>
                </a:lnTo>
                <a:lnTo>
                  <a:pt x="198" y="1132"/>
                </a:lnTo>
                <a:lnTo>
                  <a:pt x="198" y="1131"/>
                </a:lnTo>
                <a:lnTo>
                  <a:pt x="199" y="1131"/>
                </a:lnTo>
                <a:lnTo>
                  <a:pt x="200" y="1131"/>
                </a:lnTo>
                <a:lnTo>
                  <a:pt x="201" y="1130"/>
                </a:lnTo>
                <a:lnTo>
                  <a:pt x="201" y="1129"/>
                </a:lnTo>
                <a:lnTo>
                  <a:pt x="202" y="1129"/>
                </a:lnTo>
                <a:lnTo>
                  <a:pt x="201" y="1129"/>
                </a:lnTo>
                <a:lnTo>
                  <a:pt x="201" y="1128"/>
                </a:lnTo>
                <a:lnTo>
                  <a:pt x="200" y="1128"/>
                </a:lnTo>
                <a:lnTo>
                  <a:pt x="200" y="1127"/>
                </a:lnTo>
                <a:lnTo>
                  <a:pt x="201" y="1127"/>
                </a:lnTo>
                <a:lnTo>
                  <a:pt x="201" y="1126"/>
                </a:lnTo>
                <a:lnTo>
                  <a:pt x="201" y="1125"/>
                </a:lnTo>
                <a:lnTo>
                  <a:pt x="201" y="1124"/>
                </a:lnTo>
                <a:lnTo>
                  <a:pt x="201" y="1123"/>
                </a:lnTo>
                <a:lnTo>
                  <a:pt x="201" y="1121"/>
                </a:lnTo>
                <a:lnTo>
                  <a:pt x="201" y="1120"/>
                </a:lnTo>
                <a:lnTo>
                  <a:pt x="200" y="1120"/>
                </a:lnTo>
                <a:lnTo>
                  <a:pt x="198" y="1119"/>
                </a:lnTo>
                <a:lnTo>
                  <a:pt x="198" y="1118"/>
                </a:lnTo>
                <a:lnTo>
                  <a:pt x="199" y="1117"/>
                </a:lnTo>
                <a:lnTo>
                  <a:pt x="200" y="1116"/>
                </a:lnTo>
                <a:lnTo>
                  <a:pt x="202" y="1115"/>
                </a:lnTo>
                <a:lnTo>
                  <a:pt x="203" y="1115"/>
                </a:lnTo>
                <a:lnTo>
                  <a:pt x="204" y="1114"/>
                </a:lnTo>
                <a:lnTo>
                  <a:pt x="204" y="1113"/>
                </a:lnTo>
                <a:lnTo>
                  <a:pt x="204" y="1111"/>
                </a:lnTo>
                <a:lnTo>
                  <a:pt x="202" y="1110"/>
                </a:lnTo>
                <a:lnTo>
                  <a:pt x="202" y="1109"/>
                </a:lnTo>
                <a:lnTo>
                  <a:pt x="201" y="1110"/>
                </a:lnTo>
                <a:lnTo>
                  <a:pt x="201" y="1111"/>
                </a:lnTo>
                <a:lnTo>
                  <a:pt x="200" y="1111"/>
                </a:lnTo>
                <a:lnTo>
                  <a:pt x="200" y="1110"/>
                </a:lnTo>
                <a:lnTo>
                  <a:pt x="200" y="1109"/>
                </a:lnTo>
                <a:lnTo>
                  <a:pt x="199" y="1109"/>
                </a:lnTo>
                <a:lnTo>
                  <a:pt x="199" y="1110"/>
                </a:lnTo>
                <a:lnTo>
                  <a:pt x="198" y="1110"/>
                </a:lnTo>
                <a:lnTo>
                  <a:pt x="197" y="1110"/>
                </a:lnTo>
                <a:lnTo>
                  <a:pt x="197" y="1109"/>
                </a:lnTo>
                <a:lnTo>
                  <a:pt x="198" y="1109"/>
                </a:lnTo>
                <a:lnTo>
                  <a:pt x="198" y="1108"/>
                </a:lnTo>
                <a:lnTo>
                  <a:pt x="197" y="1108"/>
                </a:lnTo>
                <a:lnTo>
                  <a:pt x="196" y="1108"/>
                </a:lnTo>
                <a:lnTo>
                  <a:pt x="195" y="1108"/>
                </a:lnTo>
                <a:lnTo>
                  <a:pt x="195" y="1109"/>
                </a:lnTo>
                <a:lnTo>
                  <a:pt x="194" y="1109"/>
                </a:lnTo>
                <a:lnTo>
                  <a:pt x="194" y="1108"/>
                </a:lnTo>
                <a:lnTo>
                  <a:pt x="193" y="1107"/>
                </a:lnTo>
                <a:lnTo>
                  <a:pt x="192" y="1106"/>
                </a:lnTo>
                <a:lnTo>
                  <a:pt x="192" y="1107"/>
                </a:lnTo>
                <a:lnTo>
                  <a:pt x="191" y="1107"/>
                </a:lnTo>
                <a:lnTo>
                  <a:pt x="190" y="1107"/>
                </a:lnTo>
                <a:lnTo>
                  <a:pt x="190" y="1106"/>
                </a:lnTo>
                <a:lnTo>
                  <a:pt x="190" y="1105"/>
                </a:lnTo>
                <a:lnTo>
                  <a:pt x="189" y="1104"/>
                </a:lnTo>
                <a:lnTo>
                  <a:pt x="189" y="1103"/>
                </a:lnTo>
                <a:lnTo>
                  <a:pt x="188" y="1103"/>
                </a:lnTo>
                <a:lnTo>
                  <a:pt x="188" y="1102"/>
                </a:lnTo>
                <a:lnTo>
                  <a:pt x="188" y="1101"/>
                </a:lnTo>
                <a:lnTo>
                  <a:pt x="188" y="1099"/>
                </a:lnTo>
                <a:lnTo>
                  <a:pt x="187" y="1099"/>
                </a:lnTo>
                <a:lnTo>
                  <a:pt x="187" y="1098"/>
                </a:lnTo>
                <a:lnTo>
                  <a:pt x="186" y="1096"/>
                </a:lnTo>
                <a:lnTo>
                  <a:pt x="187" y="1096"/>
                </a:lnTo>
                <a:lnTo>
                  <a:pt x="187" y="1095"/>
                </a:lnTo>
                <a:lnTo>
                  <a:pt x="186" y="1094"/>
                </a:lnTo>
                <a:lnTo>
                  <a:pt x="185" y="1094"/>
                </a:lnTo>
                <a:lnTo>
                  <a:pt x="184" y="1094"/>
                </a:lnTo>
                <a:lnTo>
                  <a:pt x="184" y="1095"/>
                </a:lnTo>
                <a:lnTo>
                  <a:pt x="182" y="1094"/>
                </a:lnTo>
                <a:lnTo>
                  <a:pt x="182" y="1093"/>
                </a:lnTo>
                <a:lnTo>
                  <a:pt x="183" y="1092"/>
                </a:lnTo>
                <a:lnTo>
                  <a:pt x="184" y="1092"/>
                </a:lnTo>
                <a:lnTo>
                  <a:pt x="184" y="1091"/>
                </a:lnTo>
                <a:lnTo>
                  <a:pt x="183" y="1091"/>
                </a:lnTo>
                <a:lnTo>
                  <a:pt x="182" y="1092"/>
                </a:lnTo>
                <a:lnTo>
                  <a:pt x="181" y="1092"/>
                </a:lnTo>
                <a:lnTo>
                  <a:pt x="181" y="1091"/>
                </a:lnTo>
                <a:lnTo>
                  <a:pt x="181" y="1090"/>
                </a:lnTo>
                <a:lnTo>
                  <a:pt x="180" y="1090"/>
                </a:lnTo>
                <a:lnTo>
                  <a:pt x="180" y="1089"/>
                </a:lnTo>
                <a:lnTo>
                  <a:pt x="180" y="1090"/>
                </a:lnTo>
                <a:lnTo>
                  <a:pt x="179" y="1090"/>
                </a:lnTo>
                <a:lnTo>
                  <a:pt x="178" y="1089"/>
                </a:lnTo>
                <a:lnTo>
                  <a:pt x="179" y="1088"/>
                </a:lnTo>
                <a:lnTo>
                  <a:pt x="179" y="1087"/>
                </a:lnTo>
                <a:lnTo>
                  <a:pt x="178" y="1087"/>
                </a:lnTo>
                <a:lnTo>
                  <a:pt x="177" y="1087"/>
                </a:lnTo>
                <a:lnTo>
                  <a:pt x="176" y="1086"/>
                </a:lnTo>
                <a:lnTo>
                  <a:pt x="175" y="1087"/>
                </a:lnTo>
                <a:lnTo>
                  <a:pt x="174" y="1088"/>
                </a:lnTo>
                <a:lnTo>
                  <a:pt x="174" y="1087"/>
                </a:lnTo>
                <a:lnTo>
                  <a:pt x="173" y="1086"/>
                </a:lnTo>
                <a:lnTo>
                  <a:pt x="172" y="1086"/>
                </a:lnTo>
                <a:lnTo>
                  <a:pt x="171" y="1085"/>
                </a:lnTo>
                <a:lnTo>
                  <a:pt x="170" y="1085"/>
                </a:lnTo>
                <a:lnTo>
                  <a:pt x="169" y="1085"/>
                </a:lnTo>
                <a:lnTo>
                  <a:pt x="169" y="1084"/>
                </a:lnTo>
                <a:lnTo>
                  <a:pt x="169" y="1082"/>
                </a:lnTo>
                <a:lnTo>
                  <a:pt x="168" y="1082"/>
                </a:lnTo>
                <a:lnTo>
                  <a:pt x="167" y="1082"/>
                </a:lnTo>
                <a:lnTo>
                  <a:pt x="166" y="1082"/>
                </a:lnTo>
                <a:lnTo>
                  <a:pt x="165" y="1081"/>
                </a:lnTo>
                <a:lnTo>
                  <a:pt x="165" y="1080"/>
                </a:lnTo>
                <a:lnTo>
                  <a:pt x="164" y="1079"/>
                </a:lnTo>
                <a:lnTo>
                  <a:pt x="164" y="1080"/>
                </a:lnTo>
                <a:lnTo>
                  <a:pt x="163" y="1080"/>
                </a:lnTo>
                <a:lnTo>
                  <a:pt x="162" y="1080"/>
                </a:lnTo>
                <a:lnTo>
                  <a:pt x="162" y="1078"/>
                </a:lnTo>
                <a:lnTo>
                  <a:pt x="161" y="1078"/>
                </a:lnTo>
                <a:lnTo>
                  <a:pt x="160" y="1078"/>
                </a:lnTo>
                <a:lnTo>
                  <a:pt x="159" y="1078"/>
                </a:lnTo>
                <a:lnTo>
                  <a:pt x="159" y="1079"/>
                </a:lnTo>
                <a:lnTo>
                  <a:pt x="158" y="1080"/>
                </a:lnTo>
                <a:lnTo>
                  <a:pt x="157" y="1080"/>
                </a:lnTo>
                <a:lnTo>
                  <a:pt x="157" y="1079"/>
                </a:lnTo>
                <a:lnTo>
                  <a:pt x="156" y="1079"/>
                </a:lnTo>
                <a:lnTo>
                  <a:pt x="155" y="1079"/>
                </a:lnTo>
                <a:lnTo>
                  <a:pt x="155" y="1080"/>
                </a:lnTo>
                <a:lnTo>
                  <a:pt x="154" y="1080"/>
                </a:lnTo>
                <a:lnTo>
                  <a:pt x="153" y="1080"/>
                </a:lnTo>
                <a:lnTo>
                  <a:pt x="151" y="1080"/>
                </a:lnTo>
                <a:lnTo>
                  <a:pt x="151" y="1081"/>
                </a:lnTo>
                <a:lnTo>
                  <a:pt x="150" y="1081"/>
                </a:lnTo>
                <a:lnTo>
                  <a:pt x="150" y="1082"/>
                </a:lnTo>
                <a:lnTo>
                  <a:pt x="150" y="1083"/>
                </a:lnTo>
                <a:lnTo>
                  <a:pt x="149" y="1083"/>
                </a:lnTo>
                <a:lnTo>
                  <a:pt x="148" y="1083"/>
                </a:lnTo>
                <a:lnTo>
                  <a:pt x="148" y="1082"/>
                </a:lnTo>
                <a:lnTo>
                  <a:pt x="148" y="1081"/>
                </a:lnTo>
                <a:lnTo>
                  <a:pt x="147" y="1080"/>
                </a:lnTo>
                <a:lnTo>
                  <a:pt x="147" y="1081"/>
                </a:lnTo>
                <a:lnTo>
                  <a:pt x="146" y="1081"/>
                </a:lnTo>
                <a:lnTo>
                  <a:pt x="145" y="1082"/>
                </a:lnTo>
                <a:lnTo>
                  <a:pt x="144" y="1082"/>
                </a:lnTo>
                <a:lnTo>
                  <a:pt x="143" y="1082"/>
                </a:lnTo>
                <a:lnTo>
                  <a:pt x="141" y="1081"/>
                </a:lnTo>
                <a:lnTo>
                  <a:pt x="140" y="1081"/>
                </a:lnTo>
                <a:lnTo>
                  <a:pt x="139" y="1081"/>
                </a:lnTo>
                <a:lnTo>
                  <a:pt x="138" y="1081"/>
                </a:lnTo>
                <a:lnTo>
                  <a:pt x="138" y="1080"/>
                </a:lnTo>
                <a:lnTo>
                  <a:pt x="139" y="1078"/>
                </a:lnTo>
                <a:lnTo>
                  <a:pt x="140" y="1078"/>
                </a:lnTo>
                <a:lnTo>
                  <a:pt x="140" y="1076"/>
                </a:lnTo>
                <a:lnTo>
                  <a:pt x="139" y="1075"/>
                </a:lnTo>
                <a:lnTo>
                  <a:pt x="139" y="1074"/>
                </a:lnTo>
                <a:lnTo>
                  <a:pt x="139" y="1073"/>
                </a:lnTo>
                <a:lnTo>
                  <a:pt x="140" y="1073"/>
                </a:lnTo>
                <a:lnTo>
                  <a:pt x="140" y="1072"/>
                </a:lnTo>
                <a:lnTo>
                  <a:pt x="140" y="1071"/>
                </a:lnTo>
                <a:lnTo>
                  <a:pt x="139" y="1071"/>
                </a:lnTo>
                <a:lnTo>
                  <a:pt x="139" y="1070"/>
                </a:lnTo>
                <a:lnTo>
                  <a:pt x="138" y="1070"/>
                </a:lnTo>
                <a:lnTo>
                  <a:pt x="138" y="1069"/>
                </a:lnTo>
                <a:lnTo>
                  <a:pt x="137" y="1069"/>
                </a:lnTo>
                <a:lnTo>
                  <a:pt x="136" y="1069"/>
                </a:lnTo>
                <a:lnTo>
                  <a:pt x="135" y="1069"/>
                </a:lnTo>
                <a:lnTo>
                  <a:pt x="135" y="1068"/>
                </a:lnTo>
                <a:lnTo>
                  <a:pt x="134" y="1068"/>
                </a:lnTo>
                <a:lnTo>
                  <a:pt x="134" y="1067"/>
                </a:lnTo>
                <a:lnTo>
                  <a:pt x="135" y="1067"/>
                </a:lnTo>
                <a:lnTo>
                  <a:pt x="135" y="1066"/>
                </a:lnTo>
                <a:lnTo>
                  <a:pt x="136" y="1066"/>
                </a:lnTo>
                <a:lnTo>
                  <a:pt x="137" y="1066"/>
                </a:lnTo>
                <a:lnTo>
                  <a:pt x="138" y="1066"/>
                </a:lnTo>
                <a:lnTo>
                  <a:pt x="138" y="1065"/>
                </a:lnTo>
                <a:lnTo>
                  <a:pt x="139" y="1065"/>
                </a:lnTo>
                <a:lnTo>
                  <a:pt x="140" y="1064"/>
                </a:lnTo>
                <a:lnTo>
                  <a:pt x="140" y="1063"/>
                </a:lnTo>
                <a:lnTo>
                  <a:pt x="141" y="1062"/>
                </a:lnTo>
                <a:lnTo>
                  <a:pt x="141" y="1061"/>
                </a:lnTo>
                <a:lnTo>
                  <a:pt x="143" y="1061"/>
                </a:lnTo>
                <a:lnTo>
                  <a:pt x="144" y="1061"/>
                </a:lnTo>
                <a:lnTo>
                  <a:pt x="144" y="1062"/>
                </a:lnTo>
                <a:lnTo>
                  <a:pt x="145" y="1062"/>
                </a:lnTo>
                <a:lnTo>
                  <a:pt x="145" y="1061"/>
                </a:lnTo>
                <a:lnTo>
                  <a:pt x="146" y="1060"/>
                </a:lnTo>
                <a:lnTo>
                  <a:pt x="146" y="1059"/>
                </a:lnTo>
                <a:lnTo>
                  <a:pt x="147" y="1058"/>
                </a:lnTo>
                <a:lnTo>
                  <a:pt x="147" y="1059"/>
                </a:lnTo>
                <a:lnTo>
                  <a:pt x="148" y="1059"/>
                </a:lnTo>
                <a:lnTo>
                  <a:pt x="148" y="1060"/>
                </a:lnTo>
                <a:lnTo>
                  <a:pt x="149" y="1059"/>
                </a:lnTo>
                <a:lnTo>
                  <a:pt x="150" y="1056"/>
                </a:lnTo>
                <a:lnTo>
                  <a:pt x="151" y="1056"/>
                </a:lnTo>
                <a:lnTo>
                  <a:pt x="152" y="1056"/>
                </a:lnTo>
                <a:lnTo>
                  <a:pt x="153" y="1055"/>
                </a:lnTo>
                <a:lnTo>
                  <a:pt x="153" y="1054"/>
                </a:lnTo>
                <a:lnTo>
                  <a:pt x="153" y="1053"/>
                </a:lnTo>
                <a:lnTo>
                  <a:pt x="153" y="1052"/>
                </a:lnTo>
                <a:lnTo>
                  <a:pt x="154" y="1052"/>
                </a:lnTo>
                <a:lnTo>
                  <a:pt x="154" y="1053"/>
                </a:lnTo>
                <a:lnTo>
                  <a:pt x="157" y="1056"/>
                </a:lnTo>
                <a:lnTo>
                  <a:pt x="158" y="1056"/>
                </a:lnTo>
                <a:lnTo>
                  <a:pt x="160" y="1056"/>
                </a:lnTo>
                <a:lnTo>
                  <a:pt x="161" y="1055"/>
                </a:lnTo>
                <a:lnTo>
                  <a:pt x="162" y="1053"/>
                </a:lnTo>
                <a:lnTo>
                  <a:pt x="161" y="1053"/>
                </a:lnTo>
                <a:lnTo>
                  <a:pt x="161" y="1052"/>
                </a:lnTo>
                <a:lnTo>
                  <a:pt x="160" y="1052"/>
                </a:lnTo>
                <a:lnTo>
                  <a:pt x="160" y="1051"/>
                </a:lnTo>
                <a:lnTo>
                  <a:pt x="158" y="1050"/>
                </a:lnTo>
                <a:lnTo>
                  <a:pt x="158" y="1049"/>
                </a:lnTo>
                <a:lnTo>
                  <a:pt x="158" y="1048"/>
                </a:lnTo>
                <a:lnTo>
                  <a:pt x="159" y="1047"/>
                </a:lnTo>
                <a:lnTo>
                  <a:pt x="159" y="1046"/>
                </a:lnTo>
                <a:lnTo>
                  <a:pt x="158" y="1046"/>
                </a:lnTo>
                <a:lnTo>
                  <a:pt x="158" y="1045"/>
                </a:lnTo>
                <a:lnTo>
                  <a:pt x="158" y="1044"/>
                </a:lnTo>
                <a:lnTo>
                  <a:pt x="159" y="1042"/>
                </a:lnTo>
                <a:lnTo>
                  <a:pt x="159" y="1041"/>
                </a:lnTo>
                <a:lnTo>
                  <a:pt x="160" y="1040"/>
                </a:lnTo>
                <a:lnTo>
                  <a:pt x="161" y="1040"/>
                </a:lnTo>
                <a:lnTo>
                  <a:pt x="161" y="1041"/>
                </a:lnTo>
                <a:lnTo>
                  <a:pt x="162" y="1041"/>
                </a:lnTo>
                <a:lnTo>
                  <a:pt x="163" y="1040"/>
                </a:lnTo>
                <a:lnTo>
                  <a:pt x="164" y="1039"/>
                </a:lnTo>
                <a:lnTo>
                  <a:pt x="164" y="1038"/>
                </a:lnTo>
                <a:lnTo>
                  <a:pt x="165" y="1038"/>
                </a:lnTo>
                <a:lnTo>
                  <a:pt x="165" y="1037"/>
                </a:lnTo>
                <a:lnTo>
                  <a:pt x="166" y="1037"/>
                </a:lnTo>
                <a:lnTo>
                  <a:pt x="166" y="1036"/>
                </a:lnTo>
                <a:lnTo>
                  <a:pt x="166" y="1035"/>
                </a:lnTo>
                <a:lnTo>
                  <a:pt x="165" y="1035"/>
                </a:lnTo>
                <a:lnTo>
                  <a:pt x="165" y="1034"/>
                </a:lnTo>
                <a:lnTo>
                  <a:pt x="166" y="1033"/>
                </a:lnTo>
                <a:lnTo>
                  <a:pt x="167" y="1034"/>
                </a:lnTo>
                <a:lnTo>
                  <a:pt x="168" y="1034"/>
                </a:lnTo>
                <a:lnTo>
                  <a:pt x="169" y="1034"/>
                </a:lnTo>
                <a:lnTo>
                  <a:pt x="170" y="1033"/>
                </a:lnTo>
                <a:lnTo>
                  <a:pt x="171" y="1033"/>
                </a:lnTo>
                <a:lnTo>
                  <a:pt x="172" y="1033"/>
                </a:lnTo>
                <a:lnTo>
                  <a:pt x="173" y="1033"/>
                </a:lnTo>
                <a:lnTo>
                  <a:pt x="174" y="1033"/>
                </a:lnTo>
                <a:lnTo>
                  <a:pt x="174" y="1032"/>
                </a:lnTo>
                <a:lnTo>
                  <a:pt x="174" y="1031"/>
                </a:lnTo>
                <a:lnTo>
                  <a:pt x="174" y="1030"/>
                </a:lnTo>
                <a:lnTo>
                  <a:pt x="175" y="1029"/>
                </a:lnTo>
                <a:lnTo>
                  <a:pt x="176" y="1029"/>
                </a:lnTo>
                <a:lnTo>
                  <a:pt x="177" y="1029"/>
                </a:lnTo>
                <a:lnTo>
                  <a:pt x="178" y="1029"/>
                </a:lnTo>
                <a:lnTo>
                  <a:pt x="178" y="1028"/>
                </a:lnTo>
                <a:lnTo>
                  <a:pt x="179" y="1027"/>
                </a:lnTo>
                <a:lnTo>
                  <a:pt x="179" y="1026"/>
                </a:lnTo>
                <a:lnTo>
                  <a:pt x="179" y="1024"/>
                </a:lnTo>
                <a:lnTo>
                  <a:pt x="178" y="1023"/>
                </a:lnTo>
                <a:lnTo>
                  <a:pt x="177" y="1023"/>
                </a:lnTo>
                <a:lnTo>
                  <a:pt x="177" y="1022"/>
                </a:lnTo>
                <a:lnTo>
                  <a:pt x="177" y="1021"/>
                </a:lnTo>
                <a:lnTo>
                  <a:pt x="177" y="1020"/>
                </a:lnTo>
                <a:lnTo>
                  <a:pt x="176" y="1020"/>
                </a:lnTo>
                <a:lnTo>
                  <a:pt x="175" y="1019"/>
                </a:lnTo>
                <a:lnTo>
                  <a:pt x="174" y="1017"/>
                </a:lnTo>
                <a:lnTo>
                  <a:pt x="174" y="1016"/>
                </a:lnTo>
                <a:lnTo>
                  <a:pt x="175" y="1016"/>
                </a:lnTo>
                <a:lnTo>
                  <a:pt x="176" y="1015"/>
                </a:lnTo>
                <a:lnTo>
                  <a:pt x="176" y="1014"/>
                </a:lnTo>
                <a:lnTo>
                  <a:pt x="175" y="1013"/>
                </a:lnTo>
                <a:lnTo>
                  <a:pt x="176" y="1012"/>
                </a:lnTo>
                <a:lnTo>
                  <a:pt x="175" y="1010"/>
                </a:lnTo>
                <a:lnTo>
                  <a:pt x="175" y="1009"/>
                </a:lnTo>
                <a:lnTo>
                  <a:pt x="174" y="1009"/>
                </a:lnTo>
                <a:lnTo>
                  <a:pt x="174" y="1008"/>
                </a:lnTo>
                <a:lnTo>
                  <a:pt x="173" y="1007"/>
                </a:lnTo>
                <a:lnTo>
                  <a:pt x="172" y="1006"/>
                </a:lnTo>
                <a:lnTo>
                  <a:pt x="171" y="1006"/>
                </a:lnTo>
                <a:lnTo>
                  <a:pt x="170" y="1006"/>
                </a:lnTo>
                <a:lnTo>
                  <a:pt x="170" y="1005"/>
                </a:lnTo>
                <a:lnTo>
                  <a:pt x="168" y="1004"/>
                </a:lnTo>
                <a:lnTo>
                  <a:pt x="168" y="1003"/>
                </a:lnTo>
                <a:lnTo>
                  <a:pt x="167" y="1003"/>
                </a:lnTo>
                <a:lnTo>
                  <a:pt x="167" y="1002"/>
                </a:lnTo>
                <a:lnTo>
                  <a:pt x="168" y="1001"/>
                </a:lnTo>
                <a:lnTo>
                  <a:pt x="168" y="999"/>
                </a:lnTo>
                <a:lnTo>
                  <a:pt x="169" y="997"/>
                </a:lnTo>
                <a:lnTo>
                  <a:pt x="167" y="997"/>
                </a:lnTo>
                <a:lnTo>
                  <a:pt x="166" y="996"/>
                </a:lnTo>
                <a:lnTo>
                  <a:pt x="166" y="995"/>
                </a:lnTo>
                <a:lnTo>
                  <a:pt x="166" y="994"/>
                </a:lnTo>
                <a:lnTo>
                  <a:pt x="165" y="994"/>
                </a:lnTo>
                <a:lnTo>
                  <a:pt x="164" y="993"/>
                </a:lnTo>
                <a:lnTo>
                  <a:pt x="164" y="992"/>
                </a:lnTo>
                <a:lnTo>
                  <a:pt x="164" y="991"/>
                </a:lnTo>
                <a:lnTo>
                  <a:pt x="164" y="990"/>
                </a:lnTo>
                <a:lnTo>
                  <a:pt x="164" y="989"/>
                </a:lnTo>
                <a:lnTo>
                  <a:pt x="164" y="987"/>
                </a:lnTo>
                <a:lnTo>
                  <a:pt x="163" y="987"/>
                </a:lnTo>
                <a:lnTo>
                  <a:pt x="163" y="986"/>
                </a:lnTo>
                <a:lnTo>
                  <a:pt x="163" y="985"/>
                </a:lnTo>
                <a:lnTo>
                  <a:pt x="162" y="985"/>
                </a:lnTo>
                <a:lnTo>
                  <a:pt x="163" y="984"/>
                </a:lnTo>
                <a:lnTo>
                  <a:pt x="163" y="983"/>
                </a:lnTo>
                <a:lnTo>
                  <a:pt x="164" y="983"/>
                </a:lnTo>
                <a:lnTo>
                  <a:pt x="165" y="983"/>
                </a:lnTo>
                <a:lnTo>
                  <a:pt x="165" y="982"/>
                </a:lnTo>
                <a:lnTo>
                  <a:pt x="165" y="981"/>
                </a:lnTo>
                <a:lnTo>
                  <a:pt x="164" y="981"/>
                </a:lnTo>
                <a:lnTo>
                  <a:pt x="164" y="980"/>
                </a:lnTo>
                <a:lnTo>
                  <a:pt x="164" y="979"/>
                </a:lnTo>
                <a:lnTo>
                  <a:pt x="165" y="979"/>
                </a:lnTo>
                <a:lnTo>
                  <a:pt x="165" y="977"/>
                </a:lnTo>
                <a:lnTo>
                  <a:pt x="164" y="977"/>
                </a:lnTo>
                <a:lnTo>
                  <a:pt x="163" y="976"/>
                </a:lnTo>
                <a:lnTo>
                  <a:pt x="165" y="974"/>
                </a:lnTo>
                <a:lnTo>
                  <a:pt x="166" y="974"/>
                </a:lnTo>
                <a:lnTo>
                  <a:pt x="168" y="974"/>
                </a:lnTo>
                <a:lnTo>
                  <a:pt x="169" y="975"/>
                </a:lnTo>
                <a:lnTo>
                  <a:pt x="170" y="974"/>
                </a:lnTo>
                <a:lnTo>
                  <a:pt x="169" y="973"/>
                </a:lnTo>
                <a:lnTo>
                  <a:pt x="170" y="972"/>
                </a:lnTo>
                <a:lnTo>
                  <a:pt x="170" y="971"/>
                </a:lnTo>
                <a:lnTo>
                  <a:pt x="171" y="970"/>
                </a:lnTo>
                <a:lnTo>
                  <a:pt x="172" y="968"/>
                </a:lnTo>
                <a:lnTo>
                  <a:pt x="172" y="967"/>
                </a:lnTo>
                <a:lnTo>
                  <a:pt x="173" y="967"/>
                </a:lnTo>
                <a:lnTo>
                  <a:pt x="173" y="966"/>
                </a:lnTo>
                <a:lnTo>
                  <a:pt x="172" y="964"/>
                </a:lnTo>
                <a:lnTo>
                  <a:pt x="172" y="963"/>
                </a:lnTo>
                <a:lnTo>
                  <a:pt x="174" y="962"/>
                </a:lnTo>
                <a:lnTo>
                  <a:pt x="175" y="962"/>
                </a:lnTo>
                <a:lnTo>
                  <a:pt x="176" y="963"/>
                </a:lnTo>
                <a:lnTo>
                  <a:pt x="177" y="964"/>
                </a:lnTo>
                <a:lnTo>
                  <a:pt x="177" y="963"/>
                </a:lnTo>
                <a:lnTo>
                  <a:pt x="177" y="962"/>
                </a:lnTo>
                <a:lnTo>
                  <a:pt x="178" y="962"/>
                </a:lnTo>
                <a:lnTo>
                  <a:pt x="179" y="962"/>
                </a:lnTo>
                <a:lnTo>
                  <a:pt x="180" y="962"/>
                </a:lnTo>
                <a:lnTo>
                  <a:pt x="182" y="963"/>
                </a:lnTo>
                <a:lnTo>
                  <a:pt x="183" y="964"/>
                </a:lnTo>
                <a:lnTo>
                  <a:pt x="184" y="965"/>
                </a:lnTo>
                <a:lnTo>
                  <a:pt x="185" y="965"/>
                </a:lnTo>
                <a:lnTo>
                  <a:pt x="185" y="966"/>
                </a:lnTo>
                <a:lnTo>
                  <a:pt x="188" y="966"/>
                </a:lnTo>
                <a:lnTo>
                  <a:pt x="188" y="965"/>
                </a:lnTo>
                <a:lnTo>
                  <a:pt x="189" y="965"/>
                </a:lnTo>
                <a:lnTo>
                  <a:pt x="189" y="964"/>
                </a:lnTo>
                <a:lnTo>
                  <a:pt x="190" y="964"/>
                </a:lnTo>
                <a:lnTo>
                  <a:pt x="191" y="964"/>
                </a:lnTo>
                <a:lnTo>
                  <a:pt x="192" y="966"/>
                </a:lnTo>
                <a:lnTo>
                  <a:pt x="192" y="965"/>
                </a:lnTo>
                <a:lnTo>
                  <a:pt x="193" y="964"/>
                </a:lnTo>
                <a:lnTo>
                  <a:pt x="194" y="964"/>
                </a:lnTo>
                <a:lnTo>
                  <a:pt x="195" y="964"/>
                </a:lnTo>
                <a:lnTo>
                  <a:pt x="197" y="964"/>
                </a:lnTo>
                <a:lnTo>
                  <a:pt x="198" y="964"/>
                </a:lnTo>
                <a:lnTo>
                  <a:pt x="199" y="963"/>
                </a:lnTo>
                <a:lnTo>
                  <a:pt x="199" y="962"/>
                </a:lnTo>
                <a:lnTo>
                  <a:pt x="200" y="961"/>
                </a:lnTo>
                <a:lnTo>
                  <a:pt x="200" y="960"/>
                </a:lnTo>
                <a:lnTo>
                  <a:pt x="201" y="959"/>
                </a:lnTo>
                <a:lnTo>
                  <a:pt x="204" y="959"/>
                </a:lnTo>
                <a:lnTo>
                  <a:pt x="205" y="959"/>
                </a:lnTo>
                <a:lnTo>
                  <a:pt x="206" y="960"/>
                </a:lnTo>
                <a:lnTo>
                  <a:pt x="208" y="960"/>
                </a:lnTo>
                <a:lnTo>
                  <a:pt x="209" y="960"/>
                </a:lnTo>
                <a:lnTo>
                  <a:pt x="209" y="961"/>
                </a:lnTo>
                <a:lnTo>
                  <a:pt x="210" y="961"/>
                </a:lnTo>
                <a:lnTo>
                  <a:pt x="211" y="961"/>
                </a:lnTo>
                <a:lnTo>
                  <a:pt x="212" y="961"/>
                </a:lnTo>
                <a:lnTo>
                  <a:pt x="214" y="961"/>
                </a:lnTo>
                <a:lnTo>
                  <a:pt x="217" y="962"/>
                </a:lnTo>
                <a:lnTo>
                  <a:pt x="218" y="963"/>
                </a:lnTo>
                <a:lnTo>
                  <a:pt x="219" y="963"/>
                </a:lnTo>
                <a:lnTo>
                  <a:pt x="222" y="963"/>
                </a:lnTo>
                <a:lnTo>
                  <a:pt x="223" y="962"/>
                </a:lnTo>
                <a:lnTo>
                  <a:pt x="223" y="961"/>
                </a:lnTo>
                <a:lnTo>
                  <a:pt x="224" y="960"/>
                </a:lnTo>
                <a:lnTo>
                  <a:pt x="225" y="960"/>
                </a:lnTo>
                <a:lnTo>
                  <a:pt x="226" y="960"/>
                </a:lnTo>
                <a:lnTo>
                  <a:pt x="227" y="960"/>
                </a:lnTo>
                <a:lnTo>
                  <a:pt x="228" y="960"/>
                </a:lnTo>
                <a:lnTo>
                  <a:pt x="229" y="960"/>
                </a:lnTo>
                <a:lnTo>
                  <a:pt x="231" y="960"/>
                </a:lnTo>
                <a:lnTo>
                  <a:pt x="232" y="961"/>
                </a:lnTo>
                <a:lnTo>
                  <a:pt x="233" y="961"/>
                </a:lnTo>
                <a:lnTo>
                  <a:pt x="233" y="962"/>
                </a:lnTo>
                <a:lnTo>
                  <a:pt x="233" y="963"/>
                </a:lnTo>
                <a:lnTo>
                  <a:pt x="235" y="964"/>
                </a:lnTo>
                <a:lnTo>
                  <a:pt x="236" y="963"/>
                </a:lnTo>
                <a:lnTo>
                  <a:pt x="236" y="962"/>
                </a:lnTo>
                <a:lnTo>
                  <a:pt x="237" y="962"/>
                </a:lnTo>
                <a:lnTo>
                  <a:pt x="238" y="962"/>
                </a:lnTo>
                <a:lnTo>
                  <a:pt x="238" y="963"/>
                </a:lnTo>
                <a:lnTo>
                  <a:pt x="240" y="965"/>
                </a:lnTo>
                <a:lnTo>
                  <a:pt x="241" y="965"/>
                </a:lnTo>
                <a:lnTo>
                  <a:pt x="241" y="966"/>
                </a:lnTo>
                <a:lnTo>
                  <a:pt x="242" y="966"/>
                </a:lnTo>
                <a:lnTo>
                  <a:pt x="243" y="966"/>
                </a:lnTo>
                <a:lnTo>
                  <a:pt x="243" y="965"/>
                </a:lnTo>
                <a:lnTo>
                  <a:pt x="244" y="965"/>
                </a:lnTo>
                <a:lnTo>
                  <a:pt x="245" y="965"/>
                </a:lnTo>
                <a:lnTo>
                  <a:pt x="246" y="965"/>
                </a:lnTo>
                <a:lnTo>
                  <a:pt x="245" y="965"/>
                </a:lnTo>
                <a:lnTo>
                  <a:pt x="245" y="966"/>
                </a:lnTo>
                <a:lnTo>
                  <a:pt x="245" y="967"/>
                </a:lnTo>
                <a:lnTo>
                  <a:pt x="246" y="967"/>
                </a:lnTo>
                <a:lnTo>
                  <a:pt x="247" y="967"/>
                </a:lnTo>
                <a:lnTo>
                  <a:pt x="248" y="969"/>
                </a:lnTo>
                <a:lnTo>
                  <a:pt x="249" y="971"/>
                </a:lnTo>
                <a:lnTo>
                  <a:pt x="249" y="972"/>
                </a:lnTo>
                <a:lnTo>
                  <a:pt x="249" y="973"/>
                </a:lnTo>
                <a:lnTo>
                  <a:pt x="250" y="973"/>
                </a:lnTo>
                <a:lnTo>
                  <a:pt x="251" y="973"/>
                </a:lnTo>
                <a:lnTo>
                  <a:pt x="252" y="973"/>
                </a:lnTo>
                <a:lnTo>
                  <a:pt x="253" y="973"/>
                </a:lnTo>
                <a:lnTo>
                  <a:pt x="253" y="972"/>
                </a:lnTo>
                <a:lnTo>
                  <a:pt x="253" y="971"/>
                </a:lnTo>
                <a:lnTo>
                  <a:pt x="254" y="970"/>
                </a:lnTo>
                <a:lnTo>
                  <a:pt x="256" y="971"/>
                </a:lnTo>
                <a:lnTo>
                  <a:pt x="255" y="972"/>
                </a:lnTo>
                <a:lnTo>
                  <a:pt x="255" y="973"/>
                </a:lnTo>
                <a:lnTo>
                  <a:pt x="255" y="974"/>
                </a:lnTo>
                <a:lnTo>
                  <a:pt x="256" y="974"/>
                </a:lnTo>
                <a:lnTo>
                  <a:pt x="257" y="974"/>
                </a:lnTo>
                <a:lnTo>
                  <a:pt x="257" y="975"/>
                </a:lnTo>
                <a:lnTo>
                  <a:pt x="258" y="975"/>
                </a:lnTo>
                <a:lnTo>
                  <a:pt x="259" y="975"/>
                </a:lnTo>
                <a:lnTo>
                  <a:pt x="260" y="975"/>
                </a:lnTo>
                <a:lnTo>
                  <a:pt x="261" y="975"/>
                </a:lnTo>
                <a:lnTo>
                  <a:pt x="262" y="975"/>
                </a:lnTo>
                <a:lnTo>
                  <a:pt x="262" y="976"/>
                </a:lnTo>
                <a:lnTo>
                  <a:pt x="263" y="976"/>
                </a:lnTo>
                <a:lnTo>
                  <a:pt x="263" y="977"/>
                </a:lnTo>
                <a:lnTo>
                  <a:pt x="263" y="978"/>
                </a:lnTo>
                <a:lnTo>
                  <a:pt x="263" y="980"/>
                </a:lnTo>
                <a:lnTo>
                  <a:pt x="263" y="981"/>
                </a:lnTo>
                <a:lnTo>
                  <a:pt x="263" y="982"/>
                </a:lnTo>
                <a:lnTo>
                  <a:pt x="262" y="983"/>
                </a:lnTo>
                <a:lnTo>
                  <a:pt x="262" y="984"/>
                </a:lnTo>
                <a:lnTo>
                  <a:pt x="263" y="985"/>
                </a:lnTo>
                <a:lnTo>
                  <a:pt x="264" y="985"/>
                </a:lnTo>
                <a:lnTo>
                  <a:pt x="264" y="986"/>
                </a:lnTo>
                <a:lnTo>
                  <a:pt x="264" y="987"/>
                </a:lnTo>
                <a:lnTo>
                  <a:pt x="265" y="987"/>
                </a:lnTo>
                <a:lnTo>
                  <a:pt x="265" y="988"/>
                </a:lnTo>
                <a:lnTo>
                  <a:pt x="266" y="988"/>
                </a:lnTo>
                <a:lnTo>
                  <a:pt x="267" y="988"/>
                </a:lnTo>
                <a:lnTo>
                  <a:pt x="267" y="989"/>
                </a:lnTo>
                <a:lnTo>
                  <a:pt x="268" y="989"/>
                </a:lnTo>
                <a:lnTo>
                  <a:pt x="268" y="990"/>
                </a:lnTo>
                <a:lnTo>
                  <a:pt x="270" y="990"/>
                </a:lnTo>
                <a:lnTo>
                  <a:pt x="271" y="990"/>
                </a:lnTo>
                <a:lnTo>
                  <a:pt x="272" y="990"/>
                </a:lnTo>
                <a:lnTo>
                  <a:pt x="273" y="991"/>
                </a:lnTo>
                <a:lnTo>
                  <a:pt x="273" y="992"/>
                </a:lnTo>
                <a:lnTo>
                  <a:pt x="274" y="992"/>
                </a:lnTo>
                <a:lnTo>
                  <a:pt x="274" y="991"/>
                </a:lnTo>
                <a:lnTo>
                  <a:pt x="275" y="991"/>
                </a:lnTo>
                <a:lnTo>
                  <a:pt x="276" y="992"/>
                </a:lnTo>
                <a:lnTo>
                  <a:pt x="277" y="992"/>
                </a:lnTo>
                <a:lnTo>
                  <a:pt x="278" y="994"/>
                </a:lnTo>
                <a:lnTo>
                  <a:pt x="278" y="995"/>
                </a:lnTo>
                <a:lnTo>
                  <a:pt x="279" y="997"/>
                </a:lnTo>
                <a:lnTo>
                  <a:pt x="279" y="998"/>
                </a:lnTo>
                <a:lnTo>
                  <a:pt x="279" y="999"/>
                </a:lnTo>
                <a:lnTo>
                  <a:pt x="278" y="1000"/>
                </a:lnTo>
                <a:lnTo>
                  <a:pt x="279" y="1002"/>
                </a:lnTo>
                <a:lnTo>
                  <a:pt x="280" y="1003"/>
                </a:lnTo>
                <a:lnTo>
                  <a:pt x="281" y="1002"/>
                </a:lnTo>
                <a:lnTo>
                  <a:pt x="282" y="1002"/>
                </a:lnTo>
                <a:lnTo>
                  <a:pt x="283" y="1003"/>
                </a:lnTo>
                <a:lnTo>
                  <a:pt x="284" y="1004"/>
                </a:lnTo>
                <a:lnTo>
                  <a:pt x="285" y="1004"/>
                </a:lnTo>
                <a:lnTo>
                  <a:pt x="285" y="1003"/>
                </a:lnTo>
                <a:lnTo>
                  <a:pt x="286" y="1002"/>
                </a:lnTo>
                <a:lnTo>
                  <a:pt x="286" y="1001"/>
                </a:lnTo>
                <a:lnTo>
                  <a:pt x="288" y="1001"/>
                </a:lnTo>
                <a:lnTo>
                  <a:pt x="288" y="1002"/>
                </a:lnTo>
                <a:lnTo>
                  <a:pt x="289" y="1003"/>
                </a:lnTo>
                <a:lnTo>
                  <a:pt x="290" y="1003"/>
                </a:lnTo>
                <a:lnTo>
                  <a:pt x="290" y="1002"/>
                </a:lnTo>
                <a:lnTo>
                  <a:pt x="291" y="1000"/>
                </a:lnTo>
                <a:lnTo>
                  <a:pt x="291" y="999"/>
                </a:lnTo>
                <a:lnTo>
                  <a:pt x="291" y="998"/>
                </a:lnTo>
                <a:lnTo>
                  <a:pt x="291" y="997"/>
                </a:lnTo>
                <a:lnTo>
                  <a:pt x="292" y="997"/>
                </a:lnTo>
                <a:lnTo>
                  <a:pt x="293" y="997"/>
                </a:lnTo>
                <a:lnTo>
                  <a:pt x="294" y="998"/>
                </a:lnTo>
                <a:lnTo>
                  <a:pt x="294" y="997"/>
                </a:lnTo>
                <a:lnTo>
                  <a:pt x="295" y="997"/>
                </a:lnTo>
                <a:lnTo>
                  <a:pt x="294" y="997"/>
                </a:lnTo>
                <a:lnTo>
                  <a:pt x="294" y="996"/>
                </a:lnTo>
                <a:lnTo>
                  <a:pt x="294" y="995"/>
                </a:lnTo>
                <a:lnTo>
                  <a:pt x="295" y="994"/>
                </a:lnTo>
                <a:lnTo>
                  <a:pt x="296" y="993"/>
                </a:lnTo>
                <a:lnTo>
                  <a:pt x="296" y="991"/>
                </a:lnTo>
                <a:lnTo>
                  <a:pt x="296" y="990"/>
                </a:lnTo>
                <a:lnTo>
                  <a:pt x="297" y="990"/>
                </a:lnTo>
                <a:lnTo>
                  <a:pt x="297" y="991"/>
                </a:lnTo>
                <a:lnTo>
                  <a:pt x="298" y="991"/>
                </a:lnTo>
                <a:lnTo>
                  <a:pt x="299" y="991"/>
                </a:lnTo>
                <a:lnTo>
                  <a:pt x="300" y="991"/>
                </a:lnTo>
                <a:lnTo>
                  <a:pt x="301" y="991"/>
                </a:lnTo>
                <a:lnTo>
                  <a:pt x="302" y="991"/>
                </a:lnTo>
                <a:lnTo>
                  <a:pt x="304" y="990"/>
                </a:lnTo>
                <a:lnTo>
                  <a:pt x="305" y="991"/>
                </a:lnTo>
                <a:lnTo>
                  <a:pt x="305" y="992"/>
                </a:lnTo>
                <a:lnTo>
                  <a:pt x="306" y="993"/>
                </a:lnTo>
                <a:lnTo>
                  <a:pt x="307" y="993"/>
                </a:lnTo>
                <a:lnTo>
                  <a:pt x="307" y="994"/>
                </a:lnTo>
                <a:lnTo>
                  <a:pt x="308" y="994"/>
                </a:lnTo>
                <a:lnTo>
                  <a:pt x="308" y="996"/>
                </a:lnTo>
                <a:lnTo>
                  <a:pt x="309" y="996"/>
                </a:lnTo>
                <a:lnTo>
                  <a:pt x="309" y="995"/>
                </a:lnTo>
                <a:lnTo>
                  <a:pt x="310" y="993"/>
                </a:lnTo>
                <a:lnTo>
                  <a:pt x="310" y="992"/>
                </a:lnTo>
                <a:lnTo>
                  <a:pt x="311" y="992"/>
                </a:lnTo>
                <a:lnTo>
                  <a:pt x="312" y="991"/>
                </a:lnTo>
                <a:lnTo>
                  <a:pt x="313" y="991"/>
                </a:lnTo>
                <a:lnTo>
                  <a:pt x="313" y="992"/>
                </a:lnTo>
                <a:lnTo>
                  <a:pt x="314" y="992"/>
                </a:lnTo>
                <a:lnTo>
                  <a:pt x="315" y="992"/>
                </a:lnTo>
                <a:lnTo>
                  <a:pt x="316" y="991"/>
                </a:lnTo>
                <a:lnTo>
                  <a:pt x="317" y="991"/>
                </a:lnTo>
                <a:lnTo>
                  <a:pt x="317" y="992"/>
                </a:lnTo>
                <a:lnTo>
                  <a:pt x="318" y="993"/>
                </a:lnTo>
                <a:lnTo>
                  <a:pt x="319" y="993"/>
                </a:lnTo>
                <a:lnTo>
                  <a:pt x="320" y="994"/>
                </a:lnTo>
                <a:lnTo>
                  <a:pt x="321" y="995"/>
                </a:lnTo>
                <a:lnTo>
                  <a:pt x="323" y="995"/>
                </a:lnTo>
                <a:lnTo>
                  <a:pt x="324" y="995"/>
                </a:lnTo>
                <a:lnTo>
                  <a:pt x="325" y="995"/>
                </a:lnTo>
                <a:lnTo>
                  <a:pt x="326" y="995"/>
                </a:lnTo>
                <a:lnTo>
                  <a:pt x="327" y="994"/>
                </a:lnTo>
                <a:lnTo>
                  <a:pt x="327" y="993"/>
                </a:lnTo>
                <a:lnTo>
                  <a:pt x="328" y="994"/>
                </a:lnTo>
                <a:lnTo>
                  <a:pt x="329" y="995"/>
                </a:lnTo>
                <a:lnTo>
                  <a:pt x="329" y="996"/>
                </a:lnTo>
                <a:lnTo>
                  <a:pt x="330" y="997"/>
                </a:lnTo>
                <a:lnTo>
                  <a:pt x="331" y="996"/>
                </a:lnTo>
                <a:lnTo>
                  <a:pt x="331" y="995"/>
                </a:lnTo>
                <a:lnTo>
                  <a:pt x="332" y="995"/>
                </a:lnTo>
                <a:lnTo>
                  <a:pt x="333" y="995"/>
                </a:lnTo>
                <a:lnTo>
                  <a:pt x="335" y="995"/>
                </a:lnTo>
                <a:lnTo>
                  <a:pt x="335" y="994"/>
                </a:lnTo>
                <a:lnTo>
                  <a:pt x="334" y="994"/>
                </a:lnTo>
                <a:lnTo>
                  <a:pt x="335" y="993"/>
                </a:lnTo>
                <a:lnTo>
                  <a:pt x="335" y="992"/>
                </a:lnTo>
                <a:lnTo>
                  <a:pt x="336" y="992"/>
                </a:lnTo>
                <a:lnTo>
                  <a:pt x="337" y="991"/>
                </a:lnTo>
                <a:lnTo>
                  <a:pt x="338" y="990"/>
                </a:lnTo>
                <a:lnTo>
                  <a:pt x="339" y="989"/>
                </a:lnTo>
                <a:lnTo>
                  <a:pt x="339" y="988"/>
                </a:lnTo>
                <a:lnTo>
                  <a:pt x="339" y="987"/>
                </a:lnTo>
                <a:lnTo>
                  <a:pt x="340" y="987"/>
                </a:lnTo>
                <a:lnTo>
                  <a:pt x="341" y="985"/>
                </a:lnTo>
                <a:lnTo>
                  <a:pt x="342" y="984"/>
                </a:lnTo>
                <a:lnTo>
                  <a:pt x="343" y="984"/>
                </a:lnTo>
                <a:lnTo>
                  <a:pt x="345" y="985"/>
                </a:lnTo>
                <a:lnTo>
                  <a:pt x="345" y="986"/>
                </a:lnTo>
                <a:lnTo>
                  <a:pt x="346" y="987"/>
                </a:lnTo>
                <a:lnTo>
                  <a:pt x="347" y="987"/>
                </a:lnTo>
                <a:lnTo>
                  <a:pt x="347" y="986"/>
                </a:lnTo>
                <a:lnTo>
                  <a:pt x="347" y="985"/>
                </a:lnTo>
                <a:lnTo>
                  <a:pt x="347" y="984"/>
                </a:lnTo>
                <a:lnTo>
                  <a:pt x="348" y="984"/>
                </a:lnTo>
                <a:lnTo>
                  <a:pt x="349" y="984"/>
                </a:lnTo>
                <a:lnTo>
                  <a:pt x="351" y="984"/>
                </a:lnTo>
                <a:lnTo>
                  <a:pt x="352" y="985"/>
                </a:lnTo>
                <a:lnTo>
                  <a:pt x="352" y="986"/>
                </a:lnTo>
                <a:lnTo>
                  <a:pt x="352" y="987"/>
                </a:lnTo>
                <a:lnTo>
                  <a:pt x="352" y="988"/>
                </a:lnTo>
                <a:lnTo>
                  <a:pt x="352" y="990"/>
                </a:lnTo>
                <a:lnTo>
                  <a:pt x="352" y="991"/>
                </a:lnTo>
                <a:lnTo>
                  <a:pt x="352" y="992"/>
                </a:lnTo>
                <a:lnTo>
                  <a:pt x="351" y="993"/>
                </a:lnTo>
                <a:lnTo>
                  <a:pt x="352" y="993"/>
                </a:lnTo>
                <a:lnTo>
                  <a:pt x="353" y="994"/>
                </a:lnTo>
                <a:lnTo>
                  <a:pt x="353" y="993"/>
                </a:lnTo>
                <a:lnTo>
                  <a:pt x="353" y="992"/>
                </a:lnTo>
                <a:lnTo>
                  <a:pt x="353" y="991"/>
                </a:lnTo>
                <a:lnTo>
                  <a:pt x="353" y="990"/>
                </a:lnTo>
                <a:lnTo>
                  <a:pt x="354" y="990"/>
                </a:lnTo>
                <a:lnTo>
                  <a:pt x="355" y="990"/>
                </a:lnTo>
                <a:lnTo>
                  <a:pt x="355" y="991"/>
                </a:lnTo>
                <a:lnTo>
                  <a:pt x="356" y="991"/>
                </a:lnTo>
                <a:lnTo>
                  <a:pt x="356" y="990"/>
                </a:lnTo>
                <a:lnTo>
                  <a:pt x="356" y="989"/>
                </a:lnTo>
                <a:lnTo>
                  <a:pt x="356" y="988"/>
                </a:lnTo>
                <a:lnTo>
                  <a:pt x="357" y="988"/>
                </a:lnTo>
                <a:lnTo>
                  <a:pt x="358" y="988"/>
                </a:lnTo>
                <a:lnTo>
                  <a:pt x="359" y="987"/>
                </a:lnTo>
                <a:lnTo>
                  <a:pt x="360" y="987"/>
                </a:lnTo>
                <a:lnTo>
                  <a:pt x="361" y="987"/>
                </a:lnTo>
                <a:lnTo>
                  <a:pt x="363" y="987"/>
                </a:lnTo>
                <a:lnTo>
                  <a:pt x="364" y="987"/>
                </a:lnTo>
                <a:lnTo>
                  <a:pt x="364" y="986"/>
                </a:lnTo>
                <a:lnTo>
                  <a:pt x="365" y="984"/>
                </a:lnTo>
                <a:lnTo>
                  <a:pt x="366" y="985"/>
                </a:lnTo>
                <a:lnTo>
                  <a:pt x="366" y="987"/>
                </a:lnTo>
                <a:lnTo>
                  <a:pt x="367" y="987"/>
                </a:lnTo>
                <a:lnTo>
                  <a:pt x="367" y="986"/>
                </a:lnTo>
                <a:lnTo>
                  <a:pt x="368" y="986"/>
                </a:lnTo>
                <a:lnTo>
                  <a:pt x="369" y="986"/>
                </a:lnTo>
                <a:lnTo>
                  <a:pt x="370" y="986"/>
                </a:lnTo>
                <a:lnTo>
                  <a:pt x="371" y="986"/>
                </a:lnTo>
                <a:lnTo>
                  <a:pt x="371" y="985"/>
                </a:lnTo>
                <a:lnTo>
                  <a:pt x="371" y="984"/>
                </a:lnTo>
                <a:lnTo>
                  <a:pt x="372" y="984"/>
                </a:lnTo>
                <a:lnTo>
                  <a:pt x="373" y="984"/>
                </a:lnTo>
                <a:lnTo>
                  <a:pt x="375" y="984"/>
                </a:lnTo>
                <a:lnTo>
                  <a:pt x="376" y="984"/>
                </a:lnTo>
                <a:lnTo>
                  <a:pt x="377" y="985"/>
                </a:lnTo>
                <a:lnTo>
                  <a:pt x="378" y="985"/>
                </a:lnTo>
                <a:lnTo>
                  <a:pt x="379" y="984"/>
                </a:lnTo>
                <a:lnTo>
                  <a:pt x="380" y="984"/>
                </a:lnTo>
                <a:lnTo>
                  <a:pt x="380" y="985"/>
                </a:lnTo>
                <a:lnTo>
                  <a:pt x="380" y="984"/>
                </a:lnTo>
                <a:lnTo>
                  <a:pt x="380" y="983"/>
                </a:lnTo>
                <a:lnTo>
                  <a:pt x="381" y="982"/>
                </a:lnTo>
                <a:lnTo>
                  <a:pt x="381" y="981"/>
                </a:lnTo>
                <a:lnTo>
                  <a:pt x="382" y="981"/>
                </a:lnTo>
                <a:lnTo>
                  <a:pt x="383" y="981"/>
                </a:lnTo>
                <a:lnTo>
                  <a:pt x="383" y="982"/>
                </a:lnTo>
                <a:lnTo>
                  <a:pt x="383" y="981"/>
                </a:lnTo>
                <a:lnTo>
                  <a:pt x="384" y="980"/>
                </a:lnTo>
                <a:lnTo>
                  <a:pt x="385" y="980"/>
                </a:lnTo>
                <a:lnTo>
                  <a:pt x="386" y="980"/>
                </a:lnTo>
                <a:lnTo>
                  <a:pt x="387" y="980"/>
                </a:lnTo>
                <a:lnTo>
                  <a:pt x="388" y="980"/>
                </a:lnTo>
                <a:lnTo>
                  <a:pt x="389" y="979"/>
                </a:lnTo>
                <a:lnTo>
                  <a:pt x="389" y="978"/>
                </a:lnTo>
                <a:lnTo>
                  <a:pt x="390" y="977"/>
                </a:lnTo>
                <a:lnTo>
                  <a:pt x="390" y="976"/>
                </a:lnTo>
                <a:lnTo>
                  <a:pt x="389" y="976"/>
                </a:lnTo>
                <a:lnTo>
                  <a:pt x="388" y="976"/>
                </a:lnTo>
                <a:lnTo>
                  <a:pt x="387" y="976"/>
                </a:lnTo>
                <a:lnTo>
                  <a:pt x="387" y="975"/>
                </a:lnTo>
                <a:lnTo>
                  <a:pt x="386" y="973"/>
                </a:lnTo>
                <a:lnTo>
                  <a:pt x="386" y="972"/>
                </a:lnTo>
                <a:lnTo>
                  <a:pt x="387" y="971"/>
                </a:lnTo>
                <a:lnTo>
                  <a:pt x="386" y="971"/>
                </a:lnTo>
                <a:lnTo>
                  <a:pt x="385" y="971"/>
                </a:lnTo>
                <a:lnTo>
                  <a:pt x="383" y="971"/>
                </a:lnTo>
                <a:lnTo>
                  <a:pt x="381" y="971"/>
                </a:lnTo>
                <a:lnTo>
                  <a:pt x="379" y="969"/>
                </a:lnTo>
                <a:lnTo>
                  <a:pt x="377" y="967"/>
                </a:lnTo>
                <a:lnTo>
                  <a:pt x="377" y="966"/>
                </a:lnTo>
                <a:lnTo>
                  <a:pt x="377" y="965"/>
                </a:lnTo>
                <a:lnTo>
                  <a:pt x="376" y="965"/>
                </a:lnTo>
                <a:lnTo>
                  <a:pt x="375" y="964"/>
                </a:lnTo>
                <a:lnTo>
                  <a:pt x="375" y="963"/>
                </a:lnTo>
                <a:lnTo>
                  <a:pt x="374" y="962"/>
                </a:lnTo>
                <a:lnTo>
                  <a:pt x="373" y="962"/>
                </a:lnTo>
                <a:lnTo>
                  <a:pt x="372" y="962"/>
                </a:lnTo>
                <a:lnTo>
                  <a:pt x="372" y="961"/>
                </a:lnTo>
                <a:lnTo>
                  <a:pt x="372" y="960"/>
                </a:lnTo>
                <a:lnTo>
                  <a:pt x="373" y="960"/>
                </a:lnTo>
                <a:lnTo>
                  <a:pt x="373" y="958"/>
                </a:lnTo>
                <a:lnTo>
                  <a:pt x="371" y="957"/>
                </a:lnTo>
                <a:lnTo>
                  <a:pt x="371" y="956"/>
                </a:lnTo>
                <a:lnTo>
                  <a:pt x="370" y="956"/>
                </a:lnTo>
                <a:lnTo>
                  <a:pt x="369" y="955"/>
                </a:lnTo>
                <a:lnTo>
                  <a:pt x="368" y="954"/>
                </a:lnTo>
                <a:lnTo>
                  <a:pt x="367" y="954"/>
                </a:lnTo>
                <a:lnTo>
                  <a:pt x="367" y="953"/>
                </a:lnTo>
                <a:lnTo>
                  <a:pt x="366" y="953"/>
                </a:lnTo>
                <a:lnTo>
                  <a:pt x="366" y="952"/>
                </a:lnTo>
                <a:lnTo>
                  <a:pt x="367" y="952"/>
                </a:lnTo>
                <a:lnTo>
                  <a:pt x="367" y="951"/>
                </a:lnTo>
                <a:lnTo>
                  <a:pt x="367" y="950"/>
                </a:lnTo>
                <a:lnTo>
                  <a:pt x="366" y="947"/>
                </a:lnTo>
                <a:lnTo>
                  <a:pt x="366" y="945"/>
                </a:lnTo>
                <a:lnTo>
                  <a:pt x="365" y="945"/>
                </a:lnTo>
                <a:lnTo>
                  <a:pt x="364" y="944"/>
                </a:lnTo>
                <a:lnTo>
                  <a:pt x="364" y="941"/>
                </a:lnTo>
                <a:lnTo>
                  <a:pt x="364" y="940"/>
                </a:lnTo>
                <a:lnTo>
                  <a:pt x="365" y="940"/>
                </a:lnTo>
                <a:lnTo>
                  <a:pt x="364" y="938"/>
                </a:lnTo>
                <a:lnTo>
                  <a:pt x="363" y="937"/>
                </a:lnTo>
                <a:lnTo>
                  <a:pt x="362" y="937"/>
                </a:lnTo>
                <a:lnTo>
                  <a:pt x="361" y="936"/>
                </a:lnTo>
                <a:lnTo>
                  <a:pt x="360" y="936"/>
                </a:lnTo>
                <a:lnTo>
                  <a:pt x="360" y="935"/>
                </a:lnTo>
                <a:lnTo>
                  <a:pt x="361" y="934"/>
                </a:lnTo>
                <a:lnTo>
                  <a:pt x="360" y="933"/>
                </a:lnTo>
                <a:lnTo>
                  <a:pt x="360" y="932"/>
                </a:lnTo>
                <a:lnTo>
                  <a:pt x="359" y="931"/>
                </a:lnTo>
                <a:lnTo>
                  <a:pt x="358" y="931"/>
                </a:lnTo>
                <a:lnTo>
                  <a:pt x="357" y="932"/>
                </a:lnTo>
                <a:lnTo>
                  <a:pt x="356" y="931"/>
                </a:lnTo>
                <a:lnTo>
                  <a:pt x="356" y="930"/>
                </a:lnTo>
                <a:lnTo>
                  <a:pt x="356" y="929"/>
                </a:lnTo>
                <a:lnTo>
                  <a:pt x="355" y="929"/>
                </a:lnTo>
                <a:lnTo>
                  <a:pt x="355" y="928"/>
                </a:lnTo>
                <a:lnTo>
                  <a:pt x="356" y="928"/>
                </a:lnTo>
                <a:lnTo>
                  <a:pt x="356" y="927"/>
                </a:lnTo>
                <a:lnTo>
                  <a:pt x="355" y="927"/>
                </a:lnTo>
                <a:lnTo>
                  <a:pt x="354" y="927"/>
                </a:lnTo>
                <a:lnTo>
                  <a:pt x="354" y="926"/>
                </a:lnTo>
                <a:lnTo>
                  <a:pt x="355" y="925"/>
                </a:lnTo>
                <a:lnTo>
                  <a:pt x="355" y="924"/>
                </a:lnTo>
                <a:lnTo>
                  <a:pt x="356" y="923"/>
                </a:lnTo>
                <a:lnTo>
                  <a:pt x="357" y="924"/>
                </a:lnTo>
                <a:lnTo>
                  <a:pt x="358" y="924"/>
                </a:lnTo>
                <a:lnTo>
                  <a:pt x="359" y="924"/>
                </a:lnTo>
                <a:lnTo>
                  <a:pt x="361" y="925"/>
                </a:lnTo>
                <a:lnTo>
                  <a:pt x="361" y="924"/>
                </a:lnTo>
                <a:lnTo>
                  <a:pt x="361" y="923"/>
                </a:lnTo>
                <a:lnTo>
                  <a:pt x="362" y="923"/>
                </a:lnTo>
                <a:lnTo>
                  <a:pt x="362" y="924"/>
                </a:lnTo>
                <a:lnTo>
                  <a:pt x="362" y="925"/>
                </a:lnTo>
                <a:lnTo>
                  <a:pt x="363" y="926"/>
                </a:lnTo>
                <a:lnTo>
                  <a:pt x="364" y="926"/>
                </a:lnTo>
                <a:lnTo>
                  <a:pt x="365" y="926"/>
                </a:lnTo>
                <a:lnTo>
                  <a:pt x="365" y="925"/>
                </a:lnTo>
                <a:lnTo>
                  <a:pt x="364" y="925"/>
                </a:lnTo>
                <a:lnTo>
                  <a:pt x="364" y="924"/>
                </a:lnTo>
                <a:lnTo>
                  <a:pt x="363" y="923"/>
                </a:lnTo>
                <a:lnTo>
                  <a:pt x="364" y="922"/>
                </a:lnTo>
                <a:lnTo>
                  <a:pt x="365" y="923"/>
                </a:lnTo>
                <a:lnTo>
                  <a:pt x="366" y="922"/>
                </a:lnTo>
                <a:lnTo>
                  <a:pt x="366" y="921"/>
                </a:lnTo>
                <a:lnTo>
                  <a:pt x="366" y="922"/>
                </a:lnTo>
                <a:lnTo>
                  <a:pt x="365" y="922"/>
                </a:lnTo>
                <a:lnTo>
                  <a:pt x="364" y="922"/>
                </a:lnTo>
                <a:lnTo>
                  <a:pt x="364" y="921"/>
                </a:lnTo>
                <a:lnTo>
                  <a:pt x="365" y="920"/>
                </a:lnTo>
                <a:lnTo>
                  <a:pt x="366" y="920"/>
                </a:lnTo>
                <a:lnTo>
                  <a:pt x="367" y="921"/>
                </a:lnTo>
                <a:lnTo>
                  <a:pt x="368" y="920"/>
                </a:lnTo>
                <a:lnTo>
                  <a:pt x="368" y="919"/>
                </a:lnTo>
                <a:lnTo>
                  <a:pt x="368" y="918"/>
                </a:lnTo>
                <a:lnTo>
                  <a:pt x="368" y="919"/>
                </a:lnTo>
                <a:lnTo>
                  <a:pt x="367" y="919"/>
                </a:lnTo>
                <a:lnTo>
                  <a:pt x="368" y="917"/>
                </a:lnTo>
                <a:lnTo>
                  <a:pt x="368" y="916"/>
                </a:lnTo>
                <a:lnTo>
                  <a:pt x="368" y="915"/>
                </a:lnTo>
                <a:lnTo>
                  <a:pt x="366" y="914"/>
                </a:lnTo>
                <a:lnTo>
                  <a:pt x="365" y="914"/>
                </a:lnTo>
                <a:lnTo>
                  <a:pt x="364" y="915"/>
                </a:lnTo>
                <a:lnTo>
                  <a:pt x="363" y="916"/>
                </a:lnTo>
                <a:lnTo>
                  <a:pt x="363" y="915"/>
                </a:lnTo>
                <a:lnTo>
                  <a:pt x="363" y="914"/>
                </a:lnTo>
                <a:lnTo>
                  <a:pt x="364" y="913"/>
                </a:lnTo>
                <a:lnTo>
                  <a:pt x="365" y="913"/>
                </a:lnTo>
                <a:lnTo>
                  <a:pt x="367" y="912"/>
                </a:lnTo>
                <a:lnTo>
                  <a:pt x="368" y="912"/>
                </a:lnTo>
                <a:lnTo>
                  <a:pt x="369" y="912"/>
                </a:lnTo>
                <a:lnTo>
                  <a:pt x="369" y="913"/>
                </a:lnTo>
                <a:lnTo>
                  <a:pt x="370" y="913"/>
                </a:lnTo>
                <a:lnTo>
                  <a:pt x="371" y="913"/>
                </a:lnTo>
                <a:lnTo>
                  <a:pt x="371" y="914"/>
                </a:lnTo>
                <a:lnTo>
                  <a:pt x="374" y="914"/>
                </a:lnTo>
                <a:lnTo>
                  <a:pt x="374" y="915"/>
                </a:lnTo>
                <a:lnTo>
                  <a:pt x="375" y="915"/>
                </a:lnTo>
                <a:lnTo>
                  <a:pt x="376" y="915"/>
                </a:lnTo>
                <a:lnTo>
                  <a:pt x="377" y="915"/>
                </a:lnTo>
                <a:lnTo>
                  <a:pt x="377" y="916"/>
                </a:lnTo>
                <a:lnTo>
                  <a:pt x="377" y="917"/>
                </a:lnTo>
                <a:lnTo>
                  <a:pt x="378" y="917"/>
                </a:lnTo>
                <a:lnTo>
                  <a:pt x="379" y="917"/>
                </a:lnTo>
                <a:lnTo>
                  <a:pt x="380" y="917"/>
                </a:lnTo>
                <a:lnTo>
                  <a:pt x="380" y="918"/>
                </a:lnTo>
                <a:lnTo>
                  <a:pt x="381" y="919"/>
                </a:lnTo>
                <a:lnTo>
                  <a:pt x="383" y="920"/>
                </a:lnTo>
                <a:lnTo>
                  <a:pt x="384" y="919"/>
                </a:lnTo>
                <a:lnTo>
                  <a:pt x="385" y="919"/>
                </a:lnTo>
                <a:lnTo>
                  <a:pt x="386" y="920"/>
                </a:lnTo>
                <a:lnTo>
                  <a:pt x="387" y="921"/>
                </a:lnTo>
                <a:lnTo>
                  <a:pt x="388" y="921"/>
                </a:lnTo>
                <a:lnTo>
                  <a:pt x="388" y="922"/>
                </a:lnTo>
                <a:lnTo>
                  <a:pt x="389" y="922"/>
                </a:lnTo>
                <a:lnTo>
                  <a:pt x="390" y="922"/>
                </a:lnTo>
                <a:lnTo>
                  <a:pt x="391" y="922"/>
                </a:lnTo>
                <a:lnTo>
                  <a:pt x="391" y="921"/>
                </a:lnTo>
                <a:lnTo>
                  <a:pt x="394" y="922"/>
                </a:lnTo>
                <a:lnTo>
                  <a:pt x="396" y="922"/>
                </a:lnTo>
                <a:lnTo>
                  <a:pt x="396" y="923"/>
                </a:lnTo>
                <a:lnTo>
                  <a:pt x="398" y="923"/>
                </a:lnTo>
                <a:lnTo>
                  <a:pt x="398" y="922"/>
                </a:lnTo>
                <a:lnTo>
                  <a:pt x="399" y="922"/>
                </a:lnTo>
                <a:lnTo>
                  <a:pt x="399" y="923"/>
                </a:lnTo>
                <a:lnTo>
                  <a:pt x="399" y="924"/>
                </a:lnTo>
                <a:lnTo>
                  <a:pt x="400" y="923"/>
                </a:lnTo>
                <a:lnTo>
                  <a:pt x="400" y="922"/>
                </a:lnTo>
                <a:lnTo>
                  <a:pt x="400" y="920"/>
                </a:lnTo>
                <a:lnTo>
                  <a:pt x="402" y="920"/>
                </a:lnTo>
                <a:lnTo>
                  <a:pt x="403" y="920"/>
                </a:lnTo>
                <a:lnTo>
                  <a:pt x="404" y="920"/>
                </a:lnTo>
                <a:lnTo>
                  <a:pt x="404" y="921"/>
                </a:lnTo>
                <a:lnTo>
                  <a:pt x="404" y="922"/>
                </a:lnTo>
                <a:lnTo>
                  <a:pt x="403" y="923"/>
                </a:lnTo>
                <a:lnTo>
                  <a:pt x="403" y="924"/>
                </a:lnTo>
                <a:lnTo>
                  <a:pt x="404" y="924"/>
                </a:lnTo>
                <a:lnTo>
                  <a:pt x="404" y="925"/>
                </a:lnTo>
                <a:lnTo>
                  <a:pt x="405" y="925"/>
                </a:lnTo>
                <a:lnTo>
                  <a:pt x="406" y="925"/>
                </a:lnTo>
                <a:lnTo>
                  <a:pt x="407" y="925"/>
                </a:lnTo>
                <a:lnTo>
                  <a:pt x="408" y="925"/>
                </a:lnTo>
                <a:lnTo>
                  <a:pt x="410" y="924"/>
                </a:lnTo>
                <a:lnTo>
                  <a:pt x="411" y="924"/>
                </a:lnTo>
                <a:lnTo>
                  <a:pt x="412" y="924"/>
                </a:lnTo>
                <a:lnTo>
                  <a:pt x="413" y="923"/>
                </a:lnTo>
                <a:lnTo>
                  <a:pt x="414" y="923"/>
                </a:lnTo>
                <a:lnTo>
                  <a:pt x="415" y="923"/>
                </a:lnTo>
                <a:lnTo>
                  <a:pt x="416" y="923"/>
                </a:lnTo>
                <a:lnTo>
                  <a:pt x="418" y="922"/>
                </a:lnTo>
                <a:lnTo>
                  <a:pt x="419" y="922"/>
                </a:lnTo>
                <a:lnTo>
                  <a:pt x="420" y="922"/>
                </a:lnTo>
                <a:lnTo>
                  <a:pt x="421" y="921"/>
                </a:lnTo>
                <a:lnTo>
                  <a:pt x="422" y="921"/>
                </a:lnTo>
                <a:lnTo>
                  <a:pt x="422" y="920"/>
                </a:lnTo>
                <a:lnTo>
                  <a:pt x="423" y="919"/>
                </a:lnTo>
                <a:lnTo>
                  <a:pt x="424" y="919"/>
                </a:lnTo>
                <a:lnTo>
                  <a:pt x="424" y="918"/>
                </a:lnTo>
                <a:lnTo>
                  <a:pt x="425" y="918"/>
                </a:lnTo>
                <a:lnTo>
                  <a:pt x="426" y="918"/>
                </a:lnTo>
                <a:lnTo>
                  <a:pt x="426" y="917"/>
                </a:lnTo>
                <a:lnTo>
                  <a:pt x="427" y="917"/>
                </a:lnTo>
                <a:lnTo>
                  <a:pt x="428" y="917"/>
                </a:lnTo>
                <a:lnTo>
                  <a:pt x="430" y="916"/>
                </a:lnTo>
                <a:lnTo>
                  <a:pt x="431" y="916"/>
                </a:lnTo>
                <a:lnTo>
                  <a:pt x="432" y="915"/>
                </a:lnTo>
                <a:lnTo>
                  <a:pt x="432" y="914"/>
                </a:lnTo>
                <a:lnTo>
                  <a:pt x="433" y="914"/>
                </a:lnTo>
                <a:lnTo>
                  <a:pt x="434" y="914"/>
                </a:lnTo>
                <a:lnTo>
                  <a:pt x="435" y="915"/>
                </a:lnTo>
                <a:lnTo>
                  <a:pt x="435" y="914"/>
                </a:lnTo>
                <a:lnTo>
                  <a:pt x="436" y="914"/>
                </a:lnTo>
                <a:lnTo>
                  <a:pt x="436" y="913"/>
                </a:lnTo>
                <a:lnTo>
                  <a:pt x="437" y="913"/>
                </a:lnTo>
                <a:lnTo>
                  <a:pt x="438" y="911"/>
                </a:lnTo>
                <a:lnTo>
                  <a:pt x="440" y="912"/>
                </a:lnTo>
                <a:lnTo>
                  <a:pt x="441" y="912"/>
                </a:lnTo>
                <a:lnTo>
                  <a:pt x="442" y="912"/>
                </a:lnTo>
                <a:lnTo>
                  <a:pt x="443" y="912"/>
                </a:lnTo>
                <a:lnTo>
                  <a:pt x="444" y="912"/>
                </a:lnTo>
                <a:lnTo>
                  <a:pt x="445" y="912"/>
                </a:lnTo>
                <a:lnTo>
                  <a:pt x="446" y="912"/>
                </a:lnTo>
                <a:lnTo>
                  <a:pt x="447" y="912"/>
                </a:lnTo>
                <a:lnTo>
                  <a:pt x="447" y="913"/>
                </a:lnTo>
                <a:lnTo>
                  <a:pt x="447" y="914"/>
                </a:lnTo>
                <a:lnTo>
                  <a:pt x="448" y="914"/>
                </a:lnTo>
                <a:lnTo>
                  <a:pt x="449" y="914"/>
                </a:lnTo>
                <a:lnTo>
                  <a:pt x="449" y="915"/>
                </a:lnTo>
                <a:lnTo>
                  <a:pt x="448" y="916"/>
                </a:lnTo>
                <a:lnTo>
                  <a:pt x="448" y="917"/>
                </a:lnTo>
                <a:lnTo>
                  <a:pt x="449" y="918"/>
                </a:lnTo>
                <a:lnTo>
                  <a:pt x="450" y="920"/>
                </a:lnTo>
                <a:lnTo>
                  <a:pt x="451" y="920"/>
                </a:lnTo>
                <a:lnTo>
                  <a:pt x="452" y="921"/>
                </a:lnTo>
                <a:lnTo>
                  <a:pt x="453" y="922"/>
                </a:lnTo>
                <a:lnTo>
                  <a:pt x="453" y="921"/>
                </a:lnTo>
                <a:lnTo>
                  <a:pt x="453" y="920"/>
                </a:lnTo>
                <a:lnTo>
                  <a:pt x="453" y="919"/>
                </a:lnTo>
                <a:lnTo>
                  <a:pt x="452" y="919"/>
                </a:lnTo>
                <a:lnTo>
                  <a:pt x="453" y="918"/>
                </a:lnTo>
                <a:lnTo>
                  <a:pt x="454" y="918"/>
                </a:lnTo>
                <a:lnTo>
                  <a:pt x="455" y="918"/>
                </a:lnTo>
                <a:lnTo>
                  <a:pt x="455" y="919"/>
                </a:lnTo>
                <a:lnTo>
                  <a:pt x="455" y="918"/>
                </a:lnTo>
                <a:lnTo>
                  <a:pt x="454" y="918"/>
                </a:lnTo>
                <a:lnTo>
                  <a:pt x="454" y="919"/>
                </a:lnTo>
                <a:lnTo>
                  <a:pt x="455" y="919"/>
                </a:lnTo>
                <a:lnTo>
                  <a:pt x="457" y="919"/>
                </a:lnTo>
                <a:lnTo>
                  <a:pt x="459" y="918"/>
                </a:lnTo>
                <a:lnTo>
                  <a:pt x="460" y="918"/>
                </a:lnTo>
                <a:lnTo>
                  <a:pt x="461" y="917"/>
                </a:lnTo>
                <a:lnTo>
                  <a:pt x="461" y="916"/>
                </a:lnTo>
                <a:lnTo>
                  <a:pt x="461" y="915"/>
                </a:lnTo>
                <a:lnTo>
                  <a:pt x="461" y="914"/>
                </a:lnTo>
                <a:lnTo>
                  <a:pt x="461" y="913"/>
                </a:lnTo>
                <a:lnTo>
                  <a:pt x="461" y="912"/>
                </a:lnTo>
                <a:lnTo>
                  <a:pt x="461" y="913"/>
                </a:lnTo>
                <a:lnTo>
                  <a:pt x="462" y="913"/>
                </a:lnTo>
                <a:lnTo>
                  <a:pt x="462" y="914"/>
                </a:lnTo>
                <a:lnTo>
                  <a:pt x="464" y="914"/>
                </a:lnTo>
                <a:lnTo>
                  <a:pt x="465" y="914"/>
                </a:lnTo>
                <a:lnTo>
                  <a:pt x="465" y="913"/>
                </a:lnTo>
                <a:lnTo>
                  <a:pt x="465" y="912"/>
                </a:lnTo>
                <a:lnTo>
                  <a:pt x="466" y="911"/>
                </a:lnTo>
                <a:lnTo>
                  <a:pt x="467" y="911"/>
                </a:lnTo>
                <a:lnTo>
                  <a:pt x="468" y="911"/>
                </a:lnTo>
                <a:lnTo>
                  <a:pt x="469" y="913"/>
                </a:lnTo>
                <a:lnTo>
                  <a:pt x="469" y="914"/>
                </a:lnTo>
                <a:lnTo>
                  <a:pt x="468" y="914"/>
                </a:lnTo>
                <a:lnTo>
                  <a:pt x="469" y="914"/>
                </a:lnTo>
                <a:lnTo>
                  <a:pt x="469" y="915"/>
                </a:lnTo>
                <a:lnTo>
                  <a:pt x="470" y="915"/>
                </a:lnTo>
                <a:lnTo>
                  <a:pt x="470" y="916"/>
                </a:lnTo>
                <a:lnTo>
                  <a:pt x="471" y="916"/>
                </a:lnTo>
                <a:lnTo>
                  <a:pt x="471" y="915"/>
                </a:lnTo>
                <a:lnTo>
                  <a:pt x="471" y="914"/>
                </a:lnTo>
                <a:lnTo>
                  <a:pt x="472" y="913"/>
                </a:lnTo>
                <a:lnTo>
                  <a:pt x="473" y="913"/>
                </a:lnTo>
                <a:lnTo>
                  <a:pt x="474" y="914"/>
                </a:lnTo>
                <a:lnTo>
                  <a:pt x="475" y="914"/>
                </a:lnTo>
                <a:lnTo>
                  <a:pt x="476" y="914"/>
                </a:lnTo>
                <a:lnTo>
                  <a:pt x="476" y="915"/>
                </a:lnTo>
                <a:lnTo>
                  <a:pt x="475" y="915"/>
                </a:lnTo>
                <a:lnTo>
                  <a:pt x="476" y="915"/>
                </a:lnTo>
                <a:lnTo>
                  <a:pt x="478" y="916"/>
                </a:lnTo>
                <a:lnTo>
                  <a:pt x="479" y="916"/>
                </a:lnTo>
                <a:lnTo>
                  <a:pt x="480" y="916"/>
                </a:lnTo>
                <a:lnTo>
                  <a:pt x="480" y="915"/>
                </a:lnTo>
                <a:lnTo>
                  <a:pt x="481" y="915"/>
                </a:lnTo>
                <a:lnTo>
                  <a:pt x="481" y="916"/>
                </a:lnTo>
                <a:lnTo>
                  <a:pt x="482" y="916"/>
                </a:lnTo>
                <a:lnTo>
                  <a:pt x="483" y="916"/>
                </a:lnTo>
                <a:lnTo>
                  <a:pt x="484" y="916"/>
                </a:lnTo>
                <a:lnTo>
                  <a:pt x="485" y="916"/>
                </a:lnTo>
                <a:lnTo>
                  <a:pt x="486" y="916"/>
                </a:lnTo>
                <a:lnTo>
                  <a:pt x="487" y="915"/>
                </a:lnTo>
                <a:lnTo>
                  <a:pt x="488" y="915"/>
                </a:lnTo>
                <a:lnTo>
                  <a:pt x="489" y="915"/>
                </a:lnTo>
                <a:lnTo>
                  <a:pt x="490" y="915"/>
                </a:lnTo>
                <a:lnTo>
                  <a:pt x="491" y="914"/>
                </a:lnTo>
                <a:lnTo>
                  <a:pt x="492" y="914"/>
                </a:lnTo>
                <a:lnTo>
                  <a:pt x="496" y="913"/>
                </a:lnTo>
                <a:lnTo>
                  <a:pt x="497" y="912"/>
                </a:lnTo>
                <a:lnTo>
                  <a:pt x="497" y="911"/>
                </a:lnTo>
                <a:lnTo>
                  <a:pt x="498" y="911"/>
                </a:lnTo>
                <a:lnTo>
                  <a:pt x="499" y="909"/>
                </a:lnTo>
                <a:lnTo>
                  <a:pt x="500" y="909"/>
                </a:lnTo>
                <a:lnTo>
                  <a:pt x="500" y="910"/>
                </a:lnTo>
                <a:lnTo>
                  <a:pt x="502" y="911"/>
                </a:lnTo>
                <a:lnTo>
                  <a:pt x="503" y="912"/>
                </a:lnTo>
                <a:lnTo>
                  <a:pt x="506" y="912"/>
                </a:lnTo>
                <a:lnTo>
                  <a:pt x="506" y="911"/>
                </a:lnTo>
                <a:lnTo>
                  <a:pt x="507" y="909"/>
                </a:lnTo>
                <a:lnTo>
                  <a:pt x="507" y="908"/>
                </a:lnTo>
                <a:lnTo>
                  <a:pt x="508" y="908"/>
                </a:lnTo>
                <a:lnTo>
                  <a:pt x="509" y="908"/>
                </a:lnTo>
                <a:lnTo>
                  <a:pt x="510" y="907"/>
                </a:lnTo>
                <a:lnTo>
                  <a:pt x="510" y="906"/>
                </a:lnTo>
                <a:lnTo>
                  <a:pt x="510" y="905"/>
                </a:lnTo>
                <a:lnTo>
                  <a:pt x="511" y="905"/>
                </a:lnTo>
                <a:lnTo>
                  <a:pt x="511" y="904"/>
                </a:lnTo>
                <a:lnTo>
                  <a:pt x="511" y="905"/>
                </a:lnTo>
                <a:lnTo>
                  <a:pt x="511" y="904"/>
                </a:lnTo>
                <a:lnTo>
                  <a:pt x="512" y="903"/>
                </a:lnTo>
                <a:lnTo>
                  <a:pt x="511" y="903"/>
                </a:lnTo>
                <a:lnTo>
                  <a:pt x="510" y="902"/>
                </a:lnTo>
                <a:lnTo>
                  <a:pt x="510" y="901"/>
                </a:lnTo>
                <a:lnTo>
                  <a:pt x="511" y="901"/>
                </a:lnTo>
                <a:lnTo>
                  <a:pt x="511" y="898"/>
                </a:lnTo>
                <a:lnTo>
                  <a:pt x="510" y="898"/>
                </a:lnTo>
                <a:lnTo>
                  <a:pt x="510" y="897"/>
                </a:lnTo>
                <a:lnTo>
                  <a:pt x="510" y="896"/>
                </a:lnTo>
                <a:lnTo>
                  <a:pt x="511" y="896"/>
                </a:lnTo>
                <a:lnTo>
                  <a:pt x="511" y="895"/>
                </a:lnTo>
                <a:lnTo>
                  <a:pt x="511" y="894"/>
                </a:lnTo>
                <a:lnTo>
                  <a:pt x="511" y="893"/>
                </a:lnTo>
                <a:lnTo>
                  <a:pt x="512" y="892"/>
                </a:lnTo>
                <a:lnTo>
                  <a:pt x="512" y="891"/>
                </a:lnTo>
                <a:lnTo>
                  <a:pt x="513" y="891"/>
                </a:lnTo>
                <a:lnTo>
                  <a:pt x="513" y="890"/>
                </a:lnTo>
                <a:lnTo>
                  <a:pt x="514" y="889"/>
                </a:lnTo>
                <a:lnTo>
                  <a:pt x="515" y="889"/>
                </a:lnTo>
                <a:lnTo>
                  <a:pt x="515" y="888"/>
                </a:lnTo>
                <a:lnTo>
                  <a:pt x="514" y="887"/>
                </a:lnTo>
                <a:lnTo>
                  <a:pt x="514" y="886"/>
                </a:lnTo>
                <a:lnTo>
                  <a:pt x="513" y="885"/>
                </a:lnTo>
                <a:lnTo>
                  <a:pt x="512" y="884"/>
                </a:lnTo>
                <a:lnTo>
                  <a:pt x="512" y="883"/>
                </a:lnTo>
                <a:lnTo>
                  <a:pt x="512" y="882"/>
                </a:lnTo>
                <a:lnTo>
                  <a:pt x="513" y="882"/>
                </a:lnTo>
                <a:lnTo>
                  <a:pt x="513" y="880"/>
                </a:lnTo>
                <a:lnTo>
                  <a:pt x="512" y="879"/>
                </a:lnTo>
                <a:lnTo>
                  <a:pt x="512" y="878"/>
                </a:lnTo>
                <a:lnTo>
                  <a:pt x="510" y="875"/>
                </a:lnTo>
                <a:lnTo>
                  <a:pt x="511" y="875"/>
                </a:lnTo>
                <a:lnTo>
                  <a:pt x="511" y="872"/>
                </a:lnTo>
                <a:lnTo>
                  <a:pt x="511" y="871"/>
                </a:lnTo>
                <a:lnTo>
                  <a:pt x="510" y="871"/>
                </a:lnTo>
                <a:lnTo>
                  <a:pt x="509" y="871"/>
                </a:lnTo>
                <a:lnTo>
                  <a:pt x="509" y="870"/>
                </a:lnTo>
                <a:lnTo>
                  <a:pt x="508" y="869"/>
                </a:lnTo>
                <a:lnTo>
                  <a:pt x="508" y="868"/>
                </a:lnTo>
                <a:lnTo>
                  <a:pt x="508" y="867"/>
                </a:lnTo>
                <a:lnTo>
                  <a:pt x="509" y="865"/>
                </a:lnTo>
                <a:lnTo>
                  <a:pt x="509" y="864"/>
                </a:lnTo>
                <a:lnTo>
                  <a:pt x="510" y="864"/>
                </a:lnTo>
                <a:lnTo>
                  <a:pt x="510" y="863"/>
                </a:lnTo>
                <a:lnTo>
                  <a:pt x="511" y="861"/>
                </a:lnTo>
                <a:lnTo>
                  <a:pt x="511" y="860"/>
                </a:lnTo>
                <a:lnTo>
                  <a:pt x="510" y="859"/>
                </a:lnTo>
                <a:lnTo>
                  <a:pt x="510" y="858"/>
                </a:lnTo>
                <a:lnTo>
                  <a:pt x="510" y="857"/>
                </a:lnTo>
                <a:lnTo>
                  <a:pt x="510" y="856"/>
                </a:lnTo>
                <a:lnTo>
                  <a:pt x="509" y="855"/>
                </a:lnTo>
                <a:lnTo>
                  <a:pt x="508" y="855"/>
                </a:lnTo>
                <a:lnTo>
                  <a:pt x="507" y="854"/>
                </a:lnTo>
                <a:lnTo>
                  <a:pt x="506" y="853"/>
                </a:lnTo>
                <a:lnTo>
                  <a:pt x="505" y="853"/>
                </a:lnTo>
                <a:lnTo>
                  <a:pt x="505" y="852"/>
                </a:lnTo>
                <a:lnTo>
                  <a:pt x="504" y="851"/>
                </a:lnTo>
                <a:lnTo>
                  <a:pt x="503" y="851"/>
                </a:lnTo>
                <a:lnTo>
                  <a:pt x="502" y="851"/>
                </a:lnTo>
                <a:lnTo>
                  <a:pt x="501" y="850"/>
                </a:lnTo>
                <a:lnTo>
                  <a:pt x="501" y="849"/>
                </a:lnTo>
                <a:lnTo>
                  <a:pt x="500" y="848"/>
                </a:lnTo>
                <a:lnTo>
                  <a:pt x="499" y="848"/>
                </a:lnTo>
                <a:lnTo>
                  <a:pt x="498" y="848"/>
                </a:lnTo>
                <a:lnTo>
                  <a:pt x="498" y="847"/>
                </a:lnTo>
                <a:lnTo>
                  <a:pt x="497" y="847"/>
                </a:lnTo>
                <a:lnTo>
                  <a:pt x="497" y="845"/>
                </a:lnTo>
                <a:lnTo>
                  <a:pt x="496" y="845"/>
                </a:lnTo>
                <a:lnTo>
                  <a:pt x="496" y="843"/>
                </a:lnTo>
                <a:lnTo>
                  <a:pt x="495" y="841"/>
                </a:lnTo>
                <a:lnTo>
                  <a:pt x="495" y="840"/>
                </a:lnTo>
                <a:lnTo>
                  <a:pt x="495" y="839"/>
                </a:lnTo>
                <a:lnTo>
                  <a:pt x="494" y="839"/>
                </a:lnTo>
                <a:lnTo>
                  <a:pt x="494" y="838"/>
                </a:lnTo>
                <a:lnTo>
                  <a:pt x="493" y="838"/>
                </a:lnTo>
                <a:lnTo>
                  <a:pt x="493" y="837"/>
                </a:lnTo>
                <a:lnTo>
                  <a:pt x="493" y="835"/>
                </a:lnTo>
                <a:lnTo>
                  <a:pt x="494" y="833"/>
                </a:lnTo>
                <a:lnTo>
                  <a:pt x="495" y="831"/>
                </a:lnTo>
                <a:lnTo>
                  <a:pt x="494" y="830"/>
                </a:lnTo>
                <a:lnTo>
                  <a:pt x="493" y="829"/>
                </a:lnTo>
                <a:lnTo>
                  <a:pt x="493" y="828"/>
                </a:lnTo>
                <a:lnTo>
                  <a:pt x="493" y="827"/>
                </a:lnTo>
                <a:lnTo>
                  <a:pt x="493" y="826"/>
                </a:lnTo>
                <a:lnTo>
                  <a:pt x="494" y="825"/>
                </a:lnTo>
                <a:lnTo>
                  <a:pt x="493" y="824"/>
                </a:lnTo>
                <a:lnTo>
                  <a:pt x="492" y="823"/>
                </a:lnTo>
                <a:lnTo>
                  <a:pt x="492" y="822"/>
                </a:lnTo>
                <a:lnTo>
                  <a:pt x="493" y="822"/>
                </a:lnTo>
                <a:lnTo>
                  <a:pt x="494" y="822"/>
                </a:lnTo>
                <a:lnTo>
                  <a:pt x="494" y="821"/>
                </a:lnTo>
                <a:lnTo>
                  <a:pt x="494" y="820"/>
                </a:lnTo>
                <a:lnTo>
                  <a:pt x="495" y="820"/>
                </a:lnTo>
                <a:lnTo>
                  <a:pt x="495" y="818"/>
                </a:lnTo>
                <a:lnTo>
                  <a:pt x="494" y="817"/>
                </a:lnTo>
                <a:lnTo>
                  <a:pt x="494" y="816"/>
                </a:lnTo>
                <a:lnTo>
                  <a:pt x="493" y="815"/>
                </a:lnTo>
                <a:lnTo>
                  <a:pt x="493" y="814"/>
                </a:lnTo>
                <a:lnTo>
                  <a:pt x="493" y="813"/>
                </a:lnTo>
                <a:lnTo>
                  <a:pt x="493" y="812"/>
                </a:lnTo>
                <a:lnTo>
                  <a:pt x="494" y="812"/>
                </a:lnTo>
                <a:lnTo>
                  <a:pt x="494" y="810"/>
                </a:lnTo>
                <a:lnTo>
                  <a:pt x="494" y="809"/>
                </a:lnTo>
                <a:lnTo>
                  <a:pt x="494" y="808"/>
                </a:lnTo>
                <a:lnTo>
                  <a:pt x="493" y="808"/>
                </a:lnTo>
                <a:lnTo>
                  <a:pt x="493" y="807"/>
                </a:lnTo>
                <a:lnTo>
                  <a:pt x="493" y="806"/>
                </a:lnTo>
                <a:lnTo>
                  <a:pt x="493" y="802"/>
                </a:lnTo>
                <a:lnTo>
                  <a:pt x="493" y="801"/>
                </a:lnTo>
                <a:lnTo>
                  <a:pt x="493" y="799"/>
                </a:lnTo>
                <a:lnTo>
                  <a:pt x="492" y="797"/>
                </a:lnTo>
                <a:lnTo>
                  <a:pt x="491" y="796"/>
                </a:lnTo>
                <a:lnTo>
                  <a:pt x="490" y="796"/>
                </a:lnTo>
                <a:lnTo>
                  <a:pt x="489" y="796"/>
                </a:lnTo>
                <a:lnTo>
                  <a:pt x="489" y="794"/>
                </a:lnTo>
                <a:lnTo>
                  <a:pt x="490" y="793"/>
                </a:lnTo>
                <a:lnTo>
                  <a:pt x="489" y="793"/>
                </a:lnTo>
                <a:lnTo>
                  <a:pt x="488" y="792"/>
                </a:lnTo>
                <a:lnTo>
                  <a:pt x="488" y="791"/>
                </a:lnTo>
                <a:lnTo>
                  <a:pt x="488" y="789"/>
                </a:lnTo>
                <a:lnTo>
                  <a:pt x="489" y="789"/>
                </a:lnTo>
                <a:lnTo>
                  <a:pt x="490" y="788"/>
                </a:lnTo>
                <a:lnTo>
                  <a:pt x="490" y="787"/>
                </a:lnTo>
                <a:lnTo>
                  <a:pt x="491" y="786"/>
                </a:lnTo>
                <a:lnTo>
                  <a:pt x="492" y="784"/>
                </a:lnTo>
                <a:lnTo>
                  <a:pt x="493" y="784"/>
                </a:lnTo>
                <a:lnTo>
                  <a:pt x="494" y="784"/>
                </a:lnTo>
                <a:lnTo>
                  <a:pt x="495" y="784"/>
                </a:lnTo>
                <a:lnTo>
                  <a:pt x="495" y="783"/>
                </a:lnTo>
                <a:lnTo>
                  <a:pt x="498" y="782"/>
                </a:lnTo>
                <a:lnTo>
                  <a:pt x="498" y="781"/>
                </a:lnTo>
                <a:lnTo>
                  <a:pt x="498" y="780"/>
                </a:lnTo>
                <a:lnTo>
                  <a:pt x="498" y="779"/>
                </a:lnTo>
                <a:lnTo>
                  <a:pt x="499" y="777"/>
                </a:lnTo>
                <a:lnTo>
                  <a:pt x="500" y="777"/>
                </a:lnTo>
                <a:lnTo>
                  <a:pt x="501" y="777"/>
                </a:lnTo>
                <a:lnTo>
                  <a:pt x="501" y="776"/>
                </a:lnTo>
                <a:lnTo>
                  <a:pt x="501" y="775"/>
                </a:lnTo>
                <a:lnTo>
                  <a:pt x="502" y="775"/>
                </a:lnTo>
                <a:lnTo>
                  <a:pt x="503" y="776"/>
                </a:lnTo>
                <a:lnTo>
                  <a:pt x="504" y="776"/>
                </a:lnTo>
                <a:lnTo>
                  <a:pt x="505" y="777"/>
                </a:lnTo>
                <a:lnTo>
                  <a:pt x="506" y="776"/>
                </a:lnTo>
                <a:lnTo>
                  <a:pt x="507" y="776"/>
                </a:lnTo>
                <a:lnTo>
                  <a:pt x="508" y="776"/>
                </a:lnTo>
                <a:lnTo>
                  <a:pt x="509" y="777"/>
                </a:lnTo>
                <a:lnTo>
                  <a:pt x="509" y="778"/>
                </a:lnTo>
                <a:lnTo>
                  <a:pt x="510" y="777"/>
                </a:lnTo>
                <a:lnTo>
                  <a:pt x="510" y="776"/>
                </a:lnTo>
                <a:lnTo>
                  <a:pt x="510" y="775"/>
                </a:lnTo>
                <a:lnTo>
                  <a:pt x="511" y="775"/>
                </a:lnTo>
                <a:lnTo>
                  <a:pt x="511" y="776"/>
                </a:lnTo>
                <a:lnTo>
                  <a:pt x="512" y="776"/>
                </a:lnTo>
                <a:lnTo>
                  <a:pt x="513" y="775"/>
                </a:lnTo>
                <a:lnTo>
                  <a:pt x="514" y="773"/>
                </a:lnTo>
                <a:lnTo>
                  <a:pt x="514" y="770"/>
                </a:lnTo>
                <a:lnTo>
                  <a:pt x="513" y="769"/>
                </a:lnTo>
                <a:lnTo>
                  <a:pt x="513" y="768"/>
                </a:lnTo>
                <a:lnTo>
                  <a:pt x="513" y="767"/>
                </a:lnTo>
                <a:lnTo>
                  <a:pt x="514" y="766"/>
                </a:lnTo>
                <a:lnTo>
                  <a:pt x="515" y="765"/>
                </a:lnTo>
                <a:lnTo>
                  <a:pt x="515" y="764"/>
                </a:lnTo>
                <a:lnTo>
                  <a:pt x="516" y="764"/>
                </a:lnTo>
                <a:lnTo>
                  <a:pt x="515" y="764"/>
                </a:lnTo>
                <a:lnTo>
                  <a:pt x="516" y="762"/>
                </a:lnTo>
                <a:lnTo>
                  <a:pt x="517" y="761"/>
                </a:lnTo>
                <a:lnTo>
                  <a:pt x="518" y="760"/>
                </a:lnTo>
                <a:lnTo>
                  <a:pt x="518" y="759"/>
                </a:lnTo>
                <a:lnTo>
                  <a:pt x="517" y="758"/>
                </a:lnTo>
                <a:lnTo>
                  <a:pt x="517" y="757"/>
                </a:lnTo>
                <a:lnTo>
                  <a:pt x="516" y="754"/>
                </a:lnTo>
                <a:lnTo>
                  <a:pt x="516" y="753"/>
                </a:lnTo>
                <a:lnTo>
                  <a:pt x="516" y="747"/>
                </a:lnTo>
                <a:lnTo>
                  <a:pt x="517" y="747"/>
                </a:lnTo>
                <a:lnTo>
                  <a:pt x="517" y="746"/>
                </a:lnTo>
                <a:lnTo>
                  <a:pt x="518" y="746"/>
                </a:lnTo>
                <a:lnTo>
                  <a:pt x="518" y="745"/>
                </a:lnTo>
                <a:lnTo>
                  <a:pt x="520" y="741"/>
                </a:lnTo>
                <a:lnTo>
                  <a:pt x="520" y="740"/>
                </a:lnTo>
                <a:lnTo>
                  <a:pt x="519" y="740"/>
                </a:lnTo>
                <a:lnTo>
                  <a:pt x="519" y="739"/>
                </a:lnTo>
                <a:lnTo>
                  <a:pt x="519" y="737"/>
                </a:lnTo>
                <a:lnTo>
                  <a:pt x="520" y="736"/>
                </a:lnTo>
                <a:lnTo>
                  <a:pt x="520" y="735"/>
                </a:lnTo>
                <a:lnTo>
                  <a:pt x="521" y="735"/>
                </a:lnTo>
                <a:lnTo>
                  <a:pt x="521" y="734"/>
                </a:lnTo>
                <a:lnTo>
                  <a:pt x="520" y="732"/>
                </a:lnTo>
                <a:lnTo>
                  <a:pt x="519" y="730"/>
                </a:lnTo>
                <a:lnTo>
                  <a:pt x="516" y="725"/>
                </a:lnTo>
                <a:lnTo>
                  <a:pt x="513" y="721"/>
                </a:lnTo>
                <a:lnTo>
                  <a:pt x="512" y="720"/>
                </a:lnTo>
                <a:lnTo>
                  <a:pt x="511" y="718"/>
                </a:lnTo>
                <a:lnTo>
                  <a:pt x="510" y="714"/>
                </a:lnTo>
                <a:lnTo>
                  <a:pt x="510" y="710"/>
                </a:lnTo>
                <a:lnTo>
                  <a:pt x="511" y="707"/>
                </a:lnTo>
                <a:lnTo>
                  <a:pt x="509" y="703"/>
                </a:lnTo>
                <a:lnTo>
                  <a:pt x="508" y="700"/>
                </a:lnTo>
                <a:lnTo>
                  <a:pt x="508" y="699"/>
                </a:lnTo>
                <a:lnTo>
                  <a:pt x="508" y="690"/>
                </a:lnTo>
                <a:lnTo>
                  <a:pt x="509" y="685"/>
                </a:lnTo>
                <a:lnTo>
                  <a:pt x="509" y="684"/>
                </a:lnTo>
                <a:lnTo>
                  <a:pt x="507" y="681"/>
                </a:lnTo>
                <a:lnTo>
                  <a:pt x="506" y="678"/>
                </a:lnTo>
                <a:lnTo>
                  <a:pt x="505" y="677"/>
                </a:lnTo>
                <a:lnTo>
                  <a:pt x="505" y="676"/>
                </a:lnTo>
                <a:lnTo>
                  <a:pt x="504" y="674"/>
                </a:lnTo>
                <a:lnTo>
                  <a:pt x="503" y="674"/>
                </a:lnTo>
                <a:lnTo>
                  <a:pt x="503" y="673"/>
                </a:lnTo>
                <a:lnTo>
                  <a:pt x="501" y="674"/>
                </a:lnTo>
                <a:lnTo>
                  <a:pt x="501" y="675"/>
                </a:lnTo>
                <a:lnTo>
                  <a:pt x="500" y="676"/>
                </a:lnTo>
                <a:lnTo>
                  <a:pt x="498" y="675"/>
                </a:lnTo>
                <a:lnTo>
                  <a:pt x="496" y="674"/>
                </a:lnTo>
                <a:lnTo>
                  <a:pt x="495" y="675"/>
                </a:lnTo>
                <a:lnTo>
                  <a:pt x="494" y="674"/>
                </a:lnTo>
                <a:lnTo>
                  <a:pt x="492" y="671"/>
                </a:lnTo>
                <a:lnTo>
                  <a:pt x="491" y="671"/>
                </a:lnTo>
                <a:lnTo>
                  <a:pt x="488" y="669"/>
                </a:lnTo>
                <a:lnTo>
                  <a:pt x="487" y="668"/>
                </a:lnTo>
                <a:lnTo>
                  <a:pt x="486" y="666"/>
                </a:lnTo>
                <a:lnTo>
                  <a:pt x="485" y="667"/>
                </a:lnTo>
                <a:lnTo>
                  <a:pt x="485" y="668"/>
                </a:lnTo>
                <a:lnTo>
                  <a:pt x="485" y="669"/>
                </a:lnTo>
                <a:lnTo>
                  <a:pt x="485" y="670"/>
                </a:lnTo>
                <a:lnTo>
                  <a:pt x="486" y="671"/>
                </a:lnTo>
                <a:lnTo>
                  <a:pt x="486" y="672"/>
                </a:lnTo>
                <a:lnTo>
                  <a:pt x="487" y="672"/>
                </a:lnTo>
                <a:lnTo>
                  <a:pt x="485" y="674"/>
                </a:lnTo>
                <a:lnTo>
                  <a:pt x="484" y="677"/>
                </a:lnTo>
                <a:lnTo>
                  <a:pt x="484" y="678"/>
                </a:lnTo>
                <a:lnTo>
                  <a:pt x="480" y="677"/>
                </a:lnTo>
                <a:lnTo>
                  <a:pt x="474" y="675"/>
                </a:lnTo>
                <a:lnTo>
                  <a:pt x="472" y="674"/>
                </a:lnTo>
                <a:lnTo>
                  <a:pt x="469" y="673"/>
                </a:lnTo>
                <a:lnTo>
                  <a:pt x="468" y="673"/>
                </a:lnTo>
                <a:lnTo>
                  <a:pt x="468" y="672"/>
                </a:lnTo>
                <a:lnTo>
                  <a:pt x="469" y="669"/>
                </a:lnTo>
                <a:lnTo>
                  <a:pt x="469" y="667"/>
                </a:lnTo>
                <a:lnTo>
                  <a:pt x="466" y="662"/>
                </a:lnTo>
                <a:lnTo>
                  <a:pt x="464" y="659"/>
                </a:lnTo>
                <a:lnTo>
                  <a:pt x="461" y="657"/>
                </a:lnTo>
                <a:lnTo>
                  <a:pt x="460" y="652"/>
                </a:lnTo>
                <a:lnTo>
                  <a:pt x="459" y="650"/>
                </a:lnTo>
                <a:lnTo>
                  <a:pt x="455" y="650"/>
                </a:lnTo>
                <a:lnTo>
                  <a:pt x="450" y="648"/>
                </a:lnTo>
                <a:lnTo>
                  <a:pt x="450" y="649"/>
                </a:lnTo>
                <a:lnTo>
                  <a:pt x="450" y="651"/>
                </a:lnTo>
                <a:lnTo>
                  <a:pt x="449" y="651"/>
                </a:lnTo>
                <a:lnTo>
                  <a:pt x="448" y="650"/>
                </a:lnTo>
                <a:lnTo>
                  <a:pt x="446" y="649"/>
                </a:lnTo>
                <a:lnTo>
                  <a:pt x="446" y="648"/>
                </a:lnTo>
                <a:lnTo>
                  <a:pt x="445" y="649"/>
                </a:lnTo>
                <a:lnTo>
                  <a:pt x="445" y="650"/>
                </a:lnTo>
                <a:lnTo>
                  <a:pt x="445" y="651"/>
                </a:lnTo>
                <a:lnTo>
                  <a:pt x="445" y="653"/>
                </a:lnTo>
                <a:lnTo>
                  <a:pt x="444" y="653"/>
                </a:lnTo>
                <a:lnTo>
                  <a:pt x="442" y="648"/>
                </a:lnTo>
                <a:lnTo>
                  <a:pt x="441" y="648"/>
                </a:lnTo>
                <a:lnTo>
                  <a:pt x="438" y="648"/>
                </a:lnTo>
                <a:lnTo>
                  <a:pt x="437" y="648"/>
                </a:lnTo>
                <a:lnTo>
                  <a:pt x="436" y="648"/>
                </a:lnTo>
                <a:lnTo>
                  <a:pt x="436" y="647"/>
                </a:lnTo>
                <a:lnTo>
                  <a:pt x="436" y="643"/>
                </a:lnTo>
                <a:lnTo>
                  <a:pt x="436" y="641"/>
                </a:lnTo>
                <a:lnTo>
                  <a:pt x="437" y="637"/>
                </a:lnTo>
                <a:lnTo>
                  <a:pt x="438" y="636"/>
                </a:lnTo>
                <a:lnTo>
                  <a:pt x="438" y="635"/>
                </a:lnTo>
                <a:lnTo>
                  <a:pt x="435" y="635"/>
                </a:lnTo>
                <a:lnTo>
                  <a:pt x="434" y="637"/>
                </a:lnTo>
                <a:lnTo>
                  <a:pt x="433" y="640"/>
                </a:lnTo>
                <a:lnTo>
                  <a:pt x="432" y="641"/>
                </a:lnTo>
                <a:lnTo>
                  <a:pt x="431" y="642"/>
                </a:lnTo>
                <a:lnTo>
                  <a:pt x="432" y="643"/>
                </a:lnTo>
                <a:lnTo>
                  <a:pt x="432" y="644"/>
                </a:lnTo>
                <a:lnTo>
                  <a:pt x="431" y="647"/>
                </a:lnTo>
                <a:lnTo>
                  <a:pt x="430" y="648"/>
                </a:lnTo>
                <a:lnTo>
                  <a:pt x="428" y="651"/>
                </a:lnTo>
                <a:lnTo>
                  <a:pt x="427" y="651"/>
                </a:lnTo>
                <a:lnTo>
                  <a:pt x="426" y="650"/>
                </a:lnTo>
                <a:lnTo>
                  <a:pt x="425" y="650"/>
                </a:lnTo>
                <a:lnTo>
                  <a:pt x="425" y="649"/>
                </a:lnTo>
                <a:lnTo>
                  <a:pt x="425" y="648"/>
                </a:lnTo>
                <a:lnTo>
                  <a:pt x="425" y="647"/>
                </a:lnTo>
                <a:lnTo>
                  <a:pt x="425" y="646"/>
                </a:lnTo>
                <a:lnTo>
                  <a:pt x="424" y="646"/>
                </a:lnTo>
                <a:lnTo>
                  <a:pt x="421" y="644"/>
                </a:lnTo>
                <a:lnTo>
                  <a:pt x="419" y="645"/>
                </a:lnTo>
                <a:lnTo>
                  <a:pt x="418" y="646"/>
                </a:lnTo>
                <a:lnTo>
                  <a:pt x="417" y="646"/>
                </a:lnTo>
                <a:lnTo>
                  <a:pt x="417" y="645"/>
                </a:lnTo>
                <a:lnTo>
                  <a:pt x="417" y="644"/>
                </a:lnTo>
                <a:lnTo>
                  <a:pt x="417" y="643"/>
                </a:lnTo>
                <a:lnTo>
                  <a:pt x="417" y="642"/>
                </a:lnTo>
                <a:lnTo>
                  <a:pt x="418" y="642"/>
                </a:lnTo>
                <a:lnTo>
                  <a:pt x="418" y="641"/>
                </a:lnTo>
                <a:lnTo>
                  <a:pt x="417" y="641"/>
                </a:lnTo>
                <a:lnTo>
                  <a:pt x="416" y="640"/>
                </a:lnTo>
                <a:lnTo>
                  <a:pt x="415" y="640"/>
                </a:lnTo>
                <a:lnTo>
                  <a:pt x="414" y="642"/>
                </a:lnTo>
                <a:lnTo>
                  <a:pt x="412" y="644"/>
                </a:lnTo>
                <a:lnTo>
                  <a:pt x="409" y="642"/>
                </a:lnTo>
                <a:lnTo>
                  <a:pt x="407" y="639"/>
                </a:lnTo>
                <a:lnTo>
                  <a:pt x="404" y="637"/>
                </a:lnTo>
                <a:lnTo>
                  <a:pt x="404" y="636"/>
                </a:lnTo>
                <a:lnTo>
                  <a:pt x="403" y="636"/>
                </a:lnTo>
                <a:lnTo>
                  <a:pt x="402" y="635"/>
                </a:lnTo>
                <a:lnTo>
                  <a:pt x="402" y="634"/>
                </a:lnTo>
                <a:lnTo>
                  <a:pt x="403" y="633"/>
                </a:lnTo>
                <a:lnTo>
                  <a:pt x="403" y="634"/>
                </a:lnTo>
                <a:lnTo>
                  <a:pt x="405" y="634"/>
                </a:lnTo>
                <a:lnTo>
                  <a:pt x="406" y="633"/>
                </a:lnTo>
                <a:lnTo>
                  <a:pt x="406" y="630"/>
                </a:lnTo>
                <a:lnTo>
                  <a:pt x="406" y="629"/>
                </a:lnTo>
                <a:lnTo>
                  <a:pt x="406" y="628"/>
                </a:lnTo>
                <a:lnTo>
                  <a:pt x="404" y="626"/>
                </a:lnTo>
                <a:lnTo>
                  <a:pt x="403" y="626"/>
                </a:lnTo>
                <a:lnTo>
                  <a:pt x="402" y="626"/>
                </a:lnTo>
                <a:lnTo>
                  <a:pt x="400" y="627"/>
                </a:lnTo>
                <a:lnTo>
                  <a:pt x="400" y="628"/>
                </a:lnTo>
                <a:lnTo>
                  <a:pt x="399" y="629"/>
                </a:lnTo>
                <a:lnTo>
                  <a:pt x="400" y="630"/>
                </a:lnTo>
                <a:lnTo>
                  <a:pt x="400" y="632"/>
                </a:lnTo>
                <a:lnTo>
                  <a:pt x="399" y="632"/>
                </a:lnTo>
                <a:lnTo>
                  <a:pt x="398" y="631"/>
                </a:lnTo>
                <a:lnTo>
                  <a:pt x="398" y="630"/>
                </a:lnTo>
                <a:lnTo>
                  <a:pt x="398" y="629"/>
                </a:lnTo>
                <a:lnTo>
                  <a:pt x="396" y="631"/>
                </a:lnTo>
                <a:lnTo>
                  <a:pt x="394" y="631"/>
                </a:lnTo>
                <a:lnTo>
                  <a:pt x="393" y="632"/>
                </a:lnTo>
                <a:lnTo>
                  <a:pt x="392" y="632"/>
                </a:lnTo>
                <a:lnTo>
                  <a:pt x="392" y="631"/>
                </a:lnTo>
                <a:lnTo>
                  <a:pt x="392" y="628"/>
                </a:lnTo>
                <a:lnTo>
                  <a:pt x="392" y="627"/>
                </a:lnTo>
                <a:lnTo>
                  <a:pt x="392" y="626"/>
                </a:lnTo>
                <a:lnTo>
                  <a:pt x="392" y="622"/>
                </a:lnTo>
                <a:lnTo>
                  <a:pt x="391" y="621"/>
                </a:lnTo>
                <a:lnTo>
                  <a:pt x="391" y="620"/>
                </a:lnTo>
                <a:lnTo>
                  <a:pt x="391" y="621"/>
                </a:lnTo>
                <a:lnTo>
                  <a:pt x="390" y="621"/>
                </a:lnTo>
                <a:lnTo>
                  <a:pt x="390" y="620"/>
                </a:lnTo>
                <a:lnTo>
                  <a:pt x="389" y="619"/>
                </a:lnTo>
                <a:lnTo>
                  <a:pt x="389" y="618"/>
                </a:lnTo>
                <a:lnTo>
                  <a:pt x="388" y="617"/>
                </a:lnTo>
                <a:lnTo>
                  <a:pt x="388" y="616"/>
                </a:lnTo>
                <a:lnTo>
                  <a:pt x="388" y="617"/>
                </a:lnTo>
                <a:lnTo>
                  <a:pt x="388" y="616"/>
                </a:lnTo>
                <a:lnTo>
                  <a:pt x="387" y="615"/>
                </a:lnTo>
                <a:lnTo>
                  <a:pt x="386" y="613"/>
                </a:lnTo>
                <a:lnTo>
                  <a:pt x="385" y="613"/>
                </a:lnTo>
                <a:lnTo>
                  <a:pt x="383" y="613"/>
                </a:lnTo>
                <a:lnTo>
                  <a:pt x="382" y="613"/>
                </a:lnTo>
                <a:lnTo>
                  <a:pt x="380" y="610"/>
                </a:lnTo>
                <a:lnTo>
                  <a:pt x="380" y="609"/>
                </a:lnTo>
                <a:lnTo>
                  <a:pt x="379" y="609"/>
                </a:lnTo>
                <a:lnTo>
                  <a:pt x="378" y="608"/>
                </a:lnTo>
                <a:lnTo>
                  <a:pt x="377" y="608"/>
                </a:lnTo>
                <a:lnTo>
                  <a:pt x="376" y="608"/>
                </a:lnTo>
                <a:lnTo>
                  <a:pt x="376" y="607"/>
                </a:lnTo>
                <a:lnTo>
                  <a:pt x="376" y="606"/>
                </a:lnTo>
                <a:lnTo>
                  <a:pt x="374" y="606"/>
                </a:lnTo>
                <a:lnTo>
                  <a:pt x="374" y="605"/>
                </a:lnTo>
                <a:lnTo>
                  <a:pt x="373" y="605"/>
                </a:lnTo>
                <a:lnTo>
                  <a:pt x="373" y="606"/>
                </a:lnTo>
                <a:lnTo>
                  <a:pt x="373" y="607"/>
                </a:lnTo>
                <a:lnTo>
                  <a:pt x="372" y="607"/>
                </a:lnTo>
                <a:lnTo>
                  <a:pt x="370" y="607"/>
                </a:lnTo>
                <a:lnTo>
                  <a:pt x="365" y="605"/>
                </a:lnTo>
                <a:lnTo>
                  <a:pt x="365" y="603"/>
                </a:lnTo>
                <a:lnTo>
                  <a:pt x="364" y="603"/>
                </a:lnTo>
                <a:lnTo>
                  <a:pt x="364" y="604"/>
                </a:lnTo>
                <a:lnTo>
                  <a:pt x="360" y="600"/>
                </a:lnTo>
                <a:lnTo>
                  <a:pt x="358" y="600"/>
                </a:lnTo>
                <a:lnTo>
                  <a:pt x="357" y="600"/>
                </a:lnTo>
                <a:lnTo>
                  <a:pt x="358" y="601"/>
                </a:lnTo>
                <a:lnTo>
                  <a:pt x="358" y="602"/>
                </a:lnTo>
                <a:lnTo>
                  <a:pt x="357" y="602"/>
                </a:lnTo>
                <a:lnTo>
                  <a:pt x="356" y="602"/>
                </a:lnTo>
                <a:lnTo>
                  <a:pt x="354" y="602"/>
                </a:lnTo>
                <a:lnTo>
                  <a:pt x="353" y="602"/>
                </a:lnTo>
                <a:lnTo>
                  <a:pt x="352" y="601"/>
                </a:lnTo>
                <a:lnTo>
                  <a:pt x="351" y="600"/>
                </a:lnTo>
                <a:lnTo>
                  <a:pt x="351" y="598"/>
                </a:lnTo>
                <a:lnTo>
                  <a:pt x="349" y="597"/>
                </a:lnTo>
                <a:lnTo>
                  <a:pt x="347" y="597"/>
                </a:lnTo>
                <a:lnTo>
                  <a:pt x="346" y="598"/>
                </a:lnTo>
                <a:lnTo>
                  <a:pt x="345" y="598"/>
                </a:lnTo>
                <a:lnTo>
                  <a:pt x="343" y="599"/>
                </a:lnTo>
                <a:lnTo>
                  <a:pt x="342" y="599"/>
                </a:lnTo>
                <a:lnTo>
                  <a:pt x="337" y="598"/>
                </a:lnTo>
                <a:lnTo>
                  <a:pt x="337" y="597"/>
                </a:lnTo>
                <a:lnTo>
                  <a:pt x="336" y="596"/>
                </a:lnTo>
                <a:lnTo>
                  <a:pt x="333" y="596"/>
                </a:lnTo>
                <a:lnTo>
                  <a:pt x="332" y="596"/>
                </a:lnTo>
                <a:lnTo>
                  <a:pt x="331" y="597"/>
                </a:lnTo>
                <a:lnTo>
                  <a:pt x="330" y="597"/>
                </a:lnTo>
                <a:lnTo>
                  <a:pt x="329" y="597"/>
                </a:lnTo>
                <a:lnTo>
                  <a:pt x="329" y="596"/>
                </a:lnTo>
                <a:lnTo>
                  <a:pt x="328" y="596"/>
                </a:lnTo>
                <a:lnTo>
                  <a:pt x="328" y="597"/>
                </a:lnTo>
                <a:lnTo>
                  <a:pt x="328" y="598"/>
                </a:lnTo>
                <a:lnTo>
                  <a:pt x="328" y="599"/>
                </a:lnTo>
                <a:lnTo>
                  <a:pt x="327" y="598"/>
                </a:lnTo>
                <a:lnTo>
                  <a:pt x="326" y="598"/>
                </a:lnTo>
                <a:lnTo>
                  <a:pt x="325" y="595"/>
                </a:lnTo>
                <a:lnTo>
                  <a:pt x="325" y="594"/>
                </a:lnTo>
                <a:lnTo>
                  <a:pt x="326" y="595"/>
                </a:lnTo>
                <a:lnTo>
                  <a:pt x="326" y="594"/>
                </a:lnTo>
                <a:lnTo>
                  <a:pt x="325" y="593"/>
                </a:lnTo>
                <a:lnTo>
                  <a:pt x="324" y="593"/>
                </a:lnTo>
                <a:lnTo>
                  <a:pt x="325" y="592"/>
                </a:lnTo>
                <a:lnTo>
                  <a:pt x="325" y="591"/>
                </a:lnTo>
                <a:lnTo>
                  <a:pt x="325" y="590"/>
                </a:lnTo>
                <a:lnTo>
                  <a:pt x="325" y="589"/>
                </a:lnTo>
                <a:lnTo>
                  <a:pt x="323" y="587"/>
                </a:lnTo>
                <a:lnTo>
                  <a:pt x="322" y="587"/>
                </a:lnTo>
                <a:lnTo>
                  <a:pt x="321" y="586"/>
                </a:lnTo>
                <a:lnTo>
                  <a:pt x="319" y="584"/>
                </a:lnTo>
                <a:lnTo>
                  <a:pt x="318" y="584"/>
                </a:lnTo>
                <a:lnTo>
                  <a:pt x="318" y="583"/>
                </a:lnTo>
                <a:lnTo>
                  <a:pt x="318" y="581"/>
                </a:lnTo>
                <a:lnTo>
                  <a:pt x="319" y="581"/>
                </a:lnTo>
                <a:lnTo>
                  <a:pt x="318" y="580"/>
                </a:lnTo>
                <a:lnTo>
                  <a:pt x="317" y="580"/>
                </a:lnTo>
                <a:lnTo>
                  <a:pt x="315" y="582"/>
                </a:lnTo>
                <a:lnTo>
                  <a:pt x="313" y="582"/>
                </a:lnTo>
                <a:lnTo>
                  <a:pt x="313" y="583"/>
                </a:lnTo>
                <a:lnTo>
                  <a:pt x="312" y="584"/>
                </a:lnTo>
                <a:lnTo>
                  <a:pt x="311" y="585"/>
                </a:lnTo>
                <a:lnTo>
                  <a:pt x="311" y="586"/>
                </a:lnTo>
                <a:lnTo>
                  <a:pt x="311" y="585"/>
                </a:lnTo>
                <a:lnTo>
                  <a:pt x="310" y="584"/>
                </a:lnTo>
                <a:lnTo>
                  <a:pt x="310" y="583"/>
                </a:lnTo>
                <a:lnTo>
                  <a:pt x="310" y="582"/>
                </a:lnTo>
                <a:lnTo>
                  <a:pt x="309" y="582"/>
                </a:lnTo>
                <a:lnTo>
                  <a:pt x="309" y="581"/>
                </a:lnTo>
                <a:lnTo>
                  <a:pt x="308" y="582"/>
                </a:lnTo>
                <a:lnTo>
                  <a:pt x="307" y="583"/>
                </a:lnTo>
                <a:lnTo>
                  <a:pt x="307" y="584"/>
                </a:lnTo>
                <a:lnTo>
                  <a:pt x="307" y="583"/>
                </a:lnTo>
                <a:lnTo>
                  <a:pt x="306" y="583"/>
                </a:lnTo>
                <a:lnTo>
                  <a:pt x="303" y="583"/>
                </a:lnTo>
                <a:lnTo>
                  <a:pt x="303" y="582"/>
                </a:lnTo>
                <a:lnTo>
                  <a:pt x="302" y="582"/>
                </a:lnTo>
                <a:lnTo>
                  <a:pt x="301" y="582"/>
                </a:lnTo>
                <a:lnTo>
                  <a:pt x="300" y="582"/>
                </a:lnTo>
                <a:lnTo>
                  <a:pt x="299" y="582"/>
                </a:lnTo>
                <a:lnTo>
                  <a:pt x="298" y="582"/>
                </a:lnTo>
                <a:lnTo>
                  <a:pt x="298" y="583"/>
                </a:lnTo>
                <a:lnTo>
                  <a:pt x="297" y="583"/>
                </a:lnTo>
                <a:lnTo>
                  <a:pt x="297" y="581"/>
                </a:lnTo>
                <a:lnTo>
                  <a:pt x="295" y="580"/>
                </a:lnTo>
                <a:lnTo>
                  <a:pt x="294" y="580"/>
                </a:lnTo>
                <a:lnTo>
                  <a:pt x="294" y="578"/>
                </a:lnTo>
                <a:lnTo>
                  <a:pt x="293" y="578"/>
                </a:lnTo>
                <a:lnTo>
                  <a:pt x="292" y="578"/>
                </a:lnTo>
                <a:lnTo>
                  <a:pt x="292" y="579"/>
                </a:lnTo>
                <a:lnTo>
                  <a:pt x="293" y="579"/>
                </a:lnTo>
                <a:lnTo>
                  <a:pt x="291" y="581"/>
                </a:lnTo>
                <a:lnTo>
                  <a:pt x="290" y="581"/>
                </a:lnTo>
                <a:lnTo>
                  <a:pt x="289" y="581"/>
                </a:lnTo>
                <a:lnTo>
                  <a:pt x="289" y="580"/>
                </a:lnTo>
                <a:lnTo>
                  <a:pt x="288" y="577"/>
                </a:lnTo>
                <a:lnTo>
                  <a:pt x="288" y="576"/>
                </a:lnTo>
                <a:lnTo>
                  <a:pt x="288" y="575"/>
                </a:lnTo>
                <a:lnTo>
                  <a:pt x="288" y="573"/>
                </a:lnTo>
                <a:lnTo>
                  <a:pt x="287" y="570"/>
                </a:lnTo>
                <a:lnTo>
                  <a:pt x="287" y="568"/>
                </a:lnTo>
                <a:lnTo>
                  <a:pt x="286" y="568"/>
                </a:lnTo>
                <a:lnTo>
                  <a:pt x="285" y="565"/>
                </a:lnTo>
                <a:lnTo>
                  <a:pt x="285" y="561"/>
                </a:lnTo>
                <a:lnTo>
                  <a:pt x="285" y="560"/>
                </a:lnTo>
                <a:lnTo>
                  <a:pt x="285" y="559"/>
                </a:lnTo>
                <a:lnTo>
                  <a:pt x="284" y="558"/>
                </a:lnTo>
                <a:lnTo>
                  <a:pt x="284" y="557"/>
                </a:lnTo>
                <a:lnTo>
                  <a:pt x="285" y="556"/>
                </a:lnTo>
                <a:lnTo>
                  <a:pt x="284" y="555"/>
                </a:lnTo>
                <a:lnTo>
                  <a:pt x="283" y="555"/>
                </a:lnTo>
                <a:lnTo>
                  <a:pt x="283" y="554"/>
                </a:lnTo>
                <a:lnTo>
                  <a:pt x="284" y="555"/>
                </a:lnTo>
                <a:lnTo>
                  <a:pt x="284" y="553"/>
                </a:lnTo>
                <a:lnTo>
                  <a:pt x="285" y="551"/>
                </a:lnTo>
                <a:lnTo>
                  <a:pt x="284" y="551"/>
                </a:lnTo>
                <a:lnTo>
                  <a:pt x="284" y="550"/>
                </a:lnTo>
                <a:lnTo>
                  <a:pt x="285" y="549"/>
                </a:lnTo>
                <a:lnTo>
                  <a:pt x="284" y="549"/>
                </a:lnTo>
                <a:lnTo>
                  <a:pt x="284" y="547"/>
                </a:lnTo>
                <a:lnTo>
                  <a:pt x="283" y="544"/>
                </a:lnTo>
                <a:lnTo>
                  <a:pt x="282" y="543"/>
                </a:lnTo>
                <a:lnTo>
                  <a:pt x="283" y="543"/>
                </a:lnTo>
                <a:lnTo>
                  <a:pt x="284" y="543"/>
                </a:lnTo>
                <a:lnTo>
                  <a:pt x="283" y="542"/>
                </a:lnTo>
                <a:lnTo>
                  <a:pt x="283" y="540"/>
                </a:lnTo>
                <a:lnTo>
                  <a:pt x="283" y="539"/>
                </a:lnTo>
                <a:lnTo>
                  <a:pt x="282" y="537"/>
                </a:lnTo>
                <a:lnTo>
                  <a:pt x="283" y="537"/>
                </a:lnTo>
                <a:lnTo>
                  <a:pt x="283" y="536"/>
                </a:lnTo>
                <a:lnTo>
                  <a:pt x="287" y="541"/>
                </a:lnTo>
                <a:lnTo>
                  <a:pt x="288" y="542"/>
                </a:lnTo>
                <a:lnTo>
                  <a:pt x="290" y="538"/>
                </a:lnTo>
                <a:lnTo>
                  <a:pt x="291" y="537"/>
                </a:lnTo>
                <a:lnTo>
                  <a:pt x="291" y="536"/>
                </a:lnTo>
                <a:lnTo>
                  <a:pt x="292" y="536"/>
                </a:lnTo>
                <a:lnTo>
                  <a:pt x="292" y="535"/>
                </a:lnTo>
                <a:lnTo>
                  <a:pt x="292" y="534"/>
                </a:lnTo>
                <a:lnTo>
                  <a:pt x="292" y="533"/>
                </a:lnTo>
                <a:lnTo>
                  <a:pt x="292" y="531"/>
                </a:lnTo>
                <a:lnTo>
                  <a:pt x="293" y="530"/>
                </a:lnTo>
                <a:lnTo>
                  <a:pt x="292" y="528"/>
                </a:lnTo>
                <a:lnTo>
                  <a:pt x="292" y="527"/>
                </a:lnTo>
                <a:lnTo>
                  <a:pt x="291" y="525"/>
                </a:lnTo>
                <a:lnTo>
                  <a:pt x="290" y="523"/>
                </a:lnTo>
                <a:lnTo>
                  <a:pt x="289" y="522"/>
                </a:lnTo>
                <a:lnTo>
                  <a:pt x="287" y="520"/>
                </a:lnTo>
                <a:lnTo>
                  <a:pt x="284" y="518"/>
                </a:lnTo>
                <a:lnTo>
                  <a:pt x="283" y="517"/>
                </a:lnTo>
                <a:lnTo>
                  <a:pt x="282" y="517"/>
                </a:lnTo>
                <a:lnTo>
                  <a:pt x="281" y="516"/>
                </a:lnTo>
                <a:lnTo>
                  <a:pt x="280" y="516"/>
                </a:lnTo>
                <a:lnTo>
                  <a:pt x="280" y="515"/>
                </a:lnTo>
                <a:lnTo>
                  <a:pt x="281" y="514"/>
                </a:lnTo>
                <a:lnTo>
                  <a:pt x="283" y="513"/>
                </a:lnTo>
                <a:lnTo>
                  <a:pt x="285" y="514"/>
                </a:lnTo>
                <a:lnTo>
                  <a:pt x="287" y="514"/>
                </a:lnTo>
                <a:lnTo>
                  <a:pt x="288" y="514"/>
                </a:lnTo>
                <a:lnTo>
                  <a:pt x="288" y="512"/>
                </a:lnTo>
                <a:lnTo>
                  <a:pt x="288" y="511"/>
                </a:lnTo>
                <a:lnTo>
                  <a:pt x="287" y="509"/>
                </a:lnTo>
                <a:lnTo>
                  <a:pt x="286" y="508"/>
                </a:lnTo>
                <a:lnTo>
                  <a:pt x="286" y="507"/>
                </a:lnTo>
                <a:lnTo>
                  <a:pt x="285" y="505"/>
                </a:lnTo>
                <a:lnTo>
                  <a:pt x="282" y="502"/>
                </a:lnTo>
                <a:lnTo>
                  <a:pt x="281" y="501"/>
                </a:lnTo>
                <a:lnTo>
                  <a:pt x="280" y="498"/>
                </a:lnTo>
                <a:lnTo>
                  <a:pt x="279" y="497"/>
                </a:lnTo>
                <a:lnTo>
                  <a:pt x="279" y="494"/>
                </a:lnTo>
                <a:lnTo>
                  <a:pt x="279" y="492"/>
                </a:lnTo>
                <a:lnTo>
                  <a:pt x="280" y="492"/>
                </a:lnTo>
                <a:lnTo>
                  <a:pt x="280" y="491"/>
                </a:lnTo>
                <a:lnTo>
                  <a:pt x="280" y="486"/>
                </a:lnTo>
                <a:lnTo>
                  <a:pt x="280" y="484"/>
                </a:lnTo>
                <a:lnTo>
                  <a:pt x="280" y="482"/>
                </a:lnTo>
                <a:lnTo>
                  <a:pt x="280" y="481"/>
                </a:lnTo>
                <a:lnTo>
                  <a:pt x="281" y="481"/>
                </a:lnTo>
                <a:lnTo>
                  <a:pt x="282" y="480"/>
                </a:lnTo>
                <a:lnTo>
                  <a:pt x="282" y="479"/>
                </a:lnTo>
                <a:lnTo>
                  <a:pt x="283" y="477"/>
                </a:lnTo>
                <a:lnTo>
                  <a:pt x="282" y="476"/>
                </a:lnTo>
                <a:lnTo>
                  <a:pt x="282" y="474"/>
                </a:lnTo>
                <a:lnTo>
                  <a:pt x="282" y="473"/>
                </a:lnTo>
                <a:lnTo>
                  <a:pt x="283" y="470"/>
                </a:lnTo>
                <a:lnTo>
                  <a:pt x="283" y="469"/>
                </a:lnTo>
                <a:lnTo>
                  <a:pt x="283" y="467"/>
                </a:lnTo>
                <a:lnTo>
                  <a:pt x="283" y="466"/>
                </a:lnTo>
                <a:lnTo>
                  <a:pt x="283" y="464"/>
                </a:lnTo>
                <a:lnTo>
                  <a:pt x="283" y="463"/>
                </a:lnTo>
                <a:lnTo>
                  <a:pt x="284" y="462"/>
                </a:lnTo>
                <a:lnTo>
                  <a:pt x="284" y="461"/>
                </a:lnTo>
                <a:lnTo>
                  <a:pt x="287" y="459"/>
                </a:lnTo>
                <a:lnTo>
                  <a:pt x="288" y="458"/>
                </a:lnTo>
                <a:lnTo>
                  <a:pt x="288" y="459"/>
                </a:lnTo>
                <a:lnTo>
                  <a:pt x="289" y="461"/>
                </a:lnTo>
                <a:lnTo>
                  <a:pt x="290" y="460"/>
                </a:lnTo>
                <a:lnTo>
                  <a:pt x="290" y="459"/>
                </a:lnTo>
                <a:lnTo>
                  <a:pt x="290" y="457"/>
                </a:lnTo>
                <a:lnTo>
                  <a:pt x="292" y="455"/>
                </a:lnTo>
                <a:lnTo>
                  <a:pt x="293" y="455"/>
                </a:lnTo>
                <a:lnTo>
                  <a:pt x="294" y="453"/>
                </a:lnTo>
                <a:lnTo>
                  <a:pt x="293" y="452"/>
                </a:lnTo>
                <a:lnTo>
                  <a:pt x="293" y="451"/>
                </a:lnTo>
                <a:lnTo>
                  <a:pt x="295" y="446"/>
                </a:lnTo>
                <a:lnTo>
                  <a:pt x="295" y="445"/>
                </a:lnTo>
                <a:lnTo>
                  <a:pt x="296" y="443"/>
                </a:lnTo>
                <a:lnTo>
                  <a:pt x="296" y="442"/>
                </a:lnTo>
                <a:lnTo>
                  <a:pt x="295" y="441"/>
                </a:lnTo>
                <a:lnTo>
                  <a:pt x="291" y="442"/>
                </a:lnTo>
                <a:lnTo>
                  <a:pt x="290" y="442"/>
                </a:lnTo>
                <a:lnTo>
                  <a:pt x="287" y="437"/>
                </a:lnTo>
                <a:lnTo>
                  <a:pt x="286" y="437"/>
                </a:lnTo>
                <a:lnTo>
                  <a:pt x="287" y="437"/>
                </a:lnTo>
                <a:lnTo>
                  <a:pt x="288" y="437"/>
                </a:lnTo>
                <a:lnTo>
                  <a:pt x="289" y="437"/>
                </a:lnTo>
                <a:lnTo>
                  <a:pt x="289" y="436"/>
                </a:lnTo>
                <a:lnTo>
                  <a:pt x="292" y="437"/>
                </a:lnTo>
                <a:lnTo>
                  <a:pt x="294" y="436"/>
                </a:lnTo>
                <a:lnTo>
                  <a:pt x="295" y="435"/>
                </a:lnTo>
                <a:lnTo>
                  <a:pt x="295" y="433"/>
                </a:lnTo>
                <a:lnTo>
                  <a:pt x="297" y="431"/>
                </a:lnTo>
                <a:lnTo>
                  <a:pt x="300" y="427"/>
                </a:lnTo>
                <a:lnTo>
                  <a:pt x="303" y="428"/>
                </a:lnTo>
                <a:lnTo>
                  <a:pt x="304" y="427"/>
                </a:lnTo>
                <a:lnTo>
                  <a:pt x="304" y="424"/>
                </a:lnTo>
                <a:lnTo>
                  <a:pt x="298" y="423"/>
                </a:lnTo>
                <a:lnTo>
                  <a:pt x="298" y="422"/>
                </a:lnTo>
                <a:lnTo>
                  <a:pt x="298" y="420"/>
                </a:lnTo>
                <a:lnTo>
                  <a:pt x="298" y="419"/>
                </a:lnTo>
                <a:lnTo>
                  <a:pt x="301" y="419"/>
                </a:lnTo>
                <a:lnTo>
                  <a:pt x="303" y="420"/>
                </a:lnTo>
                <a:lnTo>
                  <a:pt x="303" y="421"/>
                </a:lnTo>
                <a:lnTo>
                  <a:pt x="303" y="422"/>
                </a:lnTo>
                <a:lnTo>
                  <a:pt x="305" y="421"/>
                </a:lnTo>
                <a:lnTo>
                  <a:pt x="307" y="419"/>
                </a:lnTo>
                <a:lnTo>
                  <a:pt x="311" y="420"/>
                </a:lnTo>
                <a:lnTo>
                  <a:pt x="311" y="419"/>
                </a:lnTo>
                <a:lnTo>
                  <a:pt x="311" y="418"/>
                </a:lnTo>
                <a:lnTo>
                  <a:pt x="311" y="416"/>
                </a:lnTo>
                <a:lnTo>
                  <a:pt x="312" y="416"/>
                </a:lnTo>
                <a:lnTo>
                  <a:pt x="313" y="414"/>
                </a:lnTo>
                <a:lnTo>
                  <a:pt x="315" y="412"/>
                </a:lnTo>
                <a:lnTo>
                  <a:pt x="316" y="410"/>
                </a:lnTo>
                <a:lnTo>
                  <a:pt x="315" y="409"/>
                </a:lnTo>
                <a:lnTo>
                  <a:pt x="315" y="408"/>
                </a:lnTo>
                <a:lnTo>
                  <a:pt x="315" y="407"/>
                </a:lnTo>
                <a:lnTo>
                  <a:pt x="315" y="404"/>
                </a:lnTo>
                <a:lnTo>
                  <a:pt x="315" y="403"/>
                </a:lnTo>
                <a:lnTo>
                  <a:pt x="322" y="400"/>
                </a:lnTo>
                <a:lnTo>
                  <a:pt x="323" y="402"/>
                </a:lnTo>
                <a:lnTo>
                  <a:pt x="326" y="402"/>
                </a:lnTo>
                <a:lnTo>
                  <a:pt x="326" y="401"/>
                </a:lnTo>
                <a:lnTo>
                  <a:pt x="328" y="400"/>
                </a:lnTo>
                <a:lnTo>
                  <a:pt x="330" y="400"/>
                </a:lnTo>
                <a:lnTo>
                  <a:pt x="330" y="399"/>
                </a:lnTo>
                <a:lnTo>
                  <a:pt x="329" y="398"/>
                </a:lnTo>
                <a:lnTo>
                  <a:pt x="329" y="399"/>
                </a:lnTo>
                <a:lnTo>
                  <a:pt x="327" y="398"/>
                </a:lnTo>
                <a:lnTo>
                  <a:pt x="328" y="397"/>
                </a:lnTo>
                <a:lnTo>
                  <a:pt x="329" y="396"/>
                </a:lnTo>
                <a:lnTo>
                  <a:pt x="329" y="398"/>
                </a:lnTo>
                <a:lnTo>
                  <a:pt x="330" y="398"/>
                </a:lnTo>
                <a:lnTo>
                  <a:pt x="331" y="398"/>
                </a:lnTo>
                <a:lnTo>
                  <a:pt x="333" y="401"/>
                </a:lnTo>
                <a:lnTo>
                  <a:pt x="334" y="402"/>
                </a:lnTo>
                <a:lnTo>
                  <a:pt x="335" y="402"/>
                </a:lnTo>
                <a:lnTo>
                  <a:pt x="336" y="401"/>
                </a:lnTo>
                <a:lnTo>
                  <a:pt x="336" y="398"/>
                </a:lnTo>
                <a:lnTo>
                  <a:pt x="338" y="394"/>
                </a:lnTo>
                <a:lnTo>
                  <a:pt x="340" y="395"/>
                </a:lnTo>
                <a:lnTo>
                  <a:pt x="340" y="394"/>
                </a:lnTo>
                <a:lnTo>
                  <a:pt x="339" y="394"/>
                </a:lnTo>
                <a:lnTo>
                  <a:pt x="340" y="390"/>
                </a:lnTo>
                <a:lnTo>
                  <a:pt x="339" y="389"/>
                </a:lnTo>
                <a:lnTo>
                  <a:pt x="340" y="389"/>
                </a:lnTo>
                <a:lnTo>
                  <a:pt x="341" y="388"/>
                </a:lnTo>
                <a:lnTo>
                  <a:pt x="342" y="388"/>
                </a:lnTo>
                <a:lnTo>
                  <a:pt x="341" y="384"/>
                </a:lnTo>
                <a:lnTo>
                  <a:pt x="339" y="382"/>
                </a:lnTo>
                <a:lnTo>
                  <a:pt x="343" y="380"/>
                </a:lnTo>
                <a:lnTo>
                  <a:pt x="344" y="377"/>
                </a:lnTo>
                <a:lnTo>
                  <a:pt x="345" y="377"/>
                </a:lnTo>
                <a:lnTo>
                  <a:pt x="346" y="378"/>
                </a:lnTo>
                <a:lnTo>
                  <a:pt x="345" y="379"/>
                </a:lnTo>
                <a:lnTo>
                  <a:pt x="345" y="380"/>
                </a:lnTo>
                <a:lnTo>
                  <a:pt x="348" y="381"/>
                </a:lnTo>
                <a:lnTo>
                  <a:pt x="352" y="385"/>
                </a:lnTo>
                <a:lnTo>
                  <a:pt x="354" y="386"/>
                </a:lnTo>
                <a:lnTo>
                  <a:pt x="356" y="386"/>
                </a:lnTo>
                <a:lnTo>
                  <a:pt x="359" y="387"/>
                </a:lnTo>
                <a:lnTo>
                  <a:pt x="361" y="388"/>
                </a:lnTo>
                <a:lnTo>
                  <a:pt x="363" y="388"/>
                </a:lnTo>
                <a:lnTo>
                  <a:pt x="365" y="389"/>
                </a:lnTo>
                <a:lnTo>
                  <a:pt x="366" y="388"/>
                </a:lnTo>
                <a:lnTo>
                  <a:pt x="367" y="388"/>
                </a:lnTo>
                <a:lnTo>
                  <a:pt x="368" y="388"/>
                </a:lnTo>
                <a:lnTo>
                  <a:pt x="369" y="388"/>
                </a:lnTo>
                <a:lnTo>
                  <a:pt x="370" y="389"/>
                </a:lnTo>
                <a:lnTo>
                  <a:pt x="371" y="390"/>
                </a:lnTo>
                <a:lnTo>
                  <a:pt x="376" y="393"/>
                </a:lnTo>
                <a:lnTo>
                  <a:pt x="377" y="392"/>
                </a:lnTo>
                <a:lnTo>
                  <a:pt x="378" y="392"/>
                </a:lnTo>
                <a:lnTo>
                  <a:pt x="379" y="392"/>
                </a:lnTo>
                <a:lnTo>
                  <a:pt x="382" y="393"/>
                </a:lnTo>
                <a:lnTo>
                  <a:pt x="383" y="393"/>
                </a:lnTo>
                <a:lnTo>
                  <a:pt x="385" y="395"/>
                </a:lnTo>
                <a:lnTo>
                  <a:pt x="392" y="397"/>
                </a:lnTo>
                <a:lnTo>
                  <a:pt x="392" y="401"/>
                </a:lnTo>
                <a:lnTo>
                  <a:pt x="394" y="405"/>
                </a:lnTo>
                <a:lnTo>
                  <a:pt x="394" y="407"/>
                </a:lnTo>
                <a:lnTo>
                  <a:pt x="396" y="407"/>
                </a:lnTo>
                <a:lnTo>
                  <a:pt x="396" y="408"/>
                </a:lnTo>
                <a:lnTo>
                  <a:pt x="397" y="409"/>
                </a:lnTo>
                <a:lnTo>
                  <a:pt x="398" y="410"/>
                </a:lnTo>
                <a:lnTo>
                  <a:pt x="399" y="415"/>
                </a:lnTo>
                <a:lnTo>
                  <a:pt x="399" y="416"/>
                </a:lnTo>
                <a:lnTo>
                  <a:pt x="399" y="418"/>
                </a:lnTo>
                <a:lnTo>
                  <a:pt x="399" y="419"/>
                </a:lnTo>
                <a:lnTo>
                  <a:pt x="398" y="420"/>
                </a:lnTo>
                <a:lnTo>
                  <a:pt x="398" y="423"/>
                </a:lnTo>
                <a:lnTo>
                  <a:pt x="399" y="425"/>
                </a:lnTo>
                <a:lnTo>
                  <a:pt x="400" y="425"/>
                </a:lnTo>
                <a:lnTo>
                  <a:pt x="405" y="424"/>
                </a:lnTo>
                <a:lnTo>
                  <a:pt x="408" y="426"/>
                </a:lnTo>
                <a:lnTo>
                  <a:pt x="410" y="426"/>
                </a:lnTo>
                <a:lnTo>
                  <a:pt x="413" y="427"/>
                </a:lnTo>
                <a:lnTo>
                  <a:pt x="415" y="428"/>
                </a:lnTo>
                <a:lnTo>
                  <a:pt x="415" y="429"/>
                </a:lnTo>
                <a:lnTo>
                  <a:pt x="417" y="430"/>
                </a:lnTo>
                <a:lnTo>
                  <a:pt x="419" y="430"/>
                </a:lnTo>
                <a:lnTo>
                  <a:pt x="421" y="430"/>
                </a:lnTo>
                <a:lnTo>
                  <a:pt x="425" y="428"/>
                </a:lnTo>
                <a:lnTo>
                  <a:pt x="428" y="425"/>
                </a:lnTo>
                <a:lnTo>
                  <a:pt x="428" y="423"/>
                </a:lnTo>
                <a:lnTo>
                  <a:pt x="429" y="422"/>
                </a:lnTo>
                <a:lnTo>
                  <a:pt x="434" y="421"/>
                </a:lnTo>
                <a:lnTo>
                  <a:pt x="438" y="421"/>
                </a:lnTo>
                <a:lnTo>
                  <a:pt x="441" y="421"/>
                </a:lnTo>
                <a:lnTo>
                  <a:pt x="442" y="422"/>
                </a:lnTo>
                <a:lnTo>
                  <a:pt x="443" y="424"/>
                </a:lnTo>
                <a:lnTo>
                  <a:pt x="443" y="425"/>
                </a:lnTo>
                <a:lnTo>
                  <a:pt x="444" y="426"/>
                </a:lnTo>
                <a:lnTo>
                  <a:pt x="446" y="426"/>
                </a:lnTo>
                <a:lnTo>
                  <a:pt x="448" y="427"/>
                </a:lnTo>
                <a:lnTo>
                  <a:pt x="450" y="427"/>
                </a:lnTo>
                <a:lnTo>
                  <a:pt x="454" y="425"/>
                </a:lnTo>
                <a:lnTo>
                  <a:pt x="460" y="424"/>
                </a:lnTo>
                <a:lnTo>
                  <a:pt x="461" y="424"/>
                </a:lnTo>
                <a:lnTo>
                  <a:pt x="462" y="423"/>
                </a:lnTo>
                <a:lnTo>
                  <a:pt x="464" y="423"/>
                </a:lnTo>
                <a:lnTo>
                  <a:pt x="465" y="423"/>
                </a:lnTo>
                <a:lnTo>
                  <a:pt x="466" y="422"/>
                </a:lnTo>
                <a:lnTo>
                  <a:pt x="466" y="421"/>
                </a:lnTo>
                <a:lnTo>
                  <a:pt x="467" y="421"/>
                </a:lnTo>
                <a:lnTo>
                  <a:pt x="469" y="419"/>
                </a:lnTo>
                <a:lnTo>
                  <a:pt x="471" y="418"/>
                </a:lnTo>
                <a:lnTo>
                  <a:pt x="473" y="417"/>
                </a:lnTo>
                <a:lnTo>
                  <a:pt x="480" y="414"/>
                </a:lnTo>
                <a:lnTo>
                  <a:pt x="481" y="414"/>
                </a:lnTo>
                <a:lnTo>
                  <a:pt x="482" y="414"/>
                </a:lnTo>
                <a:lnTo>
                  <a:pt x="484" y="415"/>
                </a:lnTo>
                <a:lnTo>
                  <a:pt x="485" y="416"/>
                </a:lnTo>
                <a:lnTo>
                  <a:pt x="487" y="417"/>
                </a:lnTo>
                <a:lnTo>
                  <a:pt x="489" y="418"/>
                </a:lnTo>
                <a:lnTo>
                  <a:pt x="491" y="419"/>
                </a:lnTo>
                <a:lnTo>
                  <a:pt x="491" y="420"/>
                </a:lnTo>
                <a:lnTo>
                  <a:pt x="492" y="420"/>
                </a:lnTo>
                <a:lnTo>
                  <a:pt x="497" y="421"/>
                </a:lnTo>
                <a:lnTo>
                  <a:pt x="501" y="419"/>
                </a:lnTo>
                <a:lnTo>
                  <a:pt x="504" y="418"/>
                </a:lnTo>
                <a:lnTo>
                  <a:pt x="507" y="417"/>
                </a:lnTo>
                <a:lnTo>
                  <a:pt x="508" y="416"/>
                </a:lnTo>
                <a:lnTo>
                  <a:pt x="510" y="414"/>
                </a:lnTo>
                <a:lnTo>
                  <a:pt x="511" y="414"/>
                </a:lnTo>
                <a:lnTo>
                  <a:pt x="512" y="414"/>
                </a:lnTo>
                <a:lnTo>
                  <a:pt x="515" y="413"/>
                </a:lnTo>
                <a:lnTo>
                  <a:pt x="516" y="414"/>
                </a:lnTo>
                <a:lnTo>
                  <a:pt x="517" y="415"/>
                </a:lnTo>
                <a:lnTo>
                  <a:pt x="518" y="415"/>
                </a:lnTo>
                <a:lnTo>
                  <a:pt x="520" y="413"/>
                </a:lnTo>
                <a:lnTo>
                  <a:pt x="522" y="410"/>
                </a:lnTo>
                <a:lnTo>
                  <a:pt x="522" y="408"/>
                </a:lnTo>
                <a:lnTo>
                  <a:pt x="521" y="407"/>
                </a:lnTo>
                <a:lnTo>
                  <a:pt x="521" y="405"/>
                </a:lnTo>
                <a:lnTo>
                  <a:pt x="520" y="404"/>
                </a:lnTo>
                <a:lnTo>
                  <a:pt x="520" y="403"/>
                </a:lnTo>
                <a:lnTo>
                  <a:pt x="519" y="399"/>
                </a:lnTo>
                <a:lnTo>
                  <a:pt x="520" y="398"/>
                </a:lnTo>
                <a:lnTo>
                  <a:pt x="520" y="397"/>
                </a:lnTo>
                <a:lnTo>
                  <a:pt x="521" y="394"/>
                </a:lnTo>
                <a:lnTo>
                  <a:pt x="522" y="394"/>
                </a:lnTo>
                <a:lnTo>
                  <a:pt x="522" y="393"/>
                </a:lnTo>
                <a:lnTo>
                  <a:pt x="522" y="390"/>
                </a:lnTo>
                <a:lnTo>
                  <a:pt x="522" y="388"/>
                </a:lnTo>
                <a:lnTo>
                  <a:pt x="521" y="383"/>
                </a:lnTo>
                <a:lnTo>
                  <a:pt x="520" y="375"/>
                </a:lnTo>
                <a:lnTo>
                  <a:pt x="520" y="371"/>
                </a:lnTo>
                <a:lnTo>
                  <a:pt x="520" y="364"/>
                </a:lnTo>
                <a:lnTo>
                  <a:pt x="520" y="362"/>
                </a:lnTo>
                <a:lnTo>
                  <a:pt x="521" y="359"/>
                </a:lnTo>
                <a:lnTo>
                  <a:pt x="524" y="351"/>
                </a:lnTo>
                <a:lnTo>
                  <a:pt x="525" y="350"/>
                </a:lnTo>
                <a:lnTo>
                  <a:pt x="524" y="344"/>
                </a:lnTo>
                <a:lnTo>
                  <a:pt x="523" y="343"/>
                </a:lnTo>
                <a:lnTo>
                  <a:pt x="522" y="341"/>
                </a:lnTo>
                <a:lnTo>
                  <a:pt x="519" y="337"/>
                </a:lnTo>
                <a:lnTo>
                  <a:pt x="519" y="336"/>
                </a:lnTo>
                <a:lnTo>
                  <a:pt x="525" y="336"/>
                </a:lnTo>
                <a:lnTo>
                  <a:pt x="527" y="337"/>
                </a:lnTo>
                <a:lnTo>
                  <a:pt x="532" y="340"/>
                </a:lnTo>
                <a:lnTo>
                  <a:pt x="535" y="347"/>
                </a:lnTo>
                <a:lnTo>
                  <a:pt x="535" y="349"/>
                </a:lnTo>
                <a:lnTo>
                  <a:pt x="535" y="351"/>
                </a:lnTo>
                <a:lnTo>
                  <a:pt x="536" y="352"/>
                </a:lnTo>
                <a:lnTo>
                  <a:pt x="536" y="353"/>
                </a:lnTo>
                <a:lnTo>
                  <a:pt x="540" y="358"/>
                </a:lnTo>
                <a:lnTo>
                  <a:pt x="541" y="361"/>
                </a:lnTo>
                <a:lnTo>
                  <a:pt x="542" y="362"/>
                </a:lnTo>
                <a:lnTo>
                  <a:pt x="543" y="363"/>
                </a:lnTo>
                <a:lnTo>
                  <a:pt x="544" y="363"/>
                </a:lnTo>
                <a:lnTo>
                  <a:pt x="544" y="362"/>
                </a:lnTo>
                <a:lnTo>
                  <a:pt x="548" y="361"/>
                </a:lnTo>
                <a:lnTo>
                  <a:pt x="548" y="360"/>
                </a:lnTo>
                <a:lnTo>
                  <a:pt x="549" y="358"/>
                </a:lnTo>
                <a:lnTo>
                  <a:pt x="550" y="357"/>
                </a:lnTo>
                <a:lnTo>
                  <a:pt x="549" y="356"/>
                </a:lnTo>
                <a:lnTo>
                  <a:pt x="549" y="355"/>
                </a:lnTo>
                <a:lnTo>
                  <a:pt x="550" y="354"/>
                </a:lnTo>
                <a:lnTo>
                  <a:pt x="552" y="353"/>
                </a:lnTo>
                <a:lnTo>
                  <a:pt x="555" y="350"/>
                </a:lnTo>
                <a:lnTo>
                  <a:pt x="556" y="348"/>
                </a:lnTo>
                <a:lnTo>
                  <a:pt x="559" y="344"/>
                </a:lnTo>
                <a:lnTo>
                  <a:pt x="562" y="341"/>
                </a:lnTo>
                <a:lnTo>
                  <a:pt x="563" y="340"/>
                </a:lnTo>
                <a:lnTo>
                  <a:pt x="561" y="337"/>
                </a:lnTo>
                <a:lnTo>
                  <a:pt x="560" y="336"/>
                </a:lnTo>
                <a:lnTo>
                  <a:pt x="559" y="334"/>
                </a:lnTo>
                <a:lnTo>
                  <a:pt x="560" y="332"/>
                </a:lnTo>
                <a:lnTo>
                  <a:pt x="560" y="331"/>
                </a:lnTo>
                <a:lnTo>
                  <a:pt x="560" y="330"/>
                </a:lnTo>
                <a:lnTo>
                  <a:pt x="561" y="327"/>
                </a:lnTo>
                <a:lnTo>
                  <a:pt x="562" y="326"/>
                </a:lnTo>
                <a:lnTo>
                  <a:pt x="561" y="325"/>
                </a:lnTo>
                <a:lnTo>
                  <a:pt x="559" y="323"/>
                </a:lnTo>
                <a:lnTo>
                  <a:pt x="554" y="320"/>
                </a:lnTo>
                <a:lnTo>
                  <a:pt x="552" y="318"/>
                </a:lnTo>
                <a:lnTo>
                  <a:pt x="547" y="315"/>
                </a:lnTo>
                <a:lnTo>
                  <a:pt x="544" y="312"/>
                </a:lnTo>
                <a:lnTo>
                  <a:pt x="543" y="312"/>
                </a:lnTo>
                <a:lnTo>
                  <a:pt x="543" y="311"/>
                </a:lnTo>
                <a:lnTo>
                  <a:pt x="542" y="309"/>
                </a:lnTo>
                <a:lnTo>
                  <a:pt x="542" y="302"/>
                </a:lnTo>
                <a:lnTo>
                  <a:pt x="542" y="301"/>
                </a:lnTo>
                <a:lnTo>
                  <a:pt x="543" y="300"/>
                </a:lnTo>
                <a:lnTo>
                  <a:pt x="543" y="299"/>
                </a:lnTo>
                <a:lnTo>
                  <a:pt x="544" y="298"/>
                </a:lnTo>
                <a:lnTo>
                  <a:pt x="544" y="297"/>
                </a:lnTo>
                <a:lnTo>
                  <a:pt x="546" y="294"/>
                </a:lnTo>
                <a:lnTo>
                  <a:pt x="546" y="292"/>
                </a:lnTo>
                <a:lnTo>
                  <a:pt x="545" y="292"/>
                </a:lnTo>
                <a:lnTo>
                  <a:pt x="545" y="291"/>
                </a:lnTo>
                <a:lnTo>
                  <a:pt x="545" y="289"/>
                </a:lnTo>
                <a:lnTo>
                  <a:pt x="545" y="288"/>
                </a:lnTo>
                <a:lnTo>
                  <a:pt x="545" y="286"/>
                </a:lnTo>
                <a:lnTo>
                  <a:pt x="546" y="285"/>
                </a:lnTo>
                <a:lnTo>
                  <a:pt x="546" y="284"/>
                </a:lnTo>
                <a:lnTo>
                  <a:pt x="547" y="284"/>
                </a:lnTo>
                <a:lnTo>
                  <a:pt x="547" y="283"/>
                </a:lnTo>
                <a:lnTo>
                  <a:pt x="547" y="282"/>
                </a:lnTo>
                <a:lnTo>
                  <a:pt x="551" y="271"/>
                </a:lnTo>
                <a:lnTo>
                  <a:pt x="553" y="270"/>
                </a:lnTo>
                <a:lnTo>
                  <a:pt x="554" y="269"/>
                </a:lnTo>
                <a:lnTo>
                  <a:pt x="554" y="268"/>
                </a:lnTo>
                <a:lnTo>
                  <a:pt x="559" y="263"/>
                </a:lnTo>
                <a:lnTo>
                  <a:pt x="559" y="262"/>
                </a:lnTo>
                <a:lnTo>
                  <a:pt x="558" y="259"/>
                </a:lnTo>
                <a:lnTo>
                  <a:pt x="558" y="258"/>
                </a:lnTo>
                <a:lnTo>
                  <a:pt x="557" y="257"/>
                </a:lnTo>
                <a:lnTo>
                  <a:pt x="556" y="256"/>
                </a:lnTo>
                <a:lnTo>
                  <a:pt x="557" y="256"/>
                </a:lnTo>
                <a:lnTo>
                  <a:pt x="563" y="250"/>
                </a:lnTo>
                <a:lnTo>
                  <a:pt x="567" y="248"/>
                </a:lnTo>
                <a:lnTo>
                  <a:pt x="567" y="247"/>
                </a:lnTo>
                <a:lnTo>
                  <a:pt x="568" y="246"/>
                </a:lnTo>
                <a:lnTo>
                  <a:pt x="568" y="245"/>
                </a:lnTo>
                <a:lnTo>
                  <a:pt x="571" y="240"/>
                </a:lnTo>
                <a:lnTo>
                  <a:pt x="571" y="239"/>
                </a:lnTo>
                <a:lnTo>
                  <a:pt x="577" y="235"/>
                </a:lnTo>
                <a:lnTo>
                  <a:pt x="581" y="228"/>
                </a:lnTo>
                <a:lnTo>
                  <a:pt x="585" y="221"/>
                </a:lnTo>
                <a:lnTo>
                  <a:pt x="586" y="219"/>
                </a:lnTo>
                <a:lnTo>
                  <a:pt x="587" y="218"/>
                </a:lnTo>
                <a:lnTo>
                  <a:pt x="589" y="216"/>
                </a:lnTo>
                <a:lnTo>
                  <a:pt x="591" y="215"/>
                </a:lnTo>
                <a:lnTo>
                  <a:pt x="592" y="215"/>
                </a:lnTo>
                <a:lnTo>
                  <a:pt x="593" y="215"/>
                </a:lnTo>
                <a:lnTo>
                  <a:pt x="595" y="216"/>
                </a:lnTo>
                <a:lnTo>
                  <a:pt x="597" y="217"/>
                </a:lnTo>
                <a:lnTo>
                  <a:pt x="598" y="216"/>
                </a:lnTo>
                <a:lnTo>
                  <a:pt x="600" y="215"/>
                </a:lnTo>
                <a:lnTo>
                  <a:pt x="601" y="215"/>
                </a:lnTo>
                <a:lnTo>
                  <a:pt x="601" y="212"/>
                </a:lnTo>
                <a:lnTo>
                  <a:pt x="599" y="208"/>
                </a:lnTo>
                <a:lnTo>
                  <a:pt x="598" y="206"/>
                </a:lnTo>
                <a:lnTo>
                  <a:pt x="598" y="205"/>
                </a:lnTo>
                <a:lnTo>
                  <a:pt x="597" y="205"/>
                </a:lnTo>
                <a:lnTo>
                  <a:pt x="599" y="201"/>
                </a:lnTo>
                <a:lnTo>
                  <a:pt x="599" y="200"/>
                </a:lnTo>
                <a:lnTo>
                  <a:pt x="599" y="199"/>
                </a:lnTo>
                <a:lnTo>
                  <a:pt x="600" y="199"/>
                </a:lnTo>
                <a:lnTo>
                  <a:pt x="600" y="198"/>
                </a:lnTo>
                <a:lnTo>
                  <a:pt x="601" y="198"/>
                </a:lnTo>
                <a:lnTo>
                  <a:pt x="602" y="197"/>
                </a:lnTo>
                <a:lnTo>
                  <a:pt x="603" y="197"/>
                </a:lnTo>
                <a:lnTo>
                  <a:pt x="604" y="196"/>
                </a:lnTo>
                <a:lnTo>
                  <a:pt x="606" y="195"/>
                </a:lnTo>
                <a:lnTo>
                  <a:pt x="609" y="191"/>
                </a:lnTo>
                <a:lnTo>
                  <a:pt x="611" y="188"/>
                </a:lnTo>
                <a:lnTo>
                  <a:pt x="616" y="181"/>
                </a:lnTo>
                <a:lnTo>
                  <a:pt x="616" y="180"/>
                </a:lnTo>
                <a:lnTo>
                  <a:pt x="620" y="175"/>
                </a:lnTo>
                <a:lnTo>
                  <a:pt x="625" y="170"/>
                </a:lnTo>
                <a:lnTo>
                  <a:pt x="626" y="170"/>
                </a:lnTo>
                <a:lnTo>
                  <a:pt x="629" y="173"/>
                </a:lnTo>
                <a:lnTo>
                  <a:pt x="631" y="175"/>
                </a:lnTo>
                <a:lnTo>
                  <a:pt x="632" y="175"/>
                </a:lnTo>
                <a:lnTo>
                  <a:pt x="633" y="175"/>
                </a:lnTo>
                <a:lnTo>
                  <a:pt x="638" y="168"/>
                </a:lnTo>
                <a:lnTo>
                  <a:pt x="641" y="165"/>
                </a:lnTo>
                <a:lnTo>
                  <a:pt x="643" y="164"/>
                </a:lnTo>
                <a:lnTo>
                  <a:pt x="646" y="158"/>
                </a:lnTo>
                <a:lnTo>
                  <a:pt x="648" y="153"/>
                </a:lnTo>
                <a:lnTo>
                  <a:pt x="650" y="150"/>
                </a:lnTo>
                <a:lnTo>
                  <a:pt x="651" y="147"/>
                </a:lnTo>
                <a:lnTo>
                  <a:pt x="651" y="145"/>
                </a:lnTo>
                <a:lnTo>
                  <a:pt x="651" y="141"/>
                </a:lnTo>
                <a:lnTo>
                  <a:pt x="652" y="133"/>
                </a:lnTo>
                <a:lnTo>
                  <a:pt x="653" y="130"/>
                </a:lnTo>
                <a:lnTo>
                  <a:pt x="657" y="129"/>
                </a:lnTo>
                <a:lnTo>
                  <a:pt x="660" y="124"/>
                </a:lnTo>
                <a:lnTo>
                  <a:pt x="661" y="122"/>
                </a:lnTo>
                <a:lnTo>
                  <a:pt x="663" y="120"/>
                </a:lnTo>
                <a:lnTo>
                  <a:pt x="664" y="120"/>
                </a:lnTo>
                <a:lnTo>
                  <a:pt x="664" y="119"/>
                </a:lnTo>
                <a:lnTo>
                  <a:pt x="672" y="117"/>
                </a:lnTo>
                <a:lnTo>
                  <a:pt x="673" y="115"/>
                </a:lnTo>
                <a:lnTo>
                  <a:pt x="674" y="115"/>
                </a:lnTo>
                <a:lnTo>
                  <a:pt x="675" y="114"/>
                </a:lnTo>
                <a:lnTo>
                  <a:pt x="676" y="114"/>
                </a:lnTo>
                <a:lnTo>
                  <a:pt x="676" y="113"/>
                </a:lnTo>
                <a:lnTo>
                  <a:pt x="677" y="113"/>
                </a:lnTo>
                <a:lnTo>
                  <a:pt x="679" y="113"/>
                </a:lnTo>
                <a:lnTo>
                  <a:pt x="680" y="113"/>
                </a:lnTo>
                <a:lnTo>
                  <a:pt x="681" y="113"/>
                </a:lnTo>
                <a:lnTo>
                  <a:pt x="682" y="112"/>
                </a:lnTo>
                <a:lnTo>
                  <a:pt x="683" y="112"/>
                </a:lnTo>
                <a:lnTo>
                  <a:pt x="683" y="111"/>
                </a:lnTo>
                <a:lnTo>
                  <a:pt x="684" y="110"/>
                </a:lnTo>
                <a:lnTo>
                  <a:pt x="684" y="109"/>
                </a:lnTo>
                <a:lnTo>
                  <a:pt x="684" y="108"/>
                </a:lnTo>
                <a:lnTo>
                  <a:pt x="684" y="106"/>
                </a:lnTo>
                <a:lnTo>
                  <a:pt x="683" y="104"/>
                </a:lnTo>
                <a:lnTo>
                  <a:pt x="684" y="104"/>
                </a:lnTo>
                <a:lnTo>
                  <a:pt x="683" y="103"/>
                </a:lnTo>
                <a:lnTo>
                  <a:pt x="683" y="102"/>
                </a:lnTo>
                <a:lnTo>
                  <a:pt x="688" y="97"/>
                </a:lnTo>
                <a:lnTo>
                  <a:pt x="688" y="96"/>
                </a:lnTo>
                <a:lnTo>
                  <a:pt x="689" y="95"/>
                </a:lnTo>
                <a:lnTo>
                  <a:pt x="690" y="95"/>
                </a:lnTo>
                <a:lnTo>
                  <a:pt x="691" y="94"/>
                </a:lnTo>
                <a:lnTo>
                  <a:pt x="691" y="93"/>
                </a:lnTo>
                <a:lnTo>
                  <a:pt x="692" y="93"/>
                </a:lnTo>
                <a:lnTo>
                  <a:pt x="692" y="92"/>
                </a:lnTo>
                <a:lnTo>
                  <a:pt x="691" y="91"/>
                </a:lnTo>
                <a:lnTo>
                  <a:pt x="685" y="87"/>
                </a:lnTo>
                <a:lnTo>
                  <a:pt x="682" y="85"/>
                </a:lnTo>
                <a:lnTo>
                  <a:pt x="679" y="84"/>
                </a:lnTo>
                <a:lnTo>
                  <a:pt x="679" y="83"/>
                </a:lnTo>
                <a:lnTo>
                  <a:pt x="678" y="82"/>
                </a:lnTo>
                <a:lnTo>
                  <a:pt x="677" y="82"/>
                </a:lnTo>
                <a:lnTo>
                  <a:pt x="677" y="80"/>
                </a:lnTo>
                <a:lnTo>
                  <a:pt x="679" y="77"/>
                </a:lnTo>
                <a:lnTo>
                  <a:pt x="681" y="76"/>
                </a:lnTo>
                <a:lnTo>
                  <a:pt x="682" y="76"/>
                </a:lnTo>
                <a:lnTo>
                  <a:pt x="686" y="79"/>
                </a:lnTo>
                <a:lnTo>
                  <a:pt x="687" y="81"/>
                </a:lnTo>
                <a:lnTo>
                  <a:pt x="688" y="82"/>
                </a:lnTo>
                <a:lnTo>
                  <a:pt x="689" y="84"/>
                </a:lnTo>
                <a:lnTo>
                  <a:pt x="690" y="85"/>
                </a:lnTo>
                <a:lnTo>
                  <a:pt x="692" y="87"/>
                </a:lnTo>
                <a:lnTo>
                  <a:pt x="692" y="88"/>
                </a:lnTo>
                <a:lnTo>
                  <a:pt x="695" y="87"/>
                </a:lnTo>
                <a:lnTo>
                  <a:pt x="697" y="87"/>
                </a:lnTo>
                <a:lnTo>
                  <a:pt x="697" y="88"/>
                </a:lnTo>
                <a:lnTo>
                  <a:pt x="700" y="87"/>
                </a:lnTo>
                <a:lnTo>
                  <a:pt x="703" y="86"/>
                </a:lnTo>
                <a:lnTo>
                  <a:pt x="704" y="86"/>
                </a:lnTo>
                <a:lnTo>
                  <a:pt x="706" y="85"/>
                </a:lnTo>
                <a:lnTo>
                  <a:pt x="708" y="84"/>
                </a:lnTo>
                <a:lnTo>
                  <a:pt x="710" y="83"/>
                </a:lnTo>
                <a:lnTo>
                  <a:pt x="711" y="83"/>
                </a:lnTo>
                <a:lnTo>
                  <a:pt x="711" y="82"/>
                </a:lnTo>
                <a:lnTo>
                  <a:pt x="712" y="81"/>
                </a:lnTo>
                <a:lnTo>
                  <a:pt x="713" y="80"/>
                </a:lnTo>
                <a:lnTo>
                  <a:pt x="714" y="79"/>
                </a:lnTo>
                <a:lnTo>
                  <a:pt x="715" y="79"/>
                </a:lnTo>
                <a:lnTo>
                  <a:pt x="719" y="76"/>
                </a:lnTo>
                <a:lnTo>
                  <a:pt x="727" y="71"/>
                </a:lnTo>
                <a:lnTo>
                  <a:pt x="730" y="71"/>
                </a:lnTo>
                <a:lnTo>
                  <a:pt x="730" y="70"/>
                </a:lnTo>
                <a:lnTo>
                  <a:pt x="729" y="70"/>
                </a:lnTo>
                <a:lnTo>
                  <a:pt x="729" y="69"/>
                </a:lnTo>
                <a:lnTo>
                  <a:pt x="729" y="68"/>
                </a:lnTo>
                <a:lnTo>
                  <a:pt x="729" y="67"/>
                </a:lnTo>
                <a:lnTo>
                  <a:pt x="729" y="66"/>
                </a:lnTo>
                <a:lnTo>
                  <a:pt x="728" y="63"/>
                </a:lnTo>
                <a:lnTo>
                  <a:pt x="727" y="62"/>
                </a:lnTo>
                <a:lnTo>
                  <a:pt x="727" y="61"/>
                </a:lnTo>
                <a:lnTo>
                  <a:pt x="726" y="60"/>
                </a:lnTo>
                <a:lnTo>
                  <a:pt x="725" y="56"/>
                </a:lnTo>
                <a:lnTo>
                  <a:pt x="724" y="55"/>
                </a:lnTo>
                <a:lnTo>
                  <a:pt x="723" y="53"/>
                </a:lnTo>
                <a:lnTo>
                  <a:pt x="722" y="53"/>
                </a:lnTo>
                <a:lnTo>
                  <a:pt x="722" y="52"/>
                </a:lnTo>
                <a:lnTo>
                  <a:pt x="722" y="51"/>
                </a:lnTo>
                <a:lnTo>
                  <a:pt x="722" y="50"/>
                </a:lnTo>
                <a:lnTo>
                  <a:pt x="721" y="50"/>
                </a:lnTo>
                <a:lnTo>
                  <a:pt x="721" y="49"/>
                </a:lnTo>
                <a:lnTo>
                  <a:pt x="720" y="49"/>
                </a:lnTo>
                <a:lnTo>
                  <a:pt x="719" y="49"/>
                </a:lnTo>
                <a:lnTo>
                  <a:pt x="719" y="50"/>
                </a:lnTo>
                <a:lnTo>
                  <a:pt x="718" y="50"/>
                </a:lnTo>
                <a:lnTo>
                  <a:pt x="718" y="49"/>
                </a:lnTo>
                <a:lnTo>
                  <a:pt x="717" y="49"/>
                </a:lnTo>
                <a:lnTo>
                  <a:pt x="715" y="45"/>
                </a:lnTo>
                <a:lnTo>
                  <a:pt x="715" y="44"/>
                </a:lnTo>
                <a:lnTo>
                  <a:pt x="715" y="43"/>
                </a:lnTo>
                <a:lnTo>
                  <a:pt x="715" y="42"/>
                </a:lnTo>
                <a:lnTo>
                  <a:pt x="715" y="37"/>
                </a:lnTo>
                <a:lnTo>
                  <a:pt x="716" y="36"/>
                </a:lnTo>
                <a:lnTo>
                  <a:pt x="718" y="36"/>
                </a:lnTo>
                <a:lnTo>
                  <a:pt x="726" y="39"/>
                </a:lnTo>
                <a:lnTo>
                  <a:pt x="729" y="37"/>
                </a:lnTo>
                <a:lnTo>
                  <a:pt x="731" y="39"/>
                </a:lnTo>
                <a:lnTo>
                  <a:pt x="732" y="40"/>
                </a:lnTo>
                <a:lnTo>
                  <a:pt x="732" y="41"/>
                </a:lnTo>
                <a:lnTo>
                  <a:pt x="735" y="41"/>
                </a:lnTo>
                <a:lnTo>
                  <a:pt x="738" y="41"/>
                </a:lnTo>
                <a:lnTo>
                  <a:pt x="738" y="42"/>
                </a:lnTo>
                <a:lnTo>
                  <a:pt x="738" y="45"/>
                </a:lnTo>
                <a:lnTo>
                  <a:pt x="737" y="46"/>
                </a:lnTo>
                <a:lnTo>
                  <a:pt x="738" y="46"/>
                </a:lnTo>
                <a:lnTo>
                  <a:pt x="739" y="47"/>
                </a:lnTo>
                <a:lnTo>
                  <a:pt x="741" y="49"/>
                </a:lnTo>
                <a:lnTo>
                  <a:pt x="742" y="50"/>
                </a:lnTo>
                <a:lnTo>
                  <a:pt x="742" y="51"/>
                </a:lnTo>
                <a:lnTo>
                  <a:pt x="744" y="53"/>
                </a:lnTo>
                <a:lnTo>
                  <a:pt x="746" y="54"/>
                </a:lnTo>
                <a:lnTo>
                  <a:pt x="747" y="55"/>
                </a:lnTo>
                <a:lnTo>
                  <a:pt x="748" y="57"/>
                </a:lnTo>
                <a:lnTo>
                  <a:pt x="749" y="57"/>
                </a:lnTo>
                <a:lnTo>
                  <a:pt x="752" y="59"/>
                </a:lnTo>
                <a:lnTo>
                  <a:pt x="754" y="60"/>
                </a:lnTo>
                <a:lnTo>
                  <a:pt x="755" y="62"/>
                </a:lnTo>
                <a:lnTo>
                  <a:pt x="756" y="62"/>
                </a:lnTo>
                <a:lnTo>
                  <a:pt x="756" y="63"/>
                </a:lnTo>
                <a:lnTo>
                  <a:pt x="757" y="64"/>
                </a:lnTo>
                <a:lnTo>
                  <a:pt x="758" y="63"/>
                </a:lnTo>
                <a:lnTo>
                  <a:pt x="760" y="62"/>
                </a:lnTo>
                <a:lnTo>
                  <a:pt x="763" y="58"/>
                </a:lnTo>
                <a:lnTo>
                  <a:pt x="763" y="57"/>
                </a:lnTo>
                <a:lnTo>
                  <a:pt x="763" y="56"/>
                </a:lnTo>
                <a:lnTo>
                  <a:pt x="762" y="56"/>
                </a:lnTo>
                <a:lnTo>
                  <a:pt x="761" y="56"/>
                </a:lnTo>
                <a:lnTo>
                  <a:pt x="761" y="55"/>
                </a:lnTo>
                <a:lnTo>
                  <a:pt x="761" y="53"/>
                </a:lnTo>
                <a:lnTo>
                  <a:pt x="763" y="49"/>
                </a:lnTo>
                <a:lnTo>
                  <a:pt x="764" y="49"/>
                </a:lnTo>
                <a:lnTo>
                  <a:pt x="765" y="48"/>
                </a:lnTo>
                <a:lnTo>
                  <a:pt x="766" y="48"/>
                </a:lnTo>
                <a:lnTo>
                  <a:pt x="768" y="49"/>
                </a:lnTo>
                <a:lnTo>
                  <a:pt x="769" y="50"/>
                </a:lnTo>
                <a:lnTo>
                  <a:pt x="770" y="52"/>
                </a:lnTo>
                <a:lnTo>
                  <a:pt x="771" y="52"/>
                </a:lnTo>
                <a:lnTo>
                  <a:pt x="772" y="52"/>
                </a:lnTo>
                <a:lnTo>
                  <a:pt x="773" y="53"/>
                </a:lnTo>
                <a:lnTo>
                  <a:pt x="774" y="53"/>
                </a:lnTo>
                <a:lnTo>
                  <a:pt x="775" y="52"/>
                </a:lnTo>
                <a:lnTo>
                  <a:pt x="775" y="51"/>
                </a:lnTo>
                <a:lnTo>
                  <a:pt x="776" y="50"/>
                </a:lnTo>
                <a:lnTo>
                  <a:pt x="775" y="50"/>
                </a:lnTo>
                <a:lnTo>
                  <a:pt x="775" y="49"/>
                </a:lnTo>
                <a:lnTo>
                  <a:pt x="775" y="48"/>
                </a:lnTo>
                <a:lnTo>
                  <a:pt x="776" y="48"/>
                </a:lnTo>
                <a:lnTo>
                  <a:pt x="777" y="48"/>
                </a:lnTo>
                <a:lnTo>
                  <a:pt x="779" y="49"/>
                </a:lnTo>
                <a:lnTo>
                  <a:pt x="780" y="49"/>
                </a:lnTo>
                <a:lnTo>
                  <a:pt x="780" y="50"/>
                </a:lnTo>
                <a:lnTo>
                  <a:pt x="783" y="53"/>
                </a:lnTo>
                <a:lnTo>
                  <a:pt x="783" y="54"/>
                </a:lnTo>
                <a:lnTo>
                  <a:pt x="785" y="58"/>
                </a:lnTo>
                <a:lnTo>
                  <a:pt x="785" y="60"/>
                </a:lnTo>
                <a:lnTo>
                  <a:pt x="785" y="62"/>
                </a:lnTo>
                <a:lnTo>
                  <a:pt x="787" y="65"/>
                </a:lnTo>
                <a:lnTo>
                  <a:pt x="790" y="68"/>
                </a:lnTo>
                <a:lnTo>
                  <a:pt x="794" y="70"/>
                </a:lnTo>
                <a:lnTo>
                  <a:pt x="795" y="71"/>
                </a:lnTo>
                <a:lnTo>
                  <a:pt x="804" y="70"/>
                </a:lnTo>
                <a:lnTo>
                  <a:pt x="806" y="69"/>
                </a:lnTo>
                <a:lnTo>
                  <a:pt x="807" y="68"/>
                </a:lnTo>
                <a:lnTo>
                  <a:pt x="810" y="63"/>
                </a:lnTo>
                <a:lnTo>
                  <a:pt x="811" y="52"/>
                </a:lnTo>
                <a:lnTo>
                  <a:pt x="812" y="51"/>
                </a:lnTo>
                <a:lnTo>
                  <a:pt x="815" y="46"/>
                </a:lnTo>
                <a:lnTo>
                  <a:pt x="817" y="44"/>
                </a:lnTo>
                <a:lnTo>
                  <a:pt x="818" y="44"/>
                </a:lnTo>
                <a:lnTo>
                  <a:pt x="818" y="43"/>
                </a:lnTo>
                <a:lnTo>
                  <a:pt x="818" y="42"/>
                </a:lnTo>
                <a:lnTo>
                  <a:pt x="818" y="41"/>
                </a:lnTo>
                <a:lnTo>
                  <a:pt x="819" y="40"/>
                </a:lnTo>
                <a:lnTo>
                  <a:pt x="819" y="39"/>
                </a:lnTo>
                <a:lnTo>
                  <a:pt x="821" y="37"/>
                </a:lnTo>
                <a:lnTo>
                  <a:pt x="823" y="34"/>
                </a:lnTo>
                <a:lnTo>
                  <a:pt x="824" y="33"/>
                </a:lnTo>
                <a:lnTo>
                  <a:pt x="826" y="29"/>
                </a:lnTo>
                <a:lnTo>
                  <a:pt x="829" y="24"/>
                </a:lnTo>
                <a:lnTo>
                  <a:pt x="829" y="23"/>
                </a:lnTo>
                <a:lnTo>
                  <a:pt x="829" y="22"/>
                </a:lnTo>
                <a:lnTo>
                  <a:pt x="832" y="18"/>
                </a:lnTo>
                <a:lnTo>
                  <a:pt x="834" y="17"/>
                </a:lnTo>
                <a:lnTo>
                  <a:pt x="835" y="17"/>
                </a:lnTo>
                <a:lnTo>
                  <a:pt x="835" y="18"/>
                </a:lnTo>
                <a:lnTo>
                  <a:pt x="836" y="18"/>
                </a:lnTo>
                <a:lnTo>
                  <a:pt x="837" y="17"/>
                </a:lnTo>
                <a:lnTo>
                  <a:pt x="843" y="15"/>
                </a:lnTo>
                <a:lnTo>
                  <a:pt x="847" y="12"/>
                </a:lnTo>
                <a:lnTo>
                  <a:pt x="848" y="11"/>
                </a:lnTo>
                <a:lnTo>
                  <a:pt x="849" y="9"/>
                </a:lnTo>
                <a:lnTo>
                  <a:pt x="851" y="8"/>
                </a:lnTo>
                <a:lnTo>
                  <a:pt x="854" y="6"/>
                </a:lnTo>
                <a:lnTo>
                  <a:pt x="857" y="7"/>
                </a:lnTo>
                <a:lnTo>
                  <a:pt x="862" y="6"/>
                </a:lnTo>
                <a:lnTo>
                  <a:pt x="865" y="6"/>
                </a:lnTo>
                <a:lnTo>
                  <a:pt x="866" y="5"/>
                </a:lnTo>
                <a:lnTo>
                  <a:pt x="867" y="4"/>
                </a:lnTo>
                <a:lnTo>
                  <a:pt x="867" y="3"/>
                </a:lnTo>
                <a:lnTo>
                  <a:pt x="867" y="1"/>
                </a:lnTo>
                <a:lnTo>
                  <a:pt x="868" y="1"/>
                </a:lnTo>
                <a:lnTo>
                  <a:pt x="870" y="0"/>
                </a:lnTo>
                <a:lnTo>
                  <a:pt x="872" y="3"/>
                </a:lnTo>
                <a:lnTo>
                  <a:pt x="873" y="3"/>
                </a:lnTo>
                <a:lnTo>
                  <a:pt x="873" y="4"/>
                </a:lnTo>
                <a:close/>
              </a:path>
            </a:pathLst>
          </a:custGeom>
          <a:solidFill>
            <a:srgbClr val="E24F34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848" name=""/>
          <p:cNvSpPr/>
          <p:nvPr/>
        </p:nvSpPr>
        <p:spPr>
          <a:xfrm>
            <a:off x="8443440" y="1851480"/>
            <a:ext cx="72000" cy="87480"/>
          </a:xfrm>
          <a:custGeom>
            <a:avLst/>
            <a:gdLst/>
            <a:ahLst/>
            <a:rect l="0" t="0" r="r" b="b"/>
            <a:pathLst>
              <a:path w="200" h="243">
                <a:moveTo>
                  <a:pt x="82" y="19"/>
                </a:moveTo>
                <a:lnTo>
                  <a:pt x="85" y="19"/>
                </a:lnTo>
                <a:lnTo>
                  <a:pt x="86" y="19"/>
                </a:lnTo>
                <a:lnTo>
                  <a:pt x="88" y="19"/>
                </a:lnTo>
                <a:lnTo>
                  <a:pt x="89" y="19"/>
                </a:lnTo>
                <a:lnTo>
                  <a:pt x="90" y="20"/>
                </a:lnTo>
                <a:lnTo>
                  <a:pt x="91" y="21"/>
                </a:lnTo>
                <a:lnTo>
                  <a:pt x="94" y="21"/>
                </a:lnTo>
                <a:lnTo>
                  <a:pt x="96" y="21"/>
                </a:lnTo>
                <a:lnTo>
                  <a:pt x="96" y="22"/>
                </a:lnTo>
                <a:lnTo>
                  <a:pt x="97" y="22"/>
                </a:lnTo>
                <a:lnTo>
                  <a:pt x="98" y="23"/>
                </a:lnTo>
                <a:lnTo>
                  <a:pt x="98" y="22"/>
                </a:lnTo>
                <a:lnTo>
                  <a:pt x="100" y="23"/>
                </a:lnTo>
                <a:lnTo>
                  <a:pt x="100" y="24"/>
                </a:lnTo>
                <a:lnTo>
                  <a:pt x="101" y="24"/>
                </a:lnTo>
                <a:lnTo>
                  <a:pt x="103" y="25"/>
                </a:lnTo>
                <a:lnTo>
                  <a:pt x="104" y="25"/>
                </a:lnTo>
                <a:lnTo>
                  <a:pt x="105" y="25"/>
                </a:lnTo>
                <a:lnTo>
                  <a:pt x="106" y="26"/>
                </a:lnTo>
                <a:lnTo>
                  <a:pt x="108" y="26"/>
                </a:lnTo>
                <a:lnTo>
                  <a:pt x="108" y="25"/>
                </a:lnTo>
                <a:lnTo>
                  <a:pt x="109" y="25"/>
                </a:lnTo>
                <a:lnTo>
                  <a:pt x="110" y="26"/>
                </a:lnTo>
                <a:lnTo>
                  <a:pt x="111" y="26"/>
                </a:lnTo>
                <a:lnTo>
                  <a:pt x="113" y="27"/>
                </a:lnTo>
                <a:lnTo>
                  <a:pt x="114" y="26"/>
                </a:lnTo>
                <a:lnTo>
                  <a:pt x="115" y="26"/>
                </a:lnTo>
                <a:lnTo>
                  <a:pt x="117" y="26"/>
                </a:lnTo>
                <a:lnTo>
                  <a:pt x="119" y="27"/>
                </a:lnTo>
                <a:lnTo>
                  <a:pt x="121" y="27"/>
                </a:lnTo>
                <a:lnTo>
                  <a:pt x="124" y="28"/>
                </a:lnTo>
                <a:lnTo>
                  <a:pt x="126" y="28"/>
                </a:lnTo>
                <a:lnTo>
                  <a:pt x="128" y="29"/>
                </a:lnTo>
                <a:lnTo>
                  <a:pt x="131" y="29"/>
                </a:lnTo>
                <a:lnTo>
                  <a:pt x="133" y="30"/>
                </a:lnTo>
                <a:lnTo>
                  <a:pt x="135" y="30"/>
                </a:lnTo>
                <a:lnTo>
                  <a:pt x="140" y="31"/>
                </a:lnTo>
                <a:lnTo>
                  <a:pt x="142" y="31"/>
                </a:lnTo>
                <a:lnTo>
                  <a:pt x="145" y="32"/>
                </a:lnTo>
                <a:lnTo>
                  <a:pt x="147" y="32"/>
                </a:lnTo>
                <a:lnTo>
                  <a:pt x="152" y="32"/>
                </a:lnTo>
                <a:lnTo>
                  <a:pt x="155" y="32"/>
                </a:lnTo>
                <a:lnTo>
                  <a:pt x="157" y="32"/>
                </a:lnTo>
                <a:lnTo>
                  <a:pt x="158" y="37"/>
                </a:lnTo>
                <a:lnTo>
                  <a:pt x="158" y="43"/>
                </a:lnTo>
                <a:lnTo>
                  <a:pt x="160" y="43"/>
                </a:lnTo>
                <a:lnTo>
                  <a:pt x="161" y="43"/>
                </a:lnTo>
                <a:lnTo>
                  <a:pt x="164" y="44"/>
                </a:lnTo>
                <a:lnTo>
                  <a:pt x="165" y="44"/>
                </a:lnTo>
                <a:lnTo>
                  <a:pt x="165" y="43"/>
                </a:lnTo>
                <a:lnTo>
                  <a:pt x="166" y="43"/>
                </a:lnTo>
                <a:lnTo>
                  <a:pt x="174" y="48"/>
                </a:lnTo>
                <a:lnTo>
                  <a:pt x="177" y="50"/>
                </a:lnTo>
                <a:lnTo>
                  <a:pt x="178" y="52"/>
                </a:lnTo>
                <a:lnTo>
                  <a:pt x="180" y="55"/>
                </a:lnTo>
                <a:lnTo>
                  <a:pt x="181" y="58"/>
                </a:lnTo>
                <a:lnTo>
                  <a:pt x="181" y="61"/>
                </a:lnTo>
                <a:lnTo>
                  <a:pt x="181" y="62"/>
                </a:lnTo>
                <a:lnTo>
                  <a:pt x="180" y="64"/>
                </a:lnTo>
                <a:lnTo>
                  <a:pt x="179" y="64"/>
                </a:lnTo>
                <a:lnTo>
                  <a:pt x="177" y="65"/>
                </a:lnTo>
                <a:lnTo>
                  <a:pt x="171" y="69"/>
                </a:lnTo>
                <a:lnTo>
                  <a:pt x="165" y="73"/>
                </a:lnTo>
                <a:lnTo>
                  <a:pt x="165" y="74"/>
                </a:lnTo>
                <a:lnTo>
                  <a:pt x="166" y="89"/>
                </a:lnTo>
                <a:lnTo>
                  <a:pt x="173" y="91"/>
                </a:lnTo>
                <a:lnTo>
                  <a:pt x="173" y="96"/>
                </a:lnTo>
                <a:lnTo>
                  <a:pt x="186" y="96"/>
                </a:lnTo>
                <a:lnTo>
                  <a:pt x="199" y="96"/>
                </a:lnTo>
                <a:lnTo>
                  <a:pt x="198" y="101"/>
                </a:lnTo>
                <a:lnTo>
                  <a:pt x="193" y="100"/>
                </a:lnTo>
                <a:lnTo>
                  <a:pt x="187" y="100"/>
                </a:lnTo>
                <a:lnTo>
                  <a:pt x="184" y="100"/>
                </a:lnTo>
                <a:lnTo>
                  <a:pt x="181" y="100"/>
                </a:lnTo>
                <a:lnTo>
                  <a:pt x="172" y="102"/>
                </a:lnTo>
                <a:lnTo>
                  <a:pt x="171" y="102"/>
                </a:lnTo>
                <a:lnTo>
                  <a:pt x="165" y="103"/>
                </a:lnTo>
                <a:lnTo>
                  <a:pt x="164" y="103"/>
                </a:lnTo>
                <a:lnTo>
                  <a:pt x="165" y="106"/>
                </a:lnTo>
                <a:lnTo>
                  <a:pt x="165" y="107"/>
                </a:lnTo>
                <a:lnTo>
                  <a:pt x="166" y="110"/>
                </a:lnTo>
                <a:lnTo>
                  <a:pt x="166" y="111"/>
                </a:lnTo>
                <a:lnTo>
                  <a:pt x="165" y="114"/>
                </a:lnTo>
                <a:lnTo>
                  <a:pt x="164" y="116"/>
                </a:lnTo>
                <a:lnTo>
                  <a:pt x="164" y="117"/>
                </a:lnTo>
                <a:lnTo>
                  <a:pt x="164" y="118"/>
                </a:lnTo>
                <a:lnTo>
                  <a:pt x="163" y="118"/>
                </a:lnTo>
                <a:lnTo>
                  <a:pt x="162" y="117"/>
                </a:lnTo>
                <a:lnTo>
                  <a:pt x="161" y="117"/>
                </a:lnTo>
                <a:lnTo>
                  <a:pt x="160" y="117"/>
                </a:lnTo>
                <a:lnTo>
                  <a:pt x="157" y="118"/>
                </a:lnTo>
                <a:lnTo>
                  <a:pt x="156" y="119"/>
                </a:lnTo>
                <a:lnTo>
                  <a:pt x="154" y="122"/>
                </a:lnTo>
                <a:lnTo>
                  <a:pt x="155" y="122"/>
                </a:lnTo>
                <a:lnTo>
                  <a:pt x="158" y="125"/>
                </a:lnTo>
                <a:lnTo>
                  <a:pt x="163" y="129"/>
                </a:lnTo>
                <a:lnTo>
                  <a:pt x="164" y="130"/>
                </a:lnTo>
                <a:lnTo>
                  <a:pt x="167" y="131"/>
                </a:lnTo>
                <a:lnTo>
                  <a:pt x="175" y="136"/>
                </a:lnTo>
                <a:lnTo>
                  <a:pt x="172" y="140"/>
                </a:lnTo>
                <a:lnTo>
                  <a:pt x="173" y="140"/>
                </a:lnTo>
                <a:lnTo>
                  <a:pt x="179" y="147"/>
                </a:lnTo>
                <a:lnTo>
                  <a:pt x="189" y="159"/>
                </a:lnTo>
                <a:lnTo>
                  <a:pt x="189" y="160"/>
                </a:lnTo>
                <a:lnTo>
                  <a:pt x="190" y="161"/>
                </a:lnTo>
                <a:lnTo>
                  <a:pt x="199" y="176"/>
                </a:lnTo>
                <a:lnTo>
                  <a:pt x="200" y="183"/>
                </a:lnTo>
                <a:lnTo>
                  <a:pt x="199" y="185"/>
                </a:lnTo>
                <a:lnTo>
                  <a:pt x="198" y="185"/>
                </a:lnTo>
                <a:lnTo>
                  <a:pt x="196" y="187"/>
                </a:lnTo>
                <a:lnTo>
                  <a:pt x="191" y="190"/>
                </a:lnTo>
                <a:lnTo>
                  <a:pt x="190" y="191"/>
                </a:lnTo>
                <a:lnTo>
                  <a:pt x="186" y="193"/>
                </a:lnTo>
                <a:lnTo>
                  <a:pt x="186" y="194"/>
                </a:lnTo>
                <a:lnTo>
                  <a:pt x="185" y="193"/>
                </a:lnTo>
                <a:lnTo>
                  <a:pt x="184" y="194"/>
                </a:lnTo>
                <a:lnTo>
                  <a:pt x="180" y="194"/>
                </a:lnTo>
                <a:lnTo>
                  <a:pt x="179" y="194"/>
                </a:lnTo>
                <a:lnTo>
                  <a:pt x="178" y="195"/>
                </a:lnTo>
                <a:lnTo>
                  <a:pt x="176" y="196"/>
                </a:lnTo>
                <a:lnTo>
                  <a:pt x="174" y="196"/>
                </a:lnTo>
                <a:lnTo>
                  <a:pt x="172" y="196"/>
                </a:lnTo>
                <a:lnTo>
                  <a:pt x="169" y="196"/>
                </a:lnTo>
                <a:lnTo>
                  <a:pt x="165" y="197"/>
                </a:lnTo>
                <a:lnTo>
                  <a:pt x="165" y="196"/>
                </a:lnTo>
                <a:lnTo>
                  <a:pt x="161" y="197"/>
                </a:lnTo>
                <a:lnTo>
                  <a:pt x="158" y="198"/>
                </a:lnTo>
                <a:lnTo>
                  <a:pt x="157" y="198"/>
                </a:lnTo>
                <a:lnTo>
                  <a:pt x="155" y="199"/>
                </a:lnTo>
                <a:lnTo>
                  <a:pt x="154" y="199"/>
                </a:lnTo>
                <a:lnTo>
                  <a:pt x="152" y="199"/>
                </a:lnTo>
                <a:lnTo>
                  <a:pt x="149" y="200"/>
                </a:lnTo>
                <a:lnTo>
                  <a:pt x="148" y="200"/>
                </a:lnTo>
                <a:lnTo>
                  <a:pt x="147" y="201"/>
                </a:lnTo>
                <a:lnTo>
                  <a:pt x="144" y="202"/>
                </a:lnTo>
                <a:lnTo>
                  <a:pt x="142" y="203"/>
                </a:lnTo>
                <a:lnTo>
                  <a:pt x="140" y="204"/>
                </a:lnTo>
                <a:lnTo>
                  <a:pt x="137" y="206"/>
                </a:lnTo>
                <a:lnTo>
                  <a:pt x="133" y="208"/>
                </a:lnTo>
                <a:lnTo>
                  <a:pt x="127" y="211"/>
                </a:lnTo>
                <a:lnTo>
                  <a:pt x="125" y="210"/>
                </a:lnTo>
                <a:lnTo>
                  <a:pt x="123" y="211"/>
                </a:lnTo>
                <a:lnTo>
                  <a:pt x="123" y="213"/>
                </a:lnTo>
                <a:lnTo>
                  <a:pt x="120" y="215"/>
                </a:lnTo>
                <a:lnTo>
                  <a:pt x="120" y="216"/>
                </a:lnTo>
                <a:lnTo>
                  <a:pt x="118" y="218"/>
                </a:lnTo>
                <a:lnTo>
                  <a:pt x="115" y="219"/>
                </a:lnTo>
                <a:lnTo>
                  <a:pt x="110" y="223"/>
                </a:lnTo>
                <a:lnTo>
                  <a:pt x="108" y="225"/>
                </a:lnTo>
                <a:lnTo>
                  <a:pt x="107" y="226"/>
                </a:lnTo>
                <a:lnTo>
                  <a:pt x="104" y="230"/>
                </a:lnTo>
                <a:lnTo>
                  <a:pt x="100" y="235"/>
                </a:lnTo>
                <a:lnTo>
                  <a:pt x="101" y="235"/>
                </a:lnTo>
                <a:lnTo>
                  <a:pt x="100" y="236"/>
                </a:lnTo>
                <a:lnTo>
                  <a:pt x="99" y="238"/>
                </a:lnTo>
                <a:lnTo>
                  <a:pt x="98" y="238"/>
                </a:lnTo>
                <a:lnTo>
                  <a:pt x="97" y="238"/>
                </a:lnTo>
                <a:lnTo>
                  <a:pt x="97" y="239"/>
                </a:lnTo>
                <a:lnTo>
                  <a:pt x="96" y="240"/>
                </a:lnTo>
                <a:lnTo>
                  <a:pt x="94" y="241"/>
                </a:lnTo>
                <a:lnTo>
                  <a:pt x="93" y="241"/>
                </a:lnTo>
                <a:lnTo>
                  <a:pt x="92" y="241"/>
                </a:lnTo>
                <a:lnTo>
                  <a:pt x="90" y="241"/>
                </a:lnTo>
                <a:lnTo>
                  <a:pt x="87" y="242"/>
                </a:lnTo>
                <a:lnTo>
                  <a:pt x="86" y="243"/>
                </a:lnTo>
                <a:lnTo>
                  <a:pt x="85" y="242"/>
                </a:lnTo>
                <a:lnTo>
                  <a:pt x="85" y="241"/>
                </a:lnTo>
                <a:lnTo>
                  <a:pt x="84" y="240"/>
                </a:lnTo>
                <a:lnTo>
                  <a:pt x="84" y="239"/>
                </a:lnTo>
                <a:lnTo>
                  <a:pt x="84" y="238"/>
                </a:lnTo>
                <a:lnTo>
                  <a:pt x="85" y="236"/>
                </a:lnTo>
                <a:lnTo>
                  <a:pt x="84" y="236"/>
                </a:lnTo>
                <a:lnTo>
                  <a:pt x="84" y="235"/>
                </a:lnTo>
                <a:lnTo>
                  <a:pt x="84" y="234"/>
                </a:lnTo>
                <a:lnTo>
                  <a:pt x="83" y="234"/>
                </a:lnTo>
                <a:lnTo>
                  <a:pt x="82" y="234"/>
                </a:lnTo>
                <a:lnTo>
                  <a:pt x="82" y="233"/>
                </a:lnTo>
                <a:lnTo>
                  <a:pt x="81" y="233"/>
                </a:lnTo>
                <a:lnTo>
                  <a:pt x="81" y="232"/>
                </a:lnTo>
                <a:lnTo>
                  <a:pt x="80" y="232"/>
                </a:lnTo>
                <a:lnTo>
                  <a:pt x="79" y="232"/>
                </a:lnTo>
                <a:lnTo>
                  <a:pt x="78" y="231"/>
                </a:lnTo>
                <a:lnTo>
                  <a:pt x="77" y="231"/>
                </a:lnTo>
                <a:lnTo>
                  <a:pt x="76" y="231"/>
                </a:lnTo>
                <a:lnTo>
                  <a:pt x="76" y="230"/>
                </a:lnTo>
                <a:lnTo>
                  <a:pt x="76" y="229"/>
                </a:lnTo>
                <a:lnTo>
                  <a:pt x="76" y="228"/>
                </a:lnTo>
                <a:lnTo>
                  <a:pt x="75" y="228"/>
                </a:lnTo>
                <a:lnTo>
                  <a:pt x="75" y="227"/>
                </a:lnTo>
                <a:lnTo>
                  <a:pt x="74" y="227"/>
                </a:lnTo>
                <a:lnTo>
                  <a:pt x="74" y="226"/>
                </a:lnTo>
                <a:lnTo>
                  <a:pt x="73" y="225"/>
                </a:lnTo>
                <a:lnTo>
                  <a:pt x="71" y="225"/>
                </a:lnTo>
                <a:lnTo>
                  <a:pt x="71" y="226"/>
                </a:lnTo>
                <a:lnTo>
                  <a:pt x="70" y="226"/>
                </a:lnTo>
                <a:lnTo>
                  <a:pt x="70" y="227"/>
                </a:lnTo>
                <a:lnTo>
                  <a:pt x="71" y="228"/>
                </a:lnTo>
                <a:lnTo>
                  <a:pt x="70" y="228"/>
                </a:lnTo>
                <a:lnTo>
                  <a:pt x="69" y="228"/>
                </a:lnTo>
                <a:lnTo>
                  <a:pt x="69" y="227"/>
                </a:lnTo>
                <a:lnTo>
                  <a:pt x="68" y="227"/>
                </a:lnTo>
                <a:lnTo>
                  <a:pt x="68" y="228"/>
                </a:lnTo>
                <a:lnTo>
                  <a:pt x="67" y="228"/>
                </a:lnTo>
                <a:lnTo>
                  <a:pt x="67" y="229"/>
                </a:lnTo>
                <a:lnTo>
                  <a:pt x="66" y="229"/>
                </a:lnTo>
                <a:lnTo>
                  <a:pt x="65" y="228"/>
                </a:lnTo>
                <a:lnTo>
                  <a:pt x="65" y="229"/>
                </a:lnTo>
                <a:lnTo>
                  <a:pt x="64" y="229"/>
                </a:lnTo>
                <a:lnTo>
                  <a:pt x="63" y="228"/>
                </a:lnTo>
                <a:lnTo>
                  <a:pt x="63" y="229"/>
                </a:lnTo>
                <a:lnTo>
                  <a:pt x="62" y="228"/>
                </a:lnTo>
                <a:lnTo>
                  <a:pt x="61" y="228"/>
                </a:lnTo>
                <a:lnTo>
                  <a:pt x="61" y="229"/>
                </a:lnTo>
                <a:lnTo>
                  <a:pt x="60" y="229"/>
                </a:lnTo>
                <a:lnTo>
                  <a:pt x="59" y="229"/>
                </a:lnTo>
                <a:lnTo>
                  <a:pt x="58" y="229"/>
                </a:lnTo>
                <a:lnTo>
                  <a:pt x="57" y="228"/>
                </a:lnTo>
                <a:lnTo>
                  <a:pt x="57" y="227"/>
                </a:lnTo>
                <a:lnTo>
                  <a:pt x="57" y="226"/>
                </a:lnTo>
                <a:lnTo>
                  <a:pt x="57" y="224"/>
                </a:lnTo>
                <a:lnTo>
                  <a:pt x="57" y="222"/>
                </a:lnTo>
                <a:lnTo>
                  <a:pt x="57" y="221"/>
                </a:lnTo>
                <a:lnTo>
                  <a:pt x="58" y="219"/>
                </a:lnTo>
                <a:lnTo>
                  <a:pt x="58" y="218"/>
                </a:lnTo>
                <a:lnTo>
                  <a:pt x="57" y="217"/>
                </a:lnTo>
                <a:lnTo>
                  <a:pt x="56" y="217"/>
                </a:lnTo>
                <a:lnTo>
                  <a:pt x="55" y="218"/>
                </a:lnTo>
                <a:lnTo>
                  <a:pt x="54" y="216"/>
                </a:lnTo>
                <a:lnTo>
                  <a:pt x="55" y="216"/>
                </a:lnTo>
                <a:lnTo>
                  <a:pt x="54" y="215"/>
                </a:lnTo>
                <a:lnTo>
                  <a:pt x="53" y="215"/>
                </a:lnTo>
                <a:lnTo>
                  <a:pt x="52" y="215"/>
                </a:lnTo>
                <a:lnTo>
                  <a:pt x="51" y="215"/>
                </a:lnTo>
                <a:lnTo>
                  <a:pt x="50" y="214"/>
                </a:lnTo>
                <a:lnTo>
                  <a:pt x="49" y="215"/>
                </a:lnTo>
                <a:lnTo>
                  <a:pt x="48" y="216"/>
                </a:lnTo>
                <a:lnTo>
                  <a:pt x="47" y="216"/>
                </a:lnTo>
                <a:lnTo>
                  <a:pt x="45" y="217"/>
                </a:lnTo>
                <a:lnTo>
                  <a:pt x="44" y="217"/>
                </a:lnTo>
                <a:lnTo>
                  <a:pt x="44" y="218"/>
                </a:lnTo>
                <a:lnTo>
                  <a:pt x="45" y="219"/>
                </a:lnTo>
                <a:lnTo>
                  <a:pt x="44" y="219"/>
                </a:lnTo>
                <a:lnTo>
                  <a:pt x="42" y="221"/>
                </a:lnTo>
                <a:lnTo>
                  <a:pt x="43" y="221"/>
                </a:lnTo>
                <a:lnTo>
                  <a:pt x="42" y="222"/>
                </a:lnTo>
                <a:lnTo>
                  <a:pt x="41" y="222"/>
                </a:lnTo>
                <a:lnTo>
                  <a:pt x="41" y="223"/>
                </a:lnTo>
                <a:lnTo>
                  <a:pt x="42" y="223"/>
                </a:lnTo>
                <a:lnTo>
                  <a:pt x="42" y="224"/>
                </a:lnTo>
                <a:lnTo>
                  <a:pt x="41" y="224"/>
                </a:lnTo>
                <a:lnTo>
                  <a:pt x="41" y="223"/>
                </a:lnTo>
                <a:lnTo>
                  <a:pt x="40" y="222"/>
                </a:lnTo>
                <a:lnTo>
                  <a:pt x="39" y="222"/>
                </a:lnTo>
                <a:lnTo>
                  <a:pt x="38" y="221"/>
                </a:lnTo>
                <a:lnTo>
                  <a:pt x="37" y="221"/>
                </a:lnTo>
                <a:lnTo>
                  <a:pt x="36" y="221"/>
                </a:lnTo>
                <a:lnTo>
                  <a:pt x="35" y="222"/>
                </a:lnTo>
                <a:lnTo>
                  <a:pt x="34" y="223"/>
                </a:lnTo>
                <a:lnTo>
                  <a:pt x="34" y="224"/>
                </a:lnTo>
                <a:lnTo>
                  <a:pt x="33" y="224"/>
                </a:lnTo>
                <a:lnTo>
                  <a:pt x="32" y="222"/>
                </a:lnTo>
                <a:lnTo>
                  <a:pt x="33" y="221"/>
                </a:lnTo>
                <a:lnTo>
                  <a:pt x="33" y="220"/>
                </a:lnTo>
                <a:lnTo>
                  <a:pt x="33" y="219"/>
                </a:lnTo>
                <a:lnTo>
                  <a:pt x="34" y="219"/>
                </a:lnTo>
                <a:lnTo>
                  <a:pt x="35" y="218"/>
                </a:lnTo>
                <a:lnTo>
                  <a:pt x="35" y="217"/>
                </a:lnTo>
                <a:lnTo>
                  <a:pt x="36" y="217"/>
                </a:lnTo>
                <a:lnTo>
                  <a:pt x="36" y="216"/>
                </a:lnTo>
                <a:lnTo>
                  <a:pt x="36" y="214"/>
                </a:lnTo>
                <a:lnTo>
                  <a:pt x="36" y="213"/>
                </a:lnTo>
                <a:lnTo>
                  <a:pt x="37" y="213"/>
                </a:lnTo>
                <a:lnTo>
                  <a:pt x="37" y="212"/>
                </a:lnTo>
                <a:lnTo>
                  <a:pt x="36" y="212"/>
                </a:lnTo>
                <a:lnTo>
                  <a:pt x="36" y="211"/>
                </a:lnTo>
                <a:lnTo>
                  <a:pt x="35" y="211"/>
                </a:lnTo>
                <a:lnTo>
                  <a:pt x="34" y="211"/>
                </a:lnTo>
                <a:lnTo>
                  <a:pt x="34" y="210"/>
                </a:lnTo>
                <a:lnTo>
                  <a:pt x="31" y="210"/>
                </a:lnTo>
                <a:lnTo>
                  <a:pt x="31" y="209"/>
                </a:lnTo>
                <a:lnTo>
                  <a:pt x="31" y="208"/>
                </a:lnTo>
                <a:lnTo>
                  <a:pt x="31" y="207"/>
                </a:lnTo>
                <a:lnTo>
                  <a:pt x="32" y="207"/>
                </a:lnTo>
                <a:lnTo>
                  <a:pt x="33" y="206"/>
                </a:lnTo>
                <a:lnTo>
                  <a:pt x="32" y="206"/>
                </a:lnTo>
                <a:lnTo>
                  <a:pt x="31" y="205"/>
                </a:lnTo>
                <a:lnTo>
                  <a:pt x="31" y="203"/>
                </a:lnTo>
                <a:lnTo>
                  <a:pt x="31" y="201"/>
                </a:lnTo>
                <a:lnTo>
                  <a:pt x="31" y="200"/>
                </a:lnTo>
                <a:lnTo>
                  <a:pt x="30" y="199"/>
                </a:lnTo>
                <a:lnTo>
                  <a:pt x="30" y="198"/>
                </a:lnTo>
                <a:lnTo>
                  <a:pt x="30" y="197"/>
                </a:lnTo>
                <a:lnTo>
                  <a:pt x="29" y="197"/>
                </a:lnTo>
                <a:lnTo>
                  <a:pt x="29" y="196"/>
                </a:lnTo>
                <a:lnTo>
                  <a:pt x="29" y="195"/>
                </a:lnTo>
                <a:lnTo>
                  <a:pt x="28" y="194"/>
                </a:lnTo>
                <a:lnTo>
                  <a:pt x="29" y="193"/>
                </a:lnTo>
                <a:lnTo>
                  <a:pt x="30" y="193"/>
                </a:lnTo>
                <a:lnTo>
                  <a:pt x="30" y="192"/>
                </a:lnTo>
                <a:lnTo>
                  <a:pt x="29" y="190"/>
                </a:lnTo>
                <a:lnTo>
                  <a:pt x="28" y="189"/>
                </a:lnTo>
                <a:lnTo>
                  <a:pt x="27" y="188"/>
                </a:lnTo>
                <a:lnTo>
                  <a:pt x="27" y="186"/>
                </a:lnTo>
                <a:lnTo>
                  <a:pt x="26" y="185"/>
                </a:lnTo>
                <a:lnTo>
                  <a:pt x="25" y="185"/>
                </a:lnTo>
                <a:lnTo>
                  <a:pt x="23" y="185"/>
                </a:lnTo>
                <a:lnTo>
                  <a:pt x="22" y="185"/>
                </a:lnTo>
                <a:lnTo>
                  <a:pt x="21" y="184"/>
                </a:lnTo>
                <a:lnTo>
                  <a:pt x="21" y="183"/>
                </a:lnTo>
                <a:lnTo>
                  <a:pt x="20" y="183"/>
                </a:lnTo>
                <a:lnTo>
                  <a:pt x="19" y="183"/>
                </a:lnTo>
                <a:lnTo>
                  <a:pt x="19" y="184"/>
                </a:lnTo>
                <a:lnTo>
                  <a:pt x="20" y="184"/>
                </a:lnTo>
                <a:lnTo>
                  <a:pt x="20" y="185"/>
                </a:lnTo>
                <a:lnTo>
                  <a:pt x="17" y="186"/>
                </a:lnTo>
                <a:lnTo>
                  <a:pt x="18" y="187"/>
                </a:lnTo>
                <a:lnTo>
                  <a:pt x="17" y="187"/>
                </a:lnTo>
                <a:lnTo>
                  <a:pt x="16" y="187"/>
                </a:lnTo>
                <a:lnTo>
                  <a:pt x="14" y="187"/>
                </a:lnTo>
                <a:lnTo>
                  <a:pt x="14" y="188"/>
                </a:lnTo>
                <a:lnTo>
                  <a:pt x="13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1" y="184"/>
                </a:lnTo>
                <a:lnTo>
                  <a:pt x="11" y="183"/>
                </a:lnTo>
                <a:lnTo>
                  <a:pt x="9" y="182"/>
                </a:lnTo>
                <a:lnTo>
                  <a:pt x="9" y="181"/>
                </a:lnTo>
                <a:lnTo>
                  <a:pt x="8" y="180"/>
                </a:lnTo>
                <a:lnTo>
                  <a:pt x="8" y="179"/>
                </a:lnTo>
                <a:lnTo>
                  <a:pt x="8" y="178"/>
                </a:lnTo>
                <a:lnTo>
                  <a:pt x="8" y="175"/>
                </a:lnTo>
                <a:lnTo>
                  <a:pt x="8" y="174"/>
                </a:lnTo>
                <a:lnTo>
                  <a:pt x="9" y="174"/>
                </a:lnTo>
                <a:lnTo>
                  <a:pt x="8" y="173"/>
                </a:lnTo>
                <a:lnTo>
                  <a:pt x="7" y="173"/>
                </a:lnTo>
                <a:lnTo>
                  <a:pt x="7" y="172"/>
                </a:lnTo>
                <a:lnTo>
                  <a:pt x="6" y="171"/>
                </a:lnTo>
                <a:lnTo>
                  <a:pt x="4" y="171"/>
                </a:lnTo>
                <a:lnTo>
                  <a:pt x="3" y="171"/>
                </a:lnTo>
                <a:lnTo>
                  <a:pt x="3" y="170"/>
                </a:lnTo>
                <a:lnTo>
                  <a:pt x="3" y="171"/>
                </a:lnTo>
                <a:lnTo>
                  <a:pt x="2" y="171"/>
                </a:lnTo>
                <a:lnTo>
                  <a:pt x="1" y="171"/>
                </a:lnTo>
                <a:lnTo>
                  <a:pt x="0" y="171"/>
                </a:lnTo>
                <a:lnTo>
                  <a:pt x="0" y="170"/>
                </a:lnTo>
                <a:lnTo>
                  <a:pt x="0" y="169"/>
                </a:lnTo>
                <a:lnTo>
                  <a:pt x="0" y="168"/>
                </a:lnTo>
                <a:lnTo>
                  <a:pt x="1" y="168"/>
                </a:lnTo>
                <a:lnTo>
                  <a:pt x="2" y="167"/>
                </a:lnTo>
                <a:lnTo>
                  <a:pt x="2" y="166"/>
                </a:lnTo>
                <a:lnTo>
                  <a:pt x="2" y="165"/>
                </a:lnTo>
                <a:lnTo>
                  <a:pt x="2" y="164"/>
                </a:lnTo>
                <a:lnTo>
                  <a:pt x="3" y="164"/>
                </a:lnTo>
                <a:lnTo>
                  <a:pt x="3" y="163"/>
                </a:lnTo>
                <a:lnTo>
                  <a:pt x="5" y="163"/>
                </a:lnTo>
                <a:lnTo>
                  <a:pt x="6" y="163"/>
                </a:lnTo>
                <a:lnTo>
                  <a:pt x="7" y="163"/>
                </a:lnTo>
                <a:lnTo>
                  <a:pt x="8" y="162"/>
                </a:lnTo>
                <a:lnTo>
                  <a:pt x="9" y="162"/>
                </a:lnTo>
                <a:lnTo>
                  <a:pt x="12" y="161"/>
                </a:lnTo>
                <a:lnTo>
                  <a:pt x="16" y="161"/>
                </a:lnTo>
                <a:lnTo>
                  <a:pt x="18" y="161"/>
                </a:lnTo>
                <a:lnTo>
                  <a:pt x="19" y="161"/>
                </a:lnTo>
                <a:lnTo>
                  <a:pt x="20" y="161"/>
                </a:lnTo>
                <a:lnTo>
                  <a:pt x="21" y="161"/>
                </a:lnTo>
                <a:lnTo>
                  <a:pt x="22" y="161"/>
                </a:lnTo>
                <a:lnTo>
                  <a:pt x="24" y="160"/>
                </a:lnTo>
                <a:lnTo>
                  <a:pt x="25" y="160"/>
                </a:lnTo>
                <a:lnTo>
                  <a:pt x="27" y="160"/>
                </a:lnTo>
                <a:lnTo>
                  <a:pt x="28" y="159"/>
                </a:lnTo>
                <a:lnTo>
                  <a:pt x="28" y="158"/>
                </a:lnTo>
                <a:lnTo>
                  <a:pt x="29" y="158"/>
                </a:lnTo>
                <a:lnTo>
                  <a:pt x="30" y="158"/>
                </a:lnTo>
                <a:lnTo>
                  <a:pt x="30" y="159"/>
                </a:lnTo>
                <a:lnTo>
                  <a:pt x="31" y="159"/>
                </a:lnTo>
                <a:lnTo>
                  <a:pt x="31" y="158"/>
                </a:lnTo>
                <a:lnTo>
                  <a:pt x="32" y="157"/>
                </a:lnTo>
                <a:lnTo>
                  <a:pt x="31" y="156"/>
                </a:lnTo>
                <a:lnTo>
                  <a:pt x="31" y="155"/>
                </a:lnTo>
                <a:lnTo>
                  <a:pt x="32" y="155"/>
                </a:lnTo>
                <a:lnTo>
                  <a:pt x="32" y="156"/>
                </a:lnTo>
                <a:lnTo>
                  <a:pt x="33" y="155"/>
                </a:lnTo>
                <a:lnTo>
                  <a:pt x="34" y="155"/>
                </a:lnTo>
                <a:lnTo>
                  <a:pt x="35" y="155"/>
                </a:lnTo>
                <a:lnTo>
                  <a:pt x="36" y="154"/>
                </a:lnTo>
                <a:lnTo>
                  <a:pt x="36" y="153"/>
                </a:lnTo>
                <a:lnTo>
                  <a:pt x="37" y="153"/>
                </a:lnTo>
                <a:lnTo>
                  <a:pt x="37" y="152"/>
                </a:lnTo>
                <a:lnTo>
                  <a:pt x="36" y="152"/>
                </a:lnTo>
                <a:lnTo>
                  <a:pt x="36" y="151"/>
                </a:lnTo>
                <a:lnTo>
                  <a:pt x="35" y="151"/>
                </a:lnTo>
                <a:lnTo>
                  <a:pt x="35" y="150"/>
                </a:lnTo>
                <a:lnTo>
                  <a:pt x="36" y="150"/>
                </a:lnTo>
                <a:lnTo>
                  <a:pt x="35" y="150"/>
                </a:lnTo>
                <a:lnTo>
                  <a:pt x="35" y="149"/>
                </a:lnTo>
                <a:lnTo>
                  <a:pt x="35" y="148"/>
                </a:lnTo>
                <a:lnTo>
                  <a:pt x="34" y="148"/>
                </a:lnTo>
                <a:lnTo>
                  <a:pt x="34" y="147"/>
                </a:lnTo>
                <a:lnTo>
                  <a:pt x="35" y="147"/>
                </a:lnTo>
                <a:lnTo>
                  <a:pt x="34" y="146"/>
                </a:lnTo>
                <a:lnTo>
                  <a:pt x="33" y="145"/>
                </a:lnTo>
                <a:lnTo>
                  <a:pt x="33" y="141"/>
                </a:lnTo>
                <a:lnTo>
                  <a:pt x="32" y="140"/>
                </a:lnTo>
                <a:lnTo>
                  <a:pt x="32" y="139"/>
                </a:lnTo>
                <a:lnTo>
                  <a:pt x="31" y="138"/>
                </a:lnTo>
                <a:lnTo>
                  <a:pt x="31" y="137"/>
                </a:lnTo>
                <a:lnTo>
                  <a:pt x="32" y="137"/>
                </a:lnTo>
                <a:lnTo>
                  <a:pt x="31" y="136"/>
                </a:lnTo>
                <a:lnTo>
                  <a:pt x="31" y="135"/>
                </a:lnTo>
                <a:lnTo>
                  <a:pt x="30" y="131"/>
                </a:lnTo>
                <a:lnTo>
                  <a:pt x="31" y="131"/>
                </a:lnTo>
                <a:lnTo>
                  <a:pt x="32" y="131"/>
                </a:lnTo>
                <a:lnTo>
                  <a:pt x="33" y="130"/>
                </a:lnTo>
                <a:lnTo>
                  <a:pt x="34" y="130"/>
                </a:lnTo>
                <a:lnTo>
                  <a:pt x="34" y="129"/>
                </a:lnTo>
                <a:lnTo>
                  <a:pt x="33" y="129"/>
                </a:lnTo>
                <a:lnTo>
                  <a:pt x="33" y="128"/>
                </a:lnTo>
                <a:lnTo>
                  <a:pt x="34" y="127"/>
                </a:lnTo>
                <a:lnTo>
                  <a:pt x="34" y="126"/>
                </a:lnTo>
                <a:lnTo>
                  <a:pt x="34" y="125"/>
                </a:lnTo>
                <a:lnTo>
                  <a:pt x="34" y="126"/>
                </a:lnTo>
                <a:lnTo>
                  <a:pt x="35" y="126"/>
                </a:lnTo>
                <a:lnTo>
                  <a:pt x="36" y="128"/>
                </a:lnTo>
                <a:lnTo>
                  <a:pt x="37" y="129"/>
                </a:lnTo>
                <a:lnTo>
                  <a:pt x="38" y="129"/>
                </a:lnTo>
                <a:lnTo>
                  <a:pt x="38" y="128"/>
                </a:lnTo>
                <a:lnTo>
                  <a:pt x="38" y="127"/>
                </a:lnTo>
                <a:lnTo>
                  <a:pt x="39" y="126"/>
                </a:lnTo>
                <a:lnTo>
                  <a:pt x="40" y="126"/>
                </a:lnTo>
                <a:lnTo>
                  <a:pt x="41" y="126"/>
                </a:lnTo>
                <a:lnTo>
                  <a:pt x="41" y="127"/>
                </a:lnTo>
                <a:lnTo>
                  <a:pt x="42" y="127"/>
                </a:lnTo>
                <a:lnTo>
                  <a:pt x="43" y="127"/>
                </a:lnTo>
                <a:lnTo>
                  <a:pt x="44" y="127"/>
                </a:lnTo>
                <a:lnTo>
                  <a:pt x="44" y="128"/>
                </a:lnTo>
                <a:lnTo>
                  <a:pt x="45" y="127"/>
                </a:lnTo>
                <a:lnTo>
                  <a:pt x="46" y="127"/>
                </a:lnTo>
                <a:lnTo>
                  <a:pt x="46" y="126"/>
                </a:lnTo>
                <a:lnTo>
                  <a:pt x="47" y="125"/>
                </a:lnTo>
                <a:lnTo>
                  <a:pt x="46" y="125"/>
                </a:lnTo>
                <a:lnTo>
                  <a:pt x="46" y="124"/>
                </a:lnTo>
                <a:lnTo>
                  <a:pt x="46" y="125"/>
                </a:lnTo>
                <a:lnTo>
                  <a:pt x="45" y="124"/>
                </a:lnTo>
                <a:lnTo>
                  <a:pt x="45" y="123"/>
                </a:lnTo>
                <a:lnTo>
                  <a:pt x="44" y="122"/>
                </a:lnTo>
                <a:lnTo>
                  <a:pt x="43" y="120"/>
                </a:lnTo>
                <a:lnTo>
                  <a:pt x="43" y="121"/>
                </a:lnTo>
                <a:lnTo>
                  <a:pt x="42" y="121"/>
                </a:lnTo>
                <a:lnTo>
                  <a:pt x="42" y="122"/>
                </a:lnTo>
                <a:lnTo>
                  <a:pt x="41" y="122"/>
                </a:lnTo>
                <a:lnTo>
                  <a:pt x="41" y="121"/>
                </a:lnTo>
                <a:lnTo>
                  <a:pt x="40" y="120"/>
                </a:lnTo>
                <a:lnTo>
                  <a:pt x="40" y="119"/>
                </a:lnTo>
                <a:lnTo>
                  <a:pt x="40" y="118"/>
                </a:lnTo>
                <a:lnTo>
                  <a:pt x="41" y="117"/>
                </a:lnTo>
                <a:lnTo>
                  <a:pt x="40" y="116"/>
                </a:lnTo>
                <a:lnTo>
                  <a:pt x="40" y="115"/>
                </a:lnTo>
                <a:lnTo>
                  <a:pt x="40" y="114"/>
                </a:lnTo>
                <a:lnTo>
                  <a:pt x="39" y="114"/>
                </a:lnTo>
                <a:lnTo>
                  <a:pt x="38" y="114"/>
                </a:lnTo>
                <a:lnTo>
                  <a:pt x="37" y="114"/>
                </a:lnTo>
                <a:lnTo>
                  <a:pt x="37" y="113"/>
                </a:lnTo>
                <a:lnTo>
                  <a:pt x="38" y="113"/>
                </a:lnTo>
                <a:lnTo>
                  <a:pt x="37" y="113"/>
                </a:lnTo>
                <a:lnTo>
                  <a:pt x="36" y="113"/>
                </a:lnTo>
                <a:lnTo>
                  <a:pt x="35" y="113"/>
                </a:lnTo>
                <a:lnTo>
                  <a:pt x="35" y="112"/>
                </a:lnTo>
                <a:lnTo>
                  <a:pt x="35" y="111"/>
                </a:lnTo>
                <a:lnTo>
                  <a:pt x="35" y="110"/>
                </a:lnTo>
                <a:lnTo>
                  <a:pt x="36" y="110"/>
                </a:lnTo>
                <a:lnTo>
                  <a:pt x="37" y="109"/>
                </a:lnTo>
                <a:lnTo>
                  <a:pt x="36" y="109"/>
                </a:lnTo>
                <a:lnTo>
                  <a:pt x="36" y="108"/>
                </a:lnTo>
                <a:lnTo>
                  <a:pt x="37" y="107"/>
                </a:lnTo>
                <a:lnTo>
                  <a:pt x="41" y="105"/>
                </a:lnTo>
                <a:lnTo>
                  <a:pt x="41" y="104"/>
                </a:lnTo>
                <a:lnTo>
                  <a:pt x="40" y="104"/>
                </a:lnTo>
                <a:lnTo>
                  <a:pt x="40" y="103"/>
                </a:lnTo>
                <a:lnTo>
                  <a:pt x="41" y="102"/>
                </a:lnTo>
                <a:lnTo>
                  <a:pt x="41" y="101"/>
                </a:lnTo>
                <a:lnTo>
                  <a:pt x="41" y="100"/>
                </a:lnTo>
                <a:lnTo>
                  <a:pt x="42" y="100"/>
                </a:lnTo>
                <a:lnTo>
                  <a:pt x="42" y="99"/>
                </a:lnTo>
                <a:lnTo>
                  <a:pt x="41" y="99"/>
                </a:lnTo>
                <a:lnTo>
                  <a:pt x="40" y="99"/>
                </a:lnTo>
                <a:lnTo>
                  <a:pt x="40" y="98"/>
                </a:lnTo>
                <a:lnTo>
                  <a:pt x="40" y="97"/>
                </a:lnTo>
                <a:lnTo>
                  <a:pt x="41" y="97"/>
                </a:lnTo>
                <a:lnTo>
                  <a:pt x="41" y="96"/>
                </a:lnTo>
                <a:lnTo>
                  <a:pt x="42" y="96"/>
                </a:lnTo>
                <a:lnTo>
                  <a:pt x="42" y="95"/>
                </a:lnTo>
                <a:lnTo>
                  <a:pt x="41" y="95"/>
                </a:lnTo>
                <a:lnTo>
                  <a:pt x="40" y="95"/>
                </a:lnTo>
                <a:lnTo>
                  <a:pt x="39" y="95"/>
                </a:lnTo>
                <a:lnTo>
                  <a:pt x="39" y="94"/>
                </a:lnTo>
                <a:lnTo>
                  <a:pt x="39" y="93"/>
                </a:lnTo>
                <a:lnTo>
                  <a:pt x="41" y="91"/>
                </a:lnTo>
                <a:lnTo>
                  <a:pt x="42" y="91"/>
                </a:lnTo>
                <a:lnTo>
                  <a:pt x="43" y="91"/>
                </a:lnTo>
                <a:lnTo>
                  <a:pt x="44" y="91"/>
                </a:lnTo>
                <a:lnTo>
                  <a:pt x="44" y="90"/>
                </a:lnTo>
                <a:lnTo>
                  <a:pt x="45" y="90"/>
                </a:lnTo>
                <a:lnTo>
                  <a:pt x="45" y="89"/>
                </a:lnTo>
                <a:lnTo>
                  <a:pt x="45" y="88"/>
                </a:lnTo>
                <a:lnTo>
                  <a:pt x="46" y="88"/>
                </a:lnTo>
                <a:lnTo>
                  <a:pt x="46" y="87"/>
                </a:lnTo>
                <a:lnTo>
                  <a:pt x="47" y="87"/>
                </a:lnTo>
                <a:lnTo>
                  <a:pt x="47" y="86"/>
                </a:lnTo>
                <a:lnTo>
                  <a:pt x="48" y="86"/>
                </a:lnTo>
                <a:lnTo>
                  <a:pt x="47" y="86"/>
                </a:lnTo>
                <a:lnTo>
                  <a:pt x="48" y="85"/>
                </a:lnTo>
                <a:lnTo>
                  <a:pt x="48" y="84"/>
                </a:lnTo>
                <a:lnTo>
                  <a:pt x="49" y="84"/>
                </a:lnTo>
                <a:lnTo>
                  <a:pt x="49" y="85"/>
                </a:lnTo>
                <a:lnTo>
                  <a:pt x="50" y="85"/>
                </a:lnTo>
                <a:lnTo>
                  <a:pt x="51" y="84"/>
                </a:lnTo>
                <a:lnTo>
                  <a:pt x="52" y="84"/>
                </a:lnTo>
                <a:lnTo>
                  <a:pt x="52" y="83"/>
                </a:lnTo>
                <a:lnTo>
                  <a:pt x="52" y="82"/>
                </a:lnTo>
                <a:lnTo>
                  <a:pt x="53" y="81"/>
                </a:lnTo>
                <a:lnTo>
                  <a:pt x="53" y="80"/>
                </a:lnTo>
                <a:lnTo>
                  <a:pt x="54" y="81"/>
                </a:lnTo>
                <a:lnTo>
                  <a:pt x="54" y="82"/>
                </a:lnTo>
                <a:lnTo>
                  <a:pt x="55" y="83"/>
                </a:lnTo>
                <a:lnTo>
                  <a:pt x="57" y="83"/>
                </a:lnTo>
                <a:lnTo>
                  <a:pt x="57" y="82"/>
                </a:lnTo>
                <a:lnTo>
                  <a:pt x="58" y="81"/>
                </a:lnTo>
                <a:lnTo>
                  <a:pt x="59" y="81"/>
                </a:lnTo>
                <a:lnTo>
                  <a:pt x="60" y="81"/>
                </a:lnTo>
                <a:lnTo>
                  <a:pt x="60" y="80"/>
                </a:lnTo>
                <a:lnTo>
                  <a:pt x="61" y="80"/>
                </a:lnTo>
                <a:lnTo>
                  <a:pt x="62" y="80"/>
                </a:lnTo>
                <a:lnTo>
                  <a:pt x="62" y="79"/>
                </a:lnTo>
                <a:lnTo>
                  <a:pt x="63" y="79"/>
                </a:lnTo>
                <a:lnTo>
                  <a:pt x="63" y="78"/>
                </a:lnTo>
                <a:lnTo>
                  <a:pt x="64" y="77"/>
                </a:lnTo>
                <a:lnTo>
                  <a:pt x="63" y="77"/>
                </a:lnTo>
                <a:lnTo>
                  <a:pt x="64" y="76"/>
                </a:lnTo>
                <a:lnTo>
                  <a:pt x="65" y="76"/>
                </a:lnTo>
                <a:lnTo>
                  <a:pt x="65" y="77"/>
                </a:lnTo>
                <a:lnTo>
                  <a:pt x="67" y="77"/>
                </a:lnTo>
                <a:lnTo>
                  <a:pt x="68" y="75"/>
                </a:lnTo>
                <a:lnTo>
                  <a:pt x="70" y="73"/>
                </a:lnTo>
                <a:lnTo>
                  <a:pt x="71" y="72"/>
                </a:lnTo>
                <a:lnTo>
                  <a:pt x="73" y="70"/>
                </a:lnTo>
                <a:lnTo>
                  <a:pt x="73" y="69"/>
                </a:lnTo>
                <a:lnTo>
                  <a:pt x="74" y="69"/>
                </a:lnTo>
                <a:lnTo>
                  <a:pt x="75" y="67"/>
                </a:lnTo>
                <a:lnTo>
                  <a:pt x="76" y="66"/>
                </a:lnTo>
                <a:lnTo>
                  <a:pt x="75" y="65"/>
                </a:lnTo>
                <a:lnTo>
                  <a:pt x="74" y="64"/>
                </a:lnTo>
                <a:lnTo>
                  <a:pt x="69" y="62"/>
                </a:lnTo>
                <a:lnTo>
                  <a:pt x="68" y="61"/>
                </a:lnTo>
                <a:lnTo>
                  <a:pt x="67" y="61"/>
                </a:lnTo>
                <a:lnTo>
                  <a:pt x="66" y="60"/>
                </a:lnTo>
                <a:lnTo>
                  <a:pt x="65" y="60"/>
                </a:lnTo>
                <a:lnTo>
                  <a:pt x="63" y="59"/>
                </a:lnTo>
                <a:lnTo>
                  <a:pt x="63" y="58"/>
                </a:lnTo>
                <a:lnTo>
                  <a:pt x="62" y="58"/>
                </a:lnTo>
                <a:lnTo>
                  <a:pt x="58" y="54"/>
                </a:lnTo>
                <a:lnTo>
                  <a:pt x="56" y="52"/>
                </a:lnTo>
                <a:lnTo>
                  <a:pt x="53" y="49"/>
                </a:lnTo>
                <a:lnTo>
                  <a:pt x="52" y="48"/>
                </a:lnTo>
                <a:lnTo>
                  <a:pt x="51" y="47"/>
                </a:lnTo>
                <a:lnTo>
                  <a:pt x="50" y="47"/>
                </a:lnTo>
                <a:lnTo>
                  <a:pt x="48" y="45"/>
                </a:lnTo>
                <a:lnTo>
                  <a:pt x="45" y="44"/>
                </a:lnTo>
                <a:lnTo>
                  <a:pt x="44" y="43"/>
                </a:lnTo>
                <a:lnTo>
                  <a:pt x="42" y="42"/>
                </a:lnTo>
                <a:lnTo>
                  <a:pt x="40" y="41"/>
                </a:lnTo>
                <a:lnTo>
                  <a:pt x="38" y="38"/>
                </a:lnTo>
                <a:lnTo>
                  <a:pt x="37" y="38"/>
                </a:lnTo>
                <a:lnTo>
                  <a:pt x="35" y="37"/>
                </a:lnTo>
                <a:lnTo>
                  <a:pt x="34" y="36"/>
                </a:lnTo>
                <a:lnTo>
                  <a:pt x="31" y="35"/>
                </a:lnTo>
                <a:lnTo>
                  <a:pt x="29" y="34"/>
                </a:lnTo>
                <a:lnTo>
                  <a:pt x="27" y="33"/>
                </a:lnTo>
                <a:lnTo>
                  <a:pt x="26" y="32"/>
                </a:lnTo>
                <a:lnTo>
                  <a:pt x="24" y="30"/>
                </a:lnTo>
                <a:lnTo>
                  <a:pt x="23" y="30"/>
                </a:lnTo>
                <a:lnTo>
                  <a:pt x="22" y="29"/>
                </a:lnTo>
                <a:lnTo>
                  <a:pt x="21" y="28"/>
                </a:lnTo>
                <a:lnTo>
                  <a:pt x="22" y="27"/>
                </a:lnTo>
                <a:lnTo>
                  <a:pt x="25" y="23"/>
                </a:lnTo>
                <a:lnTo>
                  <a:pt x="26" y="23"/>
                </a:lnTo>
                <a:lnTo>
                  <a:pt x="27" y="21"/>
                </a:lnTo>
                <a:lnTo>
                  <a:pt x="28" y="19"/>
                </a:lnTo>
                <a:lnTo>
                  <a:pt x="30" y="17"/>
                </a:lnTo>
                <a:lnTo>
                  <a:pt x="31" y="16"/>
                </a:lnTo>
                <a:lnTo>
                  <a:pt x="31" y="15"/>
                </a:lnTo>
                <a:lnTo>
                  <a:pt x="32" y="14"/>
                </a:lnTo>
                <a:lnTo>
                  <a:pt x="34" y="12"/>
                </a:lnTo>
                <a:lnTo>
                  <a:pt x="35" y="11"/>
                </a:lnTo>
                <a:lnTo>
                  <a:pt x="36" y="10"/>
                </a:lnTo>
                <a:lnTo>
                  <a:pt x="38" y="8"/>
                </a:lnTo>
                <a:lnTo>
                  <a:pt x="39" y="7"/>
                </a:lnTo>
                <a:lnTo>
                  <a:pt x="42" y="6"/>
                </a:lnTo>
                <a:lnTo>
                  <a:pt x="43" y="5"/>
                </a:lnTo>
                <a:lnTo>
                  <a:pt x="47" y="2"/>
                </a:lnTo>
                <a:lnTo>
                  <a:pt x="48" y="1"/>
                </a:lnTo>
                <a:lnTo>
                  <a:pt x="50" y="1"/>
                </a:lnTo>
                <a:lnTo>
                  <a:pt x="52" y="0"/>
                </a:lnTo>
                <a:lnTo>
                  <a:pt x="53" y="1"/>
                </a:lnTo>
                <a:lnTo>
                  <a:pt x="56" y="1"/>
                </a:lnTo>
                <a:lnTo>
                  <a:pt x="57" y="2"/>
                </a:lnTo>
                <a:lnTo>
                  <a:pt x="60" y="2"/>
                </a:lnTo>
                <a:lnTo>
                  <a:pt x="63" y="3"/>
                </a:lnTo>
                <a:lnTo>
                  <a:pt x="64" y="3"/>
                </a:lnTo>
                <a:lnTo>
                  <a:pt x="67" y="6"/>
                </a:lnTo>
                <a:lnTo>
                  <a:pt x="70" y="10"/>
                </a:lnTo>
                <a:lnTo>
                  <a:pt x="71" y="10"/>
                </a:lnTo>
                <a:lnTo>
                  <a:pt x="72" y="11"/>
                </a:lnTo>
                <a:lnTo>
                  <a:pt x="73" y="12"/>
                </a:lnTo>
                <a:lnTo>
                  <a:pt x="72" y="12"/>
                </a:lnTo>
                <a:lnTo>
                  <a:pt x="72" y="13"/>
                </a:lnTo>
                <a:lnTo>
                  <a:pt x="72" y="14"/>
                </a:lnTo>
                <a:lnTo>
                  <a:pt x="73" y="14"/>
                </a:lnTo>
                <a:lnTo>
                  <a:pt x="73" y="15"/>
                </a:lnTo>
                <a:lnTo>
                  <a:pt x="74" y="16"/>
                </a:lnTo>
                <a:lnTo>
                  <a:pt x="75" y="16"/>
                </a:lnTo>
                <a:lnTo>
                  <a:pt x="75" y="17"/>
                </a:lnTo>
                <a:lnTo>
                  <a:pt x="76" y="17"/>
                </a:lnTo>
                <a:lnTo>
                  <a:pt x="76" y="18"/>
                </a:lnTo>
                <a:lnTo>
                  <a:pt x="77" y="18"/>
                </a:lnTo>
                <a:lnTo>
                  <a:pt x="79" y="18"/>
                </a:lnTo>
                <a:lnTo>
                  <a:pt x="80" y="18"/>
                </a:lnTo>
                <a:lnTo>
                  <a:pt x="80" y="19"/>
                </a:lnTo>
                <a:lnTo>
                  <a:pt x="81" y="19"/>
                </a:lnTo>
                <a:lnTo>
                  <a:pt x="82" y="19"/>
                </a:lnTo>
                <a:close/>
              </a:path>
            </a:pathLst>
          </a:custGeom>
          <a:solidFill>
            <a:srgbClr val="FAFCCB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9" name=""/>
          <p:cNvSpPr/>
          <p:nvPr/>
        </p:nvSpPr>
        <p:spPr>
          <a:xfrm>
            <a:off x="6994800" y="1744200"/>
            <a:ext cx="685080" cy="618120"/>
          </a:xfrm>
          <a:custGeom>
            <a:avLst/>
            <a:gdLst/>
            <a:ahLst/>
            <a:rect l="0" t="0" r="r" b="b"/>
            <a:pathLst>
              <a:path w="1903" h="1717">
                <a:moveTo>
                  <a:pt x="955" y="25"/>
                </a:moveTo>
                <a:lnTo>
                  <a:pt x="955" y="27"/>
                </a:lnTo>
                <a:lnTo>
                  <a:pt x="955" y="28"/>
                </a:lnTo>
                <a:lnTo>
                  <a:pt x="955" y="29"/>
                </a:lnTo>
                <a:lnTo>
                  <a:pt x="956" y="30"/>
                </a:lnTo>
                <a:lnTo>
                  <a:pt x="957" y="30"/>
                </a:lnTo>
                <a:lnTo>
                  <a:pt x="957" y="31"/>
                </a:lnTo>
                <a:lnTo>
                  <a:pt x="957" y="32"/>
                </a:lnTo>
                <a:lnTo>
                  <a:pt x="957" y="33"/>
                </a:lnTo>
                <a:lnTo>
                  <a:pt x="957" y="34"/>
                </a:lnTo>
                <a:lnTo>
                  <a:pt x="957" y="36"/>
                </a:lnTo>
                <a:lnTo>
                  <a:pt x="957" y="38"/>
                </a:lnTo>
                <a:lnTo>
                  <a:pt x="957" y="40"/>
                </a:lnTo>
                <a:lnTo>
                  <a:pt x="957" y="41"/>
                </a:lnTo>
                <a:lnTo>
                  <a:pt x="957" y="42"/>
                </a:lnTo>
                <a:lnTo>
                  <a:pt x="958" y="42"/>
                </a:lnTo>
                <a:lnTo>
                  <a:pt x="959" y="43"/>
                </a:lnTo>
                <a:lnTo>
                  <a:pt x="960" y="43"/>
                </a:lnTo>
                <a:lnTo>
                  <a:pt x="961" y="44"/>
                </a:lnTo>
                <a:lnTo>
                  <a:pt x="962" y="44"/>
                </a:lnTo>
                <a:lnTo>
                  <a:pt x="963" y="44"/>
                </a:lnTo>
                <a:lnTo>
                  <a:pt x="964" y="44"/>
                </a:lnTo>
                <a:lnTo>
                  <a:pt x="965" y="44"/>
                </a:lnTo>
                <a:lnTo>
                  <a:pt x="966" y="44"/>
                </a:lnTo>
                <a:lnTo>
                  <a:pt x="967" y="44"/>
                </a:lnTo>
                <a:lnTo>
                  <a:pt x="968" y="44"/>
                </a:lnTo>
                <a:lnTo>
                  <a:pt x="970" y="43"/>
                </a:lnTo>
                <a:lnTo>
                  <a:pt x="970" y="42"/>
                </a:lnTo>
                <a:lnTo>
                  <a:pt x="970" y="43"/>
                </a:lnTo>
                <a:lnTo>
                  <a:pt x="971" y="43"/>
                </a:lnTo>
                <a:lnTo>
                  <a:pt x="972" y="43"/>
                </a:lnTo>
                <a:lnTo>
                  <a:pt x="973" y="44"/>
                </a:lnTo>
                <a:lnTo>
                  <a:pt x="975" y="45"/>
                </a:lnTo>
                <a:lnTo>
                  <a:pt x="977" y="45"/>
                </a:lnTo>
                <a:lnTo>
                  <a:pt x="977" y="46"/>
                </a:lnTo>
                <a:lnTo>
                  <a:pt x="978" y="46"/>
                </a:lnTo>
                <a:lnTo>
                  <a:pt x="980" y="47"/>
                </a:lnTo>
                <a:lnTo>
                  <a:pt x="981" y="47"/>
                </a:lnTo>
                <a:lnTo>
                  <a:pt x="981" y="48"/>
                </a:lnTo>
                <a:lnTo>
                  <a:pt x="982" y="49"/>
                </a:lnTo>
                <a:lnTo>
                  <a:pt x="982" y="50"/>
                </a:lnTo>
                <a:lnTo>
                  <a:pt x="982" y="51"/>
                </a:lnTo>
                <a:lnTo>
                  <a:pt x="982" y="52"/>
                </a:lnTo>
                <a:lnTo>
                  <a:pt x="982" y="54"/>
                </a:lnTo>
                <a:lnTo>
                  <a:pt x="982" y="55"/>
                </a:lnTo>
                <a:lnTo>
                  <a:pt x="983" y="56"/>
                </a:lnTo>
                <a:lnTo>
                  <a:pt x="982" y="57"/>
                </a:lnTo>
                <a:lnTo>
                  <a:pt x="981" y="58"/>
                </a:lnTo>
                <a:lnTo>
                  <a:pt x="981" y="59"/>
                </a:lnTo>
                <a:lnTo>
                  <a:pt x="981" y="60"/>
                </a:lnTo>
                <a:lnTo>
                  <a:pt x="982" y="60"/>
                </a:lnTo>
                <a:lnTo>
                  <a:pt x="982" y="61"/>
                </a:lnTo>
                <a:lnTo>
                  <a:pt x="983" y="61"/>
                </a:lnTo>
                <a:lnTo>
                  <a:pt x="983" y="62"/>
                </a:lnTo>
                <a:lnTo>
                  <a:pt x="984" y="62"/>
                </a:lnTo>
                <a:lnTo>
                  <a:pt x="986" y="62"/>
                </a:lnTo>
                <a:lnTo>
                  <a:pt x="987" y="63"/>
                </a:lnTo>
                <a:lnTo>
                  <a:pt x="988" y="65"/>
                </a:lnTo>
                <a:lnTo>
                  <a:pt x="989" y="65"/>
                </a:lnTo>
                <a:lnTo>
                  <a:pt x="990" y="66"/>
                </a:lnTo>
                <a:lnTo>
                  <a:pt x="991" y="67"/>
                </a:lnTo>
                <a:lnTo>
                  <a:pt x="990" y="67"/>
                </a:lnTo>
                <a:lnTo>
                  <a:pt x="989" y="67"/>
                </a:lnTo>
                <a:lnTo>
                  <a:pt x="989" y="68"/>
                </a:lnTo>
                <a:lnTo>
                  <a:pt x="990" y="68"/>
                </a:lnTo>
                <a:lnTo>
                  <a:pt x="990" y="69"/>
                </a:lnTo>
                <a:lnTo>
                  <a:pt x="989" y="70"/>
                </a:lnTo>
                <a:lnTo>
                  <a:pt x="988" y="70"/>
                </a:lnTo>
                <a:lnTo>
                  <a:pt x="988" y="69"/>
                </a:lnTo>
                <a:lnTo>
                  <a:pt x="987" y="69"/>
                </a:lnTo>
                <a:lnTo>
                  <a:pt x="986" y="70"/>
                </a:lnTo>
                <a:lnTo>
                  <a:pt x="985" y="71"/>
                </a:lnTo>
                <a:lnTo>
                  <a:pt x="984" y="70"/>
                </a:lnTo>
                <a:lnTo>
                  <a:pt x="983" y="70"/>
                </a:lnTo>
                <a:lnTo>
                  <a:pt x="983" y="69"/>
                </a:lnTo>
                <a:lnTo>
                  <a:pt x="982" y="69"/>
                </a:lnTo>
                <a:lnTo>
                  <a:pt x="982" y="70"/>
                </a:lnTo>
                <a:lnTo>
                  <a:pt x="982" y="71"/>
                </a:lnTo>
                <a:lnTo>
                  <a:pt x="982" y="72"/>
                </a:lnTo>
                <a:lnTo>
                  <a:pt x="981" y="74"/>
                </a:lnTo>
                <a:lnTo>
                  <a:pt x="981" y="75"/>
                </a:lnTo>
                <a:lnTo>
                  <a:pt x="980" y="76"/>
                </a:lnTo>
                <a:lnTo>
                  <a:pt x="981" y="76"/>
                </a:lnTo>
                <a:lnTo>
                  <a:pt x="982" y="76"/>
                </a:lnTo>
                <a:lnTo>
                  <a:pt x="983" y="75"/>
                </a:lnTo>
                <a:lnTo>
                  <a:pt x="984" y="75"/>
                </a:lnTo>
                <a:lnTo>
                  <a:pt x="985" y="76"/>
                </a:lnTo>
                <a:lnTo>
                  <a:pt x="986" y="78"/>
                </a:lnTo>
                <a:lnTo>
                  <a:pt x="986" y="79"/>
                </a:lnTo>
                <a:lnTo>
                  <a:pt x="986" y="80"/>
                </a:lnTo>
                <a:lnTo>
                  <a:pt x="987" y="81"/>
                </a:lnTo>
                <a:lnTo>
                  <a:pt x="987" y="82"/>
                </a:lnTo>
                <a:lnTo>
                  <a:pt x="986" y="84"/>
                </a:lnTo>
                <a:lnTo>
                  <a:pt x="986" y="85"/>
                </a:lnTo>
                <a:lnTo>
                  <a:pt x="985" y="85"/>
                </a:lnTo>
                <a:lnTo>
                  <a:pt x="984" y="86"/>
                </a:lnTo>
                <a:lnTo>
                  <a:pt x="984" y="87"/>
                </a:lnTo>
                <a:lnTo>
                  <a:pt x="984" y="88"/>
                </a:lnTo>
                <a:lnTo>
                  <a:pt x="983" y="89"/>
                </a:lnTo>
                <a:lnTo>
                  <a:pt x="982" y="89"/>
                </a:lnTo>
                <a:lnTo>
                  <a:pt x="981" y="89"/>
                </a:lnTo>
                <a:lnTo>
                  <a:pt x="981" y="90"/>
                </a:lnTo>
                <a:lnTo>
                  <a:pt x="980" y="91"/>
                </a:lnTo>
                <a:lnTo>
                  <a:pt x="980" y="92"/>
                </a:lnTo>
                <a:lnTo>
                  <a:pt x="980" y="93"/>
                </a:lnTo>
                <a:lnTo>
                  <a:pt x="981" y="94"/>
                </a:lnTo>
                <a:lnTo>
                  <a:pt x="981" y="96"/>
                </a:lnTo>
                <a:lnTo>
                  <a:pt x="981" y="97"/>
                </a:lnTo>
                <a:lnTo>
                  <a:pt x="982" y="98"/>
                </a:lnTo>
                <a:lnTo>
                  <a:pt x="983" y="98"/>
                </a:lnTo>
                <a:lnTo>
                  <a:pt x="984" y="98"/>
                </a:lnTo>
                <a:lnTo>
                  <a:pt x="984" y="99"/>
                </a:lnTo>
                <a:lnTo>
                  <a:pt x="985" y="99"/>
                </a:lnTo>
                <a:lnTo>
                  <a:pt x="986" y="99"/>
                </a:lnTo>
                <a:lnTo>
                  <a:pt x="986" y="98"/>
                </a:lnTo>
                <a:lnTo>
                  <a:pt x="986" y="97"/>
                </a:lnTo>
                <a:lnTo>
                  <a:pt x="987" y="97"/>
                </a:lnTo>
                <a:lnTo>
                  <a:pt x="988" y="98"/>
                </a:lnTo>
                <a:lnTo>
                  <a:pt x="989" y="99"/>
                </a:lnTo>
                <a:lnTo>
                  <a:pt x="990" y="101"/>
                </a:lnTo>
                <a:lnTo>
                  <a:pt x="991" y="102"/>
                </a:lnTo>
                <a:lnTo>
                  <a:pt x="991" y="103"/>
                </a:lnTo>
                <a:lnTo>
                  <a:pt x="991" y="104"/>
                </a:lnTo>
                <a:lnTo>
                  <a:pt x="991" y="105"/>
                </a:lnTo>
                <a:lnTo>
                  <a:pt x="990" y="106"/>
                </a:lnTo>
                <a:lnTo>
                  <a:pt x="989" y="108"/>
                </a:lnTo>
                <a:lnTo>
                  <a:pt x="988" y="109"/>
                </a:lnTo>
                <a:lnTo>
                  <a:pt x="988" y="110"/>
                </a:lnTo>
                <a:lnTo>
                  <a:pt x="988" y="111"/>
                </a:lnTo>
                <a:lnTo>
                  <a:pt x="987" y="111"/>
                </a:lnTo>
                <a:lnTo>
                  <a:pt x="987" y="112"/>
                </a:lnTo>
                <a:lnTo>
                  <a:pt x="988" y="112"/>
                </a:lnTo>
                <a:lnTo>
                  <a:pt x="988" y="113"/>
                </a:lnTo>
                <a:lnTo>
                  <a:pt x="988" y="114"/>
                </a:lnTo>
                <a:lnTo>
                  <a:pt x="987" y="116"/>
                </a:lnTo>
                <a:lnTo>
                  <a:pt x="986" y="118"/>
                </a:lnTo>
                <a:lnTo>
                  <a:pt x="986" y="119"/>
                </a:lnTo>
                <a:lnTo>
                  <a:pt x="985" y="120"/>
                </a:lnTo>
                <a:lnTo>
                  <a:pt x="985" y="121"/>
                </a:lnTo>
                <a:lnTo>
                  <a:pt x="985" y="122"/>
                </a:lnTo>
                <a:lnTo>
                  <a:pt x="987" y="123"/>
                </a:lnTo>
                <a:lnTo>
                  <a:pt x="987" y="124"/>
                </a:lnTo>
                <a:lnTo>
                  <a:pt x="987" y="123"/>
                </a:lnTo>
                <a:lnTo>
                  <a:pt x="988" y="124"/>
                </a:lnTo>
                <a:lnTo>
                  <a:pt x="989" y="124"/>
                </a:lnTo>
                <a:lnTo>
                  <a:pt x="990" y="124"/>
                </a:lnTo>
                <a:lnTo>
                  <a:pt x="991" y="124"/>
                </a:lnTo>
                <a:lnTo>
                  <a:pt x="992" y="125"/>
                </a:lnTo>
                <a:lnTo>
                  <a:pt x="993" y="125"/>
                </a:lnTo>
                <a:lnTo>
                  <a:pt x="994" y="126"/>
                </a:lnTo>
                <a:lnTo>
                  <a:pt x="996" y="126"/>
                </a:lnTo>
                <a:lnTo>
                  <a:pt x="997" y="126"/>
                </a:lnTo>
                <a:lnTo>
                  <a:pt x="998" y="126"/>
                </a:lnTo>
                <a:lnTo>
                  <a:pt x="998" y="125"/>
                </a:lnTo>
                <a:lnTo>
                  <a:pt x="1000" y="123"/>
                </a:lnTo>
                <a:lnTo>
                  <a:pt x="1001" y="122"/>
                </a:lnTo>
                <a:lnTo>
                  <a:pt x="1002" y="122"/>
                </a:lnTo>
                <a:lnTo>
                  <a:pt x="1003" y="122"/>
                </a:lnTo>
                <a:lnTo>
                  <a:pt x="1004" y="123"/>
                </a:lnTo>
                <a:lnTo>
                  <a:pt x="1005" y="123"/>
                </a:lnTo>
                <a:lnTo>
                  <a:pt x="1006" y="124"/>
                </a:lnTo>
                <a:lnTo>
                  <a:pt x="1007" y="124"/>
                </a:lnTo>
                <a:lnTo>
                  <a:pt x="1007" y="125"/>
                </a:lnTo>
                <a:lnTo>
                  <a:pt x="1008" y="125"/>
                </a:lnTo>
                <a:lnTo>
                  <a:pt x="1008" y="128"/>
                </a:lnTo>
                <a:lnTo>
                  <a:pt x="1007" y="128"/>
                </a:lnTo>
                <a:lnTo>
                  <a:pt x="1006" y="129"/>
                </a:lnTo>
                <a:lnTo>
                  <a:pt x="1006" y="130"/>
                </a:lnTo>
                <a:lnTo>
                  <a:pt x="1006" y="131"/>
                </a:lnTo>
                <a:lnTo>
                  <a:pt x="1007" y="131"/>
                </a:lnTo>
                <a:lnTo>
                  <a:pt x="1008" y="131"/>
                </a:lnTo>
                <a:lnTo>
                  <a:pt x="1009" y="133"/>
                </a:lnTo>
                <a:lnTo>
                  <a:pt x="1010" y="133"/>
                </a:lnTo>
                <a:lnTo>
                  <a:pt x="1011" y="134"/>
                </a:lnTo>
                <a:lnTo>
                  <a:pt x="1012" y="135"/>
                </a:lnTo>
                <a:lnTo>
                  <a:pt x="1014" y="136"/>
                </a:lnTo>
                <a:lnTo>
                  <a:pt x="1014" y="137"/>
                </a:lnTo>
                <a:lnTo>
                  <a:pt x="1015" y="137"/>
                </a:lnTo>
                <a:lnTo>
                  <a:pt x="1016" y="137"/>
                </a:lnTo>
                <a:lnTo>
                  <a:pt x="1017" y="137"/>
                </a:lnTo>
                <a:lnTo>
                  <a:pt x="1018" y="137"/>
                </a:lnTo>
                <a:lnTo>
                  <a:pt x="1019" y="137"/>
                </a:lnTo>
                <a:lnTo>
                  <a:pt x="1020" y="137"/>
                </a:lnTo>
                <a:lnTo>
                  <a:pt x="1021" y="136"/>
                </a:lnTo>
                <a:lnTo>
                  <a:pt x="1022" y="136"/>
                </a:lnTo>
                <a:lnTo>
                  <a:pt x="1023" y="136"/>
                </a:lnTo>
                <a:lnTo>
                  <a:pt x="1023" y="135"/>
                </a:lnTo>
                <a:lnTo>
                  <a:pt x="1025" y="135"/>
                </a:lnTo>
                <a:lnTo>
                  <a:pt x="1025" y="136"/>
                </a:lnTo>
                <a:lnTo>
                  <a:pt x="1026" y="136"/>
                </a:lnTo>
                <a:lnTo>
                  <a:pt x="1028" y="136"/>
                </a:lnTo>
                <a:lnTo>
                  <a:pt x="1029" y="136"/>
                </a:lnTo>
                <a:lnTo>
                  <a:pt x="1030" y="136"/>
                </a:lnTo>
                <a:lnTo>
                  <a:pt x="1032" y="137"/>
                </a:lnTo>
                <a:lnTo>
                  <a:pt x="1033" y="136"/>
                </a:lnTo>
                <a:lnTo>
                  <a:pt x="1034" y="134"/>
                </a:lnTo>
                <a:lnTo>
                  <a:pt x="1033" y="133"/>
                </a:lnTo>
                <a:lnTo>
                  <a:pt x="1033" y="132"/>
                </a:lnTo>
                <a:lnTo>
                  <a:pt x="1034" y="131"/>
                </a:lnTo>
                <a:lnTo>
                  <a:pt x="1034" y="130"/>
                </a:lnTo>
                <a:lnTo>
                  <a:pt x="1034" y="129"/>
                </a:lnTo>
                <a:lnTo>
                  <a:pt x="1035" y="129"/>
                </a:lnTo>
                <a:lnTo>
                  <a:pt x="1036" y="129"/>
                </a:lnTo>
                <a:lnTo>
                  <a:pt x="1037" y="128"/>
                </a:lnTo>
                <a:lnTo>
                  <a:pt x="1038" y="127"/>
                </a:lnTo>
                <a:lnTo>
                  <a:pt x="1038" y="125"/>
                </a:lnTo>
                <a:lnTo>
                  <a:pt x="1039" y="123"/>
                </a:lnTo>
                <a:lnTo>
                  <a:pt x="1040" y="123"/>
                </a:lnTo>
                <a:lnTo>
                  <a:pt x="1042" y="124"/>
                </a:lnTo>
                <a:lnTo>
                  <a:pt x="1043" y="124"/>
                </a:lnTo>
                <a:lnTo>
                  <a:pt x="1044" y="124"/>
                </a:lnTo>
                <a:lnTo>
                  <a:pt x="1044" y="123"/>
                </a:lnTo>
                <a:lnTo>
                  <a:pt x="1045" y="123"/>
                </a:lnTo>
                <a:lnTo>
                  <a:pt x="1047" y="124"/>
                </a:lnTo>
                <a:lnTo>
                  <a:pt x="1048" y="124"/>
                </a:lnTo>
                <a:lnTo>
                  <a:pt x="1049" y="125"/>
                </a:lnTo>
                <a:lnTo>
                  <a:pt x="1049" y="126"/>
                </a:lnTo>
                <a:lnTo>
                  <a:pt x="1049" y="127"/>
                </a:lnTo>
                <a:lnTo>
                  <a:pt x="1049" y="128"/>
                </a:lnTo>
                <a:lnTo>
                  <a:pt x="1048" y="129"/>
                </a:lnTo>
                <a:lnTo>
                  <a:pt x="1049" y="130"/>
                </a:lnTo>
                <a:lnTo>
                  <a:pt x="1049" y="131"/>
                </a:lnTo>
                <a:lnTo>
                  <a:pt x="1050" y="132"/>
                </a:lnTo>
                <a:lnTo>
                  <a:pt x="1050" y="133"/>
                </a:lnTo>
                <a:lnTo>
                  <a:pt x="1049" y="133"/>
                </a:lnTo>
                <a:lnTo>
                  <a:pt x="1049" y="134"/>
                </a:lnTo>
                <a:lnTo>
                  <a:pt x="1049" y="135"/>
                </a:lnTo>
                <a:lnTo>
                  <a:pt x="1049" y="136"/>
                </a:lnTo>
                <a:lnTo>
                  <a:pt x="1048" y="136"/>
                </a:lnTo>
                <a:lnTo>
                  <a:pt x="1049" y="137"/>
                </a:lnTo>
                <a:lnTo>
                  <a:pt x="1050" y="137"/>
                </a:lnTo>
                <a:lnTo>
                  <a:pt x="1051" y="138"/>
                </a:lnTo>
                <a:lnTo>
                  <a:pt x="1051" y="139"/>
                </a:lnTo>
                <a:lnTo>
                  <a:pt x="1051" y="140"/>
                </a:lnTo>
                <a:lnTo>
                  <a:pt x="1051" y="142"/>
                </a:lnTo>
                <a:lnTo>
                  <a:pt x="1050" y="143"/>
                </a:lnTo>
                <a:lnTo>
                  <a:pt x="1050" y="144"/>
                </a:lnTo>
                <a:lnTo>
                  <a:pt x="1049" y="146"/>
                </a:lnTo>
                <a:lnTo>
                  <a:pt x="1048" y="146"/>
                </a:lnTo>
                <a:lnTo>
                  <a:pt x="1048" y="147"/>
                </a:lnTo>
                <a:lnTo>
                  <a:pt x="1048" y="148"/>
                </a:lnTo>
                <a:lnTo>
                  <a:pt x="1048" y="149"/>
                </a:lnTo>
                <a:lnTo>
                  <a:pt x="1047" y="149"/>
                </a:lnTo>
                <a:lnTo>
                  <a:pt x="1047" y="150"/>
                </a:lnTo>
                <a:lnTo>
                  <a:pt x="1046" y="150"/>
                </a:lnTo>
                <a:lnTo>
                  <a:pt x="1046" y="151"/>
                </a:lnTo>
                <a:lnTo>
                  <a:pt x="1047" y="150"/>
                </a:lnTo>
                <a:lnTo>
                  <a:pt x="1048" y="150"/>
                </a:lnTo>
                <a:lnTo>
                  <a:pt x="1049" y="151"/>
                </a:lnTo>
                <a:lnTo>
                  <a:pt x="1050" y="152"/>
                </a:lnTo>
                <a:lnTo>
                  <a:pt x="1051" y="152"/>
                </a:lnTo>
                <a:lnTo>
                  <a:pt x="1052" y="152"/>
                </a:lnTo>
                <a:lnTo>
                  <a:pt x="1052" y="151"/>
                </a:lnTo>
                <a:lnTo>
                  <a:pt x="1052" y="150"/>
                </a:lnTo>
                <a:lnTo>
                  <a:pt x="1053" y="147"/>
                </a:lnTo>
                <a:lnTo>
                  <a:pt x="1054" y="146"/>
                </a:lnTo>
                <a:lnTo>
                  <a:pt x="1055" y="146"/>
                </a:lnTo>
                <a:lnTo>
                  <a:pt x="1056" y="146"/>
                </a:lnTo>
                <a:lnTo>
                  <a:pt x="1057" y="146"/>
                </a:lnTo>
                <a:lnTo>
                  <a:pt x="1057" y="145"/>
                </a:lnTo>
                <a:lnTo>
                  <a:pt x="1057" y="144"/>
                </a:lnTo>
                <a:lnTo>
                  <a:pt x="1058" y="144"/>
                </a:lnTo>
                <a:lnTo>
                  <a:pt x="1058" y="143"/>
                </a:lnTo>
                <a:lnTo>
                  <a:pt x="1059" y="143"/>
                </a:lnTo>
                <a:lnTo>
                  <a:pt x="1059" y="142"/>
                </a:lnTo>
                <a:lnTo>
                  <a:pt x="1058" y="142"/>
                </a:lnTo>
                <a:lnTo>
                  <a:pt x="1058" y="141"/>
                </a:lnTo>
                <a:lnTo>
                  <a:pt x="1059" y="141"/>
                </a:lnTo>
                <a:lnTo>
                  <a:pt x="1059" y="140"/>
                </a:lnTo>
                <a:lnTo>
                  <a:pt x="1060" y="141"/>
                </a:lnTo>
                <a:lnTo>
                  <a:pt x="1060" y="142"/>
                </a:lnTo>
                <a:lnTo>
                  <a:pt x="1060" y="143"/>
                </a:lnTo>
                <a:lnTo>
                  <a:pt x="1062" y="144"/>
                </a:lnTo>
                <a:lnTo>
                  <a:pt x="1063" y="144"/>
                </a:lnTo>
                <a:lnTo>
                  <a:pt x="1063" y="143"/>
                </a:lnTo>
                <a:lnTo>
                  <a:pt x="1063" y="142"/>
                </a:lnTo>
                <a:lnTo>
                  <a:pt x="1063" y="141"/>
                </a:lnTo>
                <a:lnTo>
                  <a:pt x="1064" y="141"/>
                </a:lnTo>
                <a:lnTo>
                  <a:pt x="1066" y="142"/>
                </a:lnTo>
                <a:lnTo>
                  <a:pt x="1065" y="143"/>
                </a:lnTo>
                <a:lnTo>
                  <a:pt x="1065" y="144"/>
                </a:lnTo>
                <a:lnTo>
                  <a:pt x="1066" y="145"/>
                </a:lnTo>
                <a:lnTo>
                  <a:pt x="1067" y="145"/>
                </a:lnTo>
                <a:lnTo>
                  <a:pt x="1068" y="145"/>
                </a:lnTo>
                <a:lnTo>
                  <a:pt x="1068" y="144"/>
                </a:lnTo>
                <a:lnTo>
                  <a:pt x="1068" y="143"/>
                </a:lnTo>
                <a:lnTo>
                  <a:pt x="1069" y="142"/>
                </a:lnTo>
                <a:lnTo>
                  <a:pt x="1069" y="143"/>
                </a:lnTo>
                <a:lnTo>
                  <a:pt x="1069" y="144"/>
                </a:lnTo>
                <a:lnTo>
                  <a:pt x="1070" y="144"/>
                </a:lnTo>
                <a:lnTo>
                  <a:pt x="1070" y="143"/>
                </a:lnTo>
                <a:lnTo>
                  <a:pt x="1071" y="143"/>
                </a:lnTo>
                <a:lnTo>
                  <a:pt x="1071" y="144"/>
                </a:lnTo>
                <a:lnTo>
                  <a:pt x="1071" y="145"/>
                </a:lnTo>
                <a:lnTo>
                  <a:pt x="1070" y="145"/>
                </a:lnTo>
                <a:lnTo>
                  <a:pt x="1068" y="146"/>
                </a:lnTo>
                <a:lnTo>
                  <a:pt x="1068" y="147"/>
                </a:lnTo>
                <a:lnTo>
                  <a:pt x="1068" y="148"/>
                </a:lnTo>
                <a:lnTo>
                  <a:pt x="1069" y="147"/>
                </a:lnTo>
                <a:lnTo>
                  <a:pt x="1071" y="147"/>
                </a:lnTo>
                <a:lnTo>
                  <a:pt x="1071" y="148"/>
                </a:lnTo>
                <a:lnTo>
                  <a:pt x="1070" y="148"/>
                </a:lnTo>
                <a:lnTo>
                  <a:pt x="1071" y="149"/>
                </a:lnTo>
                <a:lnTo>
                  <a:pt x="1071" y="150"/>
                </a:lnTo>
                <a:lnTo>
                  <a:pt x="1072" y="149"/>
                </a:lnTo>
                <a:lnTo>
                  <a:pt x="1072" y="148"/>
                </a:lnTo>
                <a:lnTo>
                  <a:pt x="1073" y="148"/>
                </a:lnTo>
                <a:lnTo>
                  <a:pt x="1073" y="149"/>
                </a:lnTo>
                <a:lnTo>
                  <a:pt x="1074" y="149"/>
                </a:lnTo>
                <a:lnTo>
                  <a:pt x="1074" y="150"/>
                </a:lnTo>
                <a:lnTo>
                  <a:pt x="1075" y="149"/>
                </a:lnTo>
                <a:lnTo>
                  <a:pt x="1075" y="148"/>
                </a:lnTo>
                <a:lnTo>
                  <a:pt x="1076" y="149"/>
                </a:lnTo>
                <a:lnTo>
                  <a:pt x="1078" y="149"/>
                </a:lnTo>
                <a:lnTo>
                  <a:pt x="1078" y="150"/>
                </a:lnTo>
                <a:lnTo>
                  <a:pt x="1079" y="150"/>
                </a:lnTo>
                <a:lnTo>
                  <a:pt x="1079" y="151"/>
                </a:lnTo>
                <a:lnTo>
                  <a:pt x="1080" y="151"/>
                </a:lnTo>
                <a:lnTo>
                  <a:pt x="1081" y="151"/>
                </a:lnTo>
                <a:lnTo>
                  <a:pt x="1082" y="151"/>
                </a:lnTo>
                <a:lnTo>
                  <a:pt x="1082" y="152"/>
                </a:lnTo>
                <a:lnTo>
                  <a:pt x="1083" y="153"/>
                </a:lnTo>
                <a:lnTo>
                  <a:pt x="1084" y="153"/>
                </a:lnTo>
                <a:lnTo>
                  <a:pt x="1085" y="153"/>
                </a:lnTo>
                <a:lnTo>
                  <a:pt x="1086" y="154"/>
                </a:lnTo>
                <a:lnTo>
                  <a:pt x="1086" y="155"/>
                </a:lnTo>
                <a:lnTo>
                  <a:pt x="1087" y="156"/>
                </a:lnTo>
                <a:lnTo>
                  <a:pt x="1088" y="156"/>
                </a:lnTo>
                <a:lnTo>
                  <a:pt x="1088" y="155"/>
                </a:lnTo>
                <a:lnTo>
                  <a:pt x="1090" y="155"/>
                </a:lnTo>
                <a:lnTo>
                  <a:pt x="1090" y="154"/>
                </a:lnTo>
                <a:lnTo>
                  <a:pt x="1091" y="154"/>
                </a:lnTo>
                <a:lnTo>
                  <a:pt x="1092" y="154"/>
                </a:lnTo>
                <a:lnTo>
                  <a:pt x="1093" y="155"/>
                </a:lnTo>
                <a:lnTo>
                  <a:pt x="1094" y="154"/>
                </a:lnTo>
                <a:lnTo>
                  <a:pt x="1094" y="153"/>
                </a:lnTo>
                <a:lnTo>
                  <a:pt x="1095" y="152"/>
                </a:lnTo>
                <a:lnTo>
                  <a:pt x="1096" y="152"/>
                </a:lnTo>
                <a:lnTo>
                  <a:pt x="1097" y="151"/>
                </a:lnTo>
                <a:lnTo>
                  <a:pt x="1099" y="151"/>
                </a:lnTo>
                <a:lnTo>
                  <a:pt x="1101" y="152"/>
                </a:lnTo>
                <a:lnTo>
                  <a:pt x="1102" y="152"/>
                </a:lnTo>
                <a:lnTo>
                  <a:pt x="1102" y="151"/>
                </a:lnTo>
                <a:lnTo>
                  <a:pt x="1103" y="150"/>
                </a:lnTo>
                <a:lnTo>
                  <a:pt x="1104" y="150"/>
                </a:lnTo>
                <a:lnTo>
                  <a:pt x="1105" y="150"/>
                </a:lnTo>
                <a:lnTo>
                  <a:pt x="1106" y="150"/>
                </a:lnTo>
                <a:lnTo>
                  <a:pt x="1106" y="151"/>
                </a:lnTo>
                <a:lnTo>
                  <a:pt x="1107" y="151"/>
                </a:lnTo>
                <a:lnTo>
                  <a:pt x="1108" y="151"/>
                </a:lnTo>
                <a:lnTo>
                  <a:pt x="1110" y="151"/>
                </a:lnTo>
                <a:lnTo>
                  <a:pt x="1113" y="151"/>
                </a:lnTo>
                <a:lnTo>
                  <a:pt x="1115" y="151"/>
                </a:lnTo>
                <a:lnTo>
                  <a:pt x="1116" y="151"/>
                </a:lnTo>
                <a:lnTo>
                  <a:pt x="1117" y="151"/>
                </a:lnTo>
                <a:lnTo>
                  <a:pt x="1117" y="152"/>
                </a:lnTo>
                <a:lnTo>
                  <a:pt x="1118" y="152"/>
                </a:lnTo>
                <a:lnTo>
                  <a:pt x="1119" y="153"/>
                </a:lnTo>
                <a:lnTo>
                  <a:pt x="1121" y="153"/>
                </a:lnTo>
                <a:lnTo>
                  <a:pt x="1122" y="153"/>
                </a:lnTo>
                <a:lnTo>
                  <a:pt x="1124" y="152"/>
                </a:lnTo>
                <a:lnTo>
                  <a:pt x="1125" y="152"/>
                </a:lnTo>
                <a:lnTo>
                  <a:pt x="1127" y="151"/>
                </a:lnTo>
                <a:lnTo>
                  <a:pt x="1128" y="151"/>
                </a:lnTo>
                <a:lnTo>
                  <a:pt x="1129" y="151"/>
                </a:lnTo>
                <a:lnTo>
                  <a:pt x="1131" y="151"/>
                </a:lnTo>
                <a:lnTo>
                  <a:pt x="1132" y="150"/>
                </a:lnTo>
                <a:lnTo>
                  <a:pt x="1133" y="150"/>
                </a:lnTo>
                <a:lnTo>
                  <a:pt x="1135" y="150"/>
                </a:lnTo>
                <a:lnTo>
                  <a:pt x="1135" y="151"/>
                </a:lnTo>
                <a:lnTo>
                  <a:pt x="1137" y="151"/>
                </a:lnTo>
                <a:lnTo>
                  <a:pt x="1137" y="152"/>
                </a:lnTo>
                <a:lnTo>
                  <a:pt x="1139" y="153"/>
                </a:lnTo>
                <a:lnTo>
                  <a:pt x="1141" y="153"/>
                </a:lnTo>
                <a:lnTo>
                  <a:pt x="1143" y="154"/>
                </a:lnTo>
                <a:lnTo>
                  <a:pt x="1143" y="155"/>
                </a:lnTo>
                <a:lnTo>
                  <a:pt x="1144" y="155"/>
                </a:lnTo>
                <a:lnTo>
                  <a:pt x="1145" y="155"/>
                </a:lnTo>
                <a:lnTo>
                  <a:pt x="1147" y="158"/>
                </a:lnTo>
                <a:lnTo>
                  <a:pt x="1149" y="160"/>
                </a:lnTo>
                <a:lnTo>
                  <a:pt x="1149" y="161"/>
                </a:lnTo>
                <a:lnTo>
                  <a:pt x="1150" y="162"/>
                </a:lnTo>
                <a:lnTo>
                  <a:pt x="1151" y="162"/>
                </a:lnTo>
                <a:lnTo>
                  <a:pt x="1152" y="163"/>
                </a:lnTo>
                <a:lnTo>
                  <a:pt x="1152" y="164"/>
                </a:lnTo>
                <a:lnTo>
                  <a:pt x="1154" y="165"/>
                </a:lnTo>
                <a:lnTo>
                  <a:pt x="1155" y="165"/>
                </a:lnTo>
                <a:lnTo>
                  <a:pt x="1155" y="166"/>
                </a:lnTo>
                <a:lnTo>
                  <a:pt x="1156" y="168"/>
                </a:lnTo>
                <a:lnTo>
                  <a:pt x="1156" y="169"/>
                </a:lnTo>
                <a:lnTo>
                  <a:pt x="1156" y="170"/>
                </a:lnTo>
                <a:lnTo>
                  <a:pt x="1156" y="171"/>
                </a:lnTo>
                <a:lnTo>
                  <a:pt x="1156" y="172"/>
                </a:lnTo>
                <a:lnTo>
                  <a:pt x="1157" y="172"/>
                </a:lnTo>
                <a:lnTo>
                  <a:pt x="1157" y="173"/>
                </a:lnTo>
                <a:lnTo>
                  <a:pt x="1156" y="174"/>
                </a:lnTo>
                <a:lnTo>
                  <a:pt x="1155" y="174"/>
                </a:lnTo>
                <a:lnTo>
                  <a:pt x="1155" y="175"/>
                </a:lnTo>
                <a:lnTo>
                  <a:pt x="1155" y="176"/>
                </a:lnTo>
                <a:lnTo>
                  <a:pt x="1154" y="177"/>
                </a:lnTo>
                <a:lnTo>
                  <a:pt x="1154" y="178"/>
                </a:lnTo>
                <a:lnTo>
                  <a:pt x="1153" y="179"/>
                </a:lnTo>
                <a:lnTo>
                  <a:pt x="1153" y="180"/>
                </a:lnTo>
                <a:lnTo>
                  <a:pt x="1153" y="181"/>
                </a:lnTo>
                <a:lnTo>
                  <a:pt x="1153" y="182"/>
                </a:lnTo>
                <a:lnTo>
                  <a:pt x="1153" y="183"/>
                </a:lnTo>
                <a:lnTo>
                  <a:pt x="1153" y="184"/>
                </a:lnTo>
                <a:lnTo>
                  <a:pt x="1155" y="186"/>
                </a:lnTo>
                <a:lnTo>
                  <a:pt x="1156" y="186"/>
                </a:lnTo>
                <a:lnTo>
                  <a:pt x="1156" y="187"/>
                </a:lnTo>
                <a:lnTo>
                  <a:pt x="1156" y="188"/>
                </a:lnTo>
                <a:lnTo>
                  <a:pt x="1156" y="189"/>
                </a:lnTo>
                <a:lnTo>
                  <a:pt x="1156" y="190"/>
                </a:lnTo>
                <a:lnTo>
                  <a:pt x="1156" y="191"/>
                </a:lnTo>
                <a:lnTo>
                  <a:pt x="1157" y="192"/>
                </a:lnTo>
                <a:lnTo>
                  <a:pt x="1157" y="193"/>
                </a:lnTo>
                <a:lnTo>
                  <a:pt x="1157" y="194"/>
                </a:lnTo>
                <a:lnTo>
                  <a:pt x="1157" y="196"/>
                </a:lnTo>
                <a:lnTo>
                  <a:pt x="1158" y="197"/>
                </a:lnTo>
                <a:lnTo>
                  <a:pt x="1159" y="197"/>
                </a:lnTo>
                <a:lnTo>
                  <a:pt x="1159" y="198"/>
                </a:lnTo>
                <a:lnTo>
                  <a:pt x="1161" y="200"/>
                </a:lnTo>
                <a:lnTo>
                  <a:pt x="1162" y="200"/>
                </a:lnTo>
                <a:lnTo>
                  <a:pt x="1163" y="201"/>
                </a:lnTo>
                <a:lnTo>
                  <a:pt x="1163" y="203"/>
                </a:lnTo>
                <a:lnTo>
                  <a:pt x="1163" y="204"/>
                </a:lnTo>
                <a:lnTo>
                  <a:pt x="1163" y="205"/>
                </a:lnTo>
                <a:lnTo>
                  <a:pt x="1163" y="206"/>
                </a:lnTo>
                <a:lnTo>
                  <a:pt x="1163" y="209"/>
                </a:lnTo>
                <a:lnTo>
                  <a:pt x="1164" y="209"/>
                </a:lnTo>
                <a:lnTo>
                  <a:pt x="1165" y="210"/>
                </a:lnTo>
                <a:lnTo>
                  <a:pt x="1165" y="209"/>
                </a:lnTo>
                <a:lnTo>
                  <a:pt x="1166" y="209"/>
                </a:lnTo>
                <a:lnTo>
                  <a:pt x="1168" y="208"/>
                </a:lnTo>
                <a:lnTo>
                  <a:pt x="1169" y="208"/>
                </a:lnTo>
                <a:lnTo>
                  <a:pt x="1169" y="209"/>
                </a:lnTo>
                <a:lnTo>
                  <a:pt x="1170" y="210"/>
                </a:lnTo>
                <a:lnTo>
                  <a:pt x="1170" y="211"/>
                </a:lnTo>
                <a:lnTo>
                  <a:pt x="1171" y="211"/>
                </a:lnTo>
                <a:lnTo>
                  <a:pt x="1172" y="212"/>
                </a:lnTo>
                <a:lnTo>
                  <a:pt x="1172" y="214"/>
                </a:lnTo>
                <a:lnTo>
                  <a:pt x="1172" y="215"/>
                </a:lnTo>
                <a:lnTo>
                  <a:pt x="1173" y="215"/>
                </a:lnTo>
                <a:lnTo>
                  <a:pt x="1174" y="217"/>
                </a:lnTo>
                <a:lnTo>
                  <a:pt x="1174" y="218"/>
                </a:lnTo>
                <a:lnTo>
                  <a:pt x="1174" y="219"/>
                </a:lnTo>
                <a:lnTo>
                  <a:pt x="1175" y="220"/>
                </a:lnTo>
                <a:lnTo>
                  <a:pt x="1175" y="221"/>
                </a:lnTo>
                <a:lnTo>
                  <a:pt x="1175" y="222"/>
                </a:lnTo>
                <a:lnTo>
                  <a:pt x="1175" y="223"/>
                </a:lnTo>
                <a:lnTo>
                  <a:pt x="1176" y="224"/>
                </a:lnTo>
                <a:lnTo>
                  <a:pt x="1178" y="224"/>
                </a:lnTo>
                <a:lnTo>
                  <a:pt x="1179" y="223"/>
                </a:lnTo>
                <a:lnTo>
                  <a:pt x="1180" y="223"/>
                </a:lnTo>
                <a:lnTo>
                  <a:pt x="1180" y="224"/>
                </a:lnTo>
                <a:lnTo>
                  <a:pt x="1181" y="225"/>
                </a:lnTo>
                <a:lnTo>
                  <a:pt x="1182" y="225"/>
                </a:lnTo>
                <a:lnTo>
                  <a:pt x="1184" y="224"/>
                </a:lnTo>
                <a:lnTo>
                  <a:pt x="1184" y="223"/>
                </a:lnTo>
                <a:lnTo>
                  <a:pt x="1186" y="221"/>
                </a:lnTo>
                <a:lnTo>
                  <a:pt x="1188" y="221"/>
                </a:lnTo>
                <a:lnTo>
                  <a:pt x="1189" y="221"/>
                </a:lnTo>
                <a:lnTo>
                  <a:pt x="1192" y="222"/>
                </a:lnTo>
                <a:lnTo>
                  <a:pt x="1192" y="223"/>
                </a:lnTo>
                <a:lnTo>
                  <a:pt x="1193" y="223"/>
                </a:lnTo>
                <a:lnTo>
                  <a:pt x="1194" y="223"/>
                </a:lnTo>
                <a:lnTo>
                  <a:pt x="1195" y="224"/>
                </a:lnTo>
                <a:lnTo>
                  <a:pt x="1195" y="225"/>
                </a:lnTo>
                <a:lnTo>
                  <a:pt x="1196" y="225"/>
                </a:lnTo>
                <a:lnTo>
                  <a:pt x="1197" y="225"/>
                </a:lnTo>
                <a:lnTo>
                  <a:pt x="1198" y="225"/>
                </a:lnTo>
                <a:lnTo>
                  <a:pt x="1199" y="225"/>
                </a:lnTo>
                <a:lnTo>
                  <a:pt x="1199" y="226"/>
                </a:lnTo>
                <a:lnTo>
                  <a:pt x="1198" y="226"/>
                </a:lnTo>
                <a:lnTo>
                  <a:pt x="1195" y="227"/>
                </a:lnTo>
                <a:lnTo>
                  <a:pt x="1194" y="228"/>
                </a:lnTo>
                <a:lnTo>
                  <a:pt x="1193" y="228"/>
                </a:lnTo>
                <a:lnTo>
                  <a:pt x="1192" y="228"/>
                </a:lnTo>
                <a:lnTo>
                  <a:pt x="1192" y="229"/>
                </a:lnTo>
                <a:lnTo>
                  <a:pt x="1193" y="229"/>
                </a:lnTo>
                <a:lnTo>
                  <a:pt x="1193" y="230"/>
                </a:lnTo>
                <a:lnTo>
                  <a:pt x="1193" y="231"/>
                </a:lnTo>
                <a:lnTo>
                  <a:pt x="1193" y="232"/>
                </a:lnTo>
                <a:lnTo>
                  <a:pt x="1192" y="231"/>
                </a:lnTo>
                <a:lnTo>
                  <a:pt x="1191" y="231"/>
                </a:lnTo>
                <a:lnTo>
                  <a:pt x="1188" y="231"/>
                </a:lnTo>
                <a:lnTo>
                  <a:pt x="1185" y="231"/>
                </a:lnTo>
                <a:lnTo>
                  <a:pt x="1184" y="230"/>
                </a:lnTo>
                <a:lnTo>
                  <a:pt x="1184" y="229"/>
                </a:lnTo>
                <a:lnTo>
                  <a:pt x="1183" y="229"/>
                </a:lnTo>
                <a:lnTo>
                  <a:pt x="1183" y="228"/>
                </a:lnTo>
                <a:lnTo>
                  <a:pt x="1182" y="228"/>
                </a:lnTo>
                <a:lnTo>
                  <a:pt x="1181" y="228"/>
                </a:lnTo>
                <a:lnTo>
                  <a:pt x="1180" y="229"/>
                </a:lnTo>
                <a:lnTo>
                  <a:pt x="1179" y="229"/>
                </a:lnTo>
                <a:lnTo>
                  <a:pt x="1178" y="230"/>
                </a:lnTo>
                <a:lnTo>
                  <a:pt x="1177" y="230"/>
                </a:lnTo>
                <a:lnTo>
                  <a:pt x="1178" y="232"/>
                </a:lnTo>
                <a:lnTo>
                  <a:pt x="1179" y="234"/>
                </a:lnTo>
                <a:lnTo>
                  <a:pt x="1180" y="235"/>
                </a:lnTo>
                <a:lnTo>
                  <a:pt x="1180" y="236"/>
                </a:lnTo>
                <a:lnTo>
                  <a:pt x="1180" y="237"/>
                </a:lnTo>
                <a:lnTo>
                  <a:pt x="1180" y="238"/>
                </a:lnTo>
                <a:lnTo>
                  <a:pt x="1180" y="239"/>
                </a:lnTo>
                <a:lnTo>
                  <a:pt x="1181" y="240"/>
                </a:lnTo>
                <a:lnTo>
                  <a:pt x="1181" y="242"/>
                </a:lnTo>
                <a:lnTo>
                  <a:pt x="1181" y="243"/>
                </a:lnTo>
                <a:lnTo>
                  <a:pt x="1181" y="244"/>
                </a:lnTo>
                <a:lnTo>
                  <a:pt x="1180" y="246"/>
                </a:lnTo>
                <a:lnTo>
                  <a:pt x="1181" y="247"/>
                </a:lnTo>
                <a:lnTo>
                  <a:pt x="1181" y="248"/>
                </a:lnTo>
                <a:lnTo>
                  <a:pt x="1181" y="249"/>
                </a:lnTo>
                <a:lnTo>
                  <a:pt x="1182" y="249"/>
                </a:lnTo>
                <a:lnTo>
                  <a:pt x="1182" y="250"/>
                </a:lnTo>
                <a:lnTo>
                  <a:pt x="1183" y="251"/>
                </a:lnTo>
                <a:lnTo>
                  <a:pt x="1183" y="252"/>
                </a:lnTo>
                <a:lnTo>
                  <a:pt x="1184" y="253"/>
                </a:lnTo>
                <a:lnTo>
                  <a:pt x="1184" y="254"/>
                </a:lnTo>
                <a:lnTo>
                  <a:pt x="1185" y="257"/>
                </a:lnTo>
                <a:lnTo>
                  <a:pt x="1185" y="258"/>
                </a:lnTo>
                <a:lnTo>
                  <a:pt x="1185" y="260"/>
                </a:lnTo>
                <a:lnTo>
                  <a:pt x="1186" y="261"/>
                </a:lnTo>
                <a:lnTo>
                  <a:pt x="1186" y="262"/>
                </a:lnTo>
                <a:lnTo>
                  <a:pt x="1186" y="263"/>
                </a:lnTo>
                <a:lnTo>
                  <a:pt x="1187" y="264"/>
                </a:lnTo>
                <a:lnTo>
                  <a:pt x="1187" y="265"/>
                </a:lnTo>
                <a:lnTo>
                  <a:pt x="1188" y="266"/>
                </a:lnTo>
                <a:lnTo>
                  <a:pt x="1188" y="267"/>
                </a:lnTo>
                <a:lnTo>
                  <a:pt x="1188" y="268"/>
                </a:lnTo>
                <a:lnTo>
                  <a:pt x="1188" y="269"/>
                </a:lnTo>
                <a:lnTo>
                  <a:pt x="1189" y="269"/>
                </a:lnTo>
                <a:lnTo>
                  <a:pt x="1190" y="270"/>
                </a:lnTo>
                <a:lnTo>
                  <a:pt x="1190" y="271"/>
                </a:lnTo>
                <a:lnTo>
                  <a:pt x="1189" y="271"/>
                </a:lnTo>
                <a:lnTo>
                  <a:pt x="1188" y="272"/>
                </a:lnTo>
                <a:lnTo>
                  <a:pt x="1186" y="272"/>
                </a:lnTo>
                <a:lnTo>
                  <a:pt x="1186" y="273"/>
                </a:lnTo>
                <a:lnTo>
                  <a:pt x="1186" y="274"/>
                </a:lnTo>
                <a:lnTo>
                  <a:pt x="1186" y="275"/>
                </a:lnTo>
                <a:lnTo>
                  <a:pt x="1185" y="275"/>
                </a:lnTo>
                <a:lnTo>
                  <a:pt x="1186" y="276"/>
                </a:lnTo>
                <a:lnTo>
                  <a:pt x="1186" y="275"/>
                </a:lnTo>
                <a:lnTo>
                  <a:pt x="1187" y="275"/>
                </a:lnTo>
                <a:lnTo>
                  <a:pt x="1188" y="275"/>
                </a:lnTo>
                <a:lnTo>
                  <a:pt x="1188" y="276"/>
                </a:lnTo>
                <a:lnTo>
                  <a:pt x="1187" y="276"/>
                </a:lnTo>
                <a:lnTo>
                  <a:pt x="1186" y="277"/>
                </a:lnTo>
                <a:lnTo>
                  <a:pt x="1186" y="278"/>
                </a:lnTo>
                <a:lnTo>
                  <a:pt x="1185" y="280"/>
                </a:lnTo>
                <a:lnTo>
                  <a:pt x="1185" y="281"/>
                </a:lnTo>
                <a:lnTo>
                  <a:pt x="1184" y="281"/>
                </a:lnTo>
                <a:lnTo>
                  <a:pt x="1183" y="282"/>
                </a:lnTo>
                <a:lnTo>
                  <a:pt x="1182" y="284"/>
                </a:lnTo>
                <a:lnTo>
                  <a:pt x="1182" y="285"/>
                </a:lnTo>
                <a:lnTo>
                  <a:pt x="1183" y="285"/>
                </a:lnTo>
                <a:lnTo>
                  <a:pt x="1184" y="285"/>
                </a:lnTo>
                <a:lnTo>
                  <a:pt x="1185" y="286"/>
                </a:lnTo>
                <a:lnTo>
                  <a:pt x="1186" y="286"/>
                </a:lnTo>
                <a:lnTo>
                  <a:pt x="1188" y="287"/>
                </a:lnTo>
                <a:lnTo>
                  <a:pt x="1189" y="287"/>
                </a:lnTo>
                <a:lnTo>
                  <a:pt x="1190" y="286"/>
                </a:lnTo>
                <a:lnTo>
                  <a:pt x="1190" y="285"/>
                </a:lnTo>
                <a:lnTo>
                  <a:pt x="1191" y="285"/>
                </a:lnTo>
                <a:lnTo>
                  <a:pt x="1192" y="285"/>
                </a:lnTo>
                <a:lnTo>
                  <a:pt x="1192" y="286"/>
                </a:lnTo>
                <a:lnTo>
                  <a:pt x="1193" y="286"/>
                </a:lnTo>
                <a:lnTo>
                  <a:pt x="1194" y="286"/>
                </a:lnTo>
                <a:lnTo>
                  <a:pt x="1195" y="286"/>
                </a:lnTo>
                <a:lnTo>
                  <a:pt x="1196" y="286"/>
                </a:lnTo>
                <a:lnTo>
                  <a:pt x="1197" y="287"/>
                </a:lnTo>
                <a:lnTo>
                  <a:pt x="1197" y="288"/>
                </a:lnTo>
                <a:lnTo>
                  <a:pt x="1197" y="290"/>
                </a:lnTo>
                <a:lnTo>
                  <a:pt x="1196" y="291"/>
                </a:lnTo>
                <a:lnTo>
                  <a:pt x="1194" y="292"/>
                </a:lnTo>
                <a:lnTo>
                  <a:pt x="1193" y="292"/>
                </a:lnTo>
                <a:lnTo>
                  <a:pt x="1192" y="293"/>
                </a:lnTo>
                <a:lnTo>
                  <a:pt x="1191" y="293"/>
                </a:lnTo>
                <a:lnTo>
                  <a:pt x="1190" y="294"/>
                </a:lnTo>
                <a:lnTo>
                  <a:pt x="1190" y="295"/>
                </a:lnTo>
                <a:lnTo>
                  <a:pt x="1189" y="297"/>
                </a:lnTo>
                <a:lnTo>
                  <a:pt x="1189" y="299"/>
                </a:lnTo>
                <a:lnTo>
                  <a:pt x="1189" y="300"/>
                </a:lnTo>
                <a:lnTo>
                  <a:pt x="1189" y="302"/>
                </a:lnTo>
                <a:lnTo>
                  <a:pt x="1188" y="303"/>
                </a:lnTo>
                <a:lnTo>
                  <a:pt x="1188" y="304"/>
                </a:lnTo>
                <a:lnTo>
                  <a:pt x="1186" y="305"/>
                </a:lnTo>
                <a:lnTo>
                  <a:pt x="1185" y="305"/>
                </a:lnTo>
                <a:lnTo>
                  <a:pt x="1183" y="305"/>
                </a:lnTo>
                <a:lnTo>
                  <a:pt x="1183" y="304"/>
                </a:lnTo>
                <a:lnTo>
                  <a:pt x="1182" y="304"/>
                </a:lnTo>
                <a:lnTo>
                  <a:pt x="1181" y="304"/>
                </a:lnTo>
                <a:lnTo>
                  <a:pt x="1180" y="304"/>
                </a:lnTo>
                <a:lnTo>
                  <a:pt x="1179" y="304"/>
                </a:lnTo>
                <a:lnTo>
                  <a:pt x="1178" y="304"/>
                </a:lnTo>
                <a:lnTo>
                  <a:pt x="1178" y="303"/>
                </a:lnTo>
                <a:lnTo>
                  <a:pt x="1177" y="303"/>
                </a:lnTo>
                <a:lnTo>
                  <a:pt x="1175" y="304"/>
                </a:lnTo>
                <a:lnTo>
                  <a:pt x="1174" y="304"/>
                </a:lnTo>
                <a:lnTo>
                  <a:pt x="1174" y="305"/>
                </a:lnTo>
                <a:lnTo>
                  <a:pt x="1173" y="306"/>
                </a:lnTo>
                <a:lnTo>
                  <a:pt x="1174" y="306"/>
                </a:lnTo>
                <a:lnTo>
                  <a:pt x="1174" y="307"/>
                </a:lnTo>
                <a:lnTo>
                  <a:pt x="1174" y="308"/>
                </a:lnTo>
                <a:lnTo>
                  <a:pt x="1173" y="308"/>
                </a:lnTo>
                <a:lnTo>
                  <a:pt x="1173" y="310"/>
                </a:lnTo>
                <a:lnTo>
                  <a:pt x="1173" y="311"/>
                </a:lnTo>
                <a:lnTo>
                  <a:pt x="1173" y="312"/>
                </a:lnTo>
                <a:lnTo>
                  <a:pt x="1172" y="313"/>
                </a:lnTo>
                <a:lnTo>
                  <a:pt x="1172" y="314"/>
                </a:lnTo>
                <a:lnTo>
                  <a:pt x="1172" y="315"/>
                </a:lnTo>
                <a:lnTo>
                  <a:pt x="1172" y="316"/>
                </a:lnTo>
                <a:lnTo>
                  <a:pt x="1172" y="317"/>
                </a:lnTo>
                <a:lnTo>
                  <a:pt x="1173" y="317"/>
                </a:lnTo>
                <a:lnTo>
                  <a:pt x="1173" y="318"/>
                </a:lnTo>
                <a:lnTo>
                  <a:pt x="1174" y="320"/>
                </a:lnTo>
                <a:lnTo>
                  <a:pt x="1174" y="321"/>
                </a:lnTo>
                <a:lnTo>
                  <a:pt x="1175" y="323"/>
                </a:lnTo>
                <a:lnTo>
                  <a:pt x="1175" y="327"/>
                </a:lnTo>
                <a:lnTo>
                  <a:pt x="1176" y="328"/>
                </a:lnTo>
                <a:lnTo>
                  <a:pt x="1178" y="328"/>
                </a:lnTo>
                <a:lnTo>
                  <a:pt x="1179" y="328"/>
                </a:lnTo>
                <a:lnTo>
                  <a:pt x="1181" y="329"/>
                </a:lnTo>
                <a:lnTo>
                  <a:pt x="1185" y="329"/>
                </a:lnTo>
                <a:lnTo>
                  <a:pt x="1186" y="330"/>
                </a:lnTo>
                <a:lnTo>
                  <a:pt x="1187" y="330"/>
                </a:lnTo>
                <a:lnTo>
                  <a:pt x="1188" y="332"/>
                </a:lnTo>
                <a:lnTo>
                  <a:pt x="1188" y="333"/>
                </a:lnTo>
                <a:lnTo>
                  <a:pt x="1189" y="334"/>
                </a:lnTo>
                <a:lnTo>
                  <a:pt x="1190" y="334"/>
                </a:lnTo>
                <a:lnTo>
                  <a:pt x="1191" y="335"/>
                </a:lnTo>
                <a:lnTo>
                  <a:pt x="1192" y="336"/>
                </a:lnTo>
                <a:lnTo>
                  <a:pt x="1193" y="336"/>
                </a:lnTo>
                <a:lnTo>
                  <a:pt x="1192" y="336"/>
                </a:lnTo>
                <a:lnTo>
                  <a:pt x="1192" y="337"/>
                </a:lnTo>
                <a:lnTo>
                  <a:pt x="1193" y="337"/>
                </a:lnTo>
                <a:lnTo>
                  <a:pt x="1194" y="338"/>
                </a:lnTo>
                <a:lnTo>
                  <a:pt x="1195" y="338"/>
                </a:lnTo>
                <a:lnTo>
                  <a:pt x="1196" y="338"/>
                </a:lnTo>
                <a:lnTo>
                  <a:pt x="1197" y="339"/>
                </a:lnTo>
                <a:lnTo>
                  <a:pt x="1197" y="340"/>
                </a:lnTo>
                <a:lnTo>
                  <a:pt x="1197" y="341"/>
                </a:lnTo>
                <a:lnTo>
                  <a:pt x="1198" y="342"/>
                </a:lnTo>
                <a:lnTo>
                  <a:pt x="1199" y="342"/>
                </a:lnTo>
                <a:lnTo>
                  <a:pt x="1200" y="342"/>
                </a:lnTo>
                <a:lnTo>
                  <a:pt x="1201" y="342"/>
                </a:lnTo>
                <a:lnTo>
                  <a:pt x="1202" y="343"/>
                </a:lnTo>
                <a:lnTo>
                  <a:pt x="1202" y="344"/>
                </a:lnTo>
                <a:lnTo>
                  <a:pt x="1202" y="345"/>
                </a:lnTo>
                <a:lnTo>
                  <a:pt x="1203" y="345"/>
                </a:lnTo>
                <a:lnTo>
                  <a:pt x="1204" y="345"/>
                </a:lnTo>
                <a:lnTo>
                  <a:pt x="1205" y="345"/>
                </a:lnTo>
                <a:lnTo>
                  <a:pt x="1206" y="345"/>
                </a:lnTo>
                <a:lnTo>
                  <a:pt x="1207" y="344"/>
                </a:lnTo>
                <a:lnTo>
                  <a:pt x="1208" y="343"/>
                </a:lnTo>
                <a:lnTo>
                  <a:pt x="1209" y="344"/>
                </a:lnTo>
                <a:lnTo>
                  <a:pt x="1210" y="344"/>
                </a:lnTo>
                <a:lnTo>
                  <a:pt x="1211" y="344"/>
                </a:lnTo>
                <a:lnTo>
                  <a:pt x="1212" y="344"/>
                </a:lnTo>
                <a:lnTo>
                  <a:pt x="1212" y="346"/>
                </a:lnTo>
                <a:lnTo>
                  <a:pt x="1213" y="346"/>
                </a:lnTo>
                <a:lnTo>
                  <a:pt x="1213" y="347"/>
                </a:lnTo>
                <a:lnTo>
                  <a:pt x="1213" y="348"/>
                </a:lnTo>
                <a:lnTo>
                  <a:pt x="1214" y="349"/>
                </a:lnTo>
                <a:lnTo>
                  <a:pt x="1215" y="350"/>
                </a:lnTo>
                <a:lnTo>
                  <a:pt x="1216" y="350"/>
                </a:lnTo>
                <a:lnTo>
                  <a:pt x="1217" y="350"/>
                </a:lnTo>
                <a:lnTo>
                  <a:pt x="1217" y="349"/>
                </a:lnTo>
                <a:lnTo>
                  <a:pt x="1218" y="349"/>
                </a:lnTo>
                <a:lnTo>
                  <a:pt x="1218" y="348"/>
                </a:lnTo>
                <a:lnTo>
                  <a:pt x="1219" y="348"/>
                </a:lnTo>
                <a:lnTo>
                  <a:pt x="1221" y="349"/>
                </a:lnTo>
                <a:lnTo>
                  <a:pt x="1222" y="349"/>
                </a:lnTo>
                <a:lnTo>
                  <a:pt x="1223" y="351"/>
                </a:lnTo>
                <a:lnTo>
                  <a:pt x="1224" y="351"/>
                </a:lnTo>
                <a:lnTo>
                  <a:pt x="1224" y="352"/>
                </a:lnTo>
                <a:lnTo>
                  <a:pt x="1224" y="353"/>
                </a:lnTo>
                <a:lnTo>
                  <a:pt x="1224" y="354"/>
                </a:lnTo>
                <a:lnTo>
                  <a:pt x="1225" y="356"/>
                </a:lnTo>
                <a:lnTo>
                  <a:pt x="1225" y="357"/>
                </a:lnTo>
                <a:lnTo>
                  <a:pt x="1227" y="357"/>
                </a:lnTo>
                <a:lnTo>
                  <a:pt x="1228" y="357"/>
                </a:lnTo>
                <a:lnTo>
                  <a:pt x="1228" y="358"/>
                </a:lnTo>
                <a:lnTo>
                  <a:pt x="1229" y="359"/>
                </a:lnTo>
                <a:lnTo>
                  <a:pt x="1230" y="360"/>
                </a:lnTo>
                <a:lnTo>
                  <a:pt x="1231" y="360"/>
                </a:lnTo>
                <a:lnTo>
                  <a:pt x="1232" y="361"/>
                </a:lnTo>
                <a:lnTo>
                  <a:pt x="1233" y="362"/>
                </a:lnTo>
                <a:lnTo>
                  <a:pt x="1233" y="363"/>
                </a:lnTo>
                <a:lnTo>
                  <a:pt x="1234" y="363"/>
                </a:lnTo>
                <a:lnTo>
                  <a:pt x="1234" y="364"/>
                </a:lnTo>
                <a:lnTo>
                  <a:pt x="1235" y="363"/>
                </a:lnTo>
                <a:lnTo>
                  <a:pt x="1236" y="363"/>
                </a:lnTo>
                <a:lnTo>
                  <a:pt x="1237" y="363"/>
                </a:lnTo>
                <a:lnTo>
                  <a:pt x="1238" y="363"/>
                </a:lnTo>
                <a:lnTo>
                  <a:pt x="1240" y="362"/>
                </a:lnTo>
                <a:lnTo>
                  <a:pt x="1243" y="360"/>
                </a:lnTo>
                <a:lnTo>
                  <a:pt x="1244" y="361"/>
                </a:lnTo>
                <a:lnTo>
                  <a:pt x="1245" y="362"/>
                </a:lnTo>
                <a:lnTo>
                  <a:pt x="1245" y="363"/>
                </a:lnTo>
                <a:lnTo>
                  <a:pt x="1246" y="365"/>
                </a:lnTo>
                <a:lnTo>
                  <a:pt x="1247" y="366"/>
                </a:lnTo>
                <a:lnTo>
                  <a:pt x="1247" y="367"/>
                </a:lnTo>
                <a:lnTo>
                  <a:pt x="1248" y="367"/>
                </a:lnTo>
                <a:lnTo>
                  <a:pt x="1249" y="367"/>
                </a:lnTo>
                <a:lnTo>
                  <a:pt x="1249" y="368"/>
                </a:lnTo>
                <a:lnTo>
                  <a:pt x="1250" y="368"/>
                </a:lnTo>
                <a:lnTo>
                  <a:pt x="1250" y="369"/>
                </a:lnTo>
                <a:lnTo>
                  <a:pt x="1251" y="369"/>
                </a:lnTo>
                <a:lnTo>
                  <a:pt x="1251" y="368"/>
                </a:lnTo>
                <a:lnTo>
                  <a:pt x="1252" y="368"/>
                </a:lnTo>
                <a:lnTo>
                  <a:pt x="1253" y="367"/>
                </a:lnTo>
                <a:lnTo>
                  <a:pt x="1254" y="367"/>
                </a:lnTo>
                <a:lnTo>
                  <a:pt x="1255" y="367"/>
                </a:lnTo>
                <a:lnTo>
                  <a:pt x="1256" y="367"/>
                </a:lnTo>
                <a:lnTo>
                  <a:pt x="1257" y="367"/>
                </a:lnTo>
                <a:lnTo>
                  <a:pt x="1259" y="367"/>
                </a:lnTo>
                <a:lnTo>
                  <a:pt x="1260" y="367"/>
                </a:lnTo>
                <a:lnTo>
                  <a:pt x="1260" y="366"/>
                </a:lnTo>
                <a:lnTo>
                  <a:pt x="1261" y="366"/>
                </a:lnTo>
                <a:lnTo>
                  <a:pt x="1262" y="366"/>
                </a:lnTo>
                <a:lnTo>
                  <a:pt x="1263" y="366"/>
                </a:lnTo>
                <a:lnTo>
                  <a:pt x="1263" y="365"/>
                </a:lnTo>
                <a:lnTo>
                  <a:pt x="1263" y="364"/>
                </a:lnTo>
                <a:lnTo>
                  <a:pt x="1263" y="363"/>
                </a:lnTo>
                <a:lnTo>
                  <a:pt x="1264" y="363"/>
                </a:lnTo>
                <a:lnTo>
                  <a:pt x="1265" y="363"/>
                </a:lnTo>
                <a:lnTo>
                  <a:pt x="1268" y="365"/>
                </a:lnTo>
                <a:lnTo>
                  <a:pt x="1269" y="367"/>
                </a:lnTo>
                <a:lnTo>
                  <a:pt x="1269" y="368"/>
                </a:lnTo>
                <a:lnTo>
                  <a:pt x="1270" y="368"/>
                </a:lnTo>
                <a:lnTo>
                  <a:pt x="1271" y="369"/>
                </a:lnTo>
                <a:lnTo>
                  <a:pt x="1272" y="370"/>
                </a:lnTo>
                <a:lnTo>
                  <a:pt x="1273" y="371"/>
                </a:lnTo>
                <a:lnTo>
                  <a:pt x="1273" y="372"/>
                </a:lnTo>
                <a:lnTo>
                  <a:pt x="1273" y="373"/>
                </a:lnTo>
                <a:lnTo>
                  <a:pt x="1273" y="374"/>
                </a:lnTo>
                <a:lnTo>
                  <a:pt x="1273" y="375"/>
                </a:lnTo>
                <a:lnTo>
                  <a:pt x="1274" y="376"/>
                </a:lnTo>
                <a:lnTo>
                  <a:pt x="1275" y="375"/>
                </a:lnTo>
                <a:lnTo>
                  <a:pt x="1276" y="375"/>
                </a:lnTo>
                <a:lnTo>
                  <a:pt x="1276" y="376"/>
                </a:lnTo>
                <a:lnTo>
                  <a:pt x="1278" y="376"/>
                </a:lnTo>
                <a:lnTo>
                  <a:pt x="1279" y="375"/>
                </a:lnTo>
                <a:lnTo>
                  <a:pt x="1280" y="375"/>
                </a:lnTo>
                <a:lnTo>
                  <a:pt x="1281" y="374"/>
                </a:lnTo>
                <a:lnTo>
                  <a:pt x="1281" y="375"/>
                </a:lnTo>
                <a:lnTo>
                  <a:pt x="1282" y="375"/>
                </a:lnTo>
                <a:lnTo>
                  <a:pt x="1282" y="374"/>
                </a:lnTo>
                <a:lnTo>
                  <a:pt x="1283" y="373"/>
                </a:lnTo>
                <a:lnTo>
                  <a:pt x="1284" y="372"/>
                </a:lnTo>
                <a:lnTo>
                  <a:pt x="1285" y="372"/>
                </a:lnTo>
                <a:lnTo>
                  <a:pt x="1286" y="372"/>
                </a:lnTo>
                <a:lnTo>
                  <a:pt x="1288" y="371"/>
                </a:lnTo>
                <a:lnTo>
                  <a:pt x="1288" y="370"/>
                </a:lnTo>
                <a:lnTo>
                  <a:pt x="1289" y="370"/>
                </a:lnTo>
                <a:lnTo>
                  <a:pt x="1289" y="369"/>
                </a:lnTo>
                <a:lnTo>
                  <a:pt x="1291" y="369"/>
                </a:lnTo>
                <a:lnTo>
                  <a:pt x="1292" y="369"/>
                </a:lnTo>
                <a:lnTo>
                  <a:pt x="1293" y="368"/>
                </a:lnTo>
                <a:lnTo>
                  <a:pt x="1295" y="368"/>
                </a:lnTo>
                <a:lnTo>
                  <a:pt x="1296" y="368"/>
                </a:lnTo>
                <a:lnTo>
                  <a:pt x="1297" y="368"/>
                </a:lnTo>
                <a:lnTo>
                  <a:pt x="1298" y="367"/>
                </a:lnTo>
                <a:lnTo>
                  <a:pt x="1298" y="366"/>
                </a:lnTo>
                <a:lnTo>
                  <a:pt x="1299" y="366"/>
                </a:lnTo>
                <a:lnTo>
                  <a:pt x="1300" y="366"/>
                </a:lnTo>
                <a:lnTo>
                  <a:pt x="1301" y="366"/>
                </a:lnTo>
                <a:lnTo>
                  <a:pt x="1302" y="367"/>
                </a:lnTo>
                <a:lnTo>
                  <a:pt x="1303" y="367"/>
                </a:lnTo>
                <a:lnTo>
                  <a:pt x="1305" y="367"/>
                </a:lnTo>
                <a:lnTo>
                  <a:pt x="1305" y="368"/>
                </a:lnTo>
                <a:lnTo>
                  <a:pt x="1306" y="368"/>
                </a:lnTo>
                <a:lnTo>
                  <a:pt x="1307" y="368"/>
                </a:lnTo>
                <a:lnTo>
                  <a:pt x="1308" y="368"/>
                </a:lnTo>
                <a:lnTo>
                  <a:pt x="1308" y="369"/>
                </a:lnTo>
                <a:lnTo>
                  <a:pt x="1308" y="370"/>
                </a:lnTo>
                <a:lnTo>
                  <a:pt x="1309" y="372"/>
                </a:lnTo>
                <a:lnTo>
                  <a:pt x="1310" y="372"/>
                </a:lnTo>
                <a:lnTo>
                  <a:pt x="1310" y="373"/>
                </a:lnTo>
                <a:lnTo>
                  <a:pt x="1311" y="374"/>
                </a:lnTo>
                <a:lnTo>
                  <a:pt x="1311" y="375"/>
                </a:lnTo>
                <a:lnTo>
                  <a:pt x="1312" y="377"/>
                </a:lnTo>
                <a:lnTo>
                  <a:pt x="1313" y="377"/>
                </a:lnTo>
                <a:lnTo>
                  <a:pt x="1315" y="377"/>
                </a:lnTo>
                <a:lnTo>
                  <a:pt x="1318" y="376"/>
                </a:lnTo>
                <a:lnTo>
                  <a:pt x="1319" y="375"/>
                </a:lnTo>
                <a:lnTo>
                  <a:pt x="1321" y="374"/>
                </a:lnTo>
                <a:lnTo>
                  <a:pt x="1323" y="374"/>
                </a:lnTo>
                <a:lnTo>
                  <a:pt x="1324" y="373"/>
                </a:lnTo>
                <a:lnTo>
                  <a:pt x="1325" y="373"/>
                </a:lnTo>
                <a:lnTo>
                  <a:pt x="1326" y="372"/>
                </a:lnTo>
                <a:lnTo>
                  <a:pt x="1326" y="371"/>
                </a:lnTo>
                <a:lnTo>
                  <a:pt x="1327" y="370"/>
                </a:lnTo>
                <a:lnTo>
                  <a:pt x="1328" y="370"/>
                </a:lnTo>
                <a:lnTo>
                  <a:pt x="1329" y="370"/>
                </a:lnTo>
                <a:lnTo>
                  <a:pt x="1330" y="369"/>
                </a:lnTo>
                <a:lnTo>
                  <a:pt x="1331" y="368"/>
                </a:lnTo>
                <a:lnTo>
                  <a:pt x="1331" y="366"/>
                </a:lnTo>
                <a:lnTo>
                  <a:pt x="1331" y="365"/>
                </a:lnTo>
                <a:lnTo>
                  <a:pt x="1331" y="364"/>
                </a:lnTo>
                <a:lnTo>
                  <a:pt x="1331" y="363"/>
                </a:lnTo>
                <a:lnTo>
                  <a:pt x="1332" y="362"/>
                </a:lnTo>
                <a:lnTo>
                  <a:pt x="1333" y="363"/>
                </a:lnTo>
                <a:lnTo>
                  <a:pt x="1334" y="363"/>
                </a:lnTo>
                <a:lnTo>
                  <a:pt x="1334" y="362"/>
                </a:lnTo>
                <a:lnTo>
                  <a:pt x="1335" y="362"/>
                </a:lnTo>
                <a:lnTo>
                  <a:pt x="1336" y="362"/>
                </a:lnTo>
                <a:lnTo>
                  <a:pt x="1337" y="363"/>
                </a:lnTo>
                <a:lnTo>
                  <a:pt x="1337" y="364"/>
                </a:lnTo>
                <a:lnTo>
                  <a:pt x="1339" y="365"/>
                </a:lnTo>
                <a:lnTo>
                  <a:pt x="1340" y="365"/>
                </a:lnTo>
                <a:lnTo>
                  <a:pt x="1341" y="364"/>
                </a:lnTo>
                <a:lnTo>
                  <a:pt x="1342" y="364"/>
                </a:lnTo>
                <a:lnTo>
                  <a:pt x="1343" y="365"/>
                </a:lnTo>
                <a:lnTo>
                  <a:pt x="1344" y="364"/>
                </a:lnTo>
                <a:lnTo>
                  <a:pt x="1345" y="364"/>
                </a:lnTo>
                <a:lnTo>
                  <a:pt x="1345" y="363"/>
                </a:lnTo>
                <a:lnTo>
                  <a:pt x="1346" y="363"/>
                </a:lnTo>
                <a:lnTo>
                  <a:pt x="1347" y="361"/>
                </a:lnTo>
                <a:lnTo>
                  <a:pt x="1348" y="361"/>
                </a:lnTo>
                <a:lnTo>
                  <a:pt x="1349" y="361"/>
                </a:lnTo>
                <a:lnTo>
                  <a:pt x="1349" y="360"/>
                </a:lnTo>
                <a:lnTo>
                  <a:pt x="1350" y="360"/>
                </a:lnTo>
                <a:lnTo>
                  <a:pt x="1351" y="359"/>
                </a:lnTo>
                <a:lnTo>
                  <a:pt x="1352" y="360"/>
                </a:lnTo>
                <a:lnTo>
                  <a:pt x="1352" y="359"/>
                </a:lnTo>
                <a:lnTo>
                  <a:pt x="1353" y="359"/>
                </a:lnTo>
                <a:lnTo>
                  <a:pt x="1353" y="358"/>
                </a:lnTo>
                <a:lnTo>
                  <a:pt x="1354" y="357"/>
                </a:lnTo>
                <a:lnTo>
                  <a:pt x="1354" y="356"/>
                </a:lnTo>
                <a:lnTo>
                  <a:pt x="1354" y="355"/>
                </a:lnTo>
                <a:lnTo>
                  <a:pt x="1356" y="353"/>
                </a:lnTo>
                <a:lnTo>
                  <a:pt x="1357" y="353"/>
                </a:lnTo>
                <a:lnTo>
                  <a:pt x="1358" y="353"/>
                </a:lnTo>
                <a:lnTo>
                  <a:pt x="1358" y="354"/>
                </a:lnTo>
                <a:lnTo>
                  <a:pt x="1361" y="352"/>
                </a:lnTo>
                <a:lnTo>
                  <a:pt x="1363" y="351"/>
                </a:lnTo>
                <a:lnTo>
                  <a:pt x="1364" y="351"/>
                </a:lnTo>
                <a:lnTo>
                  <a:pt x="1365" y="350"/>
                </a:lnTo>
                <a:lnTo>
                  <a:pt x="1366" y="349"/>
                </a:lnTo>
                <a:lnTo>
                  <a:pt x="1366" y="348"/>
                </a:lnTo>
                <a:lnTo>
                  <a:pt x="1368" y="348"/>
                </a:lnTo>
                <a:lnTo>
                  <a:pt x="1369" y="348"/>
                </a:lnTo>
                <a:lnTo>
                  <a:pt x="1369" y="349"/>
                </a:lnTo>
                <a:lnTo>
                  <a:pt x="1370" y="349"/>
                </a:lnTo>
                <a:lnTo>
                  <a:pt x="1370" y="348"/>
                </a:lnTo>
                <a:lnTo>
                  <a:pt x="1371" y="348"/>
                </a:lnTo>
                <a:lnTo>
                  <a:pt x="1371" y="347"/>
                </a:lnTo>
                <a:lnTo>
                  <a:pt x="1371" y="346"/>
                </a:lnTo>
                <a:lnTo>
                  <a:pt x="1371" y="345"/>
                </a:lnTo>
                <a:lnTo>
                  <a:pt x="1372" y="344"/>
                </a:lnTo>
                <a:lnTo>
                  <a:pt x="1372" y="343"/>
                </a:lnTo>
                <a:lnTo>
                  <a:pt x="1371" y="341"/>
                </a:lnTo>
                <a:lnTo>
                  <a:pt x="1370" y="341"/>
                </a:lnTo>
                <a:lnTo>
                  <a:pt x="1370" y="342"/>
                </a:lnTo>
                <a:lnTo>
                  <a:pt x="1370" y="343"/>
                </a:lnTo>
                <a:lnTo>
                  <a:pt x="1369" y="343"/>
                </a:lnTo>
                <a:lnTo>
                  <a:pt x="1369" y="342"/>
                </a:lnTo>
                <a:lnTo>
                  <a:pt x="1370" y="342"/>
                </a:lnTo>
                <a:lnTo>
                  <a:pt x="1369" y="341"/>
                </a:lnTo>
                <a:lnTo>
                  <a:pt x="1369" y="340"/>
                </a:lnTo>
                <a:lnTo>
                  <a:pt x="1368" y="340"/>
                </a:lnTo>
                <a:lnTo>
                  <a:pt x="1367" y="340"/>
                </a:lnTo>
                <a:lnTo>
                  <a:pt x="1367" y="338"/>
                </a:lnTo>
                <a:lnTo>
                  <a:pt x="1366" y="338"/>
                </a:lnTo>
                <a:lnTo>
                  <a:pt x="1366" y="337"/>
                </a:lnTo>
                <a:lnTo>
                  <a:pt x="1366" y="336"/>
                </a:lnTo>
                <a:lnTo>
                  <a:pt x="1365" y="334"/>
                </a:lnTo>
                <a:lnTo>
                  <a:pt x="1364" y="333"/>
                </a:lnTo>
                <a:lnTo>
                  <a:pt x="1364" y="332"/>
                </a:lnTo>
                <a:lnTo>
                  <a:pt x="1363" y="331"/>
                </a:lnTo>
                <a:lnTo>
                  <a:pt x="1363" y="329"/>
                </a:lnTo>
                <a:lnTo>
                  <a:pt x="1362" y="329"/>
                </a:lnTo>
                <a:lnTo>
                  <a:pt x="1361" y="328"/>
                </a:lnTo>
                <a:lnTo>
                  <a:pt x="1361" y="327"/>
                </a:lnTo>
                <a:lnTo>
                  <a:pt x="1361" y="326"/>
                </a:lnTo>
                <a:lnTo>
                  <a:pt x="1362" y="326"/>
                </a:lnTo>
                <a:lnTo>
                  <a:pt x="1362" y="325"/>
                </a:lnTo>
                <a:lnTo>
                  <a:pt x="1361" y="325"/>
                </a:lnTo>
                <a:lnTo>
                  <a:pt x="1360" y="325"/>
                </a:lnTo>
                <a:lnTo>
                  <a:pt x="1360" y="324"/>
                </a:lnTo>
                <a:lnTo>
                  <a:pt x="1361" y="324"/>
                </a:lnTo>
                <a:lnTo>
                  <a:pt x="1362" y="324"/>
                </a:lnTo>
                <a:lnTo>
                  <a:pt x="1362" y="323"/>
                </a:lnTo>
                <a:lnTo>
                  <a:pt x="1361" y="321"/>
                </a:lnTo>
                <a:lnTo>
                  <a:pt x="1360" y="320"/>
                </a:lnTo>
                <a:lnTo>
                  <a:pt x="1360" y="318"/>
                </a:lnTo>
                <a:lnTo>
                  <a:pt x="1362" y="318"/>
                </a:lnTo>
                <a:lnTo>
                  <a:pt x="1362" y="317"/>
                </a:lnTo>
                <a:lnTo>
                  <a:pt x="1363" y="317"/>
                </a:lnTo>
                <a:lnTo>
                  <a:pt x="1364" y="315"/>
                </a:lnTo>
                <a:lnTo>
                  <a:pt x="1364" y="313"/>
                </a:lnTo>
                <a:lnTo>
                  <a:pt x="1364" y="312"/>
                </a:lnTo>
                <a:lnTo>
                  <a:pt x="1364" y="310"/>
                </a:lnTo>
                <a:lnTo>
                  <a:pt x="1366" y="308"/>
                </a:lnTo>
                <a:lnTo>
                  <a:pt x="1366" y="307"/>
                </a:lnTo>
                <a:lnTo>
                  <a:pt x="1368" y="307"/>
                </a:lnTo>
                <a:lnTo>
                  <a:pt x="1369" y="307"/>
                </a:lnTo>
                <a:lnTo>
                  <a:pt x="1370" y="307"/>
                </a:lnTo>
                <a:lnTo>
                  <a:pt x="1371" y="307"/>
                </a:lnTo>
                <a:lnTo>
                  <a:pt x="1373" y="307"/>
                </a:lnTo>
                <a:lnTo>
                  <a:pt x="1376" y="309"/>
                </a:lnTo>
                <a:lnTo>
                  <a:pt x="1377" y="309"/>
                </a:lnTo>
                <a:lnTo>
                  <a:pt x="1378" y="311"/>
                </a:lnTo>
                <a:lnTo>
                  <a:pt x="1379" y="312"/>
                </a:lnTo>
                <a:lnTo>
                  <a:pt x="1378" y="312"/>
                </a:lnTo>
                <a:lnTo>
                  <a:pt x="1378" y="313"/>
                </a:lnTo>
                <a:lnTo>
                  <a:pt x="1378" y="314"/>
                </a:lnTo>
                <a:lnTo>
                  <a:pt x="1378" y="315"/>
                </a:lnTo>
                <a:lnTo>
                  <a:pt x="1378" y="316"/>
                </a:lnTo>
                <a:lnTo>
                  <a:pt x="1377" y="316"/>
                </a:lnTo>
                <a:lnTo>
                  <a:pt x="1377" y="317"/>
                </a:lnTo>
                <a:lnTo>
                  <a:pt x="1378" y="318"/>
                </a:lnTo>
                <a:lnTo>
                  <a:pt x="1379" y="320"/>
                </a:lnTo>
                <a:lnTo>
                  <a:pt x="1379" y="321"/>
                </a:lnTo>
                <a:lnTo>
                  <a:pt x="1380" y="321"/>
                </a:lnTo>
                <a:lnTo>
                  <a:pt x="1380" y="322"/>
                </a:lnTo>
                <a:lnTo>
                  <a:pt x="1381" y="322"/>
                </a:lnTo>
                <a:lnTo>
                  <a:pt x="1383" y="324"/>
                </a:lnTo>
                <a:lnTo>
                  <a:pt x="1383" y="325"/>
                </a:lnTo>
                <a:lnTo>
                  <a:pt x="1383" y="326"/>
                </a:lnTo>
                <a:lnTo>
                  <a:pt x="1383" y="327"/>
                </a:lnTo>
                <a:lnTo>
                  <a:pt x="1383" y="328"/>
                </a:lnTo>
                <a:lnTo>
                  <a:pt x="1384" y="329"/>
                </a:lnTo>
                <a:lnTo>
                  <a:pt x="1384" y="330"/>
                </a:lnTo>
                <a:lnTo>
                  <a:pt x="1385" y="331"/>
                </a:lnTo>
                <a:lnTo>
                  <a:pt x="1385" y="332"/>
                </a:lnTo>
                <a:lnTo>
                  <a:pt x="1384" y="332"/>
                </a:lnTo>
                <a:lnTo>
                  <a:pt x="1384" y="333"/>
                </a:lnTo>
                <a:lnTo>
                  <a:pt x="1384" y="334"/>
                </a:lnTo>
                <a:lnTo>
                  <a:pt x="1384" y="335"/>
                </a:lnTo>
                <a:lnTo>
                  <a:pt x="1385" y="336"/>
                </a:lnTo>
                <a:lnTo>
                  <a:pt x="1386" y="336"/>
                </a:lnTo>
                <a:lnTo>
                  <a:pt x="1387" y="336"/>
                </a:lnTo>
                <a:lnTo>
                  <a:pt x="1388" y="335"/>
                </a:lnTo>
                <a:lnTo>
                  <a:pt x="1388" y="336"/>
                </a:lnTo>
                <a:lnTo>
                  <a:pt x="1389" y="336"/>
                </a:lnTo>
                <a:lnTo>
                  <a:pt x="1389" y="337"/>
                </a:lnTo>
                <a:lnTo>
                  <a:pt x="1388" y="338"/>
                </a:lnTo>
                <a:lnTo>
                  <a:pt x="1388" y="339"/>
                </a:lnTo>
                <a:lnTo>
                  <a:pt x="1389" y="340"/>
                </a:lnTo>
                <a:lnTo>
                  <a:pt x="1389" y="341"/>
                </a:lnTo>
                <a:lnTo>
                  <a:pt x="1390" y="341"/>
                </a:lnTo>
                <a:lnTo>
                  <a:pt x="1391" y="342"/>
                </a:lnTo>
                <a:lnTo>
                  <a:pt x="1390" y="343"/>
                </a:lnTo>
                <a:lnTo>
                  <a:pt x="1390" y="344"/>
                </a:lnTo>
                <a:lnTo>
                  <a:pt x="1389" y="344"/>
                </a:lnTo>
                <a:lnTo>
                  <a:pt x="1389" y="345"/>
                </a:lnTo>
                <a:lnTo>
                  <a:pt x="1388" y="345"/>
                </a:lnTo>
                <a:lnTo>
                  <a:pt x="1389" y="347"/>
                </a:lnTo>
                <a:lnTo>
                  <a:pt x="1389" y="348"/>
                </a:lnTo>
                <a:lnTo>
                  <a:pt x="1389" y="349"/>
                </a:lnTo>
                <a:lnTo>
                  <a:pt x="1390" y="350"/>
                </a:lnTo>
                <a:lnTo>
                  <a:pt x="1391" y="350"/>
                </a:lnTo>
                <a:lnTo>
                  <a:pt x="1392" y="350"/>
                </a:lnTo>
                <a:lnTo>
                  <a:pt x="1392" y="349"/>
                </a:lnTo>
                <a:lnTo>
                  <a:pt x="1393" y="349"/>
                </a:lnTo>
                <a:lnTo>
                  <a:pt x="1394" y="349"/>
                </a:lnTo>
                <a:lnTo>
                  <a:pt x="1394" y="350"/>
                </a:lnTo>
                <a:lnTo>
                  <a:pt x="1394" y="351"/>
                </a:lnTo>
                <a:lnTo>
                  <a:pt x="1394" y="352"/>
                </a:lnTo>
                <a:lnTo>
                  <a:pt x="1394" y="353"/>
                </a:lnTo>
                <a:lnTo>
                  <a:pt x="1394" y="354"/>
                </a:lnTo>
                <a:lnTo>
                  <a:pt x="1395" y="355"/>
                </a:lnTo>
                <a:lnTo>
                  <a:pt x="1398" y="355"/>
                </a:lnTo>
                <a:lnTo>
                  <a:pt x="1399" y="355"/>
                </a:lnTo>
                <a:lnTo>
                  <a:pt x="1400" y="354"/>
                </a:lnTo>
                <a:lnTo>
                  <a:pt x="1401" y="354"/>
                </a:lnTo>
                <a:lnTo>
                  <a:pt x="1401" y="353"/>
                </a:lnTo>
                <a:lnTo>
                  <a:pt x="1402" y="353"/>
                </a:lnTo>
                <a:lnTo>
                  <a:pt x="1403" y="353"/>
                </a:lnTo>
                <a:lnTo>
                  <a:pt x="1404" y="352"/>
                </a:lnTo>
                <a:lnTo>
                  <a:pt x="1404" y="351"/>
                </a:lnTo>
                <a:lnTo>
                  <a:pt x="1405" y="351"/>
                </a:lnTo>
                <a:lnTo>
                  <a:pt x="1406" y="351"/>
                </a:lnTo>
                <a:lnTo>
                  <a:pt x="1407" y="350"/>
                </a:lnTo>
                <a:lnTo>
                  <a:pt x="1407" y="349"/>
                </a:lnTo>
                <a:lnTo>
                  <a:pt x="1409" y="349"/>
                </a:lnTo>
                <a:lnTo>
                  <a:pt x="1409" y="348"/>
                </a:lnTo>
                <a:lnTo>
                  <a:pt x="1410" y="348"/>
                </a:lnTo>
                <a:lnTo>
                  <a:pt x="1411" y="346"/>
                </a:lnTo>
                <a:lnTo>
                  <a:pt x="1412" y="346"/>
                </a:lnTo>
                <a:lnTo>
                  <a:pt x="1413" y="346"/>
                </a:lnTo>
                <a:lnTo>
                  <a:pt x="1413" y="345"/>
                </a:lnTo>
                <a:lnTo>
                  <a:pt x="1414" y="345"/>
                </a:lnTo>
                <a:lnTo>
                  <a:pt x="1414" y="344"/>
                </a:lnTo>
                <a:lnTo>
                  <a:pt x="1416" y="343"/>
                </a:lnTo>
                <a:lnTo>
                  <a:pt x="1417" y="343"/>
                </a:lnTo>
                <a:lnTo>
                  <a:pt x="1418" y="344"/>
                </a:lnTo>
                <a:lnTo>
                  <a:pt x="1419" y="344"/>
                </a:lnTo>
                <a:lnTo>
                  <a:pt x="1419" y="343"/>
                </a:lnTo>
                <a:lnTo>
                  <a:pt x="1420" y="343"/>
                </a:lnTo>
                <a:lnTo>
                  <a:pt x="1420" y="342"/>
                </a:lnTo>
                <a:lnTo>
                  <a:pt x="1421" y="341"/>
                </a:lnTo>
                <a:lnTo>
                  <a:pt x="1422" y="341"/>
                </a:lnTo>
                <a:lnTo>
                  <a:pt x="1423" y="342"/>
                </a:lnTo>
                <a:lnTo>
                  <a:pt x="1423" y="341"/>
                </a:lnTo>
                <a:lnTo>
                  <a:pt x="1424" y="341"/>
                </a:lnTo>
                <a:lnTo>
                  <a:pt x="1425" y="341"/>
                </a:lnTo>
                <a:lnTo>
                  <a:pt x="1425" y="342"/>
                </a:lnTo>
                <a:lnTo>
                  <a:pt x="1426" y="343"/>
                </a:lnTo>
                <a:lnTo>
                  <a:pt x="1426" y="344"/>
                </a:lnTo>
                <a:lnTo>
                  <a:pt x="1426" y="345"/>
                </a:lnTo>
                <a:lnTo>
                  <a:pt x="1427" y="345"/>
                </a:lnTo>
                <a:lnTo>
                  <a:pt x="1428" y="344"/>
                </a:lnTo>
                <a:lnTo>
                  <a:pt x="1429" y="344"/>
                </a:lnTo>
                <a:lnTo>
                  <a:pt x="1430" y="343"/>
                </a:lnTo>
                <a:lnTo>
                  <a:pt x="1431" y="342"/>
                </a:lnTo>
                <a:lnTo>
                  <a:pt x="1431" y="341"/>
                </a:lnTo>
                <a:lnTo>
                  <a:pt x="1431" y="340"/>
                </a:lnTo>
                <a:lnTo>
                  <a:pt x="1432" y="340"/>
                </a:lnTo>
                <a:lnTo>
                  <a:pt x="1433" y="340"/>
                </a:lnTo>
                <a:lnTo>
                  <a:pt x="1434" y="340"/>
                </a:lnTo>
                <a:lnTo>
                  <a:pt x="1433" y="338"/>
                </a:lnTo>
                <a:lnTo>
                  <a:pt x="1433" y="337"/>
                </a:lnTo>
                <a:lnTo>
                  <a:pt x="1433" y="336"/>
                </a:lnTo>
                <a:lnTo>
                  <a:pt x="1433" y="335"/>
                </a:lnTo>
                <a:lnTo>
                  <a:pt x="1434" y="334"/>
                </a:lnTo>
                <a:lnTo>
                  <a:pt x="1434" y="332"/>
                </a:lnTo>
                <a:lnTo>
                  <a:pt x="1433" y="332"/>
                </a:lnTo>
                <a:lnTo>
                  <a:pt x="1433" y="331"/>
                </a:lnTo>
                <a:lnTo>
                  <a:pt x="1434" y="329"/>
                </a:lnTo>
                <a:lnTo>
                  <a:pt x="1435" y="329"/>
                </a:lnTo>
                <a:lnTo>
                  <a:pt x="1436" y="329"/>
                </a:lnTo>
                <a:lnTo>
                  <a:pt x="1436" y="330"/>
                </a:lnTo>
                <a:lnTo>
                  <a:pt x="1437" y="330"/>
                </a:lnTo>
                <a:lnTo>
                  <a:pt x="1438" y="330"/>
                </a:lnTo>
                <a:lnTo>
                  <a:pt x="1439" y="330"/>
                </a:lnTo>
                <a:lnTo>
                  <a:pt x="1439" y="329"/>
                </a:lnTo>
                <a:lnTo>
                  <a:pt x="1440" y="328"/>
                </a:lnTo>
                <a:lnTo>
                  <a:pt x="1441" y="328"/>
                </a:lnTo>
                <a:lnTo>
                  <a:pt x="1442" y="328"/>
                </a:lnTo>
                <a:lnTo>
                  <a:pt x="1443" y="328"/>
                </a:lnTo>
                <a:lnTo>
                  <a:pt x="1444" y="327"/>
                </a:lnTo>
                <a:lnTo>
                  <a:pt x="1445" y="327"/>
                </a:lnTo>
                <a:lnTo>
                  <a:pt x="1448" y="327"/>
                </a:lnTo>
                <a:lnTo>
                  <a:pt x="1450" y="328"/>
                </a:lnTo>
                <a:lnTo>
                  <a:pt x="1451" y="328"/>
                </a:lnTo>
                <a:lnTo>
                  <a:pt x="1452" y="328"/>
                </a:lnTo>
                <a:lnTo>
                  <a:pt x="1454" y="328"/>
                </a:lnTo>
                <a:lnTo>
                  <a:pt x="1455" y="327"/>
                </a:lnTo>
                <a:lnTo>
                  <a:pt x="1456" y="326"/>
                </a:lnTo>
                <a:lnTo>
                  <a:pt x="1457" y="325"/>
                </a:lnTo>
                <a:lnTo>
                  <a:pt x="1457" y="324"/>
                </a:lnTo>
                <a:lnTo>
                  <a:pt x="1458" y="324"/>
                </a:lnTo>
                <a:lnTo>
                  <a:pt x="1459" y="324"/>
                </a:lnTo>
                <a:lnTo>
                  <a:pt x="1460" y="325"/>
                </a:lnTo>
                <a:lnTo>
                  <a:pt x="1461" y="325"/>
                </a:lnTo>
                <a:lnTo>
                  <a:pt x="1461" y="326"/>
                </a:lnTo>
                <a:lnTo>
                  <a:pt x="1461" y="327"/>
                </a:lnTo>
                <a:lnTo>
                  <a:pt x="1462" y="328"/>
                </a:lnTo>
                <a:lnTo>
                  <a:pt x="1463" y="328"/>
                </a:lnTo>
                <a:lnTo>
                  <a:pt x="1464" y="328"/>
                </a:lnTo>
                <a:lnTo>
                  <a:pt x="1465" y="328"/>
                </a:lnTo>
                <a:lnTo>
                  <a:pt x="1466" y="327"/>
                </a:lnTo>
                <a:lnTo>
                  <a:pt x="1466" y="326"/>
                </a:lnTo>
                <a:lnTo>
                  <a:pt x="1466" y="325"/>
                </a:lnTo>
                <a:lnTo>
                  <a:pt x="1467" y="324"/>
                </a:lnTo>
                <a:lnTo>
                  <a:pt x="1467" y="322"/>
                </a:lnTo>
                <a:lnTo>
                  <a:pt x="1468" y="322"/>
                </a:lnTo>
                <a:lnTo>
                  <a:pt x="1469" y="322"/>
                </a:lnTo>
                <a:lnTo>
                  <a:pt x="1469" y="323"/>
                </a:lnTo>
                <a:lnTo>
                  <a:pt x="1470" y="323"/>
                </a:lnTo>
                <a:lnTo>
                  <a:pt x="1471" y="321"/>
                </a:lnTo>
                <a:lnTo>
                  <a:pt x="1470" y="321"/>
                </a:lnTo>
                <a:lnTo>
                  <a:pt x="1471" y="320"/>
                </a:lnTo>
                <a:lnTo>
                  <a:pt x="1471" y="321"/>
                </a:lnTo>
                <a:lnTo>
                  <a:pt x="1472" y="322"/>
                </a:lnTo>
                <a:lnTo>
                  <a:pt x="1471" y="322"/>
                </a:lnTo>
                <a:lnTo>
                  <a:pt x="1472" y="324"/>
                </a:lnTo>
                <a:lnTo>
                  <a:pt x="1473" y="325"/>
                </a:lnTo>
                <a:lnTo>
                  <a:pt x="1473" y="326"/>
                </a:lnTo>
                <a:lnTo>
                  <a:pt x="1474" y="326"/>
                </a:lnTo>
                <a:lnTo>
                  <a:pt x="1475" y="327"/>
                </a:lnTo>
                <a:lnTo>
                  <a:pt x="1475" y="328"/>
                </a:lnTo>
                <a:lnTo>
                  <a:pt x="1475" y="329"/>
                </a:lnTo>
                <a:lnTo>
                  <a:pt x="1477" y="329"/>
                </a:lnTo>
                <a:lnTo>
                  <a:pt x="1478" y="328"/>
                </a:lnTo>
                <a:lnTo>
                  <a:pt x="1479" y="329"/>
                </a:lnTo>
                <a:lnTo>
                  <a:pt x="1479" y="330"/>
                </a:lnTo>
                <a:lnTo>
                  <a:pt x="1479" y="331"/>
                </a:lnTo>
                <a:lnTo>
                  <a:pt x="1479" y="332"/>
                </a:lnTo>
                <a:lnTo>
                  <a:pt x="1480" y="333"/>
                </a:lnTo>
                <a:lnTo>
                  <a:pt x="1480" y="334"/>
                </a:lnTo>
                <a:lnTo>
                  <a:pt x="1480" y="335"/>
                </a:lnTo>
                <a:lnTo>
                  <a:pt x="1481" y="335"/>
                </a:lnTo>
                <a:lnTo>
                  <a:pt x="1480" y="336"/>
                </a:lnTo>
                <a:lnTo>
                  <a:pt x="1478" y="336"/>
                </a:lnTo>
                <a:lnTo>
                  <a:pt x="1475" y="337"/>
                </a:lnTo>
                <a:lnTo>
                  <a:pt x="1475" y="338"/>
                </a:lnTo>
                <a:lnTo>
                  <a:pt x="1474" y="339"/>
                </a:lnTo>
                <a:lnTo>
                  <a:pt x="1474" y="340"/>
                </a:lnTo>
                <a:lnTo>
                  <a:pt x="1475" y="340"/>
                </a:lnTo>
                <a:lnTo>
                  <a:pt x="1476" y="340"/>
                </a:lnTo>
                <a:lnTo>
                  <a:pt x="1476" y="342"/>
                </a:lnTo>
                <a:lnTo>
                  <a:pt x="1476" y="344"/>
                </a:lnTo>
                <a:lnTo>
                  <a:pt x="1477" y="344"/>
                </a:lnTo>
                <a:lnTo>
                  <a:pt x="1478" y="344"/>
                </a:lnTo>
                <a:lnTo>
                  <a:pt x="1479" y="346"/>
                </a:lnTo>
                <a:lnTo>
                  <a:pt x="1480" y="347"/>
                </a:lnTo>
                <a:lnTo>
                  <a:pt x="1481" y="347"/>
                </a:lnTo>
                <a:lnTo>
                  <a:pt x="1482" y="347"/>
                </a:lnTo>
                <a:lnTo>
                  <a:pt x="1482" y="348"/>
                </a:lnTo>
                <a:lnTo>
                  <a:pt x="1482" y="349"/>
                </a:lnTo>
                <a:lnTo>
                  <a:pt x="1483" y="350"/>
                </a:lnTo>
                <a:lnTo>
                  <a:pt x="1484" y="350"/>
                </a:lnTo>
                <a:lnTo>
                  <a:pt x="1485" y="350"/>
                </a:lnTo>
                <a:lnTo>
                  <a:pt x="1486" y="350"/>
                </a:lnTo>
                <a:lnTo>
                  <a:pt x="1487" y="350"/>
                </a:lnTo>
                <a:lnTo>
                  <a:pt x="1488" y="351"/>
                </a:lnTo>
                <a:lnTo>
                  <a:pt x="1489" y="351"/>
                </a:lnTo>
                <a:lnTo>
                  <a:pt x="1489" y="352"/>
                </a:lnTo>
                <a:lnTo>
                  <a:pt x="1489" y="353"/>
                </a:lnTo>
                <a:lnTo>
                  <a:pt x="1490" y="353"/>
                </a:lnTo>
                <a:lnTo>
                  <a:pt x="1492" y="352"/>
                </a:lnTo>
                <a:lnTo>
                  <a:pt x="1492" y="353"/>
                </a:lnTo>
                <a:lnTo>
                  <a:pt x="1493" y="353"/>
                </a:lnTo>
                <a:lnTo>
                  <a:pt x="1494" y="354"/>
                </a:lnTo>
                <a:lnTo>
                  <a:pt x="1493" y="355"/>
                </a:lnTo>
                <a:lnTo>
                  <a:pt x="1494" y="355"/>
                </a:lnTo>
                <a:lnTo>
                  <a:pt x="1494" y="356"/>
                </a:lnTo>
                <a:lnTo>
                  <a:pt x="1495" y="356"/>
                </a:lnTo>
                <a:lnTo>
                  <a:pt x="1497" y="355"/>
                </a:lnTo>
                <a:lnTo>
                  <a:pt x="1499" y="355"/>
                </a:lnTo>
                <a:lnTo>
                  <a:pt x="1500" y="355"/>
                </a:lnTo>
                <a:lnTo>
                  <a:pt x="1501" y="355"/>
                </a:lnTo>
                <a:lnTo>
                  <a:pt x="1501" y="356"/>
                </a:lnTo>
                <a:lnTo>
                  <a:pt x="1502" y="356"/>
                </a:lnTo>
                <a:lnTo>
                  <a:pt x="1503" y="356"/>
                </a:lnTo>
                <a:lnTo>
                  <a:pt x="1505" y="356"/>
                </a:lnTo>
                <a:lnTo>
                  <a:pt x="1506" y="355"/>
                </a:lnTo>
                <a:lnTo>
                  <a:pt x="1507" y="355"/>
                </a:lnTo>
                <a:lnTo>
                  <a:pt x="1508" y="355"/>
                </a:lnTo>
                <a:lnTo>
                  <a:pt x="1508" y="356"/>
                </a:lnTo>
                <a:lnTo>
                  <a:pt x="1509" y="357"/>
                </a:lnTo>
                <a:lnTo>
                  <a:pt x="1509" y="358"/>
                </a:lnTo>
                <a:lnTo>
                  <a:pt x="1509" y="359"/>
                </a:lnTo>
                <a:lnTo>
                  <a:pt x="1509" y="360"/>
                </a:lnTo>
                <a:lnTo>
                  <a:pt x="1510" y="360"/>
                </a:lnTo>
                <a:lnTo>
                  <a:pt x="1513" y="360"/>
                </a:lnTo>
                <a:lnTo>
                  <a:pt x="1513" y="359"/>
                </a:lnTo>
                <a:lnTo>
                  <a:pt x="1514" y="359"/>
                </a:lnTo>
                <a:lnTo>
                  <a:pt x="1514" y="358"/>
                </a:lnTo>
                <a:lnTo>
                  <a:pt x="1515" y="359"/>
                </a:lnTo>
                <a:lnTo>
                  <a:pt x="1516" y="359"/>
                </a:lnTo>
                <a:lnTo>
                  <a:pt x="1517" y="360"/>
                </a:lnTo>
                <a:lnTo>
                  <a:pt x="1518" y="360"/>
                </a:lnTo>
                <a:lnTo>
                  <a:pt x="1520" y="359"/>
                </a:lnTo>
                <a:lnTo>
                  <a:pt x="1521" y="359"/>
                </a:lnTo>
                <a:lnTo>
                  <a:pt x="1523" y="360"/>
                </a:lnTo>
                <a:lnTo>
                  <a:pt x="1524" y="360"/>
                </a:lnTo>
                <a:lnTo>
                  <a:pt x="1526" y="362"/>
                </a:lnTo>
                <a:lnTo>
                  <a:pt x="1527" y="363"/>
                </a:lnTo>
                <a:lnTo>
                  <a:pt x="1528" y="365"/>
                </a:lnTo>
                <a:lnTo>
                  <a:pt x="1529" y="365"/>
                </a:lnTo>
                <a:lnTo>
                  <a:pt x="1529" y="366"/>
                </a:lnTo>
                <a:lnTo>
                  <a:pt x="1529" y="367"/>
                </a:lnTo>
                <a:lnTo>
                  <a:pt x="1530" y="369"/>
                </a:lnTo>
                <a:lnTo>
                  <a:pt x="1530" y="370"/>
                </a:lnTo>
                <a:lnTo>
                  <a:pt x="1531" y="370"/>
                </a:lnTo>
                <a:lnTo>
                  <a:pt x="1532" y="371"/>
                </a:lnTo>
                <a:lnTo>
                  <a:pt x="1533" y="371"/>
                </a:lnTo>
                <a:lnTo>
                  <a:pt x="1533" y="370"/>
                </a:lnTo>
                <a:lnTo>
                  <a:pt x="1534" y="370"/>
                </a:lnTo>
                <a:lnTo>
                  <a:pt x="1535" y="371"/>
                </a:lnTo>
                <a:lnTo>
                  <a:pt x="1536" y="371"/>
                </a:lnTo>
                <a:lnTo>
                  <a:pt x="1536" y="370"/>
                </a:lnTo>
                <a:lnTo>
                  <a:pt x="1537" y="369"/>
                </a:lnTo>
                <a:lnTo>
                  <a:pt x="1539" y="367"/>
                </a:lnTo>
                <a:lnTo>
                  <a:pt x="1540" y="367"/>
                </a:lnTo>
                <a:lnTo>
                  <a:pt x="1540" y="366"/>
                </a:lnTo>
                <a:lnTo>
                  <a:pt x="1541" y="366"/>
                </a:lnTo>
                <a:lnTo>
                  <a:pt x="1541" y="365"/>
                </a:lnTo>
                <a:lnTo>
                  <a:pt x="1541" y="364"/>
                </a:lnTo>
                <a:lnTo>
                  <a:pt x="1541" y="363"/>
                </a:lnTo>
                <a:lnTo>
                  <a:pt x="1542" y="363"/>
                </a:lnTo>
                <a:lnTo>
                  <a:pt x="1543" y="363"/>
                </a:lnTo>
                <a:lnTo>
                  <a:pt x="1543" y="364"/>
                </a:lnTo>
                <a:lnTo>
                  <a:pt x="1545" y="364"/>
                </a:lnTo>
                <a:lnTo>
                  <a:pt x="1547" y="364"/>
                </a:lnTo>
                <a:lnTo>
                  <a:pt x="1548" y="364"/>
                </a:lnTo>
                <a:lnTo>
                  <a:pt x="1549" y="364"/>
                </a:lnTo>
                <a:lnTo>
                  <a:pt x="1549" y="363"/>
                </a:lnTo>
                <a:lnTo>
                  <a:pt x="1549" y="362"/>
                </a:lnTo>
                <a:lnTo>
                  <a:pt x="1549" y="361"/>
                </a:lnTo>
                <a:lnTo>
                  <a:pt x="1551" y="360"/>
                </a:lnTo>
                <a:lnTo>
                  <a:pt x="1552" y="360"/>
                </a:lnTo>
                <a:lnTo>
                  <a:pt x="1553" y="360"/>
                </a:lnTo>
                <a:lnTo>
                  <a:pt x="1554" y="360"/>
                </a:lnTo>
                <a:lnTo>
                  <a:pt x="1554" y="359"/>
                </a:lnTo>
                <a:lnTo>
                  <a:pt x="1555" y="359"/>
                </a:lnTo>
                <a:lnTo>
                  <a:pt x="1556" y="359"/>
                </a:lnTo>
                <a:lnTo>
                  <a:pt x="1556" y="358"/>
                </a:lnTo>
                <a:lnTo>
                  <a:pt x="1557" y="358"/>
                </a:lnTo>
                <a:lnTo>
                  <a:pt x="1558" y="358"/>
                </a:lnTo>
                <a:lnTo>
                  <a:pt x="1558" y="359"/>
                </a:lnTo>
                <a:lnTo>
                  <a:pt x="1558" y="360"/>
                </a:lnTo>
                <a:lnTo>
                  <a:pt x="1559" y="360"/>
                </a:lnTo>
                <a:lnTo>
                  <a:pt x="1559" y="359"/>
                </a:lnTo>
                <a:lnTo>
                  <a:pt x="1561" y="358"/>
                </a:lnTo>
                <a:lnTo>
                  <a:pt x="1562" y="357"/>
                </a:lnTo>
                <a:lnTo>
                  <a:pt x="1562" y="356"/>
                </a:lnTo>
                <a:lnTo>
                  <a:pt x="1563" y="356"/>
                </a:lnTo>
                <a:lnTo>
                  <a:pt x="1564" y="356"/>
                </a:lnTo>
                <a:lnTo>
                  <a:pt x="1566" y="356"/>
                </a:lnTo>
                <a:lnTo>
                  <a:pt x="1568" y="357"/>
                </a:lnTo>
                <a:lnTo>
                  <a:pt x="1570" y="357"/>
                </a:lnTo>
                <a:lnTo>
                  <a:pt x="1571" y="357"/>
                </a:lnTo>
                <a:lnTo>
                  <a:pt x="1572" y="356"/>
                </a:lnTo>
                <a:lnTo>
                  <a:pt x="1573" y="356"/>
                </a:lnTo>
                <a:lnTo>
                  <a:pt x="1574" y="356"/>
                </a:lnTo>
                <a:lnTo>
                  <a:pt x="1576" y="355"/>
                </a:lnTo>
                <a:lnTo>
                  <a:pt x="1578" y="354"/>
                </a:lnTo>
                <a:lnTo>
                  <a:pt x="1578" y="353"/>
                </a:lnTo>
                <a:lnTo>
                  <a:pt x="1578" y="352"/>
                </a:lnTo>
                <a:lnTo>
                  <a:pt x="1579" y="352"/>
                </a:lnTo>
                <a:lnTo>
                  <a:pt x="1580" y="351"/>
                </a:lnTo>
                <a:lnTo>
                  <a:pt x="1581" y="351"/>
                </a:lnTo>
                <a:lnTo>
                  <a:pt x="1584" y="349"/>
                </a:lnTo>
                <a:lnTo>
                  <a:pt x="1584" y="348"/>
                </a:lnTo>
                <a:lnTo>
                  <a:pt x="1585" y="347"/>
                </a:lnTo>
                <a:lnTo>
                  <a:pt x="1586" y="347"/>
                </a:lnTo>
                <a:lnTo>
                  <a:pt x="1587" y="346"/>
                </a:lnTo>
                <a:lnTo>
                  <a:pt x="1588" y="345"/>
                </a:lnTo>
                <a:lnTo>
                  <a:pt x="1590" y="345"/>
                </a:lnTo>
                <a:lnTo>
                  <a:pt x="1590" y="346"/>
                </a:lnTo>
                <a:lnTo>
                  <a:pt x="1591" y="346"/>
                </a:lnTo>
                <a:lnTo>
                  <a:pt x="1592" y="345"/>
                </a:lnTo>
                <a:lnTo>
                  <a:pt x="1593" y="345"/>
                </a:lnTo>
                <a:lnTo>
                  <a:pt x="1594" y="345"/>
                </a:lnTo>
                <a:lnTo>
                  <a:pt x="1595" y="345"/>
                </a:lnTo>
                <a:lnTo>
                  <a:pt x="1596" y="345"/>
                </a:lnTo>
                <a:lnTo>
                  <a:pt x="1596" y="346"/>
                </a:lnTo>
                <a:lnTo>
                  <a:pt x="1596" y="348"/>
                </a:lnTo>
                <a:lnTo>
                  <a:pt x="1596" y="350"/>
                </a:lnTo>
                <a:lnTo>
                  <a:pt x="1596" y="351"/>
                </a:lnTo>
                <a:lnTo>
                  <a:pt x="1596" y="353"/>
                </a:lnTo>
                <a:lnTo>
                  <a:pt x="1597" y="353"/>
                </a:lnTo>
                <a:lnTo>
                  <a:pt x="1598" y="353"/>
                </a:lnTo>
                <a:lnTo>
                  <a:pt x="1598" y="351"/>
                </a:lnTo>
                <a:lnTo>
                  <a:pt x="1598" y="350"/>
                </a:lnTo>
                <a:lnTo>
                  <a:pt x="1600" y="350"/>
                </a:lnTo>
                <a:lnTo>
                  <a:pt x="1602" y="350"/>
                </a:lnTo>
                <a:lnTo>
                  <a:pt x="1602" y="351"/>
                </a:lnTo>
                <a:lnTo>
                  <a:pt x="1603" y="351"/>
                </a:lnTo>
                <a:lnTo>
                  <a:pt x="1603" y="352"/>
                </a:lnTo>
                <a:lnTo>
                  <a:pt x="1604" y="351"/>
                </a:lnTo>
                <a:lnTo>
                  <a:pt x="1606" y="350"/>
                </a:lnTo>
                <a:lnTo>
                  <a:pt x="1607" y="349"/>
                </a:lnTo>
                <a:lnTo>
                  <a:pt x="1607" y="348"/>
                </a:lnTo>
                <a:lnTo>
                  <a:pt x="1608" y="348"/>
                </a:lnTo>
                <a:lnTo>
                  <a:pt x="1609" y="348"/>
                </a:lnTo>
                <a:lnTo>
                  <a:pt x="1609" y="347"/>
                </a:lnTo>
                <a:lnTo>
                  <a:pt x="1610" y="347"/>
                </a:lnTo>
                <a:lnTo>
                  <a:pt x="1611" y="347"/>
                </a:lnTo>
                <a:lnTo>
                  <a:pt x="1613" y="348"/>
                </a:lnTo>
                <a:lnTo>
                  <a:pt x="1614" y="349"/>
                </a:lnTo>
                <a:lnTo>
                  <a:pt x="1614" y="348"/>
                </a:lnTo>
                <a:lnTo>
                  <a:pt x="1615" y="348"/>
                </a:lnTo>
                <a:lnTo>
                  <a:pt x="1615" y="347"/>
                </a:lnTo>
                <a:lnTo>
                  <a:pt x="1616" y="347"/>
                </a:lnTo>
                <a:lnTo>
                  <a:pt x="1617" y="348"/>
                </a:lnTo>
                <a:lnTo>
                  <a:pt x="1617" y="349"/>
                </a:lnTo>
                <a:lnTo>
                  <a:pt x="1617" y="350"/>
                </a:lnTo>
                <a:lnTo>
                  <a:pt x="1619" y="351"/>
                </a:lnTo>
                <a:lnTo>
                  <a:pt x="1619" y="352"/>
                </a:lnTo>
                <a:lnTo>
                  <a:pt x="1623" y="351"/>
                </a:lnTo>
                <a:lnTo>
                  <a:pt x="1624" y="350"/>
                </a:lnTo>
                <a:lnTo>
                  <a:pt x="1624" y="349"/>
                </a:lnTo>
                <a:lnTo>
                  <a:pt x="1625" y="349"/>
                </a:lnTo>
                <a:lnTo>
                  <a:pt x="1627" y="349"/>
                </a:lnTo>
                <a:lnTo>
                  <a:pt x="1628" y="349"/>
                </a:lnTo>
                <a:lnTo>
                  <a:pt x="1629" y="349"/>
                </a:lnTo>
                <a:lnTo>
                  <a:pt x="1630" y="350"/>
                </a:lnTo>
                <a:lnTo>
                  <a:pt x="1631" y="350"/>
                </a:lnTo>
                <a:lnTo>
                  <a:pt x="1631" y="349"/>
                </a:lnTo>
                <a:lnTo>
                  <a:pt x="1633" y="348"/>
                </a:lnTo>
                <a:lnTo>
                  <a:pt x="1634" y="346"/>
                </a:lnTo>
                <a:lnTo>
                  <a:pt x="1635" y="346"/>
                </a:lnTo>
                <a:lnTo>
                  <a:pt x="1635" y="347"/>
                </a:lnTo>
                <a:lnTo>
                  <a:pt x="1636" y="348"/>
                </a:lnTo>
                <a:lnTo>
                  <a:pt x="1637" y="348"/>
                </a:lnTo>
                <a:lnTo>
                  <a:pt x="1638" y="348"/>
                </a:lnTo>
                <a:lnTo>
                  <a:pt x="1638" y="349"/>
                </a:lnTo>
                <a:lnTo>
                  <a:pt x="1638" y="350"/>
                </a:lnTo>
                <a:lnTo>
                  <a:pt x="1639" y="350"/>
                </a:lnTo>
                <a:lnTo>
                  <a:pt x="1640" y="349"/>
                </a:lnTo>
                <a:lnTo>
                  <a:pt x="1641" y="349"/>
                </a:lnTo>
                <a:lnTo>
                  <a:pt x="1642" y="349"/>
                </a:lnTo>
                <a:lnTo>
                  <a:pt x="1644" y="350"/>
                </a:lnTo>
                <a:lnTo>
                  <a:pt x="1645" y="350"/>
                </a:lnTo>
                <a:lnTo>
                  <a:pt x="1645" y="351"/>
                </a:lnTo>
                <a:lnTo>
                  <a:pt x="1645" y="352"/>
                </a:lnTo>
                <a:lnTo>
                  <a:pt x="1644" y="353"/>
                </a:lnTo>
                <a:lnTo>
                  <a:pt x="1643" y="353"/>
                </a:lnTo>
                <a:lnTo>
                  <a:pt x="1643" y="355"/>
                </a:lnTo>
                <a:lnTo>
                  <a:pt x="1643" y="356"/>
                </a:lnTo>
                <a:lnTo>
                  <a:pt x="1644" y="356"/>
                </a:lnTo>
                <a:lnTo>
                  <a:pt x="1644" y="357"/>
                </a:lnTo>
                <a:lnTo>
                  <a:pt x="1645" y="358"/>
                </a:lnTo>
                <a:lnTo>
                  <a:pt x="1646" y="358"/>
                </a:lnTo>
                <a:lnTo>
                  <a:pt x="1647" y="358"/>
                </a:lnTo>
                <a:lnTo>
                  <a:pt x="1647" y="359"/>
                </a:lnTo>
                <a:lnTo>
                  <a:pt x="1648" y="358"/>
                </a:lnTo>
                <a:lnTo>
                  <a:pt x="1649" y="358"/>
                </a:lnTo>
                <a:lnTo>
                  <a:pt x="1649" y="359"/>
                </a:lnTo>
                <a:lnTo>
                  <a:pt x="1650" y="361"/>
                </a:lnTo>
                <a:lnTo>
                  <a:pt x="1650" y="362"/>
                </a:lnTo>
                <a:lnTo>
                  <a:pt x="1650" y="363"/>
                </a:lnTo>
                <a:lnTo>
                  <a:pt x="1649" y="364"/>
                </a:lnTo>
                <a:lnTo>
                  <a:pt x="1649" y="365"/>
                </a:lnTo>
                <a:lnTo>
                  <a:pt x="1649" y="366"/>
                </a:lnTo>
                <a:lnTo>
                  <a:pt x="1649" y="368"/>
                </a:lnTo>
                <a:lnTo>
                  <a:pt x="1650" y="368"/>
                </a:lnTo>
                <a:lnTo>
                  <a:pt x="1650" y="369"/>
                </a:lnTo>
                <a:lnTo>
                  <a:pt x="1650" y="370"/>
                </a:lnTo>
                <a:lnTo>
                  <a:pt x="1651" y="371"/>
                </a:lnTo>
                <a:lnTo>
                  <a:pt x="1650" y="371"/>
                </a:lnTo>
                <a:lnTo>
                  <a:pt x="1650" y="372"/>
                </a:lnTo>
                <a:lnTo>
                  <a:pt x="1651" y="372"/>
                </a:lnTo>
                <a:lnTo>
                  <a:pt x="1651" y="373"/>
                </a:lnTo>
                <a:lnTo>
                  <a:pt x="1651" y="374"/>
                </a:lnTo>
                <a:lnTo>
                  <a:pt x="1652" y="374"/>
                </a:lnTo>
                <a:lnTo>
                  <a:pt x="1651" y="375"/>
                </a:lnTo>
                <a:lnTo>
                  <a:pt x="1650" y="376"/>
                </a:lnTo>
                <a:lnTo>
                  <a:pt x="1650" y="377"/>
                </a:lnTo>
                <a:lnTo>
                  <a:pt x="1650" y="378"/>
                </a:lnTo>
                <a:lnTo>
                  <a:pt x="1649" y="379"/>
                </a:lnTo>
                <a:lnTo>
                  <a:pt x="1649" y="380"/>
                </a:lnTo>
                <a:lnTo>
                  <a:pt x="1649" y="381"/>
                </a:lnTo>
                <a:lnTo>
                  <a:pt x="1649" y="382"/>
                </a:lnTo>
                <a:lnTo>
                  <a:pt x="1649" y="383"/>
                </a:lnTo>
                <a:lnTo>
                  <a:pt x="1648" y="384"/>
                </a:lnTo>
                <a:lnTo>
                  <a:pt x="1647" y="385"/>
                </a:lnTo>
                <a:lnTo>
                  <a:pt x="1646" y="386"/>
                </a:lnTo>
                <a:lnTo>
                  <a:pt x="1646" y="387"/>
                </a:lnTo>
                <a:lnTo>
                  <a:pt x="1647" y="387"/>
                </a:lnTo>
                <a:lnTo>
                  <a:pt x="1648" y="387"/>
                </a:lnTo>
                <a:lnTo>
                  <a:pt x="1648" y="388"/>
                </a:lnTo>
                <a:lnTo>
                  <a:pt x="1649" y="388"/>
                </a:lnTo>
                <a:lnTo>
                  <a:pt x="1651" y="390"/>
                </a:lnTo>
                <a:lnTo>
                  <a:pt x="1652" y="390"/>
                </a:lnTo>
                <a:lnTo>
                  <a:pt x="1653" y="390"/>
                </a:lnTo>
                <a:lnTo>
                  <a:pt x="1654" y="391"/>
                </a:lnTo>
                <a:lnTo>
                  <a:pt x="1654" y="392"/>
                </a:lnTo>
                <a:lnTo>
                  <a:pt x="1653" y="392"/>
                </a:lnTo>
                <a:lnTo>
                  <a:pt x="1653" y="393"/>
                </a:lnTo>
                <a:lnTo>
                  <a:pt x="1654" y="394"/>
                </a:lnTo>
                <a:lnTo>
                  <a:pt x="1655" y="394"/>
                </a:lnTo>
                <a:lnTo>
                  <a:pt x="1655" y="395"/>
                </a:lnTo>
                <a:lnTo>
                  <a:pt x="1654" y="396"/>
                </a:lnTo>
                <a:lnTo>
                  <a:pt x="1655" y="396"/>
                </a:lnTo>
                <a:lnTo>
                  <a:pt x="1655" y="397"/>
                </a:lnTo>
                <a:lnTo>
                  <a:pt x="1656" y="397"/>
                </a:lnTo>
                <a:lnTo>
                  <a:pt x="1656" y="398"/>
                </a:lnTo>
                <a:lnTo>
                  <a:pt x="1656" y="397"/>
                </a:lnTo>
                <a:lnTo>
                  <a:pt x="1657" y="397"/>
                </a:lnTo>
                <a:lnTo>
                  <a:pt x="1658" y="397"/>
                </a:lnTo>
                <a:lnTo>
                  <a:pt x="1660" y="397"/>
                </a:lnTo>
                <a:lnTo>
                  <a:pt x="1661" y="398"/>
                </a:lnTo>
                <a:lnTo>
                  <a:pt x="1662" y="398"/>
                </a:lnTo>
                <a:lnTo>
                  <a:pt x="1662" y="397"/>
                </a:lnTo>
                <a:lnTo>
                  <a:pt x="1664" y="397"/>
                </a:lnTo>
                <a:lnTo>
                  <a:pt x="1664" y="398"/>
                </a:lnTo>
                <a:lnTo>
                  <a:pt x="1665" y="399"/>
                </a:lnTo>
                <a:lnTo>
                  <a:pt x="1666" y="399"/>
                </a:lnTo>
                <a:lnTo>
                  <a:pt x="1667" y="400"/>
                </a:lnTo>
                <a:lnTo>
                  <a:pt x="1668" y="400"/>
                </a:lnTo>
                <a:lnTo>
                  <a:pt x="1668" y="401"/>
                </a:lnTo>
                <a:lnTo>
                  <a:pt x="1669" y="401"/>
                </a:lnTo>
                <a:lnTo>
                  <a:pt x="1668" y="402"/>
                </a:lnTo>
                <a:lnTo>
                  <a:pt x="1668" y="403"/>
                </a:lnTo>
                <a:lnTo>
                  <a:pt x="1669" y="405"/>
                </a:lnTo>
                <a:lnTo>
                  <a:pt x="1669" y="406"/>
                </a:lnTo>
                <a:lnTo>
                  <a:pt x="1670" y="406"/>
                </a:lnTo>
                <a:lnTo>
                  <a:pt x="1671" y="406"/>
                </a:lnTo>
                <a:lnTo>
                  <a:pt x="1671" y="407"/>
                </a:lnTo>
                <a:lnTo>
                  <a:pt x="1672" y="407"/>
                </a:lnTo>
                <a:lnTo>
                  <a:pt x="1673" y="407"/>
                </a:lnTo>
                <a:lnTo>
                  <a:pt x="1674" y="408"/>
                </a:lnTo>
                <a:lnTo>
                  <a:pt x="1675" y="408"/>
                </a:lnTo>
                <a:lnTo>
                  <a:pt x="1675" y="409"/>
                </a:lnTo>
                <a:lnTo>
                  <a:pt x="1675" y="410"/>
                </a:lnTo>
                <a:lnTo>
                  <a:pt x="1675" y="411"/>
                </a:lnTo>
                <a:lnTo>
                  <a:pt x="1676" y="411"/>
                </a:lnTo>
                <a:lnTo>
                  <a:pt x="1677" y="410"/>
                </a:lnTo>
                <a:lnTo>
                  <a:pt x="1678" y="412"/>
                </a:lnTo>
                <a:lnTo>
                  <a:pt x="1679" y="412"/>
                </a:lnTo>
                <a:lnTo>
                  <a:pt x="1680" y="413"/>
                </a:lnTo>
                <a:lnTo>
                  <a:pt x="1680" y="412"/>
                </a:lnTo>
                <a:lnTo>
                  <a:pt x="1681" y="412"/>
                </a:lnTo>
                <a:lnTo>
                  <a:pt x="1681" y="411"/>
                </a:lnTo>
                <a:lnTo>
                  <a:pt x="1680" y="410"/>
                </a:lnTo>
                <a:lnTo>
                  <a:pt x="1680" y="409"/>
                </a:lnTo>
                <a:lnTo>
                  <a:pt x="1679" y="409"/>
                </a:lnTo>
                <a:lnTo>
                  <a:pt x="1680" y="409"/>
                </a:lnTo>
                <a:lnTo>
                  <a:pt x="1680" y="408"/>
                </a:lnTo>
                <a:lnTo>
                  <a:pt x="1681" y="409"/>
                </a:lnTo>
                <a:lnTo>
                  <a:pt x="1682" y="409"/>
                </a:lnTo>
                <a:lnTo>
                  <a:pt x="1682" y="408"/>
                </a:lnTo>
                <a:lnTo>
                  <a:pt x="1683" y="406"/>
                </a:lnTo>
                <a:lnTo>
                  <a:pt x="1682" y="405"/>
                </a:lnTo>
                <a:lnTo>
                  <a:pt x="1682" y="403"/>
                </a:lnTo>
                <a:lnTo>
                  <a:pt x="1683" y="403"/>
                </a:lnTo>
                <a:lnTo>
                  <a:pt x="1683" y="402"/>
                </a:lnTo>
                <a:lnTo>
                  <a:pt x="1682" y="401"/>
                </a:lnTo>
                <a:lnTo>
                  <a:pt x="1682" y="400"/>
                </a:lnTo>
                <a:lnTo>
                  <a:pt x="1683" y="399"/>
                </a:lnTo>
                <a:lnTo>
                  <a:pt x="1684" y="399"/>
                </a:lnTo>
                <a:lnTo>
                  <a:pt x="1684" y="398"/>
                </a:lnTo>
                <a:lnTo>
                  <a:pt x="1685" y="396"/>
                </a:lnTo>
                <a:lnTo>
                  <a:pt x="1685" y="395"/>
                </a:lnTo>
                <a:lnTo>
                  <a:pt x="1686" y="394"/>
                </a:lnTo>
                <a:lnTo>
                  <a:pt x="1687" y="393"/>
                </a:lnTo>
                <a:lnTo>
                  <a:pt x="1689" y="392"/>
                </a:lnTo>
                <a:lnTo>
                  <a:pt x="1691" y="391"/>
                </a:lnTo>
                <a:lnTo>
                  <a:pt x="1692" y="390"/>
                </a:lnTo>
                <a:lnTo>
                  <a:pt x="1693" y="390"/>
                </a:lnTo>
                <a:lnTo>
                  <a:pt x="1693" y="389"/>
                </a:lnTo>
                <a:lnTo>
                  <a:pt x="1695" y="388"/>
                </a:lnTo>
                <a:lnTo>
                  <a:pt x="1696" y="386"/>
                </a:lnTo>
                <a:lnTo>
                  <a:pt x="1697" y="386"/>
                </a:lnTo>
                <a:lnTo>
                  <a:pt x="1697" y="385"/>
                </a:lnTo>
                <a:lnTo>
                  <a:pt x="1697" y="384"/>
                </a:lnTo>
                <a:lnTo>
                  <a:pt x="1698" y="382"/>
                </a:lnTo>
                <a:lnTo>
                  <a:pt x="1699" y="383"/>
                </a:lnTo>
                <a:lnTo>
                  <a:pt x="1700" y="383"/>
                </a:lnTo>
                <a:lnTo>
                  <a:pt x="1701" y="383"/>
                </a:lnTo>
                <a:lnTo>
                  <a:pt x="1701" y="384"/>
                </a:lnTo>
                <a:lnTo>
                  <a:pt x="1702" y="384"/>
                </a:lnTo>
                <a:lnTo>
                  <a:pt x="1703" y="384"/>
                </a:lnTo>
                <a:lnTo>
                  <a:pt x="1705" y="384"/>
                </a:lnTo>
                <a:lnTo>
                  <a:pt x="1706" y="384"/>
                </a:lnTo>
                <a:lnTo>
                  <a:pt x="1707" y="384"/>
                </a:lnTo>
                <a:lnTo>
                  <a:pt x="1708" y="384"/>
                </a:lnTo>
                <a:lnTo>
                  <a:pt x="1708" y="385"/>
                </a:lnTo>
                <a:lnTo>
                  <a:pt x="1708" y="386"/>
                </a:lnTo>
                <a:lnTo>
                  <a:pt x="1708" y="388"/>
                </a:lnTo>
                <a:lnTo>
                  <a:pt x="1708" y="390"/>
                </a:lnTo>
                <a:lnTo>
                  <a:pt x="1707" y="390"/>
                </a:lnTo>
                <a:lnTo>
                  <a:pt x="1707" y="391"/>
                </a:lnTo>
                <a:lnTo>
                  <a:pt x="1707" y="392"/>
                </a:lnTo>
                <a:lnTo>
                  <a:pt x="1708" y="394"/>
                </a:lnTo>
                <a:lnTo>
                  <a:pt x="1708" y="396"/>
                </a:lnTo>
                <a:lnTo>
                  <a:pt x="1709" y="399"/>
                </a:lnTo>
                <a:lnTo>
                  <a:pt x="1711" y="399"/>
                </a:lnTo>
                <a:lnTo>
                  <a:pt x="1712" y="400"/>
                </a:lnTo>
                <a:lnTo>
                  <a:pt x="1713" y="401"/>
                </a:lnTo>
                <a:lnTo>
                  <a:pt x="1713" y="402"/>
                </a:lnTo>
                <a:lnTo>
                  <a:pt x="1713" y="403"/>
                </a:lnTo>
                <a:lnTo>
                  <a:pt x="1713" y="404"/>
                </a:lnTo>
                <a:lnTo>
                  <a:pt x="1712" y="405"/>
                </a:lnTo>
                <a:lnTo>
                  <a:pt x="1711" y="405"/>
                </a:lnTo>
                <a:lnTo>
                  <a:pt x="1711" y="406"/>
                </a:lnTo>
                <a:lnTo>
                  <a:pt x="1711" y="407"/>
                </a:lnTo>
                <a:lnTo>
                  <a:pt x="1712" y="408"/>
                </a:lnTo>
                <a:lnTo>
                  <a:pt x="1712" y="409"/>
                </a:lnTo>
                <a:lnTo>
                  <a:pt x="1713" y="409"/>
                </a:lnTo>
                <a:lnTo>
                  <a:pt x="1714" y="409"/>
                </a:lnTo>
                <a:lnTo>
                  <a:pt x="1715" y="408"/>
                </a:lnTo>
                <a:lnTo>
                  <a:pt x="1715" y="407"/>
                </a:lnTo>
                <a:lnTo>
                  <a:pt x="1716" y="407"/>
                </a:lnTo>
                <a:lnTo>
                  <a:pt x="1717" y="407"/>
                </a:lnTo>
                <a:lnTo>
                  <a:pt x="1717" y="408"/>
                </a:lnTo>
                <a:lnTo>
                  <a:pt x="1718" y="409"/>
                </a:lnTo>
                <a:lnTo>
                  <a:pt x="1718" y="410"/>
                </a:lnTo>
                <a:lnTo>
                  <a:pt x="1719" y="411"/>
                </a:lnTo>
                <a:lnTo>
                  <a:pt x="1719" y="412"/>
                </a:lnTo>
                <a:lnTo>
                  <a:pt x="1719" y="413"/>
                </a:lnTo>
                <a:lnTo>
                  <a:pt x="1721" y="413"/>
                </a:lnTo>
                <a:lnTo>
                  <a:pt x="1723" y="414"/>
                </a:lnTo>
                <a:lnTo>
                  <a:pt x="1724" y="415"/>
                </a:lnTo>
                <a:lnTo>
                  <a:pt x="1725" y="415"/>
                </a:lnTo>
                <a:lnTo>
                  <a:pt x="1726" y="415"/>
                </a:lnTo>
                <a:lnTo>
                  <a:pt x="1727" y="414"/>
                </a:lnTo>
                <a:lnTo>
                  <a:pt x="1727" y="413"/>
                </a:lnTo>
                <a:lnTo>
                  <a:pt x="1728" y="413"/>
                </a:lnTo>
                <a:lnTo>
                  <a:pt x="1729" y="413"/>
                </a:lnTo>
                <a:lnTo>
                  <a:pt x="1731" y="413"/>
                </a:lnTo>
                <a:lnTo>
                  <a:pt x="1731" y="412"/>
                </a:lnTo>
                <a:lnTo>
                  <a:pt x="1733" y="411"/>
                </a:lnTo>
                <a:lnTo>
                  <a:pt x="1734" y="411"/>
                </a:lnTo>
                <a:lnTo>
                  <a:pt x="1735" y="410"/>
                </a:lnTo>
                <a:lnTo>
                  <a:pt x="1736" y="409"/>
                </a:lnTo>
                <a:lnTo>
                  <a:pt x="1737" y="409"/>
                </a:lnTo>
                <a:lnTo>
                  <a:pt x="1738" y="409"/>
                </a:lnTo>
                <a:lnTo>
                  <a:pt x="1738" y="410"/>
                </a:lnTo>
                <a:lnTo>
                  <a:pt x="1739" y="411"/>
                </a:lnTo>
                <a:lnTo>
                  <a:pt x="1739" y="410"/>
                </a:lnTo>
                <a:lnTo>
                  <a:pt x="1740" y="410"/>
                </a:lnTo>
                <a:lnTo>
                  <a:pt x="1741" y="410"/>
                </a:lnTo>
                <a:lnTo>
                  <a:pt x="1742" y="411"/>
                </a:lnTo>
                <a:lnTo>
                  <a:pt x="1743" y="411"/>
                </a:lnTo>
                <a:lnTo>
                  <a:pt x="1743" y="410"/>
                </a:lnTo>
                <a:lnTo>
                  <a:pt x="1744" y="409"/>
                </a:lnTo>
                <a:lnTo>
                  <a:pt x="1745" y="409"/>
                </a:lnTo>
                <a:lnTo>
                  <a:pt x="1746" y="409"/>
                </a:lnTo>
                <a:lnTo>
                  <a:pt x="1746" y="410"/>
                </a:lnTo>
                <a:lnTo>
                  <a:pt x="1746" y="411"/>
                </a:lnTo>
                <a:lnTo>
                  <a:pt x="1747" y="411"/>
                </a:lnTo>
                <a:lnTo>
                  <a:pt x="1749" y="412"/>
                </a:lnTo>
                <a:lnTo>
                  <a:pt x="1750" y="412"/>
                </a:lnTo>
                <a:lnTo>
                  <a:pt x="1750" y="413"/>
                </a:lnTo>
                <a:lnTo>
                  <a:pt x="1751" y="413"/>
                </a:lnTo>
                <a:lnTo>
                  <a:pt x="1752" y="416"/>
                </a:lnTo>
                <a:lnTo>
                  <a:pt x="1753" y="417"/>
                </a:lnTo>
                <a:lnTo>
                  <a:pt x="1753" y="418"/>
                </a:lnTo>
                <a:lnTo>
                  <a:pt x="1753" y="419"/>
                </a:lnTo>
                <a:lnTo>
                  <a:pt x="1753" y="420"/>
                </a:lnTo>
                <a:lnTo>
                  <a:pt x="1754" y="423"/>
                </a:lnTo>
                <a:lnTo>
                  <a:pt x="1755" y="425"/>
                </a:lnTo>
                <a:lnTo>
                  <a:pt x="1756" y="426"/>
                </a:lnTo>
                <a:lnTo>
                  <a:pt x="1757" y="426"/>
                </a:lnTo>
                <a:lnTo>
                  <a:pt x="1758" y="426"/>
                </a:lnTo>
                <a:lnTo>
                  <a:pt x="1759" y="426"/>
                </a:lnTo>
                <a:lnTo>
                  <a:pt x="1760" y="425"/>
                </a:lnTo>
                <a:lnTo>
                  <a:pt x="1761" y="425"/>
                </a:lnTo>
                <a:lnTo>
                  <a:pt x="1763" y="424"/>
                </a:lnTo>
                <a:lnTo>
                  <a:pt x="1764" y="426"/>
                </a:lnTo>
                <a:lnTo>
                  <a:pt x="1764" y="427"/>
                </a:lnTo>
                <a:lnTo>
                  <a:pt x="1765" y="428"/>
                </a:lnTo>
                <a:lnTo>
                  <a:pt x="1765" y="429"/>
                </a:lnTo>
                <a:lnTo>
                  <a:pt x="1766" y="429"/>
                </a:lnTo>
                <a:lnTo>
                  <a:pt x="1766" y="430"/>
                </a:lnTo>
                <a:lnTo>
                  <a:pt x="1767" y="430"/>
                </a:lnTo>
                <a:lnTo>
                  <a:pt x="1767" y="432"/>
                </a:lnTo>
                <a:lnTo>
                  <a:pt x="1768" y="432"/>
                </a:lnTo>
                <a:lnTo>
                  <a:pt x="1768" y="433"/>
                </a:lnTo>
                <a:lnTo>
                  <a:pt x="1768" y="434"/>
                </a:lnTo>
                <a:lnTo>
                  <a:pt x="1769" y="435"/>
                </a:lnTo>
                <a:lnTo>
                  <a:pt x="1770" y="436"/>
                </a:lnTo>
                <a:lnTo>
                  <a:pt x="1771" y="438"/>
                </a:lnTo>
                <a:lnTo>
                  <a:pt x="1772" y="438"/>
                </a:lnTo>
                <a:lnTo>
                  <a:pt x="1772" y="439"/>
                </a:lnTo>
                <a:lnTo>
                  <a:pt x="1773" y="440"/>
                </a:lnTo>
                <a:lnTo>
                  <a:pt x="1773" y="441"/>
                </a:lnTo>
                <a:lnTo>
                  <a:pt x="1773" y="442"/>
                </a:lnTo>
                <a:lnTo>
                  <a:pt x="1775" y="444"/>
                </a:lnTo>
                <a:lnTo>
                  <a:pt x="1775" y="445"/>
                </a:lnTo>
                <a:lnTo>
                  <a:pt x="1776" y="445"/>
                </a:lnTo>
                <a:lnTo>
                  <a:pt x="1776" y="446"/>
                </a:lnTo>
                <a:lnTo>
                  <a:pt x="1777" y="446"/>
                </a:lnTo>
                <a:lnTo>
                  <a:pt x="1778" y="447"/>
                </a:lnTo>
                <a:lnTo>
                  <a:pt x="1779" y="447"/>
                </a:lnTo>
                <a:lnTo>
                  <a:pt x="1779" y="448"/>
                </a:lnTo>
                <a:lnTo>
                  <a:pt x="1781" y="449"/>
                </a:lnTo>
                <a:lnTo>
                  <a:pt x="1783" y="452"/>
                </a:lnTo>
                <a:lnTo>
                  <a:pt x="1785" y="452"/>
                </a:lnTo>
                <a:lnTo>
                  <a:pt x="1786" y="451"/>
                </a:lnTo>
                <a:lnTo>
                  <a:pt x="1786" y="450"/>
                </a:lnTo>
                <a:lnTo>
                  <a:pt x="1787" y="449"/>
                </a:lnTo>
                <a:lnTo>
                  <a:pt x="1790" y="450"/>
                </a:lnTo>
                <a:lnTo>
                  <a:pt x="1790" y="451"/>
                </a:lnTo>
                <a:lnTo>
                  <a:pt x="1791" y="452"/>
                </a:lnTo>
                <a:lnTo>
                  <a:pt x="1792" y="452"/>
                </a:lnTo>
                <a:lnTo>
                  <a:pt x="1793" y="452"/>
                </a:lnTo>
                <a:lnTo>
                  <a:pt x="1793" y="453"/>
                </a:lnTo>
                <a:lnTo>
                  <a:pt x="1794" y="453"/>
                </a:lnTo>
                <a:lnTo>
                  <a:pt x="1794" y="454"/>
                </a:lnTo>
                <a:lnTo>
                  <a:pt x="1795" y="455"/>
                </a:lnTo>
                <a:lnTo>
                  <a:pt x="1798" y="458"/>
                </a:lnTo>
                <a:lnTo>
                  <a:pt x="1799" y="459"/>
                </a:lnTo>
                <a:lnTo>
                  <a:pt x="1800" y="460"/>
                </a:lnTo>
                <a:lnTo>
                  <a:pt x="1801" y="461"/>
                </a:lnTo>
                <a:lnTo>
                  <a:pt x="1802" y="462"/>
                </a:lnTo>
                <a:lnTo>
                  <a:pt x="1802" y="463"/>
                </a:lnTo>
                <a:lnTo>
                  <a:pt x="1803" y="463"/>
                </a:lnTo>
                <a:lnTo>
                  <a:pt x="1805" y="462"/>
                </a:lnTo>
                <a:lnTo>
                  <a:pt x="1806" y="461"/>
                </a:lnTo>
                <a:lnTo>
                  <a:pt x="1807" y="461"/>
                </a:lnTo>
                <a:lnTo>
                  <a:pt x="1807" y="460"/>
                </a:lnTo>
                <a:lnTo>
                  <a:pt x="1806" y="460"/>
                </a:lnTo>
                <a:lnTo>
                  <a:pt x="1807" y="460"/>
                </a:lnTo>
                <a:lnTo>
                  <a:pt x="1807" y="459"/>
                </a:lnTo>
                <a:lnTo>
                  <a:pt x="1807" y="458"/>
                </a:lnTo>
                <a:lnTo>
                  <a:pt x="1809" y="457"/>
                </a:lnTo>
                <a:lnTo>
                  <a:pt x="1810" y="457"/>
                </a:lnTo>
                <a:lnTo>
                  <a:pt x="1810" y="456"/>
                </a:lnTo>
                <a:lnTo>
                  <a:pt x="1810" y="455"/>
                </a:lnTo>
                <a:lnTo>
                  <a:pt x="1809" y="455"/>
                </a:lnTo>
                <a:lnTo>
                  <a:pt x="1809" y="454"/>
                </a:lnTo>
                <a:lnTo>
                  <a:pt x="1809" y="453"/>
                </a:lnTo>
                <a:lnTo>
                  <a:pt x="1809" y="452"/>
                </a:lnTo>
                <a:lnTo>
                  <a:pt x="1810" y="452"/>
                </a:lnTo>
                <a:lnTo>
                  <a:pt x="1810" y="451"/>
                </a:lnTo>
                <a:lnTo>
                  <a:pt x="1810" y="448"/>
                </a:lnTo>
                <a:lnTo>
                  <a:pt x="1811" y="447"/>
                </a:lnTo>
                <a:lnTo>
                  <a:pt x="1812" y="447"/>
                </a:lnTo>
                <a:lnTo>
                  <a:pt x="1812" y="448"/>
                </a:lnTo>
                <a:lnTo>
                  <a:pt x="1813" y="448"/>
                </a:lnTo>
                <a:lnTo>
                  <a:pt x="1814" y="448"/>
                </a:lnTo>
                <a:lnTo>
                  <a:pt x="1816" y="447"/>
                </a:lnTo>
                <a:lnTo>
                  <a:pt x="1817" y="447"/>
                </a:lnTo>
                <a:lnTo>
                  <a:pt x="1817" y="446"/>
                </a:lnTo>
                <a:lnTo>
                  <a:pt x="1817" y="445"/>
                </a:lnTo>
                <a:lnTo>
                  <a:pt x="1818" y="444"/>
                </a:lnTo>
                <a:lnTo>
                  <a:pt x="1819" y="445"/>
                </a:lnTo>
                <a:lnTo>
                  <a:pt x="1820" y="445"/>
                </a:lnTo>
                <a:lnTo>
                  <a:pt x="1820" y="444"/>
                </a:lnTo>
                <a:lnTo>
                  <a:pt x="1821" y="444"/>
                </a:lnTo>
                <a:lnTo>
                  <a:pt x="1822" y="444"/>
                </a:lnTo>
                <a:lnTo>
                  <a:pt x="1822" y="445"/>
                </a:lnTo>
                <a:lnTo>
                  <a:pt x="1823" y="445"/>
                </a:lnTo>
                <a:lnTo>
                  <a:pt x="1823" y="446"/>
                </a:lnTo>
                <a:lnTo>
                  <a:pt x="1824" y="446"/>
                </a:lnTo>
                <a:lnTo>
                  <a:pt x="1825" y="446"/>
                </a:lnTo>
                <a:lnTo>
                  <a:pt x="1826" y="446"/>
                </a:lnTo>
                <a:lnTo>
                  <a:pt x="1826" y="447"/>
                </a:lnTo>
                <a:lnTo>
                  <a:pt x="1827" y="447"/>
                </a:lnTo>
                <a:lnTo>
                  <a:pt x="1828" y="447"/>
                </a:lnTo>
                <a:lnTo>
                  <a:pt x="1830" y="447"/>
                </a:lnTo>
                <a:lnTo>
                  <a:pt x="1831" y="446"/>
                </a:lnTo>
                <a:lnTo>
                  <a:pt x="1831" y="445"/>
                </a:lnTo>
                <a:lnTo>
                  <a:pt x="1831" y="444"/>
                </a:lnTo>
                <a:lnTo>
                  <a:pt x="1832" y="442"/>
                </a:lnTo>
                <a:lnTo>
                  <a:pt x="1833" y="443"/>
                </a:lnTo>
                <a:lnTo>
                  <a:pt x="1834" y="443"/>
                </a:lnTo>
                <a:lnTo>
                  <a:pt x="1834" y="444"/>
                </a:lnTo>
                <a:lnTo>
                  <a:pt x="1836" y="445"/>
                </a:lnTo>
                <a:lnTo>
                  <a:pt x="1836" y="446"/>
                </a:lnTo>
                <a:lnTo>
                  <a:pt x="1837" y="446"/>
                </a:lnTo>
                <a:lnTo>
                  <a:pt x="1838" y="446"/>
                </a:lnTo>
                <a:lnTo>
                  <a:pt x="1839" y="445"/>
                </a:lnTo>
                <a:lnTo>
                  <a:pt x="1839" y="444"/>
                </a:lnTo>
                <a:lnTo>
                  <a:pt x="1839" y="443"/>
                </a:lnTo>
                <a:lnTo>
                  <a:pt x="1840" y="442"/>
                </a:lnTo>
                <a:lnTo>
                  <a:pt x="1841" y="442"/>
                </a:lnTo>
                <a:lnTo>
                  <a:pt x="1842" y="441"/>
                </a:lnTo>
                <a:lnTo>
                  <a:pt x="1842" y="440"/>
                </a:lnTo>
                <a:lnTo>
                  <a:pt x="1842" y="439"/>
                </a:lnTo>
                <a:lnTo>
                  <a:pt x="1842" y="438"/>
                </a:lnTo>
                <a:lnTo>
                  <a:pt x="1843" y="438"/>
                </a:lnTo>
                <a:lnTo>
                  <a:pt x="1844" y="437"/>
                </a:lnTo>
                <a:lnTo>
                  <a:pt x="1845" y="437"/>
                </a:lnTo>
                <a:lnTo>
                  <a:pt x="1845" y="436"/>
                </a:lnTo>
                <a:lnTo>
                  <a:pt x="1846" y="435"/>
                </a:lnTo>
                <a:lnTo>
                  <a:pt x="1847" y="435"/>
                </a:lnTo>
                <a:lnTo>
                  <a:pt x="1848" y="435"/>
                </a:lnTo>
                <a:lnTo>
                  <a:pt x="1849" y="436"/>
                </a:lnTo>
                <a:lnTo>
                  <a:pt x="1850" y="437"/>
                </a:lnTo>
                <a:lnTo>
                  <a:pt x="1851" y="438"/>
                </a:lnTo>
                <a:lnTo>
                  <a:pt x="1852" y="439"/>
                </a:lnTo>
                <a:lnTo>
                  <a:pt x="1854" y="439"/>
                </a:lnTo>
                <a:lnTo>
                  <a:pt x="1855" y="440"/>
                </a:lnTo>
                <a:lnTo>
                  <a:pt x="1857" y="441"/>
                </a:lnTo>
                <a:lnTo>
                  <a:pt x="1857" y="442"/>
                </a:lnTo>
                <a:lnTo>
                  <a:pt x="1859" y="443"/>
                </a:lnTo>
                <a:lnTo>
                  <a:pt x="1862" y="443"/>
                </a:lnTo>
                <a:lnTo>
                  <a:pt x="1862" y="442"/>
                </a:lnTo>
                <a:lnTo>
                  <a:pt x="1863" y="442"/>
                </a:lnTo>
                <a:lnTo>
                  <a:pt x="1863" y="441"/>
                </a:lnTo>
                <a:lnTo>
                  <a:pt x="1864" y="441"/>
                </a:lnTo>
                <a:lnTo>
                  <a:pt x="1865" y="438"/>
                </a:lnTo>
                <a:lnTo>
                  <a:pt x="1866" y="438"/>
                </a:lnTo>
                <a:lnTo>
                  <a:pt x="1867" y="438"/>
                </a:lnTo>
                <a:lnTo>
                  <a:pt x="1868" y="438"/>
                </a:lnTo>
                <a:lnTo>
                  <a:pt x="1869" y="438"/>
                </a:lnTo>
                <a:lnTo>
                  <a:pt x="1870" y="438"/>
                </a:lnTo>
                <a:lnTo>
                  <a:pt x="1871" y="437"/>
                </a:lnTo>
                <a:lnTo>
                  <a:pt x="1872" y="437"/>
                </a:lnTo>
                <a:lnTo>
                  <a:pt x="1872" y="436"/>
                </a:lnTo>
                <a:lnTo>
                  <a:pt x="1873" y="436"/>
                </a:lnTo>
                <a:lnTo>
                  <a:pt x="1874" y="437"/>
                </a:lnTo>
                <a:lnTo>
                  <a:pt x="1875" y="437"/>
                </a:lnTo>
                <a:lnTo>
                  <a:pt x="1877" y="437"/>
                </a:lnTo>
                <a:lnTo>
                  <a:pt x="1877" y="436"/>
                </a:lnTo>
                <a:lnTo>
                  <a:pt x="1878" y="436"/>
                </a:lnTo>
                <a:lnTo>
                  <a:pt x="1879" y="436"/>
                </a:lnTo>
                <a:lnTo>
                  <a:pt x="1880" y="436"/>
                </a:lnTo>
                <a:lnTo>
                  <a:pt x="1881" y="436"/>
                </a:lnTo>
                <a:lnTo>
                  <a:pt x="1882" y="436"/>
                </a:lnTo>
                <a:lnTo>
                  <a:pt x="1883" y="436"/>
                </a:lnTo>
                <a:lnTo>
                  <a:pt x="1885" y="436"/>
                </a:lnTo>
                <a:lnTo>
                  <a:pt x="1885" y="435"/>
                </a:lnTo>
                <a:lnTo>
                  <a:pt x="1885" y="434"/>
                </a:lnTo>
                <a:lnTo>
                  <a:pt x="1886" y="434"/>
                </a:lnTo>
                <a:lnTo>
                  <a:pt x="1887" y="434"/>
                </a:lnTo>
                <a:lnTo>
                  <a:pt x="1887" y="435"/>
                </a:lnTo>
                <a:lnTo>
                  <a:pt x="1888" y="435"/>
                </a:lnTo>
                <a:lnTo>
                  <a:pt x="1888" y="436"/>
                </a:lnTo>
                <a:lnTo>
                  <a:pt x="1888" y="437"/>
                </a:lnTo>
                <a:lnTo>
                  <a:pt x="1888" y="438"/>
                </a:lnTo>
                <a:lnTo>
                  <a:pt x="1890" y="439"/>
                </a:lnTo>
                <a:lnTo>
                  <a:pt x="1891" y="439"/>
                </a:lnTo>
                <a:lnTo>
                  <a:pt x="1892" y="439"/>
                </a:lnTo>
                <a:lnTo>
                  <a:pt x="1892" y="440"/>
                </a:lnTo>
                <a:lnTo>
                  <a:pt x="1892" y="441"/>
                </a:lnTo>
                <a:lnTo>
                  <a:pt x="1893" y="442"/>
                </a:lnTo>
                <a:lnTo>
                  <a:pt x="1893" y="445"/>
                </a:lnTo>
                <a:lnTo>
                  <a:pt x="1893" y="446"/>
                </a:lnTo>
                <a:lnTo>
                  <a:pt x="1892" y="446"/>
                </a:lnTo>
                <a:lnTo>
                  <a:pt x="1892" y="447"/>
                </a:lnTo>
                <a:lnTo>
                  <a:pt x="1892" y="448"/>
                </a:lnTo>
                <a:lnTo>
                  <a:pt x="1893" y="448"/>
                </a:lnTo>
                <a:lnTo>
                  <a:pt x="1892" y="449"/>
                </a:lnTo>
                <a:lnTo>
                  <a:pt x="1891" y="449"/>
                </a:lnTo>
                <a:lnTo>
                  <a:pt x="1890" y="450"/>
                </a:lnTo>
                <a:lnTo>
                  <a:pt x="1889" y="451"/>
                </a:lnTo>
                <a:lnTo>
                  <a:pt x="1889" y="452"/>
                </a:lnTo>
                <a:lnTo>
                  <a:pt x="1888" y="452"/>
                </a:lnTo>
                <a:lnTo>
                  <a:pt x="1888" y="453"/>
                </a:lnTo>
                <a:lnTo>
                  <a:pt x="1886" y="452"/>
                </a:lnTo>
                <a:lnTo>
                  <a:pt x="1884" y="453"/>
                </a:lnTo>
                <a:lnTo>
                  <a:pt x="1882" y="451"/>
                </a:lnTo>
                <a:lnTo>
                  <a:pt x="1880" y="451"/>
                </a:lnTo>
                <a:lnTo>
                  <a:pt x="1879" y="451"/>
                </a:lnTo>
                <a:lnTo>
                  <a:pt x="1878" y="451"/>
                </a:lnTo>
                <a:lnTo>
                  <a:pt x="1876" y="450"/>
                </a:lnTo>
                <a:lnTo>
                  <a:pt x="1875" y="450"/>
                </a:lnTo>
                <a:lnTo>
                  <a:pt x="1874" y="450"/>
                </a:lnTo>
                <a:lnTo>
                  <a:pt x="1874" y="451"/>
                </a:lnTo>
                <a:lnTo>
                  <a:pt x="1872" y="453"/>
                </a:lnTo>
                <a:lnTo>
                  <a:pt x="1871" y="453"/>
                </a:lnTo>
                <a:lnTo>
                  <a:pt x="1870" y="454"/>
                </a:lnTo>
                <a:lnTo>
                  <a:pt x="1869" y="454"/>
                </a:lnTo>
                <a:lnTo>
                  <a:pt x="1869" y="455"/>
                </a:lnTo>
                <a:lnTo>
                  <a:pt x="1870" y="455"/>
                </a:lnTo>
                <a:lnTo>
                  <a:pt x="1870" y="456"/>
                </a:lnTo>
                <a:lnTo>
                  <a:pt x="1871" y="456"/>
                </a:lnTo>
                <a:lnTo>
                  <a:pt x="1872" y="458"/>
                </a:lnTo>
                <a:lnTo>
                  <a:pt x="1872" y="459"/>
                </a:lnTo>
                <a:lnTo>
                  <a:pt x="1871" y="459"/>
                </a:lnTo>
                <a:lnTo>
                  <a:pt x="1873" y="460"/>
                </a:lnTo>
                <a:lnTo>
                  <a:pt x="1875" y="460"/>
                </a:lnTo>
                <a:lnTo>
                  <a:pt x="1875" y="461"/>
                </a:lnTo>
                <a:lnTo>
                  <a:pt x="1876" y="461"/>
                </a:lnTo>
                <a:lnTo>
                  <a:pt x="1876" y="462"/>
                </a:lnTo>
                <a:lnTo>
                  <a:pt x="1877" y="462"/>
                </a:lnTo>
                <a:lnTo>
                  <a:pt x="1877" y="463"/>
                </a:lnTo>
                <a:lnTo>
                  <a:pt x="1877" y="464"/>
                </a:lnTo>
                <a:lnTo>
                  <a:pt x="1878" y="465"/>
                </a:lnTo>
                <a:lnTo>
                  <a:pt x="1879" y="466"/>
                </a:lnTo>
                <a:lnTo>
                  <a:pt x="1879" y="467"/>
                </a:lnTo>
                <a:lnTo>
                  <a:pt x="1880" y="468"/>
                </a:lnTo>
                <a:lnTo>
                  <a:pt x="1880" y="469"/>
                </a:lnTo>
                <a:lnTo>
                  <a:pt x="1882" y="471"/>
                </a:lnTo>
                <a:lnTo>
                  <a:pt x="1883" y="471"/>
                </a:lnTo>
                <a:lnTo>
                  <a:pt x="1884" y="471"/>
                </a:lnTo>
                <a:lnTo>
                  <a:pt x="1884" y="474"/>
                </a:lnTo>
                <a:lnTo>
                  <a:pt x="1884" y="475"/>
                </a:lnTo>
                <a:lnTo>
                  <a:pt x="1883" y="475"/>
                </a:lnTo>
                <a:lnTo>
                  <a:pt x="1883" y="476"/>
                </a:lnTo>
                <a:lnTo>
                  <a:pt x="1881" y="477"/>
                </a:lnTo>
                <a:lnTo>
                  <a:pt x="1880" y="478"/>
                </a:lnTo>
                <a:lnTo>
                  <a:pt x="1879" y="477"/>
                </a:lnTo>
                <a:lnTo>
                  <a:pt x="1878" y="477"/>
                </a:lnTo>
                <a:lnTo>
                  <a:pt x="1877" y="476"/>
                </a:lnTo>
                <a:lnTo>
                  <a:pt x="1875" y="476"/>
                </a:lnTo>
                <a:lnTo>
                  <a:pt x="1874" y="476"/>
                </a:lnTo>
                <a:lnTo>
                  <a:pt x="1872" y="476"/>
                </a:lnTo>
                <a:lnTo>
                  <a:pt x="1871" y="475"/>
                </a:lnTo>
                <a:lnTo>
                  <a:pt x="1870" y="475"/>
                </a:lnTo>
                <a:lnTo>
                  <a:pt x="1870" y="476"/>
                </a:lnTo>
                <a:lnTo>
                  <a:pt x="1869" y="476"/>
                </a:lnTo>
                <a:lnTo>
                  <a:pt x="1868" y="476"/>
                </a:lnTo>
                <a:lnTo>
                  <a:pt x="1867" y="476"/>
                </a:lnTo>
                <a:lnTo>
                  <a:pt x="1866" y="476"/>
                </a:lnTo>
                <a:lnTo>
                  <a:pt x="1865" y="477"/>
                </a:lnTo>
                <a:lnTo>
                  <a:pt x="1866" y="478"/>
                </a:lnTo>
                <a:lnTo>
                  <a:pt x="1866" y="479"/>
                </a:lnTo>
                <a:lnTo>
                  <a:pt x="1867" y="479"/>
                </a:lnTo>
                <a:lnTo>
                  <a:pt x="1868" y="479"/>
                </a:lnTo>
                <a:lnTo>
                  <a:pt x="1868" y="480"/>
                </a:lnTo>
                <a:lnTo>
                  <a:pt x="1868" y="481"/>
                </a:lnTo>
                <a:lnTo>
                  <a:pt x="1869" y="482"/>
                </a:lnTo>
                <a:lnTo>
                  <a:pt x="1869" y="483"/>
                </a:lnTo>
                <a:lnTo>
                  <a:pt x="1869" y="484"/>
                </a:lnTo>
                <a:lnTo>
                  <a:pt x="1868" y="484"/>
                </a:lnTo>
                <a:lnTo>
                  <a:pt x="1865" y="484"/>
                </a:lnTo>
                <a:lnTo>
                  <a:pt x="1865" y="485"/>
                </a:lnTo>
                <a:lnTo>
                  <a:pt x="1863" y="487"/>
                </a:lnTo>
                <a:lnTo>
                  <a:pt x="1863" y="488"/>
                </a:lnTo>
                <a:lnTo>
                  <a:pt x="1864" y="488"/>
                </a:lnTo>
                <a:lnTo>
                  <a:pt x="1865" y="488"/>
                </a:lnTo>
                <a:lnTo>
                  <a:pt x="1865" y="489"/>
                </a:lnTo>
                <a:lnTo>
                  <a:pt x="1866" y="490"/>
                </a:lnTo>
                <a:lnTo>
                  <a:pt x="1867" y="490"/>
                </a:lnTo>
                <a:lnTo>
                  <a:pt x="1868" y="491"/>
                </a:lnTo>
                <a:lnTo>
                  <a:pt x="1869" y="491"/>
                </a:lnTo>
                <a:lnTo>
                  <a:pt x="1869" y="492"/>
                </a:lnTo>
                <a:lnTo>
                  <a:pt x="1870" y="492"/>
                </a:lnTo>
                <a:lnTo>
                  <a:pt x="1871" y="493"/>
                </a:lnTo>
                <a:lnTo>
                  <a:pt x="1870" y="494"/>
                </a:lnTo>
                <a:lnTo>
                  <a:pt x="1869" y="494"/>
                </a:lnTo>
                <a:lnTo>
                  <a:pt x="1868" y="495"/>
                </a:lnTo>
                <a:lnTo>
                  <a:pt x="1868" y="496"/>
                </a:lnTo>
                <a:lnTo>
                  <a:pt x="1867" y="496"/>
                </a:lnTo>
                <a:lnTo>
                  <a:pt x="1866" y="496"/>
                </a:lnTo>
                <a:lnTo>
                  <a:pt x="1866" y="495"/>
                </a:lnTo>
                <a:lnTo>
                  <a:pt x="1865" y="495"/>
                </a:lnTo>
                <a:lnTo>
                  <a:pt x="1864" y="494"/>
                </a:lnTo>
                <a:lnTo>
                  <a:pt x="1863" y="494"/>
                </a:lnTo>
                <a:lnTo>
                  <a:pt x="1862" y="493"/>
                </a:lnTo>
                <a:lnTo>
                  <a:pt x="1861" y="493"/>
                </a:lnTo>
                <a:lnTo>
                  <a:pt x="1861" y="492"/>
                </a:lnTo>
                <a:lnTo>
                  <a:pt x="1860" y="492"/>
                </a:lnTo>
                <a:lnTo>
                  <a:pt x="1860" y="491"/>
                </a:lnTo>
                <a:lnTo>
                  <a:pt x="1859" y="492"/>
                </a:lnTo>
                <a:lnTo>
                  <a:pt x="1859" y="493"/>
                </a:lnTo>
                <a:lnTo>
                  <a:pt x="1857" y="493"/>
                </a:lnTo>
                <a:lnTo>
                  <a:pt x="1856" y="493"/>
                </a:lnTo>
                <a:lnTo>
                  <a:pt x="1856" y="495"/>
                </a:lnTo>
                <a:lnTo>
                  <a:pt x="1855" y="495"/>
                </a:lnTo>
                <a:lnTo>
                  <a:pt x="1854" y="495"/>
                </a:lnTo>
                <a:lnTo>
                  <a:pt x="1853" y="495"/>
                </a:lnTo>
                <a:lnTo>
                  <a:pt x="1852" y="498"/>
                </a:lnTo>
                <a:lnTo>
                  <a:pt x="1853" y="498"/>
                </a:lnTo>
                <a:lnTo>
                  <a:pt x="1855" y="500"/>
                </a:lnTo>
                <a:lnTo>
                  <a:pt x="1856" y="501"/>
                </a:lnTo>
                <a:lnTo>
                  <a:pt x="1856" y="503"/>
                </a:lnTo>
                <a:lnTo>
                  <a:pt x="1857" y="504"/>
                </a:lnTo>
                <a:lnTo>
                  <a:pt x="1856" y="506"/>
                </a:lnTo>
                <a:lnTo>
                  <a:pt x="1856" y="507"/>
                </a:lnTo>
                <a:lnTo>
                  <a:pt x="1856" y="508"/>
                </a:lnTo>
                <a:lnTo>
                  <a:pt x="1857" y="510"/>
                </a:lnTo>
                <a:lnTo>
                  <a:pt x="1859" y="509"/>
                </a:lnTo>
                <a:lnTo>
                  <a:pt x="1860" y="510"/>
                </a:lnTo>
                <a:lnTo>
                  <a:pt x="1861" y="511"/>
                </a:lnTo>
                <a:lnTo>
                  <a:pt x="1861" y="512"/>
                </a:lnTo>
                <a:lnTo>
                  <a:pt x="1863" y="513"/>
                </a:lnTo>
                <a:lnTo>
                  <a:pt x="1863" y="514"/>
                </a:lnTo>
                <a:lnTo>
                  <a:pt x="1864" y="515"/>
                </a:lnTo>
                <a:lnTo>
                  <a:pt x="1865" y="517"/>
                </a:lnTo>
                <a:lnTo>
                  <a:pt x="1865" y="518"/>
                </a:lnTo>
                <a:lnTo>
                  <a:pt x="1866" y="518"/>
                </a:lnTo>
                <a:lnTo>
                  <a:pt x="1868" y="520"/>
                </a:lnTo>
                <a:lnTo>
                  <a:pt x="1869" y="521"/>
                </a:lnTo>
                <a:lnTo>
                  <a:pt x="1870" y="521"/>
                </a:lnTo>
                <a:lnTo>
                  <a:pt x="1872" y="521"/>
                </a:lnTo>
                <a:lnTo>
                  <a:pt x="1872" y="520"/>
                </a:lnTo>
                <a:lnTo>
                  <a:pt x="1873" y="520"/>
                </a:lnTo>
                <a:lnTo>
                  <a:pt x="1874" y="521"/>
                </a:lnTo>
                <a:lnTo>
                  <a:pt x="1874" y="523"/>
                </a:lnTo>
                <a:lnTo>
                  <a:pt x="1875" y="523"/>
                </a:lnTo>
                <a:lnTo>
                  <a:pt x="1875" y="524"/>
                </a:lnTo>
                <a:lnTo>
                  <a:pt x="1875" y="525"/>
                </a:lnTo>
                <a:lnTo>
                  <a:pt x="1876" y="526"/>
                </a:lnTo>
                <a:lnTo>
                  <a:pt x="1877" y="527"/>
                </a:lnTo>
                <a:lnTo>
                  <a:pt x="1878" y="528"/>
                </a:lnTo>
                <a:lnTo>
                  <a:pt x="1879" y="528"/>
                </a:lnTo>
                <a:lnTo>
                  <a:pt x="1880" y="529"/>
                </a:lnTo>
                <a:lnTo>
                  <a:pt x="1881" y="529"/>
                </a:lnTo>
                <a:lnTo>
                  <a:pt x="1882" y="530"/>
                </a:lnTo>
                <a:lnTo>
                  <a:pt x="1884" y="530"/>
                </a:lnTo>
                <a:lnTo>
                  <a:pt x="1885" y="530"/>
                </a:lnTo>
                <a:lnTo>
                  <a:pt x="1886" y="529"/>
                </a:lnTo>
                <a:lnTo>
                  <a:pt x="1888" y="529"/>
                </a:lnTo>
                <a:lnTo>
                  <a:pt x="1888" y="530"/>
                </a:lnTo>
                <a:lnTo>
                  <a:pt x="1888" y="531"/>
                </a:lnTo>
                <a:lnTo>
                  <a:pt x="1887" y="533"/>
                </a:lnTo>
                <a:lnTo>
                  <a:pt x="1886" y="534"/>
                </a:lnTo>
                <a:lnTo>
                  <a:pt x="1887" y="534"/>
                </a:lnTo>
                <a:lnTo>
                  <a:pt x="1887" y="535"/>
                </a:lnTo>
                <a:lnTo>
                  <a:pt x="1888" y="535"/>
                </a:lnTo>
                <a:lnTo>
                  <a:pt x="1889" y="535"/>
                </a:lnTo>
                <a:lnTo>
                  <a:pt x="1890" y="536"/>
                </a:lnTo>
                <a:lnTo>
                  <a:pt x="1891" y="536"/>
                </a:lnTo>
                <a:lnTo>
                  <a:pt x="1892" y="535"/>
                </a:lnTo>
                <a:lnTo>
                  <a:pt x="1892" y="536"/>
                </a:lnTo>
                <a:lnTo>
                  <a:pt x="1892" y="537"/>
                </a:lnTo>
                <a:lnTo>
                  <a:pt x="1893" y="537"/>
                </a:lnTo>
                <a:lnTo>
                  <a:pt x="1894" y="537"/>
                </a:lnTo>
                <a:lnTo>
                  <a:pt x="1895" y="538"/>
                </a:lnTo>
                <a:lnTo>
                  <a:pt x="1896" y="538"/>
                </a:lnTo>
                <a:lnTo>
                  <a:pt x="1897" y="538"/>
                </a:lnTo>
                <a:lnTo>
                  <a:pt x="1897" y="539"/>
                </a:lnTo>
                <a:lnTo>
                  <a:pt x="1900" y="540"/>
                </a:lnTo>
                <a:lnTo>
                  <a:pt x="1901" y="540"/>
                </a:lnTo>
                <a:lnTo>
                  <a:pt x="1900" y="540"/>
                </a:lnTo>
                <a:lnTo>
                  <a:pt x="1899" y="541"/>
                </a:lnTo>
                <a:lnTo>
                  <a:pt x="1899" y="542"/>
                </a:lnTo>
                <a:lnTo>
                  <a:pt x="1898" y="542"/>
                </a:lnTo>
                <a:lnTo>
                  <a:pt x="1896" y="545"/>
                </a:lnTo>
                <a:lnTo>
                  <a:pt x="1896" y="546"/>
                </a:lnTo>
                <a:lnTo>
                  <a:pt x="1897" y="546"/>
                </a:lnTo>
                <a:lnTo>
                  <a:pt x="1898" y="546"/>
                </a:lnTo>
                <a:lnTo>
                  <a:pt x="1899" y="549"/>
                </a:lnTo>
                <a:lnTo>
                  <a:pt x="1899" y="550"/>
                </a:lnTo>
                <a:lnTo>
                  <a:pt x="1899" y="551"/>
                </a:lnTo>
                <a:lnTo>
                  <a:pt x="1899" y="552"/>
                </a:lnTo>
                <a:lnTo>
                  <a:pt x="1898" y="552"/>
                </a:lnTo>
                <a:lnTo>
                  <a:pt x="1898" y="553"/>
                </a:lnTo>
                <a:lnTo>
                  <a:pt x="1900" y="555"/>
                </a:lnTo>
                <a:lnTo>
                  <a:pt x="1901" y="556"/>
                </a:lnTo>
                <a:lnTo>
                  <a:pt x="1903" y="557"/>
                </a:lnTo>
                <a:lnTo>
                  <a:pt x="1903" y="558"/>
                </a:lnTo>
                <a:lnTo>
                  <a:pt x="1903" y="559"/>
                </a:lnTo>
                <a:lnTo>
                  <a:pt x="1902" y="559"/>
                </a:lnTo>
                <a:lnTo>
                  <a:pt x="1902" y="558"/>
                </a:lnTo>
                <a:lnTo>
                  <a:pt x="1901" y="558"/>
                </a:lnTo>
                <a:lnTo>
                  <a:pt x="1900" y="559"/>
                </a:lnTo>
                <a:lnTo>
                  <a:pt x="1899" y="559"/>
                </a:lnTo>
                <a:lnTo>
                  <a:pt x="1898" y="559"/>
                </a:lnTo>
                <a:lnTo>
                  <a:pt x="1898" y="560"/>
                </a:lnTo>
                <a:lnTo>
                  <a:pt x="1898" y="561"/>
                </a:lnTo>
                <a:lnTo>
                  <a:pt x="1897" y="561"/>
                </a:lnTo>
                <a:lnTo>
                  <a:pt x="1896" y="561"/>
                </a:lnTo>
                <a:lnTo>
                  <a:pt x="1894" y="562"/>
                </a:lnTo>
                <a:lnTo>
                  <a:pt x="1894" y="563"/>
                </a:lnTo>
                <a:lnTo>
                  <a:pt x="1894" y="564"/>
                </a:lnTo>
                <a:lnTo>
                  <a:pt x="1893" y="564"/>
                </a:lnTo>
                <a:lnTo>
                  <a:pt x="1892" y="564"/>
                </a:lnTo>
                <a:lnTo>
                  <a:pt x="1891" y="564"/>
                </a:lnTo>
                <a:lnTo>
                  <a:pt x="1891" y="565"/>
                </a:lnTo>
                <a:lnTo>
                  <a:pt x="1890" y="565"/>
                </a:lnTo>
                <a:lnTo>
                  <a:pt x="1890" y="566"/>
                </a:lnTo>
                <a:lnTo>
                  <a:pt x="1890" y="567"/>
                </a:lnTo>
                <a:lnTo>
                  <a:pt x="1890" y="569"/>
                </a:lnTo>
                <a:lnTo>
                  <a:pt x="1889" y="569"/>
                </a:lnTo>
                <a:lnTo>
                  <a:pt x="1889" y="568"/>
                </a:lnTo>
                <a:lnTo>
                  <a:pt x="1888" y="568"/>
                </a:lnTo>
                <a:lnTo>
                  <a:pt x="1888" y="567"/>
                </a:lnTo>
                <a:lnTo>
                  <a:pt x="1888" y="566"/>
                </a:lnTo>
                <a:lnTo>
                  <a:pt x="1887" y="566"/>
                </a:lnTo>
                <a:lnTo>
                  <a:pt x="1886" y="566"/>
                </a:lnTo>
                <a:lnTo>
                  <a:pt x="1884" y="566"/>
                </a:lnTo>
                <a:lnTo>
                  <a:pt x="1884" y="567"/>
                </a:lnTo>
                <a:lnTo>
                  <a:pt x="1883" y="568"/>
                </a:lnTo>
                <a:lnTo>
                  <a:pt x="1882" y="569"/>
                </a:lnTo>
                <a:lnTo>
                  <a:pt x="1882" y="570"/>
                </a:lnTo>
                <a:lnTo>
                  <a:pt x="1881" y="571"/>
                </a:lnTo>
                <a:lnTo>
                  <a:pt x="1881" y="572"/>
                </a:lnTo>
                <a:lnTo>
                  <a:pt x="1880" y="572"/>
                </a:lnTo>
                <a:lnTo>
                  <a:pt x="1879" y="572"/>
                </a:lnTo>
                <a:lnTo>
                  <a:pt x="1877" y="574"/>
                </a:lnTo>
                <a:lnTo>
                  <a:pt x="1877" y="575"/>
                </a:lnTo>
                <a:lnTo>
                  <a:pt x="1876" y="576"/>
                </a:lnTo>
                <a:lnTo>
                  <a:pt x="1877" y="577"/>
                </a:lnTo>
                <a:lnTo>
                  <a:pt x="1877" y="578"/>
                </a:lnTo>
                <a:lnTo>
                  <a:pt x="1878" y="578"/>
                </a:lnTo>
                <a:lnTo>
                  <a:pt x="1876" y="579"/>
                </a:lnTo>
                <a:lnTo>
                  <a:pt x="1875" y="579"/>
                </a:lnTo>
                <a:lnTo>
                  <a:pt x="1875" y="580"/>
                </a:lnTo>
                <a:lnTo>
                  <a:pt x="1876" y="581"/>
                </a:lnTo>
                <a:lnTo>
                  <a:pt x="1877" y="581"/>
                </a:lnTo>
                <a:lnTo>
                  <a:pt x="1877" y="582"/>
                </a:lnTo>
                <a:lnTo>
                  <a:pt x="1877" y="584"/>
                </a:lnTo>
                <a:lnTo>
                  <a:pt x="1876" y="585"/>
                </a:lnTo>
                <a:lnTo>
                  <a:pt x="1875" y="585"/>
                </a:lnTo>
                <a:lnTo>
                  <a:pt x="1874" y="585"/>
                </a:lnTo>
                <a:lnTo>
                  <a:pt x="1873" y="585"/>
                </a:lnTo>
                <a:lnTo>
                  <a:pt x="1872" y="585"/>
                </a:lnTo>
                <a:lnTo>
                  <a:pt x="1870" y="584"/>
                </a:lnTo>
                <a:lnTo>
                  <a:pt x="1870" y="585"/>
                </a:lnTo>
                <a:lnTo>
                  <a:pt x="1869" y="586"/>
                </a:lnTo>
                <a:lnTo>
                  <a:pt x="1869" y="588"/>
                </a:lnTo>
                <a:lnTo>
                  <a:pt x="1869" y="589"/>
                </a:lnTo>
                <a:lnTo>
                  <a:pt x="1870" y="589"/>
                </a:lnTo>
                <a:lnTo>
                  <a:pt x="1870" y="590"/>
                </a:lnTo>
                <a:lnTo>
                  <a:pt x="1870" y="591"/>
                </a:lnTo>
                <a:lnTo>
                  <a:pt x="1869" y="592"/>
                </a:lnTo>
                <a:lnTo>
                  <a:pt x="1868" y="592"/>
                </a:lnTo>
                <a:lnTo>
                  <a:pt x="1867" y="593"/>
                </a:lnTo>
                <a:lnTo>
                  <a:pt x="1866" y="593"/>
                </a:lnTo>
                <a:lnTo>
                  <a:pt x="1866" y="594"/>
                </a:lnTo>
                <a:lnTo>
                  <a:pt x="1865" y="594"/>
                </a:lnTo>
                <a:lnTo>
                  <a:pt x="1864" y="593"/>
                </a:lnTo>
                <a:lnTo>
                  <a:pt x="1862" y="594"/>
                </a:lnTo>
                <a:lnTo>
                  <a:pt x="1861" y="594"/>
                </a:lnTo>
                <a:lnTo>
                  <a:pt x="1861" y="593"/>
                </a:lnTo>
                <a:lnTo>
                  <a:pt x="1860" y="593"/>
                </a:lnTo>
                <a:lnTo>
                  <a:pt x="1859" y="593"/>
                </a:lnTo>
                <a:lnTo>
                  <a:pt x="1858" y="594"/>
                </a:lnTo>
                <a:lnTo>
                  <a:pt x="1857" y="594"/>
                </a:lnTo>
                <a:lnTo>
                  <a:pt x="1856" y="594"/>
                </a:lnTo>
                <a:lnTo>
                  <a:pt x="1855" y="594"/>
                </a:lnTo>
                <a:lnTo>
                  <a:pt x="1855" y="595"/>
                </a:lnTo>
                <a:lnTo>
                  <a:pt x="1854" y="595"/>
                </a:lnTo>
                <a:lnTo>
                  <a:pt x="1853" y="595"/>
                </a:lnTo>
                <a:lnTo>
                  <a:pt x="1853" y="594"/>
                </a:lnTo>
                <a:lnTo>
                  <a:pt x="1851" y="593"/>
                </a:lnTo>
                <a:lnTo>
                  <a:pt x="1850" y="593"/>
                </a:lnTo>
                <a:lnTo>
                  <a:pt x="1849" y="594"/>
                </a:lnTo>
                <a:lnTo>
                  <a:pt x="1849" y="595"/>
                </a:lnTo>
                <a:lnTo>
                  <a:pt x="1848" y="595"/>
                </a:lnTo>
                <a:lnTo>
                  <a:pt x="1848" y="596"/>
                </a:lnTo>
                <a:lnTo>
                  <a:pt x="1847" y="596"/>
                </a:lnTo>
                <a:lnTo>
                  <a:pt x="1846" y="596"/>
                </a:lnTo>
                <a:lnTo>
                  <a:pt x="1843" y="597"/>
                </a:lnTo>
                <a:lnTo>
                  <a:pt x="1843" y="599"/>
                </a:lnTo>
                <a:lnTo>
                  <a:pt x="1844" y="600"/>
                </a:lnTo>
                <a:lnTo>
                  <a:pt x="1844" y="601"/>
                </a:lnTo>
                <a:lnTo>
                  <a:pt x="1844" y="602"/>
                </a:lnTo>
                <a:lnTo>
                  <a:pt x="1845" y="602"/>
                </a:lnTo>
                <a:lnTo>
                  <a:pt x="1846" y="602"/>
                </a:lnTo>
                <a:lnTo>
                  <a:pt x="1847" y="602"/>
                </a:lnTo>
                <a:lnTo>
                  <a:pt x="1847" y="601"/>
                </a:lnTo>
                <a:lnTo>
                  <a:pt x="1849" y="602"/>
                </a:lnTo>
                <a:lnTo>
                  <a:pt x="1849" y="603"/>
                </a:lnTo>
                <a:lnTo>
                  <a:pt x="1849" y="604"/>
                </a:lnTo>
                <a:lnTo>
                  <a:pt x="1849" y="605"/>
                </a:lnTo>
                <a:lnTo>
                  <a:pt x="1849" y="606"/>
                </a:lnTo>
                <a:lnTo>
                  <a:pt x="1848" y="606"/>
                </a:lnTo>
                <a:lnTo>
                  <a:pt x="1847" y="607"/>
                </a:lnTo>
                <a:lnTo>
                  <a:pt x="1847" y="608"/>
                </a:lnTo>
                <a:lnTo>
                  <a:pt x="1847" y="609"/>
                </a:lnTo>
                <a:lnTo>
                  <a:pt x="1848" y="610"/>
                </a:lnTo>
                <a:lnTo>
                  <a:pt x="1848" y="613"/>
                </a:lnTo>
                <a:lnTo>
                  <a:pt x="1847" y="615"/>
                </a:lnTo>
                <a:lnTo>
                  <a:pt x="1847" y="616"/>
                </a:lnTo>
                <a:lnTo>
                  <a:pt x="1846" y="617"/>
                </a:lnTo>
                <a:lnTo>
                  <a:pt x="1845" y="617"/>
                </a:lnTo>
                <a:lnTo>
                  <a:pt x="1844" y="617"/>
                </a:lnTo>
                <a:lnTo>
                  <a:pt x="1842" y="617"/>
                </a:lnTo>
                <a:lnTo>
                  <a:pt x="1841" y="618"/>
                </a:lnTo>
                <a:lnTo>
                  <a:pt x="1841" y="619"/>
                </a:lnTo>
                <a:lnTo>
                  <a:pt x="1841" y="620"/>
                </a:lnTo>
                <a:lnTo>
                  <a:pt x="1840" y="620"/>
                </a:lnTo>
                <a:lnTo>
                  <a:pt x="1839" y="620"/>
                </a:lnTo>
                <a:lnTo>
                  <a:pt x="1838" y="621"/>
                </a:lnTo>
                <a:lnTo>
                  <a:pt x="1838" y="622"/>
                </a:lnTo>
                <a:lnTo>
                  <a:pt x="1838" y="623"/>
                </a:lnTo>
                <a:lnTo>
                  <a:pt x="1839" y="623"/>
                </a:lnTo>
                <a:lnTo>
                  <a:pt x="1838" y="623"/>
                </a:lnTo>
                <a:lnTo>
                  <a:pt x="1838" y="624"/>
                </a:lnTo>
                <a:lnTo>
                  <a:pt x="1839" y="624"/>
                </a:lnTo>
                <a:lnTo>
                  <a:pt x="1840" y="624"/>
                </a:lnTo>
                <a:lnTo>
                  <a:pt x="1841" y="624"/>
                </a:lnTo>
                <a:lnTo>
                  <a:pt x="1841" y="625"/>
                </a:lnTo>
                <a:lnTo>
                  <a:pt x="1842" y="625"/>
                </a:lnTo>
                <a:lnTo>
                  <a:pt x="1842" y="626"/>
                </a:lnTo>
                <a:lnTo>
                  <a:pt x="1842" y="628"/>
                </a:lnTo>
                <a:lnTo>
                  <a:pt x="1843" y="628"/>
                </a:lnTo>
                <a:lnTo>
                  <a:pt x="1843" y="629"/>
                </a:lnTo>
                <a:lnTo>
                  <a:pt x="1843" y="631"/>
                </a:lnTo>
                <a:lnTo>
                  <a:pt x="1842" y="631"/>
                </a:lnTo>
                <a:lnTo>
                  <a:pt x="1841" y="632"/>
                </a:lnTo>
                <a:lnTo>
                  <a:pt x="1840" y="632"/>
                </a:lnTo>
                <a:lnTo>
                  <a:pt x="1839" y="633"/>
                </a:lnTo>
                <a:lnTo>
                  <a:pt x="1839" y="634"/>
                </a:lnTo>
                <a:lnTo>
                  <a:pt x="1838" y="635"/>
                </a:lnTo>
                <a:lnTo>
                  <a:pt x="1837" y="636"/>
                </a:lnTo>
                <a:lnTo>
                  <a:pt x="1836" y="637"/>
                </a:lnTo>
                <a:lnTo>
                  <a:pt x="1835" y="637"/>
                </a:lnTo>
                <a:lnTo>
                  <a:pt x="1834" y="638"/>
                </a:lnTo>
                <a:lnTo>
                  <a:pt x="1832" y="639"/>
                </a:lnTo>
                <a:lnTo>
                  <a:pt x="1830" y="640"/>
                </a:lnTo>
                <a:lnTo>
                  <a:pt x="1829" y="641"/>
                </a:lnTo>
                <a:lnTo>
                  <a:pt x="1828" y="642"/>
                </a:lnTo>
                <a:lnTo>
                  <a:pt x="1828" y="643"/>
                </a:lnTo>
                <a:lnTo>
                  <a:pt x="1828" y="644"/>
                </a:lnTo>
                <a:lnTo>
                  <a:pt x="1827" y="644"/>
                </a:lnTo>
                <a:lnTo>
                  <a:pt x="1826" y="645"/>
                </a:lnTo>
                <a:lnTo>
                  <a:pt x="1825" y="645"/>
                </a:lnTo>
                <a:lnTo>
                  <a:pt x="1823" y="645"/>
                </a:lnTo>
                <a:lnTo>
                  <a:pt x="1823" y="646"/>
                </a:lnTo>
                <a:lnTo>
                  <a:pt x="1822" y="646"/>
                </a:lnTo>
                <a:lnTo>
                  <a:pt x="1822" y="647"/>
                </a:lnTo>
                <a:lnTo>
                  <a:pt x="1821" y="647"/>
                </a:lnTo>
                <a:lnTo>
                  <a:pt x="1820" y="646"/>
                </a:lnTo>
                <a:lnTo>
                  <a:pt x="1817" y="647"/>
                </a:lnTo>
                <a:lnTo>
                  <a:pt x="1815" y="649"/>
                </a:lnTo>
                <a:lnTo>
                  <a:pt x="1817" y="649"/>
                </a:lnTo>
                <a:lnTo>
                  <a:pt x="1817" y="650"/>
                </a:lnTo>
                <a:lnTo>
                  <a:pt x="1817" y="651"/>
                </a:lnTo>
                <a:lnTo>
                  <a:pt x="1817" y="652"/>
                </a:lnTo>
                <a:lnTo>
                  <a:pt x="1817" y="653"/>
                </a:lnTo>
                <a:lnTo>
                  <a:pt x="1817" y="654"/>
                </a:lnTo>
                <a:lnTo>
                  <a:pt x="1818" y="654"/>
                </a:lnTo>
                <a:lnTo>
                  <a:pt x="1821" y="653"/>
                </a:lnTo>
                <a:lnTo>
                  <a:pt x="1822" y="652"/>
                </a:lnTo>
                <a:lnTo>
                  <a:pt x="1823" y="652"/>
                </a:lnTo>
                <a:lnTo>
                  <a:pt x="1824" y="652"/>
                </a:lnTo>
                <a:lnTo>
                  <a:pt x="1824" y="651"/>
                </a:lnTo>
                <a:lnTo>
                  <a:pt x="1825" y="651"/>
                </a:lnTo>
                <a:lnTo>
                  <a:pt x="1826" y="652"/>
                </a:lnTo>
                <a:lnTo>
                  <a:pt x="1824" y="653"/>
                </a:lnTo>
                <a:lnTo>
                  <a:pt x="1824" y="654"/>
                </a:lnTo>
                <a:lnTo>
                  <a:pt x="1825" y="654"/>
                </a:lnTo>
                <a:lnTo>
                  <a:pt x="1826" y="654"/>
                </a:lnTo>
                <a:lnTo>
                  <a:pt x="1826" y="655"/>
                </a:lnTo>
                <a:lnTo>
                  <a:pt x="1828" y="656"/>
                </a:lnTo>
                <a:lnTo>
                  <a:pt x="1828" y="659"/>
                </a:lnTo>
                <a:lnTo>
                  <a:pt x="1826" y="660"/>
                </a:lnTo>
                <a:lnTo>
                  <a:pt x="1824" y="662"/>
                </a:lnTo>
                <a:lnTo>
                  <a:pt x="1824" y="663"/>
                </a:lnTo>
                <a:lnTo>
                  <a:pt x="1825" y="663"/>
                </a:lnTo>
                <a:lnTo>
                  <a:pt x="1824" y="664"/>
                </a:lnTo>
                <a:lnTo>
                  <a:pt x="1823" y="665"/>
                </a:lnTo>
                <a:lnTo>
                  <a:pt x="1822" y="667"/>
                </a:lnTo>
                <a:lnTo>
                  <a:pt x="1822" y="668"/>
                </a:lnTo>
                <a:lnTo>
                  <a:pt x="1822" y="669"/>
                </a:lnTo>
                <a:lnTo>
                  <a:pt x="1821" y="669"/>
                </a:lnTo>
                <a:lnTo>
                  <a:pt x="1820" y="669"/>
                </a:lnTo>
                <a:lnTo>
                  <a:pt x="1819" y="670"/>
                </a:lnTo>
                <a:lnTo>
                  <a:pt x="1819" y="671"/>
                </a:lnTo>
                <a:lnTo>
                  <a:pt x="1818" y="671"/>
                </a:lnTo>
                <a:lnTo>
                  <a:pt x="1817" y="674"/>
                </a:lnTo>
                <a:lnTo>
                  <a:pt x="1817" y="675"/>
                </a:lnTo>
                <a:lnTo>
                  <a:pt x="1816" y="676"/>
                </a:lnTo>
                <a:lnTo>
                  <a:pt x="1815" y="675"/>
                </a:lnTo>
                <a:lnTo>
                  <a:pt x="1815" y="676"/>
                </a:lnTo>
                <a:lnTo>
                  <a:pt x="1814" y="676"/>
                </a:lnTo>
                <a:lnTo>
                  <a:pt x="1814" y="677"/>
                </a:lnTo>
                <a:lnTo>
                  <a:pt x="1815" y="679"/>
                </a:lnTo>
                <a:lnTo>
                  <a:pt x="1816" y="680"/>
                </a:lnTo>
                <a:lnTo>
                  <a:pt x="1817" y="680"/>
                </a:lnTo>
                <a:lnTo>
                  <a:pt x="1817" y="681"/>
                </a:lnTo>
                <a:lnTo>
                  <a:pt x="1817" y="682"/>
                </a:lnTo>
                <a:lnTo>
                  <a:pt x="1817" y="683"/>
                </a:lnTo>
                <a:lnTo>
                  <a:pt x="1817" y="684"/>
                </a:lnTo>
                <a:lnTo>
                  <a:pt x="1818" y="684"/>
                </a:lnTo>
                <a:lnTo>
                  <a:pt x="1818" y="685"/>
                </a:lnTo>
                <a:lnTo>
                  <a:pt x="1817" y="685"/>
                </a:lnTo>
                <a:lnTo>
                  <a:pt x="1817" y="686"/>
                </a:lnTo>
                <a:lnTo>
                  <a:pt x="1818" y="686"/>
                </a:lnTo>
                <a:lnTo>
                  <a:pt x="1819" y="686"/>
                </a:lnTo>
                <a:lnTo>
                  <a:pt x="1820" y="686"/>
                </a:lnTo>
                <a:lnTo>
                  <a:pt x="1821" y="686"/>
                </a:lnTo>
                <a:lnTo>
                  <a:pt x="1821" y="687"/>
                </a:lnTo>
                <a:lnTo>
                  <a:pt x="1822" y="687"/>
                </a:lnTo>
                <a:lnTo>
                  <a:pt x="1823" y="688"/>
                </a:lnTo>
                <a:lnTo>
                  <a:pt x="1823" y="689"/>
                </a:lnTo>
                <a:lnTo>
                  <a:pt x="1822" y="691"/>
                </a:lnTo>
                <a:lnTo>
                  <a:pt x="1821" y="691"/>
                </a:lnTo>
                <a:lnTo>
                  <a:pt x="1820" y="691"/>
                </a:lnTo>
                <a:lnTo>
                  <a:pt x="1819" y="691"/>
                </a:lnTo>
                <a:lnTo>
                  <a:pt x="1817" y="692"/>
                </a:lnTo>
                <a:lnTo>
                  <a:pt x="1817" y="693"/>
                </a:lnTo>
                <a:lnTo>
                  <a:pt x="1816" y="694"/>
                </a:lnTo>
                <a:lnTo>
                  <a:pt x="1815" y="694"/>
                </a:lnTo>
                <a:lnTo>
                  <a:pt x="1814" y="694"/>
                </a:lnTo>
                <a:lnTo>
                  <a:pt x="1814" y="696"/>
                </a:lnTo>
                <a:lnTo>
                  <a:pt x="1813" y="698"/>
                </a:lnTo>
                <a:lnTo>
                  <a:pt x="1811" y="702"/>
                </a:lnTo>
                <a:lnTo>
                  <a:pt x="1811" y="703"/>
                </a:lnTo>
                <a:lnTo>
                  <a:pt x="1810" y="703"/>
                </a:lnTo>
                <a:lnTo>
                  <a:pt x="1808" y="703"/>
                </a:lnTo>
                <a:lnTo>
                  <a:pt x="1805" y="703"/>
                </a:lnTo>
                <a:lnTo>
                  <a:pt x="1805" y="702"/>
                </a:lnTo>
                <a:lnTo>
                  <a:pt x="1804" y="702"/>
                </a:lnTo>
                <a:lnTo>
                  <a:pt x="1803" y="702"/>
                </a:lnTo>
                <a:lnTo>
                  <a:pt x="1803" y="706"/>
                </a:lnTo>
                <a:lnTo>
                  <a:pt x="1803" y="709"/>
                </a:lnTo>
                <a:lnTo>
                  <a:pt x="1803" y="710"/>
                </a:lnTo>
                <a:lnTo>
                  <a:pt x="1803" y="711"/>
                </a:lnTo>
                <a:lnTo>
                  <a:pt x="1803" y="712"/>
                </a:lnTo>
                <a:lnTo>
                  <a:pt x="1803" y="714"/>
                </a:lnTo>
                <a:lnTo>
                  <a:pt x="1803" y="715"/>
                </a:lnTo>
                <a:lnTo>
                  <a:pt x="1805" y="717"/>
                </a:lnTo>
                <a:lnTo>
                  <a:pt x="1806" y="717"/>
                </a:lnTo>
                <a:lnTo>
                  <a:pt x="1808" y="717"/>
                </a:lnTo>
                <a:lnTo>
                  <a:pt x="1809" y="717"/>
                </a:lnTo>
                <a:lnTo>
                  <a:pt x="1810" y="717"/>
                </a:lnTo>
                <a:lnTo>
                  <a:pt x="1811" y="717"/>
                </a:lnTo>
                <a:lnTo>
                  <a:pt x="1813" y="718"/>
                </a:lnTo>
                <a:lnTo>
                  <a:pt x="1813" y="719"/>
                </a:lnTo>
                <a:lnTo>
                  <a:pt x="1812" y="720"/>
                </a:lnTo>
                <a:lnTo>
                  <a:pt x="1811" y="720"/>
                </a:lnTo>
                <a:lnTo>
                  <a:pt x="1809" y="722"/>
                </a:lnTo>
                <a:lnTo>
                  <a:pt x="1807" y="724"/>
                </a:lnTo>
                <a:lnTo>
                  <a:pt x="1806" y="724"/>
                </a:lnTo>
                <a:lnTo>
                  <a:pt x="1806" y="725"/>
                </a:lnTo>
                <a:lnTo>
                  <a:pt x="1807" y="725"/>
                </a:lnTo>
                <a:lnTo>
                  <a:pt x="1806" y="726"/>
                </a:lnTo>
                <a:lnTo>
                  <a:pt x="1806" y="727"/>
                </a:lnTo>
                <a:lnTo>
                  <a:pt x="1803" y="728"/>
                </a:lnTo>
                <a:lnTo>
                  <a:pt x="1802" y="729"/>
                </a:lnTo>
                <a:lnTo>
                  <a:pt x="1801" y="730"/>
                </a:lnTo>
                <a:lnTo>
                  <a:pt x="1800" y="731"/>
                </a:lnTo>
                <a:lnTo>
                  <a:pt x="1799" y="731"/>
                </a:lnTo>
                <a:lnTo>
                  <a:pt x="1798" y="733"/>
                </a:lnTo>
                <a:lnTo>
                  <a:pt x="1797" y="733"/>
                </a:lnTo>
                <a:lnTo>
                  <a:pt x="1796" y="735"/>
                </a:lnTo>
                <a:lnTo>
                  <a:pt x="1795" y="736"/>
                </a:lnTo>
                <a:lnTo>
                  <a:pt x="1795" y="737"/>
                </a:lnTo>
                <a:lnTo>
                  <a:pt x="1794" y="737"/>
                </a:lnTo>
                <a:lnTo>
                  <a:pt x="1794" y="738"/>
                </a:lnTo>
                <a:lnTo>
                  <a:pt x="1793" y="739"/>
                </a:lnTo>
                <a:lnTo>
                  <a:pt x="1792" y="739"/>
                </a:lnTo>
                <a:lnTo>
                  <a:pt x="1791" y="740"/>
                </a:lnTo>
                <a:lnTo>
                  <a:pt x="1791" y="741"/>
                </a:lnTo>
                <a:lnTo>
                  <a:pt x="1790" y="742"/>
                </a:lnTo>
                <a:lnTo>
                  <a:pt x="1789" y="742"/>
                </a:lnTo>
                <a:lnTo>
                  <a:pt x="1789" y="743"/>
                </a:lnTo>
                <a:lnTo>
                  <a:pt x="1788" y="743"/>
                </a:lnTo>
                <a:lnTo>
                  <a:pt x="1787" y="743"/>
                </a:lnTo>
                <a:lnTo>
                  <a:pt x="1786" y="742"/>
                </a:lnTo>
                <a:lnTo>
                  <a:pt x="1784" y="741"/>
                </a:lnTo>
                <a:lnTo>
                  <a:pt x="1783" y="741"/>
                </a:lnTo>
                <a:lnTo>
                  <a:pt x="1782" y="741"/>
                </a:lnTo>
                <a:lnTo>
                  <a:pt x="1782" y="740"/>
                </a:lnTo>
                <a:lnTo>
                  <a:pt x="1781" y="740"/>
                </a:lnTo>
                <a:lnTo>
                  <a:pt x="1780" y="739"/>
                </a:lnTo>
                <a:lnTo>
                  <a:pt x="1779" y="738"/>
                </a:lnTo>
                <a:lnTo>
                  <a:pt x="1778" y="738"/>
                </a:lnTo>
                <a:lnTo>
                  <a:pt x="1777" y="738"/>
                </a:lnTo>
                <a:lnTo>
                  <a:pt x="1776" y="738"/>
                </a:lnTo>
                <a:lnTo>
                  <a:pt x="1776" y="739"/>
                </a:lnTo>
                <a:lnTo>
                  <a:pt x="1775" y="738"/>
                </a:lnTo>
                <a:lnTo>
                  <a:pt x="1775" y="739"/>
                </a:lnTo>
                <a:lnTo>
                  <a:pt x="1774" y="739"/>
                </a:lnTo>
                <a:lnTo>
                  <a:pt x="1773" y="738"/>
                </a:lnTo>
                <a:lnTo>
                  <a:pt x="1773" y="737"/>
                </a:lnTo>
                <a:lnTo>
                  <a:pt x="1773" y="736"/>
                </a:lnTo>
                <a:lnTo>
                  <a:pt x="1772" y="736"/>
                </a:lnTo>
                <a:lnTo>
                  <a:pt x="1772" y="735"/>
                </a:lnTo>
                <a:lnTo>
                  <a:pt x="1772" y="734"/>
                </a:lnTo>
                <a:lnTo>
                  <a:pt x="1772" y="733"/>
                </a:lnTo>
                <a:lnTo>
                  <a:pt x="1771" y="732"/>
                </a:lnTo>
                <a:lnTo>
                  <a:pt x="1771" y="731"/>
                </a:lnTo>
                <a:lnTo>
                  <a:pt x="1772" y="731"/>
                </a:lnTo>
                <a:lnTo>
                  <a:pt x="1772" y="729"/>
                </a:lnTo>
                <a:lnTo>
                  <a:pt x="1771" y="727"/>
                </a:lnTo>
                <a:lnTo>
                  <a:pt x="1769" y="725"/>
                </a:lnTo>
                <a:lnTo>
                  <a:pt x="1769" y="724"/>
                </a:lnTo>
                <a:lnTo>
                  <a:pt x="1765" y="723"/>
                </a:lnTo>
                <a:lnTo>
                  <a:pt x="1764" y="725"/>
                </a:lnTo>
                <a:lnTo>
                  <a:pt x="1763" y="727"/>
                </a:lnTo>
                <a:lnTo>
                  <a:pt x="1762" y="727"/>
                </a:lnTo>
                <a:lnTo>
                  <a:pt x="1761" y="727"/>
                </a:lnTo>
                <a:lnTo>
                  <a:pt x="1760" y="728"/>
                </a:lnTo>
                <a:lnTo>
                  <a:pt x="1759" y="729"/>
                </a:lnTo>
                <a:lnTo>
                  <a:pt x="1759" y="730"/>
                </a:lnTo>
                <a:lnTo>
                  <a:pt x="1758" y="732"/>
                </a:lnTo>
                <a:lnTo>
                  <a:pt x="1757" y="733"/>
                </a:lnTo>
                <a:lnTo>
                  <a:pt x="1755" y="735"/>
                </a:lnTo>
                <a:lnTo>
                  <a:pt x="1754" y="737"/>
                </a:lnTo>
                <a:lnTo>
                  <a:pt x="1753" y="737"/>
                </a:lnTo>
                <a:lnTo>
                  <a:pt x="1752" y="739"/>
                </a:lnTo>
                <a:lnTo>
                  <a:pt x="1753" y="740"/>
                </a:lnTo>
                <a:lnTo>
                  <a:pt x="1752" y="740"/>
                </a:lnTo>
                <a:lnTo>
                  <a:pt x="1751" y="740"/>
                </a:lnTo>
                <a:lnTo>
                  <a:pt x="1750" y="739"/>
                </a:lnTo>
                <a:lnTo>
                  <a:pt x="1749" y="737"/>
                </a:lnTo>
                <a:lnTo>
                  <a:pt x="1748" y="737"/>
                </a:lnTo>
                <a:lnTo>
                  <a:pt x="1748" y="736"/>
                </a:lnTo>
                <a:lnTo>
                  <a:pt x="1748" y="735"/>
                </a:lnTo>
                <a:lnTo>
                  <a:pt x="1747" y="734"/>
                </a:lnTo>
                <a:lnTo>
                  <a:pt x="1746" y="734"/>
                </a:lnTo>
                <a:lnTo>
                  <a:pt x="1745" y="735"/>
                </a:lnTo>
                <a:lnTo>
                  <a:pt x="1744" y="735"/>
                </a:lnTo>
                <a:lnTo>
                  <a:pt x="1743" y="734"/>
                </a:lnTo>
                <a:lnTo>
                  <a:pt x="1742" y="734"/>
                </a:lnTo>
                <a:lnTo>
                  <a:pt x="1740" y="733"/>
                </a:lnTo>
                <a:lnTo>
                  <a:pt x="1738" y="732"/>
                </a:lnTo>
                <a:lnTo>
                  <a:pt x="1738" y="733"/>
                </a:lnTo>
                <a:lnTo>
                  <a:pt x="1737" y="733"/>
                </a:lnTo>
                <a:lnTo>
                  <a:pt x="1736" y="733"/>
                </a:lnTo>
                <a:lnTo>
                  <a:pt x="1734" y="733"/>
                </a:lnTo>
                <a:lnTo>
                  <a:pt x="1732" y="734"/>
                </a:lnTo>
                <a:lnTo>
                  <a:pt x="1731" y="731"/>
                </a:lnTo>
                <a:lnTo>
                  <a:pt x="1730" y="732"/>
                </a:lnTo>
                <a:lnTo>
                  <a:pt x="1729" y="733"/>
                </a:lnTo>
                <a:lnTo>
                  <a:pt x="1728" y="733"/>
                </a:lnTo>
                <a:lnTo>
                  <a:pt x="1726" y="735"/>
                </a:lnTo>
                <a:lnTo>
                  <a:pt x="1725" y="735"/>
                </a:lnTo>
                <a:lnTo>
                  <a:pt x="1725" y="736"/>
                </a:lnTo>
                <a:lnTo>
                  <a:pt x="1726" y="736"/>
                </a:lnTo>
                <a:lnTo>
                  <a:pt x="1726" y="737"/>
                </a:lnTo>
                <a:lnTo>
                  <a:pt x="1726" y="738"/>
                </a:lnTo>
                <a:lnTo>
                  <a:pt x="1726" y="739"/>
                </a:lnTo>
                <a:lnTo>
                  <a:pt x="1726" y="740"/>
                </a:lnTo>
                <a:lnTo>
                  <a:pt x="1727" y="740"/>
                </a:lnTo>
                <a:lnTo>
                  <a:pt x="1728" y="741"/>
                </a:lnTo>
                <a:lnTo>
                  <a:pt x="1727" y="741"/>
                </a:lnTo>
                <a:lnTo>
                  <a:pt x="1725" y="742"/>
                </a:lnTo>
                <a:lnTo>
                  <a:pt x="1724" y="743"/>
                </a:lnTo>
                <a:lnTo>
                  <a:pt x="1724" y="744"/>
                </a:lnTo>
                <a:lnTo>
                  <a:pt x="1724" y="745"/>
                </a:lnTo>
                <a:lnTo>
                  <a:pt x="1723" y="746"/>
                </a:lnTo>
                <a:lnTo>
                  <a:pt x="1722" y="746"/>
                </a:lnTo>
                <a:lnTo>
                  <a:pt x="1721" y="746"/>
                </a:lnTo>
                <a:lnTo>
                  <a:pt x="1722" y="747"/>
                </a:lnTo>
                <a:lnTo>
                  <a:pt x="1722" y="748"/>
                </a:lnTo>
                <a:lnTo>
                  <a:pt x="1722" y="749"/>
                </a:lnTo>
                <a:lnTo>
                  <a:pt x="1721" y="749"/>
                </a:lnTo>
                <a:lnTo>
                  <a:pt x="1720" y="748"/>
                </a:lnTo>
                <a:lnTo>
                  <a:pt x="1719" y="748"/>
                </a:lnTo>
                <a:lnTo>
                  <a:pt x="1718" y="748"/>
                </a:lnTo>
                <a:lnTo>
                  <a:pt x="1718" y="749"/>
                </a:lnTo>
                <a:lnTo>
                  <a:pt x="1718" y="751"/>
                </a:lnTo>
                <a:lnTo>
                  <a:pt x="1717" y="752"/>
                </a:lnTo>
                <a:lnTo>
                  <a:pt x="1718" y="752"/>
                </a:lnTo>
                <a:lnTo>
                  <a:pt x="1718" y="753"/>
                </a:lnTo>
                <a:lnTo>
                  <a:pt x="1719" y="753"/>
                </a:lnTo>
                <a:lnTo>
                  <a:pt x="1718" y="754"/>
                </a:lnTo>
                <a:lnTo>
                  <a:pt x="1717" y="754"/>
                </a:lnTo>
                <a:lnTo>
                  <a:pt x="1717" y="755"/>
                </a:lnTo>
                <a:lnTo>
                  <a:pt x="1715" y="755"/>
                </a:lnTo>
                <a:lnTo>
                  <a:pt x="1715" y="756"/>
                </a:lnTo>
                <a:lnTo>
                  <a:pt x="1716" y="758"/>
                </a:lnTo>
                <a:lnTo>
                  <a:pt x="1717" y="760"/>
                </a:lnTo>
                <a:lnTo>
                  <a:pt x="1718" y="760"/>
                </a:lnTo>
                <a:lnTo>
                  <a:pt x="1719" y="761"/>
                </a:lnTo>
                <a:lnTo>
                  <a:pt x="1721" y="763"/>
                </a:lnTo>
                <a:lnTo>
                  <a:pt x="1721" y="764"/>
                </a:lnTo>
                <a:lnTo>
                  <a:pt x="1722" y="765"/>
                </a:lnTo>
                <a:lnTo>
                  <a:pt x="1722" y="767"/>
                </a:lnTo>
                <a:lnTo>
                  <a:pt x="1722" y="768"/>
                </a:lnTo>
                <a:lnTo>
                  <a:pt x="1724" y="770"/>
                </a:lnTo>
                <a:lnTo>
                  <a:pt x="1724" y="771"/>
                </a:lnTo>
                <a:lnTo>
                  <a:pt x="1725" y="771"/>
                </a:lnTo>
                <a:lnTo>
                  <a:pt x="1726" y="771"/>
                </a:lnTo>
                <a:lnTo>
                  <a:pt x="1727" y="771"/>
                </a:lnTo>
                <a:lnTo>
                  <a:pt x="1728" y="771"/>
                </a:lnTo>
                <a:lnTo>
                  <a:pt x="1731" y="774"/>
                </a:lnTo>
                <a:lnTo>
                  <a:pt x="1731" y="775"/>
                </a:lnTo>
                <a:lnTo>
                  <a:pt x="1731" y="776"/>
                </a:lnTo>
                <a:lnTo>
                  <a:pt x="1729" y="779"/>
                </a:lnTo>
                <a:lnTo>
                  <a:pt x="1728" y="780"/>
                </a:lnTo>
                <a:lnTo>
                  <a:pt x="1728" y="781"/>
                </a:lnTo>
                <a:lnTo>
                  <a:pt x="1727" y="781"/>
                </a:lnTo>
                <a:lnTo>
                  <a:pt x="1727" y="782"/>
                </a:lnTo>
                <a:lnTo>
                  <a:pt x="1727" y="783"/>
                </a:lnTo>
                <a:lnTo>
                  <a:pt x="1727" y="784"/>
                </a:lnTo>
                <a:lnTo>
                  <a:pt x="1726" y="785"/>
                </a:lnTo>
                <a:lnTo>
                  <a:pt x="1725" y="785"/>
                </a:lnTo>
                <a:lnTo>
                  <a:pt x="1725" y="786"/>
                </a:lnTo>
                <a:lnTo>
                  <a:pt x="1723" y="787"/>
                </a:lnTo>
                <a:lnTo>
                  <a:pt x="1723" y="788"/>
                </a:lnTo>
                <a:lnTo>
                  <a:pt x="1723" y="789"/>
                </a:lnTo>
                <a:lnTo>
                  <a:pt x="1722" y="790"/>
                </a:lnTo>
                <a:lnTo>
                  <a:pt x="1719" y="793"/>
                </a:lnTo>
                <a:lnTo>
                  <a:pt x="1717" y="795"/>
                </a:lnTo>
                <a:lnTo>
                  <a:pt x="1717" y="796"/>
                </a:lnTo>
                <a:lnTo>
                  <a:pt x="1717" y="797"/>
                </a:lnTo>
                <a:lnTo>
                  <a:pt x="1718" y="797"/>
                </a:lnTo>
                <a:lnTo>
                  <a:pt x="1719" y="798"/>
                </a:lnTo>
                <a:lnTo>
                  <a:pt x="1717" y="801"/>
                </a:lnTo>
                <a:lnTo>
                  <a:pt x="1715" y="802"/>
                </a:lnTo>
                <a:lnTo>
                  <a:pt x="1714" y="802"/>
                </a:lnTo>
                <a:lnTo>
                  <a:pt x="1714" y="801"/>
                </a:lnTo>
                <a:lnTo>
                  <a:pt x="1713" y="801"/>
                </a:lnTo>
                <a:lnTo>
                  <a:pt x="1713" y="802"/>
                </a:lnTo>
                <a:lnTo>
                  <a:pt x="1713" y="803"/>
                </a:lnTo>
                <a:lnTo>
                  <a:pt x="1712" y="803"/>
                </a:lnTo>
                <a:lnTo>
                  <a:pt x="1712" y="804"/>
                </a:lnTo>
                <a:lnTo>
                  <a:pt x="1711" y="805"/>
                </a:lnTo>
                <a:lnTo>
                  <a:pt x="1711" y="806"/>
                </a:lnTo>
                <a:lnTo>
                  <a:pt x="1710" y="806"/>
                </a:lnTo>
                <a:lnTo>
                  <a:pt x="1709" y="808"/>
                </a:lnTo>
                <a:lnTo>
                  <a:pt x="1709" y="809"/>
                </a:lnTo>
                <a:lnTo>
                  <a:pt x="1707" y="810"/>
                </a:lnTo>
                <a:lnTo>
                  <a:pt x="1705" y="813"/>
                </a:lnTo>
                <a:lnTo>
                  <a:pt x="1705" y="814"/>
                </a:lnTo>
                <a:lnTo>
                  <a:pt x="1703" y="821"/>
                </a:lnTo>
                <a:lnTo>
                  <a:pt x="1703" y="822"/>
                </a:lnTo>
                <a:lnTo>
                  <a:pt x="1703" y="823"/>
                </a:lnTo>
                <a:lnTo>
                  <a:pt x="1703" y="826"/>
                </a:lnTo>
                <a:lnTo>
                  <a:pt x="1702" y="827"/>
                </a:lnTo>
                <a:lnTo>
                  <a:pt x="1702" y="828"/>
                </a:lnTo>
                <a:lnTo>
                  <a:pt x="1701" y="830"/>
                </a:lnTo>
                <a:lnTo>
                  <a:pt x="1702" y="830"/>
                </a:lnTo>
                <a:lnTo>
                  <a:pt x="1702" y="831"/>
                </a:lnTo>
                <a:lnTo>
                  <a:pt x="1701" y="831"/>
                </a:lnTo>
                <a:lnTo>
                  <a:pt x="1700" y="833"/>
                </a:lnTo>
                <a:lnTo>
                  <a:pt x="1698" y="835"/>
                </a:lnTo>
                <a:lnTo>
                  <a:pt x="1697" y="835"/>
                </a:lnTo>
                <a:lnTo>
                  <a:pt x="1697" y="836"/>
                </a:lnTo>
                <a:lnTo>
                  <a:pt x="1696" y="836"/>
                </a:lnTo>
                <a:lnTo>
                  <a:pt x="1695" y="837"/>
                </a:lnTo>
                <a:lnTo>
                  <a:pt x="1695" y="838"/>
                </a:lnTo>
                <a:lnTo>
                  <a:pt x="1694" y="838"/>
                </a:lnTo>
                <a:lnTo>
                  <a:pt x="1694" y="839"/>
                </a:lnTo>
                <a:lnTo>
                  <a:pt x="1693" y="840"/>
                </a:lnTo>
                <a:lnTo>
                  <a:pt x="1693" y="841"/>
                </a:lnTo>
                <a:lnTo>
                  <a:pt x="1692" y="842"/>
                </a:lnTo>
                <a:lnTo>
                  <a:pt x="1692" y="843"/>
                </a:lnTo>
                <a:lnTo>
                  <a:pt x="1692" y="844"/>
                </a:lnTo>
                <a:lnTo>
                  <a:pt x="1692" y="845"/>
                </a:lnTo>
                <a:lnTo>
                  <a:pt x="1691" y="846"/>
                </a:lnTo>
                <a:lnTo>
                  <a:pt x="1690" y="846"/>
                </a:lnTo>
                <a:lnTo>
                  <a:pt x="1690" y="847"/>
                </a:lnTo>
                <a:lnTo>
                  <a:pt x="1690" y="848"/>
                </a:lnTo>
                <a:lnTo>
                  <a:pt x="1690" y="849"/>
                </a:lnTo>
                <a:lnTo>
                  <a:pt x="1689" y="850"/>
                </a:lnTo>
                <a:lnTo>
                  <a:pt x="1689" y="851"/>
                </a:lnTo>
                <a:lnTo>
                  <a:pt x="1688" y="852"/>
                </a:lnTo>
                <a:lnTo>
                  <a:pt x="1689" y="852"/>
                </a:lnTo>
                <a:lnTo>
                  <a:pt x="1689" y="853"/>
                </a:lnTo>
                <a:lnTo>
                  <a:pt x="1688" y="854"/>
                </a:lnTo>
                <a:lnTo>
                  <a:pt x="1688" y="855"/>
                </a:lnTo>
                <a:lnTo>
                  <a:pt x="1685" y="860"/>
                </a:lnTo>
                <a:lnTo>
                  <a:pt x="1683" y="863"/>
                </a:lnTo>
                <a:lnTo>
                  <a:pt x="1683" y="864"/>
                </a:lnTo>
                <a:lnTo>
                  <a:pt x="1682" y="865"/>
                </a:lnTo>
                <a:lnTo>
                  <a:pt x="1680" y="868"/>
                </a:lnTo>
                <a:lnTo>
                  <a:pt x="1678" y="870"/>
                </a:lnTo>
                <a:lnTo>
                  <a:pt x="1676" y="872"/>
                </a:lnTo>
                <a:lnTo>
                  <a:pt x="1676" y="873"/>
                </a:lnTo>
                <a:lnTo>
                  <a:pt x="1675" y="874"/>
                </a:lnTo>
                <a:lnTo>
                  <a:pt x="1673" y="876"/>
                </a:lnTo>
                <a:lnTo>
                  <a:pt x="1670" y="879"/>
                </a:lnTo>
                <a:lnTo>
                  <a:pt x="1669" y="880"/>
                </a:lnTo>
                <a:lnTo>
                  <a:pt x="1669" y="882"/>
                </a:lnTo>
                <a:lnTo>
                  <a:pt x="1667" y="884"/>
                </a:lnTo>
                <a:lnTo>
                  <a:pt x="1667" y="885"/>
                </a:lnTo>
                <a:lnTo>
                  <a:pt x="1665" y="886"/>
                </a:lnTo>
                <a:lnTo>
                  <a:pt x="1664" y="886"/>
                </a:lnTo>
                <a:lnTo>
                  <a:pt x="1664" y="885"/>
                </a:lnTo>
                <a:lnTo>
                  <a:pt x="1663" y="885"/>
                </a:lnTo>
                <a:lnTo>
                  <a:pt x="1663" y="886"/>
                </a:lnTo>
                <a:lnTo>
                  <a:pt x="1662" y="887"/>
                </a:lnTo>
                <a:lnTo>
                  <a:pt x="1663" y="889"/>
                </a:lnTo>
                <a:lnTo>
                  <a:pt x="1662" y="890"/>
                </a:lnTo>
                <a:lnTo>
                  <a:pt x="1661" y="891"/>
                </a:lnTo>
                <a:lnTo>
                  <a:pt x="1660" y="890"/>
                </a:lnTo>
                <a:lnTo>
                  <a:pt x="1658" y="889"/>
                </a:lnTo>
                <a:lnTo>
                  <a:pt x="1658" y="890"/>
                </a:lnTo>
                <a:lnTo>
                  <a:pt x="1657" y="893"/>
                </a:lnTo>
                <a:lnTo>
                  <a:pt x="1657" y="894"/>
                </a:lnTo>
                <a:lnTo>
                  <a:pt x="1658" y="895"/>
                </a:lnTo>
                <a:lnTo>
                  <a:pt x="1658" y="896"/>
                </a:lnTo>
                <a:lnTo>
                  <a:pt x="1659" y="896"/>
                </a:lnTo>
                <a:lnTo>
                  <a:pt x="1659" y="897"/>
                </a:lnTo>
                <a:lnTo>
                  <a:pt x="1658" y="899"/>
                </a:lnTo>
                <a:lnTo>
                  <a:pt x="1657" y="900"/>
                </a:lnTo>
                <a:lnTo>
                  <a:pt x="1656" y="900"/>
                </a:lnTo>
                <a:lnTo>
                  <a:pt x="1655" y="901"/>
                </a:lnTo>
                <a:lnTo>
                  <a:pt x="1654" y="901"/>
                </a:lnTo>
                <a:lnTo>
                  <a:pt x="1653" y="901"/>
                </a:lnTo>
                <a:lnTo>
                  <a:pt x="1653" y="900"/>
                </a:lnTo>
                <a:lnTo>
                  <a:pt x="1653" y="899"/>
                </a:lnTo>
                <a:lnTo>
                  <a:pt x="1652" y="898"/>
                </a:lnTo>
                <a:lnTo>
                  <a:pt x="1651" y="899"/>
                </a:lnTo>
                <a:lnTo>
                  <a:pt x="1651" y="900"/>
                </a:lnTo>
                <a:lnTo>
                  <a:pt x="1651" y="901"/>
                </a:lnTo>
                <a:lnTo>
                  <a:pt x="1652" y="902"/>
                </a:lnTo>
                <a:lnTo>
                  <a:pt x="1652" y="903"/>
                </a:lnTo>
                <a:lnTo>
                  <a:pt x="1650" y="903"/>
                </a:lnTo>
                <a:lnTo>
                  <a:pt x="1649" y="903"/>
                </a:lnTo>
                <a:lnTo>
                  <a:pt x="1648" y="902"/>
                </a:lnTo>
                <a:lnTo>
                  <a:pt x="1648" y="901"/>
                </a:lnTo>
                <a:lnTo>
                  <a:pt x="1647" y="901"/>
                </a:lnTo>
                <a:lnTo>
                  <a:pt x="1647" y="900"/>
                </a:lnTo>
                <a:lnTo>
                  <a:pt x="1647" y="899"/>
                </a:lnTo>
                <a:lnTo>
                  <a:pt x="1646" y="899"/>
                </a:lnTo>
                <a:lnTo>
                  <a:pt x="1645" y="899"/>
                </a:lnTo>
                <a:lnTo>
                  <a:pt x="1644" y="898"/>
                </a:lnTo>
                <a:lnTo>
                  <a:pt x="1644" y="897"/>
                </a:lnTo>
                <a:lnTo>
                  <a:pt x="1643" y="895"/>
                </a:lnTo>
                <a:lnTo>
                  <a:pt x="1642" y="893"/>
                </a:lnTo>
                <a:lnTo>
                  <a:pt x="1641" y="893"/>
                </a:lnTo>
                <a:lnTo>
                  <a:pt x="1641" y="892"/>
                </a:lnTo>
                <a:lnTo>
                  <a:pt x="1640" y="893"/>
                </a:lnTo>
                <a:lnTo>
                  <a:pt x="1639" y="893"/>
                </a:lnTo>
                <a:lnTo>
                  <a:pt x="1638" y="894"/>
                </a:lnTo>
                <a:lnTo>
                  <a:pt x="1637" y="895"/>
                </a:lnTo>
                <a:lnTo>
                  <a:pt x="1637" y="896"/>
                </a:lnTo>
                <a:lnTo>
                  <a:pt x="1636" y="897"/>
                </a:lnTo>
                <a:lnTo>
                  <a:pt x="1636" y="898"/>
                </a:lnTo>
                <a:lnTo>
                  <a:pt x="1637" y="898"/>
                </a:lnTo>
                <a:lnTo>
                  <a:pt x="1637" y="899"/>
                </a:lnTo>
                <a:lnTo>
                  <a:pt x="1635" y="902"/>
                </a:lnTo>
                <a:lnTo>
                  <a:pt x="1635" y="903"/>
                </a:lnTo>
                <a:lnTo>
                  <a:pt x="1633" y="902"/>
                </a:lnTo>
                <a:lnTo>
                  <a:pt x="1632" y="902"/>
                </a:lnTo>
                <a:lnTo>
                  <a:pt x="1632" y="903"/>
                </a:lnTo>
                <a:lnTo>
                  <a:pt x="1631" y="903"/>
                </a:lnTo>
                <a:lnTo>
                  <a:pt x="1629" y="905"/>
                </a:lnTo>
                <a:lnTo>
                  <a:pt x="1628" y="905"/>
                </a:lnTo>
                <a:lnTo>
                  <a:pt x="1628" y="904"/>
                </a:lnTo>
                <a:lnTo>
                  <a:pt x="1627" y="904"/>
                </a:lnTo>
                <a:lnTo>
                  <a:pt x="1626" y="904"/>
                </a:lnTo>
                <a:lnTo>
                  <a:pt x="1625" y="904"/>
                </a:lnTo>
                <a:lnTo>
                  <a:pt x="1625" y="903"/>
                </a:lnTo>
                <a:lnTo>
                  <a:pt x="1623" y="904"/>
                </a:lnTo>
                <a:lnTo>
                  <a:pt x="1620" y="905"/>
                </a:lnTo>
                <a:lnTo>
                  <a:pt x="1620" y="904"/>
                </a:lnTo>
                <a:lnTo>
                  <a:pt x="1619" y="903"/>
                </a:lnTo>
                <a:lnTo>
                  <a:pt x="1618" y="902"/>
                </a:lnTo>
                <a:lnTo>
                  <a:pt x="1618" y="901"/>
                </a:lnTo>
                <a:lnTo>
                  <a:pt x="1617" y="900"/>
                </a:lnTo>
                <a:lnTo>
                  <a:pt x="1616" y="900"/>
                </a:lnTo>
                <a:lnTo>
                  <a:pt x="1615" y="902"/>
                </a:lnTo>
                <a:lnTo>
                  <a:pt x="1614" y="904"/>
                </a:lnTo>
                <a:lnTo>
                  <a:pt x="1613" y="904"/>
                </a:lnTo>
                <a:lnTo>
                  <a:pt x="1612" y="904"/>
                </a:lnTo>
                <a:lnTo>
                  <a:pt x="1611" y="904"/>
                </a:lnTo>
                <a:lnTo>
                  <a:pt x="1611" y="905"/>
                </a:lnTo>
                <a:lnTo>
                  <a:pt x="1609" y="906"/>
                </a:lnTo>
                <a:lnTo>
                  <a:pt x="1608" y="907"/>
                </a:lnTo>
                <a:lnTo>
                  <a:pt x="1607" y="907"/>
                </a:lnTo>
                <a:lnTo>
                  <a:pt x="1605" y="908"/>
                </a:lnTo>
                <a:lnTo>
                  <a:pt x="1604" y="908"/>
                </a:lnTo>
                <a:lnTo>
                  <a:pt x="1604" y="907"/>
                </a:lnTo>
                <a:lnTo>
                  <a:pt x="1601" y="907"/>
                </a:lnTo>
                <a:lnTo>
                  <a:pt x="1600" y="906"/>
                </a:lnTo>
                <a:lnTo>
                  <a:pt x="1599" y="906"/>
                </a:lnTo>
                <a:lnTo>
                  <a:pt x="1599" y="905"/>
                </a:lnTo>
                <a:lnTo>
                  <a:pt x="1598" y="905"/>
                </a:lnTo>
                <a:lnTo>
                  <a:pt x="1597" y="905"/>
                </a:lnTo>
                <a:lnTo>
                  <a:pt x="1597" y="904"/>
                </a:lnTo>
                <a:lnTo>
                  <a:pt x="1596" y="904"/>
                </a:lnTo>
                <a:lnTo>
                  <a:pt x="1596" y="903"/>
                </a:lnTo>
                <a:lnTo>
                  <a:pt x="1596" y="902"/>
                </a:lnTo>
                <a:lnTo>
                  <a:pt x="1596" y="901"/>
                </a:lnTo>
                <a:lnTo>
                  <a:pt x="1597" y="900"/>
                </a:lnTo>
                <a:lnTo>
                  <a:pt x="1597" y="899"/>
                </a:lnTo>
                <a:lnTo>
                  <a:pt x="1596" y="899"/>
                </a:lnTo>
                <a:lnTo>
                  <a:pt x="1594" y="897"/>
                </a:lnTo>
                <a:lnTo>
                  <a:pt x="1593" y="897"/>
                </a:lnTo>
                <a:lnTo>
                  <a:pt x="1592" y="897"/>
                </a:lnTo>
                <a:lnTo>
                  <a:pt x="1592" y="896"/>
                </a:lnTo>
                <a:lnTo>
                  <a:pt x="1591" y="894"/>
                </a:lnTo>
                <a:lnTo>
                  <a:pt x="1592" y="893"/>
                </a:lnTo>
                <a:lnTo>
                  <a:pt x="1592" y="892"/>
                </a:lnTo>
                <a:lnTo>
                  <a:pt x="1592" y="891"/>
                </a:lnTo>
                <a:lnTo>
                  <a:pt x="1592" y="888"/>
                </a:lnTo>
                <a:lnTo>
                  <a:pt x="1592" y="887"/>
                </a:lnTo>
                <a:lnTo>
                  <a:pt x="1590" y="887"/>
                </a:lnTo>
                <a:lnTo>
                  <a:pt x="1590" y="886"/>
                </a:lnTo>
                <a:lnTo>
                  <a:pt x="1590" y="885"/>
                </a:lnTo>
                <a:lnTo>
                  <a:pt x="1589" y="885"/>
                </a:lnTo>
                <a:lnTo>
                  <a:pt x="1588" y="886"/>
                </a:lnTo>
                <a:lnTo>
                  <a:pt x="1587" y="886"/>
                </a:lnTo>
                <a:lnTo>
                  <a:pt x="1586" y="885"/>
                </a:lnTo>
                <a:lnTo>
                  <a:pt x="1587" y="885"/>
                </a:lnTo>
                <a:lnTo>
                  <a:pt x="1587" y="884"/>
                </a:lnTo>
                <a:lnTo>
                  <a:pt x="1587" y="881"/>
                </a:lnTo>
                <a:lnTo>
                  <a:pt x="1588" y="879"/>
                </a:lnTo>
                <a:lnTo>
                  <a:pt x="1587" y="878"/>
                </a:lnTo>
                <a:lnTo>
                  <a:pt x="1586" y="878"/>
                </a:lnTo>
                <a:lnTo>
                  <a:pt x="1585" y="878"/>
                </a:lnTo>
                <a:lnTo>
                  <a:pt x="1585" y="877"/>
                </a:lnTo>
                <a:lnTo>
                  <a:pt x="1584" y="876"/>
                </a:lnTo>
                <a:lnTo>
                  <a:pt x="1583" y="875"/>
                </a:lnTo>
                <a:lnTo>
                  <a:pt x="1582" y="875"/>
                </a:lnTo>
                <a:lnTo>
                  <a:pt x="1581" y="875"/>
                </a:lnTo>
                <a:lnTo>
                  <a:pt x="1581" y="874"/>
                </a:lnTo>
                <a:lnTo>
                  <a:pt x="1580" y="874"/>
                </a:lnTo>
                <a:lnTo>
                  <a:pt x="1581" y="874"/>
                </a:lnTo>
                <a:lnTo>
                  <a:pt x="1581" y="873"/>
                </a:lnTo>
                <a:lnTo>
                  <a:pt x="1582" y="872"/>
                </a:lnTo>
                <a:lnTo>
                  <a:pt x="1580" y="871"/>
                </a:lnTo>
                <a:lnTo>
                  <a:pt x="1579" y="870"/>
                </a:lnTo>
                <a:lnTo>
                  <a:pt x="1578" y="870"/>
                </a:lnTo>
                <a:lnTo>
                  <a:pt x="1578" y="869"/>
                </a:lnTo>
                <a:lnTo>
                  <a:pt x="1578" y="868"/>
                </a:lnTo>
                <a:lnTo>
                  <a:pt x="1579" y="867"/>
                </a:lnTo>
                <a:lnTo>
                  <a:pt x="1579" y="866"/>
                </a:lnTo>
                <a:lnTo>
                  <a:pt x="1579" y="865"/>
                </a:lnTo>
                <a:lnTo>
                  <a:pt x="1578" y="865"/>
                </a:lnTo>
                <a:lnTo>
                  <a:pt x="1578" y="864"/>
                </a:lnTo>
                <a:lnTo>
                  <a:pt x="1577" y="864"/>
                </a:lnTo>
                <a:lnTo>
                  <a:pt x="1576" y="864"/>
                </a:lnTo>
                <a:lnTo>
                  <a:pt x="1575" y="864"/>
                </a:lnTo>
                <a:lnTo>
                  <a:pt x="1575" y="863"/>
                </a:lnTo>
                <a:lnTo>
                  <a:pt x="1576" y="863"/>
                </a:lnTo>
                <a:lnTo>
                  <a:pt x="1578" y="861"/>
                </a:lnTo>
                <a:lnTo>
                  <a:pt x="1580" y="860"/>
                </a:lnTo>
                <a:lnTo>
                  <a:pt x="1581" y="860"/>
                </a:lnTo>
                <a:lnTo>
                  <a:pt x="1580" y="858"/>
                </a:lnTo>
                <a:lnTo>
                  <a:pt x="1580" y="857"/>
                </a:lnTo>
                <a:lnTo>
                  <a:pt x="1580" y="856"/>
                </a:lnTo>
                <a:lnTo>
                  <a:pt x="1579" y="856"/>
                </a:lnTo>
                <a:lnTo>
                  <a:pt x="1578" y="856"/>
                </a:lnTo>
                <a:lnTo>
                  <a:pt x="1578" y="855"/>
                </a:lnTo>
                <a:lnTo>
                  <a:pt x="1578" y="853"/>
                </a:lnTo>
                <a:lnTo>
                  <a:pt x="1577" y="853"/>
                </a:lnTo>
                <a:lnTo>
                  <a:pt x="1577" y="852"/>
                </a:lnTo>
                <a:lnTo>
                  <a:pt x="1576" y="851"/>
                </a:lnTo>
                <a:lnTo>
                  <a:pt x="1575" y="851"/>
                </a:lnTo>
                <a:lnTo>
                  <a:pt x="1574" y="851"/>
                </a:lnTo>
                <a:lnTo>
                  <a:pt x="1573" y="851"/>
                </a:lnTo>
                <a:lnTo>
                  <a:pt x="1572" y="851"/>
                </a:lnTo>
                <a:lnTo>
                  <a:pt x="1572" y="850"/>
                </a:lnTo>
                <a:lnTo>
                  <a:pt x="1571" y="849"/>
                </a:lnTo>
                <a:lnTo>
                  <a:pt x="1570" y="849"/>
                </a:lnTo>
                <a:lnTo>
                  <a:pt x="1569" y="848"/>
                </a:lnTo>
                <a:lnTo>
                  <a:pt x="1568" y="848"/>
                </a:lnTo>
                <a:lnTo>
                  <a:pt x="1568" y="847"/>
                </a:lnTo>
                <a:lnTo>
                  <a:pt x="1567" y="847"/>
                </a:lnTo>
                <a:lnTo>
                  <a:pt x="1567" y="846"/>
                </a:lnTo>
                <a:lnTo>
                  <a:pt x="1566" y="846"/>
                </a:lnTo>
                <a:lnTo>
                  <a:pt x="1565" y="846"/>
                </a:lnTo>
                <a:lnTo>
                  <a:pt x="1564" y="847"/>
                </a:lnTo>
                <a:lnTo>
                  <a:pt x="1564" y="848"/>
                </a:lnTo>
                <a:lnTo>
                  <a:pt x="1564" y="850"/>
                </a:lnTo>
                <a:lnTo>
                  <a:pt x="1563" y="850"/>
                </a:lnTo>
                <a:lnTo>
                  <a:pt x="1562" y="850"/>
                </a:lnTo>
                <a:lnTo>
                  <a:pt x="1561" y="849"/>
                </a:lnTo>
                <a:lnTo>
                  <a:pt x="1560" y="849"/>
                </a:lnTo>
                <a:lnTo>
                  <a:pt x="1560" y="850"/>
                </a:lnTo>
                <a:lnTo>
                  <a:pt x="1559" y="850"/>
                </a:lnTo>
                <a:lnTo>
                  <a:pt x="1558" y="850"/>
                </a:lnTo>
                <a:lnTo>
                  <a:pt x="1558" y="851"/>
                </a:lnTo>
                <a:lnTo>
                  <a:pt x="1558" y="852"/>
                </a:lnTo>
                <a:lnTo>
                  <a:pt x="1556" y="852"/>
                </a:lnTo>
                <a:lnTo>
                  <a:pt x="1556" y="851"/>
                </a:lnTo>
                <a:lnTo>
                  <a:pt x="1555" y="850"/>
                </a:lnTo>
                <a:lnTo>
                  <a:pt x="1552" y="849"/>
                </a:lnTo>
                <a:lnTo>
                  <a:pt x="1551" y="849"/>
                </a:lnTo>
                <a:lnTo>
                  <a:pt x="1551" y="850"/>
                </a:lnTo>
                <a:lnTo>
                  <a:pt x="1550" y="850"/>
                </a:lnTo>
                <a:lnTo>
                  <a:pt x="1549" y="849"/>
                </a:lnTo>
                <a:lnTo>
                  <a:pt x="1548" y="849"/>
                </a:lnTo>
                <a:lnTo>
                  <a:pt x="1548" y="850"/>
                </a:lnTo>
                <a:lnTo>
                  <a:pt x="1547" y="850"/>
                </a:lnTo>
                <a:lnTo>
                  <a:pt x="1547" y="849"/>
                </a:lnTo>
                <a:lnTo>
                  <a:pt x="1548" y="849"/>
                </a:lnTo>
                <a:lnTo>
                  <a:pt x="1547" y="848"/>
                </a:lnTo>
                <a:lnTo>
                  <a:pt x="1546" y="848"/>
                </a:lnTo>
                <a:lnTo>
                  <a:pt x="1545" y="848"/>
                </a:lnTo>
                <a:lnTo>
                  <a:pt x="1545" y="849"/>
                </a:lnTo>
                <a:lnTo>
                  <a:pt x="1546" y="850"/>
                </a:lnTo>
                <a:lnTo>
                  <a:pt x="1546" y="851"/>
                </a:lnTo>
                <a:lnTo>
                  <a:pt x="1547" y="851"/>
                </a:lnTo>
                <a:lnTo>
                  <a:pt x="1546" y="852"/>
                </a:lnTo>
                <a:lnTo>
                  <a:pt x="1545" y="852"/>
                </a:lnTo>
                <a:lnTo>
                  <a:pt x="1545" y="851"/>
                </a:lnTo>
                <a:lnTo>
                  <a:pt x="1544" y="851"/>
                </a:lnTo>
                <a:lnTo>
                  <a:pt x="1544" y="852"/>
                </a:lnTo>
                <a:lnTo>
                  <a:pt x="1544" y="853"/>
                </a:lnTo>
                <a:lnTo>
                  <a:pt x="1545" y="854"/>
                </a:lnTo>
                <a:lnTo>
                  <a:pt x="1545" y="855"/>
                </a:lnTo>
                <a:lnTo>
                  <a:pt x="1544" y="855"/>
                </a:lnTo>
                <a:lnTo>
                  <a:pt x="1543" y="855"/>
                </a:lnTo>
                <a:lnTo>
                  <a:pt x="1542" y="855"/>
                </a:lnTo>
                <a:lnTo>
                  <a:pt x="1542" y="854"/>
                </a:lnTo>
                <a:lnTo>
                  <a:pt x="1541" y="854"/>
                </a:lnTo>
                <a:lnTo>
                  <a:pt x="1540" y="855"/>
                </a:lnTo>
                <a:lnTo>
                  <a:pt x="1541" y="856"/>
                </a:lnTo>
                <a:lnTo>
                  <a:pt x="1542" y="857"/>
                </a:lnTo>
                <a:lnTo>
                  <a:pt x="1543" y="858"/>
                </a:lnTo>
                <a:lnTo>
                  <a:pt x="1544" y="858"/>
                </a:lnTo>
                <a:lnTo>
                  <a:pt x="1544" y="859"/>
                </a:lnTo>
                <a:lnTo>
                  <a:pt x="1543" y="860"/>
                </a:lnTo>
                <a:lnTo>
                  <a:pt x="1541" y="862"/>
                </a:lnTo>
                <a:lnTo>
                  <a:pt x="1539" y="862"/>
                </a:lnTo>
                <a:lnTo>
                  <a:pt x="1539" y="861"/>
                </a:lnTo>
                <a:lnTo>
                  <a:pt x="1538" y="861"/>
                </a:lnTo>
                <a:lnTo>
                  <a:pt x="1538" y="860"/>
                </a:lnTo>
                <a:lnTo>
                  <a:pt x="1537" y="859"/>
                </a:lnTo>
                <a:lnTo>
                  <a:pt x="1536" y="859"/>
                </a:lnTo>
                <a:lnTo>
                  <a:pt x="1536" y="860"/>
                </a:lnTo>
                <a:lnTo>
                  <a:pt x="1537" y="861"/>
                </a:lnTo>
                <a:lnTo>
                  <a:pt x="1537" y="862"/>
                </a:lnTo>
                <a:lnTo>
                  <a:pt x="1536" y="862"/>
                </a:lnTo>
                <a:lnTo>
                  <a:pt x="1535" y="861"/>
                </a:lnTo>
                <a:lnTo>
                  <a:pt x="1534" y="861"/>
                </a:lnTo>
                <a:lnTo>
                  <a:pt x="1533" y="861"/>
                </a:lnTo>
                <a:lnTo>
                  <a:pt x="1533" y="862"/>
                </a:lnTo>
                <a:lnTo>
                  <a:pt x="1531" y="862"/>
                </a:lnTo>
                <a:lnTo>
                  <a:pt x="1529" y="862"/>
                </a:lnTo>
                <a:lnTo>
                  <a:pt x="1528" y="863"/>
                </a:lnTo>
                <a:lnTo>
                  <a:pt x="1528" y="864"/>
                </a:lnTo>
                <a:lnTo>
                  <a:pt x="1527" y="865"/>
                </a:lnTo>
                <a:lnTo>
                  <a:pt x="1526" y="865"/>
                </a:lnTo>
                <a:lnTo>
                  <a:pt x="1525" y="865"/>
                </a:lnTo>
                <a:lnTo>
                  <a:pt x="1524" y="863"/>
                </a:lnTo>
                <a:lnTo>
                  <a:pt x="1523" y="863"/>
                </a:lnTo>
                <a:lnTo>
                  <a:pt x="1522" y="863"/>
                </a:lnTo>
                <a:lnTo>
                  <a:pt x="1521" y="863"/>
                </a:lnTo>
                <a:lnTo>
                  <a:pt x="1522" y="864"/>
                </a:lnTo>
                <a:lnTo>
                  <a:pt x="1522" y="865"/>
                </a:lnTo>
                <a:lnTo>
                  <a:pt x="1522" y="866"/>
                </a:lnTo>
                <a:lnTo>
                  <a:pt x="1521" y="866"/>
                </a:lnTo>
                <a:lnTo>
                  <a:pt x="1520" y="867"/>
                </a:lnTo>
                <a:lnTo>
                  <a:pt x="1520" y="868"/>
                </a:lnTo>
                <a:lnTo>
                  <a:pt x="1520" y="869"/>
                </a:lnTo>
                <a:lnTo>
                  <a:pt x="1520" y="870"/>
                </a:lnTo>
                <a:lnTo>
                  <a:pt x="1519" y="871"/>
                </a:lnTo>
                <a:lnTo>
                  <a:pt x="1518" y="872"/>
                </a:lnTo>
                <a:lnTo>
                  <a:pt x="1517" y="872"/>
                </a:lnTo>
                <a:lnTo>
                  <a:pt x="1517" y="870"/>
                </a:lnTo>
                <a:lnTo>
                  <a:pt x="1518" y="870"/>
                </a:lnTo>
                <a:lnTo>
                  <a:pt x="1518" y="869"/>
                </a:lnTo>
                <a:lnTo>
                  <a:pt x="1517" y="869"/>
                </a:lnTo>
                <a:lnTo>
                  <a:pt x="1515" y="868"/>
                </a:lnTo>
                <a:lnTo>
                  <a:pt x="1514" y="868"/>
                </a:lnTo>
                <a:lnTo>
                  <a:pt x="1515" y="869"/>
                </a:lnTo>
                <a:lnTo>
                  <a:pt x="1516" y="869"/>
                </a:lnTo>
                <a:lnTo>
                  <a:pt x="1516" y="870"/>
                </a:lnTo>
                <a:lnTo>
                  <a:pt x="1516" y="874"/>
                </a:lnTo>
                <a:lnTo>
                  <a:pt x="1515" y="874"/>
                </a:lnTo>
                <a:lnTo>
                  <a:pt x="1515" y="873"/>
                </a:lnTo>
                <a:lnTo>
                  <a:pt x="1515" y="872"/>
                </a:lnTo>
                <a:lnTo>
                  <a:pt x="1515" y="871"/>
                </a:lnTo>
                <a:lnTo>
                  <a:pt x="1514" y="871"/>
                </a:lnTo>
                <a:lnTo>
                  <a:pt x="1514" y="872"/>
                </a:lnTo>
                <a:lnTo>
                  <a:pt x="1514" y="871"/>
                </a:lnTo>
                <a:lnTo>
                  <a:pt x="1513" y="871"/>
                </a:lnTo>
                <a:lnTo>
                  <a:pt x="1512" y="871"/>
                </a:lnTo>
                <a:lnTo>
                  <a:pt x="1512" y="872"/>
                </a:lnTo>
                <a:lnTo>
                  <a:pt x="1512" y="873"/>
                </a:lnTo>
                <a:lnTo>
                  <a:pt x="1513" y="873"/>
                </a:lnTo>
                <a:lnTo>
                  <a:pt x="1512" y="875"/>
                </a:lnTo>
                <a:lnTo>
                  <a:pt x="1511" y="875"/>
                </a:lnTo>
                <a:lnTo>
                  <a:pt x="1510" y="874"/>
                </a:lnTo>
                <a:lnTo>
                  <a:pt x="1510" y="873"/>
                </a:lnTo>
                <a:lnTo>
                  <a:pt x="1510" y="872"/>
                </a:lnTo>
                <a:lnTo>
                  <a:pt x="1511" y="871"/>
                </a:lnTo>
                <a:lnTo>
                  <a:pt x="1511" y="870"/>
                </a:lnTo>
                <a:lnTo>
                  <a:pt x="1510" y="869"/>
                </a:lnTo>
                <a:lnTo>
                  <a:pt x="1509" y="868"/>
                </a:lnTo>
                <a:lnTo>
                  <a:pt x="1508" y="869"/>
                </a:lnTo>
                <a:lnTo>
                  <a:pt x="1507" y="869"/>
                </a:lnTo>
                <a:lnTo>
                  <a:pt x="1507" y="870"/>
                </a:lnTo>
                <a:lnTo>
                  <a:pt x="1506" y="870"/>
                </a:lnTo>
                <a:lnTo>
                  <a:pt x="1505" y="870"/>
                </a:lnTo>
                <a:lnTo>
                  <a:pt x="1504" y="870"/>
                </a:lnTo>
                <a:lnTo>
                  <a:pt x="1503" y="868"/>
                </a:lnTo>
                <a:lnTo>
                  <a:pt x="1502" y="868"/>
                </a:lnTo>
                <a:lnTo>
                  <a:pt x="1503" y="867"/>
                </a:lnTo>
                <a:lnTo>
                  <a:pt x="1504" y="865"/>
                </a:lnTo>
                <a:lnTo>
                  <a:pt x="1504" y="864"/>
                </a:lnTo>
                <a:lnTo>
                  <a:pt x="1502" y="864"/>
                </a:lnTo>
                <a:lnTo>
                  <a:pt x="1500" y="865"/>
                </a:lnTo>
                <a:lnTo>
                  <a:pt x="1501" y="863"/>
                </a:lnTo>
                <a:lnTo>
                  <a:pt x="1500" y="863"/>
                </a:lnTo>
                <a:lnTo>
                  <a:pt x="1499" y="861"/>
                </a:lnTo>
                <a:lnTo>
                  <a:pt x="1499" y="860"/>
                </a:lnTo>
                <a:lnTo>
                  <a:pt x="1499" y="859"/>
                </a:lnTo>
                <a:lnTo>
                  <a:pt x="1500" y="859"/>
                </a:lnTo>
                <a:lnTo>
                  <a:pt x="1500" y="858"/>
                </a:lnTo>
                <a:lnTo>
                  <a:pt x="1500" y="856"/>
                </a:lnTo>
                <a:lnTo>
                  <a:pt x="1499" y="856"/>
                </a:lnTo>
                <a:lnTo>
                  <a:pt x="1500" y="855"/>
                </a:lnTo>
                <a:lnTo>
                  <a:pt x="1500" y="854"/>
                </a:lnTo>
                <a:lnTo>
                  <a:pt x="1499" y="852"/>
                </a:lnTo>
                <a:lnTo>
                  <a:pt x="1499" y="851"/>
                </a:lnTo>
                <a:lnTo>
                  <a:pt x="1498" y="850"/>
                </a:lnTo>
                <a:lnTo>
                  <a:pt x="1498" y="849"/>
                </a:lnTo>
                <a:lnTo>
                  <a:pt x="1497" y="849"/>
                </a:lnTo>
                <a:lnTo>
                  <a:pt x="1497" y="848"/>
                </a:lnTo>
                <a:lnTo>
                  <a:pt x="1496" y="848"/>
                </a:lnTo>
                <a:lnTo>
                  <a:pt x="1494" y="848"/>
                </a:lnTo>
                <a:lnTo>
                  <a:pt x="1493" y="847"/>
                </a:lnTo>
                <a:lnTo>
                  <a:pt x="1492" y="848"/>
                </a:lnTo>
                <a:lnTo>
                  <a:pt x="1492" y="847"/>
                </a:lnTo>
                <a:lnTo>
                  <a:pt x="1492" y="846"/>
                </a:lnTo>
                <a:lnTo>
                  <a:pt x="1492" y="845"/>
                </a:lnTo>
                <a:lnTo>
                  <a:pt x="1490" y="845"/>
                </a:lnTo>
                <a:lnTo>
                  <a:pt x="1490" y="846"/>
                </a:lnTo>
                <a:lnTo>
                  <a:pt x="1491" y="846"/>
                </a:lnTo>
                <a:lnTo>
                  <a:pt x="1491" y="847"/>
                </a:lnTo>
                <a:lnTo>
                  <a:pt x="1491" y="848"/>
                </a:lnTo>
                <a:lnTo>
                  <a:pt x="1492" y="848"/>
                </a:lnTo>
                <a:lnTo>
                  <a:pt x="1492" y="849"/>
                </a:lnTo>
                <a:lnTo>
                  <a:pt x="1492" y="850"/>
                </a:lnTo>
                <a:lnTo>
                  <a:pt x="1491" y="850"/>
                </a:lnTo>
                <a:lnTo>
                  <a:pt x="1490" y="849"/>
                </a:lnTo>
                <a:lnTo>
                  <a:pt x="1490" y="848"/>
                </a:lnTo>
                <a:lnTo>
                  <a:pt x="1490" y="847"/>
                </a:lnTo>
                <a:lnTo>
                  <a:pt x="1490" y="848"/>
                </a:lnTo>
                <a:lnTo>
                  <a:pt x="1489" y="847"/>
                </a:lnTo>
                <a:lnTo>
                  <a:pt x="1488" y="847"/>
                </a:lnTo>
                <a:lnTo>
                  <a:pt x="1488" y="848"/>
                </a:lnTo>
                <a:lnTo>
                  <a:pt x="1487" y="848"/>
                </a:lnTo>
                <a:lnTo>
                  <a:pt x="1488" y="848"/>
                </a:lnTo>
                <a:lnTo>
                  <a:pt x="1487" y="848"/>
                </a:lnTo>
                <a:lnTo>
                  <a:pt x="1486" y="847"/>
                </a:lnTo>
                <a:lnTo>
                  <a:pt x="1487" y="847"/>
                </a:lnTo>
                <a:lnTo>
                  <a:pt x="1487" y="846"/>
                </a:lnTo>
                <a:lnTo>
                  <a:pt x="1486" y="846"/>
                </a:lnTo>
                <a:lnTo>
                  <a:pt x="1484" y="845"/>
                </a:lnTo>
                <a:lnTo>
                  <a:pt x="1485" y="844"/>
                </a:lnTo>
                <a:lnTo>
                  <a:pt x="1485" y="843"/>
                </a:lnTo>
                <a:lnTo>
                  <a:pt x="1484" y="841"/>
                </a:lnTo>
                <a:lnTo>
                  <a:pt x="1483" y="841"/>
                </a:lnTo>
                <a:lnTo>
                  <a:pt x="1482" y="841"/>
                </a:lnTo>
                <a:lnTo>
                  <a:pt x="1482" y="842"/>
                </a:lnTo>
                <a:lnTo>
                  <a:pt x="1482" y="843"/>
                </a:lnTo>
                <a:lnTo>
                  <a:pt x="1481" y="842"/>
                </a:lnTo>
                <a:lnTo>
                  <a:pt x="1480" y="842"/>
                </a:lnTo>
                <a:lnTo>
                  <a:pt x="1479" y="842"/>
                </a:lnTo>
                <a:lnTo>
                  <a:pt x="1478" y="841"/>
                </a:lnTo>
                <a:lnTo>
                  <a:pt x="1477" y="840"/>
                </a:lnTo>
                <a:lnTo>
                  <a:pt x="1476" y="839"/>
                </a:lnTo>
                <a:lnTo>
                  <a:pt x="1475" y="838"/>
                </a:lnTo>
                <a:lnTo>
                  <a:pt x="1474" y="837"/>
                </a:lnTo>
                <a:lnTo>
                  <a:pt x="1473" y="836"/>
                </a:lnTo>
                <a:lnTo>
                  <a:pt x="1470" y="835"/>
                </a:lnTo>
                <a:lnTo>
                  <a:pt x="1469" y="835"/>
                </a:lnTo>
                <a:lnTo>
                  <a:pt x="1469" y="836"/>
                </a:lnTo>
                <a:lnTo>
                  <a:pt x="1468" y="836"/>
                </a:lnTo>
                <a:lnTo>
                  <a:pt x="1468" y="837"/>
                </a:lnTo>
                <a:lnTo>
                  <a:pt x="1467" y="837"/>
                </a:lnTo>
                <a:lnTo>
                  <a:pt x="1467" y="836"/>
                </a:lnTo>
                <a:lnTo>
                  <a:pt x="1466" y="836"/>
                </a:lnTo>
                <a:lnTo>
                  <a:pt x="1466" y="835"/>
                </a:lnTo>
                <a:lnTo>
                  <a:pt x="1467" y="835"/>
                </a:lnTo>
                <a:lnTo>
                  <a:pt x="1467" y="834"/>
                </a:lnTo>
                <a:lnTo>
                  <a:pt x="1467" y="835"/>
                </a:lnTo>
                <a:lnTo>
                  <a:pt x="1466" y="835"/>
                </a:lnTo>
                <a:lnTo>
                  <a:pt x="1465" y="835"/>
                </a:lnTo>
                <a:lnTo>
                  <a:pt x="1465" y="836"/>
                </a:lnTo>
                <a:lnTo>
                  <a:pt x="1464" y="836"/>
                </a:lnTo>
                <a:lnTo>
                  <a:pt x="1463" y="835"/>
                </a:lnTo>
                <a:lnTo>
                  <a:pt x="1461" y="835"/>
                </a:lnTo>
                <a:lnTo>
                  <a:pt x="1460" y="835"/>
                </a:lnTo>
                <a:lnTo>
                  <a:pt x="1460" y="836"/>
                </a:lnTo>
                <a:lnTo>
                  <a:pt x="1459" y="836"/>
                </a:lnTo>
                <a:lnTo>
                  <a:pt x="1459" y="835"/>
                </a:lnTo>
                <a:lnTo>
                  <a:pt x="1458" y="835"/>
                </a:lnTo>
                <a:lnTo>
                  <a:pt x="1457" y="833"/>
                </a:lnTo>
                <a:lnTo>
                  <a:pt x="1456" y="833"/>
                </a:lnTo>
                <a:lnTo>
                  <a:pt x="1455" y="832"/>
                </a:lnTo>
                <a:lnTo>
                  <a:pt x="1454" y="831"/>
                </a:lnTo>
                <a:lnTo>
                  <a:pt x="1453" y="832"/>
                </a:lnTo>
                <a:lnTo>
                  <a:pt x="1452" y="833"/>
                </a:lnTo>
                <a:lnTo>
                  <a:pt x="1451" y="833"/>
                </a:lnTo>
                <a:lnTo>
                  <a:pt x="1451" y="832"/>
                </a:lnTo>
                <a:lnTo>
                  <a:pt x="1451" y="831"/>
                </a:lnTo>
                <a:lnTo>
                  <a:pt x="1452" y="831"/>
                </a:lnTo>
                <a:lnTo>
                  <a:pt x="1452" y="830"/>
                </a:lnTo>
                <a:lnTo>
                  <a:pt x="1452" y="829"/>
                </a:lnTo>
                <a:lnTo>
                  <a:pt x="1451" y="829"/>
                </a:lnTo>
                <a:lnTo>
                  <a:pt x="1451" y="830"/>
                </a:lnTo>
                <a:lnTo>
                  <a:pt x="1450" y="829"/>
                </a:lnTo>
                <a:lnTo>
                  <a:pt x="1450" y="828"/>
                </a:lnTo>
                <a:lnTo>
                  <a:pt x="1449" y="828"/>
                </a:lnTo>
                <a:lnTo>
                  <a:pt x="1449" y="829"/>
                </a:lnTo>
                <a:lnTo>
                  <a:pt x="1448" y="829"/>
                </a:lnTo>
                <a:lnTo>
                  <a:pt x="1449" y="830"/>
                </a:lnTo>
                <a:lnTo>
                  <a:pt x="1449" y="832"/>
                </a:lnTo>
                <a:lnTo>
                  <a:pt x="1448" y="833"/>
                </a:lnTo>
                <a:lnTo>
                  <a:pt x="1447" y="833"/>
                </a:lnTo>
                <a:lnTo>
                  <a:pt x="1446" y="832"/>
                </a:lnTo>
                <a:lnTo>
                  <a:pt x="1446" y="831"/>
                </a:lnTo>
                <a:lnTo>
                  <a:pt x="1446" y="830"/>
                </a:lnTo>
                <a:lnTo>
                  <a:pt x="1446" y="829"/>
                </a:lnTo>
                <a:lnTo>
                  <a:pt x="1445" y="828"/>
                </a:lnTo>
                <a:lnTo>
                  <a:pt x="1444" y="828"/>
                </a:lnTo>
                <a:lnTo>
                  <a:pt x="1444" y="830"/>
                </a:lnTo>
                <a:lnTo>
                  <a:pt x="1443" y="831"/>
                </a:lnTo>
                <a:lnTo>
                  <a:pt x="1442" y="832"/>
                </a:lnTo>
                <a:lnTo>
                  <a:pt x="1441" y="832"/>
                </a:lnTo>
                <a:lnTo>
                  <a:pt x="1441" y="831"/>
                </a:lnTo>
                <a:lnTo>
                  <a:pt x="1440" y="831"/>
                </a:lnTo>
                <a:lnTo>
                  <a:pt x="1440" y="830"/>
                </a:lnTo>
                <a:lnTo>
                  <a:pt x="1440" y="829"/>
                </a:lnTo>
                <a:lnTo>
                  <a:pt x="1441" y="828"/>
                </a:lnTo>
                <a:lnTo>
                  <a:pt x="1441" y="827"/>
                </a:lnTo>
                <a:lnTo>
                  <a:pt x="1440" y="826"/>
                </a:lnTo>
                <a:lnTo>
                  <a:pt x="1439" y="825"/>
                </a:lnTo>
                <a:lnTo>
                  <a:pt x="1439" y="824"/>
                </a:lnTo>
                <a:lnTo>
                  <a:pt x="1438" y="823"/>
                </a:lnTo>
                <a:lnTo>
                  <a:pt x="1436" y="823"/>
                </a:lnTo>
                <a:lnTo>
                  <a:pt x="1435" y="824"/>
                </a:lnTo>
                <a:lnTo>
                  <a:pt x="1434" y="824"/>
                </a:lnTo>
                <a:lnTo>
                  <a:pt x="1434" y="825"/>
                </a:lnTo>
                <a:lnTo>
                  <a:pt x="1433" y="825"/>
                </a:lnTo>
                <a:lnTo>
                  <a:pt x="1433" y="824"/>
                </a:lnTo>
                <a:lnTo>
                  <a:pt x="1432" y="825"/>
                </a:lnTo>
                <a:lnTo>
                  <a:pt x="1432" y="826"/>
                </a:lnTo>
                <a:lnTo>
                  <a:pt x="1433" y="826"/>
                </a:lnTo>
                <a:lnTo>
                  <a:pt x="1433" y="827"/>
                </a:lnTo>
                <a:lnTo>
                  <a:pt x="1432" y="829"/>
                </a:lnTo>
                <a:lnTo>
                  <a:pt x="1431" y="829"/>
                </a:lnTo>
                <a:lnTo>
                  <a:pt x="1430" y="829"/>
                </a:lnTo>
                <a:lnTo>
                  <a:pt x="1429" y="829"/>
                </a:lnTo>
                <a:lnTo>
                  <a:pt x="1428" y="830"/>
                </a:lnTo>
                <a:lnTo>
                  <a:pt x="1428" y="831"/>
                </a:lnTo>
                <a:lnTo>
                  <a:pt x="1428" y="832"/>
                </a:lnTo>
                <a:lnTo>
                  <a:pt x="1428" y="833"/>
                </a:lnTo>
                <a:lnTo>
                  <a:pt x="1427" y="833"/>
                </a:lnTo>
                <a:lnTo>
                  <a:pt x="1427" y="834"/>
                </a:lnTo>
                <a:lnTo>
                  <a:pt x="1428" y="834"/>
                </a:lnTo>
                <a:lnTo>
                  <a:pt x="1428" y="835"/>
                </a:lnTo>
                <a:lnTo>
                  <a:pt x="1427" y="837"/>
                </a:lnTo>
                <a:lnTo>
                  <a:pt x="1427" y="838"/>
                </a:lnTo>
                <a:lnTo>
                  <a:pt x="1426" y="838"/>
                </a:lnTo>
                <a:lnTo>
                  <a:pt x="1425" y="839"/>
                </a:lnTo>
                <a:lnTo>
                  <a:pt x="1425" y="840"/>
                </a:lnTo>
                <a:lnTo>
                  <a:pt x="1426" y="840"/>
                </a:lnTo>
                <a:lnTo>
                  <a:pt x="1426" y="841"/>
                </a:lnTo>
                <a:lnTo>
                  <a:pt x="1426" y="842"/>
                </a:lnTo>
                <a:lnTo>
                  <a:pt x="1425" y="843"/>
                </a:lnTo>
                <a:lnTo>
                  <a:pt x="1424" y="843"/>
                </a:lnTo>
                <a:lnTo>
                  <a:pt x="1423" y="843"/>
                </a:lnTo>
                <a:lnTo>
                  <a:pt x="1422" y="843"/>
                </a:lnTo>
                <a:lnTo>
                  <a:pt x="1422" y="844"/>
                </a:lnTo>
                <a:lnTo>
                  <a:pt x="1423" y="846"/>
                </a:lnTo>
                <a:lnTo>
                  <a:pt x="1423" y="847"/>
                </a:lnTo>
                <a:lnTo>
                  <a:pt x="1424" y="847"/>
                </a:lnTo>
                <a:lnTo>
                  <a:pt x="1423" y="847"/>
                </a:lnTo>
                <a:lnTo>
                  <a:pt x="1422" y="847"/>
                </a:lnTo>
                <a:lnTo>
                  <a:pt x="1422" y="848"/>
                </a:lnTo>
                <a:lnTo>
                  <a:pt x="1421" y="848"/>
                </a:lnTo>
                <a:lnTo>
                  <a:pt x="1421" y="847"/>
                </a:lnTo>
                <a:lnTo>
                  <a:pt x="1420" y="847"/>
                </a:lnTo>
                <a:lnTo>
                  <a:pt x="1419" y="846"/>
                </a:lnTo>
                <a:lnTo>
                  <a:pt x="1418" y="847"/>
                </a:lnTo>
                <a:lnTo>
                  <a:pt x="1418" y="848"/>
                </a:lnTo>
                <a:lnTo>
                  <a:pt x="1418" y="850"/>
                </a:lnTo>
                <a:lnTo>
                  <a:pt x="1418" y="851"/>
                </a:lnTo>
                <a:lnTo>
                  <a:pt x="1418" y="854"/>
                </a:lnTo>
                <a:lnTo>
                  <a:pt x="1419" y="854"/>
                </a:lnTo>
                <a:lnTo>
                  <a:pt x="1419" y="855"/>
                </a:lnTo>
                <a:lnTo>
                  <a:pt x="1420" y="856"/>
                </a:lnTo>
                <a:lnTo>
                  <a:pt x="1421" y="856"/>
                </a:lnTo>
                <a:lnTo>
                  <a:pt x="1422" y="856"/>
                </a:lnTo>
                <a:lnTo>
                  <a:pt x="1423" y="856"/>
                </a:lnTo>
                <a:lnTo>
                  <a:pt x="1423" y="857"/>
                </a:lnTo>
                <a:lnTo>
                  <a:pt x="1422" y="857"/>
                </a:lnTo>
                <a:lnTo>
                  <a:pt x="1422" y="858"/>
                </a:lnTo>
                <a:lnTo>
                  <a:pt x="1421" y="858"/>
                </a:lnTo>
                <a:lnTo>
                  <a:pt x="1420" y="858"/>
                </a:lnTo>
                <a:lnTo>
                  <a:pt x="1420" y="859"/>
                </a:lnTo>
                <a:lnTo>
                  <a:pt x="1420" y="860"/>
                </a:lnTo>
                <a:lnTo>
                  <a:pt x="1421" y="860"/>
                </a:lnTo>
                <a:lnTo>
                  <a:pt x="1420" y="861"/>
                </a:lnTo>
                <a:lnTo>
                  <a:pt x="1419" y="861"/>
                </a:lnTo>
                <a:lnTo>
                  <a:pt x="1418" y="860"/>
                </a:lnTo>
                <a:lnTo>
                  <a:pt x="1417" y="860"/>
                </a:lnTo>
                <a:lnTo>
                  <a:pt x="1415" y="860"/>
                </a:lnTo>
                <a:lnTo>
                  <a:pt x="1414" y="861"/>
                </a:lnTo>
                <a:lnTo>
                  <a:pt x="1413" y="861"/>
                </a:lnTo>
                <a:lnTo>
                  <a:pt x="1412" y="861"/>
                </a:lnTo>
                <a:lnTo>
                  <a:pt x="1411" y="861"/>
                </a:lnTo>
                <a:lnTo>
                  <a:pt x="1411" y="859"/>
                </a:lnTo>
                <a:lnTo>
                  <a:pt x="1411" y="858"/>
                </a:lnTo>
                <a:lnTo>
                  <a:pt x="1410" y="858"/>
                </a:lnTo>
                <a:lnTo>
                  <a:pt x="1410" y="859"/>
                </a:lnTo>
                <a:lnTo>
                  <a:pt x="1409" y="859"/>
                </a:lnTo>
                <a:lnTo>
                  <a:pt x="1408" y="858"/>
                </a:lnTo>
                <a:lnTo>
                  <a:pt x="1407" y="857"/>
                </a:lnTo>
                <a:lnTo>
                  <a:pt x="1403" y="856"/>
                </a:lnTo>
                <a:lnTo>
                  <a:pt x="1402" y="860"/>
                </a:lnTo>
                <a:lnTo>
                  <a:pt x="1402" y="861"/>
                </a:lnTo>
                <a:lnTo>
                  <a:pt x="1402" y="863"/>
                </a:lnTo>
                <a:lnTo>
                  <a:pt x="1403" y="863"/>
                </a:lnTo>
                <a:lnTo>
                  <a:pt x="1402" y="865"/>
                </a:lnTo>
                <a:lnTo>
                  <a:pt x="1405" y="868"/>
                </a:lnTo>
                <a:lnTo>
                  <a:pt x="1407" y="868"/>
                </a:lnTo>
                <a:lnTo>
                  <a:pt x="1408" y="868"/>
                </a:lnTo>
                <a:lnTo>
                  <a:pt x="1408" y="867"/>
                </a:lnTo>
                <a:lnTo>
                  <a:pt x="1409" y="867"/>
                </a:lnTo>
                <a:lnTo>
                  <a:pt x="1409" y="868"/>
                </a:lnTo>
                <a:lnTo>
                  <a:pt x="1410" y="869"/>
                </a:lnTo>
                <a:lnTo>
                  <a:pt x="1409" y="870"/>
                </a:lnTo>
                <a:lnTo>
                  <a:pt x="1408" y="870"/>
                </a:lnTo>
                <a:lnTo>
                  <a:pt x="1407" y="870"/>
                </a:lnTo>
                <a:lnTo>
                  <a:pt x="1407" y="871"/>
                </a:lnTo>
                <a:lnTo>
                  <a:pt x="1406" y="872"/>
                </a:lnTo>
                <a:lnTo>
                  <a:pt x="1407" y="872"/>
                </a:lnTo>
                <a:lnTo>
                  <a:pt x="1407" y="873"/>
                </a:lnTo>
                <a:lnTo>
                  <a:pt x="1407" y="874"/>
                </a:lnTo>
                <a:lnTo>
                  <a:pt x="1407" y="875"/>
                </a:lnTo>
                <a:lnTo>
                  <a:pt x="1406" y="875"/>
                </a:lnTo>
                <a:lnTo>
                  <a:pt x="1404" y="875"/>
                </a:lnTo>
                <a:lnTo>
                  <a:pt x="1403" y="875"/>
                </a:lnTo>
                <a:lnTo>
                  <a:pt x="1402" y="874"/>
                </a:lnTo>
                <a:lnTo>
                  <a:pt x="1402" y="875"/>
                </a:lnTo>
                <a:lnTo>
                  <a:pt x="1401" y="876"/>
                </a:lnTo>
                <a:lnTo>
                  <a:pt x="1400" y="877"/>
                </a:lnTo>
                <a:lnTo>
                  <a:pt x="1400" y="876"/>
                </a:lnTo>
                <a:lnTo>
                  <a:pt x="1399" y="876"/>
                </a:lnTo>
                <a:lnTo>
                  <a:pt x="1399" y="875"/>
                </a:lnTo>
                <a:lnTo>
                  <a:pt x="1397" y="875"/>
                </a:lnTo>
                <a:lnTo>
                  <a:pt x="1397" y="876"/>
                </a:lnTo>
                <a:lnTo>
                  <a:pt x="1397" y="877"/>
                </a:lnTo>
                <a:lnTo>
                  <a:pt x="1396" y="878"/>
                </a:lnTo>
                <a:lnTo>
                  <a:pt x="1395" y="878"/>
                </a:lnTo>
                <a:lnTo>
                  <a:pt x="1394" y="877"/>
                </a:lnTo>
                <a:lnTo>
                  <a:pt x="1394" y="876"/>
                </a:lnTo>
                <a:lnTo>
                  <a:pt x="1394" y="875"/>
                </a:lnTo>
                <a:lnTo>
                  <a:pt x="1393" y="875"/>
                </a:lnTo>
                <a:lnTo>
                  <a:pt x="1392" y="875"/>
                </a:lnTo>
                <a:lnTo>
                  <a:pt x="1392" y="876"/>
                </a:lnTo>
                <a:lnTo>
                  <a:pt x="1390" y="876"/>
                </a:lnTo>
                <a:lnTo>
                  <a:pt x="1389" y="877"/>
                </a:lnTo>
                <a:lnTo>
                  <a:pt x="1388" y="879"/>
                </a:lnTo>
                <a:lnTo>
                  <a:pt x="1388" y="880"/>
                </a:lnTo>
                <a:lnTo>
                  <a:pt x="1388" y="881"/>
                </a:lnTo>
                <a:lnTo>
                  <a:pt x="1388" y="882"/>
                </a:lnTo>
                <a:lnTo>
                  <a:pt x="1390" y="883"/>
                </a:lnTo>
                <a:lnTo>
                  <a:pt x="1391" y="884"/>
                </a:lnTo>
                <a:lnTo>
                  <a:pt x="1391" y="883"/>
                </a:lnTo>
                <a:lnTo>
                  <a:pt x="1392" y="882"/>
                </a:lnTo>
                <a:lnTo>
                  <a:pt x="1393" y="881"/>
                </a:lnTo>
                <a:lnTo>
                  <a:pt x="1394" y="880"/>
                </a:lnTo>
                <a:lnTo>
                  <a:pt x="1396" y="880"/>
                </a:lnTo>
                <a:lnTo>
                  <a:pt x="1397" y="880"/>
                </a:lnTo>
                <a:lnTo>
                  <a:pt x="1399" y="881"/>
                </a:lnTo>
                <a:lnTo>
                  <a:pt x="1398" y="881"/>
                </a:lnTo>
                <a:lnTo>
                  <a:pt x="1398" y="882"/>
                </a:lnTo>
                <a:lnTo>
                  <a:pt x="1398" y="883"/>
                </a:lnTo>
                <a:lnTo>
                  <a:pt x="1398" y="884"/>
                </a:lnTo>
                <a:lnTo>
                  <a:pt x="1397" y="884"/>
                </a:lnTo>
                <a:lnTo>
                  <a:pt x="1397" y="883"/>
                </a:lnTo>
                <a:lnTo>
                  <a:pt x="1396" y="884"/>
                </a:lnTo>
                <a:lnTo>
                  <a:pt x="1395" y="884"/>
                </a:lnTo>
                <a:lnTo>
                  <a:pt x="1395" y="885"/>
                </a:lnTo>
                <a:lnTo>
                  <a:pt x="1394" y="886"/>
                </a:lnTo>
                <a:lnTo>
                  <a:pt x="1394" y="887"/>
                </a:lnTo>
                <a:lnTo>
                  <a:pt x="1394" y="888"/>
                </a:lnTo>
                <a:lnTo>
                  <a:pt x="1395" y="888"/>
                </a:lnTo>
                <a:lnTo>
                  <a:pt x="1395" y="887"/>
                </a:lnTo>
                <a:lnTo>
                  <a:pt x="1396" y="887"/>
                </a:lnTo>
                <a:lnTo>
                  <a:pt x="1396" y="888"/>
                </a:lnTo>
                <a:lnTo>
                  <a:pt x="1397" y="888"/>
                </a:lnTo>
                <a:lnTo>
                  <a:pt x="1397" y="889"/>
                </a:lnTo>
                <a:lnTo>
                  <a:pt x="1398" y="890"/>
                </a:lnTo>
                <a:lnTo>
                  <a:pt x="1398" y="891"/>
                </a:lnTo>
                <a:lnTo>
                  <a:pt x="1400" y="891"/>
                </a:lnTo>
                <a:lnTo>
                  <a:pt x="1401" y="891"/>
                </a:lnTo>
                <a:lnTo>
                  <a:pt x="1404" y="891"/>
                </a:lnTo>
                <a:lnTo>
                  <a:pt x="1404" y="892"/>
                </a:lnTo>
                <a:lnTo>
                  <a:pt x="1405" y="892"/>
                </a:lnTo>
                <a:lnTo>
                  <a:pt x="1406" y="892"/>
                </a:lnTo>
                <a:lnTo>
                  <a:pt x="1406" y="893"/>
                </a:lnTo>
                <a:lnTo>
                  <a:pt x="1405" y="894"/>
                </a:lnTo>
                <a:lnTo>
                  <a:pt x="1406" y="897"/>
                </a:lnTo>
                <a:lnTo>
                  <a:pt x="1406" y="898"/>
                </a:lnTo>
                <a:lnTo>
                  <a:pt x="1409" y="899"/>
                </a:lnTo>
                <a:lnTo>
                  <a:pt x="1410" y="899"/>
                </a:lnTo>
                <a:lnTo>
                  <a:pt x="1411" y="899"/>
                </a:lnTo>
                <a:lnTo>
                  <a:pt x="1411" y="898"/>
                </a:lnTo>
                <a:lnTo>
                  <a:pt x="1412" y="898"/>
                </a:lnTo>
                <a:lnTo>
                  <a:pt x="1412" y="899"/>
                </a:lnTo>
                <a:lnTo>
                  <a:pt x="1413" y="899"/>
                </a:lnTo>
                <a:lnTo>
                  <a:pt x="1413" y="900"/>
                </a:lnTo>
                <a:lnTo>
                  <a:pt x="1413" y="901"/>
                </a:lnTo>
                <a:lnTo>
                  <a:pt x="1414" y="903"/>
                </a:lnTo>
                <a:lnTo>
                  <a:pt x="1414" y="905"/>
                </a:lnTo>
                <a:lnTo>
                  <a:pt x="1415" y="905"/>
                </a:lnTo>
                <a:lnTo>
                  <a:pt x="1418" y="906"/>
                </a:lnTo>
                <a:lnTo>
                  <a:pt x="1419" y="905"/>
                </a:lnTo>
                <a:lnTo>
                  <a:pt x="1420" y="904"/>
                </a:lnTo>
                <a:lnTo>
                  <a:pt x="1421" y="905"/>
                </a:lnTo>
                <a:lnTo>
                  <a:pt x="1421" y="906"/>
                </a:lnTo>
                <a:lnTo>
                  <a:pt x="1421" y="907"/>
                </a:lnTo>
                <a:lnTo>
                  <a:pt x="1422" y="908"/>
                </a:lnTo>
                <a:lnTo>
                  <a:pt x="1423" y="907"/>
                </a:lnTo>
                <a:lnTo>
                  <a:pt x="1424" y="906"/>
                </a:lnTo>
                <a:lnTo>
                  <a:pt x="1425" y="906"/>
                </a:lnTo>
                <a:lnTo>
                  <a:pt x="1426" y="908"/>
                </a:lnTo>
                <a:lnTo>
                  <a:pt x="1427" y="910"/>
                </a:lnTo>
                <a:lnTo>
                  <a:pt x="1425" y="913"/>
                </a:lnTo>
                <a:lnTo>
                  <a:pt x="1424" y="913"/>
                </a:lnTo>
                <a:lnTo>
                  <a:pt x="1422" y="913"/>
                </a:lnTo>
                <a:lnTo>
                  <a:pt x="1422" y="914"/>
                </a:lnTo>
                <a:lnTo>
                  <a:pt x="1421" y="916"/>
                </a:lnTo>
                <a:lnTo>
                  <a:pt x="1421" y="918"/>
                </a:lnTo>
                <a:lnTo>
                  <a:pt x="1421" y="919"/>
                </a:lnTo>
                <a:lnTo>
                  <a:pt x="1422" y="919"/>
                </a:lnTo>
                <a:lnTo>
                  <a:pt x="1422" y="920"/>
                </a:lnTo>
                <a:lnTo>
                  <a:pt x="1422" y="921"/>
                </a:lnTo>
                <a:lnTo>
                  <a:pt x="1422" y="922"/>
                </a:lnTo>
                <a:lnTo>
                  <a:pt x="1421" y="923"/>
                </a:lnTo>
                <a:lnTo>
                  <a:pt x="1420" y="924"/>
                </a:lnTo>
                <a:lnTo>
                  <a:pt x="1420" y="925"/>
                </a:lnTo>
                <a:lnTo>
                  <a:pt x="1420" y="926"/>
                </a:lnTo>
                <a:lnTo>
                  <a:pt x="1419" y="927"/>
                </a:lnTo>
                <a:lnTo>
                  <a:pt x="1419" y="928"/>
                </a:lnTo>
                <a:lnTo>
                  <a:pt x="1418" y="928"/>
                </a:lnTo>
                <a:lnTo>
                  <a:pt x="1417" y="928"/>
                </a:lnTo>
                <a:lnTo>
                  <a:pt x="1418" y="929"/>
                </a:lnTo>
                <a:lnTo>
                  <a:pt x="1418" y="930"/>
                </a:lnTo>
                <a:lnTo>
                  <a:pt x="1419" y="930"/>
                </a:lnTo>
                <a:lnTo>
                  <a:pt x="1420" y="931"/>
                </a:lnTo>
                <a:lnTo>
                  <a:pt x="1420" y="932"/>
                </a:lnTo>
                <a:lnTo>
                  <a:pt x="1420" y="933"/>
                </a:lnTo>
                <a:lnTo>
                  <a:pt x="1419" y="933"/>
                </a:lnTo>
                <a:lnTo>
                  <a:pt x="1419" y="934"/>
                </a:lnTo>
                <a:lnTo>
                  <a:pt x="1420" y="935"/>
                </a:lnTo>
                <a:lnTo>
                  <a:pt x="1421" y="935"/>
                </a:lnTo>
                <a:lnTo>
                  <a:pt x="1422" y="935"/>
                </a:lnTo>
                <a:lnTo>
                  <a:pt x="1423" y="936"/>
                </a:lnTo>
                <a:lnTo>
                  <a:pt x="1423" y="937"/>
                </a:lnTo>
                <a:lnTo>
                  <a:pt x="1423" y="938"/>
                </a:lnTo>
                <a:lnTo>
                  <a:pt x="1423" y="939"/>
                </a:lnTo>
                <a:lnTo>
                  <a:pt x="1423" y="940"/>
                </a:lnTo>
                <a:lnTo>
                  <a:pt x="1423" y="941"/>
                </a:lnTo>
                <a:lnTo>
                  <a:pt x="1424" y="941"/>
                </a:lnTo>
                <a:lnTo>
                  <a:pt x="1424" y="942"/>
                </a:lnTo>
                <a:lnTo>
                  <a:pt x="1423" y="942"/>
                </a:lnTo>
                <a:lnTo>
                  <a:pt x="1422" y="942"/>
                </a:lnTo>
                <a:lnTo>
                  <a:pt x="1421" y="942"/>
                </a:lnTo>
                <a:lnTo>
                  <a:pt x="1420" y="943"/>
                </a:lnTo>
                <a:lnTo>
                  <a:pt x="1420" y="944"/>
                </a:lnTo>
                <a:lnTo>
                  <a:pt x="1420" y="945"/>
                </a:lnTo>
                <a:lnTo>
                  <a:pt x="1419" y="945"/>
                </a:lnTo>
                <a:lnTo>
                  <a:pt x="1419" y="946"/>
                </a:lnTo>
                <a:lnTo>
                  <a:pt x="1418" y="946"/>
                </a:lnTo>
                <a:lnTo>
                  <a:pt x="1417" y="946"/>
                </a:lnTo>
                <a:lnTo>
                  <a:pt x="1417" y="945"/>
                </a:lnTo>
                <a:lnTo>
                  <a:pt x="1416" y="945"/>
                </a:lnTo>
                <a:lnTo>
                  <a:pt x="1416" y="944"/>
                </a:lnTo>
                <a:lnTo>
                  <a:pt x="1415" y="944"/>
                </a:lnTo>
                <a:lnTo>
                  <a:pt x="1413" y="943"/>
                </a:lnTo>
                <a:lnTo>
                  <a:pt x="1412" y="944"/>
                </a:lnTo>
                <a:lnTo>
                  <a:pt x="1412" y="945"/>
                </a:lnTo>
                <a:lnTo>
                  <a:pt x="1410" y="946"/>
                </a:lnTo>
                <a:lnTo>
                  <a:pt x="1409" y="946"/>
                </a:lnTo>
                <a:lnTo>
                  <a:pt x="1408" y="946"/>
                </a:lnTo>
                <a:lnTo>
                  <a:pt x="1407" y="946"/>
                </a:lnTo>
                <a:lnTo>
                  <a:pt x="1407" y="947"/>
                </a:lnTo>
                <a:lnTo>
                  <a:pt x="1405" y="947"/>
                </a:lnTo>
                <a:lnTo>
                  <a:pt x="1404" y="947"/>
                </a:lnTo>
                <a:lnTo>
                  <a:pt x="1403" y="946"/>
                </a:lnTo>
                <a:lnTo>
                  <a:pt x="1403" y="945"/>
                </a:lnTo>
                <a:lnTo>
                  <a:pt x="1402" y="945"/>
                </a:lnTo>
                <a:lnTo>
                  <a:pt x="1402" y="946"/>
                </a:lnTo>
                <a:lnTo>
                  <a:pt x="1401" y="947"/>
                </a:lnTo>
                <a:lnTo>
                  <a:pt x="1401" y="948"/>
                </a:lnTo>
                <a:lnTo>
                  <a:pt x="1401" y="949"/>
                </a:lnTo>
                <a:lnTo>
                  <a:pt x="1401" y="950"/>
                </a:lnTo>
                <a:lnTo>
                  <a:pt x="1400" y="951"/>
                </a:lnTo>
                <a:lnTo>
                  <a:pt x="1399" y="951"/>
                </a:lnTo>
                <a:lnTo>
                  <a:pt x="1399" y="950"/>
                </a:lnTo>
                <a:lnTo>
                  <a:pt x="1398" y="950"/>
                </a:lnTo>
                <a:lnTo>
                  <a:pt x="1397" y="950"/>
                </a:lnTo>
                <a:lnTo>
                  <a:pt x="1396" y="951"/>
                </a:lnTo>
                <a:lnTo>
                  <a:pt x="1397" y="951"/>
                </a:lnTo>
                <a:lnTo>
                  <a:pt x="1397" y="952"/>
                </a:lnTo>
                <a:lnTo>
                  <a:pt x="1397" y="953"/>
                </a:lnTo>
                <a:lnTo>
                  <a:pt x="1397" y="954"/>
                </a:lnTo>
                <a:lnTo>
                  <a:pt x="1396" y="954"/>
                </a:lnTo>
                <a:lnTo>
                  <a:pt x="1396" y="955"/>
                </a:lnTo>
                <a:lnTo>
                  <a:pt x="1396" y="956"/>
                </a:lnTo>
                <a:lnTo>
                  <a:pt x="1396" y="957"/>
                </a:lnTo>
                <a:lnTo>
                  <a:pt x="1397" y="957"/>
                </a:lnTo>
                <a:lnTo>
                  <a:pt x="1397" y="958"/>
                </a:lnTo>
                <a:lnTo>
                  <a:pt x="1396" y="959"/>
                </a:lnTo>
                <a:lnTo>
                  <a:pt x="1396" y="960"/>
                </a:lnTo>
                <a:lnTo>
                  <a:pt x="1395" y="960"/>
                </a:lnTo>
                <a:lnTo>
                  <a:pt x="1395" y="961"/>
                </a:lnTo>
                <a:lnTo>
                  <a:pt x="1394" y="961"/>
                </a:lnTo>
                <a:lnTo>
                  <a:pt x="1394" y="963"/>
                </a:lnTo>
                <a:lnTo>
                  <a:pt x="1395" y="963"/>
                </a:lnTo>
                <a:lnTo>
                  <a:pt x="1395" y="966"/>
                </a:lnTo>
                <a:lnTo>
                  <a:pt x="1394" y="966"/>
                </a:lnTo>
                <a:lnTo>
                  <a:pt x="1394" y="967"/>
                </a:lnTo>
                <a:lnTo>
                  <a:pt x="1393" y="967"/>
                </a:lnTo>
                <a:lnTo>
                  <a:pt x="1393" y="968"/>
                </a:lnTo>
                <a:lnTo>
                  <a:pt x="1394" y="969"/>
                </a:lnTo>
                <a:lnTo>
                  <a:pt x="1394" y="970"/>
                </a:lnTo>
                <a:lnTo>
                  <a:pt x="1393" y="970"/>
                </a:lnTo>
                <a:lnTo>
                  <a:pt x="1392" y="970"/>
                </a:lnTo>
                <a:lnTo>
                  <a:pt x="1392" y="969"/>
                </a:lnTo>
                <a:lnTo>
                  <a:pt x="1391" y="968"/>
                </a:lnTo>
                <a:lnTo>
                  <a:pt x="1390" y="968"/>
                </a:lnTo>
                <a:lnTo>
                  <a:pt x="1389" y="968"/>
                </a:lnTo>
                <a:lnTo>
                  <a:pt x="1389" y="969"/>
                </a:lnTo>
                <a:lnTo>
                  <a:pt x="1390" y="970"/>
                </a:lnTo>
                <a:lnTo>
                  <a:pt x="1390" y="971"/>
                </a:lnTo>
                <a:lnTo>
                  <a:pt x="1387" y="973"/>
                </a:lnTo>
                <a:lnTo>
                  <a:pt x="1387" y="974"/>
                </a:lnTo>
                <a:lnTo>
                  <a:pt x="1388" y="975"/>
                </a:lnTo>
                <a:lnTo>
                  <a:pt x="1389" y="975"/>
                </a:lnTo>
                <a:lnTo>
                  <a:pt x="1389" y="976"/>
                </a:lnTo>
                <a:lnTo>
                  <a:pt x="1387" y="976"/>
                </a:lnTo>
                <a:lnTo>
                  <a:pt x="1386" y="975"/>
                </a:lnTo>
                <a:lnTo>
                  <a:pt x="1386" y="974"/>
                </a:lnTo>
                <a:lnTo>
                  <a:pt x="1385" y="974"/>
                </a:lnTo>
                <a:lnTo>
                  <a:pt x="1384" y="974"/>
                </a:lnTo>
                <a:lnTo>
                  <a:pt x="1382" y="973"/>
                </a:lnTo>
                <a:lnTo>
                  <a:pt x="1381" y="973"/>
                </a:lnTo>
                <a:lnTo>
                  <a:pt x="1381" y="972"/>
                </a:lnTo>
                <a:lnTo>
                  <a:pt x="1381" y="971"/>
                </a:lnTo>
                <a:lnTo>
                  <a:pt x="1379" y="971"/>
                </a:lnTo>
                <a:lnTo>
                  <a:pt x="1378" y="972"/>
                </a:lnTo>
                <a:lnTo>
                  <a:pt x="1377" y="973"/>
                </a:lnTo>
                <a:lnTo>
                  <a:pt x="1377" y="974"/>
                </a:lnTo>
                <a:lnTo>
                  <a:pt x="1377" y="975"/>
                </a:lnTo>
                <a:lnTo>
                  <a:pt x="1377" y="976"/>
                </a:lnTo>
                <a:lnTo>
                  <a:pt x="1379" y="979"/>
                </a:lnTo>
                <a:lnTo>
                  <a:pt x="1379" y="980"/>
                </a:lnTo>
                <a:lnTo>
                  <a:pt x="1378" y="980"/>
                </a:lnTo>
                <a:lnTo>
                  <a:pt x="1376" y="981"/>
                </a:lnTo>
                <a:lnTo>
                  <a:pt x="1375" y="980"/>
                </a:lnTo>
                <a:lnTo>
                  <a:pt x="1374" y="980"/>
                </a:lnTo>
                <a:lnTo>
                  <a:pt x="1373" y="980"/>
                </a:lnTo>
                <a:lnTo>
                  <a:pt x="1371" y="980"/>
                </a:lnTo>
                <a:lnTo>
                  <a:pt x="1370" y="980"/>
                </a:lnTo>
                <a:lnTo>
                  <a:pt x="1369" y="978"/>
                </a:lnTo>
                <a:lnTo>
                  <a:pt x="1368" y="978"/>
                </a:lnTo>
                <a:lnTo>
                  <a:pt x="1367" y="979"/>
                </a:lnTo>
                <a:lnTo>
                  <a:pt x="1366" y="979"/>
                </a:lnTo>
                <a:lnTo>
                  <a:pt x="1366" y="980"/>
                </a:lnTo>
                <a:lnTo>
                  <a:pt x="1365" y="981"/>
                </a:lnTo>
                <a:lnTo>
                  <a:pt x="1364" y="981"/>
                </a:lnTo>
                <a:lnTo>
                  <a:pt x="1363" y="980"/>
                </a:lnTo>
                <a:lnTo>
                  <a:pt x="1362" y="980"/>
                </a:lnTo>
                <a:lnTo>
                  <a:pt x="1362" y="981"/>
                </a:lnTo>
                <a:lnTo>
                  <a:pt x="1362" y="982"/>
                </a:lnTo>
                <a:lnTo>
                  <a:pt x="1362" y="983"/>
                </a:lnTo>
                <a:lnTo>
                  <a:pt x="1363" y="983"/>
                </a:lnTo>
                <a:lnTo>
                  <a:pt x="1363" y="984"/>
                </a:lnTo>
                <a:lnTo>
                  <a:pt x="1363" y="985"/>
                </a:lnTo>
                <a:lnTo>
                  <a:pt x="1363" y="986"/>
                </a:lnTo>
                <a:lnTo>
                  <a:pt x="1362" y="986"/>
                </a:lnTo>
                <a:lnTo>
                  <a:pt x="1361" y="986"/>
                </a:lnTo>
                <a:lnTo>
                  <a:pt x="1361" y="987"/>
                </a:lnTo>
                <a:lnTo>
                  <a:pt x="1360" y="987"/>
                </a:lnTo>
                <a:lnTo>
                  <a:pt x="1360" y="988"/>
                </a:lnTo>
                <a:lnTo>
                  <a:pt x="1360" y="989"/>
                </a:lnTo>
                <a:lnTo>
                  <a:pt x="1361" y="989"/>
                </a:lnTo>
                <a:lnTo>
                  <a:pt x="1361" y="990"/>
                </a:lnTo>
                <a:lnTo>
                  <a:pt x="1361" y="991"/>
                </a:lnTo>
                <a:lnTo>
                  <a:pt x="1360" y="991"/>
                </a:lnTo>
                <a:lnTo>
                  <a:pt x="1360" y="992"/>
                </a:lnTo>
                <a:lnTo>
                  <a:pt x="1359" y="991"/>
                </a:lnTo>
                <a:lnTo>
                  <a:pt x="1358" y="991"/>
                </a:lnTo>
                <a:lnTo>
                  <a:pt x="1359" y="990"/>
                </a:lnTo>
                <a:lnTo>
                  <a:pt x="1358" y="990"/>
                </a:lnTo>
                <a:lnTo>
                  <a:pt x="1357" y="990"/>
                </a:lnTo>
                <a:lnTo>
                  <a:pt x="1356" y="991"/>
                </a:lnTo>
                <a:lnTo>
                  <a:pt x="1355" y="991"/>
                </a:lnTo>
                <a:lnTo>
                  <a:pt x="1355" y="992"/>
                </a:lnTo>
                <a:lnTo>
                  <a:pt x="1355" y="993"/>
                </a:lnTo>
                <a:lnTo>
                  <a:pt x="1355" y="994"/>
                </a:lnTo>
                <a:lnTo>
                  <a:pt x="1354" y="994"/>
                </a:lnTo>
                <a:lnTo>
                  <a:pt x="1354" y="995"/>
                </a:lnTo>
                <a:lnTo>
                  <a:pt x="1353" y="997"/>
                </a:lnTo>
                <a:lnTo>
                  <a:pt x="1351" y="997"/>
                </a:lnTo>
                <a:lnTo>
                  <a:pt x="1351" y="996"/>
                </a:lnTo>
                <a:lnTo>
                  <a:pt x="1352" y="996"/>
                </a:lnTo>
                <a:lnTo>
                  <a:pt x="1352" y="995"/>
                </a:lnTo>
                <a:lnTo>
                  <a:pt x="1351" y="994"/>
                </a:lnTo>
                <a:lnTo>
                  <a:pt x="1350" y="994"/>
                </a:lnTo>
                <a:lnTo>
                  <a:pt x="1349" y="997"/>
                </a:lnTo>
                <a:lnTo>
                  <a:pt x="1349" y="998"/>
                </a:lnTo>
                <a:lnTo>
                  <a:pt x="1350" y="999"/>
                </a:lnTo>
                <a:lnTo>
                  <a:pt x="1350" y="1000"/>
                </a:lnTo>
                <a:lnTo>
                  <a:pt x="1350" y="1001"/>
                </a:lnTo>
                <a:lnTo>
                  <a:pt x="1349" y="1001"/>
                </a:lnTo>
                <a:lnTo>
                  <a:pt x="1348" y="1001"/>
                </a:lnTo>
                <a:lnTo>
                  <a:pt x="1347" y="1001"/>
                </a:lnTo>
                <a:lnTo>
                  <a:pt x="1347" y="1002"/>
                </a:lnTo>
                <a:lnTo>
                  <a:pt x="1346" y="1003"/>
                </a:lnTo>
                <a:lnTo>
                  <a:pt x="1346" y="1005"/>
                </a:lnTo>
                <a:lnTo>
                  <a:pt x="1346" y="1006"/>
                </a:lnTo>
                <a:lnTo>
                  <a:pt x="1346" y="1007"/>
                </a:lnTo>
                <a:lnTo>
                  <a:pt x="1346" y="1009"/>
                </a:lnTo>
                <a:lnTo>
                  <a:pt x="1347" y="1010"/>
                </a:lnTo>
                <a:lnTo>
                  <a:pt x="1348" y="1010"/>
                </a:lnTo>
                <a:lnTo>
                  <a:pt x="1348" y="1011"/>
                </a:lnTo>
                <a:lnTo>
                  <a:pt x="1349" y="1011"/>
                </a:lnTo>
                <a:lnTo>
                  <a:pt x="1349" y="1012"/>
                </a:lnTo>
                <a:lnTo>
                  <a:pt x="1350" y="1013"/>
                </a:lnTo>
                <a:lnTo>
                  <a:pt x="1350" y="1014"/>
                </a:lnTo>
                <a:lnTo>
                  <a:pt x="1350" y="1015"/>
                </a:lnTo>
                <a:lnTo>
                  <a:pt x="1351" y="1016"/>
                </a:lnTo>
                <a:lnTo>
                  <a:pt x="1351" y="1017"/>
                </a:lnTo>
                <a:lnTo>
                  <a:pt x="1351" y="1018"/>
                </a:lnTo>
                <a:lnTo>
                  <a:pt x="1351" y="1019"/>
                </a:lnTo>
                <a:lnTo>
                  <a:pt x="1351" y="1020"/>
                </a:lnTo>
                <a:lnTo>
                  <a:pt x="1350" y="1020"/>
                </a:lnTo>
                <a:lnTo>
                  <a:pt x="1351" y="1021"/>
                </a:lnTo>
                <a:lnTo>
                  <a:pt x="1351" y="1022"/>
                </a:lnTo>
                <a:lnTo>
                  <a:pt x="1352" y="1022"/>
                </a:lnTo>
                <a:lnTo>
                  <a:pt x="1353" y="1022"/>
                </a:lnTo>
                <a:lnTo>
                  <a:pt x="1354" y="1024"/>
                </a:lnTo>
                <a:lnTo>
                  <a:pt x="1354" y="1025"/>
                </a:lnTo>
                <a:lnTo>
                  <a:pt x="1353" y="1026"/>
                </a:lnTo>
                <a:lnTo>
                  <a:pt x="1353" y="1027"/>
                </a:lnTo>
                <a:lnTo>
                  <a:pt x="1352" y="1027"/>
                </a:lnTo>
                <a:lnTo>
                  <a:pt x="1352" y="1026"/>
                </a:lnTo>
                <a:lnTo>
                  <a:pt x="1351" y="1026"/>
                </a:lnTo>
                <a:lnTo>
                  <a:pt x="1351" y="1027"/>
                </a:lnTo>
                <a:lnTo>
                  <a:pt x="1352" y="1027"/>
                </a:lnTo>
                <a:lnTo>
                  <a:pt x="1352" y="1028"/>
                </a:lnTo>
                <a:lnTo>
                  <a:pt x="1353" y="1028"/>
                </a:lnTo>
                <a:lnTo>
                  <a:pt x="1354" y="1029"/>
                </a:lnTo>
                <a:lnTo>
                  <a:pt x="1354" y="1028"/>
                </a:lnTo>
                <a:lnTo>
                  <a:pt x="1355" y="1027"/>
                </a:lnTo>
                <a:lnTo>
                  <a:pt x="1356" y="1027"/>
                </a:lnTo>
                <a:lnTo>
                  <a:pt x="1357" y="1027"/>
                </a:lnTo>
                <a:lnTo>
                  <a:pt x="1358" y="1026"/>
                </a:lnTo>
                <a:lnTo>
                  <a:pt x="1358" y="1025"/>
                </a:lnTo>
                <a:lnTo>
                  <a:pt x="1359" y="1025"/>
                </a:lnTo>
                <a:lnTo>
                  <a:pt x="1360" y="1025"/>
                </a:lnTo>
                <a:lnTo>
                  <a:pt x="1361" y="1025"/>
                </a:lnTo>
                <a:lnTo>
                  <a:pt x="1362" y="1026"/>
                </a:lnTo>
                <a:lnTo>
                  <a:pt x="1363" y="1026"/>
                </a:lnTo>
                <a:lnTo>
                  <a:pt x="1364" y="1028"/>
                </a:lnTo>
                <a:lnTo>
                  <a:pt x="1364" y="1029"/>
                </a:lnTo>
                <a:lnTo>
                  <a:pt x="1363" y="1030"/>
                </a:lnTo>
                <a:lnTo>
                  <a:pt x="1362" y="1031"/>
                </a:lnTo>
                <a:lnTo>
                  <a:pt x="1361" y="1031"/>
                </a:lnTo>
                <a:lnTo>
                  <a:pt x="1360" y="1032"/>
                </a:lnTo>
                <a:lnTo>
                  <a:pt x="1360" y="1033"/>
                </a:lnTo>
                <a:lnTo>
                  <a:pt x="1361" y="1033"/>
                </a:lnTo>
                <a:lnTo>
                  <a:pt x="1362" y="1033"/>
                </a:lnTo>
                <a:lnTo>
                  <a:pt x="1362" y="1032"/>
                </a:lnTo>
                <a:lnTo>
                  <a:pt x="1363" y="1032"/>
                </a:lnTo>
                <a:lnTo>
                  <a:pt x="1365" y="1032"/>
                </a:lnTo>
                <a:lnTo>
                  <a:pt x="1367" y="1033"/>
                </a:lnTo>
                <a:lnTo>
                  <a:pt x="1368" y="1033"/>
                </a:lnTo>
                <a:lnTo>
                  <a:pt x="1369" y="1033"/>
                </a:lnTo>
                <a:lnTo>
                  <a:pt x="1370" y="1033"/>
                </a:lnTo>
                <a:lnTo>
                  <a:pt x="1370" y="1035"/>
                </a:lnTo>
                <a:lnTo>
                  <a:pt x="1372" y="1037"/>
                </a:lnTo>
                <a:lnTo>
                  <a:pt x="1372" y="1038"/>
                </a:lnTo>
                <a:lnTo>
                  <a:pt x="1372" y="1039"/>
                </a:lnTo>
                <a:lnTo>
                  <a:pt x="1371" y="1040"/>
                </a:lnTo>
                <a:lnTo>
                  <a:pt x="1370" y="1041"/>
                </a:lnTo>
                <a:lnTo>
                  <a:pt x="1370" y="1042"/>
                </a:lnTo>
                <a:lnTo>
                  <a:pt x="1371" y="1043"/>
                </a:lnTo>
                <a:lnTo>
                  <a:pt x="1372" y="1043"/>
                </a:lnTo>
                <a:lnTo>
                  <a:pt x="1372" y="1044"/>
                </a:lnTo>
                <a:lnTo>
                  <a:pt x="1371" y="1044"/>
                </a:lnTo>
                <a:lnTo>
                  <a:pt x="1370" y="1045"/>
                </a:lnTo>
                <a:lnTo>
                  <a:pt x="1369" y="1046"/>
                </a:lnTo>
                <a:lnTo>
                  <a:pt x="1368" y="1047"/>
                </a:lnTo>
                <a:lnTo>
                  <a:pt x="1368" y="1048"/>
                </a:lnTo>
                <a:lnTo>
                  <a:pt x="1368" y="1049"/>
                </a:lnTo>
                <a:lnTo>
                  <a:pt x="1369" y="1051"/>
                </a:lnTo>
                <a:lnTo>
                  <a:pt x="1369" y="1052"/>
                </a:lnTo>
                <a:lnTo>
                  <a:pt x="1369" y="1053"/>
                </a:lnTo>
                <a:lnTo>
                  <a:pt x="1369" y="1054"/>
                </a:lnTo>
                <a:lnTo>
                  <a:pt x="1368" y="1054"/>
                </a:lnTo>
                <a:lnTo>
                  <a:pt x="1368" y="1055"/>
                </a:lnTo>
                <a:lnTo>
                  <a:pt x="1369" y="1056"/>
                </a:lnTo>
                <a:lnTo>
                  <a:pt x="1369" y="1055"/>
                </a:lnTo>
                <a:lnTo>
                  <a:pt x="1370" y="1054"/>
                </a:lnTo>
                <a:lnTo>
                  <a:pt x="1371" y="1054"/>
                </a:lnTo>
                <a:lnTo>
                  <a:pt x="1372" y="1053"/>
                </a:lnTo>
                <a:lnTo>
                  <a:pt x="1373" y="1053"/>
                </a:lnTo>
                <a:lnTo>
                  <a:pt x="1374" y="1053"/>
                </a:lnTo>
                <a:lnTo>
                  <a:pt x="1374" y="1052"/>
                </a:lnTo>
                <a:lnTo>
                  <a:pt x="1375" y="1052"/>
                </a:lnTo>
                <a:lnTo>
                  <a:pt x="1376" y="1052"/>
                </a:lnTo>
                <a:lnTo>
                  <a:pt x="1376" y="1053"/>
                </a:lnTo>
                <a:lnTo>
                  <a:pt x="1377" y="1053"/>
                </a:lnTo>
                <a:lnTo>
                  <a:pt x="1377" y="1054"/>
                </a:lnTo>
                <a:lnTo>
                  <a:pt x="1375" y="1060"/>
                </a:lnTo>
                <a:lnTo>
                  <a:pt x="1377" y="1060"/>
                </a:lnTo>
                <a:lnTo>
                  <a:pt x="1378" y="1061"/>
                </a:lnTo>
                <a:lnTo>
                  <a:pt x="1378" y="1062"/>
                </a:lnTo>
                <a:lnTo>
                  <a:pt x="1380" y="1062"/>
                </a:lnTo>
                <a:lnTo>
                  <a:pt x="1381" y="1062"/>
                </a:lnTo>
                <a:lnTo>
                  <a:pt x="1381" y="1061"/>
                </a:lnTo>
                <a:lnTo>
                  <a:pt x="1383" y="1061"/>
                </a:lnTo>
                <a:lnTo>
                  <a:pt x="1384" y="1060"/>
                </a:lnTo>
                <a:lnTo>
                  <a:pt x="1385" y="1061"/>
                </a:lnTo>
                <a:lnTo>
                  <a:pt x="1385" y="1062"/>
                </a:lnTo>
                <a:lnTo>
                  <a:pt x="1384" y="1062"/>
                </a:lnTo>
                <a:lnTo>
                  <a:pt x="1384" y="1063"/>
                </a:lnTo>
                <a:lnTo>
                  <a:pt x="1384" y="1064"/>
                </a:lnTo>
                <a:lnTo>
                  <a:pt x="1386" y="1065"/>
                </a:lnTo>
                <a:lnTo>
                  <a:pt x="1387" y="1064"/>
                </a:lnTo>
                <a:lnTo>
                  <a:pt x="1388" y="1064"/>
                </a:lnTo>
                <a:lnTo>
                  <a:pt x="1388" y="1063"/>
                </a:lnTo>
                <a:lnTo>
                  <a:pt x="1389" y="1063"/>
                </a:lnTo>
                <a:lnTo>
                  <a:pt x="1393" y="1062"/>
                </a:lnTo>
                <a:lnTo>
                  <a:pt x="1395" y="1063"/>
                </a:lnTo>
                <a:lnTo>
                  <a:pt x="1396" y="1063"/>
                </a:lnTo>
                <a:lnTo>
                  <a:pt x="1397" y="1064"/>
                </a:lnTo>
                <a:lnTo>
                  <a:pt x="1400" y="1063"/>
                </a:lnTo>
                <a:lnTo>
                  <a:pt x="1401" y="1063"/>
                </a:lnTo>
                <a:lnTo>
                  <a:pt x="1401" y="1062"/>
                </a:lnTo>
                <a:lnTo>
                  <a:pt x="1402" y="1063"/>
                </a:lnTo>
                <a:lnTo>
                  <a:pt x="1402" y="1065"/>
                </a:lnTo>
                <a:lnTo>
                  <a:pt x="1402" y="1066"/>
                </a:lnTo>
                <a:lnTo>
                  <a:pt x="1401" y="1066"/>
                </a:lnTo>
                <a:lnTo>
                  <a:pt x="1401" y="1067"/>
                </a:lnTo>
                <a:lnTo>
                  <a:pt x="1402" y="1067"/>
                </a:lnTo>
                <a:lnTo>
                  <a:pt x="1402" y="1066"/>
                </a:lnTo>
                <a:lnTo>
                  <a:pt x="1403" y="1066"/>
                </a:lnTo>
                <a:lnTo>
                  <a:pt x="1403" y="1065"/>
                </a:lnTo>
                <a:lnTo>
                  <a:pt x="1404" y="1065"/>
                </a:lnTo>
                <a:lnTo>
                  <a:pt x="1403" y="1064"/>
                </a:lnTo>
                <a:lnTo>
                  <a:pt x="1404" y="1063"/>
                </a:lnTo>
                <a:lnTo>
                  <a:pt x="1405" y="1062"/>
                </a:lnTo>
                <a:lnTo>
                  <a:pt x="1405" y="1061"/>
                </a:lnTo>
                <a:lnTo>
                  <a:pt x="1406" y="1061"/>
                </a:lnTo>
                <a:lnTo>
                  <a:pt x="1408" y="1062"/>
                </a:lnTo>
                <a:lnTo>
                  <a:pt x="1408" y="1063"/>
                </a:lnTo>
                <a:lnTo>
                  <a:pt x="1408" y="1064"/>
                </a:lnTo>
                <a:lnTo>
                  <a:pt x="1407" y="1065"/>
                </a:lnTo>
                <a:lnTo>
                  <a:pt x="1408" y="1067"/>
                </a:lnTo>
                <a:lnTo>
                  <a:pt x="1409" y="1067"/>
                </a:lnTo>
                <a:lnTo>
                  <a:pt x="1410" y="1067"/>
                </a:lnTo>
                <a:lnTo>
                  <a:pt x="1411" y="1067"/>
                </a:lnTo>
                <a:lnTo>
                  <a:pt x="1412" y="1067"/>
                </a:lnTo>
                <a:lnTo>
                  <a:pt x="1413" y="1066"/>
                </a:lnTo>
                <a:lnTo>
                  <a:pt x="1413" y="1065"/>
                </a:lnTo>
                <a:lnTo>
                  <a:pt x="1412" y="1064"/>
                </a:lnTo>
                <a:lnTo>
                  <a:pt x="1411" y="1064"/>
                </a:lnTo>
                <a:lnTo>
                  <a:pt x="1411" y="1063"/>
                </a:lnTo>
                <a:lnTo>
                  <a:pt x="1412" y="1062"/>
                </a:lnTo>
                <a:lnTo>
                  <a:pt x="1413" y="1062"/>
                </a:lnTo>
                <a:lnTo>
                  <a:pt x="1414" y="1063"/>
                </a:lnTo>
                <a:lnTo>
                  <a:pt x="1414" y="1062"/>
                </a:lnTo>
                <a:lnTo>
                  <a:pt x="1415" y="1060"/>
                </a:lnTo>
                <a:lnTo>
                  <a:pt x="1416" y="1059"/>
                </a:lnTo>
                <a:lnTo>
                  <a:pt x="1416" y="1058"/>
                </a:lnTo>
                <a:lnTo>
                  <a:pt x="1418" y="1058"/>
                </a:lnTo>
                <a:lnTo>
                  <a:pt x="1418" y="1057"/>
                </a:lnTo>
                <a:lnTo>
                  <a:pt x="1418" y="1058"/>
                </a:lnTo>
                <a:lnTo>
                  <a:pt x="1420" y="1058"/>
                </a:lnTo>
                <a:lnTo>
                  <a:pt x="1421" y="1059"/>
                </a:lnTo>
                <a:lnTo>
                  <a:pt x="1420" y="1059"/>
                </a:lnTo>
                <a:lnTo>
                  <a:pt x="1419" y="1059"/>
                </a:lnTo>
                <a:lnTo>
                  <a:pt x="1418" y="1060"/>
                </a:lnTo>
                <a:lnTo>
                  <a:pt x="1417" y="1059"/>
                </a:lnTo>
                <a:lnTo>
                  <a:pt x="1417" y="1060"/>
                </a:lnTo>
                <a:lnTo>
                  <a:pt x="1416" y="1061"/>
                </a:lnTo>
                <a:lnTo>
                  <a:pt x="1416" y="1063"/>
                </a:lnTo>
                <a:lnTo>
                  <a:pt x="1416" y="1064"/>
                </a:lnTo>
                <a:lnTo>
                  <a:pt x="1417" y="1064"/>
                </a:lnTo>
                <a:lnTo>
                  <a:pt x="1418" y="1066"/>
                </a:lnTo>
                <a:lnTo>
                  <a:pt x="1418" y="1067"/>
                </a:lnTo>
                <a:lnTo>
                  <a:pt x="1419" y="1069"/>
                </a:lnTo>
                <a:lnTo>
                  <a:pt x="1419" y="1070"/>
                </a:lnTo>
                <a:lnTo>
                  <a:pt x="1419" y="1071"/>
                </a:lnTo>
                <a:lnTo>
                  <a:pt x="1419" y="1072"/>
                </a:lnTo>
                <a:lnTo>
                  <a:pt x="1419" y="1073"/>
                </a:lnTo>
                <a:lnTo>
                  <a:pt x="1419" y="1074"/>
                </a:lnTo>
                <a:lnTo>
                  <a:pt x="1420" y="1074"/>
                </a:lnTo>
                <a:lnTo>
                  <a:pt x="1420" y="1075"/>
                </a:lnTo>
                <a:lnTo>
                  <a:pt x="1419" y="1076"/>
                </a:lnTo>
                <a:lnTo>
                  <a:pt x="1420" y="1077"/>
                </a:lnTo>
                <a:lnTo>
                  <a:pt x="1421" y="1077"/>
                </a:lnTo>
                <a:lnTo>
                  <a:pt x="1422" y="1079"/>
                </a:lnTo>
                <a:lnTo>
                  <a:pt x="1422" y="1080"/>
                </a:lnTo>
                <a:lnTo>
                  <a:pt x="1421" y="1080"/>
                </a:lnTo>
                <a:lnTo>
                  <a:pt x="1420" y="1081"/>
                </a:lnTo>
                <a:lnTo>
                  <a:pt x="1420" y="1082"/>
                </a:lnTo>
                <a:lnTo>
                  <a:pt x="1420" y="1083"/>
                </a:lnTo>
                <a:lnTo>
                  <a:pt x="1421" y="1083"/>
                </a:lnTo>
                <a:lnTo>
                  <a:pt x="1422" y="1084"/>
                </a:lnTo>
                <a:lnTo>
                  <a:pt x="1423" y="1086"/>
                </a:lnTo>
                <a:lnTo>
                  <a:pt x="1423" y="1087"/>
                </a:lnTo>
                <a:lnTo>
                  <a:pt x="1423" y="1088"/>
                </a:lnTo>
                <a:lnTo>
                  <a:pt x="1423" y="1089"/>
                </a:lnTo>
                <a:lnTo>
                  <a:pt x="1423" y="1090"/>
                </a:lnTo>
                <a:lnTo>
                  <a:pt x="1423" y="1091"/>
                </a:lnTo>
                <a:lnTo>
                  <a:pt x="1423" y="1092"/>
                </a:lnTo>
                <a:lnTo>
                  <a:pt x="1424" y="1092"/>
                </a:lnTo>
                <a:lnTo>
                  <a:pt x="1425" y="1092"/>
                </a:lnTo>
                <a:lnTo>
                  <a:pt x="1425" y="1091"/>
                </a:lnTo>
                <a:lnTo>
                  <a:pt x="1426" y="1090"/>
                </a:lnTo>
                <a:lnTo>
                  <a:pt x="1427" y="1092"/>
                </a:lnTo>
                <a:lnTo>
                  <a:pt x="1426" y="1093"/>
                </a:lnTo>
                <a:lnTo>
                  <a:pt x="1425" y="1093"/>
                </a:lnTo>
                <a:lnTo>
                  <a:pt x="1425" y="1092"/>
                </a:lnTo>
                <a:lnTo>
                  <a:pt x="1424" y="1094"/>
                </a:lnTo>
                <a:lnTo>
                  <a:pt x="1423" y="1094"/>
                </a:lnTo>
                <a:lnTo>
                  <a:pt x="1423" y="1095"/>
                </a:lnTo>
                <a:lnTo>
                  <a:pt x="1424" y="1095"/>
                </a:lnTo>
                <a:lnTo>
                  <a:pt x="1424" y="1096"/>
                </a:lnTo>
                <a:lnTo>
                  <a:pt x="1423" y="1097"/>
                </a:lnTo>
                <a:lnTo>
                  <a:pt x="1423" y="1099"/>
                </a:lnTo>
                <a:lnTo>
                  <a:pt x="1424" y="1099"/>
                </a:lnTo>
                <a:lnTo>
                  <a:pt x="1425" y="1099"/>
                </a:lnTo>
                <a:lnTo>
                  <a:pt x="1426" y="1101"/>
                </a:lnTo>
                <a:lnTo>
                  <a:pt x="1426" y="1102"/>
                </a:lnTo>
                <a:lnTo>
                  <a:pt x="1425" y="1102"/>
                </a:lnTo>
                <a:lnTo>
                  <a:pt x="1425" y="1103"/>
                </a:lnTo>
                <a:lnTo>
                  <a:pt x="1426" y="1103"/>
                </a:lnTo>
                <a:lnTo>
                  <a:pt x="1426" y="1104"/>
                </a:lnTo>
                <a:lnTo>
                  <a:pt x="1427" y="1104"/>
                </a:lnTo>
                <a:lnTo>
                  <a:pt x="1428" y="1104"/>
                </a:lnTo>
                <a:lnTo>
                  <a:pt x="1428" y="1105"/>
                </a:lnTo>
                <a:lnTo>
                  <a:pt x="1428" y="1106"/>
                </a:lnTo>
                <a:lnTo>
                  <a:pt x="1428" y="1107"/>
                </a:lnTo>
                <a:lnTo>
                  <a:pt x="1427" y="1108"/>
                </a:lnTo>
                <a:lnTo>
                  <a:pt x="1426" y="1109"/>
                </a:lnTo>
                <a:lnTo>
                  <a:pt x="1426" y="1111"/>
                </a:lnTo>
                <a:lnTo>
                  <a:pt x="1426" y="1112"/>
                </a:lnTo>
                <a:lnTo>
                  <a:pt x="1427" y="1112"/>
                </a:lnTo>
                <a:lnTo>
                  <a:pt x="1427" y="1113"/>
                </a:lnTo>
                <a:lnTo>
                  <a:pt x="1428" y="1113"/>
                </a:lnTo>
                <a:lnTo>
                  <a:pt x="1428" y="1114"/>
                </a:lnTo>
                <a:lnTo>
                  <a:pt x="1429" y="1115"/>
                </a:lnTo>
                <a:lnTo>
                  <a:pt x="1430" y="1116"/>
                </a:lnTo>
                <a:lnTo>
                  <a:pt x="1430" y="1117"/>
                </a:lnTo>
                <a:lnTo>
                  <a:pt x="1429" y="1118"/>
                </a:lnTo>
                <a:lnTo>
                  <a:pt x="1429" y="1121"/>
                </a:lnTo>
                <a:lnTo>
                  <a:pt x="1430" y="1122"/>
                </a:lnTo>
                <a:lnTo>
                  <a:pt x="1431" y="1122"/>
                </a:lnTo>
                <a:lnTo>
                  <a:pt x="1432" y="1123"/>
                </a:lnTo>
                <a:lnTo>
                  <a:pt x="1433" y="1123"/>
                </a:lnTo>
                <a:lnTo>
                  <a:pt x="1434" y="1123"/>
                </a:lnTo>
                <a:lnTo>
                  <a:pt x="1435" y="1125"/>
                </a:lnTo>
                <a:lnTo>
                  <a:pt x="1435" y="1126"/>
                </a:lnTo>
                <a:lnTo>
                  <a:pt x="1436" y="1126"/>
                </a:lnTo>
                <a:lnTo>
                  <a:pt x="1435" y="1127"/>
                </a:lnTo>
                <a:lnTo>
                  <a:pt x="1436" y="1128"/>
                </a:lnTo>
                <a:lnTo>
                  <a:pt x="1437" y="1128"/>
                </a:lnTo>
                <a:lnTo>
                  <a:pt x="1438" y="1128"/>
                </a:lnTo>
                <a:lnTo>
                  <a:pt x="1437" y="1130"/>
                </a:lnTo>
                <a:lnTo>
                  <a:pt x="1436" y="1130"/>
                </a:lnTo>
                <a:lnTo>
                  <a:pt x="1436" y="1129"/>
                </a:lnTo>
                <a:lnTo>
                  <a:pt x="1435" y="1129"/>
                </a:lnTo>
                <a:lnTo>
                  <a:pt x="1435" y="1130"/>
                </a:lnTo>
                <a:lnTo>
                  <a:pt x="1435" y="1131"/>
                </a:lnTo>
                <a:lnTo>
                  <a:pt x="1435" y="1132"/>
                </a:lnTo>
                <a:lnTo>
                  <a:pt x="1436" y="1132"/>
                </a:lnTo>
                <a:lnTo>
                  <a:pt x="1437" y="1132"/>
                </a:lnTo>
                <a:lnTo>
                  <a:pt x="1437" y="1131"/>
                </a:lnTo>
                <a:lnTo>
                  <a:pt x="1438" y="1131"/>
                </a:lnTo>
                <a:lnTo>
                  <a:pt x="1440" y="1131"/>
                </a:lnTo>
                <a:lnTo>
                  <a:pt x="1441" y="1130"/>
                </a:lnTo>
                <a:lnTo>
                  <a:pt x="1443" y="1131"/>
                </a:lnTo>
                <a:lnTo>
                  <a:pt x="1443" y="1132"/>
                </a:lnTo>
                <a:lnTo>
                  <a:pt x="1444" y="1133"/>
                </a:lnTo>
                <a:lnTo>
                  <a:pt x="1446" y="1134"/>
                </a:lnTo>
                <a:lnTo>
                  <a:pt x="1448" y="1133"/>
                </a:lnTo>
                <a:lnTo>
                  <a:pt x="1449" y="1132"/>
                </a:lnTo>
                <a:lnTo>
                  <a:pt x="1450" y="1132"/>
                </a:lnTo>
                <a:lnTo>
                  <a:pt x="1451" y="1132"/>
                </a:lnTo>
                <a:lnTo>
                  <a:pt x="1451" y="1133"/>
                </a:lnTo>
                <a:lnTo>
                  <a:pt x="1452" y="1134"/>
                </a:lnTo>
                <a:lnTo>
                  <a:pt x="1452" y="1135"/>
                </a:lnTo>
                <a:lnTo>
                  <a:pt x="1452" y="1136"/>
                </a:lnTo>
                <a:lnTo>
                  <a:pt x="1451" y="1137"/>
                </a:lnTo>
                <a:lnTo>
                  <a:pt x="1452" y="1138"/>
                </a:lnTo>
                <a:lnTo>
                  <a:pt x="1453" y="1137"/>
                </a:lnTo>
                <a:lnTo>
                  <a:pt x="1454" y="1138"/>
                </a:lnTo>
                <a:lnTo>
                  <a:pt x="1455" y="1138"/>
                </a:lnTo>
                <a:lnTo>
                  <a:pt x="1455" y="1139"/>
                </a:lnTo>
                <a:lnTo>
                  <a:pt x="1456" y="1139"/>
                </a:lnTo>
                <a:lnTo>
                  <a:pt x="1457" y="1139"/>
                </a:lnTo>
                <a:lnTo>
                  <a:pt x="1457" y="1138"/>
                </a:lnTo>
                <a:lnTo>
                  <a:pt x="1456" y="1137"/>
                </a:lnTo>
                <a:lnTo>
                  <a:pt x="1456" y="1136"/>
                </a:lnTo>
                <a:lnTo>
                  <a:pt x="1455" y="1135"/>
                </a:lnTo>
                <a:lnTo>
                  <a:pt x="1458" y="1133"/>
                </a:lnTo>
                <a:lnTo>
                  <a:pt x="1459" y="1132"/>
                </a:lnTo>
                <a:lnTo>
                  <a:pt x="1460" y="1132"/>
                </a:lnTo>
                <a:lnTo>
                  <a:pt x="1461" y="1131"/>
                </a:lnTo>
                <a:lnTo>
                  <a:pt x="1462" y="1131"/>
                </a:lnTo>
                <a:lnTo>
                  <a:pt x="1463" y="1130"/>
                </a:lnTo>
                <a:lnTo>
                  <a:pt x="1463" y="1129"/>
                </a:lnTo>
                <a:lnTo>
                  <a:pt x="1464" y="1128"/>
                </a:lnTo>
                <a:lnTo>
                  <a:pt x="1465" y="1127"/>
                </a:lnTo>
                <a:lnTo>
                  <a:pt x="1465" y="1126"/>
                </a:lnTo>
                <a:lnTo>
                  <a:pt x="1466" y="1125"/>
                </a:lnTo>
                <a:lnTo>
                  <a:pt x="1467" y="1127"/>
                </a:lnTo>
                <a:lnTo>
                  <a:pt x="1468" y="1126"/>
                </a:lnTo>
                <a:lnTo>
                  <a:pt x="1469" y="1126"/>
                </a:lnTo>
                <a:lnTo>
                  <a:pt x="1470" y="1126"/>
                </a:lnTo>
                <a:lnTo>
                  <a:pt x="1470" y="1125"/>
                </a:lnTo>
                <a:lnTo>
                  <a:pt x="1469" y="1125"/>
                </a:lnTo>
                <a:lnTo>
                  <a:pt x="1468" y="1125"/>
                </a:lnTo>
                <a:lnTo>
                  <a:pt x="1467" y="1124"/>
                </a:lnTo>
                <a:lnTo>
                  <a:pt x="1467" y="1123"/>
                </a:lnTo>
                <a:lnTo>
                  <a:pt x="1468" y="1123"/>
                </a:lnTo>
                <a:lnTo>
                  <a:pt x="1469" y="1123"/>
                </a:lnTo>
                <a:lnTo>
                  <a:pt x="1471" y="1123"/>
                </a:lnTo>
                <a:lnTo>
                  <a:pt x="1472" y="1124"/>
                </a:lnTo>
                <a:lnTo>
                  <a:pt x="1472" y="1125"/>
                </a:lnTo>
                <a:lnTo>
                  <a:pt x="1473" y="1126"/>
                </a:lnTo>
                <a:lnTo>
                  <a:pt x="1474" y="1128"/>
                </a:lnTo>
                <a:lnTo>
                  <a:pt x="1475" y="1128"/>
                </a:lnTo>
                <a:lnTo>
                  <a:pt x="1476" y="1129"/>
                </a:lnTo>
                <a:lnTo>
                  <a:pt x="1476" y="1128"/>
                </a:lnTo>
                <a:lnTo>
                  <a:pt x="1477" y="1128"/>
                </a:lnTo>
                <a:lnTo>
                  <a:pt x="1478" y="1128"/>
                </a:lnTo>
                <a:lnTo>
                  <a:pt x="1479" y="1128"/>
                </a:lnTo>
                <a:lnTo>
                  <a:pt x="1480" y="1129"/>
                </a:lnTo>
                <a:lnTo>
                  <a:pt x="1480" y="1130"/>
                </a:lnTo>
                <a:lnTo>
                  <a:pt x="1479" y="1130"/>
                </a:lnTo>
                <a:lnTo>
                  <a:pt x="1479" y="1131"/>
                </a:lnTo>
                <a:lnTo>
                  <a:pt x="1478" y="1132"/>
                </a:lnTo>
                <a:lnTo>
                  <a:pt x="1479" y="1132"/>
                </a:lnTo>
                <a:lnTo>
                  <a:pt x="1479" y="1133"/>
                </a:lnTo>
                <a:lnTo>
                  <a:pt x="1479" y="1134"/>
                </a:lnTo>
                <a:lnTo>
                  <a:pt x="1479" y="1135"/>
                </a:lnTo>
                <a:lnTo>
                  <a:pt x="1478" y="1136"/>
                </a:lnTo>
                <a:lnTo>
                  <a:pt x="1478" y="1137"/>
                </a:lnTo>
                <a:lnTo>
                  <a:pt x="1480" y="1138"/>
                </a:lnTo>
                <a:lnTo>
                  <a:pt x="1481" y="1138"/>
                </a:lnTo>
                <a:lnTo>
                  <a:pt x="1482" y="1137"/>
                </a:lnTo>
                <a:lnTo>
                  <a:pt x="1482" y="1136"/>
                </a:lnTo>
                <a:lnTo>
                  <a:pt x="1484" y="1135"/>
                </a:lnTo>
                <a:lnTo>
                  <a:pt x="1485" y="1135"/>
                </a:lnTo>
                <a:lnTo>
                  <a:pt x="1485" y="1136"/>
                </a:lnTo>
                <a:lnTo>
                  <a:pt x="1487" y="1138"/>
                </a:lnTo>
                <a:lnTo>
                  <a:pt x="1488" y="1139"/>
                </a:lnTo>
                <a:lnTo>
                  <a:pt x="1490" y="1139"/>
                </a:lnTo>
                <a:lnTo>
                  <a:pt x="1491" y="1139"/>
                </a:lnTo>
                <a:lnTo>
                  <a:pt x="1492" y="1139"/>
                </a:lnTo>
                <a:lnTo>
                  <a:pt x="1492" y="1138"/>
                </a:lnTo>
                <a:lnTo>
                  <a:pt x="1494" y="1138"/>
                </a:lnTo>
                <a:lnTo>
                  <a:pt x="1495" y="1138"/>
                </a:lnTo>
                <a:lnTo>
                  <a:pt x="1496" y="1138"/>
                </a:lnTo>
                <a:lnTo>
                  <a:pt x="1497" y="1138"/>
                </a:lnTo>
                <a:lnTo>
                  <a:pt x="1498" y="1138"/>
                </a:lnTo>
                <a:lnTo>
                  <a:pt x="1500" y="1137"/>
                </a:lnTo>
                <a:lnTo>
                  <a:pt x="1501" y="1137"/>
                </a:lnTo>
                <a:lnTo>
                  <a:pt x="1502" y="1136"/>
                </a:lnTo>
                <a:lnTo>
                  <a:pt x="1502" y="1135"/>
                </a:lnTo>
                <a:lnTo>
                  <a:pt x="1503" y="1135"/>
                </a:lnTo>
                <a:lnTo>
                  <a:pt x="1504" y="1136"/>
                </a:lnTo>
                <a:lnTo>
                  <a:pt x="1505" y="1136"/>
                </a:lnTo>
                <a:lnTo>
                  <a:pt x="1506" y="1137"/>
                </a:lnTo>
                <a:lnTo>
                  <a:pt x="1507" y="1137"/>
                </a:lnTo>
                <a:lnTo>
                  <a:pt x="1508" y="1138"/>
                </a:lnTo>
                <a:lnTo>
                  <a:pt x="1509" y="1139"/>
                </a:lnTo>
                <a:lnTo>
                  <a:pt x="1509" y="1140"/>
                </a:lnTo>
                <a:lnTo>
                  <a:pt x="1510" y="1140"/>
                </a:lnTo>
                <a:lnTo>
                  <a:pt x="1510" y="1141"/>
                </a:lnTo>
                <a:lnTo>
                  <a:pt x="1511" y="1140"/>
                </a:lnTo>
                <a:lnTo>
                  <a:pt x="1512" y="1141"/>
                </a:lnTo>
                <a:lnTo>
                  <a:pt x="1512" y="1142"/>
                </a:lnTo>
                <a:lnTo>
                  <a:pt x="1513" y="1144"/>
                </a:lnTo>
                <a:lnTo>
                  <a:pt x="1515" y="1145"/>
                </a:lnTo>
                <a:lnTo>
                  <a:pt x="1515" y="1146"/>
                </a:lnTo>
                <a:lnTo>
                  <a:pt x="1516" y="1145"/>
                </a:lnTo>
                <a:lnTo>
                  <a:pt x="1517" y="1146"/>
                </a:lnTo>
                <a:lnTo>
                  <a:pt x="1517" y="1148"/>
                </a:lnTo>
                <a:lnTo>
                  <a:pt x="1518" y="1149"/>
                </a:lnTo>
                <a:lnTo>
                  <a:pt x="1519" y="1149"/>
                </a:lnTo>
                <a:lnTo>
                  <a:pt x="1519" y="1150"/>
                </a:lnTo>
                <a:lnTo>
                  <a:pt x="1518" y="1150"/>
                </a:lnTo>
                <a:lnTo>
                  <a:pt x="1517" y="1151"/>
                </a:lnTo>
                <a:lnTo>
                  <a:pt x="1517" y="1153"/>
                </a:lnTo>
                <a:lnTo>
                  <a:pt x="1517" y="1156"/>
                </a:lnTo>
                <a:lnTo>
                  <a:pt x="1516" y="1157"/>
                </a:lnTo>
                <a:lnTo>
                  <a:pt x="1516" y="1158"/>
                </a:lnTo>
                <a:lnTo>
                  <a:pt x="1516" y="1159"/>
                </a:lnTo>
                <a:lnTo>
                  <a:pt x="1516" y="1160"/>
                </a:lnTo>
                <a:lnTo>
                  <a:pt x="1516" y="1161"/>
                </a:lnTo>
                <a:lnTo>
                  <a:pt x="1516" y="1163"/>
                </a:lnTo>
                <a:lnTo>
                  <a:pt x="1517" y="1163"/>
                </a:lnTo>
                <a:lnTo>
                  <a:pt x="1518" y="1163"/>
                </a:lnTo>
                <a:lnTo>
                  <a:pt x="1519" y="1163"/>
                </a:lnTo>
                <a:lnTo>
                  <a:pt x="1522" y="1166"/>
                </a:lnTo>
                <a:lnTo>
                  <a:pt x="1521" y="1167"/>
                </a:lnTo>
                <a:lnTo>
                  <a:pt x="1520" y="1168"/>
                </a:lnTo>
                <a:lnTo>
                  <a:pt x="1520" y="1170"/>
                </a:lnTo>
                <a:lnTo>
                  <a:pt x="1520" y="1172"/>
                </a:lnTo>
                <a:lnTo>
                  <a:pt x="1520" y="1173"/>
                </a:lnTo>
                <a:lnTo>
                  <a:pt x="1522" y="1173"/>
                </a:lnTo>
                <a:lnTo>
                  <a:pt x="1522" y="1174"/>
                </a:lnTo>
                <a:lnTo>
                  <a:pt x="1523" y="1174"/>
                </a:lnTo>
                <a:lnTo>
                  <a:pt x="1523" y="1175"/>
                </a:lnTo>
                <a:lnTo>
                  <a:pt x="1524" y="1176"/>
                </a:lnTo>
                <a:lnTo>
                  <a:pt x="1523" y="1176"/>
                </a:lnTo>
                <a:lnTo>
                  <a:pt x="1523" y="1177"/>
                </a:lnTo>
                <a:lnTo>
                  <a:pt x="1524" y="1178"/>
                </a:lnTo>
                <a:lnTo>
                  <a:pt x="1525" y="1178"/>
                </a:lnTo>
                <a:lnTo>
                  <a:pt x="1526" y="1178"/>
                </a:lnTo>
                <a:lnTo>
                  <a:pt x="1526" y="1179"/>
                </a:lnTo>
                <a:lnTo>
                  <a:pt x="1526" y="1182"/>
                </a:lnTo>
                <a:lnTo>
                  <a:pt x="1527" y="1186"/>
                </a:lnTo>
                <a:lnTo>
                  <a:pt x="1528" y="1187"/>
                </a:lnTo>
                <a:lnTo>
                  <a:pt x="1529" y="1187"/>
                </a:lnTo>
                <a:lnTo>
                  <a:pt x="1529" y="1188"/>
                </a:lnTo>
                <a:lnTo>
                  <a:pt x="1528" y="1189"/>
                </a:lnTo>
                <a:lnTo>
                  <a:pt x="1527" y="1189"/>
                </a:lnTo>
                <a:lnTo>
                  <a:pt x="1527" y="1190"/>
                </a:lnTo>
                <a:lnTo>
                  <a:pt x="1526" y="1191"/>
                </a:lnTo>
                <a:lnTo>
                  <a:pt x="1527" y="1192"/>
                </a:lnTo>
                <a:lnTo>
                  <a:pt x="1527" y="1193"/>
                </a:lnTo>
                <a:lnTo>
                  <a:pt x="1528" y="1193"/>
                </a:lnTo>
                <a:lnTo>
                  <a:pt x="1529" y="1193"/>
                </a:lnTo>
                <a:lnTo>
                  <a:pt x="1529" y="1194"/>
                </a:lnTo>
                <a:lnTo>
                  <a:pt x="1529" y="1193"/>
                </a:lnTo>
                <a:lnTo>
                  <a:pt x="1530" y="1193"/>
                </a:lnTo>
                <a:lnTo>
                  <a:pt x="1531" y="1194"/>
                </a:lnTo>
                <a:lnTo>
                  <a:pt x="1531" y="1195"/>
                </a:lnTo>
                <a:lnTo>
                  <a:pt x="1530" y="1196"/>
                </a:lnTo>
                <a:lnTo>
                  <a:pt x="1530" y="1197"/>
                </a:lnTo>
                <a:lnTo>
                  <a:pt x="1529" y="1197"/>
                </a:lnTo>
                <a:lnTo>
                  <a:pt x="1530" y="1198"/>
                </a:lnTo>
                <a:lnTo>
                  <a:pt x="1531" y="1200"/>
                </a:lnTo>
                <a:lnTo>
                  <a:pt x="1532" y="1201"/>
                </a:lnTo>
                <a:lnTo>
                  <a:pt x="1533" y="1202"/>
                </a:lnTo>
                <a:lnTo>
                  <a:pt x="1534" y="1204"/>
                </a:lnTo>
                <a:lnTo>
                  <a:pt x="1534" y="1205"/>
                </a:lnTo>
                <a:lnTo>
                  <a:pt x="1534" y="1208"/>
                </a:lnTo>
                <a:lnTo>
                  <a:pt x="1533" y="1210"/>
                </a:lnTo>
                <a:lnTo>
                  <a:pt x="1531" y="1211"/>
                </a:lnTo>
                <a:lnTo>
                  <a:pt x="1532" y="1211"/>
                </a:lnTo>
                <a:lnTo>
                  <a:pt x="1532" y="1213"/>
                </a:lnTo>
                <a:lnTo>
                  <a:pt x="1533" y="1214"/>
                </a:lnTo>
                <a:lnTo>
                  <a:pt x="1533" y="1215"/>
                </a:lnTo>
                <a:lnTo>
                  <a:pt x="1534" y="1215"/>
                </a:lnTo>
                <a:lnTo>
                  <a:pt x="1534" y="1214"/>
                </a:lnTo>
                <a:lnTo>
                  <a:pt x="1535" y="1214"/>
                </a:lnTo>
                <a:lnTo>
                  <a:pt x="1536" y="1214"/>
                </a:lnTo>
                <a:lnTo>
                  <a:pt x="1537" y="1215"/>
                </a:lnTo>
                <a:lnTo>
                  <a:pt x="1537" y="1216"/>
                </a:lnTo>
                <a:lnTo>
                  <a:pt x="1538" y="1217"/>
                </a:lnTo>
                <a:lnTo>
                  <a:pt x="1539" y="1216"/>
                </a:lnTo>
                <a:lnTo>
                  <a:pt x="1539" y="1217"/>
                </a:lnTo>
                <a:lnTo>
                  <a:pt x="1539" y="1218"/>
                </a:lnTo>
                <a:lnTo>
                  <a:pt x="1540" y="1220"/>
                </a:lnTo>
                <a:lnTo>
                  <a:pt x="1540" y="1221"/>
                </a:lnTo>
                <a:lnTo>
                  <a:pt x="1539" y="1222"/>
                </a:lnTo>
                <a:lnTo>
                  <a:pt x="1539" y="1223"/>
                </a:lnTo>
                <a:lnTo>
                  <a:pt x="1540" y="1224"/>
                </a:lnTo>
                <a:lnTo>
                  <a:pt x="1540" y="1225"/>
                </a:lnTo>
                <a:lnTo>
                  <a:pt x="1540" y="1226"/>
                </a:lnTo>
                <a:lnTo>
                  <a:pt x="1539" y="1227"/>
                </a:lnTo>
                <a:lnTo>
                  <a:pt x="1538" y="1227"/>
                </a:lnTo>
                <a:lnTo>
                  <a:pt x="1538" y="1226"/>
                </a:lnTo>
                <a:lnTo>
                  <a:pt x="1537" y="1226"/>
                </a:lnTo>
                <a:lnTo>
                  <a:pt x="1536" y="1226"/>
                </a:lnTo>
                <a:lnTo>
                  <a:pt x="1535" y="1226"/>
                </a:lnTo>
                <a:lnTo>
                  <a:pt x="1534" y="1226"/>
                </a:lnTo>
                <a:lnTo>
                  <a:pt x="1532" y="1226"/>
                </a:lnTo>
                <a:lnTo>
                  <a:pt x="1531" y="1225"/>
                </a:lnTo>
                <a:lnTo>
                  <a:pt x="1530" y="1225"/>
                </a:lnTo>
                <a:lnTo>
                  <a:pt x="1529" y="1223"/>
                </a:lnTo>
                <a:lnTo>
                  <a:pt x="1527" y="1221"/>
                </a:lnTo>
                <a:lnTo>
                  <a:pt x="1526" y="1220"/>
                </a:lnTo>
                <a:lnTo>
                  <a:pt x="1526" y="1219"/>
                </a:lnTo>
                <a:lnTo>
                  <a:pt x="1525" y="1218"/>
                </a:lnTo>
                <a:lnTo>
                  <a:pt x="1525" y="1217"/>
                </a:lnTo>
                <a:lnTo>
                  <a:pt x="1524" y="1214"/>
                </a:lnTo>
                <a:lnTo>
                  <a:pt x="1523" y="1214"/>
                </a:lnTo>
                <a:lnTo>
                  <a:pt x="1522" y="1214"/>
                </a:lnTo>
                <a:lnTo>
                  <a:pt x="1522" y="1215"/>
                </a:lnTo>
                <a:lnTo>
                  <a:pt x="1521" y="1215"/>
                </a:lnTo>
                <a:lnTo>
                  <a:pt x="1521" y="1214"/>
                </a:lnTo>
                <a:lnTo>
                  <a:pt x="1520" y="1214"/>
                </a:lnTo>
                <a:lnTo>
                  <a:pt x="1519" y="1213"/>
                </a:lnTo>
                <a:lnTo>
                  <a:pt x="1518" y="1213"/>
                </a:lnTo>
                <a:lnTo>
                  <a:pt x="1517" y="1213"/>
                </a:lnTo>
                <a:lnTo>
                  <a:pt x="1516" y="1211"/>
                </a:lnTo>
                <a:lnTo>
                  <a:pt x="1514" y="1210"/>
                </a:lnTo>
                <a:lnTo>
                  <a:pt x="1513" y="1209"/>
                </a:lnTo>
                <a:lnTo>
                  <a:pt x="1512" y="1208"/>
                </a:lnTo>
                <a:lnTo>
                  <a:pt x="1512" y="1207"/>
                </a:lnTo>
                <a:lnTo>
                  <a:pt x="1511" y="1207"/>
                </a:lnTo>
                <a:lnTo>
                  <a:pt x="1510" y="1207"/>
                </a:lnTo>
                <a:lnTo>
                  <a:pt x="1509" y="1207"/>
                </a:lnTo>
                <a:lnTo>
                  <a:pt x="1508" y="1207"/>
                </a:lnTo>
                <a:lnTo>
                  <a:pt x="1507" y="1207"/>
                </a:lnTo>
                <a:lnTo>
                  <a:pt x="1506" y="1206"/>
                </a:lnTo>
                <a:lnTo>
                  <a:pt x="1505" y="1204"/>
                </a:lnTo>
                <a:lnTo>
                  <a:pt x="1505" y="1203"/>
                </a:lnTo>
                <a:lnTo>
                  <a:pt x="1505" y="1202"/>
                </a:lnTo>
                <a:lnTo>
                  <a:pt x="1505" y="1201"/>
                </a:lnTo>
                <a:lnTo>
                  <a:pt x="1503" y="1199"/>
                </a:lnTo>
                <a:lnTo>
                  <a:pt x="1502" y="1198"/>
                </a:lnTo>
                <a:lnTo>
                  <a:pt x="1502" y="1197"/>
                </a:lnTo>
                <a:lnTo>
                  <a:pt x="1502" y="1196"/>
                </a:lnTo>
                <a:lnTo>
                  <a:pt x="1502" y="1195"/>
                </a:lnTo>
                <a:lnTo>
                  <a:pt x="1502" y="1194"/>
                </a:lnTo>
                <a:lnTo>
                  <a:pt x="1500" y="1194"/>
                </a:lnTo>
                <a:lnTo>
                  <a:pt x="1498" y="1193"/>
                </a:lnTo>
                <a:lnTo>
                  <a:pt x="1497" y="1193"/>
                </a:lnTo>
                <a:lnTo>
                  <a:pt x="1495" y="1193"/>
                </a:lnTo>
                <a:lnTo>
                  <a:pt x="1494" y="1193"/>
                </a:lnTo>
                <a:lnTo>
                  <a:pt x="1494" y="1194"/>
                </a:lnTo>
                <a:lnTo>
                  <a:pt x="1494" y="1195"/>
                </a:lnTo>
                <a:lnTo>
                  <a:pt x="1492" y="1195"/>
                </a:lnTo>
                <a:lnTo>
                  <a:pt x="1491" y="1195"/>
                </a:lnTo>
                <a:lnTo>
                  <a:pt x="1489" y="1193"/>
                </a:lnTo>
                <a:lnTo>
                  <a:pt x="1489" y="1192"/>
                </a:lnTo>
                <a:lnTo>
                  <a:pt x="1489" y="1191"/>
                </a:lnTo>
                <a:lnTo>
                  <a:pt x="1489" y="1190"/>
                </a:lnTo>
                <a:lnTo>
                  <a:pt x="1488" y="1190"/>
                </a:lnTo>
                <a:lnTo>
                  <a:pt x="1487" y="1189"/>
                </a:lnTo>
                <a:lnTo>
                  <a:pt x="1488" y="1189"/>
                </a:lnTo>
                <a:lnTo>
                  <a:pt x="1488" y="1188"/>
                </a:lnTo>
                <a:lnTo>
                  <a:pt x="1488" y="1187"/>
                </a:lnTo>
                <a:lnTo>
                  <a:pt x="1487" y="1186"/>
                </a:lnTo>
                <a:lnTo>
                  <a:pt x="1487" y="1185"/>
                </a:lnTo>
                <a:lnTo>
                  <a:pt x="1486" y="1184"/>
                </a:lnTo>
                <a:lnTo>
                  <a:pt x="1485" y="1183"/>
                </a:lnTo>
                <a:lnTo>
                  <a:pt x="1484" y="1183"/>
                </a:lnTo>
                <a:lnTo>
                  <a:pt x="1483" y="1184"/>
                </a:lnTo>
                <a:lnTo>
                  <a:pt x="1482" y="1184"/>
                </a:lnTo>
                <a:lnTo>
                  <a:pt x="1481" y="1183"/>
                </a:lnTo>
                <a:lnTo>
                  <a:pt x="1480" y="1182"/>
                </a:lnTo>
                <a:lnTo>
                  <a:pt x="1479" y="1183"/>
                </a:lnTo>
                <a:lnTo>
                  <a:pt x="1478" y="1182"/>
                </a:lnTo>
                <a:lnTo>
                  <a:pt x="1478" y="1181"/>
                </a:lnTo>
                <a:lnTo>
                  <a:pt x="1478" y="1180"/>
                </a:lnTo>
                <a:lnTo>
                  <a:pt x="1479" y="1180"/>
                </a:lnTo>
                <a:lnTo>
                  <a:pt x="1478" y="1180"/>
                </a:lnTo>
                <a:lnTo>
                  <a:pt x="1477" y="1180"/>
                </a:lnTo>
                <a:lnTo>
                  <a:pt x="1476" y="1180"/>
                </a:lnTo>
                <a:lnTo>
                  <a:pt x="1475" y="1179"/>
                </a:lnTo>
                <a:lnTo>
                  <a:pt x="1476" y="1179"/>
                </a:lnTo>
                <a:lnTo>
                  <a:pt x="1476" y="1178"/>
                </a:lnTo>
                <a:lnTo>
                  <a:pt x="1477" y="1178"/>
                </a:lnTo>
                <a:lnTo>
                  <a:pt x="1477" y="1177"/>
                </a:lnTo>
                <a:lnTo>
                  <a:pt x="1476" y="1177"/>
                </a:lnTo>
                <a:lnTo>
                  <a:pt x="1475" y="1176"/>
                </a:lnTo>
                <a:lnTo>
                  <a:pt x="1475" y="1175"/>
                </a:lnTo>
                <a:lnTo>
                  <a:pt x="1474" y="1174"/>
                </a:lnTo>
                <a:lnTo>
                  <a:pt x="1472" y="1172"/>
                </a:lnTo>
                <a:lnTo>
                  <a:pt x="1471" y="1172"/>
                </a:lnTo>
                <a:lnTo>
                  <a:pt x="1470" y="1173"/>
                </a:lnTo>
                <a:lnTo>
                  <a:pt x="1468" y="1172"/>
                </a:lnTo>
                <a:lnTo>
                  <a:pt x="1468" y="1171"/>
                </a:lnTo>
                <a:lnTo>
                  <a:pt x="1467" y="1171"/>
                </a:lnTo>
                <a:lnTo>
                  <a:pt x="1467" y="1170"/>
                </a:lnTo>
                <a:lnTo>
                  <a:pt x="1466" y="1168"/>
                </a:lnTo>
                <a:lnTo>
                  <a:pt x="1466" y="1169"/>
                </a:lnTo>
                <a:lnTo>
                  <a:pt x="1466" y="1171"/>
                </a:lnTo>
                <a:lnTo>
                  <a:pt x="1466" y="1172"/>
                </a:lnTo>
                <a:lnTo>
                  <a:pt x="1466" y="1174"/>
                </a:lnTo>
                <a:lnTo>
                  <a:pt x="1465" y="1174"/>
                </a:lnTo>
                <a:lnTo>
                  <a:pt x="1464" y="1176"/>
                </a:lnTo>
                <a:lnTo>
                  <a:pt x="1464" y="1178"/>
                </a:lnTo>
                <a:lnTo>
                  <a:pt x="1463" y="1178"/>
                </a:lnTo>
                <a:lnTo>
                  <a:pt x="1463" y="1179"/>
                </a:lnTo>
                <a:lnTo>
                  <a:pt x="1462" y="1179"/>
                </a:lnTo>
                <a:lnTo>
                  <a:pt x="1462" y="1180"/>
                </a:lnTo>
                <a:lnTo>
                  <a:pt x="1461" y="1180"/>
                </a:lnTo>
                <a:lnTo>
                  <a:pt x="1460" y="1181"/>
                </a:lnTo>
                <a:lnTo>
                  <a:pt x="1460" y="1182"/>
                </a:lnTo>
                <a:lnTo>
                  <a:pt x="1461" y="1183"/>
                </a:lnTo>
                <a:lnTo>
                  <a:pt x="1461" y="1184"/>
                </a:lnTo>
                <a:lnTo>
                  <a:pt x="1461" y="1185"/>
                </a:lnTo>
                <a:lnTo>
                  <a:pt x="1460" y="1185"/>
                </a:lnTo>
                <a:lnTo>
                  <a:pt x="1459" y="1186"/>
                </a:lnTo>
                <a:lnTo>
                  <a:pt x="1456" y="1187"/>
                </a:lnTo>
                <a:lnTo>
                  <a:pt x="1455" y="1188"/>
                </a:lnTo>
                <a:lnTo>
                  <a:pt x="1454" y="1188"/>
                </a:lnTo>
                <a:lnTo>
                  <a:pt x="1453" y="1188"/>
                </a:lnTo>
                <a:lnTo>
                  <a:pt x="1452" y="1190"/>
                </a:lnTo>
                <a:lnTo>
                  <a:pt x="1452" y="1191"/>
                </a:lnTo>
                <a:lnTo>
                  <a:pt x="1452" y="1192"/>
                </a:lnTo>
                <a:lnTo>
                  <a:pt x="1453" y="1193"/>
                </a:lnTo>
                <a:lnTo>
                  <a:pt x="1453" y="1194"/>
                </a:lnTo>
                <a:lnTo>
                  <a:pt x="1453" y="1197"/>
                </a:lnTo>
                <a:lnTo>
                  <a:pt x="1454" y="1198"/>
                </a:lnTo>
                <a:lnTo>
                  <a:pt x="1455" y="1199"/>
                </a:lnTo>
                <a:lnTo>
                  <a:pt x="1456" y="1200"/>
                </a:lnTo>
                <a:lnTo>
                  <a:pt x="1456" y="1201"/>
                </a:lnTo>
                <a:lnTo>
                  <a:pt x="1455" y="1201"/>
                </a:lnTo>
                <a:lnTo>
                  <a:pt x="1455" y="1202"/>
                </a:lnTo>
                <a:lnTo>
                  <a:pt x="1454" y="1201"/>
                </a:lnTo>
                <a:lnTo>
                  <a:pt x="1452" y="1202"/>
                </a:lnTo>
                <a:lnTo>
                  <a:pt x="1452" y="1203"/>
                </a:lnTo>
                <a:lnTo>
                  <a:pt x="1451" y="1203"/>
                </a:lnTo>
                <a:lnTo>
                  <a:pt x="1450" y="1202"/>
                </a:lnTo>
                <a:lnTo>
                  <a:pt x="1450" y="1201"/>
                </a:lnTo>
                <a:lnTo>
                  <a:pt x="1449" y="1201"/>
                </a:lnTo>
                <a:lnTo>
                  <a:pt x="1449" y="1202"/>
                </a:lnTo>
                <a:lnTo>
                  <a:pt x="1447" y="1202"/>
                </a:lnTo>
                <a:lnTo>
                  <a:pt x="1446" y="1201"/>
                </a:lnTo>
                <a:lnTo>
                  <a:pt x="1445" y="1201"/>
                </a:lnTo>
                <a:lnTo>
                  <a:pt x="1444" y="1201"/>
                </a:lnTo>
                <a:lnTo>
                  <a:pt x="1444" y="1202"/>
                </a:lnTo>
                <a:lnTo>
                  <a:pt x="1443" y="1202"/>
                </a:lnTo>
                <a:lnTo>
                  <a:pt x="1441" y="1202"/>
                </a:lnTo>
                <a:lnTo>
                  <a:pt x="1440" y="1202"/>
                </a:lnTo>
                <a:lnTo>
                  <a:pt x="1439" y="1202"/>
                </a:lnTo>
                <a:lnTo>
                  <a:pt x="1438" y="1202"/>
                </a:lnTo>
                <a:lnTo>
                  <a:pt x="1436" y="1201"/>
                </a:lnTo>
                <a:lnTo>
                  <a:pt x="1434" y="1200"/>
                </a:lnTo>
                <a:lnTo>
                  <a:pt x="1433" y="1200"/>
                </a:lnTo>
                <a:lnTo>
                  <a:pt x="1433" y="1201"/>
                </a:lnTo>
                <a:lnTo>
                  <a:pt x="1433" y="1202"/>
                </a:lnTo>
                <a:lnTo>
                  <a:pt x="1433" y="1203"/>
                </a:lnTo>
                <a:lnTo>
                  <a:pt x="1431" y="1204"/>
                </a:lnTo>
                <a:lnTo>
                  <a:pt x="1429" y="1204"/>
                </a:lnTo>
                <a:lnTo>
                  <a:pt x="1429" y="1203"/>
                </a:lnTo>
                <a:lnTo>
                  <a:pt x="1429" y="1202"/>
                </a:lnTo>
                <a:lnTo>
                  <a:pt x="1429" y="1201"/>
                </a:lnTo>
                <a:lnTo>
                  <a:pt x="1427" y="1199"/>
                </a:lnTo>
                <a:lnTo>
                  <a:pt x="1426" y="1199"/>
                </a:lnTo>
                <a:lnTo>
                  <a:pt x="1425" y="1200"/>
                </a:lnTo>
                <a:lnTo>
                  <a:pt x="1425" y="1201"/>
                </a:lnTo>
                <a:lnTo>
                  <a:pt x="1424" y="1201"/>
                </a:lnTo>
                <a:lnTo>
                  <a:pt x="1424" y="1202"/>
                </a:lnTo>
                <a:lnTo>
                  <a:pt x="1423" y="1202"/>
                </a:lnTo>
                <a:lnTo>
                  <a:pt x="1423" y="1203"/>
                </a:lnTo>
                <a:lnTo>
                  <a:pt x="1423" y="1204"/>
                </a:lnTo>
                <a:lnTo>
                  <a:pt x="1422" y="1204"/>
                </a:lnTo>
                <a:lnTo>
                  <a:pt x="1422" y="1205"/>
                </a:lnTo>
                <a:lnTo>
                  <a:pt x="1421" y="1205"/>
                </a:lnTo>
                <a:lnTo>
                  <a:pt x="1420" y="1205"/>
                </a:lnTo>
                <a:lnTo>
                  <a:pt x="1420" y="1204"/>
                </a:lnTo>
                <a:lnTo>
                  <a:pt x="1419" y="1204"/>
                </a:lnTo>
                <a:lnTo>
                  <a:pt x="1418" y="1204"/>
                </a:lnTo>
                <a:lnTo>
                  <a:pt x="1417" y="1205"/>
                </a:lnTo>
                <a:lnTo>
                  <a:pt x="1417" y="1207"/>
                </a:lnTo>
                <a:lnTo>
                  <a:pt x="1417" y="1208"/>
                </a:lnTo>
                <a:lnTo>
                  <a:pt x="1417" y="1209"/>
                </a:lnTo>
                <a:lnTo>
                  <a:pt x="1418" y="1209"/>
                </a:lnTo>
                <a:lnTo>
                  <a:pt x="1417" y="1209"/>
                </a:lnTo>
                <a:lnTo>
                  <a:pt x="1417" y="1210"/>
                </a:lnTo>
                <a:lnTo>
                  <a:pt x="1416" y="1210"/>
                </a:lnTo>
                <a:lnTo>
                  <a:pt x="1416" y="1211"/>
                </a:lnTo>
                <a:lnTo>
                  <a:pt x="1416" y="1212"/>
                </a:lnTo>
                <a:lnTo>
                  <a:pt x="1416" y="1213"/>
                </a:lnTo>
                <a:lnTo>
                  <a:pt x="1416" y="1214"/>
                </a:lnTo>
                <a:lnTo>
                  <a:pt x="1416" y="1215"/>
                </a:lnTo>
                <a:lnTo>
                  <a:pt x="1416" y="1216"/>
                </a:lnTo>
                <a:lnTo>
                  <a:pt x="1415" y="1215"/>
                </a:lnTo>
                <a:lnTo>
                  <a:pt x="1414" y="1215"/>
                </a:lnTo>
                <a:lnTo>
                  <a:pt x="1414" y="1216"/>
                </a:lnTo>
                <a:lnTo>
                  <a:pt x="1413" y="1216"/>
                </a:lnTo>
                <a:lnTo>
                  <a:pt x="1413" y="1217"/>
                </a:lnTo>
                <a:lnTo>
                  <a:pt x="1412" y="1218"/>
                </a:lnTo>
                <a:lnTo>
                  <a:pt x="1411" y="1218"/>
                </a:lnTo>
                <a:lnTo>
                  <a:pt x="1410" y="1218"/>
                </a:lnTo>
                <a:lnTo>
                  <a:pt x="1410" y="1219"/>
                </a:lnTo>
                <a:lnTo>
                  <a:pt x="1409" y="1219"/>
                </a:lnTo>
                <a:lnTo>
                  <a:pt x="1408" y="1219"/>
                </a:lnTo>
                <a:lnTo>
                  <a:pt x="1407" y="1219"/>
                </a:lnTo>
                <a:lnTo>
                  <a:pt x="1406" y="1219"/>
                </a:lnTo>
                <a:lnTo>
                  <a:pt x="1405" y="1219"/>
                </a:lnTo>
                <a:lnTo>
                  <a:pt x="1406" y="1220"/>
                </a:lnTo>
                <a:lnTo>
                  <a:pt x="1406" y="1221"/>
                </a:lnTo>
                <a:lnTo>
                  <a:pt x="1406" y="1222"/>
                </a:lnTo>
                <a:lnTo>
                  <a:pt x="1406" y="1224"/>
                </a:lnTo>
                <a:lnTo>
                  <a:pt x="1405" y="1225"/>
                </a:lnTo>
                <a:lnTo>
                  <a:pt x="1405" y="1226"/>
                </a:lnTo>
                <a:lnTo>
                  <a:pt x="1404" y="1226"/>
                </a:lnTo>
                <a:lnTo>
                  <a:pt x="1403" y="1227"/>
                </a:lnTo>
                <a:lnTo>
                  <a:pt x="1403" y="1228"/>
                </a:lnTo>
                <a:lnTo>
                  <a:pt x="1404" y="1229"/>
                </a:lnTo>
                <a:lnTo>
                  <a:pt x="1405" y="1230"/>
                </a:lnTo>
                <a:lnTo>
                  <a:pt x="1405" y="1231"/>
                </a:lnTo>
                <a:lnTo>
                  <a:pt x="1404" y="1231"/>
                </a:lnTo>
                <a:lnTo>
                  <a:pt x="1404" y="1232"/>
                </a:lnTo>
                <a:lnTo>
                  <a:pt x="1403" y="1232"/>
                </a:lnTo>
                <a:lnTo>
                  <a:pt x="1403" y="1233"/>
                </a:lnTo>
                <a:lnTo>
                  <a:pt x="1403" y="1234"/>
                </a:lnTo>
                <a:lnTo>
                  <a:pt x="1403" y="1235"/>
                </a:lnTo>
                <a:lnTo>
                  <a:pt x="1404" y="1235"/>
                </a:lnTo>
                <a:lnTo>
                  <a:pt x="1405" y="1236"/>
                </a:lnTo>
                <a:lnTo>
                  <a:pt x="1407" y="1237"/>
                </a:lnTo>
                <a:lnTo>
                  <a:pt x="1408" y="1236"/>
                </a:lnTo>
                <a:lnTo>
                  <a:pt x="1409" y="1237"/>
                </a:lnTo>
                <a:lnTo>
                  <a:pt x="1410" y="1238"/>
                </a:lnTo>
                <a:lnTo>
                  <a:pt x="1410" y="1239"/>
                </a:lnTo>
                <a:lnTo>
                  <a:pt x="1410" y="1241"/>
                </a:lnTo>
                <a:lnTo>
                  <a:pt x="1410" y="1242"/>
                </a:lnTo>
                <a:lnTo>
                  <a:pt x="1409" y="1242"/>
                </a:lnTo>
                <a:lnTo>
                  <a:pt x="1409" y="1243"/>
                </a:lnTo>
                <a:lnTo>
                  <a:pt x="1408" y="1243"/>
                </a:lnTo>
                <a:lnTo>
                  <a:pt x="1409" y="1244"/>
                </a:lnTo>
                <a:lnTo>
                  <a:pt x="1409" y="1245"/>
                </a:lnTo>
                <a:lnTo>
                  <a:pt x="1410" y="1245"/>
                </a:lnTo>
                <a:lnTo>
                  <a:pt x="1410" y="1246"/>
                </a:lnTo>
                <a:lnTo>
                  <a:pt x="1411" y="1247"/>
                </a:lnTo>
                <a:lnTo>
                  <a:pt x="1411" y="1248"/>
                </a:lnTo>
                <a:lnTo>
                  <a:pt x="1410" y="1248"/>
                </a:lnTo>
                <a:lnTo>
                  <a:pt x="1411" y="1248"/>
                </a:lnTo>
                <a:lnTo>
                  <a:pt x="1411" y="1249"/>
                </a:lnTo>
                <a:lnTo>
                  <a:pt x="1411" y="1251"/>
                </a:lnTo>
                <a:lnTo>
                  <a:pt x="1411" y="1252"/>
                </a:lnTo>
                <a:lnTo>
                  <a:pt x="1411" y="1253"/>
                </a:lnTo>
                <a:lnTo>
                  <a:pt x="1410" y="1254"/>
                </a:lnTo>
                <a:lnTo>
                  <a:pt x="1410" y="1255"/>
                </a:lnTo>
                <a:lnTo>
                  <a:pt x="1410" y="1256"/>
                </a:lnTo>
                <a:lnTo>
                  <a:pt x="1409" y="1258"/>
                </a:lnTo>
                <a:lnTo>
                  <a:pt x="1409" y="1259"/>
                </a:lnTo>
                <a:lnTo>
                  <a:pt x="1408" y="1259"/>
                </a:lnTo>
                <a:lnTo>
                  <a:pt x="1409" y="1261"/>
                </a:lnTo>
                <a:lnTo>
                  <a:pt x="1409" y="1262"/>
                </a:lnTo>
                <a:lnTo>
                  <a:pt x="1409" y="1263"/>
                </a:lnTo>
                <a:lnTo>
                  <a:pt x="1410" y="1262"/>
                </a:lnTo>
                <a:lnTo>
                  <a:pt x="1409" y="1262"/>
                </a:lnTo>
                <a:lnTo>
                  <a:pt x="1410" y="1261"/>
                </a:lnTo>
                <a:lnTo>
                  <a:pt x="1410" y="1260"/>
                </a:lnTo>
                <a:lnTo>
                  <a:pt x="1411" y="1261"/>
                </a:lnTo>
                <a:lnTo>
                  <a:pt x="1412" y="1261"/>
                </a:lnTo>
                <a:lnTo>
                  <a:pt x="1412" y="1262"/>
                </a:lnTo>
                <a:lnTo>
                  <a:pt x="1413" y="1261"/>
                </a:lnTo>
                <a:lnTo>
                  <a:pt x="1414" y="1262"/>
                </a:lnTo>
                <a:lnTo>
                  <a:pt x="1415" y="1263"/>
                </a:lnTo>
                <a:lnTo>
                  <a:pt x="1415" y="1264"/>
                </a:lnTo>
                <a:lnTo>
                  <a:pt x="1416" y="1265"/>
                </a:lnTo>
                <a:lnTo>
                  <a:pt x="1416" y="1266"/>
                </a:lnTo>
                <a:lnTo>
                  <a:pt x="1417" y="1266"/>
                </a:lnTo>
                <a:lnTo>
                  <a:pt x="1417" y="1267"/>
                </a:lnTo>
                <a:lnTo>
                  <a:pt x="1418" y="1268"/>
                </a:lnTo>
                <a:lnTo>
                  <a:pt x="1420" y="1268"/>
                </a:lnTo>
                <a:lnTo>
                  <a:pt x="1423" y="1269"/>
                </a:lnTo>
                <a:lnTo>
                  <a:pt x="1425" y="1270"/>
                </a:lnTo>
                <a:lnTo>
                  <a:pt x="1426" y="1270"/>
                </a:lnTo>
                <a:lnTo>
                  <a:pt x="1426" y="1269"/>
                </a:lnTo>
                <a:lnTo>
                  <a:pt x="1426" y="1268"/>
                </a:lnTo>
                <a:lnTo>
                  <a:pt x="1426" y="1267"/>
                </a:lnTo>
                <a:lnTo>
                  <a:pt x="1426" y="1266"/>
                </a:lnTo>
                <a:lnTo>
                  <a:pt x="1425" y="1266"/>
                </a:lnTo>
                <a:lnTo>
                  <a:pt x="1426" y="1264"/>
                </a:lnTo>
                <a:lnTo>
                  <a:pt x="1426" y="1263"/>
                </a:lnTo>
                <a:lnTo>
                  <a:pt x="1428" y="1262"/>
                </a:lnTo>
                <a:lnTo>
                  <a:pt x="1429" y="1262"/>
                </a:lnTo>
                <a:lnTo>
                  <a:pt x="1430" y="1262"/>
                </a:lnTo>
                <a:lnTo>
                  <a:pt x="1433" y="1262"/>
                </a:lnTo>
                <a:lnTo>
                  <a:pt x="1434" y="1261"/>
                </a:lnTo>
                <a:lnTo>
                  <a:pt x="1433" y="1261"/>
                </a:lnTo>
                <a:lnTo>
                  <a:pt x="1432" y="1260"/>
                </a:lnTo>
                <a:lnTo>
                  <a:pt x="1432" y="1259"/>
                </a:lnTo>
                <a:lnTo>
                  <a:pt x="1432" y="1258"/>
                </a:lnTo>
                <a:lnTo>
                  <a:pt x="1432" y="1257"/>
                </a:lnTo>
                <a:lnTo>
                  <a:pt x="1433" y="1256"/>
                </a:lnTo>
                <a:lnTo>
                  <a:pt x="1434" y="1256"/>
                </a:lnTo>
                <a:lnTo>
                  <a:pt x="1435" y="1256"/>
                </a:lnTo>
                <a:lnTo>
                  <a:pt x="1435" y="1257"/>
                </a:lnTo>
                <a:lnTo>
                  <a:pt x="1436" y="1258"/>
                </a:lnTo>
                <a:lnTo>
                  <a:pt x="1436" y="1259"/>
                </a:lnTo>
                <a:lnTo>
                  <a:pt x="1436" y="1260"/>
                </a:lnTo>
                <a:lnTo>
                  <a:pt x="1436" y="1261"/>
                </a:lnTo>
                <a:lnTo>
                  <a:pt x="1437" y="1262"/>
                </a:lnTo>
                <a:lnTo>
                  <a:pt x="1438" y="1262"/>
                </a:lnTo>
                <a:lnTo>
                  <a:pt x="1440" y="1262"/>
                </a:lnTo>
                <a:lnTo>
                  <a:pt x="1441" y="1262"/>
                </a:lnTo>
                <a:lnTo>
                  <a:pt x="1442" y="1263"/>
                </a:lnTo>
                <a:lnTo>
                  <a:pt x="1443" y="1266"/>
                </a:lnTo>
                <a:lnTo>
                  <a:pt x="1443" y="1268"/>
                </a:lnTo>
                <a:lnTo>
                  <a:pt x="1445" y="1271"/>
                </a:lnTo>
                <a:lnTo>
                  <a:pt x="1445" y="1272"/>
                </a:lnTo>
                <a:lnTo>
                  <a:pt x="1447" y="1273"/>
                </a:lnTo>
                <a:lnTo>
                  <a:pt x="1448" y="1274"/>
                </a:lnTo>
                <a:lnTo>
                  <a:pt x="1449" y="1274"/>
                </a:lnTo>
                <a:lnTo>
                  <a:pt x="1450" y="1273"/>
                </a:lnTo>
                <a:lnTo>
                  <a:pt x="1450" y="1274"/>
                </a:lnTo>
                <a:lnTo>
                  <a:pt x="1451" y="1274"/>
                </a:lnTo>
                <a:lnTo>
                  <a:pt x="1451" y="1275"/>
                </a:lnTo>
                <a:lnTo>
                  <a:pt x="1452" y="1275"/>
                </a:lnTo>
                <a:lnTo>
                  <a:pt x="1452" y="1276"/>
                </a:lnTo>
                <a:lnTo>
                  <a:pt x="1453" y="1276"/>
                </a:lnTo>
                <a:lnTo>
                  <a:pt x="1454" y="1276"/>
                </a:lnTo>
                <a:lnTo>
                  <a:pt x="1454" y="1277"/>
                </a:lnTo>
                <a:lnTo>
                  <a:pt x="1453" y="1277"/>
                </a:lnTo>
                <a:lnTo>
                  <a:pt x="1453" y="1278"/>
                </a:lnTo>
                <a:lnTo>
                  <a:pt x="1452" y="1280"/>
                </a:lnTo>
                <a:lnTo>
                  <a:pt x="1452" y="1281"/>
                </a:lnTo>
                <a:lnTo>
                  <a:pt x="1451" y="1282"/>
                </a:lnTo>
                <a:lnTo>
                  <a:pt x="1451" y="1283"/>
                </a:lnTo>
                <a:lnTo>
                  <a:pt x="1450" y="1283"/>
                </a:lnTo>
                <a:lnTo>
                  <a:pt x="1450" y="1284"/>
                </a:lnTo>
                <a:lnTo>
                  <a:pt x="1450" y="1285"/>
                </a:lnTo>
                <a:lnTo>
                  <a:pt x="1450" y="1286"/>
                </a:lnTo>
                <a:lnTo>
                  <a:pt x="1449" y="1288"/>
                </a:lnTo>
                <a:lnTo>
                  <a:pt x="1449" y="1289"/>
                </a:lnTo>
                <a:lnTo>
                  <a:pt x="1448" y="1290"/>
                </a:lnTo>
                <a:lnTo>
                  <a:pt x="1448" y="1291"/>
                </a:lnTo>
                <a:lnTo>
                  <a:pt x="1448" y="1293"/>
                </a:lnTo>
                <a:lnTo>
                  <a:pt x="1449" y="1294"/>
                </a:lnTo>
                <a:lnTo>
                  <a:pt x="1450" y="1295"/>
                </a:lnTo>
                <a:lnTo>
                  <a:pt x="1450" y="1296"/>
                </a:lnTo>
                <a:lnTo>
                  <a:pt x="1451" y="1296"/>
                </a:lnTo>
                <a:lnTo>
                  <a:pt x="1451" y="1297"/>
                </a:lnTo>
                <a:lnTo>
                  <a:pt x="1451" y="1298"/>
                </a:lnTo>
                <a:lnTo>
                  <a:pt x="1451" y="1299"/>
                </a:lnTo>
                <a:lnTo>
                  <a:pt x="1451" y="1300"/>
                </a:lnTo>
                <a:lnTo>
                  <a:pt x="1452" y="1300"/>
                </a:lnTo>
                <a:lnTo>
                  <a:pt x="1454" y="1301"/>
                </a:lnTo>
                <a:lnTo>
                  <a:pt x="1455" y="1300"/>
                </a:lnTo>
                <a:lnTo>
                  <a:pt x="1456" y="1300"/>
                </a:lnTo>
                <a:lnTo>
                  <a:pt x="1456" y="1299"/>
                </a:lnTo>
                <a:lnTo>
                  <a:pt x="1456" y="1298"/>
                </a:lnTo>
                <a:lnTo>
                  <a:pt x="1458" y="1297"/>
                </a:lnTo>
                <a:lnTo>
                  <a:pt x="1459" y="1297"/>
                </a:lnTo>
                <a:lnTo>
                  <a:pt x="1460" y="1297"/>
                </a:lnTo>
                <a:lnTo>
                  <a:pt x="1460" y="1298"/>
                </a:lnTo>
                <a:lnTo>
                  <a:pt x="1461" y="1298"/>
                </a:lnTo>
                <a:lnTo>
                  <a:pt x="1462" y="1298"/>
                </a:lnTo>
                <a:lnTo>
                  <a:pt x="1462" y="1297"/>
                </a:lnTo>
                <a:lnTo>
                  <a:pt x="1462" y="1296"/>
                </a:lnTo>
                <a:lnTo>
                  <a:pt x="1463" y="1295"/>
                </a:lnTo>
                <a:lnTo>
                  <a:pt x="1465" y="1296"/>
                </a:lnTo>
                <a:lnTo>
                  <a:pt x="1466" y="1297"/>
                </a:lnTo>
                <a:lnTo>
                  <a:pt x="1467" y="1297"/>
                </a:lnTo>
                <a:lnTo>
                  <a:pt x="1468" y="1298"/>
                </a:lnTo>
                <a:lnTo>
                  <a:pt x="1468" y="1299"/>
                </a:lnTo>
                <a:lnTo>
                  <a:pt x="1468" y="1300"/>
                </a:lnTo>
                <a:lnTo>
                  <a:pt x="1469" y="1301"/>
                </a:lnTo>
                <a:lnTo>
                  <a:pt x="1469" y="1302"/>
                </a:lnTo>
                <a:lnTo>
                  <a:pt x="1470" y="1303"/>
                </a:lnTo>
                <a:lnTo>
                  <a:pt x="1471" y="1303"/>
                </a:lnTo>
                <a:lnTo>
                  <a:pt x="1471" y="1302"/>
                </a:lnTo>
                <a:lnTo>
                  <a:pt x="1471" y="1301"/>
                </a:lnTo>
                <a:lnTo>
                  <a:pt x="1472" y="1301"/>
                </a:lnTo>
                <a:lnTo>
                  <a:pt x="1473" y="1301"/>
                </a:lnTo>
                <a:lnTo>
                  <a:pt x="1474" y="1301"/>
                </a:lnTo>
                <a:lnTo>
                  <a:pt x="1475" y="1300"/>
                </a:lnTo>
                <a:lnTo>
                  <a:pt x="1476" y="1300"/>
                </a:lnTo>
                <a:lnTo>
                  <a:pt x="1476" y="1301"/>
                </a:lnTo>
                <a:lnTo>
                  <a:pt x="1477" y="1301"/>
                </a:lnTo>
                <a:lnTo>
                  <a:pt x="1477" y="1303"/>
                </a:lnTo>
                <a:lnTo>
                  <a:pt x="1478" y="1303"/>
                </a:lnTo>
                <a:lnTo>
                  <a:pt x="1479" y="1303"/>
                </a:lnTo>
                <a:lnTo>
                  <a:pt x="1480" y="1303"/>
                </a:lnTo>
                <a:lnTo>
                  <a:pt x="1480" y="1302"/>
                </a:lnTo>
                <a:lnTo>
                  <a:pt x="1479" y="1301"/>
                </a:lnTo>
                <a:lnTo>
                  <a:pt x="1479" y="1300"/>
                </a:lnTo>
                <a:lnTo>
                  <a:pt x="1478" y="1300"/>
                </a:lnTo>
                <a:lnTo>
                  <a:pt x="1478" y="1299"/>
                </a:lnTo>
                <a:lnTo>
                  <a:pt x="1478" y="1298"/>
                </a:lnTo>
                <a:lnTo>
                  <a:pt x="1479" y="1298"/>
                </a:lnTo>
                <a:lnTo>
                  <a:pt x="1479" y="1297"/>
                </a:lnTo>
                <a:lnTo>
                  <a:pt x="1480" y="1297"/>
                </a:lnTo>
                <a:lnTo>
                  <a:pt x="1481" y="1297"/>
                </a:lnTo>
                <a:lnTo>
                  <a:pt x="1484" y="1296"/>
                </a:lnTo>
                <a:lnTo>
                  <a:pt x="1484" y="1295"/>
                </a:lnTo>
                <a:lnTo>
                  <a:pt x="1485" y="1295"/>
                </a:lnTo>
                <a:lnTo>
                  <a:pt x="1486" y="1294"/>
                </a:lnTo>
                <a:lnTo>
                  <a:pt x="1487" y="1294"/>
                </a:lnTo>
                <a:lnTo>
                  <a:pt x="1489" y="1292"/>
                </a:lnTo>
                <a:lnTo>
                  <a:pt x="1490" y="1292"/>
                </a:lnTo>
                <a:lnTo>
                  <a:pt x="1491" y="1291"/>
                </a:lnTo>
                <a:lnTo>
                  <a:pt x="1492" y="1291"/>
                </a:lnTo>
                <a:lnTo>
                  <a:pt x="1493" y="1291"/>
                </a:lnTo>
                <a:lnTo>
                  <a:pt x="1494" y="1291"/>
                </a:lnTo>
                <a:lnTo>
                  <a:pt x="1495" y="1291"/>
                </a:lnTo>
                <a:lnTo>
                  <a:pt x="1496" y="1291"/>
                </a:lnTo>
                <a:lnTo>
                  <a:pt x="1497" y="1291"/>
                </a:lnTo>
                <a:lnTo>
                  <a:pt x="1498" y="1292"/>
                </a:lnTo>
                <a:lnTo>
                  <a:pt x="1499" y="1291"/>
                </a:lnTo>
                <a:lnTo>
                  <a:pt x="1500" y="1292"/>
                </a:lnTo>
                <a:lnTo>
                  <a:pt x="1502" y="1293"/>
                </a:lnTo>
                <a:lnTo>
                  <a:pt x="1504" y="1294"/>
                </a:lnTo>
                <a:lnTo>
                  <a:pt x="1506" y="1295"/>
                </a:lnTo>
                <a:lnTo>
                  <a:pt x="1507" y="1296"/>
                </a:lnTo>
                <a:lnTo>
                  <a:pt x="1507" y="1297"/>
                </a:lnTo>
                <a:lnTo>
                  <a:pt x="1508" y="1297"/>
                </a:lnTo>
                <a:lnTo>
                  <a:pt x="1509" y="1297"/>
                </a:lnTo>
                <a:lnTo>
                  <a:pt x="1510" y="1297"/>
                </a:lnTo>
                <a:lnTo>
                  <a:pt x="1511" y="1298"/>
                </a:lnTo>
                <a:lnTo>
                  <a:pt x="1511" y="1299"/>
                </a:lnTo>
                <a:lnTo>
                  <a:pt x="1511" y="1300"/>
                </a:lnTo>
                <a:lnTo>
                  <a:pt x="1512" y="1300"/>
                </a:lnTo>
                <a:lnTo>
                  <a:pt x="1512" y="1301"/>
                </a:lnTo>
                <a:lnTo>
                  <a:pt x="1513" y="1301"/>
                </a:lnTo>
                <a:lnTo>
                  <a:pt x="1514" y="1301"/>
                </a:lnTo>
                <a:lnTo>
                  <a:pt x="1514" y="1302"/>
                </a:lnTo>
                <a:lnTo>
                  <a:pt x="1514" y="1303"/>
                </a:lnTo>
                <a:lnTo>
                  <a:pt x="1514" y="1304"/>
                </a:lnTo>
                <a:lnTo>
                  <a:pt x="1515" y="1304"/>
                </a:lnTo>
                <a:lnTo>
                  <a:pt x="1515" y="1305"/>
                </a:lnTo>
                <a:lnTo>
                  <a:pt x="1516" y="1305"/>
                </a:lnTo>
                <a:lnTo>
                  <a:pt x="1517" y="1305"/>
                </a:lnTo>
                <a:lnTo>
                  <a:pt x="1518" y="1306"/>
                </a:lnTo>
                <a:lnTo>
                  <a:pt x="1519" y="1307"/>
                </a:lnTo>
                <a:lnTo>
                  <a:pt x="1520" y="1309"/>
                </a:lnTo>
                <a:lnTo>
                  <a:pt x="1521" y="1310"/>
                </a:lnTo>
                <a:lnTo>
                  <a:pt x="1521" y="1311"/>
                </a:lnTo>
                <a:lnTo>
                  <a:pt x="1521" y="1313"/>
                </a:lnTo>
                <a:lnTo>
                  <a:pt x="1521" y="1314"/>
                </a:lnTo>
                <a:lnTo>
                  <a:pt x="1521" y="1315"/>
                </a:lnTo>
                <a:lnTo>
                  <a:pt x="1520" y="1315"/>
                </a:lnTo>
                <a:lnTo>
                  <a:pt x="1519" y="1315"/>
                </a:lnTo>
                <a:lnTo>
                  <a:pt x="1519" y="1316"/>
                </a:lnTo>
                <a:lnTo>
                  <a:pt x="1519" y="1317"/>
                </a:lnTo>
                <a:lnTo>
                  <a:pt x="1517" y="1318"/>
                </a:lnTo>
                <a:lnTo>
                  <a:pt x="1517" y="1319"/>
                </a:lnTo>
                <a:lnTo>
                  <a:pt x="1517" y="1320"/>
                </a:lnTo>
                <a:lnTo>
                  <a:pt x="1516" y="1320"/>
                </a:lnTo>
                <a:lnTo>
                  <a:pt x="1517" y="1320"/>
                </a:lnTo>
                <a:lnTo>
                  <a:pt x="1517" y="1321"/>
                </a:lnTo>
                <a:lnTo>
                  <a:pt x="1517" y="1322"/>
                </a:lnTo>
                <a:lnTo>
                  <a:pt x="1518" y="1322"/>
                </a:lnTo>
                <a:lnTo>
                  <a:pt x="1518" y="1323"/>
                </a:lnTo>
                <a:lnTo>
                  <a:pt x="1519" y="1323"/>
                </a:lnTo>
                <a:lnTo>
                  <a:pt x="1520" y="1323"/>
                </a:lnTo>
                <a:lnTo>
                  <a:pt x="1521" y="1323"/>
                </a:lnTo>
                <a:lnTo>
                  <a:pt x="1521" y="1324"/>
                </a:lnTo>
                <a:lnTo>
                  <a:pt x="1522" y="1324"/>
                </a:lnTo>
                <a:lnTo>
                  <a:pt x="1523" y="1324"/>
                </a:lnTo>
                <a:lnTo>
                  <a:pt x="1523" y="1323"/>
                </a:lnTo>
                <a:lnTo>
                  <a:pt x="1524" y="1323"/>
                </a:lnTo>
                <a:lnTo>
                  <a:pt x="1525" y="1323"/>
                </a:lnTo>
                <a:lnTo>
                  <a:pt x="1526" y="1324"/>
                </a:lnTo>
                <a:lnTo>
                  <a:pt x="1527" y="1325"/>
                </a:lnTo>
                <a:lnTo>
                  <a:pt x="1527" y="1326"/>
                </a:lnTo>
                <a:lnTo>
                  <a:pt x="1528" y="1327"/>
                </a:lnTo>
                <a:lnTo>
                  <a:pt x="1529" y="1327"/>
                </a:lnTo>
                <a:lnTo>
                  <a:pt x="1529" y="1328"/>
                </a:lnTo>
                <a:lnTo>
                  <a:pt x="1530" y="1329"/>
                </a:lnTo>
                <a:lnTo>
                  <a:pt x="1530" y="1330"/>
                </a:lnTo>
                <a:lnTo>
                  <a:pt x="1531" y="1331"/>
                </a:lnTo>
                <a:lnTo>
                  <a:pt x="1531" y="1332"/>
                </a:lnTo>
                <a:lnTo>
                  <a:pt x="1532" y="1333"/>
                </a:lnTo>
                <a:lnTo>
                  <a:pt x="1533" y="1333"/>
                </a:lnTo>
                <a:lnTo>
                  <a:pt x="1533" y="1334"/>
                </a:lnTo>
                <a:lnTo>
                  <a:pt x="1532" y="1334"/>
                </a:lnTo>
                <a:lnTo>
                  <a:pt x="1532" y="1335"/>
                </a:lnTo>
                <a:lnTo>
                  <a:pt x="1531" y="1336"/>
                </a:lnTo>
                <a:lnTo>
                  <a:pt x="1530" y="1336"/>
                </a:lnTo>
                <a:lnTo>
                  <a:pt x="1530" y="1337"/>
                </a:lnTo>
                <a:lnTo>
                  <a:pt x="1529" y="1337"/>
                </a:lnTo>
                <a:lnTo>
                  <a:pt x="1529" y="1338"/>
                </a:lnTo>
                <a:lnTo>
                  <a:pt x="1529" y="1339"/>
                </a:lnTo>
                <a:lnTo>
                  <a:pt x="1529" y="1340"/>
                </a:lnTo>
                <a:lnTo>
                  <a:pt x="1529" y="1341"/>
                </a:lnTo>
                <a:lnTo>
                  <a:pt x="1529" y="1342"/>
                </a:lnTo>
                <a:lnTo>
                  <a:pt x="1529" y="1343"/>
                </a:lnTo>
                <a:lnTo>
                  <a:pt x="1528" y="1343"/>
                </a:lnTo>
                <a:lnTo>
                  <a:pt x="1528" y="1344"/>
                </a:lnTo>
                <a:lnTo>
                  <a:pt x="1528" y="1345"/>
                </a:lnTo>
                <a:lnTo>
                  <a:pt x="1529" y="1345"/>
                </a:lnTo>
                <a:lnTo>
                  <a:pt x="1530" y="1345"/>
                </a:lnTo>
                <a:lnTo>
                  <a:pt x="1531" y="1345"/>
                </a:lnTo>
                <a:lnTo>
                  <a:pt x="1531" y="1346"/>
                </a:lnTo>
                <a:lnTo>
                  <a:pt x="1532" y="1346"/>
                </a:lnTo>
                <a:lnTo>
                  <a:pt x="1533" y="1346"/>
                </a:lnTo>
                <a:lnTo>
                  <a:pt x="1533" y="1347"/>
                </a:lnTo>
                <a:lnTo>
                  <a:pt x="1534" y="1348"/>
                </a:lnTo>
                <a:lnTo>
                  <a:pt x="1533" y="1349"/>
                </a:lnTo>
                <a:lnTo>
                  <a:pt x="1532" y="1349"/>
                </a:lnTo>
                <a:lnTo>
                  <a:pt x="1533" y="1349"/>
                </a:lnTo>
                <a:lnTo>
                  <a:pt x="1533" y="1350"/>
                </a:lnTo>
                <a:lnTo>
                  <a:pt x="1534" y="1350"/>
                </a:lnTo>
                <a:lnTo>
                  <a:pt x="1535" y="1350"/>
                </a:lnTo>
                <a:lnTo>
                  <a:pt x="1535" y="1351"/>
                </a:lnTo>
                <a:lnTo>
                  <a:pt x="1535" y="1352"/>
                </a:lnTo>
                <a:lnTo>
                  <a:pt x="1535" y="1353"/>
                </a:lnTo>
                <a:lnTo>
                  <a:pt x="1534" y="1354"/>
                </a:lnTo>
                <a:lnTo>
                  <a:pt x="1533" y="1355"/>
                </a:lnTo>
                <a:lnTo>
                  <a:pt x="1532" y="1356"/>
                </a:lnTo>
                <a:lnTo>
                  <a:pt x="1531" y="1357"/>
                </a:lnTo>
                <a:lnTo>
                  <a:pt x="1531" y="1358"/>
                </a:lnTo>
                <a:lnTo>
                  <a:pt x="1531" y="1359"/>
                </a:lnTo>
                <a:lnTo>
                  <a:pt x="1532" y="1359"/>
                </a:lnTo>
                <a:lnTo>
                  <a:pt x="1532" y="1360"/>
                </a:lnTo>
                <a:lnTo>
                  <a:pt x="1533" y="1360"/>
                </a:lnTo>
                <a:lnTo>
                  <a:pt x="1533" y="1361"/>
                </a:lnTo>
                <a:lnTo>
                  <a:pt x="1534" y="1361"/>
                </a:lnTo>
                <a:lnTo>
                  <a:pt x="1534" y="1360"/>
                </a:lnTo>
                <a:lnTo>
                  <a:pt x="1535" y="1360"/>
                </a:lnTo>
                <a:lnTo>
                  <a:pt x="1536" y="1360"/>
                </a:lnTo>
                <a:lnTo>
                  <a:pt x="1536" y="1361"/>
                </a:lnTo>
                <a:lnTo>
                  <a:pt x="1535" y="1361"/>
                </a:lnTo>
                <a:lnTo>
                  <a:pt x="1534" y="1362"/>
                </a:lnTo>
                <a:lnTo>
                  <a:pt x="1533" y="1363"/>
                </a:lnTo>
                <a:lnTo>
                  <a:pt x="1532" y="1363"/>
                </a:lnTo>
                <a:lnTo>
                  <a:pt x="1531" y="1364"/>
                </a:lnTo>
                <a:lnTo>
                  <a:pt x="1531" y="1363"/>
                </a:lnTo>
                <a:lnTo>
                  <a:pt x="1530" y="1363"/>
                </a:lnTo>
                <a:lnTo>
                  <a:pt x="1529" y="1364"/>
                </a:lnTo>
                <a:lnTo>
                  <a:pt x="1527" y="1365"/>
                </a:lnTo>
                <a:lnTo>
                  <a:pt x="1525" y="1367"/>
                </a:lnTo>
                <a:lnTo>
                  <a:pt x="1523" y="1368"/>
                </a:lnTo>
                <a:lnTo>
                  <a:pt x="1522" y="1370"/>
                </a:lnTo>
                <a:lnTo>
                  <a:pt x="1520" y="1371"/>
                </a:lnTo>
                <a:lnTo>
                  <a:pt x="1519" y="1372"/>
                </a:lnTo>
                <a:lnTo>
                  <a:pt x="1517" y="1372"/>
                </a:lnTo>
                <a:lnTo>
                  <a:pt x="1515" y="1372"/>
                </a:lnTo>
                <a:lnTo>
                  <a:pt x="1515" y="1373"/>
                </a:lnTo>
                <a:lnTo>
                  <a:pt x="1514" y="1374"/>
                </a:lnTo>
                <a:lnTo>
                  <a:pt x="1512" y="1373"/>
                </a:lnTo>
                <a:lnTo>
                  <a:pt x="1511" y="1373"/>
                </a:lnTo>
                <a:lnTo>
                  <a:pt x="1510" y="1374"/>
                </a:lnTo>
                <a:lnTo>
                  <a:pt x="1510" y="1375"/>
                </a:lnTo>
                <a:lnTo>
                  <a:pt x="1509" y="1375"/>
                </a:lnTo>
                <a:lnTo>
                  <a:pt x="1508" y="1375"/>
                </a:lnTo>
                <a:lnTo>
                  <a:pt x="1507" y="1374"/>
                </a:lnTo>
                <a:lnTo>
                  <a:pt x="1506" y="1374"/>
                </a:lnTo>
                <a:lnTo>
                  <a:pt x="1506" y="1373"/>
                </a:lnTo>
                <a:lnTo>
                  <a:pt x="1505" y="1373"/>
                </a:lnTo>
                <a:lnTo>
                  <a:pt x="1504" y="1373"/>
                </a:lnTo>
                <a:lnTo>
                  <a:pt x="1503" y="1373"/>
                </a:lnTo>
                <a:lnTo>
                  <a:pt x="1502" y="1373"/>
                </a:lnTo>
                <a:lnTo>
                  <a:pt x="1502" y="1372"/>
                </a:lnTo>
                <a:lnTo>
                  <a:pt x="1500" y="1372"/>
                </a:lnTo>
                <a:lnTo>
                  <a:pt x="1498" y="1371"/>
                </a:lnTo>
                <a:lnTo>
                  <a:pt x="1496" y="1370"/>
                </a:lnTo>
                <a:lnTo>
                  <a:pt x="1495" y="1370"/>
                </a:lnTo>
                <a:lnTo>
                  <a:pt x="1494" y="1370"/>
                </a:lnTo>
                <a:lnTo>
                  <a:pt x="1493" y="1370"/>
                </a:lnTo>
                <a:lnTo>
                  <a:pt x="1492" y="1370"/>
                </a:lnTo>
                <a:lnTo>
                  <a:pt x="1491" y="1370"/>
                </a:lnTo>
                <a:lnTo>
                  <a:pt x="1490" y="1371"/>
                </a:lnTo>
                <a:lnTo>
                  <a:pt x="1488" y="1371"/>
                </a:lnTo>
                <a:lnTo>
                  <a:pt x="1487" y="1371"/>
                </a:lnTo>
                <a:lnTo>
                  <a:pt x="1487" y="1370"/>
                </a:lnTo>
                <a:lnTo>
                  <a:pt x="1487" y="1371"/>
                </a:lnTo>
                <a:lnTo>
                  <a:pt x="1486" y="1371"/>
                </a:lnTo>
                <a:lnTo>
                  <a:pt x="1485" y="1371"/>
                </a:lnTo>
                <a:lnTo>
                  <a:pt x="1485" y="1372"/>
                </a:lnTo>
                <a:lnTo>
                  <a:pt x="1485" y="1373"/>
                </a:lnTo>
                <a:lnTo>
                  <a:pt x="1485" y="1374"/>
                </a:lnTo>
                <a:lnTo>
                  <a:pt x="1484" y="1374"/>
                </a:lnTo>
                <a:lnTo>
                  <a:pt x="1481" y="1375"/>
                </a:lnTo>
                <a:lnTo>
                  <a:pt x="1480" y="1376"/>
                </a:lnTo>
                <a:lnTo>
                  <a:pt x="1479" y="1377"/>
                </a:lnTo>
                <a:lnTo>
                  <a:pt x="1478" y="1377"/>
                </a:lnTo>
                <a:lnTo>
                  <a:pt x="1477" y="1377"/>
                </a:lnTo>
                <a:lnTo>
                  <a:pt x="1476" y="1377"/>
                </a:lnTo>
                <a:lnTo>
                  <a:pt x="1475" y="1377"/>
                </a:lnTo>
                <a:lnTo>
                  <a:pt x="1474" y="1377"/>
                </a:lnTo>
                <a:lnTo>
                  <a:pt x="1472" y="1376"/>
                </a:lnTo>
                <a:lnTo>
                  <a:pt x="1470" y="1377"/>
                </a:lnTo>
                <a:lnTo>
                  <a:pt x="1468" y="1378"/>
                </a:lnTo>
                <a:lnTo>
                  <a:pt x="1464" y="1380"/>
                </a:lnTo>
                <a:lnTo>
                  <a:pt x="1463" y="1381"/>
                </a:lnTo>
                <a:lnTo>
                  <a:pt x="1462" y="1381"/>
                </a:lnTo>
                <a:lnTo>
                  <a:pt x="1461" y="1380"/>
                </a:lnTo>
                <a:lnTo>
                  <a:pt x="1460" y="1377"/>
                </a:lnTo>
                <a:lnTo>
                  <a:pt x="1459" y="1377"/>
                </a:lnTo>
                <a:lnTo>
                  <a:pt x="1458" y="1377"/>
                </a:lnTo>
                <a:lnTo>
                  <a:pt x="1457" y="1377"/>
                </a:lnTo>
                <a:lnTo>
                  <a:pt x="1455" y="1379"/>
                </a:lnTo>
                <a:lnTo>
                  <a:pt x="1453" y="1379"/>
                </a:lnTo>
                <a:lnTo>
                  <a:pt x="1452" y="1379"/>
                </a:lnTo>
                <a:lnTo>
                  <a:pt x="1451" y="1380"/>
                </a:lnTo>
                <a:lnTo>
                  <a:pt x="1450" y="1380"/>
                </a:lnTo>
                <a:lnTo>
                  <a:pt x="1451" y="1381"/>
                </a:lnTo>
                <a:lnTo>
                  <a:pt x="1450" y="1381"/>
                </a:lnTo>
                <a:lnTo>
                  <a:pt x="1449" y="1383"/>
                </a:lnTo>
                <a:lnTo>
                  <a:pt x="1448" y="1384"/>
                </a:lnTo>
                <a:lnTo>
                  <a:pt x="1447" y="1385"/>
                </a:lnTo>
                <a:lnTo>
                  <a:pt x="1446" y="1386"/>
                </a:lnTo>
                <a:lnTo>
                  <a:pt x="1444" y="1385"/>
                </a:lnTo>
                <a:lnTo>
                  <a:pt x="1441" y="1385"/>
                </a:lnTo>
                <a:lnTo>
                  <a:pt x="1440" y="1384"/>
                </a:lnTo>
                <a:lnTo>
                  <a:pt x="1439" y="1384"/>
                </a:lnTo>
                <a:lnTo>
                  <a:pt x="1438" y="1384"/>
                </a:lnTo>
                <a:lnTo>
                  <a:pt x="1437" y="1384"/>
                </a:lnTo>
                <a:lnTo>
                  <a:pt x="1436" y="1383"/>
                </a:lnTo>
                <a:lnTo>
                  <a:pt x="1435" y="1383"/>
                </a:lnTo>
                <a:lnTo>
                  <a:pt x="1434" y="1383"/>
                </a:lnTo>
                <a:lnTo>
                  <a:pt x="1433" y="1384"/>
                </a:lnTo>
                <a:lnTo>
                  <a:pt x="1432" y="1384"/>
                </a:lnTo>
                <a:lnTo>
                  <a:pt x="1432" y="1383"/>
                </a:lnTo>
                <a:lnTo>
                  <a:pt x="1431" y="1384"/>
                </a:lnTo>
                <a:lnTo>
                  <a:pt x="1429" y="1384"/>
                </a:lnTo>
                <a:lnTo>
                  <a:pt x="1428" y="1384"/>
                </a:lnTo>
                <a:lnTo>
                  <a:pt x="1427" y="1385"/>
                </a:lnTo>
                <a:lnTo>
                  <a:pt x="1426" y="1385"/>
                </a:lnTo>
                <a:lnTo>
                  <a:pt x="1424" y="1386"/>
                </a:lnTo>
                <a:lnTo>
                  <a:pt x="1424" y="1387"/>
                </a:lnTo>
                <a:lnTo>
                  <a:pt x="1424" y="1389"/>
                </a:lnTo>
                <a:lnTo>
                  <a:pt x="1424" y="1390"/>
                </a:lnTo>
                <a:lnTo>
                  <a:pt x="1423" y="1391"/>
                </a:lnTo>
                <a:lnTo>
                  <a:pt x="1420" y="1392"/>
                </a:lnTo>
                <a:lnTo>
                  <a:pt x="1417" y="1392"/>
                </a:lnTo>
                <a:lnTo>
                  <a:pt x="1417" y="1391"/>
                </a:lnTo>
                <a:lnTo>
                  <a:pt x="1416" y="1391"/>
                </a:lnTo>
                <a:lnTo>
                  <a:pt x="1415" y="1390"/>
                </a:lnTo>
                <a:lnTo>
                  <a:pt x="1414" y="1390"/>
                </a:lnTo>
                <a:lnTo>
                  <a:pt x="1413" y="1391"/>
                </a:lnTo>
                <a:lnTo>
                  <a:pt x="1412" y="1392"/>
                </a:lnTo>
                <a:lnTo>
                  <a:pt x="1411" y="1393"/>
                </a:lnTo>
                <a:lnTo>
                  <a:pt x="1411" y="1394"/>
                </a:lnTo>
                <a:lnTo>
                  <a:pt x="1410" y="1395"/>
                </a:lnTo>
                <a:lnTo>
                  <a:pt x="1409" y="1396"/>
                </a:lnTo>
                <a:lnTo>
                  <a:pt x="1408" y="1395"/>
                </a:lnTo>
                <a:lnTo>
                  <a:pt x="1407" y="1395"/>
                </a:lnTo>
                <a:lnTo>
                  <a:pt x="1407" y="1394"/>
                </a:lnTo>
                <a:lnTo>
                  <a:pt x="1406" y="1394"/>
                </a:lnTo>
                <a:lnTo>
                  <a:pt x="1406" y="1392"/>
                </a:lnTo>
                <a:lnTo>
                  <a:pt x="1406" y="1391"/>
                </a:lnTo>
                <a:lnTo>
                  <a:pt x="1406" y="1390"/>
                </a:lnTo>
                <a:lnTo>
                  <a:pt x="1405" y="1389"/>
                </a:lnTo>
                <a:lnTo>
                  <a:pt x="1404" y="1389"/>
                </a:lnTo>
                <a:lnTo>
                  <a:pt x="1403" y="1387"/>
                </a:lnTo>
                <a:lnTo>
                  <a:pt x="1403" y="1386"/>
                </a:lnTo>
                <a:lnTo>
                  <a:pt x="1403" y="1384"/>
                </a:lnTo>
                <a:lnTo>
                  <a:pt x="1402" y="1384"/>
                </a:lnTo>
                <a:lnTo>
                  <a:pt x="1401" y="1383"/>
                </a:lnTo>
                <a:lnTo>
                  <a:pt x="1400" y="1383"/>
                </a:lnTo>
                <a:lnTo>
                  <a:pt x="1399" y="1383"/>
                </a:lnTo>
                <a:lnTo>
                  <a:pt x="1398" y="1383"/>
                </a:lnTo>
                <a:lnTo>
                  <a:pt x="1397" y="1383"/>
                </a:lnTo>
                <a:lnTo>
                  <a:pt x="1395" y="1383"/>
                </a:lnTo>
                <a:lnTo>
                  <a:pt x="1394" y="1383"/>
                </a:lnTo>
                <a:lnTo>
                  <a:pt x="1393" y="1382"/>
                </a:lnTo>
                <a:lnTo>
                  <a:pt x="1392" y="1381"/>
                </a:lnTo>
                <a:lnTo>
                  <a:pt x="1392" y="1380"/>
                </a:lnTo>
                <a:lnTo>
                  <a:pt x="1392" y="1379"/>
                </a:lnTo>
                <a:lnTo>
                  <a:pt x="1392" y="1378"/>
                </a:lnTo>
                <a:lnTo>
                  <a:pt x="1391" y="1377"/>
                </a:lnTo>
                <a:lnTo>
                  <a:pt x="1391" y="1376"/>
                </a:lnTo>
                <a:lnTo>
                  <a:pt x="1389" y="1376"/>
                </a:lnTo>
                <a:lnTo>
                  <a:pt x="1388" y="1375"/>
                </a:lnTo>
                <a:lnTo>
                  <a:pt x="1387" y="1374"/>
                </a:lnTo>
                <a:lnTo>
                  <a:pt x="1386" y="1373"/>
                </a:lnTo>
                <a:lnTo>
                  <a:pt x="1385" y="1373"/>
                </a:lnTo>
                <a:lnTo>
                  <a:pt x="1384" y="1373"/>
                </a:lnTo>
                <a:lnTo>
                  <a:pt x="1383" y="1373"/>
                </a:lnTo>
                <a:lnTo>
                  <a:pt x="1383" y="1372"/>
                </a:lnTo>
                <a:lnTo>
                  <a:pt x="1382" y="1372"/>
                </a:lnTo>
                <a:lnTo>
                  <a:pt x="1380" y="1372"/>
                </a:lnTo>
                <a:lnTo>
                  <a:pt x="1378" y="1372"/>
                </a:lnTo>
                <a:lnTo>
                  <a:pt x="1378" y="1373"/>
                </a:lnTo>
                <a:lnTo>
                  <a:pt x="1377" y="1373"/>
                </a:lnTo>
                <a:lnTo>
                  <a:pt x="1376" y="1373"/>
                </a:lnTo>
                <a:lnTo>
                  <a:pt x="1375" y="1372"/>
                </a:lnTo>
                <a:lnTo>
                  <a:pt x="1373" y="1372"/>
                </a:lnTo>
                <a:lnTo>
                  <a:pt x="1373" y="1373"/>
                </a:lnTo>
                <a:lnTo>
                  <a:pt x="1372" y="1374"/>
                </a:lnTo>
                <a:lnTo>
                  <a:pt x="1371" y="1374"/>
                </a:lnTo>
                <a:lnTo>
                  <a:pt x="1369" y="1374"/>
                </a:lnTo>
                <a:lnTo>
                  <a:pt x="1367" y="1374"/>
                </a:lnTo>
                <a:lnTo>
                  <a:pt x="1366" y="1374"/>
                </a:lnTo>
                <a:lnTo>
                  <a:pt x="1365" y="1375"/>
                </a:lnTo>
                <a:lnTo>
                  <a:pt x="1365" y="1376"/>
                </a:lnTo>
                <a:lnTo>
                  <a:pt x="1365" y="1377"/>
                </a:lnTo>
                <a:lnTo>
                  <a:pt x="1364" y="1377"/>
                </a:lnTo>
                <a:lnTo>
                  <a:pt x="1364" y="1376"/>
                </a:lnTo>
                <a:lnTo>
                  <a:pt x="1363" y="1376"/>
                </a:lnTo>
                <a:lnTo>
                  <a:pt x="1362" y="1376"/>
                </a:lnTo>
                <a:lnTo>
                  <a:pt x="1361" y="1376"/>
                </a:lnTo>
                <a:lnTo>
                  <a:pt x="1361" y="1377"/>
                </a:lnTo>
                <a:lnTo>
                  <a:pt x="1360" y="1377"/>
                </a:lnTo>
                <a:lnTo>
                  <a:pt x="1358" y="1377"/>
                </a:lnTo>
                <a:lnTo>
                  <a:pt x="1357" y="1378"/>
                </a:lnTo>
                <a:lnTo>
                  <a:pt x="1357" y="1379"/>
                </a:lnTo>
                <a:lnTo>
                  <a:pt x="1357" y="1380"/>
                </a:lnTo>
                <a:lnTo>
                  <a:pt x="1356" y="1380"/>
                </a:lnTo>
                <a:lnTo>
                  <a:pt x="1356" y="1381"/>
                </a:lnTo>
                <a:lnTo>
                  <a:pt x="1354" y="1382"/>
                </a:lnTo>
                <a:lnTo>
                  <a:pt x="1353" y="1382"/>
                </a:lnTo>
                <a:lnTo>
                  <a:pt x="1352" y="1383"/>
                </a:lnTo>
                <a:lnTo>
                  <a:pt x="1352" y="1384"/>
                </a:lnTo>
                <a:lnTo>
                  <a:pt x="1351" y="1384"/>
                </a:lnTo>
                <a:lnTo>
                  <a:pt x="1350" y="1386"/>
                </a:lnTo>
                <a:lnTo>
                  <a:pt x="1349" y="1386"/>
                </a:lnTo>
                <a:lnTo>
                  <a:pt x="1349" y="1385"/>
                </a:lnTo>
                <a:lnTo>
                  <a:pt x="1347" y="1385"/>
                </a:lnTo>
                <a:lnTo>
                  <a:pt x="1346" y="1385"/>
                </a:lnTo>
                <a:lnTo>
                  <a:pt x="1347" y="1385"/>
                </a:lnTo>
                <a:lnTo>
                  <a:pt x="1347" y="1384"/>
                </a:lnTo>
                <a:lnTo>
                  <a:pt x="1347" y="1383"/>
                </a:lnTo>
                <a:lnTo>
                  <a:pt x="1347" y="1382"/>
                </a:lnTo>
                <a:lnTo>
                  <a:pt x="1347" y="1381"/>
                </a:lnTo>
                <a:lnTo>
                  <a:pt x="1346" y="1381"/>
                </a:lnTo>
                <a:lnTo>
                  <a:pt x="1346" y="1380"/>
                </a:lnTo>
                <a:lnTo>
                  <a:pt x="1346" y="1379"/>
                </a:lnTo>
                <a:lnTo>
                  <a:pt x="1346" y="1378"/>
                </a:lnTo>
                <a:lnTo>
                  <a:pt x="1347" y="1378"/>
                </a:lnTo>
                <a:lnTo>
                  <a:pt x="1347" y="1377"/>
                </a:lnTo>
                <a:lnTo>
                  <a:pt x="1346" y="1376"/>
                </a:lnTo>
                <a:lnTo>
                  <a:pt x="1346" y="1375"/>
                </a:lnTo>
                <a:lnTo>
                  <a:pt x="1346" y="1374"/>
                </a:lnTo>
                <a:lnTo>
                  <a:pt x="1347" y="1374"/>
                </a:lnTo>
                <a:lnTo>
                  <a:pt x="1347" y="1373"/>
                </a:lnTo>
                <a:lnTo>
                  <a:pt x="1346" y="1372"/>
                </a:lnTo>
                <a:lnTo>
                  <a:pt x="1345" y="1372"/>
                </a:lnTo>
                <a:lnTo>
                  <a:pt x="1344" y="1370"/>
                </a:lnTo>
                <a:lnTo>
                  <a:pt x="1344" y="1369"/>
                </a:lnTo>
                <a:lnTo>
                  <a:pt x="1343" y="1368"/>
                </a:lnTo>
                <a:lnTo>
                  <a:pt x="1344" y="1368"/>
                </a:lnTo>
                <a:lnTo>
                  <a:pt x="1345" y="1368"/>
                </a:lnTo>
                <a:lnTo>
                  <a:pt x="1346" y="1368"/>
                </a:lnTo>
                <a:lnTo>
                  <a:pt x="1346" y="1367"/>
                </a:lnTo>
                <a:lnTo>
                  <a:pt x="1346" y="1366"/>
                </a:lnTo>
                <a:lnTo>
                  <a:pt x="1346" y="1365"/>
                </a:lnTo>
                <a:lnTo>
                  <a:pt x="1347" y="1365"/>
                </a:lnTo>
                <a:lnTo>
                  <a:pt x="1348" y="1365"/>
                </a:lnTo>
                <a:lnTo>
                  <a:pt x="1349" y="1365"/>
                </a:lnTo>
                <a:lnTo>
                  <a:pt x="1350" y="1365"/>
                </a:lnTo>
                <a:lnTo>
                  <a:pt x="1351" y="1365"/>
                </a:lnTo>
                <a:lnTo>
                  <a:pt x="1351" y="1364"/>
                </a:lnTo>
                <a:lnTo>
                  <a:pt x="1351" y="1363"/>
                </a:lnTo>
                <a:lnTo>
                  <a:pt x="1350" y="1363"/>
                </a:lnTo>
                <a:lnTo>
                  <a:pt x="1348" y="1363"/>
                </a:lnTo>
                <a:lnTo>
                  <a:pt x="1346" y="1364"/>
                </a:lnTo>
                <a:lnTo>
                  <a:pt x="1344" y="1363"/>
                </a:lnTo>
                <a:lnTo>
                  <a:pt x="1343" y="1363"/>
                </a:lnTo>
                <a:lnTo>
                  <a:pt x="1342" y="1363"/>
                </a:lnTo>
                <a:lnTo>
                  <a:pt x="1341" y="1362"/>
                </a:lnTo>
                <a:lnTo>
                  <a:pt x="1341" y="1361"/>
                </a:lnTo>
                <a:lnTo>
                  <a:pt x="1340" y="1361"/>
                </a:lnTo>
                <a:lnTo>
                  <a:pt x="1339" y="1362"/>
                </a:lnTo>
                <a:lnTo>
                  <a:pt x="1338" y="1362"/>
                </a:lnTo>
                <a:lnTo>
                  <a:pt x="1337" y="1361"/>
                </a:lnTo>
                <a:lnTo>
                  <a:pt x="1338" y="1360"/>
                </a:lnTo>
                <a:lnTo>
                  <a:pt x="1339" y="1359"/>
                </a:lnTo>
                <a:lnTo>
                  <a:pt x="1339" y="1358"/>
                </a:lnTo>
                <a:lnTo>
                  <a:pt x="1339" y="1357"/>
                </a:lnTo>
                <a:lnTo>
                  <a:pt x="1338" y="1357"/>
                </a:lnTo>
                <a:lnTo>
                  <a:pt x="1338" y="1356"/>
                </a:lnTo>
                <a:lnTo>
                  <a:pt x="1339" y="1356"/>
                </a:lnTo>
                <a:lnTo>
                  <a:pt x="1339" y="1355"/>
                </a:lnTo>
                <a:lnTo>
                  <a:pt x="1338" y="1354"/>
                </a:lnTo>
                <a:lnTo>
                  <a:pt x="1338" y="1353"/>
                </a:lnTo>
                <a:lnTo>
                  <a:pt x="1337" y="1353"/>
                </a:lnTo>
                <a:lnTo>
                  <a:pt x="1338" y="1353"/>
                </a:lnTo>
                <a:lnTo>
                  <a:pt x="1338" y="1352"/>
                </a:lnTo>
                <a:lnTo>
                  <a:pt x="1338" y="1351"/>
                </a:lnTo>
                <a:lnTo>
                  <a:pt x="1337" y="1351"/>
                </a:lnTo>
                <a:lnTo>
                  <a:pt x="1337" y="1350"/>
                </a:lnTo>
                <a:lnTo>
                  <a:pt x="1337" y="1349"/>
                </a:lnTo>
                <a:lnTo>
                  <a:pt x="1336" y="1348"/>
                </a:lnTo>
                <a:lnTo>
                  <a:pt x="1336" y="1347"/>
                </a:lnTo>
                <a:lnTo>
                  <a:pt x="1337" y="1347"/>
                </a:lnTo>
                <a:lnTo>
                  <a:pt x="1337" y="1346"/>
                </a:lnTo>
                <a:lnTo>
                  <a:pt x="1336" y="1346"/>
                </a:lnTo>
                <a:lnTo>
                  <a:pt x="1338" y="1345"/>
                </a:lnTo>
                <a:lnTo>
                  <a:pt x="1339" y="1344"/>
                </a:lnTo>
                <a:lnTo>
                  <a:pt x="1340" y="1344"/>
                </a:lnTo>
                <a:lnTo>
                  <a:pt x="1342" y="1344"/>
                </a:lnTo>
                <a:lnTo>
                  <a:pt x="1342" y="1343"/>
                </a:lnTo>
                <a:lnTo>
                  <a:pt x="1343" y="1343"/>
                </a:lnTo>
                <a:lnTo>
                  <a:pt x="1343" y="1342"/>
                </a:lnTo>
                <a:lnTo>
                  <a:pt x="1344" y="1341"/>
                </a:lnTo>
                <a:lnTo>
                  <a:pt x="1345" y="1341"/>
                </a:lnTo>
                <a:lnTo>
                  <a:pt x="1345" y="1340"/>
                </a:lnTo>
                <a:lnTo>
                  <a:pt x="1345" y="1339"/>
                </a:lnTo>
                <a:lnTo>
                  <a:pt x="1345" y="1337"/>
                </a:lnTo>
                <a:lnTo>
                  <a:pt x="1345" y="1336"/>
                </a:lnTo>
                <a:lnTo>
                  <a:pt x="1345" y="1335"/>
                </a:lnTo>
                <a:lnTo>
                  <a:pt x="1345" y="1334"/>
                </a:lnTo>
                <a:lnTo>
                  <a:pt x="1344" y="1333"/>
                </a:lnTo>
                <a:lnTo>
                  <a:pt x="1345" y="1332"/>
                </a:lnTo>
                <a:lnTo>
                  <a:pt x="1344" y="1332"/>
                </a:lnTo>
                <a:lnTo>
                  <a:pt x="1344" y="1331"/>
                </a:lnTo>
                <a:lnTo>
                  <a:pt x="1343" y="1331"/>
                </a:lnTo>
                <a:lnTo>
                  <a:pt x="1343" y="1330"/>
                </a:lnTo>
                <a:lnTo>
                  <a:pt x="1342" y="1330"/>
                </a:lnTo>
                <a:lnTo>
                  <a:pt x="1342" y="1329"/>
                </a:lnTo>
                <a:lnTo>
                  <a:pt x="1343" y="1329"/>
                </a:lnTo>
                <a:lnTo>
                  <a:pt x="1343" y="1327"/>
                </a:lnTo>
                <a:lnTo>
                  <a:pt x="1342" y="1326"/>
                </a:lnTo>
                <a:lnTo>
                  <a:pt x="1341" y="1326"/>
                </a:lnTo>
                <a:lnTo>
                  <a:pt x="1340" y="1326"/>
                </a:lnTo>
                <a:lnTo>
                  <a:pt x="1339" y="1326"/>
                </a:lnTo>
                <a:lnTo>
                  <a:pt x="1338" y="1326"/>
                </a:lnTo>
                <a:lnTo>
                  <a:pt x="1338" y="1325"/>
                </a:lnTo>
                <a:lnTo>
                  <a:pt x="1339" y="1325"/>
                </a:lnTo>
                <a:lnTo>
                  <a:pt x="1339" y="1324"/>
                </a:lnTo>
                <a:lnTo>
                  <a:pt x="1338" y="1324"/>
                </a:lnTo>
                <a:lnTo>
                  <a:pt x="1338" y="1325"/>
                </a:lnTo>
                <a:lnTo>
                  <a:pt x="1337" y="1325"/>
                </a:lnTo>
                <a:lnTo>
                  <a:pt x="1336" y="1325"/>
                </a:lnTo>
                <a:lnTo>
                  <a:pt x="1335" y="1326"/>
                </a:lnTo>
                <a:lnTo>
                  <a:pt x="1335" y="1327"/>
                </a:lnTo>
                <a:lnTo>
                  <a:pt x="1334" y="1328"/>
                </a:lnTo>
                <a:lnTo>
                  <a:pt x="1333" y="1328"/>
                </a:lnTo>
                <a:lnTo>
                  <a:pt x="1332" y="1328"/>
                </a:lnTo>
                <a:lnTo>
                  <a:pt x="1331" y="1327"/>
                </a:lnTo>
                <a:lnTo>
                  <a:pt x="1331" y="1328"/>
                </a:lnTo>
                <a:lnTo>
                  <a:pt x="1331" y="1327"/>
                </a:lnTo>
                <a:lnTo>
                  <a:pt x="1330" y="1327"/>
                </a:lnTo>
                <a:lnTo>
                  <a:pt x="1329" y="1327"/>
                </a:lnTo>
                <a:lnTo>
                  <a:pt x="1328" y="1327"/>
                </a:lnTo>
                <a:lnTo>
                  <a:pt x="1327" y="1327"/>
                </a:lnTo>
                <a:lnTo>
                  <a:pt x="1326" y="1326"/>
                </a:lnTo>
                <a:lnTo>
                  <a:pt x="1326" y="1325"/>
                </a:lnTo>
                <a:lnTo>
                  <a:pt x="1325" y="1324"/>
                </a:lnTo>
                <a:lnTo>
                  <a:pt x="1325" y="1323"/>
                </a:lnTo>
                <a:lnTo>
                  <a:pt x="1325" y="1322"/>
                </a:lnTo>
                <a:lnTo>
                  <a:pt x="1324" y="1322"/>
                </a:lnTo>
                <a:lnTo>
                  <a:pt x="1324" y="1321"/>
                </a:lnTo>
                <a:lnTo>
                  <a:pt x="1325" y="1320"/>
                </a:lnTo>
                <a:lnTo>
                  <a:pt x="1326" y="1319"/>
                </a:lnTo>
                <a:lnTo>
                  <a:pt x="1326" y="1318"/>
                </a:lnTo>
                <a:lnTo>
                  <a:pt x="1327" y="1318"/>
                </a:lnTo>
                <a:lnTo>
                  <a:pt x="1327" y="1317"/>
                </a:lnTo>
                <a:lnTo>
                  <a:pt x="1327" y="1316"/>
                </a:lnTo>
                <a:lnTo>
                  <a:pt x="1328" y="1315"/>
                </a:lnTo>
                <a:lnTo>
                  <a:pt x="1327" y="1314"/>
                </a:lnTo>
                <a:lnTo>
                  <a:pt x="1326" y="1313"/>
                </a:lnTo>
                <a:lnTo>
                  <a:pt x="1326" y="1312"/>
                </a:lnTo>
                <a:lnTo>
                  <a:pt x="1325" y="1312"/>
                </a:lnTo>
                <a:lnTo>
                  <a:pt x="1324" y="1312"/>
                </a:lnTo>
                <a:lnTo>
                  <a:pt x="1324" y="1311"/>
                </a:lnTo>
                <a:lnTo>
                  <a:pt x="1324" y="1312"/>
                </a:lnTo>
                <a:lnTo>
                  <a:pt x="1323" y="1312"/>
                </a:lnTo>
                <a:lnTo>
                  <a:pt x="1322" y="1312"/>
                </a:lnTo>
                <a:lnTo>
                  <a:pt x="1321" y="1312"/>
                </a:lnTo>
                <a:lnTo>
                  <a:pt x="1320" y="1312"/>
                </a:lnTo>
                <a:lnTo>
                  <a:pt x="1318" y="1312"/>
                </a:lnTo>
                <a:lnTo>
                  <a:pt x="1317" y="1312"/>
                </a:lnTo>
                <a:lnTo>
                  <a:pt x="1316" y="1312"/>
                </a:lnTo>
                <a:lnTo>
                  <a:pt x="1316" y="1311"/>
                </a:lnTo>
                <a:lnTo>
                  <a:pt x="1315" y="1311"/>
                </a:lnTo>
                <a:lnTo>
                  <a:pt x="1314" y="1310"/>
                </a:lnTo>
                <a:lnTo>
                  <a:pt x="1313" y="1309"/>
                </a:lnTo>
                <a:lnTo>
                  <a:pt x="1312" y="1309"/>
                </a:lnTo>
                <a:lnTo>
                  <a:pt x="1311" y="1309"/>
                </a:lnTo>
                <a:lnTo>
                  <a:pt x="1310" y="1308"/>
                </a:lnTo>
                <a:lnTo>
                  <a:pt x="1309" y="1308"/>
                </a:lnTo>
                <a:lnTo>
                  <a:pt x="1309" y="1309"/>
                </a:lnTo>
                <a:lnTo>
                  <a:pt x="1308" y="1309"/>
                </a:lnTo>
                <a:lnTo>
                  <a:pt x="1307" y="1309"/>
                </a:lnTo>
                <a:lnTo>
                  <a:pt x="1308" y="1309"/>
                </a:lnTo>
                <a:lnTo>
                  <a:pt x="1308" y="1308"/>
                </a:lnTo>
                <a:lnTo>
                  <a:pt x="1307" y="1308"/>
                </a:lnTo>
                <a:lnTo>
                  <a:pt x="1306" y="1308"/>
                </a:lnTo>
                <a:lnTo>
                  <a:pt x="1306" y="1307"/>
                </a:lnTo>
                <a:lnTo>
                  <a:pt x="1305" y="1307"/>
                </a:lnTo>
                <a:lnTo>
                  <a:pt x="1305" y="1306"/>
                </a:lnTo>
                <a:lnTo>
                  <a:pt x="1304" y="1306"/>
                </a:lnTo>
                <a:lnTo>
                  <a:pt x="1303" y="1306"/>
                </a:lnTo>
                <a:lnTo>
                  <a:pt x="1302" y="1306"/>
                </a:lnTo>
                <a:lnTo>
                  <a:pt x="1302" y="1307"/>
                </a:lnTo>
                <a:lnTo>
                  <a:pt x="1302" y="1308"/>
                </a:lnTo>
                <a:lnTo>
                  <a:pt x="1301" y="1308"/>
                </a:lnTo>
                <a:lnTo>
                  <a:pt x="1301" y="1309"/>
                </a:lnTo>
                <a:lnTo>
                  <a:pt x="1300" y="1309"/>
                </a:lnTo>
                <a:lnTo>
                  <a:pt x="1300" y="1310"/>
                </a:lnTo>
                <a:lnTo>
                  <a:pt x="1299" y="1310"/>
                </a:lnTo>
                <a:lnTo>
                  <a:pt x="1299" y="1311"/>
                </a:lnTo>
                <a:lnTo>
                  <a:pt x="1298" y="1311"/>
                </a:lnTo>
                <a:lnTo>
                  <a:pt x="1297" y="1311"/>
                </a:lnTo>
                <a:lnTo>
                  <a:pt x="1297" y="1312"/>
                </a:lnTo>
                <a:lnTo>
                  <a:pt x="1296" y="1312"/>
                </a:lnTo>
                <a:lnTo>
                  <a:pt x="1295" y="1313"/>
                </a:lnTo>
                <a:lnTo>
                  <a:pt x="1294" y="1313"/>
                </a:lnTo>
                <a:lnTo>
                  <a:pt x="1294" y="1312"/>
                </a:lnTo>
                <a:lnTo>
                  <a:pt x="1293" y="1312"/>
                </a:lnTo>
                <a:lnTo>
                  <a:pt x="1292" y="1313"/>
                </a:lnTo>
                <a:lnTo>
                  <a:pt x="1291" y="1313"/>
                </a:lnTo>
                <a:lnTo>
                  <a:pt x="1290" y="1313"/>
                </a:lnTo>
                <a:lnTo>
                  <a:pt x="1290" y="1314"/>
                </a:lnTo>
                <a:lnTo>
                  <a:pt x="1290" y="1315"/>
                </a:lnTo>
                <a:lnTo>
                  <a:pt x="1290" y="1316"/>
                </a:lnTo>
                <a:lnTo>
                  <a:pt x="1290" y="1317"/>
                </a:lnTo>
                <a:lnTo>
                  <a:pt x="1289" y="1317"/>
                </a:lnTo>
                <a:lnTo>
                  <a:pt x="1289" y="1318"/>
                </a:lnTo>
                <a:lnTo>
                  <a:pt x="1289" y="1319"/>
                </a:lnTo>
                <a:lnTo>
                  <a:pt x="1289" y="1320"/>
                </a:lnTo>
                <a:lnTo>
                  <a:pt x="1289" y="1321"/>
                </a:lnTo>
                <a:lnTo>
                  <a:pt x="1290" y="1321"/>
                </a:lnTo>
                <a:lnTo>
                  <a:pt x="1290" y="1322"/>
                </a:lnTo>
                <a:lnTo>
                  <a:pt x="1289" y="1322"/>
                </a:lnTo>
                <a:lnTo>
                  <a:pt x="1289" y="1323"/>
                </a:lnTo>
                <a:lnTo>
                  <a:pt x="1288" y="1323"/>
                </a:lnTo>
                <a:lnTo>
                  <a:pt x="1287" y="1323"/>
                </a:lnTo>
                <a:lnTo>
                  <a:pt x="1287" y="1324"/>
                </a:lnTo>
                <a:lnTo>
                  <a:pt x="1287" y="1325"/>
                </a:lnTo>
                <a:lnTo>
                  <a:pt x="1286" y="1326"/>
                </a:lnTo>
                <a:lnTo>
                  <a:pt x="1285" y="1327"/>
                </a:lnTo>
                <a:lnTo>
                  <a:pt x="1284" y="1329"/>
                </a:lnTo>
                <a:lnTo>
                  <a:pt x="1285" y="1330"/>
                </a:lnTo>
                <a:lnTo>
                  <a:pt x="1284" y="1330"/>
                </a:lnTo>
                <a:lnTo>
                  <a:pt x="1283" y="1330"/>
                </a:lnTo>
                <a:lnTo>
                  <a:pt x="1282" y="1329"/>
                </a:lnTo>
                <a:lnTo>
                  <a:pt x="1281" y="1329"/>
                </a:lnTo>
                <a:lnTo>
                  <a:pt x="1281" y="1330"/>
                </a:lnTo>
                <a:lnTo>
                  <a:pt x="1280" y="1331"/>
                </a:lnTo>
                <a:lnTo>
                  <a:pt x="1280" y="1332"/>
                </a:lnTo>
                <a:lnTo>
                  <a:pt x="1279" y="1333"/>
                </a:lnTo>
                <a:lnTo>
                  <a:pt x="1278" y="1333"/>
                </a:lnTo>
                <a:lnTo>
                  <a:pt x="1277" y="1333"/>
                </a:lnTo>
                <a:lnTo>
                  <a:pt x="1277" y="1334"/>
                </a:lnTo>
                <a:lnTo>
                  <a:pt x="1277" y="1335"/>
                </a:lnTo>
                <a:lnTo>
                  <a:pt x="1277" y="1336"/>
                </a:lnTo>
                <a:lnTo>
                  <a:pt x="1278" y="1336"/>
                </a:lnTo>
                <a:lnTo>
                  <a:pt x="1279" y="1336"/>
                </a:lnTo>
                <a:lnTo>
                  <a:pt x="1279" y="1337"/>
                </a:lnTo>
                <a:lnTo>
                  <a:pt x="1280" y="1337"/>
                </a:lnTo>
                <a:lnTo>
                  <a:pt x="1280" y="1338"/>
                </a:lnTo>
                <a:lnTo>
                  <a:pt x="1279" y="1338"/>
                </a:lnTo>
                <a:lnTo>
                  <a:pt x="1278" y="1339"/>
                </a:lnTo>
                <a:lnTo>
                  <a:pt x="1277" y="1339"/>
                </a:lnTo>
                <a:lnTo>
                  <a:pt x="1275" y="1339"/>
                </a:lnTo>
                <a:lnTo>
                  <a:pt x="1275" y="1340"/>
                </a:lnTo>
                <a:lnTo>
                  <a:pt x="1274" y="1340"/>
                </a:lnTo>
                <a:lnTo>
                  <a:pt x="1274" y="1341"/>
                </a:lnTo>
                <a:lnTo>
                  <a:pt x="1274" y="1342"/>
                </a:lnTo>
                <a:lnTo>
                  <a:pt x="1274" y="1344"/>
                </a:lnTo>
                <a:lnTo>
                  <a:pt x="1273" y="1344"/>
                </a:lnTo>
                <a:lnTo>
                  <a:pt x="1272" y="1345"/>
                </a:lnTo>
                <a:lnTo>
                  <a:pt x="1271" y="1345"/>
                </a:lnTo>
                <a:lnTo>
                  <a:pt x="1270" y="1346"/>
                </a:lnTo>
                <a:lnTo>
                  <a:pt x="1269" y="1346"/>
                </a:lnTo>
                <a:lnTo>
                  <a:pt x="1268" y="1346"/>
                </a:lnTo>
                <a:lnTo>
                  <a:pt x="1267" y="1346"/>
                </a:lnTo>
                <a:lnTo>
                  <a:pt x="1266" y="1346"/>
                </a:lnTo>
                <a:lnTo>
                  <a:pt x="1265" y="1346"/>
                </a:lnTo>
                <a:lnTo>
                  <a:pt x="1264" y="1346"/>
                </a:lnTo>
                <a:lnTo>
                  <a:pt x="1263" y="1347"/>
                </a:lnTo>
                <a:lnTo>
                  <a:pt x="1262" y="1347"/>
                </a:lnTo>
                <a:lnTo>
                  <a:pt x="1261" y="1347"/>
                </a:lnTo>
                <a:lnTo>
                  <a:pt x="1261" y="1346"/>
                </a:lnTo>
                <a:lnTo>
                  <a:pt x="1260" y="1346"/>
                </a:lnTo>
                <a:lnTo>
                  <a:pt x="1259" y="1346"/>
                </a:lnTo>
                <a:lnTo>
                  <a:pt x="1258" y="1347"/>
                </a:lnTo>
                <a:lnTo>
                  <a:pt x="1258" y="1346"/>
                </a:lnTo>
                <a:lnTo>
                  <a:pt x="1257" y="1346"/>
                </a:lnTo>
                <a:lnTo>
                  <a:pt x="1257" y="1347"/>
                </a:lnTo>
                <a:lnTo>
                  <a:pt x="1257" y="1348"/>
                </a:lnTo>
                <a:lnTo>
                  <a:pt x="1256" y="1348"/>
                </a:lnTo>
                <a:lnTo>
                  <a:pt x="1255" y="1348"/>
                </a:lnTo>
                <a:lnTo>
                  <a:pt x="1254" y="1348"/>
                </a:lnTo>
                <a:lnTo>
                  <a:pt x="1254" y="1349"/>
                </a:lnTo>
                <a:lnTo>
                  <a:pt x="1253" y="1349"/>
                </a:lnTo>
                <a:lnTo>
                  <a:pt x="1253" y="1350"/>
                </a:lnTo>
                <a:lnTo>
                  <a:pt x="1251" y="1350"/>
                </a:lnTo>
                <a:lnTo>
                  <a:pt x="1250" y="1350"/>
                </a:lnTo>
                <a:lnTo>
                  <a:pt x="1249" y="1349"/>
                </a:lnTo>
                <a:lnTo>
                  <a:pt x="1249" y="1348"/>
                </a:lnTo>
                <a:lnTo>
                  <a:pt x="1249" y="1347"/>
                </a:lnTo>
                <a:lnTo>
                  <a:pt x="1250" y="1347"/>
                </a:lnTo>
                <a:lnTo>
                  <a:pt x="1250" y="1346"/>
                </a:lnTo>
                <a:lnTo>
                  <a:pt x="1249" y="1346"/>
                </a:lnTo>
                <a:lnTo>
                  <a:pt x="1248" y="1346"/>
                </a:lnTo>
                <a:lnTo>
                  <a:pt x="1247" y="1347"/>
                </a:lnTo>
                <a:lnTo>
                  <a:pt x="1246" y="1347"/>
                </a:lnTo>
                <a:lnTo>
                  <a:pt x="1245" y="1347"/>
                </a:lnTo>
                <a:lnTo>
                  <a:pt x="1244" y="1347"/>
                </a:lnTo>
                <a:lnTo>
                  <a:pt x="1242" y="1348"/>
                </a:lnTo>
                <a:lnTo>
                  <a:pt x="1241" y="1349"/>
                </a:lnTo>
                <a:lnTo>
                  <a:pt x="1240" y="1350"/>
                </a:lnTo>
                <a:lnTo>
                  <a:pt x="1239" y="1350"/>
                </a:lnTo>
                <a:lnTo>
                  <a:pt x="1238" y="1350"/>
                </a:lnTo>
                <a:lnTo>
                  <a:pt x="1237" y="1350"/>
                </a:lnTo>
                <a:lnTo>
                  <a:pt x="1236" y="1351"/>
                </a:lnTo>
                <a:lnTo>
                  <a:pt x="1234" y="1352"/>
                </a:lnTo>
                <a:lnTo>
                  <a:pt x="1233" y="1353"/>
                </a:lnTo>
                <a:lnTo>
                  <a:pt x="1232" y="1354"/>
                </a:lnTo>
                <a:lnTo>
                  <a:pt x="1231" y="1355"/>
                </a:lnTo>
                <a:lnTo>
                  <a:pt x="1230" y="1355"/>
                </a:lnTo>
                <a:lnTo>
                  <a:pt x="1230" y="1356"/>
                </a:lnTo>
                <a:lnTo>
                  <a:pt x="1229" y="1356"/>
                </a:lnTo>
                <a:lnTo>
                  <a:pt x="1228" y="1357"/>
                </a:lnTo>
                <a:lnTo>
                  <a:pt x="1228" y="1356"/>
                </a:lnTo>
                <a:lnTo>
                  <a:pt x="1228" y="1355"/>
                </a:lnTo>
                <a:lnTo>
                  <a:pt x="1227" y="1355"/>
                </a:lnTo>
                <a:lnTo>
                  <a:pt x="1226" y="1355"/>
                </a:lnTo>
                <a:lnTo>
                  <a:pt x="1225" y="1355"/>
                </a:lnTo>
                <a:lnTo>
                  <a:pt x="1224" y="1355"/>
                </a:lnTo>
                <a:lnTo>
                  <a:pt x="1223" y="1356"/>
                </a:lnTo>
                <a:lnTo>
                  <a:pt x="1222" y="1356"/>
                </a:lnTo>
                <a:lnTo>
                  <a:pt x="1222" y="1357"/>
                </a:lnTo>
                <a:lnTo>
                  <a:pt x="1221" y="1357"/>
                </a:lnTo>
                <a:lnTo>
                  <a:pt x="1220" y="1357"/>
                </a:lnTo>
                <a:lnTo>
                  <a:pt x="1219" y="1358"/>
                </a:lnTo>
                <a:lnTo>
                  <a:pt x="1218" y="1359"/>
                </a:lnTo>
                <a:lnTo>
                  <a:pt x="1218" y="1358"/>
                </a:lnTo>
                <a:lnTo>
                  <a:pt x="1217" y="1358"/>
                </a:lnTo>
                <a:lnTo>
                  <a:pt x="1217" y="1357"/>
                </a:lnTo>
                <a:lnTo>
                  <a:pt x="1217" y="1356"/>
                </a:lnTo>
                <a:lnTo>
                  <a:pt x="1216" y="1356"/>
                </a:lnTo>
                <a:lnTo>
                  <a:pt x="1215" y="1356"/>
                </a:lnTo>
                <a:lnTo>
                  <a:pt x="1215" y="1355"/>
                </a:lnTo>
                <a:lnTo>
                  <a:pt x="1215" y="1354"/>
                </a:lnTo>
                <a:lnTo>
                  <a:pt x="1215" y="1353"/>
                </a:lnTo>
                <a:lnTo>
                  <a:pt x="1214" y="1352"/>
                </a:lnTo>
                <a:lnTo>
                  <a:pt x="1214" y="1351"/>
                </a:lnTo>
                <a:lnTo>
                  <a:pt x="1213" y="1352"/>
                </a:lnTo>
                <a:lnTo>
                  <a:pt x="1213" y="1351"/>
                </a:lnTo>
                <a:lnTo>
                  <a:pt x="1213" y="1350"/>
                </a:lnTo>
                <a:lnTo>
                  <a:pt x="1212" y="1350"/>
                </a:lnTo>
                <a:lnTo>
                  <a:pt x="1211" y="1349"/>
                </a:lnTo>
                <a:lnTo>
                  <a:pt x="1210" y="1349"/>
                </a:lnTo>
                <a:lnTo>
                  <a:pt x="1209" y="1349"/>
                </a:lnTo>
                <a:lnTo>
                  <a:pt x="1208" y="1350"/>
                </a:lnTo>
                <a:lnTo>
                  <a:pt x="1207" y="1350"/>
                </a:lnTo>
                <a:lnTo>
                  <a:pt x="1206" y="1351"/>
                </a:lnTo>
                <a:lnTo>
                  <a:pt x="1205" y="1350"/>
                </a:lnTo>
                <a:lnTo>
                  <a:pt x="1205" y="1349"/>
                </a:lnTo>
                <a:lnTo>
                  <a:pt x="1204" y="1348"/>
                </a:lnTo>
                <a:lnTo>
                  <a:pt x="1204" y="1347"/>
                </a:lnTo>
                <a:lnTo>
                  <a:pt x="1203" y="1347"/>
                </a:lnTo>
                <a:lnTo>
                  <a:pt x="1203" y="1346"/>
                </a:lnTo>
                <a:lnTo>
                  <a:pt x="1202" y="1346"/>
                </a:lnTo>
                <a:lnTo>
                  <a:pt x="1201" y="1346"/>
                </a:lnTo>
                <a:lnTo>
                  <a:pt x="1200" y="1346"/>
                </a:lnTo>
                <a:lnTo>
                  <a:pt x="1199" y="1345"/>
                </a:lnTo>
                <a:lnTo>
                  <a:pt x="1199" y="1344"/>
                </a:lnTo>
                <a:lnTo>
                  <a:pt x="1198" y="1344"/>
                </a:lnTo>
                <a:lnTo>
                  <a:pt x="1197" y="1343"/>
                </a:lnTo>
                <a:lnTo>
                  <a:pt x="1197" y="1342"/>
                </a:lnTo>
                <a:lnTo>
                  <a:pt x="1196" y="1342"/>
                </a:lnTo>
                <a:lnTo>
                  <a:pt x="1196" y="1341"/>
                </a:lnTo>
                <a:lnTo>
                  <a:pt x="1196" y="1340"/>
                </a:lnTo>
                <a:lnTo>
                  <a:pt x="1195" y="1341"/>
                </a:lnTo>
                <a:lnTo>
                  <a:pt x="1194" y="1341"/>
                </a:lnTo>
                <a:lnTo>
                  <a:pt x="1194" y="1340"/>
                </a:lnTo>
                <a:lnTo>
                  <a:pt x="1193" y="1340"/>
                </a:lnTo>
                <a:lnTo>
                  <a:pt x="1193" y="1339"/>
                </a:lnTo>
                <a:lnTo>
                  <a:pt x="1192" y="1338"/>
                </a:lnTo>
                <a:lnTo>
                  <a:pt x="1191" y="1338"/>
                </a:lnTo>
                <a:lnTo>
                  <a:pt x="1190" y="1337"/>
                </a:lnTo>
                <a:lnTo>
                  <a:pt x="1190" y="1336"/>
                </a:lnTo>
                <a:lnTo>
                  <a:pt x="1189" y="1335"/>
                </a:lnTo>
                <a:lnTo>
                  <a:pt x="1188" y="1335"/>
                </a:lnTo>
                <a:lnTo>
                  <a:pt x="1187" y="1335"/>
                </a:lnTo>
                <a:lnTo>
                  <a:pt x="1186" y="1335"/>
                </a:lnTo>
                <a:lnTo>
                  <a:pt x="1186" y="1334"/>
                </a:lnTo>
                <a:lnTo>
                  <a:pt x="1185" y="1334"/>
                </a:lnTo>
                <a:lnTo>
                  <a:pt x="1185" y="1333"/>
                </a:lnTo>
                <a:lnTo>
                  <a:pt x="1184" y="1333"/>
                </a:lnTo>
                <a:lnTo>
                  <a:pt x="1184" y="1332"/>
                </a:lnTo>
                <a:lnTo>
                  <a:pt x="1184" y="1331"/>
                </a:lnTo>
                <a:lnTo>
                  <a:pt x="1185" y="1331"/>
                </a:lnTo>
                <a:lnTo>
                  <a:pt x="1184" y="1330"/>
                </a:lnTo>
                <a:lnTo>
                  <a:pt x="1183" y="1330"/>
                </a:lnTo>
                <a:lnTo>
                  <a:pt x="1183" y="1329"/>
                </a:lnTo>
                <a:lnTo>
                  <a:pt x="1182" y="1328"/>
                </a:lnTo>
                <a:lnTo>
                  <a:pt x="1182" y="1327"/>
                </a:lnTo>
                <a:lnTo>
                  <a:pt x="1182" y="1328"/>
                </a:lnTo>
                <a:lnTo>
                  <a:pt x="1183" y="1328"/>
                </a:lnTo>
                <a:lnTo>
                  <a:pt x="1183" y="1327"/>
                </a:lnTo>
                <a:lnTo>
                  <a:pt x="1182" y="1326"/>
                </a:lnTo>
                <a:lnTo>
                  <a:pt x="1181" y="1325"/>
                </a:lnTo>
                <a:lnTo>
                  <a:pt x="1181" y="1324"/>
                </a:lnTo>
                <a:lnTo>
                  <a:pt x="1181" y="1323"/>
                </a:lnTo>
                <a:lnTo>
                  <a:pt x="1180" y="1323"/>
                </a:lnTo>
                <a:lnTo>
                  <a:pt x="1179" y="1322"/>
                </a:lnTo>
                <a:lnTo>
                  <a:pt x="1179" y="1321"/>
                </a:lnTo>
                <a:lnTo>
                  <a:pt x="1178" y="1322"/>
                </a:lnTo>
                <a:lnTo>
                  <a:pt x="1178" y="1321"/>
                </a:lnTo>
                <a:lnTo>
                  <a:pt x="1177" y="1321"/>
                </a:lnTo>
                <a:lnTo>
                  <a:pt x="1176" y="1321"/>
                </a:lnTo>
                <a:lnTo>
                  <a:pt x="1175" y="1320"/>
                </a:lnTo>
                <a:lnTo>
                  <a:pt x="1171" y="1318"/>
                </a:lnTo>
                <a:lnTo>
                  <a:pt x="1170" y="1317"/>
                </a:lnTo>
                <a:lnTo>
                  <a:pt x="1169" y="1317"/>
                </a:lnTo>
                <a:lnTo>
                  <a:pt x="1168" y="1316"/>
                </a:lnTo>
                <a:lnTo>
                  <a:pt x="1169" y="1316"/>
                </a:lnTo>
                <a:lnTo>
                  <a:pt x="1169" y="1315"/>
                </a:lnTo>
                <a:lnTo>
                  <a:pt x="1170" y="1315"/>
                </a:lnTo>
                <a:lnTo>
                  <a:pt x="1171" y="1314"/>
                </a:lnTo>
                <a:lnTo>
                  <a:pt x="1172" y="1314"/>
                </a:lnTo>
                <a:lnTo>
                  <a:pt x="1173" y="1314"/>
                </a:lnTo>
                <a:lnTo>
                  <a:pt x="1174" y="1314"/>
                </a:lnTo>
                <a:lnTo>
                  <a:pt x="1175" y="1314"/>
                </a:lnTo>
                <a:lnTo>
                  <a:pt x="1176" y="1314"/>
                </a:lnTo>
                <a:lnTo>
                  <a:pt x="1177" y="1314"/>
                </a:lnTo>
                <a:lnTo>
                  <a:pt x="1179" y="1314"/>
                </a:lnTo>
                <a:lnTo>
                  <a:pt x="1180" y="1315"/>
                </a:lnTo>
                <a:lnTo>
                  <a:pt x="1181" y="1315"/>
                </a:lnTo>
                <a:lnTo>
                  <a:pt x="1182" y="1315"/>
                </a:lnTo>
                <a:lnTo>
                  <a:pt x="1183" y="1314"/>
                </a:lnTo>
                <a:lnTo>
                  <a:pt x="1184" y="1313"/>
                </a:lnTo>
                <a:lnTo>
                  <a:pt x="1185" y="1313"/>
                </a:lnTo>
                <a:lnTo>
                  <a:pt x="1186" y="1313"/>
                </a:lnTo>
                <a:lnTo>
                  <a:pt x="1187" y="1311"/>
                </a:lnTo>
                <a:lnTo>
                  <a:pt x="1187" y="1309"/>
                </a:lnTo>
                <a:lnTo>
                  <a:pt x="1186" y="1308"/>
                </a:lnTo>
                <a:lnTo>
                  <a:pt x="1186" y="1307"/>
                </a:lnTo>
                <a:lnTo>
                  <a:pt x="1187" y="1307"/>
                </a:lnTo>
                <a:lnTo>
                  <a:pt x="1188" y="1306"/>
                </a:lnTo>
                <a:lnTo>
                  <a:pt x="1189" y="1306"/>
                </a:lnTo>
                <a:lnTo>
                  <a:pt x="1190" y="1306"/>
                </a:lnTo>
                <a:lnTo>
                  <a:pt x="1192" y="1305"/>
                </a:lnTo>
                <a:lnTo>
                  <a:pt x="1193" y="1304"/>
                </a:lnTo>
                <a:lnTo>
                  <a:pt x="1193" y="1302"/>
                </a:lnTo>
                <a:lnTo>
                  <a:pt x="1194" y="1302"/>
                </a:lnTo>
                <a:lnTo>
                  <a:pt x="1195" y="1302"/>
                </a:lnTo>
                <a:lnTo>
                  <a:pt x="1196" y="1302"/>
                </a:lnTo>
                <a:lnTo>
                  <a:pt x="1196" y="1301"/>
                </a:lnTo>
                <a:lnTo>
                  <a:pt x="1196" y="1299"/>
                </a:lnTo>
                <a:lnTo>
                  <a:pt x="1196" y="1298"/>
                </a:lnTo>
                <a:lnTo>
                  <a:pt x="1195" y="1298"/>
                </a:lnTo>
                <a:lnTo>
                  <a:pt x="1195" y="1297"/>
                </a:lnTo>
                <a:lnTo>
                  <a:pt x="1195" y="1296"/>
                </a:lnTo>
                <a:lnTo>
                  <a:pt x="1195" y="1295"/>
                </a:lnTo>
                <a:lnTo>
                  <a:pt x="1196" y="1293"/>
                </a:lnTo>
                <a:lnTo>
                  <a:pt x="1197" y="1292"/>
                </a:lnTo>
                <a:lnTo>
                  <a:pt x="1197" y="1291"/>
                </a:lnTo>
                <a:lnTo>
                  <a:pt x="1198" y="1291"/>
                </a:lnTo>
                <a:lnTo>
                  <a:pt x="1197" y="1291"/>
                </a:lnTo>
                <a:lnTo>
                  <a:pt x="1196" y="1290"/>
                </a:lnTo>
                <a:lnTo>
                  <a:pt x="1195" y="1290"/>
                </a:lnTo>
                <a:lnTo>
                  <a:pt x="1195" y="1291"/>
                </a:lnTo>
                <a:lnTo>
                  <a:pt x="1194" y="1291"/>
                </a:lnTo>
                <a:lnTo>
                  <a:pt x="1193" y="1291"/>
                </a:lnTo>
                <a:lnTo>
                  <a:pt x="1191" y="1291"/>
                </a:lnTo>
                <a:lnTo>
                  <a:pt x="1190" y="1290"/>
                </a:lnTo>
                <a:lnTo>
                  <a:pt x="1189" y="1290"/>
                </a:lnTo>
                <a:lnTo>
                  <a:pt x="1188" y="1289"/>
                </a:lnTo>
                <a:lnTo>
                  <a:pt x="1188" y="1287"/>
                </a:lnTo>
                <a:lnTo>
                  <a:pt x="1188" y="1286"/>
                </a:lnTo>
                <a:lnTo>
                  <a:pt x="1187" y="1286"/>
                </a:lnTo>
                <a:lnTo>
                  <a:pt x="1187" y="1285"/>
                </a:lnTo>
                <a:lnTo>
                  <a:pt x="1187" y="1284"/>
                </a:lnTo>
                <a:lnTo>
                  <a:pt x="1188" y="1284"/>
                </a:lnTo>
                <a:lnTo>
                  <a:pt x="1189" y="1284"/>
                </a:lnTo>
                <a:lnTo>
                  <a:pt x="1190" y="1284"/>
                </a:lnTo>
                <a:lnTo>
                  <a:pt x="1190" y="1283"/>
                </a:lnTo>
                <a:lnTo>
                  <a:pt x="1191" y="1283"/>
                </a:lnTo>
                <a:lnTo>
                  <a:pt x="1192" y="1283"/>
                </a:lnTo>
                <a:lnTo>
                  <a:pt x="1193" y="1283"/>
                </a:lnTo>
                <a:lnTo>
                  <a:pt x="1194" y="1282"/>
                </a:lnTo>
                <a:lnTo>
                  <a:pt x="1195" y="1282"/>
                </a:lnTo>
                <a:lnTo>
                  <a:pt x="1195" y="1281"/>
                </a:lnTo>
                <a:lnTo>
                  <a:pt x="1196" y="1281"/>
                </a:lnTo>
                <a:lnTo>
                  <a:pt x="1196" y="1280"/>
                </a:lnTo>
                <a:lnTo>
                  <a:pt x="1196" y="1279"/>
                </a:lnTo>
                <a:lnTo>
                  <a:pt x="1198" y="1277"/>
                </a:lnTo>
                <a:lnTo>
                  <a:pt x="1198" y="1276"/>
                </a:lnTo>
                <a:lnTo>
                  <a:pt x="1199" y="1275"/>
                </a:lnTo>
                <a:lnTo>
                  <a:pt x="1195" y="1273"/>
                </a:lnTo>
                <a:lnTo>
                  <a:pt x="1195" y="1272"/>
                </a:lnTo>
                <a:lnTo>
                  <a:pt x="1195" y="1271"/>
                </a:lnTo>
                <a:lnTo>
                  <a:pt x="1196" y="1270"/>
                </a:lnTo>
                <a:lnTo>
                  <a:pt x="1193" y="1269"/>
                </a:lnTo>
                <a:lnTo>
                  <a:pt x="1192" y="1270"/>
                </a:lnTo>
                <a:lnTo>
                  <a:pt x="1191" y="1270"/>
                </a:lnTo>
                <a:lnTo>
                  <a:pt x="1190" y="1270"/>
                </a:lnTo>
                <a:lnTo>
                  <a:pt x="1189" y="1270"/>
                </a:lnTo>
                <a:lnTo>
                  <a:pt x="1188" y="1270"/>
                </a:lnTo>
                <a:lnTo>
                  <a:pt x="1188" y="1269"/>
                </a:lnTo>
                <a:lnTo>
                  <a:pt x="1188" y="1268"/>
                </a:lnTo>
                <a:lnTo>
                  <a:pt x="1187" y="1267"/>
                </a:lnTo>
                <a:lnTo>
                  <a:pt x="1187" y="1266"/>
                </a:lnTo>
                <a:lnTo>
                  <a:pt x="1186" y="1265"/>
                </a:lnTo>
                <a:lnTo>
                  <a:pt x="1185" y="1263"/>
                </a:lnTo>
                <a:lnTo>
                  <a:pt x="1185" y="1262"/>
                </a:lnTo>
                <a:lnTo>
                  <a:pt x="1185" y="1261"/>
                </a:lnTo>
                <a:lnTo>
                  <a:pt x="1185" y="1260"/>
                </a:lnTo>
                <a:lnTo>
                  <a:pt x="1184" y="1259"/>
                </a:lnTo>
                <a:lnTo>
                  <a:pt x="1184" y="1258"/>
                </a:lnTo>
                <a:lnTo>
                  <a:pt x="1182" y="1257"/>
                </a:lnTo>
                <a:lnTo>
                  <a:pt x="1181" y="1256"/>
                </a:lnTo>
                <a:lnTo>
                  <a:pt x="1180" y="1256"/>
                </a:lnTo>
                <a:lnTo>
                  <a:pt x="1179" y="1256"/>
                </a:lnTo>
                <a:lnTo>
                  <a:pt x="1179" y="1257"/>
                </a:lnTo>
                <a:lnTo>
                  <a:pt x="1178" y="1256"/>
                </a:lnTo>
                <a:lnTo>
                  <a:pt x="1177" y="1257"/>
                </a:lnTo>
                <a:lnTo>
                  <a:pt x="1176" y="1258"/>
                </a:lnTo>
                <a:lnTo>
                  <a:pt x="1175" y="1258"/>
                </a:lnTo>
                <a:lnTo>
                  <a:pt x="1175" y="1259"/>
                </a:lnTo>
                <a:lnTo>
                  <a:pt x="1174" y="1260"/>
                </a:lnTo>
                <a:lnTo>
                  <a:pt x="1174" y="1261"/>
                </a:lnTo>
                <a:lnTo>
                  <a:pt x="1173" y="1261"/>
                </a:lnTo>
                <a:lnTo>
                  <a:pt x="1172" y="1262"/>
                </a:lnTo>
                <a:lnTo>
                  <a:pt x="1171" y="1263"/>
                </a:lnTo>
                <a:lnTo>
                  <a:pt x="1170" y="1263"/>
                </a:lnTo>
                <a:lnTo>
                  <a:pt x="1168" y="1262"/>
                </a:lnTo>
                <a:lnTo>
                  <a:pt x="1167" y="1261"/>
                </a:lnTo>
                <a:lnTo>
                  <a:pt x="1168" y="1261"/>
                </a:lnTo>
                <a:lnTo>
                  <a:pt x="1169" y="1259"/>
                </a:lnTo>
                <a:lnTo>
                  <a:pt x="1169" y="1258"/>
                </a:lnTo>
                <a:lnTo>
                  <a:pt x="1168" y="1257"/>
                </a:lnTo>
                <a:lnTo>
                  <a:pt x="1167" y="1256"/>
                </a:lnTo>
                <a:lnTo>
                  <a:pt x="1167" y="1255"/>
                </a:lnTo>
                <a:lnTo>
                  <a:pt x="1165" y="1252"/>
                </a:lnTo>
                <a:lnTo>
                  <a:pt x="1165" y="1251"/>
                </a:lnTo>
                <a:lnTo>
                  <a:pt x="1164" y="1250"/>
                </a:lnTo>
                <a:lnTo>
                  <a:pt x="1164" y="1249"/>
                </a:lnTo>
                <a:lnTo>
                  <a:pt x="1164" y="1248"/>
                </a:lnTo>
                <a:lnTo>
                  <a:pt x="1164" y="1247"/>
                </a:lnTo>
                <a:lnTo>
                  <a:pt x="1164" y="1246"/>
                </a:lnTo>
                <a:lnTo>
                  <a:pt x="1165" y="1246"/>
                </a:lnTo>
                <a:lnTo>
                  <a:pt x="1165" y="1245"/>
                </a:lnTo>
                <a:lnTo>
                  <a:pt x="1164" y="1245"/>
                </a:lnTo>
                <a:lnTo>
                  <a:pt x="1163" y="1245"/>
                </a:lnTo>
                <a:lnTo>
                  <a:pt x="1162" y="1245"/>
                </a:lnTo>
                <a:lnTo>
                  <a:pt x="1162" y="1244"/>
                </a:lnTo>
                <a:lnTo>
                  <a:pt x="1161" y="1243"/>
                </a:lnTo>
                <a:lnTo>
                  <a:pt x="1161" y="1242"/>
                </a:lnTo>
                <a:lnTo>
                  <a:pt x="1161" y="1241"/>
                </a:lnTo>
                <a:lnTo>
                  <a:pt x="1162" y="1241"/>
                </a:lnTo>
                <a:lnTo>
                  <a:pt x="1162" y="1240"/>
                </a:lnTo>
                <a:lnTo>
                  <a:pt x="1163" y="1240"/>
                </a:lnTo>
                <a:lnTo>
                  <a:pt x="1163" y="1239"/>
                </a:lnTo>
                <a:lnTo>
                  <a:pt x="1164" y="1239"/>
                </a:lnTo>
                <a:lnTo>
                  <a:pt x="1164" y="1238"/>
                </a:lnTo>
                <a:lnTo>
                  <a:pt x="1163" y="1237"/>
                </a:lnTo>
                <a:lnTo>
                  <a:pt x="1163" y="1236"/>
                </a:lnTo>
                <a:lnTo>
                  <a:pt x="1163" y="1235"/>
                </a:lnTo>
                <a:lnTo>
                  <a:pt x="1162" y="1234"/>
                </a:lnTo>
                <a:lnTo>
                  <a:pt x="1162" y="1233"/>
                </a:lnTo>
                <a:lnTo>
                  <a:pt x="1162" y="1232"/>
                </a:lnTo>
                <a:lnTo>
                  <a:pt x="1164" y="1230"/>
                </a:lnTo>
                <a:lnTo>
                  <a:pt x="1164" y="1229"/>
                </a:lnTo>
                <a:lnTo>
                  <a:pt x="1164" y="1228"/>
                </a:lnTo>
                <a:lnTo>
                  <a:pt x="1163" y="1228"/>
                </a:lnTo>
                <a:lnTo>
                  <a:pt x="1163" y="1227"/>
                </a:lnTo>
                <a:lnTo>
                  <a:pt x="1163" y="1226"/>
                </a:lnTo>
                <a:lnTo>
                  <a:pt x="1162" y="1226"/>
                </a:lnTo>
                <a:lnTo>
                  <a:pt x="1162" y="1225"/>
                </a:lnTo>
                <a:lnTo>
                  <a:pt x="1163" y="1224"/>
                </a:lnTo>
                <a:lnTo>
                  <a:pt x="1164" y="1223"/>
                </a:lnTo>
                <a:lnTo>
                  <a:pt x="1164" y="1222"/>
                </a:lnTo>
                <a:lnTo>
                  <a:pt x="1163" y="1222"/>
                </a:lnTo>
                <a:lnTo>
                  <a:pt x="1161" y="1221"/>
                </a:lnTo>
                <a:lnTo>
                  <a:pt x="1160" y="1221"/>
                </a:lnTo>
                <a:lnTo>
                  <a:pt x="1160" y="1220"/>
                </a:lnTo>
                <a:lnTo>
                  <a:pt x="1160" y="1219"/>
                </a:lnTo>
                <a:lnTo>
                  <a:pt x="1160" y="1217"/>
                </a:lnTo>
                <a:lnTo>
                  <a:pt x="1161" y="1216"/>
                </a:lnTo>
                <a:lnTo>
                  <a:pt x="1162" y="1215"/>
                </a:lnTo>
                <a:lnTo>
                  <a:pt x="1163" y="1215"/>
                </a:lnTo>
                <a:lnTo>
                  <a:pt x="1164" y="1215"/>
                </a:lnTo>
                <a:lnTo>
                  <a:pt x="1165" y="1215"/>
                </a:lnTo>
                <a:lnTo>
                  <a:pt x="1167" y="1216"/>
                </a:lnTo>
                <a:lnTo>
                  <a:pt x="1168" y="1216"/>
                </a:lnTo>
                <a:lnTo>
                  <a:pt x="1168" y="1215"/>
                </a:lnTo>
                <a:lnTo>
                  <a:pt x="1169" y="1215"/>
                </a:lnTo>
                <a:lnTo>
                  <a:pt x="1169" y="1214"/>
                </a:lnTo>
                <a:lnTo>
                  <a:pt x="1171" y="1214"/>
                </a:lnTo>
                <a:lnTo>
                  <a:pt x="1171" y="1215"/>
                </a:lnTo>
                <a:lnTo>
                  <a:pt x="1172" y="1215"/>
                </a:lnTo>
                <a:lnTo>
                  <a:pt x="1173" y="1215"/>
                </a:lnTo>
                <a:lnTo>
                  <a:pt x="1174" y="1215"/>
                </a:lnTo>
                <a:lnTo>
                  <a:pt x="1174" y="1214"/>
                </a:lnTo>
                <a:lnTo>
                  <a:pt x="1174" y="1213"/>
                </a:lnTo>
                <a:lnTo>
                  <a:pt x="1174" y="1212"/>
                </a:lnTo>
                <a:lnTo>
                  <a:pt x="1175" y="1211"/>
                </a:lnTo>
                <a:lnTo>
                  <a:pt x="1175" y="1210"/>
                </a:lnTo>
                <a:lnTo>
                  <a:pt x="1176" y="1210"/>
                </a:lnTo>
                <a:lnTo>
                  <a:pt x="1177" y="1211"/>
                </a:lnTo>
                <a:lnTo>
                  <a:pt x="1178" y="1211"/>
                </a:lnTo>
                <a:lnTo>
                  <a:pt x="1180" y="1211"/>
                </a:lnTo>
                <a:lnTo>
                  <a:pt x="1180" y="1209"/>
                </a:lnTo>
                <a:lnTo>
                  <a:pt x="1181" y="1208"/>
                </a:lnTo>
                <a:lnTo>
                  <a:pt x="1181" y="1207"/>
                </a:lnTo>
                <a:lnTo>
                  <a:pt x="1182" y="1205"/>
                </a:lnTo>
                <a:lnTo>
                  <a:pt x="1182" y="1204"/>
                </a:lnTo>
                <a:lnTo>
                  <a:pt x="1183" y="1204"/>
                </a:lnTo>
                <a:lnTo>
                  <a:pt x="1183" y="1203"/>
                </a:lnTo>
                <a:lnTo>
                  <a:pt x="1184" y="1203"/>
                </a:lnTo>
                <a:lnTo>
                  <a:pt x="1185" y="1203"/>
                </a:lnTo>
                <a:lnTo>
                  <a:pt x="1186" y="1202"/>
                </a:lnTo>
                <a:lnTo>
                  <a:pt x="1186" y="1203"/>
                </a:lnTo>
                <a:lnTo>
                  <a:pt x="1187" y="1203"/>
                </a:lnTo>
                <a:lnTo>
                  <a:pt x="1189" y="1203"/>
                </a:lnTo>
                <a:lnTo>
                  <a:pt x="1190" y="1203"/>
                </a:lnTo>
                <a:lnTo>
                  <a:pt x="1190" y="1202"/>
                </a:lnTo>
                <a:lnTo>
                  <a:pt x="1191" y="1202"/>
                </a:lnTo>
                <a:lnTo>
                  <a:pt x="1191" y="1201"/>
                </a:lnTo>
                <a:lnTo>
                  <a:pt x="1191" y="1199"/>
                </a:lnTo>
                <a:lnTo>
                  <a:pt x="1191" y="1198"/>
                </a:lnTo>
                <a:lnTo>
                  <a:pt x="1192" y="1198"/>
                </a:lnTo>
                <a:lnTo>
                  <a:pt x="1193" y="1197"/>
                </a:lnTo>
                <a:lnTo>
                  <a:pt x="1192" y="1197"/>
                </a:lnTo>
                <a:lnTo>
                  <a:pt x="1191" y="1197"/>
                </a:lnTo>
                <a:lnTo>
                  <a:pt x="1191" y="1196"/>
                </a:lnTo>
                <a:lnTo>
                  <a:pt x="1190" y="1196"/>
                </a:lnTo>
                <a:lnTo>
                  <a:pt x="1190" y="1195"/>
                </a:lnTo>
                <a:lnTo>
                  <a:pt x="1189" y="1194"/>
                </a:lnTo>
                <a:lnTo>
                  <a:pt x="1189" y="1195"/>
                </a:lnTo>
                <a:lnTo>
                  <a:pt x="1189" y="1194"/>
                </a:lnTo>
                <a:lnTo>
                  <a:pt x="1188" y="1194"/>
                </a:lnTo>
                <a:lnTo>
                  <a:pt x="1187" y="1194"/>
                </a:lnTo>
                <a:lnTo>
                  <a:pt x="1186" y="1194"/>
                </a:lnTo>
                <a:lnTo>
                  <a:pt x="1185" y="1194"/>
                </a:lnTo>
                <a:lnTo>
                  <a:pt x="1185" y="1193"/>
                </a:lnTo>
                <a:lnTo>
                  <a:pt x="1184" y="1193"/>
                </a:lnTo>
                <a:lnTo>
                  <a:pt x="1183" y="1192"/>
                </a:lnTo>
                <a:lnTo>
                  <a:pt x="1182" y="1192"/>
                </a:lnTo>
                <a:lnTo>
                  <a:pt x="1182" y="1193"/>
                </a:lnTo>
                <a:lnTo>
                  <a:pt x="1181" y="1193"/>
                </a:lnTo>
                <a:lnTo>
                  <a:pt x="1180" y="1193"/>
                </a:lnTo>
                <a:lnTo>
                  <a:pt x="1179" y="1193"/>
                </a:lnTo>
                <a:lnTo>
                  <a:pt x="1177" y="1194"/>
                </a:lnTo>
                <a:lnTo>
                  <a:pt x="1176" y="1195"/>
                </a:lnTo>
                <a:lnTo>
                  <a:pt x="1175" y="1196"/>
                </a:lnTo>
                <a:lnTo>
                  <a:pt x="1175" y="1197"/>
                </a:lnTo>
                <a:lnTo>
                  <a:pt x="1174" y="1198"/>
                </a:lnTo>
                <a:lnTo>
                  <a:pt x="1172" y="1199"/>
                </a:lnTo>
                <a:lnTo>
                  <a:pt x="1171" y="1199"/>
                </a:lnTo>
                <a:lnTo>
                  <a:pt x="1170" y="1199"/>
                </a:lnTo>
                <a:lnTo>
                  <a:pt x="1170" y="1198"/>
                </a:lnTo>
                <a:lnTo>
                  <a:pt x="1170" y="1197"/>
                </a:lnTo>
                <a:lnTo>
                  <a:pt x="1170" y="1196"/>
                </a:lnTo>
                <a:lnTo>
                  <a:pt x="1170" y="1195"/>
                </a:lnTo>
                <a:lnTo>
                  <a:pt x="1169" y="1195"/>
                </a:lnTo>
                <a:lnTo>
                  <a:pt x="1168" y="1195"/>
                </a:lnTo>
                <a:lnTo>
                  <a:pt x="1167" y="1195"/>
                </a:lnTo>
                <a:lnTo>
                  <a:pt x="1167" y="1196"/>
                </a:lnTo>
                <a:lnTo>
                  <a:pt x="1166" y="1196"/>
                </a:lnTo>
                <a:lnTo>
                  <a:pt x="1165" y="1196"/>
                </a:lnTo>
                <a:lnTo>
                  <a:pt x="1164" y="1195"/>
                </a:lnTo>
                <a:lnTo>
                  <a:pt x="1163" y="1194"/>
                </a:lnTo>
                <a:lnTo>
                  <a:pt x="1163" y="1193"/>
                </a:lnTo>
                <a:lnTo>
                  <a:pt x="1162" y="1192"/>
                </a:lnTo>
                <a:lnTo>
                  <a:pt x="1162" y="1191"/>
                </a:lnTo>
                <a:lnTo>
                  <a:pt x="1162" y="1190"/>
                </a:lnTo>
                <a:lnTo>
                  <a:pt x="1161" y="1189"/>
                </a:lnTo>
                <a:lnTo>
                  <a:pt x="1160" y="1189"/>
                </a:lnTo>
                <a:lnTo>
                  <a:pt x="1159" y="1190"/>
                </a:lnTo>
                <a:lnTo>
                  <a:pt x="1159" y="1191"/>
                </a:lnTo>
                <a:lnTo>
                  <a:pt x="1160" y="1192"/>
                </a:lnTo>
                <a:lnTo>
                  <a:pt x="1159" y="1193"/>
                </a:lnTo>
                <a:lnTo>
                  <a:pt x="1159" y="1194"/>
                </a:lnTo>
                <a:lnTo>
                  <a:pt x="1158" y="1195"/>
                </a:lnTo>
                <a:lnTo>
                  <a:pt x="1156" y="1195"/>
                </a:lnTo>
                <a:lnTo>
                  <a:pt x="1156" y="1194"/>
                </a:lnTo>
                <a:lnTo>
                  <a:pt x="1155" y="1194"/>
                </a:lnTo>
                <a:lnTo>
                  <a:pt x="1154" y="1194"/>
                </a:lnTo>
                <a:lnTo>
                  <a:pt x="1153" y="1194"/>
                </a:lnTo>
                <a:lnTo>
                  <a:pt x="1151" y="1195"/>
                </a:lnTo>
                <a:lnTo>
                  <a:pt x="1150" y="1195"/>
                </a:lnTo>
                <a:lnTo>
                  <a:pt x="1148" y="1194"/>
                </a:lnTo>
                <a:lnTo>
                  <a:pt x="1147" y="1194"/>
                </a:lnTo>
                <a:lnTo>
                  <a:pt x="1147" y="1193"/>
                </a:lnTo>
                <a:lnTo>
                  <a:pt x="1146" y="1193"/>
                </a:lnTo>
                <a:lnTo>
                  <a:pt x="1146" y="1194"/>
                </a:lnTo>
                <a:lnTo>
                  <a:pt x="1145" y="1194"/>
                </a:lnTo>
                <a:lnTo>
                  <a:pt x="1144" y="1194"/>
                </a:lnTo>
                <a:lnTo>
                  <a:pt x="1143" y="1194"/>
                </a:lnTo>
                <a:lnTo>
                  <a:pt x="1142" y="1194"/>
                </a:lnTo>
                <a:lnTo>
                  <a:pt x="1141" y="1194"/>
                </a:lnTo>
                <a:lnTo>
                  <a:pt x="1140" y="1194"/>
                </a:lnTo>
                <a:lnTo>
                  <a:pt x="1139" y="1194"/>
                </a:lnTo>
                <a:lnTo>
                  <a:pt x="1138" y="1194"/>
                </a:lnTo>
                <a:lnTo>
                  <a:pt x="1138" y="1195"/>
                </a:lnTo>
                <a:lnTo>
                  <a:pt x="1137" y="1195"/>
                </a:lnTo>
                <a:lnTo>
                  <a:pt x="1136" y="1196"/>
                </a:lnTo>
                <a:lnTo>
                  <a:pt x="1136" y="1197"/>
                </a:lnTo>
                <a:lnTo>
                  <a:pt x="1136" y="1198"/>
                </a:lnTo>
                <a:lnTo>
                  <a:pt x="1136" y="1199"/>
                </a:lnTo>
                <a:lnTo>
                  <a:pt x="1136" y="1200"/>
                </a:lnTo>
                <a:lnTo>
                  <a:pt x="1135" y="1200"/>
                </a:lnTo>
                <a:lnTo>
                  <a:pt x="1134" y="1201"/>
                </a:lnTo>
                <a:lnTo>
                  <a:pt x="1133" y="1201"/>
                </a:lnTo>
                <a:lnTo>
                  <a:pt x="1132" y="1201"/>
                </a:lnTo>
                <a:lnTo>
                  <a:pt x="1131" y="1200"/>
                </a:lnTo>
                <a:lnTo>
                  <a:pt x="1131" y="1199"/>
                </a:lnTo>
                <a:lnTo>
                  <a:pt x="1130" y="1199"/>
                </a:lnTo>
                <a:lnTo>
                  <a:pt x="1130" y="1198"/>
                </a:lnTo>
                <a:lnTo>
                  <a:pt x="1129" y="1198"/>
                </a:lnTo>
                <a:lnTo>
                  <a:pt x="1129" y="1197"/>
                </a:lnTo>
                <a:lnTo>
                  <a:pt x="1128" y="1196"/>
                </a:lnTo>
                <a:lnTo>
                  <a:pt x="1127" y="1196"/>
                </a:lnTo>
                <a:lnTo>
                  <a:pt x="1126" y="1196"/>
                </a:lnTo>
                <a:lnTo>
                  <a:pt x="1125" y="1196"/>
                </a:lnTo>
                <a:lnTo>
                  <a:pt x="1124" y="1197"/>
                </a:lnTo>
                <a:lnTo>
                  <a:pt x="1123" y="1197"/>
                </a:lnTo>
                <a:lnTo>
                  <a:pt x="1121" y="1197"/>
                </a:lnTo>
                <a:lnTo>
                  <a:pt x="1120" y="1198"/>
                </a:lnTo>
                <a:lnTo>
                  <a:pt x="1118" y="1198"/>
                </a:lnTo>
                <a:lnTo>
                  <a:pt x="1117" y="1198"/>
                </a:lnTo>
                <a:lnTo>
                  <a:pt x="1116" y="1199"/>
                </a:lnTo>
                <a:lnTo>
                  <a:pt x="1115" y="1199"/>
                </a:lnTo>
                <a:lnTo>
                  <a:pt x="1113" y="1199"/>
                </a:lnTo>
                <a:lnTo>
                  <a:pt x="1110" y="1200"/>
                </a:lnTo>
                <a:lnTo>
                  <a:pt x="1109" y="1201"/>
                </a:lnTo>
                <a:lnTo>
                  <a:pt x="1108" y="1201"/>
                </a:lnTo>
                <a:lnTo>
                  <a:pt x="1107" y="1201"/>
                </a:lnTo>
                <a:lnTo>
                  <a:pt x="1106" y="1201"/>
                </a:lnTo>
                <a:lnTo>
                  <a:pt x="1106" y="1200"/>
                </a:lnTo>
                <a:lnTo>
                  <a:pt x="1105" y="1200"/>
                </a:lnTo>
                <a:lnTo>
                  <a:pt x="1105" y="1198"/>
                </a:lnTo>
                <a:lnTo>
                  <a:pt x="1105" y="1197"/>
                </a:lnTo>
                <a:lnTo>
                  <a:pt x="1104" y="1197"/>
                </a:lnTo>
                <a:lnTo>
                  <a:pt x="1104" y="1196"/>
                </a:lnTo>
                <a:lnTo>
                  <a:pt x="1103" y="1196"/>
                </a:lnTo>
                <a:lnTo>
                  <a:pt x="1102" y="1196"/>
                </a:lnTo>
                <a:lnTo>
                  <a:pt x="1102" y="1195"/>
                </a:lnTo>
                <a:lnTo>
                  <a:pt x="1101" y="1195"/>
                </a:lnTo>
                <a:lnTo>
                  <a:pt x="1100" y="1195"/>
                </a:lnTo>
                <a:lnTo>
                  <a:pt x="1100" y="1196"/>
                </a:lnTo>
                <a:lnTo>
                  <a:pt x="1099" y="1196"/>
                </a:lnTo>
                <a:lnTo>
                  <a:pt x="1099" y="1197"/>
                </a:lnTo>
                <a:lnTo>
                  <a:pt x="1098" y="1197"/>
                </a:lnTo>
                <a:lnTo>
                  <a:pt x="1096" y="1197"/>
                </a:lnTo>
                <a:lnTo>
                  <a:pt x="1095" y="1197"/>
                </a:lnTo>
                <a:lnTo>
                  <a:pt x="1094" y="1196"/>
                </a:lnTo>
                <a:lnTo>
                  <a:pt x="1093" y="1195"/>
                </a:lnTo>
                <a:lnTo>
                  <a:pt x="1093" y="1194"/>
                </a:lnTo>
                <a:lnTo>
                  <a:pt x="1093" y="1193"/>
                </a:lnTo>
                <a:lnTo>
                  <a:pt x="1094" y="1193"/>
                </a:lnTo>
                <a:lnTo>
                  <a:pt x="1094" y="1192"/>
                </a:lnTo>
                <a:lnTo>
                  <a:pt x="1094" y="1191"/>
                </a:lnTo>
                <a:lnTo>
                  <a:pt x="1094" y="1190"/>
                </a:lnTo>
                <a:lnTo>
                  <a:pt x="1093" y="1189"/>
                </a:lnTo>
                <a:lnTo>
                  <a:pt x="1092" y="1188"/>
                </a:lnTo>
                <a:lnTo>
                  <a:pt x="1091" y="1187"/>
                </a:lnTo>
                <a:lnTo>
                  <a:pt x="1090" y="1187"/>
                </a:lnTo>
                <a:lnTo>
                  <a:pt x="1090" y="1188"/>
                </a:lnTo>
                <a:lnTo>
                  <a:pt x="1089" y="1188"/>
                </a:lnTo>
                <a:lnTo>
                  <a:pt x="1089" y="1189"/>
                </a:lnTo>
                <a:lnTo>
                  <a:pt x="1089" y="1190"/>
                </a:lnTo>
                <a:lnTo>
                  <a:pt x="1088" y="1190"/>
                </a:lnTo>
                <a:lnTo>
                  <a:pt x="1088" y="1191"/>
                </a:lnTo>
                <a:lnTo>
                  <a:pt x="1088" y="1192"/>
                </a:lnTo>
                <a:lnTo>
                  <a:pt x="1088" y="1193"/>
                </a:lnTo>
                <a:lnTo>
                  <a:pt x="1088" y="1195"/>
                </a:lnTo>
                <a:lnTo>
                  <a:pt x="1087" y="1196"/>
                </a:lnTo>
                <a:lnTo>
                  <a:pt x="1087" y="1197"/>
                </a:lnTo>
                <a:lnTo>
                  <a:pt x="1087" y="1199"/>
                </a:lnTo>
                <a:lnTo>
                  <a:pt x="1087" y="1201"/>
                </a:lnTo>
                <a:lnTo>
                  <a:pt x="1087" y="1202"/>
                </a:lnTo>
                <a:lnTo>
                  <a:pt x="1087" y="1203"/>
                </a:lnTo>
                <a:lnTo>
                  <a:pt x="1087" y="1204"/>
                </a:lnTo>
                <a:lnTo>
                  <a:pt x="1087" y="1205"/>
                </a:lnTo>
                <a:lnTo>
                  <a:pt x="1086" y="1205"/>
                </a:lnTo>
                <a:lnTo>
                  <a:pt x="1086" y="1206"/>
                </a:lnTo>
                <a:lnTo>
                  <a:pt x="1085" y="1206"/>
                </a:lnTo>
                <a:lnTo>
                  <a:pt x="1085" y="1207"/>
                </a:lnTo>
                <a:lnTo>
                  <a:pt x="1084" y="1207"/>
                </a:lnTo>
                <a:lnTo>
                  <a:pt x="1084" y="1208"/>
                </a:lnTo>
                <a:lnTo>
                  <a:pt x="1083" y="1208"/>
                </a:lnTo>
                <a:lnTo>
                  <a:pt x="1082" y="1208"/>
                </a:lnTo>
                <a:lnTo>
                  <a:pt x="1082" y="1209"/>
                </a:lnTo>
                <a:lnTo>
                  <a:pt x="1081" y="1209"/>
                </a:lnTo>
                <a:lnTo>
                  <a:pt x="1081" y="1211"/>
                </a:lnTo>
                <a:lnTo>
                  <a:pt x="1081" y="1212"/>
                </a:lnTo>
                <a:lnTo>
                  <a:pt x="1081" y="1213"/>
                </a:lnTo>
                <a:lnTo>
                  <a:pt x="1081" y="1214"/>
                </a:lnTo>
                <a:lnTo>
                  <a:pt x="1081" y="1215"/>
                </a:lnTo>
                <a:lnTo>
                  <a:pt x="1080" y="1216"/>
                </a:lnTo>
                <a:lnTo>
                  <a:pt x="1079" y="1216"/>
                </a:lnTo>
                <a:lnTo>
                  <a:pt x="1078" y="1216"/>
                </a:lnTo>
                <a:lnTo>
                  <a:pt x="1078" y="1217"/>
                </a:lnTo>
                <a:lnTo>
                  <a:pt x="1077" y="1217"/>
                </a:lnTo>
                <a:lnTo>
                  <a:pt x="1079" y="1220"/>
                </a:lnTo>
                <a:lnTo>
                  <a:pt x="1079" y="1221"/>
                </a:lnTo>
                <a:lnTo>
                  <a:pt x="1080" y="1221"/>
                </a:lnTo>
                <a:lnTo>
                  <a:pt x="1081" y="1222"/>
                </a:lnTo>
                <a:lnTo>
                  <a:pt x="1082" y="1223"/>
                </a:lnTo>
                <a:lnTo>
                  <a:pt x="1083" y="1223"/>
                </a:lnTo>
                <a:lnTo>
                  <a:pt x="1083" y="1224"/>
                </a:lnTo>
                <a:lnTo>
                  <a:pt x="1083" y="1225"/>
                </a:lnTo>
                <a:lnTo>
                  <a:pt x="1083" y="1226"/>
                </a:lnTo>
                <a:lnTo>
                  <a:pt x="1084" y="1226"/>
                </a:lnTo>
                <a:lnTo>
                  <a:pt x="1084" y="1227"/>
                </a:lnTo>
                <a:lnTo>
                  <a:pt x="1085" y="1228"/>
                </a:lnTo>
                <a:lnTo>
                  <a:pt x="1085" y="1229"/>
                </a:lnTo>
                <a:lnTo>
                  <a:pt x="1086" y="1230"/>
                </a:lnTo>
                <a:lnTo>
                  <a:pt x="1086" y="1232"/>
                </a:lnTo>
                <a:lnTo>
                  <a:pt x="1085" y="1232"/>
                </a:lnTo>
                <a:lnTo>
                  <a:pt x="1085" y="1235"/>
                </a:lnTo>
                <a:lnTo>
                  <a:pt x="1086" y="1236"/>
                </a:lnTo>
                <a:lnTo>
                  <a:pt x="1087" y="1238"/>
                </a:lnTo>
                <a:lnTo>
                  <a:pt x="1087" y="1239"/>
                </a:lnTo>
                <a:lnTo>
                  <a:pt x="1088" y="1240"/>
                </a:lnTo>
                <a:lnTo>
                  <a:pt x="1089" y="1241"/>
                </a:lnTo>
                <a:lnTo>
                  <a:pt x="1090" y="1242"/>
                </a:lnTo>
                <a:lnTo>
                  <a:pt x="1090" y="1243"/>
                </a:lnTo>
                <a:lnTo>
                  <a:pt x="1091" y="1246"/>
                </a:lnTo>
                <a:lnTo>
                  <a:pt x="1091" y="1247"/>
                </a:lnTo>
                <a:lnTo>
                  <a:pt x="1091" y="1248"/>
                </a:lnTo>
                <a:lnTo>
                  <a:pt x="1090" y="1249"/>
                </a:lnTo>
                <a:lnTo>
                  <a:pt x="1090" y="1251"/>
                </a:lnTo>
                <a:lnTo>
                  <a:pt x="1090" y="1252"/>
                </a:lnTo>
                <a:lnTo>
                  <a:pt x="1090" y="1253"/>
                </a:lnTo>
                <a:lnTo>
                  <a:pt x="1090" y="1254"/>
                </a:lnTo>
                <a:lnTo>
                  <a:pt x="1091" y="1254"/>
                </a:lnTo>
                <a:lnTo>
                  <a:pt x="1091" y="1255"/>
                </a:lnTo>
                <a:lnTo>
                  <a:pt x="1092" y="1256"/>
                </a:lnTo>
                <a:lnTo>
                  <a:pt x="1092" y="1257"/>
                </a:lnTo>
                <a:lnTo>
                  <a:pt x="1093" y="1257"/>
                </a:lnTo>
                <a:lnTo>
                  <a:pt x="1093" y="1259"/>
                </a:lnTo>
                <a:lnTo>
                  <a:pt x="1093" y="1260"/>
                </a:lnTo>
                <a:lnTo>
                  <a:pt x="1094" y="1260"/>
                </a:lnTo>
                <a:lnTo>
                  <a:pt x="1094" y="1261"/>
                </a:lnTo>
                <a:lnTo>
                  <a:pt x="1093" y="1262"/>
                </a:lnTo>
                <a:lnTo>
                  <a:pt x="1093" y="1263"/>
                </a:lnTo>
                <a:lnTo>
                  <a:pt x="1092" y="1263"/>
                </a:lnTo>
                <a:lnTo>
                  <a:pt x="1092" y="1264"/>
                </a:lnTo>
                <a:lnTo>
                  <a:pt x="1091" y="1264"/>
                </a:lnTo>
                <a:lnTo>
                  <a:pt x="1090" y="1264"/>
                </a:lnTo>
                <a:lnTo>
                  <a:pt x="1088" y="1266"/>
                </a:lnTo>
                <a:lnTo>
                  <a:pt x="1087" y="1266"/>
                </a:lnTo>
                <a:lnTo>
                  <a:pt x="1085" y="1266"/>
                </a:lnTo>
                <a:lnTo>
                  <a:pt x="1084" y="1268"/>
                </a:lnTo>
                <a:lnTo>
                  <a:pt x="1084" y="1269"/>
                </a:lnTo>
                <a:lnTo>
                  <a:pt x="1082" y="1270"/>
                </a:lnTo>
                <a:lnTo>
                  <a:pt x="1081" y="1271"/>
                </a:lnTo>
                <a:lnTo>
                  <a:pt x="1080" y="1271"/>
                </a:lnTo>
                <a:lnTo>
                  <a:pt x="1078" y="1272"/>
                </a:lnTo>
                <a:lnTo>
                  <a:pt x="1077" y="1272"/>
                </a:lnTo>
                <a:lnTo>
                  <a:pt x="1077" y="1273"/>
                </a:lnTo>
                <a:lnTo>
                  <a:pt x="1077" y="1274"/>
                </a:lnTo>
                <a:lnTo>
                  <a:pt x="1076" y="1275"/>
                </a:lnTo>
                <a:lnTo>
                  <a:pt x="1075" y="1276"/>
                </a:lnTo>
                <a:lnTo>
                  <a:pt x="1075" y="1277"/>
                </a:lnTo>
                <a:lnTo>
                  <a:pt x="1074" y="1277"/>
                </a:lnTo>
                <a:lnTo>
                  <a:pt x="1073" y="1277"/>
                </a:lnTo>
                <a:lnTo>
                  <a:pt x="1072" y="1276"/>
                </a:lnTo>
                <a:lnTo>
                  <a:pt x="1071" y="1276"/>
                </a:lnTo>
                <a:lnTo>
                  <a:pt x="1070" y="1276"/>
                </a:lnTo>
                <a:lnTo>
                  <a:pt x="1069" y="1276"/>
                </a:lnTo>
                <a:lnTo>
                  <a:pt x="1068" y="1276"/>
                </a:lnTo>
                <a:lnTo>
                  <a:pt x="1068" y="1277"/>
                </a:lnTo>
                <a:lnTo>
                  <a:pt x="1067" y="1277"/>
                </a:lnTo>
                <a:lnTo>
                  <a:pt x="1067" y="1278"/>
                </a:lnTo>
                <a:lnTo>
                  <a:pt x="1067" y="1279"/>
                </a:lnTo>
                <a:lnTo>
                  <a:pt x="1067" y="1280"/>
                </a:lnTo>
                <a:lnTo>
                  <a:pt x="1066" y="1281"/>
                </a:lnTo>
                <a:lnTo>
                  <a:pt x="1066" y="1282"/>
                </a:lnTo>
                <a:lnTo>
                  <a:pt x="1066" y="1283"/>
                </a:lnTo>
                <a:lnTo>
                  <a:pt x="1065" y="1283"/>
                </a:lnTo>
                <a:lnTo>
                  <a:pt x="1065" y="1284"/>
                </a:lnTo>
                <a:lnTo>
                  <a:pt x="1064" y="1284"/>
                </a:lnTo>
                <a:lnTo>
                  <a:pt x="1063" y="1284"/>
                </a:lnTo>
                <a:lnTo>
                  <a:pt x="1062" y="1284"/>
                </a:lnTo>
                <a:lnTo>
                  <a:pt x="1062" y="1283"/>
                </a:lnTo>
                <a:lnTo>
                  <a:pt x="1061" y="1283"/>
                </a:lnTo>
                <a:lnTo>
                  <a:pt x="1061" y="1282"/>
                </a:lnTo>
                <a:lnTo>
                  <a:pt x="1061" y="1281"/>
                </a:lnTo>
                <a:lnTo>
                  <a:pt x="1061" y="1280"/>
                </a:lnTo>
                <a:lnTo>
                  <a:pt x="1061" y="1279"/>
                </a:lnTo>
                <a:lnTo>
                  <a:pt x="1061" y="1278"/>
                </a:lnTo>
                <a:lnTo>
                  <a:pt x="1061" y="1277"/>
                </a:lnTo>
                <a:lnTo>
                  <a:pt x="1060" y="1277"/>
                </a:lnTo>
                <a:lnTo>
                  <a:pt x="1060" y="1276"/>
                </a:lnTo>
                <a:lnTo>
                  <a:pt x="1059" y="1276"/>
                </a:lnTo>
                <a:lnTo>
                  <a:pt x="1058" y="1276"/>
                </a:lnTo>
                <a:lnTo>
                  <a:pt x="1058" y="1275"/>
                </a:lnTo>
                <a:lnTo>
                  <a:pt x="1057" y="1275"/>
                </a:lnTo>
                <a:lnTo>
                  <a:pt x="1056" y="1274"/>
                </a:lnTo>
                <a:lnTo>
                  <a:pt x="1055" y="1273"/>
                </a:lnTo>
                <a:lnTo>
                  <a:pt x="1054" y="1272"/>
                </a:lnTo>
                <a:lnTo>
                  <a:pt x="1053" y="1272"/>
                </a:lnTo>
                <a:lnTo>
                  <a:pt x="1053" y="1271"/>
                </a:lnTo>
                <a:lnTo>
                  <a:pt x="1052" y="1271"/>
                </a:lnTo>
                <a:lnTo>
                  <a:pt x="1051" y="1271"/>
                </a:lnTo>
                <a:lnTo>
                  <a:pt x="1051" y="1270"/>
                </a:lnTo>
                <a:lnTo>
                  <a:pt x="1051" y="1271"/>
                </a:lnTo>
                <a:lnTo>
                  <a:pt x="1050" y="1271"/>
                </a:lnTo>
                <a:lnTo>
                  <a:pt x="1049" y="1271"/>
                </a:lnTo>
                <a:lnTo>
                  <a:pt x="1049" y="1272"/>
                </a:lnTo>
                <a:lnTo>
                  <a:pt x="1048" y="1273"/>
                </a:lnTo>
                <a:lnTo>
                  <a:pt x="1047" y="1273"/>
                </a:lnTo>
                <a:lnTo>
                  <a:pt x="1047" y="1274"/>
                </a:lnTo>
                <a:lnTo>
                  <a:pt x="1046" y="1275"/>
                </a:lnTo>
                <a:lnTo>
                  <a:pt x="1045" y="1275"/>
                </a:lnTo>
                <a:lnTo>
                  <a:pt x="1044" y="1275"/>
                </a:lnTo>
                <a:lnTo>
                  <a:pt x="1041" y="1276"/>
                </a:lnTo>
                <a:lnTo>
                  <a:pt x="1040" y="1276"/>
                </a:lnTo>
                <a:lnTo>
                  <a:pt x="1039" y="1276"/>
                </a:lnTo>
                <a:lnTo>
                  <a:pt x="1039" y="1277"/>
                </a:lnTo>
                <a:lnTo>
                  <a:pt x="1038" y="1277"/>
                </a:lnTo>
                <a:lnTo>
                  <a:pt x="1038" y="1278"/>
                </a:lnTo>
                <a:lnTo>
                  <a:pt x="1038" y="1279"/>
                </a:lnTo>
                <a:lnTo>
                  <a:pt x="1038" y="1281"/>
                </a:lnTo>
                <a:lnTo>
                  <a:pt x="1037" y="1281"/>
                </a:lnTo>
                <a:lnTo>
                  <a:pt x="1036" y="1283"/>
                </a:lnTo>
                <a:lnTo>
                  <a:pt x="1036" y="1284"/>
                </a:lnTo>
                <a:lnTo>
                  <a:pt x="1035" y="1284"/>
                </a:lnTo>
                <a:lnTo>
                  <a:pt x="1035" y="1285"/>
                </a:lnTo>
                <a:lnTo>
                  <a:pt x="1035" y="1286"/>
                </a:lnTo>
                <a:lnTo>
                  <a:pt x="1034" y="1286"/>
                </a:lnTo>
                <a:lnTo>
                  <a:pt x="1033" y="1287"/>
                </a:lnTo>
                <a:lnTo>
                  <a:pt x="1033" y="1288"/>
                </a:lnTo>
                <a:lnTo>
                  <a:pt x="1032" y="1289"/>
                </a:lnTo>
                <a:lnTo>
                  <a:pt x="1032" y="1290"/>
                </a:lnTo>
                <a:lnTo>
                  <a:pt x="1031" y="1290"/>
                </a:lnTo>
                <a:lnTo>
                  <a:pt x="1029" y="1291"/>
                </a:lnTo>
                <a:lnTo>
                  <a:pt x="1028" y="1292"/>
                </a:lnTo>
                <a:lnTo>
                  <a:pt x="1027" y="1292"/>
                </a:lnTo>
                <a:lnTo>
                  <a:pt x="1027" y="1293"/>
                </a:lnTo>
                <a:lnTo>
                  <a:pt x="1027" y="1294"/>
                </a:lnTo>
                <a:lnTo>
                  <a:pt x="1026" y="1294"/>
                </a:lnTo>
                <a:lnTo>
                  <a:pt x="1026" y="1295"/>
                </a:lnTo>
                <a:lnTo>
                  <a:pt x="1025" y="1295"/>
                </a:lnTo>
                <a:lnTo>
                  <a:pt x="1024" y="1295"/>
                </a:lnTo>
                <a:lnTo>
                  <a:pt x="1023" y="1295"/>
                </a:lnTo>
                <a:lnTo>
                  <a:pt x="1023" y="1296"/>
                </a:lnTo>
                <a:lnTo>
                  <a:pt x="1022" y="1296"/>
                </a:lnTo>
                <a:lnTo>
                  <a:pt x="1022" y="1297"/>
                </a:lnTo>
                <a:lnTo>
                  <a:pt x="1021" y="1298"/>
                </a:lnTo>
                <a:lnTo>
                  <a:pt x="1020" y="1299"/>
                </a:lnTo>
                <a:lnTo>
                  <a:pt x="1019" y="1299"/>
                </a:lnTo>
                <a:lnTo>
                  <a:pt x="1018" y="1299"/>
                </a:lnTo>
                <a:lnTo>
                  <a:pt x="1018" y="1298"/>
                </a:lnTo>
                <a:lnTo>
                  <a:pt x="1017" y="1298"/>
                </a:lnTo>
                <a:lnTo>
                  <a:pt x="1017" y="1299"/>
                </a:lnTo>
                <a:lnTo>
                  <a:pt x="1016" y="1300"/>
                </a:lnTo>
                <a:lnTo>
                  <a:pt x="1016" y="1301"/>
                </a:lnTo>
                <a:lnTo>
                  <a:pt x="1017" y="1302"/>
                </a:lnTo>
                <a:lnTo>
                  <a:pt x="1018" y="1303"/>
                </a:lnTo>
                <a:lnTo>
                  <a:pt x="1018" y="1304"/>
                </a:lnTo>
                <a:lnTo>
                  <a:pt x="1017" y="1306"/>
                </a:lnTo>
                <a:lnTo>
                  <a:pt x="1016" y="1307"/>
                </a:lnTo>
                <a:lnTo>
                  <a:pt x="1015" y="1307"/>
                </a:lnTo>
                <a:lnTo>
                  <a:pt x="1015" y="1308"/>
                </a:lnTo>
                <a:lnTo>
                  <a:pt x="1014" y="1308"/>
                </a:lnTo>
                <a:lnTo>
                  <a:pt x="1014" y="1309"/>
                </a:lnTo>
                <a:lnTo>
                  <a:pt x="1013" y="1309"/>
                </a:lnTo>
                <a:lnTo>
                  <a:pt x="1013" y="1311"/>
                </a:lnTo>
                <a:lnTo>
                  <a:pt x="1013" y="1313"/>
                </a:lnTo>
                <a:lnTo>
                  <a:pt x="1013" y="1314"/>
                </a:lnTo>
                <a:lnTo>
                  <a:pt x="1013" y="1315"/>
                </a:lnTo>
                <a:lnTo>
                  <a:pt x="1014" y="1316"/>
                </a:lnTo>
                <a:lnTo>
                  <a:pt x="1014" y="1317"/>
                </a:lnTo>
                <a:lnTo>
                  <a:pt x="1015" y="1317"/>
                </a:lnTo>
                <a:lnTo>
                  <a:pt x="1015" y="1318"/>
                </a:lnTo>
                <a:lnTo>
                  <a:pt x="1016" y="1318"/>
                </a:lnTo>
                <a:lnTo>
                  <a:pt x="1017" y="1319"/>
                </a:lnTo>
                <a:lnTo>
                  <a:pt x="1018" y="1319"/>
                </a:lnTo>
                <a:lnTo>
                  <a:pt x="1018" y="1320"/>
                </a:lnTo>
                <a:lnTo>
                  <a:pt x="1018" y="1319"/>
                </a:lnTo>
                <a:lnTo>
                  <a:pt x="1019" y="1319"/>
                </a:lnTo>
                <a:lnTo>
                  <a:pt x="1019" y="1318"/>
                </a:lnTo>
                <a:lnTo>
                  <a:pt x="1020" y="1318"/>
                </a:lnTo>
                <a:lnTo>
                  <a:pt x="1020" y="1317"/>
                </a:lnTo>
                <a:lnTo>
                  <a:pt x="1022" y="1317"/>
                </a:lnTo>
                <a:lnTo>
                  <a:pt x="1023" y="1317"/>
                </a:lnTo>
                <a:lnTo>
                  <a:pt x="1024" y="1318"/>
                </a:lnTo>
                <a:lnTo>
                  <a:pt x="1024" y="1319"/>
                </a:lnTo>
                <a:lnTo>
                  <a:pt x="1025" y="1319"/>
                </a:lnTo>
                <a:lnTo>
                  <a:pt x="1025" y="1320"/>
                </a:lnTo>
                <a:lnTo>
                  <a:pt x="1025" y="1321"/>
                </a:lnTo>
                <a:lnTo>
                  <a:pt x="1024" y="1322"/>
                </a:lnTo>
                <a:lnTo>
                  <a:pt x="1024" y="1323"/>
                </a:lnTo>
                <a:lnTo>
                  <a:pt x="1024" y="1324"/>
                </a:lnTo>
                <a:lnTo>
                  <a:pt x="1024" y="1325"/>
                </a:lnTo>
                <a:lnTo>
                  <a:pt x="1025" y="1326"/>
                </a:lnTo>
                <a:lnTo>
                  <a:pt x="1025" y="1327"/>
                </a:lnTo>
                <a:lnTo>
                  <a:pt x="1026" y="1328"/>
                </a:lnTo>
                <a:lnTo>
                  <a:pt x="1026" y="1329"/>
                </a:lnTo>
                <a:lnTo>
                  <a:pt x="1028" y="1331"/>
                </a:lnTo>
                <a:lnTo>
                  <a:pt x="1031" y="1331"/>
                </a:lnTo>
                <a:lnTo>
                  <a:pt x="1032" y="1331"/>
                </a:lnTo>
                <a:lnTo>
                  <a:pt x="1033" y="1331"/>
                </a:lnTo>
                <a:lnTo>
                  <a:pt x="1033" y="1330"/>
                </a:lnTo>
                <a:lnTo>
                  <a:pt x="1034" y="1329"/>
                </a:lnTo>
                <a:lnTo>
                  <a:pt x="1035" y="1328"/>
                </a:lnTo>
                <a:lnTo>
                  <a:pt x="1036" y="1328"/>
                </a:lnTo>
                <a:lnTo>
                  <a:pt x="1036" y="1329"/>
                </a:lnTo>
                <a:lnTo>
                  <a:pt x="1037" y="1329"/>
                </a:lnTo>
                <a:lnTo>
                  <a:pt x="1037" y="1330"/>
                </a:lnTo>
                <a:lnTo>
                  <a:pt x="1037" y="1331"/>
                </a:lnTo>
                <a:lnTo>
                  <a:pt x="1036" y="1332"/>
                </a:lnTo>
                <a:lnTo>
                  <a:pt x="1036" y="1333"/>
                </a:lnTo>
                <a:lnTo>
                  <a:pt x="1035" y="1333"/>
                </a:lnTo>
                <a:lnTo>
                  <a:pt x="1033" y="1334"/>
                </a:lnTo>
                <a:lnTo>
                  <a:pt x="1032" y="1334"/>
                </a:lnTo>
                <a:lnTo>
                  <a:pt x="1031" y="1335"/>
                </a:lnTo>
                <a:lnTo>
                  <a:pt x="1030" y="1336"/>
                </a:lnTo>
                <a:lnTo>
                  <a:pt x="1030" y="1337"/>
                </a:lnTo>
                <a:lnTo>
                  <a:pt x="1029" y="1337"/>
                </a:lnTo>
                <a:lnTo>
                  <a:pt x="1029" y="1338"/>
                </a:lnTo>
                <a:lnTo>
                  <a:pt x="1027" y="1340"/>
                </a:lnTo>
                <a:lnTo>
                  <a:pt x="1026" y="1341"/>
                </a:lnTo>
                <a:lnTo>
                  <a:pt x="1025" y="1342"/>
                </a:lnTo>
                <a:lnTo>
                  <a:pt x="1025" y="1345"/>
                </a:lnTo>
                <a:lnTo>
                  <a:pt x="1025" y="1347"/>
                </a:lnTo>
                <a:lnTo>
                  <a:pt x="1025" y="1349"/>
                </a:lnTo>
                <a:lnTo>
                  <a:pt x="1025" y="1350"/>
                </a:lnTo>
                <a:lnTo>
                  <a:pt x="1025" y="1354"/>
                </a:lnTo>
                <a:lnTo>
                  <a:pt x="1026" y="1354"/>
                </a:lnTo>
                <a:lnTo>
                  <a:pt x="1026" y="1355"/>
                </a:lnTo>
                <a:lnTo>
                  <a:pt x="1026" y="1356"/>
                </a:lnTo>
                <a:lnTo>
                  <a:pt x="1026" y="1357"/>
                </a:lnTo>
                <a:lnTo>
                  <a:pt x="1026" y="1359"/>
                </a:lnTo>
                <a:lnTo>
                  <a:pt x="1025" y="1362"/>
                </a:lnTo>
                <a:lnTo>
                  <a:pt x="1024" y="1363"/>
                </a:lnTo>
                <a:lnTo>
                  <a:pt x="1023" y="1366"/>
                </a:lnTo>
                <a:lnTo>
                  <a:pt x="1021" y="1367"/>
                </a:lnTo>
                <a:lnTo>
                  <a:pt x="1020" y="1368"/>
                </a:lnTo>
                <a:lnTo>
                  <a:pt x="1019" y="1368"/>
                </a:lnTo>
                <a:lnTo>
                  <a:pt x="1018" y="1369"/>
                </a:lnTo>
                <a:lnTo>
                  <a:pt x="1017" y="1369"/>
                </a:lnTo>
                <a:lnTo>
                  <a:pt x="1017" y="1371"/>
                </a:lnTo>
                <a:lnTo>
                  <a:pt x="1017" y="1372"/>
                </a:lnTo>
                <a:lnTo>
                  <a:pt x="1016" y="1373"/>
                </a:lnTo>
                <a:lnTo>
                  <a:pt x="1015" y="1374"/>
                </a:lnTo>
                <a:lnTo>
                  <a:pt x="1014" y="1374"/>
                </a:lnTo>
                <a:lnTo>
                  <a:pt x="1014" y="1375"/>
                </a:lnTo>
                <a:lnTo>
                  <a:pt x="1013" y="1375"/>
                </a:lnTo>
                <a:lnTo>
                  <a:pt x="1013" y="1376"/>
                </a:lnTo>
                <a:lnTo>
                  <a:pt x="1012" y="1376"/>
                </a:lnTo>
                <a:lnTo>
                  <a:pt x="1011" y="1376"/>
                </a:lnTo>
                <a:lnTo>
                  <a:pt x="1010" y="1377"/>
                </a:lnTo>
                <a:lnTo>
                  <a:pt x="1007" y="1380"/>
                </a:lnTo>
                <a:lnTo>
                  <a:pt x="1007" y="1381"/>
                </a:lnTo>
                <a:lnTo>
                  <a:pt x="1006" y="1382"/>
                </a:lnTo>
                <a:lnTo>
                  <a:pt x="1006" y="1383"/>
                </a:lnTo>
                <a:lnTo>
                  <a:pt x="1005" y="1383"/>
                </a:lnTo>
                <a:lnTo>
                  <a:pt x="1004" y="1383"/>
                </a:lnTo>
                <a:lnTo>
                  <a:pt x="1003" y="1383"/>
                </a:lnTo>
                <a:lnTo>
                  <a:pt x="1002" y="1383"/>
                </a:lnTo>
                <a:lnTo>
                  <a:pt x="1001" y="1383"/>
                </a:lnTo>
                <a:lnTo>
                  <a:pt x="1000" y="1384"/>
                </a:lnTo>
                <a:lnTo>
                  <a:pt x="1000" y="1385"/>
                </a:lnTo>
                <a:lnTo>
                  <a:pt x="999" y="1387"/>
                </a:lnTo>
                <a:lnTo>
                  <a:pt x="998" y="1387"/>
                </a:lnTo>
                <a:lnTo>
                  <a:pt x="998" y="1388"/>
                </a:lnTo>
                <a:lnTo>
                  <a:pt x="998" y="1389"/>
                </a:lnTo>
                <a:lnTo>
                  <a:pt x="997" y="1389"/>
                </a:lnTo>
                <a:lnTo>
                  <a:pt x="997" y="1390"/>
                </a:lnTo>
                <a:lnTo>
                  <a:pt x="996" y="1390"/>
                </a:lnTo>
                <a:lnTo>
                  <a:pt x="995" y="1390"/>
                </a:lnTo>
                <a:lnTo>
                  <a:pt x="995" y="1391"/>
                </a:lnTo>
                <a:lnTo>
                  <a:pt x="994" y="1391"/>
                </a:lnTo>
                <a:lnTo>
                  <a:pt x="993" y="1393"/>
                </a:lnTo>
                <a:lnTo>
                  <a:pt x="991" y="1394"/>
                </a:lnTo>
                <a:lnTo>
                  <a:pt x="988" y="1397"/>
                </a:lnTo>
                <a:lnTo>
                  <a:pt x="987" y="1399"/>
                </a:lnTo>
                <a:lnTo>
                  <a:pt x="986" y="1399"/>
                </a:lnTo>
                <a:lnTo>
                  <a:pt x="986" y="1398"/>
                </a:lnTo>
                <a:lnTo>
                  <a:pt x="985" y="1398"/>
                </a:lnTo>
                <a:lnTo>
                  <a:pt x="984" y="1399"/>
                </a:lnTo>
                <a:lnTo>
                  <a:pt x="984" y="1400"/>
                </a:lnTo>
                <a:lnTo>
                  <a:pt x="984" y="1401"/>
                </a:lnTo>
                <a:lnTo>
                  <a:pt x="985" y="1402"/>
                </a:lnTo>
                <a:lnTo>
                  <a:pt x="987" y="1403"/>
                </a:lnTo>
                <a:lnTo>
                  <a:pt x="987" y="1404"/>
                </a:lnTo>
                <a:lnTo>
                  <a:pt x="988" y="1405"/>
                </a:lnTo>
                <a:lnTo>
                  <a:pt x="988" y="1406"/>
                </a:lnTo>
                <a:lnTo>
                  <a:pt x="988" y="1407"/>
                </a:lnTo>
                <a:lnTo>
                  <a:pt x="987" y="1407"/>
                </a:lnTo>
                <a:lnTo>
                  <a:pt x="987" y="1408"/>
                </a:lnTo>
                <a:lnTo>
                  <a:pt x="987" y="1409"/>
                </a:lnTo>
                <a:lnTo>
                  <a:pt x="987" y="1410"/>
                </a:lnTo>
                <a:lnTo>
                  <a:pt x="987" y="1412"/>
                </a:lnTo>
                <a:lnTo>
                  <a:pt x="987" y="1413"/>
                </a:lnTo>
                <a:lnTo>
                  <a:pt x="986" y="1413"/>
                </a:lnTo>
                <a:lnTo>
                  <a:pt x="984" y="1413"/>
                </a:lnTo>
                <a:lnTo>
                  <a:pt x="983" y="1413"/>
                </a:lnTo>
                <a:lnTo>
                  <a:pt x="982" y="1412"/>
                </a:lnTo>
                <a:lnTo>
                  <a:pt x="981" y="1412"/>
                </a:lnTo>
                <a:lnTo>
                  <a:pt x="980" y="1412"/>
                </a:lnTo>
                <a:lnTo>
                  <a:pt x="979" y="1412"/>
                </a:lnTo>
                <a:lnTo>
                  <a:pt x="978" y="1412"/>
                </a:lnTo>
                <a:lnTo>
                  <a:pt x="977" y="1411"/>
                </a:lnTo>
                <a:lnTo>
                  <a:pt x="976" y="1411"/>
                </a:lnTo>
                <a:lnTo>
                  <a:pt x="975" y="1412"/>
                </a:lnTo>
                <a:lnTo>
                  <a:pt x="974" y="1412"/>
                </a:lnTo>
                <a:lnTo>
                  <a:pt x="973" y="1413"/>
                </a:lnTo>
                <a:lnTo>
                  <a:pt x="973" y="1415"/>
                </a:lnTo>
                <a:lnTo>
                  <a:pt x="973" y="1416"/>
                </a:lnTo>
                <a:lnTo>
                  <a:pt x="972" y="1416"/>
                </a:lnTo>
                <a:lnTo>
                  <a:pt x="972" y="1417"/>
                </a:lnTo>
                <a:lnTo>
                  <a:pt x="972" y="1418"/>
                </a:lnTo>
                <a:lnTo>
                  <a:pt x="971" y="1419"/>
                </a:lnTo>
                <a:lnTo>
                  <a:pt x="970" y="1420"/>
                </a:lnTo>
                <a:lnTo>
                  <a:pt x="968" y="1420"/>
                </a:lnTo>
                <a:lnTo>
                  <a:pt x="968" y="1421"/>
                </a:lnTo>
                <a:lnTo>
                  <a:pt x="967" y="1422"/>
                </a:lnTo>
                <a:lnTo>
                  <a:pt x="966" y="1424"/>
                </a:lnTo>
                <a:lnTo>
                  <a:pt x="966" y="1425"/>
                </a:lnTo>
                <a:lnTo>
                  <a:pt x="966" y="1426"/>
                </a:lnTo>
                <a:lnTo>
                  <a:pt x="965" y="1427"/>
                </a:lnTo>
                <a:lnTo>
                  <a:pt x="964" y="1427"/>
                </a:lnTo>
                <a:lnTo>
                  <a:pt x="964" y="1428"/>
                </a:lnTo>
                <a:lnTo>
                  <a:pt x="963" y="1429"/>
                </a:lnTo>
                <a:lnTo>
                  <a:pt x="962" y="1430"/>
                </a:lnTo>
                <a:lnTo>
                  <a:pt x="960" y="1433"/>
                </a:lnTo>
                <a:lnTo>
                  <a:pt x="959" y="1436"/>
                </a:lnTo>
                <a:lnTo>
                  <a:pt x="959" y="1437"/>
                </a:lnTo>
                <a:lnTo>
                  <a:pt x="959" y="1439"/>
                </a:lnTo>
                <a:lnTo>
                  <a:pt x="959" y="1441"/>
                </a:lnTo>
                <a:lnTo>
                  <a:pt x="958" y="1442"/>
                </a:lnTo>
                <a:lnTo>
                  <a:pt x="957" y="1443"/>
                </a:lnTo>
                <a:lnTo>
                  <a:pt x="956" y="1443"/>
                </a:lnTo>
                <a:lnTo>
                  <a:pt x="954" y="1445"/>
                </a:lnTo>
                <a:lnTo>
                  <a:pt x="953" y="1446"/>
                </a:lnTo>
                <a:lnTo>
                  <a:pt x="952" y="1446"/>
                </a:lnTo>
                <a:lnTo>
                  <a:pt x="951" y="1446"/>
                </a:lnTo>
                <a:lnTo>
                  <a:pt x="950" y="1446"/>
                </a:lnTo>
                <a:lnTo>
                  <a:pt x="949" y="1446"/>
                </a:lnTo>
                <a:lnTo>
                  <a:pt x="948" y="1446"/>
                </a:lnTo>
                <a:lnTo>
                  <a:pt x="947" y="1446"/>
                </a:lnTo>
                <a:lnTo>
                  <a:pt x="946" y="1444"/>
                </a:lnTo>
                <a:lnTo>
                  <a:pt x="945" y="1444"/>
                </a:lnTo>
                <a:lnTo>
                  <a:pt x="945" y="1443"/>
                </a:lnTo>
                <a:lnTo>
                  <a:pt x="944" y="1443"/>
                </a:lnTo>
                <a:lnTo>
                  <a:pt x="943" y="1444"/>
                </a:lnTo>
                <a:lnTo>
                  <a:pt x="942" y="1445"/>
                </a:lnTo>
                <a:lnTo>
                  <a:pt x="940" y="1447"/>
                </a:lnTo>
                <a:lnTo>
                  <a:pt x="939" y="1448"/>
                </a:lnTo>
                <a:lnTo>
                  <a:pt x="938" y="1449"/>
                </a:lnTo>
                <a:lnTo>
                  <a:pt x="937" y="1450"/>
                </a:lnTo>
                <a:lnTo>
                  <a:pt x="935" y="1450"/>
                </a:lnTo>
                <a:lnTo>
                  <a:pt x="934" y="1451"/>
                </a:lnTo>
                <a:lnTo>
                  <a:pt x="933" y="1451"/>
                </a:lnTo>
                <a:lnTo>
                  <a:pt x="932" y="1451"/>
                </a:lnTo>
                <a:lnTo>
                  <a:pt x="932" y="1452"/>
                </a:lnTo>
                <a:lnTo>
                  <a:pt x="931" y="1452"/>
                </a:lnTo>
                <a:lnTo>
                  <a:pt x="930" y="1452"/>
                </a:lnTo>
                <a:lnTo>
                  <a:pt x="929" y="1452"/>
                </a:lnTo>
                <a:lnTo>
                  <a:pt x="928" y="1450"/>
                </a:lnTo>
                <a:lnTo>
                  <a:pt x="927" y="1448"/>
                </a:lnTo>
                <a:lnTo>
                  <a:pt x="926" y="1447"/>
                </a:lnTo>
                <a:lnTo>
                  <a:pt x="926" y="1446"/>
                </a:lnTo>
                <a:lnTo>
                  <a:pt x="926" y="1444"/>
                </a:lnTo>
                <a:lnTo>
                  <a:pt x="925" y="1443"/>
                </a:lnTo>
                <a:lnTo>
                  <a:pt x="924" y="1443"/>
                </a:lnTo>
                <a:lnTo>
                  <a:pt x="923" y="1443"/>
                </a:lnTo>
                <a:lnTo>
                  <a:pt x="923" y="1444"/>
                </a:lnTo>
                <a:lnTo>
                  <a:pt x="922" y="1444"/>
                </a:lnTo>
                <a:lnTo>
                  <a:pt x="922" y="1446"/>
                </a:lnTo>
                <a:lnTo>
                  <a:pt x="922" y="1447"/>
                </a:lnTo>
                <a:lnTo>
                  <a:pt x="921" y="1449"/>
                </a:lnTo>
                <a:lnTo>
                  <a:pt x="919" y="1451"/>
                </a:lnTo>
                <a:lnTo>
                  <a:pt x="919" y="1452"/>
                </a:lnTo>
                <a:lnTo>
                  <a:pt x="918" y="1453"/>
                </a:lnTo>
                <a:lnTo>
                  <a:pt x="917" y="1455"/>
                </a:lnTo>
                <a:lnTo>
                  <a:pt x="917" y="1456"/>
                </a:lnTo>
                <a:lnTo>
                  <a:pt x="916" y="1458"/>
                </a:lnTo>
                <a:lnTo>
                  <a:pt x="916" y="1459"/>
                </a:lnTo>
                <a:lnTo>
                  <a:pt x="915" y="1460"/>
                </a:lnTo>
                <a:lnTo>
                  <a:pt x="915" y="1462"/>
                </a:lnTo>
                <a:lnTo>
                  <a:pt x="914" y="1463"/>
                </a:lnTo>
                <a:lnTo>
                  <a:pt x="913" y="1465"/>
                </a:lnTo>
                <a:lnTo>
                  <a:pt x="912" y="1466"/>
                </a:lnTo>
                <a:lnTo>
                  <a:pt x="911" y="1467"/>
                </a:lnTo>
                <a:lnTo>
                  <a:pt x="912" y="1469"/>
                </a:lnTo>
                <a:lnTo>
                  <a:pt x="912" y="1470"/>
                </a:lnTo>
                <a:lnTo>
                  <a:pt x="912" y="1471"/>
                </a:lnTo>
                <a:lnTo>
                  <a:pt x="911" y="1471"/>
                </a:lnTo>
                <a:lnTo>
                  <a:pt x="911" y="1472"/>
                </a:lnTo>
                <a:lnTo>
                  <a:pt x="911" y="1473"/>
                </a:lnTo>
                <a:lnTo>
                  <a:pt x="911" y="1474"/>
                </a:lnTo>
                <a:lnTo>
                  <a:pt x="912" y="1476"/>
                </a:lnTo>
                <a:lnTo>
                  <a:pt x="913" y="1477"/>
                </a:lnTo>
                <a:lnTo>
                  <a:pt x="914" y="1478"/>
                </a:lnTo>
                <a:lnTo>
                  <a:pt x="915" y="1479"/>
                </a:lnTo>
                <a:lnTo>
                  <a:pt x="915" y="1480"/>
                </a:lnTo>
                <a:lnTo>
                  <a:pt x="915" y="1482"/>
                </a:lnTo>
                <a:lnTo>
                  <a:pt x="915" y="1484"/>
                </a:lnTo>
                <a:lnTo>
                  <a:pt x="915" y="1486"/>
                </a:lnTo>
                <a:lnTo>
                  <a:pt x="915" y="1487"/>
                </a:lnTo>
                <a:lnTo>
                  <a:pt x="915" y="1488"/>
                </a:lnTo>
                <a:lnTo>
                  <a:pt x="915" y="1489"/>
                </a:lnTo>
                <a:lnTo>
                  <a:pt x="916" y="1490"/>
                </a:lnTo>
                <a:lnTo>
                  <a:pt x="916" y="1491"/>
                </a:lnTo>
                <a:lnTo>
                  <a:pt x="915" y="1492"/>
                </a:lnTo>
                <a:lnTo>
                  <a:pt x="915" y="1493"/>
                </a:lnTo>
                <a:lnTo>
                  <a:pt x="916" y="1495"/>
                </a:lnTo>
                <a:lnTo>
                  <a:pt x="916" y="1498"/>
                </a:lnTo>
                <a:lnTo>
                  <a:pt x="916" y="1500"/>
                </a:lnTo>
                <a:lnTo>
                  <a:pt x="916" y="1502"/>
                </a:lnTo>
                <a:lnTo>
                  <a:pt x="916" y="1503"/>
                </a:lnTo>
                <a:lnTo>
                  <a:pt x="916" y="1504"/>
                </a:lnTo>
                <a:lnTo>
                  <a:pt x="915" y="1505"/>
                </a:lnTo>
                <a:lnTo>
                  <a:pt x="915" y="1506"/>
                </a:lnTo>
                <a:lnTo>
                  <a:pt x="914" y="1506"/>
                </a:lnTo>
                <a:lnTo>
                  <a:pt x="914" y="1508"/>
                </a:lnTo>
                <a:lnTo>
                  <a:pt x="914" y="1509"/>
                </a:lnTo>
                <a:lnTo>
                  <a:pt x="914" y="1511"/>
                </a:lnTo>
                <a:lnTo>
                  <a:pt x="914" y="1512"/>
                </a:lnTo>
                <a:lnTo>
                  <a:pt x="913" y="1512"/>
                </a:lnTo>
                <a:lnTo>
                  <a:pt x="913" y="1513"/>
                </a:lnTo>
                <a:lnTo>
                  <a:pt x="912" y="1513"/>
                </a:lnTo>
                <a:lnTo>
                  <a:pt x="912" y="1514"/>
                </a:lnTo>
                <a:lnTo>
                  <a:pt x="911" y="1515"/>
                </a:lnTo>
                <a:lnTo>
                  <a:pt x="911" y="1516"/>
                </a:lnTo>
                <a:lnTo>
                  <a:pt x="910" y="1519"/>
                </a:lnTo>
                <a:lnTo>
                  <a:pt x="909" y="1520"/>
                </a:lnTo>
                <a:lnTo>
                  <a:pt x="909" y="1521"/>
                </a:lnTo>
                <a:lnTo>
                  <a:pt x="908" y="1521"/>
                </a:lnTo>
                <a:lnTo>
                  <a:pt x="908" y="1522"/>
                </a:lnTo>
                <a:lnTo>
                  <a:pt x="909" y="1522"/>
                </a:lnTo>
                <a:lnTo>
                  <a:pt x="910" y="1523"/>
                </a:lnTo>
                <a:lnTo>
                  <a:pt x="910" y="1524"/>
                </a:lnTo>
                <a:lnTo>
                  <a:pt x="911" y="1524"/>
                </a:lnTo>
                <a:lnTo>
                  <a:pt x="912" y="1526"/>
                </a:lnTo>
                <a:lnTo>
                  <a:pt x="913" y="1527"/>
                </a:lnTo>
                <a:lnTo>
                  <a:pt x="913" y="1528"/>
                </a:lnTo>
                <a:lnTo>
                  <a:pt x="912" y="1529"/>
                </a:lnTo>
                <a:lnTo>
                  <a:pt x="912" y="1530"/>
                </a:lnTo>
                <a:lnTo>
                  <a:pt x="913" y="1532"/>
                </a:lnTo>
                <a:lnTo>
                  <a:pt x="912" y="1533"/>
                </a:lnTo>
                <a:lnTo>
                  <a:pt x="912" y="1534"/>
                </a:lnTo>
                <a:lnTo>
                  <a:pt x="912" y="1535"/>
                </a:lnTo>
                <a:lnTo>
                  <a:pt x="911" y="1536"/>
                </a:lnTo>
                <a:lnTo>
                  <a:pt x="911" y="1537"/>
                </a:lnTo>
                <a:lnTo>
                  <a:pt x="911" y="1539"/>
                </a:lnTo>
                <a:lnTo>
                  <a:pt x="912" y="1539"/>
                </a:lnTo>
                <a:lnTo>
                  <a:pt x="912" y="1540"/>
                </a:lnTo>
                <a:lnTo>
                  <a:pt x="912" y="1541"/>
                </a:lnTo>
                <a:lnTo>
                  <a:pt x="913" y="1544"/>
                </a:lnTo>
                <a:lnTo>
                  <a:pt x="912" y="1545"/>
                </a:lnTo>
                <a:lnTo>
                  <a:pt x="913" y="1545"/>
                </a:lnTo>
                <a:lnTo>
                  <a:pt x="913" y="1546"/>
                </a:lnTo>
                <a:lnTo>
                  <a:pt x="914" y="1546"/>
                </a:lnTo>
                <a:lnTo>
                  <a:pt x="914" y="1547"/>
                </a:lnTo>
                <a:lnTo>
                  <a:pt x="915" y="1549"/>
                </a:lnTo>
                <a:lnTo>
                  <a:pt x="916" y="1549"/>
                </a:lnTo>
                <a:lnTo>
                  <a:pt x="917" y="1551"/>
                </a:lnTo>
                <a:lnTo>
                  <a:pt x="917" y="1552"/>
                </a:lnTo>
                <a:lnTo>
                  <a:pt x="918" y="1554"/>
                </a:lnTo>
                <a:lnTo>
                  <a:pt x="919" y="1555"/>
                </a:lnTo>
                <a:lnTo>
                  <a:pt x="920" y="1556"/>
                </a:lnTo>
                <a:lnTo>
                  <a:pt x="920" y="1557"/>
                </a:lnTo>
                <a:lnTo>
                  <a:pt x="921" y="1558"/>
                </a:lnTo>
                <a:lnTo>
                  <a:pt x="921" y="1559"/>
                </a:lnTo>
                <a:lnTo>
                  <a:pt x="922" y="1560"/>
                </a:lnTo>
                <a:lnTo>
                  <a:pt x="923" y="1560"/>
                </a:lnTo>
                <a:lnTo>
                  <a:pt x="924" y="1560"/>
                </a:lnTo>
                <a:lnTo>
                  <a:pt x="925" y="1560"/>
                </a:lnTo>
                <a:lnTo>
                  <a:pt x="925" y="1561"/>
                </a:lnTo>
                <a:lnTo>
                  <a:pt x="925" y="1562"/>
                </a:lnTo>
                <a:lnTo>
                  <a:pt x="925" y="1563"/>
                </a:lnTo>
                <a:lnTo>
                  <a:pt x="925" y="1564"/>
                </a:lnTo>
                <a:lnTo>
                  <a:pt x="925" y="1565"/>
                </a:lnTo>
                <a:lnTo>
                  <a:pt x="927" y="1566"/>
                </a:lnTo>
                <a:lnTo>
                  <a:pt x="927" y="1567"/>
                </a:lnTo>
                <a:lnTo>
                  <a:pt x="927" y="1568"/>
                </a:lnTo>
                <a:lnTo>
                  <a:pt x="927" y="1570"/>
                </a:lnTo>
                <a:lnTo>
                  <a:pt x="927" y="1571"/>
                </a:lnTo>
                <a:lnTo>
                  <a:pt x="928" y="1572"/>
                </a:lnTo>
                <a:lnTo>
                  <a:pt x="929" y="1573"/>
                </a:lnTo>
                <a:lnTo>
                  <a:pt x="929" y="1574"/>
                </a:lnTo>
                <a:lnTo>
                  <a:pt x="929" y="1575"/>
                </a:lnTo>
                <a:lnTo>
                  <a:pt x="928" y="1575"/>
                </a:lnTo>
                <a:lnTo>
                  <a:pt x="928" y="1576"/>
                </a:lnTo>
                <a:lnTo>
                  <a:pt x="928" y="1577"/>
                </a:lnTo>
                <a:lnTo>
                  <a:pt x="929" y="1578"/>
                </a:lnTo>
                <a:lnTo>
                  <a:pt x="929" y="1579"/>
                </a:lnTo>
                <a:lnTo>
                  <a:pt x="929" y="1580"/>
                </a:lnTo>
                <a:lnTo>
                  <a:pt x="929" y="1581"/>
                </a:lnTo>
                <a:lnTo>
                  <a:pt x="930" y="1581"/>
                </a:lnTo>
                <a:lnTo>
                  <a:pt x="931" y="1581"/>
                </a:lnTo>
                <a:lnTo>
                  <a:pt x="931" y="1582"/>
                </a:lnTo>
                <a:lnTo>
                  <a:pt x="931" y="1583"/>
                </a:lnTo>
                <a:lnTo>
                  <a:pt x="930" y="1583"/>
                </a:lnTo>
                <a:lnTo>
                  <a:pt x="930" y="1584"/>
                </a:lnTo>
                <a:lnTo>
                  <a:pt x="930" y="1585"/>
                </a:lnTo>
                <a:lnTo>
                  <a:pt x="931" y="1586"/>
                </a:lnTo>
                <a:lnTo>
                  <a:pt x="932" y="1587"/>
                </a:lnTo>
                <a:lnTo>
                  <a:pt x="932" y="1588"/>
                </a:lnTo>
                <a:lnTo>
                  <a:pt x="932" y="1589"/>
                </a:lnTo>
                <a:lnTo>
                  <a:pt x="931" y="1589"/>
                </a:lnTo>
                <a:lnTo>
                  <a:pt x="931" y="1593"/>
                </a:lnTo>
                <a:lnTo>
                  <a:pt x="932" y="1594"/>
                </a:lnTo>
                <a:lnTo>
                  <a:pt x="933" y="1595"/>
                </a:lnTo>
                <a:lnTo>
                  <a:pt x="934" y="1595"/>
                </a:lnTo>
                <a:lnTo>
                  <a:pt x="935" y="1597"/>
                </a:lnTo>
                <a:lnTo>
                  <a:pt x="935" y="1598"/>
                </a:lnTo>
                <a:lnTo>
                  <a:pt x="935" y="1599"/>
                </a:lnTo>
                <a:lnTo>
                  <a:pt x="935" y="1600"/>
                </a:lnTo>
                <a:lnTo>
                  <a:pt x="934" y="1601"/>
                </a:lnTo>
                <a:lnTo>
                  <a:pt x="935" y="1603"/>
                </a:lnTo>
                <a:lnTo>
                  <a:pt x="935" y="1604"/>
                </a:lnTo>
                <a:lnTo>
                  <a:pt x="935" y="1606"/>
                </a:lnTo>
                <a:lnTo>
                  <a:pt x="935" y="1607"/>
                </a:lnTo>
                <a:lnTo>
                  <a:pt x="935" y="1608"/>
                </a:lnTo>
                <a:lnTo>
                  <a:pt x="935" y="1609"/>
                </a:lnTo>
                <a:lnTo>
                  <a:pt x="935" y="1610"/>
                </a:lnTo>
                <a:lnTo>
                  <a:pt x="934" y="1610"/>
                </a:lnTo>
                <a:lnTo>
                  <a:pt x="933" y="1611"/>
                </a:lnTo>
                <a:lnTo>
                  <a:pt x="934" y="1612"/>
                </a:lnTo>
                <a:lnTo>
                  <a:pt x="934" y="1613"/>
                </a:lnTo>
                <a:lnTo>
                  <a:pt x="935" y="1614"/>
                </a:lnTo>
                <a:lnTo>
                  <a:pt x="935" y="1615"/>
                </a:lnTo>
                <a:lnTo>
                  <a:pt x="935" y="1616"/>
                </a:lnTo>
                <a:lnTo>
                  <a:pt x="936" y="1617"/>
                </a:lnTo>
                <a:lnTo>
                  <a:pt x="936" y="1618"/>
                </a:lnTo>
                <a:lnTo>
                  <a:pt x="936" y="1619"/>
                </a:lnTo>
                <a:lnTo>
                  <a:pt x="937" y="1619"/>
                </a:lnTo>
                <a:lnTo>
                  <a:pt x="938" y="1618"/>
                </a:lnTo>
                <a:lnTo>
                  <a:pt x="939" y="1618"/>
                </a:lnTo>
                <a:lnTo>
                  <a:pt x="939" y="1619"/>
                </a:lnTo>
                <a:lnTo>
                  <a:pt x="940" y="1620"/>
                </a:lnTo>
                <a:lnTo>
                  <a:pt x="940" y="1621"/>
                </a:lnTo>
                <a:lnTo>
                  <a:pt x="940" y="1622"/>
                </a:lnTo>
                <a:lnTo>
                  <a:pt x="940" y="1623"/>
                </a:lnTo>
                <a:lnTo>
                  <a:pt x="940" y="1624"/>
                </a:lnTo>
                <a:lnTo>
                  <a:pt x="940" y="1625"/>
                </a:lnTo>
                <a:lnTo>
                  <a:pt x="939" y="1627"/>
                </a:lnTo>
                <a:lnTo>
                  <a:pt x="938" y="1627"/>
                </a:lnTo>
                <a:lnTo>
                  <a:pt x="937" y="1627"/>
                </a:lnTo>
                <a:lnTo>
                  <a:pt x="937" y="1628"/>
                </a:lnTo>
                <a:lnTo>
                  <a:pt x="937" y="1630"/>
                </a:lnTo>
                <a:lnTo>
                  <a:pt x="936" y="1632"/>
                </a:lnTo>
                <a:lnTo>
                  <a:pt x="935" y="1633"/>
                </a:lnTo>
                <a:lnTo>
                  <a:pt x="933" y="1633"/>
                </a:lnTo>
                <a:lnTo>
                  <a:pt x="932" y="1633"/>
                </a:lnTo>
                <a:lnTo>
                  <a:pt x="931" y="1633"/>
                </a:lnTo>
                <a:lnTo>
                  <a:pt x="930" y="1633"/>
                </a:lnTo>
                <a:lnTo>
                  <a:pt x="928" y="1633"/>
                </a:lnTo>
                <a:lnTo>
                  <a:pt x="928" y="1634"/>
                </a:lnTo>
                <a:lnTo>
                  <a:pt x="928" y="1635"/>
                </a:lnTo>
                <a:lnTo>
                  <a:pt x="928" y="1636"/>
                </a:lnTo>
                <a:lnTo>
                  <a:pt x="929" y="1638"/>
                </a:lnTo>
                <a:lnTo>
                  <a:pt x="929" y="1640"/>
                </a:lnTo>
                <a:lnTo>
                  <a:pt x="929" y="1641"/>
                </a:lnTo>
                <a:lnTo>
                  <a:pt x="928" y="1642"/>
                </a:lnTo>
                <a:lnTo>
                  <a:pt x="928" y="1643"/>
                </a:lnTo>
                <a:lnTo>
                  <a:pt x="927" y="1644"/>
                </a:lnTo>
                <a:lnTo>
                  <a:pt x="927" y="1647"/>
                </a:lnTo>
                <a:lnTo>
                  <a:pt x="927" y="1648"/>
                </a:lnTo>
                <a:lnTo>
                  <a:pt x="927" y="1649"/>
                </a:lnTo>
                <a:lnTo>
                  <a:pt x="928" y="1652"/>
                </a:lnTo>
                <a:lnTo>
                  <a:pt x="928" y="1653"/>
                </a:lnTo>
                <a:lnTo>
                  <a:pt x="928" y="1654"/>
                </a:lnTo>
                <a:lnTo>
                  <a:pt x="929" y="1655"/>
                </a:lnTo>
                <a:lnTo>
                  <a:pt x="929" y="1656"/>
                </a:lnTo>
                <a:lnTo>
                  <a:pt x="928" y="1657"/>
                </a:lnTo>
                <a:lnTo>
                  <a:pt x="927" y="1658"/>
                </a:lnTo>
                <a:lnTo>
                  <a:pt x="927" y="1660"/>
                </a:lnTo>
                <a:lnTo>
                  <a:pt x="926" y="1661"/>
                </a:lnTo>
                <a:lnTo>
                  <a:pt x="925" y="1662"/>
                </a:lnTo>
                <a:lnTo>
                  <a:pt x="924" y="1662"/>
                </a:lnTo>
                <a:lnTo>
                  <a:pt x="923" y="1662"/>
                </a:lnTo>
                <a:lnTo>
                  <a:pt x="921" y="1662"/>
                </a:lnTo>
                <a:lnTo>
                  <a:pt x="919" y="1662"/>
                </a:lnTo>
                <a:lnTo>
                  <a:pt x="918" y="1662"/>
                </a:lnTo>
                <a:lnTo>
                  <a:pt x="917" y="1662"/>
                </a:lnTo>
                <a:lnTo>
                  <a:pt x="916" y="1663"/>
                </a:lnTo>
                <a:lnTo>
                  <a:pt x="915" y="1663"/>
                </a:lnTo>
                <a:lnTo>
                  <a:pt x="914" y="1662"/>
                </a:lnTo>
                <a:lnTo>
                  <a:pt x="912" y="1662"/>
                </a:lnTo>
                <a:lnTo>
                  <a:pt x="911" y="1662"/>
                </a:lnTo>
                <a:lnTo>
                  <a:pt x="910" y="1662"/>
                </a:lnTo>
                <a:lnTo>
                  <a:pt x="909" y="1662"/>
                </a:lnTo>
                <a:lnTo>
                  <a:pt x="908" y="1661"/>
                </a:lnTo>
                <a:lnTo>
                  <a:pt x="908" y="1660"/>
                </a:lnTo>
                <a:lnTo>
                  <a:pt x="909" y="1659"/>
                </a:lnTo>
                <a:lnTo>
                  <a:pt x="909" y="1658"/>
                </a:lnTo>
                <a:lnTo>
                  <a:pt x="908" y="1658"/>
                </a:lnTo>
                <a:lnTo>
                  <a:pt x="908" y="1657"/>
                </a:lnTo>
                <a:lnTo>
                  <a:pt x="907" y="1657"/>
                </a:lnTo>
                <a:lnTo>
                  <a:pt x="906" y="1658"/>
                </a:lnTo>
                <a:lnTo>
                  <a:pt x="905" y="1660"/>
                </a:lnTo>
                <a:lnTo>
                  <a:pt x="905" y="1662"/>
                </a:lnTo>
                <a:lnTo>
                  <a:pt x="904" y="1662"/>
                </a:lnTo>
                <a:lnTo>
                  <a:pt x="904" y="1663"/>
                </a:lnTo>
                <a:lnTo>
                  <a:pt x="902" y="1664"/>
                </a:lnTo>
                <a:lnTo>
                  <a:pt x="902" y="1665"/>
                </a:lnTo>
                <a:lnTo>
                  <a:pt x="902" y="1666"/>
                </a:lnTo>
                <a:lnTo>
                  <a:pt x="901" y="1666"/>
                </a:lnTo>
                <a:lnTo>
                  <a:pt x="899" y="1667"/>
                </a:lnTo>
                <a:lnTo>
                  <a:pt x="899" y="1668"/>
                </a:lnTo>
                <a:lnTo>
                  <a:pt x="899" y="1669"/>
                </a:lnTo>
                <a:lnTo>
                  <a:pt x="897" y="1669"/>
                </a:lnTo>
                <a:lnTo>
                  <a:pt x="894" y="1669"/>
                </a:lnTo>
                <a:lnTo>
                  <a:pt x="893" y="1669"/>
                </a:lnTo>
                <a:lnTo>
                  <a:pt x="892" y="1669"/>
                </a:lnTo>
                <a:lnTo>
                  <a:pt x="891" y="1670"/>
                </a:lnTo>
                <a:lnTo>
                  <a:pt x="890" y="1670"/>
                </a:lnTo>
                <a:lnTo>
                  <a:pt x="889" y="1670"/>
                </a:lnTo>
                <a:lnTo>
                  <a:pt x="888" y="1671"/>
                </a:lnTo>
                <a:lnTo>
                  <a:pt x="887" y="1672"/>
                </a:lnTo>
                <a:lnTo>
                  <a:pt x="886" y="1673"/>
                </a:lnTo>
                <a:lnTo>
                  <a:pt x="886" y="1674"/>
                </a:lnTo>
                <a:lnTo>
                  <a:pt x="885" y="1675"/>
                </a:lnTo>
                <a:lnTo>
                  <a:pt x="884" y="1675"/>
                </a:lnTo>
                <a:lnTo>
                  <a:pt x="883" y="1675"/>
                </a:lnTo>
                <a:lnTo>
                  <a:pt x="882" y="1675"/>
                </a:lnTo>
                <a:lnTo>
                  <a:pt x="881" y="1676"/>
                </a:lnTo>
                <a:lnTo>
                  <a:pt x="881" y="1677"/>
                </a:lnTo>
                <a:lnTo>
                  <a:pt x="880" y="1677"/>
                </a:lnTo>
                <a:lnTo>
                  <a:pt x="879" y="1678"/>
                </a:lnTo>
                <a:lnTo>
                  <a:pt x="879" y="1679"/>
                </a:lnTo>
                <a:lnTo>
                  <a:pt x="878" y="1680"/>
                </a:lnTo>
                <a:lnTo>
                  <a:pt x="878" y="1681"/>
                </a:lnTo>
                <a:lnTo>
                  <a:pt x="878" y="1683"/>
                </a:lnTo>
                <a:lnTo>
                  <a:pt x="878" y="1684"/>
                </a:lnTo>
                <a:lnTo>
                  <a:pt x="877" y="1685"/>
                </a:lnTo>
                <a:lnTo>
                  <a:pt x="876" y="1687"/>
                </a:lnTo>
                <a:lnTo>
                  <a:pt x="875" y="1688"/>
                </a:lnTo>
                <a:lnTo>
                  <a:pt x="874" y="1688"/>
                </a:lnTo>
                <a:lnTo>
                  <a:pt x="874" y="1687"/>
                </a:lnTo>
                <a:lnTo>
                  <a:pt x="873" y="1687"/>
                </a:lnTo>
                <a:lnTo>
                  <a:pt x="872" y="1688"/>
                </a:lnTo>
                <a:lnTo>
                  <a:pt x="871" y="1688"/>
                </a:lnTo>
                <a:lnTo>
                  <a:pt x="869" y="1689"/>
                </a:lnTo>
                <a:lnTo>
                  <a:pt x="868" y="1689"/>
                </a:lnTo>
                <a:lnTo>
                  <a:pt x="868" y="1688"/>
                </a:lnTo>
                <a:lnTo>
                  <a:pt x="867" y="1688"/>
                </a:lnTo>
                <a:lnTo>
                  <a:pt x="866" y="1686"/>
                </a:lnTo>
                <a:lnTo>
                  <a:pt x="866" y="1685"/>
                </a:lnTo>
                <a:lnTo>
                  <a:pt x="865" y="1685"/>
                </a:lnTo>
                <a:lnTo>
                  <a:pt x="864" y="1684"/>
                </a:lnTo>
                <a:lnTo>
                  <a:pt x="863" y="1684"/>
                </a:lnTo>
                <a:lnTo>
                  <a:pt x="862" y="1683"/>
                </a:lnTo>
                <a:lnTo>
                  <a:pt x="861" y="1683"/>
                </a:lnTo>
                <a:lnTo>
                  <a:pt x="860" y="1681"/>
                </a:lnTo>
                <a:lnTo>
                  <a:pt x="859" y="1680"/>
                </a:lnTo>
                <a:lnTo>
                  <a:pt x="857" y="1680"/>
                </a:lnTo>
                <a:lnTo>
                  <a:pt x="856" y="1680"/>
                </a:lnTo>
                <a:lnTo>
                  <a:pt x="856" y="1679"/>
                </a:lnTo>
                <a:lnTo>
                  <a:pt x="856" y="1678"/>
                </a:lnTo>
                <a:lnTo>
                  <a:pt x="856" y="1677"/>
                </a:lnTo>
                <a:lnTo>
                  <a:pt x="857" y="1677"/>
                </a:lnTo>
                <a:lnTo>
                  <a:pt x="857" y="1676"/>
                </a:lnTo>
                <a:lnTo>
                  <a:pt x="857" y="1674"/>
                </a:lnTo>
                <a:lnTo>
                  <a:pt x="857" y="1673"/>
                </a:lnTo>
                <a:lnTo>
                  <a:pt x="858" y="1673"/>
                </a:lnTo>
                <a:lnTo>
                  <a:pt x="858" y="1672"/>
                </a:lnTo>
                <a:lnTo>
                  <a:pt x="861" y="1669"/>
                </a:lnTo>
                <a:lnTo>
                  <a:pt x="862" y="1669"/>
                </a:lnTo>
                <a:lnTo>
                  <a:pt x="862" y="1668"/>
                </a:lnTo>
                <a:lnTo>
                  <a:pt x="863" y="1668"/>
                </a:lnTo>
                <a:lnTo>
                  <a:pt x="863" y="1667"/>
                </a:lnTo>
                <a:lnTo>
                  <a:pt x="862" y="1665"/>
                </a:lnTo>
                <a:lnTo>
                  <a:pt x="862" y="1663"/>
                </a:lnTo>
                <a:lnTo>
                  <a:pt x="861" y="1663"/>
                </a:lnTo>
                <a:lnTo>
                  <a:pt x="861" y="1661"/>
                </a:lnTo>
                <a:lnTo>
                  <a:pt x="860" y="1660"/>
                </a:lnTo>
                <a:lnTo>
                  <a:pt x="859" y="1660"/>
                </a:lnTo>
                <a:lnTo>
                  <a:pt x="858" y="1660"/>
                </a:lnTo>
                <a:lnTo>
                  <a:pt x="857" y="1660"/>
                </a:lnTo>
                <a:lnTo>
                  <a:pt x="855" y="1659"/>
                </a:lnTo>
                <a:lnTo>
                  <a:pt x="854" y="1659"/>
                </a:lnTo>
                <a:lnTo>
                  <a:pt x="854" y="1658"/>
                </a:lnTo>
                <a:lnTo>
                  <a:pt x="853" y="1658"/>
                </a:lnTo>
                <a:lnTo>
                  <a:pt x="852" y="1658"/>
                </a:lnTo>
                <a:lnTo>
                  <a:pt x="852" y="1657"/>
                </a:lnTo>
                <a:lnTo>
                  <a:pt x="851" y="1656"/>
                </a:lnTo>
                <a:lnTo>
                  <a:pt x="850" y="1656"/>
                </a:lnTo>
                <a:lnTo>
                  <a:pt x="849" y="1656"/>
                </a:lnTo>
                <a:lnTo>
                  <a:pt x="848" y="1656"/>
                </a:lnTo>
                <a:lnTo>
                  <a:pt x="847" y="1656"/>
                </a:lnTo>
                <a:lnTo>
                  <a:pt x="846" y="1656"/>
                </a:lnTo>
                <a:lnTo>
                  <a:pt x="846" y="1657"/>
                </a:lnTo>
                <a:lnTo>
                  <a:pt x="846" y="1658"/>
                </a:lnTo>
                <a:lnTo>
                  <a:pt x="846" y="1659"/>
                </a:lnTo>
                <a:lnTo>
                  <a:pt x="845" y="1660"/>
                </a:lnTo>
                <a:lnTo>
                  <a:pt x="845" y="1661"/>
                </a:lnTo>
                <a:lnTo>
                  <a:pt x="844" y="1661"/>
                </a:lnTo>
                <a:lnTo>
                  <a:pt x="843" y="1662"/>
                </a:lnTo>
                <a:lnTo>
                  <a:pt x="839" y="1663"/>
                </a:lnTo>
                <a:lnTo>
                  <a:pt x="838" y="1664"/>
                </a:lnTo>
                <a:lnTo>
                  <a:pt x="836" y="1664"/>
                </a:lnTo>
                <a:lnTo>
                  <a:pt x="834" y="1665"/>
                </a:lnTo>
                <a:lnTo>
                  <a:pt x="833" y="1665"/>
                </a:lnTo>
                <a:lnTo>
                  <a:pt x="829" y="1667"/>
                </a:lnTo>
                <a:lnTo>
                  <a:pt x="828" y="1667"/>
                </a:lnTo>
                <a:lnTo>
                  <a:pt x="827" y="1668"/>
                </a:lnTo>
                <a:lnTo>
                  <a:pt x="825" y="1668"/>
                </a:lnTo>
                <a:lnTo>
                  <a:pt x="824" y="1668"/>
                </a:lnTo>
                <a:lnTo>
                  <a:pt x="823" y="1668"/>
                </a:lnTo>
                <a:lnTo>
                  <a:pt x="822" y="1668"/>
                </a:lnTo>
                <a:lnTo>
                  <a:pt x="818" y="1669"/>
                </a:lnTo>
                <a:lnTo>
                  <a:pt x="817" y="1669"/>
                </a:lnTo>
                <a:lnTo>
                  <a:pt x="816" y="1670"/>
                </a:lnTo>
                <a:lnTo>
                  <a:pt x="816" y="1672"/>
                </a:lnTo>
                <a:lnTo>
                  <a:pt x="815" y="1673"/>
                </a:lnTo>
                <a:lnTo>
                  <a:pt x="813" y="1675"/>
                </a:lnTo>
                <a:lnTo>
                  <a:pt x="812" y="1676"/>
                </a:lnTo>
                <a:lnTo>
                  <a:pt x="812" y="1677"/>
                </a:lnTo>
                <a:lnTo>
                  <a:pt x="811" y="1678"/>
                </a:lnTo>
                <a:lnTo>
                  <a:pt x="809" y="1679"/>
                </a:lnTo>
                <a:lnTo>
                  <a:pt x="808" y="1679"/>
                </a:lnTo>
                <a:lnTo>
                  <a:pt x="808" y="1680"/>
                </a:lnTo>
                <a:lnTo>
                  <a:pt x="807" y="1680"/>
                </a:lnTo>
                <a:lnTo>
                  <a:pt x="806" y="1681"/>
                </a:lnTo>
                <a:lnTo>
                  <a:pt x="805" y="1681"/>
                </a:lnTo>
                <a:lnTo>
                  <a:pt x="804" y="1681"/>
                </a:lnTo>
                <a:lnTo>
                  <a:pt x="803" y="1682"/>
                </a:lnTo>
                <a:lnTo>
                  <a:pt x="803" y="1683"/>
                </a:lnTo>
                <a:lnTo>
                  <a:pt x="802" y="1683"/>
                </a:lnTo>
                <a:lnTo>
                  <a:pt x="802" y="1682"/>
                </a:lnTo>
                <a:lnTo>
                  <a:pt x="801" y="1682"/>
                </a:lnTo>
                <a:lnTo>
                  <a:pt x="800" y="1683"/>
                </a:lnTo>
                <a:lnTo>
                  <a:pt x="799" y="1683"/>
                </a:lnTo>
                <a:lnTo>
                  <a:pt x="798" y="1684"/>
                </a:lnTo>
                <a:lnTo>
                  <a:pt x="797" y="1684"/>
                </a:lnTo>
                <a:lnTo>
                  <a:pt x="796" y="1684"/>
                </a:lnTo>
                <a:lnTo>
                  <a:pt x="795" y="1684"/>
                </a:lnTo>
                <a:lnTo>
                  <a:pt x="794" y="1684"/>
                </a:lnTo>
                <a:lnTo>
                  <a:pt x="793" y="1683"/>
                </a:lnTo>
                <a:lnTo>
                  <a:pt x="792" y="1684"/>
                </a:lnTo>
                <a:lnTo>
                  <a:pt x="791" y="1685"/>
                </a:lnTo>
                <a:lnTo>
                  <a:pt x="790" y="1685"/>
                </a:lnTo>
                <a:lnTo>
                  <a:pt x="790" y="1686"/>
                </a:lnTo>
                <a:lnTo>
                  <a:pt x="790" y="1687"/>
                </a:lnTo>
                <a:lnTo>
                  <a:pt x="790" y="1689"/>
                </a:lnTo>
                <a:lnTo>
                  <a:pt x="789" y="1690"/>
                </a:lnTo>
                <a:lnTo>
                  <a:pt x="788" y="1691"/>
                </a:lnTo>
                <a:lnTo>
                  <a:pt x="788" y="1692"/>
                </a:lnTo>
                <a:lnTo>
                  <a:pt x="786" y="1693"/>
                </a:lnTo>
                <a:lnTo>
                  <a:pt x="785" y="1693"/>
                </a:lnTo>
                <a:lnTo>
                  <a:pt x="782" y="1696"/>
                </a:lnTo>
                <a:lnTo>
                  <a:pt x="781" y="1696"/>
                </a:lnTo>
                <a:lnTo>
                  <a:pt x="780" y="1696"/>
                </a:lnTo>
                <a:lnTo>
                  <a:pt x="779" y="1696"/>
                </a:lnTo>
                <a:lnTo>
                  <a:pt x="777" y="1698"/>
                </a:lnTo>
                <a:lnTo>
                  <a:pt x="776" y="1700"/>
                </a:lnTo>
                <a:lnTo>
                  <a:pt x="775" y="1701"/>
                </a:lnTo>
                <a:lnTo>
                  <a:pt x="775" y="1702"/>
                </a:lnTo>
                <a:lnTo>
                  <a:pt x="773" y="1704"/>
                </a:lnTo>
                <a:lnTo>
                  <a:pt x="773" y="1705"/>
                </a:lnTo>
                <a:lnTo>
                  <a:pt x="773" y="1706"/>
                </a:lnTo>
                <a:lnTo>
                  <a:pt x="772" y="1706"/>
                </a:lnTo>
                <a:lnTo>
                  <a:pt x="771" y="1705"/>
                </a:lnTo>
                <a:lnTo>
                  <a:pt x="770" y="1706"/>
                </a:lnTo>
                <a:lnTo>
                  <a:pt x="769" y="1707"/>
                </a:lnTo>
                <a:lnTo>
                  <a:pt x="769" y="1708"/>
                </a:lnTo>
                <a:lnTo>
                  <a:pt x="769" y="1710"/>
                </a:lnTo>
                <a:lnTo>
                  <a:pt x="768" y="1710"/>
                </a:lnTo>
                <a:lnTo>
                  <a:pt x="767" y="1710"/>
                </a:lnTo>
                <a:lnTo>
                  <a:pt x="766" y="1710"/>
                </a:lnTo>
                <a:lnTo>
                  <a:pt x="766" y="1711"/>
                </a:lnTo>
                <a:lnTo>
                  <a:pt x="765" y="1711"/>
                </a:lnTo>
                <a:lnTo>
                  <a:pt x="765" y="1712"/>
                </a:lnTo>
                <a:lnTo>
                  <a:pt x="764" y="1713"/>
                </a:lnTo>
                <a:lnTo>
                  <a:pt x="764" y="1714"/>
                </a:lnTo>
                <a:lnTo>
                  <a:pt x="763" y="1714"/>
                </a:lnTo>
                <a:lnTo>
                  <a:pt x="762" y="1715"/>
                </a:lnTo>
                <a:lnTo>
                  <a:pt x="761" y="1715"/>
                </a:lnTo>
                <a:lnTo>
                  <a:pt x="761" y="1714"/>
                </a:lnTo>
                <a:lnTo>
                  <a:pt x="760" y="1714"/>
                </a:lnTo>
                <a:lnTo>
                  <a:pt x="759" y="1715"/>
                </a:lnTo>
                <a:lnTo>
                  <a:pt x="757" y="1714"/>
                </a:lnTo>
                <a:lnTo>
                  <a:pt x="755" y="1713"/>
                </a:lnTo>
                <a:lnTo>
                  <a:pt x="752" y="1711"/>
                </a:lnTo>
                <a:lnTo>
                  <a:pt x="750" y="1710"/>
                </a:lnTo>
                <a:lnTo>
                  <a:pt x="750" y="1709"/>
                </a:lnTo>
                <a:lnTo>
                  <a:pt x="750" y="1708"/>
                </a:lnTo>
                <a:lnTo>
                  <a:pt x="749" y="1708"/>
                </a:lnTo>
                <a:lnTo>
                  <a:pt x="748" y="1708"/>
                </a:lnTo>
                <a:lnTo>
                  <a:pt x="747" y="1708"/>
                </a:lnTo>
                <a:lnTo>
                  <a:pt x="746" y="1709"/>
                </a:lnTo>
                <a:lnTo>
                  <a:pt x="745" y="1709"/>
                </a:lnTo>
                <a:lnTo>
                  <a:pt x="743" y="1709"/>
                </a:lnTo>
                <a:lnTo>
                  <a:pt x="741" y="1709"/>
                </a:lnTo>
                <a:lnTo>
                  <a:pt x="737" y="1710"/>
                </a:lnTo>
                <a:lnTo>
                  <a:pt x="737" y="1709"/>
                </a:lnTo>
                <a:lnTo>
                  <a:pt x="734" y="1707"/>
                </a:lnTo>
                <a:lnTo>
                  <a:pt x="734" y="1706"/>
                </a:lnTo>
                <a:lnTo>
                  <a:pt x="733" y="1706"/>
                </a:lnTo>
                <a:lnTo>
                  <a:pt x="730" y="1705"/>
                </a:lnTo>
                <a:lnTo>
                  <a:pt x="729" y="1705"/>
                </a:lnTo>
                <a:lnTo>
                  <a:pt x="727" y="1705"/>
                </a:lnTo>
                <a:lnTo>
                  <a:pt x="726" y="1705"/>
                </a:lnTo>
                <a:lnTo>
                  <a:pt x="726" y="1706"/>
                </a:lnTo>
                <a:lnTo>
                  <a:pt x="724" y="1708"/>
                </a:lnTo>
                <a:lnTo>
                  <a:pt x="724" y="1709"/>
                </a:lnTo>
                <a:lnTo>
                  <a:pt x="722" y="1711"/>
                </a:lnTo>
                <a:lnTo>
                  <a:pt x="721" y="1713"/>
                </a:lnTo>
                <a:lnTo>
                  <a:pt x="720" y="1715"/>
                </a:lnTo>
                <a:lnTo>
                  <a:pt x="719" y="1716"/>
                </a:lnTo>
                <a:lnTo>
                  <a:pt x="718" y="1716"/>
                </a:lnTo>
                <a:lnTo>
                  <a:pt x="716" y="1716"/>
                </a:lnTo>
                <a:lnTo>
                  <a:pt x="715" y="1716"/>
                </a:lnTo>
                <a:lnTo>
                  <a:pt x="715" y="1717"/>
                </a:lnTo>
                <a:lnTo>
                  <a:pt x="714" y="1717"/>
                </a:lnTo>
                <a:lnTo>
                  <a:pt x="714" y="1716"/>
                </a:lnTo>
                <a:lnTo>
                  <a:pt x="714" y="1715"/>
                </a:lnTo>
                <a:lnTo>
                  <a:pt x="714" y="1714"/>
                </a:lnTo>
                <a:lnTo>
                  <a:pt x="715" y="1714"/>
                </a:lnTo>
                <a:lnTo>
                  <a:pt x="715" y="1713"/>
                </a:lnTo>
                <a:lnTo>
                  <a:pt x="715" y="1709"/>
                </a:lnTo>
                <a:lnTo>
                  <a:pt x="714" y="1709"/>
                </a:lnTo>
                <a:lnTo>
                  <a:pt x="713" y="1709"/>
                </a:lnTo>
                <a:lnTo>
                  <a:pt x="712" y="1709"/>
                </a:lnTo>
                <a:lnTo>
                  <a:pt x="711" y="1708"/>
                </a:lnTo>
                <a:lnTo>
                  <a:pt x="709" y="1705"/>
                </a:lnTo>
                <a:lnTo>
                  <a:pt x="708" y="1703"/>
                </a:lnTo>
                <a:lnTo>
                  <a:pt x="708" y="1697"/>
                </a:lnTo>
                <a:lnTo>
                  <a:pt x="708" y="1696"/>
                </a:lnTo>
                <a:lnTo>
                  <a:pt x="709" y="1696"/>
                </a:lnTo>
                <a:lnTo>
                  <a:pt x="709" y="1695"/>
                </a:lnTo>
                <a:lnTo>
                  <a:pt x="710" y="1695"/>
                </a:lnTo>
                <a:lnTo>
                  <a:pt x="711" y="1695"/>
                </a:lnTo>
                <a:lnTo>
                  <a:pt x="711" y="1693"/>
                </a:lnTo>
                <a:lnTo>
                  <a:pt x="710" y="1693"/>
                </a:lnTo>
                <a:lnTo>
                  <a:pt x="708" y="1692"/>
                </a:lnTo>
                <a:lnTo>
                  <a:pt x="704" y="1690"/>
                </a:lnTo>
                <a:lnTo>
                  <a:pt x="703" y="1689"/>
                </a:lnTo>
                <a:lnTo>
                  <a:pt x="702" y="1688"/>
                </a:lnTo>
                <a:lnTo>
                  <a:pt x="701" y="1684"/>
                </a:lnTo>
                <a:lnTo>
                  <a:pt x="700" y="1684"/>
                </a:lnTo>
                <a:lnTo>
                  <a:pt x="698" y="1682"/>
                </a:lnTo>
                <a:lnTo>
                  <a:pt x="698" y="1681"/>
                </a:lnTo>
                <a:lnTo>
                  <a:pt x="697" y="1681"/>
                </a:lnTo>
                <a:lnTo>
                  <a:pt x="695" y="1680"/>
                </a:lnTo>
                <a:lnTo>
                  <a:pt x="693" y="1680"/>
                </a:lnTo>
                <a:lnTo>
                  <a:pt x="691" y="1680"/>
                </a:lnTo>
                <a:lnTo>
                  <a:pt x="690" y="1679"/>
                </a:lnTo>
                <a:lnTo>
                  <a:pt x="690" y="1678"/>
                </a:lnTo>
                <a:lnTo>
                  <a:pt x="690" y="1677"/>
                </a:lnTo>
                <a:lnTo>
                  <a:pt x="689" y="1676"/>
                </a:lnTo>
                <a:lnTo>
                  <a:pt x="686" y="1678"/>
                </a:lnTo>
                <a:lnTo>
                  <a:pt x="685" y="1678"/>
                </a:lnTo>
                <a:lnTo>
                  <a:pt x="684" y="1678"/>
                </a:lnTo>
                <a:lnTo>
                  <a:pt x="683" y="1678"/>
                </a:lnTo>
                <a:lnTo>
                  <a:pt x="683" y="1677"/>
                </a:lnTo>
                <a:lnTo>
                  <a:pt x="682" y="1677"/>
                </a:lnTo>
                <a:lnTo>
                  <a:pt x="681" y="1678"/>
                </a:lnTo>
                <a:lnTo>
                  <a:pt x="680" y="1678"/>
                </a:lnTo>
                <a:lnTo>
                  <a:pt x="680" y="1679"/>
                </a:lnTo>
                <a:lnTo>
                  <a:pt x="679" y="1679"/>
                </a:lnTo>
                <a:lnTo>
                  <a:pt x="678" y="1679"/>
                </a:lnTo>
                <a:lnTo>
                  <a:pt x="677" y="1679"/>
                </a:lnTo>
                <a:lnTo>
                  <a:pt x="676" y="1676"/>
                </a:lnTo>
                <a:lnTo>
                  <a:pt x="675" y="1676"/>
                </a:lnTo>
                <a:lnTo>
                  <a:pt x="675" y="1675"/>
                </a:lnTo>
                <a:lnTo>
                  <a:pt x="675" y="1674"/>
                </a:lnTo>
                <a:lnTo>
                  <a:pt x="674" y="1673"/>
                </a:lnTo>
                <a:lnTo>
                  <a:pt x="674" y="1672"/>
                </a:lnTo>
                <a:lnTo>
                  <a:pt x="673" y="1672"/>
                </a:lnTo>
                <a:lnTo>
                  <a:pt x="672" y="1671"/>
                </a:lnTo>
                <a:lnTo>
                  <a:pt x="672" y="1669"/>
                </a:lnTo>
                <a:lnTo>
                  <a:pt x="672" y="1668"/>
                </a:lnTo>
                <a:lnTo>
                  <a:pt x="671" y="1668"/>
                </a:lnTo>
                <a:lnTo>
                  <a:pt x="670" y="1668"/>
                </a:lnTo>
                <a:lnTo>
                  <a:pt x="670" y="1667"/>
                </a:lnTo>
                <a:lnTo>
                  <a:pt x="671" y="1666"/>
                </a:lnTo>
                <a:lnTo>
                  <a:pt x="672" y="1666"/>
                </a:lnTo>
                <a:lnTo>
                  <a:pt x="672" y="1663"/>
                </a:lnTo>
                <a:lnTo>
                  <a:pt x="674" y="1661"/>
                </a:lnTo>
                <a:lnTo>
                  <a:pt x="677" y="1661"/>
                </a:lnTo>
                <a:lnTo>
                  <a:pt x="678" y="1660"/>
                </a:lnTo>
                <a:lnTo>
                  <a:pt x="678" y="1661"/>
                </a:lnTo>
                <a:lnTo>
                  <a:pt x="679" y="1662"/>
                </a:lnTo>
                <a:lnTo>
                  <a:pt x="681" y="1663"/>
                </a:lnTo>
                <a:lnTo>
                  <a:pt x="682" y="1663"/>
                </a:lnTo>
                <a:lnTo>
                  <a:pt x="684" y="1663"/>
                </a:lnTo>
                <a:lnTo>
                  <a:pt x="684" y="1662"/>
                </a:lnTo>
                <a:lnTo>
                  <a:pt x="683" y="1661"/>
                </a:lnTo>
                <a:lnTo>
                  <a:pt x="682" y="1661"/>
                </a:lnTo>
                <a:lnTo>
                  <a:pt x="681" y="1661"/>
                </a:lnTo>
                <a:lnTo>
                  <a:pt x="680" y="1660"/>
                </a:lnTo>
                <a:lnTo>
                  <a:pt x="680" y="1659"/>
                </a:lnTo>
                <a:lnTo>
                  <a:pt x="680" y="1658"/>
                </a:lnTo>
                <a:lnTo>
                  <a:pt x="681" y="1658"/>
                </a:lnTo>
                <a:lnTo>
                  <a:pt x="683" y="1658"/>
                </a:lnTo>
                <a:lnTo>
                  <a:pt x="684" y="1656"/>
                </a:lnTo>
                <a:lnTo>
                  <a:pt x="684" y="1655"/>
                </a:lnTo>
                <a:lnTo>
                  <a:pt x="684" y="1654"/>
                </a:lnTo>
                <a:lnTo>
                  <a:pt x="683" y="1653"/>
                </a:lnTo>
                <a:lnTo>
                  <a:pt x="681" y="1652"/>
                </a:lnTo>
                <a:lnTo>
                  <a:pt x="680" y="1652"/>
                </a:lnTo>
                <a:lnTo>
                  <a:pt x="678" y="1652"/>
                </a:lnTo>
                <a:lnTo>
                  <a:pt x="679" y="1650"/>
                </a:lnTo>
                <a:lnTo>
                  <a:pt x="679" y="1648"/>
                </a:lnTo>
                <a:lnTo>
                  <a:pt x="680" y="1647"/>
                </a:lnTo>
                <a:lnTo>
                  <a:pt x="680" y="1646"/>
                </a:lnTo>
                <a:lnTo>
                  <a:pt x="680" y="1644"/>
                </a:lnTo>
                <a:lnTo>
                  <a:pt x="679" y="1644"/>
                </a:lnTo>
                <a:lnTo>
                  <a:pt x="676" y="1641"/>
                </a:lnTo>
                <a:lnTo>
                  <a:pt x="674" y="1639"/>
                </a:lnTo>
                <a:lnTo>
                  <a:pt x="671" y="1637"/>
                </a:lnTo>
                <a:lnTo>
                  <a:pt x="670" y="1635"/>
                </a:lnTo>
                <a:lnTo>
                  <a:pt x="669" y="1634"/>
                </a:lnTo>
                <a:lnTo>
                  <a:pt x="668" y="1633"/>
                </a:lnTo>
                <a:lnTo>
                  <a:pt x="666" y="1632"/>
                </a:lnTo>
                <a:lnTo>
                  <a:pt x="665" y="1631"/>
                </a:lnTo>
                <a:lnTo>
                  <a:pt x="664" y="1630"/>
                </a:lnTo>
                <a:lnTo>
                  <a:pt x="661" y="1629"/>
                </a:lnTo>
                <a:lnTo>
                  <a:pt x="660" y="1628"/>
                </a:lnTo>
                <a:lnTo>
                  <a:pt x="659" y="1625"/>
                </a:lnTo>
                <a:lnTo>
                  <a:pt x="658" y="1623"/>
                </a:lnTo>
                <a:lnTo>
                  <a:pt x="657" y="1623"/>
                </a:lnTo>
                <a:lnTo>
                  <a:pt x="656" y="1622"/>
                </a:lnTo>
                <a:lnTo>
                  <a:pt x="654" y="1622"/>
                </a:lnTo>
                <a:lnTo>
                  <a:pt x="651" y="1622"/>
                </a:lnTo>
                <a:lnTo>
                  <a:pt x="648" y="1623"/>
                </a:lnTo>
                <a:lnTo>
                  <a:pt x="648" y="1622"/>
                </a:lnTo>
                <a:lnTo>
                  <a:pt x="645" y="1619"/>
                </a:lnTo>
                <a:lnTo>
                  <a:pt x="645" y="1618"/>
                </a:lnTo>
                <a:lnTo>
                  <a:pt x="645" y="1617"/>
                </a:lnTo>
                <a:lnTo>
                  <a:pt x="646" y="1616"/>
                </a:lnTo>
                <a:lnTo>
                  <a:pt x="645" y="1614"/>
                </a:lnTo>
                <a:lnTo>
                  <a:pt x="644" y="1614"/>
                </a:lnTo>
                <a:lnTo>
                  <a:pt x="644" y="1615"/>
                </a:lnTo>
                <a:lnTo>
                  <a:pt x="643" y="1615"/>
                </a:lnTo>
                <a:lnTo>
                  <a:pt x="642" y="1615"/>
                </a:lnTo>
                <a:lnTo>
                  <a:pt x="641" y="1613"/>
                </a:lnTo>
                <a:lnTo>
                  <a:pt x="641" y="1611"/>
                </a:lnTo>
                <a:lnTo>
                  <a:pt x="640" y="1611"/>
                </a:lnTo>
                <a:lnTo>
                  <a:pt x="640" y="1612"/>
                </a:lnTo>
                <a:lnTo>
                  <a:pt x="639" y="1612"/>
                </a:lnTo>
                <a:lnTo>
                  <a:pt x="638" y="1613"/>
                </a:lnTo>
                <a:lnTo>
                  <a:pt x="637" y="1612"/>
                </a:lnTo>
                <a:lnTo>
                  <a:pt x="638" y="1612"/>
                </a:lnTo>
                <a:lnTo>
                  <a:pt x="639" y="1610"/>
                </a:lnTo>
                <a:lnTo>
                  <a:pt x="637" y="1608"/>
                </a:lnTo>
                <a:lnTo>
                  <a:pt x="638" y="1605"/>
                </a:lnTo>
                <a:lnTo>
                  <a:pt x="638" y="1603"/>
                </a:lnTo>
                <a:lnTo>
                  <a:pt x="638" y="1601"/>
                </a:lnTo>
                <a:lnTo>
                  <a:pt x="638" y="1600"/>
                </a:lnTo>
                <a:lnTo>
                  <a:pt x="639" y="1600"/>
                </a:lnTo>
                <a:lnTo>
                  <a:pt x="640" y="1600"/>
                </a:lnTo>
                <a:lnTo>
                  <a:pt x="641" y="1601"/>
                </a:lnTo>
                <a:lnTo>
                  <a:pt x="642" y="1601"/>
                </a:lnTo>
                <a:lnTo>
                  <a:pt x="643" y="1601"/>
                </a:lnTo>
                <a:lnTo>
                  <a:pt x="644" y="1601"/>
                </a:lnTo>
                <a:lnTo>
                  <a:pt x="644" y="1600"/>
                </a:lnTo>
                <a:lnTo>
                  <a:pt x="645" y="1600"/>
                </a:lnTo>
                <a:lnTo>
                  <a:pt x="646" y="1601"/>
                </a:lnTo>
                <a:lnTo>
                  <a:pt x="647" y="1601"/>
                </a:lnTo>
                <a:lnTo>
                  <a:pt x="648" y="1601"/>
                </a:lnTo>
                <a:lnTo>
                  <a:pt x="649" y="1600"/>
                </a:lnTo>
                <a:lnTo>
                  <a:pt x="650" y="1600"/>
                </a:lnTo>
                <a:lnTo>
                  <a:pt x="650" y="1599"/>
                </a:lnTo>
                <a:lnTo>
                  <a:pt x="650" y="1598"/>
                </a:lnTo>
                <a:lnTo>
                  <a:pt x="651" y="1597"/>
                </a:lnTo>
                <a:lnTo>
                  <a:pt x="651" y="1596"/>
                </a:lnTo>
                <a:lnTo>
                  <a:pt x="650" y="1595"/>
                </a:lnTo>
                <a:lnTo>
                  <a:pt x="650" y="1594"/>
                </a:lnTo>
                <a:lnTo>
                  <a:pt x="650" y="1593"/>
                </a:lnTo>
                <a:lnTo>
                  <a:pt x="652" y="1590"/>
                </a:lnTo>
                <a:lnTo>
                  <a:pt x="653" y="1587"/>
                </a:lnTo>
                <a:lnTo>
                  <a:pt x="653" y="1586"/>
                </a:lnTo>
                <a:lnTo>
                  <a:pt x="652" y="1585"/>
                </a:lnTo>
                <a:lnTo>
                  <a:pt x="651" y="1584"/>
                </a:lnTo>
                <a:lnTo>
                  <a:pt x="650" y="1584"/>
                </a:lnTo>
                <a:lnTo>
                  <a:pt x="649" y="1583"/>
                </a:lnTo>
                <a:lnTo>
                  <a:pt x="649" y="1582"/>
                </a:lnTo>
                <a:lnTo>
                  <a:pt x="649" y="1580"/>
                </a:lnTo>
                <a:lnTo>
                  <a:pt x="650" y="1580"/>
                </a:lnTo>
                <a:lnTo>
                  <a:pt x="652" y="1579"/>
                </a:lnTo>
                <a:lnTo>
                  <a:pt x="652" y="1578"/>
                </a:lnTo>
                <a:lnTo>
                  <a:pt x="652" y="1577"/>
                </a:lnTo>
                <a:lnTo>
                  <a:pt x="653" y="1577"/>
                </a:lnTo>
                <a:lnTo>
                  <a:pt x="653" y="1576"/>
                </a:lnTo>
                <a:lnTo>
                  <a:pt x="656" y="1575"/>
                </a:lnTo>
                <a:lnTo>
                  <a:pt x="658" y="1574"/>
                </a:lnTo>
                <a:lnTo>
                  <a:pt x="657" y="1574"/>
                </a:lnTo>
                <a:lnTo>
                  <a:pt x="657" y="1573"/>
                </a:lnTo>
                <a:lnTo>
                  <a:pt x="656" y="1573"/>
                </a:lnTo>
                <a:lnTo>
                  <a:pt x="656" y="1572"/>
                </a:lnTo>
                <a:lnTo>
                  <a:pt x="656" y="1571"/>
                </a:lnTo>
                <a:lnTo>
                  <a:pt x="657" y="1570"/>
                </a:lnTo>
                <a:lnTo>
                  <a:pt x="657" y="1569"/>
                </a:lnTo>
                <a:lnTo>
                  <a:pt x="658" y="1569"/>
                </a:lnTo>
                <a:lnTo>
                  <a:pt x="658" y="1570"/>
                </a:lnTo>
                <a:lnTo>
                  <a:pt x="659" y="1570"/>
                </a:lnTo>
                <a:lnTo>
                  <a:pt x="660" y="1570"/>
                </a:lnTo>
                <a:lnTo>
                  <a:pt x="660" y="1569"/>
                </a:lnTo>
                <a:lnTo>
                  <a:pt x="660" y="1568"/>
                </a:lnTo>
                <a:lnTo>
                  <a:pt x="660" y="1567"/>
                </a:lnTo>
                <a:lnTo>
                  <a:pt x="659" y="1567"/>
                </a:lnTo>
                <a:lnTo>
                  <a:pt x="658" y="1567"/>
                </a:lnTo>
                <a:lnTo>
                  <a:pt x="657" y="1567"/>
                </a:lnTo>
                <a:lnTo>
                  <a:pt x="656" y="1566"/>
                </a:lnTo>
                <a:lnTo>
                  <a:pt x="655" y="1565"/>
                </a:lnTo>
                <a:lnTo>
                  <a:pt x="654" y="1564"/>
                </a:lnTo>
                <a:lnTo>
                  <a:pt x="653" y="1564"/>
                </a:lnTo>
                <a:lnTo>
                  <a:pt x="652" y="1564"/>
                </a:lnTo>
                <a:lnTo>
                  <a:pt x="650" y="1564"/>
                </a:lnTo>
                <a:lnTo>
                  <a:pt x="649" y="1564"/>
                </a:lnTo>
                <a:lnTo>
                  <a:pt x="648" y="1565"/>
                </a:lnTo>
                <a:lnTo>
                  <a:pt x="648" y="1566"/>
                </a:lnTo>
                <a:lnTo>
                  <a:pt x="648" y="1567"/>
                </a:lnTo>
                <a:lnTo>
                  <a:pt x="649" y="1567"/>
                </a:lnTo>
                <a:lnTo>
                  <a:pt x="649" y="1568"/>
                </a:lnTo>
                <a:lnTo>
                  <a:pt x="650" y="1570"/>
                </a:lnTo>
                <a:lnTo>
                  <a:pt x="650" y="1571"/>
                </a:lnTo>
                <a:lnTo>
                  <a:pt x="650" y="1572"/>
                </a:lnTo>
                <a:lnTo>
                  <a:pt x="650" y="1574"/>
                </a:lnTo>
                <a:lnTo>
                  <a:pt x="650" y="1575"/>
                </a:lnTo>
                <a:lnTo>
                  <a:pt x="649" y="1575"/>
                </a:lnTo>
                <a:lnTo>
                  <a:pt x="648" y="1574"/>
                </a:lnTo>
                <a:lnTo>
                  <a:pt x="647" y="1573"/>
                </a:lnTo>
                <a:lnTo>
                  <a:pt x="646" y="1573"/>
                </a:lnTo>
                <a:lnTo>
                  <a:pt x="645" y="1572"/>
                </a:lnTo>
                <a:lnTo>
                  <a:pt x="645" y="1573"/>
                </a:lnTo>
                <a:lnTo>
                  <a:pt x="644" y="1573"/>
                </a:lnTo>
                <a:lnTo>
                  <a:pt x="643" y="1574"/>
                </a:lnTo>
                <a:lnTo>
                  <a:pt x="643" y="1575"/>
                </a:lnTo>
                <a:lnTo>
                  <a:pt x="643" y="1576"/>
                </a:lnTo>
                <a:lnTo>
                  <a:pt x="642" y="1576"/>
                </a:lnTo>
                <a:lnTo>
                  <a:pt x="639" y="1576"/>
                </a:lnTo>
                <a:lnTo>
                  <a:pt x="638" y="1576"/>
                </a:lnTo>
                <a:lnTo>
                  <a:pt x="637" y="1576"/>
                </a:lnTo>
                <a:lnTo>
                  <a:pt x="637" y="1575"/>
                </a:lnTo>
                <a:lnTo>
                  <a:pt x="638" y="1575"/>
                </a:lnTo>
                <a:lnTo>
                  <a:pt x="638" y="1574"/>
                </a:lnTo>
                <a:lnTo>
                  <a:pt x="638" y="1573"/>
                </a:lnTo>
                <a:lnTo>
                  <a:pt x="638" y="1571"/>
                </a:lnTo>
                <a:lnTo>
                  <a:pt x="637" y="1570"/>
                </a:lnTo>
                <a:lnTo>
                  <a:pt x="636" y="1570"/>
                </a:lnTo>
                <a:lnTo>
                  <a:pt x="635" y="1570"/>
                </a:lnTo>
                <a:lnTo>
                  <a:pt x="635" y="1569"/>
                </a:lnTo>
                <a:lnTo>
                  <a:pt x="635" y="1568"/>
                </a:lnTo>
                <a:lnTo>
                  <a:pt x="634" y="1568"/>
                </a:lnTo>
                <a:lnTo>
                  <a:pt x="634" y="1567"/>
                </a:lnTo>
                <a:lnTo>
                  <a:pt x="633" y="1567"/>
                </a:lnTo>
                <a:lnTo>
                  <a:pt x="632" y="1567"/>
                </a:lnTo>
                <a:lnTo>
                  <a:pt x="632" y="1566"/>
                </a:lnTo>
                <a:lnTo>
                  <a:pt x="632" y="1565"/>
                </a:lnTo>
                <a:lnTo>
                  <a:pt x="633" y="1565"/>
                </a:lnTo>
                <a:lnTo>
                  <a:pt x="634" y="1565"/>
                </a:lnTo>
                <a:lnTo>
                  <a:pt x="634" y="1564"/>
                </a:lnTo>
                <a:lnTo>
                  <a:pt x="635" y="1564"/>
                </a:lnTo>
                <a:lnTo>
                  <a:pt x="636" y="1563"/>
                </a:lnTo>
                <a:lnTo>
                  <a:pt x="636" y="1562"/>
                </a:lnTo>
                <a:lnTo>
                  <a:pt x="636" y="1561"/>
                </a:lnTo>
                <a:lnTo>
                  <a:pt x="636" y="1560"/>
                </a:lnTo>
                <a:lnTo>
                  <a:pt x="635" y="1560"/>
                </a:lnTo>
                <a:lnTo>
                  <a:pt x="635" y="1559"/>
                </a:lnTo>
                <a:lnTo>
                  <a:pt x="636" y="1559"/>
                </a:lnTo>
                <a:lnTo>
                  <a:pt x="637" y="1558"/>
                </a:lnTo>
                <a:lnTo>
                  <a:pt x="638" y="1555"/>
                </a:lnTo>
                <a:lnTo>
                  <a:pt x="639" y="1554"/>
                </a:lnTo>
                <a:lnTo>
                  <a:pt x="640" y="1553"/>
                </a:lnTo>
                <a:lnTo>
                  <a:pt x="640" y="1552"/>
                </a:lnTo>
                <a:lnTo>
                  <a:pt x="640" y="1551"/>
                </a:lnTo>
                <a:lnTo>
                  <a:pt x="639" y="1550"/>
                </a:lnTo>
                <a:lnTo>
                  <a:pt x="638" y="1550"/>
                </a:lnTo>
                <a:lnTo>
                  <a:pt x="638" y="1549"/>
                </a:lnTo>
                <a:lnTo>
                  <a:pt x="636" y="1547"/>
                </a:lnTo>
                <a:lnTo>
                  <a:pt x="635" y="1547"/>
                </a:lnTo>
                <a:lnTo>
                  <a:pt x="635" y="1546"/>
                </a:lnTo>
                <a:lnTo>
                  <a:pt x="634" y="1544"/>
                </a:lnTo>
                <a:lnTo>
                  <a:pt x="634" y="1543"/>
                </a:lnTo>
                <a:lnTo>
                  <a:pt x="635" y="1543"/>
                </a:lnTo>
                <a:lnTo>
                  <a:pt x="634" y="1543"/>
                </a:lnTo>
                <a:lnTo>
                  <a:pt x="632" y="1542"/>
                </a:lnTo>
                <a:lnTo>
                  <a:pt x="630" y="1542"/>
                </a:lnTo>
                <a:lnTo>
                  <a:pt x="629" y="1542"/>
                </a:lnTo>
                <a:lnTo>
                  <a:pt x="626" y="1542"/>
                </a:lnTo>
                <a:lnTo>
                  <a:pt x="626" y="1541"/>
                </a:lnTo>
                <a:lnTo>
                  <a:pt x="626" y="1540"/>
                </a:lnTo>
                <a:lnTo>
                  <a:pt x="625" y="1539"/>
                </a:lnTo>
                <a:lnTo>
                  <a:pt x="625" y="1538"/>
                </a:lnTo>
                <a:lnTo>
                  <a:pt x="624" y="1538"/>
                </a:lnTo>
                <a:lnTo>
                  <a:pt x="623" y="1539"/>
                </a:lnTo>
                <a:lnTo>
                  <a:pt x="622" y="1540"/>
                </a:lnTo>
                <a:lnTo>
                  <a:pt x="620" y="1540"/>
                </a:lnTo>
                <a:lnTo>
                  <a:pt x="620" y="1539"/>
                </a:lnTo>
                <a:lnTo>
                  <a:pt x="619" y="1539"/>
                </a:lnTo>
                <a:lnTo>
                  <a:pt x="618" y="1539"/>
                </a:lnTo>
                <a:lnTo>
                  <a:pt x="618" y="1538"/>
                </a:lnTo>
                <a:lnTo>
                  <a:pt x="617" y="1538"/>
                </a:lnTo>
                <a:lnTo>
                  <a:pt x="616" y="1538"/>
                </a:lnTo>
                <a:lnTo>
                  <a:pt x="616" y="1537"/>
                </a:lnTo>
                <a:lnTo>
                  <a:pt x="616" y="1536"/>
                </a:lnTo>
                <a:lnTo>
                  <a:pt x="615" y="1535"/>
                </a:lnTo>
                <a:lnTo>
                  <a:pt x="615" y="1534"/>
                </a:lnTo>
                <a:lnTo>
                  <a:pt x="614" y="1534"/>
                </a:lnTo>
                <a:lnTo>
                  <a:pt x="614" y="1533"/>
                </a:lnTo>
                <a:lnTo>
                  <a:pt x="615" y="1532"/>
                </a:lnTo>
                <a:lnTo>
                  <a:pt x="615" y="1531"/>
                </a:lnTo>
                <a:lnTo>
                  <a:pt x="616" y="1529"/>
                </a:lnTo>
                <a:lnTo>
                  <a:pt x="617" y="1529"/>
                </a:lnTo>
                <a:lnTo>
                  <a:pt x="617" y="1528"/>
                </a:lnTo>
                <a:lnTo>
                  <a:pt x="616" y="1527"/>
                </a:lnTo>
                <a:lnTo>
                  <a:pt x="615" y="1527"/>
                </a:lnTo>
                <a:lnTo>
                  <a:pt x="615" y="1528"/>
                </a:lnTo>
                <a:lnTo>
                  <a:pt x="611" y="1528"/>
                </a:lnTo>
                <a:lnTo>
                  <a:pt x="610" y="1527"/>
                </a:lnTo>
                <a:lnTo>
                  <a:pt x="610" y="1526"/>
                </a:lnTo>
                <a:lnTo>
                  <a:pt x="609" y="1526"/>
                </a:lnTo>
                <a:lnTo>
                  <a:pt x="610" y="1525"/>
                </a:lnTo>
                <a:lnTo>
                  <a:pt x="610" y="1524"/>
                </a:lnTo>
                <a:lnTo>
                  <a:pt x="610" y="1523"/>
                </a:lnTo>
                <a:lnTo>
                  <a:pt x="610" y="1522"/>
                </a:lnTo>
                <a:lnTo>
                  <a:pt x="610" y="1521"/>
                </a:lnTo>
                <a:lnTo>
                  <a:pt x="609" y="1520"/>
                </a:lnTo>
                <a:lnTo>
                  <a:pt x="608" y="1520"/>
                </a:lnTo>
                <a:lnTo>
                  <a:pt x="607" y="1519"/>
                </a:lnTo>
                <a:lnTo>
                  <a:pt x="607" y="1520"/>
                </a:lnTo>
                <a:lnTo>
                  <a:pt x="606" y="1520"/>
                </a:lnTo>
                <a:lnTo>
                  <a:pt x="605" y="1519"/>
                </a:lnTo>
                <a:lnTo>
                  <a:pt x="603" y="1518"/>
                </a:lnTo>
                <a:lnTo>
                  <a:pt x="602" y="1517"/>
                </a:lnTo>
                <a:lnTo>
                  <a:pt x="601" y="1516"/>
                </a:lnTo>
                <a:lnTo>
                  <a:pt x="599" y="1516"/>
                </a:lnTo>
                <a:lnTo>
                  <a:pt x="598" y="1516"/>
                </a:lnTo>
                <a:lnTo>
                  <a:pt x="598" y="1515"/>
                </a:lnTo>
                <a:lnTo>
                  <a:pt x="597" y="1515"/>
                </a:lnTo>
                <a:lnTo>
                  <a:pt x="596" y="1515"/>
                </a:lnTo>
                <a:lnTo>
                  <a:pt x="594" y="1513"/>
                </a:lnTo>
                <a:lnTo>
                  <a:pt x="594" y="1510"/>
                </a:lnTo>
                <a:lnTo>
                  <a:pt x="595" y="1509"/>
                </a:lnTo>
                <a:lnTo>
                  <a:pt x="595" y="1508"/>
                </a:lnTo>
                <a:lnTo>
                  <a:pt x="595" y="1507"/>
                </a:lnTo>
                <a:lnTo>
                  <a:pt x="596" y="1505"/>
                </a:lnTo>
                <a:lnTo>
                  <a:pt x="596" y="1504"/>
                </a:lnTo>
                <a:lnTo>
                  <a:pt x="595" y="1504"/>
                </a:lnTo>
                <a:lnTo>
                  <a:pt x="595" y="1503"/>
                </a:lnTo>
                <a:lnTo>
                  <a:pt x="596" y="1503"/>
                </a:lnTo>
                <a:lnTo>
                  <a:pt x="596" y="1502"/>
                </a:lnTo>
                <a:lnTo>
                  <a:pt x="597" y="1502"/>
                </a:lnTo>
                <a:lnTo>
                  <a:pt x="598" y="1501"/>
                </a:lnTo>
                <a:lnTo>
                  <a:pt x="598" y="1499"/>
                </a:lnTo>
                <a:lnTo>
                  <a:pt x="598" y="1498"/>
                </a:lnTo>
                <a:lnTo>
                  <a:pt x="598" y="1497"/>
                </a:lnTo>
                <a:lnTo>
                  <a:pt x="597" y="1497"/>
                </a:lnTo>
                <a:lnTo>
                  <a:pt x="596" y="1497"/>
                </a:lnTo>
                <a:lnTo>
                  <a:pt x="596" y="1496"/>
                </a:lnTo>
                <a:lnTo>
                  <a:pt x="596" y="1495"/>
                </a:lnTo>
                <a:lnTo>
                  <a:pt x="598" y="1492"/>
                </a:lnTo>
                <a:lnTo>
                  <a:pt x="598" y="1491"/>
                </a:lnTo>
                <a:lnTo>
                  <a:pt x="599" y="1489"/>
                </a:lnTo>
                <a:lnTo>
                  <a:pt x="600" y="1486"/>
                </a:lnTo>
                <a:lnTo>
                  <a:pt x="600" y="1484"/>
                </a:lnTo>
                <a:lnTo>
                  <a:pt x="601" y="1484"/>
                </a:lnTo>
                <a:lnTo>
                  <a:pt x="601" y="1482"/>
                </a:lnTo>
                <a:lnTo>
                  <a:pt x="601" y="1479"/>
                </a:lnTo>
                <a:lnTo>
                  <a:pt x="600" y="1477"/>
                </a:lnTo>
                <a:lnTo>
                  <a:pt x="598" y="1477"/>
                </a:lnTo>
                <a:lnTo>
                  <a:pt x="597" y="1477"/>
                </a:lnTo>
                <a:lnTo>
                  <a:pt x="597" y="1476"/>
                </a:lnTo>
                <a:lnTo>
                  <a:pt x="596" y="1476"/>
                </a:lnTo>
                <a:lnTo>
                  <a:pt x="593" y="1475"/>
                </a:lnTo>
                <a:lnTo>
                  <a:pt x="591" y="1475"/>
                </a:lnTo>
                <a:lnTo>
                  <a:pt x="590" y="1475"/>
                </a:lnTo>
                <a:lnTo>
                  <a:pt x="589" y="1475"/>
                </a:lnTo>
                <a:lnTo>
                  <a:pt x="587" y="1476"/>
                </a:lnTo>
                <a:lnTo>
                  <a:pt x="586" y="1476"/>
                </a:lnTo>
                <a:lnTo>
                  <a:pt x="586" y="1477"/>
                </a:lnTo>
                <a:lnTo>
                  <a:pt x="585" y="1477"/>
                </a:lnTo>
                <a:lnTo>
                  <a:pt x="584" y="1478"/>
                </a:lnTo>
                <a:lnTo>
                  <a:pt x="584" y="1477"/>
                </a:lnTo>
                <a:lnTo>
                  <a:pt x="581" y="1476"/>
                </a:lnTo>
                <a:lnTo>
                  <a:pt x="581" y="1475"/>
                </a:lnTo>
                <a:lnTo>
                  <a:pt x="581" y="1474"/>
                </a:lnTo>
                <a:lnTo>
                  <a:pt x="581" y="1473"/>
                </a:lnTo>
                <a:lnTo>
                  <a:pt x="580" y="1473"/>
                </a:lnTo>
                <a:lnTo>
                  <a:pt x="579" y="1473"/>
                </a:lnTo>
                <a:lnTo>
                  <a:pt x="578" y="1471"/>
                </a:lnTo>
                <a:lnTo>
                  <a:pt x="578" y="1469"/>
                </a:lnTo>
                <a:lnTo>
                  <a:pt x="578" y="1468"/>
                </a:lnTo>
                <a:lnTo>
                  <a:pt x="579" y="1468"/>
                </a:lnTo>
                <a:lnTo>
                  <a:pt x="579" y="1467"/>
                </a:lnTo>
                <a:lnTo>
                  <a:pt x="579" y="1466"/>
                </a:lnTo>
                <a:lnTo>
                  <a:pt x="578" y="1466"/>
                </a:lnTo>
                <a:lnTo>
                  <a:pt x="577" y="1464"/>
                </a:lnTo>
                <a:lnTo>
                  <a:pt x="576" y="1461"/>
                </a:lnTo>
                <a:lnTo>
                  <a:pt x="576" y="1460"/>
                </a:lnTo>
                <a:lnTo>
                  <a:pt x="577" y="1459"/>
                </a:lnTo>
                <a:lnTo>
                  <a:pt x="577" y="1456"/>
                </a:lnTo>
                <a:lnTo>
                  <a:pt x="575" y="1454"/>
                </a:lnTo>
                <a:lnTo>
                  <a:pt x="574" y="1453"/>
                </a:lnTo>
                <a:lnTo>
                  <a:pt x="573" y="1453"/>
                </a:lnTo>
                <a:lnTo>
                  <a:pt x="574" y="1451"/>
                </a:lnTo>
                <a:lnTo>
                  <a:pt x="575" y="1450"/>
                </a:lnTo>
                <a:lnTo>
                  <a:pt x="575" y="1449"/>
                </a:lnTo>
                <a:lnTo>
                  <a:pt x="575" y="1446"/>
                </a:lnTo>
                <a:lnTo>
                  <a:pt x="574" y="1446"/>
                </a:lnTo>
                <a:lnTo>
                  <a:pt x="573" y="1445"/>
                </a:lnTo>
                <a:lnTo>
                  <a:pt x="572" y="1445"/>
                </a:lnTo>
                <a:lnTo>
                  <a:pt x="571" y="1444"/>
                </a:lnTo>
                <a:lnTo>
                  <a:pt x="571" y="1443"/>
                </a:lnTo>
                <a:lnTo>
                  <a:pt x="571" y="1442"/>
                </a:lnTo>
                <a:lnTo>
                  <a:pt x="571" y="1440"/>
                </a:lnTo>
                <a:lnTo>
                  <a:pt x="570" y="1439"/>
                </a:lnTo>
                <a:lnTo>
                  <a:pt x="569" y="1439"/>
                </a:lnTo>
                <a:lnTo>
                  <a:pt x="569" y="1438"/>
                </a:lnTo>
                <a:lnTo>
                  <a:pt x="567" y="1435"/>
                </a:lnTo>
                <a:lnTo>
                  <a:pt x="566" y="1435"/>
                </a:lnTo>
                <a:lnTo>
                  <a:pt x="566" y="1434"/>
                </a:lnTo>
                <a:lnTo>
                  <a:pt x="563" y="1428"/>
                </a:lnTo>
                <a:lnTo>
                  <a:pt x="564" y="1428"/>
                </a:lnTo>
                <a:lnTo>
                  <a:pt x="564" y="1427"/>
                </a:lnTo>
                <a:lnTo>
                  <a:pt x="565" y="1426"/>
                </a:lnTo>
                <a:lnTo>
                  <a:pt x="564" y="1425"/>
                </a:lnTo>
                <a:lnTo>
                  <a:pt x="563" y="1422"/>
                </a:lnTo>
                <a:lnTo>
                  <a:pt x="561" y="1420"/>
                </a:lnTo>
                <a:lnTo>
                  <a:pt x="559" y="1419"/>
                </a:lnTo>
                <a:lnTo>
                  <a:pt x="558" y="1419"/>
                </a:lnTo>
                <a:lnTo>
                  <a:pt x="558" y="1420"/>
                </a:lnTo>
                <a:lnTo>
                  <a:pt x="557" y="1421"/>
                </a:lnTo>
                <a:lnTo>
                  <a:pt x="557" y="1422"/>
                </a:lnTo>
                <a:lnTo>
                  <a:pt x="556" y="1422"/>
                </a:lnTo>
                <a:lnTo>
                  <a:pt x="555" y="1423"/>
                </a:lnTo>
                <a:lnTo>
                  <a:pt x="555" y="1422"/>
                </a:lnTo>
                <a:lnTo>
                  <a:pt x="556" y="1417"/>
                </a:lnTo>
                <a:lnTo>
                  <a:pt x="556" y="1415"/>
                </a:lnTo>
                <a:lnTo>
                  <a:pt x="557" y="1414"/>
                </a:lnTo>
                <a:lnTo>
                  <a:pt x="558" y="1410"/>
                </a:lnTo>
                <a:lnTo>
                  <a:pt x="557" y="1409"/>
                </a:lnTo>
                <a:lnTo>
                  <a:pt x="557" y="1408"/>
                </a:lnTo>
                <a:lnTo>
                  <a:pt x="556" y="1408"/>
                </a:lnTo>
                <a:lnTo>
                  <a:pt x="556" y="1407"/>
                </a:lnTo>
                <a:lnTo>
                  <a:pt x="556" y="1406"/>
                </a:lnTo>
                <a:lnTo>
                  <a:pt x="555" y="1406"/>
                </a:lnTo>
                <a:lnTo>
                  <a:pt x="553" y="1402"/>
                </a:lnTo>
                <a:lnTo>
                  <a:pt x="553" y="1401"/>
                </a:lnTo>
                <a:lnTo>
                  <a:pt x="553" y="1399"/>
                </a:lnTo>
                <a:lnTo>
                  <a:pt x="552" y="1398"/>
                </a:lnTo>
                <a:lnTo>
                  <a:pt x="552" y="1397"/>
                </a:lnTo>
                <a:lnTo>
                  <a:pt x="549" y="1393"/>
                </a:lnTo>
                <a:lnTo>
                  <a:pt x="548" y="1393"/>
                </a:lnTo>
                <a:lnTo>
                  <a:pt x="547" y="1393"/>
                </a:lnTo>
                <a:lnTo>
                  <a:pt x="547" y="1392"/>
                </a:lnTo>
                <a:lnTo>
                  <a:pt x="548" y="1391"/>
                </a:lnTo>
                <a:lnTo>
                  <a:pt x="548" y="1389"/>
                </a:lnTo>
                <a:lnTo>
                  <a:pt x="548" y="1388"/>
                </a:lnTo>
                <a:lnTo>
                  <a:pt x="547" y="1388"/>
                </a:lnTo>
                <a:lnTo>
                  <a:pt x="546" y="1388"/>
                </a:lnTo>
                <a:lnTo>
                  <a:pt x="546" y="1389"/>
                </a:lnTo>
                <a:lnTo>
                  <a:pt x="544" y="1390"/>
                </a:lnTo>
                <a:lnTo>
                  <a:pt x="543" y="1389"/>
                </a:lnTo>
                <a:lnTo>
                  <a:pt x="544" y="1387"/>
                </a:lnTo>
                <a:lnTo>
                  <a:pt x="545" y="1385"/>
                </a:lnTo>
                <a:lnTo>
                  <a:pt x="546" y="1385"/>
                </a:lnTo>
                <a:lnTo>
                  <a:pt x="546" y="1384"/>
                </a:lnTo>
                <a:lnTo>
                  <a:pt x="547" y="1384"/>
                </a:lnTo>
                <a:lnTo>
                  <a:pt x="547" y="1383"/>
                </a:lnTo>
                <a:lnTo>
                  <a:pt x="546" y="1383"/>
                </a:lnTo>
                <a:lnTo>
                  <a:pt x="545" y="1383"/>
                </a:lnTo>
                <a:lnTo>
                  <a:pt x="544" y="1382"/>
                </a:lnTo>
                <a:lnTo>
                  <a:pt x="544" y="1381"/>
                </a:lnTo>
                <a:lnTo>
                  <a:pt x="544" y="1380"/>
                </a:lnTo>
                <a:lnTo>
                  <a:pt x="545" y="1380"/>
                </a:lnTo>
                <a:lnTo>
                  <a:pt x="546" y="1379"/>
                </a:lnTo>
                <a:lnTo>
                  <a:pt x="547" y="1378"/>
                </a:lnTo>
                <a:lnTo>
                  <a:pt x="547" y="1377"/>
                </a:lnTo>
                <a:lnTo>
                  <a:pt x="546" y="1377"/>
                </a:lnTo>
                <a:lnTo>
                  <a:pt x="546" y="1376"/>
                </a:lnTo>
                <a:lnTo>
                  <a:pt x="545" y="1376"/>
                </a:lnTo>
                <a:lnTo>
                  <a:pt x="544" y="1375"/>
                </a:lnTo>
                <a:lnTo>
                  <a:pt x="543" y="1375"/>
                </a:lnTo>
                <a:lnTo>
                  <a:pt x="541" y="1375"/>
                </a:lnTo>
                <a:lnTo>
                  <a:pt x="540" y="1375"/>
                </a:lnTo>
                <a:lnTo>
                  <a:pt x="538" y="1375"/>
                </a:lnTo>
                <a:lnTo>
                  <a:pt x="537" y="1375"/>
                </a:lnTo>
                <a:lnTo>
                  <a:pt x="536" y="1374"/>
                </a:lnTo>
                <a:lnTo>
                  <a:pt x="536" y="1373"/>
                </a:lnTo>
                <a:lnTo>
                  <a:pt x="535" y="1373"/>
                </a:lnTo>
                <a:lnTo>
                  <a:pt x="535" y="1372"/>
                </a:lnTo>
                <a:lnTo>
                  <a:pt x="535" y="1368"/>
                </a:lnTo>
                <a:lnTo>
                  <a:pt x="535" y="1365"/>
                </a:lnTo>
                <a:lnTo>
                  <a:pt x="535" y="1363"/>
                </a:lnTo>
                <a:lnTo>
                  <a:pt x="534" y="1362"/>
                </a:lnTo>
                <a:lnTo>
                  <a:pt x="532" y="1358"/>
                </a:lnTo>
                <a:lnTo>
                  <a:pt x="530" y="1357"/>
                </a:lnTo>
                <a:lnTo>
                  <a:pt x="529" y="1356"/>
                </a:lnTo>
                <a:lnTo>
                  <a:pt x="528" y="1356"/>
                </a:lnTo>
                <a:lnTo>
                  <a:pt x="527" y="1355"/>
                </a:lnTo>
                <a:lnTo>
                  <a:pt x="525" y="1353"/>
                </a:lnTo>
                <a:lnTo>
                  <a:pt x="524" y="1352"/>
                </a:lnTo>
                <a:lnTo>
                  <a:pt x="522" y="1351"/>
                </a:lnTo>
                <a:lnTo>
                  <a:pt x="522" y="1350"/>
                </a:lnTo>
                <a:lnTo>
                  <a:pt x="521" y="1348"/>
                </a:lnTo>
                <a:lnTo>
                  <a:pt x="521" y="1347"/>
                </a:lnTo>
                <a:lnTo>
                  <a:pt x="521" y="1346"/>
                </a:lnTo>
                <a:lnTo>
                  <a:pt x="522" y="1346"/>
                </a:lnTo>
                <a:lnTo>
                  <a:pt x="522" y="1344"/>
                </a:lnTo>
                <a:lnTo>
                  <a:pt x="522" y="1343"/>
                </a:lnTo>
                <a:lnTo>
                  <a:pt x="522" y="1342"/>
                </a:lnTo>
                <a:lnTo>
                  <a:pt x="523" y="1342"/>
                </a:lnTo>
                <a:lnTo>
                  <a:pt x="524" y="1341"/>
                </a:lnTo>
                <a:lnTo>
                  <a:pt x="524" y="1340"/>
                </a:lnTo>
                <a:lnTo>
                  <a:pt x="525" y="1339"/>
                </a:lnTo>
                <a:lnTo>
                  <a:pt x="525" y="1338"/>
                </a:lnTo>
                <a:lnTo>
                  <a:pt x="523" y="1338"/>
                </a:lnTo>
                <a:lnTo>
                  <a:pt x="523" y="1337"/>
                </a:lnTo>
                <a:lnTo>
                  <a:pt x="521" y="1336"/>
                </a:lnTo>
                <a:lnTo>
                  <a:pt x="521" y="1335"/>
                </a:lnTo>
                <a:lnTo>
                  <a:pt x="522" y="1334"/>
                </a:lnTo>
                <a:lnTo>
                  <a:pt x="522" y="1332"/>
                </a:lnTo>
                <a:lnTo>
                  <a:pt x="520" y="1330"/>
                </a:lnTo>
                <a:lnTo>
                  <a:pt x="520" y="1329"/>
                </a:lnTo>
                <a:lnTo>
                  <a:pt x="520" y="1328"/>
                </a:lnTo>
                <a:lnTo>
                  <a:pt x="518" y="1325"/>
                </a:lnTo>
                <a:lnTo>
                  <a:pt x="516" y="1325"/>
                </a:lnTo>
                <a:lnTo>
                  <a:pt x="515" y="1325"/>
                </a:lnTo>
                <a:lnTo>
                  <a:pt x="515" y="1326"/>
                </a:lnTo>
                <a:lnTo>
                  <a:pt x="514" y="1326"/>
                </a:lnTo>
                <a:lnTo>
                  <a:pt x="514" y="1327"/>
                </a:lnTo>
                <a:lnTo>
                  <a:pt x="513" y="1328"/>
                </a:lnTo>
                <a:lnTo>
                  <a:pt x="513" y="1327"/>
                </a:lnTo>
                <a:lnTo>
                  <a:pt x="512" y="1327"/>
                </a:lnTo>
                <a:lnTo>
                  <a:pt x="512" y="1326"/>
                </a:lnTo>
                <a:lnTo>
                  <a:pt x="511" y="1326"/>
                </a:lnTo>
                <a:lnTo>
                  <a:pt x="510" y="1326"/>
                </a:lnTo>
                <a:lnTo>
                  <a:pt x="510" y="1327"/>
                </a:lnTo>
                <a:lnTo>
                  <a:pt x="510" y="1328"/>
                </a:lnTo>
                <a:lnTo>
                  <a:pt x="509" y="1328"/>
                </a:lnTo>
                <a:lnTo>
                  <a:pt x="509" y="1329"/>
                </a:lnTo>
                <a:lnTo>
                  <a:pt x="508" y="1329"/>
                </a:lnTo>
                <a:lnTo>
                  <a:pt x="507" y="1330"/>
                </a:lnTo>
                <a:lnTo>
                  <a:pt x="505" y="1334"/>
                </a:lnTo>
                <a:lnTo>
                  <a:pt x="505" y="1335"/>
                </a:lnTo>
                <a:lnTo>
                  <a:pt x="505" y="1336"/>
                </a:lnTo>
                <a:lnTo>
                  <a:pt x="505" y="1337"/>
                </a:lnTo>
                <a:lnTo>
                  <a:pt x="505" y="1338"/>
                </a:lnTo>
                <a:lnTo>
                  <a:pt x="504" y="1338"/>
                </a:lnTo>
                <a:lnTo>
                  <a:pt x="504" y="1339"/>
                </a:lnTo>
                <a:lnTo>
                  <a:pt x="502" y="1339"/>
                </a:lnTo>
                <a:lnTo>
                  <a:pt x="502" y="1340"/>
                </a:lnTo>
                <a:lnTo>
                  <a:pt x="500" y="1341"/>
                </a:lnTo>
                <a:lnTo>
                  <a:pt x="498" y="1342"/>
                </a:lnTo>
                <a:lnTo>
                  <a:pt x="496" y="1344"/>
                </a:lnTo>
                <a:lnTo>
                  <a:pt x="495" y="1344"/>
                </a:lnTo>
                <a:lnTo>
                  <a:pt x="495" y="1345"/>
                </a:lnTo>
                <a:lnTo>
                  <a:pt x="495" y="1346"/>
                </a:lnTo>
                <a:lnTo>
                  <a:pt x="494" y="1346"/>
                </a:lnTo>
                <a:lnTo>
                  <a:pt x="493" y="1347"/>
                </a:lnTo>
                <a:lnTo>
                  <a:pt x="492" y="1347"/>
                </a:lnTo>
                <a:lnTo>
                  <a:pt x="492" y="1346"/>
                </a:lnTo>
                <a:lnTo>
                  <a:pt x="492" y="1345"/>
                </a:lnTo>
                <a:lnTo>
                  <a:pt x="492" y="1344"/>
                </a:lnTo>
                <a:lnTo>
                  <a:pt x="491" y="1344"/>
                </a:lnTo>
                <a:lnTo>
                  <a:pt x="490" y="1344"/>
                </a:lnTo>
                <a:lnTo>
                  <a:pt x="489" y="1344"/>
                </a:lnTo>
                <a:lnTo>
                  <a:pt x="489" y="1345"/>
                </a:lnTo>
                <a:lnTo>
                  <a:pt x="488" y="1345"/>
                </a:lnTo>
                <a:lnTo>
                  <a:pt x="487" y="1343"/>
                </a:lnTo>
                <a:lnTo>
                  <a:pt x="487" y="1341"/>
                </a:lnTo>
                <a:lnTo>
                  <a:pt x="486" y="1338"/>
                </a:lnTo>
                <a:lnTo>
                  <a:pt x="485" y="1339"/>
                </a:lnTo>
                <a:lnTo>
                  <a:pt x="484" y="1339"/>
                </a:lnTo>
                <a:lnTo>
                  <a:pt x="483" y="1339"/>
                </a:lnTo>
                <a:lnTo>
                  <a:pt x="483" y="1338"/>
                </a:lnTo>
                <a:lnTo>
                  <a:pt x="482" y="1338"/>
                </a:lnTo>
                <a:lnTo>
                  <a:pt x="482" y="1337"/>
                </a:lnTo>
                <a:lnTo>
                  <a:pt x="481" y="1337"/>
                </a:lnTo>
                <a:lnTo>
                  <a:pt x="480" y="1336"/>
                </a:lnTo>
                <a:lnTo>
                  <a:pt x="476" y="1335"/>
                </a:lnTo>
                <a:lnTo>
                  <a:pt x="475" y="1335"/>
                </a:lnTo>
                <a:lnTo>
                  <a:pt x="473" y="1335"/>
                </a:lnTo>
                <a:lnTo>
                  <a:pt x="473" y="1336"/>
                </a:lnTo>
                <a:lnTo>
                  <a:pt x="473" y="1338"/>
                </a:lnTo>
                <a:lnTo>
                  <a:pt x="471" y="1339"/>
                </a:lnTo>
                <a:lnTo>
                  <a:pt x="470" y="1339"/>
                </a:lnTo>
                <a:lnTo>
                  <a:pt x="470" y="1340"/>
                </a:lnTo>
                <a:lnTo>
                  <a:pt x="469" y="1341"/>
                </a:lnTo>
                <a:lnTo>
                  <a:pt x="469" y="1342"/>
                </a:lnTo>
                <a:lnTo>
                  <a:pt x="469" y="1343"/>
                </a:lnTo>
                <a:lnTo>
                  <a:pt x="469" y="1344"/>
                </a:lnTo>
                <a:lnTo>
                  <a:pt x="469" y="1345"/>
                </a:lnTo>
                <a:lnTo>
                  <a:pt x="468" y="1347"/>
                </a:lnTo>
                <a:lnTo>
                  <a:pt x="465" y="1350"/>
                </a:lnTo>
                <a:lnTo>
                  <a:pt x="465" y="1351"/>
                </a:lnTo>
                <a:lnTo>
                  <a:pt x="464" y="1351"/>
                </a:lnTo>
                <a:lnTo>
                  <a:pt x="463" y="1352"/>
                </a:lnTo>
                <a:lnTo>
                  <a:pt x="463" y="1353"/>
                </a:lnTo>
                <a:lnTo>
                  <a:pt x="463" y="1355"/>
                </a:lnTo>
                <a:lnTo>
                  <a:pt x="462" y="1357"/>
                </a:lnTo>
                <a:lnTo>
                  <a:pt x="461" y="1357"/>
                </a:lnTo>
                <a:lnTo>
                  <a:pt x="460" y="1357"/>
                </a:lnTo>
                <a:lnTo>
                  <a:pt x="460" y="1356"/>
                </a:lnTo>
                <a:lnTo>
                  <a:pt x="459" y="1356"/>
                </a:lnTo>
                <a:lnTo>
                  <a:pt x="458" y="1356"/>
                </a:lnTo>
                <a:lnTo>
                  <a:pt x="457" y="1357"/>
                </a:lnTo>
                <a:lnTo>
                  <a:pt x="456" y="1359"/>
                </a:lnTo>
                <a:lnTo>
                  <a:pt x="456" y="1361"/>
                </a:lnTo>
                <a:lnTo>
                  <a:pt x="455" y="1362"/>
                </a:lnTo>
                <a:lnTo>
                  <a:pt x="455" y="1363"/>
                </a:lnTo>
                <a:lnTo>
                  <a:pt x="454" y="1363"/>
                </a:lnTo>
                <a:lnTo>
                  <a:pt x="453" y="1363"/>
                </a:lnTo>
                <a:lnTo>
                  <a:pt x="453" y="1364"/>
                </a:lnTo>
                <a:lnTo>
                  <a:pt x="451" y="1363"/>
                </a:lnTo>
                <a:lnTo>
                  <a:pt x="450" y="1363"/>
                </a:lnTo>
                <a:lnTo>
                  <a:pt x="449" y="1360"/>
                </a:lnTo>
                <a:lnTo>
                  <a:pt x="449" y="1359"/>
                </a:lnTo>
                <a:lnTo>
                  <a:pt x="449" y="1358"/>
                </a:lnTo>
                <a:lnTo>
                  <a:pt x="449" y="1357"/>
                </a:lnTo>
                <a:lnTo>
                  <a:pt x="450" y="1357"/>
                </a:lnTo>
                <a:lnTo>
                  <a:pt x="449" y="1354"/>
                </a:lnTo>
                <a:lnTo>
                  <a:pt x="449" y="1353"/>
                </a:lnTo>
                <a:lnTo>
                  <a:pt x="450" y="1351"/>
                </a:lnTo>
                <a:lnTo>
                  <a:pt x="450" y="1349"/>
                </a:lnTo>
                <a:lnTo>
                  <a:pt x="449" y="1349"/>
                </a:lnTo>
                <a:lnTo>
                  <a:pt x="449" y="1348"/>
                </a:lnTo>
                <a:lnTo>
                  <a:pt x="448" y="1348"/>
                </a:lnTo>
                <a:lnTo>
                  <a:pt x="447" y="1348"/>
                </a:lnTo>
                <a:lnTo>
                  <a:pt x="447" y="1347"/>
                </a:lnTo>
                <a:lnTo>
                  <a:pt x="447" y="1346"/>
                </a:lnTo>
                <a:lnTo>
                  <a:pt x="446" y="1346"/>
                </a:lnTo>
                <a:lnTo>
                  <a:pt x="446" y="1345"/>
                </a:lnTo>
                <a:lnTo>
                  <a:pt x="447" y="1344"/>
                </a:lnTo>
                <a:lnTo>
                  <a:pt x="447" y="1343"/>
                </a:lnTo>
                <a:lnTo>
                  <a:pt x="448" y="1343"/>
                </a:lnTo>
                <a:lnTo>
                  <a:pt x="450" y="1341"/>
                </a:lnTo>
                <a:lnTo>
                  <a:pt x="451" y="1340"/>
                </a:lnTo>
                <a:lnTo>
                  <a:pt x="450" y="1338"/>
                </a:lnTo>
                <a:lnTo>
                  <a:pt x="450" y="1337"/>
                </a:lnTo>
                <a:lnTo>
                  <a:pt x="450" y="1336"/>
                </a:lnTo>
                <a:lnTo>
                  <a:pt x="451" y="1336"/>
                </a:lnTo>
                <a:lnTo>
                  <a:pt x="451" y="1335"/>
                </a:lnTo>
                <a:lnTo>
                  <a:pt x="451" y="1334"/>
                </a:lnTo>
                <a:lnTo>
                  <a:pt x="449" y="1333"/>
                </a:lnTo>
                <a:lnTo>
                  <a:pt x="447" y="1333"/>
                </a:lnTo>
                <a:lnTo>
                  <a:pt x="445" y="1333"/>
                </a:lnTo>
                <a:lnTo>
                  <a:pt x="445" y="1332"/>
                </a:lnTo>
                <a:lnTo>
                  <a:pt x="444" y="1332"/>
                </a:lnTo>
                <a:lnTo>
                  <a:pt x="443" y="1333"/>
                </a:lnTo>
                <a:lnTo>
                  <a:pt x="439" y="1332"/>
                </a:lnTo>
                <a:lnTo>
                  <a:pt x="438" y="1332"/>
                </a:lnTo>
                <a:lnTo>
                  <a:pt x="437" y="1332"/>
                </a:lnTo>
                <a:lnTo>
                  <a:pt x="437" y="1331"/>
                </a:lnTo>
                <a:lnTo>
                  <a:pt x="436" y="1330"/>
                </a:lnTo>
                <a:lnTo>
                  <a:pt x="434" y="1330"/>
                </a:lnTo>
                <a:lnTo>
                  <a:pt x="433" y="1330"/>
                </a:lnTo>
                <a:lnTo>
                  <a:pt x="432" y="1330"/>
                </a:lnTo>
                <a:lnTo>
                  <a:pt x="432" y="1329"/>
                </a:lnTo>
                <a:lnTo>
                  <a:pt x="429" y="1326"/>
                </a:lnTo>
                <a:lnTo>
                  <a:pt x="428" y="1326"/>
                </a:lnTo>
                <a:lnTo>
                  <a:pt x="427" y="1326"/>
                </a:lnTo>
                <a:lnTo>
                  <a:pt x="426" y="1326"/>
                </a:lnTo>
                <a:lnTo>
                  <a:pt x="426" y="1325"/>
                </a:lnTo>
                <a:lnTo>
                  <a:pt x="427" y="1323"/>
                </a:lnTo>
                <a:lnTo>
                  <a:pt x="429" y="1321"/>
                </a:lnTo>
                <a:lnTo>
                  <a:pt x="431" y="1319"/>
                </a:lnTo>
                <a:lnTo>
                  <a:pt x="431" y="1318"/>
                </a:lnTo>
                <a:lnTo>
                  <a:pt x="431" y="1319"/>
                </a:lnTo>
                <a:lnTo>
                  <a:pt x="431" y="1318"/>
                </a:lnTo>
                <a:lnTo>
                  <a:pt x="431" y="1316"/>
                </a:lnTo>
                <a:lnTo>
                  <a:pt x="430" y="1315"/>
                </a:lnTo>
                <a:lnTo>
                  <a:pt x="430" y="1314"/>
                </a:lnTo>
                <a:lnTo>
                  <a:pt x="429" y="1314"/>
                </a:lnTo>
                <a:lnTo>
                  <a:pt x="426" y="1311"/>
                </a:lnTo>
                <a:lnTo>
                  <a:pt x="424" y="1308"/>
                </a:lnTo>
                <a:lnTo>
                  <a:pt x="423" y="1306"/>
                </a:lnTo>
                <a:lnTo>
                  <a:pt x="422" y="1306"/>
                </a:lnTo>
                <a:lnTo>
                  <a:pt x="422" y="1305"/>
                </a:lnTo>
                <a:lnTo>
                  <a:pt x="420" y="1302"/>
                </a:lnTo>
                <a:lnTo>
                  <a:pt x="419" y="1301"/>
                </a:lnTo>
                <a:lnTo>
                  <a:pt x="418" y="1300"/>
                </a:lnTo>
                <a:lnTo>
                  <a:pt x="414" y="1299"/>
                </a:lnTo>
                <a:lnTo>
                  <a:pt x="413" y="1298"/>
                </a:lnTo>
                <a:lnTo>
                  <a:pt x="411" y="1295"/>
                </a:lnTo>
                <a:lnTo>
                  <a:pt x="411" y="1294"/>
                </a:lnTo>
                <a:lnTo>
                  <a:pt x="411" y="1293"/>
                </a:lnTo>
                <a:lnTo>
                  <a:pt x="410" y="1292"/>
                </a:lnTo>
                <a:lnTo>
                  <a:pt x="410" y="1289"/>
                </a:lnTo>
                <a:lnTo>
                  <a:pt x="409" y="1289"/>
                </a:lnTo>
                <a:lnTo>
                  <a:pt x="409" y="1288"/>
                </a:lnTo>
                <a:lnTo>
                  <a:pt x="409" y="1287"/>
                </a:lnTo>
                <a:lnTo>
                  <a:pt x="408" y="1286"/>
                </a:lnTo>
                <a:lnTo>
                  <a:pt x="408" y="1284"/>
                </a:lnTo>
                <a:lnTo>
                  <a:pt x="408" y="1283"/>
                </a:lnTo>
                <a:lnTo>
                  <a:pt x="407" y="1282"/>
                </a:lnTo>
                <a:lnTo>
                  <a:pt x="406" y="1280"/>
                </a:lnTo>
                <a:lnTo>
                  <a:pt x="406" y="1279"/>
                </a:lnTo>
                <a:lnTo>
                  <a:pt x="406" y="1278"/>
                </a:lnTo>
                <a:lnTo>
                  <a:pt x="405" y="1277"/>
                </a:lnTo>
                <a:lnTo>
                  <a:pt x="404" y="1276"/>
                </a:lnTo>
                <a:lnTo>
                  <a:pt x="402" y="1274"/>
                </a:lnTo>
                <a:lnTo>
                  <a:pt x="402" y="1273"/>
                </a:lnTo>
                <a:lnTo>
                  <a:pt x="403" y="1271"/>
                </a:lnTo>
                <a:lnTo>
                  <a:pt x="403" y="1270"/>
                </a:lnTo>
                <a:lnTo>
                  <a:pt x="404" y="1269"/>
                </a:lnTo>
                <a:lnTo>
                  <a:pt x="404" y="1266"/>
                </a:lnTo>
                <a:lnTo>
                  <a:pt x="405" y="1266"/>
                </a:lnTo>
                <a:lnTo>
                  <a:pt x="406" y="1266"/>
                </a:lnTo>
                <a:lnTo>
                  <a:pt x="408" y="1266"/>
                </a:lnTo>
                <a:lnTo>
                  <a:pt x="410" y="1264"/>
                </a:lnTo>
                <a:lnTo>
                  <a:pt x="411" y="1265"/>
                </a:lnTo>
                <a:lnTo>
                  <a:pt x="412" y="1266"/>
                </a:lnTo>
                <a:lnTo>
                  <a:pt x="413" y="1267"/>
                </a:lnTo>
                <a:lnTo>
                  <a:pt x="414" y="1267"/>
                </a:lnTo>
                <a:lnTo>
                  <a:pt x="415" y="1267"/>
                </a:lnTo>
                <a:lnTo>
                  <a:pt x="416" y="1265"/>
                </a:lnTo>
                <a:lnTo>
                  <a:pt x="417" y="1264"/>
                </a:lnTo>
                <a:lnTo>
                  <a:pt x="417" y="1263"/>
                </a:lnTo>
                <a:lnTo>
                  <a:pt x="418" y="1263"/>
                </a:lnTo>
                <a:lnTo>
                  <a:pt x="419" y="1263"/>
                </a:lnTo>
                <a:lnTo>
                  <a:pt x="420" y="1263"/>
                </a:lnTo>
                <a:lnTo>
                  <a:pt x="421" y="1263"/>
                </a:lnTo>
                <a:lnTo>
                  <a:pt x="422" y="1263"/>
                </a:lnTo>
                <a:lnTo>
                  <a:pt x="422" y="1262"/>
                </a:lnTo>
                <a:lnTo>
                  <a:pt x="424" y="1262"/>
                </a:lnTo>
                <a:lnTo>
                  <a:pt x="425" y="1262"/>
                </a:lnTo>
                <a:lnTo>
                  <a:pt x="426" y="1262"/>
                </a:lnTo>
                <a:lnTo>
                  <a:pt x="428" y="1260"/>
                </a:lnTo>
                <a:lnTo>
                  <a:pt x="429" y="1259"/>
                </a:lnTo>
                <a:lnTo>
                  <a:pt x="429" y="1258"/>
                </a:lnTo>
                <a:lnTo>
                  <a:pt x="429" y="1257"/>
                </a:lnTo>
                <a:lnTo>
                  <a:pt x="430" y="1256"/>
                </a:lnTo>
                <a:lnTo>
                  <a:pt x="433" y="1254"/>
                </a:lnTo>
                <a:lnTo>
                  <a:pt x="433" y="1253"/>
                </a:lnTo>
                <a:lnTo>
                  <a:pt x="432" y="1252"/>
                </a:lnTo>
                <a:lnTo>
                  <a:pt x="429" y="1249"/>
                </a:lnTo>
                <a:lnTo>
                  <a:pt x="428" y="1249"/>
                </a:lnTo>
                <a:lnTo>
                  <a:pt x="427" y="1248"/>
                </a:lnTo>
                <a:lnTo>
                  <a:pt x="426" y="1247"/>
                </a:lnTo>
                <a:lnTo>
                  <a:pt x="426" y="1246"/>
                </a:lnTo>
                <a:lnTo>
                  <a:pt x="426" y="1245"/>
                </a:lnTo>
                <a:lnTo>
                  <a:pt x="428" y="1244"/>
                </a:lnTo>
                <a:lnTo>
                  <a:pt x="430" y="1245"/>
                </a:lnTo>
                <a:lnTo>
                  <a:pt x="430" y="1244"/>
                </a:lnTo>
                <a:lnTo>
                  <a:pt x="431" y="1240"/>
                </a:lnTo>
                <a:lnTo>
                  <a:pt x="431" y="1239"/>
                </a:lnTo>
                <a:lnTo>
                  <a:pt x="430" y="1237"/>
                </a:lnTo>
                <a:lnTo>
                  <a:pt x="428" y="1237"/>
                </a:lnTo>
                <a:lnTo>
                  <a:pt x="427" y="1235"/>
                </a:lnTo>
                <a:lnTo>
                  <a:pt x="425" y="1232"/>
                </a:lnTo>
                <a:lnTo>
                  <a:pt x="422" y="1232"/>
                </a:lnTo>
                <a:lnTo>
                  <a:pt x="419" y="1231"/>
                </a:lnTo>
                <a:lnTo>
                  <a:pt x="418" y="1231"/>
                </a:lnTo>
                <a:lnTo>
                  <a:pt x="418" y="1229"/>
                </a:lnTo>
                <a:lnTo>
                  <a:pt x="413" y="1228"/>
                </a:lnTo>
                <a:lnTo>
                  <a:pt x="411" y="1228"/>
                </a:lnTo>
                <a:lnTo>
                  <a:pt x="411" y="1226"/>
                </a:lnTo>
                <a:lnTo>
                  <a:pt x="411" y="1225"/>
                </a:lnTo>
                <a:lnTo>
                  <a:pt x="412" y="1224"/>
                </a:lnTo>
                <a:lnTo>
                  <a:pt x="413" y="1222"/>
                </a:lnTo>
                <a:lnTo>
                  <a:pt x="413" y="1221"/>
                </a:lnTo>
                <a:lnTo>
                  <a:pt x="412" y="1221"/>
                </a:lnTo>
                <a:lnTo>
                  <a:pt x="414" y="1218"/>
                </a:lnTo>
                <a:lnTo>
                  <a:pt x="415" y="1217"/>
                </a:lnTo>
                <a:lnTo>
                  <a:pt x="413" y="1215"/>
                </a:lnTo>
                <a:lnTo>
                  <a:pt x="413" y="1214"/>
                </a:lnTo>
                <a:lnTo>
                  <a:pt x="412" y="1212"/>
                </a:lnTo>
                <a:lnTo>
                  <a:pt x="409" y="1212"/>
                </a:lnTo>
                <a:lnTo>
                  <a:pt x="408" y="1211"/>
                </a:lnTo>
                <a:lnTo>
                  <a:pt x="405" y="1209"/>
                </a:lnTo>
                <a:lnTo>
                  <a:pt x="403" y="1208"/>
                </a:lnTo>
                <a:lnTo>
                  <a:pt x="402" y="1208"/>
                </a:lnTo>
                <a:lnTo>
                  <a:pt x="401" y="1207"/>
                </a:lnTo>
                <a:lnTo>
                  <a:pt x="400" y="1205"/>
                </a:lnTo>
                <a:lnTo>
                  <a:pt x="399" y="1200"/>
                </a:lnTo>
                <a:lnTo>
                  <a:pt x="400" y="1198"/>
                </a:lnTo>
                <a:lnTo>
                  <a:pt x="400" y="1195"/>
                </a:lnTo>
                <a:lnTo>
                  <a:pt x="399" y="1193"/>
                </a:lnTo>
                <a:lnTo>
                  <a:pt x="398" y="1193"/>
                </a:lnTo>
                <a:lnTo>
                  <a:pt x="398" y="1194"/>
                </a:lnTo>
                <a:lnTo>
                  <a:pt x="397" y="1194"/>
                </a:lnTo>
                <a:lnTo>
                  <a:pt x="396" y="1193"/>
                </a:lnTo>
                <a:lnTo>
                  <a:pt x="396" y="1192"/>
                </a:lnTo>
                <a:lnTo>
                  <a:pt x="396" y="1190"/>
                </a:lnTo>
                <a:lnTo>
                  <a:pt x="396" y="1188"/>
                </a:lnTo>
                <a:lnTo>
                  <a:pt x="394" y="1185"/>
                </a:lnTo>
                <a:lnTo>
                  <a:pt x="394" y="1184"/>
                </a:lnTo>
                <a:lnTo>
                  <a:pt x="392" y="1183"/>
                </a:lnTo>
                <a:lnTo>
                  <a:pt x="390" y="1181"/>
                </a:lnTo>
                <a:lnTo>
                  <a:pt x="389" y="1180"/>
                </a:lnTo>
                <a:lnTo>
                  <a:pt x="388" y="1180"/>
                </a:lnTo>
                <a:lnTo>
                  <a:pt x="387" y="1179"/>
                </a:lnTo>
                <a:lnTo>
                  <a:pt x="382" y="1178"/>
                </a:lnTo>
                <a:lnTo>
                  <a:pt x="382" y="1177"/>
                </a:lnTo>
                <a:lnTo>
                  <a:pt x="381" y="1177"/>
                </a:lnTo>
                <a:lnTo>
                  <a:pt x="381" y="1175"/>
                </a:lnTo>
                <a:lnTo>
                  <a:pt x="381" y="1173"/>
                </a:lnTo>
                <a:lnTo>
                  <a:pt x="381" y="1172"/>
                </a:lnTo>
                <a:lnTo>
                  <a:pt x="379" y="1172"/>
                </a:lnTo>
                <a:lnTo>
                  <a:pt x="378" y="1172"/>
                </a:lnTo>
                <a:lnTo>
                  <a:pt x="377" y="1173"/>
                </a:lnTo>
                <a:lnTo>
                  <a:pt x="376" y="1173"/>
                </a:lnTo>
                <a:lnTo>
                  <a:pt x="374" y="1173"/>
                </a:lnTo>
                <a:lnTo>
                  <a:pt x="374" y="1169"/>
                </a:lnTo>
                <a:lnTo>
                  <a:pt x="375" y="1168"/>
                </a:lnTo>
                <a:lnTo>
                  <a:pt x="376" y="1168"/>
                </a:lnTo>
                <a:lnTo>
                  <a:pt x="376" y="1167"/>
                </a:lnTo>
                <a:lnTo>
                  <a:pt x="374" y="1165"/>
                </a:lnTo>
                <a:lnTo>
                  <a:pt x="373" y="1164"/>
                </a:lnTo>
                <a:lnTo>
                  <a:pt x="370" y="1160"/>
                </a:lnTo>
                <a:lnTo>
                  <a:pt x="368" y="1157"/>
                </a:lnTo>
                <a:lnTo>
                  <a:pt x="365" y="1157"/>
                </a:lnTo>
                <a:lnTo>
                  <a:pt x="362" y="1157"/>
                </a:lnTo>
                <a:lnTo>
                  <a:pt x="361" y="1156"/>
                </a:lnTo>
                <a:lnTo>
                  <a:pt x="360" y="1155"/>
                </a:lnTo>
                <a:lnTo>
                  <a:pt x="357" y="1152"/>
                </a:lnTo>
                <a:lnTo>
                  <a:pt x="357" y="1151"/>
                </a:lnTo>
                <a:lnTo>
                  <a:pt x="357" y="1150"/>
                </a:lnTo>
                <a:lnTo>
                  <a:pt x="358" y="1149"/>
                </a:lnTo>
                <a:lnTo>
                  <a:pt x="357" y="1147"/>
                </a:lnTo>
                <a:lnTo>
                  <a:pt x="356" y="1147"/>
                </a:lnTo>
                <a:lnTo>
                  <a:pt x="356" y="1145"/>
                </a:lnTo>
                <a:lnTo>
                  <a:pt x="356" y="1141"/>
                </a:lnTo>
                <a:lnTo>
                  <a:pt x="356" y="1139"/>
                </a:lnTo>
                <a:lnTo>
                  <a:pt x="356" y="1134"/>
                </a:lnTo>
                <a:lnTo>
                  <a:pt x="356" y="1133"/>
                </a:lnTo>
                <a:lnTo>
                  <a:pt x="356" y="1130"/>
                </a:lnTo>
                <a:lnTo>
                  <a:pt x="356" y="1127"/>
                </a:lnTo>
                <a:lnTo>
                  <a:pt x="356" y="1126"/>
                </a:lnTo>
                <a:lnTo>
                  <a:pt x="355" y="1126"/>
                </a:lnTo>
                <a:lnTo>
                  <a:pt x="355" y="1128"/>
                </a:lnTo>
                <a:lnTo>
                  <a:pt x="353" y="1128"/>
                </a:lnTo>
                <a:lnTo>
                  <a:pt x="352" y="1129"/>
                </a:lnTo>
                <a:lnTo>
                  <a:pt x="352" y="1130"/>
                </a:lnTo>
                <a:lnTo>
                  <a:pt x="351" y="1130"/>
                </a:lnTo>
                <a:lnTo>
                  <a:pt x="351" y="1131"/>
                </a:lnTo>
                <a:lnTo>
                  <a:pt x="351" y="1132"/>
                </a:lnTo>
                <a:lnTo>
                  <a:pt x="350" y="1133"/>
                </a:lnTo>
                <a:lnTo>
                  <a:pt x="349" y="1133"/>
                </a:lnTo>
                <a:lnTo>
                  <a:pt x="345" y="1132"/>
                </a:lnTo>
                <a:lnTo>
                  <a:pt x="344" y="1132"/>
                </a:lnTo>
                <a:lnTo>
                  <a:pt x="339" y="1132"/>
                </a:lnTo>
                <a:lnTo>
                  <a:pt x="338" y="1133"/>
                </a:lnTo>
                <a:lnTo>
                  <a:pt x="338" y="1135"/>
                </a:lnTo>
                <a:lnTo>
                  <a:pt x="337" y="1137"/>
                </a:lnTo>
                <a:lnTo>
                  <a:pt x="336" y="1137"/>
                </a:lnTo>
                <a:lnTo>
                  <a:pt x="335" y="1139"/>
                </a:lnTo>
                <a:lnTo>
                  <a:pt x="335" y="1140"/>
                </a:lnTo>
                <a:lnTo>
                  <a:pt x="335" y="1144"/>
                </a:lnTo>
                <a:lnTo>
                  <a:pt x="336" y="1145"/>
                </a:lnTo>
                <a:lnTo>
                  <a:pt x="337" y="1147"/>
                </a:lnTo>
                <a:lnTo>
                  <a:pt x="336" y="1147"/>
                </a:lnTo>
                <a:lnTo>
                  <a:pt x="335" y="1147"/>
                </a:lnTo>
                <a:lnTo>
                  <a:pt x="334" y="1148"/>
                </a:lnTo>
                <a:lnTo>
                  <a:pt x="334" y="1149"/>
                </a:lnTo>
                <a:lnTo>
                  <a:pt x="333" y="1150"/>
                </a:lnTo>
                <a:lnTo>
                  <a:pt x="330" y="1151"/>
                </a:lnTo>
                <a:lnTo>
                  <a:pt x="328" y="1152"/>
                </a:lnTo>
                <a:lnTo>
                  <a:pt x="327" y="1151"/>
                </a:lnTo>
                <a:lnTo>
                  <a:pt x="326" y="1151"/>
                </a:lnTo>
                <a:lnTo>
                  <a:pt x="325" y="1152"/>
                </a:lnTo>
                <a:lnTo>
                  <a:pt x="325" y="1153"/>
                </a:lnTo>
                <a:lnTo>
                  <a:pt x="325" y="1154"/>
                </a:lnTo>
                <a:lnTo>
                  <a:pt x="324" y="1155"/>
                </a:lnTo>
                <a:lnTo>
                  <a:pt x="323" y="1156"/>
                </a:lnTo>
                <a:lnTo>
                  <a:pt x="322" y="1157"/>
                </a:lnTo>
                <a:lnTo>
                  <a:pt x="321" y="1158"/>
                </a:lnTo>
                <a:lnTo>
                  <a:pt x="321" y="1159"/>
                </a:lnTo>
                <a:lnTo>
                  <a:pt x="322" y="1160"/>
                </a:lnTo>
                <a:lnTo>
                  <a:pt x="323" y="1163"/>
                </a:lnTo>
                <a:lnTo>
                  <a:pt x="322" y="1166"/>
                </a:lnTo>
                <a:lnTo>
                  <a:pt x="322" y="1170"/>
                </a:lnTo>
                <a:lnTo>
                  <a:pt x="322" y="1171"/>
                </a:lnTo>
                <a:lnTo>
                  <a:pt x="320" y="1172"/>
                </a:lnTo>
                <a:lnTo>
                  <a:pt x="319" y="1173"/>
                </a:lnTo>
                <a:lnTo>
                  <a:pt x="317" y="1173"/>
                </a:lnTo>
                <a:lnTo>
                  <a:pt x="317" y="1172"/>
                </a:lnTo>
                <a:lnTo>
                  <a:pt x="316" y="1172"/>
                </a:lnTo>
                <a:lnTo>
                  <a:pt x="314" y="1172"/>
                </a:lnTo>
                <a:lnTo>
                  <a:pt x="314" y="1173"/>
                </a:lnTo>
                <a:lnTo>
                  <a:pt x="314" y="1174"/>
                </a:lnTo>
                <a:lnTo>
                  <a:pt x="314" y="1175"/>
                </a:lnTo>
                <a:lnTo>
                  <a:pt x="313" y="1176"/>
                </a:lnTo>
                <a:lnTo>
                  <a:pt x="311" y="1177"/>
                </a:lnTo>
                <a:lnTo>
                  <a:pt x="309" y="1179"/>
                </a:lnTo>
                <a:lnTo>
                  <a:pt x="308" y="1179"/>
                </a:lnTo>
                <a:lnTo>
                  <a:pt x="308" y="1180"/>
                </a:lnTo>
                <a:lnTo>
                  <a:pt x="308" y="1181"/>
                </a:lnTo>
                <a:lnTo>
                  <a:pt x="308" y="1183"/>
                </a:lnTo>
                <a:lnTo>
                  <a:pt x="307" y="1185"/>
                </a:lnTo>
                <a:lnTo>
                  <a:pt x="307" y="1186"/>
                </a:lnTo>
                <a:lnTo>
                  <a:pt x="305" y="1185"/>
                </a:lnTo>
                <a:lnTo>
                  <a:pt x="303" y="1185"/>
                </a:lnTo>
                <a:lnTo>
                  <a:pt x="303" y="1184"/>
                </a:lnTo>
                <a:lnTo>
                  <a:pt x="301" y="1184"/>
                </a:lnTo>
                <a:lnTo>
                  <a:pt x="298" y="1185"/>
                </a:lnTo>
                <a:lnTo>
                  <a:pt x="297" y="1185"/>
                </a:lnTo>
                <a:lnTo>
                  <a:pt x="296" y="1186"/>
                </a:lnTo>
                <a:lnTo>
                  <a:pt x="297" y="1188"/>
                </a:lnTo>
                <a:lnTo>
                  <a:pt x="296" y="1189"/>
                </a:lnTo>
                <a:lnTo>
                  <a:pt x="295" y="1194"/>
                </a:lnTo>
                <a:lnTo>
                  <a:pt x="294" y="1197"/>
                </a:lnTo>
                <a:lnTo>
                  <a:pt x="295" y="1198"/>
                </a:lnTo>
                <a:lnTo>
                  <a:pt x="296" y="1198"/>
                </a:lnTo>
                <a:lnTo>
                  <a:pt x="298" y="1200"/>
                </a:lnTo>
                <a:lnTo>
                  <a:pt x="297" y="1201"/>
                </a:lnTo>
                <a:lnTo>
                  <a:pt x="298" y="1204"/>
                </a:lnTo>
                <a:lnTo>
                  <a:pt x="299" y="1204"/>
                </a:lnTo>
                <a:lnTo>
                  <a:pt x="297" y="1206"/>
                </a:lnTo>
                <a:lnTo>
                  <a:pt x="295" y="1207"/>
                </a:lnTo>
                <a:lnTo>
                  <a:pt x="295" y="1209"/>
                </a:lnTo>
                <a:lnTo>
                  <a:pt x="297" y="1212"/>
                </a:lnTo>
                <a:lnTo>
                  <a:pt x="298" y="1212"/>
                </a:lnTo>
                <a:lnTo>
                  <a:pt x="299" y="1212"/>
                </a:lnTo>
                <a:lnTo>
                  <a:pt x="300" y="1212"/>
                </a:lnTo>
                <a:lnTo>
                  <a:pt x="301" y="1214"/>
                </a:lnTo>
                <a:lnTo>
                  <a:pt x="301" y="1216"/>
                </a:lnTo>
                <a:lnTo>
                  <a:pt x="301" y="1217"/>
                </a:lnTo>
                <a:lnTo>
                  <a:pt x="300" y="1218"/>
                </a:lnTo>
                <a:lnTo>
                  <a:pt x="299" y="1218"/>
                </a:lnTo>
                <a:lnTo>
                  <a:pt x="298" y="1221"/>
                </a:lnTo>
                <a:lnTo>
                  <a:pt x="298" y="1222"/>
                </a:lnTo>
                <a:lnTo>
                  <a:pt x="297" y="1223"/>
                </a:lnTo>
                <a:lnTo>
                  <a:pt x="295" y="1224"/>
                </a:lnTo>
                <a:lnTo>
                  <a:pt x="295" y="1226"/>
                </a:lnTo>
                <a:lnTo>
                  <a:pt x="295" y="1228"/>
                </a:lnTo>
                <a:lnTo>
                  <a:pt x="295" y="1229"/>
                </a:lnTo>
                <a:lnTo>
                  <a:pt x="295" y="1230"/>
                </a:lnTo>
                <a:lnTo>
                  <a:pt x="293" y="1232"/>
                </a:lnTo>
                <a:lnTo>
                  <a:pt x="292" y="1232"/>
                </a:lnTo>
                <a:lnTo>
                  <a:pt x="293" y="1236"/>
                </a:lnTo>
                <a:lnTo>
                  <a:pt x="294" y="1236"/>
                </a:lnTo>
                <a:lnTo>
                  <a:pt x="295" y="1237"/>
                </a:lnTo>
                <a:lnTo>
                  <a:pt x="296" y="1239"/>
                </a:lnTo>
                <a:lnTo>
                  <a:pt x="296" y="1241"/>
                </a:lnTo>
                <a:lnTo>
                  <a:pt x="296" y="1243"/>
                </a:lnTo>
                <a:lnTo>
                  <a:pt x="295" y="1243"/>
                </a:lnTo>
                <a:lnTo>
                  <a:pt x="293" y="1244"/>
                </a:lnTo>
                <a:lnTo>
                  <a:pt x="292" y="1247"/>
                </a:lnTo>
                <a:lnTo>
                  <a:pt x="291" y="1249"/>
                </a:lnTo>
                <a:lnTo>
                  <a:pt x="290" y="1253"/>
                </a:lnTo>
                <a:lnTo>
                  <a:pt x="289" y="1255"/>
                </a:lnTo>
                <a:lnTo>
                  <a:pt x="289" y="1256"/>
                </a:lnTo>
                <a:lnTo>
                  <a:pt x="289" y="1260"/>
                </a:lnTo>
                <a:lnTo>
                  <a:pt x="290" y="1260"/>
                </a:lnTo>
                <a:lnTo>
                  <a:pt x="291" y="1263"/>
                </a:lnTo>
                <a:lnTo>
                  <a:pt x="292" y="1265"/>
                </a:lnTo>
                <a:lnTo>
                  <a:pt x="292" y="1267"/>
                </a:lnTo>
                <a:lnTo>
                  <a:pt x="290" y="1266"/>
                </a:lnTo>
                <a:lnTo>
                  <a:pt x="290" y="1265"/>
                </a:lnTo>
                <a:lnTo>
                  <a:pt x="290" y="1264"/>
                </a:lnTo>
                <a:lnTo>
                  <a:pt x="287" y="1260"/>
                </a:lnTo>
                <a:lnTo>
                  <a:pt x="284" y="1259"/>
                </a:lnTo>
                <a:lnTo>
                  <a:pt x="283" y="1257"/>
                </a:lnTo>
                <a:lnTo>
                  <a:pt x="283" y="1256"/>
                </a:lnTo>
                <a:lnTo>
                  <a:pt x="282" y="1255"/>
                </a:lnTo>
                <a:lnTo>
                  <a:pt x="281" y="1254"/>
                </a:lnTo>
                <a:lnTo>
                  <a:pt x="279" y="1253"/>
                </a:lnTo>
                <a:lnTo>
                  <a:pt x="276" y="1250"/>
                </a:lnTo>
                <a:lnTo>
                  <a:pt x="275" y="1250"/>
                </a:lnTo>
                <a:lnTo>
                  <a:pt x="275" y="1249"/>
                </a:lnTo>
                <a:lnTo>
                  <a:pt x="276" y="1248"/>
                </a:lnTo>
                <a:lnTo>
                  <a:pt x="276" y="1246"/>
                </a:lnTo>
                <a:lnTo>
                  <a:pt x="275" y="1244"/>
                </a:lnTo>
                <a:lnTo>
                  <a:pt x="273" y="1244"/>
                </a:lnTo>
                <a:lnTo>
                  <a:pt x="272" y="1244"/>
                </a:lnTo>
                <a:lnTo>
                  <a:pt x="272" y="1243"/>
                </a:lnTo>
                <a:lnTo>
                  <a:pt x="271" y="1243"/>
                </a:lnTo>
                <a:lnTo>
                  <a:pt x="271" y="1242"/>
                </a:lnTo>
                <a:lnTo>
                  <a:pt x="272" y="1241"/>
                </a:lnTo>
                <a:lnTo>
                  <a:pt x="273" y="1241"/>
                </a:lnTo>
                <a:lnTo>
                  <a:pt x="273" y="1240"/>
                </a:lnTo>
                <a:lnTo>
                  <a:pt x="273" y="1238"/>
                </a:lnTo>
                <a:lnTo>
                  <a:pt x="273" y="1237"/>
                </a:lnTo>
                <a:lnTo>
                  <a:pt x="273" y="1236"/>
                </a:lnTo>
                <a:lnTo>
                  <a:pt x="272" y="1235"/>
                </a:lnTo>
                <a:lnTo>
                  <a:pt x="271" y="1235"/>
                </a:lnTo>
                <a:lnTo>
                  <a:pt x="270" y="1234"/>
                </a:lnTo>
                <a:lnTo>
                  <a:pt x="269" y="1234"/>
                </a:lnTo>
                <a:lnTo>
                  <a:pt x="268" y="1234"/>
                </a:lnTo>
                <a:lnTo>
                  <a:pt x="267" y="1233"/>
                </a:lnTo>
                <a:lnTo>
                  <a:pt x="265" y="1231"/>
                </a:lnTo>
                <a:lnTo>
                  <a:pt x="264" y="1231"/>
                </a:lnTo>
                <a:lnTo>
                  <a:pt x="264" y="1230"/>
                </a:lnTo>
                <a:lnTo>
                  <a:pt x="263" y="1227"/>
                </a:lnTo>
                <a:lnTo>
                  <a:pt x="263" y="1225"/>
                </a:lnTo>
                <a:lnTo>
                  <a:pt x="263" y="1224"/>
                </a:lnTo>
                <a:lnTo>
                  <a:pt x="262" y="1224"/>
                </a:lnTo>
                <a:lnTo>
                  <a:pt x="261" y="1224"/>
                </a:lnTo>
                <a:lnTo>
                  <a:pt x="259" y="1221"/>
                </a:lnTo>
                <a:lnTo>
                  <a:pt x="258" y="1217"/>
                </a:lnTo>
                <a:lnTo>
                  <a:pt x="256" y="1215"/>
                </a:lnTo>
                <a:lnTo>
                  <a:pt x="255" y="1214"/>
                </a:lnTo>
                <a:lnTo>
                  <a:pt x="255" y="1213"/>
                </a:lnTo>
                <a:lnTo>
                  <a:pt x="254" y="1213"/>
                </a:lnTo>
                <a:lnTo>
                  <a:pt x="254" y="1211"/>
                </a:lnTo>
                <a:lnTo>
                  <a:pt x="254" y="1210"/>
                </a:lnTo>
                <a:lnTo>
                  <a:pt x="254" y="1209"/>
                </a:lnTo>
                <a:lnTo>
                  <a:pt x="253" y="1209"/>
                </a:lnTo>
                <a:lnTo>
                  <a:pt x="253" y="1208"/>
                </a:lnTo>
                <a:lnTo>
                  <a:pt x="253" y="1207"/>
                </a:lnTo>
                <a:lnTo>
                  <a:pt x="254" y="1207"/>
                </a:lnTo>
                <a:lnTo>
                  <a:pt x="256" y="1206"/>
                </a:lnTo>
                <a:lnTo>
                  <a:pt x="257" y="1205"/>
                </a:lnTo>
                <a:lnTo>
                  <a:pt x="257" y="1204"/>
                </a:lnTo>
                <a:lnTo>
                  <a:pt x="256" y="1203"/>
                </a:lnTo>
                <a:lnTo>
                  <a:pt x="256" y="1199"/>
                </a:lnTo>
                <a:lnTo>
                  <a:pt x="257" y="1198"/>
                </a:lnTo>
                <a:lnTo>
                  <a:pt x="257" y="1196"/>
                </a:lnTo>
                <a:lnTo>
                  <a:pt x="258" y="1194"/>
                </a:lnTo>
                <a:lnTo>
                  <a:pt x="258" y="1192"/>
                </a:lnTo>
                <a:lnTo>
                  <a:pt x="258" y="1191"/>
                </a:lnTo>
                <a:lnTo>
                  <a:pt x="257" y="1189"/>
                </a:lnTo>
                <a:lnTo>
                  <a:pt x="257" y="1188"/>
                </a:lnTo>
                <a:lnTo>
                  <a:pt x="256" y="1184"/>
                </a:lnTo>
                <a:lnTo>
                  <a:pt x="256" y="1182"/>
                </a:lnTo>
                <a:lnTo>
                  <a:pt x="255" y="1181"/>
                </a:lnTo>
                <a:lnTo>
                  <a:pt x="255" y="1179"/>
                </a:lnTo>
                <a:lnTo>
                  <a:pt x="256" y="1178"/>
                </a:lnTo>
                <a:lnTo>
                  <a:pt x="257" y="1177"/>
                </a:lnTo>
                <a:lnTo>
                  <a:pt x="258" y="1175"/>
                </a:lnTo>
                <a:lnTo>
                  <a:pt x="258" y="1174"/>
                </a:lnTo>
                <a:lnTo>
                  <a:pt x="257" y="1174"/>
                </a:lnTo>
                <a:lnTo>
                  <a:pt x="255" y="1173"/>
                </a:lnTo>
                <a:lnTo>
                  <a:pt x="255" y="1172"/>
                </a:lnTo>
                <a:lnTo>
                  <a:pt x="256" y="1171"/>
                </a:lnTo>
                <a:lnTo>
                  <a:pt x="256" y="1170"/>
                </a:lnTo>
                <a:lnTo>
                  <a:pt x="256" y="1169"/>
                </a:lnTo>
                <a:lnTo>
                  <a:pt x="255" y="1168"/>
                </a:lnTo>
                <a:lnTo>
                  <a:pt x="254" y="1168"/>
                </a:lnTo>
                <a:lnTo>
                  <a:pt x="254" y="1167"/>
                </a:lnTo>
                <a:lnTo>
                  <a:pt x="254" y="1166"/>
                </a:lnTo>
                <a:lnTo>
                  <a:pt x="255" y="1166"/>
                </a:lnTo>
                <a:lnTo>
                  <a:pt x="255" y="1165"/>
                </a:lnTo>
                <a:lnTo>
                  <a:pt x="253" y="1164"/>
                </a:lnTo>
                <a:lnTo>
                  <a:pt x="252" y="1164"/>
                </a:lnTo>
                <a:lnTo>
                  <a:pt x="252" y="1163"/>
                </a:lnTo>
                <a:lnTo>
                  <a:pt x="252" y="1161"/>
                </a:lnTo>
                <a:lnTo>
                  <a:pt x="252" y="1159"/>
                </a:lnTo>
                <a:lnTo>
                  <a:pt x="251" y="1158"/>
                </a:lnTo>
                <a:lnTo>
                  <a:pt x="251" y="1157"/>
                </a:lnTo>
                <a:lnTo>
                  <a:pt x="251" y="1156"/>
                </a:lnTo>
                <a:lnTo>
                  <a:pt x="251" y="1155"/>
                </a:lnTo>
                <a:lnTo>
                  <a:pt x="251" y="1154"/>
                </a:lnTo>
                <a:lnTo>
                  <a:pt x="251" y="1153"/>
                </a:lnTo>
                <a:lnTo>
                  <a:pt x="249" y="1152"/>
                </a:lnTo>
                <a:lnTo>
                  <a:pt x="249" y="1151"/>
                </a:lnTo>
                <a:lnTo>
                  <a:pt x="249" y="1150"/>
                </a:lnTo>
                <a:lnTo>
                  <a:pt x="250" y="1150"/>
                </a:lnTo>
                <a:lnTo>
                  <a:pt x="250" y="1149"/>
                </a:lnTo>
                <a:lnTo>
                  <a:pt x="251" y="1148"/>
                </a:lnTo>
                <a:lnTo>
                  <a:pt x="250" y="1147"/>
                </a:lnTo>
                <a:lnTo>
                  <a:pt x="250" y="1146"/>
                </a:lnTo>
                <a:lnTo>
                  <a:pt x="250" y="1145"/>
                </a:lnTo>
                <a:lnTo>
                  <a:pt x="251" y="1145"/>
                </a:lnTo>
                <a:lnTo>
                  <a:pt x="251" y="1144"/>
                </a:lnTo>
                <a:lnTo>
                  <a:pt x="251" y="1143"/>
                </a:lnTo>
                <a:lnTo>
                  <a:pt x="250" y="1141"/>
                </a:lnTo>
                <a:lnTo>
                  <a:pt x="248" y="1139"/>
                </a:lnTo>
                <a:lnTo>
                  <a:pt x="248" y="1138"/>
                </a:lnTo>
                <a:lnTo>
                  <a:pt x="248" y="1137"/>
                </a:lnTo>
                <a:lnTo>
                  <a:pt x="248" y="1136"/>
                </a:lnTo>
                <a:lnTo>
                  <a:pt x="248" y="1134"/>
                </a:lnTo>
                <a:lnTo>
                  <a:pt x="248" y="1131"/>
                </a:lnTo>
                <a:lnTo>
                  <a:pt x="247" y="1130"/>
                </a:lnTo>
                <a:lnTo>
                  <a:pt x="246" y="1127"/>
                </a:lnTo>
                <a:lnTo>
                  <a:pt x="247" y="1124"/>
                </a:lnTo>
                <a:lnTo>
                  <a:pt x="247" y="1122"/>
                </a:lnTo>
                <a:lnTo>
                  <a:pt x="247" y="1121"/>
                </a:lnTo>
                <a:lnTo>
                  <a:pt x="248" y="1117"/>
                </a:lnTo>
                <a:lnTo>
                  <a:pt x="249" y="1115"/>
                </a:lnTo>
                <a:lnTo>
                  <a:pt x="249" y="1114"/>
                </a:lnTo>
                <a:lnTo>
                  <a:pt x="249" y="1113"/>
                </a:lnTo>
                <a:lnTo>
                  <a:pt x="249" y="1112"/>
                </a:lnTo>
                <a:lnTo>
                  <a:pt x="250" y="1112"/>
                </a:lnTo>
                <a:lnTo>
                  <a:pt x="251" y="1111"/>
                </a:lnTo>
                <a:lnTo>
                  <a:pt x="251" y="1110"/>
                </a:lnTo>
                <a:lnTo>
                  <a:pt x="252" y="1108"/>
                </a:lnTo>
                <a:lnTo>
                  <a:pt x="252" y="1106"/>
                </a:lnTo>
                <a:lnTo>
                  <a:pt x="252" y="1103"/>
                </a:lnTo>
                <a:lnTo>
                  <a:pt x="252" y="1101"/>
                </a:lnTo>
                <a:lnTo>
                  <a:pt x="252" y="1100"/>
                </a:lnTo>
                <a:lnTo>
                  <a:pt x="253" y="1100"/>
                </a:lnTo>
                <a:lnTo>
                  <a:pt x="253" y="1099"/>
                </a:lnTo>
                <a:lnTo>
                  <a:pt x="252" y="1098"/>
                </a:lnTo>
                <a:lnTo>
                  <a:pt x="252" y="1097"/>
                </a:lnTo>
                <a:lnTo>
                  <a:pt x="252" y="1096"/>
                </a:lnTo>
                <a:lnTo>
                  <a:pt x="253" y="1095"/>
                </a:lnTo>
                <a:lnTo>
                  <a:pt x="253" y="1094"/>
                </a:lnTo>
                <a:lnTo>
                  <a:pt x="252" y="1093"/>
                </a:lnTo>
                <a:lnTo>
                  <a:pt x="252" y="1089"/>
                </a:lnTo>
                <a:lnTo>
                  <a:pt x="253" y="1087"/>
                </a:lnTo>
                <a:lnTo>
                  <a:pt x="253" y="1085"/>
                </a:lnTo>
                <a:lnTo>
                  <a:pt x="252" y="1083"/>
                </a:lnTo>
                <a:lnTo>
                  <a:pt x="252" y="1082"/>
                </a:lnTo>
                <a:lnTo>
                  <a:pt x="252" y="1077"/>
                </a:lnTo>
                <a:lnTo>
                  <a:pt x="252" y="1075"/>
                </a:lnTo>
                <a:lnTo>
                  <a:pt x="251" y="1074"/>
                </a:lnTo>
                <a:lnTo>
                  <a:pt x="251" y="1073"/>
                </a:lnTo>
                <a:lnTo>
                  <a:pt x="252" y="1068"/>
                </a:lnTo>
                <a:lnTo>
                  <a:pt x="252" y="1067"/>
                </a:lnTo>
                <a:lnTo>
                  <a:pt x="252" y="1066"/>
                </a:lnTo>
                <a:lnTo>
                  <a:pt x="252" y="1064"/>
                </a:lnTo>
                <a:lnTo>
                  <a:pt x="252" y="1063"/>
                </a:lnTo>
                <a:lnTo>
                  <a:pt x="252" y="1062"/>
                </a:lnTo>
                <a:lnTo>
                  <a:pt x="252" y="1061"/>
                </a:lnTo>
                <a:lnTo>
                  <a:pt x="251" y="1061"/>
                </a:lnTo>
                <a:lnTo>
                  <a:pt x="251" y="1060"/>
                </a:lnTo>
                <a:lnTo>
                  <a:pt x="251" y="1059"/>
                </a:lnTo>
                <a:lnTo>
                  <a:pt x="252" y="1059"/>
                </a:lnTo>
                <a:lnTo>
                  <a:pt x="252" y="1058"/>
                </a:lnTo>
                <a:lnTo>
                  <a:pt x="252" y="1051"/>
                </a:lnTo>
                <a:lnTo>
                  <a:pt x="253" y="1050"/>
                </a:lnTo>
                <a:lnTo>
                  <a:pt x="253" y="1049"/>
                </a:lnTo>
                <a:lnTo>
                  <a:pt x="254" y="1048"/>
                </a:lnTo>
                <a:lnTo>
                  <a:pt x="254" y="1047"/>
                </a:lnTo>
                <a:lnTo>
                  <a:pt x="253" y="1046"/>
                </a:lnTo>
                <a:lnTo>
                  <a:pt x="253" y="1045"/>
                </a:lnTo>
                <a:lnTo>
                  <a:pt x="253" y="1044"/>
                </a:lnTo>
                <a:lnTo>
                  <a:pt x="253" y="1043"/>
                </a:lnTo>
                <a:lnTo>
                  <a:pt x="254" y="1042"/>
                </a:lnTo>
                <a:lnTo>
                  <a:pt x="254" y="1040"/>
                </a:lnTo>
                <a:lnTo>
                  <a:pt x="254" y="1039"/>
                </a:lnTo>
                <a:lnTo>
                  <a:pt x="253" y="1037"/>
                </a:lnTo>
                <a:lnTo>
                  <a:pt x="252" y="1037"/>
                </a:lnTo>
                <a:lnTo>
                  <a:pt x="250" y="1034"/>
                </a:lnTo>
                <a:lnTo>
                  <a:pt x="250" y="1033"/>
                </a:lnTo>
                <a:lnTo>
                  <a:pt x="251" y="1032"/>
                </a:lnTo>
                <a:lnTo>
                  <a:pt x="249" y="1029"/>
                </a:lnTo>
                <a:lnTo>
                  <a:pt x="248" y="1028"/>
                </a:lnTo>
                <a:lnTo>
                  <a:pt x="247" y="1028"/>
                </a:lnTo>
                <a:lnTo>
                  <a:pt x="247" y="1027"/>
                </a:lnTo>
                <a:lnTo>
                  <a:pt x="246" y="1027"/>
                </a:lnTo>
                <a:lnTo>
                  <a:pt x="246" y="1026"/>
                </a:lnTo>
                <a:lnTo>
                  <a:pt x="248" y="1023"/>
                </a:lnTo>
                <a:lnTo>
                  <a:pt x="247" y="1022"/>
                </a:lnTo>
                <a:lnTo>
                  <a:pt x="247" y="1021"/>
                </a:lnTo>
                <a:lnTo>
                  <a:pt x="246" y="1020"/>
                </a:lnTo>
                <a:lnTo>
                  <a:pt x="246" y="1011"/>
                </a:lnTo>
                <a:lnTo>
                  <a:pt x="246" y="1010"/>
                </a:lnTo>
                <a:lnTo>
                  <a:pt x="247" y="1009"/>
                </a:lnTo>
                <a:lnTo>
                  <a:pt x="246" y="1007"/>
                </a:lnTo>
                <a:lnTo>
                  <a:pt x="246" y="1003"/>
                </a:lnTo>
                <a:lnTo>
                  <a:pt x="246" y="1002"/>
                </a:lnTo>
                <a:lnTo>
                  <a:pt x="247" y="1002"/>
                </a:lnTo>
                <a:lnTo>
                  <a:pt x="247" y="1001"/>
                </a:lnTo>
                <a:lnTo>
                  <a:pt x="247" y="1000"/>
                </a:lnTo>
                <a:lnTo>
                  <a:pt x="246" y="998"/>
                </a:lnTo>
                <a:lnTo>
                  <a:pt x="247" y="998"/>
                </a:lnTo>
                <a:lnTo>
                  <a:pt x="247" y="997"/>
                </a:lnTo>
                <a:lnTo>
                  <a:pt x="247" y="996"/>
                </a:lnTo>
                <a:lnTo>
                  <a:pt x="246" y="995"/>
                </a:lnTo>
                <a:lnTo>
                  <a:pt x="246" y="994"/>
                </a:lnTo>
                <a:lnTo>
                  <a:pt x="246" y="992"/>
                </a:lnTo>
                <a:lnTo>
                  <a:pt x="247" y="991"/>
                </a:lnTo>
                <a:lnTo>
                  <a:pt x="247" y="990"/>
                </a:lnTo>
                <a:lnTo>
                  <a:pt x="247" y="989"/>
                </a:lnTo>
                <a:lnTo>
                  <a:pt x="246" y="988"/>
                </a:lnTo>
                <a:lnTo>
                  <a:pt x="246" y="984"/>
                </a:lnTo>
                <a:lnTo>
                  <a:pt x="245" y="980"/>
                </a:lnTo>
                <a:lnTo>
                  <a:pt x="245" y="979"/>
                </a:lnTo>
                <a:lnTo>
                  <a:pt x="246" y="976"/>
                </a:lnTo>
                <a:lnTo>
                  <a:pt x="246" y="975"/>
                </a:lnTo>
                <a:lnTo>
                  <a:pt x="246" y="972"/>
                </a:lnTo>
                <a:lnTo>
                  <a:pt x="246" y="971"/>
                </a:lnTo>
                <a:lnTo>
                  <a:pt x="245" y="971"/>
                </a:lnTo>
                <a:lnTo>
                  <a:pt x="245" y="970"/>
                </a:lnTo>
                <a:lnTo>
                  <a:pt x="244" y="968"/>
                </a:lnTo>
                <a:lnTo>
                  <a:pt x="244" y="967"/>
                </a:lnTo>
                <a:lnTo>
                  <a:pt x="243" y="966"/>
                </a:lnTo>
                <a:lnTo>
                  <a:pt x="243" y="965"/>
                </a:lnTo>
                <a:lnTo>
                  <a:pt x="242" y="964"/>
                </a:lnTo>
                <a:lnTo>
                  <a:pt x="240" y="963"/>
                </a:lnTo>
                <a:lnTo>
                  <a:pt x="240" y="961"/>
                </a:lnTo>
                <a:lnTo>
                  <a:pt x="240" y="960"/>
                </a:lnTo>
                <a:lnTo>
                  <a:pt x="240" y="958"/>
                </a:lnTo>
                <a:lnTo>
                  <a:pt x="239" y="956"/>
                </a:lnTo>
                <a:lnTo>
                  <a:pt x="238" y="955"/>
                </a:lnTo>
                <a:lnTo>
                  <a:pt x="238" y="954"/>
                </a:lnTo>
                <a:lnTo>
                  <a:pt x="238" y="953"/>
                </a:lnTo>
                <a:lnTo>
                  <a:pt x="239" y="953"/>
                </a:lnTo>
                <a:lnTo>
                  <a:pt x="238" y="953"/>
                </a:lnTo>
                <a:lnTo>
                  <a:pt x="237" y="952"/>
                </a:lnTo>
                <a:lnTo>
                  <a:pt x="237" y="951"/>
                </a:lnTo>
                <a:lnTo>
                  <a:pt x="237" y="949"/>
                </a:lnTo>
                <a:lnTo>
                  <a:pt x="238" y="947"/>
                </a:lnTo>
                <a:lnTo>
                  <a:pt x="239" y="946"/>
                </a:lnTo>
                <a:lnTo>
                  <a:pt x="239" y="944"/>
                </a:lnTo>
                <a:lnTo>
                  <a:pt x="239" y="943"/>
                </a:lnTo>
                <a:lnTo>
                  <a:pt x="239" y="938"/>
                </a:lnTo>
                <a:lnTo>
                  <a:pt x="239" y="936"/>
                </a:lnTo>
                <a:lnTo>
                  <a:pt x="240" y="936"/>
                </a:lnTo>
                <a:lnTo>
                  <a:pt x="241" y="935"/>
                </a:lnTo>
                <a:lnTo>
                  <a:pt x="241" y="934"/>
                </a:lnTo>
                <a:lnTo>
                  <a:pt x="241" y="933"/>
                </a:lnTo>
                <a:lnTo>
                  <a:pt x="241" y="932"/>
                </a:lnTo>
                <a:lnTo>
                  <a:pt x="242" y="928"/>
                </a:lnTo>
                <a:lnTo>
                  <a:pt x="242" y="927"/>
                </a:lnTo>
                <a:lnTo>
                  <a:pt x="243" y="927"/>
                </a:lnTo>
                <a:lnTo>
                  <a:pt x="243" y="926"/>
                </a:lnTo>
                <a:lnTo>
                  <a:pt x="243" y="925"/>
                </a:lnTo>
                <a:lnTo>
                  <a:pt x="243" y="923"/>
                </a:lnTo>
                <a:lnTo>
                  <a:pt x="243" y="920"/>
                </a:lnTo>
                <a:lnTo>
                  <a:pt x="243" y="919"/>
                </a:lnTo>
                <a:lnTo>
                  <a:pt x="244" y="918"/>
                </a:lnTo>
                <a:lnTo>
                  <a:pt x="245" y="917"/>
                </a:lnTo>
                <a:lnTo>
                  <a:pt x="245" y="916"/>
                </a:lnTo>
                <a:lnTo>
                  <a:pt x="245" y="913"/>
                </a:lnTo>
                <a:lnTo>
                  <a:pt x="246" y="912"/>
                </a:lnTo>
                <a:lnTo>
                  <a:pt x="247" y="912"/>
                </a:lnTo>
                <a:lnTo>
                  <a:pt x="247" y="911"/>
                </a:lnTo>
                <a:lnTo>
                  <a:pt x="247" y="910"/>
                </a:lnTo>
                <a:lnTo>
                  <a:pt x="248" y="909"/>
                </a:lnTo>
                <a:lnTo>
                  <a:pt x="248" y="908"/>
                </a:lnTo>
                <a:lnTo>
                  <a:pt x="248" y="907"/>
                </a:lnTo>
                <a:lnTo>
                  <a:pt x="249" y="906"/>
                </a:lnTo>
                <a:lnTo>
                  <a:pt x="250" y="905"/>
                </a:lnTo>
                <a:lnTo>
                  <a:pt x="251" y="904"/>
                </a:lnTo>
                <a:lnTo>
                  <a:pt x="251" y="903"/>
                </a:lnTo>
                <a:lnTo>
                  <a:pt x="251" y="902"/>
                </a:lnTo>
                <a:lnTo>
                  <a:pt x="252" y="901"/>
                </a:lnTo>
                <a:lnTo>
                  <a:pt x="252" y="899"/>
                </a:lnTo>
                <a:lnTo>
                  <a:pt x="252" y="898"/>
                </a:lnTo>
                <a:lnTo>
                  <a:pt x="253" y="898"/>
                </a:lnTo>
                <a:lnTo>
                  <a:pt x="254" y="898"/>
                </a:lnTo>
                <a:lnTo>
                  <a:pt x="254" y="897"/>
                </a:lnTo>
                <a:lnTo>
                  <a:pt x="254" y="896"/>
                </a:lnTo>
                <a:lnTo>
                  <a:pt x="253" y="896"/>
                </a:lnTo>
                <a:lnTo>
                  <a:pt x="252" y="896"/>
                </a:lnTo>
                <a:lnTo>
                  <a:pt x="251" y="895"/>
                </a:lnTo>
                <a:lnTo>
                  <a:pt x="251" y="894"/>
                </a:lnTo>
                <a:lnTo>
                  <a:pt x="251" y="893"/>
                </a:lnTo>
                <a:lnTo>
                  <a:pt x="251" y="892"/>
                </a:lnTo>
                <a:lnTo>
                  <a:pt x="252" y="891"/>
                </a:lnTo>
                <a:lnTo>
                  <a:pt x="250" y="883"/>
                </a:lnTo>
                <a:lnTo>
                  <a:pt x="250" y="882"/>
                </a:lnTo>
                <a:lnTo>
                  <a:pt x="251" y="874"/>
                </a:lnTo>
                <a:lnTo>
                  <a:pt x="250" y="873"/>
                </a:lnTo>
                <a:lnTo>
                  <a:pt x="250" y="872"/>
                </a:lnTo>
                <a:lnTo>
                  <a:pt x="250" y="871"/>
                </a:lnTo>
                <a:lnTo>
                  <a:pt x="250" y="870"/>
                </a:lnTo>
                <a:lnTo>
                  <a:pt x="251" y="869"/>
                </a:lnTo>
                <a:lnTo>
                  <a:pt x="252" y="866"/>
                </a:lnTo>
                <a:lnTo>
                  <a:pt x="251" y="865"/>
                </a:lnTo>
                <a:lnTo>
                  <a:pt x="250" y="864"/>
                </a:lnTo>
                <a:lnTo>
                  <a:pt x="250" y="863"/>
                </a:lnTo>
                <a:lnTo>
                  <a:pt x="249" y="862"/>
                </a:lnTo>
                <a:lnTo>
                  <a:pt x="249" y="861"/>
                </a:lnTo>
                <a:lnTo>
                  <a:pt x="248" y="860"/>
                </a:lnTo>
                <a:lnTo>
                  <a:pt x="247" y="858"/>
                </a:lnTo>
                <a:lnTo>
                  <a:pt x="246" y="858"/>
                </a:lnTo>
                <a:lnTo>
                  <a:pt x="246" y="857"/>
                </a:lnTo>
                <a:lnTo>
                  <a:pt x="246" y="856"/>
                </a:lnTo>
                <a:lnTo>
                  <a:pt x="247" y="854"/>
                </a:lnTo>
                <a:lnTo>
                  <a:pt x="246" y="852"/>
                </a:lnTo>
                <a:lnTo>
                  <a:pt x="246" y="851"/>
                </a:lnTo>
                <a:lnTo>
                  <a:pt x="245" y="851"/>
                </a:lnTo>
                <a:lnTo>
                  <a:pt x="244" y="851"/>
                </a:lnTo>
                <a:lnTo>
                  <a:pt x="243" y="850"/>
                </a:lnTo>
                <a:lnTo>
                  <a:pt x="242" y="849"/>
                </a:lnTo>
                <a:lnTo>
                  <a:pt x="243" y="847"/>
                </a:lnTo>
                <a:lnTo>
                  <a:pt x="243" y="846"/>
                </a:lnTo>
                <a:lnTo>
                  <a:pt x="242" y="846"/>
                </a:lnTo>
                <a:lnTo>
                  <a:pt x="242" y="845"/>
                </a:lnTo>
                <a:lnTo>
                  <a:pt x="242" y="844"/>
                </a:lnTo>
                <a:lnTo>
                  <a:pt x="242" y="842"/>
                </a:lnTo>
                <a:lnTo>
                  <a:pt x="243" y="841"/>
                </a:lnTo>
                <a:lnTo>
                  <a:pt x="243" y="840"/>
                </a:lnTo>
                <a:lnTo>
                  <a:pt x="244" y="839"/>
                </a:lnTo>
                <a:lnTo>
                  <a:pt x="244" y="838"/>
                </a:lnTo>
                <a:lnTo>
                  <a:pt x="244" y="837"/>
                </a:lnTo>
                <a:lnTo>
                  <a:pt x="242" y="835"/>
                </a:lnTo>
                <a:lnTo>
                  <a:pt x="241" y="834"/>
                </a:lnTo>
                <a:lnTo>
                  <a:pt x="241" y="833"/>
                </a:lnTo>
                <a:lnTo>
                  <a:pt x="241" y="829"/>
                </a:lnTo>
                <a:lnTo>
                  <a:pt x="241" y="828"/>
                </a:lnTo>
                <a:lnTo>
                  <a:pt x="242" y="827"/>
                </a:lnTo>
                <a:lnTo>
                  <a:pt x="243" y="826"/>
                </a:lnTo>
                <a:lnTo>
                  <a:pt x="243" y="825"/>
                </a:lnTo>
                <a:lnTo>
                  <a:pt x="244" y="825"/>
                </a:lnTo>
                <a:lnTo>
                  <a:pt x="244" y="824"/>
                </a:lnTo>
                <a:lnTo>
                  <a:pt x="243" y="823"/>
                </a:lnTo>
                <a:lnTo>
                  <a:pt x="243" y="822"/>
                </a:lnTo>
                <a:lnTo>
                  <a:pt x="243" y="821"/>
                </a:lnTo>
                <a:lnTo>
                  <a:pt x="243" y="820"/>
                </a:lnTo>
                <a:lnTo>
                  <a:pt x="243" y="819"/>
                </a:lnTo>
                <a:lnTo>
                  <a:pt x="243" y="818"/>
                </a:lnTo>
                <a:lnTo>
                  <a:pt x="244" y="816"/>
                </a:lnTo>
                <a:lnTo>
                  <a:pt x="243" y="815"/>
                </a:lnTo>
                <a:lnTo>
                  <a:pt x="242" y="813"/>
                </a:lnTo>
                <a:lnTo>
                  <a:pt x="241" y="812"/>
                </a:lnTo>
                <a:lnTo>
                  <a:pt x="242" y="811"/>
                </a:lnTo>
                <a:lnTo>
                  <a:pt x="242" y="810"/>
                </a:lnTo>
                <a:lnTo>
                  <a:pt x="243" y="809"/>
                </a:lnTo>
                <a:lnTo>
                  <a:pt x="243" y="808"/>
                </a:lnTo>
                <a:lnTo>
                  <a:pt x="242" y="808"/>
                </a:lnTo>
                <a:lnTo>
                  <a:pt x="242" y="807"/>
                </a:lnTo>
                <a:lnTo>
                  <a:pt x="242" y="806"/>
                </a:lnTo>
                <a:lnTo>
                  <a:pt x="242" y="805"/>
                </a:lnTo>
                <a:lnTo>
                  <a:pt x="242" y="804"/>
                </a:lnTo>
                <a:lnTo>
                  <a:pt x="243" y="803"/>
                </a:lnTo>
                <a:lnTo>
                  <a:pt x="243" y="801"/>
                </a:lnTo>
                <a:lnTo>
                  <a:pt x="243" y="799"/>
                </a:lnTo>
                <a:lnTo>
                  <a:pt x="242" y="797"/>
                </a:lnTo>
                <a:lnTo>
                  <a:pt x="242" y="794"/>
                </a:lnTo>
                <a:lnTo>
                  <a:pt x="242" y="793"/>
                </a:lnTo>
                <a:lnTo>
                  <a:pt x="242" y="792"/>
                </a:lnTo>
                <a:lnTo>
                  <a:pt x="242" y="791"/>
                </a:lnTo>
                <a:lnTo>
                  <a:pt x="242" y="788"/>
                </a:lnTo>
                <a:lnTo>
                  <a:pt x="239" y="783"/>
                </a:lnTo>
                <a:lnTo>
                  <a:pt x="239" y="782"/>
                </a:lnTo>
                <a:lnTo>
                  <a:pt x="239" y="780"/>
                </a:lnTo>
                <a:lnTo>
                  <a:pt x="239" y="779"/>
                </a:lnTo>
                <a:lnTo>
                  <a:pt x="240" y="778"/>
                </a:lnTo>
                <a:lnTo>
                  <a:pt x="239" y="777"/>
                </a:lnTo>
                <a:lnTo>
                  <a:pt x="238" y="776"/>
                </a:lnTo>
                <a:lnTo>
                  <a:pt x="238" y="774"/>
                </a:lnTo>
                <a:lnTo>
                  <a:pt x="237" y="772"/>
                </a:lnTo>
                <a:lnTo>
                  <a:pt x="238" y="772"/>
                </a:lnTo>
                <a:lnTo>
                  <a:pt x="238" y="771"/>
                </a:lnTo>
                <a:lnTo>
                  <a:pt x="238" y="770"/>
                </a:lnTo>
                <a:lnTo>
                  <a:pt x="239" y="770"/>
                </a:lnTo>
                <a:lnTo>
                  <a:pt x="239" y="768"/>
                </a:lnTo>
                <a:lnTo>
                  <a:pt x="237" y="767"/>
                </a:lnTo>
                <a:lnTo>
                  <a:pt x="237" y="765"/>
                </a:lnTo>
                <a:lnTo>
                  <a:pt x="237" y="764"/>
                </a:lnTo>
                <a:lnTo>
                  <a:pt x="237" y="763"/>
                </a:lnTo>
                <a:lnTo>
                  <a:pt x="239" y="762"/>
                </a:lnTo>
                <a:lnTo>
                  <a:pt x="239" y="761"/>
                </a:lnTo>
                <a:lnTo>
                  <a:pt x="240" y="760"/>
                </a:lnTo>
                <a:lnTo>
                  <a:pt x="240" y="759"/>
                </a:lnTo>
                <a:lnTo>
                  <a:pt x="240" y="758"/>
                </a:lnTo>
                <a:lnTo>
                  <a:pt x="239" y="757"/>
                </a:lnTo>
                <a:lnTo>
                  <a:pt x="238" y="757"/>
                </a:lnTo>
                <a:lnTo>
                  <a:pt x="237" y="756"/>
                </a:lnTo>
                <a:lnTo>
                  <a:pt x="237" y="755"/>
                </a:lnTo>
                <a:lnTo>
                  <a:pt x="237" y="754"/>
                </a:lnTo>
                <a:lnTo>
                  <a:pt x="237" y="753"/>
                </a:lnTo>
                <a:lnTo>
                  <a:pt x="238" y="752"/>
                </a:lnTo>
                <a:lnTo>
                  <a:pt x="238" y="749"/>
                </a:lnTo>
                <a:lnTo>
                  <a:pt x="237" y="749"/>
                </a:lnTo>
                <a:lnTo>
                  <a:pt x="236" y="747"/>
                </a:lnTo>
                <a:lnTo>
                  <a:pt x="236" y="746"/>
                </a:lnTo>
                <a:lnTo>
                  <a:pt x="236" y="745"/>
                </a:lnTo>
                <a:lnTo>
                  <a:pt x="236" y="744"/>
                </a:lnTo>
                <a:lnTo>
                  <a:pt x="235" y="740"/>
                </a:lnTo>
                <a:lnTo>
                  <a:pt x="235" y="739"/>
                </a:lnTo>
                <a:lnTo>
                  <a:pt x="235" y="738"/>
                </a:lnTo>
                <a:lnTo>
                  <a:pt x="235" y="737"/>
                </a:lnTo>
                <a:lnTo>
                  <a:pt x="238" y="736"/>
                </a:lnTo>
                <a:lnTo>
                  <a:pt x="239" y="736"/>
                </a:lnTo>
                <a:lnTo>
                  <a:pt x="240" y="736"/>
                </a:lnTo>
                <a:lnTo>
                  <a:pt x="240" y="735"/>
                </a:lnTo>
                <a:lnTo>
                  <a:pt x="241" y="735"/>
                </a:lnTo>
                <a:lnTo>
                  <a:pt x="241" y="734"/>
                </a:lnTo>
                <a:lnTo>
                  <a:pt x="241" y="733"/>
                </a:lnTo>
                <a:lnTo>
                  <a:pt x="242" y="733"/>
                </a:lnTo>
                <a:lnTo>
                  <a:pt x="243" y="733"/>
                </a:lnTo>
                <a:lnTo>
                  <a:pt x="244" y="733"/>
                </a:lnTo>
                <a:lnTo>
                  <a:pt x="245" y="732"/>
                </a:lnTo>
                <a:lnTo>
                  <a:pt x="246" y="731"/>
                </a:lnTo>
                <a:lnTo>
                  <a:pt x="246" y="730"/>
                </a:lnTo>
                <a:lnTo>
                  <a:pt x="246" y="729"/>
                </a:lnTo>
                <a:lnTo>
                  <a:pt x="245" y="728"/>
                </a:lnTo>
                <a:lnTo>
                  <a:pt x="245" y="725"/>
                </a:lnTo>
                <a:lnTo>
                  <a:pt x="245" y="724"/>
                </a:lnTo>
                <a:lnTo>
                  <a:pt x="244" y="723"/>
                </a:lnTo>
                <a:lnTo>
                  <a:pt x="240" y="721"/>
                </a:lnTo>
                <a:lnTo>
                  <a:pt x="238" y="720"/>
                </a:lnTo>
                <a:lnTo>
                  <a:pt x="237" y="720"/>
                </a:lnTo>
                <a:lnTo>
                  <a:pt x="236" y="719"/>
                </a:lnTo>
                <a:lnTo>
                  <a:pt x="235" y="719"/>
                </a:lnTo>
                <a:lnTo>
                  <a:pt x="235" y="717"/>
                </a:lnTo>
                <a:lnTo>
                  <a:pt x="234" y="716"/>
                </a:lnTo>
                <a:lnTo>
                  <a:pt x="233" y="716"/>
                </a:lnTo>
                <a:lnTo>
                  <a:pt x="232" y="715"/>
                </a:lnTo>
                <a:lnTo>
                  <a:pt x="232" y="713"/>
                </a:lnTo>
                <a:lnTo>
                  <a:pt x="232" y="712"/>
                </a:lnTo>
                <a:lnTo>
                  <a:pt x="232" y="711"/>
                </a:lnTo>
                <a:lnTo>
                  <a:pt x="231" y="710"/>
                </a:lnTo>
                <a:lnTo>
                  <a:pt x="229" y="710"/>
                </a:lnTo>
                <a:lnTo>
                  <a:pt x="228" y="709"/>
                </a:lnTo>
                <a:lnTo>
                  <a:pt x="228" y="707"/>
                </a:lnTo>
                <a:lnTo>
                  <a:pt x="228" y="706"/>
                </a:lnTo>
                <a:lnTo>
                  <a:pt x="227" y="705"/>
                </a:lnTo>
                <a:lnTo>
                  <a:pt x="225" y="703"/>
                </a:lnTo>
                <a:lnTo>
                  <a:pt x="221" y="700"/>
                </a:lnTo>
                <a:lnTo>
                  <a:pt x="220" y="699"/>
                </a:lnTo>
                <a:lnTo>
                  <a:pt x="219" y="699"/>
                </a:lnTo>
                <a:lnTo>
                  <a:pt x="219" y="698"/>
                </a:lnTo>
                <a:lnTo>
                  <a:pt x="218" y="697"/>
                </a:lnTo>
                <a:lnTo>
                  <a:pt x="216" y="695"/>
                </a:lnTo>
                <a:lnTo>
                  <a:pt x="216" y="694"/>
                </a:lnTo>
                <a:lnTo>
                  <a:pt x="216" y="693"/>
                </a:lnTo>
                <a:lnTo>
                  <a:pt x="215" y="693"/>
                </a:lnTo>
                <a:lnTo>
                  <a:pt x="215" y="692"/>
                </a:lnTo>
                <a:lnTo>
                  <a:pt x="216" y="689"/>
                </a:lnTo>
                <a:lnTo>
                  <a:pt x="217" y="688"/>
                </a:lnTo>
                <a:lnTo>
                  <a:pt x="217" y="687"/>
                </a:lnTo>
                <a:lnTo>
                  <a:pt x="218" y="687"/>
                </a:lnTo>
                <a:lnTo>
                  <a:pt x="218" y="686"/>
                </a:lnTo>
                <a:lnTo>
                  <a:pt x="219" y="685"/>
                </a:lnTo>
                <a:lnTo>
                  <a:pt x="220" y="683"/>
                </a:lnTo>
                <a:lnTo>
                  <a:pt x="220" y="682"/>
                </a:lnTo>
                <a:lnTo>
                  <a:pt x="220" y="680"/>
                </a:lnTo>
                <a:lnTo>
                  <a:pt x="221" y="679"/>
                </a:lnTo>
                <a:lnTo>
                  <a:pt x="222" y="678"/>
                </a:lnTo>
                <a:lnTo>
                  <a:pt x="222" y="676"/>
                </a:lnTo>
                <a:lnTo>
                  <a:pt x="222" y="675"/>
                </a:lnTo>
                <a:lnTo>
                  <a:pt x="220" y="671"/>
                </a:lnTo>
                <a:lnTo>
                  <a:pt x="218" y="670"/>
                </a:lnTo>
                <a:lnTo>
                  <a:pt x="217" y="667"/>
                </a:lnTo>
                <a:lnTo>
                  <a:pt x="216" y="667"/>
                </a:lnTo>
                <a:lnTo>
                  <a:pt x="215" y="666"/>
                </a:lnTo>
                <a:lnTo>
                  <a:pt x="214" y="666"/>
                </a:lnTo>
                <a:lnTo>
                  <a:pt x="210" y="663"/>
                </a:lnTo>
                <a:lnTo>
                  <a:pt x="210" y="662"/>
                </a:lnTo>
                <a:lnTo>
                  <a:pt x="210" y="661"/>
                </a:lnTo>
                <a:lnTo>
                  <a:pt x="210" y="660"/>
                </a:lnTo>
                <a:lnTo>
                  <a:pt x="210" y="659"/>
                </a:lnTo>
                <a:lnTo>
                  <a:pt x="209" y="658"/>
                </a:lnTo>
                <a:lnTo>
                  <a:pt x="207" y="656"/>
                </a:lnTo>
                <a:lnTo>
                  <a:pt x="207" y="648"/>
                </a:lnTo>
                <a:lnTo>
                  <a:pt x="205" y="647"/>
                </a:lnTo>
                <a:lnTo>
                  <a:pt x="204" y="645"/>
                </a:lnTo>
                <a:lnTo>
                  <a:pt x="203" y="645"/>
                </a:lnTo>
                <a:lnTo>
                  <a:pt x="202" y="643"/>
                </a:lnTo>
                <a:lnTo>
                  <a:pt x="201" y="642"/>
                </a:lnTo>
                <a:lnTo>
                  <a:pt x="200" y="640"/>
                </a:lnTo>
                <a:lnTo>
                  <a:pt x="199" y="639"/>
                </a:lnTo>
                <a:lnTo>
                  <a:pt x="197" y="637"/>
                </a:lnTo>
                <a:lnTo>
                  <a:pt x="196" y="637"/>
                </a:lnTo>
                <a:lnTo>
                  <a:pt x="196" y="636"/>
                </a:lnTo>
                <a:lnTo>
                  <a:pt x="196" y="635"/>
                </a:lnTo>
                <a:lnTo>
                  <a:pt x="195" y="635"/>
                </a:lnTo>
                <a:lnTo>
                  <a:pt x="193" y="635"/>
                </a:lnTo>
                <a:lnTo>
                  <a:pt x="192" y="635"/>
                </a:lnTo>
                <a:lnTo>
                  <a:pt x="191" y="634"/>
                </a:lnTo>
                <a:lnTo>
                  <a:pt x="189" y="633"/>
                </a:lnTo>
                <a:lnTo>
                  <a:pt x="189" y="632"/>
                </a:lnTo>
                <a:lnTo>
                  <a:pt x="190" y="632"/>
                </a:lnTo>
                <a:lnTo>
                  <a:pt x="191" y="631"/>
                </a:lnTo>
                <a:lnTo>
                  <a:pt x="192" y="630"/>
                </a:lnTo>
                <a:lnTo>
                  <a:pt x="193" y="628"/>
                </a:lnTo>
                <a:lnTo>
                  <a:pt x="193" y="626"/>
                </a:lnTo>
                <a:lnTo>
                  <a:pt x="193" y="625"/>
                </a:lnTo>
                <a:lnTo>
                  <a:pt x="192" y="625"/>
                </a:lnTo>
                <a:lnTo>
                  <a:pt x="192" y="624"/>
                </a:lnTo>
                <a:lnTo>
                  <a:pt x="191" y="624"/>
                </a:lnTo>
                <a:lnTo>
                  <a:pt x="190" y="624"/>
                </a:lnTo>
                <a:lnTo>
                  <a:pt x="190" y="623"/>
                </a:lnTo>
                <a:lnTo>
                  <a:pt x="190" y="619"/>
                </a:lnTo>
                <a:lnTo>
                  <a:pt x="191" y="616"/>
                </a:lnTo>
                <a:lnTo>
                  <a:pt x="191" y="615"/>
                </a:lnTo>
                <a:lnTo>
                  <a:pt x="193" y="612"/>
                </a:lnTo>
                <a:lnTo>
                  <a:pt x="193" y="608"/>
                </a:lnTo>
                <a:lnTo>
                  <a:pt x="194" y="608"/>
                </a:lnTo>
                <a:lnTo>
                  <a:pt x="195" y="606"/>
                </a:lnTo>
                <a:lnTo>
                  <a:pt x="195" y="605"/>
                </a:lnTo>
                <a:lnTo>
                  <a:pt x="196" y="603"/>
                </a:lnTo>
                <a:lnTo>
                  <a:pt x="197" y="603"/>
                </a:lnTo>
                <a:lnTo>
                  <a:pt x="197" y="602"/>
                </a:lnTo>
                <a:lnTo>
                  <a:pt x="198" y="602"/>
                </a:lnTo>
                <a:lnTo>
                  <a:pt x="199" y="602"/>
                </a:lnTo>
                <a:lnTo>
                  <a:pt x="202" y="602"/>
                </a:lnTo>
                <a:lnTo>
                  <a:pt x="204" y="603"/>
                </a:lnTo>
                <a:lnTo>
                  <a:pt x="206" y="604"/>
                </a:lnTo>
                <a:lnTo>
                  <a:pt x="207" y="604"/>
                </a:lnTo>
                <a:lnTo>
                  <a:pt x="208" y="606"/>
                </a:lnTo>
                <a:lnTo>
                  <a:pt x="209" y="608"/>
                </a:lnTo>
                <a:lnTo>
                  <a:pt x="210" y="610"/>
                </a:lnTo>
                <a:lnTo>
                  <a:pt x="212" y="612"/>
                </a:lnTo>
                <a:lnTo>
                  <a:pt x="213" y="613"/>
                </a:lnTo>
                <a:lnTo>
                  <a:pt x="213" y="614"/>
                </a:lnTo>
                <a:lnTo>
                  <a:pt x="213" y="615"/>
                </a:lnTo>
                <a:lnTo>
                  <a:pt x="214" y="616"/>
                </a:lnTo>
                <a:lnTo>
                  <a:pt x="214" y="618"/>
                </a:lnTo>
                <a:lnTo>
                  <a:pt x="215" y="618"/>
                </a:lnTo>
                <a:lnTo>
                  <a:pt x="215" y="619"/>
                </a:lnTo>
                <a:lnTo>
                  <a:pt x="217" y="620"/>
                </a:lnTo>
                <a:lnTo>
                  <a:pt x="219" y="622"/>
                </a:lnTo>
                <a:lnTo>
                  <a:pt x="220" y="622"/>
                </a:lnTo>
                <a:lnTo>
                  <a:pt x="221" y="621"/>
                </a:lnTo>
                <a:lnTo>
                  <a:pt x="221" y="620"/>
                </a:lnTo>
                <a:lnTo>
                  <a:pt x="223" y="619"/>
                </a:lnTo>
                <a:lnTo>
                  <a:pt x="224" y="617"/>
                </a:lnTo>
                <a:lnTo>
                  <a:pt x="225" y="616"/>
                </a:lnTo>
                <a:lnTo>
                  <a:pt x="226" y="615"/>
                </a:lnTo>
                <a:lnTo>
                  <a:pt x="226" y="614"/>
                </a:lnTo>
                <a:lnTo>
                  <a:pt x="226" y="611"/>
                </a:lnTo>
                <a:lnTo>
                  <a:pt x="227" y="610"/>
                </a:lnTo>
                <a:lnTo>
                  <a:pt x="227" y="609"/>
                </a:lnTo>
                <a:lnTo>
                  <a:pt x="228" y="608"/>
                </a:lnTo>
                <a:lnTo>
                  <a:pt x="229" y="608"/>
                </a:lnTo>
                <a:lnTo>
                  <a:pt x="231" y="607"/>
                </a:lnTo>
                <a:lnTo>
                  <a:pt x="231" y="605"/>
                </a:lnTo>
                <a:lnTo>
                  <a:pt x="233" y="604"/>
                </a:lnTo>
                <a:lnTo>
                  <a:pt x="234" y="604"/>
                </a:lnTo>
                <a:lnTo>
                  <a:pt x="235" y="604"/>
                </a:lnTo>
                <a:lnTo>
                  <a:pt x="236" y="603"/>
                </a:lnTo>
                <a:lnTo>
                  <a:pt x="236" y="602"/>
                </a:lnTo>
                <a:lnTo>
                  <a:pt x="237" y="601"/>
                </a:lnTo>
                <a:lnTo>
                  <a:pt x="237" y="600"/>
                </a:lnTo>
                <a:lnTo>
                  <a:pt x="240" y="599"/>
                </a:lnTo>
                <a:lnTo>
                  <a:pt x="240" y="598"/>
                </a:lnTo>
                <a:lnTo>
                  <a:pt x="240" y="597"/>
                </a:lnTo>
                <a:lnTo>
                  <a:pt x="239" y="596"/>
                </a:lnTo>
                <a:lnTo>
                  <a:pt x="239" y="594"/>
                </a:lnTo>
                <a:lnTo>
                  <a:pt x="238" y="593"/>
                </a:lnTo>
                <a:lnTo>
                  <a:pt x="237" y="592"/>
                </a:lnTo>
                <a:lnTo>
                  <a:pt x="237" y="591"/>
                </a:lnTo>
                <a:lnTo>
                  <a:pt x="236" y="591"/>
                </a:lnTo>
                <a:lnTo>
                  <a:pt x="236" y="590"/>
                </a:lnTo>
                <a:lnTo>
                  <a:pt x="235" y="590"/>
                </a:lnTo>
                <a:lnTo>
                  <a:pt x="234" y="589"/>
                </a:lnTo>
                <a:lnTo>
                  <a:pt x="234" y="588"/>
                </a:lnTo>
                <a:lnTo>
                  <a:pt x="234" y="587"/>
                </a:lnTo>
                <a:lnTo>
                  <a:pt x="234" y="586"/>
                </a:lnTo>
                <a:lnTo>
                  <a:pt x="234" y="585"/>
                </a:lnTo>
                <a:lnTo>
                  <a:pt x="233" y="584"/>
                </a:lnTo>
                <a:lnTo>
                  <a:pt x="232" y="584"/>
                </a:lnTo>
                <a:lnTo>
                  <a:pt x="231" y="583"/>
                </a:lnTo>
                <a:lnTo>
                  <a:pt x="229" y="582"/>
                </a:lnTo>
                <a:lnTo>
                  <a:pt x="226" y="579"/>
                </a:lnTo>
                <a:lnTo>
                  <a:pt x="226" y="578"/>
                </a:lnTo>
                <a:lnTo>
                  <a:pt x="226" y="577"/>
                </a:lnTo>
                <a:lnTo>
                  <a:pt x="225" y="577"/>
                </a:lnTo>
                <a:lnTo>
                  <a:pt x="225" y="576"/>
                </a:lnTo>
                <a:lnTo>
                  <a:pt x="220" y="573"/>
                </a:lnTo>
                <a:lnTo>
                  <a:pt x="218" y="572"/>
                </a:lnTo>
                <a:lnTo>
                  <a:pt x="212" y="566"/>
                </a:lnTo>
                <a:lnTo>
                  <a:pt x="211" y="564"/>
                </a:lnTo>
                <a:lnTo>
                  <a:pt x="210" y="564"/>
                </a:lnTo>
                <a:lnTo>
                  <a:pt x="210" y="563"/>
                </a:lnTo>
                <a:lnTo>
                  <a:pt x="210" y="562"/>
                </a:lnTo>
                <a:lnTo>
                  <a:pt x="210" y="561"/>
                </a:lnTo>
                <a:lnTo>
                  <a:pt x="208" y="559"/>
                </a:lnTo>
                <a:lnTo>
                  <a:pt x="204" y="555"/>
                </a:lnTo>
                <a:lnTo>
                  <a:pt x="203" y="555"/>
                </a:lnTo>
                <a:lnTo>
                  <a:pt x="202" y="553"/>
                </a:lnTo>
                <a:lnTo>
                  <a:pt x="201" y="552"/>
                </a:lnTo>
                <a:lnTo>
                  <a:pt x="201" y="551"/>
                </a:lnTo>
                <a:lnTo>
                  <a:pt x="200" y="550"/>
                </a:lnTo>
                <a:lnTo>
                  <a:pt x="199" y="550"/>
                </a:lnTo>
                <a:lnTo>
                  <a:pt x="198" y="550"/>
                </a:lnTo>
                <a:lnTo>
                  <a:pt x="197" y="550"/>
                </a:lnTo>
                <a:lnTo>
                  <a:pt x="197" y="549"/>
                </a:lnTo>
                <a:lnTo>
                  <a:pt x="197" y="548"/>
                </a:lnTo>
                <a:lnTo>
                  <a:pt x="195" y="546"/>
                </a:lnTo>
                <a:lnTo>
                  <a:pt x="194" y="545"/>
                </a:lnTo>
                <a:lnTo>
                  <a:pt x="194" y="544"/>
                </a:lnTo>
                <a:lnTo>
                  <a:pt x="193" y="543"/>
                </a:lnTo>
                <a:lnTo>
                  <a:pt x="192" y="542"/>
                </a:lnTo>
                <a:lnTo>
                  <a:pt x="192" y="541"/>
                </a:lnTo>
                <a:lnTo>
                  <a:pt x="192" y="540"/>
                </a:lnTo>
                <a:lnTo>
                  <a:pt x="191" y="540"/>
                </a:lnTo>
                <a:lnTo>
                  <a:pt x="191" y="539"/>
                </a:lnTo>
                <a:lnTo>
                  <a:pt x="189" y="538"/>
                </a:lnTo>
                <a:lnTo>
                  <a:pt x="187" y="536"/>
                </a:lnTo>
                <a:lnTo>
                  <a:pt x="187" y="535"/>
                </a:lnTo>
                <a:lnTo>
                  <a:pt x="188" y="533"/>
                </a:lnTo>
                <a:lnTo>
                  <a:pt x="188" y="532"/>
                </a:lnTo>
                <a:lnTo>
                  <a:pt x="188" y="531"/>
                </a:lnTo>
                <a:lnTo>
                  <a:pt x="186" y="530"/>
                </a:lnTo>
                <a:lnTo>
                  <a:pt x="187" y="530"/>
                </a:lnTo>
                <a:lnTo>
                  <a:pt x="188" y="529"/>
                </a:lnTo>
                <a:lnTo>
                  <a:pt x="187" y="528"/>
                </a:lnTo>
                <a:lnTo>
                  <a:pt x="186" y="527"/>
                </a:lnTo>
                <a:lnTo>
                  <a:pt x="186" y="525"/>
                </a:lnTo>
                <a:lnTo>
                  <a:pt x="187" y="524"/>
                </a:lnTo>
                <a:lnTo>
                  <a:pt x="187" y="523"/>
                </a:lnTo>
                <a:lnTo>
                  <a:pt x="186" y="523"/>
                </a:lnTo>
                <a:lnTo>
                  <a:pt x="185" y="523"/>
                </a:lnTo>
                <a:lnTo>
                  <a:pt x="182" y="523"/>
                </a:lnTo>
                <a:lnTo>
                  <a:pt x="182" y="522"/>
                </a:lnTo>
                <a:lnTo>
                  <a:pt x="181" y="518"/>
                </a:lnTo>
                <a:lnTo>
                  <a:pt x="180" y="514"/>
                </a:lnTo>
                <a:lnTo>
                  <a:pt x="178" y="511"/>
                </a:lnTo>
                <a:lnTo>
                  <a:pt x="176" y="509"/>
                </a:lnTo>
                <a:lnTo>
                  <a:pt x="174" y="509"/>
                </a:lnTo>
                <a:lnTo>
                  <a:pt x="173" y="509"/>
                </a:lnTo>
                <a:lnTo>
                  <a:pt x="172" y="507"/>
                </a:lnTo>
                <a:lnTo>
                  <a:pt x="173" y="506"/>
                </a:lnTo>
                <a:lnTo>
                  <a:pt x="173" y="505"/>
                </a:lnTo>
                <a:lnTo>
                  <a:pt x="172" y="504"/>
                </a:lnTo>
                <a:lnTo>
                  <a:pt x="171" y="504"/>
                </a:lnTo>
                <a:lnTo>
                  <a:pt x="171" y="503"/>
                </a:lnTo>
                <a:lnTo>
                  <a:pt x="170" y="503"/>
                </a:lnTo>
                <a:lnTo>
                  <a:pt x="170" y="502"/>
                </a:lnTo>
                <a:lnTo>
                  <a:pt x="169" y="501"/>
                </a:lnTo>
                <a:lnTo>
                  <a:pt x="170" y="500"/>
                </a:lnTo>
                <a:lnTo>
                  <a:pt x="170" y="499"/>
                </a:lnTo>
                <a:lnTo>
                  <a:pt x="168" y="498"/>
                </a:lnTo>
                <a:lnTo>
                  <a:pt x="167" y="498"/>
                </a:lnTo>
                <a:lnTo>
                  <a:pt x="166" y="498"/>
                </a:lnTo>
                <a:lnTo>
                  <a:pt x="165" y="497"/>
                </a:lnTo>
                <a:lnTo>
                  <a:pt x="166" y="495"/>
                </a:lnTo>
                <a:lnTo>
                  <a:pt x="166" y="494"/>
                </a:lnTo>
                <a:lnTo>
                  <a:pt x="167" y="494"/>
                </a:lnTo>
                <a:lnTo>
                  <a:pt x="168" y="493"/>
                </a:lnTo>
                <a:lnTo>
                  <a:pt x="167" y="492"/>
                </a:lnTo>
                <a:lnTo>
                  <a:pt x="166" y="492"/>
                </a:lnTo>
                <a:lnTo>
                  <a:pt x="166" y="491"/>
                </a:lnTo>
                <a:lnTo>
                  <a:pt x="166" y="490"/>
                </a:lnTo>
                <a:lnTo>
                  <a:pt x="166" y="487"/>
                </a:lnTo>
                <a:lnTo>
                  <a:pt x="165" y="486"/>
                </a:lnTo>
                <a:lnTo>
                  <a:pt x="164" y="484"/>
                </a:lnTo>
                <a:lnTo>
                  <a:pt x="165" y="481"/>
                </a:lnTo>
                <a:lnTo>
                  <a:pt x="166" y="481"/>
                </a:lnTo>
                <a:lnTo>
                  <a:pt x="168" y="480"/>
                </a:lnTo>
                <a:lnTo>
                  <a:pt x="170" y="479"/>
                </a:lnTo>
                <a:lnTo>
                  <a:pt x="170" y="477"/>
                </a:lnTo>
                <a:lnTo>
                  <a:pt x="170" y="476"/>
                </a:lnTo>
                <a:lnTo>
                  <a:pt x="169" y="476"/>
                </a:lnTo>
                <a:lnTo>
                  <a:pt x="168" y="476"/>
                </a:lnTo>
                <a:lnTo>
                  <a:pt x="168" y="475"/>
                </a:lnTo>
                <a:lnTo>
                  <a:pt x="169" y="473"/>
                </a:lnTo>
                <a:lnTo>
                  <a:pt x="170" y="472"/>
                </a:lnTo>
                <a:lnTo>
                  <a:pt x="171" y="472"/>
                </a:lnTo>
                <a:lnTo>
                  <a:pt x="170" y="468"/>
                </a:lnTo>
                <a:lnTo>
                  <a:pt x="170" y="467"/>
                </a:lnTo>
                <a:lnTo>
                  <a:pt x="170" y="466"/>
                </a:lnTo>
                <a:lnTo>
                  <a:pt x="171" y="466"/>
                </a:lnTo>
                <a:lnTo>
                  <a:pt x="170" y="465"/>
                </a:lnTo>
                <a:lnTo>
                  <a:pt x="170" y="464"/>
                </a:lnTo>
                <a:lnTo>
                  <a:pt x="171" y="463"/>
                </a:lnTo>
                <a:lnTo>
                  <a:pt x="172" y="463"/>
                </a:lnTo>
                <a:lnTo>
                  <a:pt x="171" y="462"/>
                </a:lnTo>
                <a:lnTo>
                  <a:pt x="171" y="461"/>
                </a:lnTo>
                <a:lnTo>
                  <a:pt x="169" y="460"/>
                </a:lnTo>
                <a:lnTo>
                  <a:pt x="169" y="459"/>
                </a:lnTo>
                <a:lnTo>
                  <a:pt x="168" y="459"/>
                </a:lnTo>
                <a:lnTo>
                  <a:pt x="167" y="458"/>
                </a:lnTo>
                <a:lnTo>
                  <a:pt x="166" y="458"/>
                </a:lnTo>
                <a:lnTo>
                  <a:pt x="166" y="457"/>
                </a:lnTo>
                <a:lnTo>
                  <a:pt x="166" y="456"/>
                </a:lnTo>
                <a:lnTo>
                  <a:pt x="166" y="455"/>
                </a:lnTo>
                <a:lnTo>
                  <a:pt x="167" y="454"/>
                </a:lnTo>
                <a:lnTo>
                  <a:pt x="166" y="453"/>
                </a:lnTo>
                <a:lnTo>
                  <a:pt x="165" y="452"/>
                </a:lnTo>
                <a:lnTo>
                  <a:pt x="165" y="451"/>
                </a:lnTo>
                <a:lnTo>
                  <a:pt x="164" y="451"/>
                </a:lnTo>
                <a:lnTo>
                  <a:pt x="163" y="449"/>
                </a:lnTo>
                <a:lnTo>
                  <a:pt x="162" y="448"/>
                </a:lnTo>
                <a:lnTo>
                  <a:pt x="161" y="447"/>
                </a:lnTo>
                <a:lnTo>
                  <a:pt x="160" y="446"/>
                </a:lnTo>
                <a:lnTo>
                  <a:pt x="160" y="445"/>
                </a:lnTo>
                <a:lnTo>
                  <a:pt x="159" y="444"/>
                </a:lnTo>
                <a:lnTo>
                  <a:pt x="157" y="444"/>
                </a:lnTo>
                <a:lnTo>
                  <a:pt x="157" y="443"/>
                </a:lnTo>
                <a:lnTo>
                  <a:pt x="157" y="442"/>
                </a:lnTo>
                <a:lnTo>
                  <a:pt x="155" y="440"/>
                </a:lnTo>
                <a:lnTo>
                  <a:pt x="154" y="439"/>
                </a:lnTo>
                <a:lnTo>
                  <a:pt x="153" y="439"/>
                </a:lnTo>
                <a:lnTo>
                  <a:pt x="152" y="439"/>
                </a:lnTo>
                <a:lnTo>
                  <a:pt x="152" y="437"/>
                </a:lnTo>
                <a:lnTo>
                  <a:pt x="152" y="436"/>
                </a:lnTo>
                <a:lnTo>
                  <a:pt x="150" y="437"/>
                </a:lnTo>
                <a:lnTo>
                  <a:pt x="150" y="436"/>
                </a:lnTo>
                <a:lnTo>
                  <a:pt x="150" y="434"/>
                </a:lnTo>
                <a:lnTo>
                  <a:pt x="150" y="432"/>
                </a:lnTo>
                <a:lnTo>
                  <a:pt x="149" y="432"/>
                </a:lnTo>
                <a:lnTo>
                  <a:pt x="149" y="431"/>
                </a:lnTo>
                <a:lnTo>
                  <a:pt x="150" y="431"/>
                </a:lnTo>
                <a:lnTo>
                  <a:pt x="149" y="430"/>
                </a:lnTo>
                <a:lnTo>
                  <a:pt x="149" y="429"/>
                </a:lnTo>
                <a:lnTo>
                  <a:pt x="148" y="429"/>
                </a:lnTo>
                <a:lnTo>
                  <a:pt x="148" y="428"/>
                </a:lnTo>
                <a:lnTo>
                  <a:pt x="148" y="427"/>
                </a:lnTo>
                <a:lnTo>
                  <a:pt x="147" y="426"/>
                </a:lnTo>
                <a:lnTo>
                  <a:pt x="147" y="424"/>
                </a:lnTo>
                <a:lnTo>
                  <a:pt x="146" y="424"/>
                </a:lnTo>
                <a:lnTo>
                  <a:pt x="146" y="423"/>
                </a:lnTo>
                <a:lnTo>
                  <a:pt x="146" y="422"/>
                </a:lnTo>
                <a:lnTo>
                  <a:pt x="146" y="421"/>
                </a:lnTo>
                <a:lnTo>
                  <a:pt x="144" y="418"/>
                </a:lnTo>
                <a:lnTo>
                  <a:pt x="143" y="416"/>
                </a:lnTo>
                <a:lnTo>
                  <a:pt x="142" y="415"/>
                </a:lnTo>
                <a:lnTo>
                  <a:pt x="141" y="414"/>
                </a:lnTo>
                <a:lnTo>
                  <a:pt x="140" y="414"/>
                </a:lnTo>
                <a:lnTo>
                  <a:pt x="139" y="413"/>
                </a:lnTo>
                <a:lnTo>
                  <a:pt x="138" y="413"/>
                </a:lnTo>
                <a:lnTo>
                  <a:pt x="138" y="412"/>
                </a:lnTo>
                <a:lnTo>
                  <a:pt x="138" y="411"/>
                </a:lnTo>
                <a:lnTo>
                  <a:pt x="139" y="410"/>
                </a:lnTo>
                <a:lnTo>
                  <a:pt x="138" y="409"/>
                </a:lnTo>
                <a:lnTo>
                  <a:pt x="138" y="408"/>
                </a:lnTo>
                <a:lnTo>
                  <a:pt x="138" y="407"/>
                </a:lnTo>
                <a:lnTo>
                  <a:pt x="139" y="407"/>
                </a:lnTo>
                <a:lnTo>
                  <a:pt x="140" y="407"/>
                </a:lnTo>
                <a:lnTo>
                  <a:pt x="140" y="406"/>
                </a:lnTo>
                <a:lnTo>
                  <a:pt x="139" y="404"/>
                </a:lnTo>
                <a:lnTo>
                  <a:pt x="138" y="402"/>
                </a:lnTo>
                <a:lnTo>
                  <a:pt x="137" y="395"/>
                </a:lnTo>
                <a:lnTo>
                  <a:pt x="137" y="394"/>
                </a:lnTo>
                <a:lnTo>
                  <a:pt x="137" y="393"/>
                </a:lnTo>
                <a:lnTo>
                  <a:pt x="138" y="393"/>
                </a:lnTo>
                <a:lnTo>
                  <a:pt x="139" y="391"/>
                </a:lnTo>
                <a:lnTo>
                  <a:pt x="139" y="390"/>
                </a:lnTo>
                <a:lnTo>
                  <a:pt x="138" y="389"/>
                </a:lnTo>
                <a:lnTo>
                  <a:pt x="137" y="389"/>
                </a:lnTo>
                <a:lnTo>
                  <a:pt x="136" y="388"/>
                </a:lnTo>
                <a:lnTo>
                  <a:pt x="136" y="387"/>
                </a:lnTo>
                <a:lnTo>
                  <a:pt x="136" y="386"/>
                </a:lnTo>
                <a:lnTo>
                  <a:pt x="135" y="386"/>
                </a:lnTo>
                <a:lnTo>
                  <a:pt x="134" y="386"/>
                </a:lnTo>
                <a:lnTo>
                  <a:pt x="133" y="385"/>
                </a:lnTo>
                <a:lnTo>
                  <a:pt x="133" y="384"/>
                </a:lnTo>
                <a:lnTo>
                  <a:pt x="132" y="383"/>
                </a:lnTo>
                <a:lnTo>
                  <a:pt x="130" y="382"/>
                </a:lnTo>
                <a:lnTo>
                  <a:pt x="129" y="383"/>
                </a:lnTo>
                <a:lnTo>
                  <a:pt x="128" y="383"/>
                </a:lnTo>
                <a:lnTo>
                  <a:pt x="127" y="382"/>
                </a:lnTo>
                <a:lnTo>
                  <a:pt x="126" y="382"/>
                </a:lnTo>
                <a:lnTo>
                  <a:pt x="126" y="380"/>
                </a:lnTo>
                <a:lnTo>
                  <a:pt x="125" y="379"/>
                </a:lnTo>
                <a:lnTo>
                  <a:pt x="124" y="379"/>
                </a:lnTo>
                <a:lnTo>
                  <a:pt x="125" y="378"/>
                </a:lnTo>
                <a:lnTo>
                  <a:pt x="125" y="377"/>
                </a:lnTo>
                <a:lnTo>
                  <a:pt x="124" y="377"/>
                </a:lnTo>
                <a:lnTo>
                  <a:pt x="123" y="377"/>
                </a:lnTo>
                <a:lnTo>
                  <a:pt x="123" y="378"/>
                </a:lnTo>
                <a:lnTo>
                  <a:pt x="122" y="379"/>
                </a:lnTo>
                <a:lnTo>
                  <a:pt x="121" y="379"/>
                </a:lnTo>
                <a:lnTo>
                  <a:pt x="120" y="378"/>
                </a:lnTo>
                <a:lnTo>
                  <a:pt x="120" y="376"/>
                </a:lnTo>
                <a:lnTo>
                  <a:pt x="119" y="376"/>
                </a:lnTo>
                <a:lnTo>
                  <a:pt x="119" y="377"/>
                </a:lnTo>
                <a:lnTo>
                  <a:pt x="118" y="377"/>
                </a:lnTo>
                <a:lnTo>
                  <a:pt x="116" y="376"/>
                </a:lnTo>
                <a:lnTo>
                  <a:pt x="116" y="375"/>
                </a:lnTo>
                <a:lnTo>
                  <a:pt x="116" y="374"/>
                </a:lnTo>
                <a:lnTo>
                  <a:pt x="116" y="373"/>
                </a:lnTo>
                <a:lnTo>
                  <a:pt x="115" y="373"/>
                </a:lnTo>
                <a:lnTo>
                  <a:pt x="113" y="373"/>
                </a:lnTo>
                <a:lnTo>
                  <a:pt x="113" y="372"/>
                </a:lnTo>
                <a:lnTo>
                  <a:pt x="112" y="370"/>
                </a:lnTo>
                <a:lnTo>
                  <a:pt x="111" y="370"/>
                </a:lnTo>
                <a:lnTo>
                  <a:pt x="110" y="370"/>
                </a:lnTo>
                <a:lnTo>
                  <a:pt x="109" y="370"/>
                </a:lnTo>
                <a:lnTo>
                  <a:pt x="109" y="368"/>
                </a:lnTo>
                <a:lnTo>
                  <a:pt x="108" y="367"/>
                </a:lnTo>
                <a:lnTo>
                  <a:pt x="108" y="366"/>
                </a:lnTo>
                <a:lnTo>
                  <a:pt x="108" y="365"/>
                </a:lnTo>
                <a:lnTo>
                  <a:pt x="107" y="365"/>
                </a:lnTo>
                <a:lnTo>
                  <a:pt x="106" y="365"/>
                </a:lnTo>
                <a:lnTo>
                  <a:pt x="105" y="365"/>
                </a:lnTo>
                <a:lnTo>
                  <a:pt x="104" y="364"/>
                </a:lnTo>
                <a:lnTo>
                  <a:pt x="103" y="363"/>
                </a:lnTo>
                <a:lnTo>
                  <a:pt x="103" y="362"/>
                </a:lnTo>
                <a:lnTo>
                  <a:pt x="102" y="362"/>
                </a:lnTo>
                <a:lnTo>
                  <a:pt x="101" y="362"/>
                </a:lnTo>
                <a:lnTo>
                  <a:pt x="100" y="361"/>
                </a:lnTo>
                <a:lnTo>
                  <a:pt x="99" y="361"/>
                </a:lnTo>
                <a:lnTo>
                  <a:pt x="99" y="360"/>
                </a:lnTo>
                <a:lnTo>
                  <a:pt x="98" y="360"/>
                </a:lnTo>
                <a:lnTo>
                  <a:pt x="97" y="361"/>
                </a:lnTo>
                <a:lnTo>
                  <a:pt x="96" y="361"/>
                </a:lnTo>
                <a:lnTo>
                  <a:pt x="96" y="360"/>
                </a:lnTo>
                <a:lnTo>
                  <a:pt x="94" y="359"/>
                </a:lnTo>
                <a:lnTo>
                  <a:pt x="94" y="358"/>
                </a:lnTo>
                <a:lnTo>
                  <a:pt x="93" y="358"/>
                </a:lnTo>
                <a:lnTo>
                  <a:pt x="92" y="357"/>
                </a:lnTo>
                <a:lnTo>
                  <a:pt x="91" y="357"/>
                </a:lnTo>
                <a:lnTo>
                  <a:pt x="90" y="357"/>
                </a:lnTo>
                <a:lnTo>
                  <a:pt x="89" y="356"/>
                </a:lnTo>
                <a:lnTo>
                  <a:pt x="88" y="356"/>
                </a:lnTo>
                <a:lnTo>
                  <a:pt x="87" y="356"/>
                </a:lnTo>
                <a:lnTo>
                  <a:pt x="86" y="356"/>
                </a:lnTo>
                <a:lnTo>
                  <a:pt x="85" y="356"/>
                </a:lnTo>
                <a:lnTo>
                  <a:pt x="84" y="356"/>
                </a:lnTo>
                <a:lnTo>
                  <a:pt x="83" y="356"/>
                </a:lnTo>
                <a:lnTo>
                  <a:pt x="82" y="355"/>
                </a:lnTo>
                <a:lnTo>
                  <a:pt x="81" y="355"/>
                </a:lnTo>
                <a:lnTo>
                  <a:pt x="80" y="355"/>
                </a:lnTo>
                <a:lnTo>
                  <a:pt x="79" y="354"/>
                </a:lnTo>
                <a:lnTo>
                  <a:pt x="79" y="353"/>
                </a:lnTo>
                <a:lnTo>
                  <a:pt x="77" y="352"/>
                </a:lnTo>
                <a:lnTo>
                  <a:pt x="76" y="352"/>
                </a:lnTo>
                <a:lnTo>
                  <a:pt x="76" y="353"/>
                </a:lnTo>
                <a:lnTo>
                  <a:pt x="75" y="353"/>
                </a:lnTo>
                <a:lnTo>
                  <a:pt x="74" y="353"/>
                </a:lnTo>
                <a:lnTo>
                  <a:pt x="73" y="352"/>
                </a:lnTo>
                <a:lnTo>
                  <a:pt x="72" y="353"/>
                </a:lnTo>
                <a:lnTo>
                  <a:pt x="71" y="352"/>
                </a:lnTo>
                <a:lnTo>
                  <a:pt x="71" y="351"/>
                </a:lnTo>
                <a:lnTo>
                  <a:pt x="71" y="350"/>
                </a:lnTo>
                <a:lnTo>
                  <a:pt x="71" y="349"/>
                </a:lnTo>
                <a:lnTo>
                  <a:pt x="70" y="348"/>
                </a:lnTo>
                <a:lnTo>
                  <a:pt x="69" y="348"/>
                </a:lnTo>
                <a:lnTo>
                  <a:pt x="68" y="348"/>
                </a:lnTo>
                <a:lnTo>
                  <a:pt x="67" y="348"/>
                </a:lnTo>
                <a:lnTo>
                  <a:pt x="66" y="349"/>
                </a:lnTo>
                <a:lnTo>
                  <a:pt x="66" y="348"/>
                </a:lnTo>
                <a:lnTo>
                  <a:pt x="65" y="348"/>
                </a:lnTo>
                <a:lnTo>
                  <a:pt x="65" y="346"/>
                </a:lnTo>
                <a:lnTo>
                  <a:pt x="64" y="346"/>
                </a:lnTo>
                <a:lnTo>
                  <a:pt x="62" y="346"/>
                </a:lnTo>
                <a:lnTo>
                  <a:pt x="60" y="346"/>
                </a:lnTo>
                <a:lnTo>
                  <a:pt x="59" y="346"/>
                </a:lnTo>
                <a:lnTo>
                  <a:pt x="58" y="345"/>
                </a:lnTo>
                <a:lnTo>
                  <a:pt x="57" y="345"/>
                </a:lnTo>
                <a:lnTo>
                  <a:pt x="54" y="344"/>
                </a:lnTo>
                <a:lnTo>
                  <a:pt x="54" y="342"/>
                </a:lnTo>
                <a:lnTo>
                  <a:pt x="53" y="342"/>
                </a:lnTo>
                <a:lnTo>
                  <a:pt x="51" y="341"/>
                </a:lnTo>
                <a:lnTo>
                  <a:pt x="50" y="341"/>
                </a:lnTo>
                <a:lnTo>
                  <a:pt x="49" y="340"/>
                </a:lnTo>
                <a:lnTo>
                  <a:pt x="48" y="340"/>
                </a:lnTo>
                <a:lnTo>
                  <a:pt x="48" y="339"/>
                </a:lnTo>
                <a:lnTo>
                  <a:pt x="48" y="338"/>
                </a:lnTo>
                <a:lnTo>
                  <a:pt x="47" y="338"/>
                </a:lnTo>
                <a:lnTo>
                  <a:pt x="45" y="336"/>
                </a:lnTo>
                <a:lnTo>
                  <a:pt x="44" y="335"/>
                </a:lnTo>
                <a:lnTo>
                  <a:pt x="44" y="334"/>
                </a:lnTo>
                <a:lnTo>
                  <a:pt x="43" y="334"/>
                </a:lnTo>
                <a:lnTo>
                  <a:pt x="43" y="335"/>
                </a:lnTo>
                <a:lnTo>
                  <a:pt x="42" y="334"/>
                </a:lnTo>
                <a:lnTo>
                  <a:pt x="42" y="333"/>
                </a:lnTo>
                <a:lnTo>
                  <a:pt x="41" y="333"/>
                </a:lnTo>
                <a:lnTo>
                  <a:pt x="41" y="332"/>
                </a:lnTo>
                <a:lnTo>
                  <a:pt x="40" y="331"/>
                </a:lnTo>
                <a:lnTo>
                  <a:pt x="40" y="330"/>
                </a:lnTo>
                <a:lnTo>
                  <a:pt x="40" y="327"/>
                </a:lnTo>
                <a:lnTo>
                  <a:pt x="39" y="326"/>
                </a:lnTo>
                <a:lnTo>
                  <a:pt x="38" y="326"/>
                </a:lnTo>
                <a:lnTo>
                  <a:pt x="37" y="326"/>
                </a:lnTo>
                <a:lnTo>
                  <a:pt x="36" y="327"/>
                </a:lnTo>
                <a:lnTo>
                  <a:pt x="36" y="326"/>
                </a:lnTo>
                <a:lnTo>
                  <a:pt x="35" y="326"/>
                </a:lnTo>
                <a:lnTo>
                  <a:pt x="34" y="325"/>
                </a:lnTo>
                <a:lnTo>
                  <a:pt x="33" y="325"/>
                </a:lnTo>
                <a:lnTo>
                  <a:pt x="32" y="324"/>
                </a:lnTo>
                <a:lnTo>
                  <a:pt x="30" y="325"/>
                </a:lnTo>
                <a:lnTo>
                  <a:pt x="30" y="324"/>
                </a:lnTo>
                <a:lnTo>
                  <a:pt x="29" y="324"/>
                </a:lnTo>
                <a:lnTo>
                  <a:pt x="29" y="323"/>
                </a:lnTo>
                <a:lnTo>
                  <a:pt x="28" y="322"/>
                </a:lnTo>
                <a:lnTo>
                  <a:pt x="28" y="321"/>
                </a:lnTo>
                <a:lnTo>
                  <a:pt x="27" y="320"/>
                </a:lnTo>
                <a:lnTo>
                  <a:pt x="26" y="321"/>
                </a:lnTo>
                <a:lnTo>
                  <a:pt x="25" y="321"/>
                </a:lnTo>
                <a:lnTo>
                  <a:pt x="25" y="320"/>
                </a:lnTo>
                <a:lnTo>
                  <a:pt x="25" y="319"/>
                </a:lnTo>
                <a:lnTo>
                  <a:pt x="24" y="318"/>
                </a:lnTo>
                <a:lnTo>
                  <a:pt x="23" y="318"/>
                </a:lnTo>
                <a:lnTo>
                  <a:pt x="22" y="318"/>
                </a:lnTo>
                <a:lnTo>
                  <a:pt x="21" y="318"/>
                </a:lnTo>
                <a:lnTo>
                  <a:pt x="21" y="317"/>
                </a:lnTo>
                <a:lnTo>
                  <a:pt x="20" y="317"/>
                </a:lnTo>
                <a:lnTo>
                  <a:pt x="19" y="317"/>
                </a:lnTo>
                <a:lnTo>
                  <a:pt x="19" y="315"/>
                </a:lnTo>
                <a:lnTo>
                  <a:pt x="19" y="314"/>
                </a:lnTo>
                <a:lnTo>
                  <a:pt x="18" y="314"/>
                </a:lnTo>
                <a:lnTo>
                  <a:pt x="17" y="314"/>
                </a:lnTo>
                <a:lnTo>
                  <a:pt x="17" y="313"/>
                </a:lnTo>
                <a:lnTo>
                  <a:pt x="16" y="312"/>
                </a:lnTo>
                <a:lnTo>
                  <a:pt x="15" y="312"/>
                </a:lnTo>
                <a:lnTo>
                  <a:pt x="14" y="309"/>
                </a:lnTo>
                <a:lnTo>
                  <a:pt x="12" y="308"/>
                </a:lnTo>
                <a:lnTo>
                  <a:pt x="12" y="307"/>
                </a:lnTo>
                <a:lnTo>
                  <a:pt x="10" y="306"/>
                </a:lnTo>
                <a:lnTo>
                  <a:pt x="10" y="305"/>
                </a:lnTo>
                <a:lnTo>
                  <a:pt x="11" y="304"/>
                </a:lnTo>
                <a:lnTo>
                  <a:pt x="11" y="303"/>
                </a:lnTo>
                <a:lnTo>
                  <a:pt x="10" y="302"/>
                </a:lnTo>
                <a:lnTo>
                  <a:pt x="10" y="301"/>
                </a:lnTo>
                <a:lnTo>
                  <a:pt x="10" y="300"/>
                </a:lnTo>
                <a:lnTo>
                  <a:pt x="9" y="300"/>
                </a:lnTo>
                <a:lnTo>
                  <a:pt x="9" y="299"/>
                </a:lnTo>
                <a:lnTo>
                  <a:pt x="8" y="298"/>
                </a:lnTo>
                <a:lnTo>
                  <a:pt x="7" y="294"/>
                </a:lnTo>
                <a:lnTo>
                  <a:pt x="6" y="293"/>
                </a:lnTo>
                <a:lnTo>
                  <a:pt x="6" y="292"/>
                </a:lnTo>
                <a:lnTo>
                  <a:pt x="5" y="290"/>
                </a:lnTo>
                <a:lnTo>
                  <a:pt x="5" y="289"/>
                </a:lnTo>
                <a:lnTo>
                  <a:pt x="5" y="288"/>
                </a:lnTo>
                <a:lnTo>
                  <a:pt x="5" y="287"/>
                </a:lnTo>
                <a:lnTo>
                  <a:pt x="4" y="287"/>
                </a:lnTo>
                <a:lnTo>
                  <a:pt x="4" y="286"/>
                </a:lnTo>
                <a:lnTo>
                  <a:pt x="4" y="284"/>
                </a:lnTo>
                <a:lnTo>
                  <a:pt x="4" y="280"/>
                </a:lnTo>
                <a:lnTo>
                  <a:pt x="5" y="280"/>
                </a:lnTo>
                <a:lnTo>
                  <a:pt x="6" y="280"/>
                </a:lnTo>
                <a:lnTo>
                  <a:pt x="7" y="279"/>
                </a:lnTo>
                <a:lnTo>
                  <a:pt x="6" y="278"/>
                </a:lnTo>
                <a:lnTo>
                  <a:pt x="7" y="276"/>
                </a:lnTo>
                <a:lnTo>
                  <a:pt x="6" y="275"/>
                </a:lnTo>
                <a:lnTo>
                  <a:pt x="5" y="274"/>
                </a:lnTo>
                <a:lnTo>
                  <a:pt x="5" y="273"/>
                </a:lnTo>
                <a:lnTo>
                  <a:pt x="6" y="273"/>
                </a:lnTo>
                <a:lnTo>
                  <a:pt x="6" y="272"/>
                </a:lnTo>
                <a:lnTo>
                  <a:pt x="6" y="271"/>
                </a:lnTo>
                <a:lnTo>
                  <a:pt x="5" y="271"/>
                </a:lnTo>
                <a:lnTo>
                  <a:pt x="4" y="271"/>
                </a:lnTo>
                <a:lnTo>
                  <a:pt x="4" y="270"/>
                </a:lnTo>
                <a:lnTo>
                  <a:pt x="5" y="269"/>
                </a:lnTo>
                <a:lnTo>
                  <a:pt x="5" y="268"/>
                </a:lnTo>
                <a:lnTo>
                  <a:pt x="4" y="267"/>
                </a:lnTo>
                <a:lnTo>
                  <a:pt x="3" y="267"/>
                </a:lnTo>
                <a:lnTo>
                  <a:pt x="2" y="267"/>
                </a:lnTo>
                <a:lnTo>
                  <a:pt x="1" y="267"/>
                </a:lnTo>
                <a:lnTo>
                  <a:pt x="0" y="266"/>
                </a:lnTo>
                <a:lnTo>
                  <a:pt x="0" y="265"/>
                </a:lnTo>
                <a:lnTo>
                  <a:pt x="1" y="263"/>
                </a:lnTo>
                <a:lnTo>
                  <a:pt x="2" y="263"/>
                </a:lnTo>
                <a:lnTo>
                  <a:pt x="2" y="262"/>
                </a:lnTo>
                <a:lnTo>
                  <a:pt x="2" y="261"/>
                </a:lnTo>
                <a:lnTo>
                  <a:pt x="2" y="260"/>
                </a:lnTo>
                <a:lnTo>
                  <a:pt x="3" y="260"/>
                </a:lnTo>
                <a:lnTo>
                  <a:pt x="3" y="259"/>
                </a:lnTo>
                <a:lnTo>
                  <a:pt x="4" y="259"/>
                </a:lnTo>
                <a:lnTo>
                  <a:pt x="3" y="257"/>
                </a:lnTo>
                <a:lnTo>
                  <a:pt x="3" y="256"/>
                </a:lnTo>
                <a:lnTo>
                  <a:pt x="3" y="255"/>
                </a:lnTo>
                <a:lnTo>
                  <a:pt x="4" y="254"/>
                </a:lnTo>
                <a:lnTo>
                  <a:pt x="5" y="253"/>
                </a:lnTo>
                <a:lnTo>
                  <a:pt x="6" y="253"/>
                </a:lnTo>
                <a:lnTo>
                  <a:pt x="7" y="253"/>
                </a:lnTo>
                <a:lnTo>
                  <a:pt x="8" y="253"/>
                </a:lnTo>
                <a:lnTo>
                  <a:pt x="9" y="253"/>
                </a:lnTo>
                <a:lnTo>
                  <a:pt x="9" y="252"/>
                </a:lnTo>
                <a:lnTo>
                  <a:pt x="10" y="253"/>
                </a:lnTo>
                <a:lnTo>
                  <a:pt x="11" y="253"/>
                </a:lnTo>
                <a:lnTo>
                  <a:pt x="11" y="252"/>
                </a:lnTo>
                <a:lnTo>
                  <a:pt x="12" y="252"/>
                </a:lnTo>
                <a:lnTo>
                  <a:pt x="12" y="251"/>
                </a:lnTo>
                <a:lnTo>
                  <a:pt x="13" y="251"/>
                </a:lnTo>
                <a:lnTo>
                  <a:pt x="13" y="250"/>
                </a:lnTo>
                <a:lnTo>
                  <a:pt x="14" y="250"/>
                </a:lnTo>
                <a:lnTo>
                  <a:pt x="15" y="250"/>
                </a:lnTo>
                <a:lnTo>
                  <a:pt x="16" y="250"/>
                </a:lnTo>
                <a:lnTo>
                  <a:pt x="17" y="249"/>
                </a:lnTo>
                <a:lnTo>
                  <a:pt x="19" y="250"/>
                </a:lnTo>
                <a:lnTo>
                  <a:pt x="20" y="250"/>
                </a:lnTo>
                <a:lnTo>
                  <a:pt x="20" y="251"/>
                </a:lnTo>
                <a:lnTo>
                  <a:pt x="21" y="251"/>
                </a:lnTo>
                <a:lnTo>
                  <a:pt x="21" y="250"/>
                </a:lnTo>
                <a:lnTo>
                  <a:pt x="22" y="250"/>
                </a:lnTo>
                <a:lnTo>
                  <a:pt x="23" y="249"/>
                </a:lnTo>
                <a:lnTo>
                  <a:pt x="24" y="249"/>
                </a:lnTo>
                <a:lnTo>
                  <a:pt x="25" y="250"/>
                </a:lnTo>
                <a:lnTo>
                  <a:pt x="28" y="250"/>
                </a:lnTo>
                <a:lnTo>
                  <a:pt x="29" y="249"/>
                </a:lnTo>
                <a:lnTo>
                  <a:pt x="30" y="248"/>
                </a:lnTo>
                <a:lnTo>
                  <a:pt x="31" y="248"/>
                </a:lnTo>
                <a:lnTo>
                  <a:pt x="31" y="247"/>
                </a:lnTo>
                <a:lnTo>
                  <a:pt x="30" y="246"/>
                </a:lnTo>
                <a:lnTo>
                  <a:pt x="28" y="244"/>
                </a:lnTo>
                <a:lnTo>
                  <a:pt x="28" y="243"/>
                </a:lnTo>
                <a:lnTo>
                  <a:pt x="27" y="241"/>
                </a:lnTo>
                <a:lnTo>
                  <a:pt x="28" y="241"/>
                </a:lnTo>
                <a:lnTo>
                  <a:pt x="31" y="241"/>
                </a:lnTo>
                <a:lnTo>
                  <a:pt x="32" y="240"/>
                </a:lnTo>
                <a:lnTo>
                  <a:pt x="33" y="239"/>
                </a:lnTo>
                <a:lnTo>
                  <a:pt x="33" y="240"/>
                </a:lnTo>
                <a:lnTo>
                  <a:pt x="34" y="240"/>
                </a:lnTo>
                <a:lnTo>
                  <a:pt x="35" y="239"/>
                </a:lnTo>
                <a:lnTo>
                  <a:pt x="35" y="238"/>
                </a:lnTo>
                <a:lnTo>
                  <a:pt x="34" y="237"/>
                </a:lnTo>
                <a:lnTo>
                  <a:pt x="34" y="236"/>
                </a:lnTo>
                <a:lnTo>
                  <a:pt x="35" y="236"/>
                </a:lnTo>
                <a:lnTo>
                  <a:pt x="35" y="235"/>
                </a:lnTo>
                <a:lnTo>
                  <a:pt x="35" y="234"/>
                </a:lnTo>
                <a:lnTo>
                  <a:pt x="34" y="233"/>
                </a:lnTo>
                <a:lnTo>
                  <a:pt x="34" y="232"/>
                </a:lnTo>
                <a:lnTo>
                  <a:pt x="33" y="232"/>
                </a:lnTo>
                <a:lnTo>
                  <a:pt x="33" y="230"/>
                </a:lnTo>
                <a:lnTo>
                  <a:pt x="32" y="226"/>
                </a:lnTo>
                <a:lnTo>
                  <a:pt x="31" y="226"/>
                </a:lnTo>
                <a:lnTo>
                  <a:pt x="30" y="226"/>
                </a:lnTo>
                <a:lnTo>
                  <a:pt x="29" y="225"/>
                </a:lnTo>
                <a:lnTo>
                  <a:pt x="28" y="224"/>
                </a:lnTo>
                <a:lnTo>
                  <a:pt x="27" y="224"/>
                </a:lnTo>
                <a:lnTo>
                  <a:pt x="27" y="223"/>
                </a:lnTo>
                <a:lnTo>
                  <a:pt x="27" y="222"/>
                </a:lnTo>
                <a:lnTo>
                  <a:pt x="28" y="222"/>
                </a:lnTo>
                <a:lnTo>
                  <a:pt x="28" y="220"/>
                </a:lnTo>
                <a:lnTo>
                  <a:pt x="28" y="219"/>
                </a:lnTo>
                <a:lnTo>
                  <a:pt x="29" y="219"/>
                </a:lnTo>
                <a:lnTo>
                  <a:pt x="29" y="218"/>
                </a:lnTo>
                <a:lnTo>
                  <a:pt x="29" y="217"/>
                </a:lnTo>
                <a:lnTo>
                  <a:pt x="29" y="216"/>
                </a:lnTo>
                <a:lnTo>
                  <a:pt x="28" y="216"/>
                </a:lnTo>
                <a:lnTo>
                  <a:pt x="27" y="215"/>
                </a:lnTo>
                <a:lnTo>
                  <a:pt x="28" y="214"/>
                </a:lnTo>
                <a:lnTo>
                  <a:pt x="28" y="213"/>
                </a:lnTo>
                <a:lnTo>
                  <a:pt x="28" y="212"/>
                </a:lnTo>
                <a:lnTo>
                  <a:pt x="28" y="211"/>
                </a:lnTo>
                <a:lnTo>
                  <a:pt x="30" y="210"/>
                </a:lnTo>
                <a:lnTo>
                  <a:pt x="31" y="210"/>
                </a:lnTo>
                <a:lnTo>
                  <a:pt x="32" y="210"/>
                </a:lnTo>
                <a:lnTo>
                  <a:pt x="33" y="208"/>
                </a:lnTo>
                <a:lnTo>
                  <a:pt x="33" y="207"/>
                </a:lnTo>
                <a:lnTo>
                  <a:pt x="34" y="207"/>
                </a:lnTo>
                <a:lnTo>
                  <a:pt x="34" y="206"/>
                </a:lnTo>
                <a:lnTo>
                  <a:pt x="35" y="206"/>
                </a:lnTo>
                <a:lnTo>
                  <a:pt x="35" y="204"/>
                </a:lnTo>
                <a:lnTo>
                  <a:pt x="36" y="203"/>
                </a:lnTo>
                <a:lnTo>
                  <a:pt x="37" y="203"/>
                </a:lnTo>
                <a:lnTo>
                  <a:pt x="38" y="204"/>
                </a:lnTo>
                <a:lnTo>
                  <a:pt x="39" y="204"/>
                </a:lnTo>
                <a:lnTo>
                  <a:pt x="39" y="203"/>
                </a:lnTo>
                <a:lnTo>
                  <a:pt x="40" y="202"/>
                </a:lnTo>
                <a:lnTo>
                  <a:pt x="42" y="201"/>
                </a:lnTo>
                <a:lnTo>
                  <a:pt x="43" y="201"/>
                </a:lnTo>
                <a:lnTo>
                  <a:pt x="44" y="201"/>
                </a:lnTo>
                <a:lnTo>
                  <a:pt x="44" y="200"/>
                </a:lnTo>
                <a:lnTo>
                  <a:pt x="44" y="199"/>
                </a:lnTo>
                <a:lnTo>
                  <a:pt x="44" y="198"/>
                </a:lnTo>
                <a:lnTo>
                  <a:pt x="46" y="197"/>
                </a:lnTo>
                <a:lnTo>
                  <a:pt x="47" y="195"/>
                </a:lnTo>
                <a:lnTo>
                  <a:pt x="48" y="194"/>
                </a:lnTo>
                <a:lnTo>
                  <a:pt x="49" y="193"/>
                </a:lnTo>
                <a:lnTo>
                  <a:pt x="50" y="192"/>
                </a:lnTo>
                <a:lnTo>
                  <a:pt x="50" y="191"/>
                </a:lnTo>
                <a:lnTo>
                  <a:pt x="50" y="190"/>
                </a:lnTo>
                <a:lnTo>
                  <a:pt x="49" y="188"/>
                </a:lnTo>
                <a:lnTo>
                  <a:pt x="50" y="188"/>
                </a:lnTo>
                <a:lnTo>
                  <a:pt x="50" y="187"/>
                </a:lnTo>
                <a:lnTo>
                  <a:pt x="50" y="186"/>
                </a:lnTo>
                <a:lnTo>
                  <a:pt x="51" y="186"/>
                </a:lnTo>
                <a:lnTo>
                  <a:pt x="51" y="185"/>
                </a:lnTo>
                <a:lnTo>
                  <a:pt x="52" y="184"/>
                </a:lnTo>
                <a:lnTo>
                  <a:pt x="52" y="183"/>
                </a:lnTo>
                <a:lnTo>
                  <a:pt x="52" y="181"/>
                </a:lnTo>
                <a:lnTo>
                  <a:pt x="53" y="179"/>
                </a:lnTo>
                <a:lnTo>
                  <a:pt x="52" y="178"/>
                </a:lnTo>
                <a:lnTo>
                  <a:pt x="53" y="177"/>
                </a:lnTo>
                <a:lnTo>
                  <a:pt x="55" y="176"/>
                </a:lnTo>
                <a:lnTo>
                  <a:pt x="56" y="176"/>
                </a:lnTo>
                <a:lnTo>
                  <a:pt x="57" y="176"/>
                </a:lnTo>
                <a:lnTo>
                  <a:pt x="57" y="177"/>
                </a:lnTo>
                <a:lnTo>
                  <a:pt x="58" y="177"/>
                </a:lnTo>
                <a:lnTo>
                  <a:pt x="60" y="177"/>
                </a:lnTo>
                <a:lnTo>
                  <a:pt x="61" y="177"/>
                </a:lnTo>
                <a:lnTo>
                  <a:pt x="62" y="177"/>
                </a:lnTo>
                <a:lnTo>
                  <a:pt x="63" y="177"/>
                </a:lnTo>
                <a:lnTo>
                  <a:pt x="63" y="176"/>
                </a:lnTo>
                <a:lnTo>
                  <a:pt x="62" y="175"/>
                </a:lnTo>
                <a:lnTo>
                  <a:pt x="62" y="174"/>
                </a:lnTo>
                <a:lnTo>
                  <a:pt x="63" y="174"/>
                </a:lnTo>
                <a:lnTo>
                  <a:pt x="63" y="173"/>
                </a:lnTo>
                <a:lnTo>
                  <a:pt x="64" y="173"/>
                </a:lnTo>
                <a:lnTo>
                  <a:pt x="65" y="173"/>
                </a:lnTo>
                <a:lnTo>
                  <a:pt x="67" y="174"/>
                </a:lnTo>
                <a:lnTo>
                  <a:pt x="67" y="173"/>
                </a:lnTo>
                <a:lnTo>
                  <a:pt x="67" y="172"/>
                </a:lnTo>
                <a:lnTo>
                  <a:pt x="68" y="171"/>
                </a:lnTo>
                <a:lnTo>
                  <a:pt x="70" y="168"/>
                </a:lnTo>
                <a:lnTo>
                  <a:pt x="71" y="168"/>
                </a:lnTo>
                <a:lnTo>
                  <a:pt x="72" y="168"/>
                </a:lnTo>
                <a:lnTo>
                  <a:pt x="73" y="168"/>
                </a:lnTo>
                <a:lnTo>
                  <a:pt x="74" y="167"/>
                </a:lnTo>
                <a:lnTo>
                  <a:pt x="75" y="167"/>
                </a:lnTo>
                <a:lnTo>
                  <a:pt x="76" y="166"/>
                </a:lnTo>
                <a:lnTo>
                  <a:pt x="75" y="165"/>
                </a:lnTo>
                <a:lnTo>
                  <a:pt x="76" y="165"/>
                </a:lnTo>
                <a:lnTo>
                  <a:pt x="77" y="165"/>
                </a:lnTo>
                <a:lnTo>
                  <a:pt x="77" y="164"/>
                </a:lnTo>
                <a:lnTo>
                  <a:pt x="76" y="164"/>
                </a:lnTo>
                <a:lnTo>
                  <a:pt x="75" y="164"/>
                </a:lnTo>
                <a:lnTo>
                  <a:pt x="74" y="163"/>
                </a:lnTo>
                <a:lnTo>
                  <a:pt x="73" y="163"/>
                </a:lnTo>
                <a:lnTo>
                  <a:pt x="72" y="162"/>
                </a:lnTo>
                <a:lnTo>
                  <a:pt x="71" y="161"/>
                </a:lnTo>
                <a:lnTo>
                  <a:pt x="70" y="161"/>
                </a:lnTo>
                <a:lnTo>
                  <a:pt x="70" y="160"/>
                </a:lnTo>
                <a:lnTo>
                  <a:pt x="69" y="160"/>
                </a:lnTo>
                <a:lnTo>
                  <a:pt x="68" y="159"/>
                </a:lnTo>
                <a:lnTo>
                  <a:pt x="66" y="159"/>
                </a:lnTo>
                <a:lnTo>
                  <a:pt x="65" y="159"/>
                </a:lnTo>
                <a:lnTo>
                  <a:pt x="65" y="158"/>
                </a:lnTo>
                <a:lnTo>
                  <a:pt x="64" y="158"/>
                </a:lnTo>
                <a:lnTo>
                  <a:pt x="63" y="158"/>
                </a:lnTo>
                <a:lnTo>
                  <a:pt x="63" y="157"/>
                </a:lnTo>
                <a:lnTo>
                  <a:pt x="63" y="156"/>
                </a:lnTo>
                <a:lnTo>
                  <a:pt x="62" y="155"/>
                </a:lnTo>
                <a:lnTo>
                  <a:pt x="61" y="155"/>
                </a:lnTo>
                <a:lnTo>
                  <a:pt x="59" y="155"/>
                </a:lnTo>
                <a:lnTo>
                  <a:pt x="59" y="154"/>
                </a:lnTo>
                <a:lnTo>
                  <a:pt x="57" y="153"/>
                </a:lnTo>
                <a:lnTo>
                  <a:pt x="56" y="152"/>
                </a:lnTo>
                <a:lnTo>
                  <a:pt x="54" y="152"/>
                </a:lnTo>
                <a:lnTo>
                  <a:pt x="53" y="153"/>
                </a:lnTo>
                <a:lnTo>
                  <a:pt x="52" y="153"/>
                </a:lnTo>
                <a:lnTo>
                  <a:pt x="51" y="153"/>
                </a:lnTo>
                <a:lnTo>
                  <a:pt x="51" y="152"/>
                </a:lnTo>
                <a:lnTo>
                  <a:pt x="50" y="152"/>
                </a:lnTo>
                <a:lnTo>
                  <a:pt x="49" y="151"/>
                </a:lnTo>
                <a:lnTo>
                  <a:pt x="49" y="150"/>
                </a:lnTo>
                <a:lnTo>
                  <a:pt x="48" y="149"/>
                </a:lnTo>
                <a:lnTo>
                  <a:pt x="47" y="149"/>
                </a:lnTo>
                <a:lnTo>
                  <a:pt x="46" y="150"/>
                </a:lnTo>
                <a:lnTo>
                  <a:pt x="45" y="150"/>
                </a:lnTo>
                <a:lnTo>
                  <a:pt x="44" y="150"/>
                </a:lnTo>
                <a:lnTo>
                  <a:pt x="43" y="149"/>
                </a:lnTo>
                <a:lnTo>
                  <a:pt x="43" y="148"/>
                </a:lnTo>
                <a:lnTo>
                  <a:pt x="43" y="147"/>
                </a:lnTo>
                <a:lnTo>
                  <a:pt x="43" y="146"/>
                </a:lnTo>
                <a:lnTo>
                  <a:pt x="42" y="145"/>
                </a:lnTo>
                <a:lnTo>
                  <a:pt x="42" y="144"/>
                </a:lnTo>
                <a:lnTo>
                  <a:pt x="41" y="143"/>
                </a:lnTo>
                <a:lnTo>
                  <a:pt x="40" y="143"/>
                </a:lnTo>
                <a:lnTo>
                  <a:pt x="40" y="142"/>
                </a:lnTo>
                <a:lnTo>
                  <a:pt x="39" y="141"/>
                </a:lnTo>
                <a:lnTo>
                  <a:pt x="39" y="140"/>
                </a:lnTo>
                <a:lnTo>
                  <a:pt x="39" y="139"/>
                </a:lnTo>
                <a:lnTo>
                  <a:pt x="38" y="138"/>
                </a:lnTo>
                <a:lnTo>
                  <a:pt x="37" y="138"/>
                </a:lnTo>
                <a:lnTo>
                  <a:pt x="38" y="137"/>
                </a:lnTo>
                <a:lnTo>
                  <a:pt x="38" y="136"/>
                </a:lnTo>
                <a:lnTo>
                  <a:pt x="39" y="135"/>
                </a:lnTo>
                <a:lnTo>
                  <a:pt x="39" y="134"/>
                </a:lnTo>
                <a:lnTo>
                  <a:pt x="38" y="133"/>
                </a:lnTo>
                <a:lnTo>
                  <a:pt x="39" y="133"/>
                </a:lnTo>
                <a:lnTo>
                  <a:pt x="39" y="132"/>
                </a:lnTo>
                <a:lnTo>
                  <a:pt x="40" y="131"/>
                </a:lnTo>
                <a:lnTo>
                  <a:pt x="40" y="130"/>
                </a:lnTo>
                <a:lnTo>
                  <a:pt x="40" y="128"/>
                </a:lnTo>
                <a:lnTo>
                  <a:pt x="41" y="127"/>
                </a:lnTo>
                <a:lnTo>
                  <a:pt x="40" y="126"/>
                </a:lnTo>
                <a:lnTo>
                  <a:pt x="39" y="125"/>
                </a:lnTo>
                <a:lnTo>
                  <a:pt x="38" y="125"/>
                </a:lnTo>
                <a:lnTo>
                  <a:pt x="37" y="125"/>
                </a:lnTo>
                <a:lnTo>
                  <a:pt x="36" y="125"/>
                </a:lnTo>
                <a:lnTo>
                  <a:pt x="35" y="124"/>
                </a:lnTo>
                <a:lnTo>
                  <a:pt x="34" y="124"/>
                </a:lnTo>
                <a:lnTo>
                  <a:pt x="33" y="124"/>
                </a:lnTo>
                <a:lnTo>
                  <a:pt x="32" y="124"/>
                </a:lnTo>
                <a:lnTo>
                  <a:pt x="31" y="124"/>
                </a:lnTo>
                <a:lnTo>
                  <a:pt x="30" y="125"/>
                </a:lnTo>
                <a:lnTo>
                  <a:pt x="29" y="125"/>
                </a:lnTo>
                <a:lnTo>
                  <a:pt x="28" y="125"/>
                </a:lnTo>
                <a:lnTo>
                  <a:pt x="28" y="124"/>
                </a:lnTo>
                <a:lnTo>
                  <a:pt x="28" y="123"/>
                </a:lnTo>
                <a:lnTo>
                  <a:pt x="27" y="122"/>
                </a:lnTo>
                <a:lnTo>
                  <a:pt x="26" y="121"/>
                </a:lnTo>
                <a:lnTo>
                  <a:pt x="26" y="120"/>
                </a:lnTo>
                <a:lnTo>
                  <a:pt x="25" y="120"/>
                </a:lnTo>
                <a:lnTo>
                  <a:pt x="24" y="120"/>
                </a:lnTo>
                <a:lnTo>
                  <a:pt x="23" y="119"/>
                </a:lnTo>
                <a:lnTo>
                  <a:pt x="22" y="119"/>
                </a:lnTo>
                <a:lnTo>
                  <a:pt x="22" y="117"/>
                </a:lnTo>
                <a:lnTo>
                  <a:pt x="21" y="115"/>
                </a:lnTo>
                <a:lnTo>
                  <a:pt x="22" y="114"/>
                </a:lnTo>
                <a:lnTo>
                  <a:pt x="23" y="113"/>
                </a:lnTo>
                <a:lnTo>
                  <a:pt x="24" y="110"/>
                </a:lnTo>
                <a:lnTo>
                  <a:pt x="25" y="109"/>
                </a:lnTo>
                <a:lnTo>
                  <a:pt x="25" y="108"/>
                </a:lnTo>
                <a:lnTo>
                  <a:pt x="26" y="108"/>
                </a:lnTo>
                <a:lnTo>
                  <a:pt x="26" y="107"/>
                </a:lnTo>
                <a:lnTo>
                  <a:pt x="26" y="106"/>
                </a:lnTo>
                <a:lnTo>
                  <a:pt x="26" y="105"/>
                </a:lnTo>
                <a:lnTo>
                  <a:pt x="26" y="104"/>
                </a:lnTo>
                <a:lnTo>
                  <a:pt x="27" y="104"/>
                </a:lnTo>
                <a:lnTo>
                  <a:pt x="27" y="101"/>
                </a:lnTo>
                <a:lnTo>
                  <a:pt x="26" y="101"/>
                </a:lnTo>
                <a:lnTo>
                  <a:pt x="26" y="100"/>
                </a:lnTo>
                <a:lnTo>
                  <a:pt x="25" y="98"/>
                </a:lnTo>
                <a:lnTo>
                  <a:pt x="26" y="98"/>
                </a:lnTo>
                <a:lnTo>
                  <a:pt x="26" y="97"/>
                </a:lnTo>
                <a:lnTo>
                  <a:pt x="27" y="95"/>
                </a:lnTo>
                <a:lnTo>
                  <a:pt x="26" y="95"/>
                </a:lnTo>
                <a:lnTo>
                  <a:pt x="25" y="95"/>
                </a:lnTo>
                <a:lnTo>
                  <a:pt x="25" y="94"/>
                </a:lnTo>
                <a:lnTo>
                  <a:pt x="25" y="93"/>
                </a:lnTo>
                <a:lnTo>
                  <a:pt x="25" y="92"/>
                </a:lnTo>
                <a:lnTo>
                  <a:pt x="25" y="91"/>
                </a:lnTo>
                <a:lnTo>
                  <a:pt x="25" y="90"/>
                </a:lnTo>
                <a:lnTo>
                  <a:pt x="25" y="89"/>
                </a:lnTo>
                <a:lnTo>
                  <a:pt x="26" y="89"/>
                </a:lnTo>
                <a:lnTo>
                  <a:pt x="26" y="88"/>
                </a:lnTo>
                <a:lnTo>
                  <a:pt x="26" y="87"/>
                </a:lnTo>
                <a:lnTo>
                  <a:pt x="25" y="86"/>
                </a:lnTo>
                <a:lnTo>
                  <a:pt x="24" y="86"/>
                </a:lnTo>
                <a:lnTo>
                  <a:pt x="24" y="85"/>
                </a:lnTo>
                <a:lnTo>
                  <a:pt x="25" y="85"/>
                </a:lnTo>
                <a:lnTo>
                  <a:pt x="25" y="84"/>
                </a:lnTo>
                <a:lnTo>
                  <a:pt x="24" y="84"/>
                </a:lnTo>
                <a:lnTo>
                  <a:pt x="24" y="83"/>
                </a:lnTo>
                <a:lnTo>
                  <a:pt x="24" y="80"/>
                </a:lnTo>
                <a:lnTo>
                  <a:pt x="23" y="77"/>
                </a:lnTo>
                <a:lnTo>
                  <a:pt x="22" y="77"/>
                </a:lnTo>
                <a:lnTo>
                  <a:pt x="21" y="77"/>
                </a:lnTo>
                <a:lnTo>
                  <a:pt x="21" y="76"/>
                </a:lnTo>
                <a:lnTo>
                  <a:pt x="20" y="75"/>
                </a:lnTo>
                <a:lnTo>
                  <a:pt x="19" y="74"/>
                </a:lnTo>
                <a:lnTo>
                  <a:pt x="18" y="74"/>
                </a:lnTo>
                <a:lnTo>
                  <a:pt x="18" y="73"/>
                </a:lnTo>
                <a:lnTo>
                  <a:pt x="19" y="73"/>
                </a:lnTo>
                <a:lnTo>
                  <a:pt x="19" y="71"/>
                </a:lnTo>
                <a:lnTo>
                  <a:pt x="19" y="70"/>
                </a:lnTo>
                <a:lnTo>
                  <a:pt x="21" y="69"/>
                </a:lnTo>
                <a:lnTo>
                  <a:pt x="22" y="69"/>
                </a:lnTo>
                <a:lnTo>
                  <a:pt x="23" y="69"/>
                </a:lnTo>
                <a:lnTo>
                  <a:pt x="24" y="69"/>
                </a:lnTo>
                <a:lnTo>
                  <a:pt x="24" y="68"/>
                </a:lnTo>
                <a:lnTo>
                  <a:pt x="23" y="67"/>
                </a:lnTo>
                <a:lnTo>
                  <a:pt x="23" y="66"/>
                </a:lnTo>
                <a:lnTo>
                  <a:pt x="23" y="65"/>
                </a:lnTo>
                <a:lnTo>
                  <a:pt x="24" y="65"/>
                </a:lnTo>
                <a:lnTo>
                  <a:pt x="24" y="64"/>
                </a:lnTo>
                <a:lnTo>
                  <a:pt x="23" y="62"/>
                </a:lnTo>
                <a:lnTo>
                  <a:pt x="23" y="61"/>
                </a:lnTo>
                <a:lnTo>
                  <a:pt x="23" y="60"/>
                </a:lnTo>
                <a:lnTo>
                  <a:pt x="24" y="60"/>
                </a:lnTo>
                <a:lnTo>
                  <a:pt x="24" y="61"/>
                </a:lnTo>
                <a:lnTo>
                  <a:pt x="25" y="61"/>
                </a:lnTo>
                <a:lnTo>
                  <a:pt x="27" y="62"/>
                </a:lnTo>
                <a:lnTo>
                  <a:pt x="27" y="61"/>
                </a:lnTo>
                <a:lnTo>
                  <a:pt x="28" y="61"/>
                </a:lnTo>
                <a:lnTo>
                  <a:pt x="29" y="61"/>
                </a:lnTo>
                <a:lnTo>
                  <a:pt x="31" y="61"/>
                </a:lnTo>
                <a:lnTo>
                  <a:pt x="33" y="61"/>
                </a:lnTo>
                <a:lnTo>
                  <a:pt x="34" y="61"/>
                </a:lnTo>
                <a:lnTo>
                  <a:pt x="34" y="62"/>
                </a:lnTo>
                <a:lnTo>
                  <a:pt x="35" y="62"/>
                </a:lnTo>
                <a:lnTo>
                  <a:pt x="35" y="61"/>
                </a:lnTo>
                <a:lnTo>
                  <a:pt x="35" y="60"/>
                </a:lnTo>
                <a:lnTo>
                  <a:pt x="35" y="59"/>
                </a:lnTo>
                <a:lnTo>
                  <a:pt x="36" y="58"/>
                </a:lnTo>
                <a:lnTo>
                  <a:pt x="37" y="59"/>
                </a:lnTo>
                <a:lnTo>
                  <a:pt x="38" y="59"/>
                </a:lnTo>
                <a:lnTo>
                  <a:pt x="39" y="59"/>
                </a:lnTo>
                <a:lnTo>
                  <a:pt x="40" y="59"/>
                </a:lnTo>
                <a:lnTo>
                  <a:pt x="41" y="59"/>
                </a:lnTo>
                <a:lnTo>
                  <a:pt x="41" y="58"/>
                </a:lnTo>
                <a:lnTo>
                  <a:pt x="42" y="58"/>
                </a:lnTo>
                <a:lnTo>
                  <a:pt x="42" y="57"/>
                </a:lnTo>
                <a:lnTo>
                  <a:pt x="43" y="57"/>
                </a:lnTo>
                <a:lnTo>
                  <a:pt x="44" y="58"/>
                </a:lnTo>
                <a:lnTo>
                  <a:pt x="45" y="59"/>
                </a:lnTo>
                <a:lnTo>
                  <a:pt x="46" y="59"/>
                </a:lnTo>
                <a:lnTo>
                  <a:pt x="47" y="59"/>
                </a:lnTo>
                <a:lnTo>
                  <a:pt x="48" y="58"/>
                </a:lnTo>
                <a:lnTo>
                  <a:pt x="50" y="57"/>
                </a:lnTo>
                <a:lnTo>
                  <a:pt x="51" y="57"/>
                </a:lnTo>
                <a:lnTo>
                  <a:pt x="52" y="57"/>
                </a:lnTo>
                <a:lnTo>
                  <a:pt x="54" y="56"/>
                </a:lnTo>
                <a:lnTo>
                  <a:pt x="56" y="56"/>
                </a:lnTo>
                <a:lnTo>
                  <a:pt x="57" y="55"/>
                </a:lnTo>
                <a:lnTo>
                  <a:pt x="58" y="55"/>
                </a:lnTo>
                <a:lnTo>
                  <a:pt x="58" y="54"/>
                </a:lnTo>
                <a:lnTo>
                  <a:pt x="59" y="54"/>
                </a:lnTo>
                <a:lnTo>
                  <a:pt x="60" y="55"/>
                </a:lnTo>
                <a:lnTo>
                  <a:pt x="61" y="55"/>
                </a:lnTo>
                <a:lnTo>
                  <a:pt x="61" y="56"/>
                </a:lnTo>
                <a:lnTo>
                  <a:pt x="62" y="56"/>
                </a:lnTo>
                <a:lnTo>
                  <a:pt x="64" y="57"/>
                </a:lnTo>
                <a:lnTo>
                  <a:pt x="65" y="56"/>
                </a:lnTo>
                <a:lnTo>
                  <a:pt x="66" y="56"/>
                </a:lnTo>
                <a:lnTo>
                  <a:pt x="66" y="54"/>
                </a:lnTo>
                <a:lnTo>
                  <a:pt x="66" y="53"/>
                </a:lnTo>
                <a:lnTo>
                  <a:pt x="66" y="52"/>
                </a:lnTo>
                <a:lnTo>
                  <a:pt x="67" y="52"/>
                </a:lnTo>
                <a:lnTo>
                  <a:pt x="67" y="51"/>
                </a:lnTo>
                <a:lnTo>
                  <a:pt x="67" y="52"/>
                </a:lnTo>
                <a:lnTo>
                  <a:pt x="68" y="52"/>
                </a:lnTo>
                <a:lnTo>
                  <a:pt x="68" y="51"/>
                </a:lnTo>
                <a:lnTo>
                  <a:pt x="69" y="49"/>
                </a:lnTo>
                <a:lnTo>
                  <a:pt x="69" y="48"/>
                </a:lnTo>
                <a:lnTo>
                  <a:pt x="69" y="47"/>
                </a:lnTo>
                <a:lnTo>
                  <a:pt x="69" y="46"/>
                </a:lnTo>
                <a:lnTo>
                  <a:pt x="69" y="45"/>
                </a:lnTo>
                <a:lnTo>
                  <a:pt x="69" y="43"/>
                </a:lnTo>
                <a:lnTo>
                  <a:pt x="68" y="42"/>
                </a:lnTo>
                <a:lnTo>
                  <a:pt x="68" y="41"/>
                </a:lnTo>
                <a:lnTo>
                  <a:pt x="69" y="39"/>
                </a:lnTo>
                <a:lnTo>
                  <a:pt x="69" y="38"/>
                </a:lnTo>
                <a:lnTo>
                  <a:pt x="70" y="38"/>
                </a:lnTo>
                <a:lnTo>
                  <a:pt x="71" y="38"/>
                </a:lnTo>
                <a:lnTo>
                  <a:pt x="72" y="38"/>
                </a:lnTo>
                <a:lnTo>
                  <a:pt x="72" y="39"/>
                </a:lnTo>
                <a:lnTo>
                  <a:pt x="75" y="38"/>
                </a:lnTo>
                <a:lnTo>
                  <a:pt x="75" y="36"/>
                </a:lnTo>
                <a:lnTo>
                  <a:pt x="76" y="36"/>
                </a:lnTo>
                <a:lnTo>
                  <a:pt x="76" y="35"/>
                </a:lnTo>
                <a:lnTo>
                  <a:pt x="76" y="34"/>
                </a:lnTo>
                <a:lnTo>
                  <a:pt x="77" y="34"/>
                </a:lnTo>
                <a:lnTo>
                  <a:pt x="77" y="33"/>
                </a:lnTo>
                <a:lnTo>
                  <a:pt x="77" y="32"/>
                </a:lnTo>
                <a:lnTo>
                  <a:pt x="78" y="32"/>
                </a:lnTo>
                <a:lnTo>
                  <a:pt x="78" y="30"/>
                </a:lnTo>
                <a:lnTo>
                  <a:pt x="78" y="29"/>
                </a:lnTo>
                <a:lnTo>
                  <a:pt x="77" y="28"/>
                </a:lnTo>
                <a:lnTo>
                  <a:pt x="77" y="27"/>
                </a:lnTo>
                <a:lnTo>
                  <a:pt x="77" y="25"/>
                </a:lnTo>
                <a:lnTo>
                  <a:pt x="75" y="25"/>
                </a:lnTo>
                <a:lnTo>
                  <a:pt x="75" y="24"/>
                </a:lnTo>
                <a:lnTo>
                  <a:pt x="74" y="24"/>
                </a:lnTo>
                <a:lnTo>
                  <a:pt x="74" y="22"/>
                </a:lnTo>
                <a:lnTo>
                  <a:pt x="74" y="21"/>
                </a:lnTo>
                <a:lnTo>
                  <a:pt x="73" y="18"/>
                </a:lnTo>
                <a:lnTo>
                  <a:pt x="72" y="18"/>
                </a:lnTo>
                <a:lnTo>
                  <a:pt x="72" y="17"/>
                </a:lnTo>
                <a:lnTo>
                  <a:pt x="72" y="15"/>
                </a:lnTo>
                <a:lnTo>
                  <a:pt x="73" y="14"/>
                </a:lnTo>
                <a:lnTo>
                  <a:pt x="75" y="14"/>
                </a:lnTo>
                <a:lnTo>
                  <a:pt x="76" y="14"/>
                </a:lnTo>
                <a:lnTo>
                  <a:pt x="77" y="14"/>
                </a:lnTo>
                <a:lnTo>
                  <a:pt x="78" y="13"/>
                </a:lnTo>
                <a:lnTo>
                  <a:pt x="79" y="12"/>
                </a:lnTo>
                <a:lnTo>
                  <a:pt x="80" y="12"/>
                </a:lnTo>
                <a:lnTo>
                  <a:pt x="85" y="11"/>
                </a:lnTo>
                <a:lnTo>
                  <a:pt x="86" y="10"/>
                </a:lnTo>
                <a:lnTo>
                  <a:pt x="86" y="9"/>
                </a:lnTo>
                <a:lnTo>
                  <a:pt x="86" y="10"/>
                </a:lnTo>
                <a:lnTo>
                  <a:pt x="90" y="9"/>
                </a:lnTo>
                <a:lnTo>
                  <a:pt x="91" y="9"/>
                </a:lnTo>
                <a:lnTo>
                  <a:pt x="93" y="7"/>
                </a:lnTo>
                <a:lnTo>
                  <a:pt x="93" y="6"/>
                </a:lnTo>
                <a:lnTo>
                  <a:pt x="95" y="2"/>
                </a:lnTo>
                <a:lnTo>
                  <a:pt x="96" y="1"/>
                </a:lnTo>
                <a:lnTo>
                  <a:pt x="98" y="0"/>
                </a:lnTo>
                <a:lnTo>
                  <a:pt x="99" y="0"/>
                </a:lnTo>
                <a:lnTo>
                  <a:pt x="102" y="0"/>
                </a:lnTo>
                <a:lnTo>
                  <a:pt x="103" y="0"/>
                </a:lnTo>
                <a:lnTo>
                  <a:pt x="107" y="1"/>
                </a:lnTo>
                <a:lnTo>
                  <a:pt x="108" y="1"/>
                </a:lnTo>
                <a:lnTo>
                  <a:pt x="109" y="1"/>
                </a:lnTo>
                <a:lnTo>
                  <a:pt x="111" y="1"/>
                </a:lnTo>
                <a:lnTo>
                  <a:pt x="112" y="0"/>
                </a:lnTo>
                <a:lnTo>
                  <a:pt x="113" y="0"/>
                </a:lnTo>
                <a:lnTo>
                  <a:pt x="117" y="2"/>
                </a:lnTo>
                <a:lnTo>
                  <a:pt x="118" y="3"/>
                </a:lnTo>
                <a:lnTo>
                  <a:pt x="119" y="3"/>
                </a:lnTo>
                <a:lnTo>
                  <a:pt x="120" y="4"/>
                </a:lnTo>
                <a:lnTo>
                  <a:pt x="121" y="4"/>
                </a:lnTo>
                <a:lnTo>
                  <a:pt x="121" y="5"/>
                </a:lnTo>
                <a:lnTo>
                  <a:pt x="122" y="7"/>
                </a:lnTo>
                <a:lnTo>
                  <a:pt x="124" y="9"/>
                </a:lnTo>
                <a:lnTo>
                  <a:pt x="125" y="10"/>
                </a:lnTo>
                <a:lnTo>
                  <a:pt x="126" y="11"/>
                </a:lnTo>
                <a:lnTo>
                  <a:pt x="127" y="12"/>
                </a:lnTo>
                <a:lnTo>
                  <a:pt x="128" y="12"/>
                </a:lnTo>
                <a:lnTo>
                  <a:pt x="128" y="13"/>
                </a:lnTo>
                <a:lnTo>
                  <a:pt x="129" y="13"/>
                </a:lnTo>
                <a:lnTo>
                  <a:pt x="130" y="15"/>
                </a:lnTo>
                <a:lnTo>
                  <a:pt x="131" y="15"/>
                </a:lnTo>
                <a:lnTo>
                  <a:pt x="132" y="19"/>
                </a:lnTo>
                <a:lnTo>
                  <a:pt x="133" y="20"/>
                </a:lnTo>
                <a:lnTo>
                  <a:pt x="134" y="21"/>
                </a:lnTo>
                <a:lnTo>
                  <a:pt x="135" y="21"/>
                </a:lnTo>
                <a:lnTo>
                  <a:pt x="136" y="21"/>
                </a:lnTo>
                <a:lnTo>
                  <a:pt x="136" y="22"/>
                </a:lnTo>
                <a:lnTo>
                  <a:pt x="137" y="21"/>
                </a:lnTo>
                <a:lnTo>
                  <a:pt x="138" y="21"/>
                </a:lnTo>
                <a:lnTo>
                  <a:pt x="139" y="21"/>
                </a:lnTo>
                <a:lnTo>
                  <a:pt x="140" y="21"/>
                </a:lnTo>
                <a:lnTo>
                  <a:pt x="141" y="21"/>
                </a:lnTo>
                <a:lnTo>
                  <a:pt x="142" y="21"/>
                </a:lnTo>
                <a:lnTo>
                  <a:pt x="142" y="20"/>
                </a:lnTo>
                <a:lnTo>
                  <a:pt x="144" y="21"/>
                </a:lnTo>
                <a:lnTo>
                  <a:pt x="147" y="22"/>
                </a:lnTo>
                <a:lnTo>
                  <a:pt x="148" y="23"/>
                </a:lnTo>
                <a:lnTo>
                  <a:pt x="149" y="24"/>
                </a:lnTo>
                <a:lnTo>
                  <a:pt x="150" y="24"/>
                </a:lnTo>
                <a:lnTo>
                  <a:pt x="151" y="25"/>
                </a:lnTo>
                <a:lnTo>
                  <a:pt x="152" y="25"/>
                </a:lnTo>
                <a:lnTo>
                  <a:pt x="152" y="24"/>
                </a:lnTo>
                <a:lnTo>
                  <a:pt x="153" y="24"/>
                </a:lnTo>
                <a:lnTo>
                  <a:pt x="154" y="24"/>
                </a:lnTo>
                <a:lnTo>
                  <a:pt x="155" y="25"/>
                </a:lnTo>
                <a:lnTo>
                  <a:pt x="155" y="26"/>
                </a:lnTo>
                <a:lnTo>
                  <a:pt x="156" y="27"/>
                </a:lnTo>
                <a:lnTo>
                  <a:pt x="159" y="28"/>
                </a:lnTo>
                <a:lnTo>
                  <a:pt x="160" y="28"/>
                </a:lnTo>
                <a:lnTo>
                  <a:pt x="161" y="28"/>
                </a:lnTo>
                <a:lnTo>
                  <a:pt x="162" y="30"/>
                </a:lnTo>
                <a:lnTo>
                  <a:pt x="162" y="31"/>
                </a:lnTo>
                <a:lnTo>
                  <a:pt x="163" y="31"/>
                </a:lnTo>
                <a:lnTo>
                  <a:pt x="164" y="30"/>
                </a:lnTo>
                <a:lnTo>
                  <a:pt x="165" y="30"/>
                </a:lnTo>
                <a:lnTo>
                  <a:pt x="166" y="30"/>
                </a:lnTo>
                <a:lnTo>
                  <a:pt x="167" y="30"/>
                </a:lnTo>
                <a:lnTo>
                  <a:pt x="167" y="31"/>
                </a:lnTo>
                <a:lnTo>
                  <a:pt x="170" y="31"/>
                </a:lnTo>
                <a:lnTo>
                  <a:pt x="172" y="30"/>
                </a:lnTo>
                <a:lnTo>
                  <a:pt x="173" y="30"/>
                </a:lnTo>
                <a:lnTo>
                  <a:pt x="174" y="30"/>
                </a:lnTo>
                <a:lnTo>
                  <a:pt x="179" y="30"/>
                </a:lnTo>
                <a:lnTo>
                  <a:pt x="180" y="30"/>
                </a:lnTo>
                <a:lnTo>
                  <a:pt x="181" y="29"/>
                </a:lnTo>
                <a:lnTo>
                  <a:pt x="182" y="29"/>
                </a:lnTo>
                <a:lnTo>
                  <a:pt x="182" y="28"/>
                </a:lnTo>
                <a:lnTo>
                  <a:pt x="185" y="29"/>
                </a:lnTo>
                <a:lnTo>
                  <a:pt x="187" y="30"/>
                </a:lnTo>
                <a:lnTo>
                  <a:pt x="189" y="30"/>
                </a:lnTo>
                <a:lnTo>
                  <a:pt x="194" y="32"/>
                </a:lnTo>
                <a:lnTo>
                  <a:pt x="194" y="33"/>
                </a:lnTo>
                <a:lnTo>
                  <a:pt x="193" y="35"/>
                </a:lnTo>
                <a:lnTo>
                  <a:pt x="192" y="37"/>
                </a:lnTo>
                <a:lnTo>
                  <a:pt x="192" y="38"/>
                </a:lnTo>
                <a:lnTo>
                  <a:pt x="193" y="38"/>
                </a:lnTo>
                <a:lnTo>
                  <a:pt x="194" y="39"/>
                </a:lnTo>
                <a:lnTo>
                  <a:pt x="195" y="40"/>
                </a:lnTo>
                <a:lnTo>
                  <a:pt x="195" y="41"/>
                </a:lnTo>
                <a:lnTo>
                  <a:pt x="196" y="42"/>
                </a:lnTo>
                <a:lnTo>
                  <a:pt x="197" y="42"/>
                </a:lnTo>
                <a:lnTo>
                  <a:pt x="198" y="44"/>
                </a:lnTo>
                <a:lnTo>
                  <a:pt x="198" y="46"/>
                </a:lnTo>
                <a:lnTo>
                  <a:pt x="200" y="47"/>
                </a:lnTo>
                <a:lnTo>
                  <a:pt x="200" y="48"/>
                </a:lnTo>
                <a:lnTo>
                  <a:pt x="199" y="49"/>
                </a:lnTo>
                <a:lnTo>
                  <a:pt x="198" y="50"/>
                </a:lnTo>
                <a:lnTo>
                  <a:pt x="198" y="51"/>
                </a:lnTo>
                <a:lnTo>
                  <a:pt x="199" y="51"/>
                </a:lnTo>
                <a:lnTo>
                  <a:pt x="199" y="52"/>
                </a:lnTo>
                <a:lnTo>
                  <a:pt x="199" y="53"/>
                </a:lnTo>
                <a:lnTo>
                  <a:pt x="199" y="55"/>
                </a:lnTo>
                <a:lnTo>
                  <a:pt x="199" y="56"/>
                </a:lnTo>
                <a:lnTo>
                  <a:pt x="198" y="56"/>
                </a:lnTo>
                <a:lnTo>
                  <a:pt x="198" y="57"/>
                </a:lnTo>
                <a:lnTo>
                  <a:pt x="197" y="58"/>
                </a:lnTo>
                <a:lnTo>
                  <a:pt x="196" y="58"/>
                </a:lnTo>
                <a:lnTo>
                  <a:pt x="194" y="59"/>
                </a:lnTo>
                <a:lnTo>
                  <a:pt x="194" y="60"/>
                </a:lnTo>
                <a:lnTo>
                  <a:pt x="194" y="61"/>
                </a:lnTo>
                <a:lnTo>
                  <a:pt x="193" y="61"/>
                </a:lnTo>
                <a:lnTo>
                  <a:pt x="193" y="62"/>
                </a:lnTo>
                <a:lnTo>
                  <a:pt x="193" y="63"/>
                </a:lnTo>
                <a:lnTo>
                  <a:pt x="193" y="65"/>
                </a:lnTo>
                <a:lnTo>
                  <a:pt x="194" y="66"/>
                </a:lnTo>
                <a:lnTo>
                  <a:pt x="195" y="66"/>
                </a:lnTo>
                <a:lnTo>
                  <a:pt x="196" y="68"/>
                </a:lnTo>
                <a:lnTo>
                  <a:pt x="196" y="69"/>
                </a:lnTo>
                <a:lnTo>
                  <a:pt x="196" y="71"/>
                </a:lnTo>
                <a:lnTo>
                  <a:pt x="195" y="72"/>
                </a:lnTo>
                <a:lnTo>
                  <a:pt x="194" y="74"/>
                </a:lnTo>
                <a:lnTo>
                  <a:pt x="193" y="74"/>
                </a:lnTo>
                <a:lnTo>
                  <a:pt x="192" y="76"/>
                </a:lnTo>
                <a:lnTo>
                  <a:pt x="192" y="77"/>
                </a:lnTo>
                <a:lnTo>
                  <a:pt x="193" y="78"/>
                </a:lnTo>
                <a:lnTo>
                  <a:pt x="194" y="78"/>
                </a:lnTo>
                <a:lnTo>
                  <a:pt x="194" y="79"/>
                </a:lnTo>
                <a:lnTo>
                  <a:pt x="195" y="79"/>
                </a:lnTo>
                <a:lnTo>
                  <a:pt x="195" y="80"/>
                </a:lnTo>
                <a:lnTo>
                  <a:pt x="196" y="81"/>
                </a:lnTo>
                <a:lnTo>
                  <a:pt x="196" y="82"/>
                </a:lnTo>
                <a:lnTo>
                  <a:pt x="197" y="82"/>
                </a:lnTo>
                <a:lnTo>
                  <a:pt x="197" y="83"/>
                </a:lnTo>
                <a:lnTo>
                  <a:pt x="198" y="83"/>
                </a:lnTo>
                <a:lnTo>
                  <a:pt x="199" y="83"/>
                </a:lnTo>
                <a:lnTo>
                  <a:pt x="199" y="82"/>
                </a:lnTo>
                <a:lnTo>
                  <a:pt x="200" y="82"/>
                </a:lnTo>
                <a:lnTo>
                  <a:pt x="200" y="81"/>
                </a:lnTo>
                <a:lnTo>
                  <a:pt x="201" y="81"/>
                </a:lnTo>
                <a:lnTo>
                  <a:pt x="202" y="82"/>
                </a:lnTo>
                <a:lnTo>
                  <a:pt x="203" y="84"/>
                </a:lnTo>
                <a:lnTo>
                  <a:pt x="203" y="85"/>
                </a:lnTo>
                <a:lnTo>
                  <a:pt x="204" y="87"/>
                </a:lnTo>
                <a:lnTo>
                  <a:pt x="204" y="88"/>
                </a:lnTo>
                <a:lnTo>
                  <a:pt x="204" y="89"/>
                </a:lnTo>
                <a:lnTo>
                  <a:pt x="204" y="90"/>
                </a:lnTo>
                <a:lnTo>
                  <a:pt x="204" y="91"/>
                </a:lnTo>
                <a:lnTo>
                  <a:pt x="205" y="91"/>
                </a:lnTo>
                <a:lnTo>
                  <a:pt x="205" y="92"/>
                </a:lnTo>
                <a:lnTo>
                  <a:pt x="205" y="93"/>
                </a:lnTo>
                <a:lnTo>
                  <a:pt x="206" y="93"/>
                </a:lnTo>
                <a:lnTo>
                  <a:pt x="205" y="93"/>
                </a:lnTo>
                <a:lnTo>
                  <a:pt x="205" y="94"/>
                </a:lnTo>
                <a:lnTo>
                  <a:pt x="204" y="95"/>
                </a:lnTo>
                <a:lnTo>
                  <a:pt x="204" y="96"/>
                </a:lnTo>
                <a:lnTo>
                  <a:pt x="204" y="97"/>
                </a:lnTo>
                <a:lnTo>
                  <a:pt x="205" y="98"/>
                </a:lnTo>
                <a:lnTo>
                  <a:pt x="206" y="98"/>
                </a:lnTo>
                <a:lnTo>
                  <a:pt x="207" y="98"/>
                </a:lnTo>
                <a:lnTo>
                  <a:pt x="208" y="98"/>
                </a:lnTo>
                <a:lnTo>
                  <a:pt x="209" y="97"/>
                </a:lnTo>
                <a:lnTo>
                  <a:pt x="209" y="98"/>
                </a:lnTo>
                <a:lnTo>
                  <a:pt x="210" y="98"/>
                </a:lnTo>
                <a:lnTo>
                  <a:pt x="211" y="99"/>
                </a:lnTo>
                <a:lnTo>
                  <a:pt x="211" y="101"/>
                </a:lnTo>
                <a:lnTo>
                  <a:pt x="211" y="102"/>
                </a:lnTo>
                <a:lnTo>
                  <a:pt x="212" y="102"/>
                </a:lnTo>
                <a:lnTo>
                  <a:pt x="212" y="103"/>
                </a:lnTo>
                <a:lnTo>
                  <a:pt x="213" y="103"/>
                </a:lnTo>
                <a:lnTo>
                  <a:pt x="213" y="104"/>
                </a:lnTo>
                <a:lnTo>
                  <a:pt x="214" y="104"/>
                </a:lnTo>
                <a:lnTo>
                  <a:pt x="215" y="104"/>
                </a:lnTo>
                <a:lnTo>
                  <a:pt x="215" y="105"/>
                </a:lnTo>
                <a:lnTo>
                  <a:pt x="216" y="105"/>
                </a:lnTo>
                <a:lnTo>
                  <a:pt x="217" y="105"/>
                </a:lnTo>
                <a:lnTo>
                  <a:pt x="218" y="106"/>
                </a:lnTo>
                <a:lnTo>
                  <a:pt x="219" y="106"/>
                </a:lnTo>
                <a:lnTo>
                  <a:pt x="220" y="107"/>
                </a:lnTo>
                <a:lnTo>
                  <a:pt x="221" y="108"/>
                </a:lnTo>
                <a:lnTo>
                  <a:pt x="222" y="110"/>
                </a:lnTo>
                <a:lnTo>
                  <a:pt x="222" y="111"/>
                </a:lnTo>
                <a:lnTo>
                  <a:pt x="221" y="112"/>
                </a:lnTo>
                <a:lnTo>
                  <a:pt x="221" y="113"/>
                </a:lnTo>
                <a:lnTo>
                  <a:pt x="221" y="114"/>
                </a:lnTo>
                <a:lnTo>
                  <a:pt x="222" y="114"/>
                </a:lnTo>
                <a:lnTo>
                  <a:pt x="222" y="115"/>
                </a:lnTo>
                <a:lnTo>
                  <a:pt x="223" y="116"/>
                </a:lnTo>
                <a:lnTo>
                  <a:pt x="224" y="118"/>
                </a:lnTo>
                <a:lnTo>
                  <a:pt x="225" y="118"/>
                </a:lnTo>
                <a:lnTo>
                  <a:pt x="226" y="118"/>
                </a:lnTo>
                <a:lnTo>
                  <a:pt x="226" y="119"/>
                </a:lnTo>
                <a:lnTo>
                  <a:pt x="226" y="120"/>
                </a:lnTo>
                <a:lnTo>
                  <a:pt x="227" y="120"/>
                </a:lnTo>
                <a:lnTo>
                  <a:pt x="228" y="120"/>
                </a:lnTo>
                <a:lnTo>
                  <a:pt x="228" y="121"/>
                </a:lnTo>
                <a:lnTo>
                  <a:pt x="229" y="121"/>
                </a:lnTo>
                <a:lnTo>
                  <a:pt x="228" y="121"/>
                </a:lnTo>
                <a:lnTo>
                  <a:pt x="228" y="122"/>
                </a:lnTo>
                <a:lnTo>
                  <a:pt x="228" y="123"/>
                </a:lnTo>
                <a:lnTo>
                  <a:pt x="229" y="123"/>
                </a:lnTo>
                <a:lnTo>
                  <a:pt x="230" y="123"/>
                </a:lnTo>
                <a:lnTo>
                  <a:pt x="229" y="124"/>
                </a:lnTo>
                <a:lnTo>
                  <a:pt x="229" y="125"/>
                </a:lnTo>
                <a:lnTo>
                  <a:pt x="229" y="126"/>
                </a:lnTo>
                <a:lnTo>
                  <a:pt x="228" y="126"/>
                </a:lnTo>
                <a:lnTo>
                  <a:pt x="227" y="126"/>
                </a:lnTo>
                <a:lnTo>
                  <a:pt x="226" y="127"/>
                </a:lnTo>
                <a:lnTo>
                  <a:pt x="225" y="127"/>
                </a:lnTo>
                <a:lnTo>
                  <a:pt x="225" y="126"/>
                </a:lnTo>
                <a:lnTo>
                  <a:pt x="224" y="127"/>
                </a:lnTo>
                <a:lnTo>
                  <a:pt x="223" y="127"/>
                </a:lnTo>
                <a:lnTo>
                  <a:pt x="224" y="128"/>
                </a:lnTo>
                <a:lnTo>
                  <a:pt x="224" y="129"/>
                </a:lnTo>
                <a:lnTo>
                  <a:pt x="225" y="131"/>
                </a:lnTo>
                <a:lnTo>
                  <a:pt x="225" y="132"/>
                </a:lnTo>
                <a:lnTo>
                  <a:pt x="225" y="133"/>
                </a:lnTo>
                <a:lnTo>
                  <a:pt x="226" y="133"/>
                </a:lnTo>
                <a:lnTo>
                  <a:pt x="227" y="133"/>
                </a:lnTo>
                <a:lnTo>
                  <a:pt x="227" y="134"/>
                </a:lnTo>
                <a:lnTo>
                  <a:pt x="228" y="134"/>
                </a:lnTo>
                <a:lnTo>
                  <a:pt x="228" y="135"/>
                </a:lnTo>
                <a:lnTo>
                  <a:pt x="229" y="135"/>
                </a:lnTo>
                <a:lnTo>
                  <a:pt x="230" y="136"/>
                </a:lnTo>
                <a:lnTo>
                  <a:pt x="230" y="137"/>
                </a:lnTo>
                <a:lnTo>
                  <a:pt x="231" y="137"/>
                </a:lnTo>
                <a:lnTo>
                  <a:pt x="231" y="138"/>
                </a:lnTo>
                <a:lnTo>
                  <a:pt x="232" y="138"/>
                </a:lnTo>
                <a:lnTo>
                  <a:pt x="231" y="139"/>
                </a:lnTo>
                <a:lnTo>
                  <a:pt x="230" y="140"/>
                </a:lnTo>
                <a:lnTo>
                  <a:pt x="230" y="141"/>
                </a:lnTo>
                <a:lnTo>
                  <a:pt x="229" y="141"/>
                </a:lnTo>
                <a:lnTo>
                  <a:pt x="228" y="142"/>
                </a:lnTo>
                <a:lnTo>
                  <a:pt x="228" y="143"/>
                </a:lnTo>
                <a:lnTo>
                  <a:pt x="228" y="145"/>
                </a:lnTo>
                <a:lnTo>
                  <a:pt x="229" y="146"/>
                </a:lnTo>
                <a:lnTo>
                  <a:pt x="229" y="147"/>
                </a:lnTo>
                <a:lnTo>
                  <a:pt x="230" y="147"/>
                </a:lnTo>
                <a:lnTo>
                  <a:pt x="231" y="146"/>
                </a:lnTo>
                <a:lnTo>
                  <a:pt x="232" y="147"/>
                </a:lnTo>
                <a:lnTo>
                  <a:pt x="232" y="148"/>
                </a:lnTo>
                <a:lnTo>
                  <a:pt x="232" y="149"/>
                </a:lnTo>
                <a:lnTo>
                  <a:pt x="233" y="149"/>
                </a:lnTo>
                <a:lnTo>
                  <a:pt x="233" y="150"/>
                </a:lnTo>
                <a:lnTo>
                  <a:pt x="233" y="151"/>
                </a:lnTo>
                <a:lnTo>
                  <a:pt x="234" y="151"/>
                </a:lnTo>
                <a:lnTo>
                  <a:pt x="235" y="152"/>
                </a:lnTo>
                <a:lnTo>
                  <a:pt x="237" y="154"/>
                </a:lnTo>
                <a:lnTo>
                  <a:pt x="238" y="155"/>
                </a:lnTo>
                <a:lnTo>
                  <a:pt x="239" y="155"/>
                </a:lnTo>
                <a:lnTo>
                  <a:pt x="240" y="155"/>
                </a:lnTo>
                <a:lnTo>
                  <a:pt x="240" y="156"/>
                </a:lnTo>
                <a:lnTo>
                  <a:pt x="240" y="157"/>
                </a:lnTo>
                <a:lnTo>
                  <a:pt x="240" y="158"/>
                </a:lnTo>
                <a:lnTo>
                  <a:pt x="240" y="160"/>
                </a:lnTo>
                <a:lnTo>
                  <a:pt x="241" y="160"/>
                </a:lnTo>
                <a:lnTo>
                  <a:pt x="242" y="160"/>
                </a:lnTo>
                <a:lnTo>
                  <a:pt x="242" y="161"/>
                </a:lnTo>
                <a:lnTo>
                  <a:pt x="243" y="161"/>
                </a:lnTo>
                <a:lnTo>
                  <a:pt x="243" y="164"/>
                </a:lnTo>
                <a:lnTo>
                  <a:pt x="243" y="165"/>
                </a:lnTo>
                <a:lnTo>
                  <a:pt x="243" y="166"/>
                </a:lnTo>
                <a:lnTo>
                  <a:pt x="242" y="169"/>
                </a:lnTo>
                <a:lnTo>
                  <a:pt x="242" y="170"/>
                </a:lnTo>
                <a:lnTo>
                  <a:pt x="241" y="172"/>
                </a:lnTo>
                <a:lnTo>
                  <a:pt x="241" y="174"/>
                </a:lnTo>
                <a:lnTo>
                  <a:pt x="241" y="175"/>
                </a:lnTo>
                <a:lnTo>
                  <a:pt x="241" y="176"/>
                </a:lnTo>
                <a:lnTo>
                  <a:pt x="242" y="176"/>
                </a:lnTo>
                <a:lnTo>
                  <a:pt x="243" y="176"/>
                </a:lnTo>
                <a:lnTo>
                  <a:pt x="243" y="177"/>
                </a:lnTo>
                <a:lnTo>
                  <a:pt x="244" y="178"/>
                </a:lnTo>
                <a:lnTo>
                  <a:pt x="244" y="180"/>
                </a:lnTo>
                <a:lnTo>
                  <a:pt x="245" y="181"/>
                </a:lnTo>
                <a:lnTo>
                  <a:pt x="245" y="182"/>
                </a:lnTo>
                <a:lnTo>
                  <a:pt x="246" y="182"/>
                </a:lnTo>
                <a:lnTo>
                  <a:pt x="247" y="182"/>
                </a:lnTo>
                <a:lnTo>
                  <a:pt x="247" y="183"/>
                </a:lnTo>
                <a:lnTo>
                  <a:pt x="248" y="183"/>
                </a:lnTo>
                <a:lnTo>
                  <a:pt x="248" y="185"/>
                </a:lnTo>
                <a:lnTo>
                  <a:pt x="248" y="186"/>
                </a:lnTo>
                <a:lnTo>
                  <a:pt x="247" y="186"/>
                </a:lnTo>
                <a:lnTo>
                  <a:pt x="248" y="188"/>
                </a:lnTo>
                <a:lnTo>
                  <a:pt x="248" y="189"/>
                </a:lnTo>
                <a:lnTo>
                  <a:pt x="247" y="189"/>
                </a:lnTo>
                <a:lnTo>
                  <a:pt x="246" y="190"/>
                </a:lnTo>
                <a:lnTo>
                  <a:pt x="246" y="191"/>
                </a:lnTo>
                <a:lnTo>
                  <a:pt x="246" y="192"/>
                </a:lnTo>
                <a:lnTo>
                  <a:pt x="246" y="193"/>
                </a:lnTo>
                <a:lnTo>
                  <a:pt x="245" y="193"/>
                </a:lnTo>
                <a:lnTo>
                  <a:pt x="244" y="193"/>
                </a:lnTo>
                <a:lnTo>
                  <a:pt x="245" y="194"/>
                </a:lnTo>
                <a:lnTo>
                  <a:pt x="245" y="195"/>
                </a:lnTo>
                <a:lnTo>
                  <a:pt x="245" y="196"/>
                </a:lnTo>
                <a:lnTo>
                  <a:pt x="246" y="198"/>
                </a:lnTo>
                <a:lnTo>
                  <a:pt x="246" y="199"/>
                </a:lnTo>
                <a:lnTo>
                  <a:pt x="245" y="199"/>
                </a:lnTo>
                <a:lnTo>
                  <a:pt x="245" y="200"/>
                </a:lnTo>
                <a:lnTo>
                  <a:pt x="244" y="200"/>
                </a:lnTo>
                <a:lnTo>
                  <a:pt x="243" y="200"/>
                </a:lnTo>
                <a:lnTo>
                  <a:pt x="243" y="202"/>
                </a:lnTo>
                <a:lnTo>
                  <a:pt x="243" y="203"/>
                </a:lnTo>
                <a:lnTo>
                  <a:pt x="244" y="203"/>
                </a:lnTo>
                <a:lnTo>
                  <a:pt x="245" y="203"/>
                </a:lnTo>
                <a:lnTo>
                  <a:pt x="246" y="203"/>
                </a:lnTo>
                <a:lnTo>
                  <a:pt x="247" y="203"/>
                </a:lnTo>
                <a:lnTo>
                  <a:pt x="248" y="203"/>
                </a:lnTo>
                <a:lnTo>
                  <a:pt x="248" y="204"/>
                </a:lnTo>
                <a:lnTo>
                  <a:pt x="249" y="204"/>
                </a:lnTo>
                <a:lnTo>
                  <a:pt x="250" y="204"/>
                </a:lnTo>
                <a:lnTo>
                  <a:pt x="251" y="204"/>
                </a:lnTo>
                <a:lnTo>
                  <a:pt x="251" y="205"/>
                </a:lnTo>
                <a:lnTo>
                  <a:pt x="251" y="206"/>
                </a:lnTo>
                <a:lnTo>
                  <a:pt x="251" y="207"/>
                </a:lnTo>
                <a:lnTo>
                  <a:pt x="251" y="208"/>
                </a:lnTo>
                <a:lnTo>
                  <a:pt x="252" y="208"/>
                </a:lnTo>
                <a:lnTo>
                  <a:pt x="252" y="209"/>
                </a:lnTo>
                <a:lnTo>
                  <a:pt x="251" y="210"/>
                </a:lnTo>
                <a:lnTo>
                  <a:pt x="251" y="211"/>
                </a:lnTo>
                <a:lnTo>
                  <a:pt x="251" y="213"/>
                </a:lnTo>
                <a:lnTo>
                  <a:pt x="250" y="215"/>
                </a:lnTo>
                <a:lnTo>
                  <a:pt x="251" y="217"/>
                </a:lnTo>
                <a:lnTo>
                  <a:pt x="251" y="218"/>
                </a:lnTo>
                <a:lnTo>
                  <a:pt x="252" y="219"/>
                </a:lnTo>
                <a:lnTo>
                  <a:pt x="253" y="219"/>
                </a:lnTo>
                <a:lnTo>
                  <a:pt x="254" y="220"/>
                </a:lnTo>
                <a:lnTo>
                  <a:pt x="254" y="221"/>
                </a:lnTo>
                <a:lnTo>
                  <a:pt x="254" y="223"/>
                </a:lnTo>
                <a:lnTo>
                  <a:pt x="254" y="224"/>
                </a:lnTo>
                <a:lnTo>
                  <a:pt x="255" y="225"/>
                </a:lnTo>
                <a:lnTo>
                  <a:pt x="255" y="226"/>
                </a:lnTo>
                <a:lnTo>
                  <a:pt x="256" y="226"/>
                </a:lnTo>
                <a:lnTo>
                  <a:pt x="256" y="227"/>
                </a:lnTo>
                <a:lnTo>
                  <a:pt x="257" y="228"/>
                </a:lnTo>
                <a:lnTo>
                  <a:pt x="257" y="229"/>
                </a:lnTo>
                <a:lnTo>
                  <a:pt x="258" y="229"/>
                </a:lnTo>
                <a:lnTo>
                  <a:pt x="259" y="230"/>
                </a:lnTo>
                <a:lnTo>
                  <a:pt x="260" y="230"/>
                </a:lnTo>
                <a:lnTo>
                  <a:pt x="261" y="231"/>
                </a:lnTo>
                <a:lnTo>
                  <a:pt x="261" y="232"/>
                </a:lnTo>
                <a:lnTo>
                  <a:pt x="262" y="232"/>
                </a:lnTo>
                <a:lnTo>
                  <a:pt x="262" y="233"/>
                </a:lnTo>
                <a:lnTo>
                  <a:pt x="263" y="233"/>
                </a:lnTo>
                <a:lnTo>
                  <a:pt x="264" y="234"/>
                </a:lnTo>
                <a:lnTo>
                  <a:pt x="265" y="234"/>
                </a:lnTo>
                <a:lnTo>
                  <a:pt x="265" y="235"/>
                </a:lnTo>
                <a:lnTo>
                  <a:pt x="266" y="236"/>
                </a:lnTo>
                <a:lnTo>
                  <a:pt x="267" y="236"/>
                </a:lnTo>
                <a:lnTo>
                  <a:pt x="268" y="236"/>
                </a:lnTo>
                <a:lnTo>
                  <a:pt x="268" y="237"/>
                </a:lnTo>
                <a:lnTo>
                  <a:pt x="271" y="238"/>
                </a:lnTo>
                <a:lnTo>
                  <a:pt x="272" y="238"/>
                </a:lnTo>
                <a:lnTo>
                  <a:pt x="273" y="238"/>
                </a:lnTo>
                <a:lnTo>
                  <a:pt x="275" y="238"/>
                </a:lnTo>
                <a:lnTo>
                  <a:pt x="276" y="238"/>
                </a:lnTo>
                <a:lnTo>
                  <a:pt x="276" y="239"/>
                </a:lnTo>
                <a:lnTo>
                  <a:pt x="276" y="240"/>
                </a:lnTo>
                <a:lnTo>
                  <a:pt x="276" y="241"/>
                </a:lnTo>
                <a:lnTo>
                  <a:pt x="276" y="242"/>
                </a:lnTo>
                <a:lnTo>
                  <a:pt x="277" y="242"/>
                </a:lnTo>
                <a:lnTo>
                  <a:pt x="278" y="242"/>
                </a:lnTo>
                <a:lnTo>
                  <a:pt x="278" y="243"/>
                </a:lnTo>
                <a:lnTo>
                  <a:pt x="279" y="243"/>
                </a:lnTo>
                <a:lnTo>
                  <a:pt x="280" y="244"/>
                </a:lnTo>
                <a:lnTo>
                  <a:pt x="281" y="244"/>
                </a:lnTo>
                <a:lnTo>
                  <a:pt x="281" y="245"/>
                </a:lnTo>
                <a:lnTo>
                  <a:pt x="281" y="246"/>
                </a:lnTo>
                <a:lnTo>
                  <a:pt x="282" y="246"/>
                </a:lnTo>
                <a:lnTo>
                  <a:pt x="284" y="246"/>
                </a:lnTo>
                <a:lnTo>
                  <a:pt x="284" y="245"/>
                </a:lnTo>
                <a:lnTo>
                  <a:pt x="285" y="244"/>
                </a:lnTo>
                <a:lnTo>
                  <a:pt x="286" y="244"/>
                </a:lnTo>
                <a:lnTo>
                  <a:pt x="286" y="243"/>
                </a:lnTo>
                <a:lnTo>
                  <a:pt x="286" y="244"/>
                </a:lnTo>
                <a:lnTo>
                  <a:pt x="287" y="244"/>
                </a:lnTo>
                <a:lnTo>
                  <a:pt x="288" y="245"/>
                </a:lnTo>
                <a:lnTo>
                  <a:pt x="288" y="246"/>
                </a:lnTo>
                <a:lnTo>
                  <a:pt x="289" y="246"/>
                </a:lnTo>
                <a:lnTo>
                  <a:pt x="290" y="246"/>
                </a:lnTo>
                <a:lnTo>
                  <a:pt x="292" y="245"/>
                </a:lnTo>
                <a:lnTo>
                  <a:pt x="292" y="246"/>
                </a:lnTo>
                <a:lnTo>
                  <a:pt x="292" y="247"/>
                </a:lnTo>
                <a:lnTo>
                  <a:pt x="293" y="248"/>
                </a:lnTo>
                <a:lnTo>
                  <a:pt x="294" y="248"/>
                </a:lnTo>
                <a:lnTo>
                  <a:pt x="295" y="247"/>
                </a:lnTo>
                <a:lnTo>
                  <a:pt x="297" y="247"/>
                </a:lnTo>
                <a:lnTo>
                  <a:pt x="297" y="248"/>
                </a:lnTo>
                <a:lnTo>
                  <a:pt x="297" y="249"/>
                </a:lnTo>
                <a:lnTo>
                  <a:pt x="297" y="250"/>
                </a:lnTo>
                <a:lnTo>
                  <a:pt x="298" y="251"/>
                </a:lnTo>
                <a:lnTo>
                  <a:pt x="299" y="251"/>
                </a:lnTo>
                <a:lnTo>
                  <a:pt x="300" y="250"/>
                </a:lnTo>
                <a:lnTo>
                  <a:pt x="300" y="251"/>
                </a:lnTo>
                <a:lnTo>
                  <a:pt x="301" y="251"/>
                </a:lnTo>
                <a:lnTo>
                  <a:pt x="301" y="252"/>
                </a:lnTo>
                <a:lnTo>
                  <a:pt x="301" y="253"/>
                </a:lnTo>
                <a:lnTo>
                  <a:pt x="302" y="254"/>
                </a:lnTo>
                <a:lnTo>
                  <a:pt x="303" y="254"/>
                </a:lnTo>
                <a:lnTo>
                  <a:pt x="304" y="254"/>
                </a:lnTo>
                <a:lnTo>
                  <a:pt x="306" y="254"/>
                </a:lnTo>
                <a:lnTo>
                  <a:pt x="307" y="254"/>
                </a:lnTo>
                <a:lnTo>
                  <a:pt x="309" y="255"/>
                </a:lnTo>
                <a:lnTo>
                  <a:pt x="310" y="255"/>
                </a:lnTo>
                <a:lnTo>
                  <a:pt x="311" y="255"/>
                </a:lnTo>
                <a:lnTo>
                  <a:pt x="311" y="256"/>
                </a:lnTo>
                <a:lnTo>
                  <a:pt x="312" y="257"/>
                </a:lnTo>
                <a:lnTo>
                  <a:pt x="313" y="257"/>
                </a:lnTo>
                <a:lnTo>
                  <a:pt x="314" y="258"/>
                </a:lnTo>
                <a:lnTo>
                  <a:pt x="315" y="259"/>
                </a:lnTo>
                <a:lnTo>
                  <a:pt x="315" y="261"/>
                </a:lnTo>
                <a:lnTo>
                  <a:pt x="316" y="261"/>
                </a:lnTo>
                <a:lnTo>
                  <a:pt x="316" y="262"/>
                </a:lnTo>
                <a:lnTo>
                  <a:pt x="315" y="262"/>
                </a:lnTo>
                <a:lnTo>
                  <a:pt x="316" y="263"/>
                </a:lnTo>
                <a:lnTo>
                  <a:pt x="317" y="265"/>
                </a:lnTo>
                <a:lnTo>
                  <a:pt x="317" y="266"/>
                </a:lnTo>
                <a:lnTo>
                  <a:pt x="316" y="266"/>
                </a:lnTo>
                <a:lnTo>
                  <a:pt x="317" y="267"/>
                </a:lnTo>
                <a:lnTo>
                  <a:pt x="318" y="267"/>
                </a:lnTo>
                <a:lnTo>
                  <a:pt x="318" y="266"/>
                </a:lnTo>
                <a:lnTo>
                  <a:pt x="320" y="268"/>
                </a:lnTo>
                <a:lnTo>
                  <a:pt x="320" y="269"/>
                </a:lnTo>
                <a:lnTo>
                  <a:pt x="319" y="269"/>
                </a:lnTo>
                <a:lnTo>
                  <a:pt x="319" y="271"/>
                </a:lnTo>
                <a:lnTo>
                  <a:pt x="319" y="272"/>
                </a:lnTo>
                <a:lnTo>
                  <a:pt x="319" y="273"/>
                </a:lnTo>
                <a:lnTo>
                  <a:pt x="319" y="274"/>
                </a:lnTo>
                <a:lnTo>
                  <a:pt x="320" y="275"/>
                </a:lnTo>
                <a:lnTo>
                  <a:pt x="320" y="274"/>
                </a:lnTo>
                <a:lnTo>
                  <a:pt x="321" y="274"/>
                </a:lnTo>
                <a:lnTo>
                  <a:pt x="322" y="275"/>
                </a:lnTo>
                <a:lnTo>
                  <a:pt x="322" y="276"/>
                </a:lnTo>
                <a:lnTo>
                  <a:pt x="321" y="276"/>
                </a:lnTo>
                <a:lnTo>
                  <a:pt x="321" y="277"/>
                </a:lnTo>
                <a:lnTo>
                  <a:pt x="321" y="278"/>
                </a:lnTo>
                <a:lnTo>
                  <a:pt x="321" y="279"/>
                </a:lnTo>
                <a:lnTo>
                  <a:pt x="321" y="280"/>
                </a:lnTo>
                <a:lnTo>
                  <a:pt x="321" y="281"/>
                </a:lnTo>
                <a:lnTo>
                  <a:pt x="322" y="282"/>
                </a:lnTo>
                <a:lnTo>
                  <a:pt x="323" y="284"/>
                </a:lnTo>
                <a:lnTo>
                  <a:pt x="323" y="285"/>
                </a:lnTo>
                <a:lnTo>
                  <a:pt x="323" y="286"/>
                </a:lnTo>
                <a:lnTo>
                  <a:pt x="323" y="287"/>
                </a:lnTo>
                <a:lnTo>
                  <a:pt x="324" y="288"/>
                </a:lnTo>
                <a:lnTo>
                  <a:pt x="324" y="289"/>
                </a:lnTo>
                <a:lnTo>
                  <a:pt x="324" y="290"/>
                </a:lnTo>
                <a:lnTo>
                  <a:pt x="323" y="290"/>
                </a:lnTo>
                <a:lnTo>
                  <a:pt x="324" y="290"/>
                </a:lnTo>
                <a:lnTo>
                  <a:pt x="325" y="290"/>
                </a:lnTo>
                <a:lnTo>
                  <a:pt x="325" y="289"/>
                </a:lnTo>
                <a:lnTo>
                  <a:pt x="326" y="289"/>
                </a:lnTo>
                <a:lnTo>
                  <a:pt x="327" y="289"/>
                </a:lnTo>
                <a:lnTo>
                  <a:pt x="328" y="289"/>
                </a:lnTo>
                <a:lnTo>
                  <a:pt x="329" y="289"/>
                </a:lnTo>
                <a:lnTo>
                  <a:pt x="330" y="290"/>
                </a:lnTo>
                <a:lnTo>
                  <a:pt x="331" y="291"/>
                </a:lnTo>
                <a:lnTo>
                  <a:pt x="334" y="290"/>
                </a:lnTo>
                <a:lnTo>
                  <a:pt x="335" y="289"/>
                </a:lnTo>
                <a:lnTo>
                  <a:pt x="335" y="288"/>
                </a:lnTo>
                <a:lnTo>
                  <a:pt x="336" y="287"/>
                </a:lnTo>
                <a:lnTo>
                  <a:pt x="337" y="288"/>
                </a:lnTo>
                <a:lnTo>
                  <a:pt x="337" y="289"/>
                </a:lnTo>
                <a:lnTo>
                  <a:pt x="338" y="289"/>
                </a:lnTo>
                <a:lnTo>
                  <a:pt x="338" y="290"/>
                </a:lnTo>
                <a:lnTo>
                  <a:pt x="339" y="289"/>
                </a:lnTo>
                <a:lnTo>
                  <a:pt x="340" y="289"/>
                </a:lnTo>
                <a:lnTo>
                  <a:pt x="341" y="289"/>
                </a:lnTo>
                <a:lnTo>
                  <a:pt x="341" y="288"/>
                </a:lnTo>
                <a:lnTo>
                  <a:pt x="343" y="287"/>
                </a:lnTo>
                <a:lnTo>
                  <a:pt x="344" y="287"/>
                </a:lnTo>
                <a:lnTo>
                  <a:pt x="347" y="290"/>
                </a:lnTo>
                <a:lnTo>
                  <a:pt x="348" y="290"/>
                </a:lnTo>
                <a:lnTo>
                  <a:pt x="350" y="292"/>
                </a:lnTo>
                <a:lnTo>
                  <a:pt x="351" y="292"/>
                </a:lnTo>
                <a:lnTo>
                  <a:pt x="352" y="292"/>
                </a:lnTo>
                <a:lnTo>
                  <a:pt x="352" y="293"/>
                </a:lnTo>
                <a:lnTo>
                  <a:pt x="353" y="294"/>
                </a:lnTo>
                <a:lnTo>
                  <a:pt x="354" y="295"/>
                </a:lnTo>
                <a:lnTo>
                  <a:pt x="355" y="296"/>
                </a:lnTo>
                <a:lnTo>
                  <a:pt x="356" y="296"/>
                </a:lnTo>
                <a:lnTo>
                  <a:pt x="357" y="296"/>
                </a:lnTo>
                <a:lnTo>
                  <a:pt x="359" y="297"/>
                </a:lnTo>
                <a:lnTo>
                  <a:pt x="361" y="298"/>
                </a:lnTo>
                <a:lnTo>
                  <a:pt x="362" y="298"/>
                </a:lnTo>
                <a:lnTo>
                  <a:pt x="364" y="298"/>
                </a:lnTo>
                <a:lnTo>
                  <a:pt x="366" y="299"/>
                </a:lnTo>
                <a:lnTo>
                  <a:pt x="367" y="299"/>
                </a:lnTo>
                <a:lnTo>
                  <a:pt x="368" y="299"/>
                </a:lnTo>
                <a:lnTo>
                  <a:pt x="369" y="299"/>
                </a:lnTo>
                <a:lnTo>
                  <a:pt x="370" y="300"/>
                </a:lnTo>
                <a:lnTo>
                  <a:pt x="371" y="300"/>
                </a:lnTo>
                <a:lnTo>
                  <a:pt x="372" y="300"/>
                </a:lnTo>
                <a:lnTo>
                  <a:pt x="373" y="301"/>
                </a:lnTo>
                <a:lnTo>
                  <a:pt x="373" y="302"/>
                </a:lnTo>
                <a:lnTo>
                  <a:pt x="374" y="303"/>
                </a:lnTo>
                <a:lnTo>
                  <a:pt x="375" y="305"/>
                </a:lnTo>
                <a:lnTo>
                  <a:pt x="375" y="306"/>
                </a:lnTo>
                <a:lnTo>
                  <a:pt x="376" y="307"/>
                </a:lnTo>
                <a:lnTo>
                  <a:pt x="377" y="309"/>
                </a:lnTo>
                <a:lnTo>
                  <a:pt x="377" y="310"/>
                </a:lnTo>
                <a:lnTo>
                  <a:pt x="377" y="311"/>
                </a:lnTo>
                <a:lnTo>
                  <a:pt x="377" y="312"/>
                </a:lnTo>
                <a:lnTo>
                  <a:pt x="378" y="312"/>
                </a:lnTo>
                <a:lnTo>
                  <a:pt x="379" y="312"/>
                </a:lnTo>
                <a:lnTo>
                  <a:pt x="379" y="313"/>
                </a:lnTo>
                <a:lnTo>
                  <a:pt x="380" y="313"/>
                </a:lnTo>
                <a:lnTo>
                  <a:pt x="379" y="314"/>
                </a:lnTo>
                <a:lnTo>
                  <a:pt x="380" y="314"/>
                </a:lnTo>
                <a:lnTo>
                  <a:pt x="381" y="314"/>
                </a:lnTo>
                <a:lnTo>
                  <a:pt x="381" y="313"/>
                </a:lnTo>
                <a:lnTo>
                  <a:pt x="382" y="313"/>
                </a:lnTo>
                <a:lnTo>
                  <a:pt x="383" y="313"/>
                </a:lnTo>
                <a:lnTo>
                  <a:pt x="383" y="314"/>
                </a:lnTo>
                <a:lnTo>
                  <a:pt x="385" y="312"/>
                </a:lnTo>
                <a:lnTo>
                  <a:pt x="386" y="312"/>
                </a:lnTo>
                <a:lnTo>
                  <a:pt x="387" y="313"/>
                </a:lnTo>
                <a:lnTo>
                  <a:pt x="387" y="314"/>
                </a:lnTo>
                <a:lnTo>
                  <a:pt x="386" y="314"/>
                </a:lnTo>
                <a:lnTo>
                  <a:pt x="387" y="315"/>
                </a:lnTo>
                <a:lnTo>
                  <a:pt x="387" y="316"/>
                </a:lnTo>
                <a:lnTo>
                  <a:pt x="388" y="316"/>
                </a:lnTo>
                <a:lnTo>
                  <a:pt x="388" y="315"/>
                </a:lnTo>
                <a:lnTo>
                  <a:pt x="389" y="315"/>
                </a:lnTo>
                <a:lnTo>
                  <a:pt x="390" y="315"/>
                </a:lnTo>
                <a:lnTo>
                  <a:pt x="390" y="316"/>
                </a:lnTo>
                <a:lnTo>
                  <a:pt x="391" y="316"/>
                </a:lnTo>
                <a:lnTo>
                  <a:pt x="391" y="317"/>
                </a:lnTo>
                <a:lnTo>
                  <a:pt x="392" y="317"/>
                </a:lnTo>
                <a:lnTo>
                  <a:pt x="392" y="318"/>
                </a:lnTo>
                <a:lnTo>
                  <a:pt x="392" y="317"/>
                </a:lnTo>
                <a:lnTo>
                  <a:pt x="393" y="317"/>
                </a:lnTo>
                <a:lnTo>
                  <a:pt x="395" y="317"/>
                </a:lnTo>
                <a:lnTo>
                  <a:pt x="396" y="318"/>
                </a:lnTo>
                <a:lnTo>
                  <a:pt x="397" y="319"/>
                </a:lnTo>
                <a:lnTo>
                  <a:pt x="397" y="320"/>
                </a:lnTo>
                <a:lnTo>
                  <a:pt x="398" y="322"/>
                </a:lnTo>
                <a:lnTo>
                  <a:pt x="398" y="323"/>
                </a:lnTo>
                <a:lnTo>
                  <a:pt x="399" y="325"/>
                </a:lnTo>
                <a:lnTo>
                  <a:pt x="400" y="326"/>
                </a:lnTo>
                <a:lnTo>
                  <a:pt x="402" y="325"/>
                </a:lnTo>
                <a:lnTo>
                  <a:pt x="402" y="324"/>
                </a:lnTo>
                <a:lnTo>
                  <a:pt x="402" y="323"/>
                </a:lnTo>
                <a:lnTo>
                  <a:pt x="402" y="322"/>
                </a:lnTo>
                <a:lnTo>
                  <a:pt x="402" y="321"/>
                </a:lnTo>
                <a:lnTo>
                  <a:pt x="403" y="321"/>
                </a:lnTo>
                <a:lnTo>
                  <a:pt x="404" y="320"/>
                </a:lnTo>
                <a:lnTo>
                  <a:pt x="406" y="317"/>
                </a:lnTo>
                <a:lnTo>
                  <a:pt x="407" y="315"/>
                </a:lnTo>
                <a:lnTo>
                  <a:pt x="407" y="314"/>
                </a:lnTo>
                <a:lnTo>
                  <a:pt x="407" y="313"/>
                </a:lnTo>
                <a:lnTo>
                  <a:pt x="407" y="312"/>
                </a:lnTo>
                <a:lnTo>
                  <a:pt x="408" y="312"/>
                </a:lnTo>
                <a:lnTo>
                  <a:pt x="408" y="311"/>
                </a:lnTo>
                <a:lnTo>
                  <a:pt x="408" y="310"/>
                </a:lnTo>
                <a:lnTo>
                  <a:pt x="408" y="309"/>
                </a:lnTo>
                <a:lnTo>
                  <a:pt x="407" y="309"/>
                </a:lnTo>
                <a:lnTo>
                  <a:pt x="408" y="308"/>
                </a:lnTo>
                <a:lnTo>
                  <a:pt x="407" y="306"/>
                </a:lnTo>
                <a:lnTo>
                  <a:pt x="408" y="306"/>
                </a:lnTo>
                <a:lnTo>
                  <a:pt x="408" y="305"/>
                </a:lnTo>
                <a:lnTo>
                  <a:pt x="409" y="304"/>
                </a:lnTo>
                <a:lnTo>
                  <a:pt x="409" y="303"/>
                </a:lnTo>
                <a:lnTo>
                  <a:pt x="409" y="302"/>
                </a:lnTo>
                <a:lnTo>
                  <a:pt x="409" y="301"/>
                </a:lnTo>
                <a:lnTo>
                  <a:pt x="410" y="300"/>
                </a:lnTo>
                <a:lnTo>
                  <a:pt x="410" y="299"/>
                </a:lnTo>
                <a:lnTo>
                  <a:pt x="411" y="299"/>
                </a:lnTo>
                <a:lnTo>
                  <a:pt x="412" y="298"/>
                </a:lnTo>
                <a:lnTo>
                  <a:pt x="412" y="297"/>
                </a:lnTo>
                <a:lnTo>
                  <a:pt x="412" y="295"/>
                </a:lnTo>
                <a:lnTo>
                  <a:pt x="413" y="294"/>
                </a:lnTo>
                <a:lnTo>
                  <a:pt x="412" y="293"/>
                </a:lnTo>
                <a:lnTo>
                  <a:pt x="411" y="291"/>
                </a:lnTo>
                <a:lnTo>
                  <a:pt x="411" y="290"/>
                </a:lnTo>
                <a:lnTo>
                  <a:pt x="412" y="290"/>
                </a:lnTo>
                <a:lnTo>
                  <a:pt x="411" y="289"/>
                </a:lnTo>
                <a:lnTo>
                  <a:pt x="411" y="286"/>
                </a:lnTo>
                <a:lnTo>
                  <a:pt x="410" y="286"/>
                </a:lnTo>
                <a:lnTo>
                  <a:pt x="409" y="285"/>
                </a:lnTo>
                <a:lnTo>
                  <a:pt x="408" y="285"/>
                </a:lnTo>
                <a:lnTo>
                  <a:pt x="409" y="284"/>
                </a:lnTo>
                <a:lnTo>
                  <a:pt x="409" y="283"/>
                </a:lnTo>
                <a:lnTo>
                  <a:pt x="409" y="282"/>
                </a:lnTo>
                <a:lnTo>
                  <a:pt x="409" y="281"/>
                </a:lnTo>
                <a:lnTo>
                  <a:pt x="410" y="280"/>
                </a:lnTo>
                <a:lnTo>
                  <a:pt x="411" y="280"/>
                </a:lnTo>
                <a:lnTo>
                  <a:pt x="411" y="279"/>
                </a:lnTo>
                <a:lnTo>
                  <a:pt x="412" y="279"/>
                </a:lnTo>
                <a:lnTo>
                  <a:pt x="413" y="279"/>
                </a:lnTo>
                <a:lnTo>
                  <a:pt x="414" y="281"/>
                </a:lnTo>
                <a:lnTo>
                  <a:pt x="415" y="282"/>
                </a:lnTo>
                <a:lnTo>
                  <a:pt x="415" y="283"/>
                </a:lnTo>
                <a:lnTo>
                  <a:pt x="416" y="283"/>
                </a:lnTo>
                <a:lnTo>
                  <a:pt x="416" y="282"/>
                </a:lnTo>
                <a:lnTo>
                  <a:pt x="417" y="282"/>
                </a:lnTo>
                <a:lnTo>
                  <a:pt x="418" y="282"/>
                </a:lnTo>
                <a:lnTo>
                  <a:pt x="419" y="281"/>
                </a:lnTo>
                <a:lnTo>
                  <a:pt x="420" y="281"/>
                </a:lnTo>
                <a:lnTo>
                  <a:pt x="421" y="281"/>
                </a:lnTo>
                <a:lnTo>
                  <a:pt x="421" y="282"/>
                </a:lnTo>
                <a:lnTo>
                  <a:pt x="422" y="282"/>
                </a:lnTo>
                <a:lnTo>
                  <a:pt x="422" y="283"/>
                </a:lnTo>
                <a:lnTo>
                  <a:pt x="423" y="283"/>
                </a:lnTo>
                <a:lnTo>
                  <a:pt x="423" y="282"/>
                </a:lnTo>
                <a:lnTo>
                  <a:pt x="424" y="282"/>
                </a:lnTo>
                <a:lnTo>
                  <a:pt x="424" y="281"/>
                </a:lnTo>
                <a:lnTo>
                  <a:pt x="425" y="279"/>
                </a:lnTo>
                <a:lnTo>
                  <a:pt x="424" y="278"/>
                </a:lnTo>
                <a:lnTo>
                  <a:pt x="425" y="278"/>
                </a:lnTo>
                <a:lnTo>
                  <a:pt x="426" y="277"/>
                </a:lnTo>
                <a:lnTo>
                  <a:pt x="426" y="276"/>
                </a:lnTo>
                <a:lnTo>
                  <a:pt x="426" y="275"/>
                </a:lnTo>
                <a:lnTo>
                  <a:pt x="427" y="273"/>
                </a:lnTo>
                <a:lnTo>
                  <a:pt x="428" y="272"/>
                </a:lnTo>
                <a:lnTo>
                  <a:pt x="428" y="271"/>
                </a:lnTo>
                <a:lnTo>
                  <a:pt x="428" y="270"/>
                </a:lnTo>
                <a:lnTo>
                  <a:pt x="429" y="269"/>
                </a:lnTo>
                <a:lnTo>
                  <a:pt x="429" y="266"/>
                </a:lnTo>
                <a:lnTo>
                  <a:pt x="429" y="265"/>
                </a:lnTo>
                <a:lnTo>
                  <a:pt x="429" y="264"/>
                </a:lnTo>
                <a:lnTo>
                  <a:pt x="429" y="263"/>
                </a:lnTo>
                <a:lnTo>
                  <a:pt x="429" y="262"/>
                </a:lnTo>
                <a:lnTo>
                  <a:pt x="429" y="261"/>
                </a:lnTo>
                <a:lnTo>
                  <a:pt x="430" y="261"/>
                </a:lnTo>
                <a:lnTo>
                  <a:pt x="431" y="262"/>
                </a:lnTo>
                <a:lnTo>
                  <a:pt x="433" y="261"/>
                </a:lnTo>
                <a:lnTo>
                  <a:pt x="434" y="262"/>
                </a:lnTo>
                <a:lnTo>
                  <a:pt x="434" y="263"/>
                </a:lnTo>
                <a:lnTo>
                  <a:pt x="433" y="263"/>
                </a:lnTo>
                <a:lnTo>
                  <a:pt x="433" y="266"/>
                </a:lnTo>
                <a:lnTo>
                  <a:pt x="434" y="267"/>
                </a:lnTo>
                <a:lnTo>
                  <a:pt x="434" y="268"/>
                </a:lnTo>
                <a:lnTo>
                  <a:pt x="435" y="268"/>
                </a:lnTo>
                <a:lnTo>
                  <a:pt x="435" y="269"/>
                </a:lnTo>
                <a:lnTo>
                  <a:pt x="436" y="269"/>
                </a:lnTo>
                <a:lnTo>
                  <a:pt x="436" y="270"/>
                </a:lnTo>
                <a:lnTo>
                  <a:pt x="436" y="271"/>
                </a:lnTo>
                <a:lnTo>
                  <a:pt x="437" y="271"/>
                </a:lnTo>
                <a:lnTo>
                  <a:pt x="438" y="272"/>
                </a:lnTo>
                <a:lnTo>
                  <a:pt x="438" y="273"/>
                </a:lnTo>
                <a:lnTo>
                  <a:pt x="439" y="274"/>
                </a:lnTo>
                <a:lnTo>
                  <a:pt x="439" y="273"/>
                </a:lnTo>
                <a:lnTo>
                  <a:pt x="440" y="273"/>
                </a:lnTo>
                <a:lnTo>
                  <a:pt x="440" y="274"/>
                </a:lnTo>
                <a:lnTo>
                  <a:pt x="440" y="275"/>
                </a:lnTo>
                <a:lnTo>
                  <a:pt x="440" y="276"/>
                </a:lnTo>
                <a:lnTo>
                  <a:pt x="440" y="277"/>
                </a:lnTo>
                <a:lnTo>
                  <a:pt x="440" y="278"/>
                </a:lnTo>
                <a:lnTo>
                  <a:pt x="441" y="280"/>
                </a:lnTo>
                <a:lnTo>
                  <a:pt x="441" y="282"/>
                </a:lnTo>
                <a:lnTo>
                  <a:pt x="441" y="283"/>
                </a:lnTo>
                <a:lnTo>
                  <a:pt x="442" y="283"/>
                </a:lnTo>
                <a:lnTo>
                  <a:pt x="443" y="284"/>
                </a:lnTo>
                <a:lnTo>
                  <a:pt x="445" y="284"/>
                </a:lnTo>
                <a:lnTo>
                  <a:pt x="446" y="284"/>
                </a:lnTo>
                <a:lnTo>
                  <a:pt x="448" y="284"/>
                </a:lnTo>
                <a:lnTo>
                  <a:pt x="449" y="284"/>
                </a:lnTo>
                <a:lnTo>
                  <a:pt x="449" y="285"/>
                </a:lnTo>
                <a:lnTo>
                  <a:pt x="450" y="285"/>
                </a:lnTo>
                <a:lnTo>
                  <a:pt x="450" y="286"/>
                </a:lnTo>
                <a:lnTo>
                  <a:pt x="451" y="286"/>
                </a:lnTo>
                <a:lnTo>
                  <a:pt x="452" y="286"/>
                </a:lnTo>
                <a:lnTo>
                  <a:pt x="453" y="286"/>
                </a:lnTo>
                <a:lnTo>
                  <a:pt x="455" y="287"/>
                </a:lnTo>
                <a:lnTo>
                  <a:pt x="454" y="288"/>
                </a:lnTo>
                <a:lnTo>
                  <a:pt x="454" y="289"/>
                </a:lnTo>
                <a:lnTo>
                  <a:pt x="454" y="291"/>
                </a:lnTo>
                <a:lnTo>
                  <a:pt x="453" y="292"/>
                </a:lnTo>
                <a:lnTo>
                  <a:pt x="453" y="293"/>
                </a:lnTo>
                <a:lnTo>
                  <a:pt x="452" y="293"/>
                </a:lnTo>
                <a:lnTo>
                  <a:pt x="452" y="294"/>
                </a:lnTo>
                <a:lnTo>
                  <a:pt x="453" y="294"/>
                </a:lnTo>
                <a:lnTo>
                  <a:pt x="454" y="294"/>
                </a:lnTo>
                <a:lnTo>
                  <a:pt x="454" y="293"/>
                </a:lnTo>
                <a:lnTo>
                  <a:pt x="455" y="293"/>
                </a:lnTo>
                <a:lnTo>
                  <a:pt x="456" y="294"/>
                </a:lnTo>
                <a:lnTo>
                  <a:pt x="457" y="294"/>
                </a:lnTo>
                <a:lnTo>
                  <a:pt x="458" y="294"/>
                </a:lnTo>
                <a:lnTo>
                  <a:pt x="459" y="294"/>
                </a:lnTo>
                <a:lnTo>
                  <a:pt x="460" y="294"/>
                </a:lnTo>
                <a:lnTo>
                  <a:pt x="460" y="295"/>
                </a:lnTo>
                <a:lnTo>
                  <a:pt x="461" y="296"/>
                </a:lnTo>
                <a:lnTo>
                  <a:pt x="461" y="297"/>
                </a:lnTo>
                <a:lnTo>
                  <a:pt x="461" y="298"/>
                </a:lnTo>
                <a:lnTo>
                  <a:pt x="461" y="299"/>
                </a:lnTo>
                <a:lnTo>
                  <a:pt x="462" y="301"/>
                </a:lnTo>
                <a:lnTo>
                  <a:pt x="463" y="300"/>
                </a:lnTo>
                <a:lnTo>
                  <a:pt x="464" y="300"/>
                </a:lnTo>
                <a:lnTo>
                  <a:pt x="465" y="301"/>
                </a:lnTo>
                <a:lnTo>
                  <a:pt x="466" y="302"/>
                </a:lnTo>
                <a:lnTo>
                  <a:pt x="466" y="303"/>
                </a:lnTo>
                <a:lnTo>
                  <a:pt x="466" y="304"/>
                </a:lnTo>
                <a:lnTo>
                  <a:pt x="466" y="306"/>
                </a:lnTo>
                <a:lnTo>
                  <a:pt x="467" y="306"/>
                </a:lnTo>
                <a:lnTo>
                  <a:pt x="468" y="307"/>
                </a:lnTo>
                <a:lnTo>
                  <a:pt x="468" y="308"/>
                </a:lnTo>
                <a:lnTo>
                  <a:pt x="467" y="308"/>
                </a:lnTo>
                <a:lnTo>
                  <a:pt x="467" y="310"/>
                </a:lnTo>
                <a:lnTo>
                  <a:pt x="467" y="311"/>
                </a:lnTo>
                <a:lnTo>
                  <a:pt x="467" y="312"/>
                </a:lnTo>
                <a:lnTo>
                  <a:pt x="466" y="314"/>
                </a:lnTo>
                <a:lnTo>
                  <a:pt x="467" y="315"/>
                </a:lnTo>
                <a:lnTo>
                  <a:pt x="467" y="316"/>
                </a:lnTo>
                <a:lnTo>
                  <a:pt x="467" y="317"/>
                </a:lnTo>
                <a:lnTo>
                  <a:pt x="466" y="318"/>
                </a:lnTo>
                <a:lnTo>
                  <a:pt x="467" y="318"/>
                </a:lnTo>
                <a:lnTo>
                  <a:pt x="468" y="322"/>
                </a:lnTo>
                <a:lnTo>
                  <a:pt x="468" y="324"/>
                </a:lnTo>
                <a:lnTo>
                  <a:pt x="469" y="324"/>
                </a:lnTo>
                <a:lnTo>
                  <a:pt x="469" y="325"/>
                </a:lnTo>
                <a:lnTo>
                  <a:pt x="469" y="327"/>
                </a:lnTo>
                <a:lnTo>
                  <a:pt x="469" y="329"/>
                </a:lnTo>
                <a:lnTo>
                  <a:pt x="469" y="332"/>
                </a:lnTo>
                <a:lnTo>
                  <a:pt x="468" y="332"/>
                </a:lnTo>
                <a:lnTo>
                  <a:pt x="467" y="332"/>
                </a:lnTo>
                <a:lnTo>
                  <a:pt x="466" y="333"/>
                </a:lnTo>
                <a:lnTo>
                  <a:pt x="465" y="334"/>
                </a:lnTo>
                <a:lnTo>
                  <a:pt x="465" y="335"/>
                </a:lnTo>
                <a:lnTo>
                  <a:pt x="464" y="336"/>
                </a:lnTo>
                <a:lnTo>
                  <a:pt x="463" y="336"/>
                </a:lnTo>
                <a:lnTo>
                  <a:pt x="463" y="337"/>
                </a:lnTo>
                <a:lnTo>
                  <a:pt x="463" y="338"/>
                </a:lnTo>
                <a:lnTo>
                  <a:pt x="462" y="339"/>
                </a:lnTo>
                <a:lnTo>
                  <a:pt x="461" y="338"/>
                </a:lnTo>
                <a:lnTo>
                  <a:pt x="461" y="339"/>
                </a:lnTo>
                <a:lnTo>
                  <a:pt x="460" y="341"/>
                </a:lnTo>
                <a:lnTo>
                  <a:pt x="461" y="342"/>
                </a:lnTo>
                <a:lnTo>
                  <a:pt x="463" y="343"/>
                </a:lnTo>
                <a:lnTo>
                  <a:pt x="464" y="344"/>
                </a:lnTo>
                <a:lnTo>
                  <a:pt x="464" y="347"/>
                </a:lnTo>
                <a:lnTo>
                  <a:pt x="465" y="347"/>
                </a:lnTo>
                <a:lnTo>
                  <a:pt x="466" y="347"/>
                </a:lnTo>
                <a:lnTo>
                  <a:pt x="467" y="348"/>
                </a:lnTo>
                <a:lnTo>
                  <a:pt x="467" y="349"/>
                </a:lnTo>
                <a:lnTo>
                  <a:pt x="468" y="349"/>
                </a:lnTo>
                <a:lnTo>
                  <a:pt x="469" y="349"/>
                </a:lnTo>
                <a:lnTo>
                  <a:pt x="470" y="349"/>
                </a:lnTo>
                <a:lnTo>
                  <a:pt x="471" y="349"/>
                </a:lnTo>
                <a:lnTo>
                  <a:pt x="472" y="349"/>
                </a:lnTo>
                <a:lnTo>
                  <a:pt x="473" y="349"/>
                </a:lnTo>
                <a:lnTo>
                  <a:pt x="473" y="350"/>
                </a:lnTo>
                <a:lnTo>
                  <a:pt x="474" y="351"/>
                </a:lnTo>
                <a:lnTo>
                  <a:pt x="476" y="351"/>
                </a:lnTo>
                <a:lnTo>
                  <a:pt x="476" y="350"/>
                </a:lnTo>
                <a:lnTo>
                  <a:pt x="477" y="350"/>
                </a:lnTo>
                <a:lnTo>
                  <a:pt x="478" y="351"/>
                </a:lnTo>
                <a:lnTo>
                  <a:pt x="478" y="354"/>
                </a:lnTo>
                <a:lnTo>
                  <a:pt x="480" y="355"/>
                </a:lnTo>
                <a:lnTo>
                  <a:pt x="481" y="355"/>
                </a:lnTo>
                <a:lnTo>
                  <a:pt x="482" y="355"/>
                </a:lnTo>
                <a:lnTo>
                  <a:pt x="482" y="354"/>
                </a:lnTo>
                <a:lnTo>
                  <a:pt x="481" y="354"/>
                </a:lnTo>
                <a:lnTo>
                  <a:pt x="481" y="353"/>
                </a:lnTo>
                <a:lnTo>
                  <a:pt x="482" y="352"/>
                </a:lnTo>
                <a:lnTo>
                  <a:pt x="483" y="352"/>
                </a:lnTo>
                <a:lnTo>
                  <a:pt x="483" y="351"/>
                </a:lnTo>
                <a:lnTo>
                  <a:pt x="483" y="350"/>
                </a:lnTo>
                <a:lnTo>
                  <a:pt x="483" y="349"/>
                </a:lnTo>
                <a:lnTo>
                  <a:pt x="484" y="348"/>
                </a:lnTo>
                <a:lnTo>
                  <a:pt x="485" y="346"/>
                </a:lnTo>
                <a:lnTo>
                  <a:pt x="485" y="343"/>
                </a:lnTo>
                <a:lnTo>
                  <a:pt x="484" y="342"/>
                </a:lnTo>
                <a:lnTo>
                  <a:pt x="484" y="340"/>
                </a:lnTo>
                <a:lnTo>
                  <a:pt x="485" y="340"/>
                </a:lnTo>
                <a:lnTo>
                  <a:pt x="485" y="339"/>
                </a:lnTo>
                <a:lnTo>
                  <a:pt x="485" y="337"/>
                </a:lnTo>
                <a:lnTo>
                  <a:pt x="485" y="336"/>
                </a:lnTo>
                <a:lnTo>
                  <a:pt x="486" y="336"/>
                </a:lnTo>
                <a:lnTo>
                  <a:pt x="486" y="335"/>
                </a:lnTo>
                <a:lnTo>
                  <a:pt x="486" y="334"/>
                </a:lnTo>
                <a:lnTo>
                  <a:pt x="487" y="332"/>
                </a:lnTo>
                <a:lnTo>
                  <a:pt x="486" y="332"/>
                </a:lnTo>
                <a:lnTo>
                  <a:pt x="487" y="331"/>
                </a:lnTo>
                <a:lnTo>
                  <a:pt x="488" y="332"/>
                </a:lnTo>
                <a:lnTo>
                  <a:pt x="489" y="332"/>
                </a:lnTo>
                <a:lnTo>
                  <a:pt x="490" y="331"/>
                </a:lnTo>
                <a:lnTo>
                  <a:pt x="490" y="330"/>
                </a:lnTo>
                <a:lnTo>
                  <a:pt x="490" y="329"/>
                </a:lnTo>
                <a:lnTo>
                  <a:pt x="490" y="328"/>
                </a:lnTo>
                <a:lnTo>
                  <a:pt x="490" y="327"/>
                </a:lnTo>
                <a:lnTo>
                  <a:pt x="491" y="327"/>
                </a:lnTo>
                <a:lnTo>
                  <a:pt x="491" y="328"/>
                </a:lnTo>
                <a:lnTo>
                  <a:pt x="492" y="328"/>
                </a:lnTo>
                <a:lnTo>
                  <a:pt x="494" y="329"/>
                </a:lnTo>
                <a:lnTo>
                  <a:pt x="495" y="330"/>
                </a:lnTo>
                <a:lnTo>
                  <a:pt x="496" y="330"/>
                </a:lnTo>
                <a:lnTo>
                  <a:pt x="497" y="330"/>
                </a:lnTo>
                <a:lnTo>
                  <a:pt x="498" y="331"/>
                </a:lnTo>
                <a:lnTo>
                  <a:pt x="500" y="332"/>
                </a:lnTo>
                <a:lnTo>
                  <a:pt x="500" y="331"/>
                </a:lnTo>
                <a:lnTo>
                  <a:pt x="501" y="331"/>
                </a:lnTo>
                <a:lnTo>
                  <a:pt x="502" y="332"/>
                </a:lnTo>
                <a:lnTo>
                  <a:pt x="502" y="333"/>
                </a:lnTo>
                <a:lnTo>
                  <a:pt x="503" y="333"/>
                </a:lnTo>
                <a:lnTo>
                  <a:pt x="504" y="333"/>
                </a:lnTo>
                <a:lnTo>
                  <a:pt x="504" y="332"/>
                </a:lnTo>
                <a:lnTo>
                  <a:pt x="505" y="331"/>
                </a:lnTo>
                <a:lnTo>
                  <a:pt x="506" y="331"/>
                </a:lnTo>
                <a:lnTo>
                  <a:pt x="507" y="330"/>
                </a:lnTo>
                <a:lnTo>
                  <a:pt x="509" y="329"/>
                </a:lnTo>
                <a:lnTo>
                  <a:pt x="509" y="328"/>
                </a:lnTo>
                <a:lnTo>
                  <a:pt x="510" y="328"/>
                </a:lnTo>
                <a:lnTo>
                  <a:pt x="511" y="328"/>
                </a:lnTo>
                <a:lnTo>
                  <a:pt x="512" y="327"/>
                </a:lnTo>
                <a:lnTo>
                  <a:pt x="513" y="327"/>
                </a:lnTo>
                <a:lnTo>
                  <a:pt x="513" y="326"/>
                </a:lnTo>
                <a:lnTo>
                  <a:pt x="514" y="326"/>
                </a:lnTo>
                <a:lnTo>
                  <a:pt x="514" y="327"/>
                </a:lnTo>
                <a:lnTo>
                  <a:pt x="514" y="328"/>
                </a:lnTo>
                <a:lnTo>
                  <a:pt x="515" y="329"/>
                </a:lnTo>
                <a:lnTo>
                  <a:pt x="514" y="329"/>
                </a:lnTo>
                <a:lnTo>
                  <a:pt x="513" y="331"/>
                </a:lnTo>
                <a:lnTo>
                  <a:pt x="512" y="332"/>
                </a:lnTo>
                <a:lnTo>
                  <a:pt x="512" y="334"/>
                </a:lnTo>
                <a:lnTo>
                  <a:pt x="511" y="334"/>
                </a:lnTo>
                <a:lnTo>
                  <a:pt x="511" y="335"/>
                </a:lnTo>
                <a:lnTo>
                  <a:pt x="510" y="336"/>
                </a:lnTo>
                <a:lnTo>
                  <a:pt x="510" y="337"/>
                </a:lnTo>
                <a:lnTo>
                  <a:pt x="510" y="338"/>
                </a:lnTo>
                <a:lnTo>
                  <a:pt x="511" y="338"/>
                </a:lnTo>
                <a:lnTo>
                  <a:pt x="512" y="338"/>
                </a:lnTo>
                <a:lnTo>
                  <a:pt x="512" y="337"/>
                </a:lnTo>
                <a:lnTo>
                  <a:pt x="513" y="337"/>
                </a:lnTo>
                <a:lnTo>
                  <a:pt x="513" y="336"/>
                </a:lnTo>
                <a:lnTo>
                  <a:pt x="513" y="335"/>
                </a:lnTo>
                <a:lnTo>
                  <a:pt x="514" y="335"/>
                </a:lnTo>
                <a:lnTo>
                  <a:pt x="514" y="334"/>
                </a:lnTo>
                <a:lnTo>
                  <a:pt x="515" y="333"/>
                </a:lnTo>
                <a:lnTo>
                  <a:pt x="516" y="332"/>
                </a:lnTo>
                <a:lnTo>
                  <a:pt x="516" y="331"/>
                </a:lnTo>
                <a:lnTo>
                  <a:pt x="517" y="331"/>
                </a:lnTo>
                <a:lnTo>
                  <a:pt x="518" y="332"/>
                </a:lnTo>
                <a:lnTo>
                  <a:pt x="519" y="332"/>
                </a:lnTo>
                <a:lnTo>
                  <a:pt x="519" y="333"/>
                </a:lnTo>
                <a:lnTo>
                  <a:pt x="520" y="334"/>
                </a:lnTo>
                <a:lnTo>
                  <a:pt x="520" y="335"/>
                </a:lnTo>
                <a:lnTo>
                  <a:pt x="520" y="336"/>
                </a:lnTo>
                <a:lnTo>
                  <a:pt x="521" y="339"/>
                </a:lnTo>
                <a:lnTo>
                  <a:pt x="522" y="339"/>
                </a:lnTo>
                <a:lnTo>
                  <a:pt x="523" y="338"/>
                </a:lnTo>
                <a:lnTo>
                  <a:pt x="523" y="337"/>
                </a:lnTo>
                <a:lnTo>
                  <a:pt x="523" y="338"/>
                </a:lnTo>
                <a:lnTo>
                  <a:pt x="524" y="338"/>
                </a:lnTo>
                <a:lnTo>
                  <a:pt x="524" y="339"/>
                </a:lnTo>
                <a:lnTo>
                  <a:pt x="525" y="339"/>
                </a:lnTo>
                <a:lnTo>
                  <a:pt x="526" y="340"/>
                </a:lnTo>
                <a:lnTo>
                  <a:pt x="526" y="341"/>
                </a:lnTo>
                <a:lnTo>
                  <a:pt x="526" y="342"/>
                </a:lnTo>
                <a:lnTo>
                  <a:pt x="526" y="344"/>
                </a:lnTo>
                <a:lnTo>
                  <a:pt x="527" y="345"/>
                </a:lnTo>
                <a:lnTo>
                  <a:pt x="528" y="345"/>
                </a:lnTo>
                <a:lnTo>
                  <a:pt x="529" y="346"/>
                </a:lnTo>
                <a:lnTo>
                  <a:pt x="529" y="347"/>
                </a:lnTo>
                <a:lnTo>
                  <a:pt x="530" y="347"/>
                </a:lnTo>
                <a:lnTo>
                  <a:pt x="530" y="348"/>
                </a:lnTo>
                <a:lnTo>
                  <a:pt x="532" y="349"/>
                </a:lnTo>
                <a:lnTo>
                  <a:pt x="533" y="351"/>
                </a:lnTo>
                <a:lnTo>
                  <a:pt x="533" y="352"/>
                </a:lnTo>
                <a:lnTo>
                  <a:pt x="534" y="352"/>
                </a:lnTo>
                <a:lnTo>
                  <a:pt x="534" y="353"/>
                </a:lnTo>
                <a:lnTo>
                  <a:pt x="533" y="353"/>
                </a:lnTo>
                <a:lnTo>
                  <a:pt x="532" y="353"/>
                </a:lnTo>
                <a:lnTo>
                  <a:pt x="532" y="354"/>
                </a:lnTo>
                <a:lnTo>
                  <a:pt x="533" y="354"/>
                </a:lnTo>
                <a:lnTo>
                  <a:pt x="534" y="354"/>
                </a:lnTo>
                <a:lnTo>
                  <a:pt x="534" y="355"/>
                </a:lnTo>
                <a:lnTo>
                  <a:pt x="533" y="356"/>
                </a:lnTo>
                <a:lnTo>
                  <a:pt x="532" y="356"/>
                </a:lnTo>
                <a:lnTo>
                  <a:pt x="532" y="357"/>
                </a:lnTo>
                <a:lnTo>
                  <a:pt x="533" y="357"/>
                </a:lnTo>
                <a:lnTo>
                  <a:pt x="535" y="357"/>
                </a:lnTo>
                <a:lnTo>
                  <a:pt x="536" y="358"/>
                </a:lnTo>
                <a:lnTo>
                  <a:pt x="535" y="360"/>
                </a:lnTo>
                <a:lnTo>
                  <a:pt x="535" y="361"/>
                </a:lnTo>
                <a:lnTo>
                  <a:pt x="536" y="361"/>
                </a:lnTo>
                <a:lnTo>
                  <a:pt x="537" y="360"/>
                </a:lnTo>
                <a:lnTo>
                  <a:pt x="537" y="361"/>
                </a:lnTo>
                <a:lnTo>
                  <a:pt x="536" y="362"/>
                </a:lnTo>
                <a:lnTo>
                  <a:pt x="537" y="363"/>
                </a:lnTo>
                <a:lnTo>
                  <a:pt x="538" y="363"/>
                </a:lnTo>
                <a:lnTo>
                  <a:pt x="538" y="364"/>
                </a:lnTo>
                <a:lnTo>
                  <a:pt x="538" y="365"/>
                </a:lnTo>
                <a:lnTo>
                  <a:pt x="539" y="365"/>
                </a:lnTo>
                <a:lnTo>
                  <a:pt x="540" y="366"/>
                </a:lnTo>
                <a:lnTo>
                  <a:pt x="541" y="366"/>
                </a:lnTo>
                <a:lnTo>
                  <a:pt x="541" y="365"/>
                </a:lnTo>
                <a:lnTo>
                  <a:pt x="541" y="366"/>
                </a:lnTo>
                <a:lnTo>
                  <a:pt x="542" y="366"/>
                </a:lnTo>
                <a:lnTo>
                  <a:pt x="542" y="367"/>
                </a:lnTo>
                <a:lnTo>
                  <a:pt x="543" y="367"/>
                </a:lnTo>
                <a:lnTo>
                  <a:pt x="543" y="368"/>
                </a:lnTo>
                <a:lnTo>
                  <a:pt x="542" y="368"/>
                </a:lnTo>
                <a:lnTo>
                  <a:pt x="542" y="369"/>
                </a:lnTo>
                <a:lnTo>
                  <a:pt x="543" y="369"/>
                </a:lnTo>
                <a:lnTo>
                  <a:pt x="544" y="368"/>
                </a:lnTo>
                <a:lnTo>
                  <a:pt x="545" y="368"/>
                </a:lnTo>
                <a:lnTo>
                  <a:pt x="545" y="369"/>
                </a:lnTo>
                <a:lnTo>
                  <a:pt x="545" y="370"/>
                </a:lnTo>
                <a:lnTo>
                  <a:pt x="546" y="370"/>
                </a:lnTo>
                <a:lnTo>
                  <a:pt x="547" y="369"/>
                </a:lnTo>
                <a:lnTo>
                  <a:pt x="548" y="369"/>
                </a:lnTo>
                <a:lnTo>
                  <a:pt x="547" y="370"/>
                </a:lnTo>
                <a:lnTo>
                  <a:pt x="547" y="371"/>
                </a:lnTo>
                <a:lnTo>
                  <a:pt x="548" y="371"/>
                </a:lnTo>
                <a:lnTo>
                  <a:pt x="549" y="371"/>
                </a:lnTo>
                <a:lnTo>
                  <a:pt x="550" y="371"/>
                </a:lnTo>
                <a:lnTo>
                  <a:pt x="550" y="372"/>
                </a:lnTo>
                <a:lnTo>
                  <a:pt x="550" y="373"/>
                </a:lnTo>
                <a:lnTo>
                  <a:pt x="550" y="372"/>
                </a:lnTo>
                <a:lnTo>
                  <a:pt x="551" y="372"/>
                </a:lnTo>
                <a:lnTo>
                  <a:pt x="552" y="373"/>
                </a:lnTo>
                <a:lnTo>
                  <a:pt x="553" y="373"/>
                </a:lnTo>
                <a:lnTo>
                  <a:pt x="554" y="374"/>
                </a:lnTo>
                <a:lnTo>
                  <a:pt x="555" y="374"/>
                </a:lnTo>
                <a:lnTo>
                  <a:pt x="555" y="375"/>
                </a:lnTo>
                <a:lnTo>
                  <a:pt x="558" y="376"/>
                </a:lnTo>
                <a:lnTo>
                  <a:pt x="559" y="376"/>
                </a:lnTo>
                <a:lnTo>
                  <a:pt x="559" y="375"/>
                </a:lnTo>
                <a:lnTo>
                  <a:pt x="558" y="373"/>
                </a:lnTo>
                <a:lnTo>
                  <a:pt x="557" y="372"/>
                </a:lnTo>
                <a:lnTo>
                  <a:pt x="557" y="371"/>
                </a:lnTo>
                <a:lnTo>
                  <a:pt x="557" y="370"/>
                </a:lnTo>
                <a:lnTo>
                  <a:pt x="557" y="369"/>
                </a:lnTo>
                <a:lnTo>
                  <a:pt x="557" y="368"/>
                </a:lnTo>
                <a:lnTo>
                  <a:pt x="557" y="367"/>
                </a:lnTo>
                <a:lnTo>
                  <a:pt x="557" y="365"/>
                </a:lnTo>
                <a:lnTo>
                  <a:pt x="558" y="363"/>
                </a:lnTo>
                <a:lnTo>
                  <a:pt x="558" y="362"/>
                </a:lnTo>
                <a:lnTo>
                  <a:pt x="558" y="361"/>
                </a:lnTo>
                <a:lnTo>
                  <a:pt x="557" y="361"/>
                </a:lnTo>
                <a:lnTo>
                  <a:pt x="558" y="359"/>
                </a:lnTo>
                <a:lnTo>
                  <a:pt x="558" y="358"/>
                </a:lnTo>
                <a:lnTo>
                  <a:pt x="558" y="357"/>
                </a:lnTo>
                <a:lnTo>
                  <a:pt x="558" y="356"/>
                </a:lnTo>
                <a:lnTo>
                  <a:pt x="559" y="355"/>
                </a:lnTo>
                <a:lnTo>
                  <a:pt x="560" y="354"/>
                </a:lnTo>
                <a:lnTo>
                  <a:pt x="561" y="354"/>
                </a:lnTo>
                <a:lnTo>
                  <a:pt x="563" y="356"/>
                </a:lnTo>
                <a:lnTo>
                  <a:pt x="564" y="357"/>
                </a:lnTo>
                <a:lnTo>
                  <a:pt x="565" y="358"/>
                </a:lnTo>
                <a:lnTo>
                  <a:pt x="566" y="358"/>
                </a:lnTo>
                <a:lnTo>
                  <a:pt x="567" y="358"/>
                </a:lnTo>
                <a:lnTo>
                  <a:pt x="567" y="357"/>
                </a:lnTo>
                <a:lnTo>
                  <a:pt x="568" y="356"/>
                </a:lnTo>
                <a:lnTo>
                  <a:pt x="568" y="355"/>
                </a:lnTo>
                <a:lnTo>
                  <a:pt x="567" y="355"/>
                </a:lnTo>
                <a:lnTo>
                  <a:pt x="567" y="354"/>
                </a:lnTo>
                <a:lnTo>
                  <a:pt x="567" y="353"/>
                </a:lnTo>
                <a:lnTo>
                  <a:pt x="567" y="352"/>
                </a:lnTo>
                <a:lnTo>
                  <a:pt x="567" y="351"/>
                </a:lnTo>
                <a:lnTo>
                  <a:pt x="566" y="350"/>
                </a:lnTo>
                <a:lnTo>
                  <a:pt x="566" y="349"/>
                </a:lnTo>
                <a:lnTo>
                  <a:pt x="565" y="348"/>
                </a:lnTo>
                <a:lnTo>
                  <a:pt x="564" y="347"/>
                </a:lnTo>
                <a:lnTo>
                  <a:pt x="563" y="346"/>
                </a:lnTo>
                <a:lnTo>
                  <a:pt x="563" y="345"/>
                </a:lnTo>
                <a:lnTo>
                  <a:pt x="563" y="344"/>
                </a:lnTo>
                <a:lnTo>
                  <a:pt x="563" y="343"/>
                </a:lnTo>
                <a:lnTo>
                  <a:pt x="564" y="344"/>
                </a:lnTo>
                <a:lnTo>
                  <a:pt x="564" y="345"/>
                </a:lnTo>
                <a:lnTo>
                  <a:pt x="565" y="345"/>
                </a:lnTo>
                <a:lnTo>
                  <a:pt x="565" y="344"/>
                </a:lnTo>
                <a:lnTo>
                  <a:pt x="567" y="345"/>
                </a:lnTo>
                <a:lnTo>
                  <a:pt x="567" y="346"/>
                </a:lnTo>
                <a:lnTo>
                  <a:pt x="567" y="347"/>
                </a:lnTo>
                <a:lnTo>
                  <a:pt x="569" y="347"/>
                </a:lnTo>
                <a:lnTo>
                  <a:pt x="570" y="348"/>
                </a:lnTo>
                <a:lnTo>
                  <a:pt x="571" y="349"/>
                </a:lnTo>
                <a:lnTo>
                  <a:pt x="572" y="349"/>
                </a:lnTo>
                <a:lnTo>
                  <a:pt x="573" y="349"/>
                </a:lnTo>
                <a:lnTo>
                  <a:pt x="574" y="350"/>
                </a:lnTo>
                <a:lnTo>
                  <a:pt x="575" y="350"/>
                </a:lnTo>
                <a:lnTo>
                  <a:pt x="575" y="349"/>
                </a:lnTo>
                <a:lnTo>
                  <a:pt x="575" y="348"/>
                </a:lnTo>
                <a:lnTo>
                  <a:pt x="576" y="348"/>
                </a:lnTo>
                <a:lnTo>
                  <a:pt x="576" y="347"/>
                </a:lnTo>
                <a:lnTo>
                  <a:pt x="577" y="348"/>
                </a:lnTo>
                <a:lnTo>
                  <a:pt x="577" y="350"/>
                </a:lnTo>
                <a:lnTo>
                  <a:pt x="577" y="351"/>
                </a:lnTo>
                <a:lnTo>
                  <a:pt x="577" y="352"/>
                </a:lnTo>
                <a:lnTo>
                  <a:pt x="578" y="352"/>
                </a:lnTo>
                <a:lnTo>
                  <a:pt x="578" y="353"/>
                </a:lnTo>
                <a:lnTo>
                  <a:pt x="579" y="353"/>
                </a:lnTo>
                <a:lnTo>
                  <a:pt x="579" y="352"/>
                </a:lnTo>
                <a:lnTo>
                  <a:pt x="580" y="351"/>
                </a:lnTo>
                <a:lnTo>
                  <a:pt x="581" y="350"/>
                </a:lnTo>
                <a:lnTo>
                  <a:pt x="581" y="349"/>
                </a:lnTo>
                <a:lnTo>
                  <a:pt x="582" y="349"/>
                </a:lnTo>
                <a:lnTo>
                  <a:pt x="582" y="350"/>
                </a:lnTo>
                <a:lnTo>
                  <a:pt x="583" y="351"/>
                </a:lnTo>
                <a:lnTo>
                  <a:pt x="585" y="352"/>
                </a:lnTo>
                <a:lnTo>
                  <a:pt x="586" y="352"/>
                </a:lnTo>
                <a:lnTo>
                  <a:pt x="587" y="352"/>
                </a:lnTo>
                <a:lnTo>
                  <a:pt x="587" y="351"/>
                </a:lnTo>
                <a:lnTo>
                  <a:pt x="588" y="351"/>
                </a:lnTo>
                <a:lnTo>
                  <a:pt x="589" y="351"/>
                </a:lnTo>
                <a:lnTo>
                  <a:pt x="589" y="352"/>
                </a:lnTo>
                <a:lnTo>
                  <a:pt x="590" y="352"/>
                </a:lnTo>
                <a:lnTo>
                  <a:pt x="590" y="353"/>
                </a:lnTo>
                <a:lnTo>
                  <a:pt x="591" y="353"/>
                </a:lnTo>
                <a:lnTo>
                  <a:pt x="592" y="353"/>
                </a:lnTo>
                <a:lnTo>
                  <a:pt x="592" y="354"/>
                </a:lnTo>
                <a:lnTo>
                  <a:pt x="593" y="354"/>
                </a:lnTo>
                <a:lnTo>
                  <a:pt x="594" y="353"/>
                </a:lnTo>
                <a:lnTo>
                  <a:pt x="594" y="354"/>
                </a:lnTo>
                <a:lnTo>
                  <a:pt x="594" y="355"/>
                </a:lnTo>
                <a:lnTo>
                  <a:pt x="595" y="355"/>
                </a:lnTo>
                <a:lnTo>
                  <a:pt x="596" y="355"/>
                </a:lnTo>
                <a:lnTo>
                  <a:pt x="597" y="355"/>
                </a:lnTo>
                <a:lnTo>
                  <a:pt x="597" y="356"/>
                </a:lnTo>
                <a:lnTo>
                  <a:pt x="597" y="357"/>
                </a:lnTo>
                <a:lnTo>
                  <a:pt x="598" y="357"/>
                </a:lnTo>
                <a:lnTo>
                  <a:pt x="598" y="358"/>
                </a:lnTo>
                <a:lnTo>
                  <a:pt x="598" y="359"/>
                </a:lnTo>
                <a:lnTo>
                  <a:pt x="599" y="359"/>
                </a:lnTo>
                <a:lnTo>
                  <a:pt x="600" y="358"/>
                </a:lnTo>
                <a:lnTo>
                  <a:pt x="601" y="358"/>
                </a:lnTo>
                <a:lnTo>
                  <a:pt x="601" y="359"/>
                </a:lnTo>
                <a:lnTo>
                  <a:pt x="602" y="359"/>
                </a:lnTo>
                <a:lnTo>
                  <a:pt x="603" y="361"/>
                </a:lnTo>
                <a:lnTo>
                  <a:pt x="603" y="362"/>
                </a:lnTo>
                <a:lnTo>
                  <a:pt x="604" y="362"/>
                </a:lnTo>
                <a:lnTo>
                  <a:pt x="605" y="361"/>
                </a:lnTo>
                <a:lnTo>
                  <a:pt x="606" y="360"/>
                </a:lnTo>
                <a:lnTo>
                  <a:pt x="607" y="359"/>
                </a:lnTo>
                <a:lnTo>
                  <a:pt x="608" y="358"/>
                </a:lnTo>
                <a:lnTo>
                  <a:pt x="609" y="358"/>
                </a:lnTo>
                <a:lnTo>
                  <a:pt x="610" y="357"/>
                </a:lnTo>
                <a:lnTo>
                  <a:pt x="611" y="357"/>
                </a:lnTo>
                <a:lnTo>
                  <a:pt x="612" y="357"/>
                </a:lnTo>
                <a:lnTo>
                  <a:pt x="613" y="357"/>
                </a:lnTo>
                <a:lnTo>
                  <a:pt x="614" y="357"/>
                </a:lnTo>
                <a:lnTo>
                  <a:pt x="615" y="357"/>
                </a:lnTo>
                <a:lnTo>
                  <a:pt x="615" y="356"/>
                </a:lnTo>
                <a:lnTo>
                  <a:pt x="616" y="356"/>
                </a:lnTo>
                <a:lnTo>
                  <a:pt x="616" y="355"/>
                </a:lnTo>
                <a:lnTo>
                  <a:pt x="617" y="355"/>
                </a:lnTo>
                <a:lnTo>
                  <a:pt x="618" y="355"/>
                </a:lnTo>
                <a:lnTo>
                  <a:pt x="618" y="354"/>
                </a:lnTo>
                <a:lnTo>
                  <a:pt x="619" y="353"/>
                </a:lnTo>
                <a:lnTo>
                  <a:pt x="620" y="352"/>
                </a:lnTo>
                <a:lnTo>
                  <a:pt x="621" y="350"/>
                </a:lnTo>
                <a:lnTo>
                  <a:pt x="622" y="350"/>
                </a:lnTo>
                <a:lnTo>
                  <a:pt x="624" y="349"/>
                </a:lnTo>
                <a:lnTo>
                  <a:pt x="625" y="347"/>
                </a:lnTo>
                <a:lnTo>
                  <a:pt x="626" y="347"/>
                </a:lnTo>
                <a:lnTo>
                  <a:pt x="627" y="347"/>
                </a:lnTo>
                <a:lnTo>
                  <a:pt x="628" y="346"/>
                </a:lnTo>
                <a:lnTo>
                  <a:pt x="629" y="346"/>
                </a:lnTo>
                <a:lnTo>
                  <a:pt x="629" y="347"/>
                </a:lnTo>
                <a:lnTo>
                  <a:pt x="630" y="348"/>
                </a:lnTo>
                <a:lnTo>
                  <a:pt x="631" y="349"/>
                </a:lnTo>
                <a:lnTo>
                  <a:pt x="633" y="349"/>
                </a:lnTo>
                <a:lnTo>
                  <a:pt x="634" y="349"/>
                </a:lnTo>
                <a:lnTo>
                  <a:pt x="634" y="348"/>
                </a:lnTo>
                <a:lnTo>
                  <a:pt x="635" y="348"/>
                </a:lnTo>
                <a:lnTo>
                  <a:pt x="635" y="349"/>
                </a:lnTo>
                <a:lnTo>
                  <a:pt x="635" y="350"/>
                </a:lnTo>
                <a:lnTo>
                  <a:pt x="635" y="351"/>
                </a:lnTo>
                <a:lnTo>
                  <a:pt x="634" y="352"/>
                </a:lnTo>
                <a:lnTo>
                  <a:pt x="634" y="356"/>
                </a:lnTo>
                <a:lnTo>
                  <a:pt x="635" y="356"/>
                </a:lnTo>
                <a:lnTo>
                  <a:pt x="636" y="356"/>
                </a:lnTo>
                <a:lnTo>
                  <a:pt x="637" y="356"/>
                </a:lnTo>
                <a:lnTo>
                  <a:pt x="636" y="356"/>
                </a:lnTo>
                <a:lnTo>
                  <a:pt x="636" y="355"/>
                </a:lnTo>
                <a:lnTo>
                  <a:pt x="636" y="353"/>
                </a:lnTo>
                <a:lnTo>
                  <a:pt x="636" y="352"/>
                </a:lnTo>
                <a:lnTo>
                  <a:pt x="637" y="351"/>
                </a:lnTo>
                <a:lnTo>
                  <a:pt x="638" y="351"/>
                </a:lnTo>
                <a:lnTo>
                  <a:pt x="640" y="351"/>
                </a:lnTo>
                <a:lnTo>
                  <a:pt x="641" y="351"/>
                </a:lnTo>
                <a:lnTo>
                  <a:pt x="643" y="351"/>
                </a:lnTo>
                <a:lnTo>
                  <a:pt x="644" y="350"/>
                </a:lnTo>
                <a:lnTo>
                  <a:pt x="644" y="349"/>
                </a:lnTo>
                <a:lnTo>
                  <a:pt x="645" y="349"/>
                </a:lnTo>
                <a:lnTo>
                  <a:pt x="645" y="348"/>
                </a:lnTo>
                <a:lnTo>
                  <a:pt x="646" y="347"/>
                </a:lnTo>
                <a:lnTo>
                  <a:pt x="646" y="346"/>
                </a:lnTo>
                <a:lnTo>
                  <a:pt x="647" y="346"/>
                </a:lnTo>
                <a:lnTo>
                  <a:pt x="647" y="347"/>
                </a:lnTo>
                <a:lnTo>
                  <a:pt x="648" y="346"/>
                </a:lnTo>
                <a:lnTo>
                  <a:pt x="649" y="346"/>
                </a:lnTo>
                <a:lnTo>
                  <a:pt x="650" y="344"/>
                </a:lnTo>
                <a:lnTo>
                  <a:pt x="651" y="342"/>
                </a:lnTo>
                <a:lnTo>
                  <a:pt x="651" y="341"/>
                </a:lnTo>
                <a:lnTo>
                  <a:pt x="652" y="341"/>
                </a:lnTo>
                <a:lnTo>
                  <a:pt x="654" y="339"/>
                </a:lnTo>
                <a:lnTo>
                  <a:pt x="654" y="337"/>
                </a:lnTo>
                <a:lnTo>
                  <a:pt x="655" y="336"/>
                </a:lnTo>
                <a:lnTo>
                  <a:pt x="655" y="335"/>
                </a:lnTo>
                <a:lnTo>
                  <a:pt x="655" y="334"/>
                </a:lnTo>
                <a:lnTo>
                  <a:pt x="655" y="333"/>
                </a:lnTo>
                <a:lnTo>
                  <a:pt x="655" y="332"/>
                </a:lnTo>
                <a:lnTo>
                  <a:pt x="655" y="330"/>
                </a:lnTo>
                <a:lnTo>
                  <a:pt x="655" y="329"/>
                </a:lnTo>
                <a:lnTo>
                  <a:pt x="655" y="328"/>
                </a:lnTo>
                <a:lnTo>
                  <a:pt x="655" y="327"/>
                </a:lnTo>
                <a:lnTo>
                  <a:pt x="656" y="327"/>
                </a:lnTo>
                <a:lnTo>
                  <a:pt x="657" y="326"/>
                </a:lnTo>
                <a:lnTo>
                  <a:pt x="657" y="325"/>
                </a:lnTo>
                <a:lnTo>
                  <a:pt x="656" y="325"/>
                </a:lnTo>
                <a:lnTo>
                  <a:pt x="656" y="324"/>
                </a:lnTo>
                <a:lnTo>
                  <a:pt x="656" y="323"/>
                </a:lnTo>
                <a:lnTo>
                  <a:pt x="656" y="322"/>
                </a:lnTo>
                <a:lnTo>
                  <a:pt x="656" y="321"/>
                </a:lnTo>
                <a:lnTo>
                  <a:pt x="657" y="321"/>
                </a:lnTo>
                <a:lnTo>
                  <a:pt x="657" y="319"/>
                </a:lnTo>
                <a:lnTo>
                  <a:pt x="657" y="318"/>
                </a:lnTo>
                <a:lnTo>
                  <a:pt x="657" y="317"/>
                </a:lnTo>
                <a:lnTo>
                  <a:pt x="658" y="317"/>
                </a:lnTo>
                <a:lnTo>
                  <a:pt x="657" y="316"/>
                </a:lnTo>
                <a:lnTo>
                  <a:pt x="656" y="316"/>
                </a:lnTo>
                <a:lnTo>
                  <a:pt x="655" y="315"/>
                </a:lnTo>
                <a:lnTo>
                  <a:pt x="655" y="314"/>
                </a:lnTo>
                <a:lnTo>
                  <a:pt x="655" y="313"/>
                </a:lnTo>
                <a:lnTo>
                  <a:pt x="655" y="312"/>
                </a:lnTo>
                <a:lnTo>
                  <a:pt x="655" y="310"/>
                </a:lnTo>
                <a:lnTo>
                  <a:pt x="654" y="309"/>
                </a:lnTo>
                <a:lnTo>
                  <a:pt x="653" y="309"/>
                </a:lnTo>
                <a:lnTo>
                  <a:pt x="652" y="309"/>
                </a:lnTo>
                <a:lnTo>
                  <a:pt x="652" y="308"/>
                </a:lnTo>
                <a:lnTo>
                  <a:pt x="651" y="306"/>
                </a:lnTo>
                <a:lnTo>
                  <a:pt x="650" y="306"/>
                </a:lnTo>
                <a:lnTo>
                  <a:pt x="649" y="305"/>
                </a:lnTo>
                <a:lnTo>
                  <a:pt x="649" y="304"/>
                </a:lnTo>
                <a:lnTo>
                  <a:pt x="648" y="303"/>
                </a:lnTo>
                <a:lnTo>
                  <a:pt x="647" y="303"/>
                </a:lnTo>
                <a:lnTo>
                  <a:pt x="646" y="303"/>
                </a:lnTo>
                <a:lnTo>
                  <a:pt x="646" y="302"/>
                </a:lnTo>
                <a:lnTo>
                  <a:pt x="646" y="301"/>
                </a:lnTo>
                <a:lnTo>
                  <a:pt x="645" y="301"/>
                </a:lnTo>
                <a:lnTo>
                  <a:pt x="644" y="301"/>
                </a:lnTo>
                <a:lnTo>
                  <a:pt x="642" y="301"/>
                </a:lnTo>
                <a:lnTo>
                  <a:pt x="641" y="301"/>
                </a:lnTo>
                <a:lnTo>
                  <a:pt x="640" y="301"/>
                </a:lnTo>
                <a:lnTo>
                  <a:pt x="638" y="299"/>
                </a:lnTo>
                <a:lnTo>
                  <a:pt x="639" y="298"/>
                </a:lnTo>
                <a:lnTo>
                  <a:pt x="640" y="297"/>
                </a:lnTo>
                <a:lnTo>
                  <a:pt x="640" y="296"/>
                </a:lnTo>
                <a:lnTo>
                  <a:pt x="640" y="295"/>
                </a:lnTo>
                <a:lnTo>
                  <a:pt x="640" y="294"/>
                </a:lnTo>
                <a:lnTo>
                  <a:pt x="640" y="293"/>
                </a:lnTo>
                <a:lnTo>
                  <a:pt x="640" y="292"/>
                </a:lnTo>
                <a:lnTo>
                  <a:pt x="641" y="291"/>
                </a:lnTo>
                <a:lnTo>
                  <a:pt x="641" y="290"/>
                </a:lnTo>
                <a:lnTo>
                  <a:pt x="641" y="289"/>
                </a:lnTo>
                <a:lnTo>
                  <a:pt x="641" y="288"/>
                </a:lnTo>
                <a:lnTo>
                  <a:pt x="641" y="287"/>
                </a:lnTo>
                <a:lnTo>
                  <a:pt x="641" y="286"/>
                </a:lnTo>
                <a:lnTo>
                  <a:pt x="640" y="285"/>
                </a:lnTo>
                <a:lnTo>
                  <a:pt x="640" y="284"/>
                </a:lnTo>
                <a:lnTo>
                  <a:pt x="640" y="283"/>
                </a:lnTo>
                <a:lnTo>
                  <a:pt x="641" y="283"/>
                </a:lnTo>
                <a:lnTo>
                  <a:pt x="642" y="283"/>
                </a:lnTo>
                <a:lnTo>
                  <a:pt x="645" y="284"/>
                </a:lnTo>
                <a:lnTo>
                  <a:pt x="646" y="284"/>
                </a:lnTo>
                <a:lnTo>
                  <a:pt x="648" y="284"/>
                </a:lnTo>
                <a:lnTo>
                  <a:pt x="649" y="284"/>
                </a:lnTo>
                <a:lnTo>
                  <a:pt x="650" y="284"/>
                </a:lnTo>
                <a:lnTo>
                  <a:pt x="649" y="282"/>
                </a:lnTo>
                <a:lnTo>
                  <a:pt x="649" y="281"/>
                </a:lnTo>
                <a:lnTo>
                  <a:pt x="648" y="280"/>
                </a:lnTo>
                <a:lnTo>
                  <a:pt x="648" y="279"/>
                </a:lnTo>
                <a:lnTo>
                  <a:pt x="648" y="277"/>
                </a:lnTo>
                <a:lnTo>
                  <a:pt x="649" y="276"/>
                </a:lnTo>
                <a:lnTo>
                  <a:pt x="649" y="275"/>
                </a:lnTo>
                <a:lnTo>
                  <a:pt x="650" y="275"/>
                </a:lnTo>
                <a:lnTo>
                  <a:pt x="650" y="274"/>
                </a:lnTo>
                <a:lnTo>
                  <a:pt x="649" y="273"/>
                </a:lnTo>
                <a:lnTo>
                  <a:pt x="650" y="273"/>
                </a:lnTo>
                <a:lnTo>
                  <a:pt x="650" y="272"/>
                </a:lnTo>
                <a:lnTo>
                  <a:pt x="650" y="271"/>
                </a:lnTo>
                <a:lnTo>
                  <a:pt x="648" y="271"/>
                </a:lnTo>
                <a:lnTo>
                  <a:pt x="648" y="270"/>
                </a:lnTo>
                <a:lnTo>
                  <a:pt x="646" y="269"/>
                </a:lnTo>
                <a:lnTo>
                  <a:pt x="644" y="269"/>
                </a:lnTo>
                <a:lnTo>
                  <a:pt x="643" y="269"/>
                </a:lnTo>
                <a:lnTo>
                  <a:pt x="643" y="268"/>
                </a:lnTo>
                <a:lnTo>
                  <a:pt x="644" y="268"/>
                </a:lnTo>
                <a:lnTo>
                  <a:pt x="644" y="266"/>
                </a:lnTo>
                <a:lnTo>
                  <a:pt x="643" y="264"/>
                </a:lnTo>
                <a:lnTo>
                  <a:pt x="643" y="263"/>
                </a:lnTo>
                <a:lnTo>
                  <a:pt x="644" y="262"/>
                </a:lnTo>
                <a:lnTo>
                  <a:pt x="645" y="261"/>
                </a:lnTo>
                <a:lnTo>
                  <a:pt x="646" y="261"/>
                </a:lnTo>
                <a:lnTo>
                  <a:pt x="648" y="261"/>
                </a:lnTo>
                <a:lnTo>
                  <a:pt x="648" y="260"/>
                </a:lnTo>
                <a:lnTo>
                  <a:pt x="648" y="258"/>
                </a:lnTo>
                <a:lnTo>
                  <a:pt x="648" y="257"/>
                </a:lnTo>
                <a:lnTo>
                  <a:pt x="647" y="256"/>
                </a:lnTo>
                <a:lnTo>
                  <a:pt x="646" y="256"/>
                </a:lnTo>
                <a:lnTo>
                  <a:pt x="646" y="255"/>
                </a:lnTo>
                <a:lnTo>
                  <a:pt x="645" y="254"/>
                </a:lnTo>
                <a:lnTo>
                  <a:pt x="646" y="253"/>
                </a:lnTo>
                <a:lnTo>
                  <a:pt x="646" y="252"/>
                </a:lnTo>
                <a:lnTo>
                  <a:pt x="646" y="251"/>
                </a:lnTo>
                <a:lnTo>
                  <a:pt x="647" y="250"/>
                </a:lnTo>
                <a:lnTo>
                  <a:pt x="646" y="250"/>
                </a:lnTo>
                <a:lnTo>
                  <a:pt x="645" y="249"/>
                </a:lnTo>
                <a:lnTo>
                  <a:pt x="644" y="249"/>
                </a:lnTo>
                <a:lnTo>
                  <a:pt x="644" y="248"/>
                </a:lnTo>
                <a:lnTo>
                  <a:pt x="644" y="247"/>
                </a:lnTo>
                <a:lnTo>
                  <a:pt x="643" y="247"/>
                </a:lnTo>
                <a:lnTo>
                  <a:pt x="643" y="246"/>
                </a:lnTo>
                <a:lnTo>
                  <a:pt x="642" y="246"/>
                </a:lnTo>
                <a:lnTo>
                  <a:pt x="642" y="245"/>
                </a:lnTo>
                <a:lnTo>
                  <a:pt x="642" y="244"/>
                </a:lnTo>
                <a:lnTo>
                  <a:pt x="643" y="244"/>
                </a:lnTo>
                <a:lnTo>
                  <a:pt x="643" y="243"/>
                </a:lnTo>
                <a:lnTo>
                  <a:pt x="643" y="242"/>
                </a:lnTo>
                <a:lnTo>
                  <a:pt x="643" y="241"/>
                </a:lnTo>
                <a:lnTo>
                  <a:pt x="642" y="242"/>
                </a:lnTo>
                <a:lnTo>
                  <a:pt x="641" y="242"/>
                </a:lnTo>
                <a:lnTo>
                  <a:pt x="641" y="241"/>
                </a:lnTo>
                <a:lnTo>
                  <a:pt x="640" y="240"/>
                </a:lnTo>
                <a:lnTo>
                  <a:pt x="641" y="239"/>
                </a:lnTo>
                <a:lnTo>
                  <a:pt x="641" y="238"/>
                </a:lnTo>
                <a:lnTo>
                  <a:pt x="641" y="236"/>
                </a:lnTo>
                <a:lnTo>
                  <a:pt x="641" y="235"/>
                </a:lnTo>
                <a:lnTo>
                  <a:pt x="641" y="234"/>
                </a:lnTo>
                <a:lnTo>
                  <a:pt x="642" y="234"/>
                </a:lnTo>
                <a:lnTo>
                  <a:pt x="643" y="234"/>
                </a:lnTo>
                <a:lnTo>
                  <a:pt x="645" y="233"/>
                </a:lnTo>
                <a:lnTo>
                  <a:pt x="645" y="232"/>
                </a:lnTo>
                <a:lnTo>
                  <a:pt x="646" y="232"/>
                </a:lnTo>
                <a:lnTo>
                  <a:pt x="647" y="232"/>
                </a:lnTo>
                <a:lnTo>
                  <a:pt x="647" y="231"/>
                </a:lnTo>
                <a:lnTo>
                  <a:pt x="647" y="230"/>
                </a:lnTo>
                <a:lnTo>
                  <a:pt x="647" y="229"/>
                </a:lnTo>
                <a:lnTo>
                  <a:pt x="648" y="229"/>
                </a:lnTo>
                <a:lnTo>
                  <a:pt x="649" y="229"/>
                </a:lnTo>
                <a:lnTo>
                  <a:pt x="649" y="230"/>
                </a:lnTo>
                <a:lnTo>
                  <a:pt x="649" y="229"/>
                </a:lnTo>
                <a:lnTo>
                  <a:pt x="650" y="229"/>
                </a:lnTo>
                <a:lnTo>
                  <a:pt x="649" y="228"/>
                </a:lnTo>
                <a:lnTo>
                  <a:pt x="649" y="227"/>
                </a:lnTo>
                <a:lnTo>
                  <a:pt x="650" y="227"/>
                </a:lnTo>
                <a:lnTo>
                  <a:pt x="650" y="226"/>
                </a:lnTo>
                <a:lnTo>
                  <a:pt x="651" y="226"/>
                </a:lnTo>
                <a:lnTo>
                  <a:pt x="652" y="225"/>
                </a:lnTo>
                <a:lnTo>
                  <a:pt x="653" y="225"/>
                </a:lnTo>
                <a:lnTo>
                  <a:pt x="655" y="225"/>
                </a:lnTo>
                <a:lnTo>
                  <a:pt x="655" y="226"/>
                </a:lnTo>
                <a:lnTo>
                  <a:pt x="655" y="227"/>
                </a:lnTo>
                <a:lnTo>
                  <a:pt x="655" y="228"/>
                </a:lnTo>
                <a:lnTo>
                  <a:pt x="657" y="228"/>
                </a:lnTo>
                <a:lnTo>
                  <a:pt x="657" y="227"/>
                </a:lnTo>
                <a:lnTo>
                  <a:pt x="658" y="225"/>
                </a:lnTo>
                <a:lnTo>
                  <a:pt x="659" y="225"/>
                </a:lnTo>
                <a:lnTo>
                  <a:pt x="660" y="226"/>
                </a:lnTo>
                <a:lnTo>
                  <a:pt x="662" y="227"/>
                </a:lnTo>
                <a:lnTo>
                  <a:pt x="663" y="227"/>
                </a:lnTo>
                <a:lnTo>
                  <a:pt x="664" y="227"/>
                </a:lnTo>
                <a:lnTo>
                  <a:pt x="666" y="226"/>
                </a:lnTo>
                <a:lnTo>
                  <a:pt x="667" y="226"/>
                </a:lnTo>
                <a:lnTo>
                  <a:pt x="668" y="226"/>
                </a:lnTo>
                <a:lnTo>
                  <a:pt x="668" y="227"/>
                </a:lnTo>
                <a:lnTo>
                  <a:pt x="669" y="227"/>
                </a:lnTo>
                <a:lnTo>
                  <a:pt x="671" y="227"/>
                </a:lnTo>
                <a:lnTo>
                  <a:pt x="672" y="228"/>
                </a:lnTo>
                <a:lnTo>
                  <a:pt x="672" y="230"/>
                </a:lnTo>
                <a:lnTo>
                  <a:pt x="673" y="231"/>
                </a:lnTo>
                <a:lnTo>
                  <a:pt x="674" y="231"/>
                </a:lnTo>
                <a:lnTo>
                  <a:pt x="674" y="232"/>
                </a:lnTo>
                <a:lnTo>
                  <a:pt x="675" y="232"/>
                </a:lnTo>
                <a:lnTo>
                  <a:pt x="676" y="232"/>
                </a:lnTo>
                <a:lnTo>
                  <a:pt x="676" y="233"/>
                </a:lnTo>
                <a:lnTo>
                  <a:pt x="676" y="234"/>
                </a:lnTo>
                <a:lnTo>
                  <a:pt x="676" y="235"/>
                </a:lnTo>
                <a:lnTo>
                  <a:pt x="676" y="236"/>
                </a:lnTo>
                <a:lnTo>
                  <a:pt x="677" y="236"/>
                </a:lnTo>
                <a:lnTo>
                  <a:pt x="677" y="237"/>
                </a:lnTo>
                <a:lnTo>
                  <a:pt x="678" y="239"/>
                </a:lnTo>
                <a:lnTo>
                  <a:pt x="678" y="240"/>
                </a:lnTo>
                <a:lnTo>
                  <a:pt x="679" y="240"/>
                </a:lnTo>
                <a:lnTo>
                  <a:pt x="680" y="242"/>
                </a:lnTo>
                <a:lnTo>
                  <a:pt x="680" y="243"/>
                </a:lnTo>
                <a:lnTo>
                  <a:pt x="680" y="244"/>
                </a:lnTo>
                <a:lnTo>
                  <a:pt x="681" y="245"/>
                </a:lnTo>
                <a:lnTo>
                  <a:pt x="681" y="246"/>
                </a:lnTo>
                <a:lnTo>
                  <a:pt x="682" y="246"/>
                </a:lnTo>
                <a:lnTo>
                  <a:pt x="683" y="246"/>
                </a:lnTo>
                <a:lnTo>
                  <a:pt x="683" y="247"/>
                </a:lnTo>
                <a:lnTo>
                  <a:pt x="683" y="248"/>
                </a:lnTo>
                <a:lnTo>
                  <a:pt x="684" y="248"/>
                </a:lnTo>
                <a:lnTo>
                  <a:pt x="683" y="248"/>
                </a:lnTo>
                <a:lnTo>
                  <a:pt x="684" y="249"/>
                </a:lnTo>
                <a:lnTo>
                  <a:pt x="684" y="250"/>
                </a:lnTo>
                <a:lnTo>
                  <a:pt x="685" y="251"/>
                </a:lnTo>
                <a:lnTo>
                  <a:pt x="686" y="249"/>
                </a:lnTo>
                <a:lnTo>
                  <a:pt x="687" y="248"/>
                </a:lnTo>
                <a:lnTo>
                  <a:pt x="686" y="247"/>
                </a:lnTo>
                <a:lnTo>
                  <a:pt x="686" y="246"/>
                </a:lnTo>
                <a:lnTo>
                  <a:pt x="686" y="245"/>
                </a:lnTo>
                <a:lnTo>
                  <a:pt x="686" y="244"/>
                </a:lnTo>
                <a:lnTo>
                  <a:pt x="687" y="244"/>
                </a:lnTo>
                <a:lnTo>
                  <a:pt x="687" y="243"/>
                </a:lnTo>
                <a:lnTo>
                  <a:pt x="686" y="241"/>
                </a:lnTo>
                <a:lnTo>
                  <a:pt x="687" y="241"/>
                </a:lnTo>
                <a:lnTo>
                  <a:pt x="687" y="240"/>
                </a:lnTo>
                <a:lnTo>
                  <a:pt x="686" y="240"/>
                </a:lnTo>
                <a:lnTo>
                  <a:pt x="686" y="239"/>
                </a:lnTo>
                <a:lnTo>
                  <a:pt x="686" y="238"/>
                </a:lnTo>
                <a:lnTo>
                  <a:pt x="687" y="238"/>
                </a:lnTo>
                <a:lnTo>
                  <a:pt x="687" y="237"/>
                </a:lnTo>
                <a:lnTo>
                  <a:pt x="688" y="236"/>
                </a:lnTo>
                <a:lnTo>
                  <a:pt x="689" y="235"/>
                </a:lnTo>
                <a:lnTo>
                  <a:pt x="689" y="236"/>
                </a:lnTo>
                <a:lnTo>
                  <a:pt x="690" y="236"/>
                </a:lnTo>
                <a:lnTo>
                  <a:pt x="692" y="235"/>
                </a:lnTo>
                <a:lnTo>
                  <a:pt x="693" y="235"/>
                </a:lnTo>
                <a:lnTo>
                  <a:pt x="694" y="235"/>
                </a:lnTo>
                <a:lnTo>
                  <a:pt x="696" y="236"/>
                </a:lnTo>
                <a:lnTo>
                  <a:pt x="697" y="236"/>
                </a:lnTo>
                <a:lnTo>
                  <a:pt x="698" y="236"/>
                </a:lnTo>
                <a:lnTo>
                  <a:pt x="699" y="236"/>
                </a:lnTo>
                <a:lnTo>
                  <a:pt x="701" y="236"/>
                </a:lnTo>
                <a:lnTo>
                  <a:pt x="702" y="236"/>
                </a:lnTo>
                <a:lnTo>
                  <a:pt x="703" y="236"/>
                </a:lnTo>
                <a:lnTo>
                  <a:pt x="704" y="237"/>
                </a:lnTo>
                <a:lnTo>
                  <a:pt x="704" y="238"/>
                </a:lnTo>
                <a:lnTo>
                  <a:pt x="705" y="239"/>
                </a:lnTo>
                <a:lnTo>
                  <a:pt x="705" y="240"/>
                </a:lnTo>
                <a:lnTo>
                  <a:pt x="706" y="240"/>
                </a:lnTo>
                <a:lnTo>
                  <a:pt x="707" y="241"/>
                </a:lnTo>
                <a:lnTo>
                  <a:pt x="707" y="242"/>
                </a:lnTo>
                <a:lnTo>
                  <a:pt x="707" y="243"/>
                </a:lnTo>
                <a:lnTo>
                  <a:pt x="707" y="244"/>
                </a:lnTo>
                <a:lnTo>
                  <a:pt x="708" y="244"/>
                </a:lnTo>
                <a:lnTo>
                  <a:pt x="709" y="244"/>
                </a:lnTo>
                <a:lnTo>
                  <a:pt x="709" y="245"/>
                </a:lnTo>
                <a:lnTo>
                  <a:pt x="709" y="246"/>
                </a:lnTo>
                <a:lnTo>
                  <a:pt x="710" y="246"/>
                </a:lnTo>
                <a:lnTo>
                  <a:pt x="711" y="246"/>
                </a:lnTo>
                <a:lnTo>
                  <a:pt x="712" y="247"/>
                </a:lnTo>
                <a:lnTo>
                  <a:pt x="713" y="248"/>
                </a:lnTo>
                <a:lnTo>
                  <a:pt x="714" y="249"/>
                </a:lnTo>
                <a:lnTo>
                  <a:pt x="715" y="249"/>
                </a:lnTo>
                <a:lnTo>
                  <a:pt x="715" y="250"/>
                </a:lnTo>
                <a:lnTo>
                  <a:pt x="717" y="252"/>
                </a:lnTo>
                <a:lnTo>
                  <a:pt x="718" y="253"/>
                </a:lnTo>
                <a:lnTo>
                  <a:pt x="718" y="254"/>
                </a:lnTo>
                <a:lnTo>
                  <a:pt x="719" y="254"/>
                </a:lnTo>
                <a:lnTo>
                  <a:pt x="720" y="256"/>
                </a:lnTo>
                <a:lnTo>
                  <a:pt x="721" y="257"/>
                </a:lnTo>
                <a:lnTo>
                  <a:pt x="721" y="258"/>
                </a:lnTo>
                <a:lnTo>
                  <a:pt x="722" y="258"/>
                </a:lnTo>
                <a:lnTo>
                  <a:pt x="722" y="259"/>
                </a:lnTo>
                <a:lnTo>
                  <a:pt x="723" y="260"/>
                </a:lnTo>
                <a:lnTo>
                  <a:pt x="724" y="260"/>
                </a:lnTo>
                <a:lnTo>
                  <a:pt x="725" y="262"/>
                </a:lnTo>
                <a:lnTo>
                  <a:pt x="725" y="263"/>
                </a:lnTo>
                <a:lnTo>
                  <a:pt x="726" y="263"/>
                </a:lnTo>
                <a:lnTo>
                  <a:pt x="726" y="262"/>
                </a:lnTo>
                <a:lnTo>
                  <a:pt x="727" y="261"/>
                </a:lnTo>
                <a:lnTo>
                  <a:pt x="728" y="260"/>
                </a:lnTo>
                <a:lnTo>
                  <a:pt x="729" y="259"/>
                </a:lnTo>
                <a:lnTo>
                  <a:pt x="729" y="258"/>
                </a:lnTo>
                <a:lnTo>
                  <a:pt x="729" y="257"/>
                </a:lnTo>
                <a:lnTo>
                  <a:pt x="730" y="256"/>
                </a:lnTo>
                <a:lnTo>
                  <a:pt x="731" y="256"/>
                </a:lnTo>
                <a:lnTo>
                  <a:pt x="731" y="255"/>
                </a:lnTo>
                <a:lnTo>
                  <a:pt x="731" y="253"/>
                </a:lnTo>
                <a:lnTo>
                  <a:pt x="731" y="252"/>
                </a:lnTo>
                <a:lnTo>
                  <a:pt x="731" y="251"/>
                </a:lnTo>
                <a:lnTo>
                  <a:pt x="731" y="250"/>
                </a:lnTo>
                <a:lnTo>
                  <a:pt x="732" y="250"/>
                </a:lnTo>
                <a:lnTo>
                  <a:pt x="734" y="249"/>
                </a:lnTo>
                <a:lnTo>
                  <a:pt x="734" y="248"/>
                </a:lnTo>
                <a:lnTo>
                  <a:pt x="735" y="247"/>
                </a:lnTo>
                <a:lnTo>
                  <a:pt x="736" y="246"/>
                </a:lnTo>
                <a:lnTo>
                  <a:pt x="736" y="245"/>
                </a:lnTo>
                <a:lnTo>
                  <a:pt x="735" y="243"/>
                </a:lnTo>
                <a:lnTo>
                  <a:pt x="735" y="242"/>
                </a:lnTo>
                <a:lnTo>
                  <a:pt x="736" y="242"/>
                </a:lnTo>
                <a:lnTo>
                  <a:pt x="738" y="241"/>
                </a:lnTo>
                <a:lnTo>
                  <a:pt x="740" y="240"/>
                </a:lnTo>
                <a:lnTo>
                  <a:pt x="741" y="238"/>
                </a:lnTo>
                <a:lnTo>
                  <a:pt x="742" y="238"/>
                </a:lnTo>
                <a:lnTo>
                  <a:pt x="742" y="237"/>
                </a:lnTo>
                <a:lnTo>
                  <a:pt x="743" y="235"/>
                </a:lnTo>
                <a:lnTo>
                  <a:pt x="743" y="234"/>
                </a:lnTo>
                <a:lnTo>
                  <a:pt x="743" y="233"/>
                </a:lnTo>
                <a:lnTo>
                  <a:pt x="743" y="232"/>
                </a:lnTo>
                <a:lnTo>
                  <a:pt x="743" y="231"/>
                </a:lnTo>
                <a:lnTo>
                  <a:pt x="744" y="230"/>
                </a:lnTo>
                <a:lnTo>
                  <a:pt x="745" y="229"/>
                </a:lnTo>
                <a:lnTo>
                  <a:pt x="746" y="229"/>
                </a:lnTo>
                <a:lnTo>
                  <a:pt x="746" y="228"/>
                </a:lnTo>
                <a:lnTo>
                  <a:pt x="745" y="228"/>
                </a:lnTo>
                <a:lnTo>
                  <a:pt x="745" y="227"/>
                </a:lnTo>
                <a:lnTo>
                  <a:pt x="745" y="226"/>
                </a:lnTo>
                <a:lnTo>
                  <a:pt x="744" y="225"/>
                </a:lnTo>
                <a:lnTo>
                  <a:pt x="743" y="224"/>
                </a:lnTo>
                <a:lnTo>
                  <a:pt x="742" y="224"/>
                </a:lnTo>
                <a:lnTo>
                  <a:pt x="741" y="224"/>
                </a:lnTo>
                <a:lnTo>
                  <a:pt x="741" y="223"/>
                </a:lnTo>
                <a:lnTo>
                  <a:pt x="741" y="222"/>
                </a:lnTo>
                <a:lnTo>
                  <a:pt x="739" y="222"/>
                </a:lnTo>
                <a:lnTo>
                  <a:pt x="738" y="222"/>
                </a:lnTo>
                <a:lnTo>
                  <a:pt x="737" y="222"/>
                </a:lnTo>
                <a:lnTo>
                  <a:pt x="736" y="222"/>
                </a:lnTo>
                <a:lnTo>
                  <a:pt x="735" y="222"/>
                </a:lnTo>
                <a:lnTo>
                  <a:pt x="735" y="221"/>
                </a:lnTo>
                <a:lnTo>
                  <a:pt x="734" y="221"/>
                </a:lnTo>
                <a:lnTo>
                  <a:pt x="734" y="220"/>
                </a:lnTo>
                <a:lnTo>
                  <a:pt x="733" y="220"/>
                </a:lnTo>
                <a:lnTo>
                  <a:pt x="732" y="219"/>
                </a:lnTo>
                <a:lnTo>
                  <a:pt x="731" y="218"/>
                </a:lnTo>
                <a:lnTo>
                  <a:pt x="731" y="217"/>
                </a:lnTo>
                <a:lnTo>
                  <a:pt x="731" y="216"/>
                </a:lnTo>
                <a:lnTo>
                  <a:pt x="731" y="214"/>
                </a:lnTo>
                <a:lnTo>
                  <a:pt x="731" y="213"/>
                </a:lnTo>
                <a:lnTo>
                  <a:pt x="731" y="212"/>
                </a:lnTo>
                <a:lnTo>
                  <a:pt x="731" y="211"/>
                </a:lnTo>
                <a:lnTo>
                  <a:pt x="732" y="209"/>
                </a:lnTo>
                <a:lnTo>
                  <a:pt x="733" y="207"/>
                </a:lnTo>
                <a:lnTo>
                  <a:pt x="733" y="206"/>
                </a:lnTo>
                <a:lnTo>
                  <a:pt x="733" y="205"/>
                </a:lnTo>
                <a:lnTo>
                  <a:pt x="733" y="204"/>
                </a:lnTo>
                <a:lnTo>
                  <a:pt x="734" y="203"/>
                </a:lnTo>
                <a:lnTo>
                  <a:pt x="735" y="203"/>
                </a:lnTo>
                <a:lnTo>
                  <a:pt x="735" y="201"/>
                </a:lnTo>
                <a:lnTo>
                  <a:pt x="736" y="201"/>
                </a:lnTo>
                <a:lnTo>
                  <a:pt x="736" y="200"/>
                </a:lnTo>
                <a:lnTo>
                  <a:pt x="737" y="200"/>
                </a:lnTo>
                <a:lnTo>
                  <a:pt x="737" y="198"/>
                </a:lnTo>
                <a:lnTo>
                  <a:pt x="738" y="197"/>
                </a:lnTo>
                <a:lnTo>
                  <a:pt x="739" y="196"/>
                </a:lnTo>
                <a:lnTo>
                  <a:pt x="739" y="195"/>
                </a:lnTo>
                <a:lnTo>
                  <a:pt x="739" y="194"/>
                </a:lnTo>
                <a:lnTo>
                  <a:pt x="740" y="193"/>
                </a:lnTo>
                <a:lnTo>
                  <a:pt x="742" y="193"/>
                </a:lnTo>
                <a:lnTo>
                  <a:pt x="743" y="192"/>
                </a:lnTo>
                <a:lnTo>
                  <a:pt x="745" y="192"/>
                </a:lnTo>
                <a:lnTo>
                  <a:pt x="748" y="192"/>
                </a:lnTo>
                <a:lnTo>
                  <a:pt x="751" y="192"/>
                </a:lnTo>
                <a:lnTo>
                  <a:pt x="752" y="192"/>
                </a:lnTo>
                <a:lnTo>
                  <a:pt x="753" y="191"/>
                </a:lnTo>
                <a:lnTo>
                  <a:pt x="752" y="191"/>
                </a:lnTo>
                <a:lnTo>
                  <a:pt x="752" y="190"/>
                </a:lnTo>
                <a:lnTo>
                  <a:pt x="751" y="189"/>
                </a:lnTo>
                <a:lnTo>
                  <a:pt x="751" y="188"/>
                </a:lnTo>
                <a:lnTo>
                  <a:pt x="752" y="186"/>
                </a:lnTo>
                <a:lnTo>
                  <a:pt x="752" y="184"/>
                </a:lnTo>
                <a:lnTo>
                  <a:pt x="753" y="183"/>
                </a:lnTo>
                <a:lnTo>
                  <a:pt x="753" y="180"/>
                </a:lnTo>
                <a:lnTo>
                  <a:pt x="753" y="179"/>
                </a:lnTo>
                <a:lnTo>
                  <a:pt x="753" y="178"/>
                </a:lnTo>
                <a:lnTo>
                  <a:pt x="753" y="177"/>
                </a:lnTo>
                <a:lnTo>
                  <a:pt x="754" y="177"/>
                </a:lnTo>
                <a:lnTo>
                  <a:pt x="754" y="174"/>
                </a:lnTo>
                <a:lnTo>
                  <a:pt x="753" y="173"/>
                </a:lnTo>
                <a:lnTo>
                  <a:pt x="752" y="173"/>
                </a:lnTo>
                <a:lnTo>
                  <a:pt x="752" y="172"/>
                </a:lnTo>
                <a:lnTo>
                  <a:pt x="752" y="171"/>
                </a:lnTo>
                <a:lnTo>
                  <a:pt x="753" y="171"/>
                </a:lnTo>
                <a:lnTo>
                  <a:pt x="754" y="170"/>
                </a:lnTo>
                <a:lnTo>
                  <a:pt x="755" y="169"/>
                </a:lnTo>
                <a:lnTo>
                  <a:pt x="755" y="170"/>
                </a:lnTo>
                <a:lnTo>
                  <a:pt x="756" y="170"/>
                </a:lnTo>
                <a:lnTo>
                  <a:pt x="756" y="169"/>
                </a:lnTo>
                <a:lnTo>
                  <a:pt x="758" y="169"/>
                </a:lnTo>
                <a:lnTo>
                  <a:pt x="758" y="170"/>
                </a:lnTo>
                <a:lnTo>
                  <a:pt x="758" y="171"/>
                </a:lnTo>
                <a:lnTo>
                  <a:pt x="759" y="171"/>
                </a:lnTo>
                <a:lnTo>
                  <a:pt x="760" y="171"/>
                </a:lnTo>
                <a:lnTo>
                  <a:pt x="761" y="170"/>
                </a:lnTo>
                <a:lnTo>
                  <a:pt x="762" y="170"/>
                </a:lnTo>
                <a:lnTo>
                  <a:pt x="763" y="170"/>
                </a:lnTo>
                <a:lnTo>
                  <a:pt x="763" y="168"/>
                </a:lnTo>
                <a:lnTo>
                  <a:pt x="763" y="167"/>
                </a:lnTo>
                <a:lnTo>
                  <a:pt x="763" y="166"/>
                </a:lnTo>
                <a:lnTo>
                  <a:pt x="763" y="165"/>
                </a:lnTo>
                <a:lnTo>
                  <a:pt x="763" y="164"/>
                </a:lnTo>
                <a:lnTo>
                  <a:pt x="763" y="162"/>
                </a:lnTo>
                <a:lnTo>
                  <a:pt x="764" y="162"/>
                </a:lnTo>
                <a:lnTo>
                  <a:pt x="765" y="161"/>
                </a:lnTo>
                <a:lnTo>
                  <a:pt x="765" y="160"/>
                </a:lnTo>
                <a:lnTo>
                  <a:pt x="766" y="160"/>
                </a:lnTo>
                <a:lnTo>
                  <a:pt x="766" y="161"/>
                </a:lnTo>
                <a:lnTo>
                  <a:pt x="767" y="162"/>
                </a:lnTo>
                <a:lnTo>
                  <a:pt x="767" y="163"/>
                </a:lnTo>
                <a:lnTo>
                  <a:pt x="768" y="163"/>
                </a:lnTo>
                <a:lnTo>
                  <a:pt x="768" y="164"/>
                </a:lnTo>
                <a:lnTo>
                  <a:pt x="770" y="165"/>
                </a:lnTo>
                <a:lnTo>
                  <a:pt x="771" y="165"/>
                </a:lnTo>
                <a:lnTo>
                  <a:pt x="772" y="165"/>
                </a:lnTo>
                <a:lnTo>
                  <a:pt x="772" y="167"/>
                </a:lnTo>
                <a:lnTo>
                  <a:pt x="771" y="168"/>
                </a:lnTo>
                <a:lnTo>
                  <a:pt x="772" y="168"/>
                </a:lnTo>
                <a:lnTo>
                  <a:pt x="773" y="169"/>
                </a:lnTo>
                <a:lnTo>
                  <a:pt x="774" y="169"/>
                </a:lnTo>
                <a:lnTo>
                  <a:pt x="775" y="170"/>
                </a:lnTo>
                <a:lnTo>
                  <a:pt x="775" y="172"/>
                </a:lnTo>
                <a:lnTo>
                  <a:pt x="775" y="173"/>
                </a:lnTo>
                <a:lnTo>
                  <a:pt x="775" y="174"/>
                </a:lnTo>
                <a:lnTo>
                  <a:pt x="775" y="175"/>
                </a:lnTo>
                <a:lnTo>
                  <a:pt x="774" y="177"/>
                </a:lnTo>
                <a:lnTo>
                  <a:pt x="774" y="178"/>
                </a:lnTo>
                <a:lnTo>
                  <a:pt x="775" y="180"/>
                </a:lnTo>
                <a:lnTo>
                  <a:pt x="774" y="181"/>
                </a:lnTo>
                <a:lnTo>
                  <a:pt x="774" y="182"/>
                </a:lnTo>
                <a:lnTo>
                  <a:pt x="774" y="183"/>
                </a:lnTo>
                <a:lnTo>
                  <a:pt x="774" y="184"/>
                </a:lnTo>
                <a:lnTo>
                  <a:pt x="774" y="185"/>
                </a:lnTo>
                <a:lnTo>
                  <a:pt x="775" y="185"/>
                </a:lnTo>
                <a:lnTo>
                  <a:pt x="776" y="186"/>
                </a:lnTo>
                <a:lnTo>
                  <a:pt x="778" y="187"/>
                </a:lnTo>
                <a:lnTo>
                  <a:pt x="779" y="188"/>
                </a:lnTo>
                <a:lnTo>
                  <a:pt x="778" y="189"/>
                </a:lnTo>
                <a:lnTo>
                  <a:pt x="778" y="191"/>
                </a:lnTo>
                <a:lnTo>
                  <a:pt x="778" y="192"/>
                </a:lnTo>
                <a:lnTo>
                  <a:pt x="778" y="193"/>
                </a:lnTo>
                <a:lnTo>
                  <a:pt x="780" y="193"/>
                </a:lnTo>
                <a:lnTo>
                  <a:pt x="781" y="194"/>
                </a:lnTo>
                <a:lnTo>
                  <a:pt x="780" y="195"/>
                </a:lnTo>
                <a:lnTo>
                  <a:pt x="779" y="195"/>
                </a:lnTo>
                <a:lnTo>
                  <a:pt x="778" y="195"/>
                </a:lnTo>
                <a:lnTo>
                  <a:pt x="776" y="197"/>
                </a:lnTo>
                <a:lnTo>
                  <a:pt x="776" y="198"/>
                </a:lnTo>
                <a:lnTo>
                  <a:pt x="777" y="198"/>
                </a:lnTo>
                <a:lnTo>
                  <a:pt x="776" y="200"/>
                </a:lnTo>
                <a:lnTo>
                  <a:pt x="776" y="201"/>
                </a:lnTo>
                <a:lnTo>
                  <a:pt x="775" y="201"/>
                </a:lnTo>
                <a:lnTo>
                  <a:pt x="774" y="202"/>
                </a:lnTo>
                <a:lnTo>
                  <a:pt x="774" y="203"/>
                </a:lnTo>
                <a:lnTo>
                  <a:pt x="773" y="203"/>
                </a:lnTo>
                <a:lnTo>
                  <a:pt x="771" y="205"/>
                </a:lnTo>
                <a:lnTo>
                  <a:pt x="771" y="206"/>
                </a:lnTo>
                <a:lnTo>
                  <a:pt x="770" y="208"/>
                </a:lnTo>
                <a:lnTo>
                  <a:pt x="770" y="209"/>
                </a:lnTo>
                <a:lnTo>
                  <a:pt x="770" y="210"/>
                </a:lnTo>
                <a:lnTo>
                  <a:pt x="770" y="211"/>
                </a:lnTo>
                <a:lnTo>
                  <a:pt x="769" y="211"/>
                </a:lnTo>
                <a:lnTo>
                  <a:pt x="769" y="212"/>
                </a:lnTo>
                <a:lnTo>
                  <a:pt x="769" y="213"/>
                </a:lnTo>
                <a:lnTo>
                  <a:pt x="769" y="215"/>
                </a:lnTo>
                <a:lnTo>
                  <a:pt x="768" y="216"/>
                </a:lnTo>
                <a:lnTo>
                  <a:pt x="768" y="217"/>
                </a:lnTo>
                <a:lnTo>
                  <a:pt x="768" y="218"/>
                </a:lnTo>
                <a:lnTo>
                  <a:pt x="769" y="218"/>
                </a:lnTo>
                <a:lnTo>
                  <a:pt x="769" y="219"/>
                </a:lnTo>
                <a:lnTo>
                  <a:pt x="769" y="220"/>
                </a:lnTo>
                <a:lnTo>
                  <a:pt x="767" y="220"/>
                </a:lnTo>
                <a:lnTo>
                  <a:pt x="766" y="220"/>
                </a:lnTo>
                <a:lnTo>
                  <a:pt x="765" y="221"/>
                </a:lnTo>
                <a:lnTo>
                  <a:pt x="765" y="222"/>
                </a:lnTo>
                <a:lnTo>
                  <a:pt x="764" y="223"/>
                </a:lnTo>
                <a:lnTo>
                  <a:pt x="762" y="224"/>
                </a:lnTo>
                <a:lnTo>
                  <a:pt x="761" y="224"/>
                </a:lnTo>
                <a:lnTo>
                  <a:pt x="761" y="225"/>
                </a:lnTo>
                <a:lnTo>
                  <a:pt x="761" y="226"/>
                </a:lnTo>
                <a:lnTo>
                  <a:pt x="760" y="227"/>
                </a:lnTo>
                <a:lnTo>
                  <a:pt x="760" y="228"/>
                </a:lnTo>
                <a:lnTo>
                  <a:pt x="760" y="229"/>
                </a:lnTo>
                <a:lnTo>
                  <a:pt x="759" y="227"/>
                </a:lnTo>
                <a:lnTo>
                  <a:pt x="758" y="226"/>
                </a:lnTo>
                <a:lnTo>
                  <a:pt x="757" y="225"/>
                </a:lnTo>
                <a:lnTo>
                  <a:pt x="757" y="226"/>
                </a:lnTo>
                <a:lnTo>
                  <a:pt x="756" y="226"/>
                </a:lnTo>
                <a:lnTo>
                  <a:pt x="754" y="226"/>
                </a:lnTo>
                <a:lnTo>
                  <a:pt x="754" y="227"/>
                </a:lnTo>
                <a:lnTo>
                  <a:pt x="753" y="227"/>
                </a:lnTo>
                <a:lnTo>
                  <a:pt x="753" y="228"/>
                </a:lnTo>
                <a:lnTo>
                  <a:pt x="752" y="228"/>
                </a:lnTo>
                <a:lnTo>
                  <a:pt x="751" y="229"/>
                </a:lnTo>
                <a:lnTo>
                  <a:pt x="750" y="229"/>
                </a:lnTo>
                <a:lnTo>
                  <a:pt x="750" y="230"/>
                </a:lnTo>
                <a:lnTo>
                  <a:pt x="751" y="230"/>
                </a:lnTo>
                <a:lnTo>
                  <a:pt x="751" y="231"/>
                </a:lnTo>
                <a:lnTo>
                  <a:pt x="751" y="232"/>
                </a:lnTo>
                <a:lnTo>
                  <a:pt x="750" y="232"/>
                </a:lnTo>
                <a:lnTo>
                  <a:pt x="750" y="233"/>
                </a:lnTo>
                <a:lnTo>
                  <a:pt x="751" y="234"/>
                </a:lnTo>
                <a:lnTo>
                  <a:pt x="754" y="237"/>
                </a:lnTo>
                <a:lnTo>
                  <a:pt x="755" y="236"/>
                </a:lnTo>
                <a:lnTo>
                  <a:pt x="756" y="238"/>
                </a:lnTo>
                <a:lnTo>
                  <a:pt x="757" y="238"/>
                </a:lnTo>
                <a:lnTo>
                  <a:pt x="757" y="239"/>
                </a:lnTo>
                <a:lnTo>
                  <a:pt x="758" y="239"/>
                </a:lnTo>
                <a:lnTo>
                  <a:pt x="760" y="240"/>
                </a:lnTo>
                <a:lnTo>
                  <a:pt x="760" y="241"/>
                </a:lnTo>
                <a:lnTo>
                  <a:pt x="760" y="242"/>
                </a:lnTo>
                <a:lnTo>
                  <a:pt x="761" y="244"/>
                </a:lnTo>
                <a:lnTo>
                  <a:pt x="761" y="245"/>
                </a:lnTo>
                <a:lnTo>
                  <a:pt x="762" y="245"/>
                </a:lnTo>
                <a:lnTo>
                  <a:pt x="762" y="246"/>
                </a:lnTo>
                <a:lnTo>
                  <a:pt x="762" y="247"/>
                </a:lnTo>
                <a:lnTo>
                  <a:pt x="762" y="248"/>
                </a:lnTo>
                <a:lnTo>
                  <a:pt x="761" y="252"/>
                </a:lnTo>
                <a:lnTo>
                  <a:pt x="761" y="254"/>
                </a:lnTo>
                <a:lnTo>
                  <a:pt x="762" y="254"/>
                </a:lnTo>
                <a:lnTo>
                  <a:pt x="761" y="256"/>
                </a:lnTo>
                <a:lnTo>
                  <a:pt x="760" y="257"/>
                </a:lnTo>
                <a:lnTo>
                  <a:pt x="759" y="257"/>
                </a:lnTo>
                <a:lnTo>
                  <a:pt x="758" y="257"/>
                </a:lnTo>
                <a:lnTo>
                  <a:pt x="758" y="258"/>
                </a:lnTo>
                <a:lnTo>
                  <a:pt x="759" y="260"/>
                </a:lnTo>
                <a:lnTo>
                  <a:pt x="760" y="260"/>
                </a:lnTo>
                <a:lnTo>
                  <a:pt x="761" y="261"/>
                </a:lnTo>
                <a:lnTo>
                  <a:pt x="762" y="261"/>
                </a:lnTo>
                <a:lnTo>
                  <a:pt x="762" y="262"/>
                </a:lnTo>
                <a:lnTo>
                  <a:pt x="763" y="262"/>
                </a:lnTo>
                <a:lnTo>
                  <a:pt x="764" y="262"/>
                </a:lnTo>
                <a:lnTo>
                  <a:pt x="765" y="263"/>
                </a:lnTo>
                <a:lnTo>
                  <a:pt x="766" y="263"/>
                </a:lnTo>
                <a:lnTo>
                  <a:pt x="767" y="262"/>
                </a:lnTo>
                <a:lnTo>
                  <a:pt x="768" y="261"/>
                </a:lnTo>
                <a:lnTo>
                  <a:pt x="768" y="259"/>
                </a:lnTo>
                <a:lnTo>
                  <a:pt x="769" y="257"/>
                </a:lnTo>
                <a:lnTo>
                  <a:pt x="770" y="257"/>
                </a:lnTo>
                <a:lnTo>
                  <a:pt x="771" y="256"/>
                </a:lnTo>
                <a:lnTo>
                  <a:pt x="771" y="255"/>
                </a:lnTo>
                <a:lnTo>
                  <a:pt x="773" y="255"/>
                </a:lnTo>
                <a:lnTo>
                  <a:pt x="774" y="255"/>
                </a:lnTo>
                <a:lnTo>
                  <a:pt x="775" y="254"/>
                </a:lnTo>
                <a:lnTo>
                  <a:pt x="776" y="252"/>
                </a:lnTo>
                <a:lnTo>
                  <a:pt x="776" y="251"/>
                </a:lnTo>
                <a:lnTo>
                  <a:pt x="777" y="249"/>
                </a:lnTo>
                <a:lnTo>
                  <a:pt x="778" y="249"/>
                </a:lnTo>
                <a:lnTo>
                  <a:pt x="778" y="248"/>
                </a:lnTo>
                <a:lnTo>
                  <a:pt x="778" y="247"/>
                </a:lnTo>
                <a:lnTo>
                  <a:pt x="778" y="246"/>
                </a:lnTo>
                <a:lnTo>
                  <a:pt x="779" y="247"/>
                </a:lnTo>
                <a:lnTo>
                  <a:pt x="782" y="247"/>
                </a:lnTo>
                <a:lnTo>
                  <a:pt x="783" y="246"/>
                </a:lnTo>
                <a:lnTo>
                  <a:pt x="784" y="246"/>
                </a:lnTo>
                <a:lnTo>
                  <a:pt x="785" y="244"/>
                </a:lnTo>
                <a:lnTo>
                  <a:pt x="786" y="244"/>
                </a:lnTo>
                <a:lnTo>
                  <a:pt x="787" y="244"/>
                </a:lnTo>
                <a:lnTo>
                  <a:pt x="788" y="244"/>
                </a:lnTo>
                <a:lnTo>
                  <a:pt x="789" y="244"/>
                </a:lnTo>
                <a:lnTo>
                  <a:pt x="790" y="245"/>
                </a:lnTo>
                <a:lnTo>
                  <a:pt x="792" y="245"/>
                </a:lnTo>
                <a:lnTo>
                  <a:pt x="793" y="245"/>
                </a:lnTo>
                <a:lnTo>
                  <a:pt x="794" y="245"/>
                </a:lnTo>
                <a:lnTo>
                  <a:pt x="795" y="245"/>
                </a:lnTo>
                <a:lnTo>
                  <a:pt x="796" y="245"/>
                </a:lnTo>
                <a:lnTo>
                  <a:pt x="798" y="246"/>
                </a:lnTo>
                <a:lnTo>
                  <a:pt x="799" y="246"/>
                </a:lnTo>
                <a:lnTo>
                  <a:pt x="800" y="245"/>
                </a:lnTo>
                <a:lnTo>
                  <a:pt x="801" y="245"/>
                </a:lnTo>
                <a:lnTo>
                  <a:pt x="802" y="245"/>
                </a:lnTo>
                <a:lnTo>
                  <a:pt x="802" y="246"/>
                </a:lnTo>
                <a:lnTo>
                  <a:pt x="803" y="246"/>
                </a:lnTo>
                <a:lnTo>
                  <a:pt x="803" y="245"/>
                </a:lnTo>
                <a:lnTo>
                  <a:pt x="803" y="244"/>
                </a:lnTo>
                <a:lnTo>
                  <a:pt x="803" y="243"/>
                </a:lnTo>
                <a:lnTo>
                  <a:pt x="804" y="244"/>
                </a:lnTo>
                <a:lnTo>
                  <a:pt x="804" y="243"/>
                </a:lnTo>
                <a:lnTo>
                  <a:pt x="805" y="242"/>
                </a:lnTo>
                <a:lnTo>
                  <a:pt x="805" y="241"/>
                </a:lnTo>
                <a:lnTo>
                  <a:pt x="804" y="241"/>
                </a:lnTo>
                <a:lnTo>
                  <a:pt x="804" y="240"/>
                </a:lnTo>
                <a:lnTo>
                  <a:pt x="804" y="239"/>
                </a:lnTo>
                <a:lnTo>
                  <a:pt x="805" y="238"/>
                </a:lnTo>
                <a:lnTo>
                  <a:pt x="806" y="238"/>
                </a:lnTo>
                <a:lnTo>
                  <a:pt x="806" y="237"/>
                </a:lnTo>
                <a:lnTo>
                  <a:pt x="806" y="236"/>
                </a:lnTo>
                <a:lnTo>
                  <a:pt x="805" y="235"/>
                </a:lnTo>
                <a:lnTo>
                  <a:pt x="807" y="233"/>
                </a:lnTo>
                <a:lnTo>
                  <a:pt x="808" y="233"/>
                </a:lnTo>
                <a:lnTo>
                  <a:pt x="808" y="232"/>
                </a:lnTo>
                <a:lnTo>
                  <a:pt x="808" y="231"/>
                </a:lnTo>
                <a:lnTo>
                  <a:pt x="807" y="231"/>
                </a:lnTo>
                <a:lnTo>
                  <a:pt x="807" y="230"/>
                </a:lnTo>
                <a:lnTo>
                  <a:pt x="807" y="229"/>
                </a:lnTo>
                <a:lnTo>
                  <a:pt x="807" y="228"/>
                </a:lnTo>
                <a:lnTo>
                  <a:pt x="808" y="226"/>
                </a:lnTo>
                <a:lnTo>
                  <a:pt x="808" y="225"/>
                </a:lnTo>
                <a:lnTo>
                  <a:pt x="809" y="225"/>
                </a:lnTo>
                <a:lnTo>
                  <a:pt x="809" y="226"/>
                </a:lnTo>
                <a:lnTo>
                  <a:pt x="809" y="227"/>
                </a:lnTo>
                <a:lnTo>
                  <a:pt x="809" y="228"/>
                </a:lnTo>
                <a:lnTo>
                  <a:pt x="811" y="228"/>
                </a:lnTo>
                <a:lnTo>
                  <a:pt x="811" y="229"/>
                </a:lnTo>
                <a:lnTo>
                  <a:pt x="812" y="229"/>
                </a:lnTo>
                <a:lnTo>
                  <a:pt x="813" y="229"/>
                </a:lnTo>
                <a:lnTo>
                  <a:pt x="813" y="230"/>
                </a:lnTo>
                <a:lnTo>
                  <a:pt x="814" y="230"/>
                </a:lnTo>
                <a:lnTo>
                  <a:pt x="814" y="231"/>
                </a:lnTo>
                <a:lnTo>
                  <a:pt x="814" y="232"/>
                </a:lnTo>
                <a:lnTo>
                  <a:pt x="815" y="232"/>
                </a:lnTo>
                <a:lnTo>
                  <a:pt x="815" y="233"/>
                </a:lnTo>
                <a:lnTo>
                  <a:pt x="815" y="234"/>
                </a:lnTo>
                <a:lnTo>
                  <a:pt x="816" y="235"/>
                </a:lnTo>
                <a:lnTo>
                  <a:pt x="816" y="236"/>
                </a:lnTo>
                <a:lnTo>
                  <a:pt x="816" y="237"/>
                </a:lnTo>
                <a:lnTo>
                  <a:pt x="818" y="238"/>
                </a:lnTo>
                <a:lnTo>
                  <a:pt x="820" y="239"/>
                </a:lnTo>
                <a:lnTo>
                  <a:pt x="821" y="239"/>
                </a:lnTo>
                <a:lnTo>
                  <a:pt x="822" y="239"/>
                </a:lnTo>
                <a:lnTo>
                  <a:pt x="822" y="240"/>
                </a:lnTo>
                <a:lnTo>
                  <a:pt x="823" y="240"/>
                </a:lnTo>
                <a:lnTo>
                  <a:pt x="824" y="240"/>
                </a:lnTo>
                <a:lnTo>
                  <a:pt x="825" y="239"/>
                </a:lnTo>
                <a:lnTo>
                  <a:pt x="825" y="238"/>
                </a:lnTo>
                <a:lnTo>
                  <a:pt x="825" y="237"/>
                </a:lnTo>
                <a:lnTo>
                  <a:pt x="825" y="236"/>
                </a:lnTo>
                <a:lnTo>
                  <a:pt x="826" y="235"/>
                </a:lnTo>
                <a:lnTo>
                  <a:pt x="825" y="234"/>
                </a:lnTo>
                <a:lnTo>
                  <a:pt x="825" y="233"/>
                </a:lnTo>
                <a:lnTo>
                  <a:pt x="825" y="232"/>
                </a:lnTo>
                <a:lnTo>
                  <a:pt x="825" y="231"/>
                </a:lnTo>
                <a:lnTo>
                  <a:pt x="825" y="230"/>
                </a:lnTo>
                <a:lnTo>
                  <a:pt x="825" y="229"/>
                </a:lnTo>
                <a:lnTo>
                  <a:pt x="824" y="228"/>
                </a:lnTo>
                <a:lnTo>
                  <a:pt x="825" y="227"/>
                </a:lnTo>
                <a:lnTo>
                  <a:pt x="825" y="226"/>
                </a:lnTo>
                <a:lnTo>
                  <a:pt x="824" y="225"/>
                </a:lnTo>
                <a:lnTo>
                  <a:pt x="824" y="224"/>
                </a:lnTo>
                <a:lnTo>
                  <a:pt x="823" y="224"/>
                </a:lnTo>
                <a:lnTo>
                  <a:pt x="824" y="223"/>
                </a:lnTo>
                <a:lnTo>
                  <a:pt x="824" y="222"/>
                </a:lnTo>
                <a:lnTo>
                  <a:pt x="824" y="221"/>
                </a:lnTo>
                <a:lnTo>
                  <a:pt x="824" y="220"/>
                </a:lnTo>
                <a:lnTo>
                  <a:pt x="823" y="220"/>
                </a:lnTo>
                <a:lnTo>
                  <a:pt x="822" y="220"/>
                </a:lnTo>
                <a:lnTo>
                  <a:pt x="821" y="219"/>
                </a:lnTo>
                <a:lnTo>
                  <a:pt x="821" y="218"/>
                </a:lnTo>
                <a:lnTo>
                  <a:pt x="822" y="217"/>
                </a:lnTo>
                <a:lnTo>
                  <a:pt x="822" y="216"/>
                </a:lnTo>
                <a:lnTo>
                  <a:pt x="823" y="216"/>
                </a:lnTo>
                <a:lnTo>
                  <a:pt x="824" y="216"/>
                </a:lnTo>
                <a:lnTo>
                  <a:pt x="824" y="215"/>
                </a:lnTo>
                <a:lnTo>
                  <a:pt x="825" y="214"/>
                </a:lnTo>
                <a:lnTo>
                  <a:pt x="826" y="214"/>
                </a:lnTo>
                <a:lnTo>
                  <a:pt x="826" y="213"/>
                </a:lnTo>
                <a:lnTo>
                  <a:pt x="826" y="212"/>
                </a:lnTo>
                <a:lnTo>
                  <a:pt x="827" y="212"/>
                </a:lnTo>
                <a:lnTo>
                  <a:pt x="828" y="212"/>
                </a:lnTo>
                <a:lnTo>
                  <a:pt x="828" y="211"/>
                </a:lnTo>
                <a:lnTo>
                  <a:pt x="829" y="211"/>
                </a:lnTo>
                <a:lnTo>
                  <a:pt x="829" y="210"/>
                </a:lnTo>
                <a:lnTo>
                  <a:pt x="829" y="209"/>
                </a:lnTo>
                <a:lnTo>
                  <a:pt x="828" y="209"/>
                </a:lnTo>
                <a:lnTo>
                  <a:pt x="828" y="208"/>
                </a:lnTo>
                <a:lnTo>
                  <a:pt x="829" y="208"/>
                </a:lnTo>
                <a:lnTo>
                  <a:pt x="829" y="207"/>
                </a:lnTo>
                <a:lnTo>
                  <a:pt x="829" y="206"/>
                </a:lnTo>
                <a:lnTo>
                  <a:pt x="830" y="206"/>
                </a:lnTo>
                <a:lnTo>
                  <a:pt x="831" y="206"/>
                </a:lnTo>
                <a:lnTo>
                  <a:pt x="832" y="206"/>
                </a:lnTo>
                <a:lnTo>
                  <a:pt x="833" y="205"/>
                </a:lnTo>
                <a:lnTo>
                  <a:pt x="834" y="205"/>
                </a:lnTo>
                <a:lnTo>
                  <a:pt x="834" y="204"/>
                </a:lnTo>
                <a:lnTo>
                  <a:pt x="833" y="203"/>
                </a:lnTo>
                <a:lnTo>
                  <a:pt x="833" y="202"/>
                </a:lnTo>
                <a:lnTo>
                  <a:pt x="834" y="201"/>
                </a:lnTo>
                <a:lnTo>
                  <a:pt x="835" y="200"/>
                </a:lnTo>
                <a:lnTo>
                  <a:pt x="835" y="199"/>
                </a:lnTo>
                <a:lnTo>
                  <a:pt x="836" y="200"/>
                </a:lnTo>
                <a:lnTo>
                  <a:pt x="835" y="201"/>
                </a:lnTo>
                <a:lnTo>
                  <a:pt x="836" y="202"/>
                </a:lnTo>
                <a:lnTo>
                  <a:pt x="837" y="203"/>
                </a:lnTo>
                <a:lnTo>
                  <a:pt x="838" y="203"/>
                </a:lnTo>
                <a:lnTo>
                  <a:pt x="839" y="202"/>
                </a:lnTo>
                <a:lnTo>
                  <a:pt x="839" y="201"/>
                </a:lnTo>
                <a:lnTo>
                  <a:pt x="840" y="201"/>
                </a:lnTo>
                <a:lnTo>
                  <a:pt x="840" y="202"/>
                </a:lnTo>
                <a:lnTo>
                  <a:pt x="841" y="202"/>
                </a:lnTo>
                <a:lnTo>
                  <a:pt x="841" y="203"/>
                </a:lnTo>
                <a:lnTo>
                  <a:pt x="842" y="204"/>
                </a:lnTo>
                <a:lnTo>
                  <a:pt x="842" y="205"/>
                </a:lnTo>
                <a:lnTo>
                  <a:pt x="843" y="205"/>
                </a:lnTo>
                <a:lnTo>
                  <a:pt x="844" y="205"/>
                </a:lnTo>
                <a:lnTo>
                  <a:pt x="845" y="204"/>
                </a:lnTo>
                <a:lnTo>
                  <a:pt x="846" y="204"/>
                </a:lnTo>
                <a:lnTo>
                  <a:pt x="847" y="203"/>
                </a:lnTo>
                <a:lnTo>
                  <a:pt x="848" y="202"/>
                </a:lnTo>
                <a:lnTo>
                  <a:pt x="849" y="202"/>
                </a:lnTo>
                <a:lnTo>
                  <a:pt x="849" y="203"/>
                </a:lnTo>
                <a:lnTo>
                  <a:pt x="850" y="204"/>
                </a:lnTo>
                <a:lnTo>
                  <a:pt x="850" y="205"/>
                </a:lnTo>
                <a:lnTo>
                  <a:pt x="850" y="206"/>
                </a:lnTo>
                <a:lnTo>
                  <a:pt x="851" y="206"/>
                </a:lnTo>
                <a:lnTo>
                  <a:pt x="852" y="206"/>
                </a:lnTo>
                <a:lnTo>
                  <a:pt x="852" y="205"/>
                </a:lnTo>
                <a:lnTo>
                  <a:pt x="852" y="203"/>
                </a:lnTo>
                <a:lnTo>
                  <a:pt x="852" y="202"/>
                </a:lnTo>
                <a:lnTo>
                  <a:pt x="853" y="202"/>
                </a:lnTo>
                <a:lnTo>
                  <a:pt x="854" y="202"/>
                </a:lnTo>
                <a:lnTo>
                  <a:pt x="854" y="203"/>
                </a:lnTo>
                <a:lnTo>
                  <a:pt x="855" y="204"/>
                </a:lnTo>
                <a:lnTo>
                  <a:pt x="856" y="204"/>
                </a:lnTo>
                <a:lnTo>
                  <a:pt x="856" y="203"/>
                </a:lnTo>
                <a:lnTo>
                  <a:pt x="857" y="203"/>
                </a:lnTo>
                <a:lnTo>
                  <a:pt x="857" y="202"/>
                </a:lnTo>
                <a:lnTo>
                  <a:pt x="857" y="201"/>
                </a:lnTo>
                <a:lnTo>
                  <a:pt x="858" y="201"/>
                </a:lnTo>
                <a:lnTo>
                  <a:pt x="858" y="200"/>
                </a:lnTo>
                <a:lnTo>
                  <a:pt x="858" y="199"/>
                </a:lnTo>
                <a:lnTo>
                  <a:pt x="859" y="199"/>
                </a:lnTo>
                <a:lnTo>
                  <a:pt x="860" y="199"/>
                </a:lnTo>
                <a:lnTo>
                  <a:pt x="861" y="198"/>
                </a:lnTo>
                <a:lnTo>
                  <a:pt x="861" y="197"/>
                </a:lnTo>
                <a:lnTo>
                  <a:pt x="862" y="197"/>
                </a:lnTo>
                <a:lnTo>
                  <a:pt x="863" y="197"/>
                </a:lnTo>
                <a:lnTo>
                  <a:pt x="863" y="196"/>
                </a:lnTo>
                <a:lnTo>
                  <a:pt x="864" y="196"/>
                </a:lnTo>
                <a:lnTo>
                  <a:pt x="864" y="195"/>
                </a:lnTo>
                <a:lnTo>
                  <a:pt x="865" y="194"/>
                </a:lnTo>
                <a:lnTo>
                  <a:pt x="866" y="193"/>
                </a:lnTo>
                <a:lnTo>
                  <a:pt x="866" y="194"/>
                </a:lnTo>
                <a:lnTo>
                  <a:pt x="867" y="194"/>
                </a:lnTo>
                <a:lnTo>
                  <a:pt x="868" y="195"/>
                </a:lnTo>
                <a:lnTo>
                  <a:pt x="869" y="195"/>
                </a:lnTo>
                <a:lnTo>
                  <a:pt x="869" y="194"/>
                </a:lnTo>
                <a:lnTo>
                  <a:pt x="869" y="193"/>
                </a:lnTo>
                <a:lnTo>
                  <a:pt x="867" y="192"/>
                </a:lnTo>
                <a:lnTo>
                  <a:pt x="866" y="192"/>
                </a:lnTo>
                <a:lnTo>
                  <a:pt x="866" y="191"/>
                </a:lnTo>
                <a:lnTo>
                  <a:pt x="866" y="190"/>
                </a:lnTo>
                <a:lnTo>
                  <a:pt x="867" y="190"/>
                </a:lnTo>
                <a:lnTo>
                  <a:pt x="868" y="190"/>
                </a:lnTo>
                <a:lnTo>
                  <a:pt x="869" y="191"/>
                </a:lnTo>
                <a:lnTo>
                  <a:pt x="869" y="192"/>
                </a:lnTo>
                <a:lnTo>
                  <a:pt x="870" y="193"/>
                </a:lnTo>
                <a:lnTo>
                  <a:pt x="870" y="194"/>
                </a:lnTo>
                <a:lnTo>
                  <a:pt x="871" y="194"/>
                </a:lnTo>
                <a:lnTo>
                  <a:pt x="872" y="193"/>
                </a:lnTo>
                <a:lnTo>
                  <a:pt x="872" y="192"/>
                </a:lnTo>
                <a:lnTo>
                  <a:pt x="871" y="192"/>
                </a:lnTo>
                <a:lnTo>
                  <a:pt x="871" y="191"/>
                </a:lnTo>
                <a:lnTo>
                  <a:pt x="870" y="191"/>
                </a:lnTo>
                <a:lnTo>
                  <a:pt x="869" y="190"/>
                </a:lnTo>
                <a:lnTo>
                  <a:pt x="869" y="189"/>
                </a:lnTo>
                <a:lnTo>
                  <a:pt x="868" y="189"/>
                </a:lnTo>
                <a:lnTo>
                  <a:pt x="867" y="188"/>
                </a:lnTo>
                <a:lnTo>
                  <a:pt x="866" y="187"/>
                </a:lnTo>
                <a:lnTo>
                  <a:pt x="867" y="186"/>
                </a:lnTo>
                <a:lnTo>
                  <a:pt x="868" y="184"/>
                </a:lnTo>
                <a:lnTo>
                  <a:pt x="868" y="183"/>
                </a:lnTo>
                <a:lnTo>
                  <a:pt x="868" y="182"/>
                </a:lnTo>
                <a:lnTo>
                  <a:pt x="867" y="181"/>
                </a:lnTo>
                <a:lnTo>
                  <a:pt x="866" y="180"/>
                </a:lnTo>
                <a:lnTo>
                  <a:pt x="866" y="178"/>
                </a:lnTo>
                <a:lnTo>
                  <a:pt x="866" y="177"/>
                </a:lnTo>
                <a:lnTo>
                  <a:pt x="867" y="177"/>
                </a:lnTo>
                <a:lnTo>
                  <a:pt x="868" y="177"/>
                </a:lnTo>
                <a:lnTo>
                  <a:pt x="868" y="178"/>
                </a:lnTo>
                <a:lnTo>
                  <a:pt x="869" y="178"/>
                </a:lnTo>
                <a:lnTo>
                  <a:pt x="870" y="178"/>
                </a:lnTo>
                <a:lnTo>
                  <a:pt x="871" y="178"/>
                </a:lnTo>
                <a:lnTo>
                  <a:pt x="871" y="177"/>
                </a:lnTo>
                <a:lnTo>
                  <a:pt x="871" y="175"/>
                </a:lnTo>
                <a:lnTo>
                  <a:pt x="870" y="174"/>
                </a:lnTo>
                <a:lnTo>
                  <a:pt x="869" y="174"/>
                </a:lnTo>
                <a:lnTo>
                  <a:pt x="868" y="174"/>
                </a:lnTo>
                <a:lnTo>
                  <a:pt x="868" y="173"/>
                </a:lnTo>
                <a:lnTo>
                  <a:pt x="867" y="173"/>
                </a:lnTo>
                <a:lnTo>
                  <a:pt x="867" y="172"/>
                </a:lnTo>
                <a:lnTo>
                  <a:pt x="867" y="171"/>
                </a:lnTo>
                <a:lnTo>
                  <a:pt x="866" y="170"/>
                </a:lnTo>
                <a:lnTo>
                  <a:pt x="866" y="169"/>
                </a:lnTo>
                <a:lnTo>
                  <a:pt x="865" y="169"/>
                </a:lnTo>
                <a:lnTo>
                  <a:pt x="864" y="168"/>
                </a:lnTo>
                <a:lnTo>
                  <a:pt x="863" y="168"/>
                </a:lnTo>
                <a:lnTo>
                  <a:pt x="862" y="168"/>
                </a:lnTo>
                <a:lnTo>
                  <a:pt x="860" y="168"/>
                </a:lnTo>
                <a:lnTo>
                  <a:pt x="859" y="167"/>
                </a:lnTo>
                <a:lnTo>
                  <a:pt x="858" y="165"/>
                </a:lnTo>
                <a:lnTo>
                  <a:pt x="857" y="165"/>
                </a:lnTo>
                <a:lnTo>
                  <a:pt x="856" y="165"/>
                </a:lnTo>
                <a:lnTo>
                  <a:pt x="855" y="164"/>
                </a:lnTo>
                <a:lnTo>
                  <a:pt x="854" y="163"/>
                </a:lnTo>
                <a:lnTo>
                  <a:pt x="853" y="163"/>
                </a:lnTo>
                <a:lnTo>
                  <a:pt x="850" y="162"/>
                </a:lnTo>
                <a:lnTo>
                  <a:pt x="849" y="162"/>
                </a:lnTo>
                <a:lnTo>
                  <a:pt x="849" y="161"/>
                </a:lnTo>
                <a:lnTo>
                  <a:pt x="848" y="161"/>
                </a:lnTo>
                <a:lnTo>
                  <a:pt x="848" y="160"/>
                </a:lnTo>
                <a:lnTo>
                  <a:pt x="848" y="159"/>
                </a:lnTo>
                <a:lnTo>
                  <a:pt x="848" y="158"/>
                </a:lnTo>
                <a:lnTo>
                  <a:pt x="848" y="157"/>
                </a:lnTo>
                <a:lnTo>
                  <a:pt x="848" y="156"/>
                </a:lnTo>
                <a:lnTo>
                  <a:pt x="848" y="155"/>
                </a:lnTo>
                <a:lnTo>
                  <a:pt x="847" y="155"/>
                </a:lnTo>
                <a:lnTo>
                  <a:pt x="847" y="154"/>
                </a:lnTo>
                <a:lnTo>
                  <a:pt x="847" y="153"/>
                </a:lnTo>
                <a:lnTo>
                  <a:pt x="846" y="153"/>
                </a:lnTo>
                <a:lnTo>
                  <a:pt x="846" y="152"/>
                </a:lnTo>
                <a:lnTo>
                  <a:pt x="845" y="150"/>
                </a:lnTo>
                <a:lnTo>
                  <a:pt x="845" y="149"/>
                </a:lnTo>
                <a:lnTo>
                  <a:pt x="845" y="148"/>
                </a:lnTo>
                <a:lnTo>
                  <a:pt x="845" y="147"/>
                </a:lnTo>
                <a:lnTo>
                  <a:pt x="846" y="145"/>
                </a:lnTo>
                <a:lnTo>
                  <a:pt x="847" y="142"/>
                </a:lnTo>
                <a:lnTo>
                  <a:pt x="848" y="139"/>
                </a:lnTo>
                <a:lnTo>
                  <a:pt x="849" y="138"/>
                </a:lnTo>
                <a:lnTo>
                  <a:pt x="849" y="136"/>
                </a:lnTo>
                <a:lnTo>
                  <a:pt x="849" y="135"/>
                </a:lnTo>
                <a:lnTo>
                  <a:pt x="848" y="135"/>
                </a:lnTo>
                <a:lnTo>
                  <a:pt x="847" y="135"/>
                </a:lnTo>
                <a:lnTo>
                  <a:pt x="846" y="136"/>
                </a:lnTo>
                <a:lnTo>
                  <a:pt x="845" y="136"/>
                </a:lnTo>
                <a:lnTo>
                  <a:pt x="845" y="137"/>
                </a:lnTo>
                <a:lnTo>
                  <a:pt x="845" y="138"/>
                </a:lnTo>
                <a:lnTo>
                  <a:pt x="844" y="140"/>
                </a:lnTo>
                <a:lnTo>
                  <a:pt x="843" y="140"/>
                </a:lnTo>
                <a:lnTo>
                  <a:pt x="842" y="140"/>
                </a:lnTo>
                <a:lnTo>
                  <a:pt x="841" y="139"/>
                </a:lnTo>
                <a:lnTo>
                  <a:pt x="840" y="139"/>
                </a:lnTo>
                <a:lnTo>
                  <a:pt x="840" y="138"/>
                </a:lnTo>
                <a:lnTo>
                  <a:pt x="840" y="137"/>
                </a:lnTo>
                <a:lnTo>
                  <a:pt x="840" y="136"/>
                </a:lnTo>
                <a:lnTo>
                  <a:pt x="840" y="135"/>
                </a:lnTo>
                <a:lnTo>
                  <a:pt x="842" y="134"/>
                </a:lnTo>
                <a:lnTo>
                  <a:pt x="843" y="134"/>
                </a:lnTo>
                <a:lnTo>
                  <a:pt x="843" y="133"/>
                </a:lnTo>
                <a:lnTo>
                  <a:pt x="845" y="133"/>
                </a:lnTo>
                <a:lnTo>
                  <a:pt x="846" y="131"/>
                </a:lnTo>
                <a:lnTo>
                  <a:pt x="846" y="130"/>
                </a:lnTo>
                <a:lnTo>
                  <a:pt x="845" y="129"/>
                </a:lnTo>
                <a:lnTo>
                  <a:pt x="844" y="127"/>
                </a:lnTo>
                <a:lnTo>
                  <a:pt x="843" y="126"/>
                </a:lnTo>
                <a:lnTo>
                  <a:pt x="842" y="125"/>
                </a:lnTo>
                <a:lnTo>
                  <a:pt x="841" y="125"/>
                </a:lnTo>
                <a:lnTo>
                  <a:pt x="840" y="125"/>
                </a:lnTo>
                <a:lnTo>
                  <a:pt x="840" y="124"/>
                </a:lnTo>
                <a:lnTo>
                  <a:pt x="838" y="124"/>
                </a:lnTo>
                <a:lnTo>
                  <a:pt x="834" y="124"/>
                </a:lnTo>
                <a:lnTo>
                  <a:pt x="833" y="124"/>
                </a:lnTo>
                <a:lnTo>
                  <a:pt x="833" y="123"/>
                </a:lnTo>
                <a:lnTo>
                  <a:pt x="832" y="123"/>
                </a:lnTo>
                <a:lnTo>
                  <a:pt x="832" y="122"/>
                </a:lnTo>
                <a:lnTo>
                  <a:pt x="832" y="121"/>
                </a:lnTo>
                <a:lnTo>
                  <a:pt x="833" y="120"/>
                </a:lnTo>
                <a:lnTo>
                  <a:pt x="834" y="119"/>
                </a:lnTo>
                <a:lnTo>
                  <a:pt x="835" y="119"/>
                </a:lnTo>
                <a:lnTo>
                  <a:pt x="836" y="118"/>
                </a:lnTo>
                <a:lnTo>
                  <a:pt x="836" y="117"/>
                </a:lnTo>
                <a:lnTo>
                  <a:pt x="837" y="116"/>
                </a:lnTo>
                <a:lnTo>
                  <a:pt x="837" y="115"/>
                </a:lnTo>
                <a:lnTo>
                  <a:pt x="837" y="114"/>
                </a:lnTo>
                <a:lnTo>
                  <a:pt x="837" y="113"/>
                </a:lnTo>
                <a:lnTo>
                  <a:pt x="837" y="112"/>
                </a:lnTo>
                <a:lnTo>
                  <a:pt x="836" y="111"/>
                </a:lnTo>
                <a:lnTo>
                  <a:pt x="836" y="110"/>
                </a:lnTo>
                <a:lnTo>
                  <a:pt x="835" y="110"/>
                </a:lnTo>
                <a:lnTo>
                  <a:pt x="835" y="109"/>
                </a:lnTo>
                <a:lnTo>
                  <a:pt x="835" y="108"/>
                </a:lnTo>
                <a:lnTo>
                  <a:pt x="834" y="108"/>
                </a:lnTo>
                <a:lnTo>
                  <a:pt x="833" y="108"/>
                </a:lnTo>
                <a:lnTo>
                  <a:pt x="832" y="107"/>
                </a:lnTo>
                <a:lnTo>
                  <a:pt x="832" y="106"/>
                </a:lnTo>
                <a:lnTo>
                  <a:pt x="832" y="105"/>
                </a:lnTo>
                <a:lnTo>
                  <a:pt x="831" y="104"/>
                </a:lnTo>
                <a:lnTo>
                  <a:pt x="829" y="102"/>
                </a:lnTo>
                <a:lnTo>
                  <a:pt x="828" y="100"/>
                </a:lnTo>
                <a:lnTo>
                  <a:pt x="827" y="98"/>
                </a:lnTo>
                <a:lnTo>
                  <a:pt x="826" y="96"/>
                </a:lnTo>
                <a:lnTo>
                  <a:pt x="826" y="95"/>
                </a:lnTo>
                <a:lnTo>
                  <a:pt x="825" y="94"/>
                </a:lnTo>
                <a:lnTo>
                  <a:pt x="824" y="93"/>
                </a:lnTo>
                <a:lnTo>
                  <a:pt x="823" y="93"/>
                </a:lnTo>
                <a:lnTo>
                  <a:pt x="822" y="92"/>
                </a:lnTo>
                <a:lnTo>
                  <a:pt x="821" y="91"/>
                </a:lnTo>
                <a:lnTo>
                  <a:pt x="821" y="90"/>
                </a:lnTo>
                <a:lnTo>
                  <a:pt x="820" y="89"/>
                </a:lnTo>
                <a:lnTo>
                  <a:pt x="819" y="88"/>
                </a:lnTo>
                <a:lnTo>
                  <a:pt x="818" y="87"/>
                </a:lnTo>
                <a:lnTo>
                  <a:pt x="817" y="87"/>
                </a:lnTo>
                <a:lnTo>
                  <a:pt x="816" y="87"/>
                </a:lnTo>
                <a:lnTo>
                  <a:pt x="816" y="86"/>
                </a:lnTo>
                <a:lnTo>
                  <a:pt x="817" y="85"/>
                </a:lnTo>
                <a:lnTo>
                  <a:pt x="818" y="84"/>
                </a:lnTo>
                <a:lnTo>
                  <a:pt x="821" y="83"/>
                </a:lnTo>
                <a:lnTo>
                  <a:pt x="822" y="83"/>
                </a:lnTo>
                <a:lnTo>
                  <a:pt x="823" y="83"/>
                </a:lnTo>
                <a:lnTo>
                  <a:pt x="824" y="83"/>
                </a:lnTo>
                <a:lnTo>
                  <a:pt x="824" y="84"/>
                </a:lnTo>
                <a:lnTo>
                  <a:pt x="824" y="85"/>
                </a:lnTo>
                <a:lnTo>
                  <a:pt x="823" y="85"/>
                </a:lnTo>
                <a:lnTo>
                  <a:pt x="823" y="86"/>
                </a:lnTo>
                <a:lnTo>
                  <a:pt x="824" y="86"/>
                </a:lnTo>
                <a:lnTo>
                  <a:pt x="824" y="85"/>
                </a:lnTo>
                <a:lnTo>
                  <a:pt x="824" y="84"/>
                </a:lnTo>
                <a:lnTo>
                  <a:pt x="826" y="84"/>
                </a:lnTo>
                <a:lnTo>
                  <a:pt x="827" y="84"/>
                </a:lnTo>
                <a:lnTo>
                  <a:pt x="826" y="84"/>
                </a:lnTo>
                <a:lnTo>
                  <a:pt x="826" y="85"/>
                </a:lnTo>
                <a:lnTo>
                  <a:pt x="827" y="85"/>
                </a:lnTo>
                <a:lnTo>
                  <a:pt x="827" y="86"/>
                </a:lnTo>
                <a:lnTo>
                  <a:pt x="828" y="86"/>
                </a:lnTo>
                <a:lnTo>
                  <a:pt x="829" y="86"/>
                </a:lnTo>
                <a:lnTo>
                  <a:pt x="829" y="87"/>
                </a:lnTo>
                <a:lnTo>
                  <a:pt x="828" y="87"/>
                </a:lnTo>
                <a:lnTo>
                  <a:pt x="829" y="88"/>
                </a:lnTo>
                <a:lnTo>
                  <a:pt x="830" y="88"/>
                </a:lnTo>
                <a:lnTo>
                  <a:pt x="830" y="87"/>
                </a:lnTo>
                <a:lnTo>
                  <a:pt x="831" y="87"/>
                </a:lnTo>
                <a:lnTo>
                  <a:pt x="832" y="87"/>
                </a:lnTo>
                <a:lnTo>
                  <a:pt x="833" y="87"/>
                </a:lnTo>
                <a:lnTo>
                  <a:pt x="834" y="87"/>
                </a:lnTo>
                <a:lnTo>
                  <a:pt x="833" y="87"/>
                </a:lnTo>
                <a:lnTo>
                  <a:pt x="832" y="86"/>
                </a:lnTo>
                <a:lnTo>
                  <a:pt x="833" y="86"/>
                </a:lnTo>
                <a:lnTo>
                  <a:pt x="834" y="86"/>
                </a:lnTo>
                <a:lnTo>
                  <a:pt x="834" y="85"/>
                </a:lnTo>
                <a:lnTo>
                  <a:pt x="834" y="84"/>
                </a:lnTo>
                <a:lnTo>
                  <a:pt x="834" y="83"/>
                </a:lnTo>
                <a:lnTo>
                  <a:pt x="835" y="82"/>
                </a:lnTo>
                <a:lnTo>
                  <a:pt x="836" y="83"/>
                </a:lnTo>
                <a:lnTo>
                  <a:pt x="836" y="84"/>
                </a:lnTo>
                <a:lnTo>
                  <a:pt x="836" y="85"/>
                </a:lnTo>
                <a:lnTo>
                  <a:pt x="835" y="85"/>
                </a:lnTo>
                <a:lnTo>
                  <a:pt x="835" y="86"/>
                </a:lnTo>
                <a:lnTo>
                  <a:pt x="836" y="86"/>
                </a:lnTo>
                <a:lnTo>
                  <a:pt x="836" y="87"/>
                </a:lnTo>
                <a:lnTo>
                  <a:pt x="837" y="87"/>
                </a:lnTo>
                <a:lnTo>
                  <a:pt x="837" y="86"/>
                </a:lnTo>
                <a:lnTo>
                  <a:pt x="837" y="85"/>
                </a:lnTo>
                <a:lnTo>
                  <a:pt x="837" y="84"/>
                </a:lnTo>
                <a:lnTo>
                  <a:pt x="838" y="83"/>
                </a:lnTo>
                <a:lnTo>
                  <a:pt x="838" y="82"/>
                </a:lnTo>
                <a:lnTo>
                  <a:pt x="839" y="82"/>
                </a:lnTo>
                <a:lnTo>
                  <a:pt x="840" y="82"/>
                </a:lnTo>
                <a:lnTo>
                  <a:pt x="841" y="83"/>
                </a:lnTo>
                <a:lnTo>
                  <a:pt x="841" y="84"/>
                </a:lnTo>
                <a:lnTo>
                  <a:pt x="842" y="84"/>
                </a:lnTo>
                <a:lnTo>
                  <a:pt x="842" y="85"/>
                </a:lnTo>
                <a:lnTo>
                  <a:pt x="842" y="84"/>
                </a:lnTo>
                <a:lnTo>
                  <a:pt x="844" y="83"/>
                </a:lnTo>
                <a:lnTo>
                  <a:pt x="844" y="82"/>
                </a:lnTo>
                <a:lnTo>
                  <a:pt x="845" y="81"/>
                </a:lnTo>
                <a:lnTo>
                  <a:pt x="846" y="81"/>
                </a:lnTo>
                <a:lnTo>
                  <a:pt x="847" y="81"/>
                </a:lnTo>
                <a:lnTo>
                  <a:pt x="847" y="82"/>
                </a:lnTo>
                <a:lnTo>
                  <a:pt x="847" y="83"/>
                </a:lnTo>
                <a:lnTo>
                  <a:pt x="846" y="83"/>
                </a:lnTo>
                <a:lnTo>
                  <a:pt x="845" y="86"/>
                </a:lnTo>
                <a:lnTo>
                  <a:pt x="846" y="87"/>
                </a:lnTo>
                <a:lnTo>
                  <a:pt x="847" y="85"/>
                </a:lnTo>
                <a:lnTo>
                  <a:pt x="848" y="84"/>
                </a:lnTo>
                <a:lnTo>
                  <a:pt x="848" y="83"/>
                </a:lnTo>
                <a:lnTo>
                  <a:pt x="849" y="83"/>
                </a:lnTo>
                <a:lnTo>
                  <a:pt x="849" y="84"/>
                </a:lnTo>
                <a:lnTo>
                  <a:pt x="850" y="85"/>
                </a:lnTo>
                <a:lnTo>
                  <a:pt x="851" y="86"/>
                </a:lnTo>
                <a:lnTo>
                  <a:pt x="851" y="87"/>
                </a:lnTo>
                <a:lnTo>
                  <a:pt x="852" y="86"/>
                </a:lnTo>
                <a:lnTo>
                  <a:pt x="852" y="85"/>
                </a:lnTo>
                <a:lnTo>
                  <a:pt x="853" y="84"/>
                </a:lnTo>
                <a:lnTo>
                  <a:pt x="853" y="85"/>
                </a:lnTo>
                <a:lnTo>
                  <a:pt x="854" y="86"/>
                </a:lnTo>
                <a:lnTo>
                  <a:pt x="854" y="87"/>
                </a:lnTo>
                <a:lnTo>
                  <a:pt x="855" y="87"/>
                </a:lnTo>
                <a:lnTo>
                  <a:pt x="856" y="87"/>
                </a:lnTo>
                <a:lnTo>
                  <a:pt x="856" y="86"/>
                </a:lnTo>
                <a:lnTo>
                  <a:pt x="857" y="86"/>
                </a:lnTo>
                <a:lnTo>
                  <a:pt x="858" y="86"/>
                </a:lnTo>
                <a:lnTo>
                  <a:pt x="859" y="86"/>
                </a:lnTo>
                <a:lnTo>
                  <a:pt x="859" y="87"/>
                </a:lnTo>
                <a:lnTo>
                  <a:pt x="859" y="86"/>
                </a:lnTo>
                <a:lnTo>
                  <a:pt x="859" y="85"/>
                </a:lnTo>
                <a:lnTo>
                  <a:pt x="860" y="80"/>
                </a:lnTo>
                <a:lnTo>
                  <a:pt x="860" y="79"/>
                </a:lnTo>
                <a:lnTo>
                  <a:pt x="860" y="77"/>
                </a:lnTo>
                <a:lnTo>
                  <a:pt x="862" y="74"/>
                </a:lnTo>
                <a:lnTo>
                  <a:pt x="863" y="73"/>
                </a:lnTo>
                <a:lnTo>
                  <a:pt x="863" y="72"/>
                </a:lnTo>
                <a:lnTo>
                  <a:pt x="864" y="72"/>
                </a:lnTo>
                <a:lnTo>
                  <a:pt x="864" y="71"/>
                </a:lnTo>
                <a:lnTo>
                  <a:pt x="865" y="69"/>
                </a:lnTo>
                <a:lnTo>
                  <a:pt x="865" y="68"/>
                </a:lnTo>
                <a:lnTo>
                  <a:pt x="865" y="67"/>
                </a:lnTo>
                <a:lnTo>
                  <a:pt x="865" y="65"/>
                </a:lnTo>
                <a:lnTo>
                  <a:pt x="866" y="65"/>
                </a:lnTo>
                <a:lnTo>
                  <a:pt x="867" y="64"/>
                </a:lnTo>
                <a:lnTo>
                  <a:pt x="867" y="63"/>
                </a:lnTo>
                <a:lnTo>
                  <a:pt x="868" y="63"/>
                </a:lnTo>
                <a:lnTo>
                  <a:pt x="870" y="63"/>
                </a:lnTo>
                <a:lnTo>
                  <a:pt x="871" y="64"/>
                </a:lnTo>
                <a:lnTo>
                  <a:pt x="871" y="65"/>
                </a:lnTo>
                <a:lnTo>
                  <a:pt x="872" y="66"/>
                </a:lnTo>
                <a:lnTo>
                  <a:pt x="872" y="65"/>
                </a:lnTo>
                <a:lnTo>
                  <a:pt x="873" y="65"/>
                </a:lnTo>
                <a:lnTo>
                  <a:pt x="875" y="65"/>
                </a:lnTo>
                <a:lnTo>
                  <a:pt x="876" y="65"/>
                </a:lnTo>
                <a:lnTo>
                  <a:pt x="877" y="65"/>
                </a:lnTo>
                <a:lnTo>
                  <a:pt x="878" y="65"/>
                </a:lnTo>
                <a:lnTo>
                  <a:pt x="879" y="64"/>
                </a:lnTo>
                <a:lnTo>
                  <a:pt x="880" y="63"/>
                </a:lnTo>
                <a:lnTo>
                  <a:pt x="882" y="63"/>
                </a:lnTo>
                <a:lnTo>
                  <a:pt x="883" y="63"/>
                </a:lnTo>
                <a:lnTo>
                  <a:pt x="884" y="63"/>
                </a:lnTo>
                <a:lnTo>
                  <a:pt x="885" y="63"/>
                </a:lnTo>
                <a:lnTo>
                  <a:pt x="886" y="63"/>
                </a:lnTo>
                <a:lnTo>
                  <a:pt x="887" y="63"/>
                </a:lnTo>
                <a:lnTo>
                  <a:pt x="888" y="63"/>
                </a:lnTo>
                <a:lnTo>
                  <a:pt x="889" y="63"/>
                </a:lnTo>
                <a:lnTo>
                  <a:pt x="889" y="62"/>
                </a:lnTo>
                <a:lnTo>
                  <a:pt x="889" y="61"/>
                </a:lnTo>
                <a:lnTo>
                  <a:pt x="889" y="60"/>
                </a:lnTo>
                <a:lnTo>
                  <a:pt x="891" y="60"/>
                </a:lnTo>
                <a:lnTo>
                  <a:pt x="892" y="60"/>
                </a:lnTo>
                <a:lnTo>
                  <a:pt x="893" y="60"/>
                </a:lnTo>
                <a:lnTo>
                  <a:pt x="894" y="60"/>
                </a:lnTo>
                <a:lnTo>
                  <a:pt x="895" y="60"/>
                </a:lnTo>
                <a:lnTo>
                  <a:pt x="896" y="60"/>
                </a:lnTo>
                <a:lnTo>
                  <a:pt x="897" y="61"/>
                </a:lnTo>
                <a:lnTo>
                  <a:pt x="898" y="62"/>
                </a:lnTo>
                <a:lnTo>
                  <a:pt x="899" y="63"/>
                </a:lnTo>
                <a:lnTo>
                  <a:pt x="900" y="63"/>
                </a:lnTo>
                <a:lnTo>
                  <a:pt x="901" y="63"/>
                </a:lnTo>
                <a:lnTo>
                  <a:pt x="902" y="63"/>
                </a:lnTo>
                <a:lnTo>
                  <a:pt x="902" y="64"/>
                </a:lnTo>
                <a:lnTo>
                  <a:pt x="902" y="65"/>
                </a:lnTo>
                <a:lnTo>
                  <a:pt x="903" y="65"/>
                </a:lnTo>
                <a:lnTo>
                  <a:pt x="903" y="66"/>
                </a:lnTo>
                <a:lnTo>
                  <a:pt x="904" y="66"/>
                </a:lnTo>
                <a:lnTo>
                  <a:pt x="904" y="65"/>
                </a:lnTo>
                <a:lnTo>
                  <a:pt x="904" y="64"/>
                </a:lnTo>
                <a:lnTo>
                  <a:pt x="904" y="63"/>
                </a:lnTo>
                <a:lnTo>
                  <a:pt x="904" y="62"/>
                </a:lnTo>
                <a:lnTo>
                  <a:pt x="905" y="62"/>
                </a:lnTo>
                <a:lnTo>
                  <a:pt x="905" y="61"/>
                </a:lnTo>
                <a:lnTo>
                  <a:pt x="905" y="60"/>
                </a:lnTo>
                <a:lnTo>
                  <a:pt x="904" y="59"/>
                </a:lnTo>
                <a:lnTo>
                  <a:pt x="905" y="59"/>
                </a:lnTo>
                <a:lnTo>
                  <a:pt x="905" y="58"/>
                </a:lnTo>
                <a:lnTo>
                  <a:pt x="904" y="57"/>
                </a:lnTo>
                <a:lnTo>
                  <a:pt x="903" y="57"/>
                </a:lnTo>
                <a:lnTo>
                  <a:pt x="902" y="57"/>
                </a:lnTo>
                <a:lnTo>
                  <a:pt x="902" y="58"/>
                </a:lnTo>
                <a:lnTo>
                  <a:pt x="901" y="58"/>
                </a:lnTo>
                <a:lnTo>
                  <a:pt x="900" y="58"/>
                </a:lnTo>
                <a:lnTo>
                  <a:pt x="901" y="58"/>
                </a:lnTo>
                <a:lnTo>
                  <a:pt x="901" y="57"/>
                </a:lnTo>
                <a:lnTo>
                  <a:pt x="900" y="57"/>
                </a:lnTo>
                <a:lnTo>
                  <a:pt x="901" y="56"/>
                </a:lnTo>
                <a:lnTo>
                  <a:pt x="900" y="55"/>
                </a:lnTo>
                <a:lnTo>
                  <a:pt x="899" y="54"/>
                </a:lnTo>
                <a:lnTo>
                  <a:pt x="898" y="53"/>
                </a:lnTo>
                <a:lnTo>
                  <a:pt x="897" y="53"/>
                </a:lnTo>
                <a:lnTo>
                  <a:pt x="896" y="53"/>
                </a:lnTo>
                <a:lnTo>
                  <a:pt x="895" y="52"/>
                </a:lnTo>
                <a:lnTo>
                  <a:pt x="895" y="51"/>
                </a:lnTo>
                <a:lnTo>
                  <a:pt x="894" y="50"/>
                </a:lnTo>
                <a:lnTo>
                  <a:pt x="895" y="49"/>
                </a:lnTo>
                <a:lnTo>
                  <a:pt x="896" y="49"/>
                </a:lnTo>
                <a:lnTo>
                  <a:pt x="896" y="50"/>
                </a:lnTo>
                <a:lnTo>
                  <a:pt x="897" y="50"/>
                </a:lnTo>
                <a:lnTo>
                  <a:pt x="897" y="49"/>
                </a:lnTo>
                <a:lnTo>
                  <a:pt x="897" y="47"/>
                </a:lnTo>
                <a:lnTo>
                  <a:pt x="898" y="47"/>
                </a:lnTo>
                <a:lnTo>
                  <a:pt x="898" y="48"/>
                </a:lnTo>
                <a:lnTo>
                  <a:pt x="899" y="48"/>
                </a:lnTo>
                <a:lnTo>
                  <a:pt x="900" y="47"/>
                </a:lnTo>
                <a:lnTo>
                  <a:pt x="900" y="46"/>
                </a:lnTo>
                <a:lnTo>
                  <a:pt x="901" y="46"/>
                </a:lnTo>
                <a:lnTo>
                  <a:pt x="902" y="47"/>
                </a:lnTo>
                <a:lnTo>
                  <a:pt x="903" y="47"/>
                </a:lnTo>
                <a:lnTo>
                  <a:pt x="903" y="46"/>
                </a:lnTo>
                <a:lnTo>
                  <a:pt x="903" y="45"/>
                </a:lnTo>
                <a:lnTo>
                  <a:pt x="902" y="45"/>
                </a:lnTo>
                <a:lnTo>
                  <a:pt x="902" y="44"/>
                </a:lnTo>
                <a:lnTo>
                  <a:pt x="903" y="44"/>
                </a:lnTo>
                <a:lnTo>
                  <a:pt x="904" y="44"/>
                </a:lnTo>
                <a:lnTo>
                  <a:pt x="904" y="43"/>
                </a:lnTo>
                <a:lnTo>
                  <a:pt x="905" y="43"/>
                </a:lnTo>
                <a:lnTo>
                  <a:pt x="905" y="42"/>
                </a:lnTo>
                <a:lnTo>
                  <a:pt x="906" y="41"/>
                </a:lnTo>
                <a:lnTo>
                  <a:pt x="907" y="42"/>
                </a:lnTo>
                <a:lnTo>
                  <a:pt x="909" y="41"/>
                </a:lnTo>
                <a:lnTo>
                  <a:pt x="910" y="40"/>
                </a:lnTo>
                <a:lnTo>
                  <a:pt x="911" y="40"/>
                </a:lnTo>
                <a:lnTo>
                  <a:pt x="911" y="39"/>
                </a:lnTo>
                <a:lnTo>
                  <a:pt x="911" y="38"/>
                </a:lnTo>
                <a:lnTo>
                  <a:pt x="913" y="37"/>
                </a:lnTo>
                <a:lnTo>
                  <a:pt x="914" y="37"/>
                </a:lnTo>
                <a:lnTo>
                  <a:pt x="914" y="36"/>
                </a:lnTo>
                <a:lnTo>
                  <a:pt x="914" y="35"/>
                </a:lnTo>
                <a:lnTo>
                  <a:pt x="915" y="35"/>
                </a:lnTo>
                <a:lnTo>
                  <a:pt x="916" y="35"/>
                </a:lnTo>
                <a:lnTo>
                  <a:pt x="916" y="34"/>
                </a:lnTo>
                <a:lnTo>
                  <a:pt x="916" y="33"/>
                </a:lnTo>
                <a:lnTo>
                  <a:pt x="917" y="32"/>
                </a:lnTo>
                <a:lnTo>
                  <a:pt x="917" y="33"/>
                </a:lnTo>
                <a:lnTo>
                  <a:pt x="918" y="33"/>
                </a:lnTo>
                <a:lnTo>
                  <a:pt x="919" y="33"/>
                </a:lnTo>
                <a:lnTo>
                  <a:pt x="920" y="32"/>
                </a:lnTo>
                <a:lnTo>
                  <a:pt x="921" y="32"/>
                </a:lnTo>
                <a:lnTo>
                  <a:pt x="924" y="33"/>
                </a:lnTo>
                <a:lnTo>
                  <a:pt x="925" y="32"/>
                </a:lnTo>
                <a:lnTo>
                  <a:pt x="926" y="31"/>
                </a:lnTo>
                <a:lnTo>
                  <a:pt x="926" y="30"/>
                </a:lnTo>
                <a:lnTo>
                  <a:pt x="925" y="30"/>
                </a:lnTo>
                <a:lnTo>
                  <a:pt x="925" y="29"/>
                </a:lnTo>
                <a:lnTo>
                  <a:pt x="926" y="28"/>
                </a:lnTo>
                <a:lnTo>
                  <a:pt x="927" y="28"/>
                </a:lnTo>
                <a:lnTo>
                  <a:pt x="927" y="26"/>
                </a:lnTo>
                <a:lnTo>
                  <a:pt x="928" y="26"/>
                </a:lnTo>
                <a:lnTo>
                  <a:pt x="928" y="25"/>
                </a:lnTo>
                <a:lnTo>
                  <a:pt x="931" y="25"/>
                </a:lnTo>
                <a:lnTo>
                  <a:pt x="932" y="25"/>
                </a:lnTo>
                <a:lnTo>
                  <a:pt x="933" y="25"/>
                </a:lnTo>
                <a:lnTo>
                  <a:pt x="934" y="25"/>
                </a:lnTo>
                <a:lnTo>
                  <a:pt x="935" y="26"/>
                </a:lnTo>
                <a:lnTo>
                  <a:pt x="938" y="26"/>
                </a:lnTo>
                <a:lnTo>
                  <a:pt x="938" y="25"/>
                </a:lnTo>
                <a:lnTo>
                  <a:pt x="938" y="24"/>
                </a:lnTo>
                <a:lnTo>
                  <a:pt x="939" y="24"/>
                </a:lnTo>
                <a:lnTo>
                  <a:pt x="939" y="23"/>
                </a:lnTo>
                <a:lnTo>
                  <a:pt x="939" y="21"/>
                </a:lnTo>
                <a:lnTo>
                  <a:pt x="939" y="20"/>
                </a:lnTo>
                <a:lnTo>
                  <a:pt x="938" y="20"/>
                </a:lnTo>
                <a:lnTo>
                  <a:pt x="939" y="19"/>
                </a:lnTo>
                <a:lnTo>
                  <a:pt x="941" y="18"/>
                </a:lnTo>
                <a:lnTo>
                  <a:pt x="942" y="17"/>
                </a:lnTo>
                <a:lnTo>
                  <a:pt x="947" y="17"/>
                </a:lnTo>
                <a:lnTo>
                  <a:pt x="948" y="17"/>
                </a:lnTo>
                <a:lnTo>
                  <a:pt x="948" y="18"/>
                </a:lnTo>
                <a:lnTo>
                  <a:pt x="949" y="18"/>
                </a:lnTo>
                <a:lnTo>
                  <a:pt x="949" y="19"/>
                </a:lnTo>
                <a:lnTo>
                  <a:pt x="951" y="20"/>
                </a:lnTo>
                <a:lnTo>
                  <a:pt x="952" y="20"/>
                </a:lnTo>
                <a:lnTo>
                  <a:pt x="953" y="21"/>
                </a:lnTo>
                <a:lnTo>
                  <a:pt x="955" y="21"/>
                </a:lnTo>
                <a:lnTo>
                  <a:pt x="955" y="22"/>
                </a:lnTo>
                <a:lnTo>
                  <a:pt x="954" y="22"/>
                </a:lnTo>
                <a:lnTo>
                  <a:pt x="954" y="23"/>
                </a:lnTo>
                <a:lnTo>
                  <a:pt x="954" y="24"/>
                </a:lnTo>
                <a:lnTo>
                  <a:pt x="955" y="24"/>
                </a:lnTo>
                <a:lnTo>
                  <a:pt x="955" y="25"/>
                </a:lnTo>
                <a:close/>
              </a:path>
            </a:pathLst>
          </a:custGeom>
          <a:solidFill>
            <a:srgbClr val="FEE597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0" name=""/>
          <p:cNvSpPr/>
          <p:nvPr/>
        </p:nvSpPr>
        <p:spPr>
          <a:xfrm>
            <a:off x="8117640" y="1264680"/>
            <a:ext cx="74520" cy="127440"/>
          </a:xfrm>
          <a:custGeom>
            <a:avLst/>
            <a:gdLst/>
            <a:ahLst/>
            <a:rect l="0" t="0" r="r" b="b"/>
            <a:pathLst>
              <a:path w="207" h="354">
                <a:moveTo>
                  <a:pt x="84" y="0"/>
                </a:moveTo>
                <a:lnTo>
                  <a:pt x="86" y="1"/>
                </a:lnTo>
                <a:lnTo>
                  <a:pt x="88" y="2"/>
                </a:lnTo>
                <a:lnTo>
                  <a:pt x="89" y="2"/>
                </a:lnTo>
                <a:lnTo>
                  <a:pt x="89" y="3"/>
                </a:lnTo>
                <a:lnTo>
                  <a:pt x="91" y="3"/>
                </a:lnTo>
                <a:lnTo>
                  <a:pt x="93" y="4"/>
                </a:lnTo>
                <a:lnTo>
                  <a:pt x="94" y="4"/>
                </a:lnTo>
                <a:lnTo>
                  <a:pt x="96" y="3"/>
                </a:lnTo>
                <a:lnTo>
                  <a:pt x="98" y="3"/>
                </a:lnTo>
                <a:lnTo>
                  <a:pt x="99" y="2"/>
                </a:lnTo>
                <a:lnTo>
                  <a:pt x="100" y="2"/>
                </a:lnTo>
                <a:lnTo>
                  <a:pt x="100" y="3"/>
                </a:lnTo>
                <a:lnTo>
                  <a:pt x="102" y="3"/>
                </a:lnTo>
                <a:lnTo>
                  <a:pt x="103" y="3"/>
                </a:lnTo>
                <a:lnTo>
                  <a:pt x="103" y="4"/>
                </a:lnTo>
                <a:lnTo>
                  <a:pt x="105" y="5"/>
                </a:lnTo>
                <a:lnTo>
                  <a:pt x="103" y="6"/>
                </a:lnTo>
                <a:lnTo>
                  <a:pt x="103" y="8"/>
                </a:lnTo>
                <a:lnTo>
                  <a:pt x="105" y="10"/>
                </a:lnTo>
                <a:lnTo>
                  <a:pt x="106" y="10"/>
                </a:lnTo>
                <a:lnTo>
                  <a:pt x="105" y="10"/>
                </a:lnTo>
                <a:lnTo>
                  <a:pt x="105" y="11"/>
                </a:lnTo>
                <a:lnTo>
                  <a:pt x="106" y="12"/>
                </a:lnTo>
                <a:lnTo>
                  <a:pt x="106" y="13"/>
                </a:lnTo>
                <a:lnTo>
                  <a:pt x="108" y="14"/>
                </a:lnTo>
                <a:lnTo>
                  <a:pt x="108" y="15"/>
                </a:lnTo>
                <a:lnTo>
                  <a:pt x="109" y="15"/>
                </a:lnTo>
                <a:lnTo>
                  <a:pt x="109" y="14"/>
                </a:lnTo>
                <a:lnTo>
                  <a:pt x="110" y="14"/>
                </a:lnTo>
                <a:lnTo>
                  <a:pt x="111" y="15"/>
                </a:lnTo>
                <a:lnTo>
                  <a:pt x="112" y="16"/>
                </a:lnTo>
                <a:lnTo>
                  <a:pt x="113" y="16"/>
                </a:lnTo>
                <a:lnTo>
                  <a:pt x="114" y="17"/>
                </a:lnTo>
                <a:lnTo>
                  <a:pt x="115" y="18"/>
                </a:lnTo>
                <a:lnTo>
                  <a:pt x="116" y="20"/>
                </a:lnTo>
                <a:lnTo>
                  <a:pt x="117" y="20"/>
                </a:lnTo>
                <a:lnTo>
                  <a:pt x="116" y="21"/>
                </a:lnTo>
                <a:lnTo>
                  <a:pt x="117" y="21"/>
                </a:lnTo>
                <a:lnTo>
                  <a:pt x="118" y="21"/>
                </a:lnTo>
                <a:lnTo>
                  <a:pt x="119" y="22"/>
                </a:lnTo>
                <a:lnTo>
                  <a:pt x="120" y="25"/>
                </a:lnTo>
                <a:lnTo>
                  <a:pt x="120" y="26"/>
                </a:lnTo>
                <a:lnTo>
                  <a:pt x="119" y="26"/>
                </a:lnTo>
                <a:lnTo>
                  <a:pt x="119" y="27"/>
                </a:lnTo>
                <a:lnTo>
                  <a:pt x="119" y="28"/>
                </a:lnTo>
                <a:lnTo>
                  <a:pt x="119" y="29"/>
                </a:lnTo>
                <a:lnTo>
                  <a:pt x="120" y="29"/>
                </a:lnTo>
                <a:lnTo>
                  <a:pt x="121" y="29"/>
                </a:lnTo>
                <a:lnTo>
                  <a:pt x="121" y="28"/>
                </a:lnTo>
                <a:lnTo>
                  <a:pt x="122" y="27"/>
                </a:lnTo>
                <a:lnTo>
                  <a:pt x="124" y="29"/>
                </a:lnTo>
                <a:lnTo>
                  <a:pt x="124" y="30"/>
                </a:lnTo>
                <a:lnTo>
                  <a:pt x="124" y="31"/>
                </a:lnTo>
                <a:lnTo>
                  <a:pt x="126" y="30"/>
                </a:lnTo>
                <a:lnTo>
                  <a:pt x="126" y="29"/>
                </a:lnTo>
                <a:lnTo>
                  <a:pt x="126" y="28"/>
                </a:lnTo>
                <a:lnTo>
                  <a:pt x="127" y="28"/>
                </a:lnTo>
                <a:lnTo>
                  <a:pt x="129" y="28"/>
                </a:lnTo>
                <a:lnTo>
                  <a:pt x="129" y="29"/>
                </a:lnTo>
                <a:lnTo>
                  <a:pt x="129" y="30"/>
                </a:lnTo>
                <a:lnTo>
                  <a:pt x="131" y="30"/>
                </a:lnTo>
                <a:lnTo>
                  <a:pt x="133" y="31"/>
                </a:lnTo>
                <a:lnTo>
                  <a:pt x="134" y="30"/>
                </a:lnTo>
                <a:lnTo>
                  <a:pt x="135" y="30"/>
                </a:lnTo>
                <a:lnTo>
                  <a:pt x="135" y="29"/>
                </a:lnTo>
                <a:lnTo>
                  <a:pt x="136" y="29"/>
                </a:lnTo>
                <a:lnTo>
                  <a:pt x="136" y="30"/>
                </a:lnTo>
                <a:lnTo>
                  <a:pt x="137" y="30"/>
                </a:lnTo>
                <a:lnTo>
                  <a:pt x="137" y="31"/>
                </a:lnTo>
                <a:lnTo>
                  <a:pt x="136" y="31"/>
                </a:lnTo>
                <a:lnTo>
                  <a:pt x="136" y="32"/>
                </a:lnTo>
                <a:lnTo>
                  <a:pt x="137" y="32"/>
                </a:lnTo>
                <a:lnTo>
                  <a:pt x="138" y="32"/>
                </a:lnTo>
                <a:lnTo>
                  <a:pt x="140" y="33"/>
                </a:lnTo>
                <a:lnTo>
                  <a:pt x="140" y="35"/>
                </a:lnTo>
                <a:lnTo>
                  <a:pt x="139" y="35"/>
                </a:lnTo>
                <a:lnTo>
                  <a:pt x="139" y="36"/>
                </a:lnTo>
                <a:lnTo>
                  <a:pt x="138" y="37"/>
                </a:lnTo>
                <a:lnTo>
                  <a:pt x="137" y="37"/>
                </a:lnTo>
                <a:lnTo>
                  <a:pt x="137" y="36"/>
                </a:lnTo>
                <a:lnTo>
                  <a:pt x="136" y="36"/>
                </a:lnTo>
                <a:lnTo>
                  <a:pt x="136" y="37"/>
                </a:lnTo>
                <a:lnTo>
                  <a:pt x="136" y="38"/>
                </a:lnTo>
                <a:lnTo>
                  <a:pt x="136" y="39"/>
                </a:lnTo>
                <a:lnTo>
                  <a:pt x="136" y="43"/>
                </a:lnTo>
                <a:lnTo>
                  <a:pt x="137" y="43"/>
                </a:lnTo>
                <a:lnTo>
                  <a:pt x="138" y="43"/>
                </a:lnTo>
                <a:lnTo>
                  <a:pt x="138" y="44"/>
                </a:lnTo>
                <a:lnTo>
                  <a:pt x="138" y="43"/>
                </a:lnTo>
                <a:lnTo>
                  <a:pt x="138" y="42"/>
                </a:lnTo>
                <a:lnTo>
                  <a:pt x="139" y="42"/>
                </a:lnTo>
                <a:lnTo>
                  <a:pt x="140" y="41"/>
                </a:lnTo>
                <a:lnTo>
                  <a:pt x="141" y="41"/>
                </a:lnTo>
                <a:lnTo>
                  <a:pt x="142" y="41"/>
                </a:lnTo>
                <a:lnTo>
                  <a:pt x="142" y="42"/>
                </a:lnTo>
                <a:lnTo>
                  <a:pt x="143" y="42"/>
                </a:lnTo>
                <a:lnTo>
                  <a:pt x="144" y="42"/>
                </a:lnTo>
                <a:lnTo>
                  <a:pt x="144" y="43"/>
                </a:lnTo>
                <a:lnTo>
                  <a:pt x="144" y="44"/>
                </a:lnTo>
                <a:lnTo>
                  <a:pt x="144" y="45"/>
                </a:lnTo>
                <a:lnTo>
                  <a:pt x="145" y="45"/>
                </a:lnTo>
                <a:lnTo>
                  <a:pt x="145" y="46"/>
                </a:lnTo>
                <a:lnTo>
                  <a:pt x="144" y="46"/>
                </a:lnTo>
                <a:lnTo>
                  <a:pt x="144" y="47"/>
                </a:lnTo>
                <a:lnTo>
                  <a:pt x="144" y="49"/>
                </a:lnTo>
                <a:lnTo>
                  <a:pt x="144" y="51"/>
                </a:lnTo>
                <a:lnTo>
                  <a:pt x="143" y="52"/>
                </a:lnTo>
                <a:lnTo>
                  <a:pt x="140" y="51"/>
                </a:lnTo>
                <a:lnTo>
                  <a:pt x="140" y="52"/>
                </a:lnTo>
                <a:lnTo>
                  <a:pt x="140" y="53"/>
                </a:lnTo>
                <a:lnTo>
                  <a:pt x="139" y="53"/>
                </a:lnTo>
                <a:lnTo>
                  <a:pt x="138" y="53"/>
                </a:lnTo>
                <a:lnTo>
                  <a:pt x="138" y="52"/>
                </a:lnTo>
                <a:lnTo>
                  <a:pt x="137" y="52"/>
                </a:lnTo>
                <a:lnTo>
                  <a:pt x="136" y="52"/>
                </a:lnTo>
                <a:lnTo>
                  <a:pt x="135" y="52"/>
                </a:lnTo>
                <a:lnTo>
                  <a:pt x="133" y="51"/>
                </a:lnTo>
                <a:lnTo>
                  <a:pt x="132" y="50"/>
                </a:lnTo>
                <a:lnTo>
                  <a:pt x="131" y="50"/>
                </a:lnTo>
                <a:lnTo>
                  <a:pt x="130" y="50"/>
                </a:lnTo>
                <a:lnTo>
                  <a:pt x="129" y="50"/>
                </a:lnTo>
                <a:lnTo>
                  <a:pt x="129" y="51"/>
                </a:lnTo>
                <a:lnTo>
                  <a:pt x="128" y="52"/>
                </a:lnTo>
                <a:lnTo>
                  <a:pt x="127" y="54"/>
                </a:lnTo>
                <a:lnTo>
                  <a:pt x="126" y="55"/>
                </a:lnTo>
                <a:lnTo>
                  <a:pt x="124" y="55"/>
                </a:lnTo>
                <a:lnTo>
                  <a:pt x="123" y="54"/>
                </a:lnTo>
                <a:lnTo>
                  <a:pt x="122" y="54"/>
                </a:lnTo>
                <a:lnTo>
                  <a:pt x="121" y="54"/>
                </a:lnTo>
                <a:lnTo>
                  <a:pt x="121" y="55"/>
                </a:lnTo>
                <a:lnTo>
                  <a:pt x="120" y="55"/>
                </a:lnTo>
                <a:lnTo>
                  <a:pt x="119" y="55"/>
                </a:lnTo>
                <a:lnTo>
                  <a:pt x="118" y="55"/>
                </a:lnTo>
                <a:lnTo>
                  <a:pt x="117" y="55"/>
                </a:lnTo>
                <a:lnTo>
                  <a:pt x="117" y="54"/>
                </a:lnTo>
                <a:lnTo>
                  <a:pt x="117" y="53"/>
                </a:lnTo>
                <a:lnTo>
                  <a:pt x="116" y="52"/>
                </a:lnTo>
                <a:lnTo>
                  <a:pt x="115" y="50"/>
                </a:lnTo>
                <a:lnTo>
                  <a:pt x="113" y="50"/>
                </a:lnTo>
                <a:lnTo>
                  <a:pt x="112" y="51"/>
                </a:lnTo>
                <a:lnTo>
                  <a:pt x="111" y="51"/>
                </a:lnTo>
                <a:lnTo>
                  <a:pt x="111" y="50"/>
                </a:lnTo>
                <a:lnTo>
                  <a:pt x="110" y="50"/>
                </a:lnTo>
                <a:lnTo>
                  <a:pt x="110" y="51"/>
                </a:lnTo>
                <a:lnTo>
                  <a:pt x="110" y="52"/>
                </a:lnTo>
                <a:lnTo>
                  <a:pt x="109" y="52"/>
                </a:lnTo>
                <a:lnTo>
                  <a:pt x="109" y="51"/>
                </a:lnTo>
                <a:lnTo>
                  <a:pt x="108" y="51"/>
                </a:lnTo>
                <a:lnTo>
                  <a:pt x="106" y="50"/>
                </a:lnTo>
                <a:lnTo>
                  <a:pt x="106" y="51"/>
                </a:lnTo>
                <a:lnTo>
                  <a:pt x="105" y="51"/>
                </a:lnTo>
                <a:lnTo>
                  <a:pt x="105" y="52"/>
                </a:lnTo>
                <a:lnTo>
                  <a:pt x="106" y="53"/>
                </a:lnTo>
                <a:lnTo>
                  <a:pt x="107" y="54"/>
                </a:lnTo>
                <a:lnTo>
                  <a:pt x="107" y="55"/>
                </a:lnTo>
                <a:lnTo>
                  <a:pt x="106" y="56"/>
                </a:lnTo>
                <a:lnTo>
                  <a:pt x="106" y="58"/>
                </a:lnTo>
                <a:lnTo>
                  <a:pt x="105" y="59"/>
                </a:lnTo>
                <a:lnTo>
                  <a:pt x="106" y="59"/>
                </a:lnTo>
                <a:lnTo>
                  <a:pt x="106" y="60"/>
                </a:lnTo>
                <a:lnTo>
                  <a:pt x="105" y="60"/>
                </a:lnTo>
                <a:lnTo>
                  <a:pt x="105" y="61"/>
                </a:lnTo>
                <a:lnTo>
                  <a:pt x="105" y="60"/>
                </a:lnTo>
                <a:lnTo>
                  <a:pt x="105" y="61"/>
                </a:lnTo>
                <a:lnTo>
                  <a:pt x="103" y="62"/>
                </a:lnTo>
                <a:lnTo>
                  <a:pt x="103" y="61"/>
                </a:lnTo>
                <a:lnTo>
                  <a:pt x="102" y="62"/>
                </a:lnTo>
                <a:lnTo>
                  <a:pt x="101" y="63"/>
                </a:lnTo>
                <a:lnTo>
                  <a:pt x="102" y="64"/>
                </a:lnTo>
                <a:lnTo>
                  <a:pt x="102" y="65"/>
                </a:lnTo>
                <a:lnTo>
                  <a:pt x="103" y="65"/>
                </a:lnTo>
                <a:lnTo>
                  <a:pt x="105" y="65"/>
                </a:lnTo>
                <a:lnTo>
                  <a:pt x="105" y="67"/>
                </a:lnTo>
                <a:lnTo>
                  <a:pt x="103" y="67"/>
                </a:lnTo>
                <a:lnTo>
                  <a:pt x="102" y="67"/>
                </a:lnTo>
                <a:lnTo>
                  <a:pt x="101" y="68"/>
                </a:lnTo>
                <a:lnTo>
                  <a:pt x="102" y="68"/>
                </a:lnTo>
                <a:lnTo>
                  <a:pt x="103" y="68"/>
                </a:lnTo>
                <a:lnTo>
                  <a:pt x="103" y="69"/>
                </a:lnTo>
                <a:lnTo>
                  <a:pt x="102" y="70"/>
                </a:lnTo>
                <a:lnTo>
                  <a:pt x="101" y="70"/>
                </a:lnTo>
                <a:lnTo>
                  <a:pt x="101" y="71"/>
                </a:lnTo>
                <a:lnTo>
                  <a:pt x="102" y="71"/>
                </a:lnTo>
                <a:lnTo>
                  <a:pt x="103" y="73"/>
                </a:lnTo>
                <a:lnTo>
                  <a:pt x="103" y="72"/>
                </a:lnTo>
                <a:lnTo>
                  <a:pt x="105" y="72"/>
                </a:lnTo>
                <a:lnTo>
                  <a:pt x="105" y="73"/>
                </a:lnTo>
                <a:lnTo>
                  <a:pt x="106" y="77"/>
                </a:lnTo>
                <a:lnTo>
                  <a:pt x="106" y="78"/>
                </a:lnTo>
                <a:lnTo>
                  <a:pt x="109" y="81"/>
                </a:lnTo>
                <a:lnTo>
                  <a:pt x="110" y="82"/>
                </a:lnTo>
                <a:lnTo>
                  <a:pt x="110" y="84"/>
                </a:lnTo>
                <a:lnTo>
                  <a:pt x="111" y="86"/>
                </a:lnTo>
                <a:lnTo>
                  <a:pt x="113" y="89"/>
                </a:lnTo>
                <a:lnTo>
                  <a:pt x="114" y="90"/>
                </a:lnTo>
                <a:lnTo>
                  <a:pt x="114" y="92"/>
                </a:lnTo>
                <a:lnTo>
                  <a:pt x="113" y="92"/>
                </a:lnTo>
                <a:lnTo>
                  <a:pt x="113" y="93"/>
                </a:lnTo>
                <a:lnTo>
                  <a:pt x="113" y="94"/>
                </a:lnTo>
                <a:lnTo>
                  <a:pt x="113" y="95"/>
                </a:lnTo>
                <a:lnTo>
                  <a:pt x="112" y="95"/>
                </a:lnTo>
                <a:lnTo>
                  <a:pt x="112" y="96"/>
                </a:lnTo>
                <a:lnTo>
                  <a:pt x="113" y="97"/>
                </a:lnTo>
                <a:lnTo>
                  <a:pt x="114" y="97"/>
                </a:lnTo>
                <a:lnTo>
                  <a:pt x="113" y="97"/>
                </a:lnTo>
                <a:lnTo>
                  <a:pt x="113" y="99"/>
                </a:lnTo>
                <a:lnTo>
                  <a:pt x="112" y="99"/>
                </a:lnTo>
                <a:lnTo>
                  <a:pt x="112" y="100"/>
                </a:lnTo>
                <a:lnTo>
                  <a:pt x="112" y="99"/>
                </a:lnTo>
                <a:lnTo>
                  <a:pt x="112" y="100"/>
                </a:lnTo>
                <a:lnTo>
                  <a:pt x="113" y="100"/>
                </a:lnTo>
                <a:lnTo>
                  <a:pt x="113" y="99"/>
                </a:lnTo>
                <a:lnTo>
                  <a:pt x="114" y="99"/>
                </a:lnTo>
                <a:lnTo>
                  <a:pt x="115" y="100"/>
                </a:lnTo>
                <a:lnTo>
                  <a:pt x="116" y="100"/>
                </a:lnTo>
                <a:lnTo>
                  <a:pt x="117" y="100"/>
                </a:lnTo>
                <a:lnTo>
                  <a:pt x="117" y="101"/>
                </a:lnTo>
                <a:lnTo>
                  <a:pt x="118" y="101"/>
                </a:lnTo>
                <a:lnTo>
                  <a:pt x="119" y="101"/>
                </a:lnTo>
                <a:lnTo>
                  <a:pt x="120" y="101"/>
                </a:lnTo>
                <a:lnTo>
                  <a:pt x="121" y="101"/>
                </a:lnTo>
                <a:lnTo>
                  <a:pt x="121" y="102"/>
                </a:lnTo>
                <a:lnTo>
                  <a:pt x="120" y="102"/>
                </a:lnTo>
                <a:lnTo>
                  <a:pt x="120" y="103"/>
                </a:lnTo>
                <a:lnTo>
                  <a:pt x="121" y="103"/>
                </a:lnTo>
                <a:lnTo>
                  <a:pt x="121" y="104"/>
                </a:lnTo>
                <a:lnTo>
                  <a:pt x="120" y="104"/>
                </a:lnTo>
                <a:lnTo>
                  <a:pt x="120" y="103"/>
                </a:lnTo>
                <a:lnTo>
                  <a:pt x="120" y="104"/>
                </a:lnTo>
                <a:lnTo>
                  <a:pt x="120" y="105"/>
                </a:lnTo>
                <a:lnTo>
                  <a:pt x="119" y="105"/>
                </a:lnTo>
                <a:lnTo>
                  <a:pt x="118" y="106"/>
                </a:lnTo>
                <a:lnTo>
                  <a:pt x="119" y="107"/>
                </a:lnTo>
                <a:lnTo>
                  <a:pt x="120" y="107"/>
                </a:lnTo>
                <a:lnTo>
                  <a:pt x="121" y="108"/>
                </a:lnTo>
                <a:lnTo>
                  <a:pt x="121" y="109"/>
                </a:lnTo>
                <a:lnTo>
                  <a:pt x="123" y="110"/>
                </a:lnTo>
                <a:lnTo>
                  <a:pt x="124" y="109"/>
                </a:lnTo>
                <a:lnTo>
                  <a:pt x="125" y="109"/>
                </a:lnTo>
                <a:lnTo>
                  <a:pt x="126" y="110"/>
                </a:lnTo>
                <a:lnTo>
                  <a:pt x="127" y="110"/>
                </a:lnTo>
                <a:lnTo>
                  <a:pt x="128" y="110"/>
                </a:lnTo>
                <a:lnTo>
                  <a:pt x="128" y="111"/>
                </a:lnTo>
                <a:lnTo>
                  <a:pt x="128" y="110"/>
                </a:lnTo>
                <a:lnTo>
                  <a:pt x="129" y="110"/>
                </a:lnTo>
                <a:lnTo>
                  <a:pt x="130" y="110"/>
                </a:lnTo>
                <a:lnTo>
                  <a:pt x="130" y="111"/>
                </a:lnTo>
                <a:lnTo>
                  <a:pt x="130" y="112"/>
                </a:lnTo>
                <a:lnTo>
                  <a:pt x="130" y="113"/>
                </a:lnTo>
                <a:lnTo>
                  <a:pt x="131" y="113"/>
                </a:lnTo>
                <a:lnTo>
                  <a:pt x="131" y="114"/>
                </a:lnTo>
                <a:lnTo>
                  <a:pt x="132" y="115"/>
                </a:lnTo>
                <a:lnTo>
                  <a:pt x="132" y="116"/>
                </a:lnTo>
                <a:lnTo>
                  <a:pt x="133" y="116"/>
                </a:lnTo>
                <a:lnTo>
                  <a:pt x="133" y="117"/>
                </a:lnTo>
                <a:lnTo>
                  <a:pt x="134" y="116"/>
                </a:lnTo>
                <a:lnTo>
                  <a:pt x="134" y="117"/>
                </a:lnTo>
                <a:lnTo>
                  <a:pt x="134" y="118"/>
                </a:lnTo>
                <a:lnTo>
                  <a:pt x="133" y="118"/>
                </a:lnTo>
                <a:lnTo>
                  <a:pt x="133" y="119"/>
                </a:lnTo>
                <a:lnTo>
                  <a:pt x="134" y="120"/>
                </a:lnTo>
                <a:lnTo>
                  <a:pt x="134" y="121"/>
                </a:lnTo>
                <a:lnTo>
                  <a:pt x="134" y="122"/>
                </a:lnTo>
                <a:lnTo>
                  <a:pt x="134" y="123"/>
                </a:lnTo>
                <a:lnTo>
                  <a:pt x="133" y="123"/>
                </a:lnTo>
                <a:lnTo>
                  <a:pt x="132" y="122"/>
                </a:lnTo>
                <a:lnTo>
                  <a:pt x="132" y="123"/>
                </a:lnTo>
                <a:lnTo>
                  <a:pt x="133" y="124"/>
                </a:lnTo>
                <a:lnTo>
                  <a:pt x="133" y="125"/>
                </a:lnTo>
                <a:lnTo>
                  <a:pt x="132" y="125"/>
                </a:lnTo>
                <a:lnTo>
                  <a:pt x="131" y="125"/>
                </a:lnTo>
                <a:lnTo>
                  <a:pt x="131" y="126"/>
                </a:lnTo>
                <a:lnTo>
                  <a:pt x="131" y="127"/>
                </a:lnTo>
                <a:lnTo>
                  <a:pt x="131" y="128"/>
                </a:lnTo>
                <a:lnTo>
                  <a:pt x="130" y="128"/>
                </a:lnTo>
                <a:lnTo>
                  <a:pt x="130" y="129"/>
                </a:lnTo>
                <a:lnTo>
                  <a:pt x="129" y="130"/>
                </a:lnTo>
                <a:lnTo>
                  <a:pt x="128" y="130"/>
                </a:lnTo>
                <a:lnTo>
                  <a:pt x="128" y="131"/>
                </a:lnTo>
                <a:lnTo>
                  <a:pt x="128" y="133"/>
                </a:lnTo>
                <a:lnTo>
                  <a:pt x="129" y="133"/>
                </a:lnTo>
                <a:lnTo>
                  <a:pt x="129" y="132"/>
                </a:lnTo>
                <a:lnTo>
                  <a:pt x="130" y="131"/>
                </a:lnTo>
                <a:lnTo>
                  <a:pt x="130" y="130"/>
                </a:lnTo>
                <a:lnTo>
                  <a:pt x="131" y="130"/>
                </a:lnTo>
                <a:lnTo>
                  <a:pt x="131" y="131"/>
                </a:lnTo>
                <a:lnTo>
                  <a:pt x="131" y="132"/>
                </a:lnTo>
                <a:lnTo>
                  <a:pt x="132" y="132"/>
                </a:lnTo>
                <a:lnTo>
                  <a:pt x="133" y="132"/>
                </a:lnTo>
                <a:lnTo>
                  <a:pt x="134" y="132"/>
                </a:lnTo>
                <a:lnTo>
                  <a:pt x="134" y="133"/>
                </a:lnTo>
                <a:lnTo>
                  <a:pt x="134" y="134"/>
                </a:lnTo>
                <a:lnTo>
                  <a:pt x="133" y="135"/>
                </a:lnTo>
                <a:lnTo>
                  <a:pt x="134" y="135"/>
                </a:lnTo>
                <a:lnTo>
                  <a:pt x="134" y="136"/>
                </a:lnTo>
                <a:lnTo>
                  <a:pt x="135" y="136"/>
                </a:lnTo>
                <a:lnTo>
                  <a:pt x="135" y="135"/>
                </a:lnTo>
                <a:lnTo>
                  <a:pt x="136" y="134"/>
                </a:lnTo>
                <a:lnTo>
                  <a:pt x="137" y="133"/>
                </a:lnTo>
                <a:lnTo>
                  <a:pt x="137" y="132"/>
                </a:lnTo>
                <a:lnTo>
                  <a:pt x="138" y="132"/>
                </a:lnTo>
                <a:lnTo>
                  <a:pt x="139" y="132"/>
                </a:lnTo>
                <a:lnTo>
                  <a:pt x="139" y="133"/>
                </a:lnTo>
                <a:lnTo>
                  <a:pt x="140" y="133"/>
                </a:lnTo>
                <a:lnTo>
                  <a:pt x="140" y="134"/>
                </a:lnTo>
                <a:lnTo>
                  <a:pt x="141" y="134"/>
                </a:lnTo>
                <a:lnTo>
                  <a:pt x="142" y="134"/>
                </a:lnTo>
                <a:lnTo>
                  <a:pt x="143" y="135"/>
                </a:lnTo>
                <a:lnTo>
                  <a:pt x="143" y="136"/>
                </a:lnTo>
                <a:lnTo>
                  <a:pt x="142" y="136"/>
                </a:lnTo>
                <a:lnTo>
                  <a:pt x="142" y="137"/>
                </a:lnTo>
                <a:lnTo>
                  <a:pt x="141" y="137"/>
                </a:lnTo>
                <a:lnTo>
                  <a:pt x="140" y="137"/>
                </a:lnTo>
                <a:lnTo>
                  <a:pt x="140" y="136"/>
                </a:lnTo>
                <a:lnTo>
                  <a:pt x="139" y="136"/>
                </a:lnTo>
                <a:lnTo>
                  <a:pt x="139" y="137"/>
                </a:lnTo>
                <a:lnTo>
                  <a:pt x="140" y="138"/>
                </a:lnTo>
                <a:lnTo>
                  <a:pt x="141" y="138"/>
                </a:lnTo>
                <a:lnTo>
                  <a:pt x="142" y="138"/>
                </a:lnTo>
                <a:lnTo>
                  <a:pt x="142" y="139"/>
                </a:lnTo>
                <a:lnTo>
                  <a:pt x="143" y="139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4" y="142"/>
                </a:lnTo>
                <a:lnTo>
                  <a:pt x="144" y="143"/>
                </a:lnTo>
                <a:lnTo>
                  <a:pt x="145" y="144"/>
                </a:lnTo>
                <a:lnTo>
                  <a:pt x="146" y="142"/>
                </a:lnTo>
                <a:lnTo>
                  <a:pt x="147" y="142"/>
                </a:lnTo>
                <a:lnTo>
                  <a:pt x="148" y="141"/>
                </a:lnTo>
                <a:lnTo>
                  <a:pt x="148" y="140"/>
                </a:lnTo>
                <a:lnTo>
                  <a:pt x="149" y="139"/>
                </a:lnTo>
                <a:lnTo>
                  <a:pt x="148" y="139"/>
                </a:lnTo>
                <a:lnTo>
                  <a:pt x="148" y="138"/>
                </a:lnTo>
                <a:lnTo>
                  <a:pt x="147" y="137"/>
                </a:lnTo>
                <a:lnTo>
                  <a:pt x="147" y="136"/>
                </a:lnTo>
                <a:lnTo>
                  <a:pt x="147" y="134"/>
                </a:lnTo>
                <a:lnTo>
                  <a:pt x="148" y="134"/>
                </a:lnTo>
                <a:lnTo>
                  <a:pt x="149" y="134"/>
                </a:lnTo>
                <a:lnTo>
                  <a:pt x="149" y="133"/>
                </a:lnTo>
                <a:lnTo>
                  <a:pt x="149" y="132"/>
                </a:lnTo>
                <a:lnTo>
                  <a:pt x="148" y="130"/>
                </a:lnTo>
                <a:lnTo>
                  <a:pt x="148" y="131"/>
                </a:lnTo>
                <a:lnTo>
                  <a:pt x="150" y="129"/>
                </a:lnTo>
                <a:lnTo>
                  <a:pt x="151" y="129"/>
                </a:lnTo>
                <a:lnTo>
                  <a:pt x="151" y="128"/>
                </a:lnTo>
                <a:lnTo>
                  <a:pt x="152" y="128"/>
                </a:lnTo>
                <a:lnTo>
                  <a:pt x="152" y="129"/>
                </a:lnTo>
                <a:lnTo>
                  <a:pt x="154" y="129"/>
                </a:lnTo>
                <a:lnTo>
                  <a:pt x="154" y="128"/>
                </a:lnTo>
                <a:lnTo>
                  <a:pt x="155" y="128"/>
                </a:lnTo>
                <a:lnTo>
                  <a:pt x="155" y="127"/>
                </a:lnTo>
                <a:lnTo>
                  <a:pt x="156" y="127"/>
                </a:lnTo>
                <a:lnTo>
                  <a:pt x="157" y="128"/>
                </a:lnTo>
                <a:lnTo>
                  <a:pt x="158" y="128"/>
                </a:lnTo>
                <a:lnTo>
                  <a:pt x="159" y="128"/>
                </a:lnTo>
                <a:lnTo>
                  <a:pt x="160" y="129"/>
                </a:lnTo>
                <a:lnTo>
                  <a:pt x="162" y="129"/>
                </a:lnTo>
                <a:lnTo>
                  <a:pt x="163" y="129"/>
                </a:lnTo>
                <a:lnTo>
                  <a:pt x="163" y="128"/>
                </a:lnTo>
                <a:lnTo>
                  <a:pt x="164" y="129"/>
                </a:lnTo>
                <a:lnTo>
                  <a:pt x="164" y="128"/>
                </a:lnTo>
                <a:lnTo>
                  <a:pt x="165" y="128"/>
                </a:lnTo>
                <a:lnTo>
                  <a:pt x="166" y="127"/>
                </a:lnTo>
                <a:lnTo>
                  <a:pt x="166" y="126"/>
                </a:lnTo>
                <a:lnTo>
                  <a:pt x="167" y="126"/>
                </a:lnTo>
                <a:lnTo>
                  <a:pt x="167" y="127"/>
                </a:lnTo>
                <a:lnTo>
                  <a:pt x="168" y="127"/>
                </a:lnTo>
                <a:lnTo>
                  <a:pt x="168" y="128"/>
                </a:lnTo>
                <a:lnTo>
                  <a:pt x="169" y="128"/>
                </a:lnTo>
                <a:lnTo>
                  <a:pt x="170" y="128"/>
                </a:lnTo>
                <a:lnTo>
                  <a:pt x="172" y="128"/>
                </a:lnTo>
                <a:lnTo>
                  <a:pt x="172" y="127"/>
                </a:lnTo>
                <a:lnTo>
                  <a:pt x="173" y="128"/>
                </a:lnTo>
                <a:lnTo>
                  <a:pt x="175" y="128"/>
                </a:lnTo>
                <a:lnTo>
                  <a:pt x="175" y="129"/>
                </a:lnTo>
                <a:lnTo>
                  <a:pt x="174" y="129"/>
                </a:lnTo>
                <a:lnTo>
                  <a:pt x="175" y="129"/>
                </a:lnTo>
                <a:lnTo>
                  <a:pt x="176" y="129"/>
                </a:lnTo>
                <a:lnTo>
                  <a:pt x="177" y="130"/>
                </a:lnTo>
                <a:lnTo>
                  <a:pt x="177" y="131"/>
                </a:lnTo>
                <a:lnTo>
                  <a:pt x="176" y="132"/>
                </a:lnTo>
                <a:lnTo>
                  <a:pt x="176" y="133"/>
                </a:lnTo>
                <a:lnTo>
                  <a:pt x="175" y="134"/>
                </a:lnTo>
                <a:lnTo>
                  <a:pt x="175" y="135"/>
                </a:lnTo>
                <a:lnTo>
                  <a:pt x="175" y="136"/>
                </a:lnTo>
                <a:lnTo>
                  <a:pt x="175" y="137"/>
                </a:lnTo>
                <a:lnTo>
                  <a:pt x="174" y="138"/>
                </a:lnTo>
                <a:lnTo>
                  <a:pt x="174" y="139"/>
                </a:lnTo>
                <a:lnTo>
                  <a:pt x="174" y="140"/>
                </a:lnTo>
                <a:lnTo>
                  <a:pt x="175" y="141"/>
                </a:lnTo>
                <a:lnTo>
                  <a:pt x="175" y="142"/>
                </a:lnTo>
                <a:lnTo>
                  <a:pt x="176" y="142"/>
                </a:lnTo>
                <a:lnTo>
                  <a:pt x="175" y="143"/>
                </a:lnTo>
                <a:lnTo>
                  <a:pt x="175" y="144"/>
                </a:lnTo>
                <a:lnTo>
                  <a:pt x="173" y="144"/>
                </a:lnTo>
                <a:lnTo>
                  <a:pt x="174" y="144"/>
                </a:lnTo>
                <a:lnTo>
                  <a:pt x="174" y="146"/>
                </a:lnTo>
                <a:lnTo>
                  <a:pt x="174" y="148"/>
                </a:lnTo>
                <a:lnTo>
                  <a:pt x="173" y="149"/>
                </a:lnTo>
                <a:lnTo>
                  <a:pt x="174" y="149"/>
                </a:lnTo>
                <a:lnTo>
                  <a:pt x="174" y="150"/>
                </a:lnTo>
                <a:lnTo>
                  <a:pt x="175" y="151"/>
                </a:lnTo>
                <a:lnTo>
                  <a:pt x="175" y="152"/>
                </a:lnTo>
                <a:lnTo>
                  <a:pt x="174" y="152"/>
                </a:lnTo>
                <a:lnTo>
                  <a:pt x="173" y="152"/>
                </a:lnTo>
                <a:lnTo>
                  <a:pt x="173" y="153"/>
                </a:lnTo>
                <a:lnTo>
                  <a:pt x="171" y="153"/>
                </a:lnTo>
                <a:lnTo>
                  <a:pt x="171" y="156"/>
                </a:lnTo>
                <a:lnTo>
                  <a:pt x="171" y="159"/>
                </a:lnTo>
                <a:lnTo>
                  <a:pt x="171" y="161"/>
                </a:lnTo>
                <a:lnTo>
                  <a:pt x="172" y="162"/>
                </a:lnTo>
                <a:lnTo>
                  <a:pt x="172" y="163"/>
                </a:lnTo>
                <a:lnTo>
                  <a:pt x="172" y="165"/>
                </a:lnTo>
                <a:lnTo>
                  <a:pt x="171" y="165"/>
                </a:lnTo>
                <a:lnTo>
                  <a:pt x="168" y="166"/>
                </a:lnTo>
                <a:lnTo>
                  <a:pt x="168" y="167"/>
                </a:lnTo>
                <a:lnTo>
                  <a:pt x="169" y="168"/>
                </a:lnTo>
                <a:lnTo>
                  <a:pt x="169" y="167"/>
                </a:lnTo>
                <a:lnTo>
                  <a:pt x="170" y="167"/>
                </a:lnTo>
                <a:lnTo>
                  <a:pt x="171" y="167"/>
                </a:lnTo>
                <a:lnTo>
                  <a:pt x="171" y="168"/>
                </a:lnTo>
                <a:lnTo>
                  <a:pt x="171" y="171"/>
                </a:lnTo>
                <a:lnTo>
                  <a:pt x="172" y="172"/>
                </a:lnTo>
                <a:lnTo>
                  <a:pt x="171" y="172"/>
                </a:lnTo>
                <a:lnTo>
                  <a:pt x="171" y="173"/>
                </a:lnTo>
                <a:lnTo>
                  <a:pt x="170" y="172"/>
                </a:lnTo>
                <a:lnTo>
                  <a:pt x="169" y="172"/>
                </a:lnTo>
                <a:lnTo>
                  <a:pt x="168" y="172"/>
                </a:lnTo>
                <a:lnTo>
                  <a:pt x="168" y="173"/>
                </a:lnTo>
                <a:lnTo>
                  <a:pt x="167" y="173"/>
                </a:lnTo>
                <a:lnTo>
                  <a:pt x="165" y="173"/>
                </a:lnTo>
                <a:lnTo>
                  <a:pt x="164" y="173"/>
                </a:lnTo>
                <a:lnTo>
                  <a:pt x="164" y="174"/>
                </a:lnTo>
                <a:lnTo>
                  <a:pt x="163" y="174"/>
                </a:lnTo>
                <a:lnTo>
                  <a:pt x="163" y="175"/>
                </a:lnTo>
                <a:lnTo>
                  <a:pt x="163" y="176"/>
                </a:lnTo>
                <a:lnTo>
                  <a:pt x="163" y="177"/>
                </a:lnTo>
                <a:lnTo>
                  <a:pt x="164" y="178"/>
                </a:lnTo>
                <a:lnTo>
                  <a:pt x="165" y="178"/>
                </a:lnTo>
                <a:lnTo>
                  <a:pt x="166" y="177"/>
                </a:lnTo>
                <a:lnTo>
                  <a:pt x="167" y="177"/>
                </a:lnTo>
                <a:lnTo>
                  <a:pt x="168" y="177"/>
                </a:lnTo>
                <a:lnTo>
                  <a:pt x="168" y="178"/>
                </a:lnTo>
                <a:lnTo>
                  <a:pt x="168" y="177"/>
                </a:lnTo>
                <a:lnTo>
                  <a:pt x="169" y="178"/>
                </a:lnTo>
                <a:lnTo>
                  <a:pt x="170" y="176"/>
                </a:lnTo>
                <a:lnTo>
                  <a:pt x="170" y="175"/>
                </a:lnTo>
                <a:lnTo>
                  <a:pt x="169" y="175"/>
                </a:lnTo>
                <a:lnTo>
                  <a:pt x="170" y="174"/>
                </a:lnTo>
                <a:lnTo>
                  <a:pt x="171" y="175"/>
                </a:lnTo>
                <a:lnTo>
                  <a:pt x="172" y="175"/>
                </a:lnTo>
                <a:lnTo>
                  <a:pt x="172" y="176"/>
                </a:lnTo>
                <a:lnTo>
                  <a:pt x="171" y="176"/>
                </a:lnTo>
                <a:lnTo>
                  <a:pt x="171" y="177"/>
                </a:lnTo>
                <a:lnTo>
                  <a:pt x="171" y="178"/>
                </a:lnTo>
                <a:lnTo>
                  <a:pt x="171" y="179"/>
                </a:lnTo>
                <a:lnTo>
                  <a:pt x="170" y="180"/>
                </a:lnTo>
                <a:lnTo>
                  <a:pt x="170" y="181"/>
                </a:lnTo>
                <a:lnTo>
                  <a:pt x="169" y="181"/>
                </a:lnTo>
                <a:lnTo>
                  <a:pt x="170" y="181"/>
                </a:lnTo>
                <a:lnTo>
                  <a:pt x="170" y="182"/>
                </a:lnTo>
                <a:lnTo>
                  <a:pt x="171" y="182"/>
                </a:lnTo>
                <a:lnTo>
                  <a:pt x="170" y="182"/>
                </a:lnTo>
                <a:lnTo>
                  <a:pt x="171" y="183"/>
                </a:lnTo>
                <a:lnTo>
                  <a:pt x="171" y="182"/>
                </a:lnTo>
                <a:lnTo>
                  <a:pt x="172" y="182"/>
                </a:lnTo>
                <a:lnTo>
                  <a:pt x="171" y="182"/>
                </a:lnTo>
                <a:lnTo>
                  <a:pt x="172" y="182"/>
                </a:lnTo>
                <a:lnTo>
                  <a:pt x="172" y="181"/>
                </a:lnTo>
                <a:lnTo>
                  <a:pt x="173" y="181"/>
                </a:lnTo>
                <a:lnTo>
                  <a:pt x="173" y="182"/>
                </a:lnTo>
                <a:lnTo>
                  <a:pt x="174" y="181"/>
                </a:lnTo>
                <a:lnTo>
                  <a:pt x="175" y="181"/>
                </a:lnTo>
                <a:lnTo>
                  <a:pt x="177" y="181"/>
                </a:lnTo>
                <a:lnTo>
                  <a:pt x="178" y="182"/>
                </a:lnTo>
                <a:lnTo>
                  <a:pt x="177" y="182"/>
                </a:lnTo>
                <a:lnTo>
                  <a:pt x="177" y="183"/>
                </a:lnTo>
                <a:lnTo>
                  <a:pt x="178" y="183"/>
                </a:lnTo>
                <a:lnTo>
                  <a:pt x="179" y="183"/>
                </a:lnTo>
                <a:lnTo>
                  <a:pt x="179" y="184"/>
                </a:lnTo>
                <a:lnTo>
                  <a:pt x="180" y="184"/>
                </a:lnTo>
                <a:lnTo>
                  <a:pt x="180" y="183"/>
                </a:lnTo>
                <a:lnTo>
                  <a:pt x="182" y="183"/>
                </a:lnTo>
                <a:lnTo>
                  <a:pt x="183" y="183"/>
                </a:lnTo>
                <a:lnTo>
                  <a:pt x="186" y="183"/>
                </a:lnTo>
                <a:lnTo>
                  <a:pt x="187" y="183"/>
                </a:lnTo>
                <a:lnTo>
                  <a:pt x="188" y="183"/>
                </a:lnTo>
                <a:lnTo>
                  <a:pt x="189" y="183"/>
                </a:lnTo>
                <a:lnTo>
                  <a:pt x="190" y="183"/>
                </a:lnTo>
                <a:lnTo>
                  <a:pt x="190" y="184"/>
                </a:lnTo>
                <a:lnTo>
                  <a:pt x="191" y="186"/>
                </a:lnTo>
                <a:lnTo>
                  <a:pt x="193" y="186"/>
                </a:lnTo>
                <a:lnTo>
                  <a:pt x="194" y="186"/>
                </a:lnTo>
                <a:lnTo>
                  <a:pt x="194" y="187"/>
                </a:lnTo>
                <a:lnTo>
                  <a:pt x="194" y="188"/>
                </a:lnTo>
                <a:lnTo>
                  <a:pt x="195" y="188"/>
                </a:lnTo>
                <a:lnTo>
                  <a:pt x="195" y="187"/>
                </a:lnTo>
                <a:lnTo>
                  <a:pt x="197" y="187"/>
                </a:lnTo>
                <a:lnTo>
                  <a:pt x="198" y="188"/>
                </a:lnTo>
                <a:lnTo>
                  <a:pt x="198" y="187"/>
                </a:lnTo>
                <a:lnTo>
                  <a:pt x="199" y="186"/>
                </a:lnTo>
                <a:lnTo>
                  <a:pt x="199" y="187"/>
                </a:lnTo>
                <a:lnTo>
                  <a:pt x="200" y="187"/>
                </a:lnTo>
                <a:lnTo>
                  <a:pt x="200" y="188"/>
                </a:lnTo>
                <a:lnTo>
                  <a:pt x="200" y="189"/>
                </a:lnTo>
                <a:lnTo>
                  <a:pt x="200" y="190"/>
                </a:lnTo>
                <a:lnTo>
                  <a:pt x="201" y="190"/>
                </a:lnTo>
                <a:lnTo>
                  <a:pt x="201" y="191"/>
                </a:lnTo>
                <a:lnTo>
                  <a:pt x="202" y="192"/>
                </a:lnTo>
                <a:lnTo>
                  <a:pt x="204" y="192"/>
                </a:lnTo>
                <a:lnTo>
                  <a:pt x="205" y="193"/>
                </a:lnTo>
                <a:lnTo>
                  <a:pt x="206" y="193"/>
                </a:lnTo>
                <a:lnTo>
                  <a:pt x="206" y="198"/>
                </a:lnTo>
                <a:lnTo>
                  <a:pt x="207" y="198"/>
                </a:lnTo>
                <a:lnTo>
                  <a:pt x="207" y="199"/>
                </a:lnTo>
                <a:lnTo>
                  <a:pt x="206" y="199"/>
                </a:lnTo>
                <a:lnTo>
                  <a:pt x="204" y="200"/>
                </a:lnTo>
                <a:lnTo>
                  <a:pt x="203" y="200"/>
                </a:lnTo>
                <a:lnTo>
                  <a:pt x="202" y="200"/>
                </a:lnTo>
                <a:lnTo>
                  <a:pt x="202" y="201"/>
                </a:lnTo>
                <a:lnTo>
                  <a:pt x="201" y="202"/>
                </a:lnTo>
                <a:lnTo>
                  <a:pt x="199" y="202"/>
                </a:lnTo>
                <a:lnTo>
                  <a:pt x="198" y="202"/>
                </a:lnTo>
                <a:lnTo>
                  <a:pt x="195" y="203"/>
                </a:lnTo>
                <a:lnTo>
                  <a:pt x="193" y="203"/>
                </a:lnTo>
                <a:lnTo>
                  <a:pt x="193" y="204"/>
                </a:lnTo>
                <a:lnTo>
                  <a:pt x="191" y="204"/>
                </a:lnTo>
                <a:lnTo>
                  <a:pt x="189" y="205"/>
                </a:lnTo>
                <a:lnTo>
                  <a:pt x="190" y="206"/>
                </a:lnTo>
                <a:lnTo>
                  <a:pt x="190" y="208"/>
                </a:lnTo>
                <a:lnTo>
                  <a:pt x="192" y="211"/>
                </a:lnTo>
                <a:lnTo>
                  <a:pt x="191" y="212"/>
                </a:lnTo>
                <a:lnTo>
                  <a:pt x="189" y="213"/>
                </a:lnTo>
                <a:lnTo>
                  <a:pt x="186" y="206"/>
                </a:lnTo>
                <a:lnTo>
                  <a:pt x="185" y="207"/>
                </a:lnTo>
                <a:lnTo>
                  <a:pt x="178" y="211"/>
                </a:lnTo>
                <a:lnTo>
                  <a:pt x="180" y="214"/>
                </a:lnTo>
                <a:lnTo>
                  <a:pt x="181" y="215"/>
                </a:lnTo>
                <a:lnTo>
                  <a:pt x="180" y="216"/>
                </a:lnTo>
                <a:lnTo>
                  <a:pt x="180" y="214"/>
                </a:lnTo>
                <a:lnTo>
                  <a:pt x="179" y="213"/>
                </a:lnTo>
                <a:lnTo>
                  <a:pt x="178" y="213"/>
                </a:lnTo>
                <a:lnTo>
                  <a:pt x="178" y="214"/>
                </a:lnTo>
                <a:lnTo>
                  <a:pt x="179" y="214"/>
                </a:lnTo>
                <a:lnTo>
                  <a:pt x="179" y="215"/>
                </a:lnTo>
                <a:lnTo>
                  <a:pt x="180" y="215"/>
                </a:lnTo>
                <a:lnTo>
                  <a:pt x="180" y="216"/>
                </a:lnTo>
                <a:lnTo>
                  <a:pt x="179" y="216"/>
                </a:lnTo>
                <a:lnTo>
                  <a:pt x="179" y="215"/>
                </a:lnTo>
                <a:lnTo>
                  <a:pt x="177" y="213"/>
                </a:lnTo>
                <a:lnTo>
                  <a:pt x="176" y="213"/>
                </a:lnTo>
                <a:lnTo>
                  <a:pt x="177" y="215"/>
                </a:lnTo>
                <a:lnTo>
                  <a:pt x="179" y="217"/>
                </a:lnTo>
                <a:lnTo>
                  <a:pt x="178" y="217"/>
                </a:lnTo>
                <a:lnTo>
                  <a:pt x="177" y="216"/>
                </a:lnTo>
                <a:lnTo>
                  <a:pt x="175" y="214"/>
                </a:lnTo>
                <a:lnTo>
                  <a:pt x="174" y="215"/>
                </a:lnTo>
                <a:lnTo>
                  <a:pt x="173" y="215"/>
                </a:lnTo>
                <a:lnTo>
                  <a:pt x="172" y="216"/>
                </a:lnTo>
                <a:lnTo>
                  <a:pt x="173" y="216"/>
                </a:lnTo>
                <a:lnTo>
                  <a:pt x="173" y="217"/>
                </a:lnTo>
                <a:lnTo>
                  <a:pt x="174" y="217"/>
                </a:lnTo>
                <a:lnTo>
                  <a:pt x="173" y="217"/>
                </a:lnTo>
                <a:lnTo>
                  <a:pt x="173" y="218"/>
                </a:lnTo>
                <a:lnTo>
                  <a:pt x="171" y="218"/>
                </a:lnTo>
                <a:lnTo>
                  <a:pt x="171" y="219"/>
                </a:lnTo>
                <a:lnTo>
                  <a:pt x="172" y="219"/>
                </a:lnTo>
                <a:lnTo>
                  <a:pt x="172" y="220"/>
                </a:lnTo>
                <a:lnTo>
                  <a:pt x="171" y="220"/>
                </a:lnTo>
                <a:lnTo>
                  <a:pt x="171" y="221"/>
                </a:lnTo>
                <a:lnTo>
                  <a:pt x="170" y="221"/>
                </a:lnTo>
                <a:lnTo>
                  <a:pt x="169" y="221"/>
                </a:lnTo>
                <a:lnTo>
                  <a:pt x="168" y="221"/>
                </a:lnTo>
                <a:lnTo>
                  <a:pt x="168" y="222"/>
                </a:lnTo>
                <a:lnTo>
                  <a:pt x="167" y="224"/>
                </a:lnTo>
                <a:lnTo>
                  <a:pt x="169" y="226"/>
                </a:lnTo>
                <a:lnTo>
                  <a:pt x="176" y="230"/>
                </a:lnTo>
                <a:lnTo>
                  <a:pt x="176" y="231"/>
                </a:lnTo>
                <a:lnTo>
                  <a:pt x="174" y="236"/>
                </a:lnTo>
                <a:lnTo>
                  <a:pt x="173" y="236"/>
                </a:lnTo>
                <a:lnTo>
                  <a:pt x="170" y="236"/>
                </a:lnTo>
                <a:lnTo>
                  <a:pt x="169" y="235"/>
                </a:lnTo>
                <a:lnTo>
                  <a:pt x="163" y="234"/>
                </a:lnTo>
                <a:lnTo>
                  <a:pt x="163" y="233"/>
                </a:lnTo>
                <a:lnTo>
                  <a:pt x="162" y="233"/>
                </a:lnTo>
                <a:lnTo>
                  <a:pt x="159" y="234"/>
                </a:lnTo>
                <a:lnTo>
                  <a:pt x="159" y="235"/>
                </a:lnTo>
                <a:lnTo>
                  <a:pt x="161" y="236"/>
                </a:lnTo>
                <a:lnTo>
                  <a:pt x="163" y="237"/>
                </a:lnTo>
                <a:lnTo>
                  <a:pt x="167" y="238"/>
                </a:lnTo>
                <a:lnTo>
                  <a:pt x="168" y="238"/>
                </a:lnTo>
                <a:lnTo>
                  <a:pt x="168" y="239"/>
                </a:lnTo>
                <a:lnTo>
                  <a:pt x="172" y="240"/>
                </a:lnTo>
                <a:lnTo>
                  <a:pt x="175" y="248"/>
                </a:lnTo>
                <a:lnTo>
                  <a:pt x="175" y="249"/>
                </a:lnTo>
                <a:lnTo>
                  <a:pt x="176" y="249"/>
                </a:lnTo>
                <a:lnTo>
                  <a:pt x="177" y="249"/>
                </a:lnTo>
                <a:lnTo>
                  <a:pt x="178" y="249"/>
                </a:lnTo>
                <a:lnTo>
                  <a:pt x="178" y="250"/>
                </a:lnTo>
                <a:lnTo>
                  <a:pt x="178" y="251"/>
                </a:lnTo>
                <a:lnTo>
                  <a:pt x="178" y="252"/>
                </a:lnTo>
                <a:lnTo>
                  <a:pt x="177" y="253"/>
                </a:lnTo>
                <a:lnTo>
                  <a:pt x="178" y="255"/>
                </a:lnTo>
                <a:lnTo>
                  <a:pt x="178" y="257"/>
                </a:lnTo>
                <a:lnTo>
                  <a:pt x="176" y="256"/>
                </a:lnTo>
                <a:lnTo>
                  <a:pt x="175" y="256"/>
                </a:lnTo>
                <a:lnTo>
                  <a:pt x="175" y="257"/>
                </a:lnTo>
                <a:lnTo>
                  <a:pt x="172" y="255"/>
                </a:lnTo>
                <a:lnTo>
                  <a:pt x="172" y="254"/>
                </a:lnTo>
                <a:lnTo>
                  <a:pt x="171" y="253"/>
                </a:lnTo>
                <a:lnTo>
                  <a:pt x="171" y="252"/>
                </a:lnTo>
                <a:lnTo>
                  <a:pt x="171" y="251"/>
                </a:lnTo>
                <a:lnTo>
                  <a:pt x="170" y="251"/>
                </a:lnTo>
                <a:lnTo>
                  <a:pt x="170" y="250"/>
                </a:lnTo>
                <a:lnTo>
                  <a:pt x="168" y="243"/>
                </a:lnTo>
                <a:lnTo>
                  <a:pt x="167" y="243"/>
                </a:lnTo>
                <a:lnTo>
                  <a:pt x="166" y="242"/>
                </a:lnTo>
                <a:lnTo>
                  <a:pt x="165" y="242"/>
                </a:lnTo>
                <a:lnTo>
                  <a:pt x="165" y="243"/>
                </a:lnTo>
                <a:lnTo>
                  <a:pt x="166" y="243"/>
                </a:lnTo>
                <a:lnTo>
                  <a:pt x="166" y="245"/>
                </a:lnTo>
                <a:lnTo>
                  <a:pt x="167" y="247"/>
                </a:lnTo>
                <a:lnTo>
                  <a:pt x="167" y="248"/>
                </a:lnTo>
                <a:lnTo>
                  <a:pt x="168" y="249"/>
                </a:lnTo>
                <a:lnTo>
                  <a:pt x="168" y="250"/>
                </a:lnTo>
                <a:lnTo>
                  <a:pt x="169" y="252"/>
                </a:lnTo>
                <a:lnTo>
                  <a:pt x="169" y="253"/>
                </a:lnTo>
                <a:lnTo>
                  <a:pt x="170" y="254"/>
                </a:lnTo>
                <a:lnTo>
                  <a:pt x="170" y="255"/>
                </a:lnTo>
                <a:lnTo>
                  <a:pt x="172" y="257"/>
                </a:lnTo>
                <a:lnTo>
                  <a:pt x="171" y="257"/>
                </a:lnTo>
                <a:lnTo>
                  <a:pt x="170" y="257"/>
                </a:lnTo>
                <a:lnTo>
                  <a:pt x="169" y="257"/>
                </a:lnTo>
                <a:lnTo>
                  <a:pt x="168" y="257"/>
                </a:lnTo>
                <a:lnTo>
                  <a:pt x="167" y="256"/>
                </a:lnTo>
                <a:lnTo>
                  <a:pt x="166" y="256"/>
                </a:lnTo>
                <a:lnTo>
                  <a:pt x="165" y="256"/>
                </a:lnTo>
                <a:lnTo>
                  <a:pt x="164" y="255"/>
                </a:lnTo>
                <a:lnTo>
                  <a:pt x="164" y="256"/>
                </a:lnTo>
                <a:lnTo>
                  <a:pt x="162" y="255"/>
                </a:lnTo>
                <a:lnTo>
                  <a:pt x="161" y="255"/>
                </a:lnTo>
                <a:lnTo>
                  <a:pt x="160" y="255"/>
                </a:lnTo>
                <a:lnTo>
                  <a:pt x="160" y="256"/>
                </a:lnTo>
                <a:lnTo>
                  <a:pt x="161" y="257"/>
                </a:lnTo>
                <a:lnTo>
                  <a:pt x="162" y="257"/>
                </a:lnTo>
                <a:lnTo>
                  <a:pt x="164" y="258"/>
                </a:lnTo>
                <a:lnTo>
                  <a:pt x="166" y="258"/>
                </a:lnTo>
                <a:lnTo>
                  <a:pt x="167" y="258"/>
                </a:lnTo>
                <a:lnTo>
                  <a:pt x="167" y="259"/>
                </a:lnTo>
                <a:lnTo>
                  <a:pt x="169" y="259"/>
                </a:lnTo>
                <a:lnTo>
                  <a:pt x="170" y="259"/>
                </a:lnTo>
                <a:lnTo>
                  <a:pt x="173" y="259"/>
                </a:lnTo>
                <a:lnTo>
                  <a:pt x="174" y="259"/>
                </a:lnTo>
                <a:lnTo>
                  <a:pt x="175" y="259"/>
                </a:lnTo>
                <a:lnTo>
                  <a:pt x="175" y="260"/>
                </a:lnTo>
                <a:lnTo>
                  <a:pt x="176" y="260"/>
                </a:lnTo>
                <a:lnTo>
                  <a:pt x="180" y="260"/>
                </a:lnTo>
                <a:lnTo>
                  <a:pt x="181" y="260"/>
                </a:lnTo>
                <a:lnTo>
                  <a:pt x="181" y="261"/>
                </a:lnTo>
                <a:lnTo>
                  <a:pt x="186" y="261"/>
                </a:lnTo>
                <a:lnTo>
                  <a:pt x="186" y="262"/>
                </a:lnTo>
                <a:lnTo>
                  <a:pt x="186" y="263"/>
                </a:lnTo>
                <a:lnTo>
                  <a:pt x="186" y="265"/>
                </a:lnTo>
                <a:lnTo>
                  <a:pt x="177" y="263"/>
                </a:lnTo>
                <a:lnTo>
                  <a:pt x="166" y="261"/>
                </a:lnTo>
                <a:lnTo>
                  <a:pt x="165" y="261"/>
                </a:lnTo>
                <a:lnTo>
                  <a:pt x="164" y="260"/>
                </a:lnTo>
                <a:lnTo>
                  <a:pt x="162" y="260"/>
                </a:lnTo>
                <a:lnTo>
                  <a:pt x="162" y="259"/>
                </a:lnTo>
                <a:lnTo>
                  <a:pt x="160" y="258"/>
                </a:lnTo>
                <a:lnTo>
                  <a:pt x="160" y="257"/>
                </a:lnTo>
                <a:lnTo>
                  <a:pt x="160" y="256"/>
                </a:lnTo>
                <a:lnTo>
                  <a:pt x="159" y="256"/>
                </a:lnTo>
                <a:lnTo>
                  <a:pt x="159" y="257"/>
                </a:lnTo>
                <a:lnTo>
                  <a:pt x="159" y="258"/>
                </a:lnTo>
                <a:lnTo>
                  <a:pt x="159" y="259"/>
                </a:lnTo>
                <a:lnTo>
                  <a:pt x="160" y="259"/>
                </a:lnTo>
                <a:lnTo>
                  <a:pt x="161" y="260"/>
                </a:lnTo>
                <a:lnTo>
                  <a:pt x="162" y="261"/>
                </a:lnTo>
                <a:lnTo>
                  <a:pt x="163" y="262"/>
                </a:lnTo>
                <a:lnTo>
                  <a:pt x="164" y="262"/>
                </a:lnTo>
                <a:lnTo>
                  <a:pt x="164" y="263"/>
                </a:lnTo>
                <a:lnTo>
                  <a:pt x="167" y="263"/>
                </a:lnTo>
                <a:lnTo>
                  <a:pt x="168" y="263"/>
                </a:lnTo>
                <a:lnTo>
                  <a:pt x="169" y="264"/>
                </a:lnTo>
                <a:lnTo>
                  <a:pt x="170" y="264"/>
                </a:lnTo>
                <a:lnTo>
                  <a:pt x="169" y="267"/>
                </a:lnTo>
                <a:lnTo>
                  <a:pt x="171" y="268"/>
                </a:lnTo>
                <a:lnTo>
                  <a:pt x="172" y="265"/>
                </a:lnTo>
                <a:lnTo>
                  <a:pt x="178" y="266"/>
                </a:lnTo>
                <a:lnTo>
                  <a:pt x="177" y="269"/>
                </a:lnTo>
                <a:lnTo>
                  <a:pt x="179" y="269"/>
                </a:lnTo>
                <a:lnTo>
                  <a:pt x="180" y="266"/>
                </a:lnTo>
                <a:lnTo>
                  <a:pt x="183" y="267"/>
                </a:lnTo>
                <a:lnTo>
                  <a:pt x="184" y="267"/>
                </a:lnTo>
                <a:lnTo>
                  <a:pt x="182" y="273"/>
                </a:lnTo>
                <a:lnTo>
                  <a:pt x="181" y="276"/>
                </a:lnTo>
                <a:lnTo>
                  <a:pt x="182" y="277"/>
                </a:lnTo>
                <a:lnTo>
                  <a:pt x="183" y="277"/>
                </a:lnTo>
                <a:lnTo>
                  <a:pt x="182" y="279"/>
                </a:lnTo>
                <a:lnTo>
                  <a:pt x="178" y="278"/>
                </a:lnTo>
                <a:lnTo>
                  <a:pt x="177" y="277"/>
                </a:lnTo>
                <a:lnTo>
                  <a:pt x="176" y="277"/>
                </a:lnTo>
                <a:lnTo>
                  <a:pt x="172" y="276"/>
                </a:lnTo>
                <a:lnTo>
                  <a:pt x="166" y="274"/>
                </a:lnTo>
                <a:lnTo>
                  <a:pt x="165" y="276"/>
                </a:lnTo>
                <a:lnTo>
                  <a:pt x="164" y="276"/>
                </a:lnTo>
                <a:lnTo>
                  <a:pt x="162" y="275"/>
                </a:lnTo>
                <a:lnTo>
                  <a:pt x="162" y="276"/>
                </a:lnTo>
                <a:lnTo>
                  <a:pt x="161" y="276"/>
                </a:lnTo>
                <a:lnTo>
                  <a:pt x="157" y="275"/>
                </a:lnTo>
                <a:lnTo>
                  <a:pt x="157" y="277"/>
                </a:lnTo>
                <a:lnTo>
                  <a:pt x="158" y="277"/>
                </a:lnTo>
                <a:lnTo>
                  <a:pt x="159" y="277"/>
                </a:lnTo>
                <a:lnTo>
                  <a:pt x="160" y="277"/>
                </a:lnTo>
                <a:lnTo>
                  <a:pt x="162" y="278"/>
                </a:lnTo>
                <a:lnTo>
                  <a:pt x="163" y="278"/>
                </a:lnTo>
                <a:lnTo>
                  <a:pt x="165" y="278"/>
                </a:lnTo>
                <a:lnTo>
                  <a:pt x="166" y="278"/>
                </a:lnTo>
                <a:lnTo>
                  <a:pt x="169" y="279"/>
                </a:lnTo>
                <a:lnTo>
                  <a:pt x="169" y="280"/>
                </a:lnTo>
                <a:lnTo>
                  <a:pt x="168" y="282"/>
                </a:lnTo>
                <a:lnTo>
                  <a:pt x="166" y="282"/>
                </a:lnTo>
                <a:lnTo>
                  <a:pt x="159" y="281"/>
                </a:lnTo>
                <a:lnTo>
                  <a:pt x="159" y="283"/>
                </a:lnTo>
                <a:lnTo>
                  <a:pt x="167" y="285"/>
                </a:lnTo>
                <a:lnTo>
                  <a:pt x="166" y="289"/>
                </a:lnTo>
                <a:lnTo>
                  <a:pt x="162" y="288"/>
                </a:lnTo>
                <a:lnTo>
                  <a:pt x="157" y="287"/>
                </a:lnTo>
                <a:lnTo>
                  <a:pt x="155" y="286"/>
                </a:lnTo>
                <a:lnTo>
                  <a:pt x="153" y="286"/>
                </a:lnTo>
                <a:lnTo>
                  <a:pt x="152" y="285"/>
                </a:lnTo>
                <a:lnTo>
                  <a:pt x="151" y="286"/>
                </a:lnTo>
                <a:lnTo>
                  <a:pt x="150" y="287"/>
                </a:lnTo>
                <a:lnTo>
                  <a:pt x="149" y="288"/>
                </a:lnTo>
                <a:lnTo>
                  <a:pt x="148" y="293"/>
                </a:lnTo>
                <a:lnTo>
                  <a:pt x="147" y="293"/>
                </a:lnTo>
                <a:lnTo>
                  <a:pt x="146" y="294"/>
                </a:lnTo>
                <a:lnTo>
                  <a:pt x="146" y="295"/>
                </a:lnTo>
                <a:lnTo>
                  <a:pt x="146" y="296"/>
                </a:lnTo>
                <a:lnTo>
                  <a:pt x="146" y="298"/>
                </a:lnTo>
                <a:lnTo>
                  <a:pt x="145" y="300"/>
                </a:lnTo>
                <a:lnTo>
                  <a:pt x="145" y="301"/>
                </a:lnTo>
                <a:lnTo>
                  <a:pt x="145" y="302"/>
                </a:lnTo>
                <a:lnTo>
                  <a:pt x="146" y="302"/>
                </a:lnTo>
                <a:lnTo>
                  <a:pt x="147" y="303"/>
                </a:lnTo>
                <a:lnTo>
                  <a:pt x="147" y="304"/>
                </a:lnTo>
                <a:lnTo>
                  <a:pt x="146" y="304"/>
                </a:lnTo>
                <a:lnTo>
                  <a:pt x="146" y="305"/>
                </a:lnTo>
                <a:lnTo>
                  <a:pt x="148" y="306"/>
                </a:lnTo>
                <a:lnTo>
                  <a:pt x="149" y="306"/>
                </a:lnTo>
                <a:lnTo>
                  <a:pt x="150" y="306"/>
                </a:lnTo>
                <a:lnTo>
                  <a:pt x="150" y="308"/>
                </a:lnTo>
                <a:lnTo>
                  <a:pt x="150" y="310"/>
                </a:lnTo>
                <a:lnTo>
                  <a:pt x="151" y="314"/>
                </a:lnTo>
                <a:lnTo>
                  <a:pt x="153" y="314"/>
                </a:lnTo>
                <a:lnTo>
                  <a:pt x="153" y="310"/>
                </a:lnTo>
                <a:lnTo>
                  <a:pt x="152" y="308"/>
                </a:lnTo>
                <a:lnTo>
                  <a:pt x="155" y="305"/>
                </a:lnTo>
                <a:lnTo>
                  <a:pt x="162" y="304"/>
                </a:lnTo>
                <a:lnTo>
                  <a:pt x="162" y="305"/>
                </a:lnTo>
                <a:lnTo>
                  <a:pt x="163" y="311"/>
                </a:lnTo>
                <a:lnTo>
                  <a:pt x="165" y="311"/>
                </a:lnTo>
                <a:lnTo>
                  <a:pt x="166" y="311"/>
                </a:lnTo>
                <a:lnTo>
                  <a:pt x="165" y="305"/>
                </a:lnTo>
                <a:lnTo>
                  <a:pt x="167" y="304"/>
                </a:lnTo>
                <a:lnTo>
                  <a:pt x="169" y="321"/>
                </a:lnTo>
                <a:lnTo>
                  <a:pt x="169" y="322"/>
                </a:lnTo>
                <a:lnTo>
                  <a:pt x="152" y="325"/>
                </a:lnTo>
                <a:lnTo>
                  <a:pt x="152" y="323"/>
                </a:lnTo>
                <a:lnTo>
                  <a:pt x="147" y="323"/>
                </a:lnTo>
                <a:lnTo>
                  <a:pt x="147" y="325"/>
                </a:lnTo>
                <a:lnTo>
                  <a:pt x="148" y="326"/>
                </a:lnTo>
                <a:lnTo>
                  <a:pt x="148" y="327"/>
                </a:lnTo>
                <a:lnTo>
                  <a:pt x="149" y="331"/>
                </a:lnTo>
                <a:lnTo>
                  <a:pt x="151" y="330"/>
                </a:lnTo>
                <a:lnTo>
                  <a:pt x="152" y="331"/>
                </a:lnTo>
                <a:lnTo>
                  <a:pt x="152" y="332"/>
                </a:lnTo>
                <a:lnTo>
                  <a:pt x="152" y="334"/>
                </a:lnTo>
                <a:lnTo>
                  <a:pt x="152" y="335"/>
                </a:lnTo>
                <a:lnTo>
                  <a:pt x="151" y="335"/>
                </a:lnTo>
                <a:lnTo>
                  <a:pt x="148" y="336"/>
                </a:lnTo>
                <a:lnTo>
                  <a:pt x="148" y="337"/>
                </a:lnTo>
                <a:lnTo>
                  <a:pt x="147" y="337"/>
                </a:lnTo>
                <a:lnTo>
                  <a:pt x="146" y="336"/>
                </a:lnTo>
                <a:lnTo>
                  <a:pt x="145" y="336"/>
                </a:lnTo>
                <a:lnTo>
                  <a:pt x="145" y="337"/>
                </a:lnTo>
                <a:lnTo>
                  <a:pt x="145" y="336"/>
                </a:lnTo>
                <a:lnTo>
                  <a:pt x="144" y="336"/>
                </a:lnTo>
                <a:lnTo>
                  <a:pt x="143" y="336"/>
                </a:lnTo>
                <a:lnTo>
                  <a:pt x="142" y="336"/>
                </a:lnTo>
                <a:lnTo>
                  <a:pt x="142" y="337"/>
                </a:lnTo>
                <a:lnTo>
                  <a:pt x="142" y="338"/>
                </a:lnTo>
                <a:lnTo>
                  <a:pt x="141" y="338"/>
                </a:lnTo>
                <a:lnTo>
                  <a:pt x="142" y="338"/>
                </a:lnTo>
                <a:lnTo>
                  <a:pt x="142" y="339"/>
                </a:lnTo>
                <a:lnTo>
                  <a:pt x="140" y="340"/>
                </a:lnTo>
                <a:lnTo>
                  <a:pt x="139" y="339"/>
                </a:lnTo>
                <a:lnTo>
                  <a:pt x="139" y="338"/>
                </a:lnTo>
                <a:lnTo>
                  <a:pt x="139" y="337"/>
                </a:lnTo>
                <a:lnTo>
                  <a:pt x="138" y="338"/>
                </a:lnTo>
                <a:lnTo>
                  <a:pt x="136" y="337"/>
                </a:lnTo>
                <a:lnTo>
                  <a:pt x="135" y="337"/>
                </a:lnTo>
                <a:lnTo>
                  <a:pt x="134" y="337"/>
                </a:lnTo>
                <a:lnTo>
                  <a:pt x="132" y="337"/>
                </a:lnTo>
                <a:lnTo>
                  <a:pt x="133" y="338"/>
                </a:lnTo>
                <a:lnTo>
                  <a:pt x="132" y="339"/>
                </a:lnTo>
                <a:lnTo>
                  <a:pt x="131" y="339"/>
                </a:lnTo>
                <a:lnTo>
                  <a:pt x="130" y="339"/>
                </a:lnTo>
                <a:lnTo>
                  <a:pt x="126" y="341"/>
                </a:lnTo>
                <a:lnTo>
                  <a:pt x="125" y="342"/>
                </a:lnTo>
                <a:lnTo>
                  <a:pt x="123" y="343"/>
                </a:lnTo>
                <a:lnTo>
                  <a:pt x="123" y="344"/>
                </a:lnTo>
                <a:lnTo>
                  <a:pt x="122" y="344"/>
                </a:lnTo>
                <a:lnTo>
                  <a:pt x="121" y="345"/>
                </a:lnTo>
                <a:lnTo>
                  <a:pt x="122" y="345"/>
                </a:lnTo>
                <a:lnTo>
                  <a:pt x="121" y="347"/>
                </a:lnTo>
                <a:lnTo>
                  <a:pt x="120" y="348"/>
                </a:lnTo>
                <a:lnTo>
                  <a:pt x="119" y="348"/>
                </a:lnTo>
                <a:lnTo>
                  <a:pt x="118" y="349"/>
                </a:lnTo>
                <a:lnTo>
                  <a:pt x="117" y="350"/>
                </a:lnTo>
                <a:lnTo>
                  <a:pt x="116" y="350"/>
                </a:lnTo>
                <a:lnTo>
                  <a:pt x="116" y="349"/>
                </a:lnTo>
                <a:lnTo>
                  <a:pt x="116" y="348"/>
                </a:lnTo>
                <a:lnTo>
                  <a:pt x="116" y="347"/>
                </a:lnTo>
                <a:lnTo>
                  <a:pt x="115" y="347"/>
                </a:lnTo>
                <a:lnTo>
                  <a:pt x="114" y="347"/>
                </a:lnTo>
                <a:lnTo>
                  <a:pt x="113" y="347"/>
                </a:lnTo>
                <a:lnTo>
                  <a:pt x="114" y="347"/>
                </a:lnTo>
                <a:lnTo>
                  <a:pt x="114" y="348"/>
                </a:lnTo>
                <a:lnTo>
                  <a:pt x="114" y="349"/>
                </a:lnTo>
                <a:lnTo>
                  <a:pt x="114" y="350"/>
                </a:lnTo>
                <a:lnTo>
                  <a:pt x="113" y="351"/>
                </a:lnTo>
                <a:lnTo>
                  <a:pt x="112" y="351"/>
                </a:lnTo>
                <a:lnTo>
                  <a:pt x="111" y="351"/>
                </a:lnTo>
                <a:lnTo>
                  <a:pt x="110" y="351"/>
                </a:lnTo>
                <a:lnTo>
                  <a:pt x="109" y="351"/>
                </a:lnTo>
                <a:lnTo>
                  <a:pt x="108" y="353"/>
                </a:lnTo>
                <a:lnTo>
                  <a:pt x="107" y="353"/>
                </a:lnTo>
                <a:lnTo>
                  <a:pt x="106" y="353"/>
                </a:lnTo>
                <a:lnTo>
                  <a:pt x="106" y="352"/>
                </a:lnTo>
                <a:lnTo>
                  <a:pt x="106" y="351"/>
                </a:lnTo>
                <a:lnTo>
                  <a:pt x="105" y="350"/>
                </a:lnTo>
                <a:lnTo>
                  <a:pt x="103" y="350"/>
                </a:lnTo>
                <a:lnTo>
                  <a:pt x="103" y="351"/>
                </a:lnTo>
                <a:lnTo>
                  <a:pt x="103" y="352"/>
                </a:lnTo>
                <a:lnTo>
                  <a:pt x="101" y="353"/>
                </a:lnTo>
                <a:lnTo>
                  <a:pt x="99" y="354"/>
                </a:lnTo>
                <a:lnTo>
                  <a:pt x="99" y="353"/>
                </a:lnTo>
                <a:lnTo>
                  <a:pt x="97" y="354"/>
                </a:lnTo>
                <a:lnTo>
                  <a:pt x="96" y="352"/>
                </a:lnTo>
                <a:lnTo>
                  <a:pt x="95" y="350"/>
                </a:lnTo>
                <a:lnTo>
                  <a:pt x="98" y="348"/>
                </a:lnTo>
                <a:lnTo>
                  <a:pt x="97" y="348"/>
                </a:lnTo>
                <a:lnTo>
                  <a:pt x="96" y="348"/>
                </a:lnTo>
                <a:lnTo>
                  <a:pt x="96" y="349"/>
                </a:lnTo>
                <a:lnTo>
                  <a:pt x="95" y="349"/>
                </a:lnTo>
                <a:lnTo>
                  <a:pt x="94" y="349"/>
                </a:lnTo>
                <a:lnTo>
                  <a:pt x="95" y="347"/>
                </a:lnTo>
                <a:lnTo>
                  <a:pt x="95" y="346"/>
                </a:lnTo>
                <a:lnTo>
                  <a:pt x="96" y="346"/>
                </a:lnTo>
                <a:lnTo>
                  <a:pt x="97" y="346"/>
                </a:lnTo>
                <a:lnTo>
                  <a:pt x="97" y="345"/>
                </a:lnTo>
                <a:lnTo>
                  <a:pt x="97" y="344"/>
                </a:lnTo>
                <a:lnTo>
                  <a:pt x="96" y="342"/>
                </a:lnTo>
                <a:lnTo>
                  <a:pt x="95" y="342"/>
                </a:lnTo>
                <a:lnTo>
                  <a:pt x="93" y="342"/>
                </a:lnTo>
                <a:lnTo>
                  <a:pt x="92" y="341"/>
                </a:lnTo>
                <a:lnTo>
                  <a:pt x="92" y="340"/>
                </a:lnTo>
                <a:lnTo>
                  <a:pt x="93" y="340"/>
                </a:lnTo>
                <a:lnTo>
                  <a:pt x="93" y="339"/>
                </a:lnTo>
                <a:lnTo>
                  <a:pt x="91" y="339"/>
                </a:lnTo>
                <a:lnTo>
                  <a:pt x="92" y="338"/>
                </a:lnTo>
                <a:lnTo>
                  <a:pt x="92" y="337"/>
                </a:lnTo>
                <a:lnTo>
                  <a:pt x="91" y="337"/>
                </a:lnTo>
                <a:lnTo>
                  <a:pt x="90" y="337"/>
                </a:lnTo>
                <a:lnTo>
                  <a:pt x="89" y="337"/>
                </a:lnTo>
                <a:lnTo>
                  <a:pt x="89" y="338"/>
                </a:lnTo>
                <a:lnTo>
                  <a:pt x="89" y="340"/>
                </a:lnTo>
                <a:lnTo>
                  <a:pt x="88" y="340"/>
                </a:lnTo>
                <a:lnTo>
                  <a:pt x="88" y="341"/>
                </a:lnTo>
                <a:lnTo>
                  <a:pt x="87" y="342"/>
                </a:lnTo>
                <a:lnTo>
                  <a:pt x="86" y="342"/>
                </a:lnTo>
                <a:lnTo>
                  <a:pt x="84" y="343"/>
                </a:lnTo>
                <a:lnTo>
                  <a:pt x="82" y="344"/>
                </a:lnTo>
                <a:lnTo>
                  <a:pt x="82" y="343"/>
                </a:lnTo>
                <a:lnTo>
                  <a:pt x="81" y="343"/>
                </a:lnTo>
                <a:lnTo>
                  <a:pt x="81" y="344"/>
                </a:lnTo>
                <a:lnTo>
                  <a:pt x="80" y="344"/>
                </a:lnTo>
                <a:lnTo>
                  <a:pt x="80" y="345"/>
                </a:lnTo>
                <a:lnTo>
                  <a:pt x="80" y="346"/>
                </a:lnTo>
                <a:lnTo>
                  <a:pt x="79" y="346"/>
                </a:lnTo>
                <a:lnTo>
                  <a:pt x="78" y="348"/>
                </a:lnTo>
                <a:lnTo>
                  <a:pt x="76" y="348"/>
                </a:lnTo>
                <a:lnTo>
                  <a:pt x="76" y="349"/>
                </a:lnTo>
                <a:lnTo>
                  <a:pt x="75" y="350"/>
                </a:lnTo>
                <a:lnTo>
                  <a:pt x="74" y="351"/>
                </a:lnTo>
                <a:lnTo>
                  <a:pt x="73" y="351"/>
                </a:lnTo>
                <a:lnTo>
                  <a:pt x="72" y="351"/>
                </a:lnTo>
                <a:lnTo>
                  <a:pt x="72" y="350"/>
                </a:lnTo>
                <a:lnTo>
                  <a:pt x="72" y="348"/>
                </a:lnTo>
                <a:lnTo>
                  <a:pt x="71" y="348"/>
                </a:lnTo>
                <a:lnTo>
                  <a:pt x="70" y="349"/>
                </a:lnTo>
                <a:lnTo>
                  <a:pt x="70" y="348"/>
                </a:lnTo>
                <a:lnTo>
                  <a:pt x="70" y="347"/>
                </a:lnTo>
                <a:lnTo>
                  <a:pt x="69" y="347"/>
                </a:lnTo>
                <a:lnTo>
                  <a:pt x="68" y="347"/>
                </a:lnTo>
                <a:lnTo>
                  <a:pt x="67" y="347"/>
                </a:lnTo>
                <a:lnTo>
                  <a:pt x="67" y="346"/>
                </a:lnTo>
                <a:lnTo>
                  <a:pt x="67" y="345"/>
                </a:lnTo>
                <a:lnTo>
                  <a:pt x="66" y="343"/>
                </a:lnTo>
                <a:lnTo>
                  <a:pt x="66" y="342"/>
                </a:lnTo>
                <a:lnTo>
                  <a:pt x="65" y="341"/>
                </a:lnTo>
                <a:lnTo>
                  <a:pt x="64" y="341"/>
                </a:lnTo>
                <a:lnTo>
                  <a:pt x="64" y="340"/>
                </a:lnTo>
                <a:lnTo>
                  <a:pt x="64" y="339"/>
                </a:lnTo>
                <a:lnTo>
                  <a:pt x="64" y="338"/>
                </a:lnTo>
                <a:lnTo>
                  <a:pt x="64" y="337"/>
                </a:lnTo>
                <a:lnTo>
                  <a:pt x="64" y="335"/>
                </a:lnTo>
                <a:lnTo>
                  <a:pt x="64" y="334"/>
                </a:lnTo>
                <a:lnTo>
                  <a:pt x="65" y="333"/>
                </a:lnTo>
                <a:lnTo>
                  <a:pt x="65" y="332"/>
                </a:lnTo>
                <a:lnTo>
                  <a:pt x="63" y="332"/>
                </a:lnTo>
                <a:lnTo>
                  <a:pt x="63" y="331"/>
                </a:lnTo>
                <a:lnTo>
                  <a:pt x="62" y="331"/>
                </a:lnTo>
                <a:lnTo>
                  <a:pt x="61" y="331"/>
                </a:lnTo>
                <a:lnTo>
                  <a:pt x="61" y="330"/>
                </a:lnTo>
                <a:lnTo>
                  <a:pt x="61" y="331"/>
                </a:lnTo>
                <a:lnTo>
                  <a:pt x="61" y="330"/>
                </a:lnTo>
                <a:lnTo>
                  <a:pt x="61" y="329"/>
                </a:lnTo>
                <a:lnTo>
                  <a:pt x="61" y="328"/>
                </a:lnTo>
                <a:lnTo>
                  <a:pt x="61" y="327"/>
                </a:lnTo>
                <a:lnTo>
                  <a:pt x="57" y="329"/>
                </a:lnTo>
                <a:lnTo>
                  <a:pt x="57" y="331"/>
                </a:lnTo>
                <a:lnTo>
                  <a:pt x="56" y="331"/>
                </a:lnTo>
                <a:lnTo>
                  <a:pt x="55" y="331"/>
                </a:lnTo>
                <a:lnTo>
                  <a:pt x="53" y="331"/>
                </a:lnTo>
                <a:lnTo>
                  <a:pt x="54" y="331"/>
                </a:lnTo>
                <a:lnTo>
                  <a:pt x="54" y="330"/>
                </a:lnTo>
                <a:lnTo>
                  <a:pt x="53" y="330"/>
                </a:lnTo>
                <a:lnTo>
                  <a:pt x="48" y="332"/>
                </a:lnTo>
                <a:lnTo>
                  <a:pt x="47" y="332"/>
                </a:lnTo>
                <a:lnTo>
                  <a:pt x="46" y="333"/>
                </a:lnTo>
                <a:lnTo>
                  <a:pt x="45" y="334"/>
                </a:lnTo>
                <a:lnTo>
                  <a:pt x="44" y="333"/>
                </a:lnTo>
                <a:lnTo>
                  <a:pt x="43" y="334"/>
                </a:lnTo>
                <a:lnTo>
                  <a:pt x="43" y="335"/>
                </a:lnTo>
                <a:lnTo>
                  <a:pt x="42" y="335"/>
                </a:lnTo>
                <a:lnTo>
                  <a:pt x="42" y="334"/>
                </a:lnTo>
                <a:lnTo>
                  <a:pt x="41" y="334"/>
                </a:lnTo>
                <a:lnTo>
                  <a:pt x="40" y="334"/>
                </a:lnTo>
                <a:lnTo>
                  <a:pt x="39" y="335"/>
                </a:lnTo>
                <a:lnTo>
                  <a:pt x="38" y="335"/>
                </a:lnTo>
                <a:lnTo>
                  <a:pt x="37" y="336"/>
                </a:lnTo>
                <a:lnTo>
                  <a:pt x="36" y="336"/>
                </a:lnTo>
                <a:lnTo>
                  <a:pt x="35" y="335"/>
                </a:lnTo>
                <a:lnTo>
                  <a:pt x="35" y="334"/>
                </a:lnTo>
                <a:lnTo>
                  <a:pt x="35" y="333"/>
                </a:lnTo>
                <a:lnTo>
                  <a:pt x="34" y="333"/>
                </a:lnTo>
                <a:lnTo>
                  <a:pt x="35" y="333"/>
                </a:lnTo>
                <a:lnTo>
                  <a:pt x="35" y="332"/>
                </a:lnTo>
                <a:lnTo>
                  <a:pt x="34" y="332"/>
                </a:lnTo>
                <a:lnTo>
                  <a:pt x="34" y="331"/>
                </a:lnTo>
                <a:lnTo>
                  <a:pt x="34" y="330"/>
                </a:lnTo>
                <a:lnTo>
                  <a:pt x="34" y="329"/>
                </a:lnTo>
                <a:lnTo>
                  <a:pt x="33" y="329"/>
                </a:lnTo>
                <a:lnTo>
                  <a:pt x="33" y="328"/>
                </a:lnTo>
                <a:lnTo>
                  <a:pt x="33" y="327"/>
                </a:lnTo>
                <a:lnTo>
                  <a:pt x="33" y="326"/>
                </a:lnTo>
                <a:lnTo>
                  <a:pt x="33" y="324"/>
                </a:lnTo>
                <a:lnTo>
                  <a:pt x="33" y="323"/>
                </a:lnTo>
                <a:lnTo>
                  <a:pt x="33" y="322"/>
                </a:lnTo>
                <a:lnTo>
                  <a:pt x="32" y="322"/>
                </a:lnTo>
                <a:lnTo>
                  <a:pt x="32" y="323"/>
                </a:lnTo>
                <a:lnTo>
                  <a:pt x="31" y="323"/>
                </a:lnTo>
                <a:lnTo>
                  <a:pt x="31" y="324"/>
                </a:lnTo>
                <a:lnTo>
                  <a:pt x="30" y="324"/>
                </a:lnTo>
                <a:lnTo>
                  <a:pt x="29" y="324"/>
                </a:lnTo>
                <a:lnTo>
                  <a:pt x="28" y="324"/>
                </a:lnTo>
                <a:lnTo>
                  <a:pt x="27" y="324"/>
                </a:lnTo>
                <a:lnTo>
                  <a:pt x="23" y="324"/>
                </a:lnTo>
                <a:lnTo>
                  <a:pt x="21" y="324"/>
                </a:lnTo>
                <a:lnTo>
                  <a:pt x="21" y="325"/>
                </a:lnTo>
                <a:lnTo>
                  <a:pt x="20" y="326"/>
                </a:lnTo>
                <a:lnTo>
                  <a:pt x="20" y="325"/>
                </a:lnTo>
                <a:lnTo>
                  <a:pt x="18" y="325"/>
                </a:lnTo>
                <a:lnTo>
                  <a:pt x="17" y="325"/>
                </a:lnTo>
                <a:lnTo>
                  <a:pt x="17" y="324"/>
                </a:lnTo>
                <a:lnTo>
                  <a:pt x="15" y="323"/>
                </a:lnTo>
                <a:lnTo>
                  <a:pt x="14" y="323"/>
                </a:lnTo>
                <a:lnTo>
                  <a:pt x="13" y="323"/>
                </a:lnTo>
                <a:lnTo>
                  <a:pt x="13" y="321"/>
                </a:lnTo>
                <a:lnTo>
                  <a:pt x="13" y="320"/>
                </a:lnTo>
                <a:lnTo>
                  <a:pt x="14" y="318"/>
                </a:lnTo>
                <a:lnTo>
                  <a:pt x="12" y="317"/>
                </a:lnTo>
                <a:lnTo>
                  <a:pt x="11" y="317"/>
                </a:lnTo>
                <a:lnTo>
                  <a:pt x="12" y="314"/>
                </a:lnTo>
                <a:lnTo>
                  <a:pt x="11" y="314"/>
                </a:lnTo>
                <a:lnTo>
                  <a:pt x="12" y="313"/>
                </a:lnTo>
                <a:lnTo>
                  <a:pt x="11" y="313"/>
                </a:lnTo>
                <a:lnTo>
                  <a:pt x="11" y="312"/>
                </a:lnTo>
                <a:lnTo>
                  <a:pt x="11" y="311"/>
                </a:lnTo>
                <a:lnTo>
                  <a:pt x="12" y="311"/>
                </a:lnTo>
                <a:lnTo>
                  <a:pt x="12" y="309"/>
                </a:lnTo>
                <a:lnTo>
                  <a:pt x="12" y="308"/>
                </a:lnTo>
                <a:lnTo>
                  <a:pt x="12" y="307"/>
                </a:lnTo>
                <a:lnTo>
                  <a:pt x="11" y="307"/>
                </a:lnTo>
                <a:lnTo>
                  <a:pt x="11" y="306"/>
                </a:lnTo>
                <a:lnTo>
                  <a:pt x="11" y="303"/>
                </a:lnTo>
                <a:lnTo>
                  <a:pt x="8" y="303"/>
                </a:lnTo>
                <a:lnTo>
                  <a:pt x="7" y="303"/>
                </a:lnTo>
                <a:lnTo>
                  <a:pt x="7" y="302"/>
                </a:lnTo>
                <a:lnTo>
                  <a:pt x="7" y="299"/>
                </a:lnTo>
                <a:lnTo>
                  <a:pt x="7" y="297"/>
                </a:lnTo>
                <a:lnTo>
                  <a:pt x="6" y="296"/>
                </a:lnTo>
                <a:lnTo>
                  <a:pt x="6" y="295"/>
                </a:lnTo>
                <a:lnTo>
                  <a:pt x="6" y="294"/>
                </a:lnTo>
                <a:lnTo>
                  <a:pt x="5" y="294"/>
                </a:lnTo>
                <a:lnTo>
                  <a:pt x="4" y="294"/>
                </a:lnTo>
                <a:lnTo>
                  <a:pt x="4" y="293"/>
                </a:lnTo>
                <a:lnTo>
                  <a:pt x="3" y="287"/>
                </a:lnTo>
                <a:lnTo>
                  <a:pt x="3" y="286"/>
                </a:lnTo>
                <a:lnTo>
                  <a:pt x="4" y="286"/>
                </a:lnTo>
                <a:lnTo>
                  <a:pt x="5" y="282"/>
                </a:lnTo>
                <a:lnTo>
                  <a:pt x="5" y="281"/>
                </a:lnTo>
                <a:lnTo>
                  <a:pt x="5" y="280"/>
                </a:lnTo>
                <a:lnTo>
                  <a:pt x="5" y="278"/>
                </a:lnTo>
                <a:lnTo>
                  <a:pt x="6" y="277"/>
                </a:lnTo>
                <a:lnTo>
                  <a:pt x="7" y="276"/>
                </a:lnTo>
                <a:lnTo>
                  <a:pt x="7" y="275"/>
                </a:lnTo>
                <a:lnTo>
                  <a:pt x="8" y="274"/>
                </a:lnTo>
                <a:lnTo>
                  <a:pt x="8" y="272"/>
                </a:lnTo>
                <a:lnTo>
                  <a:pt x="8" y="271"/>
                </a:lnTo>
                <a:lnTo>
                  <a:pt x="9" y="270"/>
                </a:lnTo>
                <a:lnTo>
                  <a:pt x="8" y="270"/>
                </a:lnTo>
                <a:lnTo>
                  <a:pt x="8" y="269"/>
                </a:lnTo>
                <a:lnTo>
                  <a:pt x="8" y="268"/>
                </a:lnTo>
                <a:lnTo>
                  <a:pt x="9" y="268"/>
                </a:lnTo>
                <a:lnTo>
                  <a:pt x="9" y="266"/>
                </a:lnTo>
                <a:lnTo>
                  <a:pt x="8" y="265"/>
                </a:lnTo>
                <a:lnTo>
                  <a:pt x="7" y="265"/>
                </a:lnTo>
                <a:lnTo>
                  <a:pt x="7" y="264"/>
                </a:lnTo>
                <a:lnTo>
                  <a:pt x="8" y="262"/>
                </a:lnTo>
                <a:lnTo>
                  <a:pt x="9" y="262"/>
                </a:lnTo>
                <a:lnTo>
                  <a:pt x="10" y="262"/>
                </a:lnTo>
                <a:lnTo>
                  <a:pt x="11" y="262"/>
                </a:lnTo>
                <a:lnTo>
                  <a:pt x="11" y="261"/>
                </a:lnTo>
                <a:lnTo>
                  <a:pt x="11" y="260"/>
                </a:lnTo>
                <a:lnTo>
                  <a:pt x="12" y="259"/>
                </a:lnTo>
                <a:lnTo>
                  <a:pt x="13" y="259"/>
                </a:lnTo>
                <a:lnTo>
                  <a:pt x="14" y="259"/>
                </a:lnTo>
                <a:lnTo>
                  <a:pt x="14" y="260"/>
                </a:lnTo>
                <a:lnTo>
                  <a:pt x="13" y="260"/>
                </a:lnTo>
                <a:lnTo>
                  <a:pt x="12" y="260"/>
                </a:lnTo>
                <a:lnTo>
                  <a:pt x="12" y="261"/>
                </a:lnTo>
                <a:lnTo>
                  <a:pt x="12" y="262"/>
                </a:lnTo>
                <a:lnTo>
                  <a:pt x="12" y="261"/>
                </a:lnTo>
                <a:lnTo>
                  <a:pt x="13" y="261"/>
                </a:lnTo>
                <a:lnTo>
                  <a:pt x="14" y="260"/>
                </a:lnTo>
                <a:lnTo>
                  <a:pt x="15" y="261"/>
                </a:lnTo>
                <a:lnTo>
                  <a:pt x="16" y="261"/>
                </a:lnTo>
                <a:lnTo>
                  <a:pt x="16" y="260"/>
                </a:lnTo>
                <a:lnTo>
                  <a:pt x="17" y="260"/>
                </a:lnTo>
                <a:lnTo>
                  <a:pt x="17" y="261"/>
                </a:lnTo>
                <a:lnTo>
                  <a:pt x="19" y="261"/>
                </a:lnTo>
                <a:lnTo>
                  <a:pt x="19" y="260"/>
                </a:lnTo>
                <a:lnTo>
                  <a:pt x="21" y="260"/>
                </a:lnTo>
                <a:lnTo>
                  <a:pt x="24" y="260"/>
                </a:lnTo>
                <a:lnTo>
                  <a:pt x="24" y="259"/>
                </a:lnTo>
                <a:lnTo>
                  <a:pt x="25" y="259"/>
                </a:lnTo>
                <a:lnTo>
                  <a:pt x="25" y="258"/>
                </a:lnTo>
                <a:lnTo>
                  <a:pt x="25" y="256"/>
                </a:lnTo>
                <a:lnTo>
                  <a:pt x="25" y="255"/>
                </a:lnTo>
                <a:lnTo>
                  <a:pt x="26" y="255"/>
                </a:lnTo>
                <a:lnTo>
                  <a:pt x="27" y="255"/>
                </a:lnTo>
                <a:lnTo>
                  <a:pt x="27" y="254"/>
                </a:lnTo>
                <a:lnTo>
                  <a:pt x="27" y="253"/>
                </a:lnTo>
                <a:lnTo>
                  <a:pt x="28" y="252"/>
                </a:lnTo>
                <a:lnTo>
                  <a:pt x="28" y="251"/>
                </a:lnTo>
                <a:lnTo>
                  <a:pt x="29" y="251"/>
                </a:lnTo>
                <a:lnTo>
                  <a:pt x="30" y="248"/>
                </a:lnTo>
                <a:lnTo>
                  <a:pt x="30" y="247"/>
                </a:lnTo>
                <a:lnTo>
                  <a:pt x="30" y="246"/>
                </a:lnTo>
                <a:lnTo>
                  <a:pt x="31" y="247"/>
                </a:lnTo>
                <a:lnTo>
                  <a:pt x="32" y="245"/>
                </a:lnTo>
                <a:lnTo>
                  <a:pt x="32" y="244"/>
                </a:lnTo>
                <a:lnTo>
                  <a:pt x="31" y="244"/>
                </a:lnTo>
                <a:lnTo>
                  <a:pt x="32" y="243"/>
                </a:lnTo>
                <a:lnTo>
                  <a:pt x="31" y="243"/>
                </a:lnTo>
                <a:lnTo>
                  <a:pt x="31" y="242"/>
                </a:lnTo>
                <a:lnTo>
                  <a:pt x="31" y="241"/>
                </a:lnTo>
                <a:lnTo>
                  <a:pt x="30" y="241"/>
                </a:lnTo>
                <a:lnTo>
                  <a:pt x="30" y="240"/>
                </a:lnTo>
                <a:lnTo>
                  <a:pt x="30" y="239"/>
                </a:lnTo>
                <a:lnTo>
                  <a:pt x="29" y="238"/>
                </a:lnTo>
                <a:lnTo>
                  <a:pt x="28" y="238"/>
                </a:lnTo>
                <a:lnTo>
                  <a:pt x="26" y="238"/>
                </a:lnTo>
                <a:lnTo>
                  <a:pt x="23" y="238"/>
                </a:lnTo>
                <a:lnTo>
                  <a:pt x="22" y="238"/>
                </a:lnTo>
                <a:lnTo>
                  <a:pt x="22" y="236"/>
                </a:lnTo>
                <a:lnTo>
                  <a:pt x="22" y="235"/>
                </a:lnTo>
                <a:lnTo>
                  <a:pt x="21" y="234"/>
                </a:lnTo>
                <a:lnTo>
                  <a:pt x="21" y="233"/>
                </a:lnTo>
                <a:lnTo>
                  <a:pt x="21" y="232"/>
                </a:lnTo>
                <a:lnTo>
                  <a:pt x="21" y="231"/>
                </a:lnTo>
                <a:lnTo>
                  <a:pt x="20" y="229"/>
                </a:lnTo>
                <a:lnTo>
                  <a:pt x="20" y="228"/>
                </a:lnTo>
                <a:lnTo>
                  <a:pt x="19" y="228"/>
                </a:lnTo>
                <a:lnTo>
                  <a:pt x="19" y="226"/>
                </a:lnTo>
                <a:lnTo>
                  <a:pt x="20" y="226"/>
                </a:lnTo>
                <a:lnTo>
                  <a:pt x="21" y="225"/>
                </a:lnTo>
                <a:lnTo>
                  <a:pt x="22" y="225"/>
                </a:lnTo>
                <a:lnTo>
                  <a:pt x="22" y="224"/>
                </a:lnTo>
                <a:lnTo>
                  <a:pt x="22" y="223"/>
                </a:lnTo>
                <a:lnTo>
                  <a:pt x="22" y="222"/>
                </a:lnTo>
                <a:lnTo>
                  <a:pt x="23" y="223"/>
                </a:lnTo>
                <a:lnTo>
                  <a:pt x="24" y="223"/>
                </a:lnTo>
                <a:lnTo>
                  <a:pt x="25" y="223"/>
                </a:lnTo>
                <a:lnTo>
                  <a:pt x="24" y="223"/>
                </a:lnTo>
                <a:lnTo>
                  <a:pt x="24" y="222"/>
                </a:lnTo>
                <a:lnTo>
                  <a:pt x="23" y="222"/>
                </a:lnTo>
                <a:lnTo>
                  <a:pt x="23" y="221"/>
                </a:lnTo>
                <a:lnTo>
                  <a:pt x="23" y="220"/>
                </a:lnTo>
                <a:lnTo>
                  <a:pt x="22" y="220"/>
                </a:lnTo>
                <a:lnTo>
                  <a:pt x="21" y="220"/>
                </a:lnTo>
                <a:lnTo>
                  <a:pt x="21" y="218"/>
                </a:lnTo>
                <a:lnTo>
                  <a:pt x="22" y="217"/>
                </a:lnTo>
                <a:lnTo>
                  <a:pt x="21" y="217"/>
                </a:lnTo>
                <a:lnTo>
                  <a:pt x="21" y="216"/>
                </a:lnTo>
                <a:lnTo>
                  <a:pt x="20" y="215"/>
                </a:lnTo>
                <a:lnTo>
                  <a:pt x="21" y="214"/>
                </a:lnTo>
                <a:lnTo>
                  <a:pt x="21" y="213"/>
                </a:lnTo>
                <a:lnTo>
                  <a:pt x="20" y="213"/>
                </a:lnTo>
                <a:lnTo>
                  <a:pt x="20" y="212"/>
                </a:lnTo>
                <a:lnTo>
                  <a:pt x="20" y="211"/>
                </a:lnTo>
                <a:lnTo>
                  <a:pt x="20" y="210"/>
                </a:lnTo>
                <a:lnTo>
                  <a:pt x="19" y="209"/>
                </a:lnTo>
                <a:lnTo>
                  <a:pt x="19" y="208"/>
                </a:lnTo>
                <a:lnTo>
                  <a:pt x="20" y="208"/>
                </a:lnTo>
                <a:lnTo>
                  <a:pt x="20" y="207"/>
                </a:lnTo>
                <a:lnTo>
                  <a:pt x="21" y="207"/>
                </a:lnTo>
                <a:lnTo>
                  <a:pt x="22" y="207"/>
                </a:lnTo>
                <a:lnTo>
                  <a:pt x="21" y="206"/>
                </a:lnTo>
                <a:lnTo>
                  <a:pt x="22" y="205"/>
                </a:lnTo>
                <a:lnTo>
                  <a:pt x="22" y="203"/>
                </a:lnTo>
                <a:lnTo>
                  <a:pt x="21" y="202"/>
                </a:lnTo>
                <a:lnTo>
                  <a:pt x="21" y="201"/>
                </a:lnTo>
                <a:lnTo>
                  <a:pt x="21" y="200"/>
                </a:lnTo>
                <a:lnTo>
                  <a:pt x="19" y="200"/>
                </a:lnTo>
                <a:lnTo>
                  <a:pt x="18" y="200"/>
                </a:lnTo>
                <a:lnTo>
                  <a:pt x="18" y="199"/>
                </a:lnTo>
                <a:lnTo>
                  <a:pt x="18" y="198"/>
                </a:lnTo>
                <a:lnTo>
                  <a:pt x="18" y="197"/>
                </a:lnTo>
                <a:lnTo>
                  <a:pt x="19" y="197"/>
                </a:lnTo>
                <a:lnTo>
                  <a:pt x="18" y="196"/>
                </a:lnTo>
                <a:lnTo>
                  <a:pt x="16" y="197"/>
                </a:lnTo>
                <a:lnTo>
                  <a:pt x="16" y="198"/>
                </a:lnTo>
                <a:lnTo>
                  <a:pt x="15" y="200"/>
                </a:lnTo>
                <a:lnTo>
                  <a:pt x="14" y="200"/>
                </a:lnTo>
                <a:lnTo>
                  <a:pt x="13" y="201"/>
                </a:lnTo>
                <a:lnTo>
                  <a:pt x="12" y="201"/>
                </a:lnTo>
                <a:lnTo>
                  <a:pt x="12" y="200"/>
                </a:lnTo>
                <a:lnTo>
                  <a:pt x="11" y="199"/>
                </a:lnTo>
                <a:lnTo>
                  <a:pt x="11" y="198"/>
                </a:lnTo>
                <a:lnTo>
                  <a:pt x="10" y="198"/>
                </a:lnTo>
                <a:lnTo>
                  <a:pt x="10" y="197"/>
                </a:lnTo>
                <a:lnTo>
                  <a:pt x="12" y="196"/>
                </a:lnTo>
                <a:lnTo>
                  <a:pt x="12" y="195"/>
                </a:lnTo>
                <a:lnTo>
                  <a:pt x="11" y="196"/>
                </a:lnTo>
                <a:lnTo>
                  <a:pt x="10" y="195"/>
                </a:lnTo>
                <a:lnTo>
                  <a:pt x="9" y="195"/>
                </a:lnTo>
                <a:lnTo>
                  <a:pt x="9" y="193"/>
                </a:lnTo>
                <a:lnTo>
                  <a:pt x="10" y="193"/>
                </a:lnTo>
                <a:lnTo>
                  <a:pt x="12" y="193"/>
                </a:lnTo>
                <a:lnTo>
                  <a:pt x="13" y="191"/>
                </a:lnTo>
                <a:lnTo>
                  <a:pt x="12" y="189"/>
                </a:lnTo>
                <a:lnTo>
                  <a:pt x="11" y="188"/>
                </a:lnTo>
                <a:lnTo>
                  <a:pt x="11" y="187"/>
                </a:lnTo>
                <a:lnTo>
                  <a:pt x="12" y="187"/>
                </a:lnTo>
                <a:lnTo>
                  <a:pt x="12" y="186"/>
                </a:lnTo>
                <a:lnTo>
                  <a:pt x="11" y="185"/>
                </a:lnTo>
                <a:lnTo>
                  <a:pt x="12" y="184"/>
                </a:lnTo>
                <a:lnTo>
                  <a:pt x="14" y="184"/>
                </a:lnTo>
                <a:lnTo>
                  <a:pt x="14" y="183"/>
                </a:lnTo>
                <a:lnTo>
                  <a:pt x="14" y="182"/>
                </a:lnTo>
                <a:lnTo>
                  <a:pt x="15" y="181"/>
                </a:lnTo>
                <a:lnTo>
                  <a:pt x="16" y="181"/>
                </a:lnTo>
                <a:lnTo>
                  <a:pt x="17" y="179"/>
                </a:lnTo>
                <a:lnTo>
                  <a:pt x="15" y="179"/>
                </a:lnTo>
                <a:lnTo>
                  <a:pt x="14" y="179"/>
                </a:lnTo>
                <a:lnTo>
                  <a:pt x="13" y="178"/>
                </a:lnTo>
                <a:lnTo>
                  <a:pt x="12" y="179"/>
                </a:lnTo>
                <a:lnTo>
                  <a:pt x="11" y="179"/>
                </a:lnTo>
                <a:lnTo>
                  <a:pt x="10" y="180"/>
                </a:lnTo>
                <a:lnTo>
                  <a:pt x="9" y="180"/>
                </a:lnTo>
                <a:lnTo>
                  <a:pt x="9" y="179"/>
                </a:lnTo>
                <a:lnTo>
                  <a:pt x="9" y="178"/>
                </a:lnTo>
                <a:lnTo>
                  <a:pt x="8" y="178"/>
                </a:lnTo>
                <a:lnTo>
                  <a:pt x="7" y="177"/>
                </a:lnTo>
                <a:lnTo>
                  <a:pt x="6" y="177"/>
                </a:lnTo>
                <a:lnTo>
                  <a:pt x="6" y="178"/>
                </a:lnTo>
                <a:lnTo>
                  <a:pt x="5" y="178"/>
                </a:lnTo>
                <a:lnTo>
                  <a:pt x="4" y="178"/>
                </a:lnTo>
                <a:lnTo>
                  <a:pt x="3" y="177"/>
                </a:lnTo>
                <a:lnTo>
                  <a:pt x="4" y="177"/>
                </a:lnTo>
                <a:lnTo>
                  <a:pt x="4" y="176"/>
                </a:lnTo>
                <a:lnTo>
                  <a:pt x="3" y="175"/>
                </a:lnTo>
                <a:lnTo>
                  <a:pt x="2" y="175"/>
                </a:lnTo>
                <a:lnTo>
                  <a:pt x="2" y="174"/>
                </a:lnTo>
                <a:lnTo>
                  <a:pt x="2" y="173"/>
                </a:lnTo>
                <a:lnTo>
                  <a:pt x="3" y="173"/>
                </a:lnTo>
                <a:lnTo>
                  <a:pt x="4" y="172"/>
                </a:lnTo>
                <a:lnTo>
                  <a:pt x="5" y="172"/>
                </a:lnTo>
                <a:lnTo>
                  <a:pt x="6" y="172"/>
                </a:lnTo>
                <a:lnTo>
                  <a:pt x="7" y="171"/>
                </a:lnTo>
                <a:lnTo>
                  <a:pt x="7" y="170"/>
                </a:lnTo>
                <a:lnTo>
                  <a:pt x="6" y="167"/>
                </a:lnTo>
                <a:lnTo>
                  <a:pt x="5" y="165"/>
                </a:lnTo>
                <a:lnTo>
                  <a:pt x="6" y="165"/>
                </a:lnTo>
                <a:lnTo>
                  <a:pt x="6" y="164"/>
                </a:lnTo>
                <a:lnTo>
                  <a:pt x="7" y="164"/>
                </a:lnTo>
                <a:lnTo>
                  <a:pt x="7" y="163"/>
                </a:lnTo>
                <a:lnTo>
                  <a:pt x="7" y="162"/>
                </a:lnTo>
                <a:lnTo>
                  <a:pt x="6" y="162"/>
                </a:lnTo>
                <a:lnTo>
                  <a:pt x="7" y="161"/>
                </a:lnTo>
                <a:lnTo>
                  <a:pt x="6" y="161"/>
                </a:lnTo>
                <a:lnTo>
                  <a:pt x="6" y="160"/>
                </a:lnTo>
                <a:lnTo>
                  <a:pt x="5" y="160"/>
                </a:lnTo>
                <a:lnTo>
                  <a:pt x="5" y="161"/>
                </a:lnTo>
                <a:lnTo>
                  <a:pt x="3" y="161"/>
                </a:lnTo>
                <a:lnTo>
                  <a:pt x="3" y="160"/>
                </a:lnTo>
                <a:lnTo>
                  <a:pt x="2" y="158"/>
                </a:lnTo>
                <a:lnTo>
                  <a:pt x="1" y="158"/>
                </a:lnTo>
                <a:lnTo>
                  <a:pt x="0" y="157"/>
                </a:lnTo>
                <a:lnTo>
                  <a:pt x="0" y="156"/>
                </a:lnTo>
                <a:lnTo>
                  <a:pt x="1" y="155"/>
                </a:lnTo>
                <a:lnTo>
                  <a:pt x="2" y="153"/>
                </a:lnTo>
                <a:lnTo>
                  <a:pt x="3" y="152"/>
                </a:lnTo>
                <a:lnTo>
                  <a:pt x="3" y="151"/>
                </a:lnTo>
                <a:lnTo>
                  <a:pt x="2" y="150"/>
                </a:lnTo>
                <a:lnTo>
                  <a:pt x="1" y="149"/>
                </a:lnTo>
                <a:lnTo>
                  <a:pt x="1" y="148"/>
                </a:lnTo>
                <a:lnTo>
                  <a:pt x="1" y="147"/>
                </a:lnTo>
                <a:lnTo>
                  <a:pt x="2" y="147"/>
                </a:lnTo>
                <a:lnTo>
                  <a:pt x="2" y="146"/>
                </a:lnTo>
                <a:lnTo>
                  <a:pt x="1" y="146"/>
                </a:lnTo>
                <a:lnTo>
                  <a:pt x="2" y="145"/>
                </a:lnTo>
                <a:lnTo>
                  <a:pt x="2" y="146"/>
                </a:lnTo>
                <a:lnTo>
                  <a:pt x="3" y="146"/>
                </a:lnTo>
                <a:lnTo>
                  <a:pt x="3" y="145"/>
                </a:lnTo>
                <a:lnTo>
                  <a:pt x="3" y="144"/>
                </a:lnTo>
                <a:lnTo>
                  <a:pt x="3" y="143"/>
                </a:lnTo>
                <a:lnTo>
                  <a:pt x="2" y="143"/>
                </a:lnTo>
                <a:lnTo>
                  <a:pt x="3" y="143"/>
                </a:lnTo>
                <a:lnTo>
                  <a:pt x="3" y="142"/>
                </a:lnTo>
                <a:lnTo>
                  <a:pt x="4" y="142"/>
                </a:lnTo>
                <a:lnTo>
                  <a:pt x="4" y="143"/>
                </a:lnTo>
                <a:lnTo>
                  <a:pt x="5" y="143"/>
                </a:lnTo>
                <a:lnTo>
                  <a:pt x="6" y="143"/>
                </a:lnTo>
                <a:lnTo>
                  <a:pt x="6" y="141"/>
                </a:lnTo>
                <a:lnTo>
                  <a:pt x="5" y="141"/>
                </a:lnTo>
                <a:lnTo>
                  <a:pt x="5" y="140"/>
                </a:lnTo>
                <a:lnTo>
                  <a:pt x="4" y="140"/>
                </a:lnTo>
                <a:lnTo>
                  <a:pt x="4" y="139"/>
                </a:lnTo>
                <a:lnTo>
                  <a:pt x="4" y="138"/>
                </a:lnTo>
                <a:lnTo>
                  <a:pt x="5" y="137"/>
                </a:lnTo>
                <a:lnTo>
                  <a:pt x="6" y="136"/>
                </a:lnTo>
                <a:lnTo>
                  <a:pt x="7" y="135"/>
                </a:lnTo>
                <a:lnTo>
                  <a:pt x="7" y="134"/>
                </a:lnTo>
                <a:lnTo>
                  <a:pt x="7" y="133"/>
                </a:lnTo>
                <a:lnTo>
                  <a:pt x="7" y="132"/>
                </a:lnTo>
                <a:lnTo>
                  <a:pt x="8" y="132"/>
                </a:lnTo>
                <a:lnTo>
                  <a:pt x="9" y="132"/>
                </a:lnTo>
                <a:lnTo>
                  <a:pt x="9" y="131"/>
                </a:lnTo>
                <a:lnTo>
                  <a:pt x="10" y="131"/>
                </a:lnTo>
                <a:lnTo>
                  <a:pt x="11" y="130"/>
                </a:lnTo>
                <a:lnTo>
                  <a:pt x="12" y="130"/>
                </a:lnTo>
                <a:lnTo>
                  <a:pt x="13" y="129"/>
                </a:lnTo>
                <a:lnTo>
                  <a:pt x="13" y="130"/>
                </a:lnTo>
                <a:lnTo>
                  <a:pt x="14" y="129"/>
                </a:lnTo>
                <a:lnTo>
                  <a:pt x="15" y="129"/>
                </a:lnTo>
                <a:lnTo>
                  <a:pt x="15" y="128"/>
                </a:lnTo>
                <a:lnTo>
                  <a:pt x="16" y="128"/>
                </a:lnTo>
                <a:lnTo>
                  <a:pt x="15" y="127"/>
                </a:lnTo>
                <a:lnTo>
                  <a:pt x="15" y="126"/>
                </a:lnTo>
                <a:lnTo>
                  <a:pt x="16" y="126"/>
                </a:lnTo>
                <a:lnTo>
                  <a:pt x="16" y="125"/>
                </a:lnTo>
                <a:lnTo>
                  <a:pt x="16" y="124"/>
                </a:lnTo>
                <a:lnTo>
                  <a:pt x="16" y="123"/>
                </a:lnTo>
                <a:lnTo>
                  <a:pt x="17" y="122"/>
                </a:lnTo>
                <a:lnTo>
                  <a:pt x="19" y="122"/>
                </a:lnTo>
                <a:lnTo>
                  <a:pt x="21" y="122"/>
                </a:lnTo>
                <a:lnTo>
                  <a:pt x="22" y="122"/>
                </a:lnTo>
                <a:lnTo>
                  <a:pt x="22" y="123"/>
                </a:lnTo>
                <a:lnTo>
                  <a:pt x="22" y="124"/>
                </a:lnTo>
                <a:lnTo>
                  <a:pt x="22" y="125"/>
                </a:lnTo>
                <a:lnTo>
                  <a:pt x="21" y="125"/>
                </a:lnTo>
                <a:lnTo>
                  <a:pt x="21" y="126"/>
                </a:lnTo>
                <a:lnTo>
                  <a:pt x="21" y="127"/>
                </a:lnTo>
                <a:lnTo>
                  <a:pt x="22" y="128"/>
                </a:lnTo>
                <a:lnTo>
                  <a:pt x="23" y="129"/>
                </a:lnTo>
                <a:lnTo>
                  <a:pt x="24" y="129"/>
                </a:lnTo>
                <a:lnTo>
                  <a:pt x="24" y="130"/>
                </a:lnTo>
                <a:lnTo>
                  <a:pt x="23" y="130"/>
                </a:lnTo>
                <a:lnTo>
                  <a:pt x="23" y="131"/>
                </a:lnTo>
                <a:lnTo>
                  <a:pt x="23" y="132"/>
                </a:lnTo>
                <a:lnTo>
                  <a:pt x="24" y="133"/>
                </a:lnTo>
                <a:lnTo>
                  <a:pt x="24" y="134"/>
                </a:lnTo>
                <a:lnTo>
                  <a:pt x="25" y="134"/>
                </a:lnTo>
                <a:lnTo>
                  <a:pt x="25" y="135"/>
                </a:lnTo>
                <a:lnTo>
                  <a:pt x="26" y="134"/>
                </a:lnTo>
                <a:lnTo>
                  <a:pt x="26" y="133"/>
                </a:lnTo>
                <a:lnTo>
                  <a:pt x="26" y="134"/>
                </a:lnTo>
                <a:lnTo>
                  <a:pt x="27" y="134"/>
                </a:lnTo>
                <a:lnTo>
                  <a:pt x="27" y="135"/>
                </a:lnTo>
                <a:lnTo>
                  <a:pt x="27" y="136"/>
                </a:lnTo>
                <a:lnTo>
                  <a:pt x="28" y="136"/>
                </a:lnTo>
                <a:lnTo>
                  <a:pt x="29" y="135"/>
                </a:lnTo>
                <a:lnTo>
                  <a:pt x="30" y="134"/>
                </a:lnTo>
                <a:lnTo>
                  <a:pt x="31" y="134"/>
                </a:lnTo>
                <a:lnTo>
                  <a:pt x="32" y="133"/>
                </a:lnTo>
                <a:lnTo>
                  <a:pt x="32" y="132"/>
                </a:lnTo>
                <a:lnTo>
                  <a:pt x="33" y="132"/>
                </a:lnTo>
                <a:lnTo>
                  <a:pt x="34" y="132"/>
                </a:lnTo>
                <a:lnTo>
                  <a:pt x="36" y="132"/>
                </a:lnTo>
                <a:lnTo>
                  <a:pt x="37" y="133"/>
                </a:lnTo>
                <a:lnTo>
                  <a:pt x="40" y="133"/>
                </a:lnTo>
                <a:lnTo>
                  <a:pt x="42" y="134"/>
                </a:lnTo>
                <a:lnTo>
                  <a:pt x="45" y="135"/>
                </a:lnTo>
                <a:lnTo>
                  <a:pt x="47" y="135"/>
                </a:lnTo>
                <a:lnTo>
                  <a:pt x="47" y="136"/>
                </a:lnTo>
                <a:lnTo>
                  <a:pt x="48" y="136"/>
                </a:lnTo>
                <a:lnTo>
                  <a:pt x="49" y="137"/>
                </a:lnTo>
                <a:lnTo>
                  <a:pt x="50" y="137"/>
                </a:lnTo>
                <a:lnTo>
                  <a:pt x="51" y="137"/>
                </a:lnTo>
                <a:lnTo>
                  <a:pt x="52" y="137"/>
                </a:lnTo>
                <a:lnTo>
                  <a:pt x="53" y="137"/>
                </a:lnTo>
                <a:lnTo>
                  <a:pt x="54" y="136"/>
                </a:lnTo>
                <a:lnTo>
                  <a:pt x="55" y="135"/>
                </a:lnTo>
                <a:lnTo>
                  <a:pt x="54" y="135"/>
                </a:lnTo>
                <a:lnTo>
                  <a:pt x="54" y="134"/>
                </a:lnTo>
                <a:lnTo>
                  <a:pt x="55" y="133"/>
                </a:lnTo>
                <a:lnTo>
                  <a:pt x="56" y="133"/>
                </a:lnTo>
                <a:lnTo>
                  <a:pt x="57" y="132"/>
                </a:lnTo>
                <a:lnTo>
                  <a:pt x="57" y="131"/>
                </a:lnTo>
                <a:lnTo>
                  <a:pt x="58" y="130"/>
                </a:lnTo>
                <a:lnTo>
                  <a:pt x="57" y="130"/>
                </a:lnTo>
                <a:lnTo>
                  <a:pt x="56" y="130"/>
                </a:lnTo>
                <a:lnTo>
                  <a:pt x="55" y="129"/>
                </a:lnTo>
                <a:lnTo>
                  <a:pt x="55" y="127"/>
                </a:lnTo>
                <a:lnTo>
                  <a:pt x="54" y="127"/>
                </a:lnTo>
                <a:lnTo>
                  <a:pt x="54" y="126"/>
                </a:lnTo>
                <a:lnTo>
                  <a:pt x="55" y="126"/>
                </a:lnTo>
                <a:lnTo>
                  <a:pt x="56" y="125"/>
                </a:lnTo>
                <a:lnTo>
                  <a:pt x="56" y="124"/>
                </a:lnTo>
                <a:lnTo>
                  <a:pt x="56" y="123"/>
                </a:lnTo>
                <a:lnTo>
                  <a:pt x="55" y="122"/>
                </a:lnTo>
                <a:lnTo>
                  <a:pt x="56" y="122"/>
                </a:lnTo>
                <a:lnTo>
                  <a:pt x="56" y="121"/>
                </a:lnTo>
                <a:lnTo>
                  <a:pt x="55" y="120"/>
                </a:lnTo>
                <a:lnTo>
                  <a:pt x="55" y="119"/>
                </a:lnTo>
                <a:lnTo>
                  <a:pt x="55" y="118"/>
                </a:lnTo>
                <a:lnTo>
                  <a:pt x="55" y="116"/>
                </a:lnTo>
                <a:lnTo>
                  <a:pt x="55" y="117"/>
                </a:lnTo>
                <a:lnTo>
                  <a:pt x="54" y="117"/>
                </a:lnTo>
                <a:lnTo>
                  <a:pt x="54" y="116"/>
                </a:lnTo>
                <a:lnTo>
                  <a:pt x="55" y="116"/>
                </a:lnTo>
                <a:lnTo>
                  <a:pt x="55" y="115"/>
                </a:lnTo>
                <a:lnTo>
                  <a:pt x="54" y="115"/>
                </a:lnTo>
                <a:lnTo>
                  <a:pt x="54" y="116"/>
                </a:lnTo>
                <a:lnTo>
                  <a:pt x="53" y="115"/>
                </a:lnTo>
                <a:lnTo>
                  <a:pt x="52" y="115"/>
                </a:lnTo>
                <a:lnTo>
                  <a:pt x="52" y="114"/>
                </a:lnTo>
                <a:lnTo>
                  <a:pt x="52" y="113"/>
                </a:lnTo>
                <a:lnTo>
                  <a:pt x="52" y="112"/>
                </a:lnTo>
                <a:lnTo>
                  <a:pt x="53" y="112"/>
                </a:lnTo>
                <a:lnTo>
                  <a:pt x="54" y="112"/>
                </a:lnTo>
                <a:lnTo>
                  <a:pt x="54" y="111"/>
                </a:lnTo>
                <a:lnTo>
                  <a:pt x="53" y="110"/>
                </a:lnTo>
                <a:lnTo>
                  <a:pt x="53" y="109"/>
                </a:lnTo>
                <a:lnTo>
                  <a:pt x="54" y="108"/>
                </a:lnTo>
                <a:lnTo>
                  <a:pt x="55" y="108"/>
                </a:lnTo>
                <a:lnTo>
                  <a:pt x="56" y="108"/>
                </a:lnTo>
                <a:lnTo>
                  <a:pt x="57" y="107"/>
                </a:lnTo>
                <a:lnTo>
                  <a:pt x="58" y="106"/>
                </a:lnTo>
                <a:lnTo>
                  <a:pt x="59" y="106"/>
                </a:lnTo>
                <a:lnTo>
                  <a:pt x="59" y="105"/>
                </a:lnTo>
                <a:lnTo>
                  <a:pt x="58" y="104"/>
                </a:lnTo>
                <a:lnTo>
                  <a:pt x="57" y="103"/>
                </a:lnTo>
                <a:lnTo>
                  <a:pt x="56" y="103"/>
                </a:lnTo>
                <a:lnTo>
                  <a:pt x="55" y="103"/>
                </a:lnTo>
                <a:lnTo>
                  <a:pt x="55" y="102"/>
                </a:lnTo>
                <a:lnTo>
                  <a:pt x="55" y="101"/>
                </a:lnTo>
                <a:lnTo>
                  <a:pt x="54" y="101"/>
                </a:lnTo>
                <a:lnTo>
                  <a:pt x="54" y="100"/>
                </a:lnTo>
                <a:lnTo>
                  <a:pt x="54" y="99"/>
                </a:lnTo>
                <a:lnTo>
                  <a:pt x="53" y="99"/>
                </a:lnTo>
                <a:lnTo>
                  <a:pt x="52" y="99"/>
                </a:lnTo>
                <a:lnTo>
                  <a:pt x="51" y="100"/>
                </a:lnTo>
                <a:lnTo>
                  <a:pt x="51" y="99"/>
                </a:lnTo>
                <a:lnTo>
                  <a:pt x="51" y="98"/>
                </a:lnTo>
                <a:lnTo>
                  <a:pt x="51" y="97"/>
                </a:lnTo>
                <a:lnTo>
                  <a:pt x="51" y="96"/>
                </a:lnTo>
                <a:lnTo>
                  <a:pt x="50" y="96"/>
                </a:lnTo>
                <a:lnTo>
                  <a:pt x="50" y="95"/>
                </a:lnTo>
                <a:lnTo>
                  <a:pt x="50" y="94"/>
                </a:lnTo>
                <a:lnTo>
                  <a:pt x="51" y="94"/>
                </a:lnTo>
                <a:lnTo>
                  <a:pt x="51" y="95"/>
                </a:lnTo>
                <a:lnTo>
                  <a:pt x="52" y="95"/>
                </a:lnTo>
                <a:lnTo>
                  <a:pt x="52" y="94"/>
                </a:lnTo>
                <a:lnTo>
                  <a:pt x="54" y="93"/>
                </a:lnTo>
                <a:lnTo>
                  <a:pt x="55" y="93"/>
                </a:lnTo>
                <a:lnTo>
                  <a:pt x="56" y="93"/>
                </a:lnTo>
                <a:lnTo>
                  <a:pt x="56" y="92"/>
                </a:lnTo>
                <a:lnTo>
                  <a:pt x="55" y="91"/>
                </a:lnTo>
                <a:lnTo>
                  <a:pt x="58" y="91"/>
                </a:lnTo>
                <a:lnTo>
                  <a:pt x="60" y="91"/>
                </a:lnTo>
                <a:lnTo>
                  <a:pt x="60" y="92"/>
                </a:lnTo>
                <a:lnTo>
                  <a:pt x="61" y="91"/>
                </a:lnTo>
                <a:lnTo>
                  <a:pt x="61" y="90"/>
                </a:lnTo>
                <a:lnTo>
                  <a:pt x="62" y="90"/>
                </a:lnTo>
                <a:lnTo>
                  <a:pt x="63" y="90"/>
                </a:lnTo>
                <a:lnTo>
                  <a:pt x="64" y="90"/>
                </a:lnTo>
                <a:lnTo>
                  <a:pt x="64" y="91"/>
                </a:lnTo>
                <a:lnTo>
                  <a:pt x="65" y="91"/>
                </a:lnTo>
                <a:lnTo>
                  <a:pt x="65" y="90"/>
                </a:lnTo>
                <a:lnTo>
                  <a:pt x="64" y="90"/>
                </a:lnTo>
                <a:lnTo>
                  <a:pt x="65" y="89"/>
                </a:lnTo>
                <a:lnTo>
                  <a:pt x="65" y="88"/>
                </a:lnTo>
                <a:lnTo>
                  <a:pt x="65" y="87"/>
                </a:lnTo>
                <a:lnTo>
                  <a:pt x="64" y="85"/>
                </a:lnTo>
                <a:lnTo>
                  <a:pt x="63" y="85"/>
                </a:lnTo>
                <a:lnTo>
                  <a:pt x="62" y="85"/>
                </a:lnTo>
                <a:lnTo>
                  <a:pt x="61" y="86"/>
                </a:lnTo>
                <a:lnTo>
                  <a:pt x="60" y="87"/>
                </a:lnTo>
                <a:lnTo>
                  <a:pt x="59" y="86"/>
                </a:lnTo>
                <a:lnTo>
                  <a:pt x="58" y="86"/>
                </a:lnTo>
                <a:lnTo>
                  <a:pt x="57" y="86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3" y="85"/>
                </a:lnTo>
                <a:lnTo>
                  <a:pt x="53" y="84"/>
                </a:lnTo>
                <a:lnTo>
                  <a:pt x="52" y="84"/>
                </a:lnTo>
                <a:lnTo>
                  <a:pt x="52" y="85"/>
                </a:lnTo>
                <a:lnTo>
                  <a:pt x="51" y="85"/>
                </a:lnTo>
                <a:lnTo>
                  <a:pt x="50" y="85"/>
                </a:lnTo>
                <a:lnTo>
                  <a:pt x="51" y="84"/>
                </a:lnTo>
                <a:lnTo>
                  <a:pt x="52" y="83"/>
                </a:lnTo>
                <a:lnTo>
                  <a:pt x="51" y="83"/>
                </a:lnTo>
                <a:lnTo>
                  <a:pt x="51" y="84"/>
                </a:lnTo>
                <a:lnTo>
                  <a:pt x="50" y="84"/>
                </a:lnTo>
                <a:lnTo>
                  <a:pt x="50" y="83"/>
                </a:lnTo>
                <a:lnTo>
                  <a:pt x="49" y="83"/>
                </a:lnTo>
                <a:lnTo>
                  <a:pt x="48" y="83"/>
                </a:lnTo>
                <a:lnTo>
                  <a:pt x="48" y="82"/>
                </a:lnTo>
                <a:lnTo>
                  <a:pt x="49" y="81"/>
                </a:lnTo>
                <a:lnTo>
                  <a:pt x="49" y="80"/>
                </a:lnTo>
                <a:lnTo>
                  <a:pt x="47" y="79"/>
                </a:lnTo>
                <a:lnTo>
                  <a:pt x="47" y="78"/>
                </a:lnTo>
                <a:lnTo>
                  <a:pt x="48" y="77"/>
                </a:lnTo>
                <a:lnTo>
                  <a:pt x="48" y="76"/>
                </a:lnTo>
                <a:lnTo>
                  <a:pt x="47" y="76"/>
                </a:lnTo>
                <a:lnTo>
                  <a:pt x="46" y="76"/>
                </a:lnTo>
                <a:lnTo>
                  <a:pt x="45" y="75"/>
                </a:lnTo>
                <a:lnTo>
                  <a:pt x="45" y="74"/>
                </a:lnTo>
                <a:lnTo>
                  <a:pt x="46" y="72"/>
                </a:lnTo>
                <a:lnTo>
                  <a:pt x="46" y="71"/>
                </a:lnTo>
                <a:lnTo>
                  <a:pt x="47" y="71"/>
                </a:lnTo>
                <a:lnTo>
                  <a:pt x="47" y="70"/>
                </a:lnTo>
                <a:lnTo>
                  <a:pt x="46" y="69"/>
                </a:lnTo>
                <a:lnTo>
                  <a:pt x="47" y="68"/>
                </a:lnTo>
                <a:lnTo>
                  <a:pt x="48" y="67"/>
                </a:lnTo>
                <a:lnTo>
                  <a:pt x="48" y="66"/>
                </a:lnTo>
                <a:lnTo>
                  <a:pt x="48" y="65"/>
                </a:lnTo>
                <a:lnTo>
                  <a:pt x="49" y="65"/>
                </a:lnTo>
                <a:lnTo>
                  <a:pt x="49" y="66"/>
                </a:lnTo>
                <a:lnTo>
                  <a:pt x="50" y="66"/>
                </a:lnTo>
                <a:lnTo>
                  <a:pt x="50" y="64"/>
                </a:lnTo>
                <a:lnTo>
                  <a:pt x="50" y="63"/>
                </a:lnTo>
                <a:lnTo>
                  <a:pt x="50" y="62"/>
                </a:lnTo>
                <a:lnTo>
                  <a:pt x="51" y="61"/>
                </a:lnTo>
                <a:lnTo>
                  <a:pt x="51" y="60"/>
                </a:lnTo>
                <a:lnTo>
                  <a:pt x="52" y="59"/>
                </a:lnTo>
                <a:lnTo>
                  <a:pt x="52" y="58"/>
                </a:lnTo>
                <a:lnTo>
                  <a:pt x="52" y="57"/>
                </a:lnTo>
                <a:lnTo>
                  <a:pt x="52" y="56"/>
                </a:lnTo>
                <a:lnTo>
                  <a:pt x="51" y="54"/>
                </a:lnTo>
                <a:lnTo>
                  <a:pt x="50" y="52"/>
                </a:lnTo>
                <a:lnTo>
                  <a:pt x="49" y="49"/>
                </a:lnTo>
                <a:lnTo>
                  <a:pt x="49" y="47"/>
                </a:lnTo>
                <a:lnTo>
                  <a:pt x="48" y="46"/>
                </a:lnTo>
                <a:lnTo>
                  <a:pt x="48" y="45"/>
                </a:lnTo>
                <a:lnTo>
                  <a:pt x="48" y="44"/>
                </a:lnTo>
                <a:lnTo>
                  <a:pt x="50" y="43"/>
                </a:lnTo>
                <a:lnTo>
                  <a:pt x="52" y="43"/>
                </a:lnTo>
                <a:lnTo>
                  <a:pt x="53" y="43"/>
                </a:lnTo>
                <a:lnTo>
                  <a:pt x="54" y="43"/>
                </a:lnTo>
                <a:lnTo>
                  <a:pt x="54" y="42"/>
                </a:lnTo>
                <a:lnTo>
                  <a:pt x="52" y="40"/>
                </a:lnTo>
                <a:lnTo>
                  <a:pt x="52" y="39"/>
                </a:lnTo>
                <a:lnTo>
                  <a:pt x="52" y="38"/>
                </a:lnTo>
                <a:lnTo>
                  <a:pt x="52" y="37"/>
                </a:lnTo>
                <a:lnTo>
                  <a:pt x="54" y="37"/>
                </a:lnTo>
                <a:lnTo>
                  <a:pt x="54" y="36"/>
                </a:lnTo>
                <a:lnTo>
                  <a:pt x="54" y="35"/>
                </a:lnTo>
                <a:lnTo>
                  <a:pt x="55" y="33"/>
                </a:lnTo>
                <a:lnTo>
                  <a:pt x="57" y="32"/>
                </a:lnTo>
                <a:lnTo>
                  <a:pt x="59" y="32"/>
                </a:lnTo>
                <a:lnTo>
                  <a:pt x="60" y="32"/>
                </a:lnTo>
                <a:lnTo>
                  <a:pt x="61" y="32"/>
                </a:lnTo>
                <a:lnTo>
                  <a:pt x="62" y="30"/>
                </a:lnTo>
                <a:lnTo>
                  <a:pt x="63" y="30"/>
                </a:lnTo>
                <a:lnTo>
                  <a:pt x="64" y="31"/>
                </a:lnTo>
                <a:lnTo>
                  <a:pt x="64" y="30"/>
                </a:lnTo>
                <a:lnTo>
                  <a:pt x="65" y="29"/>
                </a:lnTo>
                <a:lnTo>
                  <a:pt x="65" y="28"/>
                </a:lnTo>
                <a:lnTo>
                  <a:pt x="65" y="27"/>
                </a:lnTo>
                <a:lnTo>
                  <a:pt x="66" y="26"/>
                </a:lnTo>
                <a:lnTo>
                  <a:pt x="68" y="26"/>
                </a:lnTo>
                <a:lnTo>
                  <a:pt x="69" y="27"/>
                </a:lnTo>
                <a:lnTo>
                  <a:pt x="70" y="27"/>
                </a:lnTo>
                <a:lnTo>
                  <a:pt x="71" y="26"/>
                </a:lnTo>
                <a:lnTo>
                  <a:pt x="72" y="26"/>
                </a:lnTo>
                <a:lnTo>
                  <a:pt x="72" y="25"/>
                </a:lnTo>
                <a:lnTo>
                  <a:pt x="73" y="25"/>
                </a:lnTo>
                <a:lnTo>
                  <a:pt x="73" y="24"/>
                </a:lnTo>
                <a:lnTo>
                  <a:pt x="72" y="23"/>
                </a:lnTo>
                <a:lnTo>
                  <a:pt x="73" y="22"/>
                </a:lnTo>
                <a:lnTo>
                  <a:pt x="73" y="21"/>
                </a:lnTo>
                <a:lnTo>
                  <a:pt x="72" y="20"/>
                </a:lnTo>
                <a:lnTo>
                  <a:pt x="71" y="19"/>
                </a:lnTo>
                <a:lnTo>
                  <a:pt x="71" y="18"/>
                </a:lnTo>
                <a:lnTo>
                  <a:pt x="74" y="18"/>
                </a:lnTo>
                <a:lnTo>
                  <a:pt x="76" y="17"/>
                </a:lnTo>
                <a:lnTo>
                  <a:pt x="77" y="16"/>
                </a:lnTo>
                <a:lnTo>
                  <a:pt x="79" y="15"/>
                </a:lnTo>
                <a:lnTo>
                  <a:pt x="79" y="14"/>
                </a:lnTo>
                <a:lnTo>
                  <a:pt x="78" y="14"/>
                </a:lnTo>
                <a:lnTo>
                  <a:pt x="78" y="13"/>
                </a:lnTo>
                <a:lnTo>
                  <a:pt x="77" y="13"/>
                </a:lnTo>
                <a:lnTo>
                  <a:pt x="77" y="14"/>
                </a:lnTo>
                <a:lnTo>
                  <a:pt x="76" y="14"/>
                </a:lnTo>
                <a:lnTo>
                  <a:pt x="76" y="15"/>
                </a:lnTo>
                <a:lnTo>
                  <a:pt x="75" y="12"/>
                </a:lnTo>
                <a:lnTo>
                  <a:pt x="75" y="11"/>
                </a:lnTo>
                <a:lnTo>
                  <a:pt x="75" y="12"/>
                </a:lnTo>
                <a:lnTo>
                  <a:pt x="76" y="11"/>
                </a:lnTo>
                <a:lnTo>
                  <a:pt x="77" y="11"/>
                </a:lnTo>
                <a:lnTo>
                  <a:pt x="75" y="11"/>
                </a:lnTo>
                <a:lnTo>
                  <a:pt x="74" y="10"/>
                </a:lnTo>
                <a:lnTo>
                  <a:pt x="74" y="8"/>
                </a:lnTo>
                <a:lnTo>
                  <a:pt x="75" y="8"/>
                </a:lnTo>
                <a:lnTo>
                  <a:pt x="76" y="8"/>
                </a:lnTo>
                <a:lnTo>
                  <a:pt x="76" y="7"/>
                </a:lnTo>
                <a:lnTo>
                  <a:pt x="75" y="6"/>
                </a:lnTo>
                <a:lnTo>
                  <a:pt x="76" y="5"/>
                </a:lnTo>
                <a:lnTo>
                  <a:pt x="77" y="5"/>
                </a:lnTo>
                <a:lnTo>
                  <a:pt x="78" y="6"/>
                </a:lnTo>
                <a:lnTo>
                  <a:pt x="78" y="5"/>
                </a:lnTo>
                <a:lnTo>
                  <a:pt x="79" y="4"/>
                </a:lnTo>
                <a:lnTo>
                  <a:pt x="79" y="3"/>
                </a:lnTo>
                <a:lnTo>
                  <a:pt x="79" y="2"/>
                </a:lnTo>
                <a:lnTo>
                  <a:pt x="79" y="1"/>
                </a:lnTo>
                <a:lnTo>
                  <a:pt x="80" y="1"/>
                </a:lnTo>
                <a:lnTo>
                  <a:pt x="82" y="0"/>
                </a:lnTo>
                <a:lnTo>
                  <a:pt x="84" y="0"/>
                </a:lnTo>
                <a:close/>
              </a:path>
            </a:pathLst>
          </a:custGeom>
          <a:solidFill>
            <a:srgbClr val="FFFDBC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1" name=""/>
          <p:cNvSpPr/>
          <p:nvPr/>
        </p:nvSpPr>
        <p:spPr>
          <a:xfrm>
            <a:off x="5847480" y="1488600"/>
            <a:ext cx="1239120" cy="768600"/>
          </a:xfrm>
          <a:custGeom>
            <a:avLst/>
            <a:gdLst/>
            <a:ahLst/>
            <a:rect l="0" t="0" r="r" b="b"/>
            <a:pathLst>
              <a:path w="3442" h="2135">
                <a:moveTo>
                  <a:pt x="1807" y="57"/>
                </a:moveTo>
                <a:lnTo>
                  <a:pt x="1808" y="58"/>
                </a:lnTo>
                <a:lnTo>
                  <a:pt x="1808" y="59"/>
                </a:lnTo>
                <a:lnTo>
                  <a:pt x="1809" y="59"/>
                </a:lnTo>
                <a:lnTo>
                  <a:pt x="1810" y="59"/>
                </a:lnTo>
                <a:lnTo>
                  <a:pt x="1811" y="59"/>
                </a:lnTo>
                <a:lnTo>
                  <a:pt x="1811" y="58"/>
                </a:lnTo>
                <a:lnTo>
                  <a:pt x="1812" y="58"/>
                </a:lnTo>
                <a:lnTo>
                  <a:pt x="1812" y="59"/>
                </a:lnTo>
                <a:lnTo>
                  <a:pt x="1813" y="59"/>
                </a:lnTo>
                <a:lnTo>
                  <a:pt x="1814" y="59"/>
                </a:lnTo>
                <a:lnTo>
                  <a:pt x="1815" y="59"/>
                </a:lnTo>
                <a:lnTo>
                  <a:pt x="1816" y="59"/>
                </a:lnTo>
                <a:lnTo>
                  <a:pt x="1817" y="59"/>
                </a:lnTo>
                <a:lnTo>
                  <a:pt x="1819" y="59"/>
                </a:lnTo>
                <a:lnTo>
                  <a:pt x="1820" y="59"/>
                </a:lnTo>
                <a:lnTo>
                  <a:pt x="1821" y="60"/>
                </a:lnTo>
                <a:lnTo>
                  <a:pt x="1821" y="61"/>
                </a:lnTo>
                <a:lnTo>
                  <a:pt x="1821" y="62"/>
                </a:lnTo>
                <a:lnTo>
                  <a:pt x="1820" y="62"/>
                </a:lnTo>
                <a:lnTo>
                  <a:pt x="1820" y="63"/>
                </a:lnTo>
                <a:lnTo>
                  <a:pt x="1820" y="64"/>
                </a:lnTo>
                <a:lnTo>
                  <a:pt x="1821" y="65"/>
                </a:lnTo>
                <a:lnTo>
                  <a:pt x="1822" y="65"/>
                </a:lnTo>
                <a:lnTo>
                  <a:pt x="1823" y="66"/>
                </a:lnTo>
                <a:lnTo>
                  <a:pt x="1824" y="66"/>
                </a:lnTo>
                <a:lnTo>
                  <a:pt x="1825" y="66"/>
                </a:lnTo>
                <a:lnTo>
                  <a:pt x="1825" y="65"/>
                </a:lnTo>
                <a:lnTo>
                  <a:pt x="1826" y="65"/>
                </a:lnTo>
                <a:lnTo>
                  <a:pt x="1827" y="65"/>
                </a:lnTo>
                <a:lnTo>
                  <a:pt x="1827" y="66"/>
                </a:lnTo>
                <a:lnTo>
                  <a:pt x="1828" y="66"/>
                </a:lnTo>
                <a:lnTo>
                  <a:pt x="1828" y="67"/>
                </a:lnTo>
                <a:lnTo>
                  <a:pt x="1829" y="67"/>
                </a:lnTo>
                <a:lnTo>
                  <a:pt x="1831" y="68"/>
                </a:lnTo>
                <a:lnTo>
                  <a:pt x="1831" y="67"/>
                </a:lnTo>
                <a:lnTo>
                  <a:pt x="1832" y="67"/>
                </a:lnTo>
                <a:lnTo>
                  <a:pt x="1832" y="66"/>
                </a:lnTo>
                <a:lnTo>
                  <a:pt x="1833" y="66"/>
                </a:lnTo>
                <a:lnTo>
                  <a:pt x="1833" y="65"/>
                </a:lnTo>
                <a:lnTo>
                  <a:pt x="1834" y="65"/>
                </a:lnTo>
                <a:lnTo>
                  <a:pt x="1835" y="65"/>
                </a:lnTo>
                <a:lnTo>
                  <a:pt x="1835" y="66"/>
                </a:lnTo>
                <a:lnTo>
                  <a:pt x="1836" y="66"/>
                </a:lnTo>
                <a:lnTo>
                  <a:pt x="1837" y="66"/>
                </a:lnTo>
                <a:lnTo>
                  <a:pt x="1837" y="67"/>
                </a:lnTo>
                <a:lnTo>
                  <a:pt x="1837" y="68"/>
                </a:lnTo>
                <a:lnTo>
                  <a:pt x="1838" y="68"/>
                </a:lnTo>
                <a:lnTo>
                  <a:pt x="1838" y="69"/>
                </a:lnTo>
                <a:lnTo>
                  <a:pt x="1838" y="70"/>
                </a:lnTo>
                <a:lnTo>
                  <a:pt x="1839" y="71"/>
                </a:lnTo>
                <a:lnTo>
                  <a:pt x="1839" y="72"/>
                </a:lnTo>
                <a:lnTo>
                  <a:pt x="1840" y="72"/>
                </a:lnTo>
                <a:lnTo>
                  <a:pt x="1840" y="73"/>
                </a:lnTo>
                <a:lnTo>
                  <a:pt x="1840" y="74"/>
                </a:lnTo>
                <a:lnTo>
                  <a:pt x="1840" y="75"/>
                </a:lnTo>
                <a:lnTo>
                  <a:pt x="1841" y="75"/>
                </a:lnTo>
                <a:lnTo>
                  <a:pt x="1840" y="76"/>
                </a:lnTo>
                <a:lnTo>
                  <a:pt x="1840" y="77"/>
                </a:lnTo>
                <a:lnTo>
                  <a:pt x="1840" y="78"/>
                </a:lnTo>
                <a:lnTo>
                  <a:pt x="1840" y="79"/>
                </a:lnTo>
                <a:lnTo>
                  <a:pt x="1840" y="80"/>
                </a:lnTo>
                <a:lnTo>
                  <a:pt x="1840" y="81"/>
                </a:lnTo>
                <a:lnTo>
                  <a:pt x="1840" y="82"/>
                </a:lnTo>
                <a:lnTo>
                  <a:pt x="1841" y="82"/>
                </a:lnTo>
                <a:lnTo>
                  <a:pt x="1842" y="83"/>
                </a:lnTo>
                <a:lnTo>
                  <a:pt x="1843" y="83"/>
                </a:lnTo>
                <a:lnTo>
                  <a:pt x="1843" y="84"/>
                </a:lnTo>
                <a:lnTo>
                  <a:pt x="1844" y="84"/>
                </a:lnTo>
                <a:lnTo>
                  <a:pt x="1845" y="84"/>
                </a:lnTo>
                <a:lnTo>
                  <a:pt x="1846" y="84"/>
                </a:lnTo>
                <a:lnTo>
                  <a:pt x="1846" y="85"/>
                </a:lnTo>
                <a:lnTo>
                  <a:pt x="1846" y="86"/>
                </a:lnTo>
                <a:lnTo>
                  <a:pt x="1847" y="87"/>
                </a:lnTo>
                <a:lnTo>
                  <a:pt x="1848" y="88"/>
                </a:lnTo>
                <a:lnTo>
                  <a:pt x="1849" y="88"/>
                </a:lnTo>
                <a:lnTo>
                  <a:pt x="1852" y="90"/>
                </a:lnTo>
                <a:lnTo>
                  <a:pt x="1854" y="91"/>
                </a:lnTo>
                <a:lnTo>
                  <a:pt x="1855" y="91"/>
                </a:lnTo>
                <a:lnTo>
                  <a:pt x="1855" y="92"/>
                </a:lnTo>
                <a:lnTo>
                  <a:pt x="1854" y="92"/>
                </a:lnTo>
                <a:lnTo>
                  <a:pt x="1854" y="93"/>
                </a:lnTo>
                <a:lnTo>
                  <a:pt x="1854" y="94"/>
                </a:lnTo>
                <a:lnTo>
                  <a:pt x="1854" y="95"/>
                </a:lnTo>
                <a:lnTo>
                  <a:pt x="1855" y="96"/>
                </a:lnTo>
                <a:lnTo>
                  <a:pt x="1856" y="97"/>
                </a:lnTo>
                <a:lnTo>
                  <a:pt x="1855" y="97"/>
                </a:lnTo>
                <a:lnTo>
                  <a:pt x="1855" y="98"/>
                </a:lnTo>
                <a:lnTo>
                  <a:pt x="1855" y="99"/>
                </a:lnTo>
                <a:lnTo>
                  <a:pt x="1855" y="100"/>
                </a:lnTo>
                <a:lnTo>
                  <a:pt x="1856" y="100"/>
                </a:lnTo>
                <a:lnTo>
                  <a:pt x="1857" y="101"/>
                </a:lnTo>
                <a:lnTo>
                  <a:pt x="1858" y="101"/>
                </a:lnTo>
                <a:lnTo>
                  <a:pt x="1858" y="102"/>
                </a:lnTo>
                <a:lnTo>
                  <a:pt x="1858" y="103"/>
                </a:lnTo>
                <a:lnTo>
                  <a:pt x="1859" y="104"/>
                </a:lnTo>
                <a:lnTo>
                  <a:pt x="1859" y="105"/>
                </a:lnTo>
                <a:lnTo>
                  <a:pt x="1860" y="105"/>
                </a:lnTo>
                <a:lnTo>
                  <a:pt x="1860" y="106"/>
                </a:lnTo>
                <a:lnTo>
                  <a:pt x="1861" y="106"/>
                </a:lnTo>
                <a:lnTo>
                  <a:pt x="1862" y="106"/>
                </a:lnTo>
                <a:lnTo>
                  <a:pt x="1863" y="106"/>
                </a:lnTo>
                <a:lnTo>
                  <a:pt x="1864" y="106"/>
                </a:lnTo>
                <a:lnTo>
                  <a:pt x="1864" y="105"/>
                </a:lnTo>
                <a:lnTo>
                  <a:pt x="1865" y="104"/>
                </a:lnTo>
                <a:lnTo>
                  <a:pt x="1865" y="103"/>
                </a:lnTo>
                <a:lnTo>
                  <a:pt x="1865" y="102"/>
                </a:lnTo>
                <a:lnTo>
                  <a:pt x="1865" y="101"/>
                </a:lnTo>
                <a:lnTo>
                  <a:pt x="1865" y="100"/>
                </a:lnTo>
                <a:lnTo>
                  <a:pt x="1866" y="100"/>
                </a:lnTo>
                <a:lnTo>
                  <a:pt x="1866" y="99"/>
                </a:lnTo>
                <a:lnTo>
                  <a:pt x="1867" y="99"/>
                </a:lnTo>
                <a:lnTo>
                  <a:pt x="1867" y="98"/>
                </a:lnTo>
                <a:lnTo>
                  <a:pt x="1867" y="97"/>
                </a:lnTo>
                <a:lnTo>
                  <a:pt x="1868" y="97"/>
                </a:lnTo>
                <a:lnTo>
                  <a:pt x="1869" y="97"/>
                </a:lnTo>
                <a:lnTo>
                  <a:pt x="1870" y="97"/>
                </a:lnTo>
                <a:lnTo>
                  <a:pt x="1871" y="96"/>
                </a:lnTo>
                <a:lnTo>
                  <a:pt x="1873" y="95"/>
                </a:lnTo>
                <a:lnTo>
                  <a:pt x="1874" y="95"/>
                </a:lnTo>
                <a:lnTo>
                  <a:pt x="1874" y="94"/>
                </a:lnTo>
                <a:lnTo>
                  <a:pt x="1875" y="94"/>
                </a:lnTo>
                <a:lnTo>
                  <a:pt x="1876" y="94"/>
                </a:lnTo>
                <a:lnTo>
                  <a:pt x="1877" y="95"/>
                </a:lnTo>
                <a:lnTo>
                  <a:pt x="1877" y="96"/>
                </a:lnTo>
                <a:lnTo>
                  <a:pt x="1878" y="96"/>
                </a:lnTo>
                <a:lnTo>
                  <a:pt x="1879" y="97"/>
                </a:lnTo>
                <a:lnTo>
                  <a:pt x="1880" y="97"/>
                </a:lnTo>
                <a:lnTo>
                  <a:pt x="1880" y="96"/>
                </a:lnTo>
                <a:lnTo>
                  <a:pt x="1881" y="96"/>
                </a:lnTo>
                <a:lnTo>
                  <a:pt x="1882" y="96"/>
                </a:lnTo>
                <a:lnTo>
                  <a:pt x="1883" y="96"/>
                </a:lnTo>
                <a:lnTo>
                  <a:pt x="1883" y="95"/>
                </a:lnTo>
                <a:lnTo>
                  <a:pt x="1884" y="95"/>
                </a:lnTo>
                <a:lnTo>
                  <a:pt x="1885" y="95"/>
                </a:lnTo>
                <a:lnTo>
                  <a:pt x="1886" y="95"/>
                </a:lnTo>
                <a:lnTo>
                  <a:pt x="1887" y="95"/>
                </a:lnTo>
                <a:lnTo>
                  <a:pt x="1888" y="95"/>
                </a:lnTo>
                <a:lnTo>
                  <a:pt x="1888" y="96"/>
                </a:lnTo>
                <a:lnTo>
                  <a:pt x="1889" y="96"/>
                </a:lnTo>
                <a:lnTo>
                  <a:pt x="1889" y="97"/>
                </a:lnTo>
                <a:lnTo>
                  <a:pt x="1889" y="98"/>
                </a:lnTo>
                <a:lnTo>
                  <a:pt x="1889" y="99"/>
                </a:lnTo>
                <a:lnTo>
                  <a:pt x="1889" y="100"/>
                </a:lnTo>
                <a:lnTo>
                  <a:pt x="1890" y="100"/>
                </a:lnTo>
                <a:lnTo>
                  <a:pt x="1890" y="101"/>
                </a:lnTo>
                <a:lnTo>
                  <a:pt x="1890" y="102"/>
                </a:lnTo>
                <a:lnTo>
                  <a:pt x="1891" y="102"/>
                </a:lnTo>
                <a:lnTo>
                  <a:pt x="1891" y="103"/>
                </a:lnTo>
                <a:lnTo>
                  <a:pt x="1892" y="104"/>
                </a:lnTo>
                <a:lnTo>
                  <a:pt x="1892" y="105"/>
                </a:lnTo>
                <a:lnTo>
                  <a:pt x="1893" y="105"/>
                </a:lnTo>
                <a:lnTo>
                  <a:pt x="1893" y="106"/>
                </a:lnTo>
                <a:lnTo>
                  <a:pt x="1894" y="106"/>
                </a:lnTo>
                <a:lnTo>
                  <a:pt x="1895" y="106"/>
                </a:lnTo>
                <a:lnTo>
                  <a:pt x="1896" y="106"/>
                </a:lnTo>
                <a:lnTo>
                  <a:pt x="1896" y="107"/>
                </a:lnTo>
                <a:lnTo>
                  <a:pt x="1897" y="107"/>
                </a:lnTo>
                <a:lnTo>
                  <a:pt x="1898" y="107"/>
                </a:lnTo>
                <a:lnTo>
                  <a:pt x="1899" y="107"/>
                </a:lnTo>
                <a:lnTo>
                  <a:pt x="1900" y="107"/>
                </a:lnTo>
                <a:lnTo>
                  <a:pt x="1901" y="107"/>
                </a:lnTo>
                <a:lnTo>
                  <a:pt x="1901" y="108"/>
                </a:lnTo>
                <a:lnTo>
                  <a:pt x="1902" y="108"/>
                </a:lnTo>
                <a:lnTo>
                  <a:pt x="1902" y="109"/>
                </a:lnTo>
                <a:lnTo>
                  <a:pt x="1903" y="109"/>
                </a:lnTo>
                <a:lnTo>
                  <a:pt x="1904" y="109"/>
                </a:lnTo>
                <a:lnTo>
                  <a:pt x="1904" y="110"/>
                </a:lnTo>
                <a:lnTo>
                  <a:pt x="1905" y="110"/>
                </a:lnTo>
                <a:lnTo>
                  <a:pt x="1905" y="111"/>
                </a:lnTo>
                <a:lnTo>
                  <a:pt x="1906" y="111"/>
                </a:lnTo>
                <a:lnTo>
                  <a:pt x="1906" y="112"/>
                </a:lnTo>
                <a:lnTo>
                  <a:pt x="1906" y="113"/>
                </a:lnTo>
                <a:lnTo>
                  <a:pt x="1907" y="113"/>
                </a:lnTo>
                <a:lnTo>
                  <a:pt x="1908" y="113"/>
                </a:lnTo>
                <a:lnTo>
                  <a:pt x="1908" y="114"/>
                </a:lnTo>
                <a:lnTo>
                  <a:pt x="1909" y="114"/>
                </a:lnTo>
                <a:lnTo>
                  <a:pt x="1909" y="115"/>
                </a:lnTo>
                <a:lnTo>
                  <a:pt x="1910" y="115"/>
                </a:lnTo>
                <a:lnTo>
                  <a:pt x="1911" y="115"/>
                </a:lnTo>
                <a:lnTo>
                  <a:pt x="1911" y="116"/>
                </a:lnTo>
                <a:lnTo>
                  <a:pt x="1912" y="116"/>
                </a:lnTo>
                <a:lnTo>
                  <a:pt x="1913" y="116"/>
                </a:lnTo>
                <a:lnTo>
                  <a:pt x="1913" y="117"/>
                </a:lnTo>
                <a:lnTo>
                  <a:pt x="1913" y="118"/>
                </a:lnTo>
                <a:lnTo>
                  <a:pt x="1914" y="118"/>
                </a:lnTo>
                <a:lnTo>
                  <a:pt x="1914" y="119"/>
                </a:lnTo>
                <a:lnTo>
                  <a:pt x="1914" y="120"/>
                </a:lnTo>
                <a:lnTo>
                  <a:pt x="1914" y="121"/>
                </a:lnTo>
                <a:lnTo>
                  <a:pt x="1915" y="121"/>
                </a:lnTo>
                <a:lnTo>
                  <a:pt x="1917" y="123"/>
                </a:lnTo>
                <a:lnTo>
                  <a:pt x="1919" y="123"/>
                </a:lnTo>
                <a:lnTo>
                  <a:pt x="1920" y="123"/>
                </a:lnTo>
                <a:lnTo>
                  <a:pt x="1921" y="123"/>
                </a:lnTo>
                <a:lnTo>
                  <a:pt x="1922" y="123"/>
                </a:lnTo>
                <a:lnTo>
                  <a:pt x="1922" y="122"/>
                </a:lnTo>
                <a:lnTo>
                  <a:pt x="1923" y="122"/>
                </a:lnTo>
                <a:lnTo>
                  <a:pt x="1924" y="122"/>
                </a:lnTo>
                <a:lnTo>
                  <a:pt x="1925" y="122"/>
                </a:lnTo>
                <a:lnTo>
                  <a:pt x="1925" y="123"/>
                </a:lnTo>
                <a:lnTo>
                  <a:pt x="1926" y="123"/>
                </a:lnTo>
                <a:lnTo>
                  <a:pt x="1927" y="123"/>
                </a:lnTo>
                <a:lnTo>
                  <a:pt x="1929" y="123"/>
                </a:lnTo>
                <a:lnTo>
                  <a:pt x="1930" y="123"/>
                </a:lnTo>
                <a:lnTo>
                  <a:pt x="1930" y="122"/>
                </a:lnTo>
                <a:lnTo>
                  <a:pt x="1930" y="121"/>
                </a:lnTo>
                <a:lnTo>
                  <a:pt x="1931" y="121"/>
                </a:lnTo>
                <a:lnTo>
                  <a:pt x="1932" y="121"/>
                </a:lnTo>
                <a:lnTo>
                  <a:pt x="1932" y="120"/>
                </a:lnTo>
                <a:lnTo>
                  <a:pt x="1933" y="120"/>
                </a:lnTo>
                <a:lnTo>
                  <a:pt x="1933" y="119"/>
                </a:lnTo>
                <a:lnTo>
                  <a:pt x="1933" y="118"/>
                </a:lnTo>
                <a:lnTo>
                  <a:pt x="1934" y="118"/>
                </a:lnTo>
                <a:lnTo>
                  <a:pt x="1935" y="118"/>
                </a:lnTo>
                <a:lnTo>
                  <a:pt x="1936" y="118"/>
                </a:lnTo>
                <a:lnTo>
                  <a:pt x="1937" y="118"/>
                </a:lnTo>
                <a:lnTo>
                  <a:pt x="1937" y="119"/>
                </a:lnTo>
                <a:lnTo>
                  <a:pt x="1938" y="119"/>
                </a:lnTo>
                <a:lnTo>
                  <a:pt x="1938" y="120"/>
                </a:lnTo>
                <a:lnTo>
                  <a:pt x="1937" y="120"/>
                </a:lnTo>
                <a:lnTo>
                  <a:pt x="1937" y="121"/>
                </a:lnTo>
                <a:lnTo>
                  <a:pt x="1938" y="121"/>
                </a:lnTo>
                <a:lnTo>
                  <a:pt x="1938" y="122"/>
                </a:lnTo>
                <a:lnTo>
                  <a:pt x="1938" y="123"/>
                </a:lnTo>
                <a:lnTo>
                  <a:pt x="1937" y="123"/>
                </a:lnTo>
                <a:lnTo>
                  <a:pt x="1938" y="123"/>
                </a:lnTo>
                <a:lnTo>
                  <a:pt x="1938" y="124"/>
                </a:lnTo>
                <a:lnTo>
                  <a:pt x="1939" y="124"/>
                </a:lnTo>
                <a:lnTo>
                  <a:pt x="1940" y="125"/>
                </a:lnTo>
                <a:lnTo>
                  <a:pt x="1941" y="125"/>
                </a:lnTo>
                <a:lnTo>
                  <a:pt x="1940" y="126"/>
                </a:lnTo>
                <a:lnTo>
                  <a:pt x="1940" y="127"/>
                </a:lnTo>
                <a:lnTo>
                  <a:pt x="1941" y="127"/>
                </a:lnTo>
                <a:lnTo>
                  <a:pt x="1941" y="128"/>
                </a:lnTo>
                <a:lnTo>
                  <a:pt x="1941" y="129"/>
                </a:lnTo>
                <a:lnTo>
                  <a:pt x="1941" y="130"/>
                </a:lnTo>
                <a:lnTo>
                  <a:pt x="1942" y="130"/>
                </a:lnTo>
                <a:lnTo>
                  <a:pt x="1942" y="131"/>
                </a:lnTo>
                <a:lnTo>
                  <a:pt x="1943" y="132"/>
                </a:lnTo>
                <a:lnTo>
                  <a:pt x="1944" y="132"/>
                </a:lnTo>
                <a:lnTo>
                  <a:pt x="1945" y="132"/>
                </a:lnTo>
                <a:lnTo>
                  <a:pt x="1946" y="132"/>
                </a:lnTo>
                <a:lnTo>
                  <a:pt x="1947" y="132"/>
                </a:lnTo>
                <a:lnTo>
                  <a:pt x="1947" y="131"/>
                </a:lnTo>
                <a:lnTo>
                  <a:pt x="1948" y="131"/>
                </a:lnTo>
                <a:lnTo>
                  <a:pt x="1949" y="132"/>
                </a:lnTo>
                <a:lnTo>
                  <a:pt x="1949" y="131"/>
                </a:lnTo>
                <a:lnTo>
                  <a:pt x="1950" y="131"/>
                </a:lnTo>
                <a:lnTo>
                  <a:pt x="1950" y="132"/>
                </a:lnTo>
                <a:lnTo>
                  <a:pt x="1951" y="132"/>
                </a:lnTo>
                <a:lnTo>
                  <a:pt x="1951" y="133"/>
                </a:lnTo>
                <a:lnTo>
                  <a:pt x="1952" y="133"/>
                </a:lnTo>
                <a:lnTo>
                  <a:pt x="1953" y="134"/>
                </a:lnTo>
                <a:lnTo>
                  <a:pt x="1953" y="133"/>
                </a:lnTo>
                <a:lnTo>
                  <a:pt x="1954" y="133"/>
                </a:lnTo>
                <a:lnTo>
                  <a:pt x="1954" y="134"/>
                </a:lnTo>
                <a:lnTo>
                  <a:pt x="1954" y="135"/>
                </a:lnTo>
                <a:lnTo>
                  <a:pt x="1955" y="135"/>
                </a:lnTo>
                <a:lnTo>
                  <a:pt x="1955" y="136"/>
                </a:lnTo>
                <a:lnTo>
                  <a:pt x="1956" y="136"/>
                </a:lnTo>
                <a:lnTo>
                  <a:pt x="1956" y="137"/>
                </a:lnTo>
                <a:lnTo>
                  <a:pt x="1956" y="138"/>
                </a:lnTo>
                <a:lnTo>
                  <a:pt x="1957" y="138"/>
                </a:lnTo>
                <a:lnTo>
                  <a:pt x="1958" y="138"/>
                </a:lnTo>
                <a:lnTo>
                  <a:pt x="1959" y="138"/>
                </a:lnTo>
                <a:lnTo>
                  <a:pt x="1959" y="139"/>
                </a:lnTo>
                <a:lnTo>
                  <a:pt x="1960" y="139"/>
                </a:lnTo>
                <a:lnTo>
                  <a:pt x="1960" y="140"/>
                </a:lnTo>
                <a:lnTo>
                  <a:pt x="1960" y="139"/>
                </a:lnTo>
                <a:lnTo>
                  <a:pt x="1961" y="139"/>
                </a:lnTo>
                <a:lnTo>
                  <a:pt x="1962" y="140"/>
                </a:lnTo>
                <a:lnTo>
                  <a:pt x="1963" y="141"/>
                </a:lnTo>
                <a:lnTo>
                  <a:pt x="1963" y="142"/>
                </a:lnTo>
                <a:lnTo>
                  <a:pt x="1963" y="143"/>
                </a:lnTo>
                <a:lnTo>
                  <a:pt x="1963" y="144"/>
                </a:lnTo>
                <a:lnTo>
                  <a:pt x="1964" y="144"/>
                </a:lnTo>
                <a:lnTo>
                  <a:pt x="1964" y="145"/>
                </a:lnTo>
                <a:lnTo>
                  <a:pt x="1965" y="145"/>
                </a:lnTo>
                <a:lnTo>
                  <a:pt x="1965" y="146"/>
                </a:lnTo>
                <a:lnTo>
                  <a:pt x="1965" y="147"/>
                </a:lnTo>
                <a:lnTo>
                  <a:pt x="1966" y="147"/>
                </a:lnTo>
                <a:lnTo>
                  <a:pt x="1967" y="147"/>
                </a:lnTo>
                <a:lnTo>
                  <a:pt x="1967" y="148"/>
                </a:lnTo>
                <a:lnTo>
                  <a:pt x="1968" y="148"/>
                </a:lnTo>
                <a:lnTo>
                  <a:pt x="1968" y="149"/>
                </a:lnTo>
                <a:lnTo>
                  <a:pt x="1969" y="149"/>
                </a:lnTo>
                <a:lnTo>
                  <a:pt x="1969" y="150"/>
                </a:lnTo>
                <a:lnTo>
                  <a:pt x="1970" y="150"/>
                </a:lnTo>
                <a:lnTo>
                  <a:pt x="1970" y="151"/>
                </a:lnTo>
                <a:lnTo>
                  <a:pt x="1970" y="152"/>
                </a:lnTo>
                <a:lnTo>
                  <a:pt x="1971" y="152"/>
                </a:lnTo>
                <a:lnTo>
                  <a:pt x="1971" y="153"/>
                </a:lnTo>
                <a:lnTo>
                  <a:pt x="1972" y="152"/>
                </a:lnTo>
                <a:lnTo>
                  <a:pt x="1973" y="152"/>
                </a:lnTo>
                <a:lnTo>
                  <a:pt x="1973" y="153"/>
                </a:lnTo>
                <a:lnTo>
                  <a:pt x="1974" y="153"/>
                </a:lnTo>
                <a:lnTo>
                  <a:pt x="1974" y="154"/>
                </a:lnTo>
                <a:lnTo>
                  <a:pt x="1974" y="155"/>
                </a:lnTo>
                <a:lnTo>
                  <a:pt x="1975" y="155"/>
                </a:lnTo>
                <a:lnTo>
                  <a:pt x="1975" y="156"/>
                </a:lnTo>
                <a:lnTo>
                  <a:pt x="1976" y="156"/>
                </a:lnTo>
                <a:lnTo>
                  <a:pt x="1977" y="157"/>
                </a:lnTo>
                <a:lnTo>
                  <a:pt x="1978" y="157"/>
                </a:lnTo>
                <a:lnTo>
                  <a:pt x="1979" y="158"/>
                </a:lnTo>
                <a:lnTo>
                  <a:pt x="1980" y="158"/>
                </a:lnTo>
                <a:lnTo>
                  <a:pt x="1981" y="158"/>
                </a:lnTo>
                <a:lnTo>
                  <a:pt x="1981" y="157"/>
                </a:lnTo>
                <a:lnTo>
                  <a:pt x="1982" y="157"/>
                </a:lnTo>
                <a:lnTo>
                  <a:pt x="1983" y="157"/>
                </a:lnTo>
                <a:lnTo>
                  <a:pt x="1984" y="158"/>
                </a:lnTo>
                <a:lnTo>
                  <a:pt x="1984" y="159"/>
                </a:lnTo>
                <a:lnTo>
                  <a:pt x="1985" y="159"/>
                </a:lnTo>
                <a:lnTo>
                  <a:pt x="1986" y="159"/>
                </a:lnTo>
                <a:lnTo>
                  <a:pt x="1986" y="160"/>
                </a:lnTo>
                <a:lnTo>
                  <a:pt x="1987" y="160"/>
                </a:lnTo>
                <a:lnTo>
                  <a:pt x="1987" y="161"/>
                </a:lnTo>
                <a:lnTo>
                  <a:pt x="1988" y="161"/>
                </a:lnTo>
                <a:lnTo>
                  <a:pt x="1988" y="162"/>
                </a:lnTo>
                <a:lnTo>
                  <a:pt x="1988" y="163"/>
                </a:lnTo>
                <a:lnTo>
                  <a:pt x="1989" y="163"/>
                </a:lnTo>
                <a:lnTo>
                  <a:pt x="1989" y="164"/>
                </a:lnTo>
                <a:lnTo>
                  <a:pt x="1990" y="164"/>
                </a:lnTo>
                <a:lnTo>
                  <a:pt x="1990" y="165"/>
                </a:lnTo>
                <a:lnTo>
                  <a:pt x="1991" y="165"/>
                </a:lnTo>
                <a:lnTo>
                  <a:pt x="1992" y="165"/>
                </a:lnTo>
                <a:lnTo>
                  <a:pt x="1993" y="165"/>
                </a:lnTo>
                <a:lnTo>
                  <a:pt x="1993" y="166"/>
                </a:lnTo>
                <a:lnTo>
                  <a:pt x="1993" y="165"/>
                </a:lnTo>
                <a:lnTo>
                  <a:pt x="1994" y="165"/>
                </a:lnTo>
                <a:lnTo>
                  <a:pt x="1994" y="166"/>
                </a:lnTo>
                <a:lnTo>
                  <a:pt x="1995" y="166"/>
                </a:lnTo>
                <a:lnTo>
                  <a:pt x="1995" y="167"/>
                </a:lnTo>
                <a:lnTo>
                  <a:pt x="1995" y="168"/>
                </a:lnTo>
                <a:lnTo>
                  <a:pt x="1996" y="168"/>
                </a:lnTo>
                <a:lnTo>
                  <a:pt x="1997" y="168"/>
                </a:lnTo>
                <a:lnTo>
                  <a:pt x="1998" y="168"/>
                </a:lnTo>
                <a:lnTo>
                  <a:pt x="1998" y="167"/>
                </a:lnTo>
                <a:lnTo>
                  <a:pt x="1998" y="168"/>
                </a:lnTo>
                <a:lnTo>
                  <a:pt x="1998" y="169"/>
                </a:lnTo>
                <a:lnTo>
                  <a:pt x="1999" y="169"/>
                </a:lnTo>
                <a:lnTo>
                  <a:pt x="2000" y="169"/>
                </a:lnTo>
                <a:lnTo>
                  <a:pt x="2000" y="170"/>
                </a:lnTo>
                <a:lnTo>
                  <a:pt x="2001" y="170"/>
                </a:lnTo>
                <a:lnTo>
                  <a:pt x="2002" y="169"/>
                </a:lnTo>
                <a:lnTo>
                  <a:pt x="2003" y="169"/>
                </a:lnTo>
                <a:lnTo>
                  <a:pt x="2004" y="169"/>
                </a:lnTo>
                <a:lnTo>
                  <a:pt x="2004" y="170"/>
                </a:lnTo>
                <a:lnTo>
                  <a:pt x="2005" y="170"/>
                </a:lnTo>
                <a:lnTo>
                  <a:pt x="2005" y="171"/>
                </a:lnTo>
                <a:lnTo>
                  <a:pt x="2004" y="171"/>
                </a:lnTo>
                <a:lnTo>
                  <a:pt x="2003" y="171"/>
                </a:lnTo>
                <a:lnTo>
                  <a:pt x="2002" y="171"/>
                </a:lnTo>
                <a:lnTo>
                  <a:pt x="2002" y="170"/>
                </a:lnTo>
                <a:lnTo>
                  <a:pt x="2001" y="170"/>
                </a:lnTo>
                <a:lnTo>
                  <a:pt x="2001" y="171"/>
                </a:lnTo>
                <a:lnTo>
                  <a:pt x="2000" y="172"/>
                </a:lnTo>
                <a:lnTo>
                  <a:pt x="1999" y="172"/>
                </a:lnTo>
                <a:lnTo>
                  <a:pt x="1999" y="173"/>
                </a:lnTo>
                <a:lnTo>
                  <a:pt x="1998" y="173"/>
                </a:lnTo>
                <a:lnTo>
                  <a:pt x="1997" y="173"/>
                </a:lnTo>
                <a:lnTo>
                  <a:pt x="1996" y="174"/>
                </a:lnTo>
                <a:lnTo>
                  <a:pt x="1995" y="174"/>
                </a:lnTo>
                <a:lnTo>
                  <a:pt x="1994" y="174"/>
                </a:lnTo>
                <a:lnTo>
                  <a:pt x="1993" y="174"/>
                </a:lnTo>
                <a:lnTo>
                  <a:pt x="1993" y="175"/>
                </a:lnTo>
                <a:lnTo>
                  <a:pt x="1993" y="176"/>
                </a:lnTo>
                <a:lnTo>
                  <a:pt x="1993" y="177"/>
                </a:lnTo>
                <a:lnTo>
                  <a:pt x="1992" y="177"/>
                </a:lnTo>
                <a:lnTo>
                  <a:pt x="1992" y="178"/>
                </a:lnTo>
                <a:lnTo>
                  <a:pt x="1991" y="178"/>
                </a:lnTo>
                <a:lnTo>
                  <a:pt x="1989" y="178"/>
                </a:lnTo>
                <a:lnTo>
                  <a:pt x="1989" y="177"/>
                </a:lnTo>
                <a:lnTo>
                  <a:pt x="1989" y="178"/>
                </a:lnTo>
                <a:lnTo>
                  <a:pt x="1988" y="178"/>
                </a:lnTo>
                <a:lnTo>
                  <a:pt x="1988" y="179"/>
                </a:lnTo>
                <a:lnTo>
                  <a:pt x="1987" y="179"/>
                </a:lnTo>
                <a:lnTo>
                  <a:pt x="1986" y="179"/>
                </a:lnTo>
                <a:lnTo>
                  <a:pt x="1985" y="179"/>
                </a:lnTo>
                <a:lnTo>
                  <a:pt x="1983" y="179"/>
                </a:lnTo>
                <a:lnTo>
                  <a:pt x="1982" y="179"/>
                </a:lnTo>
                <a:lnTo>
                  <a:pt x="1980" y="178"/>
                </a:lnTo>
                <a:lnTo>
                  <a:pt x="1980" y="179"/>
                </a:lnTo>
                <a:lnTo>
                  <a:pt x="1979" y="179"/>
                </a:lnTo>
                <a:lnTo>
                  <a:pt x="1978" y="179"/>
                </a:lnTo>
                <a:lnTo>
                  <a:pt x="1978" y="180"/>
                </a:lnTo>
                <a:lnTo>
                  <a:pt x="1977" y="180"/>
                </a:lnTo>
                <a:lnTo>
                  <a:pt x="1977" y="179"/>
                </a:lnTo>
                <a:lnTo>
                  <a:pt x="1976" y="179"/>
                </a:lnTo>
                <a:lnTo>
                  <a:pt x="1975" y="179"/>
                </a:lnTo>
                <a:lnTo>
                  <a:pt x="1974" y="179"/>
                </a:lnTo>
                <a:lnTo>
                  <a:pt x="1973" y="179"/>
                </a:lnTo>
                <a:lnTo>
                  <a:pt x="1972" y="179"/>
                </a:lnTo>
                <a:lnTo>
                  <a:pt x="1971" y="179"/>
                </a:lnTo>
                <a:lnTo>
                  <a:pt x="1970" y="179"/>
                </a:lnTo>
                <a:lnTo>
                  <a:pt x="1970" y="178"/>
                </a:lnTo>
                <a:lnTo>
                  <a:pt x="1969" y="178"/>
                </a:lnTo>
                <a:lnTo>
                  <a:pt x="1969" y="179"/>
                </a:lnTo>
                <a:lnTo>
                  <a:pt x="1968" y="179"/>
                </a:lnTo>
                <a:lnTo>
                  <a:pt x="1967" y="179"/>
                </a:lnTo>
                <a:lnTo>
                  <a:pt x="1966" y="179"/>
                </a:lnTo>
                <a:lnTo>
                  <a:pt x="1965" y="179"/>
                </a:lnTo>
                <a:lnTo>
                  <a:pt x="1964" y="179"/>
                </a:lnTo>
                <a:lnTo>
                  <a:pt x="1964" y="178"/>
                </a:lnTo>
                <a:lnTo>
                  <a:pt x="1964" y="177"/>
                </a:lnTo>
                <a:lnTo>
                  <a:pt x="1963" y="177"/>
                </a:lnTo>
                <a:lnTo>
                  <a:pt x="1961" y="177"/>
                </a:lnTo>
                <a:lnTo>
                  <a:pt x="1960" y="177"/>
                </a:lnTo>
                <a:lnTo>
                  <a:pt x="1960" y="176"/>
                </a:lnTo>
                <a:lnTo>
                  <a:pt x="1959" y="176"/>
                </a:lnTo>
                <a:lnTo>
                  <a:pt x="1959" y="175"/>
                </a:lnTo>
                <a:lnTo>
                  <a:pt x="1959" y="174"/>
                </a:lnTo>
                <a:lnTo>
                  <a:pt x="1958" y="174"/>
                </a:lnTo>
                <a:lnTo>
                  <a:pt x="1958" y="173"/>
                </a:lnTo>
                <a:lnTo>
                  <a:pt x="1957" y="173"/>
                </a:lnTo>
                <a:lnTo>
                  <a:pt x="1956" y="173"/>
                </a:lnTo>
                <a:lnTo>
                  <a:pt x="1956" y="174"/>
                </a:lnTo>
                <a:lnTo>
                  <a:pt x="1955" y="175"/>
                </a:lnTo>
                <a:lnTo>
                  <a:pt x="1955" y="176"/>
                </a:lnTo>
                <a:lnTo>
                  <a:pt x="1954" y="176"/>
                </a:lnTo>
                <a:lnTo>
                  <a:pt x="1954" y="177"/>
                </a:lnTo>
                <a:lnTo>
                  <a:pt x="1953" y="178"/>
                </a:lnTo>
                <a:lnTo>
                  <a:pt x="1953" y="179"/>
                </a:lnTo>
                <a:lnTo>
                  <a:pt x="1954" y="179"/>
                </a:lnTo>
                <a:lnTo>
                  <a:pt x="1954" y="180"/>
                </a:lnTo>
                <a:lnTo>
                  <a:pt x="1955" y="180"/>
                </a:lnTo>
                <a:lnTo>
                  <a:pt x="1955" y="181"/>
                </a:lnTo>
                <a:lnTo>
                  <a:pt x="1956" y="181"/>
                </a:lnTo>
                <a:lnTo>
                  <a:pt x="1956" y="182"/>
                </a:lnTo>
                <a:lnTo>
                  <a:pt x="1956" y="183"/>
                </a:lnTo>
                <a:lnTo>
                  <a:pt x="1957" y="183"/>
                </a:lnTo>
                <a:lnTo>
                  <a:pt x="1957" y="184"/>
                </a:lnTo>
                <a:lnTo>
                  <a:pt x="1958" y="184"/>
                </a:lnTo>
                <a:lnTo>
                  <a:pt x="1957" y="184"/>
                </a:lnTo>
                <a:lnTo>
                  <a:pt x="1957" y="185"/>
                </a:lnTo>
                <a:lnTo>
                  <a:pt x="1956" y="185"/>
                </a:lnTo>
                <a:lnTo>
                  <a:pt x="1956" y="186"/>
                </a:lnTo>
                <a:lnTo>
                  <a:pt x="1956" y="187"/>
                </a:lnTo>
                <a:lnTo>
                  <a:pt x="1956" y="188"/>
                </a:lnTo>
                <a:lnTo>
                  <a:pt x="1955" y="189"/>
                </a:lnTo>
                <a:lnTo>
                  <a:pt x="1955" y="190"/>
                </a:lnTo>
                <a:lnTo>
                  <a:pt x="1956" y="190"/>
                </a:lnTo>
                <a:lnTo>
                  <a:pt x="1956" y="191"/>
                </a:lnTo>
                <a:lnTo>
                  <a:pt x="1956" y="193"/>
                </a:lnTo>
                <a:lnTo>
                  <a:pt x="1956" y="194"/>
                </a:lnTo>
                <a:lnTo>
                  <a:pt x="1955" y="194"/>
                </a:lnTo>
                <a:lnTo>
                  <a:pt x="1955" y="195"/>
                </a:lnTo>
                <a:lnTo>
                  <a:pt x="1954" y="195"/>
                </a:lnTo>
                <a:lnTo>
                  <a:pt x="1953" y="196"/>
                </a:lnTo>
                <a:lnTo>
                  <a:pt x="1953" y="197"/>
                </a:lnTo>
                <a:lnTo>
                  <a:pt x="1953" y="199"/>
                </a:lnTo>
                <a:lnTo>
                  <a:pt x="1954" y="200"/>
                </a:lnTo>
                <a:lnTo>
                  <a:pt x="1955" y="200"/>
                </a:lnTo>
                <a:lnTo>
                  <a:pt x="1956" y="200"/>
                </a:lnTo>
                <a:lnTo>
                  <a:pt x="1956" y="201"/>
                </a:lnTo>
                <a:lnTo>
                  <a:pt x="1958" y="202"/>
                </a:lnTo>
                <a:lnTo>
                  <a:pt x="1958" y="203"/>
                </a:lnTo>
                <a:lnTo>
                  <a:pt x="1959" y="203"/>
                </a:lnTo>
                <a:lnTo>
                  <a:pt x="1959" y="204"/>
                </a:lnTo>
                <a:lnTo>
                  <a:pt x="1960" y="204"/>
                </a:lnTo>
                <a:lnTo>
                  <a:pt x="1962" y="204"/>
                </a:lnTo>
                <a:lnTo>
                  <a:pt x="1963" y="204"/>
                </a:lnTo>
                <a:lnTo>
                  <a:pt x="1964" y="204"/>
                </a:lnTo>
                <a:lnTo>
                  <a:pt x="1964" y="205"/>
                </a:lnTo>
                <a:lnTo>
                  <a:pt x="1965" y="205"/>
                </a:lnTo>
                <a:lnTo>
                  <a:pt x="1966" y="206"/>
                </a:lnTo>
                <a:lnTo>
                  <a:pt x="1967" y="207"/>
                </a:lnTo>
                <a:lnTo>
                  <a:pt x="1968" y="207"/>
                </a:lnTo>
                <a:lnTo>
                  <a:pt x="1969" y="208"/>
                </a:lnTo>
                <a:lnTo>
                  <a:pt x="1970" y="209"/>
                </a:lnTo>
                <a:lnTo>
                  <a:pt x="1971" y="209"/>
                </a:lnTo>
                <a:lnTo>
                  <a:pt x="1971" y="210"/>
                </a:lnTo>
                <a:lnTo>
                  <a:pt x="1972" y="210"/>
                </a:lnTo>
                <a:lnTo>
                  <a:pt x="1973" y="210"/>
                </a:lnTo>
                <a:lnTo>
                  <a:pt x="1973" y="211"/>
                </a:lnTo>
                <a:lnTo>
                  <a:pt x="1973" y="212"/>
                </a:lnTo>
                <a:lnTo>
                  <a:pt x="1972" y="212"/>
                </a:lnTo>
                <a:lnTo>
                  <a:pt x="1971" y="211"/>
                </a:lnTo>
                <a:lnTo>
                  <a:pt x="1970" y="211"/>
                </a:lnTo>
                <a:lnTo>
                  <a:pt x="1969" y="211"/>
                </a:lnTo>
                <a:lnTo>
                  <a:pt x="1969" y="212"/>
                </a:lnTo>
                <a:lnTo>
                  <a:pt x="1970" y="212"/>
                </a:lnTo>
                <a:lnTo>
                  <a:pt x="1971" y="213"/>
                </a:lnTo>
                <a:lnTo>
                  <a:pt x="1971" y="214"/>
                </a:lnTo>
                <a:lnTo>
                  <a:pt x="1972" y="215"/>
                </a:lnTo>
                <a:lnTo>
                  <a:pt x="1972" y="214"/>
                </a:lnTo>
                <a:lnTo>
                  <a:pt x="1973" y="214"/>
                </a:lnTo>
                <a:lnTo>
                  <a:pt x="1975" y="215"/>
                </a:lnTo>
                <a:lnTo>
                  <a:pt x="1976" y="215"/>
                </a:lnTo>
                <a:lnTo>
                  <a:pt x="1977" y="215"/>
                </a:lnTo>
                <a:lnTo>
                  <a:pt x="1977" y="216"/>
                </a:lnTo>
                <a:lnTo>
                  <a:pt x="1978" y="216"/>
                </a:lnTo>
                <a:lnTo>
                  <a:pt x="1979" y="216"/>
                </a:lnTo>
                <a:lnTo>
                  <a:pt x="1979" y="217"/>
                </a:lnTo>
                <a:lnTo>
                  <a:pt x="1980" y="217"/>
                </a:lnTo>
                <a:lnTo>
                  <a:pt x="1980" y="216"/>
                </a:lnTo>
                <a:lnTo>
                  <a:pt x="1981" y="216"/>
                </a:lnTo>
                <a:lnTo>
                  <a:pt x="1982" y="216"/>
                </a:lnTo>
                <a:lnTo>
                  <a:pt x="1983" y="216"/>
                </a:lnTo>
                <a:lnTo>
                  <a:pt x="1984" y="216"/>
                </a:lnTo>
                <a:lnTo>
                  <a:pt x="1984" y="217"/>
                </a:lnTo>
                <a:lnTo>
                  <a:pt x="1985" y="217"/>
                </a:lnTo>
                <a:lnTo>
                  <a:pt x="1985" y="218"/>
                </a:lnTo>
                <a:lnTo>
                  <a:pt x="1986" y="218"/>
                </a:lnTo>
                <a:lnTo>
                  <a:pt x="1987" y="218"/>
                </a:lnTo>
                <a:lnTo>
                  <a:pt x="1987" y="219"/>
                </a:lnTo>
                <a:lnTo>
                  <a:pt x="1988" y="219"/>
                </a:lnTo>
                <a:lnTo>
                  <a:pt x="1989" y="220"/>
                </a:lnTo>
                <a:lnTo>
                  <a:pt x="1989" y="219"/>
                </a:lnTo>
                <a:lnTo>
                  <a:pt x="1990" y="219"/>
                </a:lnTo>
                <a:lnTo>
                  <a:pt x="1992" y="219"/>
                </a:lnTo>
                <a:lnTo>
                  <a:pt x="1993" y="219"/>
                </a:lnTo>
                <a:lnTo>
                  <a:pt x="1993" y="220"/>
                </a:lnTo>
                <a:lnTo>
                  <a:pt x="1994" y="220"/>
                </a:lnTo>
                <a:lnTo>
                  <a:pt x="1995" y="220"/>
                </a:lnTo>
                <a:lnTo>
                  <a:pt x="1996" y="220"/>
                </a:lnTo>
                <a:lnTo>
                  <a:pt x="1996" y="221"/>
                </a:lnTo>
                <a:lnTo>
                  <a:pt x="1997" y="221"/>
                </a:lnTo>
                <a:lnTo>
                  <a:pt x="2000" y="220"/>
                </a:lnTo>
                <a:lnTo>
                  <a:pt x="2001" y="219"/>
                </a:lnTo>
                <a:lnTo>
                  <a:pt x="2002" y="219"/>
                </a:lnTo>
                <a:lnTo>
                  <a:pt x="2003" y="219"/>
                </a:lnTo>
                <a:lnTo>
                  <a:pt x="2003" y="220"/>
                </a:lnTo>
                <a:lnTo>
                  <a:pt x="2004" y="220"/>
                </a:lnTo>
                <a:lnTo>
                  <a:pt x="2005" y="220"/>
                </a:lnTo>
                <a:lnTo>
                  <a:pt x="2006" y="220"/>
                </a:lnTo>
                <a:lnTo>
                  <a:pt x="2007" y="220"/>
                </a:lnTo>
                <a:lnTo>
                  <a:pt x="2008" y="220"/>
                </a:lnTo>
                <a:lnTo>
                  <a:pt x="2009" y="220"/>
                </a:lnTo>
                <a:lnTo>
                  <a:pt x="2010" y="221"/>
                </a:lnTo>
                <a:lnTo>
                  <a:pt x="2011" y="221"/>
                </a:lnTo>
                <a:lnTo>
                  <a:pt x="2012" y="223"/>
                </a:lnTo>
                <a:lnTo>
                  <a:pt x="2011" y="224"/>
                </a:lnTo>
                <a:lnTo>
                  <a:pt x="2011" y="225"/>
                </a:lnTo>
                <a:lnTo>
                  <a:pt x="2008" y="226"/>
                </a:lnTo>
                <a:lnTo>
                  <a:pt x="2008" y="228"/>
                </a:lnTo>
                <a:lnTo>
                  <a:pt x="2008" y="229"/>
                </a:lnTo>
                <a:lnTo>
                  <a:pt x="2007" y="231"/>
                </a:lnTo>
                <a:lnTo>
                  <a:pt x="2006" y="232"/>
                </a:lnTo>
                <a:lnTo>
                  <a:pt x="2005" y="232"/>
                </a:lnTo>
                <a:lnTo>
                  <a:pt x="2005" y="233"/>
                </a:lnTo>
                <a:lnTo>
                  <a:pt x="2005" y="235"/>
                </a:lnTo>
                <a:lnTo>
                  <a:pt x="2006" y="236"/>
                </a:lnTo>
                <a:lnTo>
                  <a:pt x="2006" y="237"/>
                </a:lnTo>
                <a:lnTo>
                  <a:pt x="2007" y="238"/>
                </a:lnTo>
                <a:lnTo>
                  <a:pt x="2006" y="238"/>
                </a:lnTo>
                <a:lnTo>
                  <a:pt x="2006" y="240"/>
                </a:lnTo>
                <a:lnTo>
                  <a:pt x="2005" y="240"/>
                </a:lnTo>
                <a:lnTo>
                  <a:pt x="2004" y="240"/>
                </a:lnTo>
                <a:lnTo>
                  <a:pt x="2003" y="240"/>
                </a:lnTo>
                <a:lnTo>
                  <a:pt x="2003" y="239"/>
                </a:lnTo>
                <a:lnTo>
                  <a:pt x="2003" y="240"/>
                </a:lnTo>
                <a:lnTo>
                  <a:pt x="2002" y="240"/>
                </a:lnTo>
                <a:lnTo>
                  <a:pt x="2001" y="240"/>
                </a:lnTo>
                <a:lnTo>
                  <a:pt x="2000" y="240"/>
                </a:lnTo>
                <a:lnTo>
                  <a:pt x="2000" y="243"/>
                </a:lnTo>
                <a:lnTo>
                  <a:pt x="2000" y="244"/>
                </a:lnTo>
                <a:lnTo>
                  <a:pt x="2001" y="244"/>
                </a:lnTo>
                <a:lnTo>
                  <a:pt x="2001" y="245"/>
                </a:lnTo>
                <a:lnTo>
                  <a:pt x="2000" y="246"/>
                </a:lnTo>
                <a:lnTo>
                  <a:pt x="2000" y="247"/>
                </a:lnTo>
                <a:lnTo>
                  <a:pt x="1999" y="247"/>
                </a:lnTo>
                <a:lnTo>
                  <a:pt x="1999" y="248"/>
                </a:lnTo>
                <a:lnTo>
                  <a:pt x="1998" y="248"/>
                </a:lnTo>
                <a:lnTo>
                  <a:pt x="1998" y="249"/>
                </a:lnTo>
                <a:lnTo>
                  <a:pt x="1998" y="250"/>
                </a:lnTo>
                <a:lnTo>
                  <a:pt x="1999" y="250"/>
                </a:lnTo>
                <a:lnTo>
                  <a:pt x="2000" y="250"/>
                </a:lnTo>
                <a:lnTo>
                  <a:pt x="1999" y="251"/>
                </a:lnTo>
                <a:lnTo>
                  <a:pt x="1999" y="252"/>
                </a:lnTo>
                <a:lnTo>
                  <a:pt x="1998" y="252"/>
                </a:lnTo>
                <a:lnTo>
                  <a:pt x="1998" y="253"/>
                </a:lnTo>
                <a:lnTo>
                  <a:pt x="1999" y="254"/>
                </a:lnTo>
                <a:lnTo>
                  <a:pt x="1998" y="254"/>
                </a:lnTo>
                <a:lnTo>
                  <a:pt x="1998" y="255"/>
                </a:lnTo>
                <a:lnTo>
                  <a:pt x="1998" y="256"/>
                </a:lnTo>
                <a:lnTo>
                  <a:pt x="1998" y="257"/>
                </a:lnTo>
                <a:lnTo>
                  <a:pt x="1998" y="258"/>
                </a:lnTo>
                <a:lnTo>
                  <a:pt x="1998" y="259"/>
                </a:lnTo>
                <a:lnTo>
                  <a:pt x="1997" y="260"/>
                </a:lnTo>
                <a:lnTo>
                  <a:pt x="1997" y="261"/>
                </a:lnTo>
                <a:lnTo>
                  <a:pt x="1996" y="261"/>
                </a:lnTo>
                <a:lnTo>
                  <a:pt x="1995" y="261"/>
                </a:lnTo>
                <a:lnTo>
                  <a:pt x="1994" y="261"/>
                </a:lnTo>
                <a:lnTo>
                  <a:pt x="1993" y="262"/>
                </a:lnTo>
                <a:lnTo>
                  <a:pt x="1994" y="263"/>
                </a:lnTo>
                <a:lnTo>
                  <a:pt x="1994" y="264"/>
                </a:lnTo>
                <a:lnTo>
                  <a:pt x="1995" y="264"/>
                </a:lnTo>
                <a:lnTo>
                  <a:pt x="1995" y="265"/>
                </a:lnTo>
                <a:lnTo>
                  <a:pt x="1995" y="267"/>
                </a:lnTo>
                <a:lnTo>
                  <a:pt x="1995" y="268"/>
                </a:lnTo>
                <a:lnTo>
                  <a:pt x="1995" y="269"/>
                </a:lnTo>
                <a:lnTo>
                  <a:pt x="1996" y="270"/>
                </a:lnTo>
                <a:lnTo>
                  <a:pt x="1997" y="270"/>
                </a:lnTo>
                <a:lnTo>
                  <a:pt x="1997" y="271"/>
                </a:lnTo>
                <a:lnTo>
                  <a:pt x="1997" y="272"/>
                </a:lnTo>
                <a:lnTo>
                  <a:pt x="1998" y="272"/>
                </a:lnTo>
                <a:lnTo>
                  <a:pt x="1998" y="273"/>
                </a:lnTo>
                <a:lnTo>
                  <a:pt x="1998" y="275"/>
                </a:lnTo>
                <a:lnTo>
                  <a:pt x="1997" y="276"/>
                </a:lnTo>
                <a:lnTo>
                  <a:pt x="1996" y="277"/>
                </a:lnTo>
                <a:lnTo>
                  <a:pt x="1995" y="277"/>
                </a:lnTo>
                <a:lnTo>
                  <a:pt x="1994" y="277"/>
                </a:lnTo>
                <a:lnTo>
                  <a:pt x="1993" y="277"/>
                </a:lnTo>
                <a:lnTo>
                  <a:pt x="1992" y="276"/>
                </a:lnTo>
                <a:lnTo>
                  <a:pt x="1991" y="275"/>
                </a:lnTo>
                <a:lnTo>
                  <a:pt x="1989" y="275"/>
                </a:lnTo>
                <a:lnTo>
                  <a:pt x="1989" y="276"/>
                </a:lnTo>
                <a:lnTo>
                  <a:pt x="1988" y="276"/>
                </a:lnTo>
                <a:lnTo>
                  <a:pt x="1988" y="277"/>
                </a:lnTo>
                <a:lnTo>
                  <a:pt x="1988" y="278"/>
                </a:lnTo>
                <a:lnTo>
                  <a:pt x="1988" y="279"/>
                </a:lnTo>
                <a:lnTo>
                  <a:pt x="1987" y="281"/>
                </a:lnTo>
                <a:lnTo>
                  <a:pt x="1987" y="282"/>
                </a:lnTo>
                <a:lnTo>
                  <a:pt x="1986" y="282"/>
                </a:lnTo>
                <a:lnTo>
                  <a:pt x="1986" y="283"/>
                </a:lnTo>
                <a:lnTo>
                  <a:pt x="1985" y="284"/>
                </a:lnTo>
                <a:lnTo>
                  <a:pt x="1986" y="284"/>
                </a:lnTo>
                <a:lnTo>
                  <a:pt x="1987" y="285"/>
                </a:lnTo>
                <a:lnTo>
                  <a:pt x="1986" y="285"/>
                </a:lnTo>
                <a:lnTo>
                  <a:pt x="1986" y="286"/>
                </a:lnTo>
                <a:lnTo>
                  <a:pt x="1986" y="288"/>
                </a:lnTo>
                <a:lnTo>
                  <a:pt x="1987" y="288"/>
                </a:lnTo>
                <a:lnTo>
                  <a:pt x="1987" y="289"/>
                </a:lnTo>
                <a:lnTo>
                  <a:pt x="1986" y="289"/>
                </a:lnTo>
                <a:lnTo>
                  <a:pt x="1986" y="290"/>
                </a:lnTo>
                <a:lnTo>
                  <a:pt x="1986" y="291"/>
                </a:lnTo>
                <a:lnTo>
                  <a:pt x="1987" y="291"/>
                </a:lnTo>
                <a:lnTo>
                  <a:pt x="1988" y="291"/>
                </a:lnTo>
                <a:lnTo>
                  <a:pt x="1988" y="292"/>
                </a:lnTo>
                <a:lnTo>
                  <a:pt x="1989" y="291"/>
                </a:lnTo>
                <a:lnTo>
                  <a:pt x="1989" y="292"/>
                </a:lnTo>
                <a:lnTo>
                  <a:pt x="1990" y="292"/>
                </a:lnTo>
                <a:lnTo>
                  <a:pt x="1991" y="292"/>
                </a:lnTo>
                <a:lnTo>
                  <a:pt x="1992" y="292"/>
                </a:lnTo>
                <a:lnTo>
                  <a:pt x="1992" y="293"/>
                </a:lnTo>
                <a:lnTo>
                  <a:pt x="1993" y="294"/>
                </a:lnTo>
                <a:lnTo>
                  <a:pt x="1993" y="295"/>
                </a:lnTo>
                <a:lnTo>
                  <a:pt x="1994" y="296"/>
                </a:lnTo>
                <a:lnTo>
                  <a:pt x="1994" y="297"/>
                </a:lnTo>
                <a:lnTo>
                  <a:pt x="1995" y="297"/>
                </a:lnTo>
                <a:lnTo>
                  <a:pt x="1994" y="297"/>
                </a:lnTo>
                <a:lnTo>
                  <a:pt x="1993" y="297"/>
                </a:lnTo>
                <a:lnTo>
                  <a:pt x="1991" y="297"/>
                </a:lnTo>
                <a:lnTo>
                  <a:pt x="1991" y="298"/>
                </a:lnTo>
                <a:lnTo>
                  <a:pt x="1990" y="298"/>
                </a:lnTo>
                <a:lnTo>
                  <a:pt x="1990" y="299"/>
                </a:lnTo>
                <a:lnTo>
                  <a:pt x="1989" y="299"/>
                </a:lnTo>
                <a:lnTo>
                  <a:pt x="1988" y="299"/>
                </a:lnTo>
                <a:lnTo>
                  <a:pt x="1988" y="300"/>
                </a:lnTo>
                <a:lnTo>
                  <a:pt x="1988" y="301"/>
                </a:lnTo>
                <a:lnTo>
                  <a:pt x="1987" y="302"/>
                </a:lnTo>
                <a:lnTo>
                  <a:pt x="1986" y="303"/>
                </a:lnTo>
                <a:lnTo>
                  <a:pt x="1985" y="303"/>
                </a:lnTo>
                <a:lnTo>
                  <a:pt x="1985" y="304"/>
                </a:lnTo>
                <a:lnTo>
                  <a:pt x="1984" y="305"/>
                </a:lnTo>
                <a:lnTo>
                  <a:pt x="1983" y="305"/>
                </a:lnTo>
                <a:lnTo>
                  <a:pt x="1982" y="305"/>
                </a:lnTo>
                <a:lnTo>
                  <a:pt x="1982" y="306"/>
                </a:lnTo>
                <a:lnTo>
                  <a:pt x="1982" y="307"/>
                </a:lnTo>
                <a:lnTo>
                  <a:pt x="1981" y="307"/>
                </a:lnTo>
                <a:lnTo>
                  <a:pt x="1980" y="308"/>
                </a:lnTo>
                <a:lnTo>
                  <a:pt x="1980" y="309"/>
                </a:lnTo>
                <a:lnTo>
                  <a:pt x="1979" y="309"/>
                </a:lnTo>
                <a:lnTo>
                  <a:pt x="1979" y="308"/>
                </a:lnTo>
                <a:lnTo>
                  <a:pt x="1978" y="308"/>
                </a:lnTo>
                <a:lnTo>
                  <a:pt x="1977" y="307"/>
                </a:lnTo>
                <a:lnTo>
                  <a:pt x="1976" y="306"/>
                </a:lnTo>
                <a:lnTo>
                  <a:pt x="1975" y="306"/>
                </a:lnTo>
                <a:lnTo>
                  <a:pt x="1973" y="307"/>
                </a:lnTo>
                <a:lnTo>
                  <a:pt x="1971" y="307"/>
                </a:lnTo>
                <a:lnTo>
                  <a:pt x="1970" y="307"/>
                </a:lnTo>
                <a:lnTo>
                  <a:pt x="1969" y="308"/>
                </a:lnTo>
                <a:lnTo>
                  <a:pt x="1967" y="309"/>
                </a:lnTo>
                <a:lnTo>
                  <a:pt x="1966" y="310"/>
                </a:lnTo>
                <a:lnTo>
                  <a:pt x="1965" y="310"/>
                </a:lnTo>
                <a:lnTo>
                  <a:pt x="1965" y="311"/>
                </a:lnTo>
                <a:lnTo>
                  <a:pt x="1965" y="312"/>
                </a:lnTo>
                <a:lnTo>
                  <a:pt x="1963" y="313"/>
                </a:lnTo>
                <a:lnTo>
                  <a:pt x="1962" y="313"/>
                </a:lnTo>
                <a:lnTo>
                  <a:pt x="1961" y="313"/>
                </a:lnTo>
                <a:lnTo>
                  <a:pt x="1960" y="313"/>
                </a:lnTo>
                <a:lnTo>
                  <a:pt x="1959" y="313"/>
                </a:lnTo>
                <a:lnTo>
                  <a:pt x="1958" y="313"/>
                </a:lnTo>
                <a:lnTo>
                  <a:pt x="1957" y="313"/>
                </a:lnTo>
                <a:lnTo>
                  <a:pt x="1955" y="314"/>
                </a:lnTo>
                <a:lnTo>
                  <a:pt x="1954" y="314"/>
                </a:lnTo>
                <a:lnTo>
                  <a:pt x="1954" y="315"/>
                </a:lnTo>
                <a:lnTo>
                  <a:pt x="1953" y="315"/>
                </a:lnTo>
                <a:lnTo>
                  <a:pt x="1953" y="314"/>
                </a:lnTo>
                <a:lnTo>
                  <a:pt x="1952" y="314"/>
                </a:lnTo>
                <a:lnTo>
                  <a:pt x="1951" y="314"/>
                </a:lnTo>
                <a:lnTo>
                  <a:pt x="1950" y="313"/>
                </a:lnTo>
                <a:lnTo>
                  <a:pt x="1949" y="313"/>
                </a:lnTo>
                <a:lnTo>
                  <a:pt x="1948" y="315"/>
                </a:lnTo>
                <a:lnTo>
                  <a:pt x="1947" y="315"/>
                </a:lnTo>
                <a:lnTo>
                  <a:pt x="1947" y="317"/>
                </a:lnTo>
                <a:lnTo>
                  <a:pt x="1948" y="318"/>
                </a:lnTo>
                <a:lnTo>
                  <a:pt x="1949" y="318"/>
                </a:lnTo>
                <a:lnTo>
                  <a:pt x="1949" y="319"/>
                </a:lnTo>
                <a:lnTo>
                  <a:pt x="1949" y="320"/>
                </a:lnTo>
                <a:lnTo>
                  <a:pt x="1949" y="322"/>
                </a:lnTo>
                <a:lnTo>
                  <a:pt x="1949" y="323"/>
                </a:lnTo>
                <a:lnTo>
                  <a:pt x="1948" y="323"/>
                </a:lnTo>
                <a:lnTo>
                  <a:pt x="1947" y="324"/>
                </a:lnTo>
                <a:lnTo>
                  <a:pt x="1946" y="325"/>
                </a:lnTo>
                <a:lnTo>
                  <a:pt x="1946" y="326"/>
                </a:lnTo>
                <a:lnTo>
                  <a:pt x="1946" y="327"/>
                </a:lnTo>
                <a:lnTo>
                  <a:pt x="1945" y="327"/>
                </a:lnTo>
                <a:lnTo>
                  <a:pt x="1945" y="328"/>
                </a:lnTo>
                <a:lnTo>
                  <a:pt x="1945" y="329"/>
                </a:lnTo>
                <a:lnTo>
                  <a:pt x="1945" y="330"/>
                </a:lnTo>
                <a:lnTo>
                  <a:pt x="1945" y="331"/>
                </a:lnTo>
                <a:lnTo>
                  <a:pt x="1946" y="331"/>
                </a:lnTo>
                <a:lnTo>
                  <a:pt x="1947" y="331"/>
                </a:lnTo>
                <a:lnTo>
                  <a:pt x="1947" y="332"/>
                </a:lnTo>
                <a:lnTo>
                  <a:pt x="1947" y="331"/>
                </a:lnTo>
                <a:lnTo>
                  <a:pt x="1948" y="331"/>
                </a:lnTo>
                <a:lnTo>
                  <a:pt x="1949" y="331"/>
                </a:lnTo>
                <a:lnTo>
                  <a:pt x="1950" y="331"/>
                </a:lnTo>
                <a:lnTo>
                  <a:pt x="1950" y="332"/>
                </a:lnTo>
                <a:lnTo>
                  <a:pt x="1950" y="333"/>
                </a:lnTo>
                <a:lnTo>
                  <a:pt x="1950" y="334"/>
                </a:lnTo>
                <a:lnTo>
                  <a:pt x="1949" y="334"/>
                </a:lnTo>
                <a:lnTo>
                  <a:pt x="1948" y="334"/>
                </a:lnTo>
                <a:lnTo>
                  <a:pt x="1948" y="335"/>
                </a:lnTo>
                <a:lnTo>
                  <a:pt x="1947" y="335"/>
                </a:lnTo>
                <a:lnTo>
                  <a:pt x="1946" y="335"/>
                </a:lnTo>
                <a:lnTo>
                  <a:pt x="1945" y="336"/>
                </a:lnTo>
                <a:lnTo>
                  <a:pt x="1944" y="336"/>
                </a:lnTo>
                <a:lnTo>
                  <a:pt x="1943" y="336"/>
                </a:lnTo>
                <a:lnTo>
                  <a:pt x="1942" y="336"/>
                </a:lnTo>
                <a:lnTo>
                  <a:pt x="1942" y="337"/>
                </a:lnTo>
                <a:lnTo>
                  <a:pt x="1941" y="337"/>
                </a:lnTo>
                <a:lnTo>
                  <a:pt x="1940" y="338"/>
                </a:lnTo>
                <a:lnTo>
                  <a:pt x="1939" y="339"/>
                </a:lnTo>
                <a:lnTo>
                  <a:pt x="1938" y="339"/>
                </a:lnTo>
                <a:lnTo>
                  <a:pt x="1937" y="339"/>
                </a:lnTo>
                <a:lnTo>
                  <a:pt x="1937" y="340"/>
                </a:lnTo>
                <a:lnTo>
                  <a:pt x="1935" y="342"/>
                </a:lnTo>
                <a:lnTo>
                  <a:pt x="1935" y="343"/>
                </a:lnTo>
                <a:lnTo>
                  <a:pt x="1936" y="343"/>
                </a:lnTo>
                <a:lnTo>
                  <a:pt x="1937" y="344"/>
                </a:lnTo>
                <a:lnTo>
                  <a:pt x="1938" y="344"/>
                </a:lnTo>
                <a:lnTo>
                  <a:pt x="1938" y="345"/>
                </a:lnTo>
                <a:lnTo>
                  <a:pt x="1938" y="346"/>
                </a:lnTo>
                <a:lnTo>
                  <a:pt x="1939" y="346"/>
                </a:lnTo>
                <a:lnTo>
                  <a:pt x="1939" y="348"/>
                </a:lnTo>
                <a:lnTo>
                  <a:pt x="1939" y="350"/>
                </a:lnTo>
                <a:lnTo>
                  <a:pt x="1939" y="351"/>
                </a:lnTo>
                <a:lnTo>
                  <a:pt x="1940" y="351"/>
                </a:lnTo>
                <a:lnTo>
                  <a:pt x="1940" y="353"/>
                </a:lnTo>
                <a:lnTo>
                  <a:pt x="1941" y="353"/>
                </a:lnTo>
                <a:lnTo>
                  <a:pt x="1941" y="354"/>
                </a:lnTo>
                <a:lnTo>
                  <a:pt x="1941" y="355"/>
                </a:lnTo>
                <a:lnTo>
                  <a:pt x="1942" y="356"/>
                </a:lnTo>
                <a:lnTo>
                  <a:pt x="1942" y="357"/>
                </a:lnTo>
                <a:lnTo>
                  <a:pt x="1942" y="358"/>
                </a:lnTo>
                <a:lnTo>
                  <a:pt x="1943" y="359"/>
                </a:lnTo>
                <a:lnTo>
                  <a:pt x="1943" y="360"/>
                </a:lnTo>
                <a:lnTo>
                  <a:pt x="1943" y="361"/>
                </a:lnTo>
                <a:lnTo>
                  <a:pt x="1942" y="361"/>
                </a:lnTo>
                <a:lnTo>
                  <a:pt x="1943" y="362"/>
                </a:lnTo>
                <a:lnTo>
                  <a:pt x="1944" y="363"/>
                </a:lnTo>
                <a:lnTo>
                  <a:pt x="1945" y="363"/>
                </a:lnTo>
                <a:lnTo>
                  <a:pt x="1945" y="364"/>
                </a:lnTo>
                <a:lnTo>
                  <a:pt x="1946" y="364"/>
                </a:lnTo>
                <a:lnTo>
                  <a:pt x="1946" y="365"/>
                </a:lnTo>
                <a:lnTo>
                  <a:pt x="1949" y="366"/>
                </a:lnTo>
                <a:lnTo>
                  <a:pt x="1950" y="366"/>
                </a:lnTo>
                <a:lnTo>
                  <a:pt x="1951" y="366"/>
                </a:lnTo>
                <a:lnTo>
                  <a:pt x="1953" y="367"/>
                </a:lnTo>
                <a:lnTo>
                  <a:pt x="1953" y="368"/>
                </a:lnTo>
                <a:lnTo>
                  <a:pt x="1953" y="369"/>
                </a:lnTo>
                <a:lnTo>
                  <a:pt x="1954" y="369"/>
                </a:lnTo>
                <a:lnTo>
                  <a:pt x="1954" y="370"/>
                </a:lnTo>
                <a:lnTo>
                  <a:pt x="1954" y="371"/>
                </a:lnTo>
                <a:lnTo>
                  <a:pt x="1953" y="371"/>
                </a:lnTo>
                <a:lnTo>
                  <a:pt x="1953" y="372"/>
                </a:lnTo>
                <a:lnTo>
                  <a:pt x="1953" y="373"/>
                </a:lnTo>
                <a:lnTo>
                  <a:pt x="1954" y="373"/>
                </a:lnTo>
                <a:lnTo>
                  <a:pt x="1954" y="374"/>
                </a:lnTo>
                <a:lnTo>
                  <a:pt x="1954" y="376"/>
                </a:lnTo>
                <a:lnTo>
                  <a:pt x="1953" y="378"/>
                </a:lnTo>
                <a:lnTo>
                  <a:pt x="1953" y="379"/>
                </a:lnTo>
                <a:lnTo>
                  <a:pt x="1953" y="380"/>
                </a:lnTo>
                <a:lnTo>
                  <a:pt x="1952" y="380"/>
                </a:lnTo>
                <a:lnTo>
                  <a:pt x="1951" y="380"/>
                </a:lnTo>
                <a:lnTo>
                  <a:pt x="1950" y="381"/>
                </a:lnTo>
                <a:lnTo>
                  <a:pt x="1951" y="381"/>
                </a:lnTo>
                <a:lnTo>
                  <a:pt x="1952" y="382"/>
                </a:lnTo>
                <a:lnTo>
                  <a:pt x="1952" y="383"/>
                </a:lnTo>
                <a:lnTo>
                  <a:pt x="1951" y="385"/>
                </a:lnTo>
                <a:lnTo>
                  <a:pt x="1951" y="386"/>
                </a:lnTo>
                <a:lnTo>
                  <a:pt x="1950" y="387"/>
                </a:lnTo>
                <a:lnTo>
                  <a:pt x="1950" y="388"/>
                </a:lnTo>
                <a:lnTo>
                  <a:pt x="1949" y="388"/>
                </a:lnTo>
                <a:lnTo>
                  <a:pt x="1948" y="388"/>
                </a:lnTo>
                <a:lnTo>
                  <a:pt x="1947" y="388"/>
                </a:lnTo>
                <a:lnTo>
                  <a:pt x="1947" y="389"/>
                </a:lnTo>
                <a:lnTo>
                  <a:pt x="1947" y="390"/>
                </a:lnTo>
                <a:lnTo>
                  <a:pt x="1948" y="391"/>
                </a:lnTo>
                <a:lnTo>
                  <a:pt x="1949" y="391"/>
                </a:lnTo>
                <a:lnTo>
                  <a:pt x="1948" y="392"/>
                </a:lnTo>
                <a:lnTo>
                  <a:pt x="1948" y="394"/>
                </a:lnTo>
                <a:lnTo>
                  <a:pt x="1947" y="396"/>
                </a:lnTo>
                <a:lnTo>
                  <a:pt x="1946" y="398"/>
                </a:lnTo>
                <a:lnTo>
                  <a:pt x="1946" y="399"/>
                </a:lnTo>
                <a:lnTo>
                  <a:pt x="1946" y="400"/>
                </a:lnTo>
                <a:lnTo>
                  <a:pt x="1946" y="402"/>
                </a:lnTo>
                <a:lnTo>
                  <a:pt x="1945" y="402"/>
                </a:lnTo>
                <a:lnTo>
                  <a:pt x="1944" y="403"/>
                </a:lnTo>
                <a:lnTo>
                  <a:pt x="1944" y="404"/>
                </a:lnTo>
                <a:lnTo>
                  <a:pt x="1944" y="405"/>
                </a:lnTo>
                <a:lnTo>
                  <a:pt x="1944" y="407"/>
                </a:lnTo>
                <a:lnTo>
                  <a:pt x="1944" y="408"/>
                </a:lnTo>
                <a:lnTo>
                  <a:pt x="1945" y="408"/>
                </a:lnTo>
                <a:lnTo>
                  <a:pt x="1945" y="409"/>
                </a:lnTo>
                <a:lnTo>
                  <a:pt x="1946" y="409"/>
                </a:lnTo>
                <a:lnTo>
                  <a:pt x="1946" y="410"/>
                </a:lnTo>
                <a:lnTo>
                  <a:pt x="1947" y="410"/>
                </a:lnTo>
                <a:lnTo>
                  <a:pt x="1946" y="412"/>
                </a:lnTo>
                <a:lnTo>
                  <a:pt x="1946" y="413"/>
                </a:lnTo>
                <a:lnTo>
                  <a:pt x="1947" y="414"/>
                </a:lnTo>
                <a:lnTo>
                  <a:pt x="1947" y="413"/>
                </a:lnTo>
                <a:lnTo>
                  <a:pt x="1948" y="413"/>
                </a:lnTo>
                <a:lnTo>
                  <a:pt x="1950" y="414"/>
                </a:lnTo>
                <a:lnTo>
                  <a:pt x="1953" y="415"/>
                </a:lnTo>
                <a:lnTo>
                  <a:pt x="1953" y="416"/>
                </a:lnTo>
                <a:lnTo>
                  <a:pt x="1952" y="416"/>
                </a:lnTo>
                <a:lnTo>
                  <a:pt x="1952" y="417"/>
                </a:lnTo>
                <a:lnTo>
                  <a:pt x="1954" y="417"/>
                </a:lnTo>
                <a:lnTo>
                  <a:pt x="1956" y="417"/>
                </a:lnTo>
                <a:lnTo>
                  <a:pt x="1956" y="416"/>
                </a:lnTo>
                <a:lnTo>
                  <a:pt x="1957" y="417"/>
                </a:lnTo>
                <a:lnTo>
                  <a:pt x="1958" y="417"/>
                </a:lnTo>
                <a:lnTo>
                  <a:pt x="1959" y="416"/>
                </a:lnTo>
                <a:lnTo>
                  <a:pt x="1960" y="417"/>
                </a:lnTo>
                <a:lnTo>
                  <a:pt x="1960" y="416"/>
                </a:lnTo>
                <a:lnTo>
                  <a:pt x="1961" y="415"/>
                </a:lnTo>
                <a:lnTo>
                  <a:pt x="1963" y="415"/>
                </a:lnTo>
                <a:lnTo>
                  <a:pt x="1963" y="414"/>
                </a:lnTo>
                <a:lnTo>
                  <a:pt x="1964" y="414"/>
                </a:lnTo>
                <a:lnTo>
                  <a:pt x="1964" y="415"/>
                </a:lnTo>
                <a:lnTo>
                  <a:pt x="1965" y="414"/>
                </a:lnTo>
                <a:lnTo>
                  <a:pt x="1966" y="413"/>
                </a:lnTo>
                <a:lnTo>
                  <a:pt x="1966" y="412"/>
                </a:lnTo>
                <a:lnTo>
                  <a:pt x="1967" y="412"/>
                </a:lnTo>
                <a:lnTo>
                  <a:pt x="1967" y="411"/>
                </a:lnTo>
                <a:lnTo>
                  <a:pt x="1968" y="411"/>
                </a:lnTo>
                <a:lnTo>
                  <a:pt x="1968" y="412"/>
                </a:lnTo>
                <a:lnTo>
                  <a:pt x="1969" y="412"/>
                </a:lnTo>
                <a:lnTo>
                  <a:pt x="1970" y="413"/>
                </a:lnTo>
                <a:lnTo>
                  <a:pt x="1971" y="414"/>
                </a:lnTo>
                <a:lnTo>
                  <a:pt x="1971" y="415"/>
                </a:lnTo>
                <a:lnTo>
                  <a:pt x="1972" y="414"/>
                </a:lnTo>
                <a:lnTo>
                  <a:pt x="1973" y="414"/>
                </a:lnTo>
                <a:lnTo>
                  <a:pt x="1973" y="415"/>
                </a:lnTo>
                <a:lnTo>
                  <a:pt x="1973" y="416"/>
                </a:lnTo>
                <a:lnTo>
                  <a:pt x="1975" y="415"/>
                </a:lnTo>
                <a:lnTo>
                  <a:pt x="1975" y="414"/>
                </a:lnTo>
                <a:lnTo>
                  <a:pt x="1976" y="414"/>
                </a:lnTo>
                <a:lnTo>
                  <a:pt x="1976" y="413"/>
                </a:lnTo>
                <a:lnTo>
                  <a:pt x="1977" y="413"/>
                </a:lnTo>
                <a:lnTo>
                  <a:pt x="1977" y="414"/>
                </a:lnTo>
                <a:lnTo>
                  <a:pt x="1978" y="414"/>
                </a:lnTo>
                <a:lnTo>
                  <a:pt x="1978" y="413"/>
                </a:lnTo>
                <a:lnTo>
                  <a:pt x="1979" y="413"/>
                </a:lnTo>
                <a:lnTo>
                  <a:pt x="1980" y="413"/>
                </a:lnTo>
                <a:lnTo>
                  <a:pt x="1981" y="413"/>
                </a:lnTo>
                <a:lnTo>
                  <a:pt x="1983" y="414"/>
                </a:lnTo>
                <a:lnTo>
                  <a:pt x="1983" y="415"/>
                </a:lnTo>
                <a:lnTo>
                  <a:pt x="1984" y="415"/>
                </a:lnTo>
                <a:lnTo>
                  <a:pt x="1984" y="416"/>
                </a:lnTo>
                <a:lnTo>
                  <a:pt x="1984" y="417"/>
                </a:lnTo>
                <a:lnTo>
                  <a:pt x="1985" y="417"/>
                </a:lnTo>
                <a:lnTo>
                  <a:pt x="1985" y="418"/>
                </a:lnTo>
                <a:lnTo>
                  <a:pt x="1984" y="418"/>
                </a:lnTo>
                <a:lnTo>
                  <a:pt x="1984" y="419"/>
                </a:lnTo>
                <a:lnTo>
                  <a:pt x="1984" y="420"/>
                </a:lnTo>
                <a:lnTo>
                  <a:pt x="1985" y="421"/>
                </a:lnTo>
                <a:lnTo>
                  <a:pt x="1985" y="422"/>
                </a:lnTo>
                <a:lnTo>
                  <a:pt x="1984" y="422"/>
                </a:lnTo>
                <a:lnTo>
                  <a:pt x="1983" y="423"/>
                </a:lnTo>
                <a:lnTo>
                  <a:pt x="1983" y="424"/>
                </a:lnTo>
                <a:lnTo>
                  <a:pt x="1984" y="424"/>
                </a:lnTo>
                <a:lnTo>
                  <a:pt x="1985" y="424"/>
                </a:lnTo>
                <a:lnTo>
                  <a:pt x="1987" y="426"/>
                </a:lnTo>
                <a:lnTo>
                  <a:pt x="1988" y="427"/>
                </a:lnTo>
                <a:lnTo>
                  <a:pt x="1988" y="428"/>
                </a:lnTo>
                <a:lnTo>
                  <a:pt x="1987" y="429"/>
                </a:lnTo>
                <a:lnTo>
                  <a:pt x="1988" y="429"/>
                </a:lnTo>
                <a:lnTo>
                  <a:pt x="1988" y="430"/>
                </a:lnTo>
                <a:lnTo>
                  <a:pt x="1988" y="431"/>
                </a:lnTo>
                <a:lnTo>
                  <a:pt x="1988" y="433"/>
                </a:lnTo>
                <a:lnTo>
                  <a:pt x="1988" y="434"/>
                </a:lnTo>
                <a:lnTo>
                  <a:pt x="1988" y="435"/>
                </a:lnTo>
                <a:lnTo>
                  <a:pt x="1989" y="435"/>
                </a:lnTo>
                <a:lnTo>
                  <a:pt x="1990" y="436"/>
                </a:lnTo>
                <a:lnTo>
                  <a:pt x="1990" y="437"/>
                </a:lnTo>
                <a:lnTo>
                  <a:pt x="1990" y="438"/>
                </a:lnTo>
                <a:lnTo>
                  <a:pt x="1989" y="438"/>
                </a:lnTo>
                <a:lnTo>
                  <a:pt x="1988" y="438"/>
                </a:lnTo>
                <a:lnTo>
                  <a:pt x="1987" y="438"/>
                </a:lnTo>
                <a:lnTo>
                  <a:pt x="1986" y="438"/>
                </a:lnTo>
                <a:lnTo>
                  <a:pt x="1985" y="438"/>
                </a:lnTo>
                <a:lnTo>
                  <a:pt x="1983" y="439"/>
                </a:lnTo>
                <a:lnTo>
                  <a:pt x="1983" y="441"/>
                </a:lnTo>
                <a:lnTo>
                  <a:pt x="1982" y="442"/>
                </a:lnTo>
                <a:lnTo>
                  <a:pt x="1982" y="443"/>
                </a:lnTo>
                <a:lnTo>
                  <a:pt x="1981" y="443"/>
                </a:lnTo>
                <a:lnTo>
                  <a:pt x="1981" y="444"/>
                </a:lnTo>
                <a:lnTo>
                  <a:pt x="1979" y="444"/>
                </a:lnTo>
                <a:lnTo>
                  <a:pt x="1979" y="445"/>
                </a:lnTo>
                <a:lnTo>
                  <a:pt x="1978" y="445"/>
                </a:lnTo>
                <a:lnTo>
                  <a:pt x="1979" y="445"/>
                </a:lnTo>
                <a:lnTo>
                  <a:pt x="1978" y="448"/>
                </a:lnTo>
                <a:lnTo>
                  <a:pt x="1977" y="450"/>
                </a:lnTo>
                <a:lnTo>
                  <a:pt x="1976" y="450"/>
                </a:lnTo>
                <a:lnTo>
                  <a:pt x="1976" y="449"/>
                </a:lnTo>
                <a:lnTo>
                  <a:pt x="1974" y="449"/>
                </a:lnTo>
                <a:lnTo>
                  <a:pt x="1972" y="448"/>
                </a:lnTo>
                <a:lnTo>
                  <a:pt x="1971" y="448"/>
                </a:lnTo>
                <a:lnTo>
                  <a:pt x="1971" y="449"/>
                </a:lnTo>
                <a:lnTo>
                  <a:pt x="1971" y="450"/>
                </a:lnTo>
                <a:lnTo>
                  <a:pt x="1969" y="449"/>
                </a:lnTo>
                <a:lnTo>
                  <a:pt x="1968" y="449"/>
                </a:lnTo>
                <a:lnTo>
                  <a:pt x="1968" y="450"/>
                </a:lnTo>
                <a:lnTo>
                  <a:pt x="1967" y="450"/>
                </a:lnTo>
                <a:lnTo>
                  <a:pt x="1965" y="450"/>
                </a:lnTo>
                <a:lnTo>
                  <a:pt x="1965" y="451"/>
                </a:lnTo>
                <a:lnTo>
                  <a:pt x="1965" y="452"/>
                </a:lnTo>
                <a:lnTo>
                  <a:pt x="1964" y="452"/>
                </a:lnTo>
                <a:lnTo>
                  <a:pt x="1964" y="453"/>
                </a:lnTo>
                <a:lnTo>
                  <a:pt x="1965" y="454"/>
                </a:lnTo>
                <a:lnTo>
                  <a:pt x="1964" y="454"/>
                </a:lnTo>
                <a:lnTo>
                  <a:pt x="1964" y="455"/>
                </a:lnTo>
                <a:lnTo>
                  <a:pt x="1963" y="455"/>
                </a:lnTo>
                <a:lnTo>
                  <a:pt x="1963" y="456"/>
                </a:lnTo>
                <a:lnTo>
                  <a:pt x="1963" y="457"/>
                </a:lnTo>
                <a:lnTo>
                  <a:pt x="1964" y="457"/>
                </a:lnTo>
                <a:lnTo>
                  <a:pt x="1964" y="458"/>
                </a:lnTo>
                <a:lnTo>
                  <a:pt x="1965" y="459"/>
                </a:lnTo>
                <a:lnTo>
                  <a:pt x="1964" y="461"/>
                </a:lnTo>
                <a:lnTo>
                  <a:pt x="1964" y="463"/>
                </a:lnTo>
                <a:lnTo>
                  <a:pt x="1963" y="463"/>
                </a:lnTo>
                <a:lnTo>
                  <a:pt x="1963" y="464"/>
                </a:lnTo>
                <a:lnTo>
                  <a:pt x="1962" y="464"/>
                </a:lnTo>
                <a:lnTo>
                  <a:pt x="1962" y="465"/>
                </a:lnTo>
                <a:lnTo>
                  <a:pt x="1963" y="465"/>
                </a:lnTo>
                <a:lnTo>
                  <a:pt x="1964" y="465"/>
                </a:lnTo>
                <a:lnTo>
                  <a:pt x="1964" y="466"/>
                </a:lnTo>
                <a:lnTo>
                  <a:pt x="1964" y="467"/>
                </a:lnTo>
                <a:lnTo>
                  <a:pt x="1964" y="469"/>
                </a:lnTo>
                <a:lnTo>
                  <a:pt x="1965" y="469"/>
                </a:lnTo>
                <a:lnTo>
                  <a:pt x="1966" y="469"/>
                </a:lnTo>
                <a:lnTo>
                  <a:pt x="1966" y="470"/>
                </a:lnTo>
                <a:lnTo>
                  <a:pt x="1967" y="470"/>
                </a:lnTo>
                <a:lnTo>
                  <a:pt x="1968" y="470"/>
                </a:lnTo>
                <a:lnTo>
                  <a:pt x="1969" y="471"/>
                </a:lnTo>
                <a:lnTo>
                  <a:pt x="1969" y="470"/>
                </a:lnTo>
                <a:lnTo>
                  <a:pt x="1970" y="470"/>
                </a:lnTo>
                <a:lnTo>
                  <a:pt x="1971" y="470"/>
                </a:lnTo>
                <a:lnTo>
                  <a:pt x="1971" y="472"/>
                </a:lnTo>
                <a:lnTo>
                  <a:pt x="1972" y="473"/>
                </a:lnTo>
                <a:lnTo>
                  <a:pt x="1973" y="473"/>
                </a:lnTo>
                <a:lnTo>
                  <a:pt x="1972" y="474"/>
                </a:lnTo>
                <a:lnTo>
                  <a:pt x="1972" y="476"/>
                </a:lnTo>
                <a:lnTo>
                  <a:pt x="1971" y="476"/>
                </a:lnTo>
                <a:lnTo>
                  <a:pt x="1971" y="477"/>
                </a:lnTo>
                <a:lnTo>
                  <a:pt x="1971" y="478"/>
                </a:lnTo>
                <a:lnTo>
                  <a:pt x="1970" y="478"/>
                </a:lnTo>
                <a:lnTo>
                  <a:pt x="1970" y="479"/>
                </a:lnTo>
                <a:lnTo>
                  <a:pt x="1969" y="479"/>
                </a:lnTo>
                <a:lnTo>
                  <a:pt x="1968" y="479"/>
                </a:lnTo>
                <a:lnTo>
                  <a:pt x="1968" y="480"/>
                </a:lnTo>
                <a:lnTo>
                  <a:pt x="1968" y="481"/>
                </a:lnTo>
                <a:lnTo>
                  <a:pt x="1969" y="482"/>
                </a:lnTo>
                <a:lnTo>
                  <a:pt x="1968" y="482"/>
                </a:lnTo>
                <a:lnTo>
                  <a:pt x="1968" y="483"/>
                </a:lnTo>
                <a:lnTo>
                  <a:pt x="1968" y="484"/>
                </a:lnTo>
                <a:lnTo>
                  <a:pt x="1969" y="485"/>
                </a:lnTo>
                <a:lnTo>
                  <a:pt x="1970" y="485"/>
                </a:lnTo>
                <a:lnTo>
                  <a:pt x="1970" y="486"/>
                </a:lnTo>
                <a:lnTo>
                  <a:pt x="1970" y="487"/>
                </a:lnTo>
                <a:lnTo>
                  <a:pt x="1971" y="488"/>
                </a:lnTo>
                <a:lnTo>
                  <a:pt x="1972" y="489"/>
                </a:lnTo>
                <a:lnTo>
                  <a:pt x="1973" y="489"/>
                </a:lnTo>
                <a:lnTo>
                  <a:pt x="1973" y="490"/>
                </a:lnTo>
                <a:lnTo>
                  <a:pt x="1972" y="491"/>
                </a:lnTo>
                <a:lnTo>
                  <a:pt x="1972" y="492"/>
                </a:lnTo>
                <a:lnTo>
                  <a:pt x="1973" y="493"/>
                </a:lnTo>
                <a:lnTo>
                  <a:pt x="1972" y="494"/>
                </a:lnTo>
                <a:lnTo>
                  <a:pt x="1972" y="495"/>
                </a:lnTo>
                <a:lnTo>
                  <a:pt x="1973" y="495"/>
                </a:lnTo>
                <a:lnTo>
                  <a:pt x="1973" y="496"/>
                </a:lnTo>
                <a:lnTo>
                  <a:pt x="1973" y="497"/>
                </a:lnTo>
                <a:lnTo>
                  <a:pt x="1972" y="497"/>
                </a:lnTo>
                <a:lnTo>
                  <a:pt x="1972" y="498"/>
                </a:lnTo>
                <a:lnTo>
                  <a:pt x="1971" y="499"/>
                </a:lnTo>
                <a:lnTo>
                  <a:pt x="1971" y="501"/>
                </a:lnTo>
                <a:lnTo>
                  <a:pt x="1971" y="502"/>
                </a:lnTo>
                <a:lnTo>
                  <a:pt x="1972" y="502"/>
                </a:lnTo>
                <a:lnTo>
                  <a:pt x="1972" y="504"/>
                </a:lnTo>
                <a:lnTo>
                  <a:pt x="1971" y="504"/>
                </a:lnTo>
                <a:lnTo>
                  <a:pt x="1970" y="504"/>
                </a:lnTo>
                <a:lnTo>
                  <a:pt x="1970" y="505"/>
                </a:lnTo>
                <a:lnTo>
                  <a:pt x="1970" y="506"/>
                </a:lnTo>
                <a:lnTo>
                  <a:pt x="1971" y="506"/>
                </a:lnTo>
                <a:lnTo>
                  <a:pt x="1971" y="507"/>
                </a:lnTo>
                <a:lnTo>
                  <a:pt x="1971" y="508"/>
                </a:lnTo>
                <a:lnTo>
                  <a:pt x="1970" y="508"/>
                </a:lnTo>
                <a:lnTo>
                  <a:pt x="1971" y="508"/>
                </a:lnTo>
                <a:lnTo>
                  <a:pt x="1971" y="509"/>
                </a:lnTo>
                <a:lnTo>
                  <a:pt x="1971" y="510"/>
                </a:lnTo>
                <a:lnTo>
                  <a:pt x="1971" y="511"/>
                </a:lnTo>
                <a:lnTo>
                  <a:pt x="1971" y="512"/>
                </a:lnTo>
                <a:lnTo>
                  <a:pt x="1970" y="513"/>
                </a:lnTo>
                <a:lnTo>
                  <a:pt x="1970" y="515"/>
                </a:lnTo>
                <a:lnTo>
                  <a:pt x="1970" y="516"/>
                </a:lnTo>
                <a:lnTo>
                  <a:pt x="1969" y="517"/>
                </a:lnTo>
                <a:lnTo>
                  <a:pt x="1968" y="517"/>
                </a:lnTo>
                <a:lnTo>
                  <a:pt x="1968" y="518"/>
                </a:lnTo>
                <a:lnTo>
                  <a:pt x="1967" y="519"/>
                </a:lnTo>
                <a:lnTo>
                  <a:pt x="1966" y="520"/>
                </a:lnTo>
                <a:lnTo>
                  <a:pt x="1966" y="521"/>
                </a:lnTo>
                <a:lnTo>
                  <a:pt x="1966" y="522"/>
                </a:lnTo>
                <a:lnTo>
                  <a:pt x="1968" y="523"/>
                </a:lnTo>
                <a:lnTo>
                  <a:pt x="1969" y="523"/>
                </a:lnTo>
                <a:lnTo>
                  <a:pt x="1969" y="524"/>
                </a:lnTo>
                <a:lnTo>
                  <a:pt x="1969" y="526"/>
                </a:lnTo>
                <a:lnTo>
                  <a:pt x="1968" y="527"/>
                </a:lnTo>
                <a:lnTo>
                  <a:pt x="1969" y="528"/>
                </a:lnTo>
                <a:lnTo>
                  <a:pt x="1970" y="529"/>
                </a:lnTo>
                <a:lnTo>
                  <a:pt x="1971" y="530"/>
                </a:lnTo>
                <a:lnTo>
                  <a:pt x="1972" y="530"/>
                </a:lnTo>
                <a:lnTo>
                  <a:pt x="1975" y="530"/>
                </a:lnTo>
                <a:lnTo>
                  <a:pt x="1975" y="532"/>
                </a:lnTo>
                <a:lnTo>
                  <a:pt x="1974" y="532"/>
                </a:lnTo>
                <a:lnTo>
                  <a:pt x="1974" y="533"/>
                </a:lnTo>
                <a:lnTo>
                  <a:pt x="1975" y="533"/>
                </a:lnTo>
                <a:lnTo>
                  <a:pt x="1976" y="533"/>
                </a:lnTo>
                <a:lnTo>
                  <a:pt x="1976" y="535"/>
                </a:lnTo>
                <a:lnTo>
                  <a:pt x="1975" y="536"/>
                </a:lnTo>
                <a:lnTo>
                  <a:pt x="1975" y="537"/>
                </a:lnTo>
                <a:lnTo>
                  <a:pt x="1974" y="537"/>
                </a:lnTo>
                <a:lnTo>
                  <a:pt x="1974" y="538"/>
                </a:lnTo>
                <a:lnTo>
                  <a:pt x="1973" y="538"/>
                </a:lnTo>
                <a:lnTo>
                  <a:pt x="1971" y="540"/>
                </a:lnTo>
                <a:lnTo>
                  <a:pt x="1970" y="540"/>
                </a:lnTo>
                <a:lnTo>
                  <a:pt x="1969" y="541"/>
                </a:lnTo>
                <a:lnTo>
                  <a:pt x="1967" y="542"/>
                </a:lnTo>
                <a:lnTo>
                  <a:pt x="1967" y="543"/>
                </a:lnTo>
                <a:lnTo>
                  <a:pt x="1967" y="544"/>
                </a:lnTo>
                <a:lnTo>
                  <a:pt x="1967" y="545"/>
                </a:lnTo>
                <a:lnTo>
                  <a:pt x="1966" y="545"/>
                </a:lnTo>
                <a:lnTo>
                  <a:pt x="1967" y="545"/>
                </a:lnTo>
                <a:lnTo>
                  <a:pt x="1967" y="546"/>
                </a:lnTo>
                <a:lnTo>
                  <a:pt x="1967" y="547"/>
                </a:lnTo>
                <a:lnTo>
                  <a:pt x="1968" y="548"/>
                </a:lnTo>
                <a:lnTo>
                  <a:pt x="1968" y="549"/>
                </a:lnTo>
                <a:lnTo>
                  <a:pt x="1968" y="550"/>
                </a:lnTo>
                <a:lnTo>
                  <a:pt x="1967" y="550"/>
                </a:lnTo>
                <a:lnTo>
                  <a:pt x="1967" y="551"/>
                </a:lnTo>
                <a:lnTo>
                  <a:pt x="1966" y="553"/>
                </a:lnTo>
                <a:lnTo>
                  <a:pt x="1966" y="554"/>
                </a:lnTo>
                <a:lnTo>
                  <a:pt x="1965" y="555"/>
                </a:lnTo>
                <a:lnTo>
                  <a:pt x="1965" y="556"/>
                </a:lnTo>
                <a:lnTo>
                  <a:pt x="1964" y="556"/>
                </a:lnTo>
                <a:lnTo>
                  <a:pt x="1964" y="557"/>
                </a:lnTo>
                <a:lnTo>
                  <a:pt x="1964" y="558"/>
                </a:lnTo>
                <a:lnTo>
                  <a:pt x="1964" y="559"/>
                </a:lnTo>
                <a:lnTo>
                  <a:pt x="1964" y="561"/>
                </a:lnTo>
                <a:lnTo>
                  <a:pt x="1963" y="561"/>
                </a:lnTo>
                <a:lnTo>
                  <a:pt x="1962" y="562"/>
                </a:lnTo>
                <a:lnTo>
                  <a:pt x="1961" y="563"/>
                </a:lnTo>
                <a:lnTo>
                  <a:pt x="1960" y="563"/>
                </a:lnTo>
                <a:lnTo>
                  <a:pt x="1960" y="564"/>
                </a:lnTo>
                <a:lnTo>
                  <a:pt x="1961" y="565"/>
                </a:lnTo>
                <a:lnTo>
                  <a:pt x="1962" y="566"/>
                </a:lnTo>
                <a:lnTo>
                  <a:pt x="1962" y="567"/>
                </a:lnTo>
                <a:lnTo>
                  <a:pt x="1961" y="568"/>
                </a:lnTo>
                <a:lnTo>
                  <a:pt x="1959" y="569"/>
                </a:lnTo>
                <a:lnTo>
                  <a:pt x="1958" y="569"/>
                </a:lnTo>
                <a:lnTo>
                  <a:pt x="1957" y="570"/>
                </a:lnTo>
                <a:lnTo>
                  <a:pt x="1957" y="571"/>
                </a:lnTo>
                <a:lnTo>
                  <a:pt x="1956" y="571"/>
                </a:lnTo>
                <a:lnTo>
                  <a:pt x="1955" y="571"/>
                </a:lnTo>
                <a:lnTo>
                  <a:pt x="1953" y="570"/>
                </a:lnTo>
                <a:lnTo>
                  <a:pt x="1951" y="570"/>
                </a:lnTo>
                <a:lnTo>
                  <a:pt x="1951" y="571"/>
                </a:lnTo>
                <a:lnTo>
                  <a:pt x="1950" y="572"/>
                </a:lnTo>
                <a:lnTo>
                  <a:pt x="1950" y="573"/>
                </a:lnTo>
                <a:lnTo>
                  <a:pt x="1950" y="574"/>
                </a:lnTo>
                <a:lnTo>
                  <a:pt x="1950" y="576"/>
                </a:lnTo>
                <a:lnTo>
                  <a:pt x="1949" y="576"/>
                </a:lnTo>
                <a:lnTo>
                  <a:pt x="1948" y="575"/>
                </a:lnTo>
                <a:lnTo>
                  <a:pt x="1948" y="574"/>
                </a:lnTo>
                <a:lnTo>
                  <a:pt x="1947" y="574"/>
                </a:lnTo>
                <a:lnTo>
                  <a:pt x="1946" y="574"/>
                </a:lnTo>
                <a:lnTo>
                  <a:pt x="1945" y="574"/>
                </a:lnTo>
                <a:lnTo>
                  <a:pt x="1944" y="574"/>
                </a:lnTo>
                <a:lnTo>
                  <a:pt x="1943" y="573"/>
                </a:lnTo>
                <a:lnTo>
                  <a:pt x="1942" y="573"/>
                </a:lnTo>
                <a:lnTo>
                  <a:pt x="1941" y="573"/>
                </a:lnTo>
                <a:lnTo>
                  <a:pt x="1940" y="573"/>
                </a:lnTo>
                <a:lnTo>
                  <a:pt x="1939" y="574"/>
                </a:lnTo>
                <a:lnTo>
                  <a:pt x="1938" y="575"/>
                </a:lnTo>
                <a:lnTo>
                  <a:pt x="1938" y="577"/>
                </a:lnTo>
                <a:lnTo>
                  <a:pt x="1937" y="577"/>
                </a:lnTo>
                <a:lnTo>
                  <a:pt x="1937" y="578"/>
                </a:lnTo>
                <a:lnTo>
                  <a:pt x="1936" y="578"/>
                </a:lnTo>
                <a:lnTo>
                  <a:pt x="1935" y="578"/>
                </a:lnTo>
                <a:lnTo>
                  <a:pt x="1934" y="578"/>
                </a:lnTo>
                <a:lnTo>
                  <a:pt x="1934" y="579"/>
                </a:lnTo>
                <a:lnTo>
                  <a:pt x="1933" y="579"/>
                </a:lnTo>
                <a:lnTo>
                  <a:pt x="1933" y="578"/>
                </a:lnTo>
                <a:lnTo>
                  <a:pt x="1933" y="579"/>
                </a:lnTo>
                <a:lnTo>
                  <a:pt x="1932" y="579"/>
                </a:lnTo>
                <a:lnTo>
                  <a:pt x="1932" y="580"/>
                </a:lnTo>
                <a:lnTo>
                  <a:pt x="1932" y="581"/>
                </a:lnTo>
                <a:lnTo>
                  <a:pt x="1931" y="582"/>
                </a:lnTo>
                <a:lnTo>
                  <a:pt x="1931" y="584"/>
                </a:lnTo>
                <a:lnTo>
                  <a:pt x="1931" y="585"/>
                </a:lnTo>
                <a:lnTo>
                  <a:pt x="1931" y="586"/>
                </a:lnTo>
                <a:lnTo>
                  <a:pt x="1931" y="587"/>
                </a:lnTo>
                <a:lnTo>
                  <a:pt x="1930" y="587"/>
                </a:lnTo>
                <a:lnTo>
                  <a:pt x="1929" y="587"/>
                </a:lnTo>
                <a:lnTo>
                  <a:pt x="1928" y="587"/>
                </a:lnTo>
                <a:lnTo>
                  <a:pt x="1928" y="588"/>
                </a:lnTo>
                <a:lnTo>
                  <a:pt x="1927" y="588"/>
                </a:lnTo>
                <a:lnTo>
                  <a:pt x="1927" y="589"/>
                </a:lnTo>
                <a:lnTo>
                  <a:pt x="1928" y="589"/>
                </a:lnTo>
                <a:lnTo>
                  <a:pt x="1928" y="590"/>
                </a:lnTo>
                <a:lnTo>
                  <a:pt x="1929" y="590"/>
                </a:lnTo>
                <a:lnTo>
                  <a:pt x="1930" y="590"/>
                </a:lnTo>
                <a:lnTo>
                  <a:pt x="1930" y="591"/>
                </a:lnTo>
                <a:lnTo>
                  <a:pt x="1930" y="592"/>
                </a:lnTo>
                <a:lnTo>
                  <a:pt x="1930" y="593"/>
                </a:lnTo>
                <a:lnTo>
                  <a:pt x="1930" y="594"/>
                </a:lnTo>
                <a:lnTo>
                  <a:pt x="1931" y="594"/>
                </a:lnTo>
                <a:lnTo>
                  <a:pt x="1931" y="595"/>
                </a:lnTo>
                <a:lnTo>
                  <a:pt x="1932" y="595"/>
                </a:lnTo>
                <a:lnTo>
                  <a:pt x="1932" y="596"/>
                </a:lnTo>
                <a:lnTo>
                  <a:pt x="1932" y="597"/>
                </a:lnTo>
                <a:lnTo>
                  <a:pt x="1933" y="598"/>
                </a:lnTo>
                <a:lnTo>
                  <a:pt x="1933" y="599"/>
                </a:lnTo>
                <a:lnTo>
                  <a:pt x="1934" y="600"/>
                </a:lnTo>
                <a:lnTo>
                  <a:pt x="1934" y="601"/>
                </a:lnTo>
                <a:lnTo>
                  <a:pt x="1934" y="602"/>
                </a:lnTo>
                <a:lnTo>
                  <a:pt x="1933" y="602"/>
                </a:lnTo>
                <a:lnTo>
                  <a:pt x="1933" y="603"/>
                </a:lnTo>
                <a:lnTo>
                  <a:pt x="1934" y="604"/>
                </a:lnTo>
                <a:lnTo>
                  <a:pt x="1934" y="605"/>
                </a:lnTo>
                <a:lnTo>
                  <a:pt x="1934" y="606"/>
                </a:lnTo>
                <a:lnTo>
                  <a:pt x="1933" y="607"/>
                </a:lnTo>
                <a:lnTo>
                  <a:pt x="1933" y="608"/>
                </a:lnTo>
                <a:lnTo>
                  <a:pt x="1934" y="608"/>
                </a:lnTo>
                <a:lnTo>
                  <a:pt x="1935" y="608"/>
                </a:lnTo>
                <a:lnTo>
                  <a:pt x="1937" y="609"/>
                </a:lnTo>
                <a:lnTo>
                  <a:pt x="1938" y="611"/>
                </a:lnTo>
                <a:lnTo>
                  <a:pt x="1938" y="612"/>
                </a:lnTo>
                <a:lnTo>
                  <a:pt x="1938" y="613"/>
                </a:lnTo>
                <a:lnTo>
                  <a:pt x="1938" y="614"/>
                </a:lnTo>
                <a:lnTo>
                  <a:pt x="1939" y="615"/>
                </a:lnTo>
                <a:lnTo>
                  <a:pt x="1940" y="615"/>
                </a:lnTo>
                <a:lnTo>
                  <a:pt x="1940" y="617"/>
                </a:lnTo>
                <a:lnTo>
                  <a:pt x="1941" y="617"/>
                </a:lnTo>
                <a:lnTo>
                  <a:pt x="1941" y="618"/>
                </a:lnTo>
                <a:lnTo>
                  <a:pt x="1942" y="619"/>
                </a:lnTo>
                <a:lnTo>
                  <a:pt x="1943" y="619"/>
                </a:lnTo>
                <a:lnTo>
                  <a:pt x="1944" y="619"/>
                </a:lnTo>
                <a:lnTo>
                  <a:pt x="1945" y="619"/>
                </a:lnTo>
                <a:lnTo>
                  <a:pt x="1945" y="620"/>
                </a:lnTo>
                <a:lnTo>
                  <a:pt x="1944" y="620"/>
                </a:lnTo>
                <a:lnTo>
                  <a:pt x="1944" y="621"/>
                </a:lnTo>
                <a:lnTo>
                  <a:pt x="1944" y="622"/>
                </a:lnTo>
                <a:lnTo>
                  <a:pt x="1944" y="623"/>
                </a:lnTo>
                <a:lnTo>
                  <a:pt x="1946" y="625"/>
                </a:lnTo>
                <a:lnTo>
                  <a:pt x="1947" y="626"/>
                </a:lnTo>
                <a:lnTo>
                  <a:pt x="1946" y="626"/>
                </a:lnTo>
                <a:lnTo>
                  <a:pt x="1946" y="627"/>
                </a:lnTo>
                <a:lnTo>
                  <a:pt x="1947" y="627"/>
                </a:lnTo>
                <a:lnTo>
                  <a:pt x="1947" y="628"/>
                </a:lnTo>
                <a:lnTo>
                  <a:pt x="1948" y="629"/>
                </a:lnTo>
                <a:lnTo>
                  <a:pt x="1948" y="630"/>
                </a:lnTo>
                <a:lnTo>
                  <a:pt x="1949" y="630"/>
                </a:lnTo>
                <a:lnTo>
                  <a:pt x="1950" y="630"/>
                </a:lnTo>
                <a:lnTo>
                  <a:pt x="1951" y="630"/>
                </a:lnTo>
                <a:lnTo>
                  <a:pt x="1951" y="631"/>
                </a:lnTo>
                <a:lnTo>
                  <a:pt x="1953" y="630"/>
                </a:lnTo>
                <a:lnTo>
                  <a:pt x="1954" y="630"/>
                </a:lnTo>
                <a:lnTo>
                  <a:pt x="1955" y="630"/>
                </a:lnTo>
                <a:lnTo>
                  <a:pt x="1957" y="631"/>
                </a:lnTo>
                <a:lnTo>
                  <a:pt x="1957" y="632"/>
                </a:lnTo>
                <a:lnTo>
                  <a:pt x="1958" y="632"/>
                </a:lnTo>
                <a:lnTo>
                  <a:pt x="1958" y="633"/>
                </a:lnTo>
                <a:lnTo>
                  <a:pt x="1959" y="634"/>
                </a:lnTo>
                <a:lnTo>
                  <a:pt x="1958" y="635"/>
                </a:lnTo>
                <a:lnTo>
                  <a:pt x="1958" y="636"/>
                </a:lnTo>
                <a:lnTo>
                  <a:pt x="1959" y="636"/>
                </a:lnTo>
                <a:lnTo>
                  <a:pt x="1959" y="637"/>
                </a:lnTo>
                <a:lnTo>
                  <a:pt x="1960" y="637"/>
                </a:lnTo>
                <a:lnTo>
                  <a:pt x="1960" y="638"/>
                </a:lnTo>
                <a:lnTo>
                  <a:pt x="1960" y="639"/>
                </a:lnTo>
                <a:lnTo>
                  <a:pt x="1961" y="640"/>
                </a:lnTo>
                <a:lnTo>
                  <a:pt x="1962" y="641"/>
                </a:lnTo>
                <a:lnTo>
                  <a:pt x="1963" y="641"/>
                </a:lnTo>
                <a:lnTo>
                  <a:pt x="1964" y="642"/>
                </a:lnTo>
                <a:lnTo>
                  <a:pt x="1964" y="644"/>
                </a:lnTo>
                <a:lnTo>
                  <a:pt x="1966" y="644"/>
                </a:lnTo>
                <a:lnTo>
                  <a:pt x="1967" y="644"/>
                </a:lnTo>
                <a:lnTo>
                  <a:pt x="1968" y="644"/>
                </a:lnTo>
                <a:lnTo>
                  <a:pt x="1969" y="645"/>
                </a:lnTo>
                <a:lnTo>
                  <a:pt x="1970" y="646"/>
                </a:lnTo>
                <a:lnTo>
                  <a:pt x="1970" y="647"/>
                </a:lnTo>
                <a:lnTo>
                  <a:pt x="1969" y="647"/>
                </a:lnTo>
                <a:lnTo>
                  <a:pt x="1967" y="650"/>
                </a:lnTo>
                <a:lnTo>
                  <a:pt x="1966" y="651"/>
                </a:lnTo>
                <a:lnTo>
                  <a:pt x="1965" y="653"/>
                </a:lnTo>
                <a:lnTo>
                  <a:pt x="1964" y="653"/>
                </a:lnTo>
                <a:lnTo>
                  <a:pt x="1963" y="654"/>
                </a:lnTo>
                <a:lnTo>
                  <a:pt x="1962" y="654"/>
                </a:lnTo>
                <a:lnTo>
                  <a:pt x="1963" y="655"/>
                </a:lnTo>
                <a:lnTo>
                  <a:pt x="1963" y="656"/>
                </a:lnTo>
                <a:lnTo>
                  <a:pt x="1963" y="657"/>
                </a:lnTo>
                <a:lnTo>
                  <a:pt x="1963" y="658"/>
                </a:lnTo>
                <a:lnTo>
                  <a:pt x="1964" y="658"/>
                </a:lnTo>
                <a:lnTo>
                  <a:pt x="1965" y="658"/>
                </a:lnTo>
                <a:lnTo>
                  <a:pt x="1966" y="658"/>
                </a:lnTo>
                <a:lnTo>
                  <a:pt x="1967" y="658"/>
                </a:lnTo>
                <a:lnTo>
                  <a:pt x="1968" y="658"/>
                </a:lnTo>
                <a:lnTo>
                  <a:pt x="1968" y="659"/>
                </a:lnTo>
                <a:lnTo>
                  <a:pt x="1969" y="659"/>
                </a:lnTo>
                <a:lnTo>
                  <a:pt x="1970" y="660"/>
                </a:lnTo>
                <a:lnTo>
                  <a:pt x="1971" y="661"/>
                </a:lnTo>
                <a:lnTo>
                  <a:pt x="1973" y="662"/>
                </a:lnTo>
                <a:lnTo>
                  <a:pt x="1974" y="662"/>
                </a:lnTo>
                <a:lnTo>
                  <a:pt x="1974" y="663"/>
                </a:lnTo>
                <a:lnTo>
                  <a:pt x="1975" y="663"/>
                </a:lnTo>
                <a:lnTo>
                  <a:pt x="1975" y="664"/>
                </a:lnTo>
                <a:lnTo>
                  <a:pt x="1974" y="665"/>
                </a:lnTo>
                <a:lnTo>
                  <a:pt x="1974" y="666"/>
                </a:lnTo>
                <a:lnTo>
                  <a:pt x="1975" y="666"/>
                </a:lnTo>
                <a:lnTo>
                  <a:pt x="1975" y="667"/>
                </a:lnTo>
                <a:lnTo>
                  <a:pt x="1975" y="668"/>
                </a:lnTo>
                <a:lnTo>
                  <a:pt x="1977" y="670"/>
                </a:lnTo>
                <a:lnTo>
                  <a:pt x="1978" y="671"/>
                </a:lnTo>
                <a:lnTo>
                  <a:pt x="1978" y="672"/>
                </a:lnTo>
                <a:lnTo>
                  <a:pt x="1977" y="672"/>
                </a:lnTo>
                <a:lnTo>
                  <a:pt x="1977" y="673"/>
                </a:lnTo>
                <a:lnTo>
                  <a:pt x="1976" y="673"/>
                </a:lnTo>
                <a:lnTo>
                  <a:pt x="1975" y="674"/>
                </a:lnTo>
                <a:lnTo>
                  <a:pt x="1975" y="675"/>
                </a:lnTo>
                <a:lnTo>
                  <a:pt x="1975" y="676"/>
                </a:lnTo>
                <a:lnTo>
                  <a:pt x="1975" y="677"/>
                </a:lnTo>
                <a:lnTo>
                  <a:pt x="1976" y="677"/>
                </a:lnTo>
                <a:lnTo>
                  <a:pt x="1976" y="678"/>
                </a:lnTo>
                <a:lnTo>
                  <a:pt x="1975" y="679"/>
                </a:lnTo>
                <a:lnTo>
                  <a:pt x="1975" y="680"/>
                </a:lnTo>
                <a:lnTo>
                  <a:pt x="1974" y="680"/>
                </a:lnTo>
                <a:lnTo>
                  <a:pt x="1973" y="680"/>
                </a:lnTo>
                <a:lnTo>
                  <a:pt x="1973" y="681"/>
                </a:lnTo>
                <a:lnTo>
                  <a:pt x="1972" y="683"/>
                </a:lnTo>
                <a:lnTo>
                  <a:pt x="1972" y="684"/>
                </a:lnTo>
                <a:lnTo>
                  <a:pt x="1972" y="685"/>
                </a:lnTo>
                <a:lnTo>
                  <a:pt x="1971" y="686"/>
                </a:lnTo>
                <a:lnTo>
                  <a:pt x="1971" y="687"/>
                </a:lnTo>
                <a:lnTo>
                  <a:pt x="1972" y="687"/>
                </a:lnTo>
                <a:lnTo>
                  <a:pt x="1972" y="688"/>
                </a:lnTo>
                <a:lnTo>
                  <a:pt x="1972" y="689"/>
                </a:lnTo>
                <a:lnTo>
                  <a:pt x="1972" y="690"/>
                </a:lnTo>
                <a:lnTo>
                  <a:pt x="1972" y="691"/>
                </a:lnTo>
                <a:lnTo>
                  <a:pt x="1971" y="692"/>
                </a:lnTo>
                <a:lnTo>
                  <a:pt x="1972" y="693"/>
                </a:lnTo>
                <a:lnTo>
                  <a:pt x="1972" y="694"/>
                </a:lnTo>
                <a:lnTo>
                  <a:pt x="1973" y="694"/>
                </a:lnTo>
                <a:lnTo>
                  <a:pt x="1973" y="695"/>
                </a:lnTo>
                <a:lnTo>
                  <a:pt x="1973" y="696"/>
                </a:lnTo>
                <a:lnTo>
                  <a:pt x="1973" y="697"/>
                </a:lnTo>
                <a:lnTo>
                  <a:pt x="1974" y="697"/>
                </a:lnTo>
                <a:lnTo>
                  <a:pt x="1974" y="698"/>
                </a:lnTo>
                <a:lnTo>
                  <a:pt x="1974" y="699"/>
                </a:lnTo>
                <a:lnTo>
                  <a:pt x="1975" y="699"/>
                </a:lnTo>
                <a:lnTo>
                  <a:pt x="1975" y="700"/>
                </a:lnTo>
                <a:lnTo>
                  <a:pt x="1976" y="700"/>
                </a:lnTo>
                <a:lnTo>
                  <a:pt x="1977" y="701"/>
                </a:lnTo>
                <a:lnTo>
                  <a:pt x="1978" y="701"/>
                </a:lnTo>
                <a:lnTo>
                  <a:pt x="1979" y="701"/>
                </a:lnTo>
                <a:lnTo>
                  <a:pt x="1979" y="702"/>
                </a:lnTo>
                <a:lnTo>
                  <a:pt x="1980" y="702"/>
                </a:lnTo>
                <a:lnTo>
                  <a:pt x="1980" y="703"/>
                </a:lnTo>
                <a:lnTo>
                  <a:pt x="1981" y="703"/>
                </a:lnTo>
                <a:lnTo>
                  <a:pt x="1981" y="704"/>
                </a:lnTo>
                <a:lnTo>
                  <a:pt x="1982" y="704"/>
                </a:lnTo>
                <a:lnTo>
                  <a:pt x="1983" y="704"/>
                </a:lnTo>
                <a:lnTo>
                  <a:pt x="1984" y="704"/>
                </a:lnTo>
                <a:lnTo>
                  <a:pt x="1984" y="705"/>
                </a:lnTo>
                <a:lnTo>
                  <a:pt x="1985" y="705"/>
                </a:lnTo>
                <a:lnTo>
                  <a:pt x="1985" y="706"/>
                </a:lnTo>
                <a:lnTo>
                  <a:pt x="1985" y="707"/>
                </a:lnTo>
                <a:lnTo>
                  <a:pt x="1985" y="708"/>
                </a:lnTo>
                <a:lnTo>
                  <a:pt x="1985" y="711"/>
                </a:lnTo>
                <a:lnTo>
                  <a:pt x="1985" y="712"/>
                </a:lnTo>
                <a:lnTo>
                  <a:pt x="1985" y="714"/>
                </a:lnTo>
                <a:lnTo>
                  <a:pt x="1985" y="715"/>
                </a:lnTo>
                <a:lnTo>
                  <a:pt x="1985" y="716"/>
                </a:lnTo>
                <a:lnTo>
                  <a:pt x="1984" y="716"/>
                </a:lnTo>
                <a:lnTo>
                  <a:pt x="1984" y="717"/>
                </a:lnTo>
                <a:lnTo>
                  <a:pt x="1985" y="717"/>
                </a:lnTo>
                <a:lnTo>
                  <a:pt x="1985" y="718"/>
                </a:lnTo>
                <a:lnTo>
                  <a:pt x="1985" y="719"/>
                </a:lnTo>
                <a:lnTo>
                  <a:pt x="1986" y="719"/>
                </a:lnTo>
                <a:lnTo>
                  <a:pt x="1986" y="720"/>
                </a:lnTo>
                <a:lnTo>
                  <a:pt x="1987" y="720"/>
                </a:lnTo>
                <a:lnTo>
                  <a:pt x="1988" y="720"/>
                </a:lnTo>
                <a:lnTo>
                  <a:pt x="1988" y="721"/>
                </a:lnTo>
                <a:lnTo>
                  <a:pt x="1989" y="721"/>
                </a:lnTo>
                <a:lnTo>
                  <a:pt x="1990" y="721"/>
                </a:lnTo>
                <a:lnTo>
                  <a:pt x="1991" y="722"/>
                </a:lnTo>
                <a:lnTo>
                  <a:pt x="1992" y="722"/>
                </a:lnTo>
                <a:lnTo>
                  <a:pt x="1993" y="722"/>
                </a:lnTo>
                <a:lnTo>
                  <a:pt x="1993" y="723"/>
                </a:lnTo>
                <a:lnTo>
                  <a:pt x="1994" y="723"/>
                </a:lnTo>
                <a:lnTo>
                  <a:pt x="1994" y="724"/>
                </a:lnTo>
                <a:lnTo>
                  <a:pt x="1995" y="724"/>
                </a:lnTo>
                <a:lnTo>
                  <a:pt x="1996" y="724"/>
                </a:lnTo>
                <a:lnTo>
                  <a:pt x="1996" y="725"/>
                </a:lnTo>
                <a:lnTo>
                  <a:pt x="1997" y="725"/>
                </a:lnTo>
                <a:lnTo>
                  <a:pt x="1998" y="725"/>
                </a:lnTo>
                <a:lnTo>
                  <a:pt x="1998" y="726"/>
                </a:lnTo>
                <a:lnTo>
                  <a:pt x="1999" y="726"/>
                </a:lnTo>
                <a:lnTo>
                  <a:pt x="2000" y="726"/>
                </a:lnTo>
                <a:lnTo>
                  <a:pt x="2000" y="727"/>
                </a:lnTo>
                <a:lnTo>
                  <a:pt x="2001" y="727"/>
                </a:lnTo>
                <a:lnTo>
                  <a:pt x="2001" y="728"/>
                </a:lnTo>
                <a:lnTo>
                  <a:pt x="2002" y="728"/>
                </a:lnTo>
                <a:lnTo>
                  <a:pt x="2003" y="728"/>
                </a:lnTo>
                <a:lnTo>
                  <a:pt x="2004" y="728"/>
                </a:lnTo>
                <a:lnTo>
                  <a:pt x="2005" y="728"/>
                </a:lnTo>
                <a:lnTo>
                  <a:pt x="2006" y="728"/>
                </a:lnTo>
                <a:lnTo>
                  <a:pt x="2006" y="729"/>
                </a:lnTo>
                <a:lnTo>
                  <a:pt x="2007" y="729"/>
                </a:lnTo>
                <a:lnTo>
                  <a:pt x="2007" y="730"/>
                </a:lnTo>
                <a:lnTo>
                  <a:pt x="2008" y="730"/>
                </a:lnTo>
                <a:lnTo>
                  <a:pt x="2008" y="731"/>
                </a:lnTo>
                <a:lnTo>
                  <a:pt x="2009" y="731"/>
                </a:lnTo>
                <a:lnTo>
                  <a:pt x="2009" y="732"/>
                </a:lnTo>
                <a:lnTo>
                  <a:pt x="2010" y="733"/>
                </a:lnTo>
                <a:lnTo>
                  <a:pt x="2010" y="734"/>
                </a:lnTo>
                <a:lnTo>
                  <a:pt x="2011" y="735"/>
                </a:lnTo>
                <a:lnTo>
                  <a:pt x="2011" y="736"/>
                </a:lnTo>
                <a:lnTo>
                  <a:pt x="2012" y="737"/>
                </a:lnTo>
                <a:lnTo>
                  <a:pt x="2012" y="739"/>
                </a:lnTo>
                <a:lnTo>
                  <a:pt x="2013" y="740"/>
                </a:lnTo>
                <a:lnTo>
                  <a:pt x="2013" y="741"/>
                </a:lnTo>
                <a:lnTo>
                  <a:pt x="2014" y="742"/>
                </a:lnTo>
                <a:lnTo>
                  <a:pt x="2014" y="743"/>
                </a:lnTo>
                <a:lnTo>
                  <a:pt x="2015" y="744"/>
                </a:lnTo>
                <a:lnTo>
                  <a:pt x="2015" y="745"/>
                </a:lnTo>
                <a:lnTo>
                  <a:pt x="2016" y="746"/>
                </a:lnTo>
                <a:lnTo>
                  <a:pt x="2016" y="747"/>
                </a:lnTo>
                <a:lnTo>
                  <a:pt x="2016" y="748"/>
                </a:lnTo>
                <a:lnTo>
                  <a:pt x="2017" y="749"/>
                </a:lnTo>
                <a:lnTo>
                  <a:pt x="2017" y="750"/>
                </a:lnTo>
                <a:lnTo>
                  <a:pt x="2017" y="751"/>
                </a:lnTo>
                <a:lnTo>
                  <a:pt x="2018" y="751"/>
                </a:lnTo>
                <a:lnTo>
                  <a:pt x="2018" y="752"/>
                </a:lnTo>
                <a:lnTo>
                  <a:pt x="2018" y="753"/>
                </a:lnTo>
                <a:lnTo>
                  <a:pt x="2019" y="753"/>
                </a:lnTo>
                <a:lnTo>
                  <a:pt x="2019" y="754"/>
                </a:lnTo>
                <a:lnTo>
                  <a:pt x="2019" y="755"/>
                </a:lnTo>
                <a:lnTo>
                  <a:pt x="2019" y="756"/>
                </a:lnTo>
                <a:lnTo>
                  <a:pt x="2019" y="757"/>
                </a:lnTo>
                <a:lnTo>
                  <a:pt x="2020" y="759"/>
                </a:lnTo>
                <a:lnTo>
                  <a:pt x="2020" y="760"/>
                </a:lnTo>
                <a:lnTo>
                  <a:pt x="2021" y="760"/>
                </a:lnTo>
                <a:lnTo>
                  <a:pt x="2021" y="761"/>
                </a:lnTo>
                <a:lnTo>
                  <a:pt x="2022" y="761"/>
                </a:lnTo>
                <a:lnTo>
                  <a:pt x="2022" y="762"/>
                </a:lnTo>
                <a:lnTo>
                  <a:pt x="2023" y="762"/>
                </a:lnTo>
                <a:lnTo>
                  <a:pt x="2024" y="762"/>
                </a:lnTo>
                <a:lnTo>
                  <a:pt x="2024" y="763"/>
                </a:lnTo>
                <a:lnTo>
                  <a:pt x="2024" y="764"/>
                </a:lnTo>
                <a:lnTo>
                  <a:pt x="2024" y="765"/>
                </a:lnTo>
                <a:lnTo>
                  <a:pt x="2025" y="765"/>
                </a:lnTo>
                <a:lnTo>
                  <a:pt x="2026" y="766"/>
                </a:lnTo>
                <a:lnTo>
                  <a:pt x="2026" y="767"/>
                </a:lnTo>
                <a:lnTo>
                  <a:pt x="2027" y="767"/>
                </a:lnTo>
                <a:lnTo>
                  <a:pt x="2027" y="768"/>
                </a:lnTo>
                <a:lnTo>
                  <a:pt x="2028" y="768"/>
                </a:lnTo>
                <a:lnTo>
                  <a:pt x="2029" y="768"/>
                </a:lnTo>
                <a:lnTo>
                  <a:pt x="2029" y="769"/>
                </a:lnTo>
                <a:lnTo>
                  <a:pt x="2031" y="769"/>
                </a:lnTo>
                <a:lnTo>
                  <a:pt x="2032" y="769"/>
                </a:lnTo>
                <a:lnTo>
                  <a:pt x="2034" y="769"/>
                </a:lnTo>
                <a:lnTo>
                  <a:pt x="2037" y="769"/>
                </a:lnTo>
                <a:lnTo>
                  <a:pt x="2038" y="769"/>
                </a:lnTo>
                <a:lnTo>
                  <a:pt x="2040" y="769"/>
                </a:lnTo>
                <a:lnTo>
                  <a:pt x="2041" y="769"/>
                </a:lnTo>
                <a:lnTo>
                  <a:pt x="2042" y="769"/>
                </a:lnTo>
                <a:lnTo>
                  <a:pt x="2043" y="770"/>
                </a:lnTo>
                <a:lnTo>
                  <a:pt x="2044" y="770"/>
                </a:lnTo>
                <a:lnTo>
                  <a:pt x="2044" y="769"/>
                </a:lnTo>
                <a:lnTo>
                  <a:pt x="2045" y="770"/>
                </a:lnTo>
                <a:lnTo>
                  <a:pt x="2045" y="771"/>
                </a:lnTo>
                <a:lnTo>
                  <a:pt x="2046" y="771"/>
                </a:lnTo>
                <a:lnTo>
                  <a:pt x="2046" y="772"/>
                </a:lnTo>
                <a:lnTo>
                  <a:pt x="2046" y="773"/>
                </a:lnTo>
                <a:lnTo>
                  <a:pt x="2047" y="773"/>
                </a:lnTo>
                <a:lnTo>
                  <a:pt x="2047" y="774"/>
                </a:lnTo>
                <a:lnTo>
                  <a:pt x="2048" y="774"/>
                </a:lnTo>
                <a:lnTo>
                  <a:pt x="2049" y="775"/>
                </a:lnTo>
                <a:lnTo>
                  <a:pt x="2050" y="776"/>
                </a:lnTo>
                <a:lnTo>
                  <a:pt x="2051" y="776"/>
                </a:lnTo>
                <a:lnTo>
                  <a:pt x="2052" y="776"/>
                </a:lnTo>
                <a:lnTo>
                  <a:pt x="2053" y="777"/>
                </a:lnTo>
                <a:lnTo>
                  <a:pt x="2054" y="777"/>
                </a:lnTo>
                <a:lnTo>
                  <a:pt x="2055" y="778"/>
                </a:lnTo>
                <a:lnTo>
                  <a:pt x="2055" y="779"/>
                </a:lnTo>
                <a:lnTo>
                  <a:pt x="2056" y="779"/>
                </a:lnTo>
                <a:lnTo>
                  <a:pt x="2056" y="780"/>
                </a:lnTo>
                <a:lnTo>
                  <a:pt x="2057" y="781"/>
                </a:lnTo>
                <a:lnTo>
                  <a:pt x="2058" y="782"/>
                </a:lnTo>
                <a:lnTo>
                  <a:pt x="2059" y="783"/>
                </a:lnTo>
                <a:lnTo>
                  <a:pt x="2060" y="784"/>
                </a:lnTo>
                <a:lnTo>
                  <a:pt x="2061" y="785"/>
                </a:lnTo>
                <a:lnTo>
                  <a:pt x="2062" y="786"/>
                </a:lnTo>
                <a:lnTo>
                  <a:pt x="2063" y="787"/>
                </a:lnTo>
                <a:lnTo>
                  <a:pt x="2063" y="788"/>
                </a:lnTo>
                <a:lnTo>
                  <a:pt x="2064" y="790"/>
                </a:lnTo>
                <a:lnTo>
                  <a:pt x="2065" y="790"/>
                </a:lnTo>
                <a:lnTo>
                  <a:pt x="2065" y="791"/>
                </a:lnTo>
                <a:lnTo>
                  <a:pt x="2066" y="791"/>
                </a:lnTo>
                <a:lnTo>
                  <a:pt x="2067" y="792"/>
                </a:lnTo>
                <a:lnTo>
                  <a:pt x="2069" y="794"/>
                </a:lnTo>
                <a:lnTo>
                  <a:pt x="2069" y="795"/>
                </a:lnTo>
                <a:lnTo>
                  <a:pt x="2070" y="796"/>
                </a:lnTo>
                <a:lnTo>
                  <a:pt x="2073" y="798"/>
                </a:lnTo>
                <a:lnTo>
                  <a:pt x="2074" y="799"/>
                </a:lnTo>
                <a:lnTo>
                  <a:pt x="2076" y="800"/>
                </a:lnTo>
                <a:lnTo>
                  <a:pt x="2076" y="801"/>
                </a:lnTo>
                <a:lnTo>
                  <a:pt x="2077" y="802"/>
                </a:lnTo>
                <a:lnTo>
                  <a:pt x="2078" y="801"/>
                </a:lnTo>
                <a:lnTo>
                  <a:pt x="2079" y="801"/>
                </a:lnTo>
                <a:lnTo>
                  <a:pt x="2081" y="802"/>
                </a:lnTo>
                <a:lnTo>
                  <a:pt x="2082" y="802"/>
                </a:lnTo>
                <a:lnTo>
                  <a:pt x="2083" y="801"/>
                </a:lnTo>
                <a:lnTo>
                  <a:pt x="2084" y="801"/>
                </a:lnTo>
                <a:lnTo>
                  <a:pt x="2086" y="803"/>
                </a:lnTo>
                <a:lnTo>
                  <a:pt x="2087" y="803"/>
                </a:lnTo>
                <a:lnTo>
                  <a:pt x="2087" y="804"/>
                </a:lnTo>
                <a:lnTo>
                  <a:pt x="2088" y="804"/>
                </a:lnTo>
                <a:lnTo>
                  <a:pt x="2088" y="805"/>
                </a:lnTo>
                <a:lnTo>
                  <a:pt x="2090" y="806"/>
                </a:lnTo>
                <a:lnTo>
                  <a:pt x="2090" y="807"/>
                </a:lnTo>
                <a:lnTo>
                  <a:pt x="2091" y="807"/>
                </a:lnTo>
                <a:lnTo>
                  <a:pt x="2091" y="808"/>
                </a:lnTo>
                <a:lnTo>
                  <a:pt x="2092" y="808"/>
                </a:lnTo>
                <a:lnTo>
                  <a:pt x="2093" y="809"/>
                </a:lnTo>
                <a:lnTo>
                  <a:pt x="2094" y="809"/>
                </a:lnTo>
                <a:lnTo>
                  <a:pt x="2094" y="808"/>
                </a:lnTo>
                <a:lnTo>
                  <a:pt x="2096" y="808"/>
                </a:lnTo>
                <a:lnTo>
                  <a:pt x="2097" y="809"/>
                </a:lnTo>
                <a:lnTo>
                  <a:pt x="2098" y="809"/>
                </a:lnTo>
                <a:lnTo>
                  <a:pt x="2099" y="809"/>
                </a:lnTo>
                <a:lnTo>
                  <a:pt x="2099" y="810"/>
                </a:lnTo>
                <a:lnTo>
                  <a:pt x="2100" y="810"/>
                </a:lnTo>
                <a:lnTo>
                  <a:pt x="2101" y="810"/>
                </a:lnTo>
                <a:lnTo>
                  <a:pt x="2102" y="809"/>
                </a:lnTo>
                <a:lnTo>
                  <a:pt x="2103" y="809"/>
                </a:lnTo>
                <a:lnTo>
                  <a:pt x="2104" y="809"/>
                </a:lnTo>
                <a:lnTo>
                  <a:pt x="2105" y="809"/>
                </a:lnTo>
                <a:lnTo>
                  <a:pt x="2106" y="809"/>
                </a:lnTo>
                <a:lnTo>
                  <a:pt x="2106" y="811"/>
                </a:lnTo>
                <a:lnTo>
                  <a:pt x="2106" y="812"/>
                </a:lnTo>
                <a:lnTo>
                  <a:pt x="2107" y="813"/>
                </a:lnTo>
                <a:lnTo>
                  <a:pt x="2107" y="814"/>
                </a:lnTo>
                <a:lnTo>
                  <a:pt x="2108" y="815"/>
                </a:lnTo>
                <a:lnTo>
                  <a:pt x="2108" y="816"/>
                </a:lnTo>
                <a:lnTo>
                  <a:pt x="2108" y="817"/>
                </a:lnTo>
                <a:lnTo>
                  <a:pt x="2109" y="816"/>
                </a:lnTo>
                <a:lnTo>
                  <a:pt x="2110" y="815"/>
                </a:lnTo>
                <a:lnTo>
                  <a:pt x="2110" y="814"/>
                </a:lnTo>
                <a:lnTo>
                  <a:pt x="2110" y="813"/>
                </a:lnTo>
                <a:lnTo>
                  <a:pt x="2111" y="813"/>
                </a:lnTo>
                <a:lnTo>
                  <a:pt x="2111" y="812"/>
                </a:lnTo>
                <a:lnTo>
                  <a:pt x="2110" y="812"/>
                </a:lnTo>
                <a:lnTo>
                  <a:pt x="2111" y="812"/>
                </a:lnTo>
                <a:lnTo>
                  <a:pt x="2111" y="811"/>
                </a:lnTo>
                <a:lnTo>
                  <a:pt x="2112" y="811"/>
                </a:lnTo>
                <a:lnTo>
                  <a:pt x="2113" y="811"/>
                </a:lnTo>
                <a:lnTo>
                  <a:pt x="2113" y="810"/>
                </a:lnTo>
                <a:lnTo>
                  <a:pt x="2114" y="810"/>
                </a:lnTo>
                <a:lnTo>
                  <a:pt x="2115" y="810"/>
                </a:lnTo>
                <a:lnTo>
                  <a:pt x="2115" y="811"/>
                </a:lnTo>
                <a:lnTo>
                  <a:pt x="2116" y="811"/>
                </a:lnTo>
                <a:lnTo>
                  <a:pt x="2116" y="812"/>
                </a:lnTo>
                <a:lnTo>
                  <a:pt x="2117" y="812"/>
                </a:lnTo>
                <a:lnTo>
                  <a:pt x="2118" y="812"/>
                </a:lnTo>
                <a:lnTo>
                  <a:pt x="2118" y="811"/>
                </a:lnTo>
                <a:lnTo>
                  <a:pt x="2119" y="811"/>
                </a:lnTo>
                <a:lnTo>
                  <a:pt x="2120" y="811"/>
                </a:lnTo>
                <a:lnTo>
                  <a:pt x="2121" y="811"/>
                </a:lnTo>
                <a:lnTo>
                  <a:pt x="2121" y="812"/>
                </a:lnTo>
                <a:lnTo>
                  <a:pt x="2122" y="812"/>
                </a:lnTo>
                <a:lnTo>
                  <a:pt x="2123" y="812"/>
                </a:lnTo>
                <a:lnTo>
                  <a:pt x="2124" y="812"/>
                </a:lnTo>
                <a:lnTo>
                  <a:pt x="2125" y="812"/>
                </a:lnTo>
                <a:lnTo>
                  <a:pt x="2125" y="813"/>
                </a:lnTo>
                <a:lnTo>
                  <a:pt x="2126" y="813"/>
                </a:lnTo>
                <a:lnTo>
                  <a:pt x="2126" y="812"/>
                </a:lnTo>
                <a:lnTo>
                  <a:pt x="2127" y="812"/>
                </a:lnTo>
                <a:lnTo>
                  <a:pt x="2128" y="812"/>
                </a:lnTo>
                <a:lnTo>
                  <a:pt x="2128" y="813"/>
                </a:lnTo>
                <a:lnTo>
                  <a:pt x="2129" y="814"/>
                </a:lnTo>
                <a:lnTo>
                  <a:pt x="2130" y="814"/>
                </a:lnTo>
                <a:lnTo>
                  <a:pt x="2131" y="815"/>
                </a:lnTo>
                <a:lnTo>
                  <a:pt x="2131" y="816"/>
                </a:lnTo>
                <a:lnTo>
                  <a:pt x="2131" y="817"/>
                </a:lnTo>
                <a:lnTo>
                  <a:pt x="2132" y="817"/>
                </a:lnTo>
                <a:lnTo>
                  <a:pt x="2133" y="817"/>
                </a:lnTo>
                <a:lnTo>
                  <a:pt x="2133" y="816"/>
                </a:lnTo>
                <a:lnTo>
                  <a:pt x="2134" y="816"/>
                </a:lnTo>
                <a:lnTo>
                  <a:pt x="2135" y="816"/>
                </a:lnTo>
                <a:lnTo>
                  <a:pt x="2135" y="815"/>
                </a:lnTo>
                <a:lnTo>
                  <a:pt x="2136" y="815"/>
                </a:lnTo>
                <a:lnTo>
                  <a:pt x="2136" y="816"/>
                </a:lnTo>
                <a:lnTo>
                  <a:pt x="2136" y="815"/>
                </a:lnTo>
                <a:lnTo>
                  <a:pt x="2137" y="815"/>
                </a:lnTo>
                <a:lnTo>
                  <a:pt x="2138" y="815"/>
                </a:lnTo>
                <a:lnTo>
                  <a:pt x="2138" y="816"/>
                </a:lnTo>
                <a:lnTo>
                  <a:pt x="2139" y="817"/>
                </a:lnTo>
                <a:lnTo>
                  <a:pt x="2140" y="818"/>
                </a:lnTo>
                <a:lnTo>
                  <a:pt x="2141" y="819"/>
                </a:lnTo>
                <a:lnTo>
                  <a:pt x="2141" y="820"/>
                </a:lnTo>
                <a:lnTo>
                  <a:pt x="2142" y="820"/>
                </a:lnTo>
                <a:lnTo>
                  <a:pt x="2143" y="821"/>
                </a:lnTo>
                <a:lnTo>
                  <a:pt x="2144" y="822"/>
                </a:lnTo>
                <a:lnTo>
                  <a:pt x="2145" y="822"/>
                </a:lnTo>
                <a:lnTo>
                  <a:pt x="2145" y="823"/>
                </a:lnTo>
                <a:lnTo>
                  <a:pt x="2146" y="823"/>
                </a:lnTo>
                <a:lnTo>
                  <a:pt x="2146" y="824"/>
                </a:lnTo>
                <a:lnTo>
                  <a:pt x="2147" y="824"/>
                </a:lnTo>
                <a:lnTo>
                  <a:pt x="2147" y="825"/>
                </a:lnTo>
                <a:lnTo>
                  <a:pt x="2148" y="825"/>
                </a:lnTo>
                <a:lnTo>
                  <a:pt x="2149" y="825"/>
                </a:lnTo>
                <a:lnTo>
                  <a:pt x="2149" y="824"/>
                </a:lnTo>
                <a:lnTo>
                  <a:pt x="2149" y="823"/>
                </a:lnTo>
                <a:lnTo>
                  <a:pt x="2150" y="822"/>
                </a:lnTo>
                <a:lnTo>
                  <a:pt x="2150" y="821"/>
                </a:lnTo>
                <a:lnTo>
                  <a:pt x="2151" y="821"/>
                </a:lnTo>
                <a:lnTo>
                  <a:pt x="2152" y="821"/>
                </a:lnTo>
                <a:lnTo>
                  <a:pt x="2152" y="820"/>
                </a:lnTo>
                <a:lnTo>
                  <a:pt x="2152" y="819"/>
                </a:lnTo>
                <a:lnTo>
                  <a:pt x="2152" y="818"/>
                </a:lnTo>
                <a:lnTo>
                  <a:pt x="2153" y="818"/>
                </a:lnTo>
                <a:lnTo>
                  <a:pt x="2154" y="818"/>
                </a:lnTo>
                <a:lnTo>
                  <a:pt x="2154" y="817"/>
                </a:lnTo>
                <a:lnTo>
                  <a:pt x="2155" y="817"/>
                </a:lnTo>
                <a:lnTo>
                  <a:pt x="2155" y="818"/>
                </a:lnTo>
                <a:lnTo>
                  <a:pt x="2155" y="819"/>
                </a:lnTo>
                <a:lnTo>
                  <a:pt x="2156" y="819"/>
                </a:lnTo>
                <a:lnTo>
                  <a:pt x="2157" y="819"/>
                </a:lnTo>
                <a:lnTo>
                  <a:pt x="2158" y="818"/>
                </a:lnTo>
                <a:lnTo>
                  <a:pt x="2159" y="817"/>
                </a:lnTo>
                <a:lnTo>
                  <a:pt x="2159" y="816"/>
                </a:lnTo>
                <a:lnTo>
                  <a:pt x="2158" y="816"/>
                </a:lnTo>
                <a:lnTo>
                  <a:pt x="2159" y="816"/>
                </a:lnTo>
                <a:lnTo>
                  <a:pt x="2159" y="815"/>
                </a:lnTo>
                <a:lnTo>
                  <a:pt x="2159" y="816"/>
                </a:lnTo>
                <a:lnTo>
                  <a:pt x="2160" y="815"/>
                </a:lnTo>
                <a:lnTo>
                  <a:pt x="2161" y="815"/>
                </a:lnTo>
                <a:lnTo>
                  <a:pt x="2161" y="816"/>
                </a:lnTo>
                <a:lnTo>
                  <a:pt x="2162" y="816"/>
                </a:lnTo>
                <a:lnTo>
                  <a:pt x="2162" y="815"/>
                </a:lnTo>
                <a:lnTo>
                  <a:pt x="2163" y="815"/>
                </a:lnTo>
                <a:lnTo>
                  <a:pt x="2164" y="815"/>
                </a:lnTo>
                <a:lnTo>
                  <a:pt x="2164" y="814"/>
                </a:lnTo>
                <a:lnTo>
                  <a:pt x="2163" y="814"/>
                </a:lnTo>
                <a:lnTo>
                  <a:pt x="2163" y="813"/>
                </a:lnTo>
                <a:lnTo>
                  <a:pt x="2164" y="813"/>
                </a:lnTo>
                <a:lnTo>
                  <a:pt x="2165" y="813"/>
                </a:lnTo>
                <a:lnTo>
                  <a:pt x="2167" y="813"/>
                </a:lnTo>
                <a:lnTo>
                  <a:pt x="2168" y="813"/>
                </a:lnTo>
                <a:lnTo>
                  <a:pt x="2169" y="813"/>
                </a:lnTo>
                <a:lnTo>
                  <a:pt x="2169" y="814"/>
                </a:lnTo>
                <a:lnTo>
                  <a:pt x="2170" y="814"/>
                </a:lnTo>
                <a:lnTo>
                  <a:pt x="2171" y="814"/>
                </a:lnTo>
                <a:lnTo>
                  <a:pt x="2171" y="815"/>
                </a:lnTo>
                <a:lnTo>
                  <a:pt x="2171" y="816"/>
                </a:lnTo>
                <a:lnTo>
                  <a:pt x="2172" y="816"/>
                </a:lnTo>
                <a:lnTo>
                  <a:pt x="2172" y="817"/>
                </a:lnTo>
                <a:lnTo>
                  <a:pt x="2173" y="816"/>
                </a:lnTo>
                <a:lnTo>
                  <a:pt x="2173" y="817"/>
                </a:lnTo>
                <a:lnTo>
                  <a:pt x="2174" y="817"/>
                </a:lnTo>
                <a:lnTo>
                  <a:pt x="2175" y="818"/>
                </a:lnTo>
                <a:lnTo>
                  <a:pt x="2175" y="819"/>
                </a:lnTo>
                <a:lnTo>
                  <a:pt x="2175" y="820"/>
                </a:lnTo>
                <a:lnTo>
                  <a:pt x="2176" y="820"/>
                </a:lnTo>
                <a:lnTo>
                  <a:pt x="2176" y="821"/>
                </a:lnTo>
                <a:lnTo>
                  <a:pt x="2177" y="821"/>
                </a:lnTo>
                <a:lnTo>
                  <a:pt x="2178" y="822"/>
                </a:lnTo>
                <a:lnTo>
                  <a:pt x="2180" y="822"/>
                </a:lnTo>
                <a:lnTo>
                  <a:pt x="2181" y="822"/>
                </a:lnTo>
                <a:lnTo>
                  <a:pt x="2181" y="823"/>
                </a:lnTo>
                <a:lnTo>
                  <a:pt x="2182" y="823"/>
                </a:lnTo>
                <a:lnTo>
                  <a:pt x="2183" y="823"/>
                </a:lnTo>
                <a:lnTo>
                  <a:pt x="2183" y="824"/>
                </a:lnTo>
                <a:lnTo>
                  <a:pt x="2184" y="824"/>
                </a:lnTo>
                <a:lnTo>
                  <a:pt x="2185" y="824"/>
                </a:lnTo>
                <a:lnTo>
                  <a:pt x="2186" y="824"/>
                </a:lnTo>
                <a:lnTo>
                  <a:pt x="2187" y="825"/>
                </a:lnTo>
                <a:lnTo>
                  <a:pt x="2188" y="825"/>
                </a:lnTo>
                <a:lnTo>
                  <a:pt x="2189" y="826"/>
                </a:lnTo>
                <a:lnTo>
                  <a:pt x="2190" y="828"/>
                </a:lnTo>
                <a:lnTo>
                  <a:pt x="2191" y="828"/>
                </a:lnTo>
                <a:lnTo>
                  <a:pt x="2191" y="829"/>
                </a:lnTo>
                <a:lnTo>
                  <a:pt x="2192" y="829"/>
                </a:lnTo>
                <a:lnTo>
                  <a:pt x="2193" y="829"/>
                </a:lnTo>
                <a:lnTo>
                  <a:pt x="2194" y="829"/>
                </a:lnTo>
                <a:lnTo>
                  <a:pt x="2195" y="830"/>
                </a:lnTo>
                <a:lnTo>
                  <a:pt x="2196" y="830"/>
                </a:lnTo>
                <a:lnTo>
                  <a:pt x="2196" y="831"/>
                </a:lnTo>
                <a:lnTo>
                  <a:pt x="2196" y="832"/>
                </a:lnTo>
                <a:lnTo>
                  <a:pt x="2196" y="833"/>
                </a:lnTo>
                <a:lnTo>
                  <a:pt x="2197" y="833"/>
                </a:lnTo>
                <a:lnTo>
                  <a:pt x="2198" y="833"/>
                </a:lnTo>
                <a:lnTo>
                  <a:pt x="2199" y="833"/>
                </a:lnTo>
                <a:lnTo>
                  <a:pt x="2199" y="832"/>
                </a:lnTo>
                <a:lnTo>
                  <a:pt x="2201" y="832"/>
                </a:lnTo>
                <a:lnTo>
                  <a:pt x="2201" y="831"/>
                </a:lnTo>
                <a:lnTo>
                  <a:pt x="2202" y="830"/>
                </a:lnTo>
                <a:lnTo>
                  <a:pt x="2202" y="829"/>
                </a:lnTo>
                <a:lnTo>
                  <a:pt x="2203" y="829"/>
                </a:lnTo>
                <a:lnTo>
                  <a:pt x="2203" y="828"/>
                </a:lnTo>
                <a:lnTo>
                  <a:pt x="2204" y="828"/>
                </a:lnTo>
                <a:lnTo>
                  <a:pt x="2205" y="828"/>
                </a:lnTo>
                <a:lnTo>
                  <a:pt x="2205" y="827"/>
                </a:lnTo>
                <a:lnTo>
                  <a:pt x="2206" y="827"/>
                </a:lnTo>
                <a:lnTo>
                  <a:pt x="2206" y="826"/>
                </a:lnTo>
                <a:lnTo>
                  <a:pt x="2207" y="826"/>
                </a:lnTo>
                <a:lnTo>
                  <a:pt x="2208" y="826"/>
                </a:lnTo>
                <a:lnTo>
                  <a:pt x="2209" y="826"/>
                </a:lnTo>
                <a:lnTo>
                  <a:pt x="2209" y="827"/>
                </a:lnTo>
                <a:lnTo>
                  <a:pt x="2210" y="827"/>
                </a:lnTo>
                <a:lnTo>
                  <a:pt x="2210" y="828"/>
                </a:lnTo>
                <a:lnTo>
                  <a:pt x="2211" y="828"/>
                </a:lnTo>
                <a:lnTo>
                  <a:pt x="2212" y="828"/>
                </a:lnTo>
                <a:lnTo>
                  <a:pt x="2213" y="828"/>
                </a:lnTo>
                <a:lnTo>
                  <a:pt x="2213" y="829"/>
                </a:lnTo>
                <a:lnTo>
                  <a:pt x="2214" y="829"/>
                </a:lnTo>
                <a:lnTo>
                  <a:pt x="2214" y="828"/>
                </a:lnTo>
                <a:lnTo>
                  <a:pt x="2215" y="828"/>
                </a:lnTo>
                <a:lnTo>
                  <a:pt x="2215" y="829"/>
                </a:lnTo>
                <a:lnTo>
                  <a:pt x="2216" y="830"/>
                </a:lnTo>
                <a:lnTo>
                  <a:pt x="2216" y="831"/>
                </a:lnTo>
                <a:lnTo>
                  <a:pt x="2216" y="832"/>
                </a:lnTo>
                <a:lnTo>
                  <a:pt x="2217" y="832"/>
                </a:lnTo>
                <a:lnTo>
                  <a:pt x="2218" y="832"/>
                </a:lnTo>
                <a:lnTo>
                  <a:pt x="2218" y="833"/>
                </a:lnTo>
                <a:lnTo>
                  <a:pt x="2218" y="834"/>
                </a:lnTo>
                <a:lnTo>
                  <a:pt x="2218" y="835"/>
                </a:lnTo>
                <a:lnTo>
                  <a:pt x="2217" y="835"/>
                </a:lnTo>
                <a:lnTo>
                  <a:pt x="2217" y="837"/>
                </a:lnTo>
                <a:lnTo>
                  <a:pt x="2218" y="837"/>
                </a:lnTo>
                <a:lnTo>
                  <a:pt x="2218" y="838"/>
                </a:lnTo>
                <a:lnTo>
                  <a:pt x="2218" y="839"/>
                </a:lnTo>
                <a:lnTo>
                  <a:pt x="2218" y="840"/>
                </a:lnTo>
                <a:lnTo>
                  <a:pt x="2219" y="840"/>
                </a:lnTo>
                <a:lnTo>
                  <a:pt x="2220" y="840"/>
                </a:lnTo>
                <a:lnTo>
                  <a:pt x="2221" y="841"/>
                </a:lnTo>
                <a:lnTo>
                  <a:pt x="2221" y="842"/>
                </a:lnTo>
                <a:lnTo>
                  <a:pt x="2222" y="843"/>
                </a:lnTo>
                <a:lnTo>
                  <a:pt x="2223" y="843"/>
                </a:lnTo>
                <a:lnTo>
                  <a:pt x="2226" y="844"/>
                </a:lnTo>
                <a:lnTo>
                  <a:pt x="2226" y="845"/>
                </a:lnTo>
                <a:lnTo>
                  <a:pt x="2227" y="845"/>
                </a:lnTo>
                <a:lnTo>
                  <a:pt x="2228" y="846"/>
                </a:lnTo>
                <a:lnTo>
                  <a:pt x="2229" y="847"/>
                </a:lnTo>
                <a:lnTo>
                  <a:pt x="2230" y="847"/>
                </a:lnTo>
                <a:lnTo>
                  <a:pt x="2230" y="848"/>
                </a:lnTo>
                <a:lnTo>
                  <a:pt x="2231" y="849"/>
                </a:lnTo>
                <a:lnTo>
                  <a:pt x="2232" y="849"/>
                </a:lnTo>
                <a:lnTo>
                  <a:pt x="2233" y="849"/>
                </a:lnTo>
                <a:lnTo>
                  <a:pt x="2233" y="850"/>
                </a:lnTo>
                <a:lnTo>
                  <a:pt x="2234" y="850"/>
                </a:lnTo>
                <a:lnTo>
                  <a:pt x="2234" y="851"/>
                </a:lnTo>
                <a:lnTo>
                  <a:pt x="2234" y="852"/>
                </a:lnTo>
                <a:lnTo>
                  <a:pt x="2235" y="853"/>
                </a:lnTo>
                <a:lnTo>
                  <a:pt x="2236" y="854"/>
                </a:lnTo>
                <a:lnTo>
                  <a:pt x="2237" y="855"/>
                </a:lnTo>
                <a:lnTo>
                  <a:pt x="2240" y="856"/>
                </a:lnTo>
                <a:lnTo>
                  <a:pt x="2241" y="857"/>
                </a:lnTo>
                <a:lnTo>
                  <a:pt x="2242" y="857"/>
                </a:lnTo>
                <a:lnTo>
                  <a:pt x="2243" y="857"/>
                </a:lnTo>
                <a:lnTo>
                  <a:pt x="2243" y="858"/>
                </a:lnTo>
                <a:lnTo>
                  <a:pt x="2244" y="858"/>
                </a:lnTo>
                <a:lnTo>
                  <a:pt x="2244" y="859"/>
                </a:lnTo>
                <a:lnTo>
                  <a:pt x="2244" y="860"/>
                </a:lnTo>
                <a:lnTo>
                  <a:pt x="2246" y="861"/>
                </a:lnTo>
                <a:lnTo>
                  <a:pt x="2247" y="861"/>
                </a:lnTo>
                <a:lnTo>
                  <a:pt x="2247" y="860"/>
                </a:lnTo>
                <a:lnTo>
                  <a:pt x="2247" y="861"/>
                </a:lnTo>
                <a:lnTo>
                  <a:pt x="2248" y="861"/>
                </a:lnTo>
                <a:lnTo>
                  <a:pt x="2248" y="862"/>
                </a:lnTo>
                <a:lnTo>
                  <a:pt x="2249" y="863"/>
                </a:lnTo>
                <a:lnTo>
                  <a:pt x="2250" y="864"/>
                </a:lnTo>
                <a:lnTo>
                  <a:pt x="2251" y="865"/>
                </a:lnTo>
                <a:lnTo>
                  <a:pt x="2252" y="866"/>
                </a:lnTo>
                <a:lnTo>
                  <a:pt x="2254" y="867"/>
                </a:lnTo>
                <a:lnTo>
                  <a:pt x="2255" y="867"/>
                </a:lnTo>
                <a:lnTo>
                  <a:pt x="2255" y="866"/>
                </a:lnTo>
                <a:lnTo>
                  <a:pt x="2257" y="865"/>
                </a:lnTo>
                <a:lnTo>
                  <a:pt x="2258" y="865"/>
                </a:lnTo>
                <a:lnTo>
                  <a:pt x="2259" y="866"/>
                </a:lnTo>
                <a:lnTo>
                  <a:pt x="2259" y="867"/>
                </a:lnTo>
                <a:lnTo>
                  <a:pt x="2260" y="867"/>
                </a:lnTo>
                <a:lnTo>
                  <a:pt x="2260" y="866"/>
                </a:lnTo>
                <a:lnTo>
                  <a:pt x="2261" y="866"/>
                </a:lnTo>
                <a:lnTo>
                  <a:pt x="2261" y="867"/>
                </a:lnTo>
                <a:lnTo>
                  <a:pt x="2261" y="868"/>
                </a:lnTo>
                <a:lnTo>
                  <a:pt x="2262" y="869"/>
                </a:lnTo>
                <a:lnTo>
                  <a:pt x="2262" y="870"/>
                </a:lnTo>
                <a:lnTo>
                  <a:pt x="2262" y="871"/>
                </a:lnTo>
                <a:lnTo>
                  <a:pt x="2262" y="872"/>
                </a:lnTo>
                <a:lnTo>
                  <a:pt x="2263" y="873"/>
                </a:lnTo>
                <a:lnTo>
                  <a:pt x="2264" y="873"/>
                </a:lnTo>
                <a:lnTo>
                  <a:pt x="2264" y="875"/>
                </a:lnTo>
                <a:lnTo>
                  <a:pt x="2264" y="876"/>
                </a:lnTo>
                <a:lnTo>
                  <a:pt x="2263" y="876"/>
                </a:lnTo>
                <a:lnTo>
                  <a:pt x="2264" y="876"/>
                </a:lnTo>
                <a:lnTo>
                  <a:pt x="2264" y="877"/>
                </a:lnTo>
                <a:lnTo>
                  <a:pt x="2266" y="876"/>
                </a:lnTo>
                <a:lnTo>
                  <a:pt x="2267" y="876"/>
                </a:lnTo>
                <a:lnTo>
                  <a:pt x="2268" y="876"/>
                </a:lnTo>
                <a:lnTo>
                  <a:pt x="2268" y="877"/>
                </a:lnTo>
                <a:lnTo>
                  <a:pt x="2269" y="877"/>
                </a:lnTo>
                <a:lnTo>
                  <a:pt x="2269" y="876"/>
                </a:lnTo>
                <a:lnTo>
                  <a:pt x="2270" y="876"/>
                </a:lnTo>
                <a:lnTo>
                  <a:pt x="2270" y="877"/>
                </a:lnTo>
                <a:lnTo>
                  <a:pt x="2270" y="879"/>
                </a:lnTo>
                <a:lnTo>
                  <a:pt x="2270" y="880"/>
                </a:lnTo>
                <a:lnTo>
                  <a:pt x="2269" y="880"/>
                </a:lnTo>
                <a:lnTo>
                  <a:pt x="2269" y="881"/>
                </a:lnTo>
                <a:lnTo>
                  <a:pt x="2270" y="882"/>
                </a:lnTo>
                <a:lnTo>
                  <a:pt x="2270" y="883"/>
                </a:lnTo>
                <a:lnTo>
                  <a:pt x="2270" y="884"/>
                </a:lnTo>
                <a:lnTo>
                  <a:pt x="2271" y="884"/>
                </a:lnTo>
                <a:lnTo>
                  <a:pt x="2272" y="884"/>
                </a:lnTo>
                <a:lnTo>
                  <a:pt x="2273" y="884"/>
                </a:lnTo>
                <a:lnTo>
                  <a:pt x="2273" y="885"/>
                </a:lnTo>
                <a:lnTo>
                  <a:pt x="2274" y="886"/>
                </a:lnTo>
                <a:lnTo>
                  <a:pt x="2274" y="887"/>
                </a:lnTo>
                <a:lnTo>
                  <a:pt x="2274" y="888"/>
                </a:lnTo>
                <a:lnTo>
                  <a:pt x="2275" y="888"/>
                </a:lnTo>
                <a:lnTo>
                  <a:pt x="2275" y="889"/>
                </a:lnTo>
                <a:lnTo>
                  <a:pt x="2275" y="890"/>
                </a:lnTo>
                <a:lnTo>
                  <a:pt x="2275" y="892"/>
                </a:lnTo>
                <a:lnTo>
                  <a:pt x="2276" y="892"/>
                </a:lnTo>
                <a:lnTo>
                  <a:pt x="2277" y="893"/>
                </a:lnTo>
                <a:lnTo>
                  <a:pt x="2277" y="894"/>
                </a:lnTo>
                <a:lnTo>
                  <a:pt x="2277" y="895"/>
                </a:lnTo>
                <a:lnTo>
                  <a:pt x="2278" y="896"/>
                </a:lnTo>
                <a:lnTo>
                  <a:pt x="2279" y="896"/>
                </a:lnTo>
                <a:lnTo>
                  <a:pt x="2280" y="896"/>
                </a:lnTo>
                <a:lnTo>
                  <a:pt x="2281" y="896"/>
                </a:lnTo>
                <a:lnTo>
                  <a:pt x="2282" y="895"/>
                </a:lnTo>
                <a:lnTo>
                  <a:pt x="2283" y="895"/>
                </a:lnTo>
                <a:lnTo>
                  <a:pt x="2284" y="895"/>
                </a:lnTo>
                <a:lnTo>
                  <a:pt x="2284" y="894"/>
                </a:lnTo>
                <a:lnTo>
                  <a:pt x="2285" y="893"/>
                </a:lnTo>
                <a:lnTo>
                  <a:pt x="2286" y="894"/>
                </a:lnTo>
                <a:lnTo>
                  <a:pt x="2287" y="894"/>
                </a:lnTo>
                <a:lnTo>
                  <a:pt x="2287" y="895"/>
                </a:lnTo>
                <a:lnTo>
                  <a:pt x="2288" y="895"/>
                </a:lnTo>
                <a:lnTo>
                  <a:pt x="2289" y="895"/>
                </a:lnTo>
                <a:lnTo>
                  <a:pt x="2290" y="895"/>
                </a:lnTo>
                <a:lnTo>
                  <a:pt x="2290" y="893"/>
                </a:lnTo>
                <a:lnTo>
                  <a:pt x="2290" y="892"/>
                </a:lnTo>
                <a:lnTo>
                  <a:pt x="2290" y="891"/>
                </a:lnTo>
                <a:lnTo>
                  <a:pt x="2291" y="890"/>
                </a:lnTo>
                <a:lnTo>
                  <a:pt x="2292" y="890"/>
                </a:lnTo>
                <a:lnTo>
                  <a:pt x="2292" y="889"/>
                </a:lnTo>
                <a:lnTo>
                  <a:pt x="2293" y="889"/>
                </a:lnTo>
                <a:lnTo>
                  <a:pt x="2293" y="890"/>
                </a:lnTo>
                <a:lnTo>
                  <a:pt x="2294" y="890"/>
                </a:lnTo>
                <a:lnTo>
                  <a:pt x="2295" y="890"/>
                </a:lnTo>
                <a:lnTo>
                  <a:pt x="2296" y="890"/>
                </a:lnTo>
                <a:lnTo>
                  <a:pt x="2297" y="890"/>
                </a:lnTo>
                <a:lnTo>
                  <a:pt x="2298" y="890"/>
                </a:lnTo>
                <a:lnTo>
                  <a:pt x="2299" y="890"/>
                </a:lnTo>
                <a:lnTo>
                  <a:pt x="2301" y="891"/>
                </a:lnTo>
                <a:lnTo>
                  <a:pt x="2302" y="891"/>
                </a:lnTo>
                <a:lnTo>
                  <a:pt x="2303" y="891"/>
                </a:lnTo>
                <a:lnTo>
                  <a:pt x="2305" y="890"/>
                </a:lnTo>
                <a:lnTo>
                  <a:pt x="2306" y="889"/>
                </a:lnTo>
                <a:lnTo>
                  <a:pt x="2306" y="888"/>
                </a:lnTo>
                <a:lnTo>
                  <a:pt x="2306" y="887"/>
                </a:lnTo>
                <a:lnTo>
                  <a:pt x="2307" y="887"/>
                </a:lnTo>
                <a:lnTo>
                  <a:pt x="2308" y="887"/>
                </a:lnTo>
                <a:lnTo>
                  <a:pt x="2310" y="886"/>
                </a:lnTo>
                <a:lnTo>
                  <a:pt x="2311" y="886"/>
                </a:lnTo>
                <a:lnTo>
                  <a:pt x="2312" y="887"/>
                </a:lnTo>
                <a:lnTo>
                  <a:pt x="2312" y="888"/>
                </a:lnTo>
                <a:lnTo>
                  <a:pt x="2312" y="889"/>
                </a:lnTo>
                <a:lnTo>
                  <a:pt x="2313" y="889"/>
                </a:lnTo>
                <a:lnTo>
                  <a:pt x="2314" y="890"/>
                </a:lnTo>
                <a:lnTo>
                  <a:pt x="2315" y="890"/>
                </a:lnTo>
                <a:lnTo>
                  <a:pt x="2316" y="890"/>
                </a:lnTo>
                <a:lnTo>
                  <a:pt x="2318" y="891"/>
                </a:lnTo>
                <a:lnTo>
                  <a:pt x="2319" y="891"/>
                </a:lnTo>
                <a:lnTo>
                  <a:pt x="2320" y="892"/>
                </a:lnTo>
                <a:lnTo>
                  <a:pt x="2320" y="893"/>
                </a:lnTo>
                <a:lnTo>
                  <a:pt x="2320" y="894"/>
                </a:lnTo>
                <a:lnTo>
                  <a:pt x="2321" y="894"/>
                </a:lnTo>
                <a:lnTo>
                  <a:pt x="2322" y="896"/>
                </a:lnTo>
                <a:lnTo>
                  <a:pt x="2323" y="897"/>
                </a:lnTo>
                <a:lnTo>
                  <a:pt x="2324" y="897"/>
                </a:lnTo>
                <a:lnTo>
                  <a:pt x="2324" y="898"/>
                </a:lnTo>
                <a:lnTo>
                  <a:pt x="2324" y="899"/>
                </a:lnTo>
                <a:lnTo>
                  <a:pt x="2323" y="900"/>
                </a:lnTo>
                <a:lnTo>
                  <a:pt x="2323" y="901"/>
                </a:lnTo>
                <a:lnTo>
                  <a:pt x="2322" y="901"/>
                </a:lnTo>
                <a:lnTo>
                  <a:pt x="2321" y="901"/>
                </a:lnTo>
                <a:lnTo>
                  <a:pt x="2321" y="902"/>
                </a:lnTo>
                <a:lnTo>
                  <a:pt x="2319" y="904"/>
                </a:lnTo>
                <a:lnTo>
                  <a:pt x="2318" y="904"/>
                </a:lnTo>
                <a:lnTo>
                  <a:pt x="2317" y="904"/>
                </a:lnTo>
                <a:lnTo>
                  <a:pt x="2318" y="905"/>
                </a:lnTo>
                <a:lnTo>
                  <a:pt x="2318" y="906"/>
                </a:lnTo>
                <a:lnTo>
                  <a:pt x="2319" y="906"/>
                </a:lnTo>
                <a:lnTo>
                  <a:pt x="2319" y="908"/>
                </a:lnTo>
                <a:lnTo>
                  <a:pt x="2320" y="908"/>
                </a:lnTo>
                <a:lnTo>
                  <a:pt x="2319" y="909"/>
                </a:lnTo>
                <a:lnTo>
                  <a:pt x="2319" y="910"/>
                </a:lnTo>
                <a:lnTo>
                  <a:pt x="2318" y="910"/>
                </a:lnTo>
                <a:lnTo>
                  <a:pt x="2318" y="911"/>
                </a:lnTo>
                <a:lnTo>
                  <a:pt x="2318" y="912"/>
                </a:lnTo>
                <a:lnTo>
                  <a:pt x="2318" y="913"/>
                </a:lnTo>
                <a:lnTo>
                  <a:pt x="2317" y="914"/>
                </a:lnTo>
                <a:lnTo>
                  <a:pt x="2317" y="915"/>
                </a:lnTo>
                <a:lnTo>
                  <a:pt x="2318" y="916"/>
                </a:lnTo>
                <a:lnTo>
                  <a:pt x="2319" y="917"/>
                </a:lnTo>
                <a:lnTo>
                  <a:pt x="2319" y="918"/>
                </a:lnTo>
                <a:lnTo>
                  <a:pt x="2319" y="919"/>
                </a:lnTo>
                <a:lnTo>
                  <a:pt x="2320" y="919"/>
                </a:lnTo>
                <a:lnTo>
                  <a:pt x="2322" y="919"/>
                </a:lnTo>
                <a:lnTo>
                  <a:pt x="2323" y="920"/>
                </a:lnTo>
                <a:lnTo>
                  <a:pt x="2324" y="921"/>
                </a:lnTo>
                <a:lnTo>
                  <a:pt x="2325" y="922"/>
                </a:lnTo>
                <a:lnTo>
                  <a:pt x="2326" y="922"/>
                </a:lnTo>
                <a:lnTo>
                  <a:pt x="2327" y="923"/>
                </a:lnTo>
                <a:lnTo>
                  <a:pt x="2328" y="922"/>
                </a:lnTo>
                <a:lnTo>
                  <a:pt x="2328" y="921"/>
                </a:lnTo>
                <a:lnTo>
                  <a:pt x="2329" y="921"/>
                </a:lnTo>
                <a:lnTo>
                  <a:pt x="2330" y="921"/>
                </a:lnTo>
                <a:lnTo>
                  <a:pt x="2331" y="921"/>
                </a:lnTo>
                <a:lnTo>
                  <a:pt x="2332" y="921"/>
                </a:lnTo>
                <a:lnTo>
                  <a:pt x="2332" y="919"/>
                </a:lnTo>
                <a:lnTo>
                  <a:pt x="2333" y="919"/>
                </a:lnTo>
                <a:lnTo>
                  <a:pt x="2333" y="918"/>
                </a:lnTo>
                <a:lnTo>
                  <a:pt x="2334" y="917"/>
                </a:lnTo>
                <a:lnTo>
                  <a:pt x="2335" y="917"/>
                </a:lnTo>
                <a:lnTo>
                  <a:pt x="2337" y="918"/>
                </a:lnTo>
                <a:lnTo>
                  <a:pt x="2338" y="918"/>
                </a:lnTo>
                <a:lnTo>
                  <a:pt x="2339" y="919"/>
                </a:lnTo>
                <a:lnTo>
                  <a:pt x="2339" y="920"/>
                </a:lnTo>
                <a:lnTo>
                  <a:pt x="2339" y="921"/>
                </a:lnTo>
                <a:lnTo>
                  <a:pt x="2340" y="921"/>
                </a:lnTo>
                <a:lnTo>
                  <a:pt x="2342" y="920"/>
                </a:lnTo>
                <a:lnTo>
                  <a:pt x="2343" y="920"/>
                </a:lnTo>
                <a:lnTo>
                  <a:pt x="2343" y="919"/>
                </a:lnTo>
                <a:lnTo>
                  <a:pt x="2343" y="918"/>
                </a:lnTo>
                <a:lnTo>
                  <a:pt x="2343" y="917"/>
                </a:lnTo>
                <a:lnTo>
                  <a:pt x="2343" y="916"/>
                </a:lnTo>
                <a:lnTo>
                  <a:pt x="2346" y="917"/>
                </a:lnTo>
                <a:lnTo>
                  <a:pt x="2347" y="918"/>
                </a:lnTo>
                <a:lnTo>
                  <a:pt x="2348" y="919"/>
                </a:lnTo>
                <a:lnTo>
                  <a:pt x="2350" y="920"/>
                </a:lnTo>
                <a:lnTo>
                  <a:pt x="2351" y="920"/>
                </a:lnTo>
                <a:lnTo>
                  <a:pt x="2352" y="921"/>
                </a:lnTo>
                <a:lnTo>
                  <a:pt x="2353" y="921"/>
                </a:lnTo>
                <a:lnTo>
                  <a:pt x="2353" y="920"/>
                </a:lnTo>
                <a:lnTo>
                  <a:pt x="2354" y="919"/>
                </a:lnTo>
                <a:lnTo>
                  <a:pt x="2356" y="918"/>
                </a:lnTo>
                <a:lnTo>
                  <a:pt x="2357" y="918"/>
                </a:lnTo>
                <a:lnTo>
                  <a:pt x="2358" y="918"/>
                </a:lnTo>
                <a:lnTo>
                  <a:pt x="2359" y="918"/>
                </a:lnTo>
                <a:lnTo>
                  <a:pt x="2360" y="918"/>
                </a:lnTo>
                <a:lnTo>
                  <a:pt x="2361" y="918"/>
                </a:lnTo>
                <a:lnTo>
                  <a:pt x="2361" y="919"/>
                </a:lnTo>
                <a:lnTo>
                  <a:pt x="2361" y="920"/>
                </a:lnTo>
                <a:lnTo>
                  <a:pt x="2362" y="920"/>
                </a:lnTo>
                <a:lnTo>
                  <a:pt x="2362" y="921"/>
                </a:lnTo>
                <a:lnTo>
                  <a:pt x="2363" y="921"/>
                </a:lnTo>
                <a:lnTo>
                  <a:pt x="2364" y="922"/>
                </a:lnTo>
                <a:lnTo>
                  <a:pt x="2364" y="923"/>
                </a:lnTo>
                <a:lnTo>
                  <a:pt x="2365" y="923"/>
                </a:lnTo>
                <a:lnTo>
                  <a:pt x="2366" y="923"/>
                </a:lnTo>
                <a:lnTo>
                  <a:pt x="2367" y="923"/>
                </a:lnTo>
                <a:lnTo>
                  <a:pt x="2367" y="924"/>
                </a:lnTo>
                <a:lnTo>
                  <a:pt x="2368" y="924"/>
                </a:lnTo>
                <a:lnTo>
                  <a:pt x="2368" y="923"/>
                </a:lnTo>
                <a:lnTo>
                  <a:pt x="2370" y="924"/>
                </a:lnTo>
                <a:lnTo>
                  <a:pt x="2371" y="925"/>
                </a:lnTo>
                <a:lnTo>
                  <a:pt x="2371" y="926"/>
                </a:lnTo>
                <a:lnTo>
                  <a:pt x="2372" y="926"/>
                </a:lnTo>
                <a:lnTo>
                  <a:pt x="2372" y="925"/>
                </a:lnTo>
                <a:lnTo>
                  <a:pt x="2373" y="925"/>
                </a:lnTo>
                <a:lnTo>
                  <a:pt x="2374" y="925"/>
                </a:lnTo>
                <a:lnTo>
                  <a:pt x="2375" y="925"/>
                </a:lnTo>
                <a:lnTo>
                  <a:pt x="2375" y="926"/>
                </a:lnTo>
                <a:lnTo>
                  <a:pt x="2376" y="926"/>
                </a:lnTo>
                <a:lnTo>
                  <a:pt x="2376" y="927"/>
                </a:lnTo>
                <a:lnTo>
                  <a:pt x="2377" y="927"/>
                </a:lnTo>
                <a:lnTo>
                  <a:pt x="2378" y="927"/>
                </a:lnTo>
                <a:lnTo>
                  <a:pt x="2379" y="927"/>
                </a:lnTo>
                <a:lnTo>
                  <a:pt x="2379" y="926"/>
                </a:lnTo>
                <a:lnTo>
                  <a:pt x="2379" y="925"/>
                </a:lnTo>
                <a:lnTo>
                  <a:pt x="2380" y="925"/>
                </a:lnTo>
                <a:lnTo>
                  <a:pt x="2381" y="925"/>
                </a:lnTo>
                <a:lnTo>
                  <a:pt x="2381" y="926"/>
                </a:lnTo>
                <a:lnTo>
                  <a:pt x="2382" y="927"/>
                </a:lnTo>
                <a:lnTo>
                  <a:pt x="2383" y="927"/>
                </a:lnTo>
                <a:lnTo>
                  <a:pt x="2383" y="926"/>
                </a:lnTo>
                <a:lnTo>
                  <a:pt x="2383" y="925"/>
                </a:lnTo>
                <a:lnTo>
                  <a:pt x="2384" y="925"/>
                </a:lnTo>
                <a:lnTo>
                  <a:pt x="2384" y="926"/>
                </a:lnTo>
                <a:lnTo>
                  <a:pt x="2384" y="927"/>
                </a:lnTo>
                <a:lnTo>
                  <a:pt x="2384" y="928"/>
                </a:lnTo>
                <a:lnTo>
                  <a:pt x="2385" y="929"/>
                </a:lnTo>
                <a:lnTo>
                  <a:pt x="2386" y="929"/>
                </a:lnTo>
                <a:lnTo>
                  <a:pt x="2387" y="928"/>
                </a:lnTo>
                <a:lnTo>
                  <a:pt x="2388" y="928"/>
                </a:lnTo>
                <a:lnTo>
                  <a:pt x="2389" y="929"/>
                </a:lnTo>
                <a:lnTo>
                  <a:pt x="2388" y="930"/>
                </a:lnTo>
                <a:lnTo>
                  <a:pt x="2389" y="931"/>
                </a:lnTo>
                <a:lnTo>
                  <a:pt x="2390" y="931"/>
                </a:lnTo>
                <a:lnTo>
                  <a:pt x="2391" y="931"/>
                </a:lnTo>
                <a:lnTo>
                  <a:pt x="2392" y="931"/>
                </a:lnTo>
                <a:lnTo>
                  <a:pt x="2393" y="930"/>
                </a:lnTo>
                <a:lnTo>
                  <a:pt x="2394" y="929"/>
                </a:lnTo>
                <a:lnTo>
                  <a:pt x="2395" y="929"/>
                </a:lnTo>
                <a:lnTo>
                  <a:pt x="2397" y="927"/>
                </a:lnTo>
                <a:lnTo>
                  <a:pt x="2397" y="926"/>
                </a:lnTo>
                <a:lnTo>
                  <a:pt x="2397" y="925"/>
                </a:lnTo>
                <a:lnTo>
                  <a:pt x="2398" y="924"/>
                </a:lnTo>
                <a:lnTo>
                  <a:pt x="2399" y="923"/>
                </a:lnTo>
                <a:lnTo>
                  <a:pt x="2400" y="923"/>
                </a:lnTo>
                <a:lnTo>
                  <a:pt x="2402" y="925"/>
                </a:lnTo>
                <a:lnTo>
                  <a:pt x="2403" y="925"/>
                </a:lnTo>
                <a:lnTo>
                  <a:pt x="2403" y="926"/>
                </a:lnTo>
                <a:lnTo>
                  <a:pt x="2404" y="926"/>
                </a:lnTo>
                <a:lnTo>
                  <a:pt x="2404" y="927"/>
                </a:lnTo>
                <a:lnTo>
                  <a:pt x="2405" y="927"/>
                </a:lnTo>
                <a:lnTo>
                  <a:pt x="2407" y="927"/>
                </a:lnTo>
                <a:lnTo>
                  <a:pt x="2407" y="928"/>
                </a:lnTo>
                <a:lnTo>
                  <a:pt x="2408" y="929"/>
                </a:lnTo>
                <a:lnTo>
                  <a:pt x="2409" y="928"/>
                </a:lnTo>
                <a:lnTo>
                  <a:pt x="2410" y="928"/>
                </a:lnTo>
                <a:lnTo>
                  <a:pt x="2410" y="929"/>
                </a:lnTo>
                <a:lnTo>
                  <a:pt x="2411" y="931"/>
                </a:lnTo>
                <a:lnTo>
                  <a:pt x="2412" y="932"/>
                </a:lnTo>
                <a:lnTo>
                  <a:pt x="2413" y="933"/>
                </a:lnTo>
                <a:lnTo>
                  <a:pt x="2414" y="933"/>
                </a:lnTo>
                <a:lnTo>
                  <a:pt x="2414" y="934"/>
                </a:lnTo>
                <a:lnTo>
                  <a:pt x="2415" y="934"/>
                </a:lnTo>
                <a:lnTo>
                  <a:pt x="2416" y="933"/>
                </a:lnTo>
                <a:lnTo>
                  <a:pt x="2417" y="933"/>
                </a:lnTo>
                <a:lnTo>
                  <a:pt x="2419" y="933"/>
                </a:lnTo>
                <a:lnTo>
                  <a:pt x="2421" y="933"/>
                </a:lnTo>
                <a:lnTo>
                  <a:pt x="2422" y="933"/>
                </a:lnTo>
                <a:lnTo>
                  <a:pt x="2422" y="934"/>
                </a:lnTo>
                <a:lnTo>
                  <a:pt x="2422" y="935"/>
                </a:lnTo>
                <a:lnTo>
                  <a:pt x="2424" y="937"/>
                </a:lnTo>
                <a:lnTo>
                  <a:pt x="2425" y="937"/>
                </a:lnTo>
                <a:lnTo>
                  <a:pt x="2426" y="938"/>
                </a:lnTo>
                <a:lnTo>
                  <a:pt x="2427" y="939"/>
                </a:lnTo>
                <a:lnTo>
                  <a:pt x="2427" y="940"/>
                </a:lnTo>
                <a:lnTo>
                  <a:pt x="2429" y="941"/>
                </a:lnTo>
                <a:lnTo>
                  <a:pt x="2429" y="939"/>
                </a:lnTo>
                <a:lnTo>
                  <a:pt x="2430" y="938"/>
                </a:lnTo>
                <a:lnTo>
                  <a:pt x="2430" y="939"/>
                </a:lnTo>
                <a:lnTo>
                  <a:pt x="2431" y="939"/>
                </a:lnTo>
                <a:lnTo>
                  <a:pt x="2432" y="939"/>
                </a:lnTo>
                <a:lnTo>
                  <a:pt x="2432" y="938"/>
                </a:lnTo>
                <a:lnTo>
                  <a:pt x="2433" y="938"/>
                </a:lnTo>
                <a:lnTo>
                  <a:pt x="2434" y="938"/>
                </a:lnTo>
                <a:lnTo>
                  <a:pt x="2434" y="939"/>
                </a:lnTo>
                <a:lnTo>
                  <a:pt x="2435" y="939"/>
                </a:lnTo>
                <a:lnTo>
                  <a:pt x="2436" y="940"/>
                </a:lnTo>
                <a:lnTo>
                  <a:pt x="2436" y="939"/>
                </a:lnTo>
                <a:lnTo>
                  <a:pt x="2437" y="939"/>
                </a:lnTo>
                <a:lnTo>
                  <a:pt x="2438" y="939"/>
                </a:lnTo>
                <a:lnTo>
                  <a:pt x="2439" y="938"/>
                </a:lnTo>
                <a:lnTo>
                  <a:pt x="2439" y="937"/>
                </a:lnTo>
                <a:lnTo>
                  <a:pt x="2440" y="937"/>
                </a:lnTo>
                <a:lnTo>
                  <a:pt x="2441" y="938"/>
                </a:lnTo>
                <a:lnTo>
                  <a:pt x="2442" y="939"/>
                </a:lnTo>
                <a:lnTo>
                  <a:pt x="2443" y="938"/>
                </a:lnTo>
                <a:lnTo>
                  <a:pt x="2444" y="938"/>
                </a:lnTo>
                <a:lnTo>
                  <a:pt x="2444" y="939"/>
                </a:lnTo>
                <a:lnTo>
                  <a:pt x="2445" y="939"/>
                </a:lnTo>
                <a:lnTo>
                  <a:pt x="2445" y="938"/>
                </a:lnTo>
                <a:lnTo>
                  <a:pt x="2446" y="938"/>
                </a:lnTo>
                <a:lnTo>
                  <a:pt x="2447" y="938"/>
                </a:lnTo>
                <a:lnTo>
                  <a:pt x="2448" y="938"/>
                </a:lnTo>
                <a:lnTo>
                  <a:pt x="2448" y="937"/>
                </a:lnTo>
                <a:lnTo>
                  <a:pt x="2449" y="936"/>
                </a:lnTo>
                <a:lnTo>
                  <a:pt x="2449" y="935"/>
                </a:lnTo>
                <a:lnTo>
                  <a:pt x="2450" y="935"/>
                </a:lnTo>
                <a:lnTo>
                  <a:pt x="2451" y="934"/>
                </a:lnTo>
                <a:lnTo>
                  <a:pt x="2452" y="934"/>
                </a:lnTo>
                <a:lnTo>
                  <a:pt x="2453" y="935"/>
                </a:lnTo>
                <a:lnTo>
                  <a:pt x="2454" y="935"/>
                </a:lnTo>
                <a:lnTo>
                  <a:pt x="2454" y="936"/>
                </a:lnTo>
                <a:lnTo>
                  <a:pt x="2454" y="937"/>
                </a:lnTo>
                <a:lnTo>
                  <a:pt x="2454" y="940"/>
                </a:lnTo>
                <a:lnTo>
                  <a:pt x="2454" y="941"/>
                </a:lnTo>
                <a:lnTo>
                  <a:pt x="2454" y="942"/>
                </a:lnTo>
                <a:lnTo>
                  <a:pt x="2454" y="943"/>
                </a:lnTo>
                <a:lnTo>
                  <a:pt x="2456" y="944"/>
                </a:lnTo>
                <a:lnTo>
                  <a:pt x="2457" y="944"/>
                </a:lnTo>
                <a:lnTo>
                  <a:pt x="2458" y="944"/>
                </a:lnTo>
                <a:lnTo>
                  <a:pt x="2458" y="945"/>
                </a:lnTo>
                <a:lnTo>
                  <a:pt x="2457" y="947"/>
                </a:lnTo>
                <a:lnTo>
                  <a:pt x="2456" y="948"/>
                </a:lnTo>
                <a:lnTo>
                  <a:pt x="2456" y="949"/>
                </a:lnTo>
                <a:lnTo>
                  <a:pt x="2457" y="949"/>
                </a:lnTo>
                <a:lnTo>
                  <a:pt x="2457" y="950"/>
                </a:lnTo>
                <a:lnTo>
                  <a:pt x="2457" y="951"/>
                </a:lnTo>
                <a:lnTo>
                  <a:pt x="2457" y="953"/>
                </a:lnTo>
                <a:lnTo>
                  <a:pt x="2458" y="954"/>
                </a:lnTo>
                <a:lnTo>
                  <a:pt x="2458" y="955"/>
                </a:lnTo>
                <a:lnTo>
                  <a:pt x="2458" y="956"/>
                </a:lnTo>
                <a:lnTo>
                  <a:pt x="2458" y="957"/>
                </a:lnTo>
                <a:lnTo>
                  <a:pt x="2458" y="958"/>
                </a:lnTo>
                <a:lnTo>
                  <a:pt x="2459" y="958"/>
                </a:lnTo>
                <a:lnTo>
                  <a:pt x="2459" y="959"/>
                </a:lnTo>
                <a:lnTo>
                  <a:pt x="2460" y="959"/>
                </a:lnTo>
                <a:lnTo>
                  <a:pt x="2461" y="959"/>
                </a:lnTo>
                <a:lnTo>
                  <a:pt x="2462" y="959"/>
                </a:lnTo>
                <a:lnTo>
                  <a:pt x="2462" y="958"/>
                </a:lnTo>
                <a:lnTo>
                  <a:pt x="2463" y="958"/>
                </a:lnTo>
                <a:lnTo>
                  <a:pt x="2463" y="957"/>
                </a:lnTo>
                <a:lnTo>
                  <a:pt x="2464" y="957"/>
                </a:lnTo>
                <a:lnTo>
                  <a:pt x="2465" y="958"/>
                </a:lnTo>
                <a:lnTo>
                  <a:pt x="2467" y="958"/>
                </a:lnTo>
                <a:lnTo>
                  <a:pt x="2467" y="957"/>
                </a:lnTo>
                <a:lnTo>
                  <a:pt x="2468" y="957"/>
                </a:lnTo>
                <a:lnTo>
                  <a:pt x="2468" y="956"/>
                </a:lnTo>
                <a:lnTo>
                  <a:pt x="2469" y="956"/>
                </a:lnTo>
                <a:lnTo>
                  <a:pt x="2470" y="957"/>
                </a:lnTo>
                <a:lnTo>
                  <a:pt x="2471" y="957"/>
                </a:lnTo>
                <a:lnTo>
                  <a:pt x="2472" y="957"/>
                </a:lnTo>
                <a:lnTo>
                  <a:pt x="2473" y="957"/>
                </a:lnTo>
                <a:lnTo>
                  <a:pt x="2474" y="957"/>
                </a:lnTo>
                <a:lnTo>
                  <a:pt x="2475" y="957"/>
                </a:lnTo>
                <a:lnTo>
                  <a:pt x="2476" y="955"/>
                </a:lnTo>
                <a:lnTo>
                  <a:pt x="2477" y="953"/>
                </a:lnTo>
                <a:lnTo>
                  <a:pt x="2478" y="952"/>
                </a:lnTo>
                <a:lnTo>
                  <a:pt x="2479" y="952"/>
                </a:lnTo>
                <a:lnTo>
                  <a:pt x="2479" y="953"/>
                </a:lnTo>
                <a:lnTo>
                  <a:pt x="2480" y="953"/>
                </a:lnTo>
                <a:lnTo>
                  <a:pt x="2481" y="953"/>
                </a:lnTo>
                <a:lnTo>
                  <a:pt x="2482" y="953"/>
                </a:lnTo>
                <a:lnTo>
                  <a:pt x="2482" y="954"/>
                </a:lnTo>
                <a:lnTo>
                  <a:pt x="2483" y="955"/>
                </a:lnTo>
                <a:lnTo>
                  <a:pt x="2484" y="956"/>
                </a:lnTo>
                <a:lnTo>
                  <a:pt x="2485" y="956"/>
                </a:lnTo>
                <a:lnTo>
                  <a:pt x="2485" y="955"/>
                </a:lnTo>
                <a:lnTo>
                  <a:pt x="2486" y="955"/>
                </a:lnTo>
                <a:lnTo>
                  <a:pt x="2486" y="956"/>
                </a:lnTo>
                <a:lnTo>
                  <a:pt x="2487" y="956"/>
                </a:lnTo>
                <a:lnTo>
                  <a:pt x="2488" y="956"/>
                </a:lnTo>
                <a:lnTo>
                  <a:pt x="2489" y="955"/>
                </a:lnTo>
                <a:lnTo>
                  <a:pt x="2490" y="955"/>
                </a:lnTo>
                <a:lnTo>
                  <a:pt x="2491" y="956"/>
                </a:lnTo>
                <a:lnTo>
                  <a:pt x="2491" y="957"/>
                </a:lnTo>
                <a:lnTo>
                  <a:pt x="2491" y="958"/>
                </a:lnTo>
                <a:lnTo>
                  <a:pt x="2491" y="959"/>
                </a:lnTo>
                <a:lnTo>
                  <a:pt x="2491" y="961"/>
                </a:lnTo>
                <a:lnTo>
                  <a:pt x="2492" y="962"/>
                </a:lnTo>
                <a:lnTo>
                  <a:pt x="2493" y="963"/>
                </a:lnTo>
                <a:lnTo>
                  <a:pt x="2493" y="964"/>
                </a:lnTo>
                <a:lnTo>
                  <a:pt x="2494" y="964"/>
                </a:lnTo>
                <a:lnTo>
                  <a:pt x="2495" y="964"/>
                </a:lnTo>
                <a:lnTo>
                  <a:pt x="2496" y="964"/>
                </a:lnTo>
                <a:lnTo>
                  <a:pt x="2496" y="965"/>
                </a:lnTo>
                <a:lnTo>
                  <a:pt x="2497" y="965"/>
                </a:lnTo>
                <a:lnTo>
                  <a:pt x="2498" y="965"/>
                </a:lnTo>
                <a:lnTo>
                  <a:pt x="2499" y="966"/>
                </a:lnTo>
                <a:lnTo>
                  <a:pt x="2499" y="967"/>
                </a:lnTo>
                <a:lnTo>
                  <a:pt x="2498" y="967"/>
                </a:lnTo>
                <a:lnTo>
                  <a:pt x="2498" y="968"/>
                </a:lnTo>
                <a:lnTo>
                  <a:pt x="2499" y="968"/>
                </a:lnTo>
                <a:lnTo>
                  <a:pt x="2500" y="968"/>
                </a:lnTo>
                <a:lnTo>
                  <a:pt x="2500" y="969"/>
                </a:lnTo>
                <a:lnTo>
                  <a:pt x="2501" y="969"/>
                </a:lnTo>
                <a:lnTo>
                  <a:pt x="2501" y="970"/>
                </a:lnTo>
                <a:lnTo>
                  <a:pt x="2500" y="970"/>
                </a:lnTo>
                <a:lnTo>
                  <a:pt x="2500" y="971"/>
                </a:lnTo>
                <a:lnTo>
                  <a:pt x="2500" y="972"/>
                </a:lnTo>
                <a:lnTo>
                  <a:pt x="2499" y="974"/>
                </a:lnTo>
                <a:lnTo>
                  <a:pt x="2499" y="975"/>
                </a:lnTo>
                <a:lnTo>
                  <a:pt x="2500" y="975"/>
                </a:lnTo>
                <a:lnTo>
                  <a:pt x="2501" y="974"/>
                </a:lnTo>
                <a:lnTo>
                  <a:pt x="2501" y="975"/>
                </a:lnTo>
                <a:lnTo>
                  <a:pt x="2503" y="976"/>
                </a:lnTo>
                <a:lnTo>
                  <a:pt x="2504" y="976"/>
                </a:lnTo>
                <a:lnTo>
                  <a:pt x="2505" y="978"/>
                </a:lnTo>
                <a:lnTo>
                  <a:pt x="2506" y="978"/>
                </a:lnTo>
                <a:lnTo>
                  <a:pt x="2506" y="979"/>
                </a:lnTo>
                <a:lnTo>
                  <a:pt x="2507" y="980"/>
                </a:lnTo>
                <a:lnTo>
                  <a:pt x="2508" y="981"/>
                </a:lnTo>
                <a:lnTo>
                  <a:pt x="2508" y="982"/>
                </a:lnTo>
                <a:lnTo>
                  <a:pt x="2509" y="982"/>
                </a:lnTo>
                <a:lnTo>
                  <a:pt x="2509" y="983"/>
                </a:lnTo>
                <a:lnTo>
                  <a:pt x="2509" y="985"/>
                </a:lnTo>
                <a:lnTo>
                  <a:pt x="2510" y="986"/>
                </a:lnTo>
                <a:lnTo>
                  <a:pt x="2511" y="986"/>
                </a:lnTo>
                <a:lnTo>
                  <a:pt x="2511" y="985"/>
                </a:lnTo>
                <a:lnTo>
                  <a:pt x="2512" y="984"/>
                </a:lnTo>
                <a:lnTo>
                  <a:pt x="2512" y="983"/>
                </a:lnTo>
                <a:lnTo>
                  <a:pt x="2514" y="983"/>
                </a:lnTo>
                <a:lnTo>
                  <a:pt x="2515" y="983"/>
                </a:lnTo>
                <a:lnTo>
                  <a:pt x="2515" y="981"/>
                </a:lnTo>
                <a:lnTo>
                  <a:pt x="2516" y="980"/>
                </a:lnTo>
                <a:lnTo>
                  <a:pt x="2517" y="980"/>
                </a:lnTo>
                <a:lnTo>
                  <a:pt x="2517" y="981"/>
                </a:lnTo>
                <a:lnTo>
                  <a:pt x="2518" y="981"/>
                </a:lnTo>
                <a:lnTo>
                  <a:pt x="2519" y="981"/>
                </a:lnTo>
                <a:lnTo>
                  <a:pt x="2520" y="981"/>
                </a:lnTo>
                <a:lnTo>
                  <a:pt x="2521" y="980"/>
                </a:lnTo>
                <a:lnTo>
                  <a:pt x="2522" y="980"/>
                </a:lnTo>
                <a:lnTo>
                  <a:pt x="2523" y="981"/>
                </a:lnTo>
                <a:lnTo>
                  <a:pt x="2524" y="982"/>
                </a:lnTo>
                <a:lnTo>
                  <a:pt x="2525" y="982"/>
                </a:lnTo>
                <a:lnTo>
                  <a:pt x="2524" y="982"/>
                </a:lnTo>
                <a:lnTo>
                  <a:pt x="2524" y="983"/>
                </a:lnTo>
                <a:lnTo>
                  <a:pt x="2524" y="984"/>
                </a:lnTo>
                <a:lnTo>
                  <a:pt x="2524" y="985"/>
                </a:lnTo>
                <a:lnTo>
                  <a:pt x="2525" y="985"/>
                </a:lnTo>
                <a:lnTo>
                  <a:pt x="2525" y="986"/>
                </a:lnTo>
                <a:lnTo>
                  <a:pt x="2526" y="987"/>
                </a:lnTo>
                <a:lnTo>
                  <a:pt x="2526" y="989"/>
                </a:lnTo>
                <a:lnTo>
                  <a:pt x="2525" y="990"/>
                </a:lnTo>
                <a:lnTo>
                  <a:pt x="2525" y="993"/>
                </a:lnTo>
                <a:lnTo>
                  <a:pt x="2526" y="993"/>
                </a:lnTo>
                <a:lnTo>
                  <a:pt x="2527" y="994"/>
                </a:lnTo>
                <a:lnTo>
                  <a:pt x="2527" y="993"/>
                </a:lnTo>
                <a:lnTo>
                  <a:pt x="2529" y="993"/>
                </a:lnTo>
                <a:lnTo>
                  <a:pt x="2530" y="993"/>
                </a:lnTo>
                <a:lnTo>
                  <a:pt x="2530" y="994"/>
                </a:lnTo>
                <a:lnTo>
                  <a:pt x="2530" y="995"/>
                </a:lnTo>
                <a:lnTo>
                  <a:pt x="2531" y="996"/>
                </a:lnTo>
                <a:lnTo>
                  <a:pt x="2531" y="998"/>
                </a:lnTo>
                <a:lnTo>
                  <a:pt x="2531" y="999"/>
                </a:lnTo>
                <a:lnTo>
                  <a:pt x="2532" y="999"/>
                </a:lnTo>
                <a:lnTo>
                  <a:pt x="2534" y="999"/>
                </a:lnTo>
                <a:lnTo>
                  <a:pt x="2535" y="998"/>
                </a:lnTo>
                <a:lnTo>
                  <a:pt x="2535" y="997"/>
                </a:lnTo>
                <a:lnTo>
                  <a:pt x="2537" y="997"/>
                </a:lnTo>
                <a:lnTo>
                  <a:pt x="2538" y="997"/>
                </a:lnTo>
                <a:lnTo>
                  <a:pt x="2538" y="998"/>
                </a:lnTo>
                <a:lnTo>
                  <a:pt x="2539" y="998"/>
                </a:lnTo>
                <a:lnTo>
                  <a:pt x="2539" y="997"/>
                </a:lnTo>
                <a:lnTo>
                  <a:pt x="2540" y="997"/>
                </a:lnTo>
                <a:lnTo>
                  <a:pt x="2540" y="996"/>
                </a:lnTo>
                <a:lnTo>
                  <a:pt x="2540" y="995"/>
                </a:lnTo>
                <a:lnTo>
                  <a:pt x="2541" y="995"/>
                </a:lnTo>
                <a:lnTo>
                  <a:pt x="2542" y="994"/>
                </a:lnTo>
                <a:lnTo>
                  <a:pt x="2543" y="994"/>
                </a:lnTo>
                <a:lnTo>
                  <a:pt x="2544" y="994"/>
                </a:lnTo>
                <a:lnTo>
                  <a:pt x="2545" y="993"/>
                </a:lnTo>
                <a:lnTo>
                  <a:pt x="2546" y="993"/>
                </a:lnTo>
                <a:lnTo>
                  <a:pt x="2547" y="993"/>
                </a:lnTo>
                <a:lnTo>
                  <a:pt x="2548" y="992"/>
                </a:lnTo>
                <a:lnTo>
                  <a:pt x="2548" y="991"/>
                </a:lnTo>
                <a:lnTo>
                  <a:pt x="2549" y="991"/>
                </a:lnTo>
                <a:lnTo>
                  <a:pt x="2550" y="991"/>
                </a:lnTo>
                <a:lnTo>
                  <a:pt x="2551" y="990"/>
                </a:lnTo>
                <a:lnTo>
                  <a:pt x="2550" y="990"/>
                </a:lnTo>
                <a:lnTo>
                  <a:pt x="2551" y="990"/>
                </a:lnTo>
                <a:lnTo>
                  <a:pt x="2551" y="989"/>
                </a:lnTo>
                <a:lnTo>
                  <a:pt x="2552" y="988"/>
                </a:lnTo>
                <a:lnTo>
                  <a:pt x="2552" y="987"/>
                </a:lnTo>
                <a:lnTo>
                  <a:pt x="2552" y="986"/>
                </a:lnTo>
                <a:lnTo>
                  <a:pt x="2552" y="985"/>
                </a:lnTo>
                <a:lnTo>
                  <a:pt x="2553" y="985"/>
                </a:lnTo>
                <a:lnTo>
                  <a:pt x="2553" y="986"/>
                </a:lnTo>
                <a:lnTo>
                  <a:pt x="2554" y="986"/>
                </a:lnTo>
                <a:lnTo>
                  <a:pt x="2555" y="985"/>
                </a:lnTo>
                <a:lnTo>
                  <a:pt x="2556" y="982"/>
                </a:lnTo>
                <a:lnTo>
                  <a:pt x="2557" y="981"/>
                </a:lnTo>
                <a:lnTo>
                  <a:pt x="2559" y="981"/>
                </a:lnTo>
                <a:lnTo>
                  <a:pt x="2559" y="982"/>
                </a:lnTo>
                <a:lnTo>
                  <a:pt x="2560" y="982"/>
                </a:lnTo>
                <a:lnTo>
                  <a:pt x="2560" y="983"/>
                </a:lnTo>
                <a:lnTo>
                  <a:pt x="2561" y="983"/>
                </a:lnTo>
                <a:lnTo>
                  <a:pt x="2562" y="983"/>
                </a:lnTo>
                <a:lnTo>
                  <a:pt x="2563" y="983"/>
                </a:lnTo>
                <a:lnTo>
                  <a:pt x="2564" y="982"/>
                </a:lnTo>
                <a:lnTo>
                  <a:pt x="2565" y="982"/>
                </a:lnTo>
                <a:lnTo>
                  <a:pt x="2566" y="982"/>
                </a:lnTo>
                <a:lnTo>
                  <a:pt x="2568" y="982"/>
                </a:lnTo>
                <a:lnTo>
                  <a:pt x="2569" y="982"/>
                </a:lnTo>
                <a:lnTo>
                  <a:pt x="2569" y="983"/>
                </a:lnTo>
                <a:lnTo>
                  <a:pt x="2570" y="983"/>
                </a:lnTo>
                <a:lnTo>
                  <a:pt x="2571" y="983"/>
                </a:lnTo>
                <a:lnTo>
                  <a:pt x="2572" y="983"/>
                </a:lnTo>
                <a:lnTo>
                  <a:pt x="2572" y="984"/>
                </a:lnTo>
                <a:lnTo>
                  <a:pt x="2573" y="984"/>
                </a:lnTo>
                <a:lnTo>
                  <a:pt x="2573" y="985"/>
                </a:lnTo>
                <a:lnTo>
                  <a:pt x="2573" y="986"/>
                </a:lnTo>
                <a:lnTo>
                  <a:pt x="2574" y="985"/>
                </a:lnTo>
                <a:lnTo>
                  <a:pt x="2575" y="985"/>
                </a:lnTo>
                <a:lnTo>
                  <a:pt x="2576" y="986"/>
                </a:lnTo>
                <a:lnTo>
                  <a:pt x="2577" y="986"/>
                </a:lnTo>
                <a:lnTo>
                  <a:pt x="2578" y="987"/>
                </a:lnTo>
                <a:lnTo>
                  <a:pt x="2579" y="988"/>
                </a:lnTo>
                <a:lnTo>
                  <a:pt x="2581" y="988"/>
                </a:lnTo>
                <a:lnTo>
                  <a:pt x="2582" y="988"/>
                </a:lnTo>
                <a:lnTo>
                  <a:pt x="2584" y="990"/>
                </a:lnTo>
                <a:lnTo>
                  <a:pt x="2585" y="990"/>
                </a:lnTo>
                <a:lnTo>
                  <a:pt x="2585" y="991"/>
                </a:lnTo>
                <a:lnTo>
                  <a:pt x="2585" y="992"/>
                </a:lnTo>
                <a:lnTo>
                  <a:pt x="2586" y="993"/>
                </a:lnTo>
                <a:lnTo>
                  <a:pt x="2586" y="994"/>
                </a:lnTo>
                <a:lnTo>
                  <a:pt x="2585" y="996"/>
                </a:lnTo>
                <a:lnTo>
                  <a:pt x="2587" y="998"/>
                </a:lnTo>
                <a:lnTo>
                  <a:pt x="2588" y="998"/>
                </a:lnTo>
                <a:lnTo>
                  <a:pt x="2589" y="998"/>
                </a:lnTo>
                <a:lnTo>
                  <a:pt x="2589" y="1000"/>
                </a:lnTo>
                <a:lnTo>
                  <a:pt x="2589" y="1001"/>
                </a:lnTo>
                <a:lnTo>
                  <a:pt x="2588" y="1002"/>
                </a:lnTo>
                <a:lnTo>
                  <a:pt x="2589" y="1002"/>
                </a:lnTo>
                <a:lnTo>
                  <a:pt x="2590" y="1002"/>
                </a:lnTo>
                <a:lnTo>
                  <a:pt x="2590" y="1003"/>
                </a:lnTo>
                <a:lnTo>
                  <a:pt x="2590" y="1004"/>
                </a:lnTo>
                <a:lnTo>
                  <a:pt x="2589" y="1004"/>
                </a:lnTo>
                <a:lnTo>
                  <a:pt x="2589" y="1005"/>
                </a:lnTo>
                <a:lnTo>
                  <a:pt x="2589" y="1006"/>
                </a:lnTo>
                <a:lnTo>
                  <a:pt x="2589" y="1007"/>
                </a:lnTo>
                <a:lnTo>
                  <a:pt x="2589" y="1008"/>
                </a:lnTo>
                <a:lnTo>
                  <a:pt x="2590" y="1008"/>
                </a:lnTo>
                <a:lnTo>
                  <a:pt x="2590" y="1007"/>
                </a:lnTo>
                <a:lnTo>
                  <a:pt x="2591" y="1006"/>
                </a:lnTo>
                <a:lnTo>
                  <a:pt x="2592" y="1006"/>
                </a:lnTo>
                <a:lnTo>
                  <a:pt x="2593" y="1006"/>
                </a:lnTo>
                <a:lnTo>
                  <a:pt x="2593" y="1007"/>
                </a:lnTo>
                <a:lnTo>
                  <a:pt x="2594" y="1007"/>
                </a:lnTo>
                <a:lnTo>
                  <a:pt x="2595" y="1007"/>
                </a:lnTo>
                <a:lnTo>
                  <a:pt x="2596" y="1007"/>
                </a:lnTo>
                <a:lnTo>
                  <a:pt x="2597" y="1008"/>
                </a:lnTo>
                <a:lnTo>
                  <a:pt x="2597" y="1009"/>
                </a:lnTo>
                <a:lnTo>
                  <a:pt x="2598" y="1009"/>
                </a:lnTo>
                <a:lnTo>
                  <a:pt x="2598" y="1010"/>
                </a:lnTo>
                <a:lnTo>
                  <a:pt x="2598" y="1008"/>
                </a:lnTo>
                <a:lnTo>
                  <a:pt x="2599" y="1008"/>
                </a:lnTo>
                <a:lnTo>
                  <a:pt x="2601" y="1007"/>
                </a:lnTo>
                <a:lnTo>
                  <a:pt x="2602" y="1007"/>
                </a:lnTo>
                <a:lnTo>
                  <a:pt x="2603" y="1007"/>
                </a:lnTo>
                <a:lnTo>
                  <a:pt x="2604" y="1007"/>
                </a:lnTo>
                <a:lnTo>
                  <a:pt x="2604" y="1006"/>
                </a:lnTo>
                <a:lnTo>
                  <a:pt x="2605" y="1006"/>
                </a:lnTo>
                <a:lnTo>
                  <a:pt x="2606" y="1006"/>
                </a:lnTo>
                <a:lnTo>
                  <a:pt x="2607" y="1006"/>
                </a:lnTo>
                <a:lnTo>
                  <a:pt x="2608" y="1007"/>
                </a:lnTo>
                <a:lnTo>
                  <a:pt x="2608" y="1008"/>
                </a:lnTo>
                <a:lnTo>
                  <a:pt x="2609" y="1011"/>
                </a:lnTo>
                <a:lnTo>
                  <a:pt x="2610" y="1011"/>
                </a:lnTo>
                <a:lnTo>
                  <a:pt x="2611" y="1011"/>
                </a:lnTo>
                <a:lnTo>
                  <a:pt x="2612" y="1011"/>
                </a:lnTo>
                <a:lnTo>
                  <a:pt x="2613" y="1011"/>
                </a:lnTo>
                <a:lnTo>
                  <a:pt x="2613" y="1012"/>
                </a:lnTo>
                <a:lnTo>
                  <a:pt x="2613" y="1013"/>
                </a:lnTo>
                <a:lnTo>
                  <a:pt x="2614" y="1014"/>
                </a:lnTo>
                <a:lnTo>
                  <a:pt x="2615" y="1015"/>
                </a:lnTo>
                <a:lnTo>
                  <a:pt x="2616" y="1015"/>
                </a:lnTo>
                <a:lnTo>
                  <a:pt x="2618" y="1015"/>
                </a:lnTo>
                <a:lnTo>
                  <a:pt x="2618" y="1014"/>
                </a:lnTo>
                <a:lnTo>
                  <a:pt x="2618" y="1013"/>
                </a:lnTo>
                <a:lnTo>
                  <a:pt x="2618" y="1012"/>
                </a:lnTo>
                <a:lnTo>
                  <a:pt x="2619" y="1012"/>
                </a:lnTo>
                <a:lnTo>
                  <a:pt x="2619" y="1013"/>
                </a:lnTo>
                <a:lnTo>
                  <a:pt x="2620" y="1012"/>
                </a:lnTo>
                <a:lnTo>
                  <a:pt x="2621" y="1012"/>
                </a:lnTo>
                <a:lnTo>
                  <a:pt x="2621" y="1011"/>
                </a:lnTo>
                <a:lnTo>
                  <a:pt x="2622" y="1011"/>
                </a:lnTo>
                <a:lnTo>
                  <a:pt x="2622" y="1010"/>
                </a:lnTo>
                <a:lnTo>
                  <a:pt x="2623" y="1011"/>
                </a:lnTo>
                <a:lnTo>
                  <a:pt x="2625" y="1011"/>
                </a:lnTo>
                <a:lnTo>
                  <a:pt x="2626" y="1012"/>
                </a:lnTo>
                <a:lnTo>
                  <a:pt x="2627" y="1012"/>
                </a:lnTo>
                <a:lnTo>
                  <a:pt x="2628" y="1012"/>
                </a:lnTo>
                <a:lnTo>
                  <a:pt x="2629" y="1013"/>
                </a:lnTo>
                <a:lnTo>
                  <a:pt x="2630" y="1015"/>
                </a:lnTo>
                <a:lnTo>
                  <a:pt x="2630" y="1016"/>
                </a:lnTo>
                <a:lnTo>
                  <a:pt x="2631" y="1017"/>
                </a:lnTo>
                <a:lnTo>
                  <a:pt x="2632" y="1017"/>
                </a:lnTo>
                <a:lnTo>
                  <a:pt x="2633" y="1017"/>
                </a:lnTo>
                <a:lnTo>
                  <a:pt x="2634" y="1019"/>
                </a:lnTo>
                <a:lnTo>
                  <a:pt x="2635" y="1019"/>
                </a:lnTo>
                <a:lnTo>
                  <a:pt x="2635" y="1020"/>
                </a:lnTo>
                <a:lnTo>
                  <a:pt x="2636" y="1020"/>
                </a:lnTo>
                <a:lnTo>
                  <a:pt x="2637" y="1019"/>
                </a:lnTo>
                <a:lnTo>
                  <a:pt x="2638" y="1018"/>
                </a:lnTo>
                <a:lnTo>
                  <a:pt x="2638" y="1017"/>
                </a:lnTo>
                <a:lnTo>
                  <a:pt x="2639" y="1016"/>
                </a:lnTo>
                <a:lnTo>
                  <a:pt x="2640" y="1016"/>
                </a:lnTo>
                <a:lnTo>
                  <a:pt x="2641" y="1016"/>
                </a:lnTo>
                <a:lnTo>
                  <a:pt x="2642" y="1016"/>
                </a:lnTo>
                <a:lnTo>
                  <a:pt x="2643" y="1016"/>
                </a:lnTo>
                <a:lnTo>
                  <a:pt x="2644" y="1015"/>
                </a:lnTo>
                <a:lnTo>
                  <a:pt x="2643" y="1015"/>
                </a:lnTo>
                <a:lnTo>
                  <a:pt x="2643" y="1014"/>
                </a:lnTo>
                <a:lnTo>
                  <a:pt x="2644" y="1014"/>
                </a:lnTo>
                <a:lnTo>
                  <a:pt x="2644" y="1013"/>
                </a:lnTo>
                <a:lnTo>
                  <a:pt x="2644" y="1012"/>
                </a:lnTo>
                <a:lnTo>
                  <a:pt x="2644" y="1011"/>
                </a:lnTo>
                <a:lnTo>
                  <a:pt x="2644" y="1010"/>
                </a:lnTo>
                <a:lnTo>
                  <a:pt x="2644" y="1008"/>
                </a:lnTo>
                <a:lnTo>
                  <a:pt x="2645" y="1007"/>
                </a:lnTo>
                <a:lnTo>
                  <a:pt x="2646" y="1006"/>
                </a:lnTo>
                <a:lnTo>
                  <a:pt x="2647" y="1006"/>
                </a:lnTo>
                <a:lnTo>
                  <a:pt x="2647" y="1005"/>
                </a:lnTo>
                <a:lnTo>
                  <a:pt x="2647" y="1004"/>
                </a:lnTo>
                <a:lnTo>
                  <a:pt x="2648" y="1004"/>
                </a:lnTo>
                <a:lnTo>
                  <a:pt x="2651" y="1005"/>
                </a:lnTo>
                <a:lnTo>
                  <a:pt x="2653" y="1006"/>
                </a:lnTo>
                <a:lnTo>
                  <a:pt x="2654" y="1006"/>
                </a:lnTo>
                <a:lnTo>
                  <a:pt x="2654" y="1005"/>
                </a:lnTo>
                <a:lnTo>
                  <a:pt x="2655" y="1004"/>
                </a:lnTo>
                <a:lnTo>
                  <a:pt x="2656" y="1004"/>
                </a:lnTo>
                <a:lnTo>
                  <a:pt x="2657" y="1005"/>
                </a:lnTo>
                <a:lnTo>
                  <a:pt x="2658" y="1006"/>
                </a:lnTo>
                <a:lnTo>
                  <a:pt x="2659" y="1006"/>
                </a:lnTo>
                <a:lnTo>
                  <a:pt x="2660" y="1007"/>
                </a:lnTo>
                <a:lnTo>
                  <a:pt x="2661" y="1007"/>
                </a:lnTo>
                <a:lnTo>
                  <a:pt x="2662" y="1008"/>
                </a:lnTo>
                <a:lnTo>
                  <a:pt x="2663" y="1008"/>
                </a:lnTo>
                <a:lnTo>
                  <a:pt x="2663" y="1007"/>
                </a:lnTo>
                <a:lnTo>
                  <a:pt x="2664" y="1006"/>
                </a:lnTo>
                <a:lnTo>
                  <a:pt x="2664" y="1005"/>
                </a:lnTo>
                <a:lnTo>
                  <a:pt x="2666" y="1004"/>
                </a:lnTo>
                <a:lnTo>
                  <a:pt x="2667" y="1004"/>
                </a:lnTo>
                <a:lnTo>
                  <a:pt x="2667" y="1003"/>
                </a:lnTo>
                <a:lnTo>
                  <a:pt x="2668" y="1003"/>
                </a:lnTo>
                <a:lnTo>
                  <a:pt x="2670" y="1003"/>
                </a:lnTo>
                <a:lnTo>
                  <a:pt x="2671" y="1003"/>
                </a:lnTo>
                <a:lnTo>
                  <a:pt x="2672" y="1003"/>
                </a:lnTo>
                <a:lnTo>
                  <a:pt x="2674" y="1003"/>
                </a:lnTo>
                <a:lnTo>
                  <a:pt x="2674" y="1004"/>
                </a:lnTo>
                <a:lnTo>
                  <a:pt x="2674" y="1006"/>
                </a:lnTo>
                <a:lnTo>
                  <a:pt x="2675" y="1006"/>
                </a:lnTo>
                <a:lnTo>
                  <a:pt x="2678" y="1006"/>
                </a:lnTo>
                <a:lnTo>
                  <a:pt x="2678" y="1004"/>
                </a:lnTo>
                <a:lnTo>
                  <a:pt x="2678" y="1003"/>
                </a:lnTo>
                <a:lnTo>
                  <a:pt x="2679" y="1003"/>
                </a:lnTo>
                <a:lnTo>
                  <a:pt x="2680" y="1002"/>
                </a:lnTo>
                <a:lnTo>
                  <a:pt x="2681" y="1001"/>
                </a:lnTo>
                <a:lnTo>
                  <a:pt x="2681" y="1000"/>
                </a:lnTo>
                <a:lnTo>
                  <a:pt x="2681" y="999"/>
                </a:lnTo>
                <a:lnTo>
                  <a:pt x="2680" y="999"/>
                </a:lnTo>
                <a:lnTo>
                  <a:pt x="2680" y="998"/>
                </a:lnTo>
                <a:lnTo>
                  <a:pt x="2680" y="997"/>
                </a:lnTo>
                <a:lnTo>
                  <a:pt x="2682" y="995"/>
                </a:lnTo>
                <a:lnTo>
                  <a:pt x="2682" y="994"/>
                </a:lnTo>
                <a:lnTo>
                  <a:pt x="2682" y="993"/>
                </a:lnTo>
                <a:lnTo>
                  <a:pt x="2683" y="993"/>
                </a:lnTo>
                <a:lnTo>
                  <a:pt x="2683" y="992"/>
                </a:lnTo>
                <a:lnTo>
                  <a:pt x="2684" y="991"/>
                </a:lnTo>
                <a:lnTo>
                  <a:pt x="2684" y="989"/>
                </a:lnTo>
                <a:lnTo>
                  <a:pt x="2686" y="990"/>
                </a:lnTo>
                <a:lnTo>
                  <a:pt x="2686" y="991"/>
                </a:lnTo>
                <a:lnTo>
                  <a:pt x="2686" y="992"/>
                </a:lnTo>
                <a:lnTo>
                  <a:pt x="2686" y="993"/>
                </a:lnTo>
                <a:lnTo>
                  <a:pt x="2686" y="994"/>
                </a:lnTo>
                <a:lnTo>
                  <a:pt x="2687" y="994"/>
                </a:lnTo>
                <a:lnTo>
                  <a:pt x="2687" y="995"/>
                </a:lnTo>
                <a:lnTo>
                  <a:pt x="2688" y="995"/>
                </a:lnTo>
                <a:lnTo>
                  <a:pt x="2689" y="997"/>
                </a:lnTo>
                <a:lnTo>
                  <a:pt x="2689" y="998"/>
                </a:lnTo>
                <a:lnTo>
                  <a:pt x="2689" y="999"/>
                </a:lnTo>
                <a:lnTo>
                  <a:pt x="2690" y="999"/>
                </a:lnTo>
                <a:lnTo>
                  <a:pt x="2691" y="999"/>
                </a:lnTo>
                <a:lnTo>
                  <a:pt x="2691" y="998"/>
                </a:lnTo>
                <a:lnTo>
                  <a:pt x="2692" y="997"/>
                </a:lnTo>
                <a:lnTo>
                  <a:pt x="2693" y="997"/>
                </a:lnTo>
                <a:lnTo>
                  <a:pt x="2694" y="997"/>
                </a:lnTo>
                <a:lnTo>
                  <a:pt x="2695" y="997"/>
                </a:lnTo>
                <a:lnTo>
                  <a:pt x="2695" y="996"/>
                </a:lnTo>
                <a:lnTo>
                  <a:pt x="2695" y="994"/>
                </a:lnTo>
                <a:lnTo>
                  <a:pt x="2695" y="993"/>
                </a:lnTo>
                <a:lnTo>
                  <a:pt x="2695" y="992"/>
                </a:lnTo>
                <a:lnTo>
                  <a:pt x="2694" y="992"/>
                </a:lnTo>
                <a:lnTo>
                  <a:pt x="2695" y="991"/>
                </a:lnTo>
                <a:lnTo>
                  <a:pt x="2695" y="990"/>
                </a:lnTo>
                <a:lnTo>
                  <a:pt x="2696" y="990"/>
                </a:lnTo>
                <a:lnTo>
                  <a:pt x="2697" y="989"/>
                </a:lnTo>
                <a:lnTo>
                  <a:pt x="2698" y="990"/>
                </a:lnTo>
                <a:lnTo>
                  <a:pt x="2698" y="991"/>
                </a:lnTo>
                <a:lnTo>
                  <a:pt x="2699" y="991"/>
                </a:lnTo>
                <a:lnTo>
                  <a:pt x="2699" y="992"/>
                </a:lnTo>
                <a:lnTo>
                  <a:pt x="2701" y="992"/>
                </a:lnTo>
                <a:lnTo>
                  <a:pt x="2701" y="991"/>
                </a:lnTo>
                <a:lnTo>
                  <a:pt x="2702" y="991"/>
                </a:lnTo>
                <a:lnTo>
                  <a:pt x="2703" y="991"/>
                </a:lnTo>
                <a:lnTo>
                  <a:pt x="2703" y="992"/>
                </a:lnTo>
                <a:lnTo>
                  <a:pt x="2704" y="992"/>
                </a:lnTo>
                <a:lnTo>
                  <a:pt x="2706" y="993"/>
                </a:lnTo>
                <a:lnTo>
                  <a:pt x="2707" y="993"/>
                </a:lnTo>
                <a:lnTo>
                  <a:pt x="2708" y="992"/>
                </a:lnTo>
                <a:lnTo>
                  <a:pt x="2709" y="992"/>
                </a:lnTo>
                <a:lnTo>
                  <a:pt x="2710" y="991"/>
                </a:lnTo>
                <a:lnTo>
                  <a:pt x="2711" y="991"/>
                </a:lnTo>
                <a:lnTo>
                  <a:pt x="2711" y="990"/>
                </a:lnTo>
                <a:lnTo>
                  <a:pt x="2712" y="989"/>
                </a:lnTo>
                <a:lnTo>
                  <a:pt x="2713" y="988"/>
                </a:lnTo>
                <a:lnTo>
                  <a:pt x="2714" y="987"/>
                </a:lnTo>
                <a:lnTo>
                  <a:pt x="2715" y="987"/>
                </a:lnTo>
                <a:lnTo>
                  <a:pt x="2717" y="987"/>
                </a:lnTo>
                <a:lnTo>
                  <a:pt x="2718" y="988"/>
                </a:lnTo>
                <a:lnTo>
                  <a:pt x="2719" y="988"/>
                </a:lnTo>
                <a:lnTo>
                  <a:pt x="2719" y="987"/>
                </a:lnTo>
                <a:lnTo>
                  <a:pt x="2718" y="986"/>
                </a:lnTo>
                <a:lnTo>
                  <a:pt x="2718" y="985"/>
                </a:lnTo>
                <a:lnTo>
                  <a:pt x="2719" y="984"/>
                </a:lnTo>
                <a:lnTo>
                  <a:pt x="2720" y="984"/>
                </a:lnTo>
                <a:lnTo>
                  <a:pt x="2720" y="983"/>
                </a:lnTo>
                <a:lnTo>
                  <a:pt x="2720" y="982"/>
                </a:lnTo>
                <a:lnTo>
                  <a:pt x="2720" y="981"/>
                </a:lnTo>
                <a:lnTo>
                  <a:pt x="2720" y="980"/>
                </a:lnTo>
                <a:lnTo>
                  <a:pt x="2721" y="979"/>
                </a:lnTo>
                <a:lnTo>
                  <a:pt x="2722" y="979"/>
                </a:lnTo>
                <a:lnTo>
                  <a:pt x="2723" y="979"/>
                </a:lnTo>
                <a:lnTo>
                  <a:pt x="2724" y="981"/>
                </a:lnTo>
                <a:lnTo>
                  <a:pt x="2725" y="982"/>
                </a:lnTo>
                <a:lnTo>
                  <a:pt x="2726" y="983"/>
                </a:lnTo>
                <a:lnTo>
                  <a:pt x="2726" y="984"/>
                </a:lnTo>
                <a:lnTo>
                  <a:pt x="2726" y="985"/>
                </a:lnTo>
                <a:lnTo>
                  <a:pt x="2726" y="986"/>
                </a:lnTo>
                <a:lnTo>
                  <a:pt x="2727" y="986"/>
                </a:lnTo>
                <a:lnTo>
                  <a:pt x="2728" y="987"/>
                </a:lnTo>
                <a:lnTo>
                  <a:pt x="2728" y="988"/>
                </a:lnTo>
                <a:lnTo>
                  <a:pt x="2729" y="989"/>
                </a:lnTo>
                <a:lnTo>
                  <a:pt x="2730" y="989"/>
                </a:lnTo>
                <a:lnTo>
                  <a:pt x="2732" y="991"/>
                </a:lnTo>
                <a:lnTo>
                  <a:pt x="2733" y="992"/>
                </a:lnTo>
                <a:lnTo>
                  <a:pt x="2734" y="992"/>
                </a:lnTo>
                <a:lnTo>
                  <a:pt x="2734" y="993"/>
                </a:lnTo>
                <a:lnTo>
                  <a:pt x="2733" y="994"/>
                </a:lnTo>
                <a:lnTo>
                  <a:pt x="2734" y="994"/>
                </a:lnTo>
                <a:lnTo>
                  <a:pt x="2734" y="995"/>
                </a:lnTo>
                <a:lnTo>
                  <a:pt x="2735" y="995"/>
                </a:lnTo>
                <a:lnTo>
                  <a:pt x="2736" y="996"/>
                </a:lnTo>
                <a:lnTo>
                  <a:pt x="2737" y="996"/>
                </a:lnTo>
                <a:lnTo>
                  <a:pt x="2738" y="995"/>
                </a:lnTo>
                <a:lnTo>
                  <a:pt x="2739" y="995"/>
                </a:lnTo>
                <a:lnTo>
                  <a:pt x="2739" y="996"/>
                </a:lnTo>
                <a:lnTo>
                  <a:pt x="2739" y="997"/>
                </a:lnTo>
                <a:lnTo>
                  <a:pt x="2740" y="997"/>
                </a:lnTo>
                <a:lnTo>
                  <a:pt x="2740" y="998"/>
                </a:lnTo>
                <a:lnTo>
                  <a:pt x="2741" y="998"/>
                </a:lnTo>
                <a:lnTo>
                  <a:pt x="2741" y="999"/>
                </a:lnTo>
                <a:lnTo>
                  <a:pt x="2741" y="1000"/>
                </a:lnTo>
                <a:lnTo>
                  <a:pt x="2742" y="1002"/>
                </a:lnTo>
                <a:lnTo>
                  <a:pt x="2742" y="1003"/>
                </a:lnTo>
                <a:lnTo>
                  <a:pt x="2742" y="1004"/>
                </a:lnTo>
                <a:lnTo>
                  <a:pt x="2743" y="1005"/>
                </a:lnTo>
                <a:lnTo>
                  <a:pt x="2744" y="1006"/>
                </a:lnTo>
                <a:lnTo>
                  <a:pt x="2745" y="1006"/>
                </a:lnTo>
                <a:lnTo>
                  <a:pt x="2746" y="1006"/>
                </a:lnTo>
                <a:lnTo>
                  <a:pt x="2747" y="1006"/>
                </a:lnTo>
                <a:lnTo>
                  <a:pt x="2748" y="1007"/>
                </a:lnTo>
                <a:lnTo>
                  <a:pt x="2749" y="1008"/>
                </a:lnTo>
                <a:lnTo>
                  <a:pt x="2749" y="1009"/>
                </a:lnTo>
                <a:lnTo>
                  <a:pt x="2749" y="1010"/>
                </a:lnTo>
                <a:lnTo>
                  <a:pt x="2747" y="1010"/>
                </a:lnTo>
                <a:lnTo>
                  <a:pt x="2745" y="1010"/>
                </a:lnTo>
                <a:lnTo>
                  <a:pt x="2744" y="1010"/>
                </a:lnTo>
                <a:lnTo>
                  <a:pt x="2744" y="1011"/>
                </a:lnTo>
                <a:lnTo>
                  <a:pt x="2744" y="1012"/>
                </a:lnTo>
                <a:lnTo>
                  <a:pt x="2745" y="1012"/>
                </a:lnTo>
                <a:lnTo>
                  <a:pt x="2746" y="1012"/>
                </a:lnTo>
                <a:lnTo>
                  <a:pt x="2747" y="1012"/>
                </a:lnTo>
                <a:lnTo>
                  <a:pt x="2748" y="1013"/>
                </a:lnTo>
                <a:lnTo>
                  <a:pt x="2749" y="1013"/>
                </a:lnTo>
                <a:lnTo>
                  <a:pt x="2748" y="1013"/>
                </a:lnTo>
                <a:lnTo>
                  <a:pt x="2748" y="1014"/>
                </a:lnTo>
                <a:lnTo>
                  <a:pt x="2749" y="1014"/>
                </a:lnTo>
                <a:lnTo>
                  <a:pt x="2749" y="1015"/>
                </a:lnTo>
                <a:lnTo>
                  <a:pt x="2749" y="1016"/>
                </a:lnTo>
                <a:lnTo>
                  <a:pt x="2749" y="1018"/>
                </a:lnTo>
                <a:lnTo>
                  <a:pt x="2750" y="1019"/>
                </a:lnTo>
                <a:lnTo>
                  <a:pt x="2751" y="1020"/>
                </a:lnTo>
                <a:lnTo>
                  <a:pt x="2752" y="1021"/>
                </a:lnTo>
                <a:lnTo>
                  <a:pt x="2753" y="1021"/>
                </a:lnTo>
                <a:lnTo>
                  <a:pt x="2754" y="1022"/>
                </a:lnTo>
                <a:lnTo>
                  <a:pt x="2755" y="1022"/>
                </a:lnTo>
                <a:lnTo>
                  <a:pt x="2756" y="1023"/>
                </a:lnTo>
                <a:lnTo>
                  <a:pt x="2757" y="1023"/>
                </a:lnTo>
                <a:lnTo>
                  <a:pt x="2757" y="1024"/>
                </a:lnTo>
                <a:lnTo>
                  <a:pt x="2758" y="1026"/>
                </a:lnTo>
                <a:lnTo>
                  <a:pt x="2759" y="1026"/>
                </a:lnTo>
                <a:lnTo>
                  <a:pt x="2761" y="1025"/>
                </a:lnTo>
                <a:lnTo>
                  <a:pt x="2762" y="1025"/>
                </a:lnTo>
                <a:lnTo>
                  <a:pt x="2763" y="1026"/>
                </a:lnTo>
                <a:lnTo>
                  <a:pt x="2764" y="1026"/>
                </a:lnTo>
                <a:lnTo>
                  <a:pt x="2765" y="1025"/>
                </a:lnTo>
                <a:lnTo>
                  <a:pt x="2765" y="1026"/>
                </a:lnTo>
                <a:lnTo>
                  <a:pt x="2766" y="1027"/>
                </a:lnTo>
                <a:lnTo>
                  <a:pt x="2766" y="1028"/>
                </a:lnTo>
                <a:lnTo>
                  <a:pt x="2766" y="1029"/>
                </a:lnTo>
                <a:lnTo>
                  <a:pt x="2767" y="1029"/>
                </a:lnTo>
                <a:lnTo>
                  <a:pt x="2767" y="1030"/>
                </a:lnTo>
                <a:lnTo>
                  <a:pt x="2767" y="1031"/>
                </a:lnTo>
                <a:lnTo>
                  <a:pt x="2766" y="1031"/>
                </a:lnTo>
                <a:lnTo>
                  <a:pt x="2767" y="1032"/>
                </a:lnTo>
                <a:lnTo>
                  <a:pt x="2767" y="1033"/>
                </a:lnTo>
                <a:lnTo>
                  <a:pt x="2767" y="1035"/>
                </a:lnTo>
                <a:lnTo>
                  <a:pt x="2767" y="1037"/>
                </a:lnTo>
                <a:lnTo>
                  <a:pt x="2768" y="1037"/>
                </a:lnTo>
                <a:lnTo>
                  <a:pt x="2768" y="1038"/>
                </a:lnTo>
                <a:lnTo>
                  <a:pt x="2769" y="1038"/>
                </a:lnTo>
                <a:lnTo>
                  <a:pt x="2769" y="1039"/>
                </a:lnTo>
                <a:lnTo>
                  <a:pt x="2771" y="1039"/>
                </a:lnTo>
                <a:lnTo>
                  <a:pt x="2772" y="1039"/>
                </a:lnTo>
                <a:lnTo>
                  <a:pt x="2772" y="1040"/>
                </a:lnTo>
                <a:lnTo>
                  <a:pt x="2773" y="1040"/>
                </a:lnTo>
                <a:lnTo>
                  <a:pt x="2773" y="1039"/>
                </a:lnTo>
                <a:lnTo>
                  <a:pt x="2774" y="1038"/>
                </a:lnTo>
                <a:lnTo>
                  <a:pt x="2775" y="1038"/>
                </a:lnTo>
                <a:lnTo>
                  <a:pt x="2775" y="1039"/>
                </a:lnTo>
                <a:lnTo>
                  <a:pt x="2776" y="1039"/>
                </a:lnTo>
                <a:lnTo>
                  <a:pt x="2776" y="1040"/>
                </a:lnTo>
                <a:lnTo>
                  <a:pt x="2777" y="1040"/>
                </a:lnTo>
                <a:lnTo>
                  <a:pt x="2779" y="1040"/>
                </a:lnTo>
                <a:lnTo>
                  <a:pt x="2780" y="1038"/>
                </a:lnTo>
                <a:lnTo>
                  <a:pt x="2780" y="1037"/>
                </a:lnTo>
                <a:lnTo>
                  <a:pt x="2781" y="1037"/>
                </a:lnTo>
                <a:lnTo>
                  <a:pt x="2781" y="1038"/>
                </a:lnTo>
                <a:lnTo>
                  <a:pt x="2782" y="1038"/>
                </a:lnTo>
                <a:lnTo>
                  <a:pt x="2783" y="1039"/>
                </a:lnTo>
                <a:lnTo>
                  <a:pt x="2784" y="1039"/>
                </a:lnTo>
                <a:lnTo>
                  <a:pt x="2784" y="1040"/>
                </a:lnTo>
                <a:lnTo>
                  <a:pt x="2785" y="1040"/>
                </a:lnTo>
                <a:lnTo>
                  <a:pt x="2786" y="1040"/>
                </a:lnTo>
                <a:lnTo>
                  <a:pt x="2787" y="1040"/>
                </a:lnTo>
                <a:lnTo>
                  <a:pt x="2787" y="1041"/>
                </a:lnTo>
                <a:lnTo>
                  <a:pt x="2788" y="1042"/>
                </a:lnTo>
                <a:lnTo>
                  <a:pt x="2790" y="1043"/>
                </a:lnTo>
                <a:lnTo>
                  <a:pt x="2791" y="1043"/>
                </a:lnTo>
                <a:lnTo>
                  <a:pt x="2791" y="1044"/>
                </a:lnTo>
                <a:lnTo>
                  <a:pt x="2791" y="1045"/>
                </a:lnTo>
                <a:lnTo>
                  <a:pt x="2792" y="1045"/>
                </a:lnTo>
                <a:lnTo>
                  <a:pt x="2792" y="1046"/>
                </a:lnTo>
                <a:lnTo>
                  <a:pt x="2793" y="1047"/>
                </a:lnTo>
                <a:lnTo>
                  <a:pt x="2794" y="1048"/>
                </a:lnTo>
                <a:lnTo>
                  <a:pt x="2795" y="1047"/>
                </a:lnTo>
                <a:lnTo>
                  <a:pt x="2795" y="1046"/>
                </a:lnTo>
                <a:lnTo>
                  <a:pt x="2796" y="1046"/>
                </a:lnTo>
                <a:lnTo>
                  <a:pt x="2797" y="1046"/>
                </a:lnTo>
                <a:lnTo>
                  <a:pt x="2798" y="1046"/>
                </a:lnTo>
                <a:lnTo>
                  <a:pt x="2799" y="1046"/>
                </a:lnTo>
                <a:lnTo>
                  <a:pt x="2799" y="1047"/>
                </a:lnTo>
                <a:lnTo>
                  <a:pt x="2800" y="1047"/>
                </a:lnTo>
                <a:lnTo>
                  <a:pt x="2800" y="1046"/>
                </a:lnTo>
                <a:lnTo>
                  <a:pt x="2802" y="1046"/>
                </a:lnTo>
                <a:lnTo>
                  <a:pt x="2802" y="1047"/>
                </a:lnTo>
                <a:lnTo>
                  <a:pt x="2803" y="1047"/>
                </a:lnTo>
                <a:lnTo>
                  <a:pt x="2804" y="1047"/>
                </a:lnTo>
                <a:lnTo>
                  <a:pt x="2804" y="1046"/>
                </a:lnTo>
                <a:lnTo>
                  <a:pt x="2804" y="1045"/>
                </a:lnTo>
                <a:lnTo>
                  <a:pt x="2804" y="1044"/>
                </a:lnTo>
                <a:lnTo>
                  <a:pt x="2805" y="1045"/>
                </a:lnTo>
                <a:lnTo>
                  <a:pt x="2806" y="1045"/>
                </a:lnTo>
                <a:lnTo>
                  <a:pt x="2807" y="1045"/>
                </a:lnTo>
                <a:lnTo>
                  <a:pt x="2807" y="1044"/>
                </a:lnTo>
                <a:lnTo>
                  <a:pt x="2808" y="1044"/>
                </a:lnTo>
                <a:lnTo>
                  <a:pt x="2808" y="1045"/>
                </a:lnTo>
                <a:lnTo>
                  <a:pt x="2807" y="1045"/>
                </a:lnTo>
                <a:lnTo>
                  <a:pt x="2807" y="1046"/>
                </a:lnTo>
                <a:lnTo>
                  <a:pt x="2808" y="1047"/>
                </a:lnTo>
                <a:lnTo>
                  <a:pt x="2808" y="1048"/>
                </a:lnTo>
                <a:lnTo>
                  <a:pt x="2809" y="1048"/>
                </a:lnTo>
                <a:lnTo>
                  <a:pt x="2810" y="1048"/>
                </a:lnTo>
                <a:lnTo>
                  <a:pt x="2810" y="1047"/>
                </a:lnTo>
                <a:lnTo>
                  <a:pt x="2811" y="1047"/>
                </a:lnTo>
                <a:lnTo>
                  <a:pt x="2811" y="1046"/>
                </a:lnTo>
                <a:lnTo>
                  <a:pt x="2813" y="1046"/>
                </a:lnTo>
                <a:lnTo>
                  <a:pt x="2813" y="1047"/>
                </a:lnTo>
                <a:lnTo>
                  <a:pt x="2814" y="1048"/>
                </a:lnTo>
                <a:lnTo>
                  <a:pt x="2815" y="1048"/>
                </a:lnTo>
                <a:lnTo>
                  <a:pt x="2816" y="1048"/>
                </a:lnTo>
                <a:lnTo>
                  <a:pt x="2817" y="1048"/>
                </a:lnTo>
                <a:lnTo>
                  <a:pt x="2817" y="1047"/>
                </a:lnTo>
                <a:lnTo>
                  <a:pt x="2818" y="1047"/>
                </a:lnTo>
                <a:lnTo>
                  <a:pt x="2818" y="1046"/>
                </a:lnTo>
                <a:lnTo>
                  <a:pt x="2819" y="1046"/>
                </a:lnTo>
                <a:lnTo>
                  <a:pt x="2819" y="1047"/>
                </a:lnTo>
                <a:lnTo>
                  <a:pt x="2819" y="1048"/>
                </a:lnTo>
                <a:lnTo>
                  <a:pt x="2819" y="1049"/>
                </a:lnTo>
                <a:lnTo>
                  <a:pt x="2819" y="1050"/>
                </a:lnTo>
                <a:lnTo>
                  <a:pt x="2820" y="1050"/>
                </a:lnTo>
                <a:lnTo>
                  <a:pt x="2820" y="1051"/>
                </a:lnTo>
                <a:lnTo>
                  <a:pt x="2820" y="1052"/>
                </a:lnTo>
                <a:lnTo>
                  <a:pt x="2820" y="1053"/>
                </a:lnTo>
                <a:lnTo>
                  <a:pt x="2821" y="1053"/>
                </a:lnTo>
                <a:lnTo>
                  <a:pt x="2822" y="1053"/>
                </a:lnTo>
                <a:lnTo>
                  <a:pt x="2823" y="1054"/>
                </a:lnTo>
                <a:lnTo>
                  <a:pt x="2825" y="1056"/>
                </a:lnTo>
                <a:lnTo>
                  <a:pt x="2825" y="1057"/>
                </a:lnTo>
                <a:lnTo>
                  <a:pt x="2823" y="1057"/>
                </a:lnTo>
                <a:lnTo>
                  <a:pt x="2822" y="1057"/>
                </a:lnTo>
                <a:lnTo>
                  <a:pt x="2819" y="1057"/>
                </a:lnTo>
                <a:lnTo>
                  <a:pt x="2818" y="1057"/>
                </a:lnTo>
                <a:lnTo>
                  <a:pt x="2817" y="1058"/>
                </a:lnTo>
                <a:lnTo>
                  <a:pt x="2816" y="1058"/>
                </a:lnTo>
                <a:lnTo>
                  <a:pt x="2815" y="1058"/>
                </a:lnTo>
                <a:lnTo>
                  <a:pt x="2815" y="1059"/>
                </a:lnTo>
                <a:lnTo>
                  <a:pt x="2814" y="1059"/>
                </a:lnTo>
                <a:lnTo>
                  <a:pt x="2813" y="1059"/>
                </a:lnTo>
                <a:lnTo>
                  <a:pt x="2812" y="1059"/>
                </a:lnTo>
                <a:lnTo>
                  <a:pt x="2810" y="1058"/>
                </a:lnTo>
                <a:lnTo>
                  <a:pt x="2808" y="1059"/>
                </a:lnTo>
                <a:lnTo>
                  <a:pt x="2806" y="1058"/>
                </a:lnTo>
                <a:lnTo>
                  <a:pt x="2805" y="1059"/>
                </a:lnTo>
                <a:lnTo>
                  <a:pt x="2804" y="1059"/>
                </a:lnTo>
                <a:lnTo>
                  <a:pt x="2802" y="1060"/>
                </a:lnTo>
                <a:lnTo>
                  <a:pt x="2801" y="1060"/>
                </a:lnTo>
                <a:lnTo>
                  <a:pt x="2800" y="1060"/>
                </a:lnTo>
                <a:lnTo>
                  <a:pt x="2798" y="1059"/>
                </a:lnTo>
                <a:lnTo>
                  <a:pt x="2797" y="1059"/>
                </a:lnTo>
                <a:lnTo>
                  <a:pt x="2797" y="1060"/>
                </a:lnTo>
                <a:lnTo>
                  <a:pt x="2796" y="1061"/>
                </a:lnTo>
                <a:lnTo>
                  <a:pt x="2795" y="1062"/>
                </a:lnTo>
                <a:lnTo>
                  <a:pt x="2795" y="1063"/>
                </a:lnTo>
                <a:lnTo>
                  <a:pt x="2794" y="1064"/>
                </a:lnTo>
                <a:lnTo>
                  <a:pt x="2793" y="1064"/>
                </a:lnTo>
                <a:lnTo>
                  <a:pt x="2793" y="1065"/>
                </a:lnTo>
                <a:lnTo>
                  <a:pt x="2793" y="1066"/>
                </a:lnTo>
                <a:lnTo>
                  <a:pt x="2793" y="1067"/>
                </a:lnTo>
                <a:lnTo>
                  <a:pt x="2793" y="1068"/>
                </a:lnTo>
                <a:lnTo>
                  <a:pt x="2794" y="1069"/>
                </a:lnTo>
                <a:lnTo>
                  <a:pt x="2794" y="1070"/>
                </a:lnTo>
                <a:lnTo>
                  <a:pt x="2796" y="1071"/>
                </a:lnTo>
                <a:lnTo>
                  <a:pt x="2796" y="1072"/>
                </a:lnTo>
                <a:lnTo>
                  <a:pt x="2797" y="1072"/>
                </a:lnTo>
                <a:lnTo>
                  <a:pt x="2797" y="1073"/>
                </a:lnTo>
                <a:lnTo>
                  <a:pt x="2798" y="1073"/>
                </a:lnTo>
                <a:lnTo>
                  <a:pt x="2798" y="1072"/>
                </a:lnTo>
                <a:lnTo>
                  <a:pt x="2799" y="1072"/>
                </a:lnTo>
                <a:lnTo>
                  <a:pt x="2800" y="1072"/>
                </a:lnTo>
                <a:lnTo>
                  <a:pt x="2801" y="1072"/>
                </a:lnTo>
                <a:lnTo>
                  <a:pt x="2802" y="1071"/>
                </a:lnTo>
                <a:lnTo>
                  <a:pt x="2803" y="1070"/>
                </a:lnTo>
                <a:lnTo>
                  <a:pt x="2804" y="1070"/>
                </a:lnTo>
                <a:lnTo>
                  <a:pt x="2806" y="1070"/>
                </a:lnTo>
                <a:lnTo>
                  <a:pt x="2807" y="1069"/>
                </a:lnTo>
                <a:lnTo>
                  <a:pt x="2808" y="1069"/>
                </a:lnTo>
                <a:lnTo>
                  <a:pt x="2809" y="1069"/>
                </a:lnTo>
                <a:lnTo>
                  <a:pt x="2810" y="1069"/>
                </a:lnTo>
                <a:lnTo>
                  <a:pt x="2812" y="1067"/>
                </a:lnTo>
                <a:lnTo>
                  <a:pt x="2813" y="1067"/>
                </a:lnTo>
                <a:lnTo>
                  <a:pt x="2814" y="1067"/>
                </a:lnTo>
                <a:lnTo>
                  <a:pt x="2815" y="1067"/>
                </a:lnTo>
                <a:lnTo>
                  <a:pt x="2815" y="1066"/>
                </a:lnTo>
                <a:lnTo>
                  <a:pt x="2815" y="1065"/>
                </a:lnTo>
                <a:lnTo>
                  <a:pt x="2815" y="1064"/>
                </a:lnTo>
                <a:lnTo>
                  <a:pt x="2816" y="1064"/>
                </a:lnTo>
                <a:lnTo>
                  <a:pt x="2816" y="1063"/>
                </a:lnTo>
                <a:lnTo>
                  <a:pt x="2817" y="1063"/>
                </a:lnTo>
                <a:lnTo>
                  <a:pt x="2817" y="1062"/>
                </a:lnTo>
                <a:lnTo>
                  <a:pt x="2817" y="1061"/>
                </a:lnTo>
                <a:lnTo>
                  <a:pt x="2818" y="1061"/>
                </a:lnTo>
                <a:lnTo>
                  <a:pt x="2818" y="1062"/>
                </a:lnTo>
                <a:lnTo>
                  <a:pt x="2819" y="1062"/>
                </a:lnTo>
                <a:lnTo>
                  <a:pt x="2820" y="1062"/>
                </a:lnTo>
                <a:lnTo>
                  <a:pt x="2821" y="1062"/>
                </a:lnTo>
                <a:lnTo>
                  <a:pt x="2821" y="1063"/>
                </a:lnTo>
                <a:lnTo>
                  <a:pt x="2821" y="1066"/>
                </a:lnTo>
                <a:lnTo>
                  <a:pt x="2821" y="1067"/>
                </a:lnTo>
                <a:lnTo>
                  <a:pt x="2821" y="1068"/>
                </a:lnTo>
                <a:lnTo>
                  <a:pt x="2821" y="1069"/>
                </a:lnTo>
                <a:lnTo>
                  <a:pt x="2820" y="1069"/>
                </a:lnTo>
                <a:lnTo>
                  <a:pt x="2820" y="1070"/>
                </a:lnTo>
                <a:lnTo>
                  <a:pt x="2820" y="1071"/>
                </a:lnTo>
                <a:lnTo>
                  <a:pt x="2821" y="1071"/>
                </a:lnTo>
                <a:lnTo>
                  <a:pt x="2822" y="1073"/>
                </a:lnTo>
                <a:lnTo>
                  <a:pt x="2822" y="1075"/>
                </a:lnTo>
                <a:lnTo>
                  <a:pt x="2822" y="1076"/>
                </a:lnTo>
                <a:lnTo>
                  <a:pt x="2822" y="1077"/>
                </a:lnTo>
                <a:lnTo>
                  <a:pt x="2822" y="1078"/>
                </a:lnTo>
                <a:lnTo>
                  <a:pt x="2822" y="1079"/>
                </a:lnTo>
                <a:lnTo>
                  <a:pt x="2822" y="1080"/>
                </a:lnTo>
                <a:lnTo>
                  <a:pt x="2822" y="1081"/>
                </a:lnTo>
                <a:lnTo>
                  <a:pt x="2823" y="1082"/>
                </a:lnTo>
                <a:lnTo>
                  <a:pt x="2823" y="1084"/>
                </a:lnTo>
                <a:lnTo>
                  <a:pt x="2823" y="1085"/>
                </a:lnTo>
                <a:lnTo>
                  <a:pt x="2824" y="1086"/>
                </a:lnTo>
                <a:lnTo>
                  <a:pt x="2825" y="1086"/>
                </a:lnTo>
                <a:lnTo>
                  <a:pt x="2825" y="1087"/>
                </a:lnTo>
                <a:lnTo>
                  <a:pt x="2825" y="1088"/>
                </a:lnTo>
                <a:lnTo>
                  <a:pt x="2824" y="1088"/>
                </a:lnTo>
                <a:lnTo>
                  <a:pt x="2823" y="1089"/>
                </a:lnTo>
                <a:lnTo>
                  <a:pt x="2824" y="1090"/>
                </a:lnTo>
                <a:lnTo>
                  <a:pt x="2825" y="1091"/>
                </a:lnTo>
                <a:lnTo>
                  <a:pt x="2825" y="1092"/>
                </a:lnTo>
                <a:lnTo>
                  <a:pt x="2825" y="1093"/>
                </a:lnTo>
                <a:lnTo>
                  <a:pt x="2826" y="1094"/>
                </a:lnTo>
                <a:lnTo>
                  <a:pt x="2827" y="1094"/>
                </a:lnTo>
                <a:lnTo>
                  <a:pt x="2828" y="1095"/>
                </a:lnTo>
                <a:lnTo>
                  <a:pt x="2828" y="1096"/>
                </a:lnTo>
                <a:lnTo>
                  <a:pt x="2829" y="1096"/>
                </a:lnTo>
                <a:lnTo>
                  <a:pt x="2829" y="1097"/>
                </a:lnTo>
                <a:lnTo>
                  <a:pt x="2830" y="1097"/>
                </a:lnTo>
                <a:lnTo>
                  <a:pt x="2830" y="1099"/>
                </a:lnTo>
                <a:lnTo>
                  <a:pt x="2831" y="1099"/>
                </a:lnTo>
                <a:lnTo>
                  <a:pt x="2831" y="1098"/>
                </a:lnTo>
                <a:lnTo>
                  <a:pt x="2832" y="1098"/>
                </a:lnTo>
                <a:lnTo>
                  <a:pt x="2833" y="1099"/>
                </a:lnTo>
                <a:lnTo>
                  <a:pt x="2834" y="1099"/>
                </a:lnTo>
                <a:lnTo>
                  <a:pt x="2834" y="1098"/>
                </a:lnTo>
                <a:lnTo>
                  <a:pt x="2835" y="1098"/>
                </a:lnTo>
                <a:lnTo>
                  <a:pt x="2836" y="1099"/>
                </a:lnTo>
                <a:lnTo>
                  <a:pt x="2836" y="1100"/>
                </a:lnTo>
                <a:lnTo>
                  <a:pt x="2837" y="1100"/>
                </a:lnTo>
                <a:lnTo>
                  <a:pt x="2838" y="1100"/>
                </a:lnTo>
                <a:lnTo>
                  <a:pt x="2839" y="1100"/>
                </a:lnTo>
                <a:lnTo>
                  <a:pt x="2839" y="1099"/>
                </a:lnTo>
                <a:lnTo>
                  <a:pt x="2838" y="1097"/>
                </a:lnTo>
                <a:lnTo>
                  <a:pt x="2838" y="1096"/>
                </a:lnTo>
                <a:lnTo>
                  <a:pt x="2839" y="1094"/>
                </a:lnTo>
                <a:lnTo>
                  <a:pt x="2840" y="1093"/>
                </a:lnTo>
                <a:lnTo>
                  <a:pt x="2841" y="1093"/>
                </a:lnTo>
                <a:lnTo>
                  <a:pt x="2842" y="1093"/>
                </a:lnTo>
                <a:lnTo>
                  <a:pt x="2843" y="1093"/>
                </a:lnTo>
                <a:lnTo>
                  <a:pt x="2844" y="1093"/>
                </a:lnTo>
                <a:lnTo>
                  <a:pt x="2845" y="1094"/>
                </a:lnTo>
                <a:lnTo>
                  <a:pt x="2845" y="1093"/>
                </a:lnTo>
                <a:lnTo>
                  <a:pt x="2846" y="1093"/>
                </a:lnTo>
                <a:lnTo>
                  <a:pt x="2848" y="1096"/>
                </a:lnTo>
                <a:lnTo>
                  <a:pt x="2849" y="1097"/>
                </a:lnTo>
                <a:lnTo>
                  <a:pt x="2849" y="1099"/>
                </a:lnTo>
                <a:lnTo>
                  <a:pt x="2850" y="1099"/>
                </a:lnTo>
                <a:lnTo>
                  <a:pt x="2851" y="1099"/>
                </a:lnTo>
                <a:lnTo>
                  <a:pt x="2851" y="1098"/>
                </a:lnTo>
                <a:lnTo>
                  <a:pt x="2851" y="1099"/>
                </a:lnTo>
                <a:lnTo>
                  <a:pt x="2852" y="1099"/>
                </a:lnTo>
                <a:lnTo>
                  <a:pt x="2852" y="1100"/>
                </a:lnTo>
                <a:lnTo>
                  <a:pt x="2851" y="1100"/>
                </a:lnTo>
                <a:lnTo>
                  <a:pt x="2851" y="1101"/>
                </a:lnTo>
                <a:lnTo>
                  <a:pt x="2851" y="1102"/>
                </a:lnTo>
                <a:lnTo>
                  <a:pt x="2851" y="1103"/>
                </a:lnTo>
                <a:lnTo>
                  <a:pt x="2850" y="1105"/>
                </a:lnTo>
                <a:lnTo>
                  <a:pt x="2850" y="1106"/>
                </a:lnTo>
                <a:lnTo>
                  <a:pt x="2850" y="1107"/>
                </a:lnTo>
                <a:lnTo>
                  <a:pt x="2851" y="1107"/>
                </a:lnTo>
                <a:lnTo>
                  <a:pt x="2851" y="1108"/>
                </a:lnTo>
                <a:lnTo>
                  <a:pt x="2852" y="1109"/>
                </a:lnTo>
                <a:lnTo>
                  <a:pt x="2852" y="1110"/>
                </a:lnTo>
                <a:lnTo>
                  <a:pt x="2852" y="1111"/>
                </a:lnTo>
                <a:lnTo>
                  <a:pt x="2852" y="1114"/>
                </a:lnTo>
                <a:lnTo>
                  <a:pt x="2852" y="1116"/>
                </a:lnTo>
                <a:lnTo>
                  <a:pt x="2852" y="1118"/>
                </a:lnTo>
                <a:lnTo>
                  <a:pt x="2852" y="1119"/>
                </a:lnTo>
                <a:lnTo>
                  <a:pt x="2851" y="1119"/>
                </a:lnTo>
                <a:lnTo>
                  <a:pt x="2850" y="1120"/>
                </a:lnTo>
                <a:lnTo>
                  <a:pt x="2850" y="1119"/>
                </a:lnTo>
                <a:lnTo>
                  <a:pt x="2849" y="1119"/>
                </a:lnTo>
                <a:lnTo>
                  <a:pt x="2848" y="1120"/>
                </a:lnTo>
                <a:lnTo>
                  <a:pt x="2848" y="1121"/>
                </a:lnTo>
                <a:lnTo>
                  <a:pt x="2847" y="1121"/>
                </a:lnTo>
                <a:lnTo>
                  <a:pt x="2846" y="1122"/>
                </a:lnTo>
                <a:lnTo>
                  <a:pt x="2846" y="1124"/>
                </a:lnTo>
                <a:lnTo>
                  <a:pt x="2846" y="1125"/>
                </a:lnTo>
                <a:lnTo>
                  <a:pt x="2847" y="1126"/>
                </a:lnTo>
                <a:lnTo>
                  <a:pt x="2847" y="1127"/>
                </a:lnTo>
                <a:lnTo>
                  <a:pt x="2848" y="1128"/>
                </a:lnTo>
                <a:lnTo>
                  <a:pt x="2849" y="1128"/>
                </a:lnTo>
                <a:lnTo>
                  <a:pt x="2850" y="1129"/>
                </a:lnTo>
                <a:lnTo>
                  <a:pt x="2851" y="1129"/>
                </a:lnTo>
                <a:lnTo>
                  <a:pt x="2851" y="1130"/>
                </a:lnTo>
                <a:lnTo>
                  <a:pt x="2851" y="1131"/>
                </a:lnTo>
                <a:lnTo>
                  <a:pt x="2850" y="1131"/>
                </a:lnTo>
                <a:lnTo>
                  <a:pt x="2849" y="1131"/>
                </a:lnTo>
                <a:lnTo>
                  <a:pt x="2848" y="1131"/>
                </a:lnTo>
                <a:lnTo>
                  <a:pt x="2848" y="1132"/>
                </a:lnTo>
                <a:lnTo>
                  <a:pt x="2847" y="1132"/>
                </a:lnTo>
                <a:lnTo>
                  <a:pt x="2847" y="1131"/>
                </a:lnTo>
                <a:lnTo>
                  <a:pt x="2846" y="1130"/>
                </a:lnTo>
                <a:lnTo>
                  <a:pt x="2845" y="1130"/>
                </a:lnTo>
                <a:lnTo>
                  <a:pt x="2845" y="1131"/>
                </a:lnTo>
                <a:lnTo>
                  <a:pt x="2844" y="1131"/>
                </a:lnTo>
                <a:lnTo>
                  <a:pt x="2843" y="1131"/>
                </a:lnTo>
                <a:lnTo>
                  <a:pt x="2842" y="1130"/>
                </a:lnTo>
                <a:lnTo>
                  <a:pt x="2841" y="1131"/>
                </a:lnTo>
                <a:lnTo>
                  <a:pt x="2840" y="1132"/>
                </a:lnTo>
                <a:lnTo>
                  <a:pt x="2839" y="1133"/>
                </a:lnTo>
                <a:lnTo>
                  <a:pt x="2838" y="1134"/>
                </a:lnTo>
                <a:lnTo>
                  <a:pt x="2837" y="1135"/>
                </a:lnTo>
                <a:lnTo>
                  <a:pt x="2836" y="1138"/>
                </a:lnTo>
                <a:lnTo>
                  <a:pt x="2836" y="1139"/>
                </a:lnTo>
                <a:lnTo>
                  <a:pt x="2836" y="1141"/>
                </a:lnTo>
                <a:lnTo>
                  <a:pt x="2835" y="1142"/>
                </a:lnTo>
                <a:lnTo>
                  <a:pt x="2834" y="1142"/>
                </a:lnTo>
                <a:lnTo>
                  <a:pt x="2834" y="1143"/>
                </a:lnTo>
                <a:lnTo>
                  <a:pt x="2835" y="1145"/>
                </a:lnTo>
                <a:lnTo>
                  <a:pt x="2835" y="1146"/>
                </a:lnTo>
                <a:lnTo>
                  <a:pt x="2837" y="1146"/>
                </a:lnTo>
                <a:lnTo>
                  <a:pt x="2839" y="1147"/>
                </a:lnTo>
                <a:lnTo>
                  <a:pt x="2839" y="1148"/>
                </a:lnTo>
                <a:lnTo>
                  <a:pt x="2840" y="1148"/>
                </a:lnTo>
                <a:lnTo>
                  <a:pt x="2841" y="1148"/>
                </a:lnTo>
                <a:lnTo>
                  <a:pt x="2842" y="1149"/>
                </a:lnTo>
                <a:lnTo>
                  <a:pt x="2841" y="1150"/>
                </a:lnTo>
                <a:lnTo>
                  <a:pt x="2841" y="1151"/>
                </a:lnTo>
                <a:lnTo>
                  <a:pt x="2841" y="1152"/>
                </a:lnTo>
                <a:lnTo>
                  <a:pt x="2841" y="1153"/>
                </a:lnTo>
                <a:lnTo>
                  <a:pt x="2843" y="1155"/>
                </a:lnTo>
                <a:lnTo>
                  <a:pt x="2843" y="1156"/>
                </a:lnTo>
                <a:lnTo>
                  <a:pt x="2843" y="1157"/>
                </a:lnTo>
                <a:lnTo>
                  <a:pt x="2842" y="1157"/>
                </a:lnTo>
                <a:lnTo>
                  <a:pt x="2842" y="1158"/>
                </a:lnTo>
                <a:lnTo>
                  <a:pt x="2843" y="1160"/>
                </a:lnTo>
                <a:lnTo>
                  <a:pt x="2843" y="1161"/>
                </a:lnTo>
                <a:lnTo>
                  <a:pt x="2844" y="1164"/>
                </a:lnTo>
                <a:lnTo>
                  <a:pt x="2845" y="1166"/>
                </a:lnTo>
                <a:lnTo>
                  <a:pt x="2845" y="1167"/>
                </a:lnTo>
                <a:lnTo>
                  <a:pt x="2846" y="1167"/>
                </a:lnTo>
                <a:lnTo>
                  <a:pt x="2847" y="1167"/>
                </a:lnTo>
                <a:lnTo>
                  <a:pt x="2849" y="1170"/>
                </a:lnTo>
                <a:lnTo>
                  <a:pt x="2849" y="1171"/>
                </a:lnTo>
                <a:lnTo>
                  <a:pt x="2848" y="1171"/>
                </a:lnTo>
                <a:lnTo>
                  <a:pt x="2847" y="1172"/>
                </a:lnTo>
                <a:lnTo>
                  <a:pt x="2847" y="1173"/>
                </a:lnTo>
                <a:lnTo>
                  <a:pt x="2849" y="1174"/>
                </a:lnTo>
                <a:lnTo>
                  <a:pt x="2850" y="1175"/>
                </a:lnTo>
                <a:lnTo>
                  <a:pt x="2852" y="1175"/>
                </a:lnTo>
                <a:lnTo>
                  <a:pt x="2852" y="1176"/>
                </a:lnTo>
                <a:lnTo>
                  <a:pt x="2852" y="1177"/>
                </a:lnTo>
                <a:lnTo>
                  <a:pt x="2853" y="1178"/>
                </a:lnTo>
                <a:lnTo>
                  <a:pt x="2855" y="1181"/>
                </a:lnTo>
                <a:lnTo>
                  <a:pt x="2856" y="1182"/>
                </a:lnTo>
                <a:lnTo>
                  <a:pt x="2856" y="1183"/>
                </a:lnTo>
                <a:lnTo>
                  <a:pt x="2856" y="1184"/>
                </a:lnTo>
                <a:lnTo>
                  <a:pt x="2856" y="1185"/>
                </a:lnTo>
                <a:lnTo>
                  <a:pt x="2860" y="1187"/>
                </a:lnTo>
                <a:lnTo>
                  <a:pt x="2863" y="1187"/>
                </a:lnTo>
                <a:lnTo>
                  <a:pt x="2865" y="1187"/>
                </a:lnTo>
                <a:lnTo>
                  <a:pt x="2866" y="1187"/>
                </a:lnTo>
                <a:lnTo>
                  <a:pt x="2867" y="1186"/>
                </a:lnTo>
                <a:lnTo>
                  <a:pt x="2868" y="1185"/>
                </a:lnTo>
                <a:lnTo>
                  <a:pt x="2868" y="1182"/>
                </a:lnTo>
                <a:lnTo>
                  <a:pt x="2869" y="1182"/>
                </a:lnTo>
                <a:lnTo>
                  <a:pt x="2870" y="1182"/>
                </a:lnTo>
                <a:lnTo>
                  <a:pt x="2871" y="1182"/>
                </a:lnTo>
                <a:lnTo>
                  <a:pt x="2873" y="1182"/>
                </a:lnTo>
                <a:lnTo>
                  <a:pt x="2873" y="1181"/>
                </a:lnTo>
                <a:lnTo>
                  <a:pt x="2874" y="1179"/>
                </a:lnTo>
                <a:lnTo>
                  <a:pt x="2875" y="1179"/>
                </a:lnTo>
                <a:lnTo>
                  <a:pt x="2892" y="1185"/>
                </a:lnTo>
                <a:lnTo>
                  <a:pt x="2895" y="1186"/>
                </a:lnTo>
                <a:lnTo>
                  <a:pt x="2900" y="1188"/>
                </a:lnTo>
                <a:lnTo>
                  <a:pt x="2901" y="1189"/>
                </a:lnTo>
                <a:lnTo>
                  <a:pt x="2902" y="1189"/>
                </a:lnTo>
                <a:lnTo>
                  <a:pt x="2903" y="1192"/>
                </a:lnTo>
                <a:lnTo>
                  <a:pt x="2903" y="1193"/>
                </a:lnTo>
                <a:lnTo>
                  <a:pt x="2903" y="1194"/>
                </a:lnTo>
                <a:lnTo>
                  <a:pt x="2903" y="1195"/>
                </a:lnTo>
                <a:lnTo>
                  <a:pt x="2904" y="1195"/>
                </a:lnTo>
                <a:lnTo>
                  <a:pt x="2904" y="1198"/>
                </a:lnTo>
                <a:lnTo>
                  <a:pt x="2905" y="1199"/>
                </a:lnTo>
                <a:lnTo>
                  <a:pt x="2905" y="1201"/>
                </a:lnTo>
                <a:lnTo>
                  <a:pt x="2906" y="1203"/>
                </a:lnTo>
                <a:lnTo>
                  <a:pt x="2908" y="1204"/>
                </a:lnTo>
                <a:lnTo>
                  <a:pt x="2908" y="1205"/>
                </a:lnTo>
                <a:lnTo>
                  <a:pt x="2910" y="1204"/>
                </a:lnTo>
                <a:lnTo>
                  <a:pt x="2910" y="1203"/>
                </a:lnTo>
                <a:lnTo>
                  <a:pt x="2913" y="1199"/>
                </a:lnTo>
                <a:lnTo>
                  <a:pt x="2913" y="1198"/>
                </a:lnTo>
                <a:lnTo>
                  <a:pt x="2913" y="1197"/>
                </a:lnTo>
                <a:lnTo>
                  <a:pt x="2914" y="1197"/>
                </a:lnTo>
                <a:lnTo>
                  <a:pt x="2914" y="1196"/>
                </a:lnTo>
                <a:lnTo>
                  <a:pt x="2913" y="1194"/>
                </a:lnTo>
                <a:lnTo>
                  <a:pt x="2914" y="1192"/>
                </a:lnTo>
                <a:lnTo>
                  <a:pt x="2916" y="1187"/>
                </a:lnTo>
                <a:lnTo>
                  <a:pt x="2917" y="1185"/>
                </a:lnTo>
                <a:lnTo>
                  <a:pt x="2919" y="1183"/>
                </a:lnTo>
                <a:lnTo>
                  <a:pt x="2923" y="1177"/>
                </a:lnTo>
                <a:lnTo>
                  <a:pt x="2924" y="1177"/>
                </a:lnTo>
                <a:lnTo>
                  <a:pt x="2927" y="1176"/>
                </a:lnTo>
                <a:lnTo>
                  <a:pt x="2928" y="1176"/>
                </a:lnTo>
                <a:lnTo>
                  <a:pt x="2932" y="1177"/>
                </a:lnTo>
                <a:lnTo>
                  <a:pt x="2936" y="1178"/>
                </a:lnTo>
                <a:lnTo>
                  <a:pt x="2937" y="1178"/>
                </a:lnTo>
                <a:lnTo>
                  <a:pt x="2938" y="1178"/>
                </a:lnTo>
                <a:lnTo>
                  <a:pt x="2939" y="1180"/>
                </a:lnTo>
                <a:lnTo>
                  <a:pt x="2939" y="1181"/>
                </a:lnTo>
                <a:lnTo>
                  <a:pt x="2939" y="1182"/>
                </a:lnTo>
                <a:lnTo>
                  <a:pt x="2938" y="1184"/>
                </a:lnTo>
                <a:lnTo>
                  <a:pt x="2938" y="1185"/>
                </a:lnTo>
                <a:lnTo>
                  <a:pt x="2939" y="1187"/>
                </a:lnTo>
                <a:lnTo>
                  <a:pt x="2940" y="1187"/>
                </a:lnTo>
                <a:lnTo>
                  <a:pt x="2940" y="1188"/>
                </a:lnTo>
                <a:lnTo>
                  <a:pt x="2944" y="1194"/>
                </a:lnTo>
                <a:lnTo>
                  <a:pt x="2946" y="1196"/>
                </a:lnTo>
                <a:lnTo>
                  <a:pt x="2947" y="1197"/>
                </a:lnTo>
                <a:lnTo>
                  <a:pt x="2948" y="1197"/>
                </a:lnTo>
                <a:lnTo>
                  <a:pt x="2951" y="1199"/>
                </a:lnTo>
                <a:lnTo>
                  <a:pt x="2955" y="1202"/>
                </a:lnTo>
                <a:lnTo>
                  <a:pt x="2957" y="1204"/>
                </a:lnTo>
                <a:lnTo>
                  <a:pt x="2957" y="1205"/>
                </a:lnTo>
                <a:lnTo>
                  <a:pt x="2958" y="1206"/>
                </a:lnTo>
                <a:lnTo>
                  <a:pt x="2959" y="1206"/>
                </a:lnTo>
                <a:lnTo>
                  <a:pt x="2961" y="1206"/>
                </a:lnTo>
                <a:lnTo>
                  <a:pt x="2962" y="1206"/>
                </a:lnTo>
                <a:lnTo>
                  <a:pt x="2963" y="1207"/>
                </a:lnTo>
                <a:lnTo>
                  <a:pt x="2963" y="1208"/>
                </a:lnTo>
                <a:lnTo>
                  <a:pt x="2963" y="1210"/>
                </a:lnTo>
                <a:lnTo>
                  <a:pt x="2963" y="1211"/>
                </a:lnTo>
                <a:lnTo>
                  <a:pt x="2963" y="1212"/>
                </a:lnTo>
                <a:lnTo>
                  <a:pt x="2963" y="1214"/>
                </a:lnTo>
                <a:lnTo>
                  <a:pt x="2964" y="1215"/>
                </a:lnTo>
                <a:lnTo>
                  <a:pt x="2963" y="1219"/>
                </a:lnTo>
                <a:lnTo>
                  <a:pt x="2963" y="1223"/>
                </a:lnTo>
                <a:lnTo>
                  <a:pt x="2963" y="1225"/>
                </a:lnTo>
                <a:lnTo>
                  <a:pt x="2963" y="1226"/>
                </a:lnTo>
                <a:lnTo>
                  <a:pt x="2964" y="1226"/>
                </a:lnTo>
                <a:lnTo>
                  <a:pt x="2964" y="1227"/>
                </a:lnTo>
                <a:lnTo>
                  <a:pt x="2966" y="1226"/>
                </a:lnTo>
                <a:lnTo>
                  <a:pt x="2967" y="1226"/>
                </a:lnTo>
                <a:lnTo>
                  <a:pt x="2969" y="1226"/>
                </a:lnTo>
                <a:lnTo>
                  <a:pt x="2970" y="1226"/>
                </a:lnTo>
                <a:lnTo>
                  <a:pt x="2970" y="1227"/>
                </a:lnTo>
                <a:lnTo>
                  <a:pt x="2972" y="1227"/>
                </a:lnTo>
                <a:lnTo>
                  <a:pt x="2973" y="1227"/>
                </a:lnTo>
                <a:lnTo>
                  <a:pt x="2974" y="1226"/>
                </a:lnTo>
                <a:lnTo>
                  <a:pt x="2974" y="1225"/>
                </a:lnTo>
                <a:lnTo>
                  <a:pt x="2974" y="1224"/>
                </a:lnTo>
                <a:lnTo>
                  <a:pt x="2974" y="1223"/>
                </a:lnTo>
                <a:lnTo>
                  <a:pt x="2975" y="1223"/>
                </a:lnTo>
                <a:lnTo>
                  <a:pt x="2976" y="1222"/>
                </a:lnTo>
                <a:lnTo>
                  <a:pt x="2976" y="1220"/>
                </a:lnTo>
                <a:lnTo>
                  <a:pt x="2976" y="1219"/>
                </a:lnTo>
                <a:lnTo>
                  <a:pt x="2975" y="1217"/>
                </a:lnTo>
                <a:lnTo>
                  <a:pt x="2976" y="1216"/>
                </a:lnTo>
                <a:lnTo>
                  <a:pt x="2977" y="1216"/>
                </a:lnTo>
                <a:lnTo>
                  <a:pt x="2978" y="1216"/>
                </a:lnTo>
                <a:lnTo>
                  <a:pt x="2980" y="1216"/>
                </a:lnTo>
                <a:lnTo>
                  <a:pt x="2981" y="1214"/>
                </a:lnTo>
                <a:lnTo>
                  <a:pt x="2980" y="1213"/>
                </a:lnTo>
                <a:lnTo>
                  <a:pt x="2980" y="1212"/>
                </a:lnTo>
                <a:lnTo>
                  <a:pt x="2980" y="1211"/>
                </a:lnTo>
                <a:lnTo>
                  <a:pt x="2981" y="1211"/>
                </a:lnTo>
                <a:lnTo>
                  <a:pt x="2981" y="1210"/>
                </a:lnTo>
                <a:lnTo>
                  <a:pt x="2982" y="1208"/>
                </a:lnTo>
                <a:lnTo>
                  <a:pt x="2981" y="1208"/>
                </a:lnTo>
                <a:lnTo>
                  <a:pt x="2980" y="1206"/>
                </a:lnTo>
                <a:lnTo>
                  <a:pt x="2979" y="1204"/>
                </a:lnTo>
                <a:lnTo>
                  <a:pt x="2979" y="1202"/>
                </a:lnTo>
                <a:lnTo>
                  <a:pt x="2977" y="1201"/>
                </a:lnTo>
                <a:lnTo>
                  <a:pt x="2977" y="1199"/>
                </a:lnTo>
                <a:lnTo>
                  <a:pt x="2977" y="1197"/>
                </a:lnTo>
                <a:lnTo>
                  <a:pt x="2979" y="1196"/>
                </a:lnTo>
                <a:lnTo>
                  <a:pt x="2975" y="1193"/>
                </a:lnTo>
                <a:lnTo>
                  <a:pt x="2975" y="1192"/>
                </a:lnTo>
                <a:lnTo>
                  <a:pt x="2972" y="1191"/>
                </a:lnTo>
                <a:lnTo>
                  <a:pt x="2971" y="1190"/>
                </a:lnTo>
                <a:lnTo>
                  <a:pt x="2970" y="1190"/>
                </a:lnTo>
                <a:lnTo>
                  <a:pt x="2970" y="1189"/>
                </a:lnTo>
                <a:lnTo>
                  <a:pt x="2970" y="1188"/>
                </a:lnTo>
                <a:lnTo>
                  <a:pt x="2971" y="1187"/>
                </a:lnTo>
                <a:lnTo>
                  <a:pt x="2971" y="1186"/>
                </a:lnTo>
                <a:lnTo>
                  <a:pt x="2971" y="1183"/>
                </a:lnTo>
                <a:lnTo>
                  <a:pt x="2971" y="1182"/>
                </a:lnTo>
                <a:lnTo>
                  <a:pt x="2971" y="1180"/>
                </a:lnTo>
                <a:lnTo>
                  <a:pt x="2972" y="1177"/>
                </a:lnTo>
                <a:lnTo>
                  <a:pt x="2974" y="1177"/>
                </a:lnTo>
                <a:lnTo>
                  <a:pt x="2975" y="1177"/>
                </a:lnTo>
                <a:lnTo>
                  <a:pt x="2976" y="1176"/>
                </a:lnTo>
                <a:lnTo>
                  <a:pt x="2976" y="1175"/>
                </a:lnTo>
                <a:lnTo>
                  <a:pt x="2977" y="1174"/>
                </a:lnTo>
                <a:lnTo>
                  <a:pt x="2978" y="1170"/>
                </a:lnTo>
                <a:lnTo>
                  <a:pt x="2978" y="1169"/>
                </a:lnTo>
                <a:lnTo>
                  <a:pt x="2977" y="1169"/>
                </a:lnTo>
                <a:lnTo>
                  <a:pt x="2976" y="1168"/>
                </a:lnTo>
                <a:lnTo>
                  <a:pt x="2976" y="1167"/>
                </a:lnTo>
                <a:lnTo>
                  <a:pt x="2974" y="1163"/>
                </a:lnTo>
                <a:lnTo>
                  <a:pt x="2975" y="1163"/>
                </a:lnTo>
                <a:lnTo>
                  <a:pt x="2977" y="1163"/>
                </a:lnTo>
                <a:lnTo>
                  <a:pt x="2978" y="1164"/>
                </a:lnTo>
                <a:lnTo>
                  <a:pt x="2979" y="1163"/>
                </a:lnTo>
                <a:lnTo>
                  <a:pt x="2983" y="1162"/>
                </a:lnTo>
                <a:lnTo>
                  <a:pt x="2983" y="1161"/>
                </a:lnTo>
                <a:lnTo>
                  <a:pt x="2984" y="1159"/>
                </a:lnTo>
                <a:lnTo>
                  <a:pt x="2986" y="1159"/>
                </a:lnTo>
                <a:lnTo>
                  <a:pt x="2988" y="1161"/>
                </a:lnTo>
                <a:lnTo>
                  <a:pt x="2990" y="1161"/>
                </a:lnTo>
                <a:lnTo>
                  <a:pt x="2992" y="1162"/>
                </a:lnTo>
                <a:lnTo>
                  <a:pt x="3003" y="1163"/>
                </a:lnTo>
                <a:lnTo>
                  <a:pt x="3005" y="1162"/>
                </a:lnTo>
                <a:lnTo>
                  <a:pt x="3008" y="1162"/>
                </a:lnTo>
                <a:lnTo>
                  <a:pt x="3009" y="1163"/>
                </a:lnTo>
                <a:lnTo>
                  <a:pt x="3010" y="1169"/>
                </a:lnTo>
                <a:lnTo>
                  <a:pt x="3010" y="1170"/>
                </a:lnTo>
                <a:lnTo>
                  <a:pt x="3010" y="1171"/>
                </a:lnTo>
                <a:lnTo>
                  <a:pt x="3010" y="1172"/>
                </a:lnTo>
                <a:lnTo>
                  <a:pt x="3010" y="1173"/>
                </a:lnTo>
                <a:lnTo>
                  <a:pt x="3010" y="1174"/>
                </a:lnTo>
                <a:lnTo>
                  <a:pt x="3011" y="1177"/>
                </a:lnTo>
                <a:lnTo>
                  <a:pt x="3011" y="1179"/>
                </a:lnTo>
                <a:lnTo>
                  <a:pt x="3011" y="1181"/>
                </a:lnTo>
                <a:lnTo>
                  <a:pt x="3013" y="1182"/>
                </a:lnTo>
                <a:lnTo>
                  <a:pt x="3014" y="1182"/>
                </a:lnTo>
                <a:lnTo>
                  <a:pt x="3014" y="1183"/>
                </a:lnTo>
                <a:lnTo>
                  <a:pt x="3014" y="1184"/>
                </a:lnTo>
                <a:lnTo>
                  <a:pt x="3014" y="1185"/>
                </a:lnTo>
                <a:lnTo>
                  <a:pt x="3014" y="1186"/>
                </a:lnTo>
                <a:lnTo>
                  <a:pt x="3014" y="1188"/>
                </a:lnTo>
                <a:lnTo>
                  <a:pt x="3014" y="1189"/>
                </a:lnTo>
                <a:lnTo>
                  <a:pt x="3015" y="1190"/>
                </a:lnTo>
                <a:lnTo>
                  <a:pt x="3019" y="1193"/>
                </a:lnTo>
                <a:lnTo>
                  <a:pt x="3019" y="1194"/>
                </a:lnTo>
                <a:lnTo>
                  <a:pt x="3020" y="1194"/>
                </a:lnTo>
                <a:lnTo>
                  <a:pt x="3021" y="1195"/>
                </a:lnTo>
                <a:lnTo>
                  <a:pt x="3021" y="1196"/>
                </a:lnTo>
                <a:lnTo>
                  <a:pt x="3023" y="1196"/>
                </a:lnTo>
                <a:lnTo>
                  <a:pt x="3024" y="1197"/>
                </a:lnTo>
                <a:lnTo>
                  <a:pt x="3024" y="1198"/>
                </a:lnTo>
                <a:lnTo>
                  <a:pt x="3026" y="1199"/>
                </a:lnTo>
                <a:lnTo>
                  <a:pt x="3027" y="1201"/>
                </a:lnTo>
                <a:lnTo>
                  <a:pt x="3029" y="1202"/>
                </a:lnTo>
                <a:lnTo>
                  <a:pt x="3030" y="1204"/>
                </a:lnTo>
                <a:lnTo>
                  <a:pt x="3032" y="1206"/>
                </a:lnTo>
                <a:lnTo>
                  <a:pt x="3033" y="1207"/>
                </a:lnTo>
                <a:lnTo>
                  <a:pt x="3034" y="1208"/>
                </a:lnTo>
                <a:lnTo>
                  <a:pt x="3036" y="1209"/>
                </a:lnTo>
                <a:lnTo>
                  <a:pt x="3036" y="1210"/>
                </a:lnTo>
                <a:lnTo>
                  <a:pt x="3037" y="1209"/>
                </a:lnTo>
                <a:lnTo>
                  <a:pt x="3041" y="1207"/>
                </a:lnTo>
                <a:lnTo>
                  <a:pt x="3043" y="1206"/>
                </a:lnTo>
                <a:lnTo>
                  <a:pt x="3044" y="1205"/>
                </a:lnTo>
                <a:lnTo>
                  <a:pt x="3045" y="1206"/>
                </a:lnTo>
                <a:lnTo>
                  <a:pt x="3046" y="1207"/>
                </a:lnTo>
                <a:lnTo>
                  <a:pt x="3046" y="1208"/>
                </a:lnTo>
                <a:lnTo>
                  <a:pt x="3047" y="1210"/>
                </a:lnTo>
                <a:lnTo>
                  <a:pt x="3049" y="1211"/>
                </a:lnTo>
                <a:lnTo>
                  <a:pt x="3051" y="1212"/>
                </a:lnTo>
                <a:lnTo>
                  <a:pt x="3053" y="1211"/>
                </a:lnTo>
                <a:lnTo>
                  <a:pt x="3053" y="1209"/>
                </a:lnTo>
                <a:lnTo>
                  <a:pt x="3053" y="1208"/>
                </a:lnTo>
                <a:lnTo>
                  <a:pt x="3054" y="1208"/>
                </a:lnTo>
                <a:lnTo>
                  <a:pt x="3056" y="1208"/>
                </a:lnTo>
                <a:lnTo>
                  <a:pt x="3057" y="1209"/>
                </a:lnTo>
                <a:lnTo>
                  <a:pt x="3058" y="1210"/>
                </a:lnTo>
                <a:lnTo>
                  <a:pt x="3058" y="1211"/>
                </a:lnTo>
                <a:lnTo>
                  <a:pt x="3059" y="1213"/>
                </a:lnTo>
                <a:lnTo>
                  <a:pt x="3060" y="1214"/>
                </a:lnTo>
                <a:lnTo>
                  <a:pt x="3061" y="1217"/>
                </a:lnTo>
                <a:lnTo>
                  <a:pt x="3063" y="1218"/>
                </a:lnTo>
                <a:lnTo>
                  <a:pt x="3064" y="1219"/>
                </a:lnTo>
                <a:lnTo>
                  <a:pt x="3066" y="1220"/>
                </a:lnTo>
                <a:lnTo>
                  <a:pt x="3067" y="1220"/>
                </a:lnTo>
                <a:lnTo>
                  <a:pt x="3070" y="1220"/>
                </a:lnTo>
                <a:lnTo>
                  <a:pt x="3072" y="1218"/>
                </a:lnTo>
                <a:lnTo>
                  <a:pt x="3072" y="1217"/>
                </a:lnTo>
                <a:lnTo>
                  <a:pt x="3073" y="1215"/>
                </a:lnTo>
                <a:lnTo>
                  <a:pt x="3075" y="1215"/>
                </a:lnTo>
                <a:lnTo>
                  <a:pt x="3076" y="1215"/>
                </a:lnTo>
                <a:lnTo>
                  <a:pt x="3077" y="1215"/>
                </a:lnTo>
                <a:lnTo>
                  <a:pt x="3079" y="1215"/>
                </a:lnTo>
                <a:lnTo>
                  <a:pt x="3081" y="1214"/>
                </a:lnTo>
                <a:lnTo>
                  <a:pt x="3082" y="1212"/>
                </a:lnTo>
                <a:lnTo>
                  <a:pt x="3083" y="1211"/>
                </a:lnTo>
                <a:lnTo>
                  <a:pt x="3083" y="1210"/>
                </a:lnTo>
                <a:lnTo>
                  <a:pt x="3081" y="1207"/>
                </a:lnTo>
                <a:lnTo>
                  <a:pt x="3080" y="1207"/>
                </a:lnTo>
                <a:lnTo>
                  <a:pt x="3079" y="1207"/>
                </a:lnTo>
                <a:lnTo>
                  <a:pt x="3078" y="1202"/>
                </a:lnTo>
                <a:lnTo>
                  <a:pt x="3076" y="1201"/>
                </a:lnTo>
                <a:lnTo>
                  <a:pt x="3076" y="1197"/>
                </a:lnTo>
                <a:lnTo>
                  <a:pt x="3077" y="1196"/>
                </a:lnTo>
                <a:lnTo>
                  <a:pt x="3077" y="1195"/>
                </a:lnTo>
                <a:lnTo>
                  <a:pt x="3076" y="1194"/>
                </a:lnTo>
                <a:lnTo>
                  <a:pt x="3072" y="1190"/>
                </a:lnTo>
                <a:lnTo>
                  <a:pt x="3071" y="1189"/>
                </a:lnTo>
                <a:lnTo>
                  <a:pt x="3071" y="1186"/>
                </a:lnTo>
                <a:lnTo>
                  <a:pt x="3071" y="1182"/>
                </a:lnTo>
                <a:lnTo>
                  <a:pt x="3071" y="1180"/>
                </a:lnTo>
                <a:lnTo>
                  <a:pt x="3072" y="1179"/>
                </a:lnTo>
                <a:lnTo>
                  <a:pt x="3073" y="1179"/>
                </a:lnTo>
                <a:lnTo>
                  <a:pt x="3075" y="1179"/>
                </a:lnTo>
                <a:lnTo>
                  <a:pt x="3077" y="1179"/>
                </a:lnTo>
                <a:lnTo>
                  <a:pt x="3078" y="1178"/>
                </a:lnTo>
                <a:lnTo>
                  <a:pt x="3078" y="1177"/>
                </a:lnTo>
                <a:lnTo>
                  <a:pt x="3080" y="1175"/>
                </a:lnTo>
                <a:lnTo>
                  <a:pt x="3080" y="1174"/>
                </a:lnTo>
                <a:lnTo>
                  <a:pt x="3080" y="1173"/>
                </a:lnTo>
                <a:lnTo>
                  <a:pt x="3079" y="1172"/>
                </a:lnTo>
                <a:lnTo>
                  <a:pt x="3077" y="1171"/>
                </a:lnTo>
                <a:lnTo>
                  <a:pt x="3076" y="1170"/>
                </a:lnTo>
                <a:lnTo>
                  <a:pt x="3075" y="1168"/>
                </a:lnTo>
                <a:lnTo>
                  <a:pt x="3076" y="1166"/>
                </a:lnTo>
                <a:lnTo>
                  <a:pt x="3075" y="1166"/>
                </a:lnTo>
                <a:lnTo>
                  <a:pt x="3075" y="1165"/>
                </a:lnTo>
                <a:lnTo>
                  <a:pt x="3074" y="1164"/>
                </a:lnTo>
                <a:lnTo>
                  <a:pt x="3072" y="1163"/>
                </a:lnTo>
                <a:lnTo>
                  <a:pt x="3071" y="1160"/>
                </a:lnTo>
                <a:lnTo>
                  <a:pt x="3071" y="1158"/>
                </a:lnTo>
                <a:lnTo>
                  <a:pt x="3070" y="1156"/>
                </a:lnTo>
                <a:lnTo>
                  <a:pt x="3070" y="1154"/>
                </a:lnTo>
                <a:lnTo>
                  <a:pt x="3070" y="1153"/>
                </a:lnTo>
                <a:lnTo>
                  <a:pt x="3071" y="1152"/>
                </a:lnTo>
                <a:lnTo>
                  <a:pt x="3071" y="1151"/>
                </a:lnTo>
                <a:lnTo>
                  <a:pt x="3070" y="1151"/>
                </a:lnTo>
                <a:lnTo>
                  <a:pt x="3069" y="1150"/>
                </a:lnTo>
                <a:lnTo>
                  <a:pt x="3068" y="1149"/>
                </a:lnTo>
                <a:lnTo>
                  <a:pt x="3067" y="1148"/>
                </a:lnTo>
                <a:lnTo>
                  <a:pt x="3067" y="1147"/>
                </a:lnTo>
                <a:lnTo>
                  <a:pt x="3068" y="1146"/>
                </a:lnTo>
                <a:lnTo>
                  <a:pt x="3069" y="1146"/>
                </a:lnTo>
                <a:lnTo>
                  <a:pt x="3070" y="1147"/>
                </a:lnTo>
                <a:lnTo>
                  <a:pt x="3071" y="1148"/>
                </a:lnTo>
                <a:lnTo>
                  <a:pt x="3071" y="1149"/>
                </a:lnTo>
                <a:lnTo>
                  <a:pt x="3072" y="1149"/>
                </a:lnTo>
                <a:lnTo>
                  <a:pt x="3073" y="1149"/>
                </a:lnTo>
                <a:lnTo>
                  <a:pt x="3074" y="1149"/>
                </a:lnTo>
                <a:lnTo>
                  <a:pt x="3075" y="1149"/>
                </a:lnTo>
                <a:lnTo>
                  <a:pt x="3075" y="1150"/>
                </a:lnTo>
                <a:lnTo>
                  <a:pt x="3076" y="1150"/>
                </a:lnTo>
                <a:lnTo>
                  <a:pt x="3078" y="1149"/>
                </a:lnTo>
                <a:lnTo>
                  <a:pt x="3079" y="1148"/>
                </a:lnTo>
                <a:lnTo>
                  <a:pt x="3080" y="1148"/>
                </a:lnTo>
                <a:lnTo>
                  <a:pt x="3081" y="1149"/>
                </a:lnTo>
                <a:lnTo>
                  <a:pt x="3081" y="1150"/>
                </a:lnTo>
                <a:lnTo>
                  <a:pt x="3082" y="1150"/>
                </a:lnTo>
                <a:lnTo>
                  <a:pt x="3083" y="1150"/>
                </a:lnTo>
                <a:lnTo>
                  <a:pt x="3084" y="1151"/>
                </a:lnTo>
                <a:lnTo>
                  <a:pt x="3085" y="1151"/>
                </a:lnTo>
                <a:lnTo>
                  <a:pt x="3085" y="1152"/>
                </a:lnTo>
                <a:lnTo>
                  <a:pt x="3085" y="1153"/>
                </a:lnTo>
                <a:lnTo>
                  <a:pt x="3086" y="1153"/>
                </a:lnTo>
                <a:lnTo>
                  <a:pt x="3087" y="1153"/>
                </a:lnTo>
                <a:lnTo>
                  <a:pt x="3087" y="1154"/>
                </a:lnTo>
                <a:lnTo>
                  <a:pt x="3088" y="1154"/>
                </a:lnTo>
                <a:lnTo>
                  <a:pt x="3088" y="1155"/>
                </a:lnTo>
                <a:lnTo>
                  <a:pt x="3088" y="1157"/>
                </a:lnTo>
                <a:lnTo>
                  <a:pt x="3088" y="1158"/>
                </a:lnTo>
                <a:lnTo>
                  <a:pt x="3089" y="1159"/>
                </a:lnTo>
                <a:lnTo>
                  <a:pt x="3091" y="1160"/>
                </a:lnTo>
                <a:lnTo>
                  <a:pt x="3092" y="1159"/>
                </a:lnTo>
                <a:lnTo>
                  <a:pt x="3091" y="1158"/>
                </a:lnTo>
                <a:lnTo>
                  <a:pt x="3091" y="1156"/>
                </a:lnTo>
                <a:lnTo>
                  <a:pt x="3091" y="1154"/>
                </a:lnTo>
                <a:lnTo>
                  <a:pt x="3092" y="1154"/>
                </a:lnTo>
                <a:lnTo>
                  <a:pt x="3093" y="1154"/>
                </a:lnTo>
                <a:lnTo>
                  <a:pt x="3094" y="1154"/>
                </a:lnTo>
                <a:lnTo>
                  <a:pt x="3095" y="1153"/>
                </a:lnTo>
                <a:lnTo>
                  <a:pt x="3096" y="1153"/>
                </a:lnTo>
                <a:lnTo>
                  <a:pt x="3096" y="1152"/>
                </a:lnTo>
                <a:lnTo>
                  <a:pt x="3096" y="1151"/>
                </a:lnTo>
                <a:lnTo>
                  <a:pt x="3097" y="1151"/>
                </a:lnTo>
                <a:lnTo>
                  <a:pt x="3098" y="1152"/>
                </a:lnTo>
                <a:lnTo>
                  <a:pt x="3099" y="1153"/>
                </a:lnTo>
                <a:lnTo>
                  <a:pt x="3100" y="1154"/>
                </a:lnTo>
                <a:lnTo>
                  <a:pt x="3101" y="1154"/>
                </a:lnTo>
                <a:lnTo>
                  <a:pt x="3102" y="1155"/>
                </a:lnTo>
                <a:lnTo>
                  <a:pt x="3105" y="1157"/>
                </a:lnTo>
                <a:lnTo>
                  <a:pt x="3107" y="1156"/>
                </a:lnTo>
                <a:lnTo>
                  <a:pt x="3107" y="1155"/>
                </a:lnTo>
                <a:lnTo>
                  <a:pt x="3107" y="1154"/>
                </a:lnTo>
                <a:lnTo>
                  <a:pt x="3109" y="1153"/>
                </a:lnTo>
                <a:lnTo>
                  <a:pt x="3109" y="1152"/>
                </a:lnTo>
                <a:lnTo>
                  <a:pt x="3109" y="1151"/>
                </a:lnTo>
                <a:lnTo>
                  <a:pt x="3108" y="1151"/>
                </a:lnTo>
                <a:lnTo>
                  <a:pt x="3108" y="1150"/>
                </a:lnTo>
                <a:lnTo>
                  <a:pt x="3107" y="1150"/>
                </a:lnTo>
                <a:lnTo>
                  <a:pt x="3106" y="1149"/>
                </a:lnTo>
                <a:lnTo>
                  <a:pt x="3105" y="1149"/>
                </a:lnTo>
                <a:lnTo>
                  <a:pt x="3105" y="1148"/>
                </a:lnTo>
                <a:lnTo>
                  <a:pt x="3105" y="1147"/>
                </a:lnTo>
                <a:lnTo>
                  <a:pt x="3104" y="1146"/>
                </a:lnTo>
                <a:lnTo>
                  <a:pt x="3104" y="1144"/>
                </a:lnTo>
                <a:lnTo>
                  <a:pt x="3105" y="1144"/>
                </a:lnTo>
                <a:lnTo>
                  <a:pt x="3106" y="1143"/>
                </a:lnTo>
                <a:lnTo>
                  <a:pt x="3107" y="1142"/>
                </a:lnTo>
                <a:lnTo>
                  <a:pt x="3108" y="1142"/>
                </a:lnTo>
                <a:lnTo>
                  <a:pt x="3110" y="1141"/>
                </a:lnTo>
                <a:lnTo>
                  <a:pt x="3111" y="1141"/>
                </a:lnTo>
                <a:lnTo>
                  <a:pt x="3112" y="1141"/>
                </a:lnTo>
                <a:lnTo>
                  <a:pt x="3113" y="1142"/>
                </a:lnTo>
                <a:lnTo>
                  <a:pt x="3114" y="1142"/>
                </a:lnTo>
                <a:lnTo>
                  <a:pt x="3115" y="1142"/>
                </a:lnTo>
                <a:lnTo>
                  <a:pt x="3116" y="1142"/>
                </a:lnTo>
                <a:lnTo>
                  <a:pt x="3116" y="1141"/>
                </a:lnTo>
                <a:lnTo>
                  <a:pt x="3117" y="1141"/>
                </a:lnTo>
                <a:lnTo>
                  <a:pt x="3117" y="1142"/>
                </a:lnTo>
                <a:lnTo>
                  <a:pt x="3118" y="1142"/>
                </a:lnTo>
                <a:lnTo>
                  <a:pt x="3118" y="1143"/>
                </a:lnTo>
                <a:lnTo>
                  <a:pt x="3118" y="1144"/>
                </a:lnTo>
                <a:lnTo>
                  <a:pt x="3119" y="1144"/>
                </a:lnTo>
                <a:lnTo>
                  <a:pt x="3120" y="1145"/>
                </a:lnTo>
                <a:lnTo>
                  <a:pt x="3120" y="1146"/>
                </a:lnTo>
                <a:lnTo>
                  <a:pt x="3122" y="1146"/>
                </a:lnTo>
                <a:lnTo>
                  <a:pt x="3123" y="1146"/>
                </a:lnTo>
                <a:lnTo>
                  <a:pt x="3124" y="1146"/>
                </a:lnTo>
                <a:lnTo>
                  <a:pt x="3125" y="1147"/>
                </a:lnTo>
                <a:lnTo>
                  <a:pt x="3127" y="1147"/>
                </a:lnTo>
                <a:lnTo>
                  <a:pt x="3128" y="1146"/>
                </a:lnTo>
                <a:lnTo>
                  <a:pt x="3129" y="1146"/>
                </a:lnTo>
                <a:lnTo>
                  <a:pt x="3129" y="1147"/>
                </a:lnTo>
                <a:lnTo>
                  <a:pt x="3132" y="1149"/>
                </a:lnTo>
                <a:lnTo>
                  <a:pt x="3133" y="1149"/>
                </a:lnTo>
                <a:lnTo>
                  <a:pt x="3134" y="1148"/>
                </a:lnTo>
                <a:lnTo>
                  <a:pt x="3136" y="1148"/>
                </a:lnTo>
                <a:lnTo>
                  <a:pt x="3138" y="1148"/>
                </a:lnTo>
                <a:lnTo>
                  <a:pt x="3138" y="1149"/>
                </a:lnTo>
                <a:lnTo>
                  <a:pt x="3139" y="1149"/>
                </a:lnTo>
                <a:lnTo>
                  <a:pt x="3140" y="1149"/>
                </a:lnTo>
                <a:lnTo>
                  <a:pt x="3141" y="1150"/>
                </a:lnTo>
                <a:lnTo>
                  <a:pt x="3142" y="1150"/>
                </a:lnTo>
                <a:lnTo>
                  <a:pt x="3141" y="1151"/>
                </a:lnTo>
                <a:lnTo>
                  <a:pt x="3142" y="1151"/>
                </a:lnTo>
                <a:lnTo>
                  <a:pt x="3143" y="1152"/>
                </a:lnTo>
                <a:lnTo>
                  <a:pt x="3144" y="1152"/>
                </a:lnTo>
                <a:lnTo>
                  <a:pt x="3144" y="1150"/>
                </a:lnTo>
                <a:lnTo>
                  <a:pt x="3145" y="1150"/>
                </a:lnTo>
                <a:lnTo>
                  <a:pt x="3146" y="1149"/>
                </a:lnTo>
                <a:lnTo>
                  <a:pt x="3147" y="1147"/>
                </a:lnTo>
                <a:lnTo>
                  <a:pt x="3147" y="1146"/>
                </a:lnTo>
                <a:lnTo>
                  <a:pt x="3148" y="1146"/>
                </a:lnTo>
                <a:lnTo>
                  <a:pt x="3149" y="1146"/>
                </a:lnTo>
                <a:lnTo>
                  <a:pt x="3149" y="1147"/>
                </a:lnTo>
                <a:lnTo>
                  <a:pt x="3150" y="1147"/>
                </a:lnTo>
                <a:lnTo>
                  <a:pt x="3151" y="1148"/>
                </a:lnTo>
                <a:lnTo>
                  <a:pt x="3151" y="1149"/>
                </a:lnTo>
                <a:lnTo>
                  <a:pt x="3152" y="1149"/>
                </a:lnTo>
                <a:lnTo>
                  <a:pt x="3154" y="1149"/>
                </a:lnTo>
                <a:lnTo>
                  <a:pt x="3155" y="1149"/>
                </a:lnTo>
                <a:lnTo>
                  <a:pt x="3156" y="1148"/>
                </a:lnTo>
                <a:lnTo>
                  <a:pt x="3156" y="1146"/>
                </a:lnTo>
                <a:lnTo>
                  <a:pt x="3155" y="1145"/>
                </a:lnTo>
                <a:lnTo>
                  <a:pt x="3154" y="1144"/>
                </a:lnTo>
                <a:lnTo>
                  <a:pt x="3154" y="1143"/>
                </a:lnTo>
                <a:lnTo>
                  <a:pt x="3153" y="1143"/>
                </a:lnTo>
                <a:lnTo>
                  <a:pt x="3152" y="1142"/>
                </a:lnTo>
                <a:lnTo>
                  <a:pt x="3152" y="1141"/>
                </a:lnTo>
                <a:lnTo>
                  <a:pt x="3151" y="1140"/>
                </a:lnTo>
                <a:lnTo>
                  <a:pt x="3150" y="1139"/>
                </a:lnTo>
                <a:lnTo>
                  <a:pt x="3151" y="1138"/>
                </a:lnTo>
                <a:lnTo>
                  <a:pt x="3152" y="1138"/>
                </a:lnTo>
                <a:lnTo>
                  <a:pt x="3153" y="1136"/>
                </a:lnTo>
                <a:lnTo>
                  <a:pt x="3154" y="1136"/>
                </a:lnTo>
                <a:lnTo>
                  <a:pt x="3155" y="1136"/>
                </a:lnTo>
                <a:lnTo>
                  <a:pt x="3155" y="1138"/>
                </a:lnTo>
                <a:lnTo>
                  <a:pt x="3156" y="1139"/>
                </a:lnTo>
                <a:lnTo>
                  <a:pt x="3156" y="1140"/>
                </a:lnTo>
                <a:lnTo>
                  <a:pt x="3157" y="1141"/>
                </a:lnTo>
                <a:lnTo>
                  <a:pt x="3158" y="1141"/>
                </a:lnTo>
                <a:lnTo>
                  <a:pt x="3158" y="1142"/>
                </a:lnTo>
                <a:lnTo>
                  <a:pt x="3158" y="1143"/>
                </a:lnTo>
                <a:lnTo>
                  <a:pt x="3159" y="1143"/>
                </a:lnTo>
                <a:lnTo>
                  <a:pt x="3159" y="1144"/>
                </a:lnTo>
                <a:lnTo>
                  <a:pt x="3160" y="1144"/>
                </a:lnTo>
                <a:lnTo>
                  <a:pt x="3162" y="1144"/>
                </a:lnTo>
                <a:lnTo>
                  <a:pt x="3163" y="1144"/>
                </a:lnTo>
                <a:lnTo>
                  <a:pt x="3165" y="1144"/>
                </a:lnTo>
                <a:lnTo>
                  <a:pt x="3166" y="1144"/>
                </a:lnTo>
                <a:lnTo>
                  <a:pt x="3167" y="1144"/>
                </a:lnTo>
                <a:lnTo>
                  <a:pt x="3168" y="1144"/>
                </a:lnTo>
                <a:lnTo>
                  <a:pt x="3168" y="1143"/>
                </a:lnTo>
                <a:lnTo>
                  <a:pt x="3167" y="1141"/>
                </a:lnTo>
                <a:lnTo>
                  <a:pt x="3167" y="1140"/>
                </a:lnTo>
                <a:lnTo>
                  <a:pt x="3166" y="1140"/>
                </a:lnTo>
                <a:lnTo>
                  <a:pt x="3166" y="1139"/>
                </a:lnTo>
                <a:lnTo>
                  <a:pt x="3167" y="1137"/>
                </a:lnTo>
                <a:lnTo>
                  <a:pt x="3168" y="1136"/>
                </a:lnTo>
                <a:lnTo>
                  <a:pt x="3168" y="1134"/>
                </a:lnTo>
                <a:lnTo>
                  <a:pt x="3169" y="1134"/>
                </a:lnTo>
                <a:lnTo>
                  <a:pt x="3169" y="1133"/>
                </a:lnTo>
                <a:lnTo>
                  <a:pt x="3170" y="1133"/>
                </a:lnTo>
                <a:lnTo>
                  <a:pt x="3170" y="1132"/>
                </a:lnTo>
                <a:lnTo>
                  <a:pt x="3169" y="1132"/>
                </a:lnTo>
                <a:lnTo>
                  <a:pt x="3168" y="1132"/>
                </a:lnTo>
                <a:lnTo>
                  <a:pt x="3167" y="1132"/>
                </a:lnTo>
                <a:lnTo>
                  <a:pt x="3166" y="1132"/>
                </a:lnTo>
                <a:lnTo>
                  <a:pt x="3165" y="1132"/>
                </a:lnTo>
                <a:lnTo>
                  <a:pt x="3165" y="1131"/>
                </a:lnTo>
                <a:lnTo>
                  <a:pt x="3164" y="1131"/>
                </a:lnTo>
                <a:lnTo>
                  <a:pt x="3164" y="1130"/>
                </a:lnTo>
                <a:lnTo>
                  <a:pt x="3163" y="1130"/>
                </a:lnTo>
                <a:lnTo>
                  <a:pt x="3163" y="1128"/>
                </a:lnTo>
                <a:lnTo>
                  <a:pt x="3164" y="1128"/>
                </a:lnTo>
                <a:lnTo>
                  <a:pt x="3164" y="1127"/>
                </a:lnTo>
                <a:lnTo>
                  <a:pt x="3163" y="1126"/>
                </a:lnTo>
                <a:lnTo>
                  <a:pt x="3163" y="1124"/>
                </a:lnTo>
                <a:lnTo>
                  <a:pt x="3162" y="1122"/>
                </a:lnTo>
                <a:lnTo>
                  <a:pt x="3162" y="1121"/>
                </a:lnTo>
                <a:lnTo>
                  <a:pt x="3163" y="1119"/>
                </a:lnTo>
                <a:lnTo>
                  <a:pt x="3164" y="1118"/>
                </a:lnTo>
                <a:lnTo>
                  <a:pt x="3164" y="1117"/>
                </a:lnTo>
                <a:lnTo>
                  <a:pt x="3165" y="1116"/>
                </a:lnTo>
                <a:lnTo>
                  <a:pt x="3165" y="1115"/>
                </a:lnTo>
                <a:lnTo>
                  <a:pt x="3165" y="1114"/>
                </a:lnTo>
                <a:lnTo>
                  <a:pt x="3165" y="1112"/>
                </a:lnTo>
                <a:lnTo>
                  <a:pt x="3166" y="1111"/>
                </a:lnTo>
                <a:lnTo>
                  <a:pt x="3166" y="1109"/>
                </a:lnTo>
                <a:lnTo>
                  <a:pt x="3166" y="1108"/>
                </a:lnTo>
                <a:lnTo>
                  <a:pt x="3167" y="1107"/>
                </a:lnTo>
                <a:lnTo>
                  <a:pt x="3168" y="1106"/>
                </a:lnTo>
                <a:lnTo>
                  <a:pt x="3168" y="1104"/>
                </a:lnTo>
                <a:lnTo>
                  <a:pt x="3168" y="1103"/>
                </a:lnTo>
                <a:lnTo>
                  <a:pt x="3168" y="1102"/>
                </a:lnTo>
                <a:lnTo>
                  <a:pt x="3169" y="1101"/>
                </a:lnTo>
                <a:lnTo>
                  <a:pt x="3169" y="1100"/>
                </a:lnTo>
                <a:lnTo>
                  <a:pt x="3169" y="1099"/>
                </a:lnTo>
                <a:lnTo>
                  <a:pt x="3170" y="1099"/>
                </a:lnTo>
                <a:lnTo>
                  <a:pt x="3170" y="1098"/>
                </a:lnTo>
                <a:lnTo>
                  <a:pt x="3171" y="1098"/>
                </a:lnTo>
                <a:lnTo>
                  <a:pt x="3173" y="1098"/>
                </a:lnTo>
                <a:lnTo>
                  <a:pt x="3173" y="1097"/>
                </a:lnTo>
                <a:lnTo>
                  <a:pt x="3174" y="1097"/>
                </a:lnTo>
                <a:lnTo>
                  <a:pt x="3175" y="1097"/>
                </a:lnTo>
                <a:lnTo>
                  <a:pt x="3176" y="1097"/>
                </a:lnTo>
                <a:lnTo>
                  <a:pt x="3176" y="1098"/>
                </a:lnTo>
                <a:lnTo>
                  <a:pt x="3177" y="1098"/>
                </a:lnTo>
                <a:lnTo>
                  <a:pt x="3178" y="1098"/>
                </a:lnTo>
                <a:lnTo>
                  <a:pt x="3178" y="1099"/>
                </a:lnTo>
                <a:lnTo>
                  <a:pt x="3178" y="1100"/>
                </a:lnTo>
                <a:lnTo>
                  <a:pt x="3177" y="1100"/>
                </a:lnTo>
                <a:lnTo>
                  <a:pt x="3177" y="1101"/>
                </a:lnTo>
                <a:lnTo>
                  <a:pt x="3177" y="1102"/>
                </a:lnTo>
                <a:lnTo>
                  <a:pt x="3178" y="1102"/>
                </a:lnTo>
                <a:lnTo>
                  <a:pt x="3179" y="1101"/>
                </a:lnTo>
                <a:lnTo>
                  <a:pt x="3179" y="1102"/>
                </a:lnTo>
                <a:lnTo>
                  <a:pt x="3180" y="1103"/>
                </a:lnTo>
                <a:lnTo>
                  <a:pt x="3181" y="1104"/>
                </a:lnTo>
                <a:lnTo>
                  <a:pt x="3182" y="1104"/>
                </a:lnTo>
                <a:lnTo>
                  <a:pt x="3183" y="1103"/>
                </a:lnTo>
                <a:lnTo>
                  <a:pt x="3184" y="1103"/>
                </a:lnTo>
                <a:lnTo>
                  <a:pt x="3185" y="1102"/>
                </a:lnTo>
                <a:lnTo>
                  <a:pt x="3186" y="1102"/>
                </a:lnTo>
                <a:lnTo>
                  <a:pt x="3186" y="1101"/>
                </a:lnTo>
                <a:lnTo>
                  <a:pt x="3186" y="1100"/>
                </a:lnTo>
                <a:lnTo>
                  <a:pt x="3187" y="1100"/>
                </a:lnTo>
                <a:lnTo>
                  <a:pt x="3188" y="1100"/>
                </a:lnTo>
                <a:lnTo>
                  <a:pt x="3189" y="1100"/>
                </a:lnTo>
                <a:lnTo>
                  <a:pt x="3190" y="1100"/>
                </a:lnTo>
                <a:lnTo>
                  <a:pt x="3190" y="1099"/>
                </a:lnTo>
                <a:lnTo>
                  <a:pt x="3191" y="1098"/>
                </a:lnTo>
                <a:lnTo>
                  <a:pt x="3190" y="1097"/>
                </a:lnTo>
                <a:lnTo>
                  <a:pt x="3190" y="1096"/>
                </a:lnTo>
                <a:lnTo>
                  <a:pt x="3190" y="1095"/>
                </a:lnTo>
                <a:lnTo>
                  <a:pt x="3191" y="1095"/>
                </a:lnTo>
                <a:lnTo>
                  <a:pt x="3192" y="1094"/>
                </a:lnTo>
                <a:lnTo>
                  <a:pt x="3191" y="1094"/>
                </a:lnTo>
                <a:lnTo>
                  <a:pt x="3190" y="1093"/>
                </a:lnTo>
                <a:lnTo>
                  <a:pt x="3189" y="1093"/>
                </a:lnTo>
                <a:lnTo>
                  <a:pt x="3189" y="1092"/>
                </a:lnTo>
                <a:lnTo>
                  <a:pt x="3190" y="1091"/>
                </a:lnTo>
                <a:lnTo>
                  <a:pt x="3190" y="1090"/>
                </a:lnTo>
                <a:lnTo>
                  <a:pt x="3190" y="1088"/>
                </a:lnTo>
                <a:lnTo>
                  <a:pt x="3191" y="1088"/>
                </a:lnTo>
                <a:lnTo>
                  <a:pt x="3191" y="1086"/>
                </a:lnTo>
                <a:lnTo>
                  <a:pt x="3191" y="1085"/>
                </a:lnTo>
                <a:lnTo>
                  <a:pt x="3190" y="1085"/>
                </a:lnTo>
                <a:lnTo>
                  <a:pt x="3190" y="1084"/>
                </a:lnTo>
                <a:lnTo>
                  <a:pt x="3191" y="1084"/>
                </a:lnTo>
                <a:lnTo>
                  <a:pt x="3191" y="1083"/>
                </a:lnTo>
                <a:lnTo>
                  <a:pt x="3190" y="1083"/>
                </a:lnTo>
                <a:lnTo>
                  <a:pt x="3190" y="1082"/>
                </a:lnTo>
                <a:lnTo>
                  <a:pt x="3189" y="1080"/>
                </a:lnTo>
                <a:lnTo>
                  <a:pt x="3189" y="1078"/>
                </a:lnTo>
                <a:lnTo>
                  <a:pt x="3189" y="1077"/>
                </a:lnTo>
                <a:lnTo>
                  <a:pt x="3188" y="1076"/>
                </a:lnTo>
                <a:lnTo>
                  <a:pt x="3187" y="1075"/>
                </a:lnTo>
                <a:lnTo>
                  <a:pt x="3187" y="1074"/>
                </a:lnTo>
                <a:lnTo>
                  <a:pt x="3188" y="1074"/>
                </a:lnTo>
                <a:lnTo>
                  <a:pt x="3188" y="1073"/>
                </a:lnTo>
                <a:lnTo>
                  <a:pt x="3187" y="1072"/>
                </a:lnTo>
                <a:lnTo>
                  <a:pt x="3186" y="1072"/>
                </a:lnTo>
                <a:lnTo>
                  <a:pt x="3185" y="1072"/>
                </a:lnTo>
                <a:lnTo>
                  <a:pt x="3185" y="1071"/>
                </a:lnTo>
                <a:lnTo>
                  <a:pt x="3184" y="1071"/>
                </a:lnTo>
                <a:lnTo>
                  <a:pt x="3184" y="1070"/>
                </a:lnTo>
                <a:lnTo>
                  <a:pt x="3183" y="1070"/>
                </a:lnTo>
                <a:lnTo>
                  <a:pt x="3182" y="1071"/>
                </a:lnTo>
                <a:lnTo>
                  <a:pt x="3181" y="1071"/>
                </a:lnTo>
                <a:lnTo>
                  <a:pt x="3180" y="1070"/>
                </a:lnTo>
                <a:lnTo>
                  <a:pt x="3180" y="1069"/>
                </a:lnTo>
                <a:lnTo>
                  <a:pt x="3180" y="1068"/>
                </a:lnTo>
                <a:lnTo>
                  <a:pt x="3181" y="1066"/>
                </a:lnTo>
                <a:lnTo>
                  <a:pt x="3181" y="1064"/>
                </a:lnTo>
                <a:lnTo>
                  <a:pt x="3182" y="1064"/>
                </a:lnTo>
                <a:lnTo>
                  <a:pt x="3183" y="1063"/>
                </a:lnTo>
                <a:lnTo>
                  <a:pt x="3185" y="1062"/>
                </a:lnTo>
                <a:lnTo>
                  <a:pt x="3186" y="1061"/>
                </a:lnTo>
                <a:lnTo>
                  <a:pt x="3186" y="1060"/>
                </a:lnTo>
                <a:lnTo>
                  <a:pt x="3187" y="1060"/>
                </a:lnTo>
                <a:lnTo>
                  <a:pt x="3187" y="1059"/>
                </a:lnTo>
                <a:lnTo>
                  <a:pt x="3187" y="1058"/>
                </a:lnTo>
                <a:lnTo>
                  <a:pt x="3188" y="1057"/>
                </a:lnTo>
                <a:lnTo>
                  <a:pt x="3189" y="1057"/>
                </a:lnTo>
                <a:lnTo>
                  <a:pt x="3188" y="1057"/>
                </a:lnTo>
                <a:lnTo>
                  <a:pt x="3187" y="1056"/>
                </a:lnTo>
                <a:lnTo>
                  <a:pt x="3186" y="1056"/>
                </a:lnTo>
                <a:lnTo>
                  <a:pt x="3186" y="1055"/>
                </a:lnTo>
                <a:lnTo>
                  <a:pt x="3184" y="1054"/>
                </a:lnTo>
                <a:lnTo>
                  <a:pt x="3182" y="1053"/>
                </a:lnTo>
                <a:lnTo>
                  <a:pt x="3182" y="1054"/>
                </a:lnTo>
                <a:lnTo>
                  <a:pt x="3180" y="1054"/>
                </a:lnTo>
                <a:lnTo>
                  <a:pt x="3179" y="1053"/>
                </a:lnTo>
                <a:lnTo>
                  <a:pt x="3179" y="1052"/>
                </a:lnTo>
                <a:lnTo>
                  <a:pt x="3180" y="1052"/>
                </a:lnTo>
                <a:lnTo>
                  <a:pt x="3180" y="1051"/>
                </a:lnTo>
                <a:lnTo>
                  <a:pt x="3180" y="1050"/>
                </a:lnTo>
                <a:lnTo>
                  <a:pt x="3179" y="1049"/>
                </a:lnTo>
                <a:lnTo>
                  <a:pt x="3180" y="1048"/>
                </a:lnTo>
                <a:lnTo>
                  <a:pt x="3180" y="1047"/>
                </a:lnTo>
                <a:lnTo>
                  <a:pt x="3182" y="1045"/>
                </a:lnTo>
                <a:lnTo>
                  <a:pt x="3182" y="1044"/>
                </a:lnTo>
                <a:lnTo>
                  <a:pt x="3183" y="1044"/>
                </a:lnTo>
                <a:lnTo>
                  <a:pt x="3184" y="1044"/>
                </a:lnTo>
                <a:lnTo>
                  <a:pt x="3185" y="1044"/>
                </a:lnTo>
                <a:lnTo>
                  <a:pt x="3185" y="1045"/>
                </a:lnTo>
                <a:lnTo>
                  <a:pt x="3185" y="1046"/>
                </a:lnTo>
                <a:lnTo>
                  <a:pt x="3186" y="1046"/>
                </a:lnTo>
                <a:lnTo>
                  <a:pt x="3186" y="1047"/>
                </a:lnTo>
                <a:lnTo>
                  <a:pt x="3187" y="1047"/>
                </a:lnTo>
                <a:lnTo>
                  <a:pt x="3189" y="1047"/>
                </a:lnTo>
                <a:lnTo>
                  <a:pt x="3190" y="1047"/>
                </a:lnTo>
                <a:lnTo>
                  <a:pt x="3190" y="1046"/>
                </a:lnTo>
                <a:lnTo>
                  <a:pt x="3191" y="1045"/>
                </a:lnTo>
                <a:lnTo>
                  <a:pt x="3192" y="1045"/>
                </a:lnTo>
                <a:lnTo>
                  <a:pt x="3193" y="1044"/>
                </a:lnTo>
                <a:lnTo>
                  <a:pt x="3193" y="1043"/>
                </a:lnTo>
                <a:lnTo>
                  <a:pt x="3194" y="1042"/>
                </a:lnTo>
                <a:lnTo>
                  <a:pt x="3195" y="1042"/>
                </a:lnTo>
                <a:lnTo>
                  <a:pt x="3195" y="1041"/>
                </a:lnTo>
                <a:lnTo>
                  <a:pt x="3196" y="1041"/>
                </a:lnTo>
                <a:lnTo>
                  <a:pt x="3197" y="1041"/>
                </a:lnTo>
                <a:lnTo>
                  <a:pt x="3198" y="1040"/>
                </a:lnTo>
                <a:lnTo>
                  <a:pt x="3199" y="1040"/>
                </a:lnTo>
                <a:lnTo>
                  <a:pt x="3200" y="1040"/>
                </a:lnTo>
                <a:lnTo>
                  <a:pt x="3201" y="1042"/>
                </a:lnTo>
                <a:lnTo>
                  <a:pt x="3202" y="1044"/>
                </a:lnTo>
                <a:lnTo>
                  <a:pt x="3202" y="1046"/>
                </a:lnTo>
                <a:lnTo>
                  <a:pt x="3202" y="1047"/>
                </a:lnTo>
                <a:lnTo>
                  <a:pt x="3203" y="1047"/>
                </a:lnTo>
                <a:lnTo>
                  <a:pt x="3203" y="1048"/>
                </a:lnTo>
                <a:lnTo>
                  <a:pt x="3204" y="1048"/>
                </a:lnTo>
                <a:lnTo>
                  <a:pt x="3204" y="1049"/>
                </a:lnTo>
                <a:lnTo>
                  <a:pt x="3203" y="1049"/>
                </a:lnTo>
                <a:lnTo>
                  <a:pt x="3204" y="1049"/>
                </a:lnTo>
                <a:lnTo>
                  <a:pt x="3205" y="1049"/>
                </a:lnTo>
                <a:lnTo>
                  <a:pt x="3206" y="1050"/>
                </a:lnTo>
                <a:lnTo>
                  <a:pt x="3206" y="1051"/>
                </a:lnTo>
                <a:lnTo>
                  <a:pt x="3208" y="1052"/>
                </a:lnTo>
                <a:lnTo>
                  <a:pt x="3209" y="1052"/>
                </a:lnTo>
                <a:lnTo>
                  <a:pt x="3210" y="1052"/>
                </a:lnTo>
                <a:lnTo>
                  <a:pt x="3210" y="1053"/>
                </a:lnTo>
                <a:lnTo>
                  <a:pt x="3211" y="1054"/>
                </a:lnTo>
                <a:lnTo>
                  <a:pt x="3213" y="1054"/>
                </a:lnTo>
                <a:lnTo>
                  <a:pt x="3214" y="1053"/>
                </a:lnTo>
                <a:lnTo>
                  <a:pt x="3215" y="1051"/>
                </a:lnTo>
                <a:lnTo>
                  <a:pt x="3216" y="1052"/>
                </a:lnTo>
                <a:lnTo>
                  <a:pt x="3217" y="1052"/>
                </a:lnTo>
                <a:lnTo>
                  <a:pt x="3217" y="1053"/>
                </a:lnTo>
                <a:lnTo>
                  <a:pt x="3218" y="1053"/>
                </a:lnTo>
                <a:lnTo>
                  <a:pt x="3220" y="1054"/>
                </a:lnTo>
                <a:lnTo>
                  <a:pt x="3222" y="1055"/>
                </a:lnTo>
                <a:lnTo>
                  <a:pt x="3223" y="1055"/>
                </a:lnTo>
                <a:lnTo>
                  <a:pt x="3223" y="1054"/>
                </a:lnTo>
                <a:lnTo>
                  <a:pt x="3224" y="1053"/>
                </a:lnTo>
                <a:lnTo>
                  <a:pt x="3224" y="1054"/>
                </a:lnTo>
                <a:lnTo>
                  <a:pt x="3225" y="1055"/>
                </a:lnTo>
                <a:lnTo>
                  <a:pt x="3226" y="1055"/>
                </a:lnTo>
                <a:lnTo>
                  <a:pt x="3227" y="1055"/>
                </a:lnTo>
                <a:lnTo>
                  <a:pt x="3228" y="1055"/>
                </a:lnTo>
                <a:lnTo>
                  <a:pt x="3228" y="1056"/>
                </a:lnTo>
                <a:lnTo>
                  <a:pt x="3229" y="1056"/>
                </a:lnTo>
                <a:lnTo>
                  <a:pt x="3230" y="1055"/>
                </a:lnTo>
                <a:lnTo>
                  <a:pt x="3231" y="1055"/>
                </a:lnTo>
                <a:lnTo>
                  <a:pt x="3232" y="1056"/>
                </a:lnTo>
                <a:lnTo>
                  <a:pt x="3233" y="1056"/>
                </a:lnTo>
                <a:lnTo>
                  <a:pt x="3234" y="1056"/>
                </a:lnTo>
                <a:lnTo>
                  <a:pt x="3236" y="1057"/>
                </a:lnTo>
                <a:lnTo>
                  <a:pt x="3237" y="1057"/>
                </a:lnTo>
                <a:lnTo>
                  <a:pt x="3239" y="1055"/>
                </a:lnTo>
                <a:lnTo>
                  <a:pt x="3240" y="1055"/>
                </a:lnTo>
                <a:lnTo>
                  <a:pt x="3240" y="1056"/>
                </a:lnTo>
                <a:lnTo>
                  <a:pt x="3241" y="1056"/>
                </a:lnTo>
                <a:lnTo>
                  <a:pt x="3242" y="1056"/>
                </a:lnTo>
                <a:lnTo>
                  <a:pt x="3245" y="1057"/>
                </a:lnTo>
                <a:lnTo>
                  <a:pt x="3246" y="1056"/>
                </a:lnTo>
                <a:lnTo>
                  <a:pt x="3247" y="1056"/>
                </a:lnTo>
                <a:lnTo>
                  <a:pt x="3248" y="1056"/>
                </a:lnTo>
                <a:lnTo>
                  <a:pt x="3250" y="1056"/>
                </a:lnTo>
                <a:lnTo>
                  <a:pt x="3252" y="1056"/>
                </a:lnTo>
                <a:lnTo>
                  <a:pt x="3253" y="1056"/>
                </a:lnTo>
                <a:lnTo>
                  <a:pt x="3253" y="1058"/>
                </a:lnTo>
                <a:lnTo>
                  <a:pt x="3254" y="1058"/>
                </a:lnTo>
                <a:lnTo>
                  <a:pt x="3254" y="1059"/>
                </a:lnTo>
                <a:lnTo>
                  <a:pt x="3255" y="1058"/>
                </a:lnTo>
                <a:lnTo>
                  <a:pt x="3256" y="1058"/>
                </a:lnTo>
                <a:lnTo>
                  <a:pt x="3257" y="1058"/>
                </a:lnTo>
                <a:lnTo>
                  <a:pt x="3258" y="1058"/>
                </a:lnTo>
                <a:lnTo>
                  <a:pt x="3259" y="1059"/>
                </a:lnTo>
                <a:lnTo>
                  <a:pt x="3259" y="1060"/>
                </a:lnTo>
                <a:lnTo>
                  <a:pt x="3259" y="1061"/>
                </a:lnTo>
                <a:lnTo>
                  <a:pt x="3259" y="1062"/>
                </a:lnTo>
                <a:lnTo>
                  <a:pt x="3260" y="1063"/>
                </a:lnTo>
                <a:lnTo>
                  <a:pt x="3261" y="1062"/>
                </a:lnTo>
                <a:lnTo>
                  <a:pt x="3262" y="1063"/>
                </a:lnTo>
                <a:lnTo>
                  <a:pt x="3263" y="1063"/>
                </a:lnTo>
                <a:lnTo>
                  <a:pt x="3264" y="1063"/>
                </a:lnTo>
                <a:lnTo>
                  <a:pt x="3264" y="1062"/>
                </a:lnTo>
                <a:lnTo>
                  <a:pt x="3265" y="1062"/>
                </a:lnTo>
                <a:lnTo>
                  <a:pt x="3267" y="1063"/>
                </a:lnTo>
                <a:lnTo>
                  <a:pt x="3267" y="1064"/>
                </a:lnTo>
                <a:lnTo>
                  <a:pt x="3268" y="1065"/>
                </a:lnTo>
                <a:lnTo>
                  <a:pt x="3269" y="1065"/>
                </a:lnTo>
                <a:lnTo>
                  <a:pt x="3270" y="1065"/>
                </a:lnTo>
                <a:lnTo>
                  <a:pt x="3271" y="1066"/>
                </a:lnTo>
                <a:lnTo>
                  <a:pt x="3272" y="1066"/>
                </a:lnTo>
                <a:lnTo>
                  <a:pt x="3273" y="1066"/>
                </a:lnTo>
                <a:lnTo>
                  <a:pt x="3274" y="1066"/>
                </a:lnTo>
                <a:lnTo>
                  <a:pt x="3275" y="1066"/>
                </a:lnTo>
                <a:lnTo>
                  <a:pt x="3276" y="1066"/>
                </a:lnTo>
                <a:lnTo>
                  <a:pt x="3277" y="1066"/>
                </a:lnTo>
                <a:lnTo>
                  <a:pt x="3278" y="1067"/>
                </a:lnTo>
                <a:lnTo>
                  <a:pt x="3279" y="1067"/>
                </a:lnTo>
                <a:lnTo>
                  <a:pt x="3280" y="1067"/>
                </a:lnTo>
                <a:lnTo>
                  <a:pt x="3281" y="1068"/>
                </a:lnTo>
                <a:lnTo>
                  <a:pt x="3282" y="1068"/>
                </a:lnTo>
                <a:lnTo>
                  <a:pt x="3282" y="1069"/>
                </a:lnTo>
                <a:lnTo>
                  <a:pt x="3284" y="1070"/>
                </a:lnTo>
                <a:lnTo>
                  <a:pt x="3284" y="1071"/>
                </a:lnTo>
                <a:lnTo>
                  <a:pt x="3285" y="1071"/>
                </a:lnTo>
                <a:lnTo>
                  <a:pt x="3286" y="1070"/>
                </a:lnTo>
                <a:lnTo>
                  <a:pt x="3287" y="1070"/>
                </a:lnTo>
                <a:lnTo>
                  <a:pt x="3287" y="1071"/>
                </a:lnTo>
                <a:lnTo>
                  <a:pt x="3288" y="1071"/>
                </a:lnTo>
                <a:lnTo>
                  <a:pt x="3289" y="1072"/>
                </a:lnTo>
                <a:lnTo>
                  <a:pt x="3290" y="1072"/>
                </a:lnTo>
                <a:lnTo>
                  <a:pt x="3291" y="1072"/>
                </a:lnTo>
                <a:lnTo>
                  <a:pt x="3291" y="1073"/>
                </a:lnTo>
                <a:lnTo>
                  <a:pt x="3292" y="1074"/>
                </a:lnTo>
                <a:lnTo>
                  <a:pt x="3293" y="1075"/>
                </a:lnTo>
                <a:lnTo>
                  <a:pt x="3294" y="1075"/>
                </a:lnTo>
                <a:lnTo>
                  <a:pt x="3295" y="1075"/>
                </a:lnTo>
                <a:lnTo>
                  <a:pt x="3296" y="1075"/>
                </a:lnTo>
                <a:lnTo>
                  <a:pt x="3296" y="1076"/>
                </a:lnTo>
                <a:lnTo>
                  <a:pt x="3296" y="1077"/>
                </a:lnTo>
                <a:lnTo>
                  <a:pt x="3297" y="1078"/>
                </a:lnTo>
                <a:lnTo>
                  <a:pt x="3297" y="1080"/>
                </a:lnTo>
                <a:lnTo>
                  <a:pt x="3298" y="1080"/>
                </a:lnTo>
                <a:lnTo>
                  <a:pt x="3299" y="1080"/>
                </a:lnTo>
                <a:lnTo>
                  <a:pt x="3300" y="1080"/>
                </a:lnTo>
                <a:lnTo>
                  <a:pt x="3301" y="1082"/>
                </a:lnTo>
                <a:lnTo>
                  <a:pt x="3301" y="1083"/>
                </a:lnTo>
                <a:lnTo>
                  <a:pt x="3303" y="1083"/>
                </a:lnTo>
                <a:lnTo>
                  <a:pt x="3304" y="1083"/>
                </a:lnTo>
                <a:lnTo>
                  <a:pt x="3304" y="1084"/>
                </a:lnTo>
                <a:lnTo>
                  <a:pt x="3304" y="1085"/>
                </a:lnTo>
                <a:lnTo>
                  <a:pt x="3304" y="1086"/>
                </a:lnTo>
                <a:lnTo>
                  <a:pt x="3306" y="1087"/>
                </a:lnTo>
                <a:lnTo>
                  <a:pt x="3307" y="1087"/>
                </a:lnTo>
                <a:lnTo>
                  <a:pt x="3307" y="1086"/>
                </a:lnTo>
                <a:lnTo>
                  <a:pt x="3308" y="1086"/>
                </a:lnTo>
                <a:lnTo>
                  <a:pt x="3308" y="1088"/>
                </a:lnTo>
                <a:lnTo>
                  <a:pt x="3309" y="1089"/>
                </a:lnTo>
                <a:lnTo>
                  <a:pt x="3310" y="1089"/>
                </a:lnTo>
                <a:lnTo>
                  <a:pt x="3311" y="1088"/>
                </a:lnTo>
                <a:lnTo>
                  <a:pt x="3311" y="1087"/>
                </a:lnTo>
                <a:lnTo>
                  <a:pt x="3312" y="1087"/>
                </a:lnTo>
                <a:lnTo>
                  <a:pt x="3313" y="1087"/>
                </a:lnTo>
                <a:lnTo>
                  <a:pt x="3313" y="1088"/>
                </a:lnTo>
                <a:lnTo>
                  <a:pt x="3312" y="1089"/>
                </a:lnTo>
                <a:lnTo>
                  <a:pt x="3313" y="1089"/>
                </a:lnTo>
                <a:lnTo>
                  <a:pt x="3314" y="1090"/>
                </a:lnTo>
                <a:lnTo>
                  <a:pt x="3314" y="1092"/>
                </a:lnTo>
                <a:lnTo>
                  <a:pt x="3315" y="1092"/>
                </a:lnTo>
                <a:lnTo>
                  <a:pt x="3316" y="1093"/>
                </a:lnTo>
                <a:lnTo>
                  <a:pt x="3317" y="1093"/>
                </a:lnTo>
                <a:lnTo>
                  <a:pt x="3318" y="1092"/>
                </a:lnTo>
                <a:lnTo>
                  <a:pt x="3320" y="1093"/>
                </a:lnTo>
                <a:lnTo>
                  <a:pt x="3321" y="1094"/>
                </a:lnTo>
                <a:lnTo>
                  <a:pt x="3321" y="1095"/>
                </a:lnTo>
                <a:lnTo>
                  <a:pt x="3322" y="1096"/>
                </a:lnTo>
                <a:lnTo>
                  <a:pt x="3323" y="1096"/>
                </a:lnTo>
                <a:lnTo>
                  <a:pt x="3324" y="1096"/>
                </a:lnTo>
                <a:lnTo>
                  <a:pt x="3324" y="1097"/>
                </a:lnTo>
                <a:lnTo>
                  <a:pt x="3324" y="1098"/>
                </a:lnTo>
                <a:lnTo>
                  <a:pt x="3325" y="1099"/>
                </a:lnTo>
                <a:lnTo>
                  <a:pt x="3326" y="1099"/>
                </a:lnTo>
                <a:lnTo>
                  <a:pt x="3327" y="1100"/>
                </a:lnTo>
                <a:lnTo>
                  <a:pt x="3327" y="1101"/>
                </a:lnTo>
                <a:lnTo>
                  <a:pt x="3326" y="1103"/>
                </a:lnTo>
                <a:lnTo>
                  <a:pt x="3325" y="1103"/>
                </a:lnTo>
                <a:lnTo>
                  <a:pt x="3325" y="1104"/>
                </a:lnTo>
                <a:lnTo>
                  <a:pt x="3325" y="1105"/>
                </a:lnTo>
                <a:lnTo>
                  <a:pt x="3326" y="1112"/>
                </a:lnTo>
                <a:lnTo>
                  <a:pt x="3327" y="1114"/>
                </a:lnTo>
                <a:lnTo>
                  <a:pt x="3328" y="1116"/>
                </a:lnTo>
                <a:lnTo>
                  <a:pt x="3328" y="1117"/>
                </a:lnTo>
                <a:lnTo>
                  <a:pt x="3327" y="1117"/>
                </a:lnTo>
                <a:lnTo>
                  <a:pt x="3326" y="1117"/>
                </a:lnTo>
                <a:lnTo>
                  <a:pt x="3326" y="1118"/>
                </a:lnTo>
                <a:lnTo>
                  <a:pt x="3326" y="1119"/>
                </a:lnTo>
                <a:lnTo>
                  <a:pt x="3327" y="1120"/>
                </a:lnTo>
                <a:lnTo>
                  <a:pt x="3326" y="1121"/>
                </a:lnTo>
                <a:lnTo>
                  <a:pt x="3326" y="1122"/>
                </a:lnTo>
                <a:lnTo>
                  <a:pt x="3326" y="1123"/>
                </a:lnTo>
                <a:lnTo>
                  <a:pt x="3327" y="1123"/>
                </a:lnTo>
                <a:lnTo>
                  <a:pt x="3328" y="1124"/>
                </a:lnTo>
                <a:lnTo>
                  <a:pt x="3329" y="1124"/>
                </a:lnTo>
                <a:lnTo>
                  <a:pt x="3330" y="1125"/>
                </a:lnTo>
                <a:lnTo>
                  <a:pt x="3331" y="1126"/>
                </a:lnTo>
                <a:lnTo>
                  <a:pt x="3332" y="1128"/>
                </a:lnTo>
                <a:lnTo>
                  <a:pt x="3334" y="1131"/>
                </a:lnTo>
                <a:lnTo>
                  <a:pt x="3334" y="1132"/>
                </a:lnTo>
                <a:lnTo>
                  <a:pt x="3334" y="1133"/>
                </a:lnTo>
                <a:lnTo>
                  <a:pt x="3334" y="1134"/>
                </a:lnTo>
                <a:lnTo>
                  <a:pt x="3335" y="1134"/>
                </a:lnTo>
                <a:lnTo>
                  <a:pt x="3335" y="1136"/>
                </a:lnTo>
                <a:lnTo>
                  <a:pt x="3336" y="1137"/>
                </a:lnTo>
                <a:lnTo>
                  <a:pt x="3336" y="1138"/>
                </a:lnTo>
                <a:lnTo>
                  <a:pt x="3336" y="1139"/>
                </a:lnTo>
                <a:lnTo>
                  <a:pt x="3337" y="1139"/>
                </a:lnTo>
                <a:lnTo>
                  <a:pt x="3337" y="1140"/>
                </a:lnTo>
                <a:lnTo>
                  <a:pt x="3338" y="1141"/>
                </a:lnTo>
                <a:lnTo>
                  <a:pt x="3337" y="1141"/>
                </a:lnTo>
                <a:lnTo>
                  <a:pt x="3337" y="1142"/>
                </a:lnTo>
                <a:lnTo>
                  <a:pt x="3338" y="1142"/>
                </a:lnTo>
                <a:lnTo>
                  <a:pt x="3338" y="1144"/>
                </a:lnTo>
                <a:lnTo>
                  <a:pt x="3338" y="1146"/>
                </a:lnTo>
                <a:lnTo>
                  <a:pt x="3338" y="1147"/>
                </a:lnTo>
                <a:lnTo>
                  <a:pt x="3340" y="1146"/>
                </a:lnTo>
                <a:lnTo>
                  <a:pt x="3340" y="1147"/>
                </a:lnTo>
                <a:lnTo>
                  <a:pt x="3340" y="1149"/>
                </a:lnTo>
                <a:lnTo>
                  <a:pt x="3341" y="1149"/>
                </a:lnTo>
                <a:lnTo>
                  <a:pt x="3342" y="1149"/>
                </a:lnTo>
                <a:lnTo>
                  <a:pt x="3343" y="1150"/>
                </a:lnTo>
                <a:lnTo>
                  <a:pt x="3345" y="1152"/>
                </a:lnTo>
                <a:lnTo>
                  <a:pt x="3345" y="1153"/>
                </a:lnTo>
                <a:lnTo>
                  <a:pt x="3345" y="1154"/>
                </a:lnTo>
                <a:lnTo>
                  <a:pt x="3347" y="1154"/>
                </a:lnTo>
                <a:lnTo>
                  <a:pt x="3348" y="1155"/>
                </a:lnTo>
                <a:lnTo>
                  <a:pt x="3348" y="1156"/>
                </a:lnTo>
                <a:lnTo>
                  <a:pt x="3349" y="1157"/>
                </a:lnTo>
                <a:lnTo>
                  <a:pt x="3350" y="1158"/>
                </a:lnTo>
                <a:lnTo>
                  <a:pt x="3351" y="1159"/>
                </a:lnTo>
                <a:lnTo>
                  <a:pt x="3352" y="1161"/>
                </a:lnTo>
                <a:lnTo>
                  <a:pt x="3353" y="1161"/>
                </a:lnTo>
                <a:lnTo>
                  <a:pt x="3353" y="1162"/>
                </a:lnTo>
                <a:lnTo>
                  <a:pt x="3354" y="1163"/>
                </a:lnTo>
                <a:lnTo>
                  <a:pt x="3355" y="1164"/>
                </a:lnTo>
                <a:lnTo>
                  <a:pt x="3354" y="1165"/>
                </a:lnTo>
                <a:lnTo>
                  <a:pt x="3354" y="1166"/>
                </a:lnTo>
                <a:lnTo>
                  <a:pt x="3354" y="1167"/>
                </a:lnTo>
                <a:lnTo>
                  <a:pt x="3354" y="1168"/>
                </a:lnTo>
                <a:lnTo>
                  <a:pt x="3355" y="1168"/>
                </a:lnTo>
                <a:lnTo>
                  <a:pt x="3356" y="1169"/>
                </a:lnTo>
                <a:lnTo>
                  <a:pt x="3357" y="1169"/>
                </a:lnTo>
                <a:lnTo>
                  <a:pt x="3357" y="1170"/>
                </a:lnTo>
                <a:lnTo>
                  <a:pt x="3359" y="1171"/>
                </a:lnTo>
                <a:lnTo>
                  <a:pt x="3359" y="1172"/>
                </a:lnTo>
                <a:lnTo>
                  <a:pt x="3360" y="1173"/>
                </a:lnTo>
                <a:lnTo>
                  <a:pt x="3359" y="1173"/>
                </a:lnTo>
                <a:lnTo>
                  <a:pt x="3358" y="1174"/>
                </a:lnTo>
                <a:lnTo>
                  <a:pt x="3358" y="1175"/>
                </a:lnTo>
                <a:lnTo>
                  <a:pt x="3359" y="1176"/>
                </a:lnTo>
                <a:lnTo>
                  <a:pt x="3358" y="1176"/>
                </a:lnTo>
                <a:lnTo>
                  <a:pt x="3358" y="1177"/>
                </a:lnTo>
                <a:lnTo>
                  <a:pt x="3358" y="1178"/>
                </a:lnTo>
                <a:lnTo>
                  <a:pt x="3359" y="1182"/>
                </a:lnTo>
                <a:lnTo>
                  <a:pt x="3358" y="1182"/>
                </a:lnTo>
                <a:lnTo>
                  <a:pt x="3357" y="1183"/>
                </a:lnTo>
                <a:lnTo>
                  <a:pt x="3356" y="1185"/>
                </a:lnTo>
                <a:lnTo>
                  <a:pt x="3356" y="1186"/>
                </a:lnTo>
                <a:lnTo>
                  <a:pt x="3357" y="1186"/>
                </a:lnTo>
                <a:lnTo>
                  <a:pt x="3358" y="1186"/>
                </a:lnTo>
                <a:lnTo>
                  <a:pt x="3358" y="1187"/>
                </a:lnTo>
                <a:lnTo>
                  <a:pt x="3358" y="1189"/>
                </a:lnTo>
                <a:lnTo>
                  <a:pt x="3356" y="1190"/>
                </a:lnTo>
                <a:lnTo>
                  <a:pt x="3354" y="1191"/>
                </a:lnTo>
                <a:lnTo>
                  <a:pt x="3353" y="1191"/>
                </a:lnTo>
                <a:lnTo>
                  <a:pt x="3352" y="1194"/>
                </a:lnTo>
                <a:lnTo>
                  <a:pt x="3353" y="1196"/>
                </a:lnTo>
                <a:lnTo>
                  <a:pt x="3354" y="1197"/>
                </a:lnTo>
                <a:lnTo>
                  <a:pt x="3354" y="1201"/>
                </a:lnTo>
                <a:lnTo>
                  <a:pt x="3354" y="1202"/>
                </a:lnTo>
                <a:lnTo>
                  <a:pt x="3354" y="1203"/>
                </a:lnTo>
                <a:lnTo>
                  <a:pt x="3355" y="1203"/>
                </a:lnTo>
                <a:lnTo>
                  <a:pt x="3356" y="1204"/>
                </a:lnTo>
                <a:lnTo>
                  <a:pt x="3355" y="1205"/>
                </a:lnTo>
                <a:lnTo>
                  <a:pt x="3354" y="1205"/>
                </a:lnTo>
                <a:lnTo>
                  <a:pt x="3354" y="1206"/>
                </a:lnTo>
                <a:lnTo>
                  <a:pt x="3353" y="1208"/>
                </a:lnTo>
                <a:lnTo>
                  <a:pt x="3354" y="1209"/>
                </a:lnTo>
                <a:lnTo>
                  <a:pt x="3355" y="1209"/>
                </a:lnTo>
                <a:lnTo>
                  <a:pt x="3356" y="1209"/>
                </a:lnTo>
                <a:lnTo>
                  <a:pt x="3358" y="1210"/>
                </a:lnTo>
                <a:lnTo>
                  <a:pt x="3358" y="1211"/>
                </a:lnTo>
                <a:lnTo>
                  <a:pt x="3357" y="1212"/>
                </a:lnTo>
                <a:lnTo>
                  <a:pt x="3358" y="1213"/>
                </a:lnTo>
                <a:lnTo>
                  <a:pt x="3358" y="1214"/>
                </a:lnTo>
                <a:lnTo>
                  <a:pt x="3359" y="1214"/>
                </a:lnTo>
                <a:lnTo>
                  <a:pt x="3359" y="1215"/>
                </a:lnTo>
                <a:lnTo>
                  <a:pt x="3360" y="1215"/>
                </a:lnTo>
                <a:lnTo>
                  <a:pt x="3361" y="1216"/>
                </a:lnTo>
                <a:lnTo>
                  <a:pt x="3361" y="1217"/>
                </a:lnTo>
                <a:lnTo>
                  <a:pt x="3360" y="1218"/>
                </a:lnTo>
                <a:lnTo>
                  <a:pt x="3361" y="1220"/>
                </a:lnTo>
                <a:lnTo>
                  <a:pt x="3362" y="1220"/>
                </a:lnTo>
                <a:lnTo>
                  <a:pt x="3364" y="1220"/>
                </a:lnTo>
                <a:lnTo>
                  <a:pt x="3366" y="1222"/>
                </a:lnTo>
                <a:lnTo>
                  <a:pt x="3368" y="1225"/>
                </a:lnTo>
                <a:lnTo>
                  <a:pt x="3369" y="1229"/>
                </a:lnTo>
                <a:lnTo>
                  <a:pt x="3370" y="1233"/>
                </a:lnTo>
                <a:lnTo>
                  <a:pt x="3370" y="1234"/>
                </a:lnTo>
                <a:lnTo>
                  <a:pt x="3373" y="1234"/>
                </a:lnTo>
                <a:lnTo>
                  <a:pt x="3374" y="1234"/>
                </a:lnTo>
                <a:lnTo>
                  <a:pt x="3375" y="1234"/>
                </a:lnTo>
                <a:lnTo>
                  <a:pt x="3375" y="1235"/>
                </a:lnTo>
                <a:lnTo>
                  <a:pt x="3374" y="1236"/>
                </a:lnTo>
                <a:lnTo>
                  <a:pt x="3374" y="1238"/>
                </a:lnTo>
                <a:lnTo>
                  <a:pt x="3375" y="1239"/>
                </a:lnTo>
                <a:lnTo>
                  <a:pt x="3376" y="1240"/>
                </a:lnTo>
                <a:lnTo>
                  <a:pt x="3375" y="1241"/>
                </a:lnTo>
                <a:lnTo>
                  <a:pt x="3374" y="1241"/>
                </a:lnTo>
                <a:lnTo>
                  <a:pt x="3376" y="1242"/>
                </a:lnTo>
                <a:lnTo>
                  <a:pt x="3376" y="1243"/>
                </a:lnTo>
                <a:lnTo>
                  <a:pt x="3376" y="1244"/>
                </a:lnTo>
                <a:lnTo>
                  <a:pt x="3375" y="1246"/>
                </a:lnTo>
                <a:lnTo>
                  <a:pt x="3375" y="1247"/>
                </a:lnTo>
                <a:lnTo>
                  <a:pt x="3377" y="1249"/>
                </a:lnTo>
                <a:lnTo>
                  <a:pt x="3379" y="1250"/>
                </a:lnTo>
                <a:lnTo>
                  <a:pt x="3379" y="1251"/>
                </a:lnTo>
                <a:lnTo>
                  <a:pt x="3380" y="1251"/>
                </a:lnTo>
                <a:lnTo>
                  <a:pt x="3380" y="1252"/>
                </a:lnTo>
                <a:lnTo>
                  <a:pt x="3380" y="1253"/>
                </a:lnTo>
                <a:lnTo>
                  <a:pt x="3381" y="1254"/>
                </a:lnTo>
                <a:lnTo>
                  <a:pt x="3382" y="1255"/>
                </a:lnTo>
                <a:lnTo>
                  <a:pt x="3382" y="1256"/>
                </a:lnTo>
                <a:lnTo>
                  <a:pt x="3383" y="1257"/>
                </a:lnTo>
                <a:lnTo>
                  <a:pt x="3385" y="1259"/>
                </a:lnTo>
                <a:lnTo>
                  <a:pt x="3385" y="1260"/>
                </a:lnTo>
                <a:lnTo>
                  <a:pt x="3385" y="1261"/>
                </a:lnTo>
                <a:lnTo>
                  <a:pt x="3386" y="1261"/>
                </a:lnTo>
                <a:lnTo>
                  <a:pt x="3387" y="1261"/>
                </a:lnTo>
                <a:lnTo>
                  <a:pt x="3388" y="1261"/>
                </a:lnTo>
                <a:lnTo>
                  <a:pt x="3389" y="1262"/>
                </a:lnTo>
                <a:lnTo>
                  <a:pt x="3389" y="1263"/>
                </a:lnTo>
                <a:lnTo>
                  <a:pt x="3390" y="1264"/>
                </a:lnTo>
                <a:lnTo>
                  <a:pt x="3391" y="1266"/>
                </a:lnTo>
                <a:lnTo>
                  <a:pt x="3392" y="1266"/>
                </a:lnTo>
                <a:lnTo>
                  <a:pt x="3396" y="1270"/>
                </a:lnTo>
                <a:lnTo>
                  <a:pt x="3398" y="1272"/>
                </a:lnTo>
                <a:lnTo>
                  <a:pt x="3398" y="1273"/>
                </a:lnTo>
                <a:lnTo>
                  <a:pt x="3398" y="1274"/>
                </a:lnTo>
                <a:lnTo>
                  <a:pt x="3398" y="1275"/>
                </a:lnTo>
                <a:lnTo>
                  <a:pt x="3399" y="1275"/>
                </a:lnTo>
                <a:lnTo>
                  <a:pt x="3400" y="1277"/>
                </a:lnTo>
                <a:lnTo>
                  <a:pt x="3406" y="1283"/>
                </a:lnTo>
                <a:lnTo>
                  <a:pt x="3408" y="1284"/>
                </a:lnTo>
                <a:lnTo>
                  <a:pt x="3413" y="1287"/>
                </a:lnTo>
                <a:lnTo>
                  <a:pt x="3413" y="1288"/>
                </a:lnTo>
                <a:lnTo>
                  <a:pt x="3414" y="1288"/>
                </a:lnTo>
                <a:lnTo>
                  <a:pt x="3414" y="1289"/>
                </a:lnTo>
                <a:lnTo>
                  <a:pt x="3414" y="1290"/>
                </a:lnTo>
                <a:lnTo>
                  <a:pt x="3417" y="1293"/>
                </a:lnTo>
                <a:lnTo>
                  <a:pt x="3419" y="1294"/>
                </a:lnTo>
                <a:lnTo>
                  <a:pt x="3420" y="1295"/>
                </a:lnTo>
                <a:lnTo>
                  <a:pt x="3421" y="1295"/>
                </a:lnTo>
                <a:lnTo>
                  <a:pt x="3422" y="1296"/>
                </a:lnTo>
                <a:lnTo>
                  <a:pt x="3422" y="1297"/>
                </a:lnTo>
                <a:lnTo>
                  <a:pt x="3422" y="1298"/>
                </a:lnTo>
                <a:lnTo>
                  <a:pt x="3422" y="1299"/>
                </a:lnTo>
                <a:lnTo>
                  <a:pt x="3422" y="1300"/>
                </a:lnTo>
                <a:lnTo>
                  <a:pt x="3423" y="1301"/>
                </a:lnTo>
                <a:lnTo>
                  <a:pt x="3424" y="1301"/>
                </a:lnTo>
                <a:lnTo>
                  <a:pt x="3424" y="1302"/>
                </a:lnTo>
                <a:lnTo>
                  <a:pt x="3425" y="1302"/>
                </a:lnTo>
                <a:lnTo>
                  <a:pt x="3425" y="1303"/>
                </a:lnTo>
                <a:lnTo>
                  <a:pt x="3426" y="1304"/>
                </a:lnTo>
                <a:lnTo>
                  <a:pt x="3427" y="1305"/>
                </a:lnTo>
                <a:lnTo>
                  <a:pt x="3427" y="1307"/>
                </a:lnTo>
                <a:lnTo>
                  <a:pt x="3428" y="1308"/>
                </a:lnTo>
                <a:lnTo>
                  <a:pt x="3428" y="1309"/>
                </a:lnTo>
                <a:lnTo>
                  <a:pt x="3428" y="1310"/>
                </a:lnTo>
                <a:lnTo>
                  <a:pt x="3425" y="1311"/>
                </a:lnTo>
                <a:lnTo>
                  <a:pt x="3425" y="1312"/>
                </a:lnTo>
                <a:lnTo>
                  <a:pt x="3424" y="1313"/>
                </a:lnTo>
                <a:lnTo>
                  <a:pt x="3424" y="1314"/>
                </a:lnTo>
                <a:lnTo>
                  <a:pt x="3423" y="1315"/>
                </a:lnTo>
                <a:lnTo>
                  <a:pt x="3422" y="1315"/>
                </a:lnTo>
                <a:lnTo>
                  <a:pt x="3421" y="1315"/>
                </a:lnTo>
                <a:lnTo>
                  <a:pt x="3419" y="1316"/>
                </a:lnTo>
                <a:lnTo>
                  <a:pt x="3419" y="1318"/>
                </a:lnTo>
                <a:lnTo>
                  <a:pt x="3417" y="1319"/>
                </a:lnTo>
                <a:lnTo>
                  <a:pt x="3416" y="1319"/>
                </a:lnTo>
                <a:lnTo>
                  <a:pt x="3415" y="1320"/>
                </a:lnTo>
                <a:lnTo>
                  <a:pt x="3415" y="1321"/>
                </a:lnTo>
                <a:lnTo>
                  <a:pt x="3414" y="1322"/>
                </a:lnTo>
                <a:lnTo>
                  <a:pt x="3414" y="1325"/>
                </a:lnTo>
                <a:lnTo>
                  <a:pt x="3414" y="1326"/>
                </a:lnTo>
                <a:lnTo>
                  <a:pt x="3413" y="1327"/>
                </a:lnTo>
                <a:lnTo>
                  <a:pt x="3412" y="1328"/>
                </a:lnTo>
                <a:lnTo>
                  <a:pt x="3411" y="1330"/>
                </a:lnTo>
                <a:lnTo>
                  <a:pt x="3409" y="1331"/>
                </a:lnTo>
                <a:lnTo>
                  <a:pt x="3409" y="1332"/>
                </a:lnTo>
                <a:lnTo>
                  <a:pt x="3408" y="1333"/>
                </a:lnTo>
                <a:lnTo>
                  <a:pt x="3407" y="1333"/>
                </a:lnTo>
                <a:lnTo>
                  <a:pt x="3405" y="1331"/>
                </a:lnTo>
                <a:lnTo>
                  <a:pt x="3403" y="1330"/>
                </a:lnTo>
                <a:lnTo>
                  <a:pt x="3403" y="1329"/>
                </a:lnTo>
                <a:lnTo>
                  <a:pt x="3402" y="1329"/>
                </a:lnTo>
                <a:lnTo>
                  <a:pt x="3402" y="1327"/>
                </a:lnTo>
                <a:lnTo>
                  <a:pt x="3401" y="1326"/>
                </a:lnTo>
                <a:lnTo>
                  <a:pt x="3401" y="1325"/>
                </a:lnTo>
                <a:lnTo>
                  <a:pt x="3401" y="1324"/>
                </a:lnTo>
                <a:lnTo>
                  <a:pt x="3400" y="1323"/>
                </a:lnTo>
                <a:lnTo>
                  <a:pt x="3398" y="1321"/>
                </a:lnTo>
                <a:lnTo>
                  <a:pt x="3397" y="1319"/>
                </a:lnTo>
                <a:lnTo>
                  <a:pt x="3396" y="1317"/>
                </a:lnTo>
                <a:lnTo>
                  <a:pt x="3395" y="1315"/>
                </a:lnTo>
                <a:lnTo>
                  <a:pt x="3394" y="1315"/>
                </a:lnTo>
                <a:lnTo>
                  <a:pt x="3392" y="1314"/>
                </a:lnTo>
                <a:lnTo>
                  <a:pt x="3390" y="1313"/>
                </a:lnTo>
                <a:lnTo>
                  <a:pt x="3387" y="1313"/>
                </a:lnTo>
                <a:lnTo>
                  <a:pt x="3386" y="1313"/>
                </a:lnTo>
                <a:lnTo>
                  <a:pt x="3385" y="1313"/>
                </a:lnTo>
                <a:lnTo>
                  <a:pt x="3385" y="1314"/>
                </a:lnTo>
                <a:lnTo>
                  <a:pt x="3384" y="1314"/>
                </a:lnTo>
                <a:lnTo>
                  <a:pt x="3383" y="1316"/>
                </a:lnTo>
                <a:lnTo>
                  <a:pt x="3383" y="1317"/>
                </a:lnTo>
                <a:lnTo>
                  <a:pt x="3382" y="1319"/>
                </a:lnTo>
                <a:lnTo>
                  <a:pt x="3381" y="1319"/>
                </a:lnTo>
                <a:lnTo>
                  <a:pt x="3381" y="1323"/>
                </a:lnTo>
                <a:lnTo>
                  <a:pt x="3379" y="1326"/>
                </a:lnTo>
                <a:lnTo>
                  <a:pt x="3379" y="1327"/>
                </a:lnTo>
                <a:lnTo>
                  <a:pt x="3378" y="1330"/>
                </a:lnTo>
                <a:lnTo>
                  <a:pt x="3378" y="1334"/>
                </a:lnTo>
                <a:lnTo>
                  <a:pt x="3378" y="1335"/>
                </a:lnTo>
                <a:lnTo>
                  <a:pt x="3379" y="1335"/>
                </a:lnTo>
                <a:lnTo>
                  <a:pt x="3380" y="1335"/>
                </a:lnTo>
                <a:lnTo>
                  <a:pt x="3380" y="1336"/>
                </a:lnTo>
                <a:lnTo>
                  <a:pt x="3381" y="1336"/>
                </a:lnTo>
                <a:lnTo>
                  <a:pt x="3381" y="1337"/>
                </a:lnTo>
                <a:lnTo>
                  <a:pt x="3381" y="1339"/>
                </a:lnTo>
                <a:lnTo>
                  <a:pt x="3380" y="1341"/>
                </a:lnTo>
                <a:lnTo>
                  <a:pt x="3379" y="1342"/>
                </a:lnTo>
                <a:lnTo>
                  <a:pt x="3378" y="1343"/>
                </a:lnTo>
                <a:lnTo>
                  <a:pt x="3377" y="1343"/>
                </a:lnTo>
                <a:lnTo>
                  <a:pt x="3377" y="1344"/>
                </a:lnTo>
                <a:lnTo>
                  <a:pt x="3379" y="1345"/>
                </a:lnTo>
                <a:lnTo>
                  <a:pt x="3380" y="1346"/>
                </a:lnTo>
                <a:lnTo>
                  <a:pt x="3381" y="1346"/>
                </a:lnTo>
                <a:lnTo>
                  <a:pt x="3383" y="1346"/>
                </a:lnTo>
                <a:lnTo>
                  <a:pt x="3384" y="1346"/>
                </a:lnTo>
                <a:lnTo>
                  <a:pt x="3384" y="1347"/>
                </a:lnTo>
                <a:lnTo>
                  <a:pt x="3384" y="1348"/>
                </a:lnTo>
                <a:lnTo>
                  <a:pt x="3385" y="1348"/>
                </a:lnTo>
                <a:lnTo>
                  <a:pt x="3387" y="1350"/>
                </a:lnTo>
                <a:lnTo>
                  <a:pt x="3388" y="1351"/>
                </a:lnTo>
                <a:lnTo>
                  <a:pt x="3389" y="1353"/>
                </a:lnTo>
                <a:lnTo>
                  <a:pt x="3390" y="1354"/>
                </a:lnTo>
                <a:lnTo>
                  <a:pt x="3391" y="1356"/>
                </a:lnTo>
                <a:lnTo>
                  <a:pt x="3392" y="1356"/>
                </a:lnTo>
                <a:lnTo>
                  <a:pt x="3393" y="1358"/>
                </a:lnTo>
                <a:lnTo>
                  <a:pt x="3395" y="1359"/>
                </a:lnTo>
                <a:lnTo>
                  <a:pt x="3395" y="1367"/>
                </a:lnTo>
                <a:lnTo>
                  <a:pt x="3397" y="1369"/>
                </a:lnTo>
                <a:lnTo>
                  <a:pt x="3398" y="1370"/>
                </a:lnTo>
                <a:lnTo>
                  <a:pt x="3398" y="1371"/>
                </a:lnTo>
                <a:lnTo>
                  <a:pt x="3398" y="1372"/>
                </a:lnTo>
                <a:lnTo>
                  <a:pt x="3398" y="1373"/>
                </a:lnTo>
                <a:lnTo>
                  <a:pt x="3398" y="1374"/>
                </a:lnTo>
                <a:lnTo>
                  <a:pt x="3402" y="1377"/>
                </a:lnTo>
                <a:lnTo>
                  <a:pt x="3403" y="1377"/>
                </a:lnTo>
                <a:lnTo>
                  <a:pt x="3404" y="1378"/>
                </a:lnTo>
                <a:lnTo>
                  <a:pt x="3405" y="1378"/>
                </a:lnTo>
                <a:lnTo>
                  <a:pt x="3406" y="1381"/>
                </a:lnTo>
                <a:lnTo>
                  <a:pt x="3408" y="1382"/>
                </a:lnTo>
                <a:lnTo>
                  <a:pt x="3410" y="1386"/>
                </a:lnTo>
                <a:lnTo>
                  <a:pt x="3410" y="1387"/>
                </a:lnTo>
                <a:lnTo>
                  <a:pt x="3410" y="1389"/>
                </a:lnTo>
                <a:lnTo>
                  <a:pt x="3409" y="1390"/>
                </a:lnTo>
                <a:lnTo>
                  <a:pt x="3408" y="1391"/>
                </a:lnTo>
                <a:lnTo>
                  <a:pt x="3408" y="1393"/>
                </a:lnTo>
                <a:lnTo>
                  <a:pt x="3408" y="1394"/>
                </a:lnTo>
                <a:lnTo>
                  <a:pt x="3407" y="1396"/>
                </a:lnTo>
                <a:lnTo>
                  <a:pt x="3406" y="1397"/>
                </a:lnTo>
                <a:lnTo>
                  <a:pt x="3406" y="1398"/>
                </a:lnTo>
                <a:lnTo>
                  <a:pt x="3405" y="1398"/>
                </a:lnTo>
                <a:lnTo>
                  <a:pt x="3405" y="1399"/>
                </a:lnTo>
                <a:lnTo>
                  <a:pt x="3404" y="1400"/>
                </a:lnTo>
                <a:lnTo>
                  <a:pt x="3403" y="1403"/>
                </a:lnTo>
                <a:lnTo>
                  <a:pt x="3403" y="1404"/>
                </a:lnTo>
                <a:lnTo>
                  <a:pt x="3404" y="1404"/>
                </a:lnTo>
                <a:lnTo>
                  <a:pt x="3404" y="1405"/>
                </a:lnTo>
                <a:lnTo>
                  <a:pt x="3404" y="1406"/>
                </a:lnTo>
                <a:lnTo>
                  <a:pt x="3406" y="1408"/>
                </a:lnTo>
                <a:lnTo>
                  <a:pt x="3407" y="1409"/>
                </a:lnTo>
                <a:lnTo>
                  <a:pt x="3407" y="1410"/>
                </a:lnTo>
                <a:lnTo>
                  <a:pt x="3408" y="1410"/>
                </a:lnTo>
                <a:lnTo>
                  <a:pt x="3409" y="1411"/>
                </a:lnTo>
                <a:lnTo>
                  <a:pt x="3413" y="1414"/>
                </a:lnTo>
                <a:lnTo>
                  <a:pt x="3415" y="1416"/>
                </a:lnTo>
                <a:lnTo>
                  <a:pt x="3416" y="1417"/>
                </a:lnTo>
                <a:lnTo>
                  <a:pt x="3416" y="1418"/>
                </a:lnTo>
                <a:lnTo>
                  <a:pt x="3416" y="1420"/>
                </a:lnTo>
                <a:lnTo>
                  <a:pt x="3417" y="1421"/>
                </a:lnTo>
                <a:lnTo>
                  <a:pt x="3419" y="1421"/>
                </a:lnTo>
                <a:lnTo>
                  <a:pt x="3420" y="1422"/>
                </a:lnTo>
                <a:lnTo>
                  <a:pt x="3420" y="1423"/>
                </a:lnTo>
                <a:lnTo>
                  <a:pt x="3420" y="1424"/>
                </a:lnTo>
                <a:lnTo>
                  <a:pt x="3420" y="1426"/>
                </a:lnTo>
                <a:lnTo>
                  <a:pt x="3421" y="1427"/>
                </a:lnTo>
                <a:lnTo>
                  <a:pt x="3422" y="1427"/>
                </a:lnTo>
                <a:lnTo>
                  <a:pt x="3423" y="1428"/>
                </a:lnTo>
                <a:lnTo>
                  <a:pt x="3423" y="1430"/>
                </a:lnTo>
                <a:lnTo>
                  <a:pt x="3424" y="1430"/>
                </a:lnTo>
                <a:lnTo>
                  <a:pt x="3425" y="1431"/>
                </a:lnTo>
                <a:lnTo>
                  <a:pt x="3426" y="1431"/>
                </a:lnTo>
                <a:lnTo>
                  <a:pt x="3428" y="1432"/>
                </a:lnTo>
                <a:lnTo>
                  <a:pt x="3432" y="1434"/>
                </a:lnTo>
                <a:lnTo>
                  <a:pt x="3433" y="1435"/>
                </a:lnTo>
                <a:lnTo>
                  <a:pt x="3433" y="1436"/>
                </a:lnTo>
                <a:lnTo>
                  <a:pt x="3433" y="1439"/>
                </a:lnTo>
                <a:lnTo>
                  <a:pt x="3434" y="1440"/>
                </a:lnTo>
                <a:lnTo>
                  <a:pt x="3434" y="1441"/>
                </a:lnTo>
                <a:lnTo>
                  <a:pt x="3434" y="1442"/>
                </a:lnTo>
                <a:lnTo>
                  <a:pt x="3433" y="1443"/>
                </a:lnTo>
                <a:lnTo>
                  <a:pt x="3432" y="1444"/>
                </a:lnTo>
                <a:lnTo>
                  <a:pt x="3431" y="1444"/>
                </a:lnTo>
                <a:lnTo>
                  <a:pt x="3430" y="1444"/>
                </a:lnTo>
                <a:lnTo>
                  <a:pt x="3429" y="1444"/>
                </a:lnTo>
                <a:lnTo>
                  <a:pt x="3429" y="1445"/>
                </a:lnTo>
                <a:lnTo>
                  <a:pt x="3429" y="1446"/>
                </a:lnTo>
                <a:lnTo>
                  <a:pt x="3428" y="1446"/>
                </a:lnTo>
                <a:lnTo>
                  <a:pt x="3428" y="1447"/>
                </a:lnTo>
                <a:lnTo>
                  <a:pt x="3427" y="1447"/>
                </a:lnTo>
                <a:lnTo>
                  <a:pt x="3426" y="1447"/>
                </a:lnTo>
                <a:lnTo>
                  <a:pt x="3423" y="1448"/>
                </a:lnTo>
                <a:lnTo>
                  <a:pt x="3423" y="1449"/>
                </a:lnTo>
                <a:lnTo>
                  <a:pt x="3423" y="1450"/>
                </a:lnTo>
                <a:lnTo>
                  <a:pt x="3423" y="1451"/>
                </a:lnTo>
                <a:lnTo>
                  <a:pt x="3424" y="1455"/>
                </a:lnTo>
                <a:lnTo>
                  <a:pt x="3424" y="1456"/>
                </a:lnTo>
                <a:lnTo>
                  <a:pt x="3424" y="1457"/>
                </a:lnTo>
                <a:lnTo>
                  <a:pt x="3424" y="1458"/>
                </a:lnTo>
                <a:lnTo>
                  <a:pt x="3425" y="1460"/>
                </a:lnTo>
                <a:lnTo>
                  <a:pt x="3426" y="1460"/>
                </a:lnTo>
                <a:lnTo>
                  <a:pt x="3426" y="1463"/>
                </a:lnTo>
                <a:lnTo>
                  <a:pt x="3425" y="1464"/>
                </a:lnTo>
                <a:lnTo>
                  <a:pt x="3425" y="1465"/>
                </a:lnTo>
                <a:lnTo>
                  <a:pt x="3425" y="1466"/>
                </a:lnTo>
                <a:lnTo>
                  <a:pt x="3425" y="1467"/>
                </a:lnTo>
                <a:lnTo>
                  <a:pt x="3426" y="1468"/>
                </a:lnTo>
                <a:lnTo>
                  <a:pt x="3427" y="1468"/>
                </a:lnTo>
                <a:lnTo>
                  <a:pt x="3428" y="1469"/>
                </a:lnTo>
                <a:lnTo>
                  <a:pt x="3428" y="1470"/>
                </a:lnTo>
                <a:lnTo>
                  <a:pt x="3428" y="1471"/>
                </a:lnTo>
                <a:lnTo>
                  <a:pt x="3427" y="1472"/>
                </a:lnTo>
                <a:lnTo>
                  <a:pt x="3427" y="1473"/>
                </a:lnTo>
                <a:lnTo>
                  <a:pt x="3425" y="1474"/>
                </a:lnTo>
                <a:lnTo>
                  <a:pt x="3425" y="1475"/>
                </a:lnTo>
                <a:lnTo>
                  <a:pt x="3425" y="1476"/>
                </a:lnTo>
                <a:lnTo>
                  <a:pt x="3425" y="1478"/>
                </a:lnTo>
                <a:lnTo>
                  <a:pt x="3427" y="1479"/>
                </a:lnTo>
                <a:lnTo>
                  <a:pt x="3427" y="1481"/>
                </a:lnTo>
                <a:lnTo>
                  <a:pt x="3426" y="1481"/>
                </a:lnTo>
                <a:lnTo>
                  <a:pt x="3426" y="1482"/>
                </a:lnTo>
                <a:lnTo>
                  <a:pt x="3426" y="1483"/>
                </a:lnTo>
                <a:lnTo>
                  <a:pt x="3425" y="1483"/>
                </a:lnTo>
                <a:lnTo>
                  <a:pt x="3426" y="1485"/>
                </a:lnTo>
                <a:lnTo>
                  <a:pt x="3426" y="1487"/>
                </a:lnTo>
                <a:lnTo>
                  <a:pt x="3427" y="1488"/>
                </a:lnTo>
                <a:lnTo>
                  <a:pt x="3428" y="1489"/>
                </a:lnTo>
                <a:lnTo>
                  <a:pt x="3427" y="1490"/>
                </a:lnTo>
                <a:lnTo>
                  <a:pt x="3427" y="1491"/>
                </a:lnTo>
                <a:lnTo>
                  <a:pt x="3427" y="1493"/>
                </a:lnTo>
                <a:lnTo>
                  <a:pt x="3427" y="1494"/>
                </a:lnTo>
                <a:lnTo>
                  <a:pt x="3430" y="1499"/>
                </a:lnTo>
                <a:lnTo>
                  <a:pt x="3430" y="1502"/>
                </a:lnTo>
                <a:lnTo>
                  <a:pt x="3430" y="1503"/>
                </a:lnTo>
                <a:lnTo>
                  <a:pt x="3430" y="1504"/>
                </a:lnTo>
                <a:lnTo>
                  <a:pt x="3430" y="1505"/>
                </a:lnTo>
                <a:lnTo>
                  <a:pt x="3430" y="1508"/>
                </a:lnTo>
                <a:lnTo>
                  <a:pt x="3431" y="1510"/>
                </a:lnTo>
                <a:lnTo>
                  <a:pt x="3431" y="1512"/>
                </a:lnTo>
                <a:lnTo>
                  <a:pt x="3431" y="1514"/>
                </a:lnTo>
                <a:lnTo>
                  <a:pt x="3430" y="1515"/>
                </a:lnTo>
                <a:lnTo>
                  <a:pt x="3430" y="1516"/>
                </a:lnTo>
                <a:lnTo>
                  <a:pt x="3430" y="1517"/>
                </a:lnTo>
                <a:lnTo>
                  <a:pt x="3430" y="1518"/>
                </a:lnTo>
                <a:lnTo>
                  <a:pt x="3430" y="1519"/>
                </a:lnTo>
                <a:lnTo>
                  <a:pt x="3431" y="1519"/>
                </a:lnTo>
                <a:lnTo>
                  <a:pt x="3431" y="1520"/>
                </a:lnTo>
                <a:lnTo>
                  <a:pt x="3430" y="1521"/>
                </a:lnTo>
                <a:lnTo>
                  <a:pt x="3430" y="1522"/>
                </a:lnTo>
                <a:lnTo>
                  <a:pt x="3429" y="1523"/>
                </a:lnTo>
                <a:lnTo>
                  <a:pt x="3430" y="1524"/>
                </a:lnTo>
                <a:lnTo>
                  <a:pt x="3431" y="1526"/>
                </a:lnTo>
                <a:lnTo>
                  <a:pt x="3432" y="1527"/>
                </a:lnTo>
                <a:lnTo>
                  <a:pt x="3431" y="1529"/>
                </a:lnTo>
                <a:lnTo>
                  <a:pt x="3431" y="1530"/>
                </a:lnTo>
                <a:lnTo>
                  <a:pt x="3431" y="1531"/>
                </a:lnTo>
                <a:lnTo>
                  <a:pt x="3431" y="1532"/>
                </a:lnTo>
                <a:lnTo>
                  <a:pt x="3431" y="1533"/>
                </a:lnTo>
                <a:lnTo>
                  <a:pt x="3431" y="1534"/>
                </a:lnTo>
                <a:lnTo>
                  <a:pt x="3432" y="1535"/>
                </a:lnTo>
                <a:lnTo>
                  <a:pt x="3432" y="1536"/>
                </a:lnTo>
                <a:lnTo>
                  <a:pt x="3431" y="1536"/>
                </a:lnTo>
                <a:lnTo>
                  <a:pt x="3431" y="1537"/>
                </a:lnTo>
                <a:lnTo>
                  <a:pt x="3430" y="1538"/>
                </a:lnTo>
                <a:lnTo>
                  <a:pt x="3429" y="1539"/>
                </a:lnTo>
                <a:lnTo>
                  <a:pt x="3429" y="1540"/>
                </a:lnTo>
                <a:lnTo>
                  <a:pt x="3429" y="1544"/>
                </a:lnTo>
                <a:lnTo>
                  <a:pt x="3429" y="1545"/>
                </a:lnTo>
                <a:lnTo>
                  <a:pt x="3430" y="1546"/>
                </a:lnTo>
                <a:lnTo>
                  <a:pt x="3432" y="1548"/>
                </a:lnTo>
                <a:lnTo>
                  <a:pt x="3432" y="1549"/>
                </a:lnTo>
                <a:lnTo>
                  <a:pt x="3432" y="1550"/>
                </a:lnTo>
                <a:lnTo>
                  <a:pt x="3431" y="1551"/>
                </a:lnTo>
                <a:lnTo>
                  <a:pt x="3431" y="1552"/>
                </a:lnTo>
                <a:lnTo>
                  <a:pt x="3430" y="1553"/>
                </a:lnTo>
                <a:lnTo>
                  <a:pt x="3430" y="1555"/>
                </a:lnTo>
                <a:lnTo>
                  <a:pt x="3430" y="1556"/>
                </a:lnTo>
                <a:lnTo>
                  <a:pt x="3430" y="1557"/>
                </a:lnTo>
                <a:lnTo>
                  <a:pt x="3431" y="1557"/>
                </a:lnTo>
                <a:lnTo>
                  <a:pt x="3431" y="1558"/>
                </a:lnTo>
                <a:lnTo>
                  <a:pt x="3430" y="1560"/>
                </a:lnTo>
                <a:lnTo>
                  <a:pt x="3431" y="1561"/>
                </a:lnTo>
                <a:lnTo>
                  <a:pt x="3432" y="1562"/>
                </a:lnTo>
                <a:lnTo>
                  <a:pt x="3433" y="1562"/>
                </a:lnTo>
                <a:lnTo>
                  <a:pt x="3434" y="1562"/>
                </a:lnTo>
                <a:lnTo>
                  <a:pt x="3434" y="1563"/>
                </a:lnTo>
                <a:lnTo>
                  <a:pt x="3435" y="1565"/>
                </a:lnTo>
                <a:lnTo>
                  <a:pt x="3434" y="1567"/>
                </a:lnTo>
                <a:lnTo>
                  <a:pt x="3434" y="1568"/>
                </a:lnTo>
                <a:lnTo>
                  <a:pt x="3434" y="1569"/>
                </a:lnTo>
                <a:lnTo>
                  <a:pt x="3435" y="1569"/>
                </a:lnTo>
                <a:lnTo>
                  <a:pt x="3436" y="1571"/>
                </a:lnTo>
                <a:lnTo>
                  <a:pt x="3437" y="1572"/>
                </a:lnTo>
                <a:lnTo>
                  <a:pt x="3437" y="1573"/>
                </a:lnTo>
                <a:lnTo>
                  <a:pt x="3438" y="1574"/>
                </a:lnTo>
                <a:lnTo>
                  <a:pt x="3438" y="1575"/>
                </a:lnTo>
                <a:lnTo>
                  <a:pt x="3439" y="1576"/>
                </a:lnTo>
                <a:lnTo>
                  <a:pt x="3440" y="1577"/>
                </a:lnTo>
                <a:lnTo>
                  <a:pt x="3439" y="1580"/>
                </a:lnTo>
                <a:lnTo>
                  <a:pt x="3438" y="1581"/>
                </a:lnTo>
                <a:lnTo>
                  <a:pt x="3438" y="1582"/>
                </a:lnTo>
                <a:lnTo>
                  <a:pt x="3438" y="1583"/>
                </a:lnTo>
                <a:lnTo>
                  <a:pt x="3438" y="1584"/>
                </a:lnTo>
                <a:lnTo>
                  <a:pt x="3439" y="1585"/>
                </a:lnTo>
                <a:lnTo>
                  <a:pt x="3438" y="1593"/>
                </a:lnTo>
                <a:lnTo>
                  <a:pt x="3438" y="1594"/>
                </a:lnTo>
                <a:lnTo>
                  <a:pt x="3440" y="1602"/>
                </a:lnTo>
                <a:lnTo>
                  <a:pt x="3439" y="1603"/>
                </a:lnTo>
                <a:lnTo>
                  <a:pt x="3439" y="1604"/>
                </a:lnTo>
                <a:lnTo>
                  <a:pt x="3439" y="1605"/>
                </a:lnTo>
                <a:lnTo>
                  <a:pt x="3439" y="1606"/>
                </a:lnTo>
                <a:lnTo>
                  <a:pt x="3440" y="1607"/>
                </a:lnTo>
                <a:lnTo>
                  <a:pt x="3441" y="1607"/>
                </a:lnTo>
                <a:lnTo>
                  <a:pt x="3442" y="1607"/>
                </a:lnTo>
                <a:lnTo>
                  <a:pt x="3442" y="1608"/>
                </a:lnTo>
                <a:lnTo>
                  <a:pt x="3442" y="1609"/>
                </a:lnTo>
                <a:lnTo>
                  <a:pt x="3441" y="1609"/>
                </a:lnTo>
                <a:lnTo>
                  <a:pt x="3440" y="1609"/>
                </a:lnTo>
                <a:lnTo>
                  <a:pt x="3440" y="1610"/>
                </a:lnTo>
                <a:lnTo>
                  <a:pt x="3440" y="1612"/>
                </a:lnTo>
                <a:lnTo>
                  <a:pt x="3439" y="1613"/>
                </a:lnTo>
                <a:lnTo>
                  <a:pt x="3439" y="1614"/>
                </a:lnTo>
                <a:lnTo>
                  <a:pt x="3439" y="1615"/>
                </a:lnTo>
                <a:lnTo>
                  <a:pt x="3438" y="1616"/>
                </a:lnTo>
                <a:lnTo>
                  <a:pt x="3437" y="1617"/>
                </a:lnTo>
                <a:lnTo>
                  <a:pt x="3436" y="1618"/>
                </a:lnTo>
                <a:lnTo>
                  <a:pt x="3436" y="1619"/>
                </a:lnTo>
                <a:lnTo>
                  <a:pt x="3436" y="1620"/>
                </a:lnTo>
                <a:lnTo>
                  <a:pt x="3435" y="1621"/>
                </a:lnTo>
                <a:lnTo>
                  <a:pt x="3435" y="1622"/>
                </a:lnTo>
                <a:lnTo>
                  <a:pt x="3435" y="1623"/>
                </a:lnTo>
                <a:lnTo>
                  <a:pt x="3434" y="1623"/>
                </a:lnTo>
                <a:lnTo>
                  <a:pt x="3433" y="1624"/>
                </a:lnTo>
                <a:lnTo>
                  <a:pt x="3433" y="1627"/>
                </a:lnTo>
                <a:lnTo>
                  <a:pt x="3433" y="1628"/>
                </a:lnTo>
                <a:lnTo>
                  <a:pt x="3432" y="1629"/>
                </a:lnTo>
                <a:lnTo>
                  <a:pt x="3431" y="1630"/>
                </a:lnTo>
                <a:lnTo>
                  <a:pt x="3431" y="1631"/>
                </a:lnTo>
                <a:lnTo>
                  <a:pt x="3431" y="1634"/>
                </a:lnTo>
                <a:lnTo>
                  <a:pt x="3431" y="1636"/>
                </a:lnTo>
                <a:lnTo>
                  <a:pt x="3431" y="1637"/>
                </a:lnTo>
                <a:lnTo>
                  <a:pt x="3431" y="1638"/>
                </a:lnTo>
                <a:lnTo>
                  <a:pt x="3430" y="1638"/>
                </a:lnTo>
                <a:lnTo>
                  <a:pt x="3430" y="1639"/>
                </a:lnTo>
                <a:lnTo>
                  <a:pt x="3429" y="1643"/>
                </a:lnTo>
                <a:lnTo>
                  <a:pt x="3429" y="1644"/>
                </a:lnTo>
                <a:lnTo>
                  <a:pt x="3429" y="1645"/>
                </a:lnTo>
                <a:lnTo>
                  <a:pt x="3429" y="1646"/>
                </a:lnTo>
                <a:lnTo>
                  <a:pt x="3428" y="1647"/>
                </a:lnTo>
                <a:lnTo>
                  <a:pt x="3427" y="1647"/>
                </a:lnTo>
                <a:lnTo>
                  <a:pt x="3427" y="1649"/>
                </a:lnTo>
                <a:lnTo>
                  <a:pt x="3427" y="1654"/>
                </a:lnTo>
                <a:lnTo>
                  <a:pt x="3427" y="1655"/>
                </a:lnTo>
                <a:lnTo>
                  <a:pt x="3427" y="1657"/>
                </a:lnTo>
                <a:lnTo>
                  <a:pt x="3426" y="1658"/>
                </a:lnTo>
                <a:lnTo>
                  <a:pt x="3425" y="1660"/>
                </a:lnTo>
                <a:lnTo>
                  <a:pt x="3425" y="1662"/>
                </a:lnTo>
                <a:lnTo>
                  <a:pt x="3425" y="1663"/>
                </a:lnTo>
                <a:lnTo>
                  <a:pt x="3426" y="1664"/>
                </a:lnTo>
                <a:lnTo>
                  <a:pt x="3427" y="1664"/>
                </a:lnTo>
                <a:lnTo>
                  <a:pt x="3426" y="1664"/>
                </a:lnTo>
                <a:lnTo>
                  <a:pt x="3426" y="1665"/>
                </a:lnTo>
                <a:lnTo>
                  <a:pt x="3426" y="1666"/>
                </a:lnTo>
                <a:lnTo>
                  <a:pt x="3427" y="1667"/>
                </a:lnTo>
                <a:lnTo>
                  <a:pt x="3428" y="1669"/>
                </a:lnTo>
                <a:lnTo>
                  <a:pt x="3428" y="1671"/>
                </a:lnTo>
                <a:lnTo>
                  <a:pt x="3428" y="1672"/>
                </a:lnTo>
                <a:lnTo>
                  <a:pt x="3428" y="1674"/>
                </a:lnTo>
                <a:lnTo>
                  <a:pt x="3430" y="1675"/>
                </a:lnTo>
                <a:lnTo>
                  <a:pt x="3431" y="1676"/>
                </a:lnTo>
                <a:lnTo>
                  <a:pt x="3431" y="1677"/>
                </a:lnTo>
                <a:lnTo>
                  <a:pt x="3432" y="1678"/>
                </a:lnTo>
                <a:lnTo>
                  <a:pt x="3432" y="1679"/>
                </a:lnTo>
                <a:lnTo>
                  <a:pt x="3433" y="1681"/>
                </a:lnTo>
                <a:lnTo>
                  <a:pt x="3433" y="1682"/>
                </a:lnTo>
                <a:lnTo>
                  <a:pt x="3434" y="1682"/>
                </a:lnTo>
                <a:lnTo>
                  <a:pt x="3434" y="1683"/>
                </a:lnTo>
                <a:lnTo>
                  <a:pt x="3434" y="1686"/>
                </a:lnTo>
                <a:lnTo>
                  <a:pt x="3434" y="1687"/>
                </a:lnTo>
                <a:lnTo>
                  <a:pt x="3433" y="1690"/>
                </a:lnTo>
                <a:lnTo>
                  <a:pt x="3433" y="1691"/>
                </a:lnTo>
                <a:lnTo>
                  <a:pt x="3434" y="1695"/>
                </a:lnTo>
                <a:lnTo>
                  <a:pt x="3434" y="1699"/>
                </a:lnTo>
                <a:lnTo>
                  <a:pt x="3435" y="1700"/>
                </a:lnTo>
                <a:lnTo>
                  <a:pt x="3435" y="1701"/>
                </a:lnTo>
                <a:lnTo>
                  <a:pt x="3435" y="1702"/>
                </a:lnTo>
                <a:lnTo>
                  <a:pt x="3434" y="1703"/>
                </a:lnTo>
                <a:lnTo>
                  <a:pt x="3434" y="1705"/>
                </a:lnTo>
                <a:lnTo>
                  <a:pt x="3434" y="1706"/>
                </a:lnTo>
                <a:lnTo>
                  <a:pt x="3435" y="1707"/>
                </a:lnTo>
                <a:lnTo>
                  <a:pt x="3435" y="1708"/>
                </a:lnTo>
                <a:lnTo>
                  <a:pt x="3435" y="1709"/>
                </a:lnTo>
                <a:lnTo>
                  <a:pt x="3434" y="1709"/>
                </a:lnTo>
                <a:lnTo>
                  <a:pt x="3435" y="1711"/>
                </a:lnTo>
                <a:lnTo>
                  <a:pt x="3435" y="1712"/>
                </a:lnTo>
                <a:lnTo>
                  <a:pt x="3435" y="1713"/>
                </a:lnTo>
                <a:lnTo>
                  <a:pt x="3434" y="1713"/>
                </a:lnTo>
                <a:lnTo>
                  <a:pt x="3434" y="1714"/>
                </a:lnTo>
                <a:lnTo>
                  <a:pt x="3434" y="1718"/>
                </a:lnTo>
                <a:lnTo>
                  <a:pt x="3435" y="1720"/>
                </a:lnTo>
                <a:lnTo>
                  <a:pt x="3434" y="1721"/>
                </a:lnTo>
                <a:lnTo>
                  <a:pt x="3434" y="1722"/>
                </a:lnTo>
                <a:lnTo>
                  <a:pt x="3434" y="1731"/>
                </a:lnTo>
                <a:lnTo>
                  <a:pt x="3435" y="1732"/>
                </a:lnTo>
                <a:lnTo>
                  <a:pt x="3435" y="1733"/>
                </a:lnTo>
                <a:lnTo>
                  <a:pt x="3436" y="1734"/>
                </a:lnTo>
                <a:lnTo>
                  <a:pt x="3434" y="1737"/>
                </a:lnTo>
                <a:lnTo>
                  <a:pt x="3434" y="1738"/>
                </a:lnTo>
                <a:lnTo>
                  <a:pt x="3435" y="1738"/>
                </a:lnTo>
                <a:lnTo>
                  <a:pt x="3435" y="1739"/>
                </a:lnTo>
                <a:lnTo>
                  <a:pt x="3436" y="1739"/>
                </a:lnTo>
                <a:lnTo>
                  <a:pt x="3437" y="1740"/>
                </a:lnTo>
                <a:lnTo>
                  <a:pt x="3439" y="1743"/>
                </a:lnTo>
                <a:lnTo>
                  <a:pt x="3438" y="1744"/>
                </a:lnTo>
                <a:lnTo>
                  <a:pt x="3438" y="1745"/>
                </a:lnTo>
                <a:lnTo>
                  <a:pt x="3440" y="1748"/>
                </a:lnTo>
                <a:lnTo>
                  <a:pt x="3441" y="1748"/>
                </a:lnTo>
                <a:lnTo>
                  <a:pt x="3442" y="1750"/>
                </a:lnTo>
                <a:lnTo>
                  <a:pt x="3442" y="1751"/>
                </a:lnTo>
                <a:lnTo>
                  <a:pt x="3442" y="1753"/>
                </a:lnTo>
                <a:lnTo>
                  <a:pt x="3441" y="1754"/>
                </a:lnTo>
                <a:lnTo>
                  <a:pt x="3437" y="1754"/>
                </a:lnTo>
                <a:lnTo>
                  <a:pt x="3435" y="1755"/>
                </a:lnTo>
                <a:lnTo>
                  <a:pt x="3434" y="1756"/>
                </a:lnTo>
                <a:lnTo>
                  <a:pt x="3429" y="1756"/>
                </a:lnTo>
                <a:lnTo>
                  <a:pt x="3428" y="1756"/>
                </a:lnTo>
                <a:lnTo>
                  <a:pt x="3427" y="1756"/>
                </a:lnTo>
                <a:lnTo>
                  <a:pt x="3425" y="1757"/>
                </a:lnTo>
                <a:lnTo>
                  <a:pt x="3425" y="1758"/>
                </a:lnTo>
                <a:lnTo>
                  <a:pt x="3423" y="1758"/>
                </a:lnTo>
                <a:lnTo>
                  <a:pt x="3420" y="1757"/>
                </a:lnTo>
                <a:lnTo>
                  <a:pt x="3418" y="1756"/>
                </a:lnTo>
                <a:lnTo>
                  <a:pt x="3416" y="1756"/>
                </a:lnTo>
                <a:lnTo>
                  <a:pt x="3416" y="1761"/>
                </a:lnTo>
                <a:lnTo>
                  <a:pt x="3415" y="1761"/>
                </a:lnTo>
                <a:lnTo>
                  <a:pt x="3414" y="1762"/>
                </a:lnTo>
                <a:lnTo>
                  <a:pt x="3414" y="1764"/>
                </a:lnTo>
                <a:lnTo>
                  <a:pt x="3413" y="1768"/>
                </a:lnTo>
                <a:lnTo>
                  <a:pt x="3414" y="1771"/>
                </a:lnTo>
                <a:lnTo>
                  <a:pt x="3416" y="1774"/>
                </a:lnTo>
                <a:lnTo>
                  <a:pt x="3418" y="1776"/>
                </a:lnTo>
                <a:lnTo>
                  <a:pt x="3418" y="1777"/>
                </a:lnTo>
                <a:lnTo>
                  <a:pt x="3419" y="1778"/>
                </a:lnTo>
                <a:lnTo>
                  <a:pt x="3420" y="1782"/>
                </a:lnTo>
                <a:lnTo>
                  <a:pt x="3421" y="1786"/>
                </a:lnTo>
                <a:lnTo>
                  <a:pt x="3422" y="1788"/>
                </a:lnTo>
                <a:lnTo>
                  <a:pt x="3422" y="1790"/>
                </a:lnTo>
                <a:lnTo>
                  <a:pt x="3420" y="1792"/>
                </a:lnTo>
                <a:lnTo>
                  <a:pt x="3419" y="1792"/>
                </a:lnTo>
                <a:lnTo>
                  <a:pt x="3419" y="1793"/>
                </a:lnTo>
                <a:lnTo>
                  <a:pt x="3418" y="1793"/>
                </a:lnTo>
                <a:lnTo>
                  <a:pt x="3412" y="1796"/>
                </a:lnTo>
                <a:lnTo>
                  <a:pt x="3411" y="1799"/>
                </a:lnTo>
                <a:lnTo>
                  <a:pt x="3408" y="1801"/>
                </a:lnTo>
                <a:lnTo>
                  <a:pt x="3407" y="1801"/>
                </a:lnTo>
                <a:lnTo>
                  <a:pt x="3405" y="1801"/>
                </a:lnTo>
                <a:lnTo>
                  <a:pt x="3405" y="1803"/>
                </a:lnTo>
                <a:lnTo>
                  <a:pt x="3404" y="1808"/>
                </a:lnTo>
                <a:lnTo>
                  <a:pt x="3404" y="1811"/>
                </a:lnTo>
                <a:lnTo>
                  <a:pt x="3403" y="1814"/>
                </a:lnTo>
                <a:lnTo>
                  <a:pt x="3403" y="1815"/>
                </a:lnTo>
                <a:lnTo>
                  <a:pt x="3402" y="1816"/>
                </a:lnTo>
                <a:lnTo>
                  <a:pt x="3402" y="1821"/>
                </a:lnTo>
                <a:lnTo>
                  <a:pt x="3408" y="1824"/>
                </a:lnTo>
                <a:lnTo>
                  <a:pt x="3409" y="1824"/>
                </a:lnTo>
                <a:lnTo>
                  <a:pt x="3411" y="1824"/>
                </a:lnTo>
                <a:lnTo>
                  <a:pt x="3412" y="1825"/>
                </a:lnTo>
                <a:lnTo>
                  <a:pt x="3412" y="1827"/>
                </a:lnTo>
                <a:lnTo>
                  <a:pt x="3411" y="1828"/>
                </a:lnTo>
                <a:lnTo>
                  <a:pt x="3410" y="1828"/>
                </a:lnTo>
                <a:lnTo>
                  <a:pt x="3411" y="1831"/>
                </a:lnTo>
                <a:lnTo>
                  <a:pt x="3411" y="1832"/>
                </a:lnTo>
                <a:lnTo>
                  <a:pt x="3411" y="1833"/>
                </a:lnTo>
                <a:lnTo>
                  <a:pt x="3410" y="1833"/>
                </a:lnTo>
                <a:lnTo>
                  <a:pt x="3407" y="1834"/>
                </a:lnTo>
                <a:lnTo>
                  <a:pt x="3406" y="1833"/>
                </a:lnTo>
                <a:lnTo>
                  <a:pt x="3406" y="1834"/>
                </a:lnTo>
                <a:lnTo>
                  <a:pt x="3405" y="1834"/>
                </a:lnTo>
                <a:lnTo>
                  <a:pt x="3405" y="1833"/>
                </a:lnTo>
                <a:lnTo>
                  <a:pt x="3404" y="1834"/>
                </a:lnTo>
                <a:lnTo>
                  <a:pt x="3403" y="1834"/>
                </a:lnTo>
                <a:lnTo>
                  <a:pt x="3402" y="1836"/>
                </a:lnTo>
                <a:lnTo>
                  <a:pt x="3402" y="1837"/>
                </a:lnTo>
                <a:lnTo>
                  <a:pt x="3400" y="1838"/>
                </a:lnTo>
                <a:lnTo>
                  <a:pt x="3398" y="1838"/>
                </a:lnTo>
                <a:lnTo>
                  <a:pt x="3396" y="1837"/>
                </a:lnTo>
                <a:lnTo>
                  <a:pt x="3395" y="1836"/>
                </a:lnTo>
                <a:lnTo>
                  <a:pt x="3393" y="1836"/>
                </a:lnTo>
                <a:lnTo>
                  <a:pt x="3392" y="1837"/>
                </a:lnTo>
                <a:lnTo>
                  <a:pt x="3391" y="1837"/>
                </a:lnTo>
                <a:lnTo>
                  <a:pt x="3391" y="1838"/>
                </a:lnTo>
                <a:lnTo>
                  <a:pt x="3390" y="1838"/>
                </a:lnTo>
                <a:lnTo>
                  <a:pt x="3387" y="1837"/>
                </a:lnTo>
                <a:lnTo>
                  <a:pt x="3385" y="1833"/>
                </a:lnTo>
                <a:lnTo>
                  <a:pt x="3386" y="1830"/>
                </a:lnTo>
                <a:lnTo>
                  <a:pt x="3386" y="1828"/>
                </a:lnTo>
                <a:lnTo>
                  <a:pt x="3385" y="1824"/>
                </a:lnTo>
                <a:lnTo>
                  <a:pt x="3385" y="1821"/>
                </a:lnTo>
                <a:lnTo>
                  <a:pt x="3385" y="1819"/>
                </a:lnTo>
                <a:lnTo>
                  <a:pt x="3385" y="1815"/>
                </a:lnTo>
                <a:lnTo>
                  <a:pt x="3384" y="1811"/>
                </a:lnTo>
                <a:lnTo>
                  <a:pt x="3384" y="1810"/>
                </a:lnTo>
                <a:lnTo>
                  <a:pt x="3385" y="1807"/>
                </a:lnTo>
                <a:lnTo>
                  <a:pt x="3383" y="1802"/>
                </a:lnTo>
                <a:lnTo>
                  <a:pt x="3381" y="1798"/>
                </a:lnTo>
                <a:lnTo>
                  <a:pt x="3380" y="1796"/>
                </a:lnTo>
                <a:lnTo>
                  <a:pt x="3377" y="1794"/>
                </a:lnTo>
                <a:lnTo>
                  <a:pt x="3375" y="1795"/>
                </a:lnTo>
                <a:lnTo>
                  <a:pt x="3375" y="1796"/>
                </a:lnTo>
                <a:lnTo>
                  <a:pt x="3373" y="1797"/>
                </a:lnTo>
                <a:lnTo>
                  <a:pt x="3372" y="1798"/>
                </a:lnTo>
                <a:lnTo>
                  <a:pt x="3370" y="1799"/>
                </a:lnTo>
                <a:lnTo>
                  <a:pt x="3368" y="1800"/>
                </a:lnTo>
                <a:lnTo>
                  <a:pt x="3368" y="1801"/>
                </a:lnTo>
                <a:lnTo>
                  <a:pt x="3367" y="1802"/>
                </a:lnTo>
                <a:lnTo>
                  <a:pt x="3366" y="1803"/>
                </a:lnTo>
                <a:lnTo>
                  <a:pt x="3363" y="1802"/>
                </a:lnTo>
                <a:lnTo>
                  <a:pt x="3362" y="1801"/>
                </a:lnTo>
                <a:lnTo>
                  <a:pt x="3358" y="1799"/>
                </a:lnTo>
                <a:lnTo>
                  <a:pt x="3357" y="1799"/>
                </a:lnTo>
                <a:lnTo>
                  <a:pt x="3355" y="1799"/>
                </a:lnTo>
                <a:lnTo>
                  <a:pt x="3354" y="1800"/>
                </a:lnTo>
                <a:lnTo>
                  <a:pt x="3354" y="1799"/>
                </a:lnTo>
                <a:lnTo>
                  <a:pt x="3353" y="1800"/>
                </a:lnTo>
                <a:lnTo>
                  <a:pt x="3352" y="1801"/>
                </a:lnTo>
                <a:lnTo>
                  <a:pt x="3352" y="1803"/>
                </a:lnTo>
                <a:lnTo>
                  <a:pt x="3354" y="1807"/>
                </a:lnTo>
                <a:lnTo>
                  <a:pt x="3354" y="1808"/>
                </a:lnTo>
                <a:lnTo>
                  <a:pt x="3355" y="1809"/>
                </a:lnTo>
                <a:lnTo>
                  <a:pt x="3356" y="1809"/>
                </a:lnTo>
                <a:lnTo>
                  <a:pt x="3357" y="1809"/>
                </a:lnTo>
                <a:lnTo>
                  <a:pt x="3356" y="1810"/>
                </a:lnTo>
                <a:lnTo>
                  <a:pt x="3355" y="1811"/>
                </a:lnTo>
                <a:lnTo>
                  <a:pt x="3355" y="1812"/>
                </a:lnTo>
                <a:lnTo>
                  <a:pt x="3354" y="1816"/>
                </a:lnTo>
                <a:lnTo>
                  <a:pt x="3354" y="1818"/>
                </a:lnTo>
                <a:lnTo>
                  <a:pt x="3355" y="1823"/>
                </a:lnTo>
                <a:lnTo>
                  <a:pt x="3355" y="1824"/>
                </a:lnTo>
                <a:lnTo>
                  <a:pt x="3356" y="1825"/>
                </a:lnTo>
                <a:lnTo>
                  <a:pt x="3357" y="1827"/>
                </a:lnTo>
                <a:lnTo>
                  <a:pt x="3356" y="1828"/>
                </a:lnTo>
                <a:lnTo>
                  <a:pt x="3356" y="1829"/>
                </a:lnTo>
                <a:lnTo>
                  <a:pt x="3356" y="1830"/>
                </a:lnTo>
                <a:lnTo>
                  <a:pt x="3355" y="1831"/>
                </a:lnTo>
                <a:lnTo>
                  <a:pt x="3354" y="1832"/>
                </a:lnTo>
                <a:lnTo>
                  <a:pt x="3354" y="1833"/>
                </a:lnTo>
                <a:lnTo>
                  <a:pt x="3355" y="1834"/>
                </a:lnTo>
                <a:lnTo>
                  <a:pt x="3356" y="1836"/>
                </a:lnTo>
                <a:lnTo>
                  <a:pt x="3356" y="1839"/>
                </a:lnTo>
                <a:lnTo>
                  <a:pt x="3357" y="1839"/>
                </a:lnTo>
                <a:lnTo>
                  <a:pt x="3358" y="1841"/>
                </a:lnTo>
                <a:lnTo>
                  <a:pt x="3359" y="1842"/>
                </a:lnTo>
                <a:lnTo>
                  <a:pt x="3358" y="1843"/>
                </a:lnTo>
                <a:lnTo>
                  <a:pt x="3358" y="1844"/>
                </a:lnTo>
                <a:lnTo>
                  <a:pt x="3358" y="1845"/>
                </a:lnTo>
                <a:lnTo>
                  <a:pt x="3359" y="1845"/>
                </a:lnTo>
                <a:lnTo>
                  <a:pt x="3359" y="1846"/>
                </a:lnTo>
                <a:lnTo>
                  <a:pt x="3359" y="1848"/>
                </a:lnTo>
                <a:lnTo>
                  <a:pt x="3358" y="1848"/>
                </a:lnTo>
                <a:lnTo>
                  <a:pt x="3358" y="1849"/>
                </a:lnTo>
                <a:lnTo>
                  <a:pt x="3358" y="1850"/>
                </a:lnTo>
                <a:lnTo>
                  <a:pt x="3358" y="1852"/>
                </a:lnTo>
                <a:lnTo>
                  <a:pt x="3355" y="1854"/>
                </a:lnTo>
                <a:lnTo>
                  <a:pt x="3353" y="1855"/>
                </a:lnTo>
                <a:lnTo>
                  <a:pt x="3352" y="1855"/>
                </a:lnTo>
                <a:lnTo>
                  <a:pt x="3350" y="1856"/>
                </a:lnTo>
                <a:lnTo>
                  <a:pt x="3350" y="1857"/>
                </a:lnTo>
                <a:lnTo>
                  <a:pt x="3349" y="1858"/>
                </a:lnTo>
                <a:lnTo>
                  <a:pt x="3349" y="1859"/>
                </a:lnTo>
                <a:lnTo>
                  <a:pt x="3346" y="1860"/>
                </a:lnTo>
                <a:lnTo>
                  <a:pt x="3344" y="1859"/>
                </a:lnTo>
                <a:lnTo>
                  <a:pt x="3343" y="1859"/>
                </a:lnTo>
                <a:lnTo>
                  <a:pt x="3342" y="1859"/>
                </a:lnTo>
                <a:lnTo>
                  <a:pt x="3343" y="1862"/>
                </a:lnTo>
                <a:lnTo>
                  <a:pt x="3343" y="1864"/>
                </a:lnTo>
                <a:lnTo>
                  <a:pt x="3345" y="1869"/>
                </a:lnTo>
                <a:lnTo>
                  <a:pt x="3345" y="1870"/>
                </a:lnTo>
                <a:lnTo>
                  <a:pt x="3346" y="1871"/>
                </a:lnTo>
                <a:lnTo>
                  <a:pt x="3346" y="1872"/>
                </a:lnTo>
                <a:lnTo>
                  <a:pt x="3345" y="1873"/>
                </a:lnTo>
                <a:lnTo>
                  <a:pt x="3345" y="1879"/>
                </a:lnTo>
                <a:lnTo>
                  <a:pt x="3346" y="1881"/>
                </a:lnTo>
                <a:lnTo>
                  <a:pt x="3347" y="1887"/>
                </a:lnTo>
                <a:lnTo>
                  <a:pt x="3348" y="1890"/>
                </a:lnTo>
                <a:lnTo>
                  <a:pt x="3346" y="1893"/>
                </a:lnTo>
                <a:lnTo>
                  <a:pt x="3345" y="1894"/>
                </a:lnTo>
                <a:lnTo>
                  <a:pt x="3344" y="1897"/>
                </a:lnTo>
                <a:lnTo>
                  <a:pt x="3345" y="1899"/>
                </a:lnTo>
                <a:lnTo>
                  <a:pt x="3346" y="1899"/>
                </a:lnTo>
                <a:lnTo>
                  <a:pt x="3347" y="1900"/>
                </a:lnTo>
                <a:lnTo>
                  <a:pt x="3349" y="1900"/>
                </a:lnTo>
                <a:lnTo>
                  <a:pt x="3354" y="1903"/>
                </a:lnTo>
                <a:lnTo>
                  <a:pt x="3354" y="1905"/>
                </a:lnTo>
                <a:lnTo>
                  <a:pt x="3355" y="1906"/>
                </a:lnTo>
                <a:lnTo>
                  <a:pt x="3356" y="1908"/>
                </a:lnTo>
                <a:lnTo>
                  <a:pt x="3355" y="1911"/>
                </a:lnTo>
                <a:lnTo>
                  <a:pt x="3357" y="1912"/>
                </a:lnTo>
                <a:lnTo>
                  <a:pt x="3359" y="1915"/>
                </a:lnTo>
                <a:lnTo>
                  <a:pt x="3359" y="1916"/>
                </a:lnTo>
                <a:lnTo>
                  <a:pt x="3359" y="1917"/>
                </a:lnTo>
                <a:lnTo>
                  <a:pt x="3359" y="1918"/>
                </a:lnTo>
                <a:lnTo>
                  <a:pt x="3361" y="1921"/>
                </a:lnTo>
                <a:lnTo>
                  <a:pt x="3362" y="1923"/>
                </a:lnTo>
                <a:lnTo>
                  <a:pt x="3363" y="1924"/>
                </a:lnTo>
                <a:lnTo>
                  <a:pt x="3363" y="1926"/>
                </a:lnTo>
                <a:lnTo>
                  <a:pt x="3363" y="1928"/>
                </a:lnTo>
                <a:lnTo>
                  <a:pt x="3364" y="1930"/>
                </a:lnTo>
                <a:lnTo>
                  <a:pt x="3365" y="1930"/>
                </a:lnTo>
                <a:lnTo>
                  <a:pt x="3366" y="1931"/>
                </a:lnTo>
                <a:lnTo>
                  <a:pt x="3366" y="1933"/>
                </a:lnTo>
                <a:lnTo>
                  <a:pt x="3365" y="1935"/>
                </a:lnTo>
                <a:lnTo>
                  <a:pt x="3362" y="1936"/>
                </a:lnTo>
                <a:lnTo>
                  <a:pt x="3360" y="1936"/>
                </a:lnTo>
                <a:lnTo>
                  <a:pt x="3359" y="1937"/>
                </a:lnTo>
                <a:lnTo>
                  <a:pt x="3359" y="1938"/>
                </a:lnTo>
                <a:lnTo>
                  <a:pt x="3358" y="1942"/>
                </a:lnTo>
                <a:lnTo>
                  <a:pt x="3359" y="1943"/>
                </a:lnTo>
                <a:lnTo>
                  <a:pt x="3359" y="1944"/>
                </a:lnTo>
                <a:lnTo>
                  <a:pt x="3357" y="1947"/>
                </a:lnTo>
                <a:lnTo>
                  <a:pt x="3357" y="1950"/>
                </a:lnTo>
                <a:lnTo>
                  <a:pt x="3357" y="1953"/>
                </a:lnTo>
                <a:lnTo>
                  <a:pt x="3354" y="1956"/>
                </a:lnTo>
                <a:lnTo>
                  <a:pt x="3352" y="1957"/>
                </a:lnTo>
                <a:lnTo>
                  <a:pt x="3351" y="1957"/>
                </a:lnTo>
                <a:lnTo>
                  <a:pt x="3350" y="1957"/>
                </a:lnTo>
                <a:lnTo>
                  <a:pt x="3349" y="1957"/>
                </a:lnTo>
                <a:lnTo>
                  <a:pt x="3346" y="1959"/>
                </a:lnTo>
                <a:lnTo>
                  <a:pt x="3344" y="1960"/>
                </a:lnTo>
                <a:lnTo>
                  <a:pt x="3343" y="1962"/>
                </a:lnTo>
                <a:lnTo>
                  <a:pt x="3342" y="1963"/>
                </a:lnTo>
                <a:lnTo>
                  <a:pt x="3342" y="1965"/>
                </a:lnTo>
                <a:lnTo>
                  <a:pt x="3341" y="1965"/>
                </a:lnTo>
                <a:lnTo>
                  <a:pt x="3338" y="1964"/>
                </a:lnTo>
                <a:lnTo>
                  <a:pt x="3336" y="1963"/>
                </a:lnTo>
                <a:lnTo>
                  <a:pt x="3333" y="1962"/>
                </a:lnTo>
                <a:lnTo>
                  <a:pt x="3329" y="1961"/>
                </a:lnTo>
                <a:lnTo>
                  <a:pt x="3325" y="1962"/>
                </a:lnTo>
                <a:lnTo>
                  <a:pt x="3323" y="1963"/>
                </a:lnTo>
                <a:lnTo>
                  <a:pt x="3323" y="1964"/>
                </a:lnTo>
                <a:lnTo>
                  <a:pt x="3322" y="1965"/>
                </a:lnTo>
                <a:lnTo>
                  <a:pt x="3320" y="1968"/>
                </a:lnTo>
                <a:lnTo>
                  <a:pt x="3319" y="1968"/>
                </a:lnTo>
                <a:lnTo>
                  <a:pt x="3319" y="1969"/>
                </a:lnTo>
                <a:lnTo>
                  <a:pt x="3318" y="1969"/>
                </a:lnTo>
                <a:lnTo>
                  <a:pt x="3317" y="1969"/>
                </a:lnTo>
                <a:lnTo>
                  <a:pt x="3316" y="1967"/>
                </a:lnTo>
                <a:lnTo>
                  <a:pt x="3315" y="1967"/>
                </a:lnTo>
                <a:lnTo>
                  <a:pt x="3314" y="1966"/>
                </a:lnTo>
                <a:lnTo>
                  <a:pt x="3313" y="1967"/>
                </a:lnTo>
                <a:lnTo>
                  <a:pt x="3312" y="1966"/>
                </a:lnTo>
                <a:lnTo>
                  <a:pt x="3311" y="1968"/>
                </a:lnTo>
                <a:lnTo>
                  <a:pt x="3310" y="1969"/>
                </a:lnTo>
                <a:lnTo>
                  <a:pt x="3311" y="1970"/>
                </a:lnTo>
                <a:lnTo>
                  <a:pt x="3309" y="1971"/>
                </a:lnTo>
                <a:lnTo>
                  <a:pt x="3306" y="1974"/>
                </a:lnTo>
                <a:lnTo>
                  <a:pt x="3305" y="1976"/>
                </a:lnTo>
                <a:lnTo>
                  <a:pt x="3301" y="1975"/>
                </a:lnTo>
                <a:lnTo>
                  <a:pt x="3299" y="1975"/>
                </a:lnTo>
                <a:lnTo>
                  <a:pt x="3298" y="1973"/>
                </a:lnTo>
                <a:lnTo>
                  <a:pt x="3298" y="1972"/>
                </a:lnTo>
                <a:lnTo>
                  <a:pt x="3299" y="1966"/>
                </a:lnTo>
                <a:lnTo>
                  <a:pt x="3299" y="1962"/>
                </a:lnTo>
                <a:lnTo>
                  <a:pt x="3298" y="1960"/>
                </a:lnTo>
                <a:lnTo>
                  <a:pt x="3297" y="1960"/>
                </a:lnTo>
                <a:lnTo>
                  <a:pt x="3296" y="1959"/>
                </a:lnTo>
                <a:lnTo>
                  <a:pt x="3296" y="1956"/>
                </a:lnTo>
                <a:lnTo>
                  <a:pt x="3297" y="1954"/>
                </a:lnTo>
                <a:lnTo>
                  <a:pt x="3298" y="1954"/>
                </a:lnTo>
                <a:lnTo>
                  <a:pt x="3298" y="1953"/>
                </a:lnTo>
                <a:lnTo>
                  <a:pt x="3298" y="1949"/>
                </a:lnTo>
                <a:lnTo>
                  <a:pt x="3298" y="1946"/>
                </a:lnTo>
                <a:lnTo>
                  <a:pt x="3297" y="1942"/>
                </a:lnTo>
                <a:lnTo>
                  <a:pt x="3294" y="1938"/>
                </a:lnTo>
                <a:lnTo>
                  <a:pt x="3289" y="1931"/>
                </a:lnTo>
                <a:lnTo>
                  <a:pt x="3289" y="1929"/>
                </a:lnTo>
                <a:lnTo>
                  <a:pt x="3290" y="1927"/>
                </a:lnTo>
                <a:lnTo>
                  <a:pt x="3290" y="1925"/>
                </a:lnTo>
                <a:lnTo>
                  <a:pt x="3289" y="1924"/>
                </a:lnTo>
                <a:lnTo>
                  <a:pt x="3288" y="1923"/>
                </a:lnTo>
                <a:lnTo>
                  <a:pt x="3287" y="1922"/>
                </a:lnTo>
                <a:lnTo>
                  <a:pt x="3286" y="1922"/>
                </a:lnTo>
                <a:lnTo>
                  <a:pt x="3286" y="1920"/>
                </a:lnTo>
                <a:lnTo>
                  <a:pt x="3286" y="1919"/>
                </a:lnTo>
                <a:lnTo>
                  <a:pt x="3286" y="1918"/>
                </a:lnTo>
                <a:lnTo>
                  <a:pt x="3287" y="1918"/>
                </a:lnTo>
                <a:lnTo>
                  <a:pt x="3286" y="1916"/>
                </a:lnTo>
                <a:lnTo>
                  <a:pt x="3285" y="1915"/>
                </a:lnTo>
                <a:lnTo>
                  <a:pt x="3284" y="1915"/>
                </a:lnTo>
                <a:lnTo>
                  <a:pt x="3282" y="1914"/>
                </a:lnTo>
                <a:lnTo>
                  <a:pt x="3282" y="1915"/>
                </a:lnTo>
                <a:lnTo>
                  <a:pt x="3282" y="1916"/>
                </a:lnTo>
                <a:lnTo>
                  <a:pt x="3281" y="1917"/>
                </a:lnTo>
                <a:lnTo>
                  <a:pt x="3280" y="1918"/>
                </a:lnTo>
                <a:lnTo>
                  <a:pt x="3278" y="1918"/>
                </a:lnTo>
                <a:lnTo>
                  <a:pt x="3277" y="1918"/>
                </a:lnTo>
                <a:lnTo>
                  <a:pt x="3275" y="1919"/>
                </a:lnTo>
                <a:lnTo>
                  <a:pt x="3274" y="1920"/>
                </a:lnTo>
                <a:lnTo>
                  <a:pt x="3273" y="1922"/>
                </a:lnTo>
                <a:lnTo>
                  <a:pt x="3271" y="1922"/>
                </a:lnTo>
                <a:lnTo>
                  <a:pt x="3271" y="1921"/>
                </a:lnTo>
                <a:lnTo>
                  <a:pt x="3270" y="1921"/>
                </a:lnTo>
                <a:lnTo>
                  <a:pt x="3269" y="1921"/>
                </a:lnTo>
                <a:lnTo>
                  <a:pt x="3269" y="1922"/>
                </a:lnTo>
                <a:lnTo>
                  <a:pt x="3268" y="1923"/>
                </a:lnTo>
                <a:lnTo>
                  <a:pt x="3268" y="1925"/>
                </a:lnTo>
                <a:lnTo>
                  <a:pt x="3268" y="1926"/>
                </a:lnTo>
                <a:lnTo>
                  <a:pt x="3269" y="1927"/>
                </a:lnTo>
                <a:lnTo>
                  <a:pt x="3271" y="1929"/>
                </a:lnTo>
                <a:lnTo>
                  <a:pt x="3272" y="1930"/>
                </a:lnTo>
                <a:lnTo>
                  <a:pt x="3274" y="1933"/>
                </a:lnTo>
                <a:lnTo>
                  <a:pt x="3274" y="1935"/>
                </a:lnTo>
                <a:lnTo>
                  <a:pt x="3275" y="1938"/>
                </a:lnTo>
                <a:lnTo>
                  <a:pt x="3276" y="1940"/>
                </a:lnTo>
                <a:lnTo>
                  <a:pt x="3278" y="1944"/>
                </a:lnTo>
                <a:lnTo>
                  <a:pt x="3278" y="1945"/>
                </a:lnTo>
                <a:lnTo>
                  <a:pt x="3278" y="1946"/>
                </a:lnTo>
                <a:lnTo>
                  <a:pt x="3276" y="1946"/>
                </a:lnTo>
                <a:lnTo>
                  <a:pt x="3273" y="1947"/>
                </a:lnTo>
                <a:lnTo>
                  <a:pt x="3271" y="1948"/>
                </a:lnTo>
                <a:lnTo>
                  <a:pt x="3267" y="1950"/>
                </a:lnTo>
                <a:lnTo>
                  <a:pt x="3267" y="1949"/>
                </a:lnTo>
                <a:lnTo>
                  <a:pt x="3266" y="1949"/>
                </a:lnTo>
                <a:lnTo>
                  <a:pt x="3263" y="1949"/>
                </a:lnTo>
                <a:lnTo>
                  <a:pt x="3262" y="1950"/>
                </a:lnTo>
                <a:lnTo>
                  <a:pt x="3260" y="1951"/>
                </a:lnTo>
                <a:lnTo>
                  <a:pt x="3259" y="1957"/>
                </a:lnTo>
                <a:lnTo>
                  <a:pt x="3260" y="1958"/>
                </a:lnTo>
                <a:lnTo>
                  <a:pt x="3259" y="1961"/>
                </a:lnTo>
                <a:lnTo>
                  <a:pt x="3258" y="1961"/>
                </a:lnTo>
                <a:lnTo>
                  <a:pt x="3255" y="1963"/>
                </a:lnTo>
                <a:lnTo>
                  <a:pt x="3253" y="1965"/>
                </a:lnTo>
                <a:lnTo>
                  <a:pt x="3253" y="1963"/>
                </a:lnTo>
                <a:lnTo>
                  <a:pt x="3252" y="1962"/>
                </a:lnTo>
                <a:lnTo>
                  <a:pt x="3250" y="1960"/>
                </a:lnTo>
                <a:lnTo>
                  <a:pt x="3249" y="1960"/>
                </a:lnTo>
                <a:lnTo>
                  <a:pt x="3248" y="1959"/>
                </a:lnTo>
                <a:lnTo>
                  <a:pt x="3247" y="1959"/>
                </a:lnTo>
                <a:lnTo>
                  <a:pt x="3246" y="1958"/>
                </a:lnTo>
                <a:lnTo>
                  <a:pt x="3246" y="1956"/>
                </a:lnTo>
                <a:lnTo>
                  <a:pt x="3246" y="1954"/>
                </a:lnTo>
                <a:lnTo>
                  <a:pt x="3246" y="1953"/>
                </a:lnTo>
                <a:lnTo>
                  <a:pt x="3245" y="1952"/>
                </a:lnTo>
                <a:lnTo>
                  <a:pt x="3243" y="1951"/>
                </a:lnTo>
                <a:lnTo>
                  <a:pt x="3240" y="1951"/>
                </a:lnTo>
                <a:lnTo>
                  <a:pt x="3239" y="1952"/>
                </a:lnTo>
                <a:lnTo>
                  <a:pt x="3239" y="1953"/>
                </a:lnTo>
                <a:lnTo>
                  <a:pt x="3238" y="1954"/>
                </a:lnTo>
                <a:lnTo>
                  <a:pt x="3237" y="1954"/>
                </a:lnTo>
                <a:lnTo>
                  <a:pt x="3236" y="1954"/>
                </a:lnTo>
                <a:lnTo>
                  <a:pt x="3235" y="1954"/>
                </a:lnTo>
                <a:lnTo>
                  <a:pt x="3233" y="1953"/>
                </a:lnTo>
                <a:lnTo>
                  <a:pt x="3232" y="1951"/>
                </a:lnTo>
                <a:lnTo>
                  <a:pt x="3232" y="1949"/>
                </a:lnTo>
                <a:lnTo>
                  <a:pt x="3232" y="1948"/>
                </a:lnTo>
                <a:lnTo>
                  <a:pt x="3232" y="1946"/>
                </a:lnTo>
                <a:lnTo>
                  <a:pt x="3233" y="1944"/>
                </a:lnTo>
                <a:lnTo>
                  <a:pt x="3234" y="1942"/>
                </a:lnTo>
                <a:lnTo>
                  <a:pt x="3234" y="1941"/>
                </a:lnTo>
                <a:lnTo>
                  <a:pt x="3234" y="1939"/>
                </a:lnTo>
                <a:lnTo>
                  <a:pt x="3233" y="1938"/>
                </a:lnTo>
                <a:lnTo>
                  <a:pt x="3231" y="1935"/>
                </a:lnTo>
                <a:lnTo>
                  <a:pt x="3230" y="1933"/>
                </a:lnTo>
                <a:lnTo>
                  <a:pt x="3228" y="1932"/>
                </a:lnTo>
                <a:lnTo>
                  <a:pt x="3227" y="1932"/>
                </a:lnTo>
                <a:lnTo>
                  <a:pt x="3225" y="1931"/>
                </a:lnTo>
                <a:lnTo>
                  <a:pt x="3223" y="1931"/>
                </a:lnTo>
                <a:lnTo>
                  <a:pt x="3223" y="1930"/>
                </a:lnTo>
                <a:lnTo>
                  <a:pt x="3223" y="1929"/>
                </a:lnTo>
                <a:lnTo>
                  <a:pt x="3224" y="1929"/>
                </a:lnTo>
                <a:lnTo>
                  <a:pt x="3224" y="1928"/>
                </a:lnTo>
                <a:lnTo>
                  <a:pt x="3225" y="1927"/>
                </a:lnTo>
                <a:lnTo>
                  <a:pt x="3224" y="1925"/>
                </a:lnTo>
                <a:lnTo>
                  <a:pt x="3223" y="1925"/>
                </a:lnTo>
                <a:lnTo>
                  <a:pt x="3222" y="1925"/>
                </a:lnTo>
                <a:lnTo>
                  <a:pt x="3221" y="1924"/>
                </a:lnTo>
                <a:lnTo>
                  <a:pt x="3221" y="1922"/>
                </a:lnTo>
                <a:lnTo>
                  <a:pt x="3219" y="1921"/>
                </a:lnTo>
                <a:lnTo>
                  <a:pt x="3218" y="1919"/>
                </a:lnTo>
                <a:lnTo>
                  <a:pt x="3217" y="1918"/>
                </a:lnTo>
                <a:lnTo>
                  <a:pt x="3217" y="1917"/>
                </a:lnTo>
                <a:lnTo>
                  <a:pt x="3216" y="1916"/>
                </a:lnTo>
                <a:lnTo>
                  <a:pt x="3214" y="1916"/>
                </a:lnTo>
                <a:lnTo>
                  <a:pt x="3212" y="1916"/>
                </a:lnTo>
                <a:lnTo>
                  <a:pt x="3211" y="1916"/>
                </a:lnTo>
                <a:lnTo>
                  <a:pt x="3210" y="1916"/>
                </a:lnTo>
                <a:lnTo>
                  <a:pt x="3208" y="1917"/>
                </a:lnTo>
                <a:lnTo>
                  <a:pt x="3206" y="1918"/>
                </a:lnTo>
                <a:lnTo>
                  <a:pt x="3205" y="1919"/>
                </a:lnTo>
                <a:lnTo>
                  <a:pt x="3205" y="1921"/>
                </a:lnTo>
                <a:lnTo>
                  <a:pt x="3204" y="1922"/>
                </a:lnTo>
                <a:lnTo>
                  <a:pt x="3204" y="1923"/>
                </a:lnTo>
                <a:lnTo>
                  <a:pt x="3203" y="1923"/>
                </a:lnTo>
                <a:lnTo>
                  <a:pt x="3202" y="1923"/>
                </a:lnTo>
                <a:lnTo>
                  <a:pt x="3200" y="1922"/>
                </a:lnTo>
                <a:lnTo>
                  <a:pt x="3199" y="1922"/>
                </a:lnTo>
                <a:lnTo>
                  <a:pt x="3197" y="1922"/>
                </a:lnTo>
                <a:lnTo>
                  <a:pt x="3196" y="1922"/>
                </a:lnTo>
                <a:lnTo>
                  <a:pt x="3195" y="1922"/>
                </a:lnTo>
                <a:lnTo>
                  <a:pt x="3194" y="1919"/>
                </a:lnTo>
                <a:lnTo>
                  <a:pt x="3194" y="1916"/>
                </a:lnTo>
                <a:lnTo>
                  <a:pt x="3193" y="1915"/>
                </a:lnTo>
                <a:lnTo>
                  <a:pt x="3192" y="1913"/>
                </a:lnTo>
                <a:lnTo>
                  <a:pt x="3191" y="1912"/>
                </a:lnTo>
                <a:lnTo>
                  <a:pt x="3190" y="1912"/>
                </a:lnTo>
                <a:lnTo>
                  <a:pt x="3189" y="1912"/>
                </a:lnTo>
                <a:lnTo>
                  <a:pt x="3188" y="1911"/>
                </a:lnTo>
                <a:lnTo>
                  <a:pt x="3187" y="1911"/>
                </a:lnTo>
                <a:lnTo>
                  <a:pt x="3187" y="1909"/>
                </a:lnTo>
                <a:lnTo>
                  <a:pt x="3187" y="1908"/>
                </a:lnTo>
                <a:lnTo>
                  <a:pt x="3186" y="1907"/>
                </a:lnTo>
                <a:lnTo>
                  <a:pt x="3187" y="1906"/>
                </a:lnTo>
                <a:lnTo>
                  <a:pt x="3187" y="1905"/>
                </a:lnTo>
                <a:lnTo>
                  <a:pt x="3187" y="1904"/>
                </a:lnTo>
                <a:lnTo>
                  <a:pt x="3186" y="1903"/>
                </a:lnTo>
                <a:lnTo>
                  <a:pt x="3186" y="1902"/>
                </a:lnTo>
                <a:lnTo>
                  <a:pt x="3186" y="1900"/>
                </a:lnTo>
                <a:lnTo>
                  <a:pt x="3187" y="1899"/>
                </a:lnTo>
                <a:lnTo>
                  <a:pt x="3187" y="1898"/>
                </a:lnTo>
                <a:lnTo>
                  <a:pt x="3187" y="1897"/>
                </a:lnTo>
                <a:lnTo>
                  <a:pt x="3187" y="1895"/>
                </a:lnTo>
                <a:lnTo>
                  <a:pt x="3187" y="1894"/>
                </a:lnTo>
                <a:lnTo>
                  <a:pt x="3187" y="1893"/>
                </a:lnTo>
                <a:lnTo>
                  <a:pt x="3186" y="1891"/>
                </a:lnTo>
                <a:lnTo>
                  <a:pt x="3185" y="1889"/>
                </a:lnTo>
                <a:lnTo>
                  <a:pt x="3184" y="1887"/>
                </a:lnTo>
                <a:lnTo>
                  <a:pt x="3183" y="1886"/>
                </a:lnTo>
                <a:lnTo>
                  <a:pt x="3180" y="1885"/>
                </a:lnTo>
                <a:lnTo>
                  <a:pt x="3179" y="1885"/>
                </a:lnTo>
                <a:lnTo>
                  <a:pt x="3179" y="1884"/>
                </a:lnTo>
                <a:lnTo>
                  <a:pt x="3179" y="1883"/>
                </a:lnTo>
                <a:lnTo>
                  <a:pt x="3179" y="1882"/>
                </a:lnTo>
                <a:lnTo>
                  <a:pt x="3177" y="1881"/>
                </a:lnTo>
                <a:lnTo>
                  <a:pt x="3176" y="1881"/>
                </a:lnTo>
                <a:lnTo>
                  <a:pt x="3176" y="1880"/>
                </a:lnTo>
                <a:lnTo>
                  <a:pt x="3175" y="1880"/>
                </a:lnTo>
                <a:lnTo>
                  <a:pt x="3175" y="1879"/>
                </a:lnTo>
                <a:lnTo>
                  <a:pt x="3174" y="1878"/>
                </a:lnTo>
                <a:lnTo>
                  <a:pt x="3171" y="1878"/>
                </a:lnTo>
                <a:lnTo>
                  <a:pt x="3170" y="1878"/>
                </a:lnTo>
                <a:lnTo>
                  <a:pt x="3169" y="1879"/>
                </a:lnTo>
                <a:lnTo>
                  <a:pt x="3168" y="1880"/>
                </a:lnTo>
                <a:lnTo>
                  <a:pt x="3168" y="1881"/>
                </a:lnTo>
                <a:lnTo>
                  <a:pt x="3167" y="1881"/>
                </a:lnTo>
                <a:lnTo>
                  <a:pt x="3165" y="1881"/>
                </a:lnTo>
                <a:lnTo>
                  <a:pt x="3164" y="1881"/>
                </a:lnTo>
                <a:lnTo>
                  <a:pt x="3163" y="1881"/>
                </a:lnTo>
                <a:lnTo>
                  <a:pt x="3163" y="1880"/>
                </a:lnTo>
                <a:lnTo>
                  <a:pt x="3163" y="1879"/>
                </a:lnTo>
                <a:lnTo>
                  <a:pt x="3163" y="1878"/>
                </a:lnTo>
                <a:lnTo>
                  <a:pt x="3163" y="1877"/>
                </a:lnTo>
                <a:lnTo>
                  <a:pt x="3161" y="1876"/>
                </a:lnTo>
                <a:lnTo>
                  <a:pt x="3160" y="1875"/>
                </a:lnTo>
                <a:lnTo>
                  <a:pt x="3158" y="1875"/>
                </a:lnTo>
                <a:lnTo>
                  <a:pt x="3157" y="1877"/>
                </a:lnTo>
                <a:lnTo>
                  <a:pt x="3156" y="1878"/>
                </a:lnTo>
                <a:lnTo>
                  <a:pt x="3155" y="1879"/>
                </a:lnTo>
                <a:lnTo>
                  <a:pt x="3154" y="1879"/>
                </a:lnTo>
                <a:lnTo>
                  <a:pt x="3153" y="1881"/>
                </a:lnTo>
                <a:lnTo>
                  <a:pt x="3152" y="1882"/>
                </a:lnTo>
                <a:lnTo>
                  <a:pt x="3150" y="1883"/>
                </a:lnTo>
                <a:lnTo>
                  <a:pt x="3149" y="1884"/>
                </a:lnTo>
                <a:lnTo>
                  <a:pt x="3148" y="1884"/>
                </a:lnTo>
                <a:lnTo>
                  <a:pt x="3147" y="1884"/>
                </a:lnTo>
                <a:lnTo>
                  <a:pt x="3146" y="1885"/>
                </a:lnTo>
                <a:lnTo>
                  <a:pt x="3146" y="1886"/>
                </a:lnTo>
                <a:lnTo>
                  <a:pt x="3146" y="1888"/>
                </a:lnTo>
                <a:lnTo>
                  <a:pt x="3146" y="1890"/>
                </a:lnTo>
                <a:lnTo>
                  <a:pt x="3146" y="1891"/>
                </a:lnTo>
                <a:lnTo>
                  <a:pt x="3147" y="1892"/>
                </a:lnTo>
                <a:lnTo>
                  <a:pt x="3148" y="1893"/>
                </a:lnTo>
                <a:lnTo>
                  <a:pt x="3148" y="1894"/>
                </a:lnTo>
                <a:lnTo>
                  <a:pt x="3148" y="1895"/>
                </a:lnTo>
                <a:lnTo>
                  <a:pt x="3147" y="1896"/>
                </a:lnTo>
                <a:lnTo>
                  <a:pt x="3146" y="1897"/>
                </a:lnTo>
                <a:lnTo>
                  <a:pt x="3145" y="1897"/>
                </a:lnTo>
                <a:lnTo>
                  <a:pt x="3144" y="1898"/>
                </a:lnTo>
                <a:lnTo>
                  <a:pt x="3144" y="1899"/>
                </a:lnTo>
                <a:lnTo>
                  <a:pt x="3145" y="1900"/>
                </a:lnTo>
                <a:lnTo>
                  <a:pt x="3145" y="1901"/>
                </a:lnTo>
                <a:lnTo>
                  <a:pt x="3145" y="1902"/>
                </a:lnTo>
                <a:lnTo>
                  <a:pt x="3144" y="1904"/>
                </a:lnTo>
                <a:lnTo>
                  <a:pt x="3143" y="1904"/>
                </a:lnTo>
                <a:lnTo>
                  <a:pt x="3141" y="1906"/>
                </a:lnTo>
                <a:lnTo>
                  <a:pt x="3140" y="1907"/>
                </a:lnTo>
                <a:lnTo>
                  <a:pt x="3141" y="1909"/>
                </a:lnTo>
                <a:lnTo>
                  <a:pt x="3141" y="1910"/>
                </a:lnTo>
                <a:lnTo>
                  <a:pt x="3141" y="1911"/>
                </a:lnTo>
                <a:lnTo>
                  <a:pt x="3142" y="1912"/>
                </a:lnTo>
                <a:lnTo>
                  <a:pt x="3141" y="1913"/>
                </a:lnTo>
                <a:lnTo>
                  <a:pt x="3142" y="1914"/>
                </a:lnTo>
                <a:lnTo>
                  <a:pt x="3142" y="1915"/>
                </a:lnTo>
                <a:lnTo>
                  <a:pt x="3143" y="1916"/>
                </a:lnTo>
                <a:lnTo>
                  <a:pt x="3144" y="1917"/>
                </a:lnTo>
                <a:lnTo>
                  <a:pt x="3145" y="1917"/>
                </a:lnTo>
                <a:lnTo>
                  <a:pt x="3146" y="1918"/>
                </a:lnTo>
                <a:lnTo>
                  <a:pt x="3146" y="1919"/>
                </a:lnTo>
                <a:lnTo>
                  <a:pt x="3145" y="1920"/>
                </a:lnTo>
                <a:lnTo>
                  <a:pt x="3144" y="1921"/>
                </a:lnTo>
                <a:lnTo>
                  <a:pt x="3142" y="1921"/>
                </a:lnTo>
                <a:lnTo>
                  <a:pt x="3140" y="1921"/>
                </a:lnTo>
                <a:lnTo>
                  <a:pt x="3139" y="1921"/>
                </a:lnTo>
                <a:lnTo>
                  <a:pt x="3138" y="1922"/>
                </a:lnTo>
                <a:lnTo>
                  <a:pt x="3137" y="1922"/>
                </a:lnTo>
                <a:lnTo>
                  <a:pt x="3137" y="1923"/>
                </a:lnTo>
                <a:lnTo>
                  <a:pt x="3137" y="1924"/>
                </a:lnTo>
                <a:lnTo>
                  <a:pt x="3137" y="1925"/>
                </a:lnTo>
                <a:lnTo>
                  <a:pt x="3138" y="1927"/>
                </a:lnTo>
                <a:lnTo>
                  <a:pt x="3138" y="1928"/>
                </a:lnTo>
                <a:lnTo>
                  <a:pt x="3137" y="1928"/>
                </a:lnTo>
                <a:lnTo>
                  <a:pt x="3137" y="1929"/>
                </a:lnTo>
                <a:lnTo>
                  <a:pt x="3135" y="1930"/>
                </a:lnTo>
                <a:lnTo>
                  <a:pt x="3133" y="1929"/>
                </a:lnTo>
                <a:lnTo>
                  <a:pt x="3132" y="1928"/>
                </a:lnTo>
                <a:lnTo>
                  <a:pt x="3131" y="1926"/>
                </a:lnTo>
                <a:lnTo>
                  <a:pt x="3130" y="1925"/>
                </a:lnTo>
                <a:lnTo>
                  <a:pt x="3128" y="1924"/>
                </a:lnTo>
                <a:lnTo>
                  <a:pt x="3127" y="1925"/>
                </a:lnTo>
                <a:lnTo>
                  <a:pt x="3126" y="1925"/>
                </a:lnTo>
                <a:lnTo>
                  <a:pt x="3125" y="1927"/>
                </a:lnTo>
                <a:lnTo>
                  <a:pt x="3124" y="1927"/>
                </a:lnTo>
                <a:lnTo>
                  <a:pt x="3124" y="1928"/>
                </a:lnTo>
                <a:lnTo>
                  <a:pt x="3124" y="1929"/>
                </a:lnTo>
                <a:lnTo>
                  <a:pt x="3125" y="1930"/>
                </a:lnTo>
                <a:lnTo>
                  <a:pt x="3126" y="1932"/>
                </a:lnTo>
                <a:lnTo>
                  <a:pt x="3126" y="1933"/>
                </a:lnTo>
                <a:lnTo>
                  <a:pt x="3126" y="1934"/>
                </a:lnTo>
                <a:lnTo>
                  <a:pt x="3125" y="1934"/>
                </a:lnTo>
                <a:lnTo>
                  <a:pt x="3122" y="1935"/>
                </a:lnTo>
                <a:lnTo>
                  <a:pt x="3120" y="1936"/>
                </a:lnTo>
                <a:lnTo>
                  <a:pt x="3119" y="1935"/>
                </a:lnTo>
                <a:lnTo>
                  <a:pt x="3118" y="1935"/>
                </a:lnTo>
                <a:lnTo>
                  <a:pt x="3117" y="1935"/>
                </a:lnTo>
                <a:lnTo>
                  <a:pt x="3116" y="1935"/>
                </a:lnTo>
                <a:lnTo>
                  <a:pt x="3115" y="1935"/>
                </a:lnTo>
                <a:lnTo>
                  <a:pt x="3114" y="1936"/>
                </a:lnTo>
                <a:lnTo>
                  <a:pt x="3114" y="1937"/>
                </a:lnTo>
                <a:lnTo>
                  <a:pt x="3114" y="1939"/>
                </a:lnTo>
                <a:lnTo>
                  <a:pt x="3114" y="1941"/>
                </a:lnTo>
                <a:lnTo>
                  <a:pt x="3115" y="1941"/>
                </a:lnTo>
                <a:lnTo>
                  <a:pt x="3116" y="1942"/>
                </a:lnTo>
                <a:lnTo>
                  <a:pt x="3116" y="1943"/>
                </a:lnTo>
                <a:lnTo>
                  <a:pt x="3116" y="1944"/>
                </a:lnTo>
                <a:lnTo>
                  <a:pt x="3115" y="1947"/>
                </a:lnTo>
                <a:lnTo>
                  <a:pt x="3115" y="1948"/>
                </a:lnTo>
                <a:lnTo>
                  <a:pt x="3115" y="1949"/>
                </a:lnTo>
                <a:lnTo>
                  <a:pt x="3115" y="1950"/>
                </a:lnTo>
                <a:lnTo>
                  <a:pt x="3115" y="1951"/>
                </a:lnTo>
                <a:lnTo>
                  <a:pt x="3114" y="1951"/>
                </a:lnTo>
                <a:lnTo>
                  <a:pt x="3113" y="1953"/>
                </a:lnTo>
                <a:lnTo>
                  <a:pt x="3110" y="1954"/>
                </a:lnTo>
                <a:lnTo>
                  <a:pt x="3109" y="1954"/>
                </a:lnTo>
                <a:lnTo>
                  <a:pt x="3109" y="1955"/>
                </a:lnTo>
                <a:lnTo>
                  <a:pt x="3109" y="1956"/>
                </a:lnTo>
                <a:lnTo>
                  <a:pt x="3111" y="1958"/>
                </a:lnTo>
                <a:lnTo>
                  <a:pt x="3111" y="1959"/>
                </a:lnTo>
                <a:lnTo>
                  <a:pt x="3111" y="1960"/>
                </a:lnTo>
                <a:lnTo>
                  <a:pt x="3111" y="1961"/>
                </a:lnTo>
                <a:lnTo>
                  <a:pt x="3110" y="1961"/>
                </a:lnTo>
                <a:lnTo>
                  <a:pt x="3109" y="1962"/>
                </a:lnTo>
                <a:lnTo>
                  <a:pt x="3106" y="1963"/>
                </a:lnTo>
                <a:lnTo>
                  <a:pt x="3105" y="1964"/>
                </a:lnTo>
                <a:lnTo>
                  <a:pt x="3104" y="1965"/>
                </a:lnTo>
                <a:lnTo>
                  <a:pt x="3104" y="1966"/>
                </a:lnTo>
                <a:lnTo>
                  <a:pt x="3104" y="1969"/>
                </a:lnTo>
                <a:lnTo>
                  <a:pt x="3104" y="1970"/>
                </a:lnTo>
                <a:lnTo>
                  <a:pt x="3105" y="1971"/>
                </a:lnTo>
                <a:lnTo>
                  <a:pt x="3106" y="1971"/>
                </a:lnTo>
                <a:lnTo>
                  <a:pt x="3108" y="1971"/>
                </a:lnTo>
                <a:lnTo>
                  <a:pt x="3110" y="1971"/>
                </a:lnTo>
                <a:lnTo>
                  <a:pt x="3111" y="1971"/>
                </a:lnTo>
                <a:lnTo>
                  <a:pt x="3113" y="1971"/>
                </a:lnTo>
                <a:lnTo>
                  <a:pt x="3115" y="1970"/>
                </a:lnTo>
                <a:lnTo>
                  <a:pt x="3116" y="1970"/>
                </a:lnTo>
                <a:lnTo>
                  <a:pt x="3117" y="1971"/>
                </a:lnTo>
                <a:lnTo>
                  <a:pt x="3116" y="1972"/>
                </a:lnTo>
                <a:lnTo>
                  <a:pt x="3116" y="1973"/>
                </a:lnTo>
                <a:lnTo>
                  <a:pt x="3115" y="1974"/>
                </a:lnTo>
                <a:lnTo>
                  <a:pt x="3115" y="1975"/>
                </a:lnTo>
                <a:lnTo>
                  <a:pt x="3116" y="1976"/>
                </a:lnTo>
                <a:lnTo>
                  <a:pt x="3116" y="1977"/>
                </a:lnTo>
                <a:lnTo>
                  <a:pt x="3117" y="1978"/>
                </a:lnTo>
                <a:lnTo>
                  <a:pt x="3118" y="1978"/>
                </a:lnTo>
                <a:lnTo>
                  <a:pt x="3119" y="1978"/>
                </a:lnTo>
                <a:lnTo>
                  <a:pt x="3120" y="1978"/>
                </a:lnTo>
                <a:lnTo>
                  <a:pt x="3121" y="1980"/>
                </a:lnTo>
                <a:lnTo>
                  <a:pt x="3122" y="1981"/>
                </a:lnTo>
                <a:lnTo>
                  <a:pt x="3122" y="1982"/>
                </a:lnTo>
                <a:lnTo>
                  <a:pt x="3121" y="1983"/>
                </a:lnTo>
                <a:lnTo>
                  <a:pt x="3120" y="1984"/>
                </a:lnTo>
                <a:lnTo>
                  <a:pt x="3119" y="1985"/>
                </a:lnTo>
                <a:lnTo>
                  <a:pt x="3118" y="1985"/>
                </a:lnTo>
                <a:lnTo>
                  <a:pt x="3117" y="1986"/>
                </a:lnTo>
                <a:lnTo>
                  <a:pt x="3117" y="1987"/>
                </a:lnTo>
                <a:lnTo>
                  <a:pt x="3117" y="1988"/>
                </a:lnTo>
                <a:lnTo>
                  <a:pt x="3116" y="1989"/>
                </a:lnTo>
                <a:lnTo>
                  <a:pt x="3115" y="1990"/>
                </a:lnTo>
                <a:lnTo>
                  <a:pt x="3115" y="1991"/>
                </a:lnTo>
                <a:lnTo>
                  <a:pt x="3115" y="1993"/>
                </a:lnTo>
                <a:lnTo>
                  <a:pt x="3115" y="1994"/>
                </a:lnTo>
                <a:lnTo>
                  <a:pt x="3115" y="1995"/>
                </a:lnTo>
                <a:lnTo>
                  <a:pt x="3114" y="1996"/>
                </a:lnTo>
                <a:lnTo>
                  <a:pt x="3114" y="1997"/>
                </a:lnTo>
                <a:lnTo>
                  <a:pt x="3114" y="1998"/>
                </a:lnTo>
                <a:lnTo>
                  <a:pt x="3115" y="1999"/>
                </a:lnTo>
                <a:lnTo>
                  <a:pt x="3115" y="2000"/>
                </a:lnTo>
                <a:lnTo>
                  <a:pt x="3116" y="2000"/>
                </a:lnTo>
                <a:lnTo>
                  <a:pt x="3117" y="2000"/>
                </a:lnTo>
                <a:lnTo>
                  <a:pt x="3117" y="2001"/>
                </a:lnTo>
                <a:lnTo>
                  <a:pt x="3116" y="2001"/>
                </a:lnTo>
                <a:lnTo>
                  <a:pt x="3115" y="2002"/>
                </a:lnTo>
                <a:lnTo>
                  <a:pt x="3114" y="2002"/>
                </a:lnTo>
                <a:lnTo>
                  <a:pt x="3113" y="2002"/>
                </a:lnTo>
                <a:lnTo>
                  <a:pt x="3113" y="2003"/>
                </a:lnTo>
                <a:lnTo>
                  <a:pt x="3114" y="2004"/>
                </a:lnTo>
                <a:lnTo>
                  <a:pt x="3114" y="2005"/>
                </a:lnTo>
                <a:lnTo>
                  <a:pt x="3115" y="2006"/>
                </a:lnTo>
                <a:lnTo>
                  <a:pt x="3115" y="2007"/>
                </a:lnTo>
                <a:lnTo>
                  <a:pt x="3115" y="2008"/>
                </a:lnTo>
                <a:lnTo>
                  <a:pt x="3114" y="2009"/>
                </a:lnTo>
                <a:lnTo>
                  <a:pt x="3113" y="2009"/>
                </a:lnTo>
                <a:lnTo>
                  <a:pt x="3112" y="2009"/>
                </a:lnTo>
                <a:lnTo>
                  <a:pt x="3112" y="2010"/>
                </a:lnTo>
                <a:lnTo>
                  <a:pt x="3111" y="2010"/>
                </a:lnTo>
                <a:lnTo>
                  <a:pt x="3111" y="2009"/>
                </a:lnTo>
                <a:lnTo>
                  <a:pt x="3110" y="2009"/>
                </a:lnTo>
                <a:lnTo>
                  <a:pt x="3109" y="2009"/>
                </a:lnTo>
                <a:lnTo>
                  <a:pt x="3108" y="2008"/>
                </a:lnTo>
                <a:lnTo>
                  <a:pt x="3107" y="2008"/>
                </a:lnTo>
                <a:lnTo>
                  <a:pt x="3105" y="2008"/>
                </a:lnTo>
                <a:lnTo>
                  <a:pt x="3104" y="2007"/>
                </a:lnTo>
                <a:lnTo>
                  <a:pt x="3104" y="2006"/>
                </a:lnTo>
                <a:lnTo>
                  <a:pt x="3104" y="2005"/>
                </a:lnTo>
                <a:lnTo>
                  <a:pt x="3104" y="2004"/>
                </a:lnTo>
                <a:lnTo>
                  <a:pt x="3104" y="2003"/>
                </a:lnTo>
                <a:lnTo>
                  <a:pt x="3103" y="2002"/>
                </a:lnTo>
                <a:lnTo>
                  <a:pt x="3103" y="2001"/>
                </a:lnTo>
                <a:lnTo>
                  <a:pt x="3102" y="2001"/>
                </a:lnTo>
                <a:lnTo>
                  <a:pt x="3102" y="2000"/>
                </a:lnTo>
                <a:lnTo>
                  <a:pt x="3101" y="2000"/>
                </a:lnTo>
                <a:lnTo>
                  <a:pt x="3100" y="2001"/>
                </a:lnTo>
                <a:lnTo>
                  <a:pt x="3099" y="2001"/>
                </a:lnTo>
                <a:lnTo>
                  <a:pt x="3098" y="2001"/>
                </a:lnTo>
                <a:lnTo>
                  <a:pt x="3097" y="2002"/>
                </a:lnTo>
                <a:lnTo>
                  <a:pt x="3096" y="2002"/>
                </a:lnTo>
                <a:lnTo>
                  <a:pt x="3095" y="2003"/>
                </a:lnTo>
                <a:lnTo>
                  <a:pt x="3094" y="2003"/>
                </a:lnTo>
                <a:lnTo>
                  <a:pt x="3093" y="2004"/>
                </a:lnTo>
                <a:lnTo>
                  <a:pt x="3092" y="2004"/>
                </a:lnTo>
                <a:lnTo>
                  <a:pt x="3091" y="2004"/>
                </a:lnTo>
                <a:lnTo>
                  <a:pt x="3090" y="2005"/>
                </a:lnTo>
                <a:lnTo>
                  <a:pt x="3089" y="2006"/>
                </a:lnTo>
                <a:lnTo>
                  <a:pt x="3088" y="2007"/>
                </a:lnTo>
                <a:lnTo>
                  <a:pt x="3087" y="2008"/>
                </a:lnTo>
                <a:lnTo>
                  <a:pt x="3087" y="2009"/>
                </a:lnTo>
                <a:lnTo>
                  <a:pt x="3086" y="2009"/>
                </a:lnTo>
                <a:lnTo>
                  <a:pt x="3085" y="2009"/>
                </a:lnTo>
                <a:lnTo>
                  <a:pt x="3085" y="2010"/>
                </a:lnTo>
                <a:lnTo>
                  <a:pt x="3084" y="2010"/>
                </a:lnTo>
                <a:lnTo>
                  <a:pt x="3084" y="2011"/>
                </a:lnTo>
                <a:lnTo>
                  <a:pt x="3083" y="2011"/>
                </a:lnTo>
                <a:lnTo>
                  <a:pt x="3082" y="2012"/>
                </a:lnTo>
                <a:lnTo>
                  <a:pt x="3081" y="2013"/>
                </a:lnTo>
                <a:lnTo>
                  <a:pt x="3080" y="2014"/>
                </a:lnTo>
                <a:lnTo>
                  <a:pt x="3079" y="2015"/>
                </a:lnTo>
                <a:lnTo>
                  <a:pt x="3079" y="2016"/>
                </a:lnTo>
                <a:lnTo>
                  <a:pt x="3078" y="2016"/>
                </a:lnTo>
                <a:lnTo>
                  <a:pt x="3077" y="2016"/>
                </a:lnTo>
                <a:lnTo>
                  <a:pt x="3077" y="2017"/>
                </a:lnTo>
                <a:lnTo>
                  <a:pt x="3076" y="2017"/>
                </a:lnTo>
                <a:lnTo>
                  <a:pt x="3076" y="2018"/>
                </a:lnTo>
                <a:lnTo>
                  <a:pt x="3075" y="2019"/>
                </a:lnTo>
                <a:lnTo>
                  <a:pt x="3075" y="2020"/>
                </a:lnTo>
                <a:lnTo>
                  <a:pt x="3074" y="2020"/>
                </a:lnTo>
                <a:lnTo>
                  <a:pt x="3073" y="2020"/>
                </a:lnTo>
                <a:lnTo>
                  <a:pt x="3072" y="2020"/>
                </a:lnTo>
                <a:lnTo>
                  <a:pt x="3071" y="2021"/>
                </a:lnTo>
                <a:lnTo>
                  <a:pt x="3070" y="2021"/>
                </a:lnTo>
                <a:lnTo>
                  <a:pt x="3069" y="2021"/>
                </a:lnTo>
                <a:lnTo>
                  <a:pt x="3069" y="2022"/>
                </a:lnTo>
                <a:lnTo>
                  <a:pt x="3069" y="2023"/>
                </a:lnTo>
                <a:lnTo>
                  <a:pt x="3068" y="2023"/>
                </a:lnTo>
                <a:lnTo>
                  <a:pt x="3068" y="2024"/>
                </a:lnTo>
                <a:lnTo>
                  <a:pt x="3067" y="2024"/>
                </a:lnTo>
                <a:lnTo>
                  <a:pt x="3066" y="2024"/>
                </a:lnTo>
                <a:lnTo>
                  <a:pt x="3065" y="2024"/>
                </a:lnTo>
                <a:lnTo>
                  <a:pt x="3064" y="2025"/>
                </a:lnTo>
                <a:lnTo>
                  <a:pt x="3063" y="2025"/>
                </a:lnTo>
                <a:lnTo>
                  <a:pt x="3062" y="2025"/>
                </a:lnTo>
                <a:lnTo>
                  <a:pt x="3062" y="2029"/>
                </a:lnTo>
                <a:lnTo>
                  <a:pt x="3062" y="2030"/>
                </a:lnTo>
                <a:lnTo>
                  <a:pt x="3062" y="2032"/>
                </a:lnTo>
                <a:lnTo>
                  <a:pt x="3061" y="2032"/>
                </a:lnTo>
                <a:lnTo>
                  <a:pt x="3061" y="2033"/>
                </a:lnTo>
                <a:lnTo>
                  <a:pt x="3060" y="2033"/>
                </a:lnTo>
                <a:lnTo>
                  <a:pt x="3061" y="2033"/>
                </a:lnTo>
                <a:lnTo>
                  <a:pt x="3061" y="2032"/>
                </a:lnTo>
                <a:lnTo>
                  <a:pt x="3060" y="2031"/>
                </a:lnTo>
                <a:lnTo>
                  <a:pt x="3060" y="2029"/>
                </a:lnTo>
                <a:lnTo>
                  <a:pt x="3059" y="2028"/>
                </a:lnTo>
                <a:lnTo>
                  <a:pt x="3059" y="2027"/>
                </a:lnTo>
                <a:lnTo>
                  <a:pt x="3059" y="2026"/>
                </a:lnTo>
                <a:lnTo>
                  <a:pt x="3059" y="2025"/>
                </a:lnTo>
                <a:lnTo>
                  <a:pt x="3058" y="2025"/>
                </a:lnTo>
                <a:lnTo>
                  <a:pt x="3058" y="2024"/>
                </a:lnTo>
                <a:lnTo>
                  <a:pt x="3058" y="2023"/>
                </a:lnTo>
                <a:lnTo>
                  <a:pt x="3057" y="2022"/>
                </a:lnTo>
                <a:lnTo>
                  <a:pt x="3056" y="2021"/>
                </a:lnTo>
                <a:lnTo>
                  <a:pt x="3055" y="2020"/>
                </a:lnTo>
                <a:lnTo>
                  <a:pt x="3055" y="2019"/>
                </a:lnTo>
                <a:lnTo>
                  <a:pt x="3054" y="2019"/>
                </a:lnTo>
                <a:lnTo>
                  <a:pt x="3054" y="2018"/>
                </a:lnTo>
                <a:lnTo>
                  <a:pt x="3054" y="2017"/>
                </a:lnTo>
                <a:lnTo>
                  <a:pt x="3054" y="2016"/>
                </a:lnTo>
                <a:lnTo>
                  <a:pt x="3053" y="2016"/>
                </a:lnTo>
                <a:lnTo>
                  <a:pt x="3052" y="2016"/>
                </a:lnTo>
                <a:lnTo>
                  <a:pt x="3051" y="2016"/>
                </a:lnTo>
                <a:lnTo>
                  <a:pt x="3051" y="2017"/>
                </a:lnTo>
                <a:lnTo>
                  <a:pt x="3050" y="2018"/>
                </a:lnTo>
                <a:lnTo>
                  <a:pt x="3049" y="2018"/>
                </a:lnTo>
                <a:lnTo>
                  <a:pt x="3049" y="2017"/>
                </a:lnTo>
                <a:lnTo>
                  <a:pt x="3048" y="2017"/>
                </a:lnTo>
                <a:lnTo>
                  <a:pt x="3047" y="2017"/>
                </a:lnTo>
                <a:lnTo>
                  <a:pt x="3046" y="2018"/>
                </a:lnTo>
                <a:lnTo>
                  <a:pt x="3045" y="2018"/>
                </a:lnTo>
                <a:lnTo>
                  <a:pt x="3044" y="2018"/>
                </a:lnTo>
                <a:lnTo>
                  <a:pt x="3044" y="2017"/>
                </a:lnTo>
                <a:lnTo>
                  <a:pt x="3044" y="2016"/>
                </a:lnTo>
                <a:lnTo>
                  <a:pt x="3043" y="2015"/>
                </a:lnTo>
                <a:lnTo>
                  <a:pt x="3043" y="2014"/>
                </a:lnTo>
                <a:lnTo>
                  <a:pt x="3042" y="2013"/>
                </a:lnTo>
                <a:lnTo>
                  <a:pt x="3042" y="2012"/>
                </a:lnTo>
                <a:lnTo>
                  <a:pt x="3042" y="2011"/>
                </a:lnTo>
                <a:lnTo>
                  <a:pt x="3041" y="2011"/>
                </a:lnTo>
                <a:lnTo>
                  <a:pt x="3041" y="2010"/>
                </a:lnTo>
                <a:lnTo>
                  <a:pt x="3041" y="2009"/>
                </a:lnTo>
                <a:lnTo>
                  <a:pt x="3040" y="2008"/>
                </a:lnTo>
                <a:lnTo>
                  <a:pt x="3040" y="2007"/>
                </a:lnTo>
                <a:lnTo>
                  <a:pt x="3039" y="2007"/>
                </a:lnTo>
                <a:lnTo>
                  <a:pt x="3039" y="2006"/>
                </a:lnTo>
                <a:lnTo>
                  <a:pt x="3038" y="2006"/>
                </a:lnTo>
                <a:lnTo>
                  <a:pt x="3037" y="2006"/>
                </a:lnTo>
                <a:lnTo>
                  <a:pt x="3036" y="2005"/>
                </a:lnTo>
                <a:lnTo>
                  <a:pt x="3035" y="2005"/>
                </a:lnTo>
                <a:lnTo>
                  <a:pt x="3035" y="2004"/>
                </a:lnTo>
                <a:lnTo>
                  <a:pt x="3034" y="2004"/>
                </a:lnTo>
                <a:lnTo>
                  <a:pt x="3034" y="2003"/>
                </a:lnTo>
                <a:lnTo>
                  <a:pt x="3033" y="2003"/>
                </a:lnTo>
                <a:lnTo>
                  <a:pt x="3032" y="2002"/>
                </a:lnTo>
                <a:lnTo>
                  <a:pt x="3031" y="2002"/>
                </a:lnTo>
                <a:lnTo>
                  <a:pt x="3030" y="2002"/>
                </a:lnTo>
                <a:lnTo>
                  <a:pt x="3029" y="2002"/>
                </a:lnTo>
                <a:lnTo>
                  <a:pt x="3028" y="2002"/>
                </a:lnTo>
                <a:lnTo>
                  <a:pt x="3027" y="2002"/>
                </a:lnTo>
                <a:lnTo>
                  <a:pt x="3026" y="2002"/>
                </a:lnTo>
                <a:lnTo>
                  <a:pt x="3026" y="2003"/>
                </a:lnTo>
                <a:lnTo>
                  <a:pt x="3025" y="2003"/>
                </a:lnTo>
                <a:lnTo>
                  <a:pt x="3024" y="2003"/>
                </a:lnTo>
                <a:lnTo>
                  <a:pt x="3024" y="2002"/>
                </a:lnTo>
                <a:lnTo>
                  <a:pt x="3023" y="2002"/>
                </a:lnTo>
                <a:lnTo>
                  <a:pt x="3022" y="2002"/>
                </a:lnTo>
                <a:lnTo>
                  <a:pt x="3021" y="2002"/>
                </a:lnTo>
                <a:lnTo>
                  <a:pt x="3020" y="2002"/>
                </a:lnTo>
                <a:lnTo>
                  <a:pt x="3019" y="2002"/>
                </a:lnTo>
                <a:lnTo>
                  <a:pt x="3019" y="2001"/>
                </a:lnTo>
                <a:lnTo>
                  <a:pt x="3018" y="2000"/>
                </a:lnTo>
                <a:lnTo>
                  <a:pt x="3017" y="1999"/>
                </a:lnTo>
                <a:lnTo>
                  <a:pt x="3016" y="1999"/>
                </a:lnTo>
                <a:lnTo>
                  <a:pt x="3016" y="1998"/>
                </a:lnTo>
                <a:lnTo>
                  <a:pt x="3015" y="1998"/>
                </a:lnTo>
                <a:lnTo>
                  <a:pt x="3014" y="1998"/>
                </a:lnTo>
                <a:lnTo>
                  <a:pt x="3014" y="1997"/>
                </a:lnTo>
                <a:lnTo>
                  <a:pt x="3013" y="1996"/>
                </a:lnTo>
                <a:lnTo>
                  <a:pt x="3013" y="1995"/>
                </a:lnTo>
                <a:lnTo>
                  <a:pt x="3012" y="1995"/>
                </a:lnTo>
                <a:lnTo>
                  <a:pt x="3011" y="1994"/>
                </a:lnTo>
                <a:lnTo>
                  <a:pt x="3011" y="1993"/>
                </a:lnTo>
                <a:lnTo>
                  <a:pt x="3011" y="1992"/>
                </a:lnTo>
                <a:lnTo>
                  <a:pt x="3011" y="1991"/>
                </a:lnTo>
                <a:lnTo>
                  <a:pt x="3010" y="1991"/>
                </a:lnTo>
                <a:lnTo>
                  <a:pt x="3010" y="1990"/>
                </a:lnTo>
                <a:lnTo>
                  <a:pt x="3009" y="1990"/>
                </a:lnTo>
                <a:lnTo>
                  <a:pt x="3008" y="1990"/>
                </a:lnTo>
                <a:lnTo>
                  <a:pt x="3007" y="1990"/>
                </a:lnTo>
                <a:lnTo>
                  <a:pt x="3006" y="1989"/>
                </a:lnTo>
                <a:lnTo>
                  <a:pt x="3005" y="1989"/>
                </a:lnTo>
                <a:lnTo>
                  <a:pt x="3004" y="1988"/>
                </a:lnTo>
                <a:lnTo>
                  <a:pt x="3003" y="1987"/>
                </a:lnTo>
                <a:lnTo>
                  <a:pt x="3003" y="1986"/>
                </a:lnTo>
                <a:lnTo>
                  <a:pt x="3002" y="1986"/>
                </a:lnTo>
                <a:lnTo>
                  <a:pt x="3001" y="1986"/>
                </a:lnTo>
                <a:lnTo>
                  <a:pt x="3000" y="1985"/>
                </a:lnTo>
                <a:lnTo>
                  <a:pt x="2999" y="1985"/>
                </a:lnTo>
                <a:lnTo>
                  <a:pt x="2998" y="1985"/>
                </a:lnTo>
                <a:lnTo>
                  <a:pt x="2998" y="1984"/>
                </a:lnTo>
                <a:lnTo>
                  <a:pt x="2997" y="1984"/>
                </a:lnTo>
                <a:lnTo>
                  <a:pt x="2997" y="1983"/>
                </a:lnTo>
                <a:lnTo>
                  <a:pt x="2996" y="1983"/>
                </a:lnTo>
                <a:lnTo>
                  <a:pt x="2996" y="1982"/>
                </a:lnTo>
                <a:lnTo>
                  <a:pt x="2995" y="1982"/>
                </a:lnTo>
                <a:lnTo>
                  <a:pt x="2995" y="1983"/>
                </a:lnTo>
                <a:lnTo>
                  <a:pt x="2994" y="1983"/>
                </a:lnTo>
                <a:lnTo>
                  <a:pt x="2994" y="1984"/>
                </a:lnTo>
                <a:lnTo>
                  <a:pt x="2993" y="1984"/>
                </a:lnTo>
                <a:lnTo>
                  <a:pt x="2991" y="1984"/>
                </a:lnTo>
                <a:lnTo>
                  <a:pt x="2990" y="1983"/>
                </a:lnTo>
                <a:lnTo>
                  <a:pt x="2989" y="1982"/>
                </a:lnTo>
                <a:lnTo>
                  <a:pt x="2988" y="1981"/>
                </a:lnTo>
                <a:lnTo>
                  <a:pt x="2987" y="1981"/>
                </a:lnTo>
                <a:lnTo>
                  <a:pt x="2987" y="1980"/>
                </a:lnTo>
                <a:lnTo>
                  <a:pt x="2986" y="1979"/>
                </a:lnTo>
                <a:lnTo>
                  <a:pt x="2986" y="1978"/>
                </a:lnTo>
                <a:lnTo>
                  <a:pt x="2985" y="1978"/>
                </a:lnTo>
                <a:lnTo>
                  <a:pt x="2985" y="1976"/>
                </a:lnTo>
                <a:lnTo>
                  <a:pt x="2984" y="1976"/>
                </a:lnTo>
                <a:lnTo>
                  <a:pt x="2984" y="1975"/>
                </a:lnTo>
                <a:lnTo>
                  <a:pt x="2983" y="1975"/>
                </a:lnTo>
                <a:lnTo>
                  <a:pt x="2983" y="1974"/>
                </a:lnTo>
                <a:lnTo>
                  <a:pt x="2983" y="1973"/>
                </a:lnTo>
                <a:lnTo>
                  <a:pt x="2983" y="1972"/>
                </a:lnTo>
                <a:lnTo>
                  <a:pt x="2983" y="1971"/>
                </a:lnTo>
                <a:lnTo>
                  <a:pt x="2983" y="1969"/>
                </a:lnTo>
                <a:lnTo>
                  <a:pt x="2982" y="1967"/>
                </a:lnTo>
                <a:lnTo>
                  <a:pt x="2980" y="1966"/>
                </a:lnTo>
                <a:lnTo>
                  <a:pt x="2979" y="1964"/>
                </a:lnTo>
                <a:lnTo>
                  <a:pt x="2978" y="1964"/>
                </a:lnTo>
                <a:lnTo>
                  <a:pt x="2976" y="1963"/>
                </a:lnTo>
                <a:lnTo>
                  <a:pt x="2975" y="1963"/>
                </a:lnTo>
                <a:lnTo>
                  <a:pt x="2975" y="1962"/>
                </a:lnTo>
                <a:lnTo>
                  <a:pt x="2974" y="1960"/>
                </a:lnTo>
                <a:lnTo>
                  <a:pt x="2973" y="1959"/>
                </a:lnTo>
                <a:lnTo>
                  <a:pt x="2971" y="1959"/>
                </a:lnTo>
                <a:lnTo>
                  <a:pt x="2969" y="1959"/>
                </a:lnTo>
                <a:lnTo>
                  <a:pt x="2968" y="1958"/>
                </a:lnTo>
                <a:lnTo>
                  <a:pt x="2968" y="1957"/>
                </a:lnTo>
                <a:lnTo>
                  <a:pt x="2967" y="1956"/>
                </a:lnTo>
                <a:lnTo>
                  <a:pt x="2966" y="1956"/>
                </a:lnTo>
                <a:lnTo>
                  <a:pt x="2965" y="1956"/>
                </a:lnTo>
                <a:lnTo>
                  <a:pt x="2964" y="1956"/>
                </a:lnTo>
                <a:lnTo>
                  <a:pt x="2963" y="1955"/>
                </a:lnTo>
                <a:lnTo>
                  <a:pt x="2962" y="1956"/>
                </a:lnTo>
                <a:lnTo>
                  <a:pt x="2960" y="1958"/>
                </a:lnTo>
                <a:lnTo>
                  <a:pt x="2960" y="1957"/>
                </a:lnTo>
                <a:lnTo>
                  <a:pt x="2960" y="1956"/>
                </a:lnTo>
                <a:lnTo>
                  <a:pt x="2959" y="1955"/>
                </a:lnTo>
                <a:lnTo>
                  <a:pt x="2958" y="1951"/>
                </a:lnTo>
                <a:lnTo>
                  <a:pt x="2958" y="1949"/>
                </a:lnTo>
                <a:lnTo>
                  <a:pt x="2958" y="1947"/>
                </a:lnTo>
                <a:lnTo>
                  <a:pt x="2957" y="1946"/>
                </a:lnTo>
                <a:lnTo>
                  <a:pt x="2956" y="1943"/>
                </a:lnTo>
                <a:lnTo>
                  <a:pt x="2954" y="1939"/>
                </a:lnTo>
                <a:lnTo>
                  <a:pt x="2953" y="1939"/>
                </a:lnTo>
                <a:lnTo>
                  <a:pt x="2952" y="1938"/>
                </a:lnTo>
                <a:lnTo>
                  <a:pt x="2950" y="1937"/>
                </a:lnTo>
                <a:lnTo>
                  <a:pt x="2949" y="1937"/>
                </a:lnTo>
                <a:lnTo>
                  <a:pt x="2947" y="1937"/>
                </a:lnTo>
                <a:lnTo>
                  <a:pt x="2944" y="1938"/>
                </a:lnTo>
                <a:lnTo>
                  <a:pt x="2943" y="1938"/>
                </a:lnTo>
                <a:lnTo>
                  <a:pt x="2943" y="1939"/>
                </a:lnTo>
                <a:lnTo>
                  <a:pt x="2943" y="1940"/>
                </a:lnTo>
                <a:lnTo>
                  <a:pt x="2943" y="1942"/>
                </a:lnTo>
                <a:lnTo>
                  <a:pt x="2943" y="1943"/>
                </a:lnTo>
                <a:lnTo>
                  <a:pt x="2943" y="1944"/>
                </a:lnTo>
                <a:lnTo>
                  <a:pt x="2942" y="1944"/>
                </a:lnTo>
                <a:lnTo>
                  <a:pt x="2940" y="1944"/>
                </a:lnTo>
                <a:lnTo>
                  <a:pt x="2937" y="1944"/>
                </a:lnTo>
                <a:lnTo>
                  <a:pt x="2936" y="1944"/>
                </a:lnTo>
                <a:lnTo>
                  <a:pt x="2935" y="1943"/>
                </a:lnTo>
                <a:lnTo>
                  <a:pt x="2934" y="1943"/>
                </a:lnTo>
                <a:lnTo>
                  <a:pt x="2934" y="1942"/>
                </a:lnTo>
                <a:lnTo>
                  <a:pt x="2932" y="1942"/>
                </a:lnTo>
                <a:lnTo>
                  <a:pt x="2931" y="1942"/>
                </a:lnTo>
                <a:lnTo>
                  <a:pt x="2930" y="1942"/>
                </a:lnTo>
                <a:lnTo>
                  <a:pt x="2929" y="1941"/>
                </a:lnTo>
                <a:lnTo>
                  <a:pt x="2928" y="1940"/>
                </a:lnTo>
                <a:lnTo>
                  <a:pt x="2927" y="1940"/>
                </a:lnTo>
                <a:lnTo>
                  <a:pt x="2926" y="1939"/>
                </a:lnTo>
                <a:lnTo>
                  <a:pt x="2925" y="1939"/>
                </a:lnTo>
                <a:lnTo>
                  <a:pt x="2925" y="1938"/>
                </a:lnTo>
                <a:lnTo>
                  <a:pt x="2924" y="1937"/>
                </a:lnTo>
                <a:lnTo>
                  <a:pt x="2924" y="1934"/>
                </a:lnTo>
                <a:lnTo>
                  <a:pt x="2924" y="1933"/>
                </a:lnTo>
                <a:lnTo>
                  <a:pt x="2923" y="1930"/>
                </a:lnTo>
                <a:lnTo>
                  <a:pt x="2923" y="1927"/>
                </a:lnTo>
                <a:lnTo>
                  <a:pt x="2924" y="1924"/>
                </a:lnTo>
                <a:lnTo>
                  <a:pt x="2923" y="1922"/>
                </a:lnTo>
                <a:lnTo>
                  <a:pt x="2922" y="1920"/>
                </a:lnTo>
                <a:lnTo>
                  <a:pt x="2921" y="1920"/>
                </a:lnTo>
                <a:lnTo>
                  <a:pt x="2917" y="1920"/>
                </a:lnTo>
                <a:lnTo>
                  <a:pt x="2914" y="1920"/>
                </a:lnTo>
                <a:lnTo>
                  <a:pt x="2912" y="1920"/>
                </a:lnTo>
                <a:lnTo>
                  <a:pt x="2912" y="1921"/>
                </a:lnTo>
                <a:lnTo>
                  <a:pt x="2910" y="1921"/>
                </a:lnTo>
                <a:lnTo>
                  <a:pt x="2908" y="1922"/>
                </a:lnTo>
                <a:lnTo>
                  <a:pt x="2904" y="1922"/>
                </a:lnTo>
                <a:lnTo>
                  <a:pt x="2901" y="1922"/>
                </a:lnTo>
                <a:lnTo>
                  <a:pt x="2898" y="1922"/>
                </a:lnTo>
                <a:lnTo>
                  <a:pt x="2895" y="1922"/>
                </a:lnTo>
                <a:lnTo>
                  <a:pt x="2894" y="1921"/>
                </a:lnTo>
                <a:lnTo>
                  <a:pt x="2893" y="1921"/>
                </a:lnTo>
                <a:lnTo>
                  <a:pt x="2891" y="1921"/>
                </a:lnTo>
                <a:lnTo>
                  <a:pt x="2890" y="1921"/>
                </a:lnTo>
                <a:lnTo>
                  <a:pt x="2888" y="1922"/>
                </a:lnTo>
                <a:lnTo>
                  <a:pt x="2887" y="1923"/>
                </a:lnTo>
                <a:lnTo>
                  <a:pt x="2885" y="1924"/>
                </a:lnTo>
                <a:lnTo>
                  <a:pt x="2884" y="1924"/>
                </a:lnTo>
                <a:lnTo>
                  <a:pt x="2881" y="1924"/>
                </a:lnTo>
                <a:lnTo>
                  <a:pt x="2877" y="1924"/>
                </a:lnTo>
                <a:lnTo>
                  <a:pt x="2873" y="1923"/>
                </a:lnTo>
                <a:lnTo>
                  <a:pt x="2872" y="1923"/>
                </a:lnTo>
                <a:lnTo>
                  <a:pt x="2871" y="1923"/>
                </a:lnTo>
                <a:lnTo>
                  <a:pt x="2870" y="1923"/>
                </a:lnTo>
                <a:lnTo>
                  <a:pt x="2870" y="1922"/>
                </a:lnTo>
                <a:lnTo>
                  <a:pt x="2869" y="1922"/>
                </a:lnTo>
                <a:lnTo>
                  <a:pt x="2868" y="1920"/>
                </a:lnTo>
                <a:lnTo>
                  <a:pt x="2867" y="1920"/>
                </a:lnTo>
                <a:lnTo>
                  <a:pt x="2867" y="1919"/>
                </a:lnTo>
                <a:lnTo>
                  <a:pt x="2867" y="1918"/>
                </a:lnTo>
                <a:lnTo>
                  <a:pt x="2866" y="1917"/>
                </a:lnTo>
                <a:lnTo>
                  <a:pt x="2866" y="1916"/>
                </a:lnTo>
                <a:lnTo>
                  <a:pt x="2865" y="1915"/>
                </a:lnTo>
                <a:lnTo>
                  <a:pt x="2864" y="1915"/>
                </a:lnTo>
                <a:lnTo>
                  <a:pt x="2864" y="1914"/>
                </a:lnTo>
                <a:lnTo>
                  <a:pt x="2863" y="1914"/>
                </a:lnTo>
                <a:lnTo>
                  <a:pt x="2862" y="1913"/>
                </a:lnTo>
                <a:lnTo>
                  <a:pt x="2861" y="1913"/>
                </a:lnTo>
                <a:lnTo>
                  <a:pt x="2860" y="1913"/>
                </a:lnTo>
                <a:lnTo>
                  <a:pt x="2858" y="1913"/>
                </a:lnTo>
                <a:lnTo>
                  <a:pt x="2858" y="1912"/>
                </a:lnTo>
                <a:lnTo>
                  <a:pt x="2857" y="1912"/>
                </a:lnTo>
                <a:lnTo>
                  <a:pt x="2857" y="1910"/>
                </a:lnTo>
                <a:lnTo>
                  <a:pt x="2857" y="1907"/>
                </a:lnTo>
                <a:lnTo>
                  <a:pt x="2856" y="1907"/>
                </a:lnTo>
                <a:lnTo>
                  <a:pt x="2857" y="1906"/>
                </a:lnTo>
                <a:lnTo>
                  <a:pt x="2857" y="1905"/>
                </a:lnTo>
                <a:lnTo>
                  <a:pt x="2856" y="1904"/>
                </a:lnTo>
                <a:lnTo>
                  <a:pt x="2855" y="1903"/>
                </a:lnTo>
                <a:lnTo>
                  <a:pt x="2854" y="1903"/>
                </a:lnTo>
                <a:lnTo>
                  <a:pt x="2854" y="1902"/>
                </a:lnTo>
                <a:lnTo>
                  <a:pt x="2853" y="1902"/>
                </a:lnTo>
                <a:lnTo>
                  <a:pt x="2853" y="1901"/>
                </a:lnTo>
                <a:lnTo>
                  <a:pt x="2853" y="1900"/>
                </a:lnTo>
                <a:lnTo>
                  <a:pt x="2852" y="1900"/>
                </a:lnTo>
                <a:lnTo>
                  <a:pt x="2851" y="1900"/>
                </a:lnTo>
                <a:lnTo>
                  <a:pt x="2850" y="1901"/>
                </a:lnTo>
                <a:lnTo>
                  <a:pt x="2849" y="1901"/>
                </a:lnTo>
                <a:lnTo>
                  <a:pt x="2849" y="1902"/>
                </a:lnTo>
                <a:lnTo>
                  <a:pt x="2848" y="1902"/>
                </a:lnTo>
                <a:lnTo>
                  <a:pt x="2846" y="1901"/>
                </a:lnTo>
                <a:lnTo>
                  <a:pt x="2845" y="1901"/>
                </a:lnTo>
                <a:lnTo>
                  <a:pt x="2844" y="1900"/>
                </a:lnTo>
                <a:lnTo>
                  <a:pt x="2843" y="1900"/>
                </a:lnTo>
                <a:lnTo>
                  <a:pt x="2842" y="1900"/>
                </a:lnTo>
                <a:lnTo>
                  <a:pt x="2842" y="1901"/>
                </a:lnTo>
                <a:lnTo>
                  <a:pt x="2841" y="1901"/>
                </a:lnTo>
                <a:lnTo>
                  <a:pt x="2841" y="1902"/>
                </a:lnTo>
                <a:lnTo>
                  <a:pt x="2840" y="1902"/>
                </a:lnTo>
                <a:lnTo>
                  <a:pt x="2839" y="1903"/>
                </a:lnTo>
                <a:lnTo>
                  <a:pt x="2838" y="1904"/>
                </a:lnTo>
                <a:lnTo>
                  <a:pt x="2837" y="1904"/>
                </a:lnTo>
                <a:lnTo>
                  <a:pt x="2837" y="1905"/>
                </a:lnTo>
                <a:lnTo>
                  <a:pt x="2836" y="1905"/>
                </a:lnTo>
                <a:lnTo>
                  <a:pt x="2835" y="1905"/>
                </a:lnTo>
                <a:lnTo>
                  <a:pt x="2834" y="1904"/>
                </a:lnTo>
                <a:lnTo>
                  <a:pt x="2833" y="1903"/>
                </a:lnTo>
                <a:lnTo>
                  <a:pt x="2832" y="1903"/>
                </a:lnTo>
                <a:lnTo>
                  <a:pt x="2832" y="1902"/>
                </a:lnTo>
                <a:lnTo>
                  <a:pt x="2831" y="1903"/>
                </a:lnTo>
                <a:lnTo>
                  <a:pt x="2830" y="1903"/>
                </a:lnTo>
                <a:lnTo>
                  <a:pt x="2828" y="1903"/>
                </a:lnTo>
                <a:lnTo>
                  <a:pt x="2828" y="1902"/>
                </a:lnTo>
                <a:lnTo>
                  <a:pt x="2827" y="1902"/>
                </a:lnTo>
                <a:lnTo>
                  <a:pt x="2826" y="1903"/>
                </a:lnTo>
                <a:lnTo>
                  <a:pt x="2824" y="1904"/>
                </a:lnTo>
                <a:lnTo>
                  <a:pt x="2823" y="1904"/>
                </a:lnTo>
                <a:lnTo>
                  <a:pt x="2822" y="1904"/>
                </a:lnTo>
                <a:lnTo>
                  <a:pt x="2822" y="1905"/>
                </a:lnTo>
                <a:lnTo>
                  <a:pt x="2821" y="1905"/>
                </a:lnTo>
                <a:lnTo>
                  <a:pt x="2820" y="1905"/>
                </a:lnTo>
                <a:lnTo>
                  <a:pt x="2817" y="1905"/>
                </a:lnTo>
                <a:lnTo>
                  <a:pt x="2816" y="1905"/>
                </a:lnTo>
                <a:lnTo>
                  <a:pt x="2816" y="1906"/>
                </a:lnTo>
                <a:lnTo>
                  <a:pt x="2815" y="1906"/>
                </a:lnTo>
                <a:lnTo>
                  <a:pt x="2814" y="1906"/>
                </a:lnTo>
                <a:lnTo>
                  <a:pt x="2813" y="1907"/>
                </a:lnTo>
                <a:lnTo>
                  <a:pt x="2812" y="1907"/>
                </a:lnTo>
                <a:lnTo>
                  <a:pt x="2812" y="1908"/>
                </a:lnTo>
                <a:lnTo>
                  <a:pt x="2811" y="1908"/>
                </a:lnTo>
                <a:lnTo>
                  <a:pt x="2810" y="1909"/>
                </a:lnTo>
                <a:lnTo>
                  <a:pt x="2809" y="1909"/>
                </a:lnTo>
                <a:lnTo>
                  <a:pt x="2808" y="1910"/>
                </a:lnTo>
                <a:lnTo>
                  <a:pt x="2807" y="1910"/>
                </a:lnTo>
                <a:lnTo>
                  <a:pt x="2806" y="1911"/>
                </a:lnTo>
                <a:lnTo>
                  <a:pt x="2805" y="1911"/>
                </a:lnTo>
                <a:lnTo>
                  <a:pt x="2804" y="1912"/>
                </a:lnTo>
                <a:lnTo>
                  <a:pt x="2803" y="1912"/>
                </a:lnTo>
                <a:lnTo>
                  <a:pt x="2802" y="1913"/>
                </a:lnTo>
                <a:lnTo>
                  <a:pt x="2801" y="1913"/>
                </a:lnTo>
                <a:lnTo>
                  <a:pt x="2800" y="1913"/>
                </a:lnTo>
                <a:lnTo>
                  <a:pt x="2799" y="1914"/>
                </a:lnTo>
                <a:lnTo>
                  <a:pt x="2798" y="1914"/>
                </a:lnTo>
                <a:lnTo>
                  <a:pt x="2797" y="1915"/>
                </a:lnTo>
                <a:lnTo>
                  <a:pt x="2796" y="1915"/>
                </a:lnTo>
                <a:lnTo>
                  <a:pt x="2795" y="1915"/>
                </a:lnTo>
                <a:lnTo>
                  <a:pt x="2793" y="1916"/>
                </a:lnTo>
                <a:lnTo>
                  <a:pt x="2792" y="1917"/>
                </a:lnTo>
                <a:lnTo>
                  <a:pt x="2790" y="1917"/>
                </a:lnTo>
                <a:lnTo>
                  <a:pt x="2790" y="1918"/>
                </a:lnTo>
                <a:lnTo>
                  <a:pt x="2788" y="1918"/>
                </a:lnTo>
                <a:lnTo>
                  <a:pt x="2787" y="1918"/>
                </a:lnTo>
                <a:lnTo>
                  <a:pt x="2786" y="1918"/>
                </a:lnTo>
                <a:lnTo>
                  <a:pt x="2784" y="1918"/>
                </a:lnTo>
                <a:lnTo>
                  <a:pt x="2784" y="1919"/>
                </a:lnTo>
                <a:lnTo>
                  <a:pt x="2783" y="1919"/>
                </a:lnTo>
                <a:lnTo>
                  <a:pt x="2782" y="1919"/>
                </a:lnTo>
                <a:lnTo>
                  <a:pt x="2781" y="1919"/>
                </a:lnTo>
                <a:lnTo>
                  <a:pt x="2780" y="1919"/>
                </a:lnTo>
                <a:lnTo>
                  <a:pt x="2779" y="1920"/>
                </a:lnTo>
                <a:lnTo>
                  <a:pt x="2777" y="1920"/>
                </a:lnTo>
                <a:lnTo>
                  <a:pt x="2776" y="1920"/>
                </a:lnTo>
                <a:lnTo>
                  <a:pt x="2774" y="1920"/>
                </a:lnTo>
                <a:lnTo>
                  <a:pt x="2773" y="1920"/>
                </a:lnTo>
                <a:lnTo>
                  <a:pt x="2772" y="1920"/>
                </a:lnTo>
                <a:lnTo>
                  <a:pt x="2771" y="1921"/>
                </a:lnTo>
                <a:lnTo>
                  <a:pt x="2770" y="1921"/>
                </a:lnTo>
                <a:lnTo>
                  <a:pt x="2769" y="1922"/>
                </a:lnTo>
                <a:lnTo>
                  <a:pt x="2768" y="1922"/>
                </a:lnTo>
                <a:lnTo>
                  <a:pt x="2767" y="1923"/>
                </a:lnTo>
                <a:lnTo>
                  <a:pt x="2766" y="1923"/>
                </a:lnTo>
                <a:lnTo>
                  <a:pt x="2765" y="1923"/>
                </a:lnTo>
                <a:lnTo>
                  <a:pt x="2764" y="1924"/>
                </a:lnTo>
                <a:lnTo>
                  <a:pt x="2763" y="1924"/>
                </a:lnTo>
                <a:lnTo>
                  <a:pt x="2763" y="1925"/>
                </a:lnTo>
                <a:lnTo>
                  <a:pt x="2762" y="1925"/>
                </a:lnTo>
                <a:lnTo>
                  <a:pt x="2761" y="1926"/>
                </a:lnTo>
                <a:lnTo>
                  <a:pt x="2761" y="1927"/>
                </a:lnTo>
                <a:lnTo>
                  <a:pt x="2760" y="1927"/>
                </a:lnTo>
                <a:lnTo>
                  <a:pt x="2760" y="1928"/>
                </a:lnTo>
                <a:lnTo>
                  <a:pt x="2759" y="1931"/>
                </a:lnTo>
                <a:lnTo>
                  <a:pt x="2758" y="1931"/>
                </a:lnTo>
                <a:lnTo>
                  <a:pt x="2758" y="1932"/>
                </a:lnTo>
                <a:lnTo>
                  <a:pt x="2758" y="1933"/>
                </a:lnTo>
                <a:lnTo>
                  <a:pt x="2758" y="1934"/>
                </a:lnTo>
                <a:lnTo>
                  <a:pt x="2757" y="1935"/>
                </a:lnTo>
                <a:lnTo>
                  <a:pt x="2757" y="1936"/>
                </a:lnTo>
                <a:lnTo>
                  <a:pt x="2756" y="1937"/>
                </a:lnTo>
                <a:lnTo>
                  <a:pt x="2756" y="1938"/>
                </a:lnTo>
                <a:lnTo>
                  <a:pt x="2755" y="1938"/>
                </a:lnTo>
                <a:lnTo>
                  <a:pt x="2755" y="1939"/>
                </a:lnTo>
                <a:lnTo>
                  <a:pt x="2755" y="1940"/>
                </a:lnTo>
                <a:lnTo>
                  <a:pt x="2755" y="1941"/>
                </a:lnTo>
                <a:lnTo>
                  <a:pt x="2755" y="1942"/>
                </a:lnTo>
                <a:lnTo>
                  <a:pt x="2754" y="1943"/>
                </a:lnTo>
                <a:lnTo>
                  <a:pt x="2754" y="1944"/>
                </a:lnTo>
                <a:lnTo>
                  <a:pt x="2753" y="1945"/>
                </a:lnTo>
                <a:lnTo>
                  <a:pt x="2752" y="1946"/>
                </a:lnTo>
                <a:lnTo>
                  <a:pt x="2751" y="1947"/>
                </a:lnTo>
                <a:lnTo>
                  <a:pt x="2750" y="1947"/>
                </a:lnTo>
                <a:lnTo>
                  <a:pt x="2749" y="1948"/>
                </a:lnTo>
                <a:lnTo>
                  <a:pt x="2748" y="1948"/>
                </a:lnTo>
                <a:lnTo>
                  <a:pt x="2747" y="1948"/>
                </a:lnTo>
                <a:lnTo>
                  <a:pt x="2747" y="1949"/>
                </a:lnTo>
                <a:lnTo>
                  <a:pt x="2746" y="1949"/>
                </a:lnTo>
                <a:lnTo>
                  <a:pt x="2746" y="1950"/>
                </a:lnTo>
                <a:lnTo>
                  <a:pt x="2745" y="1951"/>
                </a:lnTo>
                <a:lnTo>
                  <a:pt x="2744" y="1953"/>
                </a:lnTo>
                <a:lnTo>
                  <a:pt x="2743" y="1953"/>
                </a:lnTo>
                <a:lnTo>
                  <a:pt x="2742" y="1955"/>
                </a:lnTo>
                <a:lnTo>
                  <a:pt x="2741" y="1956"/>
                </a:lnTo>
                <a:lnTo>
                  <a:pt x="2740" y="1957"/>
                </a:lnTo>
                <a:lnTo>
                  <a:pt x="2739" y="1958"/>
                </a:lnTo>
                <a:lnTo>
                  <a:pt x="2739" y="1959"/>
                </a:lnTo>
                <a:lnTo>
                  <a:pt x="2738" y="1960"/>
                </a:lnTo>
                <a:lnTo>
                  <a:pt x="2738" y="1961"/>
                </a:lnTo>
                <a:lnTo>
                  <a:pt x="2737" y="1961"/>
                </a:lnTo>
                <a:lnTo>
                  <a:pt x="2737" y="1962"/>
                </a:lnTo>
                <a:lnTo>
                  <a:pt x="2736" y="1962"/>
                </a:lnTo>
                <a:lnTo>
                  <a:pt x="2736" y="1963"/>
                </a:lnTo>
                <a:lnTo>
                  <a:pt x="2735" y="1963"/>
                </a:lnTo>
                <a:lnTo>
                  <a:pt x="2735" y="1964"/>
                </a:lnTo>
                <a:lnTo>
                  <a:pt x="2734" y="1964"/>
                </a:lnTo>
                <a:lnTo>
                  <a:pt x="2734" y="1965"/>
                </a:lnTo>
                <a:lnTo>
                  <a:pt x="2732" y="1967"/>
                </a:lnTo>
                <a:lnTo>
                  <a:pt x="2731" y="1967"/>
                </a:lnTo>
                <a:lnTo>
                  <a:pt x="2730" y="1968"/>
                </a:lnTo>
                <a:lnTo>
                  <a:pt x="2729" y="1968"/>
                </a:lnTo>
                <a:lnTo>
                  <a:pt x="2728" y="1969"/>
                </a:lnTo>
                <a:lnTo>
                  <a:pt x="2727" y="1969"/>
                </a:lnTo>
                <a:lnTo>
                  <a:pt x="2726" y="1969"/>
                </a:lnTo>
                <a:lnTo>
                  <a:pt x="2725" y="1970"/>
                </a:lnTo>
                <a:lnTo>
                  <a:pt x="2724" y="1970"/>
                </a:lnTo>
                <a:lnTo>
                  <a:pt x="2722" y="1970"/>
                </a:lnTo>
                <a:lnTo>
                  <a:pt x="2721" y="1970"/>
                </a:lnTo>
                <a:lnTo>
                  <a:pt x="2720" y="1971"/>
                </a:lnTo>
                <a:lnTo>
                  <a:pt x="2719" y="1971"/>
                </a:lnTo>
                <a:lnTo>
                  <a:pt x="2718" y="1972"/>
                </a:lnTo>
                <a:lnTo>
                  <a:pt x="2717" y="1972"/>
                </a:lnTo>
                <a:lnTo>
                  <a:pt x="2716" y="1973"/>
                </a:lnTo>
                <a:lnTo>
                  <a:pt x="2715" y="1973"/>
                </a:lnTo>
                <a:lnTo>
                  <a:pt x="2714" y="1973"/>
                </a:lnTo>
                <a:lnTo>
                  <a:pt x="2714" y="1974"/>
                </a:lnTo>
                <a:lnTo>
                  <a:pt x="2713" y="1974"/>
                </a:lnTo>
                <a:lnTo>
                  <a:pt x="2711" y="1975"/>
                </a:lnTo>
                <a:lnTo>
                  <a:pt x="2710" y="1975"/>
                </a:lnTo>
                <a:lnTo>
                  <a:pt x="2709" y="1976"/>
                </a:lnTo>
                <a:lnTo>
                  <a:pt x="2707" y="1977"/>
                </a:lnTo>
                <a:lnTo>
                  <a:pt x="2706" y="1977"/>
                </a:lnTo>
                <a:lnTo>
                  <a:pt x="2705" y="1977"/>
                </a:lnTo>
                <a:lnTo>
                  <a:pt x="2704" y="1978"/>
                </a:lnTo>
                <a:lnTo>
                  <a:pt x="2702" y="1979"/>
                </a:lnTo>
                <a:lnTo>
                  <a:pt x="2700" y="1979"/>
                </a:lnTo>
                <a:lnTo>
                  <a:pt x="2700" y="1980"/>
                </a:lnTo>
                <a:lnTo>
                  <a:pt x="2699" y="1980"/>
                </a:lnTo>
                <a:lnTo>
                  <a:pt x="2698" y="1980"/>
                </a:lnTo>
                <a:lnTo>
                  <a:pt x="2697" y="1980"/>
                </a:lnTo>
                <a:lnTo>
                  <a:pt x="2696" y="1980"/>
                </a:lnTo>
                <a:lnTo>
                  <a:pt x="2695" y="1981"/>
                </a:lnTo>
                <a:lnTo>
                  <a:pt x="2694" y="1981"/>
                </a:lnTo>
                <a:lnTo>
                  <a:pt x="2693" y="1981"/>
                </a:lnTo>
                <a:lnTo>
                  <a:pt x="2692" y="1981"/>
                </a:lnTo>
                <a:lnTo>
                  <a:pt x="2690" y="1981"/>
                </a:lnTo>
                <a:lnTo>
                  <a:pt x="2689" y="1982"/>
                </a:lnTo>
                <a:lnTo>
                  <a:pt x="2688" y="1982"/>
                </a:lnTo>
                <a:lnTo>
                  <a:pt x="2687" y="1982"/>
                </a:lnTo>
                <a:lnTo>
                  <a:pt x="2686" y="1982"/>
                </a:lnTo>
                <a:lnTo>
                  <a:pt x="2686" y="1983"/>
                </a:lnTo>
                <a:lnTo>
                  <a:pt x="2685" y="1983"/>
                </a:lnTo>
                <a:lnTo>
                  <a:pt x="2685" y="1984"/>
                </a:lnTo>
                <a:lnTo>
                  <a:pt x="2684" y="1984"/>
                </a:lnTo>
                <a:lnTo>
                  <a:pt x="2683" y="1985"/>
                </a:lnTo>
                <a:lnTo>
                  <a:pt x="2682" y="1985"/>
                </a:lnTo>
                <a:lnTo>
                  <a:pt x="2681" y="1985"/>
                </a:lnTo>
                <a:lnTo>
                  <a:pt x="2680" y="1985"/>
                </a:lnTo>
                <a:lnTo>
                  <a:pt x="2679" y="1985"/>
                </a:lnTo>
                <a:lnTo>
                  <a:pt x="2676" y="1985"/>
                </a:lnTo>
                <a:lnTo>
                  <a:pt x="2675" y="1985"/>
                </a:lnTo>
                <a:lnTo>
                  <a:pt x="2674" y="1985"/>
                </a:lnTo>
                <a:lnTo>
                  <a:pt x="2674" y="1986"/>
                </a:lnTo>
                <a:lnTo>
                  <a:pt x="2673" y="1986"/>
                </a:lnTo>
                <a:lnTo>
                  <a:pt x="2673" y="1985"/>
                </a:lnTo>
                <a:lnTo>
                  <a:pt x="2672" y="1985"/>
                </a:lnTo>
                <a:lnTo>
                  <a:pt x="2671" y="1986"/>
                </a:lnTo>
                <a:lnTo>
                  <a:pt x="2671" y="1987"/>
                </a:lnTo>
                <a:lnTo>
                  <a:pt x="2671" y="1988"/>
                </a:lnTo>
                <a:lnTo>
                  <a:pt x="2670" y="1988"/>
                </a:lnTo>
                <a:lnTo>
                  <a:pt x="2669" y="1988"/>
                </a:lnTo>
                <a:lnTo>
                  <a:pt x="2669" y="1989"/>
                </a:lnTo>
                <a:lnTo>
                  <a:pt x="2668" y="1989"/>
                </a:lnTo>
                <a:lnTo>
                  <a:pt x="2667" y="1989"/>
                </a:lnTo>
                <a:lnTo>
                  <a:pt x="2666" y="1989"/>
                </a:lnTo>
                <a:lnTo>
                  <a:pt x="2665" y="1989"/>
                </a:lnTo>
                <a:lnTo>
                  <a:pt x="2664" y="1988"/>
                </a:lnTo>
                <a:lnTo>
                  <a:pt x="2663" y="1988"/>
                </a:lnTo>
                <a:lnTo>
                  <a:pt x="2662" y="1988"/>
                </a:lnTo>
                <a:lnTo>
                  <a:pt x="2660" y="1987"/>
                </a:lnTo>
                <a:lnTo>
                  <a:pt x="2659" y="1987"/>
                </a:lnTo>
                <a:lnTo>
                  <a:pt x="2658" y="1987"/>
                </a:lnTo>
                <a:lnTo>
                  <a:pt x="2657" y="1987"/>
                </a:lnTo>
                <a:lnTo>
                  <a:pt x="2656" y="1986"/>
                </a:lnTo>
                <a:lnTo>
                  <a:pt x="2655" y="1986"/>
                </a:lnTo>
                <a:lnTo>
                  <a:pt x="2654" y="1986"/>
                </a:lnTo>
                <a:lnTo>
                  <a:pt x="2653" y="1986"/>
                </a:lnTo>
                <a:lnTo>
                  <a:pt x="2653" y="1987"/>
                </a:lnTo>
                <a:lnTo>
                  <a:pt x="2652" y="1987"/>
                </a:lnTo>
                <a:lnTo>
                  <a:pt x="2652" y="1988"/>
                </a:lnTo>
                <a:lnTo>
                  <a:pt x="2651" y="1988"/>
                </a:lnTo>
                <a:lnTo>
                  <a:pt x="2651" y="1987"/>
                </a:lnTo>
                <a:lnTo>
                  <a:pt x="2650" y="1987"/>
                </a:lnTo>
                <a:lnTo>
                  <a:pt x="2649" y="1987"/>
                </a:lnTo>
                <a:lnTo>
                  <a:pt x="2648" y="1987"/>
                </a:lnTo>
                <a:lnTo>
                  <a:pt x="2648" y="1988"/>
                </a:lnTo>
                <a:lnTo>
                  <a:pt x="2647" y="1988"/>
                </a:lnTo>
                <a:lnTo>
                  <a:pt x="2646" y="1988"/>
                </a:lnTo>
                <a:lnTo>
                  <a:pt x="2645" y="1989"/>
                </a:lnTo>
                <a:lnTo>
                  <a:pt x="2644" y="1988"/>
                </a:lnTo>
                <a:lnTo>
                  <a:pt x="2643" y="1988"/>
                </a:lnTo>
                <a:lnTo>
                  <a:pt x="2643" y="1987"/>
                </a:lnTo>
                <a:lnTo>
                  <a:pt x="2642" y="1987"/>
                </a:lnTo>
                <a:lnTo>
                  <a:pt x="2641" y="1987"/>
                </a:lnTo>
                <a:lnTo>
                  <a:pt x="2641" y="1986"/>
                </a:lnTo>
                <a:lnTo>
                  <a:pt x="2640" y="1986"/>
                </a:lnTo>
                <a:lnTo>
                  <a:pt x="2640" y="1985"/>
                </a:lnTo>
                <a:lnTo>
                  <a:pt x="2641" y="1985"/>
                </a:lnTo>
                <a:lnTo>
                  <a:pt x="2641" y="1984"/>
                </a:lnTo>
                <a:lnTo>
                  <a:pt x="2641" y="1983"/>
                </a:lnTo>
                <a:lnTo>
                  <a:pt x="2640" y="1983"/>
                </a:lnTo>
                <a:lnTo>
                  <a:pt x="2639" y="1982"/>
                </a:lnTo>
                <a:lnTo>
                  <a:pt x="2638" y="1982"/>
                </a:lnTo>
                <a:lnTo>
                  <a:pt x="2637" y="1982"/>
                </a:lnTo>
                <a:lnTo>
                  <a:pt x="2636" y="1982"/>
                </a:lnTo>
                <a:lnTo>
                  <a:pt x="2635" y="1982"/>
                </a:lnTo>
                <a:lnTo>
                  <a:pt x="2634" y="1982"/>
                </a:lnTo>
                <a:lnTo>
                  <a:pt x="2633" y="1982"/>
                </a:lnTo>
                <a:lnTo>
                  <a:pt x="2632" y="1982"/>
                </a:lnTo>
                <a:lnTo>
                  <a:pt x="2631" y="1982"/>
                </a:lnTo>
                <a:lnTo>
                  <a:pt x="2631" y="1983"/>
                </a:lnTo>
                <a:lnTo>
                  <a:pt x="2630" y="1983"/>
                </a:lnTo>
                <a:lnTo>
                  <a:pt x="2630" y="1984"/>
                </a:lnTo>
                <a:lnTo>
                  <a:pt x="2629" y="1984"/>
                </a:lnTo>
                <a:lnTo>
                  <a:pt x="2630" y="1985"/>
                </a:lnTo>
                <a:lnTo>
                  <a:pt x="2629" y="1985"/>
                </a:lnTo>
                <a:lnTo>
                  <a:pt x="2629" y="1986"/>
                </a:lnTo>
                <a:lnTo>
                  <a:pt x="2628" y="1987"/>
                </a:lnTo>
                <a:lnTo>
                  <a:pt x="2627" y="1987"/>
                </a:lnTo>
                <a:lnTo>
                  <a:pt x="2626" y="1987"/>
                </a:lnTo>
                <a:lnTo>
                  <a:pt x="2625" y="1987"/>
                </a:lnTo>
                <a:lnTo>
                  <a:pt x="2625" y="1988"/>
                </a:lnTo>
                <a:lnTo>
                  <a:pt x="2624" y="1988"/>
                </a:lnTo>
                <a:lnTo>
                  <a:pt x="2623" y="1988"/>
                </a:lnTo>
                <a:lnTo>
                  <a:pt x="2623" y="1987"/>
                </a:lnTo>
                <a:lnTo>
                  <a:pt x="2622" y="1987"/>
                </a:lnTo>
                <a:lnTo>
                  <a:pt x="2621" y="1987"/>
                </a:lnTo>
                <a:lnTo>
                  <a:pt x="2621" y="1988"/>
                </a:lnTo>
                <a:lnTo>
                  <a:pt x="2620" y="1988"/>
                </a:lnTo>
                <a:lnTo>
                  <a:pt x="2619" y="1988"/>
                </a:lnTo>
                <a:lnTo>
                  <a:pt x="2618" y="1988"/>
                </a:lnTo>
                <a:lnTo>
                  <a:pt x="2617" y="1988"/>
                </a:lnTo>
                <a:lnTo>
                  <a:pt x="2616" y="1989"/>
                </a:lnTo>
                <a:lnTo>
                  <a:pt x="2615" y="1990"/>
                </a:lnTo>
                <a:lnTo>
                  <a:pt x="2614" y="1990"/>
                </a:lnTo>
                <a:lnTo>
                  <a:pt x="2613" y="1990"/>
                </a:lnTo>
                <a:lnTo>
                  <a:pt x="2612" y="1990"/>
                </a:lnTo>
                <a:lnTo>
                  <a:pt x="2611" y="1990"/>
                </a:lnTo>
                <a:lnTo>
                  <a:pt x="2610" y="1990"/>
                </a:lnTo>
                <a:lnTo>
                  <a:pt x="2609" y="1990"/>
                </a:lnTo>
                <a:lnTo>
                  <a:pt x="2609" y="1991"/>
                </a:lnTo>
                <a:lnTo>
                  <a:pt x="2608" y="1992"/>
                </a:lnTo>
                <a:lnTo>
                  <a:pt x="2608" y="1993"/>
                </a:lnTo>
                <a:lnTo>
                  <a:pt x="2607" y="1993"/>
                </a:lnTo>
                <a:lnTo>
                  <a:pt x="2606" y="1994"/>
                </a:lnTo>
                <a:lnTo>
                  <a:pt x="2605" y="1994"/>
                </a:lnTo>
                <a:lnTo>
                  <a:pt x="2604" y="1994"/>
                </a:lnTo>
                <a:lnTo>
                  <a:pt x="2603" y="1994"/>
                </a:lnTo>
                <a:lnTo>
                  <a:pt x="2603" y="1995"/>
                </a:lnTo>
                <a:lnTo>
                  <a:pt x="2602" y="1995"/>
                </a:lnTo>
                <a:lnTo>
                  <a:pt x="2601" y="1995"/>
                </a:lnTo>
                <a:lnTo>
                  <a:pt x="2600" y="1996"/>
                </a:lnTo>
                <a:lnTo>
                  <a:pt x="2599" y="1996"/>
                </a:lnTo>
                <a:lnTo>
                  <a:pt x="2597" y="1996"/>
                </a:lnTo>
                <a:lnTo>
                  <a:pt x="2596" y="1996"/>
                </a:lnTo>
                <a:lnTo>
                  <a:pt x="2595" y="1996"/>
                </a:lnTo>
                <a:lnTo>
                  <a:pt x="2594" y="1996"/>
                </a:lnTo>
                <a:lnTo>
                  <a:pt x="2593" y="1996"/>
                </a:lnTo>
                <a:lnTo>
                  <a:pt x="2592" y="1996"/>
                </a:lnTo>
                <a:lnTo>
                  <a:pt x="2591" y="1996"/>
                </a:lnTo>
                <a:lnTo>
                  <a:pt x="2590" y="1996"/>
                </a:lnTo>
                <a:lnTo>
                  <a:pt x="2590" y="1997"/>
                </a:lnTo>
                <a:lnTo>
                  <a:pt x="2590" y="1998"/>
                </a:lnTo>
                <a:lnTo>
                  <a:pt x="2590" y="1999"/>
                </a:lnTo>
                <a:lnTo>
                  <a:pt x="2590" y="2000"/>
                </a:lnTo>
                <a:lnTo>
                  <a:pt x="2590" y="2001"/>
                </a:lnTo>
                <a:lnTo>
                  <a:pt x="2589" y="2002"/>
                </a:lnTo>
                <a:lnTo>
                  <a:pt x="2588" y="2002"/>
                </a:lnTo>
                <a:lnTo>
                  <a:pt x="2587" y="2003"/>
                </a:lnTo>
                <a:lnTo>
                  <a:pt x="2586" y="2003"/>
                </a:lnTo>
                <a:lnTo>
                  <a:pt x="2585" y="2003"/>
                </a:lnTo>
                <a:lnTo>
                  <a:pt x="2584" y="2003"/>
                </a:lnTo>
                <a:lnTo>
                  <a:pt x="2584" y="2004"/>
                </a:lnTo>
                <a:lnTo>
                  <a:pt x="2583" y="2004"/>
                </a:lnTo>
                <a:lnTo>
                  <a:pt x="2583" y="2005"/>
                </a:lnTo>
                <a:lnTo>
                  <a:pt x="2582" y="2005"/>
                </a:lnTo>
                <a:lnTo>
                  <a:pt x="2582" y="2006"/>
                </a:lnTo>
                <a:lnTo>
                  <a:pt x="2581" y="2006"/>
                </a:lnTo>
                <a:lnTo>
                  <a:pt x="2581" y="2007"/>
                </a:lnTo>
                <a:lnTo>
                  <a:pt x="2580" y="2008"/>
                </a:lnTo>
                <a:lnTo>
                  <a:pt x="2579" y="2009"/>
                </a:lnTo>
                <a:lnTo>
                  <a:pt x="2578" y="2010"/>
                </a:lnTo>
                <a:lnTo>
                  <a:pt x="2577" y="2010"/>
                </a:lnTo>
                <a:lnTo>
                  <a:pt x="2577" y="2011"/>
                </a:lnTo>
                <a:lnTo>
                  <a:pt x="2576" y="2011"/>
                </a:lnTo>
                <a:lnTo>
                  <a:pt x="2575" y="2013"/>
                </a:lnTo>
                <a:lnTo>
                  <a:pt x="2573" y="2013"/>
                </a:lnTo>
                <a:lnTo>
                  <a:pt x="2573" y="2014"/>
                </a:lnTo>
                <a:lnTo>
                  <a:pt x="2572" y="2014"/>
                </a:lnTo>
                <a:lnTo>
                  <a:pt x="2571" y="2014"/>
                </a:lnTo>
                <a:lnTo>
                  <a:pt x="2570" y="2014"/>
                </a:lnTo>
                <a:lnTo>
                  <a:pt x="2569" y="2015"/>
                </a:lnTo>
                <a:lnTo>
                  <a:pt x="2568" y="2015"/>
                </a:lnTo>
                <a:lnTo>
                  <a:pt x="2567" y="2015"/>
                </a:lnTo>
                <a:lnTo>
                  <a:pt x="2566" y="2015"/>
                </a:lnTo>
                <a:lnTo>
                  <a:pt x="2564" y="2016"/>
                </a:lnTo>
                <a:lnTo>
                  <a:pt x="2563" y="2016"/>
                </a:lnTo>
                <a:lnTo>
                  <a:pt x="2561" y="2016"/>
                </a:lnTo>
                <a:lnTo>
                  <a:pt x="2560" y="2017"/>
                </a:lnTo>
                <a:lnTo>
                  <a:pt x="2559" y="2017"/>
                </a:lnTo>
                <a:lnTo>
                  <a:pt x="2558" y="2017"/>
                </a:lnTo>
                <a:lnTo>
                  <a:pt x="2557" y="2017"/>
                </a:lnTo>
                <a:lnTo>
                  <a:pt x="2555" y="2018"/>
                </a:lnTo>
                <a:lnTo>
                  <a:pt x="2553" y="2019"/>
                </a:lnTo>
                <a:lnTo>
                  <a:pt x="2552" y="2019"/>
                </a:lnTo>
                <a:lnTo>
                  <a:pt x="2552" y="2020"/>
                </a:lnTo>
                <a:lnTo>
                  <a:pt x="2551" y="2020"/>
                </a:lnTo>
                <a:lnTo>
                  <a:pt x="2550" y="2022"/>
                </a:lnTo>
                <a:lnTo>
                  <a:pt x="2549" y="2022"/>
                </a:lnTo>
                <a:lnTo>
                  <a:pt x="2548" y="2023"/>
                </a:lnTo>
                <a:lnTo>
                  <a:pt x="2547" y="2024"/>
                </a:lnTo>
                <a:lnTo>
                  <a:pt x="2546" y="2024"/>
                </a:lnTo>
                <a:lnTo>
                  <a:pt x="2545" y="2025"/>
                </a:lnTo>
                <a:lnTo>
                  <a:pt x="2544" y="2026"/>
                </a:lnTo>
                <a:lnTo>
                  <a:pt x="2543" y="2026"/>
                </a:lnTo>
                <a:lnTo>
                  <a:pt x="2543" y="2027"/>
                </a:lnTo>
                <a:lnTo>
                  <a:pt x="2542" y="2027"/>
                </a:lnTo>
                <a:lnTo>
                  <a:pt x="2541" y="2027"/>
                </a:lnTo>
                <a:lnTo>
                  <a:pt x="2540" y="2027"/>
                </a:lnTo>
                <a:lnTo>
                  <a:pt x="2539" y="2028"/>
                </a:lnTo>
                <a:lnTo>
                  <a:pt x="2538" y="2028"/>
                </a:lnTo>
                <a:lnTo>
                  <a:pt x="2538" y="2029"/>
                </a:lnTo>
                <a:lnTo>
                  <a:pt x="2537" y="2029"/>
                </a:lnTo>
                <a:lnTo>
                  <a:pt x="2536" y="2030"/>
                </a:lnTo>
                <a:lnTo>
                  <a:pt x="2535" y="2031"/>
                </a:lnTo>
                <a:lnTo>
                  <a:pt x="2534" y="2032"/>
                </a:lnTo>
                <a:lnTo>
                  <a:pt x="2533" y="2033"/>
                </a:lnTo>
                <a:lnTo>
                  <a:pt x="2532" y="2034"/>
                </a:lnTo>
                <a:lnTo>
                  <a:pt x="2531" y="2034"/>
                </a:lnTo>
                <a:lnTo>
                  <a:pt x="2530" y="2035"/>
                </a:lnTo>
                <a:lnTo>
                  <a:pt x="2529" y="2036"/>
                </a:lnTo>
                <a:lnTo>
                  <a:pt x="2527" y="2038"/>
                </a:lnTo>
                <a:lnTo>
                  <a:pt x="2526" y="2039"/>
                </a:lnTo>
                <a:lnTo>
                  <a:pt x="2525" y="2040"/>
                </a:lnTo>
                <a:lnTo>
                  <a:pt x="2524" y="2040"/>
                </a:lnTo>
                <a:lnTo>
                  <a:pt x="2523" y="2041"/>
                </a:lnTo>
                <a:lnTo>
                  <a:pt x="2522" y="2041"/>
                </a:lnTo>
                <a:lnTo>
                  <a:pt x="2521" y="2042"/>
                </a:lnTo>
                <a:lnTo>
                  <a:pt x="2519" y="2043"/>
                </a:lnTo>
                <a:lnTo>
                  <a:pt x="2518" y="2043"/>
                </a:lnTo>
                <a:lnTo>
                  <a:pt x="2518" y="2044"/>
                </a:lnTo>
                <a:lnTo>
                  <a:pt x="2516" y="2045"/>
                </a:lnTo>
                <a:lnTo>
                  <a:pt x="2515" y="2046"/>
                </a:lnTo>
                <a:lnTo>
                  <a:pt x="2514" y="2047"/>
                </a:lnTo>
                <a:lnTo>
                  <a:pt x="2514" y="2048"/>
                </a:lnTo>
                <a:lnTo>
                  <a:pt x="2513" y="2048"/>
                </a:lnTo>
                <a:lnTo>
                  <a:pt x="2511" y="2049"/>
                </a:lnTo>
                <a:lnTo>
                  <a:pt x="2511" y="2050"/>
                </a:lnTo>
                <a:lnTo>
                  <a:pt x="2509" y="2051"/>
                </a:lnTo>
                <a:lnTo>
                  <a:pt x="2509" y="2052"/>
                </a:lnTo>
                <a:lnTo>
                  <a:pt x="2508" y="2052"/>
                </a:lnTo>
                <a:lnTo>
                  <a:pt x="2507" y="2054"/>
                </a:lnTo>
                <a:lnTo>
                  <a:pt x="2505" y="2055"/>
                </a:lnTo>
                <a:lnTo>
                  <a:pt x="2505" y="2056"/>
                </a:lnTo>
                <a:lnTo>
                  <a:pt x="2503" y="2057"/>
                </a:lnTo>
                <a:lnTo>
                  <a:pt x="2502" y="2058"/>
                </a:lnTo>
                <a:lnTo>
                  <a:pt x="2501" y="2059"/>
                </a:lnTo>
                <a:lnTo>
                  <a:pt x="2500" y="2060"/>
                </a:lnTo>
                <a:lnTo>
                  <a:pt x="2498" y="2061"/>
                </a:lnTo>
                <a:lnTo>
                  <a:pt x="2498" y="2062"/>
                </a:lnTo>
                <a:lnTo>
                  <a:pt x="2497" y="2063"/>
                </a:lnTo>
                <a:lnTo>
                  <a:pt x="2496" y="2063"/>
                </a:lnTo>
                <a:lnTo>
                  <a:pt x="2496" y="2064"/>
                </a:lnTo>
                <a:lnTo>
                  <a:pt x="2495" y="2065"/>
                </a:lnTo>
                <a:lnTo>
                  <a:pt x="2494" y="2065"/>
                </a:lnTo>
                <a:lnTo>
                  <a:pt x="2493" y="2066"/>
                </a:lnTo>
                <a:lnTo>
                  <a:pt x="2493" y="2067"/>
                </a:lnTo>
                <a:lnTo>
                  <a:pt x="2492" y="2068"/>
                </a:lnTo>
                <a:lnTo>
                  <a:pt x="2491" y="2068"/>
                </a:lnTo>
                <a:lnTo>
                  <a:pt x="2491" y="2069"/>
                </a:lnTo>
                <a:lnTo>
                  <a:pt x="2490" y="2070"/>
                </a:lnTo>
                <a:lnTo>
                  <a:pt x="2489" y="2071"/>
                </a:lnTo>
                <a:lnTo>
                  <a:pt x="2488" y="2072"/>
                </a:lnTo>
                <a:lnTo>
                  <a:pt x="2487" y="2072"/>
                </a:lnTo>
                <a:lnTo>
                  <a:pt x="2486" y="2074"/>
                </a:lnTo>
                <a:lnTo>
                  <a:pt x="2485" y="2074"/>
                </a:lnTo>
                <a:lnTo>
                  <a:pt x="2484" y="2075"/>
                </a:lnTo>
                <a:lnTo>
                  <a:pt x="2483" y="2076"/>
                </a:lnTo>
                <a:lnTo>
                  <a:pt x="2482" y="2076"/>
                </a:lnTo>
                <a:lnTo>
                  <a:pt x="2481" y="2077"/>
                </a:lnTo>
                <a:lnTo>
                  <a:pt x="2480" y="2078"/>
                </a:lnTo>
                <a:lnTo>
                  <a:pt x="2477" y="2082"/>
                </a:lnTo>
                <a:lnTo>
                  <a:pt x="2476" y="2082"/>
                </a:lnTo>
                <a:lnTo>
                  <a:pt x="2475" y="2084"/>
                </a:lnTo>
                <a:lnTo>
                  <a:pt x="2474" y="2084"/>
                </a:lnTo>
                <a:lnTo>
                  <a:pt x="2474" y="2085"/>
                </a:lnTo>
                <a:lnTo>
                  <a:pt x="2470" y="2089"/>
                </a:lnTo>
                <a:lnTo>
                  <a:pt x="2469" y="2090"/>
                </a:lnTo>
                <a:lnTo>
                  <a:pt x="2469" y="2091"/>
                </a:lnTo>
                <a:lnTo>
                  <a:pt x="2467" y="2092"/>
                </a:lnTo>
                <a:lnTo>
                  <a:pt x="2466" y="2093"/>
                </a:lnTo>
                <a:lnTo>
                  <a:pt x="2466" y="2094"/>
                </a:lnTo>
                <a:lnTo>
                  <a:pt x="2465" y="2094"/>
                </a:lnTo>
                <a:lnTo>
                  <a:pt x="2464" y="2097"/>
                </a:lnTo>
                <a:lnTo>
                  <a:pt x="2463" y="2099"/>
                </a:lnTo>
                <a:lnTo>
                  <a:pt x="2463" y="2100"/>
                </a:lnTo>
                <a:lnTo>
                  <a:pt x="2463" y="2102"/>
                </a:lnTo>
                <a:lnTo>
                  <a:pt x="2464" y="2103"/>
                </a:lnTo>
                <a:lnTo>
                  <a:pt x="2464" y="2104"/>
                </a:lnTo>
                <a:lnTo>
                  <a:pt x="2464" y="2105"/>
                </a:lnTo>
                <a:lnTo>
                  <a:pt x="2463" y="2106"/>
                </a:lnTo>
                <a:lnTo>
                  <a:pt x="2463" y="2108"/>
                </a:lnTo>
                <a:lnTo>
                  <a:pt x="2463" y="2109"/>
                </a:lnTo>
                <a:lnTo>
                  <a:pt x="2463" y="2111"/>
                </a:lnTo>
                <a:lnTo>
                  <a:pt x="2463" y="2112"/>
                </a:lnTo>
                <a:lnTo>
                  <a:pt x="2461" y="2115"/>
                </a:lnTo>
                <a:lnTo>
                  <a:pt x="2460" y="2119"/>
                </a:lnTo>
                <a:lnTo>
                  <a:pt x="2459" y="2120"/>
                </a:lnTo>
                <a:lnTo>
                  <a:pt x="2459" y="2121"/>
                </a:lnTo>
                <a:lnTo>
                  <a:pt x="2458" y="2122"/>
                </a:lnTo>
                <a:lnTo>
                  <a:pt x="2457" y="2123"/>
                </a:lnTo>
                <a:lnTo>
                  <a:pt x="2456" y="2123"/>
                </a:lnTo>
                <a:lnTo>
                  <a:pt x="2454" y="2123"/>
                </a:lnTo>
                <a:lnTo>
                  <a:pt x="2452" y="2123"/>
                </a:lnTo>
                <a:lnTo>
                  <a:pt x="2451" y="2123"/>
                </a:lnTo>
                <a:lnTo>
                  <a:pt x="2450" y="2123"/>
                </a:lnTo>
                <a:lnTo>
                  <a:pt x="2448" y="2123"/>
                </a:lnTo>
                <a:lnTo>
                  <a:pt x="2446" y="2124"/>
                </a:lnTo>
                <a:lnTo>
                  <a:pt x="2445" y="2124"/>
                </a:lnTo>
                <a:lnTo>
                  <a:pt x="2444" y="2124"/>
                </a:lnTo>
                <a:lnTo>
                  <a:pt x="2442" y="2124"/>
                </a:lnTo>
                <a:lnTo>
                  <a:pt x="2440" y="2124"/>
                </a:lnTo>
                <a:lnTo>
                  <a:pt x="2439" y="2124"/>
                </a:lnTo>
                <a:lnTo>
                  <a:pt x="2438" y="2125"/>
                </a:lnTo>
                <a:lnTo>
                  <a:pt x="2437" y="2125"/>
                </a:lnTo>
                <a:lnTo>
                  <a:pt x="2435" y="2126"/>
                </a:lnTo>
                <a:lnTo>
                  <a:pt x="2434" y="2127"/>
                </a:lnTo>
                <a:lnTo>
                  <a:pt x="2433" y="2127"/>
                </a:lnTo>
                <a:lnTo>
                  <a:pt x="2432" y="2128"/>
                </a:lnTo>
                <a:lnTo>
                  <a:pt x="2430" y="2129"/>
                </a:lnTo>
                <a:lnTo>
                  <a:pt x="2429" y="2129"/>
                </a:lnTo>
                <a:lnTo>
                  <a:pt x="2428" y="2130"/>
                </a:lnTo>
                <a:lnTo>
                  <a:pt x="2427" y="2130"/>
                </a:lnTo>
                <a:lnTo>
                  <a:pt x="2426" y="2130"/>
                </a:lnTo>
                <a:lnTo>
                  <a:pt x="2425" y="2131"/>
                </a:lnTo>
                <a:lnTo>
                  <a:pt x="2424" y="2131"/>
                </a:lnTo>
                <a:lnTo>
                  <a:pt x="2423" y="2131"/>
                </a:lnTo>
                <a:lnTo>
                  <a:pt x="2422" y="2132"/>
                </a:lnTo>
                <a:lnTo>
                  <a:pt x="2421" y="2132"/>
                </a:lnTo>
                <a:lnTo>
                  <a:pt x="2420" y="2132"/>
                </a:lnTo>
                <a:lnTo>
                  <a:pt x="2419" y="2133"/>
                </a:lnTo>
                <a:lnTo>
                  <a:pt x="2417" y="2133"/>
                </a:lnTo>
                <a:lnTo>
                  <a:pt x="2416" y="2133"/>
                </a:lnTo>
                <a:lnTo>
                  <a:pt x="2415" y="2134"/>
                </a:lnTo>
                <a:lnTo>
                  <a:pt x="2414" y="2134"/>
                </a:lnTo>
                <a:lnTo>
                  <a:pt x="2413" y="2134"/>
                </a:lnTo>
                <a:lnTo>
                  <a:pt x="2411" y="2134"/>
                </a:lnTo>
                <a:lnTo>
                  <a:pt x="2410" y="2134"/>
                </a:lnTo>
                <a:lnTo>
                  <a:pt x="2408" y="2134"/>
                </a:lnTo>
                <a:lnTo>
                  <a:pt x="2407" y="2134"/>
                </a:lnTo>
                <a:lnTo>
                  <a:pt x="2405" y="2134"/>
                </a:lnTo>
                <a:lnTo>
                  <a:pt x="2404" y="2134"/>
                </a:lnTo>
                <a:lnTo>
                  <a:pt x="2404" y="2135"/>
                </a:lnTo>
                <a:lnTo>
                  <a:pt x="2401" y="2135"/>
                </a:lnTo>
                <a:lnTo>
                  <a:pt x="2400" y="2134"/>
                </a:lnTo>
                <a:lnTo>
                  <a:pt x="2399" y="2134"/>
                </a:lnTo>
                <a:lnTo>
                  <a:pt x="2398" y="2135"/>
                </a:lnTo>
                <a:lnTo>
                  <a:pt x="2397" y="2135"/>
                </a:lnTo>
                <a:lnTo>
                  <a:pt x="2397" y="2134"/>
                </a:lnTo>
                <a:lnTo>
                  <a:pt x="2397" y="2135"/>
                </a:lnTo>
                <a:lnTo>
                  <a:pt x="2396" y="2135"/>
                </a:lnTo>
                <a:lnTo>
                  <a:pt x="2395" y="2135"/>
                </a:lnTo>
                <a:lnTo>
                  <a:pt x="2394" y="2135"/>
                </a:lnTo>
                <a:lnTo>
                  <a:pt x="2393" y="2135"/>
                </a:lnTo>
                <a:lnTo>
                  <a:pt x="2389" y="2135"/>
                </a:lnTo>
                <a:lnTo>
                  <a:pt x="2388" y="2135"/>
                </a:lnTo>
                <a:lnTo>
                  <a:pt x="2387" y="2135"/>
                </a:lnTo>
                <a:lnTo>
                  <a:pt x="2386" y="2134"/>
                </a:lnTo>
                <a:lnTo>
                  <a:pt x="2384" y="2134"/>
                </a:lnTo>
                <a:lnTo>
                  <a:pt x="2383" y="2134"/>
                </a:lnTo>
                <a:lnTo>
                  <a:pt x="2382" y="2134"/>
                </a:lnTo>
                <a:lnTo>
                  <a:pt x="2381" y="2134"/>
                </a:lnTo>
                <a:lnTo>
                  <a:pt x="2380" y="2134"/>
                </a:lnTo>
                <a:lnTo>
                  <a:pt x="2378" y="2134"/>
                </a:lnTo>
                <a:lnTo>
                  <a:pt x="2376" y="2133"/>
                </a:lnTo>
                <a:lnTo>
                  <a:pt x="2375" y="2133"/>
                </a:lnTo>
                <a:lnTo>
                  <a:pt x="2374" y="2133"/>
                </a:lnTo>
                <a:lnTo>
                  <a:pt x="2373" y="2133"/>
                </a:lnTo>
                <a:lnTo>
                  <a:pt x="2372" y="2133"/>
                </a:lnTo>
                <a:lnTo>
                  <a:pt x="2366" y="2133"/>
                </a:lnTo>
                <a:lnTo>
                  <a:pt x="2365" y="2133"/>
                </a:lnTo>
                <a:lnTo>
                  <a:pt x="2362" y="2133"/>
                </a:lnTo>
                <a:lnTo>
                  <a:pt x="2355" y="2133"/>
                </a:lnTo>
                <a:lnTo>
                  <a:pt x="2354" y="2133"/>
                </a:lnTo>
                <a:lnTo>
                  <a:pt x="2351" y="2133"/>
                </a:lnTo>
                <a:lnTo>
                  <a:pt x="2350" y="2133"/>
                </a:lnTo>
                <a:lnTo>
                  <a:pt x="2348" y="2133"/>
                </a:lnTo>
                <a:lnTo>
                  <a:pt x="2347" y="2133"/>
                </a:lnTo>
                <a:lnTo>
                  <a:pt x="2345" y="2133"/>
                </a:lnTo>
                <a:lnTo>
                  <a:pt x="2344" y="2133"/>
                </a:lnTo>
                <a:lnTo>
                  <a:pt x="2342" y="2134"/>
                </a:lnTo>
                <a:lnTo>
                  <a:pt x="2339" y="2134"/>
                </a:lnTo>
                <a:lnTo>
                  <a:pt x="2335" y="2134"/>
                </a:lnTo>
                <a:lnTo>
                  <a:pt x="2334" y="2134"/>
                </a:lnTo>
                <a:lnTo>
                  <a:pt x="2333" y="2134"/>
                </a:lnTo>
                <a:lnTo>
                  <a:pt x="2332" y="2134"/>
                </a:lnTo>
                <a:lnTo>
                  <a:pt x="2331" y="2134"/>
                </a:lnTo>
                <a:lnTo>
                  <a:pt x="2330" y="2134"/>
                </a:lnTo>
                <a:lnTo>
                  <a:pt x="2327" y="2134"/>
                </a:lnTo>
                <a:lnTo>
                  <a:pt x="2326" y="2134"/>
                </a:lnTo>
                <a:lnTo>
                  <a:pt x="2325" y="2134"/>
                </a:lnTo>
                <a:lnTo>
                  <a:pt x="2324" y="2134"/>
                </a:lnTo>
                <a:lnTo>
                  <a:pt x="2322" y="2134"/>
                </a:lnTo>
                <a:lnTo>
                  <a:pt x="2321" y="2134"/>
                </a:lnTo>
                <a:lnTo>
                  <a:pt x="2320" y="2134"/>
                </a:lnTo>
                <a:lnTo>
                  <a:pt x="2319" y="2134"/>
                </a:lnTo>
                <a:lnTo>
                  <a:pt x="2318" y="2134"/>
                </a:lnTo>
                <a:lnTo>
                  <a:pt x="2317" y="2134"/>
                </a:lnTo>
                <a:lnTo>
                  <a:pt x="2316" y="2134"/>
                </a:lnTo>
                <a:lnTo>
                  <a:pt x="2315" y="2134"/>
                </a:lnTo>
                <a:lnTo>
                  <a:pt x="2314" y="2133"/>
                </a:lnTo>
                <a:lnTo>
                  <a:pt x="2313" y="2133"/>
                </a:lnTo>
                <a:lnTo>
                  <a:pt x="2311" y="2132"/>
                </a:lnTo>
                <a:lnTo>
                  <a:pt x="2311" y="2131"/>
                </a:lnTo>
                <a:lnTo>
                  <a:pt x="2309" y="2130"/>
                </a:lnTo>
                <a:lnTo>
                  <a:pt x="2308" y="2130"/>
                </a:lnTo>
                <a:lnTo>
                  <a:pt x="2307" y="2129"/>
                </a:lnTo>
                <a:lnTo>
                  <a:pt x="2306" y="2129"/>
                </a:lnTo>
                <a:lnTo>
                  <a:pt x="2305" y="2128"/>
                </a:lnTo>
                <a:lnTo>
                  <a:pt x="2304" y="2128"/>
                </a:lnTo>
                <a:lnTo>
                  <a:pt x="2304" y="2127"/>
                </a:lnTo>
                <a:lnTo>
                  <a:pt x="2303" y="2127"/>
                </a:lnTo>
                <a:lnTo>
                  <a:pt x="2302" y="2127"/>
                </a:lnTo>
                <a:lnTo>
                  <a:pt x="2301" y="2126"/>
                </a:lnTo>
                <a:lnTo>
                  <a:pt x="2300" y="2126"/>
                </a:lnTo>
                <a:lnTo>
                  <a:pt x="2299" y="2126"/>
                </a:lnTo>
                <a:lnTo>
                  <a:pt x="2298" y="2126"/>
                </a:lnTo>
                <a:lnTo>
                  <a:pt x="2297" y="2126"/>
                </a:lnTo>
                <a:lnTo>
                  <a:pt x="2296" y="2125"/>
                </a:lnTo>
                <a:lnTo>
                  <a:pt x="2295" y="2125"/>
                </a:lnTo>
                <a:lnTo>
                  <a:pt x="2294" y="2125"/>
                </a:lnTo>
                <a:lnTo>
                  <a:pt x="2293" y="2124"/>
                </a:lnTo>
                <a:lnTo>
                  <a:pt x="2292" y="2124"/>
                </a:lnTo>
                <a:lnTo>
                  <a:pt x="2291" y="2124"/>
                </a:lnTo>
                <a:lnTo>
                  <a:pt x="2290" y="2124"/>
                </a:lnTo>
                <a:lnTo>
                  <a:pt x="2290" y="2123"/>
                </a:lnTo>
                <a:lnTo>
                  <a:pt x="2289" y="2123"/>
                </a:lnTo>
                <a:lnTo>
                  <a:pt x="2288" y="2123"/>
                </a:lnTo>
                <a:lnTo>
                  <a:pt x="2287" y="2123"/>
                </a:lnTo>
                <a:lnTo>
                  <a:pt x="2286" y="2123"/>
                </a:lnTo>
                <a:lnTo>
                  <a:pt x="2284" y="2123"/>
                </a:lnTo>
                <a:lnTo>
                  <a:pt x="2283" y="2123"/>
                </a:lnTo>
                <a:lnTo>
                  <a:pt x="2282" y="2123"/>
                </a:lnTo>
                <a:lnTo>
                  <a:pt x="2281" y="2123"/>
                </a:lnTo>
                <a:lnTo>
                  <a:pt x="2281" y="2124"/>
                </a:lnTo>
                <a:lnTo>
                  <a:pt x="2280" y="2124"/>
                </a:lnTo>
                <a:lnTo>
                  <a:pt x="2279" y="2124"/>
                </a:lnTo>
                <a:lnTo>
                  <a:pt x="2278" y="2124"/>
                </a:lnTo>
                <a:lnTo>
                  <a:pt x="2277" y="2124"/>
                </a:lnTo>
                <a:lnTo>
                  <a:pt x="2276" y="2125"/>
                </a:lnTo>
                <a:lnTo>
                  <a:pt x="2275" y="2125"/>
                </a:lnTo>
                <a:lnTo>
                  <a:pt x="2274" y="2125"/>
                </a:lnTo>
                <a:lnTo>
                  <a:pt x="2273" y="2126"/>
                </a:lnTo>
                <a:lnTo>
                  <a:pt x="2272" y="2126"/>
                </a:lnTo>
                <a:lnTo>
                  <a:pt x="2271" y="2126"/>
                </a:lnTo>
                <a:lnTo>
                  <a:pt x="2270" y="2126"/>
                </a:lnTo>
                <a:lnTo>
                  <a:pt x="2269" y="2126"/>
                </a:lnTo>
                <a:lnTo>
                  <a:pt x="2268" y="2126"/>
                </a:lnTo>
                <a:lnTo>
                  <a:pt x="2267" y="2126"/>
                </a:lnTo>
                <a:lnTo>
                  <a:pt x="2267" y="2125"/>
                </a:lnTo>
                <a:lnTo>
                  <a:pt x="2266" y="2125"/>
                </a:lnTo>
                <a:lnTo>
                  <a:pt x="2265" y="2124"/>
                </a:lnTo>
                <a:lnTo>
                  <a:pt x="2264" y="2124"/>
                </a:lnTo>
                <a:lnTo>
                  <a:pt x="2264" y="2123"/>
                </a:lnTo>
                <a:lnTo>
                  <a:pt x="2263" y="2123"/>
                </a:lnTo>
                <a:lnTo>
                  <a:pt x="2262" y="2122"/>
                </a:lnTo>
                <a:lnTo>
                  <a:pt x="2261" y="2122"/>
                </a:lnTo>
                <a:lnTo>
                  <a:pt x="2260" y="2121"/>
                </a:lnTo>
                <a:lnTo>
                  <a:pt x="2259" y="2120"/>
                </a:lnTo>
                <a:lnTo>
                  <a:pt x="2258" y="2119"/>
                </a:lnTo>
                <a:lnTo>
                  <a:pt x="2257" y="2119"/>
                </a:lnTo>
                <a:lnTo>
                  <a:pt x="2256" y="2119"/>
                </a:lnTo>
                <a:lnTo>
                  <a:pt x="2256" y="2118"/>
                </a:lnTo>
                <a:lnTo>
                  <a:pt x="2253" y="2116"/>
                </a:lnTo>
                <a:lnTo>
                  <a:pt x="2252" y="2116"/>
                </a:lnTo>
                <a:lnTo>
                  <a:pt x="2252" y="2115"/>
                </a:lnTo>
                <a:lnTo>
                  <a:pt x="2250" y="2114"/>
                </a:lnTo>
                <a:lnTo>
                  <a:pt x="2249" y="2113"/>
                </a:lnTo>
                <a:lnTo>
                  <a:pt x="2248" y="2112"/>
                </a:lnTo>
                <a:lnTo>
                  <a:pt x="2247" y="2112"/>
                </a:lnTo>
                <a:lnTo>
                  <a:pt x="2246" y="2112"/>
                </a:lnTo>
                <a:lnTo>
                  <a:pt x="2245" y="2111"/>
                </a:lnTo>
                <a:lnTo>
                  <a:pt x="2244" y="2111"/>
                </a:lnTo>
                <a:lnTo>
                  <a:pt x="2243" y="2111"/>
                </a:lnTo>
                <a:lnTo>
                  <a:pt x="2242" y="2111"/>
                </a:lnTo>
                <a:lnTo>
                  <a:pt x="2241" y="2111"/>
                </a:lnTo>
                <a:lnTo>
                  <a:pt x="2240" y="2111"/>
                </a:lnTo>
                <a:lnTo>
                  <a:pt x="2232" y="2111"/>
                </a:lnTo>
                <a:lnTo>
                  <a:pt x="2231" y="2111"/>
                </a:lnTo>
                <a:lnTo>
                  <a:pt x="2230" y="2111"/>
                </a:lnTo>
                <a:lnTo>
                  <a:pt x="2229" y="2111"/>
                </a:lnTo>
                <a:lnTo>
                  <a:pt x="2227" y="2111"/>
                </a:lnTo>
                <a:lnTo>
                  <a:pt x="2226" y="2111"/>
                </a:lnTo>
                <a:lnTo>
                  <a:pt x="2225" y="2112"/>
                </a:lnTo>
                <a:lnTo>
                  <a:pt x="2224" y="2112"/>
                </a:lnTo>
                <a:lnTo>
                  <a:pt x="2223" y="2112"/>
                </a:lnTo>
                <a:lnTo>
                  <a:pt x="2222" y="2112"/>
                </a:lnTo>
                <a:lnTo>
                  <a:pt x="2221" y="2112"/>
                </a:lnTo>
                <a:lnTo>
                  <a:pt x="2221" y="2113"/>
                </a:lnTo>
                <a:lnTo>
                  <a:pt x="2220" y="2113"/>
                </a:lnTo>
                <a:lnTo>
                  <a:pt x="2219" y="2113"/>
                </a:lnTo>
                <a:lnTo>
                  <a:pt x="2218" y="2113"/>
                </a:lnTo>
                <a:lnTo>
                  <a:pt x="2218" y="2114"/>
                </a:lnTo>
                <a:lnTo>
                  <a:pt x="2217" y="2114"/>
                </a:lnTo>
                <a:lnTo>
                  <a:pt x="2216" y="2114"/>
                </a:lnTo>
                <a:lnTo>
                  <a:pt x="2215" y="2114"/>
                </a:lnTo>
                <a:lnTo>
                  <a:pt x="2214" y="2114"/>
                </a:lnTo>
                <a:lnTo>
                  <a:pt x="2213" y="2114"/>
                </a:lnTo>
                <a:lnTo>
                  <a:pt x="2212" y="2115"/>
                </a:lnTo>
                <a:lnTo>
                  <a:pt x="2211" y="2115"/>
                </a:lnTo>
                <a:lnTo>
                  <a:pt x="2210" y="2115"/>
                </a:lnTo>
                <a:lnTo>
                  <a:pt x="2209" y="2115"/>
                </a:lnTo>
                <a:lnTo>
                  <a:pt x="2208" y="2115"/>
                </a:lnTo>
                <a:lnTo>
                  <a:pt x="2207" y="2115"/>
                </a:lnTo>
                <a:lnTo>
                  <a:pt x="2207" y="2116"/>
                </a:lnTo>
                <a:lnTo>
                  <a:pt x="2206" y="2116"/>
                </a:lnTo>
                <a:lnTo>
                  <a:pt x="2205" y="2116"/>
                </a:lnTo>
                <a:lnTo>
                  <a:pt x="2204" y="2116"/>
                </a:lnTo>
                <a:lnTo>
                  <a:pt x="2203" y="2116"/>
                </a:lnTo>
                <a:lnTo>
                  <a:pt x="2201" y="2116"/>
                </a:lnTo>
                <a:lnTo>
                  <a:pt x="2200" y="2116"/>
                </a:lnTo>
                <a:lnTo>
                  <a:pt x="2198" y="2116"/>
                </a:lnTo>
                <a:lnTo>
                  <a:pt x="2197" y="2116"/>
                </a:lnTo>
                <a:lnTo>
                  <a:pt x="2195" y="2116"/>
                </a:lnTo>
                <a:lnTo>
                  <a:pt x="2194" y="2116"/>
                </a:lnTo>
                <a:lnTo>
                  <a:pt x="2192" y="2116"/>
                </a:lnTo>
                <a:lnTo>
                  <a:pt x="2192" y="2117"/>
                </a:lnTo>
                <a:lnTo>
                  <a:pt x="2191" y="2117"/>
                </a:lnTo>
                <a:lnTo>
                  <a:pt x="2190" y="2117"/>
                </a:lnTo>
                <a:lnTo>
                  <a:pt x="2187" y="2117"/>
                </a:lnTo>
                <a:lnTo>
                  <a:pt x="2186" y="2117"/>
                </a:lnTo>
                <a:lnTo>
                  <a:pt x="2185" y="2117"/>
                </a:lnTo>
                <a:lnTo>
                  <a:pt x="2184" y="2117"/>
                </a:lnTo>
                <a:lnTo>
                  <a:pt x="2183" y="2117"/>
                </a:lnTo>
                <a:lnTo>
                  <a:pt x="2179" y="2117"/>
                </a:lnTo>
                <a:lnTo>
                  <a:pt x="2179" y="2118"/>
                </a:lnTo>
                <a:lnTo>
                  <a:pt x="2178" y="2118"/>
                </a:lnTo>
                <a:lnTo>
                  <a:pt x="2177" y="2118"/>
                </a:lnTo>
                <a:lnTo>
                  <a:pt x="2176" y="2118"/>
                </a:lnTo>
                <a:lnTo>
                  <a:pt x="2175" y="2118"/>
                </a:lnTo>
                <a:lnTo>
                  <a:pt x="2174" y="2118"/>
                </a:lnTo>
                <a:lnTo>
                  <a:pt x="2173" y="2118"/>
                </a:lnTo>
                <a:lnTo>
                  <a:pt x="2172" y="2118"/>
                </a:lnTo>
                <a:lnTo>
                  <a:pt x="2171" y="2118"/>
                </a:lnTo>
                <a:lnTo>
                  <a:pt x="2170" y="2118"/>
                </a:lnTo>
                <a:lnTo>
                  <a:pt x="2169" y="2119"/>
                </a:lnTo>
                <a:lnTo>
                  <a:pt x="2168" y="2119"/>
                </a:lnTo>
                <a:lnTo>
                  <a:pt x="2167" y="2119"/>
                </a:lnTo>
                <a:lnTo>
                  <a:pt x="2166" y="2120"/>
                </a:lnTo>
                <a:lnTo>
                  <a:pt x="2165" y="2120"/>
                </a:lnTo>
                <a:lnTo>
                  <a:pt x="2164" y="2120"/>
                </a:lnTo>
                <a:lnTo>
                  <a:pt x="2162" y="2120"/>
                </a:lnTo>
                <a:lnTo>
                  <a:pt x="2161" y="2120"/>
                </a:lnTo>
                <a:lnTo>
                  <a:pt x="2160" y="2120"/>
                </a:lnTo>
                <a:lnTo>
                  <a:pt x="2158" y="2120"/>
                </a:lnTo>
                <a:lnTo>
                  <a:pt x="2157" y="2121"/>
                </a:lnTo>
                <a:lnTo>
                  <a:pt x="2156" y="2121"/>
                </a:lnTo>
                <a:lnTo>
                  <a:pt x="2155" y="2121"/>
                </a:lnTo>
                <a:lnTo>
                  <a:pt x="2154" y="2121"/>
                </a:lnTo>
                <a:lnTo>
                  <a:pt x="2153" y="2121"/>
                </a:lnTo>
                <a:lnTo>
                  <a:pt x="2152" y="2121"/>
                </a:lnTo>
                <a:lnTo>
                  <a:pt x="2150" y="2120"/>
                </a:lnTo>
                <a:lnTo>
                  <a:pt x="2148" y="2120"/>
                </a:lnTo>
                <a:lnTo>
                  <a:pt x="2147" y="2120"/>
                </a:lnTo>
                <a:lnTo>
                  <a:pt x="2146" y="2120"/>
                </a:lnTo>
                <a:lnTo>
                  <a:pt x="2145" y="2120"/>
                </a:lnTo>
                <a:lnTo>
                  <a:pt x="2144" y="2120"/>
                </a:lnTo>
                <a:lnTo>
                  <a:pt x="2143" y="2119"/>
                </a:lnTo>
                <a:lnTo>
                  <a:pt x="2142" y="2119"/>
                </a:lnTo>
                <a:lnTo>
                  <a:pt x="2141" y="2119"/>
                </a:lnTo>
                <a:lnTo>
                  <a:pt x="2140" y="2119"/>
                </a:lnTo>
                <a:lnTo>
                  <a:pt x="2140" y="2118"/>
                </a:lnTo>
                <a:lnTo>
                  <a:pt x="2141" y="2118"/>
                </a:lnTo>
                <a:lnTo>
                  <a:pt x="2142" y="2117"/>
                </a:lnTo>
                <a:lnTo>
                  <a:pt x="2143" y="2117"/>
                </a:lnTo>
                <a:lnTo>
                  <a:pt x="2144" y="2116"/>
                </a:lnTo>
                <a:lnTo>
                  <a:pt x="2144" y="2115"/>
                </a:lnTo>
                <a:lnTo>
                  <a:pt x="2144" y="2114"/>
                </a:lnTo>
                <a:lnTo>
                  <a:pt x="2145" y="2113"/>
                </a:lnTo>
                <a:lnTo>
                  <a:pt x="2145" y="2112"/>
                </a:lnTo>
                <a:lnTo>
                  <a:pt x="2145" y="2111"/>
                </a:lnTo>
                <a:lnTo>
                  <a:pt x="2146" y="2111"/>
                </a:lnTo>
                <a:lnTo>
                  <a:pt x="2146" y="2110"/>
                </a:lnTo>
                <a:lnTo>
                  <a:pt x="2146" y="2109"/>
                </a:lnTo>
                <a:lnTo>
                  <a:pt x="2147" y="2108"/>
                </a:lnTo>
                <a:lnTo>
                  <a:pt x="2147" y="2107"/>
                </a:lnTo>
                <a:lnTo>
                  <a:pt x="2147" y="2106"/>
                </a:lnTo>
                <a:lnTo>
                  <a:pt x="2147" y="2105"/>
                </a:lnTo>
                <a:lnTo>
                  <a:pt x="2147" y="2104"/>
                </a:lnTo>
                <a:lnTo>
                  <a:pt x="2148" y="2103"/>
                </a:lnTo>
                <a:lnTo>
                  <a:pt x="2148" y="2102"/>
                </a:lnTo>
                <a:lnTo>
                  <a:pt x="2148" y="2100"/>
                </a:lnTo>
                <a:lnTo>
                  <a:pt x="2149" y="2100"/>
                </a:lnTo>
                <a:lnTo>
                  <a:pt x="2149" y="2099"/>
                </a:lnTo>
                <a:lnTo>
                  <a:pt x="2149" y="2098"/>
                </a:lnTo>
                <a:lnTo>
                  <a:pt x="2150" y="2098"/>
                </a:lnTo>
                <a:lnTo>
                  <a:pt x="2150" y="2097"/>
                </a:lnTo>
                <a:lnTo>
                  <a:pt x="2149" y="2096"/>
                </a:lnTo>
                <a:lnTo>
                  <a:pt x="2149" y="2095"/>
                </a:lnTo>
                <a:lnTo>
                  <a:pt x="2147" y="2094"/>
                </a:lnTo>
                <a:lnTo>
                  <a:pt x="2147" y="2093"/>
                </a:lnTo>
                <a:lnTo>
                  <a:pt x="2147" y="2092"/>
                </a:lnTo>
                <a:lnTo>
                  <a:pt x="2147" y="2091"/>
                </a:lnTo>
                <a:lnTo>
                  <a:pt x="2147" y="2090"/>
                </a:lnTo>
                <a:lnTo>
                  <a:pt x="2147" y="2089"/>
                </a:lnTo>
                <a:lnTo>
                  <a:pt x="2147" y="2088"/>
                </a:lnTo>
                <a:lnTo>
                  <a:pt x="2146" y="2088"/>
                </a:lnTo>
                <a:lnTo>
                  <a:pt x="2146" y="2087"/>
                </a:lnTo>
                <a:lnTo>
                  <a:pt x="2145" y="2087"/>
                </a:lnTo>
                <a:lnTo>
                  <a:pt x="2145" y="2086"/>
                </a:lnTo>
                <a:lnTo>
                  <a:pt x="2144" y="2086"/>
                </a:lnTo>
                <a:lnTo>
                  <a:pt x="2143" y="2086"/>
                </a:lnTo>
                <a:lnTo>
                  <a:pt x="2143" y="2085"/>
                </a:lnTo>
                <a:lnTo>
                  <a:pt x="2143" y="2084"/>
                </a:lnTo>
                <a:lnTo>
                  <a:pt x="2143" y="2083"/>
                </a:lnTo>
                <a:lnTo>
                  <a:pt x="2144" y="2083"/>
                </a:lnTo>
                <a:lnTo>
                  <a:pt x="2144" y="2082"/>
                </a:lnTo>
                <a:lnTo>
                  <a:pt x="2144" y="2081"/>
                </a:lnTo>
                <a:lnTo>
                  <a:pt x="2143" y="2080"/>
                </a:lnTo>
                <a:lnTo>
                  <a:pt x="2142" y="2080"/>
                </a:lnTo>
                <a:lnTo>
                  <a:pt x="2142" y="2079"/>
                </a:lnTo>
                <a:lnTo>
                  <a:pt x="2141" y="2079"/>
                </a:lnTo>
                <a:lnTo>
                  <a:pt x="2140" y="2078"/>
                </a:lnTo>
                <a:lnTo>
                  <a:pt x="2139" y="2078"/>
                </a:lnTo>
                <a:lnTo>
                  <a:pt x="2138" y="2078"/>
                </a:lnTo>
                <a:lnTo>
                  <a:pt x="2138" y="2077"/>
                </a:lnTo>
                <a:lnTo>
                  <a:pt x="2138" y="2076"/>
                </a:lnTo>
                <a:lnTo>
                  <a:pt x="2137" y="2076"/>
                </a:lnTo>
                <a:lnTo>
                  <a:pt x="2137" y="2075"/>
                </a:lnTo>
                <a:lnTo>
                  <a:pt x="2137" y="2074"/>
                </a:lnTo>
                <a:lnTo>
                  <a:pt x="2137" y="2073"/>
                </a:lnTo>
                <a:lnTo>
                  <a:pt x="2136" y="2072"/>
                </a:lnTo>
                <a:lnTo>
                  <a:pt x="2136" y="2071"/>
                </a:lnTo>
                <a:lnTo>
                  <a:pt x="2137" y="2070"/>
                </a:lnTo>
                <a:lnTo>
                  <a:pt x="2137" y="2069"/>
                </a:lnTo>
                <a:lnTo>
                  <a:pt x="2136" y="2069"/>
                </a:lnTo>
                <a:lnTo>
                  <a:pt x="2136" y="2068"/>
                </a:lnTo>
                <a:lnTo>
                  <a:pt x="2137" y="2068"/>
                </a:lnTo>
                <a:lnTo>
                  <a:pt x="2136" y="2067"/>
                </a:lnTo>
                <a:lnTo>
                  <a:pt x="2136" y="2066"/>
                </a:lnTo>
                <a:lnTo>
                  <a:pt x="2136" y="2065"/>
                </a:lnTo>
                <a:lnTo>
                  <a:pt x="2136" y="2064"/>
                </a:lnTo>
                <a:lnTo>
                  <a:pt x="2137" y="2064"/>
                </a:lnTo>
                <a:lnTo>
                  <a:pt x="2137" y="2063"/>
                </a:lnTo>
                <a:lnTo>
                  <a:pt x="2138" y="2063"/>
                </a:lnTo>
                <a:lnTo>
                  <a:pt x="2138" y="2062"/>
                </a:lnTo>
                <a:lnTo>
                  <a:pt x="2139" y="2061"/>
                </a:lnTo>
                <a:lnTo>
                  <a:pt x="2139" y="2060"/>
                </a:lnTo>
                <a:lnTo>
                  <a:pt x="2139" y="2059"/>
                </a:lnTo>
                <a:lnTo>
                  <a:pt x="2138" y="2058"/>
                </a:lnTo>
                <a:lnTo>
                  <a:pt x="2139" y="2058"/>
                </a:lnTo>
                <a:lnTo>
                  <a:pt x="2139" y="2057"/>
                </a:lnTo>
                <a:lnTo>
                  <a:pt x="2139" y="2056"/>
                </a:lnTo>
                <a:lnTo>
                  <a:pt x="2138" y="2056"/>
                </a:lnTo>
                <a:lnTo>
                  <a:pt x="2138" y="2055"/>
                </a:lnTo>
                <a:lnTo>
                  <a:pt x="2138" y="2054"/>
                </a:lnTo>
                <a:lnTo>
                  <a:pt x="2138" y="2053"/>
                </a:lnTo>
                <a:lnTo>
                  <a:pt x="2139" y="2053"/>
                </a:lnTo>
                <a:lnTo>
                  <a:pt x="2140" y="2052"/>
                </a:lnTo>
                <a:lnTo>
                  <a:pt x="2140" y="2051"/>
                </a:lnTo>
                <a:lnTo>
                  <a:pt x="2141" y="2051"/>
                </a:lnTo>
                <a:lnTo>
                  <a:pt x="2142" y="2051"/>
                </a:lnTo>
                <a:lnTo>
                  <a:pt x="2143" y="2051"/>
                </a:lnTo>
                <a:lnTo>
                  <a:pt x="2144" y="2050"/>
                </a:lnTo>
                <a:lnTo>
                  <a:pt x="2145" y="2050"/>
                </a:lnTo>
                <a:lnTo>
                  <a:pt x="2145" y="2049"/>
                </a:lnTo>
                <a:lnTo>
                  <a:pt x="2145" y="2048"/>
                </a:lnTo>
                <a:lnTo>
                  <a:pt x="2145" y="2047"/>
                </a:lnTo>
                <a:lnTo>
                  <a:pt x="2146" y="2046"/>
                </a:lnTo>
                <a:lnTo>
                  <a:pt x="2146" y="2045"/>
                </a:lnTo>
                <a:lnTo>
                  <a:pt x="2147" y="2045"/>
                </a:lnTo>
                <a:lnTo>
                  <a:pt x="2147" y="2044"/>
                </a:lnTo>
                <a:lnTo>
                  <a:pt x="2148" y="2042"/>
                </a:lnTo>
                <a:lnTo>
                  <a:pt x="2148" y="2041"/>
                </a:lnTo>
                <a:lnTo>
                  <a:pt x="2147" y="2040"/>
                </a:lnTo>
                <a:lnTo>
                  <a:pt x="2147" y="2039"/>
                </a:lnTo>
                <a:lnTo>
                  <a:pt x="2146" y="2039"/>
                </a:lnTo>
                <a:lnTo>
                  <a:pt x="2146" y="2038"/>
                </a:lnTo>
                <a:lnTo>
                  <a:pt x="2145" y="2037"/>
                </a:lnTo>
                <a:lnTo>
                  <a:pt x="2145" y="2038"/>
                </a:lnTo>
                <a:lnTo>
                  <a:pt x="2144" y="2037"/>
                </a:lnTo>
                <a:lnTo>
                  <a:pt x="2142" y="2037"/>
                </a:lnTo>
                <a:lnTo>
                  <a:pt x="2142" y="2036"/>
                </a:lnTo>
                <a:lnTo>
                  <a:pt x="2143" y="2036"/>
                </a:lnTo>
                <a:lnTo>
                  <a:pt x="2143" y="2035"/>
                </a:lnTo>
                <a:lnTo>
                  <a:pt x="2144" y="2035"/>
                </a:lnTo>
                <a:lnTo>
                  <a:pt x="2144" y="2034"/>
                </a:lnTo>
                <a:lnTo>
                  <a:pt x="2146" y="2034"/>
                </a:lnTo>
                <a:lnTo>
                  <a:pt x="2147" y="2034"/>
                </a:lnTo>
                <a:lnTo>
                  <a:pt x="2147" y="2033"/>
                </a:lnTo>
                <a:lnTo>
                  <a:pt x="2148" y="2033"/>
                </a:lnTo>
                <a:lnTo>
                  <a:pt x="2149" y="2033"/>
                </a:lnTo>
                <a:lnTo>
                  <a:pt x="2150" y="2033"/>
                </a:lnTo>
                <a:lnTo>
                  <a:pt x="2150" y="2034"/>
                </a:lnTo>
                <a:lnTo>
                  <a:pt x="2151" y="2034"/>
                </a:lnTo>
                <a:lnTo>
                  <a:pt x="2151" y="2035"/>
                </a:lnTo>
                <a:lnTo>
                  <a:pt x="2152" y="2035"/>
                </a:lnTo>
                <a:lnTo>
                  <a:pt x="2153" y="2035"/>
                </a:lnTo>
                <a:lnTo>
                  <a:pt x="2154" y="2035"/>
                </a:lnTo>
                <a:lnTo>
                  <a:pt x="2155" y="2035"/>
                </a:lnTo>
                <a:lnTo>
                  <a:pt x="2156" y="2035"/>
                </a:lnTo>
                <a:lnTo>
                  <a:pt x="2157" y="2035"/>
                </a:lnTo>
                <a:lnTo>
                  <a:pt x="2158" y="2034"/>
                </a:lnTo>
                <a:lnTo>
                  <a:pt x="2158" y="2033"/>
                </a:lnTo>
                <a:lnTo>
                  <a:pt x="2158" y="2032"/>
                </a:lnTo>
                <a:lnTo>
                  <a:pt x="2158" y="2031"/>
                </a:lnTo>
                <a:lnTo>
                  <a:pt x="2157" y="2031"/>
                </a:lnTo>
                <a:lnTo>
                  <a:pt x="2157" y="2030"/>
                </a:lnTo>
                <a:lnTo>
                  <a:pt x="2157" y="2029"/>
                </a:lnTo>
                <a:lnTo>
                  <a:pt x="2157" y="2028"/>
                </a:lnTo>
                <a:lnTo>
                  <a:pt x="2156" y="2026"/>
                </a:lnTo>
                <a:lnTo>
                  <a:pt x="2156" y="2025"/>
                </a:lnTo>
                <a:lnTo>
                  <a:pt x="2155" y="2024"/>
                </a:lnTo>
                <a:lnTo>
                  <a:pt x="2155" y="2023"/>
                </a:lnTo>
                <a:lnTo>
                  <a:pt x="2155" y="2022"/>
                </a:lnTo>
                <a:lnTo>
                  <a:pt x="2154" y="2022"/>
                </a:lnTo>
                <a:lnTo>
                  <a:pt x="2154" y="2021"/>
                </a:lnTo>
                <a:lnTo>
                  <a:pt x="2154" y="2020"/>
                </a:lnTo>
                <a:lnTo>
                  <a:pt x="2154" y="2019"/>
                </a:lnTo>
                <a:lnTo>
                  <a:pt x="2153" y="2018"/>
                </a:lnTo>
                <a:lnTo>
                  <a:pt x="2153" y="2017"/>
                </a:lnTo>
                <a:lnTo>
                  <a:pt x="2152" y="2016"/>
                </a:lnTo>
                <a:lnTo>
                  <a:pt x="2152" y="2015"/>
                </a:lnTo>
                <a:lnTo>
                  <a:pt x="2152" y="2014"/>
                </a:lnTo>
                <a:lnTo>
                  <a:pt x="2152" y="2013"/>
                </a:lnTo>
                <a:lnTo>
                  <a:pt x="2151" y="2013"/>
                </a:lnTo>
                <a:lnTo>
                  <a:pt x="2151" y="2012"/>
                </a:lnTo>
                <a:lnTo>
                  <a:pt x="2151" y="2011"/>
                </a:lnTo>
                <a:lnTo>
                  <a:pt x="2150" y="2009"/>
                </a:lnTo>
                <a:lnTo>
                  <a:pt x="2150" y="2008"/>
                </a:lnTo>
                <a:lnTo>
                  <a:pt x="2150" y="2007"/>
                </a:lnTo>
                <a:lnTo>
                  <a:pt x="2149" y="2007"/>
                </a:lnTo>
                <a:lnTo>
                  <a:pt x="2149" y="2006"/>
                </a:lnTo>
                <a:lnTo>
                  <a:pt x="2149" y="2005"/>
                </a:lnTo>
                <a:lnTo>
                  <a:pt x="2148" y="2001"/>
                </a:lnTo>
                <a:lnTo>
                  <a:pt x="2147" y="2001"/>
                </a:lnTo>
                <a:lnTo>
                  <a:pt x="2147" y="2000"/>
                </a:lnTo>
                <a:lnTo>
                  <a:pt x="2147" y="1999"/>
                </a:lnTo>
                <a:lnTo>
                  <a:pt x="2146" y="1999"/>
                </a:lnTo>
                <a:lnTo>
                  <a:pt x="2145" y="1999"/>
                </a:lnTo>
                <a:lnTo>
                  <a:pt x="2144" y="1998"/>
                </a:lnTo>
                <a:lnTo>
                  <a:pt x="2144" y="1997"/>
                </a:lnTo>
                <a:lnTo>
                  <a:pt x="2144" y="1996"/>
                </a:lnTo>
                <a:lnTo>
                  <a:pt x="2144" y="1995"/>
                </a:lnTo>
                <a:lnTo>
                  <a:pt x="2144" y="1994"/>
                </a:lnTo>
                <a:lnTo>
                  <a:pt x="2144" y="1993"/>
                </a:lnTo>
                <a:lnTo>
                  <a:pt x="2144" y="1992"/>
                </a:lnTo>
                <a:lnTo>
                  <a:pt x="2144" y="1991"/>
                </a:lnTo>
                <a:lnTo>
                  <a:pt x="2144" y="1990"/>
                </a:lnTo>
                <a:lnTo>
                  <a:pt x="2143" y="1990"/>
                </a:lnTo>
                <a:lnTo>
                  <a:pt x="2142" y="1991"/>
                </a:lnTo>
                <a:lnTo>
                  <a:pt x="2141" y="1991"/>
                </a:lnTo>
                <a:lnTo>
                  <a:pt x="2141" y="1992"/>
                </a:lnTo>
                <a:lnTo>
                  <a:pt x="2140" y="1993"/>
                </a:lnTo>
                <a:lnTo>
                  <a:pt x="2139" y="1993"/>
                </a:lnTo>
                <a:lnTo>
                  <a:pt x="2138" y="1994"/>
                </a:lnTo>
                <a:lnTo>
                  <a:pt x="2137" y="1994"/>
                </a:lnTo>
                <a:lnTo>
                  <a:pt x="2134" y="1996"/>
                </a:lnTo>
                <a:lnTo>
                  <a:pt x="2132" y="1996"/>
                </a:lnTo>
                <a:lnTo>
                  <a:pt x="2130" y="1996"/>
                </a:lnTo>
                <a:lnTo>
                  <a:pt x="2128" y="1996"/>
                </a:lnTo>
                <a:lnTo>
                  <a:pt x="2127" y="1996"/>
                </a:lnTo>
                <a:lnTo>
                  <a:pt x="2124" y="1994"/>
                </a:lnTo>
                <a:lnTo>
                  <a:pt x="2123" y="1994"/>
                </a:lnTo>
                <a:lnTo>
                  <a:pt x="2122" y="1994"/>
                </a:lnTo>
                <a:lnTo>
                  <a:pt x="2120" y="1995"/>
                </a:lnTo>
                <a:lnTo>
                  <a:pt x="2119" y="1996"/>
                </a:lnTo>
                <a:lnTo>
                  <a:pt x="2116" y="1996"/>
                </a:lnTo>
                <a:lnTo>
                  <a:pt x="2113" y="1996"/>
                </a:lnTo>
                <a:lnTo>
                  <a:pt x="2112" y="1996"/>
                </a:lnTo>
                <a:lnTo>
                  <a:pt x="2110" y="1996"/>
                </a:lnTo>
                <a:lnTo>
                  <a:pt x="2108" y="1997"/>
                </a:lnTo>
                <a:lnTo>
                  <a:pt x="2107" y="1997"/>
                </a:lnTo>
                <a:lnTo>
                  <a:pt x="2107" y="1998"/>
                </a:lnTo>
                <a:lnTo>
                  <a:pt x="2106" y="1998"/>
                </a:lnTo>
                <a:lnTo>
                  <a:pt x="2105" y="1999"/>
                </a:lnTo>
                <a:lnTo>
                  <a:pt x="2104" y="1999"/>
                </a:lnTo>
                <a:lnTo>
                  <a:pt x="2103" y="1999"/>
                </a:lnTo>
                <a:lnTo>
                  <a:pt x="2102" y="1998"/>
                </a:lnTo>
                <a:lnTo>
                  <a:pt x="2101" y="1997"/>
                </a:lnTo>
                <a:lnTo>
                  <a:pt x="2099" y="1997"/>
                </a:lnTo>
                <a:lnTo>
                  <a:pt x="2098" y="1997"/>
                </a:lnTo>
                <a:lnTo>
                  <a:pt x="2099" y="1997"/>
                </a:lnTo>
                <a:lnTo>
                  <a:pt x="2099" y="1996"/>
                </a:lnTo>
                <a:lnTo>
                  <a:pt x="2100" y="1996"/>
                </a:lnTo>
                <a:lnTo>
                  <a:pt x="2102" y="1994"/>
                </a:lnTo>
                <a:lnTo>
                  <a:pt x="2103" y="1993"/>
                </a:lnTo>
                <a:lnTo>
                  <a:pt x="2101" y="1992"/>
                </a:lnTo>
                <a:lnTo>
                  <a:pt x="2099" y="1990"/>
                </a:lnTo>
                <a:lnTo>
                  <a:pt x="2097" y="1990"/>
                </a:lnTo>
                <a:lnTo>
                  <a:pt x="2096" y="1988"/>
                </a:lnTo>
                <a:lnTo>
                  <a:pt x="2095" y="1987"/>
                </a:lnTo>
                <a:lnTo>
                  <a:pt x="2093" y="1985"/>
                </a:lnTo>
                <a:lnTo>
                  <a:pt x="2092" y="1984"/>
                </a:lnTo>
                <a:lnTo>
                  <a:pt x="2091" y="1984"/>
                </a:lnTo>
                <a:lnTo>
                  <a:pt x="2090" y="1984"/>
                </a:lnTo>
                <a:lnTo>
                  <a:pt x="2089" y="1984"/>
                </a:lnTo>
                <a:lnTo>
                  <a:pt x="2087" y="1984"/>
                </a:lnTo>
                <a:lnTo>
                  <a:pt x="2086" y="1984"/>
                </a:lnTo>
                <a:lnTo>
                  <a:pt x="2085" y="1983"/>
                </a:lnTo>
                <a:lnTo>
                  <a:pt x="2084" y="1982"/>
                </a:lnTo>
                <a:lnTo>
                  <a:pt x="2083" y="1981"/>
                </a:lnTo>
                <a:lnTo>
                  <a:pt x="2082" y="1981"/>
                </a:lnTo>
                <a:lnTo>
                  <a:pt x="2081" y="1979"/>
                </a:lnTo>
                <a:lnTo>
                  <a:pt x="2081" y="1978"/>
                </a:lnTo>
                <a:lnTo>
                  <a:pt x="2080" y="1976"/>
                </a:lnTo>
                <a:lnTo>
                  <a:pt x="2079" y="1975"/>
                </a:lnTo>
                <a:lnTo>
                  <a:pt x="2077" y="1975"/>
                </a:lnTo>
                <a:lnTo>
                  <a:pt x="2076" y="1974"/>
                </a:lnTo>
                <a:lnTo>
                  <a:pt x="2075" y="1974"/>
                </a:lnTo>
                <a:lnTo>
                  <a:pt x="2074" y="1972"/>
                </a:lnTo>
                <a:lnTo>
                  <a:pt x="2074" y="1971"/>
                </a:lnTo>
                <a:lnTo>
                  <a:pt x="2074" y="1970"/>
                </a:lnTo>
                <a:lnTo>
                  <a:pt x="2074" y="1969"/>
                </a:lnTo>
                <a:lnTo>
                  <a:pt x="2073" y="1968"/>
                </a:lnTo>
                <a:lnTo>
                  <a:pt x="2071" y="1969"/>
                </a:lnTo>
                <a:lnTo>
                  <a:pt x="2070" y="1968"/>
                </a:lnTo>
                <a:lnTo>
                  <a:pt x="2070" y="1967"/>
                </a:lnTo>
                <a:lnTo>
                  <a:pt x="2070" y="1966"/>
                </a:lnTo>
                <a:lnTo>
                  <a:pt x="2069" y="1966"/>
                </a:lnTo>
                <a:lnTo>
                  <a:pt x="2069" y="1965"/>
                </a:lnTo>
                <a:lnTo>
                  <a:pt x="2069" y="1964"/>
                </a:lnTo>
                <a:lnTo>
                  <a:pt x="2069" y="1963"/>
                </a:lnTo>
                <a:lnTo>
                  <a:pt x="2068" y="1962"/>
                </a:lnTo>
                <a:lnTo>
                  <a:pt x="2067" y="1961"/>
                </a:lnTo>
                <a:lnTo>
                  <a:pt x="2067" y="1960"/>
                </a:lnTo>
                <a:lnTo>
                  <a:pt x="2066" y="1959"/>
                </a:lnTo>
                <a:lnTo>
                  <a:pt x="2067" y="1958"/>
                </a:lnTo>
                <a:lnTo>
                  <a:pt x="2068" y="1956"/>
                </a:lnTo>
                <a:lnTo>
                  <a:pt x="2069" y="1956"/>
                </a:lnTo>
                <a:lnTo>
                  <a:pt x="2070" y="1956"/>
                </a:lnTo>
                <a:lnTo>
                  <a:pt x="2070" y="1955"/>
                </a:lnTo>
                <a:lnTo>
                  <a:pt x="2070" y="1954"/>
                </a:lnTo>
                <a:lnTo>
                  <a:pt x="2069" y="1953"/>
                </a:lnTo>
                <a:lnTo>
                  <a:pt x="2069" y="1952"/>
                </a:lnTo>
                <a:lnTo>
                  <a:pt x="2068" y="1951"/>
                </a:lnTo>
                <a:lnTo>
                  <a:pt x="2067" y="1951"/>
                </a:lnTo>
                <a:lnTo>
                  <a:pt x="2067" y="1950"/>
                </a:lnTo>
                <a:lnTo>
                  <a:pt x="2067" y="1949"/>
                </a:lnTo>
                <a:lnTo>
                  <a:pt x="2068" y="1948"/>
                </a:lnTo>
                <a:lnTo>
                  <a:pt x="2068" y="1947"/>
                </a:lnTo>
                <a:lnTo>
                  <a:pt x="2069" y="1946"/>
                </a:lnTo>
                <a:lnTo>
                  <a:pt x="2069" y="1945"/>
                </a:lnTo>
                <a:lnTo>
                  <a:pt x="2070" y="1944"/>
                </a:lnTo>
                <a:lnTo>
                  <a:pt x="2071" y="1943"/>
                </a:lnTo>
                <a:lnTo>
                  <a:pt x="2072" y="1943"/>
                </a:lnTo>
                <a:lnTo>
                  <a:pt x="2072" y="1942"/>
                </a:lnTo>
                <a:lnTo>
                  <a:pt x="2073" y="1942"/>
                </a:lnTo>
                <a:lnTo>
                  <a:pt x="2074" y="1942"/>
                </a:lnTo>
                <a:lnTo>
                  <a:pt x="2074" y="1941"/>
                </a:lnTo>
                <a:lnTo>
                  <a:pt x="2074" y="1940"/>
                </a:lnTo>
                <a:lnTo>
                  <a:pt x="2075" y="1940"/>
                </a:lnTo>
                <a:lnTo>
                  <a:pt x="2075" y="1939"/>
                </a:lnTo>
                <a:lnTo>
                  <a:pt x="2076" y="1939"/>
                </a:lnTo>
                <a:lnTo>
                  <a:pt x="2077" y="1938"/>
                </a:lnTo>
                <a:lnTo>
                  <a:pt x="2078" y="1938"/>
                </a:lnTo>
                <a:lnTo>
                  <a:pt x="2079" y="1938"/>
                </a:lnTo>
                <a:lnTo>
                  <a:pt x="2079" y="1937"/>
                </a:lnTo>
                <a:lnTo>
                  <a:pt x="2080" y="1937"/>
                </a:lnTo>
                <a:lnTo>
                  <a:pt x="2081" y="1936"/>
                </a:lnTo>
                <a:lnTo>
                  <a:pt x="2081" y="1935"/>
                </a:lnTo>
                <a:lnTo>
                  <a:pt x="2081" y="1934"/>
                </a:lnTo>
                <a:lnTo>
                  <a:pt x="2081" y="1933"/>
                </a:lnTo>
                <a:lnTo>
                  <a:pt x="2082" y="1933"/>
                </a:lnTo>
                <a:lnTo>
                  <a:pt x="2082" y="1932"/>
                </a:lnTo>
                <a:lnTo>
                  <a:pt x="2083" y="1931"/>
                </a:lnTo>
                <a:lnTo>
                  <a:pt x="2083" y="1930"/>
                </a:lnTo>
                <a:lnTo>
                  <a:pt x="2084" y="1929"/>
                </a:lnTo>
                <a:lnTo>
                  <a:pt x="2083" y="1928"/>
                </a:lnTo>
                <a:lnTo>
                  <a:pt x="2083" y="1927"/>
                </a:lnTo>
                <a:lnTo>
                  <a:pt x="2084" y="1927"/>
                </a:lnTo>
                <a:lnTo>
                  <a:pt x="2084" y="1926"/>
                </a:lnTo>
                <a:lnTo>
                  <a:pt x="2085" y="1926"/>
                </a:lnTo>
                <a:lnTo>
                  <a:pt x="2085" y="1925"/>
                </a:lnTo>
                <a:lnTo>
                  <a:pt x="2085" y="1924"/>
                </a:lnTo>
                <a:lnTo>
                  <a:pt x="2085" y="1923"/>
                </a:lnTo>
                <a:lnTo>
                  <a:pt x="2086" y="1923"/>
                </a:lnTo>
                <a:lnTo>
                  <a:pt x="2085" y="1922"/>
                </a:lnTo>
                <a:lnTo>
                  <a:pt x="2085" y="1921"/>
                </a:lnTo>
                <a:lnTo>
                  <a:pt x="2085" y="1920"/>
                </a:lnTo>
                <a:lnTo>
                  <a:pt x="2085" y="1919"/>
                </a:lnTo>
                <a:lnTo>
                  <a:pt x="2085" y="1918"/>
                </a:lnTo>
                <a:lnTo>
                  <a:pt x="2085" y="1917"/>
                </a:lnTo>
                <a:lnTo>
                  <a:pt x="2085" y="1916"/>
                </a:lnTo>
                <a:lnTo>
                  <a:pt x="2085" y="1915"/>
                </a:lnTo>
                <a:lnTo>
                  <a:pt x="2084" y="1915"/>
                </a:lnTo>
                <a:lnTo>
                  <a:pt x="2084" y="1914"/>
                </a:lnTo>
                <a:lnTo>
                  <a:pt x="2083" y="1914"/>
                </a:lnTo>
                <a:lnTo>
                  <a:pt x="2083" y="1913"/>
                </a:lnTo>
                <a:lnTo>
                  <a:pt x="2082" y="1913"/>
                </a:lnTo>
                <a:lnTo>
                  <a:pt x="2082" y="1912"/>
                </a:lnTo>
                <a:lnTo>
                  <a:pt x="2082" y="1911"/>
                </a:lnTo>
                <a:lnTo>
                  <a:pt x="2081" y="1911"/>
                </a:lnTo>
                <a:lnTo>
                  <a:pt x="2080" y="1911"/>
                </a:lnTo>
                <a:lnTo>
                  <a:pt x="2079" y="1911"/>
                </a:lnTo>
                <a:lnTo>
                  <a:pt x="2079" y="1912"/>
                </a:lnTo>
                <a:lnTo>
                  <a:pt x="2078" y="1912"/>
                </a:lnTo>
                <a:lnTo>
                  <a:pt x="2078" y="1911"/>
                </a:lnTo>
                <a:lnTo>
                  <a:pt x="2077" y="1911"/>
                </a:lnTo>
                <a:lnTo>
                  <a:pt x="2077" y="1912"/>
                </a:lnTo>
                <a:lnTo>
                  <a:pt x="2076" y="1912"/>
                </a:lnTo>
                <a:lnTo>
                  <a:pt x="2075" y="1913"/>
                </a:lnTo>
                <a:lnTo>
                  <a:pt x="2075" y="1912"/>
                </a:lnTo>
                <a:lnTo>
                  <a:pt x="2074" y="1912"/>
                </a:lnTo>
                <a:lnTo>
                  <a:pt x="2074" y="1911"/>
                </a:lnTo>
                <a:lnTo>
                  <a:pt x="2073" y="1911"/>
                </a:lnTo>
                <a:lnTo>
                  <a:pt x="2071" y="1911"/>
                </a:lnTo>
                <a:lnTo>
                  <a:pt x="2071" y="1910"/>
                </a:lnTo>
                <a:lnTo>
                  <a:pt x="2070" y="1910"/>
                </a:lnTo>
                <a:lnTo>
                  <a:pt x="2070" y="1909"/>
                </a:lnTo>
                <a:lnTo>
                  <a:pt x="2069" y="1909"/>
                </a:lnTo>
                <a:lnTo>
                  <a:pt x="2069" y="1908"/>
                </a:lnTo>
                <a:lnTo>
                  <a:pt x="2070" y="1907"/>
                </a:lnTo>
                <a:lnTo>
                  <a:pt x="2070" y="1906"/>
                </a:lnTo>
                <a:lnTo>
                  <a:pt x="2071" y="1906"/>
                </a:lnTo>
                <a:lnTo>
                  <a:pt x="2071" y="1905"/>
                </a:lnTo>
                <a:lnTo>
                  <a:pt x="2072" y="1905"/>
                </a:lnTo>
                <a:lnTo>
                  <a:pt x="2072" y="1904"/>
                </a:lnTo>
                <a:lnTo>
                  <a:pt x="2072" y="1903"/>
                </a:lnTo>
                <a:lnTo>
                  <a:pt x="2073" y="1903"/>
                </a:lnTo>
                <a:lnTo>
                  <a:pt x="2074" y="1903"/>
                </a:lnTo>
                <a:lnTo>
                  <a:pt x="2074" y="1902"/>
                </a:lnTo>
                <a:lnTo>
                  <a:pt x="2075" y="1902"/>
                </a:lnTo>
                <a:lnTo>
                  <a:pt x="2076" y="1902"/>
                </a:lnTo>
                <a:lnTo>
                  <a:pt x="2077" y="1902"/>
                </a:lnTo>
                <a:lnTo>
                  <a:pt x="2078" y="1902"/>
                </a:lnTo>
                <a:lnTo>
                  <a:pt x="2078" y="1903"/>
                </a:lnTo>
                <a:lnTo>
                  <a:pt x="2078" y="1904"/>
                </a:lnTo>
                <a:lnTo>
                  <a:pt x="2079" y="1904"/>
                </a:lnTo>
                <a:lnTo>
                  <a:pt x="2080" y="1903"/>
                </a:lnTo>
                <a:lnTo>
                  <a:pt x="2081" y="1902"/>
                </a:lnTo>
                <a:lnTo>
                  <a:pt x="2081" y="1903"/>
                </a:lnTo>
                <a:lnTo>
                  <a:pt x="2082" y="1903"/>
                </a:lnTo>
                <a:lnTo>
                  <a:pt x="2082" y="1904"/>
                </a:lnTo>
                <a:lnTo>
                  <a:pt x="2083" y="1903"/>
                </a:lnTo>
                <a:lnTo>
                  <a:pt x="2084" y="1902"/>
                </a:lnTo>
                <a:lnTo>
                  <a:pt x="2084" y="1901"/>
                </a:lnTo>
                <a:lnTo>
                  <a:pt x="2084" y="1900"/>
                </a:lnTo>
                <a:lnTo>
                  <a:pt x="2085" y="1899"/>
                </a:lnTo>
                <a:lnTo>
                  <a:pt x="2084" y="1899"/>
                </a:lnTo>
                <a:lnTo>
                  <a:pt x="2084" y="1898"/>
                </a:lnTo>
                <a:lnTo>
                  <a:pt x="2084" y="1897"/>
                </a:lnTo>
                <a:lnTo>
                  <a:pt x="2083" y="1897"/>
                </a:lnTo>
                <a:lnTo>
                  <a:pt x="2083" y="1896"/>
                </a:lnTo>
                <a:lnTo>
                  <a:pt x="2082" y="1896"/>
                </a:lnTo>
                <a:lnTo>
                  <a:pt x="2082" y="1895"/>
                </a:lnTo>
                <a:lnTo>
                  <a:pt x="2081" y="1895"/>
                </a:lnTo>
                <a:lnTo>
                  <a:pt x="2081" y="1894"/>
                </a:lnTo>
                <a:lnTo>
                  <a:pt x="2080" y="1894"/>
                </a:lnTo>
                <a:lnTo>
                  <a:pt x="2080" y="1893"/>
                </a:lnTo>
                <a:lnTo>
                  <a:pt x="2079" y="1893"/>
                </a:lnTo>
                <a:lnTo>
                  <a:pt x="2078" y="1893"/>
                </a:lnTo>
                <a:lnTo>
                  <a:pt x="2078" y="1894"/>
                </a:lnTo>
                <a:lnTo>
                  <a:pt x="2078" y="1893"/>
                </a:lnTo>
                <a:lnTo>
                  <a:pt x="2077" y="1893"/>
                </a:lnTo>
                <a:lnTo>
                  <a:pt x="2077" y="1894"/>
                </a:lnTo>
                <a:lnTo>
                  <a:pt x="2076" y="1894"/>
                </a:lnTo>
                <a:lnTo>
                  <a:pt x="2076" y="1895"/>
                </a:lnTo>
                <a:lnTo>
                  <a:pt x="2075" y="1895"/>
                </a:lnTo>
                <a:lnTo>
                  <a:pt x="2074" y="1894"/>
                </a:lnTo>
                <a:lnTo>
                  <a:pt x="2073" y="1894"/>
                </a:lnTo>
                <a:lnTo>
                  <a:pt x="2073" y="1892"/>
                </a:lnTo>
                <a:lnTo>
                  <a:pt x="2073" y="1891"/>
                </a:lnTo>
                <a:lnTo>
                  <a:pt x="2073" y="1890"/>
                </a:lnTo>
                <a:lnTo>
                  <a:pt x="2072" y="1890"/>
                </a:lnTo>
                <a:lnTo>
                  <a:pt x="2071" y="1890"/>
                </a:lnTo>
                <a:lnTo>
                  <a:pt x="2071" y="1889"/>
                </a:lnTo>
                <a:lnTo>
                  <a:pt x="2070" y="1889"/>
                </a:lnTo>
                <a:lnTo>
                  <a:pt x="2069" y="1889"/>
                </a:lnTo>
                <a:lnTo>
                  <a:pt x="2069" y="1888"/>
                </a:lnTo>
                <a:lnTo>
                  <a:pt x="2068" y="1887"/>
                </a:lnTo>
                <a:lnTo>
                  <a:pt x="2067" y="1887"/>
                </a:lnTo>
                <a:lnTo>
                  <a:pt x="2067" y="1886"/>
                </a:lnTo>
                <a:lnTo>
                  <a:pt x="2066" y="1886"/>
                </a:lnTo>
                <a:lnTo>
                  <a:pt x="2066" y="1885"/>
                </a:lnTo>
                <a:lnTo>
                  <a:pt x="2064" y="1885"/>
                </a:lnTo>
                <a:lnTo>
                  <a:pt x="2063" y="1884"/>
                </a:lnTo>
                <a:lnTo>
                  <a:pt x="2062" y="1884"/>
                </a:lnTo>
                <a:lnTo>
                  <a:pt x="2062" y="1883"/>
                </a:lnTo>
                <a:lnTo>
                  <a:pt x="2062" y="1882"/>
                </a:lnTo>
                <a:lnTo>
                  <a:pt x="2063" y="1882"/>
                </a:lnTo>
                <a:lnTo>
                  <a:pt x="2063" y="1881"/>
                </a:lnTo>
                <a:lnTo>
                  <a:pt x="2063" y="1880"/>
                </a:lnTo>
                <a:lnTo>
                  <a:pt x="2064" y="1879"/>
                </a:lnTo>
                <a:lnTo>
                  <a:pt x="2063" y="1878"/>
                </a:lnTo>
                <a:lnTo>
                  <a:pt x="2063" y="1877"/>
                </a:lnTo>
                <a:lnTo>
                  <a:pt x="2063" y="1876"/>
                </a:lnTo>
                <a:lnTo>
                  <a:pt x="2062" y="1876"/>
                </a:lnTo>
                <a:lnTo>
                  <a:pt x="2061" y="1876"/>
                </a:lnTo>
                <a:lnTo>
                  <a:pt x="2061" y="1875"/>
                </a:lnTo>
                <a:lnTo>
                  <a:pt x="2061" y="1874"/>
                </a:lnTo>
                <a:lnTo>
                  <a:pt x="2061" y="1873"/>
                </a:lnTo>
                <a:lnTo>
                  <a:pt x="2061" y="1872"/>
                </a:lnTo>
                <a:lnTo>
                  <a:pt x="2060" y="1872"/>
                </a:lnTo>
                <a:lnTo>
                  <a:pt x="2060" y="1871"/>
                </a:lnTo>
                <a:lnTo>
                  <a:pt x="2060" y="1870"/>
                </a:lnTo>
                <a:lnTo>
                  <a:pt x="2059" y="1870"/>
                </a:lnTo>
                <a:lnTo>
                  <a:pt x="2059" y="1869"/>
                </a:lnTo>
                <a:lnTo>
                  <a:pt x="2058" y="1869"/>
                </a:lnTo>
                <a:lnTo>
                  <a:pt x="2057" y="1869"/>
                </a:lnTo>
                <a:lnTo>
                  <a:pt x="2056" y="1869"/>
                </a:lnTo>
                <a:lnTo>
                  <a:pt x="2056" y="1870"/>
                </a:lnTo>
                <a:lnTo>
                  <a:pt x="2055" y="1870"/>
                </a:lnTo>
                <a:lnTo>
                  <a:pt x="2054" y="1869"/>
                </a:lnTo>
                <a:lnTo>
                  <a:pt x="2055" y="1868"/>
                </a:lnTo>
                <a:lnTo>
                  <a:pt x="2054" y="1868"/>
                </a:lnTo>
                <a:lnTo>
                  <a:pt x="2054" y="1867"/>
                </a:lnTo>
                <a:lnTo>
                  <a:pt x="2053" y="1867"/>
                </a:lnTo>
                <a:lnTo>
                  <a:pt x="2053" y="1866"/>
                </a:lnTo>
                <a:lnTo>
                  <a:pt x="2052" y="1866"/>
                </a:lnTo>
                <a:lnTo>
                  <a:pt x="2052" y="1867"/>
                </a:lnTo>
                <a:lnTo>
                  <a:pt x="2052" y="1866"/>
                </a:lnTo>
                <a:lnTo>
                  <a:pt x="2051" y="1866"/>
                </a:lnTo>
                <a:lnTo>
                  <a:pt x="2050" y="1866"/>
                </a:lnTo>
                <a:lnTo>
                  <a:pt x="2050" y="1865"/>
                </a:lnTo>
                <a:lnTo>
                  <a:pt x="2050" y="1864"/>
                </a:lnTo>
                <a:lnTo>
                  <a:pt x="2049" y="1864"/>
                </a:lnTo>
                <a:lnTo>
                  <a:pt x="2048" y="1863"/>
                </a:lnTo>
                <a:lnTo>
                  <a:pt x="2047" y="1863"/>
                </a:lnTo>
                <a:lnTo>
                  <a:pt x="2046" y="1863"/>
                </a:lnTo>
                <a:lnTo>
                  <a:pt x="2046" y="1862"/>
                </a:lnTo>
                <a:lnTo>
                  <a:pt x="2045" y="1862"/>
                </a:lnTo>
                <a:lnTo>
                  <a:pt x="2045" y="1861"/>
                </a:lnTo>
                <a:lnTo>
                  <a:pt x="2044" y="1861"/>
                </a:lnTo>
                <a:lnTo>
                  <a:pt x="2044" y="1860"/>
                </a:lnTo>
                <a:lnTo>
                  <a:pt x="2043" y="1859"/>
                </a:lnTo>
                <a:lnTo>
                  <a:pt x="2042" y="1859"/>
                </a:lnTo>
                <a:lnTo>
                  <a:pt x="2041" y="1859"/>
                </a:lnTo>
                <a:lnTo>
                  <a:pt x="2040" y="1859"/>
                </a:lnTo>
                <a:lnTo>
                  <a:pt x="2040" y="1858"/>
                </a:lnTo>
                <a:lnTo>
                  <a:pt x="2040" y="1857"/>
                </a:lnTo>
                <a:lnTo>
                  <a:pt x="2040" y="1856"/>
                </a:lnTo>
                <a:lnTo>
                  <a:pt x="2039" y="1855"/>
                </a:lnTo>
                <a:lnTo>
                  <a:pt x="2038" y="1855"/>
                </a:lnTo>
                <a:lnTo>
                  <a:pt x="2038" y="1856"/>
                </a:lnTo>
                <a:lnTo>
                  <a:pt x="2037" y="1856"/>
                </a:lnTo>
                <a:lnTo>
                  <a:pt x="2037" y="1855"/>
                </a:lnTo>
                <a:lnTo>
                  <a:pt x="2036" y="1855"/>
                </a:lnTo>
                <a:lnTo>
                  <a:pt x="2034" y="1855"/>
                </a:lnTo>
                <a:lnTo>
                  <a:pt x="2034" y="1856"/>
                </a:lnTo>
                <a:lnTo>
                  <a:pt x="2034" y="1857"/>
                </a:lnTo>
                <a:lnTo>
                  <a:pt x="2033" y="1857"/>
                </a:lnTo>
                <a:lnTo>
                  <a:pt x="2034" y="1858"/>
                </a:lnTo>
                <a:lnTo>
                  <a:pt x="2034" y="1859"/>
                </a:lnTo>
                <a:lnTo>
                  <a:pt x="2034" y="1860"/>
                </a:lnTo>
                <a:lnTo>
                  <a:pt x="2033" y="1860"/>
                </a:lnTo>
                <a:lnTo>
                  <a:pt x="2033" y="1861"/>
                </a:lnTo>
                <a:lnTo>
                  <a:pt x="2032" y="1861"/>
                </a:lnTo>
                <a:lnTo>
                  <a:pt x="2032" y="1862"/>
                </a:lnTo>
                <a:lnTo>
                  <a:pt x="2031" y="1862"/>
                </a:lnTo>
                <a:lnTo>
                  <a:pt x="2031" y="1861"/>
                </a:lnTo>
                <a:lnTo>
                  <a:pt x="2030" y="1861"/>
                </a:lnTo>
                <a:lnTo>
                  <a:pt x="2030" y="1862"/>
                </a:lnTo>
                <a:lnTo>
                  <a:pt x="2029" y="1862"/>
                </a:lnTo>
                <a:lnTo>
                  <a:pt x="2028" y="1863"/>
                </a:lnTo>
                <a:lnTo>
                  <a:pt x="2028" y="1864"/>
                </a:lnTo>
                <a:lnTo>
                  <a:pt x="2027" y="1864"/>
                </a:lnTo>
                <a:lnTo>
                  <a:pt x="2026" y="1865"/>
                </a:lnTo>
                <a:lnTo>
                  <a:pt x="2027" y="1865"/>
                </a:lnTo>
                <a:lnTo>
                  <a:pt x="2027" y="1866"/>
                </a:lnTo>
                <a:lnTo>
                  <a:pt x="2026" y="1866"/>
                </a:lnTo>
                <a:lnTo>
                  <a:pt x="2026" y="1867"/>
                </a:lnTo>
                <a:lnTo>
                  <a:pt x="2026" y="1868"/>
                </a:lnTo>
                <a:lnTo>
                  <a:pt x="2025" y="1868"/>
                </a:lnTo>
                <a:lnTo>
                  <a:pt x="2025" y="1869"/>
                </a:lnTo>
                <a:lnTo>
                  <a:pt x="2024" y="1869"/>
                </a:lnTo>
                <a:lnTo>
                  <a:pt x="2023" y="1869"/>
                </a:lnTo>
                <a:lnTo>
                  <a:pt x="2023" y="1870"/>
                </a:lnTo>
                <a:lnTo>
                  <a:pt x="2023" y="1871"/>
                </a:lnTo>
                <a:lnTo>
                  <a:pt x="2022" y="1871"/>
                </a:lnTo>
                <a:lnTo>
                  <a:pt x="2022" y="1872"/>
                </a:lnTo>
                <a:lnTo>
                  <a:pt x="2021" y="1872"/>
                </a:lnTo>
                <a:lnTo>
                  <a:pt x="2021" y="1871"/>
                </a:lnTo>
                <a:lnTo>
                  <a:pt x="2020" y="1871"/>
                </a:lnTo>
                <a:lnTo>
                  <a:pt x="2019" y="1871"/>
                </a:lnTo>
                <a:lnTo>
                  <a:pt x="2019" y="1870"/>
                </a:lnTo>
                <a:lnTo>
                  <a:pt x="2018" y="1869"/>
                </a:lnTo>
                <a:lnTo>
                  <a:pt x="2017" y="1869"/>
                </a:lnTo>
                <a:lnTo>
                  <a:pt x="2017" y="1868"/>
                </a:lnTo>
                <a:lnTo>
                  <a:pt x="2017" y="1867"/>
                </a:lnTo>
                <a:lnTo>
                  <a:pt x="2016" y="1868"/>
                </a:lnTo>
                <a:lnTo>
                  <a:pt x="2016" y="1867"/>
                </a:lnTo>
                <a:lnTo>
                  <a:pt x="2015" y="1867"/>
                </a:lnTo>
                <a:lnTo>
                  <a:pt x="2014" y="1867"/>
                </a:lnTo>
                <a:lnTo>
                  <a:pt x="2014" y="1868"/>
                </a:lnTo>
                <a:lnTo>
                  <a:pt x="2013" y="1868"/>
                </a:lnTo>
                <a:lnTo>
                  <a:pt x="2012" y="1868"/>
                </a:lnTo>
                <a:lnTo>
                  <a:pt x="2011" y="1867"/>
                </a:lnTo>
                <a:lnTo>
                  <a:pt x="2011" y="1868"/>
                </a:lnTo>
                <a:lnTo>
                  <a:pt x="2010" y="1868"/>
                </a:lnTo>
                <a:lnTo>
                  <a:pt x="2010" y="1869"/>
                </a:lnTo>
                <a:lnTo>
                  <a:pt x="2009" y="1869"/>
                </a:lnTo>
                <a:lnTo>
                  <a:pt x="2008" y="1869"/>
                </a:lnTo>
                <a:lnTo>
                  <a:pt x="2008" y="1870"/>
                </a:lnTo>
                <a:lnTo>
                  <a:pt x="2008" y="1869"/>
                </a:lnTo>
                <a:lnTo>
                  <a:pt x="2005" y="1869"/>
                </a:lnTo>
                <a:lnTo>
                  <a:pt x="2005" y="1870"/>
                </a:lnTo>
                <a:lnTo>
                  <a:pt x="2005" y="1871"/>
                </a:lnTo>
                <a:lnTo>
                  <a:pt x="2005" y="1872"/>
                </a:lnTo>
                <a:lnTo>
                  <a:pt x="2006" y="1872"/>
                </a:lnTo>
                <a:lnTo>
                  <a:pt x="2006" y="1873"/>
                </a:lnTo>
                <a:lnTo>
                  <a:pt x="2006" y="1874"/>
                </a:lnTo>
                <a:lnTo>
                  <a:pt x="2005" y="1875"/>
                </a:lnTo>
                <a:lnTo>
                  <a:pt x="2005" y="1876"/>
                </a:lnTo>
                <a:lnTo>
                  <a:pt x="2004" y="1876"/>
                </a:lnTo>
                <a:lnTo>
                  <a:pt x="2003" y="1877"/>
                </a:lnTo>
                <a:lnTo>
                  <a:pt x="2002" y="1877"/>
                </a:lnTo>
                <a:lnTo>
                  <a:pt x="2001" y="1878"/>
                </a:lnTo>
                <a:lnTo>
                  <a:pt x="2000" y="1878"/>
                </a:lnTo>
                <a:lnTo>
                  <a:pt x="1999" y="1878"/>
                </a:lnTo>
                <a:lnTo>
                  <a:pt x="1998" y="1879"/>
                </a:lnTo>
                <a:lnTo>
                  <a:pt x="1998" y="1880"/>
                </a:lnTo>
                <a:lnTo>
                  <a:pt x="1997" y="1881"/>
                </a:lnTo>
                <a:lnTo>
                  <a:pt x="1996" y="1882"/>
                </a:lnTo>
                <a:lnTo>
                  <a:pt x="1995" y="1882"/>
                </a:lnTo>
                <a:lnTo>
                  <a:pt x="1994" y="1882"/>
                </a:lnTo>
                <a:lnTo>
                  <a:pt x="1993" y="1882"/>
                </a:lnTo>
                <a:lnTo>
                  <a:pt x="1992" y="1883"/>
                </a:lnTo>
                <a:lnTo>
                  <a:pt x="1991" y="1883"/>
                </a:lnTo>
                <a:lnTo>
                  <a:pt x="1990" y="1884"/>
                </a:lnTo>
                <a:lnTo>
                  <a:pt x="1989" y="1884"/>
                </a:lnTo>
                <a:lnTo>
                  <a:pt x="1988" y="1885"/>
                </a:lnTo>
                <a:lnTo>
                  <a:pt x="1988" y="1886"/>
                </a:lnTo>
                <a:lnTo>
                  <a:pt x="1987" y="1887"/>
                </a:lnTo>
                <a:lnTo>
                  <a:pt x="1987" y="1888"/>
                </a:lnTo>
                <a:lnTo>
                  <a:pt x="1986" y="1889"/>
                </a:lnTo>
                <a:lnTo>
                  <a:pt x="1986" y="1890"/>
                </a:lnTo>
                <a:lnTo>
                  <a:pt x="1985" y="1890"/>
                </a:lnTo>
                <a:lnTo>
                  <a:pt x="1985" y="1891"/>
                </a:lnTo>
                <a:lnTo>
                  <a:pt x="1984" y="1891"/>
                </a:lnTo>
                <a:lnTo>
                  <a:pt x="1983" y="1891"/>
                </a:lnTo>
                <a:lnTo>
                  <a:pt x="1983" y="1890"/>
                </a:lnTo>
                <a:lnTo>
                  <a:pt x="1982" y="1890"/>
                </a:lnTo>
                <a:lnTo>
                  <a:pt x="1980" y="1889"/>
                </a:lnTo>
                <a:lnTo>
                  <a:pt x="1979" y="1889"/>
                </a:lnTo>
                <a:lnTo>
                  <a:pt x="1978" y="1889"/>
                </a:lnTo>
                <a:lnTo>
                  <a:pt x="1978" y="1890"/>
                </a:lnTo>
                <a:lnTo>
                  <a:pt x="1977" y="1890"/>
                </a:lnTo>
                <a:lnTo>
                  <a:pt x="1977" y="1891"/>
                </a:lnTo>
                <a:lnTo>
                  <a:pt x="1976" y="1891"/>
                </a:lnTo>
                <a:lnTo>
                  <a:pt x="1975" y="1892"/>
                </a:lnTo>
                <a:lnTo>
                  <a:pt x="1974" y="1892"/>
                </a:lnTo>
                <a:lnTo>
                  <a:pt x="1973" y="1893"/>
                </a:lnTo>
                <a:lnTo>
                  <a:pt x="1972" y="1893"/>
                </a:lnTo>
                <a:lnTo>
                  <a:pt x="1972" y="1894"/>
                </a:lnTo>
                <a:lnTo>
                  <a:pt x="1971" y="1894"/>
                </a:lnTo>
                <a:lnTo>
                  <a:pt x="1970" y="1894"/>
                </a:lnTo>
                <a:lnTo>
                  <a:pt x="1969" y="1894"/>
                </a:lnTo>
                <a:lnTo>
                  <a:pt x="1969" y="1893"/>
                </a:lnTo>
                <a:lnTo>
                  <a:pt x="1968" y="1893"/>
                </a:lnTo>
                <a:lnTo>
                  <a:pt x="1967" y="1893"/>
                </a:lnTo>
                <a:lnTo>
                  <a:pt x="1965" y="1893"/>
                </a:lnTo>
                <a:lnTo>
                  <a:pt x="1964" y="1893"/>
                </a:lnTo>
                <a:lnTo>
                  <a:pt x="1964" y="1892"/>
                </a:lnTo>
                <a:lnTo>
                  <a:pt x="1963" y="1892"/>
                </a:lnTo>
                <a:lnTo>
                  <a:pt x="1962" y="1892"/>
                </a:lnTo>
                <a:lnTo>
                  <a:pt x="1962" y="1891"/>
                </a:lnTo>
                <a:lnTo>
                  <a:pt x="1961" y="1891"/>
                </a:lnTo>
                <a:lnTo>
                  <a:pt x="1960" y="1891"/>
                </a:lnTo>
                <a:lnTo>
                  <a:pt x="1960" y="1890"/>
                </a:lnTo>
                <a:lnTo>
                  <a:pt x="1959" y="1890"/>
                </a:lnTo>
                <a:lnTo>
                  <a:pt x="1958" y="1890"/>
                </a:lnTo>
                <a:lnTo>
                  <a:pt x="1957" y="1890"/>
                </a:lnTo>
                <a:lnTo>
                  <a:pt x="1957" y="1889"/>
                </a:lnTo>
                <a:lnTo>
                  <a:pt x="1956" y="1889"/>
                </a:lnTo>
                <a:lnTo>
                  <a:pt x="1956" y="1888"/>
                </a:lnTo>
                <a:lnTo>
                  <a:pt x="1955" y="1888"/>
                </a:lnTo>
                <a:lnTo>
                  <a:pt x="1955" y="1887"/>
                </a:lnTo>
                <a:lnTo>
                  <a:pt x="1954" y="1887"/>
                </a:lnTo>
                <a:lnTo>
                  <a:pt x="1953" y="1887"/>
                </a:lnTo>
                <a:lnTo>
                  <a:pt x="1952" y="1887"/>
                </a:lnTo>
                <a:lnTo>
                  <a:pt x="1951" y="1887"/>
                </a:lnTo>
                <a:lnTo>
                  <a:pt x="1950" y="1887"/>
                </a:lnTo>
                <a:lnTo>
                  <a:pt x="1950" y="1886"/>
                </a:lnTo>
                <a:lnTo>
                  <a:pt x="1950" y="1885"/>
                </a:lnTo>
                <a:lnTo>
                  <a:pt x="1949" y="1885"/>
                </a:lnTo>
                <a:lnTo>
                  <a:pt x="1949" y="1884"/>
                </a:lnTo>
                <a:lnTo>
                  <a:pt x="1949" y="1883"/>
                </a:lnTo>
                <a:lnTo>
                  <a:pt x="1948" y="1883"/>
                </a:lnTo>
                <a:lnTo>
                  <a:pt x="1948" y="1882"/>
                </a:lnTo>
                <a:lnTo>
                  <a:pt x="1948" y="1881"/>
                </a:lnTo>
                <a:lnTo>
                  <a:pt x="1948" y="1880"/>
                </a:lnTo>
                <a:lnTo>
                  <a:pt x="1947" y="1880"/>
                </a:lnTo>
                <a:lnTo>
                  <a:pt x="1947" y="1879"/>
                </a:lnTo>
                <a:lnTo>
                  <a:pt x="1947" y="1878"/>
                </a:lnTo>
                <a:lnTo>
                  <a:pt x="1946" y="1878"/>
                </a:lnTo>
                <a:lnTo>
                  <a:pt x="1945" y="1878"/>
                </a:lnTo>
                <a:lnTo>
                  <a:pt x="1945" y="1879"/>
                </a:lnTo>
                <a:lnTo>
                  <a:pt x="1944" y="1879"/>
                </a:lnTo>
                <a:lnTo>
                  <a:pt x="1943" y="1879"/>
                </a:lnTo>
                <a:lnTo>
                  <a:pt x="1943" y="1877"/>
                </a:lnTo>
                <a:lnTo>
                  <a:pt x="1943" y="1876"/>
                </a:lnTo>
                <a:lnTo>
                  <a:pt x="1942" y="1876"/>
                </a:lnTo>
                <a:lnTo>
                  <a:pt x="1942" y="1875"/>
                </a:lnTo>
                <a:lnTo>
                  <a:pt x="1943" y="1875"/>
                </a:lnTo>
                <a:lnTo>
                  <a:pt x="1942" y="1875"/>
                </a:lnTo>
                <a:lnTo>
                  <a:pt x="1942" y="1874"/>
                </a:lnTo>
                <a:lnTo>
                  <a:pt x="1942" y="1873"/>
                </a:lnTo>
                <a:lnTo>
                  <a:pt x="1942" y="1872"/>
                </a:lnTo>
                <a:lnTo>
                  <a:pt x="1941" y="1872"/>
                </a:lnTo>
                <a:lnTo>
                  <a:pt x="1941" y="1871"/>
                </a:lnTo>
                <a:lnTo>
                  <a:pt x="1941" y="1870"/>
                </a:lnTo>
                <a:lnTo>
                  <a:pt x="1941" y="1869"/>
                </a:lnTo>
                <a:lnTo>
                  <a:pt x="1940" y="1869"/>
                </a:lnTo>
                <a:lnTo>
                  <a:pt x="1940" y="1868"/>
                </a:lnTo>
                <a:lnTo>
                  <a:pt x="1940" y="1867"/>
                </a:lnTo>
                <a:lnTo>
                  <a:pt x="1940" y="1866"/>
                </a:lnTo>
                <a:lnTo>
                  <a:pt x="1940" y="1865"/>
                </a:lnTo>
                <a:lnTo>
                  <a:pt x="1940" y="1864"/>
                </a:lnTo>
                <a:lnTo>
                  <a:pt x="1940" y="1863"/>
                </a:lnTo>
                <a:lnTo>
                  <a:pt x="1940" y="1861"/>
                </a:lnTo>
                <a:lnTo>
                  <a:pt x="1940" y="1860"/>
                </a:lnTo>
                <a:lnTo>
                  <a:pt x="1941" y="1859"/>
                </a:lnTo>
                <a:lnTo>
                  <a:pt x="1941" y="1858"/>
                </a:lnTo>
                <a:lnTo>
                  <a:pt x="1941" y="1857"/>
                </a:lnTo>
                <a:lnTo>
                  <a:pt x="1942" y="1857"/>
                </a:lnTo>
                <a:lnTo>
                  <a:pt x="1942" y="1856"/>
                </a:lnTo>
                <a:lnTo>
                  <a:pt x="1943" y="1855"/>
                </a:lnTo>
                <a:lnTo>
                  <a:pt x="1943" y="1854"/>
                </a:lnTo>
                <a:lnTo>
                  <a:pt x="1944" y="1853"/>
                </a:lnTo>
                <a:lnTo>
                  <a:pt x="1944" y="1852"/>
                </a:lnTo>
                <a:lnTo>
                  <a:pt x="1943" y="1852"/>
                </a:lnTo>
                <a:lnTo>
                  <a:pt x="1942" y="1852"/>
                </a:lnTo>
                <a:lnTo>
                  <a:pt x="1942" y="1851"/>
                </a:lnTo>
                <a:lnTo>
                  <a:pt x="1942" y="1850"/>
                </a:lnTo>
                <a:lnTo>
                  <a:pt x="1943" y="1849"/>
                </a:lnTo>
                <a:lnTo>
                  <a:pt x="1943" y="1848"/>
                </a:lnTo>
                <a:lnTo>
                  <a:pt x="1943" y="1847"/>
                </a:lnTo>
                <a:lnTo>
                  <a:pt x="1944" y="1847"/>
                </a:lnTo>
                <a:lnTo>
                  <a:pt x="1943" y="1846"/>
                </a:lnTo>
                <a:lnTo>
                  <a:pt x="1942" y="1845"/>
                </a:lnTo>
                <a:lnTo>
                  <a:pt x="1942" y="1846"/>
                </a:lnTo>
                <a:lnTo>
                  <a:pt x="1941" y="1846"/>
                </a:lnTo>
                <a:lnTo>
                  <a:pt x="1940" y="1846"/>
                </a:lnTo>
                <a:lnTo>
                  <a:pt x="1939" y="1845"/>
                </a:lnTo>
                <a:lnTo>
                  <a:pt x="1938" y="1844"/>
                </a:lnTo>
                <a:lnTo>
                  <a:pt x="1938" y="1845"/>
                </a:lnTo>
                <a:lnTo>
                  <a:pt x="1937" y="1845"/>
                </a:lnTo>
                <a:lnTo>
                  <a:pt x="1937" y="1844"/>
                </a:lnTo>
                <a:lnTo>
                  <a:pt x="1936" y="1844"/>
                </a:lnTo>
                <a:lnTo>
                  <a:pt x="1935" y="1843"/>
                </a:lnTo>
                <a:lnTo>
                  <a:pt x="1934" y="1843"/>
                </a:lnTo>
                <a:lnTo>
                  <a:pt x="1933" y="1843"/>
                </a:lnTo>
                <a:lnTo>
                  <a:pt x="1933" y="1842"/>
                </a:lnTo>
                <a:lnTo>
                  <a:pt x="1933" y="1841"/>
                </a:lnTo>
                <a:lnTo>
                  <a:pt x="1932" y="1841"/>
                </a:lnTo>
                <a:lnTo>
                  <a:pt x="1931" y="1841"/>
                </a:lnTo>
                <a:lnTo>
                  <a:pt x="1931" y="1840"/>
                </a:lnTo>
                <a:lnTo>
                  <a:pt x="1930" y="1840"/>
                </a:lnTo>
                <a:lnTo>
                  <a:pt x="1931" y="1840"/>
                </a:lnTo>
                <a:lnTo>
                  <a:pt x="1931" y="1839"/>
                </a:lnTo>
                <a:lnTo>
                  <a:pt x="1930" y="1839"/>
                </a:lnTo>
                <a:lnTo>
                  <a:pt x="1929" y="1838"/>
                </a:lnTo>
                <a:lnTo>
                  <a:pt x="1928" y="1838"/>
                </a:lnTo>
                <a:lnTo>
                  <a:pt x="1927" y="1838"/>
                </a:lnTo>
                <a:lnTo>
                  <a:pt x="1927" y="1837"/>
                </a:lnTo>
                <a:lnTo>
                  <a:pt x="1926" y="1837"/>
                </a:lnTo>
                <a:lnTo>
                  <a:pt x="1926" y="1836"/>
                </a:lnTo>
                <a:lnTo>
                  <a:pt x="1925" y="1836"/>
                </a:lnTo>
                <a:lnTo>
                  <a:pt x="1924" y="1836"/>
                </a:lnTo>
                <a:lnTo>
                  <a:pt x="1923" y="1836"/>
                </a:lnTo>
                <a:lnTo>
                  <a:pt x="1924" y="1837"/>
                </a:lnTo>
                <a:lnTo>
                  <a:pt x="1923" y="1837"/>
                </a:lnTo>
                <a:lnTo>
                  <a:pt x="1923" y="1838"/>
                </a:lnTo>
                <a:lnTo>
                  <a:pt x="1922" y="1838"/>
                </a:lnTo>
                <a:lnTo>
                  <a:pt x="1921" y="1838"/>
                </a:lnTo>
                <a:lnTo>
                  <a:pt x="1921" y="1839"/>
                </a:lnTo>
                <a:lnTo>
                  <a:pt x="1920" y="1839"/>
                </a:lnTo>
                <a:lnTo>
                  <a:pt x="1919" y="1839"/>
                </a:lnTo>
                <a:lnTo>
                  <a:pt x="1919" y="1840"/>
                </a:lnTo>
                <a:lnTo>
                  <a:pt x="1918" y="1840"/>
                </a:lnTo>
                <a:lnTo>
                  <a:pt x="1917" y="1840"/>
                </a:lnTo>
                <a:lnTo>
                  <a:pt x="1916" y="1840"/>
                </a:lnTo>
                <a:lnTo>
                  <a:pt x="1916" y="1841"/>
                </a:lnTo>
                <a:lnTo>
                  <a:pt x="1915" y="1841"/>
                </a:lnTo>
                <a:lnTo>
                  <a:pt x="1914" y="1841"/>
                </a:lnTo>
                <a:lnTo>
                  <a:pt x="1913" y="1841"/>
                </a:lnTo>
                <a:lnTo>
                  <a:pt x="1912" y="1841"/>
                </a:lnTo>
                <a:lnTo>
                  <a:pt x="1911" y="1841"/>
                </a:lnTo>
                <a:lnTo>
                  <a:pt x="1911" y="1840"/>
                </a:lnTo>
                <a:lnTo>
                  <a:pt x="1911" y="1841"/>
                </a:lnTo>
                <a:lnTo>
                  <a:pt x="1910" y="1841"/>
                </a:lnTo>
                <a:lnTo>
                  <a:pt x="1909" y="1842"/>
                </a:lnTo>
                <a:lnTo>
                  <a:pt x="1908" y="1842"/>
                </a:lnTo>
                <a:lnTo>
                  <a:pt x="1908" y="1843"/>
                </a:lnTo>
                <a:lnTo>
                  <a:pt x="1907" y="1843"/>
                </a:lnTo>
                <a:lnTo>
                  <a:pt x="1906" y="1844"/>
                </a:lnTo>
                <a:lnTo>
                  <a:pt x="1905" y="1844"/>
                </a:lnTo>
                <a:lnTo>
                  <a:pt x="1905" y="1845"/>
                </a:lnTo>
                <a:lnTo>
                  <a:pt x="1904" y="1845"/>
                </a:lnTo>
                <a:lnTo>
                  <a:pt x="1904" y="1844"/>
                </a:lnTo>
                <a:lnTo>
                  <a:pt x="1904" y="1843"/>
                </a:lnTo>
                <a:lnTo>
                  <a:pt x="1903" y="1843"/>
                </a:lnTo>
                <a:lnTo>
                  <a:pt x="1903" y="1842"/>
                </a:lnTo>
                <a:lnTo>
                  <a:pt x="1903" y="1841"/>
                </a:lnTo>
                <a:lnTo>
                  <a:pt x="1902" y="1841"/>
                </a:lnTo>
                <a:lnTo>
                  <a:pt x="1902" y="1840"/>
                </a:lnTo>
                <a:lnTo>
                  <a:pt x="1901" y="1839"/>
                </a:lnTo>
                <a:lnTo>
                  <a:pt x="1900" y="1838"/>
                </a:lnTo>
                <a:lnTo>
                  <a:pt x="1899" y="1838"/>
                </a:lnTo>
                <a:lnTo>
                  <a:pt x="1898" y="1837"/>
                </a:lnTo>
                <a:lnTo>
                  <a:pt x="1897" y="1837"/>
                </a:lnTo>
                <a:lnTo>
                  <a:pt x="1896" y="1837"/>
                </a:lnTo>
                <a:lnTo>
                  <a:pt x="1895" y="1836"/>
                </a:lnTo>
                <a:lnTo>
                  <a:pt x="1895" y="1835"/>
                </a:lnTo>
                <a:lnTo>
                  <a:pt x="1894" y="1835"/>
                </a:lnTo>
                <a:lnTo>
                  <a:pt x="1893" y="1835"/>
                </a:lnTo>
                <a:lnTo>
                  <a:pt x="1893" y="1834"/>
                </a:lnTo>
                <a:lnTo>
                  <a:pt x="1892" y="1834"/>
                </a:lnTo>
                <a:lnTo>
                  <a:pt x="1891" y="1834"/>
                </a:lnTo>
                <a:lnTo>
                  <a:pt x="1890" y="1834"/>
                </a:lnTo>
                <a:lnTo>
                  <a:pt x="1890" y="1835"/>
                </a:lnTo>
                <a:lnTo>
                  <a:pt x="1889" y="1835"/>
                </a:lnTo>
                <a:lnTo>
                  <a:pt x="1888" y="1835"/>
                </a:lnTo>
                <a:lnTo>
                  <a:pt x="1888" y="1836"/>
                </a:lnTo>
                <a:lnTo>
                  <a:pt x="1887" y="1836"/>
                </a:lnTo>
                <a:lnTo>
                  <a:pt x="1886" y="1836"/>
                </a:lnTo>
                <a:lnTo>
                  <a:pt x="1885" y="1836"/>
                </a:lnTo>
                <a:lnTo>
                  <a:pt x="1884" y="1836"/>
                </a:lnTo>
                <a:lnTo>
                  <a:pt x="1883" y="1836"/>
                </a:lnTo>
                <a:lnTo>
                  <a:pt x="1882" y="1836"/>
                </a:lnTo>
                <a:lnTo>
                  <a:pt x="1881" y="1835"/>
                </a:lnTo>
                <a:lnTo>
                  <a:pt x="1881" y="1834"/>
                </a:lnTo>
                <a:lnTo>
                  <a:pt x="1880" y="1833"/>
                </a:lnTo>
                <a:lnTo>
                  <a:pt x="1879" y="1832"/>
                </a:lnTo>
                <a:lnTo>
                  <a:pt x="1878" y="1832"/>
                </a:lnTo>
                <a:lnTo>
                  <a:pt x="1878" y="1831"/>
                </a:lnTo>
                <a:lnTo>
                  <a:pt x="1877" y="1831"/>
                </a:lnTo>
                <a:lnTo>
                  <a:pt x="1876" y="1831"/>
                </a:lnTo>
                <a:lnTo>
                  <a:pt x="1875" y="1831"/>
                </a:lnTo>
                <a:lnTo>
                  <a:pt x="1875" y="1830"/>
                </a:lnTo>
                <a:lnTo>
                  <a:pt x="1874" y="1830"/>
                </a:lnTo>
                <a:lnTo>
                  <a:pt x="1873" y="1830"/>
                </a:lnTo>
                <a:lnTo>
                  <a:pt x="1873" y="1831"/>
                </a:lnTo>
                <a:lnTo>
                  <a:pt x="1872" y="1831"/>
                </a:lnTo>
                <a:lnTo>
                  <a:pt x="1871" y="1831"/>
                </a:lnTo>
                <a:lnTo>
                  <a:pt x="1869" y="1831"/>
                </a:lnTo>
                <a:lnTo>
                  <a:pt x="1868" y="1831"/>
                </a:lnTo>
                <a:lnTo>
                  <a:pt x="1868" y="1830"/>
                </a:lnTo>
                <a:lnTo>
                  <a:pt x="1868" y="1829"/>
                </a:lnTo>
                <a:lnTo>
                  <a:pt x="1868" y="1828"/>
                </a:lnTo>
                <a:lnTo>
                  <a:pt x="1868" y="1827"/>
                </a:lnTo>
                <a:lnTo>
                  <a:pt x="1868" y="1826"/>
                </a:lnTo>
                <a:lnTo>
                  <a:pt x="1867" y="1826"/>
                </a:lnTo>
                <a:lnTo>
                  <a:pt x="1867" y="1825"/>
                </a:lnTo>
                <a:lnTo>
                  <a:pt x="1867" y="1824"/>
                </a:lnTo>
                <a:lnTo>
                  <a:pt x="1867" y="1823"/>
                </a:lnTo>
                <a:lnTo>
                  <a:pt x="1866" y="1823"/>
                </a:lnTo>
                <a:lnTo>
                  <a:pt x="1866" y="1822"/>
                </a:lnTo>
                <a:lnTo>
                  <a:pt x="1865" y="1822"/>
                </a:lnTo>
                <a:lnTo>
                  <a:pt x="1865" y="1821"/>
                </a:lnTo>
                <a:lnTo>
                  <a:pt x="1864" y="1821"/>
                </a:lnTo>
                <a:lnTo>
                  <a:pt x="1864" y="1820"/>
                </a:lnTo>
                <a:lnTo>
                  <a:pt x="1864" y="1819"/>
                </a:lnTo>
                <a:lnTo>
                  <a:pt x="1863" y="1819"/>
                </a:lnTo>
                <a:lnTo>
                  <a:pt x="1863" y="1818"/>
                </a:lnTo>
                <a:lnTo>
                  <a:pt x="1863" y="1817"/>
                </a:lnTo>
                <a:lnTo>
                  <a:pt x="1863" y="1816"/>
                </a:lnTo>
                <a:lnTo>
                  <a:pt x="1862" y="1816"/>
                </a:lnTo>
                <a:lnTo>
                  <a:pt x="1862" y="1815"/>
                </a:lnTo>
                <a:lnTo>
                  <a:pt x="1861" y="1815"/>
                </a:lnTo>
                <a:lnTo>
                  <a:pt x="1860" y="1815"/>
                </a:lnTo>
                <a:lnTo>
                  <a:pt x="1858" y="1815"/>
                </a:lnTo>
                <a:lnTo>
                  <a:pt x="1858" y="1814"/>
                </a:lnTo>
                <a:lnTo>
                  <a:pt x="1857" y="1813"/>
                </a:lnTo>
                <a:lnTo>
                  <a:pt x="1857" y="1812"/>
                </a:lnTo>
                <a:lnTo>
                  <a:pt x="1857" y="1811"/>
                </a:lnTo>
                <a:lnTo>
                  <a:pt x="1857" y="1810"/>
                </a:lnTo>
                <a:lnTo>
                  <a:pt x="1856" y="1810"/>
                </a:lnTo>
                <a:lnTo>
                  <a:pt x="1855" y="1810"/>
                </a:lnTo>
                <a:lnTo>
                  <a:pt x="1854" y="1810"/>
                </a:lnTo>
                <a:lnTo>
                  <a:pt x="1853" y="1810"/>
                </a:lnTo>
                <a:lnTo>
                  <a:pt x="1852" y="1810"/>
                </a:lnTo>
                <a:lnTo>
                  <a:pt x="1850" y="1810"/>
                </a:lnTo>
                <a:lnTo>
                  <a:pt x="1850" y="1811"/>
                </a:lnTo>
                <a:lnTo>
                  <a:pt x="1849" y="1811"/>
                </a:lnTo>
                <a:lnTo>
                  <a:pt x="1849" y="1810"/>
                </a:lnTo>
                <a:lnTo>
                  <a:pt x="1848" y="1810"/>
                </a:lnTo>
                <a:lnTo>
                  <a:pt x="1847" y="1810"/>
                </a:lnTo>
                <a:lnTo>
                  <a:pt x="1846" y="1810"/>
                </a:lnTo>
                <a:lnTo>
                  <a:pt x="1845" y="1810"/>
                </a:lnTo>
                <a:lnTo>
                  <a:pt x="1844" y="1810"/>
                </a:lnTo>
                <a:lnTo>
                  <a:pt x="1844" y="1811"/>
                </a:lnTo>
                <a:lnTo>
                  <a:pt x="1844" y="1810"/>
                </a:lnTo>
                <a:lnTo>
                  <a:pt x="1843" y="1810"/>
                </a:lnTo>
                <a:lnTo>
                  <a:pt x="1842" y="1809"/>
                </a:lnTo>
                <a:lnTo>
                  <a:pt x="1841" y="1809"/>
                </a:lnTo>
                <a:lnTo>
                  <a:pt x="1841" y="1808"/>
                </a:lnTo>
                <a:lnTo>
                  <a:pt x="1840" y="1807"/>
                </a:lnTo>
                <a:lnTo>
                  <a:pt x="1839" y="1806"/>
                </a:lnTo>
                <a:lnTo>
                  <a:pt x="1838" y="1806"/>
                </a:lnTo>
                <a:lnTo>
                  <a:pt x="1837" y="1805"/>
                </a:lnTo>
                <a:lnTo>
                  <a:pt x="1838" y="1805"/>
                </a:lnTo>
                <a:lnTo>
                  <a:pt x="1838" y="1804"/>
                </a:lnTo>
                <a:lnTo>
                  <a:pt x="1838" y="1803"/>
                </a:lnTo>
                <a:lnTo>
                  <a:pt x="1838" y="1802"/>
                </a:lnTo>
                <a:lnTo>
                  <a:pt x="1837" y="1802"/>
                </a:lnTo>
                <a:lnTo>
                  <a:pt x="1837" y="1801"/>
                </a:lnTo>
                <a:lnTo>
                  <a:pt x="1836" y="1801"/>
                </a:lnTo>
                <a:lnTo>
                  <a:pt x="1835" y="1800"/>
                </a:lnTo>
                <a:lnTo>
                  <a:pt x="1835" y="1799"/>
                </a:lnTo>
                <a:lnTo>
                  <a:pt x="1834" y="1799"/>
                </a:lnTo>
                <a:lnTo>
                  <a:pt x="1833" y="1799"/>
                </a:lnTo>
                <a:lnTo>
                  <a:pt x="1832" y="1799"/>
                </a:lnTo>
                <a:lnTo>
                  <a:pt x="1831" y="1798"/>
                </a:lnTo>
                <a:lnTo>
                  <a:pt x="1830" y="1798"/>
                </a:lnTo>
                <a:lnTo>
                  <a:pt x="1829" y="1798"/>
                </a:lnTo>
                <a:lnTo>
                  <a:pt x="1828" y="1798"/>
                </a:lnTo>
                <a:lnTo>
                  <a:pt x="1827" y="1798"/>
                </a:lnTo>
                <a:lnTo>
                  <a:pt x="1827" y="1799"/>
                </a:lnTo>
                <a:lnTo>
                  <a:pt x="1827" y="1801"/>
                </a:lnTo>
                <a:lnTo>
                  <a:pt x="1827" y="1802"/>
                </a:lnTo>
                <a:lnTo>
                  <a:pt x="1827" y="1803"/>
                </a:lnTo>
                <a:lnTo>
                  <a:pt x="1826" y="1803"/>
                </a:lnTo>
                <a:lnTo>
                  <a:pt x="1826" y="1804"/>
                </a:lnTo>
                <a:lnTo>
                  <a:pt x="1825" y="1804"/>
                </a:lnTo>
                <a:lnTo>
                  <a:pt x="1825" y="1805"/>
                </a:lnTo>
                <a:lnTo>
                  <a:pt x="1824" y="1805"/>
                </a:lnTo>
                <a:lnTo>
                  <a:pt x="1824" y="1806"/>
                </a:lnTo>
                <a:lnTo>
                  <a:pt x="1823" y="1806"/>
                </a:lnTo>
                <a:lnTo>
                  <a:pt x="1823" y="1807"/>
                </a:lnTo>
                <a:lnTo>
                  <a:pt x="1822" y="1808"/>
                </a:lnTo>
                <a:lnTo>
                  <a:pt x="1822" y="1807"/>
                </a:lnTo>
                <a:lnTo>
                  <a:pt x="1822" y="1806"/>
                </a:lnTo>
                <a:lnTo>
                  <a:pt x="1821" y="1806"/>
                </a:lnTo>
                <a:lnTo>
                  <a:pt x="1820" y="1805"/>
                </a:lnTo>
                <a:lnTo>
                  <a:pt x="1819" y="1804"/>
                </a:lnTo>
                <a:lnTo>
                  <a:pt x="1818" y="1804"/>
                </a:lnTo>
                <a:lnTo>
                  <a:pt x="1817" y="1804"/>
                </a:lnTo>
                <a:lnTo>
                  <a:pt x="1816" y="1804"/>
                </a:lnTo>
                <a:lnTo>
                  <a:pt x="1815" y="1804"/>
                </a:lnTo>
                <a:lnTo>
                  <a:pt x="1815" y="1805"/>
                </a:lnTo>
                <a:lnTo>
                  <a:pt x="1814" y="1804"/>
                </a:lnTo>
                <a:lnTo>
                  <a:pt x="1814" y="1805"/>
                </a:lnTo>
                <a:lnTo>
                  <a:pt x="1813" y="1805"/>
                </a:lnTo>
                <a:lnTo>
                  <a:pt x="1813" y="1806"/>
                </a:lnTo>
                <a:lnTo>
                  <a:pt x="1812" y="1806"/>
                </a:lnTo>
                <a:lnTo>
                  <a:pt x="1812" y="1807"/>
                </a:lnTo>
                <a:lnTo>
                  <a:pt x="1811" y="1807"/>
                </a:lnTo>
                <a:lnTo>
                  <a:pt x="1810" y="1807"/>
                </a:lnTo>
                <a:lnTo>
                  <a:pt x="1810" y="1806"/>
                </a:lnTo>
                <a:lnTo>
                  <a:pt x="1809" y="1806"/>
                </a:lnTo>
                <a:lnTo>
                  <a:pt x="1809" y="1805"/>
                </a:lnTo>
                <a:lnTo>
                  <a:pt x="1809" y="1804"/>
                </a:lnTo>
                <a:lnTo>
                  <a:pt x="1809" y="1803"/>
                </a:lnTo>
                <a:lnTo>
                  <a:pt x="1809" y="1802"/>
                </a:lnTo>
                <a:lnTo>
                  <a:pt x="1808" y="1802"/>
                </a:lnTo>
                <a:lnTo>
                  <a:pt x="1808" y="1801"/>
                </a:lnTo>
                <a:lnTo>
                  <a:pt x="1808" y="1800"/>
                </a:lnTo>
                <a:lnTo>
                  <a:pt x="1807" y="1800"/>
                </a:lnTo>
                <a:lnTo>
                  <a:pt x="1806" y="1800"/>
                </a:lnTo>
                <a:lnTo>
                  <a:pt x="1806" y="1799"/>
                </a:lnTo>
                <a:lnTo>
                  <a:pt x="1805" y="1799"/>
                </a:lnTo>
                <a:lnTo>
                  <a:pt x="1805" y="1798"/>
                </a:lnTo>
                <a:lnTo>
                  <a:pt x="1805" y="1797"/>
                </a:lnTo>
                <a:lnTo>
                  <a:pt x="1804" y="1797"/>
                </a:lnTo>
                <a:lnTo>
                  <a:pt x="1804" y="1796"/>
                </a:lnTo>
                <a:lnTo>
                  <a:pt x="1803" y="1795"/>
                </a:lnTo>
                <a:lnTo>
                  <a:pt x="1802" y="1795"/>
                </a:lnTo>
                <a:lnTo>
                  <a:pt x="1802" y="1794"/>
                </a:lnTo>
                <a:lnTo>
                  <a:pt x="1801" y="1794"/>
                </a:lnTo>
                <a:lnTo>
                  <a:pt x="1800" y="1794"/>
                </a:lnTo>
                <a:lnTo>
                  <a:pt x="1799" y="1794"/>
                </a:lnTo>
                <a:lnTo>
                  <a:pt x="1798" y="1794"/>
                </a:lnTo>
                <a:lnTo>
                  <a:pt x="1798" y="1795"/>
                </a:lnTo>
                <a:lnTo>
                  <a:pt x="1798" y="1794"/>
                </a:lnTo>
                <a:lnTo>
                  <a:pt x="1797" y="1794"/>
                </a:lnTo>
                <a:lnTo>
                  <a:pt x="1797" y="1793"/>
                </a:lnTo>
                <a:lnTo>
                  <a:pt x="1796" y="1794"/>
                </a:lnTo>
                <a:lnTo>
                  <a:pt x="1795" y="1794"/>
                </a:lnTo>
                <a:lnTo>
                  <a:pt x="1794" y="1794"/>
                </a:lnTo>
                <a:lnTo>
                  <a:pt x="1793" y="1794"/>
                </a:lnTo>
                <a:lnTo>
                  <a:pt x="1792" y="1794"/>
                </a:lnTo>
                <a:lnTo>
                  <a:pt x="1792" y="1793"/>
                </a:lnTo>
                <a:lnTo>
                  <a:pt x="1791" y="1793"/>
                </a:lnTo>
                <a:lnTo>
                  <a:pt x="1791" y="1794"/>
                </a:lnTo>
                <a:lnTo>
                  <a:pt x="1790" y="1794"/>
                </a:lnTo>
                <a:lnTo>
                  <a:pt x="1789" y="1794"/>
                </a:lnTo>
                <a:lnTo>
                  <a:pt x="1788" y="1794"/>
                </a:lnTo>
                <a:lnTo>
                  <a:pt x="1787" y="1794"/>
                </a:lnTo>
                <a:lnTo>
                  <a:pt x="1787" y="1793"/>
                </a:lnTo>
                <a:lnTo>
                  <a:pt x="1787" y="1792"/>
                </a:lnTo>
                <a:lnTo>
                  <a:pt x="1786" y="1791"/>
                </a:lnTo>
                <a:lnTo>
                  <a:pt x="1786" y="1790"/>
                </a:lnTo>
                <a:lnTo>
                  <a:pt x="1786" y="1789"/>
                </a:lnTo>
                <a:lnTo>
                  <a:pt x="1785" y="1789"/>
                </a:lnTo>
                <a:lnTo>
                  <a:pt x="1785" y="1788"/>
                </a:lnTo>
                <a:lnTo>
                  <a:pt x="1784" y="1788"/>
                </a:lnTo>
                <a:lnTo>
                  <a:pt x="1784" y="1787"/>
                </a:lnTo>
                <a:lnTo>
                  <a:pt x="1784" y="1786"/>
                </a:lnTo>
                <a:lnTo>
                  <a:pt x="1784" y="1785"/>
                </a:lnTo>
                <a:lnTo>
                  <a:pt x="1783" y="1785"/>
                </a:lnTo>
                <a:lnTo>
                  <a:pt x="1783" y="1784"/>
                </a:lnTo>
                <a:lnTo>
                  <a:pt x="1782" y="1784"/>
                </a:lnTo>
                <a:lnTo>
                  <a:pt x="1782" y="1783"/>
                </a:lnTo>
                <a:lnTo>
                  <a:pt x="1781" y="1783"/>
                </a:lnTo>
                <a:lnTo>
                  <a:pt x="1781" y="1784"/>
                </a:lnTo>
                <a:lnTo>
                  <a:pt x="1778" y="1784"/>
                </a:lnTo>
                <a:lnTo>
                  <a:pt x="1778" y="1783"/>
                </a:lnTo>
                <a:lnTo>
                  <a:pt x="1778" y="1782"/>
                </a:lnTo>
                <a:lnTo>
                  <a:pt x="1777" y="1782"/>
                </a:lnTo>
                <a:lnTo>
                  <a:pt x="1777" y="1781"/>
                </a:lnTo>
                <a:lnTo>
                  <a:pt x="1777" y="1780"/>
                </a:lnTo>
                <a:lnTo>
                  <a:pt x="1776" y="1780"/>
                </a:lnTo>
                <a:lnTo>
                  <a:pt x="1775" y="1780"/>
                </a:lnTo>
                <a:lnTo>
                  <a:pt x="1774" y="1780"/>
                </a:lnTo>
                <a:lnTo>
                  <a:pt x="1773" y="1780"/>
                </a:lnTo>
                <a:lnTo>
                  <a:pt x="1772" y="1779"/>
                </a:lnTo>
                <a:lnTo>
                  <a:pt x="1772" y="1778"/>
                </a:lnTo>
                <a:lnTo>
                  <a:pt x="1771" y="1778"/>
                </a:lnTo>
                <a:lnTo>
                  <a:pt x="1771" y="1779"/>
                </a:lnTo>
                <a:lnTo>
                  <a:pt x="1771" y="1780"/>
                </a:lnTo>
                <a:lnTo>
                  <a:pt x="1770" y="1780"/>
                </a:lnTo>
                <a:lnTo>
                  <a:pt x="1770" y="1781"/>
                </a:lnTo>
                <a:lnTo>
                  <a:pt x="1769" y="1781"/>
                </a:lnTo>
                <a:lnTo>
                  <a:pt x="1768" y="1781"/>
                </a:lnTo>
                <a:lnTo>
                  <a:pt x="1768" y="1782"/>
                </a:lnTo>
                <a:lnTo>
                  <a:pt x="1767" y="1782"/>
                </a:lnTo>
                <a:lnTo>
                  <a:pt x="1766" y="1782"/>
                </a:lnTo>
                <a:lnTo>
                  <a:pt x="1766" y="1783"/>
                </a:lnTo>
                <a:lnTo>
                  <a:pt x="1766" y="1784"/>
                </a:lnTo>
                <a:lnTo>
                  <a:pt x="1767" y="1784"/>
                </a:lnTo>
                <a:lnTo>
                  <a:pt x="1767" y="1785"/>
                </a:lnTo>
                <a:lnTo>
                  <a:pt x="1768" y="1785"/>
                </a:lnTo>
                <a:lnTo>
                  <a:pt x="1768" y="1786"/>
                </a:lnTo>
                <a:lnTo>
                  <a:pt x="1767" y="1786"/>
                </a:lnTo>
                <a:lnTo>
                  <a:pt x="1767" y="1787"/>
                </a:lnTo>
                <a:lnTo>
                  <a:pt x="1766" y="1787"/>
                </a:lnTo>
                <a:lnTo>
                  <a:pt x="1766" y="1788"/>
                </a:lnTo>
                <a:lnTo>
                  <a:pt x="1765" y="1788"/>
                </a:lnTo>
                <a:lnTo>
                  <a:pt x="1765" y="1789"/>
                </a:lnTo>
                <a:lnTo>
                  <a:pt x="1764" y="1788"/>
                </a:lnTo>
                <a:lnTo>
                  <a:pt x="1764" y="1789"/>
                </a:lnTo>
                <a:lnTo>
                  <a:pt x="1763" y="1789"/>
                </a:lnTo>
                <a:lnTo>
                  <a:pt x="1762" y="1789"/>
                </a:lnTo>
                <a:lnTo>
                  <a:pt x="1762" y="1788"/>
                </a:lnTo>
                <a:lnTo>
                  <a:pt x="1761" y="1788"/>
                </a:lnTo>
                <a:lnTo>
                  <a:pt x="1761" y="1789"/>
                </a:lnTo>
                <a:lnTo>
                  <a:pt x="1760" y="1789"/>
                </a:lnTo>
                <a:lnTo>
                  <a:pt x="1759" y="1789"/>
                </a:lnTo>
                <a:lnTo>
                  <a:pt x="1759" y="1790"/>
                </a:lnTo>
                <a:lnTo>
                  <a:pt x="1758" y="1790"/>
                </a:lnTo>
                <a:lnTo>
                  <a:pt x="1757" y="1791"/>
                </a:lnTo>
                <a:lnTo>
                  <a:pt x="1756" y="1791"/>
                </a:lnTo>
                <a:lnTo>
                  <a:pt x="1755" y="1791"/>
                </a:lnTo>
                <a:lnTo>
                  <a:pt x="1755" y="1790"/>
                </a:lnTo>
                <a:lnTo>
                  <a:pt x="1754" y="1790"/>
                </a:lnTo>
                <a:lnTo>
                  <a:pt x="1753" y="1790"/>
                </a:lnTo>
                <a:lnTo>
                  <a:pt x="1753" y="1789"/>
                </a:lnTo>
                <a:lnTo>
                  <a:pt x="1752" y="1789"/>
                </a:lnTo>
                <a:lnTo>
                  <a:pt x="1751" y="1789"/>
                </a:lnTo>
                <a:lnTo>
                  <a:pt x="1751" y="1788"/>
                </a:lnTo>
                <a:lnTo>
                  <a:pt x="1750" y="1788"/>
                </a:lnTo>
                <a:lnTo>
                  <a:pt x="1749" y="1788"/>
                </a:lnTo>
                <a:lnTo>
                  <a:pt x="1748" y="1788"/>
                </a:lnTo>
                <a:lnTo>
                  <a:pt x="1748" y="1789"/>
                </a:lnTo>
                <a:lnTo>
                  <a:pt x="1747" y="1789"/>
                </a:lnTo>
                <a:lnTo>
                  <a:pt x="1747" y="1790"/>
                </a:lnTo>
                <a:lnTo>
                  <a:pt x="1746" y="1790"/>
                </a:lnTo>
                <a:lnTo>
                  <a:pt x="1745" y="1790"/>
                </a:lnTo>
                <a:lnTo>
                  <a:pt x="1745" y="1789"/>
                </a:lnTo>
                <a:lnTo>
                  <a:pt x="1745" y="1790"/>
                </a:lnTo>
                <a:lnTo>
                  <a:pt x="1744" y="1790"/>
                </a:lnTo>
                <a:lnTo>
                  <a:pt x="1743" y="1790"/>
                </a:lnTo>
                <a:lnTo>
                  <a:pt x="1742" y="1789"/>
                </a:lnTo>
                <a:lnTo>
                  <a:pt x="1741" y="1789"/>
                </a:lnTo>
                <a:lnTo>
                  <a:pt x="1740" y="1789"/>
                </a:lnTo>
                <a:lnTo>
                  <a:pt x="1740" y="1790"/>
                </a:lnTo>
                <a:lnTo>
                  <a:pt x="1739" y="1790"/>
                </a:lnTo>
                <a:lnTo>
                  <a:pt x="1738" y="1790"/>
                </a:lnTo>
                <a:lnTo>
                  <a:pt x="1737" y="1790"/>
                </a:lnTo>
                <a:lnTo>
                  <a:pt x="1737" y="1789"/>
                </a:lnTo>
                <a:lnTo>
                  <a:pt x="1736" y="1789"/>
                </a:lnTo>
                <a:lnTo>
                  <a:pt x="1735" y="1789"/>
                </a:lnTo>
                <a:lnTo>
                  <a:pt x="1734" y="1789"/>
                </a:lnTo>
                <a:lnTo>
                  <a:pt x="1734" y="1790"/>
                </a:lnTo>
                <a:lnTo>
                  <a:pt x="1735" y="1790"/>
                </a:lnTo>
                <a:lnTo>
                  <a:pt x="1734" y="1790"/>
                </a:lnTo>
                <a:lnTo>
                  <a:pt x="1733" y="1791"/>
                </a:lnTo>
                <a:lnTo>
                  <a:pt x="1734" y="1791"/>
                </a:lnTo>
                <a:lnTo>
                  <a:pt x="1734" y="1792"/>
                </a:lnTo>
                <a:lnTo>
                  <a:pt x="1733" y="1792"/>
                </a:lnTo>
                <a:lnTo>
                  <a:pt x="1732" y="1792"/>
                </a:lnTo>
                <a:lnTo>
                  <a:pt x="1732" y="1793"/>
                </a:lnTo>
                <a:lnTo>
                  <a:pt x="1731" y="1793"/>
                </a:lnTo>
                <a:lnTo>
                  <a:pt x="1731" y="1794"/>
                </a:lnTo>
                <a:lnTo>
                  <a:pt x="1730" y="1794"/>
                </a:lnTo>
                <a:lnTo>
                  <a:pt x="1730" y="1795"/>
                </a:lnTo>
                <a:lnTo>
                  <a:pt x="1729" y="1795"/>
                </a:lnTo>
                <a:lnTo>
                  <a:pt x="1729" y="1796"/>
                </a:lnTo>
                <a:lnTo>
                  <a:pt x="1728" y="1796"/>
                </a:lnTo>
                <a:lnTo>
                  <a:pt x="1728" y="1797"/>
                </a:lnTo>
                <a:lnTo>
                  <a:pt x="1728" y="1798"/>
                </a:lnTo>
                <a:lnTo>
                  <a:pt x="1727" y="1798"/>
                </a:lnTo>
                <a:lnTo>
                  <a:pt x="1726" y="1797"/>
                </a:lnTo>
                <a:lnTo>
                  <a:pt x="1725" y="1797"/>
                </a:lnTo>
                <a:lnTo>
                  <a:pt x="1725" y="1798"/>
                </a:lnTo>
                <a:lnTo>
                  <a:pt x="1724" y="1798"/>
                </a:lnTo>
                <a:lnTo>
                  <a:pt x="1724" y="1799"/>
                </a:lnTo>
                <a:lnTo>
                  <a:pt x="1724" y="1800"/>
                </a:lnTo>
                <a:lnTo>
                  <a:pt x="1723" y="1800"/>
                </a:lnTo>
                <a:lnTo>
                  <a:pt x="1723" y="1801"/>
                </a:lnTo>
                <a:lnTo>
                  <a:pt x="1722" y="1802"/>
                </a:lnTo>
                <a:lnTo>
                  <a:pt x="1721" y="1802"/>
                </a:lnTo>
                <a:lnTo>
                  <a:pt x="1721" y="1803"/>
                </a:lnTo>
                <a:lnTo>
                  <a:pt x="1720" y="1803"/>
                </a:lnTo>
                <a:lnTo>
                  <a:pt x="1720" y="1804"/>
                </a:lnTo>
                <a:lnTo>
                  <a:pt x="1720" y="1803"/>
                </a:lnTo>
                <a:lnTo>
                  <a:pt x="1719" y="1803"/>
                </a:lnTo>
                <a:lnTo>
                  <a:pt x="1719" y="1802"/>
                </a:lnTo>
                <a:lnTo>
                  <a:pt x="1718" y="1802"/>
                </a:lnTo>
                <a:lnTo>
                  <a:pt x="1717" y="1802"/>
                </a:lnTo>
                <a:lnTo>
                  <a:pt x="1717" y="1801"/>
                </a:lnTo>
                <a:lnTo>
                  <a:pt x="1716" y="1801"/>
                </a:lnTo>
                <a:lnTo>
                  <a:pt x="1716" y="1802"/>
                </a:lnTo>
                <a:lnTo>
                  <a:pt x="1715" y="1802"/>
                </a:lnTo>
                <a:lnTo>
                  <a:pt x="1715" y="1803"/>
                </a:lnTo>
                <a:lnTo>
                  <a:pt x="1715" y="1804"/>
                </a:lnTo>
                <a:lnTo>
                  <a:pt x="1714" y="1804"/>
                </a:lnTo>
                <a:lnTo>
                  <a:pt x="1714" y="1805"/>
                </a:lnTo>
                <a:lnTo>
                  <a:pt x="1713" y="1805"/>
                </a:lnTo>
                <a:lnTo>
                  <a:pt x="1713" y="1806"/>
                </a:lnTo>
                <a:lnTo>
                  <a:pt x="1712" y="1806"/>
                </a:lnTo>
                <a:lnTo>
                  <a:pt x="1711" y="1807"/>
                </a:lnTo>
                <a:lnTo>
                  <a:pt x="1710" y="1807"/>
                </a:lnTo>
                <a:lnTo>
                  <a:pt x="1710" y="1808"/>
                </a:lnTo>
                <a:lnTo>
                  <a:pt x="1709" y="1809"/>
                </a:lnTo>
                <a:lnTo>
                  <a:pt x="1708" y="1809"/>
                </a:lnTo>
                <a:lnTo>
                  <a:pt x="1708" y="1810"/>
                </a:lnTo>
                <a:lnTo>
                  <a:pt x="1708" y="1811"/>
                </a:lnTo>
                <a:lnTo>
                  <a:pt x="1708" y="1810"/>
                </a:lnTo>
                <a:lnTo>
                  <a:pt x="1708" y="1811"/>
                </a:lnTo>
                <a:lnTo>
                  <a:pt x="1707" y="1811"/>
                </a:lnTo>
                <a:lnTo>
                  <a:pt x="1706" y="1811"/>
                </a:lnTo>
                <a:lnTo>
                  <a:pt x="1706" y="1812"/>
                </a:lnTo>
                <a:lnTo>
                  <a:pt x="1705" y="1812"/>
                </a:lnTo>
                <a:lnTo>
                  <a:pt x="1706" y="1812"/>
                </a:lnTo>
                <a:lnTo>
                  <a:pt x="1706" y="1813"/>
                </a:lnTo>
                <a:lnTo>
                  <a:pt x="1706" y="1814"/>
                </a:lnTo>
                <a:lnTo>
                  <a:pt x="1707" y="1814"/>
                </a:lnTo>
                <a:lnTo>
                  <a:pt x="1707" y="1815"/>
                </a:lnTo>
                <a:lnTo>
                  <a:pt x="1707" y="1816"/>
                </a:lnTo>
                <a:lnTo>
                  <a:pt x="1706" y="1816"/>
                </a:lnTo>
                <a:lnTo>
                  <a:pt x="1705" y="1816"/>
                </a:lnTo>
                <a:lnTo>
                  <a:pt x="1705" y="1817"/>
                </a:lnTo>
                <a:lnTo>
                  <a:pt x="1704" y="1817"/>
                </a:lnTo>
                <a:lnTo>
                  <a:pt x="1703" y="1817"/>
                </a:lnTo>
                <a:lnTo>
                  <a:pt x="1703" y="1818"/>
                </a:lnTo>
                <a:lnTo>
                  <a:pt x="1703" y="1819"/>
                </a:lnTo>
                <a:lnTo>
                  <a:pt x="1703" y="1820"/>
                </a:lnTo>
                <a:lnTo>
                  <a:pt x="1703" y="1821"/>
                </a:lnTo>
                <a:lnTo>
                  <a:pt x="1702" y="1821"/>
                </a:lnTo>
                <a:lnTo>
                  <a:pt x="1702" y="1822"/>
                </a:lnTo>
                <a:lnTo>
                  <a:pt x="1702" y="1823"/>
                </a:lnTo>
                <a:lnTo>
                  <a:pt x="1702" y="1824"/>
                </a:lnTo>
                <a:lnTo>
                  <a:pt x="1701" y="1824"/>
                </a:lnTo>
                <a:lnTo>
                  <a:pt x="1701" y="1825"/>
                </a:lnTo>
                <a:lnTo>
                  <a:pt x="1700" y="1825"/>
                </a:lnTo>
                <a:lnTo>
                  <a:pt x="1700" y="1826"/>
                </a:lnTo>
                <a:lnTo>
                  <a:pt x="1699" y="1826"/>
                </a:lnTo>
                <a:lnTo>
                  <a:pt x="1699" y="1827"/>
                </a:lnTo>
                <a:lnTo>
                  <a:pt x="1699" y="1828"/>
                </a:lnTo>
                <a:lnTo>
                  <a:pt x="1698" y="1828"/>
                </a:lnTo>
                <a:lnTo>
                  <a:pt x="1698" y="1829"/>
                </a:lnTo>
                <a:lnTo>
                  <a:pt x="1696" y="1829"/>
                </a:lnTo>
                <a:lnTo>
                  <a:pt x="1695" y="1830"/>
                </a:lnTo>
                <a:lnTo>
                  <a:pt x="1694" y="1831"/>
                </a:lnTo>
                <a:lnTo>
                  <a:pt x="1694" y="1832"/>
                </a:lnTo>
                <a:lnTo>
                  <a:pt x="1694" y="1833"/>
                </a:lnTo>
                <a:lnTo>
                  <a:pt x="1693" y="1833"/>
                </a:lnTo>
                <a:lnTo>
                  <a:pt x="1692" y="1833"/>
                </a:lnTo>
                <a:lnTo>
                  <a:pt x="1691" y="1833"/>
                </a:lnTo>
                <a:lnTo>
                  <a:pt x="1691" y="1834"/>
                </a:lnTo>
                <a:lnTo>
                  <a:pt x="1690" y="1835"/>
                </a:lnTo>
                <a:lnTo>
                  <a:pt x="1691" y="1835"/>
                </a:lnTo>
                <a:lnTo>
                  <a:pt x="1690" y="1836"/>
                </a:lnTo>
                <a:lnTo>
                  <a:pt x="1689" y="1836"/>
                </a:lnTo>
                <a:lnTo>
                  <a:pt x="1689" y="1837"/>
                </a:lnTo>
                <a:lnTo>
                  <a:pt x="1689" y="1838"/>
                </a:lnTo>
                <a:lnTo>
                  <a:pt x="1689" y="1839"/>
                </a:lnTo>
                <a:lnTo>
                  <a:pt x="1688" y="1839"/>
                </a:lnTo>
                <a:lnTo>
                  <a:pt x="1687" y="1839"/>
                </a:lnTo>
                <a:lnTo>
                  <a:pt x="1687" y="1840"/>
                </a:lnTo>
                <a:lnTo>
                  <a:pt x="1686" y="1840"/>
                </a:lnTo>
                <a:lnTo>
                  <a:pt x="1685" y="1840"/>
                </a:lnTo>
                <a:lnTo>
                  <a:pt x="1685" y="1841"/>
                </a:lnTo>
                <a:lnTo>
                  <a:pt x="1685" y="1842"/>
                </a:lnTo>
                <a:lnTo>
                  <a:pt x="1684" y="1842"/>
                </a:lnTo>
                <a:lnTo>
                  <a:pt x="1683" y="1842"/>
                </a:lnTo>
                <a:lnTo>
                  <a:pt x="1682" y="1842"/>
                </a:lnTo>
                <a:lnTo>
                  <a:pt x="1681" y="1843"/>
                </a:lnTo>
                <a:lnTo>
                  <a:pt x="1680" y="1843"/>
                </a:lnTo>
                <a:lnTo>
                  <a:pt x="1679" y="1843"/>
                </a:lnTo>
                <a:lnTo>
                  <a:pt x="1678" y="1843"/>
                </a:lnTo>
                <a:lnTo>
                  <a:pt x="1678" y="1844"/>
                </a:lnTo>
                <a:lnTo>
                  <a:pt x="1677" y="1844"/>
                </a:lnTo>
                <a:lnTo>
                  <a:pt x="1677" y="1845"/>
                </a:lnTo>
                <a:lnTo>
                  <a:pt x="1676" y="1845"/>
                </a:lnTo>
                <a:lnTo>
                  <a:pt x="1675" y="1845"/>
                </a:lnTo>
                <a:lnTo>
                  <a:pt x="1674" y="1845"/>
                </a:lnTo>
                <a:lnTo>
                  <a:pt x="1674" y="1844"/>
                </a:lnTo>
                <a:lnTo>
                  <a:pt x="1673" y="1844"/>
                </a:lnTo>
                <a:lnTo>
                  <a:pt x="1672" y="1844"/>
                </a:lnTo>
                <a:lnTo>
                  <a:pt x="1671" y="1844"/>
                </a:lnTo>
                <a:lnTo>
                  <a:pt x="1670" y="1845"/>
                </a:lnTo>
                <a:lnTo>
                  <a:pt x="1670" y="1846"/>
                </a:lnTo>
                <a:lnTo>
                  <a:pt x="1669" y="1846"/>
                </a:lnTo>
                <a:lnTo>
                  <a:pt x="1669" y="1847"/>
                </a:lnTo>
                <a:lnTo>
                  <a:pt x="1668" y="1847"/>
                </a:lnTo>
                <a:lnTo>
                  <a:pt x="1667" y="1847"/>
                </a:lnTo>
                <a:lnTo>
                  <a:pt x="1667" y="1848"/>
                </a:lnTo>
                <a:lnTo>
                  <a:pt x="1667" y="1849"/>
                </a:lnTo>
                <a:lnTo>
                  <a:pt x="1666" y="1849"/>
                </a:lnTo>
                <a:lnTo>
                  <a:pt x="1666" y="1850"/>
                </a:lnTo>
                <a:lnTo>
                  <a:pt x="1665" y="1851"/>
                </a:lnTo>
                <a:lnTo>
                  <a:pt x="1664" y="1851"/>
                </a:lnTo>
                <a:lnTo>
                  <a:pt x="1664" y="1852"/>
                </a:lnTo>
                <a:lnTo>
                  <a:pt x="1663" y="1852"/>
                </a:lnTo>
                <a:lnTo>
                  <a:pt x="1663" y="1853"/>
                </a:lnTo>
                <a:lnTo>
                  <a:pt x="1662" y="1853"/>
                </a:lnTo>
                <a:lnTo>
                  <a:pt x="1661" y="1853"/>
                </a:lnTo>
                <a:lnTo>
                  <a:pt x="1660" y="1853"/>
                </a:lnTo>
                <a:lnTo>
                  <a:pt x="1659" y="1853"/>
                </a:lnTo>
                <a:lnTo>
                  <a:pt x="1658" y="1853"/>
                </a:lnTo>
                <a:lnTo>
                  <a:pt x="1658" y="1855"/>
                </a:lnTo>
                <a:lnTo>
                  <a:pt x="1657" y="1855"/>
                </a:lnTo>
                <a:lnTo>
                  <a:pt x="1657" y="1856"/>
                </a:lnTo>
                <a:lnTo>
                  <a:pt x="1657" y="1857"/>
                </a:lnTo>
                <a:lnTo>
                  <a:pt x="1656" y="1857"/>
                </a:lnTo>
                <a:lnTo>
                  <a:pt x="1655" y="1857"/>
                </a:lnTo>
                <a:lnTo>
                  <a:pt x="1655" y="1858"/>
                </a:lnTo>
                <a:lnTo>
                  <a:pt x="1655" y="1859"/>
                </a:lnTo>
                <a:lnTo>
                  <a:pt x="1654" y="1859"/>
                </a:lnTo>
                <a:lnTo>
                  <a:pt x="1655" y="1859"/>
                </a:lnTo>
                <a:lnTo>
                  <a:pt x="1654" y="1859"/>
                </a:lnTo>
                <a:lnTo>
                  <a:pt x="1654" y="1860"/>
                </a:lnTo>
                <a:lnTo>
                  <a:pt x="1654" y="1861"/>
                </a:lnTo>
                <a:lnTo>
                  <a:pt x="1654" y="1862"/>
                </a:lnTo>
                <a:lnTo>
                  <a:pt x="1654" y="1863"/>
                </a:lnTo>
                <a:lnTo>
                  <a:pt x="1655" y="1864"/>
                </a:lnTo>
                <a:lnTo>
                  <a:pt x="1654" y="1864"/>
                </a:lnTo>
                <a:lnTo>
                  <a:pt x="1654" y="1865"/>
                </a:lnTo>
                <a:lnTo>
                  <a:pt x="1653" y="1865"/>
                </a:lnTo>
                <a:lnTo>
                  <a:pt x="1654" y="1866"/>
                </a:lnTo>
                <a:lnTo>
                  <a:pt x="1655" y="1866"/>
                </a:lnTo>
                <a:lnTo>
                  <a:pt x="1655" y="1867"/>
                </a:lnTo>
                <a:lnTo>
                  <a:pt x="1654" y="1867"/>
                </a:lnTo>
                <a:lnTo>
                  <a:pt x="1654" y="1868"/>
                </a:lnTo>
                <a:lnTo>
                  <a:pt x="1653" y="1868"/>
                </a:lnTo>
                <a:lnTo>
                  <a:pt x="1651" y="1868"/>
                </a:lnTo>
                <a:lnTo>
                  <a:pt x="1650" y="1868"/>
                </a:lnTo>
                <a:lnTo>
                  <a:pt x="1649" y="1868"/>
                </a:lnTo>
                <a:lnTo>
                  <a:pt x="1648" y="1868"/>
                </a:lnTo>
                <a:lnTo>
                  <a:pt x="1648" y="1869"/>
                </a:lnTo>
                <a:lnTo>
                  <a:pt x="1648" y="1870"/>
                </a:lnTo>
                <a:lnTo>
                  <a:pt x="1648" y="1871"/>
                </a:lnTo>
                <a:lnTo>
                  <a:pt x="1647" y="1871"/>
                </a:lnTo>
                <a:lnTo>
                  <a:pt x="1647" y="1872"/>
                </a:lnTo>
                <a:lnTo>
                  <a:pt x="1646" y="1872"/>
                </a:lnTo>
                <a:lnTo>
                  <a:pt x="1646" y="1873"/>
                </a:lnTo>
                <a:lnTo>
                  <a:pt x="1645" y="1873"/>
                </a:lnTo>
                <a:lnTo>
                  <a:pt x="1645" y="1874"/>
                </a:lnTo>
                <a:lnTo>
                  <a:pt x="1645" y="1875"/>
                </a:lnTo>
                <a:lnTo>
                  <a:pt x="1644" y="1875"/>
                </a:lnTo>
                <a:lnTo>
                  <a:pt x="1644" y="1876"/>
                </a:lnTo>
                <a:lnTo>
                  <a:pt x="1644" y="1877"/>
                </a:lnTo>
                <a:lnTo>
                  <a:pt x="1643" y="1877"/>
                </a:lnTo>
                <a:lnTo>
                  <a:pt x="1642" y="1878"/>
                </a:lnTo>
                <a:lnTo>
                  <a:pt x="1641" y="1878"/>
                </a:lnTo>
                <a:lnTo>
                  <a:pt x="1641" y="1879"/>
                </a:lnTo>
                <a:lnTo>
                  <a:pt x="1640" y="1879"/>
                </a:lnTo>
                <a:lnTo>
                  <a:pt x="1640" y="1880"/>
                </a:lnTo>
                <a:lnTo>
                  <a:pt x="1639" y="1880"/>
                </a:lnTo>
                <a:lnTo>
                  <a:pt x="1638" y="1880"/>
                </a:lnTo>
                <a:lnTo>
                  <a:pt x="1637" y="1881"/>
                </a:lnTo>
                <a:lnTo>
                  <a:pt x="1637" y="1882"/>
                </a:lnTo>
                <a:lnTo>
                  <a:pt x="1636" y="1882"/>
                </a:lnTo>
                <a:lnTo>
                  <a:pt x="1636" y="1883"/>
                </a:lnTo>
                <a:lnTo>
                  <a:pt x="1636" y="1884"/>
                </a:lnTo>
                <a:lnTo>
                  <a:pt x="1635" y="1884"/>
                </a:lnTo>
                <a:lnTo>
                  <a:pt x="1634" y="1884"/>
                </a:lnTo>
                <a:lnTo>
                  <a:pt x="1634" y="1885"/>
                </a:lnTo>
                <a:lnTo>
                  <a:pt x="1634" y="1886"/>
                </a:lnTo>
                <a:lnTo>
                  <a:pt x="1634" y="1887"/>
                </a:lnTo>
                <a:lnTo>
                  <a:pt x="1633" y="1887"/>
                </a:lnTo>
                <a:lnTo>
                  <a:pt x="1633" y="1888"/>
                </a:lnTo>
                <a:lnTo>
                  <a:pt x="1634" y="1889"/>
                </a:lnTo>
                <a:lnTo>
                  <a:pt x="1635" y="1889"/>
                </a:lnTo>
                <a:lnTo>
                  <a:pt x="1635" y="1890"/>
                </a:lnTo>
                <a:lnTo>
                  <a:pt x="1636" y="1890"/>
                </a:lnTo>
                <a:lnTo>
                  <a:pt x="1636" y="1891"/>
                </a:lnTo>
                <a:lnTo>
                  <a:pt x="1635" y="1891"/>
                </a:lnTo>
                <a:lnTo>
                  <a:pt x="1636" y="1891"/>
                </a:lnTo>
                <a:lnTo>
                  <a:pt x="1636" y="1892"/>
                </a:lnTo>
                <a:lnTo>
                  <a:pt x="1636" y="1893"/>
                </a:lnTo>
                <a:lnTo>
                  <a:pt x="1637" y="1893"/>
                </a:lnTo>
                <a:lnTo>
                  <a:pt x="1636" y="1894"/>
                </a:lnTo>
                <a:lnTo>
                  <a:pt x="1637" y="1895"/>
                </a:lnTo>
                <a:lnTo>
                  <a:pt x="1638" y="1895"/>
                </a:lnTo>
                <a:lnTo>
                  <a:pt x="1638" y="1896"/>
                </a:lnTo>
                <a:lnTo>
                  <a:pt x="1638" y="1897"/>
                </a:lnTo>
                <a:lnTo>
                  <a:pt x="1637" y="1897"/>
                </a:lnTo>
                <a:lnTo>
                  <a:pt x="1637" y="1898"/>
                </a:lnTo>
                <a:lnTo>
                  <a:pt x="1636" y="1898"/>
                </a:lnTo>
                <a:lnTo>
                  <a:pt x="1636" y="1899"/>
                </a:lnTo>
                <a:lnTo>
                  <a:pt x="1635" y="1900"/>
                </a:lnTo>
                <a:lnTo>
                  <a:pt x="1634" y="1900"/>
                </a:lnTo>
                <a:lnTo>
                  <a:pt x="1633" y="1900"/>
                </a:lnTo>
                <a:lnTo>
                  <a:pt x="1632" y="1900"/>
                </a:lnTo>
                <a:lnTo>
                  <a:pt x="1632" y="1901"/>
                </a:lnTo>
                <a:lnTo>
                  <a:pt x="1631" y="1902"/>
                </a:lnTo>
                <a:lnTo>
                  <a:pt x="1629" y="1902"/>
                </a:lnTo>
                <a:lnTo>
                  <a:pt x="1628" y="1902"/>
                </a:lnTo>
                <a:lnTo>
                  <a:pt x="1627" y="1902"/>
                </a:lnTo>
                <a:lnTo>
                  <a:pt x="1627" y="1903"/>
                </a:lnTo>
                <a:lnTo>
                  <a:pt x="1626" y="1903"/>
                </a:lnTo>
                <a:lnTo>
                  <a:pt x="1626" y="1904"/>
                </a:lnTo>
                <a:lnTo>
                  <a:pt x="1626" y="1905"/>
                </a:lnTo>
                <a:lnTo>
                  <a:pt x="1625" y="1905"/>
                </a:lnTo>
                <a:lnTo>
                  <a:pt x="1626" y="1906"/>
                </a:lnTo>
                <a:lnTo>
                  <a:pt x="1626" y="1907"/>
                </a:lnTo>
                <a:lnTo>
                  <a:pt x="1626" y="1908"/>
                </a:lnTo>
                <a:lnTo>
                  <a:pt x="1625" y="1909"/>
                </a:lnTo>
                <a:lnTo>
                  <a:pt x="1624" y="1909"/>
                </a:lnTo>
                <a:lnTo>
                  <a:pt x="1623" y="1909"/>
                </a:lnTo>
                <a:lnTo>
                  <a:pt x="1623" y="1910"/>
                </a:lnTo>
                <a:lnTo>
                  <a:pt x="1624" y="1910"/>
                </a:lnTo>
                <a:lnTo>
                  <a:pt x="1625" y="1910"/>
                </a:lnTo>
                <a:lnTo>
                  <a:pt x="1626" y="1911"/>
                </a:lnTo>
                <a:lnTo>
                  <a:pt x="1626" y="1912"/>
                </a:lnTo>
                <a:lnTo>
                  <a:pt x="1626" y="1914"/>
                </a:lnTo>
                <a:lnTo>
                  <a:pt x="1626" y="1915"/>
                </a:lnTo>
                <a:lnTo>
                  <a:pt x="1627" y="1916"/>
                </a:lnTo>
                <a:lnTo>
                  <a:pt x="1627" y="1917"/>
                </a:lnTo>
                <a:lnTo>
                  <a:pt x="1627" y="1918"/>
                </a:lnTo>
                <a:lnTo>
                  <a:pt x="1627" y="1919"/>
                </a:lnTo>
                <a:lnTo>
                  <a:pt x="1626" y="1919"/>
                </a:lnTo>
                <a:lnTo>
                  <a:pt x="1626" y="1920"/>
                </a:lnTo>
                <a:lnTo>
                  <a:pt x="1626" y="1922"/>
                </a:lnTo>
                <a:lnTo>
                  <a:pt x="1626" y="1923"/>
                </a:lnTo>
                <a:lnTo>
                  <a:pt x="1626" y="1924"/>
                </a:lnTo>
                <a:lnTo>
                  <a:pt x="1628" y="1926"/>
                </a:lnTo>
                <a:lnTo>
                  <a:pt x="1629" y="1927"/>
                </a:lnTo>
                <a:lnTo>
                  <a:pt x="1629" y="1928"/>
                </a:lnTo>
                <a:lnTo>
                  <a:pt x="1629" y="1929"/>
                </a:lnTo>
                <a:lnTo>
                  <a:pt x="1629" y="1930"/>
                </a:lnTo>
                <a:lnTo>
                  <a:pt x="1628" y="1931"/>
                </a:lnTo>
                <a:lnTo>
                  <a:pt x="1628" y="1932"/>
                </a:lnTo>
                <a:lnTo>
                  <a:pt x="1627" y="1933"/>
                </a:lnTo>
                <a:lnTo>
                  <a:pt x="1627" y="1934"/>
                </a:lnTo>
                <a:lnTo>
                  <a:pt x="1627" y="1935"/>
                </a:lnTo>
                <a:lnTo>
                  <a:pt x="1626" y="1935"/>
                </a:lnTo>
                <a:lnTo>
                  <a:pt x="1625" y="1936"/>
                </a:lnTo>
                <a:lnTo>
                  <a:pt x="1625" y="1937"/>
                </a:lnTo>
                <a:lnTo>
                  <a:pt x="1623" y="1939"/>
                </a:lnTo>
                <a:lnTo>
                  <a:pt x="1623" y="1940"/>
                </a:lnTo>
                <a:lnTo>
                  <a:pt x="1622" y="1940"/>
                </a:lnTo>
                <a:lnTo>
                  <a:pt x="1622" y="1941"/>
                </a:lnTo>
                <a:lnTo>
                  <a:pt x="1622" y="1942"/>
                </a:lnTo>
                <a:lnTo>
                  <a:pt x="1621" y="1942"/>
                </a:lnTo>
                <a:lnTo>
                  <a:pt x="1621" y="1943"/>
                </a:lnTo>
                <a:lnTo>
                  <a:pt x="1620" y="1944"/>
                </a:lnTo>
                <a:lnTo>
                  <a:pt x="1620" y="1945"/>
                </a:lnTo>
                <a:lnTo>
                  <a:pt x="1619" y="1946"/>
                </a:lnTo>
                <a:lnTo>
                  <a:pt x="1619" y="1947"/>
                </a:lnTo>
                <a:lnTo>
                  <a:pt x="1618" y="1947"/>
                </a:lnTo>
                <a:lnTo>
                  <a:pt x="1618" y="1948"/>
                </a:lnTo>
                <a:lnTo>
                  <a:pt x="1617" y="1948"/>
                </a:lnTo>
                <a:lnTo>
                  <a:pt x="1617" y="1949"/>
                </a:lnTo>
                <a:lnTo>
                  <a:pt x="1616" y="1949"/>
                </a:lnTo>
                <a:lnTo>
                  <a:pt x="1615" y="1950"/>
                </a:lnTo>
                <a:lnTo>
                  <a:pt x="1614" y="1951"/>
                </a:lnTo>
                <a:lnTo>
                  <a:pt x="1613" y="1952"/>
                </a:lnTo>
                <a:lnTo>
                  <a:pt x="1612" y="1953"/>
                </a:lnTo>
                <a:lnTo>
                  <a:pt x="1611" y="1953"/>
                </a:lnTo>
                <a:lnTo>
                  <a:pt x="1610" y="1954"/>
                </a:lnTo>
                <a:lnTo>
                  <a:pt x="1609" y="1954"/>
                </a:lnTo>
                <a:lnTo>
                  <a:pt x="1608" y="1954"/>
                </a:lnTo>
                <a:lnTo>
                  <a:pt x="1607" y="1954"/>
                </a:lnTo>
                <a:lnTo>
                  <a:pt x="1607" y="1955"/>
                </a:lnTo>
                <a:lnTo>
                  <a:pt x="1606" y="1955"/>
                </a:lnTo>
                <a:lnTo>
                  <a:pt x="1605" y="1956"/>
                </a:lnTo>
                <a:lnTo>
                  <a:pt x="1604" y="1956"/>
                </a:lnTo>
                <a:lnTo>
                  <a:pt x="1603" y="1957"/>
                </a:lnTo>
                <a:lnTo>
                  <a:pt x="1602" y="1957"/>
                </a:lnTo>
                <a:lnTo>
                  <a:pt x="1602" y="1958"/>
                </a:lnTo>
                <a:lnTo>
                  <a:pt x="1602" y="1959"/>
                </a:lnTo>
                <a:lnTo>
                  <a:pt x="1602" y="1960"/>
                </a:lnTo>
                <a:lnTo>
                  <a:pt x="1601" y="1960"/>
                </a:lnTo>
                <a:lnTo>
                  <a:pt x="1601" y="1961"/>
                </a:lnTo>
                <a:lnTo>
                  <a:pt x="1601" y="1962"/>
                </a:lnTo>
                <a:lnTo>
                  <a:pt x="1601" y="1963"/>
                </a:lnTo>
                <a:lnTo>
                  <a:pt x="1601" y="1964"/>
                </a:lnTo>
                <a:lnTo>
                  <a:pt x="1600" y="1965"/>
                </a:lnTo>
                <a:lnTo>
                  <a:pt x="1600" y="1966"/>
                </a:lnTo>
                <a:lnTo>
                  <a:pt x="1599" y="1966"/>
                </a:lnTo>
                <a:lnTo>
                  <a:pt x="1598" y="1966"/>
                </a:lnTo>
                <a:lnTo>
                  <a:pt x="1596" y="1966"/>
                </a:lnTo>
                <a:lnTo>
                  <a:pt x="1596" y="1965"/>
                </a:lnTo>
                <a:lnTo>
                  <a:pt x="1595" y="1965"/>
                </a:lnTo>
                <a:lnTo>
                  <a:pt x="1595" y="1964"/>
                </a:lnTo>
                <a:lnTo>
                  <a:pt x="1595" y="1963"/>
                </a:lnTo>
                <a:lnTo>
                  <a:pt x="1594" y="1963"/>
                </a:lnTo>
                <a:lnTo>
                  <a:pt x="1594" y="1962"/>
                </a:lnTo>
                <a:lnTo>
                  <a:pt x="1593" y="1961"/>
                </a:lnTo>
                <a:lnTo>
                  <a:pt x="1593" y="1960"/>
                </a:lnTo>
                <a:lnTo>
                  <a:pt x="1592" y="1959"/>
                </a:lnTo>
                <a:lnTo>
                  <a:pt x="1592" y="1958"/>
                </a:lnTo>
                <a:lnTo>
                  <a:pt x="1591" y="1958"/>
                </a:lnTo>
                <a:lnTo>
                  <a:pt x="1591" y="1957"/>
                </a:lnTo>
                <a:lnTo>
                  <a:pt x="1591" y="1956"/>
                </a:lnTo>
                <a:lnTo>
                  <a:pt x="1590" y="1956"/>
                </a:lnTo>
                <a:lnTo>
                  <a:pt x="1590" y="1955"/>
                </a:lnTo>
                <a:lnTo>
                  <a:pt x="1589" y="1955"/>
                </a:lnTo>
                <a:lnTo>
                  <a:pt x="1589" y="1954"/>
                </a:lnTo>
                <a:lnTo>
                  <a:pt x="1588" y="1954"/>
                </a:lnTo>
                <a:lnTo>
                  <a:pt x="1588" y="1953"/>
                </a:lnTo>
                <a:lnTo>
                  <a:pt x="1587" y="1953"/>
                </a:lnTo>
                <a:lnTo>
                  <a:pt x="1587" y="1952"/>
                </a:lnTo>
                <a:lnTo>
                  <a:pt x="1585" y="1951"/>
                </a:lnTo>
                <a:lnTo>
                  <a:pt x="1584" y="1951"/>
                </a:lnTo>
                <a:lnTo>
                  <a:pt x="1583" y="1951"/>
                </a:lnTo>
                <a:lnTo>
                  <a:pt x="1583" y="1950"/>
                </a:lnTo>
                <a:lnTo>
                  <a:pt x="1584" y="1949"/>
                </a:lnTo>
                <a:lnTo>
                  <a:pt x="1584" y="1948"/>
                </a:lnTo>
                <a:lnTo>
                  <a:pt x="1585" y="1948"/>
                </a:lnTo>
                <a:lnTo>
                  <a:pt x="1585" y="1947"/>
                </a:lnTo>
                <a:lnTo>
                  <a:pt x="1586" y="1947"/>
                </a:lnTo>
                <a:lnTo>
                  <a:pt x="1586" y="1946"/>
                </a:lnTo>
                <a:lnTo>
                  <a:pt x="1586" y="1945"/>
                </a:lnTo>
                <a:lnTo>
                  <a:pt x="1587" y="1944"/>
                </a:lnTo>
                <a:lnTo>
                  <a:pt x="1587" y="1943"/>
                </a:lnTo>
                <a:lnTo>
                  <a:pt x="1586" y="1943"/>
                </a:lnTo>
                <a:lnTo>
                  <a:pt x="1586" y="1942"/>
                </a:lnTo>
                <a:lnTo>
                  <a:pt x="1586" y="1941"/>
                </a:lnTo>
                <a:lnTo>
                  <a:pt x="1586" y="1940"/>
                </a:lnTo>
                <a:lnTo>
                  <a:pt x="1585" y="1940"/>
                </a:lnTo>
                <a:lnTo>
                  <a:pt x="1584" y="1939"/>
                </a:lnTo>
                <a:lnTo>
                  <a:pt x="1584" y="1938"/>
                </a:lnTo>
                <a:lnTo>
                  <a:pt x="1583" y="1938"/>
                </a:lnTo>
                <a:lnTo>
                  <a:pt x="1582" y="1938"/>
                </a:lnTo>
                <a:lnTo>
                  <a:pt x="1582" y="1937"/>
                </a:lnTo>
                <a:lnTo>
                  <a:pt x="1582" y="1936"/>
                </a:lnTo>
                <a:lnTo>
                  <a:pt x="1581" y="1936"/>
                </a:lnTo>
                <a:lnTo>
                  <a:pt x="1580" y="1935"/>
                </a:lnTo>
                <a:lnTo>
                  <a:pt x="1581" y="1934"/>
                </a:lnTo>
                <a:lnTo>
                  <a:pt x="1580" y="1934"/>
                </a:lnTo>
                <a:lnTo>
                  <a:pt x="1580" y="1933"/>
                </a:lnTo>
                <a:lnTo>
                  <a:pt x="1581" y="1933"/>
                </a:lnTo>
                <a:lnTo>
                  <a:pt x="1581" y="1932"/>
                </a:lnTo>
                <a:lnTo>
                  <a:pt x="1580" y="1932"/>
                </a:lnTo>
                <a:lnTo>
                  <a:pt x="1580" y="1931"/>
                </a:lnTo>
                <a:lnTo>
                  <a:pt x="1579" y="1931"/>
                </a:lnTo>
                <a:lnTo>
                  <a:pt x="1578" y="1931"/>
                </a:lnTo>
                <a:lnTo>
                  <a:pt x="1578" y="1930"/>
                </a:lnTo>
                <a:lnTo>
                  <a:pt x="1578" y="1929"/>
                </a:lnTo>
                <a:lnTo>
                  <a:pt x="1578" y="1928"/>
                </a:lnTo>
                <a:lnTo>
                  <a:pt x="1578" y="1927"/>
                </a:lnTo>
                <a:lnTo>
                  <a:pt x="1578" y="1926"/>
                </a:lnTo>
                <a:lnTo>
                  <a:pt x="1577" y="1926"/>
                </a:lnTo>
                <a:lnTo>
                  <a:pt x="1576" y="1926"/>
                </a:lnTo>
                <a:lnTo>
                  <a:pt x="1575" y="1926"/>
                </a:lnTo>
                <a:lnTo>
                  <a:pt x="1574" y="1926"/>
                </a:lnTo>
                <a:lnTo>
                  <a:pt x="1574" y="1927"/>
                </a:lnTo>
                <a:lnTo>
                  <a:pt x="1573" y="1927"/>
                </a:lnTo>
                <a:lnTo>
                  <a:pt x="1573" y="1926"/>
                </a:lnTo>
                <a:lnTo>
                  <a:pt x="1573" y="1925"/>
                </a:lnTo>
                <a:lnTo>
                  <a:pt x="1572" y="1925"/>
                </a:lnTo>
                <a:lnTo>
                  <a:pt x="1572" y="1924"/>
                </a:lnTo>
                <a:lnTo>
                  <a:pt x="1571" y="1924"/>
                </a:lnTo>
                <a:lnTo>
                  <a:pt x="1571" y="1922"/>
                </a:lnTo>
                <a:lnTo>
                  <a:pt x="1571" y="1921"/>
                </a:lnTo>
                <a:lnTo>
                  <a:pt x="1570" y="1921"/>
                </a:lnTo>
                <a:lnTo>
                  <a:pt x="1569" y="1921"/>
                </a:lnTo>
                <a:lnTo>
                  <a:pt x="1569" y="1920"/>
                </a:lnTo>
                <a:lnTo>
                  <a:pt x="1569" y="1919"/>
                </a:lnTo>
                <a:lnTo>
                  <a:pt x="1569" y="1918"/>
                </a:lnTo>
                <a:lnTo>
                  <a:pt x="1569" y="1917"/>
                </a:lnTo>
                <a:lnTo>
                  <a:pt x="1570" y="1917"/>
                </a:lnTo>
                <a:lnTo>
                  <a:pt x="1569" y="1917"/>
                </a:lnTo>
                <a:lnTo>
                  <a:pt x="1568" y="1917"/>
                </a:lnTo>
                <a:lnTo>
                  <a:pt x="1568" y="1916"/>
                </a:lnTo>
                <a:lnTo>
                  <a:pt x="1567" y="1916"/>
                </a:lnTo>
                <a:lnTo>
                  <a:pt x="1567" y="1915"/>
                </a:lnTo>
                <a:lnTo>
                  <a:pt x="1567" y="1914"/>
                </a:lnTo>
                <a:lnTo>
                  <a:pt x="1567" y="1913"/>
                </a:lnTo>
                <a:lnTo>
                  <a:pt x="1568" y="1913"/>
                </a:lnTo>
                <a:lnTo>
                  <a:pt x="1567" y="1913"/>
                </a:lnTo>
                <a:lnTo>
                  <a:pt x="1568" y="1913"/>
                </a:lnTo>
                <a:lnTo>
                  <a:pt x="1568" y="1912"/>
                </a:lnTo>
                <a:lnTo>
                  <a:pt x="1567" y="1912"/>
                </a:lnTo>
                <a:lnTo>
                  <a:pt x="1567" y="1911"/>
                </a:lnTo>
                <a:lnTo>
                  <a:pt x="1566" y="1911"/>
                </a:lnTo>
                <a:lnTo>
                  <a:pt x="1566" y="1910"/>
                </a:lnTo>
                <a:lnTo>
                  <a:pt x="1566" y="1909"/>
                </a:lnTo>
                <a:lnTo>
                  <a:pt x="1566" y="1908"/>
                </a:lnTo>
                <a:lnTo>
                  <a:pt x="1566" y="1907"/>
                </a:lnTo>
                <a:lnTo>
                  <a:pt x="1565" y="1907"/>
                </a:lnTo>
                <a:lnTo>
                  <a:pt x="1566" y="1907"/>
                </a:lnTo>
                <a:lnTo>
                  <a:pt x="1566" y="1906"/>
                </a:lnTo>
                <a:lnTo>
                  <a:pt x="1567" y="1906"/>
                </a:lnTo>
                <a:lnTo>
                  <a:pt x="1567" y="1905"/>
                </a:lnTo>
                <a:lnTo>
                  <a:pt x="1567" y="1904"/>
                </a:lnTo>
                <a:lnTo>
                  <a:pt x="1568" y="1903"/>
                </a:lnTo>
                <a:lnTo>
                  <a:pt x="1568" y="1902"/>
                </a:lnTo>
                <a:lnTo>
                  <a:pt x="1567" y="1902"/>
                </a:lnTo>
                <a:lnTo>
                  <a:pt x="1568" y="1901"/>
                </a:lnTo>
                <a:lnTo>
                  <a:pt x="1568" y="1900"/>
                </a:lnTo>
                <a:lnTo>
                  <a:pt x="1568" y="1899"/>
                </a:lnTo>
                <a:lnTo>
                  <a:pt x="1569" y="1899"/>
                </a:lnTo>
                <a:lnTo>
                  <a:pt x="1569" y="1898"/>
                </a:lnTo>
                <a:lnTo>
                  <a:pt x="1570" y="1898"/>
                </a:lnTo>
                <a:lnTo>
                  <a:pt x="1569" y="1898"/>
                </a:lnTo>
                <a:lnTo>
                  <a:pt x="1569" y="1896"/>
                </a:lnTo>
                <a:lnTo>
                  <a:pt x="1570" y="1896"/>
                </a:lnTo>
                <a:lnTo>
                  <a:pt x="1570" y="1895"/>
                </a:lnTo>
                <a:lnTo>
                  <a:pt x="1569" y="1895"/>
                </a:lnTo>
                <a:lnTo>
                  <a:pt x="1568" y="1895"/>
                </a:lnTo>
                <a:lnTo>
                  <a:pt x="1568" y="1894"/>
                </a:lnTo>
                <a:lnTo>
                  <a:pt x="1568" y="1893"/>
                </a:lnTo>
                <a:lnTo>
                  <a:pt x="1567" y="1893"/>
                </a:lnTo>
                <a:lnTo>
                  <a:pt x="1567" y="1892"/>
                </a:lnTo>
                <a:lnTo>
                  <a:pt x="1568" y="1892"/>
                </a:lnTo>
                <a:lnTo>
                  <a:pt x="1568" y="1891"/>
                </a:lnTo>
                <a:lnTo>
                  <a:pt x="1567" y="1891"/>
                </a:lnTo>
                <a:lnTo>
                  <a:pt x="1568" y="1890"/>
                </a:lnTo>
                <a:lnTo>
                  <a:pt x="1568" y="1889"/>
                </a:lnTo>
                <a:lnTo>
                  <a:pt x="1567" y="1889"/>
                </a:lnTo>
                <a:lnTo>
                  <a:pt x="1567" y="1888"/>
                </a:lnTo>
                <a:lnTo>
                  <a:pt x="1567" y="1887"/>
                </a:lnTo>
                <a:lnTo>
                  <a:pt x="1566" y="1887"/>
                </a:lnTo>
                <a:lnTo>
                  <a:pt x="1567" y="1887"/>
                </a:lnTo>
                <a:lnTo>
                  <a:pt x="1567" y="1886"/>
                </a:lnTo>
                <a:lnTo>
                  <a:pt x="1568" y="1886"/>
                </a:lnTo>
                <a:lnTo>
                  <a:pt x="1569" y="1886"/>
                </a:lnTo>
                <a:lnTo>
                  <a:pt x="1569" y="1887"/>
                </a:lnTo>
                <a:lnTo>
                  <a:pt x="1570" y="1887"/>
                </a:lnTo>
                <a:lnTo>
                  <a:pt x="1570" y="1886"/>
                </a:lnTo>
                <a:lnTo>
                  <a:pt x="1571" y="1886"/>
                </a:lnTo>
                <a:lnTo>
                  <a:pt x="1572" y="1886"/>
                </a:lnTo>
                <a:lnTo>
                  <a:pt x="1572" y="1884"/>
                </a:lnTo>
                <a:lnTo>
                  <a:pt x="1571" y="1884"/>
                </a:lnTo>
                <a:lnTo>
                  <a:pt x="1572" y="1884"/>
                </a:lnTo>
                <a:lnTo>
                  <a:pt x="1572" y="1883"/>
                </a:lnTo>
                <a:lnTo>
                  <a:pt x="1573" y="1883"/>
                </a:lnTo>
                <a:lnTo>
                  <a:pt x="1574" y="1883"/>
                </a:lnTo>
                <a:lnTo>
                  <a:pt x="1574" y="1882"/>
                </a:lnTo>
                <a:lnTo>
                  <a:pt x="1575" y="1882"/>
                </a:lnTo>
                <a:lnTo>
                  <a:pt x="1575" y="1881"/>
                </a:lnTo>
                <a:lnTo>
                  <a:pt x="1576" y="1881"/>
                </a:lnTo>
                <a:lnTo>
                  <a:pt x="1575" y="1881"/>
                </a:lnTo>
                <a:lnTo>
                  <a:pt x="1575" y="1880"/>
                </a:lnTo>
                <a:lnTo>
                  <a:pt x="1575" y="1879"/>
                </a:lnTo>
                <a:lnTo>
                  <a:pt x="1576" y="1879"/>
                </a:lnTo>
                <a:lnTo>
                  <a:pt x="1576" y="1878"/>
                </a:lnTo>
                <a:lnTo>
                  <a:pt x="1577" y="1878"/>
                </a:lnTo>
                <a:lnTo>
                  <a:pt x="1577" y="1877"/>
                </a:lnTo>
                <a:lnTo>
                  <a:pt x="1576" y="1877"/>
                </a:lnTo>
                <a:lnTo>
                  <a:pt x="1576" y="1876"/>
                </a:lnTo>
                <a:lnTo>
                  <a:pt x="1576" y="1875"/>
                </a:lnTo>
                <a:lnTo>
                  <a:pt x="1576" y="1874"/>
                </a:lnTo>
                <a:lnTo>
                  <a:pt x="1577" y="1874"/>
                </a:lnTo>
                <a:lnTo>
                  <a:pt x="1577" y="1873"/>
                </a:lnTo>
                <a:lnTo>
                  <a:pt x="1578" y="1873"/>
                </a:lnTo>
                <a:lnTo>
                  <a:pt x="1578" y="1872"/>
                </a:lnTo>
                <a:lnTo>
                  <a:pt x="1579" y="1872"/>
                </a:lnTo>
                <a:lnTo>
                  <a:pt x="1579" y="1873"/>
                </a:lnTo>
                <a:lnTo>
                  <a:pt x="1580" y="1873"/>
                </a:lnTo>
                <a:lnTo>
                  <a:pt x="1580" y="1872"/>
                </a:lnTo>
                <a:lnTo>
                  <a:pt x="1581" y="1872"/>
                </a:lnTo>
                <a:lnTo>
                  <a:pt x="1582" y="1872"/>
                </a:lnTo>
                <a:lnTo>
                  <a:pt x="1582" y="1871"/>
                </a:lnTo>
                <a:lnTo>
                  <a:pt x="1583" y="1871"/>
                </a:lnTo>
                <a:lnTo>
                  <a:pt x="1583" y="1870"/>
                </a:lnTo>
                <a:lnTo>
                  <a:pt x="1584" y="1870"/>
                </a:lnTo>
                <a:lnTo>
                  <a:pt x="1584" y="1869"/>
                </a:lnTo>
                <a:lnTo>
                  <a:pt x="1585" y="1869"/>
                </a:lnTo>
                <a:lnTo>
                  <a:pt x="1585" y="1868"/>
                </a:lnTo>
                <a:lnTo>
                  <a:pt x="1585" y="1867"/>
                </a:lnTo>
                <a:lnTo>
                  <a:pt x="1585" y="1866"/>
                </a:lnTo>
                <a:lnTo>
                  <a:pt x="1584" y="1866"/>
                </a:lnTo>
                <a:lnTo>
                  <a:pt x="1584" y="1865"/>
                </a:lnTo>
                <a:lnTo>
                  <a:pt x="1585" y="1865"/>
                </a:lnTo>
                <a:lnTo>
                  <a:pt x="1585" y="1864"/>
                </a:lnTo>
                <a:lnTo>
                  <a:pt x="1586" y="1864"/>
                </a:lnTo>
                <a:lnTo>
                  <a:pt x="1586" y="1863"/>
                </a:lnTo>
                <a:lnTo>
                  <a:pt x="1586" y="1862"/>
                </a:lnTo>
                <a:lnTo>
                  <a:pt x="1585" y="1862"/>
                </a:lnTo>
                <a:lnTo>
                  <a:pt x="1585" y="1861"/>
                </a:lnTo>
                <a:lnTo>
                  <a:pt x="1584" y="1861"/>
                </a:lnTo>
                <a:lnTo>
                  <a:pt x="1584" y="1860"/>
                </a:lnTo>
                <a:lnTo>
                  <a:pt x="1585" y="1860"/>
                </a:lnTo>
                <a:lnTo>
                  <a:pt x="1585" y="1859"/>
                </a:lnTo>
                <a:lnTo>
                  <a:pt x="1586" y="1859"/>
                </a:lnTo>
                <a:lnTo>
                  <a:pt x="1587" y="1859"/>
                </a:lnTo>
                <a:lnTo>
                  <a:pt x="1588" y="1859"/>
                </a:lnTo>
                <a:lnTo>
                  <a:pt x="1588" y="1858"/>
                </a:lnTo>
                <a:lnTo>
                  <a:pt x="1588" y="1857"/>
                </a:lnTo>
                <a:lnTo>
                  <a:pt x="1589" y="1857"/>
                </a:lnTo>
                <a:lnTo>
                  <a:pt x="1589" y="1856"/>
                </a:lnTo>
                <a:lnTo>
                  <a:pt x="1589" y="1855"/>
                </a:lnTo>
                <a:lnTo>
                  <a:pt x="1590" y="1854"/>
                </a:lnTo>
                <a:lnTo>
                  <a:pt x="1591" y="1854"/>
                </a:lnTo>
                <a:lnTo>
                  <a:pt x="1590" y="1854"/>
                </a:lnTo>
                <a:lnTo>
                  <a:pt x="1590" y="1853"/>
                </a:lnTo>
                <a:lnTo>
                  <a:pt x="1590" y="1852"/>
                </a:lnTo>
                <a:lnTo>
                  <a:pt x="1589" y="1852"/>
                </a:lnTo>
                <a:lnTo>
                  <a:pt x="1589" y="1851"/>
                </a:lnTo>
                <a:lnTo>
                  <a:pt x="1589" y="1850"/>
                </a:lnTo>
                <a:lnTo>
                  <a:pt x="1589" y="1849"/>
                </a:lnTo>
                <a:lnTo>
                  <a:pt x="1589" y="1848"/>
                </a:lnTo>
                <a:lnTo>
                  <a:pt x="1590" y="1848"/>
                </a:lnTo>
                <a:lnTo>
                  <a:pt x="1590" y="1847"/>
                </a:lnTo>
                <a:lnTo>
                  <a:pt x="1590" y="1846"/>
                </a:lnTo>
                <a:lnTo>
                  <a:pt x="1590" y="1845"/>
                </a:lnTo>
                <a:lnTo>
                  <a:pt x="1591" y="1845"/>
                </a:lnTo>
                <a:lnTo>
                  <a:pt x="1591" y="1844"/>
                </a:lnTo>
                <a:lnTo>
                  <a:pt x="1591" y="1843"/>
                </a:lnTo>
                <a:lnTo>
                  <a:pt x="1591" y="1842"/>
                </a:lnTo>
                <a:lnTo>
                  <a:pt x="1592" y="1842"/>
                </a:lnTo>
                <a:lnTo>
                  <a:pt x="1591" y="1842"/>
                </a:lnTo>
                <a:lnTo>
                  <a:pt x="1592" y="1842"/>
                </a:lnTo>
                <a:lnTo>
                  <a:pt x="1592" y="1841"/>
                </a:lnTo>
                <a:lnTo>
                  <a:pt x="1591" y="1841"/>
                </a:lnTo>
                <a:lnTo>
                  <a:pt x="1592" y="1841"/>
                </a:lnTo>
                <a:lnTo>
                  <a:pt x="1592" y="1840"/>
                </a:lnTo>
                <a:lnTo>
                  <a:pt x="1591" y="1840"/>
                </a:lnTo>
                <a:lnTo>
                  <a:pt x="1591" y="1839"/>
                </a:lnTo>
                <a:lnTo>
                  <a:pt x="1592" y="1839"/>
                </a:lnTo>
                <a:lnTo>
                  <a:pt x="1592" y="1838"/>
                </a:lnTo>
                <a:lnTo>
                  <a:pt x="1593" y="1838"/>
                </a:lnTo>
                <a:lnTo>
                  <a:pt x="1594" y="1838"/>
                </a:lnTo>
                <a:lnTo>
                  <a:pt x="1594" y="1837"/>
                </a:lnTo>
                <a:lnTo>
                  <a:pt x="1595" y="1837"/>
                </a:lnTo>
                <a:lnTo>
                  <a:pt x="1596" y="1837"/>
                </a:lnTo>
                <a:lnTo>
                  <a:pt x="1596" y="1836"/>
                </a:lnTo>
                <a:lnTo>
                  <a:pt x="1597" y="1836"/>
                </a:lnTo>
                <a:lnTo>
                  <a:pt x="1597" y="1835"/>
                </a:lnTo>
                <a:lnTo>
                  <a:pt x="1596" y="1835"/>
                </a:lnTo>
                <a:lnTo>
                  <a:pt x="1596" y="1834"/>
                </a:lnTo>
                <a:lnTo>
                  <a:pt x="1597" y="1834"/>
                </a:lnTo>
                <a:lnTo>
                  <a:pt x="1597" y="1833"/>
                </a:lnTo>
                <a:lnTo>
                  <a:pt x="1598" y="1832"/>
                </a:lnTo>
                <a:lnTo>
                  <a:pt x="1598" y="1831"/>
                </a:lnTo>
                <a:lnTo>
                  <a:pt x="1598" y="1830"/>
                </a:lnTo>
                <a:lnTo>
                  <a:pt x="1597" y="1830"/>
                </a:lnTo>
                <a:lnTo>
                  <a:pt x="1597" y="1827"/>
                </a:lnTo>
                <a:lnTo>
                  <a:pt x="1597" y="1826"/>
                </a:lnTo>
                <a:lnTo>
                  <a:pt x="1598" y="1826"/>
                </a:lnTo>
                <a:lnTo>
                  <a:pt x="1598" y="1825"/>
                </a:lnTo>
                <a:lnTo>
                  <a:pt x="1598" y="1824"/>
                </a:lnTo>
                <a:lnTo>
                  <a:pt x="1597" y="1823"/>
                </a:lnTo>
                <a:lnTo>
                  <a:pt x="1597" y="1822"/>
                </a:lnTo>
                <a:lnTo>
                  <a:pt x="1597" y="1821"/>
                </a:lnTo>
                <a:lnTo>
                  <a:pt x="1597" y="1820"/>
                </a:lnTo>
                <a:lnTo>
                  <a:pt x="1597" y="1819"/>
                </a:lnTo>
                <a:lnTo>
                  <a:pt x="1596" y="1819"/>
                </a:lnTo>
                <a:lnTo>
                  <a:pt x="1596" y="1818"/>
                </a:lnTo>
                <a:lnTo>
                  <a:pt x="1596" y="1817"/>
                </a:lnTo>
                <a:lnTo>
                  <a:pt x="1594" y="1817"/>
                </a:lnTo>
                <a:lnTo>
                  <a:pt x="1594" y="1816"/>
                </a:lnTo>
                <a:lnTo>
                  <a:pt x="1593" y="1816"/>
                </a:lnTo>
                <a:lnTo>
                  <a:pt x="1592" y="1816"/>
                </a:lnTo>
                <a:lnTo>
                  <a:pt x="1591" y="1816"/>
                </a:lnTo>
                <a:lnTo>
                  <a:pt x="1592" y="1815"/>
                </a:lnTo>
                <a:lnTo>
                  <a:pt x="1592" y="1814"/>
                </a:lnTo>
                <a:lnTo>
                  <a:pt x="1592" y="1813"/>
                </a:lnTo>
                <a:lnTo>
                  <a:pt x="1593" y="1813"/>
                </a:lnTo>
                <a:lnTo>
                  <a:pt x="1593" y="1812"/>
                </a:lnTo>
                <a:lnTo>
                  <a:pt x="1593" y="1811"/>
                </a:lnTo>
                <a:lnTo>
                  <a:pt x="1593" y="1809"/>
                </a:lnTo>
                <a:lnTo>
                  <a:pt x="1594" y="1809"/>
                </a:lnTo>
                <a:lnTo>
                  <a:pt x="1594" y="1808"/>
                </a:lnTo>
                <a:lnTo>
                  <a:pt x="1594" y="1807"/>
                </a:lnTo>
                <a:lnTo>
                  <a:pt x="1594" y="1805"/>
                </a:lnTo>
                <a:lnTo>
                  <a:pt x="1594" y="1804"/>
                </a:lnTo>
                <a:lnTo>
                  <a:pt x="1595" y="1804"/>
                </a:lnTo>
                <a:lnTo>
                  <a:pt x="1594" y="1804"/>
                </a:lnTo>
                <a:lnTo>
                  <a:pt x="1594" y="1803"/>
                </a:lnTo>
                <a:lnTo>
                  <a:pt x="1594" y="1802"/>
                </a:lnTo>
                <a:lnTo>
                  <a:pt x="1594" y="1801"/>
                </a:lnTo>
                <a:lnTo>
                  <a:pt x="1593" y="1801"/>
                </a:lnTo>
                <a:lnTo>
                  <a:pt x="1594" y="1800"/>
                </a:lnTo>
                <a:lnTo>
                  <a:pt x="1594" y="1799"/>
                </a:lnTo>
                <a:lnTo>
                  <a:pt x="1594" y="1798"/>
                </a:lnTo>
                <a:lnTo>
                  <a:pt x="1593" y="1798"/>
                </a:lnTo>
                <a:lnTo>
                  <a:pt x="1593" y="1797"/>
                </a:lnTo>
                <a:lnTo>
                  <a:pt x="1592" y="1797"/>
                </a:lnTo>
                <a:lnTo>
                  <a:pt x="1592" y="1796"/>
                </a:lnTo>
                <a:lnTo>
                  <a:pt x="1591" y="1796"/>
                </a:lnTo>
                <a:lnTo>
                  <a:pt x="1590" y="1795"/>
                </a:lnTo>
                <a:lnTo>
                  <a:pt x="1589" y="1794"/>
                </a:lnTo>
                <a:lnTo>
                  <a:pt x="1589" y="1793"/>
                </a:lnTo>
                <a:lnTo>
                  <a:pt x="1588" y="1792"/>
                </a:lnTo>
                <a:lnTo>
                  <a:pt x="1588" y="1791"/>
                </a:lnTo>
                <a:lnTo>
                  <a:pt x="1588" y="1790"/>
                </a:lnTo>
                <a:lnTo>
                  <a:pt x="1587" y="1790"/>
                </a:lnTo>
                <a:lnTo>
                  <a:pt x="1586" y="1790"/>
                </a:lnTo>
                <a:lnTo>
                  <a:pt x="1586" y="1789"/>
                </a:lnTo>
                <a:lnTo>
                  <a:pt x="1585" y="1789"/>
                </a:lnTo>
                <a:lnTo>
                  <a:pt x="1585" y="1788"/>
                </a:lnTo>
                <a:lnTo>
                  <a:pt x="1584" y="1788"/>
                </a:lnTo>
                <a:lnTo>
                  <a:pt x="1584" y="1787"/>
                </a:lnTo>
                <a:lnTo>
                  <a:pt x="1584" y="1786"/>
                </a:lnTo>
                <a:lnTo>
                  <a:pt x="1583" y="1785"/>
                </a:lnTo>
                <a:lnTo>
                  <a:pt x="1583" y="1784"/>
                </a:lnTo>
                <a:lnTo>
                  <a:pt x="1582" y="1784"/>
                </a:lnTo>
                <a:lnTo>
                  <a:pt x="1582" y="1783"/>
                </a:lnTo>
                <a:lnTo>
                  <a:pt x="1581" y="1783"/>
                </a:lnTo>
                <a:lnTo>
                  <a:pt x="1580" y="1783"/>
                </a:lnTo>
                <a:lnTo>
                  <a:pt x="1579" y="1783"/>
                </a:lnTo>
                <a:lnTo>
                  <a:pt x="1578" y="1783"/>
                </a:lnTo>
                <a:lnTo>
                  <a:pt x="1577" y="1783"/>
                </a:lnTo>
                <a:lnTo>
                  <a:pt x="1575" y="1782"/>
                </a:lnTo>
                <a:lnTo>
                  <a:pt x="1574" y="1782"/>
                </a:lnTo>
                <a:lnTo>
                  <a:pt x="1573" y="1782"/>
                </a:lnTo>
                <a:lnTo>
                  <a:pt x="1572" y="1782"/>
                </a:lnTo>
                <a:lnTo>
                  <a:pt x="1571" y="1781"/>
                </a:lnTo>
                <a:lnTo>
                  <a:pt x="1569" y="1781"/>
                </a:lnTo>
                <a:lnTo>
                  <a:pt x="1568" y="1782"/>
                </a:lnTo>
                <a:lnTo>
                  <a:pt x="1567" y="1782"/>
                </a:lnTo>
                <a:lnTo>
                  <a:pt x="1567" y="1781"/>
                </a:lnTo>
                <a:lnTo>
                  <a:pt x="1566" y="1781"/>
                </a:lnTo>
                <a:lnTo>
                  <a:pt x="1566" y="1780"/>
                </a:lnTo>
                <a:lnTo>
                  <a:pt x="1567" y="1780"/>
                </a:lnTo>
                <a:lnTo>
                  <a:pt x="1567" y="1779"/>
                </a:lnTo>
                <a:lnTo>
                  <a:pt x="1566" y="1779"/>
                </a:lnTo>
                <a:lnTo>
                  <a:pt x="1566" y="1778"/>
                </a:lnTo>
                <a:lnTo>
                  <a:pt x="1565" y="1778"/>
                </a:lnTo>
                <a:lnTo>
                  <a:pt x="1565" y="1777"/>
                </a:lnTo>
                <a:lnTo>
                  <a:pt x="1564" y="1776"/>
                </a:lnTo>
                <a:lnTo>
                  <a:pt x="1564" y="1775"/>
                </a:lnTo>
                <a:lnTo>
                  <a:pt x="1563" y="1774"/>
                </a:lnTo>
                <a:lnTo>
                  <a:pt x="1563" y="1773"/>
                </a:lnTo>
                <a:lnTo>
                  <a:pt x="1563" y="1772"/>
                </a:lnTo>
                <a:lnTo>
                  <a:pt x="1563" y="1771"/>
                </a:lnTo>
                <a:lnTo>
                  <a:pt x="1562" y="1771"/>
                </a:lnTo>
                <a:lnTo>
                  <a:pt x="1562" y="1772"/>
                </a:lnTo>
                <a:lnTo>
                  <a:pt x="1561" y="1772"/>
                </a:lnTo>
                <a:lnTo>
                  <a:pt x="1560" y="1772"/>
                </a:lnTo>
                <a:lnTo>
                  <a:pt x="1559" y="1773"/>
                </a:lnTo>
                <a:lnTo>
                  <a:pt x="1559" y="1774"/>
                </a:lnTo>
                <a:lnTo>
                  <a:pt x="1559" y="1775"/>
                </a:lnTo>
                <a:lnTo>
                  <a:pt x="1558" y="1775"/>
                </a:lnTo>
                <a:lnTo>
                  <a:pt x="1557" y="1775"/>
                </a:lnTo>
                <a:lnTo>
                  <a:pt x="1556" y="1775"/>
                </a:lnTo>
                <a:lnTo>
                  <a:pt x="1555" y="1776"/>
                </a:lnTo>
                <a:lnTo>
                  <a:pt x="1556" y="1776"/>
                </a:lnTo>
                <a:lnTo>
                  <a:pt x="1555" y="1776"/>
                </a:lnTo>
                <a:lnTo>
                  <a:pt x="1554" y="1776"/>
                </a:lnTo>
                <a:lnTo>
                  <a:pt x="1553" y="1776"/>
                </a:lnTo>
                <a:lnTo>
                  <a:pt x="1552" y="1777"/>
                </a:lnTo>
                <a:lnTo>
                  <a:pt x="1551" y="1776"/>
                </a:lnTo>
                <a:lnTo>
                  <a:pt x="1550" y="1775"/>
                </a:lnTo>
                <a:lnTo>
                  <a:pt x="1549" y="1775"/>
                </a:lnTo>
                <a:lnTo>
                  <a:pt x="1548" y="1775"/>
                </a:lnTo>
                <a:lnTo>
                  <a:pt x="1548" y="1776"/>
                </a:lnTo>
                <a:lnTo>
                  <a:pt x="1547" y="1776"/>
                </a:lnTo>
                <a:lnTo>
                  <a:pt x="1547" y="1777"/>
                </a:lnTo>
                <a:lnTo>
                  <a:pt x="1547" y="1778"/>
                </a:lnTo>
                <a:lnTo>
                  <a:pt x="1546" y="1779"/>
                </a:lnTo>
                <a:lnTo>
                  <a:pt x="1546" y="1780"/>
                </a:lnTo>
                <a:lnTo>
                  <a:pt x="1547" y="1780"/>
                </a:lnTo>
                <a:lnTo>
                  <a:pt x="1546" y="1781"/>
                </a:lnTo>
                <a:lnTo>
                  <a:pt x="1546" y="1782"/>
                </a:lnTo>
                <a:lnTo>
                  <a:pt x="1545" y="1782"/>
                </a:lnTo>
                <a:lnTo>
                  <a:pt x="1545" y="1783"/>
                </a:lnTo>
                <a:lnTo>
                  <a:pt x="1545" y="1785"/>
                </a:lnTo>
                <a:lnTo>
                  <a:pt x="1544" y="1785"/>
                </a:lnTo>
                <a:lnTo>
                  <a:pt x="1544" y="1786"/>
                </a:lnTo>
                <a:lnTo>
                  <a:pt x="1543" y="1786"/>
                </a:lnTo>
                <a:lnTo>
                  <a:pt x="1542" y="1786"/>
                </a:lnTo>
                <a:lnTo>
                  <a:pt x="1542" y="1785"/>
                </a:lnTo>
                <a:lnTo>
                  <a:pt x="1541" y="1785"/>
                </a:lnTo>
                <a:lnTo>
                  <a:pt x="1541" y="1784"/>
                </a:lnTo>
                <a:lnTo>
                  <a:pt x="1540" y="1784"/>
                </a:lnTo>
                <a:lnTo>
                  <a:pt x="1540" y="1785"/>
                </a:lnTo>
                <a:lnTo>
                  <a:pt x="1540" y="1784"/>
                </a:lnTo>
                <a:lnTo>
                  <a:pt x="1539" y="1783"/>
                </a:lnTo>
                <a:lnTo>
                  <a:pt x="1538" y="1783"/>
                </a:lnTo>
                <a:lnTo>
                  <a:pt x="1537" y="1783"/>
                </a:lnTo>
                <a:lnTo>
                  <a:pt x="1537" y="1782"/>
                </a:lnTo>
                <a:lnTo>
                  <a:pt x="1537" y="1781"/>
                </a:lnTo>
                <a:lnTo>
                  <a:pt x="1536" y="1782"/>
                </a:lnTo>
                <a:lnTo>
                  <a:pt x="1536" y="1781"/>
                </a:lnTo>
                <a:lnTo>
                  <a:pt x="1534" y="1781"/>
                </a:lnTo>
                <a:lnTo>
                  <a:pt x="1534" y="1782"/>
                </a:lnTo>
                <a:lnTo>
                  <a:pt x="1533" y="1782"/>
                </a:lnTo>
                <a:lnTo>
                  <a:pt x="1532" y="1782"/>
                </a:lnTo>
                <a:lnTo>
                  <a:pt x="1532" y="1783"/>
                </a:lnTo>
                <a:lnTo>
                  <a:pt x="1531" y="1783"/>
                </a:lnTo>
                <a:lnTo>
                  <a:pt x="1530" y="1783"/>
                </a:lnTo>
                <a:lnTo>
                  <a:pt x="1531" y="1784"/>
                </a:lnTo>
                <a:lnTo>
                  <a:pt x="1531" y="1785"/>
                </a:lnTo>
                <a:lnTo>
                  <a:pt x="1530" y="1785"/>
                </a:lnTo>
                <a:lnTo>
                  <a:pt x="1530" y="1786"/>
                </a:lnTo>
                <a:lnTo>
                  <a:pt x="1529" y="1787"/>
                </a:lnTo>
                <a:lnTo>
                  <a:pt x="1528" y="1787"/>
                </a:lnTo>
                <a:lnTo>
                  <a:pt x="1527" y="1787"/>
                </a:lnTo>
                <a:lnTo>
                  <a:pt x="1526" y="1787"/>
                </a:lnTo>
                <a:lnTo>
                  <a:pt x="1525" y="1787"/>
                </a:lnTo>
                <a:lnTo>
                  <a:pt x="1525" y="1788"/>
                </a:lnTo>
                <a:lnTo>
                  <a:pt x="1524" y="1788"/>
                </a:lnTo>
                <a:lnTo>
                  <a:pt x="1523" y="1788"/>
                </a:lnTo>
                <a:lnTo>
                  <a:pt x="1523" y="1787"/>
                </a:lnTo>
                <a:lnTo>
                  <a:pt x="1522" y="1787"/>
                </a:lnTo>
                <a:lnTo>
                  <a:pt x="1522" y="1788"/>
                </a:lnTo>
                <a:lnTo>
                  <a:pt x="1521" y="1788"/>
                </a:lnTo>
                <a:lnTo>
                  <a:pt x="1521" y="1789"/>
                </a:lnTo>
                <a:lnTo>
                  <a:pt x="1520" y="1789"/>
                </a:lnTo>
                <a:lnTo>
                  <a:pt x="1519" y="1789"/>
                </a:lnTo>
                <a:lnTo>
                  <a:pt x="1519" y="1790"/>
                </a:lnTo>
                <a:lnTo>
                  <a:pt x="1519" y="1791"/>
                </a:lnTo>
                <a:lnTo>
                  <a:pt x="1518" y="1791"/>
                </a:lnTo>
                <a:lnTo>
                  <a:pt x="1518" y="1792"/>
                </a:lnTo>
                <a:lnTo>
                  <a:pt x="1519" y="1792"/>
                </a:lnTo>
                <a:lnTo>
                  <a:pt x="1518" y="1792"/>
                </a:lnTo>
                <a:lnTo>
                  <a:pt x="1517" y="1792"/>
                </a:lnTo>
                <a:lnTo>
                  <a:pt x="1516" y="1792"/>
                </a:lnTo>
                <a:lnTo>
                  <a:pt x="1516" y="1793"/>
                </a:lnTo>
                <a:lnTo>
                  <a:pt x="1515" y="1793"/>
                </a:lnTo>
                <a:lnTo>
                  <a:pt x="1514" y="1793"/>
                </a:lnTo>
                <a:lnTo>
                  <a:pt x="1514" y="1792"/>
                </a:lnTo>
                <a:lnTo>
                  <a:pt x="1513" y="1792"/>
                </a:lnTo>
                <a:lnTo>
                  <a:pt x="1513" y="1791"/>
                </a:lnTo>
                <a:lnTo>
                  <a:pt x="1512" y="1791"/>
                </a:lnTo>
                <a:lnTo>
                  <a:pt x="1512" y="1790"/>
                </a:lnTo>
                <a:lnTo>
                  <a:pt x="1511" y="1789"/>
                </a:lnTo>
                <a:lnTo>
                  <a:pt x="1511" y="1790"/>
                </a:lnTo>
                <a:lnTo>
                  <a:pt x="1510" y="1789"/>
                </a:lnTo>
                <a:lnTo>
                  <a:pt x="1510" y="1790"/>
                </a:lnTo>
                <a:lnTo>
                  <a:pt x="1509" y="1790"/>
                </a:lnTo>
                <a:lnTo>
                  <a:pt x="1509" y="1789"/>
                </a:lnTo>
                <a:lnTo>
                  <a:pt x="1509" y="1790"/>
                </a:lnTo>
                <a:lnTo>
                  <a:pt x="1507" y="1790"/>
                </a:lnTo>
                <a:lnTo>
                  <a:pt x="1507" y="1789"/>
                </a:lnTo>
                <a:lnTo>
                  <a:pt x="1506" y="1789"/>
                </a:lnTo>
                <a:lnTo>
                  <a:pt x="1505" y="1789"/>
                </a:lnTo>
                <a:lnTo>
                  <a:pt x="1505" y="1790"/>
                </a:lnTo>
                <a:lnTo>
                  <a:pt x="1504" y="1790"/>
                </a:lnTo>
                <a:lnTo>
                  <a:pt x="1504" y="1791"/>
                </a:lnTo>
                <a:lnTo>
                  <a:pt x="1503" y="1791"/>
                </a:lnTo>
                <a:lnTo>
                  <a:pt x="1502" y="1790"/>
                </a:lnTo>
                <a:lnTo>
                  <a:pt x="1501" y="1790"/>
                </a:lnTo>
                <a:lnTo>
                  <a:pt x="1501" y="1791"/>
                </a:lnTo>
                <a:lnTo>
                  <a:pt x="1500" y="1791"/>
                </a:lnTo>
                <a:lnTo>
                  <a:pt x="1500" y="1792"/>
                </a:lnTo>
                <a:lnTo>
                  <a:pt x="1499" y="1792"/>
                </a:lnTo>
                <a:lnTo>
                  <a:pt x="1498" y="1792"/>
                </a:lnTo>
                <a:lnTo>
                  <a:pt x="1497" y="1792"/>
                </a:lnTo>
                <a:lnTo>
                  <a:pt x="1496" y="1792"/>
                </a:lnTo>
                <a:lnTo>
                  <a:pt x="1495" y="1792"/>
                </a:lnTo>
                <a:lnTo>
                  <a:pt x="1494" y="1793"/>
                </a:lnTo>
                <a:lnTo>
                  <a:pt x="1494" y="1794"/>
                </a:lnTo>
                <a:lnTo>
                  <a:pt x="1493" y="1794"/>
                </a:lnTo>
                <a:lnTo>
                  <a:pt x="1492" y="1794"/>
                </a:lnTo>
                <a:lnTo>
                  <a:pt x="1491" y="1793"/>
                </a:lnTo>
                <a:lnTo>
                  <a:pt x="1491" y="1794"/>
                </a:lnTo>
                <a:lnTo>
                  <a:pt x="1490" y="1794"/>
                </a:lnTo>
                <a:lnTo>
                  <a:pt x="1490" y="1795"/>
                </a:lnTo>
                <a:lnTo>
                  <a:pt x="1489" y="1795"/>
                </a:lnTo>
                <a:lnTo>
                  <a:pt x="1488" y="1795"/>
                </a:lnTo>
                <a:lnTo>
                  <a:pt x="1488" y="1793"/>
                </a:lnTo>
                <a:lnTo>
                  <a:pt x="1488" y="1792"/>
                </a:lnTo>
                <a:lnTo>
                  <a:pt x="1487" y="1792"/>
                </a:lnTo>
                <a:lnTo>
                  <a:pt x="1487" y="1791"/>
                </a:lnTo>
                <a:lnTo>
                  <a:pt x="1487" y="1790"/>
                </a:lnTo>
                <a:lnTo>
                  <a:pt x="1487" y="1789"/>
                </a:lnTo>
                <a:lnTo>
                  <a:pt x="1486" y="1790"/>
                </a:lnTo>
                <a:lnTo>
                  <a:pt x="1485" y="1790"/>
                </a:lnTo>
                <a:lnTo>
                  <a:pt x="1485" y="1791"/>
                </a:lnTo>
                <a:lnTo>
                  <a:pt x="1484" y="1791"/>
                </a:lnTo>
                <a:lnTo>
                  <a:pt x="1483" y="1791"/>
                </a:lnTo>
                <a:lnTo>
                  <a:pt x="1483" y="1790"/>
                </a:lnTo>
                <a:lnTo>
                  <a:pt x="1482" y="1790"/>
                </a:lnTo>
                <a:lnTo>
                  <a:pt x="1482" y="1791"/>
                </a:lnTo>
                <a:lnTo>
                  <a:pt x="1481" y="1791"/>
                </a:lnTo>
                <a:lnTo>
                  <a:pt x="1481" y="1792"/>
                </a:lnTo>
                <a:lnTo>
                  <a:pt x="1481" y="1793"/>
                </a:lnTo>
                <a:lnTo>
                  <a:pt x="1480" y="1793"/>
                </a:lnTo>
                <a:lnTo>
                  <a:pt x="1480" y="1794"/>
                </a:lnTo>
                <a:lnTo>
                  <a:pt x="1479" y="1794"/>
                </a:lnTo>
                <a:lnTo>
                  <a:pt x="1479" y="1793"/>
                </a:lnTo>
                <a:lnTo>
                  <a:pt x="1478" y="1793"/>
                </a:lnTo>
                <a:lnTo>
                  <a:pt x="1477" y="1793"/>
                </a:lnTo>
                <a:lnTo>
                  <a:pt x="1476" y="1793"/>
                </a:lnTo>
                <a:lnTo>
                  <a:pt x="1476" y="1792"/>
                </a:lnTo>
                <a:lnTo>
                  <a:pt x="1475" y="1792"/>
                </a:lnTo>
                <a:lnTo>
                  <a:pt x="1475" y="1791"/>
                </a:lnTo>
                <a:lnTo>
                  <a:pt x="1474" y="1791"/>
                </a:lnTo>
                <a:lnTo>
                  <a:pt x="1474" y="1790"/>
                </a:lnTo>
                <a:lnTo>
                  <a:pt x="1473" y="1790"/>
                </a:lnTo>
                <a:lnTo>
                  <a:pt x="1472" y="1789"/>
                </a:lnTo>
                <a:lnTo>
                  <a:pt x="1471" y="1789"/>
                </a:lnTo>
                <a:lnTo>
                  <a:pt x="1471" y="1788"/>
                </a:lnTo>
                <a:lnTo>
                  <a:pt x="1470" y="1788"/>
                </a:lnTo>
                <a:lnTo>
                  <a:pt x="1469" y="1789"/>
                </a:lnTo>
                <a:lnTo>
                  <a:pt x="1468" y="1789"/>
                </a:lnTo>
                <a:lnTo>
                  <a:pt x="1468" y="1790"/>
                </a:lnTo>
                <a:lnTo>
                  <a:pt x="1467" y="1790"/>
                </a:lnTo>
                <a:lnTo>
                  <a:pt x="1468" y="1791"/>
                </a:lnTo>
                <a:lnTo>
                  <a:pt x="1468" y="1792"/>
                </a:lnTo>
                <a:lnTo>
                  <a:pt x="1468" y="1793"/>
                </a:lnTo>
                <a:lnTo>
                  <a:pt x="1467" y="1793"/>
                </a:lnTo>
                <a:lnTo>
                  <a:pt x="1467" y="1794"/>
                </a:lnTo>
                <a:lnTo>
                  <a:pt x="1466" y="1794"/>
                </a:lnTo>
                <a:lnTo>
                  <a:pt x="1466" y="1795"/>
                </a:lnTo>
                <a:lnTo>
                  <a:pt x="1465" y="1795"/>
                </a:lnTo>
                <a:lnTo>
                  <a:pt x="1464" y="1796"/>
                </a:lnTo>
                <a:lnTo>
                  <a:pt x="1464" y="1797"/>
                </a:lnTo>
                <a:lnTo>
                  <a:pt x="1464" y="1799"/>
                </a:lnTo>
                <a:lnTo>
                  <a:pt x="1465" y="1799"/>
                </a:lnTo>
                <a:lnTo>
                  <a:pt x="1465" y="1800"/>
                </a:lnTo>
                <a:lnTo>
                  <a:pt x="1465" y="1801"/>
                </a:lnTo>
                <a:lnTo>
                  <a:pt x="1466" y="1801"/>
                </a:lnTo>
                <a:lnTo>
                  <a:pt x="1466" y="1802"/>
                </a:lnTo>
                <a:lnTo>
                  <a:pt x="1466" y="1803"/>
                </a:lnTo>
                <a:lnTo>
                  <a:pt x="1467" y="1803"/>
                </a:lnTo>
                <a:lnTo>
                  <a:pt x="1466" y="1803"/>
                </a:lnTo>
                <a:lnTo>
                  <a:pt x="1466" y="1804"/>
                </a:lnTo>
                <a:lnTo>
                  <a:pt x="1465" y="1804"/>
                </a:lnTo>
                <a:lnTo>
                  <a:pt x="1464" y="1804"/>
                </a:lnTo>
                <a:lnTo>
                  <a:pt x="1464" y="1805"/>
                </a:lnTo>
                <a:lnTo>
                  <a:pt x="1463" y="1805"/>
                </a:lnTo>
                <a:lnTo>
                  <a:pt x="1462" y="1805"/>
                </a:lnTo>
                <a:lnTo>
                  <a:pt x="1462" y="1806"/>
                </a:lnTo>
                <a:lnTo>
                  <a:pt x="1461" y="1806"/>
                </a:lnTo>
                <a:lnTo>
                  <a:pt x="1460" y="1806"/>
                </a:lnTo>
                <a:lnTo>
                  <a:pt x="1459" y="1806"/>
                </a:lnTo>
                <a:lnTo>
                  <a:pt x="1458" y="1806"/>
                </a:lnTo>
                <a:lnTo>
                  <a:pt x="1458" y="1805"/>
                </a:lnTo>
                <a:lnTo>
                  <a:pt x="1457" y="1805"/>
                </a:lnTo>
                <a:lnTo>
                  <a:pt x="1457" y="1804"/>
                </a:lnTo>
                <a:lnTo>
                  <a:pt x="1458" y="1804"/>
                </a:lnTo>
                <a:lnTo>
                  <a:pt x="1458" y="1803"/>
                </a:lnTo>
                <a:lnTo>
                  <a:pt x="1458" y="1801"/>
                </a:lnTo>
                <a:lnTo>
                  <a:pt x="1457" y="1801"/>
                </a:lnTo>
                <a:lnTo>
                  <a:pt x="1457" y="1800"/>
                </a:lnTo>
                <a:lnTo>
                  <a:pt x="1456" y="1800"/>
                </a:lnTo>
                <a:lnTo>
                  <a:pt x="1455" y="1800"/>
                </a:lnTo>
                <a:lnTo>
                  <a:pt x="1454" y="1800"/>
                </a:lnTo>
                <a:lnTo>
                  <a:pt x="1454" y="1801"/>
                </a:lnTo>
                <a:lnTo>
                  <a:pt x="1453" y="1801"/>
                </a:lnTo>
                <a:lnTo>
                  <a:pt x="1452" y="1801"/>
                </a:lnTo>
                <a:lnTo>
                  <a:pt x="1452" y="1800"/>
                </a:lnTo>
                <a:lnTo>
                  <a:pt x="1452" y="1799"/>
                </a:lnTo>
                <a:lnTo>
                  <a:pt x="1451" y="1799"/>
                </a:lnTo>
                <a:lnTo>
                  <a:pt x="1451" y="1798"/>
                </a:lnTo>
                <a:lnTo>
                  <a:pt x="1450" y="1798"/>
                </a:lnTo>
                <a:lnTo>
                  <a:pt x="1449" y="1797"/>
                </a:lnTo>
                <a:lnTo>
                  <a:pt x="1449" y="1796"/>
                </a:lnTo>
                <a:lnTo>
                  <a:pt x="1448" y="1796"/>
                </a:lnTo>
                <a:lnTo>
                  <a:pt x="1447" y="1796"/>
                </a:lnTo>
                <a:lnTo>
                  <a:pt x="1447" y="1797"/>
                </a:lnTo>
                <a:lnTo>
                  <a:pt x="1446" y="1797"/>
                </a:lnTo>
                <a:lnTo>
                  <a:pt x="1446" y="1798"/>
                </a:lnTo>
                <a:lnTo>
                  <a:pt x="1446" y="1797"/>
                </a:lnTo>
                <a:lnTo>
                  <a:pt x="1445" y="1797"/>
                </a:lnTo>
                <a:lnTo>
                  <a:pt x="1444" y="1797"/>
                </a:lnTo>
                <a:lnTo>
                  <a:pt x="1443" y="1797"/>
                </a:lnTo>
                <a:lnTo>
                  <a:pt x="1442" y="1797"/>
                </a:lnTo>
                <a:lnTo>
                  <a:pt x="1442" y="1798"/>
                </a:lnTo>
                <a:lnTo>
                  <a:pt x="1441" y="1798"/>
                </a:lnTo>
                <a:lnTo>
                  <a:pt x="1440" y="1798"/>
                </a:lnTo>
                <a:lnTo>
                  <a:pt x="1440" y="1799"/>
                </a:lnTo>
                <a:lnTo>
                  <a:pt x="1439" y="1799"/>
                </a:lnTo>
                <a:lnTo>
                  <a:pt x="1439" y="1798"/>
                </a:lnTo>
                <a:lnTo>
                  <a:pt x="1438" y="1798"/>
                </a:lnTo>
                <a:lnTo>
                  <a:pt x="1437" y="1797"/>
                </a:lnTo>
                <a:lnTo>
                  <a:pt x="1436" y="1797"/>
                </a:lnTo>
                <a:lnTo>
                  <a:pt x="1436" y="1796"/>
                </a:lnTo>
                <a:lnTo>
                  <a:pt x="1436" y="1795"/>
                </a:lnTo>
                <a:lnTo>
                  <a:pt x="1435" y="1795"/>
                </a:lnTo>
                <a:lnTo>
                  <a:pt x="1435" y="1794"/>
                </a:lnTo>
                <a:lnTo>
                  <a:pt x="1435" y="1793"/>
                </a:lnTo>
                <a:lnTo>
                  <a:pt x="1434" y="1793"/>
                </a:lnTo>
                <a:lnTo>
                  <a:pt x="1433" y="1793"/>
                </a:lnTo>
                <a:lnTo>
                  <a:pt x="1432" y="1793"/>
                </a:lnTo>
                <a:lnTo>
                  <a:pt x="1432" y="1792"/>
                </a:lnTo>
                <a:lnTo>
                  <a:pt x="1431" y="1792"/>
                </a:lnTo>
                <a:lnTo>
                  <a:pt x="1431" y="1791"/>
                </a:lnTo>
                <a:lnTo>
                  <a:pt x="1429" y="1791"/>
                </a:lnTo>
                <a:lnTo>
                  <a:pt x="1428" y="1791"/>
                </a:lnTo>
                <a:lnTo>
                  <a:pt x="1428" y="1790"/>
                </a:lnTo>
                <a:lnTo>
                  <a:pt x="1427" y="1790"/>
                </a:lnTo>
                <a:lnTo>
                  <a:pt x="1426" y="1790"/>
                </a:lnTo>
                <a:lnTo>
                  <a:pt x="1426" y="1791"/>
                </a:lnTo>
                <a:lnTo>
                  <a:pt x="1425" y="1791"/>
                </a:lnTo>
                <a:lnTo>
                  <a:pt x="1424" y="1791"/>
                </a:lnTo>
                <a:lnTo>
                  <a:pt x="1423" y="1791"/>
                </a:lnTo>
                <a:lnTo>
                  <a:pt x="1422" y="1791"/>
                </a:lnTo>
                <a:lnTo>
                  <a:pt x="1422" y="1790"/>
                </a:lnTo>
                <a:lnTo>
                  <a:pt x="1421" y="1790"/>
                </a:lnTo>
                <a:lnTo>
                  <a:pt x="1420" y="1790"/>
                </a:lnTo>
                <a:lnTo>
                  <a:pt x="1419" y="1790"/>
                </a:lnTo>
                <a:lnTo>
                  <a:pt x="1419" y="1789"/>
                </a:lnTo>
                <a:lnTo>
                  <a:pt x="1419" y="1788"/>
                </a:lnTo>
                <a:lnTo>
                  <a:pt x="1418" y="1788"/>
                </a:lnTo>
                <a:lnTo>
                  <a:pt x="1418" y="1787"/>
                </a:lnTo>
                <a:lnTo>
                  <a:pt x="1419" y="1787"/>
                </a:lnTo>
                <a:lnTo>
                  <a:pt x="1418" y="1787"/>
                </a:lnTo>
                <a:lnTo>
                  <a:pt x="1418" y="1786"/>
                </a:lnTo>
                <a:lnTo>
                  <a:pt x="1418" y="1785"/>
                </a:lnTo>
                <a:lnTo>
                  <a:pt x="1419" y="1785"/>
                </a:lnTo>
                <a:lnTo>
                  <a:pt x="1419" y="1784"/>
                </a:lnTo>
                <a:lnTo>
                  <a:pt x="1419" y="1783"/>
                </a:lnTo>
                <a:lnTo>
                  <a:pt x="1419" y="1782"/>
                </a:lnTo>
                <a:lnTo>
                  <a:pt x="1418" y="1782"/>
                </a:lnTo>
                <a:lnTo>
                  <a:pt x="1417" y="1782"/>
                </a:lnTo>
                <a:lnTo>
                  <a:pt x="1416" y="1782"/>
                </a:lnTo>
                <a:lnTo>
                  <a:pt x="1416" y="1781"/>
                </a:lnTo>
                <a:lnTo>
                  <a:pt x="1415" y="1781"/>
                </a:lnTo>
                <a:lnTo>
                  <a:pt x="1414" y="1781"/>
                </a:lnTo>
                <a:lnTo>
                  <a:pt x="1414" y="1782"/>
                </a:lnTo>
                <a:lnTo>
                  <a:pt x="1413" y="1783"/>
                </a:lnTo>
                <a:lnTo>
                  <a:pt x="1413" y="1784"/>
                </a:lnTo>
                <a:lnTo>
                  <a:pt x="1412" y="1784"/>
                </a:lnTo>
                <a:lnTo>
                  <a:pt x="1413" y="1784"/>
                </a:lnTo>
                <a:lnTo>
                  <a:pt x="1413" y="1785"/>
                </a:lnTo>
                <a:lnTo>
                  <a:pt x="1413" y="1786"/>
                </a:lnTo>
                <a:lnTo>
                  <a:pt x="1412" y="1786"/>
                </a:lnTo>
                <a:lnTo>
                  <a:pt x="1412" y="1787"/>
                </a:lnTo>
                <a:lnTo>
                  <a:pt x="1411" y="1787"/>
                </a:lnTo>
                <a:lnTo>
                  <a:pt x="1410" y="1786"/>
                </a:lnTo>
                <a:lnTo>
                  <a:pt x="1410" y="1787"/>
                </a:lnTo>
                <a:lnTo>
                  <a:pt x="1409" y="1787"/>
                </a:lnTo>
                <a:lnTo>
                  <a:pt x="1408" y="1787"/>
                </a:lnTo>
                <a:lnTo>
                  <a:pt x="1408" y="1788"/>
                </a:lnTo>
                <a:lnTo>
                  <a:pt x="1408" y="1789"/>
                </a:lnTo>
                <a:lnTo>
                  <a:pt x="1407" y="1789"/>
                </a:lnTo>
                <a:lnTo>
                  <a:pt x="1406" y="1789"/>
                </a:lnTo>
                <a:lnTo>
                  <a:pt x="1406" y="1790"/>
                </a:lnTo>
                <a:lnTo>
                  <a:pt x="1405" y="1790"/>
                </a:lnTo>
                <a:lnTo>
                  <a:pt x="1404" y="1790"/>
                </a:lnTo>
                <a:lnTo>
                  <a:pt x="1404" y="1791"/>
                </a:lnTo>
                <a:lnTo>
                  <a:pt x="1403" y="1791"/>
                </a:lnTo>
                <a:lnTo>
                  <a:pt x="1403" y="1792"/>
                </a:lnTo>
                <a:lnTo>
                  <a:pt x="1403" y="1793"/>
                </a:lnTo>
                <a:lnTo>
                  <a:pt x="1402" y="1793"/>
                </a:lnTo>
                <a:lnTo>
                  <a:pt x="1402" y="1794"/>
                </a:lnTo>
                <a:lnTo>
                  <a:pt x="1402" y="1795"/>
                </a:lnTo>
                <a:lnTo>
                  <a:pt x="1402" y="1796"/>
                </a:lnTo>
                <a:lnTo>
                  <a:pt x="1402" y="1797"/>
                </a:lnTo>
                <a:lnTo>
                  <a:pt x="1401" y="1797"/>
                </a:lnTo>
                <a:lnTo>
                  <a:pt x="1400" y="1797"/>
                </a:lnTo>
                <a:lnTo>
                  <a:pt x="1399" y="1798"/>
                </a:lnTo>
                <a:lnTo>
                  <a:pt x="1399" y="1799"/>
                </a:lnTo>
                <a:lnTo>
                  <a:pt x="1398" y="1799"/>
                </a:lnTo>
                <a:lnTo>
                  <a:pt x="1398" y="1800"/>
                </a:lnTo>
                <a:lnTo>
                  <a:pt x="1397" y="1800"/>
                </a:lnTo>
                <a:lnTo>
                  <a:pt x="1397" y="1801"/>
                </a:lnTo>
                <a:lnTo>
                  <a:pt x="1397" y="1802"/>
                </a:lnTo>
                <a:lnTo>
                  <a:pt x="1396" y="1802"/>
                </a:lnTo>
                <a:lnTo>
                  <a:pt x="1395" y="1802"/>
                </a:lnTo>
                <a:lnTo>
                  <a:pt x="1394" y="1802"/>
                </a:lnTo>
                <a:lnTo>
                  <a:pt x="1394" y="1803"/>
                </a:lnTo>
                <a:lnTo>
                  <a:pt x="1393" y="1803"/>
                </a:lnTo>
                <a:lnTo>
                  <a:pt x="1393" y="1804"/>
                </a:lnTo>
                <a:lnTo>
                  <a:pt x="1392" y="1805"/>
                </a:lnTo>
                <a:lnTo>
                  <a:pt x="1392" y="1806"/>
                </a:lnTo>
                <a:lnTo>
                  <a:pt x="1392" y="1807"/>
                </a:lnTo>
                <a:lnTo>
                  <a:pt x="1391" y="1807"/>
                </a:lnTo>
                <a:lnTo>
                  <a:pt x="1390" y="1807"/>
                </a:lnTo>
                <a:lnTo>
                  <a:pt x="1389" y="1806"/>
                </a:lnTo>
                <a:lnTo>
                  <a:pt x="1388" y="1806"/>
                </a:lnTo>
                <a:lnTo>
                  <a:pt x="1388" y="1805"/>
                </a:lnTo>
                <a:lnTo>
                  <a:pt x="1387" y="1805"/>
                </a:lnTo>
                <a:lnTo>
                  <a:pt x="1387" y="1806"/>
                </a:lnTo>
                <a:lnTo>
                  <a:pt x="1386" y="1805"/>
                </a:lnTo>
                <a:lnTo>
                  <a:pt x="1385" y="1805"/>
                </a:lnTo>
                <a:lnTo>
                  <a:pt x="1384" y="1805"/>
                </a:lnTo>
                <a:lnTo>
                  <a:pt x="1383" y="1805"/>
                </a:lnTo>
                <a:lnTo>
                  <a:pt x="1382" y="1805"/>
                </a:lnTo>
                <a:lnTo>
                  <a:pt x="1381" y="1805"/>
                </a:lnTo>
                <a:lnTo>
                  <a:pt x="1380" y="1805"/>
                </a:lnTo>
                <a:lnTo>
                  <a:pt x="1380" y="1804"/>
                </a:lnTo>
                <a:lnTo>
                  <a:pt x="1380" y="1803"/>
                </a:lnTo>
                <a:lnTo>
                  <a:pt x="1380" y="1802"/>
                </a:lnTo>
                <a:lnTo>
                  <a:pt x="1381" y="1801"/>
                </a:lnTo>
                <a:lnTo>
                  <a:pt x="1381" y="1800"/>
                </a:lnTo>
                <a:lnTo>
                  <a:pt x="1381" y="1799"/>
                </a:lnTo>
                <a:lnTo>
                  <a:pt x="1382" y="1799"/>
                </a:lnTo>
                <a:lnTo>
                  <a:pt x="1381" y="1799"/>
                </a:lnTo>
                <a:lnTo>
                  <a:pt x="1380" y="1799"/>
                </a:lnTo>
                <a:lnTo>
                  <a:pt x="1378" y="1799"/>
                </a:lnTo>
                <a:lnTo>
                  <a:pt x="1377" y="1799"/>
                </a:lnTo>
                <a:lnTo>
                  <a:pt x="1375" y="1799"/>
                </a:lnTo>
                <a:lnTo>
                  <a:pt x="1375" y="1800"/>
                </a:lnTo>
                <a:lnTo>
                  <a:pt x="1374" y="1800"/>
                </a:lnTo>
                <a:lnTo>
                  <a:pt x="1374" y="1801"/>
                </a:lnTo>
                <a:lnTo>
                  <a:pt x="1373" y="1801"/>
                </a:lnTo>
                <a:lnTo>
                  <a:pt x="1372" y="1801"/>
                </a:lnTo>
                <a:lnTo>
                  <a:pt x="1371" y="1801"/>
                </a:lnTo>
                <a:lnTo>
                  <a:pt x="1371" y="1802"/>
                </a:lnTo>
                <a:lnTo>
                  <a:pt x="1370" y="1803"/>
                </a:lnTo>
                <a:lnTo>
                  <a:pt x="1370" y="1802"/>
                </a:lnTo>
                <a:lnTo>
                  <a:pt x="1370" y="1801"/>
                </a:lnTo>
                <a:lnTo>
                  <a:pt x="1369" y="1801"/>
                </a:lnTo>
                <a:lnTo>
                  <a:pt x="1369" y="1800"/>
                </a:lnTo>
                <a:lnTo>
                  <a:pt x="1368" y="1800"/>
                </a:lnTo>
                <a:lnTo>
                  <a:pt x="1367" y="1800"/>
                </a:lnTo>
                <a:lnTo>
                  <a:pt x="1367" y="1799"/>
                </a:lnTo>
                <a:lnTo>
                  <a:pt x="1367" y="1798"/>
                </a:lnTo>
                <a:lnTo>
                  <a:pt x="1368" y="1797"/>
                </a:lnTo>
                <a:lnTo>
                  <a:pt x="1368" y="1796"/>
                </a:lnTo>
                <a:lnTo>
                  <a:pt x="1367" y="1796"/>
                </a:lnTo>
                <a:lnTo>
                  <a:pt x="1367" y="1794"/>
                </a:lnTo>
                <a:lnTo>
                  <a:pt x="1367" y="1793"/>
                </a:lnTo>
                <a:lnTo>
                  <a:pt x="1367" y="1792"/>
                </a:lnTo>
                <a:lnTo>
                  <a:pt x="1367" y="1791"/>
                </a:lnTo>
                <a:lnTo>
                  <a:pt x="1366" y="1791"/>
                </a:lnTo>
                <a:lnTo>
                  <a:pt x="1365" y="1791"/>
                </a:lnTo>
                <a:lnTo>
                  <a:pt x="1364" y="1790"/>
                </a:lnTo>
                <a:lnTo>
                  <a:pt x="1363" y="1790"/>
                </a:lnTo>
                <a:lnTo>
                  <a:pt x="1363" y="1789"/>
                </a:lnTo>
                <a:lnTo>
                  <a:pt x="1363" y="1790"/>
                </a:lnTo>
                <a:lnTo>
                  <a:pt x="1362" y="1790"/>
                </a:lnTo>
                <a:lnTo>
                  <a:pt x="1361" y="1790"/>
                </a:lnTo>
                <a:lnTo>
                  <a:pt x="1361" y="1791"/>
                </a:lnTo>
                <a:lnTo>
                  <a:pt x="1361" y="1792"/>
                </a:lnTo>
                <a:lnTo>
                  <a:pt x="1360" y="1792"/>
                </a:lnTo>
                <a:lnTo>
                  <a:pt x="1360" y="1793"/>
                </a:lnTo>
                <a:lnTo>
                  <a:pt x="1359" y="1793"/>
                </a:lnTo>
                <a:lnTo>
                  <a:pt x="1359" y="1794"/>
                </a:lnTo>
                <a:lnTo>
                  <a:pt x="1358" y="1794"/>
                </a:lnTo>
                <a:lnTo>
                  <a:pt x="1358" y="1793"/>
                </a:lnTo>
                <a:lnTo>
                  <a:pt x="1357" y="1793"/>
                </a:lnTo>
                <a:lnTo>
                  <a:pt x="1356" y="1793"/>
                </a:lnTo>
                <a:lnTo>
                  <a:pt x="1355" y="1793"/>
                </a:lnTo>
                <a:lnTo>
                  <a:pt x="1354" y="1792"/>
                </a:lnTo>
                <a:lnTo>
                  <a:pt x="1353" y="1792"/>
                </a:lnTo>
                <a:lnTo>
                  <a:pt x="1352" y="1792"/>
                </a:lnTo>
                <a:lnTo>
                  <a:pt x="1351" y="1792"/>
                </a:lnTo>
                <a:lnTo>
                  <a:pt x="1350" y="1792"/>
                </a:lnTo>
                <a:lnTo>
                  <a:pt x="1350" y="1791"/>
                </a:lnTo>
                <a:lnTo>
                  <a:pt x="1350" y="1792"/>
                </a:lnTo>
                <a:lnTo>
                  <a:pt x="1349" y="1792"/>
                </a:lnTo>
                <a:lnTo>
                  <a:pt x="1348" y="1792"/>
                </a:lnTo>
                <a:lnTo>
                  <a:pt x="1347" y="1792"/>
                </a:lnTo>
                <a:lnTo>
                  <a:pt x="1347" y="1793"/>
                </a:lnTo>
                <a:lnTo>
                  <a:pt x="1346" y="1793"/>
                </a:lnTo>
                <a:lnTo>
                  <a:pt x="1346" y="1794"/>
                </a:lnTo>
                <a:lnTo>
                  <a:pt x="1345" y="1794"/>
                </a:lnTo>
                <a:lnTo>
                  <a:pt x="1344" y="1794"/>
                </a:lnTo>
                <a:lnTo>
                  <a:pt x="1344" y="1795"/>
                </a:lnTo>
                <a:lnTo>
                  <a:pt x="1343" y="1795"/>
                </a:lnTo>
                <a:lnTo>
                  <a:pt x="1342" y="1795"/>
                </a:lnTo>
                <a:lnTo>
                  <a:pt x="1341" y="1795"/>
                </a:lnTo>
                <a:lnTo>
                  <a:pt x="1341" y="1794"/>
                </a:lnTo>
                <a:lnTo>
                  <a:pt x="1340" y="1794"/>
                </a:lnTo>
                <a:lnTo>
                  <a:pt x="1340" y="1793"/>
                </a:lnTo>
                <a:lnTo>
                  <a:pt x="1339" y="1793"/>
                </a:lnTo>
                <a:lnTo>
                  <a:pt x="1338" y="1793"/>
                </a:lnTo>
                <a:lnTo>
                  <a:pt x="1338" y="1792"/>
                </a:lnTo>
                <a:lnTo>
                  <a:pt x="1337" y="1792"/>
                </a:lnTo>
                <a:lnTo>
                  <a:pt x="1336" y="1792"/>
                </a:lnTo>
                <a:lnTo>
                  <a:pt x="1336" y="1791"/>
                </a:lnTo>
                <a:lnTo>
                  <a:pt x="1335" y="1791"/>
                </a:lnTo>
                <a:lnTo>
                  <a:pt x="1334" y="1791"/>
                </a:lnTo>
                <a:lnTo>
                  <a:pt x="1335" y="1791"/>
                </a:lnTo>
                <a:lnTo>
                  <a:pt x="1335" y="1790"/>
                </a:lnTo>
                <a:lnTo>
                  <a:pt x="1337" y="1790"/>
                </a:lnTo>
                <a:lnTo>
                  <a:pt x="1338" y="1790"/>
                </a:lnTo>
                <a:lnTo>
                  <a:pt x="1338" y="1791"/>
                </a:lnTo>
                <a:lnTo>
                  <a:pt x="1339" y="1791"/>
                </a:lnTo>
                <a:lnTo>
                  <a:pt x="1340" y="1791"/>
                </a:lnTo>
                <a:lnTo>
                  <a:pt x="1340" y="1790"/>
                </a:lnTo>
                <a:lnTo>
                  <a:pt x="1340" y="1789"/>
                </a:lnTo>
                <a:lnTo>
                  <a:pt x="1340" y="1788"/>
                </a:lnTo>
                <a:lnTo>
                  <a:pt x="1339" y="1788"/>
                </a:lnTo>
                <a:lnTo>
                  <a:pt x="1339" y="1787"/>
                </a:lnTo>
                <a:lnTo>
                  <a:pt x="1338" y="1787"/>
                </a:lnTo>
                <a:lnTo>
                  <a:pt x="1338" y="1786"/>
                </a:lnTo>
                <a:lnTo>
                  <a:pt x="1337" y="1786"/>
                </a:lnTo>
                <a:lnTo>
                  <a:pt x="1337" y="1787"/>
                </a:lnTo>
                <a:lnTo>
                  <a:pt x="1336" y="1787"/>
                </a:lnTo>
                <a:lnTo>
                  <a:pt x="1335" y="1787"/>
                </a:lnTo>
                <a:lnTo>
                  <a:pt x="1335" y="1788"/>
                </a:lnTo>
                <a:lnTo>
                  <a:pt x="1335" y="1787"/>
                </a:lnTo>
                <a:lnTo>
                  <a:pt x="1334" y="1787"/>
                </a:lnTo>
                <a:lnTo>
                  <a:pt x="1334" y="1788"/>
                </a:lnTo>
                <a:lnTo>
                  <a:pt x="1333" y="1788"/>
                </a:lnTo>
                <a:lnTo>
                  <a:pt x="1332" y="1788"/>
                </a:lnTo>
                <a:lnTo>
                  <a:pt x="1331" y="1788"/>
                </a:lnTo>
                <a:lnTo>
                  <a:pt x="1330" y="1788"/>
                </a:lnTo>
                <a:lnTo>
                  <a:pt x="1329" y="1788"/>
                </a:lnTo>
                <a:lnTo>
                  <a:pt x="1329" y="1789"/>
                </a:lnTo>
                <a:lnTo>
                  <a:pt x="1328" y="1789"/>
                </a:lnTo>
                <a:lnTo>
                  <a:pt x="1328" y="1790"/>
                </a:lnTo>
                <a:lnTo>
                  <a:pt x="1327" y="1790"/>
                </a:lnTo>
                <a:lnTo>
                  <a:pt x="1327" y="1791"/>
                </a:lnTo>
                <a:lnTo>
                  <a:pt x="1325" y="1791"/>
                </a:lnTo>
                <a:lnTo>
                  <a:pt x="1325" y="1790"/>
                </a:lnTo>
                <a:lnTo>
                  <a:pt x="1324" y="1790"/>
                </a:lnTo>
                <a:lnTo>
                  <a:pt x="1324" y="1791"/>
                </a:lnTo>
                <a:lnTo>
                  <a:pt x="1323" y="1790"/>
                </a:lnTo>
                <a:lnTo>
                  <a:pt x="1322" y="1790"/>
                </a:lnTo>
                <a:lnTo>
                  <a:pt x="1321" y="1790"/>
                </a:lnTo>
                <a:lnTo>
                  <a:pt x="1320" y="1790"/>
                </a:lnTo>
                <a:lnTo>
                  <a:pt x="1319" y="1790"/>
                </a:lnTo>
                <a:lnTo>
                  <a:pt x="1319" y="1789"/>
                </a:lnTo>
                <a:lnTo>
                  <a:pt x="1318" y="1789"/>
                </a:lnTo>
                <a:lnTo>
                  <a:pt x="1318" y="1788"/>
                </a:lnTo>
                <a:lnTo>
                  <a:pt x="1317" y="1788"/>
                </a:lnTo>
                <a:lnTo>
                  <a:pt x="1317" y="1787"/>
                </a:lnTo>
                <a:lnTo>
                  <a:pt x="1317" y="1786"/>
                </a:lnTo>
                <a:lnTo>
                  <a:pt x="1316" y="1786"/>
                </a:lnTo>
                <a:lnTo>
                  <a:pt x="1315" y="1786"/>
                </a:lnTo>
                <a:lnTo>
                  <a:pt x="1315" y="1785"/>
                </a:lnTo>
                <a:lnTo>
                  <a:pt x="1314" y="1785"/>
                </a:lnTo>
                <a:lnTo>
                  <a:pt x="1313" y="1785"/>
                </a:lnTo>
                <a:lnTo>
                  <a:pt x="1312" y="1785"/>
                </a:lnTo>
                <a:lnTo>
                  <a:pt x="1312" y="1784"/>
                </a:lnTo>
                <a:lnTo>
                  <a:pt x="1311" y="1784"/>
                </a:lnTo>
                <a:lnTo>
                  <a:pt x="1311" y="1783"/>
                </a:lnTo>
                <a:lnTo>
                  <a:pt x="1310" y="1783"/>
                </a:lnTo>
                <a:lnTo>
                  <a:pt x="1310" y="1784"/>
                </a:lnTo>
                <a:lnTo>
                  <a:pt x="1310" y="1783"/>
                </a:lnTo>
                <a:lnTo>
                  <a:pt x="1309" y="1783"/>
                </a:lnTo>
                <a:lnTo>
                  <a:pt x="1309" y="1784"/>
                </a:lnTo>
                <a:lnTo>
                  <a:pt x="1308" y="1784"/>
                </a:lnTo>
                <a:lnTo>
                  <a:pt x="1307" y="1784"/>
                </a:lnTo>
                <a:lnTo>
                  <a:pt x="1306" y="1784"/>
                </a:lnTo>
                <a:lnTo>
                  <a:pt x="1306" y="1785"/>
                </a:lnTo>
                <a:lnTo>
                  <a:pt x="1305" y="1785"/>
                </a:lnTo>
                <a:lnTo>
                  <a:pt x="1305" y="1786"/>
                </a:lnTo>
                <a:lnTo>
                  <a:pt x="1304" y="1786"/>
                </a:lnTo>
                <a:lnTo>
                  <a:pt x="1304" y="1787"/>
                </a:lnTo>
                <a:lnTo>
                  <a:pt x="1303" y="1787"/>
                </a:lnTo>
                <a:lnTo>
                  <a:pt x="1303" y="1788"/>
                </a:lnTo>
                <a:lnTo>
                  <a:pt x="1302" y="1788"/>
                </a:lnTo>
                <a:lnTo>
                  <a:pt x="1301" y="1788"/>
                </a:lnTo>
                <a:lnTo>
                  <a:pt x="1301" y="1787"/>
                </a:lnTo>
                <a:lnTo>
                  <a:pt x="1300" y="1787"/>
                </a:lnTo>
                <a:lnTo>
                  <a:pt x="1299" y="1787"/>
                </a:lnTo>
                <a:lnTo>
                  <a:pt x="1298" y="1787"/>
                </a:lnTo>
                <a:lnTo>
                  <a:pt x="1297" y="1787"/>
                </a:lnTo>
                <a:lnTo>
                  <a:pt x="1296" y="1787"/>
                </a:lnTo>
                <a:lnTo>
                  <a:pt x="1295" y="1787"/>
                </a:lnTo>
                <a:lnTo>
                  <a:pt x="1295" y="1786"/>
                </a:lnTo>
                <a:lnTo>
                  <a:pt x="1295" y="1787"/>
                </a:lnTo>
                <a:lnTo>
                  <a:pt x="1294" y="1787"/>
                </a:lnTo>
                <a:lnTo>
                  <a:pt x="1293" y="1787"/>
                </a:lnTo>
                <a:lnTo>
                  <a:pt x="1293" y="1786"/>
                </a:lnTo>
                <a:lnTo>
                  <a:pt x="1292" y="1786"/>
                </a:lnTo>
                <a:lnTo>
                  <a:pt x="1291" y="1786"/>
                </a:lnTo>
                <a:lnTo>
                  <a:pt x="1291" y="1785"/>
                </a:lnTo>
                <a:lnTo>
                  <a:pt x="1290" y="1785"/>
                </a:lnTo>
                <a:lnTo>
                  <a:pt x="1290" y="1784"/>
                </a:lnTo>
                <a:lnTo>
                  <a:pt x="1289" y="1784"/>
                </a:lnTo>
                <a:lnTo>
                  <a:pt x="1289" y="1783"/>
                </a:lnTo>
                <a:lnTo>
                  <a:pt x="1288" y="1783"/>
                </a:lnTo>
                <a:lnTo>
                  <a:pt x="1288" y="1782"/>
                </a:lnTo>
                <a:lnTo>
                  <a:pt x="1287" y="1782"/>
                </a:lnTo>
                <a:lnTo>
                  <a:pt x="1286" y="1782"/>
                </a:lnTo>
                <a:lnTo>
                  <a:pt x="1285" y="1782"/>
                </a:lnTo>
                <a:lnTo>
                  <a:pt x="1285" y="1781"/>
                </a:lnTo>
                <a:lnTo>
                  <a:pt x="1284" y="1781"/>
                </a:lnTo>
                <a:lnTo>
                  <a:pt x="1284" y="1780"/>
                </a:lnTo>
                <a:lnTo>
                  <a:pt x="1283" y="1780"/>
                </a:lnTo>
                <a:lnTo>
                  <a:pt x="1283" y="1779"/>
                </a:lnTo>
                <a:lnTo>
                  <a:pt x="1283" y="1778"/>
                </a:lnTo>
                <a:lnTo>
                  <a:pt x="1283" y="1777"/>
                </a:lnTo>
                <a:lnTo>
                  <a:pt x="1283" y="1776"/>
                </a:lnTo>
                <a:lnTo>
                  <a:pt x="1283" y="1775"/>
                </a:lnTo>
                <a:lnTo>
                  <a:pt x="1283" y="1774"/>
                </a:lnTo>
                <a:lnTo>
                  <a:pt x="1283" y="1773"/>
                </a:lnTo>
                <a:lnTo>
                  <a:pt x="1283" y="1772"/>
                </a:lnTo>
                <a:lnTo>
                  <a:pt x="1282" y="1772"/>
                </a:lnTo>
                <a:lnTo>
                  <a:pt x="1281" y="1772"/>
                </a:lnTo>
                <a:lnTo>
                  <a:pt x="1281" y="1771"/>
                </a:lnTo>
                <a:lnTo>
                  <a:pt x="1280" y="1771"/>
                </a:lnTo>
                <a:lnTo>
                  <a:pt x="1281" y="1770"/>
                </a:lnTo>
                <a:lnTo>
                  <a:pt x="1280" y="1770"/>
                </a:lnTo>
                <a:lnTo>
                  <a:pt x="1280" y="1769"/>
                </a:lnTo>
                <a:lnTo>
                  <a:pt x="1280" y="1768"/>
                </a:lnTo>
                <a:lnTo>
                  <a:pt x="1280" y="1767"/>
                </a:lnTo>
                <a:lnTo>
                  <a:pt x="1279" y="1767"/>
                </a:lnTo>
                <a:lnTo>
                  <a:pt x="1279" y="1766"/>
                </a:lnTo>
                <a:lnTo>
                  <a:pt x="1280" y="1766"/>
                </a:lnTo>
                <a:lnTo>
                  <a:pt x="1279" y="1766"/>
                </a:lnTo>
                <a:lnTo>
                  <a:pt x="1280" y="1766"/>
                </a:lnTo>
                <a:lnTo>
                  <a:pt x="1280" y="1765"/>
                </a:lnTo>
                <a:lnTo>
                  <a:pt x="1280" y="1764"/>
                </a:lnTo>
                <a:lnTo>
                  <a:pt x="1279" y="1764"/>
                </a:lnTo>
                <a:lnTo>
                  <a:pt x="1279" y="1763"/>
                </a:lnTo>
                <a:lnTo>
                  <a:pt x="1278" y="1763"/>
                </a:lnTo>
                <a:lnTo>
                  <a:pt x="1278" y="1762"/>
                </a:lnTo>
                <a:lnTo>
                  <a:pt x="1277" y="1762"/>
                </a:lnTo>
                <a:lnTo>
                  <a:pt x="1277" y="1761"/>
                </a:lnTo>
                <a:lnTo>
                  <a:pt x="1276" y="1761"/>
                </a:lnTo>
                <a:lnTo>
                  <a:pt x="1276" y="1759"/>
                </a:lnTo>
                <a:lnTo>
                  <a:pt x="1275" y="1759"/>
                </a:lnTo>
                <a:lnTo>
                  <a:pt x="1275" y="1758"/>
                </a:lnTo>
                <a:lnTo>
                  <a:pt x="1275" y="1757"/>
                </a:lnTo>
                <a:lnTo>
                  <a:pt x="1274" y="1757"/>
                </a:lnTo>
                <a:lnTo>
                  <a:pt x="1274" y="1756"/>
                </a:lnTo>
                <a:lnTo>
                  <a:pt x="1273" y="1756"/>
                </a:lnTo>
                <a:lnTo>
                  <a:pt x="1272" y="1756"/>
                </a:lnTo>
                <a:lnTo>
                  <a:pt x="1271" y="1756"/>
                </a:lnTo>
                <a:lnTo>
                  <a:pt x="1271" y="1755"/>
                </a:lnTo>
                <a:lnTo>
                  <a:pt x="1271" y="1754"/>
                </a:lnTo>
                <a:lnTo>
                  <a:pt x="1270" y="1754"/>
                </a:lnTo>
                <a:lnTo>
                  <a:pt x="1269" y="1754"/>
                </a:lnTo>
                <a:lnTo>
                  <a:pt x="1268" y="1754"/>
                </a:lnTo>
                <a:lnTo>
                  <a:pt x="1267" y="1754"/>
                </a:lnTo>
                <a:lnTo>
                  <a:pt x="1266" y="1754"/>
                </a:lnTo>
                <a:lnTo>
                  <a:pt x="1265" y="1754"/>
                </a:lnTo>
                <a:lnTo>
                  <a:pt x="1264" y="1754"/>
                </a:lnTo>
                <a:lnTo>
                  <a:pt x="1263" y="1754"/>
                </a:lnTo>
                <a:lnTo>
                  <a:pt x="1263" y="1753"/>
                </a:lnTo>
                <a:lnTo>
                  <a:pt x="1262" y="1753"/>
                </a:lnTo>
                <a:lnTo>
                  <a:pt x="1261" y="1753"/>
                </a:lnTo>
                <a:lnTo>
                  <a:pt x="1261" y="1752"/>
                </a:lnTo>
                <a:lnTo>
                  <a:pt x="1260" y="1752"/>
                </a:lnTo>
                <a:lnTo>
                  <a:pt x="1259" y="1752"/>
                </a:lnTo>
                <a:lnTo>
                  <a:pt x="1258" y="1752"/>
                </a:lnTo>
                <a:lnTo>
                  <a:pt x="1258" y="1751"/>
                </a:lnTo>
                <a:lnTo>
                  <a:pt x="1257" y="1751"/>
                </a:lnTo>
                <a:lnTo>
                  <a:pt x="1257" y="1750"/>
                </a:lnTo>
                <a:lnTo>
                  <a:pt x="1256" y="1750"/>
                </a:lnTo>
                <a:lnTo>
                  <a:pt x="1256" y="1749"/>
                </a:lnTo>
                <a:lnTo>
                  <a:pt x="1256" y="1748"/>
                </a:lnTo>
                <a:lnTo>
                  <a:pt x="1257" y="1748"/>
                </a:lnTo>
                <a:lnTo>
                  <a:pt x="1257" y="1747"/>
                </a:lnTo>
                <a:lnTo>
                  <a:pt x="1256" y="1747"/>
                </a:lnTo>
                <a:lnTo>
                  <a:pt x="1256" y="1746"/>
                </a:lnTo>
                <a:lnTo>
                  <a:pt x="1256" y="1745"/>
                </a:lnTo>
                <a:lnTo>
                  <a:pt x="1255" y="1745"/>
                </a:lnTo>
                <a:lnTo>
                  <a:pt x="1255" y="1744"/>
                </a:lnTo>
                <a:lnTo>
                  <a:pt x="1254" y="1744"/>
                </a:lnTo>
                <a:lnTo>
                  <a:pt x="1253" y="1744"/>
                </a:lnTo>
                <a:lnTo>
                  <a:pt x="1253" y="1743"/>
                </a:lnTo>
                <a:lnTo>
                  <a:pt x="1252" y="1743"/>
                </a:lnTo>
                <a:lnTo>
                  <a:pt x="1251" y="1743"/>
                </a:lnTo>
                <a:lnTo>
                  <a:pt x="1251" y="1742"/>
                </a:lnTo>
                <a:lnTo>
                  <a:pt x="1250" y="1742"/>
                </a:lnTo>
                <a:lnTo>
                  <a:pt x="1249" y="1742"/>
                </a:lnTo>
                <a:lnTo>
                  <a:pt x="1249" y="1741"/>
                </a:lnTo>
                <a:lnTo>
                  <a:pt x="1250" y="1741"/>
                </a:lnTo>
                <a:lnTo>
                  <a:pt x="1249" y="1741"/>
                </a:lnTo>
                <a:lnTo>
                  <a:pt x="1249" y="1740"/>
                </a:lnTo>
                <a:lnTo>
                  <a:pt x="1248" y="1740"/>
                </a:lnTo>
                <a:lnTo>
                  <a:pt x="1248" y="1739"/>
                </a:lnTo>
                <a:lnTo>
                  <a:pt x="1247" y="1739"/>
                </a:lnTo>
                <a:lnTo>
                  <a:pt x="1247" y="1738"/>
                </a:lnTo>
                <a:lnTo>
                  <a:pt x="1247" y="1737"/>
                </a:lnTo>
                <a:lnTo>
                  <a:pt x="1248" y="1737"/>
                </a:lnTo>
                <a:lnTo>
                  <a:pt x="1248" y="1736"/>
                </a:lnTo>
                <a:lnTo>
                  <a:pt x="1247" y="1736"/>
                </a:lnTo>
                <a:lnTo>
                  <a:pt x="1247" y="1735"/>
                </a:lnTo>
                <a:lnTo>
                  <a:pt x="1246" y="1735"/>
                </a:lnTo>
                <a:lnTo>
                  <a:pt x="1245" y="1735"/>
                </a:lnTo>
                <a:lnTo>
                  <a:pt x="1245" y="1734"/>
                </a:lnTo>
                <a:lnTo>
                  <a:pt x="1244" y="1734"/>
                </a:lnTo>
                <a:lnTo>
                  <a:pt x="1244" y="1735"/>
                </a:lnTo>
                <a:lnTo>
                  <a:pt x="1243" y="1735"/>
                </a:lnTo>
                <a:lnTo>
                  <a:pt x="1243" y="1736"/>
                </a:lnTo>
                <a:lnTo>
                  <a:pt x="1242" y="1736"/>
                </a:lnTo>
                <a:lnTo>
                  <a:pt x="1241" y="1736"/>
                </a:lnTo>
                <a:lnTo>
                  <a:pt x="1240" y="1736"/>
                </a:lnTo>
                <a:lnTo>
                  <a:pt x="1239" y="1736"/>
                </a:lnTo>
                <a:lnTo>
                  <a:pt x="1239" y="1735"/>
                </a:lnTo>
                <a:lnTo>
                  <a:pt x="1238" y="1735"/>
                </a:lnTo>
                <a:lnTo>
                  <a:pt x="1236" y="1735"/>
                </a:lnTo>
                <a:lnTo>
                  <a:pt x="1236" y="1734"/>
                </a:lnTo>
                <a:lnTo>
                  <a:pt x="1234" y="1734"/>
                </a:lnTo>
                <a:lnTo>
                  <a:pt x="1233" y="1734"/>
                </a:lnTo>
                <a:lnTo>
                  <a:pt x="1233" y="1733"/>
                </a:lnTo>
                <a:lnTo>
                  <a:pt x="1232" y="1733"/>
                </a:lnTo>
                <a:lnTo>
                  <a:pt x="1231" y="1732"/>
                </a:lnTo>
                <a:lnTo>
                  <a:pt x="1232" y="1732"/>
                </a:lnTo>
                <a:lnTo>
                  <a:pt x="1232" y="1731"/>
                </a:lnTo>
                <a:lnTo>
                  <a:pt x="1231" y="1731"/>
                </a:lnTo>
                <a:lnTo>
                  <a:pt x="1231" y="1730"/>
                </a:lnTo>
                <a:lnTo>
                  <a:pt x="1230" y="1730"/>
                </a:lnTo>
                <a:lnTo>
                  <a:pt x="1229" y="1730"/>
                </a:lnTo>
                <a:lnTo>
                  <a:pt x="1228" y="1730"/>
                </a:lnTo>
                <a:lnTo>
                  <a:pt x="1228" y="1729"/>
                </a:lnTo>
                <a:lnTo>
                  <a:pt x="1227" y="1729"/>
                </a:lnTo>
                <a:lnTo>
                  <a:pt x="1227" y="1728"/>
                </a:lnTo>
                <a:lnTo>
                  <a:pt x="1227" y="1727"/>
                </a:lnTo>
                <a:lnTo>
                  <a:pt x="1227" y="1726"/>
                </a:lnTo>
                <a:lnTo>
                  <a:pt x="1228" y="1726"/>
                </a:lnTo>
                <a:lnTo>
                  <a:pt x="1228" y="1725"/>
                </a:lnTo>
                <a:lnTo>
                  <a:pt x="1228" y="1724"/>
                </a:lnTo>
                <a:lnTo>
                  <a:pt x="1228" y="1723"/>
                </a:lnTo>
                <a:lnTo>
                  <a:pt x="1229" y="1723"/>
                </a:lnTo>
                <a:lnTo>
                  <a:pt x="1230" y="1723"/>
                </a:lnTo>
                <a:lnTo>
                  <a:pt x="1230" y="1722"/>
                </a:lnTo>
                <a:lnTo>
                  <a:pt x="1230" y="1721"/>
                </a:lnTo>
                <a:lnTo>
                  <a:pt x="1229" y="1721"/>
                </a:lnTo>
                <a:lnTo>
                  <a:pt x="1228" y="1721"/>
                </a:lnTo>
                <a:lnTo>
                  <a:pt x="1228" y="1720"/>
                </a:lnTo>
                <a:lnTo>
                  <a:pt x="1228" y="1719"/>
                </a:lnTo>
                <a:lnTo>
                  <a:pt x="1228" y="1718"/>
                </a:lnTo>
                <a:lnTo>
                  <a:pt x="1228" y="1717"/>
                </a:lnTo>
                <a:lnTo>
                  <a:pt x="1227" y="1717"/>
                </a:lnTo>
                <a:lnTo>
                  <a:pt x="1227" y="1716"/>
                </a:lnTo>
                <a:lnTo>
                  <a:pt x="1227" y="1715"/>
                </a:lnTo>
                <a:lnTo>
                  <a:pt x="1226" y="1715"/>
                </a:lnTo>
                <a:lnTo>
                  <a:pt x="1225" y="1715"/>
                </a:lnTo>
                <a:lnTo>
                  <a:pt x="1224" y="1714"/>
                </a:lnTo>
                <a:lnTo>
                  <a:pt x="1223" y="1714"/>
                </a:lnTo>
                <a:lnTo>
                  <a:pt x="1221" y="1714"/>
                </a:lnTo>
                <a:lnTo>
                  <a:pt x="1221" y="1713"/>
                </a:lnTo>
                <a:lnTo>
                  <a:pt x="1220" y="1713"/>
                </a:lnTo>
                <a:lnTo>
                  <a:pt x="1219" y="1713"/>
                </a:lnTo>
                <a:lnTo>
                  <a:pt x="1218" y="1713"/>
                </a:lnTo>
                <a:lnTo>
                  <a:pt x="1217" y="1713"/>
                </a:lnTo>
                <a:lnTo>
                  <a:pt x="1215" y="1713"/>
                </a:lnTo>
                <a:lnTo>
                  <a:pt x="1215" y="1714"/>
                </a:lnTo>
                <a:lnTo>
                  <a:pt x="1214" y="1714"/>
                </a:lnTo>
                <a:lnTo>
                  <a:pt x="1213" y="1714"/>
                </a:lnTo>
                <a:lnTo>
                  <a:pt x="1213" y="1715"/>
                </a:lnTo>
                <a:lnTo>
                  <a:pt x="1213" y="1716"/>
                </a:lnTo>
                <a:lnTo>
                  <a:pt x="1212" y="1716"/>
                </a:lnTo>
                <a:lnTo>
                  <a:pt x="1212" y="1717"/>
                </a:lnTo>
                <a:lnTo>
                  <a:pt x="1211" y="1718"/>
                </a:lnTo>
                <a:lnTo>
                  <a:pt x="1210" y="1718"/>
                </a:lnTo>
                <a:lnTo>
                  <a:pt x="1208" y="1718"/>
                </a:lnTo>
                <a:lnTo>
                  <a:pt x="1208" y="1719"/>
                </a:lnTo>
                <a:lnTo>
                  <a:pt x="1207" y="1719"/>
                </a:lnTo>
                <a:lnTo>
                  <a:pt x="1207" y="1718"/>
                </a:lnTo>
                <a:lnTo>
                  <a:pt x="1206" y="1718"/>
                </a:lnTo>
                <a:lnTo>
                  <a:pt x="1206" y="1717"/>
                </a:lnTo>
                <a:lnTo>
                  <a:pt x="1204" y="1717"/>
                </a:lnTo>
                <a:lnTo>
                  <a:pt x="1203" y="1717"/>
                </a:lnTo>
                <a:lnTo>
                  <a:pt x="1203" y="1716"/>
                </a:lnTo>
                <a:lnTo>
                  <a:pt x="1202" y="1715"/>
                </a:lnTo>
                <a:lnTo>
                  <a:pt x="1202" y="1714"/>
                </a:lnTo>
                <a:lnTo>
                  <a:pt x="1203" y="1714"/>
                </a:lnTo>
                <a:lnTo>
                  <a:pt x="1204" y="1713"/>
                </a:lnTo>
                <a:lnTo>
                  <a:pt x="1203" y="1713"/>
                </a:lnTo>
                <a:lnTo>
                  <a:pt x="1203" y="1712"/>
                </a:lnTo>
                <a:lnTo>
                  <a:pt x="1203" y="1711"/>
                </a:lnTo>
                <a:lnTo>
                  <a:pt x="1202" y="1711"/>
                </a:lnTo>
                <a:lnTo>
                  <a:pt x="1201" y="1710"/>
                </a:lnTo>
                <a:lnTo>
                  <a:pt x="1201" y="1709"/>
                </a:lnTo>
                <a:lnTo>
                  <a:pt x="1200" y="1709"/>
                </a:lnTo>
                <a:lnTo>
                  <a:pt x="1199" y="1709"/>
                </a:lnTo>
                <a:lnTo>
                  <a:pt x="1199" y="1708"/>
                </a:lnTo>
                <a:lnTo>
                  <a:pt x="1198" y="1708"/>
                </a:lnTo>
                <a:lnTo>
                  <a:pt x="1197" y="1708"/>
                </a:lnTo>
                <a:lnTo>
                  <a:pt x="1197" y="1709"/>
                </a:lnTo>
                <a:lnTo>
                  <a:pt x="1196" y="1709"/>
                </a:lnTo>
                <a:lnTo>
                  <a:pt x="1196" y="1710"/>
                </a:lnTo>
                <a:lnTo>
                  <a:pt x="1196" y="1711"/>
                </a:lnTo>
                <a:lnTo>
                  <a:pt x="1196" y="1712"/>
                </a:lnTo>
                <a:lnTo>
                  <a:pt x="1196" y="1713"/>
                </a:lnTo>
                <a:lnTo>
                  <a:pt x="1195" y="1713"/>
                </a:lnTo>
                <a:lnTo>
                  <a:pt x="1195" y="1714"/>
                </a:lnTo>
                <a:lnTo>
                  <a:pt x="1194" y="1714"/>
                </a:lnTo>
                <a:lnTo>
                  <a:pt x="1194" y="1715"/>
                </a:lnTo>
                <a:lnTo>
                  <a:pt x="1195" y="1715"/>
                </a:lnTo>
                <a:lnTo>
                  <a:pt x="1195" y="1716"/>
                </a:lnTo>
                <a:lnTo>
                  <a:pt x="1195" y="1717"/>
                </a:lnTo>
                <a:lnTo>
                  <a:pt x="1194" y="1717"/>
                </a:lnTo>
                <a:lnTo>
                  <a:pt x="1193" y="1717"/>
                </a:lnTo>
                <a:lnTo>
                  <a:pt x="1193" y="1718"/>
                </a:lnTo>
                <a:lnTo>
                  <a:pt x="1193" y="1719"/>
                </a:lnTo>
                <a:lnTo>
                  <a:pt x="1192" y="1719"/>
                </a:lnTo>
                <a:lnTo>
                  <a:pt x="1192" y="1720"/>
                </a:lnTo>
                <a:lnTo>
                  <a:pt x="1191" y="1720"/>
                </a:lnTo>
                <a:lnTo>
                  <a:pt x="1191" y="1719"/>
                </a:lnTo>
                <a:lnTo>
                  <a:pt x="1190" y="1719"/>
                </a:lnTo>
                <a:lnTo>
                  <a:pt x="1189" y="1719"/>
                </a:lnTo>
                <a:lnTo>
                  <a:pt x="1189" y="1720"/>
                </a:lnTo>
                <a:lnTo>
                  <a:pt x="1189" y="1721"/>
                </a:lnTo>
                <a:lnTo>
                  <a:pt x="1188" y="1721"/>
                </a:lnTo>
                <a:lnTo>
                  <a:pt x="1188" y="1722"/>
                </a:lnTo>
                <a:lnTo>
                  <a:pt x="1188" y="1723"/>
                </a:lnTo>
                <a:lnTo>
                  <a:pt x="1187" y="1723"/>
                </a:lnTo>
                <a:lnTo>
                  <a:pt x="1188" y="1723"/>
                </a:lnTo>
                <a:lnTo>
                  <a:pt x="1188" y="1724"/>
                </a:lnTo>
                <a:lnTo>
                  <a:pt x="1187" y="1724"/>
                </a:lnTo>
                <a:lnTo>
                  <a:pt x="1187" y="1725"/>
                </a:lnTo>
                <a:lnTo>
                  <a:pt x="1186" y="1725"/>
                </a:lnTo>
                <a:lnTo>
                  <a:pt x="1185" y="1725"/>
                </a:lnTo>
                <a:lnTo>
                  <a:pt x="1186" y="1725"/>
                </a:lnTo>
                <a:lnTo>
                  <a:pt x="1186" y="1726"/>
                </a:lnTo>
                <a:lnTo>
                  <a:pt x="1185" y="1726"/>
                </a:lnTo>
                <a:lnTo>
                  <a:pt x="1185" y="1727"/>
                </a:lnTo>
                <a:lnTo>
                  <a:pt x="1185" y="1728"/>
                </a:lnTo>
                <a:lnTo>
                  <a:pt x="1184" y="1728"/>
                </a:lnTo>
                <a:lnTo>
                  <a:pt x="1184" y="1729"/>
                </a:lnTo>
                <a:lnTo>
                  <a:pt x="1184" y="1730"/>
                </a:lnTo>
                <a:lnTo>
                  <a:pt x="1183" y="1730"/>
                </a:lnTo>
                <a:lnTo>
                  <a:pt x="1183" y="1731"/>
                </a:lnTo>
                <a:lnTo>
                  <a:pt x="1183" y="1732"/>
                </a:lnTo>
                <a:lnTo>
                  <a:pt x="1183" y="1733"/>
                </a:lnTo>
                <a:lnTo>
                  <a:pt x="1183" y="1734"/>
                </a:lnTo>
                <a:lnTo>
                  <a:pt x="1184" y="1734"/>
                </a:lnTo>
                <a:lnTo>
                  <a:pt x="1183" y="1734"/>
                </a:lnTo>
                <a:lnTo>
                  <a:pt x="1183" y="1735"/>
                </a:lnTo>
                <a:lnTo>
                  <a:pt x="1182" y="1735"/>
                </a:lnTo>
                <a:lnTo>
                  <a:pt x="1182" y="1736"/>
                </a:lnTo>
                <a:lnTo>
                  <a:pt x="1182" y="1737"/>
                </a:lnTo>
                <a:lnTo>
                  <a:pt x="1182" y="1738"/>
                </a:lnTo>
                <a:lnTo>
                  <a:pt x="1182" y="1737"/>
                </a:lnTo>
                <a:lnTo>
                  <a:pt x="1181" y="1737"/>
                </a:lnTo>
                <a:lnTo>
                  <a:pt x="1180" y="1737"/>
                </a:lnTo>
                <a:lnTo>
                  <a:pt x="1179" y="1737"/>
                </a:lnTo>
                <a:lnTo>
                  <a:pt x="1178" y="1737"/>
                </a:lnTo>
                <a:lnTo>
                  <a:pt x="1178" y="1738"/>
                </a:lnTo>
                <a:lnTo>
                  <a:pt x="1177" y="1738"/>
                </a:lnTo>
                <a:lnTo>
                  <a:pt x="1176" y="1738"/>
                </a:lnTo>
                <a:lnTo>
                  <a:pt x="1175" y="1738"/>
                </a:lnTo>
                <a:lnTo>
                  <a:pt x="1174" y="1738"/>
                </a:lnTo>
                <a:lnTo>
                  <a:pt x="1173" y="1738"/>
                </a:lnTo>
                <a:lnTo>
                  <a:pt x="1173" y="1739"/>
                </a:lnTo>
                <a:lnTo>
                  <a:pt x="1173" y="1740"/>
                </a:lnTo>
                <a:lnTo>
                  <a:pt x="1173" y="1741"/>
                </a:lnTo>
                <a:lnTo>
                  <a:pt x="1172" y="1742"/>
                </a:lnTo>
                <a:lnTo>
                  <a:pt x="1171" y="1742"/>
                </a:lnTo>
                <a:lnTo>
                  <a:pt x="1171" y="1743"/>
                </a:lnTo>
                <a:lnTo>
                  <a:pt x="1170" y="1743"/>
                </a:lnTo>
                <a:lnTo>
                  <a:pt x="1170" y="1744"/>
                </a:lnTo>
                <a:lnTo>
                  <a:pt x="1169" y="1744"/>
                </a:lnTo>
                <a:lnTo>
                  <a:pt x="1168" y="1744"/>
                </a:lnTo>
                <a:lnTo>
                  <a:pt x="1168" y="1745"/>
                </a:lnTo>
                <a:lnTo>
                  <a:pt x="1167" y="1745"/>
                </a:lnTo>
                <a:lnTo>
                  <a:pt x="1166" y="1745"/>
                </a:lnTo>
                <a:lnTo>
                  <a:pt x="1166" y="1744"/>
                </a:lnTo>
                <a:lnTo>
                  <a:pt x="1165" y="1744"/>
                </a:lnTo>
                <a:lnTo>
                  <a:pt x="1164" y="1744"/>
                </a:lnTo>
                <a:lnTo>
                  <a:pt x="1162" y="1744"/>
                </a:lnTo>
                <a:lnTo>
                  <a:pt x="1162" y="1743"/>
                </a:lnTo>
                <a:lnTo>
                  <a:pt x="1161" y="1743"/>
                </a:lnTo>
                <a:lnTo>
                  <a:pt x="1161" y="1742"/>
                </a:lnTo>
                <a:lnTo>
                  <a:pt x="1161" y="1741"/>
                </a:lnTo>
                <a:lnTo>
                  <a:pt x="1160" y="1741"/>
                </a:lnTo>
                <a:lnTo>
                  <a:pt x="1160" y="1740"/>
                </a:lnTo>
                <a:lnTo>
                  <a:pt x="1159" y="1740"/>
                </a:lnTo>
                <a:lnTo>
                  <a:pt x="1159" y="1739"/>
                </a:lnTo>
                <a:lnTo>
                  <a:pt x="1158" y="1739"/>
                </a:lnTo>
                <a:lnTo>
                  <a:pt x="1158" y="1738"/>
                </a:lnTo>
                <a:lnTo>
                  <a:pt x="1158" y="1737"/>
                </a:lnTo>
                <a:lnTo>
                  <a:pt x="1157" y="1737"/>
                </a:lnTo>
                <a:lnTo>
                  <a:pt x="1157" y="1736"/>
                </a:lnTo>
                <a:lnTo>
                  <a:pt x="1156" y="1736"/>
                </a:lnTo>
                <a:lnTo>
                  <a:pt x="1155" y="1736"/>
                </a:lnTo>
                <a:lnTo>
                  <a:pt x="1154" y="1736"/>
                </a:lnTo>
                <a:lnTo>
                  <a:pt x="1154" y="1735"/>
                </a:lnTo>
                <a:lnTo>
                  <a:pt x="1153" y="1735"/>
                </a:lnTo>
                <a:lnTo>
                  <a:pt x="1153" y="1736"/>
                </a:lnTo>
                <a:lnTo>
                  <a:pt x="1152" y="1736"/>
                </a:lnTo>
                <a:lnTo>
                  <a:pt x="1151" y="1736"/>
                </a:lnTo>
                <a:lnTo>
                  <a:pt x="1151" y="1735"/>
                </a:lnTo>
                <a:lnTo>
                  <a:pt x="1151" y="1734"/>
                </a:lnTo>
                <a:lnTo>
                  <a:pt x="1151" y="1733"/>
                </a:lnTo>
                <a:lnTo>
                  <a:pt x="1150" y="1733"/>
                </a:lnTo>
                <a:lnTo>
                  <a:pt x="1151" y="1733"/>
                </a:lnTo>
                <a:lnTo>
                  <a:pt x="1151" y="1732"/>
                </a:lnTo>
                <a:lnTo>
                  <a:pt x="1151" y="1731"/>
                </a:lnTo>
                <a:lnTo>
                  <a:pt x="1150" y="1731"/>
                </a:lnTo>
                <a:lnTo>
                  <a:pt x="1150" y="1730"/>
                </a:lnTo>
                <a:lnTo>
                  <a:pt x="1151" y="1730"/>
                </a:lnTo>
                <a:lnTo>
                  <a:pt x="1150" y="1730"/>
                </a:lnTo>
                <a:lnTo>
                  <a:pt x="1150" y="1731"/>
                </a:lnTo>
                <a:lnTo>
                  <a:pt x="1149" y="1731"/>
                </a:lnTo>
                <a:lnTo>
                  <a:pt x="1149" y="1732"/>
                </a:lnTo>
                <a:lnTo>
                  <a:pt x="1148" y="1732"/>
                </a:lnTo>
                <a:lnTo>
                  <a:pt x="1147" y="1733"/>
                </a:lnTo>
                <a:lnTo>
                  <a:pt x="1146" y="1733"/>
                </a:lnTo>
                <a:lnTo>
                  <a:pt x="1146" y="1732"/>
                </a:lnTo>
                <a:lnTo>
                  <a:pt x="1146" y="1731"/>
                </a:lnTo>
                <a:lnTo>
                  <a:pt x="1145" y="1731"/>
                </a:lnTo>
                <a:lnTo>
                  <a:pt x="1145" y="1730"/>
                </a:lnTo>
                <a:lnTo>
                  <a:pt x="1144" y="1730"/>
                </a:lnTo>
                <a:lnTo>
                  <a:pt x="1144" y="1729"/>
                </a:lnTo>
                <a:lnTo>
                  <a:pt x="1144" y="1728"/>
                </a:lnTo>
                <a:lnTo>
                  <a:pt x="1144" y="1727"/>
                </a:lnTo>
                <a:lnTo>
                  <a:pt x="1144" y="1726"/>
                </a:lnTo>
                <a:lnTo>
                  <a:pt x="1143" y="1726"/>
                </a:lnTo>
                <a:lnTo>
                  <a:pt x="1141" y="1726"/>
                </a:lnTo>
                <a:lnTo>
                  <a:pt x="1141" y="1725"/>
                </a:lnTo>
                <a:lnTo>
                  <a:pt x="1140" y="1725"/>
                </a:lnTo>
                <a:lnTo>
                  <a:pt x="1139" y="1725"/>
                </a:lnTo>
                <a:lnTo>
                  <a:pt x="1137" y="1725"/>
                </a:lnTo>
                <a:lnTo>
                  <a:pt x="1136" y="1725"/>
                </a:lnTo>
                <a:lnTo>
                  <a:pt x="1135" y="1725"/>
                </a:lnTo>
                <a:lnTo>
                  <a:pt x="1134" y="1725"/>
                </a:lnTo>
                <a:lnTo>
                  <a:pt x="1133" y="1725"/>
                </a:lnTo>
                <a:lnTo>
                  <a:pt x="1133" y="1724"/>
                </a:lnTo>
                <a:lnTo>
                  <a:pt x="1132" y="1724"/>
                </a:lnTo>
                <a:lnTo>
                  <a:pt x="1132" y="1723"/>
                </a:lnTo>
                <a:lnTo>
                  <a:pt x="1132" y="1722"/>
                </a:lnTo>
                <a:lnTo>
                  <a:pt x="1132" y="1721"/>
                </a:lnTo>
                <a:lnTo>
                  <a:pt x="1132" y="1719"/>
                </a:lnTo>
                <a:lnTo>
                  <a:pt x="1132" y="1717"/>
                </a:lnTo>
                <a:lnTo>
                  <a:pt x="1132" y="1716"/>
                </a:lnTo>
                <a:lnTo>
                  <a:pt x="1132" y="1715"/>
                </a:lnTo>
                <a:lnTo>
                  <a:pt x="1133" y="1715"/>
                </a:lnTo>
                <a:lnTo>
                  <a:pt x="1133" y="1714"/>
                </a:lnTo>
                <a:lnTo>
                  <a:pt x="1133" y="1713"/>
                </a:lnTo>
                <a:lnTo>
                  <a:pt x="1134" y="1713"/>
                </a:lnTo>
                <a:lnTo>
                  <a:pt x="1134" y="1712"/>
                </a:lnTo>
                <a:lnTo>
                  <a:pt x="1133" y="1712"/>
                </a:lnTo>
                <a:lnTo>
                  <a:pt x="1133" y="1711"/>
                </a:lnTo>
                <a:lnTo>
                  <a:pt x="1133" y="1710"/>
                </a:lnTo>
                <a:lnTo>
                  <a:pt x="1133" y="1709"/>
                </a:lnTo>
                <a:lnTo>
                  <a:pt x="1133" y="1708"/>
                </a:lnTo>
                <a:lnTo>
                  <a:pt x="1133" y="1707"/>
                </a:lnTo>
                <a:lnTo>
                  <a:pt x="1132" y="1707"/>
                </a:lnTo>
                <a:lnTo>
                  <a:pt x="1132" y="1706"/>
                </a:lnTo>
                <a:lnTo>
                  <a:pt x="1132" y="1705"/>
                </a:lnTo>
                <a:lnTo>
                  <a:pt x="1133" y="1705"/>
                </a:lnTo>
                <a:lnTo>
                  <a:pt x="1132" y="1705"/>
                </a:lnTo>
                <a:lnTo>
                  <a:pt x="1132" y="1704"/>
                </a:lnTo>
                <a:lnTo>
                  <a:pt x="1133" y="1704"/>
                </a:lnTo>
                <a:lnTo>
                  <a:pt x="1132" y="1704"/>
                </a:lnTo>
                <a:lnTo>
                  <a:pt x="1132" y="1703"/>
                </a:lnTo>
                <a:lnTo>
                  <a:pt x="1132" y="1702"/>
                </a:lnTo>
                <a:lnTo>
                  <a:pt x="1132" y="1701"/>
                </a:lnTo>
                <a:lnTo>
                  <a:pt x="1133" y="1701"/>
                </a:lnTo>
                <a:lnTo>
                  <a:pt x="1133" y="1700"/>
                </a:lnTo>
                <a:lnTo>
                  <a:pt x="1133" y="1699"/>
                </a:lnTo>
                <a:lnTo>
                  <a:pt x="1134" y="1699"/>
                </a:lnTo>
                <a:lnTo>
                  <a:pt x="1134" y="1700"/>
                </a:lnTo>
                <a:lnTo>
                  <a:pt x="1135" y="1700"/>
                </a:lnTo>
                <a:lnTo>
                  <a:pt x="1136" y="1700"/>
                </a:lnTo>
                <a:lnTo>
                  <a:pt x="1136" y="1699"/>
                </a:lnTo>
                <a:lnTo>
                  <a:pt x="1136" y="1698"/>
                </a:lnTo>
                <a:lnTo>
                  <a:pt x="1136" y="1697"/>
                </a:lnTo>
                <a:lnTo>
                  <a:pt x="1136" y="1696"/>
                </a:lnTo>
                <a:lnTo>
                  <a:pt x="1136" y="1695"/>
                </a:lnTo>
                <a:lnTo>
                  <a:pt x="1135" y="1695"/>
                </a:lnTo>
                <a:lnTo>
                  <a:pt x="1135" y="1694"/>
                </a:lnTo>
                <a:lnTo>
                  <a:pt x="1135" y="1693"/>
                </a:lnTo>
                <a:lnTo>
                  <a:pt x="1134" y="1693"/>
                </a:lnTo>
                <a:lnTo>
                  <a:pt x="1134" y="1692"/>
                </a:lnTo>
                <a:lnTo>
                  <a:pt x="1134" y="1691"/>
                </a:lnTo>
                <a:lnTo>
                  <a:pt x="1133" y="1691"/>
                </a:lnTo>
                <a:lnTo>
                  <a:pt x="1133" y="1690"/>
                </a:lnTo>
                <a:lnTo>
                  <a:pt x="1133" y="1689"/>
                </a:lnTo>
                <a:lnTo>
                  <a:pt x="1133" y="1688"/>
                </a:lnTo>
                <a:lnTo>
                  <a:pt x="1133" y="1687"/>
                </a:lnTo>
                <a:lnTo>
                  <a:pt x="1134" y="1687"/>
                </a:lnTo>
                <a:lnTo>
                  <a:pt x="1134" y="1686"/>
                </a:lnTo>
                <a:lnTo>
                  <a:pt x="1133" y="1686"/>
                </a:lnTo>
                <a:lnTo>
                  <a:pt x="1133" y="1685"/>
                </a:lnTo>
                <a:lnTo>
                  <a:pt x="1133" y="1684"/>
                </a:lnTo>
                <a:lnTo>
                  <a:pt x="1133" y="1683"/>
                </a:lnTo>
                <a:lnTo>
                  <a:pt x="1132" y="1683"/>
                </a:lnTo>
                <a:lnTo>
                  <a:pt x="1131" y="1683"/>
                </a:lnTo>
                <a:lnTo>
                  <a:pt x="1130" y="1683"/>
                </a:lnTo>
                <a:lnTo>
                  <a:pt x="1130" y="1685"/>
                </a:lnTo>
                <a:lnTo>
                  <a:pt x="1130" y="1686"/>
                </a:lnTo>
                <a:lnTo>
                  <a:pt x="1130" y="1687"/>
                </a:lnTo>
                <a:lnTo>
                  <a:pt x="1130" y="1688"/>
                </a:lnTo>
                <a:lnTo>
                  <a:pt x="1130" y="1689"/>
                </a:lnTo>
                <a:lnTo>
                  <a:pt x="1129" y="1689"/>
                </a:lnTo>
                <a:lnTo>
                  <a:pt x="1128" y="1689"/>
                </a:lnTo>
                <a:lnTo>
                  <a:pt x="1127" y="1689"/>
                </a:lnTo>
                <a:lnTo>
                  <a:pt x="1126" y="1689"/>
                </a:lnTo>
                <a:lnTo>
                  <a:pt x="1126" y="1690"/>
                </a:lnTo>
                <a:lnTo>
                  <a:pt x="1125" y="1690"/>
                </a:lnTo>
                <a:lnTo>
                  <a:pt x="1124" y="1690"/>
                </a:lnTo>
                <a:lnTo>
                  <a:pt x="1123" y="1690"/>
                </a:lnTo>
                <a:lnTo>
                  <a:pt x="1123" y="1691"/>
                </a:lnTo>
                <a:lnTo>
                  <a:pt x="1123" y="1692"/>
                </a:lnTo>
                <a:lnTo>
                  <a:pt x="1122" y="1692"/>
                </a:lnTo>
                <a:lnTo>
                  <a:pt x="1122" y="1693"/>
                </a:lnTo>
                <a:lnTo>
                  <a:pt x="1122" y="1692"/>
                </a:lnTo>
                <a:lnTo>
                  <a:pt x="1121" y="1692"/>
                </a:lnTo>
                <a:lnTo>
                  <a:pt x="1121" y="1693"/>
                </a:lnTo>
                <a:lnTo>
                  <a:pt x="1121" y="1694"/>
                </a:lnTo>
                <a:lnTo>
                  <a:pt x="1120" y="1694"/>
                </a:lnTo>
                <a:lnTo>
                  <a:pt x="1120" y="1695"/>
                </a:lnTo>
                <a:lnTo>
                  <a:pt x="1120" y="1696"/>
                </a:lnTo>
                <a:lnTo>
                  <a:pt x="1119" y="1696"/>
                </a:lnTo>
                <a:lnTo>
                  <a:pt x="1119" y="1697"/>
                </a:lnTo>
                <a:lnTo>
                  <a:pt x="1118" y="1697"/>
                </a:lnTo>
                <a:lnTo>
                  <a:pt x="1117" y="1697"/>
                </a:lnTo>
                <a:lnTo>
                  <a:pt x="1116" y="1697"/>
                </a:lnTo>
                <a:lnTo>
                  <a:pt x="1116" y="1696"/>
                </a:lnTo>
                <a:lnTo>
                  <a:pt x="1115" y="1696"/>
                </a:lnTo>
                <a:lnTo>
                  <a:pt x="1114" y="1695"/>
                </a:lnTo>
                <a:lnTo>
                  <a:pt x="1113" y="1695"/>
                </a:lnTo>
                <a:lnTo>
                  <a:pt x="1112" y="1695"/>
                </a:lnTo>
                <a:lnTo>
                  <a:pt x="1112" y="1696"/>
                </a:lnTo>
                <a:lnTo>
                  <a:pt x="1111" y="1696"/>
                </a:lnTo>
                <a:lnTo>
                  <a:pt x="1111" y="1697"/>
                </a:lnTo>
                <a:lnTo>
                  <a:pt x="1111" y="1698"/>
                </a:lnTo>
                <a:lnTo>
                  <a:pt x="1111" y="1699"/>
                </a:lnTo>
                <a:lnTo>
                  <a:pt x="1111" y="1700"/>
                </a:lnTo>
                <a:lnTo>
                  <a:pt x="1112" y="1700"/>
                </a:lnTo>
                <a:lnTo>
                  <a:pt x="1112" y="1701"/>
                </a:lnTo>
                <a:lnTo>
                  <a:pt x="1112" y="1702"/>
                </a:lnTo>
                <a:lnTo>
                  <a:pt x="1112" y="1703"/>
                </a:lnTo>
                <a:lnTo>
                  <a:pt x="1111" y="1703"/>
                </a:lnTo>
                <a:lnTo>
                  <a:pt x="1111" y="1704"/>
                </a:lnTo>
                <a:lnTo>
                  <a:pt x="1110" y="1704"/>
                </a:lnTo>
                <a:lnTo>
                  <a:pt x="1110" y="1705"/>
                </a:lnTo>
                <a:lnTo>
                  <a:pt x="1110" y="1706"/>
                </a:lnTo>
                <a:lnTo>
                  <a:pt x="1110" y="1707"/>
                </a:lnTo>
                <a:lnTo>
                  <a:pt x="1110" y="1708"/>
                </a:lnTo>
                <a:lnTo>
                  <a:pt x="1110" y="1709"/>
                </a:lnTo>
                <a:lnTo>
                  <a:pt x="1109" y="1709"/>
                </a:lnTo>
                <a:lnTo>
                  <a:pt x="1108" y="1709"/>
                </a:lnTo>
                <a:lnTo>
                  <a:pt x="1108" y="1710"/>
                </a:lnTo>
                <a:lnTo>
                  <a:pt x="1108" y="1711"/>
                </a:lnTo>
                <a:lnTo>
                  <a:pt x="1108" y="1712"/>
                </a:lnTo>
                <a:lnTo>
                  <a:pt x="1108" y="1713"/>
                </a:lnTo>
                <a:lnTo>
                  <a:pt x="1109" y="1713"/>
                </a:lnTo>
                <a:lnTo>
                  <a:pt x="1109" y="1714"/>
                </a:lnTo>
                <a:lnTo>
                  <a:pt x="1109" y="1715"/>
                </a:lnTo>
                <a:lnTo>
                  <a:pt x="1110" y="1715"/>
                </a:lnTo>
                <a:lnTo>
                  <a:pt x="1110" y="1716"/>
                </a:lnTo>
                <a:lnTo>
                  <a:pt x="1110" y="1717"/>
                </a:lnTo>
                <a:lnTo>
                  <a:pt x="1110" y="1718"/>
                </a:lnTo>
                <a:lnTo>
                  <a:pt x="1111" y="1718"/>
                </a:lnTo>
                <a:lnTo>
                  <a:pt x="1111" y="1719"/>
                </a:lnTo>
                <a:lnTo>
                  <a:pt x="1110" y="1719"/>
                </a:lnTo>
                <a:lnTo>
                  <a:pt x="1111" y="1719"/>
                </a:lnTo>
                <a:lnTo>
                  <a:pt x="1111" y="1721"/>
                </a:lnTo>
                <a:lnTo>
                  <a:pt x="1110" y="1721"/>
                </a:lnTo>
                <a:lnTo>
                  <a:pt x="1111" y="1721"/>
                </a:lnTo>
                <a:lnTo>
                  <a:pt x="1111" y="1722"/>
                </a:lnTo>
                <a:lnTo>
                  <a:pt x="1111" y="1723"/>
                </a:lnTo>
                <a:lnTo>
                  <a:pt x="1110" y="1723"/>
                </a:lnTo>
                <a:lnTo>
                  <a:pt x="1110" y="1724"/>
                </a:lnTo>
                <a:lnTo>
                  <a:pt x="1110" y="1725"/>
                </a:lnTo>
                <a:lnTo>
                  <a:pt x="1111" y="1725"/>
                </a:lnTo>
                <a:lnTo>
                  <a:pt x="1111" y="1726"/>
                </a:lnTo>
                <a:lnTo>
                  <a:pt x="1111" y="1727"/>
                </a:lnTo>
                <a:lnTo>
                  <a:pt x="1112" y="1727"/>
                </a:lnTo>
                <a:lnTo>
                  <a:pt x="1112" y="1728"/>
                </a:lnTo>
                <a:lnTo>
                  <a:pt x="1113" y="1728"/>
                </a:lnTo>
                <a:lnTo>
                  <a:pt x="1113" y="1729"/>
                </a:lnTo>
                <a:lnTo>
                  <a:pt x="1112" y="1729"/>
                </a:lnTo>
                <a:lnTo>
                  <a:pt x="1113" y="1729"/>
                </a:lnTo>
                <a:lnTo>
                  <a:pt x="1112" y="1729"/>
                </a:lnTo>
                <a:lnTo>
                  <a:pt x="1112" y="1730"/>
                </a:lnTo>
                <a:lnTo>
                  <a:pt x="1111" y="1730"/>
                </a:lnTo>
                <a:lnTo>
                  <a:pt x="1110" y="1730"/>
                </a:lnTo>
                <a:lnTo>
                  <a:pt x="1109" y="1730"/>
                </a:lnTo>
                <a:lnTo>
                  <a:pt x="1108" y="1730"/>
                </a:lnTo>
                <a:lnTo>
                  <a:pt x="1108" y="1731"/>
                </a:lnTo>
                <a:lnTo>
                  <a:pt x="1108" y="1730"/>
                </a:lnTo>
                <a:lnTo>
                  <a:pt x="1107" y="1730"/>
                </a:lnTo>
                <a:lnTo>
                  <a:pt x="1107" y="1731"/>
                </a:lnTo>
                <a:lnTo>
                  <a:pt x="1106" y="1731"/>
                </a:lnTo>
                <a:lnTo>
                  <a:pt x="1105" y="1731"/>
                </a:lnTo>
                <a:lnTo>
                  <a:pt x="1104" y="1731"/>
                </a:lnTo>
                <a:lnTo>
                  <a:pt x="1104" y="1732"/>
                </a:lnTo>
                <a:lnTo>
                  <a:pt x="1103" y="1732"/>
                </a:lnTo>
                <a:lnTo>
                  <a:pt x="1102" y="1732"/>
                </a:lnTo>
                <a:lnTo>
                  <a:pt x="1101" y="1732"/>
                </a:lnTo>
                <a:lnTo>
                  <a:pt x="1101" y="1733"/>
                </a:lnTo>
                <a:lnTo>
                  <a:pt x="1101" y="1734"/>
                </a:lnTo>
                <a:lnTo>
                  <a:pt x="1100" y="1734"/>
                </a:lnTo>
                <a:lnTo>
                  <a:pt x="1100" y="1733"/>
                </a:lnTo>
                <a:lnTo>
                  <a:pt x="1099" y="1733"/>
                </a:lnTo>
                <a:lnTo>
                  <a:pt x="1098" y="1733"/>
                </a:lnTo>
                <a:lnTo>
                  <a:pt x="1098" y="1732"/>
                </a:lnTo>
                <a:lnTo>
                  <a:pt x="1097" y="1732"/>
                </a:lnTo>
                <a:lnTo>
                  <a:pt x="1096" y="1732"/>
                </a:lnTo>
                <a:lnTo>
                  <a:pt x="1095" y="1732"/>
                </a:lnTo>
                <a:lnTo>
                  <a:pt x="1095" y="1731"/>
                </a:lnTo>
                <a:lnTo>
                  <a:pt x="1094" y="1731"/>
                </a:lnTo>
                <a:lnTo>
                  <a:pt x="1093" y="1731"/>
                </a:lnTo>
                <a:lnTo>
                  <a:pt x="1093" y="1730"/>
                </a:lnTo>
                <a:lnTo>
                  <a:pt x="1092" y="1730"/>
                </a:lnTo>
                <a:lnTo>
                  <a:pt x="1092" y="1729"/>
                </a:lnTo>
                <a:lnTo>
                  <a:pt x="1091" y="1729"/>
                </a:lnTo>
                <a:lnTo>
                  <a:pt x="1090" y="1729"/>
                </a:lnTo>
                <a:lnTo>
                  <a:pt x="1089" y="1729"/>
                </a:lnTo>
                <a:lnTo>
                  <a:pt x="1089" y="1728"/>
                </a:lnTo>
                <a:lnTo>
                  <a:pt x="1088" y="1728"/>
                </a:lnTo>
                <a:lnTo>
                  <a:pt x="1088" y="1727"/>
                </a:lnTo>
                <a:lnTo>
                  <a:pt x="1087" y="1727"/>
                </a:lnTo>
                <a:lnTo>
                  <a:pt x="1086" y="1727"/>
                </a:lnTo>
                <a:lnTo>
                  <a:pt x="1086" y="1726"/>
                </a:lnTo>
                <a:lnTo>
                  <a:pt x="1085" y="1726"/>
                </a:lnTo>
                <a:lnTo>
                  <a:pt x="1085" y="1725"/>
                </a:lnTo>
                <a:lnTo>
                  <a:pt x="1085" y="1724"/>
                </a:lnTo>
                <a:lnTo>
                  <a:pt x="1084" y="1724"/>
                </a:lnTo>
                <a:lnTo>
                  <a:pt x="1083" y="1723"/>
                </a:lnTo>
                <a:lnTo>
                  <a:pt x="1083" y="1722"/>
                </a:lnTo>
                <a:lnTo>
                  <a:pt x="1082" y="1722"/>
                </a:lnTo>
                <a:lnTo>
                  <a:pt x="1081" y="1722"/>
                </a:lnTo>
                <a:lnTo>
                  <a:pt x="1081" y="1721"/>
                </a:lnTo>
                <a:lnTo>
                  <a:pt x="1082" y="1721"/>
                </a:lnTo>
                <a:lnTo>
                  <a:pt x="1082" y="1720"/>
                </a:lnTo>
                <a:lnTo>
                  <a:pt x="1083" y="1720"/>
                </a:lnTo>
                <a:lnTo>
                  <a:pt x="1083" y="1719"/>
                </a:lnTo>
                <a:lnTo>
                  <a:pt x="1084" y="1719"/>
                </a:lnTo>
                <a:lnTo>
                  <a:pt x="1084" y="1718"/>
                </a:lnTo>
                <a:lnTo>
                  <a:pt x="1084" y="1717"/>
                </a:lnTo>
                <a:lnTo>
                  <a:pt x="1085" y="1717"/>
                </a:lnTo>
                <a:lnTo>
                  <a:pt x="1085" y="1716"/>
                </a:lnTo>
                <a:lnTo>
                  <a:pt x="1086" y="1716"/>
                </a:lnTo>
                <a:lnTo>
                  <a:pt x="1086" y="1715"/>
                </a:lnTo>
                <a:lnTo>
                  <a:pt x="1087" y="1715"/>
                </a:lnTo>
                <a:lnTo>
                  <a:pt x="1087" y="1714"/>
                </a:lnTo>
                <a:lnTo>
                  <a:pt x="1088" y="1714"/>
                </a:lnTo>
                <a:lnTo>
                  <a:pt x="1088" y="1713"/>
                </a:lnTo>
                <a:lnTo>
                  <a:pt x="1089" y="1713"/>
                </a:lnTo>
                <a:lnTo>
                  <a:pt x="1089" y="1712"/>
                </a:lnTo>
                <a:lnTo>
                  <a:pt x="1089" y="1711"/>
                </a:lnTo>
                <a:lnTo>
                  <a:pt x="1088" y="1711"/>
                </a:lnTo>
                <a:lnTo>
                  <a:pt x="1088" y="1710"/>
                </a:lnTo>
                <a:lnTo>
                  <a:pt x="1087" y="1710"/>
                </a:lnTo>
                <a:lnTo>
                  <a:pt x="1087" y="1711"/>
                </a:lnTo>
                <a:lnTo>
                  <a:pt x="1087" y="1710"/>
                </a:lnTo>
                <a:lnTo>
                  <a:pt x="1086" y="1710"/>
                </a:lnTo>
                <a:lnTo>
                  <a:pt x="1086" y="1709"/>
                </a:lnTo>
                <a:lnTo>
                  <a:pt x="1086" y="1708"/>
                </a:lnTo>
                <a:lnTo>
                  <a:pt x="1085" y="1708"/>
                </a:lnTo>
                <a:lnTo>
                  <a:pt x="1085" y="1707"/>
                </a:lnTo>
                <a:lnTo>
                  <a:pt x="1085" y="1706"/>
                </a:lnTo>
                <a:lnTo>
                  <a:pt x="1084" y="1706"/>
                </a:lnTo>
                <a:lnTo>
                  <a:pt x="1084" y="1705"/>
                </a:lnTo>
                <a:lnTo>
                  <a:pt x="1083" y="1705"/>
                </a:lnTo>
                <a:lnTo>
                  <a:pt x="1083" y="1704"/>
                </a:lnTo>
                <a:lnTo>
                  <a:pt x="1083" y="1705"/>
                </a:lnTo>
                <a:lnTo>
                  <a:pt x="1082" y="1705"/>
                </a:lnTo>
                <a:lnTo>
                  <a:pt x="1082" y="1704"/>
                </a:lnTo>
                <a:lnTo>
                  <a:pt x="1082" y="1703"/>
                </a:lnTo>
                <a:lnTo>
                  <a:pt x="1081" y="1703"/>
                </a:lnTo>
                <a:lnTo>
                  <a:pt x="1081" y="1702"/>
                </a:lnTo>
                <a:lnTo>
                  <a:pt x="1081" y="1701"/>
                </a:lnTo>
                <a:lnTo>
                  <a:pt x="1081" y="1700"/>
                </a:lnTo>
                <a:lnTo>
                  <a:pt x="1080" y="1700"/>
                </a:lnTo>
                <a:lnTo>
                  <a:pt x="1080" y="1699"/>
                </a:lnTo>
                <a:lnTo>
                  <a:pt x="1080" y="1698"/>
                </a:lnTo>
                <a:lnTo>
                  <a:pt x="1079" y="1698"/>
                </a:lnTo>
                <a:lnTo>
                  <a:pt x="1078" y="1698"/>
                </a:lnTo>
                <a:lnTo>
                  <a:pt x="1078" y="1697"/>
                </a:lnTo>
                <a:lnTo>
                  <a:pt x="1077" y="1697"/>
                </a:lnTo>
                <a:lnTo>
                  <a:pt x="1077" y="1696"/>
                </a:lnTo>
                <a:lnTo>
                  <a:pt x="1078" y="1696"/>
                </a:lnTo>
                <a:lnTo>
                  <a:pt x="1078" y="1695"/>
                </a:lnTo>
                <a:lnTo>
                  <a:pt x="1077" y="1695"/>
                </a:lnTo>
                <a:lnTo>
                  <a:pt x="1077" y="1694"/>
                </a:lnTo>
                <a:lnTo>
                  <a:pt x="1077" y="1693"/>
                </a:lnTo>
                <a:lnTo>
                  <a:pt x="1078" y="1693"/>
                </a:lnTo>
                <a:lnTo>
                  <a:pt x="1078" y="1692"/>
                </a:lnTo>
                <a:lnTo>
                  <a:pt x="1079" y="1692"/>
                </a:lnTo>
                <a:lnTo>
                  <a:pt x="1079" y="1691"/>
                </a:lnTo>
                <a:lnTo>
                  <a:pt x="1079" y="1690"/>
                </a:lnTo>
                <a:lnTo>
                  <a:pt x="1079" y="1689"/>
                </a:lnTo>
                <a:lnTo>
                  <a:pt x="1079" y="1688"/>
                </a:lnTo>
                <a:lnTo>
                  <a:pt x="1079" y="1687"/>
                </a:lnTo>
                <a:lnTo>
                  <a:pt x="1079" y="1686"/>
                </a:lnTo>
                <a:lnTo>
                  <a:pt x="1079" y="1685"/>
                </a:lnTo>
                <a:lnTo>
                  <a:pt x="1078" y="1685"/>
                </a:lnTo>
                <a:lnTo>
                  <a:pt x="1078" y="1684"/>
                </a:lnTo>
                <a:lnTo>
                  <a:pt x="1077" y="1684"/>
                </a:lnTo>
                <a:lnTo>
                  <a:pt x="1076" y="1684"/>
                </a:lnTo>
                <a:lnTo>
                  <a:pt x="1076" y="1683"/>
                </a:lnTo>
                <a:lnTo>
                  <a:pt x="1075" y="1683"/>
                </a:lnTo>
                <a:lnTo>
                  <a:pt x="1075" y="1682"/>
                </a:lnTo>
                <a:lnTo>
                  <a:pt x="1075" y="1681"/>
                </a:lnTo>
                <a:lnTo>
                  <a:pt x="1075" y="1680"/>
                </a:lnTo>
                <a:lnTo>
                  <a:pt x="1075" y="1679"/>
                </a:lnTo>
                <a:lnTo>
                  <a:pt x="1076" y="1679"/>
                </a:lnTo>
                <a:lnTo>
                  <a:pt x="1076" y="1678"/>
                </a:lnTo>
                <a:lnTo>
                  <a:pt x="1076" y="1677"/>
                </a:lnTo>
                <a:lnTo>
                  <a:pt x="1075" y="1677"/>
                </a:lnTo>
                <a:lnTo>
                  <a:pt x="1074" y="1677"/>
                </a:lnTo>
                <a:lnTo>
                  <a:pt x="1074" y="1676"/>
                </a:lnTo>
                <a:lnTo>
                  <a:pt x="1074" y="1675"/>
                </a:lnTo>
                <a:lnTo>
                  <a:pt x="1074" y="1674"/>
                </a:lnTo>
                <a:lnTo>
                  <a:pt x="1073" y="1674"/>
                </a:lnTo>
                <a:lnTo>
                  <a:pt x="1073" y="1673"/>
                </a:lnTo>
                <a:lnTo>
                  <a:pt x="1073" y="1671"/>
                </a:lnTo>
                <a:lnTo>
                  <a:pt x="1073" y="1670"/>
                </a:lnTo>
                <a:lnTo>
                  <a:pt x="1073" y="1669"/>
                </a:lnTo>
                <a:lnTo>
                  <a:pt x="1072" y="1669"/>
                </a:lnTo>
                <a:lnTo>
                  <a:pt x="1071" y="1669"/>
                </a:lnTo>
                <a:lnTo>
                  <a:pt x="1070" y="1669"/>
                </a:lnTo>
                <a:lnTo>
                  <a:pt x="1070" y="1668"/>
                </a:lnTo>
                <a:lnTo>
                  <a:pt x="1069" y="1668"/>
                </a:lnTo>
                <a:lnTo>
                  <a:pt x="1069" y="1667"/>
                </a:lnTo>
                <a:lnTo>
                  <a:pt x="1068" y="1666"/>
                </a:lnTo>
                <a:lnTo>
                  <a:pt x="1068" y="1665"/>
                </a:lnTo>
                <a:lnTo>
                  <a:pt x="1068" y="1664"/>
                </a:lnTo>
                <a:lnTo>
                  <a:pt x="1067" y="1664"/>
                </a:lnTo>
                <a:lnTo>
                  <a:pt x="1067" y="1665"/>
                </a:lnTo>
                <a:lnTo>
                  <a:pt x="1066" y="1665"/>
                </a:lnTo>
                <a:lnTo>
                  <a:pt x="1065" y="1665"/>
                </a:lnTo>
                <a:lnTo>
                  <a:pt x="1065" y="1664"/>
                </a:lnTo>
                <a:lnTo>
                  <a:pt x="1064" y="1664"/>
                </a:lnTo>
                <a:lnTo>
                  <a:pt x="1064" y="1663"/>
                </a:lnTo>
                <a:lnTo>
                  <a:pt x="1063" y="1663"/>
                </a:lnTo>
                <a:lnTo>
                  <a:pt x="1063" y="1662"/>
                </a:lnTo>
                <a:lnTo>
                  <a:pt x="1062" y="1662"/>
                </a:lnTo>
                <a:lnTo>
                  <a:pt x="1061" y="1661"/>
                </a:lnTo>
                <a:lnTo>
                  <a:pt x="1062" y="1661"/>
                </a:lnTo>
                <a:lnTo>
                  <a:pt x="1062" y="1660"/>
                </a:lnTo>
                <a:lnTo>
                  <a:pt x="1061" y="1660"/>
                </a:lnTo>
                <a:lnTo>
                  <a:pt x="1061" y="1659"/>
                </a:lnTo>
                <a:lnTo>
                  <a:pt x="1061" y="1658"/>
                </a:lnTo>
                <a:lnTo>
                  <a:pt x="1060" y="1658"/>
                </a:lnTo>
                <a:lnTo>
                  <a:pt x="1060" y="1657"/>
                </a:lnTo>
                <a:lnTo>
                  <a:pt x="1059" y="1657"/>
                </a:lnTo>
                <a:lnTo>
                  <a:pt x="1059" y="1656"/>
                </a:lnTo>
                <a:lnTo>
                  <a:pt x="1058" y="1656"/>
                </a:lnTo>
                <a:lnTo>
                  <a:pt x="1058" y="1655"/>
                </a:lnTo>
                <a:lnTo>
                  <a:pt x="1058" y="1653"/>
                </a:lnTo>
                <a:lnTo>
                  <a:pt x="1058" y="1652"/>
                </a:lnTo>
                <a:lnTo>
                  <a:pt x="1058" y="1651"/>
                </a:lnTo>
                <a:lnTo>
                  <a:pt x="1058" y="1650"/>
                </a:lnTo>
                <a:lnTo>
                  <a:pt x="1058" y="1649"/>
                </a:lnTo>
                <a:lnTo>
                  <a:pt x="1058" y="1648"/>
                </a:lnTo>
                <a:lnTo>
                  <a:pt x="1058" y="1647"/>
                </a:lnTo>
                <a:lnTo>
                  <a:pt x="1058" y="1646"/>
                </a:lnTo>
                <a:lnTo>
                  <a:pt x="1058" y="1645"/>
                </a:lnTo>
                <a:lnTo>
                  <a:pt x="1058" y="1644"/>
                </a:lnTo>
                <a:lnTo>
                  <a:pt x="1057" y="1644"/>
                </a:lnTo>
                <a:lnTo>
                  <a:pt x="1057" y="1643"/>
                </a:lnTo>
                <a:lnTo>
                  <a:pt x="1058" y="1643"/>
                </a:lnTo>
                <a:lnTo>
                  <a:pt x="1058" y="1642"/>
                </a:lnTo>
                <a:lnTo>
                  <a:pt x="1058" y="1641"/>
                </a:lnTo>
                <a:lnTo>
                  <a:pt x="1058" y="1640"/>
                </a:lnTo>
                <a:lnTo>
                  <a:pt x="1059" y="1640"/>
                </a:lnTo>
                <a:lnTo>
                  <a:pt x="1059" y="1639"/>
                </a:lnTo>
                <a:lnTo>
                  <a:pt x="1059" y="1638"/>
                </a:lnTo>
                <a:lnTo>
                  <a:pt x="1059" y="1637"/>
                </a:lnTo>
                <a:lnTo>
                  <a:pt x="1058" y="1637"/>
                </a:lnTo>
                <a:lnTo>
                  <a:pt x="1058" y="1636"/>
                </a:lnTo>
                <a:lnTo>
                  <a:pt x="1058" y="1635"/>
                </a:lnTo>
                <a:lnTo>
                  <a:pt x="1059" y="1635"/>
                </a:lnTo>
                <a:lnTo>
                  <a:pt x="1059" y="1634"/>
                </a:lnTo>
                <a:lnTo>
                  <a:pt x="1059" y="1633"/>
                </a:lnTo>
                <a:lnTo>
                  <a:pt x="1058" y="1633"/>
                </a:lnTo>
                <a:lnTo>
                  <a:pt x="1059" y="1633"/>
                </a:lnTo>
                <a:lnTo>
                  <a:pt x="1059" y="1632"/>
                </a:lnTo>
                <a:lnTo>
                  <a:pt x="1058" y="1632"/>
                </a:lnTo>
                <a:lnTo>
                  <a:pt x="1058" y="1631"/>
                </a:lnTo>
                <a:lnTo>
                  <a:pt x="1058" y="1630"/>
                </a:lnTo>
                <a:lnTo>
                  <a:pt x="1058" y="1629"/>
                </a:lnTo>
                <a:lnTo>
                  <a:pt x="1058" y="1628"/>
                </a:lnTo>
                <a:lnTo>
                  <a:pt x="1058" y="1627"/>
                </a:lnTo>
                <a:lnTo>
                  <a:pt x="1059" y="1627"/>
                </a:lnTo>
                <a:lnTo>
                  <a:pt x="1058" y="1627"/>
                </a:lnTo>
                <a:lnTo>
                  <a:pt x="1058" y="1626"/>
                </a:lnTo>
                <a:lnTo>
                  <a:pt x="1058" y="1625"/>
                </a:lnTo>
                <a:lnTo>
                  <a:pt x="1057" y="1625"/>
                </a:lnTo>
                <a:lnTo>
                  <a:pt x="1057" y="1624"/>
                </a:lnTo>
                <a:lnTo>
                  <a:pt x="1056" y="1624"/>
                </a:lnTo>
                <a:lnTo>
                  <a:pt x="1055" y="1624"/>
                </a:lnTo>
                <a:lnTo>
                  <a:pt x="1055" y="1623"/>
                </a:lnTo>
                <a:lnTo>
                  <a:pt x="1054" y="1623"/>
                </a:lnTo>
                <a:lnTo>
                  <a:pt x="1054" y="1624"/>
                </a:lnTo>
                <a:lnTo>
                  <a:pt x="1053" y="1624"/>
                </a:lnTo>
                <a:lnTo>
                  <a:pt x="1052" y="1624"/>
                </a:lnTo>
                <a:lnTo>
                  <a:pt x="1051" y="1631"/>
                </a:lnTo>
                <a:lnTo>
                  <a:pt x="1051" y="1630"/>
                </a:lnTo>
                <a:lnTo>
                  <a:pt x="1050" y="1630"/>
                </a:lnTo>
                <a:lnTo>
                  <a:pt x="1048" y="1630"/>
                </a:lnTo>
                <a:lnTo>
                  <a:pt x="1048" y="1631"/>
                </a:lnTo>
                <a:lnTo>
                  <a:pt x="1048" y="1632"/>
                </a:lnTo>
                <a:lnTo>
                  <a:pt x="1047" y="1632"/>
                </a:lnTo>
                <a:lnTo>
                  <a:pt x="1047" y="1633"/>
                </a:lnTo>
                <a:lnTo>
                  <a:pt x="1047" y="1634"/>
                </a:lnTo>
                <a:lnTo>
                  <a:pt x="1046" y="1634"/>
                </a:lnTo>
                <a:lnTo>
                  <a:pt x="1045" y="1635"/>
                </a:lnTo>
                <a:lnTo>
                  <a:pt x="1044" y="1636"/>
                </a:lnTo>
                <a:lnTo>
                  <a:pt x="1045" y="1636"/>
                </a:lnTo>
                <a:lnTo>
                  <a:pt x="1045" y="1637"/>
                </a:lnTo>
                <a:lnTo>
                  <a:pt x="1045" y="1638"/>
                </a:lnTo>
                <a:lnTo>
                  <a:pt x="1046" y="1638"/>
                </a:lnTo>
                <a:lnTo>
                  <a:pt x="1046" y="1639"/>
                </a:lnTo>
                <a:lnTo>
                  <a:pt x="1045" y="1639"/>
                </a:lnTo>
                <a:lnTo>
                  <a:pt x="1044" y="1639"/>
                </a:lnTo>
                <a:lnTo>
                  <a:pt x="1044" y="1640"/>
                </a:lnTo>
                <a:lnTo>
                  <a:pt x="1043" y="1640"/>
                </a:lnTo>
                <a:lnTo>
                  <a:pt x="1043" y="1641"/>
                </a:lnTo>
                <a:lnTo>
                  <a:pt x="1042" y="1641"/>
                </a:lnTo>
                <a:lnTo>
                  <a:pt x="1042" y="1642"/>
                </a:lnTo>
                <a:lnTo>
                  <a:pt x="1041" y="1642"/>
                </a:lnTo>
                <a:lnTo>
                  <a:pt x="1041" y="1643"/>
                </a:lnTo>
                <a:lnTo>
                  <a:pt x="1040" y="1643"/>
                </a:lnTo>
                <a:lnTo>
                  <a:pt x="1040" y="1644"/>
                </a:lnTo>
                <a:lnTo>
                  <a:pt x="1039" y="1644"/>
                </a:lnTo>
                <a:lnTo>
                  <a:pt x="1038" y="1644"/>
                </a:lnTo>
                <a:lnTo>
                  <a:pt x="1038" y="1645"/>
                </a:lnTo>
                <a:lnTo>
                  <a:pt x="1037" y="1645"/>
                </a:lnTo>
                <a:lnTo>
                  <a:pt x="1037" y="1646"/>
                </a:lnTo>
                <a:lnTo>
                  <a:pt x="1036" y="1646"/>
                </a:lnTo>
                <a:lnTo>
                  <a:pt x="1035" y="1646"/>
                </a:lnTo>
                <a:lnTo>
                  <a:pt x="1034" y="1646"/>
                </a:lnTo>
                <a:lnTo>
                  <a:pt x="1034" y="1645"/>
                </a:lnTo>
                <a:lnTo>
                  <a:pt x="1034" y="1644"/>
                </a:lnTo>
                <a:lnTo>
                  <a:pt x="1033" y="1644"/>
                </a:lnTo>
                <a:lnTo>
                  <a:pt x="1033" y="1643"/>
                </a:lnTo>
                <a:lnTo>
                  <a:pt x="1034" y="1643"/>
                </a:lnTo>
                <a:lnTo>
                  <a:pt x="1034" y="1642"/>
                </a:lnTo>
                <a:lnTo>
                  <a:pt x="1033" y="1642"/>
                </a:lnTo>
                <a:lnTo>
                  <a:pt x="1033" y="1641"/>
                </a:lnTo>
                <a:lnTo>
                  <a:pt x="1034" y="1641"/>
                </a:lnTo>
                <a:lnTo>
                  <a:pt x="1034" y="1640"/>
                </a:lnTo>
                <a:lnTo>
                  <a:pt x="1034" y="1639"/>
                </a:lnTo>
                <a:lnTo>
                  <a:pt x="1034" y="1638"/>
                </a:lnTo>
                <a:lnTo>
                  <a:pt x="1034" y="1637"/>
                </a:lnTo>
                <a:lnTo>
                  <a:pt x="1035" y="1637"/>
                </a:lnTo>
                <a:lnTo>
                  <a:pt x="1035" y="1636"/>
                </a:lnTo>
                <a:lnTo>
                  <a:pt x="1034" y="1636"/>
                </a:lnTo>
                <a:lnTo>
                  <a:pt x="1033" y="1636"/>
                </a:lnTo>
                <a:lnTo>
                  <a:pt x="1033" y="1635"/>
                </a:lnTo>
                <a:lnTo>
                  <a:pt x="1032" y="1635"/>
                </a:lnTo>
                <a:lnTo>
                  <a:pt x="1032" y="1636"/>
                </a:lnTo>
                <a:lnTo>
                  <a:pt x="1031" y="1636"/>
                </a:lnTo>
                <a:lnTo>
                  <a:pt x="1031" y="1635"/>
                </a:lnTo>
                <a:lnTo>
                  <a:pt x="1030" y="1635"/>
                </a:lnTo>
                <a:lnTo>
                  <a:pt x="1029" y="1635"/>
                </a:lnTo>
                <a:lnTo>
                  <a:pt x="1029" y="1634"/>
                </a:lnTo>
                <a:lnTo>
                  <a:pt x="1028" y="1634"/>
                </a:lnTo>
                <a:lnTo>
                  <a:pt x="1027" y="1633"/>
                </a:lnTo>
                <a:lnTo>
                  <a:pt x="1026" y="1633"/>
                </a:lnTo>
                <a:lnTo>
                  <a:pt x="1026" y="1632"/>
                </a:lnTo>
                <a:lnTo>
                  <a:pt x="1025" y="1632"/>
                </a:lnTo>
                <a:lnTo>
                  <a:pt x="1025" y="1631"/>
                </a:lnTo>
                <a:lnTo>
                  <a:pt x="1024" y="1631"/>
                </a:lnTo>
                <a:lnTo>
                  <a:pt x="1023" y="1630"/>
                </a:lnTo>
                <a:lnTo>
                  <a:pt x="1022" y="1629"/>
                </a:lnTo>
                <a:lnTo>
                  <a:pt x="1022" y="1628"/>
                </a:lnTo>
                <a:lnTo>
                  <a:pt x="1021" y="1628"/>
                </a:lnTo>
                <a:lnTo>
                  <a:pt x="1020" y="1628"/>
                </a:lnTo>
                <a:lnTo>
                  <a:pt x="1020" y="1627"/>
                </a:lnTo>
                <a:lnTo>
                  <a:pt x="1019" y="1627"/>
                </a:lnTo>
                <a:lnTo>
                  <a:pt x="1018" y="1627"/>
                </a:lnTo>
                <a:lnTo>
                  <a:pt x="1017" y="1627"/>
                </a:lnTo>
                <a:lnTo>
                  <a:pt x="1016" y="1627"/>
                </a:lnTo>
                <a:lnTo>
                  <a:pt x="1015" y="1627"/>
                </a:lnTo>
                <a:lnTo>
                  <a:pt x="1015" y="1626"/>
                </a:lnTo>
                <a:lnTo>
                  <a:pt x="1014" y="1626"/>
                </a:lnTo>
                <a:lnTo>
                  <a:pt x="1013" y="1626"/>
                </a:lnTo>
                <a:lnTo>
                  <a:pt x="1012" y="1626"/>
                </a:lnTo>
                <a:lnTo>
                  <a:pt x="1012" y="1625"/>
                </a:lnTo>
                <a:lnTo>
                  <a:pt x="1011" y="1625"/>
                </a:lnTo>
                <a:lnTo>
                  <a:pt x="1010" y="1625"/>
                </a:lnTo>
                <a:lnTo>
                  <a:pt x="1009" y="1625"/>
                </a:lnTo>
                <a:lnTo>
                  <a:pt x="1008" y="1625"/>
                </a:lnTo>
                <a:lnTo>
                  <a:pt x="1007" y="1625"/>
                </a:lnTo>
                <a:lnTo>
                  <a:pt x="1006" y="1625"/>
                </a:lnTo>
                <a:lnTo>
                  <a:pt x="1005" y="1625"/>
                </a:lnTo>
                <a:lnTo>
                  <a:pt x="1004" y="1625"/>
                </a:lnTo>
                <a:lnTo>
                  <a:pt x="1003" y="1625"/>
                </a:lnTo>
                <a:lnTo>
                  <a:pt x="1003" y="1626"/>
                </a:lnTo>
                <a:lnTo>
                  <a:pt x="1003" y="1628"/>
                </a:lnTo>
                <a:lnTo>
                  <a:pt x="1002" y="1628"/>
                </a:lnTo>
                <a:lnTo>
                  <a:pt x="1002" y="1629"/>
                </a:lnTo>
                <a:lnTo>
                  <a:pt x="1001" y="1629"/>
                </a:lnTo>
                <a:lnTo>
                  <a:pt x="1001" y="1630"/>
                </a:lnTo>
                <a:lnTo>
                  <a:pt x="1000" y="1630"/>
                </a:lnTo>
                <a:lnTo>
                  <a:pt x="999" y="1630"/>
                </a:lnTo>
                <a:lnTo>
                  <a:pt x="999" y="1631"/>
                </a:lnTo>
                <a:lnTo>
                  <a:pt x="998" y="1631"/>
                </a:lnTo>
                <a:lnTo>
                  <a:pt x="998" y="1632"/>
                </a:lnTo>
                <a:lnTo>
                  <a:pt x="997" y="1632"/>
                </a:lnTo>
                <a:lnTo>
                  <a:pt x="997" y="1633"/>
                </a:lnTo>
                <a:lnTo>
                  <a:pt x="996" y="1633"/>
                </a:lnTo>
                <a:lnTo>
                  <a:pt x="995" y="1633"/>
                </a:lnTo>
                <a:lnTo>
                  <a:pt x="995" y="1634"/>
                </a:lnTo>
                <a:lnTo>
                  <a:pt x="995" y="1633"/>
                </a:lnTo>
                <a:lnTo>
                  <a:pt x="994" y="1633"/>
                </a:lnTo>
                <a:lnTo>
                  <a:pt x="994" y="1632"/>
                </a:lnTo>
                <a:lnTo>
                  <a:pt x="993" y="1632"/>
                </a:lnTo>
                <a:lnTo>
                  <a:pt x="992" y="1632"/>
                </a:lnTo>
                <a:lnTo>
                  <a:pt x="991" y="1632"/>
                </a:lnTo>
                <a:lnTo>
                  <a:pt x="991" y="1631"/>
                </a:lnTo>
                <a:lnTo>
                  <a:pt x="990" y="1631"/>
                </a:lnTo>
                <a:lnTo>
                  <a:pt x="990" y="1630"/>
                </a:lnTo>
                <a:lnTo>
                  <a:pt x="990" y="1629"/>
                </a:lnTo>
                <a:lnTo>
                  <a:pt x="990" y="1628"/>
                </a:lnTo>
                <a:lnTo>
                  <a:pt x="989" y="1628"/>
                </a:lnTo>
                <a:lnTo>
                  <a:pt x="989" y="1627"/>
                </a:lnTo>
                <a:lnTo>
                  <a:pt x="988" y="1627"/>
                </a:lnTo>
                <a:lnTo>
                  <a:pt x="988" y="1628"/>
                </a:lnTo>
                <a:lnTo>
                  <a:pt x="987" y="1628"/>
                </a:lnTo>
                <a:lnTo>
                  <a:pt x="986" y="1628"/>
                </a:lnTo>
                <a:lnTo>
                  <a:pt x="985" y="1628"/>
                </a:lnTo>
                <a:lnTo>
                  <a:pt x="985" y="1629"/>
                </a:lnTo>
                <a:lnTo>
                  <a:pt x="985" y="1628"/>
                </a:lnTo>
                <a:lnTo>
                  <a:pt x="985" y="1629"/>
                </a:lnTo>
                <a:lnTo>
                  <a:pt x="984" y="1629"/>
                </a:lnTo>
                <a:lnTo>
                  <a:pt x="983" y="1629"/>
                </a:lnTo>
                <a:lnTo>
                  <a:pt x="982" y="1629"/>
                </a:lnTo>
                <a:lnTo>
                  <a:pt x="981" y="1629"/>
                </a:lnTo>
                <a:lnTo>
                  <a:pt x="980" y="1629"/>
                </a:lnTo>
                <a:lnTo>
                  <a:pt x="979" y="1629"/>
                </a:lnTo>
                <a:lnTo>
                  <a:pt x="978" y="1629"/>
                </a:lnTo>
                <a:lnTo>
                  <a:pt x="977" y="1628"/>
                </a:lnTo>
                <a:lnTo>
                  <a:pt x="977" y="1627"/>
                </a:lnTo>
                <a:lnTo>
                  <a:pt x="977" y="1626"/>
                </a:lnTo>
                <a:lnTo>
                  <a:pt x="976" y="1626"/>
                </a:lnTo>
                <a:lnTo>
                  <a:pt x="975" y="1626"/>
                </a:lnTo>
                <a:lnTo>
                  <a:pt x="975" y="1627"/>
                </a:lnTo>
                <a:lnTo>
                  <a:pt x="974" y="1627"/>
                </a:lnTo>
                <a:lnTo>
                  <a:pt x="974" y="1626"/>
                </a:lnTo>
                <a:lnTo>
                  <a:pt x="974" y="1625"/>
                </a:lnTo>
                <a:lnTo>
                  <a:pt x="973" y="1625"/>
                </a:lnTo>
                <a:lnTo>
                  <a:pt x="973" y="1624"/>
                </a:lnTo>
                <a:lnTo>
                  <a:pt x="973" y="1623"/>
                </a:lnTo>
                <a:lnTo>
                  <a:pt x="973" y="1622"/>
                </a:lnTo>
                <a:lnTo>
                  <a:pt x="972" y="1622"/>
                </a:lnTo>
                <a:lnTo>
                  <a:pt x="972" y="1621"/>
                </a:lnTo>
                <a:lnTo>
                  <a:pt x="971" y="1620"/>
                </a:lnTo>
                <a:lnTo>
                  <a:pt x="970" y="1619"/>
                </a:lnTo>
                <a:lnTo>
                  <a:pt x="969" y="1618"/>
                </a:lnTo>
                <a:lnTo>
                  <a:pt x="968" y="1617"/>
                </a:lnTo>
                <a:lnTo>
                  <a:pt x="968" y="1616"/>
                </a:lnTo>
                <a:lnTo>
                  <a:pt x="967" y="1616"/>
                </a:lnTo>
                <a:lnTo>
                  <a:pt x="967" y="1615"/>
                </a:lnTo>
                <a:lnTo>
                  <a:pt x="966" y="1615"/>
                </a:lnTo>
                <a:lnTo>
                  <a:pt x="965" y="1615"/>
                </a:lnTo>
                <a:lnTo>
                  <a:pt x="965" y="1616"/>
                </a:lnTo>
                <a:lnTo>
                  <a:pt x="964" y="1616"/>
                </a:lnTo>
                <a:lnTo>
                  <a:pt x="964" y="1617"/>
                </a:lnTo>
                <a:lnTo>
                  <a:pt x="963" y="1617"/>
                </a:lnTo>
                <a:lnTo>
                  <a:pt x="963" y="1618"/>
                </a:lnTo>
                <a:lnTo>
                  <a:pt x="962" y="1618"/>
                </a:lnTo>
                <a:lnTo>
                  <a:pt x="962" y="1617"/>
                </a:lnTo>
                <a:lnTo>
                  <a:pt x="961" y="1617"/>
                </a:lnTo>
                <a:lnTo>
                  <a:pt x="960" y="1617"/>
                </a:lnTo>
                <a:lnTo>
                  <a:pt x="960" y="1616"/>
                </a:lnTo>
                <a:lnTo>
                  <a:pt x="959" y="1616"/>
                </a:lnTo>
                <a:lnTo>
                  <a:pt x="959" y="1615"/>
                </a:lnTo>
                <a:lnTo>
                  <a:pt x="958" y="1615"/>
                </a:lnTo>
                <a:lnTo>
                  <a:pt x="957" y="1615"/>
                </a:lnTo>
                <a:lnTo>
                  <a:pt x="955" y="1615"/>
                </a:lnTo>
                <a:lnTo>
                  <a:pt x="954" y="1615"/>
                </a:lnTo>
                <a:lnTo>
                  <a:pt x="954" y="1614"/>
                </a:lnTo>
                <a:lnTo>
                  <a:pt x="954" y="1613"/>
                </a:lnTo>
                <a:lnTo>
                  <a:pt x="953" y="1613"/>
                </a:lnTo>
                <a:lnTo>
                  <a:pt x="952" y="1613"/>
                </a:lnTo>
                <a:lnTo>
                  <a:pt x="951" y="1613"/>
                </a:lnTo>
                <a:lnTo>
                  <a:pt x="951" y="1612"/>
                </a:lnTo>
                <a:lnTo>
                  <a:pt x="951" y="1611"/>
                </a:lnTo>
                <a:lnTo>
                  <a:pt x="950" y="1611"/>
                </a:lnTo>
                <a:lnTo>
                  <a:pt x="950" y="1610"/>
                </a:lnTo>
                <a:lnTo>
                  <a:pt x="951" y="1610"/>
                </a:lnTo>
                <a:lnTo>
                  <a:pt x="951" y="1609"/>
                </a:lnTo>
                <a:lnTo>
                  <a:pt x="951" y="1608"/>
                </a:lnTo>
                <a:lnTo>
                  <a:pt x="952" y="1608"/>
                </a:lnTo>
                <a:lnTo>
                  <a:pt x="952" y="1607"/>
                </a:lnTo>
                <a:lnTo>
                  <a:pt x="952" y="1606"/>
                </a:lnTo>
                <a:lnTo>
                  <a:pt x="953" y="1606"/>
                </a:lnTo>
                <a:lnTo>
                  <a:pt x="954" y="1606"/>
                </a:lnTo>
                <a:lnTo>
                  <a:pt x="954" y="1605"/>
                </a:lnTo>
                <a:lnTo>
                  <a:pt x="954" y="1604"/>
                </a:lnTo>
                <a:lnTo>
                  <a:pt x="954" y="1603"/>
                </a:lnTo>
                <a:lnTo>
                  <a:pt x="955" y="1603"/>
                </a:lnTo>
                <a:lnTo>
                  <a:pt x="955" y="1602"/>
                </a:lnTo>
                <a:lnTo>
                  <a:pt x="955" y="1601"/>
                </a:lnTo>
                <a:lnTo>
                  <a:pt x="955" y="1600"/>
                </a:lnTo>
                <a:lnTo>
                  <a:pt x="954" y="1600"/>
                </a:lnTo>
                <a:lnTo>
                  <a:pt x="954" y="1599"/>
                </a:lnTo>
                <a:lnTo>
                  <a:pt x="954" y="1598"/>
                </a:lnTo>
                <a:lnTo>
                  <a:pt x="955" y="1597"/>
                </a:lnTo>
                <a:lnTo>
                  <a:pt x="955" y="1595"/>
                </a:lnTo>
                <a:lnTo>
                  <a:pt x="954" y="1595"/>
                </a:lnTo>
                <a:lnTo>
                  <a:pt x="954" y="1594"/>
                </a:lnTo>
                <a:lnTo>
                  <a:pt x="955" y="1594"/>
                </a:lnTo>
                <a:lnTo>
                  <a:pt x="954" y="1594"/>
                </a:lnTo>
                <a:lnTo>
                  <a:pt x="954" y="1593"/>
                </a:lnTo>
                <a:lnTo>
                  <a:pt x="955" y="1593"/>
                </a:lnTo>
                <a:lnTo>
                  <a:pt x="955" y="1592"/>
                </a:lnTo>
                <a:lnTo>
                  <a:pt x="955" y="1591"/>
                </a:lnTo>
                <a:lnTo>
                  <a:pt x="954" y="1591"/>
                </a:lnTo>
                <a:lnTo>
                  <a:pt x="954" y="1590"/>
                </a:lnTo>
                <a:lnTo>
                  <a:pt x="953" y="1590"/>
                </a:lnTo>
                <a:lnTo>
                  <a:pt x="953" y="1589"/>
                </a:lnTo>
                <a:lnTo>
                  <a:pt x="953" y="1588"/>
                </a:lnTo>
                <a:lnTo>
                  <a:pt x="954" y="1588"/>
                </a:lnTo>
                <a:lnTo>
                  <a:pt x="954" y="1587"/>
                </a:lnTo>
                <a:lnTo>
                  <a:pt x="955" y="1587"/>
                </a:lnTo>
                <a:lnTo>
                  <a:pt x="955" y="1586"/>
                </a:lnTo>
                <a:lnTo>
                  <a:pt x="956" y="1586"/>
                </a:lnTo>
                <a:lnTo>
                  <a:pt x="956" y="1585"/>
                </a:lnTo>
                <a:lnTo>
                  <a:pt x="956" y="1584"/>
                </a:lnTo>
                <a:lnTo>
                  <a:pt x="957" y="1584"/>
                </a:lnTo>
                <a:lnTo>
                  <a:pt x="957" y="1583"/>
                </a:lnTo>
                <a:lnTo>
                  <a:pt x="958" y="1583"/>
                </a:lnTo>
                <a:lnTo>
                  <a:pt x="959" y="1583"/>
                </a:lnTo>
                <a:lnTo>
                  <a:pt x="960" y="1583"/>
                </a:lnTo>
                <a:lnTo>
                  <a:pt x="960" y="1584"/>
                </a:lnTo>
                <a:lnTo>
                  <a:pt x="961" y="1584"/>
                </a:lnTo>
                <a:lnTo>
                  <a:pt x="962" y="1584"/>
                </a:lnTo>
                <a:lnTo>
                  <a:pt x="963" y="1584"/>
                </a:lnTo>
                <a:lnTo>
                  <a:pt x="963" y="1583"/>
                </a:lnTo>
                <a:lnTo>
                  <a:pt x="964" y="1583"/>
                </a:lnTo>
                <a:lnTo>
                  <a:pt x="964" y="1582"/>
                </a:lnTo>
                <a:lnTo>
                  <a:pt x="965" y="1582"/>
                </a:lnTo>
                <a:lnTo>
                  <a:pt x="965" y="1581"/>
                </a:lnTo>
                <a:lnTo>
                  <a:pt x="965" y="1580"/>
                </a:lnTo>
                <a:lnTo>
                  <a:pt x="966" y="1579"/>
                </a:lnTo>
                <a:lnTo>
                  <a:pt x="967" y="1579"/>
                </a:lnTo>
                <a:lnTo>
                  <a:pt x="967" y="1578"/>
                </a:lnTo>
                <a:lnTo>
                  <a:pt x="967" y="1576"/>
                </a:lnTo>
                <a:lnTo>
                  <a:pt x="968" y="1576"/>
                </a:lnTo>
                <a:lnTo>
                  <a:pt x="968" y="1575"/>
                </a:lnTo>
                <a:lnTo>
                  <a:pt x="969" y="1575"/>
                </a:lnTo>
                <a:lnTo>
                  <a:pt x="970" y="1575"/>
                </a:lnTo>
                <a:lnTo>
                  <a:pt x="970" y="1576"/>
                </a:lnTo>
                <a:lnTo>
                  <a:pt x="971" y="1576"/>
                </a:lnTo>
                <a:lnTo>
                  <a:pt x="972" y="1575"/>
                </a:lnTo>
                <a:lnTo>
                  <a:pt x="972" y="1574"/>
                </a:lnTo>
                <a:lnTo>
                  <a:pt x="972" y="1573"/>
                </a:lnTo>
                <a:lnTo>
                  <a:pt x="972" y="1572"/>
                </a:lnTo>
                <a:lnTo>
                  <a:pt x="973" y="1572"/>
                </a:lnTo>
                <a:lnTo>
                  <a:pt x="972" y="1572"/>
                </a:lnTo>
                <a:lnTo>
                  <a:pt x="972" y="1571"/>
                </a:lnTo>
                <a:lnTo>
                  <a:pt x="972" y="1570"/>
                </a:lnTo>
                <a:lnTo>
                  <a:pt x="973" y="1570"/>
                </a:lnTo>
                <a:lnTo>
                  <a:pt x="973" y="1569"/>
                </a:lnTo>
                <a:lnTo>
                  <a:pt x="974" y="1569"/>
                </a:lnTo>
                <a:lnTo>
                  <a:pt x="973" y="1568"/>
                </a:lnTo>
                <a:lnTo>
                  <a:pt x="973" y="1567"/>
                </a:lnTo>
                <a:lnTo>
                  <a:pt x="972" y="1567"/>
                </a:lnTo>
                <a:lnTo>
                  <a:pt x="972" y="1566"/>
                </a:lnTo>
                <a:lnTo>
                  <a:pt x="973" y="1566"/>
                </a:lnTo>
                <a:lnTo>
                  <a:pt x="973" y="1565"/>
                </a:lnTo>
                <a:lnTo>
                  <a:pt x="973" y="1564"/>
                </a:lnTo>
                <a:lnTo>
                  <a:pt x="972" y="1564"/>
                </a:lnTo>
                <a:lnTo>
                  <a:pt x="972" y="1563"/>
                </a:lnTo>
                <a:lnTo>
                  <a:pt x="972" y="1562"/>
                </a:lnTo>
                <a:lnTo>
                  <a:pt x="973" y="1562"/>
                </a:lnTo>
                <a:lnTo>
                  <a:pt x="974" y="1562"/>
                </a:lnTo>
                <a:lnTo>
                  <a:pt x="974" y="1561"/>
                </a:lnTo>
                <a:lnTo>
                  <a:pt x="975" y="1561"/>
                </a:lnTo>
                <a:lnTo>
                  <a:pt x="975" y="1560"/>
                </a:lnTo>
                <a:lnTo>
                  <a:pt x="976" y="1560"/>
                </a:lnTo>
                <a:lnTo>
                  <a:pt x="976" y="1559"/>
                </a:lnTo>
                <a:lnTo>
                  <a:pt x="977" y="1559"/>
                </a:lnTo>
                <a:lnTo>
                  <a:pt x="977" y="1558"/>
                </a:lnTo>
                <a:lnTo>
                  <a:pt x="977" y="1557"/>
                </a:lnTo>
                <a:lnTo>
                  <a:pt x="976" y="1557"/>
                </a:lnTo>
                <a:lnTo>
                  <a:pt x="976" y="1556"/>
                </a:lnTo>
                <a:lnTo>
                  <a:pt x="975" y="1556"/>
                </a:lnTo>
                <a:lnTo>
                  <a:pt x="976" y="1555"/>
                </a:lnTo>
                <a:lnTo>
                  <a:pt x="976" y="1554"/>
                </a:lnTo>
                <a:lnTo>
                  <a:pt x="975" y="1554"/>
                </a:lnTo>
                <a:lnTo>
                  <a:pt x="975" y="1553"/>
                </a:lnTo>
                <a:lnTo>
                  <a:pt x="974" y="1553"/>
                </a:lnTo>
                <a:lnTo>
                  <a:pt x="973" y="1553"/>
                </a:lnTo>
                <a:lnTo>
                  <a:pt x="972" y="1553"/>
                </a:lnTo>
                <a:lnTo>
                  <a:pt x="971" y="1553"/>
                </a:lnTo>
                <a:lnTo>
                  <a:pt x="971" y="1552"/>
                </a:lnTo>
                <a:lnTo>
                  <a:pt x="971" y="1551"/>
                </a:lnTo>
                <a:lnTo>
                  <a:pt x="970" y="1551"/>
                </a:lnTo>
                <a:lnTo>
                  <a:pt x="970" y="1550"/>
                </a:lnTo>
                <a:lnTo>
                  <a:pt x="969" y="1550"/>
                </a:lnTo>
                <a:lnTo>
                  <a:pt x="969" y="1549"/>
                </a:lnTo>
                <a:lnTo>
                  <a:pt x="969" y="1548"/>
                </a:lnTo>
                <a:lnTo>
                  <a:pt x="968" y="1547"/>
                </a:lnTo>
                <a:lnTo>
                  <a:pt x="968" y="1546"/>
                </a:lnTo>
                <a:lnTo>
                  <a:pt x="968" y="1545"/>
                </a:lnTo>
                <a:lnTo>
                  <a:pt x="967" y="1545"/>
                </a:lnTo>
                <a:lnTo>
                  <a:pt x="967" y="1544"/>
                </a:lnTo>
                <a:lnTo>
                  <a:pt x="966" y="1544"/>
                </a:lnTo>
                <a:lnTo>
                  <a:pt x="966" y="1543"/>
                </a:lnTo>
                <a:lnTo>
                  <a:pt x="965" y="1543"/>
                </a:lnTo>
                <a:lnTo>
                  <a:pt x="965" y="1542"/>
                </a:lnTo>
                <a:lnTo>
                  <a:pt x="964" y="1543"/>
                </a:lnTo>
                <a:lnTo>
                  <a:pt x="963" y="1543"/>
                </a:lnTo>
                <a:lnTo>
                  <a:pt x="962" y="1543"/>
                </a:lnTo>
                <a:lnTo>
                  <a:pt x="961" y="1543"/>
                </a:lnTo>
                <a:lnTo>
                  <a:pt x="961" y="1544"/>
                </a:lnTo>
                <a:lnTo>
                  <a:pt x="960" y="1544"/>
                </a:lnTo>
                <a:lnTo>
                  <a:pt x="959" y="1544"/>
                </a:lnTo>
                <a:lnTo>
                  <a:pt x="958" y="1544"/>
                </a:lnTo>
                <a:lnTo>
                  <a:pt x="958" y="1543"/>
                </a:lnTo>
                <a:lnTo>
                  <a:pt x="957" y="1543"/>
                </a:lnTo>
                <a:lnTo>
                  <a:pt x="957" y="1542"/>
                </a:lnTo>
                <a:lnTo>
                  <a:pt x="956" y="1542"/>
                </a:lnTo>
                <a:lnTo>
                  <a:pt x="956" y="1541"/>
                </a:lnTo>
                <a:lnTo>
                  <a:pt x="955" y="1541"/>
                </a:lnTo>
                <a:lnTo>
                  <a:pt x="954" y="1541"/>
                </a:lnTo>
                <a:lnTo>
                  <a:pt x="954" y="1542"/>
                </a:lnTo>
                <a:lnTo>
                  <a:pt x="954" y="1543"/>
                </a:lnTo>
                <a:lnTo>
                  <a:pt x="952" y="1543"/>
                </a:lnTo>
                <a:lnTo>
                  <a:pt x="952" y="1544"/>
                </a:lnTo>
                <a:lnTo>
                  <a:pt x="951" y="1544"/>
                </a:lnTo>
                <a:lnTo>
                  <a:pt x="951" y="1545"/>
                </a:lnTo>
                <a:lnTo>
                  <a:pt x="949" y="1545"/>
                </a:lnTo>
                <a:lnTo>
                  <a:pt x="949" y="1546"/>
                </a:lnTo>
                <a:lnTo>
                  <a:pt x="948" y="1546"/>
                </a:lnTo>
                <a:lnTo>
                  <a:pt x="948" y="1547"/>
                </a:lnTo>
                <a:lnTo>
                  <a:pt x="947" y="1547"/>
                </a:lnTo>
                <a:lnTo>
                  <a:pt x="947" y="1548"/>
                </a:lnTo>
                <a:lnTo>
                  <a:pt x="946" y="1548"/>
                </a:lnTo>
                <a:lnTo>
                  <a:pt x="945" y="1548"/>
                </a:lnTo>
                <a:lnTo>
                  <a:pt x="945" y="1549"/>
                </a:lnTo>
                <a:lnTo>
                  <a:pt x="944" y="1549"/>
                </a:lnTo>
                <a:lnTo>
                  <a:pt x="944" y="1550"/>
                </a:lnTo>
                <a:lnTo>
                  <a:pt x="943" y="1550"/>
                </a:lnTo>
                <a:lnTo>
                  <a:pt x="943" y="1551"/>
                </a:lnTo>
                <a:lnTo>
                  <a:pt x="942" y="1551"/>
                </a:lnTo>
                <a:lnTo>
                  <a:pt x="942" y="1552"/>
                </a:lnTo>
                <a:lnTo>
                  <a:pt x="941" y="1552"/>
                </a:lnTo>
                <a:lnTo>
                  <a:pt x="940" y="1552"/>
                </a:lnTo>
                <a:lnTo>
                  <a:pt x="940" y="1553"/>
                </a:lnTo>
                <a:lnTo>
                  <a:pt x="940" y="1554"/>
                </a:lnTo>
                <a:lnTo>
                  <a:pt x="939" y="1554"/>
                </a:lnTo>
                <a:lnTo>
                  <a:pt x="940" y="1554"/>
                </a:lnTo>
                <a:lnTo>
                  <a:pt x="940" y="1555"/>
                </a:lnTo>
                <a:lnTo>
                  <a:pt x="940" y="1556"/>
                </a:lnTo>
                <a:lnTo>
                  <a:pt x="939" y="1556"/>
                </a:lnTo>
                <a:lnTo>
                  <a:pt x="939" y="1557"/>
                </a:lnTo>
                <a:lnTo>
                  <a:pt x="938" y="1557"/>
                </a:lnTo>
                <a:lnTo>
                  <a:pt x="937" y="1557"/>
                </a:lnTo>
                <a:lnTo>
                  <a:pt x="936" y="1557"/>
                </a:lnTo>
                <a:lnTo>
                  <a:pt x="935" y="1557"/>
                </a:lnTo>
                <a:lnTo>
                  <a:pt x="934" y="1557"/>
                </a:lnTo>
                <a:lnTo>
                  <a:pt x="933" y="1557"/>
                </a:lnTo>
                <a:lnTo>
                  <a:pt x="933" y="1558"/>
                </a:lnTo>
                <a:lnTo>
                  <a:pt x="932" y="1558"/>
                </a:lnTo>
                <a:lnTo>
                  <a:pt x="932" y="1557"/>
                </a:lnTo>
                <a:lnTo>
                  <a:pt x="932" y="1556"/>
                </a:lnTo>
                <a:lnTo>
                  <a:pt x="932" y="1555"/>
                </a:lnTo>
                <a:lnTo>
                  <a:pt x="931" y="1555"/>
                </a:lnTo>
                <a:lnTo>
                  <a:pt x="931" y="1554"/>
                </a:lnTo>
                <a:lnTo>
                  <a:pt x="930" y="1554"/>
                </a:lnTo>
                <a:lnTo>
                  <a:pt x="930" y="1555"/>
                </a:lnTo>
                <a:lnTo>
                  <a:pt x="929" y="1554"/>
                </a:lnTo>
                <a:lnTo>
                  <a:pt x="928" y="1554"/>
                </a:lnTo>
                <a:lnTo>
                  <a:pt x="927" y="1554"/>
                </a:lnTo>
                <a:lnTo>
                  <a:pt x="926" y="1554"/>
                </a:lnTo>
                <a:lnTo>
                  <a:pt x="926" y="1555"/>
                </a:lnTo>
                <a:lnTo>
                  <a:pt x="925" y="1555"/>
                </a:lnTo>
                <a:lnTo>
                  <a:pt x="925" y="1554"/>
                </a:lnTo>
                <a:lnTo>
                  <a:pt x="924" y="1554"/>
                </a:lnTo>
                <a:lnTo>
                  <a:pt x="924" y="1553"/>
                </a:lnTo>
                <a:lnTo>
                  <a:pt x="924" y="1554"/>
                </a:lnTo>
                <a:lnTo>
                  <a:pt x="923" y="1554"/>
                </a:lnTo>
                <a:lnTo>
                  <a:pt x="922" y="1554"/>
                </a:lnTo>
                <a:lnTo>
                  <a:pt x="921" y="1555"/>
                </a:lnTo>
                <a:lnTo>
                  <a:pt x="919" y="1555"/>
                </a:lnTo>
                <a:lnTo>
                  <a:pt x="918" y="1555"/>
                </a:lnTo>
                <a:lnTo>
                  <a:pt x="917" y="1555"/>
                </a:lnTo>
                <a:lnTo>
                  <a:pt x="917" y="1556"/>
                </a:lnTo>
                <a:lnTo>
                  <a:pt x="916" y="1556"/>
                </a:lnTo>
                <a:lnTo>
                  <a:pt x="915" y="1556"/>
                </a:lnTo>
                <a:lnTo>
                  <a:pt x="914" y="1555"/>
                </a:lnTo>
                <a:lnTo>
                  <a:pt x="913" y="1554"/>
                </a:lnTo>
                <a:lnTo>
                  <a:pt x="912" y="1553"/>
                </a:lnTo>
                <a:lnTo>
                  <a:pt x="911" y="1552"/>
                </a:lnTo>
                <a:lnTo>
                  <a:pt x="910" y="1552"/>
                </a:lnTo>
                <a:lnTo>
                  <a:pt x="910" y="1551"/>
                </a:lnTo>
                <a:lnTo>
                  <a:pt x="909" y="1551"/>
                </a:lnTo>
                <a:lnTo>
                  <a:pt x="909" y="1550"/>
                </a:lnTo>
                <a:lnTo>
                  <a:pt x="908" y="1550"/>
                </a:lnTo>
                <a:lnTo>
                  <a:pt x="908" y="1549"/>
                </a:lnTo>
                <a:lnTo>
                  <a:pt x="907" y="1549"/>
                </a:lnTo>
                <a:lnTo>
                  <a:pt x="906" y="1548"/>
                </a:lnTo>
                <a:lnTo>
                  <a:pt x="905" y="1547"/>
                </a:lnTo>
                <a:lnTo>
                  <a:pt x="904" y="1546"/>
                </a:lnTo>
                <a:lnTo>
                  <a:pt x="903" y="1546"/>
                </a:lnTo>
                <a:lnTo>
                  <a:pt x="902" y="1546"/>
                </a:lnTo>
                <a:lnTo>
                  <a:pt x="902" y="1545"/>
                </a:lnTo>
                <a:lnTo>
                  <a:pt x="901" y="1545"/>
                </a:lnTo>
                <a:lnTo>
                  <a:pt x="900" y="1545"/>
                </a:lnTo>
                <a:lnTo>
                  <a:pt x="900" y="1544"/>
                </a:lnTo>
                <a:lnTo>
                  <a:pt x="899" y="1544"/>
                </a:lnTo>
                <a:lnTo>
                  <a:pt x="899" y="1543"/>
                </a:lnTo>
                <a:lnTo>
                  <a:pt x="898" y="1543"/>
                </a:lnTo>
                <a:lnTo>
                  <a:pt x="897" y="1543"/>
                </a:lnTo>
                <a:lnTo>
                  <a:pt x="896" y="1543"/>
                </a:lnTo>
                <a:lnTo>
                  <a:pt x="896" y="1542"/>
                </a:lnTo>
                <a:lnTo>
                  <a:pt x="895" y="1542"/>
                </a:lnTo>
                <a:lnTo>
                  <a:pt x="894" y="1542"/>
                </a:lnTo>
                <a:lnTo>
                  <a:pt x="894" y="1541"/>
                </a:lnTo>
                <a:lnTo>
                  <a:pt x="894" y="1540"/>
                </a:lnTo>
                <a:lnTo>
                  <a:pt x="894" y="1539"/>
                </a:lnTo>
                <a:lnTo>
                  <a:pt x="893" y="1539"/>
                </a:lnTo>
                <a:lnTo>
                  <a:pt x="892" y="1538"/>
                </a:lnTo>
                <a:lnTo>
                  <a:pt x="891" y="1538"/>
                </a:lnTo>
                <a:lnTo>
                  <a:pt x="890" y="1538"/>
                </a:lnTo>
                <a:lnTo>
                  <a:pt x="890" y="1537"/>
                </a:lnTo>
                <a:lnTo>
                  <a:pt x="891" y="1537"/>
                </a:lnTo>
                <a:lnTo>
                  <a:pt x="891" y="1536"/>
                </a:lnTo>
                <a:lnTo>
                  <a:pt x="892" y="1535"/>
                </a:lnTo>
                <a:lnTo>
                  <a:pt x="891" y="1535"/>
                </a:lnTo>
                <a:lnTo>
                  <a:pt x="891" y="1534"/>
                </a:lnTo>
                <a:lnTo>
                  <a:pt x="891" y="1533"/>
                </a:lnTo>
                <a:lnTo>
                  <a:pt x="892" y="1533"/>
                </a:lnTo>
                <a:lnTo>
                  <a:pt x="892" y="1532"/>
                </a:lnTo>
                <a:lnTo>
                  <a:pt x="893" y="1532"/>
                </a:lnTo>
                <a:lnTo>
                  <a:pt x="893" y="1531"/>
                </a:lnTo>
                <a:lnTo>
                  <a:pt x="893" y="1530"/>
                </a:lnTo>
                <a:lnTo>
                  <a:pt x="892" y="1530"/>
                </a:lnTo>
                <a:lnTo>
                  <a:pt x="891" y="1530"/>
                </a:lnTo>
                <a:lnTo>
                  <a:pt x="891" y="1529"/>
                </a:lnTo>
                <a:lnTo>
                  <a:pt x="890" y="1529"/>
                </a:lnTo>
                <a:lnTo>
                  <a:pt x="890" y="1528"/>
                </a:lnTo>
                <a:lnTo>
                  <a:pt x="890" y="1529"/>
                </a:lnTo>
                <a:lnTo>
                  <a:pt x="890" y="1528"/>
                </a:lnTo>
                <a:lnTo>
                  <a:pt x="889" y="1528"/>
                </a:lnTo>
                <a:lnTo>
                  <a:pt x="888" y="1528"/>
                </a:lnTo>
                <a:lnTo>
                  <a:pt x="888" y="1527"/>
                </a:lnTo>
                <a:lnTo>
                  <a:pt x="887" y="1527"/>
                </a:lnTo>
                <a:lnTo>
                  <a:pt x="887" y="1526"/>
                </a:lnTo>
                <a:lnTo>
                  <a:pt x="888" y="1526"/>
                </a:lnTo>
                <a:lnTo>
                  <a:pt x="887" y="1525"/>
                </a:lnTo>
                <a:lnTo>
                  <a:pt x="887" y="1524"/>
                </a:lnTo>
                <a:lnTo>
                  <a:pt x="886" y="1524"/>
                </a:lnTo>
                <a:lnTo>
                  <a:pt x="886" y="1523"/>
                </a:lnTo>
                <a:lnTo>
                  <a:pt x="885" y="1523"/>
                </a:lnTo>
                <a:lnTo>
                  <a:pt x="885" y="1522"/>
                </a:lnTo>
                <a:lnTo>
                  <a:pt x="885" y="1521"/>
                </a:lnTo>
                <a:lnTo>
                  <a:pt x="885" y="1520"/>
                </a:lnTo>
                <a:lnTo>
                  <a:pt x="886" y="1520"/>
                </a:lnTo>
                <a:lnTo>
                  <a:pt x="885" y="1520"/>
                </a:lnTo>
                <a:lnTo>
                  <a:pt x="885" y="1519"/>
                </a:lnTo>
                <a:lnTo>
                  <a:pt x="885" y="1518"/>
                </a:lnTo>
                <a:lnTo>
                  <a:pt x="884" y="1518"/>
                </a:lnTo>
                <a:lnTo>
                  <a:pt x="884" y="1517"/>
                </a:lnTo>
                <a:lnTo>
                  <a:pt x="883" y="1516"/>
                </a:lnTo>
                <a:lnTo>
                  <a:pt x="882" y="1516"/>
                </a:lnTo>
                <a:lnTo>
                  <a:pt x="882" y="1515"/>
                </a:lnTo>
                <a:lnTo>
                  <a:pt x="881" y="1515"/>
                </a:lnTo>
                <a:lnTo>
                  <a:pt x="881" y="1514"/>
                </a:lnTo>
                <a:lnTo>
                  <a:pt x="880" y="1514"/>
                </a:lnTo>
                <a:lnTo>
                  <a:pt x="879" y="1514"/>
                </a:lnTo>
                <a:lnTo>
                  <a:pt x="879" y="1515"/>
                </a:lnTo>
                <a:lnTo>
                  <a:pt x="878" y="1515"/>
                </a:lnTo>
                <a:lnTo>
                  <a:pt x="878" y="1514"/>
                </a:lnTo>
                <a:lnTo>
                  <a:pt x="877" y="1514"/>
                </a:lnTo>
                <a:lnTo>
                  <a:pt x="876" y="1514"/>
                </a:lnTo>
                <a:lnTo>
                  <a:pt x="875" y="1514"/>
                </a:lnTo>
                <a:lnTo>
                  <a:pt x="874" y="1514"/>
                </a:lnTo>
                <a:lnTo>
                  <a:pt x="874" y="1513"/>
                </a:lnTo>
                <a:lnTo>
                  <a:pt x="873" y="1513"/>
                </a:lnTo>
                <a:lnTo>
                  <a:pt x="872" y="1513"/>
                </a:lnTo>
                <a:lnTo>
                  <a:pt x="872" y="1512"/>
                </a:lnTo>
                <a:lnTo>
                  <a:pt x="872" y="1511"/>
                </a:lnTo>
                <a:lnTo>
                  <a:pt x="871" y="1511"/>
                </a:lnTo>
                <a:lnTo>
                  <a:pt x="871" y="1510"/>
                </a:lnTo>
                <a:lnTo>
                  <a:pt x="870" y="1510"/>
                </a:lnTo>
                <a:lnTo>
                  <a:pt x="871" y="1509"/>
                </a:lnTo>
                <a:lnTo>
                  <a:pt x="870" y="1509"/>
                </a:lnTo>
                <a:lnTo>
                  <a:pt x="869" y="1509"/>
                </a:lnTo>
                <a:lnTo>
                  <a:pt x="869" y="1510"/>
                </a:lnTo>
                <a:lnTo>
                  <a:pt x="868" y="1510"/>
                </a:lnTo>
                <a:lnTo>
                  <a:pt x="867" y="1510"/>
                </a:lnTo>
                <a:lnTo>
                  <a:pt x="866" y="1510"/>
                </a:lnTo>
                <a:lnTo>
                  <a:pt x="865" y="1510"/>
                </a:lnTo>
                <a:lnTo>
                  <a:pt x="864" y="1510"/>
                </a:lnTo>
                <a:lnTo>
                  <a:pt x="864" y="1509"/>
                </a:lnTo>
                <a:lnTo>
                  <a:pt x="863" y="1509"/>
                </a:lnTo>
                <a:lnTo>
                  <a:pt x="863" y="1508"/>
                </a:lnTo>
                <a:lnTo>
                  <a:pt x="863" y="1509"/>
                </a:lnTo>
                <a:lnTo>
                  <a:pt x="862" y="1509"/>
                </a:lnTo>
                <a:lnTo>
                  <a:pt x="861" y="1509"/>
                </a:lnTo>
                <a:lnTo>
                  <a:pt x="860" y="1509"/>
                </a:lnTo>
                <a:lnTo>
                  <a:pt x="860" y="1510"/>
                </a:lnTo>
                <a:lnTo>
                  <a:pt x="859" y="1510"/>
                </a:lnTo>
                <a:lnTo>
                  <a:pt x="858" y="1510"/>
                </a:lnTo>
                <a:lnTo>
                  <a:pt x="858" y="1509"/>
                </a:lnTo>
                <a:lnTo>
                  <a:pt x="857" y="1508"/>
                </a:lnTo>
                <a:lnTo>
                  <a:pt x="857" y="1507"/>
                </a:lnTo>
                <a:lnTo>
                  <a:pt x="856" y="1507"/>
                </a:lnTo>
                <a:lnTo>
                  <a:pt x="855" y="1506"/>
                </a:lnTo>
                <a:lnTo>
                  <a:pt x="854" y="1506"/>
                </a:lnTo>
                <a:lnTo>
                  <a:pt x="854" y="1505"/>
                </a:lnTo>
                <a:lnTo>
                  <a:pt x="854" y="1504"/>
                </a:lnTo>
                <a:lnTo>
                  <a:pt x="853" y="1504"/>
                </a:lnTo>
                <a:lnTo>
                  <a:pt x="853" y="1503"/>
                </a:lnTo>
                <a:lnTo>
                  <a:pt x="852" y="1503"/>
                </a:lnTo>
                <a:lnTo>
                  <a:pt x="852" y="1502"/>
                </a:lnTo>
                <a:lnTo>
                  <a:pt x="851" y="1502"/>
                </a:lnTo>
                <a:lnTo>
                  <a:pt x="851" y="1501"/>
                </a:lnTo>
                <a:lnTo>
                  <a:pt x="850" y="1501"/>
                </a:lnTo>
                <a:lnTo>
                  <a:pt x="851" y="1500"/>
                </a:lnTo>
                <a:lnTo>
                  <a:pt x="852" y="1500"/>
                </a:lnTo>
                <a:lnTo>
                  <a:pt x="852" y="1499"/>
                </a:lnTo>
                <a:lnTo>
                  <a:pt x="853" y="1499"/>
                </a:lnTo>
                <a:lnTo>
                  <a:pt x="853" y="1498"/>
                </a:lnTo>
                <a:lnTo>
                  <a:pt x="852" y="1498"/>
                </a:lnTo>
                <a:lnTo>
                  <a:pt x="853" y="1498"/>
                </a:lnTo>
                <a:lnTo>
                  <a:pt x="853" y="1497"/>
                </a:lnTo>
                <a:lnTo>
                  <a:pt x="853" y="1496"/>
                </a:lnTo>
                <a:lnTo>
                  <a:pt x="852" y="1496"/>
                </a:lnTo>
                <a:lnTo>
                  <a:pt x="852" y="1495"/>
                </a:lnTo>
                <a:lnTo>
                  <a:pt x="851" y="1495"/>
                </a:lnTo>
                <a:lnTo>
                  <a:pt x="851" y="1494"/>
                </a:lnTo>
                <a:lnTo>
                  <a:pt x="851" y="1493"/>
                </a:lnTo>
                <a:lnTo>
                  <a:pt x="851" y="1492"/>
                </a:lnTo>
                <a:lnTo>
                  <a:pt x="852" y="1492"/>
                </a:lnTo>
                <a:lnTo>
                  <a:pt x="852" y="1491"/>
                </a:lnTo>
                <a:lnTo>
                  <a:pt x="853" y="1491"/>
                </a:lnTo>
                <a:lnTo>
                  <a:pt x="852" y="1491"/>
                </a:lnTo>
                <a:lnTo>
                  <a:pt x="852" y="1490"/>
                </a:lnTo>
                <a:lnTo>
                  <a:pt x="851" y="1490"/>
                </a:lnTo>
                <a:lnTo>
                  <a:pt x="851" y="1489"/>
                </a:lnTo>
                <a:lnTo>
                  <a:pt x="850" y="1489"/>
                </a:lnTo>
                <a:lnTo>
                  <a:pt x="850" y="1488"/>
                </a:lnTo>
                <a:lnTo>
                  <a:pt x="849" y="1488"/>
                </a:lnTo>
                <a:lnTo>
                  <a:pt x="848" y="1488"/>
                </a:lnTo>
                <a:lnTo>
                  <a:pt x="847" y="1488"/>
                </a:lnTo>
                <a:lnTo>
                  <a:pt x="847" y="1487"/>
                </a:lnTo>
                <a:lnTo>
                  <a:pt x="847" y="1486"/>
                </a:lnTo>
                <a:lnTo>
                  <a:pt x="848" y="1486"/>
                </a:lnTo>
                <a:lnTo>
                  <a:pt x="848" y="1485"/>
                </a:lnTo>
                <a:lnTo>
                  <a:pt x="849" y="1485"/>
                </a:lnTo>
                <a:lnTo>
                  <a:pt x="849" y="1484"/>
                </a:lnTo>
                <a:lnTo>
                  <a:pt x="849" y="1483"/>
                </a:lnTo>
                <a:lnTo>
                  <a:pt x="848" y="1483"/>
                </a:lnTo>
                <a:lnTo>
                  <a:pt x="848" y="1482"/>
                </a:lnTo>
                <a:lnTo>
                  <a:pt x="847" y="1482"/>
                </a:lnTo>
                <a:lnTo>
                  <a:pt x="847" y="1481"/>
                </a:lnTo>
                <a:lnTo>
                  <a:pt x="846" y="1481"/>
                </a:lnTo>
                <a:lnTo>
                  <a:pt x="845" y="1481"/>
                </a:lnTo>
                <a:lnTo>
                  <a:pt x="845" y="1480"/>
                </a:lnTo>
                <a:lnTo>
                  <a:pt x="844" y="1480"/>
                </a:lnTo>
                <a:lnTo>
                  <a:pt x="843" y="1480"/>
                </a:lnTo>
                <a:lnTo>
                  <a:pt x="842" y="1480"/>
                </a:lnTo>
                <a:lnTo>
                  <a:pt x="840" y="1480"/>
                </a:lnTo>
                <a:lnTo>
                  <a:pt x="840" y="1479"/>
                </a:lnTo>
                <a:lnTo>
                  <a:pt x="839" y="1479"/>
                </a:lnTo>
                <a:lnTo>
                  <a:pt x="839" y="1478"/>
                </a:lnTo>
                <a:lnTo>
                  <a:pt x="839" y="1477"/>
                </a:lnTo>
                <a:lnTo>
                  <a:pt x="838" y="1477"/>
                </a:lnTo>
                <a:lnTo>
                  <a:pt x="837" y="1477"/>
                </a:lnTo>
                <a:lnTo>
                  <a:pt x="837" y="1478"/>
                </a:lnTo>
                <a:lnTo>
                  <a:pt x="836" y="1478"/>
                </a:lnTo>
                <a:lnTo>
                  <a:pt x="835" y="1478"/>
                </a:lnTo>
                <a:lnTo>
                  <a:pt x="835" y="1479"/>
                </a:lnTo>
                <a:lnTo>
                  <a:pt x="835" y="1478"/>
                </a:lnTo>
                <a:lnTo>
                  <a:pt x="835" y="1477"/>
                </a:lnTo>
                <a:lnTo>
                  <a:pt x="834" y="1477"/>
                </a:lnTo>
                <a:lnTo>
                  <a:pt x="833" y="1477"/>
                </a:lnTo>
                <a:lnTo>
                  <a:pt x="833" y="1476"/>
                </a:lnTo>
                <a:lnTo>
                  <a:pt x="832" y="1476"/>
                </a:lnTo>
                <a:lnTo>
                  <a:pt x="831" y="1476"/>
                </a:lnTo>
                <a:lnTo>
                  <a:pt x="831" y="1475"/>
                </a:lnTo>
                <a:lnTo>
                  <a:pt x="830" y="1475"/>
                </a:lnTo>
                <a:lnTo>
                  <a:pt x="830" y="1474"/>
                </a:lnTo>
                <a:lnTo>
                  <a:pt x="829" y="1474"/>
                </a:lnTo>
                <a:lnTo>
                  <a:pt x="829" y="1473"/>
                </a:lnTo>
                <a:lnTo>
                  <a:pt x="828" y="1473"/>
                </a:lnTo>
                <a:lnTo>
                  <a:pt x="828" y="1472"/>
                </a:lnTo>
                <a:lnTo>
                  <a:pt x="827" y="1472"/>
                </a:lnTo>
                <a:lnTo>
                  <a:pt x="827" y="1471"/>
                </a:lnTo>
                <a:lnTo>
                  <a:pt x="827" y="1470"/>
                </a:lnTo>
                <a:lnTo>
                  <a:pt x="827" y="1469"/>
                </a:lnTo>
                <a:lnTo>
                  <a:pt x="826" y="1469"/>
                </a:lnTo>
                <a:lnTo>
                  <a:pt x="825" y="1469"/>
                </a:lnTo>
                <a:lnTo>
                  <a:pt x="825" y="1470"/>
                </a:lnTo>
                <a:lnTo>
                  <a:pt x="824" y="1470"/>
                </a:lnTo>
                <a:lnTo>
                  <a:pt x="823" y="1470"/>
                </a:lnTo>
                <a:lnTo>
                  <a:pt x="822" y="1470"/>
                </a:lnTo>
                <a:lnTo>
                  <a:pt x="822" y="1469"/>
                </a:lnTo>
                <a:lnTo>
                  <a:pt x="821" y="1469"/>
                </a:lnTo>
                <a:lnTo>
                  <a:pt x="820" y="1469"/>
                </a:lnTo>
                <a:lnTo>
                  <a:pt x="819" y="1469"/>
                </a:lnTo>
                <a:lnTo>
                  <a:pt x="819" y="1468"/>
                </a:lnTo>
                <a:lnTo>
                  <a:pt x="820" y="1467"/>
                </a:lnTo>
                <a:lnTo>
                  <a:pt x="820" y="1466"/>
                </a:lnTo>
                <a:lnTo>
                  <a:pt x="819" y="1466"/>
                </a:lnTo>
                <a:lnTo>
                  <a:pt x="819" y="1465"/>
                </a:lnTo>
                <a:lnTo>
                  <a:pt x="819" y="1464"/>
                </a:lnTo>
                <a:lnTo>
                  <a:pt x="820" y="1464"/>
                </a:lnTo>
                <a:lnTo>
                  <a:pt x="820" y="1463"/>
                </a:lnTo>
                <a:lnTo>
                  <a:pt x="820" y="1462"/>
                </a:lnTo>
                <a:lnTo>
                  <a:pt x="820" y="1461"/>
                </a:lnTo>
                <a:lnTo>
                  <a:pt x="821" y="1461"/>
                </a:lnTo>
                <a:lnTo>
                  <a:pt x="821" y="1460"/>
                </a:lnTo>
                <a:lnTo>
                  <a:pt x="821" y="1459"/>
                </a:lnTo>
                <a:lnTo>
                  <a:pt x="822" y="1459"/>
                </a:lnTo>
                <a:lnTo>
                  <a:pt x="822" y="1458"/>
                </a:lnTo>
                <a:lnTo>
                  <a:pt x="822" y="1457"/>
                </a:lnTo>
                <a:lnTo>
                  <a:pt x="823" y="1457"/>
                </a:lnTo>
                <a:lnTo>
                  <a:pt x="823" y="1456"/>
                </a:lnTo>
                <a:lnTo>
                  <a:pt x="823" y="1455"/>
                </a:lnTo>
                <a:lnTo>
                  <a:pt x="824" y="1455"/>
                </a:lnTo>
                <a:lnTo>
                  <a:pt x="824" y="1454"/>
                </a:lnTo>
                <a:lnTo>
                  <a:pt x="825" y="1454"/>
                </a:lnTo>
                <a:lnTo>
                  <a:pt x="825" y="1453"/>
                </a:lnTo>
                <a:lnTo>
                  <a:pt x="825" y="1452"/>
                </a:lnTo>
                <a:lnTo>
                  <a:pt x="825" y="1451"/>
                </a:lnTo>
                <a:lnTo>
                  <a:pt x="825" y="1450"/>
                </a:lnTo>
                <a:lnTo>
                  <a:pt x="826" y="1449"/>
                </a:lnTo>
                <a:lnTo>
                  <a:pt x="826" y="1448"/>
                </a:lnTo>
                <a:lnTo>
                  <a:pt x="826" y="1447"/>
                </a:lnTo>
                <a:lnTo>
                  <a:pt x="827" y="1447"/>
                </a:lnTo>
                <a:lnTo>
                  <a:pt x="827" y="1446"/>
                </a:lnTo>
                <a:lnTo>
                  <a:pt x="828" y="1446"/>
                </a:lnTo>
                <a:lnTo>
                  <a:pt x="828" y="1445"/>
                </a:lnTo>
                <a:lnTo>
                  <a:pt x="829" y="1445"/>
                </a:lnTo>
                <a:lnTo>
                  <a:pt x="829" y="1444"/>
                </a:lnTo>
                <a:lnTo>
                  <a:pt x="829" y="1443"/>
                </a:lnTo>
                <a:lnTo>
                  <a:pt x="829" y="1442"/>
                </a:lnTo>
                <a:lnTo>
                  <a:pt x="828" y="1442"/>
                </a:lnTo>
                <a:lnTo>
                  <a:pt x="829" y="1442"/>
                </a:lnTo>
                <a:lnTo>
                  <a:pt x="829" y="1441"/>
                </a:lnTo>
                <a:lnTo>
                  <a:pt x="829" y="1440"/>
                </a:lnTo>
                <a:lnTo>
                  <a:pt x="829" y="1439"/>
                </a:lnTo>
                <a:lnTo>
                  <a:pt x="828" y="1439"/>
                </a:lnTo>
                <a:lnTo>
                  <a:pt x="827" y="1439"/>
                </a:lnTo>
                <a:lnTo>
                  <a:pt x="827" y="1438"/>
                </a:lnTo>
                <a:lnTo>
                  <a:pt x="827" y="1437"/>
                </a:lnTo>
                <a:lnTo>
                  <a:pt x="826" y="1437"/>
                </a:lnTo>
                <a:lnTo>
                  <a:pt x="826" y="1436"/>
                </a:lnTo>
                <a:lnTo>
                  <a:pt x="825" y="1436"/>
                </a:lnTo>
                <a:lnTo>
                  <a:pt x="824" y="1436"/>
                </a:lnTo>
                <a:lnTo>
                  <a:pt x="823" y="1436"/>
                </a:lnTo>
                <a:lnTo>
                  <a:pt x="822" y="1436"/>
                </a:lnTo>
                <a:lnTo>
                  <a:pt x="821" y="1436"/>
                </a:lnTo>
                <a:lnTo>
                  <a:pt x="820" y="1437"/>
                </a:lnTo>
                <a:lnTo>
                  <a:pt x="820" y="1436"/>
                </a:lnTo>
                <a:lnTo>
                  <a:pt x="819" y="1436"/>
                </a:lnTo>
                <a:lnTo>
                  <a:pt x="820" y="1436"/>
                </a:lnTo>
                <a:lnTo>
                  <a:pt x="820" y="1435"/>
                </a:lnTo>
                <a:lnTo>
                  <a:pt x="820" y="1434"/>
                </a:lnTo>
                <a:lnTo>
                  <a:pt x="820" y="1433"/>
                </a:lnTo>
                <a:lnTo>
                  <a:pt x="820" y="1432"/>
                </a:lnTo>
                <a:lnTo>
                  <a:pt x="820" y="1431"/>
                </a:lnTo>
                <a:lnTo>
                  <a:pt x="820" y="1430"/>
                </a:lnTo>
                <a:lnTo>
                  <a:pt x="820" y="1429"/>
                </a:lnTo>
                <a:lnTo>
                  <a:pt x="821" y="1429"/>
                </a:lnTo>
                <a:lnTo>
                  <a:pt x="821" y="1428"/>
                </a:lnTo>
                <a:lnTo>
                  <a:pt x="822" y="1428"/>
                </a:lnTo>
                <a:lnTo>
                  <a:pt x="822" y="1427"/>
                </a:lnTo>
                <a:lnTo>
                  <a:pt x="823" y="1427"/>
                </a:lnTo>
                <a:lnTo>
                  <a:pt x="822" y="1427"/>
                </a:lnTo>
                <a:lnTo>
                  <a:pt x="822" y="1426"/>
                </a:lnTo>
                <a:lnTo>
                  <a:pt x="823" y="1426"/>
                </a:lnTo>
                <a:lnTo>
                  <a:pt x="824" y="1425"/>
                </a:lnTo>
                <a:lnTo>
                  <a:pt x="824" y="1423"/>
                </a:lnTo>
                <a:lnTo>
                  <a:pt x="824" y="1422"/>
                </a:lnTo>
                <a:lnTo>
                  <a:pt x="824" y="1421"/>
                </a:lnTo>
                <a:lnTo>
                  <a:pt x="825" y="1421"/>
                </a:lnTo>
                <a:lnTo>
                  <a:pt x="824" y="1421"/>
                </a:lnTo>
                <a:lnTo>
                  <a:pt x="823" y="1421"/>
                </a:lnTo>
                <a:lnTo>
                  <a:pt x="823" y="1420"/>
                </a:lnTo>
                <a:lnTo>
                  <a:pt x="822" y="1420"/>
                </a:lnTo>
                <a:lnTo>
                  <a:pt x="821" y="1420"/>
                </a:lnTo>
                <a:lnTo>
                  <a:pt x="821" y="1419"/>
                </a:lnTo>
                <a:lnTo>
                  <a:pt x="820" y="1419"/>
                </a:lnTo>
                <a:lnTo>
                  <a:pt x="820" y="1418"/>
                </a:lnTo>
                <a:lnTo>
                  <a:pt x="820" y="1417"/>
                </a:lnTo>
                <a:lnTo>
                  <a:pt x="821" y="1416"/>
                </a:lnTo>
                <a:lnTo>
                  <a:pt x="821" y="1415"/>
                </a:lnTo>
                <a:lnTo>
                  <a:pt x="821" y="1414"/>
                </a:lnTo>
                <a:lnTo>
                  <a:pt x="820" y="1413"/>
                </a:lnTo>
                <a:lnTo>
                  <a:pt x="820" y="1412"/>
                </a:lnTo>
                <a:lnTo>
                  <a:pt x="820" y="1411"/>
                </a:lnTo>
                <a:lnTo>
                  <a:pt x="821" y="1411"/>
                </a:lnTo>
                <a:lnTo>
                  <a:pt x="821" y="1410"/>
                </a:lnTo>
                <a:lnTo>
                  <a:pt x="821" y="1409"/>
                </a:lnTo>
                <a:lnTo>
                  <a:pt x="821" y="1408"/>
                </a:lnTo>
                <a:lnTo>
                  <a:pt x="821" y="1407"/>
                </a:lnTo>
                <a:lnTo>
                  <a:pt x="821" y="1406"/>
                </a:lnTo>
                <a:lnTo>
                  <a:pt x="821" y="1405"/>
                </a:lnTo>
                <a:lnTo>
                  <a:pt x="822" y="1405"/>
                </a:lnTo>
                <a:lnTo>
                  <a:pt x="823" y="1405"/>
                </a:lnTo>
                <a:lnTo>
                  <a:pt x="823" y="1404"/>
                </a:lnTo>
                <a:lnTo>
                  <a:pt x="824" y="1404"/>
                </a:lnTo>
                <a:lnTo>
                  <a:pt x="825" y="1404"/>
                </a:lnTo>
                <a:lnTo>
                  <a:pt x="826" y="1404"/>
                </a:lnTo>
                <a:lnTo>
                  <a:pt x="827" y="1404"/>
                </a:lnTo>
                <a:lnTo>
                  <a:pt x="827" y="1403"/>
                </a:lnTo>
                <a:lnTo>
                  <a:pt x="828" y="1403"/>
                </a:lnTo>
                <a:lnTo>
                  <a:pt x="828" y="1402"/>
                </a:lnTo>
                <a:lnTo>
                  <a:pt x="828" y="1401"/>
                </a:lnTo>
                <a:lnTo>
                  <a:pt x="828" y="1400"/>
                </a:lnTo>
                <a:lnTo>
                  <a:pt x="829" y="1400"/>
                </a:lnTo>
                <a:lnTo>
                  <a:pt x="829" y="1399"/>
                </a:lnTo>
                <a:lnTo>
                  <a:pt x="830" y="1399"/>
                </a:lnTo>
                <a:lnTo>
                  <a:pt x="830" y="1398"/>
                </a:lnTo>
                <a:lnTo>
                  <a:pt x="829" y="1397"/>
                </a:lnTo>
                <a:lnTo>
                  <a:pt x="828" y="1397"/>
                </a:lnTo>
                <a:lnTo>
                  <a:pt x="827" y="1397"/>
                </a:lnTo>
                <a:lnTo>
                  <a:pt x="826" y="1397"/>
                </a:lnTo>
                <a:lnTo>
                  <a:pt x="825" y="1397"/>
                </a:lnTo>
                <a:lnTo>
                  <a:pt x="824" y="1397"/>
                </a:lnTo>
                <a:lnTo>
                  <a:pt x="824" y="1396"/>
                </a:lnTo>
                <a:lnTo>
                  <a:pt x="823" y="1396"/>
                </a:lnTo>
                <a:lnTo>
                  <a:pt x="822" y="1396"/>
                </a:lnTo>
                <a:lnTo>
                  <a:pt x="821" y="1396"/>
                </a:lnTo>
                <a:lnTo>
                  <a:pt x="820" y="1396"/>
                </a:lnTo>
                <a:lnTo>
                  <a:pt x="819" y="1396"/>
                </a:lnTo>
                <a:lnTo>
                  <a:pt x="818" y="1395"/>
                </a:lnTo>
                <a:lnTo>
                  <a:pt x="817" y="1395"/>
                </a:lnTo>
                <a:lnTo>
                  <a:pt x="817" y="1394"/>
                </a:lnTo>
                <a:lnTo>
                  <a:pt x="816" y="1394"/>
                </a:lnTo>
                <a:lnTo>
                  <a:pt x="815" y="1394"/>
                </a:lnTo>
                <a:lnTo>
                  <a:pt x="815" y="1393"/>
                </a:lnTo>
                <a:lnTo>
                  <a:pt x="815" y="1392"/>
                </a:lnTo>
                <a:lnTo>
                  <a:pt x="815" y="1391"/>
                </a:lnTo>
                <a:lnTo>
                  <a:pt x="816" y="1391"/>
                </a:lnTo>
                <a:lnTo>
                  <a:pt x="815" y="1391"/>
                </a:lnTo>
                <a:lnTo>
                  <a:pt x="815" y="1390"/>
                </a:lnTo>
                <a:lnTo>
                  <a:pt x="816" y="1390"/>
                </a:lnTo>
                <a:lnTo>
                  <a:pt x="817" y="1390"/>
                </a:lnTo>
                <a:lnTo>
                  <a:pt x="817" y="1389"/>
                </a:lnTo>
                <a:lnTo>
                  <a:pt x="817" y="1388"/>
                </a:lnTo>
                <a:lnTo>
                  <a:pt x="817" y="1387"/>
                </a:lnTo>
                <a:lnTo>
                  <a:pt x="816" y="1387"/>
                </a:lnTo>
                <a:lnTo>
                  <a:pt x="816" y="1386"/>
                </a:lnTo>
                <a:lnTo>
                  <a:pt x="816" y="1385"/>
                </a:lnTo>
                <a:lnTo>
                  <a:pt x="815" y="1385"/>
                </a:lnTo>
                <a:lnTo>
                  <a:pt x="815" y="1384"/>
                </a:lnTo>
                <a:lnTo>
                  <a:pt x="814" y="1384"/>
                </a:lnTo>
                <a:lnTo>
                  <a:pt x="814" y="1383"/>
                </a:lnTo>
                <a:lnTo>
                  <a:pt x="813" y="1383"/>
                </a:lnTo>
                <a:lnTo>
                  <a:pt x="812" y="1383"/>
                </a:lnTo>
                <a:lnTo>
                  <a:pt x="811" y="1383"/>
                </a:lnTo>
                <a:lnTo>
                  <a:pt x="811" y="1384"/>
                </a:lnTo>
                <a:lnTo>
                  <a:pt x="810" y="1384"/>
                </a:lnTo>
                <a:lnTo>
                  <a:pt x="809" y="1384"/>
                </a:lnTo>
                <a:lnTo>
                  <a:pt x="808" y="1384"/>
                </a:lnTo>
                <a:lnTo>
                  <a:pt x="808" y="1383"/>
                </a:lnTo>
                <a:lnTo>
                  <a:pt x="807" y="1383"/>
                </a:lnTo>
                <a:lnTo>
                  <a:pt x="807" y="1382"/>
                </a:lnTo>
                <a:lnTo>
                  <a:pt x="807" y="1381"/>
                </a:lnTo>
                <a:lnTo>
                  <a:pt x="806" y="1381"/>
                </a:lnTo>
                <a:lnTo>
                  <a:pt x="807" y="1381"/>
                </a:lnTo>
                <a:lnTo>
                  <a:pt x="806" y="1381"/>
                </a:lnTo>
                <a:lnTo>
                  <a:pt x="806" y="1380"/>
                </a:lnTo>
                <a:lnTo>
                  <a:pt x="805" y="1380"/>
                </a:lnTo>
                <a:lnTo>
                  <a:pt x="804" y="1380"/>
                </a:lnTo>
                <a:lnTo>
                  <a:pt x="803" y="1380"/>
                </a:lnTo>
                <a:lnTo>
                  <a:pt x="803" y="1381"/>
                </a:lnTo>
                <a:lnTo>
                  <a:pt x="802" y="1381"/>
                </a:lnTo>
                <a:lnTo>
                  <a:pt x="802" y="1382"/>
                </a:lnTo>
                <a:lnTo>
                  <a:pt x="801" y="1382"/>
                </a:lnTo>
                <a:lnTo>
                  <a:pt x="801" y="1381"/>
                </a:lnTo>
                <a:lnTo>
                  <a:pt x="800" y="1381"/>
                </a:lnTo>
                <a:lnTo>
                  <a:pt x="799" y="1380"/>
                </a:lnTo>
                <a:lnTo>
                  <a:pt x="798" y="1380"/>
                </a:lnTo>
                <a:lnTo>
                  <a:pt x="798" y="1379"/>
                </a:lnTo>
                <a:lnTo>
                  <a:pt x="797" y="1379"/>
                </a:lnTo>
                <a:lnTo>
                  <a:pt x="796" y="1379"/>
                </a:lnTo>
                <a:lnTo>
                  <a:pt x="796" y="1378"/>
                </a:lnTo>
                <a:lnTo>
                  <a:pt x="795" y="1378"/>
                </a:lnTo>
                <a:lnTo>
                  <a:pt x="796" y="1378"/>
                </a:lnTo>
                <a:lnTo>
                  <a:pt x="796" y="1377"/>
                </a:lnTo>
                <a:lnTo>
                  <a:pt x="797" y="1377"/>
                </a:lnTo>
                <a:lnTo>
                  <a:pt x="798" y="1377"/>
                </a:lnTo>
                <a:lnTo>
                  <a:pt x="798" y="1376"/>
                </a:lnTo>
                <a:lnTo>
                  <a:pt x="798" y="1375"/>
                </a:lnTo>
                <a:lnTo>
                  <a:pt x="797" y="1375"/>
                </a:lnTo>
                <a:lnTo>
                  <a:pt x="797" y="1374"/>
                </a:lnTo>
                <a:lnTo>
                  <a:pt x="796" y="1374"/>
                </a:lnTo>
                <a:lnTo>
                  <a:pt x="796" y="1373"/>
                </a:lnTo>
                <a:lnTo>
                  <a:pt x="795" y="1372"/>
                </a:lnTo>
                <a:lnTo>
                  <a:pt x="793" y="1371"/>
                </a:lnTo>
                <a:lnTo>
                  <a:pt x="792" y="1371"/>
                </a:lnTo>
                <a:lnTo>
                  <a:pt x="791" y="1371"/>
                </a:lnTo>
                <a:lnTo>
                  <a:pt x="790" y="1373"/>
                </a:lnTo>
                <a:lnTo>
                  <a:pt x="789" y="1373"/>
                </a:lnTo>
                <a:lnTo>
                  <a:pt x="788" y="1373"/>
                </a:lnTo>
                <a:lnTo>
                  <a:pt x="787" y="1372"/>
                </a:lnTo>
                <a:lnTo>
                  <a:pt x="786" y="1372"/>
                </a:lnTo>
                <a:lnTo>
                  <a:pt x="785" y="1371"/>
                </a:lnTo>
                <a:lnTo>
                  <a:pt x="784" y="1371"/>
                </a:lnTo>
                <a:lnTo>
                  <a:pt x="784" y="1370"/>
                </a:lnTo>
                <a:lnTo>
                  <a:pt x="783" y="1370"/>
                </a:lnTo>
                <a:lnTo>
                  <a:pt x="782" y="1370"/>
                </a:lnTo>
                <a:lnTo>
                  <a:pt x="781" y="1370"/>
                </a:lnTo>
                <a:lnTo>
                  <a:pt x="781" y="1371"/>
                </a:lnTo>
                <a:lnTo>
                  <a:pt x="780" y="1371"/>
                </a:lnTo>
                <a:lnTo>
                  <a:pt x="780" y="1370"/>
                </a:lnTo>
                <a:lnTo>
                  <a:pt x="779" y="1370"/>
                </a:lnTo>
                <a:lnTo>
                  <a:pt x="778" y="1370"/>
                </a:lnTo>
                <a:lnTo>
                  <a:pt x="777" y="1371"/>
                </a:lnTo>
                <a:lnTo>
                  <a:pt x="776" y="1371"/>
                </a:lnTo>
                <a:lnTo>
                  <a:pt x="775" y="1371"/>
                </a:lnTo>
                <a:lnTo>
                  <a:pt x="774" y="1371"/>
                </a:lnTo>
                <a:lnTo>
                  <a:pt x="773" y="1371"/>
                </a:lnTo>
                <a:lnTo>
                  <a:pt x="773" y="1372"/>
                </a:lnTo>
                <a:lnTo>
                  <a:pt x="772" y="1372"/>
                </a:lnTo>
                <a:lnTo>
                  <a:pt x="772" y="1373"/>
                </a:lnTo>
                <a:lnTo>
                  <a:pt x="771" y="1373"/>
                </a:lnTo>
                <a:lnTo>
                  <a:pt x="770" y="1373"/>
                </a:lnTo>
                <a:lnTo>
                  <a:pt x="769" y="1373"/>
                </a:lnTo>
                <a:lnTo>
                  <a:pt x="769" y="1372"/>
                </a:lnTo>
                <a:lnTo>
                  <a:pt x="768" y="1372"/>
                </a:lnTo>
                <a:lnTo>
                  <a:pt x="767" y="1372"/>
                </a:lnTo>
                <a:lnTo>
                  <a:pt x="767" y="1371"/>
                </a:lnTo>
                <a:lnTo>
                  <a:pt x="766" y="1371"/>
                </a:lnTo>
                <a:lnTo>
                  <a:pt x="765" y="1371"/>
                </a:lnTo>
                <a:lnTo>
                  <a:pt x="765" y="1372"/>
                </a:lnTo>
                <a:lnTo>
                  <a:pt x="764" y="1372"/>
                </a:lnTo>
                <a:lnTo>
                  <a:pt x="764" y="1373"/>
                </a:lnTo>
                <a:lnTo>
                  <a:pt x="764" y="1374"/>
                </a:lnTo>
                <a:lnTo>
                  <a:pt x="763" y="1374"/>
                </a:lnTo>
                <a:lnTo>
                  <a:pt x="763" y="1375"/>
                </a:lnTo>
                <a:lnTo>
                  <a:pt x="762" y="1375"/>
                </a:lnTo>
                <a:lnTo>
                  <a:pt x="762" y="1374"/>
                </a:lnTo>
                <a:lnTo>
                  <a:pt x="762" y="1375"/>
                </a:lnTo>
                <a:lnTo>
                  <a:pt x="761" y="1375"/>
                </a:lnTo>
                <a:lnTo>
                  <a:pt x="761" y="1376"/>
                </a:lnTo>
                <a:lnTo>
                  <a:pt x="761" y="1377"/>
                </a:lnTo>
                <a:lnTo>
                  <a:pt x="761" y="1378"/>
                </a:lnTo>
                <a:lnTo>
                  <a:pt x="761" y="1379"/>
                </a:lnTo>
                <a:lnTo>
                  <a:pt x="761" y="1380"/>
                </a:lnTo>
                <a:lnTo>
                  <a:pt x="760" y="1380"/>
                </a:lnTo>
                <a:lnTo>
                  <a:pt x="760" y="1381"/>
                </a:lnTo>
                <a:lnTo>
                  <a:pt x="759" y="1381"/>
                </a:lnTo>
                <a:lnTo>
                  <a:pt x="758" y="1381"/>
                </a:lnTo>
                <a:lnTo>
                  <a:pt x="757" y="1381"/>
                </a:lnTo>
                <a:lnTo>
                  <a:pt x="756" y="1381"/>
                </a:lnTo>
                <a:lnTo>
                  <a:pt x="756" y="1380"/>
                </a:lnTo>
                <a:lnTo>
                  <a:pt x="756" y="1381"/>
                </a:lnTo>
                <a:lnTo>
                  <a:pt x="755" y="1381"/>
                </a:lnTo>
                <a:lnTo>
                  <a:pt x="755" y="1382"/>
                </a:lnTo>
                <a:lnTo>
                  <a:pt x="754" y="1382"/>
                </a:lnTo>
                <a:lnTo>
                  <a:pt x="754" y="1381"/>
                </a:lnTo>
                <a:lnTo>
                  <a:pt x="753" y="1381"/>
                </a:lnTo>
                <a:lnTo>
                  <a:pt x="752" y="1381"/>
                </a:lnTo>
                <a:lnTo>
                  <a:pt x="752" y="1380"/>
                </a:lnTo>
                <a:lnTo>
                  <a:pt x="751" y="1380"/>
                </a:lnTo>
                <a:lnTo>
                  <a:pt x="750" y="1380"/>
                </a:lnTo>
                <a:lnTo>
                  <a:pt x="749" y="1380"/>
                </a:lnTo>
                <a:lnTo>
                  <a:pt x="749" y="1379"/>
                </a:lnTo>
                <a:lnTo>
                  <a:pt x="748" y="1379"/>
                </a:lnTo>
                <a:lnTo>
                  <a:pt x="748" y="1380"/>
                </a:lnTo>
                <a:lnTo>
                  <a:pt x="747" y="1380"/>
                </a:lnTo>
                <a:lnTo>
                  <a:pt x="747" y="1379"/>
                </a:lnTo>
                <a:lnTo>
                  <a:pt x="746" y="1379"/>
                </a:lnTo>
                <a:lnTo>
                  <a:pt x="745" y="1379"/>
                </a:lnTo>
                <a:lnTo>
                  <a:pt x="745" y="1380"/>
                </a:lnTo>
                <a:lnTo>
                  <a:pt x="744" y="1380"/>
                </a:lnTo>
                <a:lnTo>
                  <a:pt x="743" y="1380"/>
                </a:lnTo>
                <a:lnTo>
                  <a:pt x="743" y="1381"/>
                </a:lnTo>
                <a:lnTo>
                  <a:pt x="742" y="1381"/>
                </a:lnTo>
                <a:lnTo>
                  <a:pt x="742" y="1382"/>
                </a:lnTo>
                <a:lnTo>
                  <a:pt x="741" y="1382"/>
                </a:lnTo>
                <a:lnTo>
                  <a:pt x="741" y="1383"/>
                </a:lnTo>
                <a:lnTo>
                  <a:pt x="740" y="1383"/>
                </a:lnTo>
                <a:lnTo>
                  <a:pt x="740" y="1384"/>
                </a:lnTo>
                <a:lnTo>
                  <a:pt x="739" y="1384"/>
                </a:lnTo>
                <a:lnTo>
                  <a:pt x="738" y="1385"/>
                </a:lnTo>
                <a:lnTo>
                  <a:pt x="737" y="1385"/>
                </a:lnTo>
                <a:lnTo>
                  <a:pt x="736" y="1385"/>
                </a:lnTo>
                <a:lnTo>
                  <a:pt x="735" y="1385"/>
                </a:lnTo>
                <a:lnTo>
                  <a:pt x="734" y="1385"/>
                </a:lnTo>
                <a:lnTo>
                  <a:pt x="734" y="1386"/>
                </a:lnTo>
                <a:lnTo>
                  <a:pt x="734" y="1387"/>
                </a:lnTo>
                <a:lnTo>
                  <a:pt x="734" y="1388"/>
                </a:lnTo>
                <a:lnTo>
                  <a:pt x="734" y="1389"/>
                </a:lnTo>
                <a:lnTo>
                  <a:pt x="734" y="1390"/>
                </a:lnTo>
                <a:lnTo>
                  <a:pt x="733" y="1390"/>
                </a:lnTo>
                <a:lnTo>
                  <a:pt x="732" y="1391"/>
                </a:lnTo>
                <a:lnTo>
                  <a:pt x="731" y="1392"/>
                </a:lnTo>
                <a:lnTo>
                  <a:pt x="731" y="1391"/>
                </a:lnTo>
                <a:lnTo>
                  <a:pt x="730" y="1391"/>
                </a:lnTo>
                <a:lnTo>
                  <a:pt x="730" y="1392"/>
                </a:lnTo>
                <a:lnTo>
                  <a:pt x="730" y="1393"/>
                </a:lnTo>
                <a:lnTo>
                  <a:pt x="729" y="1393"/>
                </a:lnTo>
                <a:lnTo>
                  <a:pt x="728" y="1393"/>
                </a:lnTo>
                <a:lnTo>
                  <a:pt x="727" y="1393"/>
                </a:lnTo>
                <a:lnTo>
                  <a:pt x="727" y="1392"/>
                </a:lnTo>
                <a:lnTo>
                  <a:pt x="727" y="1391"/>
                </a:lnTo>
                <a:lnTo>
                  <a:pt x="726" y="1391"/>
                </a:lnTo>
                <a:lnTo>
                  <a:pt x="726" y="1390"/>
                </a:lnTo>
                <a:lnTo>
                  <a:pt x="725" y="1390"/>
                </a:lnTo>
                <a:lnTo>
                  <a:pt x="725" y="1389"/>
                </a:lnTo>
                <a:lnTo>
                  <a:pt x="725" y="1388"/>
                </a:lnTo>
                <a:lnTo>
                  <a:pt x="724" y="1388"/>
                </a:lnTo>
                <a:lnTo>
                  <a:pt x="724" y="1387"/>
                </a:lnTo>
                <a:lnTo>
                  <a:pt x="724" y="1388"/>
                </a:lnTo>
                <a:lnTo>
                  <a:pt x="723" y="1388"/>
                </a:lnTo>
                <a:lnTo>
                  <a:pt x="721" y="1388"/>
                </a:lnTo>
                <a:lnTo>
                  <a:pt x="720" y="1388"/>
                </a:lnTo>
                <a:lnTo>
                  <a:pt x="720" y="1387"/>
                </a:lnTo>
                <a:lnTo>
                  <a:pt x="719" y="1387"/>
                </a:lnTo>
                <a:lnTo>
                  <a:pt x="719" y="1386"/>
                </a:lnTo>
                <a:lnTo>
                  <a:pt x="719" y="1385"/>
                </a:lnTo>
                <a:lnTo>
                  <a:pt x="718" y="1384"/>
                </a:lnTo>
                <a:lnTo>
                  <a:pt x="718" y="1383"/>
                </a:lnTo>
                <a:lnTo>
                  <a:pt x="719" y="1383"/>
                </a:lnTo>
                <a:lnTo>
                  <a:pt x="719" y="1382"/>
                </a:lnTo>
                <a:lnTo>
                  <a:pt x="719" y="1381"/>
                </a:lnTo>
                <a:lnTo>
                  <a:pt x="718" y="1381"/>
                </a:lnTo>
                <a:lnTo>
                  <a:pt x="716" y="1381"/>
                </a:lnTo>
                <a:lnTo>
                  <a:pt x="716" y="1382"/>
                </a:lnTo>
                <a:lnTo>
                  <a:pt x="715" y="1382"/>
                </a:lnTo>
                <a:lnTo>
                  <a:pt x="715" y="1381"/>
                </a:lnTo>
                <a:lnTo>
                  <a:pt x="714" y="1381"/>
                </a:lnTo>
                <a:lnTo>
                  <a:pt x="713" y="1380"/>
                </a:lnTo>
                <a:lnTo>
                  <a:pt x="713" y="1379"/>
                </a:lnTo>
                <a:lnTo>
                  <a:pt x="712" y="1379"/>
                </a:lnTo>
                <a:lnTo>
                  <a:pt x="712" y="1378"/>
                </a:lnTo>
                <a:lnTo>
                  <a:pt x="713" y="1378"/>
                </a:lnTo>
                <a:lnTo>
                  <a:pt x="712" y="1378"/>
                </a:lnTo>
                <a:lnTo>
                  <a:pt x="712" y="1377"/>
                </a:lnTo>
                <a:lnTo>
                  <a:pt x="711" y="1377"/>
                </a:lnTo>
                <a:lnTo>
                  <a:pt x="711" y="1376"/>
                </a:lnTo>
                <a:lnTo>
                  <a:pt x="711" y="1375"/>
                </a:lnTo>
                <a:lnTo>
                  <a:pt x="711" y="1374"/>
                </a:lnTo>
                <a:lnTo>
                  <a:pt x="712" y="1374"/>
                </a:lnTo>
                <a:lnTo>
                  <a:pt x="712" y="1373"/>
                </a:lnTo>
                <a:lnTo>
                  <a:pt x="712" y="1372"/>
                </a:lnTo>
                <a:lnTo>
                  <a:pt x="711" y="1372"/>
                </a:lnTo>
                <a:lnTo>
                  <a:pt x="712" y="1372"/>
                </a:lnTo>
                <a:lnTo>
                  <a:pt x="712" y="1371"/>
                </a:lnTo>
                <a:lnTo>
                  <a:pt x="712" y="1370"/>
                </a:lnTo>
                <a:lnTo>
                  <a:pt x="711" y="1370"/>
                </a:lnTo>
                <a:lnTo>
                  <a:pt x="711" y="1369"/>
                </a:lnTo>
                <a:lnTo>
                  <a:pt x="712" y="1369"/>
                </a:lnTo>
                <a:lnTo>
                  <a:pt x="711" y="1369"/>
                </a:lnTo>
                <a:lnTo>
                  <a:pt x="711" y="1368"/>
                </a:lnTo>
                <a:lnTo>
                  <a:pt x="711" y="1369"/>
                </a:lnTo>
                <a:lnTo>
                  <a:pt x="710" y="1369"/>
                </a:lnTo>
                <a:lnTo>
                  <a:pt x="710" y="1368"/>
                </a:lnTo>
                <a:lnTo>
                  <a:pt x="709" y="1367"/>
                </a:lnTo>
                <a:lnTo>
                  <a:pt x="708" y="1367"/>
                </a:lnTo>
                <a:lnTo>
                  <a:pt x="708" y="1366"/>
                </a:lnTo>
                <a:lnTo>
                  <a:pt x="709" y="1365"/>
                </a:lnTo>
                <a:lnTo>
                  <a:pt x="709" y="1364"/>
                </a:lnTo>
                <a:lnTo>
                  <a:pt x="708" y="1364"/>
                </a:lnTo>
                <a:lnTo>
                  <a:pt x="708" y="1363"/>
                </a:lnTo>
                <a:lnTo>
                  <a:pt x="707" y="1363"/>
                </a:lnTo>
                <a:lnTo>
                  <a:pt x="707" y="1362"/>
                </a:lnTo>
                <a:lnTo>
                  <a:pt x="707" y="1363"/>
                </a:lnTo>
                <a:lnTo>
                  <a:pt x="706" y="1363"/>
                </a:lnTo>
                <a:lnTo>
                  <a:pt x="705" y="1363"/>
                </a:lnTo>
                <a:lnTo>
                  <a:pt x="705" y="1364"/>
                </a:lnTo>
                <a:lnTo>
                  <a:pt x="704" y="1364"/>
                </a:lnTo>
                <a:lnTo>
                  <a:pt x="704" y="1363"/>
                </a:lnTo>
                <a:lnTo>
                  <a:pt x="704" y="1362"/>
                </a:lnTo>
                <a:lnTo>
                  <a:pt x="704" y="1361"/>
                </a:lnTo>
                <a:lnTo>
                  <a:pt x="703" y="1361"/>
                </a:lnTo>
                <a:lnTo>
                  <a:pt x="703" y="1360"/>
                </a:lnTo>
                <a:lnTo>
                  <a:pt x="703" y="1359"/>
                </a:lnTo>
                <a:lnTo>
                  <a:pt x="702" y="1359"/>
                </a:lnTo>
                <a:lnTo>
                  <a:pt x="702" y="1358"/>
                </a:lnTo>
                <a:lnTo>
                  <a:pt x="703" y="1358"/>
                </a:lnTo>
                <a:lnTo>
                  <a:pt x="702" y="1358"/>
                </a:lnTo>
                <a:lnTo>
                  <a:pt x="701" y="1358"/>
                </a:lnTo>
                <a:lnTo>
                  <a:pt x="701" y="1357"/>
                </a:lnTo>
                <a:lnTo>
                  <a:pt x="702" y="1357"/>
                </a:lnTo>
                <a:lnTo>
                  <a:pt x="702" y="1356"/>
                </a:lnTo>
                <a:lnTo>
                  <a:pt x="701" y="1356"/>
                </a:lnTo>
                <a:lnTo>
                  <a:pt x="701" y="1355"/>
                </a:lnTo>
                <a:lnTo>
                  <a:pt x="701" y="1354"/>
                </a:lnTo>
                <a:lnTo>
                  <a:pt x="702" y="1354"/>
                </a:lnTo>
                <a:lnTo>
                  <a:pt x="702" y="1353"/>
                </a:lnTo>
                <a:lnTo>
                  <a:pt x="702" y="1352"/>
                </a:lnTo>
                <a:lnTo>
                  <a:pt x="703" y="1352"/>
                </a:lnTo>
                <a:lnTo>
                  <a:pt x="703" y="1351"/>
                </a:lnTo>
                <a:lnTo>
                  <a:pt x="703" y="1350"/>
                </a:lnTo>
                <a:lnTo>
                  <a:pt x="703" y="1349"/>
                </a:lnTo>
                <a:lnTo>
                  <a:pt x="703" y="1348"/>
                </a:lnTo>
                <a:lnTo>
                  <a:pt x="703" y="1347"/>
                </a:lnTo>
                <a:lnTo>
                  <a:pt x="702" y="1347"/>
                </a:lnTo>
                <a:lnTo>
                  <a:pt x="701" y="1347"/>
                </a:lnTo>
                <a:lnTo>
                  <a:pt x="701" y="1346"/>
                </a:lnTo>
                <a:lnTo>
                  <a:pt x="700" y="1345"/>
                </a:lnTo>
                <a:lnTo>
                  <a:pt x="699" y="1345"/>
                </a:lnTo>
                <a:lnTo>
                  <a:pt x="699" y="1344"/>
                </a:lnTo>
                <a:lnTo>
                  <a:pt x="700" y="1344"/>
                </a:lnTo>
                <a:lnTo>
                  <a:pt x="700" y="1343"/>
                </a:lnTo>
                <a:lnTo>
                  <a:pt x="699" y="1343"/>
                </a:lnTo>
                <a:lnTo>
                  <a:pt x="699" y="1342"/>
                </a:lnTo>
                <a:lnTo>
                  <a:pt x="700" y="1342"/>
                </a:lnTo>
                <a:lnTo>
                  <a:pt x="700" y="1341"/>
                </a:lnTo>
                <a:lnTo>
                  <a:pt x="700" y="1340"/>
                </a:lnTo>
                <a:lnTo>
                  <a:pt x="699" y="1340"/>
                </a:lnTo>
                <a:lnTo>
                  <a:pt x="700" y="1340"/>
                </a:lnTo>
                <a:lnTo>
                  <a:pt x="701" y="1340"/>
                </a:lnTo>
                <a:lnTo>
                  <a:pt x="702" y="1340"/>
                </a:lnTo>
                <a:lnTo>
                  <a:pt x="702" y="1339"/>
                </a:lnTo>
                <a:lnTo>
                  <a:pt x="702" y="1337"/>
                </a:lnTo>
                <a:lnTo>
                  <a:pt x="702" y="1336"/>
                </a:lnTo>
                <a:lnTo>
                  <a:pt x="703" y="1336"/>
                </a:lnTo>
                <a:lnTo>
                  <a:pt x="702" y="1336"/>
                </a:lnTo>
                <a:lnTo>
                  <a:pt x="702" y="1335"/>
                </a:lnTo>
                <a:lnTo>
                  <a:pt x="702" y="1334"/>
                </a:lnTo>
                <a:lnTo>
                  <a:pt x="702" y="1332"/>
                </a:lnTo>
                <a:lnTo>
                  <a:pt x="701" y="1332"/>
                </a:lnTo>
                <a:lnTo>
                  <a:pt x="701" y="1331"/>
                </a:lnTo>
                <a:lnTo>
                  <a:pt x="700" y="1331"/>
                </a:lnTo>
                <a:lnTo>
                  <a:pt x="699" y="1331"/>
                </a:lnTo>
                <a:lnTo>
                  <a:pt x="698" y="1331"/>
                </a:lnTo>
                <a:lnTo>
                  <a:pt x="697" y="1331"/>
                </a:lnTo>
                <a:lnTo>
                  <a:pt x="697" y="1330"/>
                </a:lnTo>
                <a:lnTo>
                  <a:pt x="696" y="1330"/>
                </a:lnTo>
                <a:lnTo>
                  <a:pt x="696" y="1329"/>
                </a:lnTo>
                <a:lnTo>
                  <a:pt x="695" y="1329"/>
                </a:lnTo>
                <a:lnTo>
                  <a:pt x="695" y="1328"/>
                </a:lnTo>
                <a:lnTo>
                  <a:pt x="695" y="1327"/>
                </a:lnTo>
                <a:lnTo>
                  <a:pt x="694" y="1327"/>
                </a:lnTo>
                <a:lnTo>
                  <a:pt x="694" y="1326"/>
                </a:lnTo>
                <a:lnTo>
                  <a:pt x="694" y="1325"/>
                </a:lnTo>
                <a:lnTo>
                  <a:pt x="695" y="1325"/>
                </a:lnTo>
                <a:lnTo>
                  <a:pt x="695" y="1324"/>
                </a:lnTo>
                <a:lnTo>
                  <a:pt x="694" y="1324"/>
                </a:lnTo>
                <a:lnTo>
                  <a:pt x="693" y="1324"/>
                </a:lnTo>
                <a:lnTo>
                  <a:pt x="693" y="1323"/>
                </a:lnTo>
                <a:lnTo>
                  <a:pt x="693" y="1322"/>
                </a:lnTo>
                <a:lnTo>
                  <a:pt x="692" y="1322"/>
                </a:lnTo>
                <a:lnTo>
                  <a:pt x="692" y="1321"/>
                </a:lnTo>
                <a:lnTo>
                  <a:pt x="692" y="1320"/>
                </a:lnTo>
                <a:lnTo>
                  <a:pt x="691" y="1320"/>
                </a:lnTo>
                <a:lnTo>
                  <a:pt x="692" y="1320"/>
                </a:lnTo>
                <a:lnTo>
                  <a:pt x="692" y="1319"/>
                </a:lnTo>
                <a:lnTo>
                  <a:pt x="692" y="1318"/>
                </a:lnTo>
                <a:lnTo>
                  <a:pt x="693" y="1318"/>
                </a:lnTo>
                <a:lnTo>
                  <a:pt x="693" y="1317"/>
                </a:lnTo>
                <a:lnTo>
                  <a:pt x="693" y="1316"/>
                </a:lnTo>
                <a:lnTo>
                  <a:pt x="693" y="1315"/>
                </a:lnTo>
                <a:lnTo>
                  <a:pt x="693" y="1314"/>
                </a:lnTo>
                <a:lnTo>
                  <a:pt x="692" y="1314"/>
                </a:lnTo>
                <a:lnTo>
                  <a:pt x="692" y="1313"/>
                </a:lnTo>
                <a:lnTo>
                  <a:pt x="691" y="1313"/>
                </a:lnTo>
                <a:lnTo>
                  <a:pt x="691" y="1312"/>
                </a:lnTo>
                <a:lnTo>
                  <a:pt x="690" y="1312"/>
                </a:lnTo>
                <a:lnTo>
                  <a:pt x="689" y="1312"/>
                </a:lnTo>
                <a:lnTo>
                  <a:pt x="689" y="1311"/>
                </a:lnTo>
                <a:lnTo>
                  <a:pt x="688" y="1311"/>
                </a:lnTo>
                <a:lnTo>
                  <a:pt x="687" y="1311"/>
                </a:lnTo>
                <a:lnTo>
                  <a:pt x="687" y="1312"/>
                </a:lnTo>
                <a:lnTo>
                  <a:pt x="686" y="1312"/>
                </a:lnTo>
                <a:lnTo>
                  <a:pt x="685" y="1311"/>
                </a:lnTo>
                <a:lnTo>
                  <a:pt x="684" y="1311"/>
                </a:lnTo>
                <a:lnTo>
                  <a:pt x="683" y="1311"/>
                </a:lnTo>
                <a:lnTo>
                  <a:pt x="682" y="1311"/>
                </a:lnTo>
                <a:lnTo>
                  <a:pt x="682" y="1310"/>
                </a:lnTo>
                <a:lnTo>
                  <a:pt x="681" y="1310"/>
                </a:lnTo>
                <a:lnTo>
                  <a:pt x="681" y="1309"/>
                </a:lnTo>
                <a:lnTo>
                  <a:pt x="680" y="1309"/>
                </a:lnTo>
                <a:lnTo>
                  <a:pt x="681" y="1309"/>
                </a:lnTo>
                <a:lnTo>
                  <a:pt x="681" y="1308"/>
                </a:lnTo>
                <a:lnTo>
                  <a:pt x="680" y="1308"/>
                </a:lnTo>
                <a:lnTo>
                  <a:pt x="681" y="1308"/>
                </a:lnTo>
                <a:lnTo>
                  <a:pt x="681" y="1307"/>
                </a:lnTo>
                <a:lnTo>
                  <a:pt x="681" y="1306"/>
                </a:lnTo>
                <a:lnTo>
                  <a:pt x="681" y="1305"/>
                </a:lnTo>
                <a:lnTo>
                  <a:pt x="681" y="1304"/>
                </a:lnTo>
                <a:lnTo>
                  <a:pt x="681" y="1303"/>
                </a:lnTo>
                <a:lnTo>
                  <a:pt x="680" y="1303"/>
                </a:lnTo>
                <a:lnTo>
                  <a:pt x="680" y="1302"/>
                </a:lnTo>
                <a:lnTo>
                  <a:pt x="680" y="1301"/>
                </a:lnTo>
                <a:lnTo>
                  <a:pt x="680" y="1300"/>
                </a:lnTo>
                <a:lnTo>
                  <a:pt x="681" y="1300"/>
                </a:lnTo>
                <a:lnTo>
                  <a:pt x="681" y="1299"/>
                </a:lnTo>
                <a:lnTo>
                  <a:pt x="680" y="1299"/>
                </a:lnTo>
                <a:lnTo>
                  <a:pt x="681" y="1299"/>
                </a:lnTo>
                <a:lnTo>
                  <a:pt x="682" y="1299"/>
                </a:lnTo>
                <a:lnTo>
                  <a:pt x="683" y="1299"/>
                </a:lnTo>
                <a:lnTo>
                  <a:pt x="683" y="1300"/>
                </a:lnTo>
                <a:lnTo>
                  <a:pt x="684" y="1300"/>
                </a:lnTo>
                <a:lnTo>
                  <a:pt x="684" y="1299"/>
                </a:lnTo>
                <a:lnTo>
                  <a:pt x="685" y="1299"/>
                </a:lnTo>
                <a:lnTo>
                  <a:pt x="685" y="1300"/>
                </a:lnTo>
                <a:lnTo>
                  <a:pt x="685" y="1299"/>
                </a:lnTo>
                <a:lnTo>
                  <a:pt x="686" y="1299"/>
                </a:lnTo>
                <a:lnTo>
                  <a:pt x="686" y="1298"/>
                </a:lnTo>
                <a:lnTo>
                  <a:pt x="685" y="1298"/>
                </a:lnTo>
                <a:lnTo>
                  <a:pt x="685" y="1297"/>
                </a:lnTo>
                <a:lnTo>
                  <a:pt x="684" y="1297"/>
                </a:lnTo>
                <a:lnTo>
                  <a:pt x="683" y="1297"/>
                </a:lnTo>
                <a:lnTo>
                  <a:pt x="683" y="1296"/>
                </a:lnTo>
                <a:lnTo>
                  <a:pt x="682" y="1296"/>
                </a:lnTo>
                <a:lnTo>
                  <a:pt x="682" y="1295"/>
                </a:lnTo>
                <a:lnTo>
                  <a:pt x="681" y="1295"/>
                </a:lnTo>
                <a:lnTo>
                  <a:pt x="681" y="1294"/>
                </a:lnTo>
                <a:lnTo>
                  <a:pt x="680" y="1294"/>
                </a:lnTo>
                <a:lnTo>
                  <a:pt x="679" y="1294"/>
                </a:lnTo>
                <a:lnTo>
                  <a:pt x="678" y="1294"/>
                </a:lnTo>
                <a:lnTo>
                  <a:pt x="677" y="1293"/>
                </a:lnTo>
                <a:lnTo>
                  <a:pt x="677" y="1292"/>
                </a:lnTo>
                <a:lnTo>
                  <a:pt x="676" y="1292"/>
                </a:lnTo>
                <a:lnTo>
                  <a:pt x="676" y="1291"/>
                </a:lnTo>
                <a:lnTo>
                  <a:pt x="675" y="1291"/>
                </a:lnTo>
                <a:lnTo>
                  <a:pt x="675" y="1290"/>
                </a:lnTo>
                <a:lnTo>
                  <a:pt x="676" y="1290"/>
                </a:lnTo>
                <a:lnTo>
                  <a:pt x="676" y="1289"/>
                </a:lnTo>
                <a:lnTo>
                  <a:pt x="676" y="1288"/>
                </a:lnTo>
                <a:lnTo>
                  <a:pt x="676" y="1287"/>
                </a:lnTo>
                <a:lnTo>
                  <a:pt x="675" y="1287"/>
                </a:lnTo>
                <a:lnTo>
                  <a:pt x="674" y="1287"/>
                </a:lnTo>
                <a:lnTo>
                  <a:pt x="674" y="1286"/>
                </a:lnTo>
                <a:lnTo>
                  <a:pt x="673" y="1286"/>
                </a:lnTo>
                <a:lnTo>
                  <a:pt x="673" y="1287"/>
                </a:lnTo>
                <a:lnTo>
                  <a:pt x="673" y="1285"/>
                </a:lnTo>
                <a:lnTo>
                  <a:pt x="672" y="1285"/>
                </a:lnTo>
                <a:lnTo>
                  <a:pt x="672" y="1286"/>
                </a:lnTo>
                <a:lnTo>
                  <a:pt x="671" y="1286"/>
                </a:lnTo>
                <a:lnTo>
                  <a:pt x="671" y="1287"/>
                </a:lnTo>
                <a:lnTo>
                  <a:pt x="671" y="1288"/>
                </a:lnTo>
                <a:lnTo>
                  <a:pt x="670" y="1288"/>
                </a:lnTo>
                <a:lnTo>
                  <a:pt x="669" y="1288"/>
                </a:lnTo>
                <a:lnTo>
                  <a:pt x="669" y="1289"/>
                </a:lnTo>
                <a:lnTo>
                  <a:pt x="668" y="1289"/>
                </a:lnTo>
                <a:lnTo>
                  <a:pt x="668" y="1288"/>
                </a:lnTo>
                <a:lnTo>
                  <a:pt x="667" y="1288"/>
                </a:lnTo>
                <a:lnTo>
                  <a:pt x="667" y="1287"/>
                </a:lnTo>
                <a:lnTo>
                  <a:pt x="666" y="1288"/>
                </a:lnTo>
                <a:lnTo>
                  <a:pt x="666" y="1287"/>
                </a:lnTo>
                <a:lnTo>
                  <a:pt x="666" y="1286"/>
                </a:lnTo>
                <a:lnTo>
                  <a:pt x="666" y="1285"/>
                </a:lnTo>
                <a:lnTo>
                  <a:pt x="667" y="1285"/>
                </a:lnTo>
                <a:lnTo>
                  <a:pt x="667" y="1284"/>
                </a:lnTo>
                <a:lnTo>
                  <a:pt x="667" y="1283"/>
                </a:lnTo>
                <a:lnTo>
                  <a:pt x="668" y="1283"/>
                </a:lnTo>
                <a:lnTo>
                  <a:pt x="667" y="1283"/>
                </a:lnTo>
                <a:lnTo>
                  <a:pt x="667" y="1282"/>
                </a:lnTo>
                <a:lnTo>
                  <a:pt x="666" y="1282"/>
                </a:lnTo>
                <a:lnTo>
                  <a:pt x="666" y="1281"/>
                </a:lnTo>
                <a:lnTo>
                  <a:pt x="665" y="1281"/>
                </a:lnTo>
                <a:lnTo>
                  <a:pt x="664" y="1281"/>
                </a:lnTo>
                <a:lnTo>
                  <a:pt x="664" y="1280"/>
                </a:lnTo>
                <a:lnTo>
                  <a:pt x="664" y="1281"/>
                </a:lnTo>
                <a:lnTo>
                  <a:pt x="663" y="1281"/>
                </a:lnTo>
                <a:lnTo>
                  <a:pt x="662" y="1281"/>
                </a:lnTo>
                <a:lnTo>
                  <a:pt x="661" y="1281"/>
                </a:lnTo>
                <a:lnTo>
                  <a:pt x="661" y="1280"/>
                </a:lnTo>
                <a:lnTo>
                  <a:pt x="661" y="1279"/>
                </a:lnTo>
                <a:lnTo>
                  <a:pt x="660" y="1279"/>
                </a:lnTo>
                <a:lnTo>
                  <a:pt x="660" y="1280"/>
                </a:lnTo>
                <a:lnTo>
                  <a:pt x="660" y="1281"/>
                </a:lnTo>
                <a:lnTo>
                  <a:pt x="659" y="1281"/>
                </a:lnTo>
                <a:lnTo>
                  <a:pt x="658" y="1281"/>
                </a:lnTo>
                <a:lnTo>
                  <a:pt x="657" y="1280"/>
                </a:lnTo>
                <a:lnTo>
                  <a:pt x="657" y="1281"/>
                </a:lnTo>
                <a:lnTo>
                  <a:pt x="656" y="1281"/>
                </a:lnTo>
                <a:lnTo>
                  <a:pt x="654" y="1281"/>
                </a:lnTo>
                <a:lnTo>
                  <a:pt x="654" y="1282"/>
                </a:lnTo>
                <a:lnTo>
                  <a:pt x="655" y="1283"/>
                </a:lnTo>
                <a:lnTo>
                  <a:pt x="654" y="1283"/>
                </a:lnTo>
                <a:lnTo>
                  <a:pt x="653" y="1283"/>
                </a:lnTo>
                <a:lnTo>
                  <a:pt x="653" y="1282"/>
                </a:lnTo>
                <a:lnTo>
                  <a:pt x="652" y="1282"/>
                </a:lnTo>
                <a:lnTo>
                  <a:pt x="652" y="1281"/>
                </a:lnTo>
                <a:lnTo>
                  <a:pt x="651" y="1281"/>
                </a:lnTo>
                <a:lnTo>
                  <a:pt x="651" y="1280"/>
                </a:lnTo>
                <a:lnTo>
                  <a:pt x="651" y="1279"/>
                </a:lnTo>
                <a:lnTo>
                  <a:pt x="650" y="1279"/>
                </a:lnTo>
                <a:lnTo>
                  <a:pt x="651" y="1279"/>
                </a:lnTo>
                <a:lnTo>
                  <a:pt x="651" y="1278"/>
                </a:lnTo>
                <a:lnTo>
                  <a:pt x="651" y="1277"/>
                </a:lnTo>
                <a:lnTo>
                  <a:pt x="650" y="1277"/>
                </a:lnTo>
                <a:lnTo>
                  <a:pt x="649" y="1277"/>
                </a:lnTo>
                <a:lnTo>
                  <a:pt x="649" y="1276"/>
                </a:lnTo>
                <a:lnTo>
                  <a:pt x="648" y="1276"/>
                </a:lnTo>
                <a:lnTo>
                  <a:pt x="647" y="1276"/>
                </a:lnTo>
                <a:lnTo>
                  <a:pt x="647" y="1274"/>
                </a:lnTo>
                <a:lnTo>
                  <a:pt x="647" y="1273"/>
                </a:lnTo>
                <a:lnTo>
                  <a:pt x="647" y="1272"/>
                </a:lnTo>
                <a:lnTo>
                  <a:pt x="647" y="1271"/>
                </a:lnTo>
                <a:lnTo>
                  <a:pt x="647" y="1270"/>
                </a:lnTo>
                <a:lnTo>
                  <a:pt x="646" y="1270"/>
                </a:lnTo>
                <a:lnTo>
                  <a:pt x="646" y="1271"/>
                </a:lnTo>
                <a:lnTo>
                  <a:pt x="645" y="1271"/>
                </a:lnTo>
                <a:lnTo>
                  <a:pt x="644" y="1271"/>
                </a:lnTo>
                <a:lnTo>
                  <a:pt x="644" y="1270"/>
                </a:lnTo>
                <a:lnTo>
                  <a:pt x="645" y="1270"/>
                </a:lnTo>
                <a:lnTo>
                  <a:pt x="645" y="1269"/>
                </a:lnTo>
                <a:lnTo>
                  <a:pt x="644" y="1269"/>
                </a:lnTo>
                <a:lnTo>
                  <a:pt x="644" y="1268"/>
                </a:lnTo>
                <a:lnTo>
                  <a:pt x="644" y="1267"/>
                </a:lnTo>
                <a:lnTo>
                  <a:pt x="643" y="1267"/>
                </a:lnTo>
                <a:lnTo>
                  <a:pt x="643" y="1266"/>
                </a:lnTo>
                <a:lnTo>
                  <a:pt x="642" y="1266"/>
                </a:lnTo>
                <a:lnTo>
                  <a:pt x="642" y="1267"/>
                </a:lnTo>
                <a:lnTo>
                  <a:pt x="641" y="1267"/>
                </a:lnTo>
                <a:lnTo>
                  <a:pt x="640" y="1267"/>
                </a:lnTo>
                <a:lnTo>
                  <a:pt x="640" y="1266"/>
                </a:lnTo>
                <a:lnTo>
                  <a:pt x="639" y="1266"/>
                </a:lnTo>
                <a:lnTo>
                  <a:pt x="638" y="1266"/>
                </a:lnTo>
                <a:lnTo>
                  <a:pt x="636" y="1266"/>
                </a:lnTo>
                <a:lnTo>
                  <a:pt x="635" y="1266"/>
                </a:lnTo>
                <a:lnTo>
                  <a:pt x="634" y="1266"/>
                </a:lnTo>
                <a:lnTo>
                  <a:pt x="634" y="1265"/>
                </a:lnTo>
                <a:lnTo>
                  <a:pt x="633" y="1265"/>
                </a:lnTo>
                <a:lnTo>
                  <a:pt x="633" y="1264"/>
                </a:lnTo>
                <a:lnTo>
                  <a:pt x="633" y="1263"/>
                </a:lnTo>
                <a:lnTo>
                  <a:pt x="632" y="1263"/>
                </a:lnTo>
                <a:lnTo>
                  <a:pt x="632" y="1262"/>
                </a:lnTo>
                <a:lnTo>
                  <a:pt x="633" y="1262"/>
                </a:lnTo>
                <a:lnTo>
                  <a:pt x="633" y="1261"/>
                </a:lnTo>
                <a:lnTo>
                  <a:pt x="633" y="1260"/>
                </a:lnTo>
                <a:lnTo>
                  <a:pt x="634" y="1260"/>
                </a:lnTo>
                <a:lnTo>
                  <a:pt x="634" y="1259"/>
                </a:lnTo>
                <a:lnTo>
                  <a:pt x="633" y="1259"/>
                </a:lnTo>
                <a:lnTo>
                  <a:pt x="633" y="1258"/>
                </a:lnTo>
                <a:lnTo>
                  <a:pt x="632" y="1257"/>
                </a:lnTo>
                <a:lnTo>
                  <a:pt x="632" y="1256"/>
                </a:lnTo>
                <a:lnTo>
                  <a:pt x="632" y="1257"/>
                </a:lnTo>
                <a:lnTo>
                  <a:pt x="631" y="1257"/>
                </a:lnTo>
                <a:lnTo>
                  <a:pt x="630" y="1257"/>
                </a:lnTo>
                <a:lnTo>
                  <a:pt x="630" y="1256"/>
                </a:lnTo>
                <a:lnTo>
                  <a:pt x="629" y="1256"/>
                </a:lnTo>
                <a:lnTo>
                  <a:pt x="629" y="1255"/>
                </a:lnTo>
                <a:lnTo>
                  <a:pt x="629" y="1256"/>
                </a:lnTo>
                <a:lnTo>
                  <a:pt x="628" y="1256"/>
                </a:lnTo>
                <a:lnTo>
                  <a:pt x="627" y="1256"/>
                </a:lnTo>
                <a:lnTo>
                  <a:pt x="626" y="1256"/>
                </a:lnTo>
                <a:lnTo>
                  <a:pt x="626" y="1255"/>
                </a:lnTo>
                <a:lnTo>
                  <a:pt x="624" y="1255"/>
                </a:lnTo>
                <a:lnTo>
                  <a:pt x="624" y="1256"/>
                </a:lnTo>
                <a:lnTo>
                  <a:pt x="624" y="1257"/>
                </a:lnTo>
                <a:lnTo>
                  <a:pt x="623" y="1257"/>
                </a:lnTo>
                <a:lnTo>
                  <a:pt x="622" y="1257"/>
                </a:lnTo>
                <a:lnTo>
                  <a:pt x="621" y="1257"/>
                </a:lnTo>
                <a:lnTo>
                  <a:pt x="620" y="1257"/>
                </a:lnTo>
                <a:lnTo>
                  <a:pt x="620" y="1258"/>
                </a:lnTo>
                <a:lnTo>
                  <a:pt x="618" y="1258"/>
                </a:lnTo>
                <a:lnTo>
                  <a:pt x="618" y="1257"/>
                </a:lnTo>
                <a:lnTo>
                  <a:pt x="617" y="1257"/>
                </a:lnTo>
                <a:lnTo>
                  <a:pt x="617" y="1256"/>
                </a:lnTo>
                <a:lnTo>
                  <a:pt x="616" y="1256"/>
                </a:lnTo>
                <a:lnTo>
                  <a:pt x="615" y="1256"/>
                </a:lnTo>
                <a:lnTo>
                  <a:pt x="615" y="1255"/>
                </a:lnTo>
                <a:lnTo>
                  <a:pt x="615" y="1256"/>
                </a:lnTo>
                <a:lnTo>
                  <a:pt x="614" y="1256"/>
                </a:lnTo>
                <a:lnTo>
                  <a:pt x="613" y="1256"/>
                </a:lnTo>
                <a:lnTo>
                  <a:pt x="613" y="1255"/>
                </a:lnTo>
                <a:lnTo>
                  <a:pt x="612" y="1255"/>
                </a:lnTo>
                <a:lnTo>
                  <a:pt x="612" y="1254"/>
                </a:lnTo>
                <a:lnTo>
                  <a:pt x="612" y="1253"/>
                </a:lnTo>
                <a:lnTo>
                  <a:pt x="611" y="1253"/>
                </a:lnTo>
                <a:lnTo>
                  <a:pt x="612" y="1252"/>
                </a:lnTo>
                <a:lnTo>
                  <a:pt x="612" y="1251"/>
                </a:lnTo>
                <a:lnTo>
                  <a:pt x="613" y="1251"/>
                </a:lnTo>
                <a:lnTo>
                  <a:pt x="613" y="1250"/>
                </a:lnTo>
                <a:lnTo>
                  <a:pt x="613" y="1249"/>
                </a:lnTo>
                <a:lnTo>
                  <a:pt x="612" y="1249"/>
                </a:lnTo>
                <a:lnTo>
                  <a:pt x="612" y="1248"/>
                </a:lnTo>
                <a:lnTo>
                  <a:pt x="611" y="1248"/>
                </a:lnTo>
                <a:lnTo>
                  <a:pt x="610" y="1248"/>
                </a:lnTo>
                <a:lnTo>
                  <a:pt x="609" y="1248"/>
                </a:lnTo>
                <a:lnTo>
                  <a:pt x="608" y="1248"/>
                </a:lnTo>
                <a:lnTo>
                  <a:pt x="608" y="1247"/>
                </a:lnTo>
                <a:lnTo>
                  <a:pt x="607" y="1247"/>
                </a:lnTo>
                <a:lnTo>
                  <a:pt x="607" y="1246"/>
                </a:lnTo>
                <a:lnTo>
                  <a:pt x="606" y="1246"/>
                </a:lnTo>
                <a:lnTo>
                  <a:pt x="605" y="1246"/>
                </a:lnTo>
                <a:lnTo>
                  <a:pt x="605" y="1245"/>
                </a:lnTo>
                <a:lnTo>
                  <a:pt x="604" y="1245"/>
                </a:lnTo>
                <a:lnTo>
                  <a:pt x="604" y="1244"/>
                </a:lnTo>
                <a:lnTo>
                  <a:pt x="605" y="1244"/>
                </a:lnTo>
                <a:lnTo>
                  <a:pt x="605" y="1243"/>
                </a:lnTo>
                <a:lnTo>
                  <a:pt x="605" y="1242"/>
                </a:lnTo>
                <a:lnTo>
                  <a:pt x="604" y="1242"/>
                </a:lnTo>
                <a:lnTo>
                  <a:pt x="604" y="1241"/>
                </a:lnTo>
                <a:lnTo>
                  <a:pt x="604" y="1240"/>
                </a:lnTo>
                <a:lnTo>
                  <a:pt x="604" y="1239"/>
                </a:lnTo>
                <a:lnTo>
                  <a:pt x="604" y="1238"/>
                </a:lnTo>
                <a:lnTo>
                  <a:pt x="604" y="1237"/>
                </a:lnTo>
                <a:lnTo>
                  <a:pt x="603" y="1237"/>
                </a:lnTo>
                <a:lnTo>
                  <a:pt x="603" y="1236"/>
                </a:lnTo>
                <a:lnTo>
                  <a:pt x="602" y="1236"/>
                </a:lnTo>
                <a:lnTo>
                  <a:pt x="601" y="1236"/>
                </a:lnTo>
                <a:lnTo>
                  <a:pt x="601" y="1235"/>
                </a:lnTo>
                <a:lnTo>
                  <a:pt x="599" y="1235"/>
                </a:lnTo>
                <a:lnTo>
                  <a:pt x="598" y="1235"/>
                </a:lnTo>
                <a:lnTo>
                  <a:pt x="598" y="1236"/>
                </a:lnTo>
                <a:lnTo>
                  <a:pt x="598" y="1235"/>
                </a:lnTo>
                <a:lnTo>
                  <a:pt x="597" y="1235"/>
                </a:lnTo>
                <a:lnTo>
                  <a:pt x="596" y="1235"/>
                </a:lnTo>
                <a:lnTo>
                  <a:pt x="596" y="1236"/>
                </a:lnTo>
                <a:lnTo>
                  <a:pt x="595" y="1236"/>
                </a:lnTo>
                <a:lnTo>
                  <a:pt x="594" y="1236"/>
                </a:lnTo>
                <a:lnTo>
                  <a:pt x="593" y="1236"/>
                </a:lnTo>
                <a:lnTo>
                  <a:pt x="593" y="1235"/>
                </a:lnTo>
                <a:lnTo>
                  <a:pt x="593" y="1234"/>
                </a:lnTo>
                <a:lnTo>
                  <a:pt x="593" y="1233"/>
                </a:lnTo>
                <a:lnTo>
                  <a:pt x="594" y="1233"/>
                </a:lnTo>
                <a:lnTo>
                  <a:pt x="594" y="1232"/>
                </a:lnTo>
                <a:lnTo>
                  <a:pt x="595" y="1232"/>
                </a:lnTo>
                <a:lnTo>
                  <a:pt x="595" y="1231"/>
                </a:lnTo>
                <a:lnTo>
                  <a:pt x="595" y="1230"/>
                </a:lnTo>
                <a:lnTo>
                  <a:pt x="596" y="1229"/>
                </a:lnTo>
                <a:lnTo>
                  <a:pt x="597" y="1230"/>
                </a:lnTo>
                <a:lnTo>
                  <a:pt x="598" y="1230"/>
                </a:lnTo>
                <a:lnTo>
                  <a:pt x="599" y="1229"/>
                </a:lnTo>
                <a:lnTo>
                  <a:pt x="600" y="1229"/>
                </a:lnTo>
                <a:lnTo>
                  <a:pt x="601" y="1229"/>
                </a:lnTo>
                <a:lnTo>
                  <a:pt x="601" y="1228"/>
                </a:lnTo>
                <a:lnTo>
                  <a:pt x="601" y="1227"/>
                </a:lnTo>
                <a:lnTo>
                  <a:pt x="601" y="1228"/>
                </a:lnTo>
                <a:lnTo>
                  <a:pt x="602" y="1228"/>
                </a:lnTo>
                <a:lnTo>
                  <a:pt x="602" y="1227"/>
                </a:lnTo>
                <a:lnTo>
                  <a:pt x="603" y="1227"/>
                </a:lnTo>
                <a:lnTo>
                  <a:pt x="603" y="1226"/>
                </a:lnTo>
                <a:lnTo>
                  <a:pt x="602" y="1226"/>
                </a:lnTo>
                <a:lnTo>
                  <a:pt x="602" y="1225"/>
                </a:lnTo>
                <a:lnTo>
                  <a:pt x="602" y="1224"/>
                </a:lnTo>
                <a:lnTo>
                  <a:pt x="602" y="1223"/>
                </a:lnTo>
                <a:lnTo>
                  <a:pt x="602" y="1222"/>
                </a:lnTo>
                <a:lnTo>
                  <a:pt x="602" y="1221"/>
                </a:lnTo>
                <a:lnTo>
                  <a:pt x="601" y="1221"/>
                </a:lnTo>
                <a:lnTo>
                  <a:pt x="600" y="1221"/>
                </a:lnTo>
                <a:lnTo>
                  <a:pt x="600" y="1220"/>
                </a:lnTo>
                <a:lnTo>
                  <a:pt x="599" y="1220"/>
                </a:lnTo>
                <a:lnTo>
                  <a:pt x="599" y="1219"/>
                </a:lnTo>
                <a:lnTo>
                  <a:pt x="599" y="1218"/>
                </a:lnTo>
                <a:lnTo>
                  <a:pt x="599" y="1217"/>
                </a:lnTo>
                <a:lnTo>
                  <a:pt x="598" y="1217"/>
                </a:lnTo>
                <a:lnTo>
                  <a:pt x="597" y="1217"/>
                </a:lnTo>
                <a:lnTo>
                  <a:pt x="596" y="1217"/>
                </a:lnTo>
                <a:lnTo>
                  <a:pt x="596" y="1218"/>
                </a:lnTo>
                <a:lnTo>
                  <a:pt x="595" y="1218"/>
                </a:lnTo>
                <a:lnTo>
                  <a:pt x="594" y="1218"/>
                </a:lnTo>
                <a:lnTo>
                  <a:pt x="593" y="1218"/>
                </a:lnTo>
                <a:lnTo>
                  <a:pt x="592" y="1218"/>
                </a:lnTo>
                <a:lnTo>
                  <a:pt x="592" y="1219"/>
                </a:lnTo>
                <a:lnTo>
                  <a:pt x="592" y="1218"/>
                </a:lnTo>
                <a:lnTo>
                  <a:pt x="591" y="1218"/>
                </a:lnTo>
                <a:lnTo>
                  <a:pt x="591" y="1219"/>
                </a:lnTo>
                <a:lnTo>
                  <a:pt x="590" y="1219"/>
                </a:lnTo>
                <a:lnTo>
                  <a:pt x="589" y="1218"/>
                </a:lnTo>
                <a:lnTo>
                  <a:pt x="589" y="1219"/>
                </a:lnTo>
                <a:lnTo>
                  <a:pt x="588" y="1219"/>
                </a:lnTo>
                <a:lnTo>
                  <a:pt x="587" y="1219"/>
                </a:lnTo>
                <a:lnTo>
                  <a:pt x="586" y="1218"/>
                </a:lnTo>
                <a:lnTo>
                  <a:pt x="585" y="1218"/>
                </a:lnTo>
                <a:lnTo>
                  <a:pt x="584" y="1218"/>
                </a:lnTo>
                <a:lnTo>
                  <a:pt x="584" y="1217"/>
                </a:lnTo>
                <a:lnTo>
                  <a:pt x="584" y="1216"/>
                </a:lnTo>
                <a:lnTo>
                  <a:pt x="585" y="1216"/>
                </a:lnTo>
                <a:lnTo>
                  <a:pt x="586" y="1216"/>
                </a:lnTo>
                <a:lnTo>
                  <a:pt x="587" y="1216"/>
                </a:lnTo>
                <a:lnTo>
                  <a:pt x="587" y="1215"/>
                </a:lnTo>
                <a:lnTo>
                  <a:pt x="587" y="1214"/>
                </a:lnTo>
                <a:lnTo>
                  <a:pt x="588" y="1214"/>
                </a:lnTo>
                <a:lnTo>
                  <a:pt x="588" y="1213"/>
                </a:lnTo>
                <a:lnTo>
                  <a:pt x="589" y="1213"/>
                </a:lnTo>
                <a:lnTo>
                  <a:pt x="589" y="1212"/>
                </a:lnTo>
                <a:lnTo>
                  <a:pt x="590" y="1212"/>
                </a:lnTo>
                <a:lnTo>
                  <a:pt x="589" y="1212"/>
                </a:lnTo>
                <a:lnTo>
                  <a:pt x="589" y="1211"/>
                </a:lnTo>
                <a:lnTo>
                  <a:pt x="589" y="1210"/>
                </a:lnTo>
                <a:lnTo>
                  <a:pt x="588" y="1210"/>
                </a:lnTo>
                <a:lnTo>
                  <a:pt x="587" y="1210"/>
                </a:lnTo>
                <a:lnTo>
                  <a:pt x="587" y="1209"/>
                </a:lnTo>
                <a:lnTo>
                  <a:pt x="586" y="1209"/>
                </a:lnTo>
                <a:lnTo>
                  <a:pt x="585" y="1209"/>
                </a:lnTo>
                <a:lnTo>
                  <a:pt x="585" y="1208"/>
                </a:lnTo>
                <a:lnTo>
                  <a:pt x="584" y="1208"/>
                </a:lnTo>
                <a:lnTo>
                  <a:pt x="584" y="1207"/>
                </a:lnTo>
                <a:lnTo>
                  <a:pt x="583" y="1206"/>
                </a:lnTo>
                <a:lnTo>
                  <a:pt x="584" y="1206"/>
                </a:lnTo>
                <a:lnTo>
                  <a:pt x="584" y="1205"/>
                </a:lnTo>
                <a:lnTo>
                  <a:pt x="583" y="1205"/>
                </a:lnTo>
                <a:lnTo>
                  <a:pt x="583" y="1204"/>
                </a:lnTo>
                <a:lnTo>
                  <a:pt x="583" y="1203"/>
                </a:lnTo>
                <a:lnTo>
                  <a:pt x="583" y="1202"/>
                </a:lnTo>
                <a:lnTo>
                  <a:pt x="582" y="1202"/>
                </a:lnTo>
                <a:lnTo>
                  <a:pt x="582" y="1201"/>
                </a:lnTo>
                <a:lnTo>
                  <a:pt x="582" y="1199"/>
                </a:lnTo>
                <a:lnTo>
                  <a:pt x="582" y="1198"/>
                </a:lnTo>
                <a:lnTo>
                  <a:pt x="581" y="1198"/>
                </a:lnTo>
                <a:lnTo>
                  <a:pt x="581" y="1197"/>
                </a:lnTo>
                <a:lnTo>
                  <a:pt x="580" y="1197"/>
                </a:lnTo>
                <a:lnTo>
                  <a:pt x="580" y="1196"/>
                </a:lnTo>
                <a:lnTo>
                  <a:pt x="580" y="1195"/>
                </a:lnTo>
                <a:lnTo>
                  <a:pt x="579" y="1195"/>
                </a:lnTo>
                <a:lnTo>
                  <a:pt x="580" y="1195"/>
                </a:lnTo>
                <a:lnTo>
                  <a:pt x="580" y="1194"/>
                </a:lnTo>
                <a:lnTo>
                  <a:pt x="579" y="1194"/>
                </a:lnTo>
                <a:lnTo>
                  <a:pt x="579" y="1193"/>
                </a:lnTo>
                <a:lnTo>
                  <a:pt x="580" y="1193"/>
                </a:lnTo>
                <a:lnTo>
                  <a:pt x="580" y="1192"/>
                </a:lnTo>
                <a:lnTo>
                  <a:pt x="580" y="1191"/>
                </a:lnTo>
                <a:lnTo>
                  <a:pt x="580" y="1190"/>
                </a:lnTo>
                <a:lnTo>
                  <a:pt x="579" y="1190"/>
                </a:lnTo>
                <a:lnTo>
                  <a:pt x="578" y="1190"/>
                </a:lnTo>
                <a:lnTo>
                  <a:pt x="578" y="1189"/>
                </a:lnTo>
                <a:lnTo>
                  <a:pt x="578" y="1188"/>
                </a:lnTo>
                <a:lnTo>
                  <a:pt x="577" y="1188"/>
                </a:lnTo>
                <a:lnTo>
                  <a:pt x="576" y="1187"/>
                </a:lnTo>
                <a:lnTo>
                  <a:pt x="576" y="1186"/>
                </a:lnTo>
                <a:lnTo>
                  <a:pt x="575" y="1186"/>
                </a:lnTo>
                <a:lnTo>
                  <a:pt x="574" y="1186"/>
                </a:lnTo>
                <a:lnTo>
                  <a:pt x="574" y="1187"/>
                </a:lnTo>
                <a:lnTo>
                  <a:pt x="573" y="1188"/>
                </a:lnTo>
                <a:lnTo>
                  <a:pt x="573" y="1189"/>
                </a:lnTo>
                <a:lnTo>
                  <a:pt x="572" y="1189"/>
                </a:lnTo>
                <a:lnTo>
                  <a:pt x="571" y="1189"/>
                </a:lnTo>
                <a:lnTo>
                  <a:pt x="571" y="1190"/>
                </a:lnTo>
                <a:lnTo>
                  <a:pt x="569" y="1190"/>
                </a:lnTo>
                <a:lnTo>
                  <a:pt x="568" y="1190"/>
                </a:lnTo>
                <a:lnTo>
                  <a:pt x="568" y="1189"/>
                </a:lnTo>
                <a:lnTo>
                  <a:pt x="567" y="1188"/>
                </a:lnTo>
                <a:lnTo>
                  <a:pt x="567" y="1187"/>
                </a:lnTo>
                <a:lnTo>
                  <a:pt x="566" y="1187"/>
                </a:lnTo>
                <a:lnTo>
                  <a:pt x="566" y="1186"/>
                </a:lnTo>
                <a:lnTo>
                  <a:pt x="565" y="1186"/>
                </a:lnTo>
                <a:lnTo>
                  <a:pt x="565" y="1185"/>
                </a:lnTo>
                <a:lnTo>
                  <a:pt x="566" y="1185"/>
                </a:lnTo>
                <a:lnTo>
                  <a:pt x="566" y="1184"/>
                </a:lnTo>
                <a:lnTo>
                  <a:pt x="566" y="1183"/>
                </a:lnTo>
                <a:lnTo>
                  <a:pt x="565" y="1183"/>
                </a:lnTo>
                <a:lnTo>
                  <a:pt x="565" y="1182"/>
                </a:lnTo>
                <a:lnTo>
                  <a:pt x="564" y="1182"/>
                </a:lnTo>
                <a:lnTo>
                  <a:pt x="564" y="1181"/>
                </a:lnTo>
                <a:lnTo>
                  <a:pt x="564" y="1182"/>
                </a:lnTo>
                <a:lnTo>
                  <a:pt x="563" y="1182"/>
                </a:lnTo>
                <a:lnTo>
                  <a:pt x="562" y="1182"/>
                </a:lnTo>
                <a:lnTo>
                  <a:pt x="562" y="1181"/>
                </a:lnTo>
                <a:lnTo>
                  <a:pt x="561" y="1181"/>
                </a:lnTo>
                <a:lnTo>
                  <a:pt x="561" y="1180"/>
                </a:lnTo>
                <a:lnTo>
                  <a:pt x="561" y="1179"/>
                </a:lnTo>
                <a:lnTo>
                  <a:pt x="560" y="1179"/>
                </a:lnTo>
                <a:lnTo>
                  <a:pt x="559" y="1179"/>
                </a:lnTo>
                <a:lnTo>
                  <a:pt x="559" y="1178"/>
                </a:lnTo>
                <a:lnTo>
                  <a:pt x="558" y="1178"/>
                </a:lnTo>
                <a:lnTo>
                  <a:pt x="558" y="1177"/>
                </a:lnTo>
                <a:lnTo>
                  <a:pt x="558" y="1176"/>
                </a:lnTo>
                <a:lnTo>
                  <a:pt x="558" y="1175"/>
                </a:lnTo>
                <a:lnTo>
                  <a:pt x="557" y="1175"/>
                </a:lnTo>
                <a:lnTo>
                  <a:pt x="557" y="1174"/>
                </a:lnTo>
                <a:lnTo>
                  <a:pt x="556" y="1174"/>
                </a:lnTo>
                <a:lnTo>
                  <a:pt x="556" y="1173"/>
                </a:lnTo>
                <a:lnTo>
                  <a:pt x="556" y="1172"/>
                </a:lnTo>
                <a:lnTo>
                  <a:pt x="555" y="1172"/>
                </a:lnTo>
                <a:lnTo>
                  <a:pt x="555" y="1171"/>
                </a:lnTo>
                <a:lnTo>
                  <a:pt x="555" y="1170"/>
                </a:lnTo>
                <a:lnTo>
                  <a:pt x="554" y="1170"/>
                </a:lnTo>
                <a:lnTo>
                  <a:pt x="553" y="1170"/>
                </a:lnTo>
                <a:lnTo>
                  <a:pt x="553" y="1171"/>
                </a:lnTo>
                <a:lnTo>
                  <a:pt x="553" y="1170"/>
                </a:lnTo>
                <a:lnTo>
                  <a:pt x="552" y="1170"/>
                </a:lnTo>
                <a:lnTo>
                  <a:pt x="552" y="1169"/>
                </a:lnTo>
                <a:lnTo>
                  <a:pt x="551" y="1169"/>
                </a:lnTo>
                <a:lnTo>
                  <a:pt x="551" y="1170"/>
                </a:lnTo>
                <a:lnTo>
                  <a:pt x="551" y="1171"/>
                </a:lnTo>
                <a:lnTo>
                  <a:pt x="551" y="1172"/>
                </a:lnTo>
                <a:lnTo>
                  <a:pt x="550" y="1172"/>
                </a:lnTo>
                <a:lnTo>
                  <a:pt x="550" y="1171"/>
                </a:lnTo>
                <a:lnTo>
                  <a:pt x="549" y="1171"/>
                </a:lnTo>
                <a:lnTo>
                  <a:pt x="549" y="1172"/>
                </a:lnTo>
                <a:lnTo>
                  <a:pt x="548" y="1172"/>
                </a:lnTo>
                <a:lnTo>
                  <a:pt x="548" y="1171"/>
                </a:lnTo>
                <a:lnTo>
                  <a:pt x="548" y="1170"/>
                </a:lnTo>
                <a:lnTo>
                  <a:pt x="548" y="1169"/>
                </a:lnTo>
                <a:lnTo>
                  <a:pt x="548" y="1168"/>
                </a:lnTo>
                <a:lnTo>
                  <a:pt x="547" y="1168"/>
                </a:lnTo>
                <a:lnTo>
                  <a:pt x="546" y="1168"/>
                </a:lnTo>
                <a:lnTo>
                  <a:pt x="546" y="1167"/>
                </a:lnTo>
                <a:lnTo>
                  <a:pt x="546" y="1166"/>
                </a:lnTo>
                <a:lnTo>
                  <a:pt x="546" y="1165"/>
                </a:lnTo>
                <a:lnTo>
                  <a:pt x="545" y="1165"/>
                </a:lnTo>
                <a:lnTo>
                  <a:pt x="545" y="1164"/>
                </a:lnTo>
                <a:lnTo>
                  <a:pt x="545" y="1163"/>
                </a:lnTo>
                <a:lnTo>
                  <a:pt x="544" y="1163"/>
                </a:lnTo>
                <a:lnTo>
                  <a:pt x="543" y="1163"/>
                </a:lnTo>
                <a:lnTo>
                  <a:pt x="543" y="1162"/>
                </a:lnTo>
                <a:lnTo>
                  <a:pt x="542" y="1163"/>
                </a:lnTo>
                <a:lnTo>
                  <a:pt x="542" y="1164"/>
                </a:lnTo>
                <a:lnTo>
                  <a:pt x="541" y="1164"/>
                </a:lnTo>
                <a:lnTo>
                  <a:pt x="540" y="1164"/>
                </a:lnTo>
                <a:lnTo>
                  <a:pt x="539" y="1164"/>
                </a:lnTo>
                <a:lnTo>
                  <a:pt x="539" y="1163"/>
                </a:lnTo>
                <a:lnTo>
                  <a:pt x="538" y="1163"/>
                </a:lnTo>
                <a:lnTo>
                  <a:pt x="538" y="1162"/>
                </a:lnTo>
                <a:lnTo>
                  <a:pt x="537" y="1162"/>
                </a:lnTo>
                <a:lnTo>
                  <a:pt x="537" y="1161"/>
                </a:lnTo>
                <a:lnTo>
                  <a:pt x="537" y="1160"/>
                </a:lnTo>
                <a:lnTo>
                  <a:pt x="537" y="1159"/>
                </a:lnTo>
                <a:lnTo>
                  <a:pt x="537" y="1158"/>
                </a:lnTo>
                <a:lnTo>
                  <a:pt x="536" y="1158"/>
                </a:lnTo>
                <a:lnTo>
                  <a:pt x="535" y="1158"/>
                </a:lnTo>
                <a:lnTo>
                  <a:pt x="534" y="1158"/>
                </a:lnTo>
                <a:lnTo>
                  <a:pt x="534" y="1157"/>
                </a:lnTo>
                <a:lnTo>
                  <a:pt x="533" y="1157"/>
                </a:lnTo>
                <a:lnTo>
                  <a:pt x="533" y="1156"/>
                </a:lnTo>
                <a:lnTo>
                  <a:pt x="532" y="1156"/>
                </a:lnTo>
                <a:lnTo>
                  <a:pt x="532" y="1155"/>
                </a:lnTo>
                <a:lnTo>
                  <a:pt x="532" y="1154"/>
                </a:lnTo>
                <a:lnTo>
                  <a:pt x="531" y="1154"/>
                </a:lnTo>
                <a:lnTo>
                  <a:pt x="530" y="1154"/>
                </a:lnTo>
                <a:lnTo>
                  <a:pt x="530" y="1155"/>
                </a:lnTo>
                <a:lnTo>
                  <a:pt x="529" y="1155"/>
                </a:lnTo>
                <a:lnTo>
                  <a:pt x="528" y="1155"/>
                </a:lnTo>
                <a:lnTo>
                  <a:pt x="527" y="1155"/>
                </a:lnTo>
                <a:lnTo>
                  <a:pt x="527" y="1154"/>
                </a:lnTo>
                <a:lnTo>
                  <a:pt x="526" y="1154"/>
                </a:lnTo>
                <a:lnTo>
                  <a:pt x="525" y="1154"/>
                </a:lnTo>
                <a:lnTo>
                  <a:pt x="525" y="1155"/>
                </a:lnTo>
                <a:lnTo>
                  <a:pt x="525" y="1154"/>
                </a:lnTo>
                <a:lnTo>
                  <a:pt x="524" y="1154"/>
                </a:lnTo>
                <a:lnTo>
                  <a:pt x="523" y="1154"/>
                </a:lnTo>
                <a:lnTo>
                  <a:pt x="523" y="1153"/>
                </a:lnTo>
                <a:lnTo>
                  <a:pt x="522" y="1153"/>
                </a:lnTo>
                <a:lnTo>
                  <a:pt x="521" y="1153"/>
                </a:lnTo>
                <a:lnTo>
                  <a:pt x="520" y="1153"/>
                </a:lnTo>
                <a:lnTo>
                  <a:pt x="518" y="1153"/>
                </a:lnTo>
                <a:lnTo>
                  <a:pt x="518" y="1152"/>
                </a:lnTo>
                <a:lnTo>
                  <a:pt x="518" y="1151"/>
                </a:lnTo>
                <a:lnTo>
                  <a:pt x="518" y="1150"/>
                </a:lnTo>
                <a:lnTo>
                  <a:pt x="518" y="1149"/>
                </a:lnTo>
                <a:lnTo>
                  <a:pt x="519" y="1149"/>
                </a:lnTo>
                <a:lnTo>
                  <a:pt x="520" y="1149"/>
                </a:lnTo>
                <a:lnTo>
                  <a:pt x="521" y="1148"/>
                </a:lnTo>
                <a:lnTo>
                  <a:pt x="521" y="1147"/>
                </a:lnTo>
                <a:lnTo>
                  <a:pt x="521" y="1146"/>
                </a:lnTo>
                <a:lnTo>
                  <a:pt x="522" y="1146"/>
                </a:lnTo>
                <a:lnTo>
                  <a:pt x="522" y="1145"/>
                </a:lnTo>
                <a:lnTo>
                  <a:pt x="523" y="1145"/>
                </a:lnTo>
                <a:lnTo>
                  <a:pt x="523" y="1144"/>
                </a:lnTo>
                <a:lnTo>
                  <a:pt x="522" y="1144"/>
                </a:lnTo>
                <a:lnTo>
                  <a:pt x="522" y="1143"/>
                </a:lnTo>
                <a:lnTo>
                  <a:pt x="521" y="1143"/>
                </a:lnTo>
                <a:lnTo>
                  <a:pt x="521" y="1142"/>
                </a:lnTo>
                <a:lnTo>
                  <a:pt x="522" y="1142"/>
                </a:lnTo>
                <a:lnTo>
                  <a:pt x="522" y="1141"/>
                </a:lnTo>
                <a:lnTo>
                  <a:pt x="522" y="1140"/>
                </a:lnTo>
                <a:lnTo>
                  <a:pt x="523" y="1140"/>
                </a:lnTo>
                <a:lnTo>
                  <a:pt x="524" y="1140"/>
                </a:lnTo>
                <a:lnTo>
                  <a:pt x="525" y="1140"/>
                </a:lnTo>
                <a:lnTo>
                  <a:pt x="526" y="1140"/>
                </a:lnTo>
                <a:lnTo>
                  <a:pt x="526" y="1139"/>
                </a:lnTo>
                <a:lnTo>
                  <a:pt x="526" y="1138"/>
                </a:lnTo>
                <a:lnTo>
                  <a:pt x="527" y="1138"/>
                </a:lnTo>
                <a:lnTo>
                  <a:pt x="527" y="1137"/>
                </a:lnTo>
                <a:lnTo>
                  <a:pt x="528" y="1137"/>
                </a:lnTo>
                <a:lnTo>
                  <a:pt x="528" y="1136"/>
                </a:lnTo>
                <a:lnTo>
                  <a:pt x="527" y="1136"/>
                </a:lnTo>
                <a:lnTo>
                  <a:pt x="527" y="1135"/>
                </a:lnTo>
                <a:lnTo>
                  <a:pt x="526" y="1135"/>
                </a:lnTo>
                <a:lnTo>
                  <a:pt x="525" y="1135"/>
                </a:lnTo>
                <a:lnTo>
                  <a:pt x="525" y="1134"/>
                </a:lnTo>
                <a:lnTo>
                  <a:pt x="524" y="1134"/>
                </a:lnTo>
                <a:lnTo>
                  <a:pt x="524" y="1133"/>
                </a:lnTo>
                <a:lnTo>
                  <a:pt x="525" y="1133"/>
                </a:lnTo>
                <a:lnTo>
                  <a:pt x="525" y="1132"/>
                </a:lnTo>
                <a:lnTo>
                  <a:pt x="526" y="1132"/>
                </a:lnTo>
                <a:lnTo>
                  <a:pt x="526" y="1131"/>
                </a:lnTo>
                <a:lnTo>
                  <a:pt x="526" y="1130"/>
                </a:lnTo>
                <a:lnTo>
                  <a:pt x="526" y="1128"/>
                </a:lnTo>
                <a:lnTo>
                  <a:pt x="525" y="1128"/>
                </a:lnTo>
                <a:lnTo>
                  <a:pt x="524" y="1128"/>
                </a:lnTo>
                <a:lnTo>
                  <a:pt x="522" y="1128"/>
                </a:lnTo>
                <a:lnTo>
                  <a:pt x="522" y="1127"/>
                </a:lnTo>
                <a:lnTo>
                  <a:pt x="521" y="1127"/>
                </a:lnTo>
                <a:lnTo>
                  <a:pt x="521" y="1126"/>
                </a:lnTo>
                <a:lnTo>
                  <a:pt x="520" y="1126"/>
                </a:lnTo>
                <a:lnTo>
                  <a:pt x="520" y="1125"/>
                </a:lnTo>
                <a:lnTo>
                  <a:pt x="519" y="1125"/>
                </a:lnTo>
                <a:lnTo>
                  <a:pt x="519" y="1124"/>
                </a:lnTo>
                <a:lnTo>
                  <a:pt x="519" y="1123"/>
                </a:lnTo>
                <a:lnTo>
                  <a:pt x="518" y="1123"/>
                </a:lnTo>
                <a:lnTo>
                  <a:pt x="518" y="1122"/>
                </a:lnTo>
                <a:lnTo>
                  <a:pt x="518" y="1121"/>
                </a:lnTo>
                <a:lnTo>
                  <a:pt x="519" y="1121"/>
                </a:lnTo>
                <a:lnTo>
                  <a:pt x="519" y="1120"/>
                </a:lnTo>
                <a:lnTo>
                  <a:pt x="518" y="1120"/>
                </a:lnTo>
                <a:lnTo>
                  <a:pt x="518" y="1119"/>
                </a:lnTo>
                <a:lnTo>
                  <a:pt x="517" y="1119"/>
                </a:lnTo>
                <a:lnTo>
                  <a:pt x="516" y="1119"/>
                </a:lnTo>
                <a:lnTo>
                  <a:pt x="515" y="1118"/>
                </a:lnTo>
                <a:lnTo>
                  <a:pt x="515" y="1117"/>
                </a:lnTo>
                <a:lnTo>
                  <a:pt x="514" y="1116"/>
                </a:lnTo>
                <a:lnTo>
                  <a:pt x="514" y="1115"/>
                </a:lnTo>
                <a:lnTo>
                  <a:pt x="515" y="1115"/>
                </a:lnTo>
                <a:lnTo>
                  <a:pt x="515" y="1114"/>
                </a:lnTo>
                <a:lnTo>
                  <a:pt x="515" y="1113"/>
                </a:lnTo>
                <a:lnTo>
                  <a:pt x="516" y="1113"/>
                </a:lnTo>
                <a:lnTo>
                  <a:pt x="516" y="1112"/>
                </a:lnTo>
                <a:lnTo>
                  <a:pt x="518" y="1112"/>
                </a:lnTo>
                <a:lnTo>
                  <a:pt x="518" y="1111"/>
                </a:lnTo>
                <a:lnTo>
                  <a:pt x="518" y="1110"/>
                </a:lnTo>
                <a:lnTo>
                  <a:pt x="519" y="1110"/>
                </a:lnTo>
                <a:lnTo>
                  <a:pt x="519" y="1109"/>
                </a:lnTo>
                <a:lnTo>
                  <a:pt x="518" y="1109"/>
                </a:lnTo>
                <a:lnTo>
                  <a:pt x="518" y="1108"/>
                </a:lnTo>
                <a:lnTo>
                  <a:pt x="518" y="1107"/>
                </a:lnTo>
                <a:lnTo>
                  <a:pt x="519" y="1107"/>
                </a:lnTo>
                <a:lnTo>
                  <a:pt x="519" y="1106"/>
                </a:lnTo>
                <a:lnTo>
                  <a:pt x="520" y="1106"/>
                </a:lnTo>
                <a:lnTo>
                  <a:pt x="520" y="1105"/>
                </a:lnTo>
                <a:lnTo>
                  <a:pt x="520" y="1104"/>
                </a:lnTo>
                <a:lnTo>
                  <a:pt x="521" y="1104"/>
                </a:lnTo>
                <a:lnTo>
                  <a:pt x="522" y="1104"/>
                </a:lnTo>
                <a:lnTo>
                  <a:pt x="522" y="1103"/>
                </a:lnTo>
                <a:lnTo>
                  <a:pt x="522" y="1102"/>
                </a:lnTo>
                <a:lnTo>
                  <a:pt x="521" y="1102"/>
                </a:lnTo>
                <a:lnTo>
                  <a:pt x="521" y="1101"/>
                </a:lnTo>
                <a:lnTo>
                  <a:pt x="521" y="1100"/>
                </a:lnTo>
                <a:lnTo>
                  <a:pt x="522" y="1099"/>
                </a:lnTo>
                <a:lnTo>
                  <a:pt x="521" y="1099"/>
                </a:lnTo>
                <a:lnTo>
                  <a:pt x="521" y="1098"/>
                </a:lnTo>
                <a:lnTo>
                  <a:pt x="521" y="1097"/>
                </a:lnTo>
                <a:lnTo>
                  <a:pt x="520" y="1097"/>
                </a:lnTo>
                <a:lnTo>
                  <a:pt x="520" y="1096"/>
                </a:lnTo>
                <a:lnTo>
                  <a:pt x="521" y="1096"/>
                </a:lnTo>
                <a:lnTo>
                  <a:pt x="521" y="1095"/>
                </a:lnTo>
                <a:lnTo>
                  <a:pt x="521" y="1094"/>
                </a:lnTo>
                <a:lnTo>
                  <a:pt x="520" y="1094"/>
                </a:lnTo>
                <a:lnTo>
                  <a:pt x="520" y="1093"/>
                </a:lnTo>
                <a:lnTo>
                  <a:pt x="519" y="1093"/>
                </a:lnTo>
                <a:lnTo>
                  <a:pt x="518" y="1093"/>
                </a:lnTo>
                <a:lnTo>
                  <a:pt x="518" y="1092"/>
                </a:lnTo>
                <a:lnTo>
                  <a:pt x="518" y="1091"/>
                </a:lnTo>
                <a:lnTo>
                  <a:pt x="517" y="1091"/>
                </a:lnTo>
                <a:lnTo>
                  <a:pt x="517" y="1090"/>
                </a:lnTo>
                <a:lnTo>
                  <a:pt x="516" y="1090"/>
                </a:lnTo>
                <a:lnTo>
                  <a:pt x="515" y="1090"/>
                </a:lnTo>
                <a:lnTo>
                  <a:pt x="515" y="1091"/>
                </a:lnTo>
                <a:lnTo>
                  <a:pt x="515" y="1090"/>
                </a:lnTo>
                <a:lnTo>
                  <a:pt x="514" y="1090"/>
                </a:lnTo>
                <a:lnTo>
                  <a:pt x="514" y="1091"/>
                </a:lnTo>
                <a:lnTo>
                  <a:pt x="513" y="1091"/>
                </a:lnTo>
                <a:lnTo>
                  <a:pt x="513" y="1092"/>
                </a:lnTo>
                <a:lnTo>
                  <a:pt x="512" y="1092"/>
                </a:lnTo>
                <a:lnTo>
                  <a:pt x="512" y="1093"/>
                </a:lnTo>
                <a:lnTo>
                  <a:pt x="511" y="1093"/>
                </a:lnTo>
                <a:lnTo>
                  <a:pt x="511" y="1094"/>
                </a:lnTo>
                <a:lnTo>
                  <a:pt x="510" y="1094"/>
                </a:lnTo>
                <a:lnTo>
                  <a:pt x="510" y="1093"/>
                </a:lnTo>
                <a:lnTo>
                  <a:pt x="509" y="1093"/>
                </a:lnTo>
                <a:lnTo>
                  <a:pt x="509" y="1092"/>
                </a:lnTo>
                <a:lnTo>
                  <a:pt x="508" y="1092"/>
                </a:lnTo>
                <a:lnTo>
                  <a:pt x="508" y="1093"/>
                </a:lnTo>
                <a:lnTo>
                  <a:pt x="507" y="1093"/>
                </a:lnTo>
                <a:lnTo>
                  <a:pt x="507" y="1092"/>
                </a:lnTo>
                <a:lnTo>
                  <a:pt x="506" y="1092"/>
                </a:lnTo>
                <a:lnTo>
                  <a:pt x="506" y="1091"/>
                </a:lnTo>
                <a:lnTo>
                  <a:pt x="505" y="1091"/>
                </a:lnTo>
                <a:lnTo>
                  <a:pt x="504" y="1091"/>
                </a:lnTo>
                <a:lnTo>
                  <a:pt x="504" y="1092"/>
                </a:lnTo>
                <a:lnTo>
                  <a:pt x="504" y="1093"/>
                </a:lnTo>
                <a:lnTo>
                  <a:pt x="504" y="1094"/>
                </a:lnTo>
                <a:lnTo>
                  <a:pt x="503" y="1094"/>
                </a:lnTo>
                <a:lnTo>
                  <a:pt x="503" y="1093"/>
                </a:lnTo>
                <a:lnTo>
                  <a:pt x="502" y="1093"/>
                </a:lnTo>
                <a:lnTo>
                  <a:pt x="502" y="1094"/>
                </a:lnTo>
                <a:lnTo>
                  <a:pt x="501" y="1094"/>
                </a:lnTo>
                <a:lnTo>
                  <a:pt x="501" y="1095"/>
                </a:lnTo>
                <a:lnTo>
                  <a:pt x="500" y="1095"/>
                </a:lnTo>
                <a:lnTo>
                  <a:pt x="500" y="1094"/>
                </a:lnTo>
                <a:lnTo>
                  <a:pt x="499" y="1094"/>
                </a:lnTo>
                <a:lnTo>
                  <a:pt x="499" y="1093"/>
                </a:lnTo>
                <a:lnTo>
                  <a:pt x="498" y="1093"/>
                </a:lnTo>
                <a:lnTo>
                  <a:pt x="498" y="1092"/>
                </a:lnTo>
                <a:lnTo>
                  <a:pt x="497" y="1092"/>
                </a:lnTo>
                <a:lnTo>
                  <a:pt x="497" y="1091"/>
                </a:lnTo>
                <a:lnTo>
                  <a:pt x="497" y="1090"/>
                </a:lnTo>
                <a:lnTo>
                  <a:pt x="496" y="1090"/>
                </a:lnTo>
                <a:lnTo>
                  <a:pt x="495" y="1090"/>
                </a:lnTo>
                <a:lnTo>
                  <a:pt x="495" y="1089"/>
                </a:lnTo>
                <a:lnTo>
                  <a:pt x="496" y="1089"/>
                </a:lnTo>
                <a:lnTo>
                  <a:pt x="496" y="1088"/>
                </a:lnTo>
                <a:lnTo>
                  <a:pt x="496" y="1087"/>
                </a:lnTo>
                <a:lnTo>
                  <a:pt x="495" y="1087"/>
                </a:lnTo>
                <a:lnTo>
                  <a:pt x="495" y="1086"/>
                </a:lnTo>
                <a:lnTo>
                  <a:pt x="494" y="1086"/>
                </a:lnTo>
                <a:lnTo>
                  <a:pt x="494" y="1085"/>
                </a:lnTo>
                <a:lnTo>
                  <a:pt x="493" y="1085"/>
                </a:lnTo>
                <a:lnTo>
                  <a:pt x="493" y="1086"/>
                </a:lnTo>
                <a:lnTo>
                  <a:pt x="493" y="1087"/>
                </a:lnTo>
                <a:lnTo>
                  <a:pt x="492" y="1087"/>
                </a:lnTo>
                <a:lnTo>
                  <a:pt x="491" y="1087"/>
                </a:lnTo>
                <a:lnTo>
                  <a:pt x="490" y="1086"/>
                </a:lnTo>
                <a:lnTo>
                  <a:pt x="489" y="1086"/>
                </a:lnTo>
                <a:lnTo>
                  <a:pt x="489" y="1085"/>
                </a:lnTo>
                <a:lnTo>
                  <a:pt x="489" y="1086"/>
                </a:lnTo>
                <a:lnTo>
                  <a:pt x="488" y="1086"/>
                </a:lnTo>
                <a:lnTo>
                  <a:pt x="488" y="1085"/>
                </a:lnTo>
                <a:lnTo>
                  <a:pt x="487" y="1085"/>
                </a:lnTo>
                <a:lnTo>
                  <a:pt x="486" y="1085"/>
                </a:lnTo>
                <a:lnTo>
                  <a:pt x="486" y="1084"/>
                </a:lnTo>
                <a:lnTo>
                  <a:pt x="485" y="1084"/>
                </a:lnTo>
                <a:lnTo>
                  <a:pt x="485" y="1083"/>
                </a:lnTo>
                <a:lnTo>
                  <a:pt x="484" y="1083"/>
                </a:lnTo>
                <a:lnTo>
                  <a:pt x="484" y="1082"/>
                </a:lnTo>
                <a:lnTo>
                  <a:pt x="483" y="1082"/>
                </a:lnTo>
                <a:lnTo>
                  <a:pt x="483" y="1081"/>
                </a:lnTo>
                <a:lnTo>
                  <a:pt x="483" y="1080"/>
                </a:lnTo>
                <a:lnTo>
                  <a:pt x="482" y="1080"/>
                </a:lnTo>
                <a:lnTo>
                  <a:pt x="482" y="1079"/>
                </a:lnTo>
                <a:lnTo>
                  <a:pt x="482" y="1078"/>
                </a:lnTo>
                <a:lnTo>
                  <a:pt x="481" y="1078"/>
                </a:lnTo>
                <a:lnTo>
                  <a:pt x="480" y="1078"/>
                </a:lnTo>
                <a:lnTo>
                  <a:pt x="480" y="1077"/>
                </a:lnTo>
                <a:lnTo>
                  <a:pt x="479" y="1077"/>
                </a:lnTo>
                <a:lnTo>
                  <a:pt x="478" y="1077"/>
                </a:lnTo>
                <a:lnTo>
                  <a:pt x="478" y="1078"/>
                </a:lnTo>
                <a:lnTo>
                  <a:pt x="477" y="1078"/>
                </a:lnTo>
                <a:lnTo>
                  <a:pt x="477" y="1077"/>
                </a:lnTo>
                <a:lnTo>
                  <a:pt x="476" y="1077"/>
                </a:lnTo>
                <a:lnTo>
                  <a:pt x="475" y="1077"/>
                </a:lnTo>
                <a:lnTo>
                  <a:pt x="474" y="1077"/>
                </a:lnTo>
                <a:lnTo>
                  <a:pt x="473" y="1077"/>
                </a:lnTo>
                <a:lnTo>
                  <a:pt x="473" y="1076"/>
                </a:lnTo>
                <a:lnTo>
                  <a:pt x="473" y="1075"/>
                </a:lnTo>
                <a:lnTo>
                  <a:pt x="472" y="1075"/>
                </a:lnTo>
                <a:lnTo>
                  <a:pt x="472" y="1074"/>
                </a:lnTo>
                <a:lnTo>
                  <a:pt x="471" y="1074"/>
                </a:lnTo>
                <a:lnTo>
                  <a:pt x="470" y="1074"/>
                </a:lnTo>
                <a:lnTo>
                  <a:pt x="470" y="1073"/>
                </a:lnTo>
                <a:lnTo>
                  <a:pt x="469" y="1073"/>
                </a:lnTo>
                <a:lnTo>
                  <a:pt x="468" y="1073"/>
                </a:lnTo>
                <a:lnTo>
                  <a:pt x="467" y="1073"/>
                </a:lnTo>
                <a:lnTo>
                  <a:pt x="466" y="1073"/>
                </a:lnTo>
                <a:lnTo>
                  <a:pt x="465" y="1073"/>
                </a:lnTo>
                <a:lnTo>
                  <a:pt x="465" y="1072"/>
                </a:lnTo>
                <a:lnTo>
                  <a:pt x="464" y="1072"/>
                </a:lnTo>
                <a:lnTo>
                  <a:pt x="463" y="1072"/>
                </a:lnTo>
                <a:lnTo>
                  <a:pt x="463" y="1071"/>
                </a:lnTo>
                <a:lnTo>
                  <a:pt x="462" y="1071"/>
                </a:lnTo>
                <a:lnTo>
                  <a:pt x="461" y="1071"/>
                </a:lnTo>
                <a:lnTo>
                  <a:pt x="461" y="1070"/>
                </a:lnTo>
                <a:lnTo>
                  <a:pt x="460" y="1070"/>
                </a:lnTo>
                <a:lnTo>
                  <a:pt x="460" y="1069"/>
                </a:lnTo>
                <a:lnTo>
                  <a:pt x="459" y="1069"/>
                </a:lnTo>
                <a:lnTo>
                  <a:pt x="459" y="1068"/>
                </a:lnTo>
                <a:lnTo>
                  <a:pt x="459" y="1067"/>
                </a:lnTo>
                <a:lnTo>
                  <a:pt x="459" y="1066"/>
                </a:lnTo>
                <a:lnTo>
                  <a:pt x="458" y="1066"/>
                </a:lnTo>
                <a:lnTo>
                  <a:pt x="458" y="1065"/>
                </a:lnTo>
                <a:lnTo>
                  <a:pt x="457" y="1065"/>
                </a:lnTo>
                <a:lnTo>
                  <a:pt x="456" y="1065"/>
                </a:lnTo>
                <a:lnTo>
                  <a:pt x="456" y="1064"/>
                </a:lnTo>
                <a:lnTo>
                  <a:pt x="455" y="1064"/>
                </a:lnTo>
                <a:lnTo>
                  <a:pt x="455" y="1063"/>
                </a:lnTo>
                <a:lnTo>
                  <a:pt x="454" y="1063"/>
                </a:lnTo>
                <a:lnTo>
                  <a:pt x="454" y="1062"/>
                </a:lnTo>
                <a:lnTo>
                  <a:pt x="454" y="1061"/>
                </a:lnTo>
                <a:lnTo>
                  <a:pt x="453" y="1061"/>
                </a:lnTo>
                <a:lnTo>
                  <a:pt x="452" y="1061"/>
                </a:lnTo>
                <a:lnTo>
                  <a:pt x="451" y="1061"/>
                </a:lnTo>
                <a:lnTo>
                  <a:pt x="451" y="1060"/>
                </a:lnTo>
                <a:lnTo>
                  <a:pt x="450" y="1060"/>
                </a:lnTo>
                <a:lnTo>
                  <a:pt x="450" y="1059"/>
                </a:lnTo>
                <a:lnTo>
                  <a:pt x="449" y="1059"/>
                </a:lnTo>
                <a:lnTo>
                  <a:pt x="448" y="1058"/>
                </a:lnTo>
                <a:lnTo>
                  <a:pt x="447" y="1058"/>
                </a:lnTo>
                <a:lnTo>
                  <a:pt x="447" y="1057"/>
                </a:lnTo>
                <a:lnTo>
                  <a:pt x="446" y="1057"/>
                </a:lnTo>
                <a:lnTo>
                  <a:pt x="446" y="1056"/>
                </a:lnTo>
                <a:lnTo>
                  <a:pt x="445" y="1056"/>
                </a:lnTo>
                <a:lnTo>
                  <a:pt x="445" y="1055"/>
                </a:lnTo>
                <a:lnTo>
                  <a:pt x="444" y="1055"/>
                </a:lnTo>
                <a:lnTo>
                  <a:pt x="443" y="1055"/>
                </a:lnTo>
                <a:lnTo>
                  <a:pt x="443" y="1054"/>
                </a:lnTo>
                <a:lnTo>
                  <a:pt x="442" y="1054"/>
                </a:lnTo>
                <a:lnTo>
                  <a:pt x="442" y="1055"/>
                </a:lnTo>
                <a:lnTo>
                  <a:pt x="442" y="1056"/>
                </a:lnTo>
                <a:lnTo>
                  <a:pt x="442" y="1058"/>
                </a:lnTo>
                <a:lnTo>
                  <a:pt x="442" y="1059"/>
                </a:lnTo>
                <a:lnTo>
                  <a:pt x="441" y="1059"/>
                </a:lnTo>
                <a:lnTo>
                  <a:pt x="441" y="1060"/>
                </a:lnTo>
                <a:lnTo>
                  <a:pt x="440" y="1060"/>
                </a:lnTo>
                <a:lnTo>
                  <a:pt x="439" y="1060"/>
                </a:lnTo>
                <a:lnTo>
                  <a:pt x="439" y="1061"/>
                </a:lnTo>
                <a:lnTo>
                  <a:pt x="438" y="1061"/>
                </a:lnTo>
                <a:lnTo>
                  <a:pt x="438" y="1060"/>
                </a:lnTo>
                <a:lnTo>
                  <a:pt x="437" y="1060"/>
                </a:lnTo>
                <a:lnTo>
                  <a:pt x="437" y="1059"/>
                </a:lnTo>
                <a:lnTo>
                  <a:pt x="436" y="1059"/>
                </a:lnTo>
                <a:lnTo>
                  <a:pt x="436" y="1058"/>
                </a:lnTo>
                <a:lnTo>
                  <a:pt x="435" y="1058"/>
                </a:lnTo>
                <a:lnTo>
                  <a:pt x="435" y="1057"/>
                </a:lnTo>
                <a:lnTo>
                  <a:pt x="434" y="1057"/>
                </a:lnTo>
                <a:lnTo>
                  <a:pt x="434" y="1056"/>
                </a:lnTo>
                <a:lnTo>
                  <a:pt x="433" y="1056"/>
                </a:lnTo>
                <a:lnTo>
                  <a:pt x="432" y="1055"/>
                </a:lnTo>
                <a:lnTo>
                  <a:pt x="432" y="1056"/>
                </a:lnTo>
                <a:lnTo>
                  <a:pt x="431" y="1056"/>
                </a:lnTo>
                <a:lnTo>
                  <a:pt x="431" y="1057"/>
                </a:lnTo>
                <a:lnTo>
                  <a:pt x="431" y="1058"/>
                </a:lnTo>
                <a:lnTo>
                  <a:pt x="430" y="1058"/>
                </a:lnTo>
                <a:lnTo>
                  <a:pt x="430" y="1060"/>
                </a:lnTo>
                <a:lnTo>
                  <a:pt x="429" y="1060"/>
                </a:lnTo>
                <a:lnTo>
                  <a:pt x="429" y="1061"/>
                </a:lnTo>
                <a:lnTo>
                  <a:pt x="428" y="1061"/>
                </a:lnTo>
                <a:lnTo>
                  <a:pt x="428" y="1062"/>
                </a:lnTo>
                <a:lnTo>
                  <a:pt x="428" y="1063"/>
                </a:lnTo>
                <a:lnTo>
                  <a:pt x="428" y="1064"/>
                </a:lnTo>
                <a:lnTo>
                  <a:pt x="427" y="1064"/>
                </a:lnTo>
                <a:lnTo>
                  <a:pt x="427" y="1065"/>
                </a:lnTo>
                <a:lnTo>
                  <a:pt x="428" y="1065"/>
                </a:lnTo>
                <a:lnTo>
                  <a:pt x="428" y="1066"/>
                </a:lnTo>
                <a:lnTo>
                  <a:pt x="428" y="1067"/>
                </a:lnTo>
                <a:lnTo>
                  <a:pt x="427" y="1067"/>
                </a:lnTo>
                <a:lnTo>
                  <a:pt x="427" y="1066"/>
                </a:lnTo>
                <a:lnTo>
                  <a:pt x="426" y="1066"/>
                </a:lnTo>
                <a:lnTo>
                  <a:pt x="425" y="1066"/>
                </a:lnTo>
                <a:lnTo>
                  <a:pt x="424" y="1066"/>
                </a:lnTo>
                <a:lnTo>
                  <a:pt x="424" y="1065"/>
                </a:lnTo>
                <a:lnTo>
                  <a:pt x="423" y="1065"/>
                </a:lnTo>
                <a:lnTo>
                  <a:pt x="423" y="1064"/>
                </a:lnTo>
                <a:lnTo>
                  <a:pt x="422" y="1064"/>
                </a:lnTo>
                <a:lnTo>
                  <a:pt x="421" y="1064"/>
                </a:lnTo>
                <a:lnTo>
                  <a:pt x="421" y="1063"/>
                </a:lnTo>
                <a:lnTo>
                  <a:pt x="420" y="1063"/>
                </a:lnTo>
                <a:lnTo>
                  <a:pt x="419" y="1063"/>
                </a:lnTo>
                <a:lnTo>
                  <a:pt x="419" y="1062"/>
                </a:lnTo>
                <a:lnTo>
                  <a:pt x="418" y="1062"/>
                </a:lnTo>
                <a:lnTo>
                  <a:pt x="417" y="1062"/>
                </a:lnTo>
                <a:lnTo>
                  <a:pt x="417" y="1061"/>
                </a:lnTo>
                <a:lnTo>
                  <a:pt x="416" y="1061"/>
                </a:lnTo>
                <a:lnTo>
                  <a:pt x="415" y="1060"/>
                </a:lnTo>
                <a:lnTo>
                  <a:pt x="415" y="1059"/>
                </a:lnTo>
                <a:lnTo>
                  <a:pt x="415" y="1058"/>
                </a:lnTo>
                <a:lnTo>
                  <a:pt x="415" y="1057"/>
                </a:lnTo>
                <a:lnTo>
                  <a:pt x="414" y="1057"/>
                </a:lnTo>
                <a:lnTo>
                  <a:pt x="414" y="1056"/>
                </a:lnTo>
                <a:lnTo>
                  <a:pt x="413" y="1056"/>
                </a:lnTo>
                <a:lnTo>
                  <a:pt x="413" y="1055"/>
                </a:lnTo>
                <a:lnTo>
                  <a:pt x="412" y="1055"/>
                </a:lnTo>
                <a:lnTo>
                  <a:pt x="412" y="1054"/>
                </a:lnTo>
                <a:lnTo>
                  <a:pt x="411" y="1054"/>
                </a:lnTo>
                <a:lnTo>
                  <a:pt x="411" y="1053"/>
                </a:lnTo>
                <a:lnTo>
                  <a:pt x="411" y="1052"/>
                </a:lnTo>
                <a:lnTo>
                  <a:pt x="410" y="1052"/>
                </a:lnTo>
                <a:lnTo>
                  <a:pt x="410" y="1053"/>
                </a:lnTo>
                <a:lnTo>
                  <a:pt x="410" y="1054"/>
                </a:lnTo>
                <a:lnTo>
                  <a:pt x="409" y="1054"/>
                </a:lnTo>
                <a:lnTo>
                  <a:pt x="409" y="1053"/>
                </a:lnTo>
                <a:lnTo>
                  <a:pt x="409" y="1052"/>
                </a:lnTo>
                <a:lnTo>
                  <a:pt x="409" y="1051"/>
                </a:lnTo>
                <a:lnTo>
                  <a:pt x="408" y="1051"/>
                </a:lnTo>
                <a:lnTo>
                  <a:pt x="407" y="1051"/>
                </a:lnTo>
                <a:lnTo>
                  <a:pt x="406" y="1051"/>
                </a:lnTo>
                <a:lnTo>
                  <a:pt x="405" y="1051"/>
                </a:lnTo>
                <a:lnTo>
                  <a:pt x="405" y="1052"/>
                </a:lnTo>
                <a:lnTo>
                  <a:pt x="404" y="1052"/>
                </a:lnTo>
                <a:lnTo>
                  <a:pt x="404" y="1053"/>
                </a:lnTo>
                <a:lnTo>
                  <a:pt x="404" y="1054"/>
                </a:lnTo>
                <a:lnTo>
                  <a:pt x="403" y="1055"/>
                </a:lnTo>
                <a:lnTo>
                  <a:pt x="403" y="1056"/>
                </a:lnTo>
                <a:lnTo>
                  <a:pt x="404" y="1056"/>
                </a:lnTo>
                <a:lnTo>
                  <a:pt x="405" y="1056"/>
                </a:lnTo>
                <a:lnTo>
                  <a:pt x="405" y="1057"/>
                </a:lnTo>
                <a:lnTo>
                  <a:pt x="406" y="1057"/>
                </a:lnTo>
                <a:lnTo>
                  <a:pt x="406" y="1058"/>
                </a:lnTo>
                <a:lnTo>
                  <a:pt x="406" y="1059"/>
                </a:lnTo>
                <a:lnTo>
                  <a:pt x="407" y="1059"/>
                </a:lnTo>
                <a:lnTo>
                  <a:pt x="407" y="1060"/>
                </a:lnTo>
                <a:lnTo>
                  <a:pt x="406" y="1060"/>
                </a:lnTo>
                <a:lnTo>
                  <a:pt x="406" y="1061"/>
                </a:lnTo>
                <a:lnTo>
                  <a:pt x="405" y="1061"/>
                </a:lnTo>
                <a:lnTo>
                  <a:pt x="404" y="1061"/>
                </a:lnTo>
                <a:lnTo>
                  <a:pt x="403" y="1061"/>
                </a:lnTo>
                <a:lnTo>
                  <a:pt x="402" y="1061"/>
                </a:lnTo>
                <a:lnTo>
                  <a:pt x="402" y="1060"/>
                </a:lnTo>
                <a:lnTo>
                  <a:pt x="401" y="1060"/>
                </a:lnTo>
                <a:lnTo>
                  <a:pt x="400" y="1061"/>
                </a:lnTo>
                <a:lnTo>
                  <a:pt x="401" y="1061"/>
                </a:lnTo>
                <a:lnTo>
                  <a:pt x="401" y="1062"/>
                </a:lnTo>
                <a:lnTo>
                  <a:pt x="401" y="1063"/>
                </a:lnTo>
                <a:lnTo>
                  <a:pt x="401" y="1064"/>
                </a:lnTo>
                <a:lnTo>
                  <a:pt x="402" y="1064"/>
                </a:lnTo>
                <a:lnTo>
                  <a:pt x="401" y="1065"/>
                </a:lnTo>
                <a:lnTo>
                  <a:pt x="401" y="1066"/>
                </a:lnTo>
                <a:lnTo>
                  <a:pt x="401" y="1067"/>
                </a:lnTo>
                <a:lnTo>
                  <a:pt x="401" y="1068"/>
                </a:lnTo>
                <a:lnTo>
                  <a:pt x="400" y="1068"/>
                </a:lnTo>
                <a:lnTo>
                  <a:pt x="400" y="1069"/>
                </a:lnTo>
                <a:lnTo>
                  <a:pt x="399" y="1069"/>
                </a:lnTo>
                <a:lnTo>
                  <a:pt x="399" y="1070"/>
                </a:lnTo>
                <a:lnTo>
                  <a:pt x="399" y="1071"/>
                </a:lnTo>
                <a:lnTo>
                  <a:pt x="400" y="1071"/>
                </a:lnTo>
                <a:lnTo>
                  <a:pt x="400" y="1072"/>
                </a:lnTo>
                <a:lnTo>
                  <a:pt x="401" y="1072"/>
                </a:lnTo>
                <a:lnTo>
                  <a:pt x="402" y="1073"/>
                </a:lnTo>
                <a:lnTo>
                  <a:pt x="402" y="1074"/>
                </a:lnTo>
                <a:lnTo>
                  <a:pt x="402" y="1075"/>
                </a:lnTo>
                <a:lnTo>
                  <a:pt x="401" y="1075"/>
                </a:lnTo>
                <a:lnTo>
                  <a:pt x="400" y="1075"/>
                </a:lnTo>
                <a:lnTo>
                  <a:pt x="400" y="1076"/>
                </a:lnTo>
                <a:lnTo>
                  <a:pt x="399" y="1076"/>
                </a:lnTo>
                <a:lnTo>
                  <a:pt x="398" y="1076"/>
                </a:lnTo>
                <a:lnTo>
                  <a:pt x="398" y="1077"/>
                </a:lnTo>
                <a:lnTo>
                  <a:pt x="398" y="1078"/>
                </a:lnTo>
                <a:lnTo>
                  <a:pt x="397" y="1078"/>
                </a:lnTo>
                <a:lnTo>
                  <a:pt x="398" y="1078"/>
                </a:lnTo>
                <a:lnTo>
                  <a:pt x="400" y="1078"/>
                </a:lnTo>
                <a:lnTo>
                  <a:pt x="400" y="1079"/>
                </a:lnTo>
                <a:lnTo>
                  <a:pt x="400" y="1080"/>
                </a:lnTo>
                <a:lnTo>
                  <a:pt x="399" y="1080"/>
                </a:lnTo>
                <a:lnTo>
                  <a:pt x="399" y="1081"/>
                </a:lnTo>
                <a:lnTo>
                  <a:pt x="398" y="1081"/>
                </a:lnTo>
                <a:lnTo>
                  <a:pt x="398" y="1082"/>
                </a:lnTo>
                <a:lnTo>
                  <a:pt x="398" y="1083"/>
                </a:lnTo>
                <a:lnTo>
                  <a:pt x="397" y="1083"/>
                </a:lnTo>
                <a:lnTo>
                  <a:pt x="396" y="1083"/>
                </a:lnTo>
                <a:lnTo>
                  <a:pt x="396" y="1084"/>
                </a:lnTo>
                <a:lnTo>
                  <a:pt x="395" y="1084"/>
                </a:lnTo>
                <a:lnTo>
                  <a:pt x="394" y="1084"/>
                </a:lnTo>
                <a:lnTo>
                  <a:pt x="395" y="1085"/>
                </a:lnTo>
                <a:lnTo>
                  <a:pt x="395" y="1086"/>
                </a:lnTo>
                <a:lnTo>
                  <a:pt x="394" y="1087"/>
                </a:lnTo>
                <a:lnTo>
                  <a:pt x="393" y="1087"/>
                </a:lnTo>
                <a:lnTo>
                  <a:pt x="393" y="1088"/>
                </a:lnTo>
                <a:lnTo>
                  <a:pt x="393" y="1089"/>
                </a:lnTo>
                <a:lnTo>
                  <a:pt x="394" y="1089"/>
                </a:lnTo>
                <a:lnTo>
                  <a:pt x="394" y="1091"/>
                </a:lnTo>
                <a:lnTo>
                  <a:pt x="393" y="1091"/>
                </a:lnTo>
                <a:lnTo>
                  <a:pt x="393" y="1092"/>
                </a:lnTo>
                <a:lnTo>
                  <a:pt x="393" y="1093"/>
                </a:lnTo>
                <a:lnTo>
                  <a:pt x="392" y="1093"/>
                </a:lnTo>
                <a:lnTo>
                  <a:pt x="391" y="1093"/>
                </a:lnTo>
                <a:lnTo>
                  <a:pt x="391" y="1094"/>
                </a:lnTo>
                <a:lnTo>
                  <a:pt x="390" y="1094"/>
                </a:lnTo>
                <a:lnTo>
                  <a:pt x="389" y="1094"/>
                </a:lnTo>
                <a:lnTo>
                  <a:pt x="388" y="1095"/>
                </a:lnTo>
                <a:lnTo>
                  <a:pt x="388" y="1096"/>
                </a:lnTo>
                <a:lnTo>
                  <a:pt x="387" y="1096"/>
                </a:lnTo>
                <a:lnTo>
                  <a:pt x="387" y="1097"/>
                </a:lnTo>
                <a:lnTo>
                  <a:pt x="385" y="1097"/>
                </a:lnTo>
                <a:lnTo>
                  <a:pt x="384" y="1097"/>
                </a:lnTo>
                <a:lnTo>
                  <a:pt x="383" y="1098"/>
                </a:lnTo>
                <a:lnTo>
                  <a:pt x="382" y="1098"/>
                </a:lnTo>
                <a:lnTo>
                  <a:pt x="382" y="1099"/>
                </a:lnTo>
                <a:lnTo>
                  <a:pt x="381" y="1099"/>
                </a:lnTo>
                <a:lnTo>
                  <a:pt x="381" y="1100"/>
                </a:lnTo>
                <a:lnTo>
                  <a:pt x="380" y="1100"/>
                </a:lnTo>
                <a:lnTo>
                  <a:pt x="380" y="1101"/>
                </a:lnTo>
                <a:lnTo>
                  <a:pt x="379" y="1101"/>
                </a:lnTo>
                <a:lnTo>
                  <a:pt x="378" y="1101"/>
                </a:lnTo>
                <a:lnTo>
                  <a:pt x="377" y="1101"/>
                </a:lnTo>
                <a:lnTo>
                  <a:pt x="376" y="1101"/>
                </a:lnTo>
                <a:lnTo>
                  <a:pt x="376" y="1100"/>
                </a:lnTo>
                <a:lnTo>
                  <a:pt x="376" y="1099"/>
                </a:lnTo>
                <a:lnTo>
                  <a:pt x="376" y="1098"/>
                </a:lnTo>
                <a:lnTo>
                  <a:pt x="375" y="1098"/>
                </a:lnTo>
                <a:lnTo>
                  <a:pt x="375" y="1099"/>
                </a:lnTo>
                <a:lnTo>
                  <a:pt x="374" y="1099"/>
                </a:lnTo>
                <a:lnTo>
                  <a:pt x="373" y="1099"/>
                </a:lnTo>
                <a:lnTo>
                  <a:pt x="372" y="1099"/>
                </a:lnTo>
                <a:lnTo>
                  <a:pt x="371" y="1099"/>
                </a:lnTo>
                <a:lnTo>
                  <a:pt x="370" y="1099"/>
                </a:lnTo>
                <a:lnTo>
                  <a:pt x="369" y="1098"/>
                </a:lnTo>
                <a:lnTo>
                  <a:pt x="369" y="1099"/>
                </a:lnTo>
                <a:lnTo>
                  <a:pt x="368" y="1099"/>
                </a:lnTo>
                <a:lnTo>
                  <a:pt x="367" y="1099"/>
                </a:lnTo>
                <a:lnTo>
                  <a:pt x="366" y="1099"/>
                </a:lnTo>
                <a:lnTo>
                  <a:pt x="366" y="1100"/>
                </a:lnTo>
                <a:lnTo>
                  <a:pt x="367" y="1100"/>
                </a:lnTo>
                <a:lnTo>
                  <a:pt x="367" y="1101"/>
                </a:lnTo>
                <a:lnTo>
                  <a:pt x="367" y="1102"/>
                </a:lnTo>
                <a:lnTo>
                  <a:pt x="368" y="1102"/>
                </a:lnTo>
                <a:lnTo>
                  <a:pt x="368" y="1103"/>
                </a:lnTo>
                <a:lnTo>
                  <a:pt x="368" y="1104"/>
                </a:lnTo>
                <a:lnTo>
                  <a:pt x="369" y="1104"/>
                </a:lnTo>
                <a:lnTo>
                  <a:pt x="369" y="1105"/>
                </a:lnTo>
                <a:lnTo>
                  <a:pt x="370" y="1105"/>
                </a:lnTo>
                <a:lnTo>
                  <a:pt x="370" y="1107"/>
                </a:lnTo>
                <a:lnTo>
                  <a:pt x="370" y="1108"/>
                </a:lnTo>
                <a:lnTo>
                  <a:pt x="370" y="1109"/>
                </a:lnTo>
                <a:lnTo>
                  <a:pt x="369" y="1109"/>
                </a:lnTo>
                <a:lnTo>
                  <a:pt x="369" y="1110"/>
                </a:lnTo>
                <a:lnTo>
                  <a:pt x="369" y="1111"/>
                </a:lnTo>
                <a:lnTo>
                  <a:pt x="369" y="1112"/>
                </a:lnTo>
                <a:lnTo>
                  <a:pt x="369" y="1114"/>
                </a:lnTo>
                <a:lnTo>
                  <a:pt x="368" y="1114"/>
                </a:lnTo>
                <a:lnTo>
                  <a:pt x="368" y="1115"/>
                </a:lnTo>
                <a:lnTo>
                  <a:pt x="368" y="1116"/>
                </a:lnTo>
                <a:lnTo>
                  <a:pt x="367" y="1116"/>
                </a:lnTo>
                <a:lnTo>
                  <a:pt x="367" y="1117"/>
                </a:lnTo>
                <a:lnTo>
                  <a:pt x="366" y="1117"/>
                </a:lnTo>
                <a:lnTo>
                  <a:pt x="365" y="1118"/>
                </a:lnTo>
                <a:lnTo>
                  <a:pt x="365" y="1119"/>
                </a:lnTo>
                <a:lnTo>
                  <a:pt x="364" y="1119"/>
                </a:lnTo>
                <a:lnTo>
                  <a:pt x="364" y="1120"/>
                </a:lnTo>
                <a:lnTo>
                  <a:pt x="364" y="1121"/>
                </a:lnTo>
                <a:lnTo>
                  <a:pt x="363" y="1121"/>
                </a:lnTo>
                <a:lnTo>
                  <a:pt x="362" y="1121"/>
                </a:lnTo>
                <a:lnTo>
                  <a:pt x="361" y="1121"/>
                </a:lnTo>
                <a:lnTo>
                  <a:pt x="360" y="1121"/>
                </a:lnTo>
                <a:lnTo>
                  <a:pt x="359" y="1121"/>
                </a:lnTo>
                <a:lnTo>
                  <a:pt x="359" y="1122"/>
                </a:lnTo>
                <a:lnTo>
                  <a:pt x="358" y="1122"/>
                </a:lnTo>
                <a:lnTo>
                  <a:pt x="357" y="1122"/>
                </a:lnTo>
                <a:lnTo>
                  <a:pt x="358" y="1122"/>
                </a:lnTo>
                <a:lnTo>
                  <a:pt x="358" y="1123"/>
                </a:lnTo>
                <a:lnTo>
                  <a:pt x="359" y="1123"/>
                </a:lnTo>
                <a:lnTo>
                  <a:pt x="359" y="1124"/>
                </a:lnTo>
                <a:lnTo>
                  <a:pt x="360" y="1124"/>
                </a:lnTo>
                <a:lnTo>
                  <a:pt x="360" y="1125"/>
                </a:lnTo>
                <a:lnTo>
                  <a:pt x="359" y="1125"/>
                </a:lnTo>
                <a:lnTo>
                  <a:pt x="359" y="1126"/>
                </a:lnTo>
                <a:lnTo>
                  <a:pt x="358" y="1126"/>
                </a:lnTo>
                <a:lnTo>
                  <a:pt x="357" y="1126"/>
                </a:lnTo>
                <a:lnTo>
                  <a:pt x="356" y="1126"/>
                </a:lnTo>
                <a:lnTo>
                  <a:pt x="355" y="1126"/>
                </a:lnTo>
                <a:lnTo>
                  <a:pt x="354" y="1126"/>
                </a:lnTo>
                <a:lnTo>
                  <a:pt x="353" y="1126"/>
                </a:lnTo>
                <a:lnTo>
                  <a:pt x="353" y="1125"/>
                </a:lnTo>
                <a:lnTo>
                  <a:pt x="353" y="1124"/>
                </a:lnTo>
                <a:lnTo>
                  <a:pt x="352" y="1124"/>
                </a:lnTo>
                <a:lnTo>
                  <a:pt x="352" y="1123"/>
                </a:lnTo>
                <a:lnTo>
                  <a:pt x="351" y="1123"/>
                </a:lnTo>
                <a:lnTo>
                  <a:pt x="351" y="1122"/>
                </a:lnTo>
                <a:lnTo>
                  <a:pt x="350" y="1122"/>
                </a:lnTo>
                <a:lnTo>
                  <a:pt x="349" y="1122"/>
                </a:lnTo>
                <a:lnTo>
                  <a:pt x="349" y="1123"/>
                </a:lnTo>
                <a:lnTo>
                  <a:pt x="348" y="1123"/>
                </a:lnTo>
                <a:lnTo>
                  <a:pt x="348" y="1124"/>
                </a:lnTo>
                <a:lnTo>
                  <a:pt x="347" y="1124"/>
                </a:lnTo>
                <a:lnTo>
                  <a:pt x="347" y="1123"/>
                </a:lnTo>
                <a:lnTo>
                  <a:pt x="346" y="1123"/>
                </a:lnTo>
                <a:lnTo>
                  <a:pt x="345" y="1123"/>
                </a:lnTo>
                <a:lnTo>
                  <a:pt x="344" y="1123"/>
                </a:lnTo>
                <a:lnTo>
                  <a:pt x="343" y="1123"/>
                </a:lnTo>
                <a:lnTo>
                  <a:pt x="343" y="1122"/>
                </a:lnTo>
                <a:lnTo>
                  <a:pt x="342" y="1122"/>
                </a:lnTo>
                <a:lnTo>
                  <a:pt x="341" y="1122"/>
                </a:lnTo>
                <a:lnTo>
                  <a:pt x="341" y="1121"/>
                </a:lnTo>
                <a:lnTo>
                  <a:pt x="340" y="1121"/>
                </a:lnTo>
                <a:lnTo>
                  <a:pt x="339" y="1121"/>
                </a:lnTo>
                <a:lnTo>
                  <a:pt x="338" y="1120"/>
                </a:lnTo>
                <a:lnTo>
                  <a:pt x="337" y="1120"/>
                </a:lnTo>
                <a:lnTo>
                  <a:pt x="337" y="1119"/>
                </a:lnTo>
                <a:lnTo>
                  <a:pt x="338" y="1118"/>
                </a:lnTo>
                <a:lnTo>
                  <a:pt x="337" y="1118"/>
                </a:lnTo>
                <a:lnTo>
                  <a:pt x="338" y="1118"/>
                </a:lnTo>
                <a:lnTo>
                  <a:pt x="337" y="1118"/>
                </a:lnTo>
                <a:lnTo>
                  <a:pt x="337" y="1117"/>
                </a:lnTo>
                <a:lnTo>
                  <a:pt x="337" y="1116"/>
                </a:lnTo>
                <a:lnTo>
                  <a:pt x="336" y="1116"/>
                </a:lnTo>
                <a:lnTo>
                  <a:pt x="336" y="1115"/>
                </a:lnTo>
                <a:lnTo>
                  <a:pt x="336" y="1114"/>
                </a:lnTo>
                <a:lnTo>
                  <a:pt x="335" y="1113"/>
                </a:lnTo>
                <a:lnTo>
                  <a:pt x="334" y="1113"/>
                </a:lnTo>
                <a:lnTo>
                  <a:pt x="334" y="1112"/>
                </a:lnTo>
                <a:lnTo>
                  <a:pt x="334" y="1111"/>
                </a:lnTo>
                <a:lnTo>
                  <a:pt x="335" y="1110"/>
                </a:lnTo>
                <a:lnTo>
                  <a:pt x="335" y="1109"/>
                </a:lnTo>
                <a:lnTo>
                  <a:pt x="336" y="1109"/>
                </a:lnTo>
                <a:lnTo>
                  <a:pt x="336" y="1108"/>
                </a:lnTo>
                <a:lnTo>
                  <a:pt x="336" y="1107"/>
                </a:lnTo>
                <a:lnTo>
                  <a:pt x="337" y="1107"/>
                </a:lnTo>
                <a:lnTo>
                  <a:pt x="338" y="1106"/>
                </a:lnTo>
                <a:lnTo>
                  <a:pt x="338" y="1105"/>
                </a:lnTo>
                <a:lnTo>
                  <a:pt x="338" y="1104"/>
                </a:lnTo>
                <a:lnTo>
                  <a:pt x="337" y="1104"/>
                </a:lnTo>
                <a:lnTo>
                  <a:pt x="337" y="1103"/>
                </a:lnTo>
                <a:lnTo>
                  <a:pt x="338" y="1103"/>
                </a:lnTo>
                <a:lnTo>
                  <a:pt x="337" y="1103"/>
                </a:lnTo>
                <a:lnTo>
                  <a:pt x="337" y="1102"/>
                </a:lnTo>
                <a:lnTo>
                  <a:pt x="336" y="1102"/>
                </a:lnTo>
                <a:lnTo>
                  <a:pt x="335" y="1102"/>
                </a:lnTo>
                <a:lnTo>
                  <a:pt x="334" y="1102"/>
                </a:lnTo>
                <a:lnTo>
                  <a:pt x="334" y="1101"/>
                </a:lnTo>
                <a:lnTo>
                  <a:pt x="335" y="1101"/>
                </a:lnTo>
                <a:lnTo>
                  <a:pt x="335" y="1100"/>
                </a:lnTo>
                <a:lnTo>
                  <a:pt x="335" y="1099"/>
                </a:lnTo>
                <a:lnTo>
                  <a:pt x="336" y="1099"/>
                </a:lnTo>
                <a:lnTo>
                  <a:pt x="336" y="1097"/>
                </a:lnTo>
                <a:lnTo>
                  <a:pt x="335" y="1097"/>
                </a:lnTo>
                <a:lnTo>
                  <a:pt x="335" y="1096"/>
                </a:lnTo>
                <a:lnTo>
                  <a:pt x="336" y="1096"/>
                </a:lnTo>
                <a:lnTo>
                  <a:pt x="336" y="1095"/>
                </a:lnTo>
                <a:lnTo>
                  <a:pt x="336" y="1094"/>
                </a:lnTo>
                <a:lnTo>
                  <a:pt x="336" y="1093"/>
                </a:lnTo>
                <a:lnTo>
                  <a:pt x="337" y="1093"/>
                </a:lnTo>
                <a:lnTo>
                  <a:pt x="336" y="1093"/>
                </a:lnTo>
                <a:lnTo>
                  <a:pt x="336" y="1092"/>
                </a:lnTo>
                <a:lnTo>
                  <a:pt x="337" y="1092"/>
                </a:lnTo>
                <a:lnTo>
                  <a:pt x="337" y="1091"/>
                </a:lnTo>
                <a:lnTo>
                  <a:pt x="336" y="1091"/>
                </a:lnTo>
                <a:lnTo>
                  <a:pt x="336" y="1090"/>
                </a:lnTo>
                <a:lnTo>
                  <a:pt x="335" y="1090"/>
                </a:lnTo>
                <a:lnTo>
                  <a:pt x="335" y="1089"/>
                </a:lnTo>
                <a:lnTo>
                  <a:pt x="334" y="1089"/>
                </a:lnTo>
                <a:lnTo>
                  <a:pt x="334" y="1088"/>
                </a:lnTo>
                <a:lnTo>
                  <a:pt x="334" y="1087"/>
                </a:lnTo>
                <a:lnTo>
                  <a:pt x="333" y="1087"/>
                </a:lnTo>
                <a:lnTo>
                  <a:pt x="333" y="1086"/>
                </a:lnTo>
                <a:lnTo>
                  <a:pt x="334" y="1086"/>
                </a:lnTo>
                <a:lnTo>
                  <a:pt x="333" y="1086"/>
                </a:lnTo>
                <a:lnTo>
                  <a:pt x="333" y="1085"/>
                </a:lnTo>
                <a:lnTo>
                  <a:pt x="333" y="1084"/>
                </a:lnTo>
                <a:lnTo>
                  <a:pt x="332" y="1084"/>
                </a:lnTo>
                <a:lnTo>
                  <a:pt x="332" y="1083"/>
                </a:lnTo>
                <a:lnTo>
                  <a:pt x="332" y="1081"/>
                </a:lnTo>
                <a:lnTo>
                  <a:pt x="331" y="1080"/>
                </a:lnTo>
                <a:lnTo>
                  <a:pt x="331" y="1079"/>
                </a:lnTo>
                <a:lnTo>
                  <a:pt x="332" y="1079"/>
                </a:lnTo>
                <a:lnTo>
                  <a:pt x="333" y="1079"/>
                </a:lnTo>
                <a:lnTo>
                  <a:pt x="333" y="1078"/>
                </a:lnTo>
                <a:lnTo>
                  <a:pt x="334" y="1078"/>
                </a:lnTo>
                <a:lnTo>
                  <a:pt x="333" y="1078"/>
                </a:lnTo>
                <a:lnTo>
                  <a:pt x="333" y="1077"/>
                </a:lnTo>
                <a:lnTo>
                  <a:pt x="333" y="1076"/>
                </a:lnTo>
                <a:lnTo>
                  <a:pt x="332" y="1076"/>
                </a:lnTo>
                <a:lnTo>
                  <a:pt x="331" y="1076"/>
                </a:lnTo>
                <a:lnTo>
                  <a:pt x="331" y="1075"/>
                </a:lnTo>
                <a:lnTo>
                  <a:pt x="332" y="1075"/>
                </a:lnTo>
                <a:lnTo>
                  <a:pt x="332" y="1074"/>
                </a:lnTo>
                <a:lnTo>
                  <a:pt x="331" y="1074"/>
                </a:lnTo>
                <a:lnTo>
                  <a:pt x="331" y="1073"/>
                </a:lnTo>
                <a:lnTo>
                  <a:pt x="332" y="1073"/>
                </a:lnTo>
                <a:lnTo>
                  <a:pt x="332" y="1072"/>
                </a:lnTo>
                <a:lnTo>
                  <a:pt x="332" y="1071"/>
                </a:lnTo>
                <a:lnTo>
                  <a:pt x="333" y="1071"/>
                </a:lnTo>
                <a:lnTo>
                  <a:pt x="333" y="1070"/>
                </a:lnTo>
                <a:lnTo>
                  <a:pt x="332" y="1069"/>
                </a:lnTo>
                <a:lnTo>
                  <a:pt x="331" y="1069"/>
                </a:lnTo>
                <a:lnTo>
                  <a:pt x="331" y="1068"/>
                </a:lnTo>
                <a:lnTo>
                  <a:pt x="330" y="1068"/>
                </a:lnTo>
                <a:lnTo>
                  <a:pt x="330" y="1067"/>
                </a:lnTo>
                <a:lnTo>
                  <a:pt x="330" y="1066"/>
                </a:lnTo>
                <a:lnTo>
                  <a:pt x="329" y="1066"/>
                </a:lnTo>
                <a:lnTo>
                  <a:pt x="329" y="1065"/>
                </a:lnTo>
                <a:lnTo>
                  <a:pt x="328" y="1065"/>
                </a:lnTo>
                <a:lnTo>
                  <a:pt x="328" y="1064"/>
                </a:lnTo>
                <a:lnTo>
                  <a:pt x="327" y="1064"/>
                </a:lnTo>
                <a:lnTo>
                  <a:pt x="326" y="1064"/>
                </a:lnTo>
                <a:lnTo>
                  <a:pt x="326" y="1063"/>
                </a:lnTo>
                <a:lnTo>
                  <a:pt x="325" y="1063"/>
                </a:lnTo>
                <a:lnTo>
                  <a:pt x="324" y="1063"/>
                </a:lnTo>
                <a:lnTo>
                  <a:pt x="323" y="1063"/>
                </a:lnTo>
                <a:lnTo>
                  <a:pt x="322" y="1063"/>
                </a:lnTo>
                <a:lnTo>
                  <a:pt x="322" y="1062"/>
                </a:lnTo>
                <a:lnTo>
                  <a:pt x="321" y="1062"/>
                </a:lnTo>
                <a:lnTo>
                  <a:pt x="319" y="1062"/>
                </a:lnTo>
                <a:lnTo>
                  <a:pt x="318" y="1062"/>
                </a:lnTo>
                <a:lnTo>
                  <a:pt x="318" y="1063"/>
                </a:lnTo>
                <a:lnTo>
                  <a:pt x="317" y="1062"/>
                </a:lnTo>
                <a:lnTo>
                  <a:pt x="316" y="1061"/>
                </a:lnTo>
                <a:lnTo>
                  <a:pt x="317" y="1060"/>
                </a:lnTo>
                <a:lnTo>
                  <a:pt x="317" y="1059"/>
                </a:lnTo>
                <a:lnTo>
                  <a:pt x="317" y="1058"/>
                </a:lnTo>
                <a:lnTo>
                  <a:pt x="316" y="1058"/>
                </a:lnTo>
                <a:lnTo>
                  <a:pt x="316" y="1057"/>
                </a:lnTo>
                <a:lnTo>
                  <a:pt x="315" y="1057"/>
                </a:lnTo>
                <a:lnTo>
                  <a:pt x="315" y="1056"/>
                </a:lnTo>
                <a:lnTo>
                  <a:pt x="315" y="1055"/>
                </a:lnTo>
                <a:lnTo>
                  <a:pt x="314" y="1055"/>
                </a:lnTo>
                <a:lnTo>
                  <a:pt x="315" y="1054"/>
                </a:lnTo>
                <a:lnTo>
                  <a:pt x="315" y="1053"/>
                </a:lnTo>
                <a:lnTo>
                  <a:pt x="313" y="1053"/>
                </a:lnTo>
                <a:lnTo>
                  <a:pt x="311" y="1053"/>
                </a:lnTo>
                <a:lnTo>
                  <a:pt x="310" y="1053"/>
                </a:lnTo>
                <a:lnTo>
                  <a:pt x="309" y="1053"/>
                </a:lnTo>
                <a:lnTo>
                  <a:pt x="309" y="1052"/>
                </a:lnTo>
                <a:lnTo>
                  <a:pt x="309" y="1051"/>
                </a:lnTo>
                <a:lnTo>
                  <a:pt x="308" y="1051"/>
                </a:lnTo>
                <a:lnTo>
                  <a:pt x="308" y="1050"/>
                </a:lnTo>
                <a:lnTo>
                  <a:pt x="308" y="1049"/>
                </a:lnTo>
                <a:lnTo>
                  <a:pt x="307" y="1049"/>
                </a:lnTo>
                <a:lnTo>
                  <a:pt x="306" y="1049"/>
                </a:lnTo>
                <a:lnTo>
                  <a:pt x="305" y="1048"/>
                </a:lnTo>
                <a:lnTo>
                  <a:pt x="304" y="1048"/>
                </a:lnTo>
                <a:lnTo>
                  <a:pt x="303" y="1048"/>
                </a:lnTo>
                <a:lnTo>
                  <a:pt x="302" y="1048"/>
                </a:lnTo>
                <a:lnTo>
                  <a:pt x="301" y="1048"/>
                </a:lnTo>
                <a:lnTo>
                  <a:pt x="301" y="1047"/>
                </a:lnTo>
                <a:lnTo>
                  <a:pt x="301" y="1046"/>
                </a:lnTo>
                <a:lnTo>
                  <a:pt x="300" y="1046"/>
                </a:lnTo>
                <a:lnTo>
                  <a:pt x="299" y="1046"/>
                </a:lnTo>
                <a:lnTo>
                  <a:pt x="299" y="1045"/>
                </a:lnTo>
                <a:lnTo>
                  <a:pt x="298" y="1045"/>
                </a:lnTo>
                <a:lnTo>
                  <a:pt x="298" y="1044"/>
                </a:lnTo>
                <a:lnTo>
                  <a:pt x="298" y="1043"/>
                </a:lnTo>
                <a:lnTo>
                  <a:pt x="297" y="1042"/>
                </a:lnTo>
                <a:lnTo>
                  <a:pt x="297" y="1041"/>
                </a:lnTo>
                <a:lnTo>
                  <a:pt x="296" y="1041"/>
                </a:lnTo>
                <a:lnTo>
                  <a:pt x="296" y="1040"/>
                </a:lnTo>
                <a:lnTo>
                  <a:pt x="296" y="1039"/>
                </a:lnTo>
                <a:lnTo>
                  <a:pt x="297" y="1039"/>
                </a:lnTo>
                <a:lnTo>
                  <a:pt x="297" y="1038"/>
                </a:lnTo>
                <a:lnTo>
                  <a:pt x="296" y="1038"/>
                </a:lnTo>
                <a:lnTo>
                  <a:pt x="295" y="1037"/>
                </a:lnTo>
                <a:lnTo>
                  <a:pt x="295" y="1036"/>
                </a:lnTo>
                <a:lnTo>
                  <a:pt x="295" y="1035"/>
                </a:lnTo>
                <a:lnTo>
                  <a:pt x="294" y="1035"/>
                </a:lnTo>
                <a:lnTo>
                  <a:pt x="294" y="1034"/>
                </a:lnTo>
                <a:lnTo>
                  <a:pt x="293" y="1034"/>
                </a:lnTo>
                <a:lnTo>
                  <a:pt x="293" y="1033"/>
                </a:lnTo>
                <a:lnTo>
                  <a:pt x="293" y="1032"/>
                </a:lnTo>
                <a:lnTo>
                  <a:pt x="292" y="1032"/>
                </a:lnTo>
                <a:lnTo>
                  <a:pt x="292" y="1031"/>
                </a:lnTo>
                <a:lnTo>
                  <a:pt x="292" y="1030"/>
                </a:lnTo>
                <a:lnTo>
                  <a:pt x="291" y="1029"/>
                </a:lnTo>
                <a:lnTo>
                  <a:pt x="291" y="1028"/>
                </a:lnTo>
                <a:lnTo>
                  <a:pt x="290" y="1027"/>
                </a:lnTo>
                <a:lnTo>
                  <a:pt x="290" y="1026"/>
                </a:lnTo>
                <a:lnTo>
                  <a:pt x="289" y="1026"/>
                </a:lnTo>
                <a:lnTo>
                  <a:pt x="289" y="1025"/>
                </a:lnTo>
                <a:lnTo>
                  <a:pt x="288" y="1024"/>
                </a:lnTo>
                <a:lnTo>
                  <a:pt x="288" y="1023"/>
                </a:lnTo>
                <a:lnTo>
                  <a:pt x="287" y="1023"/>
                </a:lnTo>
                <a:lnTo>
                  <a:pt x="287" y="1022"/>
                </a:lnTo>
                <a:lnTo>
                  <a:pt x="286" y="1022"/>
                </a:lnTo>
                <a:lnTo>
                  <a:pt x="285" y="1022"/>
                </a:lnTo>
                <a:lnTo>
                  <a:pt x="285" y="1023"/>
                </a:lnTo>
                <a:lnTo>
                  <a:pt x="284" y="1022"/>
                </a:lnTo>
                <a:lnTo>
                  <a:pt x="283" y="1022"/>
                </a:lnTo>
                <a:lnTo>
                  <a:pt x="283" y="1021"/>
                </a:lnTo>
                <a:lnTo>
                  <a:pt x="283" y="1020"/>
                </a:lnTo>
                <a:lnTo>
                  <a:pt x="282" y="1020"/>
                </a:lnTo>
                <a:lnTo>
                  <a:pt x="282" y="1019"/>
                </a:lnTo>
                <a:lnTo>
                  <a:pt x="282" y="1018"/>
                </a:lnTo>
                <a:lnTo>
                  <a:pt x="281" y="1018"/>
                </a:lnTo>
                <a:lnTo>
                  <a:pt x="281" y="1017"/>
                </a:lnTo>
                <a:lnTo>
                  <a:pt x="280" y="1016"/>
                </a:lnTo>
                <a:lnTo>
                  <a:pt x="280" y="1015"/>
                </a:lnTo>
                <a:lnTo>
                  <a:pt x="279" y="1015"/>
                </a:lnTo>
                <a:lnTo>
                  <a:pt x="279" y="1014"/>
                </a:lnTo>
                <a:lnTo>
                  <a:pt x="278" y="1014"/>
                </a:lnTo>
                <a:lnTo>
                  <a:pt x="278" y="1013"/>
                </a:lnTo>
                <a:lnTo>
                  <a:pt x="277" y="1013"/>
                </a:lnTo>
                <a:lnTo>
                  <a:pt x="276" y="1013"/>
                </a:lnTo>
                <a:lnTo>
                  <a:pt x="276" y="1012"/>
                </a:lnTo>
                <a:lnTo>
                  <a:pt x="276" y="1011"/>
                </a:lnTo>
                <a:lnTo>
                  <a:pt x="275" y="1011"/>
                </a:lnTo>
                <a:lnTo>
                  <a:pt x="276" y="1011"/>
                </a:lnTo>
                <a:lnTo>
                  <a:pt x="275" y="1011"/>
                </a:lnTo>
                <a:lnTo>
                  <a:pt x="275" y="1010"/>
                </a:lnTo>
                <a:lnTo>
                  <a:pt x="274" y="1010"/>
                </a:lnTo>
                <a:lnTo>
                  <a:pt x="273" y="1010"/>
                </a:lnTo>
                <a:lnTo>
                  <a:pt x="273" y="1009"/>
                </a:lnTo>
                <a:lnTo>
                  <a:pt x="272" y="1009"/>
                </a:lnTo>
                <a:lnTo>
                  <a:pt x="272" y="1007"/>
                </a:lnTo>
                <a:lnTo>
                  <a:pt x="271" y="1007"/>
                </a:lnTo>
                <a:lnTo>
                  <a:pt x="270" y="1007"/>
                </a:lnTo>
                <a:lnTo>
                  <a:pt x="269" y="1007"/>
                </a:lnTo>
                <a:lnTo>
                  <a:pt x="268" y="1007"/>
                </a:lnTo>
                <a:lnTo>
                  <a:pt x="267" y="1007"/>
                </a:lnTo>
                <a:lnTo>
                  <a:pt x="266" y="1007"/>
                </a:lnTo>
                <a:lnTo>
                  <a:pt x="265" y="1007"/>
                </a:lnTo>
                <a:lnTo>
                  <a:pt x="265" y="1008"/>
                </a:lnTo>
                <a:lnTo>
                  <a:pt x="264" y="1008"/>
                </a:lnTo>
                <a:lnTo>
                  <a:pt x="263" y="1008"/>
                </a:lnTo>
                <a:lnTo>
                  <a:pt x="264" y="1009"/>
                </a:lnTo>
                <a:lnTo>
                  <a:pt x="263" y="1009"/>
                </a:lnTo>
                <a:lnTo>
                  <a:pt x="262" y="1009"/>
                </a:lnTo>
                <a:lnTo>
                  <a:pt x="261" y="1009"/>
                </a:lnTo>
                <a:lnTo>
                  <a:pt x="260" y="1009"/>
                </a:lnTo>
                <a:lnTo>
                  <a:pt x="260" y="1008"/>
                </a:lnTo>
                <a:lnTo>
                  <a:pt x="259" y="1008"/>
                </a:lnTo>
                <a:lnTo>
                  <a:pt x="259" y="1007"/>
                </a:lnTo>
                <a:lnTo>
                  <a:pt x="258" y="1006"/>
                </a:lnTo>
                <a:lnTo>
                  <a:pt x="258" y="1005"/>
                </a:lnTo>
                <a:lnTo>
                  <a:pt x="258" y="1004"/>
                </a:lnTo>
                <a:lnTo>
                  <a:pt x="258" y="1003"/>
                </a:lnTo>
                <a:lnTo>
                  <a:pt x="257" y="1003"/>
                </a:lnTo>
                <a:lnTo>
                  <a:pt x="256" y="1003"/>
                </a:lnTo>
                <a:lnTo>
                  <a:pt x="256" y="1002"/>
                </a:lnTo>
                <a:lnTo>
                  <a:pt x="255" y="1002"/>
                </a:lnTo>
                <a:lnTo>
                  <a:pt x="255" y="1001"/>
                </a:lnTo>
                <a:lnTo>
                  <a:pt x="255" y="1000"/>
                </a:lnTo>
                <a:lnTo>
                  <a:pt x="255" y="999"/>
                </a:lnTo>
                <a:lnTo>
                  <a:pt x="254" y="999"/>
                </a:lnTo>
                <a:lnTo>
                  <a:pt x="253" y="999"/>
                </a:lnTo>
                <a:lnTo>
                  <a:pt x="253" y="998"/>
                </a:lnTo>
                <a:lnTo>
                  <a:pt x="252" y="998"/>
                </a:lnTo>
                <a:lnTo>
                  <a:pt x="251" y="998"/>
                </a:lnTo>
                <a:lnTo>
                  <a:pt x="250" y="998"/>
                </a:lnTo>
                <a:lnTo>
                  <a:pt x="250" y="997"/>
                </a:lnTo>
                <a:lnTo>
                  <a:pt x="249" y="997"/>
                </a:lnTo>
                <a:lnTo>
                  <a:pt x="248" y="996"/>
                </a:lnTo>
                <a:lnTo>
                  <a:pt x="247" y="995"/>
                </a:lnTo>
                <a:lnTo>
                  <a:pt x="246" y="995"/>
                </a:lnTo>
                <a:lnTo>
                  <a:pt x="246" y="994"/>
                </a:lnTo>
                <a:lnTo>
                  <a:pt x="246" y="993"/>
                </a:lnTo>
                <a:lnTo>
                  <a:pt x="245" y="993"/>
                </a:lnTo>
                <a:lnTo>
                  <a:pt x="245" y="992"/>
                </a:lnTo>
                <a:lnTo>
                  <a:pt x="244" y="992"/>
                </a:lnTo>
                <a:lnTo>
                  <a:pt x="244" y="991"/>
                </a:lnTo>
                <a:lnTo>
                  <a:pt x="243" y="991"/>
                </a:lnTo>
                <a:lnTo>
                  <a:pt x="243" y="990"/>
                </a:lnTo>
                <a:lnTo>
                  <a:pt x="242" y="990"/>
                </a:lnTo>
                <a:lnTo>
                  <a:pt x="242" y="989"/>
                </a:lnTo>
                <a:lnTo>
                  <a:pt x="243" y="989"/>
                </a:lnTo>
                <a:lnTo>
                  <a:pt x="243" y="988"/>
                </a:lnTo>
                <a:lnTo>
                  <a:pt x="242" y="988"/>
                </a:lnTo>
                <a:lnTo>
                  <a:pt x="241" y="988"/>
                </a:lnTo>
                <a:lnTo>
                  <a:pt x="241" y="989"/>
                </a:lnTo>
                <a:lnTo>
                  <a:pt x="240" y="989"/>
                </a:lnTo>
                <a:lnTo>
                  <a:pt x="239" y="989"/>
                </a:lnTo>
                <a:lnTo>
                  <a:pt x="238" y="989"/>
                </a:lnTo>
                <a:lnTo>
                  <a:pt x="238" y="988"/>
                </a:lnTo>
                <a:lnTo>
                  <a:pt x="237" y="988"/>
                </a:lnTo>
                <a:lnTo>
                  <a:pt x="236" y="988"/>
                </a:lnTo>
                <a:lnTo>
                  <a:pt x="236" y="987"/>
                </a:lnTo>
                <a:lnTo>
                  <a:pt x="235" y="986"/>
                </a:lnTo>
                <a:lnTo>
                  <a:pt x="234" y="986"/>
                </a:lnTo>
                <a:lnTo>
                  <a:pt x="233" y="986"/>
                </a:lnTo>
                <a:lnTo>
                  <a:pt x="231" y="986"/>
                </a:lnTo>
                <a:lnTo>
                  <a:pt x="230" y="986"/>
                </a:lnTo>
                <a:lnTo>
                  <a:pt x="230" y="985"/>
                </a:lnTo>
                <a:lnTo>
                  <a:pt x="230" y="984"/>
                </a:lnTo>
                <a:lnTo>
                  <a:pt x="229" y="984"/>
                </a:lnTo>
                <a:lnTo>
                  <a:pt x="229" y="983"/>
                </a:lnTo>
                <a:lnTo>
                  <a:pt x="230" y="983"/>
                </a:lnTo>
                <a:lnTo>
                  <a:pt x="229" y="983"/>
                </a:lnTo>
                <a:lnTo>
                  <a:pt x="229" y="982"/>
                </a:lnTo>
                <a:lnTo>
                  <a:pt x="228" y="981"/>
                </a:lnTo>
                <a:lnTo>
                  <a:pt x="228" y="980"/>
                </a:lnTo>
                <a:lnTo>
                  <a:pt x="227" y="980"/>
                </a:lnTo>
                <a:lnTo>
                  <a:pt x="228" y="980"/>
                </a:lnTo>
                <a:lnTo>
                  <a:pt x="228" y="979"/>
                </a:lnTo>
                <a:lnTo>
                  <a:pt x="228" y="978"/>
                </a:lnTo>
                <a:lnTo>
                  <a:pt x="228" y="976"/>
                </a:lnTo>
                <a:lnTo>
                  <a:pt x="227" y="976"/>
                </a:lnTo>
                <a:lnTo>
                  <a:pt x="226" y="976"/>
                </a:lnTo>
                <a:lnTo>
                  <a:pt x="226" y="975"/>
                </a:lnTo>
                <a:lnTo>
                  <a:pt x="225" y="975"/>
                </a:lnTo>
                <a:lnTo>
                  <a:pt x="224" y="974"/>
                </a:lnTo>
                <a:lnTo>
                  <a:pt x="223" y="974"/>
                </a:lnTo>
                <a:lnTo>
                  <a:pt x="222" y="974"/>
                </a:lnTo>
                <a:lnTo>
                  <a:pt x="222" y="973"/>
                </a:lnTo>
                <a:lnTo>
                  <a:pt x="220" y="973"/>
                </a:lnTo>
                <a:lnTo>
                  <a:pt x="220" y="974"/>
                </a:lnTo>
                <a:lnTo>
                  <a:pt x="220" y="973"/>
                </a:lnTo>
                <a:lnTo>
                  <a:pt x="219" y="973"/>
                </a:lnTo>
                <a:lnTo>
                  <a:pt x="218" y="973"/>
                </a:lnTo>
                <a:lnTo>
                  <a:pt x="217" y="973"/>
                </a:lnTo>
                <a:lnTo>
                  <a:pt x="217" y="972"/>
                </a:lnTo>
                <a:lnTo>
                  <a:pt x="216" y="971"/>
                </a:lnTo>
                <a:lnTo>
                  <a:pt x="216" y="970"/>
                </a:lnTo>
                <a:lnTo>
                  <a:pt x="215" y="970"/>
                </a:lnTo>
                <a:lnTo>
                  <a:pt x="214" y="970"/>
                </a:lnTo>
                <a:lnTo>
                  <a:pt x="214" y="969"/>
                </a:lnTo>
                <a:lnTo>
                  <a:pt x="213" y="969"/>
                </a:lnTo>
                <a:lnTo>
                  <a:pt x="212" y="969"/>
                </a:lnTo>
                <a:lnTo>
                  <a:pt x="212" y="968"/>
                </a:lnTo>
                <a:lnTo>
                  <a:pt x="211" y="968"/>
                </a:lnTo>
                <a:lnTo>
                  <a:pt x="211" y="967"/>
                </a:lnTo>
                <a:lnTo>
                  <a:pt x="210" y="967"/>
                </a:lnTo>
                <a:lnTo>
                  <a:pt x="210" y="966"/>
                </a:lnTo>
                <a:lnTo>
                  <a:pt x="209" y="966"/>
                </a:lnTo>
                <a:lnTo>
                  <a:pt x="208" y="966"/>
                </a:lnTo>
                <a:lnTo>
                  <a:pt x="208" y="967"/>
                </a:lnTo>
                <a:lnTo>
                  <a:pt x="207" y="967"/>
                </a:lnTo>
                <a:lnTo>
                  <a:pt x="206" y="967"/>
                </a:lnTo>
                <a:lnTo>
                  <a:pt x="206" y="968"/>
                </a:lnTo>
                <a:lnTo>
                  <a:pt x="205" y="967"/>
                </a:lnTo>
                <a:lnTo>
                  <a:pt x="204" y="968"/>
                </a:lnTo>
                <a:lnTo>
                  <a:pt x="203" y="968"/>
                </a:lnTo>
                <a:lnTo>
                  <a:pt x="202" y="967"/>
                </a:lnTo>
                <a:lnTo>
                  <a:pt x="201" y="967"/>
                </a:lnTo>
                <a:lnTo>
                  <a:pt x="201" y="968"/>
                </a:lnTo>
                <a:lnTo>
                  <a:pt x="200" y="968"/>
                </a:lnTo>
                <a:lnTo>
                  <a:pt x="199" y="969"/>
                </a:lnTo>
                <a:lnTo>
                  <a:pt x="198" y="969"/>
                </a:lnTo>
                <a:lnTo>
                  <a:pt x="197" y="969"/>
                </a:lnTo>
                <a:lnTo>
                  <a:pt x="197" y="970"/>
                </a:lnTo>
                <a:lnTo>
                  <a:pt x="197" y="969"/>
                </a:lnTo>
                <a:lnTo>
                  <a:pt x="196" y="969"/>
                </a:lnTo>
                <a:lnTo>
                  <a:pt x="195" y="969"/>
                </a:lnTo>
                <a:lnTo>
                  <a:pt x="195" y="968"/>
                </a:lnTo>
                <a:lnTo>
                  <a:pt x="194" y="968"/>
                </a:lnTo>
                <a:lnTo>
                  <a:pt x="193" y="967"/>
                </a:lnTo>
                <a:lnTo>
                  <a:pt x="193" y="966"/>
                </a:lnTo>
                <a:lnTo>
                  <a:pt x="192" y="965"/>
                </a:lnTo>
                <a:lnTo>
                  <a:pt x="191" y="965"/>
                </a:lnTo>
                <a:lnTo>
                  <a:pt x="190" y="964"/>
                </a:lnTo>
                <a:lnTo>
                  <a:pt x="190" y="963"/>
                </a:lnTo>
                <a:lnTo>
                  <a:pt x="190" y="960"/>
                </a:lnTo>
                <a:lnTo>
                  <a:pt x="189" y="960"/>
                </a:lnTo>
                <a:lnTo>
                  <a:pt x="188" y="959"/>
                </a:lnTo>
                <a:lnTo>
                  <a:pt x="187" y="959"/>
                </a:lnTo>
                <a:lnTo>
                  <a:pt x="186" y="959"/>
                </a:lnTo>
                <a:lnTo>
                  <a:pt x="185" y="958"/>
                </a:lnTo>
                <a:lnTo>
                  <a:pt x="184" y="958"/>
                </a:lnTo>
                <a:lnTo>
                  <a:pt x="184" y="957"/>
                </a:lnTo>
                <a:lnTo>
                  <a:pt x="184" y="956"/>
                </a:lnTo>
                <a:lnTo>
                  <a:pt x="184" y="955"/>
                </a:lnTo>
                <a:lnTo>
                  <a:pt x="184" y="953"/>
                </a:lnTo>
                <a:lnTo>
                  <a:pt x="184" y="952"/>
                </a:lnTo>
                <a:lnTo>
                  <a:pt x="184" y="951"/>
                </a:lnTo>
                <a:lnTo>
                  <a:pt x="184" y="950"/>
                </a:lnTo>
                <a:lnTo>
                  <a:pt x="184" y="949"/>
                </a:lnTo>
                <a:lnTo>
                  <a:pt x="184" y="948"/>
                </a:lnTo>
                <a:lnTo>
                  <a:pt x="183" y="948"/>
                </a:lnTo>
                <a:lnTo>
                  <a:pt x="183" y="947"/>
                </a:lnTo>
                <a:lnTo>
                  <a:pt x="182" y="946"/>
                </a:lnTo>
                <a:lnTo>
                  <a:pt x="182" y="945"/>
                </a:lnTo>
                <a:lnTo>
                  <a:pt x="183" y="945"/>
                </a:lnTo>
                <a:lnTo>
                  <a:pt x="183" y="943"/>
                </a:lnTo>
                <a:lnTo>
                  <a:pt x="182" y="943"/>
                </a:lnTo>
                <a:lnTo>
                  <a:pt x="181" y="943"/>
                </a:lnTo>
                <a:lnTo>
                  <a:pt x="181" y="942"/>
                </a:lnTo>
                <a:lnTo>
                  <a:pt x="181" y="941"/>
                </a:lnTo>
                <a:lnTo>
                  <a:pt x="180" y="941"/>
                </a:lnTo>
                <a:lnTo>
                  <a:pt x="180" y="940"/>
                </a:lnTo>
                <a:lnTo>
                  <a:pt x="179" y="940"/>
                </a:lnTo>
                <a:lnTo>
                  <a:pt x="179" y="939"/>
                </a:lnTo>
                <a:lnTo>
                  <a:pt x="178" y="938"/>
                </a:lnTo>
                <a:lnTo>
                  <a:pt x="177" y="938"/>
                </a:lnTo>
                <a:lnTo>
                  <a:pt x="176" y="938"/>
                </a:lnTo>
                <a:lnTo>
                  <a:pt x="176" y="937"/>
                </a:lnTo>
                <a:lnTo>
                  <a:pt x="175" y="937"/>
                </a:lnTo>
                <a:lnTo>
                  <a:pt x="175" y="936"/>
                </a:lnTo>
                <a:lnTo>
                  <a:pt x="175" y="935"/>
                </a:lnTo>
                <a:lnTo>
                  <a:pt x="175" y="934"/>
                </a:lnTo>
                <a:lnTo>
                  <a:pt x="175" y="933"/>
                </a:lnTo>
                <a:lnTo>
                  <a:pt x="176" y="933"/>
                </a:lnTo>
                <a:lnTo>
                  <a:pt x="177" y="933"/>
                </a:lnTo>
                <a:lnTo>
                  <a:pt x="177" y="932"/>
                </a:lnTo>
                <a:lnTo>
                  <a:pt x="178" y="932"/>
                </a:lnTo>
                <a:lnTo>
                  <a:pt x="178" y="931"/>
                </a:lnTo>
                <a:lnTo>
                  <a:pt x="178" y="930"/>
                </a:lnTo>
                <a:lnTo>
                  <a:pt x="177" y="930"/>
                </a:lnTo>
                <a:lnTo>
                  <a:pt x="177" y="929"/>
                </a:lnTo>
                <a:lnTo>
                  <a:pt x="177" y="928"/>
                </a:lnTo>
                <a:lnTo>
                  <a:pt x="177" y="927"/>
                </a:lnTo>
                <a:lnTo>
                  <a:pt x="177" y="926"/>
                </a:lnTo>
                <a:lnTo>
                  <a:pt x="176" y="926"/>
                </a:lnTo>
                <a:lnTo>
                  <a:pt x="176" y="925"/>
                </a:lnTo>
                <a:lnTo>
                  <a:pt x="176" y="924"/>
                </a:lnTo>
                <a:lnTo>
                  <a:pt x="175" y="924"/>
                </a:lnTo>
                <a:lnTo>
                  <a:pt x="176" y="924"/>
                </a:lnTo>
                <a:lnTo>
                  <a:pt x="176" y="923"/>
                </a:lnTo>
                <a:lnTo>
                  <a:pt x="177" y="923"/>
                </a:lnTo>
                <a:lnTo>
                  <a:pt x="177" y="922"/>
                </a:lnTo>
                <a:lnTo>
                  <a:pt x="178" y="922"/>
                </a:lnTo>
                <a:lnTo>
                  <a:pt x="178" y="921"/>
                </a:lnTo>
                <a:lnTo>
                  <a:pt x="177" y="921"/>
                </a:lnTo>
                <a:lnTo>
                  <a:pt x="177" y="920"/>
                </a:lnTo>
                <a:lnTo>
                  <a:pt x="177" y="919"/>
                </a:lnTo>
                <a:lnTo>
                  <a:pt x="178" y="919"/>
                </a:lnTo>
                <a:lnTo>
                  <a:pt x="178" y="918"/>
                </a:lnTo>
                <a:lnTo>
                  <a:pt x="179" y="918"/>
                </a:lnTo>
                <a:lnTo>
                  <a:pt x="178" y="918"/>
                </a:lnTo>
                <a:lnTo>
                  <a:pt x="178" y="917"/>
                </a:lnTo>
                <a:lnTo>
                  <a:pt x="177" y="917"/>
                </a:lnTo>
                <a:lnTo>
                  <a:pt x="176" y="917"/>
                </a:lnTo>
                <a:lnTo>
                  <a:pt x="176" y="916"/>
                </a:lnTo>
                <a:lnTo>
                  <a:pt x="177" y="916"/>
                </a:lnTo>
                <a:lnTo>
                  <a:pt x="176" y="916"/>
                </a:lnTo>
                <a:lnTo>
                  <a:pt x="176" y="915"/>
                </a:lnTo>
                <a:lnTo>
                  <a:pt x="176" y="914"/>
                </a:lnTo>
                <a:lnTo>
                  <a:pt x="175" y="914"/>
                </a:lnTo>
                <a:lnTo>
                  <a:pt x="174" y="914"/>
                </a:lnTo>
                <a:lnTo>
                  <a:pt x="174" y="913"/>
                </a:lnTo>
                <a:lnTo>
                  <a:pt x="173" y="913"/>
                </a:lnTo>
                <a:lnTo>
                  <a:pt x="173" y="912"/>
                </a:lnTo>
                <a:lnTo>
                  <a:pt x="172" y="912"/>
                </a:lnTo>
                <a:lnTo>
                  <a:pt x="172" y="911"/>
                </a:lnTo>
                <a:lnTo>
                  <a:pt x="171" y="911"/>
                </a:lnTo>
                <a:lnTo>
                  <a:pt x="170" y="911"/>
                </a:lnTo>
                <a:lnTo>
                  <a:pt x="169" y="910"/>
                </a:lnTo>
                <a:lnTo>
                  <a:pt x="169" y="909"/>
                </a:lnTo>
                <a:lnTo>
                  <a:pt x="169" y="908"/>
                </a:lnTo>
                <a:lnTo>
                  <a:pt x="169" y="907"/>
                </a:lnTo>
                <a:lnTo>
                  <a:pt x="170" y="907"/>
                </a:lnTo>
                <a:lnTo>
                  <a:pt x="171" y="908"/>
                </a:lnTo>
                <a:lnTo>
                  <a:pt x="172" y="908"/>
                </a:lnTo>
                <a:lnTo>
                  <a:pt x="172" y="907"/>
                </a:lnTo>
                <a:lnTo>
                  <a:pt x="173" y="907"/>
                </a:lnTo>
                <a:lnTo>
                  <a:pt x="173" y="906"/>
                </a:lnTo>
                <a:lnTo>
                  <a:pt x="173" y="905"/>
                </a:lnTo>
                <a:lnTo>
                  <a:pt x="173" y="904"/>
                </a:lnTo>
                <a:lnTo>
                  <a:pt x="173" y="903"/>
                </a:lnTo>
                <a:lnTo>
                  <a:pt x="172" y="903"/>
                </a:lnTo>
                <a:lnTo>
                  <a:pt x="172" y="902"/>
                </a:lnTo>
                <a:lnTo>
                  <a:pt x="171" y="902"/>
                </a:lnTo>
                <a:lnTo>
                  <a:pt x="171" y="901"/>
                </a:lnTo>
                <a:lnTo>
                  <a:pt x="171" y="900"/>
                </a:lnTo>
                <a:lnTo>
                  <a:pt x="171" y="899"/>
                </a:lnTo>
                <a:lnTo>
                  <a:pt x="171" y="898"/>
                </a:lnTo>
                <a:lnTo>
                  <a:pt x="170" y="898"/>
                </a:lnTo>
                <a:lnTo>
                  <a:pt x="169" y="898"/>
                </a:lnTo>
                <a:lnTo>
                  <a:pt x="169" y="897"/>
                </a:lnTo>
                <a:lnTo>
                  <a:pt x="168" y="898"/>
                </a:lnTo>
                <a:lnTo>
                  <a:pt x="167" y="898"/>
                </a:lnTo>
                <a:lnTo>
                  <a:pt x="167" y="897"/>
                </a:lnTo>
                <a:lnTo>
                  <a:pt x="166" y="897"/>
                </a:lnTo>
                <a:lnTo>
                  <a:pt x="166" y="898"/>
                </a:lnTo>
                <a:lnTo>
                  <a:pt x="165" y="898"/>
                </a:lnTo>
                <a:lnTo>
                  <a:pt x="164" y="898"/>
                </a:lnTo>
                <a:lnTo>
                  <a:pt x="163" y="898"/>
                </a:lnTo>
                <a:lnTo>
                  <a:pt x="162" y="898"/>
                </a:lnTo>
                <a:lnTo>
                  <a:pt x="161" y="898"/>
                </a:lnTo>
                <a:lnTo>
                  <a:pt x="160" y="898"/>
                </a:lnTo>
                <a:lnTo>
                  <a:pt x="160" y="897"/>
                </a:lnTo>
                <a:lnTo>
                  <a:pt x="159" y="897"/>
                </a:lnTo>
                <a:lnTo>
                  <a:pt x="160" y="897"/>
                </a:lnTo>
                <a:lnTo>
                  <a:pt x="160" y="895"/>
                </a:lnTo>
                <a:lnTo>
                  <a:pt x="160" y="894"/>
                </a:lnTo>
                <a:lnTo>
                  <a:pt x="160" y="893"/>
                </a:lnTo>
                <a:lnTo>
                  <a:pt x="159" y="893"/>
                </a:lnTo>
                <a:lnTo>
                  <a:pt x="158" y="892"/>
                </a:lnTo>
                <a:lnTo>
                  <a:pt x="158" y="891"/>
                </a:lnTo>
                <a:lnTo>
                  <a:pt x="158" y="890"/>
                </a:lnTo>
                <a:lnTo>
                  <a:pt x="158" y="889"/>
                </a:lnTo>
                <a:lnTo>
                  <a:pt x="158" y="888"/>
                </a:lnTo>
                <a:lnTo>
                  <a:pt x="158" y="887"/>
                </a:lnTo>
                <a:lnTo>
                  <a:pt x="157" y="887"/>
                </a:lnTo>
                <a:lnTo>
                  <a:pt x="157" y="886"/>
                </a:lnTo>
                <a:lnTo>
                  <a:pt x="157" y="885"/>
                </a:lnTo>
                <a:lnTo>
                  <a:pt x="156" y="885"/>
                </a:lnTo>
                <a:lnTo>
                  <a:pt x="156" y="884"/>
                </a:lnTo>
                <a:lnTo>
                  <a:pt x="156" y="883"/>
                </a:lnTo>
                <a:lnTo>
                  <a:pt x="156" y="882"/>
                </a:lnTo>
                <a:lnTo>
                  <a:pt x="155" y="882"/>
                </a:lnTo>
                <a:lnTo>
                  <a:pt x="155" y="881"/>
                </a:lnTo>
                <a:lnTo>
                  <a:pt x="155" y="880"/>
                </a:lnTo>
                <a:lnTo>
                  <a:pt x="155" y="879"/>
                </a:lnTo>
                <a:lnTo>
                  <a:pt x="155" y="878"/>
                </a:lnTo>
                <a:lnTo>
                  <a:pt x="154" y="878"/>
                </a:lnTo>
                <a:lnTo>
                  <a:pt x="154" y="877"/>
                </a:lnTo>
                <a:lnTo>
                  <a:pt x="154" y="876"/>
                </a:lnTo>
                <a:lnTo>
                  <a:pt x="153" y="876"/>
                </a:lnTo>
                <a:lnTo>
                  <a:pt x="153" y="875"/>
                </a:lnTo>
                <a:lnTo>
                  <a:pt x="152" y="875"/>
                </a:lnTo>
                <a:lnTo>
                  <a:pt x="151" y="875"/>
                </a:lnTo>
                <a:lnTo>
                  <a:pt x="151" y="876"/>
                </a:lnTo>
                <a:lnTo>
                  <a:pt x="150" y="876"/>
                </a:lnTo>
                <a:lnTo>
                  <a:pt x="150" y="875"/>
                </a:lnTo>
                <a:lnTo>
                  <a:pt x="149" y="875"/>
                </a:lnTo>
                <a:lnTo>
                  <a:pt x="148" y="875"/>
                </a:lnTo>
                <a:lnTo>
                  <a:pt x="148" y="874"/>
                </a:lnTo>
                <a:lnTo>
                  <a:pt x="149" y="874"/>
                </a:lnTo>
                <a:lnTo>
                  <a:pt x="148" y="874"/>
                </a:lnTo>
                <a:lnTo>
                  <a:pt x="148" y="873"/>
                </a:lnTo>
                <a:lnTo>
                  <a:pt x="147" y="873"/>
                </a:lnTo>
                <a:lnTo>
                  <a:pt x="146" y="872"/>
                </a:lnTo>
                <a:lnTo>
                  <a:pt x="146" y="871"/>
                </a:lnTo>
                <a:lnTo>
                  <a:pt x="145" y="871"/>
                </a:lnTo>
                <a:lnTo>
                  <a:pt x="145" y="870"/>
                </a:lnTo>
                <a:lnTo>
                  <a:pt x="145" y="869"/>
                </a:lnTo>
                <a:lnTo>
                  <a:pt x="145" y="868"/>
                </a:lnTo>
                <a:lnTo>
                  <a:pt x="144" y="867"/>
                </a:lnTo>
                <a:lnTo>
                  <a:pt x="143" y="867"/>
                </a:lnTo>
                <a:lnTo>
                  <a:pt x="143" y="866"/>
                </a:lnTo>
                <a:lnTo>
                  <a:pt x="142" y="866"/>
                </a:lnTo>
                <a:lnTo>
                  <a:pt x="142" y="865"/>
                </a:lnTo>
                <a:lnTo>
                  <a:pt x="141" y="865"/>
                </a:lnTo>
                <a:lnTo>
                  <a:pt x="140" y="864"/>
                </a:lnTo>
                <a:lnTo>
                  <a:pt x="140" y="865"/>
                </a:lnTo>
                <a:lnTo>
                  <a:pt x="139" y="865"/>
                </a:lnTo>
                <a:lnTo>
                  <a:pt x="139" y="866"/>
                </a:lnTo>
                <a:lnTo>
                  <a:pt x="139" y="867"/>
                </a:lnTo>
                <a:lnTo>
                  <a:pt x="139" y="868"/>
                </a:lnTo>
                <a:lnTo>
                  <a:pt x="138" y="868"/>
                </a:lnTo>
                <a:lnTo>
                  <a:pt x="138" y="869"/>
                </a:lnTo>
                <a:lnTo>
                  <a:pt x="138" y="868"/>
                </a:lnTo>
                <a:lnTo>
                  <a:pt x="137" y="868"/>
                </a:lnTo>
                <a:lnTo>
                  <a:pt x="136" y="868"/>
                </a:lnTo>
                <a:lnTo>
                  <a:pt x="135" y="868"/>
                </a:lnTo>
                <a:lnTo>
                  <a:pt x="134" y="869"/>
                </a:lnTo>
                <a:lnTo>
                  <a:pt x="133" y="869"/>
                </a:lnTo>
                <a:lnTo>
                  <a:pt x="132" y="869"/>
                </a:lnTo>
                <a:lnTo>
                  <a:pt x="131" y="869"/>
                </a:lnTo>
                <a:lnTo>
                  <a:pt x="130" y="869"/>
                </a:lnTo>
                <a:lnTo>
                  <a:pt x="130" y="870"/>
                </a:lnTo>
                <a:lnTo>
                  <a:pt x="129" y="870"/>
                </a:lnTo>
                <a:lnTo>
                  <a:pt x="128" y="870"/>
                </a:lnTo>
                <a:lnTo>
                  <a:pt x="127" y="870"/>
                </a:lnTo>
                <a:lnTo>
                  <a:pt x="127" y="871"/>
                </a:lnTo>
                <a:lnTo>
                  <a:pt x="127" y="872"/>
                </a:lnTo>
                <a:lnTo>
                  <a:pt x="126" y="872"/>
                </a:lnTo>
                <a:lnTo>
                  <a:pt x="126" y="871"/>
                </a:lnTo>
                <a:lnTo>
                  <a:pt x="126" y="870"/>
                </a:lnTo>
                <a:lnTo>
                  <a:pt x="126" y="869"/>
                </a:lnTo>
                <a:lnTo>
                  <a:pt x="125" y="869"/>
                </a:lnTo>
                <a:lnTo>
                  <a:pt x="125" y="868"/>
                </a:lnTo>
                <a:lnTo>
                  <a:pt x="124" y="868"/>
                </a:lnTo>
                <a:lnTo>
                  <a:pt x="124" y="867"/>
                </a:lnTo>
                <a:lnTo>
                  <a:pt x="123" y="867"/>
                </a:lnTo>
                <a:lnTo>
                  <a:pt x="122" y="867"/>
                </a:lnTo>
                <a:lnTo>
                  <a:pt x="122" y="866"/>
                </a:lnTo>
                <a:lnTo>
                  <a:pt x="121" y="865"/>
                </a:lnTo>
                <a:lnTo>
                  <a:pt x="120" y="865"/>
                </a:lnTo>
                <a:lnTo>
                  <a:pt x="120" y="864"/>
                </a:lnTo>
                <a:lnTo>
                  <a:pt x="120" y="863"/>
                </a:lnTo>
                <a:lnTo>
                  <a:pt x="119" y="862"/>
                </a:lnTo>
                <a:lnTo>
                  <a:pt x="119" y="861"/>
                </a:lnTo>
                <a:lnTo>
                  <a:pt x="118" y="861"/>
                </a:lnTo>
                <a:lnTo>
                  <a:pt x="119" y="860"/>
                </a:lnTo>
                <a:lnTo>
                  <a:pt x="118" y="860"/>
                </a:lnTo>
                <a:lnTo>
                  <a:pt x="119" y="860"/>
                </a:lnTo>
                <a:lnTo>
                  <a:pt x="119" y="859"/>
                </a:lnTo>
                <a:lnTo>
                  <a:pt x="118" y="859"/>
                </a:lnTo>
                <a:lnTo>
                  <a:pt x="118" y="858"/>
                </a:lnTo>
                <a:lnTo>
                  <a:pt x="117" y="858"/>
                </a:lnTo>
                <a:lnTo>
                  <a:pt x="117" y="857"/>
                </a:lnTo>
                <a:lnTo>
                  <a:pt x="117" y="856"/>
                </a:lnTo>
                <a:lnTo>
                  <a:pt x="116" y="856"/>
                </a:lnTo>
                <a:lnTo>
                  <a:pt x="116" y="855"/>
                </a:lnTo>
                <a:lnTo>
                  <a:pt x="116" y="854"/>
                </a:lnTo>
                <a:lnTo>
                  <a:pt x="117" y="854"/>
                </a:lnTo>
                <a:lnTo>
                  <a:pt x="117" y="853"/>
                </a:lnTo>
                <a:lnTo>
                  <a:pt x="116" y="853"/>
                </a:lnTo>
                <a:lnTo>
                  <a:pt x="116" y="852"/>
                </a:lnTo>
                <a:lnTo>
                  <a:pt x="116" y="851"/>
                </a:lnTo>
                <a:lnTo>
                  <a:pt x="115" y="851"/>
                </a:lnTo>
                <a:lnTo>
                  <a:pt x="116" y="851"/>
                </a:lnTo>
                <a:lnTo>
                  <a:pt x="115" y="850"/>
                </a:lnTo>
                <a:lnTo>
                  <a:pt x="116" y="850"/>
                </a:lnTo>
                <a:lnTo>
                  <a:pt x="116" y="849"/>
                </a:lnTo>
                <a:lnTo>
                  <a:pt x="116" y="848"/>
                </a:lnTo>
                <a:lnTo>
                  <a:pt x="115" y="848"/>
                </a:lnTo>
                <a:lnTo>
                  <a:pt x="115" y="847"/>
                </a:lnTo>
                <a:lnTo>
                  <a:pt x="114" y="847"/>
                </a:lnTo>
                <a:lnTo>
                  <a:pt x="113" y="847"/>
                </a:lnTo>
                <a:lnTo>
                  <a:pt x="113" y="846"/>
                </a:lnTo>
                <a:lnTo>
                  <a:pt x="112" y="846"/>
                </a:lnTo>
                <a:lnTo>
                  <a:pt x="111" y="846"/>
                </a:lnTo>
                <a:lnTo>
                  <a:pt x="110" y="846"/>
                </a:lnTo>
                <a:lnTo>
                  <a:pt x="110" y="845"/>
                </a:lnTo>
                <a:lnTo>
                  <a:pt x="110" y="846"/>
                </a:lnTo>
                <a:lnTo>
                  <a:pt x="109" y="846"/>
                </a:lnTo>
                <a:lnTo>
                  <a:pt x="108" y="846"/>
                </a:lnTo>
                <a:lnTo>
                  <a:pt x="107" y="846"/>
                </a:lnTo>
                <a:lnTo>
                  <a:pt x="107" y="845"/>
                </a:lnTo>
                <a:lnTo>
                  <a:pt x="107" y="846"/>
                </a:lnTo>
                <a:lnTo>
                  <a:pt x="106" y="846"/>
                </a:lnTo>
                <a:lnTo>
                  <a:pt x="105" y="846"/>
                </a:lnTo>
                <a:lnTo>
                  <a:pt x="104" y="846"/>
                </a:lnTo>
                <a:lnTo>
                  <a:pt x="103" y="846"/>
                </a:lnTo>
                <a:lnTo>
                  <a:pt x="102" y="846"/>
                </a:lnTo>
                <a:lnTo>
                  <a:pt x="102" y="845"/>
                </a:lnTo>
                <a:lnTo>
                  <a:pt x="102" y="844"/>
                </a:lnTo>
                <a:lnTo>
                  <a:pt x="102" y="843"/>
                </a:lnTo>
                <a:lnTo>
                  <a:pt x="102" y="842"/>
                </a:lnTo>
                <a:lnTo>
                  <a:pt x="102" y="841"/>
                </a:lnTo>
                <a:lnTo>
                  <a:pt x="102" y="840"/>
                </a:lnTo>
                <a:lnTo>
                  <a:pt x="102" y="839"/>
                </a:lnTo>
                <a:lnTo>
                  <a:pt x="103" y="839"/>
                </a:lnTo>
                <a:lnTo>
                  <a:pt x="103" y="836"/>
                </a:lnTo>
                <a:lnTo>
                  <a:pt x="103" y="835"/>
                </a:lnTo>
                <a:lnTo>
                  <a:pt x="102" y="835"/>
                </a:lnTo>
                <a:lnTo>
                  <a:pt x="101" y="835"/>
                </a:lnTo>
                <a:lnTo>
                  <a:pt x="100" y="835"/>
                </a:lnTo>
                <a:lnTo>
                  <a:pt x="99" y="835"/>
                </a:lnTo>
                <a:lnTo>
                  <a:pt x="98" y="835"/>
                </a:lnTo>
                <a:lnTo>
                  <a:pt x="98" y="836"/>
                </a:lnTo>
                <a:lnTo>
                  <a:pt x="97" y="836"/>
                </a:lnTo>
                <a:lnTo>
                  <a:pt x="97" y="837"/>
                </a:lnTo>
                <a:lnTo>
                  <a:pt x="95" y="837"/>
                </a:lnTo>
                <a:lnTo>
                  <a:pt x="95" y="838"/>
                </a:lnTo>
                <a:lnTo>
                  <a:pt x="94" y="838"/>
                </a:lnTo>
                <a:lnTo>
                  <a:pt x="94" y="839"/>
                </a:lnTo>
                <a:lnTo>
                  <a:pt x="93" y="839"/>
                </a:lnTo>
                <a:lnTo>
                  <a:pt x="93" y="840"/>
                </a:lnTo>
                <a:lnTo>
                  <a:pt x="92" y="840"/>
                </a:lnTo>
                <a:lnTo>
                  <a:pt x="91" y="840"/>
                </a:lnTo>
                <a:lnTo>
                  <a:pt x="91" y="841"/>
                </a:lnTo>
                <a:lnTo>
                  <a:pt x="90" y="841"/>
                </a:lnTo>
                <a:lnTo>
                  <a:pt x="89" y="841"/>
                </a:lnTo>
                <a:lnTo>
                  <a:pt x="89" y="840"/>
                </a:lnTo>
                <a:lnTo>
                  <a:pt x="88" y="840"/>
                </a:lnTo>
                <a:lnTo>
                  <a:pt x="88" y="841"/>
                </a:lnTo>
                <a:lnTo>
                  <a:pt x="87" y="841"/>
                </a:lnTo>
                <a:lnTo>
                  <a:pt x="86" y="841"/>
                </a:lnTo>
                <a:lnTo>
                  <a:pt x="85" y="841"/>
                </a:lnTo>
                <a:lnTo>
                  <a:pt x="85" y="840"/>
                </a:lnTo>
                <a:lnTo>
                  <a:pt x="85" y="841"/>
                </a:lnTo>
                <a:lnTo>
                  <a:pt x="84" y="841"/>
                </a:lnTo>
                <a:lnTo>
                  <a:pt x="83" y="842"/>
                </a:lnTo>
                <a:lnTo>
                  <a:pt x="82" y="842"/>
                </a:lnTo>
                <a:lnTo>
                  <a:pt x="82" y="843"/>
                </a:lnTo>
                <a:lnTo>
                  <a:pt x="82" y="844"/>
                </a:lnTo>
                <a:lnTo>
                  <a:pt x="81" y="844"/>
                </a:lnTo>
                <a:lnTo>
                  <a:pt x="82" y="844"/>
                </a:lnTo>
                <a:lnTo>
                  <a:pt x="82" y="845"/>
                </a:lnTo>
                <a:lnTo>
                  <a:pt x="83" y="846"/>
                </a:lnTo>
                <a:lnTo>
                  <a:pt x="84" y="846"/>
                </a:lnTo>
                <a:lnTo>
                  <a:pt x="84" y="847"/>
                </a:lnTo>
                <a:lnTo>
                  <a:pt x="85" y="847"/>
                </a:lnTo>
                <a:lnTo>
                  <a:pt x="84" y="847"/>
                </a:lnTo>
                <a:lnTo>
                  <a:pt x="84" y="848"/>
                </a:lnTo>
                <a:lnTo>
                  <a:pt x="83" y="848"/>
                </a:lnTo>
                <a:lnTo>
                  <a:pt x="83" y="849"/>
                </a:lnTo>
                <a:lnTo>
                  <a:pt x="83" y="850"/>
                </a:lnTo>
                <a:lnTo>
                  <a:pt x="83" y="851"/>
                </a:lnTo>
                <a:lnTo>
                  <a:pt x="83" y="852"/>
                </a:lnTo>
                <a:lnTo>
                  <a:pt x="82" y="853"/>
                </a:lnTo>
                <a:lnTo>
                  <a:pt x="81" y="853"/>
                </a:lnTo>
                <a:lnTo>
                  <a:pt x="81" y="854"/>
                </a:lnTo>
                <a:lnTo>
                  <a:pt x="80" y="854"/>
                </a:lnTo>
                <a:lnTo>
                  <a:pt x="80" y="853"/>
                </a:lnTo>
                <a:lnTo>
                  <a:pt x="79" y="853"/>
                </a:lnTo>
                <a:lnTo>
                  <a:pt x="79" y="852"/>
                </a:lnTo>
                <a:lnTo>
                  <a:pt x="78" y="852"/>
                </a:lnTo>
                <a:lnTo>
                  <a:pt x="78" y="851"/>
                </a:lnTo>
                <a:lnTo>
                  <a:pt x="77" y="851"/>
                </a:lnTo>
                <a:lnTo>
                  <a:pt x="76" y="851"/>
                </a:lnTo>
                <a:lnTo>
                  <a:pt x="75" y="851"/>
                </a:lnTo>
                <a:lnTo>
                  <a:pt x="72" y="851"/>
                </a:lnTo>
                <a:lnTo>
                  <a:pt x="72" y="852"/>
                </a:lnTo>
                <a:lnTo>
                  <a:pt x="71" y="852"/>
                </a:lnTo>
                <a:lnTo>
                  <a:pt x="70" y="852"/>
                </a:lnTo>
                <a:lnTo>
                  <a:pt x="69" y="852"/>
                </a:lnTo>
                <a:lnTo>
                  <a:pt x="68" y="852"/>
                </a:lnTo>
                <a:lnTo>
                  <a:pt x="67" y="852"/>
                </a:lnTo>
                <a:lnTo>
                  <a:pt x="66" y="851"/>
                </a:lnTo>
                <a:lnTo>
                  <a:pt x="65" y="851"/>
                </a:lnTo>
                <a:lnTo>
                  <a:pt x="64" y="851"/>
                </a:lnTo>
                <a:lnTo>
                  <a:pt x="64" y="850"/>
                </a:lnTo>
                <a:lnTo>
                  <a:pt x="64" y="849"/>
                </a:lnTo>
                <a:lnTo>
                  <a:pt x="64" y="848"/>
                </a:lnTo>
                <a:lnTo>
                  <a:pt x="63" y="848"/>
                </a:lnTo>
                <a:lnTo>
                  <a:pt x="63" y="847"/>
                </a:lnTo>
                <a:lnTo>
                  <a:pt x="63" y="846"/>
                </a:lnTo>
                <a:lnTo>
                  <a:pt x="64" y="845"/>
                </a:lnTo>
                <a:lnTo>
                  <a:pt x="64" y="844"/>
                </a:lnTo>
                <a:lnTo>
                  <a:pt x="64" y="843"/>
                </a:lnTo>
                <a:lnTo>
                  <a:pt x="63" y="843"/>
                </a:lnTo>
                <a:lnTo>
                  <a:pt x="63" y="841"/>
                </a:lnTo>
                <a:lnTo>
                  <a:pt x="64" y="841"/>
                </a:lnTo>
                <a:lnTo>
                  <a:pt x="64" y="840"/>
                </a:lnTo>
                <a:lnTo>
                  <a:pt x="64" y="839"/>
                </a:lnTo>
                <a:lnTo>
                  <a:pt x="63" y="839"/>
                </a:lnTo>
                <a:lnTo>
                  <a:pt x="63" y="838"/>
                </a:lnTo>
                <a:lnTo>
                  <a:pt x="62" y="838"/>
                </a:lnTo>
                <a:lnTo>
                  <a:pt x="62" y="837"/>
                </a:lnTo>
                <a:lnTo>
                  <a:pt x="61" y="836"/>
                </a:lnTo>
                <a:lnTo>
                  <a:pt x="60" y="836"/>
                </a:lnTo>
                <a:lnTo>
                  <a:pt x="60" y="835"/>
                </a:lnTo>
                <a:lnTo>
                  <a:pt x="59" y="835"/>
                </a:lnTo>
                <a:lnTo>
                  <a:pt x="58" y="836"/>
                </a:lnTo>
                <a:lnTo>
                  <a:pt x="57" y="836"/>
                </a:lnTo>
                <a:lnTo>
                  <a:pt x="57" y="837"/>
                </a:lnTo>
                <a:lnTo>
                  <a:pt x="56" y="837"/>
                </a:lnTo>
                <a:lnTo>
                  <a:pt x="56" y="838"/>
                </a:lnTo>
                <a:lnTo>
                  <a:pt x="55" y="838"/>
                </a:lnTo>
                <a:lnTo>
                  <a:pt x="55" y="837"/>
                </a:lnTo>
                <a:lnTo>
                  <a:pt x="54" y="837"/>
                </a:lnTo>
                <a:lnTo>
                  <a:pt x="53" y="837"/>
                </a:lnTo>
                <a:lnTo>
                  <a:pt x="53" y="836"/>
                </a:lnTo>
                <a:lnTo>
                  <a:pt x="52" y="836"/>
                </a:lnTo>
                <a:lnTo>
                  <a:pt x="51" y="836"/>
                </a:lnTo>
                <a:lnTo>
                  <a:pt x="50" y="837"/>
                </a:lnTo>
                <a:lnTo>
                  <a:pt x="49" y="837"/>
                </a:lnTo>
                <a:lnTo>
                  <a:pt x="48" y="837"/>
                </a:lnTo>
                <a:lnTo>
                  <a:pt x="47" y="837"/>
                </a:lnTo>
                <a:lnTo>
                  <a:pt x="46" y="837"/>
                </a:lnTo>
                <a:lnTo>
                  <a:pt x="45" y="837"/>
                </a:lnTo>
                <a:lnTo>
                  <a:pt x="45" y="836"/>
                </a:lnTo>
                <a:lnTo>
                  <a:pt x="45" y="835"/>
                </a:lnTo>
                <a:lnTo>
                  <a:pt x="45" y="834"/>
                </a:lnTo>
                <a:lnTo>
                  <a:pt x="44" y="834"/>
                </a:lnTo>
                <a:lnTo>
                  <a:pt x="44" y="833"/>
                </a:lnTo>
                <a:lnTo>
                  <a:pt x="43" y="833"/>
                </a:lnTo>
                <a:lnTo>
                  <a:pt x="43" y="832"/>
                </a:lnTo>
                <a:lnTo>
                  <a:pt x="42" y="832"/>
                </a:lnTo>
                <a:lnTo>
                  <a:pt x="42" y="831"/>
                </a:lnTo>
                <a:lnTo>
                  <a:pt x="42" y="830"/>
                </a:lnTo>
                <a:lnTo>
                  <a:pt x="42" y="829"/>
                </a:lnTo>
                <a:lnTo>
                  <a:pt x="41" y="828"/>
                </a:lnTo>
                <a:lnTo>
                  <a:pt x="40" y="828"/>
                </a:lnTo>
                <a:lnTo>
                  <a:pt x="40" y="827"/>
                </a:lnTo>
                <a:lnTo>
                  <a:pt x="39" y="826"/>
                </a:lnTo>
                <a:lnTo>
                  <a:pt x="38" y="826"/>
                </a:lnTo>
                <a:lnTo>
                  <a:pt x="38" y="825"/>
                </a:lnTo>
                <a:lnTo>
                  <a:pt x="37" y="825"/>
                </a:lnTo>
                <a:lnTo>
                  <a:pt x="36" y="825"/>
                </a:lnTo>
                <a:lnTo>
                  <a:pt x="36" y="824"/>
                </a:lnTo>
                <a:lnTo>
                  <a:pt x="35" y="824"/>
                </a:lnTo>
                <a:lnTo>
                  <a:pt x="35" y="823"/>
                </a:lnTo>
                <a:lnTo>
                  <a:pt x="34" y="823"/>
                </a:lnTo>
                <a:lnTo>
                  <a:pt x="33" y="823"/>
                </a:lnTo>
                <a:lnTo>
                  <a:pt x="33" y="822"/>
                </a:lnTo>
                <a:lnTo>
                  <a:pt x="33" y="821"/>
                </a:lnTo>
                <a:lnTo>
                  <a:pt x="33" y="820"/>
                </a:lnTo>
                <a:lnTo>
                  <a:pt x="32" y="820"/>
                </a:lnTo>
                <a:lnTo>
                  <a:pt x="31" y="819"/>
                </a:lnTo>
                <a:lnTo>
                  <a:pt x="32" y="819"/>
                </a:lnTo>
                <a:lnTo>
                  <a:pt x="32" y="818"/>
                </a:lnTo>
                <a:lnTo>
                  <a:pt x="32" y="817"/>
                </a:lnTo>
                <a:lnTo>
                  <a:pt x="32" y="816"/>
                </a:lnTo>
                <a:lnTo>
                  <a:pt x="32" y="815"/>
                </a:lnTo>
                <a:lnTo>
                  <a:pt x="33" y="815"/>
                </a:lnTo>
                <a:lnTo>
                  <a:pt x="33" y="814"/>
                </a:lnTo>
                <a:lnTo>
                  <a:pt x="33" y="813"/>
                </a:lnTo>
                <a:lnTo>
                  <a:pt x="33" y="812"/>
                </a:lnTo>
                <a:lnTo>
                  <a:pt x="32" y="811"/>
                </a:lnTo>
                <a:lnTo>
                  <a:pt x="32" y="810"/>
                </a:lnTo>
                <a:lnTo>
                  <a:pt x="31" y="810"/>
                </a:lnTo>
                <a:lnTo>
                  <a:pt x="31" y="809"/>
                </a:lnTo>
                <a:lnTo>
                  <a:pt x="30" y="809"/>
                </a:lnTo>
                <a:lnTo>
                  <a:pt x="30" y="808"/>
                </a:lnTo>
                <a:lnTo>
                  <a:pt x="31" y="807"/>
                </a:lnTo>
                <a:lnTo>
                  <a:pt x="31" y="806"/>
                </a:lnTo>
                <a:lnTo>
                  <a:pt x="32" y="806"/>
                </a:lnTo>
                <a:lnTo>
                  <a:pt x="32" y="805"/>
                </a:lnTo>
                <a:lnTo>
                  <a:pt x="33" y="805"/>
                </a:lnTo>
                <a:lnTo>
                  <a:pt x="33" y="804"/>
                </a:lnTo>
                <a:lnTo>
                  <a:pt x="33" y="803"/>
                </a:lnTo>
                <a:lnTo>
                  <a:pt x="34" y="803"/>
                </a:lnTo>
                <a:lnTo>
                  <a:pt x="34" y="802"/>
                </a:lnTo>
                <a:lnTo>
                  <a:pt x="35" y="802"/>
                </a:lnTo>
                <a:lnTo>
                  <a:pt x="36" y="802"/>
                </a:lnTo>
                <a:lnTo>
                  <a:pt x="36" y="801"/>
                </a:lnTo>
                <a:lnTo>
                  <a:pt x="36" y="800"/>
                </a:lnTo>
                <a:lnTo>
                  <a:pt x="37" y="799"/>
                </a:lnTo>
                <a:lnTo>
                  <a:pt x="37" y="798"/>
                </a:lnTo>
                <a:lnTo>
                  <a:pt x="37" y="797"/>
                </a:lnTo>
                <a:lnTo>
                  <a:pt x="37" y="796"/>
                </a:lnTo>
                <a:lnTo>
                  <a:pt x="37" y="795"/>
                </a:lnTo>
                <a:lnTo>
                  <a:pt x="36" y="795"/>
                </a:lnTo>
                <a:lnTo>
                  <a:pt x="35" y="795"/>
                </a:lnTo>
                <a:lnTo>
                  <a:pt x="35" y="794"/>
                </a:lnTo>
                <a:lnTo>
                  <a:pt x="34" y="794"/>
                </a:lnTo>
                <a:lnTo>
                  <a:pt x="34" y="793"/>
                </a:lnTo>
                <a:lnTo>
                  <a:pt x="33" y="793"/>
                </a:lnTo>
                <a:lnTo>
                  <a:pt x="33" y="792"/>
                </a:lnTo>
                <a:lnTo>
                  <a:pt x="33" y="791"/>
                </a:lnTo>
                <a:lnTo>
                  <a:pt x="32" y="790"/>
                </a:lnTo>
                <a:lnTo>
                  <a:pt x="32" y="789"/>
                </a:lnTo>
                <a:lnTo>
                  <a:pt x="32" y="788"/>
                </a:lnTo>
                <a:lnTo>
                  <a:pt x="32" y="787"/>
                </a:lnTo>
                <a:lnTo>
                  <a:pt x="33" y="787"/>
                </a:lnTo>
                <a:lnTo>
                  <a:pt x="33" y="786"/>
                </a:lnTo>
                <a:lnTo>
                  <a:pt x="32" y="786"/>
                </a:lnTo>
                <a:lnTo>
                  <a:pt x="31" y="785"/>
                </a:lnTo>
                <a:lnTo>
                  <a:pt x="30" y="785"/>
                </a:lnTo>
                <a:lnTo>
                  <a:pt x="29" y="784"/>
                </a:lnTo>
                <a:lnTo>
                  <a:pt x="29" y="783"/>
                </a:lnTo>
                <a:lnTo>
                  <a:pt x="29" y="782"/>
                </a:lnTo>
                <a:lnTo>
                  <a:pt x="29" y="781"/>
                </a:lnTo>
                <a:lnTo>
                  <a:pt x="29" y="780"/>
                </a:lnTo>
                <a:lnTo>
                  <a:pt x="29" y="779"/>
                </a:lnTo>
                <a:lnTo>
                  <a:pt x="29" y="778"/>
                </a:lnTo>
                <a:lnTo>
                  <a:pt x="29" y="777"/>
                </a:lnTo>
                <a:lnTo>
                  <a:pt x="28" y="777"/>
                </a:lnTo>
                <a:lnTo>
                  <a:pt x="28" y="776"/>
                </a:lnTo>
                <a:lnTo>
                  <a:pt x="27" y="776"/>
                </a:lnTo>
                <a:lnTo>
                  <a:pt x="27" y="775"/>
                </a:lnTo>
                <a:lnTo>
                  <a:pt x="26" y="775"/>
                </a:lnTo>
                <a:lnTo>
                  <a:pt x="26" y="774"/>
                </a:lnTo>
                <a:lnTo>
                  <a:pt x="25" y="773"/>
                </a:lnTo>
                <a:lnTo>
                  <a:pt x="25" y="772"/>
                </a:lnTo>
                <a:lnTo>
                  <a:pt x="26" y="771"/>
                </a:lnTo>
                <a:lnTo>
                  <a:pt x="25" y="771"/>
                </a:lnTo>
                <a:lnTo>
                  <a:pt x="25" y="770"/>
                </a:lnTo>
                <a:lnTo>
                  <a:pt x="25" y="769"/>
                </a:lnTo>
                <a:lnTo>
                  <a:pt x="25" y="768"/>
                </a:lnTo>
                <a:lnTo>
                  <a:pt x="25" y="767"/>
                </a:lnTo>
                <a:lnTo>
                  <a:pt x="25" y="766"/>
                </a:lnTo>
                <a:lnTo>
                  <a:pt x="25" y="765"/>
                </a:lnTo>
                <a:lnTo>
                  <a:pt x="24" y="765"/>
                </a:lnTo>
                <a:lnTo>
                  <a:pt x="24" y="764"/>
                </a:lnTo>
                <a:lnTo>
                  <a:pt x="24" y="763"/>
                </a:lnTo>
                <a:lnTo>
                  <a:pt x="24" y="762"/>
                </a:lnTo>
                <a:lnTo>
                  <a:pt x="23" y="762"/>
                </a:lnTo>
                <a:lnTo>
                  <a:pt x="22" y="762"/>
                </a:lnTo>
                <a:lnTo>
                  <a:pt x="22" y="763"/>
                </a:lnTo>
                <a:lnTo>
                  <a:pt x="21" y="763"/>
                </a:lnTo>
                <a:lnTo>
                  <a:pt x="21" y="764"/>
                </a:lnTo>
                <a:lnTo>
                  <a:pt x="21" y="765"/>
                </a:lnTo>
                <a:lnTo>
                  <a:pt x="22" y="765"/>
                </a:lnTo>
                <a:lnTo>
                  <a:pt x="22" y="766"/>
                </a:lnTo>
                <a:lnTo>
                  <a:pt x="21" y="766"/>
                </a:lnTo>
                <a:lnTo>
                  <a:pt x="20" y="766"/>
                </a:lnTo>
                <a:lnTo>
                  <a:pt x="19" y="765"/>
                </a:lnTo>
                <a:lnTo>
                  <a:pt x="18" y="766"/>
                </a:lnTo>
                <a:lnTo>
                  <a:pt x="17" y="765"/>
                </a:lnTo>
                <a:lnTo>
                  <a:pt x="16" y="765"/>
                </a:lnTo>
                <a:lnTo>
                  <a:pt x="16" y="764"/>
                </a:lnTo>
                <a:lnTo>
                  <a:pt x="15" y="764"/>
                </a:lnTo>
                <a:lnTo>
                  <a:pt x="15" y="763"/>
                </a:lnTo>
                <a:lnTo>
                  <a:pt x="15" y="762"/>
                </a:lnTo>
                <a:lnTo>
                  <a:pt x="13" y="762"/>
                </a:lnTo>
                <a:lnTo>
                  <a:pt x="13" y="761"/>
                </a:lnTo>
                <a:lnTo>
                  <a:pt x="12" y="761"/>
                </a:lnTo>
                <a:lnTo>
                  <a:pt x="11" y="761"/>
                </a:lnTo>
                <a:lnTo>
                  <a:pt x="10" y="760"/>
                </a:lnTo>
                <a:lnTo>
                  <a:pt x="9" y="759"/>
                </a:lnTo>
                <a:lnTo>
                  <a:pt x="10" y="759"/>
                </a:lnTo>
                <a:lnTo>
                  <a:pt x="10" y="758"/>
                </a:lnTo>
                <a:lnTo>
                  <a:pt x="10" y="757"/>
                </a:lnTo>
                <a:lnTo>
                  <a:pt x="9" y="757"/>
                </a:lnTo>
                <a:lnTo>
                  <a:pt x="9" y="756"/>
                </a:lnTo>
                <a:lnTo>
                  <a:pt x="8" y="756"/>
                </a:lnTo>
                <a:lnTo>
                  <a:pt x="9" y="755"/>
                </a:lnTo>
                <a:lnTo>
                  <a:pt x="10" y="755"/>
                </a:lnTo>
                <a:lnTo>
                  <a:pt x="10" y="754"/>
                </a:lnTo>
                <a:lnTo>
                  <a:pt x="9" y="754"/>
                </a:lnTo>
                <a:lnTo>
                  <a:pt x="9" y="753"/>
                </a:lnTo>
                <a:lnTo>
                  <a:pt x="8" y="753"/>
                </a:lnTo>
                <a:lnTo>
                  <a:pt x="9" y="753"/>
                </a:lnTo>
                <a:lnTo>
                  <a:pt x="9" y="752"/>
                </a:lnTo>
                <a:lnTo>
                  <a:pt x="10" y="752"/>
                </a:lnTo>
                <a:lnTo>
                  <a:pt x="10" y="751"/>
                </a:lnTo>
                <a:lnTo>
                  <a:pt x="9" y="750"/>
                </a:lnTo>
                <a:lnTo>
                  <a:pt x="9" y="749"/>
                </a:lnTo>
                <a:lnTo>
                  <a:pt x="8" y="749"/>
                </a:lnTo>
                <a:lnTo>
                  <a:pt x="8" y="748"/>
                </a:lnTo>
                <a:lnTo>
                  <a:pt x="7" y="748"/>
                </a:lnTo>
                <a:lnTo>
                  <a:pt x="7" y="747"/>
                </a:lnTo>
                <a:lnTo>
                  <a:pt x="8" y="747"/>
                </a:lnTo>
                <a:lnTo>
                  <a:pt x="8" y="746"/>
                </a:lnTo>
                <a:lnTo>
                  <a:pt x="9" y="746"/>
                </a:lnTo>
                <a:lnTo>
                  <a:pt x="9" y="745"/>
                </a:lnTo>
                <a:lnTo>
                  <a:pt x="9" y="744"/>
                </a:lnTo>
                <a:lnTo>
                  <a:pt x="9" y="743"/>
                </a:lnTo>
                <a:lnTo>
                  <a:pt x="10" y="743"/>
                </a:lnTo>
                <a:lnTo>
                  <a:pt x="10" y="742"/>
                </a:lnTo>
                <a:lnTo>
                  <a:pt x="11" y="742"/>
                </a:lnTo>
                <a:lnTo>
                  <a:pt x="11" y="741"/>
                </a:lnTo>
                <a:lnTo>
                  <a:pt x="12" y="741"/>
                </a:lnTo>
                <a:lnTo>
                  <a:pt x="12" y="740"/>
                </a:lnTo>
                <a:lnTo>
                  <a:pt x="13" y="740"/>
                </a:lnTo>
                <a:lnTo>
                  <a:pt x="13" y="739"/>
                </a:lnTo>
                <a:lnTo>
                  <a:pt x="14" y="739"/>
                </a:lnTo>
                <a:lnTo>
                  <a:pt x="14" y="738"/>
                </a:lnTo>
                <a:lnTo>
                  <a:pt x="15" y="738"/>
                </a:lnTo>
                <a:lnTo>
                  <a:pt x="15" y="737"/>
                </a:lnTo>
                <a:lnTo>
                  <a:pt x="16" y="737"/>
                </a:lnTo>
                <a:lnTo>
                  <a:pt x="16" y="736"/>
                </a:lnTo>
                <a:lnTo>
                  <a:pt x="17" y="736"/>
                </a:lnTo>
                <a:lnTo>
                  <a:pt x="17" y="735"/>
                </a:lnTo>
                <a:lnTo>
                  <a:pt x="18" y="735"/>
                </a:lnTo>
                <a:lnTo>
                  <a:pt x="19" y="735"/>
                </a:lnTo>
                <a:lnTo>
                  <a:pt x="19" y="734"/>
                </a:lnTo>
                <a:lnTo>
                  <a:pt x="19" y="733"/>
                </a:lnTo>
                <a:lnTo>
                  <a:pt x="18" y="733"/>
                </a:lnTo>
                <a:lnTo>
                  <a:pt x="18" y="732"/>
                </a:lnTo>
                <a:lnTo>
                  <a:pt x="17" y="732"/>
                </a:lnTo>
                <a:lnTo>
                  <a:pt x="17" y="731"/>
                </a:lnTo>
                <a:lnTo>
                  <a:pt x="16" y="731"/>
                </a:lnTo>
                <a:lnTo>
                  <a:pt x="16" y="730"/>
                </a:lnTo>
                <a:lnTo>
                  <a:pt x="17" y="730"/>
                </a:lnTo>
                <a:lnTo>
                  <a:pt x="17" y="729"/>
                </a:lnTo>
                <a:lnTo>
                  <a:pt x="16" y="729"/>
                </a:lnTo>
                <a:lnTo>
                  <a:pt x="16" y="728"/>
                </a:lnTo>
                <a:lnTo>
                  <a:pt x="16" y="727"/>
                </a:lnTo>
                <a:lnTo>
                  <a:pt x="16" y="726"/>
                </a:lnTo>
                <a:lnTo>
                  <a:pt x="16" y="725"/>
                </a:lnTo>
                <a:lnTo>
                  <a:pt x="15" y="725"/>
                </a:lnTo>
                <a:lnTo>
                  <a:pt x="15" y="724"/>
                </a:lnTo>
                <a:lnTo>
                  <a:pt x="14" y="724"/>
                </a:lnTo>
                <a:lnTo>
                  <a:pt x="14" y="723"/>
                </a:lnTo>
                <a:lnTo>
                  <a:pt x="13" y="723"/>
                </a:lnTo>
                <a:lnTo>
                  <a:pt x="12" y="724"/>
                </a:lnTo>
                <a:lnTo>
                  <a:pt x="12" y="723"/>
                </a:lnTo>
                <a:lnTo>
                  <a:pt x="11" y="723"/>
                </a:lnTo>
                <a:lnTo>
                  <a:pt x="10" y="723"/>
                </a:lnTo>
                <a:lnTo>
                  <a:pt x="10" y="722"/>
                </a:lnTo>
                <a:lnTo>
                  <a:pt x="10" y="721"/>
                </a:lnTo>
                <a:lnTo>
                  <a:pt x="10" y="720"/>
                </a:lnTo>
                <a:lnTo>
                  <a:pt x="10" y="719"/>
                </a:lnTo>
                <a:lnTo>
                  <a:pt x="10" y="718"/>
                </a:lnTo>
                <a:lnTo>
                  <a:pt x="10" y="717"/>
                </a:lnTo>
                <a:lnTo>
                  <a:pt x="11" y="717"/>
                </a:lnTo>
                <a:lnTo>
                  <a:pt x="11" y="716"/>
                </a:lnTo>
                <a:lnTo>
                  <a:pt x="12" y="716"/>
                </a:lnTo>
                <a:lnTo>
                  <a:pt x="12" y="715"/>
                </a:lnTo>
                <a:lnTo>
                  <a:pt x="13" y="714"/>
                </a:lnTo>
                <a:lnTo>
                  <a:pt x="13" y="713"/>
                </a:lnTo>
                <a:lnTo>
                  <a:pt x="14" y="713"/>
                </a:lnTo>
                <a:lnTo>
                  <a:pt x="14" y="712"/>
                </a:lnTo>
                <a:lnTo>
                  <a:pt x="15" y="712"/>
                </a:lnTo>
                <a:lnTo>
                  <a:pt x="16" y="712"/>
                </a:lnTo>
                <a:lnTo>
                  <a:pt x="17" y="712"/>
                </a:lnTo>
                <a:lnTo>
                  <a:pt x="18" y="712"/>
                </a:lnTo>
                <a:lnTo>
                  <a:pt x="19" y="712"/>
                </a:lnTo>
                <a:lnTo>
                  <a:pt x="19" y="711"/>
                </a:lnTo>
                <a:lnTo>
                  <a:pt x="20" y="711"/>
                </a:lnTo>
                <a:lnTo>
                  <a:pt x="20" y="712"/>
                </a:lnTo>
                <a:lnTo>
                  <a:pt x="21" y="713"/>
                </a:lnTo>
                <a:lnTo>
                  <a:pt x="22" y="712"/>
                </a:lnTo>
                <a:lnTo>
                  <a:pt x="22" y="711"/>
                </a:lnTo>
                <a:lnTo>
                  <a:pt x="23" y="711"/>
                </a:lnTo>
                <a:lnTo>
                  <a:pt x="24" y="711"/>
                </a:lnTo>
                <a:lnTo>
                  <a:pt x="24" y="710"/>
                </a:lnTo>
                <a:lnTo>
                  <a:pt x="25" y="710"/>
                </a:lnTo>
                <a:lnTo>
                  <a:pt x="26" y="710"/>
                </a:lnTo>
                <a:lnTo>
                  <a:pt x="27" y="710"/>
                </a:lnTo>
                <a:lnTo>
                  <a:pt x="27" y="709"/>
                </a:lnTo>
                <a:lnTo>
                  <a:pt x="28" y="709"/>
                </a:lnTo>
                <a:lnTo>
                  <a:pt x="28" y="708"/>
                </a:lnTo>
                <a:lnTo>
                  <a:pt x="28" y="707"/>
                </a:lnTo>
                <a:lnTo>
                  <a:pt x="29" y="708"/>
                </a:lnTo>
                <a:lnTo>
                  <a:pt x="30" y="708"/>
                </a:lnTo>
                <a:lnTo>
                  <a:pt x="31" y="708"/>
                </a:lnTo>
                <a:lnTo>
                  <a:pt x="31" y="707"/>
                </a:lnTo>
                <a:lnTo>
                  <a:pt x="32" y="707"/>
                </a:lnTo>
                <a:lnTo>
                  <a:pt x="32" y="706"/>
                </a:lnTo>
                <a:lnTo>
                  <a:pt x="33" y="706"/>
                </a:lnTo>
                <a:lnTo>
                  <a:pt x="33" y="705"/>
                </a:lnTo>
                <a:lnTo>
                  <a:pt x="34" y="705"/>
                </a:lnTo>
                <a:lnTo>
                  <a:pt x="35" y="705"/>
                </a:lnTo>
                <a:lnTo>
                  <a:pt x="35" y="704"/>
                </a:lnTo>
                <a:lnTo>
                  <a:pt x="36" y="704"/>
                </a:lnTo>
                <a:lnTo>
                  <a:pt x="36" y="703"/>
                </a:lnTo>
                <a:lnTo>
                  <a:pt x="37" y="703"/>
                </a:lnTo>
                <a:lnTo>
                  <a:pt x="36" y="703"/>
                </a:lnTo>
                <a:lnTo>
                  <a:pt x="36" y="701"/>
                </a:lnTo>
                <a:lnTo>
                  <a:pt x="37" y="701"/>
                </a:lnTo>
                <a:lnTo>
                  <a:pt x="36" y="701"/>
                </a:lnTo>
                <a:lnTo>
                  <a:pt x="36" y="700"/>
                </a:lnTo>
                <a:lnTo>
                  <a:pt x="35" y="699"/>
                </a:lnTo>
                <a:lnTo>
                  <a:pt x="35" y="698"/>
                </a:lnTo>
                <a:lnTo>
                  <a:pt x="34" y="698"/>
                </a:lnTo>
                <a:lnTo>
                  <a:pt x="34" y="697"/>
                </a:lnTo>
                <a:lnTo>
                  <a:pt x="34" y="696"/>
                </a:lnTo>
                <a:lnTo>
                  <a:pt x="33" y="696"/>
                </a:lnTo>
                <a:lnTo>
                  <a:pt x="33" y="695"/>
                </a:lnTo>
                <a:lnTo>
                  <a:pt x="32" y="695"/>
                </a:lnTo>
                <a:lnTo>
                  <a:pt x="32" y="694"/>
                </a:lnTo>
                <a:lnTo>
                  <a:pt x="31" y="693"/>
                </a:lnTo>
                <a:lnTo>
                  <a:pt x="31" y="692"/>
                </a:lnTo>
                <a:lnTo>
                  <a:pt x="31" y="691"/>
                </a:lnTo>
                <a:lnTo>
                  <a:pt x="32" y="690"/>
                </a:lnTo>
                <a:lnTo>
                  <a:pt x="32" y="689"/>
                </a:lnTo>
                <a:lnTo>
                  <a:pt x="32" y="688"/>
                </a:lnTo>
                <a:lnTo>
                  <a:pt x="33" y="688"/>
                </a:lnTo>
                <a:lnTo>
                  <a:pt x="33" y="687"/>
                </a:lnTo>
                <a:lnTo>
                  <a:pt x="33" y="686"/>
                </a:lnTo>
                <a:lnTo>
                  <a:pt x="32" y="686"/>
                </a:lnTo>
                <a:lnTo>
                  <a:pt x="31" y="686"/>
                </a:lnTo>
                <a:lnTo>
                  <a:pt x="31" y="687"/>
                </a:lnTo>
                <a:lnTo>
                  <a:pt x="30" y="687"/>
                </a:lnTo>
                <a:lnTo>
                  <a:pt x="30" y="686"/>
                </a:lnTo>
                <a:lnTo>
                  <a:pt x="28" y="686"/>
                </a:lnTo>
                <a:lnTo>
                  <a:pt x="27" y="686"/>
                </a:lnTo>
                <a:lnTo>
                  <a:pt x="26" y="686"/>
                </a:lnTo>
                <a:lnTo>
                  <a:pt x="25" y="685"/>
                </a:lnTo>
                <a:lnTo>
                  <a:pt x="25" y="684"/>
                </a:lnTo>
                <a:lnTo>
                  <a:pt x="25" y="683"/>
                </a:lnTo>
                <a:lnTo>
                  <a:pt x="26" y="683"/>
                </a:lnTo>
                <a:lnTo>
                  <a:pt x="25" y="682"/>
                </a:lnTo>
                <a:lnTo>
                  <a:pt x="26" y="682"/>
                </a:lnTo>
                <a:lnTo>
                  <a:pt x="26" y="681"/>
                </a:lnTo>
                <a:lnTo>
                  <a:pt x="25" y="680"/>
                </a:lnTo>
                <a:lnTo>
                  <a:pt x="25" y="679"/>
                </a:lnTo>
                <a:lnTo>
                  <a:pt x="25" y="678"/>
                </a:lnTo>
                <a:lnTo>
                  <a:pt x="25" y="677"/>
                </a:lnTo>
                <a:lnTo>
                  <a:pt x="25" y="676"/>
                </a:lnTo>
                <a:lnTo>
                  <a:pt x="25" y="675"/>
                </a:lnTo>
                <a:lnTo>
                  <a:pt x="24" y="675"/>
                </a:lnTo>
                <a:lnTo>
                  <a:pt x="24" y="674"/>
                </a:lnTo>
                <a:lnTo>
                  <a:pt x="24" y="673"/>
                </a:lnTo>
                <a:lnTo>
                  <a:pt x="24" y="672"/>
                </a:lnTo>
                <a:lnTo>
                  <a:pt x="24" y="671"/>
                </a:lnTo>
                <a:lnTo>
                  <a:pt x="25" y="671"/>
                </a:lnTo>
                <a:lnTo>
                  <a:pt x="25" y="670"/>
                </a:lnTo>
                <a:lnTo>
                  <a:pt x="24" y="670"/>
                </a:lnTo>
                <a:lnTo>
                  <a:pt x="24" y="669"/>
                </a:lnTo>
                <a:lnTo>
                  <a:pt x="24" y="668"/>
                </a:lnTo>
                <a:lnTo>
                  <a:pt x="25" y="668"/>
                </a:lnTo>
                <a:lnTo>
                  <a:pt x="25" y="667"/>
                </a:lnTo>
                <a:lnTo>
                  <a:pt x="24" y="667"/>
                </a:lnTo>
                <a:lnTo>
                  <a:pt x="24" y="666"/>
                </a:lnTo>
                <a:lnTo>
                  <a:pt x="24" y="665"/>
                </a:lnTo>
                <a:lnTo>
                  <a:pt x="23" y="665"/>
                </a:lnTo>
                <a:lnTo>
                  <a:pt x="23" y="664"/>
                </a:lnTo>
                <a:lnTo>
                  <a:pt x="22" y="664"/>
                </a:lnTo>
                <a:lnTo>
                  <a:pt x="22" y="663"/>
                </a:lnTo>
                <a:lnTo>
                  <a:pt x="22" y="662"/>
                </a:lnTo>
                <a:lnTo>
                  <a:pt x="22" y="661"/>
                </a:lnTo>
                <a:lnTo>
                  <a:pt x="21" y="661"/>
                </a:lnTo>
                <a:lnTo>
                  <a:pt x="20" y="661"/>
                </a:lnTo>
                <a:lnTo>
                  <a:pt x="20" y="660"/>
                </a:lnTo>
                <a:lnTo>
                  <a:pt x="19" y="660"/>
                </a:lnTo>
                <a:lnTo>
                  <a:pt x="19" y="659"/>
                </a:lnTo>
                <a:lnTo>
                  <a:pt x="18" y="659"/>
                </a:lnTo>
                <a:lnTo>
                  <a:pt x="18" y="658"/>
                </a:lnTo>
                <a:lnTo>
                  <a:pt x="18" y="657"/>
                </a:lnTo>
                <a:lnTo>
                  <a:pt x="17" y="657"/>
                </a:lnTo>
                <a:lnTo>
                  <a:pt x="17" y="656"/>
                </a:lnTo>
                <a:lnTo>
                  <a:pt x="17" y="655"/>
                </a:lnTo>
                <a:lnTo>
                  <a:pt x="16" y="655"/>
                </a:lnTo>
                <a:lnTo>
                  <a:pt x="16" y="654"/>
                </a:lnTo>
                <a:lnTo>
                  <a:pt x="16" y="653"/>
                </a:lnTo>
                <a:lnTo>
                  <a:pt x="16" y="652"/>
                </a:lnTo>
                <a:lnTo>
                  <a:pt x="16" y="651"/>
                </a:lnTo>
                <a:lnTo>
                  <a:pt x="16" y="650"/>
                </a:lnTo>
                <a:lnTo>
                  <a:pt x="16" y="649"/>
                </a:lnTo>
                <a:lnTo>
                  <a:pt x="17" y="649"/>
                </a:lnTo>
                <a:lnTo>
                  <a:pt x="17" y="648"/>
                </a:lnTo>
                <a:lnTo>
                  <a:pt x="18" y="648"/>
                </a:lnTo>
                <a:lnTo>
                  <a:pt x="18" y="647"/>
                </a:lnTo>
                <a:lnTo>
                  <a:pt x="19" y="647"/>
                </a:lnTo>
                <a:lnTo>
                  <a:pt x="19" y="646"/>
                </a:lnTo>
                <a:lnTo>
                  <a:pt x="20" y="646"/>
                </a:lnTo>
                <a:lnTo>
                  <a:pt x="20" y="645"/>
                </a:lnTo>
                <a:lnTo>
                  <a:pt x="21" y="645"/>
                </a:lnTo>
                <a:lnTo>
                  <a:pt x="21" y="644"/>
                </a:lnTo>
                <a:lnTo>
                  <a:pt x="22" y="644"/>
                </a:lnTo>
                <a:lnTo>
                  <a:pt x="23" y="644"/>
                </a:lnTo>
                <a:lnTo>
                  <a:pt x="24" y="644"/>
                </a:lnTo>
                <a:lnTo>
                  <a:pt x="25" y="644"/>
                </a:lnTo>
                <a:lnTo>
                  <a:pt x="25" y="643"/>
                </a:lnTo>
                <a:lnTo>
                  <a:pt x="26" y="643"/>
                </a:lnTo>
                <a:lnTo>
                  <a:pt x="27" y="643"/>
                </a:lnTo>
                <a:lnTo>
                  <a:pt x="27" y="642"/>
                </a:lnTo>
                <a:lnTo>
                  <a:pt x="28" y="642"/>
                </a:lnTo>
                <a:lnTo>
                  <a:pt x="28" y="643"/>
                </a:lnTo>
                <a:lnTo>
                  <a:pt x="29" y="643"/>
                </a:lnTo>
                <a:lnTo>
                  <a:pt x="30" y="643"/>
                </a:lnTo>
                <a:lnTo>
                  <a:pt x="31" y="643"/>
                </a:lnTo>
                <a:lnTo>
                  <a:pt x="31" y="642"/>
                </a:lnTo>
                <a:lnTo>
                  <a:pt x="32" y="642"/>
                </a:lnTo>
                <a:lnTo>
                  <a:pt x="32" y="643"/>
                </a:lnTo>
                <a:lnTo>
                  <a:pt x="33" y="643"/>
                </a:lnTo>
                <a:lnTo>
                  <a:pt x="34" y="643"/>
                </a:lnTo>
                <a:lnTo>
                  <a:pt x="35" y="642"/>
                </a:lnTo>
                <a:lnTo>
                  <a:pt x="36" y="642"/>
                </a:lnTo>
                <a:lnTo>
                  <a:pt x="35" y="642"/>
                </a:lnTo>
                <a:lnTo>
                  <a:pt x="35" y="641"/>
                </a:lnTo>
                <a:lnTo>
                  <a:pt x="36" y="641"/>
                </a:lnTo>
                <a:lnTo>
                  <a:pt x="35" y="641"/>
                </a:lnTo>
                <a:lnTo>
                  <a:pt x="35" y="640"/>
                </a:lnTo>
                <a:lnTo>
                  <a:pt x="36" y="640"/>
                </a:lnTo>
                <a:lnTo>
                  <a:pt x="36" y="639"/>
                </a:lnTo>
                <a:lnTo>
                  <a:pt x="37" y="639"/>
                </a:lnTo>
                <a:lnTo>
                  <a:pt x="37" y="638"/>
                </a:lnTo>
                <a:lnTo>
                  <a:pt x="38" y="638"/>
                </a:lnTo>
                <a:lnTo>
                  <a:pt x="38" y="637"/>
                </a:lnTo>
                <a:lnTo>
                  <a:pt x="39" y="637"/>
                </a:lnTo>
                <a:lnTo>
                  <a:pt x="40" y="637"/>
                </a:lnTo>
                <a:lnTo>
                  <a:pt x="40" y="636"/>
                </a:lnTo>
                <a:lnTo>
                  <a:pt x="41" y="636"/>
                </a:lnTo>
                <a:lnTo>
                  <a:pt x="41" y="634"/>
                </a:lnTo>
                <a:lnTo>
                  <a:pt x="42" y="633"/>
                </a:lnTo>
                <a:lnTo>
                  <a:pt x="42" y="632"/>
                </a:lnTo>
                <a:lnTo>
                  <a:pt x="41" y="632"/>
                </a:lnTo>
                <a:lnTo>
                  <a:pt x="41" y="631"/>
                </a:lnTo>
                <a:lnTo>
                  <a:pt x="40" y="631"/>
                </a:lnTo>
                <a:lnTo>
                  <a:pt x="39" y="630"/>
                </a:lnTo>
                <a:lnTo>
                  <a:pt x="38" y="630"/>
                </a:lnTo>
                <a:lnTo>
                  <a:pt x="38" y="629"/>
                </a:lnTo>
                <a:lnTo>
                  <a:pt x="37" y="629"/>
                </a:lnTo>
                <a:lnTo>
                  <a:pt x="37" y="628"/>
                </a:lnTo>
                <a:lnTo>
                  <a:pt x="37" y="627"/>
                </a:lnTo>
                <a:lnTo>
                  <a:pt x="38" y="627"/>
                </a:lnTo>
                <a:lnTo>
                  <a:pt x="38" y="626"/>
                </a:lnTo>
                <a:lnTo>
                  <a:pt x="37" y="626"/>
                </a:lnTo>
                <a:lnTo>
                  <a:pt x="37" y="625"/>
                </a:lnTo>
                <a:lnTo>
                  <a:pt x="36" y="625"/>
                </a:lnTo>
                <a:lnTo>
                  <a:pt x="36" y="624"/>
                </a:lnTo>
                <a:lnTo>
                  <a:pt x="35" y="624"/>
                </a:lnTo>
                <a:lnTo>
                  <a:pt x="35" y="623"/>
                </a:lnTo>
                <a:lnTo>
                  <a:pt x="35" y="622"/>
                </a:lnTo>
                <a:lnTo>
                  <a:pt x="34" y="622"/>
                </a:lnTo>
                <a:lnTo>
                  <a:pt x="34" y="621"/>
                </a:lnTo>
                <a:lnTo>
                  <a:pt x="34" y="620"/>
                </a:lnTo>
                <a:lnTo>
                  <a:pt x="33" y="620"/>
                </a:lnTo>
                <a:lnTo>
                  <a:pt x="33" y="619"/>
                </a:lnTo>
                <a:lnTo>
                  <a:pt x="32" y="619"/>
                </a:lnTo>
                <a:lnTo>
                  <a:pt x="31" y="619"/>
                </a:lnTo>
                <a:lnTo>
                  <a:pt x="31" y="618"/>
                </a:lnTo>
                <a:lnTo>
                  <a:pt x="30" y="618"/>
                </a:lnTo>
                <a:lnTo>
                  <a:pt x="29" y="617"/>
                </a:lnTo>
                <a:lnTo>
                  <a:pt x="28" y="617"/>
                </a:lnTo>
                <a:lnTo>
                  <a:pt x="28" y="616"/>
                </a:lnTo>
                <a:lnTo>
                  <a:pt x="27" y="616"/>
                </a:lnTo>
                <a:lnTo>
                  <a:pt x="26" y="615"/>
                </a:lnTo>
                <a:lnTo>
                  <a:pt x="26" y="614"/>
                </a:lnTo>
                <a:lnTo>
                  <a:pt x="25" y="614"/>
                </a:lnTo>
                <a:lnTo>
                  <a:pt x="25" y="613"/>
                </a:lnTo>
                <a:lnTo>
                  <a:pt x="24" y="613"/>
                </a:lnTo>
                <a:lnTo>
                  <a:pt x="24" y="612"/>
                </a:lnTo>
                <a:lnTo>
                  <a:pt x="23" y="612"/>
                </a:lnTo>
                <a:lnTo>
                  <a:pt x="23" y="611"/>
                </a:lnTo>
                <a:lnTo>
                  <a:pt x="22" y="611"/>
                </a:lnTo>
                <a:lnTo>
                  <a:pt x="21" y="611"/>
                </a:lnTo>
                <a:lnTo>
                  <a:pt x="21" y="610"/>
                </a:lnTo>
                <a:lnTo>
                  <a:pt x="20" y="610"/>
                </a:lnTo>
                <a:lnTo>
                  <a:pt x="19" y="609"/>
                </a:lnTo>
                <a:lnTo>
                  <a:pt x="19" y="608"/>
                </a:lnTo>
                <a:lnTo>
                  <a:pt x="18" y="608"/>
                </a:lnTo>
                <a:lnTo>
                  <a:pt x="17" y="608"/>
                </a:lnTo>
                <a:lnTo>
                  <a:pt x="18" y="608"/>
                </a:lnTo>
                <a:lnTo>
                  <a:pt x="18" y="607"/>
                </a:lnTo>
                <a:lnTo>
                  <a:pt x="18" y="606"/>
                </a:lnTo>
                <a:lnTo>
                  <a:pt x="18" y="605"/>
                </a:lnTo>
                <a:lnTo>
                  <a:pt x="19" y="605"/>
                </a:lnTo>
                <a:lnTo>
                  <a:pt x="19" y="604"/>
                </a:lnTo>
                <a:lnTo>
                  <a:pt x="20" y="604"/>
                </a:lnTo>
                <a:lnTo>
                  <a:pt x="21" y="604"/>
                </a:lnTo>
                <a:lnTo>
                  <a:pt x="21" y="603"/>
                </a:lnTo>
                <a:lnTo>
                  <a:pt x="21" y="602"/>
                </a:lnTo>
                <a:lnTo>
                  <a:pt x="21" y="601"/>
                </a:lnTo>
                <a:lnTo>
                  <a:pt x="20" y="601"/>
                </a:lnTo>
                <a:lnTo>
                  <a:pt x="20" y="600"/>
                </a:lnTo>
                <a:lnTo>
                  <a:pt x="19" y="600"/>
                </a:lnTo>
                <a:lnTo>
                  <a:pt x="18" y="600"/>
                </a:lnTo>
                <a:lnTo>
                  <a:pt x="18" y="601"/>
                </a:lnTo>
                <a:lnTo>
                  <a:pt x="17" y="600"/>
                </a:lnTo>
                <a:lnTo>
                  <a:pt x="16" y="600"/>
                </a:lnTo>
                <a:lnTo>
                  <a:pt x="14" y="600"/>
                </a:lnTo>
                <a:lnTo>
                  <a:pt x="13" y="600"/>
                </a:lnTo>
                <a:lnTo>
                  <a:pt x="12" y="600"/>
                </a:lnTo>
                <a:lnTo>
                  <a:pt x="12" y="599"/>
                </a:lnTo>
                <a:lnTo>
                  <a:pt x="11" y="599"/>
                </a:lnTo>
                <a:lnTo>
                  <a:pt x="10" y="599"/>
                </a:lnTo>
                <a:lnTo>
                  <a:pt x="10" y="598"/>
                </a:lnTo>
                <a:lnTo>
                  <a:pt x="11" y="598"/>
                </a:lnTo>
                <a:lnTo>
                  <a:pt x="11" y="597"/>
                </a:lnTo>
                <a:lnTo>
                  <a:pt x="11" y="596"/>
                </a:lnTo>
                <a:lnTo>
                  <a:pt x="11" y="595"/>
                </a:lnTo>
                <a:lnTo>
                  <a:pt x="12" y="595"/>
                </a:lnTo>
                <a:lnTo>
                  <a:pt x="12" y="594"/>
                </a:lnTo>
                <a:lnTo>
                  <a:pt x="12" y="593"/>
                </a:lnTo>
                <a:lnTo>
                  <a:pt x="12" y="592"/>
                </a:lnTo>
                <a:lnTo>
                  <a:pt x="13" y="592"/>
                </a:lnTo>
                <a:lnTo>
                  <a:pt x="13" y="591"/>
                </a:lnTo>
                <a:lnTo>
                  <a:pt x="14" y="590"/>
                </a:lnTo>
                <a:lnTo>
                  <a:pt x="13" y="590"/>
                </a:lnTo>
                <a:lnTo>
                  <a:pt x="13" y="589"/>
                </a:lnTo>
                <a:lnTo>
                  <a:pt x="12" y="589"/>
                </a:lnTo>
                <a:lnTo>
                  <a:pt x="12" y="588"/>
                </a:lnTo>
                <a:lnTo>
                  <a:pt x="11" y="588"/>
                </a:lnTo>
                <a:lnTo>
                  <a:pt x="11" y="587"/>
                </a:lnTo>
                <a:lnTo>
                  <a:pt x="11" y="586"/>
                </a:lnTo>
                <a:lnTo>
                  <a:pt x="11" y="585"/>
                </a:lnTo>
                <a:lnTo>
                  <a:pt x="10" y="585"/>
                </a:lnTo>
                <a:lnTo>
                  <a:pt x="10" y="584"/>
                </a:lnTo>
                <a:lnTo>
                  <a:pt x="10" y="583"/>
                </a:lnTo>
                <a:lnTo>
                  <a:pt x="10" y="582"/>
                </a:lnTo>
                <a:lnTo>
                  <a:pt x="11" y="582"/>
                </a:lnTo>
                <a:lnTo>
                  <a:pt x="10" y="582"/>
                </a:lnTo>
                <a:lnTo>
                  <a:pt x="10" y="581"/>
                </a:lnTo>
                <a:lnTo>
                  <a:pt x="10" y="580"/>
                </a:lnTo>
                <a:lnTo>
                  <a:pt x="9" y="580"/>
                </a:lnTo>
                <a:lnTo>
                  <a:pt x="8" y="580"/>
                </a:lnTo>
                <a:lnTo>
                  <a:pt x="7" y="580"/>
                </a:lnTo>
                <a:lnTo>
                  <a:pt x="7" y="581"/>
                </a:lnTo>
                <a:lnTo>
                  <a:pt x="6" y="581"/>
                </a:lnTo>
                <a:lnTo>
                  <a:pt x="5" y="581"/>
                </a:lnTo>
                <a:lnTo>
                  <a:pt x="4" y="581"/>
                </a:lnTo>
                <a:lnTo>
                  <a:pt x="3" y="581"/>
                </a:lnTo>
                <a:lnTo>
                  <a:pt x="2" y="582"/>
                </a:lnTo>
                <a:lnTo>
                  <a:pt x="2" y="581"/>
                </a:lnTo>
                <a:lnTo>
                  <a:pt x="1" y="581"/>
                </a:lnTo>
                <a:lnTo>
                  <a:pt x="1" y="580"/>
                </a:lnTo>
                <a:lnTo>
                  <a:pt x="1" y="579"/>
                </a:lnTo>
                <a:lnTo>
                  <a:pt x="1" y="578"/>
                </a:lnTo>
                <a:lnTo>
                  <a:pt x="0" y="577"/>
                </a:lnTo>
                <a:lnTo>
                  <a:pt x="0" y="576"/>
                </a:lnTo>
                <a:lnTo>
                  <a:pt x="0" y="575"/>
                </a:lnTo>
                <a:lnTo>
                  <a:pt x="1" y="575"/>
                </a:lnTo>
                <a:lnTo>
                  <a:pt x="1" y="574"/>
                </a:lnTo>
                <a:lnTo>
                  <a:pt x="1" y="573"/>
                </a:lnTo>
                <a:lnTo>
                  <a:pt x="1" y="572"/>
                </a:lnTo>
                <a:lnTo>
                  <a:pt x="1" y="571"/>
                </a:lnTo>
                <a:lnTo>
                  <a:pt x="0" y="571"/>
                </a:lnTo>
                <a:lnTo>
                  <a:pt x="1" y="571"/>
                </a:lnTo>
                <a:lnTo>
                  <a:pt x="1" y="570"/>
                </a:lnTo>
                <a:lnTo>
                  <a:pt x="1" y="569"/>
                </a:lnTo>
                <a:lnTo>
                  <a:pt x="1" y="568"/>
                </a:lnTo>
                <a:lnTo>
                  <a:pt x="2" y="568"/>
                </a:lnTo>
                <a:lnTo>
                  <a:pt x="1" y="568"/>
                </a:lnTo>
                <a:lnTo>
                  <a:pt x="1" y="567"/>
                </a:lnTo>
                <a:lnTo>
                  <a:pt x="0" y="567"/>
                </a:lnTo>
                <a:lnTo>
                  <a:pt x="0" y="566"/>
                </a:lnTo>
                <a:lnTo>
                  <a:pt x="0" y="564"/>
                </a:lnTo>
                <a:lnTo>
                  <a:pt x="1" y="564"/>
                </a:lnTo>
                <a:lnTo>
                  <a:pt x="2" y="563"/>
                </a:lnTo>
                <a:lnTo>
                  <a:pt x="3" y="563"/>
                </a:lnTo>
                <a:lnTo>
                  <a:pt x="4" y="563"/>
                </a:lnTo>
                <a:lnTo>
                  <a:pt x="4" y="562"/>
                </a:lnTo>
                <a:lnTo>
                  <a:pt x="5" y="562"/>
                </a:lnTo>
                <a:lnTo>
                  <a:pt x="5" y="561"/>
                </a:lnTo>
                <a:lnTo>
                  <a:pt x="6" y="562"/>
                </a:lnTo>
                <a:lnTo>
                  <a:pt x="6" y="561"/>
                </a:lnTo>
                <a:lnTo>
                  <a:pt x="7" y="561"/>
                </a:lnTo>
                <a:lnTo>
                  <a:pt x="9" y="561"/>
                </a:lnTo>
                <a:lnTo>
                  <a:pt x="9" y="560"/>
                </a:lnTo>
                <a:lnTo>
                  <a:pt x="9" y="559"/>
                </a:lnTo>
                <a:lnTo>
                  <a:pt x="10" y="559"/>
                </a:lnTo>
                <a:lnTo>
                  <a:pt x="11" y="559"/>
                </a:lnTo>
                <a:lnTo>
                  <a:pt x="12" y="559"/>
                </a:lnTo>
                <a:lnTo>
                  <a:pt x="12" y="558"/>
                </a:lnTo>
                <a:lnTo>
                  <a:pt x="12" y="557"/>
                </a:lnTo>
                <a:lnTo>
                  <a:pt x="13" y="557"/>
                </a:lnTo>
                <a:lnTo>
                  <a:pt x="13" y="556"/>
                </a:lnTo>
                <a:lnTo>
                  <a:pt x="13" y="555"/>
                </a:lnTo>
                <a:lnTo>
                  <a:pt x="14" y="555"/>
                </a:lnTo>
                <a:lnTo>
                  <a:pt x="14" y="554"/>
                </a:lnTo>
                <a:lnTo>
                  <a:pt x="14" y="553"/>
                </a:lnTo>
                <a:lnTo>
                  <a:pt x="15" y="553"/>
                </a:lnTo>
                <a:lnTo>
                  <a:pt x="15" y="552"/>
                </a:lnTo>
                <a:lnTo>
                  <a:pt x="16" y="552"/>
                </a:lnTo>
                <a:lnTo>
                  <a:pt x="16" y="551"/>
                </a:lnTo>
                <a:lnTo>
                  <a:pt x="16" y="550"/>
                </a:lnTo>
                <a:lnTo>
                  <a:pt x="17" y="550"/>
                </a:lnTo>
                <a:lnTo>
                  <a:pt x="18" y="550"/>
                </a:lnTo>
                <a:lnTo>
                  <a:pt x="19" y="550"/>
                </a:lnTo>
                <a:lnTo>
                  <a:pt x="19" y="549"/>
                </a:lnTo>
                <a:lnTo>
                  <a:pt x="18" y="549"/>
                </a:lnTo>
                <a:lnTo>
                  <a:pt x="18" y="548"/>
                </a:lnTo>
                <a:lnTo>
                  <a:pt x="18" y="547"/>
                </a:lnTo>
                <a:lnTo>
                  <a:pt x="18" y="546"/>
                </a:lnTo>
                <a:lnTo>
                  <a:pt x="18" y="545"/>
                </a:lnTo>
                <a:lnTo>
                  <a:pt x="18" y="544"/>
                </a:lnTo>
                <a:lnTo>
                  <a:pt x="17" y="544"/>
                </a:lnTo>
                <a:lnTo>
                  <a:pt x="16" y="544"/>
                </a:lnTo>
                <a:lnTo>
                  <a:pt x="16" y="543"/>
                </a:lnTo>
                <a:lnTo>
                  <a:pt x="15" y="543"/>
                </a:lnTo>
                <a:lnTo>
                  <a:pt x="15" y="542"/>
                </a:lnTo>
                <a:lnTo>
                  <a:pt x="15" y="541"/>
                </a:lnTo>
                <a:lnTo>
                  <a:pt x="16" y="541"/>
                </a:lnTo>
                <a:lnTo>
                  <a:pt x="16" y="540"/>
                </a:lnTo>
                <a:lnTo>
                  <a:pt x="17" y="540"/>
                </a:lnTo>
                <a:lnTo>
                  <a:pt x="17" y="539"/>
                </a:lnTo>
                <a:lnTo>
                  <a:pt x="17" y="538"/>
                </a:lnTo>
                <a:lnTo>
                  <a:pt x="18" y="537"/>
                </a:lnTo>
                <a:lnTo>
                  <a:pt x="18" y="536"/>
                </a:lnTo>
                <a:lnTo>
                  <a:pt x="17" y="536"/>
                </a:lnTo>
                <a:lnTo>
                  <a:pt x="17" y="535"/>
                </a:lnTo>
                <a:lnTo>
                  <a:pt x="16" y="535"/>
                </a:lnTo>
                <a:lnTo>
                  <a:pt x="15" y="535"/>
                </a:lnTo>
                <a:lnTo>
                  <a:pt x="15" y="533"/>
                </a:lnTo>
                <a:lnTo>
                  <a:pt x="15" y="532"/>
                </a:lnTo>
                <a:lnTo>
                  <a:pt x="14" y="532"/>
                </a:lnTo>
                <a:lnTo>
                  <a:pt x="14" y="531"/>
                </a:lnTo>
                <a:lnTo>
                  <a:pt x="14" y="530"/>
                </a:lnTo>
                <a:lnTo>
                  <a:pt x="14" y="529"/>
                </a:lnTo>
                <a:lnTo>
                  <a:pt x="15" y="529"/>
                </a:lnTo>
                <a:lnTo>
                  <a:pt x="17" y="529"/>
                </a:lnTo>
                <a:lnTo>
                  <a:pt x="17" y="528"/>
                </a:lnTo>
                <a:lnTo>
                  <a:pt x="18" y="528"/>
                </a:lnTo>
                <a:lnTo>
                  <a:pt x="18" y="527"/>
                </a:lnTo>
                <a:lnTo>
                  <a:pt x="18" y="526"/>
                </a:lnTo>
                <a:lnTo>
                  <a:pt x="18" y="524"/>
                </a:lnTo>
                <a:lnTo>
                  <a:pt x="19" y="524"/>
                </a:lnTo>
                <a:lnTo>
                  <a:pt x="19" y="523"/>
                </a:lnTo>
                <a:lnTo>
                  <a:pt x="19" y="522"/>
                </a:lnTo>
                <a:lnTo>
                  <a:pt x="20" y="522"/>
                </a:lnTo>
                <a:lnTo>
                  <a:pt x="20" y="521"/>
                </a:lnTo>
                <a:lnTo>
                  <a:pt x="20" y="520"/>
                </a:lnTo>
                <a:lnTo>
                  <a:pt x="20" y="519"/>
                </a:lnTo>
                <a:lnTo>
                  <a:pt x="19" y="519"/>
                </a:lnTo>
                <a:lnTo>
                  <a:pt x="19" y="518"/>
                </a:lnTo>
                <a:lnTo>
                  <a:pt x="19" y="517"/>
                </a:lnTo>
                <a:lnTo>
                  <a:pt x="18" y="516"/>
                </a:lnTo>
                <a:lnTo>
                  <a:pt x="18" y="515"/>
                </a:lnTo>
                <a:lnTo>
                  <a:pt x="17" y="515"/>
                </a:lnTo>
                <a:lnTo>
                  <a:pt x="18" y="514"/>
                </a:lnTo>
                <a:lnTo>
                  <a:pt x="19" y="514"/>
                </a:lnTo>
                <a:lnTo>
                  <a:pt x="19" y="513"/>
                </a:lnTo>
                <a:lnTo>
                  <a:pt x="18" y="513"/>
                </a:lnTo>
                <a:lnTo>
                  <a:pt x="18" y="512"/>
                </a:lnTo>
                <a:lnTo>
                  <a:pt x="17" y="512"/>
                </a:lnTo>
                <a:lnTo>
                  <a:pt x="17" y="511"/>
                </a:lnTo>
                <a:lnTo>
                  <a:pt x="17" y="510"/>
                </a:lnTo>
                <a:lnTo>
                  <a:pt x="17" y="509"/>
                </a:lnTo>
                <a:lnTo>
                  <a:pt x="16" y="509"/>
                </a:lnTo>
                <a:lnTo>
                  <a:pt x="16" y="508"/>
                </a:lnTo>
                <a:lnTo>
                  <a:pt x="16" y="507"/>
                </a:lnTo>
                <a:lnTo>
                  <a:pt x="16" y="506"/>
                </a:lnTo>
                <a:lnTo>
                  <a:pt x="16" y="505"/>
                </a:lnTo>
                <a:lnTo>
                  <a:pt x="16" y="504"/>
                </a:lnTo>
                <a:lnTo>
                  <a:pt x="16" y="503"/>
                </a:lnTo>
                <a:lnTo>
                  <a:pt x="15" y="503"/>
                </a:lnTo>
                <a:lnTo>
                  <a:pt x="15" y="502"/>
                </a:lnTo>
                <a:lnTo>
                  <a:pt x="14" y="502"/>
                </a:lnTo>
                <a:lnTo>
                  <a:pt x="14" y="501"/>
                </a:lnTo>
                <a:lnTo>
                  <a:pt x="13" y="501"/>
                </a:lnTo>
                <a:lnTo>
                  <a:pt x="13" y="500"/>
                </a:lnTo>
                <a:lnTo>
                  <a:pt x="13" y="499"/>
                </a:lnTo>
                <a:lnTo>
                  <a:pt x="12" y="499"/>
                </a:lnTo>
                <a:lnTo>
                  <a:pt x="12" y="498"/>
                </a:lnTo>
                <a:lnTo>
                  <a:pt x="12" y="497"/>
                </a:lnTo>
                <a:lnTo>
                  <a:pt x="13" y="497"/>
                </a:lnTo>
                <a:lnTo>
                  <a:pt x="14" y="497"/>
                </a:lnTo>
                <a:lnTo>
                  <a:pt x="14" y="496"/>
                </a:lnTo>
                <a:lnTo>
                  <a:pt x="15" y="496"/>
                </a:lnTo>
                <a:lnTo>
                  <a:pt x="15" y="495"/>
                </a:lnTo>
                <a:lnTo>
                  <a:pt x="16" y="495"/>
                </a:lnTo>
                <a:lnTo>
                  <a:pt x="16" y="494"/>
                </a:lnTo>
                <a:lnTo>
                  <a:pt x="17" y="494"/>
                </a:lnTo>
                <a:lnTo>
                  <a:pt x="17" y="493"/>
                </a:lnTo>
                <a:lnTo>
                  <a:pt x="18" y="492"/>
                </a:lnTo>
                <a:lnTo>
                  <a:pt x="19" y="492"/>
                </a:lnTo>
                <a:lnTo>
                  <a:pt x="20" y="493"/>
                </a:lnTo>
                <a:lnTo>
                  <a:pt x="21" y="493"/>
                </a:lnTo>
                <a:lnTo>
                  <a:pt x="21" y="492"/>
                </a:lnTo>
                <a:lnTo>
                  <a:pt x="22" y="492"/>
                </a:lnTo>
                <a:lnTo>
                  <a:pt x="22" y="493"/>
                </a:lnTo>
                <a:lnTo>
                  <a:pt x="23" y="493"/>
                </a:lnTo>
                <a:lnTo>
                  <a:pt x="24" y="492"/>
                </a:lnTo>
                <a:lnTo>
                  <a:pt x="25" y="492"/>
                </a:lnTo>
                <a:lnTo>
                  <a:pt x="25" y="491"/>
                </a:lnTo>
                <a:lnTo>
                  <a:pt x="25" y="492"/>
                </a:lnTo>
                <a:lnTo>
                  <a:pt x="26" y="492"/>
                </a:lnTo>
                <a:lnTo>
                  <a:pt x="27" y="492"/>
                </a:lnTo>
                <a:lnTo>
                  <a:pt x="27" y="493"/>
                </a:lnTo>
                <a:lnTo>
                  <a:pt x="28" y="493"/>
                </a:lnTo>
                <a:lnTo>
                  <a:pt x="29" y="493"/>
                </a:lnTo>
                <a:lnTo>
                  <a:pt x="30" y="493"/>
                </a:lnTo>
                <a:lnTo>
                  <a:pt x="31" y="493"/>
                </a:lnTo>
                <a:lnTo>
                  <a:pt x="31" y="492"/>
                </a:lnTo>
                <a:lnTo>
                  <a:pt x="31" y="493"/>
                </a:lnTo>
                <a:lnTo>
                  <a:pt x="32" y="493"/>
                </a:lnTo>
                <a:lnTo>
                  <a:pt x="33" y="493"/>
                </a:lnTo>
                <a:lnTo>
                  <a:pt x="33" y="492"/>
                </a:lnTo>
                <a:lnTo>
                  <a:pt x="34" y="492"/>
                </a:lnTo>
                <a:lnTo>
                  <a:pt x="34" y="491"/>
                </a:lnTo>
                <a:lnTo>
                  <a:pt x="35" y="491"/>
                </a:lnTo>
                <a:lnTo>
                  <a:pt x="35" y="490"/>
                </a:lnTo>
                <a:lnTo>
                  <a:pt x="36" y="490"/>
                </a:lnTo>
                <a:lnTo>
                  <a:pt x="36" y="489"/>
                </a:lnTo>
                <a:lnTo>
                  <a:pt x="36" y="488"/>
                </a:lnTo>
                <a:lnTo>
                  <a:pt x="36" y="487"/>
                </a:lnTo>
                <a:lnTo>
                  <a:pt x="37" y="487"/>
                </a:lnTo>
                <a:lnTo>
                  <a:pt x="37" y="488"/>
                </a:lnTo>
                <a:lnTo>
                  <a:pt x="38" y="488"/>
                </a:lnTo>
                <a:lnTo>
                  <a:pt x="38" y="487"/>
                </a:lnTo>
                <a:lnTo>
                  <a:pt x="38" y="486"/>
                </a:lnTo>
                <a:lnTo>
                  <a:pt x="39" y="486"/>
                </a:lnTo>
                <a:lnTo>
                  <a:pt x="39" y="487"/>
                </a:lnTo>
                <a:lnTo>
                  <a:pt x="38" y="487"/>
                </a:lnTo>
                <a:lnTo>
                  <a:pt x="38" y="488"/>
                </a:lnTo>
                <a:lnTo>
                  <a:pt x="39" y="488"/>
                </a:lnTo>
                <a:lnTo>
                  <a:pt x="40" y="488"/>
                </a:lnTo>
                <a:lnTo>
                  <a:pt x="40" y="489"/>
                </a:lnTo>
                <a:lnTo>
                  <a:pt x="41" y="489"/>
                </a:lnTo>
                <a:lnTo>
                  <a:pt x="42" y="489"/>
                </a:lnTo>
                <a:lnTo>
                  <a:pt x="42" y="488"/>
                </a:lnTo>
                <a:lnTo>
                  <a:pt x="43" y="488"/>
                </a:lnTo>
                <a:lnTo>
                  <a:pt x="43" y="489"/>
                </a:lnTo>
                <a:lnTo>
                  <a:pt x="43" y="488"/>
                </a:lnTo>
                <a:lnTo>
                  <a:pt x="44" y="488"/>
                </a:lnTo>
                <a:lnTo>
                  <a:pt x="44" y="487"/>
                </a:lnTo>
                <a:lnTo>
                  <a:pt x="44" y="488"/>
                </a:lnTo>
                <a:lnTo>
                  <a:pt x="44" y="489"/>
                </a:lnTo>
                <a:lnTo>
                  <a:pt x="45" y="489"/>
                </a:lnTo>
                <a:lnTo>
                  <a:pt x="46" y="488"/>
                </a:lnTo>
                <a:lnTo>
                  <a:pt x="47" y="488"/>
                </a:lnTo>
                <a:lnTo>
                  <a:pt x="47" y="489"/>
                </a:lnTo>
                <a:lnTo>
                  <a:pt x="48" y="489"/>
                </a:lnTo>
                <a:lnTo>
                  <a:pt x="48" y="488"/>
                </a:lnTo>
                <a:lnTo>
                  <a:pt x="48" y="487"/>
                </a:lnTo>
                <a:lnTo>
                  <a:pt x="48" y="486"/>
                </a:lnTo>
                <a:lnTo>
                  <a:pt x="48" y="485"/>
                </a:lnTo>
                <a:lnTo>
                  <a:pt x="49" y="485"/>
                </a:lnTo>
                <a:lnTo>
                  <a:pt x="50" y="485"/>
                </a:lnTo>
                <a:lnTo>
                  <a:pt x="51" y="486"/>
                </a:lnTo>
                <a:lnTo>
                  <a:pt x="52" y="486"/>
                </a:lnTo>
                <a:lnTo>
                  <a:pt x="52" y="487"/>
                </a:lnTo>
                <a:lnTo>
                  <a:pt x="53" y="487"/>
                </a:lnTo>
                <a:lnTo>
                  <a:pt x="53" y="488"/>
                </a:lnTo>
                <a:lnTo>
                  <a:pt x="54" y="488"/>
                </a:lnTo>
                <a:lnTo>
                  <a:pt x="55" y="488"/>
                </a:lnTo>
                <a:lnTo>
                  <a:pt x="55" y="489"/>
                </a:lnTo>
                <a:lnTo>
                  <a:pt x="56" y="489"/>
                </a:lnTo>
                <a:lnTo>
                  <a:pt x="56" y="488"/>
                </a:lnTo>
                <a:lnTo>
                  <a:pt x="57" y="488"/>
                </a:lnTo>
                <a:lnTo>
                  <a:pt x="57" y="487"/>
                </a:lnTo>
                <a:lnTo>
                  <a:pt x="58" y="487"/>
                </a:lnTo>
                <a:lnTo>
                  <a:pt x="58" y="486"/>
                </a:lnTo>
                <a:lnTo>
                  <a:pt x="59" y="486"/>
                </a:lnTo>
                <a:lnTo>
                  <a:pt x="60" y="486"/>
                </a:lnTo>
                <a:lnTo>
                  <a:pt x="60" y="485"/>
                </a:lnTo>
                <a:lnTo>
                  <a:pt x="61" y="485"/>
                </a:lnTo>
                <a:lnTo>
                  <a:pt x="62" y="485"/>
                </a:lnTo>
                <a:lnTo>
                  <a:pt x="64" y="485"/>
                </a:lnTo>
                <a:lnTo>
                  <a:pt x="64" y="484"/>
                </a:lnTo>
                <a:lnTo>
                  <a:pt x="65" y="484"/>
                </a:lnTo>
                <a:lnTo>
                  <a:pt x="66" y="484"/>
                </a:lnTo>
                <a:lnTo>
                  <a:pt x="67" y="483"/>
                </a:lnTo>
                <a:lnTo>
                  <a:pt x="67" y="482"/>
                </a:lnTo>
                <a:lnTo>
                  <a:pt x="67" y="481"/>
                </a:lnTo>
                <a:lnTo>
                  <a:pt x="68" y="481"/>
                </a:lnTo>
                <a:lnTo>
                  <a:pt x="69" y="481"/>
                </a:lnTo>
                <a:lnTo>
                  <a:pt x="70" y="481"/>
                </a:lnTo>
                <a:lnTo>
                  <a:pt x="71" y="481"/>
                </a:lnTo>
                <a:lnTo>
                  <a:pt x="72" y="481"/>
                </a:lnTo>
                <a:lnTo>
                  <a:pt x="73" y="481"/>
                </a:lnTo>
                <a:lnTo>
                  <a:pt x="73" y="480"/>
                </a:lnTo>
                <a:lnTo>
                  <a:pt x="74" y="480"/>
                </a:lnTo>
                <a:lnTo>
                  <a:pt x="74" y="479"/>
                </a:lnTo>
                <a:lnTo>
                  <a:pt x="74" y="478"/>
                </a:lnTo>
                <a:lnTo>
                  <a:pt x="75" y="478"/>
                </a:lnTo>
                <a:lnTo>
                  <a:pt x="75" y="479"/>
                </a:lnTo>
                <a:lnTo>
                  <a:pt x="76" y="479"/>
                </a:lnTo>
                <a:lnTo>
                  <a:pt x="76" y="478"/>
                </a:lnTo>
                <a:lnTo>
                  <a:pt x="77" y="478"/>
                </a:lnTo>
                <a:lnTo>
                  <a:pt x="78" y="478"/>
                </a:lnTo>
                <a:lnTo>
                  <a:pt x="78" y="479"/>
                </a:lnTo>
                <a:lnTo>
                  <a:pt x="79" y="478"/>
                </a:lnTo>
                <a:lnTo>
                  <a:pt x="79" y="479"/>
                </a:lnTo>
                <a:lnTo>
                  <a:pt x="79" y="480"/>
                </a:lnTo>
                <a:lnTo>
                  <a:pt x="78" y="481"/>
                </a:lnTo>
                <a:lnTo>
                  <a:pt x="78" y="482"/>
                </a:lnTo>
                <a:lnTo>
                  <a:pt x="79" y="482"/>
                </a:lnTo>
                <a:lnTo>
                  <a:pt x="79" y="483"/>
                </a:lnTo>
                <a:lnTo>
                  <a:pt x="79" y="484"/>
                </a:lnTo>
                <a:lnTo>
                  <a:pt x="78" y="484"/>
                </a:lnTo>
                <a:lnTo>
                  <a:pt x="78" y="485"/>
                </a:lnTo>
                <a:lnTo>
                  <a:pt x="77" y="485"/>
                </a:lnTo>
                <a:lnTo>
                  <a:pt x="77" y="486"/>
                </a:lnTo>
                <a:lnTo>
                  <a:pt x="77" y="487"/>
                </a:lnTo>
                <a:lnTo>
                  <a:pt x="76" y="487"/>
                </a:lnTo>
                <a:lnTo>
                  <a:pt x="76" y="488"/>
                </a:lnTo>
                <a:lnTo>
                  <a:pt x="76" y="489"/>
                </a:lnTo>
                <a:lnTo>
                  <a:pt x="76" y="490"/>
                </a:lnTo>
                <a:lnTo>
                  <a:pt x="76" y="491"/>
                </a:lnTo>
                <a:lnTo>
                  <a:pt x="77" y="491"/>
                </a:lnTo>
                <a:lnTo>
                  <a:pt x="77" y="492"/>
                </a:lnTo>
                <a:lnTo>
                  <a:pt x="77" y="493"/>
                </a:lnTo>
                <a:lnTo>
                  <a:pt x="78" y="494"/>
                </a:lnTo>
                <a:lnTo>
                  <a:pt x="79" y="495"/>
                </a:lnTo>
                <a:lnTo>
                  <a:pt x="79" y="497"/>
                </a:lnTo>
                <a:lnTo>
                  <a:pt x="79" y="498"/>
                </a:lnTo>
                <a:lnTo>
                  <a:pt x="80" y="498"/>
                </a:lnTo>
                <a:lnTo>
                  <a:pt x="80" y="499"/>
                </a:lnTo>
                <a:lnTo>
                  <a:pt x="80" y="500"/>
                </a:lnTo>
                <a:lnTo>
                  <a:pt x="79" y="500"/>
                </a:lnTo>
                <a:lnTo>
                  <a:pt x="79" y="501"/>
                </a:lnTo>
                <a:lnTo>
                  <a:pt x="79" y="502"/>
                </a:lnTo>
                <a:lnTo>
                  <a:pt x="78" y="503"/>
                </a:lnTo>
                <a:lnTo>
                  <a:pt x="78" y="504"/>
                </a:lnTo>
                <a:lnTo>
                  <a:pt x="77" y="505"/>
                </a:lnTo>
                <a:lnTo>
                  <a:pt x="76" y="505"/>
                </a:lnTo>
                <a:lnTo>
                  <a:pt x="75" y="505"/>
                </a:lnTo>
                <a:lnTo>
                  <a:pt x="75" y="506"/>
                </a:lnTo>
                <a:lnTo>
                  <a:pt x="74" y="507"/>
                </a:lnTo>
                <a:lnTo>
                  <a:pt x="73" y="507"/>
                </a:lnTo>
                <a:lnTo>
                  <a:pt x="73" y="508"/>
                </a:lnTo>
                <a:lnTo>
                  <a:pt x="74" y="508"/>
                </a:lnTo>
                <a:lnTo>
                  <a:pt x="73" y="508"/>
                </a:lnTo>
                <a:lnTo>
                  <a:pt x="74" y="508"/>
                </a:lnTo>
                <a:lnTo>
                  <a:pt x="74" y="509"/>
                </a:lnTo>
                <a:lnTo>
                  <a:pt x="74" y="510"/>
                </a:lnTo>
                <a:lnTo>
                  <a:pt x="73" y="509"/>
                </a:lnTo>
                <a:lnTo>
                  <a:pt x="73" y="510"/>
                </a:lnTo>
                <a:lnTo>
                  <a:pt x="74" y="510"/>
                </a:lnTo>
                <a:lnTo>
                  <a:pt x="74" y="512"/>
                </a:lnTo>
                <a:lnTo>
                  <a:pt x="74" y="513"/>
                </a:lnTo>
                <a:lnTo>
                  <a:pt x="74" y="514"/>
                </a:lnTo>
                <a:lnTo>
                  <a:pt x="73" y="514"/>
                </a:lnTo>
                <a:lnTo>
                  <a:pt x="74" y="514"/>
                </a:lnTo>
                <a:lnTo>
                  <a:pt x="74" y="515"/>
                </a:lnTo>
                <a:lnTo>
                  <a:pt x="73" y="515"/>
                </a:lnTo>
                <a:lnTo>
                  <a:pt x="73" y="516"/>
                </a:lnTo>
                <a:lnTo>
                  <a:pt x="74" y="516"/>
                </a:lnTo>
                <a:lnTo>
                  <a:pt x="73" y="516"/>
                </a:lnTo>
                <a:lnTo>
                  <a:pt x="73" y="517"/>
                </a:lnTo>
                <a:lnTo>
                  <a:pt x="74" y="517"/>
                </a:lnTo>
                <a:lnTo>
                  <a:pt x="74" y="518"/>
                </a:lnTo>
                <a:lnTo>
                  <a:pt x="74" y="519"/>
                </a:lnTo>
                <a:lnTo>
                  <a:pt x="75" y="519"/>
                </a:lnTo>
                <a:lnTo>
                  <a:pt x="74" y="519"/>
                </a:lnTo>
                <a:lnTo>
                  <a:pt x="74" y="520"/>
                </a:lnTo>
                <a:lnTo>
                  <a:pt x="74" y="521"/>
                </a:lnTo>
                <a:lnTo>
                  <a:pt x="74" y="522"/>
                </a:lnTo>
                <a:lnTo>
                  <a:pt x="73" y="522"/>
                </a:lnTo>
                <a:lnTo>
                  <a:pt x="73" y="523"/>
                </a:lnTo>
                <a:lnTo>
                  <a:pt x="73" y="524"/>
                </a:lnTo>
                <a:lnTo>
                  <a:pt x="73" y="525"/>
                </a:lnTo>
                <a:lnTo>
                  <a:pt x="73" y="526"/>
                </a:lnTo>
                <a:lnTo>
                  <a:pt x="72" y="526"/>
                </a:lnTo>
                <a:lnTo>
                  <a:pt x="73" y="526"/>
                </a:lnTo>
                <a:lnTo>
                  <a:pt x="73" y="527"/>
                </a:lnTo>
                <a:lnTo>
                  <a:pt x="74" y="527"/>
                </a:lnTo>
                <a:lnTo>
                  <a:pt x="75" y="527"/>
                </a:lnTo>
                <a:lnTo>
                  <a:pt x="75" y="528"/>
                </a:lnTo>
                <a:lnTo>
                  <a:pt x="75" y="529"/>
                </a:lnTo>
                <a:lnTo>
                  <a:pt x="75" y="530"/>
                </a:lnTo>
                <a:lnTo>
                  <a:pt x="75" y="531"/>
                </a:lnTo>
                <a:lnTo>
                  <a:pt x="75" y="532"/>
                </a:lnTo>
                <a:lnTo>
                  <a:pt x="75" y="533"/>
                </a:lnTo>
                <a:lnTo>
                  <a:pt x="75" y="534"/>
                </a:lnTo>
                <a:lnTo>
                  <a:pt x="75" y="535"/>
                </a:lnTo>
                <a:lnTo>
                  <a:pt x="75" y="536"/>
                </a:lnTo>
                <a:lnTo>
                  <a:pt x="76" y="536"/>
                </a:lnTo>
                <a:lnTo>
                  <a:pt x="76" y="537"/>
                </a:lnTo>
                <a:lnTo>
                  <a:pt x="77" y="537"/>
                </a:lnTo>
                <a:lnTo>
                  <a:pt x="77" y="538"/>
                </a:lnTo>
                <a:lnTo>
                  <a:pt x="78" y="538"/>
                </a:lnTo>
                <a:lnTo>
                  <a:pt x="78" y="539"/>
                </a:lnTo>
                <a:lnTo>
                  <a:pt x="78" y="540"/>
                </a:lnTo>
                <a:lnTo>
                  <a:pt x="78" y="541"/>
                </a:lnTo>
                <a:lnTo>
                  <a:pt x="78" y="542"/>
                </a:lnTo>
                <a:lnTo>
                  <a:pt x="79" y="542"/>
                </a:lnTo>
                <a:lnTo>
                  <a:pt x="79" y="543"/>
                </a:lnTo>
                <a:lnTo>
                  <a:pt x="80" y="543"/>
                </a:lnTo>
                <a:lnTo>
                  <a:pt x="80" y="542"/>
                </a:lnTo>
                <a:lnTo>
                  <a:pt x="81" y="542"/>
                </a:lnTo>
                <a:lnTo>
                  <a:pt x="81" y="543"/>
                </a:lnTo>
                <a:lnTo>
                  <a:pt x="81" y="542"/>
                </a:lnTo>
                <a:lnTo>
                  <a:pt x="82" y="542"/>
                </a:lnTo>
                <a:lnTo>
                  <a:pt x="82" y="543"/>
                </a:lnTo>
                <a:lnTo>
                  <a:pt x="83" y="543"/>
                </a:lnTo>
                <a:lnTo>
                  <a:pt x="84" y="543"/>
                </a:lnTo>
                <a:lnTo>
                  <a:pt x="84" y="544"/>
                </a:lnTo>
                <a:lnTo>
                  <a:pt x="84" y="545"/>
                </a:lnTo>
                <a:lnTo>
                  <a:pt x="84" y="546"/>
                </a:lnTo>
                <a:lnTo>
                  <a:pt x="85" y="546"/>
                </a:lnTo>
                <a:lnTo>
                  <a:pt x="85" y="547"/>
                </a:lnTo>
                <a:lnTo>
                  <a:pt x="87" y="547"/>
                </a:lnTo>
                <a:lnTo>
                  <a:pt x="87" y="548"/>
                </a:lnTo>
                <a:lnTo>
                  <a:pt x="88" y="548"/>
                </a:lnTo>
                <a:lnTo>
                  <a:pt x="88" y="549"/>
                </a:lnTo>
                <a:lnTo>
                  <a:pt x="88" y="550"/>
                </a:lnTo>
                <a:lnTo>
                  <a:pt x="88" y="551"/>
                </a:lnTo>
                <a:lnTo>
                  <a:pt x="87" y="551"/>
                </a:lnTo>
                <a:lnTo>
                  <a:pt x="88" y="551"/>
                </a:lnTo>
                <a:lnTo>
                  <a:pt x="88" y="552"/>
                </a:lnTo>
                <a:lnTo>
                  <a:pt x="88" y="553"/>
                </a:lnTo>
                <a:lnTo>
                  <a:pt x="88" y="554"/>
                </a:lnTo>
                <a:lnTo>
                  <a:pt x="89" y="554"/>
                </a:lnTo>
                <a:lnTo>
                  <a:pt x="89" y="555"/>
                </a:lnTo>
                <a:lnTo>
                  <a:pt x="90" y="555"/>
                </a:lnTo>
                <a:lnTo>
                  <a:pt x="90" y="556"/>
                </a:lnTo>
                <a:lnTo>
                  <a:pt x="91" y="556"/>
                </a:lnTo>
                <a:lnTo>
                  <a:pt x="91" y="557"/>
                </a:lnTo>
                <a:lnTo>
                  <a:pt x="92" y="557"/>
                </a:lnTo>
                <a:lnTo>
                  <a:pt x="92" y="558"/>
                </a:lnTo>
                <a:lnTo>
                  <a:pt x="93" y="558"/>
                </a:lnTo>
                <a:lnTo>
                  <a:pt x="93" y="559"/>
                </a:lnTo>
                <a:lnTo>
                  <a:pt x="94" y="560"/>
                </a:lnTo>
                <a:lnTo>
                  <a:pt x="94" y="561"/>
                </a:lnTo>
                <a:lnTo>
                  <a:pt x="95" y="561"/>
                </a:lnTo>
                <a:lnTo>
                  <a:pt x="95" y="562"/>
                </a:lnTo>
                <a:lnTo>
                  <a:pt x="95" y="563"/>
                </a:lnTo>
                <a:lnTo>
                  <a:pt x="96" y="563"/>
                </a:lnTo>
                <a:lnTo>
                  <a:pt x="97" y="563"/>
                </a:lnTo>
                <a:lnTo>
                  <a:pt x="97" y="562"/>
                </a:lnTo>
                <a:lnTo>
                  <a:pt x="98" y="562"/>
                </a:lnTo>
                <a:lnTo>
                  <a:pt x="98" y="561"/>
                </a:lnTo>
                <a:lnTo>
                  <a:pt x="99" y="560"/>
                </a:lnTo>
                <a:lnTo>
                  <a:pt x="99" y="559"/>
                </a:lnTo>
                <a:lnTo>
                  <a:pt x="100" y="559"/>
                </a:lnTo>
                <a:lnTo>
                  <a:pt x="100" y="558"/>
                </a:lnTo>
                <a:lnTo>
                  <a:pt x="101" y="557"/>
                </a:lnTo>
                <a:lnTo>
                  <a:pt x="102" y="557"/>
                </a:lnTo>
                <a:lnTo>
                  <a:pt x="103" y="557"/>
                </a:lnTo>
                <a:lnTo>
                  <a:pt x="103" y="556"/>
                </a:lnTo>
                <a:lnTo>
                  <a:pt x="104" y="556"/>
                </a:lnTo>
                <a:lnTo>
                  <a:pt x="105" y="556"/>
                </a:lnTo>
                <a:lnTo>
                  <a:pt x="106" y="556"/>
                </a:lnTo>
                <a:lnTo>
                  <a:pt x="107" y="556"/>
                </a:lnTo>
                <a:lnTo>
                  <a:pt x="108" y="556"/>
                </a:lnTo>
                <a:lnTo>
                  <a:pt x="108" y="557"/>
                </a:lnTo>
                <a:lnTo>
                  <a:pt x="109" y="557"/>
                </a:lnTo>
                <a:lnTo>
                  <a:pt x="110" y="557"/>
                </a:lnTo>
                <a:lnTo>
                  <a:pt x="112" y="557"/>
                </a:lnTo>
                <a:lnTo>
                  <a:pt x="113" y="557"/>
                </a:lnTo>
                <a:lnTo>
                  <a:pt x="114" y="557"/>
                </a:lnTo>
                <a:lnTo>
                  <a:pt x="115" y="558"/>
                </a:lnTo>
                <a:lnTo>
                  <a:pt x="116" y="558"/>
                </a:lnTo>
                <a:lnTo>
                  <a:pt x="116" y="559"/>
                </a:lnTo>
                <a:lnTo>
                  <a:pt x="117" y="559"/>
                </a:lnTo>
                <a:lnTo>
                  <a:pt x="117" y="560"/>
                </a:lnTo>
                <a:lnTo>
                  <a:pt x="117" y="561"/>
                </a:lnTo>
                <a:lnTo>
                  <a:pt x="118" y="561"/>
                </a:lnTo>
                <a:lnTo>
                  <a:pt x="118" y="562"/>
                </a:lnTo>
                <a:lnTo>
                  <a:pt x="119" y="562"/>
                </a:lnTo>
                <a:lnTo>
                  <a:pt x="120" y="562"/>
                </a:lnTo>
                <a:lnTo>
                  <a:pt x="120" y="561"/>
                </a:lnTo>
                <a:lnTo>
                  <a:pt x="120" y="560"/>
                </a:lnTo>
                <a:lnTo>
                  <a:pt x="120" y="559"/>
                </a:lnTo>
                <a:lnTo>
                  <a:pt x="121" y="559"/>
                </a:lnTo>
                <a:lnTo>
                  <a:pt x="121" y="558"/>
                </a:lnTo>
                <a:lnTo>
                  <a:pt x="121" y="557"/>
                </a:lnTo>
                <a:lnTo>
                  <a:pt x="121" y="556"/>
                </a:lnTo>
                <a:lnTo>
                  <a:pt x="122" y="556"/>
                </a:lnTo>
                <a:lnTo>
                  <a:pt x="122" y="555"/>
                </a:lnTo>
                <a:lnTo>
                  <a:pt x="123" y="555"/>
                </a:lnTo>
                <a:lnTo>
                  <a:pt x="124" y="554"/>
                </a:lnTo>
                <a:lnTo>
                  <a:pt x="124" y="553"/>
                </a:lnTo>
                <a:lnTo>
                  <a:pt x="125" y="553"/>
                </a:lnTo>
                <a:lnTo>
                  <a:pt x="126" y="553"/>
                </a:lnTo>
                <a:lnTo>
                  <a:pt x="126" y="552"/>
                </a:lnTo>
                <a:lnTo>
                  <a:pt x="126" y="551"/>
                </a:lnTo>
                <a:lnTo>
                  <a:pt x="126" y="550"/>
                </a:lnTo>
                <a:lnTo>
                  <a:pt x="126" y="549"/>
                </a:lnTo>
                <a:lnTo>
                  <a:pt x="126" y="548"/>
                </a:lnTo>
                <a:lnTo>
                  <a:pt x="127" y="548"/>
                </a:lnTo>
                <a:lnTo>
                  <a:pt x="127" y="547"/>
                </a:lnTo>
                <a:lnTo>
                  <a:pt x="127" y="546"/>
                </a:lnTo>
                <a:lnTo>
                  <a:pt x="127" y="545"/>
                </a:lnTo>
                <a:lnTo>
                  <a:pt x="128" y="545"/>
                </a:lnTo>
                <a:lnTo>
                  <a:pt x="129" y="545"/>
                </a:lnTo>
                <a:lnTo>
                  <a:pt x="129" y="544"/>
                </a:lnTo>
                <a:lnTo>
                  <a:pt x="130" y="544"/>
                </a:lnTo>
                <a:lnTo>
                  <a:pt x="130" y="543"/>
                </a:lnTo>
                <a:lnTo>
                  <a:pt x="130" y="542"/>
                </a:lnTo>
                <a:lnTo>
                  <a:pt x="130" y="541"/>
                </a:lnTo>
                <a:lnTo>
                  <a:pt x="131" y="541"/>
                </a:lnTo>
                <a:lnTo>
                  <a:pt x="131" y="542"/>
                </a:lnTo>
                <a:lnTo>
                  <a:pt x="132" y="542"/>
                </a:lnTo>
                <a:lnTo>
                  <a:pt x="133" y="543"/>
                </a:lnTo>
                <a:lnTo>
                  <a:pt x="134" y="542"/>
                </a:lnTo>
                <a:lnTo>
                  <a:pt x="134" y="541"/>
                </a:lnTo>
                <a:lnTo>
                  <a:pt x="134" y="540"/>
                </a:lnTo>
                <a:lnTo>
                  <a:pt x="135" y="540"/>
                </a:lnTo>
                <a:lnTo>
                  <a:pt x="136" y="539"/>
                </a:lnTo>
                <a:lnTo>
                  <a:pt x="136" y="540"/>
                </a:lnTo>
                <a:lnTo>
                  <a:pt x="137" y="540"/>
                </a:lnTo>
                <a:lnTo>
                  <a:pt x="138" y="540"/>
                </a:lnTo>
                <a:lnTo>
                  <a:pt x="140" y="540"/>
                </a:lnTo>
                <a:lnTo>
                  <a:pt x="140" y="539"/>
                </a:lnTo>
                <a:lnTo>
                  <a:pt x="140" y="538"/>
                </a:lnTo>
                <a:lnTo>
                  <a:pt x="140" y="537"/>
                </a:lnTo>
                <a:lnTo>
                  <a:pt x="141" y="537"/>
                </a:lnTo>
                <a:lnTo>
                  <a:pt x="142" y="537"/>
                </a:lnTo>
                <a:lnTo>
                  <a:pt x="143" y="537"/>
                </a:lnTo>
                <a:lnTo>
                  <a:pt x="143" y="538"/>
                </a:lnTo>
                <a:lnTo>
                  <a:pt x="144" y="538"/>
                </a:lnTo>
                <a:lnTo>
                  <a:pt x="144" y="539"/>
                </a:lnTo>
                <a:lnTo>
                  <a:pt x="145" y="539"/>
                </a:lnTo>
                <a:lnTo>
                  <a:pt x="146" y="539"/>
                </a:lnTo>
                <a:lnTo>
                  <a:pt x="147" y="539"/>
                </a:lnTo>
                <a:lnTo>
                  <a:pt x="147" y="540"/>
                </a:lnTo>
                <a:lnTo>
                  <a:pt x="147" y="539"/>
                </a:lnTo>
                <a:lnTo>
                  <a:pt x="147" y="538"/>
                </a:lnTo>
                <a:lnTo>
                  <a:pt x="147" y="537"/>
                </a:lnTo>
                <a:lnTo>
                  <a:pt x="148" y="537"/>
                </a:lnTo>
                <a:lnTo>
                  <a:pt x="148" y="536"/>
                </a:lnTo>
                <a:lnTo>
                  <a:pt x="148" y="537"/>
                </a:lnTo>
                <a:lnTo>
                  <a:pt x="149" y="537"/>
                </a:lnTo>
                <a:lnTo>
                  <a:pt x="149" y="538"/>
                </a:lnTo>
                <a:lnTo>
                  <a:pt x="150" y="538"/>
                </a:lnTo>
                <a:lnTo>
                  <a:pt x="150" y="539"/>
                </a:lnTo>
                <a:lnTo>
                  <a:pt x="151" y="539"/>
                </a:lnTo>
                <a:lnTo>
                  <a:pt x="152" y="539"/>
                </a:lnTo>
                <a:lnTo>
                  <a:pt x="153" y="539"/>
                </a:lnTo>
                <a:lnTo>
                  <a:pt x="152" y="539"/>
                </a:lnTo>
                <a:lnTo>
                  <a:pt x="152" y="538"/>
                </a:lnTo>
                <a:lnTo>
                  <a:pt x="153" y="537"/>
                </a:lnTo>
                <a:lnTo>
                  <a:pt x="153" y="536"/>
                </a:lnTo>
                <a:lnTo>
                  <a:pt x="154" y="536"/>
                </a:lnTo>
                <a:lnTo>
                  <a:pt x="154" y="535"/>
                </a:lnTo>
                <a:lnTo>
                  <a:pt x="154" y="536"/>
                </a:lnTo>
                <a:lnTo>
                  <a:pt x="155" y="536"/>
                </a:lnTo>
                <a:lnTo>
                  <a:pt x="156" y="536"/>
                </a:lnTo>
                <a:lnTo>
                  <a:pt x="156" y="535"/>
                </a:lnTo>
                <a:lnTo>
                  <a:pt x="157" y="535"/>
                </a:lnTo>
                <a:lnTo>
                  <a:pt x="157" y="534"/>
                </a:lnTo>
                <a:lnTo>
                  <a:pt x="158" y="534"/>
                </a:lnTo>
                <a:lnTo>
                  <a:pt x="158" y="533"/>
                </a:lnTo>
                <a:lnTo>
                  <a:pt x="158" y="532"/>
                </a:lnTo>
                <a:lnTo>
                  <a:pt x="157" y="532"/>
                </a:lnTo>
                <a:lnTo>
                  <a:pt x="157" y="531"/>
                </a:lnTo>
                <a:lnTo>
                  <a:pt x="158" y="531"/>
                </a:lnTo>
                <a:lnTo>
                  <a:pt x="158" y="530"/>
                </a:lnTo>
                <a:lnTo>
                  <a:pt x="159" y="530"/>
                </a:lnTo>
                <a:lnTo>
                  <a:pt x="159" y="529"/>
                </a:lnTo>
                <a:lnTo>
                  <a:pt x="160" y="529"/>
                </a:lnTo>
                <a:lnTo>
                  <a:pt x="160" y="528"/>
                </a:lnTo>
                <a:lnTo>
                  <a:pt x="161" y="528"/>
                </a:lnTo>
                <a:lnTo>
                  <a:pt x="161" y="527"/>
                </a:lnTo>
                <a:lnTo>
                  <a:pt x="162" y="527"/>
                </a:lnTo>
                <a:lnTo>
                  <a:pt x="162" y="526"/>
                </a:lnTo>
                <a:lnTo>
                  <a:pt x="162" y="525"/>
                </a:lnTo>
                <a:lnTo>
                  <a:pt x="163" y="525"/>
                </a:lnTo>
                <a:lnTo>
                  <a:pt x="163" y="524"/>
                </a:lnTo>
                <a:lnTo>
                  <a:pt x="163" y="525"/>
                </a:lnTo>
                <a:lnTo>
                  <a:pt x="164" y="525"/>
                </a:lnTo>
                <a:lnTo>
                  <a:pt x="165" y="525"/>
                </a:lnTo>
                <a:lnTo>
                  <a:pt x="165" y="524"/>
                </a:lnTo>
                <a:lnTo>
                  <a:pt x="166" y="524"/>
                </a:lnTo>
                <a:lnTo>
                  <a:pt x="165" y="524"/>
                </a:lnTo>
                <a:lnTo>
                  <a:pt x="165" y="523"/>
                </a:lnTo>
                <a:lnTo>
                  <a:pt x="165" y="522"/>
                </a:lnTo>
                <a:lnTo>
                  <a:pt x="165" y="520"/>
                </a:lnTo>
                <a:lnTo>
                  <a:pt x="165" y="519"/>
                </a:lnTo>
                <a:lnTo>
                  <a:pt x="164" y="519"/>
                </a:lnTo>
                <a:lnTo>
                  <a:pt x="165" y="518"/>
                </a:lnTo>
                <a:lnTo>
                  <a:pt x="166" y="517"/>
                </a:lnTo>
                <a:lnTo>
                  <a:pt x="166" y="516"/>
                </a:lnTo>
                <a:lnTo>
                  <a:pt x="165" y="516"/>
                </a:lnTo>
                <a:lnTo>
                  <a:pt x="165" y="515"/>
                </a:lnTo>
                <a:lnTo>
                  <a:pt x="165" y="514"/>
                </a:lnTo>
                <a:lnTo>
                  <a:pt x="165" y="513"/>
                </a:lnTo>
                <a:lnTo>
                  <a:pt x="164" y="513"/>
                </a:lnTo>
                <a:lnTo>
                  <a:pt x="164" y="512"/>
                </a:lnTo>
                <a:lnTo>
                  <a:pt x="164" y="511"/>
                </a:lnTo>
                <a:lnTo>
                  <a:pt x="164" y="510"/>
                </a:lnTo>
                <a:lnTo>
                  <a:pt x="164" y="509"/>
                </a:lnTo>
                <a:lnTo>
                  <a:pt x="163" y="509"/>
                </a:lnTo>
                <a:lnTo>
                  <a:pt x="163" y="508"/>
                </a:lnTo>
                <a:lnTo>
                  <a:pt x="164" y="507"/>
                </a:lnTo>
                <a:lnTo>
                  <a:pt x="164" y="506"/>
                </a:lnTo>
                <a:lnTo>
                  <a:pt x="165" y="506"/>
                </a:lnTo>
                <a:lnTo>
                  <a:pt x="166" y="506"/>
                </a:lnTo>
                <a:lnTo>
                  <a:pt x="166" y="505"/>
                </a:lnTo>
                <a:lnTo>
                  <a:pt x="167" y="505"/>
                </a:lnTo>
                <a:lnTo>
                  <a:pt x="167" y="504"/>
                </a:lnTo>
                <a:lnTo>
                  <a:pt x="167" y="503"/>
                </a:lnTo>
                <a:lnTo>
                  <a:pt x="167" y="502"/>
                </a:lnTo>
                <a:lnTo>
                  <a:pt x="167" y="501"/>
                </a:lnTo>
                <a:lnTo>
                  <a:pt x="168" y="501"/>
                </a:lnTo>
                <a:lnTo>
                  <a:pt x="169" y="501"/>
                </a:lnTo>
                <a:lnTo>
                  <a:pt x="169" y="500"/>
                </a:lnTo>
                <a:lnTo>
                  <a:pt x="170" y="500"/>
                </a:lnTo>
                <a:lnTo>
                  <a:pt x="170" y="499"/>
                </a:lnTo>
                <a:lnTo>
                  <a:pt x="171" y="499"/>
                </a:lnTo>
                <a:lnTo>
                  <a:pt x="171" y="498"/>
                </a:lnTo>
                <a:lnTo>
                  <a:pt x="170" y="498"/>
                </a:lnTo>
                <a:lnTo>
                  <a:pt x="170" y="497"/>
                </a:lnTo>
                <a:lnTo>
                  <a:pt x="170" y="496"/>
                </a:lnTo>
                <a:lnTo>
                  <a:pt x="170" y="495"/>
                </a:lnTo>
                <a:lnTo>
                  <a:pt x="170" y="494"/>
                </a:lnTo>
                <a:lnTo>
                  <a:pt x="169" y="494"/>
                </a:lnTo>
                <a:lnTo>
                  <a:pt x="170" y="493"/>
                </a:lnTo>
                <a:lnTo>
                  <a:pt x="170" y="492"/>
                </a:lnTo>
                <a:lnTo>
                  <a:pt x="170" y="491"/>
                </a:lnTo>
                <a:lnTo>
                  <a:pt x="169" y="491"/>
                </a:lnTo>
                <a:lnTo>
                  <a:pt x="169" y="490"/>
                </a:lnTo>
                <a:lnTo>
                  <a:pt x="170" y="489"/>
                </a:lnTo>
                <a:lnTo>
                  <a:pt x="170" y="488"/>
                </a:lnTo>
                <a:lnTo>
                  <a:pt x="170" y="487"/>
                </a:lnTo>
                <a:lnTo>
                  <a:pt x="169" y="487"/>
                </a:lnTo>
                <a:lnTo>
                  <a:pt x="169" y="486"/>
                </a:lnTo>
                <a:lnTo>
                  <a:pt x="168" y="486"/>
                </a:lnTo>
                <a:lnTo>
                  <a:pt x="168" y="485"/>
                </a:lnTo>
                <a:lnTo>
                  <a:pt x="167" y="485"/>
                </a:lnTo>
                <a:lnTo>
                  <a:pt x="166" y="485"/>
                </a:lnTo>
                <a:lnTo>
                  <a:pt x="166" y="484"/>
                </a:lnTo>
                <a:lnTo>
                  <a:pt x="165" y="484"/>
                </a:lnTo>
                <a:lnTo>
                  <a:pt x="164" y="485"/>
                </a:lnTo>
                <a:lnTo>
                  <a:pt x="163" y="485"/>
                </a:lnTo>
                <a:lnTo>
                  <a:pt x="163" y="484"/>
                </a:lnTo>
                <a:lnTo>
                  <a:pt x="162" y="484"/>
                </a:lnTo>
                <a:lnTo>
                  <a:pt x="162" y="483"/>
                </a:lnTo>
                <a:lnTo>
                  <a:pt x="162" y="482"/>
                </a:lnTo>
                <a:lnTo>
                  <a:pt x="163" y="481"/>
                </a:lnTo>
                <a:lnTo>
                  <a:pt x="163" y="480"/>
                </a:lnTo>
                <a:lnTo>
                  <a:pt x="163" y="479"/>
                </a:lnTo>
                <a:lnTo>
                  <a:pt x="164" y="479"/>
                </a:lnTo>
                <a:lnTo>
                  <a:pt x="164" y="478"/>
                </a:lnTo>
                <a:lnTo>
                  <a:pt x="164" y="477"/>
                </a:lnTo>
                <a:lnTo>
                  <a:pt x="165" y="477"/>
                </a:lnTo>
                <a:lnTo>
                  <a:pt x="165" y="476"/>
                </a:lnTo>
                <a:lnTo>
                  <a:pt x="164" y="476"/>
                </a:lnTo>
                <a:lnTo>
                  <a:pt x="164" y="475"/>
                </a:lnTo>
                <a:lnTo>
                  <a:pt x="165" y="475"/>
                </a:lnTo>
                <a:lnTo>
                  <a:pt x="165" y="474"/>
                </a:lnTo>
                <a:lnTo>
                  <a:pt x="166" y="473"/>
                </a:lnTo>
                <a:lnTo>
                  <a:pt x="167" y="473"/>
                </a:lnTo>
                <a:lnTo>
                  <a:pt x="167" y="472"/>
                </a:lnTo>
                <a:lnTo>
                  <a:pt x="167" y="471"/>
                </a:lnTo>
                <a:lnTo>
                  <a:pt x="166" y="471"/>
                </a:lnTo>
                <a:lnTo>
                  <a:pt x="166" y="470"/>
                </a:lnTo>
                <a:lnTo>
                  <a:pt x="166" y="469"/>
                </a:lnTo>
                <a:lnTo>
                  <a:pt x="167" y="469"/>
                </a:lnTo>
                <a:lnTo>
                  <a:pt x="167" y="468"/>
                </a:lnTo>
                <a:lnTo>
                  <a:pt x="168" y="468"/>
                </a:lnTo>
                <a:lnTo>
                  <a:pt x="168" y="467"/>
                </a:lnTo>
                <a:lnTo>
                  <a:pt x="168" y="466"/>
                </a:lnTo>
                <a:lnTo>
                  <a:pt x="169" y="466"/>
                </a:lnTo>
                <a:lnTo>
                  <a:pt x="169" y="465"/>
                </a:lnTo>
                <a:lnTo>
                  <a:pt x="168" y="465"/>
                </a:lnTo>
                <a:lnTo>
                  <a:pt x="168" y="464"/>
                </a:lnTo>
                <a:lnTo>
                  <a:pt x="168" y="463"/>
                </a:lnTo>
                <a:lnTo>
                  <a:pt x="168" y="462"/>
                </a:lnTo>
                <a:lnTo>
                  <a:pt x="169" y="462"/>
                </a:lnTo>
                <a:lnTo>
                  <a:pt x="169" y="461"/>
                </a:lnTo>
                <a:lnTo>
                  <a:pt x="170" y="461"/>
                </a:lnTo>
                <a:lnTo>
                  <a:pt x="170" y="460"/>
                </a:lnTo>
                <a:lnTo>
                  <a:pt x="170" y="459"/>
                </a:lnTo>
                <a:lnTo>
                  <a:pt x="171" y="458"/>
                </a:lnTo>
                <a:lnTo>
                  <a:pt x="172" y="457"/>
                </a:lnTo>
                <a:lnTo>
                  <a:pt x="173" y="456"/>
                </a:lnTo>
                <a:lnTo>
                  <a:pt x="174" y="455"/>
                </a:lnTo>
                <a:lnTo>
                  <a:pt x="174" y="454"/>
                </a:lnTo>
                <a:lnTo>
                  <a:pt x="175" y="454"/>
                </a:lnTo>
                <a:lnTo>
                  <a:pt x="175" y="453"/>
                </a:lnTo>
                <a:lnTo>
                  <a:pt x="174" y="452"/>
                </a:lnTo>
                <a:lnTo>
                  <a:pt x="174" y="451"/>
                </a:lnTo>
                <a:lnTo>
                  <a:pt x="173" y="451"/>
                </a:lnTo>
                <a:lnTo>
                  <a:pt x="173" y="450"/>
                </a:lnTo>
                <a:lnTo>
                  <a:pt x="172" y="450"/>
                </a:lnTo>
                <a:lnTo>
                  <a:pt x="172" y="449"/>
                </a:lnTo>
                <a:lnTo>
                  <a:pt x="172" y="448"/>
                </a:lnTo>
                <a:lnTo>
                  <a:pt x="171" y="448"/>
                </a:lnTo>
                <a:lnTo>
                  <a:pt x="171" y="449"/>
                </a:lnTo>
                <a:lnTo>
                  <a:pt x="170" y="449"/>
                </a:lnTo>
                <a:lnTo>
                  <a:pt x="169" y="449"/>
                </a:lnTo>
                <a:lnTo>
                  <a:pt x="169" y="448"/>
                </a:lnTo>
                <a:lnTo>
                  <a:pt x="168" y="447"/>
                </a:lnTo>
                <a:lnTo>
                  <a:pt x="168" y="446"/>
                </a:lnTo>
                <a:lnTo>
                  <a:pt x="168" y="445"/>
                </a:lnTo>
                <a:lnTo>
                  <a:pt x="168" y="444"/>
                </a:lnTo>
                <a:lnTo>
                  <a:pt x="167" y="444"/>
                </a:lnTo>
                <a:lnTo>
                  <a:pt x="167" y="443"/>
                </a:lnTo>
                <a:lnTo>
                  <a:pt x="166" y="443"/>
                </a:lnTo>
                <a:lnTo>
                  <a:pt x="165" y="443"/>
                </a:lnTo>
                <a:lnTo>
                  <a:pt x="164" y="442"/>
                </a:lnTo>
                <a:lnTo>
                  <a:pt x="165" y="441"/>
                </a:lnTo>
                <a:lnTo>
                  <a:pt x="165" y="440"/>
                </a:lnTo>
                <a:lnTo>
                  <a:pt x="164" y="440"/>
                </a:lnTo>
                <a:lnTo>
                  <a:pt x="164" y="439"/>
                </a:lnTo>
                <a:lnTo>
                  <a:pt x="164" y="438"/>
                </a:lnTo>
                <a:lnTo>
                  <a:pt x="164" y="437"/>
                </a:lnTo>
                <a:lnTo>
                  <a:pt x="164" y="436"/>
                </a:lnTo>
                <a:lnTo>
                  <a:pt x="164" y="435"/>
                </a:lnTo>
                <a:lnTo>
                  <a:pt x="164" y="434"/>
                </a:lnTo>
                <a:lnTo>
                  <a:pt x="164" y="433"/>
                </a:lnTo>
                <a:lnTo>
                  <a:pt x="164" y="432"/>
                </a:lnTo>
                <a:lnTo>
                  <a:pt x="164" y="431"/>
                </a:lnTo>
                <a:lnTo>
                  <a:pt x="164" y="429"/>
                </a:lnTo>
                <a:lnTo>
                  <a:pt x="164" y="428"/>
                </a:lnTo>
                <a:lnTo>
                  <a:pt x="164" y="427"/>
                </a:lnTo>
                <a:lnTo>
                  <a:pt x="164" y="426"/>
                </a:lnTo>
                <a:lnTo>
                  <a:pt x="165" y="425"/>
                </a:lnTo>
                <a:lnTo>
                  <a:pt x="165" y="424"/>
                </a:lnTo>
                <a:lnTo>
                  <a:pt x="165" y="423"/>
                </a:lnTo>
                <a:lnTo>
                  <a:pt x="165" y="422"/>
                </a:lnTo>
                <a:lnTo>
                  <a:pt x="165" y="421"/>
                </a:lnTo>
                <a:lnTo>
                  <a:pt x="165" y="420"/>
                </a:lnTo>
                <a:lnTo>
                  <a:pt x="165" y="419"/>
                </a:lnTo>
                <a:lnTo>
                  <a:pt x="165" y="418"/>
                </a:lnTo>
                <a:lnTo>
                  <a:pt x="165" y="417"/>
                </a:lnTo>
                <a:lnTo>
                  <a:pt x="165" y="416"/>
                </a:lnTo>
                <a:lnTo>
                  <a:pt x="166" y="416"/>
                </a:lnTo>
                <a:lnTo>
                  <a:pt x="166" y="415"/>
                </a:lnTo>
                <a:lnTo>
                  <a:pt x="166" y="414"/>
                </a:lnTo>
                <a:lnTo>
                  <a:pt x="166" y="413"/>
                </a:lnTo>
                <a:lnTo>
                  <a:pt x="167" y="413"/>
                </a:lnTo>
                <a:lnTo>
                  <a:pt x="167" y="412"/>
                </a:lnTo>
                <a:lnTo>
                  <a:pt x="168" y="411"/>
                </a:lnTo>
                <a:lnTo>
                  <a:pt x="168" y="410"/>
                </a:lnTo>
                <a:lnTo>
                  <a:pt x="168" y="409"/>
                </a:lnTo>
                <a:lnTo>
                  <a:pt x="169" y="409"/>
                </a:lnTo>
                <a:lnTo>
                  <a:pt x="169" y="408"/>
                </a:lnTo>
                <a:lnTo>
                  <a:pt x="170" y="407"/>
                </a:lnTo>
                <a:lnTo>
                  <a:pt x="170" y="406"/>
                </a:lnTo>
                <a:lnTo>
                  <a:pt x="171" y="406"/>
                </a:lnTo>
                <a:lnTo>
                  <a:pt x="171" y="405"/>
                </a:lnTo>
                <a:lnTo>
                  <a:pt x="172" y="405"/>
                </a:lnTo>
                <a:lnTo>
                  <a:pt x="173" y="405"/>
                </a:lnTo>
                <a:lnTo>
                  <a:pt x="173" y="404"/>
                </a:lnTo>
                <a:lnTo>
                  <a:pt x="172" y="404"/>
                </a:lnTo>
                <a:lnTo>
                  <a:pt x="172" y="403"/>
                </a:lnTo>
                <a:lnTo>
                  <a:pt x="171" y="403"/>
                </a:lnTo>
                <a:lnTo>
                  <a:pt x="171" y="402"/>
                </a:lnTo>
                <a:lnTo>
                  <a:pt x="171" y="401"/>
                </a:lnTo>
                <a:lnTo>
                  <a:pt x="170" y="401"/>
                </a:lnTo>
                <a:lnTo>
                  <a:pt x="170" y="400"/>
                </a:lnTo>
                <a:lnTo>
                  <a:pt x="170" y="399"/>
                </a:lnTo>
                <a:lnTo>
                  <a:pt x="169" y="399"/>
                </a:lnTo>
                <a:lnTo>
                  <a:pt x="169" y="398"/>
                </a:lnTo>
                <a:lnTo>
                  <a:pt x="169" y="397"/>
                </a:lnTo>
                <a:lnTo>
                  <a:pt x="168" y="397"/>
                </a:lnTo>
                <a:lnTo>
                  <a:pt x="168" y="396"/>
                </a:lnTo>
                <a:lnTo>
                  <a:pt x="167" y="396"/>
                </a:lnTo>
                <a:lnTo>
                  <a:pt x="167" y="397"/>
                </a:lnTo>
                <a:lnTo>
                  <a:pt x="166" y="397"/>
                </a:lnTo>
                <a:lnTo>
                  <a:pt x="166" y="396"/>
                </a:lnTo>
                <a:lnTo>
                  <a:pt x="165" y="396"/>
                </a:lnTo>
                <a:lnTo>
                  <a:pt x="165" y="395"/>
                </a:lnTo>
                <a:lnTo>
                  <a:pt x="164" y="395"/>
                </a:lnTo>
                <a:lnTo>
                  <a:pt x="164" y="394"/>
                </a:lnTo>
                <a:lnTo>
                  <a:pt x="163" y="394"/>
                </a:lnTo>
                <a:lnTo>
                  <a:pt x="163" y="393"/>
                </a:lnTo>
                <a:lnTo>
                  <a:pt x="162" y="392"/>
                </a:lnTo>
                <a:lnTo>
                  <a:pt x="162" y="391"/>
                </a:lnTo>
                <a:lnTo>
                  <a:pt x="161" y="391"/>
                </a:lnTo>
                <a:lnTo>
                  <a:pt x="161" y="390"/>
                </a:lnTo>
                <a:lnTo>
                  <a:pt x="160" y="390"/>
                </a:lnTo>
                <a:lnTo>
                  <a:pt x="160" y="389"/>
                </a:lnTo>
                <a:lnTo>
                  <a:pt x="160" y="388"/>
                </a:lnTo>
                <a:lnTo>
                  <a:pt x="160" y="387"/>
                </a:lnTo>
                <a:lnTo>
                  <a:pt x="161" y="387"/>
                </a:lnTo>
                <a:lnTo>
                  <a:pt x="162" y="387"/>
                </a:lnTo>
                <a:lnTo>
                  <a:pt x="162" y="386"/>
                </a:lnTo>
                <a:lnTo>
                  <a:pt x="163" y="386"/>
                </a:lnTo>
                <a:lnTo>
                  <a:pt x="162" y="385"/>
                </a:lnTo>
                <a:lnTo>
                  <a:pt x="162" y="384"/>
                </a:lnTo>
                <a:lnTo>
                  <a:pt x="161" y="384"/>
                </a:lnTo>
                <a:lnTo>
                  <a:pt x="161" y="383"/>
                </a:lnTo>
                <a:lnTo>
                  <a:pt x="160" y="383"/>
                </a:lnTo>
                <a:lnTo>
                  <a:pt x="160" y="382"/>
                </a:lnTo>
                <a:lnTo>
                  <a:pt x="159" y="382"/>
                </a:lnTo>
                <a:lnTo>
                  <a:pt x="159" y="381"/>
                </a:lnTo>
                <a:lnTo>
                  <a:pt x="158" y="381"/>
                </a:lnTo>
                <a:lnTo>
                  <a:pt x="158" y="380"/>
                </a:lnTo>
                <a:lnTo>
                  <a:pt x="157" y="380"/>
                </a:lnTo>
                <a:lnTo>
                  <a:pt x="157" y="379"/>
                </a:lnTo>
                <a:lnTo>
                  <a:pt x="157" y="378"/>
                </a:lnTo>
                <a:lnTo>
                  <a:pt x="157" y="377"/>
                </a:lnTo>
                <a:lnTo>
                  <a:pt x="158" y="377"/>
                </a:lnTo>
                <a:lnTo>
                  <a:pt x="158" y="376"/>
                </a:lnTo>
                <a:lnTo>
                  <a:pt x="158" y="375"/>
                </a:lnTo>
                <a:lnTo>
                  <a:pt x="159" y="375"/>
                </a:lnTo>
                <a:lnTo>
                  <a:pt x="158" y="375"/>
                </a:lnTo>
                <a:lnTo>
                  <a:pt x="158" y="374"/>
                </a:lnTo>
                <a:lnTo>
                  <a:pt x="158" y="373"/>
                </a:lnTo>
                <a:lnTo>
                  <a:pt x="159" y="372"/>
                </a:lnTo>
                <a:lnTo>
                  <a:pt x="159" y="371"/>
                </a:lnTo>
                <a:lnTo>
                  <a:pt x="158" y="371"/>
                </a:lnTo>
                <a:lnTo>
                  <a:pt x="158" y="370"/>
                </a:lnTo>
                <a:lnTo>
                  <a:pt x="157" y="370"/>
                </a:lnTo>
                <a:lnTo>
                  <a:pt x="158" y="369"/>
                </a:lnTo>
                <a:lnTo>
                  <a:pt x="158" y="368"/>
                </a:lnTo>
                <a:lnTo>
                  <a:pt x="157" y="368"/>
                </a:lnTo>
                <a:lnTo>
                  <a:pt x="157" y="367"/>
                </a:lnTo>
                <a:lnTo>
                  <a:pt x="157" y="368"/>
                </a:lnTo>
                <a:lnTo>
                  <a:pt x="156" y="368"/>
                </a:lnTo>
                <a:lnTo>
                  <a:pt x="156" y="367"/>
                </a:lnTo>
                <a:lnTo>
                  <a:pt x="155" y="367"/>
                </a:lnTo>
                <a:lnTo>
                  <a:pt x="155" y="366"/>
                </a:lnTo>
                <a:lnTo>
                  <a:pt x="154" y="366"/>
                </a:lnTo>
                <a:lnTo>
                  <a:pt x="153" y="366"/>
                </a:lnTo>
                <a:lnTo>
                  <a:pt x="152" y="366"/>
                </a:lnTo>
                <a:lnTo>
                  <a:pt x="151" y="366"/>
                </a:lnTo>
                <a:lnTo>
                  <a:pt x="151" y="365"/>
                </a:lnTo>
                <a:lnTo>
                  <a:pt x="151" y="364"/>
                </a:lnTo>
                <a:lnTo>
                  <a:pt x="150" y="363"/>
                </a:lnTo>
                <a:lnTo>
                  <a:pt x="149" y="363"/>
                </a:lnTo>
                <a:lnTo>
                  <a:pt x="149" y="362"/>
                </a:lnTo>
                <a:lnTo>
                  <a:pt x="149" y="361"/>
                </a:lnTo>
                <a:lnTo>
                  <a:pt x="149" y="360"/>
                </a:lnTo>
                <a:lnTo>
                  <a:pt x="148" y="360"/>
                </a:lnTo>
                <a:lnTo>
                  <a:pt x="149" y="360"/>
                </a:lnTo>
                <a:lnTo>
                  <a:pt x="148" y="360"/>
                </a:lnTo>
                <a:lnTo>
                  <a:pt x="148" y="359"/>
                </a:lnTo>
                <a:lnTo>
                  <a:pt x="148" y="358"/>
                </a:lnTo>
                <a:lnTo>
                  <a:pt x="149" y="358"/>
                </a:lnTo>
                <a:lnTo>
                  <a:pt x="149" y="357"/>
                </a:lnTo>
                <a:lnTo>
                  <a:pt x="148" y="357"/>
                </a:lnTo>
                <a:lnTo>
                  <a:pt x="148" y="356"/>
                </a:lnTo>
                <a:lnTo>
                  <a:pt x="149" y="356"/>
                </a:lnTo>
                <a:lnTo>
                  <a:pt x="149" y="355"/>
                </a:lnTo>
                <a:lnTo>
                  <a:pt x="149" y="354"/>
                </a:lnTo>
                <a:lnTo>
                  <a:pt x="148" y="353"/>
                </a:lnTo>
                <a:lnTo>
                  <a:pt x="147" y="353"/>
                </a:lnTo>
                <a:lnTo>
                  <a:pt x="147" y="352"/>
                </a:lnTo>
                <a:lnTo>
                  <a:pt x="147" y="351"/>
                </a:lnTo>
                <a:lnTo>
                  <a:pt x="146" y="351"/>
                </a:lnTo>
                <a:lnTo>
                  <a:pt x="146" y="350"/>
                </a:lnTo>
                <a:lnTo>
                  <a:pt x="145" y="350"/>
                </a:lnTo>
                <a:lnTo>
                  <a:pt x="145" y="349"/>
                </a:lnTo>
                <a:lnTo>
                  <a:pt x="144" y="348"/>
                </a:lnTo>
                <a:lnTo>
                  <a:pt x="143" y="348"/>
                </a:lnTo>
                <a:lnTo>
                  <a:pt x="143" y="346"/>
                </a:lnTo>
                <a:lnTo>
                  <a:pt x="143" y="345"/>
                </a:lnTo>
                <a:lnTo>
                  <a:pt x="142" y="345"/>
                </a:lnTo>
                <a:lnTo>
                  <a:pt x="142" y="344"/>
                </a:lnTo>
                <a:lnTo>
                  <a:pt x="141" y="344"/>
                </a:lnTo>
                <a:lnTo>
                  <a:pt x="140" y="344"/>
                </a:lnTo>
                <a:lnTo>
                  <a:pt x="140" y="343"/>
                </a:lnTo>
                <a:lnTo>
                  <a:pt x="139" y="343"/>
                </a:lnTo>
                <a:lnTo>
                  <a:pt x="138" y="343"/>
                </a:lnTo>
                <a:lnTo>
                  <a:pt x="138" y="342"/>
                </a:lnTo>
                <a:lnTo>
                  <a:pt x="137" y="342"/>
                </a:lnTo>
                <a:lnTo>
                  <a:pt x="136" y="342"/>
                </a:lnTo>
                <a:lnTo>
                  <a:pt x="135" y="342"/>
                </a:lnTo>
                <a:lnTo>
                  <a:pt x="135" y="341"/>
                </a:lnTo>
                <a:lnTo>
                  <a:pt x="134" y="341"/>
                </a:lnTo>
                <a:lnTo>
                  <a:pt x="134" y="340"/>
                </a:lnTo>
                <a:lnTo>
                  <a:pt x="134" y="339"/>
                </a:lnTo>
                <a:lnTo>
                  <a:pt x="133" y="339"/>
                </a:lnTo>
                <a:lnTo>
                  <a:pt x="133" y="338"/>
                </a:lnTo>
                <a:lnTo>
                  <a:pt x="133" y="337"/>
                </a:lnTo>
                <a:lnTo>
                  <a:pt x="134" y="337"/>
                </a:lnTo>
                <a:lnTo>
                  <a:pt x="134" y="336"/>
                </a:lnTo>
                <a:lnTo>
                  <a:pt x="133" y="336"/>
                </a:lnTo>
                <a:lnTo>
                  <a:pt x="133" y="335"/>
                </a:lnTo>
                <a:lnTo>
                  <a:pt x="133" y="334"/>
                </a:lnTo>
                <a:lnTo>
                  <a:pt x="132" y="333"/>
                </a:lnTo>
                <a:lnTo>
                  <a:pt x="132" y="332"/>
                </a:lnTo>
                <a:lnTo>
                  <a:pt x="131" y="332"/>
                </a:lnTo>
                <a:lnTo>
                  <a:pt x="131" y="331"/>
                </a:lnTo>
                <a:lnTo>
                  <a:pt x="132" y="331"/>
                </a:lnTo>
                <a:lnTo>
                  <a:pt x="131" y="330"/>
                </a:lnTo>
                <a:lnTo>
                  <a:pt x="131" y="329"/>
                </a:lnTo>
                <a:lnTo>
                  <a:pt x="131" y="328"/>
                </a:lnTo>
                <a:lnTo>
                  <a:pt x="132" y="328"/>
                </a:lnTo>
                <a:lnTo>
                  <a:pt x="132" y="327"/>
                </a:lnTo>
                <a:lnTo>
                  <a:pt x="133" y="327"/>
                </a:lnTo>
                <a:lnTo>
                  <a:pt x="132" y="327"/>
                </a:lnTo>
                <a:lnTo>
                  <a:pt x="132" y="326"/>
                </a:lnTo>
                <a:lnTo>
                  <a:pt x="131" y="326"/>
                </a:lnTo>
                <a:lnTo>
                  <a:pt x="131" y="325"/>
                </a:lnTo>
                <a:lnTo>
                  <a:pt x="131" y="324"/>
                </a:lnTo>
                <a:lnTo>
                  <a:pt x="131" y="323"/>
                </a:lnTo>
                <a:lnTo>
                  <a:pt x="130" y="323"/>
                </a:lnTo>
                <a:lnTo>
                  <a:pt x="130" y="322"/>
                </a:lnTo>
                <a:lnTo>
                  <a:pt x="129" y="322"/>
                </a:lnTo>
                <a:lnTo>
                  <a:pt x="129" y="321"/>
                </a:lnTo>
                <a:lnTo>
                  <a:pt x="129" y="320"/>
                </a:lnTo>
                <a:lnTo>
                  <a:pt x="128" y="320"/>
                </a:lnTo>
                <a:lnTo>
                  <a:pt x="128" y="319"/>
                </a:lnTo>
                <a:lnTo>
                  <a:pt x="128" y="318"/>
                </a:lnTo>
                <a:lnTo>
                  <a:pt x="128" y="317"/>
                </a:lnTo>
                <a:lnTo>
                  <a:pt x="128" y="316"/>
                </a:lnTo>
                <a:lnTo>
                  <a:pt x="127" y="316"/>
                </a:lnTo>
                <a:lnTo>
                  <a:pt x="127" y="315"/>
                </a:lnTo>
                <a:lnTo>
                  <a:pt x="126" y="315"/>
                </a:lnTo>
                <a:lnTo>
                  <a:pt x="126" y="314"/>
                </a:lnTo>
                <a:lnTo>
                  <a:pt x="126" y="313"/>
                </a:lnTo>
                <a:lnTo>
                  <a:pt x="126" y="312"/>
                </a:lnTo>
                <a:lnTo>
                  <a:pt x="125" y="311"/>
                </a:lnTo>
                <a:lnTo>
                  <a:pt x="125" y="310"/>
                </a:lnTo>
                <a:lnTo>
                  <a:pt x="124" y="310"/>
                </a:lnTo>
                <a:lnTo>
                  <a:pt x="124" y="309"/>
                </a:lnTo>
                <a:lnTo>
                  <a:pt x="124" y="307"/>
                </a:lnTo>
                <a:lnTo>
                  <a:pt x="124" y="306"/>
                </a:lnTo>
                <a:lnTo>
                  <a:pt x="125" y="306"/>
                </a:lnTo>
                <a:lnTo>
                  <a:pt x="125" y="305"/>
                </a:lnTo>
                <a:lnTo>
                  <a:pt x="126" y="305"/>
                </a:lnTo>
                <a:lnTo>
                  <a:pt x="126" y="304"/>
                </a:lnTo>
                <a:lnTo>
                  <a:pt x="126" y="303"/>
                </a:lnTo>
                <a:lnTo>
                  <a:pt x="126" y="302"/>
                </a:lnTo>
                <a:lnTo>
                  <a:pt x="126" y="301"/>
                </a:lnTo>
                <a:lnTo>
                  <a:pt x="127" y="301"/>
                </a:lnTo>
                <a:lnTo>
                  <a:pt x="127" y="300"/>
                </a:lnTo>
                <a:lnTo>
                  <a:pt x="128" y="300"/>
                </a:lnTo>
                <a:lnTo>
                  <a:pt x="128" y="299"/>
                </a:lnTo>
                <a:lnTo>
                  <a:pt x="129" y="299"/>
                </a:lnTo>
                <a:lnTo>
                  <a:pt x="130" y="298"/>
                </a:lnTo>
                <a:lnTo>
                  <a:pt x="130" y="297"/>
                </a:lnTo>
                <a:lnTo>
                  <a:pt x="131" y="297"/>
                </a:lnTo>
                <a:lnTo>
                  <a:pt x="131" y="296"/>
                </a:lnTo>
                <a:lnTo>
                  <a:pt x="130" y="295"/>
                </a:lnTo>
                <a:lnTo>
                  <a:pt x="128" y="295"/>
                </a:lnTo>
                <a:lnTo>
                  <a:pt x="127" y="295"/>
                </a:lnTo>
                <a:lnTo>
                  <a:pt x="126" y="295"/>
                </a:lnTo>
                <a:lnTo>
                  <a:pt x="125" y="295"/>
                </a:lnTo>
                <a:lnTo>
                  <a:pt x="124" y="295"/>
                </a:lnTo>
                <a:lnTo>
                  <a:pt x="124" y="294"/>
                </a:lnTo>
                <a:lnTo>
                  <a:pt x="124" y="293"/>
                </a:lnTo>
                <a:lnTo>
                  <a:pt x="123" y="293"/>
                </a:lnTo>
                <a:lnTo>
                  <a:pt x="122" y="292"/>
                </a:lnTo>
                <a:lnTo>
                  <a:pt x="122" y="291"/>
                </a:lnTo>
                <a:lnTo>
                  <a:pt x="122" y="290"/>
                </a:lnTo>
                <a:lnTo>
                  <a:pt x="122" y="289"/>
                </a:lnTo>
                <a:lnTo>
                  <a:pt x="122" y="288"/>
                </a:lnTo>
                <a:lnTo>
                  <a:pt x="121" y="287"/>
                </a:lnTo>
                <a:lnTo>
                  <a:pt x="120" y="287"/>
                </a:lnTo>
                <a:lnTo>
                  <a:pt x="120" y="286"/>
                </a:lnTo>
                <a:lnTo>
                  <a:pt x="121" y="286"/>
                </a:lnTo>
                <a:lnTo>
                  <a:pt x="121" y="285"/>
                </a:lnTo>
                <a:lnTo>
                  <a:pt x="120" y="285"/>
                </a:lnTo>
                <a:lnTo>
                  <a:pt x="120" y="284"/>
                </a:lnTo>
                <a:lnTo>
                  <a:pt x="121" y="284"/>
                </a:lnTo>
                <a:lnTo>
                  <a:pt x="122" y="283"/>
                </a:lnTo>
                <a:lnTo>
                  <a:pt x="122" y="284"/>
                </a:lnTo>
                <a:lnTo>
                  <a:pt x="123" y="284"/>
                </a:lnTo>
                <a:lnTo>
                  <a:pt x="124" y="284"/>
                </a:lnTo>
                <a:lnTo>
                  <a:pt x="125" y="284"/>
                </a:lnTo>
                <a:lnTo>
                  <a:pt x="126" y="284"/>
                </a:lnTo>
                <a:lnTo>
                  <a:pt x="127" y="284"/>
                </a:lnTo>
                <a:lnTo>
                  <a:pt x="127" y="283"/>
                </a:lnTo>
                <a:lnTo>
                  <a:pt x="128" y="283"/>
                </a:lnTo>
                <a:lnTo>
                  <a:pt x="129" y="283"/>
                </a:lnTo>
                <a:lnTo>
                  <a:pt x="130" y="283"/>
                </a:lnTo>
                <a:lnTo>
                  <a:pt x="131" y="283"/>
                </a:lnTo>
                <a:lnTo>
                  <a:pt x="132" y="283"/>
                </a:lnTo>
                <a:lnTo>
                  <a:pt x="132" y="282"/>
                </a:lnTo>
                <a:lnTo>
                  <a:pt x="133" y="282"/>
                </a:lnTo>
                <a:lnTo>
                  <a:pt x="134" y="282"/>
                </a:lnTo>
                <a:lnTo>
                  <a:pt x="134" y="281"/>
                </a:lnTo>
                <a:lnTo>
                  <a:pt x="135" y="281"/>
                </a:lnTo>
                <a:lnTo>
                  <a:pt x="136" y="281"/>
                </a:lnTo>
                <a:lnTo>
                  <a:pt x="136" y="280"/>
                </a:lnTo>
                <a:lnTo>
                  <a:pt x="137" y="280"/>
                </a:lnTo>
                <a:lnTo>
                  <a:pt x="138" y="280"/>
                </a:lnTo>
                <a:lnTo>
                  <a:pt x="138" y="279"/>
                </a:lnTo>
                <a:lnTo>
                  <a:pt x="139" y="279"/>
                </a:lnTo>
                <a:lnTo>
                  <a:pt x="140" y="279"/>
                </a:lnTo>
                <a:lnTo>
                  <a:pt x="141" y="278"/>
                </a:lnTo>
                <a:lnTo>
                  <a:pt x="142" y="278"/>
                </a:lnTo>
                <a:lnTo>
                  <a:pt x="142" y="277"/>
                </a:lnTo>
                <a:lnTo>
                  <a:pt x="141" y="277"/>
                </a:lnTo>
                <a:lnTo>
                  <a:pt x="141" y="276"/>
                </a:lnTo>
                <a:lnTo>
                  <a:pt x="141" y="275"/>
                </a:lnTo>
                <a:lnTo>
                  <a:pt x="140" y="275"/>
                </a:lnTo>
                <a:lnTo>
                  <a:pt x="140" y="274"/>
                </a:lnTo>
                <a:lnTo>
                  <a:pt x="140" y="273"/>
                </a:lnTo>
                <a:lnTo>
                  <a:pt x="141" y="273"/>
                </a:lnTo>
                <a:lnTo>
                  <a:pt x="140" y="272"/>
                </a:lnTo>
                <a:lnTo>
                  <a:pt x="140" y="271"/>
                </a:lnTo>
                <a:lnTo>
                  <a:pt x="139" y="271"/>
                </a:lnTo>
                <a:lnTo>
                  <a:pt x="139" y="270"/>
                </a:lnTo>
                <a:lnTo>
                  <a:pt x="139" y="269"/>
                </a:lnTo>
                <a:lnTo>
                  <a:pt x="139" y="268"/>
                </a:lnTo>
                <a:lnTo>
                  <a:pt x="139" y="267"/>
                </a:lnTo>
                <a:lnTo>
                  <a:pt x="140" y="267"/>
                </a:lnTo>
                <a:lnTo>
                  <a:pt x="140" y="266"/>
                </a:lnTo>
                <a:lnTo>
                  <a:pt x="140" y="265"/>
                </a:lnTo>
                <a:lnTo>
                  <a:pt x="139" y="265"/>
                </a:lnTo>
                <a:lnTo>
                  <a:pt x="139" y="264"/>
                </a:lnTo>
                <a:lnTo>
                  <a:pt x="139" y="263"/>
                </a:lnTo>
                <a:lnTo>
                  <a:pt x="140" y="263"/>
                </a:lnTo>
                <a:lnTo>
                  <a:pt x="140" y="262"/>
                </a:lnTo>
                <a:lnTo>
                  <a:pt x="140" y="261"/>
                </a:lnTo>
                <a:lnTo>
                  <a:pt x="141" y="261"/>
                </a:lnTo>
                <a:lnTo>
                  <a:pt x="141" y="260"/>
                </a:lnTo>
                <a:lnTo>
                  <a:pt x="141" y="259"/>
                </a:lnTo>
                <a:lnTo>
                  <a:pt x="142" y="259"/>
                </a:lnTo>
                <a:lnTo>
                  <a:pt x="142" y="258"/>
                </a:lnTo>
                <a:lnTo>
                  <a:pt x="142" y="257"/>
                </a:lnTo>
                <a:lnTo>
                  <a:pt x="142" y="256"/>
                </a:lnTo>
                <a:lnTo>
                  <a:pt x="143" y="256"/>
                </a:lnTo>
                <a:lnTo>
                  <a:pt x="143" y="255"/>
                </a:lnTo>
                <a:lnTo>
                  <a:pt x="143" y="254"/>
                </a:lnTo>
                <a:lnTo>
                  <a:pt x="144" y="254"/>
                </a:lnTo>
                <a:lnTo>
                  <a:pt x="144" y="253"/>
                </a:lnTo>
                <a:lnTo>
                  <a:pt x="144" y="252"/>
                </a:lnTo>
                <a:lnTo>
                  <a:pt x="143" y="252"/>
                </a:lnTo>
                <a:lnTo>
                  <a:pt x="143" y="251"/>
                </a:lnTo>
                <a:lnTo>
                  <a:pt x="144" y="251"/>
                </a:lnTo>
                <a:lnTo>
                  <a:pt x="144" y="250"/>
                </a:lnTo>
                <a:lnTo>
                  <a:pt x="144" y="249"/>
                </a:lnTo>
                <a:lnTo>
                  <a:pt x="144" y="248"/>
                </a:lnTo>
                <a:lnTo>
                  <a:pt x="144" y="246"/>
                </a:lnTo>
                <a:lnTo>
                  <a:pt x="144" y="245"/>
                </a:lnTo>
                <a:lnTo>
                  <a:pt x="144" y="244"/>
                </a:lnTo>
                <a:lnTo>
                  <a:pt x="144" y="243"/>
                </a:lnTo>
                <a:lnTo>
                  <a:pt x="145" y="243"/>
                </a:lnTo>
                <a:lnTo>
                  <a:pt x="146" y="243"/>
                </a:lnTo>
                <a:lnTo>
                  <a:pt x="146" y="242"/>
                </a:lnTo>
                <a:lnTo>
                  <a:pt x="146" y="241"/>
                </a:lnTo>
                <a:lnTo>
                  <a:pt x="146" y="240"/>
                </a:lnTo>
                <a:lnTo>
                  <a:pt x="147" y="240"/>
                </a:lnTo>
                <a:lnTo>
                  <a:pt x="147" y="238"/>
                </a:lnTo>
                <a:lnTo>
                  <a:pt x="146" y="238"/>
                </a:lnTo>
                <a:lnTo>
                  <a:pt x="145" y="238"/>
                </a:lnTo>
                <a:lnTo>
                  <a:pt x="145" y="237"/>
                </a:lnTo>
                <a:lnTo>
                  <a:pt x="145" y="236"/>
                </a:lnTo>
                <a:lnTo>
                  <a:pt x="144" y="236"/>
                </a:lnTo>
                <a:lnTo>
                  <a:pt x="143" y="236"/>
                </a:lnTo>
                <a:lnTo>
                  <a:pt x="143" y="235"/>
                </a:lnTo>
                <a:lnTo>
                  <a:pt x="142" y="235"/>
                </a:lnTo>
                <a:lnTo>
                  <a:pt x="143" y="234"/>
                </a:lnTo>
                <a:lnTo>
                  <a:pt x="144" y="233"/>
                </a:lnTo>
                <a:lnTo>
                  <a:pt x="144" y="232"/>
                </a:lnTo>
                <a:lnTo>
                  <a:pt x="145" y="231"/>
                </a:lnTo>
                <a:lnTo>
                  <a:pt x="145" y="230"/>
                </a:lnTo>
                <a:lnTo>
                  <a:pt x="145" y="229"/>
                </a:lnTo>
                <a:lnTo>
                  <a:pt x="145" y="228"/>
                </a:lnTo>
                <a:lnTo>
                  <a:pt x="146" y="228"/>
                </a:lnTo>
                <a:lnTo>
                  <a:pt x="146" y="227"/>
                </a:lnTo>
                <a:lnTo>
                  <a:pt x="146" y="226"/>
                </a:lnTo>
                <a:lnTo>
                  <a:pt x="147" y="226"/>
                </a:lnTo>
                <a:lnTo>
                  <a:pt x="147" y="225"/>
                </a:lnTo>
                <a:lnTo>
                  <a:pt x="148" y="225"/>
                </a:lnTo>
                <a:lnTo>
                  <a:pt x="147" y="224"/>
                </a:lnTo>
                <a:lnTo>
                  <a:pt x="148" y="224"/>
                </a:lnTo>
                <a:lnTo>
                  <a:pt x="148" y="223"/>
                </a:lnTo>
                <a:lnTo>
                  <a:pt x="148" y="222"/>
                </a:lnTo>
                <a:lnTo>
                  <a:pt x="148" y="221"/>
                </a:lnTo>
                <a:lnTo>
                  <a:pt x="148" y="220"/>
                </a:lnTo>
                <a:lnTo>
                  <a:pt x="149" y="220"/>
                </a:lnTo>
                <a:lnTo>
                  <a:pt x="148" y="219"/>
                </a:lnTo>
                <a:lnTo>
                  <a:pt x="147" y="218"/>
                </a:lnTo>
                <a:lnTo>
                  <a:pt x="147" y="217"/>
                </a:lnTo>
                <a:lnTo>
                  <a:pt x="147" y="216"/>
                </a:lnTo>
                <a:lnTo>
                  <a:pt x="146" y="216"/>
                </a:lnTo>
                <a:lnTo>
                  <a:pt x="145" y="216"/>
                </a:lnTo>
                <a:lnTo>
                  <a:pt x="145" y="215"/>
                </a:lnTo>
                <a:lnTo>
                  <a:pt x="144" y="215"/>
                </a:lnTo>
                <a:lnTo>
                  <a:pt x="144" y="214"/>
                </a:lnTo>
                <a:lnTo>
                  <a:pt x="144" y="213"/>
                </a:lnTo>
                <a:lnTo>
                  <a:pt x="143" y="213"/>
                </a:lnTo>
                <a:lnTo>
                  <a:pt x="141" y="213"/>
                </a:lnTo>
                <a:lnTo>
                  <a:pt x="140" y="213"/>
                </a:lnTo>
                <a:lnTo>
                  <a:pt x="140" y="212"/>
                </a:lnTo>
                <a:lnTo>
                  <a:pt x="139" y="212"/>
                </a:lnTo>
                <a:lnTo>
                  <a:pt x="139" y="211"/>
                </a:lnTo>
                <a:lnTo>
                  <a:pt x="139" y="210"/>
                </a:lnTo>
                <a:lnTo>
                  <a:pt x="138" y="210"/>
                </a:lnTo>
                <a:lnTo>
                  <a:pt x="137" y="210"/>
                </a:lnTo>
                <a:lnTo>
                  <a:pt x="137" y="208"/>
                </a:lnTo>
                <a:lnTo>
                  <a:pt x="137" y="207"/>
                </a:lnTo>
                <a:lnTo>
                  <a:pt x="137" y="206"/>
                </a:lnTo>
                <a:lnTo>
                  <a:pt x="138" y="206"/>
                </a:lnTo>
                <a:lnTo>
                  <a:pt x="138" y="205"/>
                </a:lnTo>
                <a:lnTo>
                  <a:pt x="137" y="205"/>
                </a:lnTo>
                <a:lnTo>
                  <a:pt x="138" y="205"/>
                </a:lnTo>
                <a:lnTo>
                  <a:pt x="139" y="205"/>
                </a:lnTo>
                <a:lnTo>
                  <a:pt x="140" y="205"/>
                </a:lnTo>
                <a:lnTo>
                  <a:pt x="141" y="204"/>
                </a:lnTo>
                <a:lnTo>
                  <a:pt x="140" y="204"/>
                </a:lnTo>
                <a:lnTo>
                  <a:pt x="140" y="203"/>
                </a:lnTo>
                <a:lnTo>
                  <a:pt x="140" y="202"/>
                </a:lnTo>
                <a:lnTo>
                  <a:pt x="139" y="201"/>
                </a:lnTo>
                <a:lnTo>
                  <a:pt x="140" y="200"/>
                </a:lnTo>
                <a:lnTo>
                  <a:pt x="141" y="199"/>
                </a:lnTo>
                <a:lnTo>
                  <a:pt x="142" y="199"/>
                </a:lnTo>
                <a:lnTo>
                  <a:pt x="142" y="198"/>
                </a:lnTo>
                <a:lnTo>
                  <a:pt x="143" y="199"/>
                </a:lnTo>
                <a:lnTo>
                  <a:pt x="143" y="200"/>
                </a:lnTo>
                <a:lnTo>
                  <a:pt x="143" y="201"/>
                </a:lnTo>
                <a:lnTo>
                  <a:pt x="144" y="202"/>
                </a:lnTo>
                <a:lnTo>
                  <a:pt x="144" y="201"/>
                </a:lnTo>
                <a:lnTo>
                  <a:pt x="145" y="201"/>
                </a:lnTo>
                <a:lnTo>
                  <a:pt x="145" y="202"/>
                </a:lnTo>
                <a:lnTo>
                  <a:pt x="145" y="201"/>
                </a:lnTo>
                <a:lnTo>
                  <a:pt x="146" y="201"/>
                </a:lnTo>
                <a:lnTo>
                  <a:pt x="145" y="200"/>
                </a:lnTo>
                <a:lnTo>
                  <a:pt x="146" y="200"/>
                </a:lnTo>
                <a:lnTo>
                  <a:pt x="148" y="200"/>
                </a:lnTo>
                <a:lnTo>
                  <a:pt x="149" y="200"/>
                </a:lnTo>
                <a:lnTo>
                  <a:pt x="149" y="201"/>
                </a:lnTo>
                <a:lnTo>
                  <a:pt x="150" y="201"/>
                </a:lnTo>
                <a:lnTo>
                  <a:pt x="151" y="201"/>
                </a:lnTo>
                <a:lnTo>
                  <a:pt x="151" y="202"/>
                </a:lnTo>
                <a:lnTo>
                  <a:pt x="152" y="201"/>
                </a:lnTo>
                <a:lnTo>
                  <a:pt x="152" y="202"/>
                </a:lnTo>
                <a:lnTo>
                  <a:pt x="153" y="202"/>
                </a:lnTo>
                <a:lnTo>
                  <a:pt x="154" y="201"/>
                </a:lnTo>
                <a:lnTo>
                  <a:pt x="154" y="202"/>
                </a:lnTo>
                <a:lnTo>
                  <a:pt x="155" y="202"/>
                </a:lnTo>
                <a:lnTo>
                  <a:pt x="155" y="201"/>
                </a:lnTo>
                <a:lnTo>
                  <a:pt x="156" y="201"/>
                </a:lnTo>
                <a:lnTo>
                  <a:pt x="157" y="201"/>
                </a:lnTo>
                <a:lnTo>
                  <a:pt x="157" y="200"/>
                </a:lnTo>
                <a:lnTo>
                  <a:pt x="157" y="199"/>
                </a:lnTo>
                <a:lnTo>
                  <a:pt x="158" y="199"/>
                </a:lnTo>
                <a:lnTo>
                  <a:pt x="158" y="200"/>
                </a:lnTo>
                <a:lnTo>
                  <a:pt x="159" y="200"/>
                </a:lnTo>
                <a:lnTo>
                  <a:pt x="159" y="199"/>
                </a:lnTo>
                <a:lnTo>
                  <a:pt x="160" y="199"/>
                </a:lnTo>
                <a:lnTo>
                  <a:pt x="161" y="198"/>
                </a:lnTo>
                <a:lnTo>
                  <a:pt x="162" y="198"/>
                </a:lnTo>
                <a:lnTo>
                  <a:pt x="162" y="197"/>
                </a:lnTo>
                <a:lnTo>
                  <a:pt x="163" y="197"/>
                </a:lnTo>
                <a:lnTo>
                  <a:pt x="163" y="196"/>
                </a:lnTo>
                <a:lnTo>
                  <a:pt x="164" y="196"/>
                </a:lnTo>
                <a:lnTo>
                  <a:pt x="164" y="195"/>
                </a:lnTo>
                <a:lnTo>
                  <a:pt x="165" y="195"/>
                </a:lnTo>
                <a:lnTo>
                  <a:pt x="166" y="195"/>
                </a:lnTo>
                <a:lnTo>
                  <a:pt x="166" y="196"/>
                </a:lnTo>
                <a:lnTo>
                  <a:pt x="167" y="197"/>
                </a:lnTo>
                <a:lnTo>
                  <a:pt x="168" y="197"/>
                </a:lnTo>
                <a:lnTo>
                  <a:pt x="168" y="198"/>
                </a:lnTo>
                <a:lnTo>
                  <a:pt x="169" y="198"/>
                </a:lnTo>
                <a:lnTo>
                  <a:pt x="169" y="199"/>
                </a:lnTo>
                <a:lnTo>
                  <a:pt x="170" y="199"/>
                </a:lnTo>
                <a:lnTo>
                  <a:pt x="171" y="198"/>
                </a:lnTo>
                <a:lnTo>
                  <a:pt x="171" y="197"/>
                </a:lnTo>
                <a:lnTo>
                  <a:pt x="172" y="197"/>
                </a:lnTo>
                <a:lnTo>
                  <a:pt x="172" y="196"/>
                </a:lnTo>
                <a:lnTo>
                  <a:pt x="173" y="196"/>
                </a:lnTo>
                <a:lnTo>
                  <a:pt x="174" y="196"/>
                </a:lnTo>
                <a:lnTo>
                  <a:pt x="174" y="197"/>
                </a:lnTo>
                <a:lnTo>
                  <a:pt x="175" y="197"/>
                </a:lnTo>
                <a:lnTo>
                  <a:pt x="175" y="196"/>
                </a:lnTo>
                <a:lnTo>
                  <a:pt x="175" y="195"/>
                </a:lnTo>
                <a:lnTo>
                  <a:pt x="176" y="195"/>
                </a:lnTo>
                <a:lnTo>
                  <a:pt x="176" y="194"/>
                </a:lnTo>
                <a:lnTo>
                  <a:pt x="176" y="193"/>
                </a:lnTo>
                <a:lnTo>
                  <a:pt x="177" y="193"/>
                </a:lnTo>
                <a:lnTo>
                  <a:pt x="177" y="192"/>
                </a:lnTo>
                <a:lnTo>
                  <a:pt x="178" y="192"/>
                </a:lnTo>
                <a:lnTo>
                  <a:pt x="178" y="193"/>
                </a:lnTo>
                <a:lnTo>
                  <a:pt x="179" y="193"/>
                </a:lnTo>
                <a:lnTo>
                  <a:pt x="179" y="194"/>
                </a:lnTo>
                <a:lnTo>
                  <a:pt x="180" y="195"/>
                </a:lnTo>
                <a:lnTo>
                  <a:pt x="180" y="196"/>
                </a:lnTo>
                <a:lnTo>
                  <a:pt x="180" y="197"/>
                </a:lnTo>
                <a:lnTo>
                  <a:pt x="181" y="197"/>
                </a:lnTo>
                <a:lnTo>
                  <a:pt x="182" y="197"/>
                </a:lnTo>
                <a:lnTo>
                  <a:pt x="182" y="198"/>
                </a:lnTo>
                <a:lnTo>
                  <a:pt x="182" y="199"/>
                </a:lnTo>
                <a:lnTo>
                  <a:pt x="183" y="199"/>
                </a:lnTo>
                <a:lnTo>
                  <a:pt x="184" y="198"/>
                </a:lnTo>
                <a:lnTo>
                  <a:pt x="183" y="198"/>
                </a:lnTo>
                <a:lnTo>
                  <a:pt x="184" y="198"/>
                </a:lnTo>
                <a:lnTo>
                  <a:pt x="184" y="197"/>
                </a:lnTo>
                <a:lnTo>
                  <a:pt x="185" y="197"/>
                </a:lnTo>
                <a:lnTo>
                  <a:pt x="186" y="197"/>
                </a:lnTo>
                <a:lnTo>
                  <a:pt x="187" y="197"/>
                </a:lnTo>
                <a:lnTo>
                  <a:pt x="187" y="196"/>
                </a:lnTo>
                <a:lnTo>
                  <a:pt x="187" y="195"/>
                </a:lnTo>
                <a:lnTo>
                  <a:pt x="188" y="195"/>
                </a:lnTo>
                <a:lnTo>
                  <a:pt x="187" y="194"/>
                </a:lnTo>
                <a:lnTo>
                  <a:pt x="187" y="193"/>
                </a:lnTo>
                <a:lnTo>
                  <a:pt x="188" y="193"/>
                </a:lnTo>
                <a:lnTo>
                  <a:pt x="188" y="192"/>
                </a:lnTo>
                <a:lnTo>
                  <a:pt x="189" y="191"/>
                </a:lnTo>
                <a:lnTo>
                  <a:pt x="190" y="191"/>
                </a:lnTo>
                <a:lnTo>
                  <a:pt x="190" y="190"/>
                </a:lnTo>
                <a:lnTo>
                  <a:pt x="190" y="189"/>
                </a:lnTo>
                <a:lnTo>
                  <a:pt x="191" y="189"/>
                </a:lnTo>
                <a:lnTo>
                  <a:pt x="191" y="188"/>
                </a:lnTo>
                <a:lnTo>
                  <a:pt x="191" y="187"/>
                </a:lnTo>
                <a:lnTo>
                  <a:pt x="192" y="187"/>
                </a:lnTo>
                <a:lnTo>
                  <a:pt x="192" y="186"/>
                </a:lnTo>
                <a:lnTo>
                  <a:pt x="192" y="185"/>
                </a:lnTo>
                <a:lnTo>
                  <a:pt x="193" y="185"/>
                </a:lnTo>
                <a:lnTo>
                  <a:pt x="193" y="184"/>
                </a:lnTo>
                <a:lnTo>
                  <a:pt x="194" y="184"/>
                </a:lnTo>
                <a:lnTo>
                  <a:pt x="195" y="184"/>
                </a:lnTo>
                <a:lnTo>
                  <a:pt x="195" y="183"/>
                </a:lnTo>
                <a:lnTo>
                  <a:pt x="196" y="183"/>
                </a:lnTo>
                <a:lnTo>
                  <a:pt x="196" y="182"/>
                </a:lnTo>
                <a:lnTo>
                  <a:pt x="197" y="182"/>
                </a:lnTo>
                <a:lnTo>
                  <a:pt x="197" y="181"/>
                </a:lnTo>
                <a:lnTo>
                  <a:pt x="197" y="180"/>
                </a:lnTo>
                <a:lnTo>
                  <a:pt x="198" y="180"/>
                </a:lnTo>
                <a:lnTo>
                  <a:pt x="198" y="179"/>
                </a:lnTo>
                <a:lnTo>
                  <a:pt x="199" y="178"/>
                </a:lnTo>
                <a:lnTo>
                  <a:pt x="198" y="178"/>
                </a:lnTo>
                <a:lnTo>
                  <a:pt x="199" y="178"/>
                </a:lnTo>
                <a:lnTo>
                  <a:pt x="199" y="177"/>
                </a:lnTo>
                <a:lnTo>
                  <a:pt x="199" y="176"/>
                </a:lnTo>
                <a:lnTo>
                  <a:pt x="200" y="176"/>
                </a:lnTo>
                <a:lnTo>
                  <a:pt x="200" y="175"/>
                </a:lnTo>
                <a:lnTo>
                  <a:pt x="200" y="174"/>
                </a:lnTo>
                <a:lnTo>
                  <a:pt x="201" y="174"/>
                </a:lnTo>
                <a:lnTo>
                  <a:pt x="201" y="173"/>
                </a:lnTo>
                <a:lnTo>
                  <a:pt x="202" y="173"/>
                </a:lnTo>
                <a:lnTo>
                  <a:pt x="202" y="172"/>
                </a:lnTo>
                <a:lnTo>
                  <a:pt x="203" y="172"/>
                </a:lnTo>
                <a:lnTo>
                  <a:pt x="203" y="171"/>
                </a:lnTo>
                <a:lnTo>
                  <a:pt x="204" y="171"/>
                </a:lnTo>
                <a:lnTo>
                  <a:pt x="204" y="170"/>
                </a:lnTo>
                <a:lnTo>
                  <a:pt x="203" y="170"/>
                </a:lnTo>
                <a:lnTo>
                  <a:pt x="203" y="169"/>
                </a:lnTo>
                <a:lnTo>
                  <a:pt x="203" y="168"/>
                </a:lnTo>
                <a:lnTo>
                  <a:pt x="203" y="167"/>
                </a:lnTo>
                <a:lnTo>
                  <a:pt x="204" y="167"/>
                </a:lnTo>
                <a:lnTo>
                  <a:pt x="205" y="168"/>
                </a:lnTo>
                <a:lnTo>
                  <a:pt x="207" y="168"/>
                </a:lnTo>
                <a:lnTo>
                  <a:pt x="208" y="168"/>
                </a:lnTo>
                <a:lnTo>
                  <a:pt x="208" y="169"/>
                </a:lnTo>
                <a:lnTo>
                  <a:pt x="209" y="169"/>
                </a:lnTo>
                <a:lnTo>
                  <a:pt x="210" y="169"/>
                </a:lnTo>
                <a:lnTo>
                  <a:pt x="211" y="169"/>
                </a:lnTo>
                <a:lnTo>
                  <a:pt x="212" y="169"/>
                </a:lnTo>
                <a:lnTo>
                  <a:pt x="213" y="169"/>
                </a:lnTo>
                <a:lnTo>
                  <a:pt x="214" y="169"/>
                </a:lnTo>
                <a:lnTo>
                  <a:pt x="214" y="168"/>
                </a:lnTo>
                <a:lnTo>
                  <a:pt x="215" y="168"/>
                </a:lnTo>
                <a:lnTo>
                  <a:pt x="215" y="167"/>
                </a:lnTo>
                <a:lnTo>
                  <a:pt x="215" y="166"/>
                </a:lnTo>
                <a:lnTo>
                  <a:pt x="214" y="166"/>
                </a:lnTo>
                <a:lnTo>
                  <a:pt x="215" y="166"/>
                </a:lnTo>
                <a:lnTo>
                  <a:pt x="214" y="166"/>
                </a:lnTo>
                <a:lnTo>
                  <a:pt x="215" y="166"/>
                </a:lnTo>
                <a:lnTo>
                  <a:pt x="215" y="165"/>
                </a:lnTo>
                <a:lnTo>
                  <a:pt x="216" y="163"/>
                </a:lnTo>
                <a:lnTo>
                  <a:pt x="217" y="163"/>
                </a:lnTo>
                <a:lnTo>
                  <a:pt x="218" y="163"/>
                </a:lnTo>
                <a:lnTo>
                  <a:pt x="219" y="161"/>
                </a:lnTo>
                <a:lnTo>
                  <a:pt x="220" y="157"/>
                </a:lnTo>
                <a:lnTo>
                  <a:pt x="221" y="154"/>
                </a:lnTo>
                <a:lnTo>
                  <a:pt x="223" y="151"/>
                </a:lnTo>
                <a:lnTo>
                  <a:pt x="226" y="151"/>
                </a:lnTo>
                <a:lnTo>
                  <a:pt x="229" y="150"/>
                </a:lnTo>
                <a:lnTo>
                  <a:pt x="230" y="150"/>
                </a:lnTo>
                <a:lnTo>
                  <a:pt x="232" y="150"/>
                </a:lnTo>
                <a:lnTo>
                  <a:pt x="236" y="150"/>
                </a:lnTo>
                <a:lnTo>
                  <a:pt x="237" y="150"/>
                </a:lnTo>
                <a:lnTo>
                  <a:pt x="237" y="149"/>
                </a:lnTo>
                <a:lnTo>
                  <a:pt x="238" y="149"/>
                </a:lnTo>
                <a:lnTo>
                  <a:pt x="238" y="148"/>
                </a:lnTo>
                <a:lnTo>
                  <a:pt x="239" y="148"/>
                </a:lnTo>
                <a:lnTo>
                  <a:pt x="240" y="148"/>
                </a:lnTo>
                <a:lnTo>
                  <a:pt x="240" y="149"/>
                </a:lnTo>
                <a:lnTo>
                  <a:pt x="240" y="150"/>
                </a:lnTo>
                <a:lnTo>
                  <a:pt x="240" y="151"/>
                </a:lnTo>
                <a:lnTo>
                  <a:pt x="240" y="152"/>
                </a:lnTo>
                <a:lnTo>
                  <a:pt x="241" y="152"/>
                </a:lnTo>
                <a:lnTo>
                  <a:pt x="242" y="152"/>
                </a:lnTo>
                <a:lnTo>
                  <a:pt x="243" y="153"/>
                </a:lnTo>
                <a:lnTo>
                  <a:pt x="243" y="154"/>
                </a:lnTo>
                <a:lnTo>
                  <a:pt x="243" y="155"/>
                </a:lnTo>
                <a:lnTo>
                  <a:pt x="244" y="156"/>
                </a:lnTo>
                <a:lnTo>
                  <a:pt x="246" y="157"/>
                </a:lnTo>
                <a:lnTo>
                  <a:pt x="247" y="157"/>
                </a:lnTo>
                <a:lnTo>
                  <a:pt x="248" y="157"/>
                </a:lnTo>
                <a:lnTo>
                  <a:pt x="248" y="156"/>
                </a:lnTo>
                <a:lnTo>
                  <a:pt x="249" y="156"/>
                </a:lnTo>
                <a:lnTo>
                  <a:pt x="250" y="156"/>
                </a:lnTo>
                <a:lnTo>
                  <a:pt x="250" y="157"/>
                </a:lnTo>
                <a:lnTo>
                  <a:pt x="253" y="158"/>
                </a:lnTo>
                <a:lnTo>
                  <a:pt x="256" y="157"/>
                </a:lnTo>
                <a:lnTo>
                  <a:pt x="256" y="155"/>
                </a:lnTo>
                <a:lnTo>
                  <a:pt x="257" y="155"/>
                </a:lnTo>
                <a:lnTo>
                  <a:pt x="259" y="155"/>
                </a:lnTo>
                <a:lnTo>
                  <a:pt x="263" y="155"/>
                </a:lnTo>
                <a:lnTo>
                  <a:pt x="263" y="156"/>
                </a:lnTo>
                <a:lnTo>
                  <a:pt x="264" y="156"/>
                </a:lnTo>
                <a:lnTo>
                  <a:pt x="265" y="157"/>
                </a:lnTo>
                <a:lnTo>
                  <a:pt x="267" y="157"/>
                </a:lnTo>
                <a:lnTo>
                  <a:pt x="268" y="157"/>
                </a:lnTo>
                <a:lnTo>
                  <a:pt x="269" y="157"/>
                </a:lnTo>
                <a:lnTo>
                  <a:pt x="269" y="158"/>
                </a:lnTo>
                <a:lnTo>
                  <a:pt x="270" y="158"/>
                </a:lnTo>
                <a:lnTo>
                  <a:pt x="270" y="159"/>
                </a:lnTo>
                <a:lnTo>
                  <a:pt x="270" y="160"/>
                </a:lnTo>
                <a:lnTo>
                  <a:pt x="271" y="160"/>
                </a:lnTo>
                <a:lnTo>
                  <a:pt x="272" y="160"/>
                </a:lnTo>
                <a:lnTo>
                  <a:pt x="273" y="160"/>
                </a:lnTo>
                <a:lnTo>
                  <a:pt x="275" y="160"/>
                </a:lnTo>
                <a:lnTo>
                  <a:pt x="277" y="161"/>
                </a:lnTo>
                <a:lnTo>
                  <a:pt x="279" y="159"/>
                </a:lnTo>
                <a:lnTo>
                  <a:pt x="281" y="159"/>
                </a:lnTo>
                <a:lnTo>
                  <a:pt x="282" y="159"/>
                </a:lnTo>
                <a:lnTo>
                  <a:pt x="284" y="160"/>
                </a:lnTo>
                <a:lnTo>
                  <a:pt x="285" y="161"/>
                </a:lnTo>
                <a:lnTo>
                  <a:pt x="286" y="161"/>
                </a:lnTo>
                <a:lnTo>
                  <a:pt x="287" y="161"/>
                </a:lnTo>
                <a:lnTo>
                  <a:pt x="288" y="160"/>
                </a:lnTo>
                <a:lnTo>
                  <a:pt x="289" y="160"/>
                </a:lnTo>
                <a:lnTo>
                  <a:pt x="291" y="161"/>
                </a:lnTo>
                <a:lnTo>
                  <a:pt x="291" y="162"/>
                </a:lnTo>
                <a:lnTo>
                  <a:pt x="292" y="162"/>
                </a:lnTo>
                <a:lnTo>
                  <a:pt x="299" y="162"/>
                </a:lnTo>
                <a:lnTo>
                  <a:pt x="299" y="161"/>
                </a:lnTo>
                <a:lnTo>
                  <a:pt x="301" y="160"/>
                </a:lnTo>
                <a:lnTo>
                  <a:pt x="301" y="159"/>
                </a:lnTo>
                <a:lnTo>
                  <a:pt x="302" y="159"/>
                </a:lnTo>
                <a:lnTo>
                  <a:pt x="302" y="158"/>
                </a:lnTo>
                <a:lnTo>
                  <a:pt x="303" y="159"/>
                </a:lnTo>
                <a:lnTo>
                  <a:pt x="304" y="159"/>
                </a:lnTo>
                <a:lnTo>
                  <a:pt x="304" y="160"/>
                </a:lnTo>
                <a:lnTo>
                  <a:pt x="304" y="161"/>
                </a:lnTo>
                <a:lnTo>
                  <a:pt x="305" y="163"/>
                </a:lnTo>
                <a:lnTo>
                  <a:pt x="305" y="164"/>
                </a:lnTo>
                <a:lnTo>
                  <a:pt x="306" y="164"/>
                </a:lnTo>
                <a:lnTo>
                  <a:pt x="307" y="164"/>
                </a:lnTo>
                <a:lnTo>
                  <a:pt x="309" y="164"/>
                </a:lnTo>
                <a:lnTo>
                  <a:pt x="310" y="164"/>
                </a:lnTo>
                <a:lnTo>
                  <a:pt x="310" y="163"/>
                </a:lnTo>
                <a:lnTo>
                  <a:pt x="311" y="163"/>
                </a:lnTo>
                <a:lnTo>
                  <a:pt x="312" y="163"/>
                </a:lnTo>
                <a:lnTo>
                  <a:pt x="312" y="164"/>
                </a:lnTo>
                <a:lnTo>
                  <a:pt x="313" y="164"/>
                </a:lnTo>
                <a:lnTo>
                  <a:pt x="313" y="165"/>
                </a:lnTo>
                <a:lnTo>
                  <a:pt x="313" y="166"/>
                </a:lnTo>
                <a:lnTo>
                  <a:pt x="314" y="167"/>
                </a:lnTo>
                <a:lnTo>
                  <a:pt x="315" y="168"/>
                </a:lnTo>
                <a:lnTo>
                  <a:pt x="316" y="168"/>
                </a:lnTo>
                <a:lnTo>
                  <a:pt x="316" y="167"/>
                </a:lnTo>
                <a:lnTo>
                  <a:pt x="318" y="167"/>
                </a:lnTo>
                <a:lnTo>
                  <a:pt x="319" y="168"/>
                </a:lnTo>
                <a:lnTo>
                  <a:pt x="320" y="169"/>
                </a:lnTo>
                <a:lnTo>
                  <a:pt x="323" y="169"/>
                </a:lnTo>
                <a:lnTo>
                  <a:pt x="324" y="168"/>
                </a:lnTo>
                <a:lnTo>
                  <a:pt x="325" y="168"/>
                </a:lnTo>
                <a:lnTo>
                  <a:pt x="326" y="166"/>
                </a:lnTo>
                <a:lnTo>
                  <a:pt x="326" y="165"/>
                </a:lnTo>
                <a:lnTo>
                  <a:pt x="329" y="164"/>
                </a:lnTo>
                <a:lnTo>
                  <a:pt x="330" y="164"/>
                </a:lnTo>
                <a:lnTo>
                  <a:pt x="330" y="165"/>
                </a:lnTo>
                <a:lnTo>
                  <a:pt x="331" y="166"/>
                </a:lnTo>
                <a:lnTo>
                  <a:pt x="331" y="167"/>
                </a:lnTo>
                <a:lnTo>
                  <a:pt x="332" y="167"/>
                </a:lnTo>
                <a:lnTo>
                  <a:pt x="332" y="168"/>
                </a:lnTo>
                <a:lnTo>
                  <a:pt x="333" y="168"/>
                </a:lnTo>
                <a:lnTo>
                  <a:pt x="334" y="167"/>
                </a:lnTo>
                <a:lnTo>
                  <a:pt x="336" y="167"/>
                </a:lnTo>
                <a:lnTo>
                  <a:pt x="341" y="168"/>
                </a:lnTo>
                <a:lnTo>
                  <a:pt x="342" y="168"/>
                </a:lnTo>
                <a:lnTo>
                  <a:pt x="343" y="169"/>
                </a:lnTo>
                <a:lnTo>
                  <a:pt x="344" y="168"/>
                </a:lnTo>
                <a:lnTo>
                  <a:pt x="345" y="168"/>
                </a:lnTo>
                <a:lnTo>
                  <a:pt x="345" y="167"/>
                </a:lnTo>
                <a:lnTo>
                  <a:pt x="346" y="167"/>
                </a:lnTo>
                <a:lnTo>
                  <a:pt x="347" y="167"/>
                </a:lnTo>
                <a:lnTo>
                  <a:pt x="348" y="167"/>
                </a:lnTo>
                <a:lnTo>
                  <a:pt x="350" y="165"/>
                </a:lnTo>
                <a:lnTo>
                  <a:pt x="350" y="163"/>
                </a:lnTo>
                <a:lnTo>
                  <a:pt x="352" y="163"/>
                </a:lnTo>
                <a:lnTo>
                  <a:pt x="353" y="163"/>
                </a:lnTo>
                <a:lnTo>
                  <a:pt x="354" y="162"/>
                </a:lnTo>
                <a:lnTo>
                  <a:pt x="355" y="161"/>
                </a:lnTo>
                <a:lnTo>
                  <a:pt x="355" y="160"/>
                </a:lnTo>
                <a:lnTo>
                  <a:pt x="354" y="160"/>
                </a:lnTo>
                <a:lnTo>
                  <a:pt x="354" y="159"/>
                </a:lnTo>
                <a:lnTo>
                  <a:pt x="355" y="159"/>
                </a:lnTo>
                <a:lnTo>
                  <a:pt x="356" y="160"/>
                </a:lnTo>
                <a:lnTo>
                  <a:pt x="357" y="160"/>
                </a:lnTo>
                <a:lnTo>
                  <a:pt x="357" y="159"/>
                </a:lnTo>
                <a:lnTo>
                  <a:pt x="355" y="157"/>
                </a:lnTo>
                <a:lnTo>
                  <a:pt x="354" y="156"/>
                </a:lnTo>
                <a:lnTo>
                  <a:pt x="355" y="155"/>
                </a:lnTo>
                <a:lnTo>
                  <a:pt x="356" y="153"/>
                </a:lnTo>
                <a:lnTo>
                  <a:pt x="356" y="152"/>
                </a:lnTo>
                <a:lnTo>
                  <a:pt x="357" y="152"/>
                </a:lnTo>
                <a:lnTo>
                  <a:pt x="359" y="151"/>
                </a:lnTo>
                <a:lnTo>
                  <a:pt x="360" y="151"/>
                </a:lnTo>
                <a:lnTo>
                  <a:pt x="360" y="150"/>
                </a:lnTo>
                <a:lnTo>
                  <a:pt x="359" y="150"/>
                </a:lnTo>
                <a:lnTo>
                  <a:pt x="359" y="149"/>
                </a:lnTo>
                <a:lnTo>
                  <a:pt x="358" y="149"/>
                </a:lnTo>
                <a:lnTo>
                  <a:pt x="359" y="148"/>
                </a:lnTo>
                <a:lnTo>
                  <a:pt x="360" y="148"/>
                </a:lnTo>
                <a:lnTo>
                  <a:pt x="360" y="147"/>
                </a:lnTo>
                <a:lnTo>
                  <a:pt x="362" y="145"/>
                </a:lnTo>
                <a:lnTo>
                  <a:pt x="362" y="144"/>
                </a:lnTo>
                <a:lnTo>
                  <a:pt x="362" y="143"/>
                </a:lnTo>
                <a:lnTo>
                  <a:pt x="364" y="143"/>
                </a:lnTo>
                <a:lnTo>
                  <a:pt x="365" y="144"/>
                </a:lnTo>
                <a:lnTo>
                  <a:pt x="366" y="144"/>
                </a:lnTo>
                <a:lnTo>
                  <a:pt x="366" y="143"/>
                </a:lnTo>
                <a:lnTo>
                  <a:pt x="366" y="142"/>
                </a:lnTo>
                <a:lnTo>
                  <a:pt x="367" y="142"/>
                </a:lnTo>
                <a:lnTo>
                  <a:pt x="367" y="140"/>
                </a:lnTo>
                <a:lnTo>
                  <a:pt x="368" y="139"/>
                </a:lnTo>
                <a:lnTo>
                  <a:pt x="368" y="138"/>
                </a:lnTo>
                <a:lnTo>
                  <a:pt x="367" y="138"/>
                </a:lnTo>
                <a:lnTo>
                  <a:pt x="366" y="137"/>
                </a:lnTo>
                <a:lnTo>
                  <a:pt x="365" y="136"/>
                </a:lnTo>
                <a:lnTo>
                  <a:pt x="364" y="136"/>
                </a:lnTo>
                <a:lnTo>
                  <a:pt x="364" y="135"/>
                </a:lnTo>
                <a:lnTo>
                  <a:pt x="365" y="133"/>
                </a:lnTo>
                <a:lnTo>
                  <a:pt x="368" y="132"/>
                </a:lnTo>
                <a:lnTo>
                  <a:pt x="369" y="132"/>
                </a:lnTo>
                <a:lnTo>
                  <a:pt x="370" y="132"/>
                </a:lnTo>
                <a:lnTo>
                  <a:pt x="372" y="132"/>
                </a:lnTo>
                <a:lnTo>
                  <a:pt x="372" y="130"/>
                </a:lnTo>
                <a:lnTo>
                  <a:pt x="372" y="127"/>
                </a:lnTo>
                <a:lnTo>
                  <a:pt x="373" y="127"/>
                </a:lnTo>
                <a:lnTo>
                  <a:pt x="373" y="126"/>
                </a:lnTo>
                <a:lnTo>
                  <a:pt x="373" y="124"/>
                </a:lnTo>
                <a:lnTo>
                  <a:pt x="373" y="123"/>
                </a:lnTo>
                <a:lnTo>
                  <a:pt x="373" y="122"/>
                </a:lnTo>
                <a:lnTo>
                  <a:pt x="376" y="119"/>
                </a:lnTo>
                <a:lnTo>
                  <a:pt x="378" y="117"/>
                </a:lnTo>
                <a:lnTo>
                  <a:pt x="380" y="115"/>
                </a:lnTo>
                <a:lnTo>
                  <a:pt x="380" y="114"/>
                </a:lnTo>
                <a:lnTo>
                  <a:pt x="381" y="113"/>
                </a:lnTo>
                <a:lnTo>
                  <a:pt x="381" y="112"/>
                </a:lnTo>
                <a:lnTo>
                  <a:pt x="383" y="110"/>
                </a:lnTo>
                <a:lnTo>
                  <a:pt x="384" y="109"/>
                </a:lnTo>
                <a:lnTo>
                  <a:pt x="385" y="107"/>
                </a:lnTo>
                <a:lnTo>
                  <a:pt x="385" y="105"/>
                </a:lnTo>
                <a:lnTo>
                  <a:pt x="384" y="105"/>
                </a:lnTo>
                <a:lnTo>
                  <a:pt x="384" y="104"/>
                </a:lnTo>
                <a:lnTo>
                  <a:pt x="384" y="99"/>
                </a:lnTo>
                <a:lnTo>
                  <a:pt x="386" y="98"/>
                </a:lnTo>
                <a:lnTo>
                  <a:pt x="389" y="98"/>
                </a:lnTo>
                <a:lnTo>
                  <a:pt x="390" y="98"/>
                </a:lnTo>
                <a:lnTo>
                  <a:pt x="391" y="99"/>
                </a:lnTo>
                <a:lnTo>
                  <a:pt x="393" y="100"/>
                </a:lnTo>
                <a:lnTo>
                  <a:pt x="394" y="101"/>
                </a:lnTo>
                <a:lnTo>
                  <a:pt x="396" y="100"/>
                </a:lnTo>
                <a:lnTo>
                  <a:pt x="396" y="99"/>
                </a:lnTo>
                <a:lnTo>
                  <a:pt x="396" y="98"/>
                </a:lnTo>
                <a:lnTo>
                  <a:pt x="396" y="97"/>
                </a:lnTo>
                <a:lnTo>
                  <a:pt x="397" y="97"/>
                </a:lnTo>
                <a:lnTo>
                  <a:pt x="397" y="96"/>
                </a:lnTo>
                <a:lnTo>
                  <a:pt x="397" y="95"/>
                </a:lnTo>
                <a:lnTo>
                  <a:pt x="398" y="95"/>
                </a:lnTo>
                <a:lnTo>
                  <a:pt x="399" y="94"/>
                </a:lnTo>
                <a:lnTo>
                  <a:pt x="399" y="93"/>
                </a:lnTo>
                <a:lnTo>
                  <a:pt x="400" y="93"/>
                </a:lnTo>
                <a:lnTo>
                  <a:pt x="401" y="93"/>
                </a:lnTo>
                <a:lnTo>
                  <a:pt x="402" y="93"/>
                </a:lnTo>
                <a:lnTo>
                  <a:pt x="404" y="93"/>
                </a:lnTo>
                <a:lnTo>
                  <a:pt x="405" y="91"/>
                </a:lnTo>
                <a:lnTo>
                  <a:pt x="405" y="90"/>
                </a:lnTo>
                <a:lnTo>
                  <a:pt x="405" y="89"/>
                </a:lnTo>
                <a:lnTo>
                  <a:pt x="406" y="88"/>
                </a:lnTo>
                <a:lnTo>
                  <a:pt x="407" y="87"/>
                </a:lnTo>
                <a:lnTo>
                  <a:pt x="407" y="86"/>
                </a:lnTo>
                <a:lnTo>
                  <a:pt x="407" y="85"/>
                </a:lnTo>
                <a:lnTo>
                  <a:pt x="406" y="85"/>
                </a:lnTo>
                <a:lnTo>
                  <a:pt x="406" y="84"/>
                </a:lnTo>
                <a:lnTo>
                  <a:pt x="405" y="84"/>
                </a:lnTo>
                <a:lnTo>
                  <a:pt x="405" y="83"/>
                </a:lnTo>
                <a:lnTo>
                  <a:pt x="405" y="80"/>
                </a:lnTo>
                <a:lnTo>
                  <a:pt x="406" y="80"/>
                </a:lnTo>
                <a:lnTo>
                  <a:pt x="406" y="79"/>
                </a:lnTo>
                <a:lnTo>
                  <a:pt x="407" y="78"/>
                </a:lnTo>
                <a:lnTo>
                  <a:pt x="408" y="78"/>
                </a:lnTo>
                <a:lnTo>
                  <a:pt x="409" y="78"/>
                </a:lnTo>
                <a:lnTo>
                  <a:pt x="409" y="77"/>
                </a:lnTo>
                <a:lnTo>
                  <a:pt x="409" y="76"/>
                </a:lnTo>
                <a:lnTo>
                  <a:pt x="408" y="76"/>
                </a:lnTo>
                <a:lnTo>
                  <a:pt x="408" y="75"/>
                </a:lnTo>
                <a:lnTo>
                  <a:pt x="408" y="74"/>
                </a:lnTo>
                <a:lnTo>
                  <a:pt x="408" y="73"/>
                </a:lnTo>
                <a:lnTo>
                  <a:pt x="409" y="73"/>
                </a:lnTo>
                <a:lnTo>
                  <a:pt x="410" y="73"/>
                </a:lnTo>
                <a:lnTo>
                  <a:pt x="410" y="72"/>
                </a:lnTo>
                <a:lnTo>
                  <a:pt x="411" y="70"/>
                </a:lnTo>
                <a:lnTo>
                  <a:pt x="411" y="69"/>
                </a:lnTo>
                <a:lnTo>
                  <a:pt x="411" y="68"/>
                </a:lnTo>
                <a:lnTo>
                  <a:pt x="410" y="67"/>
                </a:lnTo>
                <a:lnTo>
                  <a:pt x="410" y="66"/>
                </a:lnTo>
                <a:lnTo>
                  <a:pt x="414" y="63"/>
                </a:lnTo>
                <a:lnTo>
                  <a:pt x="415" y="63"/>
                </a:lnTo>
                <a:lnTo>
                  <a:pt x="415" y="62"/>
                </a:lnTo>
                <a:lnTo>
                  <a:pt x="419" y="60"/>
                </a:lnTo>
                <a:lnTo>
                  <a:pt x="420" y="61"/>
                </a:lnTo>
                <a:lnTo>
                  <a:pt x="421" y="62"/>
                </a:lnTo>
                <a:lnTo>
                  <a:pt x="422" y="62"/>
                </a:lnTo>
                <a:lnTo>
                  <a:pt x="423" y="63"/>
                </a:lnTo>
                <a:lnTo>
                  <a:pt x="425" y="64"/>
                </a:lnTo>
                <a:lnTo>
                  <a:pt x="426" y="64"/>
                </a:lnTo>
                <a:lnTo>
                  <a:pt x="431" y="61"/>
                </a:lnTo>
                <a:lnTo>
                  <a:pt x="432" y="61"/>
                </a:lnTo>
                <a:lnTo>
                  <a:pt x="439" y="57"/>
                </a:lnTo>
                <a:lnTo>
                  <a:pt x="443" y="56"/>
                </a:lnTo>
                <a:lnTo>
                  <a:pt x="444" y="56"/>
                </a:lnTo>
                <a:lnTo>
                  <a:pt x="444" y="55"/>
                </a:lnTo>
                <a:lnTo>
                  <a:pt x="444" y="54"/>
                </a:lnTo>
                <a:lnTo>
                  <a:pt x="445" y="54"/>
                </a:lnTo>
                <a:lnTo>
                  <a:pt x="445" y="53"/>
                </a:lnTo>
                <a:lnTo>
                  <a:pt x="446" y="53"/>
                </a:lnTo>
                <a:lnTo>
                  <a:pt x="448" y="52"/>
                </a:lnTo>
                <a:lnTo>
                  <a:pt x="449" y="52"/>
                </a:lnTo>
                <a:lnTo>
                  <a:pt x="449" y="51"/>
                </a:lnTo>
                <a:lnTo>
                  <a:pt x="449" y="50"/>
                </a:lnTo>
                <a:lnTo>
                  <a:pt x="448" y="50"/>
                </a:lnTo>
                <a:lnTo>
                  <a:pt x="448" y="49"/>
                </a:lnTo>
                <a:lnTo>
                  <a:pt x="447" y="49"/>
                </a:lnTo>
                <a:lnTo>
                  <a:pt x="448" y="46"/>
                </a:lnTo>
                <a:lnTo>
                  <a:pt x="450" y="45"/>
                </a:lnTo>
                <a:lnTo>
                  <a:pt x="452" y="45"/>
                </a:lnTo>
                <a:lnTo>
                  <a:pt x="453" y="45"/>
                </a:lnTo>
                <a:lnTo>
                  <a:pt x="454" y="44"/>
                </a:lnTo>
                <a:lnTo>
                  <a:pt x="454" y="43"/>
                </a:lnTo>
                <a:lnTo>
                  <a:pt x="454" y="42"/>
                </a:lnTo>
                <a:lnTo>
                  <a:pt x="455" y="42"/>
                </a:lnTo>
                <a:lnTo>
                  <a:pt x="456" y="42"/>
                </a:lnTo>
                <a:lnTo>
                  <a:pt x="457" y="43"/>
                </a:lnTo>
                <a:lnTo>
                  <a:pt x="459" y="43"/>
                </a:lnTo>
                <a:lnTo>
                  <a:pt x="459" y="42"/>
                </a:lnTo>
                <a:lnTo>
                  <a:pt x="460" y="42"/>
                </a:lnTo>
                <a:lnTo>
                  <a:pt x="461" y="42"/>
                </a:lnTo>
                <a:lnTo>
                  <a:pt x="462" y="43"/>
                </a:lnTo>
                <a:lnTo>
                  <a:pt x="463" y="44"/>
                </a:lnTo>
                <a:lnTo>
                  <a:pt x="464" y="44"/>
                </a:lnTo>
                <a:lnTo>
                  <a:pt x="465" y="45"/>
                </a:lnTo>
                <a:lnTo>
                  <a:pt x="466" y="45"/>
                </a:lnTo>
                <a:lnTo>
                  <a:pt x="467" y="45"/>
                </a:lnTo>
                <a:lnTo>
                  <a:pt x="469" y="45"/>
                </a:lnTo>
                <a:lnTo>
                  <a:pt x="470" y="46"/>
                </a:lnTo>
                <a:lnTo>
                  <a:pt x="471" y="46"/>
                </a:lnTo>
                <a:lnTo>
                  <a:pt x="471" y="47"/>
                </a:lnTo>
                <a:lnTo>
                  <a:pt x="471" y="46"/>
                </a:lnTo>
                <a:lnTo>
                  <a:pt x="472" y="45"/>
                </a:lnTo>
                <a:lnTo>
                  <a:pt x="471" y="44"/>
                </a:lnTo>
                <a:lnTo>
                  <a:pt x="469" y="43"/>
                </a:lnTo>
                <a:lnTo>
                  <a:pt x="468" y="41"/>
                </a:lnTo>
                <a:lnTo>
                  <a:pt x="468" y="40"/>
                </a:lnTo>
                <a:lnTo>
                  <a:pt x="468" y="39"/>
                </a:lnTo>
                <a:lnTo>
                  <a:pt x="468" y="38"/>
                </a:lnTo>
                <a:lnTo>
                  <a:pt x="467" y="33"/>
                </a:lnTo>
                <a:lnTo>
                  <a:pt x="466" y="32"/>
                </a:lnTo>
                <a:lnTo>
                  <a:pt x="465" y="32"/>
                </a:lnTo>
                <a:lnTo>
                  <a:pt x="464" y="31"/>
                </a:lnTo>
                <a:lnTo>
                  <a:pt x="463" y="28"/>
                </a:lnTo>
                <a:lnTo>
                  <a:pt x="462" y="25"/>
                </a:lnTo>
                <a:lnTo>
                  <a:pt x="463" y="21"/>
                </a:lnTo>
                <a:lnTo>
                  <a:pt x="464" y="18"/>
                </a:lnTo>
                <a:lnTo>
                  <a:pt x="465" y="17"/>
                </a:lnTo>
                <a:lnTo>
                  <a:pt x="466" y="16"/>
                </a:lnTo>
                <a:lnTo>
                  <a:pt x="466" y="15"/>
                </a:lnTo>
                <a:lnTo>
                  <a:pt x="466" y="14"/>
                </a:lnTo>
                <a:lnTo>
                  <a:pt x="467" y="14"/>
                </a:lnTo>
                <a:lnTo>
                  <a:pt x="467" y="13"/>
                </a:lnTo>
                <a:lnTo>
                  <a:pt x="468" y="13"/>
                </a:lnTo>
                <a:lnTo>
                  <a:pt x="468" y="12"/>
                </a:lnTo>
                <a:lnTo>
                  <a:pt x="469" y="12"/>
                </a:lnTo>
                <a:lnTo>
                  <a:pt x="469" y="11"/>
                </a:lnTo>
                <a:lnTo>
                  <a:pt x="471" y="10"/>
                </a:lnTo>
                <a:lnTo>
                  <a:pt x="471" y="9"/>
                </a:lnTo>
                <a:lnTo>
                  <a:pt x="471" y="8"/>
                </a:lnTo>
                <a:lnTo>
                  <a:pt x="472" y="8"/>
                </a:lnTo>
                <a:lnTo>
                  <a:pt x="473" y="8"/>
                </a:lnTo>
                <a:lnTo>
                  <a:pt x="474" y="8"/>
                </a:lnTo>
                <a:lnTo>
                  <a:pt x="475" y="8"/>
                </a:lnTo>
                <a:lnTo>
                  <a:pt x="476" y="8"/>
                </a:lnTo>
                <a:lnTo>
                  <a:pt x="477" y="9"/>
                </a:lnTo>
                <a:lnTo>
                  <a:pt x="479" y="9"/>
                </a:lnTo>
                <a:lnTo>
                  <a:pt x="482" y="10"/>
                </a:lnTo>
                <a:lnTo>
                  <a:pt x="483" y="10"/>
                </a:lnTo>
                <a:lnTo>
                  <a:pt x="484" y="9"/>
                </a:lnTo>
                <a:lnTo>
                  <a:pt x="485" y="8"/>
                </a:lnTo>
                <a:lnTo>
                  <a:pt x="485" y="7"/>
                </a:lnTo>
                <a:lnTo>
                  <a:pt x="487" y="6"/>
                </a:lnTo>
                <a:lnTo>
                  <a:pt x="489" y="4"/>
                </a:lnTo>
                <a:lnTo>
                  <a:pt x="490" y="4"/>
                </a:lnTo>
                <a:lnTo>
                  <a:pt x="492" y="2"/>
                </a:lnTo>
                <a:lnTo>
                  <a:pt x="493" y="1"/>
                </a:lnTo>
                <a:lnTo>
                  <a:pt x="494" y="0"/>
                </a:lnTo>
                <a:lnTo>
                  <a:pt x="495" y="0"/>
                </a:lnTo>
                <a:lnTo>
                  <a:pt x="496" y="0"/>
                </a:lnTo>
                <a:lnTo>
                  <a:pt x="496" y="1"/>
                </a:lnTo>
                <a:lnTo>
                  <a:pt x="496" y="3"/>
                </a:lnTo>
                <a:lnTo>
                  <a:pt x="495" y="4"/>
                </a:lnTo>
                <a:lnTo>
                  <a:pt x="495" y="5"/>
                </a:lnTo>
                <a:lnTo>
                  <a:pt x="495" y="6"/>
                </a:lnTo>
                <a:lnTo>
                  <a:pt x="497" y="7"/>
                </a:lnTo>
                <a:lnTo>
                  <a:pt x="498" y="7"/>
                </a:lnTo>
                <a:lnTo>
                  <a:pt x="498" y="8"/>
                </a:lnTo>
                <a:lnTo>
                  <a:pt x="503" y="11"/>
                </a:lnTo>
                <a:lnTo>
                  <a:pt x="504" y="12"/>
                </a:lnTo>
                <a:lnTo>
                  <a:pt x="504" y="13"/>
                </a:lnTo>
                <a:lnTo>
                  <a:pt x="505" y="14"/>
                </a:lnTo>
                <a:lnTo>
                  <a:pt x="506" y="14"/>
                </a:lnTo>
                <a:lnTo>
                  <a:pt x="508" y="14"/>
                </a:lnTo>
                <a:lnTo>
                  <a:pt x="508" y="13"/>
                </a:lnTo>
                <a:lnTo>
                  <a:pt x="509" y="13"/>
                </a:lnTo>
                <a:lnTo>
                  <a:pt x="510" y="13"/>
                </a:lnTo>
                <a:lnTo>
                  <a:pt x="511" y="13"/>
                </a:lnTo>
                <a:lnTo>
                  <a:pt x="512" y="15"/>
                </a:lnTo>
                <a:lnTo>
                  <a:pt x="512" y="16"/>
                </a:lnTo>
                <a:lnTo>
                  <a:pt x="513" y="16"/>
                </a:lnTo>
                <a:lnTo>
                  <a:pt x="514" y="17"/>
                </a:lnTo>
                <a:lnTo>
                  <a:pt x="518" y="15"/>
                </a:lnTo>
                <a:lnTo>
                  <a:pt x="519" y="15"/>
                </a:lnTo>
                <a:lnTo>
                  <a:pt x="520" y="15"/>
                </a:lnTo>
                <a:lnTo>
                  <a:pt x="522" y="16"/>
                </a:lnTo>
                <a:lnTo>
                  <a:pt x="522" y="18"/>
                </a:lnTo>
                <a:lnTo>
                  <a:pt x="523" y="18"/>
                </a:lnTo>
                <a:lnTo>
                  <a:pt x="524" y="19"/>
                </a:lnTo>
                <a:lnTo>
                  <a:pt x="527" y="19"/>
                </a:lnTo>
                <a:lnTo>
                  <a:pt x="528" y="19"/>
                </a:lnTo>
                <a:lnTo>
                  <a:pt x="529" y="20"/>
                </a:lnTo>
                <a:lnTo>
                  <a:pt x="529" y="21"/>
                </a:lnTo>
                <a:lnTo>
                  <a:pt x="528" y="22"/>
                </a:lnTo>
                <a:lnTo>
                  <a:pt x="527" y="22"/>
                </a:lnTo>
                <a:lnTo>
                  <a:pt x="527" y="23"/>
                </a:lnTo>
                <a:lnTo>
                  <a:pt x="527" y="24"/>
                </a:lnTo>
                <a:lnTo>
                  <a:pt x="528" y="25"/>
                </a:lnTo>
                <a:lnTo>
                  <a:pt x="529" y="25"/>
                </a:lnTo>
                <a:lnTo>
                  <a:pt x="530" y="26"/>
                </a:lnTo>
                <a:lnTo>
                  <a:pt x="531" y="26"/>
                </a:lnTo>
                <a:lnTo>
                  <a:pt x="531" y="28"/>
                </a:lnTo>
                <a:lnTo>
                  <a:pt x="531" y="29"/>
                </a:lnTo>
                <a:lnTo>
                  <a:pt x="530" y="31"/>
                </a:lnTo>
                <a:lnTo>
                  <a:pt x="529" y="31"/>
                </a:lnTo>
                <a:lnTo>
                  <a:pt x="530" y="32"/>
                </a:lnTo>
                <a:lnTo>
                  <a:pt x="531" y="32"/>
                </a:lnTo>
                <a:lnTo>
                  <a:pt x="532" y="33"/>
                </a:lnTo>
                <a:lnTo>
                  <a:pt x="535" y="34"/>
                </a:lnTo>
                <a:lnTo>
                  <a:pt x="536" y="34"/>
                </a:lnTo>
                <a:lnTo>
                  <a:pt x="540" y="35"/>
                </a:lnTo>
                <a:lnTo>
                  <a:pt x="540" y="36"/>
                </a:lnTo>
                <a:lnTo>
                  <a:pt x="541" y="36"/>
                </a:lnTo>
                <a:lnTo>
                  <a:pt x="542" y="35"/>
                </a:lnTo>
                <a:lnTo>
                  <a:pt x="546" y="36"/>
                </a:lnTo>
                <a:lnTo>
                  <a:pt x="552" y="37"/>
                </a:lnTo>
                <a:lnTo>
                  <a:pt x="553" y="37"/>
                </a:lnTo>
                <a:lnTo>
                  <a:pt x="554" y="37"/>
                </a:lnTo>
                <a:lnTo>
                  <a:pt x="555" y="38"/>
                </a:lnTo>
                <a:lnTo>
                  <a:pt x="557" y="38"/>
                </a:lnTo>
                <a:lnTo>
                  <a:pt x="558" y="38"/>
                </a:lnTo>
                <a:lnTo>
                  <a:pt x="558" y="39"/>
                </a:lnTo>
                <a:lnTo>
                  <a:pt x="560" y="41"/>
                </a:lnTo>
                <a:lnTo>
                  <a:pt x="561" y="41"/>
                </a:lnTo>
                <a:lnTo>
                  <a:pt x="561" y="42"/>
                </a:lnTo>
                <a:lnTo>
                  <a:pt x="561" y="43"/>
                </a:lnTo>
                <a:lnTo>
                  <a:pt x="562" y="44"/>
                </a:lnTo>
                <a:lnTo>
                  <a:pt x="565" y="44"/>
                </a:lnTo>
                <a:lnTo>
                  <a:pt x="566" y="44"/>
                </a:lnTo>
                <a:lnTo>
                  <a:pt x="566" y="43"/>
                </a:lnTo>
                <a:lnTo>
                  <a:pt x="567" y="43"/>
                </a:lnTo>
                <a:lnTo>
                  <a:pt x="568" y="43"/>
                </a:lnTo>
                <a:lnTo>
                  <a:pt x="569" y="44"/>
                </a:lnTo>
                <a:lnTo>
                  <a:pt x="569" y="45"/>
                </a:lnTo>
                <a:lnTo>
                  <a:pt x="569" y="46"/>
                </a:lnTo>
                <a:lnTo>
                  <a:pt x="570" y="47"/>
                </a:lnTo>
                <a:lnTo>
                  <a:pt x="573" y="49"/>
                </a:lnTo>
                <a:lnTo>
                  <a:pt x="574" y="49"/>
                </a:lnTo>
                <a:lnTo>
                  <a:pt x="577" y="50"/>
                </a:lnTo>
                <a:lnTo>
                  <a:pt x="578" y="49"/>
                </a:lnTo>
                <a:lnTo>
                  <a:pt x="579" y="50"/>
                </a:lnTo>
                <a:lnTo>
                  <a:pt x="580" y="51"/>
                </a:lnTo>
                <a:lnTo>
                  <a:pt x="582" y="51"/>
                </a:lnTo>
                <a:lnTo>
                  <a:pt x="583" y="51"/>
                </a:lnTo>
                <a:lnTo>
                  <a:pt x="582" y="51"/>
                </a:lnTo>
                <a:lnTo>
                  <a:pt x="582" y="50"/>
                </a:lnTo>
                <a:lnTo>
                  <a:pt x="580" y="47"/>
                </a:lnTo>
                <a:lnTo>
                  <a:pt x="580" y="46"/>
                </a:lnTo>
                <a:lnTo>
                  <a:pt x="580" y="45"/>
                </a:lnTo>
                <a:lnTo>
                  <a:pt x="581" y="45"/>
                </a:lnTo>
                <a:lnTo>
                  <a:pt x="582" y="45"/>
                </a:lnTo>
                <a:lnTo>
                  <a:pt x="582" y="46"/>
                </a:lnTo>
                <a:lnTo>
                  <a:pt x="583" y="46"/>
                </a:lnTo>
                <a:lnTo>
                  <a:pt x="585" y="46"/>
                </a:lnTo>
                <a:lnTo>
                  <a:pt x="585" y="45"/>
                </a:lnTo>
                <a:lnTo>
                  <a:pt x="586" y="43"/>
                </a:lnTo>
                <a:lnTo>
                  <a:pt x="587" y="41"/>
                </a:lnTo>
                <a:lnTo>
                  <a:pt x="587" y="40"/>
                </a:lnTo>
                <a:lnTo>
                  <a:pt x="586" y="39"/>
                </a:lnTo>
                <a:lnTo>
                  <a:pt x="587" y="38"/>
                </a:lnTo>
                <a:lnTo>
                  <a:pt x="587" y="37"/>
                </a:lnTo>
                <a:lnTo>
                  <a:pt x="590" y="34"/>
                </a:lnTo>
                <a:lnTo>
                  <a:pt x="591" y="34"/>
                </a:lnTo>
                <a:lnTo>
                  <a:pt x="591" y="33"/>
                </a:lnTo>
                <a:lnTo>
                  <a:pt x="592" y="33"/>
                </a:lnTo>
                <a:lnTo>
                  <a:pt x="592" y="34"/>
                </a:lnTo>
                <a:lnTo>
                  <a:pt x="593" y="34"/>
                </a:lnTo>
                <a:lnTo>
                  <a:pt x="594" y="35"/>
                </a:lnTo>
                <a:lnTo>
                  <a:pt x="595" y="35"/>
                </a:lnTo>
                <a:lnTo>
                  <a:pt x="598" y="34"/>
                </a:lnTo>
                <a:lnTo>
                  <a:pt x="599" y="35"/>
                </a:lnTo>
                <a:lnTo>
                  <a:pt x="599" y="36"/>
                </a:lnTo>
                <a:lnTo>
                  <a:pt x="598" y="37"/>
                </a:lnTo>
                <a:lnTo>
                  <a:pt x="598" y="38"/>
                </a:lnTo>
                <a:lnTo>
                  <a:pt x="598" y="39"/>
                </a:lnTo>
                <a:lnTo>
                  <a:pt x="599" y="39"/>
                </a:lnTo>
                <a:lnTo>
                  <a:pt x="600" y="39"/>
                </a:lnTo>
                <a:lnTo>
                  <a:pt x="601" y="39"/>
                </a:lnTo>
                <a:lnTo>
                  <a:pt x="602" y="40"/>
                </a:lnTo>
                <a:lnTo>
                  <a:pt x="602" y="41"/>
                </a:lnTo>
                <a:lnTo>
                  <a:pt x="602" y="43"/>
                </a:lnTo>
                <a:lnTo>
                  <a:pt x="605" y="46"/>
                </a:lnTo>
                <a:lnTo>
                  <a:pt x="606" y="46"/>
                </a:lnTo>
                <a:lnTo>
                  <a:pt x="610" y="45"/>
                </a:lnTo>
                <a:lnTo>
                  <a:pt x="612" y="46"/>
                </a:lnTo>
                <a:lnTo>
                  <a:pt x="612" y="47"/>
                </a:lnTo>
                <a:lnTo>
                  <a:pt x="612" y="49"/>
                </a:lnTo>
                <a:lnTo>
                  <a:pt x="613" y="51"/>
                </a:lnTo>
                <a:lnTo>
                  <a:pt x="613" y="56"/>
                </a:lnTo>
                <a:lnTo>
                  <a:pt x="614" y="56"/>
                </a:lnTo>
                <a:lnTo>
                  <a:pt x="615" y="56"/>
                </a:lnTo>
                <a:lnTo>
                  <a:pt x="616" y="56"/>
                </a:lnTo>
                <a:lnTo>
                  <a:pt x="617" y="55"/>
                </a:lnTo>
                <a:lnTo>
                  <a:pt x="618" y="55"/>
                </a:lnTo>
                <a:lnTo>
                  <a:pt x="619" y="55"/>
                </a:lnTo>
                <a:lnTo>
                  <a:pt x="619" y="56"/>
                </a:lnTo>
                <a:lnTo>
                  <a:pt x="620" y="57"/>
                </a:lnTo>
                <a:lnTo>
                  <a:pt x="621" y="57"/>
                </a:lnTo>
                <a:lnTo>
                  <a:pt x="621" y="56"/>
                </a:lnTo>
                <a:lnTo>
                  <a:pt x="622" y="55"/>
                </a:lnTo>
                <a:lnTo>
                  <a:pt x="623" y="54"/>
                </a:lnTo>
                <a:lnTo>
                  <a:pt x="624" y="53"/>
                </a:lnTo>
                <a:lnTo>
                  <a:pt x="628" y="55"/>
                </a:lnTo>
                <a:lnTo>
                  <a:pt x="629" y="56"/>
                </a:lnTo>
                <a:lnTo>
                  <a:pt x="630" y="57"/>
                </a:lnTo>
                <a:lnTo>
                  <a:pt x="632" y="57"/>
                </a:lnTo>
                <a:lnTo>
                  <a:pt x="633" y="57"/>
                </a:lnTo>
                <a:lnTo>
                  <a:pt x="633" y="56"/>
                </a:lnTo>
                <a:lnTo>
                  <a:pt x="632" y="56"/>
                </a:lnTo>
                <a:lnTo>
                  <a:pt x="633" y="56"/>
                </a:lnTo>
                <a:lnTo>
                  <a:pt x="633" y="55"/>
                </a:lnTo>
                <a:lnTo>
                  <a:pt x="634" y="55"/>
                </a:lnTo>
                <a:lnTo>
                  <a:pt x="635" y="56"/>
                </a:lnTo>
                <a:lnTo>
                  <a:pt x="635" y="57"/>
                </a:lnTo>
                <a:lnTo>
                  <a:pt x="636" y="57"/>
                </a:lnTo>
                <a:lnTo>
                  <a:pt x="637" y="57"/>
                </a:lnTo>
                <a:lnTo>
                  <a:pt x="637" y="56"/>
                </a:lnTo>
                <a:lnTo>
                  <a:pt x="639" y="56"/>
                </a:lnTo>
                <a:lnTo>
                  <a:pt x="639" y="57"/>
                </a:lnTo>
                <a:lnTo>
                  <a:pt x="639" y="58"/>
                </a:lnTo>
                <a:lnTo>
                  <a:pt x="640" y="58"/>
                </a:lnTo>
                <a:lnTo>
                  <a:pt x="641" y="59"/>
                </a:lnTo>
                <a:lnTo>
                  <a:pt x="643" y="60"/>
                </a:lnTo>
                <a:lnTo>
                  <a:pt x="644" y="60"/>
                </a:lnTo>
                <a:lnTo>
                  <a:pt x="645" y="60"/>
                </a:lnTo>
                <a:lnTo>
                  <a:pt x="645" y="61"/>
                </a:lnTo>
                <a:lnTo>
                  <a:pt x="646" y="61"/>
                </a:lnTo>
                <a:lnTo>
                  <a:pt x="648" y="62"/>
                </a:lnTo>
                <a:lnTo>
                  <a:pt x="650" y="63"/>
                </a:lnTo>
                <a:lnTo>
                  <a:pt x="650" y="64"/>
                </a:lnTo>
                <a:lnTo>
                  <a:pt x="650" y="65"/>
                </a:lnTo>
                <a:lnTo>
                  <a:pt x="650" y="66"/>
                </a:lnTo>
                <a:lnTo>
                  <a:pt x="651" y="67"/>
                </a:lnTo>
                <a:lnTo>
                  <a:pt x="654" y="72"/>
                </a:lnTo>
                <a:lnTo>
                  <a:pt x="655" y="72"/>
                </a:lnTo>
                <a:lnTo>
                  <a:pt x="655" y="73"/>
                </a:lnTo>
                <a:lnTo>
                  <a:pt x="656" y="73"/>
                </a:lnTo>
                <a:lnTo>
                  <a:pt x="657" y="74"/>
                </a:lnTo>
                <a:lnTo>
                  <a:pt x="657" y="75"/>
                </a:lnTo>
                <a:lnTo>
                  <a:pt x="657" y="76"/>
                </a:lnTo>
                <a:lnTo>
                  <a:pt x="657" y="78"/>
                </a:lnTo>
                <a:lnTo>
                  <a:pt x="656" y="79"/>
                </a:lnTo>
                <a:lnTo>
                  <a:pt x="656" y="80"/>
                </a:lnTo>
                <a:lnTo>
                  <a:pt x="655" y="80"/>
                </a:lnTo>
                <a:lnTo>
                  <a:pt x="655" y="81"/>
                </a:lnTo>
                <a:lnTo>
                  <a:pt x="655" y="82"/>
                </a:lnTo>
                <a:lnTo>
                  <a:pt x="656" y="83"/>
                </a:lnTo>
                <a:lnTo>
                  <a:pt x="656" y="84"/>
                </a:lnTo>
                <a:lnTo>
                  <a:pt x="656" y="85"/>
                </a:lnTo>
                <a:lnTo>
                  <a:pt x="657" y="85"/>
                </a:lnTo>
                <a:lnTo>
                  <a:pt x="657" y="86"/>
                </a:lnTo>
                <a:lnTo>
                  <a:pt x="658" y="85"/>
                </a:lnTo>
                <a:lnTo>
                  <a:pt x="661" y="85"/>
                </a:lnTo>
                <a:lnTo>
                  <a:pt x="663" y="86"/>
                </a:lnTo>
                <a:lnTo>
                  <a:pt x="664" y="87"/>
                </a:lnTo>
                <a:lnTo>
                  <a:pt x="666" y="87"/>
                </a:lnTo>
                <a:lnTo>
                  <a:pt x="667" y="88"/>
                </a:lnTo>
                <a:lnTo>
                  <a:pt x="669" y="88"/>
                </a:lnTo>
                <a:lnTo>
                  <a:pt x="671" y="89"/>
                </a:lnTo>
                <a:lnTo>
                  <a:pt x="673" y="89"/>
                </a:lnTo>
                <a:lnTo>
                  <a:pt x="674" y="89"/>
                </a:lnTo>
                <a:lnTo>
                  <a:pt x="674" y="90"/>
                </a:lnTo>
                <a:lnTo>
                  <a:pt x="675" y="90"/>
                </a:lnTo>
                <a:lnTo>
                  <a:pt x="678" y="91"/>
                </a:lnTo>
                <a:lnTo>
                  <a:pt x="679" y="91"/>
                </a:lnTo>
                <a:lnTo>
                  <a:pt x="684" y="92"/>
                </a:lnTo>
                <a:lnTo>
                  <a:pt x="686" y="91"/>
                </a:lnTo>
                <a:lnTo>
                  <a:pt x="687" y="91"/>
                </a:lnTo>
                <a:lnTo>
                  <a:pt x="688" y="90"/>
                </a:lnTo>
                <a:lnTo>
                  <a:pt x="689" y="89"/>
                </a:lnTo>
                <a:lnTo>
                  <a:pt x="691" y="89"/>
                </a:lnTo>
                <a:lnTo>
                  <a:pt x="691" y="88"/>
                </a:lnTo>
                <a:lnTo>
                  <a:pt x="692" y="88"/>
                </a:lnTo>
                <a:lnTo>
                  <a:pt x="693" y="88"/>
                </a:lnTo>
                <a:lnTo>
                  <a:pt x="694" y="89"/>
                </a:lnTo>
                <a:lnTo>
                  <a:pt x="695" y="89"/>
                </a:lnTo>
                <a:lnTo>
                  <a:pt x="695" y="88"/>
                </a:lnTo>
                <a:lnTo>
                  <a:pt x="696" y="88"/>
                </a:lnTo>
                <a:lnTo>
                  <a:pt x="697" y="88"/>
                </a:lnTo>
                <a:lnTo>
                  <a:pt x="698" y="88"/>
                </a:lnTo>
                <a:lnTo>
                  <a:pt x="698" y="89"/>
                </a:lnTo>
                <a:lnTo>
                  <a:pt x="699" y="89"/>
                </a:lnTo>
                <a:lnTo>
                  <a:pt x="702" y="88"/>
                </a:lnTo>
                <a:lnTo>
                  <a:pt x="704" y="88"/>
                </a:lnTo>
                <a:lnTo>
                  <a:pt x="705" y="88"/>
                </a:lnTo>
                <a:lnTo>
                  <a:pt x="705" y="89"/>
                </a:lnTo>
                <a:lnTo>
                  <a:pt x="706" y="90"/>
                </a:lnTo>
                <a:lnTo>
                  <a:pt x="707" y="91"/>
                </a:lnTo>
                <a:lnTo>
                  <a:pt x="709" y="91"/>
                </a:lnTo>
                <a:lnTo>
                  <a:pt x="713" y="93"/>
                </a:lnTo>
                <a:lnTo>
                  <a:pt x="714" y="93"/>
                </a:lnTo>
                <a:lnTo>
                  <a:pt x="715" y="93"/>
                </a:lnTo>
                <a:lnTo>
                  <a:pt x="720" y="92"/>
                </a:lnTo>
                <a:lnTo>
                  <a:pt x="721" y="92"/>
                </a:lnTo>
                <a:lnTo>
                  <a:pt x="722" y="93"/>
                </a:lnTo>
                <a:lnTo>
                  <a:pt x="723" y="93"/>
                </a:lnTo>
                <a:lnTo>
                  <a:pt x="724" y="93"/>
                </a:lnTo>
                <a:lnTo>
                  <a:pt x="724" y="94"/>
                </a:lnTo>
                <a:lnTo>
                  <a:pt x="725" y="94"/>
                </a:lnTo>
                <a:lnTo>
                  <a:pt x="726" y="93"/>
                </a:lnTo>
                <a:lnTo>
                  <a:pt x="727" y="92"/>
                </a:lnTo>
                <a:lnTo>
                  <a:pt x="727" y="91"/>
                </a:lnTo>
                <a:lnTo>
                  <a:pt x="728" y="90"/>
                </a:lnTo>
                <a:lnTo>
                  <a:pt x="728" y="89"/>
                </a:lnTo>
                <a:lnTo>
                  <a:pt x="731" y="87"/>
                </a:lnTo>
                <a:lnTo>
                  <a:pt x="733" y="87"/>
                </a:lnTo>
                <a:lnTo>
                  <a:pt x="734" y="87"/>
                </a:lnTo>
                <a:lnTo>
                  <a:pt x="735" y="89"/>
                </a:lnTo>
                <a:lnTo>
                  <a:pt x="736" y="89"/>
                </a:lnTo>
                <a:lnTo>
                  <a:pt x="739" y="89"/>
                </a:lnTo>
                <a:lnTo>
                  <a:pt x="740" y="89"/>
                </a:lnTo>
                <a:lnTo>
                  <a:pt x="741" y="88"/>
                </a:lnTo>
                <a:lnTo>
                  <a:pt x="741" y="87"/>
                </a:lnTo>
                <a:lnTo>
                  <a:pt x="745" y="87"/>
                </a:lnTo>
                <a:lnTo>
                  <a:pt x="746" y="86"/>
                </a:lnTo>
                <a:lnTo>
                  <a:pt x="746" y="85"/>
                </a:lnTo>
                <a:lnTo>
                  <a:pt x="748" y="83"/>
                </a:lnTo>
                <a:lnTo>
                  <a:pt x="749" y="80"/>
                </a:lnTo>
                <a:lnTo>
                  <a:pt x="749" y="75"/>
                </a:lnTo>
                <a:lnTo>
                  <a:pt x="748" y="71"/>
                </a:lnTo>
                <a:lnTo>
                  <a:pt x="748" y="70"/>
                </a:lnTo>
                <a:lnTo>
                  <a:pt x="748" y="68"/>
                </a:lnTo>
                <a:lnTo>
                  <a:pt x="748" y="66"/>
                </a:lnTo>
                <a:lnTo>
                  <a:pt x="748" y="65"/>
                </a:lnTo>
                <a:lnTo>
                  <a:pt x="749" y="62"/>
                </a:lnTo>
                <a:lnTo>
                  <a:pt x="750" y="61"/>
                </a:lnTo>
                <a:lnTo>
                  <a:pt x="751" y="61"/>
                </a:lnTo>
                <a:lnTo>
                  <a:pt x="752" y="61"/>
                </a:lnTo>
                <a:lnTo>
                  <a:pt x="752" y="62"/>
                </a:lnTo>
                <a:lnTo>
                  <a:pt x="753" y="62"/>
                </a:lnTo>
                <a:lnTo>
                  <a:pt x="756" y="63"/>
                </a:lnTo>
                <a:lnTo>
                  <a:pt x="757" y="63"/>
                </a:lnTo>
                <a:lnTo>
                  <a:pt x="758" y="63"/>
                </a:lnTo>
                <a:lnTo>
                  <a:pt x="759" y="61"/>
                </a:lnTo>
                <a:lnTo>
                  <a:pt x="760" y="61"/>
                </a:lnTo>
                <a:lnTo>
                  <a:pt x="761" y="60"/>
                </a:lnTo>
                <a:lnTo>
                  <a:pt x="763" y="60"/>
                </a:lnTo>
                <a:lnTo>
                  <a:pt x="767" y="59"/>
                </a:lnTo>
                <a:lnTo>
                  <a:pt x="769" y="59"/>
                </a:lnTo>
                <a:lnTo>
                  <a:pt x="770" y="58"/>
                </a:lnTo>
                <a:lnTo>
                  <a:pt x="771" y="58"/>
                </a:lnTo>
                <a:lnTo>
                  <a:pt x="771" y="57"/>
                </a:lnTo>
                <a:lnTo>
                  <a:pt x="773" y="57"/>
                </a:lnTo>
                <a:lnTo>
                  <a:pt x="773" y="58"/>
                </a:lnTo>
                <a:lnTo>
                  <a:pt x="773" y="59"/>
                </a:lnTo>
                <a:lnTo>
                  <a:pt x="774" y="60"/>
                </a:lnTo>
                <a:lnTo>
                  <a:pt x="775" y="60"/>
                </a:lnTo>
                <a:lnTo>
                  <a:pt x="776" y="59"/>
                </a:lnTo>
                <a:lnTo>
                  <a:pt x="777" y="55"/>
                </a:lnTo>
                <a:lnTo>
                  <a:pt x="778" y="55"/>
                </a:lnTo>
                <a:lnTo>
                  <a:pt x="778" y="54"/>
                </a:lnTo>
                <a:lnTo>
                  <a:pt x="779" y="54"/>
                </a:lnTo>
                <a:lnTo>
                  <a:pt x="781" y="54"/>
                </a:lnTo>
                <a:lnTo>
                  <a:pt x="782" y="54"/>
                </a:lnTo>
                <a:lnTo>
                  <a:pt x="783" y="55"/>
                </a:lnTo>
                <a:lnTo>
                  <a:pt x="786" y="55"/>
                </a:lnTo>
                <a:lnTo>
                  <a:pt x="787" y="55"/>
                </a:lnTo>
                <a:lnTo>
                  <a:pt x="789" y="54"/>
                </a:lnTo>
                <a:lnTo>
                  <a:pt x="790" y="52"/>
                </a:lnTo>
                <a:lnTo>
                  <a:pt x="791" y="51"/>
                </a:lnTo>
                <a:lnTo>
                  <a:pt x="793" y="50"/>
                </a:lnTo>
                <a:lnTo>
                  <a:pt x="793" y="51"/>
                </a:lnTo>
                <a:lnTo>
                  <a:pt x="794" y="52"/>
                </a:lnTo>
                <a:lnTo>
                  <a:pt x="794" y="53"/>
                </a:lnTo>
                <a:lnTo>
                  <a:pt x="795" y="53"/>
                </a:lnTo>
                <a:lnTo>
                  <a:pt x="798" y="53"/>
                </a:lnTo>
                <a:lnTo>
                  <a:pt x="799" y="53"/>
                </a:lnTo>
                <a:lnTo>
                  <a:pt x="800" y="53"/>
                </a:lnTo>
                <a:lnTo>
                  <a:pt x="801" y="51"/>
                </a:lnTo>
                <a:lnTo>
                  <a:pt x="802" y="50"/>
                </a:lnTo>
                <a:lnTo>
                  <a:pt x="804" y="48"/>
                </a:lnTo>
                <a:lnTo>
                  <a:pt x="803" y="47"/>
                </a:lnTo>
                <a:lnTo>
                  <a:pt x="804" y="46"/>
                </a:lnTo>
                <a:lnTo>
                  <a:pt x="804" y="44"/>
                </a:lnTo>
                <a:lnTo>
                  <a:pt x="805" y="44"/>
                </a:lnTo>
                <a:lnTo>
                  <a:pt x="806" y="43"/>
                </a:lnTo>
                <a:lnTo>
                  <a:pt x="808" y="41"/>
                </a:lnTo>
                <a:lnTo>
                  <a:pt x="809" y="41"/>
                </a:lnTo>
                <a:lnTo>
                  <a:pt x="808" y="37"/>
                </a:lnTo>
                <a:lnTo>
                  <a:pt x="808" y="36"/>
                </a:lnTo>
                <a:lnTo>
                  <a:pt x="808" y="35"/>
                </a:lnTo>
                <a:lnTo>
                  <a:pt x="807" y="35"/>
                </a:lnTo>
                <a:lnTo>
                  <a:pt x="807" y="34"/>
                </a:lnTo>
                <a:lnTo>
                  <a:pt x="808" y="32"/>
                </a:lnTo>
                <a:lnTo>
                  <a:pt x="810" y="32"/>
                </a:lnTo>
                <a:lnTo>
                  <a:pt x="812" y="33"/>
                </a:lnTo>
                <a:lnTo>
                  <a:pt x="813" y="34"/>
                </a:lnTo>
                <a:lnTo>
                  <a:pt x="817" y="34"/>
                </a:lnTo>
                <a:lnTo>
                  <a:pt x="818" y="33"/>
                </a:lnTo>
                <a:lnTo>
                  <a:pt x="819" y="33"/>
                </a:lnTo>
                <a:lnTo>
                  <a:pt x="819" y="32"/>
                </a:lnTo>
                <a:lnTo>
                  <a:pt x="820" y="30"/>
                </a:lnTo>
                <a:lnTo>
                  <a:pt x="820" y="29"/>
                </a:lnTo>
                <a:lnTo>
                  <a:pt x="820" y="28"/>
                </a:lnTo>
                <a:lnTo>
                  <a:pt x="821" y="26"/>
                </a:lnTo>
                <a:lnTo>
                  <a:pt x="822" y="24"/>
                </a:lnTo>
                <a:lnTo>
                  <a:pt x="823" y="23"/>
                </a:lnTo>
                <a:lnTo>
                  <a:pt x="825" y="24"/>
                </a:lnTo>
                <a:lnTo>
                  <a:pt x="829" y="24"/>
                </a:lnTo>
                <a:lnTo>
                  <a:pt x="831" y="24"/>
                </a:lnTo>
                <a:lnTo>
                  <a:pt x="834" y="25"/>
                </a:lnTo>
                <a:lnTo>
                  <a:pt x="836" y="27"/>
                </a:lnTo>
                <a:lnTo>
                  <a:pt x="837" y="28"/>
                </a:lnTo>
                <a:lnTo>
                  <a:pt x="837" y="29"/>
                </a:lnTo>
                <a:lnTo>
                  <a:pt x="838" y="29"/>
                </a:lnTo>
                <a:lnTo>
                  <a:pt x="839" y="30"/>
                </a:lnTo>
                <a:lnTo>
                  <a:pt x="841" y="30"/>
                </a:lnTo>
                <a:lnTo>
                  <a:pt x="842" y="29"/>
                </a:lnTo>
                <a:lnTo>
                  <a:pt x="843" y="29"/>
                </a:lnTo>
                <a:lnTo>
                  <a:pt x="844" y="29"/>
                </a:lnTo>
                <a:lnTo>
                  <a:pt x="846" y="30"/>
                </a:lnTo>
                <a:lnTo>
                  <a:pt x="847" y="31"/>
                </a:lnTo>
                <a:lnTo>
                  <a:pt x="848" y="32"/>
                </a:lnTo>
                <a:lnTo>
                  <a:pt x="850" y="33"/>
                </a:lnTo>
                <a:lnTo>
                  <a:pt x="851" y="33"/>
                </a:lnTo>
                <a:lnTo>
                  <a:pt x="852" y="33"/>
                </a:lnTo>
                <a:lnTo>
                  <a:pt x="853" y="33"/>
                </a:lnTo>
                <a:lnTo>
                  <a:pt x="854" y="33"/>
                </a:lnTo>
                <a:lnTo>
                  <a:pt x="856" y="35"/>
                </a:lnTo>
                <a:lnTo>
                  <a:pt x="856" y="36"/>
                </a:lnTo>
                <a:lnTo>
                  <a:pt x="857" y="36"/>
                </a:lnTo>
                <a:lnTo>
                  <a:pt x="857" y="37"/>
                </a:lnTo>
                <a:lnTo>
                  <a:pt x="858" y="37"/>
                </a:lnTo>
                <a:lnTo>
                  <a:pt x="858" y="36"/>
                </a:lnTo>
                <a:lnTo>
                  <a:pt x="859" y="36"/>
                </a:lnTo>
                <a:lnTo>
                  <a:pt x="859" y="37"/>
                </a:lnTo>
                <a:lnTo>
                  <a:pt x="860" y="37"/>
                </a:lnTo>
                <a:lnTo>
                  <a:pt x="860" y="41"/>
                </a:lnTo>
                <a:lnTo>
                  <a:pt x="862" y="41"/>
                </a:lnTo>
                <a:lnTo>
                  <a:pt x="863" y="41"/>
                </a:lnTo>
                <a:lnTo>
                  <a:pt x="864" y="41"/>
                </a:lnTo>
                <a:lnTo>
                  <a:pt x="864" y="42"/>
                </a:lnTo>
                <a:lnTo>
                  <a:pt x="865" y="43"/>
                </a:lnTo>
                <a:lnTo>
                  <a:pt x="866" y="43"/>
                </a:lnTo>
                <a:lnTo>
                  <a:pt x="866" y="44"/>
                </a:lnTo>
                <a:lnTo>
                  <a:pt x="867" y="46"/>
                </a:lnTo>
                <a:lnTo>
                  <a:pt x="869" y="49"/>
                </a:lnTo>
                <a:lnTo>
                  <a:pt x="870" y="50"/>
                </a:lnTo>
                <a:lnTo>
                  <a:pt x="871" y="50"/>
                </a:lnTo>
                <a:lnTo>
                  <a:pt x="871" y="49"/>
                </a:lnTo>
                <a:lnTo>
                  <a:pt x="872" y="48"/>
                </a:lnTo>
                <a:lnTo>
                  <a:pt x="874" y="48"/>
                </a:lnTo>
                <a:lnTo>
                  <a:pt x="874" y="47"/>
                </a:lnTo>
                <a:lnTo>
                  <a:pt x="875" y="47"/>
                </a:lnTo>
                <a:lnTo>
                  <a:pt x="876" y="47"/>
                </a:lnTo>
                <a:lnTo>
                  <a:pt x="878" y="47"/>
                </a:lnTo>
                <a:lnTo>
                  <a:pt x="879" y="46"/>
                </a:lnTo>
                <a:lnTo>
                  <a:pt x="879" y="45"/>
                </a:lnTo>
                <a:lnTo>
                  <a:pt x="881" y="42"/>
                </a:lnTo>
                <a:lnTo>
                  <a:pt x="882" y="42"/>
                </a:lnTo>
                <a:lnTo>
                  <a:pt x="882" y="41"/>
                </a:lnTo>
                <a:lnTo>
                  <a:pt x="883" y="41"/>
                </a:lnTo>
                <a:lnTo>
                  <a:pt x="884" y="43"/>
                </a:lnTo>
                <a:lnTo>
                  <a:pt x="888" y="45"/>
                </a:lnTo>
                <a:lnTo>
                  <a:pt x="889" y="45"/>
                </a:lnTo>
                <a:lnTo>
                  <a:pt x="890" y="45"/>
                </a:lnTo>
                <a:lnTo>
                  <a:pt x="891" y="44"/>
                </a:lnTo>
                <a:lnTo>
                  <a:pt x="892" y="44"/>
                </a:lnTo>
                <a:lnTo>
                  <a:pt x="893" y="44"/>
                </a:lnTo>
                <a:lnTo>
                  <a:pt x="895" y="44"/>
                </a:lnTo>
                <a:lnTo>
                  <a:pt x="896" y="44"/>
                </a:lnTo>
                <a:lnTo>
                  <a:pt x="896" y="45"/>
                </a:lnTo>
                <a:lnTo>
                  <a:pt x="895" y="46"/>
                </a:lnTo>
                <a:lnTo>
                  <a:pt x="896" y="48"/>
                </a:lnTo>
                <a:lnTo>
                  <a:pt x="899" y="47"/>
                </a:lnTo>
                <a:lnTo>
                  <a:pt x="905" y="49"/>
                </a:lnTo>
                <a:lnTo>
                  <a:pt x="907" y="49"/>
                </a:lnTo>
                <a:lnTo>
                  <a:pt x="909" y="51"/>
                </a:lnTo>
                <a:lnTo>
                  <a:pt x="909" y="53"/>
                </a:lnTo>
                <a:lnTo>
                  <a:pt x="908" y="54"/>
                </a:lnTo>
                <a:lnTo>
                  <a:pt x="907" y="55"/>
                </a:lnTo>
                <a:lnTo>
                  <a:pt x="907" y="56"/>
                </a:lnTo>
                <a:lnTo>
                  <a:pt x="906" y="57"/>
                </a:lnTo>
                <a:lnTo>
                  <a:pt x="906" y="58"/>
                </a:lnTo>
                <a:lnTo>
                  <a:pt x="906" y="59"/>
                </a:lnTo>
                <a:lnTo>
                  <a:pt x="906" y="60"/>
                </a:lnTo>
                <a:lnTo>
                  <a:pt x="906" y="61"/>
                </a:lnTo>
                <a:lnTo>
                  <a:pt x="907" y="61"/>
                </a:lnTo>
                <a:lnTo>
                  <a:pt x="908" y="62"/>
                </a:lnTo>
                <a:lnTo>
                  <a:pt x="909" y="64"/>
                </a:lnTo>
                <a:lnTo>
                  <a:pt x="909" y="65"/>
                </a:lnTo>
                <a:lnTo>
                  <a:pt x="908" y="67"/>
                </a:lnTo>
                <a:lnTo>
                  <a:pt x="908" y="68"/>
                </a:lnTo>
                <a:lnTo>
                  <a:pt x="907" y="68"/>
                </a:lnTo>
                <a:lnTo>
                  <a:pt x="908" y="68"/>
                </a:lnTo>
                <a:lnTo>
                  <a:pt x="908" y="69"/>
                </a:lnTo>
                <a:lnTo>
                  <a:pt x="908" y="70"/>
                </a:lnTo>
                <a:lnTo>
                  <a:pt x="908" y="71"/>
                </a:lnTo>
                <a:lnTo>
                  <a:pt x="907" y="71"/>
                </a:lnTo>
                <a:lnTo>
                  <a:pt x="907" y="72"/>
                </a:lnTo>
                <a:lnTo>
                  <a:pt x="907" y="75"/>
                </a:lnTo>
                <a:lnTo>
                  <a:pt x="907" y="76"/>
                </a:lnTo>
                <a:lnTo>
                  <a:pt x="906" y="76"/>
                </a:lnTo>
                <a:lnTo>
                  <a:pt x="906" y="77"/>
                </a:lnTo>
                <a:lnTo>
                  <a:pt x="905" y="77"/>
                </a:lnTo>
                <a:lnTo>
                  <a:pt x="904" y="78"/>
                </a:lnTo>
                <a:lnTo>
                  <a:pt x="904" y="79"/>
                </a:lnTo>
                <a:lnTo>
                  <a:pt x="905" y="81"/>
                </a:lnTo>
                <a:lnTo>
                  <a:pt x="905" y="82"/>
                </a:lnTo>
                <a:lnTo>
                  <a:pt x="905" y="84"/>
                </a:lnTo>
                <a:lnTo>
                  <a:pt x="904" y="86"/>
                </a:lnTo>
                <a:lnTo>
                  <a:pt x="906" y="87"/>
                </a:lnTo>
                <a:lnTo>
                  <a:pt x="906" y="89"/>
                </a:lnTo>
                <a:lnTo>
                  <a:pt x="906" y="91"/>
                </a:lnTo>
                <a:lnTo>
                  <a:pt x="907" y="92"/>
                </a:lnTo>
                <a:lnTo>
                  <a:pt x="908" y="92"/>
                </a:lnTo>
                <a:lnTo>
                  <a:pt x="909" y="92"/>
                </a:lnTo>
                <a:lnTo>
                  <a:pt x="911" y="92"/>
                </a:lnTo>
                <a:lnTo>
                  <a:pt x="913" y="93"/>
                </a:lnTo>
                <a:lnTo>
                  <a:pt x="914" y="94"/>
                </a:lnTo>
                <a:lnTo>
                  <a:pt x="916" y="98"/>
                </a:lnTo>
                <a:lnTo>
                  <a:pt x="917" y="100"/>
                </a:lnTo>
                <a:lnTo>
                  <a:pt x="917" y="102"/>
                </a:lnTo>
                <a:lnTo>
                  <a:pt x="917" y="103"/>
                </a:lnTo>
                <a:lnTo>
                  <a:pt x="916" y="103"/>
                </a:lnTo>
                <a:lnTo>
                  <a:pt x="916" y="104"/>
                </a:lnTo>
                <a:lnTo>
                  <a:pt x="917" y="105"/>
                </a:lnTo>
                <a:lnTo>
                  <a:pt x="918" y="106"/>
                </a:lnTo>
                <a:lnTo>
                  <a:pt x="919" y="107"/>
                </a:lnTo>
                <a:lnTo>
                  <a:pt x="919" y="108"/>
                </a:lnTo>
                <a:lnTo>
                  <a:pt x="919" y="109"/>
                </a:lnTo>
                <a:lnTo>
                  <a:pt x="919" y="110"/>
                </a:lnTo>
                <a:lnTo>
                  <a:pt x="921" y="112"/>
                </a:lnTo>
                <a:lnTo>
                  <a:pt x="923" y="112"/>
                </a:lnTo>
                <a:lnTo>
                  <a:pt x="925" y="113"/>
                </a:lnTo>
                <a:lnTo>
                  <a:pt x="926" y="113"/>
                </a:lnTo>
                <a:lnTo>
                  <a:pt x="927" y="114"/>
                </a:lnTo>
                <a:lnTo>
                  <a:pt x="929" y="115"/>
                </a:lnTo>
                <a:lnTo>
                  <a:pt x="930" y="116"/>
                </a:lnTo>
                <a:lnTo>
                  <a:pt x="934" y="115"/>
                </a:lnTo>
                <a:lnTo>
                  <a:pt x="935" y="115"/>
                </a:lnTo>
                <a:lnTo>
                  <a:pt x="936" y="115"/>
                </a:lnTo>
                <a:lnTo>
                  <a:pt x="939" y="114"/>
                </a:lnTo>
                <a:lnTo>
                  <a:pt x="940" y="113"/>
                </a:lnTo>
                <a:lnTo>
                  <a:pt x="940" y="112"/>
                </a:lnTo>
                <a:lnTo>
                  <a:pt x="941" y="111"/>
                </a:lnTo>
                <a:lnTo>
                  <a:pt x="942" y="111"/>
                </a:lnTo>
                <a:lnTo>
                  <a:pt x="943" y="112"/>
                </a:lnTo>
                <a:lnTo>
                  <a:pt x="944" y="114"/>
                </a:lnTo>
                <a:lnTo>
                  <a:pt x="944" y="115"/>
                </a:lnTo>
                <a:lnTo>
                  <a:pt x="945" y="115"/>
                </a:lnTo>
                <a:lnTo>
                  <a:pt x="946" y="115"/>
                </a:lnTo>
                <a:lnTo>
                  <a:pt x="946" y="116"/>
                </a:lnTo>
                <a:lnTo>
                  <a:pt x="947" y="116"/>
                </a:lnTo>
                <a:lnTo>
                  <a:pt x="948" y="117"/>
                </a:lnTo>
                <a:lnTo>
                  <a:pt x="948" y="118"/>
                </a:lnTo>
                <a:lnTo>
                  <a:pt x="949" y="118"/>
                </a:lnTo>
                <a:lnTo>
                  <a:pt x="950" y="119"/>
                </a:lnTo>
                <a:lnTo>
                  <a:pt x="952" y="120"/>
                </a:lnTo>
                <a:lnTo>
                  <a:pt x="953" y="120"/>
                </a:lnTo>
                <a:lnTo>
                  <a:pt x="954" y="120"/>
                </a:lnTo>
                <a:lnTo>
                  <a:pt x="955" y="120"/>
                </a:lnTo>
                <a:lnTo>
                  <a:pt x="957" y="120"/>
                </a:lnTo>
                <a:lnTo>
                  <a:pt x="958" y="120"/>
                </a:lnTo>
                <a:lnTo>
                  <a:pt x="960" y="121"/>
                </a:lnTo>
                <a:lnTo>
                  <a:pt x="960" y="122"/>
                </a:lnTo>
                <a:lnTo>
                  <a:pt x="959" y="123"/>
                </a:lnTo>
                <a:lnTo>
                  <a:pt x="959" y="124"/>
                </a:lnTo>
                <a:lnTo>
                  <a:pt x="959" y="125"/>
                </a:lnTo>
                <a:lnTo>
                  <a:pt x="961" y="126"/>
                </a:lnTo>
                <a:lnTo>
                  <a:pt x="964" y="126"/>
                </a:lnTo>
                <a:lnTo>
                  <a:pt x="968" y="126"/>
                </a:lnTo>
                <a:lnTo>
                  <a:pt x="969" y="126"/>
                </a:lnTo>
                <a:lnTo>
                  <a:pt x="969" y="127"/>
                </a:lnTo>
                <a:lnTo>
                  <a:pt x="971" y="127"/>
                </a:lnTo>
                <a:lnTo>
                  <a:pt x="971" y="126"/>
                </a:lnTo>
                <a:lnTo>
                  <a:pt x="971" y="127"/>
                </a:lnTo>
                <a:lnTo>
                  <a:pt x="973" y="127"/>
                </a:lnTo>
                <a:lnTo>
                  <a:pt x="974" y="128"/>
                </a:lnTo>
                <a:lnTo>
                  <a:pt x="974" y="129"/>
                </a:lnTo>
                <a:lnTo>
                  <a:pt x="975" y="130"/>
                </a:lnTo>
                <a:lnTo>
                  <a:pt x="976" y="130"/>
                </a:lnTo>
                <a:lnTo>
                  <a:pt x="977" y="130"/>
                </a:lnTo>
                <a:lnTo>
                  <a:pt x="978" y="130"/>
                </a:lnTo>
                <a:lnTo>
                  <a:pt x="978" y="131"/>
                </a:lnTo>
                <a:lnTo>
                  <a:pt x="978" y="132"/>
                </a:lnTo>
                <a:lnTo>
                  <a:pt x="978" y="133"/>
                </a:lnTo>
                <a:lnTo>
                  <a:pt x="979" y="133"/>
                </a:lnTo>
                <a:lnTo>
                  <a:pt x="980" y="133"/>
                </a:lnTo>
                <a:lnTo>
                  <a:pt x="981" y="133"/>
                </a:lnTo>
                <a:lnTo>
                  <a:pt x="983" y="133"/>
                </a:lnTo>
                <a:lnTo>
                  <a:pt x="984" y="133"/>
                </a:lnTo>
                <a:lnTo>
                  <a:pt x="985" y="133"/>
                </a:lnTo>
                <a:lnTo>
                  <a:pt x="987" y="134"/>
                </a:lnTo>
                <a:lnTo>
                  <a:pt x="987" y="135"/>
                </a:lnTo>
                <a:lnTo>
                  <a:pt x="986" y="136"/>
                </a:lnTo>
                <a:lnTo>
                  <a:pt x="985" y="136"/>
                </a:lnTo>
                <a:lnTo>
                  <a:pt x="985" y="137"/>
                </a:lnTo>
                <a:lnTo>
                  <a:pt x="985" y="138"/>
                </a:lnTo>
                <a:lnTo>
                  <a:pt x="986" y="138"/>
                </a:lnTo>
                <a:lnTo>
                  <a:pt x="987" y="138"/>
                </a:lnTo>
                <a:lnTo>
                  <a:pt x="988" y="138"/>
                </a:lnTo>
                <a:lnTo>
                  <a:pt x="992" y="138"/>
                </a:lnTo>
                <a:lnTo>
                  <a:pt x="997" y="140"/>
                </a:lnTo>
                <a:lnTo>
                  <a:pt x="997" y="141"/>
                </a:lnTo>
                <a:lnTo>
                  <a:pt x="997" y="142"/>
                </a:lnTo>
                <a:lnTo>
                  <a:pt x="998" y="142"/>
                </a:lnTo>
                <a:lnTo>
                  <a:pt x="1001" y="142"/>
                </a:lnTo>
                <a:lnTo>
                  <a:pt x="1002" y="142"/>
                </a:lnTo>
                <a:lnTo>
                  <a:pt x="1003" y="142"/>
                </a:lnTo>
                <a:lnTo>
                  <a:pt x="1007" y="140"/>
                </a:lnTo>
                <a:lnTo>
                  <a:pt x="1010" y="139"/>
                </a:lnTo>
                <a:lnTo>
                  <a:pt x="1011" y="139"/>
                </a:lnTo>
                <a:lnTo>
                  <a:pt x="1012" y="139"/>
                </a:lnTo>
                <a:lnTo>
                  <a:pt x="1017" y="140"/>
                </a:lnTo>
                <a:lnTo>
                  <a:pt x="1018" y="140"/>
                </a:lnTo>
                <a:lnTo>
                  <a:pt x="1019" y="140"/>
                </a:lnTo>
                <a:lnTo>
                  <a:pt x="1019" y="141"/>
                </a:lnTo>
                <a:lnTo>
                  <a:pt x="1021" y="141"/>
                </a:lnTo>
                <a:lnTo>
                  <a:pt x="1023" y="142"/>
                </a:lnTo>
                <a:lnTo>
                  <a:pt x="1024" y="142"/>
                </a:lnTo>
                <a:lnTo>
                  <a:pt x="1025" y="142"/>
                </a:lnTo>
                <a:lnTo>
                  <a:pt x="1026" y="142"/>
                </a:lnTo>
                <a:lnTo>
                  <a:pt x="1027" y="142"/>
                </a:lnTo>
                <a:lnTo>
                  <a:pt x="1027" y="144"/>
                </a:lnTo>
                <a:lnTo>
                  <a:pt x="1027" y="145"/>
                </a:lnTo>
                <a:lnTo>
                  <a:pt x="1028" y="145"/>
                </a:lnTo>
                <a:lnTo>
                  <a:pt x="1029" y="145"/>
                </a:lnTo>
                <a:lnTo>
                  <a:pt x="1031" y="145"/>
                </a:lnTo>
                <a:lnTo>
                  <a:pt x="1032" y="145"/>
                </a:lnTo>
                <a:lnTo>
                  <a:pt x="1033" y="145"/>
                </a:lnTo>
                <a:lnTo>
                  <a:pt x="1034" y="145"/>
                </a:lnTo>
                <a:lnTo>
                  <a:pt x="1035" y="145"/>
                </a:lnTo>
                <a:lnTo>
                  <a:pt x="1036" y="145"/>
                </a:lnTo>
                <a:lnTo>
                  <a:pt x="1037" y="146"/>
                </a:lnTo>
                <a:lnTo>
                  <a:pt x="1041" y="146"/>
                </a:lnTo>
                <a:lnTo>
                  <a:pt x="1042" y="145"/>
                </a:lnTo>
                <a:lnTo>
                  <a:pt x="1044" y="143"/>
                </a:lnTo>
                <a:lnTo>
                  <a:pt x="1044" y="142"/>
                </a:lnTo>
                <a:lnTo>
                  <a:pt x="1044" y="141"/>
                </a:lnTo>
                <a:lnTo>
                  <a:pt x="1045" y="141"/>
                </a:lnTo>
                <a:lnTo>
                  <a:pt x="1047" y="139"/>
                </a:lnTo>
                <a:lnTo>
                  <a:pt x="1049" y="138"/>
                </a:lnTo>
                <a:lnTo>
                  <a:pt x="1050" y="138"/>
                </a:lnTo>
                <a:lnTo>
                  <a:pt x="1051" y="138"/>
                </a:lnTo>
                <a:lnTo>
                  <a:pt x="1051" y="139"/>
                </a:lnTo>
                <a:lnTo>
                  <a:pt x="1052" y="139"/>
                </a:lnTo>
                <a:lnTo>
                  <a:pt x="1053" y="139"/>
                </a:lnTo>
                <a:lnTo>
                  <a:pt x="1054" y="139"/>
                </a:lnTo>
                <a:lnTo>
                  <a:pt x="1058" y="139"/>
                </a:lnTo>
                <a:lnTo>
                  <a:pt x="1063" y="139"/>
                </a:lnTo>
                <a:lnTo>
                  <a:pt x="1064" y="138"/>
                </a:lnTo>
                <a:lnTo>
                  <a:pt x="1065" y="139"/>
                </a:lnTo>
                <a:lnTo>
                  <a:pt x="1065" y="140"/>
                </a:lnTo>
                <a:lnTo>
                  <a:pt x="1066" y="140"/>
                </a:lnTo>
                <a:lnTo>
                  <a:pt x="1067" y="141"/>
                </a:lnTo>
                <a:lnTo>
                  <a:pt x="1068" y="141"/>
                </a:lnTo>
                <a:lnTo>
                  <a:pt x="1068" y="142"/>
                </a:lnTo>
                <a:lnTo>
                  <a:pt x="1069" y="142"/>
                </a:lnTo>
                <a:lnTo>
                  <a:pt x="1070" y="142"/>
                </a:lnTo>
                <a:lnTo>
                  <a:pt x="1070" y="141"/>
                </a:lnTo>
                <a:lnTo>
                  <a:pt x="1071" y="141"/>
                </a:lnTo>
                <a:lnTo>
                  <a:pt x="1072" y="142"/>
                </a:lnTo>
                <a:lnTo>
                  <a:pt x="1073" y="142"/>
                </a:lnTo>
                <a:lnTo>
                  <a:pt x="1073" y="143"/>
                </a:lnTo>
                <a:lnTo>
                  <a:pt x="1074" y="144"/>
                </a:lnTo>
                <a:lnTo>
                  <a:pt x="1074" y="145"/>
                </a:lnTo>
                <a:lnTo>
                  <a:pt x="1075" y="146"/>
                </a:lnTo>
                <a:lnTo>
                  <a:pt x="1075" y="147"/>
                </a:lnTo>
                <a:lnTo>
                  <a:pt x="1075" y="148"/>
                </a:lnTo>
                <a:lnTo>
                  <a:pt x="1075" y="149"/>
                </a:lnTo>
                <a:lnTo>
                  <a:pt x="1076" y="149"/>
                </a:lnTo>
                <a:lnTo>
                  <a:pt x="1076" y="150"/>
                </a:lnTo>
                <a:lnTo>
                  <a:pt x="1076" y="152"/>
                </a:lnTo>
                <a:lnTo>
                  <a:pt x="1076" y="153"/>
                </a:lnTo>
                <a:lnTo>
                  <a:pt x="1076" y="154"/>
                </a:lnTo>
                <a:lnTo>
                  <a:pt x="1077" y="154"/>
                </a:lnTo>
                <a:lnTo>
                  <a:pt x="1078" y="153"/>
                </a:lnTo>
                <a:lnTo>
                  <a:pt x="1079" y="152"/>
                </a:lnTo>
                <a:lnTo>
                  <a:pt x="1081" y="152"/>
                </a:lnTo>
                <a:lnTo>
                  <a:pt x="1082" y="152"/>
                </a:lnTo>
                <a:lnTo>
                  <a:pt x="1083" y="152"/>
                </a:lnTo>
                <a:lnTo>
                  <a:pt x="1084" y="152"/>
                </a:lnTo>
                <a:lnTo>
                  <a:pt x="1084" y="153"/>
                </a:lnTo>
                <a:lnTo>
                  <a:pt x="1086" y="156"/>
                </a:lnTo>
                <a:lnTo>
                  <a:pt x="1088" y="157"/>
                </a:lnTo>
                <a:lnTo>
                  <a:pt x="1089" y="157"/>
                </a:lnTo>
                <a:lnTo>
                  <a:pt x="1090" y="157"/>
                </a:lnTo>
                <a:lnTo>
                  <a:pt x="1090" y="156"/>
                </a:lnTo>
                <a:lnTo>
                  <a:pt x="1091" y="155"/>
                </a:lnTo>
                <a:lnTo>
                  <a:pt x="1092" y="154"/>
                </a:lnTo>
                <a:lnTo>
                  <a:pt x="1093" y="154"/>
                </a:lnTo>
                <a:lnTo>
                  <a:pt x="1094" y="153"/>
                </a:lnTo>
                <a:lnTo>
                  <a:pt x="1096" y="153"/>
                </a:lnTo>
                <a:lnTo>
                  <a:pt x="1097" y="153"/>
                </a:lnTo>
                <a:lnTo>
                  <a:pt x="1098" y="153"/>
                </a:lnTo>
                <a:lnTo>
                  <a:pt x="1099" y="152"/>
                </a:lnTo>
                <a:lnTo>
                  <a:pt x="1100" y="151"/>
                </a:lnTo>
                <a:lnTo>
                  <a:pt x="1100" y="152"/>
                </a:lnTo>
                <a:lnTo>
                  <a:pt x="1101" y="152"/>
                </a:lnTo>
                <a:lnTo>
                  <a:pt x="1102" y="151"/>
                </a:lnTo>
                <a:lnTo>
                  <a:pt x="1103" y="151"/>
                </a:lnTo>
                <a:lnTo>
                  <a:pt x="1106" y="151"/>
                </a:lnTo>
                <a:lnTo>
                  <a:pt x="1107" y="151"/>
                </a:lnTo>
                <a:lnTo>
                  <a:pt x="1109" y="151"/>
                </a:lnTo>
                <a:lnTo>
                  <a:pt x="1111" y="151"/>
                </a:lnTo>
                <a:lnTo>
                  <a:pt x="1112" y="151"/>
                </a:lnTo>
                <a:lnTo>
                  <a:pt x="1113" y="151"/>
                </a:lnTo>
                <a:lnTo>
                  <a:pt x="1114" y="151"/>
                </a:lnTo>
                <a:lnTo>
                  <a:pt x="1116" y="151"/>
                </a:lnTo>
                <a:lnTo>
                  <a:pt x="1117" y="151"/>
                </a:lnTo>
                <a:lnTo>
                  <a:pt x="1118" y="151"/>
                </a:lnTo>
                <a:lnTo>
                  <a:pt x="1118" y="150"/>
                </a:lnTo>
                <a:lnTo>
                  <a:pt x="1119" y="149"/>
                </a:lnTo>
                <a:lnTo>
                  <a:pt x="1121" y="148"/>
                </a:lnTo>
                <a:lnTo>
                  <a:pt x="1122" y="148"/>
                </a:lnTo>
                <a:lnTo>
                  <a:pt x="1123" y="148"/>
                </a:lnTo>
                <a:lnTo>
                  <a:pt x="1124" y="147"/>
                </a:lnTo>
                <a:lnTo>
                  <a:pt x="1125" y="147"/>
                </a:lnTo>
                <a:lnTo>
                  <a:pt x="1126" y="147"/>
                </a:lnTo>
                <a:lnTo>
                  <a:pt x="1127" y="147"/>
                </a:lnTo>
                <a:lnTo>
                  <a:pt x="1127" y="146"/>
                </a:lnTo>
                <a:lnTo>
                  <a:pt x="1128" y="146"/>
                </a:lnTo>
                <a:lnTo>
                  <a:pt x="1129" y="145"/>
                </a:lnTo>
                <a:lnTo>
                  <a:pt x="1130" y="145"/>
                </a:lnTo>
                <a:lnTo>
                  <a:pt x="1132" y="144"/>
                </a:lnTo>
                <a:lnTo>
                  <a:pt x="1133" y="144"/>
                </a:lnTo>
                <a:lnTo>
                  <a:pt x="1133" y="143"/>
                </a:lnTo>
                <a:lnTo>
                  <a:pt x="1134" y="143"/>
                </a:lnTo>
                <a:lnTo>
                  <a:pt x="1135" y="143"/>
                </a:lnTo>
                <a:lnTo>
                  <a:pt x="1138" y="143"/>
                </a:lnTo>
                <a:lnTo>
                  <a:pt x="1138" y="142"/>
                </a:lnTo>
                <a:lnTo>
                  <a:pt x="1138" y="141"/>
                </a:lnTo>
                <a:lnTo>
                  <a:pt x="1139" y="141"/>
                </a:lnTo>
                <a:lnTo>
                  <a:pt x="1140" y="139"/>
                </a:lnTo>
                <a:lnTo>
                  <a:pt x="1141" y="139"/>
                </a:lnTo>
                <a:lnTo>
                  <a:pt x="1141" y="138"/>
                </a:lnTo>
                <a:lnTo>
                  <a:pt x="1141" y="137"/>
                </a:lnTo>
                <a:lnTo>
                  <a:pt x="1142" y="136"/>
                </a:lnTo>
                <a:lnTo>
                  <a:pt x="1143" y="136"/>
                </a:lnTo>
                <a:lnTo>
                  <a:pt x="1143" y="135"/>
                </a:lnTo>
                <a:lnTo>
                  <a:pt x="1144" y="135"/>
                </a:lnTo>
                <a:lnTo>
                  <a:pt x="1144" y="133"/>
                </a:lnTo>
                <a:lnTo>
                  <a:pt x="1143" y="133"/>
                </a:lnTo>
                <a:lnTo>
                  <a:pt x="1142" y="133"/>
                </a:lnTo>
                <a:lnTo>
                  <a:pt x="1141" y="133"/>
                </a:lnTo>
                <a:lnTo>
                  <a:pt x="1141" y="132"/>
                </a:lnTo>
                <a:lnTo>
                  <a:pt x="1140" y="132"/>
                </a:lnTo>
                <a:lnTo>
                  <a:pt x="1140" y="131"/>
                </a:lnTo>
                <a:lnTo>
                  <a:pt x="1140" y="130"/>
                </a:lnTo>
                <a:lnTo>
                  <a:pt x="1140" y="128"/>
                </a:lnTo>
                <a:lnTo>
                  <a:pt x="1140" y="127"/>
                </a:lnTo>
                <a:lnTo>
                  <a:pt x="1141" y="127"/>
                </a:lnTo>
                <a:lnTo>
                  <a:pt x="1142" y="127"/>
                </a:lnTo>
                <a:lnTo>
                  <a:pt x="1143" y="127"/>
                </a:lnTo>
                <a:lnTo>
                  <a:pt x="1144" y="127"/>
                </a:lnTo>
                <a:lnTo>
                  <a:pt x="1146" y="127"/>
                </a:lnTo>
                <a:lnTo>
                  <a:pt x="1147" y="127"/>
                </a:lnTo>
                <a:lnTo>
                  <a:pt x="1147" y="126"/>
                </a:lnTo>
                <a:lnTo>
                  <a:pt x="1149" y="126"/>
                </a:lnTo>
                <a:lnTo>
                  <a:pt x="1150" y="126"/>
                </a:lnTo>
                <a:lnTo>
                  <a:pt x="1151" y="126"/>
                </a:lnTo>
                <a:lnTo>
                  <a:pt x="1152" y="127"/>
                </a:lnTo>
                <a:lnTo>
                  <a:pt x="1153" y="127"/>
                </a:lnTo>
                <a:lnTo>
                  <a:pt x="1154" y="126"/>
                </a:lnTo>
                <a:lnTo>
                  <a:pt x="1155" y="126"/>
                </a:lnTo>
                <a:lnTo>
                  <a:pt x="1157" y="125"/>
                </a:lnTo>
                <a:lnTo>
                  <a:pt x="1158" y="125"/>
                </a:lnTo>
                <a:lnTo>
                  <a:pt x="1159" y="125"/>
                </a:lnTo>
                <a:lnTo>
                  <a:pt x="1160" y="124"/>
                </a:lnTo>
                <a:lnTo>
                  <a:pt x="1161" y="124"/>
                </a:lnTo>
                <a:lnTo>
                  <a:pt x="1162" y="124"/>
                </a:lnTo>
                <a:lnTo>
                  <a:pt x="1163" y="124"/>
                </a:lnTo>
                <a:lnTo>
                  <a:pt x="1164" y="124"/>
                </a:lnTo>
                <a:lnTo>
                  <a:pt x="1165" y="124"/>
                </a:lnTo>
                <a:lnTo>
                  <a:pt x="1167" y="125"/>
                </a:lnTo>
                <a:lnTo>
                  <a:pt x="1168" y="125"/>
                </a:lnTo>
                <a:lnTo>
                  <a:pt x="1168" y="124"/>
                </a:lnTo>
                <a:lnTo>
                  <a:pt x="1169" y="124"/>
                </a:lnTo>
                <a:lnTo>
                  <a:pt x="1170" y="124"/>
                </a:lnTo>
                <a:lnTo>
                  <a:pt x="1172" y="124"/>
                </a:lnTo>
                <a:lnTo>
                  <a:pt x="1173" y="124"/>
                </a:lnTo>
                <a:lnTo>
                  <a:pt x="1174" y="124"/>
                </a:lnTo>
                <a:lnTo>
                  <a:pt x="1176" y="123"/>
                </a:lnTo>
                <a:lnTo>
                  <a:pt x="1177" y="123"/>
                </a:lnTo>
                <a:lnTo>
                  <a:pt x="1178" y="123"/>
                </a:lnTo>
                <a:lnTo>
                  <a:pt x="1180" y="123"/>
                </a:lnTo>
                <a:lnTo>
                  <a:pt x="1182" y="122"/>
                </a:lnTo>
                <a:lnTo>
                  <a:pt x="1183" y="122"/>
                </a:lnTo>
                <a:lnTo>
                  <a:pt x="1184" y="122"/>
                </a:lnTo>
                <a:lnTo>
                  <a:pt x="1185" y="122"/>
                </a:lnTo>
                <a:lnTo>
                  <a:pt x="1185" y="123"/>
                </a:lnTo>
                <a:lnTo>
                  <a:pt x="1186" y="123"/>
                </a:lnTo>
                <a:lnTo>
                  <a:pt x="1187" y="124"/>
                </a:lnTo>
                <a:lnTo>
                  <a:pt x="1188" y="124"/>
                </a:lnTo>
                <a:lnTo>
                  <a:pt x="1189" y="124"/>
                </a:lnTo>
                <a:lnTo>
                  <a:pt x="1190" y="124"/>
                </a:lnTo>
                <a:lnTo>
                  <a:pt x="1190" y="123"/>
                </a:lnTo>
                <a:lnTo>
                  <a:pt x="1192" y="123"/>
                </a:lnTo>
                <a:lnTo>
                  <a:pt x="1194" y="123"/>
                </a:lnTo>
                <a:lnTo>
                  <a:pt x="1195" y="122"/>
                </a:lnTo>
                <a:lnTo>
                  <a:pt x="1196" y="121"/>
                </a:lnTo>
                <a:lnTo>
                  <a:pt x="1197" y="121"/>
                </a:lnTo>
                <a:lnTo>
                  <a:pt x="1198" y="121"/>
                </a:lnTo>
                <a:lnTo>
                  <a:pt x="1198" y="120"/>
                </a:lnTo>
                <a:lnTo>
                  <a:pt x="1199" y="120"/>
                </a:lnTo>
                <a:lnTo>
                  <a:pt x="1201" y="119"/>
                </a:lnTo>
                <a:lnTo>
                  <a:pt x="1203" y="120"/>
                </a:lnTo>
                <a:lnTo>
                  <a:pt x="1204" y="120"/>
                </a:lnTo>
                <a:lnTo>
                  <a:pt x="1204" y="119"/>
                </a:lnTo>
                <a:lnTo>
                  <a:pt x="1207" y="119"/>
                </a:lnTo>
                <a:lnTo>
                  <a:pt x="1207" y="118"/>
                </a:lnTo>
                <a:lnTo>
                  <a:pt x="1208" y="118"/>
                </a:lnTo>
                <a:lnTo>
                  <a:pt x="1208" y="117"/>
                </a:lnTo>
                <a:lnTo>
                  <a:pt x="1209" y="117"/>
                </a:lnTo>
                <a:lnTo>
                  <a:pt x="1210" y="117"/>
                </a:lnTo>
                <a:lnTo>
                  <a:pt x="1211" y="117"/>
                </a:lnTo>
                <a:lnTo>
                  <a:pt x="1212" y="117"/>
                </a:lnTo>
                <a:lnTo>
                  <a:pt x="1212" y="116"/>
                </a:lnTo>
                <a:lnTo>
                  <a:pt x="1215" y="115"/>
                </a:lnTo>
                <a:lnTo>
                  <a:pt x="1218" y="115"/>
                </a:lnTo>
                <a:lnTo>
                  <a:pt x="1221" y="115"/>
                </a:lnTo>
                <a:lnTo>
                  <a:pt x="1222" y="114"/>
                </a:lnTo>
                <a:lnTo>
                  <a:pt x="1225" y="114"/>
                </a:lnTo>
                <a:lnTo>
                  <a:pt x="1227" y="113"/>
                </a:lnTo>
                <a:lnTo>
                  <a:pt x="1228" y="113"/>
                </a:lnTo>
                <a:lnTo>
                  <a:pt x="1229" y="113"/>
                </a:lnTo>
                <a:lnTo>
                  <a:pt x="1230" y="113"/>
                </a:lnTo>
                <a:lnTo>
                  <a:pt x="1231" y="113"/>
                </a:lnTo>
                <a:lnTo>
                  <a:pt x="1231" y="112"/>
                </a:lnTo>
                <a:lnTo>
                  <a:pt x="1233" y="111"/>
                </a:lnTo>
                <a:lnTo>
                  <a:pt x="1234" y="110"/>
                </a:lnTo>
                <a:lnTo>
                  <a:pt x="1236" y="107"/>
                </a:lnTo>
                <a:lnTo>
                  <a:pt x="1239" y="107"/>
                </a:lnTo>
                <a:lnTo>
                  <a:pt x="1240" y="107"/>
                </a:lnTo>
                <a:lnTo>
                  <a:pt x="1242" y="107"/>
                </a:lnTo>
                <a:lnTo>
                  <a:pt x="1243" y="106"/>
                </a:lnTo>
                <a:lnTo>
                  <a:pt x="1244" y="106"/>
                </a:lnTo>
                <a:lnTo>
                  <a:pt x="1246" y="106"/>
                </a:lnTo>
                <a:lnTo>
                  <a:pt x="1247" y="107"/>
                </a:lnTo>
                <a:lnTo>
                  <a:pt x="1248" y="107"/>
                </a:lnTo>
                <a:lnTo>
                  <a:pt x="1248" y="108"/>
                </a:lnTo>
                <a:lnTo>
                  <a:pt x="1248" y="107"/>
                </a:lnTo>
                <a:lnTo>
                  <a:pt x="1249" y="107"/>
                </a:lnTo>
                <a:lnTo>
                  <a:pt x="1249" y="108"/>
                </a:lnTo>
                <a:lnTo>
                  <a:pt x="1250" y="108"/>
                </a:lnTo>
                <a:lnTo>
                  <a:pt x="1251" y="109"/>
                </a:lnTo>
                <a:lnTo>
                  <a:pt x="1252" y="109"/>
                </a:lnTo>
                <a:lnTo>
                  <a:pt x="1253" y="109"/>
                </a:lnTo>
                <a:lnTo>
                  <a:pt x="1255" y="110"/>
                </a:lnTo>
                <a:lnTo>
                  <a:pt x="1256" y="110"/>
                </a:lnTo>
                <a:lnTo>
                  <a:pt x="1258" y="110"/>
                </a:lnTo>
                <a:lnTo>
                  <a:pt x="1259" y="111"/>
                </a:lnTo>
                <a:lnTo>
                  <a:pt x="1261" y="111"/>
                </a:lnTo>
                <a:lnTo>
                  <a:pt x="1263" y="111"/>
                </a:lnTo>
                <a:lnTo>
                  <a:pt x="1263" y="110"/>
                </a:lnTo>
                <a:lnTo>
                  <a:pt x="1264" y="110"/>
                </a:lnTo>
                <a:lnTo>
                  <a:pt x="1265" y="110"/>
                </a:lnTo>
                <a:lnTo>
                  <a:pt x="1269" y="110"/>
                </a:lnTo>
                <a:lnTo>
                  <a:pt x="1270" y="110"/>
                </a:lnTo>
                <a:lnTo>
                  <a:pt x="1270" y="109"/>
                </a:lnTo>
                <a:lnTo>
                  <a:pt x="1271" y="109"/>
                </a:lnTo>
                <a:lnTo>
                  <a:pt x="1272" y="109"/>
                </a:lnTo>
                <a:lnTo>
                  <a:pt x="1273" y="109"/>
                </a:lnTo>
                <a:lnTo>
                  <a:pt x="1274" y="108"/>
                </a:lnTo>
                <a:lnTo>
                  <a:pt x="1274" y="107"/>
                </a:lnTo>
                <a:lnTo>
                  <a:pt x="1274" y="106"/>
                </a:lnTo>
                <a:lnTo>
                  <a:pt x="1275" y="107"/>
                </a:lnTo>
                <a:lnTo>
                  <a:pt x="1276" y="107"/>
                </a:lnTo>
                <a:lnTo>
                  <a:pt x="1277" y="107"/>
                </a:lnTo>
                <a:lnTo>
                  <a:pt x="1279" y="107"/>
                </a:lnTo>
                <a:lnTo>
                  <a:pt x="1280" y="107"/>
                </a:lnTo>
                <a:lnTo>
                  <a:pt x="1281" y="106"/>
                </a:lnTo>
                <a:lnTo>
                  <a:pt x="1282" y="106"/>
                </a:lnTo>
                <a:lnTo>
                  <a:pt x="1284" y="107"/>
                </a:lnTo>
                <a:lnTo>
                  <a:pt x="1284" y="108"/>
                </a:lnTo>
                <a:lnTo>
                  <a:pt x="1283" y="108"/>
                </a:lnTo>
                <a:lnTo>
                  <a:pt x="1283" y="109"/>
                </a:lnTo>
                <a:lnTo>
                  <a:pt x="1285" y="110"/>
                </a:lnTo>
                <a:lnTo>
                  <a:pt x="1286" y="111"/>
                </a:lnTo>
                <a:lnTo>
                  <a:pt x="1287" y="111"/>
                </a:lnTo>
                <a:lnTo>
                  <a:pt x="1287" y="112"/>
                </a:lnTo>
                <a:lnTo>
                  <a:pt x="1288" y="112"/>
                </a:lnTo>
                <a:lnTo>
                  <a:pt x="1289" y="112"/>
                </a:lnTo>
                <a:lnTo>
                  <a:pt x="1291" y="114"/>
                </a:lnTo>
                <a:lnTo>
                  <a:pt x="1292" y="115"/>
                </a:lnTo>
                <a:lnTo>
                  <a:pt x="1292" y="116"/>
                </a:lnTo>
                <a:lnTo>
                  <a:pt x="1293" y="116"/>
                </a:lnTo>
                <a:lnTo>
                  <a:pt x="1294" y="118"/>
                </a:lnTo>
                <a:lnTo>
                  <a:pt x="1294" y="119"/>
                </a:lnTo>
                <a:lnTo>
                  <a:pt x="1295" y="121"/>
                </a:lnTo>
                <a:lnTo>
                  <a:pt x="1295" y="122"/>
                </a:lnTo>
                <a:lnTo>
                  <a:pt x="1295" y="126"/>
                </a:lnTo>
                <a:lnTo>
                  <a:pt x="1295" y="127"/>
                </a:lnTo>
                <a:lnTo>
                  <a:pt x="1296" y="127"/>
                </a:lnTo>
                <a:lnTo>
                  <a:pt x="1297" y="127"/>
                </a:lnTo>
                <a:lnTo>
                  <a:pt x="1298" y="128"/>
                </a:lnTo>
                <a:lnTo>
                  <a:pt x="1299" y="128"/>
                </a:lnTo>
                <a:lnTo>
                  <a:pt x="1299" y="129"/>
                </a:lnTo>
                <a:lnTo>
                  <a:pt x="1301" y="130"/>
                </a:lnTo>
                <a:lnTo>
                  <a:pt x="1303" y="131"/>
                </a:lnTo>
                <a:lnTo>
                  <a:pt x="1304" y="131"/>
                </a:lnTo>
                <a:lnTo>
                  <a:pt x="1305" y="132"/>
                </a:lnTo>
                <a:lnTo>
                  <a:pt x="1308" y="132"/>
                </a:lnTo>
                <a:lnTo>
                  <a:pt x="1309" y="133"/>
                </a:lnTo>
                <a:lnTo>
                  <a:pt x="1310" y="134"/>
                </a:lnTo>
                <a:lnTo>
                  <a:pt x="1312" y="134"/>
                </a:lnTo>
                <a:lnTo>
                  <a:pt x="1314" y="134"/>
                </a:lnTo>
                <a:lnTo>
                  <a:pt x="1315" y="135"/>
                </a:lnTo>
                <a:lnTo>
                  <a:pt x="1316" y="135"/>
                </a:lnTo>
                <a:lnTo>
                  <a:pt x="1318" y="136"/>
                </a:lnTo>
                <a:lnTo>
                  <a:pt x="1318" y="137"/>
                </a:lnTo>
                <a:lnTo>
                  <a:pt x="1318" y="139"/>
                </a:lnTo>
                <a:lnTo>
                  <a:pt x="1318" y="140"/>
                </a:lnTo>
                <a:lnTo>
                  <a:pt x="1319" y="140"/>
                </a:lnTo>
                <a:lnTo>
                  <a:pt x="1319" y="141"/>
                </a:lnTo>
                <a:lnTo>
                  <a:pt x="1320" y="141"/>
                </a:lnTo>
                <a:lnTo>
                  <a:pt x="1321" y="142"/>
                </a:lnTo>
                <a:lnTo>
                  <a:pt x="1321" y="143"/>
                </a:lnTo>
                <a:lnTo>
                  <a:pt x="1322" y="143"/>
                </a:lnTo>
                <a:lnTo>
                  <a:pt x="1322" y="144"/>
                </a:lnTo>
                <a:lnTo>
                  <a:pt x="1323" y="144"/>
                </a:lnTo>
                <a:lnTo>
                  <a:pt x="1323" y="145"/>
                </a:lnTo>
                <a:lnTo>
                  <a:pt x="1324" y="145"/>
                </a:lnTo>
                <a:lnTo>
                  <a:pt x="1324" y="146"/>
                </a:lnTo>
                <a:lnTo>
                  <a:pt x="1325" y="146"/>
                </a:lnTo>
                <a:lnTo>
                  <a:pt x="1325" y="145"/>
                </a:lnTo>
                <a:lnTo>
                  <a:pt x="1326" y="145"/>
                </a:lnTo>
                <a:lnTo>
                  <a:pt x="1327" y="145"/>
                </a:lnTo>
                <a:lnTo>
                  <a:pt x="1327" y="146"/>
                </a:lnTo>
                <a:lnTo>
                  <a:pt x="1329" y="146"/>
                </a:lnTo>
                <a:lnTo>
                  <a:pt x="1329" y="145"/>
                </a:lnTo>
                <a:lnTo>
                  <a:pt x="1330" y="145"/>
                </a:lnTo>
                <a:lnTo>
                  <a:pt x="1330" y="144"/>
                </a:lnTo>
                <a:lnTo>
                  <a:pt x="1331" y="145"/>
                </a:lnTo>
                <a:lnTo>
                  <a:pt x="1332" y="145"/>
                </a:lnTo>
                <a:lnTo>
                  <a:pt x="1332" y="144"/>
                </a:lnTo>
                <a:lnTo>
                  <a:pt x="1332" y="143"/>
                </a:lnTo>
                <a:lnTo>
                  <a:pt x="1333" y="143"/>
                </a:lnTo>
                <a:lnTo>
                  <a:pt x="1333" y="142"/>
                </a:lnTo>
                <a:lnTo>
                  <a:pt x="1334" y="142"/>
                </a:lnTo>
                <a:lnTo>
                  <a:pt x="1334" y="141"/>
                </a:lnTo>
                <a:lnTo>
                  <a:pt x="1335" y="140"/>
                </a:lnTo>
                <a:lnTo>
                  <a:pt x="1335" y="139"/>
                </a:lnTo>
                <a:lnTo>
                  <a:pt x="1335" y="138"/>
                </a:lnTo>
                <a:lnTo>
                  <a:pt x="1336" y="136"/>
                </a:lnTo>
                <a:lnTo>
                  <a:pt x="1337" y="135"/>
                </a:lnTo>
                <a:lnTo>
                  <a:pt x="1338" y="135"/>
                </a:lnTo>
                <a:lnTo>
                  <a:pt x="1338" y="134"/>
                </a:lnTo>
                <a:lnTo>
                  <a:pt x="1339" y="133"/>
                </a:lnTo>
                <a:lnTo>
                  <a:pt x="1339" y="132"/>
                </a:lnTo>
                <a:lnTo>
                  <a:pt x="1340" y="132"/>
                </a:lnTo>
                <a:lnTo>
                  <a:pt x="1340" y="131"/>
                </a:lnTo>
                <a:lnTo>
                  <a:pt x="1341" y="131"/>
                </a:lnTo>
                <a:lnTo>
                  <a:pt x="1340" y="131"/>
                </a:lnTo>
                <a:lnTo>
                  <a:pt x="1341" y="131"/>
                </a:lnTo>
                <a:lnTo>
                  <a:pt x="1341" y="130"/>
                </a:lnTo>
                <a:lnTo>
                  <a:pt x="1343" y="130"/>
                </a:lnTo>
                <a:lnTo>
                  <a:pt x="1344" y="130"/>
                </a:lnTo>
                <a:lnTo>
                  <a:pt x="1345" y="129"/>
                </a:lnTo>
                <a:lnTo>
                  <a:pt x="1346" y="128"/>
                </a:lnTo>
                <a:lnTo>
                  <a:pt x="1347" y="127"/>
                </a:lnTo>
                <a:lnTo>
                  <a:pt x="1348" y="127"/>
                </a:lnTo>
                <a:lnTo>
                  <a:pt x="1349" y="127"/>
                </a:lnTo>
                <a:lnTo>
                  <a:pt x="1351" y="127"/>
                </a:lnTo>
                <a:lnTo>
                  <a:pt x="1354" y="127"/>
                </a:lnTo>
                <a:lnTo>
                  <a:pt x="1355" y="127"/>
                </a:lnTo>
                <a:lnTo>
                  <a:pt x="1356" y="126"/>
                </a:lnTo>
                <a:lnTo>
                  <a:pt x="1357" y="126"/>
                </a:lnTo>
                <a:lnTo>
                  <a:pt x="1358" y="126"/>
                </a:lnTo>
                <a:lnTo>
                  <a:pt x="1359" y="126"/>
                </a:lnTo>
                <a:lnTo>
                  <a:pt x="1359" y="125"/>
                </a:lnTo>
                <a:lnTo>
                  <a:pt x="1360" y="125"/>
                </a:lnTo>
                <a:lnTo>
                  <a:pt x="1361" y="125"/>
                </a:lnTo>
                <a:lnTo>
                  <a:pt x="1362" y="126"/>
                </a:lnTo>
                <a:lnTo>
                  <a:pt x="1363" y="126"/>
                </a:lnTo>
                <a:lnTo>
                  <a:pt x="1364" y="126"/>
                </a:lnTo>
                <a:lnTo>
                  <a:pt x="1365" y="126"/>
                </a:lnTo>
                <a:lnTo>
                  <a:pt x="1366" y="126"/>
                </a:lnTo>
                <a:lnTo>
                  <a:pt x="1366" y="125"/>
                </a:lnTo>
                <a:lnTo>
                  <a:pt x="1367" y="125"/>
                </a:lnTo>
                <a:lnTo>
                  <a:pt x="1368" y="125"/>
                </a:lnTo>
                <a:lnTo>
                  <a:pt x="1369" y="126"/>
                </a:lnTo>
                <a:lnTo>
                  <a:pt x="1370" y="126"/>
                </a:lnTo>
                <a:lnTo>
                  <a:pt x="1370" y="127"/>
                </a:lnTo>
                <a:lnTo>
                  <a:pt x="1370" y="126"/>
                </a:lnTo>
                <a:lnTo>
                  <a:pt x="1372" y="127"/>
                </a:lnTo>
                <a:lnTo>
                  <a:pt x="1375" y="127"/>
                </a:lnTo>
                <a:lnTo>
                  <a:pt x="1375" y="126"/>
                </a:lnTo>
                <a:lnTo>
                  <a:pt x="1376" y="126"/>
                </a:lnTo>
                <a:lnTo>
                  <a:pt x="1379" y="127"/>
                </a:lnTo>
                <a:lnTo>
                  <a:pt x="1380" y="127"/>
                </a:lnTo>
                <a:lnTo>
                  <a:pt x="1382" y="127"/>
                </a:lnTo>
                <a:lnTo>
                  <a:pt x="1384" y="127"/>
                </a:lnTo>
                <a:lnTo>
                  <a:pt x="1385" y="128"/>
                </a:lnTo>
                <a:lnTo>
                  <a:pt x="1387" y="128"/>
                </a:lnTo>
                <a:lnTo>
                  <a:pt x="1388" y="129"/>
                </a:lnTo>
                <a:lnTo>
                  <a:pt x="1389" y="129"/>
                </a:lnTo>
                <a:lnTo>
                  <a:pt x="1390" y="129"/>
                </a:lnTo>
                <a:lnTo>
                  <a:pt x="1390" y="130"/>
                </a:lnTo>
                <a:lnTo>
                  <a:pt x="1391" y="129"/>
                </a:lnTo>
                <a:lnTo>
                  <a:pt x="1392" y="128"/>
                </a:lnTo>
                <a:lnTo>
                  <a:pt x="1393" y="128"/>
                </a:lnTo>
                <a:lnTo>
                  <a:pt x="1394" y="128"/>
                </a:lnTo>
                <a:lnTo>
                  <a:pt x="1394" y="127"/>
                </a:lnTo>
                <a:lnTo>
                  <a:pt x="1395" y="127"/>
                </a:lnTo>
                <a:lnTo>
                  <a:pt x="1395" y="126"/>
                </a:lnTo>
                <a:lnTo>
                  <a:pt x="1396" y="126"/>
                </a:lnTo>
                <a:lnTo>
                  <a:pt x="1397" y="125"/>
                </a:lnTo>
                <a:lnTo>
                  <a:pt x="1398" y="124"/>
                </a:lnTo>
                <a:lnTo>
                  <a:pt x="1398" y="123"/>
                </a:lnTo>
                <a:lnTo>
                  <a:pt x="1399" y="123"/>
                </a:lnTo>
                <a:lnTo>
                  <a:pt x="1400" y="123"/>
                </a:lnTo>
                <a:lnTo>
                  <a:pt x="1401" y="123"/>
                </a:lnTo>
                <a:lnTo>
                  <a:pt x="1401" y="122"/>
                </a:lnTo>
                <a:lnTo>
                  <a:pt x="1402" y="121"/>
                </a:lnTo>
                <a:lnTo>
                  <a:pt x="1403" y="120"/>
                </a:lnTo>
                <a:lnTo>
                  <a:pt x="1404" y="120"/>
                </a:lnTo>
                <a:lnTo>
                  <a:pt x="1405" y="120"/>
                </a:lnTo>
                <a:lnTo>
                  <a:pt x="1406" y="120"/>
                </a:lnTo>
                <a:lnTo>
                  <a:pt x="1406" y="119"/>
                </a:lnTo>
                <a:lnTo>
                  <a:pt x="1407" y="118"/>
                </a:lnTo>
                <a:lnTo>
                  <a:pt x="1408" y="118"/>
                </a:lnTo>
                <a:lnTo>
                  <a:pt x="1409" y="119"/>
                </a:lnTo>
                <a:lnTo>
                  <a:pt x="1409" y="120"/>
                </a:lnTo>
                <a:lnTo>
                  <a:pt x="1410" y="120"/>
                </a:lnTo>
                <a:lnTo>
                  <a:pt x="1411" y="119"/>
                </a:lnTo>
                <a:lnTo>
                  <a:pt x="1411" y="118"/>
                </a:lnTo>
                <a:lnTo>
                  <a:pt x="1412" y="117"/>
                </a:lnTo>
                <a:lnTo>
                  <a:pt x="1413" y="117"/>
                </a:lnTo>
                <a:lnTo>
                  <a:pt x="1414" y="117"/>
                </a:lnTo>
                <a:lnTo>
                  <a:pt x="1415" y="117"/>
                </a:lnTo>
                <a:lnTo>
                  <a:pt x="1415" y="116"/>
                </a:lnTo>
                <a:lnTo>
                  <a:pt x="1415" y="115"/>
                </a:lnTo>
                <a:lnTo>
                  <a:pt x="1416" y="114"/>
                </a:lnTo>
                <a:lnTo>
                  <a:pt x="1418" y="112"/>
                </a:lnTo>
                <a:lnTo>
                  <a:pt x="1418" y="111"/>
                </a:lnTo>
                <a:lnTo>
                  <a:pt x="1418" y="110"/>
                </a:lnTo>
                <a:lnTo>
                  <a:pt x="1419" y="109"/>
                </a:lnTo>
                <a:lnTo>
                  <a:pt x="1419" y="107"/>
                </a:lnTo>
                <a:lnTo>
                  <a:pt x="1420" y="105"/>
                </a:lnTo>
                <a:lnTo>
                  <a:pt x="1421" y="104"/>
                </a:lnTo>
                <a:lnTo>
                  <a:pt x="1422" y="104"/>
                </a:lnTo>
                <a:lnTo>
                  <a:pt x="1423" y="104"/>
                </a:lnTo>
                <a:lnTo>
                  <a:pt x="1424" y="104"/>
                </a:lnTo>
                <a:lnTo>
                  <a:pt x="1424" y="103"/>
                </a:lnTo>
                <a:lnTo>
                  <a:pt x="1425" y="102"/>
                </a:lnTo>
                <a:lnTo>
                  <a:pt x="1426" y="99"/>
                </a:lnTo>
                <a:lnTo>
                  <a:pt x="1427" y="98"/>
                </a:lnTo>
                <a:lnTo>
                  <a:pt x="1427" y="97"/>
                </a:lnTo>
                <a:lnTo>
                  <a:pt x="1427" y="96"/>
                </a:lnTo>
                <a:lnTo>
                  <a:pt x="1427" y="95"/>
                </a:lnTo>
                <a:lnTo>
                  <a:pt x="1427" y="94"/>
                </a:lnTo>
                <a:lnTo>
                  <a:pt x="1429" y="93"/>
                </a:lnTo>
                <a:lnTo>
                  <a:pt x="1429" y="92"/>
                </a:lnTo>
                <a:lnTo>
                  <a:pt x="1430" y="92"/>
                </a:lnTo>
                <a:lnTo>
                  <a:pt x="1430" y="91"/>
                </a:lnTo>
                <a:lnTo>
                  <a:pt x="1431" y="91"/>
                </a:lnTo>
                <a:lnTo>
                  <a:pt x="1431" y="90"/>
                </a:lnTo>
                <a:lnTo>
                  <a:pt x="1432" y="90"/>
                </a:lnTo>
                <a:lnTo>
                  <a:pt x="1433" y="90"/>
                </a:lnTo>
                <a:lnTo>
                  <a:pt x="1433" y="89"/>
                </a:lnTo>
                <a:lnTo>
                  <a:pt x="1434" y="89"/>
                </a:lnTo>
                <a:lnTo>
                  <a:pt x="1434" y="90"/>
                </a:lnTo>
                <a:lnTo>
                  <a:pt x="1435" y="90"/>
                </a:lnTo>
                <a:lnTo>
                  <a:pt x="1435" y="89"/>
                </a:lnTo>
                <a:lnTo>
                  <a:pt x="1435" y="90"/>
                </a:lnTo>
                <a:lnTo>
                  <a:pt x="1435" y="89"/>
                </a:lnTo>
                <a:lnTo>
                  <a:pt x="1436" y="89"/>
                </a:lnTo>
                <a:lnTo>
                  <a:pt x="1435" y="89"/>
                </a:lnTo>
                <a:lnTo>
                  <a:pt x="1435" y="87"/>
                </a:lnTo>
                <a:lnTo>
                  <a:pt x="1436" y="87"/>
                </a:lnTo>
                <a:lnTo>
                  <a:pt x="1437" y="86"/>
                </a:lnTo>
                <a:lnTo>
                  <a:pt x="1437" y="85"/>
                </a:lnTo>
                <a:lnTo>
                  <a:pt x="1438" y="85"/>
                </a:lnTo>
                <a:lnTo>
                  <a:pt x="1439" y="86"/>
                </a:lnTo>
                <a:lnTo>
                  <a:pt x="1440" y="86"/>
                </a:lnTo>
                <a:lnTo>
                  <a:pt x="1440" y="85"/>
                </a:lnTo>
                <a:lnTo>
                  <a:pt x="1441" y="85"/>
                </a:lnTo>
                <a:lnTo>
                  <a:pt x="1441" y="84"/>
                </a:lnTo>
                <a:lnTo>
                  <a:pt x="1441" y="83"/>
                </a:lnTo>
                <a:lnTo>
                  <a:pt x="1441" y="82"/>
                </a:lnTo>
                <a:lnTo>
                  <a:pt x="1441" y="81"/>
                </a:lnTo>
                <a:lnTo>
                  <a:pt x="1440" y="81"/>
                </a:lnTo>
                <a:lnTo>
                  <a:pt x="1439" y="80"/>
                </a:lnTo>
                <a:lnTo>
                  <a:pt x="1440" y="80"/>
                </a:lnTo>
                <a:lnTo>
                  <a:pt x="1440" y="79"/>
                </a:lnTo>
                <a:lnTo>
                  <a:pt x="1439" y="79"/>
                </a:lnTo>
                <a:lnTo>
                  <a:pt x="1439" y="78"/>
                </a:lnTo>
                <a:lnTo>
                  <a:pt x="1439" y="77"/>
                </a:lnTo>
                <a:lnTo>
                  <a:pt x="1439" y="76"/>
                </a:lnTo>
                <a:lnTo>
                  <a:pt x="1440" y="75"/>
                </a:lnTo>
                <a:lnTo>
                  <a:pt x="1440" y="74"/>
                </a:lnTo>
                <a:lnTo>
                  <a:pt x="1440" y="73"/>
                </a:lnTo>
                <a:lnTo>
                  <a:pt x="1440" y="72"/>
                </a:lnTo>
                <a:lnTo>
                  <a:pt x="1441" y="71"/>
                </a:lnTo>
                <a:lnTo>
                  <a:pt x="1441" y="70"/>
                </a:lnTo>
                <a:lnTo>
                  <a:pt x="1442" y="68"/>
                </a:lnTo>
                <a:lnTo>
                  <a:pt x="1442" y="67"/>
                </a:lnTo>
                <a:lnTo>
                  <a:pt x="1442" y="66"/>
                </a:lnTo>
                <a:lnTo>
                  <a:pt x="1442" y="65"/>
                </a:lnTo>
                <a:lnTo>
                  <a:pt x="1443" y="65"/>
                </a:lnTo>
                <a:lnTo>
                  <a:pt x="1444" y="65"/>
                </a:lnTo>
                <a:lnTo>
                  <a:pt x="1445" y="65"/>
                </a:lnTo>
                <a:lnTo>
                  <a:pt x="1447" y="65"/>
                </a:lnTo>
                <a:lnTo>
                  <a:pt x="1448" y="65"/>
                </a:lnTo>
                <a:lnTo>
                  <a:pt x="1448" y="64"/>
                </a:lnTo>
                <a:lnTo>
                  <a:pt x="1449" y="64"/>
                </a:lnTo>
                <a:lnTo>
                  <a:pt x="1450" y="64"/>
                </a:lnTo>
                <a:lnTo>
                  <a:pt x="1450" y="65"/>
                </a:lnTo>
                <a:lnTo>
                  <a:pt x="1451" y="65"/>
                </a:lnTo>
                <a:lnTo>
                  <a:pt x="1451" y="64"/>
                </a:lnTo>
                <a:lnTo>
                  <a:pt x="1452" y="64"/>
                </a:lnTo>
                <a:lnTo>
                  <a:pt x="1453" y="63"/>
                </a:lnTo>
                <a:lnTo>
                  <a:pt x="1454" y="63"/>
                </a:lnTo>
                <a:lnTo>
                  <a:pt x="1455" y="63"/>
                </a:lnTo>
                <a:lnTo>
                  <a:pt x="1456" y="63"/>
                </a:lnTo>
                <a:lnTo>
                  <a:pt x="1456" y="62"/>
                </a:lnTo>
                <a:lnTo>
                  <a:pt x="1457" y="62"/>
                </a:lnTo>
                <a:lnTo>
                  <a:pt x="1458" y="62"/>
                </a:lnTo>
                <a:lnTo>
                  <a:pt x="1458" y="61"/>
                </a:lnTo>
                <a:lnTo>
                  <a:pt x="1458" y="60"/>
                </a:lnTo>
                <a:lnTo>
                  <a:pt x="1459" y="60"/>
                </a:lnTo>
                <a:lnTo>
                  <a:pt x="1459" y="59"/>
                </a:lnTo>
                <a:lnTo>
                  <a:pt x="1459" y="60"/>
                </a:lnTo>
                <a:lnTo>
                  <a:pt x="1460" y="60"/>
                </a:lnTo>
                <a:lnTo>
                  <a:pt x="1461" y="60"/>
                </a:lnTo>
                <a:lnTo>
                  <a:pt x="1461" y="61"/>
                </a:lnTo>
                <a:lnTo>
                  <a:pt x="1462" y="61"/>
                </a:lnTo>
                <a:lnTo>
                  <a:pt x="1463" y="61"/>
                </a:lnTo>
                <a:lnTo>
                  <a:pt x="1463" y="62"/>
                </a:lnTo>
                <a:lnTo>
                  <a:pt x="1464" y="62"/>
                </a:lnTo>
                <a:lnTo>
                  <a:pt x="1465" y="62"/>
                </a:lnTo>
                <a:lnTo>
                  <a:pt x="1464" y="63"/>
                </a:lnTo>
                <a:lnTo>
                  <a:pt x="1465" y="63"/>
                </a:lnTo>
                <a:lnTo>
                  <a:pt x="1466" y="63"/>
                </a:lnTo>
                <a:lnTo>
                  <a:pt x="1467" y="63"/>
                </a:lnTo>
                <a:lnTo>
                  <a:pt x="1467" y="64"/>
                </a:lnTo>
                <a:lnTo>
                  <a:pt x="1468" y="64"/>
                </a:lnTo>
                <a:lnTo>
                  <a:pt x="1469" y="64"/>
                </a:lnTo>
                <a:lnTo>
                  <a:pt x="1470" y="64"/>
                </a:lnTo>
                <a:lnTo>
                  <a:pt x="1472" y="64"/>
                </a:lnTo>
                <a:lnTo>
                  <a:pt x="1472" y="63"/>
                </a:lnTo>
                <a:lnTo>
                  <a:pt x="1472" y="62"/>
                </a:lnTo>
                <a:lnTo>
                  <a:pt x="1473" y="62"/>
                </a:lnTo>
                <a:lnTo>
                  <a:pt x="1473" y="61"/>
                </a:lnTo>
                <a:lnTo>
                  <a:pt x="1474" y="61"/>
                </a:lnTo>
                <a:lnTo>
                  <a:pt x="1474" y="60"/>
                </a:lnTo>
                <a:lnTo>
                  <a:pt x="1474" y="59"/>
                </a:lnTo>
                <a:lnTo>
                  <a:pt x="1476" y="59"/>
                </a:lnTo>
                <a:lnTo>
                  <a:pt x="1477" y="58"/>
                </a:lnTo>
                <a:lnTo>
                  <a:pt x="1477" y="57"/>
                </a:lnTo>
                <a:lnTo>
                  <a:pt x="1478" y="57"/>
                </a:lnTo>
                <a:lnTo>
                  <a:pt x="1478" y="56"/>
                </a:lnTo>
                <a:lnTo>
                  <a:pt x="1479" y="56"/>
                </a:lnTo>
                <a:lnTo>
                  <a:pt x="1480" y="56"/>
                </a:lnTo>
                <a:lnTo>
                  <a:pt x="1481" y="56"/>
                </a:lnTo>
                <a:lnTo>
                  <a:pt x="1482" y="56"/>
                </a:lnTo>
                <a:lnTo>
                  <a:pt x="1482" y="57"/>
                </a:lnTo>
                <a:lnTo>
                  <a:pt x="1485" y="57"/>
                </a:lnTo>
                <a:lnTo>
                  <a:pt x="1485" y="56"/>
                </a:lnTo>
                <a:lnTo>
                  <a:pt x="1485" y="55"/>
                </a:lnTo>
                <a:lnTo>
                  <a:pt x="1486" y="55"/>
                </a:lnTo>
                <a:lnTo>
                  <a:pt x="1486" y="54"/>
                </a:lnTo>
                <a:lnTo>
                  <a:pt x="1486" y="53"/>
                </a:lnTo>
                <a:lnTo>
                  <a:pt x="1487" y="53"/>
                </a:lnTo>
                <a:lnTo>
                  <a:pt x="1487" y="54"/>
                </a:lnTo>
                <a:lnTo>
                  <a:pt x="1488" y="54"/>
                </a:lnTo>
                <a:lnTo>
                  <a:pt x="1488" y="55"/>
                </a:lnTo>
                <a:lnTo>
                  <a:pt x="1489" y="55"/>
                </a:lnTo>
                <a:lnTo>
                  <a:pt x="1488" y="55"/>
                </a:lnTo>
                <a:lnTo>
                  <a:pt x="1488" y="56"/>
                </a:lnTo>
                <a:lnTo>
                  <a:pt x="1489" y="56"/>
                </a:lnTo>
                <a:lnTo>
                  <a:pt x="1490" y="56"/>
                </a:lnTo>
                <a:lnTo>
                  <a:pt x="1491" y="57"/>
                </a:lnTo>
                <a:lnTo>
                  <a:pt x="1492" y="58"/>
                </a:lnTo>
                <a:lnTo>
                  <a:pt x="1492" y="59"/>
                </a:lnTo>
                <a:lnTo>
                  <a:pt x="1493" y="59"/>
                </a:lnTo>
                <a:lnTo>
                  <a:pt x="1493" y="60"/>
                </a:lnTo>
                <a:lnTo>
                  <a:pt x="1494" y="60"/>
                </a:lnTo>
                <a:lnTo>
                  <a:pt x="1495" y="61"/>
                </a:lnTo>
                <a:lnTo>
                  <a:pt x="1496" y="61"/>
                </a:lnTo>
                <a:lnTo>
                  <a:pt x="1496" y="60"/>
                </a:lnTo>
                <a:lnTo>
                  <a:pt x="1497" y="61"/>
                </a:lnTo>
                <a:lnTo>
                  <a:pt x="1498" y="61"/>
                </a:lnTo>
                <a:lnTo>
                  <a:pt x="1499" y="61"/>
                </a:lnTo>
                <a:lnTo>
                  <a:pt x="1499" y="60"/>
                </a:lnTo>
                <a:lnTo>
                  <a:pt x="1498" y="60"/>
                </a:lnTo>
                <a:lnTo>
                  <a:pt x="1498" y="59"/>
                </a:lnTo>
                <a:lnTo>
                  <a:pt x="1499" y="59"/>
                </a:lnTo>
                <a:lnTo>
                  <a:pt x="1499" y="57"/>
                </a:lnTo>
                <a:lnTo>
                  <a:pt x="1500" y="57"/>
                </a:lnTo>
                <a:lnTo>
                  <a:pt x="1500" y="56"/>
                </a:lnTo>
                <a:lnTo>
                  <a:pt x="1500" y="55"/>
                </a:lnTo>
                <a:lnTo>
                  <a:pt x="1501" y="55"/>
                </a:lnTo>
                <a:lnTo>
                  <a:pt x="1501" y="56"/>
                </a:lnTo>
                <a:lnTo>
                  <a:pt x="1502" y="56"/>
                </a:lnTo>
                <a:lnTo>
                  <a:pt x="1503" y="56"/>
                </a:lnTo>
                <a:lnTo>
                  <a:pt x="1503" y="57"/>
                </a:lnTo>
                <a:lnTo>
                  <a:pt x="1504" y="57"/>
                </a:lnTo>
                <a:lnTo>
                  <a:pt x="1505" y="58"/>
                </a:lnTo>
                <a:lnTo>
                  <a:pt x="1506" y="58"/>
                </a:lnTo>
                <a:lnTo>
                  <a:pt x="1507" y="58"/>
                </a:lnTo>
                <a:lnTo>
                  <a:pt x="1508" y="59"/>
                </a:lnTo>
                <a:lnTo>
                  <a:pt x="1509" y="59"/>
                </a:lnTo>
                <a:lnTo>
                  <a:pt x="1510" y="59"/>
                </a:lnTo>
                <a:lnTo>
                  <a:pt x="1511" y="59"/>
                </a:lnTo>
                <a:lnTo>
                  <a:pt x="1512" y="58"/>
                </a:lnTo>
                <a:lnTo>
                  <a:pt x="1513" y="58"/>
                </a:lnTo>
                <a:lnTo>
                  <a:pt x="1513" y="59"/>
                </a:lnTo>
                <a:lnTo>
                  <a:pt x="1514" y="59"/>
                </a:lnTo>
                <a:lnTo>
                  <a:pt x="1514" y="60"/>
                </a:lnTo>
                <a:lnTo>
                  <a:pt x="1515" y="60"/>
                </a:lnTo>
                <a:lnTo>
                  <a:pt x="1515" y="59"/>
                </a:lnTo>
                <a:lnTo>
                  <a:pt x="1517" y="59"/>
                </a:lnTo>
                <a:lnTo>
                  <a:pt x="1518" y="59"/>
                </a:lnTo>
                <a:lnTo>
                  <a:pt x="1518" y="58"/>
                </a:lnTo>
                <a:lnTo>
                  <a:pt x="1519" y="58"/>
                </a:lnTo>
                <a:lnTo>
                  <a:pt x="1519" y="59"/>
                </a:lnTo>
                <a:lnTo>
                  <a:pt x="1520" y="59"/>
                </a:lnTo>
                <a:lnTo>
                  <a:pt x="1521" y="58"/>
                </a:lnTo>
                <a:lnTo>
                  <a:pt x="1521" y="57"/>
                </a:lnTo>
                <a:lnTo>
                  <a:pt x="1521" y="56"/>
                </a:lnTo>
                <a:lnTo>
                  <a:pt x="1522" y="56"/>
                </a:lnTo>
                <a:lnTo>
                  <a:pt x="1523" y="56"/>
                </a:lnTo>
                <a:lnTo>
                  <a:pt x="1524" y="57"/>
                </a:lnTo>
                <a:lnTo>
                  <a:pt x="1525" y="57"/>
                </a:lnTo>
                <a:lnTo>
                  <a:pt x="1526" y="57"/>
                </a:lnTo>
                <a:lnTo>
                  <a:pt x="1526" y="56"/>
                </a:lnTo>
                <a:lnTo>
                  <a:pt x="1527" y="56"/>
                </a:lnTo>
                <a:lnTo>
                  <a:pt x="1527" y="57"/>
                </a:lnTo>
                <a:lnTo>
                  <a:pt x="1528" y="57"/>
                </a:lnTo>
                <a:lnTo>
                  <a:pt x="1529" y="57"/>
                </a:lnTo>
                <a:lnTo>
                  <a:pt x="1529" y="56"/>
                </a:lnTo>
                <a:lnTo>
                  <a:pt x="1529" y="55"/>
                </a:lnTo>
                <a:lnTo>
                  <a:pt x="1530" y="55"/>
                </a:lnTo>
                <a:lnTo>
                  <a:pt x="1530" y="54"/>
                </a:lnTo>
                <a:lnTo>
                  <a:pt x="1530" y="53"/>
                </a:lnTo>
                <a:lnTo>
                  <a:pt x="1532" y="54"/>
                </a:lnTo>
                <a:lnTo>
                  <a:pt x="1533" y="54"/>
                </a:lnTo>
                <a:lnTo>
                  <a:pt x="1534" y="54"/>
                </a:lnTo>
                <a:lnTo>
                  <a:pt x="1535" y="54"/>
                </a:lnTo>
                <a:lnTo>
                  <a:pt x="1535" y="53"/>
                </a:lnTo>
                <a:lnTo>
                  <a:pt x="1535" y="52"/>
                </a:lnTo>
                <a:lnTo>
                  <a:pt x="1536" y="52"/>
                </a:lnTo>
                <a:lnTo>
                  <a:pt x="1536" y="51"/>
                </a:lnTo>
                <a:lnTo>
                  <a:pt x="1535" y="51"/>
                </a:lnTo>
                <a:lnTo>
                  <a:pt x="1535" y="50"/>
                </a:lnTo>
                <a:lnTo>
                  <a:pt x="1536" y="50"/>
                </a:lnTo>
                <a:lnTo>
                  <a:pt x="1537" y="50"/>
                </a:lnTo>
                <a:lnTo>
                  <a:pt x="1537" y="49"/>
                </a:lnTo>
                <a:lnTo>
                  <a:pt x="1538" y="49"/>
                </a:lnTo>
                <a:lnTo>
                  <a:pt x="1538" y="50"/>
                </a:lnTo>
                <a:lnTo>
                  <a:pt x="1539" y="50"/>
                </a:lnTo>
                <a:lnTo>
                  <a:pt x="1540" y="49"/>
                </a:lnTo>
                <a:lnTo>
                  <a:pt x="1541" y="49"/>
                </a:lnTo>
                <a:lnTo>
                  <a:pt x="1541" y="48"/>
                </a:lnTo>
                <a:lnTo>
                  <a:pt x="1542" y="48"/>
                </a:lnTo>
                <a:lnTo>
                  <a:pt x="1542" y="49"/>
                </a:lnTo>
                <a:lnTo>
                  <a:pt x="1543" y="49"/>
                </a:lnTo>
                <a:lnTo>
                  <a:pt x="1544" y="49"/>
                </a:lnTo>
                <a:lnTo>
                  <a:pt x="1545" y="49"/>
                </a:lnTo>
                <a:lnTo>
                  <a:pt x="1545" y="50"/>
                </a:lnTo>
                <a:lnTo>
                  <a:pt x="1546" y="50"/>
                </a:lnTo>
                <a:lnTo>
                  <a:pt x="1547" y="50"/>
                </a:lnTo>
                <a:lnTo>
                  <a:pt x="1548" y="50"/>
                </a:lnTo>
                <a:lnTo>
                  <a:pt x="1548" y="51"/>
                </a:lnTo>
                <a:lnTo>
                  <a:pt x="1549" y="51"/>
                </a:lnTo>
                <a:lnTo>
                  <a:pt x="1550" y="52"/>
                </a:lnTo>
                <a:lnTo>
                  <a:pt x="1552" y="52"/>
                </a:lnTo>
                <a:lnTo>
                  <a:pt x="1552" y="51"/>
                </a:lnTo>
                <a:lnTo>
                  <a:pt x="1553" y="51"/>
                </a:lnTo>
                <a:lnTo>
                  <a:pt x="1554" y="51"/>
                </a:lnTo>
                <a:lnTo>
                  <a:pt x="1555" y="51"/>
                </a:lnTo>
                <a:lnTo>
                  <a:pt x="1555" y="50"/>
                </a:lnTo>
                <a:lnTo>
                  <a:pt x="1555" y="51"/>
                </a:lnTo>
                <a:lnTo>
                  <a:pt x="1556" y="51"/>
                </a:lnTo>
                <a:lnTo>
                  <a:pt x="1557" y="51"/>
                </a:lnTo>
                <a:lnTo>
                  <a:pt x="1556" y="52"/>
                </a:lnTo>
                <a:lnTo>
                  <a:pt x="1557" y="53"/>
                </a:lnTo>
                <a:lnTo>
                  <a:pt x="1557" y="54"/>
                </a:lnTo>
                <a:lnTo>
                  <a:pt x="1558" y="54"/>
                </a:lnTo>
                <a:lnTo>
                  <a:pt x="1558" y="55"/>
                </a:lnTo>
                <a:lnTo>
                  <a:pt x="1557" y="55"/>
                </a:lnTo>
                <a:lnTo>
                  <a:pt x="1558" y="56"/>
                </a:lnTo>
                <a:lnTo>
                  <a:pt x="1559" y="57"/>
                </a:lnTo>
                <a:lnTo>
                  <a:pt x="1559" y="58"/>
                </a:lnTo>
                <a:lnTo>
                  <a:pt x="1560" y="59"/>
                </a:lnTo>
                <a:lnTo>
                  <a:pt x="1561" y="59"/>
                </a:lnTo>
                <a:lnTo>
                  <a:pt x="1562" y="59"/>
                </a:lnTo>
                <a:lnTo>
                  <a:pt x="1564" y="59"/>
                </a:lnTo>
                <a:lnTo>
                  <a:pt x="1565" y="59"/>
                </a:lnTo>
                <a:lnTo>
                  <a:pt x="1565" y="60"/>
                </a:lnTo>
                <a:lnTo>
                  <a:pt x="1566" y="60"/>
                </a:lnTo>
                <a:lnTo>
                  <a:pt x="1567" y="59"/>
                </a:lnTo>
                <a:lnTo>
                  <a:pt x="1567" y="58"/>
                </a:lnTo>
                <a:lnTo>
                  <a:pt x="1568" y="58"/>
                </a:lnTo>
                <a:lnTo>
                  <a:pt x="1568" y="57"/>
                </a:lnTo>
                <a:lnTo>
                  <a:pt x="1569" y="56"/>
                </a:lnTo>
                <a:lnTo>
                  <a:pt x="1570" y="56"/>
                </a:lnTo>
                <a:lnTo>
                  <a:pt x="1570" y="55"/>
                </a:lnTo>
                <a:lnTo>
                  <a:pt x="1571" y="56"/>
                </a:lnTo>
                <a:lnTo>
                  <a:pt x="1572" y="56"/>
                </a:lnTo>
                <a:lnTo>
                  <a:pt x="1573" y="56"/>
                </a:lnTo>
                <a:lnTo>
                  <a:pt x="1574" y="56"/>
                </a:lnTo>
                <a:lnTo>
                  <a:pt x="1575" y="55"/>
                </a:lnTo>
                <a:lnTo>
                  <a:pt x="1576" y="56"/>
                </a:lnTo>
                <a:lnTo>
                  <a:pt x="1578" y="56"/>
                </a:lnTo>
                <a:lnTo>
                  <a:pt x="1578" y="55"/>
                </a:lnTo>
                <a:lnTo>
                  <a:pt x="1579" y="55"/>
                </a:lnTo>
                <a:lnTo>
                  <a:pt x="1580" y="55"/>
                </a:lnTo>
                <a:lnTo>
                  <a:pt x="1581" y="55"/>
                </a:lnTo>
                <a:lnTo>
                  <a:pt x="1581" y="56"/>
                </a:lnTo>
                <a:lnTo>
                  <a:pt x="1582" y="56"/>
                </a:lnTo>
                <a:lnTo>
                  <a:pt x="1583" y="57"/>
                </a:lnTo>
                <a:lnTo>
                  <a:pt x="1583" y="56"/>
                </a:lnTo>
                <a:lnTo>
                  <a:pt x="1584" y="56"/>
                </a:lnTo>
                <a:lnTo>
                  <a:pt x="1584" y="57"/>
                </a:lnTo>
                <a:lnTo>
                  <a:pt x="1585" y="57"/>
                </a:lnTo>
                <a:lnTo>
                  <a:pt x="1585" y="58"/>
                </a:lnTo>
                <a:lnTo>
                  <a:pt x="1586" y="58"/>
                </a:lnTo>
                <a:lnTo>
                  <a:pt x="1587" y="58"/>
                </a:lnTo>
                <a:lnTo>
                  <a:pt x="1587" y="57"/>
                </a:lnTo>
                <a:lnTo>
                  <a:pt x="1587" y="56"/>
                </a:lnTo>
                <a:lnTo>
                  <a:pt x="1588" y="56"/>
                </a:lnTo>
                <a:lnTo>
                  <a:pt x="1590" y="56"/>
                </a:lnTo>
                <a:lnTo>
                  <a:pt x="1591" y="56"/>
                </a:lnTo>
                <a:lnTo>
                  <a:pt x="1591" y="55"/>
                </a:lnTo>
                <a:lnTo>
                  <a:pt x="1592" y="56"/>
                </a:lnTo>
                <a:lnTo>
                  <a:pt x="1593" y="57"/>
                </a:lnTo>
                <a:lnTo>
                  <a:pt x="1594" y="57"/>
                </a:lnTo>
                <a:lnTo>
                  <a:pt x="1595" y="57"/>
                </a:lnTo>
                <a:lnTo>
                  <a:pt x="1595" y="58"/>
                </a:lnTo>
                <a:lnTo>
                  <a:pt x="1595" y="59"/>
                </a:lnTo>
                <a:lnTo>
                  <a:pt x="1598" y="59"/>
                </a:lnTo>
                <a:lnTo>
                  <a:pt x="1598" y="60"/>
                </a:lnTo>
                <a:lnTo>
                  <a:pt x="1599" y="60"/>
                </a:lnTo>
                <a:lnTo>
                  <a:pt x="1600" y="60"/>
                </a:lnTo>
                <a:lnTo>
                  <a:pt x="1601" y="60"/>
                </a:lnTo>
                <a:lnTo>
                  <a:pt x="1602" y="60"/>
                </a:lnTo>
                <a:lnTo>
                  <a:pt x="1602" y="59"/>
                </a:lnTo>
                <a:lnTo>
                  <a:pt x="1602" y="60"/>
                </a:lnTo>
                <a:lnTo>
                  <a:pt x="1603" y="60"/>
                </a:lnTo>
                <a:lnTo>
                  <a:pt x="1604" y="59"/>
                </a:lnTo>
                <a:lnTo>
                  <a:pt x="1605" y="58"/>
                </a:lnTo>
                <a:lnTo>
                  <a:pt x="1604" y="57"/>
                </a:lnTo>
                <a:lnTo>
                  <a:pt x="1603" y="57"/>
                </a:lnTo>
                <a:lnTo>
                  <a:pt x="1603" y="56"/>
                </a:lnTo>
                <a:lnTo>
                  <a:pt x="1604" y="56"/>
                </a:lnTo>
                <a:lnTo>
                  <a:pt x="1604" y="55"/>
                </a:lnTo>
                <a:lnTo>
                  <a:pt x="1605" y="55"/>
                </a:lnTo>
                <a:lnTo>
                  <a:pt x="1606" y="55"/>
                </a:lnTo>
                <a:lnTo>
                  <a:pt x="1607" y="54"/>
                </a:lnTo>
                <a:lnTo>
                  <a:pt x="1608" y="53"/>
                </a:lnTo>
                <a:lnTo>
                  <a:pt x="1609" y="52"/>
                </a:lnTo>
                <a:lnTo>
                  <a:pt x="1610" y="52"/>
                </a:lnTo>
                <a:lnTo>
                  <a:pt x="1610" y="51"/>
                </a:lnTo>
                <a:lnTo>
                  <a:pt x="1611" y="51"/>
                </a:lnTo>
                <a:lnTo>
                  <a:pt x="1611" y="50"/>
                </a:lnTo>
                <a:lnTo>
                  <a:pt x="1612" y="50"/>
                </a:lnTo>
                <a:lnTo>
                  <a:pt x="1614" y="50"/>
                </a:lnTo>
                <a:lnTo>
                  <a:pt x="1615" y="50"/>
                </a:lnTo>
                <a:lnTo>
                  <a:pt x="1616" y="50"/>
                </a:lnTo>
                <a:lnTo>
                  <a:pt x="1616" y="51"/>
                </a:lnTo>
                <a:lnTo>
                  <a:pt x="1616" y="50"/>
                </a:lnTo>
                <a:lnTo>
                  <a:pt x="1617" y="50"/>
                </a:lnTo>
                <a:lnTo>
                  <a:pt x="1617" y="49"/>
                </a:lnTo>
                <a:lnTo>
                  <a:pt x="1618" y="49"/>
                </a:lnTo>
                <a:lnTo>
                  <a:pt x="1619" y="49"/>
                </a:lnTo>
                <a:lnTo>
                  <a:pt x="1620" y="49"/>
                </a:lnTo>
                <a:lnTo>
                  <a:pt x="1621" y="49"/>
                </a:lnTo>
                <a:lnTo>
                  <a:pt x="1621" y="50"/>
                </a:lnTo>
                <a:lnTo>
                  <a:pt x="1623" y="51"/>
                </a:lnTo>
                <a:lnTo>
                  <a:pt x="1624" y="51"/>
                </a:lnTo>
                <a:lnTo>
                  <a:pt x="1625" y="50"/>
                </a:lnTo>
                <a:lnTo>
                  <a:pt x="1626" y="50"/>
                </a:lnTo>
                <a:lnTo>
                  <a:pt x="1627" y="50"/>
                </a:lnTo>
                <a:lnTo>
                  <a:pt x="1627" y="51"/>
                </a:lnTo>
                <a:lnTo>
                  <a:pt x="1628" y="52"/>
                </a:lnTo>
                <a:lnTo>
                  <a:pt x="1629" y="52"/>
                </a:lnTo>
                <a:lnTo>
                  <a:pt x="1630" y="51"/>
                </a:lnTo>
                <a:lnTo>
                  <a:pt x="1630" y="50"/>
                </a:lnTo>
                <a:lnTo>
                  <a:pt x="1634" y="47"/>
                </a:lnTo>
                <a:lnTo>
                  <a:pt x="1635" y="47"/>
                </a:lnTo>
                <a:lnTo>
                  <a:pt x="1636" y="47"/>
                </a:lnTo>
                <a:lnTo>
                  <a:pt x="1636" y="46"/>
                </a:lnTo>
                <a:lnTo>
                  <a:pt x="1637" y="46"/>
                </a:lnTo>
                <a:lnTo>
                  <a:pt x="1637" y="45"/>
                </a:lnTo>
                <a:lnTo>
                  <a:pt x="1637" y="44"/>
                </a:lnTo>
                <a:lnTo>
                  <a:pt x="1638" y="44"/>
                </a:lnTo>
                <a:lnTo>
                  <a:pt x="1639" y="44"/>
                </a:lnTo>
                <a:lnTo>
                  <a:pt x="1640" y="43"/>
                </a:lnTo>
                <a:lnTo>
                  <a:pt x="1640" y="42"/>
                </a:lnTo>
                <a:lnTo>
                  <a:pt x="1640" y="41"/>
                </a:lnTo>
                <a:lnTo>
                  <a:pt x="1641" y="41"/>
                </a:lnTo>
                <a:lnTo>
                  <a:pt x="1642" y="41"/>
                </a:lnTo>
                <a:lnTo>
                  <a:pt x="1642" y="42"/>
                </a:lnTo>
                <a:lnTo>
                  <a:pt x="1643" y="42"/>
                </a:lnTo>
                <a:lnTo>
                  <a:pt x="1644" y="42"/>
                </a:lnTo>
                <a:lnTo>
                  <a:pt x="1646" y="43"/>
                </a:lnTo>
                <a:lnTo>
                  <a:pt x="1647" y="43"/>
                </a:lnTo>
                <a:lnTo>
                  <a:pt x="1648" y="42"/>
                </a:lnTo>
                <a:lnTo>
                  <a:pt x="1649" y="42"/>
                </a:lnTo>
                <a:lnTo>
                  <a:pt x="1650" y="42"/>
                </a:lnTo>
                <a:lnTo>
                  <a:pt x="1650" y="41"/>
                </a:lnTo>
                <a:lnTo>
                  <a:pt x="1651" y="41"/>
                </a:lnTo>
                <a:lnTo>
                  <a:pt x="1651" y="42"/>
                </a:lnTo>
                <a:lnTo>
                  <a:pt x="1652" y="43"/>
                </a:lnTo>
                <a:lnTo>
                  <a:pt x="1651" y="43"/>
                </a:lnTo>
                <a:lnTo>
                  <a:pt x="1652" y="43"/>
                </a:lnTo>
                <a:lnTo>
                  <a:pt x="1652" y="44"/>
                </a:lnTo>
                <a:lnTo>
                  <a:pt x="1653" y="44"/>
                </a:lnTo>
                <a:lnTo>
                  <a:pt x="1654" y="44"/>
                </a:lnTo>
                <a:lnTo>
                  <a:pt x="1655" y="45"/>
                </a:lnTo>
                <a:lnTo>
                  <a:pt x="1656" y="45"/>
                </a:lnTo>
                <a:lnTo>
                  <a:pt x="1656" y="46"/>
                </a:lnTo>
                <a:lnTo>
                  <a:pt x="1655" y="47"/>
                </a:lnTo>
                <a:lnTo>
                  <a:pt x="1654" y="50"/>
                </a:lnTo>
                <a:lnTo>
                  <a:pt x="1655" y="52"/>
                </a:lnTo>
                <a:lnTo>
                  <a:pt x="1655" y="54"/>
                </a:lnTo>
                <a:lnTo>
                  <a:pt x="1655" y="55"/>
                </a:lnTo>
                <a:lnTo>
                  <a:pt x="1655" y="56"/>
                </a:lnTo>
                <a:lnTo>
                  <a:pt x="1655" y="57"/>
                </a:lnTo>
                <a:lnTo>
                  <a:pt x="1656" y="57"/>
                </a:lnTo>
                <a:lnTo>
                  <a:pt x="1656" y="58"/>
                </a:lnTo>
                <a:lnTo>
                  <a:pt x="1657" y="58"/>
                </a:lnTo>
                <a:lnTo>
                  <a:pt x="1658" y="58"/>
                </a:lnTo>
                <a:lnTo>
                  <a:pt x="1659" y="58"/>
                </a:lnTo>
                <a:lnTo>
                  <a:pt x="1660" y="58"/>
                </a:lnTo>
                <a:lnTo>
                  <a:pt x="1662" y="58"/>
                </a:lnTo>
                <a:lnTo>
                  <a:pt x="1662" y="59"/>
                </a:lnTo>
                <a:lnTo>
                  <a:pt x="1662" y="60"/>
                </a:lnTo>
                <a:lnTo>
                  <a:pt x="1663" y="60"/>
                </a:lnTo>
                <a:lnTo>
                  <a:pt x="1664" y="60"/>
                </a:lnTo>
                <a:lnTo>
                  <a:pt x="1665" y="60"/>
                </a:lnTo>
                <a:lnTo>
                  <a:pt x="1666" y="60"/>
                </a:lnTo>
                <a:lnTo>
                  <a:pt x="1668" y="62"/>
                </a:lnTo>
                <a:lnTo>
                  <a:pt x="1669" y="62"/>
                </a:lnTo>
                <a:lnTo>
                  <a:pt x="1669" y="63"/>
                </a:lnTo>
                <a:lnTo>
                  <a:pt x="1670" y="63"/>
                </a:lnTo>
                <a:lnTo>
                  <a:pt x="1671" y="63"/>
                </a:lnTo>
                <a:lnTo>
                  <a:pt x="1671" y="62"/>
                </a:lnTo>
                <a:lnTo>
                  <a:pt x="1672" y="62"/>
                </a:lnTo>
                <a:lnTo>
                  <a:pt x="1673" y="62"/>
                </a:lnTo>
                <a:lnTo>
                  <a:pt x="1674" y="62"/>
                </a:lnTo>
                <a:lnTo>
                  <a:pt x="1675" y="61"/>
                </a:lnTo>
                <a:lnTo>
                  <a:pt x="1676" y="61"/>
                </a:lnTo>
                <a:lnTo>
                  <a:pt x="1676" y="60"/>
                </a:lnTo>
                <a:lnTo>
                  <a:pt x="1677" y="60"/>
                </a:lnTo>
                <a:lnTo>
                  <a:pt x="1677" y="61"/>
                </a:lnTo>
                <a:lnTo>
                  <a:pt x="1679" y="61"/>
                </a:lnTo>
                <a:lnTo>
                  <a:pt x="1679" y="60"/>
                </a:lnTo>
                <a:lnTo>
                  <a:pt x="1680" y="60"/>
                </a:lnTo>
                <a:lnTo>
                  <a:pt x="1680" y="61"/>
                </a:lnTo>
                <a:lnTo>
                  <a:pt x="1681" y="61"/>
                </a:lnTo>
                <a:lnTo>
                  <a:pt x="1682" y="61"/>
                </a:lnTo>
                <a:lnTo>
                  <a:pt x="1683" y="61"/>
                </a:lnTo>
                <a:lnTo>
                  <a:pt x="1683" y="60"/>
                </a:lnTo>
                <a:lnTo>
                  <a:pt x="1684" y="60"/>
                </a:lnTo>
                <a:lnTo>
                  <a:pt x="1684" y="59"/>
                </a:lnTo>
                <a:lnTo>
                  <a:pt x="1685" y="59"/>
                </a:lnTo>
                <a:lnTo>
                  <a:pt x="1686" y="59"/>
                </a:lnTo>
                <a:lnTo>
                  <a:pt x="1686" y="60"/>
                </a:lnTo>
                <a:lnTo>
                  <a:pt x="1687" y="60"/>
                </a:lnTo>
                <a:lnTo>
                  <a:pt x="1688" y="60"/>
                </a:lnTo>
                <a:lnTo>
                  <a:pt x="1689" y="60"/>
                </a:lnTo>
                <a:lnTo>
                  <a:pt x="1690" y="60"/>
                </a:lnTo>
                <a:lnTo>
                  <a:pt x="1692" y="60"/>
                </a:lnTo>
                <a:lnTo>
                  <a:pt x="1693" y="59"/>
                </a:lnTo>
                <a:lnTo>
                  <a:pt x="1694" y="59"/>
                </a:lnTo>
                <a:lnTo>
                  <a:pt x="1694" y="58"/>
                </a:lnTo>
                <a:lnTo>
                  <a:pt x="1695" y="58"/>
                </a:lnTo>
                <a:lnTo>
                  <a:pt x="1696" y="58"/>
                </a:lnTo>
                <a:lnTo>
                  <a:pt x="1697" y="58"/>
                </a:lnTo>
                <a:lnTo>
                  <a:pt x="1698" y="58"/>
                </a:lnTo>
                <a:lnTo>
                  <a:pt x="1699" y="59"/>
                </a:lnTo>
                <a:lnTo>
                  <a:pt x="1700" y="59"/>
                </a:lnTo>
                <a:lnTo>
                  <a:pt x="1701" y="60"/>
                </a:lnTo>
                <a:lnTo>
                  <a:pt x="1702" y="60"/>
                </a:lnTo>
                <a:lnTo>
                  <a:pt x="1703" y="60"/>
                </a:lnTo>
                <a:lnTo>
                  <a:pt x="1703" y="61"/>
                </a:lnTo>
                <a:lnTo>
                  <a:pt x="1704" y="61"/>
                </a:lnTo>
                <a:lnTo>
                  <a:pt x="1705" y="61"/>
                </a:lnTo>
                <a:lnTo>
                  <a:pt x="1705" y="62"/>
                </a:lnTo>
                <a:lnTo>
                  <a:pt x="1707" y="62"/>
                </a:lnTo>
                <a:lnTo>
                  <a:pt x="1707" y="61"/>
                </a:lnTo>
                <a:lnTo>
                  <a:pt x="1709" y="61"/>
                </a:lnTo>
                <a:lnTo>
                  <a:pt x="1710" y="60"/>
                </a:lnTo>
                <a:lnTo>
                  <a:pt x="1710" y="59"/>
                </a:lnTo>
                <a:lnTo>
                  <a:pt x="1711" y="60"/>
                </a:lnTo>
                <a:lnTo>
                  <a:pt x="1712" y="61"/>
                </a:lnTo>
                <a:lnTo>
                  <a:pt x="1713" y="61"/>
                </a:lnTo>
                <a:lnTo>
                  <a:pt x="1713" y="60"/>
                </a:lnTo>
                <a:lnTo>
                  <a:pt x="1714" y="60"/>
                </a:lnTo>
                <a:lnTo>
                  <a:pt x="1714" y="61"/>
                </a:lnTo>
                <a:lnTo>
                  <a:pt x="1715" y="61"/>
                </a:lnTo>
                <a:lnTo>
                  <a:pt x="1716" y="61"/>
                </a:lnTo>
                <a:lnTo>
                  <a:pt x="1717" y="61"/>
                </a:lnTo>
                <a:lnTo>
                  <a:pt x="1718" y="61"/>
                </a:lnTo>
                <a:lnTo>
                  <a:pt x="1720" y="61"/>
                </a:lnTo>
                <a:lnTo>
                  <a:pt x="1720" y="60"/>
                </a:lnTo>
                <a:lnTo>
                  <a:pt x="1721" y="60"/>
                </a:lnTo>
                <a:lnTo>
                  <a:pt x="1721" y="61"/>
                </a:lnTo>
                <a:lnTo>
                  <a:pt x="1722" y="61"/>
                </a:lnTo>
                <a:lnTo>
                  <a:pt x="1722" y="62"/>
                </a:lnTo>
                <a:lnTo>
                  <a:pt x="1723" y="62"/>
                </a:lnTo>
                <a:lnTo>
                  <a:pt x="1728" y="62"/>
                </a:lnTo>
                <a:lnTo>
                  <a:pt x="1729" y="61"/>
                </a:lnTo>
                <a:lnTo>
                  <a:pt x="1730" y="61"/>
                </a:lnTo>
                <a:lnTo>
                  <a:pt x="1731" y="60"/>
                </a:lnTo>
                <a:lnTo>
                  <a:pt x="1731" y="61"/>
                </a:lnTo>
                <a:lnTo>
                  <a:pt x="1732" y="61"/>
                </a:lnTo>
                <a:lnTo>
                  <a:pt x="1734" y="61"/>
                </a:lnTo>
                <a:lnTo>
                  <a:pt x="1735" y="61"/>
                </a:lnTo>
                <a:lnTo>
                  <a:pt x="1736" y="61"/>
                </a:lnTo>
                <a:lnTo>
                  <a:pt x="1737" y="61"/>
                </a:lnTo>
                <a:lnTo>
                  <a:pt x="1737" y="60"/>
                </a:lnTo>
                <a:lnTo>
                  <a:pt x="1737" y="59"/>
                </a:lnTo>
                <a:lnTo>
                  <a:pt x="1737" y="58"/>
                </a:lnTo>
                <a:lnTo>
                  <a:pt x="1738" y="58"/>
                </a:lnTo>
                <a:lnTo>
                  <a:pt x="1738" y="57"/>
                </a:lnTo>
                <a:lnTo>
                  <a:pt x="1737" y="57"/>
                </a:lnTo>
                <a:lnTo>
                  <a:pt x="1737" y="56"/>
                </a:lnTo>
                <a:lnTo>
                  <a:pt x="1738" y="56"/>
                </a:lnTo>
                <a:lnTo>
                  <a:pt x="1738" y="55"/>
                </a:lnTo>
                <a:lnTo>
                  <a:pt x="1738" y="56"/>
                </a:lnTo>
                <a:lnTo>
                  <a:pt x="1739" y="56"/>
                </a:lnTo>
                <a:lnTo>
                  <a:pt x="1740" y="56"/>
                </a:lnTo>
                <a:lnTo>
                  <a:pt x="1741" y="56"/>
                </a:lnTo>
                <a:lnTo>
                  <a:pt x="1741" y="57"/>
                </a:lnTo>
                <a:lnTo>
                  <a:pt x="1742" y="57"/>
                </a:lnTo>
                <a:lnTo>
                  <a:pt x="1742" y="56"/>
                </a:lnTo>
                <a:lnTo>
                  <a:pt x="1742" y="57"/>
                </a:lnTo>
                <a:lnTo>
                  <a:pt x="1743" y="57"/>
                </a:lnTo>
                <a:lnTo>
                  <a:pt x="1744" y="57"/>
                </a:lnTo>
                <a:lnTo>
                  <a:pt x="1745" y="57"/>
                </a:lnTo>
                <a:lnTo>
                  <a:pt x="1746" y="57"/>
                </a:lnTo>
                <a:lnTo>
                  <a:pt x="1748" y="58"/>
                </a:lnTo>
                <a:lnTo>
                  <a:pt x="1749" y="58"/>
                </a:lnTo>
                <a:lnTo>
                  <a:pt x="1751" y="58"/>
                </a:lnTo>
                <a:lnTo>
                  <a:pt x="1752" y="58"/>
                </a:lnTo>
                <a:lnTo>
                  <a:pt x="1753" y="58"/>
                </a:lnTo>
                <a:lnTo>
                  <a:pt x="1754" y="58"/>
                </a:lnTo>
                <a:lnTo>
                  <a:pt x="1755" y="58"/>
                </a:lnTo>
                <a:lnTo>
                  <a:pt x="1756" y="59"/>
                </a:lnTo>
                <a:lnTo>
                  <a:pt x="1757" y="59"/>
                </a:lnTo>
                <a:lnTo>
                  <a:pt x="1759" y="60"/>
                </a:lnTo>
                <a:lnTo>
                  <a:pt x="1760" y="60"/>
                </a:lnTo>
                <a:lnTo>
                  <a:pt x="1761" y="60"/>
                </a:lnTo>
                <a:lnTo>
                  <a:pt x="1762" y="60"/>
                </a:lnTo>
                <a:lnTo>
                  <a:pt x="1764" y="60"/>
                </a:lnTo>
                <a:lnTo>
                  <a:pt x="1764" y="61"/>
                </a:lnTo>
                <a:lnTo>
                  <a:pt x="1765" y="61"/>
                </a:lnTo>
                <a:lnTo>
                  <a:pt x="1768" y="60"/>
                </a:lnTo>
                <a:lnTo>
                  <a:pt x="1768" y="59"/>
                </a:lnTo>
                <a:lnTo>
                  <a:pt x="1769" y="59"/>
                </a:lnTo>
                <a:lnTo>
                  <a:pt x="1769" y="60"/>
                </a:lnTo>
                <a:lnTo>
                  <a:pt x="1770" y="60"/>
                </a:lnTo>
                <a:lnTo>
                  <a:pt x="1771" y="59"/>
                </a:lnTo>
                <a:lnTo>
                  <a:pt x="1771" y="58"/>
                </a:lnTo>
                <a:lnTo>
                  <a:pt x="1771" y="57"/>
                </a:lnTo>
                <a:lnTo>
                  <a:pt x="1772" y="57"/>
                </a:lnTo>
                <a:lnTo>
                  <a:pt x="1773" y="57"/>
                </a:lnTo>
                <a:lnTo>
                  <a:pt x="1773" y="56"/>
                </a:lnTo>
                <a:lnTo>
                  <a:pt x="1773" y="57"/>
                </a:lnTo>
                <a:lnTo>
                  <a:pt x="1774" y="57"/>
                </a:lnTo>
                <a:lnTo>
                  <a:pt x="1774" y="58"/>
                </a:lnTo>
                <a:lnTo>
                  <a:pt x="1775" y="58"/>
                </a:lnTo>
                <a:lnTo>
                  <a:pt x="1775" y="57"/>
                </a:lnTo>
                <a:lnTo>
                  <a:pt x="1776" y="57"/>
                </a:lnTo>
                <a:lnTo>
                  <a:pt x="1776" y="58"/>
                </a:lnTo>
                <a:lnTo>
                  <a:pt x="1776" y="59"/>
                </a:lnTo>
                <a:lnTo>
                  <a:pt x="1777" y="59"/>
                </a:lnTo>
                <a:lnTo>
                  <a:pt x="1778" y="59"/>
                </a:lnTo>
                <a:lnTo>
                  <a:pt x="1779" y="59"/>
                </a:lnTo>
                <a:lnTo>
                  <a:pt x="1779" y="58"/>
                </a:lnTo>
                <a:lnTo>
                  <a:pt x="1780" y="58"/>
                </a:lnTo>
                <a:lnTo>
                  <a:pt x="1780" y="57"/>
                </a:lnTo>
                <a:lnTo>
                  <a:pt x="1781" y="57"/>
                </a:lnTo>
                <a:lnTo>
                  <a:pt x="1782" y="56"/>
                </a:lnTo>
                <a:lnTo>
                  <a:pt x="1783" y="55"/>
                </a:lnTo>
                <a:lnTo>
                  <a:pt x="1784" y="55"/>
                </a:lnTo>
                <a:lnTo>
                  <a:pt x="1785" y="55"/>
                </a:lnTo>
                <a:lnTo>
                  <a:pt x="1786" y="55"/>
                </a:lnTo>
                <a:lnTo>
                  <a:pt x="1787" y="56"/>
                </a:lnTo>
                <a:lnTo>
                  <a:pt x="1788" y="56"/>
                </a:lnTo>
                <a:lnTo>
                  <a:pt x="1788" y="57"/>
                </a:lnTo>
                <a:lnTo>
                  <a:pt x="1789" y="57"/>
                </a:lnTo>
                <a:lnTo>
                  <a:pt x="1790" y="57"/>
                </a:lnTo>
                <a:lnTo>
                  <a:pt x="1791" y="57"/>
                </a:lnTo>
                <a:lnTo>
                  <a:pt x="1791" y="58"/>
                </a:lnTo>
                <a:lnTo>
                  <a:pt x="1792" y="58"/>
                </a:lnTo>
                <a:lnTo>
                  <a:pt x="1794" y="58"/>
                </a:lnTo>
                <a:lnTo>
                  <a:pt x="1795" y="58"/>
                </a:lnTo>
                <a:lnTo>
                  <a:pt x="1795" y="59"/>
                </a:lnTo>
                <a:lnTo>
                  <a:pt x="1796" y="59"/>
                </a:lnTo>
                <a:lnTo>
                  <a:pt x="1797" y="59"/>
                </a:lnTo>
                <a:lnTo>
                  <a:pt x="1798" y="59"/>
                </a:lnTo>
                <a:lnTo>
                  <a:pt x="1798" y="60"/>
                </a:lnTo>
                <a:lnTo>
                  <a:pt x="1799" y="60"/>
                </a:lnTo>
                <a:lnTo>
                  <a:pt x="1800" y="60"/>
                </a:lnTo>
                <a:lnTo>
                  <a:pt x="1800" y="61"/>
                </a:lnTo>
                <a:lnTo>
                  <a:pt x="1801" y="61"/>
                </a:lnTo>
                <a:lnTo>
                  <a:pt x="1802" y="61"/>
                </a:lnTo>
                <a:lnTo>
                  <a:pt x="1802" y="60"/>
                </a:lnTo>
                <a:lnTo>
                  <a:pt x="1802" y="59"/>
                </a:lnTo>
                <a:lnTo>
                  <a:pt x="1802" y="58"/>
                </a:lnTo>
                <a:lnTo>
                  <a:pt x="1802" y="57"/>
                </a:lnTo>
                <a:lnTo>
                  <a:pt x="1801" y="57"/>
                </a:lnTo>
                <a:lnTo>
                  <a:pt x="1801" y="56"/>
                </a:lnTo>
                <a:lnTo>
                  <a:pt x="1802" y="56"/>
                </a:lnTo>
                <a:lnTo>
                  <a:pt x="1803" y="56"/>
                </a:lnTo>
                <a:lnTo>
                  <a:pt x="1803" y="57"/>
                </a:lnTo>
                <a:lnTo>
                  <a:pt x="1804" y="57"/>
                </a:lnTo>
                <a:lnTo>
                  <a:pt x="1804" y="56"/>
                </a:lnTo>
                <a:lnTo>
                  <a:pt x="1805" y="56"/>
                </a:lnTo>
                <a:lnTo>
                  <a:pt x="1806" y="56"/>
                </a:lnTo>
                <a:lnTo>
                  <a:pt x="1806" y="57"/>
                </a:lnTo>
                <a:lnTo>
                  <a:pt x="1807" y="57"/>
                </a:lnTo>
                <a:close/>
              </a:path>
            </a:pathLst>
          </a:custGeom>
          <a:solidFill>
            <a:srgbClr val="D73027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852" name=""/>
          <p:cNvSpPr/>
          <p:nvPr/>
        </p:nvSpPr>
        <p:spPr>
          <a:xfrm>
            <a:off x="5722920" y="570240"/>
            <a:ext cx="1277280" cy="995400"/>
          </a:xfrm>
          <a:custGeom>
            <a:avLst/>
            <a:gdLst/>
            <a:ahLst/>
            <a:rect l="0" t="0" r="r" b="b"/>
            <a:pathLst>
              <a:path w="3548" h="2765">
                <a:moveTo>
                  <a:pt x="3548" y="1481"/>
                </a:moveTo>
                <a:lnTo>
                  <a:pt x="3545" y="1483"/>
                </a:lnTo>
                <a:lnTo>
                  <a:pt x="3544" y="1484"/>
                </a:lnTo>
                <a:lnTo>
                  <a:pt x="3543" y="1484"/>
                </a:lnTo>
                <a:lnTo>
                  <a:pt x="3543" y="1485"/>
                </a:lnTo>
                <a:lnTo>
                  <a:pt x="3541" y="1485"/>
                </a:lnTo>
                <a:lnTo>
                  <a:pt x="3540" y="1486"/>
                </a:lnTo>
                <a:lnTo>
                  <a:pt x="3539" y="1486"/>
                </a:lnTo>
                <a:lnTo>
                  <a:pt x="3538" y="1487"/>
                </a:lnTo>
                <a:lnTo>
                  <a:pt x="3537" y="1487"/>
                </a:lnTo>
                <a:lnTo>
                  <a:pt x="3536" y="1488"/>
                </a:lnTo>
                <a:lnTo>
                  <a:pt x="3535" y="1488"/>
                </a:lnTo>
                <a:lnTo>
                  <a:pt x="3534" y="1489"/>
                </a:lnTo>
                <a:lnTo>
                  <a:pt x="3533" y="1489"/>
                </a:lnTo>
                <a:lnTo>
                  <a:pt x="3532" y="1489"/>
                </a:lnTo>
                <a:lnTo>
                  <a:pt x="3532" y="1490"/>
                </a:lnTo>
                <a:lnTo>
                  <a:pt x="3531" y="1490"/>
                </a:lnTo>
                <a:lnTo>
                  <a:pt x="3530" y="1491"/>
                </a:lnTo>
                <a:lnTo>
                  <a:pt x="3529" y="1491"/>
                </a:lnTo>
                <a:lnTo>
                  <a:pt x="3527" y="1492"/>
                </a:lnTo>
                <a:lnTo>
                  <a:pt x="3526" y="1493"/>
                </a:lnTo>
                <a:lnTo>
                  <a:pt x="3523" y="1494"/>
                </a:lnTo>
                <a:lnTo>
                  <a:pt x="3522" y="1495"/>
                </a:lnTo>
                <a:lnTo>
                  <a:pt x="3517" y="1497"/>
                </a:lnTo>
                <a:lnTo>
                  <a:pt x="3516" y="1497"/>
                </a:lnTo>
                <a:lnTo>
                  <a:pt x="3515" y="1497"/>
                </a:lnTo>
                <a:lnTo>
                  <a:pt x="3514" y="1497"/>
                </a:lnTo>
                <a:lnTo>
                  <a:pt x="3514" y="1498"/>
                </a:lnTo>
                <a:lnTo>
                  <a:pt x="3513" y="1500"/>
                </a:lnTo>
                <a:lnTo>
                  <a:pt x="3509" y="1501"/>
                </a:lnTo>
                <a:lnTo>
                  <a:pt x="3508" y="1501"/>
                </a:lnTo>
                <a:lnTo>
                  <a:pt x="3505" y="1502"/>
                </a:lnTo>
                <a:lnTo>
                  <a:pt x="3504" y="1502"/>
                </a:lnTo>
                <a:lnTo>
                  <a:pt x="3504" y="1503"/>
                </a:lnTo>
                <a:lnTo>
                  <a:pt x="3500" y="1509"/>
                </a:lnTo>
                <a:lnTo>
                  <a:pt x="3499" y="1509"/>
                </a:lnTo>
                <a:lnTo>
                  <a:pt x="3498" y="1510"/>
                </a:lnTo>
                <a:lnTo>
                  <a:pt x="3497" y="1510"/>
                </a:lnTo>
                <a:lnTo>
                  <a:pt x="3496" y="1511"/>
                </a:lnTo>
                <a:lnTo>
                  <a:pt x="3493" y="1513"/>
                </a:lnTo>
                <a:lnTo>
                  <a:pt x="3492" y="1514"/>
                </a:lnTo>
                <a:lnTo>
                  <a:pt x="3491" y="1514"/>
                </a:lnTo>
                <a:lnTo>
                  <a:pt x="3489" y="1526"/>
                </a:lnTo>
                <a:lnTo>
                  <a:pt x="3487" y="1530"/>
                </a:lnTo>
                <a:lnTo>
                  <a:pt x="3485" y="1532"/>
                </a:lnTo>
                <a:lnTo>
                  <a:pt x="3483" y="1535"/>
                </a:lnTo>
                <a:lnTo>
                  <a:pt x="3486" y="1537"/>
                </a:lnTo>
                <a:lnTo>
                  <a:pt x="3495" y="1541"/>
                </a:lnTo>
                <a:lnTo>
                  <a:pt x="3491" y="1553"/>
                </a:lnTo>
                <a:lnTo>
                  <a:pt x="3490" y="1557"/>
                </a:lnTo>
                <a:lnTo>
                  <a:pt x="3490" y="1559"/>
                </a:lnTo>
                <a:lnTo>
                  <a:pt x="3508" y="1583"/>
                </a:lnTo>
                <a:lnTo>
                  <a:pt x="3502" y="1588"/>
                </a:lnTo>
                <a:lnTo>
                  <a:pt x="3497" y="1592"/>
                </a:lnTo>
                <a:lnTo>
                  <a:pt x="3492" y="1596"/>
                </a:lnTo>
                <a:lnTo>
                  <a:pt x="3500" y="1616"/>
                </a:lnTo>
                <a:lnTo>
                  <a:pt x="3498" y="1621"/>
                </a:lnTo>
                <a:lnTo>
                  <a:pt x="3499" y="1621"/>
                </a:lnTo>
                <a:lnTo>
                  <a:pt x="3499" y="1622"/>
                </a:lnTo>
                <a:lnTo>
                  <a:pt x="3499" y="1623"/>
                </a:lnTo>
                <a:lnTo>
                  <a:pt x="3498" y="1623"/>
                </a:lnTo>
                <a:lnTo>
                  <a:pt x="3498" y="1624"/>
                </a:lnTo>
                <a:lnTo>
                  <a:pt x="3497" y="1624"/>
                </a:lnTo>
                <a:lnTo>
                  <a:pt x="3497" y="1625"/>
                </a:lnTo>
                <a:lnTo>
                  <a:pt x="3497" y="1626"/>
                </a:lnTo>
                <a:lnTo>
                  <a:pt x="3496" y="1627"/>
                </a:lnTo>
                <a:lnTo>
                  <a:pt x="3496" y="1628"/>
                </a:lnTo>
                <a:lnTo>
                  <a:pt x="3495" y="1628"/>
                </a:lnTo>
                <a:lnTo>
                  <a:pt x="3495" y="1629"/>
                </a:lnTo>
                <a:lnTo>
                  <a:pt x="3495" y="1630"/>
                </a:lnTo>
                <a:lnTo>
                  <a:pt x="3494" y="1631"/>
                </a:lnTo>
                <a:lnTo>
                  <a:pt x="3493" y="1632"/>
                </a:lnTo>
                <a:lnTo>
                  <a:pt x="3492" y="1633"/>
                </a:lnTo>
                <a:lnTo>
                  <a:pt x="3490" y="1634"/>
                </a:lnTo>
                <a:lnTo>
                  <a:pt x="3489" y="1635"/>
                </a:lnTo>
                <a:lnTo>
                  <a:pt x="3488" y="1636"/>
                </a:lnTo>
                <a:lnTo>
                  <a:pt x="3487" y="1637"/>
                </a:lnTo>
                <a:lnTo>
                  <a:pt x="3486" y="1637"/>
                </a:lnTo>
                <a:lnTo>
                  <a:pt x="3485" y="1639"/>
                </a:lnTo>
                <a:lnTo>
                  <a:pt x="3485" y="1640"/>
                </a:lnTo>
                <a:lnTo>
                  <a:pt x="3484" y="1640"/>
                </a:lnTo>
                <a:lnTo>
                  <a:pt x="3482" y="1641"/>
                </a:lnTo>
                <a:lnTo>
                  <a:pt x="3481" y="1642"/>
                </a:lnTo>
                <a:lnTo>
                  <a:pt x="3480" y="1643"/>
                </a:lnTo>
                <a:lnTo>
                  <a:pt x="3479" y="1643"/>
                </a:lnTo>
                <a:lnTo>
                  <a:pt x="3478" y="1644"/>
                </a:lnTo>
                <a:lnTo>
                  <a:pt x="3477" y="1644"/>
                </a:lnTo>
                <a:lnTo>
                  <a:pt x="3476" y="1645"/>
                </a:lnTo>
                <a:lnTo>
                  <a:pt x="3475" y="1645"/>
                </a:lnTo>
                <a:lnTo>
                  <a:pt x="3473" y="1645"/>
                </a:lnTo>
                <a:lnTo>
                  <a:pt x="3470" y="1647"/>
                </a:lnTo>
                <a:lnTo>
                  <a:pt x="3469" y="1648"/>
                </a:lnTo>
                <a:lnTo>
                  <a:pt x="3468" y="1648"/>
                </a:lnTo>
                <a:lnTo>
                  <a:pt x="3466" y="1649"/>
                </a:lnTo>
                <a:lnTo>
                  <a:pt x="3462" y="1650"/>
                </a:lnTo>
                <a:lnTo>
                  <a:pt x="3460" y="1651"/>
                </a:lnTo>
                <a:lnTo>
                  <a:pt x="3458" y="1651"/>
                </a:lnTo>
                <a:lnTo>
                  <a:pt x="3456" y="1652"/>
                </a:lnTo>
                <a:lnTo>
                  <a:pt x="3456" y="1653"/>
                </a:lnTo>
                <a:lnTo>
                  <a:pt x="3455" y="1653"/>
                </a:lnTo>
                <a:lnTo>
                  <a:pt x="3454" y="1654"/>
                </a:lnTo>
                <a:lnTo>
                  <a:pt x="3453" y="1655"/>
                </a:lnTo>
                <a:lnTo>
                  <a:pt x="3450" y="1655"/>
                </a:lnTo>
                <a:lnTo>
                  <a:pt x="3448" y="1654"/>
                </a:lnTo>
                <a:lnTo>
                  <a:pt x="3446" y="1654"/>
                </a:lnTo>
                <a:lnTo>
                  <a:pt x="3445" y="1654"/>
                </a:lnTo>
                <a:lnTo>
                  <a:pt x="3443" y="1655"/>
                </a:lnTo>
                <a:lnTo>
                  <a:pt x="3440" y="1656"/>
                </a:lnTo>
                <a:lnTo>
                  <a:pt x="3439" y="1656"/>
                </a:lnTo>
                <a:lnTo>
                  <a:pt x="3437" y="1656"/>
                </a:lnTo>
                <a:lnTo>
                  <a:pt x="3433" y="1656"/>
                </a:lnTo>
                <a:lnTo>
                  <a:pt x="3432" y="1656"/>
                </a:lnTo>
                <a:lnTo>
                  <a:pt x="3431" y="1656"/>
                </a:lnTo>
                <a:lnTo>
                  <a:pt x="3430" y="1656"/>
                </a:lnTo>
                <a:lnTo>
                  <a:pt x="3429" y="1657"/>
                </a:lnTo>
                <a:lnTo>
                  <a:pt x="3426" y="1656"/>
                </a:lnTo>
                <a:lnTo>
                  <a:pt x="3425" y="1656"/>
                </a:lnTo>
                <a:lnTo>
                  <a:pt x="3422" y="1657"/>
                </a:lnTo>
                <a:lnTo>
                  <a:pt x="3421" y="1658"/>
                </a:lnTo>
                <a:lnTo>
                  <a:pt x="3420" y="1658"/>
                </a:lnTo>
                <a:lnTo>
                  <a:pt x="3419" y="1659"/>
                </a:lnTo>
                <a:lnTo>
                  <a:pt x="3418" y="1659"/>
                </a:lnTo>
                <a:lnTo>
                  <a:pt x="3417" y="1660"/>
                </a:lnTo>
                <a:lnTo>
                  <a:pt x="3416" y="1660"/>
                </a:lnTo>
                <a:lnTo>
                  <a:pt x="3415" y="1661"/>
                </a:lnTo>
                <a:lnTo>
                  <a:pt x="3414" y="1661"/>
                </a:lnTo>
                <a:lnTo>
                  <a:pt x="3413" y="1661"/>
                </a:lnTo>
                <a:lnTo>
                  <a:pt x="3411" y="1661"/>
                </a:lnTo>
                <a:lnTo>
                  <a:pt x="3410" y="1662"/>
                </a:lnTo>
                <a:lnTo>
                  <a:pt x="3409" y="1662"/>
                </a:lnTo>
                <a:lnTo>
                  <a:pt x="3409" y="1663"/>
                </a:lnTo>
                <a:lnTo>
                  <a:pt x="3408" y="1664"/>
                </a:lnTo>
                <a:lnTo>
                  <a:pt x="3407" y="1664"/>
                </a:lnTo>
                <a:lnTo>
                  <a:pt x="3406" y="1665"/>
                </a:lnTo>
                <a:lnTo>
                  <a:pt x="3404" y="1665"/>
                </a:lnTo>
                <a:lnTo>
                  <a:pt x="3403" y="1666"/>
                </a:lnTo>
                <a:lnTo>
                  <a:pt x="3401" y="1668"/>
                </a:lnTo>
                <a:lnTo>
                  <a:pt x="3400" y="1669"/>
                </a:lnTo>
                <a:lnTo>
                  <a:pt x="3399" y="1669"/>
                </a:lnTo>
                <a:lnTo>
                  <a:pt x="3398" y="1670"/>
                </a:lnTo>
                <a:lnTo>
                  <a:pt x="3395" y="1671"/>
                </a:lnTo>
                <a:lnTo>
                  <a:pt x="3393" y="1673"/>
                </a:lnTo>
                <a:lnTo>
                  <a:pt x="3389" y="1676"/>
                </a:lnTo>
                <a:lnTo>
                  <a:pt x="3388" y="1676"/>
                </a:lnTo>
                <a:lnTo>
                  <a:pt x="3385" y="1678"/>
                </a:lnTo>
                <a:lnTo>
                  <a:pt x="3382" y="1679"/>
                </a:lnTo>
                <a:lnTo>
                  <a:pt x="3381" y="1680"/>
                </a:lnTo>
                <a:lnTo>
                  <a:pt x="3379" y="1682"/>
                </a:lnTo>
                <a:lnTo>
                  <a:pt x="3377" y="1683"/>
                </a:lnTo>
                <a:lnTo>
                  <a:pt x="3376" y="1684"/>
                </a:lnTo>
                <a:lnTo>
                  <a:pt x="3373" y="1687"/>
                </a:lnTo>
                <a:lnTo>
                  <a:pt x="3372" y="1688"/>
                </a:lnTo>
                <a:lnTo>
                  <a:pt x="3371" y="1690"/>
                </a:lnTo>
                <a:lnTo>
                  <a:pt x="3371" y="1691"/>
                </a:lnTo>
                <a:lnTo>
                  <a:pt x="3370" y="1691"/>
                </a:lnTo>
                <a:lnTo>
                  <a:pt x="3370" y="1692"/>
                </a:lnTo>
                <a:lnTo>
                  <a:pt x="3370" y="1693"/>
                </a:lnTo>
                <a:lnTo>
                  <a:pt x="3370" y="1694"/>
                </a:lnTo>
                <a:lnTo>
                  <a:pt x="3369" y="1695"/>
                </a:lnTo>
                <a:lnTo>
                  <a:pt x="3368" y="1696"/>
                </a:lnTo>
                <a:lnTo>
                  <a:pt x="3367" y="1698"/>
                </a:lnTo>
                <a:lnTo>
                  <a:pt x="3367" y="1699"/>
                </a:lnTo>
                <a:lnTo>
                  <a:pt x="3367" y="1700"/>
                </a:lnTo>
                <a:lnTo>
                  <a:pt x="3367" y="1701"/>
                </a:lnTo>
                <a:lnTo>
                  <a:pt x="3366" y="1703"/>
                </a:lnTo>
                <a:lnTo>
                  <a:pt x="3365" y="1704"/>
                </a:lnTo>
                <a:lnTo>
                  <a:pt x="3364" y="1705"/>
                </a:lnTo>
                <a:lnTo>
                  <a:pt x="3362" y="1703"/>
                </a:lnTo>
                <a:lnTo>
                  <a:pt x="3358" y="1696"/>
                </a:lnTo>
                <a:lnTo>
                  <a:pt x="3357" y="1695"/>
                </a:lnTo>
                <a:lnTo>
                  <a:pt x="3355" y="1688"/>
                </a:lnTo>
                <a:lnTo>
                  <a:pt x="3355" y="1687"/>
                </a:lnTo>
                <a:lnTo>
                  <a:pt x="3355" y="1686"/>
                </a:lnTo>
                <a:lnTo>
                  <a:pt x="3355" y="1685"/>
                </a:lnTo>
                <a:lnTo>
                  <a:pt x="3354" y="1684"/>
                </a:lnTo>
                <a:lnTo>
                  <a:pt x="3354" y="1683"/>
                </a:lnTo>
                <a:lnTo>
                  <a:pt x="3353" y="1683"/>
                </a:lnTo>
                <a:lnTo>
                  <a:pt x="3353" y="1682"/>
                </a:lnTo>
                <a:lnTo>
                  <a:pt x="3353" y="1681"/>
                </a:lnTo>
                <a:lnTo>
                  <a:pt x="3353" y="1680"/>
                </a:lnTo>
                <a:lnTo>
                  <a:pt x="3351" y="1677"/>
                </a:lnTo>
                <a:lnTo>
                  <a:pt x="3351" y="1676"/>
                </a:lnTo>
                <a:lnTo>
                  <a:pt x="3351" y="1675"/>
                </a:lnTo>
                <a:lnTo>
                  <a:pt x="3352" y="1674"/>
                </a:lnTo>
                <a:lnTo>
                  <a:pt x="3352" y="1673"/>
                </a:lnTo>
                <a:lnTo>
                  <a:pt x="3352" y="1672"/>
                </a:lnTo>
                <a:lnTo>
                  <a:pt x="3352" y="1671"/>
                </a:lnTo>
                <a:lnTo>
                  <a:pt x="3350" y="1670"/>
                </a:lnTo>
                <a:lnTo>
                  <a:pt x="3348" y="1669"/>
                </a:lnTo>
                <a:lnTo>
                  <a:pt x="3347" y="1666"/>
                </a:lnTo>
                <a:lnTo>
                  <a:pt x="3346" y="1665"/>
                </a:lnTo>
                <a:lnTo>
                  <a:pt x="3345" y="1663"/>
                </a:lnTo>
                <a:lnTo>
                  <a:pt x="3344" y="1662"/>
                </a:lnTo>
                <a:lnTo>
                  <a:pt x="3344" y="1660"/>
                </a:lnTo>
                <a:lnTo>
                  <a:pt x="3340" y="1660"/>
                </a:lnTo>
                <a:lnTo>
                  <a:pt x="3324" y="1668"/>
                </a:lnTo>
                <a:lnTo>
                  <a:pt x="3318" y="1668"/>
                </a:lnTo>
                <a:lnTo>
                  <a:pt x="3301" y="1677"/>
                </a:lnTo>
                <a:lnTo>
                  <a:pt x="3294" y="1684"/>
                </a:lnTo>
                <a:lnTo>
                  <a:pt x="3292" y="1687"/>
                </a:lnTo>
                <a:lnTo>
                  <a:pt x="3286" y="1696"/>
                </a:lnTo>
                <a:lnTo>
                  <a:pt x="3281" y="1702"/>
                </a:lnTo>
                <a:lnTo>
                  <a:pt x="3274" y="1703"/>
                </a:lnTo>
                <a:lnTo>
                  <a:pt x="3248" y="1706"/>
                </a:lnTo>
                <a:lnTo>
                  <a:pt x="3206" y="1737"/>
                </a:lnTo>
                <a:lnTo>
                  <a:pt x="3190" y="1749"/>
                </a:lnTo>
                <a:lnTo>
                  <a:pt x="3160" y="1778"/>
                </a:lnTo>
                <a:lnTo>
                  <a:pt x="3158" y="1780"/>
                </a:lnTo>
                <a:lnTo>
                  <a:pt x="3142" y="1803"/>
                </a:lnTo>
                <a:lnTo>
                  <a:pt x="3124" y="1823"/>
                </a:lnTo>
                <a:lnTo>
                  <a:pt x="3124" y="1840"/>
                </a:lnTo>
                <a:lnTo>
                  <a:pt x="3112" y="1865"/>
                </a:lnTo>
                <a:lnTo>
                  <a:pt x="3112" y="1866"/>
                </a:lnTo>
                <a:lnTo>
                  <a:pt x="3073" y="1865"/>
                </a:lnTo>
                <a:lnTo>
                  <a:pt x="3072" y="1865"/>
                </a:lnTo>
                <a:lnTo>
                  <a:pt x="3047" y="1867"/>
                </a:lnTo>
                <a:lnTo>
                  <a:pt x="2995" y="1869"/>
                </a:lnTo>
                <a:lnTo>
                  <a:pt x="2983" y="1870"/>
                </a:lnTo>
                <a:lnTo>
                  <a:pt x="2983" y="1873"/>
                </a:lnTo>
                <a:lnTo>
                  <a:pt x="2978" y="1902"/>
                </a:lnTo>
                <a:lnTo>
                  <a:pt x="2977" y="1907"/>
                </a:lnTo>
                <a:lnTo>
                  <a:pt x="2973" y="1924"/>
                </a:lnTo>
                <a:lnTo>
                  <a:pt x="2966" y="1934"/>
                </a:lnTo>
                <a:lnTo>
                  <a:pt x="2959" y="1945"/>
                </a:lnTo>
                <a:lnTo>
                  <a:pt x="2952" y="1954"/>
                </a:lnTo>
                <a:lnTo>
                  <a:pt x="2945" y="1985"/>
                </a:lnTo>
                <a:lnTo>
                  <a:pt x="2939" y="2004"/>
                </a:lnTo>
                <a:lnTo>
                  <a:pt x="2939" y="2005"/>
                </a:lnTo>
                <a:lnTo>
                  <a:pt x="2937" y="2012"/>
                </a:lnTo>
                <a:lnTo>
                  <a:pt x="2935" y="2019"/>
                </a:lnTo>
                <a:lnTo>
                  <a:pt x="2934" y="2023"/>
                </a:lnTo>
                <a:lnTo>
                  <a:pt x="2927" y="2042"/>
                </a:lnTo>
                <a:lnTo>
                  <a:pt x="2924" y="2052"/>
                </a:lnTo>
                <a:lnTo>
                  <a:pt x="2923" y="2054"/>
                </a:lnTo>
                <a:lnTo>
                  <a:pt x="2912" y="2083"/>
                </a:lnTo>
                <a:lnTo>
                  <a:pt x="2910" y="2085"/>
                </a:lnTo>
                <a:lnTo>
                  <a:pt x="2891" y="2110"/>
                </a:lnTo>
                <a:lnTo>
                  <a:pt x="2890" y="2111"/>
                </a:lnTo>
                <a:lnTo>
                  <a:pt x="2879" y="2119"/>
                </a:lnTo>
                <a:lnTo>
                  <a:pt x="2867" y="2128"/>
                </a:lnTo>
                <a:lnTo>
                  <a:pt x="2867" y="2129"/>
                </a:lnTo>
                <a:lnTo>
                  <a:pt x="2865" y="2130"/>
                </a:lnTo>
                <a:lnTo>
                  <a:pt x="2864" y="2130"/>
                </a:lnTo>
                <a:lnTo>
                  <a:pt x="2862" y="2132"/>
                </a:lnTo>
                <a:lnTo>
                  <a:pt x="2861" y="2132"/>
                </a:lnTo>
                <a:lnTo>
                  <a:pt x="2859" y="2133"/>
                </a:lnTo>
                <a:lnTo>
                  <a:pt x="2858" y="2134"/>
                </a:lnTo>
                <a:lnTo>
                  <a:pt x="2859" y="2137"/>
                </a:lnTo>
                <a:lnTo>
                  <a:pt x="2859" y="2141"/>
                </a:lnTo>
                <a:lnTo>
                  <a:pt x="2857" y="2143"/>
                </a:lnTo>
                <a:lnTo>
                  <a:pt x="2857" y="2145"/>
                </a:lnTo>
                <a:lnTo>
                  <a:pt x="2857" y="2146"/>
                </a:lnTo>
                <a:lnTo>
                  <a:pt x="2857" y="2150"/>
                </a:lnTo>
                <a:lnTo>
                  <a:pt x="2857" y="2151"/>
                </a:lnTo>
                <a:lnTo>
                  <a:pt x="2857" y="2152"/>
                </a:lnTo>
                <a:lnTo>
                  <a:pt x="2857" y="2153"/>
                </a:lnTo>
                <a:lnTo>
                  <a:pt x="2857" y="2154"/>
                </a:lnTo>
                <a:lnTo>
                  <a:pt x="2858" y="2156"/>
                </a:lnTo>
                <a:lnTo>
                  <a:pt x="2858" y="2157"/>
                </a:lnTo>
                <a:lnTo>
                  <a:pt x="2857" y="2158"/>
                </a:lnTo>
                <a:lnTo>
                  <a:pt x="2858" y="2158"/>
                </a:lnTo>
                <a:lnTo>
                  <a:pt x="2858" y="2159"/>
                </a:lnTo>
                <a:lnTo>
                  <a:pt x="2858" y="2160"/>
                </a:lnTo>
                <a:lnTo>
                  <a:pt x="2858" y="2161"/>
                </a:lnTo>
                <a:lnTo>
                  <a:pt x="2858" y="2162"/>
                </a:lnTo>
                <a:lnTo>
                  <a:pt x="2859" y="2162"/>
                </a:lnTo>
                <a:lnTo>
                  <a:pt x="2859" y="2163"/>
                </a:lnTo>
                <a:lnTo>
                  <a:pt x="2859" y="2164"/>
                </a:lnTo>
                <a:lnTo>
                  <a:pt x="2858" y="2164"/>
                </a:lnTo>
                <a:lnTo>
                  <a:pt x="2857" y="2164"/>
                </a:lnTo>
                <a:lnTo>
                  <a:pt x="2856" y="2165"/>
                </a:lnTo>
                <a:lnTo>
                  <a:pt x="2856" y="2166"/>
                </a:lnTo>
                <a:lnTo>
                  <a:pt x="2856" y="2167"/>
                </a:lnTo>
                <a:lnTo>
                  <a:pt x="2856" y="2168"/>
                </a:lnTo>
                <a:lnTo>
                  <a:pt x="2856" y="2169"/>
                </a:lnTo>
                <a:lnTo>
                  <a:pt x="2856" y="2170"/>
                </a:lnTo>
                <a:lnTo>
                  <a:pt x="2857" y="2170"/>
                </a:lnTo>
                <a:lnTo>
                  <a:pt x="2858" y="2171"/>
                </a:lnTo>
                <a:lnTo>
                  <a:pt x="2859" y="2171"/>
                </a:lnTo>
                <a:lnTo>
                  <a:pt x="2859" y="2172"/>
                </a:lnTo>
                <a:lnTo>
                  <a:pt x="2860" y="2172"/>
                </a:lnTo>
                <a:lnTo>
                  <a:pt x="2860" y="2171"/>
                </a:lnTo>
                <a:lnTo>
                  <a:pt x="2861" y="2171"/>
                </a:lnTo>
                <a:lnTo>
                  <a:pt x="2862" y="2171"/>
                </a:lnTo>
                <a:lnTo>
                  <a:pt x="2862" y="2173"/>
                </a:lnTo>
                <a:lnTo>
                  <a:pt x="2862" y="2174"/>
                </a:lnTo>
                <a:lnTo>
                  <a:pt x="2863" y="2174"/>
                </a:lnTo>
                <a:lnTo>
                  <a:pt x="2863" y="2175"/>
                </a:lnTo>
                <a:lnTo>
                  <a:pt x="2864" y="2176"/>
                </a:lnTo>
                <a:lnTo>
                  <a:pt x="2863" y="2176"/>
                </a:lnTo>
                <a:lnTo>
                  <a:pt x="2863" y="2177"/>
                </a:lnTo>
                <a:lnTo>
                  <a:pt x="2864" y="2178"/>
                </a:lnTo>
                <a:lnTo>
                  <a:pt x="2864" y="2179"/>
                </a:lnTo>
                <a:lnTo>
                  <a:pt x="2864" y="2180"/>
                </a:lnTo>
                <a:lnTo>
                  <a:pt x="2865" y="2181"/>
                </a:lnTo>
                <a:lnTo>
                  <a:pt x="2865" y="2182"/>
                </a:lnTo>
                <a:lnTo>
                  <a:pt x="2864" y="2182"/>
                </a:lnTo>
                <a:lnTo>
                  <a:pt x="2864" y="2181"/>
                </a:lnTo>
                <a:lnTo>
                  <a:pt x="2862" y="2181"/>
                </a:lnTo>
                <a:lnTo>
                  <a:pt x="2862" y="2182"/>
                </a:lnTo>
                <a:lnTo>
                  <a:pt x="2861" y="2182"/>
                </a:lnTo>
                <a:lnTo>
                  <a:pt x="2859" y="2183"/>
                </a:lnTo>
                <a:lnTo>
                  <a:pt x="2859" y="2184"/>
                </a:lnTo>
                <a:lnTo>
                  <a:pt x="2858" y="2184"/>
                </a:lnTo>
                <a:lnTo>
                  <a:pt x="2857" y="2184"/>
                </a:lnTo>
                <a:lnTo>
                  <a:pt x="2857" y="2183"/>
                </a:lnTo>
                <a:lnTo>
                  <a:pt x="2856" y="2183"/>
                </a:lnTo>
                <a:lnTo>
                  <a:pt x="2855" y="2183"/>
                </a:lnTo>
                <a:lnTo>
                  <a:pt x="2854" y="2183"/>
                </a:lnTo>
                <a:lnTo>
                  <a:pt x="2853" y="2183"/>
                </a:lnTo>
                <a:lnTo>
                  <a:pt x="2852" y="2183"/>
                </a:lnTo>
                <a:lnTo>
                  <a:pt x="2851" y="2182"/>
                </a:lnTo>
                <a:lnTo>
                  <a:pt x="2850" y="2182"/>
                </a:lnTo>
                <a:lnTo>
                  <a:pt x="2849" y="2182"/>
                </a:lnTo>
                <a:lnTo>
                  <a:pt x="2848" y="2181"/>
                </a:lnTo>
                <a:lnTo>
                  <a:pt x="2846" y="2181"/>
                </a:lnTo>
                <a:lnTo>
                  <a:pt x="2844" y="2181"/>
                </a:lnTo>
                <a:lnTo>
                  <a:pt x="2843" y="2181"/>
                </a:lnTo>
                <a:lnTo>
                  <a:pt x="2842" y="2181"/>
                </a:lnTo>
                <a:lnTo>
                  <a:pt x="2839" y="2181"/>
                </a:lnTo>
                <a:lnTo>
                  <a:pt x="2839" y="2182"/>
                </a:lnTo>
                <a:lnTo>
                  <a:pt x="2838" y="2182"/>
                </a:lnTo>
                <a:lnTo>
                  <a:pt x="2838" y="2181"/>
                </a:lnTo>
                <a:lnTo>
                  <a:pt x="2837" y="2181"/>
                </a:lnTo>
                <a:lnTo>
                  <a:pt x="2837" y="2182"/>
                </a:lnTo>
                <a:lnTo>
                  <a:pt x="2836" y="2182"/>
                </a:lnTo>
                <a:lnTo>
                  <a:pt x="2834" y="2182"/>
                </a:lnTo>
                <a:lnTo>
                  <a:pt x="2833" y="2182"/>
                </a:lnTo>
                <a:lnTo>
                  <a:pt x="2832" y="2183"/>
                </a:lnTo>
                <a:lnTo>
                  <a:pt x="2831" y="2184"/>
                </a:lnTo>
                <a:lnTo>
                  <a:pt x="2831" y="2183"/>
                </a:lnTo>
                <a:lnTo>
                  <a:pt x="2829" y="2183"/>
                </a:lnTo>
                <a:lnTo>
                  <a:pt x="2828" y="2184"/>
                </a:lnTo>
                <a:lnTo>
                  <a:pt x="2827" y="2185"/>
                </a:lnTo>
                <a:lnTo>
                  <a:pt x="2826" y="2186"/>
                </a:lnTo>
                <a:lnTo>
                  <a:pt x="2825" y="2187"/>
                </a:lnTo>
                <a:lnTo>
                  <a:pt x="2825" y="2188"/>
                </a:lnTo>
                <a:lnTo>
                  <a:pt x="2825" y="2187"/>
                </a:lnTo>
                <a:lnTo>
                  <a:pt x="2824" y="2187"/>
                </a:lnTo>
                <a:lnTo>
                  <a:pt x="2824" y="2186"/>
                </a:lnTo>
                <a:lnTo>
                  <a:pt x="2822" y="2186"/>
                </a:lnTo>
                <a:lnTo>
                  <a:pt x="2822" y="2187"/>
                </a:lnTo>
                <a:lnTo>
                  <a:pt x="2820" y="2186"/>
                </a:lnTo>
                <a:lnTo>
                  <a:pt x="2819" y="2187"/>
                </a:lnTo>
                <a:lnTo>
                  <a:pt x="2819" y="2186"/>
                </a:lnTo>
                <a:lnTo>
                  <a:pt x="2818" y="2186"/>
                </a:lnTo>
                <a:lnTo>
                  <a:pt x="2817" y="2186"/>
                </a:lnTo>
                <a:lnTo>
                  <a:pt x="2816" y="2186"/>
                </a:lnTo>
                <a:lnTo>
                  <a:pt x="2815" y="2185"/>
                </a:lnTo>
                <a:lnTo>
                  <a:pt x="2814" y="2186"/>
                </a:lnTo>
                <a:lnTo>
                  <a:pt x="2812" y="2187"/>
                </a:lnTo>
                <a:lnTo>
                  <a:pt x="2811" y="2187"/>
                </a:lnTo>
                <a:lnTo>
                  <a:pt x="2809" y="2186"/>
                </a:lnTo>
                <a:lnTo>
                  <a:pt x="2808" y="2187"/>
                </a:lnTo>
                <a:lnTo>
                  <a:pt x="2807" y="2187"/>
                </a:lnTo>
                <a:lnTo>
                  <a:pt x="2806" y="2187"/>
                </a:lnTo>
                <a:lnTo>
                  <a:pt x="2805" y="2187"/>
                </a:lnTo>
                <a:lnTo>
                  <a:pt x="2804" y="2187"/>
                </a:lnTo>
                <a:lnTo>
                  <a:pt x="2803" y="2187"/>
                </a:lnTo>
                <a:lnTo>
                  <a:pt x="2802" y="2187"/>
                </a:lnTo>
                <a:lnTo>
                  <a:pt x="2802" y="2188"/>
                </a:lnTo>
                <a:lnTo>
                  <a:pt x="2801" y="2188"/>
                </a:lnTo>
                <a:lnTo>
                  <a:pt x="2800" y="2188"/>
                </a:lnTo>
                <a:lnTo>
                  <a:pt x="2799" y="2188"/>
                </a:lnTo>
                <a:lnTo>
                  <a:pt x="2798" y="2188"/>
                </a:lnTo>
                <a:lnTo>
                  <a:pt x="2797" y="2189"/>
                </a:lnTo>
                <a:lnTo>
                  <a:pt x="2797" y="2188"/>
                </a:lnTo>
                <a:lnTo>
                  <a:pt x="2796" y="2188"/>
                </a:lnTo>
                <a:lnTo>
                  <a:pt x="2795" y="2189"/>
                </a:lnTo>
                <a:lnTo>
                  <a:pt x="2794" y="2189"/>
                </a:lnTo>
                <a:lnTo>
                  <a:pt x="2793" y="2189"/>
                </a:lnTo>
                <a:lnTo>
                  <a:pt x="2792" y="2189"/>
                </a:lnTo>
                <a:lnTo>
                  <a:pt x="2792" y="2190"/>
                </a:lnTo>
                <a:lnTo>
                  <a:pt x="2791" y="2190"/>
                </a:lnTo>
                <a:lnTo>
                  <a:pt x="2791" y="2191"/>
                </a:lnTo>
                <a:lnTo>
                  <a:pt x="2790" y="2190"/>
                </a:lnTo>
                <a:lnTo>
                  <a:pt x="2790" y="2191"/>
                </a:lnTo>
                <a:lnTo>
                  <a:pt x="2789" y="2191"/>
                </a:lnTo>
                <a:lnTo>
                  <a:pt x="2788" y="2191"/>
                </a:lnTo>
                <a:lnTo>
                  <a:pt x="2787" y="2191"/>
                </a:lnTo>
                <a:lnTo>
                  <a:pt x="2787" y="2192"/>
                </a:lnTo>
                <a:lnTo>
                  <a:pt x="2786" y="2192"/>
                </a:lnTo>
                <a:lnTo>
                  <a:pt x="2785" y="2192"/>
                </a:lnTo>
                <a:lnTo>
                  <a:pt x="2785" y="2193"/>
                </a:lnTo>
                <a:lnTo>
                  <a:pt x="2783" y="2193"/>
                </a:lnTo>
                <a:lnTo>
                  <a:pt x="2782" y="2194"/>
                </a:lnTo>
                <a:lnTo>
                  <a:pt x="2781" y="2194"/>
                </a:lnTo>
                <a:lnTo>
                  <a:pt x="2780" y="2194"/>
                </a:lnTo>
                <a:lnTo>
                  <a:pt x="2778" y="2194"/>
                </a:lnTo>
                <a:lnTo>
                  <a:pt x="2778" y="2195"/>
                </a:lnTo>
                <a:lnTo>
                  <a:pt x="2777" y="2197"/>
                </a:lnTo>
                <a:lnTo>
                  <a:pt x="2777" y="2198"/>
                </a:lnTo>
                <a:lnTo>
                  <a:pt x="2776" y="2198"/>
                </a:lnTo>
                <a:lnTo>
                  <a:pt x="2775" y="2198"/>
                </a:lnTo>
                <a:lnTo>
                  <a:pt x="2774" y="2198"/>
                </a:lnTo>
                <a:lnTo>
                  <a:pt x="2773" y="2198"/>
                </a:lnTo>
                <a:lnTo>
                  <a:pt x="2772" y="2198"/>
                </a:lnTo>
                <a:lnTo>
                  <a:pt x="2771" y="2198"/>
                </a:lnTo>
                <a:lnTo>
                  <a:pt x="2769" y="2198"/>
                </a:lnTo>
                <a:lnTo>
                  <a:pt x="2769" y="2197"/>
                </a:lnTo>
                <a:lnTo>
                  <a:pt x="2768" y="2197"/>
                </a:lnTo>
                <a:lnTo>
                  <a:pt x="2768" y="2198"/>
                </a:lnTo>
                <a:lnTo>
                  <a:pt x="2767" y="2198"/>
                </a:lnTo>
                <a:lnTo>
                  <a:pt x="2766" y="2198"/>
                </a:lnTo>
                <a:lnTo>
                  <a:pt x="2765" y="2198"/>
                </a:lnTo>
                <a:lnTo>
                  <a:pt x="2764" y="2198"/>
                </a:lnTo>
                <a:lnTo>
                  <a:pt x="2764" y="2199"/>
                </a:lnTo>
                <a:lnTo>
                  <a:pt x="2763" y="2199"/>
                </a:lnTo>
                <a:lnTo>
                  <a:pt x="2762" y="2199"/>
                </a:lnTo>
                <a:lnTo>
                  <a:pt x="2761" y="2199"/>
                </a:lnTo>
                <a:lnTo>
                  <a:pt x="2760" y="2199"/>
                </a:lnTo>
                <a:lnTo>
                  <a:pt x="2759" y="2198"/>
                </a:lnTo>
                <a:lnTo>
                  <a:pt x="2757" y="2198"/>
                </a:lnTo>
                <a:lnTo>
                  <a:pt x="2757" y="2197"/>
                </a:lnTo>
                <a:lnTo>
                  <a:pt x="2755" y="2198"/>
                </a:lnTo>
                <a:lnTo>
                  <a:pt x="2754" y="2198"/>
                </a:lnTo>
                <a:lnTo>
                  <a:pt x="2753" y="2198"/>
                </a:lnTo>
                <a:lnTo>
                  <a:pt x="2752" y="2197"/>
                </a:lnTo>
                <a:lnTo>
                  <a:pt x="2751" y="2197"/>
                </a:lnTo>
                <a:lnTo>
                  <a:pt x="2749" y="2197"/>
                </a:lnTo>
                <a:lnTo>
                  <a:pt x="2746" y="2198"/>
                </a:lnTo>
                <a:lnTo>
                  <a:pt x="2746" y="2199"/>
                </a:lnTo>
                <a:lnTo>
                  <a:pt x="2745" y="2199"/>
                </a:lnTo>
                <a:lnTo>
                  <a:pt x="2744" y="2199"/>
                </a:lnTo>
                <a:lnTo>
                  <a:pt x="2743" y="2198"/>
                </a:lnTo>
                <a:lnTo>
                  <a:pt x="2742" y="2199"/>
                </a:lnTo>
                <a:lnTo>
                  <a:pt x="2741" y="2199"/>
                </a:lnTo>
                <a:lnTo>
                  <a:pt x="2741" y="2198"/>
                </a:lnTo>
                <a:lnTo>
                  <a:pt x="2740" y="2198"/>
                </a:lnTo>
                <a:lnTo>
                  <a:pt x="2739" y="2198"/>
                </a:lnTo>
                <a:lnTo>
                  <a:pt x="2739" y="2199"/>
                </a:lnTo>
                <a:lnTo>
                  <a:pt x="2738" y="2200"/>
                </a:lnTo>
                <a:lnTo>
                  <a:pt x="2737" y="2200"/>
                </a:lnTo>
                <a:lnTo>
                  <a:pt x="2736" y="2200"/>
                </a:lnTo>
                <a:lnTo>
                  <a:pt x="2735" y="2201"/>
                </a:lnTo>
                <a:lnTo>
                  <a:pt x="2734" y="2201"/>
                </a:lnTo>
                <a:lnTo>
                  <a:pt x="2733" y="2201"/>
                </a:lnTo>
                <a:lnTo>
                  <a:pt x="2732" y="2201"/>
                </a:lnTo>
                <a:lnTo>
                  <a:pt x="2731" y="2201"/>
                </a:lnTo>
                <a:lnTo>
                  <a:pt x="2730" y="2201"/>
                </a:lnTo>
                <a:lnTo>
                  <a:pt x="2729" y="2202"/>
                </a:lnTo>
                <a:lnTo>
                  <a:pt x="2728" y="2201"/>
                </a:lnTo>
                <a:lnTo>
                  <a:pt x="2727" y="2201"/>
                </a:lnTo>
                <a:lnTo>
                  <a:pt x="2727" y="2202"/>
                </a:lnTo>
                <a:lnTo>
                  <a:pt x="2725" y="2202"/>
                </a:lnTo>
                <a:lnTo>
                  <a:pt x="2724" y="2202"/>
                </a:lnTo>
                <a:lnTo>
                  <a:pt x="2723" y="2202"/>
                </a:lnTo>
                <a:lnTo>
                  <a:pt x="2721" y="2202"/>
                </a:lnTo>
                <a:lnTo>
                  <a:pt x="2720" y="2203"/>
                </a:lnTo>
                <a:lnTo>
                  <a:pt x="2719" y="2203"/>
                </a:lnTo>
                <a:lnTo>
                  <a:pt x="2718" y="2203"/>
                </a:lnTo>
                <a:lnTo>
                  <a:pt x="2717" y="2203"/>
                </a:lnTo>
                <a:lnTo>
                  <a:pt x="2716" y="2202"/>
                </a:lnTo>
                <a:lnTo>
                  <a:pt x="2716" y="2203"/>
                </a:lnTo>
                <a:lnTo>
                  <a:pt x="2715" y="2203"/>
                </a:lnTo>
                <a:lnTo>
                  <a:pt x="2714" y="2203"/>
                </a:lnTo>
                <a:lnTo>
                  <a:pt x="2713" y="2203"/>
                </a:lnTo>
                <a:lnTo>
                  <a:pt x="2712" y="2203"/>
                </a:lnTo>
                <a:lnTo>
                  <a:pt x="2711" y="2202"/>
                </a:lnTo>
                <a:lnTo>
                  <a:pt x="2710" y="2203"/>
                </a:lnTo>
                <a:lnTo>
                  <a:pt x="2709" y="2203"/>
                </a:lnTo>
                <a:lnTo>
                  <a:pt x="2709" y="2202"/>
                </a:lnTo>
                <a:lnTo>
                  <a:pt x="2709" y="2203"/>
                </a:lnTo>
                <a:lnTo>
                  <a:pt x="2708" y="2203"/>
                </a:lnTo>
                <a:lnTo>
                  <a:pt x="2707" y="2203"/>
                </a:lnTo>
                <a:lnTo>
                  <a:pt x="2706" y="2204"/>
                </a:lnTo>
                <a:lnTo>
                  <a:pt x="2705" y="2204"/>
                </a:lnTo>
                <a:lnTo>
                  <a:pt x="2703" y="2205"/>
                </a:lnTo>
                <a:lnTo>
                  <a:pt x="2703" y="2206"/>
                </a:lnTo>
                <a:lnTo>
                  <a:pt x="2702" y="2206"/>
                </a:lnTo>
                <a:lnTo>
                  <a:pt x="2701" y="2206"/>
                </a:lnTo>
                <a:lnTo>
                  <a:pt x="2700" y="2206"/>
                </a:lnTo>
                <a:lnTo>
                  <a:pt x="2699" y="2206"/>
                </a:lnTo>
                <a:lnTo>
                  <a:pt x="2698" y="2206"/>
                </a:lnTo>
                <a:lnTo>
                  <a:pt x="2697" y="2206"/>
                </a:lnTo>
                <a:lnTo>
                  <a:pt x="2697" y="2207"/>
                </a:lnTo>
                <a:lnTo>
                  <a:pt x="2696" y="2207"/>
                </a:lnTo>
                <a:lnTo>
                  <a:pt x="2695" y="2207"/>
                </a:lnTo>
                <a:lnTo>
                  <a:pt x="2695" y="2208"/>
                </a:lnTo>
                <a:lnTo>
                  <a:pt x="2693" y="2209"/>
                </a:lnTo>
                <a:lnTo>
                  <a:pt x="2693" y="2210"/>
                </a:lnTo>
                <a:lnTo>
                  <a:pt x="2692" y="2210"/>
                </a:lnTo>
                <a:lnTo>
                  <a:pt x="2691" y="2209"/>
                </a:lnTo>
                <a:lnTo>
                  <a:pt x="2690" y="2209"/>
                </a:lnTo>
                <a:lnTo>
                  <a:pt x="2689" y="2210"/>
                </a:lnTo>
                <a:lnTo>
                  <a:pt x="2688" y="2210"/>
                </a:lnTo>
                <a:lnTo>
                  <a:pt x="2688" y="2211"/>
                </a:lnTo>
                <a:lnTo>
                  <a:pt x="2687" y="2211"/>
                </a:lnTo>
                <a:lnTo>
                  <a:pt x="2687" y="2210"/>
                </a:lnTo>
                <a:lnTo>
                  <a:pt x="2686" y="2210"/>
                </a:lnTo>
                <a:lnTo>
                  <a:pt x="2686" y="2211"/>
                </a:lnTo>
                <a:lnTo>
                  <a:pt x="2686" y="2212"/>
                </a:lnTo>
                <a:lnTo>
                  <a:pt x="2685" y="2213"/>
                </a:lnTo>
                <a:lnTo>
                  <a:pt x="2684" y="2213"/>
                </a:lnTo>
                <a:lnTo>
                  <a:pt x="2683" y="2213"/>
                </a:lnTo>
                <a:lnTo>
                  <a:pt x="2682" y="2213"/>
                </a:lnTo>
                <a:lnTo>
                  <a:pt x="2681" y="2213"/>
                </a:lnTo>
                <a:lnTo>
                  <a:pt x="2680" y="2212"/>
                </a:lnTo>
                <a:lnTo>
                  <a:pt x="2679" y="2212"/>
                </a:lnTo>
                <a:lnTo>
                  <a:pt x="2679" y="2213"/>
                </a:lnTo>
                <a:lnTo>
                  <a:pt x="2678" y="2212"/>
                </a:lnTo>
                <a:lnTo>
                  <a:pt x="2676" y="2211"/>
                </a:lnTo>
                <a:lnTo>
                  <a:pt x="2675" y="2211"/>
                </a:lnTo>
                <a:lnTo>
                  <a:pt x="2674" y="2211"/>
                </a:lnTo>
                <a:lnTo>
                  <a:pt x="2673" y="2211"/>
                </a:lnTo>
                <a:lnTo>
                  <a:pt x="2673" y="2212"/>
                </a:lnTo>
                <a:lnTo>
                  <a:pt x="2672" y="2212"/>
                </a:lnTo>
                <a:lnTo>
                  <a:pt x="2671" y="2212"/>
                </a:lnTo>
                <a:lnTo>
                  <a:pt x="2670" y="2212"/>
                </a:lnTo>
                <a:lnTo>
                  <a:pt x="2669" y="2212"/>
                </a:lnTo>
                <a:lnTo>
                  <a:pt x="2667" y="2213"/>
                </a:lnTo>
                <a:lnTo>
                  <a:pt x="2666" y="2214"/>
                </a:lnTo>
                <a:lnTo>
                  <a:pt x="2665" y="2214"/>
                </a:lnTo>
                <a:lnTo>
                  <a:pt x="2663" y="2214"/>
                </a:lnTo>
                <a:lnTo>
                  <a:pt x="2661" y="2215"/>
                </a:lnTo>
                <a:lnTo>
                  <a:pt x="2660" y="2215"/>
                </a:lnTo>
                <a:lnTo>
                  <a:pt x="2658" y="2215"/>
                </a:lnTo>
                <a:lnTo>
                  <a:pt x="2656" y="2215"/>
                </a:lnTo>
                <a:lnTo>
                  <a:pt x="2656" y="2216"/>
                </a:lnTo>
                <a:lnTo>
                  <a:pt x="2655" y="2216"/>
                </a:lnTo>
                <a:lnTo>
                  <a:pt x="2655" y="2217"/>
                </a:lnTo>
                <a:lnTo>
                  <a:pt x="2654" y="2217"/>
                </a:lnTo>
                <a:lnTo>
                  <a:pt x="2653" y="2217"/>
                </a:lnTo>
                <a:lnTo>
                  <a:pt x="2652" y="2217"/>
                </a:lnTo>
                <a:lnTo>
                  <a:pt x="2651" y="2217"/>
                </a:lnTo>
                <a:lnTo>
                  <a:pt x="2650" y="2216"/>
                </a:lnTo>
                <a:lnTo>
                  <a:pt x="2649" y="2216"/>
                </a:lnTo>
                <a:lnTo>
                  <a:pt x="2647" y="2216"/>
                </a:lnTo>
                <a:lnTo>
                  <a:pt x="2646" y="2216"/>
                </a:lnTo>
                <a:lnTo>
                  <a:pt x="2645" y="2216"/>
                </a:lnTo>
                <a:lnTo>
                  <a:pt x="2642" y="2216"/>
                </a:lnTo>
                <a:lnTo>
                  <a:pt x="2641" y="2217"/>
                </a:lnTo>
                <a:lnTo>
                  <a:pt x="2640" y="2217"/>
                </a:lnTo>
                <a:lnTo>
                  <a:pt x="2638" y="2217"/>
                </a:lnTo>
                <a:lnTo>
                  <a:pt x="2637" y="2217"/>
                </a:lnTo>
                <a:lnTo>
                  <a:pt x="2636" y="2217"/>
                </a:lnTo>
                <a:lnTo>
                  <a:pt x="2635" y="2217"/>
                </a:lnTo>
                <a:lnTo>
                  <a:pt x="2634" y="2217"/>
                </a:lnTo>
                <a:lnTo>
                  <a:pt x="2632" y="2216"/>
                </a:lnTo>
                <a:lnTo>
                  <a:pt x="2631" y="2216"/>
                </a:lnTo>
                <a:lnTo>
                  <a:pt x="2630" y="2216"/>
                </a:lnTo>
                <a:lnTo>
                  <a:pt x="2629" y="2216"/>
                </a:lnTo>
                <a:lnTo>
                  <a:pt x="2628" y="2216"/>
                </a:lnTo>
                <a:lnTo>
                  <a:pt x="2628" y="2217"/>
                </a:lnTo>
                <a:lnTo>
                  <a:pt x="2627" y="2217"/>
                </a:lnTo>
                <a:lnTo>
                  <a:pt x="2626" y="2217"/>
                </a:lnTo>
                <a:lnTo>
                  <a:pt x="2625" y="2217"/>
                </a:lnTo>
                <a:lnTo>
                  <a:pt x="2624" y="2217"/>
                </a:lnTo>
                <a:lnTo>
                  <a:pt x="2623" y="2217"/>
                </a:lnTo>
                <a:lnTo>
                  <a:pt x="2621" y="2217"/>
                </a:lnTo>
                <a:lnTo>
                  <a:pt x="2620" y="2217"/>
                </a:lnTo>
                <a:lnTo>
                  <a:pt x="2620" y="2218"/>
                </a:lnTo>
                <a:lnTo>
                  <a:pt x="2619" y="2218"/>
                </a:lnTo>
                <a:lnTo>
                  <a:pt x="2618" y="2218"/>
                </a:lnTo>
                <a:lnTo>
                  <a:pt x="2616" y="2218"/>
                </a:lnTo>
                <a:lnTo>
                  <a:pt x="2614" y="2218"/>
                </a:lnTo>
                <a:lnTo>
                  <a:pt x="2613" y="2219"/>
                </a:lnTo>
                <a:lnTo>
                  <a:pt x="2612" y="2219"/>
                </a:lnTo>
                <a:lnTo>
                  <a:pt x="2611" y="2219"/>
                </a:lnTo>
                <a:lnTo>
                  <a:pt x="2610" y="2219"/>
                </a:lnTo>
                <a:lnTo>
                  <a:pt x="2609" y="2219"/>
                </a:lnTo>
                <a:lnTo>
                  <a:pt x="2608" y="2219"/>
                </a:lnTo>
                <a:lnTo>
                  <a:pt x="2607" y="2220"/>
                </a:lnTo>
                <a:lnTo>
                  <a:pt x="2606" y="2220"/>
                </a:lnTo>
                <a:lnTo>
                  <a:pt x="2606" y="2221"/>
                </a:lnTo>
                <a:lnTo>
                  <a:pt x="2605" y="2221"/>
                </a:lnTo>
                <a:lnTo>
                  <a:pt x="2603" y="2221"/>
                </a:lnTo>
                <a:lnTo>
                  <a:pt x="2604" y="2221"/>
                </a:lnTo>
                <a:lnTo>
                  <a:pt x="2604" y="2220"/>
                </a:lnTo>
                <a:lnTo>
                  <a:pt x="2604" y="2219"/>
                </a:lnTo>
                <a:lnTo>
                  <a:pt x="2602" y="2219"/>
                </a:lnTo>
                <a:lnTo>
                  <a:pt x="2601" y="2219"/>
                </a:lnTo>
                <a:lnTo>
                  <a:pt x="2600" y="2219"/>
                </a:lnTo>
                <a:lnTo>
                  <a:pt x="2598" y="2219"/>
                </a:lnTo>
                <a:lnTo>
                  <a:pt x="2597" y="2219"/>
                </a:lnTo>
                <a:lnTo>
                  <a:pt x="2596" y="2219"/>
                </a:lnTo>
                <a:lnTo>
                  <a:pt x="2595" y="2219"/>
                </a:lnTo>
                <a:lnTo>
                  <a:pt x="2593" y="2219"/>
                </a:lnTo>
                <a:lnTo>
                  <a:pt x="2592" y="2219"/>
                </a:lnTo>
                <a:lnTo>
                  <a:pt x="2591" y="2219"/>
                </a:lnTo>
                <a:lnTo>
                  <a:pt x="2590" y="2218"/>
                </a:lnTo>
                <a:lnTo>
                  <a:pt x="2589" y="2217"/>
                </a:lnTo>
                <a:lnTo>
                  <a:pt x="2587" y="2216"/>
                </a:lnTo>
                <a:lnTo>
                  <a:pt x="2586" y="2216"/>
                </a:lnTo>
                <a:lnTo>
                  <a:pt x="2585" y="2216"/>
                </a:lnTo>
                <a:lnTo>
                  <a:pt x="2584" y="2216"/>
                </a:lnTo>
                <a:lnTo>
                  <a:pt x="2584" y="2215"/>
                </a:lnTo>
                <a:lnTo>
                  <a:pt x="2583" y="2215"/>
                </a:lnTo>
                <a:lnTo>
                  <a:pt x="2581" y="2214"/>
                </a:lnTo>
                <a:lnTo>
                  <a:pt x="2579" y="2214"/>
                </a:lnTo>
                <a:lnTo>
                  <a:pt x="2578" y="2215"/>
                </a:lnTo>
                <a:lnTo>
                  <a:pt x="2576" y="2215"/>
                </a:lnTo>
                <a:lnTo>
                  <a:pt x="2575" y="2215"/>
                </a:lnTo>
                <a:lnTo>
                  <a:pt x="2576" y="2216"/>
                </a:lnTo>
                <a:lnTo>
                  <a:pt x="2577" y="2218"/>
                </a:lnTo>
                <a:lnTo>
                  <a:pt x="2578" y="2219"/>
                </a:lnTo>
                <a:lnTo>
                  <a:pt x="2578" y="2220"/>
                </a:lnTo>
                <a:lnTo>
                  <a:pt x="2579" y="2222"/>
                </a:lnTo>
                <a:lnTo>
                  <a:pt x="2578" y="2222"/>
                </a:lnTo>
                <a:lnTo>
                  <a:pt x="2577" y="2222"/>
                </a:lnTo>
                <a:lnTo>
                  <a:pt x="2576" y="2222"/>
                </a:lnTo>
                <a:lnTo>
                  <a:pt x="2575" y="2223"/>
                </a:lnTo>
                <a:lnTo>
                  <a:pt x="2574" y="2224"/>
                </a:lnTo>
                <a:lnTo>
                  <a:pt x="2573" y="2225"/>
                </a:lnTo>
                <a:lnTo>
                  <a:pt x="2572" y="2225"/>
                </a:lnTo>
                <a:lnTo>
                  <a:pt x="2572" y="2226"/>
                </a:lnTo>
                <a:lnTo>
                  <a:pt x="2572" y="2227"/>
                </a:lnTo>
                <a:lnTo>
                  <a:pt x="2572" y="2228"/>
                </a:lnTo>
                <a:lnTo>
                  <a:pt x="2572" y="2229"/>
                </a:lnTo>
                <a:lnTo>
                  <a:pt x="2571" y="2229"/>
                </a:lnTo>
                <a:lnTo>
                  <a:pt x="2570" y="2229"/>
                </a:lnTo>
                <a:lnTo>
                  <a:pt x="2567" y="2229"/>
                </a:lnTo>
                <a:lnTo>
                  <a:pt x="2566" y="2229"/>
                </a:lnTo>
                <a:lnTo>
                  <a:pt x="2565" y="2228"/>
                </a:lnTo>
                <a:lnTo>
                  <a:pt x="2564" y="2228"/>
                </a:lnTo>
                <a:lnTo>
                  <a:pt x="2563" y="2229"/>
                </a:lnTo>
                <a:lnTo>
                  <a:pt x="2562" y="2230"/>
                </a:lnTo>
                <a:lnTo>
                  <a:pt x="2561" y="2230"/>
                </a:lnTo>
                <a:lnTo>
                  <a:pt x="2561" y="2231"/>
                </a:lnTo>
                <a:lnTo>
                  <a:pt x="2561" y="2230"/>
                </a:lnTo>
                <a:lnTo>
                  <a:pt x="2560" y="2230"/>
                </a:lnTo>
                <a:lnTo>
                  <a:pt x="2559" y="2230"/>
                </a:lnTo>
                <a:lnTo>
                  <a:pt x="2559" y="2231"/>
                </a:lnTo>
                <a:lnTo>
                  <a:pt x="2559" y="2232"/>
                </a:lnTo>
                <a:lnTo>
                  <a:pt x="2560" y="2232"/>
                </a:lnTo>
                <a:lnTo>
                  <a:pt x="2560" y="2233"/>
                </a:lnTo>
                <a:lnTo>
                  <a:pt x="2559" y="2233"/>
                </a:lnTo>
                <a:lnTo>
                  <a:pt x="2558" y="2234"/>
                </a:lnTo>
                <a:lnTo>
                  <a:pt x="2557" y="2234"/>
                </a:lnTo>
                <a:lnTo>
                  <a:pt x="2556" y="2234"/>
                </a:lnTo>
                <a:lnTo>
                  <a:pt x="2555" y="2234"/>
                </a:lnTo>
                <a:lnTo>
                  <a:pt x="2554" y="2234"/>
                </a:lnTo>
                <a:lnTo>
                  <a:pt x="2554" y="2235"/>
                </a:lnTo>
                <a:lnTo>
                  <a:pt x="2553" y="2235"/>
                </a:lnTo>
                <a:lnTo>
                  <a:pt x="2551" y="2234"/>
                </a:lnTo>
                <a:lnTo>
                  <a:pt x="2550" y="2234"/>
                </a:lnTo>
                <a:lnTo>
                  <a:pt x="2549" y="2234"/>
                </a:lnTo>
                <a:lnTo>
                  <a:pt x="2548" y="2234"/>
                </a:lnTo>
                <a:lnTo>
                  <a:pt x="2547" y="2235"/>
                </a:lnTo>
                <a:lnTo>
                  <a:pt x="2546" y="2235"/>
                </a:lnTo>
                <a:lnTo>
                  <a:pt x="2547" y="2236"/>
                </a:lnTo>
                <a:lnTo>
                  <a:pt x="2547" y="2237"/>
                </a:lnTo>
                <a:lnTo>
                  <a:pt x="2547" y="2238"/>
                </a:lnTo>
                <a:lnTo>
                  <a:pt x="2546" y="2238"/>
                </a:lnTo>
                <a:lnTo>
                  <a:pt x="2546" y="2239"/>
                </a:lnTo>
                <a:lnTo>
                  <a:pt x="2547" y="2239"/>
                </a:lnTo>
                <a:lnTo>
                  <a:pt x="2547" y="2240"/>
                </a:lnTo>
                <a:lnTo>
                  <a:pt x="2547" y="2241"/>
                </a:lnTo>
                <a:lnTo>
                  <a:pt x="2544" y="2242"/>
                </a:lnTo>
                <a:lnTo>
                  <a:pt x="2543" y="2243"/>
                </a:lnTo>
                <a:lnTo>
                  <a:pt x="2542" y="2243"/>
                </a:lnTo>
                <a:lnTo>
                  <a:pt x="2541" y="2244"/>
                </a:lnTo>
                <a:lnTo>
                  <a:pt x="2541" y="2245"/>
                </a:lnTo>
                <a:lnTo>
                  <a:pt x="2540" y="2245"/>
                </a:lnTo>
                <a:lnTo>
                  <a:pt x="2540" y="2246"/>
                </a:lnTo>
                <a:lnTo>
                  <a:pt x="2539" y="2246"/>
                </a:lnTo>
                <a:lnTo>
                  <a:pt x="2538" y="2246"/>
                </a:lnTo>
                <a:lnTo>
                  <a:pt x="2536" y="2246"/>
                </a:lnTo>
                <a:lnTo>
                  <a:pt x="2535" y="2246"/>
                </a:lnTo>
                <a:lnTo>
                  <a:pt x="2534" y="2246"/>
                </a:lnTo>
                <a:lnTo>
                  <a:pt x="2534" y="2247"/>
                </a:lnTo>
                <a:lnTo>
                  <a:pt x="2533" y="2247"/>
                </a:lnTo>
                <a:lnTo>
                  <a:pt x="2533" y="2246"/>
                </a:lnTo>
                <a:lnTo>
                  <a:pt x="2532" y="2246"/>
                </a:lnTo>
                <a:lnTo>
                  <a:pt x="2531" y="2246"/>
                </a:lnTo>
                <a:lnTo>
                  <a:pt x="2530" y="2246"/>
                </a:lnTo>
                <a:lnTo>
                  <a:pt x="2529" y="2246"/>
                </a:lnTo>
                <a:lnTo>
                  <a:pt x="2527" y="2246"/>
                </a:lnTo>
                <a:lnTo>
                  <a:pt x="2527" y="2245"/>
                </a:lnTo>
                <a:lnTo>
                  <a:pt x="2525" y="2244"/>
                </a:lnTo>
                <a:lnTo>
                  <a:pt x="2525" y="2243"/>
                </a:lnTo>
                <a:lnTo>
                  <a:pt x="2524" y="2243"/>
                </a:lnTo>
                <a:lnTo>
                  <a:pt x="2523" y="2243"/>
                </a:lnTo>
                <a:lnTo>
                  <a:pt x="2523" y="2244"/>
                </a:lnTo>
                <a:lnTo>
                  <a:pt x="2522" y="2244"/>
                </a:lnTo>
                <a:lnTo>
                  <a:pt x="2522" y="2243"/>
                </a:lnTo>
                <a:lnTo>
                  <a:pt x="2522" y="2242"/>
                </a:lnTo>
                <a:lnTo>
                  <a:pt x="2523" y="2242"/>
                </a:lnTo>
                <a:lnTo>
                  <a:pt x="2523" y="2241"/>
                </a:lnTo>
                <a:lnTo>
                  <a:pt x="2522" y="2241"/>
                </a:lnTo>
                <a:lnTo>
                  <a:pt x="2521" y="2241"/>
                </a:lnTo>
                <a:lnTo>
                  <a:pt x="2519" y="2241"/>
                </a:lnTo>
                <a:lnTo>
                  <a:pt x="2518" y="2241"/>
                </a:lnTo>
                <a:lnTo>
                  <a:pt x="2516" y="2241"/>
                </a:lnTo>
                <a:lnTo>
                  <a:pt x="2515" y="2242"/>
                </a:lnTo>
                <a:lnTo>
                  <a:pt x="2514" y="2242"/>
                </a:lnTo>
                <a:lnTo>
                  <a:pt x="2513" y="2242"/>
                </a:lnTo>
                <a:lnTo>
                  <a:pt x="2512" y="2242"/>
                </a:lnTo>
                <a:lnTo>
                  <a:pt x="2511" y="2241"/>
                </a:lnTo>
                <a:lnTo>
                  <a:pt x="2509" y="2241"/>
                </a:lnTo>
                <a:lnTo>
                  <a:pt x="2508" y="2241"/>
                </a:lnTo>
                <a:lnTo>
                  <a:pt x="2507" y="2241"/>
                </a:lnTo>
                <a:lnTo>
                  <a:pt x="2506" y="2241"/>
                </a:lnTo>
                <a:lnTo>
                  <a:pt x="2505" y="2241"/>
                </a:lnTo>
                <a:lnTo>
                  <a:pt x="2503" y="2240"/>
                </a:lnTo>
                <a:lnTo>
                  <a:pt x="2502" y="2240"/>
                </a:lnTo>
                <a:lnTo>
                  <a:pt x="2501" y="2240"/>
                </a:lnTo>
                <a:lnTo>
                  <a:pt x="2497" y="2240"/>
                </a:lnTo>
                <a:lnTo>
                  <a:pt x="2496" y="2240"/>
                </a:lnTo>
                <a:lnTo>
                  <a:pt x="2495" y="2239"/>
                </a:lnTo>
                <a:lnTo>
                  <a:pt x="2494" y="2239"/>
                </a:lnTo>
                <a:lnTo>
                  <a:pt x="2493" y="2240"/>
                </a:lnTo>
                <a:lnTo>
                  <a:pt x="2492" y="2240"/>
                </a:lnTo>
                <a:lnTo>
                  <a:pt x="2491" y="2241"/>
                </a:lnTo>
                <a:lnTo>
                  <a:pt x="2491" y="2242"/>
                </a:lnTo>
                <a:lnTo>
                  <a:pt x="2490" y="2243"/>
                </a:lnTo>
                <a:lnTo>
                  <a:pt x="2490" y="2248"/>
                </a:lnTo>
                <a:lnTo>
                  <a:pt x="2489" y="2249"/>
                </a:lnTo>
                <a:lnTo>
                  <a:pt x="2489" y="2250"/>
                </a:lnTo>
                <a:lnTo>
                  <a:pt x="2489" y="2252"/>
                </a:lnTo>
                <a:lnTo>
                  <a:pt x="2489" y="2253"/>
                </a:lnTo>
                <a:lnTo>
                  <a:pt x="2489" y="2254"/>
                </a:lnTo>
                <a:lnTo>
                  <a:pt x="2489" y="2255"/>
                </a:lnTo>
                <a:lnTo>
                  <a:pt x="2491" y="2258"/>
                </a:lnTo>
                <a:lnTo>
                  <a:pt x="2492" y="2257"/>
                </a:lnTo>
                <a:lnTo>
                  <a:pt x="2495" y="2258"/>
                </a:lnTo>
                <a:lnTo>
                  <a:pt x="2497" y="2259"/>
                </a:lnTo>
                <a:lnTo>
                  <a:pt x="2498" y="2259"/>
                </a:lnTo>
                <a:lnTo>
                  <a:pt x="2499" y="2260"/>
                </a:lnTo>
                <a:lnTo>
                  <a:pt x="2498" y="2260"/>
                </a:lnTo>
                <a:lnTo>
                  <a:pt x="2498" y="2262"/>
                </a:lnTo>
                <a:lnTo>
                  <a:pt x="2497" y="2263"/>
                </a:lnTo>
                <a:lnTo>
                  <a:pt x="2497" y="2264"/>
                </a:lnTo>
                <a:lnTo>
                  <a:pt x="2496" y="2265"/>
                </a:lnTo>
                <a:lnTo>
                  <a:pt x="2494" y="2267"/>
                </a:lnTo>
                <a:lnTo>
                  <a:pt x="2492" y="2266"/>
                </a:lnTo>
                <a:lnTo>
                  <a:pt x="2491" y="2267"/>
                </a:lnTo>
                <a:lnTo>
                  <a:pt x="2491" y="2268"/>
                </a:lnTo>
                <a:lnTo>
                  <a:pt x="2493" y="2268"/>
                </a:lnTo>
                <a:lnTo>
                  <a:pt x="2493" y="2269"/>
                </a:lnTo>
                <a:lnTo>
                  <a:pt x="2492" y="2269"/>
                </a:lnTo>
                <a:lnTo>
                  <a:pt x="2490" y="2270"/>
                </a:lnTo>
                <a:lnTo>
                  <a:pt x="2491" y="2272"/>
                </a:lnTo>
                <a:lnTo>
                  <a:pt x="2492" y="2273"/>
                </a:lnTo>
                <a:lnTo>
                  <a:pt x="2497" y="2280"/>
                </a:lnTo>
                <a:lnTo>
                  <a:pt x="2498" y="2280"/>
                </a:lnTo>
                <a:lnTo>
                  <a:pt x="2498" y="2281"/>
                </a:lnTo>
                <a:lnTo>
                  <a:pt x="2500" y="2283"/>
                </a:lnTo>
                <a:lnTo>
                  <a:pt x="2500" y="2284"/>
                </a:lnTo>
                <a:lnTo>
                  <a:pt x="2501" y="2284"/>
                </a:lnTo>
                <a:lnTo>
                  <a:pt x="2502" y="2286"/>
                </a:lnTo>
                <a:lnTo>
                  <a:pt x="2503" y="2287"/>
                </a:lnTo>
                <a:lnTo>
                  <a:pt x="2507" y="2292"/>
                </a:lnTo>
                <a:lnTo>
                  <a:pt x="2508" y="2293"/>
                </a:lnTo>
                <a:lnTo>
                  <a:pt x="2510" y="2295"/>
                </a:lnTo>
                <a:lnTo>
                  <a:pt x="2515" y="2296"/>
                </a:lnTo>
                <a:lnTo>
                  <a:pt x="2517" y="2297"/>
                </a:lnTo>
                <a:lnTo>
                  <a:pt x="2518" y="2297"/>
                </a:lnTo>
                <a:lnTo>
                  <a:pt x="2520" y="2297"/>
                </a:lnTo>
                <a:lnTo>
                  <a:pt x="2521" y="2297"/>
                </a:lnTo>
                <a:lnTo>
                  <a:pt x="2521" y="2296"/>
                </a:lnTo>
                <a:lnTo>
                  <a:pt x="2521" y="2295"/>
                </a:lnTo>
                <a:lnTo>
                  <a:pt x="2523" y="2289"/>
                </a:lnTo>
                <a:lnTo>
                  <a:pt x="2523" y="2287"/>
                </a:lnTo>
                <a:lnTo>
                  <a:pt x="2524" y="2285"/>
                </a:lnTo>
                <a:lnTo>
                  <a:pt x="2524" y="2284"/>
                </a:lnTo>
                <a:lnTo>
                  <a:pt x="2525" y="2284"/>
                </a:lnTo>
                <a:lnTo>
                  <a:pt x="2526" y="2284"/>
                </a:lnTo>
                <a:lnTo>
                  <a:pt x="2527" y="2283"/>
                </a:lnTo>
                <a:lnTo>
                  <a:pt x="2528" y="2283"/>
                </a:lnTo>
                <a:lnTo>
                  <a:pt x="2529" y="2283"/>
                </a:lnTo>
                <a:lnTo>
                  <a:pt x="2530" y="2283"/>
                </a:lnTo>
                <a:lnTo>
                  <a:pt x="2531" y="2283"/>
                </a:lnTo>
                <a:lnTo>
                  <a:pt x="2532" y="2283"/>
                </a:lnTo>
                <a:lnTo>
                  <a:pt x="2533" y="2283"/>
                </a:lnTo>
                <a:lnTo>
                  <a:pt x="2535" y="2283"/>
                </a:lnTo>
                <a:lnTo>
                  <a:pt x="2538" y="2283"/>
                </a:lnTo>
                <a:lnTo>
                  <a:pt x="2542" y="2283"/>
                </a:lnTo>
                <a:lnTo>
                  <a:pt x="2545" y="2283"/>
                </a:lnTo>
                <a:lnTo>
                  <a:pt x="2546" y="2284"/>
                </a:lnTo>
                <a:lnTo>
                  <a:pt x="2549" y="2284"/>
                </a:lnTo>
                <a:lnTo>
                  <a:pt x="2551" y="2284"/>
                </a:lnTo>
                <a:lnTo>
                  <a:pt x="2550" y="2287"/>
                </a:lnTo>
                <a:lnTo>
                  <a:pt x="2550" y="2291"/>
                </a:lnTo>
                <a:lnTo>
                  <a:pt x="2549" y="2292"/>
                </a:lnTo>
                <a:lnTo>
                  <a:pt x="2549" y="2293"/>
                </a:lnTo>
                <a:lnTo>
                  <a:pt x="2549" y="2295"/>
                </a:lnTo>
                <a:lnTo>
                  <a:pt x="2548" y="2298"/>
                </a:lnTo>
                <a:lnTo>
                  <a:pt x="2547" y="2302"/>
                </a:lnTo>
                <a:lnTo>
                  <a:pt x="2546" y="2303"/>
                </a:lnTo>
                <a:lnTo>
                  <a:pt x="2546" y="2304"/>
                </a:lnTo>
                <a:lnTo>
                  <a:pt x="2546" y="2306"/>
                </a:lnTo>
                <a:lnTo>
                  <a:pt x="2546" y="2307"/>
                </a:lnTo>
                <a:lnTo>
                  <a:pt x="2545" y="2307"/>
                </a:lnTo>
                <a:lnTo>
                  <a:pt x="2545" y="2308"/>
                </a:lnTo>
                <a:lnTo>
                  <a:pt x="2545" y="2310"/>
                </a:lnTo>
                <a:lnTo>
                  <a:pt x="2545" y="2311"/>
                </a:lnTo>
                <a:lnTo>
                  <a:pt x="2544" y="2316"/>
                </a:lnTo>
                <a:lnTo>
                  <a:pt x="2543" y="2322"/>
                </a:lnTo>
                <a:lnTo>
                  <a:pt x="2542" y="2331"/>
                </a:lnTo>
                <a:lnTo>
                  <a:pt x="2542" y="2335"/>
                </a:lnTo>
                <a:lnTo>
                  <a:pt x="2541" y="2341"/>
                </a:lnTo>
                <a:lnTo>
                  <a:pt x="2540" y="2346"/>
                </a:lnTo>
                <a:lnTo>
                  <a:pt x="2539" y="2349"/>
                </a:lnTo>
                <a:lnTo>
                  <a:pt x="2539" y="2351"/>
                </a:lnTo>
                <a:lnTo>
                  <a:pt x="2539" y="2354"/>
                </a:lnTo>
                <a:lnTo>
                  <a:pt x="2538" y="2356"/>
                </a:lnTo>
                <a:lnTo>
                  <a:pt x="2538" y="2358"/>
                </a:lnTo>
                <a:lnTo>
                  <a:pt x="2537" y="2366"/>
                </a:lnTo>
                <a:lnTo>
                  <a:pt x="2537" y="2371"/>
                </a:lnTo>
                <a:lnTo>
                  <a:pt x="2536" y="2373"/>
                </a:lnTo>
                <a:lnTo>
                  <a:pt x="2536" y="2375"/>
                </a:lnTo>
                <a:lnTo>
                  <a:pt x="2536" y="2377"/>
                </a:lnTo>
                <a:lnTo>
                  <a:pt x="2535" y="2383"/>
                </a:lnTo>
                <a:lnTo>
                  <a:pt x="2535" y="2384"/>
                </a:lnTo>
                <a:lnTo>
                  <a:pt x="2534" y="2385"/>
                </a:lnTo>
                <a:lnTo>
                  <a:pt x="2534" y="2389"/>
                </a:lnTo>
                <a:lnTo>
                  <a:pt x="2533" y="2393"/>
                </a:lnTo>
                <a:lnTo>
                  <a:pt x="2532" y="2402"/>
                </a:lnTo>
                <a:lnTo>
                  <a:pt x="2532" y="2404"/>
                </a:lnTo>
                <a:lnTo>
                  <a:pt x="2532" y="2405"/>
                </a:lnTo>
                <a:lnTo>
                  <a:pt x="2533" y="2405"/>
                </a:lnTo>
                <a:lnTo>
                  <a:pt x="2534" y="2405"/>
                </a:lnTo>
                <a:lnTo>
                  <a:pt x="2535" y="2406"/>
                </a:lnTo>
                <a:lnTo>
                  <a:pt x="2537" y="2406"/>
                </a:lnTo>
                <a:lnTo>
                  <a:pt x="2538" y="2407"/>
                </a:lnTo>
                <a:lnTo>
                  <a:pt x="2540" y="2407"/>
                </a:lnTo>
                <a:lnTo>
                  <a:pt x="2540" y="2408"/>
                </a:lnTo>
                <a:lnTo>
                  <a:pt x="2541" y="2408"/>
                </a:lnTo>
                <a:lnTo>
                  <a:pt x="2541" y="2409"/>
                </a:lnTo>
                <a:lnTo>
                  <a:pt x="2541" y="2411"/>
                </a:lnTo>
                <a:lnTo>
                  <a:pt x="2541" y="2412"/>
                </a:lnTo>
                <a:lnTo>
                  <a:pt x="2542" y="2412"/>
                </a:lnTo>
                <a:lnTo>
                  <a:pt x="2543" y="2412"/>
                </a:lnTo>
                <a:lnTo>
                  <a:pt x="2544" y="2412"/>
                </a:lnTo>
                <a:lnTo>
                  <a:pt x="2544" y="2413"/>
                </a:lnTo>
                <a:lnTo>
                  <a:pt x="2545" y="2413"/>
                </a:lnTo>
                <a:lnTo>
                  <a:pt x="2546" y="2413"/>
                </a:lnTo>
                <a:lnTo>
                  <a:pt x="2546" y="2414"/>
                </a:lnTo>
                <a:lnTo>
                  <a:pt x="2547" y="2414"/>
                </a:lnTo>
                <a:lnTo>
                  <a:pt x="2547" y="2413"/>
                </a:lnTo>
                <a:lnTo>
                  <a:pt x="2548" y="2413"/>
                </a:lnTo>
                <a:lnTo>
                  <a:pt x="2549" y="2413"/>
                </a:lnTo>
                <a:lnTo>
                  <a:pt x="2549" y="2414"/>
                </a:lnTo>
                <a:lnTo>
                  <a:pt x="2550" y="2414"/>
                </a:lnTo>
                <a:lnTo>
                  <a:pt x="2551" y="2414"/>
                </a:lnTo>
                <a:lnTo>
                  <a:pt x="2551" y="2413"/>
                </a:lnTo>
                <a:lnTo>
                  <a:pt x="2552" y="2413"/>
                </a:lnTo>
                <a:lnTo>
                  <a:pt x="2553" y="2413"/>
                </a:lnTo>
                <a:lnTo>
                  <a:pt x="2553" y="2414"/>
                </a:lnTo>
                <a:lnTo>
                  <a:pt x="2553" y="2415"/>
                </a:lnTo>
                <a:lnTo>
                  <a:pt x="2554" y="2415"/>
                </a:lnTo>
                <a:lnTo>
                  <a:pt x="2555" y="2415"/>
                </a:lnTo>
                <a:lnTo>
                  <a:pt x="2555" y="2416"/>
                </a:lnTo>
                <a:lnTo>
                  <a:pt x="2555" y="2417"/>
                </a:lnTo>
                <a:lnTo>
                  <a:pt x="2555" y="2418"/>
                </a:lnTo>
                <a:lnTo>
                  <a:pt x="2555" y="2419"/>
                </a:lnTo>
                <a:lnTo>
                  <a:pt x="2556" y="2419"/>
                </a:lnTo>
                <a:lnTo>
                  <a:pt x="2559" y="2420"/>
                </a:lnTo>
                <a:lnTo>
                  <a:pt x="2560" y="2421"/>
                </a:lnTo>
                <a:lnTo>
                  <a:pt x="2561" y="2421"/>
                </a:lnTo>
                <a:lnTo>
                  <a:pt x="2562" y="2421"/>
                </a:lnTo>
                <a:lnTo>
                  <a:pt x="2562" y="2422"/>
                </a:lnTo>
                <a:lnTo>
                  <a:pt x="2563" y="2423"/>
                </a:lnTo>
                <a:lnTo>
                  <a:pt x="2564" y="2423"/>
                </a:lnTo>
                <a:lnTo>
                  <a:pt x="2565" y="2423"/>
                </a:lnTo>
                <a:lnTo>
                  <a:pt x="2565" y="2424"/>
                </a:lnTo>
                <a:lnTo>
                  <a:pt x="2565" y="2425"/>
                </a:lnTo>
                <a:lnTo>
                  <a:pt x="2565" y="2426"/>
                </a:lnTo>
                <a:lnTo>
                  <a:pt x="2566" y="2426"/>
                </a:lnTo>
                <a:lnTo>
                  <a:pt x="2567" y="2426"/>
                </a:lnTo>
                <a:lnTo>
                  <a:pt x="2568" y="2426"/>
                </a:lnTo>
                <a:lnTo>
                  <a:pt x="2568" y="2427"/>
                </a:lnTo>
                <a:lnTo>
                  <a:pt x="2570" y="2427"/>
                </a:lnTo>
                <a:lnTo>
                  <a:pt x="2570" y="2428"/>
                </a:lnTo>
                <a:lnTo>
                  <a:pt x="2571" y="2428"/>
                </a:lnTo>
                <a:lnTo>
                  <a:pt x="2571" y="2429"/>
                </a:lnTo>
                <a:lnTo>
                  <a:pt x="2572" y="2430"/>
                </a:lnTo>
                <a:lnTo>
                  <a:pt x="2572" y="2431"/>
                </a:lnTo>
                <a:lnTo>
                  <a:pt x="2572" y="2432"/>
                </a:lnTo>
                <a:lnTo>
                  <a:pt x="2573" y="2432"/>
                </a:lnTo>
                <a:lnTo>
                  <a:pt x="2574" y="2432"/>
                </a:lnTo>
                <a:lnTo>
                  <a:pt x="2575" y="2433"/>
                </a:lnTo>
                <a:lnTo>
                  <a:pt x="2575" y="2434"/>
                </a:lnTo>
                <a:lnTo>
                  <a:pt x="2575" y="2435"/>
                </a:lnTo>
                <a:lnTo>
                  <a:pt x="2575" y="2436"/>
                </a:lnTo>
                <a:lnTo>
                  <a:pt x="2576" y="2436"/>
                </a:lnTo>
                <a:lnTo>
                  <a:pt x="2577" y="2437"/>
                </a:lnTo>
                <a:lnTo>
                  <a:pt x="2578" y="2437"/>
                </a:lnTo>
                <a:lnTo>
                  <a:pt x="2579" y="2437"/>
                </a:lnTo>
                <a:lnTo>
                  <a:pt x="2579" y="2438"/>
                </a:lnTo>
                <a:lnTo>
                  <a:pt x="2580" y="2438"/>
                </a:lnTo>
                <a:lnTo>
                  <a:pt x="2580" y="2439"/>
                </a:lnTo>
                <a:lnTo>
                  <a:pt x="2581" y="2439"/>
                </a:lnTo>
                <a:lnTo>
                  <a:pt x="2580" y="2439"/>
                </a:lnTo>
                <a:lnTo>
                  <a:pt x="2580" y="2440"/>
                </a:lnTo>
                <a:lnTo>
                  <a:pt x="2581" y="2440"/>
                </a:lnTo>
                <a:lnTo>
                  <a:pt x="2581" y="2441"/>
                </a:lnTo>
                <a:lnTo>
                  <a:pt x="2583" y="2443"/>
                </a:lnTo>
                <a:lnTo>
                  <a:pt x="2584" y="2443"/>
                </a:lnTo>
                <a:lnTo>
                  <a:pt x="2584" y="2444"/>
                </a:lnTo>
                <a:lnTo>
                  <a:pt x="2584" y="2445"/>
                </a:lnTo>
                <a:lnTo>
                  <a:pt x="2583" y="2447"/>
                </a:lnTo>
                <a:lnTo>
                  <a:pt x="2582" y="2447"/>
                </a:lnTo>
                <a:lnTo>
                  <a:pt x="2582" y="2448"/>
                </a:lnTo>
                <a:lnTo>
                  <a:pt x="2582" y="2449"/>
                </a:lnTo>
                <a:lnTo>
                  <a:pt x="2581" y="2449"/>
                </a:lnTo>
                <a:lnTo>
                  <a:pt x="2581" y="2450"/>
                </a:lnTo>
                <a:lnTo>
                  <a:pt x="2580" y="2451"/>
                </a:lnTo>
                <a:lnTo>
                  <a:pt x="2580" y="2453"/>
                </a:lnTo>
                <a:lnTo>
                  <a:pt x="2580" y="2454"/>
                </a:lnTo>
                <a:lnTo>
                  <a:pt x="2581" y="2454"/>
                </a:lnTo>
                <a:lnTo>
                  <a:pt x="2582" y="2454"/>
                </a:lnTo>
                <a:lnTo>
                  <a:pt x="2583" y="2454"/>
                </a:lnTo>
                <a:lnTo>
                  <a:pt x="2584" y="2455"/>
                </a:lnTo>
                <a:lnTo>
                  <a:pt x="2585" y="2456"/>
                </a:lnTo>
                <a:lnTo>
                  <a:pt x="2586" y="2457"/>
                </a:lnTo>
                <a:lnTo>
                  <a:pt x="2587" y="2457"/>
                </a:lnTo>
                <a:lnTo>
                  <a:pt x="2588" y="2458"/>
                </a:lnTo>
                <a:lnTo>
                  <a:pt x="2588" y="2459"/>
                </a:lnTo>
                <a:lnTo>
                  <a:pt x="2588" y="2460"/>
                </a:lnTo>
                <a:lnTo>
                  <a:pt x="2589" y="2461"/>
                </a:lnTo>
                <a:lnTo>
                  <a:pt x="2590" y="2461"/>
                </a:lnTo>
                <a:lnTo>
                  <a:pt x="2591" y="2461"/>
                </a:lnTo>
                <a:lnTo>
                  <a:pt x="2591" y="2462"/>
                </a:lnTo>
                <a:lnTo>
                  <a:pt x="2591" y="2464"/>
                </a:lnTo>
                <a:lnTo>
                  <a:pt x="2590" y="2464"/>
                </a:lnTo>
                <a:lnTo>
                  <a:pt x="2590" y="2465"/>
                </a:lnTo>
                <a:lnTo>
                  <a:pt x="2591" y="2466"/>
                </a:lnTo>
                <a:lnTo>
                  <a:pt x="2592" y="2466"/>
                </a:lnTo>
                <a:lnTo>
                  <a:pt x="2593" y="2467"/>
                </a:lnTo>
                <a:lnTo>
                  <a:pt x="2594" y="2467"/>
                </a:lnTo>
                <a:lnTo>
                  <a:pt x="2594" y="2466"/>
                </a:lnTo>
                <a:lnTo>
                  <a:pt x="2595" y="2466"/>
                </a:lnTo>
                <a:lnTo>
                  <a:pt x="2596" y="2465"/>
                </a:lnTo>
                <a:lnTo>
                  <a:pt x="2597" y="2465"/>
                </a:lnTo>
                <a:lnTo>
                  <a:pt x="2598" y="2466"/>
                </a:lnTo>
                <a:lnTo>
                  <a:pt x="2599" y="2466"/>
                </a:lnTo>
                <a:lnTo>
                  <a:pt x="2599" y="2465"/>
                </a:lnTo>
                <a:lnTo>
                  <a:pt x="2601" y="2464"/>
                </a:lnTo>
                <a:lnTo>
                  <a:pt x="2601" y="2465"/>
                </a:lnTo>
                <a:lnTo>
                  <a:pt x="2602" y="2465"/>
                </a:lnTo>
                <a:lnTo>
                  <a:pt x="2603" y="2465"/>
                </a:lnTo>
                <a:lnTo>
                  <a:pt x="2604" y="2465"/>
                </a:lnTo>
                <a:lnTo>
                  <a:pt x="2605" y="2466"/>
                </a:lnTo>
                <a:lnTo>
                  <a:pt x="2606" y="2466"/>
                </a:lnTo>
                <a:lnTo>
                  <a:pt x="2606" y="2467"/>
                </a:lnTo>
                <a:lnTo>
                  <a:pt x="2608" y="2467"/>
                </a:lnTo>
                <a:lnTo>
                  <a:pt x="2609" y="2467"/>
                </a:lnTo>
                <a:lnTo>
                  <a:pt x="2609" y="2468"/>
                </a:lnTo>
                <a:lnTo>
                  <a:pt x="2610" y="2468"/>
                </a:lnTo>
                <a:lnTo>
                  <a:pt x="2611" y="2469"/>
                </a:lnTo>
                <a:lnTo>
                  <a:pt x="2612" y="2469"/>
                </a:lnTo>
                <a:lnTo>
                  <a:pt x="2612" y="2470"/>
                </a:lnTo>
                <a:lnTo>
                  <a:pt x="2612" y="2471"/>
                </a:lnTo>
                <a:lnTo>
                  <a:pt x="2612" y="2472"/>
                </a:lnTo>
                <a:lnTo>
                  <a:pt x="2613" y="2473"/>
                </a:lnTo>
                <a:lnTo>
                  <a:pt x="2613" y="2474"/>
                </a:lnTo>
                <a:lnTo>
                  <a:pt x="2614" y="2474"/>
                </a:lnTo>
                <a:lnTo>
                  <a:pt x="2614" y="2475"/>
                </a:lnTo>
                <a:lnTo>
                  <a:pt x="2615" y="2476"/>
                </a:lnTo>
                <a:lnTo>
                  <a:pt x="2615" y="2477"/>
                </a:lnTo>
                <a:lnTo>
                  <a:pt x="2616" y="2479"/>
                </a:lnTo>
                <a:lnTo>
                  <a:pt x="2616" y="2480"/>
                </a:lnTo>
                <a:lnTo>
                  <a:pt x="2616" y="2481"/>
                </a:lnTo>
                <a:lnTo>
                  <a:pt x="2615" y="2483"/>
                </a:lnTo>
                <a:lnTo>
                  <a:pt x="2615" y="2484"/>
                </a:lnTo>
                <a:lnTo>
                  <a:pt x="2615" y="2485"/>
                </a:lnTo>
                <a:lnTo>
                  <a:pt x="2615" y="2486"/>
                </a:lnTo>
                <a:lnTo>
                  <a:pt x="2615" y="2488"/>
                </a:lnTo>
                <a:lnTo>
                  <a:pt x="2615" y="2490"/>
                </a:lnTo>
                <a:lnTo>
                  <a:pt x="2616" y="2491"/>
                </a:lnTo>
                <a:lnTo>
                  <a:pt x="2617" y="2491"/>
                </a:lnTo>
                <a:lnTo>
                  <a:pt x="2617" y="2492"/>
                </a:lnTo>
                <a:lnTo>
                  <a:pt x="2617" y="2493"/>
                </a:lnTo>
                <a:lnTo>
                  <a:pt x="2616" y="2493"/>
                </a:lnTo>
                <a:lnTo>
                  <a:pt x="2616" y="2494"/>
                </a:lnTo>
                <a:lnTo>
                  <a:pt x="2617" y="2495"/>
                </a:lnTo>
                <a:lnTo>
                  <a:pt x="2618" y="2496"/>
                </a:lnTo>
                <a:lnTo>
                  <a:pt x="2618" y="2497"/>
                </a:lnTo>
                <a:lnTo>
                  <a:pt x="2617" y="2497"/>
                </a:lnTo>
                <a:lnTo>
                  <a:pt x="2617" y="2498"/>
                </a:lnTo>
                <a:lnTo>
                  <a:pt x="2617" y="2499"/>
                </a:lnTo>
                <a:lnTo>
                  <a:pt x="2617" y="2501"/>
                </a:lnTo>
                <a:lnTo>
                  <a:pt x="2617" y="2502"/>
                </a:lnTo>
                <a:lnTo>
                  <a:pt x="2617" y="2503"/>
                </a:lnTo>
                <a:lnTo>
                  <a:pt x="2619" y="2504"/>
                </a:lnTo>
                <a:lnTo>
                  <a:pt x="2619" y="2505"/>
                </a:lnTo>
                <a:lnTo>
                  <a:pt x="2620" y="2505"/>
                </a:lnTo>
                <a:lnTo>
                  <a:pt x="2621" y="2506"/>
                </a:lnTo>
                <a:lnTo>
                  <a:pt x="2622" y="2507"/>
                </a:lnTo>
                <a:lnTo>
                  <a:pt x="2622" y="2508"/>
                </a:lnTo>
                <a:lnTo>
                  <a:pt x="2621" y="2509"/>
                </a:lnTo>
                <a:lnTo>
                  <a:pt x="2621" y="2510"/>
                </a:lnTo>
                <a:lnTo>
                  <a:pt x="2621" y="2511"/>
                </a:lnTo>
                <a:lnTo>
                  <a:pt x="2622" y="2512"/>
                </a:lnTo>
                <a:lnTo>
                  <a:pt x="2623" y="2513"/>
                </a:lnTo>
                <a:lnTo>
                  <a:pt x="2624" y="2513"/>
                </a:lnTo>
                <a:lnTo>
                  <a:pt x="2625" y="2514"/>
                </a:lnTo>
                <a:lnTo>
                  <a:pt x="2624" y="2514"/>
                </a:lnTo>
                <a:lnTo>
                  <a:pt x="2624" y="2515"/>
                </a:lnTo>
                <a:lnTo>
                  <a:pt x="2624" y="2516"/>
                </a:lnTo>
                <a:lnTo>
                  <a:pt x="2624" y="2517"/>
                </a:lnTo>
                <a:lnTo>
                  <a:pt x="2623" y="2517"/>
                </a:lnTo>
                <a:lnTo>
                  <a:pt x="2623" y="2519"/>
                </a:lnTo>
                <a:lnTo>
                  <a:pt x="2623" y="2520"/>
                </a:lnTo>
                <a:lnTo>
                  <a:pt x="2623" y="2521"/>
                </a:lnTo>
                <a:lnTo>
                  <a:pt x="2624" y="2522"/>
                </a:lnTo>
                <a:lnTo>
                  <a:pt x="2623" y="2523"/>
                </a:lnTo>
                <a:lnTo>
                  <a:pt x="2623" y="2524"/>
                </a:lnTo>
                <a:lnTo>
                  <a:pt x="2623" y="2525"/>
                </a:lnTo>
                <a:lnTo>
                  <a:pt x="2623" y="2526"/>
                </a:lnTo>
                <a:lnTo>
                  <a:pt x="2624" y="2527"/>
                </a:lnTo>
                <a:lnTo>
                  <a:pt x="2623" y="2527"/>
                </a:lnTo>
                <a:lnTo>
                  <a:pt x="2622" y="2528"/>
                </a:lnTo>
                <a:lnTo>
                  <a:pt x="2623" y="2529"/>
                </a:lnTo>
                <a:lnTo>
                  <a:pt x="2624" y="2529"/>
                </a:lnTo>
                <a:lnTo>
                  <a:pt x="2625" y="2530"/>
                </a:lnTo>
                <a:lnTo>
                  <a:pt x="2626" y="2530"/>
                </a:lnTo>
                <a:lnTo>
                  <a:pt x="2626" y="2529"/>
                </a:lnTo>
                <a:lnTo>
                  <a:pt x="2627" y="2530"/>
                </a:lnTo>
                <a:lnTo>
                  <a:pt x="2627" y="2531"/>
                </a:lnTo>
                <a:lnTo>
                  <a:pt x="2627" y="2532"/>
                </a:lnTo>
                <a:lnTo>
                  <a:pt x="2628" y="2532"/>
                </a:lnTo>
                <a:lnTo>
                  <a:pt x="2628" y="2533"/>
                </a:lnTo>
                <a:lnTo>
                  <a:pt x="2628" y="2534"/>
                </a:lnTo>
                <a:lnTo>
                  <a:pt x="2629" y="2534"/>
                </a:lnTo>
                <a:lnTo>
                  <a:pt x="2629" y="2535"/>
                </a:lnTo>
                <a:lnTo>
                  <a:pt x="2630" y="2534"/>
                </a:lnTo>
                <a:lnTo>
                  <a:pt x="2630" y="2535"/>
                </a:lnTo>
                <a:lnTo>
                  <a:pt x="2631" y="2535"/>
                </a:lnTo>
                <a:lnTo>
                  <a:pt x="2632" y="2535"/>
                </a:lnTo>
                <a:lnTo>
                  <a:pt x="2633" y="2536"/>
                </a:lnTo>
                <a:lnTo>
                  <a:pt x="2633" y="2537"/>
                </a:lnTo>
                <a:lnTo>
                  <a:pt x="2633" y="2538"/>
                </a:lnTo>
                <a:lnTo>
                  <a:pt x="2634" y="2538"/>
                </a:lnTo>
                <a:lnTo>
                  <a:pt x="2635" y="2538"/>
                </a:lnTo>
                <a:lnTo>
                  <a:pt x="2635" y="2539"/>
                </a:lnTo>
                <a:lnTo>
                  <a:pt x="2635" y="2540"/>
                </a:lnTo>
                <a:lnTo>
                  <a:pt x="2634" y="2541"/>
                </a:lnTo>
                <a:lnTo>
                  <a:pt x="2634" y="2542"/>
                </a:lnTo>
                <a:lnTo>
                  <a:pt x="2635" y="2543"/>
                </a:lnTo>
                <a:lnTo>
                  <a:pt x="2635" y="2545"/>
                </a:lnTo>
                <a:lnTo>
                  <a:pt x="2634" y="2546"/>
                </a:lnTo>
                <a:lnTo>
                  <a:pt x="2635" y="2547"/>
                </a:lnTo>
                <a:lnTo>
                  <a:pt x="2634" y="2549"/>
                </a:lnTo>
                <a:lnTo>
                  <a:pt x="2635" y="2551"/>
                </a:lnTo>
                <a:lnTo>
                  <a:pt x="2635" y="2552"/>
                </a:lnTo>
                <a:lnTo>
                  <a:pt x="2636" y="2553"/>
                </a:lnTo>
                <a:lnTo>
                  <a:pt x="2636" y="2554"/>
                </a:lnTo>
                <a:lnTo>
                  <a:pt x="2637" y="2555"/>
                </a:lnTo>
                <a:lnTo>
                  <a:pt x="2637" y="2556"/>
                </a:lnTo>
                <a:lnTo>
                  <a:pt x="2636" y="2556"/>
                </a:lnTo>
                <a:lnTo>
                  <a:pt x="2636" y="2557"/>
                </a:lnTo>
                <a:lnTo>
                  <a:pt x="2636" y="2559"/>
                </a:lnTo>
                <a:lnTo>
                  <a:pt x="2636" y="2560"/>
                </a:lnTo>
                <a:lnTo>
                  <a:pt x="2635" y="2560"/>
                </a:lnTo>
                <a:lnTo>
                  <a:pt x="2635" y="2561"/>
                </a:lnTo>
                <a:lnTo>
                  <a:pt x="2634" y="2563"/>
                </a:lnTo>
                <a:lnTo>
                  <a:pt x="2633" y="2564"/>
                </a:lnTo>
                <a:lnTo>
                  <a:pt x="2633" y="2565"/>
                </a:lnTo>
                <a:lnTo>
                  <a:pt x="2634" y="2565"/>
                </a:lnTo>
                <a:lnTo>
                  <a:pt x="2634" y="2566"/>
                </a:lnTo>
                <a:lnTo>
                  <a:pt x="2635" y="2566"/>
                </a:lnTo>
                <a:lnTo>
                  <a:pt x="2636" y="2566"/>
                </a:lnTo>
                <a:lnTo>
                  <a:pt x="2636" y="2567"/>
                </a:lnTo>
                <a:lnTo>
                  <a:pt x="2636" y="2568"/>
                </a:lnTo>
                <a:lnTo>
                  <a:pt x="2636" y="2569"/>
                </a:lnTo>
                <a:lnTo>
                  <a:pt x="2637" y="2570"/>
                </a:lnTo>
                <a:lnTo>
                  <a:pt x="2636" y="2570"/>
                </a:lnTo>
                <a:lnTo>
                  <a:pt x="2636" y="2571"/>
                </a:lnTo>
                <a:lnTo>
                  <a:pt x="2635" y="2571"/>
                </a:lnTo>
                <a:lnTo>
                  <a:pt x="2634" y="2571"/>
                </a:lnTo>
                <a:lnTo>
                  <a:pt x="2633" y="2571"/>
                </a:lnTo>
                <a:lnTo>
                  <a:pt x="2631" y="2571"/>
                </a:lnTo>
                <a:lnTo>
                  <a:pt x="2630" y="2571"/>
                </a:lnTo>
                <a:lnTo>
                  <a:pt x="2629" y="2570"/>
                </a:lnTo>
                <a:lnTo>
                  <a:pt x="2628" y="2570"/>
                </a:lnTo>
                <a:lnTo>
                  <a:pt x="2626" y="2570"/>
                </a:lnTo>
                <a:lnTo>
                  <a:pt x="2625" y="2570"/>
                </a:lnTo>
                <a:lnTo>
                  <a:pt x="2624" y="2570"/>
                </a:lnTo>
                <a:lnTo>
                  <a:pt x="2623" y="2570"/>
                </a:lnTo>
                <a:lnTo>
                  <a:pt x="2621" y="2570"/>
                </a:lnTo>
                <a:lnTo>
                  <a:pt x="2620" y="2570"/>
                </a:lnTo>
                <a:lnTo>
                  <a:pt x="2619" y="2568"/>
                </a:lnTo>
                <a:lnTo>
                  <a:pt x="2618" y="2568"/>
                </a:lnTo>
                <a:lnTo>
                  <a:pt x="2618" y="2567"/>
                </a:lnTo>
                <a:lnTo>
                  <a:pt x="2616" y="2566"/>
                </a:lnTo>
                <a:lnTo>
                  <a:pt x="2615" y="2566"/>
                </a:lnTo>
                <a:lnTo>
                  <a:pt x="2615" y="2567"/>
                </a:lnTo>
                <a:lnTo>
                  <a:pt x="2614" y="2567"/>
                </a:lnTo>
                <a:lnTo>
                  <a:pt x="2614" y="2566"/>
                </a:lnTo>
                <a:lnTo>
                  <a:pt x="2613" y="2566"/>
                </a:lnTo>
                <a:lnTo>
                  <a:pt x="2611" y="2567"/>
                </a:lnTo>
                <a:lnTo>
                  <a:pt x="2610" y="2568"/>
                </a:lnTo>
                <a:lnTo>
                  <a:pt x="2609" y="2568"/>
                </a:lnTo>
                <a:lnTo>
                  <a:pt x="2608" y="2568"/>
                </a:lnTo>
                <a:lnTo>
                  <a:pt x="2607" y="2569"/>
                </a:lnTo>
                <a:lnTo>
                  <a:pt x="2607" y="2571"/>
                </a:lnTo>
                <a:lnTo>
                  <a:pt x="2606" y="2572"/>
                </a:lnTo>
                <a:lnTo>
                  <a:pt x="2606" y="2573"/>
                </a:lnTo>
                <a:lnTo>
                  <a:pt x="2606" y="2574"/>
                </a:lnTo>
                <a:lnTo>
                  <a:pt x="2605" y="2574"/>
                </a:lnTo>
                <a:lnTo>
                  <a:pt x="2604" y="2575"/>
                </a:lnTo>
                <a:lnTo>
                  <a:pt x="2604" y="2576"/>
                </a:lnTo>
                <a:lnTo>
                  <a:pt x="2603" y="2576"/>
                </a:lnTo>
                <a:lnTo>
                  <a:pt x="2601" y="2576"/>
                </a:lnTo>
                <a:lnTo>
                  <a:pt x="2600" y="2575"/>
                </a:lnTo>
                <a:lnTo>
                  <a:pt x="2599" y="2575"/>
                </a:lnTo>
                <a:lnTo>
                  <a:pt x="2598" y="2575"/>
                </a:lnTo>
                <a:lnTo>
                  <a:pt x="2596" y="2575"/>
                </a:lnTo>
                <a:lnTo>
                  <a:pt x="2595" y="2575"/>
                </a:lnTo>
                <a:lnTo>
                  <a:pt x="2593" y="2575"/>
                </a:lnTo>
                <a:lnTo>
                  <a:pt x="2592" y="2575"/>
                </a:lnTo>
                <a:lnTo>
                  <a:pt x="2592" y="2577"/>
                </a:lnTo>
                <a:lnTo>
                  <a:pt x="2592" y="2578"/>
                </a:lnTo>
                <a:lnTo>
                  <a:pt x="2591" y="2579"/>
                </a:lnTo>
                <a:lnTo>
                  <a:pt x="2591" y="2580"/>
                </a:lnTo>
                <a:lnTo>
                  <a:pt x="2590" y="2581"/>
                </a:lnTo>
                <a:lnTo>
                  <a:pt x="2590" y="2582"/>
                </a:lnTo>
                <a:lnTo>
                  <a:pt x="2589" y="2582"/>
                </a:lnTo>
                <a:lnTo>
                  <a:pt x="2588" y="2583"/>
                </a:lnTo>
                <a:lnTo>
                  <a:pt x="2586" y="2583"/>
                </a:lnTo>
                <a:lnTo>
                  <a:pt x="2585" y="2583"/>
                </a:lnTo>
                <a:lnTo>
                  <a:pt x="2584" y="2584"/>
                </a:lnTo>
                <a:lnTo>
                  <a:pt x="2582" y="2584"/>
                </a:lnTo>
                <a:lnTo>
                  <a:pt x="2580" y="2584"/>
                </a:lnTo>
                <a:lnTo>
                  <a:pt x="2579" y="2584"/>
                </a:lnTo>
                <a:lnTo>
                  <a:pt x="2578" y="2583"/>
                </a:lnTo>
                <a:lnTo>
                  <a:pt x="2576" y="2583"/>
                </a:lnTo>
                <a:lnTo>
                  <a:pt x="2575" y="2583"/>
                </a:lnTo>
                <a:lnTo>
                  <a:pt x="2574" y="2582"/>
                </a:lnTo>
                <a:lnTo>
                  <a:pt x="2573" y="2582"/>
                </a:lnTo>
                <a:lnTo>
                  <a:pt x="2571" y="2581"/>
                </a:lnTo>
                <a:lnTo>
                  <a:pt x="2569" y="2581"/>
                </a:lnTo>
                <a:lnTo>
                  <a:pt x="2568" y="2581"/>
                </a:lnTo>
                <a:lnTo>
                  <a:pt x="2567" y="2581"/>
                </a:lnTo>
                <a:lnTo>
                  <a:pt x="2566" y="2581"/>
                </a:lnTo>
                <a:lnTo>
                  <a:pt x="2565" y="2581"/>
                </a:lnTo>
                <a:lnTo>
                  <a:pt x="2564" y="2581"/>
                </a:lnTo>
                <a:lnTo>
                  <a:pt x="2563" y="2580"/>
                </a:lnTo>
                <a:lnTo>
                  <a:pt x="2562" y="2580"/>
                </a:lnTo>
                <a:lnTo>
                  <a:pt x="2561" y="2581"/>
                </a:lnTo>
                <a:lnTo>
                  <a:pt x="2560" y="2581"/>
                </a:lnTo>
                <a:lnTo>
                  <a:pt x="2559" y="2582"/>
                </a:lnTo>
                <a:lnTo>
                  <a:pt x="2558" y="2584"/>
                </a:lnTo>
                <a:lnTo>
                  <a:pt x="2557" y="2584"/>
                </a:lnTo>
                <a:lnTo>
                  <a:pt x="2555" y="2586"/>
                </a:lnTo>
                <a:lnTo>
                  <a:pt x="2553" y="2587"/>
                </a:lnTo>
                <a:lnTo>
                  <a:pt x="2553" y="2588"/>
                </a:lnTo>
                <a:lnTo>
                  <a:pt x="2552" y="2589"/>
                </a:lnTo>
                <a:lnTo>
                  <a:pt x="2551" y="2589"/>
                </a:lnTo>
                <a:lnTo>
                  <a:pt x="2550" y="2590"/>
                </a:lnTo>
                <a:lnTo>
                  <a:pt x="2549" y="2591"/>
                </a:lnTo>
                <a:lnTo>
                  <a:pt x="2549" y="2592"/>
                </a:lnTo>
                <a:lnTo>
                  <a:pt x="2549" y="2593"/>
                </a:lnTo>
                <a:lnTo>
                  <a:pt x="2549" y="2594"/>
                </a:lnTo>
                <a:lnTo>
                  <a:pt x="2548" y="2594"/>
                </a:lnTo>
                <a:lnTo>
                  <a:pt x="2547" y="2595"/>
                </a:lnTo>
                <a:lnTo>
                  <a:pt x="2546" y="2595"/>
                </a:lnTo>
                <a:lnTo>
                  <a:pt x="2546" y="2596"/>
                </a:lnTo>
                <a:lnTo>
                  <a:pt x="2545" y="2596"/>
                </a:lnTo>
                <a:lnTo>
                  <a:pt x="2544" y="2596"/>
                </a:lnTo>
                <a:lnTo>
                  <a:pt x="2543" y="2596"/>
                </a:lnTo>
                <a:lnTo>
                  <a:pt x="2543" y="2597"/>
                </a:lnTo>
                <a:lnTo>
                  <a:pt x="2542" y="2597"/>
                </a:lnTo>
                <a:lnTo>
                  <a:pt x="2541" y="2597"/>
                </a:lnTo>
                <a:lnTo>
                  <a:pt x="2540" y="2597"/>
                </a:lnTo>
                <a:lnTo>
                  <a:pt x="2540" y="2596"/>
                </a:lnTo>
                <a:lnTo>
                  <a:pt x="2539" y="2596"/>
                </a:lnTo>
                <a:lnTo>
                  <a:pt x="2538" y="2596"/>
                </a:lnTo>
                <a:lnTo>
                  <a:pt x="2538" y="2597"/>
                </a:lnTo>
                <a:lnTo>
                  <a:pt x="2538" y="2598"/>
                </a:lnTo>
                <a:lnTo>
                  <a:pt x="2538" y="2599"/>
                </a:lnTo>
                <a:lnTo>
                  <a:pt x="2537" y="2599"/>
                </a:lnTo>
                <a:lnTo>
                  <a:pt x="2537" y="2600"/>
                </a:lnTo>
                <a:lnTo>
                  <a:pt x="2537" y="2601"/>
                </a:lnTo>
                <a:lnTo>
                  <a:pt x="2536" y="2602"/>
                </a:lnTo>
                <a:lnTo>
                  <a:pt x="2536" y="2604"/>
                </a:lnTo>
                <a:lnTo>
                  <a:pt x="2536" y="2605"/>
                </a:lnTo>
                <a:lnTo>
                  <a:pt x="2535" y="2607"/>
                </a:lnTo>
                <a:lnTo>
                  <a:pt x="2535" y="2608"/>
                </a:lnTo>
                <a:lnTo>
                  <a:pt x="2536" y="2608"/>
                </a:lnTo>
                <a:lnTo>
                  <a:pt x="2536" y="2609"/>
                </a:lnTo>
                <a:lnTo>
                  <a:pt x="2536" y="2610"/>
                </a:lnTo>
                <a:lnTo>
                  <a:pt x="2536" y="2611"/>
                </a:lnTo>
                <a:lnTo>
                  <a:pt x="2535" y="2611"/>
                </a:lnTo>
                <a:lnTo>
                  <a:pt x="2535" y="2612"/>
                </a:lnTo>
                <a:lnTo>
                  <a:pt x="2536" y="2613"/>
                </a:lnTo>
                <a:lnTo>
                  <a:pt x="2537" y="2614"/>
                </a:lnTo>
                <a:lnTo>
                  <a:pt x="2536" y="2614"/>
                </a:lnTo>
                <a:lnTo>
                  <a:pt x="2536" y="2615"/>
                </a:lnTo>
                <a:lnTo>
                  <a:pt x="2537" y="2615"/>
                </a:lnTo>
                <a:lnTo>
                  <a:pt x="2538" y="2616"/>
                </a:lnTo>
                <a:lnTo>
                  <a:pt x="2539" y="2616"/>
                </a:lnTo>
                <a:lnTo>
                  <a:pt x="2539" y="2618"/>
                </a:lnTo>
                <a:lnTo>
                  <a:pt x="2539" y="2619"/>
                </a:lnTo>
                <a:lnTo>
                  <a:pt x="2538" y="2619"/>
                </a:lnTo>
                <a:lnTo>
                  <a:pt x="2537" y="2620"/>
                </a:lnTo>
                <a:lnTo>
                  <a:pt x="2536" y="2620"/>
                </a:lnTo>
                <a:lnTo>
                  <a:pt x="2535" y="2620"/>
                </a:lnTo>
                <a:lnTo>
                  <a:pt x="2534" y="2620"/>
                </a:lnTo>
                <a:lnTo>
                  <a:pt x="2533" y="2621"/>
                </a:lnTo>
                <a:lnTo>
                  <a:pt x="2533" y="2622"/>
                </a:lnTo>
                <a:lnTo>
                  <a:pt x="2532" y="2622"/>
                </a:lnTo>
                <a:lnTo>
                  <a:pt x="2532" y="2623"/>
                </a:lnTo>
                <a:lnTo>
                  <a:pt x="2532" y="2624"/>
                </a:lnTo>
                <a:lnTo>
                  <a:pt x="2531" y="2625"/>
                </a:lnTo>
                <a:lnTo>
                  <a:pt x="2530" y="2625"/>
                </a:lnTo>
                <a:lnTo>
                  <a:pt x="2531" y="2627"/>
                </a:lnTo>
                <a:lnTo>
                  <a:pt x="2531" y="2628"/>
                </a:lnTo>
                <a:lnTo>
                  <a:pt x="2530" y="2629"/>
                </a:lnTo>
                <a:lnTo>
                  <a:pt x="2529" y="2630"/>
                </a:lnTo>
                <a:lnTo>
                  <a:pt x="2530" y="2630"/>
                </a:lnTo>
                <a:lnTo>
                  <a:pt x="2530" y="2631"/>
                </a:lnTo>
                <a:lnTo>
                  <a:pt x="2530" y="2630"/>
                </a:lnTo>
                <a:lnTo>
                  <a:pt x="2531" y="2630"/>
                </a:lnTo>
                <a:lnTo>
                  <a:pt x="2532" y="2630"/>
                </a:lnTo>
                <a:lnTo>
                  <a:pt x="2532" y="2631"/>
                </a:lnTo>
                <a:lnTo>
                  <a:pt x="2533" y="2632"/>
                </a:lnTo>
                <a:lnTo>
                  <a:pt x="2533" y="2633"/>
                </a:lnTo>
                <a:lnTo>
                  <a:pt x="2533" y="2634"/>
                </a:lnTo>
                <a:lnTo>
                  <a:pt x="2533" y="2635"/>
                </a:lnTo>
                <a:lnTo>
                  <a:pt x="2533" y="2637"/>
                </a:lnTo>
                <a:lnTo>
                  <a:pt x="2533" y="2638"/>
                </a:lnTo>
                <a:lnTo>
                  <a:pt x="2532" y="2639"/>
                </a:lnTo>
                <a:lnTo>
                  <a:pt x="2531" y="2639"/>
                </a:lnTo>
                <a:lnTo>
                  <a:pt x="2530" y="2639"/>
                </a:lnTo>
                <a:lnTo>
                  <a:pt x="2531" y="2641"/>
                </a:lnTo>
                <a:lnTo>
                  <a:pt x="2531" y="2642"/>
                </a:lnTo>
                <a:lnTo>
                  <a:pt x="2531" y="2643"/>
                </a:lnTo>
                <a:lnTo>
                  <a:pt x="2531" y="2644"/>
                </a:lnTo>
                <a:lnTo>
                  <a:pt x="2532" y="2645"/>
                </a:lnTo>
                <a:lnTo>
                  <a:pt x="2532" y="2646"/>
                </a:lnTo>
                <a:lnTo>
                  <a:pt x="2534" y="2647"/>
                </a:lnTo>
                <a:lnTo>
                  <a:pt x="2535" y="2647"/>
                </a:lnTo>
                <a:lnTo>
                  <a:pt x="2536" y="2647"/>
                </a:lnTo>
                <a:lnTo>
                  <a:pt x="2537" y="2647"/>
                </a:lnTo>
                <a:lnTo>
                  <a:pt x="2538" y="2647"/>
                </a:lnTo>
                <a:lnTo>
                  <a:pt x="2538" y="2648"/>
                </a:lnTo>
                <a:lnTo>
                  <a:pt x="2540" y="2648"/>
                </a:lnTo>
                <a:lnTo>
                  <a:pt x="2541" y="2648"/>
                </a:lnTo>
                <a:lnTo>
                  <a:pt x="2543" y="2648"/>
                </a:lnTo>
                <a:lnTo>
                  <a:pt x="2544" y="2648"/>
                </a:lnTo>
                <a:lnTo>
                  <a:pt x="2544" y="2649"/>
                </a:lnTo>
                <a:lnTo>
                  <a:pt x="2545" y="2649"/>
                </a:lnTo>
                <a:lnTo>
                  <a:pt x="2546" y="2650"/>
                </a:lnTo>
                <a:lnTo>
                  <a:pt x="2545" y="2651"/>
                </a:lnTo>
                <a:lnTo>
                  <a:pt x="2544" y="2652"/>
                </a:lnTo>
                <a:lnTo>
                  <a:pt x="2544" y="2653"/>
                </a:lnTo>
                <a:lnTo>
                  <a:pt x="2545" y="2653"/>
                </a:lnTo>
                <a:lnTo>
                  <a:pt x="2546" y="2654"/>
                </a:lnTo>
                <a:lnTo>
                  <a:pt x="2547" y="2654"/>
                </a:lnTo>
                <a:lnTo>
                  <a:pt x="2549" y="2654"/>
                </a:lnTo>
                <a:lnTo>
                  <a:pt x="2550" y="2654"/>
                </a:lnTo>
                <a:lnTo>
                  <a:pt x="2551" y="2655"/>
                </a:lnTo>
                <a:lnTo>
                  <a:pt x="2552" y="2655"/>
                </a:lnTo>
                <a:lnTo>
                  <a:pt x="2554" y="2655"/>
                </a:lnTo>
                <a:lnTo>
                  <a:pt x="2555" y="2655"/>
                </a:lnTo>
                <a:lnTo>
                  <a:pt x="2556" y="2655"/>
                </a:lnTo>
                <a:lnTo>
                  <a:pt x="2557" y="2655"/>
                </a:lnTo>
                <a:lnTo>
                  <a:pt x="2558" y="2655"/>
                </a:lnTo>
                <a:lnTo>
                  <a:pt x="2559" y="2656"/>
                </a:lnTo>
                <a:lnTo>
                  <a:pt x="2559" y="2657"/>
                </a:lnTo>
                <a:lnTo>
                  <a:pt x="2560" y="2658"/>
                </a:lnTo>
                <a:lnTo>
                  <a:pt x="2561" y="2657"/>
                </a:lnTo>
                <a:lnTo>
                  <a:pt x="2562" y="2657"/>
                </a:lnTo>
                <a:lnTo>
                  <a:pt x="2564" y="2657"/>
                </a:lnTo>
                <a:lnTo>
                  <a:pt x="2564" y="2658"/>
                </a:lnTo>
                <a:lnTo>
                  <a:pt x="2565" y="2658"/>
                </a:lnTo>
                <a:lnTo>
                  <a:pt x="2566" y="2658"/>
                </a:lnTo>
                <a:lnTo>
                  <a:pt x="2566" y="2659"/>
                </a:lnTo>
                <a:lnTo>
                  <a:pt x="2568" y="2659"/>
                </a:lnTo>
                <a:lnTo>
                  <a:pt x="2569" y="2659"/>
                </a:lnTo>
                <a:lnTo>
                  <a:pt x="2569" y="2660"/>
                </a:lnTo>
                <a:lnTo>
                  <a:pt x="2570" y="2660"/>
                </a:lnTo>
                <a:lnTo>
                  <a:pt x="2571" y="2661"/>
                </a:lnTo>
                <a:lnTo>
                  <a:pt x="2572" y="2661"/>
                </a:lnTo>
                <a:lnTo>
                  <a:pt x="2573" y="2661"/>
                </a:lnTo>
                <a:lnTo>
                  <a:pt x="2574" y="2662"/>
                </a:lnTo>
                <a:lnTo>
                  <a:pt x="2575" y="2662"/>
                </a:lnTo>
                <a:lnTo>
                  <a:pt x="2575" y="2663"/>
                </a:lnTo>
                <a:lnTo>
                  <a:pt x="2577" y="2664"/>
                </a:lnTo>
                <a:lnTo>
                  <a:pt x="2578" y="2664"/>
                </a:lnTo>
                <a:lnTo>
                  <a:pt x="2577" y="2666"/>
                </a:lnTo>
                <a:lnTo>
                  <a:pt x="2577" y="2667"/>
                </a:lnTo>
                <a:lnTo>
                  <a:pt x="2576" y="2668"/>
                </a:lnTo>
                <a:lnTo>
                  <a:pt x="2576" y="2669"/>
                </a:lnTo>
                <a:lnTo>
                  <a:pt x="2576" y="2670"/>
                </a:lnTo>
                <a:lnTo>
                  <a:pt x="2577" y="2670"/>
                </a:lnTo>
                <a:lnTo>
                  <a:pt x="2577" y="2671"/>
                </a:lnTo>
                <a:lnTo>
                  <a:pt x="2577" y="2672"/>
                </a:lnTo>
                <a:lnTo>
                  <a:pt x="2576" y="2673"/>
                </a:lnTo>
                <a:lnTo>
                  <a:pt x="2576" y="2674"/>
                </a:lnTo>
                <a:lnTo>
                  <a:pt x="2577" y="2675"/>
                </a:lnTo>
                <a:lnTo>
                  <a:pt x="2577" y="2676"/>
                </a:lnTo>
                <a:lnTo>
                  <a:pt x="2576" y="2676"/>
                </a:lnTo>
                <a:lnTo>
                  <a:pt x="2575" y="2676"/>
                </a:lnTo>
                <a:lnTo>
                  <a:pt x="2575" y="2677"/>
                </a:lnTo>
                <a:lnTo>
                  <a:pt x="2576" y="2677"/>
                </a:lnTo>
                <a:lnTo>
                  <a:pt x="2576" y="2678"/>
                </a:lnTo>
                <a:lnTo>
                  <a:pt x="2575" y="2678"/>
                </a:lnTo>
                <a:lnTo>
                  <a:pt x="2575" y="2679"/>
                </a:lnTo>
                <a:lnTo>
                  <a:pt x="2574" y="2681"/>
                </a:lnTo>
                <a:lnTo>
                  <a:pt x="2574" y="2682"/>
                </a:lnTo>
                <a:lnTo>
                  <a:pt x="2574" y="2683"/>
                </a:lnTo>
                <a:lnTo>
                  <a:pt x="2575" y="2684"/>
                </a:lnTo>
                <a:lnTo>
                  <a:pt x="2576" y="2684"/>
                </a:lnTo>
                <a:lnTo>
                  <a:pt x="2577" y="2684"/>
                </a:lnTo>
                <a:lnTo>
                  <a:pt x="2578" y="2684"/>
                </a:lnTo>
                <a:lnTo>
                  <a:pt x="2578" y="2685"/>
                </a:lnTo>
                <a:lnTo>
                  <a:pt x="2577" y="2686"/>
                </a:lnTo>
                <a:lnTo>
                  <a:pt x="2577" y="2687"/>
                </a:lnTo>
                <a:lnTo>
                  <a:pt x="2576" y="2688"/>
                </a:lnTo>
                <a:lnTo>
                  <a:pt x="2575" y="2688"/>
                </a:lnTo>
                <a:lnTo>
                  <a:pt x="2575" y="2689"/>
                </a:lnTo>
                <a:lnTo>
                  <a:pt x="2575" y="2690"/>
                </a:lnTo>
                <a:lnTo>
                  <a:pt x="2575" y="2691"/>
                </a:lnTo>
                <a:lnTo>
                  <a:pt x="2574" y="2691"/>
                </a:lnTo>
                <a:lnTo>
                  <a:pt x="2574" y="2692"/>
                </a:lnTo>
                <a:lnTo>
                  <a:pt x="2573" y="2692"/>
                </a:lnTo>
                <a:lnTo>
                  <a:pt x="2574" y="2692"/>
                </a:lnTo>
                <a:lnTo>
                  <a:pt x="2574" y="2693"/>
                </a:lnTo>
                <a:lnTo>
                  <a:pt x="2575" y="2694"/>
                </a:lnTo>
                <a:lnTo>
                  <a:pt x="2575" y="2695"/>
                </a:lnTo>
                <a:lnTo>
                  <a:pt x="2575" y="2694"/>
                </a:lnTo>
                <a:lnTo>
                  <a:pt x="2574" y="2694"/>
                </a:lnTo>
                <a:lnTo>
                  <a:pt x="2574" y="2695"/>
                </a:lnTo>
                <a:lnTo>
                  <a:pt x="2574" y="2696"/>
                </a:lnTo>
                <a:lnTo>
                  <a:pt x="2573" y="2697"/>
                </a:lnTo>
                <a:lnTo>
                  <a:pt x="2573" y="2698"/>
                </a:lnTo>
                <a:lnTo>
                  <a:pt x="2572" y="2698"/>
                </a:lnTo>
                <a:lnTo>
                  <a:pt x="2572" y="2699"/>
                </a:lnTo>
                <a:lnTo>
                  <a:pt x="2572" y="2700"/>
                </a:lnTo>
                <a:lnTo>
                  <a:pt x="2572" y="2701"/>
                </a:lnTo>
                <a:lnTo>
                  <a:pt x="2572" y="2702"/>
                </a:lnTo>
                <a:lnTo>
                  <a:pt x="2573" y="2703"/>
                </a:lnTo>
                <a:lnTo>
                  <a:pt x="2572" y="2703"/>
                </a:lnTo>
                <a:lnTo>
                  <a:pt x="2572" y="2704"/>
                </a:lnTo>
                <a:lnTo>
                  <a:pt x="2571" y="2704"/>
                </a:lnTo>
                <a:lnTo>
                  <a:pt x="2571" y="2705"/>
                </a:lnTo>
                <a:lnTo>
                  <a:pt x="2570" y="2706"/>
                </a:lnTo>
                <a:lnTo>
                  <a:pt x="2570" y="2707"/>
                </a:lnTo>
                <a:lnTo>
                  <a:pt x="2571" y="2707"/>
                </a:lnTo>
                <a:lnTo>
                  <a:pt x="2572" y="2708"/>
                </a:lnTo>
                <a:lnTo>
                  <a:pt x="2572" y="2709"/>
                </a:lnTo>
                <a:lnTo>
                  <a:pt x="2573" y="2709"/>
                </a:lnTo>
                <a:lnTo>
                  <a:pt x="2573" y="2710"/>
                </a:lnTo>
                <a:lnTo>
                  <a:pt x="2574" y="2710"/>
                </a:lnTo>
                <a:lnTo>
                  <a:pt x="2573" y="2711"/>
                </a:lnTo>
                <a:lnTo>
                  <a:pt x="2573" y="2712"/>
                </a:lnTo>
                <a:lnTo>
                  <a:pt x="2574" y="2712"/>
                </a:lnTo>
                <a:lnTo>
                  <a:pt x="2575" y="2713"/>
                </a:lnTo>
                <a:lnTo>
                  <a:pt x="2575" y="2712"/>
                </a:lnTo>
                <a:lnTo>
                  <a:pt x="2576" y="2712"/>
                </a:lnTo>
                <a:lnTo>
                  <a:pt x="2577" y="2712"/>
                </a:lnTo>
                <a:lnTo>
                  <a:pt x="2577" y="2713"/>
                </a:lnTo>
                <a:lnTo>
                  <a:pt x="2578" y="2714"/>
                </a:lnTo>
                <a:lnTo>
                  <a:pt x="2578" y="2715"/>
                </a:lnTo>
                <a:lnTo>
                  <a:pt x="2577" y="2715"/>
                </a:lnTo>
                <a:lnTo>
                  <a:pt x="2576" y="2716"/>
                </a:lnTo>
                <a:lnTo>
                  <a:pt x="2574" y="2718"/>
                </a:lnTo>
                <a:lnTo>
                  <a:pt x="2573" y="2718"/>
                </a:lnTo>
                <a:lnTo>
                  <a:pt x="2573" y="2720"/>
                </a:lnTo>
                <a:lnTo>
                  <a:pt x="2572" y="2721"/>
                </a:lnTo>
                <a:lnTo>
                  <a:pt x="2572" y="2722"/>
                </a:lnTo>
                <a:lnTo>
                  <a:pt x="2571" y="2723"/>
                </a:lnTo>
                <a:lnTo>
                  <a:pt x="2571" y="2724"/>
                </a:lnTo>
                <a:lnTo>
                  <a:pt x="2572" y="2724"/>
                </a:lnTo>
                <a:lnTo>
                  <a:pt x="2572" y="2725"/>
                </a:lnTo>
                <a:lnTo>
                  <a:pt x="2573" y="2726"/>
                </a:lnTo>
                <a:lnTo>
                  <a:pt x="2574" y="2726"/>
                </a:lnTo>
                <a:lnTo>
                  <a:pt x="2574" y="2727"/>
                </a:lnTo>
                <a:lnTo>
                  <a:pt x="2576" y="2728"/>
                </a:lnTo>
                <a:lnTo>
                  <a:pt x="2577" y="2728"/>
                </a:lnTo>
                <a:lnTo>
                  <a:pt x="2577" y="2729"/>
                </a:lnTo>
                <a:lnTo>
                  <a:pt x="2578" y="2729"/>
                </a:lnTo>
                <a:lnTo>
                  <a:pt x="2579" y="2730"/>
                </a:lnTo>
                <a:lnTo>
                  <a:pt x="2579" y="2731"/>
                </a:lnTo>
                <a:lnTo>
                  <a:pt x="2578" y="2731"/>
                </a:lnTo>
                <a:lnTo>
                  <a:pt x="2578" y="2732"/>
                </a:lnTo>
                <a:lnTo>
                  <a:pt x="2578" y="2733"/>
                </a:lnTo>
                <a:lnTo>
                  <a:pt x="2578" y="2734"/>
                </a:lnTo>
                <a:lnTo>
                  <a:pt x="2577" y="2735"/>
                </a:lnTo>
                <a:lnTo>
                  <a:pt x="2577" y="2736"/>
                </a:lnTo>
                <a:lnTo>
                  <a:pt x="2577" y="2737"/>
                </a:lnTo>
                <a:lnTo>
                  <a:pt x="2578" y="2738"/>
                </a:lnTo>
                <a:lnTo>
                  <a:pt x="2578" y="2739"/>
                </a:lnTo>
                <a:lnTo>
                  <a:pt x="2578" y="2740"/>
                </a:lnTo>
                <a:lnTo>
                  <a:pt x="2577" y="2740"/>
                </a:lnTo>
                <a:lnTo>
                  <a:pt x="2577" y="2741"/>
                </a:lnTo>
                <a:lnTo>
                  <a:pt x="2578" y="2742"/>
                </a:lnTo>
                <a:lnTo>
                  <a:pt x="2578" y="2743"/>
                </a:lnTo>
                <a:lnTo>
                  <a:pt x="2579" y="2743"/>
                </a:lnTo>
                <a:lnTo>
                  <a:pt x="2579" y="2745"/>
                </a:lnTo>
                <a:lnTo>
                  <a:pt x="2579" y="2746"/>
                </a:lnTo>
                <a:lnTo>
                  <a:pt x="2580" y="2746"/>
                </a:lnTo>
                <a:lnTo>
                  <a:pt x="2580" y="2747"/>
                </a:lnTo>
                <a:lnTo>
                  <a:pt x="2579" y="2748"/>
                </a:lnTo>
                <a:lnTo>
                  <a:pt x="2579" y="2750"/>
                </a:lnTo>
                <a:lnTo>
                  <a:pt x="2580" y="2752"/>
                </a:lnTo>
                <a:lnTo>
                  <a:pt x="2580" y="2753"/>
                </a:lnTo>
                <a:lnTo>
                  <a:pt x="2579" y="2754"/>
                </a:lnTo>
                <a:lnTo>
                  <a:pt x="2578" y="2755"/>
                </a:lnTo>
                <a:lnTo>
                  <a:pt x="2577" y="2756"/>
                </a:lnTo>
                <a:lnTo>
                  <a:pt x="2574" y="2756"/>
                </a:lnTo>
                <a:lnTo>
                  <a:pt x="2573" y="2756"/>
                </a:lnTo>
                <a:lnTo>
                  <a:pt x="2572" y="2756"/>
                </a:lnTo>
                <a:lnTo>
                  <a:pt x="2569" y="2754"/>
                </a:lnTo>
                <a:lnTo>
                  <a:pt x="2566" y="2754"/>
                </a:lnTo>
                <a:lnTo>
                  <a:pt x="2565" y="2753"/>
                </a:lnTo>
                <a:lnTo>
                  <a:pt x="2565" y="2752"/>
                </a:lnTo>
                <a:lnTo>
                  <a:pt x="2563" y="2752"/>
                </a:lnTo>
                <a:lnTo>
                  <a:pt x="2562" y="2752"/>
                </a:lnTo>
                <a:lnTo>
                  <a:pt x="2561" y="2752"/>
                </a:lnTo>
                <a:lnTo>
                  <a:pt x="2560" y="2752"/>
                </a:lnTo>
                <a:lnTo>
                  <a:pt x="2560" y="2751"/>
                </a:lnTo>
                <a:lnTo>
                  <a:pt x="2559" y="2750"/>
                </a:lnTo>
                <a:lnTo>
                  <a:pt x="2558" y="2750"/>
                </a:lnTo>
                <a:lnTo>
                  <a:pt x="2558" y="2751"/>
                </a:lnTo>
                <a:lnTo>
                  <a:pt x="2557" y="2751"/>
                </a:lnTo>
                <a:lnTo>
                  <a:pt x="2557" y="2750"/>
                </a:lnTo>
                <a:lnTo>
                  <a:pt x="2556" y="2750"/>
                </a:lnTo>
                <a:lnTo>
                  <a:pt x="2556" y="2751"/>
                </a:lnTo>
                <a:lnTo>
                  <a:pt x="2555" y="2751"/>
                </a:lnTo>
                <a:lnTo>
                  <a:pt x="2555" y="2752"/>
                </a:lnTo>
                <a:lnTo>
                  <a:pt x="2554" y="2752"/>
                </a:lnTo>
                <a:lnTo>
                  <a:pt x="2553" y="2753"/>
                </a:lnTo>
                <a:lnTo>
                  <a:pt x="2553" y="2754"/>
                </a:lnTo>
                <a:lnTo>
                  <a:pt x="2552" y="2756"/>
                </a:lnTo>
                <a:lnTo>
                  <a:pt x="2551" y="2758"/>
                </a:lnTo>
                <a:lnTo>
                  <a:pt x="2551" y="2759"/>
                </a:lnTo>
                <a:lnTo>
                  <a:pt x="2550" y="2759"/>
                </a:lnTo>
                <a:lnTo>
                  <a:pt x="2550" y="2760"/>
                </a:lnTo>
                <a:lnTo>
                  <a:pt x="2549" y="2761"/>
                </a:lnTo>
                <a:lnTo>
                  <a:pt x="2549" y="2762"/>
                </a:lnTo>
                <a:lnTo>
                  <a:pt x="2548" y="2762"/>
                </a:lnTo>
                <a:lnTo>
                  <a:pt x="2547" y="2763"/>
                </a:lnTo>
                <a:lnTo>
                  <a:pt x="2546" y="2764"/>
                </a:lnTo>
                <a:lnTo>
                  <a:pt x="2546" y="2765"/>
                </a:lnTo>
                <a:lnTo>
                  <a:pt x="2545" y="2765"/>
                </a:lnTo>
                <a:lnTo>
                  <a:pt x="2544" y="2765"/>
                </a:lnTo>
                <a:lnTo>
                  <a:pt x="2544" y="2764"/>
                </a:lnTo>
                <a:lnTo>
                  <a:pt x="2542" y="2764"/>
                </a:lnTo>
                <a:lnTo>
                  <a:pt x="2540" y="2764"/>
                </a:lnTo>
                <a:lnTo>
                  <a:pt x="2540" y="2765"/>
                </a:lnTo>
                <a:lnTo>
                  <a:pt x="2539" y="2765"/>
                </a:lnTo>
                <a:lnTo>
                  <a:pt x="2538" y="2764"/>
                </a:lnTo>
                <a:lnTo>
                  <a:pt x="2537" y="2764"/>
                </a:lnTo>
                <a:lnTo>
                  <a:pt x="2536" y="2764"/>
                </a:lnTo>
                <a:lnTo>
                  <a:pt x="2536" y="2765"/>
                </a:lnTo>
                <a:lnTo>
                  <a:pt x="2535" y="2765"/>
                </a:lnTo>
                <a:lnTo>
                  <a:pt x="2534" y="2765"/>
                </a:lnTo>
                <a:lnTo>
                  <a:pt x="2533" y="2765"/>
                </a:lnTo>
                <a:lnTo>
                  <a:pt x="2532" y="2765"/>
                </a:lnTo>
                <a:lnTo>
                  <a:pt x="2531" y="2764"/>
                </a:lnTo>
                <a:lnTo>
                  <a:pt x="2530" y="2763"/>
                </a:lnTo>
                <a:lnTo>
                  <a:pt x="2530" y="2762"/>
                </a:lnTo>
                <a:lnTo>
                  <a:pt x="2529" y="2762"/>
                </a:lnTo>
                <a:lnTo>
                  <a:pt x="2528" y="2761"/>
                </a:lnTo>
                <a:lnTo>
                  <a:pt x="2529" y="2760"/>
                </a:lnTo>
                <a:lnTo>
                  <a:pt x="2528" y="2759"/>
                </a:lnTo>
                <a:lnTo>
                  <a:pt x="2527" y="2759"/>
                </a:lnTo>
                <a:lnTo>
                  <a:pt x="2525" y="2757"/>
                </a:lnTo>
                <a:lnTo>
                  <a:pt x="2525" y="2756"/>
                </a:lnTo>
                <a:lnTo>
                  <a:pt x="2524" y="2754"/>
                </a:lnTo>
                <a:lnTo>
                  <a:pt x="2524" y="2751"/>
                </a:lnTo>
                <a:lnTo>
                  <a:pt x="2523" y="2750"/>
                </a:lnTo>
                <a:lnTo>
                  <a:pt x="2523" y="2749"/>
                </a:lnTo>
                <a:lnTo>
                  <a:pt x="2522" y="2749"/>
                </a:lnTo>
                <a:lnTo>
                  <a:pt x="2521" y="2748"/>
                </a:lnTo>
                <a:lnTo>
                  <a:pt x="2520" y="2747"/>
                </a:lnTo>
                <a:lnTo>
                  <a:pt x="2519" y="2747"/>
                </a:lnTo>
                <a:lnTo>
                  <a:pt x="2518" y="2746"/>
                </a:lnTo>
                <a:lnTo>
                  <a:pt x="2517" y="2745"/>
                </a:lnTo>
                <a:lnTo>
                  <a:pt x="2516" y="2745"/>
                </a:lnTo>
                <a:lnTo>
                  <a:pt x="2516" y="2744"/>
                </a:lnTo>
                <a:lnTo>
                  <a:pt x="2515" y="2743"/>
                </a:lnTo>
                <a:lnTo>
                  <a:pt x="2514" y="2742"/>
                </a:lnTo>
                <a:lnTo>
                  <a:pt x="2513" y="2741"/>
                </a:lnTo>
                <a:lnTo>
                  <a:pt x="2512" y="2741"/>
                </a:lnTo>
                <a:lnTo>
                  <a:pt x="2512" y="2740"/>
                </a:lnTo>
                <a:lnTo>
                  <a:pt x="2511" y="2740"/>
                </a:lnTo>
                <a:lnTo>
                  <a:pt x="2510" y="2740"/>
                </a:lnTo>
                <a:lnTo>
                  <a:pt x="2510" y="2739"/>
                </a:lnTo>
                <a:lnTo>
                  <a:pt x="2508" y="2738"/>
                </a:lnTo>
                <a:lnTo>
                  <a:pt x="2506" y="2737"/>
                </a:lnTo>
                <a:lnTo>
                  <a:pt x="2505" y="2737"/>
                </a:lnTo>
                <a:lnTo>
                  <a:pt x="2504" y="2737"/>
                </a:lnTo>
                <a:lnTo>
                  <a:pt x="2503" y="2737"/>
                </a:lnTo>
                <a:lnTo>
                  <a:pt x="2502" y="2737"/>
                </a:lnTo>
                <a:lnTo>
                  <a:pt x="2501" y="2737"/>
                </a:lnTo>
                <a:lnTo>
                  <a:pt x="2500" y="2737"/>
                </a:lnTo>
                <a:lnTo>
                  <a:pt x="2499" y="2737"/>
                </a:lnTo>
                <a:lnTo>
                  <a:pt x="2497" y="2737"/>
                </a:lnTo>
                <a:lnTo>
                  <a:pt x="2496" y="2737"/>
                </a:lnTo>
                <a:lnTo>
                  <a:pt x="2495" y="2736"/>
                </a:lnTo>
                <a:lnTo>
                  <a:pt x="2494" y="2735"/>
                </a:lnTo>
                <a:lnTo>
                  <a:pt x="2494" y="2736"/>
                </a:lnTo>
                <a:lnTo>
                  <a:pt x="2493" y="2736"/>
                </a:lnTo>
                <a:lnTo>
                  <a:pt x="2492" y="2736"/>
                </a:lnTo>
                <a:lnTo>
                  <a:pt x="2491" y="2735"/>
                </a:lnTo>
                <a:lnTo>
                  <a:pt x="2491" y="2734"/>
                </a:lnTo>
                <a:lnTo>
                  <a:pt x="2490" y="2733"/>
                </a:lnTo>
                <a:lnTo>
                  <a:pt x="2489" y="2732"/>
                </a:lnTo>
                <a:lnTo>
                  <a:pt x="2487" y="2732"/>
                </a:lnTo>
                <a:lnTo>
                  <a:pt x="2485" y="2731"/>
                </a:lnTo>
                <a:lnTo>
                  <a:pt x="2484" y="2731"/>
                </a:lnTo>
                <a:lnTo>
                  <a:pt x="2481" y="2731"/>
                </a:lnTo>
                <a:lnTo>
                  <a:pt x="2478" y="2732"/>
                </a:lnTo>
                <a:lnTo>
                  <a:pt x="2478" y="2733"/>
                </a:lnTo>
                <a:lnTo>
                  <a:pt x="2477" y="2733"/>
                </a:lnTo>
                <a:lnTo>
                  <a:pt x="2476" y="2733"/>
                </a:lnTo>
                <a:lnTo>
                  <a:pt x="2474" y="2733"/>
                </a:lnTo>
                <a:lnTo>
                  <a:pt x="2472" y="2732"/>
                </a:lnTo>
                <a:lnTo>
                  <a:pt x="2471" y="2732"/>
                </a:lnTo>
                <a:lnTo>
                  <a:pt x="2469" y="2732"/>
                </a:lnTo>
                <a:lnTo>
                  <a:pt x="2468" y="2731"/>
                </a:lnTo>
                <a:lnTo>
                  <a:pt x="2466" y="2730"/>
                </a:lnTo>
                <a:lnTo>
                  <a:pt x="2465" y="2730"/>
                </a:lnTo>
                <a:lnTo>
                  <a:pt x="2464" y="2729"/>
                </a:lnTo>
                <a:lnTo>
                  <a:pt x="2462" y="2729"/>
                </a:lnTo>
                <a:lnTo>
                  <a:pt x="2461" y="2728"/>
                </a:lnTo>
                <a:lnTo>
                  <a:pt x="2460" y="2727"/>
                </a:lnTo>
                <a:lnTo>
                  <a:pt x="2459" y="2728"/>
                </a:lnTo>
                <a:lnTo>
                  <a:pt x="2458" y="2728"/>
                </a:lnTo>
                <a:lnTo>
                  <a:pt x="2457" y="2728"/>
                </a:lnTo>
                <a:lnTo>
                  <a:pt x="2455" y="2727"/>
                </a:lnTo>
                <a:lnTo>
                  <a:pt x="2454" y="2725"/>
                </a:lnTo>
                <a:lnTo>
                  <a:pt x="2453" y="2724"/>
                </a:lnTo>
                <a:lnTo>
                  <a:pt x="2452" y="2724"/>
                </a:lnTo>
                <a:lnTo>
                  <a:pt x="2451" y="2723"/>
                </a:lnTo>
                <a:lnTo>
                  <a:pt x="2449" y="2723"/>
                </a:lnTo>
                <a:lnTo>
                  <a:pt x="2448" y="2723"/>
                </a:lnTo>
                <a:lnTo>
                  <a:pt x="2447" y="2723"/>
                </a:lnTo>
                <a:lnTo>
                  <a:pt x="2445" y="2723"/>
                </a:lnTo>
                <a:lnTo>
                  <a:pt x="2444" y="2722"/>
                </a:lnTo>
                <a:lnTo>
                  <a:pt x="2443" y="2722"/>
                </a:lnTo>
                <a:lnTo>
                  <a:pt x="2443" y="2723"/>
                </a:lnTo>
                <a:lnTo>
                  <a:pt x="2441" y="2723"/>
                </a:lnTo>
                <a:lnTo>
                  <a:pt x="2440" y="2722"/>
                </a:lnTo>
                <a:lnTo>
                  <a:pt x="2439" y="2722"/>
                </a:lnTo>
                <a:lnTo>
                  <a:pt x="2439" y="2721"/>
                </a:lnTo>
                <a:lnTo>
                  <a:pt x="2438" y="2721"/>
                </a:lnTo>
                <a:lnTo>
                  <a:pt x="2438" y="2720"/>
                </a:lnTo>
                <a:lnTo>
                  <a:pt x="2436" y="2718"/>
                </a:lnTo>
                <a:lnTo>
                  <a:pt x="2435" y="2717"/>
                </a:lnTo>
                <a:lnTo>
                  <a:pt x="2434" y="2716"/>
                </a:lnTo>
                <a:lnTo>
                  <a:pt x="2434" y="2715"/>
                </a:lnTo>
                <a:lnTo>
                  <a:pt x="2433" y="2715"/>
                </a:lnTo>
                <a:lnTo>
                  <a:pt x="2432" y="2715"/>
                </a:lnTo>
                <a:lnTo>
                  <a:pt x="2430" y="2714"/>
                </a:lnTo>
                <a:lnTo>
                  <a:pt x="2429" y="2714"/>
                </a:lnTo>
                <a:lnTo>
                  <a:pt x="2429" y="2713"/>
                </a:lnTo>
                <a:lnTo>
                  <a:pt x="2428" y="2713"/>
                </a:lnTo>
                <a:lnTo>
                  <a:pt x="2427" y="2713"/>
                </a:lnTo>
                <a:lnTo>
                  <a:pt x="2426" y="2712"/>
                </a:lnTo>
                <a:lnTo>
                  <a:pt x="2426" y="2711"/>
                </a:lnTo>
                <a:lnTo>
                  <a:pt x="2425" y="2711"/>
                </a:lnTo>
                <a:lnTo>
                  <a:pt x="2425" y="2710"/>
                </a:lnTo>
                <a:lnTo>
                  <a:pt x="2424" y="2710"/>
                </a:lnTo>
                <a:lnTo>
                  <a:pt x="2423" y="2709"/>
                </a:lnTo>
                <a:lnTo>
                  <a:pt x="2423" y="2708"/>
                </a:lnTo>
                <a:lnTo>
                  <a:pt x="2423" y="2707"/>
                </a:lnTo>
                <a:lnTo>
                  <a:pt x="2424" y="2706"/>
                </a:lnTo>
                <a:lnTo>
                  <a:pt x="2425" y="2704"/>
                </a:lnTo>
                <a:lnTo>
                  <a:pt x="2426" y="2703"/>
                </a:lnTo>
                <a:lnTo>
                  <a:pt x="2426" y="2702"/>
                </a:lnTo>
                <a:lnTo>
                  <a:pt x="2425" y="2702"/>
                </a:lnTo>
                <a:lnTo>
                  <a:pt x="2424" y="2702"/>
                </a:lnTo>
                <a:lnTo>
                  <a:pt x="2423" y="2701"/>
                </a:lnTo>
                <a:lnTo>
                  <a:pt x="2422" y="2701"/>
                </a:lnTo>
                <a:lnTo>
                  <a:pt x="2421" y="2701"/>
                </a:lnTo>
                <a:lnTo>
                  <a:pt x="2421" y="2700"/>
                </a:lnTo>
                <a:lnTo>
                  <a:pt x="2420" y="2700"/>
                </a:lnTo>
                <a:lnTo>
                  <a:pt x="2419" y="2700"/>
                </a:lnTo>
                <a:lnTo>
                  <a:pt x="2418" y="2700"/>
                </a:lnTo>
                <a:lnTo>
                  <a:pt x="2417" y="2700"/>
                </a:lnTo>
                <a:lnTo>
                  <a:pt x="2417" y="2699"/>
                </a:lnTo>
                <a:lnTo>
                  <a:pt x="2417" y="2698"/>
                </a:lnTo>
                <a:lnTo>
                  <a:pt x="2415" y="2698"/>
                </a:lnTo>
                <a:lnTo>
                  <a:pt x="2414" y="2698"/>
                </a:lnTo>
                <a:lnTo>
                  <a:pt x="2413" y="2697"/>
                </a:lnTo>
                <a:lnTo>
                  <a:pt x="2412" y="2697"/>
                </a:lnTo>
                <a:lnTo>
                  <a:pt x="2412" y="2696"/>
                </a:lnTo>
                <a:lnTo>
                  <a:pt x="2412" y="2695"/>
                </a:lnTo>
                <a:lnTo>
                  <a:pt x="2412" y="2694"/>
                </a:lnTo>
                <a:lnTo>
                  <a:pt x="2411" y="2693"/>
                </a:lnTo>
                <a:lnTo>
                  <a:pt x="2409" y="2693"/>
                </a:lnTo>
                <a:lnTo>
                  <a:pt x="2407" y="2693"/>
                </a:lnTo>
                <a:lnTo>
                  <a:pt x="2406" y="2693"/>
                </a:lnTo>
                <a:lnTo>
                  <a:pt x="2406" y="2692"/>
                </a:lnTo>
                <a:lnTo>
                  <a:pt x="2405" y="2692"/>
                </a:lnTo>
                <a:lnTo>
                  <a:pt x="2405" y="2691"/>
                </a:lnTo>
                <a:lnTo>
                  <a:pt x="2405" y="2692"/>
                </a:lnTo>
                <a:lnTo>
                  <a:pt x="2405" y="2693"/>
                </a:lnTo>
                <a:lnTo>
                  <a:pt x="2405" y="2694"/>
                </a:lnTo>
                <a:lnTo>
                  <a:pt x="2406" y="2694"/>
                </a:lnTo>
                <a:lnTo>
                  <a:pt x="2406" y="2695"/>
                </a:lnTo>
                <a:lnTo>
                  <a:pt x="2407" y="2695"/>
                </a:lnTo>
                <a:lnTo>
                  <a:pt x="2408" y="2695"/>
                </a:lnTo>
                <a:lnTo>
                  <a:pt x="2408" y="2696"/>
                </a:lnTo>
                <a:lnTo>
                  <a:pt x="2408" y="2698"/>
                </a:lnTo>
                <a:lnTo>
                  <a:pt x="2407" y="2699"/>
                </a:lnTo>
                <a:lnTo>
                  <a:pt x="2407" y="2700"/>
                </a:lnTo>
                <a:lnTo>
                  <a:pt x="2407" y="2702"/>
                </a:lnTo>
                <a:lnTo>
                  <a:pt x="2406" y="2703"/>
                </a:lnTo>
                <a:lnTo>
                  <a:pt x="2405" y="2705"/>
                </a:lnTo>
                <a:lnTo>
                  <a:pt x="2405" y="2706"/>
                </a:lnTo>
                <a:lnTo>
                  <a:pt x="2405" y="2707"/>
                </a:lnTo>
                <a:lnTo>
                  <a:pt x="2404" y="2708"/>
                </a:lnTo>
                <a:lnTo>
                  <a:pt x="2403" y="2708"/>
                </a:lnTo>
                <a:lnTo>
                  <a:pt x="2403" y="2709"/>
                </a:lnTo>
                <a:lnTo>
                  <a:pt x="2403" y="2710"/>
                </a:lnTo>
                <a:lnTo>
                  <a:pt x="2403" y="2711"/>
                </a:lnTo>
                <a:lnTo>
                  <a:pt x="2403" y="2712"/>
                </a:lnTo>
                <a:lnTo>
                  <a:pt x="2402" y="2712"/>
                </a:lnTo>
                <a:lnTo>
                  <a:pt x="2402" y="2713"/>
                </a:lnTo>
                <a:lnTo>
                  <a:pt x="2401" y="2713"/>
                </a:lnTo>
                <a:lnTo>
                  <a:pt x="2401" y="2714"/>
                </a:lnTo>
                <a:lnTo>
                  <a:pt x="2400" y="2715"/>
                </a:lnTo>
                <a:lnTo>
                  <a:pt x="2399" y="2716"/>
                </a:lnTo>
                <a:lnTo>
                  <a:pt x="2398" y="2716"/>
                </a:lnTo>
                <a:lnTo>
                  <a:pt x="2397" y="2717"/>
                </a:lnTo>
                <a:lnTo>
                  <a:pt x="2396" y="2717"/>
                </a:lnTo>
                <a:lnTo>
                  <a:pt x="2395" y="2717"/>
                </a:lnTo>
                <a:lnTo>
                  <a:pt x="2394" y="2717"/>
                </a:lnTo>
                <a:lnTo>
                  <a:pt x="2394" y="2718"/>
                </a:lnTo>
                <a:lnTo>
                  <a:pt x="2393" y="2718"/>
                </a:lnTo>
                <a:lnTo>
                  <a:pt x="2392" y="2718"/>
                </a:lnTo>
                <a:lnTo>
                  <a:pt x="2391" y="2718"/>
                </a:lnTo>
                <a:lnTo>
                  <a:pt x="2391" y="2719"/>
                </a:lnTo>
                <a:lnTo>
                  <a:pt x="2390" y="2719"/>
                </a:lnTo>
                <a:lnTo>
                  <a:pt x="2390" y="2720"/>
                </a:lnTo>
                <a:lnTo>
                  <a:pt x="2390" y="2721"/>
                </a:lnTo>
                <a:lnTo>
                  <a:pt x="2390" y="2722"/>
                </a:lnTo>
                <a:lnTo>
                  <a:pt x="2390" y="2723"/>
                </a:lnTo>
                <a:lnTo>
                  <a:pt x="2390" y="2724"/>
                </a:lnTo>
                <a:lnTo>
                  <a:pt x="2391" y="2724"/>
                </a:lnTo>
                <a:lnTo>
                  <a:pt x="2391" y="2727"/>
                </a:lnTo>
                <a:lnTo>
                  <a:pt x="2390" y="2727"/>
                </a:lnTo>
                <a:lnTo>
                  <a:pt x="2390" y="2728"/>
                </a:lnTo>
                <a:lnTo>
                  <a:pt x="2390" y="2729"/>
                </a:lnTo>
                <a:lnTo>
                  <a:pt x="2390" y="2730"/>
                </a:lnTo>
                <a:lnTo>
                  <a:pt x="2389" y="2730"/>
                </a:lnTo>
                <a:lnTo>
                  <a:pt x="2389" y="2731"/>
                </a:lnTo>
                <a:lnTo>
                  <a:pt x="2390" y="2731"/>
                </a:lnTo>
                <a:lnTo>
                  <a:pt x="2390" y="2732"/>
                </a:lnTo>
                <a:lnTo>
                  <a:pt x="2390" y="2733"/>
                </a:lnTo>
                <a:lnTo>
                  <a:pt x="2389" y="2733"/>
                </a:lnTo>
                <a:lnTo>
                  <a:pt x="2389" y="2734"/>
                </a:lnTo>
                <a:lnTo>
                  <a:pt x="2388" y="2733"/>
                </a:lnTo>
                <a:lnTo>
                  <a:pt x="2387" y="2733"/>
                </a:lnTo>
                <a:lnTo>
                  <a:pt x="2387" y="2732"/>
                </a:lnTo>
                <a:lnTo>
                  <a:pt x="2386" y="2731"/>
                </a:lnTo>
                <a:lnTo>
                  <a:pt x="2385" y="2731"/>
                </a:lnTo>
                <a:lnTo>
                  <a:pt x="2384" y="2730"/>
                </a:lnTo>
                <a:lnTo>
                  <a:pt x="2384" y="2731"/>
                </a:lnTo>
                <a:lnTo>
                  <a:pt x="2383" y="2731"/>
                </a:lnTo>
                <a:lnTo>
                  <a:pt x="2383" y="2730"/>
                </a:lnTo>
                <a:lnTo>
                  <a:pt x="2382" y="2730"/>
                </a:lnTo>
                <a:lnTo>
                  <a:pt x="2380" y="2730"/>
                </a:lnTo>
                <a:lnTo>
                  <a:pt x="2379" y="2730"/>
                </a:lnTo>
                <a:lnTo>
                  <a:pt x="2377" y="2729"/>
                </a:lnTo>
                <a:lnTo>
                  <a:pt x="2376" y="2729"/>
                </a:lnTo>
                <a:lnTo>
                  <a:pt x="2375" y="2729"/>
                </a:lnTo>
                <a:lnTo>
                  <a:pt x="2374" y="2729"/>
                </a:lnTo>
                <a:lnTo>
                  <a:pt x="2374" y="2730"/>
                </a:lnTo>
                <a:lnTo>
                  <a:pt x="2374" y="2729"/>
                </a:lnTo>
                <a:lnTo>
                  <a:pt x="2373" y="2729"/>
                </a:lnTo>
                <a:lnTo>
                  <a:pt x="2372" y="2729"/>
                </a:lnTo>
                <a:lnTo>
                  <a:pt x="2371" y="2729"/>
                </a:lnTo>
                <a:lnTo>
                  <a:pt x="2370" y="2729"/>
                </a:lnTo>
                <a:lnTo>
                  <a:pt x="2370" y="2728"/>
                </a:lnTo>
                <a:lnTo>
                  <a:pt x="2369" y="2728"/>
                </a:lnTo>
                <a:lnTo>
                  <a:pt x="2368" y="2728"/>
                </a:lnTo>
                <a:lnTo>
                  <a:pt x="2368" y="2729"/>
                </a:lnTo>
                <a:lnTo>
                  <a:pt x="2367" y="2729"/>
                </a:lnTo>
                <a:lnTo>
                  <a:pt x="2366" y="2729"/>
                </a:lnTo>
                <a:lnTo>
                  <a:pt x="2365" y="2729"/>
                </a:lnTo>
                <a:lnTo>
                  <a:pt x="2364" y="2729"/>
                </a:lnTo>
                <a:lnTo>
                  <a:pt x="2363" y="2729"/>
                </a:lnTo>
                <a:lnTo>
                  <a:pt x="2363" y="2728"/>
                </a:lnTo>
                <a:lnTo>
                  <a:pt x="2362" y="2728"/>
                </a:lnTo>
                <a:lnTo>
                  <a:pt x="2362" y="2727"/>
                </a:lnTo>
                <a:lnTo>
                  <a:pt x="2361" y="2727"/>
                </a:lnTo>
                <a:lnTo>
                  <a:pt x="2361" y="2728"/>
                </a:lnTo>
                <a:lnTo>
                  <a:pt x="2360" y="2728"/>
                </a:lnTo>
                <a:lnTo>
                  <a:pt x="2359" y="2728"/>
                </a:lnTo>
                <a:lnTo>
                  <a:pt x="2359" y="2727"/>
                </a:lnTo>
                <a:lnTo>
                  <a:pt x="2359" y="2726"/>
                </a:lnTo>
                <a:lnTo>
                  <a:pt x="2358" y="2726"/>
                </a:lnTo>
                <a:lnTo>
                  <a:pt x="2357" y="2726"/>
                </a:lnTo>
                <a:lnTo>
                  <a:pt x="2356" y="2726"/>
                </a:lnTo>
                <a:lnTo>
                  <a:pt x="2356" y="2725"/>
                </a:lnTo>
                <a:lnTo>
                  <a:pt x="2355" y="2725"/>
                </a:lnTo>
                <a:lnTo>
                  <a:pt x="2355" y="2724"/>
                </a:lnTo>
                <a:lnTo>
                  <a:pt x="2354" y="2724"/>
                </a:lnTo>
                <a:lnTo>
                  <a:pt x="2353" y="2723"/>
                </a:lnTo>
                <a:lnTo>
                  <a:pt x="2352" y="2723"/>
                </a:lnTo>
                <a:lnTo>
                  <a:pt x="2352" y="2722"/>
                </a:lnTo>
                <a:lnTo>
                  <a:pt x="2351" y="2722"/>
                </a:lnTo>
                <a:lnTo>
                  <a:pt x="2351" y="2721"/>
                </a:lnTo>
                <a:lnTo>
                  <a:pt x="2350" y="2721"/>
                </a:lnTo>
                <a:lnTo>
                  <a:pt x="2349" y="2721"/>
                </a:lnTo>
                <a:lnTo>
                  <a:pt x="2348" y="2722"/>
                </a:lnTo>
                <a:lnTo>
                  <a:pt x="2347" y="2722"/>
                </a:lnTo>
                <a:lnTo>
                  <a:pt x="2347" y="2721"/>
                </a:lnTo>
                <a:lnTo>
                  <a:pt x="2346" y="2721"/>
                </a:lnTo>
                <a:lnTo>
                  <a:pt x="2345" y="2721"/>
                </a:lnTo>
                <a:lnTo>
                  <a:pt x="2345" y="2720"/>
                </a:lnTo>
                <a:lnTo>
                  <a:pt x="2345" y="2719"/>
                </a:lnTo>
                <a:lnTo>
                  <a:pt x="2345" y="2720"/>
                </a:lnTo>
                <a:lnTo>
                  <a:pt x="2344" y="2720"/>
                </a:lnTo>
                <a:lnTo>
                  <a:pt x="2343" y="2720"/>
                </a:lnTo>
                <a:lnTo>
                  <a:pt x="2342" y="2720"/>
                </a:lnTo>
                <a:lnTo>
                  <a:pt x="2342" y="2719"/>
                </a:lnTo>
                <a:lnTo>
                  <a:pt x="2342" y="2718"/>
                </a:lnTo>
                <a:lnTo>
                  <a:pt x="2341" y="2718"/>
                </a:lnTo>
                <a:lnTo>
                  <a:pt x="2341" y="2717"/>
                </a:lnTo>
                <a:lnTo>
                  <a:pt x="2340" y="2717"/>
                </a:lnTo>
                <a:lnTo>
                  <a:pt x="2340" y="2718"/>
                </a:lnTo>
                <a:lnTo>
                  <a:pt x="2340" y="2717"/>
                </a:lnTo>
                <a:lnTo>
                  <a:pt x="2339" y="2717"/>
                </a:lnTo>
                <a:lnTo>
                  <a:pt x="2338" y="2717"/>
                </a:lnTo>
                <a:lnTo>
                  <a:pt x="2337" y="2717"/>
                </a:lnTo>
                <a:lnTo>
                  <a:pt x="2337" y="2716"/>
                </a:lnTo>
                <a:lnTo>
                  <a:pt x="2336" y="2716"/>
                </a:lnTo>
                <a:lnTo>
                  <a:pt x="2336" y="2715"/>
                </a:lnTo>
                <a:lnTo>
                  <a:pt x="2335" y="2715"/>
                </a:lnTo>
                <a:lnTo>
                  <a:pt x="2335" y="2714"/>
                </a:lnTo>
                <a:lnTo>
                  <a:pt x="2335" y="2713"/>
                </a:lnTo>
                <a:lnTo>
                  <a:pt x="2334" y="2713"/>
                </a:lnTo>
                <a:lnTo>
                  <a:pt x="2334" y="2712"/>
                </a:lnTo>
                <a:lnTo>
                  <a:pt x="2333" y="2712"/>
                </a:lnTo>
                <a:lnTo>
                  <a:pt x="2333" y="2711"/>
                </a:lnTo>
                <a:lnTo>
                  <a:pt x="2332" y="2711"/>
                </a:lnTo>
                <a:lnTo>
                  <a:pt x="2331" y="2711"/>
                </a:lnTo>
                <a:lnTo>
                  <a:pt x="2331" y="2710"/>
                </a:lnTo>
                <a:lnTo>
                  <a:pt x="2330" y="2709"/>
                </a:lnTo>
                <a:lnTo>
                  <a:pt x="2329" y="2709"/>
                </a:lnTo>
                <a:lnTo>
                  <a:pt x="2328" y="2709"/>
                </a:lnTo>
                <a:lnTo>
                  <a:pt x="2328" y="2710"/>
                </a:lnTo>
                <a:lnTo>
                  <a:pt x="2327" y="2710"/>
                </a:lnTo>
                <a:lnTo>
                  <a:pt x="2326" y="2710"/>
                </a:lnTo>
                <a:lnTo>
                  <a:pt x="2325" y="2709"/>
                </a:lnTo>
                <a:lnTo>
                  <a:pt x="2324" y="2709"/>
                </a:lnTo>
                <a:lnTo>
                  <a:pt x="2323" y="2708"/>
                </a:lnTo>
                <a:lnTo>
                  <a:pt x="2322" y="2708"/>
                </a:lnTo>
                <a:lnTo>
                  <a:pt x="2322" y="2707"/>
                </a:lnTo>
                <a:lnTo>
                  <a:pt x="2321" y="2707"/>
                </a:lnTo>
                <a:lnTo>
                  <a:pt x="2321" y="2706"/>
                </a:lnTo>
                <a:lnTo>
                  <a:pt x="2321" y="2705"/>
                </a:lnTo>
                <a:lnTo>
                  <a:pt x="2320" y="2705"/>
                </a:lnTo>
                <a:lnTo>
                  <a:pt x="2320" y="2704"/>
                </a:lnTo>
                <a:lnTo>
                  <a:pt x="2319" y="2704"/>
                </a:lnTo>
                <a:lnTo>
                  <a:pt x="2318" y="2705"/>
                </a:lnTo>
                <a:lnTo>
                  <a:pt x="2318" y="2704"/>
                </a:lnTo>
                <a:lnTo>
                  <a:pt x="2317" y="2704"/>
                </a:lnTo>
                <a:lnTo>
                  <a:pt x="2317" y="2703"/>
                </a:lnTo>
                <a:lnTo>
                  <a:pt x="2317" y="2702"/>
                </a:lnTo>
                <a:lnTo>
                  <a:pt x="2316" y="2702"/>
                </a:lnTo>
                <a:lnTo>
                  <a:pt x="2316" y="2701"/>
                </a:lnTo>
                <a:lnTo>
                  <a:pt x="2315" y="2701"/>
                </a:lnTo>
                <a:lnTo>
                  <a:pt x="2315" y="2700"/>
                </a:lnTo>
                <a:lnTo>
                  <a:pt x="2314" y="2700"/>
                </a:lnTo>
                <a:lnTo>
                  <a:pt x="2314" y="2699"/>
                </a:lnTo>
                <a:lnTo>
                  <a:pt x="2313" y="2699"/>
                </a:lnTo>
                <a:lnTo>
                  <a:pt x="2312" y="2699"/>
                </a:lnTo>
                <a:lnTo>
                  <a:pt x="2312" y="2698"/>
                </a:lnTo>
                <a:lnTo>
                  <a:pt x="2312" y="2697"/>
                </a:lnTo>
                <a:lnTo>
                  <a:pt x="2311" y="2697"/>
                </a:lnTo>
                <a:lnTo>
                  <a:pt x="2311" y="2696"/>
                </a:lnTo>
                <a:lnTo>
                  <a:pt x="2310" y="2696"/>
                </a:lnTo>
                <a:lnTo>
                  <a:pt x="2310" y="2695"/>
                </a:lnTo>
                <a:lnTo>
                  <a:pt x="2310" y="2694"/>
                </a:lnTo>
                <a:lnTo>
                  <a:pt x="2310" y="2693"/>
                </a:lnTo>
                <a:lnTo>
                  <a:pt x="2309" y="2692"/>
                </a:lnTo>
                <a:lnTo>
                  <a:pt x="2308" y="2691"/>
                </a:lnTo>
                <a:lnTo>
                  <a:pt x="2307" y="2691"/>
                </a:lnTo>
                <a:lnTo>
                  <a:pt x="2307" y="2692"/>
                </a:lnTo>
                <a:lnTo>
                  <a:pt x="2307" y="2691"/>
                </a:lnTo>
                <a:lnTo>
                  <a:pt x="2306" y="2691"/>
                </a:lnTo>
                <a:lnTo>
                  <a:pt x="2306" y="2690"/>
                </a:lnTo>
                <a:lnTo>
                  <a:pt x="2305" y="2690"/>
                </a:lnTo>
                <a:lnTo>
                  <a:pt x="2304" y="2690"/>
                </a:lnTo>
                <a:lnTo>
                  <a:pt x="2303" y="2690"/>
                </a:lnTo>
                <a:lnTo>
                  <a:pt x="2303" y="2689"/>
                </a:lnTo>
                <a:lnTo>
                  <a:pt x="2303" y="2688"/>
                </a:lnTo>
                <a:lnTo>
                  <a:pt x="2302" y="2688"/>
                </a:lnTo>
                <a:lnTo>
                  <a:pt x="2302" y="2687"/>
                </a:lnTo>
                <a:lnTo>
                  <a:pt x="2301" y="2687"/>
                </a:lnTo>
                <a:lnTo>
                  <a:pt x="2301" y="2686"/>
                </a:lnTo>
                <a:lnTo>
                  <a:pt x="2301" y="2685"/>
                </a:lnTo>
                <a:lnTo>
                  <a:pt x="2300" y="2685"/>
                </a:lnTo>
                <a:lnTo>
                  <a:pt x="2300" y="2686"/>
                </a:lnTo>
                <a:lnTo>
                  <a:pt x="2299" y="2685"/>
                </a:lnTo>
                <a:lnTo>
                  <a:pt x="2298" y="2685"/>
                </a:lnTo>
                <a:lnTo>
                  <a:pt x="2298" y="2684"/>
                </a:lnTo>
                <a:lnTo>
                  <a:pt x="2297" y="2684"/>
                </a:lnTo>
                <a:lnTo>
                  <a:pt x="2297" y="2683"/>
                </a:lnTo>
                <a:lnTo>
                  <a:pt x="2296" y="2683"/>
                </a:lnTo>
                <a:lnTo>
                  <a:pt x="2296" y="2684"/>
                </a:lnTo>
                <a:lnTo>
                  <a:pt x="2295" y="2683"/>
                </a:lnTo>
                <a:lnTo>
                  <a:pt x="2294" y="2683"/>
                </a:lnTo>
                <a:lnTo>
                  <a:pt x="2294" y="2684"/>
                </a:lnTo>
                <a:lnTo>
                  <a:pt x="2293" y="2684"/>
                </a:lnTo>
                <a:lnTo>
                  <a:pt x="2292" y="2684"/>
                </a:lnTo>
                <a:lnTo>
                  <a:pt x="2291" y="2684"/>
                </a:lnTo>
                <a:lnTo>
                  <a:pt x="2290" y="2684"/>
                </a:lnTo>
                <a:lnTo>
                  <a:pt x="2289" y="2683"/>
                </a:lnTo>
                <a:lnTo>
                  <a:pt x="2289" y="2682"/>
                </a:lnTo>
                <a:lnTo>
                  <a:pt x="2288" y="2682"/>
                </a:lnTo>
                <a:lnTo>
                  <a:pt x="2288" y="2681"/>
                </a:lnTo>
                <a:lnTo>
                  <a:pt x="2288" y="2680"/>
                </a:lnTo>
                <a:lnTo>
                  <a:pt x="2288" y="2679"/>
                </a:lnTo>
                <a:lnTo>
                  <a:pt x="2287" y="2679"/>
                </a:lnTo>
                <a:lnTo>
                  <a:pt x="2287" y="2678"/>
                </a:lnTo>
                <a:lnTo>
                  <a:pt x="2288" y="2677"/>
                </a:lnTo>
                <a:lnTo>
                  <a:pt x="2287" y="2677"/>
                </a:lnTo>
                <a:lnTo>
                  <a:pt x="2286" y="2676"/>
                </a:lnTo>
                <a:lnTo>
                  <a:pt x="2285" y="2676"/>
                </a:lnTo>
                <a:lnTo>
                  <a:pt x="2285" y="2675"/>
                </a:lnTo>
                <a:lnTo>
                  <a:pt x="2284" y="2675"/>
                </a:lnTo>
                <a:lnTo>
                  <a:pt x="2285" y="2675"/>
                </a:lnTo>
                <a:lnTo>
                  <a:pt x="2285" y="2674"/>
                </a:lnTo>
                <a:lnTo>
                  <a:pt x="2285" y="2673"/>
                </a:lnTo>
                <a:lnTo>
                  <a:pt x="2284" y="2673"/>
                </a:lnTo>
                <a:lnTo>
                  <a:pt x="2284" y="2672"/>
                </a:lnTo>
                <a:lnTo>
                  <a:pt x="2285" y="2672"/>
                </a:lnTo>
                <a:lnTo>
                  <a:pt x="2285" y="2671"/>
                </a:lnTo>
                <a:lnTo>
                  <a:pt x="2284" y="2671"/>
                </a:lnTo>
                <a:lnTo>
                  <a:pt x="2284" y="2670"/>
                </a:lnTo>
                <a:lnTo>
                  <a:pt x="2283" y="2670"/>
                </a:lnTo>
                <a:lnTo>
                  <a:pt x="2282" y="2670"/>
                </a:lnTo>
                <a:lnTo>
                  <a:pt x="2281" y="2670"/>
                </a:lnTo>
                <a:lnTo>
                  <a:pt x="2280" y="2670"/>
                </a:lnTo>
                <a:lnTo>
                  <a:pt x="2280" y="2671"/>
                </a:lnTo>
                <a:lnTo>
                  <a:pt x="2280" y="2672"/>
                </a:lnTo>
                <a:lnTo>
                  <a:pt x="2279" y="2672"/>
                </a:lnTo>
                <a:lnTo>
                  <a:pt x="2279" y="2673"/>
                </a:lnTo>
                <a:lnTo>
                  <a:pt x="2278" y="2673"/>
                </a:lnTo>
                <a:lnTo>
                  <a:pt x="2277" y="2673"/>
                </a:lnTo>
                <a:lnTo>
                  <a:pt x="2277" y="2674"/>
                </a:lnTo>
                <a:lnTo>
                  <a:pt x="2277" y="2675"/>
                </a:lnTo>
                <a:lnTo>
                  <a:pt x="2276" y="2675"/>
                </a:lnTo>
                <a:lnTo>
                  <a:pt x="2274" y="2675"/>
                </a:lnTo>
                <a:lnTo>
                  <a:pt x="2273" y="2675"/>
                </a:lnTo>
                <a:lnTo>
                  <a:pt x="2272" y="2675"/>
                </a:lnTo>
                <a:lnTo>
                  <a:pt x="2272" y="2674"/>
                </a:lnTo>
                <a:lnTo>
                  <a:pt x="2271" y="2674"/>
                </a:lnTo>
                <a:lnTo>
                  <a:pt x="2270" y="2674"/>
                </a:lnTo>
                <a:lnTo>
                  <a:pt x="2269" y="2674"/>
                </a:lnTo>
                <a:lnTo>
                  <a:pt x="2269" y="2675"/>
                </a:lnTo>
                <a:lnTo>
                  <a:pt x="2268" y="2675"/>
                </a:lnTo>
                <a:lnTo>
                  <a:pt x="2267" y="2675"/>
                </a:lnTo>
                <a:lnTo>
                  <a:pt x="2266" y="2675"/>
                </a:lnTo>
                <a:lnTo>
                  <a:pt x="2264" y="2675"/>
                </a:lnTo>
                <a:lnTo>
                  <a:pt x="2262" y="2673"/>
                </a:lnTo>
                <a:lnTo>
                  <a:pt x="2261" y="2673"/>
                </a:lnTo>
                <a:lnTo>
                  <a:pt x="2261" y="2672"/>
                </a:lnTo>
                <a:lnTo>
                  <a:pt x="2261" y="2671"/>
                </a:lnTo>
                <a:lnTo>
                  <a:pt x="2261" y="2670"/>
                </a:lnTo>
                <a:lnTo>
                  <a:pt x="2260" y="2670"/>
                </a:lnTo>
                <a:lnTo>
                  <a:pt x="2260" y="2669"/>
                </a:lnTo>
                <a:lnTo>
                  <a:pt x="2260" y="2668"/>
                </a:lnTo>
                <a:lnTo>
                  <a:pt x="2259" y="2668"/>
                </a:lnTo>
                <a:lnTo>
                  <a:pt x="2258" y="2668"/>
                </a:lnTo>
                <a:lnTo>
                  <a:pt x="2258" y="2667"/>
                </a:lnTo>
                <a:lnTo>
                  <a:pt x="2257" y="2667"/>
                </a:lnTo>
                <a:lnTo>
                  <a:pt x="2256" y="2667"/>
                </a:lnTo>
                <a:lnTo>
                  <a:pt x="2256" y="2666"/>
                </a:lnTo>
                <a:lnTo>
                  <a:pt x="2255" y="2666"/>
                </a:lnTo>
                <a:lnTo>
                  <a:pt x="2255" y="2665"/>
                </a:lnTo>
                <a:lnTo>
                  <a:pt x="2254" y="2665"/>
                </a:lnTo>
                <a:lnTo>
                  <a:pt x="2253" y="2665"/>
                </a:lnTo>
                <a:lnTo>
                  <a:pt x="2253" y="2664"/>
                </a:lnTo>
                <a:lnTo>
                  <a:pt x="2253" y="2663"/>
                </a:lnTo>
                <a:lnTo>
                  <a:pt x="2252" y="2663"/>
                </a:lnTo>
                <a:lnTo>
                  <a:pt x="2252" y="2662"/>
                </a:lnTo>
                <a:lnTo>
                  <a:pt x="2251" y="2662"/>
                </a:lnTo>
                <a:lnTo>
                  <a:pt x="2251" y="2661"/>
                </a:lnTo>
                <a:lnTo>
                  <a:pt x="2250" y="2661"/>
                </a:lnTo>
                <a:lnTo>
                  <a:pt x="2249" y="2661"/>
                </a:lnTo>
                <a:lnTo>
                  <a:pt x="2249" y="2660"/>
                </a:lnTo>
                <a:lnTo>
                  <a:pt x="2248" y="2660"/>
                </a:lnTo>
                <a:lnTo>
                  <a:pt x="2248" y="2659"/>
                </a:lnTo>
                <a:lnTo>
                  <a:pt x="2247" y="2659"/>
                </a:lnTo>
                <a:lnTo>
                  <a:pt x="2246" y="2659"/>
                </a:lnTo>
                <a:lnTo>
                  <a:pt x="2245" y="2659"/>
                </a:lnTo>
                <a:lnTo>
                  <a:pt x="2244" y="2659"/>
                </a:lnTo>
                <a:lnTo>
                  <a:pt x="2243" y="2659"/>
                </a:lnTo>
                <a:lnTo>
                  <a:pt x="2243" y="2658"/>
                </a:lnTo>
                <a:lnTo>
                  <a:pt x="2242" y="2658"/>
                </a:lnTo>
                <a:lnTo>
                  <a:pt x="2241" y="2658"/>
                </a:lnTo>
                <a:lnTo>
                  <a:pt x="2240" y="2658"/>
                </a:lnTo>
                <a:lnTo>
                  <a:pt x="2240" y="2657"/>
                </a:lnTo>
                <a:lnTo>
                  <a:pt x="2239" y="2657"/>
                </a:lnTo>
                <a:lnTo>
                  <a:pt x="2239" y="2656"/>
                </a:lnTo>
                <a:lnTo>
                  <a:pt x="2238" y="2655"/>
                </a:lnTo>
                <a:lnTo>
                  <a:pt x="2238" y="2654"/>
                </a:lnTo>
                <a:lnTo>
                  <a:pt x="2237" y="2654"/>
                </a:lnTo>
                <a:lnTo>
                  <a:pt x="2237" y="2653"/>
                </a:lnTo>
                <a:lnTo>
                  <a:pt x="2237" y="2652"/>
                </a:lnTo>
                <a:lnTo>
                  <a:pt x="2236" y="2652"/>
                </a:lnTo>
                <a:lnTo>
                  <a:pt x="2236" y="2651"/>
                </a:lnTo>
                <a:lnTo>
                  <a:pt x="2236" y="2650"/>
                </a:lnTo>
                <a:lnTo>
                  <a:pt x="2236" y="2649"/>
                </a:lnTo>
                <a:lnTo>
                  <a:pt x="2236" y="2648"/>
                </a:lnTo>
                <a:lnTo>
                  <a:pt x="2235" y="2648"/>
                </a:lnTo>
                <a:lnTo>
                  <a:pt x="2235" y="2647"/>
                </a:lnTo>
                <a:lnTo>
                  <a:pt x="2234" y="2647"/>
                </a:lnTo>
                <a:lnTo>
                  <a:pt x="2233" y="2647"/>
                </a:lnTo>
                <a:lnTo>
                  <a:pt x="2232" y="2647"/>
                </a:lnTo>
                <a:lnTo>
                  <a:pt x="2231" y="2647"/>
                </a:lnTo>
                <a:lnTo>
                  <a:pt x="2230" y="2647"/>
                </a:lnTo>
                <a:lnTo>
                  <a:pt x="2230" y="2648"/>
                </a:lnTo>
                <a:lnTo>
                  <a:pt x="2229" y="2648"/>
                </a:lnTo>
                <a:lnTo>
                  <a:pt x="2228" y="2648"/>
                </a:lnTo>
                <a:lnTo>
                  <a:pt x="2227" y="2648"/>
                </a:lnTo>
                <a:lnTo>
                  <a:pt x="2227" y="2649"/>
                </a:lnTo>
                <a:lnTo>
                  <a:pt x="2226" y="2649"/>
                </a:lnTo>
                <a:lnTo>
                  <a:pt x="2225" y="2648"/>
                </a:lnTo>
                <a:lnTo>
                  <a:pt x="2224" y="2648"/>
                </a:lnTo>
                <a:lnTo>
                  <a:pt x="2224" y="2647"/>
                </a:lnTo>
                <a:lnTo>
                  <a:pt x="2223" y="2646"/>
                </a:lnTo>
                <a:lnTo>
                  <a:pt x="2222" y="2646"/>
                </a:lnTo>
                <a:lnTo>
                  <a:pt x="2221" y="2646"/>
                </a:lnTo>
                <a:lnTo>
                  <a:pt x="2221" y="2647"/>
                </a:lnTo>
                <a:lnTo>
                  <a:pt x="2220" y="2647"/>
                </a:lnTo>
                <a:lnTo>
                  <a:pt x="2218" y="2648"/>
                </a:lnTo>
                <a:lnTo>
                  <a:pt x="2217" y="2649"/>
                </a:lnTo>
                <a:lnTo>
                  <a:pt x="2216" y="2649"/>
                </a:lnTo>
                <a:lnTo>
                  <a:pt x="2215" y="2649"/>
                </a:lnTo>
                <a:lnTo>
                  <a:pt x="2214" y="2649"/>
                </a:lnTo>
                <a:lnTo>
                  <a:pt x="2214" y="2650"/>
                </a:lnTo>
                <a:lnTo>
                  <a:pt x="2214" y="2651"/>
                </a:lnTo>
                <a:lnTo>
                  <a:pt x="2213" y="2651"/>
                </a:lnTo>
                <a:lnTo>
                  <a:pt x="2213" y="2652"/>
                </a:lnTo>
                <a:lnTo>
                  <a:pt x="2212" y="2652"/>
                </a:lnTo>
                <a:lnTo>
                  <a:pt x="2212" y="2653"/>
                </a:lnTo>
                <a:lnTo>
                  <a:pt x="2212" y="2654"/>
                </a:lnTo>
                <a:lnTo>
                  <a:pt x="2212" y="2655"/>
                </a:lnTo>
                <a:lnTo>
                  <a:pt x="2212" y="2656"/>
                </a:lnTo>
                <a:lnTo>
                  <a:pt x="2211" y="2657"/>
                </a:lnTo>
                <a:lnTo>
                  <a:pt x="2211" y="2658"/>
                </a:lnTo>
                <a:lnTo>
                  <a:pt x="2210" y="2658"/>
                </a:lnTo>
                <a:lnTo>
                  <a:pt x="2209" y="2658"/>
                </a:lnTo>
                <a:lnTo>
                  <a:pt x="2208" y="2658"/>
                </a:lnTo>
                <a:lnTo>
                  <a:pt x="2207" y="2658"/>
                </a:lnTo>
                <a:lnTo>
                  <a:pt x="2207" y="2657"/>
                </a:lnTo>
                <a:lnTo>
                  <a:pt x="2206" y="2657"/>
                </a:lnTo>
                <a:lnTo>
                  <a:pt x="2206" y="2656"/>
                </a:lnTo>
                <a:lnTo>
                  <a:pt x="2205" y="2655"/>
                </a:lnTo>
                <a:lnTo>
                  <a:pt x="2205" y="2654"/>
                </a:lnTo>
                <a:lnTo>
                  <a:pt x="2205" y="2653"/>
                </a:lnTo>
                <a:lnTo>
                  <a:pt x="2204" y="2653"/>
                </a:lnTo>
                <a:lnTo>
                  <a:pt x="2203" y="2652"/>
                </a:lnTo>
                <a:lnTo>
                  <a:pt x="2202" y="2652"/>
                </a:lnTo>
                <a:lnTo>
                  <a:pt x="2202" y="2651"/>
                </a:lnTo>
                <a:lnTo>
                  <a:pt x="2202" y="2650"/>
                </a:lnTo>
                <a:lnTo>
                  <a:pt x="2202" y="2649"/>
                </a:lnTo>
                <a:lnTo>
                  <a:pt x="2203" y="2649"/>
                </a:lnTo>
                <a:lnTo>
                  <a:pt x="2202" y="2648"/>
                </a:lnTo>
                <a:lnTo>
                  <a:pt x="2201" y="2647"/>
                </a:lnTo>
                <a:lnTo>
                  <a:pt x="2201" y="2646"/>
                </a:lnTo>
                <a:lnTo>
                  <a:pt x="2201" y="2645"/>
                </a:lnTo>
                <a:lnTo>
                  <a:pt x="2201" y="2644"/>
                </a:lnTo>
                <a:lnTo>
                  <a:pt x="2202" y="2644"/>
                </a:lnTo>
                <a:lnTo>
                  <a:pt x="2202" y="2643"/>
                </a:lnTo>
                <a:lnTo>
                  <a:pt x="2201" y="2643"/>
                </a:lnTo>
                <a:lnTo>
                  <a:pt x="2199" y="2642"/>
                </a:lnTo>
                <a:lnTo>
                  <a:pt x="2196" y="2640"/>
                </a:lnTo>
                <a:lnTo>
                  <a:pt x="2195" y="2640"/>
                </a:lnTo>
                <a:lnTo>
                  <a:pt x="2194" y="2639"/>
                </a:lnTo>
                <a:lnTo>
                  <a:pt x="2193" y="2638"/>
                </a:lnTo>
                <a:lnTo>
                  <a:pt x="2193" y="2637"/>
                </a:lnTo>
                <a:lnTo>
                  <a:pt x="2193" y="2636"/>
                </a:lnTo>
                <a:lnTo>
                  <a:pt x="2192" y="2636"/>
                </a:lnTo>
                <a:lnTo>
                  <a:pt x="2191" y="2636"/>
                </a:lnTo>
                <a:lnTo>
                  <a:pt x="2190" y="2636"/>
                </a:lnTo>
                <a:lnTo>
                  <a:pt x="2190" y="2635"/>
                </a:lnTo>
                <a:lnTo>
                  <a:pt x="2189" y="2635"/>
                </a:lnTo>
                <a:lnTo>
                  <a:pt x="2188" y="2634"/>
                </a:lnTo>
                <a:lnTo>
                  <a:pt x="2187" y="2634"/>
                </a:lnTo>
                <a:lnTo>
                  <a:pt x="2187" y="2633"/>
                </a:lnTo>
                <a:lnTo>
                  <a:pt x="2187" y="2632"/>
                </a:lnTo>
                <a:lnTo>
                  <a:pt x="2187" y="2631"/>
                </a:lnTo>
                <a:lnTo>
                  <a:pt x="2187" y="2630"/>
                </a:lnTo>
                <a:lnTo>
                  <a:pt x="2187" y="2629"/>
                </a:lnTo>
                <a:lnTo>
                  <a:pt x="2187" y="2628"/>
                </a:lnTo>
                <a:lnTo>
                  <a:pt x="2188" y="2627"/>
                </a:lnTo>
                <a:lnTo>
                  <a:pt x="2187" y="2627"/>
                </a:lnTo>
                <a:lnTo>
                  <a:pt x="2187" y="2626"/>
                </a:lnTo>
                <a:lnTo>
                  <a:pt x="2187" y="2625"/>
                </a:lnTo>
                <a:lnTo>
                  <a:pt x="2187" y="2624"/>
                </a:lnTo>
                <a:lnTo>
                  <a:pt x="2186" y="2624"/>
                </a:lnTo>
                <a:lnTo>
                  <a:pt x="2186" y="2623"/>
                </a:lnTo>
                <a:lnTo>
                  <a:pt x="2185" y="2622"/>
                </a:lnTo>
                <a:lnTo>
                  <a:pt x="2185" y="2621"/>
                </a:lnTo>
                <a:lnTo>
                  <a:pt x="2185" y="2620"/>
                </a:lnTo>
                <a:lnTo>
                  <a:pt x="2184" y="2620"/>
                </a:lnTo>
                <a:lnTo>
                  <a:pt x="2184" y="2619"/>
                </a:lnTo>
                <a:lnTo>
                  <a:pt x="2184" y="2618"/>
                </a:lnTo>
                <a:lnTo>
                  <a:pt x="2183" y="2618"/>
                </a:lnTo>
                <a:lnTo>
                  <a:pt x="2182" y="2618"/>
                </a:lnTo>
                <a:lnTo>
                  <a:pt x="2182" y="2617"/>
                </a:lnTo>
                <a:lnTo>
                  <a:pt x="2181" y="2617"/>
                </a:lnTo>
                <a:lnTo>
                  <a:pt x="2180" y="2617"/>
                </a:lnTo>
                <a:lnTo>
                  <a:pt x="2180" y="2618"/>
                </a:lnTo>
                <a:lnTo>
                  <a:pt x="2179" y="2618"/>
                </a:lnTo>
                <a:lnTo>
                  <a:pt x="2179" y="2619"/>
                </a:lnTo>
                <a:lnTo>
                  <a:pt x="2178" y="2619"/>
                </a:lnTo>
                <a:lnTo>
                  <a:pt x="2178" y="2620"/>
                </a:lnTo>
                <a:lnTo>
                  <a:pt x="2176" y="2619"/>
                </a:lnTo>
                <a:lnTo>
                  <a:pt x="2175" y="2619"/>
                </a:lnTo>
                <a:lnTo>
                  <a:pt x="2175" y="2618"/>
                </a:lnTo>
                <a:lnTo>
                  <a:pt x="2174" y="2618"/>
                </a:lnTo>
                <a:lnTo>
                  <a:pt x="2174" y="2617"/>
                </a:lnTo>
                <a:lnTo>
                  <a:pt x="2173" y="2617"/>
                </a:lnTo>
                <a:lnTo>
                  <a:pt x="2172" y="2617"/>
                </a:lnTo>
                <a:lnTo>
                  <a:pt x="2172" y="2618"/>
                </a:lnTo>
                <a:lnTo>
                  <a:pt x="2171" y="2618"/>
                </a:lnTo>
                <a:lnTo>
                  <a:pt x="2170" y="2618"/>
                </a:lnTo>
                <a:lnTo>
                  <a:pt x="2169" y="2617"/>
                </a:lnTo>
                <a:lnTo>
                  <a:pt x="2168" y="2617"/>
                </a:lnTo>
                <a:lnTo>
                  <a:pt x="2167" y="2616"/>
                </a:lnTo>
                <a:lnTo>
                  <a:pt x="2167" y="2615"/>
                </a:lnTo>
                <a:lnTo>
                  <a:pt x="2167" y="2614"/>
                </a:lnTo>
                <a:lnTo>
                  <a:pt x="2168" y="2614"/>
                </a:lnTo>
                <a:lnTo>
                  <a:pt x="2168" y="2613"/>
                </a:lnTo>
                <a:lnTo>
                  <a:pt x="2168" y="2612"/>
                </a:lnTo>
                <a:lnTo>
                  <a:pt x="2167" y="2611"/>
                </a:lnTo>
                <a:lnTo>
                  <a:pt x="2166" y="2611"/>
                </a:lnTo>
                <a:lnTo>
                  <a:pt x="2164" y="2611"/>
                </a:lnTo>
                <a:lnTo>
                  <a:pt x="2163" y="2611"/>
                </a:lnTo>
                <a:lnTo>
                  <a:pt x="2162" y="2611"/>
                </a:lnTo>
                <a:lnTo>
                  <a:pt x="2161" y="2611"/>
                </a:lnTo>
                <a:lnTo>
                  <a:pt x="2160" y="2611"/>
                </a:lnTo>
                <a:lnTo>
                  <a:pt x="2159" y="2611"/>
                </a:lnTo>
                <a:lnTo>
                  <a:pt x="2159" y="2610"/>
                </a:lnTo>
                <a:lnTo>
                  <a:pt x="2158" y="2610"/>
                </a:lnTo>
                <a:lnTo>
                  <a:pt x="2158" y="2611"/>
                </a:lnTo>
                <a:lnTo>
                  <a:pt x="2157" y="2611"/>
                </a:lnTo>
                <a:lnTo>
                  <a:pt x="2156" y="2611"/>
                </a:lnTo>
                <a:lnTo>
                  <a:pt x="2155" y="2611"/>
                </a:lnTo>
                <a:lnTo>
                  <a:pt x="2155" y="2610"/>
                </a:lnTo>
                <a:lnTo>
                  <a:pt x="2154" y="2609"/>
                </a:lnTo>
                <a:lnTo>
                  <a:pt x="2153" y="2609"/>
                </a:lnTo>
                <a:lnTo>
                  <a:pt x="2153" y="2608"/>
                </a:lnTo>
                <a:lnTo>
                  <a:pt x="2152" y="2608"/>
                </a:lnTo>
                <a:lnTo>
                  <a:pt x="2151" y="2608"/>
                </a:lnTo>
                <a:lnTo>
                  <a:pt x="2151" y="2609"/>
                </a:lnTo>
                <a:lnTo>
                  <a:pt x="2150" y="2609"/>
                </a:lnTo>
                <a:lnTo>
                  <a:pt x="2150" y="2608"/>
                </a:lnTo>
                <a:lnTo>
                  <a:pt x="2149" y="2608"/>
                </a:lnTo>
                <a:lnTo>
                  <a:pt x="2148" y="2608"/>
                </a:lnTo>
                <a:lnTo>
                  <a:pt x="2148" y="2609"/>
                </a:lnTo>
                <a:lnTo>
                  <a:pt x="2149" y="2609"/>
                </a:lnTo>
                <a:lnTo>
                  <a:pt x="2149" y="2610"/>
                </a:lnTo>
                <a:lnTo>
                  <a:pt x="2149" y="2611"/>
                </a:lnTo>
                <a:lnTo>
                  <a:pt x="2149" y="2612"/>
                </a:lnTo>
                <a:lnTo>
                  <a:pt x="2149" y="2613"/>
                </a:lnTo>
                <a:lnTo>
                  <a:pt x="2148" y="2613"/>
                </a:lnTo>
                <a:lnTo>
                  <a:pt x="2147" y="2613"/>
                </a:lnTo>
                <a:lnTo>
                  <a:pt x="2147" y="2612"/>
                </a:lnTo>
                <a:lnTo>
                  <a:pt x="2146" y="2612"/>
                </a:lnTo>
                <a:lnTo>
                  <a:pt x="2145" y="2612"/>
                </a:lnTo>
                <a:lnTo>
                  <a:pt x="2145" y="2611"/>
                </a:lnTo>
                <a:lnTo>
                  <a:pt x="2144" y="2611"/>
                </a:lnTo>
                <a:lnTo>
                  <a:pt x="2143" y="2611"/>
                </a:lnTo>
                <a:lnTo>
                  <a:pt x="2142" y="2611"/>
                </a:lnTo>
                <a:lnTo>
                  <a:pt x="2142" y="2610"/>
                </a:lnTo>
                <a:lnTo>
                  <a:pt x="2141" y="2610"/>
                </a:lnTo>
                <a:lnTo>
                  <a:pt x="2139" y="2610"/>
                </a:lnTo>
                <a:lnTo>
                  <a:pt x="2138" y="2610"/>
                </a:lnTo>
                <a:lnTo>
                  <a:pt x="2138" y="2609"/>
                </a:lnTo>
                <a:lnTo>
                  <a:pt x="2137" y="2609"/>
                </a:lnTo>
                <a:lnTo>
                  <a:pt x="2136" y="2609"/>
                </a:lnTo>
                <a:lnTo>
                  <a:pt x="2135" y="2609"/>
                </a:lnTo>
                <a:lnTo>
                  <a:pt x="2135" y="2608"/>
                </a:lnTo>
                <a:lnTo>
                  <a:pt x="2134" y="2608"/>
                </a:lnTo>
                <a:lnTo>
                  <a:pt x="2133" y="2607"/>
                </a:lnTo>
                <a:lnTo>
                  <a:pt x="2132" y="2607"/>
                </a:lnTo>
                <a:lnTo>
                  <a:pt x="2131" y="2607"/>
                </a:lnTo>
                <a:lnTo>
                  <a:pt x="2130" y="2607"/>
                </a:lnTo>
                <a:lnTo>
                  <a:pt x="2129" y="2608"/>
                </a:lnTo>
                <a:lnTo>
                  <a:pt x="2128" y="2609"/>
                </a:lnTo>
                <a:lnTo>
                  <a:pt x="2127" y="2609"/>
                </a:lnTo>
                <a:lnTo>
                  <a:pt x="2127" y="2610"/>
                </a:lnTo>
                <a:lnTo>
                  <a:pt x="2126" y="2610"/>
                </a:lnTo>
                <a:lnTo>
                  <a:pt x="2126" y="2611"/>
                </a:lnTo>
                <a:lnTo>
                  <a:pt x="2125" y="2611"/>
                </a:lnTo>
                <a:lnTo>
                  <a:pt x="2124" y="2611"/>
                </a:lnTo>
                <a:lnTo>
                  <a:pt x="2123" y="2611"/>
                </a:lnTo>
                <a:lnTo>
                  <a:pt x="2123" y="2610"/>
                </a:lnTo>
                <a:lnTo>
                  <a:pt x="2123" y="2609"/>
                </a:lnTo>
                <a:lnTo>
                  <a:pt x="2122" y="2609"/>
                </a:lnTo>
                <a:lnTo>
                  <a:pt x="2122" y="2610"/>
                </a:lnTo>
                <a:lnTo>
                  <a:pt x="2121" y="2610"/>
                </a:lnTo>
                <a:lnTo>
                  <a:pt x="2121" y="2609"/>
                </a:lnTo>
                <a:lnTo>
                  <a:pt x="2120" y="2609"/>
                </a:lnTo>
                <a:lnTo>
                  <a:pt x="2120" y="2608"/>
                </a:lnTo>
                <a:lnTo>
                  <a:pt x="2120" y="2609"/>
                </a:lnTo>
                <a:lnTo>
                  <a:pt x="2119" y="2609"/>
                </a:lnTo>
                <a:lnTo>
                  <a:pt x="2118" y="2609"/>
                </a:lnTo>
                <a:lnTo>
                  <a:pt x="2118" y="2610"/>
                </a:lnTo>
                <a:lnTo>
                  <a:pt x="2118" y="2611"/>
                </a:lnTo>
                <a:lnTo>
                  <a:pt x="2117" y="2612"/>
                </a:lnTo>
                <a:lnTo>
                  <a:pt x="2116" y="2612"/>
                </a:lnTo>
                <a:lnTo>
                  <a:pt x="2116" y="2611"/>
                </a:lnTo>
                <a:lnTo>
                  <a:pt x="2115" y="2611"/>
                </a:lnTo>
                <a:lnTo>
                  <a:pt x="2115" y="2612"/>
                </a:lnTo>
                <a:lnTo>
                  <a:pt x="2112" y="2613"/>
                </a:lnTo>
                <a:lnTo>
                  <a:pt x="2111" y="2613"/>
                </a:lnTo>
                <a:lnTo>
                  <a:pt x="2111" y="2612"/>
                </a:lnTo>
                <a:lnTo>
                  <a:pt x="2109" y="2612"/>
                </a:lnTo>
                <a:lnTo>
                  <a:pt x="2108" y="2612"/>
                </a:lnTo>
                <a:lnTo>
                  <a:pt x="2107" y="2612"/>
                </a:lnTo>
                <a:lnTo>
                  <a:pt x="2106" y="2612"/>
                </a:lnTo>
                <a:lnTo>
                  <a:pt x="2104" y="2611"/>
                </a:lnTo>
                <a:lnTo>
                  <a:pt x="2103" y="2611"/>
                </a:lnTo>
                <a:lnTo>
                  <a:pt x="2102" y="2610"/>
                </a:lnTo>
                <a:lnTo>
                  <a:pt x="2101" y="2610"/>
                </a:lnTo>
                <a:lnTo>
                  <a:pt x="2100" y="2610"/>
                </a:lnTo>
                <a:lnTo>
                  <a:pt x="2099" y="2610"/>
                </a:lnTo>
                <a:lnTo>
                  <a:pt x="2098" y="2610"/>
                </a:lnTo>
                <a:lnTo>
                  <a:pt x="2096" y="2610"/>
                </a:lnTo>
                <a:lnTo>
                  <a:pt x="2095" y="2610"/>
                </a:lnTo>
                <a:lnTo>
                  <a:pt x="2093" y="2609"/>
                </a:lnTo>
                <a:lnTo>
                  <a:pt x="2092" y="2609"/>
                </a:lnTo>
                <a:lnTo>
                  <a:pt x="2091" y="2609"/>
                </a:lnTo>
                <a:lnTo>
                  <a:pt x="2090" y="2609"/>
                </a:lnTo>
                <a:lnTo>
                  <a:pt x="2089" y="2609"/>
                </a:lnTo>
                <a:lnTo>
                  <a:pt x="2089" y="2608"/>
                </a:lnTo>
                <a:lnTo>
                  <a:pt x="2089" y="2609"/>
                </a:lnTo>
                <a:lnTo>
                  <a:pt x="2088" y="2609"/>
                </a:lnTo>
                <a:lnTo>
                  <a:pt x="2088" y="2608"/>
                </a:lnTo>
                <a:lnTo>
                  <a:pt x="2087" y="2608"/>
                </a:lnTo>
                <a:lnTo>
                  <a:pt x="2086" y="2608"/>
                </a:lnTo>
                <a:lnTo>
                  <a:pt x="2085" y="2608"/>
                </a:lnTo>
                <a:lnTo>
                  <a:pt x="2085" y="2607"/>
                </a:lnTo>
                <a:lnTo>
                  <a:pt x="2085" y="2608"/>
                </a:lnTo>
                <a:lnTo>
                  <a:pt x="2084" y="2608"/>
                </a:lnTo>
                <a:lnTo>
                  <a:pt x="2084" y="2609"/>
                </a:lnTo>
                <a:lnTo>
                  <a:pt x="2085" y="2609"/>
                </a:lnTo>
                <a:lnTo>
                  <a:pt x="2085" y="2610"/>
                </a:lnTo>
                <a:lnTo>
                  <a:pt x="2084" y="2610"/>
                </a:lnTo>
                <a:lnTo>
                  <a:pt x="2084" y="2611"/>
                </a:lnTo>
                <a:lnTo>
                  <a:pt x="2084" y="2612"/>
                </a:lnTo>
                <a:lnTo>
                  <a:pt x="2084" y="2613"/>
                </a:lnTo>
                <a:lnTo>
                  <a:pt x="2083" y="2613"/>
                </a:lnTo>
                <a:lnTo>
                  <a:pt x="2082" y="2613"/>
                </a:lnTo>
                <a:lnTo>
                  <a:pt x="2081" y="2613"/>
                </a:lnTo>
                <a:lnTo>
                  <a:pt x="2079" y="2613"/>
                </a:lnTo>
                <a:lnTo>
                  <a:pt x="2078" y="2613"/>
                </a:lnTo>
                <a:lnTo>
                  <a:pt x="2078" y="2612"/>
                </a:lnTo>
                <a:lnTo>
                  <a:pt x="2077" y="2613"/>
                </a:lnTo>
                <a:lnTo>
                  <a:pt x="2076" y="2613"/>
                </a:lnTo>
                <a:lnTo>
                  <a:pt x="2075" y="2614"/>
                </a:lnTo>
                <a:lnTo>
                  <a:pt x="2070" y="2614"/>
                </a:lnTo>
                <a:lnTo>
                  <a:pt x="2069" y="2614"/>
                </a:lnTo>
                <a:lnTo>
                  <a:pt x="2069" y="2613"/>
                </a:lnTo>
                <a:lnTo>
                  <a:pt x="2068" y="2613"/>
                </a:lnTo>
                <a:lnTo>
                  <a:pt x="2068" y="2612"/>
                </a:lnTo>
                <a:lnTo>
                  <a:pt x="2067" y="2612"/>
                </a:lnTo>
                <a:lnTo>
                  <a:pt x="2067" y="2613"/>
                </a:lnTo>
                <a:lnTo>
                  <a:pt x="2065" y="2613"/>
                </a:lnTo>
                <a:lnTo>
                  <a:pt x="2064" y="2613"/>
                </a:lnTo>
                <a:lnTo>
                  <a:pt x="2063" y="2613"/>
                </a:lnTo>
                <a:lnTo>
                  <a:pt x="2062" y="2613"/>
                </a:lnTo>
                <a:lnTo>
                  <a:pt x="2061" y="2613"/>
                </a:lnTo>
                <a:lnTo>
                  <a:pt x="2061" y="2612"/>
                </a:lnTo>
                <a:lnTo>
                  <a:pt x="2060" y="2612"/>
                </a:lnTo>
                <a:lnTo>
                  <a:pt x="2060" y="2613"/>
                </a:lnTo>
                <a:lnTo>
                  <a:pt x="2059" y="2613"/>
                </a:lnTo>
                <a:lnTo>
                  <a:pt x="2058" y="2612"/>
                </a:lnTo>
                <a:lnTo>
                  <a:pt x="2057" y="2611"/>
                </a:lnTo>
                <a:lnTo>
                  <a:pt x="2057" y="2612"/>
                </a:lnTo>
                <a:lnTo>
                  <a:pt x="2056" y="2613"/>
                </a:lnTo>
                <a:lnTo>
                  <a:pt x="2054" y="2613"/>
                </a:lnTo>
                <a:lnTo>
                  <a:pt x="2054" y="2614"/>
                </a:lnTo>
                <a:lnTo>
                  <a:pt x="2052" y="2614"/>
                </a:lnTo>
                <a:lnTo>
                  <a:pt x="2052" y="2613"/>
                </a:lnTo>
                <a:lnTo>
                  <a:pt x="2051" y="2613"/>
                </a:lnTo>
                <a:lnTo>
                  <a:pt x="2050" y="2613"/>
                </a:lnTo>
                <a:lnTo>
                  <a:pt x="2050" y="2612"/>
                </a:lnTo>
                <a:lnTo>
                  <a:pt x="2049" y="2612"/>
                </a:lnTo>
                <a:lnTo>
                  <a:pt x="2048" y="2612"/>
                </a:lnTo>
                <a:lnTo>
                  <a:pt x="2047" y="2611"/>
                </a:lnTo>
                <a:lnTo>
                  <a:pt x="2046" y="2611"/>
                </a:lnTo>
                <a:lnTo>
                  <a:pt x="2045" y="2610"/>
                </a:lnTo>
                <a:lnTo>
                  <a:pt x="2044" y="2610"/>
                </a:lnTo>
                <a:lnTo>
                  <a:pt x="2043" y="2610"/>
                </a:lnTo>
                <a:lnTo>
                  <a:pt x="2042" y="2610"/>
                </a:lnTo>
                <a:lnTo>
                  <a:pt x="2041" y="2610"/>
                </a:lnTo>
                <a:lnTo>
                  <a:pt x="2041" y="2611"/>
                </a:lnTo>
                <a:lnTo>
                  <a:pt x="2040" y="2611"/>
                </a:lnTo>
                <a:lnTo>
                  <a:pt x="2039" y="2612"/>
                </a:lnTo>
                <a:lnTo>
                  <a:pt x="2037" y="2612"/>
                </a:lnTo>
                <a:lnTo>
                  <a:pt x="2036" y="2612"/>
                </a:lnTo>
                <a:lnTo>
                  <a:pt x="2035" y="2612"/>
                </a:lnTo>
                <a:lnTo>
                  <a:pt x="2034" y="2612"/>
                </a:lnTo>
                <a:lnTo>
                  <a:pt x="2033" y="2612"/>
                </a:lnTo>
                <a:lnTo>
                  <a:pt x="2033" y="2611"/>
                </a:lnTo>
                <a:lnTo>
                  <a:pt x="2032" y="2611"/>
                </a:lnTo>
                <a:lnTo>
                  <a:pt x="2031" y="2611"/>
                </a:lnTo>
                <a:lnTo>
                  <a:pt x="2031" y="2612"/>
                </a:lnTo>
                <a:lnTo>
                  <a:pt x="2030" y="2612"/>
                </a:lnTo>
                <a:lnTo>
                  <a:pt x="2030" y="2613"/>
                </a:lnTo>
                <a:lnTo>
                  <a:pt x="2029" y="2613"/>
                </a:lnTo>
                <a:lnTo>
                  <a:pt x="2028" y="2613"/>
                </a:lnTo>
                <a:lnTo>
                  <a:pt x="2027" y="2613"/>
                </a:lnTo>
                <a:lnTo>
                  <a:pt x="2027" y="2612"/>
                </a:lnTo>
                <a:lnTo>
                  <a:pt x="2026" y="2612"/>
                </a:lnTo>
                <a:lnTo>
                  <a:pt x="2026" y="2613"/>
                </a:lnTo>
                <a:lnTo>
                  <a:pt x="2024" y="2613"/>
                </a:lnTo>
                <a:lnTo>
                  <a:pt x="2024" y="2612"/>
                </a:lnTo>
                <a:lnTo>
                  <a:pt x="2023" y="2612"/>
                </a:lnTo>
                <a:lnTo>
                  <a:pt x="2023" y="2613"/>
                </a:lnTo>
                <a:lnTo>
                  <a:pt x="2022" y="2613"/>
                </a:lnTo>
                <a:lnTo>
                  <a:pt x="2021" y="2614"/>
                </a:lnTo>
                <a:lnTo>
                  <a:pt x="2020" y="2614"/>
                </a:lnTo>
                <a:lnTo>
                  <a:pt x="2019" y="2614"/>
                </a:lnTo>
                <a:lnTo>
                  <a:pt x="2018" y="2614"/>
                </a:lnTo>
                <a:lnTo>
                  <a:pt x="2018" y="2615"/>
                </a:lnTo>
                <a:lnTo>
                  <a:pt x="2017" y="2615"/>
                </a:lnTo>
                <a:lnTo>
                  <a:pt x="2016" y="2615"/>
                </a:lnTo>
                <a:lnTo>
                  <a:pt x="2016" y="2614"/>
                </a:lnTo>
                <a:lnTo>
                  <a:pt x="2015" y="2614"/>
                </a:lnTo>
                <a:lnTo>
                  <a:pt x="2013" y="2612"/>
                </a:lnTo>
                <a:lnTo>
                  <a:pt x="2012" y="2612"/>
                </a:lnTo>
                <a:lnTo>
                  <a:pt x="2011" y="2612"/>
                </a:lnTo>
                <a:lnTo>
                  <a:pt x="2010" y="2612"/>
                </a:lnTo>
                <a:lnTo>
                  <a:pt x="2009" y="2612"/>
                </a:lnTo>
                <a:lnTo>
                  <a:pt x="2009" y="2611"/>
                </a:lnTo>
                <a:lnTo>
                  <a:pt x="2009" y="2610"/>
                </a:lnTo>
                <a:lnTo>
                  <a:pt x="2007" y="2610"/>
                </a:lnTo>
                <a:lnTo>
                  <a:pt x="2006" y="2610"/>
                </a:lnTo>
                <a:lnTo>
                  <a:pt x="2005" y="2610"/>
                </a:lnTo>
                <a:lnTo>
                  <a:pt x="2004" y="2610"/>
                </a:lnTo>
                <a:lnTo>
                  <a:pt x="2003" y="2610"/>
                </a:lnTo>
                <a:lnTo>
                  <a:pt x="2003" y="2609"/>
                </a:lnTo>
                <a:lnTo>
                  <a:pt x="2002" y="2609"/>
                </a:lnTo>
                <a:lnTo>
                  <a:pt x="2002" y="2608"/>
                </a:lnTo>
                <a:lnTo>
                  <a:pt x="2002" y="2607"/>
                </a:lnTo>
                <a:lnTo>
                  <a:pt x="2002" y="2606"/>
                </a:lnTo>
                <a:lnTo>
                  <a:pt x="2002" y="2604"/>
                </a:lnTo>
                <a:lnTo>
                  <a:pt x="2001" y="2602"/>
                </a:lnTo>
                <a:lnTo>
                  <a:pt x="2002" y="2599"/>
                </a:lnTo>
                <a:lnTo>
                  <a:pt x="2003" y="2598"/>
                </a:lnTo>
                <a:lnTo>
                  <a:pt x="2003" y="2597"/>
                </a:lnTo>
                <a:lnTo>
                  <a:pt x="2002" y="2597"/>
                </a:lnTo>
                <a:lnTo>
                  <a:pt x="2001" y="2596"/>
                </a:lnTo>
                <a:lnTo>
                  <a:pt x="2000" y="2596"/>
                </a:lnTo>
                <a:lnTo>
                  <a:pt x="1999" y="2596"/>
                </a:lnTo>
                <a:lnTo>
                  <a:pt x="1999" y="2595"/>
                </a:lnTo>
                <a:lnTo>
                  <a:pt x="1998" y="2595"/>
                </a:lnTo>
                <a:lnTo>
                  <a:pt x="1999" y="2595"/>
                </a:lnTo>
                <a:lnTo>
                  <a:pt x="1998" y="2594"/>
                </a:lnTo>
                <a:lnTo>
                  <a:pt x="1998" y="2593"/>
                </a:lnTo>
                <a:lnTo>
                  <a:pt x="1997" y="2593"/>
                </a:lnTo>
                <a:lnTo>
                  <a:pt x="1997" y="2594"/>
                </a:lnTo>
                <a:lnTo>
                  <a:pt x="1996" y="2594"/>
                </a:lnTo>
                <a:lnTo>
                  <a:pt x="1995" y="2594"/>
                </a:lnTo>
                <a:lnTo>
                  <a:pt x="1994" y="2595"/>
                </a:lnTo>
                <a:lnTo>
                  <a:pt x="1993" y="2595"/>
                </a:lnTo>
                <a:lnTo>
                  <a:pt x="1991" y="2594"/>
                </a:lnTo>
                <a:lnTo>
                  <a:pt x="1990" y="2594"/>
                </a:lnTo>
                <a:lnTo>
                  <a:pt x="1989" y="2594"/>
                </a:lnTo>
                <a:lnTo>
                  <a:pt x="1989" y="2593"/>
                </a:lnTo>
                <a:lnTo>
                  <a:pt x="1988" y="2593"/>
                </a:lnTo>
                <a:lnTo>
                  <a:pt x="1987" y="2593"/>
                </a:lnTo>
                <a:lnTo>
                  <a:pt x="1987" y="2594"/>
                </a:lnTo>
                <a:lnTo>
                  <a:pt x="1987" y="2595"/>
                </a:lnTo>
                <a:lnTo>
                  <a:pt x="1986" y="2596"/>
                </a:lnTo>
                <a:lnTo>
                  <a:pt x="1985" y="2596"/>
                </a:lnTo>
                <a:lnTo>
                  <a:pt x="1984" y="2596"/>
                </a:lnTo>
                <a:lnTo>
                  <a:pt x="1984" y="2597"/>
                </a:lnTo>
                <a:lnTo>
                  <a:pt x="1984" y="2598"/>
                </a:lnTo>
                <a:lnTo>
                  <a:pt x="1983" y="2598"/>
                </a:lnTo>
                <a:lnTo>
                  <a:pt x="1983" y="2599"/>
                </a:lnTo>
                <a:lnTo>
                  <a:pt x="1982" y="2599"/>
                </a:lnTo>
                <a:lnTo>
                  <a:pt x="1981" y="2599"/>
                </a:lnTo>
                <a:lnTo>
                  <a:pt x="1977" y="2602"/>
                </a:lnTo>
                <a:lnTo>
                  <a:pt x="1977" y="2603"/>
                </a:lnTo>
                <a:lnTo>
                  <a:pt x="1976" y="2604"/>
                </a:lnTo>
                <a:lnTo>
                  <a:pt x="1975" y="2604"/>
                </a:lnTo>
                <a:lnTo>
                  <a:pt x="1974" y="2603"/>
                </a:lnTo>
                <a:lnTo>
                  <a:pt x="1974" y="2602"/>
                </a:lnTo>
                <a:lnTo>
                  <a:pt x="1973" y="2602"/>
                </a:lnTo>
                <a:lnTo>
                  <a:pt x="1972" y="2602"/>
                </a:lnTo>
                <a:lnTo>
                  <a:pt x="1971" y="2603"/>
                </a:lnTo>
                <a:lnTo>
                  <a:pt x="1970" y="2603"/>
                </a:lnTo>
                <a:lnTo>
                  <a:pt x="1968" y="2602"/>
                </a:lnTo>
                <a:lnTo>
                  <a:pt x="1968" y="2601"/>
                </a:lnTo>
                <a:lnTo>
                  <a:pt x="1967" y="2601"/>
                </a:lnTo>
                <a:lnTo>
                  <a:pt x="1966" y="2601"/>
                </a:lnTo>
                <a:lnTo>
                  <a:pt x="1965" y="2601"/>
                </a:lnTo>
                <a:lnTo>
                  <a:pt x="1964" y="2601"/>
                </a:lnTo>
                <a:lnTo>
                  <a:pt x="1964" y="2602"/>
                </a:lnTo>
                <a:lnTo>
                  <a:pt x="1963" y="2602"/>
                </a:lnTo>
                <a:lnTo>
                  <a:pt x="1963" y="2603"/>
                </a:lnTo>
                <a:lnTo>
                  <a:pt x="1963" y="2602"/>
                </a:lnTo>
                <a:lnTo>
                  <a:pt x="1962" y="2602"/>
                </a:lnTo>
                <a:lnTo>
                  <a:pt x="1961" y="2602"/>
                </a:lnTo>
                <a:lnTo>
                  <a:pt x="1959" y="2602"/>
                </a:lnTo>
                <a:lnTo>
                  <a:pt x="1958" y="2602"/>
                </a:lnTo>
                <a:lnTo>
                  <a:pt x="1958" y="2603"/>
                </a:lnTo>
                <a:lnTo>
                  <a:pt x="1957" y="2603"/>
                </a:lnTo>
                <a:lnTo>
                  <a:pt x="1957" y="2604"/>
                </a:lnTo>
                <a:lnTo>
                  <a:pt x="1956" y="2604"/>
                </a:lnTo>
                <a:lnTo>
                  <a:pt x="1955" y="2605"/>
                </a:lnTo>
                <a:lnTo>
                  <a:pt x="1954" y="2606"/>
                </a:lnTo>
                <a:lnTo>
                  <a:pt x="1953" y="2607"/>
                </a:lnTo>
                <a:lnTo>
                  <a:pt x="1952" y="2607"/>
                </a:lnTo>
                <a:lnTo>
                  <a:pt x="1951" y="2607"/>
                </a:lnTo>
                <a:lnTo>
                  <a:pt x="1951" y="2608"/>
                </a:lnTo>
                <a:lnTo>
                  <a:pt x="1950" y="2608"/>
                </a:lnTo>
                <a:lnTo>
                  <a:pt x="1950" y="2609"/>
                </a:lnTo>
                <a:lnTo>
                  <a:pt x="1951" y="2609"/>
                </a:lnTo>
                <a:lnTo>
                  <a:pt x="1952" y="2610"/>
                </a:lnTo>
                <a:lnTo>
                  <a:pt x="1951" y="2611"/>
                </a:lnTo>
                <a:lnTo>
                  <a:pt x="1950" y="2612"/>
                </a:lnTo>
                <a:lnTo>
                  <a:pt x="1949" y="2612"/>
                </a:lnTo>
                <a:lnTo>
                  <a:pt x="1949" y="2611"/>
                </a:lnTo>
                <a:lnTo>
                  <a:pt x="1949" y="2612"/>
                </a:lnTo>
                <a:lnTo>
                  <a:pt x="1948" y="2612"/>
                </a:lnTo>
                <a:lnTo>
                  <a:pt x="1947" y="2612"/>
                </a:lnTo>
                <a:lnTo>
                  <a:pt x="1946" y="2612"/>
                </a:lnTo>
                <a:lnTo>
                  <a:pt x="1945" y="2612"/>
                </a:lnTo>
                <a:lnTo>
                  <a:pt x="1945" y="2611"/>
                </a:lnTo>
                <a:lnTo>
                  <a:pt x="1942" y="2611"/>
                </a:lnTo>
                <a:lnTo>
                  <a:pt x="1942" y="2610"/>
                </a:lnTo>
                <a:lnTo>
                  <a:pt x="1942" y="2609"/>
                </a:lnTo>
                <a:lnTo>
                  <a:pt x="1941" y="2609"/>
                </a:lnTo>
                <a:lnTo>
                  <a:pt x="1940" y="2609"/>
                </a:lnTo>
                <a:lnTo>
                  <a:pt x="1939" y="2608"/>
                </a:lnTo>
                <a:lnTo>
                  <a:pt x="1938" y="2607"/>
                </a:lnTo>
                <a:lnTo>
                  <a:pt x="1938" y="2608"/>
                </a:lnTo>
                <a:lnTo>
                  <a:pt x="1937" y="2608"/>
                </a:lnTo>
                <a:lnTo>
                  <a:pt x="1935" y="2608"/>
                </a:lnTo>
                <a:lnTo>
                  <a:pt x="1934" y="2608"/>
                </a:lnTo>
                <a:lnTo>
                  <a:pt x="1934" y="2609"/>
                </a:lnTo>
                <a:lnTo>
                  <a:pt x="1934" y="2610"/>
                </a:lnTo>
                <a:lnTo>
                  <a:pt x="1933" y="2610"/>
                </a:lnTo>
                <a:lnTo>
                  <a:pt x="1932" y="2610"/>
                </a:lnTo>
                <a:lnTo>
                  <a:pt x="1932" y="2609"/>
                </a:lnTo>
                <a:lnTo>
                  <a:pt x="1931" y="2609"/>
                </a:lnTo>
                <a:lnTo>
                  <a:pt x="1931" y="2608"/>
                </a:lnTo>
                <a:lnTo>
                  <a:pt x="1930" y="2608"/>
                </a:lnTo>
                <a:lnTo>
                  <a:pt x="1930" y="2609"/>
                </a:lnTo>
                <a:lnTo>
                  <a:pt x="1929" y="2608"/>
                </a:lnTo>
                <a:lnTo>
                  <a:pt x="1928" y="2608"/>
                </a:lnTo>
                <a:lnTo>
                  <a:pt x="1928" y="2607"/>
                </a:lnTo>
                <a:lnTo>
                  <a:pt x="1927" y="2607"/>
                </a:lnTo>
                <a:lnTo>
                  <a:pt x="1926" y="2607"/>
                </a:lnTo>
                <a:lnTo>
                  <a:pt x="1925" y="2607"/>
                </a:lnTo>
                <a:lnTo>
                  <a:pt x="1925" y="2608"/>
                </a:lnTo>
                <a:lnTo>
                  <a:pt x="1923" y="2608"/>
                </a:lnTo>
                <a:lnTo>
                  <a:pt x="1922" y="2607"/>
                </a:lnTo>
                <a:lnTo>
                  <a:pt x="1921" y="2608"/>
                </a:lnTo>
                <a:lnTo>
                  <a:pt x="1920" y="2608"/>
                </a:lnTo>
                <a:lnTo>
                  <a:pt x="1919" y="2608"/>
                </a:lnTo>
                <a:lnTo>
                  <a:pt x="1918" y="2608"/>
                </a:lnTo>
                <a:lnTo>
                  <a:pt x="1917" y="2607"/>
                </a:lnTo>
                <a:lnTo>
                  <a:pt x="1917" y="2608"/>
                </a:lnTo>
                <a:lnTo>
                  <a:pt x="1916" y="2608"/>
                </a:lnTo>
                <a:lnTo>
                  <a:pt x="1915" y="2609"/>
                </a:lnTo>
                <a:lnTo>
                  <a:pt x="1915" y="2610"/>
                </a:lnTo>
                <a:lnTo>
                  <a:pt x="1914" y="2610"/>
                </a:lnTo>
                <a:lnTo>
                  <a:pt x="1914" y="2611"/>
                </a:lnTo>
                <a:lnTo>
                  <a:pt x="1913" y="2612"/>
                </a:lnTo>
                <a:lnTo>
                  <a:pt x="1912" y="2612"/>
                </a:lnTo>
                <a:lnTo>
                  <a:pt x="1912" y="2611"/>
                </a:lnTo>
                <a:lnTo>
                  <a:pt x="1911" y="2611"/>
                </a:lnTo>
                <a:lnTo>
                  <a:pt x="1909" y="2611"/>
                </a:lnTo>
                <a:lnTo>
                  <a:pt x="1908" y="2611"/>
                </a:lnTo>
                <a:lnTo>
                  <a:pt x="1907" y="2611"/>
                </a:lnTo>
                <a:lnTo>
                  <a:pt x="1906" y="2610"/>
                </a:lnTo>
                <a:lnTo>
                  <a:pt x="1906" y="2609"/>
                </a:lnTo>
                <a:lnTo>
                  <a:pt x="1905" y="2608"/>
                </a:lnTo>
                <a:lnTo>
                  <a:pt x="1904" y="2607"/>
                </a:lnTo>
                <a:lnTo>
                  <a:pt x="1905" y="2607"/>
                </a:lnTo>
                <a:lnTo>
                  <a:pt x="1905" y="2606"/>
                </a:lnTo>
                <a:lnTo>
                  <a:pt x="1904" y="2606"/>
                </a:lnTo>
                <a:lnTo>
                  <a:pt x="1904" y="2605"/>
                </a:lnTo>
                <a:lnTo>
                  <a:pt x="1903" y="2604"/>
                </a:lnTo>
                <a:lnTo>
                  <a:pt x="1904" y="2603"/>
                </a:lnTo>
                <a:lnTo>
                  <a:pt x="1903" y="2603"/>
                </a:lnTo>
                <a:lnTo>
                  <a:pt x="1902" y="2603"/>
                </a:lnTo>
                <a:lnTo>
                  <a:pt x="1902" y="2602"/>
                </a:lnTo>
                <a:lnTo>
                  <a:pt x="1902" y="2603"/>
                </a:lnTo>
                <a:lnTo>
                  <a:pt x="1901" y="2603"/>
                </a:lnTo>
                <a:lnTo>
                  <a:pt x="1900" y="2603"/>
                </a:lnTo>
                <a:lnTo>
                  <a:pt x="1899" y="2603"/>
                </a:lnTo>
                <a:lnTo>
                  <a:pt x="1899" y="2604"/>
                </a:lnTo>
                <a:lnTo>
                  <a:pt x="1897" y="2604"/>
                </a:lnTo>
                <a:lnTo>
                  <a:pt x="1896" y="2603"/>
                </a:lnTo>
                <a:lnTo>
                  <a:pt x="1895" y="2603"/>
                </a:lnTo>
                <a:lnTo>
                  <a:pt x="1895" y="2602"/>
                </a:lnTo>
                <a:lnTo>
                  <a:pt x="1894" y="2602"/>
                </a:lnTo>
                <a:lnTo>
                  <a:pt x="1893" y="2602"/>
                </a:lnTo>
                <a:lnTo>
                  <a:pt x="1892" y="2602"/>
                </a:lnTo>
                <a:lnTo>
                  <a:pt x="1892" y="2601"/>
                </a:lnTo>
                <a:lnTo>
                  <a:pt x="1891" y="2601"/>
                </a:lnTo>
                <a:lnTo>
                  <a:pt x="1890" y="2601"/>
                </a:lnTo>
                <a:lnTo>
                  <a:pt x="1889" y="2601"/>
                </a:lnTo>
                <a:lnTo>
                  <a:pt x="1889" y="2600"/>
                </a:lnTo>
                <a:lnTo>
                  <a:pt x="1888" y="2600"/>
                </a:lnTo>
                <a:lnTo>
                  <a:pt x="1888" y="2601"/>
                </a:lnTo>
                <a:lnTo>
                  <a:pt x="1887" y="2601"/>
                </a:lnTo>
                <a:lnTo>
                  <a:pt x="1886" y="2602"/>
                </a:lnTo>
                <a:lnTo>
                  <a:pt x="1885" y="2602"/>
                </a:lnTo>
                <a:lnTo>
                  <a:pt x="1885" y="2601"/>
                </a:lnTo>
                <a:lnTo>
                  <a:pt x="1884" y="2601"/>
                </a:lnTo>
                <a:lnTo>
                  <a:pt x="1884" y="2602"/>
                </a:lnTo>
                <a:lnTo>
                  <a:pt x="1883" y="2602"/>
                </a:lnTo>
                <a:lnTo>
                  <a:pt x="1882" y="2602"/>
                </a:lnTo>
                <a:lnTo>
                  <a:pt x="1882" y="2603"/>
                </a:lnTo>
                <a:lnTo>
                  <a:pt x="1883" y="2603"/>
                </a:lnTo>
                <a:lnTo>
                  <a:pt x="1883" y="2604"/>
                </a:lnTo>
                <a:lnTo>
                  <a:pt x="1882" y="2604"/>
                </a:lnTo>
                <a:lnTo>
                  <a:pt x="1882" y="2605"/>
                </a:lnTo>
                <a:lnTo>
                  <a:pt x="1882" y="2606"/>
                </a:lnTo>
                <a:lnTo>
                  <a:pt x="1881" y="2606"/>
                </a:lnTo>
                <a:lnTo>
                  <a:pt x="1880" y="2606"/>
                </a:lnTo>
                <a:lnTo>
                  <a:pt x="1879" y="2606"/>
                </a:lnTo>
                <a:lnTo>
                  <a:pt x="1877" y="2605"/>
                </a:lnTo>
                <a:lnTo>
                  <a:pt x="1877" y="2606"/>
                </a:lnTo>
                <a:lnTo>
                  <a:pt x="1877" y="2607"/>
                </a:lnTo>
                <a:lnTo>
                  <a:pt x="1876" y="2607"/>
                </a:lnTo>
                <a:lnTo>
                  <a:pt x="1876" y="2608"/>
                </a:lnTo>
                <a:lnTo>
                  <a:pt x="1876" y="2609"/>
                </a:lnTo>
                <a:lnTo>
                  <a:pt x="1875" y="2609"/>
                </a:lnTo>
                <a:lnTo>
                  <a:pt x="1874" y="2609"/>
                </a:lnTo>
                <a:lnTo>
                  <a:pt x="1874" y="2608"/>
                </a:lnTo>
                <a:lnTo>
                  <a:pt x="1873" y="2608"/>
                </a:lnTo>
                <a:lnTo>
                  <a:pt x="1873" y="2609"/>
                </a:lnTo>
                <a:lnTo>
                  <a:pt x="1872" y="2609"/>
                </a:lnTo>
                <a:lnTo>
                  <a:pt x="1871" y="2609"/>
                </a:lnTo>
                <a:lnTo>
                  <a:pt x="1870" y="2608"/>
                </a:lnTo>
                <a:lnTo>
                  <a:pt x="1869" y="2608"/>
                </a:lnTo>
                <a:lnTo>
                  <a:pt x="1868" y="2608"/>
                </a:lnTo>
                <a:lnTo>
                  <a:pt x="1868" y="2609"/>
                </a:lnTo>
                <a:lnTo>
                  <a:pt x="1868" y="2610"/>
                </a:lnTo>
                <a:lnTo>
                  <a:pt x="1867" y="2611"/>
                </a:lnTo>
                <a:lnTo>
                  <a:pt x="1866" y="2611"/>
                </a:lnTo>
                <a:lnTo>
                  <a:pt x="1866" y="2610"/>
                </a:lnTo>
                <a:lnTo>
                  <a:pt x="1865" y="2610"/>
                </a:lnTo>
                <a:lnTo>
                  <a:pt x="1865" y="2611"/>
                </a:lnTo>
                <a:lnTo>
                  <a:pt x="1864" y="2611"/>
                </a:lnTo>
                <a:lnTo>
                  <a:pt x="1862" y="2611"/>
                </a:lnTo>
                <a:lnTo>
                  <a:pt x="1862" y="2612"/>
                </a:lnTo>
                <a:lnTo>
                  <a:pt x="1861" y="2612"/>
                </a:lnTo>
                <a:lnTo>
                  <a:pt x="1861" y="2611"/>
                </a:lnTo>
                <a:lnTo>
                  <a:pt x="1860" y="2611"/>
                </a:lnTo>
                <a:lnTo>
                  <a:pt x="1860" y="2610"/>
                </a:lnTo>
                <a:lnTo>
                  <a:pt x="1859" y="2610"/>
                </a:lnTo>
                <a:lnTo>
                  <a:pt x="1858" y="2611"/>
                </a:lnTo>
                <a:lnTo>
                  <a:pt x="1857" y="2611"/>
                </a:lnTo>
                <a:lnTo>
                  <a:pt x="1856" y="2611"/>
                </a:lnTo>
                <a:lnTo>
                  <a:pt x="1855" y="2611"/>
                </a:lnTo>
                <a:lnTo>
                  <a:pt x="1854" y="2610"/>
                </a:lnTo>
                <a:lnTo>
                  <a:pt x="1853" y="2610"/>
                </a:lnTo>
                <a:lnTo>
                  <a:pt x="1852" y="2610"/>
                </a:lnTo>
                <a:lnTo>
                  <a:pt x="1851" y="2609"/>
                </a:lnTo>
                <a:lnTo>
                  <a:pt x="1850" y="2609"/>
                </a:lnTo>
                <a:lnTo>
                  <a:pt x="1850" y="2608"/>
                </a:lnTo>
                <a:lnTo>
                  <a:pt x="1849" y="2608"/>
                </a:lnTo>
                <a:lnTo>
                  <a:pt x="1848" y="2608"/>
                </a:lnTo>
                <a:lnTo>
                  <a:pt x="1848" y="2607"/>
                </a:lnTo>
                <a:lnTo>
                  <a:pt x="1847" y="2607"/>
                </a:lnTo>
                <a:lnTo>
                  <a:pt x="1847" y="2608"/>
                </a:lnTo>
                <a:lnTo>
                  <a:pt x="1847" y="2609"/>
                </a:lnTo>
                <a:lnTo>
                  <a:pt x="1846" y="2609"/>
                </a:lnTo>
                <a:lnTo>
                  <a:pt x="1846" y="2611"/>
                </a:lnTo>
                <a:lnTo>
                  <a:pt x="1845" y="2611"/>
                </a:lnTo>
                <a:lnTo>
                  <a:pt x="1845" y="2612"/>
                </a:lnTo>
                <a:lnTo>
                  <a:pt x="1846" y="2612"/>
                </a:lnTo>
                <a:lnTo>
                  <a:pt x="1846" y="2613"/>
                </a:lnTo>
                <a:lnTo>
                  <a:pt x="1845" y="2613"/>
                </a:lnTo>
                <a:lnTo>
                  <a:pt x="1844" y="2613"/>
                </a:lnTo>
                <a:lnTo>
                  <a:pt x="1843" y="2612"/>
                </a:lnTo>
                <a:lnTo>
                  <a:pt x="1843" y="2613"/>
                </a:lnTo>
                <a:lnTo>
                  <a:pt x="1842" y="2613"/>
                </a:lnTo>
                <a:lnTo>
                  <a:pt x="1841" y="2612"/>
                </a:lnTo>
                <a:lnTo>
                  <a:pt x="1840" y="2612"/>
                </a:lnTo>
                <a:lnTo>
                  <a:pt x="1840" y="2611"/>
                </a:lnTo>
                <a:lnTo>
                  <a:pt x="1839" y="2611"/>
                </a:lnTo>
                <a:lnTo>
                  <a:pt x="1839" y="2610"/>
                </a:lnTo>
                <a:lnTo>
                  <a:pt x="1838" y="2609"/>
                </a:lnTo>
                <a:lnTo>
                  <a:pt x="1837" y="2608"/>
                </a:lnTo>
                <a:lnTo>
                  <a:pt x="1836" y="2608"/>
                </a:lnTo>
                <a:lnTo>
                  <a:pt x="1835" y="2608"/>
                </a:lnTo>
                <a:lnTo>
                  <a:pt x="1835" y="2607"/>
                </a:lnTo>
                <a:lnTo>
                  <a:pt x="1836" y="2607"/>
                </a:lnTo>
                <a:lnTo>
                  <a:pt x="1835" y="2607"/>
                </a:lnTo>
                <a:lnTo>
                  <a:pt x="1835" y="2606"/>
                </a:lnTo>
                <a:lnTo>
                  <a:pt x="1834" y="2606"/>
                </a:lnTo>
                <a:lnTo>
                  <a:pt x="1834" y="2605"/>
                </a:lnTo>
                <a:lnTo>
                  <a:pt x="1833" y="2605"/>
                </a:lnTo>
                <a:lnTo>
                  <a:pt x="1833" y="2606"/>
                </a:lnTo>
                <a:lnTo>
                  <a:pt x="1833" y="2607"/>
                </a:lnTo>
                <a:lnTo>
                  <a:pt x="1832" y="2607"/>
                </a:lnTo>
                <a:lnTo>
                  <a:pt x="1832" y="2608"/>
                </a:lnTo>
                <a:lnTo>
                  <a:pt x="1832" y="2609"/>
                </a:lnTo>
                <a:lnTo>
                  <a:pt x="1829" y="2609"/>
                </a:lnTo>
                <a:lnTo>
                  <a:pt x="1829" y="2608"/>
                </a:lnTo>
                <a:lnTo>
                  <a:pt x="1828" y="2608"/>
                </a:lnTo>
                <a:lnTo>
                  <a:pt x="1827" y="2608"/>
                </a:lnTo>
                <a:lnTo>
                  <a:pt x="1826" y="2608"/>
                </a:lnTo>
                <a:lnTo>
                  <a:pt x="1825" y="2608"/>
                </a:lnTo>
                <a:lnTo>
                  <a:pt x="1825" y="2609"/>
                </a:lnTo>
                <a:lnTo>
                  <a:pt x="1824" y="2609"/>
                </a:lnTo>
                <a:lnTo>
                  <a:pt x="1824" y="2610"/>
                </a:lnTo>
                <a:lnTo>
                  <a:pt x="1823" y="2611"/>
                </a:lnTo>
                <a:lnTo>
                  <a:pt x="1821" y="2611"/>
                </a:lnTo>
                <a:lnTo>
                  <a:pt x="1821" y="2612"/>
                </a:lnTo>
                <a:lnTo>
                  <a:pt x="1821" y="2613"/>
                </a:lnTo>
                <a:lnTo>
                  <a:pt x="1820" y="2613"/>
                </a:lnTo>
                <a:lnTo>
                  <a:pt x="1820" y="2614"/>
                </a:lnTo>
                <a:lnTo>
                  <a:pt x="1819" y="2614"/>
                </a:lnTo>
                <a:lnTo>
                  <a:pt x="1819" y="2615"/>
                </a:lnTo>
                <a:lnTo>
                  <a:pt x="1819" y="2616"/>
                </a:lnTo>
                <a:lnTo>
                  <a:pt x="1817" y="2616"/>
                </a:lnTo>
                <a:lnTo>
                  <a:pt x="1816" y="2616"/>
                </a:lnTo>
                <a:lnTo>
                  <a:pt x="1815" y="2616"/>
                </a:lnTo>
                <a:lnTo>
                  <a:pt x="1814" y="2616"/>
                </a:lnTo>
                <a:lnTo>
                  <a:pt x="1814" y="2615"/>
                </a:lnTo>
                <a:lnTo>
                  <a:pt x="1813" y="2615"/>
                </a:lnTo>
                <a:lnTo>
                  <a:pt x="1812" y="2615"/>
                </a:lnTo>
                <a:lnTo>
                  <a:pt x="1811" y="2615"/>
                </a:lnTo>
                <a:lnTo>
                  <a:pt x="1812" y="2614"/>
                </a:lnTo>
                <a:lnTo>
                  <a:pt x="1811" y="2614"/>
                </a:lnTo>
                <a:lnTo>
                  <a:pt x="1810" y="2614"/>
                </a:lnTo>
                <a:lnTo>
                  <a:pt x="1810" y="2613"/>
                </a:lnTo>
                <a:lnTo>
                  <a:pt x="1809" y="2613"/>
                </a:lnTo>
                <a:lnTo>
                  <a:pt x="1808" y="2613"/>
                </a:lnTo>
                <a:lnTo>
                  <a:pt x="1808" y="2612"/>
                </a:lnTo>
                <a:lnTo>
                  <a:pt x="1807" y="2612"/>
                </a:lnTo>
                <a:lnTo>
                  <a:pt x="1806" y="2612"/>
                </a:lnTo>
                <a:lnTo>
                  <a:pt x="1806" y="2611"/>
                </a:lnTo>
                <a:lnTo>
                  <a:pt x="1806" y="2612"/>
                </a:lnTo>
                <a:lnTo>
                  <a:pt x="1805" y="2612"/>
                </a:lnTo>
                <a:lnTo>
                  <a:pt x="1805" y="2613"/>
                </a:lnTo>
                <a:lnTo>
                  <a:pt x="1805" y="2614"/>
                </a:lnTo>
                <a:lnTo>
                  <a:pt x="1804" y="2614"/>
                </a:lnTo>
                <a:lnTo>
                  <a:pt x="1803" y="2614"/>
                </a:lnTo>
                <a:lnTo>
                  <a:pt x="1803" y="2615"/>
                </a:lnTo>
                <a:lnTo>
                  <a:pt x="1802" y="2615"/>
                </a:lnTo>
                <a:lnTo>
                  <a:pt x="1801" y="2615"/>
                </a:lnTo>
                <a:lnTo>
                  <a:pt x="1800" y="2615"/>
                </a:lnTo>
                <a:lnTo>
                  <a:pt x="1799" y="2616"/>
                </a:lnTo>
                <a:lnTo>
                  <a:pt x="1798" y="2616"/>
                </a:lnTo>
                <a:lnTo>
                  <a:pt x="1798" y="2617"/>
                </a:lnTo>
                <a:lnTo>
                  <a:pt x="1797" y="2617"/>
                </a:lnTo>
                <a:lnTo>
                  <a:pt x="1797" y="2616"/>
                </a:lnTo>
                <a:lnTo>
                  <a:pt x="1796" y="2616"/>
                </a:lnTo>
                <a:lnTo>
                  <a:pt x="1795" y="2616"/>
                </a:lnTo>
                <a:lnTo>
                  <a:pt x="1795" y="2617"/>
                </a:lnTo>
                <a:lnTo>
                  <a:pt x="1794" y="2617"/>
                </a:lnTo>
                <a:lnTo>
                  <a:pt x="1792" y="2617"/>
                </a:lnTo>
                <a:lnTo>
                  <a:pt x="1791" y="2617"/>
                </a:lnTo>
                <a:lnTo>
                  <a:pt x="1790" y="2617"/>
                </a:lnTo>
                <a:lnTo>
                  <a:pt x="1789" y="2617"/>
                </a:lnTo>
                <a:lnTo>
                  <a:pt x="1789" y="2618"/>
                </a:lnTo>
                <a:lnTo>
                  <a:pt x="1789" y="2619"/>
                </a:lnTo>
                <a:lnTo>
                  <a:pt x="1789" y="2620"/>
                </a:lnTo>
                <a:lnTo>
                  <a:pt x="1788" y="2622"/>
                </a:lnTo>
                <a:lnTo>
                  <a:pt x="1788" y="2623"/>
                </a:lnTo>
                <a:lnTo>
                  <a:pt x="1787" y="2624"/>
                </a:lnTo>
                <a:lnTo>
                  <a:pt x="1787" y="2625"/>
                </a:lnTo>
                <a:lnTo>
                  <a:pt x="1787" y="2626"/>
                </a:lnTo>
                <a:lnTo>
                  <a:pt x="1787" y="2627"/>
                </a:lnTo>
                <a:lnTo>
                  <a:pt x="1786" y="2628"/>
                </a:lnTo>
                <a:lnTo>
                  <a:pt x="1786" y="2629"/>
                </a:lnTo>
                <a:lnTo>
                  <a:pt x="1786" y="2630"/>
                </a:lnTo>
                <a:lnTo>
                  <a:pt x="1786" y="2631"/>
                </a:lnTo>
                <a:lnTo>
                  <a:pt x="1787" y="2631"/>
                </a:lnTo>
                <a:lnTo>
                  <a:pt x="1787" y="2632"/>
                </a:lnTo>
                <a:lnTo>
                  <a:pt x="1786" y="2632"/>
                </a:lnTo>
                <a:lnTo>
                  <a:pt x="1787" y="2633"/>
                </a:lnTo>
                <a:lnTo>
                  <a:pt x="1788" y="2633"/>
                </a:lnTo>
                <a:lnTo>
                  <a:pt x="1788" y="2634"/>
                </a:lnTo>
                <a:lnTo>
                  <a:pt x="1788" y="2635"/>
                </a:lnTo>
                <a:lnTo>
                  <a:pt x="1788" y="2636"/>
                </a:lnTo>
                <a:lnTo>
                  <a:pt x="1788" y="2637"/>
                </a:lnTo>
                <a:lnTo>
                  <a:pt x="1787" y="2637"/>
                </a:lnTo>
                <a:lnTo>
                  <a:pt x="1787" y="2638"/>
                </a:lnTo>
                <a:lnTo>
                  <a:pt x="1786" y="2638"/>
                </a:lnTo>
                <a:lnTo>
                  <a:pt x="1785" y="2637"/>
                </a:lnTo>
                <a:lnTo>
                  <a:pt x="1784" y="2637"/>
                </a:lnTo>
                <a:lnTo>
                  <a:pt x="1784" y="2638"/>
                </a:lnTo>
                <a:lnTo>
                  <a:pt x="1783" y="2639"/>
                </a:lnTo>
                <a:lnTo>
                  <a:pt x="1782" y="2639"/>
                </a:lnTo>
                <a:lnTo>
                  <a:pt x="1782" y="2641"/>
                </a:lnTo>
                <a:lnTo>
                  <a:pt x="1783" y="2641"/>
                </a:lnTo>
                <a:lnTo>
                  <a:pt x="1782" y="2641"/>
                </a:lnTo>
                <a:lnTo>
                  <a:pt x="1782" y="2642"/>
                </a:lnTo>
                <a:lnTo>
                  <a:pt x="1782" y="2641"/>
                </a:lnTo>
                <a:lnTo>
                  <a:pt x="1782" y="2642"/>
                </a:lnTo>
                <a:lnTo>
                  <a:pt x="1781" y="2642"/>
                </a:lnTo>
                <a:lnTo>
                  <a:pt x="1781" y="2641"/>
                </a:lnTo>
                <a:lnTo>
                  <a:pt x="1780" y="2641"/>
                </a:lnTo>
                <a:lnTo>
                  <a:pt x="1780" y="2642"/>
                </a:lnTo>
                <a:lnTo>
                  <a:pt x="1779" y="2642"/>
                </a:lnTo>
                <a:lnTo>
                  <a:pt x="1778" y="2642"/>
                </a:lnTo>
                <a:lnTo>
                  <a:pt x="1778" y="2643"/>
                </a:lnTo>
                <a:lnTo>
                  <a:pt x="1777" y="2643"/>
                </a:lnTo>
                <a:lnTo>
                  <a:pt x="1777" y="2644"/>
                </a:lnTo>
                <a:lnTo>
                  <a:pt x="1776" y="2644"/>
                </a:lnTo>
                <a:lnTo>
                  <a:pt x="1776" y="2645"/>
                </a:lnTo>
                <a:lnTo>
                  <a:pt x="1774" y="2646"/>
                </a:lnTo>
                <a:lnTo>
                  <a:pt x="1774" y="2647"/>
                </a:lnTo>
                <a:lnTo>
                  <a:pt x="1774" y="2648"/>
                </a:lnTo>
                <a:lnTo>
                  <a:pt x="1774" y="2649"/>
                </a:lnTo>
                <a:lnTo>
                  <a:pt x="1774" y="2650"/>
                </a:lnTo>
                <a:lnTo>
                  <a:pt x="1773" y="2651"/>
                </a:lnTo>
                <a:lnTo>
                  <a:pt x="1772" y="2654"/>
                </a:lnTo>
                <a:lnTo>
                  <a:pt x="1771" y="2655"/>
                </a:lnTo>
                <a:lnTo>
                  <a:pt x="1771" y="2656"/>
                </a:lnTo>
                <a:lnTo>
                  <a:pt x="1770" y="2656"/>
                </a:lnTo>
                <a:lnTo>
                  <a:pt x="1769" y="2656"/>
                </a:lnTo>
                <a:lnTo>
                  <a:pt x="1768" y="2656"/>
                </a:lnTo>
                <a:lnTo>
                  <a:pt x="1767" y="2657"/>
                </a:lnTo>
                <a:lnTo>
                  <a:pt x="1766" y="2659"/>
                </a:lnTo>
                <a:lnTo>
                  <a:pt x="1766" y="2661"/>
                </a:lnTo>
                <a:lnTo>
                  <a:pt x="1765" y="2662"/>
                </a:lnTo>
                <a:lnTo>
                  <a:pt x="1765" y="2663"/>
                </a:lnTo>
                <a:lnTo>
                  <a:pt x="1765" y="2664"/>
                </a:lnTo>
                <a:lnTo>
                  <a:pt x="1763" y="2666"/>
                </a:lnTo>
                <a:lnTo>
                  <a:pt x="1762" y="2667"/>
                </a:lnTo>
                <a:lnTo>
                  <a:pt x="1762" y="2668"/>
                </a:lnTo>
                <a:lnTo>
                  <a:pt x="1762" y="2669"/>
                </a:lnTo>
                <a:lnTo>
                  <a:pt x="1761" y="2669"/>
                </a:lnTo>
                <a:lnTo>
                  <a:pt x="1760" y="2669"/>
                </a:lnTo>
                <a:lnTo>
                  <a:pt x="1759" y="2669"/>
                </a:lnTo>
                <a:lnTo>
                  <a:pt x="1758" y="2670"/>
                </a:lnTo>
                <a:lnTo>
                  <a:pt x="1758" y="2671"/>
                </a:lnTo>
                <a:lnTo>
                  <a:pt x="1757" y="2672"/>
                </a:lnTo>
                <a:lnTo>
                  <a:pt x="1756" y="2672"/>
                </a:lnTo>
                <a:lnTo>
                  <a:pt x="1756" y="2671"/>
                </a:lnTo>
                <a:lnTo>
                  <a:pt x="1755" y="2670"/>
                </a:lnTo>
                <a:lnTo>
                  <a:pt x="1754" y="2670"/>
                </a:lnTo>
                <a:lnTo>
                  <a:pt x="1753" y="2671"/>
                </a:lnTo>
                <a:lnTo>
                  <a:pt x="1753" y="2672"/>
                </a:lnTo>
                <a:lnTo>
                  <a:pt x="1752" y="2672"/>
                </a:lnTo>
                <a:lnTo>
                  <a:pt x="1751" y="2672"/>
                </a:lnTo>
                <a:lnTo>
                  <a:pt x="1750" y="2672"/>
                </a:lnTo>
                <a:lnTo>
                  <a:pt x="1749" y="2673"/>
                </a:lnTo>
                <a:lnTo>
                  <a:pt x="1748" y="2674"/>
                </a:lnTo>
                <a:lnTo>
                  <a:pt x="1748" y="2675"/>
                </a:lnTo>
                <a:lnTo>
                  <a:pt x="1747" y="2675"/>
                </a:lnTo>
                <a:lnTo>
                  <a:pt x="1746" y="2675"/>
                </a:lnTo>
                <a:lnTo>
                  <a:pt x="1745" y="2675"/>
                </a:lnTo>
                <a:lnTo>
                  <a:pt x="1745" y="2676"/>
                </a:lnTo>
                <a:lnTo>
                  <a:pt x="1744" y="2677"/>
                </a:lnTo>
                <a:lnTo>
                  <a:pt x="1743" y="2678"/>
                </a:lnTo>
                <a:lnTo>
                  <a:pt x="1742" y="2678"/>
                </a:lnTo>
                <a:lnTo>
                  <a:pt x="1742" y="2679"/>
                </a:lnTo>
                <a:lnTo>
                  <a:pt x="1741" y="2679"/>
                </a:lnTo>
                <a:lnTo>
                  <a:pt x="1741" y="2680"/>
                </a:lnTo>
                <a:lnTo>
                  <a:pt x="1740" y="2680"/>
                </a:lnTo>
                <a:lnTo>
                  <a:pt x="1739" y="2680"/>
                </a:lnTo>
                <a:lnTo>
                  <a:pt x="1738" y="2681"/>
                </a:lnTo>
                <a:lnTo>
                  <a:pt x="1737" y="2682"/>
                </a:lnTo>
                <a:lnTo>
                  <a:pt x="1737" y="2681"/>
                </a:lnTo>
                <a:lnTo>
                  <a:pt x="1736" y="2681"/>
                </a:lnTo>
                <a:lnTo>
                  <a:pt x="1735" y="2681"/>
                </a:lnTo>
                <a:lnTo>
                  <a:pt x="1734" y="2680"/>
                </a:lnTo>
                <a:lnTo>
                  <a:pt x="1732" y="2680"/>
                </a:lnTo>
                <a:lnTo>
                  <a:pt x="1731" y="2679"/>
                </a:lnTo>
                <a:lnTo>
                  <a:pt x="1729" y="2679"/>
                </a:lnTo>
                <a:lnTo>
                  <a:pt x="1727" y="2679"/>
                </a:lnTo>
                <a:lnTo>
                  <a:pt x="1726" y="2679"/>
                </a:lnTo>
                <a:lnTo>
                  <a:pt x="1723" y="2678"/>
                </a:lnTo>
                <a:lnTo>
                  <a:pt x="1722" y="2678"/>
                </a:lnTo>
                <a:lnTo>
                  <a:pt x="1722" y="2679"/>
                </a:lnTo>
                <a:lnTo>
                  <a:pt x="1719" y="2679"/>
                </a:lnTo>
                <a:lnTo>
                  <a:pt x="1717" y="2678"/>
                </a:lnTo>
                <a:lnTo>
                  <a:pt x="1717" y="2679"/>
                </a:lnTo>
                <a:lnTo>
                  <a:pt x="1717" y="2678"/>
                </a:lnTo>
                <a:lnTo>
                  <a:pt x="1716" y="2678"/>
                </a:lnTo>
                <a:lnTo>
                  <a:pt x="1715" y="2677"/>
                </a:lnTo>
                <a:lnTo>
                  <a:pt x="1714" y="2677"/>
                </a:lnTo>
                <a:lnTo>
                  <a:pt x="1713" y="2677"/>
                </a:lnTo>
                <a:lnTo>
                  <a:pt x="1713" y="2678"/>
                </a:lnTo>
                <a:lnTo>
                  <a:pt x="1712" y="2678"/>
                </a:lnTo>
                <a:lnTo>
                  <a:pt x="1711" y="2678"/>
                </a:lnTo>
                <a:lnTo>
                  <a:pt x="1710" y="2678"/>
                </a:lnTo>
                <a:lnTo>
                  <a:pt x="1709" y="2678"/>
                </a:lnTo>
                <a:lnTo>
                  <a:pt x="1708" y="2677"/>
                </a:lnTo>
                <a:lnTo>
                  <a:pt x="1707" y="2677"/>
                </a:lnTo>
                <a:lnTo>
                  <a:pt x="1706" y="2677"/>
                </a:lnTo>
                <a:lnTo>
                  <a:pt x="1706" y="2678"/>
                </a:lnTo>
                <a:lnTo>
                  <a:pt x="1705" y="2678"/>
                </a:lnTo>
                <a:lnTo>
                  <a:pt x="1704" y="2678"/>
                </a:lnTo>
                <a:lnTo>
                  <a:pt x="1703" y="2678"/>
                </a:lnTo>
                <a:lnTo>
                  <a:pt x="1702" y="2679"/>
                </a:lnTo>
                <a:lnTo>
                  <a:pt x="1701" y="2679"/>
                </a:lnTo>
                <a:lnTo>
                  <a:pt x="1698" y="2679"/>
                </a:lnTo>
                <a:lnTo>
                  <a:pt x="1696" y="2679"/>
                </a:lnTo>
                <a:lnTo>
                  <a:pt x="1695" y="2679"/>
                </a:lnTo>
                <a:lnTo>
                  <a:pt x="1694" y="2679"/>
                </a:lnTo>
                <a:lnTo>
                  <a:pt x="1693" y="2680"/>
                </a:lnTo>
                <a:lnTo>
                  <a:pt x="1692" y="2681"/>
                </a:lnTo>
                <a:lnTo>
                  <a:pt x="1691" y="2682"/>
                </a:lnTo>
                <a:lnTo>
                  <a:pt x="1690" y="2682"/>
                </a:lnTo>
                <a:lnTo>
                  <a:pt x="1688" y="2682"/>
                </a:lnTo>
                <a:lnTo>
                  <a:pt x="1688" y="2683"/>
                </a:lnTo>
                <a:lnTo>
                  <a:pt x="1687" y="2683"/>
                </a:lnTo>
                <a:lnTo>
                  <a:pt x="1688" y="2683"/>
                </a:lnTo>
                <a:lnTo>
                  <a:pt x="1687" y="2683"/>
                </a:lnTo>
                <a:lnTo>
                  <a:pt x="1687" y="2684"/>
                </a:lnTo>
                <a:lnTo>
                  <a:pt x="1686" y="2684"/>
                </a:lnTo>
                <a:lnTo>
                  <a:pt x="1686" y="2685"/>
                </a:lnTo>
                <a:lnTo>
                  <a:pt x="1685" y="2686"/>
                </a:lnTo>
                <a:lnTo>
                  <a:pt x="1685" y="2687"/>
                </a:lnTo>
                <a:lnTo>
                  <a:pt x="1684" y="2687"/>
                </a:lnTo>
                <a:lnTo>
                  <a:pt x="1683" y="2688"/>
                </a:lnTo>
                <a:lnTo>
                  <a:pt x="1682" y="2690"/>
                </a:lnTo>
                <a:lnTo>
                  <a:pt x="1682" y="2691"/>
                </a:lnTo>
                <a:lnTo>
                  <a:pt x="1682" y="2692"/>
                </a:lnTo>
                <a:lnTo>
                  <a:pt x="1681" y="2693"/>
                </a:lnTo>
                <a:lnTo>
                  <a:pt x="1681" y="2694"/>
                </a:lnTo>
                <a:lnTo>
                  <a:pt x="1680" y="2694"/>
                </a:lnTo>
                <a:lnTo>
                  <a:pt x="1680" y="2695"/>
                </a:lnTo>
                <a:lnTo>
                  <a:pt x="1679" y="2695"/>
                </a:lnTo>
                <a:lnTo>
                  <a:pt x="1679" y="2696"/>
                </a:lnTo>
                <a:lnTo>
                  <a:pt x="1679" y="2697"/>
                </a:lnTo>
                <a:lnTo>
                  <a:pt x="1678" y="2697"/>
                </a:lnTo>
                <a:lnTo>
                  <a:pt x="1677" y="2696"/>
                </a:lnTo>
                <a:lnTo>
                  <a:pt x="1677" y="2697"/>
                </a:lnTo>
                <a:lnTo>
                  <a:pt x="1676" y="2697"/>
                </a:lnTo>
                <a:lnTo>
                  <a:pt x="1676" y="2698"/>
                </a:lnTo>
                <a:lnTo>
                  <a:pt x="1674" y="2698"/>
                </a:lnTo>
                <a:lnTo>
                  <a:pt x="1674" y="2697"/>
                </a:lnTo>
                <a:lnTo>
                  <a:pt x="1673" y="2697"/>
                </a:lnTo>
                <a:lnTo>
                  <a:pt x="1672" y="2697"/>
                </a:lnTo>
                <a:lnTo>
                  <a:pt x="1672" y="2698"/>
                </a:lnTo>
                <a:lnTo>
                  <a:pt x="1671" y="2698"/>
                </a:lnTo>
                <a:lnTo>
                  <a:pt x="1671" y="2697"/>
                </a:lnTo>
                <a:lnTo>
                  <a:pt x="1670" y="2697"/>
                </a:lnTo>
                <a:lnTo>
                  <a:pt x="1670" y="2696"/>
                </a:lnTo>
                <a:lnTo>
                  <a:pt x="1669" y="2696"/>
                </a:lnTo>
                <a:lnTo>
                  <a:pt x="1669" y="2695"/>
                </a:lnTo>
                <a:lnTo>
                  <a:pt x="1668" y="2695"/>
                </a:lnTo>
                <a:lnTo>
                  <a:pt x="1668" y="2694"/>
                </a:lnTo>
                <a:lnTo>
                  <a:pt x="1667" y="2693"/>
                </a:lnTo>
                <a:lnTo>
                  <a:pt x="1666" y="2693"/>
                </a:lnTo>
                <a:lnTo>
                  <a:pt x="1666" y="2692"/>
                </a:lnTo>
                <a:lnTo>
                  <a:pt x="1665" y="2692"/>
                </a:lnTo>
                <a:lnTo>
                  <a:pt x="1665" y="2691"/>
                </a:lnTo>
                <a:lnTo>
                  <a:pt x="1665" y="2689"/>
                </a:lnTo>
                <a:lnTo>
                  <a:pt x="1665" y="2688"/>
                </a:lnTo>
                <a:lnTo>
                  <a:pt x="1663" y="2687"/>
                </a:lnTo>
                <a:lnTo>
                  <a:pt x="1662" y="2687"/>
                </a:lnTo>
                <a:lnTo>
                  <a:pt x="1661" y="2686"/>
                </a:lnTo>
                <a:lnTo>
                  <a:pt x="1659" y="2686"/>
                </a:lnTo>
                <a:lnTo>
                  <a:pt x="1657" y="2686"/>
                </a:lnTo>
                <a:lnTo>
                  <a:pt x="1656" y="2685"/>
                </a:lnTo>
                <a:lnTo>
                  <a:pt x="1655" y="2684"/>
                </a:lnTo>
                <a:lnTo>
                  <a:pt x="1652" y="2684"/>
                </a:lnTo>
                <a:lnTo>
                  <a:pt x="1651" y="2683"/>
                </a:lnTo>
                <a:lnTo>
                  <a:pt x="1650" y="2683"/>
                </a:lnTo>
                <a:lnTo>
                  <a:pt x="1648" y="2682"/>
                </a:lnTo>
                <a:lnTo>
                  <a:pt x="1646" y="2681"/>
                </a:lnTo>
                <a:lnTo>
                  <a:pt x="1646" y="2680"/>
                </a:lnTo>
                <a:lnTo>
                  <a:pt x="1645" y="2680"/>
                </a:lnTo>
                <a:lnTo>
                  <a:pt x="1644" y="2679"/>
                </a:lnTo>
                <a:lnTo>
                  <a:pt x="1643" y="2679"/>
                </a:lnTo>
                <a:lnTo>
                  <a:pt x="1642" y="2679"/>
                </a:lnTo>
                <a:lnTo>
                  <a:pt x="1642" y="2678"/>
                </a:lnTo>
                <a:lnTo>
                  <a:pt x="1642" y="2674"/>
                </a:lnTo>
                <a:lnTo>
                  <a:pt x="1642" y="2673"/>
                </a:lnTo>
                <a:lnTo>
                  <a:pt x="1641" y="2671"/>
                </a:lnTo>
                <a:lnTo>
                  <a:pt x="1641" y="2670"/>
                </a:lnTo>
                <a:lnTo>
                  <a:pt x="1640" y="2668"/>
                </a:lnTo>
                <a:lnTo>
                  <a:pt x="1639" y="2668"/>
                </a:lnTo>
                <a:lnTo>
                  <a:pt x="1639" y="2667"/>
                </a:lnTo>
                <a:lnTo>
                  <a:pt x="1638" y="2666"/>
                </a:lnTo>
                <a:lnTo>
                  <a:pt x="1636" y="2664"/>
                </a:lnTo>
                <a:lnTo>
                  <a:pt x="1635" y="2664"/>
                </a:lnTo>
                <a:lnTo>
                  <a:pt x="1634" y="2664"/>
                </a:lnTo>
                <a:lnTo>
                  <a:pt x="1634" y="2663"/>
                </a:lnTo>
                <a:lnTo>
                  <a:pt x="1633" y="2663"/>
                </a:lnTo>
                <a:lnTo>
                  <a:pt x="1632" y="2662"/>
                </a:lnTo>
                <a:lnTo>
                  <a:pt x="1630" y="2661"/>
                </a:lnTo>
                <a:lnTo>
                  <a:pt x="1630" y="2660"/>
                </a:lnTo>
                <a:lnTo>
                  <a:pt x="1631" y="2660"/>
                </a:lnTo>
                <a:lnTo>
                  <a:pt x="1631" y="2659"/>
                </a:lnTo>
                <a:lnTo>
                  <a:pt x="1629" y="2658"/>
                </a:lnTo>
                <a:lnTo>
                  <a:pt x="1628" y="2658"/>
                </a:lnTo>
                <a:lnTo>
                  <a:pt x="1627" y="2659"/>
                </a:lnTo>
                <a:lnTo>
                  <a:pt x="1626" y="2659"/>
                </a:lnTo>
                <a:lnTo>
                  <a:pt x="1624" y="2659"/>
                </a:lnTo>
                <a:lnTo>
                  <a:pt x="1623" y="2659"/>
                </a:lnTo>
                <a:lnTo>
                  <a:pt x="1622" y="2659"/>
                </a:lnTo>
                <a:lnTo>
                  <a:pt x="1621" y="2658"/>
                </a:lnTo>
                <a:lnTo>
                  <a:pt x="1621" y="2659"/>
                </a:lnTo>
                <a:lnTo>
                  <a:pt x="1621" y="2660"/>
                </a:lnTo>
                <a:lnTo>
                  <a:pt x="1620" y="2661"/>
                </a:lnTo>
                <a:lnTo>
                  <a:pt x="1619" y="2661"/>
                </a:lnTo>
                <a:lnTo>
                  <a:pt x="1618" y="2661"/>
                </a:lnTo>
                <a:lnTo>
                  <a:pt x="1617" y="2661"/>
                </a:lnTo>
                <a:lnTo>
                  <a:pt x="1617" y="2662"/>
                </a:lnTo>
                <a:lnTo>
                  <a:pt x="1616" y="2662"/>
                </a:lnTo>
                <a:lnTo>
                  <a:pt x="1612" y="2662"/>
                </a:lnTo>
                <a:lnTo>
                  <a:pt x="1611" y="2662"/>
                </a:lnTo>
                <a:lnTo>
                  <a:pt x="1610" y="2662"/>
                </a:lnTo>
                <a:lnTo>
                  <a:pt x="1610" y="2663"/>
                </a:lnTo>
                <a:lnTo>
                  <a:pt x="1608" y="2663"/>
                </a:lnTo>
                <a:lnTo>
                  <a:pt x="1606" y="2663"/>
                </a:lnTo>
                <a:lnTo>
                  <a:pt x="1605" y="2662"/>
                </a:lnTo>
                <a:lnTo>
                  <a:pt x="1603" y="2662"/>
                </a:lnTo>
                <a:lnTo>
                  <a:pt x="1602" y="2662"/>
                </a:lnTo>
                <a:lnTo>
                  <a:pt x="1600" y="2661"/>
                </a:lnTo>
                <a:lnTo>
                  <a:pt x="1599" y="2661"/>
                </a:lnTo>
                <a:lnTo>
                  <a:pt x="1598" y="2661"/>
                </a:lnTo>
                <a:lnTo>
                  <a:pt x="1597" y="2660"/>
                </a:lnTo>
                <a:lnTo>
                  <a:pt x="1596" y="2660"/>
                </a:lnTo>
                <a:lnTo>
                  <a:pt x="1596" y="2659"/>
                </a:lnTo>
                <a:lnTo>
                  <a:pt x="1595" y="2659"/>
                </a:lnTo>
                <a:lnTo>
                  <a:pt x="1595" y="2660"/>
                </a:lnTo>
                <a:lnTo>
                  <a:pt x="1595" y="2659"/>
                </a:lnTo>
                <a:lnTo>
                  <a:pt x="1594" y="2659"/>
                </a:lnTo>
                <a:lnTo>
                  <a:pt x="1593" y="2658"/>
                </a:lnTo>
                <a:lnTo>
                  <a:pt x="1591" y="2658"/>
                </a:lnTo>
                <a:lnTo>
                  <a:pt x="1590" y="2658"/>
                </a:lnTo>
                <a:lnTo>
                  <a:pt x="1589" y="2659"/>
                </a:lnTo>
                <a:lnTo>
                  <a:pt x="1587" y="2659"/>
                </a:lnTo>
                <a:lnTo>
                  <a:pt x="1586" y="2659"/>
                </a:lnTo>
                <a:lnTo>
                  <a:pt x="1583" y="2659"/>
                </a:lnTo>
                <a:lnTo>
                  <a:pt x="1581" y="2662"/>
                </a:lnTo>
                <a:lnTo>
                  <a:pt x="1580" y="2663"/>
                </a:lnTo>
                <a:lnTo>
                  <a:pt x="1578" y="2664"/>
                </a:lnTo>
                <a:lnTo>
                  <a:pt x="1578" y="2665"/>
                </a:lnTo>
                <a:lnTo>
                  <a:pt x="1577" y="2665"/>
                </a:lnTo>
                <a:lnTo>
                  <a:pt x="1576" y="2665"/>
                </a:lnTo>
                <a:lnTo>
                  <a:pt x="1575" y="2665"/>
                </a:lnTo>
                <a:lnTo>
                  <a:pt x="1574" y="2665"/>
                </a:lnTo>
                <a:lnTo>
                  <a:pt x="1572" y="2666"/>
                </a:lnTo>
                <a:lnTo>
                  <a:pt x="1569" y="2666"/>
                </a:lnTo>
                <a:lnTo>
                  <a:pt x="1568" y="2667"/>
                </a:lnTo>
                <a:lnTo>
                  <a:pt x="1565" y="2667"/>
                </a:lnTo>
                <a:lnTo>
                  <a:pt x="1562" y="2667"/>
                </a:lnTo>
                <a:lnTo>
                  <a:pt x="1559" y="2668"/>
                </a:lnTo>
                <a:lnTo>
                  <a:pt x="1559" y="2669"/>
                </a:lnTo>
                <a:lnTo>
                  <a:pt x="1558" y="2669"/>
                </a:lnTo>
                <a:lnTo>
                  <a:pt x="1557" y="2669"/>
                </a:lnTo>
                <a:lnTo>
                  <a:pt x="1556" y="2669"/>
                </a:lnTo>
                <a:lnTo>
                  <a:pt x="1555" y="2669"/>
                </a:lnTo>
                <a:lnTo>
                  <a:pt x="1555" y="2670"/>
                </a:lnTo>
                <a:lnTo>
                  <a:pt x="1554" y="2670"/>
                </a:lnTo>
                <a:lnTo>
                  <a:pt x="1554" y="2671"/>
                </a:lnTo>
                <a:lnTo>
                  <a:pt x="1551" y="2671"/>
                </a:lnTo>
                <a:lnTo>
                  <a:pt x="1551" y="2672"/>
                </a:lnTo>
                <a:lnTo>
                  <a:pt x="1550" y="2672"/>
                </a:lnTo>
                <a:lnTo>
                  <a:pt x="1548" y="2671"/>
                </a:lnTo>
                <a:lnTo>
                  <a:pt x="1546" y="2672"/>
                </a:lnTo>
                <a:lnTo>
                  <a:pt x="1545" y="2672"/>
                </a:lnTo>
                <a:lnTo>
                  <a:pt x="1545" y="2673"/>
                </a:lnTo>
                <a:lnTo>
                  <a:pt x="1544" y="2673"/>
                </a:lnTo>
                <a:lnTo>
                  <a:pt x="1543" y="2673"/>
                </a:lnTo>
                <a:lnTo>
                  <a:pt x="1542" y="2674"/>
                </a:lnTo>
                <a:lnTo>
                  <a:pt x="1541" y="2675"/>
                </a:lnTo>
                <a:lnTo>
                  <a:pt x="1539" y="2675"/>
                </a:lnTo>
                <a:lnTo>
                  <a:pt x="1537" y="2675"/>
                </a:lnTo>
                <a:lnTo>
                  <a:pt x="1537" y="2676"/>
                </a:lnTo>
                <a:lnTo>
                  <a:pt x="1536" y="2676"/>
                </a:lnTo>
                <a:lnTo>
                  <a:pt x="1535" y="2676"/>
                </a:lnTo>
                <a:lnTo>
                  <a:pt x="1534" y="2676"/>
                </a:lnTo>
                <a:lnTo>
                  <a:pt x="1533" y="2675"/>
                </a:lnTo>
                <a:lnTo>
                  <a:pt x="1532" y="2675"/>
                </a:lnTo>
                <a:lnTo>
                  <a:pt x="1532" y="2674"/>
                </a:lnTo>
                <a:lnTo>
                  <a:pt x="1531" y="2674"/>
                </a:lnTo>
                <a:lnTo>
                  <a:pt x="1530" y="2674"/>
                </a:lnTo>
                <a:lnTo>
                  <a:pt x="1529" y="2674"/>
                </a:lnTo>
                <a:lnTo>
                  <a:pt x="1527" y="2675"/>
                </a:lnTo>
                <a:lnTo>
                  <a:pt x="1525" y="2675"/>
                </a:lnTo>
                <a:lnTo>
                  <a:pt x="1524" y="2675"/>
                </a:lnTo>
                <a:lnTo>
                  <a:pt x="1523" y="2675"/>
                </a:lnTo>
                <a:lnTo>
                  <a:pt x="1521" y="2676"/>
                </a:lnTo>
                <a:lnTo>
                  <a:pt x="1520" y="2676"/>
                </a:lnTo>
                <a:lnTo>
                  <a:pt x="1519" y="2676"/>
                </a:lnTo>
                <a:lnTo>
                  <a:pt x="1517" y="2676"/>
                </a:lnTo>
                <a:lnTo>
                  <a:pt x="1516" y="2676"/>
                </a:lnTo>
                <a:lnTo>
                  <a:pt x="1515" y="2676"/>
                </a:lnTo>
                <a:lnTo>
                  <a:pt x="1515" y="2677"/>
                </a:lnTo>
                <a:lnTo>
                  <a:pt x="1514" y="2677"/>
                </a:lnTo>
                <a:lnTo>
                  <a:pt x="1512" y="2676"/>
                </a:lnTo>
                <a:lnTo>
                  <a:pt x="1511" y="2676"/>
                </a:lnTo>
                <a:lnTo>
                  <a:pt x="1510" y="2676"/>
                </a:lnTo>
                <a:lnTo>
                  <a:pt x="1509" y="2676"/>
                </a:lnTo>
                <a:lnTo>
                  <a:pt x="1508" y="2676"/>
                </a:lnTo>
                <a:lnTo>
                  <a:pt x="1507" y="2676"/>
                </a:lnTo>
                <a:lnTo>
                  <a:pt x="1506" y="2677"/>
                </a:lnTo>
                <a:lnTo>
                  <a:pt x="1505" y="2677"/>
                </a:lnTo>
                <a:lnTo>
                  <a:pt x="1504" y="2677"/>
                </a:lnTo>
                <a:lnTo>
                  <a:pt x="1502" y="2678"/>
                </a:lnTo>
                <a:lnTo>
                  <a:pt x="1501" y="2678"/>
                </a:lnTo>
                <a:lnTo>
                  <a:pt x="1500" y="2679"/>
                </a:lnTo>
                <a:lnTo>
                  <a:pt x="1499" y="2679"/>
                </a:lnTo>
                <a:lnTo>
                  <a:pt x="1498" y="2678"/>
                </a:lnTo>
                <a:lnTo>
                  <a:pt x="1497" y="2678"/>
                </a:lnTo>
                <a:lnTo>
                  <a:pt x="1496" y="2678"/>
                </a:lnTo>
                <a:lnTo>
                  <a:pt x="1494" y="2678"/>
                </a:lnTo>
                <a:lnTo>
                  <a:pt x="1494" y="2679"/>
                </a:lnTo>
                <a:lnTo>
                  <a:pt x="1493" y="2679"/>
                </a:lnTo>
                <a:lnTo>
                  <a:pt x="1491" y="2679"/>
                </a:lnTo>
                <a:lnTo>
                  <a:pt x="1490" y="2679"/>
                </a:lnTo>
                <a:lnTo>
                  <a:pt x="1489" y="2679"/>
                </a:lnTo>
                <a:lnTo>
                  <a:pt x="1488" y="2679"/>
                </a:lnTo>
                <a:lnTo>
                  <a:pt x="1487" y="2679"/>
                </a:lnTo>
                <a:lnTo>
                  <a:pt x="1487" y="2680"/>
                </a:lnTo>
                <a:lnTo>
                  <a:pt x="1487" y="2682"/>
                </a:lnTo>
                <a:lnTo>
                  <a:pt x="1487" y="2683"/>
                </a:lnTo>
                <a:lnTo>
                  <a:pt x="1487" y="2684"/>
                </a:lnTo>
                <a:lnTo>
                  <a:pt x="1488" y="2684"/>
                </a:lnTo>
                <a:lnTo>
                  <a:pt x="1488" y="2685"/>
                </a:lnTo>
                <a:lnTo>
                  <a:pt x="1489" y="2685"/>
                </a:lnTo>
                <a:lnTo>
                  <a:pt x="1490" y="2685"/>
                </a:lnTo>
                <a:lnTo>
                  <a:pt x="1491" y="2685"/>
                </a:lnTo>
                <a:lnTo>
                  <a:pt x="1491" y="2687"/>
                </a:lnTo>
                <a:lnTo>
                  <a:pt x="1490" y="2687"/>
                </a:lnTo>
                <a:lnTo>
                  <a:pt x="1490" y="2688"/>
                </a:lnTo>
                <a:lnTo>
                  <a:pt x="1489" y="2688"/>
                </a:lnTo>
                <a:lnTo>
                  <a:pt x="1488" y="2689"/>
                </a:lnTo>
                <a:lnTo>
                  <a:pt x="1488" y="2690"/>
                </a:lnTo>
                <a:lnTo>
                  <a:pt x="1488" y="2691"/>
                </a:lnTo>
                <a:lnTo>
                  <a:pt x="1487" y="2691"/>
                </a:lnTo>
                <a:lnTo>
                  <a:pt x="1486" y="2693"/>
                </a:lnTo>
                <a:lnTo>
                  <a:pt x="1485" y="2693"/>
                </a:lnTo>
                <a:lnTo>
                  <a:pt x="1485" y="2694"/>
                </a:lnTo>
                <a:lnTo>
                  <a:pt x="1485" y="2695"/>
                </a:lnTo>
                <a:lnTo>
                  <a:pt x="1482" y="2695"/>
                </a:lnTo>
                <a:lnTo>
                  <a:pt x="1481" y="2695"/>
                </a:lnTo>
                <a:lnTo>
                  <a:pt x="1480" y="2695"/>
                </a:lnTo>
                <a:lnTo>
                  <a:pt x="1480" y="2696"/>
                </a:lnTo>
                <a:lnTo>
                  <a:pt x="1479" y="2696"/>
                </a:lnTo>
                <a:lnTo>
                  <a:pt x="1477" y="2697"/>
                </a:lnTo>
                <a:lnTo>
                  <a:pt x="1476" y="2697"/>
                </a:lnTo>
                <a:lnTo>
                  <a:pt x="1475" y="2698"/>
                </a:lnTo>
                <a:lnTo>
                  <a:pt x="1474" y="2698"/>
                </a:lnTo>
                <a:lnTo>
                  <a:pt x="1474" y="2699"/>
                </a:lnTo>
                <a:lnTo>
                  <a:pt x="1473" y="2699"/>
                </a:lnTo>
                <a:lnTo>
                  <a:pt x="1472" y="2699"/>
                </a:lnTo>
                <a:lnTo>
                  <a:pt x="1471" y="2699"/>
                </a:lnTo>
                <a:lnTo>
                  <a:pt x="1470" y="2700"/>
                </a:lnTo>
                <a:lnTo>
                  <a:pt x="1469" y="2700"/>
                </a:lnTo>
                <a:lnTo>
                  <a:pt x="1468" y="2700"/>
                </a:lnTo>
                <a:lnTo>
                  <a:pt x="1466" y="2701"/>
                </a:lnTo>
                <a:lnTo>
                  <a:pt x="1465" y="2702"/>
                </a:lnTo>
                <a:lnTo>
                  <a:pt x="1465" y="2703"/>
                </a:lnTo>
                <a:lnTo>
                  <a:pt x="1464" y="2703"/>
                </a:lnTo>
                <a:lnTo>
                  <a:pt x="1463" y="2703"/>
                </a:lnTo>
                <a:lnTo>
                  <a:pt x="1461" y="2703"/>
                </a:lnTo>
                <a:lnTo>
                  <a:pt x="1460" y="2703"/>
                </a:lnTo>
                <a:lnTo>
                  <a:pt x="1459" y="2703"/>
                </a:lnTo>
                <a:lnTo>
                  <a:pt x="1458" y="2703"/>
                </a:lnTo>
                <a:lnTo>
                  <a:pt x="1456" y="2703"/>
                </a:lnTo>
                <a:lnTo>
                  <a:pt x="1454" y="2703"/>
                </a:lnTo>
                <a:lnTo>
                  <a:pt x="1453" y="2703"/>
                </a:lnTo>
                <a:lnTo>
                  <a:pt x="1450" y="2703"/>
                </a:lnTo>
                <a:lnTo>
                  <a:pt x="1449" y="2703"/>
                </a:lnTo>
                <a:lnTo>
                  <a:pt x="1448" y="2704"/>
                </a:lnTo>
                <a:lnTo>
                  <a:pt x="1447" y="2704"/>
                </a:lnTo>
                <a:lnTo>
                  <a:pt x="1447" y="2703"/>
                </a:lnTo>
                <a:lnTo>
                  <a:pt x="1446" y="2704"/>
                </a:lnTo>
                <a:lnTo>
                  <a:pt x="1445" y="2705"/>
                </a:lnTo>
                <a:lnTo>
                  <a:pt x="1444" y="2705"/>
                </a:lnTo>
                <a:lnTo>
                  <a:pt x="1443" y="2705"/>
                </a:lnTo>
                <a:lnTo>
                  <a:pt x="1441" y="2705"/>
                </a:lnTo>
                <a:lnTo>
                  <a:pt x="1440" y="2706"/>
                </a:lnTo>
                <a:lnTo>
                  <a:pt x="1439" y="2706"/>
                </a:lnTo>
                <a:lnTo>
                  <a:pt x="1438" y="2707"/>
                </a:lnTo>
                <a:lnTo>
                  <a:pt x="1437" y="2708"/>
                </a:lnTo>
                <a:lnTo>
                  <a:pt x="1437" y="2709"/>
                </a:lnTo>
                <a:lnTo>
                  <a:pt x="1436" y="2709"/>
                </a:lnTo>
                <a:lnTo>
                  <a:pt x="1435" y="2709"/>
                </a:lnTo>
                <a:lnTo>
                  <a:pt x="1433" y="2708"/>
                </a:lnTo>
                <a:lnTo>
                  <a:pt x="1431" y="2705"/>
                </a:lnTo>
                <a:lnTo>
                  <a:pt x="1431" y="2704"/>
                </a:lnTo>
                <a:lnTo>
                  <a:pt x="1430" y="2704"/>
                </a:lnTo>
                <a:lnTo>
                  <a:pt x="1429" y="2704"/>
                </a:lnTo>
                <a:lnTo>
                  <a:pt x="1428" y="2704"/>
                </a:lnTo>
                <a:lnTo>
                  <a:pt x="1426" y="2704"/>
                </a:lnTo>
                <a:lnTo>
                  <a:pt x="1425" y="2705"/>
                </a:lnTo>
                <a:lnTo>
                  <a:pt x="1424" y="2706"/>
                </a:lnTo>
                <a:lnTo>
                  <a:pt x="1423" y="2706"/>
                </a:lnTo>
                <a:lnTo>
                  <a:pt x="1423" y="2705"/>
                </a:lnTo>
                <a:lnTo>
                  <a:pt x="1423" y="2704"/>
                </a:lnTo>
                <a:lnTo>
                  <a:pt x="1423" y="2702"/>
                </a:lnTo>
                <a:lnTo>
                  <a:pt x="1423" y="2701"/>
                </a:lnTo>
                <a:lnTo>
                  <a:pt x="1422" y="2701"/>
                </a:lnTo>
                <a:lnTo>
                  <a:pt x="1422" y="2700"/>
                </a:lnTo>
                <a:lnTo>
                  <a:pt x="1422" y="2699"/>
                </a:lnTo>
                <a:lnTo>
                  <a:pt x="1422" y="2698"/>
                </a:lnTo>
                <a:lnTo>
                  <a:pt x="1421" y="2697"/>
                </a:lnTo>
                <a:lnTo>
                  <a:pt x="1421" y="2696"/>
                </a:lnTo>
                <a:lnTo>
                  <a:pt x="1420" y="2695"/>
                </a:lnTo>
                <a:lnTo>
                  <a:pt x="1420" y="2694"/>
                </a:lnTo>
                <a:lnTo>
                  <a:pt x="1419" y="2694"/>
                </a:lnTo>
                <a:lnTo>
                  <a:pt x="1418" y="2693"/>
                </a:lnTo>
                <a:lnTo>
                  <a:pt x="1417" y="2693"/>
                </a:lnTo>
                <a:lnTo>
                  <a:pt x="1417" y="2694"/>
                </a:lnTo>
                <a:lnTo>
                  <a:pt x="1416" y="2694"/>
                </a:lnTo>
                <a:lnTo>
                  <a:pt x="1415" y="2694"/>
                </a:lnTo>
                <a:lnTo>
                  <a:pt x="1415" y="2693"/>
                </a:lnTo>
                <a:lnTo>
                  <a:pt x="1414" y="2693"/>
                </a:lnTo>
                <a:lnTo>
                  <a:pt x="1413" y="2692"/>
                </a:lnTo>
                <a:lnTo>
                  <a:pt x="1412" y="2692"/>
                </a:lnTo>
                <a:lnTo>
                  <a:pt x="1412" y="2691"/>
                </a:lnTo>
                <a:lnTo>
                  <a:pt x="1411" y="2690"/>
                </a:lnTo>
                <a:lnTo>
                  <a:pt x="1410" y="2691"/>
                </a:lnTo>
                <a:lnTo>
                  <a:pt x="1405" y="2691"/>
                </a:lnTo>
                <a:lnTo>
                  <a:pt x="1401" y="2691"/>
                </a:lnTo>
                <a:lnTo>
                  <a:pt x="1400" y="2691"/>
                </a:lnTo>
                <a:lnTo>
                  <a:pt x="1399" y="2691"/>
                </a:lnTo>
                <a:lnTo>
                  <a:pt x="1398" y="2691"/>
                </a:lnTo>
                <a:lnTo>
                  <a:pt x="1398" y="2690"/>
                </a:lnTo>
                <a:lnTo>
                  <a:pt x="1397" y="2690"/>
                </a:lnTo>
                <a:lnTo>
                  <a:pt x="1396" y="2690"/>
                </a:lnTo>
                <a:lnTo>
                  <a:pt x="1394" y="2691"/>
                </a:lnTo>
                <a:lnTo>
                  <a:pt x="1392" y="2693"/>
                </a:lnTo>
                <a:lnTo>
                  <a:pt x="1391" y="2693"/>
                </a:lnTo>
                <a:lnTo>
                  <a:pt x="1391" y="2694"/>
                </a:lnTo>
                <a:lnTo>
                  <a:pt x="1391" y="2695"/>
                </a:lnTo>
                <a:lnTo>
                  <a:pt x="1389" y="2697"/>
                </a:lnTo>
                <a:lnTo>
                  <a:pt x="1388" y="2698"/>
                </a:lnTo>
                <a:lnTo>
                  <a:pt x="1384" y="2698"/>
                </a:lnTo>
                <a:lnTo>
                  <a:pt x="1383" y="2697"/>
                </a:lnTo>
                <a:lnTo>
                  <a:pt x="1382" y="2697"/>
                </a:lnTo>
                <a:lnTo>
                  <a:pt x="1381" y="2697"/>
                </a:lnTo>
                <a:lnTo>
                  <a:pt x="1380" y="2697"/>
                </a:lnTo>
                <a:lnTo>
                  <a:pt x="1379" y="2697"/>
                </a:lnTo>
                <a:lnTo>
                  <a:pt x="1378" y="2697"/>
                </a:lnTo>
                <a:lnTo>
                  <a:pt x="1376" y="2697"/>
                </a:lnTo>
                <a:lnTo>
                  <a:pt x="1375" y="2697"/>
                </a:lnTo>
                <a:lnTo>
                  <a:pt x="1374" y="2697"/>
                </a:lnTo>
                <a:lnTo>
                  <a:pt x="1374" y="2696"/>
                </a:lnTo>
                <a:lnTo>
                  <a:pt x="1374" y="2694"/>
                </a:lnTo>
                <a:lnTo>
                  <a:pt x="1373" y="2694"/>
                </a:lnTo>
                <a:lnTo>
                  <a:pt x="1372" y="2694"/>
                </a:lnTo>
                <a:lnTo>
                  <a:pt x="1371" y="2694"/>
                </a:lnTo>
                <a:lnTo>
                  <a:pt x="1370" y="2694"/>
                </a:lnTo>
                <a:lnTo>
                  <a:pt x="1368" y="2693"/>
                </a:lnTo>
                <a:lnTo>
                  <a:pt x="1366" y="2693"/>
                </a:lnTo>
                <a:lnTo>
                  <a:pt x="1366" y="2692"/>
                </a:lnTo>
                <a:lnTo>
                  <a:pt x="1365" y="2692"/>
                </a:lnTo>
                <a:lnTo>
                  <a:pt x="1364" y="2692"/>
                </a:lnTo>
                <a:lnTo>
                  <a:pt x="1359" y="2691"/>
                </a:lnTo>
                <a:lnTo>
                  <a:pt x="1358" y="2691"/>
                </a:lnTo>
                <a:lnTo>
                  <a:pt x="1357" y="2691"/>
                </a:lnTo>
                <a:lnTo>
                  <a:pt x="1354" y="2692"/>
                </a:lnTo>
                <a:lnTo>
                  <a:pt x="1350" y="2694"/>
                </a:lnTo>
                <a:lnTo>
                  <a:pt x="1349" y="2694"/>
                </a:lnTo>
                <a:lnTo>
                  <a:pt x="1348" y="2694"/>
                </a:lnTo>
                <a:lnTo>
                  <a:pt x="1345" y="2694"/>
                </a:lnTo>
                <a:lnTo>
                  <a:pt x="1344" y="2694"/>
                </a:lnTo>
                <a:lnTo>
                  <a:pt x="1344" y="2693"/>
                </a:lnTo>
                <a:lnTo>
                  <a:pt x="1344" y="2692"/>
                </a:lnTo>
                <a:lnTo>
                  <a:pt x="1339" y="2690"/>
                </a:lnTo>
                <a:lnTo>
                  <a:pt x="1335" y="2690"/>
                </a:lnTo>
                <a:lnTo>
                  <a:pt x="1334" y="2690"/>
                </a:lnTo>
                <a:lnTo>
                  <a:pt x="1333" y="2690"/>
                </a:lnTo>
                <a:lnTo>
                  <a:pt x="1332" y="2690"/>
                </a:lnTo>
                <a:lnTo>
                  <a:pt x="1332" y="2689"/>
                </a:lnTo>
                <a:lnTo>
                  <a:pt x="1332" y="2688"/>
                </a:lnTo>
                <a:lnTo>
                  <a:pt x="1333" y="2688"/>
                </a:lnTo>
                <a:lnTo>
                  <a:pt x="1334" y="2687"/>
                </a:lnTo>
                <a:lnTo>
                  <a:pt x="1334" y="2686"/>
                </a:lnTo>
                <a:lnTo>
                  <a:pt x="1332" y="2685"/>
                </a:lnTo>
                <a:lnTo>
                  <a:pt x="1331" y="2685"/>
                </a:lnTo>
                <a:lnTo>
                  <a:pt x="1330" y="2685"/>
                </a:lnTo>
                <a:lnTo>
                  <a:pt x="1328" y="2685"/>
                </a:lnTo>
                <a:lnTo>
                  <a:pt x="1327" y="2685"/>
                </a:lnTo>
                <a:lnTo>
                  <a:pt x="1326" y="2685"/>
                </a:lnTo>
                <a:lnTo>
                  <a:pt x="1325" y="2685"/>
                </a:lnTo>
                <a:lnTo>
                  <a:pt x="1325" y="2684"/>
                </a:lnTo>
                <a:lnTo>
                  <a:pt x="1325" y="2683"/>
                </a:lnTo>
                <a:lnTo>
                  <a:pt x="1325" y="2682"/>
                </a:lnTo>
                <a:lnTo>
                  <a:pt x="1324" y="2682"/>
                </a:lnTo>
                <a:lnTo>
                  <a:pt x="1323" y="2682"/>
                </a:lnTo>
                <a:lnTo>
                  <a:pt x="1322" y="2682"/>
                </a:lnTo>
                <a:lnTo>
                  <a:pt x="1321" y="2681"/>
                </a:lnTo>
                <a:lnTo>
                  <a:pt x="1321" y="2680"/>
                </a:lnTo>
                <a:lnTo>
                  <a:pt x="1320" y="2679"/>
                </a:lnTo>
                <a:lnTo>
                  <a:pt x="1318" y="2679"/>
                </a:lnTo>
                <a:lnTo>
                  <a:pt x="1318" y="2678"/>
                </a:lnTo>
                <a:lnTo>
                  <a:pt x="1318" y="2679"/>
                </a:lnTo>
                <a:lnTo>
                  <a:pt x="1316" y="2679"/>
                </a:lnTo>
                <a:lnTo>
                  <a:pt x="1316" y="2678"/>
                </a:lnTo>
                <a:lnTo>
                  <a:pt x="1315" y="2678"/>
                </a:lnTo>
                <a:lnTo>
                  <a:pt x="1311" y="2678"/>
                </a:lnTo>
                <a:lnTo>
                  <a:pt x="1308" y="2678"/>
                </a:lnTo>
                <a:lnTo>
                  <a:pt x="1306" y="2677"/>
                </a:lnTo>
                <a:lnTo>
                  <a:pt x="1306" y="2676"/>
                </a:lnTo>
                <a:lnTo>
                  <a:pt x="1306" y="2675"/>
                </a:lnTo>
                <a:lnTo>
                  <a:pt x="1307" y="2674"/>
                </a:lnTo>
                <a:lnTo>
                  <a:pt x="1307" y="2673"/>
                </a:lnTo>
                <a:lnTo>
                  <a:pt x="1305" y="2672"/>
                </a:lnTo>
                <a:lnTo>
                  <a:pt x="1304" y="2672"/>
                </a:lnTo>
                <a:lnTo>
                  <a:pt x="1302" y="2672"/>
                </a:lnTo>
                <a:lnTo>
                  <a:pt x="1301" y="2672"/>
                </a:lnTo>
                <a:lnTo>
                  <a:pt x="1300" y="2672"/>
                </a:lnTo>
                <a:lnTo>
                  <a:pt x="1299" y="2672"/>
                </a:lnTo>
                <a:lnTo>
                  <a:pt x="1297" y="2671"/>
                </a:lnTo>
                <a:lnTo>
                  <a:pt x="1296" y="2670"/>
                </a:lnTo>
                <a:lnTo>
                  <a:pt x="1295" y="2670"/>
                </a:lnTo>
                <a:lnTo>
                  <a:pt x="1295" y="2669"/>
                </a:lnTo>
                <a:lnTo>
                  <a:pt x="1294" y="2668"/>
                </a:lnTo>
                <a:lnTo>
                  <a:pt x="1293" y="2668"/>
                </a:lnTo>
                <a:lnTo>
                  <a:pt x="1293" y="2667"/>
                </a:lnTo>
                <a:lnTo>
                  <a:pt x="1292" y="2667"/>
                </a:lnTo>
                <a:lnTo>
                  <a:pt x="1291" y="2667"/>
                </a:lnTo>
                <a:lnTo>
                  <a:pt x="1291" y="2666"/>
                </a:lnTo>
                <a:lnTo>
                  <a:pt x="1290" y="2664"/>
                </a:lnTo>
                <a:lnTo>
                  <a:pt x="1289" y="2663"/>
                </a:lnTo>
                <a:lnTo>
                  <a:pt x="1288" y="2663"/>
                </a:lnTo>
                <a:lnTo>
                  <a:pt x="1287" y="2664"/>
                </a:lnTo>
                <a:lnTo>
                  <a:pt x="1287" y="2665"/>
                </a:lnTo>
                <a:lnTo>
                  <a:pt x="1286" y="2666"/>
                </a:lnTo>
                <a:lnTo>
                  <a:pt x="1283" y="2667"/>
                </a:lnTo>
                <a:lnTo>
                  <a:pt x="1282" y="2667"/>
                </a:lnTo>
                <a:lnTo>
                  <a:pt x="1281" y="2667"/>
                </a:lnTo>
                <a:lnTo>
                  <a:pt x="1277" y="2668"/>
                </a:lnTo>
                <a:lnTo>
                  <a:pt x="1276" y="2667"/>
                </a:lnTo>
                <a:lnTo>
                  <a:pt x="1274" y="2666"/>
                </a:lnTo>
                <a:lnTo>
                  <a:pt x="1273" y="2665"/>
                </a:lnTo>
                <a:lnTo>
                  <a:pt x="1272" y="2665"/>
                </a:lnTo>
                <a:lnTo>
                  <a:pt x="1270" y="2664"/>
                </a:lnTo>
                <a:lnTo>
                  <a:pt x="1268" y="2664"/>
                </a:lnTo>
                <a:lnTo>
                  <a:pt x="1266" y="2662"/>
                </a:lnTo>
                <a:lnTo>
                  <a:pt x="1266" y="2661"/>
                </a:lnTo>
                <a:lnTo>
                  <a:pt x="1266" y="2660"/>
                </a:lnTo>
                <a:lnTo>
                  <a:pt x="1266" y="2659"/>
                </a:lnTo>
                <a:lnTo>
                  <a:pt x="1265" y="2658"/>
                </a:lnTo>
                <a:lnTo>
                  <a:pt x="1264" y="2657"/>
                </a:lnTo>
                <a:lnTo>
                  <a:pt x="1263" y="2656"/>
                </a:lnTo>
                <a:lnTo>
                  <a:pt x="1263" y="2655"/>
                </a:lnTo>
                <a:lnTo>
                  <a:pt x="1264" y="2655"/>
                </a:lnTo>
                <a:lnTo>
                  <a:pt x="1264" y="2654"/>
                </a:lnTo>
                <a:lnTo>
                  <a:pt x="1264" y="2652"/>
                </a:lnTo>
                <a:lnTo>
                  <a:pt x="1263" y="2650"/>
                </a:lnTo>
                <a:lnTo>
                  <a:pt x="1261" y="2646"/>
                </a:lnTo>
                <a:lnTo>
                  <a:pt x="1260" y="2645"/>
                </a:lnTo>
                <a:lnTo>
                  <a:pt x="1258" y="2644"/>
                </a:lnTo>
                <a:lnTo>
                  <a:pt x="1256" y="2644"/>
                </a:lnTo>
                <a:lnTo>
                  <a:pt x="1255" y="2644"/>
                </a:lnTo>
                <a:lnTo>
                  <a:pt x="1254" y="2644"/>
                </a:lnTo>
                <a:lnTo>
                  <a:pt x="1253" y="2643"/>
                </a:lnTo>
                <a:lnTo>
                  <a:pt x="1253" y="2641"/>
                </a:lnTo>
                <a:lnTo>
                  <a:pt x="1253" y="2639"/>
                </a:lnTo>
                <a:lnTo>
                  <a:pt x="1251" y="2638"/>
                </a:lnTo>
                <a:lnTo>
                  <a:pt x="1252" y="2636"/>
                </a:lnTo>
                <a:lnTo>
                  <a:pt x="1252" y="2634"/>
                </a:lnTo>
                <a:lnTo>
                  <a:pt x="1252" y="2633"/>
                </a:lnTo>
                <a:lnTo>
                  <a:pt x="1251" y="2631"/>
                </a:lnTo>
                <a:lnTo>
                  <a:pt x="1251" y="2630"/>
                </a:lnTo>
                <a:lnTo>
                  <a:pt x="1252" y="2629"/>
                </a:lnTo>
                <a:lnTo>
                  <a:pt x="1253" y="2629"/>
                </a:lnTo>
                <a:lnTo>
                  <a:pt x="1253" y="2628"/>
                </a:lnTo>
                <a:lnTo>
                  <a:pt x="1254" y="2628"/>
                </a:lnTo>
                <a:lnTo>
                  <a:pt x="1254" y="2627"/>
                </a:lnTo>
                <a:lnTo>
                  <a:pt x="1254" y="2624"/>
                </a:lnTo>
                <a:lnTo>
                  <a:pt x="1254" y="2623"/>
                </a:lnTo>
                <a:lnTo>
                  <a:pt x="1255" y="2623"/>
                </a:lnTo>
                <a:lnTo>
                  <a:pt x="1255" y="2622"/>
                </a:lnTo>
                <a:lnTo>
                  <a:pt x="1255" y="2621"/>
                </a:lnTo>
                <a:lnTo>
                  <a:pt x="1255" y="2620"/>
                </a:lnTo>
                <a:lnTo>
                  <a:pt x="1254" y="2620"/>
                </a:lnTo>
                <a:lnTo>
                  <a:pt x="1255" y="2620"/>
                </a:lnTo>
                <a:lnTo>
                  <a:pt x="1255" y="2619"/>
                </a:lnTo>
                <a:lnTo>
                  <a:pt x="1256" y="2617"/>
                </a:lnTo>
                <a:lnTo>
                  <a:pt x="1256" y="2616"/>
                </a:lnTo>
                <a:lnTo>
                  <a:pt x="1255" y="2614"/>
                </a:lnTo>
                <a:lnTo>
                  <a:pt x="1254" y="2613"/>
                </a:lnTo>
                <a:lnTo>
                  <a:pt x="1253" y="2613"/>
                </a:lnTo>
                <a:lnTo>
                  <a:pt x="1253" y="2612"/>
                </a:lnTo>
                <a:lnTo>
                  <a:pt x="1253" y="2611"/>
                </a:lnTo>
                <a:lnTo>
                  <a:pt x="1253" y="2610"/>
                </a:lnTo>
                <a:lnTo>
                  <a:pt x="1253" y="2609"/>
                </a:lnTo>
                <a:lnTo>
                  <a:pt x="1254" y="2608"/>
                </a:lnTo>
                <a:lnTo>
                  <a:pt x="1254" y="2607"/>
                </a:lnTo>
                <a:lnTo>
                  <a:pt x="1255" y="2606"/>
                </a:lnTo>
                <a:lnTo>
                  <a:pt x="1256" y="2605"/>
                </a:lnTo>
                <a:lnTo>
                  <a:pt x="1256" y="2603"/>
                </a:lnTo>
                <a:lnTo>
                  <a:pt x="1254" y="2601"/>
                </a:lnTo>
                <a:lnTo>
                  <a:pt x="1252" y="2601"/>
                </a:lnTo>
                <a:lnTo>
                  <a:pt x="1246" y="2599"/>
                </a:lnTo>
                <a:lnTo>
                  <a:pt x="1243" y="2600"/>
                </a:lnTo>
                <a:lnTo>
                  <a:pt x="1242" y="2598"/>
                </a:lnTo>
                <a:lnTo>
                  <a:pt x="1243" y="2597"/>
                </a:lnTo>
                <a:lnTo>
                  <a:pt x="1243" y="2596"/>
                </a:lnTo>
                <a:lnTo>
                  <a:pt x="1242" y="2596"/>
                </a:lnTo>
                <a:lnTo>
                  <a:pt x="1240" y="2596"/>
                </a:lnTo>
                <a:lnTo>
                  <a:pt x="1239" y="2596"/>
                </a:lnTo>
                <a:lnTo>
                  <a:pt x="1238" y="2596"/>
                </a:lnTo>
                <a:lnTo>
                  <a:pt x="1237" y="2597"/>
                </a:lnTo>
                <a:lnTo>
                  <a:pt x="1236" y="2597"/>
                </a:lnTo>
                <a:lnTo>
                  <a:pt x="1235" y="2597"/>
                </a:lnTo>
                <a:lnTo>
                  <a:pt x="1231" y="2595"/>
                </a:lnTo>
                <a:lnTo>
                  <a:pt x="1230" y="2593"/>
                </a:lnTo>
                <a:lnTo>
                  <a:pt x="1229" y="2593"/>
                </a:lnTo>
                <a:lnTo>
                  <a:pt x="1229" y="2594"/>
                </a:lnTo>
                <a:lnTo>
                  <a:pt x="1228" y="2594"/>
                </a:lnTo>
                <a:lnTo>
                  <a:pt x="1226" y="2597"/>
                </a:lnTo>
                <a:lnTo>
                  <a:pt x="1226" y="2598"/>
                </a:lnTo>
                <a:lnTo>
                  <a:pt x="1225" y="2599"/>
                </a:lnTo>
                <a:lnTo>
                  <a:pt x="1223" y="2599"/>
                </a:lnTo>
                <a:lnTo>
                  <a:pt x="1222" y="2599"/>
                </a:lnTo>
                <a:lnTo>
                  <a:pt x="1221" y="2599"/>
                </a:lnTo>
                <a:lnTo>
                  <a:pt x="1221" y="2600"/>
                </a:lnTo>
                <a:lnTo>
                  <a:pt x="1219" y="2600"/>
                </a:lnTo>
                <a:lnTo>
                  <a:pt x="1218" y="2601"/>
                </a:lnTo>
                <a:lnTo>
                  <a:pt x="1218" y="2602"/>
                </a:lnTo>
                <a:lnTo>
                  <a:pt x="1217" y="2602"/>
                </a:lnTo>
                <a:lnTo>
                  <a:pt x="1216" y="2601"/>
                </a:lnTo>
                <a:lnTo>
                  <a:pt x="1214" y="2598"/>
                </a:lnTo>
                <a:lnTo>
                  <a:pt x="1213" y="2596"/>
                </a:lnTo>
                <a:lnTo>
                  <a:pt x="1213" y="2595"/>
                </a:lnTo>
                <a:lnTo>
                  <a:pt x="1212" y="2595"/>
                </a:lnTo>
                <a:lnTo>
                  <a:pt x="1211" y="2594"/>
                </a:lnTo>
                <a:lnTo>
                  <a:pt x="1211" y="2593"/>
                </a:lnTo>
                <a:lnTo>
                  <a:pt x="1210" y="2593"/>
                </a:lnTo>
                <a:lnTo>
                  <a:pt x="1209" y="2593"/>
                </a:lnTo>
                <a:lnTo>
                  <a:pt x="1207" y="2593"/>
                </a:lnTo>
                <a:lnTo>
                  <a:pt x="1207" y="2589"/>
                </a:lnTo>
                <a:lnTo>
                  <a:pt x="1206" y="2589"/>
                </a:lnTo>
                <a:lnTo>
                  <a:pt x="1206" y="2588"/>
                </a:lnTo>
                <a:lnTo>
                  <a:pt x="1205" y="2588"/>
                </a:lnTo>
                <a:lnTo>
                  <a:pt x="1205" y="2589"/>
                </a:lnTo>
                <a:lnTo>
                  <a:pt x="1204" y="2589"/>
                </a:lnTo>
                <a:lnTo>
                  <a:pt x="1204" y="2588"/>
                </a:lnTo>
                <a:lnTo>
                  <a:pt x="1203" y="2588"/>
                </a:lnTo>
                <a:lnTo>
                  <a:pt x="1203" y="2587"/>
                </a:lnTo>
                <a:lnTo>
                  <a:pt x="1201" y="2585"/>
                </a:lnTo>
                <a:lnTo>
                  <a:pt x="1200" y="2585"/>
                </a:lnTo>
                <a:lnTo>
                  <a:pt x="1199" y="2585"/>
                </a:lnTo>
                <a:lnTo>
                  <a:pt x="1198" y="2585"/>
                </a:lnTo>
                <a:lnTo>
                  <a:pt x="1197" y="2585"/>
                </a:lnTo>
                <a:lnTo>
                  <a:pt x="1195" y="2584"/>
                </a:lnTo>
                <a:lnTo>
                  <a:pt x="1194" y="2583"/>
                </a:lnTo>
                <a:lnTo>
                  <a:pt x="1193" y="2582"/>
                </a:lnTo>
                <a:lnTo>
                  <a:pt x="1191" y="2581"/>
                </a:lnTo>
                <a:lnTo>
                  <a:pt x="1190" y="2581"/>
                </a:lnTo>
                <a:lnTo>
                  <a:pt x="1189" y="2581"/>
                </a:lnTo>
                <a:lnTo>
                  <a:pt x="1188" y="2582"/>
                </a:lnTo>
                <a:lnTo>
                  <a:pt x="1186" y="2582"/>
                </a:lnTo>
                <a:lnTo>
                  <a:pt x="1185" y="2581"/>
                </a:lnTo>
                <a:lnTo>
                  <a:pt x="1184" y="2581"/>
                </a:lnTo>
                <a:lnTo>
                  <a:pt x="1184" y="2580"/>
                </a:lnTo>
                <a:lnTo>
                  <a:pt x="1183" y="2579"/>
                </a:lnTo>
                <a:lnTo>
                  <a:pt x="1181" y="2577"/>
                </a:lnTo>
                <a:lnTo>
                  <a:pt x="1178" y="2576"/>
                </a:lnTo>
                <a:lnTo>
                  <a:pt x="1176" y="2576"/>
                </a:lnTo>
                <a:lnTo>
                  <a:pt x="1172" y="2576"/>
                </a:lnTo>
                <a:lnTo>
                  <a:pt x="1170" y="2575"/>
                </a:lnTo>
                <a:lnTo>
                  <a:pt x="1169" y="2576"/>
                </a:lnTo>
                <a:lnTo>
                  <a:pt x="1168" y="2578"/>
                </a:lnTo>
                <a:lnTo>
                  <a:pt x="1167" y="2580"/>
                </a:lnTo>
                <a:lnTo>
                  <a:pt x="1167" y="2581"/>
                </a:lnTo>
                <a:lnTo>
                  <a:pt x="1167" y="2582"/>
                </a:lnTo>
                <a:lnTo>
                  <a:pt x="1166" y="2584"/>
                </a:lnTo>
                <a:lnTo>
                  <a:pt x="1166" y="2585"/>
                </a:lnTo>
                <a:lnTo>
                  <a:pt x="1165" y="2585"/>
                </a:lnTo>
                <a:lnTo>
                  <a:pt x="1164" y="2586"/>
                </a:lnTo>
                <a:lnTo>
                  <a:pt x="1160" y="2586"/>
                </a:lnTo>
                <a:lnTo>
                  <a:pt x="1159" y="2585"/>
                </a:lnTo>
                <a:lnTo>
                  <a:pt x="1157" y="2584"/>
                </a:lnTo>
                <a:lnTo>
                  <a:pt x="1155" y="2584"/>
                </a:lnTo>
                <a:lnTo>
                  <a:pt x="1154" y="2586"/>
                </a:lnTo>
                <a:lnTo>
                  <a:pt x="1154" y="2587"/>
                </a:lnTo>
                <a:lnTo>
                  <a:pt x="1155" y="2587"/>
                </a:lnTo>
                <a:lnTo>
                  <a:pt x="1155" y="2588"/>
                </a:lnTo>
                <a:lnTo>
                  <a:pt x="1155" y="2589"/>
                </a:lnTo>
                <a:lnTo>
                  <a:pt x="1156" y="2593"/>
                </a:lnTo>
                <a:lnTo>
                  <a:pt x="1155" y="2593"/>
                </a:lnTo>
                <a:lnTo>
                  <a:pt x="1153" y="2595"/>
                </a:lnTo>
                <a:lnTo>
                  <a:pt x="1152" y="2596"/>
                </a:lnTo>
                <a:lnTo>
                  <a:pt x="1151" y="2596"/>
                </a:lnTo>
                <a:lnTo>
                  <a:pt x="1151" y="2598"/>
                </a:lnTo>
                <a:lnTo>
                  <a:pt x="1150" y="2599"/>
                </a:lnTo>
                <a:lnTo>
                  <a:pt x="1151" y="2600"/>
                </a:lnTo>
                <a:lnTo>
                  <a:pt x="1149" y="2602"/>
                </a:lnTo>
                <a:lnTo>
                  <a:pt x="1148" y="2603"/>
                </a:lnTo>
                <a:lnTo>
                  <a:pt x="1147" y="2605"/>
                </a:lnTo>
                <a:lnTo>
                  <a:pt x="1146" y="2605"/>
                </a:lnTo>
                <a:lnTo>
                  <a:pt x="1145" y="2605"/>
                </a:lnTo>
                <a:lnTo>
                  <a:pt x="1142" y="2605"/>
                </a:lnTo>
                <a:lnTo>
                  <a:pt x="1141" y="2605"/>
                </a:lnTo>
                <a:lnTo>
                  <a:pt x="1141" y="2604"/>
                </a:lnTo>
                <a:lnTo>
                  <a:pt x="1140" y="2603"/>
                </a:lnTo>
                <a:lnTo>
                  <a:pt x="1140" y="2602"/>
                </a:lnTo>
                <a:lnTo>
                  <a:pt x="1138" y="2603"/>
                </a:lnTo>
                <a:lnTo>
                  <a:pt x="1137" y="2604"/>
                </a:lnTo>
                <a:lnTo>
                  <a:pt x="1136" y="2606"/>
                </a:lnTo>
                <a:lnTo>
                  <a:pt x="1134" y="2607"/>
                </a:lnTo>
                <a:lnTo>
                  <a:pt x="1133" y="2607"/>
                </a:lnTo>
                <a:lnTo>
                  <a:pt x="1130" y="2607"/>
                </a:lnTo>
                <a:lnTo>
                  <a:pt x="1129" y="2606"/>
                </a:lnTo>
                <a:lnTo>
                  <a:pt x="1128" y="2606"/>
                </a:lnTo>
                <a:lnTo>
                  <a:pt x="1126" y="2606"/>
                </a:lnTo>
                <a:lnTo>
                  <a:pt x="1125" y="2606"/>
                </a:lnTo>
                <a:lnTo>
                  <a:pt x="1125" y="2607"/>
                </a:lnTo>
                <a:lnTo>
                  <a:pt x="1124" y="2607"/>
                </a:lnTo>
                <a:lnTo>
                  <a:pt x="1123" y="2611"/>
                </a:lnTo>
                <a:lnTo>
                  <a:pt x="1122" y="2612"/>
                </a:lnTo>
                <a:lnTo>
                  <a:pt x="1121" y="2612"/>
                </a:lnTo>
                <a:lnTo>
                  <a:pt x="1120" y="2611"/>
                </a:lnTo>
                <a:lnTo>
                  <a:pt x="1120" y="2610"/>
                </a:lnTo>
                <a:lnTo>
                  <a:pt x="1120" y="2609"/>
                </a:lnTo>
                <a:lnTo>
                  <a:pt x="1118" y="2609"/>
                </a:lnTo>
                <a:lnTo>
                  <a:pt x="1118" y="2610"/>
                </a:lnTo>
                <a:lnTo>
                  <a:pt x="1117" y="2610"/>
                </a:lnTo>
                <a:lnTo>
                  <a:pt x="1116" y="2611"/>
                </a:lnTo>
                <a:lnTo>
                  <a:pt x="1114" y="2611"/>
                </a:lnTo>
                <a:lnTo>
                  <a:pt x="1110" y="2612"/>
                </a:lnTo>
                <a:lnTo>
                  <a:pt x="1108" y="2612"/>
                </a:lnTo>
                <a:lnTo>
                  <a:pt x="1107" y="2613"/>
                </a:lnTo>
                <a:lnTo>
                  <a:pt x="1106" y="2613"/>
                </a:lnTo>
                <a:lnTo>
                  <a:pt x="1105" y="2615"/>
                </a:lnTo>
                <a:lnTo>
                  <a:pt x="1104" y="2615"/>
                </a:lnTo>
                <a:lnTo>
                  <a:pt x="1103" y="2615"/>
                </a:lnTo>
                <a:lnTo>
                  <a:pt x="1100" y="2614"/>
                </a:lnTo>
                <a:lnTo>
                  <a:pt x="1099" y="2614"/>
                </a:lnTo>
                <a:lnTo>
                  <a:pt x="1099" y="2613"/>
                </a:lnTo>
                <a:lnTo>
                  <a:pt x="1098" y="2613"/>
                </a:lnTo>
                <a:lnTo>
                  <a:pt x="1097" y="2613"/>
                </a:lnTo>
                <a:lnTo>
                  <a:pt x="1096" y="2614"/>
                </a:lnTo>
                <a:lnTo>
                  <a:pt x="1095" y="2617"/>
                </a:lnTo>
                <a:lnTo>
                  <a:pt x="1095" y="2618"/>
                </a:lnTo>
                <a:lnTo>
                  <a:pt x="1095" y="2620"/>
                </a:lnTo>
                <a:lnTo>
                  <a:pt x="1095" y="2622"/>
                </a:lnTo>
                <a:lnTo>
                  <a:pt x="1095" y="2623"/>
                </a:lnTo>
                <a:lnTo>
                  <a:pt x="1096" y="2627"/>
                </a:lnTo>
                <a:lnTo>
                  <a:pt x="1096" y="2632"/>
                </a:lnTo>
                <a:lnTo>
                  <a:pt x="1095" y="2635"/>
                </a:lnTo>
                <a:lnTo>
                  <a:pt x="1093" y="2637"/>
                </a:lnTo>
                <a:lnTo>
                  <a:pt x="1093" y="2638"/>
                </a:lnTo>
                <a:lnTo>
                  <a:pt x="1092" y="2639"/>
                </a:lnTo>
                <a:lnTo>
                  <a:pt x="1088" y="2639"/>
                </a:lnTo>
                <a:lnTo>
                  <a:pt x="1088" y="2640"/>
                </a:lnTo>
                <a:lnTo>
                  <a:pt x="1087" y="2641"/>
                </a:lnTo>
                <a:lnTo>
                  <a:pt x="1086" y="2641"/>
                </a:lnTo>
                <a:lnTo>
                  <a:pt x="1083" y="2641"/>
                </a:lnTo>
                <a:lnTo>
                  <a:pt x="1082" y="2641"/>
                </a:lnTo>
                <a:lnTo>
                  <a:pt x="1081" y="2639"/>
                </a:lnTo>
                <a:lnTo>
                  <a:pt x="1080" y="2639"/>
                </a:lnTo>
                <a:lnTo>
                  <a:pt x="1078" y="2639"/>
                </a:lnTo>
                <a:lnTo>
                  <a:pt x="1075" y="2641"/>
                </a:lnTo>
                <a:lnTo>
                  <a:pt x="1075" y="2642"/>
                </a:lnTo>
                <a:lnTo>
                  <a:pt x="1074" y="2643"/>
                </a:lnTo>
                <a:lnTo>
                  <a:pt x="1074" y="2644"/>
                </a:lnTo>
                <a:lnTo>
                  <a:pt x="1073" y="2645"/>
                </a:lnTo>
                <a:lnTo>
                  <a:pt x="1072" y="2646"/>
                </a:lnTo>
                <a:lnTo>
                  <a:pt x="1071" y="2646"/>
                </a:lnTo>
                <a:lnTo>
                  <a:pt x="1071" y="2645"/>
                </a:lnTo>
                <a:lnTo>
                  <a:pt x="1070" y="2645"/>
                </a:lnTo>
                <a:lnTo>
                  <a:pt x="1069" y="2645"/>
                </a:lnTo>
                <a:lnTo>
                  <a:pt x="1068" y="2644"/>
                </a:lnTo>
                <a:lnTo>
                  <a:pt x="1067" y="2644"/>
                </a:lnTo>
                <a:lnTo>
                  <a:pt x="1062" y="2645"/>
                </a:lnTo>
                <a:lnTo>
                  <a:pt x="1061" y="2645"/>
                </a:lnTo>
                <a:lnTo>
                  <a:pt x="1060" y="2645"/>
                </a:lnTo>
                <a:lnTo>
                  <a:pt x="1056" y="2643"/>
                </a:lnTo>
                <a:lnTo>
                  <a:pt x="1054" y="2643"/>
                </a:lnTo>
                <a:lnTo>
                  <a:pt x="1053" y="2642"/>
                </a:lnTo>
                <a:lnTo>
                  <a:pt x="1052" y="2641"/>
                </a:lnTo>
                <a:lnTo>
                  <a:pt x="1052" y="2640"/>
                </a:lnTo>
                <a:lnTo>
                  <a:pt x="1051" y="2640"/>
                </a:lnTo>
                <a:lnTo>
                  <a:pt x="1049" y="2640"/>
                </a:lnTo>
                <a:lnTo>
                  <a:pt x="1046" y="2641"/>
                </a:lnTo>
                <a:lnTo>
                  <a:pt x="1045" y="2641"/>
                </a:lnTo>
                <a:lnTo>
                  <a:pt x="1045" y="2640"/>
                </a:lnTo>
                <a:lnTo>
                  <a:pt x="1044" y="2640"/>
                </a:lnTo>
                <a:lnTo>
                  <a:pt x="1043" y="2640"/>
                </a:lnTo>
                <a:lnTo>
                  <a:pt x="1042" y="2640"/>
                </a:lnTo>
                <a:lnTo>
                  <a:pt x="1042" y="2641"/>
                </a:lnTo>
                <a:lnTo>
                  <a:pt x="1041" y="2641"/>
                </a:lnTo>
                <a:lnTo>
                  <a:pt x="1040" y="2640"/>
                </a:lnTo>
                <a:lnTo>
                  <a:pt x="1039" y="2640"/>
                </a:lnTo>
                <a:lnTo>
                  <a:pt x="1038" y="2640"/>
                </a:lnTo>
                <a:lnTo>
                  <a:pt x="1038" y="2641"/>
                </a:lnTo>
                <a:lnTo>
                  <a:pt x="1036" y="2641"/>
                </a:lnTo>
                <a:lnTo>
                  <a:pt x="1035" y="2642"/>
                </a:lnTo>
                <a:lnTo>
                  <a:pt x="1034" y="2643"/>
                </a:lnTo>
                <a:lnTo>
                  <a:pt x="1033" y="2643"/>
                </a:lnTo>
                <a:lnTo>
                  <a:pt x="1031" y="2644"/>
                </a:lnTo>
                <a:lnTo>
                  <a:pt x="1026" y="2643"/>
                </a:lnTo>
                <a:lnTo>
                  <a:pt x="1025" y="2643"/>
                </a:lnTo>
                <a:lnTo>
                  <a:pt x="1022" y="2642"/>
                </a:lnTo>
                <a:lnTo>
                  <a:pt x="1021" y="2642"/>
                </a:lnTo>
                <a:lnTo>
                  <a:pt x="1021" y="2641"/>
                </a:lnTo>
                <a:lnTo>
                  <a:pt x="1020" y="2641"/>
                </a:lnTo>
                <a:lnTo>
                  <a:pt x="1018" y="2641"/>
                </a:lnTo>
                <a:lnTo>
                  <a:pt x="1016" y="2640"/>
                </a:lnTo>
                <a:lnTo>
                  <a:pt x="1014" y="2640"/>
                </a:lnTo>
                <a:lnTo>
                  <a:pt x="1013" y="2639"/>
                </a:lnTo>
                <a:lnTo>
                  <a:pt x="1011" y="2639"/>
                </a:lnTo>
                <a:lnTo>
                  <a:pt x="1010" y="2638"/>
                </a:lnTo>
                <a:lnTo>
                  <a:pt x="1008" y="2637"/>
                </a:lnTo>
                <a:lnTo>
                  <a:pt x="1005" y="2637"/>
                </a:lnTo>
                <a:lnTo>
                  <a:pt x="1004" y="2638"/>
                </a:lnTo>
                <a:lnTo>
                  <a:pt x="1004" y="2637"/>
                </a:lnTo>
                <a:lnTo>
                  <a:pt x="1003" y="2637"/>
                </a:lnTo>
                <a:lnTo>
                  <a:pt x="1003" y="2636"/>
                </a:lnTo>
                <a:lnTo>
                  <a:pt x="1003" y="2635"/>
                </a:lnTo>
                <a:lnTo>
                  <a:pt x="1002" y="2634"/>
                </a:lnTo>
                <a:lnTo>
                  <a:pt x="1002" y="2633"/>
                </a:lnTo>
                <a:lnTo>
                  <a:pt x="1002" y="2632"/>
                </a:lnTo>
                <a:lnTo>
                  <a:pt x="1003" y="2632"/>
                </a:lnTo>
                <a:lnTo>
                  <a:pt x="1003" y="2631"/>
                </a:lnTo>
                <a:lnTo>
                  <a:pt x="1004" y="2630"/>
                </a:lnTo>
                <a:lnTo>
                  <a:pt x="1004" y="2628"/>
                </a:lnTo>
                <a:lnTo>
                  <a:pt x="1004" y="2627"/>
                </a:lnTo>
                <a:lnTo>
                  <a:pt x="1004" y="2626"/>
                </a:lnTo>
                <a:lnTo>
                  <a:pt x="1003" y="2625"/>
                </a:lnTo>
                <a:lnTo>
                  <a:pt x="1002" y="2625"/>
                </a:lnTo>
                <a:lnTo>
                  <a:pt x="1002" y="2624"/>
                </a:lnTo>
                <a:lnTo>
                  <a:pt x="1001" y="2624"/>
                </a:lnTo>
                <a:lnTo>
                  <a:pt x="998" y="2619"/>
                </a:lnTo>
                <a:lnTo>
                  <a:pt x="997" y="2618"/>
                </a:lnTo>
                <a:lnTo>
                  <a:pt x="997" y="2617"/>
                </a:lnTo>
                <a:lnTo>
                  <a:pt x="997" y="2616"/>
                </a:lnTo>
                <a:lnTo>
                  <a:pt x="997" y="2615"/>
                </a:lnTo>
                <a:lnTo>
                  <a:pt x="995" y="2614"/>
                </a:lnTo>
                <a:lnTo>
                  <a:pt x="993" y="2613"/>
                </a:lnTo>
                <a:lnTo>
                  <a:pt x="992" y="2613"/>
                </a:lnTo>
                <a:lnTo>
                  <a:pt x="992" y="2612"/>
                </a:lnTo>
                <a:lnTo>
                  <a:pt x="991" y="2612"/>
                </a:lnTo>
                <a:lnTo>
                  <a:pt x="990" y="2612"/>
                </a:lnTo>
                <a:lnTo>
                  <a:pt x="988" y="2611"/>
                </a:lnTo>
                <a:lnTo>
                  <a:pt x="987" y="2610"/>
                </a:lnTo>
                <a:lnTo>
                  <a:pt x="986" y="2610"/>
                </a:lnTo>
                <a:lnTo>
                  <a:pt x="986" y="2609"/>
                </a:lnTo>
                <a:lnTo>
                  <a:pt x="986" y="2608"/>
                </a:lnTo>
                <a:lnTo>
                  <a:pt x="984" y="2608"/>
                </a:lnTo>
                <a:lnTo>
                  <a:pt x="984" y="2609"/>
                </a:lnTo>
                <a:lnTo>
                  <a:pt x="983" y="2609"/>
                </a:lnTo>
                <a:lnTo>
                  <a:pt x="982" y="2609"/>
                </a:lnTo>
                <a:lnTo>
                  <a:pt x="982" y="2608"/>
                </a:lnTo>
                <a:lnTo>
                  <a:pt x="981" y="2607"/>
                </a:lnTo>
                <a:lnTo>
                  <a:pt x="980" y="2607"/>
                </a:lnTo>
                <a:lnTo>
                  <a:pt x="980" y="2608"/>
                </a:lnTo>
                <a:lnTo>
                  <a:pt x="979" y="2608"/>
                </a:lnTo>
                <a:lnTo>
                  <a:pt x="980" y="2608"/>
                </a:lnTo>
                <a:lnTo>
                  <a:pt x="980" y="2609"/>
                </a:lnTo>
                <a:lnTo>
                  <a:pt x="979" y="2609"/>
                </a:lnTo>
                <a:lnTo>
                  <a:pt x="977" y="2609"/>
                </a:lnTo>
                <a:lnTo>
                  <a:pt x="976" y="2608"/>
                </a:lnTo>
                <a:lnTo>
                  <a:pt x="975" y="2607"/>
                </a:lnTo>
                <a:lnTo>
                  <a:pt x="971" y="2605"/>
                </a:lnTo>
                <a:lnTo>
                  <a:pt x="970" y="2606"/>
                </a:lnTo>
                <a:lnTo>
                  <a:pt x="969" y="2607"/>
                </a:lnTo>
                <a:lnTo>
                  <a:pt x="968" y="2608"/>
                </a:lnTo>
                <a:lnTo>
                  <a:pt x="968" y="2609"/>
                </a:lnTo>
                <a:lnTo>
                  <a:pt x="967" y="2609"/>
                </a:lnTo>
                <a:lnTo>
                  <a:pt x="966" y="2608"/>
                </a:lnTo>
                <a:lnTo>
                  <a:pt x="966" y="2607"/>
                </a:lnTo>
                <a:lnTo>
                  <a:pt x="965" y="2607"/>
                </a:lnTo>
                <a:lnTo>
                  <a:pt x="964" y="2607"/>
                </a:lnTo>
                <a:lnTo>
                  <a:pt x="963" y="2608"/>
                </a:lnTo>
                <a:lnTo>
                  <a:pt x="962" y="2608"/>
                </a:lnTo>
                <a:lnTo>
                  <a:pt x="961" y="2608"/>
                </a:lnTo>
                <a:lnTo>
                  <a:pt x="960" y="2608"/>
                </a:lnTo>
                <a:lnTo>
                  <a:pt x="960" y="2603"/>
                </a:lnTo>
                <a:lnTo>
                  <a:pt x="959" y="2601"/>
                </a:lnTo>
                <a:lnTo>
                  <a:pt x="959" y="2599"/>
                </a:lnTo>
                <a:lnTo>
                  <a:pt x="959" y="2598"/>
                </a:lnTo>
                <a:lnTo>
                  <a:pt x="957" y="2597"/>
                </a:lnTo>
                <a:lnTo>
                  <a:pt x="953" y="2598"/>
                </a:lnTo>
                <a:lnTo>
                  <a:pt x="952" y="2598"/>
                </a:lnTo>
                <a:lnTo>
                  <a:pt x="949" y="2595"/>
                </a:lnTo>
                <a:lnTo>
                  <a:pt x="949" y="2593"/>
                </a:lnTo>
                <a:lnTo>
                  <a:pt x="949" y="2592"/>
                </a:lnTo>
                <a:lnTo>
                  <a:pt x="948" y="2591"/>
                </a:lnTo>
                <a:lnTo>
                  <a:pt x="947" y="2591"/>
                </a:lnTo>
                <a:lnTo>
                  <a:pt x="946" y="2591"/>
                </a:lnTo>
                <a:lnTo>
                  <a:pt x="945" y="2591"/>
                </a:lnTo>
                <a:lnTo>
                  <a:pt x="945" y="2590"/>
                </a:lnTo>
                <a:lnTo>
                  <a:pt x="945" y="2589"/>
                </a:lnTo>
                <a:lnTo>
                  <a:pt x="946" y="2588"/>
                </a:lnTo>
                <a:lnTo>
                  <a:pt x="946" y="2587"/>
                </a:lnTo>
                <a:lnTo>
                  <a:pt x="945" y="2586"/>
                </a:lnTo>
                <a:lnTo>
                  <a:pt x="942" y="2587"/>
                </a:lnTo>
                <a:lnTo>
                  <a:pt x="941" y="2587"/>
                </a:lnTo>
                <a:lnTo>
                  <a:pt x="940" y="2586"/>
                </a:lnTo>
                <a:lnTo>
                  <a:pt x="939" y="2586"/>
                </a:lnTo>
                <a:lnTo>
                  <a:pt x="939" y="2585"/>
                </a:lnTo>
                <a:lnTo>
                  <a:pt x="938" y="2585"/>
                </a:lnTo>
                <a:lnTo>
                  <a:pt x="938" y="2586"/>
                </a:lnTo>
                <a:lnTo>
                  <a:pt x="937" y="2586"/>
                </a:lnTo>
                <a:lnTo>
                  <a:pt x="934" y="2589"/>
                </a:lnTo>
                <a:lnTo>
                  <a:pt x="934" y="2590"/>
                </a:lnTo>
                <a:lnTo>
                  <a:pt x="933" y="2591"/>
                </a:lnTo>
                <a:lnTo>
                  <a:pt x="934" y="2592"/>
                </a:lnTo>
                <a:lnTo>
                  <a:pt x="934" y="2593"/>
                </a:lnTo>
                <a:lnTo>
                  <a:pt x="933" y="2595"/>
                </a:lnTo>
                <a:lnTo>
                  <a:pt x="932" y="2597"/>
                </a:lnTo>
                <a:lnTo>
                  <a:pt x="932" y="2598"/>
                </a:lnTo>
                <a:lnTo>
                  <a:pt x="930" y="2598"/>
                </a:lnTo>
                <a:lnTo>
                  <a:pt x="929" y="2598"/>
                </a:lnTo>
                <a:lnTo>
                  <a:pt x="929" y="2597"/>
                </a:lnTo>
                <a:lnTo>
                  <a:pt x="928" y="2597"/>
                </a:lnTo>
                <a:lnTo>
                  <a:pt x="927" y="2597"/>
                </a:lnTo>
                <a:lnTo>
                  <a:pt x="927" y="2598"/>
                </a:lnTo>
                <a:lnTo>
                  <a:pt x="927" y="2599"/>
                </a:lnTo>
                <a:lnTo>
                  <a:pt x="929" y="2602"/>
                </a:lnTo>
                <a:lnTo>
                  <a:pt x="929" y="2603"/>
                </a:lnTo>
                <a:lnTo>
                  <a:pt x="930" y="2603"/>
                </a:lnTo>
                <a:lnTo>
                  <a:pt x="929" y="2603"/>
                </a:lnTo>
                <a:lnTo>
                  <a:pt x="927" y="2603"/>
                </a:lnTo>
                <a:lnTo>
                  <a:pt x="926" y="2602"/>
                </a:lnTo>
                <a:lnTo>
                  <a:pt x="925" y="2601"/>
                </a:lnTo>
                <a:lnTo>
                  <a:pt x="924" y="2602"/>
                </a:lnTo>
                <a:lnTo>
                  <a:pt x="921" y="2601"/>
                </a:lnTo>
                <a:lnTo>
                  <a:pt x="920" y="2601"/>
                </a:lnTo>
                <a:lnTo>
                  <a:pt x="917" y="2599"/>
                </a:lnTo>
                <a:lnTo>
                  <a:pt x="916" y="2598"/>
                </a:lnTo>
                <a:lnTo>
                  <a:pt x="916" y="2597"/>
                </a:lnTo>
                <a:lnTo>
                  <a:pt x="916" y="2596"/>
                </a:lnTo>
                <a:lnTo>
                  <a:pt x="915" y="2595"/>
                </a:lnTo>
                <a:lnTo>
                  <a:pt x="914" y="2595"/>
                </a:lnTo>
                <a:lnTo>
                  <a:pt x="913" y="2595"/>
                </a:lnTo>
                <a:lnTo>
                  <a:pt x="913" y="2596"/>
                </a:lnTo>
                <a:lnTo>
                  <a:pt x="912" y="2596"/>
                </a:lnTo>
                <a:lnTo>
                  <a:pt x="909" y="2596"/>
                </a:lnTo>
                <a:lnTo>
                  <a:pt x="908" y="2595"/>
                </a:lnTo>
                <a:lnTo>
                  <a:pt x="908" y="2594"/>
                </a:lnTo>
                <a:lnTo>
                  <a:pt x="908" y="2593"/>
                </a:lnTo>
                <a:lnTo>
                  <a:pt x="907" y="2593"/>
                </a:lnTo>
                <a:lnTo>
                  <a:pt x="905" y="2591"/>
                </a:lnTo>
                <a:lnTo>
                  <a:pt x="905" y="2590"/>
                </a:lnTo>
                <a:lnTo>
                  <a:pt x="904" y="2590"/>
                </a:lnTo>
                <a:lnTo>
                  <a:pt x="902" y="2590"/>
                </a:lnTo>
                <a:lnTo>
                  <a:pt x="901" y="2589"/>
                </a:lnTo>
                <a:lnTo>
                  <a:pt x="900" y="2589"/>
                </a:lnTo>
                <a:lnTo>
                  <a:pt x="899" y="2589"/>
                </a:lnTo>
                <a:lnTo>
                  <a:pt x="893" y="2588"/>
                </a:lnTo>
                <a:lnTo>
                  <a:pt x="889" y="2587"/>
                </a:lnTo>
                <a:lnTo>
                  <a:pt x="888" y="2588"/>
                </a:lnTo>
                <a:lnTo>
                  <a:pt x="887" y="2588"/>
                </a:lnTo>
                <a:lnTo>
                  <a:pt x="887" y="2587"/>
                </a:lnTo>
                <a:lnTo>
                  <a:pt x="883" y="2586"/>
                </a:lnTo>
                <a:lnTo>
                  <a:pt x="882" y="2586"/>
                </a:lnTo>
                <a:lnTo>
                  <a:pt x="879" y="2585"/>
                </a:lnTo>
                <a:lnTo>
                  <a:pt x="878" y="2584"/>
                </a:lnTo>
                <a:lnTo>
                  <a:pt x="877" y="2584"/>
                </a:lnTo>
                <a:lnTo>
                  <a:pt x="876" y="2583"/>
                </a:lnTo>
                <a:lnTo>
                  <a:pt x="877" y="2583"/>
                </a:lnTo>
                <a:lnTo>
                  <a:pt x="878" y="2581"/>
                </a:lnTo>
                <a:lnTo>
                  <a:pt x="878" y="2580"/>
                </a:lnTo>
                <a:lnTo>
                  <a:pt x="878" y="2578"/>
                </a:lnTo>
                <a:lnTo>
                  <a:pt x="877" y="2578"/>
                </a:lnTo>
                <a:lnTo>
                  <a:pt x="876" y="2577"/>
                </a:lnTo>
                <a:lnTo>
                  <a:pt x="875" y="2577"/>
                </a:lnTo>
                <a:lnTo>
                  <a:pt x="874" y="2576"/>
                </a:lnTo>
                <a:lnTo>
                  <a:pt x="874" y="2575"/>
                </a:lnTo>
                <a:lnTo>
                  <a:pt x="874" y="2574"/>
                </a:lnTo>
                <a:lnTo>
                  <a:pt x="875" y="2574"/>
                </a:lnTo>
                <a:lnTo>
                  <a:pt x="876" y="2573"/>
                </a:lnTo>
                <a:lnTo>
                  <a:pt x="876" y="2572"/>
                </a:lnTo>
                <a:lnTo>
                  <a:pt x="875" y="2571"/>
                </a:lnTo>
                <a:lnTo>
                  <a:pt x="874" y="2571"/>
                </a:lnTo>
                <a:lnTo>
                  <a:pt x="871" y="2571"/>
                </a:lnTo>
                <a:lnTo>
                  <a:pt x="870" y="2570"/>
                </a:lnTo>
                <a:lnTo>
                  <a:pt x="869" y="2570"/>
                </a:lnTo>
                <a:lnTo>
                  <a:pt x="869" y="2568"/>
                </a:lnTo>
                <a:lnTo>
                  <a:pt x="867" y="2567"/>
                </a:lnTo>
                <a:lnTo>
                  <a:pt x="866" y="2567"/>
                </a:lnTo>
                <a:lnTo>
                  <a:pt x="865" y="2567"/>
                </a:lnTo>
                <a:lnTo>
                  <a:pt x="861" y="2569"/>
                </a:lnTo>
                <a:lnTo>
                  <a:pt x="860" y="2568"/>
                </a:lnTo>
                <a:lnTo>
                  <a:pt x="859" y="2568"/>
                </a:lnTo>
                <a:lnTo>
                  <a:pt x="859" y="2567"/>
                </a:lnTo>
                <a:lnTo>
                  <a:pt x="858" y="2565"/>
                </a:lnTo>
                <a:lnTo>
                  <a:pt x="857" y="2565"/>
                </a:lnTo>
                <a:lnTo>
                  <a:pt x="856" y="2565"/>
                </a:lnTo>
                <a:lnTo>
                  <a:pt x="855" y="2565"/>
                </a:lnTo>
                <a:lnTo>
                  <a:pt x="855" y="2566"/>
                </a:lnTo>
                <a:lnTo>
                  <a:pt x="853" y="2566"/>
                </a:lnTo>
                <a:lnTo>
                  <a:pt x="852" y="2566"/>
                </a:lnTo>
                <a:lnTo>
                  <a:pt x="851" y="2565"/>
                </a:lnTo>
                <a:lnTo>
                  <a:pt x="851" y="2564"/>
                </a:lnTo>
                <a:lnTo>
                  <a:pt x="850" y="2563"/>
                </a:lnTo>
                <a:lnTo>
                  <a:pt x="845" y="2559"/>
                </a:lnTo>
                <a:lnTo>
                  <a:pt x="845" y="2558"/>
                </a:lnTo>
                <a:lnTo>
                  <a:pt x="844" y="2558"/>
                </a:lnTo>
                <a:lnTo>
                  <a:pt x="842" y="2557"/>
                </a:lnTo>
                <a:lnTo>
                  <a:pt x="842" y="2556"/>
                </a:lnTo>
                <a:lnTo>
                  <a:pt x="842" y="2555"/>
                </a:lnTo>
                <a:lnTo>
                  <a:pt x="843" y="2554"/>
                </a:lnTo>
                <a:lnTo>
                  <a:pt x="843" y="2552"/>
                </a:lnTo>
                <a:lnTo>
                  <a:pt x="843" y="2551"/>
                </a:lnTo>
                <a:lnTo>
                  <a:pt x="842" y="2551"/>
                </a:lnTo>
                <a:lnTo>
                  <a:pt x="841" y="2551"/>
                </a:lnTo>
                <a:lnTo>
                  <a:pt x="840" y="2552"/>
                </a:lnTo>
                <a:lnTo>
                  <a:pt x="839" y="2553"/>
                </a:lnTo>
                <a:lnTo>
                  <a:pt x="837" y="2555"/>
                </a:lnTo>
                <a:lnTo>
                  <a:pt x="836" y="2555"/>
                </a:lnTo>
                <a:lnTo>
                  <a:pt x="834" y="2557"/>
                </a:lnTo>
                <a:lnTo>
                  <a:pt x="832" y="2558"/>
                </a:lnTo>
                <a:lnTo>
                  <a:pt x="832" y="2559"/>
                </a:lnTo>
                <a:lnTo>
                  <a:pt x="831" y="2560"/>
                </a:lnTo>
                <a:lnTo>
                  <a:pt x="830" y="2561"/>
                </a:lnTo>
                <a:lnTo>
                  <a:pt x="829" y="2561"/>
                </a:lnTo>
                <a:lnTo>
                  <a:pt x="826" y="2560"/>
                </a:lnTo>
                <a:lnTo>
                  <a:pt x="824" y="2560"/>
                </a:lnTo>
                <a:lnTo>
                  <a:pt x="823" y="2559"/>
                </a:lnTo>
                <a:lnTo>
                  <a:pt x="822" y="2559"/>
                </a:lnTo>
                <a:lnTo>
                  <a:pt x="821" y="2559"/>
                </a:lnTo>
                <a:lnTo>
                  <a:pt x="820" y="2559"/>
                </a:lnTo>
                <a:lnTo>
                  <a:pt x="819" y="2559"/>
                </a:lnTo>
                <a:lnTo>
                  <a:pt x="818" y="2559"/>
                </a:lnTo>
                <a:lnTo>
                  <a:pt x="818" y="2560"/>
                </a:lnTo>
                <a:lnTo>
                  <a:pt x="818" y="2561"/>
                </a:lnTo>
                <a:lnTo>
                  <a:pt x="816" y="2563"/>
                </a:lnTo>
                <a:lnTo>
                  <a:pt x="816" y="2564"/>
                </a:lnTo>
                <a:lnTo>
                  <a:pt x="815" y="2564"/>
                </a:lnTo>
                <a:lnTo>
                  <a:pt x="815" y="2565"/>
                </a:lnTo>
                <a:lnTo>
                  <a:pt x="814" y="2565"/>
                </a:lnTo>
                <a:lnTo>
                  <a:pt x="814" y="2566"/>
                </a:lnTo>
                <a:lnTo>
                  <a:pt x="813" y="2566"/>
                </a:lnTo>
                <a:lnTo>
                  <a:pt x="813" y="2567"/>
                </a:lnTo>
                <a:lnTo>
                  <a:pt x="813" y="2568"/>
                </a:lnTo>
                <a:lnTo>
                  <a:pt x="812" y="2569"/>
                </a:lnTo>
                <a:lnTo>
                  <a:pt x="811" y="2570"/>
                </a:lnTo>
                <a:lnTo>
                  <a:pt x="810" y="2573"/>
                </a:lnTo>
                <a:lnTo>
                  <a:pt x="809" y="2577"/>
                </a:lnTo>
                <a:lnTo>
                  <a:pt x="810" y="2580"/>
                </a:lnTo>
                <a:lnTo>
                  <a:pt x="811" y="2583"/>
                </a:lnTo>
                <a:lnTo>
                  <a:pt x="812" y="2584"/>
                </a:lnTo>
                <a:lnTo>
                  <a:pt x="813" y="2584"/>
                </a:lnTo>
                <a:lnTo>
                  <a:pt x="814" y="2585"/>
                </a:lnTo>
                <a:lnTo>
                  <a:pt x="815" y="2590"/>
                </a:lnTo>
                <a:lnTo>
                  <a:pt x="815" y="2591"/>
                </a:lnTo>
                <a:lnTo>
                  <a:pt x="815" y="2592"/>
                </a:lnTo>
                <a:lnTo>
                  <a:pt x="815" y="2593"/>
                </a:lnTo>
                <a:lnTo>
                  <a:pt x="816" y="2595"/>
                </a:lnTo>
                <a:lnTo>
                  <a:pt x="818" y="2596"/>
                </a:lnTo>
                <a:lnTo>
                  <a:pt x="819" y="2597"/>
                </a:lnTo>
                <a:lnTo>
                  <a:pt x="818" y="2598"/>
                </a:lnTo>
                <a:lnTo>
                  <a:pt x="818" y="2599"/>
                </a:lnTo>
                <a:lnTo>
                  <a:pt x="818" y="2598"/>
                </a:lnTo>
                <a:lnTo>
                  <a:pt x="817" y="2598"/>
                </a:lnTo>
                <a:lnTo>
                  <a:pt x="816" y="2597"/>
                </a:lnTo>
                <a:lnTo>
                  <a:pt x="814" y="2597"/>
                </a:lnTo>
                <a:lnTo>
                  <a:pt x="813" y="2597"/>
                </a:lnTo>
                <a:lnTo>
                  <a:pt x="812" y="2597"/>
                </a:lnTo>
                <a:lnTo>
                  <a:pt x="811" y="2596"/>
                </a:lnTo>
                <a:lnTo>
                  <a:pt x="810" y="2596"/>
                </a:lnTo>
                <a:lnTo>
                  <a:pt x="809" y="2595"/>
                </a:lnTo>
                <a:lnTo>
                  <a:pt x="808" y="2594"/>
                </a:lnTo>
                <a:lnTo>
                  <a:pt x="807" y="2594"/>
                </a:lnTo>
                <a:lnTo>
                  <a:pt x="806" y="2594"/>
                </a:lnTo>
                <a:lnTo>
                  <a:pt x="806" y="2595"/>
                </a:lnTo>
                <a:lnTo>
                  <a:pt x="804" y="2595"/>
                </a:lnTo>
                <a:lnTo>
                  <a:pt x="803" y="2594"/>
                </a:lnTo>
                <a:lnTo>
                  <a:pt x="802" y="2594"/>
                </a:lnTo>
                <a:lnTo>
                  <a:pt x="801" y="2594"/>
                </a:lnTo>
                <a:lnTo>
                  <a:pt x="801" y="2595"/>
                </a:lnTo>
                <a:lnTo>
                  <a:pt x="801" y="2596"/>
                </a:lnTo>
                <a:lnTo>
                  <a:pt x="800" y="2597"/>
                </a:lnTo>
                <a:lnTo>
                  <a:pt x="799" y="2597"/>
                </a:lnTo>
                <a:lnTo>
                  <a:pt x="797" y="2597"/>
                </a:lnTo>
                <a:lnTo>
                  <a:pt x="795" y="2598"/>
                </a:lnTo>
                <a:lnTo>
                  <a:pt x="794" y="2601"/>
                </a:lnTo>
                <a:lnTo>
                  <a:pt x="795" y="2601"/>
                </a:lnTo>
                <a:lnTo>
                  <a:pt x="795" y="2602"/>
                </a:lnTo>
                <a:lnTo>
                  <a:pt x="796" y="2602"/>
                </a:lnTo>
                <a:lnTo>
                  <a:pt x="796" y="2603"/>
                </a:lnTo>
                <a:lnTo>
                  <a:pt x="796" y="2604"/>
                </a:lnTo>
                <a:lnTo>
                  <a:pt x="795" y="2604"/>
                </a:lnTo>
                <a:lnTo>
                  <a:pt x="793" y="2605"/>
                </a:lnTo>
                <a:lnTo>
                  <a:pt x="792" y="2605"/>
                </a:lnTo>
                <a:lnTo>
                  <a:pt x="792" y="2606"/>
                </a:lnTo>
                <a:lnTo>
                  <a:pt x="791" y="2606"/>
                </a:lnTo>
                <a:lnTo>
                  <a:pt x="791" y="2607"/>
                </a:lnTo>
                <a:lnTo>
                  <a:pt x="791" y="2608"/>
                </a:lnTo>
                <a:lnTo>
                  <a:pt x="790" y="2608"/>
                </a:lnTo>
                <a:lnTo>
                  <a:pt x="786" y="2609"/>
                </a:lnTo>
                <a:lnTo>
                  <a:pt x="779" y="2613"/>
                </a:lnTo>
                <a:lnTo>
                  <a:pt x="778" y="2613"/>
                </a:lnTo>
                <a:lnTo>
                  <a:pt x="773" y="2616"/>
                </a:lnTo>
                <a:lnTo>
                  <a:pt x="772" y="2616"/>
                </a:lnTo>
                <a:lnTo>
                  <a:pt x="770" y="2615"/>
                </a:lnTo>
                <a:lnTo>
                  <a:pt x="769" y="2614"/>
                </a:lnTo>
                <a:lnTo>
                  <a:pt x="768" y="2614"/>
                </a:lnTo>
                <a:lnTo>
                  <a:pt x="767" y="2613"/>
                </a:lnTo>
                <a:lnTo>
                  <a:pt x="766" y="2612"/>
                </a:lnTo>
                <a:lnTo>
                  <a:pt x="762" y="2614"/>
                </a:lnTo>
                <a:lnTo>
                  <a:pt x="762" y="2615"/>
                </a:lnTo>
                <a:lnTo>
                  <a:pt x="761" y="2615"/>
                </a:lnTo>
                <a:lnTo>
                  <a:pt x="757" y="2618"/>
                </a:lnTo>
                <a:lnTo>
                  <a:pt x="757" y="2619"/>
                </a:lnTo>
                <a:lnTo>
                  <a:pt x="758" y="2620"/>
                </a:lnTo>
                <a:lnTo>
                  <a:pt x="758" y="2621"/>
                </a:lnTo>
                <a:lnTo>
                  <a:pt x="758" y="2622"/>
                </a:lnTo>
                <a:lnTo>
                  <a:pt x="757" y="2624"/>
                </a:lnTo>
                <a:lnTo>
                  <a:pt x="757" y="2625"/>
                </a:lnTo>
                <a:lnTo>
                  <a:pt x="756" y="2625"/>
                </a:lnTo>
                <a:lnTo>
                  <a:pt x="755" y="2625"/>
                </a:lnTo>
                <a:lnTo>
                  <a:pt x="755" y="2626"/>
                </a:lnTo>
                <a:lnTo>
                  <a:pt x="755" y="2627"/>
                </a:lnTo>
                <a:lnTo>
                  <a:pt x="755" y="2628"/>
                </a:lnTo>
                <a:lnTo>
                  <a:pt x="756" y="2628"/>
                </a:lnTo>
                <a:lnTo>
                  <a:pt x="756" y="2629"/>
                </a:lnTo>
                <a:lnTo>
                  <a:pt x="756" y="2630"/>
                </a:lnTo>
                <a:lnTo>
                  <a:pt x="755" y="2630"/>
                </a:lnTo>
                <a:lnTo>
                  <a:pt x="754" y="2630"/>
                </a:lnTo>
                <a:lnTo>
                  <a:pt x="753" y="2631"/>
                </a:lnTo>
                <a:lnTo>
                  <a:pt x="753" y="2632"/>
                </a:lnTo>
                <a:lnTo>
                  <a:pt x="752" y="2632"/>
                </a:lnTo>
                <a:lnTo>
                  <a:pt x="752" y="2635"/>
                </a:lnTo>
                <a:lnTo>
                  <a:pt x="752" y="2636"/>
                </a:lnTo>
                <a:lnTo>
                  <a:pt x="753" y="2636"/>
                </a:lnTo>
                <a:lnTo>
                  <a:pt x="753" y="2637"/>
                </a:lnTo>
                <a:lnTo>
                  <a:pt x="754" y="2637"/>
                </a:lnTo>
                <a:lnTo>
                  <a:pt x="754" y="2638"/>
                </a:lnTo>
                <a:lnTo>
                  <a:pt x="754" y="2639"/>
                </a:lnTo>
                <a:lnTo>
                  <a:pt x="753" y="2640"/>
                </a:lnTo>
                <a:lnTo>
                  <a:pt x="752" y="2641"/>
                </a:lnTo>
                <a:lnTo>
                  <a:pt x="752" y="2642"/>
                </a:lnTo>
                <a:lnTo>
                  <a:pt x="752" y="2643"/>
                </a:lnTo>
                <a:lnTo>
                  <a:pt x="751" y="2645"/>
                </a:lnTo>
                <a:lnTo>
                  <a:pt x="749" y="2645"/>
                </a:lnTo>
                <a:lnTo>
                  <a:pt x="748" y="2645"/>
                </a:lnTo>
                <a:lnTo>
                  <a:pt x="747" y="2645"/>
                </a:lnTo>
                <a:lnTo>
                  <a:pt x="746" y="2645"/>
                </a:lnTo>
                <a:lnTo>
                  <a:pt x="746" y="2646"/>
                </a:lnTo>
                <a:lnTo>
                  <a:pt x="745" y="2647"/>
                </a:lnTo>
                <a:lnTo>
                  <a:pt x="744" y="2647"/>
                </a:lnTo>
                <a:lnTo>
                  <a:pt x="744" y="2648"/>
                </a:lnTo>
                <a:lnTo>
                  <a:pt x="744" y="2649"/>
                </a:lnTo>
                <a:lnTo>
                  <a:pt x="743" y="2649"/>
                </a:lnTo>
                <a:lnTo>
                  <a:pt x="743" y="2650"/>
                </a:lnTo>
                <a:lnTo>
                  <a:pt x="743" y="2651"/>
                </a:lnTo>
                <a:lnTo>
                  <a:pt x="743" y="2652"/>
                </a:lnTo>
                <a:lnTo>
                  <a:pt x="741" y="2653"/>
                </a:lnTo>
                <a:lnTo>
                  <a:pt x="740" y="2652"/>
                </a:lnTo>
                <a:lnTo>
                  <a:pt x="738" y="2651"/>
                </a:lnTo>
                <a:lnTo>
                  <a:pt x="737" y="2650"/>
                </a:lnTo>
                <a:lnTo>
                  <a:pt x="736" y="2650"/>
                </a:lnTo>
                <a:lnTo>
                  <a:pt x="733" y="2650"/>
                </a:lnTo>
                <a:lnTo>
                  <a:pt x="731" y="2651"/>
                </a:lnTo>
                <a:lnTo>
                  <a:pt x="731" y="2656"/>
                </a:lnTo>
                <a:lnTo>
                  <a:pt x="731" y="2657"/>
                </a:lnTo>
                <a:lnTo>
                  <a:pt x="732" y="2657"/>
                </a:lnTo>
                <a:lnTo>
                  <a:pt x="732" y="2659"/>
                </a:lnTo>
                <a:lnTo>
                  <a:pt x="731" y="2661"/>
                </a:lnTo>
                <a:lnTo>
                  <a:pt x="730" y="2662"/>
                </a:lnTo>
                <a:lnTo>
                  <a:pt x="728" y="2664"/>
                </a:lnTo>
                <a:lnTo>
                  <a:pt x="728" y="2665"/>
                </a:lnTo>
                <a:lnTo>
                  <a:pt x="727" y="2666"/>
                </a:lnTo>
                <a:lnTo>
                  <a:pt x="727" y="2667"/>
                </a:lnTo>
                <a:lnTo>
                  <a:pt x="725" y="2669"/>
                </a:lnTo>
                <a:lnTo>
                  <a:pt x="723" y="2671"/>
                </a:lnTo>
                <a:lnTo>
                  <a:pt x="720" y="2674"/>
                </a:lnTo>
                <a:lnTo>
                  <a:pt x="720" y="2675"/>
                </a:lnTo>
                <a:lnTo>
                  <a:pt x="720" y="2676"/>
                </a:lnTo>
                <a:lnTo>
                  <a:pt x="720" y="2678"/>
                </a:lnTo>
                <a:lnTo>
                  <a:pt x="720" y="2679"/>
                </a:lnTo>
                <a:lnTo>
                  <a:pt x="719" y="2679"/>
                </a:lnTo>
                <a:lnTo>
                  <a:pt x="719" y="2682"/>
                </a:lnTo>
                <a:lnTo>
                  <a:pt x="719" y="2684"/>
                </a:lnTo>
                <a:lnTo>
                  <a:pt x="717" y="2684"/>
                </a:lnTo>
                <a:lnTo>
                  <a:pt x="716" y="2684"/>
                </a:lnTo>
                <a:lnTo>
                  <a:pt x="715" y="2684"/>
                </a:lnTo>
                <a:lnTo>
                  <a:pt x="712" y="2685"/>
                </a:lnTo>
                <a:lnTo>
                  <a:pt x="711" y="2687"/>
                </a:lnTo>
                <a:lnTo>
                  <a:pt x="711" y="2688"/>
                </a:lnTo>
                <a:lnTo>
                  <a:pt x="712" y="2688"/>
                </a:lnTo>
                <a:lnTo>
                  <a:pt x="713" y="2689"/>
                </a:lnTo>
                <a:lnTo>
                  <a:pt x="714" y="2690"/>
                </a:lnTo>
                <a:lnTo>
                  <a:pt x="715" y="2690"/>
                </a:lnTo>
                <a:lnTo>
                  <a:pt x="715" y="2691"/>
                </a:lnTo>
                <a:lnTo>
                  <a:pt x="714" y="2692"/>
                </a:lnTo>
                <a:lnTo>
                  <a:pt x="714" y="2694"/>
                </a:lnTo>
                <a:lnTo>
                  <a:pt x="713" y="2694"/>
                </a:lnTo>
                <a:lnTo>
                  <a:pt x="713" y="2695"/>
                </a:lnTo>
                <a:lnTo>
                  <a:pt x="713" y="2696"/>
                </a:lnTo>
                <a:lnTo>
                  <a:pt x="712" y="2696"/>
                </a:lnTo>
                <a:lnTo>
                  <a:pt x="711" y="2695"/>
                </a:lnTo>
                <a:lnTo>
                  <a:pt x="709" y="2695"/>
                </a:lnTo>
                <a:lnTo>
                  <a:pt x="709" y="2696"/>
                </a:lnTo>
                <a:lnTo>
                  <a:pt x="709" y="2697"/>
                </a:lnTo>
                <a:lnTo>
                  <a:pt x="707" y="2699"/>
                </a:lnTo>
                <a:lnTo>
                  <a:pt x="707" y="2700"/>
                </a:lnTo>
                <a:lnTo>
                  <a:pt x="706" y="2700"/>
                </a:lnTo>
                <a:lnTo>
                  <a:pt x="705" y="2701"/>
                </a:lnTo>
                <a:lnTo>
                  <a:pt x="706" y="2701"/>
                </a:lnTo>
                <a:lnTo>
                  <a:pt x="706" y="2702"/>
                </a:lnTo>
                <a:lnTo>
                  <a:pt x="707" y="2702"/>
                </a:lnTo>
                <a:lnTo>
                  <a:pt x="707" y="2703"/>
                </a:lnTo>
                <a:lnTo>
                  <a:pt x="706" y="2703"/>
                </a:lnTo>
                <a:lnTo>
                  <a:pt x="704" y="2704"/>
                </a:lnTo>
                <a:lnTo>
                  <a:pt x="703" y="2704"/>
                </a:lnTo>
                <a:lnTo>
                  <a:pt x="703" y="2705"/>
                </a:lnTo>
                <a:lnTo>
                  <a:pt x="702" y="2707"/>
                </a:lnTo>
                <a:lnTo>
                  <a:pt x="701" y="2708"/>
                </a:lnTo>
                <a:lnTo>
                  <a:pt x="702" y="2709"/>
                </a:lnTo>
                <a:lnTo>
                  <a:pt x="704" y="2711"/>
                </a:lnTo>
                <a:lnTo>
                  <a:pt x="704" y="2712"/>
                </a:lnTo>
                <a:lnTo>
                  <a:pt x="703" y="2712"/>
                </a:lnTo>
                <a:lnTo>
                  <a:pt x="702" y="2711"/>
                </a:lnTo>
                <a:lnTo>
                  <a:pt x="701" y="2711"/>
                </a:lnTo>
                <a:lnTo>
                  <a:pt x="701" y="2712"/>
                </a:lnTo>
                <a:lnTo>
                  <a:pt x="702" y="2712"/>
                </a:lnTo>
                <a:lnTo>
                  <a:pt x="702" y="2713"/>
                </a:lnTo>
                <a:lnTo>
                  <a:pt x="701" y="2714"/>
                </a:lnTo>
                <a:lnTo>
                  <a:pt x="700" y="2715"/>
                </a:lnTo>
                <a:lnTo>
                  <a:pt x="699" y="2715"/>
                </a:lnTo>
                <a:lnTo>
                  <a:pt x="697" y="2715"/>
                </a:lnTo>
                <a:lnTo>
                  <a:pt x="697" y="2717"/>
                </a:lnTo>
                <a:lnTo>
                  <a:pt x="695" y="2719"/>
                </a:lnTo>
                <a:lnTo>
                  <a:pt x="694" y="2719"/>
                </a:lnTo>
                <a:lnTo>
                  <a:pt x="693" y="2719"/>
                </a:lnTo>
                <a:lnTo>
                  <a:pt x="692" y="2719"/>
                </a:lnTo>
                <a:lnTo>
                  <a:pt x="692" y="2720"/>
                </a:lnTo>
                <a:lnTo>
                  <a:pt x="691" y="2720"/>
                </a:lnTo>
                <a:lnTo>
                  <a:pt x="690" y="2721"/>
                </a:lnTo>
                <a:lnTo>
                  <a:pt x="689" y="2720"/>
                </a:lnTo>
                <a:lnTo>
                  <a:pt x="688" y="2720"/>
                </a:lnTo>
                <a:lnTo>
                  <a:pt x="683" y="2719"/>
                </a:lnTo>
                <a:lnTo>
                  <a:pt x="681" y="2719"/>
                </a:lnTo>
                <a:lnTo>
                  <a:pt x="680" y="2720"/>
                </a:lnTo>
                <a:lnTo>
                  <a:pt x="679" y="2720"/>
                </a:lnTo>
                <a:lnTo>
                  <a:pt x="679" y="2719"/>
                </a:lnTo>
                <a:lnTo>
                  <a:pt x="678" y="2719"/>
                </a:lnTo>
                <a:lnTo>
                  <a:pt x="678" y="2718"/>
                </a:lnTo>
                <a:lnTo>
                  <a:pt x="677" y="2717"/>
                </a:lnTo>
                <a:lnTo>
                  <a:pt x="677" y="2716"/>
                </a:lnTo>
                <a:lnTo>
                  <a:pt x="676" y="2716"/>
                </a:lnTo>
                <a:lnTo>
                  <a:pt x="673" y="2717"/>
                </a:lnTo>
                <a:lnTo>
                  <a:pt x="673" y="2718"/>
                </a:lnTo>
                <a:lnTo>
                  <a:pt x="672" y="2720"/>
                </a:lnTo>
                <a:lnTo>
                  <a:pt x="671" y="2720"/>
                </a:lnTo>
                <a:lnTo>
                  <a:pt x="670" y="2721"/>
                </a:lnTo>
                <a:lnTo>
                  <a:pt x="667" y="2721"/>
                </a:lnTo>
                <a:lnTo>
                  <a:pt x="666" y="2720"/>
                </a:lnTo>
                <a:lnTo>
                  <a:pt x="665" y="2719"/>
                </a:lnTo>
                <a:lnTo>
                  <a:pt x="663" y="2719"/>
                </a:lnTo>
                <a:lnTo>
                  <a:pt x="663" y="2720"/>
                </a:lnTo>
                <a:lnTo>
                  <a:pt x="662" y="2720"/>
                </a:lnTo>
                <a:lnTo>
                  <a:pt x="661" y="2719"/>
                </a:lnTo>
                <a:lnTo>
                  <a:pt x="660" y="2718"/>
                </a:lnTo>
                <a:lnTo>
                  <a:pt x="660" y="2717"/>
                </a:lnTo>
                <a:lnTo>
                  <a:pt x="660" y="2716"/>
                </a:lnTo>
                <a:lnTo>
                  <a:pt x="659" y="2716"/>
                </a:lnTo>
                <a:lnTo>
                  <a:pt x="659" y="2715"/>
                </a:lnTo>
                <a:lnTo>
                  <a:pt x="658" y="2715"/>
                </a:lnTo>
                <a:lnTo>
                  <a:pt x="657" y="2715"/>
                </a:lnTo>
                <a:lnTo>
                  <a:pt x="657" y="2716"/>
                </a:lnTo>
                <a:lnTo>
                  <a:pt x="656" y="2716"/>
                </a:lnTo>
                <a:lnTo>
                  <a:pt x="654" y="2716"/>
                </a:lnTo>
                <a:lnTo>
                  <a:pt x="653" y="2716"/>
                </a:lnTo>
                <a:lnTo>
                  <a:pt x="652" y="2716"/>
                </a:lnTo>
                <a:lnTo>
                  <a:pt x="652" y="2715"/>
                </a:lnTo>
                <a:lnTo>
                  <a:pt x="651" y="2713"/>
                </a:lnTo>
                <a:lnTo>
                  <a:pt x="651" y="2712"/>
                </a:lnTo>
                <a:lnTo>
                  <a:pt x="651" y="2711"/>
                </a:lnTo>
                <a:lnTo>
                  <a:pt x="650" y="2711"/>
                </a:lnTo>
                <a:lnTo>
                  <a:pt x="649" y="2710"/>
                </a:lnTo>
                <a:lnTo>
                  <a:pt x="649" y="2711"/>
                </a:lnTo>
                <a:lnTo>
                  <a:pt x="648" y="2711"/>
                </a:lnTo>
                <a:lnTo>
                  <a:pt x="648" y="2712"/>
                </a:lnTo>
                <a:lnTo>
                  <a:pt x="646" y="2713"/>
                </a:lnTo>
                <a:lnTo>
                  <a:pt x="646" y="2714"/>
                </a:lnTo>
                <a:lnTo>
                  <a:pt x="639" y="2714"/>
                </a:lnTo>
                <a:lnTo>
                  <a:pt x="638" y="2714"/>
                </a:lnTo>
                <a:lnTo>
                  <a:pt x="638" y="2713"/>
                </a:lnTo>
                <a:lnTo>
                  <a:pt x="636" y="2712"/>
                </a:lnTo>
                <a:lnTo>
                  <a:pt x="635" y="2712"/>
                </a:lnTo>
                <a:lnTo>
                  <a:pt x="634" y="2713"/>
                </a:lnTo>
                <a:lnTo>
                  <a:pt x="633" y="2713"/>
                </a:lnTo>
                <a:lnTo>
                  <a:pt x="632" y="2713"/>
                </a:lnTo>
                <a:lnTo>
                  <a:pt x="631" y="2712"/>
                </a:lnTo>
                <a:lnTo>
                  <a:pt x="629" y="2711"/>
                </a:lnTo>
                <a:lnTo>
                  <a:pt x="628" y="2711"/>
                </a:lnTo>
                <a:lnTo>
                  <a:pt x="626" y="2711"/>
                </a:lnTo>
                <a:lnTo>
                  <a:pt x="624" y="2713"/>
                </a:lnTo>
                <a:lnTo>
                  <a:pt x="622" y="2712"/>
                </a:lnTo>
                <a:lnTo>
                  <a:pt x="620" y="2712"/>
                </a:lnTo>
                <a:lnTo>
                  <a:pt x="619" y="2712"/>
                </a:lnTo>
                <a:lnTo>
                  <a:pt x="618" y="2712"/>
                </a:lnTo>
                <a:lnTo>
                  <a:pt x="617" y="2712"/>
                </a:lnTo>
                <a:lnTo>
                  <a:pt x="617" y="2711"/>
                </a:lnTo>
                <a:lnTo>
                  <a:pt x="617" y="2710"/>
                </a:lnTo>
                <a:lnTo>
                  <a:pt x="616" y="2710"/>
                </a:lnTo>
                <a:lnTo>
                  <a:pt x="616" y="2709"/>
                </a:lnTo>
                <a:lnTo>
                  <a:pt x="615" y="2709"/>
                </a:lnTo>
                <a:lnTo>
                  <a:pt x="614" y="2709"/>
                </a:lnTo>
                <a:lnTo>
                  <a:pt x="612" y="2709"/>
                </a:lnTo>
                <a:lnTo>
                  <a:pt x="611" y="2708"/>
                </a:lnTo>
                <a:lnTo>
                  <a:pt x="610" y="2708"/>
                </a:lnTo>
                <a:lnTo>
                  <a:pt x="610" y="2707"/>
                </a:lnTo>
                <a:lnTo>
                  <a:pt x="606" y="2707"/>
                </a:lnTo>
                <a:lnTo>
                  <a:pt x="604" y="2707"/>
                </a:lnTo>
                <a:lnTo>
                  <a:pt x="603" y="2707"/>
                </a:lnTo>
                <a:lnTo>
                  <a:pt x="603" y="2709"/>
                </a:lnTo>
                <a:lnTo>
                  <a:pt x="600" y="2710"/>
                </a:lnTo>
                <a:lnTo>
                  <a:pt x="597" y="2709"/>
                </a:lnTo>
                <a:lnTo>
                  <a:pt x="597" y="2708"/>
                </a:lnTo>
                <a:lnTo>
                  <a:pt x="596" y="2708"/>
                </a:lnTo>
                <a:lnTo>
                  <a:pt x="595" y="2708"/>
                </a:lnTo>
                <a:lnTo>
                  <a:pt x="595" y="2709"/>
                </a:lnTo>
                <a:lnTo>
                  <a:pt x="594" y="2709"/>
                </a:lnTo>
                <a:lnTo>
                  <a:pt x="593" y="2709"/>
                </a:lnTo>
                <a:lnTo>
                  <a:pt x="591" y="2708"/>
                </a:lnTo>
                <a:lnTo>
                  <a:pt x="590" y="2707"/>
                </a:lnTo>
                <a:lnTo>
                  <a:pt x="590" y="2706"/>
                </a:lnTo>
                <a:lnTo>
                  <a:pt x="590" y="2705"/>
                </a:lnTo>
                <a:lnTo>
                  <a:pt x="589" y="2704"/>
                </a:lnTo>
                <a:lnTo>
                  <a:pt x="588" y="2704"/>
                </a:lnTo>
                <a:lnTo>
                  <a:pt x="587" y="2704"/>
                </a:lnTo>
                <a:lnTo>
                  <a:pt x="587" y="2703"/>
                </a:lnTo>
                <a:lnTo>
                  <a:pt x="587" y="2702"/>
                </a:lnTo>
                <a:lnTo>
                  <a:pt x="587" y="2701"/>
                </a:lnTo>
                <a:lnTo>
                  <a:pt x="587" y="2700"/>
                </a:lnTo>
                <a:lnTo>
                  <a:pt x="586" y="2700"/>
                </a:lnTo>
                <a:lnTo>
                  <a:pt x="585" y="2700"/>
                </a:lnTo>
                <a:lnTo>
                  <a:pt x="585" y="2701"/>
                </a:lnTo>
                <a:lnTo>
                  <a:pt x="584" y="2701"/>
                </a:lnTo>
                <a:lnTo>
                  <a:pt x="584" y="2702"/>
                </a:lnTo>
                <a:lnTo>
                  <a:pt x="583" y="2702"/>
                </a:lnTo>
                <a:lnTo>
                  <a:pt x="579" y="2702"/>
                </a:lnTo>
                <a:lnTo>
                  <a:pt x="577" y="2702"/>
                </a:lnTo>
                <a:lnTo>
                  <a:pt x="576" y="2702"/>
                </a:lnTo>
                <a:lnTo>
                  <a:pt x="573" y="2703"/>
                </a:lnTo>
                <a:lnTo>
                  <a:pt x="570" y="2703"/>
                </a:lnTo>
                <a:lnTo>
                  <a:pt x="568" y="2706"/>
                </a:lnTo>
                <a:lnTo>
                  <a:pt x="567" y="2709"/>
                </a:lnTo>
                <a:lnTo>
                  <a:pt x="566" y="2713"/>
                </a:lnTo>
                <a:lnTo>
                  <a:pt x="565" y="2715"/>
                </a:lnTo>
                <a:lnTo>
                  <a:pt x="564" y="2715"/>
                </a:lnTo>
                <a:lnTo>
                  <a:pt x="563" y="2715"/>
                </a:lnTo>
                <a:lnTo>
                  <a:pt x="562" y="2717"/>
                </a:lnTo>
                <a:lnTo>
                  <a:pt x="562" y="2718"/>
                </a:lnTo>
                <a:lnTo>
                  <a:pt x="561" y="2718"/>
                </a:lnTo>
                <a:lnTo>
                  <a:pt x="561" y="2717"/>
                </a:lnTo>
                <a:lnTo>
                  <a:pt x="560" y="2717"/>
                </a:lnTo>
                <a:lnTo>
                  <a:pt x="559" y="2716"/>
                </a:lnTo>
                <a:lnTo>
                  <a:pt x="559" y="2715"/>
                </a:lnTo>
                <a:lnTo>
                  <a:pt x="558" y="2715"/>
                </a:lnTo>
                <a:lnTo>
                  <a:pt x="558" y="2714"/>
                </a:lnTo>
                <a:lnTo>
                  <a:pt x="557" y="2714"/>
                </a:lnTo>
                <a:lnTo>
                  <a:pt x="556" y="2713"/>
                </a:lnTo>
                <a:lnTo>
                  <a:pt x="556" y="2712"/>
                </a:lnTo>
                <a:lnTo>
                  <a:pt x="555" y="2712"/>
                </a:lnTo>
                <a:lnTo>
                  <a:pt x="554" y="2712"/>
                </a:lnTo>
                <a:lnTo>
                  <a:pt x="554" y="2711"/>
                </a:lnTo>
                <a:lnTo>
                  <a:pt x="553" y="2711"/>
                </a:lnTo>
                <a:lnTo>
                  <a:pt x="553" y="2710"/>
                </a:lnTo>
                <a:lnTo>
                  <a:pt x="552" y="2709"/>
                </a:lnTo>
                <a:lnTo>
                  <a:pt x="552" y="2708"/>
                </a:lnTo>
                <a:lnTo>
                  <a:pt x="551" y="2708"/>
                </a:lnTo>
                <a:lnTo>
                  <a:pt x="551" y="2707"/>
                </a:lnTo>
                <a:lnTo>
                  <a:pt x="551" y="2706"/>
                </a:lnTo>
                <a:lnTo>
                  <a:pt x="552" y="2706"/>
                </a:lnTo>
                <a:lnTo>
                  <a:pt x="552" y="2705"/>
                </a:lnTo>
                <a:lnTo>
                  <a:pt x="552" y="2704"/>
                </a:lnTo>
                <a:lnTo>
                  <a:pt x="551" y="2704"/>
                </a:lnTo>
                <a:lnTo>
                  <a:pt x="551" y="2703"/>
                </a:lnTo>
                <a:lnTo>
                  <a:pt x="550" y="2703"/>
                </a:lnTo>
                <a:lnTo>
                  <a:pt x="549" y="2703"/>
                </a:lnTo>
                <a:lnTo>
                  <a:pt x="549" y="2704"/>
                </a:lnTo>
                <a:lnTo>
                  <a:pt x="548" y="2704"/>
                </a:lnTo>
                <a:lnTo>
                  <a:pt x="547" y="2704"/>
                </a:lnTo>
                <a:lnTo>
                  <a:pt x="547" y="2705"/>
                </a:lnTo>
                <a:lnTo>
                  <a:pt x="546" y="2705"/>
                </a:lnTo>
                <a:lnTo>
                  <a:pt x="547" y="2705"/>
                </a:lnTo>
                <a:lnTo>
                  <a:pt x="546" y="2705"/>
                </a:lnTo>
                <a:lnTo>
                  <a:pt x="546" y="2706"/>
                </a:lnTo>
                <a:lnTo>
                  <a:pt x="545" y="2706"/>
                </a:lnTo>
                <a:lnTo>
                  <a:pt x="545" y="2707"/>
                </a:lnTo>
                <a:lnTo>
                  <a:pt x="545" y="2706"/>
                </a:lnTo>
                <a:lnTo>
                  <a:pt x="543" y="2706"/>
                </a:lnTo>
                <a:lnTo>
                  <a:pt x="542" y="2706"/>
                </a:lnTo>
                <a:lnTo>
                  <a:pt x="542" y="2707"/>
                </a:lnTo>
                <a:lnTo>
                  <a:pt x="541" y="2707"/>
                </a:lnTo>
                <a:lnTo>
                  <a:pt x="542" y="2707"/>
                </a:lnTo>
                <a:lnTo>
                  <a:pt x="541" y="2707"/>
                </a:lnTo>
                <a:lnTo>
                  <a:pt x="541" y="2708"/>
                </a:lnTo>
                <a:lnTo>
                  <a:pt x="540" y="2708"/>
                </a:lnTo>
                <a:lnTo>
                  <a:pt x="540" y="2707"/>
                </a:lnTo>
                <a:lnTo>
                  <a:pt x="539" y="2707"/>
                </a:lnTo>
                <a:lnTo>
                  <a:pt x="538" y="2706"/>
                </a:lnTo>
                <a:lnTo>
                  <a:pt x="538" y="2705"/>
                </a:lnTo>
                <a:lnTo>
                  <a:pt x="538" y="2704"/>
                </a:lnTo>
                <a:lnTo>
                  <a:pt x="537" y="2704"/>
                </a:lnTo>
                <a:lnTo>
                  <a:pt x="537" y="2703"/>
                </a:lnTo>
                <a:lnTo>
                  <a:pt x="537" y="2702"/>
                </a:lnTo>
                <a:lnTo>
                  <a:pt x="536" y="2702"/>
                </a:lnTo>
                <a:lnTo>
                  <a:pt x="537" y="2701"/>
                </a:lnTo>
                <a:lnTo>
                  <a:pt x="538" y="2700"/>
                </a:lnTo>
                <a:lnTo>
                  <a:pt x="539" y="2700"/>
                </a:lnTo>
                <a:lnTo>
                  <a:pt x="539" y="2699"/>
                </a:lnTo>
                <a:lnTo>
                  <a:pt x="539" y="2698"/>
                </a:lnTo>
                <a:lnTo>
                  <a:pt x="538" y="2698"/>
                </a:lnTo>
                <a:lnTo>
                  <a:pt x="538" y="2697"/>
                </a:lnTo>
                <a:lnTo>
                  <a:pt x="537" y="2696"/>
                </a:lnTo>
                <a:lnTo>
                  <a:pt x="536" y="2695"/>
                </a:lnTo>
                <a:lnTo>
                  <a:pt x="536" y="2694"/>
                </a:lnTo>
                <a:lnTo>
                  <a:pt x="535" y="2693"/>
                </a:lnTo>
                <a:lnTo>
                  <a:pt x="534" y="2693"/>
                </a:lnTo>
                <a:lnTo>
                  <a:pt x="533" y="2693"/>
                </a:lnTo>
                <a:lnTo>
                  <a:pt x="533" y="2692"/>
                </a:lnTo>
                <a:lnTo>
                  <a:pt x="532" y="2692"/>
                </a:lnTo>
                <a:lnTo>
                  <a:pt x="531" y="2692"/>
                </a:lnTo>
                <a:lnTo>
                  <a:pt x="531" y="2691"/>
                </a:lnTo>
                <a:lnTo>
                  <a:pt x="530" y="2691"/>
                </a:lnTo>
                <a:lnTo>
                  <a:pt x="531" y="2690"/>
                </a:lnTo>
                <a:lnTo>
                  <a:pt x="530" y="2690"/>
                </a:lnTo>
                <a:lnTo>
                  <a:pt x="530" y="2689"/>
                </a:lnTo>
                <a:lnTo>
                  <a:pt x="529" y="2689"/>
                </a:lnTo>
                <a:lnTo>
                  <a:pt x="530" y="2689"/>
                </a:lnTo>
                <a:lnTo>
                  <a:pt x="530" y="2688"/>
                </a:lnTo>
                <a:lnTo>
                  <a:pt x="529" y="2688"/>
                </a:lnTo>
                <a:lnTo>
                  <a:pt x="530" y="2688"/>
                </a:lnTo>
                <a:lnTo>
                  <a:pt x="529" y="2687"/>
                </a:lnTo>
                <a:lnTo>
                  <a:pt x="528" y="2687"/>
                </a:lnTo>
                <a:lnTo>
                  <a:pt x="528" y="2686"/>
                </a:lnTo>
                <a:lnTo>
                  <a:pt x="527" y="2686"/>
                </a:lnTo>
                <a:lnTo>
                  <a:pt x="527" y="2685"/>
                </a:lnTo>
                <a:lnTo>
                  <a:pt x="526" y="2685"/>
                </a:lnTo>
                <a:lnTo>
                  <a:pt x="525" y="2685"/>
                </a:lnTo>
                <a:lnTo>
                  <a:pt x="525" y="2686"/>
                </a:lnTo>
                <a:lnTo>
                  <a:pt x="524" y="2685"/>
                </a:lnTo>
                <a:lnTo>
                  <a:pt x="523" y="2685"/>
                </a:lnTo>
                <a:lnTo>
                  <a:pt x="523" y="2684"/>
                </a:lnTo>
                <a:lnTo>
                  <a:pt x="523" y="2683"/>
                </a:lnTo>
                <a:lnTo>
                  <a:pt x="522" y="2683"/>
                </a:lnTo>
                <a:lnTo>
                  <a:pt x="522" y="2682"/>
                </a:lnTo>
                <a:lnTo>
                  <a:pt x="521" y="2682"/>
                </a:lnTo>
                <a:lnTo>
                  <a:pt x="520" y="2681"/>
                </a:lnTo>
                <a:lnTo>
                  <a:pt x="520" y="2680"/>
                </a:lnTo>
                <a:lnTo>
                  <a:pt x="521" y="2680"/>
                </a:lnTo>
                <a:lnTo>
                  <a:pt x="522" y="2680"/>
                </a:lnTo>
                <a:lnTo>
                  <a:pt x="523" y="2679"/>
                </a:lnTo>
                <a:lnTo>
                  <a:pt x="523" y="2678"/>
                </a:lnTo>
                <a:lnTo>
                  <a:pt x="524" y="2677"/>
                </a:lnTo>
                <a:lnTo>
                  <a:pt x="525" y="2677"/>
                </a:lnTo>
                <a:lnTo>
                  <a:pt x="525" y="2676"/>
                </a:lnTo>
                <a:lnTo>
                  <a:pt x="524" y="2676"/>
                </a:lnTo>
                <a:lnTo>
                  <a:pt x="524" y="2675"/>
                </a:lnTo>
                <a:lnTo>
                  <a:pt x="523" y="2675"/>
                </a:lnTo>
                <a:lnTo>
                  <a:pt x="523" y="2674"/>
                </a:lnTo>
                <a:lnTo>
                  <a:pt x="522" y="2674"/>
                </a:lnTo>
                <a:lnTo>
                  <a:pt x="522" y="2673"/>
                </a:lnTo>
                <a:lnTo>
                  <a:pt x="521" y="2673"/>
                </a:lnTo>
                <a:lnTo>
                  <a:pt x="521" y="2672"/>
                </a:lnTo>
                <a:lnTo>
                  <a:pt x="520" y="2672"/>
                </a:lnTo>
                <a:lnTo>
                  <a:pt x="520" y="2671"/>
                </a:lnTo>
                <a:lnTo>
                  <a:pt x="519" y="2671"/>
                </a:lnTo>
                <a:lnTo>
                  <a:pt x="519" y="2670"/>
                </a:lnTo>
                <a:lnTo>
                  <a:pt x="519" y="2669"/>
                </a:lnTo>
                <a:lnTo>
                  <a:pt x="519" y="2668"/>
                </a:lnTo>
                <a:lnTo>
                  <a:pt x="519" y="2667"/>
                </a:lnTo>
                <a:lnTo>
                  <a:pt x="519" y="2666"/>
                </a:lnTo>
                <a:lnTo>
                  <a:pt x="519" y="2665"/>
                </a:lnTo>
                <a:lnTo>
                  <a:pt x="518" y="2665"/>
                </a:lnTo>
                <a:lnTo>
                  <a:pt x="517" y="2665"/>
                </a:lnTo>
                <a:lnTo>
                  <a:pt x="517" y="2664"/>
                </a:lnTo>
                <a:lnTo>
                  <a:pt x="516" y="2664"/>
                </a:lnTo>
                <a:lnTo>
                  <a:pt x="515" y="2664"/>
                </a:lnTo>
                <a:lnTo>
                  <a:pt x="515" y="2663"/>
                </a:lnTo>
                <a:lnTo>
                  <a:pt x="514" y="2663"/>
                </a:lnTo>
                <a:lnTo>
                  <a:pt x="513" y="2663"/>
                </a:lnTo>
                <a:lnTo>
                  <a:pt x="513" y="2662"/>
                </a:lnTo>
                <a:lnTo>
                  <a:pt x="512" y="2662"/>
                </a:lnTo>
                <a:lnTo>
                  <a:pt x="512" y="2661"/>
                </a:lnTo>
                <a:lnTo>
                  <a:pt x="511" y="2661"/>
                </a:lnTo>
                <a:lnTo>
                  <a:pt x="511" y="2660"/>
                </a:lnTo>
                <a:lnTo>
                  <a:pt x="510" y="2660"/>
                </a:lnTo>
                <a:lnTo>
                  <a:pt x="509" y="2660"/>
                </a:lnTo>
                <a:lnTo>
                  <a:pt x="509" y="2659"/>
                </a:lnTo>
                <a:lnTo>
                  <a:pt x="508" y="2659"/>
                </a:lnTo>
                <a:lnTo>
                  <a:pt x="507" y="2659"/>
                </a:lnTo>
                <a:lnTo>
                  <a:pt x="506" y="2659"/>
                </a:lnTo>
                <a:lnTo>
                  <a:pt x="505" y="2659"/>
                </a:lnTo>
                <a:lnTo>
                  <a:pt x="505" y="2658"/>
                </a:lnTo>
                <a:lnTo>
                  <a:pt x="504" y="2658"/>
                </a:lnTo>
                <a:lnTo>
                  <a:pt x="504" y="2659"/>
                </a:lnTo>
                <a:lnTo>
                  <a:pt x="503" y="2659"/>
                </a:lnTo>
                <a:lnTo>
                  <a:pt x="502" y="2659"/>
                </a:lnTo>
                <a:lnTo>
                  <a:pt x="502" y="2660"/>
                </a:lnTo>
                <a:lnTo>
                  <a:pt x="501" y="2660"/>
                </a:lnTo>
                <a:lnTo>
                  <a:pt x="500" y="2659"/>
                </a:lnTo>
                <a:lnTo>
                  <a:pt x="500" y="2660"/>
                </a:lnTo>
                <a:lnTo>
                  <a:pt x="500" y="2661"/>
                </a:lnTo>
                <a:lnTo>
                  <a:pt x="500" y="2662"/>
                </a:lnTo>
                <a:lnTo>
                  <a:pt x="499" y="2662"/>
                </a:lnTo>
                <a:lnTo>
                  <a:pt x="499" y="2663"/>
                </a:lnTo>
                <a:lnTo>
                  <a:pt x="499" y="2664"/>
                </a:lnTo>
                <a:lnTo>
                  <a:pt x="497" y="2664"/>
                </a:lnTo>
                <a:lnTo>
                  <a:pt x="497" y="2663"/>
                </a:lnTo>
                <a:lnTo>
                  <a:pt x="496" y="2663"/>
                </a:lnTo>
                <a:lnTo>
                  <a:pt x="496" y="2662"/>
                </a:lnTo>
                <a:lnTo>
                  <a:pt x="495" y="2662"/>
                </a:lnTo>
                <a:lnTo>
                  <a:pt x="494" y="2662"/>
                </a:lnTo>
                <a:lnTo>
                  <a:pt x="494" y="2661"/>
                </a:lnTo>
                <a:lnTo>
                  <a:pt x="495" y="2661"/>
                </a:lnTo>
                <a:lnTo>
                  <a:pt x="494" y="2661"/>
                </a:lnTo>
                <a:lnTo>
                  <a:pt x="494" y="2660"/>
                </a:lnTo>
                <a:lnTo>
                  <a:pt x="494" y="2659"/>
                </a:lnTo>
                <a:lnTo>
                  <a:pt x="495" y="2659"/>
                </a:lnTo>
                <a:lnTo>
                  <a:pt x="495" y="2658"/>
                </a:lnTo>
                <a:lnTo>
                  <a:pt x="495" y="2657"/>
                </a:lnTo>
                <a:lnTo>
                  <a:pt x="496" y="2656"/>
                </a:lnTo>
                <a:lnTo>
                  <a:pt x="496" y="2655"/>
                </a:lnTo>
                <a:lnTo>
                  <a:pt x="496" y="2654"/>
                </a:lnTo>
                <a:lnTo>
                  <a:pt x="497" y="2654"/>
                </a:lnTo>
                <a:lnTo>
                  <a:pt x="497" y="2653"/>
                </a:lnTo>
                <a:lnTo>
                  <a:pt x="497" y="2652"/>
                </a:lnTo>
                <a:lnTo>
                  <a:pt x="496" y="2652"/>
                </a:lnTo>
                <a:lnTo>
                  <a:pt x="496" y="2651"/>
                </a:lnTo>
                <a:lnTo>
                  <a:pt x="496" y="2650"/>
                </a:lnTo>
                <a:lnTo>
                  <a:pt x="496" y="2649"/>
                </a:lnTo>
                <a:lnTo>
                  <a:pt x="497" y="2649"/>
                </a:lnTo>
                <a:lnTo>
                  <a:pt x="496" y="2649"/>
                </a:lnTo>
                <a:lnTo>
                  <a:pt x="495" y="2649"/>
                </a:lnTo>
                <a:lnTo>
                  <a:pt x="494" y="2649"/>
                </a:lnTo>
                <a:lnTo>
                  <a:pt x="494" y="2648"/>
                </a:lnTo>
                <a:lnTo>
                  <a:pt x="493" y="2647"/>
                </a:lnTo>
                <a:lnTo>
                  <a:pt x="492" y="2647"/>
                </a:lnTo>
                <a:lnTo>
                  <a:pt x="491" y="2647"/>
                </a:lnTo>
                <a:lnTo>
                  <a:pt x="490" y="2647"/>
                </a:lnTo>
                <a:lnTo>
                  <a:pt x="490" y="2646"/>
                </a:lnTo>
                <a:lnTo>
                  <a:pt x="489" y="2646"/>
                </a:lnTo>
                <a:lnTo>
                  <a:pt x="489" y="2645"/>
                </a:lnTo>
                <a:lnTo>
                  <a:pt x="488" y="2644"/>
                </a:lnTo>
                <a:lnTo>
                  <a:pt x="488" y="2645"/>
                </a:lnTo>
                <a:lnTo>
                  <a:pt x="487" y="2645"/>
                </a:lnTo>
                <a:lnTo>
                  <a:pt x="486" y="2645"/>
                </a:lnTo>
                <a:lnTo>
                  <a:pt x="485" y="2645"/>
                </a:lnTo>
                <a:lnTo>
                  <a:pt x="485" y="2646"/>
                </a:lnTo>
                <a:lnTo>
                  <a:pt x="484" y="2646"/>
                </a:lnTo>
                <a:lnTo>
                  <a:pt x="484" y="2647"/>
                </a:lnTo>
                <a:lnTo>
                  <a:pt x="483" y="2647"/>
                </a:lnTo>
                <a:lnTo>
                  <a:pt x="483" y="2646"/>
                </a:lnTo>
                <a:lnTo>
                  <a:pt x="482" y="2646"/>
                </a:lnTo>
                <a:lnTo>
                  <a:pt x="481" y="2646"/>
                </a:lnTo>
                <a:lnTo>
                  <a:pt x="480" y="2647"/>
                </a:lnTo>
                <a:lnTo>
                  <a:pt x="479" y="2647"/>
                </a:lnTo>
                <a:lnTo>
                  <a:pt x="479" y="2648"/>
                </a:lnTo>
                <a:lnTo>
                  <a:pt x="479" y="2649"/>
                </a:lnTo>
                <a:lnTo>
                  <a:pt x="478" y="2649"/>
                </a:lnTo>
                <a:lnTo>
                  <a:pt x="478" y="2650"/>
                </a:lnTo>
                <a:lnTo>
                  <a:pt x="477" y="2650"/>
                </a:lnTo>
                <a:lnTo>
                  <a:pt x="476" y="2650"/>
                </a:lnTo>
                <a:lnTo>
                  <a:pt x="476" y="2649"/>
                </a:lnTo>
                <a:lnTo>
                  <a:pt x="476" y="2648"/>
                </a:lnTo>
                <a:lnTo>
                  <a:pt x="476" y="2647"/>
                </a:lnTo>
                <a:lnTo>
                  <a:pt x="476" y="2646"/>
                </a:lnTo>
                <a:lnTo>
                  <a:pt x="476" y="2645"/>
                </a:lnTo>
                <a:lnTo>
                  <a:pt x="477" y="2645"/>
                </a:lnTo>
                <a:lnTo>
                  <a:pt x="477" y="2644"/>
                </a:lnTo>
                <a:lnTo>
                  <a:pt x="477" y="2643"/>
                </a:lnTo>
                <a:lnTo>
                  <a:pt x="477" y="2642"/>
                </a:lnTo>
                <a:lnTo>
                  <a:pt x="478" y="2642"/>
                </a:lnTo>
                <a:lnTo>
                  <a:pt x="478" y="2641"/>
                </a:lnTo>
                <a:lnTo>
                  <a:pt x="478" y="2640"/>
                </a:lnTo>
                <a:lnTo>
                  <a:pt x="477" y="2640"/>
                </a:lnTo>
                <a:lnTo>
                  <a:pt x="477" y="2639"/>
                </a:lnTo>
                <a:lnTo>
                  <a:pt x="476" y="2639"/>
                </a:lnTo>
                <a:lnTo>
                  <a:pt x="476" y="2638"/>
                </a:lnTo>
                <a:lnTo>
                  <a:pt x="475" y="2638"/>
                </a:lnTo>
                <a:lnTo>
                  <a:pt x="474" y="2638"/>
                </a:lnTo>
                <a:lnTo>
                  <a:pt x="474" y="2637"/>
                </a:lnTo>
                <a:lnTo>
                  <a:pt x="473" y="2637"/>
                </a:lnTo>
                <a:lnTo>
                  <a:pt x="473" y="2636"/>
                </a:lnTo>
                <a:lnTo>
                  <a:pt x="472" y="2636"/>
                </a:lnTo>
                <a:lnTo>
                  <a:pt x="472" y="2635"/>
                </a:lnTo>
                <a:lnTo>
                  <a:pt x="471" y="2635"/>
                </a:lnTo>
                <a:lnTo>
                  <a:pt x="470" y="2635"/>
                </a:lnTo>
                <a:lnTo>
                  <a:pt x="469" y="2635"/>
                </a:lnTo>
                <a:lnTo>
                  <a:pt x="469" y="2634"/>
                </a:lnTo>
                <a:lnTo>
                  <a:pt x="468" y="2634"/>
                </a:lnTo>
                <a:lnTo>
                  <a:pt x="467" y="2634"/>
                </a:lnTo>
                <a:lnTo>
                  <a:pt x="466" y="2634"/>
                </a:lnTo>
                <a:lnTo>
                  <a:pt x="465" y="2634"/>
                </a:lnTo>
                <a:lnTo>
                  <a:pt x="464" y="2634"/>
                </a:lnTo>
                <a:lnTo>
                  <a:pt x="464" y="2633"/>
                </a:lnTo>
                <a:lnTo>
                  <a:pt x="463" y="2633"/>
                </a:lnTo>
                <a:lnTo>
                  <a:pt x="463" y="2632"/>
                </a:lnTo>
                <a:lnTo>
                  <a:pt x="463" y="2631"/>
                </a:lnTo>
                <a:lnTo>
                  <a:pt x="462" y="2631"/>
                </a:lnTo>
                <a:lnTo>
                  <a:pt x="461" y="2631"/>
                </a:lnTo>
                <a:lnTo>
                  <a:pt x="461" y="2630"/>
                </a:lnTo>
                <a:lnTo>
                  <a:pt x="460" y="2630"/>
                </a:lnTo>
                <a:lnTo>
                  <a:pt x="459" y="2630"/>
                </a:lnTo>
                <a:lnTo>
                  <a:pt x="458" y="2629"/>
                </a:lnTo>
                <a:lnTo>
                  <a:pt x="457" y="2629"/>
                </a:lnTo>
                <a:lnTo>
                  <a:pt x="457" y="2628"/>
                </a:lnTo>
                <a:lnTo>
                  <a:pt x="456" y="2628"/>
                </a:lnTo>
                <a:lnTo>
                  <a:pt x="456" y="2627"/>
                </a:lnTo>
                <a:lnTo>
                  <a:pt x="456" y="2626"/>
                </a:lnTo>
                <a:lnTo>
                  <a:pt x="455" y="2626"/>
                </a:lnTo>
                <a:lnTo>
                  <a:pt x="455" y="2625"/>
                </a:lnTo>
                <a:lnTo>
                  <a:pt x="455" y="2624"/>
                </a:lnTo>
                <a:lnTo>
                  <a:pt x="455" y="2623"/>
                </a:lnTo>
                <a:lnTo>
                  <a:pt x="455" y="2622"/>
                </a:lnTo>
                <a:lnTo>
                  <a:pt x="455" y="2621"/>
                </a:lnTo>
                <a:lnTo>
                  <a:pt x="455" y="2620"/>
                </a:lnTo>
                <a:lnTo>
                  <a:pt x="455" y="2619"/>
                </a:lnTo>
                <a:lnTo>
                  <a:pt x="455" y="2618"/>
                </a:lnTo>
                <a:lnTo>
                  <a:pt x="456" y="2618"/>
                </a:lnTo>
                <a:lnTo>
                  <a:pt x="457" y="2618"/>
                </a:lnTo>
                <a:lnTo>
                  <a:pt x="457" y="2617"/>
                </a:lnTo>
                <a:lnTo>
                  <a:pt x="458" y="2616"/>
                </a:lnTo>
                <a:lnTo>
                  <a:pt x="458" y="2615"/>
                </a:lnTo>
                <a:lnTo>
                  <a:pt x="458" y="2614"/>
                </a:lnTo>
                <a:lnTo>
                  <a:pt x="459" y="2614"/>
                </a:lnTo>
                <a:lnTo>
                  <a:pt x="459" y="2613"/>
                </a:lnTo>
                <a:lnTo>
                  <a:pt x="459" y="2612"/>
                </a:lnTo>
                <a:lnTo>
                  <a:pt x="459" y="2611"/>
                </a:lnTo>
                <a:lnTo>
                  <a:pt x="458" y="2611"/>
                </a:lnTo>
                <a:lnTo>
                  <a:pt x="458" y="2610"/>
                </a:lnTo>
                <a:lnTo>
                  <a:pt x="457" y="2610"/>
                </a:lnTo>
                <a:lnTo>
                  <a:pt x="457" y="2609"/>
                </a:lnTo>
                <a:lnTo>
                  <a:pt x="456" y="2609"/>
                </a:lnTo>
                <a:lnTo>
                  <a:pt x="455" y="2608"/>
                </a:lnTo>
                <a:lnTo>
                  <a:pt x="454" y="2607"/>
                </a:lnTo>
                <a:lnTo>
                  <a:pt x="453" y="2607"/>
                </a:lnTo>
                <a:lnTo>
                  <a:pt x="453" y="2606"/>
                </a:lnTo>
                <a:lnTo>
                  <a:pt x="453" y="2607"/>
                </a:lnTo>
                <a:lnTo>
                  <a:pt x="453" y="2606"/>
                </a:lnTo>
                <a:lnTo>
                  <a:pt x="452" y="2606"/>
                </a:lnTo>
                <a:lnTo>
                  <a:pt x="452" y="2605"/>
                </a:lnTo>
                <a:lnTo>
                  <a:pt x="451" y="2605"/>
                </a:lnTo>
                <a:lnTo>
                  <a:pt x="450" y="2605"/>
                </a:lnTo>
                <a:lnTo>
                  <a:pt x="450" y="2604"/>
                </a:lnTo>
                <a:lnTo>
                  <a:pt x="450" y="2603"/>
                </a:lnTo>
                <a:lnTo>
                  <a:pt x="450" y="2602"/>
                </a:lnTo>
                <a:lnTo>
                  <a:pt x="450" y="2601"/>
                </a:lnTo>
                <a:lnTo>
                  <a:pt x="450" y="2600"/>
                </a:lnTo>
                <a:lnTo>
                  <a:pt x="450" y="2599"/>
                </a:lnTo>
                <a:lnTo>
                  <a:pt x="451" y="2599"/>
                </a:lnTo>
                <a:lnTo>
                  <a:pt x="451" y="2598"/>
                </a:lnTo>
                <a:lnTo>
                  <a:pt x="451" y="2597"/>
                </a:lnTo>
                <a:lnTo>
                  <a:pt x="452" y="2597"/>
                </a:lnTo>
                <a:lnTo>
                  <a:pt x="452" y="2596"/>
                </a:lnTo>
                <a:lnTo>
                  <a:pt x="453" y="2596"/>
                </a:lnTo>
                <a:lnTo>
                  <a:pt x="453" y="2595"/>
                </a:lnTo>
                <a:lnTo>
                  <a:pt x="454" y="2595"/>
                </a:lnTo>
                <a:lnTo>
                  <a:pt x="455" y="2595"/>
                </a:lnTo>
                <a:lnTo>
                  <a:pt x="456" y="2595"/>
                </a:lnTo>
                <a:lnTo>
                  <a:pt x="456" y="2594"/>
                </a:lnTo>
                <a:lnTo>
                  <a:pt x="456" y="2593"/>
                </a:lnTo>
                <a:lnTo>
                  <a:pt x="456" y="2592"/>
                </a:lnTo>
                <a:lnTo>
                  <a:pt x="457" y="2592"/>
                </a:lnTo>
                <a:lnTo>
                  <a:pt x="457" y="2591"/>
                </a:lnTo>
                <a:lnTo>
                  <a:pt x="457" y="2590"/>
                </a:lnTo>
                <a:lnTo>
                  <a:pt x="458" y="2590"/>
                </a:lnTo>
                <a:lnTo>
                  <a:pt x="458" y="2589"/>
                </a:lnTo>
                <a:lnTo>
                  <a:pt x="458" y="2588"/>
                </a:lnTo>
                <a:lnTo>
                  <a:pt x="458" y="2587"/>
                </a:lnTo>
                <a:lnTo>
                  <a:pt x="457" y="2587"/>
                </a:lnTo>
                <a:lnTo>
                  <a:pt x="458" y="2587"/>
                </a:lnTo>
                <a:lnTo>
                  <a:pt x="458" y="2586"/>
                </a:lnTo>
                <a:lnTo>
                  <a:pt x="458" y="2585"/>
                </a:lnTo>
                <a:lnTo>
                  <a:pt x="459" y="2585"/>
                </a:lnTo>
                <a:lnTo>
                  <a:pt x="459" y="2584"/>
                </a:lnTo>
                <a:lnTo>
                  <a:pt x="460" y="2583"/>
                </a:lnTo>
                <a:lnTo>
                  <a:pt x="460" y="2582"/>
                </a:lnTo>
                <a:lnTo>
                  <a:pt x="460" y="2581"/>
                </a:lnTo>
                <a:lnTo>
                  <a:pt x="461" y="2581"/>
                </a:lnTo>
                <a:lnTo>
                  <a:pt x="460" y="2580"/>
                </a:lnTo>
                <a:lnTo>
                  <a:pt x="460" y="2579"/>
                </a:lnTo>
                <a:lnTo>
                  <a:pt x="460" y="2578"/>
                </a:lnTo>
                <a:lnTo>
                  <a:pt x="461" y="2578"/>
                </a:lnTo>
                <a:lnTo>
                  <a:pt x="461" y="2577"/>
                </a:lnTo>
                <a:lnTo>
                  <a:pt x="462" y="2577"/>
                </a:lnTo>
                <a:lnTo>
                  <a:pt x="462" y="2576"/>
                </a:lnTo>
                <a:lnTo>
                  <a:pt x="462" y="2575"/>
                </a:lnTo>
                <a:lnTo>
                  <a:pt x="463" y="2575"/>
                </a:lnTo>
                <a:lnTo>
                  <a:pt x="463" y="2574"/>
                </a:lnTo>
                <a:lnTo>
                  <a:pt x="463" y="2573"/>
                </a:lnTo>
                <a:lnTo>
                  <a:pt x="462" y="2573"/>
                </a:lnTo>
                <a:lnTo>
                  <a:pt x="462" y="2572"/>
                </a:lnTo>
                <a:lnTo>
                  <a:pt x="462" y="2571"/>
                </a:lnTo>
                <a:lnTo>
                  <a:pt x="461" y="2571"/>
                </a:lnTo>
                <a:lnTo>
                  <a:pt x="460" y="2571"/>
                </a:lnTo>
                <a:lnTo>
                  <a:pt x="460" y="2570"/>
                </a:lnTo>
                <a:lnTo>
                  <a:pt x="459" y="2570"/>
                </a:lnTo>
                <a:lnTo>
                  <a:pt x="458" y="2570"/>
                </a:lnTo>
                <a:lnTo>
                  <a:pt x="458" y="2569"/>
                </a:lnTo>
                <a:lnTo>
                  <a:pt x="459" y="2568"/>
                </a:lnTo>
                <a:lnTo>
                  <a:pt x="460" y="2568"/>
                </a:lnTo>
                <a:lnTo>
                  <a:pt x="460" y="2567"/>
                </a:lnTo>
                <a:lnTo>
                  <a:pt x="459" y="2566"/>
                </a:lnTo>
                <a:lnTo>
                  <a:pt x="458" y="2566"/>
                </a:lnTo>
                <a:lnTo>
                  <a:pt x="458" y="2565"/>
                </a:lnTo>
                <a:lnTo>
                  <a:pt x="458" y="2564"/>
                </a:lnTo>
                <a:lnTo>
                  <a:pt x="457" y="2564"/>
                </a:lnTo>
                <a:lnTo>
                  <a:pt x="457" y="2563"/>
                </a:lnTo>
                <a:lnTo>
                  <a:pt x="457" y="2561"/>
                </a:lnTo>
                <a:lnTo>
                  <a:pt x="456" y="2561"/>
                </a:lnTo>
                <a:lnTo>
                  <a:pt x="456" y="2560"/>
                </a:lnTo>
                <a:lnTo>
                  <a:pt x="456" y="2559"/>
                </a:lnTo>
                <a:lnTo>
                  <a:pt x="456" y="2558"/>
                </a:lnTo>
                <a:lnTo>
                  <a:pt x="457" y="2558"/>
                </a:lnTo>
                <a:lnTo>
                  <a:pt x="457" y="2557"/>
                </a:lnTo>
                <a:lnTo>
                  <a:pt x="457" y="2558"/>
                </a:lnTo>
                <a:lnTo>
                  <a:pt x="458" y="2558"/>
                </a:lnTo>
                <a:lnTo>
                  <a:pt x="459" y="2557"/>
                </a:lnTo>
                <a:lnTo>
                  <a:pt x="460" y="2557"/>
                </a:lnTo>
                <a:lnTo>
                  <a:pt x="461" y="2557"/>
                </a:lnTo>
                <a:lnTo>
                  <a:pt x="461" y="2556"/>
                </a:lnTo>
                <a:lnTo>
                  <a:pt x="462" y="2556"/>
                </a:lnTo>
                <a:lnTo>
                  <a:pt x="462" y="2555"/>
                </a:lnTo>
                <a:lnTo>
                  <a:pt x="462" y="2554"/>
                </a:lnTo>
                <a:lnTo>
                  <a:pt x="462" y="2553"/>
                </a:lnTo>
                <a:lnTo>
                  <a:pt x="463" y="2553"/>
                </a:lnTo>
                <a:lnTo>
                  <a:pt x="463" y="2552"/>
                </a:lnTo>
                <a:lnTo>
                  <a:pt x="462" y="2552"/>
                </a:lnTo>
                <a:lnTo>
                  <a:pt x="461" y="2551"/>
                </a:lnTo>
                <a:lnTo>
                  <a:pt x="461" y="2550"/>
                </a:lnTo>
                <a:lnTo>
                  <a:pt x="460" y="2550"/>
                </a:lnTo>
                <a:lnTo>
                  <a:pt x="460" y="2549"/>
                </a:lnTo>
                <a:lnTo>
                  <a:pt x="459" y="2549"/>
                </a:lnTo>
                <a:lnTo>
                  <a:pt x="459" y="2548"/>
                </a:lnTo>
                <a:lnTo>
                  <a:pt x="459" y="2549"/>
                </a:lnTo>
                <a:lnTo>
                  <a:pt x="458" y="2549"/>
                </a:lnTo>
                <a:lnTo>
                  <a:pt x="458" y="2548"/>
                </a:lnTo>
                <a:lnTo>
                  <a:pt x="457" y="2548"/>
                </a:lnTo>
                <a:lnTo>
                  <a:pt x="456" y="2548"/>
                </a:lnTo>
                <a:lnTo>
                  <a:pt x="456" y="2547"/>
                </a:lnTo>
                <a:lnTo>
                  <a:pt x="456" y="2546"/>
                </a:lnTo>
                <a:lnTo>
                  <a:pt x="456" y="2545"/>
                </a:lnTo>
                <a:lnTo>
                  <a:pt x="455" y="2545"/>
                </a:lnTo>
                <a:lnTo>
                  <a:pt x="455" y="2544"/>
                </a:lnTo>
                <a:lnTo>
                  <a:pt x="455" y="2543"/>
                </a:lnTo>
                <a:lnTo>
                  <a:pt x="455" y="2542"/>
                </a:lnTo>
                <a:lnTo>
                  <a:pt x="454" y="2541"/>
                </a:lnTo>
                <a:lnTo>
                  <a:pt x="453" y="2540"/>
                </a:lnTo>
                <a:lnTo>
                  <a:pt x="454" y="2540"/>
                </a:lnTo>
                <a:lnTo>
                  <a:pt x="454" y="2539"/>
                </a:lnTo>
                <a:lnTo>
                  <a:pt x="453" y="2538"/>
                </a:lnTo>
                <a:lnTo>
                  <a:pt x="452" y="2537"/>
                </a:lnTo>
                <a:lnTo>
                  <a:pt x="452" y="2536"/>
                </a:lnTo>
                <a:lnTo>
                  <a:pt x="453" y="2535"/>
                </a:lnTo>
                <a:lnTo>
                  <a:pt x="454" y="2535"/>
                </a:lnTo>
                <a:lnTo>
                  <a:pt x="454" y="2534"/>
                </a:lnTo>
                <a:lnTo>
                  <a:pt x="455" y="2534"/>
                </a:lnTo>
                <a:lnTo>
                  <a:pt x="456" y="2534"/>
                </a:lnTo>
                <a:lnTo>
                  <a:pt x="457" y="2534"/>
                </a:lnTo>
                <a:lnTo>
                  <a:pt x="457" y="2533"/>
                </a:lnTo>
                <a:lnTo>
                  <a:pt x="456" y="2533"/>
                </a:lnTo>
                <a:lnTo>
                  <a:pt x="456" y="2532"/>
                </a:lnTo>
                <a:lnTo>
                  <a:pt x="457" y="2532"/>
                </a:lnTo>
                <a:lnTo>
                  <a:pt x="458" y="2531"/>
                </a:lnTo>
                <a:lnTo>
                  <a:pt x="459" y="2531"/>
                </a:lnTo>
                <a:lnTo>
                  <a:pt x="459" y="2530"/>
                </a:lnTo>
                <a:lnTo>
                  <a:pt x="458" y="2529"/>
                </a:lnTo>
                <a:lnTo>
                  <a:pt x="458" y="2528"/>
                </a:lnTo>
                <a:lnTo>
                  <a:pt x="458" y="2527"/>
                </a:lnTo>
                <a:lnTo>
                  <a:pt x="458" y="2526"/>
                </a:lnTo>
                <a:lnTo>
                  <a:pt x="458" y="2525"/>
                </a:lnTo>
                <a:lnTo>
                  <a:pt x="459" y="2525"/>
                </a:lnTo>
                <a:lnTo>
                  <a:pt x="458" y="2524"/>
                </a:lnTo>
                <a:lnTo>
                  <a:pt x="457" y="2523"/>
                </a:lnTo>
                <a:lnTo>
                  <a:pt x="456" y="2523"/>
                </a:lnTo>
                <a:lnTo>
                  <a:pt x="456" y="2522"/>
                </a:lnTo>
                <a:lnTo>
                  <a:pt x="455" y="2522"/>
                </a:lnTo>
                <a:lnTo>
                  <a:pt x="454" y="2522"/>
                </a:lnTo>
                <a:lnTo>
                  <a:pt x="454" y="2523"/>
                </a:lnTo>
                <a:lnTo>
                  <a:pt x="453" y="2523"/>
                </a:lnTo>
                <a:lnTo>
                  <a:pt x="453" y="2522"/>
                </a:lnTo>
                <a:lnTo>
                  <a:pt x="452" y="2522"/>
                </a:lnTo>
                <a:lnTo>
                  <a:pt x="451" y="2522"/>
                </a:lnTo>
                <a:lnTo>
                  <a:pt x="450" y="2522"/>
                </a:lnTo>
                <a:lnTo>
                  <a:pt x="450" y="2523"/>
                </a:lnTo>
                <a:lnTo>
                  <a:pt x="449" y="2523"/>
                </a:lnTo>
                <a:lnTo>
                  <a:pt x="449" y="2522"/>
                </a:lnTo>
                <a:lnTo>
                  <a:pt x="448" y="2522"/>
                </a:lnTo>
                <a:lnTo>
                  <a:pt x="448" y="2521"/>
                </a:lnTo>
                <a:lnTo>
                  <a:pt x="447" y="2520"/>
                </a:lnTo>
                <a:lnTo>
                  <a:pt x="447" y="2519"/>
                </a:lnTo>
                <a:lnTo>
                  <a:pt x="447" y="2518"/>
                </a:lnTo>
                <a:lnTo>
                  <a:pt x="446" y="2518"/>
                </a:lnTo>
                <a:lnTo>
                  <a:pt x="447" y="2517"/>
                </a:lnTo>
                <a:lnTo>
                  <a:pt x="448" y="2517"/>
                </a:lnTo>
                <a:lnTo>
                  <a:pt x="448" y="2516"/>
                </a:lnTo>
                <a:lnTo>
                  <a:pt x="448" y="2515"/>
                </a:lnTo>
                <a:lnTo>
                  <a:pt x="448" y="2514"/>
                </a:lnTo>
                <a:lnTo>
                  <a:pt x="449" y="2514"/>
                </a:lnTo>
                <a:lnTo>
                  <a:pt x="449" y="2513"/>
                </a:lnTo>
                <a:lnTo>
                  <a:pt x="448" y="2512"/>
                </a:lnTo>
                <a:lnTo>
                  <a:pt x="448" y="2511"/>
                </a:lnTo>
                <a:lnTo>
                  <a:pt x="449" y="2511"/>
                </a:lnTo>
                <a:lnTo>
                  <a:pt x="449" y="2510"/>
                </a:lnTo>
                <a:lnTo>
                  <a:pt x="449" y="2509"/>
                </a:lnTo>
                <a:lnTo>
                  <a:pt x="449" y="2508"/>
                </a:lnTo>
                <a:lnTo>
                  <a:pt x="450" y="2508"/>
                </a:lnTo>
                <a:lnTo>
                  <a:pt x="451" y="2507"/>
                </a:lnTo>
                <a:lnTo>
                  <a:pt x="451" y="2505"/>
                </a:lnTo>
                <a:lnTo>
                  <a:pt x="450" y="2505"/>
                </a:lnTo>
                <a:lnTo>
                  <a:pt x="450" y="2504"/>
                </a:lnTo>
                <a:lnTo>
                  <a:pt x="451" y="2504"/>
                </a:lnTo>
                <a:lnTo>
                  <a:pt x="451" y="2503"/>
                </a:lnTo>
                <a:lnTo>
                  <a:pt x="450" y="2503"/>
                </a:lnTo>
                <a:lnTo>
                  <a:pt x="450" y="2502"/>
                </a:lnTo>
                <a:lnTo>
                  <a:pt x="450" y="2501"/>
                </a:lnTo>
                <a:lnTo>
                  <a:pt x="449" y="2500"/>
                </a:lnTo>
                <a:lnTo>
                  <a:pt x="449" y="2499"/>
                </a:lnTo>
                <a:lnTo>
                  <a:pt x="448" y="2499"/>
                </a:lnTo>
                <a:lnTo>
                  <a:pt x="448" y="2498"/>
                </a:lnTo>
                <a:lnTo>
                  <a:pt x="448" y="2497"/>
                </a:lnTo>
                <a:lnTo>
                  <a:pt x="448" y="2496"/>
                </a:lnTo>
                <a:lnTo>
                  <a:pt x="447" y="2496"/>
                </a:lnTo>
                <a:lnTo>
                  <a:pt x="446" y="2496"/>
                </a:lnTo>
                <a:lnTo>
                  <a:pt x="446" y="2495"/>
                </a:lnTo>
                <a:lnTo>
                  <a:pt x="446" y="2494"/>
                </a:lnTo>
                <a:lnTo>
                  <a:pt x="447" y="2494"/>
                </a:lnTo>
                <a:lnTo>
                  <a:pt x="447" y="2493"/>
                </a:lnTo>
                <a:lnTo>
                  <a:pt x="446" y="2493"/>
                </a:lnTo>
                <a:lnTo>
                  <a:pt x="445" y="2493"/>
                </a:lnTo>
                <a:lnTo>
                  <a:pt x="446" y="2492"/>
                </a:lnTo>
                <a:lnTo>
                  <a:pt x="446" y="2491"/>
                </a:lnTo>
                <a:lnTo>
                  <a:pt x="446" y="2490"/>
                </a:lnTo>
                <a:lnTo>
                  <a:pt x="446" y="2489"/>
                </a:lnTo>
                <a:lnTo>
                  <a:pt x="447" y="2488"/>
                </a:lnTo>
                <a:lnTo>
                  <a:pt x="447" y="2487"/>
                </a:lnTo>
                <a:lnTo>
                  <a:pt x="447" y="2486"/>
                </a:lnTo>
                <a:lnTo>
                  <a:pt x="448" y="2486"/>
                </a:lnTo>
                <a:lnTo>
                  <a:pt x="448" y="2485"/>
                </a:lnTo>
                <a:lnTo>
                  <a:pt x="449" y="2485"/>
                </a:lnTo>
                <a:lnTo>
                  <a:pt x="449" y="2484"/>
                </a:lnTo>
                <a:lnTo>
                  <a:pt x="449" y="2483"/>
                </a:lnTo>
                <a:lnTo>
                  <a:pt x="449" y="2481"/>
                </a:lnTo>
                <a:lnTo>
                  <a:pt x="450" y="2479"/>
                </a:lnTo>
                <a:lnTo>
                  <a:pt x="450" y="2478"/>
                </a:lnTo>
                <a:lnTo>
                  <a:pt x="451" y="2477"/>
                </a:lnTo>
                <a:lnTo>
                  <a:pt x="451" y="2476"/>
                </a:lnTo>
                <a:lnTo>
                  <a:pt x="451" y="2475"/>
                </a:lnTo>
                <a:lnTo>
                  <a:pt x="452" y="2475"/>
                </a:lnTo>
                <a:lnTo>
                  <a:pt x="452" y="2474"/>
                </a:lnTo>
                <a:lnTo>
                  <a:pt x="452" y="2473"/>
                </a:lnTo>
                <a:lnTo>
                  <a:pt x="453" y="2472"/>
                </a:lnTo>
                <a:lnTo>
                  <a:pt x="453" y="2471"/>
                </a:lnTo>
                <a:lnTo>
                  <a:pt x="453" y="2469"/>
                </a:lnTo>
                <a:lnTo>
                  <a:pt x="454" y="2469"/>
                </a:lnTo>
                <a:lnTo>
                  <a:pt x="454" y="2468"/>
                </a:lnTo>
                <a:lnTo>
                  <a:pt x="454" y="2467"/>
                </a:lnTo>
                <a:lnTo>
                  <a:pt x="454" y="2466"/>
                </a:lnTo>
                <a:lnTo>
                  <a:pt x="455" y="2466"/>
                </a:lnTo>
                <a:lnTo>
                  <a:pt x="456" y="2466"/>
                </a:lnTo>
                <a:lnTo>
                  <a:pt x="457" y="2466"/>
                </a:lnTo>
                <a:lnTo>
                  <a:pt x="459" y="2465"/>
                </a:lnTo>
                <a:lnTo>
                  <a:pt x="460" y="2464"/>
                </a:lnTo>
                <a:lnTo>
                  <a:pt x="461" y="2463"/>
                </a:lnTo>
                <a:lnTo>
                  <a:pt x="462" y="2462"/>
                </a:lnTo>
                <a:lnTo>
                  <a:pt x="463" y="2461"/>
                </a:lnTo>
                <a:lnTo>
                  <a:pt x="464" y="2461"/>
                </a:lnTo>
                <a:lnTo>
                  <a:pt x="465" y="2460"/>
                </a:lnTo>
                <a:lnTo>
                  <a:pt x="466" y="2460"/>
                </a:lnTo>
                <a:lnTo>
                  <a:pt x="466" y="2459"/>
                </a:lnTo>
                <a:lnTo>
                  <a:pt x="467" y="2459"/>
                </a:lnTo>
                <a:lnTo>
                  <a:pt x="468" y="2458"/>
                </a:lnTo>
                <a:lnTo>
                  <a:pt x="469" y="2458"/>
                </a:lnTo>
                <a:lnTo>
                  <a:pt x="470" y="2458"/>
                </a:lnTo>
                <a:lnTo>
                  <a:pt x="471" y="2458"/>
                </a:lnTo>
                <a:lnTo>
                  <a:pt x="473" y="2456"/>
                </a:lnTo>
                <a:lnTo>
                  <a:pt x="473" y="2455"/>
                </a:lnTo>
                <a:lnTo>
                  <a:pt x="474" y="2453"/>
                </a:lnTo>
                <a:lnTo>
                  <a:pt x="474" y="2451"/>
                </a:lnTo>
                <a:lnTo>
                  <a:pt x="475" y="2451"/>
                </a:lnTo>
                <a:lnTo>
                  <a:pt x="475" y="2450"/>
                </a:lnTo>
                <a:lnTo>
                  <a:pt x="476" y="2449"/>
                </a:lnTo>
                <a:lnTo>
                  <a:pt x="478" y="2448"/>
                </a:lnTo>
                <a:lnTo>
                  <a:pt x="479" y="2448"/>
                </a:lnTo>
                <a:lnTo>
                  <a:pt x="479" y="2447"/>
                </a:lnTo>
                <a:lnTo>
                  <a:pt x="480" y="2447"/>
                </a:lnTo>
                <a:lnTo>
                  <a:pt x="481" y="2446"/>
                </a:lnTo>
                <a:lnTo>
                  <a:pt x="480" y="2446"/>
                </a:lnTo>
                <a:lnTo>
                  <a:pt x="480" y="2445"/>
                </a:lnTo>
                <a:lnTo>
                  <a:pt x="479" y="2445"/>
                </a:lnTo>
                <a:lnTo>
                  <a:pt x="478" y="2445"/>
                </a:lnTo>
                <a:lnTo>
                  <a:pt x="478" y="2444"/>
                </a:lnTo>
                <a:lnTo>
                  <a:pt x="477" y="2444"/>
                </a:lnTo>
                <a:lnTo>
                  <a:pt x="476" y="2444"/>
                </a:lnTo>
                <a:lnTo>
                  <a:pt x="476" y="2443"/>
                </a:lnTo>
                <a:lnTo>
                  <a:pt x="475" y="2443"/>
                </a:lnTo>
                <a:lnTo>
                  <a:pt x="474" y="2443"/>
                </a:lnTo>
                <a:lnTo>
                  <a:pt x="473" y="2443"/>
                </a:lnTo>
                <a:lnTo>
                  <a:pt x="472" y="2443"/>
                </a:lnTo>
                <a:lnTo>
                  <a:pt x="471" y="2443"/>
                </a:lnTo>
                <a:lnTo>
                  <a:pt x="470" y="2444"/>
                </a:lnTo>
                <a:lnTo>
                  <a:pt x="469" y="2444"/>
                </a:lnTo>
                <a:lnTo>
                  <a:pt x="469" y="2443"/>
                </a:lnTo>
                <a:lnTo>
                  <a:pt x="468" y="2443"/>
                </a:lnTo>
                <a:lnTo>
                  <a:pt x="467" y="2443"/>
                </a:lnTo>
                <a:lnTo>
                  <a:pt x="466" y="2443"/>
                </a:lnTo>
                <a:lnTo>
                  <a:pt x="465" y="2443"/>
                </a:lnTo>
                <a:lnTo>
                  <a:pt x="465" y="2444"/>
                </a:lnTo>
                <a:lnTo>
                  <a:pt x="464" y="2445"/>
                </a:lnTo>
                <a:lnTo>
                  <a:pt x="464" y="2446"/>
                </a:lnTo>
                <a:lnTo>
                  <a:pt x="463" y="2446"/>
                </a:lnTo>
                <a:lnTo>
                  <a:pt x="462" y="2446"/>
                </a:lnTo>
                <a:lnTo>
                  <a:pt x="462" y="2445"/>
                </a:lnTo>
                <a:lnTo>
                  <a:pt x="461" y="2444"/>
                </a:lnTo>
                <a:lnTo>
                  <a:pt x="461" y="2443"/>
                </a:lnTo>
                <a:lnTo>
                  <a:pt x="460" y="2443"/>
                </a:lnTo>
                <a:lnTo>
                  <a:pt x="460" y="2441"/>
                </a:lnTo>
                <a:lnTo>
                  <a:pt x="460" y="2440"/>
                </a:lnTo>
                <a:lnTo>
                  <a:pt x="460" y="2439"/>
                </a:lnTo>
                <a:lnTo>
                  <a:pt x="459" y="2439"/>
                </a:lnTo>
                <a:lnTo>
                  <a:pt x="458" y="2439"/>
                </a:lnTo>
                <a:lnTo>
                  <a:pt x="457" y="2439"/>
                </a:lnTo>
                <a:lnTo>
                  <a:pt x="456" y="2439"/>
                </a:lnTo>
                <a:lnTo>
                  <a:pt x="455" y="2439"/>
                </a:lnTo>
                <a:lnTo>
                  <a:pt x="453" y="2440"/>
                </a:lnTo>
                <a:lnTo>
                  <a:pt x="452" y="2440"/>
                </a:lnTo>
                <a:lnTo>
                  <a:pt x="450" y="2439"/>
                </a:lnTo>
                <a:lnTo>
                  <a:pt x="449" y="2438"/>
                </a:lnTo>
                <a:lnTo>
                  <a:pt x="449" y="2437"/>
                </a:lnTo>
                <a:lnTo>
                  <a:pt x="448" y="2436"/>
                </a:lnTo>
                <a:lnTo>
                  <a:pt x="447" y="2436"/>
                </a:lnTo>
                <a:lnTo>
                  <a:pt x="446" y="2436"/>
                </a:lnTo>
                <a:lnTo>
                  <a:pt x="446" y="2437"/>
                </a:lnTo>
                <a:lnTo>
                  <a:pt x="446" y="2438"/>
                </a:lnTo>
                <a:lnTo>
                  <a:pt x="445" y="2439"/>
                </a:lnTo>
                <a:lnTo>
                  <a:pt x="445" y="2440"/>
                </a:lnTo>
                <a:lnTo>
                  <a:pt x="444" y="2441"/>
                </a:lnTo>
                <a:lnTo>
                  <a:pt x="443" y="2441"/>
                </a:lnTo>
                <a:lnTo>
                  <a:pt x="442" y="2440"/>
                </a:lnTo>
                <a:lnTo>
                  <a:pt x="441" y="2438"/>
                </a:lnTo>
                <a:lnTo>
                  <a:pt x="440" y="2435"/>
                </a:lnTo>
                <a:lnTo>
                  <a:pt x="439" y="2433"/>
                </a:lnTo>
                <a:lnTo>
                  <a:pt x="438" y="2432"/>
                </a:lnTo>
                <a:lnTo>
                  <a:pt x="437" y="2433"/>
                </a:lnTo>
                <a:lnTo>
                  <a:pt x="436" y="2434"/>
                </a:lnTo>
                <a:lnTo>
                  <a:pt x="435" y="2432"/>
                </a:lnTo>
                <a:lnTo>
                  <a:pt x="433" y="2429"/>
                </a:lnTo>
                <a:lnTo>
                  <a:pt x="433" y="2428"/>
                </a:lnTo>
                <a:lnTo>
                  <a:pt x="432" y="2426"/>
                </a:lnTo>
                <a:lnTo>
                  <a:pt x="431" y="2426"/>
                </a:lnTo>
                <a:lnTo>
                  <a:pt x="430" y="2426"/>
                </a:lnTo>
                <a:lnTo>
                  <a:pt x="430" y="2427"/>
                </a:lnTo>
                <a:lnTo>
                  <a:pt x="429" y="2428"/>
                </a:lnTo>
                <a:lnTo>
                  <a:pt x="429" y="2429"/>
                </a:lnTo>
                <a:lnTo>
                  <a:pt x="428" y="2430"/>
                </a:lnTo>
                <a:lnTo>
                  <a:pt x="427" y="2431"/>
                </a:lnTo>
                <a:lnTo>
                  <a:pt x="426" y="2430"/>
                </a:lnTo>
                <a:lnTo>
                  <a:pt x="424" y="2429"/>
                </a:lnTo>
                <a:lnTo>
                  <a:pt x="422" y="2428"/>
                </a:lnTo>
                <a:lnTo>
                  <a:pt x="421" y="2428"/>
                </a:lnTo>
                <a:lnTo>
                  <a:pt x="419" y="2429"/>
                </a:lnTo>
                <a:lnTo>
                  <a:pt x="418" y="2430"/>
                </a:lnTo>
                <a:lnTo>
                  <a:pt x="417" y="2430"/>
                </a:lnTo>
                <a:lnTo>
                  <a:pt x="416" y="2431"/>
                </a:lnTo>
                <a:lnTo>
                  <a:pt x="416" y="2432"/>
                </a:lnTo>
                <a:lnTo>
                  <a:pt x="416" y="2433"/>
                </a:lnTo>
                <a:lnTo>
                  <a:pt x="415" y="2434"/>
                </a:lnTo>
                <a:lnTo>
                  <a:pt x="414" y="2434"/>
                </a:lnTo>
                <a:lnTo>
                  <a:pt x="413" y="2434"/>
                </a:lnTo>
                <a:lnTo>
                  <a:pt x="411" y="2433"/>
                </a:lnTo>
                <a:lnTo>
                  <a:pt x="410" y="2434"/>
                </a:lnTo>
                <a:lnTo>
                  <a:pt x="409" y="2434"/>
                </a:lnTo>
                <a:lnTo>
                  <a:pt x="408" y="2435"/>
                </a:lnTo>
                <a:lnTo>
                  <a:pt x="408" y="2434"/>
                </a:lnTo>
                <a:lnTo>
                  <a:pt x="407" y="2432"/>
                </a:lnTo>
                <a:lnTo>
                  <a:pt x="406" y="2430"/>
                </a:lnTo>
                <a:lnTo>
                  <a:pt x="405" y="2428"/>
                </a:lnTo>
                <a:lnTo>
                  <a:pt x="404" y="2428"/>
                </a:lnTo>
                <a:lnTo>
                  <a:pt x="404" y="2427"/>
                </a:lnTo>
                <a:lnTo>
                  <a:pt x="403" y="2427"/>
                </a:lnTo>
                <a:lnTo>
                  <a:pt x="402" y="2427"/>
                </a:lnTo>
                <a:lnTo>
                  <a:pt x="402" y="2428"/>
                </a:lnTo>
                <a:lnTo>
                  <a:pt x="401" y="2430"/>
                </a:lnTo>
                <a:lnTo>
                  <a:pt x="401" y="2431"/>
                </a:lnTo>
                <a:lnTo>
                  <a:pt x="400" y="2431"/>
                </a:lnTo>
                <a:lnTo>
                  <a:pt x="398" y="2429"/>
                </a:lnTo>
                <a:lnTo>
                  <a:pt x="396" y="2428"/>
                </a:lnTo>
                <a:lnTo>
                  <a:pt x="395" y="2427"/>
                </a:lnTo>
                <a:lnTo>
                  <a:pt x="394" y="2427"/>
                </a:lnTo>
                <a:lnTo>
                  <a:pt x="393" y="2428"/>
                </a:lnTo>
                <a:lnTo>
                  <a:pt x="392" y="2427"/>
                </a:lnTo>
                <a:lnTo>
                  <a:pt x="393" y="2425"/>
                </a:lnTo>
                <a:lnTo>
                  <a:pt x="393" y="2424"/>
                </a:lnTo>
                <a:lnTo>
                  <a:pt x="392" y="2424"/>
                </a:lnTo>
                <a:lnTo>
                  <a:pt x="389" y="2422"/>
                </a:lnTo>
                <a:lnTo>
                  <a:pt x="386" y="2421"/>
                </a:lnTo>
                <a:lnTo>
                  <a:pt x="384" y="2420"/>
                </a:lnTo>
                <a:lnTo>
                  <a:pt x="383" y="2420"/>
                </a:lnTo>
                <a:lnTo>
                  <a:pt x="381" y="2420"/>
                </a:lnTo>
                <a:lnTo>
                  <a:pt x="379" y="2420"/>
                </a:lnTo>
                <a:lnTo>
                  <a:pt x="378" y="2420"/>
                </a:lnTo>
                <a:lnTo>
                  <a:pt x="375" y="2420"/>
                </a:lnTo>
                <a:lnTo>
                  <a:pt x="374" y="2420"/>
                </a:lnTo>
                <a:lnTo>
                  <a:pt x="372" y="2421"/>
                </a:lnTo>
                <a:lnTo>
                  <a:pt x="371" y="2421"/>
                </a:lnTo>
                <a:lnTo>
                  <a:pt x="370" y="2421"/>
                </a:lnTo>
                <a:lnTo>
                  <a:pt x="369" y="2421"/>
                </a:lnTo>
                <a:lnTo>
                  <a:pt x="368" y="2420"/>
                </a:lnTo>
                <a:lnTo>
                  <a:pt x="367" y="2419"/>
                </a:lnTo>
                <a:lnTo>
                  <a:pt x="366" y="2418"/>
                </a:lnTo>
                <a:lnTo>
                  <a:pt x="363" y="2417"/>
                </a:lnTo>
                <a:lnTo>
                  <a:pt x="361" y="2417"/>
                </a:lnTo>
                <a:lnTo>
                  <a:pt x="361" y="2416"/>
                </a:lnTo>
                <a:lnTo>
                  <a:pt x="360" y="2414"/>
                </a:lnTo>
                <a:lnTo>
                  <a:pt x="360" y="2413"/>
                </a:lnTo>
                <a:lnTo>
                  <a:pt x="361" y="2412"/>
                </a:lnTo>
                <a:lnTo>
                  <a:pt x="361" y="2411"/>
                </a:lnTo>
                <a:lnTo>
                  <a:pt x="360" y="2411"/>
                </a:lnTo>
                <a:lnTo>
                  <a:pt x="359" y="2411"/>
                </a:lnTo>
                <a:lnTo>
                  <a:pt x="358" y="2411"/>
                </a:lnTo>
                <a:lnTo>
                  <a:pt x="357" y="2410"/>
                </a:lnTo>
                <a:lnTo>
                  <a:pt x="357" y="2408"/>
                </a:lnTo>
                <a:lnTo>
                  <a:pt x="357" y="2406"/>
                </a:lnTo>
                <a:lnTo>
                  <a:pt x="357" y="2404"/>
                </a:lnTo>
                <a:lnTo>
                  <a:pt x="356" y="2403"/>
                </a:lnTo>
                <a:lnTo>
                  <a:pt x="355" y="2401"/>
                </a:lnTo>
                <a:lnTo>
                  <a:pt x="353" y="2400"/>
                </a:lnTo>
                <a:lnTo>
                  <a:pt x="353" y="2399"/>
                </a:lnTo>
                <a:lnTo>
                  <a:pt x="352" y="2398"/>
                </a:lnTo>
                <a:lnTo>
                  <a:pt x="351" y="2398"/>
                </a:lnTo>
                <a:lnTo>
                  <a:pt x="350" y="2399"/>
                </a:lnTo>
                <a:lnTo>
                  <a:pt x="348" y="2398"/>
                </a:lnTo>
                <a:lnTo>
                  <a:pt x="346" y="2398"/>
                </a:lnTo>
                <a:lnTo>
                  <a:pt x="344" y="2398"/>
                </a:lnTo>
                <a:lnTo>
                  <a:pt x="342" y="2398"/>
                </a:lnTo>
                <a:lnTo>
                  <a:pt x="341" y="2399"/>
                </a:lnTo>
                <a:lnTo>
                  <a:pt x="339" y="2399"/>
                </a:lnTo>
                <a:lnTo>
                  <a:pt x="338" y="2400"/>
                </a:lnTo>
                <a:lnTo>
                  <a:pt x="337" y="2400"/>
                </a:lnTo>
                <a:lnTo>
                  <a:pt x="335" y="2399"/>
                </a:lnTo>
                <a:lnTo>
                  <a:pt x="333" y="2398"/>
                </a:lnTo>
                <a:lnTo>
                  <a:pt x="332" y="2397"/>
                </a:lnTo>
                <a:lnTo>
                  <a:pt x="332" y="2396"/>
                </a:lnTo>
                <a:lnTo>
                  <a:pt x="331" y="2394"/>
                </a:lnTo>
                <a:lnTo>
                  <a:pt x="330" y="2394"/>
                </a:lnTo>
                <a:lnTo>
                  <a:pt x="329" y="2393"/>
                </a:lnTo>
                <a:lnTo>
                  <a:pt x="328" y="2392"/>
                </a:lnTo>
                <a:lnTo>
                  <a:pt x="327" y="2391"/>
                </a:lnTo>
                <a:lnTo>
                  <a:pt x="326" y="2389"/>
                </a:lnTo>
                <a:lnTo>
                  <a:pt x="325" y="2388"/>
                </a:lnTo>
                <a:lnTo>
                  <a:pt x="323" y="2387"/>
                </a:lnTo>
                <a:lnTo>
                  <a:pt x="322" y="2385"/>
                </a:lnTo>
                <a:lnTo>
                  <a:pt x="321" y="2385"/>
                </a:lnTo>
                <a:lnTo>
                  <a:pt x="320" y="2382"/>
                </a:lnTo>
                <a:lnTo>
                  <a:pt x="319" y="2379"/>
                </a:lnTo>
                <a:lnTo>
                  <a:pt x="318" y="2377"/>
                </a:lnTo>
                <a:lnTo>
                  <a:pt x="316" y="2377"/>
                </a:lnTo>
                <a:lnTo>
                  <a:pt x="316" y="2376"/>
                </a:lnTo>
                <a:lnTo>
                  <a:pt x="315" y="2376"/>
                </a:lnTo>
                <a:lnTo>
                  <a:pt x="314" y="2375"/>
                </a:lnTo>
                <a:lnTo>
                  <a:pt x="312" y="2374"/>
                </a:lnTo>
                <a:lnTo>
                  <a:pt x="311" y="2373"/>
                </a:lnTo>
                <a:lnTo>
                  <a:pt x="310" y="2372"/>
                </a:lnTo>
                <a:lnTo>
                  <a:pt x="309" y="2371"/>
                </a:lnTo>
                <a:lnTo>
                  <a:pt x="308" y="2372"/>
                </a:lnTo>
                <a:lnTo>
                  <a:pt x="307" y="2372"/>
                </a:lnTo>
                <a:lnTo>
                  <a:pt x="306" y="2373"/>
                </a:lnTo>
                <a:lnTo>
                  <a:pt x="305" y="2373"/>
                </a:lnTo>
                <a:lnTo>
                  <a:pt x="304" y="2373"/>
                </a:lnTo>
                <a:lnTo>
                  <a:pt x="304" y="2372"/>
                </a:lnTo>
                <a:lnTo>
                  <a:pt x="303" y="2373"/>
                </a:lnTo>
                <a:lnTo>
                  <a:pt x="302" y="2373"/>
                </a:lnTo>
                <a:lnTo>
                  <a:pt x="301" y="2373"/>
                </a:lnTo>
                <a:lnTo>
                  <a:pt x="301" y="2372"/>
                </a:lnTo>
                <a:lnTo>
                  <a:pt x="299" y="2371"/>
                </a:lnTo>
                <a:lnTo>
                  <a:pt x="298" y="2369"/>
                </a:lnTo>
                <a:lnTo>
                  <a:pt x="296" y="2368"/>
                </a:lnTo>
                <a:lnTo>
                  <a:pt x="294" y="2367"/>
                </a:lnTo>
                <a:lnTo>
                  <a:pt x="293" y="2365"/>
                </a:lnTo>
                <a:lnTo>
                  <a:pt x="293" y="2363"/>
                </a:lnTo>
                <a:lnTo>
                  <a:pt x="293" y="2362"/>
                </a:lnTo>
                <a:lnTo>
                  <a:pt x="291" y="2360"/>
                </a:lnTo>
                <a:lnTo>
                  <a:pt x="290" y="2359"/>
                </a:lnTo>
                <a:lnTo>
                  <a:pt x="289" y="2357"/>
                </a:lnTo>
                <a:lnTo>
                  <a:pt x="288" y="2354"/>
                </a:lnTo>
                <a:lnTo>
                  <a:pt x="288" y="2353"/>
                </a:lnTo>
                <a:lnTo>
                  <a:pt x="287" y="2353"/>
                </a:lnTo>
                <a:lnTo>
                  <a:pt x="286" y="2353"/>
                </a:lnTo>
                <a:lnTo>
                  <a:pt x="284" y="2352"/>
                </a:lnTo>
                <a:lnTo>
                  <a:pt x="277" y="2352"/>
                </a:lnTo>
                <a:lnTo>
                  <a:pt x="276" y="2352"/>
                </a:lnTo>
                <a:lnTo>
                  <a:pt x="275" y="2352"/>
                </a:lnTo>
                <a:lnTo>
                  <a:pt x="274" y="2351"/>
                </a:lnTo>
                <a:lnTo>
                  <a:pt x="274" y="2350"/>
                </a:lnTo>
                <a:lnTo>
                  <a:pt x="274" y="2349"/>
                </a:lnTo>
                <a:lnTo>
                  <a:pt x="274" y="2347"/>
                </a:lnTo>
                <a:lnTo>
                  <a:pt x="274" y="2346"/>
                </a:lnTo>
                <a:lnTo>
                  <a:pt x="273" y="2345"/>
                </a:lnTo>
                <a:lnTo>
                  <a:pt x="272" y="2342"/>
                </a:lnTo>
                <a:lnTo>
                  <a:pt x="271" y="2340"/>
                </a:lnTo>
                <a:lnTo>
                  <a:pt x="271" y="2339"/>
                </a:lnTo>
                <a:lnTo>
                  <a:pt x="270" y="2338"/>
                </a:lnTo>
                <a:lnTo>
                  <a:pt x="269" y="2336"/>
                </a:lnTo>
                <a:lnTo>
                  <a:pt x="268" y="2336"/>
                </a:lnTo>
                <a:lnTo>
                  <a:pt x="268" y="2334"/>
                </a:lnTo>
                <a:lnTo>
                  <a:pt x="269" y="2333"/>
                </a:lnTo>
                <a:lnTo>
                  <a:pt x="269" y="2330"/>
                </a:lnTo>
                <a:lnTo>
                  <a:pt x="268" y="2329"/>
                </a:lnTo>
                <a:lnTo>
                  <a:pt x="266" y="2328"/>
                </a:lnTo>
                <a:lnTo>
                  <a:pt x="264" y="2328"/>
                </a:lnTo>
                <a:lnTo>
                  <a:pt x="263" y="2327"/>
                </a:lnTo>
                <a:lnTo>
                  <a:pt x="262" y="2326"/>
                </a:lnTo>
                <a:lnTo>
                  <a:pt x="262" y="2325"/>
                </a:lnTo>
                <a:lnTo>
                  <a:pt x="262" y="2324"/>
                </a:lnTo>
                <a:lnTo>
                  <a:pt x="261" y="2323"/>
                </a:lnTo>
                <a:lnTo>
                  <a:pt x="260" y="2323"/>
                </a:lnTo>
                <a:lnTo>
                  <a:pt x="259" y="2324"/>
                </a:lnTo>
                <a:lnTo>
                  <a:pt x="258" y="2324"/>
                </a:lnTo>
                <a:lnTo>
                  <a:pt x="257" y="2323"/>
                </a:lnTo>
                <a:lnTo>
                  <a:pt x="255" y="2322"/>
                </a:lnTo>
                <a:lnTo>
                  <a:pt x="254" y="2321"/>
                </a:lnTo>
                <a:lnTo>
                  <a:pt x="254" y="2320"/>
                </a:lnTo>
                <a:lnTo>
                  <a:pt x="254" y="2319"/>
                </a:lnTo>
                <a:lnTo>
                  <a:pt x="254" y="2317"/>
                </a:lnTo>
                <a:lnTo>
                  <a:pt x="254" y="2316"/>
                </a:lnTo>
                <a:lnTo>
                  <a:pt x="253" y="2314"/>
                </a:lnTo>
                <a:lnTo>
                  <a:pt x="253" y="2312"/>
                </a:lnTo>
                <a:lnTo>
                  <a:pt x="253" y="2311"/>
                </a:lnTo>
                <a:lnTo>
                  <a:pt x="253" y="2309"/>
                </a:lnTo>
                <a:lnTo>
                  <a:pt x="255" y="2308"/>
                </a:lnTo>
                <a:lnTo>
                  <a:pt x="257" y="2307"/>
                </a:lnTo>
                <a:lnTo>
                  <a:pt x="258" y="2307"/>
                </a:lnTo>
                <a:lnTo>
                  <a:pt x="258" y="2306"/>
                </a:lnTo>
                <a:lnTo>
                  <a:pt x="258" y="2305"/>
                </a:lnTo>
                <a:lnTo>
                  <a:pt x="258" y="2303"/>
                </a:lnTo>
                <a:lnTo>
                  <a:pt x="258" y="2301"/>
                </a:lnTo>
                <a:lnTo>
                  <a:pt x="259" y="2300"/>
                </a:lnTo>
                <a:lnTo>
                  <a:pt x="260" y="2298"/>
                </a:lnTo>
                <a:lnTo>
                  <a:pt x="262" y="2297"/>
                </a:lnTo>
                <a:lnTo>
                  <a:pt x="262" y="2296"/>
                </a:lnTo>
                <a:lnTo>
                  <a:pt x="262" y="2295"/>
                </a:lnTo>
                <a:lnTo>
                  <a:pt x="262" y="2293"/>
                </a:lnTo>
                <a:lnTo>
                  <a:pt x="261" y="2291"/>
                </a:lnTo>
                <a:lnTo>
                  <a:pt x="261" y="2290"/>
                </a:lnTo>
                <a:lnTo>
                  <a:pt x="260" y="2289"/>
                </a:lnTo>
                <a:lnTo>
                  <a:pt x="259" y="2289"/>
                </a:lnTo>
                <a:lnTo>
                  <a:pt x="258" y="2288"/>
                </a:lnTo>
                <a:lnTo>
                  <a:pt x="256" y="2289"/>
                </a:lnTo>
                <a:lnTo>
                  <a:pt x="255" y="2290"/>
                </a:lnTo>
                <a:lnTo>
                  <a:pt x="255" y="2292"/>
                </a:lnTo>
                <a:lnTo>
                  <a:pt x="254" y="2293"/>
                </a:lnTo>
                <a:lnTo>
                  <a:pt x="252" y="2293"/>
                </a:lnTo>
                <a:lnTo>
                  <a:pt x="251" y="2294"/>
                </a:lnTo>
                <a:lnTo>
                  <a:pt x="249" y="2295"/>
                </a:lnTo>
                <a:lnTo>
                  <a:pt x="248" y="2295"/>
                </a:lnTo>
                <a:lnTo>
                  <a:pt x="247" y="2294"/>
                </a:lnTo>
                <a:lnTo>
                  <a:pt x="246" y="2293"/>
                </a:lnTo>
                <a:lnTo>
                  <a:pt x="245" y="2292"/>
                </a:lnTo>
                <a:lnTo>
                  <a:pt x="243" y="2292"/>
                </a:lnTo>
                <a:lnTo>
                  <a:pt x="241" y="2292"/>
                </a:lnTo>
                <a:lnTo>
                  <a:pt x="240" y="2292"/>
                </a:lnTo>
                <a:lnTo>
                  <a:pt x="239" y="2293"/>
                </a:lnTo>
                <a:lnTo>
                  <a:pt x="238" y="2294"/>
                </a:lnTo>
                <a:lnTo>
                  <a:pt x="236" y="2295"/>
                </a:lnTo>
                <a:lnTo>
                  <a:pt x="235" y="2296"/>
                </a:lnTo>
                <a:lnTo>
                  <a:pt x="234" y="2297"/>
                </a:lnTo>
                <a:lnTo>
                  <a:pt x="233" y="2297"/>
                </a:lnTo>
                <a:lnTo>
                  <a:pt x="232" y="2296"/>
                </a:lnTo>
                <a:lnTo>
                  <a:pt x="230" y="2295"/>
                </a:lnTo>
                <a:lnTo>
                  <a:pt x="227" y="2294"/>
                </a:lnTo>
                <a:lnTo>
                  <a:pt x="226" y="2293"/>
                </a:lnTo>
                <a:lnTo>
                  <a:pt x="224" y="2292"/>
                </a:lnTo>
                <a:lnTo>
                  <a:pt x="223" y="2293"/>
                </a:lnTo>
                <a:lnTo>
                  <a:pt x="222" y="2294"/>
                </a:lnTo>
                <a:lnTo>
                  <a:pt x="222" y="2295"/>
                </a:lnTo>
                <a:lnTo>
                  <a:pt x="222" y="2297"/>
                </a:lnTo>
                <a:lnTo>
                  <a:pt x="222" y="2299"/>
                </a:lnTo>
                <a:lnTo>
                  <a:pt x="222" y="2300"/>
                </a:lnTo>
                <a:lnTo>
                  <a:pt x="220" y="2299"/>
                </a:lnTo>
                <a:lnTo>
                  <a:pt x="219" y="2297"/>
                </a:lnTo>
                <a:lnTo>
                  <a:pt x="217" y="2296"/>
                </a:lnTo>
                <a:lnTo>
                  <a:pt x="216" y="2296"/>
                </a:lnTo>
                <a:lnTo>
                  <a:pt x="215" y="2296"/>
                </a:lnTo>
                <a:lnTo>
                  <a:pt x="214" y="2295"/>
                </a:lnTo>
                <a:lnTo>
                  <a:pt x="213" y="2295"/>
                </a:lnTo>
                <a:lnTo>
                  <a:pt x="213" y="2293"/>
                </a:lnTo>
                <a:lnTo>
                  <a:pt x="212" y="2293"/>
                </a:lnTo>
                <a:lnTo>
                  <a:pt x="210" y="2293"/>
                </a:lnTo>
                <a:lnTo>
                  <a:pt x="208" y="2292"/>
                </a:lnTo>
                <a:lnTo>
                  <a:pt x="206" y="2292"/>
                </a:lnTo>
                <a:lnTo>
                  <a:pt x="204" y="2291"/>
                </a:lnTo>
                <a:lnTo>
                  <a:pt x="201" y="2291"/>
                </a:lnTo>
                <a:lnTo>
                  <a:pt x="200" y="2292"/>
                </a:lnTo>
                <a:lnTo>
                  <a:pt x="199" y="2292"/>
                </a:lnTo>
                <a:lnTo>
                  <a:pt x="198" y="2292"/>
                </a:lnTo>
                <a:lnTo>
                  <a:pt x="196" y="2292"/>
                </a:lnTo>
                <a:lnTo>
                  <a:pt x="194" y="2292"/>
                </a:lnTo>
                <a:lnTo>
                  <a:pt x="192" y="2291"/>
                </a:lnTo>
                <a:lnTo>
                  <a:pt x="191" y="2290"/>
                </a:lnTo>
                <a:lnTo>
                  <a:pt x="190" y="2290"/>
                </a:lnTo>
                <a:lnTo>
                  <a:pt x="189" y="2288"/>
                </a:lnTo>
                <a:lnTo>
                  <a:pt x="188" y="2287"/>
                </a:lnTo>
                <a:lnTo>
                  <a:pt x="189" y="2286"/>
                </a:lnTo>
                <a:lnTo>
                  <a:pt x="190" y="2284"/>
                </a:lnTo>
                <a:lnTo>
                  <a:pt x="191" y="2282"/>
                </a:lnTo>
                <a:lnTo>
                  <a:pt x="192" y="2281"/>
                </a:lnTo>
                <a:lnTo>
                  <a:pt x="192" y="2278"/>
                </a:lnTo>
                <a:lnTo>
                  <a:pt x="193" y="2276"/>
                </a:lnTo>
                <a:lnTo>
                  <a:pt x="195" y="2274"/>
                </a:lnTo>
                <a:lnTo>
                  <a:pt x="195" y="2273"/>
                </a:lnTo>
                <a:lnTo>
                  <a:pt x="195" y="2271"/>
                </a:lnTo>
                <a:lnTo>
                  <a:pt x="195" y="2269"/>
                </a:lnTo>
                <a:lnTo>
                  <a:pt x="195" y="2267"/>
                </a:lnTo>
                <a:lnTo>
                  <a:pt x="194" y="2265"/>
                </a:lnTo>
                <a:lnTo>
                  <a:pt x="193" y="2263"/>
                </a:lnTo>
                <a:lnTo>
                  <a:pt x="192" y="2259"/>
                </a:lnTo>
                <a:lnTo>
                  <a:pt x="191" y="2255"/>
                </a:lnTo>
                <a:lnTo>
                  <a:pt x="191" y="2254"/>
                </a:lnTo>
                <a:lnTo>
                  <a:pt x="191" y="2253"/>
                </a:lnTo>
                <a:lnTo>
                  <a:pt x="191" y="2252"/>
                </a:lnTo>
                <a:lnTo>
                  <a:pt x="192" y="2250"/>
                </a:lnTo>
                <a:lnTo>
                  <a:pt x="192" y="2249"/>
                </a:lnTo>
                <a:lnTo>
                  <a:pt x="192" y="2248"/>
                </a:lnTo>
                <a:lnTo>
                  <a:pt x="191" y="2248"/>
                </a:lnTo>
                <a:lnTo>
                  <a:pt x="190" y="2247"/>
                </a:lnTo>
                <a:lnTo>
                  <a:pt x="188" y="2246"/>
                </a:lnTo>
                <a:lnTo>
                  <a:pt x="187" y="2245"/>
                </a:lnTo>
                <a:lnTo>
                  <a:pt x="185" y="2245"/>
                </a:lnTo>
                <a:lnTo>
                  <a:pt x="184" y="2244"/>
                </a:lnTo>
                <a:lnTo>
                  <a:pt x="183" y="2245"/>
                </a:lnTo>
                <a:lnTo>
                  <a:pt x="182" y="2245"/>
                </a:lnTo>
                <a:lnTo>
                  <a:pt x="181" y="2245"/>
                </a:lnTo>
                <a:lnTo>
                  <a:pt x="181" y="2246"/>
                </a:lnTo>
                <a:lnTo>
                  <a:pt x="180" y="2246"/>
                </a:lnTo>
                <a:lnTo>
                  <a:pt x="179" y="2246"/>
                </a:lnTo>
                <a:lnTo>
                  <a:pt x="179" y="2245"/>
                </a:lnTo>
                <a:lnTo>
                  <a:pt x="178" y="2245"/>
                </a:lnTo>
                <a:lnTo>
                  <a:pt x="177" y="2245"/>
                </a:lnTo>
                <a:lnTo>
                  <a:pt x="176" y="2244"/>
                </a:lnTo>
                <a:lnTo>
                  <a:pt x="176" y="2243"/>
                </a:lnTo>
                <a:lnTo>
                  <a:pt x="175" y="2242"/>
                </a:lnTo>
                <a:lnTo>
                  <a:pt x="174" y="2241"/>
                </a:lnTo>
                <a:lnTo>
                  <a:pt x="173" y="2239"/>
                </a:lnTo>
                <a:lnTo>
                  <a:pt x="172" y="2236"/>
                </a:lnTo>
                <a:lnTo>
                  <a:pt x="172" y="2234"/>
                </a:lnTo>
                <a:lnTo>
                  <a:pt x="172" y="2233"/>
                </a:lnTo>
                <a:lnTo>
                  <a:pt x="173" y="2233"/>
                </a:lnTo>
                <a:lnTo>
                  <a:pt x="173" y="2232"/>
                </a:lnTo>
                <a:lnTo>
                  <a:pt x="172" y="2232"/>
                </a:lnTo>
                <a:lnTo>
                  <a:pt x="172" y="2231"/>
                </a:lnTo>
                <a:lnTo>
                  <a:pt x="173" y="2230"/>
                </a:lnTo>
                <a:lnTo>
                  <a:pt x="173" y="2229"/>
                </a:lnTo>
                <a:lnTo>
                  <a:pt x="172" y="2228"/>
                </a:lnTo>
                <a:lnTo>
                  <a:pt x="172" y="2227"/>
                </a:lnTo>
                <a:lnTo>
                  <a:pt x="172" y="2225"/>
                </a:lnTo>
                <a:lnTo>
                  <a:pt x="173" y="2224"/>
                </a:lnTo>
                <a:lnTo>
                  <a:pt x="174" y="2223"/>
                </a:lnTo>
                <a:lnTo>
                  <a:pt x="174" y="2222"/>
                </a:lnTo>
                <a:lnTo>
                  <a:pt x="173" y="2220"/>
                </a:lnTo>
                <a:lnTo>
                  <a:pt x="173" y="2219"/>
                </a:lnTo>
                <a:lnTo>
                  <a:pt x="173" y="2218"/>
                </a:lnTo>
                <a:lnTo>
                  <a:pt x="173" y="2217"/>
                </a:lnTo>
                <a:lnTo>
                  <a:pt x="175" y="2218"/>
                </a:lnTo>
                <a:lnTo>
                  <a:pt x="177" y="2217"/>
                </a:lnTo>
                <a:lnTo>
                  <a:pt x="179" y="2217"/>
                </a:lnTo>
                <a:lnTo>
                  <a:pt x="180" y="2217"/>
                </a:lnTo>
                <a:lnTo>
                  <a:pt x="180" y="2216"/>
                </a:lnTo>
                <a:lnTo>
                  <a:pt x="179" y="2215"/>
                </a:lnTo>
                <a:lnTo>
                  <a:pt x="180" y="2215"/>
                </a:lnTo>
                <a:lnTo>
                  <a:pt x="180" y="2214"/>
                </a:lnTo>
                <a:lnTo>
                  <a:pt x="181" y="2214"/>
                </a:lnTo>
                <a:lnTo>
                  <a:pt x="183" y="2215"/>
                </a:lnTo>
                <a:lnTo>
                  <a:pt x="184" y="2215"/>
                </a:lnTo>
                <a:lnTo>
                  <a:pt x="185" y="2215"/>
                </a:lnTo>
                <a:lnTo>
                  <a:pt x="186" y="2215"/>
                </a:lnTo>
                <a:lnTo>
                  <a:pt x="187" y="2215"/>
                </a:lnTo>
                <a:lnTo>
                  <a:pt x="188" y="2214"/>
                </a:lnTo>
                <a:lnTo>
                  <a:pt x="188" y="2213"/>
                </a:lnTo>
                <a:lnTo>
                  <a:pt x="189" y="2210"/>
                </a:lnTo>
                <a:lnTo>
                  <a:pt x="189" y="2209"/>
                </a:lnTo>
                <a:lnTo>
                  <a:pt x="189" y="2206"/>
                </a:lnTo>
                <a:lnTo>
                  <a:pt x="190" y="2206"/>
                </a:lnTo>
                <a:lnTo>
                  <a:pt x="190" y="2205"/>
                </a:lnTo>
                <a:lnTo>
                  <a:pt x="190" y="2203"/>
                </a:lnTo>
                <a:lnTo>
                  <a:pt x="190" y="2202"/>
                </a:lnTo>
                <a:lnTo>
                  <a:pt x="191" y="2202"/>
                </a:lnTo>
                <a:lnTo>
                  <a:pt x="192" y="2202"/>
                </a:lnTo>
                <a:lnTo>
                  <a:pt x="194" y="2203"/>
                </a:lnTo>
                <a:lnTo>
                  <a:pt x="196" y="2204"/>
                </a:lnTo>
                <a:lnTo>
                  <a:pt x="197" y="2205"/>
                </a:lnTo>
                <a:lnTo>
                  <a:pt x="198" y="2206"/>
                </a:lnTo>
                <a:lnTo>
                  <a:pt x="199" y="2205"/>
                </a:lnTo>
                <a:lnTo>
                  <a:pt x="200" y="2204"/>
                </a:lnTo>
                <a:lnTo>
                  <a:pt x="200" y="2202"/>
                </a:lnTo>
                <a:lnTo>
                  <a:pt x="198" y="2200"/>
                </a:lnTo>
                <a:lnTo>
                  <a:pt x="198" y="2198"/>
                </a:lnTo>
                <a:lnTo>
                  <a:pt x="197" y="2197"/>
                </a:lnTo>
                <a:lnTo>
                  <a:pt x="197" y="2196"/>
                </a:lnTo>
                <a:lnTo>
                  <a:pt x="196" y="2194"/>
                </a:lnTo>
                <a:lnTo>
                  <a:pt x="196" y="2192"/>
                </a:lnTo>
                <a:lnTo>
                  <a:pt x="197" y="2191"/>
                </a:lnTo>
                <a:lnTo>
                  <a:pt x="196" y="2189"/>
                </a:lnTo>
                <a:lnTo>
                  <a:pt x="196" y="2188"/>
                </a:lnTo>
                <a:lnTo>
                  <a:pt x="194" y="2187"/>
                </a:lnTo>
                <a:lnTo>
                  <a:pt x="194" y="2186"/>
                </a:lnTo>
                <a:lnTo>
                  <a:pt x="193" y="2185"/>
                </a:lnTo>
                <a:lnTo>
                  <a:pt x="193" y="2184"/>
                </a:lnTo>
                <a:lnTo>
                  <a:pt x="193" y="2182"/>
                </a:lnTo>
                <a:lnTo>
                  <a:pt x="193" y="2180"/>
                </a:lnTo>
                <a:lnTo>
                  <a:pt x="193" y="2179"/>
                </a:lnTo>
                <a:lnTo>
                  <a:pt x="194" y="2179"/>
                </a:lnTo>
                <a:lnTo>
                  <a:pt x="194" y="2177"/>
                </a:lnTo>
                <a:lnTo>
                  <a:pt x="197" y="2175"/>
                </a:lnTo>
                <a:lnTo>
                  <a:pt x="197" y="2174"/>
                </a:lnTo>
                <a:lnTo>
                  <a:pt x="199" y="2173"/>
                </a:lnTo>
                <a:lnTo>
                  <a:pt x="201" y="2172"/>
                </a:lnTo>
                <a:lnTo>
                  <a:pt x="202" y="2171"/>
                </a:lnTo>
                <a:lnTo>
                  <a:pt x="204" y="2171"/>
                </a:lnTo>
                <a:lnTo>
                  <a:pt x="204" y="2169"/>
                </a:lnTo>
                <a:lnTo>
                  <a:pt x="205" y="2165"/>
                </a:lnTo>
                <a:lnTo>
                  <a:pt x="205" y="2163"/>
                </a:lnTo>
                <a:lnTo>
                  <a:pt x="205" y="2162"/>
                </a:lnTo>
                <a:lnTo>
                  <a:pt x="204" y="2160"/>
                </a:lnTo>
                <a:lnTo>
                  <a:pt x="204" y="2158"/>
                </a:lnTo>
                <a:lnTo>
                  <a:pt x="204" y="2157"/>
                </a:lnTo>
                <a:lnTo>
                  <a:pt x="204" y="2156"/>
                </a:lnTo>
                <a:lnTo>
                  <a:pt x="205" y="2156"/>
                </a:lnTo>
                <a:lnTo>
                  <a:pt x="205" y="2155"/>
                </a:lnTo>
                <a:lnTo>
                  <a:pt x="205" y="2154"/>
                </a:lnTo>
                <a:lnTo>
                  <a:pt x="204" y="2153"/>
                </a:lnTo>
                <a:lnTo>
                  <a:pt x="203" y="2152"/>
                </a:lnTo>
                <a:lnTo>
                  <a:pt x="203" y="2151"/>
                </a:lnTo>
                <a:lnTo>
                  <a:pt x="204" y="2149"/>
                </a:lnTo>
                <a:lnTo>
                  <a:pt x="204" y="2148"/>
                </a:lnTo>
                <a:lnTo>
                  <a:pt x="203" y="2147"/>
                </a:lnTo>
                <a:lnTo>
                  <a:pt x="203" y="2146"/>
                </a:lnTo>
                <a:lnTo>
                  <a:pt x="202" y="2145"/>
                </a:lnTo>
                <a:lnTo>
                  <a:pt x="201" y="2144"/>
                </a:lnTo>
                <a:lnTo>
                  <a:pt x="201" y="2142"/>
                </a:lnTo>
                <a:lnTo>
                  <a:pt x="201" y="2140"/>
                </a:lnTo>
                <a:lnTo>
                  <a:pt x="201" y="2139"/>
                </a:lnTo>
                <a:lnTo>
                  <a:pt x="201" y="2138"/>
                </a:lnTo>
                <a:lnTo>
                  <a:pt x="201" y="2136"/>
                </a:lnTo>
                <a:lnTo>
                  <a:pt x="200" y="2134"/>
                </a:lnTo>
                <a:lnTo>
                  <a:pt x="200" y="2132"/>
                </a:lnTo>
                <a:lnTo>
                  <a:pt x="199" y="2131"/>
                </a:lnTo>
                <a:lnTo>
                  <a:pt x="199" y="2130"/>
                </a:lnTo>
                <a:lnTo>
                  <a:pt x="199" y="2129"/>
                </a:lnTo>
                <a:lnTo>
                  <a:pt x="200" y="2129"/>
                </a:lnTo>
                <a:lnTo>
                  <a:pt x="200" y="2128"/>
                </a:lnTo>
                <a:lnTo>
                  <a:pt x="201" y="2127"/>
                </a:lnTo>
                <a:lnTo>
                  <a:pt x="202" y="2125"/>
                </a:lnTo>
                <a:lnTo>
                  <a:pt x="202" y="2124"/>
                </a:lnTo>
                <a:lnTo>
                  <a:pt x="201" y="2123"/>
                </a:lnTo>
                <a:lnTo>
                  <a:pt x="200" y="2120"/>
                </a:lnTo>
                <a:lnTo>
                  <a:pt x="199" y="2119"/>
                </a:lnTo>
                <a:lnTo>
                  <a:pt x="199" y="2118"/>
                </a:lnTo>
                <a:lnTo>
                  <a:pt x="199" y="2117"/>
                </a:lnTo>
                <a:lnTo>
                  <a:pt x="198" y="2117"/>
                </a:lnTo>
                <a:lnTo>
                  <a:pt x="197" y="2116"/>
                </a:lnTo>
                <a:lnTo>
                  <a:pt x="196" y="2115"/>
                </a:lnTo>
                <a:lnTo>
                  <a:pt x="195" y="2112"/>
                </a:lnTo>
                <a:lnTo>
                  <a:pt x="195" y="2111"/>
                </a:lnTo>
                <a:lnTo>
                  <a:pt x="194" y="2108"/>
                </a:lnTo>
                <a:lnTo>
                  <a:pt x="191" y="2104"/>
                </a:lnTo>
                <a:lnTo>
                  <a:pt x="190" y="2101"/>
                </a:lnTo>
                <a:lnTo>
                  <a:pt x="188" y="2100"/>
                </a:lnTo>
                <a:lnTo>
                  <a:pt x="187" y="2099"/>
                </a:lnTo>
                <a:lnTo>
                  <a:pt x="187" y="2097"/>
                </a:lnTo>
                <a:lnTo>
                  <a:pt x="186" y="2097"/>
                </a:lnTo>
                <a:lnTo>
                  <a:pt x="186" y="2096"/>
                </a:lnTo>
                <a:lnTo>
                  <a:pt x="185" y="2095"/>
                </a:lnTo>
                <a:lnTo>
                  <a:pt x="186" y="2094"/>
                </a:lnTo>
                <a:lnTo>
                  <a:pt x="185" y="2094"/>
                </a:lnTo>
                <a:lnTo>
                  <a:pt x="184" y="2093"/>
                </a:lnTo>
                <a:lnTo>
                  <a:pt x="183" y="2093"/>
                </a:lnTo>
                <a:lnTo>
                  <a:pt x="182" y="2092"/>
                </a:lnTo>
                <a:lnTo>
                  <a:pt x="182" y="2091"/>
                </a:lnTo>
                <a:lnTo>
                  <a:pt x="181" y="2090"/>
                </a:lnTo>
                <a:lnTo>
                  <a:pt x="180" y="2088"/>
                </a:lnTo>
                <a:lnTo>
                  <a:pt x="179" y="2087"/>
                </a:lnTo>
                <a:lnTo>
                  <a:pt x="178" y="2086"/>
                </a:lnTo>
                <a:lnTo>
                  <a:pt x="178" y="2085"/>
                </a:lnTo>
                <a:lnTo>
                  <a:pt x="177" y="2085"/>
                </a:lnTo>
                <a:lnTo>
                  <a:pt x="176" y="2085"/>
                </a:lnTo>
                <a:lnTo>
                  <a:pt x="175" y="2085"/>
                </a:lnTo>
                <a:lnTo>
                  <a:pt x="174" y="2085"/>
                </a:lnTo>
                <a:lnTo>
                  <a:pt x="173" y="2085"/>
                </a:lnTo>
                <a:lnTo>
                  <a:pt x="173" y="2083"/>
                </a:lnTo>
                <a:lnTo>
                  <a:pt x="172" y="2081"/>
                </a:lnTo>
                <a:lnTo>
                  <a:pt x="171" y="2080"/>
                </a:lnTo>
                <a:lnTo>
                  <a:pt x="169" y="2079"/>
                </a:lnTo>
                <a:lnTo>
                  <a:pt x="168" y="2078"/>
                </a:lnTo>
                <a:lnTo>
                  <a:pt x="166" y="2077"/>
                </a:lnTo>
                <a:lnTo>
                  <a:pt x="165" y="2077"/>
                </a:lnTo>
                <a:lnTo>
                  <a:pt x="163" y="2077"/>
                </a:lnTo>
                <a:lnTo>
                  <a:pt x="161" y="2076"/>
                </a:lnTo>
                <a:lnTo>
                  <a:pt x="159" y="2076"/>
                </a:lnTo>
                <a:lnTo>
                  <a:pt x="158" y="2077"/>
                </a:lnTo>
                <a:lnTo>
                  <a:pt x="157" y="2077"/>
                </a:lnTo>
                <a:lnTo>
                  <a:pt x="156" y="2077"/>
                </a:lnTo>
                <a:lnTo>
                  <a:pt x="156" y="2076"/>
                </a:lnTo>
                <a:lnTo>
                  <a:pt x="155" y="2075"/>
                </a:lnTo>
                <a:lnTo>
                  <a:pt x="155" y="2074"/>
                </a:lnTo>
                <a:lnTo>
                  <a:pt x="154" y="2073"/>
                </a:lnTo>
                <a:lnTo>
                  <a:pt x="152" y="2073"/>
                </a:lnTo>
                <a:lnTo>
                  <a:pt x="151" y="2073"/>
                </a:lnTo>
                <a:lnTo>
                  <a:pt x="150" y="2072"/>
                </a:lnTo>
                <a:lnTo>
                  <a:pt x="149" y="2073"/>
                </a:lnTo>
                <a:lnTo>
                  <a:pt x="149" y="2074"/>
                </a:lnTo>
                <a:lnTo>
                  <a:pt x="148" y="2076"/>
                </a:lnTo>
                <a:lnTo>
                  <a:pt x="147" y="2079"/>
                </a:lnTo>
                <a:lnTo>
                  <a:pt x="147" y="2080"/>
                </a:lnTo>
                <a:lnTo>
                  <a:pt x="146" y="2081"/>
                </a:lnTo>
                <a:lnTo>
                  <a:pt x="145" y="2081"/>
                </a:lnTo>
                <a:lnTo>
                  <a:pt x="145" y="2080"/>
                </a:lnTo>
                <a:lnTo>
                  <a:pt x="144" y="2079"/>
                </a:lnTo>
                <a:lnTo>
                  <a:pt x="143" y="2078"/>
                </a:lnTo>
                <a:lnTo>
                  <a:pt x="143" y="2077"/>
                </a:lnTo>
                <a:lnTo>
                  <a:pt x="143" y="2076"/>
                </a:lnTo>
                <a:lnTo>
                  <a:pt x="142" y="2076"/>
                </a:lnTo>
                <a:lnTo>
                  <a:pt x="140" y="2077"/>
                </a:lnTo>
                <a:lnTo>
                  <a:pt x="138" y="2078"/>
                </a:lnTo>
                <a:lnTo>
                  <a:pt x="137" y="2079"/>
                </a:lnTo>
                <a:lnTo>
                  <a:pt x="136" y="2079"/>
                </a:lnTo>
                <a:lnTo>
                  <a:pt x="135" y="2078"/>
                </a:lnTo>
                <a:lnTo>
                  <a:pt x="134" y="2078"/>
                </a:lnTo>
                <a:lnTo>
                  <a:pt x="134" y="2076"/>
                </a:lnTo>
                <a:lnTo>
                  <a:pt x="134" y="2074"/>
                </a:lnTo>
                <a:lnTo>
                  <a:pt x="134" y="2073"/>
                </a:lnTo>
                <a:lnTo>
                  <a:pt x="134" y="2072"/>
                </a:lnTo>
                <a:lnTo>
                  <a:pt x="133" y="2070"/>
                </a:lnTo>
                <a:lnTo>
                  <a:pt x="133" y="2068"/>
                </a:lnTo>
                <a:lnTo>
                  <a:pt x="133" y="2065"/>
                </a:lnTo>
                <a:lnTo>
                  <a:pt x="133" y="2064"/>
                </a:lnTo>
                <a:lnTo>
                  <a:pt x="134" y="2062"/>
                </a:lnTo>
                <a:lnTo>
                  <a:pt x="134" y="2061"/>
                </a:lnTo>
                <a:lnTo>
                  <a:pt x="135" y="2059"/>
                </a:lnTo>
                <a:lnTo>
                  <a:pt x="135" y="2058"/>
                </a:lnTo>
                <a:lnTo>
                  <a:pt x="137" y="2056"/>
                </a:lnTo>
                <a:lnTo>
                  <a:pt x="138" y="2055"/>
                </a:lnTo>
                <a:lnTo>
                  <a:pt x="138" y="2054"/>
                </a:lnTo>
                <a:lnTo>
                  <a:pt x="138" y="2053"/>
                </a:lnTo>
                <a:lnTo>
                  <a:pt x="138" y="2052"/>
                </a:lnTo>
                <a:lnTo>
                  <a:pt x="138" y="2050"/>
                </a:lnTo>
                <a:lnTo>
                  <a:pt x="139" y="2050"/>
                </a:lnTo>
                <a:lnTo>
                  <a:pt x="139" y="2047"/>
                </a:lnTo>
                <a:lnTo>
                  <a:pt x="139" y="2046"/>
                </a:lnTo>
                <a:lnTo>
                  <a:pt x="139" y="2045"/>
                </a:lnTo>
                <a:lnTo>
                  <a:pt x="139" y="2044"/>
                </a:lnTo>
                <a:lnTo>
                  <a:pt x="139" y="2043"/>
                </a:lnTo>
                <a:lnTo>
                  <a:pt x="138" y="2042"/>
                </a:lnTo>
                <a:lnTo>
                  <a:pt x="136" y="2040"/>
                </a:lnTo>
                <a:lnTo>
                  <a:pt x="136" y="2039"/>
                </a:lnTo>
                <a:lnTo>
                  <a:pt x="136" y="2038"/>
                </a:lnTo>
                <a:lnTo>
                  <a:pt x="136" y="2037"/>
                </a:lnTo>
                <a:lnTo>
                  <a:pt x="137" y="2036"/>
                </a:lnTo>
                <a:lnTo>
                  <a:pt x="138" y="2035"/>
                </a:lnTo>
                <a:lnTo>
                  <a:pt x="138" y="2034"/>
                </a:lnTo>
                <a:lnTo>
                  <a:pt x="139" y="2034"/>
                </a:lnTo>
                <a:lnTo>
                  <a:pt x="140" y="2034"/>
                </a:lnTo>
                <a:lnTo>
                  <a:pt x="141" y="2034"/>
                </a:lnTo>
                <a:lnTo>
                  <a:pt x="142" y="2033"/>
                </a:lnTo>
                <a:lnTo>
                  <a:pt x="142" y="2032"/>
                </a:lnTo>
                <a:lnTo>
                  <a:pt x="141" y="2030"/>
                </a:lnTo>
                <a:lnTo>
                  <a:pt x="140" y="2029"/>
                </a:lnTo>
                <a:lnTo>
                  <a:pt x="139" y="2029"/>
                </a:lnTo>
                <a:lnTo>
                  <a:pt x="137" y="2029"/>
                </a:lnTo>
                <a:lnTo>
                  <a:pt x="136" y="2028"/>
                </a:lnTo>
                <a:lnTo>
                  <a:pt x="134" y="2026"/>
                </a:lnTo>
                <a:lnTo>
                  <a:pt x="133" y="2026"/>
                </a:lnTo>
                <a:lnTo>
                  <a:pt x="131" y="2025"/>
                </a:lnTo>
                <a:lnTo>
                  <a:pt x="129" y="2023"/>
                </a:lnTo>
                <a:lnTo>
                  <a:pt x="128" y="2022"/>
                </a:lnTo>
                <a:lnTo>
                  <a:pt x="127" y="2022"/>
                </a:lnTo>
                <a:lnTo>
                  <a:pt x="126" y="2021"/>
                </a:lnTo>
                <a:lnTo>
                  <a:pt x="124" y="2020"/>
                </a:lnTo>
                <a:lnTo>
                  <a:pt x="121" y="2020"/>
                </a:lnTo>
                <a:lnTo>
                  <a:pt x="120" y="2020"/>
                </a:lnTo>
                <a:lnTo>
                  <a:pt x="118" y="2020"/>
                </a:lnTo>
                <a:lnTo>
                  <a:pt x="116" y="2020"/>
                </a:lnTo>
                <a:lnTo>
                  <a:pt x="115" y="2020"/>
                </a:lnTo>
                <a:lnTo>
                  <a:pt x="115" y="2019"/>
                </a:lnTo>
                <a:lnTo>
                  <a:pt x="114" y="2018"/>
                </a:lnTo>
                <a:lnTo>
                  <a:pt x="114" y="2017"/>
                </a:lnTo>
                <a:lnTo>
                  <a:pt x="112" y="2016"/>
                </a:lnTo>
                <a:lnTo>
                  <a:pt x="110" y="2015"/>
                </a:lnTo>
                <a:lnTo>
                  <a:pt x="108" y="2013"/>
                </a:lnTo>
                <a:lnTo>
                  <a:pt x="107" y="2012"/>
                </a:lnTo>
                <a:lnTo>
                  <a:pt x="107" y="2011"/>
                </a:lnTo>
                <a:lnTo>
                  <a:pt x="107" y="2010"/>
                </a:lnTo>
                <a:lnTo>
                  <a:pt x="108" y="2008"/>
                </a:lnTo>
                <a:lnTo>
                  <a:pt x="108" y="2007"/>
                </a:lnTo>
                <a:lnTo>
                  <a:pt x="108" y="2006"/>
                </a:lnTo>
                <a:lnTo>
                  <a:pt x="107" y="2005"/>
                </a:lnTo>
                <a:lnTo>
                  <a:pt x="107" y="2004"/>
                </a:lnTo>
                <a:lnTo>
                  <a:pt x="106" y="2004"/>
                </a:lnTo>
                <a:lnTo>
                  <a:pt x="106" y="2003"/>
                </a:lnTo>
                <a:lnTo>
                  <a:pt x="104" y="2003"/>
                </a:lnTo>
                <a:lnTo>
                  <a:pt x="103" y="2003"/>
                </a:lnTo>
                <a:lnTo>
                  <a:pt x="103" y="2004"/>
                </a:lnTo>
                <a:lnTo>
                  <a:pt x="103" y="2005"/>
                </a:lnTo>
                <a:lnTo>
                  <a:pt x="102" y="2005"/>
                </a:lnTo>
                <a:lnTo>
                  <a:pt x="101" y="2005"/>
                </a:lnTo>
                <a:lnTo>
                  <a:pt x="100" y="2005"/>
                </a:lnTo>
                <a:lnTo>
                  <a:pt x="99" y="2005"/>
                </a:lnTo>
                <a:lnTo>
                  <a:pt x="97" y="2004"/>
                </a:lnTo>
                <a:lnTo>
                  <a:pt x="96" y="2004"/>
                </a:lnTo>
                <a:lnTo>
                  <a:pt x="95" y="2004"/>
                </a:lnTo>
                <a:lnTo>
                  <a:pt x="94" y="2004"/>
                </a:lnTo>
                <a:lnTo>
                  <a:pt x="93" y="2004"/>
                </a:lnTo>
                <a:lnTo>
                  <a:pt x="92" y="2004"/>
                </a:lnTo>
                <a:lnTo>
                  <a:pt x="91" y="2003"/>
                </a:lnTo>
                <a:lnTo>
                  <a:pt x="90" y="2002"/>
                </a:lnTo>
                <a:lnTo>
                  <a:pt x="89" y="2001"/>
                </a:lnTo>
                <a:lnTo>
                  <a:pt x="88" y="2000"/>
                </a:lnTo>
                <a:lnTo>
                  <a:pt x="87" y="2000"/>
                </a:lnTo>
                <a:lnTo>
                  <a:pt x="86" y="2000"/>
                </a:lnTo>
                <a:lnTo>
                  <a:pt x="85" y="2001"/>
                </a:lnTo>
                <a:lnTo>
                  <a:pt x="84" y="2002"/>
                </a:lnTo>
                <a:lnTo>
                  <a:pt x="82" y="2002"/>
                </a:lnTo>
                <a:lnTo>
                  <a:pt x="81" y="2003"/>
                </a:lnTo>
                <a:lnTo>
                  <a:pt x="80" y="2002"/>
                </a:lnTo>
                <a:lnTo>
                  <a:pt x="79" y="2002"/>
                </a:lnTo>
                <a:lnTo>
                  <a:pt x="78" y="2001"/>
                </a:lnTo>
                <a:lnTo>
                  <a:pt x="77" y="2001"/>
                </a:lnTo>
                <a:lnTo>
                  <a:pt x="76" y="2001"/>
                </a:lnTo>
                <a:lnTo>
                  <a:pt x="75" y="2002"/>
                </a:lnTo>
                <a:lnTo>
                  <a:pt x="74" y="2001"/>
                </a:lnTo>
                <a:lnTo>
                  <a:pt x="73" y="2002"/>
                </a:lnTo>
                <a:lnTo>
                  <a:pt x="72" y="2001"/>
                </a:lnTo>
                <a:lnTo>
                  <a:pt x="72" y="2002"/>
                </a:lnTo>
                <a:lnTo>
                  <a:pt x="71" y="2002"/>
                </a:lnTo>
                <a:lnTo>
                  <a:pt x="70" y="2002"/>
                </a:lnTo>
                <a:lnTo>
                  <a:pt x="69" y="2003"/>
                </a:lnTo>
                <a:lnTo>
                  <a:pt x="68" y="2004"/>
                </a:lnTo>
                <a:lnTo>
                  <a:pt x="68" y="2005"/>
                </a:lnTo>
                <a:lnTo>
                  <a:pt x="68" y="2006"/>
                </a:lnTo>
                <a:lnTo>
                  <a:pt x="68" y="2007"/>
                </a:lnTo>
                <a:lnTo>
                  <a:pt x="68" y="2008"/>
                </a:lnTo>
                <a:lnTo>
                  <a:pt x="68" y="2009"/>
                </a:lnTo>
                <a:lnTo>
                  <a:pt x="67" y="2009"/>
                </a:lnTo>
                <a:lnTo>
                  <a:pt x="66" y="2008"/>
                </a:lnTo>
                <a:lnTo>
                  <a:pt x="64" y="2009"/>
                </a:lnTo>
                <a:lnTo>
                  <a:pt x="64" y="2010"/>
                </a:lnTo>
                <a:lnTo>
                  <a:pt x="64" y="2011"/>
                </a:lnTo>
                <a:lnTo>
                  <a:pt x="62" y="2010"/>
                </a:lnTo>
                <a:lnTo>
                  <a:pt x="61" y="2010"/>
                </a:lnTo>
                <a:lnTo>
                  <a:pt x="61" y="2009"/>
                </a:lnTo>
                <a:lnTo>
                  <a:pt x="60" y="2008"/>
                </a:lnTo>
                <a:lnTo>
                  <a:pt x="60" y="2006"/>
                </a:lnTo>
                <a:lnTo>
                  <a:pt x="60" y="2004"/>
                </a:lnTo>
                <a:lnTo>
                  <a:pt x="60" y="2003"/>
                </a:lnTo>
                <a:lnTo>
                  <a:pt x="60" y="2002"/>
                </a:lnTo>
                <a:lnTo>
                  <a:pt x="59" y="1998"/>
                </a:lnTo>
                <a:lnTo>
                  <a:pt x="59" y="1994"/>
                </a:lnTo>
                <a:lnTo>
                  <a:pt x="59" y="1993"/>
                </a:lnTo>
                <a:lnTo>
                  <a:pt x="59" y="1991"/>
                </a:lnTo>
                <a:lnTo>
                  <a:pt x="59" y="1989"/>
                </a:lnTo>
                <a:lnTo>
                  <a:pt x="60" y="1987"/>
                </a:lnTo>
                <a:lnTo>
                  <a:pt x="60" y="1986"/>
                </a:lnTo>
                <a:lnTo>
                  <a:pt x="60" y="1984"/>
                </a:lnTo>
                <a:lnTo>
                  <a:pt x="61" y="1983"/>
                </a:lnTo>
                <a:lnTo>
                  <a:pt x="60" y="1983"/>
                </a:lnTo>
                <a:lnTo>
                  <a:pt x="57" y="1982"/>
                </a:lnTo>
                <a:lnTo>
                  <a:pt x="54" y="1981"/>
                </a:lnTo>
                <a:lnTo>
                  <a:pt x="53" y="1981"/>
                </a:lnTo>
                <a:lnTo>
                  <a:pt x="52" y="1982"/>
                </a:lnTo>
                <a:lnTo>
                  <a:pt x="52" y="1983"/>
                </a:lnTo>
                <a:lnTo>
                  <a:pt x="51" y="1984"/>
                </a:lnTo>
                <a:lnTo>
                  <a:pt x="51" y="1985"/>
                </a:lnTo>
                <a:lnTo>
                  <a:pt x="50" y="1986"/>
                </a:lnTo>
                <a:lnTo>
                  <a:pt x="49" y="1986"/>
                </a:lnTo>
                <a:lnTo>
                  <a:pt x="47" y="1985"/>
                </a:lnTo>
                <a:lnTo>
                  <a:pt x="46" y="1985"/>
                </a:lnTo>
                <a:lnTo>
                  <a:pt x="45" y="1985"/>
                </a:lnTo>
                <a:lnTo>
                  <a:pt x="44" y="1984"/>
                </a:lnTo>
                <a:lnTo>
                  <a:pt x="42" y="1983"/>
                </a:lnTo>
                <a:lnTo>
                  <a:pt x="41" y="1982"/>
                </a:lnTo>
                <a:lnTo>
                  <a:pt x="40" y="1980"/>
                </a:lnTo>
                <a:lnTo>
                  <a:pt x="41" y="1978"/>
                </a:lnTo>
                <a:lnTo>
                  <a:pt x="41" y="1977"/>
                </a:lnTo>
                <a:lnTo>
                  <a:pt x="42" y="1976"/>
                </a:lnTo>
                <a:lnTo>
                  <a:pt x="42" y="1975"/>
                </a:lnTo>
                <a:lnTo>
                  <a:pt x="41" y="1975"/>
                </a:lnTo>
                <a:lnTo>
                  <a:pt x="40" y="1973"/>
                </a:lnTo>
                <a:lnTo>
                  <a:pt x="41" y="1970"/>
                </a:lnTo>
                <a:lnTo>
                  <a:pt x="41" y="1969"/>
                </a:lnTo>
                <a:lnTo>
                  <a:pt x="40" y="1969"/>
                </a:lnTo>
                <a:lnTo>
                  <a:pt x="38" y="1969"/>
                </a:lnTo>
                <a:lnTo>
                  <a:pt x="37" y="1970"/>
                </a:lnTo>
                <a:lnTo>
                  <a:pt x="36" y="1970"/>
                </a:lnTo>
                <a:lnTo>
                  <a:pt x="34" y="1970"/>
                </a:lnTo>
                <a:lnTo>
                  <a:pt x="32" y="1971"/>
                </a:lnTo>
                <a:lnTo>
                  <a:pt x="31" y="1970"/>
                </a:lnTo>
                <a:lnTo>
                  <a:pt x="29" y="1970"/>
                </a:lnTo>
                <a:lnTo>
                  <a:pt x="28" y="1971"/>
                </a:lnTo>
                <a:lnTo>
                  <a:pt x="27" y="1971"/>
                </a:lnTo>
                <a:lnTo>
                  <a:pt x="26" y="1972"/>
                </a:lnTo>
                <a:lnTo>
                  <a:pt x="25" y="1973"/>
                </a:lnTo>
                <a:lnTo>
                  <a:pt x="24" y="1974"/>
                </a:lnTo>
                <a:lnTo>
                  <a:pt x="22" y="1974"/>
                </a:lnTo>
                <a:lnTo>
                  <a:pt x="20" y="1974"/>
                </a:lnTo>
                <a:lnTo>
                  <a:pt x="17" y="1974"/>
                </a:lnTo>
                <a:lnTo>
                  <a:pt x="16" y="1975"/>
                </a:lnTo>
                <a:lnTo>
                  <a:pt x="16" y="1973"/>
                </a:lnTo>
                <a:lnTo>
                  <a:pt x="15" y="1970"/>
                </a:lnTo>
                <a:lnTo>
                  <a:pt x="14" y="1969"/>
                </a:lnTo>
                <a:lnTo>
                  <a:pt x="14" y="1968"/>
                </a:lnTo>
                <a:lnTo>
                  <a:pt x="14" y="1967"/>
                </a:lnTo>
                <a:lnTo>
                  <a:pt x="14" y="1966"/>
                </a:lnTo>
                <a:lnTo>
                  <a:pt x="14" y="1965"/>
                </a:lnTo>
                <a:lnTo>
                  <a:pt x="14" y="1964"/>
                </a:lnTo>
                <a:lnTo>
                  <a:pt x="13" y="1963"/>
                </a:lnTo>
                <a:lnTo>
                  <a:pt x="13" y="1962"/>
                </a:lnTo>
                <a:lnTo>
                  <a:pt x="12" y="1962"/>
                </a:lnTo>
                <a:lnTo>
                  <a:pt x="11" y="1963"/>
                </a:lnTo>
                <a:lnTo>
                  <a:pt x="10" y="1964"/>
                </a:lnTo>
                <a:lnTo>
                  <a:pt x="9" y="1965"/>
                </a:lnTo>
                <a:lnTo>
                  <a:pt x="8" y="1964"/>
                </a:lnTo>
                <a:lnTo>
                  <a:pt x="8" y="1963"/>
                </a:lnTo>
                <a:lnTo>
                  <a:pt x="8" y="1962"/>
                </a:lnTo>
                <a:lnTo>
                  <a:pt x="8" y="1961"/>
                </a:lnTo>
                <a:lnTo>
                  <a:pt x="9" y="1960"/>
                </a:lnTo>
                <a:lnTo>
                  <a:pt x="9" y="1958"/>
                </a:lnTo>
                <a:lnTo>
                  <a:pt x="10" y="1957"/>
                </a:lnTo>
                <a:lnTo>
                  <a:pt x="10" y="1955"/>
                </a:lnTo>
                <a:lnTo>
                  <a:pt x="10" y="1954"/>
                </a:lnTo>
                <a:lnTo>
                  <a:pt x="9" y="1953"/>
                </a:lnTo>
                <a:lnTo>
                  <a:pt x="8" y="1952"/>
                </a:lnTo>
                <a:lnTo>
                  <a:pt x="7" y="1950"/>
                </a:lnTo>
                <a:lnTo>
                  <a:pt x="6" y="1950"/>
                </a:lnTo>
                <a:lnTo>
                  <a:pt x="6" y="1949"/>
                </a:lnTo>
                <a:lnTo>
                  <a:pt x="6" y="1948"/>
                </a:lnTo>
                <a:lnTo>
                  <a:pt x="7" y="1948"/>
                </a:lnTo>
                <a:lnTo>
                  <a:pt x="7" y="1947"/>
                </a:lnTo>
                <a:lnTo>
                  <a:pt x="8" y="1946"/>
                </a:lnTo>
                <a:lnTo>
                  <a:pt x="9" y="1946"/>
                </a:lnTo>
                <a:lnTo>
                  <a:pt x="11" y="1945"/>
                </a:lnTo>
                <a:lnTo>
                  <a:pt x="12" y="1945"/>
                </a:lnTo>
                <a:lnTo>
                  <a:pt x="13" y="1944"/>
                </a:lnTo>
                <a:lnTo>
                  <a:pt x="13" y="1942"/>
                </a:lnTo>
                <a:lnTo>
                  <a:pt x="14" y="1942"/>
                </a:lnTo>
                <a:lnTo>
                  <a:pt x="14" y="1941"/>
                </a:lnTo>
                <a:lnTo>
                  <a:pt x="13" y="1939"/>
                </a:lnTo>
                <a:lnTo>
                  <a:pt x="12" y="1938"/>
                </a:lnTo>
                <a:lnTo>
                  <a:pt x="12" y="1937"/>
                </a:lnTo>
                <a:lnTo>
                  <a:pt x="13" y="1936"/>
                </a:lnTo>
                <a:lnTo>
                  <a:pt x="14" y="1936"/>
                </a:lnTo>
                <a:lnTo>
                  <a:pt x="16" y="1935"/>
                </a:lnTo>
                <a:lnTo>
                  <a:pt x="17" y="1935"/>
                </a:lnTo>
                <a:lnTo>
                  <a:pt x="17" y="1934"/>
                </a:lnTo>
                <a:lnTo>
                  <a:pt x="18" y="1933"/>
                </a:lnTo>
                <a:lnTo>
                  <a:pt x="20" y="1931"/>
                </a:lnTo>
                <a:lnTo>
                  <a:pt x="21" y="1930"/>
                </a:lnTo>
                <a:lnTo>
                  <a:pt x="22" y="1930"/>
                </a:lnTo>
                <a:lnTo>
                  <a:pt x="23" y="1930"/>
                </a:lnTo>
                <a:lnTo>
                  <a:pt x="25" y="1930"/>
                </a:lnTo>
                <a:lnTo>
                  <a:pt x="27" y="1931"/>
                </a:lnTo>
                <a:lnTo>
                  <a:pt x="28" y="1932"/>
                </a:lnTo>
                <a:lnTo>
                  <a:pt x="29" y="1933"/>
                </a:lnTo>
                <a:lnTo>
                  <a:pt x="30" y="1934"/>
                </a:lnTo>
                <a:lnTo>
                  <a:pt x="30" y="1935"/>
                </a:lnTo>
                <a:lnTo>
                  <a:pt x="31" y="1935"/>
                </a:lnTo>
                <a:lnTo>
                  <a:pt x="32" y="1936"/>
                </a:lnTo>
                <a:lnTo>
                  <a:pt x="33" y="1935"/>
                </a:lnTo>
                <a:lnTo>
                  <a:pt x="34" y="1934"/>
                </a:lnTo>
                <a:lnTo>
                  <a:pt x="34" y="1933"/>
                </a:lnTo>
                <a:lnTo>
                  <a:pt x="35" y="1931"/>
                </a:lnTo>
                <a:lnTo>
                  <a:pt x="36" y="1931"/>
                </a:lnTo>
                <a:lnTo>
                  <a:pt x="37" y="1931"/>
                </a:lnTo>
                <a:lnTo>
                  <a:pt x="37" y="1932"/>
                </a:lnTo>
                <a:lnTo>
                  <a:pt x="38" y="1932"/>
                </a:lnTo>
                <a:lnTo>
                  <a:pt x="38" y="1933"/>
                </a:lnTo>
                <a:lnTo>
                  <a:pt x="39" y="1932"/>
                </a:lnTo>
                <a:lnTo>
                  <a:pt x="40" y="1931"/>
                </a:lnTo>
                <a:lnTo>
                  <a:pt x="41" y="1931"/>
                </a:lnTo>
                <a:lnTo>
                  <a:pt x="41" y="1932"/>
                </a:lnTo>
                <a:lnTo>
                  <a:pt x="42" y="1933"/>
                </a:lnTo>
                <a:lnTo>
                  <a:pt x="42" y="1935"/>
                </a:lnTo>
                <a:lnTo>
                  <a:pt x="42" y="1936"/>
                </a:lnTo>
                <a:lnTo>
                  <a:pt x="42" y="1937"/>
                </a:lnTo>
                <a:lnTo>
                  <a:pt x="43" y="1938"/>
                </a:lnTo>
                <a:lnTo>
                  <a:pt x="44" y="1938"/>
                </a:lnTo>
                <a:lnTo>
                  <a:pt x="45" y="1938"/>
                </a:lnTo>
                <a:lnTo>
                  <a:pt x="46" y="1937"/>
                </a:lnTo>
                <a:lnTo>
                  <a:pt x="48" y="1935"/>
                </a:lnTo>
                <a:lnTo>
                  <a:pt x="50" y="1934"/>
                </a:lnTo>
                <a:lnTo>
                  <a:pt x="52" y="1933"/>
                </a:lnTo>
                <a:lnTo>
                  <a:pt x="54" y="1933"/>
                </a:lnTo>
                <a:lnTo>
                  <a:pt x="55" y="1932"/>
                </a:lnTo>
                <a:lnTo>
                  <a:pt x="56" y="1932"/>
                </a:lnTo>
                <a:lnTo>
                  <a:pt x="58" y="1932"/>
                </a:lnTo>
                <a:lnTo>
                  <a:pt x="59" y="1933"/>
                </a:lnTo>
                <a:lnTo>
                  <a:pt x="60" y="1934"/>
                </a:lnTo>
                <a:lnTo>
                  <a:pt x="60" y="1935"/>
                </a:lnTo>
                <a:lnTo>
                  <a:pt x="62" y="1938"/>
                </a:lnTo>
                <a:lnTo>
                  <a:pt x="62" y="1939"/>
                </a:lnTo>
                <a:lnTo>
                  <a:pt x="63" y="1940"/>
                </a:lnTo>
                <a:lnTo>
                  <a:pt x="63" y="1941"/>
                </a:lnTo>
                <a:lnTo>
                  <a:pt x="64" y="1942"/>
                </a:lnTo>
                <a:lnTo>
                  <a:pt x="66" y="1943"/>
                </a:lnTo>
                <a:lnTo>
                  <a:pt x="66" y="1944"/>
                </a:lnTo>
                <a:lnTo>
                  <a:pt x="66" y="1945"/>
                </a:lnTo>
                <a:lnTo>
                  <a:pt x="66" y="1947"/>
                </a:lnTo>
                <a:lnTo>
                  <a:pt x="66" y="1948"/>
                </a:lnTo>
                <a:lnTo>
                  <a:pt x="66" y="1949"/>
                </a:lnTo>
                <a:lnTo>
                  <a:pt x="67" y="1950"/>
                </a:lnTo>
                <a:lnTo>
                  <a:pt x="68" y="1950"/>
                </a:lnTo>
                <a:lnTo>
                  <a:pt x="71" y="1950"/>
                </a:lnTo>
                <a:lnTo>
                  <a:pt x="72" y="1951"/>
                </a:lnTo>
                <a:lnTo>
                  <a:pt x="73" y="1951"/>
                </a:lnTo>
                <a:lnTo>
                  <a:pt x="74" y="1951"/>
                </a:lnTo>
                <a:lnTo>
                  <a:pt x="75" y="1951"/>
                </a:lnTo>
                <a:lnTo>
                  <a:pt x="76" y="1951"/>
                </a:lnTo>
                <a:lnTo>
                  <a:pt x="77" y="1951"/>
                </a:lnTo>
                <a:lnTo>
                  <a:pt x="79" y="1951"/>
                </a:lnTo>
                <a:lnTo>
                  <a:pt x="80" y="1950"/>
                </a:lnTo>
                <a:lnTo>
                  <a:pt x="81" y="1951"/>
                </a:lnTo>
                <a:lnTo>
                  <a:pt x="82" y="1950"/>
                </a:lnTo>
                <a:lnTo>
                  <a:pt x="83" y="1950"/>
                </a:lnTo>
                <a:lnTo>
                  <a:pt x="84" y="1949"/>
                </a:lnTo>
                <a:lnTo>
                  <a:pt x="84" y="1948"/>
                </a:lnTo>
                <a:lnTo>
                  <a:pt x="85" y="1946"/>
                </a:lnTo>
                <a:lnTo>
                  <a:pt x="86" y="1945"/>
                </a:lnTo>
                <a:lnTo>
                  <a:pt x="87" y="1944"/>
                </a:lnTo>
                <a:lnTo>
                  <a:pt x="88" y="1943"/>
                </a:lnTo>
                <a:lnTo>
                  <a:pt x="89" y="1942"/>
                </a:lnTo>
                <a:lnTo>
                  <a:pt x="91" y="1943"/>
                </a:lnTo>
                <a:lnTo>
                  <a:pt x="93" y="1943"/>
                </a:lnTo>
                <a:lnTo>
                  <a:pt x="96" y="1944"/>
                </a:lnTo>
                <a:lnTo>
                  <a:pt x="97" y="1944"/>
                </a:lnTo>
                <a:lnTo>
                  <a:pt x="98" y="1944"/>
                </a:lnTo>
                <a:lnTo>
                  <a:pt x="99" y="1944"/>
                </a:lnTo>
                <a:lnTo>
                  <a:pt x="100" y="1944"/>
                </a:lnTo>
                <a:lnTo>
                  <a:pt x="101" y="1944"/>
                </a:lnTo>
                <a:lnTo>
                  <a:pt x="103" y="1944"/>
                </a:lnTo>
                <a:lnTo>
                  <a:pt x="104" y="1944"/>
                </a:lnTo>
                <a:lnTo>
                  <a:pt x="105" y="1943"/>
                </a:lnTo>
                <a:lnTo>
                  <a:pt x="108" y="1943"/>
                </a:lnTo>
                <a:lnTo>
                  <a:pt x="111" y="1942"/>
                </a:lnTo>
                <a:lnTo>
                  <a:pt x="113" y="1942"/>
                </a:lnTo>
                <a:lnTo>
                  <a:pt x="114" y="1942"/>
                </a:lnTo>
                <a:lnTo>
                  <a:pt x="115" y="1943"/>
                </a:lnTo>
                <a:lnTo>
                  <a:pt x="116" y="1944"/>
                </a:lnTo>
                <a:lnTo>
                  <a:pt x="117" y="1944"/>
                </a:lnTo>
                <a:lnTo>
                  <a:pt x="118" y="1944"/>
                </a:lnTo>
                <a:lnTo>
                  <a:pt x="119" y="1944"/>
                </a:lnTo>
                <a:lnTo>
                  <a:pt x="120" y="1943"/>
                </a:lnTo>
                <a:lnTo>
                  <a:pt x="121" y="1942"/>
                </a:lnTo>
                <a:lnTo>
                  <a:pt x="122" y="1941"/>
                </a:lnTo>
                <a:lnTo>
                  <a:pt x="123" y="1939"/>
                </a:lnTo>
                <a:lnTo>
                  <a:pt x="124" y="1938"/>
                </a:lnTo>
                <a:lnTo>
                  <a:pt x="125" y="1937"/>
                </a:lnTo>
                <a:lnTo>
                  <a:pt x="125" y="1936"/>
                </a:lnTo>
                <a:lnTo>
                  <a:pt x="125" y="1935"/>
                </a:lnTo>
                <a:lnTo>
                  <a:pt x="125" y="1934"/>
                </a:lnTo>
                <a:lnTo>
                  <a:pt x="125" y="1932"/>
                </a:lnTo>
                <a:lnTo>
                  <a:pt x="126" y="1930"/>
                </a:lnTo>
                <a:lnTo>
                  <a:pt x="127" y="1930"/>
                </a:lnTo>
                <a:lnTo>
                  <a:pt x="130" y="1929"/>
                </a:lnTo>
                <a:lnTo>
                  <a:pt x="130" y="1928"/>
                </a:lnTo>
                <a:lnTo>
                  <a:pt x="130" y="1927"/>
                </a:lnTo>
                <a:lnTo>
                  <a:pt x="131" y="1925"/>
                </a:lnTo>
                <a:lnTo>
                  <a:pt x="130" y="1918"/>
                </a:lnTo>
                <a:lnTo>
                  <a:pt x="129" y="1916"/>
                </a:lnTo>
                <a:lnTo>
                  <a:pt x="128" y="1913"/>
                </a:lnTo>
                <a:lnTo>
                  <a:pt x="127" y="1913"/>
                </a:lnTo>
                <a:lnTo>
                  <a:pt x="126" y="1910"/>
                </a:lnTo>
                <a:lnTo>
                  <a:pt x="125" y="1909"/>
                </a:lnTo>
                <a:lnTo>
                  <a:pt x="125" y="1907"/>
                </a:lnTo>
                <a:lnTo>
                  <a:pt x="125" y="1906"/>
                </a:lnTo>
                <a:lnTo>
                  <a:pt x="125" y="1905"/>
                </a:lnTo>
                <a:lnTo>
                  <a:pt x="125" y="1904"/>
                </a:lnTo>
                <a:lnTo>
                  <a:pt x="124" y="1903"/>
                </a:lnTo>
                <a:lnTo>
                  <a:pt x="123" y="1903"/>
                </a:lnTo>
                <a:lnTo>
                  <a:pt x="120" y="1903"/>
                </a:lnTo>
                <a:lnTo>
                  <a:pt x="119" y="1904"/>
                </a:lnTo>
                <a:lnTo>
                  <a:pt x="118" y="1904"/>
                </a:lnTo>
                <a:lnTo>
                  <a:pt x="117" y="1903"/>
                </a:lnTo>
                <a:lnTo>
                  <a:pt x="115" y="1902"/>
                </a:lnTo>
                <a:lnTo>
                  <a:pt x="114" y="1901"/>
                </a:lnTo>
                <a:lnTo>
                  <a:pt x="113" y="1900"/>
                </a:lnTo>
                <a:lnTo>
                  <a:pt x="113" y="1899"/>
                </a:lnTo>
                <a:lnTo>
                  <a:pt x="114" y="1899"/>
                </a:lnTo>
                <a:lnTo>
                  <a:pt x="114" y="1898"/>
                </a:lnTo>
                <a:lnTo>
                  <a:pt x="115" y="1897"/>
                </a:lnTo>
                <a:lnTo>
                  <a:pt x="114" y="1896"/>
                </a:lnTo>
                <a:lnTo>
                  <a:pt x="113" y="1894"/>
                </a:lnTo>
                <a:lnTo>
                  <a:pt x="107" y="1889"/>
                </a:lnTo>
                <a:lnTo>
                  <a:pt x="107" y="1888"/>
                </a:lnTo>
                <a:lnTo>
                  <a:pt x="107" y="1887"/>
                </a:lnTo>
                <a:lnTo>
                  <a:pt x="106" y="1886"/>
                </a:lnTo>
                <a:lnTo>
                  <a:pt x="106" y="1885"/>
                </a:lnTo>
                <a:lnTo>
                  <a:pt x="106" y="1882"/>
                </a:lnTo>
                <a:lnTo>
                  <a:pt x="107" y="1879"/>
                </a:lnTo>
                <a:lnTo>
                  <a:pt x="107" y="1878"/>
                </a:lnTo>
                <a:lnTo>
                  <a:pt x="107" y="1875"/>
                </a:lnTo>
                <a:lnTo>
                  <a:pt x="107" y="1873"/>
                </a:lnTo>
                <a:lnTo>
                  <a:pt x="107" y="1871"/>
                </a:lnTo>
                <a:lnTo>
                  <a:pt x="106" y="1867"/>
                </a:lnTo>
                <a:lnTo>
                  <a:pt x="106" y="1866"/>
                </a:lnTo>
                <a:lnTo>
                  <a:pt x="107" y="1865"/>
                </a:lnTo>
                <a:lnTo>
                  <a:pt x="107" y="1864"/>
                </a:lnTo>
                <a:lnTo>
                  <a:pt x="108" y="1864"/>
                </a:lnTo>
                <a:lnTo>
                  <a:pt x="108" y="1863"/>
                </a:lnTo>
                <a:lnTo>
                  <a:pt x="109" y="1863"/>
                </a:lnTo>
                <a:lnTo>
                  <a:pt x="110" y="1863"/>
                </a:lnTo>
                <a:lnTo>
                  <a:pt x="111" y="1862"/>
                </a:lnTo>
                <a:lnTo>
                  <a:pt x="112" y="1861"/>
                </a:lnTo>
                <a:lnTo>
                  <a:pt x="113" y="1857"/>
                </a:lnTo>
                <a:lnTo>
                  <a:pt x="114" y="1856"/>
                </a:lnTo>
                <a:lnTo>
                  <a:pt x="115" y="1856"/>
                </a:lnTo>
                <a:lnTo>
                  <a:pt x="116" y="1856"/>
                </a:lnTo>
                <a:lnTo>
                  <a:pt x="117" y="1856"/>
                </a:lnTo>
                <a:lnTo>
                  <a:pt x="119" y="1855"/>
                </a:lnTo>
                <a:lnTo>
                  <a:pt x="121" y="1854"/>
                </a:lnTo>
                <a:lnTo>
                  <a:pt x="123" y="1852"/>
                </a:lnTo>
                <a:lnTo>
                  <a:pt x="124" y="1851"/>
                </a:lnTo>
                <a:lnTo>
                  <a:pt x="126" y="1850"/>
                </a:lnTo>
                <a:lnTo>
                  <a:pt x="127" y="1850"/>
                </a:lnTo>
                <a:lnTo>
                  <a:pt x="128" y="1850"/>
                </a:lnTo>
                <a:lnTo>
                  <a:pt x="129" y="1849"/>
                </a:lnTo>
                <a:lnTo>
                  <a:pt x="130" y="1849"/>
                </a:lnTo>
                <a:lnTo>
                  <a:pt x="131" y="1848"/>
                </a:lnTo>
                <a:lnTo>
                  <a:pt x="131" y="1847"/>
                </a:lnTo>
                <a:lnTo>
                  <a:pt x="131" y="1845"/>
                </a:lnTo>
                <a:lnTo>
                  <a:pt x="130" y="1844"/>
                </a:lnTo>
                <a:lnTo>
                  <a:pt x="130" y="1843"/>
                </a:lnTo>
                <a:lnTo>
                  <a:pt x="129" y="1842"/>
                </a:lnTo>
                <a:lnTo>
                  <a:pt x="128" y="1841"/>
                </a:lnTo>
                <a:lnTo>
                  <a:pt x="128" y="1840"/>
                </a:lnTo>
                <a:lnTo>
                  <a:pt x="126" y="1838"/>
                </a:lnTo>
                <a:lnTo>
                  <a:pt x="123" y="1835"/>
                </a:lnTo>
                <a:lnTo>
                  <a:pt x="122" y="1833"/>
                </a:lnTo>
                <a:lnTo>
                  <a:pt x="121" y="1832"/>
                </a:lnTo>
                <a:lnTo>
                  <a:pt x="121" y="1830"/>
                </a:lnTo>
                <a:lnTo>
                  <a:pt x="122" y="1829"/>
                </a:lnTo>
                <a:lnTo>
                  <a:pt x="123" y="1828"/>
                </a:lnTo>
                <a:lnTo>
                  <a:pt x="124" y="1827"/>
                </a:lnTo>
                <a:lnTo>
                  <a:pt x="126" y="1824"/>
                </a:lnTo>
                <a:lnTo>
                  <a:pt x="126" y="1822"/>
                </a:lnTo>
                <a:lnTo>
                  <a:pt x="126" y="1819"/>
                </a:lnTo>
                <a:lnTo>
                  <a:pt x="125" y="1817"/>
                </a:lnTo>
                <a:lnTo>
                  <a:pt x="126" y="1816"/>
                </a:lnTo>
                <a:lnTo>
                  <a:pt x="126" y="1814"/>
                </a:lnTo>
                <a:lnTo>
                  <a:pt x="127" y="1812"/>
                </a:lnTo>
                <a:lnTo>
                  <a:pt x="127" y="1808"/>
                </a:lnTo>
                <a:lnTo>
                  <a:pt x="128" y="1806"/>
                </a:lnTo>
                <a:lnTo>
                  <a:pt x="128" y="1805"/>
                </a:lnTo>
                <a:lnTo>
                  <a:pt x="129" y="1804"/>
                </a:lnTo>
                <a:lnTo>
                  <a:pt x="130" y="1803"/>
                </a:lnTo>
                <a:lnTo>
                  <a:pt x="132" y="1800"/>
                </a:lnTo>
                <a:lnTo>
                  <a:pt x="132" y="1798"/>
                </a:lnTo>
                <a:lnTo>
                  <a:pt x="133" y="1797"/>
                </a:lnTo>
                <a:lnTo>
                  <a:pt x="134" y="1794"/>
                </a:lnTo>
                <a:lnTo>
                  <a:pt x="133" y="1793"/>
                </a:lnTo>
                <a:lnTo>
                  <a:pt x="132" y="1793"/>
                </a:lnTo>
                <a:lnTo>
                  <a:pt x="131" y="1793"/>
                </a:lnTo>
                <a:lnTo>
                  <a:pt x="131" y="1792"/>
                </a:lnTo>
                <a:lnTo>
                  <a:pt x="129" y="1793"/>
                </a:lnTo>
                <a:lnTo>
                  <a:pt x="128" y="1792"/>
                </a:lnTo>
                <a:lnTo>
                  <a:pt x="127" y="1792"/>
                </a:lnTo>
                <a:lnTo>
                  <a:pt x="126" y="1791"/>
                </a:lnTo>
                <a:lnTo>
                  <a:pt x="125" y="1789"/>
                </a:lnTo>
                <a:lnTo>
                  <a:pt x="126" y="1787"/>
                </a:lnTo>
                <a:lnTo>
                  <a:pt x="126" y="1785"/>
                </a:lnTo>
                <a:lnTo>
                  <a:pt x="125" y="1783"/>
                </a:lnTo>
                <a:lnTo>
                  <a:pt x="124" y="1781"/>
                </a:lnTo>
                <a:lnTo>
                  <a:pt x="124" y="1780"/>
                </a:lnTo>
                <a:lnTo>
                  <a:pt x="122" y="1775"/>
                </a:lnTo>
                <a:lnTo>
                  <a:pt x="123" y="1774"/>
                </a:lnTo>
                <a:lnTo>
                  <a:pt x="123" y="1772"/>
                </a:lnTo>
                <a:lnTo>
                  <a:pt x="123" y="1769"/>
                </a:lnTo>
                <a:lnTo>
                  <a:pt x="124" y="1768"/>
                </a:lnTo>
                <a:lnTo>
                  <a:pt x="124" y="1765"/>
                </a:lnTo>
                <a:lnTo>
                  <a:pt x="124" y="1763"/>
                </a:lnTo>
                <a:lnTo>
                  <a:pt x="126" y="1759"/>
                </a:lnTo>
                <a:lnTo>
                  <a:pt x="128" y="1755"/>
                </a:lnTo>
                <a:lnTo>
                  <a:pt x="129" y="1752"/>
                </a:lnTo>
                <a:lnTo>
                  <a:pt x="129" y="1750"/>
                </a:lnTo>
                <a:lnTo>
                  <a:pt x="129" y="1746"/>
                </a:lnTo>
                <a:lnTo>
                  <a:pt x="129" y="1742"/>
                </a:lnTo>
                <a:lnTo>
                  <a:pt x="129" y="1741"/>
                </a:lnTo>
                <a:lnTo>
                  <a:pt x="129" y="1739"/>
                </a:lnTo>
                <a:lnTo>
                  <a:pt x="130" y="1739"/>
                </a:lnTo>
                <a:lnTo>
                  <a:pt x="131" y="1738"/>
                </a:lnTo>
                <a:lnTo>
                  <a:pt x="132" y="1738"/>
                </a:lnTo>
                <a:lnTo>
                  <a:pt x="132" y="1737"/>
                </a:lnTo>
                <a:lnTo>
                  <a:pt x="132" y="1736"/>
                </a:lnTo>
                <a:lnTo>
                  <a:pt x="132" y="1735"/>
                </a:lnTo>
                <a:lnTo>
                  <a:pt x="132" y="1731"/>
                </a:lnTo>
                <a:lnTo>
                  <a:pt x="132" y="1728"/>
                </a:lnTo>
                <a:lnTo>
                  <a:pt x="133" y="1727"/>
                </a:lnTo>
                <a:lnTo>
                  <a:pt x="137" y="1724"/>
                </a:lnTo>
                <a:lnTo>
                  <a:pt x="138" y="1723"/>
                </a:lnTo>
                <a:lnTo>
                  <a:pt x="139" y="1722"/>
                </a:lnTo>
                <a:lnTo>
                  <a:pt x="140" y="1723"/>
                </a:lnTo>
                <a:lnTo>
                  <a:pt x="141" y="1723"/>
                </a:lnTo>
                <a:lnTo>
                  <a:pt x="141" y="1722"/>
                </a:lnTo>
                <a:lnTo>
                  <a:pt x="142" y="1722"/>
                </a:lnTo>
                <a:lnTo>
                  <a:pt x="143" y="1721"/>
                </a:lnTo>
                <a:lnTo>
                  <a:pt x="146" y="1718"/>
                </a:lnTo>
                <a:lnTo>
                  <a:pt x="148" y="1715"/>
                </a:lnTo>
                <a:lnTo>
                  <a:pt x="150" y="1713"/>
                </a:lnTo>
                <a:lnTo>
                  <a:pt x="150" y="1711"/>
                </a:lnTo>
                <a:lnTo>
                  <a:pt x="151" y="1710"/>
                </a:lnTo>
                <a:lnTo>
                  <a:pt x="151" y="1709"/>
                </a:lnTo>
                <a:lnTo>
                  <a:pt x="151" y="1706"/>
                </a:lnTo>
                <a:lnTo>
                  <a:pt x="152" y="1703"/>
                </a:lnTo>
                <a:lnTo>
                  <a:pt x="152" y="1702"/>
                </a:lnTo>
                <a:lnTo>
                  <a:pt x="152" y="1700"/>
                </a:lnTo>
                <a:lnTo>
                  <a:pt x="152" y="1699"/>
                </a:lnTo>
                <a:lnTo>
                  <a:pt x="151" y="1698"/>
                </a:lnTo>
                <a:lnTo>
                  <a:pt x="150" y="1698"/>
                </a:lnTo>
                <a:lnTo>
                  <a:pt x="149" y="1698"/>
                </a:lnTo>
                <a:lnTo>
                  <a:pt x="148" y="1698"/>
                </a:lnTo>
                <a:lnTo>
                  <a:pt x="147" y="1697"/>
                </a:lnTo>
                <a:lnTo>
                  <a:pt x="146" y="1695"/>
                </a:lnTo>
                <a:lnTo>
                  <a:pt x="146" y="1693"/>
                </a:lnTo>
                <a:lnTo>
                  <a:pt x="146" y="1691"/>
                </a:lnTo>
                <a:lnTo>
                  <a:pt x="146" y="1688"/>
                </a:lnTo>
                <a:lnTo>
                  <a:pt x="145" y="1686"/>
                </a:lnTo>
                <a:lnTo>
                  <a:pt x="143" y="1686"/>
                </a:lnTo>
                <a:lnTo>
                  <a:pt x="142" y="1686"/>
                </a:lnTo>
                <a:lnTo>
                  <a:pt x="140" y="1685"/>
                </a:lnTo>
                <a:lnTo>
                  <a:pt x="137" y="1685"/>
                </a:lnTo>
                <a:lnTo>
                  <a:pt x="136" y="1684"/>
                </a:lnTo>
                <a:lnTo>
                  <a:pt x="135" y="1683"/>
                </a:lnTo>
                <a:lnTo>
                  <a:pt x="134" y="1682"/>
                </a:lnTo>
                <a:lnTo>
                  <a:pt x="133" y="1679"/>
                </a:lnTo>
                <a:lnTo>
                  <a:pt x="132" y="1678"/>
                </a:lnTo>
                <a:lnTo>
                  <a:pt x="131" y="1676"/>
                </a:lnTo>
                <a:lnTo>
                  <a:pt x="129" y="1672"/>
                </a:lnTo>
                <a:lnTo>
                  <a:pt x="128" y="1671"/>
                </a:lnTo>
                <a:lnTo>
                  <a:pt x="126" y="1668"/>
                </a:lnTo>
                <a:lnTo>
                  <a:pt x="126" y="1667"/>
                </a:lnTo>
                <a:lnTo>
                  <a:pt x="125" y="1666"/>
                </a:lnTo>
                <a:lnTo>
                  <a:pt x="124" y="1665"/>
                </a:lnTo>
                <a:lnTo>
                  <a:pt x="123" y="1666"/>
                </a:lnTo>
                <a:lnTo>
                  <a:pt x="122" y="1667"/>
                </a:lnTo>
                <a:lnTo>
                  <a:pt x="121" y="1666"/>
                </a:lnTo>
                <a:lnTo>
                  <a:pt x="120" y="1666"/>
                </a:lnTo>
                <a:lnTo>
                  <a:pt x="119" y="1665"/>
                </a:lnTo>
                <a:lnTo>
                  <a:pt x="119" y="1664"/>
                </a:lnTo>
                <a:lnTo>
                  <a:pt x="118" y="1664"/>
                </a:lnTo>
                <a:lnTo>
                  <a:pt x="116" y="1662"/>
                </a:lnTo>
                <a:lnTo>
                  <a:pt x="114" y="1662"/>
                </a:lnTo>
                <a:lnTo>
                  <a:pt x="114" y="1661"/>
                </a:lnTo>
                <a:lnTo>
                  <a:pt x="113" y="1661"/>
                </a:lnTo>
                <a:lnTo>
                  <a:pt x="113" y="1660"/>
                </a:lnTo>
                <a:lnTo>
                  <a:pt x="112" y="1660"/>
                </a:lnTo>
                <a:lnTo>
                  <a:pt x="112" y="1659"/>
                </a:lnTo>
                <a:lnTo>
                  <a:pt x="111" y="1658"/>
                </a:lnTo>
                <a:lnTo>
                  <a:pt x="111" y="1657"/>
                </a:lnTo>
                <a:lnTo>
                  <a:pt x="110" y="1656"/>
                </a:lnTo>
                <a:lnTo>
                  <a:pt x="110" y="1655"/>
                </a:lnTo>
                <a:lnTo>
                  <a:pt x="108" y="1654"/>
                </a:lnTo>
                <a:lnTo>
                  <a:pt x="106" y="1653"/>
                </a:lnTo>
                <a:lnTo>
                  <a:pt x="104" y="1653"/>
                </a:lnTo>
                <a:lnTo>
                  <a:pt x="103" y="1653"/>
                </a:lnTo>
                <a:lnTo>
                  <a:pt x="101" y="1652"/>
                </a:lnTo>
                <a:lnTo>
                  <a:pt x="100" y="1651"/>
                </a:lnTo>
                <a:lnTo>
                  <a:pt x="98" y="1649"/>
                </a:lnTo>
                <a:lnTo>
                  <a:pt x="96" y="1647"/>
                </a:lnTo>
                <a:lnTo>
                  <a:pt x="95" y="1646"/>
                </a:lnTo>
                <a:lnTo>
                  <a:pt x="93" y="1645"/>
                </a:lnTo>
                <a:lnTo>
                  <a:pt x="92" y="1645"/>
                </a:lnTo>
                <a:lnTo>
                  <a:pt x="91" y="1645"/>
                </a:lnTo>
                <a:lnTo>
                  <a:pt x="90" y="1644"/>
                </a:lnTo>
                <a:lnTo>
                  <a:pt x="87" y="1643"/>
                </a:lnTo>
                <a:lnTo>
                  <a:pt x="83" y="1642"/>
                </a:lnTo>
                <a:lnTo>
                  <a:pt x="81" y="1641"/>
                </a:lnTo>
                <a:lnTo>
                  <a:pt x="80" y="1641"/>
                </a:lnTo>
                <a:lnTo>
                  <a:pt x="79" y="1641"/>
                </a:lnTo>
                <a:lnTo>
                  <a:pt x="77" y="1639"/>
                </a:lnTo>
                <a:lnTo>
                  <a:pt x="75" y="1638"/>
                </a:lnTo>
                <a:lnTo>
                  <a:pt x="73" y="1637"/>
                </a:lnTo>
                <a:lnTo>
                  <a:pt x="71" y="1637"/>
                </a:lnTo>
                <a:lnTo>
                  <a:pt x="68" y="1636"/>
                </a:lnTo>
                <a:lnTo>
                  <a:pt x="64" y="1634"/>
                </a:lnTo>
                <a:lnTo>
                  <a:pt x="63" y="1633"/>
                </a:lnTo>
                <a:lnTo>
                  <a:pt x="60" y="1631"/>
                </a:lnTo>
                <a:lnTo>
                  <a:pt x="58" y="1631"/>
                </a:lnTo>
                <a:lnTo>
                  <a:pt x="57" y="1630"/>
                </a:lnTo>
                <a:lnTo>
                  <a:pt x="56" y="1629"/>
                </a:lnTo>
                <a:lnTo>
                  <a:pt x="55" y="1628"/>
                </a:lnTo>
                <a:lnTo>
                  <a:pt x="55" y="1629"/>
                </a:lnTo>
                <a:lnTo>
                  <a:pt x="54" y="1629"/>
                </a:lnTo>
                <a:lnTo>
                  <a:pt x="52" y="1631"/>
                </a:lnTo>
                <a:lnTo>
                  <a:pt x="51" y="1631"/>
                </a:lnTo>
                <a:lnTo>
                  <a:pt x="50" y="1633"/>
                </a:lnTo>
                <a:lnTo>
                  <a:pt x="49" y="1635"/>
                </a:lnTo>
                <a:lnTo>
                  <a:pt x="48" y="1638"/>
                </a:lnTo>
                <a:lnTo>
                  <a:pt x="48" y="1639"/>
                </a:lnTo>
                <a:lnTo>
                  <a:pt x="47" y="1639"/>
                </a:lnTo>
                <a:lnTo>
                  <a:pt x="46" y="1639"/>
                </a:lnTo>
                <a:lnTo>
                  <a:pt x="45" y="1639"/>
                </a:lnTo>
                <a:lnTo>
                  <a:pt x="44" y="1639"/>
                </a:lnTo>
                <a:lnTo>
                  <a:pt x="43" y="1638"/>
                </a:lnTo>
                <a:lnTo>
                  <a:pt x="42" y="1638"/>
                </a:lnTo>
                <a:lnTo>
                  <a:pt x="42" y="1639"/>
                </a:lnTo>
                <a:lnTo>
                  <a:pt x="41" y="1640"/>
                </a:lnTo>
                <a:lnTo>
                  <a:pt x="40" y="1641"/>
                </a:lnTo>
                <a:lnTo>
                  <a:pt x="39" y="1642"/>
                </a:lnTo>
                <a:lnTo>
                  <a:pt x="38" y="1642"/>
                </a:lnTo>
                <a:lnTo>
                  <a:pt x="38" y="1643"/>
                </a:lnTo>
                <a:lnTo>
                  <a:pt x="38" y="1644"/>
                </a:lnTo>
                <a:lnTo>
                  <a:pt x="38" y="1646"/>
                </a:lnTo>
                <a:lnTo>
                  <a:pt x="39" y="1650"/>
                </a:lnTo>
                <a:lnTo>
                  <a:pt x="39" y="1651"/>
                </a:lnTo>
                <a:lnTo>
                  <a:pt x="39" y="1652"/>
                </a:lnTo>
                <a:lnTo>
                  <a:pt x="38" y="1652"/>
                </a:lnTo>
                <a:lnTo>
                  <a:pt x="36" y="1651"/>
                </a:lnTo>
                <a:lnTo>
                  <a:pt x="33" y="1650"/>
                </a:lnTo>
                <a:lnTo>
                  <a:pt x="32" y="1650"/>
                </a:lnTo>
                <a:lnTo>
                  <a:pt x="31" y="1650"/>
                </a:lnTo>
                <a:lnTo>
                  <a:pt x="29" y="1650"/>
                </a:lnTo>
                <a:lnTo>
                  <a:pt x="28" y="1651"/>
                </a:lnTo>
                <a:lnTo>
                  <a:pt x="26" y="1651"/>
                </a:lnTo>
                <a:lnTo>
                  <a:pt x="24" y="1651"/>
                </a:lnTo>
                <a:lnTo>
                  <a:pt x="23" y="1651"/>
                </a:lnTo>
                <a:lnTo>
                  <a:pt x="23" y="1650"/>
                </a:lnTo>
                <a:lnTo>
                  <a:pt x="22" y="1649"/>
                </a:lnTo>
                <a:lnTo>
                  <a:pt x="21" y="1648"/>
                </a:lnTo>
                <a:lnTo>
                  <a:pt x="20" y="1648"/>
                </a:lnTo>
                <a:lnTo>
                  <a:pt x="19" y="1648"/>
                </a:lnTo>
                <a:lnTo>
                  <a:pt x="18" y="1648"/>
                </a:lnTo>
                <a:lnTo>
                  <a:pt x="16" y="1647"/>
                </a:lnTo>
                <a:lnTo>
                  <a:pt x="14" y="1646"/>
                </a:lnTo>
                <a:lnTo>
                  <a:pt x="13" y="1645"/>
                </a:lnTo>
                <a:lnTo>
                  <a:pt x="13" y="1644"/>
                </a:lnTo>
                <a:lnTo>
                  <a:pt x="12" y="1643"/>
                </a:lnTo>
                <a:lnTo>
                  <a:pt x="12" y="1641"/>
                </a:lnTo>
                <a:lnTo>
                  <a:pt x="13" y="1638"/>
                </a:lnTo>
                <a:lnTo>
                  <a:pt x="13" y="1637"/>
                </a:lnTo>
                <a:lnTo>
                  <a:pt x="12" y="1636"/>
                </a:lnTo>
                <a:lnTo>
                  <a:pt x="12" y="1635"/>
                </a:lnTo>
                <a:lnTo>
                  <a:pt x="11" y="1635"/>
                </a:lnTo>
                <a:lnTo>
                  <a:pt x="10" y="1635"/>
                </a:lnTo>
                <a:lnTo>
                  <a:pt x="9" y="1635"/>
                </a:lnTo>
                <a:lnTo>
                  <a:pt x="8" y="1634"/>
                </a:lnTo>
                <a:lnTo>
                  <a:pt x="7" y="1634"/>
                </a:lnTo>
                <a:lnTo>
                  <a:pt x="6" y="1633"/>
                </a:lnTo>
                <a:lnTo>
                  <a:pt x="5" y="1631"/>
                </a:lnTo>
                <a:lnTo>
                  <a:pt x="4" y="1630"/>
                </a:lnTo>
                <a:lnTo>
                  <a:pt x="2" y="1628"/>
                </a:lnTo>
                <a:lnTo>
                  <a:pt x="1" y="1626"/>
                </a:lnTo>
                <a:lnTo>
                  <a:pt x="0" y="1625"/>
                </a:lnTo>
                <a:lnTo>
                  <a:pt x="1" y="1624"/>
                </a:lnTo>
                <a:lnTo>
                  <a:pt x="2" y="1623"/>
                </a:lnTo>
                <a:lnTo>
                  <a:pt x="2" y="1622"/>
                </a:lnTo>
                <a:lnTo>
                  <a:pt x="3" y="1621"/>
                </a:lnTo>
                <a:lnTo>
                  <a:pt x="3" y="1620"/>
                </a:lnTo>
                <a:lnTo>
                  <a:pt x="3" y="1619"/>
                </a:lnTo>
                <a:lnTo>
                  <a:pt x="2" y="1618"/>
                </a:lnTo>
                <a:lnTo>
                  <a:pt x="2" y="1617"/>
                </a:lnTo>
                <a:lnTo>
                  <a:pt x="2" y="1616"/>
                </a:lnTo>
                <a:lnTo>
                  <a:pt x="2" y="1615"/>
                </a:lnTo>
                <a:lnTo>
                  <a:pt x="2" y="1613"/>
                </a:lnTo>
                <a:lnTo>
                  <a:pt x="1" y="1611"/>
                </a:lnTo>
                <a:lnTo>
                  <a:pt x="1" y="1610"/>
                </a:lnTo>
                <a:lnTo>
                  <a:pt x="1" y="1608"/>
                </a:lnTo>
                <a:lnTo>
                  <a:pt x="1" y="1605"/>
                </a:lnTo>
                <a:lnTo>
                  <a:pt x="1" y="1604"/>
                </a:lnTo>
                <a:lnTo>
                  <a:pt x="2" y="1603"/>
                </a:lnTo>
                <a:lnTo>
                  <a:pt x="1" y="1602"/>
                </a:lnTo>
                <a:lnTo>
                  <a:pt x="0" y="1602"/>
                </a:lnTo>
                <a:lnTo>
                  <a:pt x="0" y="1601"/>
                </a:lnTo>
                <a:lnTo>
                  <a:pt x="0" y="1600"/>
                </a:lnTo>
                <a:lnTo>
                  <a:pt x="1" y="1598"/>
                </a:lnTo>
                <a:lnTo>
                  <a:pt x="2" y="1596"/>
                </a:lnTo>
                <a:lnTo>
                  <a:pt x="2" y="1594"/>
                </a:lnTo>
                <a:lnTo>
                  <a:pt x="3" y="1593"/>
                </a:lnTo>
                <a:lnTo>
                  <a:pt x="4" y="1592"/>
                </a:lnTo>
                <a:lnTo>
                  <a:pt x="5" y="1592"/>
                </a:lnTo>
                <a:lnTo>
                  <a:pt x="5" y="1591"/>
                </a:lnTo>
                <a:lnTo>
                  <a:pt x="5" y="1590"/>
                </a:lnTo>
                <a:lnTo>
                  <a:pt x="5" y="1587"/>
                </a:lnTo>
                <a:lnTo>
                  <a:pt x="4" y="1587"/>
                </a:lnTo>
                <a:lnTo>
                  <a:pt x="4" y="1586"/>
                </a:lnTo>
                <a:lnTo>
                  <a:pt x="5" y="1585"/>
                </a:lnTo>
                <a:lnTo>
                  <a:pt x="5" y="1583"/>
                </a:lnTo>
                <a:lnTo>
                  <a:pt x="5" y="1582"/>
                </a:lnTo>
                <a:lnTo>
                  <a:pt x="4" y="1581"/>
                </a:lnTo>
                <a:lnTo>
                  <a:pt x="4" y="1579"/>
                </a:lnTo>
                <a:lnTo>
                  <a:pt x="3" y="1578"/>
                </a:lnTo>
                <a:lnTo>
                  <a:pt x="4" y="1576"/>
                </a:lnTo>
                <a:lnTo>
                  <a:pt x="3" y="1575"/>
                </a:lnTo>
                <a:lnTo>
                  <a:pt x="2" y="1574"/>
                </a:lnTo>
                <a:lnTo>
                  <a:pt x="1" y="1572"/>
                </a:lnTo>
                <a:lnTo>
                  <a:pt x="1" y="1571"/>
                </a:lnTo>
                <a:lnTo>
                  <a:pt x="1" y="1569"/>
                </a:lnTo>
                <a:lnTo>
                  <a:pt x="2" y="1567"/>
                </a:lnTo>
                <a:lnTo>
                  <a:pt x="4" y="1565"/>
                </a:lnTo>
                <a:lnTo>
                  <a:pt x="5" y="1564"/>
                </a:lnTo>
                <a:lnTo>
                  <a:pt x="5" y="1563"/>
                </a:lnTo>
                <a:lnTo>
                  <a:pt x="6" y="1563"/>
                </a:lnTo>
                <a:lnTo>
                  <a:pt x="7" y="1563"/>
                </a:lnTo>
                <a:lnTo>
                  <a:pt x="8" y="1563"/>
                </a:lnTo>
                <a:lnTo>
                  <a:pt x="8" y="1562"/>
                </a:lnTo>
                <a:lnTo>
                  <a:pt x="9" y="1561"/>
                </a:lnTo>
                <a:lnTo>
                  <a:pt x="10" y="1559"/>
                </a:lnTo>
                <a:lnTo>
                  <a:pt x="11" y="1558"/>
                </a:lnTo>
                <a:lnTo>
                  <a:pt x="12" y="1558"/>
                </a:lnTo>
                <a:lnTo>
                  <a:pt x="13" y="1558"/>
                </a:lnTo>
                <a:lnTo>
                  <a:pt x="14" y="1559"/>
                </a:lnTo>
                <a:lnTo>
                  <a:pt x="15" y="1559"/>
                </a:lnTo>
                <a:lnTo>
                  <a:pt x="15" y="1558"/>
                </a:lnTo>
                <a:lnTo>
                  <a:pt x="16" y="1558"/>
                </a:lnTo>
                <a:lnTo>
                  <a:pt x="16" y="1557"/>
                </a:lnTo>
                <a:lnTo>
                  <a:pt x="17" y="1558"/>
                </a:lnTo>
                <a:lnTo>
                  <a:pt x="18" y="1560"/>
                </a:lnTo>
                <a:lnTo>
                  <a:pt x="19" y="1560"/>
                </a:lnTo>
                <a:lnTo>
                  <a:pt x="21" y="1561"/>
                </a:lnTo>
                <a:lnTo>
                  <a:pt x="22" y="1561"/>
                </a:lnTo>
                <a:lnTo>
                  <a:pt x="22" y="1562"/>
                </a:lnTo>
                <a:lnTo>
                  <a:pt x="22" y="1564"/>
                </a:lnTo>
                <a:lnTo>
                  <a:pt x="22" y="1565"/>
                </a:lnTo>
                <a:lnTo>
                  <a:pt x="23" y="1565"/>
                </a:lnTo>
                <a:lnTo>
                  <a:pt x="24" y="1565"/>
                </a:lnTo>
                <a:lnTo>
                  <a:pt x="25" y="1564"/>
                </a:lnTo>
                <a:lnTo>
                  <a:pt x="28" y="1561"/>
                </a:lnTo>
                <a:lnTo>
                  <a:pt x="28" y="1560"/>
                </a:lnTo>
                <a:lnTo>
                  <a:pt x="29" y="1560"/>
                </a:lnTo>
                <a:lnTo>
                  <a:pt x="29" y="1559"/>
                </a:lnTo>
                <a:lnTo>
                  <a:pt x="29" y="1556"/>
                </a:lnTo>
                <a:lnTo>
                  <a:pt x="30" y="1553"/>
                </a:lnTo>
                <a:lnTo>
                  <a:pt x="30" y="1552"/>
                </a:lnTo>
                <a:lnTo>
                  <a:pt x="30" y="1551"/>
                </a:lnTo>
                <a:lnTo>
                  <a:pt x="31" y="1549"/>
                </a:lnTo>
                <a:lnTo>
                  <a:pt x="31" y="1548"/>
                </a:lnTo>
                <a:lnTo>
                  <a:pt x="31" y="1547"/>
                </a:lnTo>
                <a:lnTo>
                  <a:pt x="30" y="1545"/>
                </a:lnTo>
                <a:lnTo>
                  <a:pt x="30" y="1543"/>
                </a:lnTo>
                <a:lnTo>
                  <a:pt x="30" y="1541"/>
                </a:lnTo>
                <a:lnTo>
                  <a:pt x="30" y="1540"/>
                </a:lnTo>
                <a:lnTo>
                  <a:pt x="29" y="1540"/>
                </a:lnTo>
                <a:lnTo>
                  <a:pt x="28" y="1540"/>
                </a:lnTo>
                <a:lnTo>
                  <a:pt x="27" y="1540"/>
                </a:lnTo>
                <a:lnTo>
                  <a:pt x="26" y="1540"/>
                </a:lnTo>
                <a:lnTo>
                  <a:pt x="25" y="1541"/>
                </a:lnTo>
                <a:lnTo>
                  <a:pt x="24" y="1542"/>
                </a:lnTo>
                <a:lnTo>
                  <a:pt x="23" y="1541"/>
                </a:lnTo>
                <a:lnTo>
                  <a:pt x="22" y="1541"/>
                </a:lnTo>
                <a:lnTo>
                  <a:pt x="21" y="1541"/>
                </a:lnTo>
                <a:lnTo>
                  <a:pt x="19" y="1541"/>
                </a:lnTo>
                <a:lnTo>
                  <a:pt x="17" y="1541"/>
                </a:lnTo>
                <a:lnTo>
                  <a:pt x="17" y="1540"/>
                </a:lnTo>
                <a:lnTo>
                  <a:pt x="17" y="1538"/>
                </a:lnTo>
                <a:lnTo>
                  <a:pt x="18" y="1537"/>
                </a:lnTo>
                <a:lnTo>
                  <a:pt x="18" y="1536"/>
                </a:lnTo>
                <a:lnTo>
                  <a:pt x="18" y="1534"/>
                </a:lnTo>
                <a:lnTo>
                  <a:pt x="18" y="1531"/>
                </a:lnTo>
                <a:lnTo>
                  <a:pt x="17" y="1530"/>
                </a:lnTo>
                <a:lnTo>
                  <a:pt x="17" y="1529"/>
                </a:lnTo>
                <a:lnTo>
                  <a:pt x="17" y="1528"/>
                </a:lnTo>
                <a:lnTo>
                  <a:pt x="18" y="1527"/>
                </a:lnTo>
                <a:lnTo>
                  <a:pt x="18" y="1526"/>
                </a:lnTo>
                <a:lnTo>
                  <a:pt x="20" y="1522"/>
                </a:lnTo>
                <a:lnTo>
                  <a:pt x="20" y="1521"/>
                </a:lnTo>
                <a:lnTo>
                  <a:pt x="20" y="1518"/>
                </a:lnTo>
                <a:lnTo>
                  <a:pt x="19" y="1517"/>
                </a:lnTo>
                <a:lnTo>
                  <a:pt x="19" y="1516"/>
                </a:lnTo>
                <a:lnTo>
                  <a:pt x="18" y="1516"/>
                </a:lnTo>
                <a:lnTo>
                  <a:pt x="18" y="1515"/>
                </a:lnTo>
                <a:lnTo>
                  <a:pt x="18" y="1514"/>
                </a:lnTo>
                <a:lnTo>
                  <a:pt x="18" y="1513"/>
                </a:lnTo>
                <a:lnTo>
                  <a:pt x="18" y="1512"/>
                </a:lnTo>
                <a:lnTo>
                  <a:pt x="18" y="1511"/>
                </a:lnTo>
                <a:lnTo>
                  <a:pt x="17" y="1511"/>
                </a:lnTo>
                <a:lnTo>
                  <a:pt x="16" y="1511"/>
                </a:lnTo>
                <a:lnTo>
                  <a:pt x="15" y="1511"/>
                </a:lnTo>
                <a:lnTo>
                  <a:pt x="14" y="1510"/>
                </a:lnTo>
                <a:lnTo>
                  <a:pt x="13" y="1509"/>
                </a:lnTo>
                <a:lnTo>
                  <a:pt x="14" y="1508"/>
                </a:lnTo>
                <a:lnTo>
                  <a:pt x="14" y="1506"/>
                </a:lnTo>
                <a:lnTo>
                  <a:pt x="15" y="1505"/>
                </a:lnTo>
                <a:lnTo>
                  <a:pt x="15" y="1504"/>
                </a:lnTo>
                <a:lnTo>
                  <a:pt x="15" y="1503"/>
                </a:lnTo>
                <a:lnTo>
                  <a:pt x="14" y="1503"/>
                </a:lnTo>
                <a:lnTo>
                  <a:pt x="14" y="1502"/>
                </a:lnTo>
                <a:lnTo>
                  <a:pt x="14" y="1501"/>
                </a:lnTo>
                <a:lnTo>
                  <a:pt x="14" y="1500"/>
                </a:lnTo>
                <a:lnTo>
                  <a:pt x="15" y="1497"/>
                </a:lnTo>
                <a:lnTo>
                  <a:pt x="15" y="1496"/>
                </a:lnTo>
                <a:lnTo>
                  <a:pt x="15" y="1495"/>
                </a:lnTo>
                <a:lnTo>
                  <a:pt x="14" y="1493"/>
                </a:lnTo>
                <a:lnTo>
                  <a:pt x="13" y="1492"/>
                </a:lnTo>
                <a:lnTo>
                  <a:pt x="13" y="1491"/>
                </a:lnTo>
                <a:lnTo>
                  <a:pt x="12" y="1491"/>
                </a:lnTo>
                <a:lnTo>
                  <a:pt x="10" y="1491"/>
                </a:lnTo>
                <a:lnTo>
                  <a:pt x="8" y="1491"/>
                </a:lnTo>
                <a:lnTo>
                  <a:pt x="7" y="1490"/>
                </a:lnTo>
                <a:lnTo>
                  <a:pt x="7" y="1489"/>
                </a:lnTo>
                <a:lnTo>
                  <a:pt x="7" y="1488"/>
                </a:lnTo>
                <a:lnTo>
                  <a:pt x="7" y="1487"/>
                </a:lnTo>
                <a:lnTo>
                  <a:pt x="7" y="1485"/>
                </a:lnTo>
                <a:lnTo>
                  <a:pt x="7" y="1484"/>
                </a:lnTo>
                <a:lnTo>
                  <a:pt x="8" y="1484"/>
                </a:lnTo>
                <a:lnTo>
                  <a:pt x="7" y="1483"/>
                </a:lnTo>
                <a:lnTo>
                  <a:pt x="5" y="1482"/>
                </a:lnTo>
                <a:lnTo>
                  <a:pt x="4" y="1482"/>
                </a:lnTo>
                <a:lnTo>
                  <a:pt x="5" y="1481"/>
                </a:lnTo>
                <a:lnTo>
                  <a:pt x="6" y="1480"/>
                </a:lnTo>
                <a:lnTo>
                  <a:pt x="7" y="1479"/>
                </a:lnTo>
                <a:lnTo>
                  <a:pt x="8" y="1478"/>
                </a:lnTo>
                <a:lnTo>
                  <a:pt x="8" y="1477"/>
                </a:lnTo>
                <a:lnTo>
                  <a:pt x="8" y="1476"/>
                </a:lnTo>
                <a:lnTo>
                  <a:pt x="8" y="1475"/>
                </a:lnTo>
                <a:lnTo>
                  <a:pt x="7" y="1474"/>
                </a:lnTo>
                <a:lnTo>
                  <a:pt x="7" y="1473"/>
                </a:lnTo>
                <a:lnTo>
                  <a:pt x="8" y="1472"/>
                </a:lnTo>
                <a:lnTo>
                  <a:pt x="8" y="1471"/>
                </a:lnTo>
                <a:lnTo>
                  <a:pt x="9" y="1470"/>
                </a:lnTo>
                <a:lnTo>
                  <a:pt x="10" y="1469"/>
                </a:lnTo>
                <a:lnTo>
                  <a:pt x="11" y="1467"/>
                </a:lnTo>
                <a:lnTo>
                  <a:pt x="11" y="1466"/>
                </a:lnTo>
                <a:lnTo>
                  <a:pt x="9" y="1462"/>
                </a:lnTo>
                <a:lnTo>
                  <a:pt x="6" y="1460"/>
                </a:lnTo>
                <a:lnTo>
                  <a:pt x="5" y="1459"/>
                </a:lnTo>
                <a:lnTo>
                  <a:pt x="6" y="1458"/>
                </a:lnTo>
                <a:lnTo>
                  <a:pt x="7" y="1458"/>
                </a:lnTo>
                <a:lnTo>
                  <a:pt x="8" y="1458"/>
                </a:lnTo>
                <a:lnTo>
                  <a:pt x="9" y="1458"/>
                </a:lnTo>
                <a:lnTo>
                  <a:pt x="12" y="1458"/>
                </a:lnTo>
                <a:lnTo>
                  <a:pt x="14" y="1459"/>
                </a:lnTo>
                <a:lnTo>
                  <a:pt x="18" y="1459"/>
                </a:lnTo>
                <a:lnTo>
                  <a:pt x="19" y="1458"/>
                </a:lnTo>
                <a:lnTo>
                  <a:pt x="21" y="1455"/>
                </a:lnTo>
                <a:lnTo>
                  <a:pt x="23" y="1452"/>
                </a:lnTo>
                <a:lnTo>
                  <a:pt x="24" y="1450"/>
                </a:lnTo>
                <a:lnTo>
                  <a:pt x="25" y="1448"/>
                </a:lnTo>
                <a:lnTo>
                  <a:pt x="26" y="1448"/>
                </a:lnTo>
                <a:lnTo>
                  <a:pt x="27" y="1448"/>
                </a:lnTo>
                <a:lnTo>
                  <a:pt x="28" y="1447"/>
                </a:lnTo>
                <a:lnTo>
                  <a:pt x="30" y="1447"/>
                </a:lnTo>
                <a:lnTo>
                  <a:pt x="32" y="1447"/>
                </a:lnTo>
                <a:lnTo>
                  <a:pt x="33" y="1447"/>
                </a:lnTo>
                <a:lnTo>
                  <a:pt x="34" y="1448"/>
                </a:lnTo>
                <a:lnTo>
                  <a:pt x="37" y="1450"/>
                </a:lnTo>
                <a:lnTo>
                  <a:pt x="40" y="1451"/>
                </a:lnTo>
                <a:lnTo>
                  <a:pt x="42" y="1453"/>
                </a:lnTo>
                <a:lnTo>
                  <a:pt x="45" y="1454"/>
                </a:lnTo>
                <a:lnTo>
                  <a:pt x="47" y="1455"/>
                </a:lnTo>
                <a:lnTo>
                  <a:pt x="48" y="1455"/>
                </a:lnTo>
                <a:lnTo>
                  <a:pt x="52" y="1455"/>
                </a:lnTo>
                <a:lnTo>
                  <a:pt x="54" y="1455"/>
                </a:lnTo>
                <a:lnTo>
                  <a:pt x="57" y="1457"/>
                </a:lnTo>
                <a:lnTo>
                  <a:pt x="60" y="1457"/>
                </a:lnTo>
                <a:lnTo>
                  <a:pt x="63" y="1457"/>
                </a:lnTo>
                <a:lnTo>
                  <a:pt x="64" y="1457"/>
                </a:lnTo>
                <a:lnTo>
                  <a:pt x="66" y="1457"/>
                </a:lnTo>
                <a:lnTo>
                  <a:pt x="67" y="1457"/>
                </a:lnTo>
                <a:lnTo>
                  <a:pt x="67" y="1456"/>
                </a:lnTo>
                <a:lnTo>
                  <a:pt x="67" y="1455"/>
                </a:lnTo>
                <a:lnTo>
                  <a:pt x="68" y="1454"/>
                </a:lnTo>
                <a:lnTo>
                  <a:pt x="69" y="1453"/>
                </a:lnTo>
                <a:lnTo>
                  <a:pt x="70" y="1452"/>
                </a:lnTo>
                <a:lnTo>
                  <a:pt x="71" y="1450"/>
                </a:lnTo>
                <a:lnTo>
                  <a:pt x="73" y="1449"/>
                </a:lnTo>
                <a:lnTo>
                  <a:pt x="74" y="1448"/>
                </a:lnTo>
                <a:lnTo>
                  <a:pt x="74" y="1447"/>
                </a:lnTo>
                <a:lnTo>
                  <a:pt x="73" y="1446"/>
                </a:lnTo>
                <a:lnTo>
                  <a:pt x="73" y="1445"/>
                </a:lnTo>
                <a:lnTo>
                  <a:pt x="74" y="1445"/>
                </a:lnTo>
                <a:lnTo>
                  <a:pt x="75" y="1444"/>
                </a:lnTo>
                <a:lnTo>
                  <a:pt x="76" y="1443"/>
                </a:lnTo>
                <a:lnTo>
                  <a:pt x="78" y="1443"/>
                </a:lnTo>
                <a:lnTo>
                  <a:pt x="79" y="1442"/>
                </a:lnTo>
                <a:lnTo>
                  <a:pt x="80" y="1442"/>
                </a:lnTo>
                <a:lnTo>
                  <a:pt x="80" y="1441"/>
                </a:lnTo>
                <a:lnTo>
                  <a:pt x="80" y="1439"/>
                </a:lnTo>
                <a:lnTo>
                  <a:pt x="81" y="1439"/>
                </a:lnTo>
                <a:lnTo>
                  <a:pt x="81" y="1438"/>
                </a:lnTo>
                <a:lnTo>
                  <a:pt x="81" y="1437"/>
                </a:lnTo>
                <a:lnTo>
                  <a:pt x="83" y="1438"/>
                </a:lnTo>
                <a:lnTo>
                  <a:pt x="84" y="1438"/>
                </a:lnTo>
                <a:lnTo>
                  <a:pt x="85" y="1438"/>
                </a:lnTo>
                <a:lnTo>
                  <a:pt x="86" y="1438"/>
                </a:lnTo>
                <a:lnTo>
                  <a:pt x="87" y="1437"/>
                </a:lnTo>
                <a:lnTo>
                  <a:pt x="88" y="1435"/>
                </a:lnTo>
                <a:lnTo>
                  <a:pt x="89" y="1432"/>
                </a:lnTo>
                <a:lnTo>
                  <a:pt x="89" y="1430"/>
                </a:lnTo>
                <a:lnTo>
                  <a:pt x="89" y="1428"/>
                </a:lnTo>
                <a:lnTo>
                  <a:pt x="90" y="1426"/>
                </a:lnTo>
                <a:lnTo>
                  <a:pt x="89" y="1425"/>
                </a:lnTo>
                <a:lnTo>
                  <a:pt x="89" y="1423"/>
                </a:lnTo>
                <a:lnTo>
                  <a:pt x="89" y="1421"/>
                </a:lnTo>
                <a:lnTo>
                  <a:pt x="89" y="1419"/>
                </a:lnTo>
                <a:lnTo>
                  <a:pt x="90" y="1417"/>
                </a:lnTo>
                <a:lnTo>
                  <a:pt x="90" y="1416"/>
                </a:lnTo>
                <a:lnTo>
                  <a:pt x="90" y="1415"/>
                </a:lnTo>
                <a:lnTo>
                  <a:pt x="90" y="1414"/>
                </a:lnTo>
                <a:lnTo>
                  <a:pt x="89" y="1413"/>
                </a:lnTo>
                <a:lnTo>
                  <a:pt x="89" y="1412"/>
                </a:lnTo>
                <a:lnTo>
                  <a:pt x="90" y="1412"/>
                </a:lnTo>
                <a:lnTo>
                  <a:pt x="91" y="1412"/>
                </a:lnTo>
                <a:lnTo>
                  <a:pt x="91" y="1411"/>
                </a:lnTo>
                <a:lnTo>
                  <a:pt x="90" y="1410"/>
                </a:lnTo>
                <a:lnTo>
                  <a:pt x="90" y="1409"/>
                </a:lnTo>
                <a:lnTo>
                  <a:pt x="90" y="1408"/>
                </a:lnTo>
                <a:lnTo>
                  <a:pt x="90" y="1407"/>
                </a:lnTo>
                <a:lnTo>
                  <a:pt x="90" y="1406"/>
                </a:lnTo>
                <a:lnTo>
                  <a:pt x="89" y="1406"/>
                </a:lnTo>
                <a:lnTo>
                  <a:pt x="88" y="1405"/>
                </a:lnTo>
                <a:lnTo>
                  <a:pt x="87" y="1405"/>
                </a:lnTo>
                <a:lnTo>
                  <a:pt x="86" y="1404"/>
                </a:lnTo>
                <a:lnTo>
                  <a:pt x="85" y="1404"/>
                </a:lnTo>
                <a:lnTo>
                  <a:pt x="85" y="1403"/>
                </a:lnTo>
                <a:lnTo>
                  <a:pt x="85" y="1402"/>
                </a:lnTo>
                <a:lnTo>
                  <a:pt x="84" y="1401"/>
                </a:lnTo>
                <a:lnTo>
                  <a:pt x="83" y="1401"/>
                </a:lnTo>
                <a:lnTo>
                  <a:pt x="82" y="1402"/>
                </a:lnTo>
                <a:lnTo>
                  <a:pt x="81" y="1402"/>
                </a:lnTo>
                <a:lnTo>
                  <a:pt x="81" y="1401"/>
                </a:lnTo>
                <a:lnTo>
                  <a:pt x="81" y="1400"/>
                </a:lnTo>
                <a:lnTo>
                  <a:pt x="82" y="1396"/>
                </a:lnTo>
                <a:lnTo>
                  <a:pt x="84" y="1393"/>
                </a:lnTo>
                <a:lnTo>
                  <a:pt x="84" y="1391"/>
                </a:lnTo>
                <a:lnTo>
                  <a:pt x="85" y="1389"/>
                </a:lnTo>
                <a:lnTo>
                  <a:pt x="86" y="1388"/>
                </a:lnTo>
                <a:lnTo>
                  <a:pt x="89" y="1385"/>
                </a:lnTo>
                <a:lnTo>
                  <a:pt x="91" y="1384"/>
                </a:lnTo>
                <a:lnTo>
                  <a:pt x="94" y="1383"/>
                </a:lnTo>
                <a:lnTo>
                  <a:pt x="95" y="1383"/>
                </a:lnTo>
                <a:lnTo>
                  <a:pt x="96" y="1383"/>
                </a:lnTo>
                <a:lnTo>
                  <a:pt x="98" y="1382"/>
                </a:lnTo>
                <a:lnTo>
                  <a:pt x="99" y="1381"/>
                </a:lnTo>
                <a:lnTo>
                  <a:pt x="100" y="1380"/>
                </a:lnTo>
                <a:lnTo>
                  <a:pt x="100" y="1379"/>
                </a:lnTo>
                <a:lnTo>
                  <a:pt x="101" y="1377"/>
                </a:lnTo>
                <a:lnTo>
                  <a:pt x="101" y="1375"/>
                </a:lnTo>
                <a:lnTo>
                  <a:pt x="101" y="1374"/>
                </a:lnTo>
                <a:lnTo>
                  <a:pt x="101" y="1373"/>
                </a:lnTo>
                <a:lnTo>
                  <a:pt x="102" y="1372"/>
                </a:lnTo>
                <a:lnTo>
                  <a:pt x="102" y="1371"/>
                </a:lnTo>
                <a:lnTo>
                  <a:pt x="102" y="1370"/>
                </a:lnTo>
                <a:lnTo>
                  <a:pt x="104" y="1369"/>
                </a:lnTo>
                <a:lnTo>
                  <a:pt x="107" y="1366"/>
                </a:lnTo>
                <a:lnTo>
                  <a:pt x="109" y="1365"/>
                </a:lnTo>
                <a:lnTo>
                  <a:pt x="111" y="1364"/>
                </a:lnTo>
                <a:lnTo>
                  <a:pt x="114" y="1360"/>
                </a:lnTo>
                <a:lnTo>
                  <a:pt x="115" y="1360"/>
                </a:lnTo>
                <a:lnTo>
                  <a:pt x="116" y="1359"/>
                </a:lnTo>
                <a:lnTo>
                  <a:pt x="116" y="1358"/>
                </a:lnTo>
                <a:lnTo>
                  <a:pt x="116" y="1357"/>
                </a:lnTo>
                <a:lnTo>
                  <a:pt x="116" y="1356"/>
                </a:lnTo>
                <a:lnTo>
                  <a:pt x="115" y="1356"/>
                </a:lnTo>
                <a:lnTo>
                  <a:pt x="114" y="1355"/>
                </a:lnTo>
                <a:lnTo>
                  <a:pt x="113" y="1354"/>
                </a:lnTo>
                <a:lnTo>
                  <a:pt x="112" y="1353"/>
                </a:lnTo>
                <a:lnTo>
                  <a:pt x="113" y="1353"/>
                </a:lnTo>
                <a:lnTo>
                  <a:pt x="114" y="1352"/>
                </a:lnTo>
                <a:lnTo>
                  <a:pt x="116" y="1352"/>
                </a:lnTo>
                <a:lnTo>
                  <a:pt x="121" y="1352"/>
                </a:lnTo>
                <a:lnTo>
                  <a:pt x="123" y="1351"/>
                </a:lnTo>
                <a:lnTo>
                  <a:pt x="124" y="1350"/>
                </a:lnTo>
                <a:lnTo>
                  <a:pt x="124" y="1349"/>
                </a:lnTo>
                <a:lnTo>
                  <a:pt x="126" y="1347"/>
                </a:lnTo>
                <a:lnTo>
                  <a:pt x="127" y="1345"/>
                </a:lnTo>
                <a:lnTo>
                  <a:pt x="129" y="1344"/>
                </a:lnTo>
                <a:lnTo>
                  <a:pt x="132" y="1343"/>
                </a:lnTo>
                <a:lnTo>
                  <a:pt x="133" y="1344"/>
                </a:lnTo>
                <a:lnTo>
                  <a:pt x="135" y="1346"/>
                </a:lnTo>
                <a:lnTo>
                  <a:pt x="136" y="1348"/>
                </a:lnTo>
                <a:lnTo>
                  <a:pt x="137" y="1348"/>
                </a:lnTo>
                <a:lnTo>
                  <a:pt x="138" y="1348"/>
                </a:lnTo>
                <a:lnTo>
                  <a:pt x="140" y="1349"/>
                </a:lnTo>
                <a:lnTo>
                  <a:pt x="141" y="1348"/>
                </a:lnTo>
                <a:lnTo>
                  <a:pt x="143" y="1346"/>
                </a:lnTo>
                <a:lnTo>
                  <a:pt x="145" y="1345"/>
                </a:lnTo>
                <a:lnTo>
                  <a:pt x="147" y="1345"/>
                </a:lnTo>
                <a:lnTo>
                  <a:pt x="150" y="1345"/>
                </a:lnTo>
                <a:lnTo>
                  <a:pt x="154" y="1346"/>
                </a:lnTo>
                <a:lnTo>
                  <a:pt x="156" y="1346"/>
                </a:lnTo>
                <a:lnTo>
                  <a:pt x="158" y="1346"/>
                </a:lnTo>
                <a:lnTo>
                  <a:pt x="162" y="1347"/>
                </a:lnTo>
                <a:lnTo>
                  <a:pt x="165" y="1347"/>
                </a:lnTo>
                <a:lnTo>
                  <a:pt x="166" y="1347"/>
                </a:lnTo>
                <a:lnTo>
                  <a:pt x="167" y="1348"/>
                </a:lnTo>
                <a:lnTo>
                  <a:pt x="167" y="1350"/>
                </a:lnTo>
                <a:lnTo>
                  <a:pt x="167" y="1352"/>
                </a:lnTo>
                <a:lnTo>
                  <a:pt x="167" y="1353"/>
                </a:lnTo>
                <a:lnTo>
                  <a:pt x="168" y="1354"/>
                </a:lnTo>
                <a:lnTo>
                  <a:pt x="169" y="1353"/>
                </a:lnTo>
                <a:lnTo>
                  <a:pt x="171" y="1353"/>
                </a:lnTo>
                <a:lnTo>
                  <a:pt x="172" y="1354"/>
                </a:lnTo>
                <a:lnTo>
                  <a:pt x="173" y="1354"/>
                </a:lnTo>
                <a:lnTo>
                  <a:pt x="174" y="1355"/>
                </a:lnTo>
                <a:lnTo>
                  <a:pt x="175" y="1357"/>
                </a:lnTo>
                <a:lnTo>
                  <a:pt x="176" y="1358"/>
                </a:lnTo>
                <a:lnTo>
                  <a:pt x="177" y="1358"/>
                </a:lnTo>
                <a:lnTo>
                  <a:pt x="180" y="1358"/>
                </a:lnTo>
                <a:lnTo>
                  <a:pt x="185" y="1355"/>
                </a:lnTo>
                <a:lnTo>
                  <a:pt x="189" y="1354"/>
                </a:lnTo>
                <a:lnTo>
                  <a:pt x="193" y="1353"/>
                </a:lnTo>
                <a:lnTo>
                  <a:pt x="196" y="1352"/>
                </a:lnTo>
                <a:lnTo>
                  <a:pt x="199" y="1349"/>
                </a:lnTo>
                <a:lnTo>
                  <a:pt x="203" y="1346"/>
                </a:lnTo>
                <a:lnTo>
                  <a:pt x="207" y="1344"/>
                </a:lnTo>
                <a:lnTo>
                  <a:pt x="211" y="1344"/>
                </a:lnTo>
                <a:lnTo>
                  <a:pt x="213" y="1342"/>
                </a:lnTo>
                <a:lnTo>
                  <a:pt x="214" y="1342"/>
                </a:lnTo>
                <a:lnTo>
                  <a:pt x="216" y="1340"/>
                </a:lnTo>
                <a:lnTo>
                  <a:pt x="219" y="1337"/>
                </a:lnTo>
                <a:lnTo>
                  <a:pt x="223" y="1334"/>
                </a:lnTo>
                <a:lnTo>
                  <a:pt x="226" y="1333"/>
                </a:lnTo>
                <a:lnTo>
                  <a:pt x="228" y="1333"/>
                </a:lnTo>
                <a:lnTo>
                  <a:pt x="230" y="1334"/>
                </a:lnTo>
                <a:lnTo>
                  <a:pt x="231" y="1336"/>
                </a:lnTo>
                <a:lnTo>
                  <a:pt x="232" y="1337"/>
                </a:lnTo>
                <a:lnTo>
                  <a:pt x="234" y="1337"/>
                </a:lnTo>
                <a:lnTo>
                  <a:pt x="235" y="1337"/>
                </a:lnTo>
                <a:lnTo>
                  <a:pt x="238" y="1335"/>
                </a:lnTo>
                <a:lnTo>
                  <a:pt x="239" y="1335"/>
                </a:lnTo>
                <a:lnTo>
                  <a:pt x="239" y="1334"/>
                </a:lnTo>
                <a:lnTo>
                  <a:pt x="241" y="1332"/>
                </a:lnTo>
                <a:lnTo>
                  <a:pt x="243" y="1329"/>
                </a:lnTo>
                <a:lnTo>
                  <a:pt x="244" y="1326"/>
                </a:lnTo>
                <a:lnTo>
                  <a:pt x="245" y="1324"/>
                </a:lnTo>
                <a:lnTo>
                  <a:pt x="247" y="1325"/>
                </a:lnTo>
                <a:lnTo>
                  <a:pt x="251" y="1326"/>
                </a:lnTo>
                <a:lnTo>
                  <a:pt x="254" y="1327"/>
                </a:lnTo>
                <a:lnTo>
                  <a:pt x="257" y="1328"/>
                </a:lnTo>
                <a:lnTo>
                  <a:pt x="260" y="1329"/>
                </a:lnTo>
                <a:lnTo>
                  <a:pt x="262" y="1330"/>
                </a:lnTo>
                <a:lnTo>
                  <a:pt x="265" y="1333"/>
                </a:lnTo>
                <a:lnTo>
                  <a:pt x="267" y="1335"/>
                </a:lnTo>
                <a:lnTo>
                  <a:pt x="268" y="1336"/>
                </a:lnTo>
                <a:lnTo>
                  <a:pt x="269" y="1336"/>
                </a:lnTo>
                <a:lnTo>
                  <a:pt x="272" y="1335"/>
                </a:lnTo>
                <a:lnTo>
                  <a:pt x="274" y="1335"/>
                </a:lnTo>
                <a:lnTo>
                  <a:pt x="275" y="1335"/>
                </a:lnTo>
                <a:lnTo>
                  <a:pt x="275" y="1334"/>
                </a:lnTo>
                <a:lnTo>
                  <a:pt x="275" y="1333"/>
                </a:lnTo>
                <a:lnTo>
                  <a:pt x="275" y="1332"/>
                </a:lnTo>
                <a:lnTo>
                  <a:pt x="273" y="1330"/>
                </a:lnTo>
                <a:lnTo>
                  <a:pt x="272" y="1329"/>
                </a:lnTo>
                <a:lnTo>
                  <a:pt x="271" y="1327"/>
                </a:lnTo>
                <a:lnTo>
                  <a:pt x="271" y="1325"/>
                </a:lnTo>
                <a:lnTo>
                  <a:pt x="270" y="1323"/>
                </a:lnTo>
                <a:lnTo>
                  <a:pt x="270" y="1321"/>
                </a:lnTo>
                <a:lnTo>
                  <a:pt x="269" y="1321"/>
                </a:lnTo>
                <a:lnTo>
                  <a:pt x="269" y="1319"/>
                </a:lnTo>
                <a:lnTo>
                  <a:pt x="267" y="1317"/>
                </a:lnTo>
                <a:lnTo>
                  <a:pt x="266" y="1313"/>
                </a:lnTo>
                <a:lnTo>
                  <a:pt x="264" y="1311"/>
                </a:lnTo>
                <a:lnTo>
                  <a:pt x="264" y="1309"/>
                </a:lnTo>
                <a:lnTo>
                  <a:pt x="265" y="1308"/>
                </a:lnTo>
                <a:lnTo>
                  <a:pt x="266" y="1308"/>
                </a:lnTo>
                <a:lnTo>
                  <a:pt x="267" y="1307"/>
                </a:lnTo>
                <a:lnTo>
                  <a:pt x="268" y="1307"/>
                </a:lnTo>
                <a:lnTo>
                  <a:pt x="269" y="1305"/>
                </a:lnTo>
                <a:lnTo>
                  <a:pt x="270" y="1301"/>
                </a:lnTo>
                <a:lnTo>
                  <a:pt x="271" y="1298"/>
                </a:lnTo>
                <a:lnTo>
                  <a:pt x="273" y="1297"/>
                </a:lnTo>
                <a:lnTo>
                  <a:pt x="274" y="1296"/>
                </a:lnTo>
                <a:lnTo>
                  <a:pt x="275" y="1296"/>
                </a:lnTo>
                <a:lnTo>
                  <a:pt x="277" y="1296"/>
                </a:lnTo>
                <a:lnTo>
                  <a:pt x="278" y="1298"/>
                </a:lnTo>
                <a:lnTo>
                  <a:pt x="279" y="1299"/>
                </a:lnTo>
                <a:lnTo>
                  <a:pt x="281" y="1300"/>
                </a:lnTo>
                <a:lnTo>
                  <a:pt x="283" y="1301"/>
                </a:lnTo>
                <a:lnTo>
                  <a:pt x="284" y="1303"/>
                </a:lnTo>
                <a:lnTo>
                  <a:pt x="286" y="1307"/>
                </a:lnTo>
                <a:lnTo>
                  <a:pt x="288" y="1310"/>
                </a:lnTo>
                <a:lnTo>
                  <a:pt x="290" y="1312"/>
                </a:lnTo>
                <a:lnTo>
                  <a:pt x="290" y="1313"/>
                </a:lnTo>
                <a:lnTo>
                  <a:pt x="292" y="1315"/>
                </a:lnTo>
                <a:lnTo>
                  <a:pt x="293" y="1316"/>
                </a:lnTo>
                <a:lnTo>
                  <a:pt x="294" y="1316"/>
                </a:lnTo>
                <a:lnTo>
                  <a:pt x="296" y="1316"/>
                </a:lnTo>
                <a:lnTo>
                  <a:pt x="298" y="1315"/>
                </a:lnTo>
                <a:lnTo>
                  <a:pt x="299" y="1315"/>
                </a:lnTo>
                <a:lnTo>
                  <a:pt x="301" y="1318"/>
                </a:lnTo>
                <a:lnTo>
                  <a:pt x="302" y="1320"/>
                </a:lnTo>
                <a:lnTo>
                  <a:pt x="305" y="1322"/>
                </a:lnTo>
                <a:lnTo>
                  <a:pt x="308" y="1323"/>
                </a:lnTo>
                <a:lnTo>
                  <a:pt x="309" y="1324"/>
                </a:lnTo>
                <a:lnTo>
                  <a:pt x="311" y="1323"/>
                </a:lnTo>
                <a:lnTo>
                  <a:pt x="313" y="1322"/>
                </a:lnTo>
                <a:lnTo>
                  <a:pt x="314" y="1321"/>
                </a:lnTo>
                <a:lnTo>
                  <a:pt x="316" y="1321"/>
                </a:lnTo>
                <a:lnTo>
                  <a:pt x="317" y="1322"/>
                </a:lnTo>
                <a:lnTo>
                  <a:pt x="318" y="1323"/>
                </a:lnTo>
                <a:lnTo>
                  <a:pt x="319" y="1324"/>
                </a:lnTo>
                <a:lnTo>
                  <a:pt x="324" y="1327"/>
                </a:lnTo>
                <a:lnTo>
                  <a:pt x="325" y="1327"/>
                </a:lnTo>
                <a:lnTo>
                  <a:pt x="327" y="1328"/>
                </a:lnTo>
                <a:lnTo>
                  <a:pt x="330" y="1328"/>
                </a:lnTo>
                <a:lnTo>
                  <a:pt x="332" y="1326"/>
                </a:lnTo>
                <a:lnTo>
                  <a:pt x="333" y="1325"/>
                </a:lnTo>
                <a:lnTo>
                  <a:pt x="334" y="1325"/>
                </a:lnTo>
                <a:lnTo>
                  <a:pt x="335" y="1324"/>
                </a:lnTo>
                <a:lnTo>
                  <a:pt x="336" y="1323"/>
                </a:lnTo>
                <a:lnTo>
                  <a:pt x="339" y="1324"/>
                </a:lnTo>
                <a:lnTo>
                  <a:pt x="341" y="1323"/>
                </a:lnTo>
                <a:lnTo>
                  <a:pt x="342" y="1322"/>
                </a:lnTo>
                <a:lnTo>
                  <a:pt x="343" y="1320"/>
                </a:lnTo>
                <a:lnTo>
                  <a:pt x="346" y="1319"/>
                </a:lnTo>
                <a:lnTo>
                  <a:pt x="350" y="1317"/>
                </a:lnTo>
                <a:lnTo>
                  <a:pt x="351" y="1316"/>
                </a:lnTo>
                <a:lnTo>
                  <a:pt x="354" y="1316"/>
                </a:lnTo>
                <a:lnTo>
                  <a:pt x="355" y="1315"/>
                </a:lnTo>
                <a:lnTo>
                  <a:pt x="357" y="1315"/>
                </a:lnTo>
                <a:lnTo>
                  <a:pt x="360" y="1315"/>
                </a:lnTo>
                <a:lnTo>
                  <a:pt x="361" y="1315"/>
                </a:lnTo>
                <a:lnTo>
                  <a:pt x="362" y="1315"/>
                </a:lnTo>
                <a:lnTo>
                  <a:pt x="365" y="1314"/>
                </a:lnTo>
                <a:lnTo>
                  <a:pt x="366" y="1313"/>
                </a:lnTo>
                <a:lnTo>
                  <a:pt x="368" y="1312"/>
                </a:lnTo>
                <a:lnTo>
                  <a:pt x="369" y="1311"/>
                </a:lnTo>
                <a:lnTo>
                  <a:pt x="371" y="1311"/>
                </a:lnTo>
                <a:lnTo>
                  <a:pt x="372" y="1310"/>
                </a:lnTo>
                <a:lnTo>
                  <a:pt x="372" y="1309"/>
                </a:lnTo>
                <a:lnTo>
                  <a:pt x="373" y="1309"/>
                </a:lnTo>
                <a:lnTo>
                  <a:pt x="377" y="1307"/>
                </a:lnTo>
                <a:lnTo>
                  <a:pt x="382" y="1305"/>
                </a:lnTo>
                <a:lnTo>
                  <a:pt x="386" y="1303"/>
                </a:lnTo>
                <a:lnTo>
                  <a:pt x="388" y="1303"/>
                </a:lnTo>
                <a:lnTo>
                  <a:pt x="390" y="1302"/>
                </a:lnTo>
                <a:lnTo>
                  <a:pt x="392" y="1302"/>
                </a:lnTo>
                <a:lnTo>
                  <a:pt x="393" y="1302"/>
                </a:lnTo>
                <a:lnTo>
                  <a:pt x="395" y="1303"/>
                </a:lnTo>
                <a:lnTo>
                  <a:pt x="395" y="1304"/>
                </a:lnTo>
                <a:lnTo>
                  <a:pt x="395" y="1305"/>
                </a:lnTo>
                <a:lnTo>
                  <a:pt x="396" y="1306"/>
                </a:lnTo>
                <a:lnTo>
                  <a:pt x="396" y="1307"/>
                </a:lnTo>
                <a:lnTo>
                  <a:pt x="396" y="1308"/>
                </a:lnTo>
                <a:lnTo>
                  <a:pt x="397" y="1309"/>
                </a:lnTo>
                <a:lnTo>
                  <a:pt x="397" y="1310"/>
                </a:lnTo>
                <a:lnTo>
                  <a:pt x="398" y="1311"/>
                </a:lnTo>
                <a:lnTo>
                  <a:pt x="398" y="1312"/>
                </a:lnTo>
                <a:lnTo>
                  <a:pt x="398" y="1313"/>
                </a:lnTo>
                <a:lnTo>
                  <a:pt x="397" y="1313"/>
                </a:lnTo>
                <a:lnTo>
                  <a:pt x="396" y="1314"/>
                </a:lnTo>
                <a:lnTo>
                  <a:pt x="395" y="1317"/>
                </a:lnTo>
                <a:lnTo>
                  <a:pt x="395" y="1319"/>
                </a:lnTo>
                <a:lnTo>
                  <a:pt x="393" y="1324"/>
                </a:lnTo>
                <a:lnTo>
                  <a:pt x="393" y="1326"/>
                </a:lnTo>
                <a:lnTo>
                  <a:pt x="393" y="1327"/>
                </a:lnTo>
                <a:lnTo>
                  <a:pt x="393" y="1329"/>
                </a:lnTo>
                <a:lnTo>
                  <a:pt x="394" y="1331"/>
                </a:lnTo>
                <a:lnTo>
                  <a:pt x="393" y="1333"/>
                </a:lnTo>
                <a:lnTo>
                  <a:pt x="393" y="1334"/>
                </a:lnTo>
                <a:lnTo>
                  <a:pt x="394" y="1336"/>
                </a:lnTo>
                <a:lnTo>
                  <a:pt x="395" y="1337"/>
                </a:lnTo>
                <a:lnTo>
                  <a:pt x="396" y="1337"/>
                </a:lnTo>
                <a:lnTo>
                  <a:pt x="397" y="1338"/>
                </a:lnTo>
                <a:lnTo>
                  <a:pt x="398" y="1339"/>
                </a:lnTo>
                <a:lnTo>
                  <a:pt x="399" y="1340"/>
                </a:lnTo>
                <a:lnTo>
                  <a:pt x="399" y="1341"/>
                </a:lnTo>
                <a:lnTo>
                  <a:pt x="400" y="1342"/>
                </a:lnTo>
                <a:lnTo>
                  <a:pt x="402" y="1343"/>
                </a:lnTo>
                <a:lnTo>
                  <a:pt x="403" y="1345"/>
                </a:lnTo>
                <a:lnTo>
                  <a:pt x="403" y="1346"/>
                </a:lnTo>
                <a:lnTo>
                  <a:pt x="403" y="1347"/>
                </a:lnTo>
                <a:lnTo>
                  <a:pt x="402" y="1347"/>
                </a:lnTo>
                <a:lnTo>
                  <a:pt x="401" y="1347"/>
                </a:lnTo>
                <a:lnTo>
                  <a:pt x="401" y="1348"/>
                </a:lnTo>
                <a:lnTo>
                  <a:pt x="400" y="1349"/>
                </a:lnTo>
                <a:lnTo>
                  <a:pt x="400" y="1350"/>
                </a:lnTo>
                <a:lnTo>
                  <a:pt x="399" y="1351"/>
                </a:lnTo>
                <a:lnTo>
                  <a:pt x="397" y="1352"/>
                </a:lnTo>
                <a:lnTo>
                  <a:pt x="395" y="1353"/>
                </a:lnTo>
                <a:lnTo>
                  <a:pt x="394" y="1353"/>
                </a:lnTo>
                <a:lnTo>
                  <a:pt x="393" y="1354"/>
                </a:lnTo>
                <a:lnTo>
                  <a:pt x="392" y="1356"/>
                </a:lnTo>
                <a:lnTo>
                  <a:pt x="392" y="1357"/>
                </a:lnTo>
                <a:lnTo>
                  <a:pt x="391" y="1358"/>
                </a:lnTo>
                <a:lnTo>
                  <a:pt x="390" y="1359"/>
                </a:lnTo>
                <a:lnTo>
                  <a:pt x="390" y="1361"/>
                </a:lnTo>
                <a:lnTo>
                  <a:pt x="389" y="1362"/>
                </a:lnTo>
                <a:lnTo>
                  <a:pt x="388" y="1364"/>
                </a:lnTo>
                <a:lnTo>
                  <a:pt x="387" y="1365"/>
                </a:lnTo>
                <a:lnTo>
                  <a:pt x="387" y="1366"/>
                </a:lnTo>
                <a:lnTo>
                  <a:pt x="388" y="1368"/>
                </a:lnTo>
                <a:lnTo>
                  <a:pt x="389" y="1369"/>
                </a:lnTo>
                <a:lnTo>
                  <a:pt x="389" y="1371"/>
                </a:lnTo>
                <a:lnTo>
                  <a:pt x="389" y="1375"/>
                </a:lnTo>
                <a:lnTo>
                  <a:pt x="389" y="1376"/>
                </a:lnTo>
                <a:lnTo>
                  <a:pt x="390" y="1377"/>
                </a:lnTo>
                <a:lnTo>
                  <a:pt x="389" y="1378"/>
                </a:lnTo>
                <a:lnTo>
                  <a:pt x="388" y="1379"/>
                </a:lnTo>
                <a:lnTo>
                  <a:pt x="388" y="1380"/>
                </a:lnTo>
                <a:lnTo>
                  <a:pt x="387" y="1380"/>
                </a:lnTo>
                <a:lnTo>
                  <a:pt x="387" y="1381"/>
                </a:lnTo>
                <a:lnTo>
                  <a:pt x="387" y="1382"/>
                </a:lnTo>
                <a:lnTo>
                  <a:pt x="388" y="1383"/>
                </a:lnTo>
                <a:lnTo>
                  <a:pt x="389" y="1383"/>
                </a:lnTo>
                <a:lnTo>
                  <a:pt x="390" y="1383"/>
                </a:lnTo>
                <a:lnTo>
                  <a:pt x="391" y="1383"/>
                </a:lnTo>
                <a:lnTo>
                  <a:pt x="392" y="1382"/>
                </a:lnTo>
                <a:lnTo>
                  <a:pt x="393" y="1381"/>
                </a:lnTo>
                <a:lnTo>
                  <a:pt x="394" y="1381"/>
                </a:lnTo>
                <a:lnTo>
                  <a:pt x="395" y="1382"/>
                </a:lnTo>
                <a:lnTo>
                  <a:pt x="396" y="1381"/>
                </a:lnTo>
                <a:lnTo>
                  <a:pt x="398" y="1381"/>
                </a:lnTo>
                <a:lnTo>
                  <a:pt x="399" y="1381"/>
                </a:lnTo>
                <a:lnTo>
                  <a:pt x="399" y="1382"/>
                </a:lnTo>
                <a:lnTo>
                  <a:pt x="400" y="1383"/>
                </a:lnTo>
                <a:lnTo>
                  <a:pt x="401" y="1382"/>
                </a:lnTo>
                <a:lnTo>
                  <a:pt x="403" y="1381"/>
                </a:lnTo>
                <a:lnTo>
                  <a:pt x="406" y="1380"/>
                </a:lnTo>
                <a:lnTo>
                  <a:pt x="407" y="1380"/>
                </a:lnTo>
                <a:lnTo>
                  <a:pt x="408" y="1379"/>
                </a:lnTo>
                <a:lnTo>
                  <a:pt x="409" y="1379"/>
                </a:lnTo>
                <a:lnTo>
                  <a:pt x="409" y="1380"/>
                </a:lnTo>
                <a:lnTo>
                  <a:pt x="409" y="1381"/>
                </a:lnTo>
                <a:lnTo>
                  <a:pt x="409" y="1382"/>
                </a:lnTo>
                <a:lnTo>
                  <a:pt x="410" y="1383"/>
                </a:lnTo>
                <a:lnTo>
                  <a:pt x="412" y="1384"/>
                </a:lnTo>
                <a:lnTo>
                  <a:pt x="414" y="1384"/>
                </a:lnTo>
                <a:lnTo>
                  <a:pt x="417" y="1386"/>
                </a:lnTo>
                <a:lnTo>
                  <a:pt x="418" y="1387"/>
                </a:lnTo>
                <a:lnTo>
                  <a:pt x="419" y="1388"/>
                </a:lnTo>
                <a:lnTo>
                  <a:pt x="420" y="1390"/>
                </a:lnTo>
                <a:lnTo>
                  <a:pt x="421" y="1390"/>
                </a:lnTo>
                <a:lnTo>
                  <a:pt x="421" y="1389"/>
                </a:lnTo>
                <a:lnTo>
                  <a:pt x="423" y="1386"/>
                </a:lnTo>
                <a:lnTo>
                  <a:pt x="423" y="1385"/>
                </a:lnTo>
                <a:lnTo>
                  <a:pt x="423" y="1383"/>
                </a:lnTo>
                <a:lnTo>
                  <a:pt x="425" y="1382"/>
                </a:lnTo>
                <a:lnTo>
                  <a:pt x="426" y="1381"/>
                </a:lnTo>
                <a:lnTo>
                  <a:pt x="427" y="1381"/>
                </a:lnTo>
                <a:lnTo>
                  <a:pt x="428" y="1380"/>
                </a:lnTo>
                <a:lnTo>
                  <a:pt x="429" y="1379"/>
                </a:lnTo>
                <a:lnTo>
                  <a:pt x="430" y="1377"/>
                </a:lnTo>
                <a:lnTo>
                  <a:pt x="430" y="1376"/>
                </a:lnTo>
                <a:lnTo>
                  <a:pt x="430" y="1375"/>
                </a:lnTo>
                <a:lnTo>
                  <a:pt x="431" y="1375"/>
                </a:lnTo>
                <a:lnTo>
                  <a:pt x="433" y="1375"/>
                </a:lnTo>
                <a:lnTo>
                  <a:pt x="434" y="1375"/>
                </a:lnTo>
                <a:lnTo>
                  <a:pt x="436" y="1376"/>
                </a:lnTo>
                <a:lnTo>
                  <a:pt x="436" y="1377"/>
                </a:lnTo>
                <a:lnTo>
                  <a:pt x="436" y="1378"/>
                </a:lnTo>
                <a:lnTo>
                  <a:pt x="438" y="1380"/>
                </a:lnTo>
                <a:lnTo>
                  <a:pt x="439" y="1381"/>
                </a:lnTo>
                <a:lnTo>
                  <a:pt x="439" y="1382"/>
                </a:lnTo>
                <a:lnTo>
                  <a:pt x="440" y="1383"/>
                </a:lnTo>
                <a:lnTo>
                  <a:pt x="442" y="1383"/>
                </a:lnTo>
                <a:lnTo>
                  <a:pt x="443" y="1383"/>
                </a:lnTo>
                <a:lnTo>
                  <a:pt x="443" y="1382"/>
                </a:lnTo>
                <a:lnTo>
                  <a:pt x="443" y="1380"/>
                </a:lnTo>
                <a:lnTo>
                  <a:pt x="443" y="1378"/>
                </a:lnTo>
                <a:lnTo>
                  <a:pt x="444" y="1377"/>
                </a:lnTo>
                <a:lnTo>
                  <a:pt x="445" y="1376"/>
                </a:lnTo>
                <a:lnTo>
                  <a:pt x="446" y="1377"/>
                </a:lnTo>
                <a:lnTo>
                  <a:pt x="447" y="1377"/>
                </a:lnTo>
                <a:lnTo>
                  <a:pt x="448" y="1376"/>
                </a:lnTo>
                <a:lnTo>
                  <a:pt x="449" y="1377"/>
                </a:lnTo>
                <a:lnTo>
                  <a:pt x="451" y="1377"/>
                </a:lnTo>
                <a:lnTo>
                  <a:pt x="452" y="1378"/>
                </a:lnTo>
                <a:lnTo>
                  <a:pt x="452" y="1379"/>
                </a:lnTo>
                <a:lnTo>
                  <a:pt x="454" y="1378"/>
                </a:lnTo>
                <a:lnTo>
                  <a:pt x="455" y="1378"/>
                </a:lnTo>
                <a:lnTo>
                  <a:pt x="458" y="1379"/>
                </a:lnTo>
                <a:lnTo>
                  <a:pt x="459" y="1380"/>
                </a:lnTo>
                <a:lnTo>
                  <a:pt x="461" y="1383"/>
                </a:lnTo>
                <a:lnTo>
                  <a:pt x="463" y="1384"/>
                </a:lnTo>
                <a:lnTo>
                  <a:pt x="464" y="1384"/>
                </a:lnTo>
                <a:lnTo>
                  <a:pt x="465" y="1384"/>
                </a:lnTo>
                <a:lnTo>
                  <a:pt x="469" y="1383"/>
                </a:lnTo>
                <a:lnTo>
                  <a:pt x="471" y="1381"/>
                </a:lnTo>
                <a:lnTo>
                  <a:pt x="473" y="1380"/>
                </a:lnTo>
                <a:lnTo>
                  <a:pt x="474" y="1380"/>
                </a:lnTo>
                <a:lnTo>
                  <a:pt x="476" y="1379"/>
                </a:lnTo>
                <a:lnTo>
                  <a:pt x="477" y="1379"/>
                </a:lnTo>
                <a:lnTo>
                  <a:pt x="478" y="1378"/>
                </a:lnTo>
                <a:lnTo>
                  <a:pt x="480" y="1377"/>
                </a:lnTo>
                <a:lnTo>
                  <a:pt x="481" y="1377"/>
                </a:lnTo>
                <a:lnTo>
                  <a:pt x="482" y="1377"/>
                </a:lnTo>
                <a:lnTo>
                  <a:pt x="482" y="1378"/>
                </a:lnTo>
                <a:lnTo>
                  <a:pt x="482" y="1379"/>
                </a:lnTo>
                <a:lnTo>
                  <a:pt x="482" y="1380"/>
                </a:lnTo>
                <a:lnTo>
                  <a:pt x="481" y="1381"/>
                </a:lnTo>
                <a:lnTo>
                  <a:pt x="480" y="1382"/>
                </a:lnTo>
                <a:lnTo>
                  <a:pt x="480" y="1383"/>
                </a:lnTo>
                <a:lnTo>
                  <a:pt x="481" y="1383"/>
                </a:lnTo>
                <a:lnTo>
                  <a:pt x="481" y="1384"/>
                </a:lnTo>
                <a:lnTo>
                  <a:pt x="482" y="1384"/>
                </a:lnTo>
                <a:lnTo>
                  <a:pt x="483" y="1384"/>
                </a:lnTo>
                <a:lnTo>
                  <a:pt x="484" y="1385"/>
                </a:lnTo>
                <a:lnTo>
                  <a:pt x="485" y="1386"/>
                </a:lnTo>
                <a:lnTo>
                  <a:pt x="485" y="1387"/>
                </a:lnTo>
                <a:lnTo>
                  <a:pt x="485" y="1388"/>
                </a:lnTo>
                <a:lnTo>
                  <a:pt x="485" y="1389"/>
                </a:lnTo>
                <a:lnTo>
                  <a:pt x="484" y="1391"/>
                </a:lnTo>
                <a:lnTo>
                  <a:pt x="484" y="1393"/>
                </a:lnTo>
                <a:lnTo>
                  <a:pt x="483" y="1394"/>
                </a:lnTo>
                <a:lnTo>
                  <a:pt x="483" y="1396"/>
                </a:lnTo>
                <a:lnTo>
                  <a:pt x="483" y="1397"/>
                </a:lnTo>
                <a:lnTo>
                  <a:pt x="484" y="1398"/>
                </a:lnTo>
                <a:lnTo>
                  <a:pt x="484" y="1399"/>
                </a:lnTo>
                <a:lnTo>
                  <a:pt x="485" y="1399"/>
                </a:lnTo>
                <a:lnTo>
                  <a:pt x="486" y="1397"/>
                </a:lnTo>
                <a:lnTo>
                  <a:pt x="486" y="1396"/>
                </a:lnTo>
                <a:lnTo>
                  <a:pt x="487" y="1396"/>
                </a:lnTo>
                <a:lnTo>
                  <a:pt x="488" y="1395"/>
                </a:lnTo>
                <a:lnTo>
                  <a:pt x="489" y="1393"/>
                </a:lnTo>
                <a:lnTo>
                  <a:pt x="491" y="1392"/>
                </a:lnTo>
                <a:lnTo>
                  <a:pt x="492" y="1391"/>
                </a:lnTo>
                <a:lnTo>
                  <a:pt x="493" y="1391"/>
                </a:lnTo>
                <a:lnTo>
                  <a:pt x="494" y="1392"/>
                </a:lnTo>
                <a:lnTo>
                  <a:pt x="493" y="1393"/>
                </a:lnTo>
                <a:lnTo>
                  <a:pt x="494" y="1394"/>
                </a:lnTo>
                <a:lnTo>
                  <a:pt x="495" y="1394"/>
                </a:lnTo>
                <a:lnTo>
                  <a:pt x="496" y="1394"/>
                </a:lnTo>
                <a:lnTo>
                  <a:pt x="498" y="1393"/>
                </a:lnTo>
                <a:lnTo>
                  <a:pt x="500" y="1394"/>
                </a:lnTo>
                <a:lnTo>
                  <a:pt x="501" y="1394"/>
                </a:lnTo>
                <a:lnTo>
                  <a:pt x="502" y="1393"/>
                </a:lnTo>
                <a:lnTo>
                  <a:pt x="503" y="1392"/>
                </a:lnTo>
                <a:lnTo>
                  <a:pt x="506" y="1391"/>
                </a:lnTo>
                <a:lnTo>
                  <a:pt x="507" y="1390"/>
                </a:lnTo>
                <a:lnTo>
                  <a:pt x="509" y="1388"/>
                </a:lnTo>
                <a:lnTo>
                  <a:pt x="511" y="1388"/>
                </a:lnTo>
                <a:lnTo>
                  <a:pt x="513" y="1389"/>
                </a:lnTo>
                <a:lnTo>
                  <a:pt x="514" y="1389"/>
                </a:lnTo>
                <a:lnTo>
                  <a:pt x="515" y="1388"/>
                </a:lnTo>
                <a:lnTo>
                  <a:pt x="516" y="1386"/>
                </a:lnTo>
                <a:lnTo>
                  <a:pt x="516" y="1385"/>
                </a:lnTo>
                <a:lnTo>
                  <a:pt x="519" y="1384"/>
                </a:lnTo>
                <a:lnTo>
                  <a:pt x="521" y="1384"/>
                </a:lnTo>
                <a:lnTo>
                  <a:pt x="521" y="1383"/>
                </a:lnTo>
                <a:lnTo>
                  <a:pt x="522" y="1382"/>
                </a:lnTo>
                <a:lnTo>
                  <a:pt x="523" y="1378"/>
                </a:lnTo>
                <a:lnTo>
                  <a:pt x="524" y="1376"/>
                </a:lnTo>
                <a:lnTo>
                  <a:pt x="524" y="1374"/>
                </a:lnTo>
                <a:lnTo>
                  <a:pt x="524" y="1373"/>
                </a:lnTo>
                <a:lnTo>
                  <a:pt x="526" y="1371"/>
                </a:lnTo>
                <a:lnTo>
                  <a:pt x="528" y="1368"/>
                </a:lnTo>
                <a:lnTo>
                  <a:pt x="532" y="1365"/>
                </a:lnTo>
                <a:lnTo>
                  <a:pt x="534" y="1364"/>
                </a:lnTo>
                <a:lnTo>
                  <a:pt x="536" y="1363"/>
                </a:lnTo>
                <a:lnTo>
                  <a:pt x="537" y="1363"/>
                </a:lnTo>
                <a:lnTo>
                  <a:pt x="539" y="1360"/>
                </a:lnTo>
                <a:lnTo>
                  <a:pt x="539" y="1359"/>
                </a:lnTo>
                <a:lnTo>
                  <a:pt x="541" y="1358"/>
                </a:lnTo>
                <a:lnTo>
                  <a:pt x="544" y="1357"/>
                </a:lnTo>
                <a:lnTo>
                  <a:pt x="545" y="1357"/>
                </a:lnTo>
                <a:lnTo>
                  <a:pt x="548" y="1357"/>
                </a:lnTo>
                <a:lnTo>
                  <a:pt x="548" y="1356"/>
                </a:lnTo>
                <a:lnTo>
                  <a:pt x="549" y="1355"/>
                </a:lnTo>
                <a:lnTo>
                  <a:pt x="548" y="1353"/>
                </a:lnTo>
                <a:lnTo>
                  <a:pt x="548" y="1352"/>
                </a:lnTo>
                <a:lnTo>
                  <a:pt x="549" y="1350"/>
                </a:lnTo>
                <a:lnTo>
                  <a:pt x="550" y="1349"/>
                </a:lnTo>
                <a:lnTo>
                  <a:pt x="551" y="1349"/>
                </a:lnTo>
                <a:lnTo>
                  <a:pt x="551" y="1347"/>
                </a:lnTo>
                <a:lnTo>
                  <a:pt x="551" y="1345"/>
                </a:lnTo>
                <a:lnTo>
                  <a:pt x="552" y="1345"/>
                </a:lnTo>
                <a:lnTo>
                  <a:pt x="553" y="1344"/>
                </a:lnTo>
                <a:lnTo>
                  <a:pt x="554" y="1344"/>
                </a:lnTo>
                <a:lnTo>
                  <a:pt x="555" y="1343"/>
                </a:lnTo>
                <a:lnTo>
                  <a:pt x="554" y="1340"/>
                </a:lnTo>
                <a:lnTo>
                  <a:pt x="553" y="1338"/>
                </a:lnTo>
                <a:lnTo>
                  <a:pt x="553" y="1336"/>
                </a:lnTo>
                <a:lnTo>
                  <a:pt x="553" y="1334"/>
                </a:lnTo>
                <a:lnTo>
                  <a:pt x="553" y="1333"/>
                </a:lnTo>
                <a:lnTo>
                  <a:pt x="553" y="1332"/>
                </a:lnTo>
                <a:lnTo>
                  <a:pt x="553" y="1330"/>
                </a:lnTo>
                <a:lnTo>
                  <a:pt x="554" y="1329"/>
                </a:lnTo>
                <a:lnTo>
                  <a:pt x="555" y="1328"/>
                </a:lnTo>
                <a:lnTo>
                  <a:pt x="556" y="1328"/>
                </a:lnTo>
                <a:lnTo>
                  <a:pt x="557" y="1328"/>
                </a:lnTo>
                <a:lnTo>
                  <a:pt x="558" y="1327"/>
                </a:lnTo>
                <a:lnTo>
                  <a:pt x="558" y="1326"/>
                </a:lnTo>
                <a:lnTo>
                  <a:pt x="559" y="1326"/>
                </a:lnTo>
                <a:lnTo>
                  <a:pt x="561" y="1326"/>
                </a:lnTo>
                <a:lnTo>
                  <a:pt x="561" y="1327"/>
                </a:lnTo>
                <a:lnTo>
                  <a:pt x="562" y="1327"/>
                </a:lnTo>
                <a:lnTo>
                  <a:pt x="563" y="1326"/>
                </a:lnTo>
                <a:lnTo>
                  <a:pt x="564" y="1325"/>
                </a:lnTo>
                <a:lnTo>
                  <a:pt x="566" y="1324"/>
                </a:lnTo>
                <a:lnTo>
                  <a:pt x="567" y="1323"/>
                </a:lnTo>
                <a:lnTo>
                  <a:pt x="567" y="1322"/>
                </a:lnTo>
                <a:lnTo>
                  <a:pt x="568" y="1321"/>
                </a:lnTo>
                <a:lnTo>
                  <a:pt x="570" y="1321"/>
                </a:lnTo>
                <a:lnTo>
                  <a:pt x="570" y="1320"/>
                </a:lnTo>
                <a:lnTo>
                  <a:pt x="570" y="1319"/>
                </a:lnTo>
                <a:lnTo>
                  <a:pt x="569" y="1317"/>
                </a:lnTo>
                <a:lnTo>
                  <a:pt x="569" y="1316"/>
                </a:lnTo>
                <a:lnTo>
                  <a:pt x="570" y="1316"/>
                </a:lnTo>
                <a:lnTo>
                  <a:pt x="571" y="1315"/>
                </a:lnTo>
                <a:lnTo>
                  <a:pt x="572" y="1316"/>
                </a:lnTo>
                <a:lnTo>
                  <a:pt x="572" y="1315"/>
                </a:lnTo>
                <a:lnTo>
                  <a:pt x="572" y="1314"/>
                </a:lnTo>
                <a:lnTo>
                  <a:pt x="572" y="1313"/>
                </a:lnTo>
                <a:lnTo>
                  <a:pt x="573" y="1312"/>
                </a:lnTo>
                <a:lnTo>
                  <a:pt x="574" y="1310"/>
                </a:lnTo>
                <a:lnTo>
                  <a:pt x="574" y="1309"/>
                </a:lnTo>
                <a:lnTo>
                  <a:pt x="575" y="1307"/>
                </a:lnTo>
                <a:lnTo>
                  <a:pt x="575" y="1306"/>
                </a:lnTo>
                <a:lnTo>
                  <a:pt x="575" y="1305"/>
                </a:lnTo>
                <a:lnTo>
                  <a:pt x="577" y="1302"/>
                </a:lnTo>
                <a:lnTo>
                  <a:pt x="579" y="1300"/>
                </a:lnTo>
                <a:lnTo>
                  <a:pt x="580" y="1299"/>
                </a:lnTo>
                <a:lnTo>
                  <a:pt x="581" y="1297"/>
                </a:lnTo>
                <a:lnTo>
                  <a:pt x="582" y="1295"/>
                </a:lnTo>
                <a:lnTo>
                  <a:pt x="583" y="1295"/>
                </a:lnTo>
                <a:lnTo>
                  <a:pt x="584" y="1294"/>
                </a:lnTo>
                <a:lnTo>
                  <a:pt x="585" y="1295"/>
                </a:lnTo>
                <a:lnTo>
                  <a:pt x="587" y="1296"/>
                </a:lnTo>
                <a:lnTo>
                  <a:pt x="588" y="1296"/>
                </a:lnTo>
                <a:lnTo>
                  <a:pt x="589" y="1294"/>
                </a:lnTo>
                <a:lnTo>
                  <a:pt x="591" y="1294"/>
                </a:lnTo>
                <a:lnTo>
                  <a:pt x="593" y="1294"/>
                </a:lnTo>
                <a:lnTo>
                  <a:pt x="594" y="1294"/>
                </a:lnTo>
                <a:lnTo>
                  <a:pt x="595" y="1294"/>
                </a:lnTo>
                <a:lnTo>
                  <a:pt x="596" y="1295"/>
                </a:lnTo>
                <a:lnTo>
                  <a:pt x="597" y="1294"/>
                </a:lnTo>
                <a:lnTo>
                  <a:pt x="598" y="1293"/>
                </a:lnTo>
                <a:lnTo>
                  <a:pt x="598" y="1292"/>
                </a:lnTo>
                <a:lnTo>
                  <a:pt x="598" y="1291"/>
                </a:lnTo>
                <a:lnTo>
                  <a:pt x="599" y="1290"/>
                </a:lnTo>
                <a:lnTo>
                  <a:pt x="601" y="1289"/>
                </a:lnTo>
                <a:lnTo>
                  <a:pt x="602" y="1287"/>
                </a:lnTo>
                <a:lnTo>
                  <a:pt x="603" y="1286"/>
                </a:lnTo>
                <a:lnTo>
                  <a:pt x="604" y="1286"/>
                </a:lnTo>
                <a:lnTo>
                  <a:pt x="605" y="1286"/>
                </a:lnTo>
                <a:lnTo>
                  <a:pt x="606" y="1287"/>
                </a:lnTo>
                <a:lnTo>
                  <a:pt x="606" y="1288"/>
                </a:lnTo>
                <a:lnTo>
                  <a:pt x="607" y="1288"/>
                </a:lnTo>
                <a:lnTo>
                  <a:pt x="609" y="1288"/>
                </a:lnTo>
                <a:lnTo>
                  <a:pt x="613" y="1288"/>
                </a:lnTo>
                <a:lnTo>
                  <a:pt x="615" y="1287"/>
                </a:lnTo>
                <a:lnTo>
                  <a:pt x="616" y="1286"/>
                </a:lnTo>
                <a:lnTo>
                  <a:pt x="618" y="1284"/>
                </a:lnTo>
                <a:lnTo>
                  <a:pt x="619" y="1283"/>
                </a:lnTo>
                <a:lnTo>
                  <a:pt x="621" y="1282"/>
                </a:lnTo>
                <a:lnTo>
                  <a:pt x="623" y="1282"/>
                </a:lnTo>
                <a:lnTo>
                  <a:pt x="624" y="1282"/>
                </a:lnTo>
                <a:lnTo>
                  <a:pt x="625" y="1282"/>
                </a:lnTo>
                <a:lnTo>
                  <a:pt x="625" y="1284"/>
                </a:lnTo>
                <a:lnTo>
                  <a:pt x="625" y="1285"/>
                </a:lnTo>
                <a:lnTo>
                  <a:pt x="626" y="1286"/>
                </a:lnTo>
                <a:lnTo>
                  <a:pt x="628" y="1286"/>
                </a:lnTo>
                <a:lnTo>
                  <a:pt x="631" y="1287"/>
                </a:lnTo>
                <a:lnTo>
                  <a:pt x="635" y="1287"/>
                </a:lnTo>
                <a:lnTo>
                  <a:pt x="637" y="1288"/>
                </a:lnTo>
                <a:lnTo>
                  <a:pt x="638" y="1289"/>
                </a:lnTo>
                <a:lnTo>
                  <a:pt x="639" y="1290"/>
                </a:lnTo>
                <a:lnTo>
                  <a:pt x="639" y="1291"/>
                </a:lnTo>
                <a:lnTo>
                  <a:pt x="639" y="1292"/>
                </a:lnTo>
                <a:lnTo>
                  <a:pt x="638" y="1293"/>
                </a:lnTo>
                <a:lnTo>
                  <a:pt x="638" y="1294"/>
                </a:lnTo>
                <a:lnTo>
                  <a:pt x="638" y="1295"/>
                </a:lnTo>
                <a:lnTo>
                  <a:pt x="639" y="1295"/>
                </a:lnTo>
                <a:lnTo>
                  <a:pt x="641" y="1296"/>
                </a:lnTo>
                <a:lnTo>
                  <a:pt x="641" y="1297"/>
                </a:lnTo>
                <a:lnTo>
                  <a:pt x="642" y="1298"/>
                </a:lnTo>
                <a:lnTo>
                  <a:pt x="643" y="1299"/>
                </a:lnTo>
                <a:lnTo>
                  <a:pt x="645" y="1302"/>
                </a:lnTo>
                <a:lnTo>
                  <a:pt x="646" y="1302"/>
                </a:lnTo>
                <a:lnTo>
                  <a:pt x="648" y="1302"/>
                </a:lnTo>
                <a:lnTo>
                  <a:pt x="649" y="1301"/>
                </a:lnTo>
                <a:lnTo>
                  <a:pt x="652" y="1301"/>
                </a:lnTo>
                <a:lnTo>
                  <a:pt x="654" y="1301"/>
                </a:lnTo>
                <a:lnTo>
                  <a:pt x="655" y="1301"/>
                </a:lnTo>
                <a:lnTo>
                  <a:pt x="656" y="1301"/>
                </a:lnTo>
                <a:lnTo>
                  <a:pt x="657" y="1302"/>
                </a:lnTo>
                <a:lnTo>
                  <a:pt x="658" y="1302"/>
                </a:lnTo>
                <a:lnTo>
                  <a:pt x="658" y="1303"/>
                </a:lnTo>
                <a:lnTo>
                  <a:pt x="659" y="1304"/>
                </a:lnTo>
                <a:lnTo>
                  <a:pt x="660" y="1304"/>
                </a:lnTo>
                <a:lnTo>
                  <a:pt x="660" y="1305"/>
                </a:lnTo>
                <a:lnTo>
                  <a:pt x="660" y="1306"/>
                </a:lnTo>
                <a:lnTo>
                  <a:pt x="660" y="1307"/>
                </a:lnTo>
                <a:lnTo>
                  <a:pt x="661" y="1307"/>
                </a:lnTo>
                <a:lnTo>
                  <a:pt x="663" y="1308"/>
                </a:lnTo>
                <a:lnTo>
                  <a:pt x="665" y="1308"/>
                </a:lnTo>
                <a:lnTo>
                  <a:pt x="667" y="1307"/>
                </a:lnTo>
                <a:lnTo>
                  <a:pt x="669" y="1306"/>
                </a:lnTo>
                <a:lnTo>
                  <a:pt x="672" y="1305"/>
                </a:lnTo>
                <a:lnTo>
                  <a:pt x="674" y="1305"/>
                </a:lnTo>
                <a:lnTo>
                  <a:pt x="675" y="1303"/>
                </a:lnTo>
                <a:lnTo>
                  <a:pt x="676" y="1303"/>
                </a:lnTo>
                <a:lnTo>
                  <a:pt x="677" y="1304"/>
                </a:lnTo>
                <a:lnTo>
                  <a:pt x="678" y="1305"/>
                </a:lnTo>
                <a:lnTo>
                  <a:pt x="678" y="1306"/>
                </a:lnTo>
                <a:lnTo>
                  <a:pt x="679" y="1307"/>
                </a:lnTo>
                <a:lnTo>
                  <a:pt x="680" y="1307"/>
                </a:lnTo>
                <a:lnTo>
                  <a:pt x="681" y="1306"/>
                </a:lnTo>
                <a:lnTo>
                  <a:pt x="682" y="1307"/>
                </a:lnTo>
                <a:lnTo>
                  <a:pt x="683" y="1307"/>
                </a:lnTo>
                <a:lnTo>
                  <a:pt x="683" y="1308"/>
                </a:lnTo>
                <a:lnTo>
                  <a:pt x="683" y="1309"/>
                </a:lnTo>
                <a:lnTo>
                  <a:pt x="684" y="1309"/>
                </a:lnTo>
                <a:lnTo>
                  <a:pt x="685" y="1310"/>
                </a:lnTo>
                <a:lnTo>
                  <a:pt x="685" y="1311"/>
                </a:lnTo>
                <a:lnTo>
                  <a:pt x="687" y="1311"/>
                </a:lnTo>
                <a:lnTo>
                  <a:pt x="689" y="1311"/>
                </a:lnTo>
                <a:lnTo>
                  <a:pt x="690" y="1312"/>
                </a:lnTo>
                <a:lnTo>
                  <a:pt x="690" y="1313"/>
                </a:lnTo>
                <a:lnTo>
                  <a:pt x="689" y="1314"/>
                </a:lnTo>
                <a:lnTo>
                  <a:pt x="689" y="1315"/>
                </a:lnTo>
                <a:lnTo>
                  <a:pt x="689" y="1316"/>
                </a:lnTo>
                <a:lnTo>
                  <a:pt x="689" y="1317"/>
                </a:lnTo>
                <a:lnTo>
                  <a:pt x="691" y="1318"/>
                </a:lnTo>
                <a:lnTo>
                  <a:pt x="693" y="1318"/>
                </a:lnTo>
                <a:lnTo>
                  <a:pt x="695" y="1318"/>
                </a:lnTo>
                <a:lnTo>
                  <a:pt x="697" y="1318"/>
                </a:lnTo>
                <a:lnTo>
                  <a:pt x="698" y="1318"/>
                </a:lnTo>
                <a:lnTo>
                  <a:pt x="699" y="1319"/>
                </a:lnTo>
                <a:lnTo>
                  <a:pt x="700" y="1319"/>
                </a:lnTo>
                <a:lnTo>
                  <a:pt x="701" y="1319"/>
                </a:lnTo>
                <a:lnTo>
                  <a:pt x="702" y="1319"/>
                </a:lnTo>
                <a:lnTo>
                  <a:pt x="703" y="1320"/>
                </a:lnTo>
                <a:lnTo>
                  <a:pt x="704" y="1321"/>
                </a:lnTo>
                <a:lnTo>
                  <a:pt x="705" y="1321"/>
                </a:lnTo>
                <a:lnTo>
                  <a:pt x="706" y="1321"/>
                </a:lnTo>
                <a:lnTo>
                  <a:pt x="708" y="1321"/>
                </a:lnTo>
                <a:lnTo>
                  <a:pt x="710" y="1320"/>
                </a:lnTo>
                <a:lnTo>
                  <a:pt x="712" y="1321"/>
                </a:lnTo>
                <a:lnTo>
                  <a:pt x="714" y="1321"/>
                </a:lnTo>
                <a:lnTo>
                  <a:pt x="715" y="1321"/>
                </a:lnTo>
                <a:lnTo>
                  <a:pt x="716" y="1320"/>
                </a:lnTo>
                <a:lnTo>
                  <a:pt x="716" y="1321"/>
                </a:lnTo>
                <a:lnTo>
                  <a:pt x="717" y="1321"/>
                </a:lnTo>
                <a:lnTo>
                  <a:pt x="718" y="1322"/>
                </a:lnTo>
                <a:lnTo>
                  <a:pt x="719" y="1323"/>
                </a:lnTo>
                <a:lnTo>
                  <a:pt x="722" y="1324"/>
                </a:lnTo>
                <a:lnTo>
                  <a:pt x="724" y="1323"/>
                </a:lnTo>
                <a:lnTo>
                  <a:pt x="725" y="1323"/>
                </a:lnTo>
                <a:lnTo>
                  <a:pt x="727" y="1323"/>
                </a:lnTo>
                <a:lnTo>
                  <a:pt x="728" y="1323"/>
                </a:lnTo>
                <a:lnTo>
                  <a:pt x="729" y="1322"/>
                </a:lnTo>
                <a:lnTo>
                  <a:pt x="729" y="1321"/>
                </a:lnTo>
                <a:lnTo>
                  <a:pt x="730" y="1321"/>
                </a:lnTo>
                <a:lnTo>
                  <a:pt x="732" y="1324"/>
                </a:lnTo>
                <a:lnTo>
                  <a:pt x="733" y="1324"/>
                </a:lnTo>
                <a:lnTo>
                  <a:pt x="734" y="1324"/>
                </a:lnTo>
                <a:lnTo>
                  <a:pt x="735" y="1324"/>
                </a:lnTo>
                <a:lnTo>
                  <a:pt x="735" y="1323"/>
                </a:lnTo>
                <a:lnTo>
                  <a:pt x="736" y="1322"/>
                </a:lnTo>
                <a:lnTo>
                  <a:pt x="737" y="1321"/>
                </a:lnTo>
                <a:lnTo>
                  <a:pt x="738" y="1320"/>
                </a:lnTo>
                <a:lnTo>
                  <a:pt x="739" y="1320"/>
                </a:lnTo>
                <a:lnTo>
                  <a:pt x="740" y="1320"/>
                </a:lnTo>
                <a:lnTo>
                  <a:pt x="741" y="1321"/>
                </a:lnTo>
                <a:lnTo>
                  <a:pt x="742" y="1321"/>
                </a:lnTo>
                <a:lnTo>
                  <a:pt x="743" y="1321"/>
                </a:lnTo>
                <a:lnTo>
                  <a:pt x="743" y="1320"/>
                </a:lnTo>
                <a:lnTo>
                  <a:pt x="744" y="1320"/>
                </a:lnTo>
                <a:lnTo>
                  <a:pt x="744" y="1318"/>
                </a:lnTo>
                <a:lnTo>
                  <a:pt x="744" y="1316"/>
                </a:lnTo>
                <a:lnTo>
                  <a:pt x="743" y="1315"/>
                </a:lnTo>
                <a:lnTo>
                  <a:pt x="743" y="1313"/>
                </a:lnTo>
                <a:lnTo>
                  <a:pt x="743" y="1311"/>
                </a:lnTo>
                <a:lnTo>
                  <a:pt x="743" y="1309"/>
                </a:lnTo>
                <a:lnTo>
                  <a:pt x="744" y="1308"/>
                </a:lnTo>
                <a:lnTo>
                  <a:pt x="744" y="1307"/>
                </a:lnTo>
                <a:lnTo>
                  <a:pt x="745" y="1306"/>
                </a:lnTo>
                <a:lnTo>
                  <a:pt x="745" y="1305"/>
                </a:lnTo>
                <a:lnTo>
                  <a:pt x="748" y="1302"/>
                </a:lnTo>
                <a:lnTo>
                  <a:pt x="750" y="1301"/>
                </a:lnTo>
                <a:lnTo>
                  <a:pt x="751" y="1301"/>
                </a:lnTo>
                <a:lnTo>
                  <a:pt x="752" y="1301"/>
                </a:lnTo>
                <a:lnTo>
                  <a:pt x="752" y="1300"/>
                </a:lnTo>
                <a:lnTo>
                  <a:pt x="753" y="1300"/>
                </a:lnTo>
                <a:lnTo>
                  <a:pt x="758" y="1299"/>
                </a:lnTo>
                <a:lnTo>
                  <a:pt x="759" y="1299"/>
                </a:lnTo>
                <a:lnTo>
                  <a:pt x="760" y="1298"/>
                </a:lnTo>
                <a:lnTo>
                  <a:pt x="761" y="1298"/>
                </a:lnTo>
                <a:lnTo>
                  <a:pt x="762" y="1297"/>
                </a:lnTo>
                <a:lnTo>
                  <a:pt x="763" y="1297"/>
                </a:lnTo>
                <a:lnTo>
                  <a:pt x="766" y="1297"/>
                </a:lnTo>
                <a:lnTo>
                  <a:pt x="771" y="1298"/>
                </a:lnTo>
                <a:lnTo>
                  <a:pt x="772" y="1299"/>
                </a:lnTo>
                <a:lnTo>
                  <a:pt x="773" y="1299"/>
                </a:lnTo>
                <a:lnTo>
                  <a:pt x="773" y="1300"/>
                </a:lnTo>
                <a:lnTo>
                  <a:pt x="774" y="1300"/>
                </a:lnTo>
                <a:lnTo>
                  <a:pt x="775" y="1300"/>
                </a:lnTo>
                <a:lnTo>
                  <a:pt x="776" y="1300"/>
                </a:lnTo>
                <a:lnTo>
                  <a:pt x="777" y="1299"/>
                </a:lnTo>
                <a:lnTo>
                  <a:pt x="778" y="1299"/>
                </a:lnTo>
                <a:lnTo>
                  <a:pt x="778" y="1300"/>
                </a:lnTo>
                <a:lnTo>
                  <a:pt x="779" y="1300"/>
                </a:lnTo>
                <a:lnTo>
                  <a:pt x="780" y="1300"/>
                </a:lnTo>
                <a:lnTo>
                  <a:pt x="782" y="1300"/>
                </a:lnTo>
                <a:lnTo>
                  <a:pt x="784" y="1300"/>
                </a:lnTo>
                <a:lnTo>
                  <a:pt x="788" y="1299"/>
                </a:lnTo>
                <a:lnTo>
                  <a:pt x="790" y="1299"/>
                </a:lnTo>
                <a:lnTo>
                  <a:pt x="792" y="1298"/>
                </a:lnTo>
                <a:lnTo>
                  <a:pt x="793" y="1299"/>
                </a:lnTo>
                <a:lnTo>
                  <a:pt x="794" y="1299"/>
                </a:lnTo>
                <a:lnTo>
                  <a:pt x="795" y="1299"/>
                </a:lnTo>
                <a:lnTo>
                  <a:pt x="797" y="1299"/>
                </a:lnTo>
                <a:lnTo>
                  <a:pt x="799" y="1297"/>
                </a:lnTo>
                <a:lnTo>
                  <a:pt x="799" y="1296"/>
                </a:lnTo>
                <a:lnTo>
                  <a:pt x="800" y="1294"/>
                </a:lnTo>
                <a:lnTo>
                  <a:pt x="801" y="1293"/>
                </a:lnTo>
                <a:lnTo>
                  <a:pt x="804" y="1284"/>
                </a:lnTo>
                <a:lnTo>
                  <a:pt x="805" y="1282"/>
                </a:lnTo>
                <a:lnTo>
                  <a:pt x="806" y="1281"/>
                </a:lnTo>
                <a:lnTo>
                  <a:pt x="808" y="1279"/>
                </a:lnTo>
                <a:lnTo>
                  <a:pt x="809" y="1278"/>
                </a:lnTo>
                <a:lnTo>
                  <a:pt x="809" y="1277"/>
                </a:lnTo>
                <a:lnTo>
                  <a:pt x="809" y="1273"/>
                </a:lnTo>
                <a:lnTo>
                  <a:pt x="809" y="1272"/>
                </a:lnTo>
                <a:lnTo>
                  <a:pt x="810" y="1270"/>
                </a:lnTo>
                <a:lnTo>
                  <a:pt x="811" y="1269"/>
                </a:lnTo>
                <a:lnTo>
                  <a:pt x="814" y="1268"/>
                </a:lnTo>
                <a:lnTo>
                  <a:pt x="819" y="1268"/>
                </a:lnTo>
                <a:lnTo>
                  <a:pt x="822" y="1268"/>
                </a:lnTo>
                <a:lnTo>
                  <a:pt x="824" y="1268"/>
                </a:lnTo>
                <a:lnTo>
                  <a:pt x="828" y="1270"/>
                </a:lnTo>
                <a:lnTo>
                  <a:pt x="829" y="1272"/>
                </a:lnTo>
                <a:lnTo>
                  <a:pt x="830" y="1271"/>
                </a:lnTo>
                <a:lnTo>
                  <a:pt x="832" y="1271"/>
                </a:lnTo>
                <a:lnTo>
                  <a:pt x="833" y="1272"/>
                </a:lnTo>
                <a:lnTo>
                  <a:pt x="834" y="1272"/>
                </a:lnTo>
                <a:lnTo>
                  <a:pt x="835" y="1273"/>
                </a:lnTo>
                <a:lnTo>
                  <a:pt x="835" y="1274"/>
                </a:lnTo>
                <a:lnTo>
                  <a:pt x="836" y="1274"/>
                </a:lnTo>
                <a:lnTo>
                  <a:pt x="837" y="1274"/>
                </a:lnTo>
                <a:lnTo>
                  <a:pt x="838" y="1273"/>
                </a:lnTo>
                <a:lnTo>
                  <a:pt x="839" y="1273"/>
                </a:lnTo>
                <a:lnTo>
                  <a:pt x="842" y="1274"/>
                </a:lnTo>
                <a:lnTo>
                  <a:pt x="843" y="1275"/>
                </a:lnTo>
                <a:lnTo>
                  <a:pt x="844" y="1275"/>
                </a:lnTo>
                <a:lnTo>
                  <a:pt x="846" y="1274"/>
                </a:lnTo>
                <a:lnTo>
                  <a:pt x="846" y="1272"/>
                </a:lnTo>
                <a:lnTo>
                  <a:pt x="847" y="1272"/>
                </a:lnTo>
                <a:lnTo>
                  <a:pt x="849" y="1272"/>
                </a:lnTo>
                <a:lnTo>
                  <a:pt x="850" y="1272"/>
                </a:lnTo>
                <a:lnTo>
                  <a:pt x="851" y="1273"/>
                </a:lnTo>
                <a:lnTo>
                  <a:pt x="852" y="1273"/>
                </a:lnTo>
                <a:lnTo>
                  <a:pt x="855" y="1274"/>
                </a:lnTo>
                <a:lnTo>
                  <a:pt x="857" y="1273"/>
                </a:lnTo>
                <a:lnTo>
                  <a:pt x="859" y="1272"/>
                </a:lnTo>
                <a:lnTo>
                  <a:pt x="861" y="1273"/>
                </a:lnTo>
                <a:lnTo>
                  <a:pt x="864" y="1272"/>
                </a:lnTo>
                <a:lnTo>
                  <a:pt x="867" y="1271"/>
                </a:lnTo>
                <a:lnTo>
                  <a:pt x="869" y="1271"/>
                </a:lnTo>
                <a:lnTo>
                  <a:pt x="869" y="1270"/>
                </a:lnTo>
                <a:lnTo>
                  <a:pt x="870" y="1269"/>
                </a:lnTo>
                <a:lnTo>
                  <a:pt x="871" y="1267"/>
                </a:lnTo>
                <a:lnTo>
                  <a:pt x="874" y="1266"/>
                </a:lnTo>
                <a:lnTo>
                  <a:pt x="875" y="1265"/>
                </a:lnTo>
                <a:lnTo>
                  <a:pt x="876" y="1265"/>
                </a:lnTo>
                <a:lnTo>
                  <a:pt x="877" y="1265"/>
                </a:lnTo>
                <a:lnTo>
                  <a:pt x="878" y="1265"/>
                </a:lnTo>
                <a:lnTo>
                  <a:pt x="878" y="1267"/>
                </a:lnTo>
                <a:lnTo>
                  <a:pt x="879" y="1267"/>
                </a:lnTo>
                <a:lnTo>
                  <a:pt x="880" y="1268"/>
                </a:lnTo>
                <a:lnTo>
                  <a:pt x="882" y="1268"/>
                </a:lnTo>
                <a:lnTo>
                  <a:pt x="883" y="1268"/>
                </a:lnTo>
                <a:lnTo>
                  <a:pt x="884" y="1268"/>
                </a:lnTo>
                <a:lnTo>
                  <a:pt x="885" y="1269"/>
                </a:lnTo>
                <a:lnTo>
                  <a:pt x="886" y="1270"/>
                </a:lnTo>
                <a:lnTo>
                  <a:pt x="887" y="1270"/>
                </a:lnTo>
                <a:lnTo>
                  <a:pt x="888" y="1270"/>
                </a:lnTo>
                <a:lnTo>
                  <a:pt x="888" y="1268"/>
                </a:lnTo>
                <a:lnTo>
                  <a:pt x="890" y="1266"/>
                </a:lnTo>
                <a:lnTo>
                  <a:pt x="892" y="1265"/>
                </a:lnTo>
                <a:lnTo>
                  <a:pt x="894" y="1264"/>
                </a:lnTo>
                <a:lnTo>
                  <a:pt x="897" y="1263"/>
                </a:lnTo>
                <a:lnTo>
                  <a:pt x="898" y="1263"/>
                </a:lnTo>
                <a:lnTo>
                  <a:pt x="898" y="1262"/>
                </a:lnTo>
                <a:lnTo>
                  <a:pt x="898" y="1260"/>
                </a:lnTo>
                <a:lnTo>
                  <a:pt x="898" y="1258"/>
                </a:lnTo>
                <a:lnTo>
                  <a:pt x="898" y="1257"/>
                </a:lnTo>
                <a:lnTo>
                  <a:pt x="900" y="1256"/>
                </a:lnTo>
                <a:lnTo>
                  <a:pt x="901" y="1256"/>
                </a:lnTo>
                <a:lnTo>
                  <a:pt x="903" y="1256"/>
                </a:lnTo>
                <a:lnTo>
                  <a:pt x="906" y="1256"/>
                </a:lnTo>
                <a:lnTo>
                  <a:pt x="909" y="1257"/>
                </a:lnTo>
                <a:lnTo>
                  <a:pt x="911" y="1257"/>
                </a:lnTo>
                <a:lnTo>
                  <a:pt x="913" y="1257"/>
                </a:lnTo>
                <a:lnTo>
                  <a:pt x="914" y="1257"/>
                </a:lnTo>
                <a:lnTo>
                  <a:pt x="915" y="1257"/>
                </a:lnTo>
                <a:lnTo>
                  <a:pt x="915" y="1258"/>
                </a:lnTo>
                <a:lnTo>
                  <a:pt x="916" y="1259"/>
                </a:lnTo>
                <a:lnTo>
                  <a:pt x="917" y="1258"/>
                </a:lnTo>
                <a:lnTo>
                  <a:pt x="919" y="1257"/>
                </a:lnTo>
                <a:lnTo>
                  <a:pt x="922" y="1256"/>
                </a:lnTo>
                <a:lnTo>
                  <a:pt x="923" y="1255"/>
                </a:lnTo>
                <a:lnTo>
                  <a:pt x="924" y="1254"/>
                </a:lnTo>
                <a:lnTo>
                  <a:pt x="926" y="1254"/>
                </a:lnTo>
                <a:lnTo>
                  <a:pt x="927" y="1255"/>
                </a:lnTo>
                <a:lnTo>
                  <a:pt x="928" y="1255"/>
                </a:lnTo>
                <a:lnTo>
                  <a:pt x="930" y="1254"/>
                </a:lnTo>
                <a:lnTo>
                  <a:pt x="933" y="1252"/>
                </a:lnTo>
                <a:lnTo>
                  <a:pt x="934" y="1251"/>
                </a:lnTo>
                <a:lnTo>
                  <a:pt x="935" y="1250"/>
                </a:lnTo>
                <a:lnTo>
                  <a:pt x="936" y="1250"/>
                </a:lnTo>
                <a:lnTo>
                  <a:pt x="937" y="1250"/>
                </a:lnTo>
                <a:lnTo>
                  <a:pt x="937" y="1249"/>
                </a:lnTo>
                <a:lnTo>
                  <a:pt x="937" y="1248"/>
                </a:lnTo>
                <a:lnTo>
                  <a:pt x="938" y="1248"/>
                </a:lnTo>
                <a:lnTo>
                  <a:pt x="939" y="1248"/>
                </a:lnTo>
                <a:lnTo>
                  <a:pt x="940" y="1247"/>
                </a:lnTo>
                <a:lnTo>
                  <a:pt x="941" y="1246"/>
                </a:lnTo>
                <a:lnTo>
                  <a:pt x="943" y="1246"/>
                </a:lnTo>
                <a:lnTo>
                  <a:pt x="944" y="1246"/>
                </a:lnTo>
                <a:lnTo>
                  <a:pt x="946" y="1246"/>
                </a:lnTo>
                <a:lnTo>
                  <a:pt x="948" y="1245"/>
                </a:lnTo>
                <a:lnTo>
                  <a:pt x="949" y="1246"/>
                </a:lnTo>
                <a:lnTo>
                  <a:pt x="950" y="1246"/>
                </a:lnTo>
                <a:lnTo>
                  <a:pt x="951" y="1247"/>
                </a:lnTo>
                <a:lnTo>
                  <a:pt x="952" y="1247"/>
                </a:lnTo>
                <a:lnTo>
                  <a:pt x="953" y="1247"/>
                </a:lnTo>
                <a:lnTo>
                  <a:pt x="954" y="1245"/>
                </a:lnTo>
                <a:lnTo>
                  <a:pt x="955" y="1245"/>
                </a:lnTo>
                <a:lnTo>
                  <a:pt x="955" y="1244"/>
                </a:lnTo>
                <a:lnTo>
                  <a:pt x="956" y="1244"/>
                </a:lnTo>
                <a:lnTo>
                  <a:pt x="957" y="1243"/>
                </a:lnTo>
                <a:lnTo>
                  <a:pt x="958" y="1243"/>
                </a:lnTo>
                <a:lnTo>
                  <a:pt x="960" y="1243"/>
                </a:lnTo>
                <a:lnTo>
                  <a:pt x="964" y="1243"/>
                </a:lnTo>
                <a:lnTo>
                  <a:pt x="965" y="1243"/>
                </a:lnTo>
                <a:lnTo>
                  <a:pt x="966" y="1242"/>
                </a:lnTo>
                <a:lnTo>
                  <a:pt x="968" y="1242"/>
                </a:lnTo>
                <a:lnTo>
                  <a:pt x="968" y="1241"/>
                </a:lnTo>
                <a:lnTo>
                  <a:pt x="969" y="1241"/>
                </a:lnTo>
                <a:lnTo>
                  <a:pt x="970" y="1239"/>
                </a:lnTo>
                <a:lnTo>
                  <a:pt x="972" y="1238"/>
                </a:lnTo>
                <a:lnTo>
                  <a:pt x="975" y="1239"/>
                </a:lnTo>
                <a:lnTo>
                  <a:pt x="978" y="1240"/>
                </a:lnTo>
                <a:lnTo>
                  <a:pt x="980" y="1241"/>
                </a:lnTo>
                <a:lnTo>
                  <a:pt x="982" y="1241"/>
                </a:lnTo>
                <a:lnTo>
                  <a:pt x="983" y="1241"/>
                </a:lnTo>
                <a:lnTo>
                  <a:pt x="985" y="1240"/>
                </a:lnTo>
                <a:lnTo>
                  <a:pt x="987" y="1240"/>
                </a:lnTo>
                <a:lnTo>
                  <a:pt x="988" y="1239"/>
                </a:lnTo>
                <a:lnTo>
                  <a:pt x="991" y="1236"/>
                </a:lnTo>
                <a:lnTo>
                  <a:pt x="992" y="1236"/>
                </a:lnTo>
                <a:lnTo>
                  <a:pt x="993" y="1235"/>
                </a:lnTo>
                <a:lnTo>
                  <a:pt x="994" y="1235"/>
                </a:lnTo>
                <a:lnTo>
                  <a:pt x="995" y="1234"/>
                </a:lnTo>
                <a:lnTo>
                  <a:pt x="995" y="1233"/>
                </a:lnTo>
                <a:lnTo>
                  <a:pt x="995" y="1232"/>
                </a:lnTo>
                <a:lnTo>
                  <a:pt x="998" y="1232"/>
                </a:lnTo>
                <a:lnTo>
                  <a:pt x="1000" y="1231"/>
                </a:lnTo>
                <a:lnTo>
                  <a:pt x="1002" y="1230"/>
                </a:lnTo>
                <a:lnTo>
                  <a:pt x="1003" y="1229"/>
                </a:lnTo>
                <a:lnTo>
                  <a:pt x="1004" y="1228"/>
                </a:lnTo>
                <a:lnTo>
                  <a:pt x="1005" y="1229"/>
                </a:lnTo>
                <a:lnTo>
                  <a:pt x="1005" y="1230"/>
                </a:lnTo>
                <a:lnTo>
                  <a:pt x="1006" y="1231"/>
                </a:lnTo>
                <a:lnTo>
                  <a:pt x="1007" y="1232"/>
                </a:lnTo>
                <a:lnTo>
                  <a:pt x="1007" y="1233"/>
                </a:lnTo>
                <a:lnTo>
                  <a:pt x="1008" y="1233"/>
                </a:lnTo>
                <a:lnTo>
                  <a:pt x="1009" y="1232"/>
                </a:lnTo>
                <a:lnTo>
                  <a:pt x="1010" y="1231"/>
                </a:lnTo>
                <a:lnTo>
                  <a:pt x="1012" y="1230"/>
                </a:lnTo>
                <a:lnTo>
                  <a:pt x="1015" y="1228"/>
                </a:lnTo>
                <a:lnTo>
                  <a:pt x="1017" y="1227"/>
                </a:lnTo>
                <a:lnTo>
                  <a:pt x="1019" y="1226"/>
                </a:lnTo>
                <a:lnTo>
                  <a:pt x="1021" y="1226"/>
                </a:lnTo>
                <a:lnTo>
                  <a:pt x="1023" y="1226"/>
                </a:lnTo>
                <a:lnTo>
                  <a:pt x="1025" y="1226"/>
                </a:lnTo>
                <a:lnTo>
                  <a:pt x="1027" y="1226"/>
                </a:lnTo>
                <a:lnTo>
                  <a:pt x="1028" y="1227"/>
                </a:lnTo>
                <a:lnTo>
                  <a:pt x="1029" y="1227"/>
                </a:lnTo>
                <a:lnTo>
                  <a:pt x="1029" y="1228"/>
                </a:lnTo>
                <a:lnTo>
                  <a:pt x="1029" y="1229"/>
                </a:lnTo>
                <a:lnTo>
                  <a:pt x="1030" y="1229"/>
                </a:lnTo>
                <a:lnTo>
                  <a:pt x="1031" y="1230"/>
                </a:lnTo>
                <a:lnTo>
                  <a:pt x="1032" y="1231"/>
                </a:lnTo>
                <a:lnTo>
                  <a:pt x="1036" y="1232"/>
                </a:lnTo>
                <a:lnTo>
                  <a:pt x="1038" y="1232"/>
                </a:lnTo>
                <a:lnTo>
                  <a:pt x="1041" y="1232"/>
                </a:lnTo>
                <a:lnTo>
                  <a:pt x="1044" y="1232"/>
                </a:lnTo>
                <a:lnTo>
                  <a:pt x="1047" y="1231"/>
                </a:lnTo>
                <a:lnTo>
                  <a:pt x="1048" y="1231"/>
                </a:lnTo>
                <a:lnTo>
                  <a:pt x="1049" y="1230"/>
                </a:lnTo>
                <a:lnTo>
                  <a:pt x="1049" y="1229"/>
                </a:lnTo>
                <a:lnTo>
                  <a:pt x="1051" y="1228"/>
                </a:lnTo>
                <a:lnTo>
                  <a:pt x="1053" y="1226"/>
                </a:lnTo>
                <a:lnTo>
                  <a:pt x="1054" y="1225"/>
                </a:lnTo>
                <a:lnTo>
                  <a:pt x="1057" y="1226"/>
                </a:lnTo>
                <a:lnTo>
                  <a:pt x="1060" y="1226"/>
                </a:lnTo>
                <a:lnTo>
                  <a:pt x="1063" y="1226"/>
                </a:lnTo>
                <a:lnTo>
                  <a:pt x="1064" y="1226"/>
                </a:lnTo>
                <a:lnTo>
                  <a:pt x="1066" y="1226"/>
                </a:lnTo>
                <a:lnTo>
                  <a:pt x="1069" y="1226"/>
                </a:lnTo>
                <a:lnTo>
                  <a:pt x="1070" y="1227"/>
                </a:lnTo>
                <a:lnTo>
                  <a:pt x="1072" y="1228"/>
                </a:lnTo>
                <a:lnTo>
                  <a:pt x="1073" y="1228"/>
                </a:lnTo>
                <a:lnTo>
                  <a:pt x="1073" y="1229"/>
                </a:lnTo>
                <a:lnTo>
                  <a:pt x="1074" y="1229"/>
                </a:lnTo>
                <a:lnTo>
                  <a:pt x="1075" y="1228"/>
                </a:lnTo>
                <a:lnTo>
                  <a:pt x="1076" y="1227"/>
                </a:lnTo>
                <a:lnTo>
                  <a:pt x="1077" y="1226"/>
                </a:lnTo>
                <a:lnTo>
                  <a:pt x="1079" y="1225"/>
                </a:lnTo>
                <a:lnTo>
                  <a:pt x="1080" y="1223"/>
                </a:lnTo>
                <a:lnTo>
                  <a:pt x="1081" y="1222"/>
                </a:lnTo>
                <a:lnTo>
                  <a:pt x="1081" y="1221"/>
                </a:lnTo>
                <a:lnTo>
                  <a:pt x="1082" y="1219"/>
                </a:lnTo>
                <a:lnTo>
                  <a:pt x="1082" y="1218"/>
                </a:lnTo>
                <a:lnTo>
                  <a:pt x="1083" y="1217"/>
                </a:lnTo>
                <a:lnTo>
                  <a:pt x="1085" y="1216"/>
                </a:lnTo>
                <a:lnTo>
                  <a:pt x="1087" y="1216"/>
                </a:lnTo>
                <a:lnTo>
                  <a:pt x="1089" y="1214"/>
                </a:lnTo>
                <a:lnTo>
                  <a:pt x="1090" y="1214"/>
                </a:lnTo>
                <a:lnTo>
                  <a:pt x="1091" y="1213"/>
                </a:lnTo>
                <a:lnTo>
                  <a:pt x="1091" y="1211"/>
                </a:lnTo>
                <a:lnTo>
                  <a:pt x="1091" y="1210"/>
                </a:lnTo>
                <a:lnTo>
                  <a:pt x="1091" y="1208"/>
                </a:lnTo>
                <a:lnTo>
                  <a:pt x="1092" y="1208"/>
                </a:lnTo>
                <a:lnTo>
                  <a:pt x="1092" y="1207"/>
                </a:lnTo>
                <a:lnTo>
                  <a:pt x="1094" y="1206"/>
                </a:lnTo>
                <a:lnTo>
                  <a:pt x="1096" y="1206"/>
                </a:lnTo>
                <a:lnTo>
                  <a:pt x="1098" y="1205"/>
                </a:lnTo>
                <a:lnTo>
                  <a:pt x="1100" y="1205"/>
                </a:lnTo>
                <a:lnTo>
                  <a:pt x="1103" y="1204"/>
                </a:lnTo>
                <a:lnTo>
                  <a:pt x="1104" y="1205"/>
                </a:lnTo>
                <a:lnTo>
                  <a:pt x="1106" y="1205"/>
                </a:lnTo>
                <a:lnTo>
                  <a:pt x="1108" y="1205"/>
                </a:lnTo>
                <a:lnTo>
                  <a:pt x="1109" y="1206"/>
                </a:lnTo>
                <a:lnTo>
                  <a:pt x="1111" y="1207"/>
                </a:lnTo>
                <a:lnTo>
                  <a:pt x="1113" y="1207"/>
                </a:lnTo>
                <a:lnTo>
                  <a:pt x="1114" y="1208"/>
                </a:lnTo>
                <a:lnTo>
                  <a:pt x="1116" y="1208"/>
                </a:lnTo>
                <a:lnTo>
                  <a:pt x="1119" y="1208"/>
                </a:lnTo>
                <a:lnTo>
                  <a:pt x="1122" y="1209"/>
                </a:lnTo>
                <a:lnTo>
                  <a:pt x="1124" y="1209"/>
                </a:lnTo>
                <a:lnTo>
                  <a:pt x="1126" y="1210"/>
                </a:lnTo>
                <a:lnTo>
                  <a:pt x="1128" y="1210"/>
                </a:lnTo>
                <a:lnTo>
                  <a:pt x="1128" y="1211"/>
                </a:lnTo>
                <a:lnTo>
                  <a:pt x="1131" y="1212"/>
                </a:lnTo>
                <a:lnTo>
                  <a:pt x="1133" y="1214"/>
                </a:lnTo>
                <a:lnTo>
                  <a:pt x="1135" y="1214"/>
                </a:lnTo>
                <a:lnTo>
                  <a:pt x="1136" y="1215"/>
                </a:lnTo>
                <a:lnTo>
                  <a:pt x="1137" y="1214"/>
                </a:lnTo>
                <a:lnTo>
                  <a:pt x="1138" y="1214"/>
                </a:lnTo>
                <a:lnTo>
                  <a:pt x="1138" y="1213"/>
                </a:lnTo>
                <a:lnTo>
                  <a:pt x="1138" y="1211"/>
                </a:lnTo>
                <a:lnTo>
                  <a:pt x="1139" y="1210"/>
                </a:lnTo>
                <a:lnTo>
                  <a:pt x="1143" y="1208"/>
                </a:lnTo>
                <a:lnTo>
                  <a:pt x="1144" y="1207"/>
                </a:lnTo>
                <a:lnTo>
                  <a:pt x="1144" y="1205"/>
                </a:lnTo>
                <a:lnTo>
                  <a:pt x="1143" y="1204"/>
                </a:lnTo>
                <a:lnTo>
                  <a:pt x="1142" y="1203"/>
                </a:lnTo>
                <a:lnTo>
                  <a:pt x="1141" y="1200"/>
                </a:lnTo>
                <a:lnTo>
                  <a:pt x="1141" y="1197"/>
                </a:lnTo>
                <a:lnTo>
                  <a:pt x="1140" y="1193"/>
                </a:lnTo>
                <a:lnTo>
                  <a:pt x="1140" y="1192"/>
                </a:lnTo>
                <a:lnTo>
                  <a:pt x="1140" y="1191"/>
                </a:lnTo>
                <a:lnTo>
                  <a:pt x="1141" y="1191"/>
                </a:lnTo>
                <a:lnTo>
                  <a:pt x="1143" y="1192"/>
                </a:lnTo>
                <a:lnTo>
                  <a:pt x="1144" y="1191"/>
                </a:lnTo>
                <a:lnTo>
                  <a:pt x="1145" y="1189"/>
                </a:lnTo>
                <a:lnTo>
                  <a:pt x="1146" y="1184"/>
                </a:lnTo>
                <a:lnTo>
                  <a:pt x="1147" y="1182"/>
                </a:lnTo>
                <a:lnTo>
                  <a:pt x="1149" y="1181"/>
                </a:lnTo>
                <a:lnTo>
                  <a:pt x="1151" y="1181"/>
                </a:lnTo>
                <a:lnTo>
                  <a:pt x="1154" y="1182"/>
                </a:lnTo>
                <a:lnTo>
                  <a:pt x="1157" y="1182"/>
                </a:lnTo>
                <a:lnTo>
                  <a:pt x="1160" y="1181"/>
                </a:lnTo>
                <a:lnTo>
                  <a:pt x="1162" y="1181"/>
                </a:lnTo>
                <a:lnTo>
                  <a:pt x="1164" y="1181"/>
                </a:lnTo>
                <a:lnTo>
                  <a:pt x="1165" y="1180"/>
                </a:lnTo>
                <a:lnTo>
                  <a:pt x="1166" y="1179"/>
                </a:lnTo>
                <a:lnTo>
                  <a:pt x="1167" y="1176"/>
                </a:lnTo>
                <a:lnTo>
                  <a:pt x="1168" y="1174"/>
                </a:lnTo>
                <a:lnTo>
                  <a:pt x="1168" y="1172"/>
                </a:lnTo>
                <a:lnTo>
                  <a:pt x="1166" y="1169"/>
                </a:lnTo>
                <a:lnTo>
                  <a:pt x="1167" y="1167"/>
                </a:lnTo>
                <a:lnTo>
                  <a:pt x="1167" y="1166"/>
                </a:lnTo>
                <a:lnTo>
                  <a:pt x="1168" y="1165"/>
                </a:lnTo>
                <a:lnTo>
                  <a:pt x="1169" y="1164"/>
                </a:lnTo>
                <a:lnTo>
                  <a:pt x="1169" y="1163"/>
                </a:lnTo>
                <a:lnTo>
                  <a:pt x="1169" y="1162"/>
                </a:lnTo>
                <a:lnTo>
                  <a:pt x="1167" y="1159"/>
                </a:lnTo>
                <a:lnTo>
                  <a:pt x="1165" y="1156"/>
                </a:lnTo>
                <a:lnTo>
                  <a:pt x="1164" y="1155"/>
                </a:lnTo>
                <a:lnTo>
                  <a:pt x="1164" y="1153"/>
                </a:lnTo>
                <a:lnTo>
                  <a:pt x="1165" y="1150"/>
                </a:lnTo>
                <a:lnTo>
                  <a:pt x="1166" y="1146"/>
                </a:lnTo>
                <a:lnTo>
                  <a:pt x="1166" y="1143"/>
                </a:lnTo>
                <a:lnTo>
                  <a:pt x="1165" y="1140"/>
                </a:lnTo>
                <a:lnTo>
                  <a:pt x="1164" y="1138"/>
                </a:lnTo>
                <a:lnTo>
                  <a:pt x="1165" y="1137"/>
                </a:lnTo>
                <a:lnTo>
                  <a:pt x="1166" y="1133"/>
                </a:lnTo>
                <a:lnTo>
                  <a:pt x="1167" y="1130"/>
                </a:lnTo>
                <a:lnTo>
                  <a:pt x="1169" y="1128"/>
                </a:lnTo>
                <a:lnTo>
                  <a:pt x="1172" y="1127"/>
                </a:lnTo>
                <a:lnTo>
                  <a:pt x="1178" y="1125"/>
                </a:lnTo>
                <a:lnTo>
                  <a:pt x="1179" y="1125"/>
                </a:lnTo>
                <a:lnTo>
                  <a:pt x="1179" y="1124"/>
                </a:lnTo>
                <a:lnTo>
                  <a:pt x="1178" y="1123"/>
                </a:lnTo>
                <a:lnTo>
                  <a:pt x="1177" y="1123"/>
                </a:lnTo>
                <a:lnTo>
                  <a:pt x="1176" y="1123"/>
                </a:lnTo>
                <a:lnTo>
                  <a:pt x="1175" y="1123"/>
                </a:lnTo>
                <a:lnTo>
                  <a:pt x="1175" y="1122"/>
                </a:lnTo>
                <a:lnTo>
                  <a:pt x="1174" y="1121"/>
                </a:lnTo>
                <a:lnTo>
                  <a:pt x="1174" y="1120"/>
                </a:lnTo>
                <a:lnTo>
                  <a:pt x="1173" y="1119"/>
                </a:lnTo>
                <a:lnTo>
                  <a:pt x="1173" y="1118"/>
                </a:lnTo>
                <a:lnTo>
                  <a:pt x="1172" y="1118"/>
                </a:lnTo>
                <a:lnTo>
                  <a:pt x="1172" y="1117"/>
                </a:lnTo>
                <a:lnTo>
                  <a:pt x="1171" y="1115"/>
                </a:lnTo>
                <a:lnTo>
                  <a:pt x="1171" y="1114"/>
                </a:lnTo>
                <a:lnTo>
                  <a:pt x="1171" y="1112"/>
                </a:lnTo>
                <a:lnTo>
                  <a:pt x="1170" y="1108"/>
                </a:lnTo>
                <a:lnTo>
                  <a:pt x="1169" y="1105"/>
                </a:lnTo>
                <a:lnTo>
                  <a:pt x="1169" y="1104"/>
                </a:lnTo>
                <a:lnTo>
                  <a:pt x="1168" y="1099"/>
                </a:lnTo>
                <a:lnTo>
                  <a:pt x="1168" y="1097"/>
                </a:lnTo>
                <a:lnTo>
                  <a:pt x="1169" y="1095"/>
                </a:lnTo>
                <a:lnTo>
                  <a:pt x="1170" y="1094"/>
                </a:lnTo>
                <a:lnTo>
                  <a:pt x="1171" y="1091"/>
                </a:lnTo>
                <a:lnTo>
                  <a:pt x="1172" y="1089"/>
                </a:lnTo>
                <a:lnTo>
                  <a:pt x="1173" y="1088"/>
                </a:lnTo>
                <a:lnTo>
                  <a:pt x="1173" y="1087"/>
                </a:lnTo>
                <a:lnTo>
                  <a:pt x="1177" y="1086"/>
                </a:lnTo>
                <a:lnTo>
                  <a:pt x="1181" y="1085"/>
                </a:lnTo>
                <a:lnTo>
                  <a:pt x="1181" y="1081"/>
                </a:lnTo>
                <a:lnTo>
                  <a:pt x="1190" y="1069"/>
                </a:lnTo>
                <a:lnTo>
                  <a:pt x="1192" y="1061"/>
                </a:lnTo>
                <a:lnTo>
                  <a:pt x="1193" y="1060"/>
                </a:lnTo>
                <a:lnTo>
                  <a:pt x="1194" y="1059"/>
                </a:lnTo>
                <a:lnTo>
                  <a:pt x="1195" y="1059"/>
                </a:lnTo>
                <a:lnTo>
                  <a:pt x="1196" y="1059"/>
                </a:lnTo>
                <a:lnTo>
                  <a:pt x="1196" y="1060"/>
                </a:lnTo>
                <a:lnTo>
                  <a:pt x="1197" y="1060"/>
                </a:lnTo>
                <a:lnTo>
                  <a:pt x="1198" y="1060"/>
                </a:lnTo>
                <a:lnTo>
                  <a:pt x="1199" y="1060"/>
                </a:lnTo>
                <a:lnTo>
                  <a:pt x="1201" y="1060"/>
                </a:lnTo>
                <a:lnTo>
                  <a:pt x="1202" y="1060"/>
                </a:lnTo>
                <a:lnTo>
                  <a:pt x="1203" y="1061"/>
                </a:lnTo>
                <a:lnTo>
                  <a:pt x="1202" y="1061"/>
                </a:lnTo>
                <a:lnTo>
                  <a:pt x="1202" y="1062"/>
                </a:lnTo>
                <a:lnTo>
                  <a:pt x="1202" y="1063"/>
                </a:lnTo>
                <a:lnTo>
                  <a:pt x="1203" y="1063"/>
                </a:lnTo>
                <a:lnTo>
                  <a:pt x="1206" y="1064"/>
                </a:lnTo>
                <a:lnTo>
                  <a:pt x="1206" y="1063"/>
                </a:lnTo>
                <a:lnTo>
                  <a:pt x="1207" y="1063"/>
                </a:lnTo>
                <a:lnTo>
                  <a:pt x="1208" y="1063"/>
                </a:lnTo>
                <a:lnTo>
                  <a:pt x="1208" y="1064"/>
                </a:lnTo>
                <a:lnTo>
                  <a:pt x="1209" y="1064"/>
                </a:lnTo>
                <a:lnTo>
                  <a:pt x="1210" y="1063"/>
                </a:lnTo>
                <a:lnTo>
                  <a:pt x="1211" y="1062"/>
                </a:lnTo>
                <a:lnTo>
                  <a:pt x="1212" y="1062"/>
                </a:lnTo>
                <a:lnTo>
                  <a:pt x="1212" y="1063"/>
                </a:lnTo>
                <a:lnTo>
                  <a:pt x="1212" y="1064"/>
                </a:lnTo>
                <a:lnTo>
                  <a:pt x="1213" y="1064"/>
                </a:lnTo>
                <a:lnTo>
                  <a:pt x="1214" y="1064"/>
                </a:lnTo>
                <a:lnTo>
                  <a:pt x="1215" y="1063"/>
                </a:lnTo>
                <a:lnTo>
                  <a:pt x="1216" y="1063"/>
                </a:lnTo>
                <a:lnTo>
                  <a:pt x="1216" y="1062"/>
                </a:lnTo>
                <a:lnTo>
                  <a:pt x="1217" y="1061"/>
                </a:lnTo>
                <a:lnTo>
                  <a:pt x="1219" y="1061"/>
                </a:lnTo>
                <a:lnTo>
                  <a:pt x="1220" y="1060"/>
                </a:lnTo>
                <a:lnTo>
                  <a:pt x="1221" y="1060"/>
                </a:lnTo>
                <a:lnTo>
                  <a:pt x="1221" y="1061"/>
                </a:lnTo>
                <a:lnTo>
                  <a:pt x="1222" y="1061"/>
                </a:lnTo>
                <a:lnTo>
                  <a:pt x="1223" y="1061"/>
                </a:lnTo>
                <a:lnTo>
                  <a:pt x="1224" y="1060"/>
                </a:lnTo>
                <a:lnTo>
                  <a:pt x="1225" y="1060"/>
                </a:lnTo>
                <a:lnTo>
                  <a:pt x="1226" y="1060"/>
                </a:lnTo>
                <a:lnTo>
                  <a:pt x="1227" y="1060"/>
                </a:lnTo>
                <a:lnTo>
                  <a:pt x="1228" y="1060"/>
                </a:lnTo>
                <a:lnTo>
                  <a:pt x="1228" y="1059"/>
                </a:lnTo>
                <a:lnTo>
                  <a:pt x="1229" y="1059"/>
                </a:lnTo>
                <a:lnTo>
                  <a:pt x="1230" y="1059"/>
                </a:lnTo>
                <a:lnTo>
                  <a:pt x="1231" y="1060"/>
                </a:lnTo>
                <a:lnTo>
                  <a:pt x="1232" y="1060"/>
                </a:lnTo>
                <a:lnTo>
                  <a:pt x="1233" y="1059"/>
                </a:lnTo>
                <a:lnTo>
                  <a:pt x="1234" y="1059"/>
                </a:lnTo>
                <a:lnTo>
                  <a:pt x="1236" y="1059"/>
                </a:lnTo>
                <a:lnTo>
                  <a:pt x="1237" y="1060"/>
                </a:lnTo>
                <a:lnTo>
                  <a:pt x="1237" y="1059"/>
                </a:lnTo>
                <a:lnTo>
                  <a:pt x="1238" y="1059"/>
                </a:lnTo>
                <a:lnTo>
                  <a:pt x="1239" y="1059"/>
                </a:lnTo>
                <a:lnTo>
                  <a:pt x="1240" y="1059"/>
                </a:lnTo>
                <a:lnTo>
                  <a:pt x="1240" y="1060"/>
                </a:lnTo>
                <a:lnTo>
                  <a:pt x="1240" y="1059"/>
                </a:lnTo>
                <a:lnTo>
                  <a:pt x="1241" y="1058"/>
                </a:lnTo>
                <a:lnTo>
                  <a:pt x="1241" y="1059"/>
                </a:lnTo>
                <a:lnTo>
                  <a:pt x="1242" y="1059"/>
                </a:lnTo>
                <a:lnTo>
                  <a:pt x="1243" y="1060"/>
                </a:lnTo>
                <a:lnTo>
                  <a:pt x="1244" y="1059"/>
                </a:lnTo>
                <a:lnTo>
                  <a:pt x="1245" y="1059"/>
                </a:lnTo>
                <a:lnTo>
                  <a:pt x="1245" y="1058"/>
                </a:lnTo>
                <a:lnTo>
                  <a:pt x="1245" y="1057"/>
                </a:lnTo>
                <a:lnTo>
                  <a:pt x="1245" y="1056"/>
                </a:lnTo>
                <a:lnTo>
                  <a:pt x="1244" y="1054"/>
                </a:lnTo>
                <a:lnTo>
                  <a:pt x="1243" y="1053"/>
                </a:lnTo>
                <a:lnTo>
                  <a:pt x="1242" y="1052"/>
                </a:lnTo>
                <a:lnTo>
                  <a:pt x="1241" y="1050"/>
                </a:lnTo>
                <a:lnTo>
                  <a:pt x="1239" y="1049"/>
                </a:lnTo>
                <a:lnTo>
                  <a:pt x="1238" y="1048"/>
                </a:lnTo>
                <a:lnTo>
                  <a:pt x="1237" y="1047"/>
                </a:lnTo>
                <a:lnTo>
                  <a:pt x="1235" y="1047"/>
                </a:lnTo>
                <a:lnTo>
                  <a:pt x="1233" y="1046"/>
                </a:lnTo>
                <a:lnTo>
                  <a:pt x="1232" y="1045"/>
                </a:lnTo>
                <a:lnTo>
                  <a:pt x="1231" y="1045"/>
                </a:lnTo>
                <a:lnTo>
                  <a:pt x="1230" y="1044"/>
                </a:lnTo>
                <a:lnTo>
                  <a:pt x="1229" y="1043"/>
                </a:lnTo>
                <a:lnTo>
                  <a:pt x="1227" y="1040"/>
                </a:lnTo>
                <a:lnTo>
                  <a:pt x="1226" y="1040"/>
                </a:lnTo>
                <a:lnTo>
                  <a:pt x="1226" y="1039"/>
                </a:lnTo>
                <a:lnTo>
                  <a:pt x="1224" y="1037"/>
                </a:lnTo>
                <a:lnTo>
                  <a:pt x="1223" y="1035"/>
                </a:lnTo>
                <a:lnTo>
                  <a:pt x="1221" y="1032"/>
                </a:lnTo>
                <a:lnTo>
                  <a:pt x="1221" y="1031"/>
                </a:lnTo>
                <a:lnTo>
                  <a:pt x="1220" y="1030"/>
                </a:lnTo>
                <a:lnTo>
                  <a:pt x="1220" y="1029"/>
                </a:lnTo>
                <a:lnTo>
                  <a:pt x="1219" y="1027"/>
                </a:lnTo>
                <a:lnTo>
                  <a:pt x="1219" y="1026"/>
                </a:lnTo>
                <a:lnTo>
                  <a:pt x="1219" y="1025"/>
                </a:lnTo>
                <a:lnTo>
                  <a:pt x="1221" y="1023"/>
                </a:lnTo>
                <a:lnTo>
                  <a:pt x="1223" y="1021"/>
                </a:lnTo>
                <a:lnTo>
                  <a:pt x="1226" y="1020"/>
                </a:lnTo>
                <a:lnTo>
                  <a:pt x="1229" y="1019"/>
                </a:lnTo>
                <a:lnTo>
                  <a:pt x="1231" y="1019"/>
                </a:lnTo>
                <a:lnTo>
                  <a:pt x="1234" y="1019"/>
                </a:lnTo>
                <a:lnTo>
                  <a:pt x="1237" y="1019"/>
                </a:lnTo>
                <a:lnTo>
                  <a:pt x="1241" y="1018"/>
                </a:lnTo>
                <a:lnTo>
                  <a:pt x="1245" y="1017"/>
                </a:lnTo>
                <a:lnTo>
                  <a:pt x="1246" y="1016"/>
                </a:lnTo>
                <a:lnTo>
                  <a:pt x="1249" y="1016"/>
                </a:lnTo>
                <a:lnTo>
                  <a:pt x="1252" y="1013"/>
                </a:lnTo>
                <a:lnTo>
                  <a:pt x="1253" y="1013"/>
                </a:lnTo>
                <a:lnTo>
                  <a:pt x="1254" y="1011"/>
                </a:lnTo>
                <a:lnTo>
                  <a:pt x="1256" y="1011"/>
                </a:lnTo>
                <a:lnTo>
                  <a:pt x="1258" y="1011"/>
                </a:lnTo>
                <a:lnTo>
                  <a:pt x="1260" y="1010"/>
                </a:lnTo>
                <a:lnTo>
                  <a:pt x="1262" y="1010"/>
                </a:lnTo>
                <a:lnTo>
                  <a:pt x="1265" y="1010"/>
                </a:lnTo>
                <a:lnTo>
                  <a:pt x="1267" y="1011"/>
                </a:lnTo>
                <a:lnTo>
                  <a:pt x="1268" y="1011"/>
                </a:lnTo>
                <a:lnTo>
                  <a:pt x="1271" y="1013"/>
                </a:lnTo>
                <a:lnTo>
                  <a:pt x="1273" y="1014"/>
                </a:lnTo>
                <a:lnTo>
                  <a:pt x="1273" y="1015"/>
                </a:lnTo>
                <a:lnTo>
                  <a:pt x="1274" y="1016"/>
                </a:lnTo>
                <a:lnTo>
                  <a:pt x="1275" y="1016"/>
                </a:lnTo>
                <a:lnTo>
                  <a:pt x="1277" y="1014"/>
                </a:lnTo>
                <a:lnTo>
                  <a:pt x="1278" y="1014"/>
                </a:lnTo>
                <a:lnTo>
                  <a:pt x="1280" y="1014"/>
                </a:lnTo>
                <a:lnTo>
                  <a:pt x="1281" y="1016"/>
                </a:lnTo>
                <a:lnTo>
                  <a:pt x="1282" y="1017"/>
                </a:lnTo>
                <a:lnTo>
                  <a:pt x="1283" y="1017"/>
                </a:lnTo>
                <a:lnTo>
                  <a:pt x="1284" y="1017"/>
                </a:lnTo>
                <a:lnTo>
                  <a:pt x="1285" y="1017"/>
                </a:lnTo>
                <a:lnTo>
                  <a:pt x="1285" y="1016"/>
                </a:lnTo>
                <a:lnTo>
                  <a:pt x="1285" y="1014"/>
                </a:lnTo>
                <a:lnTo>
                  <a:pt x="1286" y="1013"/>
                </a:lnTo>
                <a:lnTo>
                  <a:pt x="1286" y="1012"/>
                </a:lnTo>
                <a:lnTo>
                  <a:pt x="1287" y="1012"/>
                </a:lnTo>
                <a:lnTo>
                  <a:pt x="1287" y="1011"/>
                </a:lnTo>
                <a:lnTo>
                  <a:pt x="1287" y="1010"/>
                </a:lnTo>
                <a:lnTo>
                  <a:pt x="1288" y="1008"/>
                </a:lnTo>
                <a:lnTo>
                  <a:pt x="1287" y="1006"/>
                </a:lnTo>
                <a:lnTo>
                  <a:pt x="1287" y="1002"/>
                </a:lnTo>
                <a:lnTo>
                  <a:pt x="1287" y="1001"/>
                </a:lnTo>
                <a:lnTo>
                  <a:pt x="1289" y="996"/>
                </a:lnTo>
                <a:lnTo>
                  <a:pt x="1288" y="995"/>
                </a:lnTo>
                <a:lnTo>
                  <a:pt x="1287" y="993"/>
                </a:lnTo>
                <a:lnTo>
                  <a:pt x="1287" y="991"/>
                </a:lnTo>
                <a:lnTo>
                  <a:pt x="1287" y="990"/>
                </a:lnTo>
                <a:lnTo>
                  <a:pt x="1288" y="988"/>
                </a:lnTo>
                <a:lnTo>
                  <a:pt x="1289" y="987"/>
                </a:lnTo>
                <a:lnTo>
                  <a:pt x="1290" y="985"/>
                </a:lnTo>
                <a:lnTo>
                  <a:pt x="1290" y="984"/>
                </a:lnTo>
                <a:lnTo>
                  <a:pt x="1290" y="983"/>
                </a:lnTo>
                <a:lnTo>
                  <a:pt x="1290" y="982"/>
                </a:lnTo>
                <a:lnTo>
                  <a:pt x="1290" y="981"/>
                </a:lnTo>
                <a:lnTo>
                  <a:pt x="1289" y="980"/>
                </a:lnTo>
                <a:lnTo>
                  <a:pt x="1286" y="980"/>
                </a:lnTo>
                <a:lnTo>
                  <a:pt x="1285" y="980"/>
                </a:lnTo>
                <a:lnTo>
                  <a:pt x="1283" y="980"/>
                </a:lnTo>
                <a:lnTo>
                  <a:pt x="1281" y="978"/>
                </a:lnTo>
                <a:lnTo>
                  <a:pt x="1280" y="978"/>
                </a:lnTo>
                <a:lnTo>
                  <a:pt x="1279" y="977"/>
                </a:lnTo>
                <a:lnTo>
                  <a:pt x="1279" y="976"/>
                </a:lnTo>
                <a:lnTo>
                  <a:pt x="1279" y="974"/>
                </a:lnTo>
                <a:lnTo>
                  <a:pt x="1281" y="972"/>
                </a:lnTo>
                <a:lnTo>
                  <a:pt x="1282" y="970"/>
                </a:lnTo>
                <a:lnTo>
                  <a:pt x="1283" y="969"/>
                </a:lnTo>
                <a:lnTo>
                  <a:pt x="1286" y="967"/>
                </a:lnTo>
                <a:lnTo>
                  <a:pt x="1287" y="966"/>
                </a:lnTo>
                <a:lnTo>
                  <a:pt x="1289" y="965"/>
                </a:lnTo>
                <a:lnTo>
                  <a:pt x="1289" y="962"/>
                </a:lnTo>
                <a:lnTo>
                  <a:pt x="1290" y="960"/>
                </a:lnTo>
                <a:lnTo>
                  <a:pt x="1291" y="958"/>
                </a:lnTo>
                <a:lnTo>
                  <a:pt x="1292" y="957"/>
                </a:lnTo>
                <a:lnTo>
                  <a:pt x="1292" y="956"/>
                </a:lnTo>
                <a:lnTo>
                  <a:pt x="1293" y="955"/>
                </a:lnTo>
                <a:lnTo>
                  <a:pt x="1294" y="955"/>
                </a:lnTo>
                <a:lnTo>
                  <a:pt x="1295" y="954"/>
                </a:lnTo>
                <a:lnTo>
                  <a:pt x="1295" y="953"/>
                </a:lnTo>
                <a:lnTo>
                  <a:pt x="1297" y="945"/>
                </a:lnTo>
                <a:lnTo>
                  <a:pt x="1292" y="925"/>
                </a:lnTo>
                <a:lnTo>
                  <a:pt x="1286" y="901"/>
                </a:lnTo>
                <a:lnTo>
                  <a:pt x="1280" y="872"/>
                </a:lnTo>
                <a:lnTo>
                  <a:pt x="1280" y="870"/>
                </a:lnTo>
                <a:lnTo>
                  <a:pt x="1280" y="869"/>
                </a:lnTo>
                <a:lnTo>
                  <a:pt x="1281" y="867"/>
                </a:lnTo>
                <a:lnTo>
                  <a:pt x="1281" y="866"/>
                </a:lnTo>
                <a:lnTo>
                  <a:pt x="1281" y="865"/>
                </a:lnTo>
                <a:lnTo>
                  <a:pt x="1281" y="864"/>
                </a:lnTo>
                <a:lnTo>
                  <a:pt x="1281" y="863"/>
                </a:lnTo>
                <a:lnTo>
                  <a:pt x="1282" y="863"/>
                </a:lnTo>
                <a:lnTo>
                  <a:pt x="1282" y="862"/>
                </a:lnTo>
                <a:lnTo>
                  <a:pt x="1281" y="862"/>
                </a:lnTo>
                <a:lnTo>
                  <a:pt x="1281" y="861"/>
                </a:lnTo>
                <a:lnTo>
                  <a:pt x="1281" y="860"/>
                </a:lnTo>
                <a:lnTo>
                  <a:pt x="1281" y="859"/>
                </a:lnTo>
                <a:lnTo>
                  <a:pt x="1282" y="858"/>
                </a:lnTo>
                <a:lnTo>
                  <a:pt x="1282" y="856"/>
                </a:lnTo>
                <a:lnTo>
                  <a:pt x="1282" y="855"/>
                </a:lnTo>
                <a:lnTo>
                  <a:pt x="1283" y="855"/>
                </a:lnTo>
                <a:lnTo>
                  <a:pt x="1282" y="854"/>
                </a:lnTo>
                <a:lnTo>
                  <a:pt x="1282" y="853"/>
                </a:lnTo>
                <a:lnTo>
                  <a:pt x="1282" y="852"/>
                </a:lnTo>
                <a:lnTo>
                  <a:pt x="1281" y="852"/>
                </a:lnTo>
                <a:lnTo>
                  <a:pt x="1281" y="851"/>
                </a:lnTo>
                <a:lnTo>
                  <a:pt x="1281" y="850"/>
                </a:lnTo>
                <a:lnTo>
                  <a:pt x="1281" y="849"/>
                </a:lnTo>
                <a:lnTo>
                  <a:pt x="1280" y="848"/>
                </a:lnTo>
                <a:lnTo>
                  <a:pt x="1280" y="847"/>
                </a:lnTo>
                <a:lnTo>
                  <a:pt x="1280" y="846"/>
                </a:lnTo>
                <a:lnTo>
                  <a:pt x="1280" y="845"/>
                </a:lnTo>
                <a:lnTo>
                  <a:pt x="1280" y="844"/>
                </a:lnTo>
                <a:lnTo>
                  <a:pt x="1282" y="843"/>
                </a:lnTo>
                <a:lnTo>
                  <a:pt x="1282" y="842"/>
                </a:lnTo>
                <a:lnTo>
                  <a:pt x="1281" y="841"/>
                </a:lnTo>
                <a:lnTo>
                  <a:pt x="1281" y="840"/>
                </a:lnTo>
                <a:lnTo>
                  <a:pt x="1280" y="839"/>
                </a:lnTo>
                <a:lnTo>
                  <a:pt x="1279" y="838"/>
                </a:lnTo>
                <a:lnTo>
                  <a:pt x="1279" y="837"/>
                </a:lnTo>
                <a:lnTo>
                  <a:pt x="1280" y="835"/>
                </a:lnTo>
                <a:lnTo>
                  <a:pt x="1280" y="833"/>
                </a:lnTo>
                <a:lnTo>
                  <a:pt x="1280" y="832"/>
                </a:lnTo>
                <a:lnTo>
                  <a:pt x="1280" y="831"/>
                </a:lnTo>
                <a:lnTo>
                  <a:pt x="1280" y="829"/>
                </a:lnTo>
                <a:lnTo>
                  <a:pt x="1281" y="826"/>
                </a:lnTo>
                <a:lnTo>
                  <a:pt x="1282" y="826"/>
                </a:lnTo>
                <a:lnTo>
                  <a:pt x="1282" y="825"/>
                </a:lnTo>
                <a:lnTo>
                  <a:pt x="1282" y="824"/>
                </a:lnTo>
                <a:lnTo>
                  <a:pt x="1282" y="822"/>
                </a:lnTo>
                <a:lnTo>
                  <a:pt x="1282" y="819"/>
                </a:lnTo>
                <a:lnTo>
                  <a:pt x="1282" y="818"/>
                </a:lnTo>
                <a:lnTo>
                  <a:pt x="1282" y="817"/>
                </a:lnTo>
                <a:lnTo>
                  <a:pt x="1282" y="815"/>
                </a:lnTo>
                <a:lnTo>
                  <a:pt x="1282" y="814"/>
                </a:lnTo>
                <a:lnTo>
                  <a:pt x="1280" y="812"/>
                </a:lnTo>
                <a:lnTo>
                  <a:pt x="1278" y="810"/>
                </a:lnTo>
                <a:lnTo>
                  <a:pt x="1278" y="809"/>
                </a:lnTo>
                <a:lnTo>
                  <a:pt x="1277" y="808"/>
                </a:lnTo>
                <a:lnTo>
                  <a:pt x="1277" y="807"/>
                </a:lnTo>
                <a:lnTo>
                  <a:pt x="1277" y="806"/>
                </a:lnTo>
                <a:lnTo>
                  <a:pt x="1278" y="805"/>
                </a:lnTo>
                <a:lnTo>
                  <a:pt x="1279" y="803"/>
                </a:lnTo>
                <a:lnTo>
                  <a:pt x="1280" y="803"/>
                </a:lnTo>
                <a:lnTo>
                  <a:pt x="1280" y="799"/>
                </a:lnTo>
                <a:lnTo>
                  <a:pt x="1282" y="791"/>
                </a:lnTo>
                <a:lnTo>
                  <a:pt x="1283" y="788"/>
                </a:lnTo>
                <a:lnTo>
                  <a:pt x="1284" y="784"/>
                </a:lnTo>
                <a:lnTo>
                  <a:pt x="1285" y="783"/>
                </a:lnTo>
                <a:lnTo>
                  <a:pt x="1286" y="780"/>
                </a:lnTo>
                <a:lnTo>
                  <a:pt x="1287" y="778"/>
                </a:lnTo>
                <a:lnTo>
                  <a:pt x="1287" y="774"/>
                </a:lnTo>
                <a:lnTo>
                  <a:pt x="1287" y="772"/>
                </a:lnTo>
                <a:lnTo>
                  <a:pt x="1287" y="771"/>
                </a:lnTo>
                <a:lnTo>
                  <a:pt x="1287" y="770"/>
                </a:lnTo>
                <a:lnTo>
                  <a:pt x="1287" y="768"/>
                </a:lnTo>
                <a:lnTo>
                  <a:pt x="1287" y="761"/>
                </a:lnTo>
                <a:lnTo>
                  <a:pt x="1289" y="755"/>
                </a:lnTo>
                <a:lnTo>
                  <a:pt x="1289" y="750"/>
                </a:lnTo>
                <a:lnTo>
                  <a:pt x="1290" y="746"/>
                </a:lnTo>
                <a:lnTo>
                  <a:pt x="1290" y="740"/>
                </a:lnTo>
                <a:lnTo>
                  <a:pt x="1289" y="736"/>
                </a:lnTo>
                <a:lnTo>
                  <a:pt x="1289" y="733"/>
                </a:lnTo>
                <a:lnTo>
                  <a:pt x="1289" y="732"/>
                </a:lnTo>
                <a:lnTo>
                  <a:pt x="1290" y="731"/>
                </a:lnTo>
                <a:lnTo>
                  <a:pt x="1292" y="729"/>
                </a:lnTo>
                <a:lnTo>
                  <a:pt x="1294" y="726"/>
                </a:lnTo>
                <a:lnTo>
                  <a:pt x="1295" y="723"/>
                </a:lnTo>
                <a:lnTo>
                  <a:pt x="1297" y="720"/>
                </a:lnTo>
                <a:lnTo>
                  <a:pt x="1299" y="717"/>
                </a:lnTo>
                <a:lnTo>
                  <a:pt x="1300" y="715"/>
                </a:lnTo>
                <a:lnTo>
                  <a:pt x="1302" y="711"/>
                </a:lnTo>
                <a:lnTo>
                  <a:pt x="1304" y="709"/>
                </a:lnTo>
                <a:lnTo>
                  <a:pt x="1304" y="707"/>
                </a:lnTo>
                <a:lnTo>
                  <a:pt x="1304" y="706"/>
                </a:lnTo>
                <a:lnTo>
                  <a:pt x="1303" y="702"/>
                </a:lnTo>
                <a:lnTo>
                  <a:pt x="1301" y="698"/>
                </a:lnTo>
                <a:lnTo>
                  <a:pt x="1299" y="692"/>
                </a:lnTo>
                <a:lnTo>
                  <a:pt x="1299" y="691"/>
                </a:lnTo>
                <a:lnTo>
                  <a:pt x="1297" y="688"/>
                </a:lnTo>
                <a:lnTo>
                  <a:pt x="1296" y="686"/>
                </a:lnTo>
                <a:lnTo>
                  <a:pt x="1295" y="686"/>
                </a:lnTo>
                <a:lnTo>
                  <a:pt x="1290" y="681"/>
                </a:lnTo>
                <a:lnTo>
                  <a:pt x="1288" y="681"/>
                </a:lnTo>
                <a:lnTo>
                  <a:pt x="1286" y="679"/>
                </a:lnTo>
                <a:lnTo>
                  <a:pt x="1285" y="678"/>
                </a:lnTo>
                <a:lnTo>
                  <a:pt x="1284" y="676"/>
                </a:lnTo>
                <a:lnTo>
                  <a:pt x="1283" y="673"/>
                </a:lnTo>
                <a:lnTo>
                  <a:pt x="1282" y="672"/>
                </a:lnTo>
                <a:lnTo>
                  <a:pt x="1283" y="670"/>
                </a:lnTo>
                <a:lnTo>
                  <a:pt x="1283" y="669"/>
                </a:lnTo>
                <a:lnTo>
                  <a:pt x="1283" y="668"/>
                </a:lnTo>
                <a:lnTo>
                  <a:pt x="1282" y="666"/>
                </a:lnTo>
                <a:lnTo>
                  <a:pt x="1282" y="664"/>
                </a:lnTo>
                <a:lnTo>
                  <a:pt x="1282" y="663"/>
                </a:lnTo>
                <a:lnTo>
                  <a:pt x="1282" y="661"/>
                </a:lnTo>
                <a:lnTo>
                  <a:pt x="1283" y="660"/>
                </a:lnTo>
                <a:lnTo>
                  <a:pt x="1284" y="659"/>
                </a:lnTo>
                <a:lnTo>
                  <a:pt x="1283" y="658"/>
                </a:lnTo>
                <a:lnTo>
                  <a:pt x="1283" y="656"/>
                </a:lnTo>
                <a:lnTo>
                  <a:pt x="1282" y="653"/>
                </a:lnTo>
                <a:lnTo>
                  <a:pt x="1281" y="652"/>
                </a:lnTo>
                <a:lnTo>
                  <a:pt x="1280" y="653"/>
                </a:lnTo>
                <a:lnTo>
                  <a:pt x="1280" y="654"/>
                </a:lnTo>
                <a:lnTo>
                  <a:pt x="1279" y="656"/>
                </a:lnTo>
                <a:lnTo>
                  <a:pt x="1277" y="656"/>
                </a:lnTo>
                <a:lnTo>
                  <a:pt x="1276" y="657"/>
                </a:lnTo>
                <a:lnTo>
                  <a:pt x="1275" y="657"/>
                </a:lnTo>
                <a:lnTo>
                  <a:pt x="1272" y="657"/>
                </a:lnTo>
                <a:lnTo>
                  <a:pt x="1271" y="656"/>
                </a:lnTo>
                <a:lnTo>
                  <a:pt x="1266" y="655"/>
                </a:lnTo>
                <a:lnTo>
                  <a:pt x="1263" y="656"/>
                </a:lnTo>
                <a:lnTo>
                  <a:pt x="1260" y="656"/>
                </a:lnTo>
                <a:lnTo>
                  <a:pt x="1259" y="656"/>
                </a:lnTo>
                <a:lnTo>
                  <a:pt x="1258" y="657"/>
                </a:lnTo>
                <a:lnTo>
                  <a:pt x="1257" y="657"/>
                </a:lnTo>
                <a:lnTo>
                  <a:pt x="1256" y="657"/>
                </a:lnTo>
                <a:lnTo>
                  <a:pt x="1256" y="656"/>
                </a:lnTo>
                <a:lnTo>
                  <a:pt x="1256" y="655"/>
                </a:lnTo>
                <a:lnTo>
                  <a:pt x="1257" y="654"/>
                </a:lnTo>
                <a:lnTo>
                  <a:pt x="1257" y="652"/>
                </a:lnTo>
                <a:lnTo>
                  <a:pt x="1257" y="651"/>
                </a:lnTo>
                <a:lnTo>
                  <a:pt x="1256" y="648"/>
                </a:lnTo>
                <a:lnTo>
                  <a:pt x="1255" y="648"/>
                </a:lnTo>
                <a:lnTo>
                  <a:pt x="1253" y="645"/>
                </a:lnTo>
                <a:lnTo>
                  <a:pt x="1252" y="644"/>
                </a:lnTo>
                <a:lnTo>
                  <a:pt x="1252" y="642"/>
                </a:lnTo>
                <a:lnTo>
                  <a:pt x="1253" y="641"/>
                </a:lnTo>
                <a:lnTo>
                  <a:pt x="1254" y="640"/>
                </a:lnTo>
                <a:lnTo>
                  <a:pt x="1256" y="640"/>
                </a:lnTo>
                <a:lnTo>
                  <a:pt x="1256" y="639"/>
                </a:lnTo>
                <a:lnTo>
                  <a:pt x="1256" y="638"/>
                </a:lnTo>
                <a:lnTo>
                  <a:pt x="1254" y="637"/>
                </a:lnTo>
                <a:lnTo>
                  <a:pt x="1252" y="635"/>
                </a:lnTo>
                <a:lnTo>
                  <a:pt x="1251" y="634"/>
                </a:lnTo>
                <a:lnTo>
                  <a:pt x="1250" y="634"/>
                </a:lnTo>
                <a:lnTo>
                  <a:pt x="1248" y="633"/>
                </a:lnTo>
                <a:lnTo>
                  <a:pt x="1247" y="633"/>
                </a:lnTo>
                <a:lnTo>
                  <a:pt x="1246" y="633"/>
                </a:lnTo>
                <a:lnTo>
                  <a:pt x="1246" y="631"/>
                </a:lnTo>
                <a:lnTo>
                  <a:pt x="1247" y="630"/>
                </a:lnTo>
                <a:lnTo>
                  <a:pt x="1249" y="629"/>
                </a:lnTo>
                <a:lnTo>
                  <a:pt x="1250" y="628"/>
                </a:lnTo>
                <a:lnTo>
                  <a:pt x="1253" y="627"/>
                </a:lnTo>
                <a:lnTo>
                  <a:pt x="1255" y="627"/>
                </a:lnTo>
                <a:lnTo>
                  <a:pt x="1256" y="627"/>
                </a:lnTo>
                <a:lnTo>
                  <a:pt x="1257" y="624"/>
                </a:lnTo>
                <a:lnTo>
                  <a:pt x="1258" y="623"/>
                </a:lnTo>
                <a:lnTo>
                  <a:pt x="1260" y="622"/>
                </a:lnTo>
                <a:lnTo>
                  <a:pt x="1262" y="622"/>
                </a:lnTo>
                <a:lnTo>
                  <a:pt x="1263" y="622"/>
                </a:lnTo>
                <a:lnTo>
                  <a:pt x="1265" y="621"/>
                </a:lnTo>
                <a:lnTo>
                  <a:pt x="1266" y="620"/>
                </a:lnTo>
                <a:lnTo>
                  <a:pt x="1269" y="619"/>
                </a:lnTo>
                <a:lnTo>
                  <a:pt x="1271" y="618"/>
                </a:lnTo>
                <a:lnTo>
                  <a:pt x="1274" y="617"/>
                </a:lnTo>
                <a:lnTo>
                  <a:pt x="1275" y="615"/>
                </a:lnTo>
                <a:lnTo>
                  <a:pt x="1277" y="612"/>
                </a:lnTo>
                <a:lnTo>
                  <a:pt x="1279" y="612"/>
                </a:lnTo>
                <a:lnTo>
                  <a:pt x="1281" y="611"/>
                </a:lnTo>
                <a:lnTo>
                  <a:pt x="1283" y="610"/>
                </a:lnTo>
                <a:lnTo>
                  <a:pt x="1284" y="609"/>
                </a:lnTo>
                <a:lnTo>
                  <a:pt x="1285" y="610"/>
                </a:lnTo>
                <a:lnTo>
                  <a:pt x="1287" y="611"/>
                </a:lnTo>
                <a:lnTo>
                  <a:pt x="1287" y="612"/>
                </a:lnTo>
                <a:lnTo>
                  <a:pt x="1288" y="612"/>
                </a:lnTo>
                <a:lnTo>
                  <a:pt x="1289" y="612"/>
                </a:lnTo>
                <a:lnTo>
                  <a:pt x="1289" y="610"/>
                </a:lnTo>
                <a:lnTo>
                  <a:pt x="1290" y="609"/>
                </a:lnTo>
                <a:lnTo>
                  <a:pt x="1291" y="610"/>
                </a:lnTo>
                <a:lnTo>
                  <a:pt x="1292" y="610"/>
                </a:lnTo>
                <a:lnTo>
                  <a:pt x="1293" y="611"/>
                </a:lnTo>
                <a:lnTo>
                  <a:pt x="1295" y="617"/>
                </a:lnTo>
                <a:lnTo>
                  <a:pt x="1297" y="618"/>
                </a:lnTo>
                <a:lnTo>
                  <a:pt x="1300" y="618"/>
                </a:lnTo>
                <a:lnTo>
                  <a:pt x="1303" y="618"/>
                </a:lnTo>
                <a:lnTo>
                  <a:pt x="1305" y="617"/>
                </a:lnTo>
                <a:lnTo>
                  <a:pt x="1307" y="615"/>
                </a:lnTo>
                <a:lnTo>
                  <a:pt x="1309" y="614"/>
                </a:lnTo>
                <a:lnTo>
                  <a:pt x="1312" y="613"/>
                </a:lnTo>
                <a:lnTo>
                  <a:pt x="1315" y="613"/>
                </a:lnTo>
                <a:lnTo>
                  <a:pt x="1316" y="614"/>
                </a:lnTo>
                <a:lnTo>
                  <a:pt x="1316" y="615"/>
                </a:lnTo>
                <a:lnTo>
                  <a:pt x="1316" y="617"/>
                </a:lnTo>
                <a:lnTo>
                  <a:pt x="1317" y="619"/>
                </a:lnTo>
                <a:lnTo>
                  <a:pt x="1318" y="620"/>
                </a:lnTo>
                <a:lnTo>
                  <a:pt x="1321" y="621"/>
                </a:lnTo>
                <a:lnTo>
                  <a:pt x="1324" y="621"/>
                </a:lnTo>
                <a:lnTo>
                  <a:pt x="1326" y="619"/>
                </a:lnTo>
                <a:lnTo>
                  <a:pt x="1330" y="618"/>
                </a:lnTo>
                <a:lnTo>
                  <a:pt x="1332" y="617"/>
                </a:lnTo>
                <a:lnTo>
                  <a:pt x="1333" y="616"/>
                </a:lnTo>
                <a:lnTo>
                  <a:pt x="1334" y="613"/>
                </a:lnTo>
                <a:lnTo>
                  <a:pt x="1334" y="612"/>
                </a:lnTo>
                <a:lnTo>
                  <a:pt x="1338" y="610"/>
                </a:lnTo>
                <a:lnTo>
                  <a:pt x="1341" y="608"/>
                </a:lnTo>
                <a:lnTo>
                  <a:pt x="1342" y="608"/>
                </a:lnTo>
                <a:lnTo>
                  <a:pt x="1343" y="609"/>
                </a:lnTo>
                <a:lnTo>
                  <a:pt x="1343" y="610"/>
                </a:lnTo>
                <a:lnTo>
                  <a:pt x="1343" y="611"/>
                </a:lnTo>
                <a:lnTo>
                  <a:pt x="1344" y="612"/>
                </a:lnTo>
                <a:lnTo>
                  <a:pt x="1345" y="613"/>
                </a:lnTo>
                <a:lnTo>
                  <a:pt x="1348" y="613"/>
                </a:lnTo>
                <a:lnTo>
                  <a:pt x="1350" y="613"/>
                </a:lnTo>
                <a:lnTo>
                  <a:pt x="1352" y="614"/>
                </a:lnTo>
                <a:lnTo>
                  <a:pt x="1354" y="616"/>
                </a:lnTo>
                <a:lnTo>
                  <a:pt x="1356" y="616"/>
                </a:lnTo>
                <a:lnTo>
                  <a:pt x="1357" y="616"/>
                </a:lnTo>
                <a:lnTo>
                  <a:pt x="1360" y="615"/>
                </a:lnTo>
                <a:lnTo>
                  <a:pt x="1363" y="615"/>
                </a:lnTo>
                <a:lnTo>
                  <a:pt x="1369" y="614"/>
                </a:lnTo>
                <a:lnTo>
                  <a:pt x="1371" y="614"/>
                </a:lnTo>
                <a:lnTo>
                  <a:pt x="1372" y="613"/>
                </a:lnTo>
                <a:lnTo>
                  <a:pt x="1375" y="612"/>
                </a:lnTo>
                <a:lnTo>
                  <a:pt x="1376" y="611"/>
                </a:lnTo>
                <a:lnTo>
                  <a:pt x="1376" y="610"/>
                </a:lnTo>
                <a:lnTo>
                  <a:pt x="1376" y="609"/>
                </a:lnTo>
                <a:lnTo>
                  <a:pt x="1375" y="608"/>
                </a:lnTo>
                <a:lnTo>
                  <a:pt x="1375" y="607"/>
                </a:lnTo>
                <a:lnTo>
                  <a:pt x="1375" y="606"/>
                </a:lnTo>
                <a:lnTo>
                  <a:pt x="1376" y="606"/>
                </a:lnTo>
                <a:lnTo>
                  <a:pt x="1377" y="606"/>
                </a:lnTo>
                <a:lnTo>
                  <a:pt x="1378" y="607"/>
                </a:lnTo>
                <a:lnTo>
                  <a:pt x="1378" y="608"/>
                </a:lnTo>
                <a:lnTo>
                  <a:pt x="1379" y="609"/>
                </a:lnTo>
                <a:lnTo>
                  <a:pt x="1380" y="611"/>
                </a:lnTo>
                <a:lnTo>
                  <a:pt x="1381" y="612"/>
                </a:lnTo>
                <a:lnTo>
                  <a:pt x="1382" y="613"/>
                </a:lnTo>
                <a:lnTo>
                  <a:pt x="1383" y="613"/>
                </a:lnTo>
                <a:lnTo>
                  <a:pt x="1386" y="614"/>
                </a:lnTo>
                <a:lnTo>
                  <a:pt x="1388" y="614"/>
                </a:lnTo>
                <a:lnTo>
                  <a:pt x="1390" y="616"/>
                </a:lnTo>
                <a:lnTo>
                  <a:pt x="1391" y="617"/>
                </a:lnTo>
                <a:lnTo>
                  <a:pt x="1391" y="620"/>
                </a:lnTo>
                <a:lnTo>
                  <a:pt x="1392" y="621"/>
                </a:lnTo>
                <a:lnTo>
                  <a:pt x="1393" y="621"/>
                </a:lnTo>
                <a:lnTo>
                  <a:pt x="1395" y="621"/>
                </a:lnTo>
                <a:lnTo>
                  <a:pt x="1397" y="622"/>
                </a:lnTo>
                <a:lnTo>
                  <a:pt x="1399" y="622"/>
                </a:lnTo>
                <a:lnTo>
                  <a:pt x="1403" y="619"/>
                </a:lnTo>
                <a:lnTo>
                  <a:pt x="1405" y="617"/>
                </a:lnTo>
                <a:lnTo>
                  <a:pt x="1407" y="617"/>
                </a:lnTo>
                <a:lnTo>
                  <a:pt x="1409" y="617"/>
                </a:lnTo>
                <a:lnTo>
                  <a:pt x="1411" y="617"/>
                </a:lnTo>
                <a:lnTo>
                  <a:pt x="1412" y="618"/>
                </a:lnTo>
                <a:lnTo>
                  <a:pt x="1414" y="619"/>
                </a:lnTo>
                <a:lnTo>
                  <a:pt x="1418" y="619"/>
                </a:lnTo>
                <a:lnTo>
                  <a:pt x="1421" y="618"/>
                </a:lnTo>
                <a:lnTo>
                  <a:pt x="1424" y="618"/>
                </a:lnTo>
                <a:lnTo>
                  <a:pt x="1426" y="617"/>
                </a:lnTo>
                <a:lnTo>
                  <a:pt x="1428" y="616"/>
                </a:lnTo>
                <a:lnTo>
                  <a:pt x="1428" y="615"/>
                </a:lnTo>
                <a:lnTo>
                  <a:pt x="1431" y="614"/>
                </a:lnTo>
                <a:lnTo>
                  <a:pt x="1432" y="612"/>
                </a:lnTo>
                <a:lnTo>
                  <a:pt x="1432" y="611"/>
                </a:lnTo>
                <a:lnTo>
                  <a:pt x="1433" y="611"/>
                </a:lnTo>
                <a:lnTo>
                  <a:pt x="1435" y="611"/>
                </a:lnTo>
                <a:lnTo>
                  <a:pt x="1436" y="612"/>
                </a:lnTo>
                <a:lnTo>
                  <a:pt x="1437" y="613"/>
                </a:lnTo>
                <a:lnTo>
                  <a:pt x="1438" y="614"/>
                </a:lnTo>
                <a:lnTo>
                  <a:pt x="1439" y="615"/>
                </a:lnTo>
                <a:lnTo>
                  <a:pt x="1440" y="615"/>
                </a:lnTo>
                <a:lnTo>
                  <a:pt x="1441" y="614"/>
                </a:lnTo>
                <a:lnTo>
                  <a:pt x="1441" y="613"/>
                </a:lnTo>
                <a:lnTo>
                  <a:pt x="1441" y="612"/>
                </a:lnTo>
                <a:lnTo>
                  <a:pt x="1442" y="612"/>
                </a:lnTo>
                <a:lnTo>
                  <a:pt x="1443" y="611"/>
                </a:lnTo>
                <a:lnTo>
                  <a:pt x="1447" y="611"/>
                </a:lnTo>
                <a:lnTo>
                  <a:pt x="1448" y="612"/>
                </a:lnTo>
                <a:lnTo>
                  <a:pt x="1449" y="611"/>
                </a:lnTo>
                <a:lnTo>
                  <a:pt x="1450" y="610"/>
                </a:lnTo>
                <a:lnTo>
                  <a:pt x="1451" y="610"/>
                </a:lnTo>
                <a:lnTo>
                  <a:pt x="1452" y="611"/>
                </a:lnTo>
                <a:lnTo>
                  <a:pt x="1453" y="611"/>
                </a:lnTo>
                <a:lnTo>
                  <a:pt x="1454" y="613"/>
                </a:lnTo>
                <a:lnTo>
                  <a:pt x="1456" y="614"/>
                </a:lnTo>
                <a:lnTo>
                  <a:pt x="1458" y="613"/>
                </a:lnTo>
                <a:lnTo>
                  <a:pt x="1462" y="611"/>
                </a:lnTo>
                <a:lnTo>
                  <a:pt x="1464" y="611"/>
                </a:lnTo>
                <a:lnTo>
                  <a:pt x="1467" y="610"/>
                </a:lnTo>
                <a:lnTo>
                  <a:pt x="1469" y="611"/>
                </a:lnTo>
                <a:lnTo>
                  <a:pt x="1471" y="612"/>
                </a:lnTo>
                <a:lnTo>
                  <a:pt x="1472" y="613"/>
                </a:lnTo>
                <a:lnTo>
                  <a:pt x="1472" y="612"/>
                </a:lnTo>
                <a:lnTo>
                  <a:pt x="1473" y="611"/>
                </a:lnTo>
                <a:lnTo>
                  <a:pt x="1475" y="610"/>
                </a:lnTo>
                <a:lnTo>
                  <a:pt x="1477" y="610"/>
                </a:lnTo>
                <a:lnTo>
                  <a:pt x="1480" y="610"/>
                </a:lnTo>
                <a:lnTo>
                  <a:pt x="1481" y="610"/>
                </a:lnTo>
                <a:lnTo>
                  <a:pt x="1481" y="612"/>
                </a:lnTo>
                <a:lnTo>
                  <a:pt x="1482" y="613"/>
                </a:lnTo>
                <a:lnTo>
                  <a:pt x="1482" y="614"/>
                </a:lnTo>
                <a:lnTo>
                  <a:pt x="1484" y="614"/>
                </a:lnTo>
                <a:lnTo>
                  <a:pt x="1486" y="614"/>
                </a:lnTo>
                <a:lnTo>
                  <a:pt x="1489" y="612"/>
                </a:lnTo>
                <a:lnTo>
                  <a:pt x="1490" y="612"/>
                </a:lnTo>
                <a:lnTo>
                  <a:pt x="1492" y="613"/>
                </a:lnTo>
                <a:lnTo>
                  <a:pt x="1494" y="612"/>
                </a:lnTo>
                <a:lnTo>
                  <a:pt x="1494" y="611"/>
                </a:lnTo>
                <a:lnTo>
                  <a:pt x="1496" y="608"/>
                </a:lnTo>
                <a:lnTo>
                  <a:pt x="1497" y="608"/>
                </a:lnTo>
                <a:lnTo>
                  <a:pt x="1501" y="609"/>
                </a:lnTo>
                <a:lnTo>
                  <a:pt x="1502" y="607"/>
                </a:lnTo>
                <a:lnTo>
                  <a:pt x="1502" y="605"/>
                </a:lnTo>
                <a:lnTo>
                  <a:pt x="1503" y="604"/>
                </a:lnTo>
                <a:lnTo>
                  <a:pt x="1504" y="604"/>
                </a:lnTo>
                <a:lnTo>
                  <a:pt x="1507" y="603"/>
                </a:lnTo>
                <a:lnTo>
                  <a:pt x="1510" y="602"/>
                </a:lnTo>
                <a:lnTo>
                  <a:pt x="1513" y="601"/>
                </a:lnTo>
                <a:lnTo>
                  <a:pt x="1515" y="602"/>
                </a:lnTo>
                <a:lnTo>
                  <a:pt x="1517" y="603"/>
                </a:lnTo>
                <a:lnTo>
                  <a:pt x="1519" y="602"/>
                </a:lnTo>
                <a:lnTo>
                  <a:pt x="1521" y="602"/>
                </a:lnTo>
                <a:lnTo>
                  <a:pt x="1522" y="601"/>
                </a:lnTo>
                <a:lnTo>
                  <a:pt x="1523" y="602"/>
                </a:lnTo>
                <a:lnTo>
                  <a:pt x="1524" y="603"/>
                </a:lnTo>
                <a:lnTo>
                  <a:pt x="1525" y="603"/>
                </a:lnTo>
                <a:lnTo>
                  <a:pt x="1526" y="603"/>
                </a:lnTo>
                <a:lnTo>
                  <a:pt x="1527" y="602"/>
                </a:lnTo>
                <a:lnTo>
                  <a:pt x="1528" y="602"/>
                </a:lnTo>
                <a:lnTo>
                  <a:pt x="1529" y="601"/>
                </a:lnTo>
                <a:lnTo>
                  <a:pt x="1530" y="601"/>
                </a:lnTo>
                <a:lnTo>
                  <a:pt x="1533" y="602"/>
                </a:lnTo>
                <a:lnTo>
                  <a:pt x="1534" y="601"/>
                </a:lnTo>
                <a:lnTo>
                  <a:pt x="1535" y="603"/>
                </a:lnTo>
                <a:lnTo>
                  <a:pt x="1536" y="605"/>
                </a:lnTo>
                <a:lnTo>
                  <a:pt x="1537" y="607"/>
                </a:lnTo>
                <a:lnTo>
                  <a:pt x="1537" y="608"/>
                </a:lnTo>
                <a:lnTo>
                  <a:pt x="1538" y="612"/>
                </a:lnTo>
                <a:lnTo>
                  <a:pt x="1538" y="615"/>
                </a:lnTo>
                <a:lnTo>
                  <a:pt x="1540" y="620"/>
                </a:lnTo>
                <a:lnTo>
                  <a:pt x="1542" y="623"/>
                </a:lnTo>
                <a:lnTo>
                  <a:pt x="1542" y="624"/>
                </a:lnTo>
                <a:lnTo>
                  <a:pt x="1543" y="624"/>
                </a:lnTo>
                <a:lnTo>
                  <a:pt x="1543" y="625"/>
                </a:lnTo>
                <a:lnTo>
                  <a:pt x="1544" y="627"/>
                </a:lnTo>
                <a:lnTo>
                  <a:pt x="1545" y="629"/>
                </a:lnTo>
                <a:lnTo>
                  <a:pt x="1546" y="632"/>
                </a:lnTo>
                <a:lnTo>
                  <a:pt x="1546" y="634"/>
                </a:lnTo>
                <a:lnTo>
                  <a:pt x="1547" y="636"/>
                </a:lnTo>
                <a:lnTo>
                  <a:pt x="1548" y="636"/>
                </a:lnTo>
                <a:lnTo>
                  <a:pt x="1551" y="636"/>
                </a:lnTo>
                <a:lnTo>
                  <a:pt x="1553" y="636"/>
                </a:lnTo>
                <a:lnTo>
                  <a:pt x="1556" y="637"/>
                </a:lnTo>
                <a:lnTo>
                  <a:pt x="1559" y="637"/>
                </a:lnTo>
                <a:lnTo>
                  <a:pt x="1560" y="636"/>
                </a:lnTo>
                <a:lnTo>
                  <a:pt x="1562" y="636"/>
                </a:lnTo>
                <a:lnTo>
                  <a:pt x="1563" y="636"/>
                </a:lnTo>
                <a:lnTo>
                  <a:pt x="1564" y="636"/>
                </a:lnTo>
                <a:lnTo>
                  <a:pt x="1565" y="636"/>
                </a:lnTo>
                <a:lnTo>
                  <a:pt x="1567" y="636"/>
                </a:lnTo>
                <a:lnTo>
                  <a:pt x="1570" y="637"/>
                </a:lnTo>
                <a:lnTo>
                  <a:pt x="1571" y="638"/>
                </a:lnTo>
                <a:lnTo>
                  <a:pt x="1570" y="640"/>
                </a:lnTo>
                <a:lnTo>
                  <a:pt x="1570" y="641"/>
                </a:lnTo>
                <a:lnTo>
                  <a:pt x="1569" y="642"/>
                </a:lnTo>
                <a:lnTo>
                  <a:pt x="1569" y="643"/>
                </a:lnTo>
                <a:lnTo>
                  <a:pt x="1569" y="644"/>
                </a:lnTo>
                <a:lnTo>
                  <a:pt x="1570" y="645"/>
                </a:lnTo>
                <a:lnTo>
                  <a:pt x="1571" y="646"/>
                </a:lnTo>
                <a:lnTo>
                  <a:pt x="1571" y="647"/>
                </a:lnTo>
                <a:lnTo>
                  <a:pt x="1572" y="647"/>
                </a:lnTo>
                <a:lnTo>
                  <a:pt x="1574" y="646"/>
                </a:lnTo>
                <a:lnTo>
                  <a:pt x="1576" y="646"/>
                </a:lnTo>
                <a:lnTo>
                  <a:pt x="1578" y="645"/>
                </a:lnTo>
                <a:lnTo>
                  <a:pt x="1580" y="645"/>
                </a:lnTo>
                <a:lnTo>
                  <a:pt x="1581" y="646"/>
                </a:lnTo>
                <a:lnTo>
                  <a:pt x="1583" y="646"/>
                </a:lnTo>
                <a:lnTo>
                  <a:pt x="1584" y="645"/>
                </a:lnTo>
                <a:lnTo>
                  <a:pt x="1586" y="645"/>
                </a:lnTo>
                <a:lnTo>
                  <a:pt x="1589" y="645"/>
                </a:lnTo>
                <a:lnTo>
                  <a:pt x="1593" y="645"/>
                </a:lnTo>
                <a:lnTo>
                  <a:pt x="1595" y="645"/>
                </a:lnTo>
                <a:lnTo>
                  <a:pt x="1596" y="645"/>
                </a:lnTo>
                <a:lnTo>
                  <a:pt x="1597" y="645"/>
                </a:lnTo>
                <a:lnTo>
                  <a:pt x="1599" y="646"/>
                </a:lnTo>
                <a:lnTo>
                  <a:pt x="1606" y="654"/>
                </a:lnTo>
                <a:lnTo>
                  <a:pt x="1612" y="658"/>
                </a:lnTo>
                <a:lnTo>
                  <a:pt x="1622" y="665"/>
                </a:lnTo>
                <a:lnTo>
                  <a:pt x="1633" y="663"/>
                </a:lnTo>
                <a:lnTo>
                  <a:pt x="1639" y="659"/>
                </a:lnTo>
                <a:lnTo>
                  <a:pt x="1646" y="635"/>
                </a:lnTo>
                <a:lnTo>
                  <a:pt x="1643" y="624"/>
                </a:lnTo>
                <a:lnTo>
                  <a:pt x="1642" y="618"/>
                </a:lnTo>
                <a:lnTo>
                  <a:pt x="1630" y="607"/>
                </a:lnTo>
                <a:lnTo>
                  <a:pt x="1611" y="586"/>
                </a:lnTo>
                <a:lnTo>
                  <a:pt x="1611" y="584"/>
                </a:lnTo>
                <a:lnTo>
                  <a:pt x="1612" y="570"/>
                </a:lnTo>
                <a:lnTo>
                  <a:pt x="1616" y="565"/>
                </a:lnTo>
                <a:lnTo>
                  <a:pt x="1617" y="563"/>
                </a:lnTo>
                <a:lnTo>
                  <a:pt x="1619" y="554"/>
                </a:lnTo>
                <a:lnTo>
                  <a:pt x="1620" y="551"/>
                </a:lnTo>
                <a:lnTo>
                  <a:pt x="1621" y="549"/>
                </a:lnTo>
                <a:lnTo>
                  <a:pt x="1626" y="545"/>
                </a:lnTo>
                <a:lnTo>
                  <a:pt x="1627" y="543"/>
                </a:lnTo>
                <a:lnTo>
                  <a:pt x="1629" y="542"/>
                </a:lnTo>
                <a:lnTo>
                  <a:pt x="1630" y="539"/>
                </a:lnTo>
                <a:lnTo>
                  <a:pt x="1632" y="534"/>
                </a:lnTo>
                <a:lnTo>
                  <a:pt x="1632" y="533"/>
                </a:lnTo>
                <a:lnTo>
                  <a:pt x="1633" y="531"/>
                </a:lnTo>
                <a:lnTo>
                  <a:pt x="1634" y="529"/>
                </a:lnTo>
                <a:lnTo>
                  <a:pt x="1634" y="526"/>
                </a:lnTo>
                <a:lnTo>
                  <a:pt x="1634" y="524"/>
                </a:lnTo>
                <a:lnTo>
                  <a:pt x="1634" y="522"/>
                </a:lnTo>
                <a:lnTo>
                  <a:pt x="1634" y="521"/>
                </a:lnTo>
                <a:lnTo>
                  <a:pt x="1634" y="519"/>
                </a:lnTo>
                <a:lnTo>
                  <a:pt x="1635" y="518"/>
                </a:lnTo>
                <a:lnTo>
                  <a:pt x="1636" y="515"/>
                </a:lnTo>
                <a:lnTo>
                  <a:pt x="1637" y="509"/>
                </a:lnTo>
                <a:lnTo>
                  <a:pt x="1638" y="508"/>
                </a:lnTo>
                <a:lnTo>
                  <a:pt x="1644" y="505"/>
                </a:lnTo>
                <a:lnTo>
                  <a:pt x="1647" y="504"/>
                </a:lnTo>
                <a:lnTo>
                  <a:pt x="1649" y="504"/>
                </a:lnTo>
                <a:lnTo>
                  <a:pt x="1652" y="505"/>
                </a:lnTo>
                <a:lnTo>
                  <a:pt x="1656" y="504"/>
                </a:lnTo>
                <a:lnTo>
                  <a:pt x="1673" y="470"/>
                </a:lnTo>
                <a:lnTo>
                  <a:pt x="1691" y="446"/>
                </a:lnTo>
                <a:lnTo>
                  <a:pt x="1716" y="410"/>
                </a:lnTo>
                <a:lnTo>
                  <a:pt x="1728" y="390"/>
                </a:lnTo>
                <a:lnTo>
                  <a:pt x="1733" y="375"/>
                </a:lnTo>
                <a:lnTo>
                  <a:pt x="1743" y="357"/>
                </a:lnTo>
                <a:lnTo>
                  <a:pt x="1751" y="354"/>
                </a:lnTo>
                <a:lnTo>
                  <a:pt x="1751" y="349"/>
                </a:lnTo>
                <a:lnTo>
                  <a:pt x="1764" y="326"/>
                </a:lnTo>
                <a:lnTo>
                  <a:pt x="1766" y="321"/>
                </a:lnTo>
                <a:lnTo>
                  <a:pt x="1767" y="317"/>
                </a:lnTo>
                <a:lnTo>
                  <a:pt x="1768" y="313"/>
                </a:lnTo>
                <a:lnTo>
                  <a:pt x="1769" y="313"/>
                </a:lnTo>
                <a:lnTo>
                  <a:pt x="1769" y="312"/>
                </a:lnTo>
                <a:lnTo>
                  <a:pt x="1772" y="310"/>
                </a:lnTo>
                <a:lnTo>
                  <a:pt x="1775" y="308"/>
                </a:lnTo>
                <a:lnTo>
                  <a:pt x="1778" y="305"/>
                </a:lnTo>
                <a:lnTo>
                  <a:pt x="1778" y="304"/>
                </a:lnTo>
                <a:lnTo>
                  <a:pt x="1779" y="302"/>
                </a:lnTo>
                <a:lnTo>
                  <a:pt x="1780" y="299"/>
                </a:lnTo>
                <a:lnTo>
                  <a:pt x="1783" y="296"/>
                </a:lnTo>
                <a:lnTo>
                  <a:pt x="1783" y="295"/>
                </a:lnTo>
                <a:lnTo>
                  <a:pt x="1784" y="293"/>
                </a:lnTo>
                <a:lnTo>
                  <a:pt x="1785" y="291"/>
                </a:lnTo>
                <a:lnTo>
                  <a:pt x="1786" y="290"/>
                </a:lnTo>
                <a:lnTo>
                  <a:pt x="1787" y="287"/>
                </a:lnTo>
                <a:lnTo>
                  <a:pt x="1788" y="285"/>
                </a:lnTo>
                <a:lnTo>
                  <a:pt x="1788" y="283"/>
                </a:lnTo>
                <a:lnTo>
                  <a:pt x="1788" y="282"/>
                </a:lnTo>
                <a:lnTo>
                  <a:pt x="1789" y="278"/>
                </a:lnTo>
                <a:lnTo>
                  <a:pt x="1790" y="276"/>
                </a:lnTo>
                <a:lnTo>
                  <a:pt x="1790" y="274"/>
                </a:lnTo>
                <a:lnTo>
                  <a:pt x="1791" y="274"/>
                </a:lnTo>
                <a:lnTo>
                  <a:pt x="1792" y="275"/>
                </a:lnTo>
                <a:lnTo>
                  <a:pt x="1793" y="275"/>
                </a:lnTo>
                <a:lnTo>
                  <a:pt x="1794" y="275"/>
                </a:lnTo>
                <a:lnTo>
                  <a:pt x="1795" y="275"/>
                </a:lnTo>
                <a:lnTo>
                  <a:pt x="1797" y="274"/>
                </a:lnTo>
                <a:lnTo>
                  <a:pt x="1799" y="275"/>
                </a:lnTo>
                <a:lnTo>
                  <a:pt x="1801" y="276"/>
                </a:lnTo>
                <a:lnTo>
                  <a:pt x="1802" y="276"/>
                </a:lnTo>
                <a:lnTo>
                  <a:pt x="1804" y="275"/>
                </a:lnTo>
                <a:lnTo>
                  <a:pt x="1806" y="274"/>
                </a:lnTo>
                <a:lnTo>
                  <a:pt x="1807" y="274"/>
                </a:lnTo>
                <a:lnTo>
                  <a:pt x="1808" y="275"/>
                </a:lnTo>
                <a:lnTo>
                  <a:pt x="1810" y="278"/>
                </a:lnTo>
                <a:lnTo>
                  <a:pt x="1811" y="279"/>
                </a:lnTo>
                <a:lnTo>
                  <a:pt x="1814" y="280"/>
                </a:lnTo>
                <a:lnTo>
                  <a:pt x="1814" y="281"/>
                </a:lnTo>
                <a:lnTo>
                  <a:pt x="1815" y="283"/>
                </a:lnTo>
                <a:lnTo>
                  <a:pt x="1815" y="285"/>
                </a:lnTo>
                <a:lnTo>
                  <a:pt x="1815" y="286"/>
                </a:lnTo>
                <a:lnTo>
                  <a:pt x="1816" y="287"/>
                </a:lnTo>
                <a:lnTo>
                  <a:pt x="1817" y="287"/>
                </a:lnTo>
                <a:lnTo>
                  <a:pt x="1817" y="288"/>
                </a:lnTo>
                <a:lnTo>
                  <a:pt x="1818" y="289"/>
                </a:lnTo>
                <a:lnTo>
                  <a:pt x="1820" y="290"/>
                </a:lnTo>
                <a:lnTo>
                  <a:pt x="1823" y="291"/>
                </a:lnTo>
                <a:lnTo>
                  <a:pt x="1825" y="291"/>
                </a:lnTo>
                <a:lnTo>
                  <a:pt x="1827" y="291"/>
                </a:lnTo>
                <a:lnTo>
                  <a:pt x="1827" y="292"/>
                </a:lnTo>
                <a:lnTo>
                  <a:pt x="1828" y="293"/>
                </a:lnTo>
                <a:lnTo>
                  <a:pt x="1829" y="293"/>
                </a:lnTo>
                <a:lnTo>
                  <a:pt x="1830" y="293"/>
                </a:lnTo>
                <a:lnTo>
                  <a:pt x="1831" y="293"/>
                </a:lnTo>
                <a:lnTo>
                  <a:pt x="1832" y="293"/>
                </a:lnTo>
                <a:lnTo>
                  <a:pt x="1833" y="293"/>
                </a:lnTo>
                <a:lnTo>
                  <a:pt x="1834" y="293"/>
                </a:lnTo>
                <a:lnTo>
                  <a:pt x="1834" y="294"/>
                </a:lnTo>
                <a:lnTo>
                  <a:pt x="1834" y="295"/>
                </a:lnTo>
                <a:lnTo>
                  <a:pt x="1835" y="296"/>
                </a:lnTo>
                <a:lnTo>
                  <a:pt x="1836" y="298"/>
                </a:lnTo>
                <a:lnTo>
                  <a:pt x="1837" y="300"/>
                </a:lnTo>
                <a:lnTo>
                  <a:pt x="1837" y="302"/>
                </a:lnTo>
                <a:lnTo>
                  <a:pt x="1838" y="304"/>
                </a:lnTo>
                <a:lnTo>
                  <a:pt x="1839" y="305"/>
                </a:lnTo>
                <a:lnTo>
                  <a:pt x="1839" y="306"/>
                </a:lnTo>
                <a:lnTo>
                  <a:pt x="1840" y="306"/>
                </a:lnTo>
                <a:lnTo>
                  <a:pt x="1842" y="305"/>
                </a:lnTo>
                <a:lnTo>
                  <a:pt x="1844" y="305"/>
                </a:lnTo>
                <a:lnTo>
                  <a:pt x="1846" y="305"/>
                </a:lnTo>
                <a:lnTo>
                  <a:pt x="1846" y="306"/>
                </a:lnTo>
                <a:lnTo>
                  <a:pt x="1846" y="307"/>
                </a:lnTo>
                <a:lnTo>
                  <a:pt x="1847" y="308"/>
                </a:lnTo>
                <a:lnTo>
                  <a:pt x="1847" y="309"/>
                </a:lnTo>
                <a:lnTo>
                  <a:pt x="1848" y="310"/>
                </a:lnTo>
                <a:lnTo>
                  <a:pt x="1848" y="311"/>
                </a:lnTo>
                <a:lnTo>
                  <a:pt x="1850" y="311"/>
                </a:lnTo>
                <a:lnTo>
                  <a:pt x="1851" y="311"/>
                </a:lnTo>
                <a:lnTo>
                  <a:pt x="1851" y="312"/>
                </a:lnTo>
                <a:lnTo>
                  <a:pt x="1852" y="313"/>
                </a:lnTo>
                <a:lnTo>
                  <a:pt x="1853" y="315"/>
                </a:lnTo>
                <a:lnTo>
                  <a:pt x="1853" y="316"/>
                </a:lnTo>
                <a:lnTo>
                  <a:pt x="1854" y="317"/>
                </a:lnTo>
                <a:lnTo>
                  <a:pt x="1855" y="318"/>
                </a:lnTo>
                <a:lnTo>
                  <a:pt x="1857" y="318"/>
                </a:lnTo>
                <a:lnTo>
                  <a:pt x="1858" y="318"/>
                </a:lnTo>
                <a:lnTo>
                  <a:pt x="1858" y="319"/>
                </a:lnTo>
                <a:lnTo>
                  <a:pt x="1858" y="320"/>
                </a:lnTo>
                <a:lnTo>
                  <a:pt x="1857" y="321"/>
                </a:lnTo>
                <a:lnTo>
                  <a:pt x="1857" y="322"/>
                </a:lnTo>
                <a:lnTo>
                  <a:pt x="1859" y="323"/>
                </a:lnTo>
                <a:lnTo>
                  <a:pt x="1860" y="323"/>
                </a:lnTo>
                <a:lnTo>
                  <a:pt x="1861" y="324"/>
                </a:lnTo>
                <a:lnTo>
                  <a:pt x="1863" y="326"/>
                </a:lnTo>
                <a:lnTo>
                  <a:pt x="1865" y="327"/>
                </a:lnTo>
                <a:lnTo>
                  <a:pt x="1866" y="328"/>
                </a:lnTo>
                <a:lnTo>
                  <a:pt x="1867" y="328"/>
                </a:lnTo>
                <a:lnTo>
                  <a:pt x="1869" y="329"/>
                </a:lnTo>
                <a:lnTo>
                  <a:pt x="1873" y="331"/>
                </a:lnTo>
                <a:lnTo>
                  <a:pt x="1873" y="332"/>
                </a:lnTo>
                <a:lnTo>
                  <a:pt x="1873" y="333"/>
                </a:lnTo>
                <a:lnTo>
                  <a:pt x="1873" y="334"/>
                </a:lnTo>
                <a:lnTo>
                  <a:pt x="1873" y="335"/>
                </a:lnTo>
                <a:lnTo>
                  <a:pt x="1873" y="336"/>
                </a:lnTo>
                <a:lnTo>
                  <a:pt x="1874" y="336"/>
                </a:lnTo>
                <a:lnTo>
                  <a:pt x="1875" y="335"/>
                </a:lnTo>
                <a:lnTo>
                  <a:pt x="1876" y="334"/>
                </a:lnTo>
                <a:lnTo>
                  <a:pt x="1878" y="334"/>
                </a:lnTo>
                <a:lnTo>
                  <a:pt x="1879" y="334"/>
                </a:lnTo>
                <a:lnTo>
                  <a:pt x="1880" y="334"/>
                </a:lnTo>
                <a:lnTo>
                  <a:pt x="1883" y="336"/>
                </a:lnTo>
                <a:lnTo>
                  <a:pt x="1884" y="336"/>
                </a:lnTo>
                <a:lnTo>
                  <a:pt x="1885" y="337"/>
                </a:lnTo>
                <a:lnTo>
                  <a:pt x="1886" y="338"/>
                </a:lnTo>
                <a:lnTo>
                  <a:pt x="1888" y="340"/>
                </a:lnTo>
                <a:lnTo>
                  <a:pt x="1890" y="341"/>
                </a:lnTo>
                <a:lnTo>
                  <a:pt x="1891" y="342"/>
                </a:lnTo>
                <a:lnTo>
                  <a:pt x="1892" y="343"/>
                </a:lnTo>
                <a:lnTo>
                  <a:pt x="1893" y="344"/>
                </a:lnTo>
                <a:lnTo>
                  <a:pt x="1895" y="344"/>
                </a:lnTo>
                <a:lnTo>
                  <a:pt x="1896" y="345"/>
                </a:lnTo>
                <a:lnTo>
                  <a:pt x="1896" y="347"/>
                </a:lnTo>
                <a:lnTo>
                  <a:pt x="1897" y="347"/>
                </a:lnTo>
                <a:lnTo>
                  <a:pt x="1898" y="348"/>
                </a:lnTo>
                <a:lnTo>
                  <a:pt x="1899" y="347"/>
                </a:lnTo>
                <a:lnTo>
                  <a:pt x="1900" y="348"/>
                </a:lnTo>
                <a:lnTo>
                  <a:pt x="1900" y="350"/>
                </a:lnTo>
                <a:lnTo>
                  <a:pt x="1901" y="351"/>
                </a:lnTo>
                <a:lnTo>
                  <a:pt x="1901" y="352"/>
                </a:lnTo>
                <a:lnTo>
                  <a:pt x="1902" y="351"/>
                </a:lnTo>
                <a:lnTo>
                  <a:pt x="1903" y="350"/>
                </a:lnTo>
                <a:lnTo>
                  <a:pt x="1905" y="349"/>
                </a:lnTo>
                <a:lnTo>
                  <a:pt x="1906" y="348"/>
                </a:lnTo>
                <a:lnTo>
                  <a:pt x="1907" y="349"/>
                </a:lnTo>
                <a:lnTo>
                  <a:pt x="1908" y="349"/>
                </a:lnTo>
                <a:lnTo>
                  <a:pt x="1909" y="350"/>
                </a:lnTo>
                <a:lnTo>
                  <a:pt x="1911" y="350"/>
                </a:lnTo>
                <a:lnTo>
                  <a:pt x="1912" y="349"/>
                </a:lnTo>
                <a:lnTo>
                  <a:pt x="1913" y="349"/>
                </a:lnTo>
                <a:lnTo>
                  <a:pt x="1913" y="350"/>
                </a:lnTo>
                <a:lnTo>
                  <a:pt x="1914" y="350"/>
                </a:lnTo>
                <a:lnTo>
                  <a:pt x="1916" y="352"/>
                </a:lnTo>
                <a:lnTo>
                  <a:pt x="1920" y="355"/>
                </a:lnTo>
                <a:lnTo>
                  <a:pt x="1925" y="357"/>
                </a:lnTo>
                <a:lnTo>
                  <a:pt x="1930" y="357"/>
                </a:lnTo>
                <a:lnTo>
                  <a:pt x="1933" y="356"/>
                </a:lnTo>
                <a:lnTo>
                  <a:pt x="1937" y="354"/>
                </a:lnTo>
                <a:lnTo>
                  <a:pt x="1940" y="352"/>
                </a:lnTo>
                <a:lnTo>
                  <a:pt x="1941" y="353"/>
                </a:lnTo>
                <a:lnTo>
                  <a:pt x="1943" y="353"/>
                </a:lnTo>
                <a:lnTo>
                  <a:pt x="1946" y="354"/>
                </a:lnTo>
                <a:lnTo>
                  <a:pt x="1946" y="355"/>
                </a:lnTo>
                <a:lnTo>
                  <a:pt x="1947" y="355"/>
                </a:lnTo>
                <a:lnTo>
                  <a:pt x="1950" y="355"/>
                </a:lnTo>
                <a:lnTo>
                  <a:pt x="1952" y="356"/>
                </a:lnTo>
                <a:lnTo>
                  <a:pt x="1953" y="357"/>
                </a:lnTo>
                <a:lnTo>
                  <a:pt x="1955" y="357"/>
                </a:lnTo>
                <a:lnTo>
                  <a:pt x="1957" y="357"/>
                </a:lnTo>
                <a:lnTo>
                  <a:pt x="1959" y="356"/>
                </a:lnTo>
                <a:lnTo>
                  <a:pt x="1960" y="356"/>
                </a:lnTo>
                <a:lnTo>
                  <a:pt x="1960" y="358"/>
                </a:lnTo>
                <a:lnTo>
                  <a:pt x="1961" y="358"/>
                </a:lnTo>
                <a:lnTo>
                  <a:pt x="1961" y="359"/>
                </a:lnTo>
                <a:lnTo>
                  <a:pt x="1962" y="359"/>
                </a:lnTo>
                <a:lnTo>
                  <a:pt x="1965" y="359"/>
                </a:lnTo>
                <a:lnTo>
                  <a:pt x="1967" y="359"/>
                </a:lnTo>
                <a:lnTo>
                  <a:pt x="1971" y="358"/>
                </a:lnTo>
                <a:lnTo>
                  <a:pt x="1972" y="358"/>
                </a:lnTo>
                <a:lnTo>
                  <a:pt x="1974" y="359"/>
                </a:lnTo>
                <a:lnTo>
                  <a:pt x="1975" y="359"/>
                </a:lnTo>
                <a:lnTo>
                  <a:pt x="1975" y="360"/>
                </a:lnTo>
                <a:lnTo>
                  <a:pt x="1976" y="362"/>
                </a:lnTo>
                <a:lnTo>
                  <a:pt x="1977" y="363"/>
                </a:lnTo>
                <a:lnTo>
                  <a:pt x="1979" y="364"/>
                </a:lnTo>
                <a:lnTo>
                  <a:pt x="1981" y="367"/>
                </a:lnTo>
                <a:lnTo>
                  <a:pt x="1982" y="368"/>
                </a:lnTo>
                <a:lnTo>
                  <a:pt x="1985" y="367"/>
                </a:lnTo>
                <a:lnTo>
                  <a:pt x="1988" y="366"/>
                </a:lnTo>
                <a:lnTo>
                  <a:pt x="1990" y="365"/>
                </a:lnTo>
                <a:lnTo>
                  <a:pt x="1994" y="365"/>
                </a:lnTo>
                <a:lnTo>
                  <a:pt x="1996" y="366"/>
                </a:lnTo>
                <a:lnTo>
                  <a:pt x="1999" y="367"/>
                </a:lnTo>
                <a:lnTo>
                  <a:pt x="2000" y="367"/>
                </a:lnTo>
                <a:lnTo>
                  <a:pt x="2002" y="366"/>
                </a:lnTo>
                <a:lnTo>
                  <a:pt x="2003" y="366"/>
                </a:lnTo>
                <a:lnTo>
                  <a:pt x="2004" y="367"/>
                </a:lnTo>
                <a:lnTo>
                  <a:pt x="2005" y="367"/>
                </a:lnTo>
                <a:lnTo>
                  <a:pt x="2006" y="366"/>
                </a:lnTo>
                <a:lnTo>
                  <a:pt x="2007" y="366"/>
                </a:lnTo>
                <a:lnTo>
                  <a:pt x="2012" y="366"/>
                </a:lnTo>
                <a:lnTo>
                  <a:pt x="2016" y="367"/>
                </a:lnTo>
                <a:lnTo>
                  <a:pt x="2016" y="368"/>
                </a:lnTo>
                <a:lnTo>
                  <a:pt x="2017" y="371"/>
                </a:lnTo>
                <a:lnTo>
                  <a:pt x="2018" y="373"/>
                </a:lnTo>
                <a:lnTo>
                  <a:pt x="2021" y="376"/>
                </a:lnTo>
                <a:lnTo>
                  <a:pt x="2023" y="377"/>
                </a:lnTo>
                <a:lnTo>
                  <a:pt x="2026" y="379"/>
                </a:lnTo>
                <a:lnTo>
                  <a:pt x="2027" y="380"/>
                </a:lnTo>
                <a:lnTo>
                  <a:pt x="2028" y="381"/>
                </a:lnTo>
                <a:lnTo>
                  <a:pt x="2027" y="383"/>
                </a:lnTo>
                <a:lnTo>
                  <a:pt x="2028" y="385"/>
                </a:lnTo>
                <a:lnTo>
                  <a:pt x="2029" y="387"/>
                </a:lnTo>
                <a:lnTo>
                  <a:pt x="2032" y="394"/>
                </a:lnTo>
                <a:lnTo>
                  <a:pt x="2034" y="396"/>
                </a:lnTo>
                <a:lnTo>
                  <a:pt x="2034" y="399"/>
                </a:lnTo>
                <a:lnTo>
                  <a:pt x="2035" y="402"/>
                </a:lnTo>
                <a:lnTo>
                  <a:pt x="2036" y="402"/>
                </a:lnTo>
                <a:lnTo>
                  <a:pt x="2037" y="402"/>
                </a:lnTo>
                <a:lnTo>
                  <a:pt x="2042" y="399"/>
                </a:lnTo>
                <a:lnTo>
                  <a:pt x="2042" y="396"/>
                </a:lnTo>
                <a:lnTo>
                  <a:pt x="2043" y="395"/>
                </a:lnTo>
                <a:lnTo>
                  <a:pt x="2044" y="393"/>
                </a:lnTo>
                <a:lnTo>
                  <a:pt x="2046" y="392"/>
                </a:lnTo>
                <a:lnTo>
                  <a:pt x="2047" y="391"/>
                </a:lnTo>
                <a:lnTo>
                  <a:pt x="2049" y="391"/>
                </a:lnTo>
                <a:lnTo>
                  <a:pt x="2051" y="391"/>
                </a:lnTo>
                <a:lnTo>
                  <a:pt x="2053" y="391"/>
                </a:lnTo>
                <a:lnTo>
                  <a:pt x="2056" y="392"/>
                </a:lnTo>
                <a:lnTo>
                  <a:pt x="2057" y="391"/>
                </a:lnTo>
                <a:lnTo>
                  <a:pt x="2059" y="390"/>
                </a:lnTo>
                <a:lnTo>
                  <a:pt x="2059" y="389"/>
                </a:lnTo>
                <a:lnTo>
                  <a:pt x="2061" y="387"/>
                </a:lnTo>
                <a:lnTo>
                  <a:pt x="2064" y="385"/>
                </a:lnTo>
                <a:lnTo>
                  <a:pt x="2067" y="383"/>
                </a:lnTo>
                <a:lnTo>
                  <a:pt x="2069" y="382"/>
                </a:lnTo>
                <a:lnTo>
                  <a:pt x="2071" y="382"/>
                </a:lnTo>
                <a:lnTo>
                  <a:pt x="2073" y="382"/>
                </a:lnTo>
                <a:lnTo>
                  <a:pt x="2075" y="380"/>
                </a:lnTo>
                <a:lnTo>
                  <a:pt x="2077" y="376"/>
                </a:lnTo>
                <a:lnTo>
                  <a:pt x="2078" y="376"/>
                </a:lnTo>
                <a:lnTo>
                  <a:pt x="2080" y="373"/>
                </a:lnTo>
                <a:lnTo>
                  <a:pt x="2081" y="372"/>
                </a:lnTo>
                <a:lnTo>
                  <a:pt x="2082" y="371"/>
                </a:lnTo>
                <a:lnTo>
                  <a:pt x="2085" y="371"/>
                </a:lnTo>
                <a:lnTo>
                  <a:pt x="2088" y="372"/>
                </a:lnTo>
                <a:lnTo>
                  <a:pt x="2089" y="372"/>
                </a:lnTo>
                <a:lnTo>
                  <a:pt x="2090" y="372"/>
                </a:lnTo>
                <a:lnTo>
                  <a:pt x="2090" y="370"/>
                </a:lnTo>
                <a:lnTo>
                  <a:pt x="2091" y="370"/>
                </a:lnTo>
                <a:lnTo>
                  <a:pt x="2093" y="372"/>
                </a:lnTo>
                <a:lnTo>
                  <a:pt x="2094" y="374"/>
                </a:lnTo>
                <a:lnTo>
                  <a:pt x="2095" y="375"/>
                </a:lnTo>
                <a:lnTo>
                  <a:pt x="2096" y="376"/>
                </a:lnTo>
                <a:lnTo>
                  <a:pt x="2097" y="376"/>
                </a:lnTo>
                <a:lnTo>
                  <a:pt x="2099" y="376"/>
                </a:lnTo>
                <a:lnTo>
                  <a:pt x="2101" y="375"/>
                </a:lnTo>
                <a:lnTo>
                  <a:pt x="2102" y="375"/>
                </a:lnTo>
                <a:lnTo>
                  <a:pt x="2102" y="376"/>
                </a:lnTo>
                <a:lnTo>
                  <a:pt x="2103" y="376"/>
                </a:lnTo>
                <a:lnTo>
                  <a:pt x="2104" y="377"/>
                </a:lnTo>
                <a:lnTo>
                  <a:pt x="2106" y="377"/>
                </a:lnTo>
                <a:lnTo>
                  <a:pt x="2108" y="376"/>
                </a:lnTo>
                <a:lnTo>
                  <a:pt x="2111" y="376"/>
                </a:lnTo>
                <a:lnTo>
                  <a:pt x="2114" y="376"/>
                </a:lnTo>
                <a:lnTo>
                  <a:pt x="2115" y="376"/>
                </a:lnTo>
                <a:lnTo>
                  <a:pt x="2116" y="376"/>
                </a:lnTo>
                <a:lnTo>
                  <a:pt x="2118" y="378"/>
                </a:lnTo>
                <a:lnTo>
                  <a:pt x="2121" y="379"/>
                </a:lnTo>
                <a:lnTo>
                  <a:pt x="2124" y="379"/>
                </a:lnTo>
                <a:lnTo>
                  <a:pt x="2126" y="380"/>
                </a:lnTo>
                <a:lnTo>
                  <a:pt x="2127" y="379"/>
                </a:lnTo>
                <a:lnTo>
                  <a:pt x="2127" y="378"/>
                </a:lnTo>
                <a:lnTo>
                  <a:pt x="2128" y="373"/>
                </a:lnTo>
                <a:lnTo>
                  <a:pt x="2128" y="372"/>
                </a:lnTo>
                <a:lnTo>
                  <a:pt x="2130" y="368"/>
                </a:lnTo>
                <a:lnTo>
                  <a:pt x="2133" y="366"/>
                </a:lnTo>
                <a:lnTo>
                  <a:pt x="2135" y="364"/>
                </a:lnTo>
                <a:lnTo>
                  <a:pt x="2136" y="363"/>
                </a:lnTo>
                <a:lnTo>
                  <a:pt x="2141" y="358"/>
                </a:lnTo>
                <a:lnTo>
                  <a:pt x="2146" y="354"/>
                </a:lnTo>
                <a:lnTo>
                  <a:pt x="2149" y="351"/>
                </a:lnTo>
                <a:lnTo>
                  <a:pt x="2150" y="350"/>
                </a:lnTo>
                <a:lnTo>
                  <a:pt x="2153" y="348"/>
                </a:lnTo>
                <a:lnTo>
                  <a:pt x="2154" y="347"/>
                </a:lnTo>
                <a:lnTo>
                  <a:pt x="2155" y="346"/>
                </a:lnTo>
                <a:lnTo>
                  <a:pt x="2155" y="344"/>
                </a:lnTo>
                <a:lnTo>
                  <a:pt x="2155" y="342"/>
                </a:lnTo>
                <a:lnTo>
                  <a:pt x="2156" y="341"/>
                </a:lnTo>
                <a:lnTo>
                  <a:pt x="2156" y="340"/>
                </a:lnTo>
                <a:lnTo>
                  <a:pt x="2157" y="339"/>
                </a:lnTo>
                <a:lnTo>
                  <a:pt x="2157" y="337"/>
                </a:lnTo>
                <a:lnTo>
                  <a:pt x="2157" y="335"/>
                </a:lnTo>
                <a:lnTo>
                  <a:pt x="2156" y="333"/>
                </a:lnTo>
                <a:lnTo>
                  <a:pt x="2155" y="332"/>
                </a:lnTo>
                <a:lnTo>
                  <a:pt x="2155" y="331"/>
                </a:lnTo>
                <a:lnTo>
                  <a:pt x="2155" y="330"/>
                </a:lnTo>
                <a:lnTo>
                  <a:pt x="2155" y="329"/>
                </a:lnTo>
                <a:lnTo>
                  <a:pt x="2156" y="328"/>
                </a:lnTo>
                <a:lnTo>
                  <a:pt x="2156" y="327"/>
                </a:lnTo>
                <a:lnTo>
                  <a:pt x="2157" y="326"/>
                </a:lnTo>
                <a:lnTo>
                  <a:pt x="2158" y="325"/>
                </a:lnTo>
                <a:lnTo>
                  <a:pt x="2158" y="324"/>
                </a:lnTo>
                <a:lnTo>
                  <a:pt x="2159" y="322"/>
                </a:lnTo>
                <a:lnTo>
                  <a:pt x="2160" y="321"/>
                </a:lnTo>
                <a:lnTo>
                  <a:pt x="2161" y="320"/>
                </a:lnTo>
                <a:lnTo>
                  <a:pt x="2161" y="319"/>
                </a:lnTo>
                <a:lnTo>
                  <a:pt x="2161" y="317"/>
                </a:lnTo>
                <a:lnTo>
                  <a:pt x="2161" y="312"/>
                </a:lnTo>
                <a:lnTo>
                  <a:pt x="2161" y="309"/>
                </a:lnTo>
                <a:lnTo>
                  <a:pt x="2162" y="307"/>
                </a:lnTo>
                <a:lnTo>
                  <a:pt x="2161" y="306"/>
                </a:lnTo>
                <a:lnTo>
                  <a:pt x="2161" y="305"/>
                </a:lnTo>
                <a:lnTo>
                  <a:pt x="2160" y="305"/>
                </a:lnTo>
                <a:lnTo>
                  <a:pt x="2160" y="304"/>
                </a:lnTo>
                <a:lnTo>
                  <a:pt x="2158" y="302"/>
                </a:lnTo>
                <a:lnTo>
                  <a:pt x="2157" y="300"/>
                </a:lnTo>
                <a:lnTo>
                  <a:pt x="2156" y="297"/>
                </a:lnTo>
                <a:lnTo>
                  <a:pt x="2156" y="296"/>
                </a:lnTo>
                <a:lnTo>
                  <a:pt x="2156" y="295"/>
                </a:lnTo>
                <a:lnTo>
                  <a:pt x="2156" y="293"/>
                </a:lnTo>
                <a:lnTo>
                  <a:pt x="2155" y="293"/>
                </a:lnTo>
                <a:lnTo>
                  <a:pt x="2154" y="292"/>
                </a:lnTo>
                <a:lnTo>
                  <a:pt x="2155" y="291"/>
                </a:lnTo>
                <a:lnTo>
                  <a:pt x="2154" y="291"/>
                </a:lnTo>
                <a:lnTo>
                  <a:pt x="2155" y="289"/>
                </a:lnTo>
                <a:lnTo>
                  <a:pt x="2156" y="285"/>
                </a:lnTo>
                <a:lnTo>
                  <a:pt x="2156" y="284"/>
                </a:lnTo>
                <a:lnTo>
                  <a:pt x="2157" y="279"/>
                </a:lnTo>
                <a:lnTo>
                  <a:pt x="2157" y="274"/>
                </a:lnTo>
                <a:lnTo>
                  <a:pt x="2158" y="270"/>
                </a:lnTo>
                <a:lnTo>
                  <a:pt x="2158" y="266"/>
                </a:lnTo>
                <a:lnTo>
                  <a:pt x="2162" y="226"/>
                </a:lnTo>
                <a:lnTo>
                  <a:pt x="2164" y="202"/>
                </a:lnTo>
                <a:lnTo>
                  <a:pt x="2164" y="201"/>
                </a:lnTo>
                <a:lnTo>
                  <a:pt x="2164" y="198"/>
                </a:lnTo>
                <a:lnTo>
                  <a:pt x="2164" y="195"/>
                </a:lnTo>
                <a:lnTo>
                  <a:pt x="2164" y="194"/>
                </a:lnTo>
                <a:lnTo>
                  <a:pt x="2164" y="193"/>
                </a:lnTo>
                <a:lnTo>
                  <a:pt x="2164" y="192"/>
                </a:lnTo>
                <a:lnTo>
                  <a:pt x="2164" y="191"/>
                </a:lnTo>
                <a:lnTo>
                  <a:pt x="2165" y="190"/>
                </a:lnTo>
                <a:lnTo>
                  <a:pt x="2165" y="188"/>
                </a:lnTo>
                <a:lnTo>
                  <a:pt x="2165" y="187"/>
                </a:lnTo>
                <a:lnTo>
                  <a:pt x="2164" y="186"/>
                </a:lnTo>
                <a:lnTo>
                  <a:pt x="2163" y="186"/>
                </a:lnTo>
                <a:lnTo>
                  <a:pt x="2163" y="185"/>
                </a:lnTo>
                <a:lnTo>
                  <a:pt x="2164" y="185"/>
                </a:lnTo>
                <a:lnTo>
                  <a:pt x="2164" y="184"/>
                </a:lnTo>
                <a:lnTo>
                  <a:pt x="2165" y="183"/>
                </a:lnTo>
                <a:lnTo>
                  <a:pt x="2165" y="182"/>
                </a:lnTo>
                <a:lnTo>
                  <a:pt x="2165" y="181"/>
                </a:lnTo>
                <a:lnTo>
                  <a:pt x="2166" y="181"/>
                </a:lnTo>
                <a:lnTo>
                  <a:pt x="2166" y="180"/>
                </a:lnTo>
                <a:lnTo>
                  <a:pt x="2167" y="180"/>
                </a:lnTo>
                <a:lnTo>
                  <a:pt x="2167" y="178"/>
                </a:lnTo>
                <a:lnTo>
                  <a:pt x="2167" y="177"/>
                </a:lnTo>
                <a:lnTo>
                  <a:pt x="2167" y="176"/>
                </a:lnTo>
                <a:lnTo>
                  <a:pt x="2168" y="176"/>
                </a:lnTo>
                <a:lnTo>
                  <a:pt x="2168" y="175"/>
                </a:lnTo>
                <a:lnTo>
                  <a:pt x="2168" y="174"/>
                </a:lnTo>
                <a:lnTo>
                  <a:pt x="2168" y="173"/>
                </a:lnTo>
                <a:lnTo>
                  <a:pt x="2169" y="173"/>
                </a:lnTo>
                <a:lnTo>
                  <a:pt x="2169" y="172"/>
                </a:lnTo>
                <a:lnTo>
                  <a:pt x="2169" y="171"/>
                </a:lnTo>
                <a:lnTo>
                  <a:pt x="2169" y="170"/>
                </a:lnTo>
                <a:lnTo>
                  <a:pt x="2170" y="170"/>
                </a:lnTo>
                <a:lnTo>
                  <a:pt x="2171" y="170"/>
                </a:lnTo>
                <a:lnTo>
                  <a:pt x="2171" y="169"/>
                </a:lnTo>
                <a:lnTo>
                  <a:pt x="2170" y="169"/>
                </a:lnTo>
                <a:lnTo>
                  <a:pt x="2170" y="168"/>
                </a:lnTo>
                <a:lnTo>
                  <a:pt x="2170" y="167"/>
                </a:lnTo>
                <a:lnTo>
                  <a:pt x="2171" y="167"/>
                </a:lnTo>
                <a:lnTo>
                  <a:pt x="2171" y="166"/>
                </a:lnTo>
                <a:lnTo>
                  <a:pt x="2172" y="166"/>
                </a:lnTo>
                <a:lnTo>
                  <a:pt x="2172" y="165"/>
                </a:lnTo>
                <a:lnTo>
                  <a:pt x="2173" y="165"/>
                </a:lnTo>
                <a:lnTo>
                  <a:pt x="2173" y="164"/>
                </a:lnTo>
                <a:lnTo>
                  <a:pt x="2173" y="163"/>
                </a:lnTo>
                <a:lnTo>
                  <a:pt x="2174" y="161"/>
                </a:lnTo>
                <a:lnTo>
                  <a:pt x="2174" y="160"/>
                </a:lnTo>
                <a:lnTo>
                  <a:pt x="2175" y="160"/>
                </a:lnTo>
                <a:lnTo>
                  <a:pt x="2176" y="159"/>
                </a:lnTo>
                <a:lnTo>
                  <a:pt x="2176" y="158"/>
                </a:lnTo>
                <a:lnTo>
                  <a:pt x="2177" y="158"/>
                </a:lnTo>
                <a:lnTo>
                  <a:pt x="2177" y="157"/>
                </a:lnTo>
                <a:lnTo>
                  <a:pt x="2178" y="155"/>
                </a:lnTo>
                <a:lnTo>
                  <a:pt x="2178" y="154"/>
                </a:lnTo>
                <a:lnTo>
                  <a:pt x="2179" y="153"/>
                </a:lnTo>
                <a:lnTo>
                  <a:pt x="2180" y="152"/>
                </a:lnTo>
                <a:lnTo>
                  <a:pt x="2181" y="152"/>
                </a:lnTo>
                <a:lnTo>
                  <a:pt x="2182" y="151"/>
                </a:lnTo>
                <a:lnTo>
                  <a:pt x="2183" y="151"/>
                </a:lnTo>
                <a:lnTo>
                  <a:pt x="2183" y="152"/>
                </a:lnTo>
                <a:lnTo>
                  <a:pt x="2184" y="152"/>
                </a:lnTo>
                <a:lnTo>
                  <a:pt x="2184" y="151"/>
                </a:lnTo>
                <a:lnTo>
                  <a:pt x="2184" y="150"/>
                </a:lnTo>
                <a:lnTo>
                  <a:pt x="2185" y="149"/>
                </a:lnTo>
                <a:lnTo>
                  <a:pt x="2186" y="148"/>
                </a:lnTo>
                <a:lnTo>
                  <a:pt x="2187" y="147"/>
                </a:lnTo>
                <a:lnTo>
                  <a:pt x="2188" y="146"/>
                </a:lnTo>
                <a:lnTo>
                  <a:pt x="2189" y="145"/>
                </a:lnTo>
                <a:lnTo>
                  <a:pt x="2190" y="145"/>
                </a:lnTo>
                <a:lnTo>
                  <a:pt x="2191" y="144"/>
                </a:lnTo>
                <a:lnTo>
                  <a:pt x="2191" y="143"/>
                </a:lnTo>
                <a:lnTo>
                  <a:pt x="2192" y="143"/>
                </a:lnTo>
                <a:lnTo>
                  <a:pt x="2192" y="142"/>
                </a:lnTo>
                <a:lnTo>
                  <a:pt x="2193" y="141"/>
                </a:lnTo>
                <a:lnTo>
                  <a:pt x="2193" y="140"/>
                </a:lnTo>
                <a:lnTo>
                  <a:pt x="2195" y="139"/>
                </a:lnTo>
                <a:lnTo>
                  <a:pt x="2195" y="138"/>
                </a:lnTo>
                <a:lnTo>
                  <a:pt x="2195" y="137"/>
                </a:lnTo>
                <a:lnTo>
                  <a:pt x="2196" y="136"/>
                </a:lnTo>
                <a:lnTo>
                  <a:pt x="2196" y="135"/>
                </a:lnTo>
                <a:lnTo>
                  <a:pt x="2197" y="134"/>
                </a:lnTo>
                <a:lnTo>
                  <a:pt x="2197" y="133"/>
                </a:lnTo>
                <a:lnTo>
                  <a:pt x="2197" y="132"/>
                </a:lnTo>
                <a:lnTo>
                  <a:pt x="2198" y="131"/>
                </a:lnTo>
                <a:lnTo>
                  <a:pt x="2198" y="130"/>
                </a:lnTo>
                <a:lnTo>
                  <a:pt x="2198" y="129"/>
                </a:lnTo>
                <a:lnTo>
                  <a:pt x="2200" y="126"/>
                </a:lnTo>
                <a:lnTo>
                  <a:pt x="2202" y="125"/>
                </a:lnTo>
                <a:lnTo>
                  <a:pt x="2202" y="124"/>
                </a:lnTo>
                <a:lnTo>
                  <a:pt x="2202" y="123"/>
                </a:lnTo>
                <a:lnTo>
                  <a:pt x="2203" y="123"/>
                </a:lnTo>
                <a:lnTo>
                  <a:pt x="2205" y="121"/>
                </a:lnTo>
                <a:lnTo>
                  <a:pt x="2207" y="119"/>
                </a:lnTo>
                <a:lnTo>
                  <a:pt x="2208" y="118"/>
                </a:lnTo>
                <a:lnTo>
                  <a:pt x="2209" y="117"/>
                </a:lnTo>
                <a:lnTo>
                  <a:pt x="2211" y="116"/>
                </a:lnTo>
                <a:lnTo>
                  <a:pt x="2213" y="115"/>
                </a:lnTo>
                <a:lnTo>
                  <a:pt x="2214" y="115"/>
                </a:lnTo>
                <a:lnTo>
                  <a:pt x="2214" y="114"/>
                </a:lnTo>
                <a:lnTo>
                  <a:pt x="2215" y="114"/>
                </a:lnTo>
                <a:lnTo>
                  <a:pt x="2215" y="115"/>
                </a:lnTo>
                <a:lnTo>
                  <a:pt x="2217" y="114"/>
                </a:lnTo>
                <a:lnTo>
                  <a:pt x="2219" y="113"/>
                </a:lnTo>
                <a:lnTo>
                  <a:pt x="2220" y="114"/>
                </a:lnTo>
                <a:lnTo>
                  <a:pt x="2221" y="114"/>
                </a:lnTo>
                <a:lnTo>
                  <a:pt x="2223" y="114"/>
                </a:lnTo>
                <a:lnTo>
                  <a:pt x="2224" y="113"/>
                </a:lnTo>
                <a:lnTo>
                  <a:pt x="2225" y="114"/>
                </a:lnTo>
                <a:lnTo>
                  <a:pt x="2226" y="114"/>
                </a:lnTo>
                <a:lnTo>
                  <a:pt x="2227" y="114"/>
                </a:lnTo>
                <a:lnTo>
                  <a:pt x="2228" y="114"/>
                </a:lnTo>
                <a:lnTo>
                  <a:pt x="2229" y="114"/>
                </a:lnTo>
                <a:lnTo>
                  <a:pt x="2231" y="114"/>
                </a:lnTo>
                <a:lnTo>
                  <a:pt x="2232" y="114"/>
                </a:lnTo>
                <a:lnTo>
                  <a:pt x="2252" y="117"/>
                </a:lnTo>
                <a:lnTo>
                  <a:pt x="2273" y="123"/>
                </a:lnTo>
                <a:lnTo>
                  <a:pt x="2274" y="122"/>
                </a:lnTo>
                <a:lnTo>
                  <a:pt x="2275" y="122"/>
                </a:lnTo>
                <a:lnTo>
                  <a:pt x="2276" y="121"/>
                </a:lnTo>
                <a:lnTo>
                  <a:pt x="2277" y="121"/>
                </a:lnTo>
                <a:lnTo>
                  <a:pt x="2278" y="120"/>
                </a:lnTo>
                <a:lnTo>
                  <a:pt x="2279" y="119"/>
                </a:lnTo>
                <a:lnTo>
                  <a:pt x="2281" y="119"/>
                </a:lnTo>
                <a:lnTo>
                  <a:pt x="2282" y="118"/>
                </a:lnTo>
                <a:lnTo>
                  <a:pt x="2282" y="117"/>
                </a:lnTo>
                <a:lnTo>
                  <a:pt x="2283" y="116"/>
                </a:lnTo>
                <a:lnTo>
                  <a:pt x="2284" y="116"/>
                </a:lnTo>
                <a:lnTo>
                  <a:pt x="2286" y="114"/>
                </a:lnTo>
                <a:lnTo>
                  <a:pt x="2287" y="113"/>
                </a:lnTo>
                <a:lnTo>
                  <a:pt x="2288" y="114"/>
                </a:lnTo>
                <a:lnTo>
                  <a:pt x="2289" y="114"/>
                </a:lnTo>
                <a:lnTo>
                  <a:pt x="2290" y="114"/>
                </a:lnTo>
                <a:lnTo>
                  <a:pt x="2292" y="114"/>
                </a:lnTo>
                <a:lnTo>
                  <a:pt x="2293" y="114"/>
                </a:lnTo>
                <a:lnTo>
                  <a:pt x="2294" y="114"/>
                </a:lnTo>
                <a:lnTo>
                  <a:pt x="2295" y="113"/>
                </a:lnTo>
                <a:lnTo>
                  <a:pt x="2296" y="112"/>
                </a:lnTo>
                <a:lnTo>
                  <a:pt x="2296" y="113"/>
                </a:lnTo>
                <a:lnTo>
                  <a:pt x="2297" y="113"/>
                </a:lnTo>
                <a:lnTo>
                  <a:pt x="2297" y="114"/>
                </a:lnTo>
                <a:lnTo>
                  <a:pt x="2297" y="115"/>
                </a:lnTo>
                <a:lnTo>
                  <a:pt x="2297" y="116"/>
                </a:lnTo>
                <a:lnTo>
                  <a:pt x="2298" y="117"/>
                </a:lnTo>
                <a:lnTo>
                  <a:pt x="2299" y="118"/>
                </a:lnTo>
                <a:lnTo>
                  <a:pt x="2325" y="110"/>
                </a:lnTo>
                <a:lnTo>
                  <a:pt x="2326" y="110"/>
                </a:lnTo>
                <a:lnTo>
                  <a:pt x="2327" y="110"/>
                </a:lnTo>
                <a:lnTo>
                  <a:pt x="2328" y="108"/>
                </a:lnTo>
                <a:lnTo>
                  <a:pt x="2329" y="107"/>
                </a:lnTo>
                <a:lnTo>
                  <a:pt x="2329" y="105"/>
                </a:lnTo>
                <a:lnTo>
                  <a:pt x="2329" y="104"/>
                </a:lnTo>
                <a:lnTo>
                  <a:pt x="2329" y="103"/>
                </a:lnTo>
                <a:lnTo>
                  <a:pt x="2330" y="102"/>
                </a:lnTo>
                <a:lnTo>
                  <a:pt x="2331" y="101"/>
                </a:lnTo>
                <a:lnTo>
                  <a:pt x="2331" y="100"/>
                </a:lnTo>
                <a:lnTo>
                  <a:pt x="2332" y="100"/>
                </a:lnTo>
                <a:lnTo>
                  <a:pt x="2332" y="99"/>
                </a:lnTo>
                <a:lnTo>
                  <a:pt x="2333" y="99"/>
                </a:lnTo>
                <a:lnTo>
                  <a:pt x="2334" y="99"/>
                </a:lnTo>
                <a:lnTo>
                  <a:pt x="2334" y="98"/>
                </a:lnTo>
                <a:lnTo>
                  <a:pt x="2335" y="98"/>
                </a:lnTo>
                <a:lnTo>
                  <a:pt x="2335" y="96"/>
                </a:lnTo>
                <a:lnTo>
                  <a:pt x="2335" y="95"/>
                </a:lnTo>
                <a:lnTo>
                  <a:pt x="2336" y="95"/>
                </a:lnTo>
                <a:lnTo>
                  <a:pt x="2337" y="94"/>
                </a:lnTo>
                <a:lnTo>
                  <a:pt x="2338" y="94"/>
                </a:lnTo>
                <a:lnTo>
                  <a:pt x="2341" y="94"/>
                </a:lnTo>
                <a:lnTo>
                  <a:pt x="2343" y="93"/>
                </a:lnTo>
                <a:lnTo>
                  <a:pt x="2344" y="92"/>
                </a:lnTo>
                <a:lnTo>
                  <a:pt x="2346" y="90"/>
                </a:lnTo>
                <a:lnTo>
                  <a:pt x="2346" y="89"/>
                </a:lnTo>
                <a:lnTo>
                  <a:pt x="2346" y="87"/>
                </a:lnTo>
                <a:lnTo>
                  <a:pt x="2348" y="86"/>
                </a:lnTo>
                <a:lnTo>
                  <a:pt x="2351" y="85"/>
                </a:lnTo>
                <a:lnTo>
                  <a:pt x="2354" y="83"/>
                </a:lnTo>
                <a:lnTo>
                  <a:pt x="2357" y="80"/>
                </a:lnTo>
                <a:lnTo>
                  <a:pt x="2358" y="79"/>
                </a:lnTo>
                <a:lnTo>
                  <a:pt x="2359" y="78"/>
                </a:lnTo>
                <a:lnTo>
                  <a:pt x="2359" y="76"/>
                </a:lnTo>
                <a:lnTo>
                  <a:pt x="2359" y="74"/>
                </a:lnTo>
                <a:lnTo>
                  <a:pt x="2359" y="73"/>
                </a:lnTo>
                <a:lnTo>
                  <a:pt x="2358" y="71"/>
                </a:lnTo>
                <a:lnTo>
                  <a:pt x="2358" y="69"/>
                </a:lnTo>
                <a:lnTo>
                  <a:pt x="2358" y="67"/>
                </a:lnTo>
                <a:lnTo>
                  <a:pt x="2359" y="64"/>
                </a:lnTo>
                <a:lnTo>
                  <a:pt x="2359" y="63"/>
                </a:lnTo>
                <a:lnTo>
                  <a:pt x="2359" y="62"/>
                </a:lnTo>
                <a:lnTo>
                  <a:pt x="2360" y="61"/>
                </a:lnTo>
                <a:lnTo>
                  <a:pt x="2361" y="61"/>
                </a:lnTo>
                <a:lnTo>
                  <a:pt x="2365" y="59"/>
                </a:lnTo>
                <a:lnTo>
                  <a:pt x="2367" y="58"/>
                </a:lnTo>
                <a:lnTo>
                  <a:pt x="2368" y="58"/>
                </a:lnTo>
                <a:lnTo>
                  <a:pt x="2368" y="57"/>
                </a:lnTo>
                <a:lnTo>
                  <a:pt x="2368" y="56"/>
                </a:lnTo>
                <a:lnTo>
                  <a:pt x="2369" y="55"/>
                </a:lnTo>
                <a:lnTo>
                  <a:pt x="2369" y="54"/>
                </a:lnTo>
                <a:lnTo>
                  <a:pt x="2368" y="53"/>
                </a:lnTo>
                <a:lnTo>
                  <a:pt x="2368" y="52"/>
                </a:lnTo>
                <a:lnTo>
                  <a:pt x="2367" y="51"/>
                </a:lnTo>
                <a:lnTo>
                  <a:pt x="2367" y="50"/>
                </a:lnTo>
                <a:lnTo>
                  <a:pt x="2366" y="49"/>
                </a:lnTo>
                <a:lnTo>
                  <a:pt x="2365" y="47"/>
                </a:lnTo>
                <a:lnTo>
                  <a:pt x="2365" y="46"/>
                </a:lnTo>
                <a:lnTo>
                  <a:pt x="2364" y="46"/>
                </a:lnTo>
                <a:lnTo>
                  <a:pt x="2364" y="45"/>
                </a:lnTo>
                <a:lnTo>
                  <a:pt x="2363" y="45"/>
                </a:lnTo>
                <a:lnTo>
                  <a:pt x="2363" y="43"/>
                </a:lnTo>
                <a:lnTo>
                  <a:pt x="2361" y="40"/>
                </a:lnTo>
                <a:lnTo>
                  <a:pt x="2360" y="40"/>
                </a:lnTo>
                <a:lnTo>
                  <a:pt x="2360" y="39"/>
                </a:lnTo>
                <a:lnTo>
                  <a:pt x="2361" y="39"/>
                </a:lnTo>
                <a:lnTo>
                  <a:pt x="2361" y="38"/>
                </a:lnTo>
                <a:lnTo>
                  <a:pt x="2361" y="37"/>
                </a:lnTo>
                <a:lnTo>
                  <a:pt x="2361" y="36"/>
                </a:lnTo>
                <a:lnTo>
                  <a:pt x="2361" y="33"/>
                </a:lnTo>
                <a:lnTo>
                  <a:pt x="2361" y="31"/>
                </a:lnTo>
                <a:lnTo>
                  <a:pt x="2361" y="30"/>
                </a:lnTo>
                <a:lnTo>
                  <a:pt x="2362" y="28"/>
                </a:lnTo>
                <a:lnTo>
                  <a:pt x="2362" y="26"/>
                </a:lnTo>
                <a:lnTo>
                  <a:pt x="2362" y="25"/>
                </a:lnTo>
                <a:lnTo>
                  <a:pt x="2362" y="24"/>
                </a:lnTo>
                <a:lnTo>
                  <a:pt x="2363" y="23"/>
                </a:lnTo>
                <a:lnTo>
                  <a:pt x="2363" y="22"/>
                </a:lnTo>
                <a:lnTo>
                  <a:pt x="2364" y="22"/>
                </a:lnTo>
                <a:lnTo>
                  <a:pt x="2364" y="21"/>
                </a:lnTo>
                <a:lnTo>
                  <a:pt x="2366" y="20"/>
                </a:lnTo>
                <a:lnTo>
                  <a:pt x="2367" y="19"/>
                </a:lnTo>
                <a:lnTo>
                  <a:pt x="2368" y="18"/>
                </a:lnTo>
                <a:lnTo>
                  <a:pt x="2369" y="18"/>
                </a:lnTo>
                <a:lnTo>
                  <a:pt x="2370" y="18"/>
                </a:lnTo>
                <a:lnTo>
                  <a:pt x="2371" y="17"/>
                </a:lnTo>
                <a:lnTo>
                  <a:pt x="2372" y="17"/>
                </a:lnTo>
                <a:lnTo>
                  <a:pt x="2373" y="16"/>
                </a:lnTo>
                <a:lnTo>
                  <a:pt x="2374" y="16"/>
                </a:lnTo>
                <a:lnTo>
                  <a:pt x="2376" y="15"/>
                </a:lnTo>
                <a:lnTo>
                  <a:pt x="2378" y="15"/>
                </a:lnTo>
                <a:lnTo>
                  <a:pt x="2378" y="14"/>
                </a:lnTo>
                <a:lnTo>
                  <a:pt x="2379" y="13"/>
                </a:lnTo>
                <a:lnTo>
                  <a:pt x="2380" y="13"/>
                </a:lnTo>
                <a:lnTo>
                  <a:pt x="2380" y="12"/>
                </a:lnTo>
                <a:lnTo>
                  <a:pt x="2380" y="11"/>
                </a:lnTo>
                <a:lnTo>
                  <a:pt x="2380" y="10"/>
                </a:lnTo>
                <a:lnTo>
                  <a:pt x="2380" y="9"/>
                </a:lnTo>
                <a:lnTo>
                  <a:pt x="2380" y="8"/>
                </a:lnTo>
                <a:lnTo>
                  <a:pt x="2381" y="6"/>
                </a:lnTo>
                <a:lnTo>
                  <a:pt x="2381" y="5"/>
                </a:lnTo>
                <a:lnTo>
                  <a:pt x="2382" y="4"/>
                </a:lnTo>
                <a:lnTo>
                  <a:pt x="2383" y="3"/>
                </a:lnTo>
                <a:lnTo>
                  <a:pt x="2384" y="3"/>
                </a:lnTo>
                <a:lnTo>
                  <a:pt x="2384" y="2"/>
                </a:lnTo>
                <a:lnTo>
                  <a:pt x="2385" y="2"/>
                </a:lnTo>
                <a:lnTo>
                  <a:pt x="2386" y="2"/>
                </a:lnTo>
                <a:lnTo>
                  <a:pt x="2386" y="1"/>
                </a:lnTo>
                <a:lnTo>
                  <a:pt x="2387" y="1"/>
                </a:lnTo>
                <a:lnTo>
                  <a:pt x="2387" y="0"/>
                </a:lnTo>
                <a:lnTo>
                  <a:pt x="2388" y="0"/>
                </a:lnTo>
                <a:lnTo>
                  <a:pt x="2389" y="0"/>
                </a:lnTo>
                <a:lnTo>
                  <a:pt x="2391" y="0"/>
                </a:lnTo>
                <a:lnTo>
                  <a:pt x="2392" y="0"/>
                </a:lnTo>
                <a:lnTo>
                  <a:pt x="2393" y="1"/>
                </a:lnTo>
                <a:lnTo>
                  <a:pt x="2394" y="1"/>
                </a:lnTo>
                <a:lnTo>
                  <a:pt x="2396" y="1"/>
                </a:lnTo>
                <a:lnTo>
                  <a:pt x="2397" y="1"/>
                </a:lnTo>
                <a:lnTo>
                  <a:pt x="2399" y="1"/>
                </a:lnTo>
                <a:lnTo>
                  <a:pt x="2400" y="1"/>
                </a:lnTo>
                <a:lnTo>
                  <a:pt x="2401" y="1"/>
                </a:lnTo>
                <a:lnTo>
                  <a:pt x="2402" y="0"/>
                </a:lnTo>
                <a:lnTo>
                  <a:pt x="2404" y="0"/>
                </a:lnTo>
                <a:lnTo>
                  <a:pt x="2405" y="1"/>
                </a:lnTo>
                <a:lnTo>
                  <a:pt x="2406" y="1"/>
                </a:lnTo>
                <a:lnTo>
                  <a:pt x="2408" y="3"/>
                </a:lnTo>
                <a:lnTo>
                  <a:pt x="2409" y="3"/>
                </a:lnTo>
                <a:lnTo>
                  <a:pt x="2409" y="4"/>
                </a:lnTo>
                <a:lnTo>
                  <a:pt x="2410" y="3"/>
                </a:lnTo>
                <a:lnTo>
                  <a:pt x="2411" y="3"/>
                </a:lnTo>
                <a:lnTo>
                  <a:pt x="2413" y="4"/>
                </a:lnTo>
                <a:lnTo>
                  <a:pt x="2414" y="4"/>
                </a:lnTo>
                <a:lnTo>
                  <a:pt x="2415" y="4"/>
                </a:lnTo>
                <a:lnTo>
                  <a:pt x="2417" y="2"/>
                </a:lnTo>
                <a:lnTo>
                  <a:pt x="2418" y="1"/>
                </a:lnTo>
                <a:lnTo>
                  <a:pt x="2419" y="1"/>
                </a:lnTo>
                <a:lnTo>
                  <a:pt x="2422" y="1"/>
                </a:lnTo>
                <a:lnTo>
                  <a:pt x="2424" y="3"/>
                </a:lnTo>
                <a:lnTo>
                  <a:pt x="2425" y="4"/>
                </a:lnTo>
                <a:lnTo>
                  <a:pt x="2430" y="6"/>
                </a:lnTo>
                <a:lnTo>
                  <a:pt x="2431" y="6"/>
                </a:lnTo>
                <a:lnTo>
                  <a:pt x="2433" y="12"/>
                </a:lnTo>
                <a:lnTo>
                  <a:pt x="2439" y="12"/>
                </a:lnTo>
                <a:lnTo>
                  <a:pt x="2441" y="12"/>
                </a:lnTo>
                <a:lnTo>
                  <a:pt x="2443" y="15"/>
                </a:lnTo>
                <a:lnTo>
                  <a:pt x="2446" y="15"/>
                </a:lnTo>
                <a:lnTo>
                  <a:pt x="2452" y="18"/>
                </a:lnTo>
                <a:lnTo>
                  <a:pt x="2454" y="20"/>
                </a:lnTo>
                <a:lnTo>
                  <a:pt x="2455" y="22"/>
                </a:lnTo>
                <a:lnTo>
                  <a:pt x="2456" y="23"/>
                </a:lnTo>
                <a:lnTo>
                  <a:pt x="2459" y="24"/>
                </a:lnTo>
                <a:lnTo>
                  <a:pt x="2460" y="24"/>
                </a:lnTo>
                <a:lnTo>
                  <a:pt x="2463" y="22"/>
                </a:lnTo>
                <a:lnTo>
                  <a:pt x="2464" y="23"/>
                </a:lnTo>
                <a:lnTo>
                  <a:pt x="2466" y="23"/>
                </a:lnTo>
                <a:lnTo>
                  <a:pt x="2468" y="21"/>
                </a:lnTo>
                <a:lnTo>
                  <a:pt x="2469" y="21"/>
                </a:lnTo>
                <a:lnTo>
                  <a:pt x="2470" y="21"/>
                </a:lnTo>
                <a:lnTo>
                  <a:pt x="2470" y="20"/>
                </a:lnTo>
                <a:lnTo>
                  <a:pt x="2470" y="19"/>
                </a:lnTo>
                <a:lnTo>
                  <a:pt x="2470" y="18"/>
                </a:lnTo>
                <a:lnTo>
                  <a:pt x="2468" y="15"/>
                </a:lnTo>
                <a:lnTo>
                  <a:pt x="2468" y="14"/>
                </a:lnTo>
                <a:lnTo>
                  <a:pt x="2469" y="13"/>
                </a:lnTo>
                <a:lnTo>
                  <a:pt x="2470" y="13"/>
                </a:lnTo>
                <a:lnTo>
                  <a:pt x="2471" y="12"/>
                </a:lnTo>
                <a:lnTo>
                  <a:pt x="2475" y="13"/>
                </a:lnTo>
                <a:lnTo>
                  <a:pt x="2478" y="14"/>
                </a:lnTo>
                <a:lnTo>
                  <a:pt x="2479" y="14"/>
                </a:lnTo>
                <a:lnTo>
                  <a:pt x="2482" y="13"/>
                </a:lnTo>
                <a:lnTo>
                  <a:pt x="2484" y="13"/>
                </a:lnTo>
                <a:lnTo>
                  <a:pt x="2485" y="13"/>
                </a:lnTo>
                <a:lnTo>
                  <a:pt x="2487" y="14"/>
                </a:lnTo>
                <a:lnTo>
                  <a:pt x="2488" y="14"/>
                </a:lnTo>
                <a:lnTo>
                  <a:pt x="2489" y="13"/>
                </a:lnTo>
                <a:lnTo>
                  <a:pt x="2490" y="13"/>
                </a:lnTo>
                <a:lnTo>
                  <a:pt x="2492" y="14"/>
                </a:lnTo>
                <a:lnTo>
                  <a:pt x="2493" y="14"/>
                </a:lnTo>
                <a:lnTo>
                  <a:pt x="2494" y="14"/>
                </a:lnTo>
                <a:lnTo>
                  <a:pt x="2495" y="13"/>
                </a:lnTo>
                <a:lnTo>
                  <a:pt x="2496" y="11"/>
                </a:lnTo>
                <a:lnTo>
                  <a:pt x="2497" y="10"/>
                </a:lnTo>
                <a:lnTo>
                  <a:pt x="2498" y="10"/>
                </a:lnTo>
                <a:lnTo>
                  <a:pt x="2500" y="10"/>
                </a:lnTo>
                <a:lnTo>
                  <a:pt x="2503" y="10"/>
                </a:lnTo>
                <a:lnTo>
                  <a:pt x="2504" y="11"/>
                </a:lnTo>
                <a:lnTo>
                  <a:pt x="2506" y="12"/>
                </a:lnTo>
                <a:lnTo>
                  <a:pt x="2507" y="13"/>
                </a:lnTo>
                <a:lnTo>
                  <a:pt x="2508" y="12"/>
                </a:lnTo>
                <a:lnTo>
                  <a:pt x="2509" y="11"/>
                </a:lnTo>
                <a:lnTo>
                  <a:pt x="2510" y="11"/>
                </a:lnTo>
                <a:lnTo>
                  <a:pt x="2511" y="12"/>
                </a:lnTo>
                <a:lnTo>
                  <a:pt x="2514" y="14"/>
                </a:lnTo>
                <a:lnTo>
                  <a:pt x="2513" y="18"/>
                </a:lnTo>
                <a:lnTo>
                  <a:pt x="2513" y="19"/>
                </a:lnTo>
                <a:lnTo>
                  <a:pt x="2515" y="19"/>
                </a:lnTo>
                <a:lnTo>
                  <a:pt x="2516" y="20"/>
                </a:lnTo>
                <a:lnTo>
                  <a:pt x="2516" y="21"/>
                </a:lnTo>
                <a:lnTo>
                  <a:pt x="2517" y="23"/>
                </a:lnTo>
                <a:lnTo>
                  <a:pt x="2518" y="25"/>
                </a:lnTo>
                <a:lnTo>
                  <a:pt x="2518" y="26"/>
                </a:lnTo>
                <a:lnTo>
                  <a:pt x="2518" y="27"/>
                </a:lnTo>
                <a:lnTo>
                  <a:pt x="2518" y="28"/>
                </a:lnTo>
                <a:lnTo>
                  <a:pt x="2517" y="29"/>
                </a:lnTo>
                <a:lnTo>
                  <a:pt x="2516" y="29"/>
                </a:lnTo>
                <a:lnTo>
                  <a:pt x="2515" y="30"/>
                </a:lnTo>
                <a:lnTo>
                  <a:pt x="2514" y="30"/>
                </a:lnTo>
                <a:lnTo>
                  <a:pt x="2514" y="31"/>
                </a:lnTo>
                <a:lnTo>
                  <a:pt x="2514" y="32"/>
                </a:lnTo>
                <a:lnTo>
                  <a:pt x="2514" y="33"/>
                </a:lnTo>
                <a:lnTo>
                  <a:pt x="2514" y="34"/>
                </a:lnTo>
                <a:lnTo>
                  <a:pt x="2515" y="35"/>
                </a:lnTo>
                <a:lnTo>
                  <a:pt x="2514" y="36"/>
                </a:lnTo>
                <a:lnTo>
                  <a:pt x="2512" y="37"/>
                </a:lnTo>
                <a:lnTo>
                  <a:pt x="2511" y="37"/>
                </a:lnTo>
                <a:lnTo>
                  <a:pt x="2511" y="38"/>
                </a:lnTo>
                <a:lnTo>
                  <a:pt x="2511" y="40"/>
                </a:lnTo>
                <a:lnTo>
                  <a:pt x="2512" y="41"/>
                </a:lnTo>
                <a:lnTo>
                  <a:pt x="2513" y="42"/>
                </a:lnTo>
                <a:lnTo>
                  <a:pt x="2514" y="43"/>
                </a:lnTo>
                <a:lnTo>
                  <a:pt x="2516" y="43"/>
                </a:lnTo>
                <a:lnTo>
                  <a:pt x="2516" y="44"/>
                </a:lnTo>
                <a:lnTo>
                  <a:pt x="2517" y="45"/>
                </a:lnTo>
                <a:lnTo>
                  <a:pt x="2516" y="46"/>
                </a:lnTo>
                <a:lnTo>
                  <a:pt x="2516" y="48"/>
                </a:lnTo>
                <a:lnTo>
                  <a:pt x="2516" y="50"/>
                </a:lnTo>
                <a:lnTo>
                  <a:pt x="2516" y="51"/>
                </a:lnTo>
                <a:lnTo>
                  <a:pt x="2516" y="52"/>
                </a:lnTo>
                <a:lnTo>
                  <a:pt x="2517" y="52"/>
                </a:lnTo>
                <a:lnTo>
                  <a:pt x="2518" y="53"/>
                </a:lnTo>
                <a:lnTo>
                  <a:pt x="2519" y="53"/>
                </a:lnTo>
                <a:lnTo>
                  <a:pt x="2519" y="54"/>
                </a:lnTo>
                <a:lnTo>
                  <a:pt x="2519" y="55"/>
                </a:lnTo>
                <a:lnTo>
                  <a:pt x="2516" y="55"/>
                </a:lnTo>
                <a:lnTo>
                  <a:pt x="2514" y="56"/>
                </a:lnTo>
                <a:lnTo>
                  <a:pt x="2513" y="57"/>
                </a:lnTo>
                <a:lnTo>
                  <a:pt x="2513" y="59"/>
                </a:lnTo>
                <a:lnTo>
                  <a:pt x="2513" y="60"/>
                </a:lnTo>
                <a:lnTo>
                  <a:pt x="2512" y="61"/>
                </a:lnTo>
                <a:lnTo>
                  <a:pt x="2511" y="61"/>
                </a:lnTo>
                <a:lnTo>
                  <a:pt x="2509" y="60"/>
                </a:lnTo>
                <a:lnTo>
                  <a:pt x="2507" y="59"/>
                </a:lnTo>
                <a:lnTo>
                  <a:pt x="2505" y="59"/>
                </a:lnTo>
                <a:lnTo>
                  <a:pt x="2504" y="60"/>
                </a:lnTo>
                <a:lnTo>
                  <a:pt x="2503" y="62"/>
                </a:lnTo>
                <a:lnTo>
                  <a:pt x="2502" y="62"/>
                </a:lnTo>
                <a:lnTo>
                  <a:pt x="2500" y="62"/>
                </a:lnTo>
                <a:lnTo>
                  <a:pt x="2499" y="62"/>
                </a:lnTo>
                <a:lnTo>
                  <a:pt x="2498" y="62"/>
                </a:lnTo>
                <a:lnTo>
                  <a:pt x="2497" y="62"/>
                </a:lnTo>
                <a:lnTo>
                  <a:pt x="2496" y="62"/>
                </a:lnTo>
                <a:lnTo>
                  <a:pt x="2496" y="64"/>
                </a:lnTo>
                <a:lnTo>
                  <a:pt x="2496" y="65"/>
                </a:lnTo>
                <a:lnTo>
                  <a:pt x="2496" y="66"/>
                </a:lnTo>
                <a:lnTo>
                  <a:pt x="2494" y="68"/>
                </a:lnTo>
                <a:lnTo>
                  <a:pt x="2493" y="70"/>
                </a:lnTo>
                <a:lnTo>
                  <a:pt x="2492" y="71"/>
                </a:lnTo>
                <a:lnTo>
                  <a:pt x="2492" y="72"/>
                </a:lnTo>
                <a:lnTo>
                  <a:pt x="2493" y="72"/>
                </a:lnTo>
                <a:lnTo>
                  <a:pt x="2493" y="73"/>
                </a:lnTo>
                <a:lnTo>
                  <a:pt x="2494" y="73"/>
                </a:lnTo>
                <a:lnTo>
                  <a:pt x="2495" y="73"/>
                </a:lnTo>
                <a:lnTo>
                  <a:pt x="2497" y="74"/>
                </a:lnTo>
                <a:lnTo>
                  <a:pt x="2498" y="74"/>
                </a:lnTo>
                <a:lnTo>
                  <a:pt x="2499" y="75"/>
                </a:lnTo>
                <a:lnTo>
                  <a:pt x="2499" y="76"/>
                </a:lnTo>
                <a:lnTo>
                  <a:pt x="2499" y="78"/>
                </a:lnTo>
                <a:lnTo>
                  <a:pt x="2499" y="79"/>
                </a:lnTo>
                <a:lnTo>
                  <a:pt x="2501" y="80"/>
                </a:lnTo>
                <a:lnTo>
                  <a:pt x="2502" y="81"/>
                </a:lnTo>
                <a:lnTo>
                  <a:pt x="2503" y="83"/>
                </a:lnTo>
                <a:lnTo>
                  <a:pt x="2502" y="83"/>
                </a:lnTo>
                <a:lnTo>
                  <a:pt x="2500" y="83"/>
                </a:lnTo>
                <a:lnTo>
                  <a:pt x="2499" y="83"/>
                </a:lnTo>
                <a:lnTo>
                  <a:pt x="2498" y="84"/>
                </a:lnTo>
                <a:lnTo>
                  <a:pt x="2499" y="84"/>
                </a:lnTo>
                <a:lnTo>
                  <a:pt x="2500" y="86"/>
                </a:lnTo>
                <a:lnTo>
                  <a:pt x="2501" y="88"/>
                </a:lnTo>
                <a:lnTo>
                  <a:pt x="2501" y="89"/>
                </a:lnTo>
                <a:lnTo>
                  <a:pt x="2502" y="89"/>
                </a:lnTo>
                <a:lnTo>
                  <a:pt x="2504" y="89"/>
                </a:lnTo>
                <a:lnTo>
                  <a:pt x="2506" y="89"/>
                </a:lnTo>
                <a:lnTo>
                  <a:pt x="2508" y="90"/>
                </a:lnTo>
                <a:lnTo>
                  <a:pt x="2510" y="93"/>
                </a:lnTo>
                <a:lnTo>
                  <a:pt x="2512" y="95"/>
                </a:lnTo>
                <a:lnTo>
                  <a:pt x="2514" y="98"/>
                </a:lnTo>
                <a:lnTo>
                  <a:pt x="2515" y="100"/>
                </a:lnTo>
                <a:lnTo>
                  <a:pt x="2517" y="98"/>
                </a:lnTo>
                <a:lnTo>
                  <a:pt x="2518" y="97"/>
                </a:lnTo>
                <a:lnTo>
                  <a:pt x="2519" y="97"/>
                </a:lnTo>
                <a:lnTo>
                  <a:pt x="2521" y="98"/>
                </a:lnTo>
                <a:lnTo>
                  <a:pt x="2524" y="101"/>
                </a:lnTo>
                <a:lnTo>
                  <a:pt x="2526" y="103"/>
                </a:lnTo>
                <a:lnTo>
                  <a:pt x="2528" y="105"/>
                </a:lnTo>
                <a:lnTo>
                  <a:pt x="2529" y="106"/>
                </a:lnTo>
                <a:lnTo>
                  <a:pt x="2530" y="108"/>
                </a:lnTo>
                <a:lnTo>
                  <a:pt x="2530" y="109"/>
                </a:lnTo>
                <a:lnTo>
                  <a:pt x="2530" y="110"/>
                </a:lnTo>
                <a:lnTo>
                  <a:pt x="2530" y="111"/>
                </a:lnTo>
                <a:lnTo>
                  <a:pt x="2530" y="112"/>
                </a:lnTo>
                <a:lnTo>
                  <a:pt x="2530" y="111"/>
                </a:lnTo>
                <a:lnTo>
                  <a:pt x="2531" y="111"/>
                </a:lnTo>
                <a:lnTo>
                  <a:pt x="2533" y="111"/>
                </a:lnTo>
                <a:lnTo>
                  <a:pt x="2534" y="111"/>
                </a:lnTo>
                <a:lnTo>
                  <a:pt x="2535" y="112"/>
                </a:lnTo>
                <a:lnTo>
                  <a:pt x="2534" y="113"/>
                </a:lnTo>
                <a:lnTo>
                  <a:pt x="2534" y="115"/>
                </a:lnTo>
                <a:lnTo>
                  <a:pt x="2532" y="117"/>
                </a:lnTo>
                <a:lnTo>
                  <a:pt x="2529" y="118"/>
                </a:lnTo>
                <a:lnTo>
                  <a:pt x="2528" y="119"/>
                </a:lnTo>
                <a:lnTo>
                  <a:pt x="2527" y="120"/>
                </a:lnTo>
                <a:lnTo>
                  <a:pt x="2524" y="122"/>
                </a:lnTo>
                <a:lnTo>
                  <a:pt x="2523" y="123"/>
                </a:lnTo>
                <a:lnTo>
                  <a:pt x="2522" y="124"/>
                </a:lnTo>
                <a:lnTo>
                  <a:pt x="2523" y="126"/>
                </a:lnTo>
                <a:lnTo>
                  <a:pt x="2522" y="127"/>
                </a:lnTo>
                <a:lnTo>
                  <a:pt x="2521" y="128"/>
                </a:lnTo>
                <a:lnTo>
                  <a:pt x="2518" y="130"/>
                </a:lnTo>
                <a:lnTo>
                  <a:pt x="2516" y="130"/>
                </a:lnTo>
                <a:lnTo>
                  <a:pt x="2515" y="131"/>
                </a:lnTo>
                <a:lnTo>
                  <a:pt x="2513" y="131"/>
                </a:lnTo>
                <a:lnTo>
                  <a:pt x="2512" y="132"/>
                </a:lnTo>
                <a:lnTo>
                  <a:pt x="2512" y="133"/>
                </a:lnTo>
                <a:lnTo>
                  <a:pt x="2512" y="135"/>
                </a:lnTo>
                <a:lnTo>
                  <a:pt x="2513" y="137"/>
                </a:lnTo>
                <a:lnTo>
                  <a:pt x="2514" y="137"/>
                </a:lnTo>
                <a:lnTo>
                  <a:pt x="2514" y="138"/>
                </a:lnTo>
                <a:lnTo>
                  <a:pt x="2515" y="138"/>
                </a:lnTo>
                <a:lnTo>
                  <a:pt x="2515" y="139"/>
                </a:lnTo>
                <a:lnTo>
                  <a:pt x="2516" y="139"/>
                </a:lnTo>
                <a:lnTo>
                  <a:pt x="2517" y="140"/>
                </a:lnTo>
                <a:lnTo>
                  <a:pt x="2519" y="141"/>
                </a:lnTo>
                <a:lnTo>
                  <a:pt x="2520" y="142"/>
                </a:lnTo>
                <a:lnTo>
                  <a:pt x="2520" y="143"/>
                </a:lnTo>
                <a:lnTo>
                  <a:pt x="2521" y="144"/>
                </a:lnTo>
                <a:lnTo>
                  <a:pt x="2522" y="144"/>
                </a:lnTo>
                <a:lnTo>
                  <a:pt x="2523" y="144"/>
                </a:lnTo>
                <a:lnTo>
                  <a:pt x="2524" y="145"/>
                </a:lnTo>
                <a:lnTo>
                  <a:pt x="2525" y="145"/>
                </a:lnTo>
                <a:lnTo>
                  <a:pt x="2526" y="145"/>
                </a:lnTo>
                <a:lnTo>
                  <a:pt x="2527" y="145"/>
                </a:lnTo>
                <a:lnTo>
                  <a:pt x="2529" y="145"/>
                </a:lnTo>
                <a:lnTo>
                  <a:pt x="2530" y="146"/>
                </a:lnTo>
                <a:lnTo>
                  <a:pt x="2531" y="146"/>
                </a:lnTo>
                <a:lnTo>
                  <a:pt x="2531" y="148"/>
                </a:lnTo>
                <a:lnTo>
                  <a:pt x="2531" y="149"/>
                </a:lnTo>
                <a:lnTo>
                  <a:pt x="2532" y="150"/>
                </a:lnTo>
                <a:lnTo>
                  <a:pt x="2532" y="151"/>
                </a:lnTo>
                <a:lnTo>
                  <a:pt x="2533" y="151"/>
                </a:lnTo>
                <a:lnTo>
                  <a:pt x="2534" y="150"/>
                </a:lnTo>
                <a:lnTo>
                  <a:pt x="2535" y="150"/>
                </a:lnTo>
                <a:lnTo>
                  <a:pt x="2536" y="151"/>
                </a:lnTo>
                <a:lnTo>
                  <a:pt x="2538" y="156"/>
                </a:lnTo>
                <a:lnTo>
                  <a:pt x="2539" y="157"/>
                </a:lnTo>
                <a:lnTo>
                  <a:pt x="2541" y="159"/>
                </a:lnTo>
                <a:lnTo>
                  <a:pt x="2542" y="158"/>
                </a:lnTo>
                <a:lnTo>
                  <a:pt x="2544" y="157"/>
                </a:lnTo>
                <a:lnTo>
                  <a:pt x="2546" y="159"/>
                </a:lnTo>
                <a:lnTo>
                  <a:pt x="2548" y="159"/>
                </a:lnTo>
                <a:lnTo>
                  <a:pt x="2550" y="160"/>
                </a:lnTo>
                <a:lnTo>
                  <a:pt x="2554" y="163"/>
                </a:lnTo>
                <a:lnTo>
                  <a:pt x="2556" y="164"/>
                </a:lnTo>
                <a:lnTo>
                  <a:pt x="2559" y="166"/>
                </a:lnTo>
                <a:lnTo>
                  <a:pt x="2561" y="168"/>
                </a:lnTo>
                <a:lnTo>
                  <a:pt x="2561" y="169"/>
                </a:lnTo>
                <a:lnTo>
                  <a:pt x="2560" y="171"/>
                </a:lnTo>
                <a:lnTo>
                  <a:pt x="2560" y="172"/>
                </a:lnTo>
                <a:lnTo>
                  <a:pt x="2560" y="173"/>
                </a:lnTo>
                <a:lnTo>
                  <a:pt x="2560" y="174"/>
                </a:lnTo>
                <a:lnTo>
                  <a:pt x="2561" y="175"/>
                </a:lnTo>
                <a:lnTo>
                  <a:pt x="2564" y="177"/>
                </a:lnTo>
                <a:lnTo>
                  <a:pt x="2566" y="179"/>
                </a:lnTo>
                <a:lnTo>
                  <a:pt x="2568" y="181"/>
                </a:lnTo>
                <a:lnTo>
                  <a:pt x="2569" y="182"/>
                </a:lnTo>
                <a:lnTo>
                  <a:pt x="2570" y="184"/>
                </a:lnTo>
                <a:lnTo>
                  <a:pt x="2571" y="185"/>
                </a:lnTo>
                <a:lnTo>
                  <a:pt x="2573" y="185"/>
                </a:lnTo>
                <a:lnTo>
                  <a:pt x="2576" y="183"/>
                </a:lnTo>
                <a:lnTo>
                  <a:pt x="2578" y="182"/>
                </a:lnTo>
                <a:lnTo>
                  <a:pt x="2579" y="182"/>
                </a:lnTo>
                <a:lnTo>
                  <a:pt x="2581" y="182"/>
                </a:lnTo>
                <a:lnTo>
                  <a:pt x="2581" y="184"/>
                </a:lnTo>
                <a:lnTo>
                  <a:pt x="2581" y="185"/>
                </a:lnTo>
                <a:lnTo>
                  <a:pt x="2581" y="186"/>
                </a:lnTo>
                <a:lnTo>
                  <a:pt x="2581" y="188"/>
                </a:lnTo>
                <a:lnTo>
                  <a:pt x="2581" y="189"/>
                </a:lnTo>
                <a:lnTo>
                  <a:pt x="2582" y="191"/>
                </a:lnTo>
                <a:lnTo>
                  <a:pt x="2582" y="192"/>
                </a:lnTo>
                <a:lnTo>
                  <a:pt x="2584" y="192"/>
                </a:lnTo>
                <a:lnTo>
                  <a:pt x="2586" y="192"/>
                </a:lnTo>
                <a:lnTo>
                  <a:pt x="2587" y="192"/>
                </a:lnTo>
                <a:lnTo>
                  <a:pt x="2587" y="193"/>
                </a:lnTo>
                <a:lnTo>
                  <a:pt x="2586" y="195"/>
                </a:lnTo>
                <a:lnTo>
                  <a:pt x="2587" y="195"/>
                </a:lnTo>
                <a:lnTo>
                  <a:pt x="2587" y="196"/>
                </a:lnTo>
                <a:lnTo>
                  <a:pt x="2588" y="197"/>
                </a:lnTo>
                <a:lnTo>
                  <a:pt x="2590" y="198"/>
                </a:lnTo>
                <a:lnTo>
                  <a:pt x="2591" y="199"/>
                </a:lnTo>
                <a:lnTo>
                  <a:pt x="2591" y="200"/>
                </a:lnTo>
                <a:lnTo>
                  <a:pt x="2589" y="203"/>
                </a:lnTo>
                <a:lnTo>
                  <a:pt x="2586" y="206"/>
                </a:lnTo>
                <a:lnTo>
                  <a:pt x="2585" y="207"/>
                </a:lnTo>
                <a:lnTo>
                  <a:pt x="2585" y="209"/>
                </a:lnTo>
                <a:lnTo>
                  <a:pt x="2584" y="209"/>
                </a:lnTo>
                <a:lnTo>
                  <a:pt x="2585" y="211"/>
                </a:lnTo>
                <a:lnTo>
                  <a:pt x="2586" y="212"/>
                </a:lnTo>
                <a:lnTo>
                  <a:pt x="2586" y="213"/>
                </a:lnTo>
                <a:lnTo>
                  <a:pt x="2586" y="215"/>
                </a:lnTo>
                <a:lnTo>
                  <a:pt x="2586" y="217"/>
                </a:lnTo>
                <a:lnTo>
                  <a:pt x="2586" y="219"/>
                </a:lnTo>
                <a:lnTo>
                  <a:pt x="2586" y="220"/>
                </a:lnTo>
                <a:lnTo>
                  <a:pt x="2586" y="222"/>
                </a:lnTo>
                <a:lnTo>
                  <a:pt x="2586" y="223"/>
                </a:lnTo>
                <a:lnTo>
                  <a:pt x="2587" y="224"/>
                </a:lnTo>
                <a:lnTo>
                  <a:pt x="2588" y="224"/>
                </a:lnTo>
                <a:lnTo>
                  <a:pt x="2589" y="226"/>
                </a:lnTo>
                <a:lnTo>
                  <a:pt x="2590" y="227"/>
                </a:lnTo>
                <a:lnTo>
                  <a:pt x="2590" y="228"/>
                </a:lnTo>
                <a:lnTo>
                  <a:pt x="2589" y="228"/>
                </a:lnTo>
                <a:lnTo>
                  <a:pt x="2589" y="229"/>
                </a:lnTo>
                <a:lnTo>
                  <a:pt x="2590" y="231"/>
                </a:lnTo>
                <a:lnTo>
                  <a:pt x="2591" y="232"/>
                </a:lnTo>
                <a:lnTo>
                  <a:pt x="2592" y="233"/>
                </a:lnTo>
                <a:lnTo>
                  <a:pt x="2594" y="234"/>
                </a:lnTo>
                <a:lnTo>
                  <a:pt x="2596" y="233"/>
                </a:lnTo>
                <a:lnTo>
                  <a:pt x="2597" y="233"/>
                </a:lnTo>
                <a:lnTo>
                  <a:pt x="2598" y="233"/>
                </a:lnTo>
                <a:lnTo>
                  <a:pt x="2599" y="233"/>
                </a:lnTo>
                <a:lnTo>
                  <a:pt x="2600" y="234"/>
                </a:lnTo>
                <a:lnTo>
                  <a:pt x="2600" y="236"/>
                </a:lnTo>
                <a:lnTo>
                  <a:pt x="2600" y="237"/>
                </a:lnTo>
                <a:lnTo>
                  <a:pt x="2601" y="237"/>
                </a:lnTo>
                <a:lnTo>
                  <a:pt x="2604" y="239"/>
                </a:lnTo>
                <a:lnTo>
                  <a:pt x="2604" y="240"/>
                </a:lnTo>
                <a:lnTo>
                  <a:pt x="2605" y="241"/>
                </a:lnTo>
                <a:lnTo>
                  <a:pt x="2606" y="242"/>
                </a:lnTo>
                <a:lnTo>
                  <a:pt x="2607" y="243"/>
                </a:lnTo>
                <a:lnTo>
                  <a:pt x="2608" y="244"/>
                </a:lnTo>
                <a:lnTo>
                  <a:pt x="2610" y="245"/>
                </a:lnTo>
                <a:lnTo>
                  <a:pt x="2611" y="246"/>
                </a:lnTo>
                <a:lnTo>
                  <a:pt x="2611" y="249"/>
                </a:lnTo>
                <a:lnTo>
                  <a:pt x="2612" y="250"/>
                </a:lnTo>
                <a:lnTo>
                  <a:pt x="2613" y="251"/>
                </a:lnTo>
                <a:lnTo>
                  <a:pt x="2614" y="250"/>
                </a:lnTo>
                <a:lnTo>
                  <a:pt x="2616" y="250"/>
                </a:lnTo>
                <a:lnTo>
                  <a:pt x="2617" y="250"/>
                </a:lnTo>
                <a:lnTo>
                  <a:pt x="2620" y="251"/>
                </a:lnTo>
                <a:lnTo>
                  <a:pt x="2623" y="251"/>
                </a:lnTo>
                <a:lnTo>
                  <a:pt x="2625" y="251"/>
                </a:lnTo>
                <a:lnTo>
                  <a:pt x="2627" y="252"/>
                </a:lnTo>
                <a:lnTo>
                  <a:pt x="2628" y="252"/>
                </a:lnTo>
                <a:lnTo>
                  <a:pt x="2628" y="253"/>
                </a:lnTo>
                <a:lnTo>
                  <a:pt x="2628" y="254"/>
                </a:lnTo>
                <a:lnTo>
                  <a:pt x="2629" y="256"/>
                </a:lnTo>
                <a:lnTo>
                  <a:pt x="2630" y="256"/>
                </a:lnTo>
                <a:lnTo>
                  <a:pt x="2630" y="257"/>
                </a:lnTo>
                <a:lnTo>
                  <a:pt x="2637" y="264"/>
                </a:lnTo>
                <a:lnTo>
                  <a:pt x="2639" y="268"/>
                </a:lnTo>
                <a:lnTo>
                  <a:pt x="2639" y="270"/>
                </a:lnTo>
                <a:lnTo>
                  <a:pt x="2639" y="273"/>
                </a:lnTo>
                <a:lnTo>
                  <a:pt x="2639" y="274"/>
                </a:lnTo>
                <a:lnTo>
                  <a:pt x="2639" y="275"/>
                </a:lnTo>
                <a:lnTo>
                  <a:pt x="2640" y="275"/>
                </a:lnTo>
                <a:lnTo>
                  <a:pt x="2640" y="276"/>
                </a:lnTo>
                <a:lnTo>
                  <a:pt x="2641" y="277"/>
                </a:lnTo>
                <a:lnTo>
                  <a:pt x="2641" y="278"/>
                </a:lnTo>
                <a:lnTo>
                  <a:pt x="2641" y="279"/>
                </a:lnTo>
                <a:lnTo>
                  <a:pt x="2641" y="280"/>
                </a:lnTo>
                <a:lnTo>
                  <a:pt x="2642" y="280"/>
                </a:lnTo>
                <a:lnTo>
                  <a:pt x="2643" y="280"/>
                </a:lnTo>
                <a:lnTo>
                  <a:pt x="2646" y="281"/>
                </a:lnTo>
                <a:lnTo>
                  <a:pt x="2649" y="281"/>
                </a:lnTo>
                <a:lnTo>
                  <a:pt x="2652" y="280"/>
                </a:lnTo>
                <a:lnTo>
                  <a:pt x="2654" y="280"/>
                </a:lnTo>
                <a:lnTo>
                  <a:pt x="2655" y="281"/>
                </a:lnTo>
                <a:lnTo>
                  <a:pt x="2657" y="282"/>
                </a:lnTo>
                <a:lnTo>
                  <a:pt x="2659" y="283"/>
                </a:lnTo>
                <a:lnTo>
                  <a:pt x="2660" y="284"/>
                </a:lnTo>
                <a:lnTo>
                  <a:pt x="2662" y="285"/>
                </a:lnTo>
                <a:lnTo>
                  <a:pt x="2665" y="284"/>
                </a:lnTo>
                <a:lnTo>
                  <a:pt x="2666" y="284"/>
                </a:lnTo>
                <a:lnTo>
                  <a:pt x="2667" y="283"/>
                </a:lnTo>
                <a:lnTo>
                  <a:pt x="2669" y="284"/>
                </a:lnTo>
                <a:lnTo>
                  <a:pt x="2671" y="283"/>
                </a:lnTo>
                <a:lnTo>
                  <a:pt x="2672" y="282"/>
                </a:lnTo>
                <a:lnTo>
                  <a:pt x="2672" y="281"/>
                </a:lnTo>
                <a:lnTo>
                  <a:pt x="2673" y="279"/>
                </a:lnTo>
                <a:lnTo>
                  <a:pt x="2674" y="278"/>
                </a:lnTo>
                <a:lnTo>
                  <a:pt x="2678" y="278"/>
                </a:lnTo>
                <a:lnTo>
                  <a:pt x="2681" y="278"/>
                </a:lnTo>
                <a:lnTo>
                  <a:pt x="2683" y="278"/>
                </a:lnTo>
                <a:lnTo>
                  <a:pt x="2684" y="276"/>
                </a:lnTo>
                <a:lnTo>
                  <a:pt x="2686" y="275"/>
                </a:lnTo>
                <a:lnTo>
                  <a:pt x="2687" y="276"/>
                </a:lnTo>
                <a:lnTo>
                  <a:pt x="2688" y="277"/>
                </a:lnTo>
                <a:lnTo>
                  <a:pt x="2695" y="278"/>
                </a:lnTo>
                <a:lnTo>
                  <a:pt x="2698" y="280"/>
                </a:lnTo>
                <a:lnTo>
                  <a:pt x="2699" y="281"/>
                </a:lnTo>
                <a:lnTo>
                  <a:pt x="2700" y="281"/>
                </a:lnTo>
                <a:lnTo>
                  <a:pt x="2706" y="280"/>
                </a:lnTo>
                <a:lnTo>
                  <a:pt x="2708" y="280"/>
                </a:lnTo>
                <a:lnTo>
                  <a:pt x="2711" y="280"/>
                </a:lnTo>
                <a:lnTo>
                  <a:pt x="2713" y="282"/>
                </a:lnTo>
                <a:lnTo>
                  <a:pt x="2714" y="285"/>
                </a:lnTo>
                <a:lnTo>
                  <a:pt x="2714" y="286"/>
                </a:lnTo>
                <a:lnTo>
                  <a:pt x="2714" y="288"/>
                </a:lnTo>
                <a:lnTo>
                  <a:pt x="2713" y="288"/>
                </a:lnTo>
                <a:lnTo>
                  <a:pt x="2713" y="291"/>
                </a:lnTo>
                <a:lnTo>
                  <a:pt x="2713" y="292"/>
                </a:lnTo>
                <a:lnTo>
                  <a:pt x="2712" y="295"/>
                </a:lnTo>
                <a:lnTo>
                  <a:pt x="2713" y="296"/>
                </a:lnTo>
                <a:lnTo>
                  <a:pt x="2714" y="298"/>
                </a:lnTo>
                <a:lnTo>
                  <a:pt x="2715" y="298"/>
                </a:lnTo>
                <a:lnTo>
                  <a:pt x="2716" y="299"/>
                </a:lnTo>
                <a:lnTo>
                  <a:pt x="2718" y="300"/>
                </a:lnTo>
                <a:lnTo>
                  <a:pt x="2719" y="301"/>
                </a:lnTo>
                <a:lnTo>
                  <a:pt x="2718" y="305"/>
                </a:lnTo>
                <a:lnTo>
                  <a:pt x="2718" y="306"/>
                </a:lnTo>
                <a:lnTo>
                  <a:pt x="2718" y="307"/>
                </a:lnTo>
                <a:lnTo>
                  <a:pt x="2719" y="308"/>
                </a:lnTo>
                <a:lnTo>
                  <a:pt x="2723" y="309"/>
                </a:lnTo>
                <a:lnTo>
                  <a:pt x="2724" y="310"/>
                </a:lnTo>
                <a:lnTo>
                  <a:pt x="2727" y="311"/>
                </a:lnTo>
                <a:lnTo>
                  <a:pt x="2729" y="312"/>
                </a:lnTo>
                <a:lnTo>
                  <a:pt x="2730" y="313"/>
                </a:lnTo>
                <a:lnTo>
                  <a:pt x="2730" y="314"/>
                </a:lnTo>
                <a:lnTo>
                  <a:pt x="2731" y="315"/>
                </a:lnTo>
                <a:lnTo>
                  <a:pt x="2731" y="316"/>
                </a:lnTo>
                <a:lnTo>
                  <a:pt x="2730" y="319"/>
                </a:lnTo>
                <a:lnTo>
                  <a:pt x="2731" y="321"/>
                </a:lnTo>
                <a:lnTo>
                  <a:pt x="2731" y="323"/>
                </a:lnTo>
                <a:lnTo>
                  <a:pt x="2731" y="324"/>
                </a:lnTo>
                <a:lnTo>
                  <a:pt x="2731" y="325"/>
                </a:lnTo>
                <a:lnTo>
                  <a:pt x="2732" y="326"/>
                </a:lnTo>
                <a:lnTo>
                  <a:pt x="2732" y="327"/>
                </a:lnTo>
                <a:lnTo>
                  <a:pt x="2734" y="326"/>
                </a:lnTo>
                <a:lnTo>
                  <a:pt x="2736" y="326"/>
                </a:lnTo>
                <a:lnTo>
                  <a:pt x="2738" y="326"/>
                </a:lnTo>
                <a:lnTo>
                  <a:pt x="2740" y="327"/>
                </a:lnTo>
                <a:lnTo>
                  <a:pt x="2743" y="328"/>
                </a:lnTo>
                <a:lnTo>
                  <a:pt x="2745" y="329"/>
                </a:lnTo>
                <a:lnTo>
                  <a:pt x="2746" y="329"/>
                </a:lnTo>
                <a:lnTo>
                  <a:pt x="2747" y="328"/>
                </a:lnTo>
                <a:lnTo>
                  <a:pt x="2748" y="327"/>
                </a:lnTo>
                <a:lnTo>
                  <a:pt x="2749" y="327"/>
                </a:lnTo>
                <a:lnTo>
                  <a:pt x="2750" y="327"/>
                </a:lnTo>
                <a:lnTo>
                  <a:pt x="2751" y="328"/>
                </a:lnTo>
                <a:lnTo>
                  <a:pt x="2752" y="328"/>
                </a:lnTo>
                <a:lnTo>
                  <a:pt x="2755" y="329"/>
                </a:lnTo>
                <a:lnTo>
                  <a:pt x="2757" y="330"/>
                </a:lnTo>
                <a:lnTo>
                  <a:pt x="2758" y="329"/>
                </a:lnTo>
                <a:lnTo>
                  <a:pt x="2759" y="328"/>
                </a:lnTo>
                <a:lnTo>
                  <a:pt x="2759" y="325"/>
                </a:lnTo>
                <a:lnTo>
                  <a:pt x="2759" y="323"/>
                </a:lnTo>
                <a:lnTo>
                  <a:pt x="2760" y="320"/>
                </a:lnTo>
                <a:lnTo>
                  <a:pt x="2760" y="319"/>
                </a:lnTo>
                <a:lnTo>
                  <a:pt x="2761" y="319"/>
                </a:lnTo>
                <a:lnTo>
                  <a:pt x="2761" y="320"/>
                </a:lnTo>
                <a:lnTo>
                  <a:pt x="2764" y="321"/>
                </a:lnTo>
                <a:lnTo>
                  <a:pt x="2765" y="321"/>
                </a:lnTo>
                <a:lnTo>
                  <a:pt x="2766" y="321"/>
                </a:lnTo>
                <a:lnTo>
                  <a:pt x="2768" y="322"/>
                </a:lnTo>
                <a:lnTo>
                  <a:pt x="2770" y="323"/>
                </a:lnTo>
                <a:lnTo>
                  <a:pt x="2771" y="323"/>
                </a:lnTo>
                <a:lnTo>
                  <a:pt x="2772" y="323"/>
                </a:lnTo>
                <a:lnTo>
                  <a:pt x="2774" y="322"/>
                </a:lnTo>
                <a:lnTo>
                  <a:pt x="2775" y="322"/>
                </a:lnTo>
                <a:lnTo>
                  <a:pt x="2776" y="324"/>
                </a:lnTo>
                <a:lnTo>
                  <a:pt x="2776" y="325"/>
                </a:lnTo>
                <a:lnTo>
                  <a:pt x="2776" y="326"/>
                </a:lnTo>
                <a:lnTo>
                  <a:pt x="2776" y="329"/>
                </a:lnTo>
                <a:lnTo>
                  <a:pt x="2775" y="332"/>
                </a:lnTo>
                <a:lnTo>
                  <a:pt x="2774" y="334"/>
                </a:lnTo>
                <a:lnTo>
                  <a:pt x="2773" y="338"/>
                </a:lnTo>
                <a:lnTo>
                  <a:pt x="2773" y="340"/>
                </a:lnTo>
                <a:lnTo>
                  <a:pt x="2773" y="342"/>
                </a:lnTo>
                <a:lnTo>
                  <a:pt x="2773" y="344"/>
                </a:lnTo>
                <a:lnTo>
                  <a:pt x="2774" y="346"/>
                </a:lnTo>
                <a:lnTo>
                  <a:pt x="2775" y="349"/>
                </a:lnTo>
                <a:lnTo>
                  <a:pt x="2777" y="350"/>
                </a:lnTo>
                <a:lnTo>
                  <a:pt x="2779" y="355"/>
                </a:lnTo>
                <a:lnTo>
                  <a:pt x="2781" y="356"/>
                </a:lnTo>
                <a:lnTo>
                  <a:pt x="2785" y="356"/>
                </a:lnTo>
                <a:lnTo>
                  <a:pt x="2787" y="357"/>
                </a:lnTo>
                <a:lnTo>
                  <a:pt x="2788" y="358"/>
                </a:lnTo>
                <a:lnTo>
                  <a:pt x="2789" y="360"/>
                </a:lnTo>
                <a:lnTo>
                  <a:pt x="2790" y="361"/>
                </a:lnTo>
                <a:lnTo>
                  <a:pt x="2791" y="362"/>
                </a:lnTo>
                <a:lnTo>
                  <a:pt x="2792" y="362"/>
                </a:lnTo>
                <a:lnTo>
                  <a:pt x="2793" y="361"/>
                </a:lnTo>
                <a:lnTo>
                  <a:pt x="2794" y="361"/>
                </a:lnTo>
                <a:lnTo>
                  <a:pt x="2794" y="362"/>
                </a:lnTo>
                <a:lnTo>
                  <a:pt x="2796" y="364"/>
                </a:lnTo>
                <a:lnTo>
                  <a:pt x="2800" y="366"/>
                </a:lnTo>
                <a:lnTo>
                  <a:pt x="2803" y="367"/>
                </a:lnTo>
                <a:lnTo>
                  <a:pt x="2807" y="370"/>
                </a:lnTo>
                <a:lnTo>
                  <a:pt x="2808" y="372"/>
                </a:lnTo>
                <a:lnTo>
                  <a:pt x="2809" y="373"/>
                </a:lnTo>
                <a:lnTo>
                  <a:pt x="2810" y="375"/>
                </a:lnTo>
                <a:lnTo>
                  <a:pt x="2812" y="376"/>
                </a:lnTo>
                <a:lnTo>
                  <a:pt x="2812" y="377"/>
                </a:lnTo>
                <a:lnTo>
                  <a:pt x="2808" y="376"/>
                </a:lnTo>
                <a:lnTo>
                  <a:pt x="2807" y="376"/>
                </a:lnTo>
                <a:lnTo>
                  <a:pt x="2806" y="376"/>
                </a:lnTo>
                <a:lnTo>
                  <a:pt x="2806" y="377"/>
                </a:lnTo>
                <a:lnTo>
                  <a:pt x="2805" y="378"/>
                </a:lnTo>
                <a:lnTo>
                  <a:pt x="2806" y="379"/>
                </a:lnTo>
                <a:lnTo>
                  <a:pt x="2806" y="380"/>
                </a:lnTo>
                <a:lnTo>
                  <a:pt x="2809" y="385"/>
                </a:lnTo>
                <a:lnTo>
                  <a:pt x="2809" y="390"/>
                </a:lnTo>
                <a:lnTo>
                  <a:pt x="2810" y="393"/>
                </a:lnTo>
                <a:lnTo>
                  <a:pt x="2810" y="396"/>
                </a:lnTo>
                <a:lnTo>
                  <a:pt x="2810" y="397"/>
                </a:lnTo>
                <a:lnTo>
                  <a:pt x="2811" y="399"/>
                </a:lnTo>
                <a:lnTo>
                  <a:pt x="2814" y="402"/>
                </a:lnTo>
                <a:lnTo>
                  <a:pt x="2817" y="406"/>
                </a:lnTo>
                <a:lnTo>
                  <a:pt x="2818" y="408"/>
                </a:lnTo>
                <a:lnTo>
                  <a:pt x="2818" y="411"/>
                </a:lnTo>
                <a:lnTo>
                  <a:pt x="2818" y="414"/>
                </a:lnTo>
                <a:lnTo>
                  <a:pt x="2818" y="416"/>
                </a:lnTo>
                <a:lnTo>
                  <a:pt x="2817" y="417"/>
                </a:lnTo>
                <a:lnTo>
                  <a:pt x="2817" y="418"/>
                </a:lnTo>
                <a:lnTo>
                  <a:pt x="2816" y="418"/>
                </a:lnTo>
                <a:lnTo>
                  <a:pt x="2815" y="419"/>
                </a:lnTo>
                <a:lnTo>
                  <a:pt x="2815" y="420"/>
                </a:lnTo>
                <a:lnTo>
                  <a:pt x="2815" y="421"/>
                </a:lnTo>
                <a:lnTo>
                  <a:pt x="2815" y="422"/>
                </a:lnTo>
                <a:lnTo>
                  <a:pt x="2815" y="424"/>
                </a:lnTo>
                <a:lnTo>
                  <a:pt x="2814" y="425"/>
                </a:lnTo>
                <a:lnTo>
                  <a:pt x="2815" y="426"/>
                </a:lnTo>
                <a:lnTo>
                  <a:pt x="2815" y="427"/>
                </a:lnTo>
                <a:lnTo>
                  <a:pt x="2816" y="427"/>
                </a:lnTo>
                <a:lnTo>
                  <a:pt x="2819" y="428"/>
                </a:lnTo>
                <a:lnTo>
                  <a:pt x="2820" y="428"/>
                </a:lnTo>
                <a:lnTo>
                  <a:pt x="2820" y="429"/>
                </a:lnTo>
                <a:lnTo>
                  <a:pt x="2821" y="431"/>
                </a:lnTo>
                <a:lnTo>
                  <a:pt x="2822" y="432"/>
                </a:lnTo>
                <a:lnTo>
                  <a:pt x="2822" y="433"/>
                </a:lnTo>
                <a:lnTo>
                  <a:pt x="2822" y="434"/>
                </a:lnTo>
                <a:lnTo>
                  <a:pt x="2820" y="435"/>
                </a:lnTo>
                <a:lnTo>
                  <a:pt x="2819" y="437"/>
                </a:lnTo>
                <a:lnTo>
                  <a:pt x="2818" y="438"/>
                </a:lnTo>
                <a:lnTo>
                  <a:pt x="2818" y="439"/>
                </a:lnTo>
                <a:lnTo>
                  <a:pt x="2819" y="441"/>
                </a:lnTo>
                <a:lnTo>
                  <a:pt x="2818" y="442"/>
                </a:lnTo>
                <a:lnTo>
                  <a:pt x="2817" y="443"/>
                </a:lnTo>
                <a:lnTo>
                  <a:pt x="2816" y="444"/>
                </a:lnTo>
                <a:lnTo>
                  <a:pt x="2815" y="444"/>
                </a:lnTo>
                <a:lnTo>
                  <a:pt x="2816" y="446"/>
                </a:lnTo>
                <a:lnTo>
                  <a:pt x="2818" y="450"/>
                </a:lnTo>
                <a:lnTo>
                  <a:pt x="2819" y="454"/>
                </a:lnTo>
                <a:lnTo>
                  <a:pt x="2820" y="461"/>
                </a:lnTo>
                <a:lnTo>
                  <a:pt x="2821" y="462"/>
                </a:lnTo>
                <a:lnTo>
                  <a:pt x="2822" y="463"/>
                </a:lnTo>
                <a:lnTo>
                  <a:pt x="2823" y="464"/>
                </a:lnTo>
                <a:lnTo>
                  <a:pt x="2822" y="466"/>
                </a:lnTo>
                <a:lnTo>
                  <a:pt x="2822" y="469"/>
                </a:lnTo>
                <a:lnTo>
                  <a:pt x="2825" y="473"/>
                </a:lnTo>
                <a:lnTo>
                  <a:pt x="2826" y="477"/>
                </a:lnTo>
                <a:lnTo>
                  <a:pt x="2827" y="478"/>
                </a:lnTo>
                <a:lnTo>
                  <a:pt x="2828" y="480"/>
                </a:lnTo>
                <a:lnTo>
                  <a:pt x="2829" y="481"/>
                </a:lnTo>
                <a:lnTo>
                  <a:pt x="2830" y="484"/>
                </a:lnTo>
                <a:lnTo>
                  <a:pt x="2830" y="485"/>
                </a:lnTo>
                <a:lnTo>
                  <a:pt x="2832" y="485"/>
                </a:lnTo>
                <a:lnTo>
                  <a:pt x="2833" y="486"/>
                </a:lnTo>
                <a:lnTo>
                  <a:pt x="2833" y="487"/>
                </a:lnTo>
                <a:lnTo>
                  <a:pt x="2832" y="488"/>
                </a:lnTo>
                <a:lnTo>
                  <a:pt x="2832" y="490"/>
                </a:lnTo>
                <a:lnTo>
                  <a:pt x="2833" y="493"/>
                </a:lnTo>
                <a:lnTo>
                  <a:pt x="2834" y="494"/>
                </a:lnTo>
                <a:lnTo>
                  <a:pt x="2836" y="496"/>
                </a:lnTo>
                <a:lnTo>
                  <a:pt x="2836" y="497"/>
                </a:lnTo>
                <a:lnTo>
                  <a:pt x="2837" y="500"/>
                </a:lnTo>
                <a:lnTo>
                  <a:pt x="2838" y="503"/>
                </a:lnTo>
                <a:lnTo>
                  <a:pt x="2840" y="505"/>
                </a:lnTo>
                <a:lnTo>
                  <a:pt x="2841" y="508"/>
                </a:lnTo>
                <a:lnTo>
                  <a:pt x="2842" y="510"/>
                </a:lnTo>
                <a:lnTo>
                  <a:pt x="2843" y="512"/>
                </a:lnTo>
                <a:lnTo>
                  <a:pt x="2843" y="513"/>
                </a:lnTo>
                <a:lnTo>
                  <a:pt x="2843" y="515"/>
                </a:lnTo>
                <a:lnTo>
                  <a:pt x="2844" y="516"/>
                </a:lnTo>
                <a:lnTo>
                  <a:pt x="2846" y="516"/>
                </a:lnTo>
                <a:lnTo>
                  <a:pt x="2848" y="516"/>
                </a:lnTo>
                <a:lnTo>
                  <a:pt x="2850" y="516"/>
                </a:lnTo>
                <a:lnTo>
                  <a:pt x="2853" y="517"/>
                </a:lnTo>
                <a:lnTo>
                  <a:pt x="2855" y="519"/>
                </a:lnTo>
                <a:lnTo>
                  <a:pt x="2856" y="520"/>
                </a:lnTo>
                <a:lnTo>
                  <a:pt x="2857" y="522"/>
                </a:lnTo>
                <a:lnTo>
                  <a:pt x="2859" y="524"/>
                </a:lnTo>
                <a:lnTo>
                  <a:pt x="2861" y="524"/>
                </a:lnTo>
                <a:lnTo>
                  <a:pt x="2862" y="526"/>
                </a:lnTo>
                <a:lnTo>
                  <a:pt x="2862" y="527"/>
                </a:lnTo>
                <a:lnTo>
                  <a:pt x="2864" y="529"/>
                </a:lnTo>
                <a:lnTo>
                  <a:pt x="2864" y="531"/>
                </a:lnTo>
                <a:lnTo>
                  <a:pt x="2863" y="533"/>
                </a:lnTo>
                <a:lnTo>
                  <a:pt x="2863" y="534"/>
                </a:lnTo>
                <a:lnTo>
                  <a:pt x="2863" y="535"/>
                </a:lnTo>
                <a:lnTo>
                  <a:pt x="2863" y="536"/>
                </a:lnTo>
                <a:lnTo>
                  <a:pt x="2863" y="537"/>
                </a:lnTo>
                <a:lnTo>
                  <a:pt x="2864" y="539"/>
                </a:lnTo>
                <a:lnTo>
                  <a:pt x="2864" y="540"/>
                </a:lnTo>
                <a:lnTo>
                  <a:pt x="2865" y="541"/>
                </a:lnTo>
                <a:lnTo>
                  <a:pt x="2867" y="542"/>
                </a:lnTo>
                <a:lnTo>
                  <a:pt x="2867" y="543"/>
                </a:lnTo>
                <a:lnTo>
                  <a:pt x="2866" y="548"/>
                </a:lnTo>
                <a:lnTo>
                  <a:pt x="2865" y="550"/>
                </a:lnTo>
                <a:lnTo>
                  <a:pt x="2864" y="552"/>
                </a:lnTo>
                <a:lnTo>
                  <a:pt x="2864" y="553"/>
                </a:lnTo>
                <a:lnTo>
                  <a:pt x="2867" y="559"/>
                </a:lnTo>
                <a:lnTo>
                  <a:pt x="2869" y="560"/>
                </a:lnTo>
                <a:lnTo>
                  <a:pt x="2869" y="561"/>
                </a:lnTo>
                <a:lnTo>
                  <a:pt x="2869" y="562"/>
                </a:lnTo>
                <a:lnTo>
                  <a:pt x="2869" y="565"/>
                </a:lnTo>
                <a:lnTo>
                  <a:pt x="2870" y="565"/>
                </a:lnTo>
                <a:lnTo>
                  <a:pt x="2871" y="566"/>
                </a:lnTo>
                <a:lnTo>
                  <a:pt x="2872" y="567"/>
                </a:lnTo>
                <a:lnTo>
                  <a:pt x="2873" y="568"/>
                </a:lnTo>
                <a:lnTo>
                  <a:pt x="2873" y="569"/>
                </a:lnTo>
                <a:lnTo>
                  <a:pt x="2873" y="570"/>
                </a:lnTo>
                <a:lnTo>
                  <a:pt x="2875" y="576"/>
                </a:lnTo>
                <a:lnTo>
                  <a:pt x="2876" y="578"/>
                </a:lnTo>
                <a:lnTo>
                  <a:pt x="2872" y="587"/>
                </a:lnTo>
                <a:lnTo>
                  <a:pt x="2868" y="598"/>
                </a:lnTo>
                <a:lnTo>
                  <a:pt x="2867" y="603"/>
                </a:lnTo>
                <a:lnTo>
                  <a:pt x="2867" y="604"/>
                </a:lnTo>
                <a:lnTo>
                  <a:pt x="2868" y="605"/>
                </a:lnTo>
                <a:lnTo>
                  <a:pt x="2874" y="606"/>
                </a:lnTo>
                <a:lnTo>
                  <a:pt x="2874" y="607"/>
                </a:lnTo>
                <a:lnTo>
                  <a:pt x="2874" y="608"/>
                </a:lnTo>
                <a:lnTo>
                  <a:pt x="2874" y="611"/>
                </a:lnTo>
                <a:lnTo>
                  <a:pt x="2874" y="612"/>
                </a:lnTo>
                <a:lnTo>
                  <a:pt x="2872" y="614"/>
                </a:lnTo>
                <a:lnTo>
                  <a:pt x="2872" y="615"/>
                </a:lnTo>
                <a:lnTo>
                  <a:pt x="2871" y="617"/>
                </a:lnTo>
                <a:lnTo>
                  <a:pt x="2870" y="620"/>
                </a:lnTo>
                <a:lnTo>
                  <a:pt x="2867" y="621"/>
                </a:lnTo>
                <a:lnTo>
                  <a:pt x="2867" y="622"/>
                </a:lnTo>
                <a:lnTo>
                  <a:pt x="2867" y="624"/>
                </a:lnTo>
                <a:lnTo>
                  <a:pt x="2865" y="626"/>
                </a:lnTo>
                <a:lnTo>
                  <a:pt x="2864" y="628"/>
                </a:lnTo>
                <a:lnTo>
                  <a:pt x="2864" y="633"/>
                </a:lnTo>
                <a:lnTo>
                  <a:pt x="2860" y="635"/>
                </a:lnTo>
                <a:lnTo>
                  <a:pt x="2859" y="636"/>
                </a:lnTo>
                <a:lnTo>
                  <a:pt x="2859" y="638"/>
                </a:lnTo>
                <a:lnTo>
                  <a:pt x="2858" y="640"/>
                </a:lnTo>
                <a:lnTo>
                  <a:pt x="2857" y="643"/>
                </a:lnTo>
                <a:lnTo>
                  <a:pt x="2856" y="645"/>
                </a:lnTo>
                <a:lnTo>
                  <a:pt x="2854" y="647"/>
                </a:lnTo>
                <a:lnTo>
                  <a:pt x="2851" y="650"/>
                </a:lnTo>
                <a:lnTo>
                  <a:pt x="2848" y="652"/>
                </a:lnTo>
                <a:lnTo>
                  <a:pt x="2846" y="654"/>
                </a:lnTo>
                <a:lnTo>
                  <a:pt x="2845" y="654"/>
                </a:lnTo>
                <a:lnTo>
                  <a:pt x="2845" y="655"/>
                </a:lnTo>
                <a:lnTo>
                  <a:pt x="2844" y="656"/>
                </a:lnTo>
                <a:lnTo>
                  <a:pt x="2843" y="656"/>
                </a:lnTo>
                <a:lnTo>
                  <a:pt x="2842" y="657"/>
                </a:lnTo>
                <a:lnTo>
                  <a:pt x="2842" y="659"/>
                </a:lnTo>
                <a:lnTo>
                  <a:pt x="2844" y="663"/>
                </a:lnTo>
                <a:lnTo>
                  <a:pt x="2845" y="665"/>
                </a:lnTo>
                <a:lnTo>
                  <a:pt x="2845" y="666"/>
                </a:lnTo>
                <a:lnTo>
                  <a:pt x="2848" y="673"/>
                </a:lnTo>
                <a:lnTo>
                  <a:pt x="2846" y="676"/>
                </a:lnTo>
                <a:lnTo>
                  <a:pt x="2850" y="690"/>
                </a:lnTo>
                <a:lnTo>
                  <a:pt x="2854" y="696"/>
                </a:lnTo>
                <a:lnTo>
                  <a:pt x="2852" y="706"/>
                </a:lnTo>
                <a:lnTo>
                  <a:pt x="2851" y="708"/>
                </a:lnTo>
                <a:lnTo>
                  <a:pt x="2851" y="709"/>
                </a:lnTo>
                <a:lnTo>
                  <a:pt x="2852" y="710"/>
                </a:lnTo>
                <a:lnTo>
                  <a:pt x="2853" y="711"/>
                </a:lnTo>
                <a:lnTo>
                  <a:pt x="2853" y="714"/>
                </a:lnTo>
                <a:lnTo>
                  <a:pt x="2852" y="716"/>
                </a:lnTo>
                <a:lnTo>
                  <a:pt x="2852" y="717"/>
                </a:lnTo>
                <a:lnTo>
                  <a:pt x="2850" y="719"/>
                </a:lnTo>
                <a:lnTo>
                  <a:pt x="2848" y="721"/>
                </a:lnTo>
                <a:lnTo>
                  <a:pt x="2846" y="722"/>
                </a:lnTo>
                <a:lnTo>
                  <a:pt x="2838" y="729"/>
                </a:lnTo>
                <a:lnTo>
                  <a:pt x="2833" y="733"/>
                </a:lnTo>
                <a:lnTo>
                  <a:pt x="2830" y="736"/>
                </a:lnTo>
                <a:lnTo>
                  <a:pt x="2823" y="742"/>
                </a:lnTo>
                <a:lnTo>
                  <a:pt x="2810" y="757"/>
                </a:lnTo>
                <a:lnTo>
                  <a:pt x="2800" y="772"/>
                </a:lnTo>
                <a:lnTo>
                  <a:pt x="2791" y="796"/>
                </a:lnTo>
                <a:lnTo>
                  <a:pt x="2788" y="808"/>
                </a:lnTo>
                <a:lnTo>
                  <a:pt x="2787" y="814"/>
                </a:lnTo>
                <a:lnTo>
                  <a:pt x="2787" y="819"/>
                </a:lnTo>
                <a:lnTo>
                  <a:pt x="2788" y="822"/>
                </a:lnTo>
                <a:lnTo>
                  <a:pt x="2788" y="823"/>
                </a:lnTo>
                <a:lnTo>
                  <a:pt x="2790" y="824"/>
                </a:lnTo>
                <a:lnTo>
                  <a:pt x="2792" y="826"/>
                </a:lnTo>
                <a:lnTo>
                  <a:pt x="2795" y="829"/>
                </a:lnTo>
                <a:lnTo>
                  <a:pt x="2798" y="832"/>
                </a:lnTo>
                <a:lnTo>
                  <a:pt x="2799" y="833"/>
                </a:lnTo>
                <a:lnTo>
                  <a:pt x="2799" y="838"/>
                </a:lnTo>
                <a:lnTo>
                  <a:pt x="2799" y="841"/>
                </a:lnTo>
                <a:lnTo>
                  <a:pt x="2800" y="847"/>
                </a:lnTo>
                <a:lnTo>
                  <a:pt x="2801" y="855"/>
                </a:lnTo>
                <a:lnTo>
                  <a:pt x="2801" y="859"/>
                </a:lnTo>
                <a:lnTo>
                  <a:pt x="2800" y="862"/>
                </a:lnTo>
                <a:lnTo>
                  <a:pt x="2804" y="861"/>
                </a:lnTo>
                <a:lnTo>
                  <a:pt x="2809" y="866"/>
                </a:lnTo>
                <a:lnTo>
                  <a:pt x="2811" y="873"/>
                </a:lnTo>
                <a:lnTo>
                  <a:pt x="2806" y="881"/>
                </a:lnTo>
                <a:lnTo>
                  <a:pt x="2808" y="883"/>
                </a:lnTo>
                <a:lnTo>
                  <a:pt x="2807" y="884"/>
                </a:lnTo>
                <a:lnTo>
                  <a:pt x="2819" y="884"/>
                </a:lnTo>
                <a:lnTo>
                  <a:pt x="2824" y="881"/>
                </a:lnTo>
                <a:lnTo>
                  <a:pt x="2828" y="882"/>
                </a:lnTo>
                <a:lnTo>
                  <a:pt x="2832" y="884"/>
                </a:lnTo>
                <a:lnTo>
                  <a:pt x="2837" y="883"/>
                </a:lnTo>
                <a:lnTo>
                  <a:pt x="2839" y="883"/>
                </a:lnTo>
                <a:lnTo>
                  <a:pt x="2841" y="885"/>
                </a:lnTo>
                <a:lnTo>
                  <a:pt x="2843" y="884"/>
                </a:lnTo>
                <a:lnTo>
                  <a:pt x="2845" y="886"/>
                </a:lnTo>
                <a:lnTo>
                  <a:pt x="2849" y="888"/>
                </a:lnTo>
                <a:lnTo>
                  <a:pt x="2848" y="891"/>
                </a:lnTo>
                <a:lnTo>
                  <a:pt x="2849" y="892"/>
                </a:lnTo>
                <a:lnTo>
                  <a:pt x="2849" y="893"/>
                </a:lnTo>
                <a:lnTo>
                  <a:pt x="2851" y="896"/>
                </a:lnTo>
                <a:lnTo>
                  <a:pt x="2851" y="897"/>
                </a:lnTo>
                <a:lnTo>
                  <a:pt x="2853" y="898"/>
                </a:lnTo>
                <a:lnTo>
                  <a:pt x="2855" y="898"/>
                </a:lnTo>
                <a:lnTo>
                  <a:pt x="2856" y="899"/>
                </a:lnTo>
                <a:lnTo>
                  <a:pt x="2857" y="901"/>
                </a:lnTo>
                <a:lnTo>
                  <a:pt x="2857" y="902"/>
                </a:lnTo>
                <a:lnTo>
                  <a:pt x="2857" y="903"/>
                </a:lnTo>
                <a:lnTo>
                  <a:pt x="2859" y="903"/>
                </a:lnTo>
                <a:lnTo>
                  <a:pt x="2862" y="904"/>
                </a:lnTo>
                <a:lnTo>
                  <a:pt x="2865" y="905"/>
                </a:lnTo>
                <a:lnTo>
                  <a:pt x="2870" y="906"/>
                </a:lnTo>
                <a:lnTo>
                  <a:pt x="2872" y="908"/>
                </a:lnTo>
                <a:lnTo>
                  <a:pt x="2875" y="910"/>
                </a:lnTo>
                <a:lnTo>
                  <a:pt x="2877" y="910"/>
                </a:lnTo>
                <a:lnTo>
                  <a:pt x="2878" y="907"/>
                </a:lnTo>
                <a:lnTo>
                  <a:pt x="2884" y="902"/>
                </a:lnTo>
                <a:lnTo>
                  <a:pt x="2885" y="902"/>
                </a:lnTo>
                <a:lnTo>
                  <a:pt x="2887" y="902"/>
                </a:lnTo>
                <a:lnTo>
                  <a:pt x="2888" y="904"/>
                </a:lnTo>
                <a:lnTo>
                  <a:pt x="2890" y="907"/>
                </a:lnTo>
                <a:lnTo>
                  <a:pt x="2892" y="910"/>
                </a:lnTo>
                <a:lnTo>
                  <a:pt x="2893" y="913"/>
                </a:lnTo>
                <a:lnTo>
                  <a:pt x="2893" y="914"/>
                </a:lnTo>
                <a:lnTo>
                  <a:pt x="2893" y="915"/>
                </a:lnTo>
                <a:lnTo>
                  <a:pt x="2898" y="918"/>
                </a:lnTo>
                <a:lnTo>
                  <a:pt x="2901" y="922"/>
                </a:lnTo>
                <a:lnTo>
                  <a:pt x="2903" y="921"/>
                </a:lnTo>
                <a:lnTo>
                  <a:pt x="2904" y="920"/>
                </a:lnTo>
                <a:lnTo>
                  <a:pt x="2909" y="924"/>
                </a:lnTo>
                <a:lnTo>
                  <a:pt x="2916" y="925"/>
                </a:lnTo>
                <a:lnTo>
                  <a:pt x="2918" y="925"/>
                </a:lnTo>
                <a:lnTo>
                  <a:pt x="2921" y="926"/>
                </a:lnTo>
                <a:lnTo>
                  <a:pt x="2923" y="925"/>
                </a:lnTo>
                <a:lnTo>
                  <a:pt x="2936" y="924"/>
                </a:lnTo>
                <a:lnTo>
                  <a:pt x="2948" y="927"/>
                </a:lnTo>
                <a:lnTo>
                  <a:pt x="2955" y="927"/>
                </a:lnTo>
                <a:lnTo>
                  <a:pt x="2959" y="928"/>
                </a:lnTo>
                <a:lnTo>
                  <a:pt x="2962" y="928"/>
                </a:lnTo>
                <a:lnTo>
                  <a:pt x="2964" y="928"/>
                </a:lnTo>
                <a:lnTo>
                  <a:pt x="2971" y="929"/>
                </a:lnTo>
                <a:lnTo>
                  <a:pt x="2978" y="930"/>
                </a:lnTo>
                <a:lnTo>
                  <a:pt x="2984" y="936"/>
                </a:lnTo>
                <a:lnTo>
                  <a:pt x="2991" y="942"/>
                </a:lnTo>
                <a:lnTo>
                  <a:pt x="2996" y="946"/>
                </a:lnTo>
                <a:lnTo>
                  <a:pt x="2998" y="945"/>
                </a:lnTo>
                <a:lnTo>
                  <a:pt x="3000" y="946"/>
                </a:lnTo>
                <a:lnTo>
                  <a:pt x="3007" y="945"/>
                </a:lnTo>
                <a:lnTo>
                  <a:pt x="3011" y="948"/>
                </a:lnTo>
                <a:lnTo>
                  <a:pt x="3021" y="949"/>
                </a:lnTo>
                <a:lnTo>
                  <a:pt x="3031" y="954"/>
                </a:lnTo>
                <a:lnTo>
                  <a:pt x="3036" y="953"/>
                </a:lnTo>
                <a:lnTo>
                  <a:pt x="3040" y="951"/>
                </a:lnTo>
                <a:lnTo>
                  <a:pt x="3043" y="952"/>
                </a:lnTo>
                <a:lnTo>
                  <a:pt x="3047" y="952"/>
                </a:lnTo>
                <a:lnTo>
                  <a:pt x="3050" y="952"/>
                </a:lnTo>
                <a:lnTo>
                  <a:pt x="3055" y="952"/>
                </a:lnTo>
                <a:lnTo>
                  <a:pt x="3060" y="952"/>
                </a:lnTo>
                <a:lnTo>
                  <a:pt x="3064" y="951"/>
                </a:lnTo>
                <a:lnTo>
                  <a:pt x="3066" y="951"/>
                </a:lnTo>
                <a:lnTo>
                  <a:pt x="3067" y="951"/>
                </a:lnTo>
                <a:lnTo>
                  <a:pt x="3070" y="950"/>
                </a:lnTo>
                <a:lnTo>
                  <a:pt x="3074" y="950"/>
                </a:lnTo>
                <a:lnTo>
                  <a:pt x="3083" y="953"/>
                </a:lnTo>
                <a:lnTo>
                  <a:pt x="3088" y="951"/>
                </a:lnTo>
                <a:lnTo>
                  <a:pt x="3089" y="951"/>
                </a:lnTo>
                <a:lnTo>
                  <a:pt x="3091" y="953"/>
                </a:lnTo>
                <a:lnTo>
                  <a:pt x="3092" y="954"/>
                </a:lnTo>
                <a:lnTo>
                  <a:pt x="3094" y="954"/>
                </a:lnTo>
                <a:lnTo>
                  <a:pt x="3095" y="957"/>
                </a:lnTo>
                <a:lnTo>
                  <a:pt x="3095" y="958"/>
                </a:lnTo>
                <a:lnTo>
                  <a:pt x="3096" y="958"/>
                </a:lnTo>
                <a:lnTo>
                  <a:pt x="3101" y="959"/>
                </a:lnTo>
                <a:lnTo>
                  <a:pt x="3101" y="960"/>
                </a:lnTo>
                <a:lnTo>
                  <a:pt x="3102" y="961"/>
                </a:lnTo>
                <a:lnTo>
                  <a:pt x="3102" y="962"/>
                </a:lnTo>
                <a:lnTo>
                  <a:pt x="3103" y="962"/>
                </a:lnTo>
                <a:lnTo>
                  <a:pt x="3104" y="962"/>
                </a:lnTo>
                <a:lnTo>
                  <a:pt x="3105" y="961"/>
                </a:lnTo>
                <a:lnTo>
                  <a:pt x="3107" y="961"/>
                </a:lnTo>
                <a:lnTo>
                  <a:pt x="3108" y="961"/>
                </a:lnTo>
                <a:lnTo>
                  <a:pt x="3110" y="960"/>
                </a:lnTo>
                <a:lnTo>
                  <a:pt x="3112" y="960"/>
                </a:lnTo>
                <a:lnTo>
                  <a:pt x="3113" y="961"/>
                </a:lnTo>
                <a:lnTo>
                  <a:pt x="3117" y="963"/>
                </a:lnTo>
                <a:lnTo>
                  <a:pt x="3118" y="963"/>
                </a:lnTo>
                <a:lnTo>
                  <a:pt x="3125" y="963"/>
                </a:lnTo>
                <a:lnTo>
                  <a:pt x="3127" y="963"/>
                </a:lnTo>
                <a:lnTo>
                  <a:pt x="3129" y="963"/>
                </a:lnTo>
                <a:lnTo>
                  <a:pt x="3138" y="968"/>
                </a:lnTo>
                <a:lnTo>
                  <a:pt x="3140" y="969"/>
                </a:lnTo>
                <a:lnTo>
                  <a:pt x="3142" y="970"/>
                </a:lnTo>
                <a:lnTo>
                  <a:pt x="3145" y="971"/>
                </a:lnTo>
                <a:lnTo>
                  <a:pt x="3148" y="972"/>
                </a:lnTo>
                <a:lnTo>
                  <a:pt x="3149" y="972"/>
                </a:lnTo>
                <a:lnTo>
                  <a:pt x="3149" y="970"/>
                </a:lnTo>
                <a:lnTo>
                  <a:pt x="3150" y="970"/>
                </a:lnTo>
                <a:lnTo>
                  <a:pt x="3153" y="971"/>
                </a:lnTo>
                <a:lnTo>
                  <a:pt x="3156" y="972"/>
                </a:lnTo>
                <a:lnTo>
                  <a:pt x="3157" y="973"/>
                </a:lnTo>
                <a:lnTo>
                  <a:pt x="3159" y="974"/>
                </a:lnTo>
                <a:lnTo>
                  <a:pt x="3161" y="974"/>
                </a:lnTo>
                <a:lnTo>
                  <a:pt x="3162" y="975"/>
                </a:lnTo>
                <a:lnTo>
                  <a:pt x="3162" y="976"/>
                </a:lnTo>
                <a:lnTo>
                  <a:pt x="3163" y="977"/>
                </a:lnTo>
                <a:lnTo>
                  <a:pt x="3165" y="979"/>
                </a:lnTo>
                <a:lnTo>
                  <a:pt x="3166" y="980"/>
                </a:lnTo>
                <a:lnTo>
                  <a:pt x="3168" y="979"/>
                </a:lnTo>
                <a:lnTo>
                  <a:pt x="3170" y="980"/>
                </a:lnTo>
                <a:lnTo>
                  <a:pt x="3172" y="979"/>
                </a:lnTo>
                <a:lnTo>
                  <a:pt x="3173" y="979"/>
                </a:lnTo>
                <a:lnTo>
                  <a:pt x="3174" y="980"/>
                </a:lnTo>
                <a:lnTo>
                  <a:pt x="3175" y="981"/>
                </a:lnTo>
                <a:lnTo>
                  <a:pt x="3176" y="980"/>
                </a:lnTo>
                <a:lnTo>
                  <a:pt x="3176" y="978"/>
                </a:lnTo>
                <a:lnTo>
                  <a:pt x="3177" y="978"/>
                </a:lnTo>
                <a:lnTo>
                  <a:pt x="3178" y="980"/>
                </a:lnTo>
                <a:lnTo>
                  <a:pt x="3182" y="983"/>
                </a:lnTo>
                <a:lnTo>
                  <a:pt x="3185" y="985"/>
                </a:lnTo>
                <a:lnTo>
                  <a:pt x="3187" y="986"/>
                </a:lnTo>
                <a:lnTo>
                  <a:pt x="3191" y="988"/>
                </a:lnTo>
                <a:lnTo>
                  <a:pt x="3194" y="990"/>
                </a:lnTo>
                <a:lnTo>
                  <a:pt x="3196" y="991"/>
                </a:lnTo>
                <a:lnTo>
                  <a:pt x="3198" y="993"/>
                </a:lnTo>
                <a:lnTo>
                  <a:pt x="3200" y="995"/>
                </a:lnTo>
                <a:lnTo>
                  <a:pt x="3201" y="995"/>
                </a:lnTo>
                <a:lnTo>
                  <a:pt x="3204" y="996"/>
                </a:lnTo>
                <a:lnTo>
                  <a:pt x="3204" y="998"/>
                </a:lnTo>
                <a:lnTo>
                  <a:pt x="3204" y="1001"/>
                </a:lnTo>
                <a:lnTo>
                  <a:pt x="3205" y="1002"/>
                </a:lnTo>
                <a:lnTo>
                  <a:pt x="3206" y="1004"/>
                </a:lnTo>
                <a:lnTo>
                  <a:pt x="3210" y="1006"/>
                </a:lnTo>
                <a:lnTo>
                  <a:pt x="3216" y="1011"/>
                </a:lnTo>
                <a:lnTo>
                  <a:pt x="3219" y="1012"/>
                </a:lnTo>
                <a:lnTo>
                  <a:pt x="3229" y="1019"/>
                </a:lnTo>
                <a:lnTo>
                  <a:pt x="3235" y="1024"/>
                </a:lnTo>
                <a:lnTo>
                  <a:pt x="3240" y="1027"/>
                </a:lnTo>
                <a:lnTo>
                  <a:pt x="3245" y="1031"/>
                </a:lnTo>
                <a:lnTo>
                  <a:pt x="3250" y="1035"/>
                </a:lnTo>
                <a:lnTo>
                  <a:pt x="3262" y="1046"/>
                </a:lnTo>
                <a:lnTo>
                  <a:pt x="3267" y="1048"/>
                </a:lnTo>
                <a:lnTo>
                  <a:pt x="3271" y="1051"/>
                </a:lnTo>
                <a:lnTo>
                  <a:pt x="3272" y="1053"/>
                </a:lnTo>
                <a:lnTo>
                  <a:pt x="3272" y="1055"/>
                </a:lnTo>
                <a:lnTo>
                  <a:pt x="3276" y="1062"/>
                </a:lnTo>
                <a:lnTo>
                  <a:pt x="3279" y="1065"/>
                </a:lnTo>
                <a:lnTo>
                  <a:pt x="3285" y="1069"/>
                </a:lnTo>
                <a:lnTo>
                  <a:pt x="3286" y="1070"/>
                </a:lnTo>
                <a:lnTo>
                  <a:pt x="3287" y="1074"/>
                </a:lnTo>
                <a:lnTo>
                  <a:pt x="3288" y="1078"/>
                </a:lnTo>
                <a:lnTo>
                  <a:pt x="3288" y="1080"/>
                </a:lnTo>
                <a:lnTo>
                  <a:pt x="3287" y="1082"/>
                </a:lnTo>
                <a:lnTo>
                  <a:pt x="3287" y="1083"/>
                </a:lnTo>
                <a:lnTo>
                  <a:pt x="3288" y="1084"/>
                </a:lnTo>
                <a:lnTo>
                  <a:pt x="3292" y="1083"/>
                </a:lnTo>
                <a:lnTo>
                  <a:pt x="3295" y="1084"/>
                </a:lnTo>
                <a:lnTo>
                  <a:pt x="3300" y="1085"/>
                </a:lnTo>
                <a:lnTo>
                  <a:pt x="3306" y="1088"/>
                </a:lnTo>
                <a:lnTo>
                  <a:pt x="3313" y="1096"/>
                </a:lnTo>
                <a:lnTo>
                  <a:pt x="3323" y="1101"/>
                </a:lnTo>
                <a:lnTo>
                  <a:pt x="3331" y="1114"/>
                </a:lnTo>
                <a:lnTo>
                  <a:pt x="3333" y="1116"/>
                </a:lnTo>
                <a:lnTo>
                  <a:pt x="3336" y="1123"/>
                </a:lnTo>
                <a:lnTo>
                  <a:pt x="3338" y="1126"/>
                </a:lnTo>
                <a:lnTo>
                  <a:pt x="3341" y="1126"/>
                </a:lnTo>
                <a:lnTo>
                  <a:pt x="3343" y="1126"/>
                </a:lnTo>
                <a:lnTo>
                  <a:pt x="3345" y="1126"/>
                </a:lnTo>
                <a:lnTo>
                  <a:pt x="3347" y="1128"/>
                </a:lnTo>
                <a:lnTo>
                  <a:pt x="3349" y="1129"/>
                </a:lnTo>
                <a:lnTo>
                  <a:pt x="3350" y="1130"/>
                </a:lnTo>
                <a:lnTo>
                  <a:pt x="3352" y="1131"/>
                </a:lnTo>
                <a:lnTo>
                  <a:pt x="3354" y="1132"/>
                </a:lnTo>
                <a:lnTo>
                  <a:pt x="3356" y="1133"/>
                </a:lnTo>
                <a:lnTo>
                  <a:pt x="3359" y="1134"/>
                </a:lnTo>
                <a:lnTo>
                  <a:pt x="3360" y="1134"/>
                </a:lnTo>
                <a:lnTo>
                  <a:pt x="3361" y="1134"/>
                </a:lnTo>
                <a:lnTo>
                  <a:pt x="3361" y="1135"/>
                </a:lnTo>
                <a:lnTo>
                  <a:pt x="3362" y="1136"/>
                </a:lnTo>
                <a:lnTo>
                  <a:pt x="3364" y="1136"/>
                </a:lnTo>
                <a:lnTo>
                  <a:pt x="3365" y="1137"/>
                </a:lnTo>
                <a:lnTo>
                  <a:pt x="3367" y="1138"/>
                </a:lnTo>
                <a:lnTo>
                  <a:pt x="3368" y="1139"/>
                </a:lnTo>
                <a:lnTo>
                  <a:pt x="3368" y="1141"/>
                </a:lnTo>
                <a:lnTo>
                  <a:pt x="3369" y="1142"/>
                </a:lnTo>
                <a:lnTo>
                  <a:pt x="3372" y="1145"/>
                </a:lnTo>
                <a:lnTo>
                  <a:pt x="3375" y="1148"/>
                </a:lnTo>
                <a:lnTo>
                  <a:pt x="3380" y="1147"/>
                </a:lnTo>
                <a:lnTo>
                  <a:pt x="3393" y="1146"/>
                </a:lnTo>
                <a:lnTo>
                  <a:pt x="3403" y="1147"/>
                </a:lnTo>
                <a:lnTo>
                  <a:pt x="3421" y="1146"/>
                </a:lnTo>
                <a:lnTo>
                  <a:pt x="3435" y="1145"/>
                </a:lnTo>
                <a:lnTo>
                  <a:pt x="3438" y="1148"/>
                </a:lnTo>
                <a:lnTo>
                  <a:pt x="3437" y="1151"/>
                </a:lnTo>
                <a:lnTo>
                  <a:pt x="3434" y="1155"/>
                </a:lnTo>
                <a:lnTo>
                  <a:pt x="3428" y="1159"/>
                </a:lnTo>
                <a:lnTo>
                  <a:pt x="3425" y="1170"/>
                </a:lnTo>
                <a:lnTo>
                  <a:pt x="3422" y="1187"/>
                </a:lnTo>
                <a:lnTo>
                  <a:pt x="3417" y="1199"/>
                </a:lnTo>
                <a:lnTo>
                  <a:pt x="3425" y="1200"/>
                </a:lnTo>
                <a:lnTo>
                  <a:pt x="3432" y="1204"/>
                </a:lnTo>
                <a:lnTo>
                  <a:pt x="3439" y="1205"/>
                </a:lnTo>
                <a:lnTo>
                  <a:pt x="3446" y="1206"/>
                </a:lnTo>
                <a:lnTo>
                  <a:pt x="3446" y="1207"/>
                </a:lnTo>
                <a:lnTo>
                  <a:pt x="3449" y="1215"/>
                </a:lnTo>
                <a:lnTo>
                  <a:pt x="3451" y="1219"/>
                </a:lnTo>
                <a:lnTo>
                  <a:pt x="3452" y="1223"/>
                </a:lnTo>
                <a:lnTo>
                  <a:pt x="3453" y="1227"/>
                </a:lnTo>
                <a:lnTo>
                  <a:pt x="3455" y="1232"/>
                </a:lnTo>
                <a:lnTo>
                  <a:pt x="3457" y="1239"/>
                </a:lnTo>
                <a:lnTo>
                  <a:pt x="3460" y="1255"/>
                </a:lnTo>
                <a:lnTo>
                  <a:pt x="3463" y="1266"/>
                </a:lnTo>
                <a:lnTo>
                  <a:pt x="3466" y="1278"/>
                </a:lnTo>
                <a:lnTo>
                  <a:pt x="3467" y="1281"/>
                </a:lnTo>
                <a:lnTo>
                  <a:pt x="3468" y="1289"/>
                </a:lnTo>
                <a:lnTo>
                  <a:pt x="3469" y="1293"/>
                </a:lnTo>
                <a:lnTo>
                  <a:pt x="3478" y="1319"/>
                </a:lnTo>
                <a:lnTo>
                  <a:pt x="3483" y="1332"/>
                </a:lnTo>
                <a:lnTo>
                  <a:pt x="3484" y="1360"/>
                </a:lnTo>
                <a:lnTo>
                  <a:pt x="3488" y="1369"/>
                </a:lnTo>
                <a:lnTo>
                  <a:pt x="3491" y="1374"/>
                </a:lnTo>
                <a:lnTo>
                  <a:pt x="3500" y="1384"/>
                </a:lnTo>
                <a:lnTo>
                  <a:pt x="3500" y="1385"/>
                </a:lnTo>
                <a:lnTo>
                  <a:pt x="3515" y="1403"/>
                </a:lnTo>
                <a:lnTo>
                  <a:pt x="3548" y="1445"/>
                </a:lnTo>
                <a:lnTo>
                  <a:pt x="3548" y="1481"/>
                </a:lnTo>
                <a:close/>
              </a:path>
            </a:pathLst>
          </a:custGeom>
          <a:solidFill>
            <a:srgbClr val="FFE89C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3" name=""/>
          <p:cNvSpPr/>
          <p:nvPr/>
        </p:nvSpPr>
        <p:spPr>
          <a:xfrm>
            <a:off x="6955920" y="2119680"/>
            <a:ext cx="586080" cy="600120"/>
          </a:xfrm>
          <a:custGeom>
            <a:avLst/>
            <a:gdLst/>
            <a:ahLst/>
            <a:rect l="0" t="0" r="r" b="b"/>
            <a:pathLst>
              <a:path w="1628" h="1667">
                <a:moveTo>
                  <a:pt x="361" y="0"/>
                </a:moveTo>
                <a:lnTo>
                  <a:pt x="361" y="1"/>
                </a:lnTo>
                <a:lnTo>
                  <a:pt x="361" y="2"/>
                </a:lnTo>
                <a:lnTo>
                  <a:pt x="361" y="3"/>
                </a:lnTo>
                <a:lnTo>
                  <a:pt x="362" y="4"/>
                </a:lnTo>
                <a:lnTo>
                  <a:pt x="362" y="5"/>
                </a:lnTo>
                <a:lnTo>
                  <a:pt x="361" y="6"/>
                </a:lnTo>
                <a:lnTo>
                  <a:pt x="361" y="7"/>
                </a:lnTo>
                <a:lnTo>
                  <a:pt x="360" y="8"/>
                </a:lnTo>
                <a:lnTo>
                  <a:pt x="360" y="15"/>
                </a:lnTo>
                <a:lnTo>
                  <a:pt x="360" y="16"/>
                </a:lnTo>
                <a:lnTo>
                  <a:pt x="359" y="16"/>
                </a:lnTo>
                <a:lnTo>
                  <a:pt x="359" y="17"/>
                </a:lnTo>
                <a:lnTo>
                  <a:pt x="359" y="18"/>
                </a:lnTo>
                <a:lnTo>
                  <a:pt x="360" y="18"/>
                </a:lnTo>
                <a:lnTo>
                  <a:pt x="360" y="19"/>
                </a:lnTo>
                <a:lnTo>
                  <a:pt x="360" y="20"/>
                </a:lnTo>
                <a:lnTo>
                  <a:pt x="360" y="21"/>
                </a:lnTo>
                <a:lnTo>
                  <a:pt x="360" y="23"/>
                </a:lnTo>
                <a:lnTo>
                  <a:pt x="360" y="24"/>
                </a:lnTo>
                <a:lnTo>
                  <a:pt x="360" y="25"/>
                </a:lnTo>
                <a:lnTo>
                  <a:pt x="359" y="30"/>
                </a:lnTo>
                <a:lnTo>
                  <a:pt x="359" y="31"/>
                </a:lnTo>
                <a:lnTo>
                  <a:pt x="360" y="32"/>
                </a:lnTo>
                <a:lnTo>
                  <a:pt x="360" y="34"/>
                </a:lnTo>
                <a:lnTo>
                  <a:pt x="360" y="39"/>
                </a:lnTo>
                <a:lnTo>
                  <a:pt x="360" y="40"/>
                </a:lnTo>
                <a:lnTo>
                  <a:pt x="361" y="42"/>
                </a:lnTo>
                <a:lnTo>
                  <a:pt x="361" y="44"/>
                </a:lnTo>
                <a:lnTo>
                  <a:pt x="360" y="46"/>
                </a:lnTo>
                <a:lnTo>
                  <a:pt x="360" y="50"/>
                </a:lnTo>
                <a:lnTo>
                  <a:pt x="361" y="51"/>
                </a:lnTo>
                <a:lnTo>
                  <a:pt x="361" y="52"/>
                </a:lnTo>
                <a:lnTo>
                  <a:pt x="360" y="53"/>
                </a:lnTo>
                <a:lnTo>
                  <a:pt x="360" y="54"/>
                </a:lnTo>
                <a:lnTo>
                  <a:pt x="360" y="55"/>
                </a:lnTo>
                <a:lnTo>
                  <a:pt x="361" y="56"/>
                </a:lnTo>
                <a:lnTo>
                  <a:pt x="361" y="57"/>
                </a:lnTo>
                <a:lnTo>
                  <a:pt x="360" y="57"/>
                </a:lnTo>
                <a:lnTo>
                  <a:pt x="360" y="58"/>
                </a:lnTo>
                <a:lnTo>
                  <a:pt x="360" y="60"/>
                </a:lnTo>
                <a:lnTo>
                  <a:pt x="360" y="63"/>
                </a:lnTo>
                <a:lnTo>
                  <a:pt x="360" y="65"/>
                </a:lnTo>
                <a:lnTo>
                  <a:pt x="359" y="67"/>
                </a:lnTo>
                <a:lnTo>
                  <a:pt x="359" y="68"/>
                </a:lnTo>
                <a:lnTo>
                  <a:pt x="358" y="69"/>
                </a:lnTo>
                <a:lnTo>
                  <a:pt x="357" y="69"/>
                </a:lnTo>
                <a:lnTo>
                  <a:pt x="357" y="70"/>
                </a:lnTo>
                <a:lnTo>
                  <a:pt x="357" y="71"/>
                </a:lnTo>
                <a:lnTo>
                  <a:pt x="357" y="72"/>
                </a:lnTo>
                <a:lnTo>
                  <a:pt x="356" y="74"/>
                </a:lnTo>
                <a:lnTo>
                  <a:pt x="355" y="78"/>
                </a:lnTo>
                <a:lnTo>
                  <a:pt x="355" y="79"/>
                </a:lnTo>
                <a:lnTo>
                  <a:pt x="355" y="81"/>
                </a:lnTo>
                <a:lnTo>
                  <a:pt x="354" y="84"/>
                </a:lnTo>
                <a:lnTo>
                  <a:pt x="355" y="87"/>
                </a:lnTo>
                <a:lnTo>
                  <a:pt x="356" y="88"/>
                </a:lnTo>
                <a:lnTo>
                  <a:pt x="356" y="91"/>
                </a:lnTo>
                <a:lnTo>
                  <a:pt x="356" y="93"/>
                </a:lnTo>
                <a:lnTo>
                  <a:pt x="356" y="94"/>
                </a:lnTo>
                <a:lnTo>
                  <a:pt x="356" y="95"/>
                </a:lnTo>
                <a:lnTo>
                  <a:pt x="356" y="96"/>
                </a:lnTo>
                <a:lnTo>
                  <a:pt x="358" y="98"/>
                </a:lnTo>
                <a:lnTo>
                  <a:pt x="359" y="100"/>
                </a:lnTo>
                <a:lnTo>
                  <a:pt x="359" y="101"/>
                </a:lnTo>
                <a:lnTo>
                  <a:pt x="359" y="102"/>
                </a:lnTo>
                <a:lnTo>
                  <a:pt x="358" y="102"/>
                </a:lnTo>
                <a:lnTo>
                  <a:pt x="358" y="103"/>
                </a:lnTo>
                <a:lnTo>
                  <a:pt x="358" y="104"/>
                </a:lnTo>
                <a:lnTo>
                  <a:pt x="359" y="105"/>
                </a:lnTo>
                <a:lnTo>
                  <a:pt x="358" y="106"/>
                </a:lnTo>
                <a:lnTo>
                  <a:pt x="358" y="107"/>
                </a:lnTo>
                <a:lnTo>
                  <a:pt x="357" y="107"/>
                </a:lnTo>
                <a:lnTo>
                  <a:pt x="357" y="108"/>
                </a:lnTo>
                <a:lnTo>
                  <a:pt x="357" y="109"/>
                </a:lnTo>
                <a:lnTo>
                  <a:pt x="359" y="110"/>
                </a:lnTo>
                <a:lnTo>
                  <a:pt x="359" y="111"/>
                </a:lnTo>
                <a:lnTo>
                  <a:pt x="359" y="112"/>
                </a:lnTo>
                <a:lnTo>
                  <a:pt x="359" y="113"/>
                </a:lnTo>
                <a:lnTo>
                  <a:pt x="359" y="114"/>
                </a:lnTo>
                <a:lnTo>
                  <a:pt x="359" y="115"/>
                </a:lnTo>
                <a:lnTo>
                  <a:pt x="360" y="116"/>
                </a:lnTo>
                <a:lnTo>
                  <a:pt x="360" y="118"/>
                </a:lnTo>
                <a:lnTo>
                  <a:pt x="360" y="119"/>
                </a:lnTo>
                <a:lnTo>
                  <a:pt x="360" y="120"/>
                </a:lnTo>
                <a:lnTo>
                  <a:pt x="361" y="120"/>
                </a:lnTo>
                <a:lnTo>
                  <a:pt x="363" y="121"/>
                </a:lnTo>
                <a:lnTo>
                  <a:pt x="363" y="122"/>
                </a:lnTo>
                <a:lnTo>
                  <a:pt x="362" y="122"/>
                </a:lnTo>
                <a:lnTo>
                  <a:pt x="362" y="123"/>
                </a:lnTo>
                <a:lnTo>
                  <a:pt x="362" y="124"/>
                </a:lnTo>
                <a:lnTo>
                  <a:pt x="363" y="124"/>
                </a:lnTo>
                <a:lnTo>
                  <a:pt x="364" y="125"/>
                </a:lnTo>
                <a:lnTo>
                  <a:pt x="364" y="126"/>
                </a:lnTo>
                <a:lnTo>
                  <a:pt x="364" y="127"/>
                </a:lnTo>
                <a:lnTo>
                  <a:pt x="363" y="128"/>
                </a:lnTo>
                <a:lnTo>
                  <a:pt x="363" y="129"/>
                </a:lnTo>
                <a:lnTo>
                  <a:pt x="365" y="130"/>
                </a:lnTo>
                <a:lnTo>
                  <a:pt x="366" y="130"/>
                </a:lnTo>
                <a:lnTo>
                  <a:pt x="366" y="131"/>
                </a:lnTo>
                <a:lnTo>
                  <a:pt x="365" y="133"/>
                </a:lnTo>
                <a:lnTo>
                  <a:pt x="364" y="134"/>
                </a:lnTo>
                <a:lnTo>
                  <a:pt x="363" y="135"/>
                </a:lnTo>
                <a:lnTo>
                  <a:pt x="363" y="137"/>
                </a:lnTo>
                <a:lnTo>
                  <a:pt x="364" y="138"/>
                </a:lnTo>
                <a:lnTo>
                  <a:pt x="364" y="140"/>
                </a:lnTo>
                <a:lnTo>
                  <a:pt x="365" y="144"/>
                </a:lnTo>
                <a:lnTo>
                  <a:pt x="365" y="145"/>
                </a:lnTo>
                <a:lnTo>
                  <a:pt x="366" y="147"/>
                </a:lnTo>
                <a:lnTo>
                  <a:pt x="366" y="148"/>
                </a:lnTo>
                <a:lnTo>
                  <a:pt x="366" y="150"/>
                </a:lnTo>
                <a:lnTo>
                  <a:pt x="365" y="152"/>
                </a:lnTo>
                <a:lnTo>
                  <a:pt x="365" y="154"/>
                </a:lnTo>
                <a:lnTo>
                  <a:pt x="364" y="155"/>
                </a:lnTo>
                <a:lnTo>
                  <a:pt x="364" y="159"/>
                </a:lnTo>
                <a:lnTo>
                  <a:pt x="365" y="160"/>
                </a:lnTo>
                <a:lnTo>
                  <a:pt x="365" y="161"/>
                </a:lnTo>
                <a:lnTo>
                  <a:pt x="364" y="162"/>
                </a:lnTo>
                <a:lnTo>
                  <a:pt x="362" y="163"/>
                </a:lnTo>
                <a:lnTo>
                  <a:pt x="361" y="163"/>
                </a:lnTo>
                <a:lnTo>
                  <a:pt x="361" y="164"/>
                </a:lnTo>
                <a:lnTo>
                  <a:pt x="361" y="165"/>
                </a:lnTo>
                <a:lnTo>
                  <a:pt x="362" y="165"/>
                </a:lnTo>
                <a:lnTo>
                  <a:pt x="362" y="166"/>
                </a:lnTo>
                <a:lnTo>
                  <a:pt x="362" y="167"/>
                </a:lnTo>
                <a:lnTo>
                  <a:pt x="362" y="169"/>
                </a:lnTo>
                <a:lnTo>
                  <a:pt x="363" y="169"/>
                </a:lnTo>
                <a:lnTo>
                  <a:pt x="363" y="170"/>
                </a:lnTo>
                <a:lnTo>
                  <a:pt x="364" y="171"/>
                </a:lnTo>
                <a:lnTo>
                  <a:pt x="366" y="173"/>
                </a:lnTo>
                <a:lnTo>
                  <a:pt x="367" y="177"/>
                </a:lnTo>
                <a:lnTo>
                  <a:pt x="369" y="180"/>
                </a:lnTo>
                <a:lnTo>
                  <a:pt x="370" y="180"/>
                </a:lnTo>
                <a:lnTo>
                  <a:pt x="371" y="180"/>
                </a:lnTo>
                <a:lnTo>
                  <a:pt x="371" y="181"/>
                </a:lnTo>
                <a:lnTo>
                  <a:pt x="371" y="183"/>
                </a:lnTo>
                <a:lnTo>
                  <a:pt x="372" y="186"/>
                </a:lnTo>
                <a:lnTo>
                  <a:pt x="372" y="187"/>
                </a:lnTo>
                <a:lnTo>
                  <a:pt x="373" y="187"/>
                </a:lnTo>
                <a:lnTo>
                  <a:pt x="375" y="189"/>
                </a:lnTo>
                <a:lnTo>
                  <a:pt x="376" y="190"/>
                </a:lnTo>
                <a:lnTo>
                  <a:pt x="377" y="190"/>
                </a:lnTo>
                <a:lnTo>
                  <a:pt x="378" y="190"/>
                </a:lnTo>
                <a:lnTo>
                  <a:pt x="379" y="191"/>
                </a:lnTo>
                <a:lnTo>
                  <a:pt x="380" y="191"/>
                </a:lnTo>
                <a:lnTo>
                  <a:pt x="381" y="192"/>
                </a:lnTo>
                <a:lnTo>
                  <a:pt x="381" y="193"/>
                </a:lnTo>
                <a:lnTo>
                  <a:pt x="381" y="194"/>
                </a:lnTo>
                <a:lnTo>
                  <a:pt x="381" y="196"/>
                </a:lnTo>
                <a:lnTo>
                  <a:pt x="381" y="197"/>
                </a:lnTo>
                <a:lnTo>
                  <a:pt x="380" y="197"/>
                </a:lnTo>
                <a:lnTo>
                  <a:pt x="379" y="198"/>
                </a:lnTo>
                <a:lnTo>
                  <a:pt x="379" y="199"/>
                </a:lnTo>
                <a:lnTo>
                  <a:pt x="380" y="199"/>
                </a:lnTo>
                <a:lnTo>
                  <a:pt x="380" y="200"/>
                </a:lnTo>
                <a:lnTo>
                  <a:pt x="381" y="200"/>
                </a:lnTo>
                <a:lnTo>
                  <a:pt x="383" y="200"/>
                </a:lnTo>
                <a:lnTo>
                  <a:pt x="384" y="202"/>
                </a:lnTo>
                <a:lnTo>
                  <a:pt x="384" y="204"/>
                </a:lnTo>
                <a:lnTo>
                  <a:pt x="383" y="205"/>
                </a:lnTo>
                <a:lnTo>
                  <a:pt x="383" y="206"/>
                </a:lnTo>
                <a:lnTo>
                  <a:pt x="384" y="206"/>
                </a:lnTo>
                <a:lnTo>
                  <a:pt x="387" y="209"/>
                </a:lnTo>
                <a:lnTo>
                  <a:pt x="389" y="210"/>
                </a:lnTo>
                <a:lnTo>
                  <a:pt x="390" y="211"/>
                </a:lnTo>
                <a:lnTo>
                  <a:pt x="391" y="212"/>
                </a:lnTo>
                <a:lnTo>
                  <a:pt x="391" y="213"/>
                </a:lnTo>
                <a:lnTo>
                  <a:pt x="392" y="215"/>
                </a:lnTo>
                <a:lnTo>
                  <a:pt x="395" y="216"/>
                </a:lnTo>
                <a:lnTo>
                  <a:pt x="398" y="220"/>
                </a:lnTo>
                <a:lnTo>
                  <a:pt x="398" y="221"/>
                </a:lnTo>
                <a:lnTo>
                  <a:pt x="398" y="222"/>
                </a:lnTo>
                <a:lnTo>
                  <a:pt x="400" y="223"/>
                </a:lnTo>
                <a:lnTo>
                  <a:pt x="400" y="221"/>
                </a:lnTo>
                <a:lnTo>
                  <a:pt x="399" y="219"/>
                </a:lnTo>
                <a:lnTo>
                  <a:pt x="398" y="216"/>
                </a:lnTo>
                <a:lnTo>
                  <a:pt x="397" y="216"/>
                </a:lnTo>
                <a:lnTo>
                  <a:pt x="397" y="212"/>
                </a:lnTo>
                <a:lnTo>
                  <a:pt x="397" y="211"/>
                </a:lnTo>
                <a:lnTo>
                  <a:pt x="398" y="209"/>
                </a:lnTo>
                <a:lnTo>
                  <a:pt x="399" y="205"/>
                </a:lnTo>
                <a:lnTo>
                  <a:pt x="400" y="203"/>
                </a:lnTo>
                <a:lnTo>
                  <a:pt x="401" y="200"/>
                </a:lnTo>
                <a:lnTo>
                  <a:pt x="403" y="199"/>
                </a:lnTo>
                <a:lnTo>
                  <a:pt x="404" y="199"/>
                </a:lnTo>
                <a:lnTo>
                  <a:pt x="404" y="197"/>
                </a:lnTo>
                <a:lnTo>
                  <a:pt x="404" y="195"/>
                </a:lnTo>
                <a:lnTo>
                  <a:pt x="403" y="193"/>
                </a:lnTo>
                <a:lnTo>
                  <a:pt x="402" y="192"/>
                </a:lnTo>
                <a:lnTo>
                  <a:pt x="401" y="192"/>
                </a:lnTo>
                <a:lnTo>
                  <a:pt x="400" y="188"/>
                </a:lnTo>
                <a:lnTo>
                  <a:pt x="401" y="188"/>
                </a:lnTo>
                <a:lnTo>
                  <a:pt x="403" y="186"/>
                </a:lnTo>
                <a:lnTo>
                  <a:pt x="403" y="185"/>
                </a:lnTo>
                <a:lnTo>
                  <a:pt x="403" y="184"/>
                </a:lnTo>
                <a:lnTo>
                  <a:pt x="403" y="182"/>
                </a:lnTo>
                <a:lnTo>
                  <a:pt x="403" y="180"/>
                </a:lnTo>
                <a:lnTo>
                  <a:pt x="405" y="179"/>
                </a:lnTo>
                <a:lnTo>
                  <a:pt x="406" y="178"/>
                </a:lnTo>
                <a:lnTo>
                  <a:pt x="406" y="177"/>
                </a:lnTo>
                <a:lnTo>
                  <a:pt x="407" y="174"/>
                </a:lnTo>
                <a:lnTo>
                  <a:pt x="408" y="174"/>
                </a:lnTo>
                <a:lnTo>
                  <a:pt x="409" y="173"/>
                </a:lnTo>
                <a:lnTo>
                  <a:pt x="409" y="172"/>
                </a:lnTo>
                <a:lnTo>
                  <a:pt x="409" y="170"/>
                </a:lnTo>
                <a:lnTo>
                  <a:pt x="408" y="168"/>
                </a:lnTo>
                <a:lnTo>
                  <a:pt x="407" y="168"/>
                </a:lnTo>
                <a:lnTo>
                  <a:pt x="406" y="168"/>
                </a:lnTo>
                <a:lnTo>
                  <a:pt x="405" y="168"/>
                </a:lnTo>
                <a:lnTo>
                  <a:pt x="403" y="165"/>
                </a:lnTo>
                <a:lnTo>
                  <a:pt x="403" y="163"/>
                </a:lnTo>
                <a:lnTo>
                  <a:pt x="405" y="162"/>
                </a:lnTo>
                <a:lnTo>
                  <a:pt x="407" y="160"/>
                </a:lnTo>
                <a:lnTo>
                  <a:pt x="406" y="160"/>
                </a:lnTo>
                <a:lnTo>
                  <a:pt x="405" y="157"/>
                </a:lnTo>
                <a:lnTo>
                  <a:pt x="406" y="156"/>
                </a:lnTo>
                <a:lnTo>
                  <a:pt x="404" y="154"/>
                </a:lnTo>
                <a:lnTo>
                  <a:pt x="403" y="154"/>
                </a:lnTo>
                <a:lnTo>
                  <a:pt x="402" y="153"/>
                </a:lnTo>
                <a:lnTo>
                  <a:pt x="403" y="150"/>
                </a:lnTo>
                <a:lnTo>
                  <a:pt x="404" y="145"/>
                </a:lnTo>
                <a:lnTo>
                  <a:pt x="405" y="144"/>
                </a:lnTo>
                <a:lnTo>
                  <a:pt x="404" y="142"/>
                </a:lnTo>
                <a:lnTo>
                  <a:pt x="405" y="141"/>
                </a:lnTo>
                <a:lnTo>
                  <a:pt x="406" y="141"/>
                </a:lnTo>
                <a:lnTo>
                  <a:pt x="409" y="140"/>
                </a:lnTo>
                <a:lnTo>
                  <a:pt x="411" y="140"/>
                </a:lnTo>
                <a:lnTo>
                  <a:pt x="411" y="141"/>
                </a:lnTo>
                <a:lnTo>
                  <a:pt x="413" y="141"/>
                </a:lnTo>
                <a:lnTo>
                  <a:pt x="415" y="142"/>
                </a:lnTo>
                <a:lnTo>
                  <a:pt x="415" y="141"/>
                </a:lnTo>
                <a:lnTo>
                  <a:pt x="416" y="139"/>
                </a:lnTo>
                <a:lnTo>
                  <a:pt x="416" y="137"/>
                </a:lnTo>
                <a:lnTo>
                  <a:pt x="416" y="136"/>
                </a:lnTo>
                <a:lnTo>
                  <a:pt x="416" y="135"/>
                </a:lnTo>
                <a:lnTo>
                  <a:pt x="417" y="135"/>
                </a:lnTo>
                <a:lnTo>
                  <a:pt x="419" y="133"/>
                </a:lnTo>
                <a:lnTo>
                  <a:pt x="421" y="132"/>
                </a:lnTo>
                <a:lnTo>
                  <a:pt x="422" y="131"/>
                </a:lnTo>
                <a:lnTo>
                  <a:pt x="422" y="130"/>
                </a:lnTo>
                <a:lnTo>
                  <a:pt x="422" y="129"/>
                </a:lnTo>
                <a:lnTo>
                  <a:pt x="422" y="128"/>
                </a:lnTo>
                <a:lnTo>
                  <a:pt x="424" y="128"/>
                </a:lnTo>
                <a:lnTo>
                  <a:pt x="425" y="128"/>
                </a:lnTo>
                <a:lnTo>
                  <a:pt x="425" y="129"/>
                </a:lnTo>
                <a:lnTo>
                  <a:pt x="427" y="129"/>
                </a:lnTo>
                <a:lnTo>
                  <a:pt x="428" y="128"/>
                </a:lnTo>
                <a:lnTo>
                  <a:pt x="430" y="127"/>
                </a:lnTo>
                <a:lnTo>
                  <a:pt x="430" y="126"/>
                </a:lnTo>
                <a:lnTo>
                  <a:pt x="430" y="122"/>
                </a:lnTo>
                <a:lnTo>
                  <a:pt x="431" y="119"/>
                </a:lnTo>
                <a:lnTo>
                  <a:pt x="430" y="117"/>
                </a:lnTo>
                <a:lnTo>
                  <a:pt x="429" y="116"/>
                </a:lnTo>
                <a:lnTo>
                  <a:pt x="429" y="115"/>
                </a:lnTo>
                <a:lnTo>
                  <a:pt x="430" y="114"/>
                </a:lnTo>
                <a:lnTo>
                  <a:pt x="431" y="113"/>
                </a:lnTo>
                <a:lnTo>
                  <a:pt x="432" y="112"/>
                </a:lnTo>
                <a:lnTo>
                  <a:pt x="433" y="111"/>
                </a:lnTo>
                <a:lnTo>
                  <a:pt x="433" y="110"/>
                </a:lnTo>
                <a:lnTo>
                  <a:pt x="433" y="109"/>
                </a:lnTo>
                <a:lnTo>
                  <a:pt x="434" y="108"/>
                </a:lnTo>
                <a:lnTo>
                  <a:pt x="435" y="108"/>
                </a:lnTo>
                <a:lnTo>
                  <a:pt x="436" y="109"/>
                </a:lnTo>
                <a:lnTo>
                  <a:pt x="438" y="108"/>
                </a:lnTo>
                <a:lnTo>
                  <a:pt x="441" y="107"/>
                </a:lnTo>
                <a:lnTo>
                  <a:pt x="442" y="106"/>
                </a:lnTo>
                <a:lnTo>
                  <a:pt x="442" y="105"/>
                </a:lnTo>
                <a:lnTo>
                  <a:pt x="443" y="104"/>
                </a:lnTo>
                <a:lnTo>
                  <a:pt x="444" y="104"/>
                </a:lnTo>
                <a:lnTo>
                  <a:pt x="445" y="104"/>
                </a:lnTo>
                <a:lnTo>
                  <a:pt x="444" y="102"/>
                </a:lnTo>
                <a:lnTo>
                  <a:pt x="443" y="101"/>
                </a:lnTo>
                <a:lnTo>
                  <a:pt x="443" y="97"/>
                </a:lnTo>
                <a:lnTo>
                  <a:pt x="443" y="96"/>
                </a:lnTo>
                <a:lnTo>
                  <a:pt x="444" y="94"/>
                </a:lnTo>
                <a:lnTo>
                  <a:pt x="445" y="94"/>
                </a:lnTo>
                <a:lnTo>
                  <a:pt x="446" y="92"/>
                </a:lnTo>
                <a:lnTo>
                  <a:pt x="446" y="90"/>
                </a:lnTo>
                <a:lnTo>
                  <a:pt x="447" y="89"/>
                </a:lnTo>
                <a:lnTo>
                  <a:pt x="452" y="89"/>
                </a:lnTo>
                <a:lnTo>
                  <a:pt x="453" y="89"/>
                </a:lnTo>
                <a:lnTo>
                  <a:pt x="457" y="90"/>
                </a:lnTo>
                <a:lnTo>
                  <a:pt x="458" y="90"/>
                </a:lnTo>
                <a:lnTo>
                  <a:pt x="459" y="89"/>
                </a:lnTo>
                <a:lnTo>
                  <a:pt x="459" y="88"/>
                </a:lnTo>
                <a:lnTo>
                  <a:pt x="459" y="87"/>
                </a:lnTo>
                <a:lnTo>
                  <a:pt x="460" y="87"/>
                </a:lnTo>
                <a:lnTo>
                  <a:pt x="460" y="86"/>
                </a:lnTo>
                <a:lnTo>
                  <a:pt x="461" y="85"/>
                </a:lnTo>
                <a:lnTo>
                  <a:pt x="463" y="85"/>
                </a:lnTo>
                <a:lnTo>
                  <a:pt x="463" y="83"/>
                </a:lnTo>
                <a:lnTo>
                  <a:pt x="464" y="83"/>
                </a:lnTo>
                <a:lnTo>
                  <a:pt x="464" y="84"/>
                </a:lnTo>
                <a:lnTo>
                  <a:pt x="464" y="87"/>
                </a:lnTo>
                <a:lnTo>
                  <a:pt x="464" y="90"/>
                </a:lnTo>
                <a:lnTo>
                  <a:pt x="464" y="91"/>
                </a:lnTo>
                <a:lnTo>
                  <a:pt x="464" y="96"/>
                </a:lnTo>
                <a:lnTo>
                  <a:pt x="464" y="98"/>
                </a:lnTo>
                <a:lnTo>
                  <a:pt x="464" y="102"/>
                </a:lnTo>
                <a:lnTo>
                  <a:pt x="464" y="104"/>
                </a:lnTo>
                <a:lnTo>
                  <a:pt x="465" y="104"/>
                </a:lnTo>
                <a:lnTo>
                  <a:pt x="466" y="106"/>
                </a:lnTo>
                <a:lnTo>
                  <a:pt x="465" y="107"/>
                </a:lnTo>
                <a:lnTo>
                  <a:pt x="465" y="108"/>
                </a:lnTo>
                <a:lnTo>
                  <a:pt x="465" y="109"/>
                </a:lnTo>
                <a:lnTo>
                  <a:pt x="468" y="112"/>
                </a:lnTo>
                <a:lnTo>
                  <a:pt x="469" y="113"/>
                </a:lnTo>
                <a:lnTo>
                  <a:pt x="470" y="114"/>
                </a:lnTo>
                <a:lnTo>
                  <a:pt x="473" y="114"/>
                </a:lnTo>
                <a:lnTo>
                  <a:pt x="476" y="114"/>
                </a:lnTo>
                <a:lnTo>
                  <a:pt x="478" y="117"/>
                </a:lnTo>
                <a:lnTo>
                  <a:pt x="481" y="120"/>
                </a:lnTo>
                <a:lnTo>
                  <a:pt x="482" y="121"/>
                </a:lnTo>
                <a:lnTo>
                  <a:pt x="484" y="123"/>
                </a:lnTo>
                <a:lnTo>
                  <a:pt x="484" y="124"/>
                </a:lnTo>
                <a:lnTo>
                  <a:pt x="483" y="124"/>
                </a:lnTo>
                <a:lnTo>
                  <a:pt x="482" y="125"/>
                </a:lnTo>
                <a:lnTo>
                  <a:pt x="482" y="129"/>
                </a:lnTo>
                <a:lnTo>
                  <a:pt x="484" y="129"/>
                </a:lnTo>
                <a:lnTo>
                  <a:pt x="485" y="129"/>
                </a:lnTo>
                <a:lnTo>
                  <a:pt x="486" y="128"/>
                </a:lnTo>
                <a:lnTo>
                  <a:pt x="487" y="128"/>
                </a:lnTo>
                <a:lnTo>
                  <a:pt x="489" y="128"/>
                </a:lnTo>
                <a:lnTo>
                  <a:pt x="489" y="129"/>
                </a:lnTo>
                <a:lnTo>
                  <a:pt x="489" y="131"/>
                </a:lnTo>
                <a:lnTo>
                  <a:pt x="489" y="133"/>
                </a:lnTo>
                <a:lnTo>
                  <a:pt x="490" y="133"/>
                </a:lnTo>
                <a:lnTo>
                  <a:pt x="490" y="134"/>
                </a:lnTo>
                <a:lnTo>
                  <a:pt x="495" y="135"/>
                </a:lnTo>
                <a:lnTo>
                  <a:pt x="496" y="136"/>
                </a:lnTo>
                <a:lnTo>
                  <a:pt x="497" y="136"/>
                </a:lnTo>
                <a:lnTo>
                  <a:pt x="498" y="137"/>
                </a:lnTo>
                <a:lnTo>
                  <a:pt x="500" y="139"/>
                </a:lnTo>
                <a:lnTo>
                  <a:pt x="502" y="140"/>
                </a:lnTo>
                <a:lnTo>
                  <a:pt x="502" y="141"/>
                </a:lnTo>
                <a:lnTo>
                  <a:pt x="504" y="144"/>
                </a:lnTo>
                <a:lnTo>
                  <a:pt x="504" y="146"/>
                </a:lnTo>
                <a:lnTo>
                  <a:pt x="504" y="148"/>
                </a:lnTo>
                <a:lnTo>
                  <a:pt x="504" y="149"/>
                </a:lnTo>
                <a:lnTo>
                  <a:pt x="505" y="150"/>
                </a:lnTo>
                <a:lnTo>
                  <a:pt x="506" y="150"/>
                </a:lnTo>
                <a:lnTo>
                  <a:pt x="506" y="149"/>
                </a:lnTo>
                <a:lnTo>
                  <a:pt x="507" y="149"/>
                </a:lnTo>
                <a:lnTo>
                  <a:pt x="508" y="151"/>
                </a:lnTo>
                <a:lnTo>
                  <a:pt x="508" y="154"/>
                </a:lnTo>
                <a:lnTo>
                  <a:pt x="507" y="156"/>
                </a:lnTo>
                <a:lnTo>
                  <a:pt x="508" y="161"/>
                </a:lnTo>
                <a:lnTo>
                  <a:pt x="509" y="163"/>
                </a:lnTo>
                <a:lnTo>
                  <a:pt x="510" y="164"/>
                </a:lnTo>
                <a:lnTo>
                  <a:pt x="511" y="164"/>
                </a:lnTo>
                <a:lnTo>
                  <a:pt x="513" y="165"/>
                </a:lnTo>
                <a:lnTo>
                  <a:pt x="516" y="167"/>
                </a:lnTo>
                <a:lnTo>
                  <a:pt x="517" y="168"/>
                </a:lnTo>
                <a:lnTo>
                  <a:pt x="520" y="168"/>
                </a:lnTo>
                <a:lnTo>
                  <a:pt x="521" y="170"/>
                </a:lnTo>
                <a:lnTo>
                  <a:pt x="521" y="171"/>
                </a:lnTo>
                <a:lnTo>
                  <a:pt x="523" y="173"/>
                </a:lnTo>
                <a:lnTo>
                  <a:pt x="522" y="174"/>
                </a:lnTo>
                <a:lnTo>
                  <a:pt x="520" y="177"/>
                </a:lnTo>
                <a:lnTo>
                  <a:pt x="521" y="177"/>
                </a:lnTo>
                <a:lnTo>
                  <a:pt x="521" y="178"/>
                </a:lnTo>
                <a:lnTo>
                  <a:pt x="520" y="180"/>
                </a:lnTo>
                <a:lnTo>
                  <a:pt x="519" y="181"/>
                </a:lnTo>
                <a:lnTo>
                  <a:pt x="519" y="182"/>
                </a:lnTo>
                <a:lnTo>
                  <a:pt x="519" y="184"/>
                </a:lnTo>
                <a:lnTo>
                  <a:pt x="521" y="184"/>
                </a:lnTo>
                <a:lnTo>
                  <a:pt x="526" y="185"/>
                </a:lnTo>
                <a:lnTo>
                  <a:pt x="526" y="187"/>
                </a:lnTo>
                <a:lnTo>
                  <a:pt x="527" y="187"/>
                </a:lnTo>
                <a:lnTo>
                  <a:pt x="530" y="188"/>
                </a:lnTo>
                <a:lnTo>
                  <a:pt x="533" y="188"/>
                </a:lnTo>
                <a:lnTo>
                  <a:pt x="535" y="191"/>
                </a:lnTo>
                <a:lnTo>
                  <a:pt x="536" y="193"/>
                </a:lnTo>
                <a:lnTo>
                  <a:pt x="538" y="193"/>
                </a:lnTo>
                <a:lnTo>
                  <a:pt x="539" y="195"/>
                </a:lnTo>
                <a:lnTo>
                  <a:pt x="539" y="196"/>
                </a:lnTo>
                <a:lnTo>
                  <a:pt x="538" y="200"/>
                </a:lnTo>
                <a:lnTo>
                  <a:pt x="538" y="201"/>
                </a:lnTo>
                <a:lnTo>
                  <a:pt x="536" y="200"/>
                </a:lnTo>
                <a:lnTo>
                  <a:pt x="534" y="201"/>
                </a:lnTo>
                <a:lnTo>
                  <a:pt x="534" y="202"/>
                </a:lnTo>
                <a:lnTo>
                  <a:pt x="534" y="203"/>
                </a:lnTo>
                <a:lnTo>
                  <a:pt x="535" y="204"/>
                </a:lnTo>
                <a:lnTo>
                  <a:pt x="536" y="205"/>
                </a:lnTo>
                <a:lnTo>
                  <a:pt x="537" y="205"/>
                </a:lnTo>
                <a:lnTo>
                  <a:pt x="540" y="208"/>
                </a:lnTo>
                <a:lnTo>
                  <a:pt x="541" y="209"/>
                </a:lnTo>
                <a:lnTo>
                  <a:pt x="541" y="210"/>
                </a:lnTo>
                <a:lnTo>
                  <a:pt x="538" y="212"/>
                </a:lnTo>
                <a:lnTo>
                  <a:pt x="537" y="213"/>
                </a:lnTo>
                <a:lnTo>
                  <a:pt x="537" y="214"/>
                </a:lnTo>
                <a:lnTo>
                  <a:pt x="537" y="215"/>
                </a:lnTo>
                <a:lnTo>
                  <a:pt x="536" y="216"/>
                </a:lnTo>
                <a:lnTo>
                  <a:pt x="534" y="218"/>
                </a:lnTo>
                <a:lnTo>
                  <a:pt x="533" y="218"/>
                </a:lnTo>
                <a:lnTo>
                  <a:pt x="532" y="218"/>
                </a:lnTo>
                <a:lnTo>
                  <a:pt x="530" y="218"/>
                </a:lnTo>
                <a:lnTo>
                  <a:pt x="530" y="219"/>
                </a:lnTo>
                <a:lnTo>
                  <a:pt x="529" y="219"/>
                </a:lnTo>
                <a:lnTo>
                  <a:pt x="528" y="219"/>
                </a:lnTo>
                <a:lnTo>
                  <a:pt x="527" y="219"/>
                </a:lnTo>
                <a:lnTo>
                  <a:pt x="526" y="219"/>
                </a:lnTo>
                <a:lnTo>
                  <a:pt x="525" y="219"/>
                </a:lnTo>
                <a:lnTo>
                  <a:pt x="525" y="220"/>
                </a:lnTo>
                <a:lnTo>
                  <a:pt x="524" y="221"/>
                </a:lnTo>
                <a:lnTo>
                  <a:pt x="523" y="223"/>
                </a:lnTo>
                <a:lnTo>
                  <a:pt x="522" y="223"/>
                </a:lnTo>
                <a:lnTo>
                  <a:pt x="521" y="223"/>
                </a:lnTo>
                <a:lnTo>
                  <a:pt x="520" y="222"/>
                </a:lnTo>
                <a:lnTo>
                  <a:pt x="519" y="221"/>
                </a:lnTo>
                <a:lnTo>
                  <a:pt x="518" y="220"/>
                </a:lnTo>
                <a:lnTo>
                  <a:pt x="516" y="222"/>
                </a:lnTo>
                <a:lnTo>
                  <a:pt x="514" y="222"/>
                </a:lnTo>
                <a:lnTo>
                  <a:pt x="513" y="222"/>
                </a:lnTo>
                <a:lnTo>
                  <a:pt x="512" y="222"/>
                </a:lnTo>
                <a:lnTo>
                  <a:pt x="512" y="225"/>
                </a:lnTo>
                <a:lnTo>
                  <a:pt x="511" y="226"/>
                </a:lnTo>
                <a:lnTo>
                  <a:pt x="511" y="227"/>
                </a:lnTo>
                <a:lnTo>
                  <a:pt x="510" y="229"/>
                </a:lnTo>
                <a:lnTo>
                  <a:pt x="510" y="230"/>
                </a:lnTo>
                <a:lnTo>
                  <a:pt x="512" y="232"/>
                </a:lnTo>
                <a:lnTo>
                  <a:pt x="513" y="233"/>
                </a:lnTo>
                <a:lnTo>
                  <a:pt x="514" y="234"/>
                </a:lnTo>
                <a:lnTo>
                  <a:pt x="514" y="235"/>
                </a:lnTo>
                <a:lnTo>
                  <a:pt x="514" y="236"/>
                </a:lnTo>
                <a:lnTo>
                  <a:pt x="515" y="238"/>
                </a:lnTo>
                <a:lnTo>
                  <a:pt x="516" y="239"/>
                </a:lnTo>
                <a:lnTo>
                  <a:pt x="516" y="240"/>
                </a:lnTo>
                <a:lnTo>
                  <a:pt x="516" y="242"/>
                </a:lnTo>
                <a:lnTo>
                  <a:pt x="517" y="243"/>
                </a:lnTo>
                <a:lnTo>
                  <a:pt x="517" y="244"/>
                </a:lnTo>
                <a:lnTo>
                  <a:pt x="517" y="245"/>
                </a:lnTo>
                <a:lnTo>
                  <a:pt x="518" y="245"/>
                </a:lnTo>
                <a:lnTo>
                  <a:pt x="518" y="248"/>
                </a:lnTo>
                <a:lnTo>
                  <a:pt x="519" y="249"/>
                </a:lnTo>
                <a:lnTo>
                  <a:pt x="519" y="250"/>
                </a:lnTo>
                <a:lnTo>
                  <a:pt x="519" y="251"/>
                </a:lnTo>
                <a:lnTo>
                  <a:pt x="521" y="254"/>
                </a:lnTo>
                <a:lnTo>
                  <a:pt x="522" y="255"/>
                </a:lnTo>
                <a:lnTo>
                  <a:pt x="526" y="256"/>
                </a:lnTo>
                <a:lnTo>
                  <a:pt x="527" y="257"/>
                </a:lnTo>
                <a:lnTo>
                  <a:pt x="528" y="258"/>
                </a:lnTo>
                <a:lnTo>
                  <a:pt x="530" y="261"/>
                </a:lnTo>
                <a:lnTo>
                  <a:pt x="530" y="262"/>
                </a:lnTo>
                <a:lnTo>
                  <a:pt x="531" y="262"/>
                </a:lnTo>
                <a:lnTo>
                  <a:pt x="532" y="264"/>
                </a:lnTo>
                <a:lnTo>
                  <a:pt x="534" y="267"/>
                </a:lnTo>
                <a:lnTo>
                  <a:pt x="537" y="270"/>
                </a:lnTo>
                <a:lnTo>
                  <a:pt x="538" y="270"/>
                </a:lnTo>
                <a:lnTo>
                  <a:pt x="538" y="271"/>
                </a:lnTo>
                <a:lnTo>
                  <a:pt x="539" y="272"/>
                </a:lnTo>
                <a:lnTo>
                  <a:pt x="539" y="274"/>
                </a:lnTo>
                <a:lnTo>
                  <a:pt x="539" y="275"/>
                </a:lnTo>
                <a:lnTo>
                  <a:pt x="539" y="274"/>
                </a:lnTo>
                <a:lnTo>
                  <a:pt x="539" y="275"/>
                </a:lnTo>
                <a:lnTo>
                  <a:pt x="537" y="277"/>
                </a:lnTo>
                <a:lnTo>
                  <a:pt x="535" y="279"/>
                </a:lnTo>
                <a:lnTo>
                  <a:pt x="534" y="281"/>
                </a:lnTo>
                <a:lnTo>
                  <a:pt x="534" y="282"/>
                </a:lnTo>
                <a:lnTo>
                  <a:pt x="535" y="282"/>
                </a:lnTo>
                <a:lnTo>
                  <a:pt x="536" y="282"/>
                </a:lnTo>
                <a:lnTo>
                  <a:pt x="537" y="282"/>
                </a:lnTo>
                <a:lnTo>
                  <a:pt x="540" y="285"/>
                </a:lnTo>
                <a:lnTo>
                  <a:pt x="540" y="286"/>
                </a:lnTo>
                <a:lnTo>
                  <a:pt x="541" y="286"/>
                </a:lnTo>
                <a:lnTo>
                  <a:pt x="542" y="286"/>
                </a:lnTo>
                <a:lnTo>
                  <a:pt x="544" y="286"/>
                </a:lnTo>
                <a:lnTo>
                  <a:pt x="545" y="287"/>
                </a:lnTo>
                <a:lnTo>
                  <a:pt x="545" y="288"/>
                </a:lnTo>
                <a:lnTo>
                  <a:pt x="546" y="288"/>
                </a:lnTo>
                <a:lnTo>
                  <a:pt x="547" y="288"/>
                </a:lnTo>
                <a:lnTo>
                  <a:pt x="551" y="289"/>
                </a:lnTo>
                <a:lnTo>
                  <a:pt x="552" y="288"/>
                </a:lnTo>
                <a:lnTo>
                  <a:pt x="553" y="288"/>
                </a:lnTo>
                <a:lnTo>
                  <a:pt x="553" y="289"/>
                </a:lnTo>
                <a:lnTo>
                  <a:pt x="555" y="289"/>
                </a:lnTo>
                <a:lnTo>
                  <a:pt x="557" y="289"/>
                </a:lnTo>
                <a:lnTo>
                  <a:pt x="559" y="290"/>
                </a:lnTo>
                <a:lnTo>
                  <a:pt x="559" y="291"/>
                </a:lnTo>
                <a:lnTo>
                  <a:pt x="559" y="292"/>
                </a:lnTo>
                <a:lnTo>
                  <a:pt x="558" y="292"/>
                </a:lnTo>
                <a:lnTo>
                  <a:pt x="558" y="293"/>
                </a:lnTo>
                <a:lnTo>
                  <a:pt x="558" y="294"/>
                </a:lnTo>
                <a:lnTo>
                  <a:pt x="559" y="296"/>
                </a:lnTo>
                <a:lnTo>
                  <a:pt x="558" y="297"/>
                </a:lnTo>
                <a:lnTo>
                  <a:pt x="556" y="299"/>
                </a:lnTo>
                <a:lnTo>
                  <a:pt x="555" y="299"/>
                </a:lnTo>
                <a:lnTo>
                  <a:pt x="555" y="300"/>
                </a:lnTo>
                <a:lnTo>
                  <a:pt x="554" y="301"/>
                </a:lnTo>
                <a:lnTo>
                  <a:pt x="554" y="302"/>
                </a:lnTo>
                <a:lnTo>
                  <a:pt x="555" y="302"/>
                </a:lnTo>
                <a:lnTo>
                  <a:pt x="555" y="303"/>
                </a:lnTo>
                <a:lnTo>
                  <a:pt x="555" y="304"/>
                </a:lnTo>
                <a:lnTo>
                  <a:pt x="556" y="304"/>
                </a:lnTo>
                <a:lnTo>
                  <a:pt x="557" y="304"/>
                </a:lnTo>
                <a:lnTo>
                  <a:pt x="557" y="305"/>
                </a:lnTo>
                <a:lnTo>
                  <a:pt x="558" y="305"/>
                </a:lnTo>
                <a:lnTo>
                  <a:pt x="558" y="307"/>
                </a:lnTo>
                <a:lnTo>
                  <a:pt x="557" y="309"/>
                </a:lnTo>
                <a:lnTo>
                  <a:pt x="557" y="310"/>
                </a:lnTo>
                <a:lnTo>
                  <a:pt x="558" y="313"/>
                </a:lnTo>
                <a:lnTo>
                  <a:pt x="557" y="313"/>
                </a:lnTo>
                <a:lnTo>
                  <a:pt x="557" y="314"/>
                </a:lnTo>
                <a:lnTo>
                  <a:pt x="557" y="315"/>
                </a:lnTo>
                <a:lnTo>
                  <a:pt x="557" y="316"/>
                </a:lnTo>
                <a:lnTo>
                  <a:pt x="558" y="319"/>
                </a:lnTo>
                <a:lnTo>
                  <a:pt x="559" y="319"/>
                </a:lnTo>
                <a:lnTo>
                  <a:pt x="561" y="320"/>
                </a:lnTo>
                <a:lnTo>
                  <a:pt x="561" y="319"/>
                </a:lnTo>
                <a:lnTo>
                  <a:pt x="562" y="319"/>
                </a:lnTo>
                <a:lnTo>
                  <a:pt x="563" y="319"/>
                </a:lnTo>
                <a:lnTo>
                  <a:pt x="563" y="318"/>
                </a:lnTo>
                <a:lnTo>
                  <a:pt x="564" y="317"/>
                </a:lnTo>
                <a:lnTo>
                  <a:pt x="564" y="315"/>
                </a:lnTo>
                <a:lnTo>
                  <a:pt x="565" y="313"/>
                </a:lnTo>
                <a:lnTo>
                  <a:pt x="566" y="312"/>
                </a:lnTo>
                <a:lnTo>
                  <a:pt x="567" y="312"/>
                </a:lnTo>
                <a:lnTo>
                  <a:pt x="568" y="312"/>
                </a:lnTo>
                <a:lnTo>
                  <a:pt x="568" y="313"/>
                </a:lnTo>
                <a:lnTo>
                  <a:pt x="569" y="313"/>
                </a:lnTo>
                <a:lnTo>
                  <a:pt x="570" y="313"/>
                </a:lnTo>
                <a:lnTo>
                  <a:pt x="571" y="311"/>
                </a:lnTo>
                <a:lnTo>
                  <a:pt x="571" y="309"/>
                </a:lnTo>
                <a:lnTo>
                  <a:pt x="571" y="308"/>
                </a:lnTo>
                <a:lnTo>
                  <a:pt x="572" y="307"/>
                </a:lnTo>
                <a:lnTo>
                  <a:pt x="573" y="307"/>
                </a:lnTo>
                <a:lnTo>
                  <a:pt x="573" y="306"/>
                </a:lnTo>
                <a:lnTo>
                  <a:pt x="576" y="303"/>
                </a:lnTo>
                <a:lnTo>
                  <a:pt x="577" y="301"/>
                </a:lnTo>
                <a:lnTo>
                  <a:pt x="577" y="300"/>
                </a:lnTo>
                <a:lnTo>
                  <a:pt x="577" y="299"/>
                </a:lnTo>
                <a:lnTo>
                  <a:pt x="577" y="298"/>
                </a:lnTo>
                <a:lnTo>
                  <a:pt x="577" y="297"/>
                </a:lnTo>
                <a:lnTo>
                  <a:pt x="578" y="296"/>
                </a:lnTo>
                <a:lnTo>
                  <a:pt x="578" y="295"/>
                </a:lnTo>
                <a:lnTo>
                  <a:pt x="579" y="295"/>
                </a:lnTo>
                <a:lnTo>
                  <a:pt x="581" y="294"/>
                </a:lnTo>
                <a:lnTo>
                  <a:pt x="581" y="292"/>
                </a:lnTo>
                <a:lnTo>
                  <a:pt x="581" y="291"/>
                </a:lnTo>
                <a:lnTo>
                  <a:pt x="583" y="291"/>
                </a:lnTo>
                <a:lnTo>
                  <a:pt x="584" y="291"/>
                </a:lnTo>
                <a:lnTo>
                  <a:pt x="588" y="292"/>
                </a:lnTo>
                <a:lnTo>
                  <a:pt x="589" y="293"/>
                </a:lnTo>
                <a:lnTo>
                  <a:pt x="590" y="293"/>
                </a:lnTo>
                <a:lnTo>
                  <a:pt x="590" y="294"/>
                </a:lnTo>
                <a:lnTo>
                  <a:pt x="591" y="294"/>
                </a:lnTo>
                <a:lnTo>
                  <a:pt x="591" y="295"/>
                </a:lnTo>
                <a:lnTo>
                  <a:pt x="592" y="295"/>
                </a:lnTo>
                <a:lnTo>
                  <a:pt x="593" y="295"/>
                </a:lnTo>
                <a:lnTo>
                  <a:pt x="594" y="294"/>
                </a:lnTo>
                <a:lnTo>
                  <a:pt x="595" y="297"/>
                </a:lnTo>
                <a:lnTo>
                  <a:pt x="595" y="299"/>
                </a:lnTo>
                <a:lnTo>
                  <a:pt x="596" y="301"/>
                </a:lnTo>
                <a:lnTo>
                  <a:pt x="597" y="301"/>
                </a:lnTo>
                <a:lnTo>
                  <a:pt x="597" y="300"/>
                </a:lnTo>
                <a:lnTo>
                  <a:pt x="598" y="300"/>
                </a:lnTo>
                <a:lnTo>
                  <a:pt x="599" y="300"/>
                </a:lnTo>
                <a:lnTo>
                  <a:pt x="600" y="300"/>
                </a:lnTo>
                <a:lnTo>
                  <a:pt x="600" y="301"/>
                </a:lnTo>
                <a:lnTo>
                  <a:pt x="600" y="302"/>
                </a:lnTo>
                <a:lnTo>
                  <a:pt x="600" y="303"/>
                </a:lnTo>
                <a:lnTo>
                  <a:pt x="601" y="303"/>
                </a:lnTo>
                <a:lnTo>
                  <a:pt x="602" y="302"/>
                </a:lnTo>
                <a:lnTo>
                  <a:pt x="603" y="302"/>
                </a:lnTo>
                <a:lnTo>
                  <a:pt x="603" y="301"/>
                </a:lnTo>
                <a:lnTo>
                  <a:pt x="603" y="300"/>
                </a:lnTo>
                <a:lnTo>
                  <a:pt x="604" y="300"/>
                </a:lnTo>
                <a:lnTo>
                  <a:pt x="606" y="298"/>
                </a:lnTo>
                <a:lnTo>
                  <a:pt x="608" y="297"/>
                </a:lnTo>
                <a:lnTo>
                  <a:pt x="610" y="296"/>
                </a:lnTo>
                <a:lnTo>
                  <a:pt x="610" y="295"/>
                </a:lnTo>
                <a:lnTo>
                  <a:pt x="612" y="295"/>
                </a:lnTo>
                <a:lnTo>
                  <a:pt x="612" y="294"/>
                </a:lnTo>
                <a:lnTo>
                  <a:pt x="613" y="294"/>
                </a:lnTo>
                <a:lnTo>
                  <a:pt x="613" y="293"/>
                </a:lnTo>
                <a:lnTo>
                  <a:pt x="613" y="292"/>
                </a:lnTo>
                <a:lnTo>
                  <a:pt x="613" y="291"/>
                </a:lnTo>
                <a:lnTo>
                  <a:pt x="613" y="290"/>
                </a:lnTo>
                <a:lnTo>
                  <a:pt x="615" y="286"/>
                </a:lnTo>
                <a:lnTo>
                  <a:pt x="616" y="285"/>
                </a:lnTo>
                <a:lnTo>
                  <a:pt x="617" y="285"/>
                </a:lnTo>
                <a:lnTo>
                  <a:pt x="617" y="284"/>
                </a:lnTo>
                <a:lnTo>
                  <a:pt x="618" y="284"/>
                </a:lnTo>
                <a:lnTo>
                  <a:pt x="618" y="283"/>
                </a:lnTo>
                <a:lnTo>
                  <a:pt x="618" y="282"/>
                </a:lnTo>
                <a:lnTo>
                  <a:pt x="619" y="282"/>
                </a:lnTo>
                <a:lnTo>
                  <a:pt x="620" y="282"/>
                </a:lnTo>
                <a:lnTo>
                  <a:pt x="620" y="283"/>
                </a:lnTo>
                <a:lnTo>
                  <a:pt x="621" y="283"/>
                </a:lnTo>
                <a:lnTo>
                  <a:pt x="621" y="284"/>
                </a:lnTo>
                <a:lnTo>
                  <a:pt x="622" y="283"/>
                </a:lnTo>
                <a:lnTo>
                  <a:pt x="622" y="282"/>
                </a:lnTo>
                <a:lnTo>
                  <a:pt x="623" y="282"/>
                </a:lnTo>
                <a:lnTo>
                  <a:pt x="623" y="281"/>
                </a:lnTo>
                <a:lnTo>
                  <a:pt x="624" y="281"/>
                </a:lnTo>
                <a:lnTo>
                  <a:pt x="626" y="281"/>
                </a:lnTo>
                <a:lnTo>
                  <a:pt x="628" y="284"/>
                </a:lnTo>
                <a:lnTo>
                  <a:pt x="628" y="285"/>
                </a:lnTo>
                <a:lnTo>
                  <a:pt x="628" y="286"/>
                </a:lnTo>
                <a:lnTo>
                  <a:pt x="630" y="288"/>
                </a:lnTo>
                <a:lnTo>
                  <a:pt x="630" y="290"/>
                </a:lnTo>
                <a:lnTo>
                  <a:pt x="629" y="291"/>
                </a:lnTo>
                <a:lnTo>
                  <a:pt x="629" y="292"/>
                </a:lnTo>
                <a:lnTo>
                  <a:pt x="631" y="293"/>
                </a:lnTo>
                <a:lnTo>
                  <a:pt x="631" y="294"/>
                </a:lnTo>
                <a:lnTo>
                  <a:pt x="633" y="294"/>
                </a:lnTo>
                <a:lnTo>
                  <a:pt x="633" y="295"/>
                </a:lnTo>
                <a:lnTo>
                  <a:pt x="632" y="296"/>
                </a:lnTo>
                <a:lnTo>
                  <a:pt x="632" y="297"/>
                </a:lnTo>
                <a:lnTo>
                  <a:pt x="631" y="298"/>
                </a:lnTo>
                <a:lnTo>
                  <a:pt x="630" y="298"/>
                </a:lnTo>
                <a:lnTo>
                  <a:pt x="630" y="299"/>
                </a:lnTo>
                <a:lnTo>
                  <a:pt x="630" y="300"/>
                </a:lnTo>
                <a:lnTo>
                  <a:pt x="630" y="302"/>
                </a:lnTo>
                <a:lnTo>
                  <a:pt x="629" y="302"/>
                </a:lnTo>
                <a:lnTo>
                  <a:pt x="629" y="303"/>
                </a:lnTo>
                <a:lnTo>
                  <a:pt x="629" y="304"/>
                </a:lnTo>
                <a:lnTo>
                  <a:pt x="630" y="306"/>
                </a:lnTo>
                <a:lnTo>
                  <a:pt x="630" y="307"/>
                </a:lnTo>
                <a:lnTo>
                  <a:pt x="632" y="308"/>
                </a:lnTo>
                <a:lnTo>
                  <a:pt x="633" y="309"/>
                </a:lnTo>
                <a:lnTo>
                  <a:pt x="635" y="311"/>
                </a:lnTo>
                <a:lnTo>
                  <a:pt x="636" y="312"/>
                </a:lnTo>
                <a:lnTo>
                  <a:pt x="637" y="312"/>
                </a:lnTo>
                <a:lnTo>
                  <a:pt x="638" y="313"/>
                </a:lnTo>
                <a:lnTo>
                  <a:pt x="639" y="314"/>
                </a:lnTo>
                <a:lnTo>
                  <a:pt x="641" y="318"/>
                </a:lnTo>
                <a:lnTo>
                  <a:pt x="642" y="319"/>
                </a:lnTo>
                <a:lnTo>
                  <a:pt x="642" y="321"/>
                </a:lnTo>
                <a:lnTo>
                  <a:pt x="642" y="324"/>
                </a:lnTo>
                <a:lnTo>
                  <a:pt x="642" y="328"/>
                </a:lnTo>
                <a:lnTo>
                  <a:pt x="642" y="329"/>
                </a:lnTo>
                <a:lnTo>
                  <a:pt x="643" y="329"/>
                </a:lnTo>
                <a:lnTo>
                  <a:pt x="643" y="330"/>
                </a:lnTo>
                <a:lnTo>
                  <a:pt x="644" y="331"/>
                </a:lnTo>
                <a:lnTo>
                  <a:pt x="645" y="331"/>
                </a:lnTo>
                <a:lnTo>
                  <a:pt x="647" y="331"/>
                </a:lnTo>
                <a:lnTo>
                  <a:pt x="648" y="331"/>
                </a:lnTo>
                <a:lnTo>
                  <a:pt x="650" y="331"/>
                </a:lnTo>
                <a:lnTo>
                  <a:pt x="651" y="331"/>
                </a:lnTo>
                <a:lnTo>
                  <a:pt x="652" y="332"/>
                </a:lnTo>
                <a:lnTo>
                  <a:pt x="653" y="332"/>
                </a:lnTo>
                <a:lnTo>
                  <a:pt x="653" y="333"/>
                </a:lnTo>
                <a:lnTo>
                  <a:pt x="654" y="333"/>
                </a:lnTo>
                <a:lnTo>
                  <a:pt x="654" y="334"/>
                </a:lnTo>
                <a:lnTo>
                  <a:pt x="653" y="335"/>
                </a:lnTo>
                <a:lnTo>
                  <a:pt x="652" y="336"/>
                </a:lnTo>
                <a:lnTo>
                  <a:pt x="651" y="336"/>
                </a:lnTo>
                <a:lnTo>
                  <a:pt x="651" y="337"/>
                </a:lnTo>
                <a:lnTo>
                  <a:pt x="651" y="338"/>
                </a:lnTo>
                <a:lnTo>
                  <a:pt x="652" y="339"/>
                </a:lnTo>
                <a:lnTo>
                  <a:pt x="653" y="339"/>
                </a:lnTo>
                <a:lnTo>
                  <a:pt x="654" y="339"/>
                </a:lnTo>
                <a:lnTo>
                  <a:pt x="654" y="340"/>
                </a:lnTo>
                <a:lnTo>
                  <a:pt x="653" y="340"/>
                </a:lnTo>
                <a:lnTo>
                  <a:pt x="653" y="341"/>
                </a:lnTo>
                <a:lnTo>
                  <a:pt x="652" y="341"/>
                </a:lnTo>
                <a:lnTo>
                  <a:pt x="651" y="343"/>
                </a:lnTo>
                <a:lnTo>
                  <a:pt x="650" y="345"/>
                </a:lnTo>
                <a:lnTo>
                  <a:pt x="651" y="346"/>
                </a:lnTo>
                <a:lnTo>
                  <a:pt x="653" y="345"/>
                </a:lnTo>
                <a:lnTo>
                  <a:pt x="653" y="344"/>
                </a:lnTo>
                <a:lnTo>
                  <a:pt x="654" y="344"/>
                </a:lnTo>
                <a:lnTo>
                  <a:pt x="655" y="344"/>
                </a:lnTo>
                <a:lnTo>
                  <a:pt x="655" y="345"/>
                </a:lnTo>
                <a:lnTo>
                  <a:pt x="655" y="347"/>
                </a:lnTo>
                <a:lnTo>
                  <a:pt x="654" y="348"/>
                </a:lnTo>
                <a:lnTo>
                  <a:pt x="654" y="349"/>
                </a:lnTo>
                <a:lnTo>
                  <a:pt x="655" y="349"/>
                </a:lnTo>
                <a:lnTo>
                  <a:pt x="656" y="349"/>
                </a:lnTo>
                <a:lnTo>
                  <a:pt x="659" y="353"/>
                </a:lnTo>
                <a:lnTo>
                  <a:pt x="659" y="354"/>
                </a:lnTo>
                <a:lnTo>
                  <a:pt x="660" y="355"/>
                </a:lnTo>
                <a:lnTo>
                  <a:pt x="660" y="357"/>
                </a:lnTo>
                <a:lnTo>
                  <a:pt x="660" y="358"/>
                </a:lnTo>
                <a:lnTo>
                  <a:pt x="662" y="362"/>
                </a:lnTo>
                <a:lnTo>
                  <a:pt x="663" y="362"/>
                </a:lnTo>
                <a:lnTo>
                  <a:pt x="663" y="363"/>
                </a:lnTo>
                <a:lnTo>
                  <a:pt x="663" y="364"/>
                </a:lnTo>
                <a:lnTo>
                  <a:pt x="664" y="364"/>
                </a:lnTo>
                <a:lnTo>
                  <a:pt x="664" y="365"/>
                </a:lnTo>
                <a:lnTo>
                  <a:pt x="665" y="366"/>
                </a:lnTo>
                <a:lnTo>
                  <a:pt x="664" y="370"/>
                </a:lnTo>
                <a:lnTo>
                  <a:pt x="663" y="371"/>
                </a:lnTo>
                <a:lnTo>
                  <a:pt x="663" y="373"/>
                </a:lnTo>
                <a:lnTo>
                  <a:pt x="662" y="378"/>
                </a:lnTo>
                <a:lnTo>
                  <a:pt x="662" y="379"/>
                </a:lnTo>
                <a:lnTo>
                  <a:pt x="663" y="378"/>
                </a:lnTo>
                <a:lnTo>
                  <a:pt x="664" y="378"/>
                </a:lnTo>
                <a:lnTo>
                  <a:pt x="664" y="377"/>
                </a:lnTo>
                <a:lnTo>
                  <a:pt x="665" y="376"/>
                </a:lnTo>
                <a:lnTo>
                  <a:pt x="665" y="375"/>
                </a:lnTo>
                <a:lnTo>
                  <a:pt x="666" y="375"/>
                </a:lnTo>
                <a:lnTo>
                  <a:pt x="668" y="376"/>
                </a:lnTo>
                <a:lnTo>
                  <a:pt x="670" y="378"/>
                </a:lnTo>
                <a:lnTo>
                  <a:pt x="671" y="381"/>
                </a:lnTo>
                <a:lnTo>
                  <a:pt x="672" y="382"/>
                </a:lnTo>
                <a:lnTo>
                  <a:pt x="671" y="383"/>
                </a:lnTo>
                <a:lnTo>
                  <a:pt x="671" y="384"/>
                </a:lnTo>
                <a:lnTo>
                  <a:pt x="670" y="384"/>
                </a:lnTo>
                <a:lnTo>
                  <a:pt x="673" y="390"/>
                </a:lnTo>
                <a:lnTo>
                  <a:pt x="673" y="391"/>
                </a:lnTo>
                <a:lnTo>
                  <a:pt x="674" y="391"/>
                </a:lnTo>
                <a:lnTo>
                  <a:pt x="676" y="394"/>
                </a:lnTo>
                <a:lnTo>
                  <a:pt x="676" y="395"/>
                </a:lnTo>
                <a:lnTo>
                  <a:pt x="677" y="395"/>
                </a:lnTo>
                <a:lnTo>
                  <a:pt x="678" y="396"/>
                </a:lnTo>
                <a:lnTo>
                  <a:pt x="678" y="398"/>
                </a:lnTo>
                <a:lnTo>
                  <a:pt x="678" y="399"/>
                </a:lnTo>
                <a:lnTo>
                  <a:pt x="678" y="400"/>
                </a:lnTo>
                <a:lnTo>
                  <a:pt x="679" y="401"/>
                </a:lnTo>
                <a:lnTo>
                  <a:pt x="680" y="401"/>
                </a:lnTo>
                <a:lnTo>
                  <a:pt x="681" y="402"/>
                </a:lnTo>
                <a:lnTo>
                  <a:pt x="682" y="402"/>
                </a:lnTo>
                <a:lnTo>
                  <a:pt x="682" y="405"/>
                </a:lnTo>
                <a:lnTo>
                  <a:pt x="682" y="406"/>
                </a:lnTo>
                <a:lnTo>
                  <a:pt x="681" y="407"/>
                </a:lnTo>
                <a:lnTo>
                  <a:pt x="680" y="409"/>
                </a:lnTo>
                <a:lnTo>
                  <a:pt x="681" y="409"/>
                </a:lnTo>
                <a:lnTo>
                  <a:pt x="682" y="410"/>
                </a:lnTo>
                <a:lnTo>
                  <a:pt x="684" y="412"/>
                </a:lnTo>
                <a:lnTo>
                  <a:pt x="684" y="415"/>
                </a:lnTo>
                <a:lnTo>
                  <a:pt x="683" y="416"/>
                </a:lnTo>
                <a:lnTo>
                  <a:pt x="683" y="417"/>
                </a:lnTo>
                <a:lnTo>
                  <a:pt x="684" y="420"/>
                </a:lnTo>
                <a:lnTo>
                  <a:pt x="685" y="422"/>
                </a:lnTo>
                <a:lnTo>
                  <a:pt x="686" y="422"/>
                </a:lnTo>
                <a:lnTo>
                  <a:pt x="686" y="423"/>
                </a:lnTo>
                <a:lnTo>
                  <a:pt x="686" y="424"/>
                </a:lnTo>
                <a:lnTo>
                  <a:pt x="685" y="424"/>
                </a:lnTo>
                <a:lnTo>
                  <a:pt x="685" y="425"/>
                </a:lnTo>
                <a:lnTo>
                  <a:pt x="685" y="427"/>
                </a:lnTo>
                <a:lnTo>
                  <a:pt x="686" y="429"/>
                </a:lnTo>
                <a:lnTo>
                  <a:pt x="687" y="429"/>
                </a:lnTo>
                <a:lnTo>
                  <a:pt x="688" y="429"/>
                </a:lnTo>
                <a:lnTo>
                  <a:pt x="688" y="430"/>
                </a:lnTo>
                <a:lnTo>
                  <a:pt x="688" y="431"/>
                </a:lnTo>
                <a:lnTo>
                  <a:pt x="688" y="432"/>
                </a:lnTo>
                <a:lnTo>
                  <a:pt x="691" y="433"/>
                </a:lnTo>
                <a:lnTo>
                  <a:pt x="691" y="434"/>
                </a:lnTo>
                <a:lnTo>
                  <a:pt x="692" y="433"/>
                </a:lnTo>
                <a:lnTo>
                  <a:pt x="693" y="433"/>
                </a:lnTo>
                <a:lnTo>
                  <a:pt x="693" y="432"/>
                </a:lnTo>
                <a:lnTo>
                  <a:pt x="694" y="432"/>
                </a:lnTo>
                <a:lnTo>
                  <a:pt x="696" y="431"/>
                </a:lnTo>
                <a:lnTo>
                  <a:pt x="697" y="431"/>
                </a:lnTo>
                <a:lnTo>
                  <a:pt x="698" y="431"/>
                </a:lnTo>
                <a:lnTo>
                  <a:pt x="700" y="431"/>
                </a:lnTo>
                <a:lnTo>
                  <a:pt x="703" y="432"/>
                </a:lnTo>
                <a:lnTo>
                  <a:pt x="704" y="432"/>
                </a:lnTo>
                <a:lnTo>
                  <a:pt x="704" y="433"/>
                </a:lnTo>
                <a:lnTo>
                  <a:pt x="705" y="433"/>
                </a:lnTo>
                <a:lnTo>
                  <a:pt x="707" y="433"/>
                </a:lnTo>
                <a:lnTo>
                  <a:pt x="708" y="435"/>
                </a:lnTo>
                <a:lnTo>
                  <a:pt x="708" y="438"/>
                </a:lnTo>
                <a:lnTo>
                  <a:pt x="708" y="440"/>
                </a:lnTo>
                <a:lnTo>
                  <a:pt x="707" y="440"/>
                </a:lnTo>
                <a:lnTo>
                  <a:pt x="707" y="442"/>
                </a:lnTo>
                <a:lnTo>
                  <a:pt x="706" y="445"/>
                </a:lnTo>
                <a:lnTo>
                  <a:pt x="705" y="447"/>
                </a:lnTo>
                <a:lnTo>
                  <a:pt x="705" y="448"/>
                </a:lnTo>
                <a:lnTo>
                  <a:pt x="703" y="451"/>
                </a:lnTo>
                <a:lnTo>
                  <a:pt x="703" y="452"/>
                </a:lnTo>
                <a:lnTo>
                  <a:pt x="703" y="453"/>
                </a:lnTo>
                <a:lnTo>
                  <a:pt x="704" y="453"/>
                </a:lnTo>
                <a:lnTo>
                  <a:pt x="705" y="453"/>
                </a:lnTo>
                <a:lnTo>
                  <a:pt x="705" y="454"/>
                </a:lnTo>
                <a:lnTo>
                  <a:pt x="705" y="455"/>
                </a:lnTo>
                <a:lnTo>
                  <a:pt x="705" y="457"/>
                </a:lnTo>
                <a:lnTo>
                  <a:pt x="704" y="458"/>
                </a:lnTo>
                <a:lnTo>
                  <a:pt x="703" y="458"/>
                </a:lnTo>
                <a:lnTo>
                  <a:pt x="703" y="459"/>
                </a:lnTo>
                <a:lnTo>
                  <a:pt x="702" y="459"/>
                </a:lnTo>
                <a:lnTo>
                  <a:pt x="702" y="460"/>
                </a:lnTo>
                <a:lnTo>
                  <a:pt x="703" y="460"/>
                </a:lnTo>
                <a:lnTo>
                  <a:pt x="703" y="461"/>
                </a:lnTo>
                <a:lnTo>
                  <a:pt x="702" y="463"/>
                </a:lnTo>
                <a:lnTo>
                  <a:pt x="702" y="464"/>
                </a:lnTo>
                <a:lnTo>
                  <a:pt x="702" y="465"/>
                </a:lnTo>
                <a:lnTo>
                  <a:pt x="701" y="466"/>
                </a:lnTo>
                <a:lnTo>
                  <a:pt x="701" y="469"/>
                </a:lnTo>
                <a:lnTo>
                  <a:pt x="703" y="471"/>
                </a:lnTo>
                <a:lnTo>
                  <a:pt x="704" y="471"/>
                </a:lnTo>
                <a:lnTo>
                  <a:pt x="705" y="471"/>
                </a:lnTo>
                <a:lnTo>
                  <a:pt x="705" y="472"/>
                </a:lnTo>
                <a:lnTo>
                  <a:pt x="706" y="472"/>
                </a:lnTo>
                <a:lnTo>
                  <a:pt x="708" y="472"/>
                </a:lnTo>
                <a:lnTo>
                  <a:pt x="709" y="473"/>
                </a:lnTo>
                <a:lnTo>
                  <a:pt x="710" y="474"/>
                </a:lnTo>
                <a:lnTo>
                  <a:pt x="712" y="475"/>
                </a:lnTo>
                <a:lnTo>
                  <a:pt x="713" y="476"/>
                </a:lnTo>
                <a:lnTo>
                  <a:pt x="714" y="476"/>
                </a:lnTo>
                <a:lnTo>
                  <a:pt x="714" y="475"/>
                </a:lnTo>
                <a:lnTo>
                  <a:pt x="715" y="476"/>
                </a:lnTo>
                <a:lnTo>
                  <a:pt x="716" y="476"/>
                </a:lnTo>
                <a:lnTo>
                  <a:pt x="717" y="477"/>
                </a:lnTo>
                <a:lnTo>
                  <a:pt x="717" y="478"/>
                </a:lnTo>
                <a:lnTo>
                  <a:pt x="717" y="479"/>
                </a:lnTo>
                <a:lnTo>
                  <a:pt x="717" y="480"/>
                </a:lnTo>
                <a:lnTo>
                  <a:pt x="717" y="481"/>
                </a:lnTo>
                <a:lnTo>
                  <a:pt x="716" y="482"/>
                </a:lnTo>
                <a:lnTo>
                  <a:pt x="717" y="482"/>
                </a:lnTo>
                <a:lnTo>
                  <a:pt x="717" y="483"/>
                </a:lnTo>
                <a:lnTo>
                  <a:pt x="718" y="484"/>
                </a:lnTo>
                <a:lnTo>
                  <a:pt x="722" y="484"/>
                </a:lnTo>
                <a:lnTo>
                  <a:pt x="722" y="483"/>
                </a:lnTo>
                <a:lnTo>
                  <a:pt x="723" y="483"/>
                </a:lnTo>
                <a:lnTo>
                  <a:pt x="724" y="484"/>
                </a:lnTo>
                <a:lnTo>
                  <a:pt x="724" y="485"/>
                </a:lnTo>
                <a:lnTo>
                  <a:pt x="723" y="485"/>
                </a:lnTo>
                <a:lnTo>
                  <a:pt x="722" y="487"/>
                </a:lnTo>
                <a:lnTo>
                  <a:pt x="722" y="488"/>
                </a:lnTo>
                <a:lnTo>
                  <a:pt x="721" y="489"/>
                </a:lnTo>
                <a:lnTo>
                  <a:pt x="721" y="490"/>
                </a:lnTo>
                <a:lnTo>
                  <a:pt x="722" y="490"/>
                </a:lnTo>
                <a:lnTo>
                  <a:pt x="722" y="491"/>
                </a:lnTo>
                <a:lnTo>
                  <a:pt x="723" y="492"/>
                </a:lnTo>
                <a:lnTo>
                  <a:pt x="723" y="493"/>
                </a:lnTo>
                <a:lnTo>
                  <a:pt x="723" y="494"/>
                </a:lnTo>
                <a:lnTo>
                  <a:pt x="724" y="494"/>
                </a:lnTo>
                <a:lnTo>
                  <a:pt x="725" y="494"/>
                </a:lnTo>
                <a:lnTo>
                  <a:pt x="725" y="495"/>
                </a:lnTo>
                <a:lnTo>
                  <a:pt x="726" y="495"/>
                </a:lnTo>
                <a:lnTo>
                  <a:pt x="727" y="495"/>
                </a:lnTo>
                <a:lnTo>
                  <a:pt x="727" y="496"/>
                </a:lnTo>
                <a:lnTo>
                  <a:pt x="729" y="496"/>
                </a:lnTo>
                <a:lnTo>
                  <a:pt x="730" y="495"/>
                </a:lnTo>
                <a:lnTo>
                  <a:pt x="731" y="494"/>
                </a:lnTo>
                <a:lnTo>
                  <a:pt x="732" y="494"/>
                </a:lnTo>
                <a:lnTo>
                  <a:pt x="732" y="495"/>
                </a:lnTo>
                <a:lnTo>
                  <a:pt x="733" y="496"/>
                </a:lnTo>
                <a:lnTo>
                  <a:pt x="733" y="497"/>
                </a:lnTo>
                <a:lnTo>
                  <a:pt x="733" y="498"/>
                </a:lnTo>
                <a:lnTo>
                  <a:pt x="736" y="498"/>
                </a:lnTo>
                <a:lnTo>
                  <a:pt x="737" y="498"/>
                </a:lnTo>
                <a:lnTo>
                  <a:pt x="739" y="498"/>
                </a:lnTo>
                <a:lnTo>
                  <a:pt x="741" y="499"/>
                </a:lnTo>
                <a:lnTo>
                  <a:pt x="742" y="499"/>
                </a:lnTo>
                <a:lnTo>
                  <a:pt x="741" y="499"/>
                </a:lnTo>
                <a:lnTo>
                  <a:pt x="741" y="500"/>
                </a:lnTo>
                <a:lnTo>
                  <a:pt x="742" y="502"/>
                </a:lnTo>
                <a:lnTo>
                  <a:pt x="742" y="503"/>
                </a:lnTo>
                <a:lnTo>
                  <a:pt x="743" y="503"/>
                </a:lnTo>
                <a:lnTo>
                  <a:pt x="745" y="505"/>
                </a:lnTo>
                <a:lnTo>
                  <a:pt x="745" y="506"/>
                </a:lnTo>
                <a:lnTo>
                  <a:pt x="746" y="506"/>
                </a:lnTo>
                <a:lnTo>
                  <a:pt x="747" y="507"/>
                </a:lnTo>
                <a:lnTo>
                  <a:pt x="747" y="508"/>
                </a:lnTo>
                <a:lnTo>
                  <a:pt x="747" y="509"/>
                </a:lnTo>
                <a:lnTo>
                  <a:pt x="746" y="510"/>
                </a:lnTo>
                <a:lnTo>
                  <a:pt x="745" y="511"/>
                </a:lnTo>
                <a:lnTo>
                  <a:pt x="744" y="514"/>
                </a:lnTo>
                <a:lnTo>
                  <a:pt x="743" y="515"/>
                </a:lnTo>
                <a:lnTo>
                  <a:pt x="742" y="515"/>
                </a:lnTo>
                <a:lnTo>
                  <a:pt x="742" y="516"/>
                </a:lnTo>
                <a:lnTo>
                  <a:pt x="743" y="516"/>
                </a:lnTo>
                <a:lnTo>
                  <a:pt x="743" y="517"/>
                </a:lnTo>
                <a:lnTo>
                  <a:pt x="743" y="518"/>
                </a:lnTo>
                <a:lnTo>
                  <a:pt x="743" y="519"/>
                </a:lnTo>
                <a:lnTo>
                  <a:pt x="742" y="520"/>
                </a:lnTo>
                <a:lnTo>
                  <a:pt x="741" y="520"/>
                </a:lnTo>
                <a:lnTo>
                  <a:pt x="741" y="521"/>
                </a:lnTo>
                <a:lnTo>
                  <a:pt x="740" y="521"/>
                </a:lnTo>
                <a:lnTo>
                  <a:pt x="739" y="521"/>
                </a:lnTo>
                <a:lnTo>
                  <a:pt x="739" y="522"/>
                </a:lnTo>
                <a:lnTo>
                  <a:pt x="739" y="523"/>
                </a:lnTo>
                <a:lnTo>
                  <a:pt x="740" y="523"/>
                </a:lnTo>
                <a:lnTo>
                  <a:pt x="741" y="523"/>
                </a:lnTo>
                <a:lnTo>
                  <a:pt x="741" y="524"/>
                </a:lnTo>
                <a:lnTo>
                  <a:pt x="742" y="524"/>
                </a:lnTo>
                <a:lnTo>
                  <a:pt x="742" y="525"/>
                </a:lnTo>
                <a:lnTo>
                  <a:pt x="742" y="526"/>
                </a:lnTo>
                <a:lnTo>
                  <a:pt x="743" y="526"/>
                </a:lnTo>
                <a:lnTo>
                  <a:pt x="744" y="526"/>
                </a:lnTo>
                <a:lnTo>
                  <a:pt x="745" y="527"/>
                </a:lnTo>
                <a:lnTo>
                  <a:pt x="745" y="529"/>
                </a:lnTo>
                <a:lnTo>
                  <a:pt x="745" y="530"/>
                </a:lnTo>
                <a:lnTo>
                  <a:pt x="745" y="531"/>
                </a:lnTo>
                <a:lnTo>
                  <a:pt x="744" y="531"/>
                </a:lnTo>
                <a:lnTo>
                  <a:pt x="744" y="532"/>
                </a:lnTo>
                <a:lnTo>
                  <a:pt x="745" y="532"/>
                </a:lnTo>
                <a:lnTo>
                  <a:pt x="746" y="532"/>
                </a:lnTo>
                <a:lnTo>
                  <a:pt x="749" y="532"/>
                </a:lnTo>
                <a:lnTo>
                  <a:pt x="750" y="532"/>
                </a:lnTo>
                <a:lnTo>
                  <a:pt x="750" y="531"/>
                </a:lnTo>
                <a:lnTo>
                  <a:pt x="750" y="530"/>
                </a:lnTo>
                <a:lnTo>
                  <a:pt x="751" y="529"/>
                </a:lnTo>
                <a:lnTo>
                  <a:pt x="752" y="529"/>
                </a:lnTo>
                <a:lnTo>
                  <a:pt x="752" y="528"/>
                </a:lnTo>
                <a:lnTo>
                  <a:pt x="753" y="529"/>
                </a:lnTo>
                <a:lnTo>
                  <a:pt x="754" y="529"/>
                </a:lnTo>
                <a:lnTo>
                  <a:pt x="755" y="530"/>
                </a:lnTo>
                <a:lnTo>
                  <a:pt x="756" y="531"/>
                </a:lnTo>
                <a:lnTo>
                  <a:pt x="757" y="531"/>
                </a:lnTo>
                <a:lnTo>
                  <a:pt x="757" y="530"/>
                </a:lnTo>
                <a:lnTo>
                  <a:pt x="757" y="528"/>
                </a:lnTo>
                <a:lnTo>
                  <a:pt x="757" y="527"/>
                </a:lnTo>
                <a:lnTo>
                  <a:pt x="757" y="526"/>
                </a:lnTo>
                <a:lnTo>
                  <a:pt x="756" y="524"/>
                </a:lnTo>
                <a:lnTo>
                  <a:pt x="756" y="523"/>
                </a:lnTo>
                <a:lnTo>
                  <a:pt x="755" y="523"/>
                </a:lnTo>
                <a:lnTo>
                  <a:pt x="755" y="522"/>
                </a:lnTo>
                <a:lnTo>
                  <a:pt x="755" y="521"/>
                </a:lnTo>
                <a:lnTo>
                  <a:pt x="756" y="520"/>
                </a:lnTo>
                <a:lnTo>
                  <a:pt x="757" y="520"/>
                </a:lnTo>
                <a:lnTo>
                  <a:pt x="759" y="520"/>
                </a:lnTo>
                <a:lnTo>
                  <a:pt x="760" y="520"/>
                </a:lnTo>
                <a:lnTo>
                  <a:pt x="761" y="520"/>
                </a:lnTo>
                <a:lnTo>
                  <a:pt x="762" y="521"/>
                </a:lnTo>
                <a:lnTo>
                  <a:pt x="763" y="522"/>
                </a:lnTo>
                <a:lnTo>
                  <a:pt x="764" y="523"/>
                </a:lnTo>
                <a:lnTo>
                  <a:pt x="765" y="523"/>
                </a:lnTo>
                <a:lnTo>
                  <a:pt x="766" y="523"/>
                </a:lnTo>
                <a:lnTo>
                  <a:pt x="767" y="523"/>
                </a:lnTo>
                <a:lnTo>
                  <a:pt x="767" y="524"/>
                </a:lnTo>
                <a:lnTo>
                  <a:pt x="767" y="525"/>
                </a:lnTo>
                <a:lnTo>
                  <a:pt x="767" y="526"/>
                </a:lnTo>
                <a:lnTo>
                  <a:pt x="766" y="526"/>
                </a:lnTo>
                <a:lnTo>
                  <a:pt x="765" y="526"/>
                </a:lnTo>
                <a:lnTo>
                  <a:pt x="765" y="525"/>
                </a:lnTo>
                <a:lnTo>
                  <a:pt x="764" y="525"/>
                </a:lnTo>
                <a:lnTo>
                  <a:pt x="764" y="526"/>
                </a:lnTo>
                <a:lnTo>
                  <a:pt x="763" y="527"/>
                </a:lnTo>
                <a:lnTo>
                  <a:pt x="763" y="528"/>
                </a:lnTo>
                <a:lnTo>
                  <a:pt x="763" y="529"/>
                </a:lnTo>
                <a:lnTo>
                  <a:pt x="764" y="529"/>
                </a:lnTo>
                <a:lnTo>
                  <a:pt x="764" y="530"/>
                </a:lnTo>
                <a:lnTo>
                  <a:pt x="765" y="530"/>
                </a:lnTo>
                <a:lnTo>
                  <a:pt x="763" y="531"/>
                </a:lnTo>
                <a:lnTo>
                  <a:pt x="760" y="532"/>
                </a:lnTo>
                <a:lnTo>
                  <a:pt x="760" y="533"/>
                </a:lnTo>
                <a:lnTo>
                  <a:pt x="759" y="533"/>
                </a:lnTo>
                <a:lnTo>
                  <a:pt x="759" y="534"/>
                </a:lnTo>
                <a:lnTo>
                  <a:pt x="759" y="535"/>
                </a:lnTo>
                <a:lnTo>
                  <a:pt x="757" y="536"/>
                </a:lnTo>
                <a:lnTo>
                  <a:pt x="756" y="536"/>
                </a:lnTo>
                <a:lnTo>
                  <a:pt x="756" y="538"/>
                </a:lnTo>
                <a:lnTo>
                  <a:pt x="756" y="539"/>
                </a:lnTo>
                <a:lnTo>
                  <a:pt x="757" y="540"/>
                </a:lnTo>
                <a:lnTo>
                  <a:pt x="758" y="540"/>
                </a:lnTo>
                <a:lnTo>
                  <a:pt x="759" y="541"/>
                </a:lnTo>
                <a:lnTo>
                  <a:pt x="760" y="542"/>
                </a:lnTo>
                <a:lnTo>
                  <a:pt x="760" y="543"/>
                </a:lnTo>
                <a:lnTo>
                  <a:pt x="759" y="546"/>
                </a:lnTo>
                <a:lnTo>
                  <a:pt x="757" y="549"/>
                </a:lnTo>
                <a:lnTo>
                  <a:pt x="757" y="550"/>
                </a:lnTo>
                <a:lnTo>
                  <a:pt x="757" y="551"/>
                </a:lnTo>
                <a:lnTo>
                  <a:pt x="758" y="552"/>
                </a:lnTo>
                <a:lnTo>
                  <a:pt x="758" y="553"/>
                </a:lnTo>
                <a:lnTo>
                  <a:pt x="757" y="554"/>
                </a:lnTo>
                <a:lnTo>
                  <a:pt x="757" y="555"/>
                </a:lnTo>
                <a:lnTo>
                  <a:pt x="757" y="556"/>
                </a:lnTo>
                <a:lnTo>
                  <a:pt x="756" y="556"/>
                </a:lnTo>
                <a:lnTo>
                  <a:pt x="755" y="557"/>
                </a:lnTo>
                <a:lnTo>
                  <a:pt x="754" y="557"/>
                </a:lnTo>
                <a:lnTo>
                  <a:pt x="753" y="557"/>
                </a:lnTo>
                <a:lnTo>
                  <a:pt x="752" y="556"/>
                </a:lnTo>
                <a:lnTo>
                  <a:pt x="751" y="556"/>
                </a:lnTo>
                <a:lnTo>
                  <a:pt x="751" y="557"/>
                </a:lnTo>
                <a:lnTo>
                  <a:pt x="750" y="557"/>
                </a:lnTo>
                <a:lnTo>
                  <a:pt x="749" y="557"/>
                </a:lnTo>
                <a:lnTo>
                  <a:pt x="748" y="557"/>
                </a:lnTo>
                <a:lnTo>
                  <a:pt x="747" y="556"/>
                </a:lnTo>
                <a:lnTo>
                  <a:pt x="746" y="556"/>
                </a:lnTo>
                <a:lnTo>
                  <a:pt x="745" y="556"/>
                </a:lnTo>
                <a:lnTo>
                  <a:pt x="745" y="557"/>
                </a:lnTo>
                <a:lnTo>
                  <a:pt x="745" y="559"/>
                </a:lnTo>
                <a:lnTo>
                  <a:pt x="745" y="561"/>
                </a:lnTo>
                <a:lnTo>
                  <a:pt x="744" y="564"/>
                </a:lnTo>
                <a:lnTo>
                  <a:pt x="746" y="566"/>
                </a:lnTo>
                <a:lnTo>
                  <a:pt x="745" y="568"/>
                </a:lnTo>
                <a:lnTo>
                  <a:pt x="744" y="568"/>
                </a:lnTo>
                <a:lnTo>
                  <a:pt x="745" y="569"/>
                </a:lnTo>
                <a:lnTo>
                  <a:pt x="746" y="568"/>
                </a:lnTo>
                <a:lnTo>
                  <a:pt x="747" y="568"/>
                </a:lnTo>
                <a:lnTo>
                  <a:pt x="747" y="567"/>
                </a:lnTo>
                <a:lnTo>
                  <a:pt x="748" y="567"/>
                </a:lnTo>
                <a:lnTo>
                  <a:pt x="748" y="569"/>
                </a:lnTo>
                <a:lnTo>
                  <a:pt x="749" y="571"/>
                </a:lnTo>
                <a:lnTo>
                  <a:pt x="750" y="571"/>
                </a:lnTo>
                <a:lnTo>
                  <a:pt x="751" y="571"/>
                </a:lnTo>
                <a:lnTo>
                  <a:pt x="751" y="570"/>
                </a:lnTo>
                <a:lnTo>
                  <a:pt x="752" y="570"/>
                </a:lnTo>
                <a:lnTo>
                  <a:pt x="753" y="572"/>
                </a:lnTo>
                <a:lnTo>
                  <a:pt x="752" y="573"/>
                </a:lnTo>
                <a:lnTo>
                  <a:pt x="752" y="574"/>
                </a:lnTo>
                <a:lnTo>
                  <a:pt x="752" y="575"/>
                </a:lnTo>
                <a:lnTo>
                  <a:pt x="755" y="578"/>
                </a:lnTo>
                <a:lnTo>
                  <a:pt x="755" y="579"/>
                </a:lnTo>
                <a:lnTo>
                  <a:pt x="758" y="578"/>
                </a:lnTo>
                <a:lnTo>
                  <a:pt x="761" y="578"/>
                </a:lnTo>
                <a:lnTo>
                  <a:pt x="763" y="578"/>
                </a:lnTo>
                <a:lnTo>
                  <a:pt x="764" y="579"/>
                </a:lnTo>
                <a:lnTo>
                  <a:pt x="765" y="579"/>
                </a:lnTo>
                <a:lnTo>
                  <a:pt x="766" y="581"/>
                </a:lnTo>
                <a:lnTo>
                  <a:pt x="767" y="584"/>
                </a:lnTo>
                <a:lnTo>
                  <a:pt x="768" y="585"/>
                </a:lnTo>
                <a:lnTo>
                  <a:pt x="771" y="586"/>
                </a:lnTo>
                <a:lnTo>
                  <a:pt x="772" y="587"/>
                </a:lnTo>
                <a:lnTo>
                  <a:pt x="773" y="588"/>
                </a:lnTo>
                <a:lnTo>
                  <a:pt x="775" y="589"/>
                </a:lnTo>
                <a:lnTo>
                  <a:pt x="776" y="590"/>
                </a:lnTo>
                <a:lnTo>
                  <a:pt x="777" y="591"/>
                </a:lnTo>
                <a:lnTo>
                  <a:pt x="778" y="593"/>
                </a:lnTo>
                <a:lnTo>
                  <a:pt x="781" y="595"/>
                </a:lnTo>
                <a:lnTo>
                  <a:pt x="783" y="597"/>
                </a:lnTo>
                <a:lnTo>
                  <a:pt x="786" y="600"/>
                </a:lnTo>
                <a:lnTo>
                  <a:pt x="787" y="600"/>
                </a:lnTo>
                <a:lnTo>
                  <a:pt x="787" y="602"/>
                </a:lnTo>
                <a:lnTo>
                  <a:pt x="787" y="603"/>
                </a:lnTo>
                <a:lnTo>
                  <a:pt x="786" y="604"/>
                </a:lnTo>
                <a:lnTo>
                  <a:pt x="786" y="606"/>
                </a:lnTo>
                <a:lnTo>
                  <a:pt x="785" y="608"/>
                </a:lnTo>
                <a:lnTo>
                  <a:pt x="787" y="608"/>
                </a:lnTo>
                <a:lnTo>
                  <a:pt x="788" y="608"/>
                </a:lnTo>
                <a:lnTo>
                  <a:pt x="790" y="609"/>
                </a:lnTo>
                <a:lnTo>
                  <a:pt x="791" y="610"/>
                </a:lnTo>
                <a:lnTo>
                  <a:pt x="791" y="611"/>
                </a:lnTo>
                <a:lnTo>
                  <a:pt x="791" y="612"/>
                </a:lnTo>
                <a:lnTo>
                  <a:pt x="790" y="614"/>
                </a:lnTo>
                <a:lnTo>
                  <a:pt x="788" y="614"/>
                </a:lnTo>
                <a:lnTo>
                  <a:pt x="787" y="614"/>
                </a:lnTo>
                <a:lnTo>
                  <a:pt x="787" y="615"/>
                </a:lnTo>
                <a:lnTo>
                  <a:pt x="787" y="616"/>
                </a:lnTo>
                <a:lnTo>
                  <a:pt x="788" y="617"/>
                </a:lnTo>
                <a:lnTo>
                  <a:pt x="789" y="617"/>
                </a:lnTo>
                <a:lnTo>
                  <a:pt x="790" y="617"/>
                </a:lnTo>
                <a:lnTo>
                  <a:pt x="791" y="618"/>
                </a:lnTo>
                <a:lnTo>
                  <a:pt x="791" y="619"/>
                </a:lnTo>
                <a:lnTo>
                  <a:pt x="789" y="619"/>
                </a:lnTo>
                <a:lnTo>
                  <a:pt x="788" y="619"/>
                </a:lnTo>
                <a:lnTo>
                  <a:pt x="786" y="618"/>
                </a:lnTo>
                <a:lnTo>
                  <a:pt x="785" y="617"/>
                </a:lnTo>
                <a:lnTo>
                  <a:pt x="785" y="616"/>
                </a:lnTo>
                <a:lnTo>
                  <a:pt x="784" y="617"/>
                </a:lnTo>
                <a:lnTo>
                  <a:pt x="781" y="617"/>
                </a:lnTo>
                <a:lnTo>
                  <a:pt x="779" y="619"/>
                </a:lnTo>
                <a:lnTo>
                  <a:pt x="779" y="622"/>
                </a:lnTo>
                <a:lnTo>
                  <a:pt x="778" y="622"/>
                </a:lnTo>
                <a:lnTo>
                  <a:pt x="777" y="623"/>
                </a:lnTo>
                <a:lnTo>
                  <a:pt x="777" y="624"/>
                </a:lnTo>
                <a:lnTo>
                  <a:pt x="778" y="624"/>
                </a:lnTo>
                <a:lnTo>
                  <a:pt x="779" y="624"/>
                </a:lnTo>
                <a:lnTo>
                  <a:pt x="779" y="625"/>
                </a:lnTo>
                <a:lnTo>
                  <a:pt x="779" y="627"/>
                </a:lnTo>
                <a:lnTo>
                  <a:pt x="780" y="628"/>
                </a:lnTo>
                <a:lnTo>
                  <a:pt x="781" y="628"/>
                </a:lnTo>
                <a:lnTo>
                  <a:pt x="781" y="629"/>
                </a:lnTo>
                <a:lnTo>
                  <a:pt x="782" y="630"/>
                </a:lnTo>
                <a:lnTo>
                  <a:pt x="782" y="631"/>
                </a:lnTo>
                <a:lnTo>
                  <a:pt x="782" y="632"/>
                </a:lnTo>
                <a:lnTo>
                  <a:pt x="783" y="632"/>
                </a:lnTo>
                <a:lnTo>
                  <a:pt x="784" y="635"/>
                </a:lnTo>
                <a:lnTo>
                  <a:pt x="785" y="635"/>
                </a:lnTo>
                <a:lnTo>
                  <a:pt x="786" y="635"/>
                </a:lnTo>
                <a:lnTo>
                  <a:pt x="787" y="635"/>
                </a:lnTo>
                <a:lnTo>
                  <a:pt x="787" y="634"/>
                </a:lnTo>
                <a:lnTo>
                  <a:pt x="788" y="634"/>
                </a:lnTo>
                <a:lnTo>
                  <a:pt x="789" y="633"/>
                </a:lnTo>
                <a:lnTo>
                  <a:pt x="790" y="633"/>
                </a:lnTo>
                <a:lnTo>
                  <a:pt x="790" y="634"/>
                </a:lnTo>
                <a:lnTo>
                  <a:pt x="791" y="634"/>
                </a:lnTo>
                <a:lnTo>
                  <a:pt x="792" y="634"/>
                </a:lnTo>
                <a:lnTo>
                  <a:pt x="793" y="634"/>
                </a:lnTo>
                <a:lnTo>
                  <a:pt x="796" y="632"/>
                </a:lnTo>
                <a:lnTo>
                  <a:pt x="797" y="633"/>
                </a:lnTo>
                <a:lnTo>
                  <a:pt x="797" y="634"/>
                </a:lnTo>
                <a:lnTo>
                  <a:pt x="797" y="635"/>
                </a:lnTo>
                <a:lnTo>
                  <a:pt x="798" y="636"/>
                </a:lnTo>
                <a:lnTo>
                  <a:pt x="800" y="636"/>
                </a:lnTo>
                <a:lnTo>
                  <a:pt x="802" y="636"/>
                </a:lnTo>
                <a:lnTo>
                  <a:pt x="804" y="637"/>
                </a:lnTo>
                <a:lnTo>
                  <a:pt x="805" y="637"/>
                </a:lnTo>
                <a:lnTo>
                  <a:pt x="805" y="638"/>
                </a:lnTo>
                <a:lnTo>
                  <a:pt x="807" y="640"/>
                </a:lnTo>
                <a:lnTo>
                  <a:pt x="808" y="640"/>
                </a:lnTo>
                <a:lnTo>
                  <a:pt x="809" y="644"/>
                </a:lnTo>
                <a:lnTo>
                  <a:pt x="810" y="645"/>
                </a:lnTo>
                <a:lnTo>
                  <a:pt x="811" y="646"/>
                </a:lnTo>
                <a:lnTo>
                  <a:pt x="815" y="648"/>
                </a:lnTo>
                <a:lnTo>
                  <a:pt x="817" y="649"/>
                </a:lnTo>
                <a:lnTo>
                  <a:pt x="818" y="649"/>
                </a:lnTo>
                <a:lnTo>
                  <a:pt x="818" y="651"/>
                </a:lnTo>
                <a:lnTo>
                  <a:pt x="817" y="651"/>
                </a:lnTo>
                <a:lnTo>
                  <a:pt x="816" y="651"/>
                </a:lnTo>
                <a:lnTo>
                  <a:pt x="816" y="652"/>
                </a:lnTo>
                <a:lnTo>
                  <a:pt x="815" y="652"/>
                </a:lnTo>
                <a:lnTo>
                  <a:pt x="815" y="653"/>
                </a:lnTo>
                <a:lnTo>
                  <a:pt x="815" y="659"/>
                </a:lnTo>
                <a:lnTo>
                  <a:pt x="816" y="661"/>
                </a:lnTo>
                <a:lnTo>
                  <a:pt x="818" y="664"/>
                </a:lnTo>
                <a:lnTo>
                  <a:pt x="819" y="665"/>
                </a:lnTo>
                <a:lnTo>
                  <a:pt x="820" y="665"/>
                </a:lnTo>
                <a:lnTo>
                  <a:pt x="821" y="665"/>
                </a:lnTo>
                <a:lnTo>
                  <a:pt x="822" y="665"/>
                </a:lnTo>
                <a:lnTo>
                  <a:pt x="822" y="669"/>
                </a:lnTo>
                <a:lnTo>
                  <a:pt x="822" y="670"/>
                </a:lnTo>
                <a:lnTo>
                  <a:pt x="821" y="670"/>
                </a:lnTo>
                <a:lnTo>
                  <a:pt x="821" y="671"/>
                </a:lnTo>
                <a:lnTo>
                  <a:pt x="821" y="672"/>
                </a:lnTo>
                <a:lnTo>
                  <a:pt x="821" y="673"/>
                </a:lnTo>
                <a:lnTo>
                  <a:pt x="822" y="673"/>
                </a:lnTo>
                <a:lnTo>
                  <a:pt x="822" y="672"/>
                </a:lnTo>
                <a:lnTo>
                  <a:pt x="823" y="672"/>
                </a:lnTo>
                <a:lnTo>
                  <a:pt x="825" y="672"/>
                </a:lnTo>
                <a:lnTo>
                  <a:pt x="826" y="672"/>
                </a:lnTo>
                <a:lnTo>
                  <a:pt x="827" y="671"/>
                </a:lnTo>
                <a:lnTo>
                  <a:pt x="828" y="669"/>
                </a:lnTo>
                <a:lnTo>
                  <a:pt x="829" y="667"/>
                </a:lnTo>
                <a:lnTo>
                  <a:pt x="831" y="665"/>
                </a:lnTo>
                <a:lnTo>
                  <a:pt x="831" y="664"/>
                </a:lnTo>
                <a:lnTo>
                  <a:pt x="833" y="662"/>
                </a:lnTo>
                <a:lnTo>
                  <a:pt x="833" y="661"/>
                </a:lnTo>
                <a:lnTo>
                  <a:pt x="834" y="661"/>
                </a:lnTo>
                <a:lnTo>
                  <a:pt x="836" y="661"/>
                </a:lnTo>
                <a:lnTo>
                  <a:pt x="837" y="661"/>
                </a:lnTo>
                <a:lnTo>
                  <a:pt x="840" y="662"/>
                </a:lnTo>
                <a:lnTo>
                  <a:pt x="841" y="662"/>
                </a:lnTo>
                <a:lnTo>
                  <a:pt x="841" y="663"/>
                </a:lnTo>
                <a:lnTo>
                  <a:pt x="844" y="665"/>
                </a:lnTo>
                <a:lnTo>
                  <a:pt x="844" y="666"/>
                </a:lnTo>
                <a:lnTo>
                  <a:pt x="848" y="665"/>
                </a:lnTo>
                <a:lnTo>
                  <a:pt x="850" y="665"/>
                </a:lnTo>
                <a:lnTo>
                  <a:pt x="852" y="665"/>
                </a:lnTo>
                <a:lnTo>
                  <a:pt x="853" y="665"/>
                </a:lnTo>
                <a:lnTo>
                  <a:pt x="854" y="664"/>
                </a:lnTo>
                <a:lnTo>
                  <a:pt x="855" y="664"/>
                </a:lnTo>
                <a:lnTo>
                  <a:pt x="856" y="664"/>
                </a:lnTo>
                <a:lnTo>
                  <a:pt x="857" y="664"/>
                </a:lnTo>
                <a:lnTo>
                  <a:pt x="857" y="665"/>
                </a:lnTo>
                <a:lnTo>
                  <a:pt x="857" y="666"/>
                </a:lnTo>
                <a:lnTo>
                  <a:pt x="859" y="667"/>
                </a:lnTo>
                <a:lnTo>
                  <a:pt x="862" y="669"/>
                </a:lnTo>
                <a:lnTo>
                  <a:pt x="864" y="670"/>
                </a:lnTo>
                <a:lnTo>
                  <a:pt x="866" y="671"/>
                </a:lnTo>
                <a:lnTo>
                  <a:pt x="867" y="670"/>
                </a:lnTo>
                <a:lnTo>
                  <a:pt x="868" y="670"/>
                </a:lnTo>
                <a:lnTo>
                  <a:pt x="868" y="671"/>
                </a:lnTo>
                <a:lnTo>
                  <a:pt x="869" y="671"/>
                </a:lnTo>
                <a:lnTo>
                  <a:pt x="870" y="670"/>
                </a:lnTo>
                <a:lnTo>
                  <a:pt x="871" y="670"/>
                </a:lnTo>
                <a:lnTo>
                  <a:pt x="871" y="669"/>
                </a:lnTo>
                <a:lnTo>
                  <a:pt x="872" y="668"/>
                </a:lnTo>
                <a:lnTo>
                  <a:pt x="872" y="667"/>
                </a:lnTo>
                <a:lnTo>
                  <a:pt x="873" y="667"/>
                </a:lnTo>
                <a:lnTo>
                  <a:pt x="873" y="666"/>
                </a:lnTo>
                <a:lnTo>
                  <a:pt x="874" y="666"/>
                </a:lnTo>
                <a:lnTo>
                  <a:pt x="875" y="666"/>
                </a:lnTo>
                <a:lnTo>
                  <a:pt x="876" y="666"/>
                </a:lnTo>
                <a:lnTo>
                  <a:pt x="876" y="664"/>
                </a:lnTo>
                <a:lnTo>
                  <a:pt x="876" y="663"/>
                </a:lnTo>
                <a:lnTo>
                  <a:pt x="877" y="662"/>
                </a:lnTo>
                <a:lnTo>
                  <a:pt x="878" y="661"/>
                </a:lnTo>
                <a:lnTo>
                  <a:pt x="879" y="662"/>
                </a:lnTo>
                <a:lnTo>
                  <a:pt x="880" y="662"/>
                </a:lnTo>
                <a:lnTo>
                  <a:pt x="880" y="661"/>
                </a:lnTo>
                <a:lnTo>
                  <a:pt x="880" y="660"/>
                </a:lnTo>
                <a:lnTo>
                  <a:pt x="882" y="658"/>
                </a:lnTo>
                <a:lnTo>
                  <a:pt x="882" y="657"/>
                </a:lnTo>
                <a:lnTo>
                  <a:pt x="883" y="656"/>
                </a:lnTo>
                <a:lnTo>
                  <a:pt x="884" y="654"/>
                </a:lnTo>
                <a:lnTo>
                  <a:pt x="886" y="652"/>
                </a:lnTo>
                <a:lnTo>
                  <a:pt x="887" y="652"/>
                </a:lnTo>
                <a:lnTo>
                  <a:pt x="888" y="652"/>
                </a:lnTo>
                <a:lnTo>
                  <a:pt x="889" y="652"/>
                </a:lnTo>
                <a:lnTo>
                  <a:pt x="892" y="649"/>
                </a:lnTo>
                <a:lnTo>
                  <a:pt x="893" y="649"/>
                </a:lnTo>
                <a:lnTo>
                  <a:pt x="895" y="648"/>
                </a:lnTo>
                <a:lnTo>
                  <a:pt x="895" y="647"/>
                </a:lnTo>
                <a:lnTo>
                  <a:pt x="896" y="646"/>
                </a:lnTo>
                <a:lnTo>
                  <a:pt x="897" y="645"/>
                </a:lnTo>
                <a:lnTo>
                  <a:pt x="897" y="643"/>
                </a:lnTo>
                <a:lnTo>
                  <a:pt x="897" y="642"/>
                </a:lnTo>
                <a:lnTo>
                  <a:pt x="897" y="641"/>
                </a:lnTo>
                <a:lnTo>
                  <a:pt x="898" y="641"/>
                </a:lnTo>
                <a:lnTo>
                  <a:pt x="899" y="640"/>
                </a:lnTo>
                <a:lnTo>
                  <a:pt x="900" y="639"/>
                </a:lnTo>
                <a:lnTo>
                  <a:pt x="901" y="640"/>
                </a:lnTo>
                <a:lnTo>
                  <a:pt x="902" y="640"/>
                </a:lnTo>
                <a:lnTo>
                  <a:pt x="903" y="640"/>
                </a:lnTo>
                <a:lnTo>
                  <a:pt x="904" y="640"/>
                </a:lnTo>
                <a:lnTo>
                  <a:pt x="905" y="640"/>
                </a:lnTo>
                <a:lnTo>
                  <a:pt x="906" y="639"/>
                </a:lnTo>
                <a:lnTo>
                  <a:pt x="907" y="639"/>
                </a:lnTo>
                <a:lnTo>
                  <a:pt x="908" y="638"/>
                </a:lnTo>
                <a:lnTo>
                  <a:pt x="909" y="638"/>
                </a:lnTo>
                <a:lnTo>
                  <a:pt x="909" y="639"/>
                </a:lnTo>
                <a:lnTo>
                  <a:pt x="910" y="639"/>
                </a:lnTo>
                <a:lnTo>
                  <a:pt x="910" y="638"/>
                </a:lnTo>
                <a:lnTo>
                  <a:pt x="911" y="637"/>
                </a:lnTo>
                <a:lnTo>
                  <a:pt x="912" y="637"/>
                </a:lnTo>
                <a:lnTo>
                  <a:pt x="913" y="637"/>
                </a:lnTo>
                <a:lnTo>
                  <a:pt x="914" y="636"/>
                </a:lnTo>
                <a:lnTo>
                  <a:pt x="915" y="636"/>
                </a:lnTo>
                <a:lnTo>
                  <a:pt x="915" y="635"/>
                </a:lnTo>
                <a:lnTo>
                  <a:pt x="916" y="635"/>
                </a:lnTo>
                <a:lnTo>
                  <a:pt x="918" y="634"/>
                </a:lnTo>
                <a:lnTo>
                  <a:pt x="919" y="633"/>
                </a:lnTo>
                <a:lnTo>
                  <a:pt x="919" y="632"/>
                </a:lnTo>
                <a:lnTo>
                  <a:pt x="920" y="631"/>
                </a:lnTo>
                <a:lnTo>
                  <a:pt x="922" y="629"/>
                </a:lnTo>
                <a:lnTo>
                  <a:pt x="923" y="628"/>
                </a:lnTo>
                <a:lnTo>
                  <a:pt x="923" y="626"/>
                </a:lnTo>
                <a:lnTo>
                  <a:pt x="924" y="625"/>
                </a:lnTo>
                <a:lnTo>
                  <a:pt x="925" y="625"/>
                </a:lnTo>
                <a:lnTo>
                  <a:pt x="929" y="624"/>
                </a:lnTo>
                <a:lnTo>
                  <a:pt x="930" y="624"/>
                </a:lnTo>
                <a:lnTo>
                  <a:pt x="931" y="624"/>
                </a:lnTo>
                <a:lnTo>
                  <a:pt x="932" y="624"/>
                </a:lnTo>
                <a:lnTo>
                  <a:pt x="934" y="624"/>
                </a:lnTo>
                <a:lnTo>
                  <a:pt x="935" y="623"/>
                </a:lnTo>
                <a:lnTo>
                  <a:pt x="936" y="623"/>
                </a:lnTo>
                <a:lnTo>
                  <a:pt x="940" y="621"/>
                </a:lnTo>
                <a:lnTo>
                  <a:pt x="941" y="621"/>
                </a:lnTo>
                <a:lnTo>
                  <a:pt x="943" y="620"/>
                </a:lnTo>
                <a:lnTo>
                  <a:pt x="945" y="620"/>
                </a:lnTo>
                <a:lnTo>
                  <a:pt x="946" y="619"/>
                </a:lnTo>
                <a:lnTo>
                  <a:pt x="950" y="618"/>
                </a:lnTo>
                <a:lnTo>
                  <a:pt x="951" y="617"/>
                </a:lnTo>
                <a:lnTo>
                  <a:pt x="952" y="617"/>
                </a:lnTo>
                <a:lnTo>
                  <a:pt x="952" y="616"/>
                </a:lnTo>
                <a:lnTo>
                  <a:pt x="953" y="615"/>
                </a:lnTo>
                <a:lnTo>
                  <a:pt x="953" y="614"/>
                </a:lnTo>
                <a:lnTo>
                  <a:pt x="953" y="613"/>
                </a:lnTo>
                <a:lnTo>
                  <a:pt x="953" y="612"/>
                </a:lnTo>
                <a:lnTo>
                  <a:pt x="954" y="612"/>
                </a:lnTo>
                <a:lnTo>
                  <a:pt x="955" y="612"/>
                </a:lnTo>
                <a:lnTo>
                  <a:pt x="956" y="612"/>
                </a:lnTo>
                <a:lnTo>
                  <a:pt x="957" y="612"/>
                </a:lnTo>
                <a:lnTo>
                  <a:pt x="958" y="612"/>
                </a:lnTo>
                <a:lnTo>
                  <a:pt x="959" y="613"/>
                </a:lnTo>
                <a:lnTo>
                  <a:pt x="959" y="614"/>
                </a:lnTo>
                <a:lnTo>
                  <a:pt x="960" y="614"/>
                </a:lnTo>
                <a:lnTo>
                  <a:pt x="961" y="614"/>
                </a:lnTo>
                <a:lnTo>
                  <a:pt x="961" y="615"/>
                </a:lnTo>
                <a:lnTo>
                  <a:pt x="962" y="615"/>
                </a:lnTo>
                <a:lnTo>
                  <a:pt x="964" y="616"/>
                </a:lnTo>
                <a:lnTo>
                  <a:pt x="965" y="616"/>
                </a:lnTo>
                <a:lnTo>
                  <a:pt x="966" y="616"/>
                </a:lnTo>
                <a:lnTo>
                  <a:pt x="967" y="616"/>
                </a:lnTo>
                <a:lnTo>
                  <a:pt x="968" y="617"/>
                </a:lnTo>
                <a:lnTo>
                  <a:pt x="968" y="619"/>
                </a:lnTo>
                <a:lnTo>
                  <a:pt x="969" y="619"/>
                </a:lnTo>
                <a:lnTo>
                  <a:pt x="969" y="621"/>
                </a:lnTo>
                <a:lnTo>
                  <a:pt x="970" y="623"/>
                </a:lnTo>
                <a:lnTo>
                  <a:pt x="970" y="624"/>
                </a:lnTo>
                <a:lnTo>
                  <a:pt x="969" y="624"/>
                </a:lnTo>
                <a:lnTo>
                  <a:pt x="969" y="625"/>
                </a:lnTo>
                <a:lnTo>
                  <a:pt x="968" y="625"/>
                </a:lnTo>
                <a:lnTo>
                  <a:pt x="965" y="628"/>
                </a:lnTo>
                <a:lnTo>
                  <a:pt x="965" y="629"/>
                </a:lnTo>
                <a:lnTo>
                  <a:pt x="964" y="629"/>
                </a:lnTo>
                <a:lnTo>
                  <a:pt x="964" y="630"/>
                </a:lnTo>
                <a:lnTo>
                  <a:pt x="964" y="632"/>
                </a:lnTo>
                <a:lnTo>
                  <a:pt x="964" y="633"/>
                </a:lnTo>
                <a:lnTo>
                  <a:pt x="963" y="633"/>
                </a:lnTo>
                <a:lnTo>
                  <a:pt x="963" y="634"/>
                </a:lnTo>
                <a:lnTo>
                  <a:pt x="963" y="635"/>
                </a:lnTo>
                <a:lnTo>
                  <a:pt x="963" y="636"/>
                </a:lnTo>
                <a:lnTo>
                  <a:pt x="964" y="636"/>
                </a:lnTo>
                <a:lnTo>
                  <a:pt x="966" y="636"/>
                </a:lnTo>
                <a:lnTo>
                  <a:pt x="967" y="637"/>
                </a:lnTo>
                <a:lnTo>
                  <a:pt x="968" y="639"/>
                </a:lnTo>
                <a:lnTo>
                  <a:pt x="969" y="639"/>
                </a:lnTo>
                <a:lnTo>
                  <a:pt x="970" y="640"/>
                </a:lnTo>
                <a:lnTo>
                  <a:pt x="971" y="640"/>
                </a:lnTo>
                <a:lnTo>
                  <a:pt x="972" y="641"/>
                </a:lnTo>
                <a:lnTo>
                  <a:pt x="973" y="641"/>
                </a:lnTo>
                <a:lnTo>
                  <a:pt x="973" y="642"/>
                </a:lnTo>
                <a:lnTo>
                  <a:pt x="974" y="644"/>
                </a:lnTo>
                <a:lnTo>
                  <a:pt x="975" y="644"/>
                </a:lnTo>
                <a:lnTo>
                  <a:pt x="975" y="645"/>
                </a:lnTo>
                <a:lnTo>
                  <a:pt x="976" y="645"/>
                </a:lnTo>
                <a:lnTo>
                  <a:pt x="978" y="644"/>
                </a:lnTo>
                <a:lnTo>
                  <a:pt x="979" y="644"/>
                </a:lnTo>
                <a:lnTo>
                  <a:pt x="980" y="643"/>
                </a:lnTo>
                <a:lnTo>
                  <a:pt x="981" y="643"/>
                </a:lnTo>
                <a:lnTo>
                  <a:pt x="981" y="644"/>
                </a:lnTo>
                <a:lnTo>
                  <a:pt x="982" y="644"/>
                </a:lnTo>
                <a:lnTo>
                  <a:pt x="983" y="643"/>
                </a:lnTo>
                <a:lnTo>
                  <a:pt x="984" y="641"/>
                </a:lnTo>
                <a:lnTo>
                  <a:pt x="985" y="640"/>
                </a:lnTo>
                <a:lnTo>
                  <a:pt x="985" y="639"/>
                </a:lnTo>
                <a:lnTo>
                  <a:pt x="985" y="637"/>
                </a:lnTo>
                <a:lnTo>
                  <a:pt x="985" y="636"/>
                </a:lnTo>
                <a:lnTo>
                  <a:pt x="986" y="635"/>
                </a:lnTo>
                <a:lnTo>
                  <a:pt x="986" y="634"/>
                </a:lnTo>
                <a:lnTo>
                  <a:pt x="987" y="633"/>
                </a:lnTo>
                <a:lnTo>
                  <a:pt x="988" y="633"/>
                </a:lnTo>
                <a:lnTo>
                  <a:pt x="988" y="632"/>
                </a:lnTo>
                <a:lnTo>
                  <a:pt x="989" y="631"/>
                </a:lnTo>
                <a:lnTo>
                  <a:pt x="990" y="631"/>
                </a:lnTo>
                <a:lnTo>
                  <a:pt x="991" y="631"/>
                </a:lnTo>
                <a:lnTo>
                  <a:pt x="992" y="631"/>
                </a:lnTo>
                <a:lnTo>
                  <a:pt x="993" y="630"/>
                </a:lnTo>
                <a:lnTo>
                  <a:pt x="993" y="629"/>
                </a:lnTo>
                <a:lnTo>
                  <a:pt x="994" y="628"/>
                </a:lnTo>
                <a:lnTo>
                  <a:pt x="995" y="627"/>
                </a:lnTo>
                <a:lnTo>
                  <a:pt x="996" y="626"/>
                </a:lnTo>
                <a:lnTo>
                  <a:pt x="997" y="626"/>
                </a:lnTo>
                <a:lnTo>
                  <a:pt x="998" y="626"/>
                </a:lnTo>
                <a:lnTo>
                  <a:pt x="999" y="625"/>
                </a:lnTo>
                <a:lnTo>
                  <a:pt x="1000" y="625"/>
                </a:lnTo>
                <a:lnTo>
                  <a:pt x="1001" y="625"/>
                </a:lnTo>
                <a:lnTo>
                  <a:pt x="1005" y="625"/>
                </a:lnTo>
                <a:lnTo>
                  <a:pt x="1007" y="625"/>
                </a:lnTo>
                <a:lnTo>
                  <a:pt x="1007" y="624"/>
                </a:lnTo>
                <a:lnTo>
                  <a:pt x="1007" y="623"/>
                </a:lnTo>
                <a:lnTo>
                  <a:pt x="1009" y="622"/>
                </a:lnTo>
                <a:lnTo>
                  <a:pt x="1010" y="622"/>
                </a:lnTo>
                <a:lnTo>
                  <a:pt x="1010" y="621"/>
                </a:lnTo>
                <a:lnTo>
                  <a:pt x="1010" y="620"/>
                </a:lnTo>
                <a:lnTo>
                  <a:pt x="1012" y="619"/>
                </a:lnTo>
                <a:lnTo>
                  <a:pt x="1012" y="618"/>
                </a:lnTo>
                <a:lnTo>
                  <a:pt x="1013" y="618"/>
                </a:lnTo>
                <a:lnTo>
                  <a:pt x="1013" y="616"/>
                </a:lnTo>
                <a:lnTo>
                  <a:pt x="1014" y="614"/>
                </a:lnTo>
                <a:lnTo>
                  <a:pt x="1015" y="613"/>
                </a:lnTo>
                <a:lnTo>
                  <a:pt x="1016" y="613"/>
                </a:lnTo>
                <a:lnTo>
                  <a:pt x="1016" y="614"/>
                </a:lnTo>
                <a:lnTo>
                  <a:pt x="1017" y="614"/>
                </a:lnTo>
                <a:lnTo>
                  <a:pt x="1017" y="615"/>
                </a:lnTo>
                <a:lnTo>
                  <a:pt x="1016" y="616"/>
                </a:lnTo>
                <a:lnTo>
                  <a:pt x="1016" y="617"/>
                </a:lnTo>
                <a:lnTo>
                  <a:pt x="1017" y="618"/>
                </a:lnTo>
                <a:lnTo>
                  <a:pt x="1018" y="618"/>
                </a:lnTo>
                <a:lnTo>
                  <a:pt x="1019" y="618"/>
                </a:lnTo>
                <a:lnTo>
                  <a:pt x="1020" y="618"/>
                </a:lnTo>
                <a:lnTo>
                  <a:pt x="1022" y="618"/>
                </a:lnTo>
                <a:lnTo>
                  <a:pt x="1023" y="619"/>
                </a:lnTo>
                <a:lnTo>
                  <a:pt x="1024" y="619"/>
                </a:lnTo>
                <a:lnTo>
                  <a:pt x="1025" y="618"/>
                </a:lnTo>
                <a:lnTo>
                  <a:pt x="1026" y="618"/>
                </a:lnTo>
                <a:lnTo>
                  <a:pt x="1027" y="618"/>
                </a:lnTo>
                <a:lnTo>
                  <a:pt x="1029" y="618"/>
                </a:lnTo>
                <a:lnTo>
                  <a:pt x="1031" y="618"/>
                </a:lnTo>
                <a:lnTo>
                  <a:pt x="1032" y="618"/>
                </a:lnTo>
                <a:lnTo>
                  <a:pt x="1033" y="618"/>
                </a:lnTo>
                <a:lnTo>
                  <a:pt x="1034" y="617"/>
                </a:lnTo>
                <a:lnTo>
                  <a:pt x="1035" y="616"/>
                </a:lnTo>
                <a:lnTo>
                  <a:pt x="1035" y="614"/>
                </a:lnTo>
                <a:lnTo>
                  <a:pt x="1036" y="613"/>
                </a:lnTo>
                <a:lnTo>
                  <a:pt x="1037" y="612"/>
                </a:lnTo>
                <a:lnTo>
                  <a:pt x="1037" y="611"/>
                </a:lnTo>
                <a:lnTo>
                  <a:pt x="1036" y="610"/>
                </a:lnTo>
                <a:lnTo>
                  <a:pt x="1036" y="609"/>
                </a:lnTo>
                <a:lnTo>
                  <a:pt x="1036" y="608"/>
                </a:lnTo>
                <a:lnTo>
                  <a:pt x="1035" y="605"/>
                </a:lnTo>
                <a:lnTo>
                  <a:pt x="1035" y="604"/>
                </a:lnTo>
                <a:lnTo>
                  <a:pt x="1035" y="603"/>
                </a:lnTo>
                <a:lnTo>
                  <a:pt x="1035" y="600"/>
                </a:lnTo>
                <a:lnTo>
                  <a:pt x="1036" y="599"/>
                </a:lnTo>
                <a:lnTo>
                  <a:pt x="1036" y="598"/>
                </a:lnTo>
                <a:lnTo>
                  <a:pt x="1037" y="597"/>
                </a:lnTo>
                <a:lnTo>
                  <a:pt x="1037" y="596"/>
                </a:lnTo>
                <a:lnTo>
                  <a:pt x="1037" y="594"/>
                </a:lnTo>
                <a:lnTo>
                  <a:pt x="1036" y="592"/>
                </a:lnTo>
                <a:lnTo>
                  <a:pt x="1036" y="591"/>
                </a:lnTo>
                <a:lnTo>
                  <a:pt x="1036" y="590"/>
                </a:lnTo>
                <a:lnTo>
                  <a:pt x="1036" y="589"/>
                </a:lnTo>
                <a:lnTo>
                  <a:pt x="1038" y="589"/>
                </a:lnTo>
                <a:lnTo>
                  <a:pt x="1039" y="589"/>
                </a:lnTo>
                <a:lnTo>
                  <a:pt x="1040" y="589"/>
                </a:lnTo>
                <a:lnTo>
                  <a:pt x="1041" y="589"/>
                </a:lnTo>
                <a:lnTo>
                  <a:pt x="1043" y="589"/>
                </a:lnTo>
                <a:lnTo>
                  <a:pt x="1044" y="588"/>
                </a:lnTo>
                <a:lnTo>
                  <a:pt x="1045" y="586"/>
                </a:lnTo>
                <a:lnTo>
                  <a:pt x="1045" y="584"/>
                </a:lnTo>
                <a:lnTo>
                  <a:pt x="1045" y="583"/>
                </a:lnTo>
                <a:lnTo>
                  <a:pt x="1046" y="583"/>
                </a:lnTo>
                <a:lnTo>
                  <a:pt x="1047" y="583"/>
                </a:lnTo>
                <a:lnTo>
                  <a:pt x="1048" y="581"/>
                </a:lnTo>
                <a:lnTo>
                  <a:pt x="1048" y="580"/>
                </a:lnTo>
                <a:lnTo>
                  <a:pt x="1048" y="579"/>
                </a:lnTo>
                <a:lnTo>
                  <a:pt x="1048" y="578"/>
                </a:lnTo>
                <a:lnTo>
                  <a:pt x="1048" y="577"/>
                </a:lnTo>
                <a:lnTo>
                  <a:pt x="1048" y="576"/>
                </a:lnTo>
                <a:lnTo>
                  <a:pt x="1047" y="575"/>
                </a:lnTo>
                <a:lnTo>
                  <a:pt x="1047" y="574"/>
                </a:lnTo>
                <a:lnTo>
                  <a:pt x="1046" y="574"/>
                </a:lnTo>
                <a:lnTo>
                  <a:pt x="1045" y="575"/>
                </a:lnTo>
                <a:lnTo>
                  <a:pt x="1044" y="575"/>
                </a:lnTo>
                <a:lnTo>
                  <a:pt x="1044" y="574"/>
                </a:lnTo>
                <a:lnTo>
                  <a:pt x="1044" y="573"/>
                </a:lnTo>
                <a:lnTo>
                  <a:pt x="1043" y="572"/>
                </a:lnTo>
                <a:lnTo>
                  <a:pt x="1043" y="571"/>
                </a:lnTo>
                <a:lnTo>
                  <a:pt x="1043" y="570"/>
                </a:lnTo>
                <a:lnTo>
                  <a:pt x="1042" y="569"/>
                </a:lnTo>
                <a:lnTo>
                  <a:pt x="1042" y="568"/>
                </a:lnTo>
                <a:lnTo>
                  <a:pt x="1041" y="567"/>
                </a:lnTo>
                <a:lnTo>
                  <a:pt x="1042" y="566"/>
                </a:lnTo>
                <a:lnTo>
                  <a:pt x="1043" y="566"/>
                </a:lnTo>
                <a:lnTo>
                  <a:pt x="1043" y="565"/>
                </a:lnTo>
                <a:lnTo>
                  <a:pt x="1043" y="564"/>
                </a:lnTo>
                <a:lnTo>
                  <a:pt x="1043" y="563"/>
                </a:lnTo>
                <a:lnTo>
                  <a:pt x="1043" y="562"/>
                </a:lnTo>
                <a:lnTo>
                  <a:pt x="1043" y="560"/>
                </a:lnTo>
                <a:lnTo>
                  <a:pt x="1043" y="559"/>
                </a:lnTo>
                <a:lnTo>
                  <a:pt x="1042" y="557"/>
                </a:lnTo>
                <a:lnTo>
                  <a:pt x="1043" y="556"/>
                </a:lnTo>
                <a:lnTo>
                  <a:pt x="1043" y="555"/>
                </a:lnTo>
                <a:lnTo>
                  <a:pt x="1043" y="554"/>
                </a:lnTo>
                <a:lnTo>
                  <a:pt x="1043" y="553"/>
                </a:lnTo>
                <a:lnTo>
                  <a:pt x="1042" y="551"/>
                </a:lnTo>
                <a:lnTo>
                  <a:pt x="1041" y="551"/>
                </a:lnTo>
                <a:lnTo>
                  <a:pt x="1040" y="550"/>
                </a:lnTo>
                <a:lnTo>
                  <a:pt x="1039" y="549"/>
                </a:lnTo>
                <a:lnTo>
                  <a:pt x="1039" y="545"/>
                </a:lnTo>
                <a:lnTo>
                  <a:pt x="1040" y="545"/>
                </a:lnTo>
                <a:lnTo>
                  <a:pt x="1040" y="544"/>
                </a:lnTo>
                <a:lnTo>
                  <a:pt x="1040" y="543"/>
                </a:lnTo>
                <a:lnTo>
                  <a:pt x="1039" y="542"/>
                </a:lnTo>
                <a:lnTo>
                  <a:pt x="1038" y="541"/>
                </a:lnTo>
                <a:lnTo>
                  <a:pt x="1038" y="540"/>
                </a:lnTo>
                <a:lnTo>
                  <a:pt x="1038" y="539"/>
                </a:lnTo>
                <a:lnTo>
                  <a:pt x="1039" y="539"/>
                </a:lnTo>
                <a:lnTo>
                  <a:pt x="1039" y="538"/>
                </a:lnTo>
                <a:lnTo>
                  <a:pt x="1039" y="537"/>
                </a:lnTo>
                <a:lnTo>
                  <a:pt x="1038" y="537"/>
                </a:lnTo>
                <a:lnTo>
                  <a:pt x="1037" y="537"/>
                </a:lnTo>
                <a:lnTo>
                  <a:pt x="1037" y="536"/>
                </a:lnTo>
                <a:lnTo>
                  <a:pt x="1037" y="535"/>
                </a:lnTo>
                <a:lnTo>
                  <a:pt x="1037" y="534"/>
                </a:lnTo>
                <a:lnTo>
                  <a:pt x="1036" y="533"/>
                </a:lnTo>
                <a:lnTo>
                  <a:pt x="1036" y="532"/>
                </a:lnTo>
                <a:lnTo>
                  <a:pt x="1036" y="531"/>
                </a:lnTo>
                <a:lnTo>
                  <a:pt x="1037" y="531"/>
                </a:lnTo>
                <a:lnTo>
                  <a:pt x="1037" y="530"/>
                </a:lnTo>
                <a:lnTo>
                  <a:pt x="1037" y="529"/>
                </a:lnTo>
                <a:lnTo>
                  <a:pt x="1036" y="528"/>
                </a:lnTo>
                <a:lnTo>
                  <a:pt x="1035" y="527"/>
                </a:lnTo>
                <a:lnTo>
                  <a:pt x="1035" y="526"/>
                </a:lnTo>
                <a:lnTo>
                  <a:pt x="1035" y="524"/>
                </a:lnTo>
                <a:lnTo>
                  <a:pt x="1035" y="523"/>
                </a:lnTo>
                <a:lnTo>
                  <a:pt x="1035" y="522"/>
                </a:lnTo>
                <a:lnTo>
                  <a:pt x="1033" y="521"/>
                </a:lnTo>
                <a:lnTo>
                  <a:pt x="1033" y="520"/>
                </a:lnTo>
                <a:lnTo>
                  <a:pt x="1033" y="519"/>
                </a:lnTo>
                <a:lnTo>
                  <a:pt x="1033" y="518"/>
                </a:lnTo>
                <a:lnTo>
                  <a:pt x="1033" y="517"/>
                </a:lnTo>
                <a:lnTo>
                  <a:pt x="1033" y="516"/>
                </a:lnTo>
                <a:lnTo>
                  <a:pt x="1032" y="516"/>
                </a:lnTo>
                <a:lnTo>
                  <a:pt x="1031" y="516"/>
                </a:lnTo>
                <a:lnTo>
                  <a:pt x="1030" y="516"/>
                </a:lnTo>
                <a:lnTo>
                  <a:pt x="1029" y="515"/>
                </a:lnTo>
                <a:lnTo>
                  <a:pt x="1029" y="514"/>
                </a:lnTo>
                <a:lnTo>
                  <a:pt x="1028" y="513"/>
                </a:lnTo>
                <a:lnTo>
                  <a:pt x="1028" y="512"/>
                </a:lnTo>
                <a:lnTo>
                  <a:pt x="1027" y="511"/>
                </a:lnTo>
                <a:lnTo>
                  <a:pt x="1026" y="510"/>
                </a:lnTo>
                <a:lnTo>
                  <a:pt x="1025" y="508"/>
                </a:lnTo>
                <a:lnTo>
                  <a:pt x="1025" y="507"/>
                </a:lnTo>
                <a:lnTo>
                  <a:pt x="1024" y="505"/>
                </a:lnTo>
                <a:lnTo>
                  <a:pt x="1023" y="505"/>
                </a:lnTo>
                <a:lnTo>
                  <a:pt x="1022" y="503"/>
                </a:lnTo>
                <a:lnTo>
                  <a:pt x="1022" y="502"/>
                </a:lnTo>
                <a:lnTo>
                  <a:pt x="1021" y="502"/>
                </a:lnTo>
                <a:lnTo>
                  <a:pt x="1021" y="501"/>
                </a:lnTo>
                <a:lnTo>
                  <a:pt x="1020" y="501"/>
                </a:lnTo>
                <a:lnTo>
                  <a:pt x="1021" y="500"/>
                </a:lnTo>
                <a:lnTo>
                  <a:pt x="1020" y="497"/>
                </a:lnTo>
                <a:lnTo>
                  <a:pt x="1020" y="496"/>
                </a:lnTo>
                <a:lnTo>
                  <a:pt x="1020" y="495"/>
                </a:lnTo>
                <a:lnTo>
                  <a:pt x="1019" y="495"/>
                </a:lnTo>
                <a:lnTo>
                  <a:pt x="1019" y="493"/>
                </a:lnTo>
                <a:lnTo>
                  <a:pt x="1019" y="492"/>
                </a:lnTo>
                <a:lnTo>
                  <a:pt x="1020" y="491"/>
                </a:lnTo>
                <a:lnTo>
                  <a:pt x="1020" y="490"/>
                </a:lnTo>
                <a:lnTo>
                  <a:pt x="1020" y="489"/>
                </a:lnTo>
                <a:lnTo>
                  <a:pt x="1021" y="488"/>
                </a:lnTo>
                <a:lnTo>
                  <a:pt x="1020" y="486"/>
                </a:lnTo>
                <a:lnTo>
                  <a:pt x="1020" y="485"/>
                </a:lnTo>
                <a:lnTo>
                  <a:pt x="1021" y="484"/>
                </a:lnTo>
                <a:lnTo>
                  <a:pt x="1021" y="483"/>
                </a:lnTo>
                <a:lnTo>
                  <a:pt x="1020" y="482"/>
                </a:lnTo>
                <a:lnTo>
                  <a:pt x="1019" y="480"/>
                </a:lnTo>
                <a:lnTo>
                  <a:pt x="1018" y="480"/>
                </a:lnTo>
                <a:lnTo>
                  <a:pt x="1018" y="479"/>
                </a:lnTo>
                <a:lnTo>
                  <a:pt x="1017" y="478"/>
                </a:lnTo>
                <a:lnTo>
                  <a:pt x="1016" y="478"/>
                </a:lnTo>
                <a:lnTo>
                  <a:pt x="1016" y="477"/>
                </a:lnTo>
                <a:lnTo>
                  <a:pt x="1017" y="477"/>
                </a:lnTo>
                <a:lnTo>
                  <a:pt x="1017" y="476"/>
                </a:lnTo>
                <a:lnTo>
                  <a:pt x="1018" y="475"/>
                </a:lnTo>
                <a:lnTo>
                  <a:pt x="1019" y="472"/>
                </a:lnTo>
                <a:lnTo>
                  <a:pt x="1019" y="471"/>
                </a:lnTo>
                <a:lnTo>
                  <a:pt x="1020" y="470"/>
                </a:lnTo>
                <a:lnTo>
                  <a:pt x="1020" y="469"/>
                </a:lnTo>
                <a:lnTo>
                  <a:pt x="1021" y="469"/>
                </a:lnTo>
                <a:lnTo>
                  <a:pt x="1021" y="468"/>
                </a:lnTo>
                <a:lnTo>
                  <a:pt x="1022" y="468"/>
                </a:lnTo>
                <a:lnTo>
                  <a:pt x="1022" y="467"/>
                </a:lnTo>
                <a:lnTo>
                  <a:pt x="1022" y="465"/>
                </a:lnTo>
                <a:lnTo>
                  <a:pt x="1022" y="464"/>
                </a:lnTo>
                <a:lnTo>
                  <a:pt x="1022" y="462"/>
                </a:lnTo>
                <a:lnTo>
                  <a:pt x="1023" y="462"/>
                </a:lnTo>
                <a:lnTo>
                  <a:pt x="1023" y="461"/>
                </a:lnTo>
                <a:lnTo>
                  <a:pt x="1024" y="460"/>
                </a:lnTo>
                <a:lnTo>
                  <a:pt x="1024" y="459"/>
                </a:lnTo>
                <a:lnTo>
                  <a:pt x="1024" y="458"/>
                </a:lnTo>
                <a:lnTo>
                  <a:pt x="1024" y="456"/>
                </a:lnTo>
                <a:lnTo>
                  <a:pt x="1024" y="454"/>
                </a:lnTo>
                <a:lnTo>
                  <a:pt x="1024" y="451"/>
                </a:lnTo>
                <a:lnTo>
                  <a:pt x="1023" y="449"/>
                </a:lnTo>
                <a:lnTo>
                  <a:pt x="1023" y="448"/>
                </a:lnTo>
                <a:lnTo>
                  <a:pt x="1024" y="447"/>
                </a:lnTo>
                <a:lnTo>
                  <a:pt x="1024" y="446"/>
                </a:lnTo>
                <a:lnTo>
                  <a:pt x="1023" y="445"/>
                </a:lnTo>
                <a:lnTo>
                  <a:pt x="1023" y="444"/>
                </a:lnTo>
                <a:lnTo>
                  <a:pt x="1023" y="443"/>
                </a:lnTo>
                <a:lnTo>
                  <a:pt x="1023" y="442"/>
                </a:lnTo>
                <a:lnTo>
                  <a:pt x="1023" y="440"/>
                </a:lnTo>
                <a:lnTo>
                  <a:pt x="1023" y="438"/>
                </a:lnTo>
                <a:lnTo>
                  <a:pt x="1023" y="436"/>
                </a:lnTo>
                <a:lnTo>
                  <a:pt x="1023" y="435"/>
                </a:lnTo>
                <a:lnTo>
                  <a:pt x="1022" y="434"/>
                </a:lnTo>
                <a:lnTo>
                  <a:pt x="1021" y="433"/>
                </a:lnTo>
                <a:lnTo>
                  <a:pt x="1020" y="432"/>
                </a:lnTo>
                <a:lnTo>
                  <a:pt x="1019" y="430"/>
                </a:lnTo>
                <a:lnTo>
                  <a:pt x="1019" y="429"/>
                </a:lnTo>
                <a:lnTo>
                  <a:pt x="1019" y="428"/>
                </a:lnTo>
                <a:lnTo>
                  <a:pt x="1019" y="427"/>
                </a:lnTo>
                <a:lnTo>
                  <a:pt x="1020" y="427"/>
                </a:lnTo>
                <a:lnTo>
                  <a:pt x="1020" y="426"/>
                </a:lnTo>
                <a:lnTo>
                  <a:pt x="1020" y="425"/>
                </a:lnTo>
                <a:lnTo>
                  <a:pt x="1019" y="423"/>
                </a:lnTo>
                <a:lnTo>
                  <a:pt x="1020" y="422"/>
                </a:lnTo>
                <a:lnTo>
                  <a:pt x="1021" y="421"/>
                </a:lnTo>
                <a:lnTo>
                  <a:pt x="1022" y="419"/>
                </a:lnTo>
                <a:lnTo>
                  <a:pt x="1023" y="418"/>
                </a:lnTo>
                <a:lnTo>
                  <a:pt x="1023" y="416"/>
                </a:lnTo>
                <a:lnTo>
                  <a:pt x="1024" y="415"/>
                </a:lnTo>
                <a:lnTo>
                  <a:pt x="1024" y="414"/>
                </a:lnTo>
                <a:lnTo>
                  <a:pt x="1025" y="412"/>
                </a:lnTo>
                <a:lnTo>
                  <a:pt x="1025" y="411"/>
                </a:lnTo>
                <a:lnTo>
                  <a:pt x="1026" y="409"/>
                </a:lnTo>
                <a:lnTo>
                  <a:pt x="1027" y="408"/>
                </a:lnTo>
                <a:lnTo>
                  <a:pt x="1027" y="407"/>
                </a:lnTo>
                <a:lnTo>
                  <a:pt x="1029" y="405"/>
                </a:lnTo>
                <a:lnTo>
                  <a:pt x="1030" y="403"/>
                </a:lnTo>
                <a:lnTo>
                  <a:pt x="1030" y="402"/>
                </a:lnTo>
                <a:lnTo>
                  <a:pt x="1030" y="400"/>
                </a:lnTo>
                <a:lnTo>
                  <a:pt x="1031" y="400"/>
                </a:lnTo>
                <a:lnTo>
                  <a:pt x="1031" y="399"/>
                </a:lnTo>
                <a:lnTo>
                  <a:pt x="1032" y="399"/>
                </a:lnTo>
                <a:lnTo>
                  <a:pt x="1033" y="399"/>
                </a:lnTo>
                <a:lnTo>
                  <a:pt x="1034" y="400"/>
                </a:lnTo>
                <a:lnTo>
                  <a:pt x="1034" y="402"/>
                </a:lnTo>
                <a:lnTo>
                  <a:pt x="1034" y="403"/>
                </a:lnTo>
                <a:lnTo>
                  <a:pt x="1035" y="404"/>
                </a:lnTo>
                <a:lnTo>
                  <a:pt x="1036" y="406"/>
                </a:lnTo>
                <a:lnTo>
                  <a:pt x="1037" y="408"/>
                </a:lnTo>
                <a:lnTo>
                  <a:pt x="1038" y="408"/>
                </a:lnTo>
                <a:lnTo>
                  <a:pt x="1039" y="408"/>
                </a:lnTo>
                <a:lnTo>
                  <a:pt x="1040" y="408"/>
                </a:lnTo>
                <a:lnTo>
                  <a:pt x="1040" y="407"/>
                </a:lnTo>
                <a:lnTo>
                  <a:pt x="1041" y="407"/>
                </a:lnTo>
                <a:lnTo>
                  <a:pt x="1042" y="407"/>
                </a:lnTo>
                <a:lnTo>
                  <a:pt x="1043" y="406"/>
                </a:lnTo>
                <a:lnTo>
                  <a:pt x="1045" y="406"/>
                </a:lnTo>
                <a:lnTo>
                  <a:pt x="1046" y="405"/>
                </a:lnTo>
                <a:lnTo>
                  <a:pt x="1047" y="404"/>
                </a:lnTo>
                <a:lnTo>
                  <a:pt x="1048" y="403"/>
                </a:lnTo>
                <a:lnTo>
                  <a:pt x="1050" y="401"/>
                </a:lnTo>
                <a:lnTo>
                  <a:pt x="1051" y="400"/>
                </a:lnTo>
                <a:lnTo>
                  <a:pt x="1052" y="399"/>
                </a:lnTo>
                <a:lnTo>
                  <a:pt x="1053" y="399"/>
                </a:lnTo>
                <a:lnTo>
                  <a:pt x="1053" y="400"/>
                </a:lnTo>
                <a:lnTo>
                  <a:pt x="1054" y="400"/>
                </a:lnTo>
                <a:lnTo>
                  <a:pt x="1055" y="402"/>
                </a:lnTo>
                <a:lnTo>
                  <a:pt x="1056" y="402"/>
                </a:lnTo>
                <a:lnTo>
                  <a:pt x="1057" y="402"/>
                </a:lnTo>
                <a:lnTo>
                  <a:pt x="1058" y="402"/>
                </a:lnTo>
                <a:lnTo>
                  <a:pt x="1059" y="402"/>
                </a:lnTo>
                <a:lnTo>
                  <a:pt x="1060" y="402"/>
                </a:lnTo>
                <a:lnTo>
                  <a:pt x="1061" y="402"/>
                </a:lnTo>
                <a:lnTo>
                  <a:pt x="1062" y="401"/>
                </a:lnTo>
                <a:lnTo>
                  <a:pt x="1064" y="399"/>
                </a:lnTo>
                <a:lnTo>
                  <a:pt x="1065" y="399"/>
                </a:lnTo>
                <a:lnTo>
                  <a:pt x="1066" y="398"/>
                </a:lnTo>
                <a:lnTo>
                  <a:pt x="1067" y="397"/>
                </a:lnTo>
                <a:lnTo>
                  <a:pt x="1067" y="395"/>
                </a:lnTo>
                <a:lnTo>
                  <a:pt x="1067" y="393"/>
                </a:lnTo>
                <a:lnTo>
                  <a:pt x="1067" y="392"/>
                </a:lnTo>
                <a:lnTo>
                  <a:pt x="1068" y="389"/>
                </a:lnTo>
                <a:lnTo>
                  <a:pt x="1070" y="386"/>
                </a:lnTo>
                <a:lnTo>
                  <a:pt x="1071" y="385"/>
                </a:lnTo>
                <a:lnTo>
                  <a:pt x="1072" y="384"/>
                </a:lnTo>
                <a:lnTo>
                  <a:pt x="1072" y="383"/>
                </a:lnTo>
                <a:lnTo>
                  <a:pt x="1073" y="383"/>
                </a:lnTo>
                <a:lnTo>
                  <a:pt x="1074" y="382"/>
                </a:lnTo>
                <a:lnTo>
                  <a:pt x="1074" y="381"/>
                </a:lnTo>
                <a:lnTo>
                  <a:pt x="1074" y="380"/>
                </a:lnTo>
                <a:lnTo>
                  <a:pt x="1075" y="378"/>
                </a:lnTo>
                <a:lnTo>
                  <a:pt x="1076" y="377"/>
                </a:lnTo>
                <a:lnTo>
                  <a:pt x="1076" y="376"/>
                </a:lnTo>
                <a:lnTo>
                  <a:pt x="1078" y="376"/>
                </a:lnTo>
                <a:lnTo>
                  <a:pt x="1079" y="375"/>
                </a:lnTo>
                <a:lnTo>
                  <a:pt x="1080" y="374"/>
                </a:lnTo>
                <a:lnTo>
                  <a:pt x="1080" y="373"/>
                </a:lnTo>
                <a:lnTo>
                  <a:pt x="1080" y="372"/>
                </a:lnTo>
                <a:lnTo>
                  <a:pt x="1081" y="372"/>
                </a:lnTo>
                <a:lnTo>
                  <a:pt x="1081" y="371"/>
                </a:lnTo>
                <a:lnTo>
                  <a:pt x="1081" y="369"/>
                </a:lnTo>
                <a:lnTo>
                  <a:pt x="1082" y="368"/>
                </a:lnTo>
                <a:lnTo>
                  <a:pt x="1083" y="368"/>
                </a:lnTo>
                <a:lnTo>
                  <a:pt x="1084" y="367"/>
                </a:lnTo>
                <a:lnTo>
                  <a:pt x="1085" y="367"/>
                </a:lnTo>
                <a:lnTo>
                  <a:pt x="1086" y="368"/>
                </a:lnTo>
                <a:lnTo>
                  <a:pt x="1087" y="368"/>
                </a:lnTo>
                <a:lnTo>
                  <a:pt x="1088" y="368"/>
                </a:lnTo>
                <a:lnTo>
                  <a:pt x="1089" y="368"/>
                </a:lnTo>
                <a:lnTo>
                  <a:pt x="1090" y="368"/>
                </a:lnTo>
                <a:lnTo>
                  <a:pt x="1091" y="369"/>
                </a:lnTo>
                <a:lnTo>
                  <a:pt x="1092" y="369"/>
                </a:lnTo>
                <a:lnTo>
                  <a:pt x="1094" y="369"/>
                </a:lnTo>
                <a:lnTo>
                  <a:pt x="1095" y="369"/>
                </a:lnTo>
                <a:lnTo>
                  <a:pt x="1095" y="368"/>
                </a:lnTo>
                <a:lnTo>
                  <a:pt x="1095" y="366"/>
                </a:lnTo>
                <a:lnTo>
                  <a:pt x="1095" y="365"/>
                </a:lnTo>
                <a:lnTo>
                  <a:pt x="1095" y="364"/>
                </a:lnTo>
                <a:lnTo>
                  <a:pt x="1095" y="363"/>
                </a:lnTo>
                <a:lnTo>
                  <a:pt x="1096" y="363"/>
                </a:lnTo>
                <a:lnTo>
                  <a:pt x="1096" y="362"/>
                </a:lnTo>
                <a:lnTo>
                  <a:pt x="1096" y="361"/>
                </a:lnTo>
                <a:lnTo>
                  <a:pt x="1095" y="360"/>
                </a:lnTo>
                <a:lnTo>
                  <a:pt x="1095" y="359"/>
                </a:lnTo>
                <a:lnTo>
                  <a:pt x="1093" y="358"/>
                </a:lnTo>
                <a:lnTo>
                  <a:pt x="1092" y="357"/>
                </a:lnTo>
                <a:lnTo>
                  <a:pt x="1092" y="356"/>
                </a:lnTo>
                <a:lnTo>
                  <a:pt x="1092" y="355"/>
                </a:lnTo>
                <a:lnTo>
                  <a:pt x="1093" y="354"/>
                </a:lnTo>
                <a:lnTo>
                  <a:pt x="1094" y="354"/>
                </a:lnTo>
                <a:lnTo>
                  <a:pt x="1094" y="355"/>
                </a:lnTo>
                <a:lnTo>
                  <a:pt x="1095" y="355"/>
                </a:lnTo>
                <a:lnTo>
                  <a:pt x="1096" y="353"/>
                </a:lnTo>
                <a:lnTo>
                  <a:pt x="1099" y="350"/>
                </a:lnTo>
                <a:lnTo>
                  <a:pt x="1101" y="349"/>
                </a:lnTo>
                <a:lnTo>
                  <a:pt x="1102" y="347"/>
                </a:lnTo>
                <a:lnTo>
                  <a:pt x="1103" y="347"/>
                </a:lnTo>
                <a:lnTo>
                  <a:pt x="1103" y="346"/>
                </a:lnTo>
                <a:lnTo>
                  <a:pt x="1104" y="346"/>
                </a:lnTo>
                <a:lnTo>
                  <a:pt x="1105" y="346"/>
                </a:lnTo>
                <a:lnTo>
                  <a:pt x="1105" y="345"/>
                </a:lnTo>
                <a:lnTo>
                  <a:pt x="1106" y="345"/>
                </a:lnTo>
                <a:lnTo>
                  <a:pt x="1106" y="344"/>
                </a:lnTo>
                <a:lnTo>
                  <a:pt x="1106" y="343"/>
                </a:lnTo>
                <a:lnTo>
                  <a:pt x="1107" y="343"/>
                </a:lnTo>
                <a:lnTo>
                  <a:pt x="1108" y="341"/>
                </a:lnTo>
                <a:lnTo>
                  <a:pt x="1108" y="340"/>
                </a:lnTo>
                <a:lnTo>
                  <a:pt x="1109" y="339"/>
                </a:lnTo>
                <a:lnTo>
                  <a:pt x="1110" y="339"/>
                </a:lnTo>
                <a:lnTo>
                  <a:pt x="1111" y="339"/>
                </a:lnTo>
                <a:lnTo>
                  <a:pt x="1112" y="339"/>
                </a:lnTo>
                <a:lnTo>
                  <a:pt x="1113" y="339"/>
                </a:lnTo>
                <a:lnTo>
                  <a:pt x="1114" y="339"/>
                </a:lnTo>
                <a:lnTo>
                  <a:pt x="1114" y="338"/>
                </a:lnTo>
                <a:lnTo>
                  <a:pt x="1115" y="337"/>
                </a:lnTo>
                <a:lnTo>
                  <a:pt x="1115" y="336"/>
                </a:lnTo>
                <a:lnTo>
                  <a:pt x="1118" y="333"/>
                </a:lnTo>
                <a:lnTo>
                  <a:pt x="1119" y="332"/>
                </a:lnTo>
                <a:lnTo>
                  <a:pt x="1120" y="332"/>
                </a:lnTo>
                <a:lnTo>
                  <a:pt x="1121" y="332"/>
                </a:lnTo>
                <a:lnTo>
                  <a:pt x="1121" y="331"/>
                </a:lnTo>
                <a:lnTo>
                  <a:pt x="1122" y="331"/>
                </a:lnTo>
                <a:lnTo>
                  <a:pt x="1122" y="330"/>
                </a:lnTo>
                <a:lnTo>
                  <a:pt x="1123" y="330"/>
                </a:lnTo>
                <a:lnTo>
                  <a:pt x="1124" y="329"/>
                </a:lnTo>
                <a:lnTo>
                  <a:pt x="1125" y="328"/>
                </a:lnTo>
                <a:lnTo>
                  <a:pt x="1125" y="327"/>
                </a:lnTo>
                <a:lnTo>
                  <a:pt x="1125" y="325"/>
                </a:lnTo>
                <a:lnTo>
                  <a:pt x="1126" y="325"/>
                </a:lnTo>
                <a:lnTo>
                  <a:pt x="1127" y="324"/>
                </a:lnTo>
                <a:lnTo>
                  <a:pt x="1128" y="324"/>
                </a:lnTo>
                <a:lnTo>
                  <a:pt x="1129" y="323"/>
                </a:lnTo>
                <a:lnTo>
                  <a:pt x="1131" y="322"/>
                </a:lnTo>
                <a:lnTo>
                  <a:pt x="1132" y="319"/>
                </a:lnTo>
                <a:lnTo>
                  <a:pt x="1133" y="318"/>
                </a:lnTo>
                <a:lnTo>
                  <a:pt x="1134" y="315"/>
                </a:lnTo>
                <a:lnTo>
                  <a:pt x="1134" y="313"/>
                </a:lnTo>
                <a:lnTo>
                  <a:pt x="1134" y="312"/>
                </a:lnTo>
                <a:lnTo>
                  <a:pt x="1134" y="311"/>
                </a:lnTo>
                <a:lnTo>
                  <a:pt x="1134" y="310"/>
                </a:lnTo>
                <a:lnTo>
                  <a:pt x="1133" y="310"/>
                </a:lnTo>
                <a:lnTo>
                  <a:pt x="1133" y="306"/>
                </a:lnTo>
                <a:lnTo>
                  <a:pt x="1133" y="305"/>
                </a:lnTo>
                <a:lnTo>
                  <a:pt x="1133" y="303"/>
                </a:lnTo>
                <a:lnTo>
                  <a:pt x="1133" y="301"/>
                </a:lnTo>
                <a:lnTo>
                  <a:pt x="1133" y="298"/>
                </a:lnTo>
                <a:lnTo>
                  <a:pt x="1134" y="297"/>
                </a:lnTo>
                <a:lnTo>
                  <a:pt x="1135" y="296"/>
                </a:lnTo>
                <a:lnTo>
                  <a:pt x="1137" y="294"/>
                </a:lnTo>
                <a:lnTo>
                  <a:pt x="1137" y="293"/>
                </a:lnTo>
                <a:lnTo>
                  <a:pt x="1138" y="293"/>
                </a:lnTo>
                <a:lnTo>
                  <a:pt x="1138" y="292"/>
                </a:lnTo>
                <a:lnTo>
                  <a:pt x="1139" y="291"/>
                </a:lnTo>
                <a:lnTo>
                  <a:pt x="1140" y="290"/>
                </a:lnTo>
                <a:lnTo>
                  <a:pt x="1141" y="290"/>
                </a:lnTo>
                <a:lnTo>
                  <a:pt x="1143" y="289"/>
                </a:lnTo>
                <a:lnTo>
                  <a:pt x="1144" y="289"/>
                </a:lnTo>
                <a:lnTo>
                  <a:pt x="1144" y="288"/>
                </a:lnTo>
                <a:lnTo>
                  <a:pt x="1145" y="287"/>
                </a:lnTo>
                <a:lnTo>
                  <a:pt x="1145" y="286"/>
                </a:lnTo>
                <a:lnTo>
                  <a:pt x="1145" y="285"/>
                </a:lnTo>
                <a:lnTo>
                  <a:pt x="1144" y="285"/>
                </a:lnTo>
                <a:lnTo>
                  <a:pt x="1144" y="284"/>
                </a:lnTo>
                <a:lnTo>
                  <a:pt x="1143" y="284"/>
                </a:lnTo>
                <a:lnTo>
                  <a:pt x="1142" y="285"/>
                </a:lnTo>
                <a:lnTo>
                  <a:pt x="1141" y="286"/>
                </a:lnTo>
                <a:lnTo>
                  <a:pt x="1141" y="287"/>
                </a:lnTo>
                <a:lnTo>
                  <a:pt x="1140" y="287"/>
                </a:lnTo>
                <a:lnTo>
                  <a:pt x="1139" y="287"/>
                </a:lnTo>
                <a:lnTo>
                  <a:pt x="1136" y="287"/>
                </a:lnTo>
                <a:lnTo>
                  <a:pt x="1134" y="285"/>
                </a:lnTo>
                <a:lnTo>
                  <a:pt x="1134" y="284"/>
                </a:lnTo>
                <a:lnTo>
                  <a:pt x="1133" y="283"/>
                </a:lnTo>
                <a:lnTo>
                  <a:pt x="1133" y="282"/>
                </a:lnTo>
                <a:lnTo>
                  <a:pt x="1132" y="281"/>
                </a:lnTo>
                <a:lnTo>
                  <a:pt x="1132" y="280"/>
                </a:lnTo>
                <a:lnTo>
                  <a:pt x="1132" y="279"/>
                </a:lnTo>
                <a:lnTo>
                  <a:pt x="1132" y="278"/>
                </a:lnTo>
                <a:lnTo>
                  <a:pt x="1133" y="277"/>
                </a:lnTo>
                <a:lnTo>
                  <a:pt x="1133" y="276"/>
                </a:lnTo>
                <a:lnTo>
                  <a:pt x="1133" y="275"/>
                </a:lnTo>
                <a:lnTo>
                  <a:pt x="1132" y="275"/>
                </a:lnTo>
                <a:lnTo>
                  <a:pt x="1132" y="274"/>
                </a:lnTo>
                <a:lnTo>
                  <a:pt x="1131" y="273"/>
                </a:lnTo>
                <a:lnTo>
                  <a:pt x="1130" y="273"/>
                </a:lnTo>
                <a:lnTo>
                  <a:pt x="1128" y="273"/>
                </a:lnTo>
                <a:lnTo>
                  <a:pt x="1128" y="274"/>
                </a:lnTo>
                <a:lnTo>
                  <a:pt x="1127" y="274"/>
                </a:lnTo>
                <a:lnTo>
                  <a:pt x="1127" y="275"/>
                </a:lnTo>
                <a:lnTo>
                  <a:pt x="1126" y="275"/>
                </a:lnTo>
                <a:lnTo>
                  <a:pt x="1126" y="276"/>
                </a:lnTo>
                <a:lnTo>
                  <a:pt x="1126" y="275"/>
                </a:lnTo>
                <a:lnTo>
                  <a:pt x="1125" y="275"/>
                </a:lnTo>
                <a:lnTo>
                  <a:pt x="1124" y="274"/>
                </a:lnTo>
                <a:lnTo>
                  <a:pt x="1123" y="274"/>
                </a:lnTo>
                <a:lnTo>
                  <a:pt x="1123" y="273"/>
                </a:lnTo>
                <a:lnTo>
                  <a:pt x="1122" y="273"/>
                </a:lnTo>
                <a:lnTo>
                  <a:pt x="1122" y="272"/>
                </a:lnTo>
                <a:lnTo>
                  <a:pt x="1121" y="271"/>
                </a:lnTo>
                <a:lnTo>
                  <a:pt x="1121" y="270"/>
                </a:lnTo>
                <a:lnTo>
                  <a:pt x="1121" y="269"/>
                </a:lnTo>
                <a:lnTo>
                  <a:pt x="1121" y="267"/>
                </a:lnTo>
                <a:lnTo>
                  <a:pt x="1121" y="265"/>
                </a:lnTo>
                <a:lnTo>
                  <a:pt x="1122" y="265"/>
                </a:lnTo>
                <a:lnTo>
                  <a:pt x="1122" y="264"/>
                </a:lnTo>
                <a:lnTo>
                  <a:pt x="1123" y="264"/>
                </a:lnTo>
                <a:lnTo>
                  <a:pt x="1123" y="263"/>
                </a:lnTo>
                <a:lnTo>
                  <a:pt x="1124" y="263"/>
                </a:lnTo>
                <a:lnTo>
                  <a:pt x="1125" y="262"/>
                </a:lnTo>
                <a:lnTo>
                  <a:pt x="1126" y="260"/>
                </a:lnTo>
                <a:lnTo>
                  <a:pt x="1126" y="259"/>
                </a:lnTo>
                <a:lnTo>
                  <a:pt x="1125" y="258"/>
                </a:lnTo>
                <a:lnTo>
                  <a:pt x="1124" y="257"/>
                </a:lnTo>
                <a:lnTo>
                  <a:pt x="1124" y="256"/>
                </a:lnTo>
                <a:lnTo>
                  <a:pt x="1125" y="255"/>
                </a:lnTo>
                <a:lnTo>
                  <a:pt x="1125" y="254"/>
                </a:lnTo>
                <a:lnTo>
                  <a:pt x="1126" y="254"/>
                </a:lnTo>
                <a:lnTo>
                  <a:pt x="1126" y="255"/>
                </a:lnTo>
                <a:lnTo>
                  <a:pt x="1127" y="255"/>
                </a:lnTo>
                <a:lnTo>
                  <a:pt x="1128" y="255"/>
                </a:lnTo>
                <a:lnTo>
                  <a:pt x="1129" y="254"/>
                </a:lnTo>
                <a:lnTo>
                  <a:pt x="1130" y="253"/>
                </a:lnTo>
                <a:lnTo>
                  <a:pt x="1130" y="252"/>
                </a:lnTo>
                <a:lnTo>
                  <a:pt x="1131" y="252"/>
                </a:lnTo>
                <a:lnTo>
                  <a:pt x="1131" y="251"/>
                </a:lnTo>
                <a:lnTo>
                  <a:pt x="1132" y="251"/>
                </a:lnTo>
                <a:lnTo>
                  <a:pt x="1133" y="251"/>
                </a:lnTo>
                <a:lnTo>
                  <a:pt x="1134" y="251"/>
                </a:lnTo>
                <a:lnTo>
                  <a:pt x="1134" y="250"/>
                </a:lnTo>
                <a:lnTo>
                  <a:pt x="1135" y="250"/>
                </a:lnTo>
                <a:lnTo>
                  <a:pt x="1135" y="249"/>
                </a:lnTo>
                <a:lnTo>
                  <a:pt x="1135" y="248"/>
                </a:lnTo>
                <a:lnTo>
                  <a:pt x="1136" y="248"/>
                </a:lnTo>
                <a:lnTo>
                  <a:pt x="1137" y="247"/>
                </a:lnTo>
                <a:lnTo>
                  <a:pt x="1139" y="246"/>
                </a:lnTo>
                <a:lnTo>
                  <a:pt x="1140" y="246"/>
                </a:lnTo>
                <a:lnTo>
                  <a:pt x="1140" y="245"/>
                </a:lnTo>
                <a:lnTo>
                  <a:pt x="1141" y="244"/>
                </a:lnTo>
                <a:lnTo>
                  <a:pt x="1141" y="243"/>
                </a:lnTo>
                <a:lnTo>
                  <a:pt x="1142" y="242"/>
                </a:lnTo>
                <a:lnTo>
                  <a:pt x="1143" y="242"/>
                </a:lnTo>
                <a:lnTo>
                  <a:pt x="1143" y="241"/>
                </a:lnTo>
                <a:lnTo>
                  <a:pt x="1143" y="240"/>
                </a:lnTo>
                <a:lnTo>
                  <a:pt x="1144" y="240"/>
                </a:lnTo>
                <a:lnTo>
                  <a:pt x="1144" y="239"/>
                </a:lnTo>
                <a:lnTo>
                  <a:pt x="1145" y="237"/>
                </a:lnTo>
                <a:lnTo>
                  <a:pt x="1146" y="237"/>
                </a:lnTo>
                <a:lnTo>
                  <a:pt x="1146" y="235"/>
                </a:lnTo>
                <a:lnTo>
                  <a:pt x="1146" y="234"/>
                </a:lnTo>
                <a:lnTo>
                  <a:pt x="1146" y="233"/>
                </a:lnTo>
                <a:lnTo>
                  <a:pt x="1147" y="233"/>
                </a:lnTo>
                <a:lnTo>
                  <a:pt x="1147" y="232"/>
                </a:lnTo>
                <a:lnTo>
                  <a:pt x="1148" y="232"/>
                </a:lnTo>
                <a:lnTo>
                  <a:pt x="1149" y="232"/>
                </a:lnTo>
                <a:lnTo>
                  <a:pt x="1152" y="231"/>
                </a:lnTo>
                <a:lnTo>
                  <a:pt x="1153" y="231"/>
                </a:lnTo>
                <a:lnTo>
                  <a:pt x="1154" y="231"/>
                </a:lnTo>
                <a:lnTo>
                  <a:pt x="1155" y="230"/>
                </a:lnTo>
                <a:lnTo>
                  <a:pt x="1155" y="229"/>
                </a:lnTo>
                <a:lnTo>
                  <a:pt x="1156" y="229"/>
                </a:lnTo>
                <a:lnTo>
                  <a:pt x="1157" y="228"/>
                </a:lnTo>
                <a:lnTo>
                  <a:pt x="1157" y="227"/>
                </a:lnTo>
                <a:lnTo>
                  <a:pt x="1158" y="227"/>
                </a:lnTo>
                <a:lnTo>
                  <a:pt x="1159" y="227"/>
                </a:lnTo>
                <a:lnTo>
                  <a:pt x="1159" y="226"/>
                </a:lnTo>
                <a:lnTo>
                  <a:pt x="1159" y="227"/>
                </a:lnTo>
                <a:lnTo>
                  <a:pt x="1160" y="227"/>
                </a:lnTo>
                <a:lnTo>
                  <a:pt x="1161" y="227"/>
                </a:lnTo>
                <a:lnTo>
                  <a:pt x="1161" y="228"/>
                </a:lnTo>
                <a:lnTo>
                  <a:pt x="1162" y="228"/>
                </a:lnTo>
                <a:lnTo>
                  <a:pt x="1163" y="229"/>
                </a:lnTo>
                <a:lnTo>
                  <a:pt x="1164" y="230"/>
                </a:lnTo>
                <a:lnTo>
                  <a:pt x="1165" y="231"/>
                </a:lnTo>
                <a:lnTo>
                  <a:pt x="1166" y="231"/>
                </a:lnTo>
                <a:lnTo>
                  <a:pt x="1166" y="232"/>
                </a:lnTo>
                <a:lnTo>
                  <a:pt x="1167" y="232"/>
                </a:lnTo>
                <a:lnTo>
                  <a:pt x="1168" y="232"/>
                </a:lnTo>
                <a:lnTo>
                  <a:pt x="1168" y="233"/>
                </a:lnTo>
                <a:lnTo>
                  <a:pt x="1169" y="233"/>
                </a:lnTo>
                <a:lnTo>
                  <a:pt x="1169" y="234"/>
                </a:lnTo>
                <a:lnTo>
                  <a:pt x="1169" y="235"/>
                </a:lnTo>
                <a:lnTo>
                  <a:pt x="1169" y="236"/>
                </a:lnTo>
                <a:lnTo>
                  <a:pt x="1169" y="237"/>
                </a:lnTo>
                <a:lnTo>
                  <a:pt x="1169" y="238"/>
                </a:lnTo>
                <a:lnTo>
                  <a:pt x="1169" y="239"/>
                </a:lnTo>
                <a:lnTo>
                  <a:pt x="1170" y="239"/>
                </a:lnTo>
                <a:lnTo>
                  <a:pt x="1170" y="240"/>
                </a:lnTo>
                <a:lnTo>
                  <a:pt x="1171" y="240"/>
                </a:lnTo>
                <a:lnTo>
                  <a:pt x="1172" y="240"/>
                </a:lnTo>
                <a:lnTo>
                  <a:pt x="1173" y="240"/>
                </a:lnTo>
                <a:lnTo>
                  <a:pt x="1173" y="239"/>
                </a:lnTo>
                <a:lnTo>
                  <a:pt x="1174" y="239"/>
                </a:lnTo>
                <a:lnTo>
                  <a:pt x="1174" y="238"/>
                </a:lnTo>
                <a:lnTo>
                  <a:pt x="1174" y="237"/>
                </a:lnTo>
                <a:lnTo>
                  <a:pt x="1175" y="236"/>
                </a:lnTo>
                <a:lnTo>
                  <a:pt x="1175" y="235"/>
                </a:lnTo>
                <a:lnTo>
                  <a:pt x="1175" y="234"/>
                </a:lnTo>
                <a:lnTo>
                  <a:pt x="1175" y="233"/>
                </a:lnTo>
                <a:lnTo>
                  <a:pt x="1176" y="233"/>
                </a:lnTo>
                <a:lnTo>
                  <a:pt x="1176" y="232"/>
                </a:lnTo>
                <a:lnTo>
                  <a:pt x="1177" y="232"/>
                </a:lnTo>
                <a:lnTo>
                  <a:pt x="1178" y="232"/>
                </a:lnTo>
                <a:lnTo>
                  <a:pt x="1179" y="232"/>
                </a:lnTo>
                <a:lnTo>
                  <a:pt x="1180" y="232"/>
                </a:lnTo>
                <a:lnTo>
                  <a:pt x="1181" y="233"/>
                </a:lnTo>
                <a:lnTo>
                  <a:pt x="1182" y="233"/>
                </a:lnTo>
                <a:lnTo>
                  <a:pt x="1183" y="233"/>
                </a:lnTo>
                <a:lnTo>
                  <a:pt x="1183" y="232"/>
                </a:lnTo>
                <a:lnTo>
                  <a:pt x="1184" y="231"/>
                </a:lnTo>
                <a:lnTo>
                  <a:pt x="1185" y="230"/>
                </a:lnTo>
                <a:lnTo>
                  <a:pt x="1185" y="229"/>
                </a:lnTo>
                <a:lnTo>
                  <a:pt x="1185" y="228"/>
                </a:lnTo>
                <a:lnTo>
                  <a:pt x="1186" y="228"/>
                </a:lnTo>
                <a:lnTo>
                  <a:pt x="1188" y="227"/>
                </a:lnTo>
                <a:lnTo>
                  <a:pt x="1189" y="227"/>
                </a:lnTo>
                <a:lnTo>
                  <a:pt x="1190" y="226"/>
                </a:lnTo>
                <a:lnTo>
                  <a:pt x="1192" y="225"/>
                </a:lnTo>
                <a:lnTo>
                  <a:pt x="1192" y="224"/>
                </a:lnTo>
                <a:lnTo>
                  <a:pt x="1193" y="222"/>
                </a:lnTo>
                <a:lnTo>
                  <a:pt x="1195" y="222"/>
                </a:lnTo>
                <a:lnTo>
                  <a:pt x="1196" y="222"/>
                </a:lnTo>
                <a:lnTo>
                  <a:pt x="1198" y="220"/>
                </a:lnTo>
                <a:lnTo>
                  <a:pt x="1199" y="220"/>
                </a:lnTo>
                <a:lnTo>
                  <a:pt x="1200" y="220"/>
                </a:lnTo>
                <a:lnTo>
                  <a:pt x="1200" y="219"/>
                </a:lnTo>
                <a:lnTo>
                  <a:pt x="1201" y="219"/>
                </a:lnTo>
                <a:lnTo>
                  <a:pt x="1201" y="218"/>
                </a:lnTo>
                <a:lnTo>
                  <a:pt x="1202" y="217"/>
                </a:lnTo>
                <a:lnTo>
                  <a:pt x="1202" y="216"/>
                </a:lnTo>
                <a:lnTo>
                  <a:pt x="1201" y="216"/>
                </a:lnTo>
                <a:lnTo>
                  <a:pt x="1201" y="215"/>
                </a:lnTo>
                <a:lnTo>
                  <a:pt x="1201" y="213"/>
                </a:lnTo>
                <a:lnTo>
                  <a:pt x="1200" y="213"/>
                </a:lnTo>
                <a:lnTo>
                  <a:pt x="1200" y="212"/>
                </a:lnTo>
                <a:lnTo>
                  <a:pt x="1199" y="211"/>
                </a:lnTo>
                <a:lnTo>
                  <a:pt x="1199" y="210"/>
                </a:lnTo>
                <a:lnTo>
                  <a:pt x="1198" y="210"/>
                </a:lnTo>
                <a:lnTo>
                  <a:pt x="1198" y="209"/>
                </a:lnTo>
                <a:lnTo>
                  <a:pt x="1198" y="208"/>
                </a:lnTo>
                <a:lnTo>
                  <a:pt x="1198" y="207"/>
                </a:lnTo>
                <a:lnTo>
                  <a:pt x="1198" y="205"/>
                </a:lnTo>
                <a:lnTo>
                  <a:pt x="1199" y="204"/>
                </a:lnTo>
                <a:lnTo>
                  <a:pt x="1199" y="203"/>
                </a:lnTo>
                <a:lnTo>
                  <a:pt x="1199" y="202"/>
                </a:lnTo>
                <a:lnTo>
                  <a:pt x="1198" y="199"/>
                </a:lnTo>
                <a:lnTo>
                  <a:pt x="1198" y="198"/>
                </a:lnTo>
                <a:lnTo>
                  <a:pt x="1197" y="197"/>
                </a:lnTo>
                <a:lnTo>
                  <a:pt x="1196" y="196"/>
                </a:lnTo>
                <a:lnTo>
                  <a:pt x="1195" y="195"/>
                </a:lnTo>
                <a:lnTo>
                  <a:pt x="1195" y="194"/>
                </a:lnTo>
                <a:lnTo>
                  <a:pt x="1194" y="192"/>
                </a:lnTo>
                <a:lnTo>
                  <a:pt x="1193" y="191"/>
                </a:lnTo>
                <a:lnTo>
                  <a:pt x="1193" y="188"/>
                </a:lnTo>
                <a:lnTo>
                  <a:pt x="1194" y="188"/>
                </a:lnTo>
                <a:lnTo>
                  <a:pt x="1194" y="186"/>
                </a:lnTo>
                <a:lnTo>
                  <a:pt x="1193" y="185"/>
                </a:lnTo>
                <a:lnTo>
                  <a:pt x="1193" y="184"/>
                </a:lnTo>
                <a:lnTo>
                  <a:pt x="1192" y="183"/>
                </a:lnTo>
                <a:lnTo>
                  <a:pt x="1192" y="182"/>
                </a:lnTo>
                <a:lnTo>
                  <a:pt x="1191" y="182"/>
                </a:lnTo>
                <a:lnTo>
                  <a:pt x="1191" y="181"/>
                </a:lnTo>
                <a:lnTo>
                  <a:pt x="1191" y="180"/>
                </a:lnTo>
                <a:lnTo>
                  <a:pt x="1191" y="179"/>
                </a:lnTo>
                <a:lnTo>
                  <a:pt x="1190" y="179"/>
                </a:lnTo>
                <a:lnTo>
                  <a:pt x="1189" y="178"/>
                </a:lnTo>
                <a:lnTo>
                  <a:pt x="1188" y="177"/>
                </a:lnTo>
                <a:lnTo>
                  <a:pt x="1187" y="177"/>
                </a:lnTo>
                <a:lnTo>
                  <a:pt x="1187" y="176"/>
                </a:lnTo>
                <a:lnTo>
                  <a:pt x="1185" y="173"/>
                </a:lnTo>
                <a:lnTo>
                  <a:pt x="1186" y="173"/>
                </a:lnTo>
                <a:lnTo>
                  <a:pt x="1186" y="172"/>
                </a:lnTo>
                <a:lnTo>
                  <a:pt x="1187" y="172"/>
                </a:lnTo>
                <a:lnTo>
                  <a:pt x="1188" y="172"/>
                </a:lnTo>
                <a:lnTo>
                  <a:pt x="1189" y="171"/>
                </a:lnTo>
                <a:lnTo>
                  <a:pt x="1189" y="170"/>
                </a:lnTo>
                <a:lnTo>
                  <a:pt x="1189" y="169"/>
                </a:lnTo>
                <a:lnTo>
                  <a:pt x="1189" y="168"/>
                </a:lnTo>
                <a:lnTo>
                  <a:pt x="1189" y="167"/>
                </a:lnTo>
                <a:lnTo>
                  <a:pt x="1189" y="165"/>
                </a:lnTo>
                <a:lnTo>
                  <a:pt x="1190" y="165"/>
                </a:lnTo>
                <a:lnTo>
                  <a:pt x="1190" y="164"/>
                </a:lnTo>
                <a:lnTo>
                  <a:pt x="1191" y="164"/>
                </a:lnTo>
                <a:lnTo>
                  <a:pt x="1192" y="164"/>
                </a:lnTo>
                <a:lnTo>
                  <a:pt x="1192" y="163"/>
                </a:lnTo>
                <a:lnTo>
                  <a:pt x="1193" y="163"/>
                </a:lnTo>
                <a:lnTo>
                  <a:pt x="1193" y="162"/>
                </a:lnTo>
                <a:lnTo>
                  <a:pt x="1194" y="162"/>
                </a:lnTo>
                <a:lnTo>
                  <a:pt x="1194" y="161"/>
                </a:lnTo>
                <a:lnTo>
                  <a:pt x="1195" y="161"/>
                </a:lnTo>
                <a:lnTo>
                  <a:pt x="1195" y="160"/>
                </a:lnTo>
                <a:lnTo>
                  <a:pt x="1195" y="159"/>
                </a:lnTo>
                <a:lnTo>
                  <a:pt x="1195" y="158"/>
                </a:lnTo>
                <a:lnTo>
                  <a:pt x="1195" y="157"/>
                </a:lnTo>
                <a:lnTo>
                  <a:pt x="1195" y="155"/>
                </a:lnTo>
                <a:lnTo>
                  <a:pt x="1195" y="153"/>
                </a:lnTo>
                <a:lnTo>
                  <a:pt x="1195" y="152"/>
                </a:lnTo>
                <a:lnTo>
                  <a:pt x="1196" y="151"/>
                </a:lnTo>
                <a:lnTo>
                  <a:pt x="1196" y="149"/>
                </a:lnTo>
                <a:lnTo>
                  <a:pt x="1196" y="148"/>
                </a:lnTo>
                <a:lnTo>
                  <a:pt x="1196" y="147"/>
                </a:lnTo>
                <a:lnTo>
                  <a:pt x="1196" y="146"/>
                </a:lnTo>
                <a:lnTo>
                  <a:pt x="1197" y="146"/>
                </a:lnTo>
                <a:lnTo>
                  <a:pt x="1197" y="145"/>
                </a:lnTo>
                <a:lnTo>
                  <a:pt x="1197" y="144"/>
                </a:lnTo>
                <a:lnTo>
                  <a:pt x="1198" y="144"/>
                </a:lnTo>
                <a:lnTo>
                  <a:pt x="1198" y="143"/>
                </a:lnTo>
                <a:lnTo>
                  <a:pt x="1199" y="143"/>
                </a:lnTo>
                <a:lnTo>
                  <a:pt x="1200" y="144"/>
                </a:lnTo>
                <a:lnTo>
                  <a:pt x="1201" y="145"/>
                </a:lnTo>
                <a:lnTo>
                  <a:pt x="1202" y="146"/>
                </a:lnTo>
                <a:lnTo>
                  <a:pt x="1202" y="147"/>
                </a:lnTo>
                <a:lnTo>
                  <a:pt x="1202" y="148"/>
                </a:lnTo>
                <a:lnTo>
                  <a:pt x="1202" y="149"/>
                </a:lnTo>
                <a:lnTo>
                  <a:pt x="1201" y="149"/>
                </a:lnTo>
                <a:lnTo>
                  <a:pt x="1201" y="150"/>
                </a:lnTo>
                <a:lnTo>
                  <a:pt x="1201" y="151"/>
                </a:lnTo>
                <a:lnTo>
                  <a:pt x="1202" y="152"/>
                </a:lnTo>
                <a:lnTo>
                  <a:pt x="1203" y="153"/>
                </a:lnTo>
                <a:lnTo>
                  <a:pt x="1204" y="153"/>
                </a:lnTo>
                <a:lnTo>
                  <a:pt x="1206" y="153"/>
                </a:lnTo>
                <a:lnTo>
                  <a:pt x="1207" y="153"/>
                </a:lnTo>
                <a:lnTo>
                  <a:pt x="1207" y="152"/>
                </a:lnTo>
                <a:lnTo>
                  <a:pt x="1208" y="152"/>
                </a:lnTo>
                <a:lnTo>
                  <a:pt x="1208" y="151"/>
                </a:lnTo>
                <a:lnTo>
                  <a:pt x="1209" y="151"/>
                </a:lnTo>
                <a:lnTo>
                  <a:pt x="1210" y="151"/>
                </a:lnTo>
                <a:lnTo>
                  <a:pt x="1210" y="152"/>
                </a:lnTo>
                <a:lnTo>
                  <a:pt x="1211" y="152"/>
                </a:lnTo>
                <a:lnTo>
                  <a:pt x="1212" y="152"/>
                </a:lnTo>
                <a:lnTo>
                  <a:pt x="1212" y="153"/>
                </a:lnTo>
                <a:lnTo>
                  <a:pt x="1213" y="153"/>
                </a:lnTo>
                <a:lnTo>
                  <a:pt x="1213" y="154"/>
                </a:lnTo>
                <a:lnTo>
                  <a:pt x="1213" y="156"/>
                </a:lnTo>
                <a:lnTo>
                  <a:pt x="1214" y="156"/>
                </a:lnTo>
                <a:lnTo>
                  <a:pt x="1214" y="157"/>
                </a:lnTo>
                <a:lnTo>
                  <a:pt x="1215" y="157"/>
                </a:lnTo>
                <a:lnTo>
                  <a:pt x="1216" y="157"/>
                </a:lnTo>
                <a:lnTo>
                  <a:pt x="1217" y="157"/>
                </a:lnTo>
                <a:lnTo>
                  <a:pt x="1218" y="156"/>
                </a:lnTo>
                <a:lnTo>
                  <a:pt x="1221" y="155"/>
                </a:lnTo>
                <a:lnTo>
                  <a:pt x="1223" y="155"/>
                </a:lnTo>
                <a:lnTo>
                  <a:pt x="1224" y="155"/>
                </a:lnTo>
                <a:lnTo>
                  <a:pt x="1225" y="154"/>
                </a:lnTo>
                <a:lnTo>
                  <a:pt x="1226" y="154"/>
                </a:lnTo>
                <a:lnTo>
                  <a:pt x="1228" y="154"/>
                </a:lnTo>
                <a:lnTo>
                  <a:pt x="1229" y="153"/>
                </a:lnTo>
                <a:lnTo>
                  <a:pt x="1231" y="153"/>
                </a:lnTo>
                <a:lnTo>
                  <a:pt x="1232" y="153"/>
                </a:lnTo>
                <a:lnTo>
                  <a:pt x="1233" y="152"/>
                </a:lnTo>
                <a:lnTo>
                  <a:pt x="1234" y="152"/>
                </a:lnTo>
                <a:lnTo>
                  <a:pt x="1235" y="152"/>
                </a:lnTo>
                <a:lnTo>
                  <a:pt x="1236" y="152"/>
                </a:lnTo>
                <a:lnTo>
                  <a:pt x="1237" y="153"/>
                </a:lnTo>
                <a:lnTo>
                  <a:pt x="1237" y="154"/>
                </a:lnTo>
                <a:lnTo>
                  <a:pt x="1238" y="154"/>
                </a:lnTo>
                <a:lnTo>
                  <a:pt x="1238" y="155"/>
                </a:lnTo>
                <a:lnTo>
                  <a:pt x="1239" y="155"/>
                </a:lnTo>
                <a:lnTo>
                  <a:pt x="1239" y="156"/>
                </a:lnTo>
                <a:lnTo>
                  <a:pt x="1240" y="157"/>
                </a:lnTo>
                <a:lnTo>
                  <a:pt x="1241" y="157"/>
                </a:lnTo>
                <a:lnTo>
                  <a:pt x="1242" y="157"/>
                </a:lnTo>
                <a:lnTo>
                  <a:pt x="1243" y="156"/>
                </a:lnTo>
                <a:lnTo>
                  <a:pt x="1244" y="156"/>
                </a:lnTo>
                <a:lnTo>
                  <a:pt x="1244" y="155"/>
                </a:lnTo>
                <a:lnTo>
                  <a:pt x="1244" y="154"/>
                </a:lnTo>
                <a:lnTo>
                  <a:pt x="1244" y="153"/>
                </a:lnTo>
                <a:lnTo>
                  <a:pt x="1244" y="152"/>
                </a:lnTo>
                <a:lnTo>
                  <a:pt x="1245" y="151"/>
                </a:lnTo>
                <a:lnTo>
                  <a:pt x="1246" y="151"/>
                </a:lnTo>
                <a:lnTo>
                  <a:pt x="1246" y="150"/>
                </a:lnTo>
                <a:lnTo>
                  <a:pt x="1247" y="150"/>
                </a:lnTo>
                <a:lnTo>
                  <a:pt x="1248" y="150"/>
                </a:lnTo>
                <a:lnTo>
                  <a:pt x="1249" y="150"/>
                </a:lnTo>
                <a:lnTo>
                  <a:pt x="1250" y="150"/>
                </a:lnTo>
                <a:lnTo>
                  <a:pt x="1251" y="150"/>
                </a:lnTo>
                <a:lnTo>
                  <a:pt x="1252" y="150"/>
                </a:lnTo>
                <a:lnTo>
                  <a:pt x="1253" y="150"/>
                </a:lnTo>
                <a:lnTo>
                  <a:pt x="1254" y="150"/>
                </a:lnTo>
                <a:lnTo>
                  <a:pt x="1254" y="149"/>
                </a:lnTo>
                <a:lnTo>
                  <a:pt x="1255" y="149"/>
                </a:lnTo>
                <a:lnTo>
                  <a:pt x="1255" y="150"/>
                </a:lnTo>
                <a:lnTo>
                  <a:pt x="1256" y="150"/>
                </a:lnTo>
                <a:lnTo>
                  <a:pt x="1258" y="151"/>
                </a:lnTo>
                <a:lnTo>
                  <a:pt x="1259" y="151"/>
                </a:lnTo>
                <a:lnTo>
                  <a:pt x="1261" y="150"/>
                </a:lnTo>
                <a:lnTo>
                  <a:pt x="1262" y="150"/>
                </a:lnTo>
                <a:lnTo>
                  <a:pt x="1263" y="150"/>
                </a:lnTo>
                <a:lnTo>
                  <a:pt x="1264" y="150"/>
                </a:lnTo>
                <a:lnTo>
                  <a:pt x="1264" y="151"/>
                </a:lnTo>
                <a:lnTo>
                  <a:pt x="1266" y="151"/>
                </a:lnTo>
                <a:lnTo>
                  <a:pt x="1267" y="150"/>
                </a:lnTo>
                <a:lnTo>
                  <a:pt x="1267" y="149"/>
                </a:lnTo>
                <a:lnTo>
                  <a:pt x="1268" y="148"/>
                </a:lnTo>
                <a:lnTo>
                  <a:pt x="1267" y="147"/>
                </a:lnTo>
                <a:lnTo>
                  <a:pt x="1267" y="146"/>
                </a:lnTo>
                <a:lnTo>
                  <a:pt x="1268" y="145"/>
                </a:lnTo>
                <a:lnTo>
                  <a:pt x="1269" y="145"/>
                </a:lnTo>
                <a:lnTo>
                  <a:pt x="1270" y="146"/>
                </a:lnTo>
                <a:lnTo>
                  <a:pt x="1270" y="147"/>
                </a:lnTo>
                <a:lnTo>
                  <a:pt x="1270" y="148"/>
                </a:lnTo>
                <a:lnTo>
                  <a:pt x="1271" y="149"/>
                </a:lnTo>
                <a:lnTo>
                  <a:pt x="1271" y="150"/>
                </a:lnTo>
                <a:lnTo>
                  <a:pt x="1272" y="151"/>
                </a:lnTo>
                <a:lnTo>
                  <a:pt x="1273" y="152"/>
                </a:lnTo>
                <a:lnTo>
                  <a:pt x="1274" y="152"/>
                </a:lnTo>
                <a:lnTo>
                  <a:pt x="1275" y="152"/>
                </a:lnTo>
                <a:lnTo>
                  <a:pt x="1275" y="151"/>
                </a:lnTo>
                <a:lnTo>
                  <a:pt x="1276" y="151"/>
                </a:lnTo>
                <a:lnTo>
                  <a:pt x="1277" y="151"/>
                </a:lnTo>
                <a:lnTo>
                  <a:pt x="1278" y="151"/>
                </a:lnTo>
                <a:lnTo>
                  <a:pt x="1278" y="152"/>
                </a:lnTo>
                <a:lnTo>
                  <a:pt x="1278" y="153"/>
                </a:lnTo>
                <a:lnTo>
                  <a:pt x="1278" y="154"/>
                </a:lnTo>
                <a:lnTo>
                  <a:pt x="1278" y="155"/>
                </a:lnTo>
                <a:lnTo>
                  <a:pt x="1279" y="155"/>
                </a:lnTo>
                <a:lnTo>
                  <a:pt x="1280" y="155"/>
                </a:lnTo>
                <a:lnTo>
                  <a:pt x="1282" y="154"/>
                </a:lnTo>
                <a:lnTo>
                  <a:pt x="1283" y="153"/>
                </a:lnTo>
                <a:lnTo>
                  <a:pt x="1283" y="152"/>
                </a:lnTo>
                <a:lnTo>
                  <a:pt x="1284" y="151"/>
                </a:lnTo>
                <a:lnTo>
                  <a:pt x="1285" y="150"/>
                </a:lnTo>
                <a:lnTo>
                  <a:pt x="1287" y="149"/>
                </a:lnTo>
                <a:lnTo>
                  <a:pt x="1288" y="149"/>
                </a:lnTo>
                <a:lnTo>
                  <a:pt x="1289" y="149"/>
                </a:lnTo>
                <a:lnTo>
                  <a:pt x="1290" y="149"/>
                </a:lnTo>
                <a:lnTo>
                  <a:pt x="1290" y="148"/>
                </a:lnTo>
                <a:lnTo>
                  <a:pt x="1291" y="148"/>
                </a:lnTo>
                <a:lnTo>
                  <a:pt x="1292" y="149"/>
                </a:lnTo>
                <a:lnTo>
                  <a:pt x="1293" y="149"/>
                </a:lnTo>
                <a:lnTo>
                  <a:pt x="1293" y="150"/>
                </a:lnTo>
                <a:lnTo>
                  <a:pt x="1294" y="150"/>
                </a:lnTo>
                <a:lnTo>
                  <a:pt x="1295" y="150"/>
                </a:lnTo>
                <a:lnTo>
                  <a:pt x="1296" y="150"/>
                </a:lnTo>
                <a:lnTo>
                  <a:pt x="1297" y="150"/>
                </a:lnTo>
                <a:lnTo>
                  <a:pt x="1297" y="151"/>
                </a:lnTo>
                <a:lnTo>
                  <a:pt x="1297" y="150"/>
                </a:lnTo>
                <a:lnTo>
                  <a:pt x="1298" y="151"/>
                </a:lnTo>
                <a:lnTo>
                  <a:pt x="1298" y="152"/>
                </a:lnTo>
                <a:lnTo>
                  <a:pt x="1299" y="152"/>
                </a:lnTo>
                <a:lnTo>
                  <a:pt x="1299" y="153"/>
                </a:lnTo>
                <a:lnTo>
                  <a:pt x="1300" y="153"/>
                </a:lnTo>
                <a:lnTo>
                  <a:pt x="1301" y="153"/>
                </a:lnTo>
                <a:lnTo>
                  <a:pt x="1300" y="154"/>
                </a:lnTo>
                <a:lnTo>
                  <a:pt x="1299" y="154"/>
                </a:lnTo>
                <a:lnTo>
                  <a:pt x="1299" y="155"/>
                </a:lnTo>
                <a:lnTo>
                  <a:pt x="1299" y="157"/>
                </a:lnTo>
                <a:lnTo>
                  <a:pt x="1299" y="158"/>
                </a:lnTo>
                <a:lnTo>
                  <a:pt x="1298" y="158"/>
                </a:lnTo>
                <a:lnTo>
                  <a:pt x="1298" y="159"/>
                </a:lnTo>
                <a:lnTo>
                  <a:pt x="1297" y="159"/>
                </a:lnTo>
                <a:lnTo>
                  <a:pt x="1295" y="159"/>
                </a:lnTo>
                <a:lnTo>
                  <a:pt x="1294" y="159"/>
                </a:lnTo>
                <a:lnTo>
                  <a:pt x="1294" y="158"/>
                </a:lnTo>
                <a:lnTo>
                  <a:pt x="1293" y="159"/>
                </a:lnTo>
                <a:lnTo>
                  <a:pt x="1292" y="159"/>
                </a:lnTo>
                <a:lnTo>
                  <a:pt x="1291" y="159"/>
                </a:lnTo>
                <a:lnTo>
                  <a:pt x="1291" y="160"/>
                </a:lnTo>
                <a:lnTo>
                  <a:pt x="1290" y="160"/>
                </a:lnTo>
                <a:lnTo>
                  <a:pt x="1290" y="161"/>
                </a:lnTo>
                <a:lnTo>
                  <a:pt x="1289" y="163"/>
                </a:lnTo>
                <a:lnTo>
                  <a:pt x="1289" y="164"/>
                </a:lnTo>
                <a:lnTo>
                  <a:pt x="1288" y="165"/>
                </a:lnTo>
                <a:lnTo>
                  <a:pt x="1288" y="167"/>
                </a:lnTo>
                <a:lnTo>
                  <a:pt x="1286" y="167"/>
                </a:lnTo>
                <a:lnTo>
                  <a:pt x="1285" y="167"/>
                </a:lnTo>
                <a:lnTo>
                  <a:pt x="1284" y="166"/>
                </a:lnTo>
                <a:lnTo>
                  <a:pt x="1283" y="166"/>
                </a:lnTo>
                <a:lnTo>
                  <a:pt x="1283" y="167"/>
                </a:lnTo>
                <a:lnTo>
                  <a:pt x="1282" y="168"/>
                </a:lnTo>
                <a:lnTo>
                  <a:pt x="1282" y="169"/>
                </a:lnTo>
                <a:lnTo>
                  <a:pt x="1282" y="170"/>
                </a:lnTo>
                <a:lnTo>
                  <a:pt x="1282" y="171"/>
                </a:lnTo>
                <a:lnTo>
                  <a:pt x="1281" y="171"/>
                </a:lnTo>
                <a:lnTo>
                  <a:pt x="1280" y="171"/>
                </a:lnTo>
                <a:lnTo>
                  <a:pt x="1279" y="171"/>
                </a:lnTo>
                <a:lnTo>
                  <a:pt x="1279" y="170"/>
                </a:lnTo>
                <a:lnTo>
                  <a:pt x="1277" y="170"/>
                </a:lnTo>
                <a:lnTo>
                  <a:pt x="1277" y="171"/>
                </a:lnTo>
                <a:lnTo>
                  <a:pt x="1276" y="171"/>
                </a:lnTo>
                <a:lnTo>
                  <a:pt x="1276" y="172"/>
                </a:lnTo>
                <a:lnTo>
                  <a:pt x="1275" y="172"/>
                </a:lnTo>
                <a:lnTo>
                  <a:pt x="1273" y="171"/>
                </a:lnTo>
                <a:lnTo>
                  <a:pt x="1272" y="171"/>
                </a:lnTo>
                <a:lnTo>
                  <a:pt x="1271" y="171"/>
                </a:lnTo>
                <a:lnTo>
                  <a:pt x="1270" y="171"/>
                </a:lnTo>
                <a:lnTo>
                  <a:pt x="1269" y="172"/>
                </a:lnTo>
                <a:lnTo>
                  <a:pt x="1268" y="173"/>
                </a:lnTo>
                <a:lnTo>
                  <a:pt x="1268" y="175"/>
                </a:lnTo>
                <a:lnTo>
                  <a:pt x="1268" y="176"/>
                </a:lnTo>
                <a:lnTo>
                  <a:pt x="1268" y="177"/>
                </a:lnTo>
                <a:lnTo>
                  <a:pt x="1269" y="177"/>
                </a:lnTo>
                <a:lnTo>
                  <a:pt x="1271" y="178"/>
                </a:lnTo>
                <a:lnTo>
                  <a:pt x="1272" y="178"/>
                </a:lnTo>
                <a:lnTo>
                  <a:pt x="1272" y="179"/>
                </a:lnTo>
                <a:lnTo>
                  <a:pt x="1271" y="180"/>
                </a:lnTo>
                <a:lnTo>
                  <a:pt x="1270" y="181"/>
                </a:lnTo>
                <a:lnTo>
                  <a:pt x="1270" y="182"/>
                </a:lnTo>
                <a:lnTo>
                  <a:pt x="1271" y="182"/>
                </a:lnTo>
                <a:lnTo>
                  <a:pt x="1271" y="183"/>
                </a:lnTo>
                <a:lnTo>
                  <a:pt x="1271" y="184"/>
                </a:lnTo>
                <a:lnTo>
                  <a:pt x="1272" y="184"/>
                </a:lnTo>
                <a:lnTo>
                  <a:pt x="1272" y="185"/>
                </a:lnTo>
                <a:lnTo>
                  <a:pt x="1272" y="186"/>
                </a:lnTo>
                <a:lnTo>
                  <a:pt x="1270" y="188"/>
                </a:lnTo>
                <a:lnTo>
                  <a:pt x="1270" y="189"/>
                </a:lnTo>
                <a:lnTo>
                  <a:pt x="1270" y="190"/>
                </a:lnTo>
                <a:lnTo>
                  <a:pt x="1271" y="191"/>
                </a:lnTo>
                <a:lnTo>
                  <a:pt x="1271" y="192"/>
                </a:lnTo>
                <a:lnTo>
                  <a:pt x="1271" y="193"/>
                </a:lnTo>
                <a:lnTo>
                  <a:pt x="1272" y="194"/>
                </a:lnTo>
                <a:lnTo>
                  <a:pt x="1272" y="195"/>
                </a:lnTo>
                <a:lnTo>
                  <a:pt x="1271" y="195"/>
                </a:lnTo>
                <a:lnTo>
                  <a:pt x="1271" y="196"/>
                </a:lnTo>
                <a:lnTo>
                  <a:pt x="1270" y="196"/>
                </a:lnTo>
                <a:lnTo>
                  <a:pt x="1270" y="197"/>
                </a:lnTo>
                <a:lnTo>
                  <a:pt x="1269" y="197"/>
                </a:lnTo>
                <a:lnTo>
                  <a:pt x="1269" y="198"/>
                </a:lnTo>
                <a:lnTo>
                  <a:pt x="1269" y="199"/>
                </a:lnTo>
                <a:lnTo>
                  <a:pt x="1270" y="200"/>
                </a:lnTo>
                <a:lnTo>
                  <a:pt x="1270" y="201"/>
                </a:lnTo>
                <a:lnTo>
                  <a:pt x="1271" y="201"/>
                </a:lnTo>
                <a:lnTo>
                  <a:pt x="1272" y="201"/>
                </a:lnTo>
                <a:lnTo>
                  <a:pt x="1273" y="201"/>
                </a:lnTo>
                <a:lnTo>
                  <a:pt x="1273" y="202"/>
                </a:lnTo>
                <a:lnTo>
                  <a:pt x="1272" y="202"/>
                </a:lnTo>
                <a:lnTo>
                  <a:pt x="1272" y="203"/>
                </a:lnTo>
                <a:lnTo>
                  <a:pt x="1272" y="204"/>
                </a:lnTo>
                <a:lnTo>
                  <a:pt x="1272" y="205"/>
                </a:lnTo>
                <a:lnTo>
                  <a:pt x="1272" y="206"/>
                </a:lnTo>
                <a:lnTo>
                  <a:pt x="1273" y="207"/>
                </a:lnTo>
                <a:lnTo>
                  <a:pt x="1273" y="208"/>
                </a:lnTo>
                <a:lnTo>
                  <a:pt x="1275" y="211"/>
                </a:lnTo>
                <a:lnTo>
                  <a:pt x="1275" y="212"/>
                </a:lnTo>
                <a:lnTo>
                  <a:pt x="1276" y="213"/>
                </a:lnTo>
                <a:lnTo>
                  <a:pt x="1277" y="214"/>
                </a:lnTo>
                <a:lnTo>
                  <a:pt x="1277" y="215"/>
                </a:lnTo>
                <a:lnTo>
                  <a:pt x="1276" y="217"/>
                </a:lnTo>
                <a:lnTo>
                  <a:pt x="1275" y="217"/>
                </a:lnTo>
                <a:lnTo>
                  <a:pt x="1276" y="218"/>
                </a:lnTo>
                <a:lnTo>
                  <a:pt x="1278" y="219"/>
                </a:lnTo>
                <a:lnTo>
                  <a:pt x="1279" y="219"/>
                </a:lnTo>
                <a:lnTo>
                  <a:pt x="1280" y="218"/>
                </a:lnTo>
                <a:lnTo>
                  <a:pt x="1281" y="217"/>
                </a:lnTo>
                <a:lnTo>
                  <a:pt x="1282" y="217"/>
                </a:lnTo>
                <a:lnTo>
                  <a:pt x="1282" y="216"/>
                </a:lnTo>
                <a:lnTo>
                  <a:pt x="1283" y="215"/>
                </a:lnTo>
                <a:lnTo>
                  <a:pt x="1283" y="214"/>
                </a:lnTo>
                <a:lnTo>
                  <a:pt x="1284" y="214"/>
                </a:lnTo>
                <a:lnTo>
                  <a:pt x="1285" y="213"/>
                </a:lnTo>
                <a:lnTo>
                  <a:pt x="1286" y="212"/>
                </a:lnTo>
                <a:lnTo>
                  <a:pt x="1287" y="213"/>
                </a:lnTo>
                <a:lnTo>
                  <a:pt x="1287" y="212"/>
                </a:lnTo>
                <a:lnTo>
                  <a:pt x="1288" y="212"/>
                </a:lnTo>
                <a:lnTo>
                  <a:pt x="1289" y="212"/>
                </a:lnTo>
                <a:lnTo>
                  <a:pt x="1290" y="213"/>
                </a:lnTo>
                <a:lnTo>
                  <a:pt x="1292" y="214"/>
                </a:lnTo>
                <a:lnTo>
                  <a:pt x="1292" y="215"/>
                </a:lnTo>
                <a:lnTo>
                  <a:pt x="1293" y="216"/>
                </a:lnTo>
                <a:lnTo>
                  <a:pt x="1293" y="217"/>
                </a:lnTo>
                <a:lnTo>
                  <a:pt x="1293" y="218"/>
                </a:lnTo>
                <a:lnTo>
                  <a:pt x="1293" y="219"/>
                </a:lnTo>
                <a:lnTo>
                  <a:pt x="1294" y="221"/>
                </a:lnTo>
                <a:lnTo>
                  <a:pt x="1295" y="222"/>
                </a:lnTo>
                <a:lnTo>
                  <a:pt x="1295" y="223"/>
                </a:lnTo>
                <a:lnTo>
                  <a:pt x="1296" y="224"/>
                </a:lnTo>
                <a:lnTo>
                  <a:pt x="1296" y="225"/>
                </a:lnTo>
                <a:lnTo>
                  <a:pt x="1296" y="226"/>
                </a:lnTo>
                <a:lnTo>
                  <a:pt x="1297" y="226"/>
                </a:lnTo>
                <a:lnTo>
                  <a:pt x="1298" y="226"/>
                </a:lnTo>
                <a:lnTo>
                  <a:pt x="1299" y="226"/>
                </a:lnTo>
                <a:lnTo>
                  <a:pt x="1300" y="226"/>
                </a:lnTo>
                <a:lnTo>
                  <a:pt x="1301" y="225"/>
                </a:lnTo>
                <a:lnTo>
                  <a:pt x="1304" y="226"/>
                </a:lnTo>
                <a:lnTo>
                  <a:pt x="1303" y="227"/>
                </a:lnTo>
                <a:lnTo>
                  <a:pt x="1303" y="228"/>
                </a:lnTo>
                <a:lnTo>
                  <a:pt x="1303" y="229"/>
                </a:lnTo>
                <a:lnTo>
                  <a:pt x="1307" y="231"/>
                </a:lnTo>
                <a:lnTo>
                  <a:pt x="1306" y="232"/>
                </a:lnTo>
                <a:lnTo>
                  <a:pt x="1306" y="233"/>
                </a:lnTo>
                <a:lnTo>
                  <a:pt x="1304" y="235"/>
                </a:lnTo>
                <a:lnTo>
                  <a:pt x="1304" y="236"/>
                </a:lnTo>
                <a:lnTo>
                  <a:pt x="1304" y="237"/>
                </a:lnTo>
                <a:lnTo>
                  <a:pt x="1303" y="237"/>
                </a:lnTo>
                <a:lnTo>
                  <a:pt x="1303" y="238"/>
                </a:lnTo>
                <a:lnTo>
                  <a:pt x="1302" y="238"/>
                </a:lnTo>
                <a:lnTo>
                  <a:pt x="1301" y="239"/>
                </a:lnTo>
                <a:lnTo>
                  <a:pt x="1300" y="239"/>
                </a:lnTo>
                <a:lnTo>
                  <a:pt x="1299" y="239"/>
                </a:lnTo>
                <a:lnTo>
                  <a:pt x="1298" y="239"/>
                </a:lnTo>
                <a:lnTo>
                  <a:pt x="1298" y="240"/>
                </a:lnTo>
                <a:lnTo>
                  <a:pt x="1297" y="240"/>
                </a:lnTo>
                <a:lnTo>
                  <a:pt x="1296" y="240"/>
                </a:lnTo>
                <a:lnTo>
                  <a:pt x="1295" y="240"/>
                </a:lnTo>
                <a:lnTo>
                  <a:pt x="1295" y="241"/>
                </a:lnTo>
                <a:lnTo>
                  <a:pt x="1295" y="242"/>
                </a:lnTo>
                <a:lnTo>
                  <a:pt x="1296" y="242"/>
                </a:lnTo>
                <a:lnTo>
                  <a:pt x="1296" y="243"/>
                </a:lnTo>
                <a:lnTo>
                  <a:pt x="1296" y="245"/>
                </a:lnTo>
                <a:lnTo>
                  <a:pt x="1297" y="246"/>
                </a:lnTo>
                <a:lnTo>
                  <a:pt x="1298" y="246"/>
                </a:lnTo>
                <a:lnTo>
                  <a:pt x="1299" y="247"/>
                </a:lnTo>
                <a:lnTo>
                  <a:pt x="1301" y="247"/>
                </a:lnTo>
                <a:lnTo>
                  <a:pt x="1302" y="247"/>
                </a:lnTo>
                <a:lnTo>
                  <a:pt x="1303" y="247"/>
                </a:lnTo>
                <a:lnTo>
                  <a:pt x="1303" y="246"/>
                </a:lnTo>
                <a:lnTo>
                  <a:pt x="1304" y="246"/>
                </a:lnTo>
                <a:lnTo>
                  <a:pt x="1305" y="247"/>
                </a:lnTo>
                <a:lnTo>
                  <a:pt x="1306" y="247"/>
                </a:lnTo>
                <a:lnTo>
                  <a:pt x="1305" y="247"/>
                </a:lnTo>
                <a:lnTo>
                  <a:pt x="1305" y="248"/>
                </a:lnTo>
                <a:lnTo>
                  <a:pt x="1304" y="249"/>
                </a:lnTo>
                <a:lnTo>
                  <a:pt x="1303" y="251"/>
                </a:lnTo>
                <a:lnTo>
                  <a:pt x="1303" y="252"/>
                </a:lnTo>
                <a:lnTo>
                  <a:pt x="1303" y="253"/>
                </a:lnTo>
                <a:lnTo>
                  <a:pt x="1303" y="254"/>
                </a:lnTo>
                <a:lnTo>
                  <a:pt x="1304" y="254"/>
                </a:lnTo>
                <a:lnTo>
                  <a:pt x="1304" y="255"/>
                </a:lnTo>
                <a:lnTo>
                  <a:pt x="1304" y="257"/>
                </a:lnTo>
                <a:lnTo>
                  <a:pt x="1304" y="258"/>
                </a:lnTo>
                <a:lnTo>
                  <a:pt x="1303" y="258"/>
                </a:lnTo>
                <a:lnTo>
                  <a:pt x="1302" y="258"/>
                </a:lnTo>
                <a:lnTo>
                  <a:pt x="1301" y="258"/>
                </a:lnTo>
                <a:lnTo>
                  <a:pt x="1301" y="260"/>
                </a:lnTo>
                <a:lnTo>
                  <a:pt x="1300" y="261"/>
                </a:lnTo>
                <a:lnTo>
                  <a:pt x="1298" y="262"/>
                </a:lnTo>
                <a:lnTo>
                  <a:pt x="1297" y="262"/>
                </a:lnTo>
                <a:lnTo>
                  <a:pt x="1296" y="262"/>
                </a:lnTo>
                <a:lnTo>
                  <a:pt x="1295" y="263"/>
                </a:lnTo>
                <a:lnTo>
                  <a:pt x="1294" y="263"/>
                </a:lnTo>
                <a:lnTo>
                  <a:pt x="1294" y="264"/>
                </a:lnTo>
                <a:lnTo>
                  <a:pt x="1295" y="265"/>
                </a:lnTo>
                <a:lnTo>
                  <a:pt x="1295" y="267"/>
                </a:lnTo>
                <a:lnTo>
                  <a:pt x="1294" y="269"/>
                </a:lnTo>
                <a:lnTo>
                  <a:pt x="1293" y="269"/>
                </a:lnTo>
                <a:lnTo>
                  <a:pt x="1292" y="269"/>
                </a:lnTo>
                <a:lnTo>
                  <a:pt x="1291" y="270"/>
                </a:lnTo>
                <a:lnTo>
                  <a:pt x="1290" y="271"/>
                </a:lnTo>
                <a:lnTo>
                  <a:pt x="1289" y="271"/>
                </a:lnTo>
                <a:lnTo>
                  <a:pt x="1288" y="271"/>
                </a:lnTo>
                <a:lnTo>
                  <a:pt x="1287" y="270"/>
                </a:lnTo>
                <a:lnTo>
                  <a:pt x="1285" y="270"/>
                </a:lnTo>
                <a:lnTo>
                  <a:pt x="1284" y="270"/>
                </a:lnTo>
                <a:lnTo>
                  <a:pt x="1283" y="270"/>
                </a:lnTo>
                <a:lnTo>
                  <a:pt x="1282" y="270"/>
                </a:lnTo>
                <a:lnTo>
                  <a:pt x="1281" y="270"/>
                </a:lnTo>
                <a:lnTo>
                  <a:pt x="1280" y="270"/>
                </a:lnTo>
                <a:lnTo>
                  <a:pt x="1279" y="270"/>
                </a:lnTo>
                <a:lnTo>
                  <a:pt x="1278" y="271"/>
                </a:lnTo>
                <a:lnTo>
                  <a:pt x="1277" y="271"/>
                </a:lnTo>
                <a:lnTo>
                  <a:pt x="1277" y="272"/>
                </a:lnTo>
                <a:lnTo>
                  <a:pt x="1276" y="272"/>
                </a:lnTo>
                <a:lnTo>
                  <a:pt x="1277" y="273"/>
                </a:lnTo>
                <a:lnTo>
                  <a:pt x="1278" y="273"/>
                </a:lnTo>
                <a:lnTo>
                  <a:pt x="1279" y="274"/>
                </a:lnTo>
                <a:lnTo>
                  <a:pt x="1283" y="276"/>
                </a:lnTo>
                <a:lnTo>
                  <a:pt x="1284" y="277"/>
                </a:lnTo>
                <a:lnTo>
                  <a:pt x="1285" y="277"/>
                </a:lnTo>
                <a:lnTo>
                  <a:pt x="1286" y="277"/>
                </a:lnTo>
                <a:lnTo>
                  <a:pt x="1286" y="278"/>
                </a:lnTo>
                <a:lnTo>
                  <a:pt x="1287" y="277"/>
                </a:lnTo>
                <a:lnTo>
                  <a:pt x="1287" y="278"/>
                </a:lnTo>
                <a:lnTo>
                  <a:pt x="1288" y="279"/>
                </a:lnTo>
                <a:lnTo>
                  <a:pt x="1289" y="279"/>
                </a:lnTo>
                <a:lnTo>
                  <a:pt x="1289" y="280"/>
                </a:lnTo>
                <a:lnTo>
                  <a:pt x="1289" y="281"/>
                </a:lnTo>
                <a:lnTo>
                  <a:pt x="1290" y="282"/>
                </a:lnTo>
                <a:lnTo>
                  <a:pt x="1291" y="283"/>
                </a:lnTo>
                <a:lnTo>
                  <a:pt x="1291" y="284"/>
                </a:lnTo>
                <a:lnTo>
                  <a:pt x="1290" y="284"/>
                </a:lnTo>
                <a:lnTo>
                  <a:pt x="1290" y="283"/>
                </a:lnTo>
                <a:lnTo>
                  <a:pt x="1290" y="284"/>
                </a:lnTo>
                <a:lnTo>
                  <a:pt x="1291" y="285"/>
                </a:lnTo>
                <a:lnTo>
                  <a:pt x="1291" y="286"/>
                </a:lnTo>
                <a:lnTo>
                  <a:pt x="1292" y="286"/>
                </a:lnTo>
                <a:lnTo>
                  <a:pt x="1293" y="287"/>
                </a:lnTo>
                <a:lnTo>
                  <a:pt x="1292" y="287"/>
                </a:lnTo>
                <a:lnTo>
                  <a:pt x="1292" y="288"/>
                </a:lnTo>
                <a:lnTo>
                  <a:pt x="1292" y="289"/>
                </a:lnTo>
                <a:lnTo>
                  <a:pt x="1293" y="289"/>
                </a:lnTo>
                <a:lnTo>
                  <a:pt x="1293" y="290"/>
                </a:lnTo>
                <a:lnTo>
                  <a:pt x="1294" y="290"/>
                </a:lnTo>
                <a:lnTo>
                  <a:pt x="1294" y="291"/>
                </a:lnTo>
                <a:lnTo>
                  <a:pt x="1295" y="291"/>
                </a:lnTo>
                <a:lnTo>
                  <a:pt x="1296" y="291"/>
                </a:lnTo>
                <a:lnTo>
                  <a:pt x="1297" y="291"/>
                </a:lnTo>
                <a:lnTo>
                  <a:pt x="1298" y="292"/>
                </a:lnTo>
                <a:lnTo>
                  <a:pt x="1298" y="293"/>
                </a:lnTo>
                <a:lnTo>
                  <a:pt x="1299" y="294"/>
                </a:lnTo>
                <a:lnTo>
                  <a:pt x="1300" y="294"/>
                </a:lnTo>
                <a:lnTo>
                  <a:pt x="1301" y="295"/>
                </a:lnTo>
                <a:lnTo>
                  <a:pt x="1301" y="296"/>
                </a:lnTo>
                <a:lnTo>
                  <a:pt x="1302" y="296"/>
                </a:lnTo>
                <a:lnTo>
                  <a:pt x="1302" y="297"/>
                </a:lnTo>
                <a:lnTo>
                  <a:pt x="1303" y="297"/>
                </a:lnTo>
                <a:lnTo>
                  <a:pt x="1304" y="296"/>
                </a:lnTo>
                <a:lnTo>
                  <a:pt x="1304" y="297"/>
                </a:lnTo>
                <a:lnTo>
                  <a:pt x="1304" y="298"/>
                </a:lnTo>
                <a:lnTo>
                  <a:pt x="1305" y="298"/>
                </a:lnTo>
                <a:lnTo>
                  <a:pt x="1305" y="299"/>
                </a:lnTo>
                <a:lnTo>
                  <a:pt x="1306" y="300"/>
                </a:lnTo>
                <a:lnTo>
                  <a:pt x="1307" y="300"/>
                </a:lnTo>
                <a:lnTo>
                  <a:pt x="1307" y="301"/>
                </a:lnTo>
                <a:lnTo>
                  <a:pt x="1308" y="302"/>
                </a:lnTo>
                <a:lnTo>
                  <a:pt x="1309" y="302"/>
                </a:lnTo>
                <a:lnTo>
                  <a:pt x="1310" y="302"/>
                </a:lnTo>
                <a:lnTo>
                  <a:pt x="1311" y="302"/>
                </a:lnTo>
                <a:lnTo>
                  <a:pt x="1311" y="303"/>
                </a:lnTo>
                <a:lnTo>
                  <a:pt x="1312" y="303"/>
                </a:lnTo>
                <a:lnTo>
                  <a:pt x="1312" y="304"/>
                </a:lnTo>
                <a:lnTo>
                  <a:pt x="1313" y="305"/>
                </a:lnTo>
                <a:lnTo>
                  <a:pt x="1313" y="306"/>
                </a:lnTo>
                <a:lnTo>
                  <a:pt x="1314" y="307"/>
                </a:lnTo>
                <a:lnTo>
                  <a:pt x="1315" y="306"/>
                </a:lnTo>
                <a:lnTo>
                  <a:pt x="1316" y="306"/>
                </a:lnTo>
                <a:lnTo>
                  <a:pt x="1317" y="305"/>
                </a:lnTo>
                <a:lnTo>
                  <a:pt x="1318" y="305"/>
                </a:lnTo>
                <a:lnTo>
                  <a:pt x="1319" y="305"/>
                </a:lnTo>
                <a:lnTo>
                  <a:pt x="1320" y="306"/>
                </a:lnTo>
                <a:lnTo>
                  <a:pt x="1321" y="306"/>
                </a:lnTo>
                <a:lnTo>
                  <a:pt x="1321" y="307"/>
                </a:lnTo>
                <a:lnTo>
                  <a:pt x="1321" y="308"/>
                </a:lnTo>
                <a:lnTo>
                  <a:pt x="1322" y="307"/>
                </a:lnTo>
                <a:lnTo>
                  <a:pt x="1322" y="308"/>
                </a:lnTo>
                <a:lnTo>
                  <a:pt x="1323" y="309"/>
                </a:lnTo>
                <a:lnTo>
                  <a:pt x="1323" y="310"/>
                </a:lnTo>
                <a:lnTo>
                  <a:pt x="1323" y="311"/>
                </a:lnTo>
                <a:lnTo>
                  <a:pt x="1323" y="312"/>
                </a:lnTo>
                <a:lnTo>
                  <a:pt x="1324" y="312"/>
                </a:lnTo>
                <a:lnTo>
                  <a:pt x="1325" y="312"/>
                </a:lnTo>
                <a:lnTo>
                  <a:pt x="1325" y="313"/>
                </a:lnTo>
                <a:lnTo>
                  <a:pt x="1325" y="314"/>
                </a:lnTo>
                <a:lnTo>
                  <a:pt x="1326" y="314"/>
                </a:lnTo>
                <a:lnTo>
                  <a:pt x="1326" y="315"/>
                </a:lnTo>
                <a:lnTo>
                  <a:pt x="1327" y="314"/>
                </a:lnTo>
                <a:lnTo>
                  <a:pt x="1328" y="313"/>
                </a:lnTo>
                <a:lnTo>
                  <a:pt x="1329" y="313"/>
                </a:lnTo>
                <a:lnTo>
                  <a:pt x="1330" y="313"/>
                </a:lnTo>
                <a:lnTo>
                  <a:pt x="1330" y="312"/>
                </a:lnTo>
                <a:lnTo>
                  <a:pt x="1331" y="312"/>
                </a:lnTo>
                <a:lnTo>
                  <a:pt x="1332" y="311"/>
                </a:lnTo>
                <a:lnTo>
                  <a:pt x="1333" y="311"/>
                </a:lnTo>
                <a:lnTo>
                  <a:pt x="1334" y="311"/>
                </a:lnTo>
                <a:lnTo>
                  <a:pt x="1335" y="311"/>
                </a:lnTo>
                <a:lnTo>
                  <a:pt x="1336" y="311"/>
                </a:lnTo>
                <a:lnTo>
                  <a:pt x="1336" y="312"/>
                </a:lnTo>
                <a:lnTo>
                  <a:pt x="1336" y="313"/>
                </a:lnTo>
                <a:lnTo>
                  <a:pt x="1337" y="312"/>
                </a:lnTo>
                <a:lnTo>
                  <a:pt x="1338" y="312"/>
                </a:lnTo>
                <a:lnTo>
                  <a:pt x="1338" y="311"/>
                </a:lnTo>
                <a:lnTo>
                  <a:pt x="1339" y="311"/>
                </a:lnTo>
                <a:lnTo>
                  <a:pt x="1340" y="310"/>
                </a:lnTo>
                <a:lnTo>
                  <a:pt x="1341" y="309"/>
                </a:lnTo>
                <a:lnTo>
                  <a:pt x="1342" y="308"/>
                </a:lnTo>
                <a:lnTo>
                  <a:pt x="1344" y="307"/>
                </a:lnTo>
                <a:lnTo>
                  <a:pt x="1345" y="306"/>
                </a:lnTo>
                <a:lnTo>
                  <a:pt x="1346" y="306"/>
                </a:lnTo>
                <a:lnTo>
                  <a:pt x="1347" y="306"/>
                </a:lnTo>
                <a:lnTo>
                  <a:pt x="1348" y="306"/>
                </a:lnTo>
                <a:lnTo>
                  <a:pt x="1349" y="305"/>
                </a:lnTo>
                <a:lnTo>
                  <a:pt x="1350" y="304"/>
                </a:lnTo>
                <a:lnTo>
                  <a:pt x="1352" y="303"/>
                </a:lnTo>
                <a:lnTo>
                  <a:pt x="1353" y="303"/>
                </a:lnTo>
                <a:lnTo>
                  <a:pt x="1354" y="303"/>
                </a:lnTo>
                <a:lnTo>
                  <a:pt x="1355" y="303"/>
                </a:lnTo>
                <a:lnTo>
                  <a:pt x="1356" y="302"/>
                </a:lnTo>
                <a:lnTo>
                  <a:pt x="1357" y="302"/>
                </a:lnTo>
                <a:lnTo>
                  <a:pt x="1358" y="302"/>
                </a:lnTo>
                <a:lnTo>
                  <a:pt x="1358" y="303"/>
                </a:lnTo>
                <a:lnTo>
                  <a:pt x="1357" y="303"/>
                </a:lnTo>
                <a:lnTo>
                  <a:pt x="1357" y="304"/>
                </a:lnTo>
                <a:lnTo>
                  <a:pt x="1357" y="305"/>
                </a:lnTo>
                <a:lnTo>
                  <a:pt x="1358" y="306"/>
                </a:lnTo>
                <a:lnTo>
                  <a:pt x="1359" y="306"/>
                </a:lnTo>
                <a:lnTo>
                  <a:pt x="1361" y="306"/>
                </a:lnTo>
                <a:lnTo>
                  <a:pt x="1361" y="305"/>
                </a:lnTo>
                <a:lnTo>
                  <a:pt x="1362" y="305"/>
                </a:lnTo>
                <a:lnTo>
                  <a:pt x="1362" y="304"/>
                </a:lnTo>
                <a:lnTo>
                  <a:pt x="1363" y="304"/>
                </a:lnTo>
                <a:lnTo>
                  <a:pt x="1364" y="304"/>
                </a:lnTo>
                <a:lnTo>
                  <a:pt x="1365" y="304"/>
                </a:lnTo>
                <a:lnTo>
                  <a:pt x="1365" y="303"/>
                </a:lnTo>
                <a:lnTo>
                  <a:pt x="1365" y="302"/>
                </a:lnTo>
                <a:lnTo>
                  <a:pt x="1366" y="302"/>
                </a:lnTo>
                <a:lnTo>
                  <a:pt x="1366" y="303"/>
                </a:lnTo>
                <a:lnTo>
                  <a:pt x="1367" y="302"/>
                </a:lnTo>
                <a:lnTo>
                  <a:pt x="1368" y="302"/>
                </a:lnTo>
                <a:lnTo>
                  <a:pt x="1369" y="302"/>
                </a:lnTo>
                <a:lnTo>
                  <a:pt x="1369" y="303"/>
                </a:lnTo>
                <a:lnTo>
                  <a:pt x="1370" y="303"/>
                </a:lnTo>
                <a:lnTo>
                  <a:pt x="1371" y="303"/>
                </a:lnTo>
                <a:lnTo>
                  <a:pt x="1372" y="302"/>
                </a:lnTo>
                <a:lnTo>
                  <a:pt x="1373" y="302"/>
                </a:lnTo>
                <a:lnTo>
                  <a:pt x="1374" y="302"/>
                </a:lnTo>
                <a:lnTo>
                  <a:pt x="1375" y="302"/>
                </a:lnTo>
                <a:lnTo>
                  <a:pt x="1376" y="302"/>
                </a:lnTo>
                <a:lnTo>
                  <a:pt x="1377" y="302"/>
                </a:lnTo>
                <a:lnTo>
                  <a:pt x="1378" y="302"/>
                </a:lnTo>
                <a:lnTo>
                  <a:pt x="1379" y="301"/>
                </a:lnTo>
                <a:lnTo>
                  <a:pt x="1380" y="301"/>
                </a:lnTo>
                <a:lnTo>
                  <a:pt x="1381" y="300"/>
                </a:lnTo>
                <a:lnTo>
                  <a:pt x="1382" y="300"/>
                </a:lnTo>
                <a:lnTo>
                  <a:pt x="1382" y="298"/>
                </a:lnTo>
                <a:lnTo>
                  <a:pt x="1382" y="297"/>
                </a:lnTo>
                <a:lnTo>
                  <a:pt x="1382" y="296"/>
                </a:lnTo>
                <a:lnTo>
                  <a:pt x="1383" y="296"/>
                </a:lnTo>
                <a:lnTo>
                  <a:pt x="1383" y="295"/>
                </a:lnTo>
                <a:lnTo>
                  <a:pt x="1385" y="295"/>
                </a:lnTo>
                <a:lnTo>
                  <a:pt x="1386" y="295"/>
                </a:lnTo>
                <a:lnTo>
                  <a:pt x="1387" y="294"/>
                </a:lnTo>
                <a:lnTo>
                  <a:pt x="1388" y="294"/>
                </a:lnTo>
                <a:lnTo>
                  <a:pt x="1388" y="293"/>
                </a:lnTo>
                <a:lnTo>
                  <a:pt x="1387" y="293"/>
                </a:lnTo>
                <a:lnTo>
                  <a:pt x="1387" y="292"/>
                </a:lnTo>
                <a:lnTo>
                  <a:pt x="1386" y="292"/>
                </a:lnTo>
                <a:lnTo>
                  <a:pt x="1385" y="292"/>
                </a:lnTo>
                <a:lnTo>
                  <a:pt x="1385" y="291"/>
                </a:lnTo>
                <a:lnTo>
                  <a:pt x="1385" y="290"/>
                </a:lnTo>
                <a:lnTo>
                  <a:pt x="1385" y="289"/>
                </a:lnTo>
                <a:lnTo>
                  <a:pt x="1386" y="289"/>
                </a:lnTo>
                <a:lnTo>
                  <a:pt x="1387" y="289"/>
                </a:lnTo>
                <a:lnTo>
                  <a:pt x="1388" y="288"/>
                </a:lnTo>
                <a:lnTo>
                  <a:pt x="1388" y="287"/>
                </a:lnTo>
                <a:lnTo>
                  <a:pt x="1389" y="286"/>
                </a:lnTo>
                <a:lnTo>
                  <a:pt x="1389" y="285"/>
                </a:lnTo>
                <a:lnTo>
                  <a:pt x="1390" y="285"/>
                </a:lnTo>
                <a:lnTo>
                  <a:pt x="1391" y="286"/>
                </a:lnTo>
                <a:lnTo>
                  <a:pt x="1392" y="286"/>
                </a:lnTo>
                <a:lnTo>
                  <a:pt x="1393" y="286"/>
                </a:lnTo>
                <a:lnTo>
                  <a:pt x="1392" y="285"/>
                </a:lnTo>
                <a:lnTo>
                  <a:pt x="1393" y="283"/>
                </a:lnTo>
                <a:lnTo>
                  <a:pt x="1394" y="282"/>
                </a:lnTo>
                <a:lnTo>
                  <a:pt x="1395" y="281"/>
                </a:lnTo>
                <a:lnTo>
                  <a:pt x="1395" y="280"/>
                </a:lnTo>
                <a:lnTo>
                  <a:pt x="1395" y="279"/>
                </a:lnTo>
                <a:lnTo>
                  <a:pt x="1396" y="279"/>
                </a:lnTo>
                <a:lnTo>
                  <a:pt x="1397" y="279"/>
                </a:lnTo>
                <a:lnTo>
                  <a:pt x="1397" y="278"/>
                </a:lnTo>
                <a:lnTo>
                  <a:pt x="1398" y="278"/>
                </a:lnTo>
                <a:lnTo>
                  <a:pt x="1398" y="277"/>
                </a:lnTo>
                <a:lnTo>
                  <a:pt x="1397" y="277"/>
                </a:lnTo>
                <a:lnTo>
                  <a:pt x="1397" y="276"/>
                </a:lnTo>
                <a:lnTo>
                  <a:pt x="1397" y="275"/>
                </a:lnTo>
                <a:lnTo>
                  <a:pt x="1397" y="274"/>
                </a:lnTo>
                <a:lnTo>
                  <a:pt x="1397" y="273"/>
                </a:lnTo>
                <a:lnTo>
                  <a:pt x="1398" y="273"/>
                </a:lnTo>
                <a:lnTo>
                  <a:pt x="1398" y="272"/>
                </a:lnTo>
                <a:lnTo>
                  <a:pt x="1398" y="271"/>
                </a:lnTo>
                <a:lnTo>
                  <a:pt x="1398" y="270"/>
                </a:lnTo>
                <a:lnTo>
                  <a:pt x="1398" y="269"/>
                </a:lnTo>
                <a:lnTo>
                  <a:pt x="1399" y="269"/>
                </a:lnTo>
                <a:lnTo>
                  <a:pt x="1400" y="269"/>
                </a:lnTo>
                <a:lnTo>
                  <a:pt x="1401" y="268"/>
                </a:lnTo>
                <a:lnTo>
                  <a:pt x="1402" y="268"/>
                </a:lnTo>
                <a:lnTo>
                  <a:pt x="1402" y="269"/>
                </a:lnTo>
                <a:lnTo>
                  <a:pt x="1403" y="269"/>
                </a:lnTo>
                <a:lnTo>
                  <a:pt x="1404" y="268"/>
                </a:lnTo>
                <a:lnTo>
                  <a:pt x="1405" y="268"/>
                </a:lnTo>
                <a:lnTo>
                  <a:pt x="1405" y="267"/>
                </a:lnTo>
                <a:lnTo>
                  <a:pt x="1406" y="267"/>
                </a:lnTo>
                <a:lnTo>
                  <a:pt x="1407" y="267"/>
                </a:lnTo>
                <a:lnTo>
                  <a:pt x="1407" y="266"/>
                </a:lnTo>
                <a:lnTo>
                  <a:pt x="1408" y="266"/>
                </a:lnTo>
                <a:lnTo>
                  <a:pt x="1408" y="265"/>
                </a:lnTo>
                <a:lnTo>
                  <a:pt x="1409" y="265"/>
                </a:lnTo>
                <a:lnTo>
                  <a:pt x="1409" y="264"/>
                </a:lnTo>
                <a:lnTo>
                  <a:pt x="1410" y="264"/>
                </a:lnTo>
                <a:lnTo>
                  <a:pt x="1410" y="263"/>
                </a:lnTo>
                <a:lnTo>
                  <a:pt x="1410" y="262"/>
                </a:lnTo>
                <a:lnTo>
                  <a:pt x="1411" y="262"/>
                </a:lnTo>
                <a:lnTo>
                  <a:pt x="1412" y="262"/>
                </a:lnTo>
                <a:lnTo>
                  <a:pt x="1413" y="262"/>
                </a:lnTo>
                <a:lnTo>
                  <a:pt x="1413" y="263"/>
                </a:lnTo>
                <a:lnTo>
                  <a:pt x="1414" y="263"/>
                </a:lnTo>
                <a:lnTo>
                  <a:pt x="1414" y="264"/>
                </a:lnTo>
                <a:lnTo>
                  <a:pt x="1415" y="264"/>
                </a:lnTo>
                <a:lnTo>
                  <a:pt x="1416" y="264"/>
                </a:lnTo>
                <a:lnTo>
                  <a:pt x="1416" y="265"/>
                </a:lnTo>
                <a:lnTo>
                  <a:pt x="1415" y="265"/>
                </a:lnTo>
                <a:lnTo>
                  <a:pt x="1416" y="265"/>
                </a:lnTo>
                <a:lnTo>
                  <a:pt x="1417" y="265"/>
                </a:lnTo>
                <a:lnTo>
                  <a:pt x="1417" y="264"/>
                </a:lnTo>
                <a:lnTo>
                  <a:pt x="1418" y="264"/>
                </a:lnTo>
                <a:lnTo>
                  <a:pt x="1419" y="265"/>
                </a:lnTo>
                <a:lnTo>
                  <a:pt x="1420" y="265"/>
                </a:lnTo>
                <a:lnTo>
                  <a:pt x="1421" y="265"/>
                </a:lnTo>
                <a:lnTo>
                  <a:pt x="1422" y="266"/>
                </a:lnTo>
                <a:lnTo>
                  <a:pt x="1423" y="267"/>
                </a:lnTo>
                <a:lnTo>
                  <a:pt x="1424" y="267"/>
                </a:lnTo>
                <a:lnTo>
                  <a:pt x="1424" y="268"/>
                </a:lnTo>
                <a:lnTo>
                  <a:pt x="1425" y="268"/>
                </a:lnTo>
                <a:lnTo>
                  <a:pt x="1426" y="268"/>
                </a:lnTo>
                <a:lnTo>
                  <a:pt x="1428" y="268"/>
                </a:lnTo>
                <a:lnTo>
                  <a:pt x="1429" y="268"/>
                </a:lnTo>
                <a:lnTo>
                  <a:pt x="1430" y="268"/>
                </a:lnTo>
                <a:lnTo>
                  <a:pt x="1431" y="268"/>
                </a:lnTo>
                <a:lnTo>
                  <a:pt x="1432" y="268"/>
                </a:lnTo>
                <a:lnTo>
                  <a:pt x="1432" y="267"/>
                </a:lnTo>
                <a:lnTo>
                  <a:pt x="1432" y="268"/>
                </a:lnTo>
                <a:lnTo>
                  <a:pt x="1433" y="268"/>
                </a:lnTo>
                <a:lnTo>
                  <a:pt x="1434" y="268"/>
                </a:lnTo>
                <a:lnTo>
                  <a:pt x="1434" y="269"/>
                </a:lnTo>
                <a:lnTo>
                  <a:pt x="1435" y="270"/>
                </a:lnTo>
                <a:lnTo>
                  <a:pt x="1436" y="271"/>
                </a:lnTo>
                <a:lnTo>
                  <a:pt x="1435" y="272"/>
                </a:lnTo>
                <a:lnTo>
                  <a:pt x="1435" y="273"/>
                </a:lnTo>
                <a:lnTo>
                  <a:pt x="1435" y="274"/>
                </a:lnTo>
                <a:lnTo>
                  <a:pt x="1434" y="274"/>
                </a:lnTo>
                <a:lnTo>
                  <a:pt x="1434" y="275"/>
                </a:lnTo>
                <a:lnTo>
                  <a:pt x="1433" y="276"/>
                </a:lnTo>
                <a:lnTo>
                  <a:pt x="1432" y="277"/>
                </a:lnTo>
                <a:lnTo>
                  <a:pt x="1432" y="278"/>
                </a:lnTo>
                <a:lnTo>
                  <a:pt x="1433" y="278"/>
                </a:lnTo>
                <a:lnTo>
                  <a:pt x="1433" y="279"/>
                </a:lnTo>
                <a:lnTo>
                  <a:pt x="1433" y="280"/>
                </a:lnTo>
                <a:lnTo>
                  <a:pt x="1434" y="281"/>
                </a:lnTo>
                <a:lnTo>
                  <a:pt x="1434" y="282"/>
                </a:lnTo>
                <a:lnTo>
                  <a:pt x="1435" y="283"/>
                </a:lnTo>
                <a:lnTo>
                  <a:pt x="1436" y="283"/>
                </a:lnTo>
                <a:lnTo>
                  <a:pt x="1437" y="283"/>
                </a:lnTo>
                <a:lnTo>
                  <a:pt x="1438" y="283"/>
                </a:lnTo>
                <a:lnTo>
                  <a:pt x="1439" y="283"/>
                </a:lnTo>
                <a:lnTo>
                  <a:pt x="1439" y="284"/>
                </a:lnTo>
                <a:lnTo>
                  <a:pt x="1439" y="283"/>
                </a:lnTo>
                <a:lnTo>
                  <a:pt x="1440" y="284"/>
                </a:lnTo>
                <a:lnTo>
                  <a:pt x="1441" y="284"/>
                </a:lnTo>
                <a:lnTo>
                  <a:pt x="1442" y="284"/>
                </a:lnTo>
                <a:lnTo>
                  <a:pt x="1443" y="283"/>
                </a:lnTo>
                <a:lnTo>
                  <a:pt x="1443" y="282"/>
                </a:lnTo>
                <a:lnTo>
                  <a:pt x="1444" y="281"/>
                </a:lnTo>
                <a:lnTo>
                  <a:pt x="1445" y="281"/>
                </a:lnTo>
                <a:lnTo>
                  <a:pt x="1446" y="281"/>
                </a:lnTo>
                <a:lnTo>
                  <a:pt x="1446" y="280"/>
                </a:lnTo>
                <a:lnTo>
                  <a:pt x="1447" y="280"/>
                </a:lnTo>
                <a:lnTo>
                  <a:pt x="1447" y="281"/>
                </a:lnTo>
                <a:lnTo>
                  <a:pt x="1446" y="281"/>
                </a:lnTo>
                <a:lnTo>
                  <a:pt x="1446" y="282"/>
                </a:lnTo>
                <a:lnTo>
                  <a:pt x="1447" y="282"/>
                </a:lnTo>
                <a:lnTo>
                  <a:pt x="1448" y="282"/>
                </a:lnTo>
                <a:lnTo>
                  <a:pt x="1449" y="282"/>
                </a:lnTo>
                <a:lnTo>
                  <a:pt x="1450" y="282"/>
                </a:lnTo>
                <a:lnTo>
                  <a:pt x="1451" y="283"/>
                </a:lnTo>
                <a:lnTo>
                  <a:pt x="1451" y="285"/>
                </a:lnTo>
                <a:lnTo>
                  <a:pt x="1450" y="285"/>
                </a:lnTo>
                <a:lnTo>
                  <a:pt x="1450" y="286"/>
                </a:lnTo>
                <a:lnTo>
                  <a:pt x="1451" y="286"/>
                </a:lnTo>
                <a:lnTo>
                  <a:pt x="1451" y="287"/>
                </a:lnTo>
                <a:lnTo>
                  <a:pt x="1452" y="287"/>
                </a:lnTo>
                <a:lnTo>
                  <a:pt x="1452" y="288"/>
                </a:lnTo>
                <a:lnTo>
                  <a:pt x="1453" y="288"/>
                </a:lnTo>
                <a:lnTo>
                  <a:pt x="1452" y="289"/>
                </a:lnTo>
                <a:lnTo>
                  <a:pt x="1453" y="290"/>
                </a:lnTo>
                <a:lnTo>
                  <a:pt x="1453" y="291"/>
                </a:lnTo>
                <a:lnTo>
                  <a:pt x="1453" y="292"/>
                </a:lnTo>
                <a:lnTo>
                  <a:pt x="1453" y="293"/>
                </a:lnTo>
                <a:lnTo>
                  <a:pt x="1453" y="295"/>
                </a:lnTo>
                <a:lnTo>
                  <a:pt x="1453" y="296"/>
                </a:lnTo>
                <a:lnTo>
                  <a:pt x="1453" y="297"/>
                </a:lnTo>
                <a:lnTo>
                  <a:pt x="1452" y="297"/>
                </a:lnTo>
                <a:lnTo>
                  <a:pt x="1451" y="298"/>
                </a:lnTo>
                <a:lnTo>
                  <a:pt x="1451" y="299"/>
                </a:lnTo>
                <a:lnTo>
                  <a:pt x="1450" y="299"/>
                </a:lnTo>
                <a:lnTo>
                  <a:pt x="1450" y="300"/>
                </a:lnTo>
                <a:lnTo>
                  <a:pt x="1448" y="300"/>
                </a:lnTo>
                <a:lnTo>
                  <a:pt x="1447" y="300"/>
                </a:lnTo>
                <a:lnTo>
                  <a:pt x="1446" y="301"/>
                </a:lnTo>
                <a:lnTo>
                  <a:pt x="1444" y="302"/>
                </a:lnTo>
                <a:lnTo>
                  <a:pt x="1445" y="302"/>
                </a:lnTo>
                <a:lnTo>
                  <a:pt x="1445" y="303"/>
                </a:lnTo>
                <a:lnTo>
                  <a:pt x="1444" y="303"/>
                </a:lnTo>
                <a:lnTo>
                  <a:pt x="1444" y="304"/>
                </a:lnTo>
                <a:lnTo>
                  <a:pt x="1445" y="305"/>
                </a:lnTo>
                <a:lnTo>
                  <a:pt x="1445" y="306"/>
                </a:lnTo>
                <a:lnTo>
                  <a:pt x="1445" y="307"/>
                </a:lnTo>
                <a:lnTo>
                  <a:pt x="1446" y="307"/>
                </a:lnTo>
                <a:lnTo>
                  <a:pt x="1446" y="308"/>
                </a:lnTo>
                <a:lnTo>
                  <a:pt x="1446" y="309"/>
                </a:lnTo>
                <a:lnTo>
                  <a:pt x="1445" y="309"/>
                </a:lnTo>
                <a:lnTo>
                  <a:pt x="1446" y="309"/>
                </a:lnTo>
                <a:lnTo>
                  <a:pt x="1446" y="310"/>
                </a:lnTo>
                <a:lnTo>
                  <a:pt x="1447" y="311"/>
                </a:lnTo>
                <a:lnTo>
                  <a:pt x="1447" y="312"/>
                </a:lnTo>
                <a:lnTo>
                  <a:pt x="1446" y="312"/>
                </a:lnTo>
                <a:lnTo>
                  <a:pt x="1446" y="313"/>
                </a:lnTo>
                <a:lnTo>
                  <a:pt x="1447" y="313"/>
                </a:lnTo>
                <a:lnTo>
                  <a:pt x="1447" y="314"/>
                </a:lnTo>
                <a:lnTo>
                  <a:pt x="1447" y="315"/>
                </a:lnTo>
                <a:lnTo>
                  <a:pt x="1446" y="316"/>
                </a:lnTo>
                <a:lnTo>
                  <a:pt x="1445" y="317"/>
                </a:lnTo>
                <a:lnTo>
                  <a:pt x="1446" y="318"/>
                </a:lnTo>
                <a:lnTo>
                  <a:pt x="1447" y="318"/>
                </a:lnTo>
                <a:lnTo>
                  <a:pt x="1448" y="317"/>
                </a:lnTo>
                <a:lnTo>
                  <a:pt x="1449" y="317"/>
                </a:lnTo>
                <a:lnTo>
                  <a:pt x="1449" y="318"/>
                </a:lnTo>
                <a:lnTo>
                  <a:pt x="1450" y="319"/>
                </a:lnTo>
                <a:lnTo>
                  <a:pt x="1451" y="319"/>
                </a:lnTo>
                <a:lnTo>
                  <a:pt x="1452" y="319"/>
                </a:lnTo>
                <a:lnTo>
                  <a:pt x="1454" y="320"/>
                </a:lnTo>
                <a:lnTo>
                  <a:pt x="1456" y="319"/>
                </a:lnTo>
                <a:lnTo>
                  <a:pt x="1458" y="319"/>
                </a:lnTo>
                <a:lnTo>
                  <a:pt x="1459" y="319"/>
                </a:lnTo>
                <a:lnTo>
                  <a:pt x="1459" y="320"/>
                </a:lnTo>
                <a:lnTo>
                  <a:pt x="1459" y="321"/>
                </a:lnTo>
                <a:lnTo>
                  <a:pt x="1458" y="321"/>
                </a:lnTo>
                <a:lnTo>
                  <a:pt x="1457" y="321"/>
                </a:lnTo>
                <a:lnTo>
                  <a:pt x="1456" y="321"/>
                </a:lnTo>
                <a:lnTo>
                  <a:pt x="1455" y="321"/>
                </a:lnTo>
                <a:lnTo>
                  <a:pt x="1454" y="321"/>
                </a:lnTo>
                <a:lnTo>
                  <a:pt x="1454" y="322"/>
                </a:lnTo>
                <a:lnTo>
                  <a:pt x="1454" y="323"/>
                </a:lnTo>
                <a:lnTo>
                  <a:pt x="1454" y="324"/>
                </a:lnTo>
                <a:lnTo>
                  <a:pt x="1453" y="324"/>
                </a:lnTo>
                <a:lnTo>
                  <a:pt x="1452" y="324"/>
                </a:lnTo>
                <a:lnTo>
                  <a:pt x="1451" y="324"/>
                </a:lnTo>
                <a:lnTo>
                  <a:pt x="1452" y="325"/>
                </a:lnTo>
                <a:lnTo>
                  <a:pt x="1452" y="326"/>
                </a:lnTo>
                <a:lnTo>
                  <a:pt x="1453" y="328"/>
                </a:lnTo>
                <a:lnTo>
                  <a:pt x="1454" y="328"/>
                </a:lnTo>
                <a:lnTo>
                  <a:pt x="1455" y="329"/>
                </a:lnTo>
                <a:lnTo>
                  <a:pt x="1455" y="330"/>
                </a:lnTo>
                <a:lnTo>
                  <a:pt x="1454" y="330"/>
                </a:lnTo>
                <a:lnTo>
                  <a:pt x="1454" y="331"/>
                </a:lnTo>
                <a:lnTo>
                  <a:pt x="1454" y="332"/>
                </a:lnTo>
                <a:lnTo>
                  <a:pt x="1455" y="333"/>
                </a:lnTo>
                <a:lnTo>
                  <a:pt x="1455" y="334"/>
                </a:lnTo>
                <a:lnTo>
                  <a:pt x="1454" y="334"/>
                </a:lnTo>
                <a:lnTo>
                  <a:pt x="1454" y="335"/>
                </a:lnTo>
                <a:lnTo>
                  <a:pt x="1454" y="336"/>
                </a:lnTo>
                <a:lnTo>
                  <a:pt x="1454" y="337"/>
                </a:lnTo>
                <a:lnTo>
                  <a:pt x="1455" y="337"/>
                </a:lnTo>
                <a:lnTo>
                  <a:pt x="1455" y="338"/>
                </a:lnTo>
                <a:lnTo>
                  <a:pt x="1455" y="339"/>
                </a:lnTo>
                <a:lnTo>
                  <a:pt x="1455" y="340"/>
                </a:lnTo>
                <a:lnTo>
                  <a:pt x="1455" y="341"/>
                </a:lnTo>
                <a:lnTo>
                  <a:pt x="1454" y="341"/>
                </a:lnTo>
                <a:lnTo>
                  <a:pt x="1455" y="341"/>
                </a:lnTo>
                <a:lnTo>
                  <a:pt x="1457" y="341"/>
                </a:lnTo>
                <a:lnTo>
                  <a:pt x="1457" y="342"/>
                </a:lnTo>
                <a:lnTo>
                  <a:pt x="1458" y="342"/>
                </a:lnTo>
                <a:lnTo>
                  <a:pt x="1457" y="342"/>
                </a:lnTo>
                <a:lnTo>
                  <a:pt x="1457" y="343"/>
                </a:lnTo>
                <a:lnTo>
                  <a:pt x="1456" y="344"/>
                </a:lnTo>
                <a:lnTo>
                  <a:pt x="1456" y="346"/>
                </a:lnTo>
                <a:lnTo>
                  <a:pt x="1457" y="349"/>
                </a:lnTo>
                <a:lnTo>
                  <a:pt x="1458" y="351"/>
                </a:lnTo>
                <a:lnTo>
                  <a:pt x="1458" y="353"/>
                </a:lnTo>
                <a:lnTo>
                  <a:pt x="1457" y="355"/>
                </a:lnTo>
                <a:lnTo>
                  <a:pt x="1457" y="356"/>
                </a:lnTo>
                <a:lnTo>
                  <a:pt x="1456" y="356"/>
                </a:lnTo>
                <a:lnTo>
                  <a:pt x="1456" y="357"/>
                </a:lnTo>
                <a:lnTo>
                  <a:pt x="1455" y="357"/>
                </a:lnTo>
                <a:lnTo>
                  <a:pt x="1456" y="358"/>
                </a:lnTo>
                <a:lnTo>
                  <a:pt x="1457" y="359"/>
                </a:lnTo>
                <a:lnTo>
                  <a:pt x="1457" y="361"/>
                </a:lnTo>
                <a:lnTo>
                  <a:pt x="1457" y="362"/>
                </a:lnTo>
                <a:lnTo>
                  <a:pt x="1456" y="363"/>
                </a:lnTo>
                <a:lnTo>
                  <a:pt x="1454" y="364"/>
                </a:lnTo>
                <a:lnTo>
                  <a:pt x="1452" y="366"/>
                </a:lnTo>
                <a:lnTo>
                  <a:pt x="1451" y="366"/>
                </a:lnTo>
                <a:lnTo>
                  <a:pt x="1449" y="367"/>
                </a:lnTo>
                <a:lnTo>
                  <a:pt x="1447" y="369"/>
                </a:lnTo>
                <a:lnTo>
                  <a:pt x="1447" y="368"/>
                </a:lnTo>
                <a:lnTo>
                  <a:pt x="1446" y="369"/>
                </a:lnTo>
                <a:lnTo>
                  <a:pt x="1446" y="370"/>
                </a:lnTo>
                <a:lnTo>
                  <a:pt x="1447" y="370"/>
                </a:lnTo>
                <a:lnTo>
                  <a:pt x="1447" y="372"/>
                </a:lnTo>
                <a:lnTo>
                  <a:pt x="1446" y="372"/>
                </a:lnTo>
                <a:lnTo>
                  <a:pt x="1446" y="374"/>
                </a:lnTo>
                <a:lnTo>
                  <a:pt x="1444" y="375"/>
                </a:lnTo>
                <a:lnTo>
                  <a:pt x="1444" y="376"/>
                </a:lnTo>
                <a:lnTo>
                  <a:pt x="1445" y="376"/>
                </a:lnTo>
                <a:lnTo>
                  <a:pt x="1447" y="375"/>
                </a:lnTo>
                <a:lnTo>
                  <a:pt x="1447" y="376"/>
                </a:lnTo>
                <a:lnTo>
                  <a:pt x="1448" y="378"/>
                </a:lnTo>
                <a:lnTo>
                  <a:pt x="1449" y="379"/>
                </a:lnTo>
                <a:lnTo>
                  <a:pt x="1449" y="380"/>
                </a:lnTo>
                <a:lnTo>
                  <a:pt x="1449" y="381"/>
                </a:lnTo>
                <a:lnTo>
                  <a:pt x="1449" y="382"/>
                </a:lnTo>
                <a:lnTo>
                  <a:pt x="1449" y="383"/>
                </a:lnTo>
                <a:lnTo>
                  <a:pt x="1448" y="384"/>
                </a:lnTo>
                <a:lnTo>
                  <a:pt x="1447" y="386"/>
                </a:lnTo>
                <a:lnTo>
                  <a:pt x="1446" y="386"/>
                </a:lnTo>
                <a:lnTo>
                  <a:pt x="1445" y="386"/>
                </a:lnTo>
                <a:lnTo>
                  <a:pt x="1445" y="387"/>
                </a:lnTo>
                <a:lnTo>
                  <a:pt x="1445" y="388"/>
                </a:lnTo>
                <a:lnTo>
                  <a:pt x="1444" y="389"/>
                </a:lnTo>
                <a:lnTo>
                  <a:pt x="1444" y="390"/>
                </a:lnTo>
                <a:lnTo>
                  <a:pt x="1445" y="390"/>
                </a:lnTo>
                <a:lnTo>
                  <a:pt x="1445" y="391"/>
                </a:lnTo>
                <a:lnTo>
                  <a:pt x="1445" y="393"/>
                </a:lnTo>
                <a:lnTo>
                  <a:pt x="1444" y="395"/>
                </a:lnTo>
                <a:lnTo>
                  <a:pt x="1443" y="396"/>
                </a:lnTo>
                <a:lnTo>
                  <a:pt x="1443" y="397"/>
                </a:lnTo>
                <a:lnTo>
                  <a:pt x="1444" y="397"/>
                </a:lnTo>
                <a:lnTo>
                  <a:pt x="1444" y="398"/>
                </a:lnTo>
                <a:lnTo>
                  <a:pt x="1444" y="399"/>
                </a:lnTo>
                <a:lnTo>
                  <a:pt x="1443" y="400"/>
                </a:lnTo>
                <a:lnTo>
                  <a:pt x="1442" y="403"/>
                </a:lnTo>
                <a:lnTo>
                  <a:pt x="1441" y="404"/>
                </a:lnTo>
                <a:lnTo>
                  <a:pt x="1441" y="405"/>
                </a:lnTo>
                <a:lnTo>
                  <a:pt x="1439" y="407"/>
                </a:lnTo>
                <a:lnTo>
                  <a:pt x="1438" y="408"/>
                </a:lnTo>
                <a:lnTo>
                  <a:pt x="1437" y="408"/>
                </a:lnTo>
                <a:lnTo>
                  <a:pt x="1437" y="409"/>
                </a:lnTo>
                <a:lnTo>
                  <a:pt x="1437" y="410"/>
                </a:lnTo>
                <a:lnTo>
                  <a:pt x="1437" y="411"/>
                </a:lnTo>
                <a:lnTo>
                  <a:pt x="1436" y="411"/>
                </a:lnTo>
                <a:lnTo>
                  <a:pt x="1435" y="411"/>
                </a:lnTo>
                <a:lnTo>
                  <a:pt x="1435" y="409"/>
                </a:lnTo>
                <a:lnTo>
                  <a:pt x="1435" y="407"/>
                </a:lnTo>
                <a:lnTo>
                  <a:pt x="1435" y="406"/>
                </a:lnTo>
                <a:lnTo>
                  <a:pt x="1434" y="406"/>
                </a:lnTo>
                <a:lnTo>
                  <a:pt x="1433" y="405"/>
                </a:lnTo>
                <a:lnTo>
                  <a:pt x="1433" y="404"/>
                </a:lnTo>
                <a:lnTo>
                  <a:pt x="1432" y="404"/>
                </a:lnTo>
                <a:lnTo>
                  <a:pt x="1432" y="403"/>
                </a:lnTo>
                <a:lnTo>
                  <a:pt x="1431" y="403"/>
                </a:lnTo>
                <a:lnTo>
                  <a:pt x="1431" y="404"/>
                </a:lnTo>
                <a:lnTo>
                  <a:pt x="1430" y="404"/>
                </a:lnTo>
                <a:lnTo>
                  <a:pt x="1429" y="403"/>
                </a:lnTo>
                <a:lnTo>
                  <a:pt x="1427" y="402"/>
                </a:lnTo>
                <a:lnTo>
                  <a:pt x="1425" y="402"/>
                </a:lnTo>
                <a:lnTo>
                  <a:pt x="1424" y="402"/>
                </a:lnTo>
                <a:lnTo>
                  <a:pt x="1423" y="402"/>
                </a:lnTo>
                <a:lnTo>
                  <a:pt x="1422" y="402"/>
                </a:lnTo>
                <a:lnTo>
                  <a:pt x="1421" y="403"/>
                </a:lnTo>
                <a:lnTo>
                  <a:pt x="1420" y="403"/>
                </a:lnTo>
                <a:lnTo>
                  <a:pt x="1418" y="401"/>
                </a:lnTo>
                <a:lnTo>
                  <a:pt x="1417" y="401"/>
                </a:lnTo>
                <a:lnTo>
                  <a:pt x="1415" y="401"/>
                </a:lnTo>
                <a:lnTo>
                  <a:pt x="1414" y="402"/>
                </a:lnTo>
                <a:lnTo>
                  <a:pt x="1413" y="403"/>
                </a:lnTo>
                <a:lnTo>
                  <a:pt x="1412" y="403"/>
                </a:lnTo>
                <a:lnTo>
                  <a:pt x="1411" y="403"/>
                </a:lnTo>
                <a:lnTo>
                  <a:pt x="1411" y="404"/>
                </a:lnTo>
                <a:lnTo>
                  <a:pt x="1410" y="404"/>
                </a:lnTo>
                <a:lnTo>
                  <a:pt x="1410" y="405"/>
                </a:lnTo>
                <a:lnTo>
                  <a:pt x="1411" y="405"/>
                </a:lnTo>
                <a:lnTo>
                  <a:pt x="1411" y="406"/>
                </a:lnTo>
                <a:lnTo>
                  <a:pt x="1410" y="406"/>
                </a:lnTo>
                <a:lnTo>
                  <a:pt x="1410" y="405"/>
                </a:lnTo>
                <a:lnTo>
                  <a:pt x="1409" y="405"/>
                </a:lnTo>
                <a:lnTo>
                  <a:pt x="1408" y="405"/>
                </a:lnTo>
                <a:lnTo>
                  <a:pt x="1407" y="406"/>
                </a:lnTo>
                <a:lnTo>
                  <a:pt x="1405" y="409"/>
                </a:lnTo>
                <a:lnTo>
                  <a:pt x="1403" y="410"/>
                </a:lnTo>
                <a:lnTo>
                  <a:pt x="1402" y="411"/>
                </a:lnTo>
                <a:lnTo>
                  <a:pt x="1400" y="412"/>
                </a:lnTo>
                <a:lnTo>
                  <a:pt x="1397" y="414"/>
                </a:lnTo>
                <a:lnTo>
                  <a:pt x="1396" y="414"/>
                </a:lnTo>
                <a:lnTo>
                  <a:pt x="1395" y="414"/>
                </a:lnTo>
                <a:lnTo>
                  <a:pt x="1395" y="415"/>
                </a:lnTo>
                <a:lnTo>
                  <a:pt x="1394" y="415"/>
                </a:lnTo>
                <a:lnTo>
                  <a:pt x="1393" y="415"/>
                </a:lnTo>
                <a:lnTo>
                  <a:pt x="1393" y="416"/>
                </a:lnTo>
                <a:lnTo>
                  <a:pt x="1392" y="416"/>
                </a:lnTo>
                <a:lnTo>
                  <a:pt x="1391" y="417"/>
                </a:lnTo>
                <a:lnTo>
                  <a:pt x="1391" y="418"/>
                </a:lnTo>
                <a:lnTo>
                  <a:pt x="1390" y="418"/>
                </a:lnTo>
                <a:lnTo>
                  <a:pt x="1389" y="419"/>
                </a:lnTo>
                <a:lnTo>
                  <a:pt x="1388" y="419"/>
                </a:lnTo>
                <a:lnTo>
                  <a:pt x="1386" y="420"/>
                </a:lnTo>
                <a:lnTo>
                  <a:pt x="1386" y="421"/>
                </a:lnTo>
                <a:lnTo>
                  <a:pt x="1386" y="422"/>
                </a:lnTo>
                <a:lnTo>
                  <a:pt x="1386" y="423"/>
                </a:lnTo>
                <a:lnTo>
                  <a:pt x="1385" y="424"/>
                </a:lnTo>
                <a:lnTo>
                  <a:pt x="1385" y="425"/>
                </a:lnTo>
                <a:lnTo>
                  <a:pt x="1384" y="425"/>
                </a:lnTo>
                <a:lnTo>
                  <a:pt x="1383" y="424"/>
                </a:lnTo>
                <a:lnTo>
                  <a:pt x="1383" y="425"/>
                </a:lnTo>
                <a:lnTo>
                  <a:pt x="1383" y="426"/>
                </a:lnTo>
                <a:lnTo>
                  <a:pt x="1382" y="426"/>
                </a:lnTo>
                <a:lnTo>
                  <a:pt x="1381" y="426"/>
                </a:lnTo>
                <a:lnTo>
                  <a:pt x="1380" y="426"/>
                </a:lnTo>
                <a:lnTo>
                  <a:pt x="1380" y="427"/>
                </a:lnTo>
                <a:lnTo>
                  <a:pt x="1379" y="427"/>
                </a:lnTo>
                <a:lnTo>
                  <a:pt x="1378" y="427"/>
                </a:lnTo>
                <a:lnTo>
                  <a:pt x="1376" y="426"/>
                </a:lnTo>
                <a:lnTo>
                  <a:pt x="1376" y="425"/>
                </a:lnTo>
                <a:lnTo>
                  <a:pt x="1376" y="424"/>
                </a:lnTo>
                <a:lnTo>
                  <a:pt x="1376" y="422"/>
                </a:lnTo>
                <a:lnTo>
                  <a:pt x="1376" y="420"/>
                </a:lnTo>
                <a:lnTo>
                  <a:pt x="1376" y="419"/>
                </a:lnTo>
                <a:lnTo>
                  <a:pt x="1375" y="418"/>
                </a:lnTo>
                <a:lnTo>
                  <a:pt x="1373" y="417"/>
                </a:lnTo>
                <a:lnTo>
                  <a:pt x="1372" y="416"/>
                </a:lnTo>
                <a:lnTo>
                  <a:pt x="1370" y="415"/>
                </a:lnTo>
                <a:lnTo>
                  <a:pt x="1368" y="415"/>
                </a:lnTo>
                <a:lnTo>
                  <a:pt x="1367" y="416"/>
                </a:lnTo>
                <a:lnTo>
                  <a:pt x="1364" y="422"/>
                </a:lnTo>
                <a:lnTo>
                  <a:pt x="1361" y="422"/>
                </a:lnTo>
                <a:lnTo>
                  <a:pt x="1360" y="419"/>
                </a:lnTo>
                <a:lnTo>
                  <a:pt x="1357" y="416"/>
                </a:lnTo>
                <a:lnTo>
                  <a:pt x="1356" y="418"/>
                </a:lnTo>
                <a:lnTo>
                  <a:pt x="1354" y="418"/>
                </a:lnTo>
                <a:lnTo>
                  <a:pt x="1353" y="418"/>
                </a:lnTo>
                <a:lnTo>
                  <a:pt x="1352" y="417"/>
                </a:lnTo>
                <a:lnTo>
                  <a:pt x="1349" y="418"/>
                </a:lnTo>
                <a:lnTo>
                  <a:pt x="1346" y="419"/>
                </a:lnTo>
                <a:lnTo>
                  <a:pt x="1344" y="422"/>
                </a:lnTo>
                <a:lnTo>
                  <a:pt x="1342" y="422"/>
                </a:lnTo>
                <a:lnTo>
                  <a:pt x="1341" y="422"/>
                </a:lnTo>
                <a:lnTo>
                  <a:pt x="1340" y="421"/>
                </a:lnTo>
                <a:lnTo>
                  <a:pt x="1339" y="421"/>
                </a:lnTo>
                <a:lnTo>
                  <a:pt x="1336" y="422"/>
                </a:lnTo>
                <a:lnTo>
                  <a:pt x="1332" y="424"/>
                </a:lnTo>
                <a:lnTo>
                  <a:pt x="1331" y="423"/>
                </a:lnTo>
                <a:lnTo>
                  <a:pt x="1328" y="422"/>
                </a:lnTo>
                <a:lnTo>
                  <a:pt x="1327" y="421"/>
                </a:lnTo>
                <a:lnTo>
                  <a:pt x="1326" y="419"/>
                </a:lnTo>
                <a:lnTo>
                  <a:pt x="1325" y="419"/>
                </a:lnTo>
                <a:lnTo>
                  <a:pt x="1324" y="419"/>
                </a:lnTo>
                <a:lnTo>
                  <a:pt x="1323" y="419"/>
                </a:lnTo>
                <a:lnTo>
                  <a:pt x="1322" y="419"/>
                </a:lnTo>
                <a:lnTo>
                  <a:pt x="1321" y="419"/>
                </a:lnTo>
                <a:lnTo>
                  <a:pt x="1320" y="419"/>
                </a:lnTo>
                <a:lnTo>
                  <a:pt x="1320" y="420"/>
                </a:lnTo>
                <a:lnTo>
                  <a:pt x="1319" y="420"/>
                </a:lnTo>
                <a:lnTo>
                  <a:pt x="1319" y="419"/>
                </a:lnTo>
                <a:lnTo>
                  <a:pt x="1319" y="418"/>
                </a:lnTo>
                <a:lnTo>
                  <a:pt x="1319" y="417"/>
                </a:lnTo>
                <a:lnTo>
                  <a:pt x="1318" y="417"/>
                </a:lnTo>
                <a:lnTo>
                  <a:pt x="1318" y="416"/>
                </a:lnTo>
                <a:lnTo>
                  <a:pt x="1317" y="415"/>
                </a:lnTo>
                <a:lnTo>
                  <a:pt x="1314" y="408"/>
                </a:lnTo>
                <a:lnTo>
                  <a:pt x="1314" y="407"/>
                </a:lnTo>
                <a:lnTo>
                  <a:pt x="1314" y="406"/>
                </a:lnTo>
                <a:lnTo>
                  <a:pt x="1314" y="405"/>
                </a:lnTo>
                <a:lnTo>
                  <a:pt x="1313" y="405"/>
                </a:lnTo>
                <a:lnTo>
                  <a:pt x="1312" y="405"/>
                </a:lnTo>
                <a:lnTo>
                  <a:pt x="1311" y="405"/>
                </a:lnTo>
                <a:lnTo>
                  <a:pt x="1310" y="404"/>
                </a:lnTo>
                <a:lnTo>
                  <a:pt x="1311" y="403"/>
                </a:lnTo>
                <a:lnTo>
                  <a:pt x="1312" y="402"/>
                </a:lnTo>
                <a:lnTo>
                  <a:pt x="1311" y="402"/>
                </a:lnTo>
                <a:lnTo>
                  <a:pt x="1310" y="402"/>
                </a:lnTo>
                <a:lnTo>
                  <a:pt x="1309" y="402"/>
                </a:lnTo>
                <a:lnTo>
                  <a:pt x="1305" y="401"/>
                </a:lnTo>
                <a:lnTo>
                  <a:pt x="1300" y="399"/>
                </a:lnTo>
                <a:lnTo>
                  <a:pt x="1300" y="398"/>
                </a:lnTo>
                <a:lnTo>
                  <a:pt x="1299" y="398"/>
                </a:lnTo>
                <a:lnTo>
                  <a:pt x="1298" y="398"/>
                </a:lnTo>
                <a:lnTo>
                  <a:pt x="1297" y="398"/>
                </a:lnTo>
                <a:lnTo>
                  <a:pt x="1297" y="396"/>
                </a:lnTo>
                <a:lnTo>
                  <a:pt x="1296" y="396"/>
                </a:lnTo>
                <a:lnTo>
                  <a:pt x="1296" y="395"/>
                </a:lnTo>
                <a:lnTo>
                  <a:pt x="1296" y="394"/>
                </a:lnTo>
                <a:lnTo>
                  <a:pt x="1296" y="393"/>
                </a:lnTo>
                <a:lnTo>
                  <a:pt x="1295" y="393"/>
                </a:lnTo>
                <a:lnTo>
                  <a:pt x="1295" y="394"/>
                </a:lnTo>
                <a:lnTo>
                  <a:pt x="1294" y="393"/>
                </a:lnTo>
                <a:lnTo>
                  <a:pt x="1292" y="392"/>
                </a:lnTo>
                <a:lnTo>
                  <a:pt x="1291" y="392"/>
                </a:lnTo>
                <a:lnTo>
                  <a:pt x="1290" y="392"/>
                </a:lnTo>
                <a:lnTo>
                  <a:pt x="1289" y="392"/>
                </a:lnTo>
                <a:lnTo>
                  <a:pt x="1288" y="392"/>
                </a:lnTo>
                <a:lnTo>
                  <a:pt x="1288" y="391"/>
                </a:lnTo>
                <a:lnTo>
                  <a:pt x="1287" y="391"/>
                </a:lnTo>
                <a:lnTo>
                  <a:pt x="1285" y="391"/>
                </a:lnTo>
                <a:lnTo>
                  <a:pt x="1285" y="392"/>
                </a:lnTo>
                <a:lnTo>
                  <a:pt x="1283" y="395"/>
                </a:lnTo>
                <a:lnTo>
                  <a:pt x="1283" y="396"/>
                </a:lnTo>
                <a:lnTo>
                  <a:pt x="1283" y="397"/>
                </a:lnTo>
                <a:lnTo>
                  <a:pt x="1283" y="398"/>
                </a:lnTo>
                <a:lnTo>
                  <a:pt x="1282" y="399"/>
                </a:lnTo>
                <a:lnTo>
                  <a:pt x="1280" y="403"/>
                </a:lnTo>
                <a:lnTo>
                  <a:pt x="1278" y="403"/>
                </a:lnTo>
                <a:lnTo>
                  <a:pt x="1277" y="404"/>
                </a:lnTo>
                <a:lnTo>
                  <a:pt x="1276" y="405"/>
                </a:lnTo>
                <a:lnTo>
                  <a:pt x="1276" y="406"/>
                </a:lnTo>
                <a:lnTo>
                  <a:pt x="1276" y="407"/>
                </a:lnTo>
                <a:lnTo>
                  <a:pt x="1274" y="411"/>
                </a:lnTo>
                <a:lnTo>
                  <a:pt x="1271" y="413"/>
                </a:lnTo>
                <a:lnTo>
                  <a:pt x="1270" y="413"/>
                </a:lnTo>
                <a:lnTo>
                  <a:pt x="1268" y="415"/>
                </a:lnTo>
                <a:lnTo>
                  <a:pt x="1267" y="417"/>
                </a:lnTo>
                <a:lnTo>
                  <a:pt x="1266" y="418"/>
                </a:lnTo>
                <a:lnTo>
                  <a:pt x="1266" y="420"/>
                </a:lnTo>
                <a:lnTo>
                  <a:pt x="1268" y="423"/>
                </a:lnTo>
                <a:lnTo>
                  <a:pt x="1268" y="424"/>
                </a:lnTo>
                <a:lnTo>
                  <a:pt x="1267" y="425"/>
                </a:lnTo>
                <a:lnTo>
                  <a:pt x="1265" y="426"/>
                </a:lnTo>
                <a:lnTo>
                  <a:pt x="1264" y="427"/>
                </a:lnTo>
                <a:lnTo>
                  <a:pt x="1263" y="427"/>
                </a:lnTo>
                <a:lnTo>
                  <a:pt x="1261" y="425"/>
                </a:lnTo>
                <a:lnTo>
                  <a:pt x="1260" y="425"/>
                </a:lnTo>
                <a:lnTo>
                  <a:pt x="1260" y="426"/>
                </a:lnTo>
                <a:lnTo>
                  <a:pt x="1261" y="427"/>
                </a:lnTo>
                <a:lnTo>
                  <a:pt x="1261" y="428"/>
                </a:lnTo>
                <a:lnTo>
                  <a:pt x="1261" y="429"/>
                </a:lnTo>
                <a:lnTo>
                  <a:pt x="1260" y="429"/>
                </a:lnTo>
                <a:lnTo>
                  <a:pt x="1259" y="429"/>
                </a:lnTo>
                <a:lnTo>
                  <a:pt x="1258" y="429"/>
                </a:lnTo>
                <a:lnTo>
                  <a:pt x="1257" y="428"/>
                </a:lnTo>
                <a:lnTo>
                  <a:pt x="1256" y="427"/>
                </a:lnTo>
                <a:lnTo>
                  <a:pt x="1256" y="428"/>
                </a:lnTo>
                <a:lnTo>
                  <a:pt x="1255" y="430"/>
                </a:lnTo>
                <a:lnTo>
                  <a:pt x="1254" y="431"/>
                </a:lnTo>
                <a:lnTo>
                  <a:pt x="1254" y="432"/>
                </a:lnTo>
                <a:lnTo>
                  <a:pt x="1253" y="432"/>
                </a:lnTo>
                <a:lnTo>
                  <a:pt x="1252" y="432"/>
                </a:lnTo>
                <a:lnTo>
                  <a:pt x="1251" y="431"/>
                </a:lnTo>
                <a:lnTo>
                  <a:pt x="1251" y="430"/>
                </a:lnTo>
                <a:lnTo>
                  <a:pt x="1249" y="429"/>
                </a:lnTo>
                <a:lnTo>
                  <a:pt x="1248" y="428"/>
                </a:lnTo>
                <a:lnTo>
                  <a:pt x="1248" y="427"/>
                </a:lnTo>
                <a:lnTo>
                  <a:pt x="1247" y="427"/>
                </a:lnTo>
                <a:lnTo>
                  <a:pt x="1246" y="425"/>
                </a:lnTo>
                <a:lnTo>
                  <a:pt x="1246" y="424"/>
                </a:lnTo>
                <a:lnTo>
                  <a:pt x="1245" y="424"/>
                </a:lnTo>
                <a:lnTo>
                  <a:pt x="1245" y="423"/>
                </a:lnTo>
                <a:lnTo>
                  <a:pt x="1245" y="422"/>
                </a:lnTo>
                <a:lnTo>
                  <a:pt x="1246" y="421"/>
                </a:lnTo>
                <a:lnTo>
                  <a:pt x="1246" y="420"/>
                </a:lnTo>
                <a:lnTo>
                  <a:pt x="1245" y="419"/>
                </a:lnTo>
                <a:lnTo>
                  <a:pt x="1243" y="419"/>
                </a:lnTo>
                <a:lnTo>
                  <a:pt x="1243" y="418"/>
                </a:lnTo>
                <a:lnTo>
                  <a:pt x="1242" y="417"/>
                </a:lnTo>
                <a:lnTo>
                  <a:pt x="1241" y="417"/>
                </a:lnTo>
                <a:lnTo>
                  <a:pt x="1240" y="417"/>
                </a:lnTo>
                <a:lnTo>
                  <a:pt x="1240" y="418"/>
                </a:lnTo>
                <a:lnTo>
                  <a:pt x="1239" y="418"/>
                </a:lnTo>
                <a:lnTo>
                  <a:pt x="1237" y="418"/>
                </a:lnTo>
                <a:lnTo>
                  <a:pt x="1236" y="418"/>
                </a:lnTo>
                <a:lnTo>
                  <a:pt x="1236" y="417"/>
                </a:lnTo>
                <a:lnTo>
                  <a:pt x="1235" y="416"/>
                </a:lnTo>
                <a:lnTo>
                  <a:pt x="1233" y="415"/>
                </a:lnTo>
                <a:lnTo>
                  <a:pt x="1232" y="413"/>
                </a:lnTo>
                <a:lnTo>
                  <a:pt x="1230" y="412"/>
                </a:lnTo>
                <a:lnTo>
                  <a:pt x="1229" y="412"/>
                </a:lnTo>
                <a:lnTo>
                  <a:pt x="1227" y="411"/>
                </a:lnTo>
                <a:lnTo>
                  <a:pt x="1225" y="409"/>
                </a:lnTo>
                <a:lnTo>
                  <a:pt x="1225" y="407"/>
                </a:lnTo>
                <a:lnTo>
                  <a:pt x="1225" y="406"/>
                </a:lnTo>
                <a:lnTo>
                  <a:pt x="1225" y="403"/>
                </a:lnTo>
                <a:lnTo>
                  <a:pt x="1225" y="402"/>
                </a:lnTo>
                <a:lnTo>
                  <a:pt x="1224" y="400"/>
                </a:lnTo>
                <a:lnTo>
                  <a:pt x="1225" y="399"/>
                </a:lnTo>
                <a:lnTo>
                  <a:pt x="1224" y="398"/>
                </a:lnTo>
                <a:lnTo>
                  <a:pt x="1223" y="398"/>
                </a:lnTo>
                <a:lnTo>
                  <a:pt x="1222" y="399"/>
                </a:lnTo>
                <a:lnTo>
                  <a:pt x="1220" y="400"/>
                </a:lnTo>
                <a:lnTo>
                  <a:pt x="1219" y="400"/>
                </a:lnTo>
                <a:lnTo>
                  <a:pt x="1218" y="401"/>
                </a:lnTo>
                <a:lnTo>
                  <a:pt x="1218" y="400"/>
                </a:lnTo>
                <a:lnTo>
                  <a:pt x="1217" y="399"/>
                </a:lnTo>
                <a:lnTo>
                  <a:pt x="1216" y="399"/>
                </a:lnTo>
                <a:lnTo>
                  <a:pt x="1215" y="399"/>
                </a:lnTo>
                <a:lnTo>
                  <a:pt x="1214" y="399"/>
                </a:lnTo>
                <a:lnTo>
                  <a:pt x="1214" y="398"/>
                </a:lnTo>
                <a:lnTo>
                  <a:pt x="1214" y="397"/>
                </a:lnTo>
                <a:lnTo>
                  <a:pt x="1213" y="397"/>
                </a:lnTo>
                <a:lnTo>
                  <a:pt x="1212" y="397"/>
                </a:lnTo>
                <a:lnTo>
                  <a:pt x="1211" y="396"/>
                </a:lnTo>
                <a:lnTo>
                  <a:pt x="1210" y="395"/>
                </a:lnTo>
                <a:lnTo>
                  <a:pt x="1209" y="396"/>
                </a:lnTo>
                <a:lnTo>
                  <a:pt x="1209" y="397"/>
                </a:lnTo>
                <a:lnTo>
                  <a:pt x="1209" y="398"/>
                </a:lnTo>
                <a:lnTo>
                  <a:pt x="1209" y="399"/>
                </a:lnTo>
                <a:lnTo>
                  <a:pt x="1209" y="401"/>
                </a:lnTo>
                <a:lnTo>
                  <a:pt x="1208" y="401"/>
                </a:lnTo>
                <a:lnTo>
                  <a:pt x="1208" y="402"/>
                </a:lnTo>
                <a:lnTo>
                  <a:pt x="1207" y="402"/>
                </a:lnTo>
                <a:lnTo>
                  <a:pt x="1207" y="403"/>
                </a:lnTo>
                <a:lnTo>
                  <a:pt x="1207" y="404"/>
                </a:lnTo>
                <a:lnTo>
                  <a:pt x="1206" y="404"/>
                </a:lnTo>
                <a:lnTo>
                  <a:pt x="1206" y="405"/>
                </a:lnTo>
                <a:lnTo>
                  <a:pt x="1206" y="406"/>
                </a:lnTo>
                <a:lnTo>
                  <a:pt x="1206" y="407"/>
                </a:lnTo>
                <a:lnTo>
                  <a:pt x="1205" y="407"/>
                </a:lnTo>
                <a:lnTo>
                  <a:pt x="1205" y="406"/>
                </a:lnTo>
                <a:lnTo>
                  <a:pt x="1205" y="407"/>
                </a:lnTo>
                <a:lnTo>
                  <a:pt x="1204" y="409"/>
                </a:lnTo>
                <a:lnTo>
                  <a:pt x="1204" y="410"/>
                </a:lnTo>
                <a:lnTo>
                  <a:pt x="1204" y="412"/>
                </a:lnTo>
                <a:lnTo>
                  <a:pt x="1204" y="415"/>
                </a:lnTo>
                <a:lnTo>
                  <a:pt x="1205" y="415"/>
                </a:lnTo>
                <a:lnTo>
                  <a:pt x="1204" y="415"/>
                </a:lnTo>
                <a:lnTo>
                  <a:pt x="1204" y="416"/>
                </a:lnTo>
                <a:lnTo>
                  <a:pt x="1203" y="416"/>
                </a:lnTo>
                <a:lnTo>
                  <a:pt x="1202" y="416"/>
                </a:lnTo>
                <a:lnTo>
                  <a:pt x="1202" y="417"/>
                </a:lnTo>
                <a:lnTo>
                  <a:pt x="1201" y="417"/>
                </a:lnTo>
                <a:lnTo>
                  <a:pt x="1200" y="417"/>
                </a:lnTo>
                <a:lnTo>
                  <a:pt x="1199" y="418"/>
                </a:lnTo>
                <a:lnTo>
                  <a:pt x="1199" y="420"/>
                </a:lnTo>
                <a:lnTo>
                  <a:pt x="1199" y="421"/>
                </a:lnTo>
                <a:lnTo>
                  <a:pt x="1199" y="422"/>
                </a:lnTo>
                <a:lnTo>
                  <a:pt x="1198" y="423"/>
                </a:lnTo>
                <a:lnTo>
                  <a:pt x="1197" y="424"/>
                </a:lnTo>
                <a:lnTo>
                  <a:pt x="1197" y="427"/>
                </a:lnTo>
                <a:lnTo>
                  <a:pt x="1196" y="427"/>
                </a:lnTo>
                <a:lnTo>
                  <a:pt x="1194" y="427"/>
                </a:lnTo>
                <a:lnTo>
                  <a:pt x="1193" y="427"/>
                </a:lnTo>
                <a:lnTo>
                  <a:pt x="1193" y="428"/>
                </a:lnTo>
                <a:lnTo>
                  <a:pt x="1193" y="430"/>
                </a:lnTo>
                <a:lnTo>
                  <a:pt x="1192" y="431"/>
                </a:lnTo>
                <a:lnTo>
                  <a:pt x="1189" y="432"/>
                </a:lnTo>
                <a:lnTo>
                  <a:pt x="1186" y="431"/>
                </a:lnTo>
                <a:lnTo>
                  <a:pt x="1185" y="432"/>
                </a:lnTo>
                <a:lnTo>
                  <a:pt x="1186" y="434"/>
                </a:lnTo>
                <a:lnTo>
                  <a:pt x="1185" y="435"/>
                </a:lnTo>
                <a:lnTo>
                  <a:pt x="1184" y="434"/>
                </a:lnTo>
                <a:lnTo>
                  <a:pt x="1183" y="434"/>
                </a:lnTo>
                <a:lnTo>
                  <a:pt x="1184" y="435"/>
                </a:lnTo>
                <a:lnTo>
                  <a:pt x="1183" y="435"/>
                </a:lnTo>
                <a:lnTo>
                  <a:pt x="1184" y="436"/>
                </a:lnTo>
                <a:lnTo>
                  <a:pt x="1183" y="437"/>
                </a:lnTo>
                <a:lnTo>
                  <a:pt x="1182" y="437"/>
                </a:lnTo>
                <a:lnTo>
                  <a:pt x="1181" y="438"/>
                </a:lnTo>
                <a:lnTo>
                  <a:pt x="1181" y="439"/>
                </a:lnTo>
                <a:lnTo>
                  <a:pt x="1180" y="441"/>
                </a:lnTo>
                <a:lnTo>
                  <a:pt x="1179" y="441"/>
                </a:lnTo>
                <a:lnTo>
                  <a:pt x="1178" y="442"/>
                </a:lnTo>
                <a:lnTo>
                  <a:pt x="1177" y="442"/>
                </a:lnTo>
                <a:lnTo>
                  <a:pt x="1176" y="442"/>
                </a:lnTo>
                <a:lnTo>
                  <a:pt x="1176" y="443"/>
                </a:lnTo>
                <a:lnTo>
                  <a:pt x="1176" y="444"/>
                </a:lnTo>
                <a:lnTo>
                  <a:pt x="1176" y="445"/>
                </a:lnTo>
                <a:lnTo>
                  <a:pt x="1175" y="445"/>
                </a:lnTo>
                <a:lnTo>
                  <a:pt x="1174" y="445"/>
                </a:lnTo>
                <a:lnTo>
                  <a:pt x="1174" y="446"/>
                </a:lnTo>
                <a:lnTo>
                  <a:pt x="1174" y="447"/>
                </a:lnTo>
                <a:lnTo>
                  <a:pt x="1174" y="448"/>
                </a:lnTo>
                <a:lnTo>
                  <a:pt x="1173" y="448"/>
                </a:lnTo>
                <a:lnTo>
                  <a:pt x="1172" y="449"/>
                </a:lnTo>
                <a:lnTo>
                  <a:pt x="1172" y="450"/>
                </a:lnTo>
                <a:lnTo>
                  <a:pt x="1171" y="450"/>
                </a:lnTo>
                <a:lnTo>
                  <a:pt x="1171" y="451"/>
                </a:lnTo>
                <a:lnTo>
                  <a:pt x="1171" y="452"/>
                </a:lnTo>
                <a:lnTo>
                  <a:pt x="1170" y="453"/>
                </a:lnTo>
                <a:lnTo>
                  <a:pt x="1169" y="453"/>
                </a:lnTo>
                <a:lnTo>
                  <a:pt x="1169" y="452"/>
                </a:lnTo>
                <a:lnTo>
                  <a:pt x="1168" y="453"/>
                </a:lnTo>
                <a:lnTo>
                  <a:pt x="1168" y="454"/>
                </a:lnTo>
                <a:lnTo>
                  <a:pt x="1169" y="455"/>
                </a:lnTo>
                <a:lnTo>
                  <a:pt x="1169" y="456"/>
                </a:lnTo>
                <a:lnTo>
                  <a:pt x="1169" y="457"/>
                </a:lnTo>
                <a:lnTo>
                  <a:pt x="1169" y="458"/>
                </a:lnTo>
                <a:lnTo>
                  <a:pt x="1168" y="458"/>
                </a:lnTo>
                <a:lnTo>
                  <a:pt x="1167" y="458"/>
                </a:lnTo>
                <a:lnTo>
                  <a:pt x="1167" y="459"/>
                </a:lnTo>
                <a:lnTo>
                  <a:pt x="1166" y="459"/>
                </a:lnTo>
                <a:lnTo>
                  <a:pt x="1166" y="460"/>
                </a:lnTo>
                <a:lnTo>
                  <a:pt x="1166" y="459"/>
                </a:lnTo>
                <a:lnTo>
                  <a:pt x="1165" y="459"/>
                </a:lnTo>
                <a:lnTo>
                  <a:pt x="1164" y="459"/>
                </a:lnTo>
                <a:lnTo>
                  <a:pt x="1163" y="459"/>
                </a:lnTo>
                <a:lnTo>
                  <a:pt x="1162" y="458"/>
                </a:lnTo>
                <a:lnTo>
                  <a:pt x="1162" y="459"/>
                </a:lnTo>
                <a:lnTo>
                  <a:pt x="1161" y="459"/>
                </a:lnTo>
                <a:lnTo>
                  <a:pt x="1161" y="460"/>
                </a:lnTo>
                <a:lnTo>
                  <a:pt x="1160" y="460"/>
                </a:lnTo>
                <a:lnTo>
                  <a:pt x="1159" y="460"/>
                </a:lnTo>
                <a:lnTo>
                  <a:pt x="1158" y="459"/>
                </a:lnTo>
                <a:lnTo>
                  <a:pt x="1157" y="460"/>
                </a:lnTo>
                <a:lnTo>
                  <a:pt x="1156" y="461"/>
                </a:lnTo>
                <a:lnTo>
                  <a:pt x="1156" y="460"/>
                </a:lnTo>
                <a:lnTo>
                  <a:pt x="1155" y="461"/>
                </a:lnTo>
                <a:lnTo>
                  <a:pt x="1154" y="461"/>
                </a:lnTo>
                <a:lnTo>
                  <a:pt x="1153" y="463"/>
                </a:lnTo>
                <a:lnTo>
                  <a:pt x="1152" y="465"/>
                </a:lnTo>
                <a:lnTo>
                  <a:pt x="1153" y="465"/>
                </a:lnTo>
                <a:lnTo>
                  <a:pt x="1152" y="465"/>
                </a:lnTo>
                <a:lnTo>
                  <a:pt x="1153" y="465"/>
                </a:lnTo>
                <a:lnTo>
                  <a:pt x="1154" y="466"/>
                </a:lnTo>
                <a:lnTo>
                  <a:pt x="1155" y="467"/>
                </a:lnTo>
                <a:lnTo>
                  <a:pt x="1156" y="467"/>
                </a:lnTo>
                <a:lnTo>
                  <a:pt x="1157" y="467"/>
                </a:lnTo>
                <a:lnTo>
                  <a:pt x="1158" y="466"/>
                </a:lnTo>
                <a:lnTo>
                  <a:pt x="1158" y="467"/>
                </a:lnTo>
                <a:lnTo>
                  <a:pt x="1158" y="468"/>
                </a:lnTo>
                <a:lnTo>
                  <a:pt x="1159" y="468"/>
                </a:lnTo>
                <a:lnTo>
                  <a:pt x="1159" y="469"/>
                </a:lnTo>
                <a:lnTo>
                  <a:pt x="1159" y="470"/>
                </a:lnTo>
                <a:lnTo>
                  <a:pt x="1159" y="471"/>
                </a:lnTo>
                <a:lnTo>
                  <a:pt x="1159" y="472"/>
                </a:lnTo>
                <a:lnTo>
                  <a:pt x="1158" y="472"/>
                </a:lnTo>
                <a:lnTo>
                  <a:pt x="1157" y="472"/>
                </a:lnTo>
                <a:lnTo>
                  <a:pt x="1156" y="472"/>
                </a:lnTo>
                <a:lnTo>
                  <a:pt x="1156" y="471"/>
                </a:lnTo>
                <a:lnTo>
                  <a:pt x="1155" y="471"/>
                </a:lnTo>
                <a:lnTo>
                  <a:pt x="1154" y="471"/>
                </a:lnTo>
                <a:lnTo>
                  <a:pt x="1153" y="470"/>
                </a:lnTo>
                <a:lnTo>
                  <a:pt x="1152" y="469"/>
                </a:lnTo>
                <a:lnTo>
                  <a:pt x="1151" y="469"/>
                </a:lnTo>
                <a:lnTo>
                  <a:pt x="1151" y="470"/>
                </a:lnTo>
                <a:lnTo>
                  <a:pt x="1150" y="470"/>
                </a:lnTo>
                <a:lnTo>
                  <a:pt x="1150" y="472"/>
                </a:lnTo>
                <a:lnTo>
                  <a:pt x="1149" y="472"/>
                </a:lnTo>
                <a:lnTo>
                  <a:pt x="1149" y="473"/>
                </a:lnTo>
                <a:lnTo>
                  <a:pt x="1149" y="474"/>
                </a:lnTo>
                <a:lnTo>
                  <a:pt x="1150" y="474"/>
                </a:lnTo>
                <a:lnTo>
                  <a:pt x="1150" y="475"/>
                </a:lnTo>
                <a:lnTo>
                  <a:pt x="1150" y="476"/>
                </a:lnTo>
                <a:lnTo>
                  <a:pt x="1151" y="477"/>
                </a:lnTo>
                <a:lnTo>
                  <a:pt x="1151" y="478"/>
                </a:lnTo>
                <a:lnTo>
                  <a:pt x="1152" y="478"/>
                </a:lnTo>
                <a:lnTo>
                  <a:pt x="1153" y="478"/>
                </a:lnTo>
                <a:lnTo>
                  <a:pt x="1153" y="480"/>
                </a:lnTo>
                <a:lnTo>
                  <a:pt x="1153" y="481"/>
                </a:lnTo>
                <a:lnTo>
                  <a:pt x="1154" y="482"/>
                </a:lnTo>
                <a:lnTo>
                  <a:pt x="1153" y="482"/>
                </a:lnTo>
                <a:lnTo>
                  <a:pt x="1152" y="483"/>
                </a:lnTo>
                <a:lnTo>
                  <a:pt x="1151" y="483"/>
                </a:lnTo>
                <a:lnTo>
                  <a:pt x="1151" y="484"/>
                </a:lnTo>
                <a:lnTo>
                  <a:pt x="1152" y="484"/>
                </a:lnTo>
                <a:lnTo>
                  <a:pt x="1153" y="484"/>
                </a:lnTo>
                <a:lnTo>
                  <a:pt x="1153" y="483"/>
                </a:lnTo>
                <a:lnTo>
                  <a:pt x="1154" y="483"/>
                </a:lnTo>
                <a:lnTo>
                  <a:pt x="1154" y="482"/>
                </a:lnTo>
                <a:lnTo>
                  <a:pt x="1156" y="482"/>
                </a:lnTo>
                <a:lnTo>
                  <a:pt x="1158" y="481"/>
                </a:lnTo>
                <a:lnTo>
                  <a:pt x="1158" y="480"/>
                </a:lnTo>
                <a:lnTo>
                  <a:pt x="1158" y="479"/>
                </a:lnTo>
                <a:lnTo>
                  <a:pt x="1159" y="479"/>
                </a:lnTo>
                <a:lnTo>
                  <a:pt x="1159" y="478"/>
                </a:lnTo>
                <a:lnTo>
                  <a:pt x="1160" y="477"/>
                </a:lnTo>
                <a:lnTo>
                  <a:pt x="1161" y="476"/>
                </a:lnTo>
                <a:lnTo>
                  <a:pt x="1162" y="475"/>
                </a:lnTo>
                <a:lnTo>
                  <a:pt x="1165" y="475"/>
                </a:lnTo>
                <a:lnTo>
                  <a:pt x="1166" y="475"/>
                </a:lnTo>
                <a:lnTo>
                  <a:pt x="1167" y="475"/>
                </a:lnTo>
                <a:lnTo>
                  <a:pt x="1168" y="475"/>
                </a:lnTo>
                <a:lnTo>
                  <a:pt x="1168" y="476"/>
                </a:lnTo>
                <a:lnTo>
                  <a:pt x="1169" y="477"/>
                </a:lnTo>
                <a:lnTo>
                  <a:pt x="1169" y="478"/>
                </a:lnTo>
                <a:lnTo>
                  <a:pt x="1170" y="479"/>
                </a:lnTo>
                <a:lnTo>
                  <a:pt x="1171" y="480"/>
                </a:lnTo>
                <a:lnTo>
                  <a:pt x="1171" y="481"/>
                </a:lnTo>
                <a:lnTo>
                  <a:pt x="1172" y="481"/>
                </a:lnTo>
                <a:lnTo>
                  <a:pt x="1172" y="482"/>
                </a:lnTo>
                <a:lnTo>
                  <a:pt x="1172" y="483"/>
                </a:lnTo>
                <a:lnTo>
                  <a:pt x="1173" y="485"/>
                </a:lnTo>
                <a:lnTo>
                  <a:pt x="1174" y="486"/>
                </a:lnTo>
                <a:lnTo>
                  <a:pt x="1174" y="487"/>
                </a:lnTo>
                <a:lnTo>
                  <a:pt x="1175" y="487"/>
                </a:lnTo>
                <a:lnTo>
                  <a:pt x="1175" y="488"/>
                </a:lnTo>
                <a:lnTo>
                  <a:pt x="1175" y="489"/>
                </a:lnTo>
                <a:lnTo>
                  <a:pt x="1176" y="491"/>
                </a:lnTo>
                <a:lnTo>
                  <a:pt x="1176" y="492"/>
                </a:lnTo>
                <a:lnTo>
                  <a:pt x="1176" y="493"/>
                </a:lnTo>
                <a:lnTo>
                  <a:pt x="1177" y="494"/>
                </a:lnTo>
                <a:lnTo>
                  <a:pt x="1179" y="495"/>
                </a:lnTo>
                <a:lnTo>
                  <a:pt x="1180" y="496"/>
                </a:lnTo>
                <a:lnTo>
                  <a:pt x="1180" y="497"/>
                </a:lnTo>
                <a:lnTo>
                  <a:pt x="1180" y="498"/>
                </a:lnTo>
                <a:lnTo>
                  <a:pt x="1180" y="499"/>
                </a:lnTo>
                <a:lnTo>
                  <a:pt x="1179" y="501"/>
                </a:lnTo>
                <a:lnTo>
                  <a:pt x="1178" y="502"/>
                </a:lnTo>
                <a:lnTo>
                  <a:pt x="1178" y="503"/>
                </a:lnTo>
                <a:lnTo>
                  <a:pt x="1178" y="504"/>
                </a:lnTo>
                <a:lnTo>
                  <a:pt x="1178" y="505"/>
                </a:lnTo>
                <a:lnTo>
                  <a:pt x="1178" y="506"/>
                </a:lnTo>
                <a:lnTo>
                  <a:pt x="1178" y="508"/>
                </a:lnTo>
                <a:lnTo>
                  <a:pt x="1179" y="508"/>
                </a:lnTo>
                <a:lnTo>
                  <a:pt x="1179" y="510"/>
                </a:lnTo>
                <a:lnTo>
                  <a:pt x="1180" y="510"/>
                </a:lnTo>
                <a:lnTo>
                  <a:pt x="1181" y="511"/>
                </a:lnTo>
                <a:lnTo>
                  <a:pt x="1180" y="513"/>
                </a:lnTo>
                <a:lnTo>
                  <a:pt x="1179" y="513"/>
                </a:lnTo>
                <a:lnTo>
                  <a:pt x="1178" y="513"/>
                </a:lnTo>
                <a:lnTo>
                  <a:pt x="1177" y="513"/>
                </a:lnTo>
                <a:lnTo>
                  <a:pt x="1176" y="514"/>
                </a:lnTo>
                <a:lnTo>
                  <a:pt x="1174" y="515"/>
                </a:lnTo>
                <a:lnTo>
                  <a:pt x="1173" y="515"/>
                </a:lnTo>
                <a:lnTo>
                  <a:pt x="1172" y="515"/>
                </a:lnTo>
                <a:lnTo>
                  <a:pt x="1171" y="516"/>
                </a:lnTo>
                <a:lnTo>
                  <a:pt x="1170" y="516"/>
                </a:lnTo>
                <a:lnTo>
                  <a:pt x="1170" y="517"/>
                </a:lnTo>
                <a:lnTo>
                  <a:pt x="1170" y="518"/>
                </a:lnTo>
                <a:lnTo>
                  <a:pt x="1170" y="519"/>
                </a:lnTo>
                <a:lnTo>
                  <a:pt x="1169" y="520"/>
                </a:lnTo>
                <a:lnTo>
                  <a:pt x="1168" y="520"/>
                </a:lnTo>
                <a:lnTo>
                  <a:pt x="1167" y="520"/>
                </a:lnTo>
                <a:lnTo>
                  <a:pt x="1167" y="521"/>
                </a:lnTo>
                <a:lnTo>
                  <a:pt x="1167" y="523"/>
                </a:lnTo>
                <a:lnTo>
                  <a:pt x="1166" y="524"/>
                </a:lnTo>
                <a:lnTo>
                  <a:pt x="1167" y="525"/>
                </a:lnTo>
                <a:lnTo>
                  <a:pt x="1167" y="526"/>
                </a:lnTo>
                <a:lnTo>
                  <a:pt x="1167" y="527"/>
                </a:lnTo>
                <a:lnTo>
                  <a:pt x="1168" y="530"/>
                </a:lnTo>
                <a:lnTo>
                  <a:pt x="1169" y="531"/>
                </a:lnTo>
                <a:lnTo>
                  <a:pt x="1170" y="532"/>
                </a:lnTo>
                <a:lnTo>
                  <a:pt x="1170" y="534"/>
                </a:lnTo>
                <a:lnTo>
                  <a:pt x="1169" y="535"/>
                </a:lnTo>
                <a:lnTo>
                  <a:pt x="1170" y="535"/>
                </a:lnTo>
                <a:lnTo>
                  <a:pt x="1170" y="536"/>
                </a:lnTo>
                <a:lnTo>
                  <a:pt x="1170" y="538"/>
                </a:lnTo>
                <a:lnTo>
                  <a:pt x="1171" y="539"/>
                </a:lnTo>
                <a:lnTo>
                  <a:pt x="1171" y="540"/>
                </a:lnTo>
                <a:lnTo>
                  <a:pt x="1172" y="540"/>
                </a:lnTo>
                <a:lnTo>
                  <a:pt x="1172" y="541"/>
                </a:lnTo>
                <a:lnTo>
                  <a:pt x="1173" y="541"/>
                </a:lnTo>
                <a:lnTo>
                  <a:pt x="1174" y="542"/>
                </a:lnTo>
                <a:lnTo>
                  <a:pt x="1175" y="542"/>
                </a:lnTo>
                <a:lnTo>
                  <a:pt x="1176" y="541"/>
                </a:lnTo>
                <a:lnTo>
                  <a:pt x="1176" y="540"/>
                </a:lnTo>
                <a:lnTo>
                  <a:pt x="1177" y="539"/>
                </a:lnTo>
                <a:lnTo>
                  <a:pt x="1178" y="540"/>
                </a:lnTo>
                <a:lnTo>
                  <a:pt x="1179" y="541"/>
                </a:lnTo>
                <a:lnTo>
                  <a:pt x="1179" y="543"/>
                </a:lnTo>
                <a:lnTo>
                  <a:pt x="1179" y="544"/>
                </a:lnTo>
                <a:lnTo>
                  <a:pt x="1178" y="545"/>
                </a:lnTo>
                <a:lnTo>
                  <a:pt x="1178" y="546"/>
                </a:lnTo>
                <a:lnTo>
                  <a:pt x="1178" y="547"/>
                </a:lnTo>
                <a:lnTo>
                  <a:pt x="1178" y="548"/>
                </a:lnTo>
                <a:lnTo>
                  <a:pt x="1177" y="548"/>
                </a:lnTo>
                <a:lnTo>
                  <a:pt x="1177" y="549"/>
                </a:lnTo>
                <a:lnTo>
                  <a:pt x="1176" y="550"/>
                </a:lnTo>
                <a:lnTo>
                  <a:pt x="1177" y="552"/>
                </a:lnTo>
                <a:lnTo>
                  <a:pt x="1176" y="553"/>
                </a:lnTo>
                <a:lnTo>
                  <a:pt x="1176" y="554"/>
                </a:lnTo>
                <a:lnTo>
                  <a:pt x="1177" y="555"/>
                </a:lnTo>
                <a:lnTo>
                  <a:pt x="1177" y="557"/>
                </a:lnTo>
                <a:lnTo>
                  <a:pt x="1175" y="560"/>
                </a:lnTo>
                <a:lnTo>
                  <a:pt x="1174" y="561"/>
                </a:lnTo>
                <a:lnTo>
                  <a:pt x="1174" y="562"/>
                </a:lnTo>
                <a:lnTo>
                  <a:pt x="1174" y="563"/>
                </a:lnTo>
                <a:lnTo>
                  <a:pt x="1175" y="563"/>
                </a:lnTo>
                <a:lnTo>
                  <a:pt x="1175" y="564"/>
                </a:lnTo>
                <a:lnTo>
                  <a:pt x="1176" y="564"/>
                </a:lnTo>
                <a:lnTo>
                  <a:pt x="1177" y="565"/>
                </a:lnTo>
                <a:lnTo>
                  <a:pt x="1177" y="566"/>
                </a:lnTo>
                <a:lnTo>
                  <a:pt x="1178" y="567"/>
                </a:lnTo>
                <a:lnTo>
                  <a:pt x="1178" y="568"/>
                </a:lnTo>
                <a:lnTo>
                  <a:pt x="1178" y="570"/>
                </a:lnTo>
                <a:lnTo>
                  <a:pt x="1177" y="570"/>
                </a:lnTo>
                <a:lnTo>
                  <a:pt x="1178" y="571"/>
                </a:lnTo>
                <a:lnTo>
                  <a:pt x="1180" y="573"/>
                </a:lnTo>
                <a:lnTo>
                  <a:pt x="1181" y="573"/>
                </a:lnTo>
                <a:lnTo>
                  <a:pt x="1182" y="574"/>
                </a:lnTo>
                <a:lnTo>
                  <a:pt x="1184" y="574"/>
                </a:lnTo>
                <a:lnTo>
                  <a:pt x="1184" y="575"/>
                </a:lnTo>
                <a:lnTo>
                  <a:pt x="1186" y="577"/>
                </a:lnTo>
                <a:lnTo>
                  <a:pt x="1186" y="578"/>
                </a:lnTo>
                <a:lnTo>
                  <a:pt x="1186" y="579"/>
                </a:lnTo>
                <a:lnTo>
                  <a:pt x="1186" y="580"/>
                </a:lnTo>
                <a:lnTo>
                  <a:pt x="1186" y="581"/>
                </a:lnTo>
                <a:lnTo>
                  <a:pt x="1187" y="582"/>
                </a:lnTo>
                <a:lnTo>
                  <a:pt x="1188" y="582"/>
                </a:lnTo>
                <a:lnTo>
                  <a:pt x="1189" y="582"/>
                </a:lnTo>
                <a:lnTo>
                  <a:pt x="1190" y="582"/>
                </a:lnTo>
                <a:lnTo>
                  <a:pt x="1191" y="582"/>
                </a:lnTo>
                <a:lnTo>
                  <a:pt x="1192" y="582"/>
                </a:lnTo>
                <a:lnTo>
                  <a:pt x="1193" y="583"/>
                </a:lnTo>
                <a:lnTo>
                  <a:pt x="1193" y="584"/>
                </a:lnTo>
                <a:lnTo>
                  <a:pt x="1194" y="584"/>
                </a:lnTo>
                <a:lnTo>
                  <a:pt x="1194" y="585"/>
                </a:lnTo>
                <a:lnTo>
                  <a:pt x="1195" y="585"/>
                </a:lnTo>
                <a:lnTo>
                  <a:pt x="1195" y="586"/>
                </a:lnTo>
                <a:lnTo>
                  <a:pt x="1196" y="586"/>
                </a:lnTo>
                <a:lnTo>
                  <a:pt x="1197" y="585"/>
                </a:lnTo>
                <a:lnTo>
                  <a:pt x="1198" y="585"/>
                </a:lnTo>
                <a:lnTo>
                  <a:pt x="1200" y="585"/>
                </a:lnTo>
                <a:lnTo>
                  <a:pt x="1201" y="585"/>
                </a:lnTo>
                <a:lnTo>
                  <a:pt x="1203" y="585"/>
                </a:lnTo>
                <a:lnTo>
                  <a:pt x="1203" y="586"/>
                </a:lnTo>
                <a:lnTo>
                  <a:pt x="1204" y="586"/>
                </a:lnTo>
                <a:lnTo>
                  <a:pt x="1205" y="586"/>
                </a:lnTo>
                <a:lnTo>
                  <a:pt x="1205" y="585"/>
                </a:lnTo>
                <a:lnTo>
                  <a:pt x="1208" y="585"/>
                </a:lnTo>
                <a:lnTo>
                  <a:pt x="1209" y="585"/>
                </a:lnTo>
                <a:lnTo>
                  <a:pt x="1210" y="585"/>
                </a:lnTo>
                <a:lnTo>
                  <a:pt x="1211" y="584"/>
                </a:lnTo>
                <a:lnTo>
                  <a:pt x="1213" y="584"/>
                </a:lnTo>
                <a:lnTo>
                  <a:pt x="1214" y="584"/>
                </a:lnTo>
                <a:lnTo>
                  <a:pt x="1216" y="585"/>
                </a:lnTo>
                <a:lnTo>
                  <a:pt x="1217" y="585"/>
                </a:lnTo>
                <a:lnTo>
                  <a:pt x="1218" y="584"/>
                </a:lnTo>
                <a:lnTo>
                  <a:pt x="1219" y="584"/>
                </a:lnTo>
                <a:lnTo>
                  <a:pt x="1220" y="584"/>
                </a:lnTo>
                <a:lnTo>
                  <a:pt x="1220" y="585"/>
                </a:lnTo>
                <a:lnTo>
                  <a:pt x="1221" y="585"/>
                </a:lnTo>
                <a:lnTo>
                  <a:pt x="1221" y="586"/>
                </a:lnTo>
                <a:lnTo>
                  <a:pt x="1222" y="586"/>
                </a:lnTo>
                <a:lnTo>
                  <a:pt x="1223" y="586"/>
                </a:lnTo>
                <a:lnTo>
                  <a:pt x="1224" y="586"/>
                </a:lnTo>
                <a:lnTo>
                  <a:pt x="1225" y="585"/>
                </a:lnTo>
                <a:lnTo>
                  <a:pt x="1226" y="585"/>
                </a:lnTo>
                <a:lnTo>
                  <a:pt x="1226" y="586"/>
                </a:lnTo>
                <a:lnTo>
                  <a:pt x="1227" y="586"/>
                </a:lnTo>
                <a:lnTo>
                  <a:pt x="1228" y="586"/>
                </a:lnTo>
                <a:lnTo>
                  <a:pt x="1229" y="587"/>
                </a:lnTo>
                <a:lnTo>
                  <a:pt x="1230" y="587"/>
                </a:lnTo>
                <a:lnTo>
                  <a:pt x="1230" y="586"/>
                </a:lnTo>
                <a:lnTo>
                  <a:pt x="1231" y="586"/>
                </a:lnTo>
                <a:lnTo>
                  <a:pt x="1233" y="584"/>
                </a:lnTo>
                <a:lnTo>
                  <a:pt x="1233" y="583"/>
                </a:lnTo>
                <a:lnTo>
                  <a:pt x="1233" y="582"/>
                </a:lnTo>
                <a:lnTo>
                  <a:pt x="1233" y="581"/>
                </a:lnTo>
                <a:lnTo>
                  <a:pt x="1233" y="580"/>
                </a:lnTo>
                <a:lnTo>
                  <a:pt x="1233" y="579"/>
                </a:lnTo>
                <a:lnTo>
                  <a:pt x="1232" y="579"/>
                </a:lnTo>
                <a:lnTo>
                  <a:pt x="1232" y="578"/>
                </a:lnTo>
                <a:lnTo>
                  <a:pt x="1232" y="576"/>
                </a:lnTo>
                <a:lnTo>
                  <a:pt x="1232" y="574"/>
                </a:lnTo>
                <a:lnTo>
                  <a:pt x="1233" y="573"/>
                </a:lnTo>
                <a:lnTo>
                  <a:pt x="1235" y="572"/>
                </a:lnTo>
                <a:lnTo>
                  <a:pt x="1236" y="570"/>
                </a:lnTo>
                <a:lnTo>
                  <a:pt x="1237" y="569"/>
                </a:lnTo>
                <a:lnTo>
                  <a:pt x="1237" y="568"/>
                </a:lnTo>
                <a:lnTo>
                  <a:pt x="1238" y="567"/>
                </a:lnTo>
                <a:lnTo>
                  <a:pt x="1239" y="567"/>
                </a:lnTo>
                <a:lnTo>
                  <a:pt x="1239" y="566"/>
                </a:lnTo>
                <a:lnTo>
                  <a:pt x="1239" y="565"/>
                </a:lnTo>
                <a:lnTo>
                  <a:pt x="1240" y="564"/>
                </a:lnTo>
                <a:lnTo>
                  <a:pt x="1241" y="563"/>
                </a:lnTo>
                <a:lnTo>
                  <a:pt x="1241" y="562"/>
                </a:lnTo>
                <a:lnTo>
                  <a:pt x="1241" y="561"/>
                </a:lnTo>
                <a:lnTo>
                  <a:pt x="1242" y="560"/>
                </a:lnTo>
                <a:lnTo>
                  <a:pt x="1243" y="559"/>
                </a:lnTo>
                <a:lnTo>
                  <a:pt x="1244" y="559"/>
                </a:lnTo>
                <a:lnTo>
                  <a:pt x="1244" y="560"/>
                </a:lnTo>
                <a:lnTo>
                  <a:pt x="1246" y="560"/>
                </a:lnTo>
                <a:lnTo>
                  <a:pt x="1247" y="559"/>
                </a:lnTo>
                <a:lnTo>
                  <a:pt x="1248" y="559"/>
                </a:lnTo>
                <a:lnTo>
                  <a:pt x="1249" y="559"/>
                </a:lnTo>
                <a:lnTo>
                  <a:pt x="1251" y="560"/>
                </a:lnTo>
                <a:lnTo>
                  <a:pt x="1251" y="561"/>
                </a:lnTo>
                <a:lnTo>
                  <a:pt x="1252" y="561"/>
                </a:lnTo>
                <a:lnTo>
                  <a:pt x="1254" y="561"/>
                </a:lnTo>
                <a:lnTo>
                  <a:pt x="1255" y="560"/>
                </a:lnTo>
                <a:lnTo>
                  <a:pt x="1255" y="561"/>
                </a:lnTo>
                <a:lnTo>
                  <a:pt x="1257" y="563"/>
                </a:lnTo>
                <a:lnTo>
                  <a:pt x="1258" y="563"/>
                </a:lnTo>
                <a:lnTo>
                  <a:pt x="1259" y="563"/>
                </a:lnTo>
                <a:lnTo>
                  <a:pt x="1261" y="564"/>
                </a:lnTo>
                <a:lnTo>
                  <a:pt x="1262" y="564"/>
                </a:lnTo>
                <a:lnTo>
                  <a:pt x="1263" y="564"/>
                </a:lnTo>
                <a:lnTo>
                  <a:pt x="1263" y="563"/>
                </a:lnTo>
                <a:lnTo>
                  <a:pt x="1264" y="563"/>
                </a:lnTo>
                <a:lnTo>
                  <a:pt x="1265" y="563"/>
                </a:lnTo>
                <a:lnTo>
                  <a:pt x="1266" y="563"/>
                </a:lnTo>
                <a:lnTo>
                  <a:pt x="1266" y="564"/>
                </a:lnTo>
                <a:lnTo>
                  <a:pt x="1267" y="564"/>
                </a:lnTo>
                <a:lnTo>
                  <a:pt x="1267" y="565"/>
                </a:lnTo>
                <a:lnTo>
                  <a:pt x="1267" y="564"/>
                </a:lnTo>
                <a:lnTo>
                  <a:pt x="1268" y="564"/>
                </a:lnTo>
                <a:lnTo>
                  <a:pt x="1269" y="564"/>
                </a:lnTo>
                <a:lnTo>
                  <a:pt x="1270" y="564"/>
                </a:lnTo>
                <a:lnTo>
                  <a:pt x="1270" y="563"/>
                </a:lnTo>
                <a:lnTo>
                  <a:pt x="1269" y="563"/>
                </a:lnTo>
                <a:lnTo>
                  <a:pt x="1269" y="562"/>
                </a:lnTo>
                <a:lnTo>
                  <a:pt x="1270" y="562"/>
                </a:lnTo>
                <a:lnTo>
                  <a:pt x="1271" y="562"/>
                </a:lnTo>
                <a:lnTo>
                  <a:pt x="1272" y="562"/>
                </a:lnTo>
                <a:lnTo>
                  <a:pt x="1273" y="562"/>
                </a:lnTo>
                <a:lnTo>
                  <a:pt x="1274" y="562"/>
                </a:lnTo>
                <a:lnTo>
                  <a:pt x="1275" y="562"/>
                </a:lnTo>
                <a:lnTo>
                  <a:pt x="1276" y="563"/>
                </a:lnTo>
                <a:lnTo>
                  <a:pt x="1276" y="564"/>
                </a:lnTo>
                <a:lnTo>
                  <a:pt x="1276" y="565"/>
                </a:lnTo>
                <a:lnTo>
                  <a:pt x="1276" y="566"/>
                </a:lnTo>
                <a:lnTo>
                  <a:pt x="1277" y="566"/>
                </a:lnTo>
                <a:lnTo>
                  <a:pt x="1278" y="566"/>
                </a:lnTo>
                <a:lnTo>
                  <a:pt x="1279" y="565"/>
                </a:lnTo>
                <a:lnTo>
                  <a:pt x="1280" y="564"/>
                </a:lnTo>
                <a:lnTo>
                  <a:pt x="1282" y="564"/>
                </a:lnTo>
                <a:lnTo>
                  <a:pt x="1283" y="564"/>
                </a:lnTo>
                <a:lnTo>
                  <a:pt x="1284" y="565"/>
                </a:lnTo>
                <a:lnTo>
                  <a:pt x="1285" y="564"/>
                </a:lnTo>
                <a:lnTo>
                  <a:pt x="1285" y="563"/>
                </a:lnTo>
                <a:lnTo>
                  <a:pt x="1286" y="562"/>
                </a:lnTo>
                <a:lnTo>
                  <a:pt x="1287" y="561"/>
                </a:lnTo>
                <a:lnTo>
                  <a:pt x="1287" y="560"/>
                </a:lnTo>
                <a:lnTo>
                  <a:pt x="1287" y="559"/>
                </a:lnTo>
                <a:lnTo>
                  <a:pt x="1289" y="559"/>
                </a:lnTo>
                <a:lnTo>
                  <a:pt x="1290" y="558"/>
                </a:lnTo>
                <a:lnTo>
                  <a:pt x="1290" y="557"/>
                </a:lnTo>
                <a:lnTo>
                  <a:pt x="1290" y="556"/>
                </a:lnTo>
                <a:lnTo>
                  <a:pt x="1290" y="555"/>
                </a:lnTo>
                <a:lnTo>
                  <a:pt x="1291" y="553"/>
                </a:lnTo>
                <a:lnTo>
                  <a:pt x="1292" y="552"/>
                </a:lnTo>
                <a:lnTo>
                  <a:pt x="1293" y="551"/>
                </a:lnTo>
                <a:lnTo>
                  <a:pt x="1293" y="547"/>
                </a:lnTo>
                <a:lnTo>
                  <a:pt x="1293" y="546"/>
                </a:lnTo>
                <a:lnTo>
                  <a:pt x="1294" y="546"/>
                </a:lnTo>
                <a:lnTo>
                  <a:pt x="1295" y="546"/>
                </a:lnTo>
                <a:lnTo>
                  <a:pt x="1296" y="546"/>
                </a:lnTo>
                <a:lnTo>
                  <a:pt x="1297" y="546"/>
                </a:lnTo>
                <a:lnTo>
                  <a:pt x="1298" y="547"/>
                </a:lnTo>
                <a:lnTo>
                  <a:pt x="1297" y="547"/>
                </a:lnTo>
                <a:lnTo>
                  <a:pt x="1297" y="548"/>
                </a:lnTo>
                <a:lnTo>
                  <a:pt x="1298" y="548"/>
                </a:lnTo>
                <a:lnTo>
                  <a:pt x="1299" y="548"/>
                </a:lnTo>
                <a:lnTo>
                  <a:pt x="1299" y="549"/>
                </a:lnTo>
                <a:lnTo>
                  <a:pt x="1301" y="551"/>
                </a:lnTo>
                <a:lnTo>
                  <a:pt x="1301" y="552"/>
                </a:lnTo>
                <a:lnTo>
                  <a:pt x="1300" y="553"/>
                </a:lnTo>
                <a:lnTo>
                  <a:pt x="1301" y="553"/>
                </a:lnTo>
                <a:lnTo>
                  <a:pt x="1301" y="554"/>
                </a:lnTo>
                <a:lnTo>
                  <a:pt x="1302" y="555"/>
                </a:lnTo>
                <a:lnTo>
                  <a:pt x="1303" y="555"/>
                </a:lnTo>
                <a:lnTo>
                  <a:pt x="1303" y="556"/>
                </a:lnTo>
                <a:lnTo>
                  <a:pt x="1305" y="558"/>
                </a:lnTo>
                <a:lnTo>
                  <a:pt x="1305" y="560"/>
                </a:lnTo>
                <a:lnTo>
                  <a:pt x="1305" y="562"/>
                </a:lnTo>
                <a:lnTo>
                  <a:pt x="1304" y="563"/>
                </a:lnTo>
                <a:lnTo>
                  <a:pt x="1304" y="564"/>
                </a:lnTo>
                <a:lnTo>
                  <a:pt x="1304" y="566"/>
                </a:lnTo>
                <a:lnTo>
                  <a:pt x="1304" y="567"/>
                </a:lnTo>
                <a:lnTo>
                  <a:pt x="1304" y="568"/>
                </a:lnTo>
                <a:lnTo>
                  <a:pt x="1305" y="570"/>
                </a:lnTo>
                <a:lnTo>
                  <a:pt x="1306" y="571"/>
                </a:lnTo>
                <a:lnTo>
                  <a:pt x="1308" y="573"/>
                </a:lnTo>
                <a:lnTo>
                  <a:pt x="1309" y="573"/>
                </a:lnTo>
                <a:lnTo>
                  <a:pt x="1310" y="572"/>
                </a:lnTo>
                <a:lnTo>
                  <a:pt x="1310" y="571"/>
                </a:lnTo>
                <a:lnTo>
                  <a:pt x="1311" y="571"/>
                </a:lnTo>
                <a:lnTo>
                  <a:pt x="1312" y="571"/>
                </a:lnTo>
                <a:lnTo>
                  <a:pt x="1313" y="571"/>
                </a:lnTo>
                <a:lnTo>
                  <a:pt x="1314" y="571"/>
                </a:lnTo>
                <a:lnTo>
                  <a:pt x="1317" y="571"/>
                </a:lnTo>
                <a:lnTo>
                  <a:pt x="1318" y="572"/>
                </a:lnTo>
                <a:lnTo>
                  <a:pt x="1319" y="572"/>
                </a:lnTo>
                <a:lnTo>
                  <a:pt x="1320" y="571"/>
                </a:lnTo>
                <a:lnTo>
                  <a:pt x="1321" y="571"/>
                </a:lnTo>
                <a:lnTo>
                  <a:pt x="1323" y="571"/>
                </a:lnTo>
                <a:lnTo>
                  <a:pt x="1324" y="573"/>
                </a:lnTo>
                <a:lnTo>
                  <a:pt x="1324" y="574"/>
                </a:lnTo>
                <a:lnTo>
                  <a:pt x="1324" y="575"/>
                </a:lnTo>
                <a:lnTo>
                  <a:pt x="1325" y="575"/>
                </a:lnTo>
                <a:lnTo>
                  <a:pt x="1326" y="575"/>
                </a:lnTo>
                <a:lnTo>
                  <a:pt x="1326" y="576"/>
                </a:lnTo>
                <a:lnTo>
                  <a:pt x="1326" y="577"/>
                </a:lnTo>
                <a:lnTo>
                  <a:pt x="1326" y="578"/>
                </a:lnTo>
                <a:lnTo>
                  <a:pt x="1325" y="580"/>
                </a:lnTo>
                <a:lnTo>
                  <a:pt x="1324" y="580"/>
                </a:lnTo>
                <a:lnTo>
                  <a:pt x="1324" y="581"/>
                </a:lnTo>
                <a:lnTo>
                  <a:pt x="1324" y="582"/>
                </a:lnTo>
                <a:lnTo>
                  <a:pt x="1324" y="583"/>
                </a:lnTo>
                <a:lnTo>
                  <a:pt x="1324" y="584"/>
                </a:lnTo>
                <a:lnTo>
                  <a:pt x="1325" y="584"/>
                </a:lnTo>
                <a:lnTo>
                  <a:pt x="1326" y="584"/>
                </a:lnTo>
                <a:lnTo>
                  <a:pt x="1328" y="585"/>
                </a:lnTo>
                <a:lnTo>
                  <a:pt x="1329" y="585"/>
                </a:lnTo>
                <a:lnTo>
                  <a:pt x="1330" y="586"/>
                </a:lnTo>
                <a:lnTo>
                  <a:pt x="1331" y="587"/>
                </a:lnTo>
                <a:lnTo>
                  <a:pt x="1332" y="587"/>
                </a:lnTo>
                <a:lnTo>
                  <a:pt x="1332" y="589"/>
                </a:lnTo>
                <a:lnTo>
                  <a:pt x="1333" y="590"/>
                </a:lnTo>
                <a:lnTo>
                  <a:pt x="1335" y="591"/>
                </a:lnTo>
                <a:lnTo>
                  <a:pt x="1335" y="592"/>
                </a:lnTo>
                <a:lnTo>
                  <a:pt x="1336" y="593"/>
                </a:lnTo>
                <a:lnTo>
                  <a:pt x="1336" y="594"/>
                </a:lnTo>
                <a:lnTo>
                  <a:pt x="1336" y="596"/>
                </a:lnTo>
                <a:lnTo>
                  <a:pt x="1335" y="597"/>
                </a:lnTo>
                <a:lnTo>
                  <a:pt x="1335" y="599"/>
                </a:lnTo>
                <a:lnTo>
                  <a:pt x="1337" y="601"/>
                </a:lnTo>
                <a:lnTo>
                  <a:pt x="1337" y="602"/>
                </a:lnTo>
                <a:lnTo>
                  <a:pt x="1338" y="602"/>
                </a:lnTo>
                <a:lnTo>
                  <a:pt x="1340" y="602"/>
                </a:lnTo>
                <a:lnTo>
                  <a:pt x="1341" y="602"/>
                </a:lnTo>
                <a:lnTo>
                  <a:pt x="1341" y="603"/>
                </a:lnTo>
                <a:lnTo>
                  <a:pt x="1341" y="604"/>
                </a:lnTo>
                <a:lnTo>
                  <a:pt x="1342" y="607"/>
                </a:lnTo>
                <a:lnTo>
                  <a:pt x="1342" y="608"/>
                </a:lnTo>
                <a:lnTo>
                  <a:pt x="1341" y="609"/>
                </a:lnTo>
                <a:lnTo>
                  <a:pt x="1341" y="610"/>
                </a:lnTo>
                <a:lnTo>
                  <a:pt x="1342" y="612"/>
                </a:lnTo>
                <a:lnTo>
                  <a:pt x="1342" y="613"/>
                </a:lnTo>
                <a:lnTo>
                  <a:pt x="1344" y="614"/>
                </a:lnTo>
                <a:lnTo>
                  <a:pt x="1345" y="614"/>
                </a:lnTo>
                <a:lnTo>
                  <a:pt x="1344" y="615"/>
                </a:lnTo>
                <a:lnTo>
                  <a:pt x="1345" y="616"/>
                </a:lnTo>
                <a:lnTo>
                  <a:pt x="1344" y="617"/>
                </a:lnTo>
                <a:lnTo>
                  <a:pt x="1343" y="617"/>
                </a:lnTo>
                <a:lnTo>
                  <a:pt x="1342" y="617"/>
                </a:lnTo>
                <a:lnTo>
                  <a:pt x="1341" y="617"/>
                </a:lnTo>
                <a:lnTo>
                  <a:pt x="1340" y="619"/>
                </a:lnTo>
                <a:lnTo>
                  <a:pt x="1340" y="621"/>
                </a:lnTo>
                <a:lnTo>
                  <a:pt x="1340" y="623"/>
                </a:lnTo>
                <a:lnTo>
                  <a:pt x="1338" y="624"/>
                </a:lnTo>
                <a:lnTo>
                  <a:pt x="1335" y="624"/>
                </a:lnTo>
                <a:lnTo>
                  <a:pt x="1334" y="624"/>
                </a:lnTo>
                <a:lnTo>
                  <a:pt x="1333" y="624"/>
                </a:lnTo>
                <a:lnTo>
                  <a:pt x="1333" y="625"/>
                </a:lnTo>
                <a:lnTo>
                  <a:pt x="1332" y="625"/>
                </a:lnTo>
                <a:lnTo>
                  <a:pt x="1331" y="625"/>
                </a:lnTo>
                <a:lnTo>
                  <a:pt x="1330" y="626"/>
                </a:lnTo>
                <a:lnTo>
                  <a:pt x="1329" y="626"/>
                </a:lnTo>
                <a:lnTo>
                  <a:pt x="1328" y="626"/>
                </a:lnTo>
                <a:lnTo>
                  <a:pt x="1328" y="627"/>
                </a:lnTo>
                <a:lnTo>
                  <a:pt x="1326" y="629"/>
                </a:lnTo>
                <a:lnTo>
                  <a:pt x="1326" y="630"/>
                </a:lnTo>
                <a:lnTo>
                  <a:pt x="1326" y="631"/>
                </a:lnTo>
                <a:lnTo>
                  <a:pt x="1325" y="632"/>
                </a:lnTo>
                <a:lnTo>
                  <a:pt x="1324" y="633"/>
                </a:lnTo>
                <a:lnTo>
                  <a:pt x="1323" y="634"/>
                </a:lnTo>
                <a:lnTo>
                  <a:pt x="1322" y="634"/>
                </a:lnTo>
                <a:lnTo>
                  <a:pt x="1322" y="635"/>
                </a:lnTo>
                <a:lnTo>
                  <a:pt x="1321" y="635"/>
                </a:lnTo>
                <a:lnTo>
                  <a:pt x="1321" y="636"/>
                </a:lnTo>
                <a:lnTo>
                  <a:pt x="1320" y="637"/>
                </a:lnTo>
                <a:lnTo>
                  <a:pt x="1320" y="638"/>
                </a:lnTo>
                <a:lnTo>
                  <a:pt x="1318" y="640"/>
                </a:lnTo>
                <a:lnTo>
                  <a:pt x="1319" y="641"/>
                </a:lnTo>
                <a:lnTo>
                  <a:pt x="1319" y="644"/>
                </a:lnTo>
                <a:lnTo>
                  <a:pt x="1320" y="645"/>
                </a:lnTo>
                <a:lnTo>
                  <a:pt x="1320" y="646"/>
                </a:lnTo>
                <a:lnTo>
                  <a:pt x="1320" y="647"/>
                </a:lnTo>
                <a:lnTo>
                  <a:pt x="1319" y="647"/>
                </a:lnTo>
                <a:lnTo>
                  <a:pt x="1318" y="648"/>
                </a:lnTo>
                <a:lnTo>
                  <a:pt x="1318" y="649"/>
                </a:lnTo>
                <a:lnTo>
                  <a:pt x="1318" y="650"/>
                </a:lnTo>
                <a:lnTo>
                  <a:pt x="1318" y="651"/>
                </a:lnTo>
                <a:lnTo>
                  <a:pt x="1317" y="653"/>
                </a:lnTo>
                <a:lnTo>
                  <a:pt x="1317" y="654"/>
                </a:lnTo>
                <a:lnTo>
                  <a:pt x="1316" y="656"/>
                </a:lnTo>
                <a:lnTo>
                  <a:pt x="1315" y="656"/>
                </a:lnTo>
                <a:lnTo>
                  <a:pt x="1314" y="657"/>
                </a:lnTo>
                <a:lnTo>
                  <a:pt x="1314" y="658"/>
                </a:lnTo>
                <a:lnTo>
                  <a:pt x="1314" y="659"/>
                </a:lnTo>
                <a:lnTo>
                  <a:pt x="1314" y="660"/>
                </a:lnTo>
                <a:lnTo>
                  <a:pt x="1314" y="662"/>
                </a:lnTo>
                <a:lnTo>
                  <a:pt x="1314" y="663"/>
                </a:lnTo>
                <a:lnTo>
                  <a:pt x="1314" y="664"/>
                </a:lnTo>
                <a:lnTo>
                  <a:pt x="1315" y="665"/>
                </a:lnTo>
                <a:lnTo>
                  <a:pt x="1315" y="666"/>
                </a:lnTo>
                <a:lnTo>
                  <a:pt x="1316" y="666"/>
                </a:lnTo>
                <a:lnTo>
                  <a:pt x="1316" y="668"/>
                </a:lnTo>
                <a:lnTo>
                  <a:pt x="1316" y="669"/>
                </a:lnTo>
                <a:lnTo>
                  <a:pt x="1316" y="670"/>
                </a:lnTo>
                <a:lnTo>
                  <a:pt x="1316" y="671"/>
                </a:lnTo>
                <a:lnTo>
                  <a:pt x="1315" y="672"/>
                </a:lnTo>
                <a:lnTo>
                  <a:pt x="1315" y="673"/>
                </a:lnTo>
                <a:lnTo>
                  <a:pt x="1314" y="673"/>
                </a:lnTo>
                <a:lnTo>
                  <a:pt x="1314" y="674"/>
                </a:lnTo>
                <a:lnTo>
                  <a:pt x="1313" y="674"/>
                </a:lnTo>
                <a:lnTo>
                  <a:pt x="1312" y="674"/>
                </a:lnTo>
                <a:lnTo>
                  <a:pt x="1312" y="675"/>
                </a:lnTo>
                <a:lnTo>
                  <a:pt x="1311" y="676"/>
                </a:lnTo>
                <a:lnTo>
                  <a:pt x="1311" y="677"/>
                </a:lnTo>
                <a:lnTo>
                  <a:pt x="1310" y="677"/>
                </a:lnTo>
                <a:lnTo>
                  <a:pt x="1309" y="677"/>
                </a:lnTo>
                <a:lnTo>
                  <a:pt x="1309" y="676"/>
                </a:lnTo>
                <a:lnTo>
                  <a:pt x="1308" y="676"/>
                </a:lnTo>
                <a:lnTo>
                  <a:pt x="1306" y="674"/>
                </a:lnTo>
                <a:lnTo>
                  <a:pt x="1305" y="674"/>
                </a:lnTo>
                <a:lnTo>
                  <a:pt x="1304" y="674"/>
                </a:lnTo>
                <a:lnTo>
                  <a:pt x="1303" y="674"/>
                </a:lnTo>
                <a:lnTo>
                  <a:pt x="1302" y="675"/>
                </a:lnTo>
                <a:lnTo>
                  <a:pt x="1302" y="676"/>
                </a:lnTo>
                <a:lnTo>
                  <a:pt x="1304" y="677"/>
                </a:lnTo>
                <a:lnTo>
                  <a:pt x="1305" y="679"/>
                </a:lnTo>
                <a:lnTo>
                  <a:pt x="1306" y="681"/>
                </a:lnTo>
                <a:lnTo>
                  <a:pt x="1305" y="684"/>
                </a:lnTo>
                <a:lnTo>
                  <a:pt x="1304" y="685"/>
                </a:lnTo>
                <a:lnTo>
                  <a:pt x="1304" y="686"/>
                </a:lnTo>
                <a:lnTo>
                  <a:pt x="1304" y="687"/>
                </a:lnTo>
                <a:lnTo>
                  <a:pt x="1304" y="688"/>
                </a:lnTo>
                <a:lnTo>
                  <a:pt x="1305" y="689"/>
                </a:lnTo>
                <a:lnTo>
                  <a:pt x="1304" y="690"/>
                </a:lnTo>
                <a:lnTo>
                  <a:pt x="1304" y="692"/>
                </a:lnTo>
                <a:lnTo>
                  <a:pt x="1303" y="693"/>
                </a:lnTo>
                <a:lnTo>
                  <a:pt x="1304" y="694"/>
                </a:lnTo>
                <a:lnTo>
                  <a:pt x="1303" y="695"/>
                </a:lnTo>
                <a:lnTo>
                  <a:pt x="1303" y="696"/>
                </a:lnTo>
                <a:lnTo>
                  <a:pt x="1302" y="697"/>
                </a:lnTo>
                <a:lnTo>
                  <a:pt x="1302" y="698"/>
                </a:lnTo>
                <a:lnTo>
                  <a:pt x="1301" y="698"/>
                </a:lnTo>
                <a:lnTo>
                  <a:pt x="1301" y="699"/>
                </a:lnTo>
                <a:lnTo>
                  <a:pt x="1300" y="699"/>
                </a:lnTo>
                <a:lnTo>
                  <a:pt x="1300" y="700"/>
                </a:lnTo>
                <a:lnTo>
                  <a:pt x="1300" y="701"/>
                </a:lnTo>
                <a:lnTo>
                  <a:pt x="1300" y="702"/>
                </a:lnTo>
                <a:lnTo>
                  <a:pt x="1301" y="703"/>
                </a:lnTo>
                <a:lnTo>
                  <a:pt x="1301" y="704"/>
                </a:lnTo>
                <a:lnTo>
                  <a:pt x="1300" y="704"/>
                </a:lnTo>
                <a:lnTo>
                  <a:pt x="1299" y="704"/>
                </a:lnTo>
                <a:lnTo>
                  <a:pt x="1299" y="705"/>
                </a:lnTo>
                <a:lnTo>
                  <a:pt x="1299" y="706"/>
                </a:lnTo>
                <a:lnTo>
                  <a:pt x="1298" y="707"/>
                </a:lnTo>
                <a:lnTo>
                  <a:pt x="1297" y="708"/>
                </a:lnTo>
                <a:lnTo>
                  <a:pt x="1297" y="707"/>
                </a:lnTo>
                <a:lnTo>
                  <a:pt x="1296" y="707"/>
                </a:lnTo>
                <a:lnTo>
                  <a:pt x="1296" y="708"/>
                </a:lnTo>
                <a:lnTo>
                  <a:pt x="1295" y="708"/>
                </a:lnTo>
                <a:lnTo>
                  <a:pt x="1295" y="709"/>
                </a:lnTo>
                <a:lnTo>
                  <a:pt x="1295" y="711"/>
                </a:lnTo>
                <a:lnTo>
                  <a:pt x="1295" y="712"/>
                </a:lnTo>
                <a:lnTo>
                  <a:pt x="1295" y="713"/>
                </a:lnTo>
                <a:lnTo>
                  <a:pt x="1296" y="714"/>
                </a:lnTo>
                <a:lnTo>
                  <a:pt x="1296" y="713"/>
                </a:lnTo>
                <a:lnTo>
                  <a:pt x="1297" y="713"/>
                </a:lnTo>
                <a:lnTo>
                  <a:pt x="1298" y="713"/>
                </a:lnTo>
                <a:lnTo>
                  <a:pt x="1299" y="714"/>
                </a:lnTo>
                <a:lnTo>
                  <a:pt x="1299" y="715"/>
                </a:lnTo>
                <a:lnTo>
                  <a:pt x="1299" y="716"/>
                </a:lnTo>
                <a:lnTo>
                  <a:pt x="1299" y="717"/>
                </a:lnTo>
                <a:lnTo>
                  <a:pt x="1299" y="718"/>
                </a:lnTo>
                <a:lnTo>
                  <a:pt x="1300" y="718"/>
                </a:lnTo>
                <a:lnTo>
                  <a:pt x="1299" y="719"/>
                </a:lnTo>
                <a:lnTo>
                  <a:pt x="1298" y="719"/>
                </a:lnTo>
                <a:lnTo>
                  <a:pt x="1298" y="720"/>
                </a:lnTo>
                <a:lnTo>
                  <a:pt x="1298" y="721"/>
                </a:lnTo>
                <a:lnTo>
                  <a:pt x="1297" y="722"/>
                </a:lnTo>
                <a:lnTo>
                  <a:pt x="1297" y="723"/>
                </a:lnTo>
                <a:lnTo>
                  <a:pt x="1296" y="724"/>
                </a:lnTo>
                <a:lnTo>
                  <a:pt x="1297" y="724"/>
                </a:lnTo>
                <a:lnTo>
                  <a:pt x="1297" y="725"/>
                </a:lnTo>
                <a:lnTo>
                  <a:pt x="1297" y="726"/>
                </a:lnTo>
                <a:lnTo>
                  <a:pt x="1297" y="727"/>
                </a:lnTo>
                <a:lnTo>
                  <a:pt x="1298" y="728"/>
                </a:lnTo>
                <a:lnTo>
                  <a:pt x="1297" y="728"/>
                </a:lnTo>
                <a:lnTo>
                  <a:pt x="1296" y="729"/>
                </a:lnTo>
                <a:lnTo>
                  <a:pt x="1295" y="729"/>
                </a:lnTo>
                <a:lnTo>
                  <a:pt x="1295" y="731"/>
                </a:lnTo>
                <a:lnTo>
                  <a:pt x="1294" y="731"/>
                </a:lnTo>
                <a:lnTo>
                  <a:pt x="1294" y="732"/>
                </a:lnTo>
                <a:lnTo>
                  <a:pt x="1294" y="733"/>
                </a:lnTo>
                <a:lnTo>
                  <a:pt x="1293" y="733"/>
                </a:lnTo>
                <a:lnTo>
                  <a:pt x="1292" y="733"/>
                </a:lnTo>
                <a:lnTo>
                  <a:pt x="1292" y="734"/>
                </a:lnTo>
                <a:lnTo>
                  <a:pt x="1293" y="734"/>
                </a:lnTo>
                <a:lnTo>
                  <a:pt x="1293" y="735"/>
                </a:lnTo>
                <a:lnTo>
                  <a:pt x="1292" y="737"/>
                </a:lnTo>
                <a:lnTo>
                  <a:pt x="1292" y="738"/>
                </a:lnTo>
                <a:lnTo>
                  <a:pt x="1292" y="740"/>
                </a:lnTo>
                <a:lnTo>
                  <a:pt x="1291" y="740"/>
                </a:lnTo>
                <a:lnTo>
                  <a:pt x="1290" y="740"/>
                </a:lnTo>
                <a:lnTo>
                  <a:pt x="1290" y="741"/>
                </a:lnTo>
                <a:lnTo>
                  <a:pt x="1290" y="742"/>
                </a:lnTo>
                <a:lnTo>
                  <a:pt x="1289" y="742"/>
                </a:lnTo>
                <a:lnTo>
                  <a:pt x="1289" y="743"/>
                </a:lnTo>
                <a:lnTo>
                  <a:pt x="1289" y="744"/>
                </a:lnTo>
                <a:lnTo>
                  <a:pt x="1288" y="745"/>
                </a:lnTo>
                <a:lnTo>
                  <a:pt x="1287" y="746"/>
                </a:lnTo>
                <a:lnTo>
                  <a:pt x="1286" y="746"/>
                </a:lnTo>
                <a:lnTo>
                  <a:pt x="1285" y="746"/>
                </a:lnTo>
                <a:lnTo>
                  <a:pt x="1284" y="745"/>
                </a:lnTo>
                <a:lnTo>
                  <a:pt x="1283" y="745"/>
                </a:lnTo>
                <a:lnTo>
                  <a:pt x="1283" y="744"/>
                </a:lnTo>
                <a:lnTo>
                  <a:pt x="1282" y="743"/>
                </a:lnTo>
                <a:lnTo>
                  <a:pt x="1282" y="742"/>
                </a:lnTo>
                <a:lnTo>
                  <a:pt x="1281" y="742"/>
                </a:lnTo>
                <a:lnTo>
                  <a:pt x="1280" y="740"/>
                </a:lnTo>
                <a:lnTo>
                  <a:pt x="1279" y="740"/>
                </a:lnTo>
                <a:lnTo>
                  <a:pt x="1279" y="739"/>
                </a:lnTo>
                <a:lnTo>
                  <a:pt x="1279" y="740"/>
                </a:lnTo>
                <a:lnTo>
                  <a:pt x="1278" y="741"/>
                </a:lnTo>
                <a:lnTo>
                  <a:pt x="1278" y="742"/>
                </a:lnTo>
                <a:lnTo>
                  <a:pt x="1279" y="744"/>
                </a:lnTo>
                <a:lnTo>
                  <a:pt x="1278" y="745"/>
                </a:lnTo>
                <a:lnTo>
                  <a:pt x="1278" y="746"/>
                </a:lnTo>
                <a:lnTo>
                  <a:pt x="1277" y="746"/>
                </a:lnTo>
                <a:lnTo>
                  <a:pt x="1278" y="747"/>
                </a:lnTo>
                <a:lnTo>
                  <a:pt x="1278" y="748"/>
                </a:lnTo>
                <a:lnTo>
                  <a:pt x="1277" y="748"/>
                </a:lnTo>
                <a:lnTo>
                  <a:pt x="1277" y="749"/>
                </a:lnTo>
                <a:lnTo>
                  <a:pt x="1277" y="750"/>
                </a:lnTo>
                <a:lnTo>
                  <a:pt x="1278" y="751"/>
                </a:lnTo>
                <a:lnTo>
                  <a:pt x="1277" y="752"/>
                </a:lnTo>
                <a:lnTo>
                  <a:pt x="1277" y="753"/>
                </a:lnTo>
                <a:lnTo>
                  <a:pt x="1277" y="754"/>
                </a:lnTo>
                <a:lnTo>
                  <a:pt x="1276" y="758"/>
                </a:lnTo>
                <a:lnTo>
                  <a:pt x="1276" y="761"/>
                </a:lnTo>
                <a:lnTo>
                  <a:pt x="1276" y="762"/>
                </a:lnTo>
                <a:lnTo>
                  <a:pt x="1278" y="765"/>
                </a:lnTo>
                <a:lnTo>
                  <a:pt x="1276" y="767"/>
                </a:lnTo>
                <a:lnTo>
                  <a:pt x="1277" y="768"/>
                </a:lnTo>
                <a:lnTo>
                  <a:pt x="1278" y="768"/>
                </a:lnTo>
                <a:lnTo>
                  <a:pt x="1279" y="769"/>
                </a:lnTo>
                <a:lnTo>
                  <a:pt x="1280" y="773"/>
                </a:lnTo>
                <a:lnTo>
                  <a:pt x="1281" y="773"/>
                </a:lnTo>
                <a:lnTo>
                  <a:pt x="1282" y="773"/>
                </a:lnTo>
                <a:lnTo>
                  <a:pt x="1283" y="773"/>
                </a:lnTo>
                <a:lnTo>
                  <a:pt x="1284" y="773"/>
                </a:lnTo>
                <a:lnTo>
                  <a:pt x="1285" y="773"/>
                </a:lnTo>
                <a:lnTo>
                  <a:pt x="1285" y="774"/>
                </a:lnTo>
                <a:lnTo>
                  <a:pt x="1286" y="775"/>
                </a:lnTo>
                <a:lnTo>
                  <a:pt x="1286" y="776"/>
                </a:lnTo>
                <a:lnTo>
                  <a:pt x="1286" y="777"/>
                </a:lnTo>
                <a:lnTo>
                  <a:pt x="1285" y="777"/>
                </a:lnTo>
                <a:lnTo>
                  <a:pt x="1285" y="778"/>
                </a:lnTo>
                <a:lnTo>
                  <a:pt x="1286" y="777"/>
                </a:lnTo>
                <a:lnTo>
                  <a:pt x="1287" y="777"/>
                </a:lnTo>
                <a:lnTo>
                  <a:pt x="1287" y="776"/>
                </a:lnTo>
                <a:lnTo>
                  <a:pt x="1288" y="776"/>
                </a:lnTo>
                <a:lnTo>
                  <a:pt x="1289" y="775"/>
                </a:lnTo>
                <a:lnTo>
                  <a:pt x="1290" y="774"/>
                </a:lnTo>
                <a:lnTo>
                  <a:pt x="1291" y="775"/>
                </a:lnTo>
                <a:lnTo>
                  <a:pt x="1293" y="774"/>
                </a:lnTo>
                <a:lnTo>
                  <a:pt x="1293" y="775"/>
                </a:lnTo>
                <a:lnTo>
                  <a:pt x="1294" y="775"/>
                </a:lnTo>
                <a:lnTo>
                  <a:pt x="1294" y="776"/>
                </a:lnTo>
                <a:lnTo>
                  <a:pt x="1295" y="776"/>
                </a:lnTo>
                <a:lnTo>
                  <a:pt x="1296" y="777"/>
                </a:lnTo>
                <a:lnTo>
                  <a:pt x="1297" y="779"/>
                </a:lnTo>
                <a:lnTo>
                  <a:pt x="1296" y="779"/>
                </a:lnTo>
                <a:lnTo>
                  <a:pt x="1297" y="781"/>
                </a:lnTo>
                <a:lnTo>
                  <a:pt x="1297" y="782"/>
                </a:lnTo>
                <a:lnTo>
                  <a:pt x="1298" y="783"/>
                </a:lnTo>
                <a:lnTo>
                  <a:pt x="1298" y="784"/>
                </a:lnTo>
                <a:lnTo>
                  <a:pt x="1298" y="785"/>
                </a:lnTo>
                <a:lnTo>
                  <a:pt x="1298" y="786"/>
                </a:lnTo>
                <a:lnTo>
                  <a:pt x="1298" y="787"/>
                </a:lnTo>
                <a:lnTo>
                  <a:pt x="1298" y="788"/>
                </a:lnTo>
                <a:lnTo>
                  <a:pt x="1298" y="789"/>
                </a:lnTo>
                <a:lnTo>
                  <a:pt x="1298" y="790"/>
                </a:lnTo>
                <a:lnTo>
                  <a:pt x="1298" y="792"/>
                </a:lnTo>
                <a:lnTo>
                  <a:pt x="1297" y="792"/>
                </a:lnTo>
                <a:lnTo>
                  <a:pt x="1296" y="793"/>
                </a:lnTo>
                <a:lnTo>
                  <a:pt x="1295" y="793"/>
                </a:lnTo>
                <a:lnTo>
                  <a:pt x="1295" y="795"/>
                </a:lnTo>
                <a:lnTo>
                  <a:pt x="1297" y="796"/>
                </a:lnTo>
                <a:lnTo>
                  <a:pt x="1298" y="797"/>
                </a:lnTo>
                <a:lnTo>
                  <a:pt x="1298" y="798"/>
                </a:lnTo>
                <a:lnTo>
                  <a:pt x="1298" y="799"/>
                </a:lnTo>
                <a:lnTo>
                  <a:pt x="1300" y="799"/>
                </a:lnTo>
                <a:lnTo>
                  <a:pt x="1300" y="798"/>
                </a:lnTo>
                <a:lnTo>
                  <a:pt x="1301" y="798"/>
                </a:lnTo>
                <a:lnTo>
                  <a:pt x="1301" y="795"/>
                </a:lnTo>
                <a:lnTo>
                  <a:pt x="1301" y="794"/>
                </a:lnTo>
                <a:lnTo>
                  <a:pt x="1302" y="794"/>
                </a:lnTo>
                <a:lnTo>
                  <a:pt x="1303" y="794"/>
                </a:lnTo>
                <a:lnTo>
                  <a:pt x="1304" y="795"/>
                </a:lnTo>
                <a:lnTo>
                  <a:pt x="1305" y="795"/>
                </a:lnTo>
                <a:lnTo>
                  <a:pt x="1306" y="795"/>
                </a:lnTo>
                <a:lnTo>
                  <a:pt x="1307" y="795"/>
                </a:lnTo>
                <a:lnTo>
                  <a:pt x="1310" y="792"/>
                </a:lnTo>
                <a:lnTo>
                  <a:pt x="1311" y="792"/>
                </a:lnTo>
                <a:lnTo>
                  <a:pt x="1312" y="791"/>
                </a:lnTo>
                <a:lnTo>
                  <a:pt x="1312" y="790"/>
                </a:lnTo>
                <a:lnTo>
                  <a:pt x="1314" y="789"/>
                </a:lnTo>
                <a:lnTo>
                  <a:pt x="1314" y="788"/>
                </a:lnTo>
                <a:lnTo>
                  <a:pt x="1315" y="789"/>
                </a:lnTo>
                <a:lnTo>
                  <a:pt x="1316" y="789"/>
                </a:lnTo>
                <a:lnTo>
                  <a:pt x="1317" y="789"/>
                </a:lnTo>
                <a:lnTo>
                  <a:pt x="1317" y="790"/>
                </a:lnTo>
                <a:lnTo>
                  <a:pt x="1318" y="790"/>
                </a:lnTo>
                <a:lnTo>
                  <a:pt x="1318" y="791"/>
                </a:lnTo>
                <a:lnTo>
                  <a:pt x="1319" y="791"/>
                </a:lnTo>
                <a:lnTo>
                  <a:pt x="1319" y="790"/>
                </a:lnTo>
                <a:lnTo>
                  <a:pt x="1318" y="789"/>
                </a:lnTo>
                <a:lnTo>
                  <a:pt x="1318" y="788"/>
                </a:lnTo>
                <a:lnTo>
                  <a:pt x="1319" y="788"/>
                </a:lnTo>
                <a:lnTo>
                  <a:pt x="1319" y="787"/>
                </a:lnTo>
                <a:lnTo>
                  <a:pt x="1320" y="788"/>
                </a:lnTo>
                <a:lnTo>
                  <a:pt x="1320" y="789"/>
                </a:lnTo>
                <a:lnTo>
                  <a:pt x="1320" y="790"/>
                </a:lnTo>
                <a:lnTo>
                  <a:pt x="1320" y="791"/>
                </a:lnTo>
                <a:lnTo>
                  <a:pt x="1320" y="793"/>
                </a:lnTo>
                <a:lnTo>
                  <a:pt x="1320" y="794"/>
                </a:lnTo>
                <a:lnTo>
                  <a:pt x="1320" y="797"/>
                </a:lnTo>
                <a:lnTo>
                  <a:pt x="1319" y="798"/>
                </a:lnTo>
                <a:lnTo>
                  <a:pt x="1319" y="799"/>
                </a:lnTo>
                <a:lnTo>
                  <a:pt x="1319" y="800"/>
                </a:lnTo>
                <a:lnTo>
                  <a:pt x="1318" y="801"/>
                </a:lnTo>
                <a:lnTo>
                  <a:pt x="1318" y="802"/>
                </a:lnTo>
                <a:lnTo>
                  <a:pt x="1318" y="803"/>
                </a:lnTo>
                <a:lnTo>
                  <a:pt x="1318" y="804"/>
                </a:lnTo>
                <a:lnTo>
                  <a:pt x="1318" y="805"/>
                </a:lnTo>
                <a:lnTo>
                  <a:pt x="1318" y="806"/>
                </a:lnTo>
                <a:lnTo>
                  <a:pt x="1318" y="807"/>
                </a:lnTo>
                <a:lnTo>
                  <a:pt x="1318" y="808"/>
                </a:lnTo>
                <a:lnTo>
                  <a:pt x="1318" y="809"/>
                </a:lnTo>
                <a:lnTo>
                  <a:pt x="1318" y="810"/>
                </a:lnTo>
                <a:lnTo>
                  <a:pt x="1318" y="811"/>
                </a:lnTo>
                <a:lnTo>
                  <a:pt x="1317" y="812"/>
                </a:lnTo>
                <a:lnTo>
                  <a:pt x="1317" y="813"/>
                </a:lnTo>
                <a:lnTo>
                  <a:pt x="1318" y="813"/>
                </a:lnTo>
                <a:lnTo>
                  <a:pt x="1318" y="814"/>
                </a:lnTo>
                <a:lnTo>
                  <a:pt x="1319" y="815"/>
                </a:lnTo>
                <a:lnTo>
                  <a:pt x="1320" y="815"/>
                </a:lnTo>
                <a:lnTo>
                  <a:pt x="1321" y="816"/>
                </a:lnTo>
                <a:lnTo>
                  <a:pt x="1321" y="815"/>
                </a:lnTo>
                <a:lnTo>
                  <a:pt x="1322" y="814"/>
                </a:lnTo>
                <a:lnTo>
                  <a:pt x="1323" y="813"/>
                </a:lnTo>
                <a:lnTo>
                  <a:pt x="1324" y="813"/>
                </a:lnTo>
                <a:lnTo>
                  <a:pt x="1324" y="814"/>
                </a:lnTo>
                <a:lnTo>
                  <a:pt x="1326" y="815"/>
                </a:lnTo>
                <a:lnTo>
                  <a:pt x="1327" y="816"/>
                </a:lnTo>
                <a:lnTo>
                  <a:pt x="1327" y="817"/>
                </a:lnTo>
                <a:lnTo>
                  <a:pt x="1328" y="819"/>
                </a:lnTo>
                <a:lnTo>
                  <a:pt x="1329" y="819"/>
                </a:lnTo>
                <a:lnTo>
                  <a:pt x="1330" y="820"/>
                </a:lnTo>
                <a:lnTo>
                  <a:pt x="1331" y="821"/>
                </a:lnTo>
                <a:lnTo>
                  <a:pt x="1333" y="821"/>
                </a:lnTo>
                <a:lnTo>
                  <a:pt x="1335" y="821"/>
                </a:lnTo>
                <a:lnTo>
                  <a:pt x="1336" y="821"/>
                </a:lnTo>
                <a:lnTo>
                  <a:pt x="1336" y="822"/>
                </a:lnTo>
                <a:lnTo>
                  <a:pt x="1337" y="822"/>
                </a:lnTo>
                <a:lnTo>
                  <a:pt x="1337" y="823"/>
                </a:lnTo>
                <a:lnTo>
                  <a:pt x="1336" y="824"/>
                </a:lnTo>
                <a:lnTo>
                  <a:pt x="1337" y="824"/>
                </a:lnTo>
                <a:lnTo>
                  <a:pt x="1337" y="826"/>
                </a:lnTo>
                <a:lnTo>
                  <a:pt x="1337" y="827"/>
                </a:lnTo>
                <a:lnTo>
                  <a:pt x="1337" y="828"/>
                </a:lnTo>
                <a:lnTo>
                  <a:pt x="1337" y="829"/>
                </a:lnTo>
                <a:lnTo>
                  <a:pt x="1337" y="830"/>
                </a:lnTo>
                <a:lnTo>
                  <a:pt x="1337" y="831"/>
                </a:lnTo>
                <a:lnTo>
                  <a:pt x="1337" y="832"/>
                </a:lnTo>
                <a:lnTo>
                  <a:pt x="1338" y="832"/>
                </a:lnTo>
                <a:lnTo>
                  <a:pt x="1338" y="834"/>
                </a:lnTo>
                <a:lnTo>
                  <a:pt x="1337" y="834"/>
                </a:lnTo>
                <a:lnTo>
                  <a:pt x="1336" y="834"/>
                </a:lnTo>
                <a:lnTo>
                  <a:pt x="1335" y="835"/>
                </a:lnTo>
                <a:lnTo>
                  <a:pt x="1336" y="835"/>
                </a:lnTo>
                <a:lnTo>
                  <a:pt x="1336" y="836"/>
                </a:lnTo>
                <a:lnTo>
                  <a:pt x="1337" y="836"/>
                </a:lnTo>
                <a:lnTo>
                  <a:pt x="1338" y="836"/>
                </a:lnTo>
                <a:lnTo>
                  <a:pt x="1339" y="837"/>
                </a:lnTo>
                <a:lnTo>
                  <a:pt x="1340" y="838"/>
                </a:lnTo>
                <a:lnTo>
                  <a:pt x="1341" y="838"/>
                </a:lnTo>
                <a:lnTo>
                  <a:pt x="1342" y="837"/>
                </a:lnTo>
                <a:lnTo>
                  <a:pt x="1341" y="836"/>
                </a:lnTo>
                <a:lnTo>
                  <a:pt x="1342" y="836"/>
                </a:lnTo>
                <a:lnTo>
                  <a:pt x="1343" y="836"/>
                </a:lnTo>
                <a:lnTo>
                  <a:pt x="1344" y="836"/>
                </a:lnTo>
                <a:lnTo>
                  <a:pt x="1345" y="835"/>
                </a:lnTo>
                <a:lnTo>
                  <a:pt x="1346" y="835"/>
                </a:lnTo>
                <a:lnTo>
                  <a:pt x="1347" y="836"/>
                </a:lnTo>
                <a:lnTo>
                  <a:pt x="1347" y="835"/>
                </a:lnTo>
                <a:lnTo>
                  <a:pt x="1348" y="835"/>
                </a:lnTo>
                <a:lnTo>
                  <a:pt x="1349" y="836"/>
                </a:lnTo>
                <a:lnTo>
                  <a:pt x="1349" y="837"/>
                </a:lnTo>
                <a:lnTo>
                  <a:pt x="1349" y="838"/>
                </a:lnTo>
                <a:lnTo>
                  <a:pt x="1351" y="839"/>
                </a:lnTo>
                <a:lnTo>
                  <a:pt x="1352" y="840"/>
                </a:lnTo>
                <a:lnTo>
                  <a:pt x="1353" y="840"/>
                </a:lnTo>
                <a:lnTo>
                  <a:pt x="1354" y="841"/>
                </a:lnTo>
                <a:lnTo>
                  <a:pt x="1355" y="842"/>
                </a:lnTo>
                <a:lnTo>
                  <a:pt x="1356" y="842"/>
                </a:lnTo>
                <a:lnTo>
                  <a:pt x="1357" y="842"/>
                </a:lnTo>
                <a:lnTo>
                  <a:pt x="1357" y="841"/>
                </a:lnTo>
                <a:lnTo>
                  <a:pt x="1357" y="840"/>
                </a:lnTo>
                <a:lnTo>
                  <a:pt x="1357" y="839"/>
                </a:lnTo>
                <a:lnTo>
                  <a:pt x="1358" y="839"/>
                </a:lnTo>
                <a:lnTo>
                  <a:pt x="1358" y="840"/>
                </a:lnTo>
                <a:lnTo>
                  <a:pt x="1358" y="839"/>
                </a:lnTo>
                <a:lnTo>
                  <a:pt x="1359" y="839"/>
                </a:lnTo>
                <a:lnTo>
                  <a:pt x="1360" y="840"/>
                </a:lnTo>
                <a:lnTo>
                  <a:pt x="1361" y="840"/>
                </a:lnTo>
                <a:lnTo>
                  <a:pt x="1362" y="840"/>
                </a:lnTo>
                <a:lnTo>
                  <a:pt x="1362" y="841"/>
                </a:lnTo>
                <a:lnTo>
                  <a:pt x="1362" y="842"/>
                </a:lnTo>
                <a:lnTo>
                  <a:pt x="1363" y="842"/>
                </a:lnTo>
                <a:lnTo>
                  <a:pt x="1363" y="843"/>
                </a:lnTo>
                <a:lnTo>
                  <a:pt x="1364" y="843"/>
                </a:lnTo>
                <a:lnTo>
                  <a:pt x="1364" y="844"/>
                </a:lnTo>
                <a:lnTo>
                  <a:pt x="1365" y="844"/>
                </a:lnTo>
                <a:lnTo>
                  <a:pt x="1366" y="842"/>
                </a:lnTo>
                <a:lnTo>
                  <a:pt x="1367" y="842"/>
                </a:lnTo>
                <a:lnTo>
                  <a:pt x="1368" y="841"/>
                </a:lnTo>
                <a:lnTo>
                  <a:pt x="1369" y="842"/>
                </a:lnTo>
                <a:lnTo>
                  <a:pt x="1369" y="843"/>
                </a:lnTo>
                <a:lnTo>
                  <a:pt x="1369" y="844"/>
                </a:lnTo>
                <a:lnTo>
                  <a:pt x="1370" y="847"/>
                </a:lnTo>
                <a:lnTo>
                  <a:pt x="1371" y="847"/>
                </a:lnTo>
                <a:lnTo>
                  <a:pt x="1370" y="847"/>
                </a:lnTo>
                <a:lnTo>
                  <a:pt x="1370" y="848"/>
                </a:lnTo>
                <a:lnTo>
                  <a:pt x="1369" y="848"/>
                </a:lnTo>
                <a:lnTo>
                  <a:pt x="1368" y="848"/>
                </a:lnTo>
                <a:lnTo>
                  <a:pt x="1367" y="849"/>
                </a:lnTo>
                <a:lnTo>
                  <a:pt x="1367" y="850"/>
                </a:lnTo>
                <a:lnTo>
                  <a:pt x="1367" y="853"/>
                </a:lnTo>
                <a:lnTo>
                  <a:pt x="1368" y="855"/>
                </a:lnTo>
                <a:lnTo>
                  <a:pt x="1367" y="856"/>
                </a:lnTo>
                <a:lnTo>
                  <a:pt x="1367" y="857"/>
                </a:lnTo>
                <a:lnTo>
                  <a:pt x="1367" y="858"/>
                </a:lnTo>
                <a:lnTo>
                  <a:pt x="1368" y="859"/>
                </a:lnTo>
                <a:lnTo>
                  <a:pt x="1368" y="860"/>
                </a:lnTo>
                <a:lnTo>
                  <a:pt x="1369" y="861"/>
                </a:lnTo>
                <a:lnTo>
                  <a:pt x="1369" y="862"/>
                </a:lnTo>
                <a:lnTo>
                  <a:pt x="1368" y="862"/>
                </a:lnTo>
                <a:lnTo>
                  <a:pt x="1368" y="863"/>
                </a:lnTo>
                <a:lnTo>
                  <a:pt x="1367" y="863"/>
                </a:lnTo>
                <a:lnTo>
                  <a:pt x="1365" y="862"/>
                </a:lnTo>
                <a:lnTo>
                  <a:pt x="1361" y="858"/>
                </a:lnTo>
                <a:lnTo>
                  <a:pt x="1360" y="856"/>
                </a:lnTo>
                <a:lnTo>
                  <a:pt x="1360" y="855"/>
                </a:lnTo>
                <a:lnTo>
                  <a:pt x="1358" y="853"/>
                </a:lnTo>
                <a:lnTo>
                  <a:pt x="1357" y="853"/>
                </a:lnTo>
                <a:lnTo>
                  <a:pt x="1356" y="853"/>
                </a:lnTo>
                <a:lnTo>
                  <a:pt x="1355" y="853"/>
                </a:lnTo>
                <a:lnTo>
                  <a:pt x="1354" y="853"/>
                </a:lnTo>
                <a:lnTo>
                  <a:pt x="1353" y="854"/>
                </a:lnTo>
                <a:lnTo>
                  <a:pt x="1352" y="855"/>
                </a:lnTo>
                <a:lnTo>
                  <a:pt x="1352" y="856"/>
                </a:lnTo>
                <a:lnTo>
                  <a:pt x="1351" y="856"/>
                </a:lnTo>
                <a:lnTo>
                  <a:pt x="1352" y="857"/>
                </a:lnTo>
                <a:lnTo>
                  <a:pt x="1353" y="858"/>
                </a:lnTo>
                <a:lnTo>
                  <a:pt x="1353" y="860"/>
                </a:lnTo>
                <a:lnTo>
                  <a:pt x="1353" y="861"/>
                </a:lnTo>
                <a:lnTo>
                  <a:pt x="1351" y="863"/>
                </a:lnTo>
                <a:lnTo>
                  <a:pt x="1350" y="864"/>
                </a:lnTo>
                <a:lnTo>
                  <a:pt x="1350" y="865"/>
                </a:lnTo>
                <a:lnTo>
                  <a:pt x="1350" y="866"/>
                </a:lnTo>
                <a:lnTo>
                  <a:pt x="1350" y="867"/>
                </a:lnTo>
                <a:lnTo>
                  <a:pt x="1349" y="868"/>
                </a:lnTo>
                <a:lnTo>
                  <a:pt x="1347" y="869"/>
                </a:lnTo>
                <a:lnTo>
                  <a:pt x="1347" y="870"/>
                </a:lnTo>
                <a:lnTo>
                  <a:pt x="1346" y="870"/>
                </a:lnTo>
                <a:lnTo>
                  <a:pt x="1346" y="871"/>
                </a:lnTo>
                <a:lnTo>
                  <a:pt x="1346" y="872"/>
                </a:lnTo>
                <a:lnTo>
                  <a:pt x="1345" y="874"/>
                </a:lnTo>
                <a:lnTo>
                  <a:pt x="1345" y="875"/>
                </a:lnTo>
                <a:lnTo>
                  <a:pt x="1344" y="876"/>
                </a:lnTo>
                <a:lnTo>
                  <a:pt x="1344" y="878"/>
                </a:lnTo>
                <a:lnTo>
                  <a:pt x="1344" y="879"/>
                </a:lnTo>
                <a:lnTo>
                  <a:pt x="1344" y="880"/>
                </a:lnTo>
                <a:lnTo>
                  <a:pt x="1343" y="880"/>
                </a:lnTo>
                <a:lnTo>
                  <a:pt x="1343" y="881"/>
                </a:lnTo>
                <a:lnTo>
                  <a:pt x="1342" y="881"/>
                </a:lnTo>
                <a:lnTo>
                  <a:pt x="1341" y="882"/>
                </a:lnTo>
                <a:lnTo>
                  <a:pt x="1339" y="883"/>
                </a:lnTo>
                <a:lnTo>
                  <a:pt x="1336" y="883"/>
                </a:lnTo>
                <a:lnTo>
                  <a:pt x="1335" y="883"/>
                </a:lnTo>
                <a:lnTo>
                  <a:pt x="1333" y="883"/>
                </a:lnTo>
                <a:lnTo>
                  <a:pt x="1332" y="883"/>
                </a:lnTo>
                <a:lnTo>
                  <a:pt x="1332" y="884"/>
                </a:lnTo>
                <a:lnTo>
                  <a:pt x="1333" y="884"/>
                </a:lnTo>
                <a:lnTo>
                  <a:pt x="1334" y="884"/>
                </a:lnTo>
                <a:lnTo>
                  <a:pt x="1335" y="884"/>
                </a:lnTo>
                <a:lnTo>
                  <a:pt x="1336" y="884"/>
                </a:lnTo>
                <a:lnTo>
                  <a:pt x="1337" y="884"/>
                </a:lnTo>
                <a:lnTo>
                  <a:pt x="1338" y="883"/>
                </a:lnTo>
                <a:lnTo>
                  <a:pt x="1341" y="883"/>
                </a:lnTo>
                <a:lnTo>
                  <a:pt x="1342" y="884"/>
                </a:lnTo>
                <a:lnTo>
                  <a:pt x="1343" y="884"/>
                </a:lnTo>
                <a:lnTo>
                  <a:pt x="1344" y="884"/>
                </a:lnTo>
                <a:lnTo>
                  <a:pt x="1345" y="886"/>
                </a:lnTo>
                <a:lnTo>
                  <a:pt x="1346" y="887"/>
                </a:lnTo>
                <a:lnTo>
                  <a:pt x="1347" y="888"/>
                </a:lnTo>
                <a:lnTo>
                  <a:pt x="1347" y="889"/>
                </a:lnTo>
                <a:lnTo>
                  <a:pt x="1348" y="890"/>
                </a:lnTo>
                <a:lnTo>
                  <a:pt x="1348" y="892"/>
                </a:lnTo>
                <a:lnTo>
                  <a:pt x="1348" y="893"/>
                </a:lnTo>
                <a:lnTo>
                  <a:pt x="1348" y="894"/>
                </a:lnTo>
                <a:lnTo>
                  <a:pt x="1349" y="895"/>
                </a:lnTo>
                <a:lnTo>
                  <a:pt x="1349" y="896"/>
                </a:lnTo>
                <a:lnTo>
                  <a:pt x="1348" y="897"/>
                </a:lnTo>
                <a:lnTo>
                  <a:pt x="1347" y="897"/>
                </a:lnTo>
                <a:lnTo>
                  <a:pt x="1345" y="898"/>
                </a:lnTo>
                <a:lnTo>
                  <a:pt x="1344" y="898"/>
                </a:lnTo>
                <a:lnTo>
                  <a:pt x="1344" y="899"/>
                </a:lnTo>
                <a:lnTo>
                  <a:pt x="1344" y="900"/>
                </a:lnTo>
                <a:lnTo>
                  <a:pt x="1344" y="901"/>
                </a:lnTo>
                <a:lnTo>
                  <a:pt x="1343" y="901"/>
                </a:lnTo>
                <a:lnTo>
                  <a:pt x="1342" y="901"/>
                </a:lnTo>
                <a:lnTo>
                  <a:pt x="1340" y="902"/>
                </a:lnTo>
                <a:lnTo>
                  <a:pt x="1340" y="903"/>
                </a:lnTo>
                <a:lnTo>
                  <a:pt x="1340" y="904"/>
                </a:lnTo>
                <a:lnTo>
                  <a:pt x="1340" y="905"/>
                </a:lnTo>
                <a:lnTo>
                  <a:pt x="1340" y="906"/>
                </a:lnTo>
                <a:lnTo>
                  <a:pt x="1339" y="906"/>
                </a:lnTo>
                <a:lnTo>
                  <a:pt x="1338" y="907"/>
                </a:lnTo>
                <a:lnTo>
                  <a:pt x="1338" y="908"/>
                </a:lnTo>
                <a:lnTo>
                  <a:pt x="1337" y="909"/>
                </a:lnTo>
                <a:lnTo>
                  <a:pt x="1337" y="910"/>
                </a:lnTo>
                <a:lnTo>
                  <a:pt x="1336" y="911"/>
                </a:lnTo>
                <a:lnTo>
                  <a:pt x="1335" y="912"/>
                </a:lnTo>
                <a:lnTo>
                  <a:pt x="1335" y="913"/>
                </a:lnTo>
                <a:lnTo>
                  <a:pt x="1335" y="914"/>
                </a:lnTo>
                <a:lnTo>
                  <a:pt x="1335" y="915"/>
                </a:lnTo>
                <a:lnTo>
                  <a:pt x="1334" y="916"/>
                </a:lnTo>
                <a:lnTo>
                  <a:pt x="1333" y="916"/>
                </a:lnTo>
                <a:lnTo>
                  <a:pt x="1333" y="917"/>
                </a:lnTo>
                <a:lnTo>
                  <a:pt x="1332" y="917"/>
                </a:lnTo>
                <a:lnTo>
                  <a:pt x="1330" y="917"/>
                </a:lnTo>
                <a:lnTo>
                  <a:pt x="1329" y="918"/>
                </a:lnTo>
                <a:lnTo>
                  <a:pt x="1327" y="919"/>
                </a:lnTo>
                <a:lnTo>
                  <a:pt x="1326" y="922"/>
                </a:lnTo>
                <a:lnTo>
                  <a:pt x="1323" y="925"/>
                </a:lnTo>
                <a:lnTo>
                  <a:pt x="1323" y="926"/>
                </a:lnTo>
                <a:lnTo>
                  <a:pt x="1323" y="927"/>
                </a:lnTo>
                <a:lnTo>
                  <a:pt x="1321" y="929"/>
                </a:lnTo>
                <a:lnTo>
                  <a:pt x="1319" y="931"/>
                </a:lnTo>
                <a:lnTo>
                  <a:pt x="1318" y="931"/>
                </a:lnTo>
                <a:lnTo>
                  <a:pt x="1317" y="933"/>
                </a:lnTo>
                <a:lnTo>
                  <a:pt x="1317" y="935"/>
                </a:lnTo>
                <a:lnTo>
                  <a:pt x="1316" y="936"/>
                </a:lnTo>
                <a:lnTo>
                  <a:pt x="1316" y="937"/>
                </a:lnTo>
                <a:lnTo>
                  <a:pt x="1316" y="938"/>
                </a:lnTo>
                <a:lnTo>
                  <a:pt x="1317" y="938"/>
                </a:lnTo>
                <a:lnTo>
                  <a:pt x="1317" y="939"/>
                </a:lnTo>
                <a:lnTo>
                  <a:pt x="1318" y="940"/>
                </a:lnTo>
                <a:lnTo>
                  <a:pt x="1318" y="941"/>
                </a:lnTo>
                <a:lnTo>
                  <a:pt x="1318" y="942"/>
                </a:lnTo>
                <a:lnTo>
                  <a:pt x="1317" y="942"/>
                </a:lnTo>
                <a:lnTo>
                  <a:pt x="1317" y="943"/>
                </a:lnTo>
                <a:lnTo>
                  <a:pt x="1317" y="944"/>
                </a:lnTo>
                <a:lnTo>
                  <a:pt x="1317" y="945"/>
                </a:lnTo>
                <a:lnTo>
                  <a:pt x="1316" y="947"/>
                </a:lnTo>
                <a:lnTo>
                  <a:pt x="1315" y="948"/>
                </a:lnTo>
                <a:lnTo>
                  <a:pt x="1315" y="949"/>
                </a:lnTo>
                <a:lnTo>
                  <a:pt x="1315" y="950"/>
                </a:lnTo>
                <a:lnTo>
                  <a:pt x="1313" y="951"/>
                </a:lnTo>
                <a:lnTo>
                  <a:pt x="1313" y="952"/>
                </a:lnTo>
                <a:lnTo>
                  <a:pt x="1312" y="954"/>
                </a:lnTo>
                <a:lnTo>
                  <a:pt x="1312" y="956"/>
                </a:lnTo>
                <a:lnTo>
                  <a:pt x="1311" y="957"/>
                </a:lnTo>
                <a:lnTo>
                  <a:pt x="1310" y="959"/>
                </a:lnTo>
                <a:lnTo>
                  <a:pt x="1310" y="960"/>
                </a:lnTo>
                <a:lnTo>
                  <a:pt x="1309" y="962"/>
                </a:lnTo>
                <a:lnTo>
                  <a:pt x="1308" y="965"/>
                </a:lnTo>
                <a:lnTo>
                  <a:pt x="1308" y="966"/>
                </a:lnTo>
                <a:lnTo>
                  <a:pt x="1307" y="966"/>
                </a:lnTo>
                <a:lnTo>
                  <a:pt x="1305" y="966"/>
                </a:lnTo>
                <a:lnTo>
                  <a:pt x="1304" y="967"/>
                </a:lnTo>
                <a:lnTo>
                  <a:pt x="1304" y="968"/>
                </a:lnTo>
                <a:lnTo>
                  <a:pt x="1303" y="968"/>
                </a:lnTo>
                <a:lnTo>
                  <a:pt x="1302" y="968"/>
                </a:lnTo>
                <a:lnTo>
                  <a:pt x="1301" y="968"/>
                </a:lnTo>
                <a:lnTo>
                  <a:pt x="1300" y="968"/>
                </a:lnTo>
                <a:lnTo>
                  <a:pt x="1300" y="969"/>
                </a:lnTo>
                <a:lnTo>
                  <a:pt x="1301" y="970"/>
                </a:lnTo>
                <a:lnTo>
                  <a:pt x="1301" y="969"/>
                </a:lnTo>
                <a:lnTo>
                  <a:pt x="1302" y="970"/>
                </a:lnTo>
                <a:lnTo>
                  <a:pt x="1302" y="969"/>
                </a:lnTo>
                <a:lnTo>
                  <a:pt x="1303" y="969"/>
                </a:lnTo>
                <a:lnTo>
                  <a:pt x="1303" y="970"/>
                </a:lnTo>
                <a:lnTo>
                  <a:pt x="1304" y="969"/>
                </a:lnTo>
                <a:lnTo>
                  <a:pt x="1305" y="968"/>
                </a:lnTo>
                <a:lnTo>
                  <a:pt x="1305" y="967"/>
                </a:lnTo>
                <a:lnTo>
                  <a:pt x="1305" y="968"/>
                </a:lnTo>
                <a:lnTo>
                  <a:pt x="1306" y="968"/>
                </a:lnTo>
                <a:lnTo>
                  <a:pt x="1306" y="967"/>
                </a:lnTo>
                <a:lnTo>
                  <a:pt x="1307" y="969"/>
                </a:lnTo>
                <a:lnTo>
                  <a:pt x="1309" y="970"/>
                </a:lnTo>
                <a:lnTo>
                  <a:pt x="1310" y="971"/>
                </a:lnTo>
                <a:lnTo>
                  <a:pt x="1310" y="973"/>
                </a:lnTo>
                <a:lnTo>
                  <a:pt x="1310" y="975"/>
                </a:lnTo>
                <a:lnTo>
                  <a:pt x="1310" y="977"/>
                </a:lnTo>
                <a:lnTo>
                  <a:pt x="1310" y="978"/>
                </a:lnTo>
                <a:lnTo>
                  <a:pt x="1310" y="979"/>
                </a:lnTo>
                <a:lnTo>
                  <a:pt x="1310" y="980"/>
                </a:lnTo>
                <a:lnTo>
                  <a:pt x="1311" y="982"/>
                </a:lnTo>
                <a:lnTo>
                  <a:pt x="1311" y="983"/>
                </a:lnTo>
                <a:lnTo>
                  <a:pt x="1312" y="984"/>
                </a:lnTo>
                <a:lnTo>
                  <a:pt x="1312" y="985"/>
                </a:lnTo>
                <a:lnTo>
                  <a:pt x="1312" y="986"/>
                </a:lnTo>
                <a:lnTo>
                  <a:pt x="1312" y="987"/>
                </a:lnTo>
                <a:lnTo>
                  <a:pt x="1313" y="990"/>
                </a:lnTo>
                <a:lnTo>
                  <a:pt x="1314" y="991"/>
                </a:lnTo>
                <a:lnTo>
                  <a:pt x="1315" y="991"/>
                </a:lnTo>
                <a:lnTo>
                  <a:pt x="1315" y="990"/>
                </a:lnTo>
                <a:lnTo>
                  <a:pt x="1316" y="991"/>
                </a:lnTo>
                <a:lnTo>
                  <a:pt x="1317" y="992"/>
                </a:lnTo>
                <a:lnTo>
                  <a:pt x="1318" y="993"/>
                </a:lnTo>
                <a:lnTo>
                  <a:pt x="1318" y="994"/>
                </a:lnTo>
                <a:lnTo>
                  <a:pt x="1318" y="995"/>
                </a:lnTo>
                <a:lnTo>
                  <a:pt x="1317" y="995"/>
                </a:lnTo>
                <a:lnTo>
                  <a:pt x="1317" y="996"/>
                </a:lnTo>
                <a:lnTo>
                  <a:pt x="1317" y="997"/>
                </a:lnTo>
                <a:lnTo>
                  <a:pt x="1318" y="997"/>
                </a:lnTo>
                <a:lnTo>
                  <a:pt x="1318" y="998"/>
                </a:lnTo>
                <a:lnTo>
                  <a:pt x="1318" y="999"/>
                </a:lnTo>
                <a:lnTo>
                  <a:pt x="1319" y="1001"/>
                </a:lnTo>
                <a:lnTo>
                  <a:pt x="1320" y="1002"/>
                </a:lnTo>
                <a:lnTo>
                  <a:pt x="1321" y="1002"/>
                </a:lnTo>
                <a:lnTo>
                  <a:pt x="1321" y="1003"/>
                </a:lnTo>
                <a:lnTo>
                  <a:pt x="1322" y="1003"/>
                </a:lnTo>
                <a:lnTo>
                  <a:pt x="1322" y="1004"/>
                </a:lnTo>
                <a:lnTo>
                  <a:pt x="1321" y="1004"/>
                </a:lnTo>
                <a:lnTo>
                  <a:pt x="1321" y="1005"/>
                </a:lnTo>
                <a:lnTo>
                  <a:pt x="1322" y="1005"/>
                </a:lnTo>
                <a:lnTo>
                  <a:pt x="1322" y="1006"/>
                </a:lnTo>
                <a:lnTo>
                  <a:pt x="1322" y="1007"/>
                </a:lnTo>
                <a:lnTo>
                  <a:pt x="1323" y="1008"/>
                </a:lnTo>
                <a:lnTo>
                  <a:pt x="1322" y="1008"/>
                </a:lnTo>
                <a:lnTo>
                  <a:pt x="1322" y="1009"/>
                </a:lnTo>
                <a:lnTo>
                  <a:pt x="1322" y="1010"/>
                </a:lnTo>
                <a:lnTo>
                  <a:pt x="1323" y="1011"/>
                </a:lnTo>
                <a:lnTo>
                  <a:pt x="1323" y="1012"/>
                </a:lnTo>
                <a:lnTo>
                  <a:pt x="1323" y="1013"/>
                </a:lnTo>
                <a:lnTo>
                  <a:pt x="1324" y="1014"/>
                </a:lnTo>
                <a:lnTo>
                  <a:pt x="1325" y="1014"/>
                </a:lnTo>
                <a:lnTo>
                  <a:pt x="1325" y="1013"/>
                </a:lnTo>
                <a:lnTo>
                  <a:pt x="1326" y="1013"/>
                </a:lnTo>
                <a:lnTo>
                  <a:pt x="1327" y="1013"/>
                </a:lnTo>
                <a:lnTo>
                  <a:pt x="1328" y="1013"/>
                </a:lnTo>
                <a:lnTo>
                  <a:pt x="1330" y="1013"/>
                </a:lnTo>
                <a:lnTo>
                  <a:pt x="1331" y="1014"/>
                </a:lnTo>
                <a:lnTo>
                  <a:pt x="1332" y="1015"/>
                </a:lnTo>
                <a:lnTo>
                  <a:pt x="1332" y="1016"/>
                </a:lnTo>
                <a:lnTo>
                  <a:pt x="1332" y="1017"/>
                </a:lnTo>
                <a:lnTo>
                  <a:pt x="1333" y="1017"/>
                </a:lnTo>
                <a:lnTo>
                  <a:pt x="1333" y="1018"/>
                </a:lnTo>
                <a:lnTo>
                  <a:pt x="1332" y="1018"/>
                </a:lnTo>
                <a:lnTo>
                  <a:pt x="1332" y="1019"/>
                </a:lnTo>
                <a:lnTo>
                  <a:pt x="1331" y="1019"/>
                </a:lnTo>
                <a:lnTo>
                  <a:pt x="1330" y="1020"/>
                </a:lnTo>
                <a:lnTo>
                  <a:pt x="1330" y="1021"/>
                </a:lnTo>
                <a:lnTo>
                  <a:pt x="1330" y="1022"/>
                </a:lnTo>
                <a:lnTo>
                  <a:pt x="1329" y="1022"/>
                </a:lnTo>
                <a:lnTo>
                  <a:pt x="1329" y="1023"/>
                </a:lnTo>
                <a:lnTo>
                  <a:pt x="1330" y="1022"/>
                </a:lnTo>
                <a:lnTo>
                  <a:pt x="1330" y="1023"/>
                </a:lnTo>
                <a:lnTo>
                  <a:pt x="1332" y="1023"/>
                </a:lnTo>
                <a:lnTo>
                  <a:pt x="1333" y="1024"/>
                </a:lnTo>
                <a:lnTo>
                  <a:pt x="1334" y="1024"/>
                </a:lnTo>
                <a:lnTo>
                  <a:pt x="1335" y="1024"/>
                </a:lnTo>
                <a:lnTo>
                  <a:pt x="1336" y="1024"/>
                </a:lnTo>
                <a:lnTo>
                  <a:pt x="1337" y="1025"/>
                </a:lnTo>
                <a:lnTo>
                  <a:pt x="1338" y="1027"/>
                </a:lnTo>
                <a:lnTo>
                  <a:pt x="1339" y="1028"/>
                </a:lnTo>
                <a:lnTo>
                  <a:pt x="1341" y="1029"/>
                </a:lnTo>
                <a:lnTo>
                  <a:pt x="1342" y="1030"/>
                </a:lnTo>
                <a:lnTo>
                  <a:pt x="1342" y="1031"/>
                </a:lnTo>
                <a:lnTo>
                  <a:pt x="1343" y="1031"/>
                </a:lnTo>
                <a:lnTo>
                  <a:pt x="1343" y="1032"/>
                </a:lnTo>
                <a:lnTo>
                  <a:pt x="1343" y="1033"/>
                </a:lnTo>
                <a:lnTo>
                  <a:pt x="1344" y="1033"/>
                </a:lnTo>
                <a:lnTo>
                  <a:pt x="1345" y="1033"/>
                </a:lnTo>
                <a:lnTo>
                  <a:pt x="1345" y="1034"/>
                </a:lnTo>
                <a:lnTo>
                  <a:pt x="1346" y="1034"/>
                </a:lnTo>
                <a:lnTo>
                  <a:pt x="1347" y="1034"/>
                </a:lnTo>
                <a:lnTo>
                  <a:pt x="1348" y="1034"/>
                </a:lnTo>
                <a:lnTo>
                  <a:pt x="1348" y="1033"/>
                </a:lnTo>
                <a:lnTo>
                  <a:pt x="1349" y="1033"/>
                </a:lnTo>
                <a:lnTo>
                  <a:pt x="1349" y="1032"/>
                </a:lnTo>
                <a:lnTo>
                  <a:pt x="1350" y="1032"/>
                </a:lnTo>
                <a:lnTo>
                  <a:pt x="1350" y="1031"/>
                </a:lnTo>
                <a:lnTo>
                  <a:pt x="1351" y="1031"/>
                </a:lnTo>
                <a:lnTo>
                  <a:pt x="1351" y="1030"/>
                </a:lnTo>
                <a:lnTo>
                  <a:pt x="1351" y="1029"/>
                </a:lnTo>
                <a:lnTo>
                  <a:pt x="1351" y="1028"/>
                </a:lnTo>
                <a:lnTo>
                  <a:pt x="1350" y="1028"/>
                </a:lnTo>
                <a:lnTo>
                  <a:pt x="1349" y="1028"/>
                </a:lnTo>
                <a:lnTo>
                  <a:pt x="1349" y="1027"/>
                </a:lnTo>
                <a:lnTo>
                  <a:pt x="1349" y="1026"/>
                </a:lnTo>
                <a:lnTo>
                  <a:pt x="1349" y="1025"/>
                </a:lnTo>
                <a:lnTo>
                  <a:pt x="1349" y="1024"/>
                </a:lnTo>
                <a:lnTo>
                  <a:pt x="1350" y="1024"/>
                </a:lnTo>
                <a:lnTo>
                  <a:pt x="1350" y="1023"/>
                </a:lnTo>
                <a:lnTo>
                  <a:pt x="1349" y="1023"/>
                </a:lnTo>
                <a:lnTo>
                  <a:pt x="1349" y="1022"/>
                </a:lnTo>
                <a:lnTo>
                  <a:pt x="1349" y="1021"/>
                </a:lnTo>
                <a:lnTo>
                  <a:pt x="1348" y="1020"/>
                </a:lnTo>
                <a:lnTo>
                  <a:pt x="1348" y="1019"/>
                </a:lnTo>
                <a:lnTo>
                  <a:pt x="1348" y="1017"/>
                </a:lnTo>
                <a:lnTo>
                  <a:pt x="1348" y="1016"/>
                </a:lnTo>
                <a:lnTo>
                  <a:pt x="1348" y="1015"/>
                </a:lnTo>
                <a:lnTo>
                  <a:pt x="1347" y="1014"/>
                </a:lnTo>
                <a:lnTo>
                  <a:pt x="1347" y="1013"/>
                </a:lnTo>
                <a:lnTo>
                  <a:pt x="1348" y="1012"/>
                </a:lnTo>
                <a:lnTo>
                  <a:pt x="1349" y="1010"/>
                </a:lnTo>
                <a:lnTo>
                  <a:pt x="1349" y="1009"/>
                </a:lnTo>
                <a:lnTo>
                  <a:pt x="1350" y="1009"/>
                </a:lnTo>
                <a:lnTo>
                  <a:pt x="1351" y="1008"/>
                </a:lnTo>
                <a:lnTo>
                  <a:pt x="1352" y="1008"/>
                </a:lnTo>
                <a:lnTo>
                  <a:pt x="1352" y="1009"/>
                </a:lnTo>
                <a:lnTo>
                  <a:pt x="1353" y="1009"/>
                </a:lnTo>
                <a:lnTo>
                  <a:pt x="1355" y="1010"/>
                </a:lnTo>
                <a:lnTo>
                  <a:pt x="1356" y="1010"/>
                </a:lnTo>
                <a:lnTo>
                  <a:pt x="1356" y="1006"/>
                </a:lnTo>
                <a:lnTo>
                  <a:pt x="1357" y="1006"/>
                </a:lnTo>
                <a:lnTo>
                  <a:pt x="1358" y="1006"/>
                </a:lnTo>
                <a:lnTo>
                  <a:pt x="1359" y="1006"/>
                </a:lnTo>
                <a:lnTo>
                  <a:pt x="1360" y="1006"/>
                </a:lnTo>
                <a:lnTo>
                  <a:pt x="1360" y="1007"/>
                </a:lnTo>
                <a:lnTo>
                  <a:pt x="1360" y="1008"/>
                </a:lnTo>
                <a:lnTo>
                  <a:pt x="1360" y="1009"/>
                </a:lnTo>
                <a:lnTo>
                  <a:pt x="1361" y="1009"/>
                </a:lnTo>
                <a:lnTo>
                  <a:pt x="1362" y="1009"/>
                </a:lnTo>
                <a:lnTo>
                  <a:pt x="1363" y="1009"/>
                </a:lnTo>
                <a:lnTo>
                  <a:pt x="1364" y="1009"/>
                </a:lnTo>
                <a:lnTo>
                  <a:pt x="1366" y="1009"/>
                </a:lnTo>
                <a:lnTo>
                  <a:pt x="1367" y="1010"/>
                </a:lnTo>
                <a:lnTo>
                  <a:pt x="1368" y="1010"/>
                </a:lnTo>
                <a:lnTo>
                  <a:pt x="1369" y="1010"/>
                </a:lnTo>
                <a:lnTo>
                  <a:pt x="1370" y="1009"/>
                </a:lnTo>
                <a:lnTo>
                  <a:pt x="1371" y="1009"/>
                </a:lnTo>
                <a:lnTo>
                  <a:pt x="1372" y="1008"/>
                </a:lnTo>
                <a:lnTo>
                  <a:pt x="1373" y="1008"/>
                </a:lnTo>
                <a:lnTo>
                  <a:pt x="1374" y="1009"/>
                </a:lnTo>
                <a:lnTo>
                  <a:pt x="1374" y="1010"/>
                </a:lnTo>
                <a:lnTo>
                  <a:pt x="1375" y="1010"/>
                </a:lnTo>
                <a:lnTo>
                  <a:pt x="1376" y="1010"/>
                </a:lnTo>
                <a:lnTo>
                  <a:pt x="1377" y="1010"/>
                </a:lnTo>
                <a:lnTo>
                  <a:pt x="1377" y="1011"/>
                </a:lnTo>
                <a:lnTo>
                  <a:pt x="1378" y="1011"/>
                </a:lnTo>
                <a:lnTo>
                  <a:pt x="1379" y="1011"/>
                </a:lnTo>
                <a:lnTo>
                  <a:pt x="1380" y="1011"/>
                </a:lnTo>
                <a:lnTo>
                  <a:pt x="1381" y="1011"/>
                </a:lnTo>
                <a:lnTo>
                  <a:pt x="1382" y="1012"/>
                </a:lnTo>
                <a:lnTo>
                  <a:pt x="1384" y="1012"/>
                </a:lnTo>
                <a:lnTo>
                  <a:pt x="1386" y="1013"/>
                </a:lnTo>
                <a:lnTo>
                  <a:pt x="1387" y="1013"/>
                </a:lnTo>
                <a:lnTo>
                  <a:pt x="1388" y="1014"/>
                </a:lnTo>
                <a:lnTo>
                  <a:pt x="1388" y="1015"/>
                </a:lnTo>
                <a:lnTo>
                  <a:pt x="1388" y="1016"/>
                </a:lnTo>
                <a:lnTo>
                  <a:pt x="1389" y="1016"/>
                </a:lnTo>
                <a:lnTo>
                  <a:pt x="1390" y="1016"/>
                </a:lnTo>
                <a:lnTo>
                  <a:pt x="1391" y="1016"/>
                </a:lnTo>
                <a:lnTo>
                  <a:pt x="1392" y="1016"/>
                </a:lnTo>
                <a:lnTo>
                  <a:pt x="1394" y="1016"/>
                </a:lnTo>
                <a:lnTo>
                  <a:pt x="1395" y="1016"/>
                </a:lnTo>
                <a:lnTo>
                  <a:pt x="1396" y="1016"/>
                </a:lnTo>
                <a:lnTo>
                  <a:pt x="1398" y="1016"/>
                </a:lnTo>
                <a:lnTo>
                  <a:pt x="1398" y="1015"/>
                </a:lnTo>
                <a:lnTo>
                  <a:pt x="1400" y="1014"/>
                </a:lnTo>
                <a:lnTo>
                  <a:pt x="1400" y="1013"/>
                </a:lnTo>
                <a:lnTo>
                  <a:pt x="1401" y="1012"/>
                </a:lnTo>
                <a:lnTo>
                  <a:pt x="1402" y="1012"/>
                </a:lnTo>
                <a:lnTo>
                  <a:pt x="1403" y="1011"/>
                </a:lnTo>
                <a:lnTo>
                  <a:pt x="1406" y="1011"/>
                </a:lnTo>
                <a:lnTo>
                  <a:pt x="1407" y="1010"/>
                </a:lnTo>
                <a:lnTo>
                  <a:pt x="1408" y="1010"/>
                </a:lnTo>
                <a:lnTo>
                  <a:pt x="1409" y="1010"/>
                </a:lnTo>
                <a:lnTo>
                  <a:pt x="1410" y="1009"/>
                </a:lnTo>
                <a:lnTo>
                  <a:pt x="1411" y="1009"/>
                </a:lnTo>
                <a:lnTo>
                  <a:pt x="1412" y="1009"/>
                </a:lnTo>
                <a:lnTo>
                  <a:pt x="1412" y="1010"/>
                </a:lnTo>
                <a:lnTo>
                  <a:pt x="1413" y="1010"/>
                </a:lnTo>
                <a:lnTo>
                  <a:pt x="1412" y="1010"/>
                </a:lnTo>
                <a:lnTo>
                  <a:pt x="1412" y="1011"/>
                </a:lnTo>
                <a:lnTo>
                  <a:pt x="1413" y="1011"/>
                </a:lnTo>
                <a:lnTo>
                  <a:pt x="1413" y="1012"/>
                </a:lnTo>
                <a:lnTo>
                  <a:pt x="1414" y="1012"/>
                </a:lnTo>
                <a:lnTo>
                  <a:pt x="1415" y="1011"/>
                </a:lnTo>
                <a:lnTo>
                  <a:pt x="1416" y="1012"/>
                </a:lnTo>
                <a:lnTo>
                  <a:pt x="1417" y="1012"/>
                </a:lnTo>
                <a:lnTo>
                  <a:pt x="1418" y="1013"/>
                </a:lnTo>
                <a:lnTo>
                  <a:pt x="1420" y="1014"/>
                </a:lnTo>
                <a:lnTo>
                  <a:pt x="1421" y="1015"/>
                </a:lnTo>
                <a:lnTo>
                  <a:pt x="1422" y="1015"/>
                </a:lnTo>
                <a:lnTo>
                  <a:pt x="1423" y="1015"/>
                </a:lnTo>
                <a:lnTo>
                  <a:pt x="1423" y="1016"/>
                </a:lnTo>
                <a:lnTo>
                  <a:pt x="1422" y="1016"/>
                </a:lnTo>
                <a:lnTo>
                  <a:pt x="1422" y="1017"/>
                </a:lnTo>
                <a:lnTo>
                  <a:pt x="1421" y="1017"/>
                </a:lnTo>
                <a:lnTo>
                  <a:pt x="1421" y="1018"/>
                </a:lnTo>
                <a:lnTo>
                  <a:pt x="1422" y="1018"/>
                </a:lnTo>
                <a:lnTo>
                  <a:pt x="1423" y="1018"/>
                </a:lnTo>
                <a:lnTo>
                  <a:pt x="1423" y="1019"/>
                </a:lnTo>
                <a:lnTo>
                  <a:pt x="1422" y="1020"/>
                </a:lnTo>
                <a:lnTo>
                  <a:pt x="1421" y="1020"/>
                </a:lnTo>
                <a:lnTo>
                  <a:pt x="1420" y="1020"/>
                </a:lnTo>
                <a:lnTo>
                  <a:pt x="1421" y="1021"/>
                </a:lnTo>
                <a:lnTo>
                  <a:pt x="1421" y="1022"/>
                </a:lnTo>
                <a:lnTo>
                  <a:pt x="1422" y="1022"/>
                </a:lnTo>
                <a:lnTo>
                  <a:pt x="1423" y="1023"/>
                </a:lnTo>
                <a:lnTo>
                  <a:pt x="1423" y="1025"/>
                </a:lnTo>
                <a:lnTo>
                  <a:pt x="1424" y="1025"/>
                </a:lnTo>
                <a:lnTo>
                  <a:pt x="1424" y="1024"/>
                </a:lnTo>
                <a:lnTo>
                  <a:pt x="1425" y="1024"/>
                </a:lnTo>
                <a:lnTo>
                  <a:pt x="1426" y="1024"/>
                </a:lnTo>
                <a:lnTo>
                  <a:pt x="1427" y="1024"/>
                </a:lnTo>
                <a:lnTo>
                  <a:pt x="1428" y="1024"/>
                </a:lnTo>
                <a:lnTo>
                  <a:pt x="1429" y="1024"/>
                </a:lnTo>
                <a:lnTo>
                  <a:pt x="1430" y="1024"/>
                </a:lnTo>
                <a:lnTo>
                  <a:pt x="1430" y="1025"/>
                </a:lnTo>
                <a:lnTo>
                  <a:pt x="1431" y="1026"/>
                </a:lnTo>
                <a:lnTo>
                  <a:pt x="1432" y="1027"/>
                </a:lnTo>
                <a:lnTo>
                  <a:pt x="1433" y="1027"/>
                </a:lnTo>
                <a:lnTo>
                  <a:pt x="1434" y="1028"/>
                </a:lnTo>
                <a:lnTo>
                  <a:pt x="1434" y="1029"/>
                </a:lnTo>
                <a:lnTo>
                  <a:pt x="1435" y="1029"/>
                </a:lnTo>
                <a:lnTo>
                  <a:pt x="1436" y="1030"/>
                </a:lnTo>
                <a:lnTo>
                  <a:pt x="1438" y="1030"/>
                </a:lnTo>
                <a:lnTo>
                  <a:pt x="1439" y="1031"/>
                </a:lnTo>
                <a:lnTo>
                  <a:pt x="1439" y="1032"/>
                </a:lnTo>
                <a:lnTo>
                  <a:pt x="1439" y="1033"/>
                </a:lnTo>
                <a:lnTo>
                  <a:pt x="1436" y="1035"/>
                </a:lnTo>
                <a:lnTo>
                  <a:pt x="1436" y="1036"/>
                </a:lnTo>
                <a:lnTo>
                  <a:pt x="1435" y="1036"/>
                </a:lnTo>
                <a:lnTo>
                  <a:pt x="1434" y="1038"/>
                </a:lnTo>
                <a:lnTo>
                  <a:pt x="1435" y="1039"/>
                </a:lnTo>
                <a:lnTo>
                  <a:pt x="1436" y="1040"/>
                </a:lnTo>
                <a:lnTo>
                  <a:pt x="1436" y="1041"/>
                </a:lnTo>
                <a:lnTo>
                  <a:pt x="1435" y="1041"/>
                </a:lnTo>
                <a:lnTo>
                  <a:pt x="1434" y="1041"/>
                </a:lnTo>
                <a:lnTo>
                  <a:pt x="1434" y="1040"/>
                </a:lnTo>
                <a:lnTo>
                  <a:pt x="1433" y="1040"/>
                </a:lnTo>
                <a:lnTo>
                  <a:pt x="1433" y="1041"/>
                </a:lnTo>
                <a:lnTo>
                  <a:pt x="1432" y="1041"/>
                </a:lnTo>
                <a:lnTo>
                  <a:pt x="1432" y="1042"/>
                </a:lnTo>
                <a:lnTo>
                  <a:pt x="1433" y="1042"/>
                </a:lnTo>
                <a:lnTo>
                  <a:pt x="1434" y="1042"/>
                </a:lnTo>
                <a:lnTo>
                  <a:pt x="1434" y="1043"/>
                </a:lnTo>
                <a:lnTo>
                  <a:pt x="1435" y="1045"/>
                </a:lnTo>
                <a:lnTo>
                  <a:pt x="1436" y="1045"/>
                </a:lnTo>
                <a:lnTo>
                  <a:pt x="1436" y="1046"/>
                </a:lnTo>
                <a:lnTo>
                  <a:pt x="1435" y="1047"/>
                </a:lnTo>
                <a:lnTo>
                  <a:pt x="1435" y="1048"/>
                </a:lnTo>
                <a:lnTo>
                  <a:pt x="1436" y="1048"/>
                </a:lnTo>
                <a:lnTo>
                  <a:pt x="1437" y="1048"/>
                </a:lnTo>
                <a:lnTo>
                  <a:pt x="1438" y="1048"/>
                </a:lnTo>
                <a:lnTo>
                  <a:pt x="1439" y="1047"/>
                </a:lnTo>
                <a:lnTo>
                  <a:pt x="1440" y="1048"/>
                </a:lnTo>
                <a:lnTo>
                  <a:pt x="1440" y="1049"/>
                </a:lnTo>
                <a:lnTo>
                  <a:pt x="1440" y="1050"/>
                </a:lnTo>
                <a:lnTo>
                  <a:pt x="1440" y="1052"/>
                </a:lnTo>
                <a:lnTo>
                  <a:pt x="1441" y="1053"/>
                </a:lnTo>
                <a:lnTo>
                  <a:pt x="1442" y="1054"/>
                </a:lnTo>
                <a:lnTo>
                  <a:pt x="1442" y="1055"/>
                </a:lnTo>
                <a:lnTo>
                  <a:pt x="1443" y="1056"/>
                </a:lnTo>
                <a:lnTo>
                  <a:pt x="1443" y="1055"/>
                </a:lnTo>
                <a:lnTo>
                  <a:pt x="1444" y="1054"/>
                </a:lnTo>
                <a:lnTo>
                  <a:pt x="1444" y="1055"/>
                </a:lnTo>
                <a:lnTo>
                  <a:pt x="1444" y="1054"/>
                </a:lnTo>
                <a:lnTo>
                  <a:pt x="1445" y="1054"/>
                </a:lnTo>
                <a:lnTo>
                  <a:pt x="1446" y="1054"/>
                </a:lnTo>
                <a:lnTo>
                  <a:pt x="1446" y="1055"/>
                </a:lnTo>
                <a:lnTo>
                  <a:pt x="1445" y="1056"/>
                </a:lnTo>
                <a:lnTo>
                  <a:pt x="1446" y="1057"/>
                </a:lnTo>
                <a:lnTo>
                  <a:pt x="1447" y="1056"/>
                </a:lnTo>
                <a:lnTo>
                  <a:pt x="1448" y="1057"/>
                </a:lnTo>
                <a:lnTo>
                  <a:pt x="1448" y="1058"/>
                </a:lnTo>
                <a:lnTo>
                  <a:pt x="1447" y="1059"/>
                </a:lnTo>
                <a:lnTo>
                  <a:pt x="1447" y="1060"/>
                </a:lnTo>
                <a:lnTo>
                  <a:pt x="1446" y="1062"/>
                </a:lnTo>
                <a:lnTo>
                  <a:pt x="1446" y="1063"/>
                </a:lnTo>
                <a:lnTo>
                  <a:pt x="1445" y="1063"/>
                </a:lnTo>
                <a:lnTo>
                  <a:pt x="1445" y="1065"/>
                </a:lnTo>
                <a:lnTo>
                  <a:pt x="1445" y="1066"/>
                </a:lnTo>
                <a:lnTo>
                  <a:pt x="1444" y="1066"/>
                </a:lnTo>
                <a:lnTo>
                  <a:pt x="1443" y="1066"/>
                </a:lnTo>
                <a:lnTo>
                  <a:pt x="1442" y="1067"/>
                </a:lnTo>
                <a:lnTo>
                  <a:pt x="1441" y="1067"/>
                </a:lnTo>
                <a:lnTo>
                  <a:pt x="1441" y="1065"/>
                </a:lnTo>
                <a:lnTo>
                  <a:pt x="1440" y="1065"/>
                </a:lnTo>
                <a:lnTo>
                  <a:pt x="1440" y="1066"/>
                </a:lnTo>
                <a:lnTo>
                  <a:pt x="1439" y="1065"/>
                </a:lnTo>
                <a:lnTo>
                  <a:pt x="1438" y="1065"/>
                </a:lnTo>
                <a:lnTo>
                  <a:pt x="1437" y="1065"/>
                </a:lnTo>
                <a:lnTo>
                  <a:pt x="1436" y="1065"/>
                </a:lnTo>
                <a:lnTo>
                  <a:pt x="1436" y="1066"/>
                </a:lnTo>
                <a:lnTo>
                  <a:pt x="1436" y="1067"/>
                </a:lnTo>
                <a:lnTo>
                  <a:pt x="1435" y="1067"/>
                </a:lnTo>
                <a:lnTo>
                  <a:pt x="1435" y="1068"/>
                </a:lnTo>
                <a:lnTo>
                  <a:pt x="1436" y="1068"/>
                </a:lnTo>
                <a:lnTo>
                  <a:pt x="1436" y="1069"/>
                </a:lnTo>
                <a:lnTo>
                  <a:pt x="1437" y="1069"/>
                </a:lnTo>
                <a:lnTo>
                  <a:pt x="1436" y="1070"/>
                </a:lnTo>
                <a:lnTo>
                  <a:pt x="1436" y="1071"/>
                </a:lnTo>
                <a:lnTo>
                  <a:pt x="1436" y="1072"/>
                </a:lnTo>
                <a:lnTo>
                  <a:pt x="1437" y="1073"/>
                </a:lnTo>
                <a:lnTo>
                  <a:pt x="1438" y="1073"/>
                </a:lnTo>
                <a:lnTo>
                  <a:pt x="1438" y="1074"/>
                </a:lnTo>
                <a:lnTo>
                  <a:pt x="1439" y="1075"/>
                </a:lnTo>
                <a:lnTo>
                  <a:pt x="1439" y="1076"/>
                </a:lnTo>
                <a:lnTo>
                  <a:pt x="1440" y="1078"/>
                </a:lnTo>
                <a:lnTo>
                  <a:pt x="1442" y="1080"/>
                </a:lnTo>
                <a:lnTo>
                  <a:pt x="1445" y="1081"/>
                </a:lnTo>
                <a:lnTo>
                  <a:pt x="1446" y="1083"/>
                </a:lnTo>
                <a:lnTo>
                  <a:pt x="1446" y="1084"/>
                </a:lnTo>
                <a:lnTo>
                  <a:pt x="1448" y="1084"/>
                </a:lnTo>
                <a:lnTo>
                  <a:pt x="1449" y="1085"/>
                </a:lnTo>
                <a:lnTo>
                  <a:pt x="1450" y="1086"/>
                </a:lnTo>
                <a:lnTo>
                  <a:pt x="1451" y="1087"/>
                </a:lnTo>
                <a:lnTo>
                  <a:pt x="1451" y="1086"/>
                </a:lnTo>
                <a:lnTo>
                  <a:pt x="1452" y="1086"/>
                </a:lnTo>
                <a:lnTo>
                  <a:pt x="1454" y="1086"/>
                </a:lnTo>
                <a:lnTo>
                  <a:pt x="1455" y="1086"/>
                </a:lnTo>
                <a:lnTo>
                  <a:pt x="1456" y="1085"/>
                </a:lnTo>
                <a:lnTo>
                  <a:pt x="1457" y="1084"/>
                </a:lnTo>
                <a:lnTo>
                  <a:pt x="1457" y="1083"/>
                </a:lnTo>
                <a:lnTo>
                  <a:pt x="1457" y="1082"/>
                </a:lnTo>
                <a:lnTo>
                  <a:pt x="1456" y="1082"/>
                </a:lnTo>
                <a:lnTo>
                  <a:pt x="1455" y="1081"/>
                </a:lnTo>
                <a:lnTo>
                  <a:pt x="1454" y="1080"/>
                </a:lnTo>
                <a:lnTo>
                  <a:pt x="1453" y="1080"/>
                </a:lnTo>
                <a:lnTo>
                  <a:pt x="1453" y="1079"/>
                </a:lnTo>
                <a:lnTo>
                  <a:pt x="1453" y="1078"/>
                </a:lnTo>
                <a:lnTo>
                  <a:pt x="1454" y="1078"/>
                </a:lnTo>
                <a:lnTo>
                  <a:pt x="1455" y="1079"/>
                </a:lnTo>
                <a:lnTo>
                  <a:pt x="1456" y="1079"/>
                </a:lnTo>
                <a:lnTo>
                  <a:pt x="1456" y="1077"/>
                </a:lnTo>
                <a:lnTo>
                  <a:pt x="1457" y="1077"/>
                </a:lnTo>
                <a:lnTo>
                  <a:pt x="1457" y="1076"/>
                </a:lnTo>
                <a:lnTo>
                  <a:pt x="1458" y="1076"/>
                </a:lnTo>
                <a:lnTo>
                  <a:pt x="1459" y="1076"/>
                </a:lnTo>
                <a:lnTo>
                  <a:pt x="1460" y="1076"/>
                </a:lnTo>
                <a:lnTo>
                  <a:pt x="1460" y="1075"/>
                </a:lnTo>
                <a:lnTo>
                  <a:pt x="1461" y="1075"/>
                </a:lnTo>
                <a:lnTo>
                  <a:pt x="1462" y="1075"/>
                </a:lnTo>
                <a:lnTo>
                  <a:pt x="1463" y="1076"/>
                </a:lnTo>
                <a:lnTo>
                  <a:pt x="1464" y="1076"/>
                </a:lnTo>
                <a:lnTo>
                  <a:pt x="1464" y="1077"/>
                </a:lnTo>
                <a:lnTo>
                  <a:pt x="1464" y="1078"/>
                </a:lnTo>
                <a:lnTo>
                  <a:pt x="1464" y="1079"/>
                </a:lnTo>
                <a:lnTo>
                  <a:pt x="1464" y="1080"/>
                </a:lnTo>
                <a:lnTo>
                  <a:pt x="1465" y="1080"/>
                </a:lnTo>
                <a:lnTo>
                  <a:pt x="1466" y="1080"/>
                </a:lnTo>
                <a:lnTo>
                  <a:pt x="1466" y="1079"/>
                </a:lnTo>
                <a:lnTo>
                  <a:pt x="1467" y="1080"/>
                </a:lnTo>
                <a:lnTo>
                  <a:pt x="1467" y="1081"/>
                </a:lnTo>
                <a:lnTo>
                  <a:pt x="1468" y="1082"/>
                </a:lnTo>
                <a:lnTo>
                  <a:pt x="1469" y="1082"/>
                </a:lnTo>
                <a:lnTo>
                  <a:pt x="1470" y="1082"/>
                </a:lnTo>
                <a:lnTo>
                  <a:pt x="1470" y="1083"/>
                </a:lnTo>
                <a:lnTo>
                  <a:pt x="1472" y="1083"/>
                </a:lnTo>
                <a:lnTo>
                  <a:pt x="1473" y="1083"/>
                </a:lnTo>
                <a:lnTo>
                  <a:pt x="1473" y="1084"/>
                </a:lnTo>
                <a:lnTo>
                  <a:pt x="1474" y="1085"/>
                </a:lnTo>
                <a:lnTo>
                  <a:pt x="1475" y="1086"/>
                </a:lnTo>
                <a:lnTo>
                  <a:pt x="1476" y="1086"/>
                </a:lnTo>
                <a:lnTo>
                  <a:pt x="1477" y="1086"/>
                </a:lnTo>
                <a:lnTo>
                  <a:pt x="1477" y="1087"/>
                </a:lnTo>
                <a:lnTo>
                  <a:pt x="1477" y="1088"/>
                </a:lnTo>
                <a:lnTo>
                  <a:pt x="1477" y="1089"/>
                </a:lnTo>
                <a:lnTo>
                  <a:pt x="1478" y="1089"/>
                </a:lnTo>
                <a:lnTo>
                  <a:pt x="1478" y="1090"/>
                </a:lnTo>
                <a:lnTo>
                  <a:pt x="1478" y="1091"/>
                </a:lnTo>
                <a:lnTo>
                  <a:pt x="1479" y="1091"/>
                </a:lnTo>
                <a:lnTo>
                  <a:pt x="1479" y="1092"/>
                </a:lnTo>
                <a:lnTo>
                  <a:pt x="1480" y="1093"/>
                </a:lnTo>
                <a:lnTo>
                  <a:pt x="1481" y="1093"/>
                </a:lnTo>
                <a:lnTo>
                  <a:pt x="1482" y="1093"/>
                </a:lnTo>
                <a:lnTo>
                  <a:pt x="1483" y="1093"/>
                </a:lnTo>
                <a:lnTo>
                  <a:pt x="1483" y="1092"/>
                </a:lnTo>
                <a:lnTo>
                  <a:pt x="1485" y="1092"/>
                </a:lnTo>
                <a:lnTo>
                  <a:pt x="1486" y="1093"/>
                </a:lnTo>
                <a:lnTo>
                  <a:pt x="1487" y="1093"/>
                </a:lnTo>
                <a:lnTo>
                  <a:pt x="1488" y="1093"/>
                </a:lnTo>
                <a:lnTo>
                  <a:pt x="1489" y="1093"/>
                </a:lnTo>
                <a:lnTo>
                  <a:pt x="1490" y="1094"/>
                </a:lnTo>
                <a:lnTo>
                  <a:pt x="1493" y="1095"/>
                </a:lnTo>
                <a:lnTo>
                  <a:pt x="1494" y="1095"/>
                </a:lnTo>
                <a:lnTo>
                  <a:pt x="1495" y="1095"/>
                </a:lnTo>
                <a:lnTo>
                  <a:pt x="1496" y="1094"/>
                </a:lnTo>
                <a:lnTo>
                  <a:pt x="1497" y="1094"/>
                </a:lnTo>
                <a:lnTo>
                  <a:pt x="1498" y="1094"/>
                </a:lnTo>
                <a:lnTo>
                  <a:pt x="1498" y="1093"/>
                </a:lnTo>
                <a:lnTo>
                  <a:pt x="1498" y="1092"/>
                </a:lnTo>
                <a:lnTo>
                  <a:pt x="1497" y="1090"/>
                </a:lnTo>
                <a:lnTo>
                  <a:pt x="1497" y="1089"/>
                </a:lnTo>
                <a:lnTo>
                  <a:pt x="1497" y="1088"/>
                </a:lnTo>
                <a:lnTo>
                  <a:pt x="1498" y="1086"/>
                </a:lnTo>
                <a:lnTo>
                  <a:pt x="1498" y="1085"/>
                </a:lnTo>
                <a:lnTo>
                  <a:pt x="1499" y="1085"/>
                </a:lnTo>
                <a:lnTo>
                  <a:pt x="1499" y="1083"/>
                </a:lnTo>
                <a:lnTo>
                  <a:pt x="1499" y="1082"/>
                </a:lnTo>
                <a:lnTo>
                  <a:pt x="1499" y="1081"/>
                </a:lnTo>
                <a:lnTo>
                  <a:pt x="1499" y="1079"/>
                </a:lnTo>
                <a:lnTo>
                  <a:pt x="1500" y="1078"/>
                </a:lnTo>
                <a:lnTo>
                  <a:pt x="1500" y="1077"/>
                </a:lnTo>
                <a:lnTo>
                  <a:pt x="1501" y="1077"/>
                </a:lnTo>
                <a:lnTo>
                  <a:pt x="1501" y="1076"/>
                </a:lnTo>
                <a:lnTo>
                  <a:pt x="1502" y="1076"/>
                </a:lnTo>
                <a:lnTo>
                  <a:pt x="1502" y="1075"/>
                </a:lnTo>
                <a:lnTo>
                  <a:pt x="1501" y="1074"/>
                </a:lnTo>
                <a:lnTo>
                  <a:pt x="1501" y="1073"/>
                </a:lnTo>
                <a:lnTo>
                  <a:pt x="1501" y="1072"/>
                </a:lnTo>
                <a:lnTo>
                  <a:pt x="1502" y="1072"/>
                </a:lnTo>
                <a:lnTo>
                  <a:pt x="1503" y="1073"/>
                </a:lnTo>
                <a:lnTo>
                  <a:pt x="1504" y="1073"/>
                </a:lnTo>
                <a:lnTo>
                  <a:pt x="1505" y="1073"/>
                </a:lnTo>
                <a:lnTo>
                  <a:pt x="1505" y="1074"/>
                </a:lnTo>
                <a:lnTo>
                  <a:pt x="1505" y="1073"/>
                </a:lnTo>
                <a:lnTo>
                  <a:pt x="1506" y="1073"/>
                </a:lnTo>
                <a:lnTo>
                  <a:pt x="1507" y="1072"/>
                </a:lnTo>
                <a:lnTo>
                  <a:pt x="1508" y="1072"/>
                </a:lnTo>
                <a:lnTo>
                  <a:pt x="1509" y="1072"/>
                </a:lnTo>
                <a:lnTo>
                  <a:pt x="1510" y="1072"/>
                </a:lnTo>
                <a:lnTo>
                  <a:pt x="1511" y="1072"/>
                </a:lnTo>
                <a:lnTo>
                  <a:pt x="1512" y="1072"/>
                </a:lnTo>
                <a:lnTo>
                  <a:pt x="1513" y="1072"/>
                </a:lnTo>
                <a:lnTo>
                  <a:pt x="1513" y="1071"/>
                </a:lnTo>
                <a:lnTo>
                  <a:pt x="1514" y="1071"/>
                </a:lnTo>
                <a:lnTo>
                  <a:pt x="1514" y="1070"/>
                </a:lnTo>
                <a:lnTo>
                  <a:pt x="1515" y="1071"/>
                </a:lnTo>
                <a:lnTo>
                  <a:pt x="1516" y="1071"/>
                </a:lnTo>
                <a:lnTo>
                  <a:pt x="1517" y="1071"/>
                </a:lnTo>
                <a:lnTo>
                  <a:pt x="1518" y="1071"/>
                </a:lnTo>
                <a:lnTo>
                  <a:pt x="1520" y="1073"/>
                </a:lnTo>
                <a:lnTo>
                  <a:pt x="1520" y="1075"/>
                </a:lnTo>
                <a:lnTo>
                  <a:pt x="1520" y="1076"/>
                </a:lnTo>
                <a:lnTo>
                  <a:pt x="1520" y="1077"/>
                </a:lnTo>
                <a:lnTo>
                  <a:pt x="1520" y="1078"/>
                </a:lnTo>
                <a:lnTo>
                  <a:pt x="1521" y="1078"/>
                </a:lnTo>
                <a:lnTo>
                  <a:pt x="1522" y="1078"/>
                </a:lnTo>
                <a:lnTo>
                  <a:pt x="1521" y="1079"/>
                </a:lnTo>
                <a:lnTo>
                  <a:pt x="1521" y="1080"/>
                </a:lnTo>
                <a:lnTo>
                  <a:pt x="1521" y="1081"/>
                </a:lnTo>
                <a:lnTo>
                  <a:pt x="1522" y="1081"/>
                </a:lnTo>
                <a:lnTo>
                  <a:pt x="1523" y="1081"/>
                </a:lnTo>
                <a:lnTo>
                  <a:pt x="1523" y="1082"/>
                </a:lnTo>
                <a:lnTo>
                  <a:pt x="1523" y="1083"/>
                </a:lnTo>
                <a:lnTo>
                  <a:pt x="1522" y="1083"/>
                </a:lnTo>
                <a:lnTo>
                  <a:pt x="1522" y="1084"/>
                </a:lnTo>
                <a:lnTo>
                  <a:pt x="1523" y="1085"/>
                </a:lnTo>
                <a:lnTo>
                  <a:pt x="1523" y="1086"/>
                </a:lnTo>
                <a:lnTo>
                  <a:pt x="1522" y="1087"/>
                </a:lnTo>
                <a:lnTo>
                  <a:pt x="1522" y="1088"/>
                </a:lnTo>
                <a:lnTo>
                  <a:pt x="1523" y="1091"/>
                </a:lnTo>
                <a:lnTo>
                  <a:pt x="1524" y="1092"/>
                </a:lnTo>
                <a:lnTo>
                  <a:pt x="1524" y="1093"/>
                </a:lnTo>
                <a:lnTo>
                  <a:pt x="1525" y="1092"/>
                </a:lnTo>
                <a:lnTo>
                  <a:pt x="1525" y="1091"/>
                </a:lnTo>
                <a:lnTo>
                  <a:pt x="1526" y="1091"/>
                </a:lnTo>
                <a:lnTo>
                  <a:pt x="1527" y="1091"/>
                </a:lnTo>
                <a:lnTo>
                  <a:pt x="1528" y="1091"/>
                </a:lnTo>
                <a:lnTo>
                  <a:pt x="1530" y="1090"/>
                </a:lnTo>
                <a:lnTo>
                  <a:pt x="1531" y="1089"/>
                </a:lnTo>
                <a:lnTo>
                  <a:pt x="1532" y="1088"/>
                </a:lnTo>
                <a:lnTo>
                  <a:pt x="1533" y="1086"/>
                </a:lnTo>
                <a:lnTo>
                  <a:pt x="1534" y="1086"/>
                </a:lnTo>
                <a:lnTo>
                  <a:pt x="1535" y="1085"/>
                </a:lnTo>
                <a:lnTo>
                  <a:pt x="1535" y="1086"/>
                </a:lnTo>
                <a:lnTo>
                  <a:pt x="1536" y="1086"/>
                </a:lnTo>
                <a:lnTo>
                  <a:pt x="1537" y="1087"/>
                </a:lnTo>
                <a:lnTo>
                  <a:pt x="1538" y="1087"/>
                </a:lnTo>
                <a:lnTo>
                  <a:pt x="1538" y="1086"/>
                </a:lnTo>
                <a:lnTo>
                  <a:pt x="1539" y="1086"/>
                </a:lnTo>
                <a:lnTo>
                  <a:pt x="1539" y="1087"/>
                </a:lnTo>
                <a:lnTo>
                  <a:pt x="1539" y="1086"/>
                </a:lnTo>
                <a:lnTo>
                  <a:pt x="1539" y="1087"/>
                </a:lnTo>
                <a:lnTo>
                  <a:pt x="1540" y="1087"/>
                </a:lnTo>
                <a:lnTo>
                  <a:pt x="1541" y="1087"/>
                </a:lnTo>
                <a:lnTo>
                  <a:pt x="1542" y="1087"/>
                </a:lnTo>
                <a:lnTo>
                  <a:pt x="1543" y="1085"/>
                </a:lnTo>
                <a:lnTo>
                  <a:pt x="1544" y="1084"/>
                </a:lnTo>
                <a:lnTo>
                  <a:pt x="1545" y="1084"/>
                </a:lnTo>
                <a:lnTo>
                  <a:pt x="1547" y="1085"/>
                </a:lnTo>
                <a:lnTo>
                  <a:pt x="1548" y="1085"/>
                </a:lnTo>
                <a:lnTo>
                  <a:pt x="1550" y="1085"/>
                </a:lnTo>
                <a:lnTo>
                  <a:pt x="1551" y="1085"/>
                </a:lnTo>
                <a:lnTo>
                  <a:pt x="1552" y="1087"/>
                </a:lnTo>
                <a:lnTo>
                  <a:pt x="1552" y="1088"/>
                </a:lnTo>
                <a:lnTo>
                  <a:pt x="1552" y="1089"/>
                </a:lnTo>
                <a:lnTo>
                  <a:pt x="1550" y="1090"/>
                </a:lnTo>
                <a:lnTo>
                  <a:pt x="1550" y="1091"/>
                </a:lnTo>
                <a:lnTo>
                  <a:pt x="1550" y="1092"/>
                </a:lnTo>
                <a:lnTo>
                  <a:pt x="1551" y="1093"/>
                </a:lnTo>
                <a:lnTo>
                  <a:pt x="1552" y="1094"/>
                </a:lnTo>
                <a:lnTo>
                  <a:pt x="1552" y="1093"/>
                </a:lnTo>
                <a:lnTo>
                  <a:pt x="1555" y="1093"/>
                </a:lnTo>
                <a:lnTo>
                  <a:pt x="1557" y="1092"/>
                </a:lnTo>
                <a:lnTo>
                  <a:pt x="1557" y="1093"/>
                </a:lnTo>
                <a:lnTo>
                  <a:pt x="1559" y="1092"/>
                </a:lnTo>
                <a:lnTo>
                  <a:pt x="1560" y="1092"/>
                </a:lnTo>
                <a:lnTo>
                  <a:pt x="1561" y="1091"/>
                </a:lnTo>
                <a:lnTo>
                  <a:pt x="1561" y="1090"/>
                </a:lnTo>
                <a:lnTo>
                  <a:pt x="1561" y="1089"/>
                </a:lnTo>
                <a:lnTo>
                  <a:pt x="1562" y="1088"/>
                </a:lnTo>
                <a:lnTo>
                  <a:pt x="1561" y="1087"/>
                </a:lnTo>
                <a:lnTo>
                  <a:pt x="1562" y="1087"/>
                </a:lnTo>
                <a:lnTo>
                  <a:pt x="1563" y="1087"/>
                </a:lnTo>
                <a:lnTo>
                  <a:pt x="1564" y="1088"/>
                </a:lnTo>
                <a:lnTo>
                  <a:pt x="1566" y="1088"/>
                </a:lnTo>
                <a:lnTo>
                  <a:pt x="1567" y="1089"/>
                </a:lnTo>
                <a:lnTo>
                  <a:pt x="1568" y="1089"/>
                </a:lnTo>
                <a:lnTo>
                  <a:pt x="1569" y="1090"/>
                </a:lnTo>
                <a:lnTo>
                  <a:pt x="1570" y="1090"/>
                </a:lnTo>
                <a:lnTo>
                  <a:pt x="1571" y="1089"/>
                </a:lnTo>
                <a:lnTo>
                  <a:pt x="1572" y="1086"/>
                </a:lnTo>
                <a:lnTo>
                  <a:pt x="1572" y="1085"/>
                </a:lnTo>
                <a:lnTo>
                  <a:pt x="1572" y="1084"/>
                </a:lnTo>
                <a:lnTo>
                  <a:pt x="1572" y="1083"/>
                </a:lnTo>
                <a:lnTo>
                  <a:pt x="1570" y="1082"/>
                </a:lnTo>
                <a:lnTo>
                  <a:pt x="1570" y="1081"/>
                </a:lnTo>
                <a:lnTo>
                  <a:pt x="1570" y="1080"/>
                </a:lnTo>
                <a:lnTo>
                  <a:pt x="1571" y="1078"/>
                </a:lnTo>
                <a:lnTo>
                  <a:pt x="1571" y="1076"/>
                </a:lnTo>
                <a:lnTo>
                  <a:pt x="1575" y="1074"/>
                </a:lnTo>
                <a:lnTo>
                  <a:pt x="1577" y="1074"/>
                </a:lnTo>
                <a:lnTo>
                  <a:pt x="1579" y="1075"/>
                </a:lnTo>
                <a:lnTo>
                  <a:pt x="1581" y="1075"/>
                </a:lnTo>
                <a:lnTo>
                  <a:pt x="1582" y="1075"/>
                </a:lnTo>
                <a:lnTo>
                  <a:pt x="1585" y="1075"/>
                </a:lnTo>
                <a:lnTo>
                  <a:pt x="1587" y="1074"/>
                </a:lnTo>
                <a:lnTo>
                  <a:pt x="1588" y="1074"/>
                </a:lnTo>
                <a:lnTo>
                  <a:pt x="1589" y="1074"/>
                </a:lnTo>
                <a:lnTo>
                  <a:pt x="1589" y="1075"/>
                </a:lnTo>
                <a:lnTo>
                  <a:pt x="1591" y="1077"/>
                </a:lnTo>
                <a:lnTo>
                  <a:pt x="1592" y="1078"/>
                </a:lnTo>
                <a:lnTo>
                  <a:pt x="1593" y="1078"/>
                </a:lnTo>
                <a:lnTo>
                  <a:pt x="1594" y="1077"/>
                </a:lnTo>
                <a:lnTo>
                  <a:pt x="1596" y="1078"/>
                </a:lnTo>
                <a:lnTo>
                  <a:pt x="1597" y="1079"/>
                </a:lnTo>
                <a:lnTo>
                  <a:pt x="1598" y="1079"/>
                </a:lnTo>
                <a:lnTo>
                  <a:pt x="1598" y="1080"/>
                </a:lnTo>
                <a:lnTo>
                  <a:pt x="1599" y="1080"/>
                </a:lnTo>
                <a:lnTo>
                  <a:pt x="1599" y="1081"/>
                </a:lnTo>
                <a:lnTo>
                  <a:pt x="1599" y="1084"/>
                </a:lnTo>
                <a:lnTo>
                  <a:pt x="1600" y="1085"/>
                </a:lnTo>
                <a:lnTo>
                  <a:pt x="1600" y="1086"/>
                </a:lnTo>
                <a:lnTo>
                  <a:pt x="1599" y="1086"/>
                </a:lnTo>
                <a:lnTo>
                  <a:pt x="1599" y="1087"/>
                </a:lnTo>
                <a:lnTo>
                  <a:pt x="1600" y="1088"/>
                </a:lnTo>
                <a:lnTo>
                  <a:pt x="1600" y="1089"/>
                </a:lnTo>
                <a:lnTo>
                  <a:pt x="1601" y="1089"/>
                </a:lnTo>
                <a:lnTo>
                  <a:pt x="1602" y="1090"/>
                </a:lnTo>
                <a:lnTo>
                  <a:pt x="1603" y="1090"/>
                </a:lnTo>
                <a:lnTo>
                  <a:pt x="1603" y="1091"/>
                </a:lnTo>
                <a:lnTo>
                  <a:pt x="1603" y="1092"/>
                </a:lnTo>
                <a:lnTo>
                  <a:pt x="1604" y="1092"/>
                </a:lnTo>
                <a:lnTo>
                  <a:pt x="1605" y="1092"/>
                </a:lnTo>
                <a:lnTo>
                  <a:pt x="1605" y="1091"/>
                </a:lnTo>
                <a:lnTo>
                  <a:pt x="1606" y="1091"/>
                </a:lnTo>
                <a:lnTo>
                  <a:pt x="1607" y="1092"/>
                </a:lnTo>
                <a:lnTo>
                  <a:pt x="1607" y="1093"/>
                </a:lnTo>
                <a:lnTo>
                  <a:pt x="1608" y="1093"/>
                </a:lnTo>
                <a:lnTo>
                  <a:pt x="1607" y="1097"/>
                </a:lnTo>
                <a:lnTo>
                  <a:pt x="1607" y="1098"/>
                </a:lnTo>
                <a:lnTo>
                  <a:pt x="1606" y="1098"/>
                </a:lnTo>
                <a:lnTo>
                  <a:pt x="1605" y="1099"/>
                </a:lnTo>
                <a:lnTo>
                  <a:pt x="1606" y="1100"/>
                </a:lnTo>
                <a:lnTo>
                  <a:pt x="1607" y="1100"/>
                </a:lnTo>
                <a:lnTo>
                  <a:pt x="1608" y="1100"/>
                </a:lnTo>
                <a:lnTo>
                  <a:pt x="1608" y="1101"/>
                </a:lnTo>
                <a:lnTo>
                  <a:pt x="1609" y="1101"/>
                </a:lnTo>
                <a:lnTo>
                  <a:pt x="1609" y="1102"/>
                </a:lnTo>
                <a:lnTo>
                  <a:pt x="1610" y="1103"/>
                </a:lnTo>
                <a:lnTo>
                  <a:pt x="1610" y="1104"/>
                </a:lnTo>
                <a:lnTo>
                  <a:pt x="1611" y="1104"/>
                </a:lnTo>
                <a:lnTo>
                  <a:pt x="1611" y="1105"/>
                </a:lnTo>
                <a:lnTo>
                  <a:pt x="1612" y="1105"/>
                </a:lnTo>
                <a:lnTo>
                  <a:pt x="1614" y="1106"/>
                </a:lnTo>
                <a:lnTo>
                  <a:pt x="1615" y="1106"/>
                </a:lnTo>
                <a:lnTo>
                  <a:pt x="1616" y="1107"/>
                </a:lnTo>
                <a:lnTo>
                  <a:pt x="1616" y="1108"/>
                </a:lnTo>
                <a:lnTo>
                  <a:pt x="1616" y="1111"/>
                </a:lnTo>
                <a:lnTo>
                  <a:pt x="1616" y="1114"/>
                </a:lnTo>
                <a:lnTo>
                  <a:pt x="1617" y="1114"/>
                </a:lnTo>
                <a:lnTo>
                  <a:pt x="1618" y="1115"/>
                </a:lnTo>
                <a:lnTo>
                  <a:pt x="1618" y="1116"/>
                </a:lnTo>
                <a:lnTo>
                  <a:pt x="1619" y="1116"/>
                </a:lnTo>
                <a:lnTo>
                  <a:pt x="1620" y="1118"/>
                </a:lnTo>
                <a:lnTo>
                  <a:pt x="1619" y="1118"/>
                </a:lnTo>
                <a:lnTo>
                  <a:pt x="1619" y="1119"/>
                </a:lnTo>
                <a:lnTo>
                  <a:pt x="1620" y="1119"/>
                </a:lnTo>
                <a:lnTo>
                  <a:pt x="1620" y="1120"/>
                </a:lnTo>
                <a:lnTo>
                  <a:pt x="1620" y="1121"/>
                </a:lnTo>
                <a:lnTo>
                  <a:pt x="1622" y="1121"/>
                </a:lnTo>
                <a:lnTo>
                  <a:pt x="1623" y="1122"/>
                </a:lnTo>
                <a:lnTo>
                  <a:pt x="1624" y="1122"/>
                </a:lnTo>
                <a:lnTo>
                  <a:pt x="1624" y="1121"/>
                </a:lnTo>
                <a:lnTo>
                  <a:pt x="1625" y="1121"/>
                </a:lnTo>
                <a:lnTo>
                  <a:pt x="1626" y="1121"/>
                </a:lnTo>
                <a:lnTo>
                  <a:pt x="1626" y="1122"/>
                </a:lnTo>
                <a:lnTo>
                  <a:pt x="1627" y="1122"/>
                </a:lnTo>
                <a:lnTo>
                  <a:pt x="1628" y="1123"/>
                </a:lnTo>
                <a:lnTo>
                  <a:pt x="1628" y="1124"/>
                </a:lnTo>
                <a:lnTo>
                  <a:pt x="1627" y="1125"/>
                </a:lnTo>
                <a:lnTo>
                  <a:pt x="1627" y="1126"/>
                </a:lnTo>
                <a:lnTo>
                  <a:pt x="1626" y="1126"/>
                </a:lnTo>
                <a:lnTo>
                  <a:pt x="1625" y="1126"/>
                </a:lnTo>
                <a:lnTo>
                  <a:pt x="1625" y="1125"/>
                </a:lnTo>
                <a:lnTo>
                  <a:pt x="1624" y="1125"/>
                </a:lnTo>
                <a:lnTo>
                  <a:pt x="1623" y="1125"/>
                </a:lnTo>
                <a:lnTo>
                  <a:pt x="1622" y="1126"/>
                </a:lnTo>
                <a:lnTo>
                  <a:pt x="1623" y="1127"/>
                </a:lnTo>
                <a:lnTo>
                  <a:pt x="1623" y="1128"/>
                </a:lnTo>
                <a:lnTo>
                  <a:pt x="1623" y="1129"/>
                </a:lnTo>
                <a:lnTo>
                  <a:pt x="1624" y="1129"/>
                </a:lnTo>
                <a:lnTo>
                  <a:pt x="1625" y="1129"/>
                </a:lnTo>
                <a:lnTo>
                  <a:pt x="1627" y="1131"/>
                </a:lnTo>
                <a:lnTo>
                  <a:pt x="1627" y="1132"/>
                </a:lnTo>
                <a:lnTo>
                  <a:pt x="1626" y="1134"/>
                </a:lnTo>
                <a:lnTo>
                  <a:pt x="1625" y="1135"/>
                </a:lnTo>
                <a:lnTo>
                  <a:pt x="1624" y="1135"/>
                </a:lnTo>
                <a:lnTo>
                  <a:pt x="1623" y="1135"/>
                </a:lnTo>
                <a:lnTo>
                  <a:pt x="1622" y="1135"/>
                </a:lnTo>
                <a:lnTo>
                  <a:pt x="1621" y="1135"/>
                </a:lnTo>
                <a:lnTo>
                  <a:pt x="1620" y="1135"/>
                </a:lnTo>
                <a:lnTo>
                  <a:pt x="1620" y="1136"/>
                </a:lnTo>
                <a:lnTo>
                  <a:pt x="1618" y="1137"/>
                </a:lnTo>
                <a:lnTo>
                  <a:pt x="1618" y="1136"/>
                </a:lnTo>
                <a:lnTo>
                  <a:pt x="1617" y="1136"/>
                </a:lnTo>
                <a:lnTo>
                  <a:pt x="1617" y="1137"/>
                </a:lnTo>
                <a:lnTo>
                  <a:pt x="1617" y="1138"/>
                </a:lnTo>
                <a:lnTo>
                  <a:pt x="1616" y="1138"/>
                </a:lnTo>
                <a:lnTo>
                  <a:pt x="1616" y="1139"/>
                </a:lnTo>
                <a:lnTo>
                  <a:pt x="1617" y="1140"/>
                </a:lnTo>
                <a:lnTo>
                  <a:pt x="1617" y="1143"/>
                </a:lnTo>
                <a:lnTo>
                  <a:pt x="1617" y="1144"/>
                </a:lnTo>
                <a:lnTo>
                  <a:pt x="1618" y="1145"/>
                </a:lnTo>
                <a:lnTo>
                  <a:pt x="1618" y="1147"/>
                </a:lnTo>
                <a:lnTo>
                  <a:pt x="1617" y="1148"/>
                </a:lnTo>
                <a:lnTo>
                  <a:pt x="1617" y="1149"/>
                </a:lnTo>
                <a:lnTo>
                  <a:pt x="1618" y="1152"/>
                </a:lnTo>
                <a:lnTo>
                  <a:pt x="1619" y="1153"/>
                </a:lnTo>
                <a:lnTo>
                  <a:pt x="1620" y="1154"/>
                </a:lnTo>
                <a:lnTo>
                  <a:pt x="1621" y="1154"/>
                </a:lnTo>
                <a:lnTo>
                  <a:pt x="1621" y="1155"/>
                </a:lnTo>
                <a:lnTo>
                  <a:pt x="1621" y="1156"/>
                </a:lnTo>
                <a:lnTo>
                  <a:pt x="1621" y="1157"/>
                </a:lnTo>
                <a:lnTo>
                  <a:pt x="1620" y="1157"/>
                </a:lnTo>
                <a:lnTo>
                  <a:pt x="1620" y="1159"/>
                </a:lnTo>
                <a:lnTo>
                  <a:pt x="1620" y="1160"/>
                </a:lnTo>
                <a:lnTo>
                  <a:pt x="1619" y="1160"/>
                </a:lnTo>
                <a:lnTo>
                  <a:pt x="1619" y="1161"/>
                </a:lnTo>
                <a:lnTo>
                  <a:pt x="1619" y="1162"/>
                </a:lnTo>
                <a:lnTo>
                  <a:pt x="1619" y="1163"/>
                </a:lnTo>
                <a:lnTo>
                  <a:pt x="1619" y="1164"/>
                </a:lnTo>
                <a:lnTo>
                  <a:pt x="1619" y="1166"/>
                </a:lnTo>
                <a:lnTo>
                  <a:pt x="1619" y="1167"/>
                </a:lnTo>
                <a:lnTo>
                  <a:pt x="1619" y="1168"/>
                </a:lnTo>
                <a:lnTo>
                  <a:pt x="1618" y="1169"/>
                </a:lnTo>
                <a:lnTo>
                  <a:pt x="1618" y="1170"/>
                </a:lnTo>
                <a:lnTo>
                  <a:pt x="1617" y="1171"/>
                </a:lnTo>
                <a:lnTo>
                  <a:pt x="1618" y="1171"/>
                </a:lnTo>
                <a:lnTo>
                  <a:pt x="1617" y="1173"/>
                </a:lnTo>
                <a:lnTo>
                  <a:pt x="1616" y="1175"/>
                </a:lnTo>
                <a:lnTo>
                  <a:pt x="1615" y="1176"/>
                </a:lnTo>
                <a:lnTo>
                  <a:pt x="1614" y="1177"/>
                </a:lnTo>
                <a:lnTo>
                  <a:pt x="1613" y="1178"/>
                </a:lnTo>
                <a:lnTo>
                  <a:pt x="1613" y="1179"/>
                </a:lnTo>
                <a:lnTo>
                  <a:pt x="1613" y="1181"/>
                </a:lnTo>
                <a:lnTo>
                  <a:pt x="1614" y="1182"/>
                </a:lnTo>
                <a:lnTo>
                  <a:pt x="1615" y="1183"/>
                </a:lnTo>
                <a:lnTo>
                  <a:pt x="1617" y="1184"/>
                </a:lnTo>
                <a:lnTo>
                  <a:pt x="1617" y="1185"/>
                </a:lnTo>
                <a:lnTo>
                  <a:pt x="1617" y="1186"/>
                </a:lnTo>
                <a:lnTo>
                  <a:pt x="1616" y="1186"/>
                </a:lnTo>
                <a:lnTo>
                  <a:pt x="1615" y="1187"/>
                </a:lnTo>
                <a:lnTo>
                  <a:pt x="1614" y="1187"/>
                </a:lnTo>
                <a:lnTo>
                  <a:pt x="1615" y="1188"/>
                </a:lnTo>
                <a:lnTo>
                  <a:pt x="1614" y="1190"/>
                </a:lnTo>
                <a:lnTo>
                  <a:pt x="1614" y="1191"/>
                </a:lnTo>
                <a:lnTo>
                  <a:pt x="1613" y="1191"/>
                </a:lnTo>
                <a:lnTo>
                  <a:pt x="1611" y="1193"/>
                </a:lnTo>
                <a:lnTo>
                  <a:pt x="1611" y="1194"/>
                </a:lnTo>
                <a:lnTo>
                  <a:pt x="1608" y="1194"/>
                </a:lnTo>
                <a:lnTo>
                  <a:pt x="1608" y="1193"/>
                </a:lnTo>
                <a:lnTo>
                  <a:pt x="1607" y="1193"/>
                </a:lnTo>
                <a:lnTo>
                  <a:pt x="1606" y="1195"/>
                </a:lnTo>
                <a:lnTo>
                  <a:pt x="1606" y="1196"/>
                </a:lnTo>
                <a:lnTo>
                  <a:pt x="1606" y="1197"/>
                </a:lnTo>
                <a:lnTo>
                  <a:pt x="1605" y="1197"/>
                </a:lnTo>
                <a:lnTo>
                  <a:pt x="1605" y="1198"/>
                </a:lnTo>
                <a:lnTo>
                  <a:pt x="1606" y="1198"/>
                </a:lnTo>
                <a:lnTo>
                  <a:pt x="1606" y="1199"/>
                </a:lnTo>
                <a:lnTo>
                  <a:pt x="1605" y="1200"/>
                </a:lnTo>
                <a:lnTo>
                  <a:pt x="1604" y="1200"/>
                </a:lnTo>
                <a:lnTo>
                  <a:pt x="1605" y="1200"/>
                </a:lnTo>
                <a:lnTo>
                  <a:pt x="1605" y="1201"/>
                </a:lnTo>
                <a:lnTo>
                  <a:pt x="1604" y="1202"/>
                </a:lnTo>
                <a:lnTo>
                  <a:pt x="1603" y="1202"/>
                </a:lnTo>
                <a:lnTo>
                  <a:pt x="1602" y="1202"/>
                </a:lnTo>
                <a:lnTo>
                  <a:pt x="1601" y="1203"/>
                </a:lnTo>
                <a:lnTo>
                  <a:pt x="1600" y="1204"/>
                </a:lnTo>
                <a:lnTo>
                  <a:pt x="1599" y="1203"/>
                </a:lnTo>
                <a:lnTo>
                  <a:pt x="1599" y="1202"/>
                </a:lnTo>
                <a:lnTo>
                  <a:pt x="1598" y="1202"/>
                </a:lnTo>
                <a:lnTo>
                  <a:pt x="1597" y="1202"/>
                </a:lnTo>
                <a:lnTo>
                  <a:pt x="1598" y="1202"/>
                </a:lnTo>
                <a:lnTo>
                  <a:pt x="1598" y="1203"/>
                </a:lnTo>
                <a:lnTo>
                  <a:pt x="1597" y="1204"/>
                </a:lnTo>
                <a:lnTo>
                  <a:pt x="1597" y="1205"/>
                </a:lnTo>
                <a:lnTo>
                  <a:pt x="1596" y="1205"/>
                </a:lnTo>
                <a:lnTo>
                  <a:pt x="1595" y="1205"/>
                </a:lnTo>
                <a:lnTo>
                  <a:pt x="1595" y="1206"/>
                </a:lnTo>
                <a:lnTo>
                  <a:pt x="1595" y="1207"/>
                </a:lnTo>
                <a:lnTo>
                  <a:pt x="1594" y="1207"/>
                </a:lnTo>
                <a:lnTo>
                  <a:pt x="1594" y="1208"/>
                </a:lnTo>
                <a:lnTo>
                  <a:pt x="1593" y="1209"/>
                </a:lnTo>
                <a:lnTo>
                  <a:pt x="1593" y="1210"/>
                </a:lnTo>
                <a:lnTo>
                  <a:pt x="1592" y="1210"/>
                </a:lnTo>
                <a:lnTo>
                  <a:pt x="1591" y="1210"/>
                </a:lnTo>
                <a:lnTo>
                  <a:pt x="1590" y="1210"/>
                </a:lnTo>
                <a:lnTo>
                  <a:pt x="1590" y="1209"/>
                </a:lnTo>
                <a:lnTo>
                  <a:pt x="1589" y="1209"/>
                </a:lnTo>
                <a:lnTo>
                  <a:pt x="1588" y="1209"/>
                </a:lnTo>
                <a:lnTo>
                  <a:pt x="1588" y="1208"/>
                </a:lnTo>
                <a:lnTo>
                  <a:pt x="1588" y="1207"/>
                </a:lnTo>
                <a:lnTo>
                  <a:pt x="1589" y="1207"/>
                </a:lnTo>
                <a:lnTo>
                  <a:pt x="1590" y="1207"/>
                </a:lnTo>
                <a:lnTo>
                  <a:pt x="1590" y="1206"/>
                </a:lnTo>
                <a:lnTo>
                  <a:pt x="1590" y="1204"/>
                </a:lnTo>
                <a:lnTo>
                  <a:pt x="1590" y="1202"/>
                </a:lnTo>
                <a:lnTo>
                  <a:pt x="1589" y="1201"/>
                </a:lnTo>
                <a:lnTo>
                  <a:pt x="1588" y="1201"/>
                </a:lnTo>
                <a:lnTo>
                  <a:pt x="1587" y="1201"/>
                </a:lnTo>
                <a:lnTo>
                  <a:pt x="1587" y="1202"/>
                </a:lnTo>
                <a:lnTo>
                  <a:pt x="1586" y="1202"/>
                </a:lnTo>
                <a:lnTo>
                  <a:pt x="1585" y="1202"/>
                </a:lnTo>
                <a:lnTo>
                  <a:pt x="1585" y="1201"/>
                </a:lnTo>
                <a:lnTo>
                  <a:pt x="1584" y="1200"/>
                </a:lnTo>
                <a:lnTo>
                  <a:pt x="1584" y="1201"/>
                </a:lnTo>
                <a:lnTo>
                  <a:pt x="1583" y="1201"/>
                </a:lnTo>
                <a:lnTo>
                  <a:pt x="1582" y="1201"/>
                </a:lnTo>
                <a:lnTo>
                  <a:pt x="1581" y="1201"/>
                </a:lnTo>
                <a:lnTo>
                  <a:pt x="1580" y="1200"/>
                </a:lnTo>
                <a:lnTo>
                  <a:pt x="1579" y="1199"/>
                </a:lnTo>
                <a:lnTo>
                  <a:pt x="1577" y="1198"/>
                </a:lnTo>
                <a:lnTo>
                  <a:pt x="1576" y="1198"/>
                </a:lnTo>
                <a:lnTo>
                  <a:pt x="1576" y="1199"/>
                </a:lnTo>
                <a:lnTo>
                  <a:pt x="1575" y="1199"/>
                </a:lnTo>
                <a:lnTo>
                  <a:pt x="1575" y="1200"/>
                </a:lnTo>
                <a:lnTo>
                  <a:pt x="1574" y="1200"/>
                </a:lnTo>
                <a:lnTo>
                  <a:pt x="1573" y="1200"/>
                </a:lnTo>
                <a:lnTo>
                  <a:pt x="1572" y="1199"/>
                </a:lnTo>
                <a:lnTo>
                  <a:pt x="1573" y="1199"/>
                </a:lnTo>
                <a:lnTo>
                  <a:pt x="1573" y="1198"/>
                </a:lnTo>
                <a:lnTo>
                  <a:pt x="1573" y="1196"/>
                </a:lnTo>
                <a:lnTo>
                  <a:pt x="1570" y="1194"/>
                </a:lnTo>
                <a:lnTo>
                  <a:pt x="1569" y="1194"/>
                </a:lnTo>
                <a:lnTo>
                  <a:pt x="1567" y="1193"/>
                </a:lnTo>
                <a:lnTo>
                  <a:pt x="1566" y="1193"/>
                </a:lnTo>
                <a:lnTo>
                  <a:pt x="1565" y="1193"/>
                </a:lnTo>
                <a:lnTo>
                  <a:pt x="1565" y="1194"/>
                </a:lnTo>
                <a:lnTo>
                  <a:pt x="1564" y="1195"/>
                </a:lnTo>
                <a:lnTo>
                  <a:pt x="1563" y="1195"/>
                </a:lnTo>
                <a:lnTo>
                  <a:pt x="1563" y="1194"/>
                </a:lnTo>
                <a:lnTo>
                  <a:pt x="1561" y="1194"/>
                </a:lnTo>
                <a:lnTo>
                  <a:pt x="1560" y="1194"/>
                </a:lnTo>
                <a:lnTo>
                  <a:pt x="1560" y="1195"/>
                </a:lnTo>
                <a:lnTo>
                  <a:pt x="1559" y="1196"/>
                </a:lnTo>
                <a:lnTo>
                  <a:pt x="1558" y="1197"/>
                </a:lnTo>
                <a:lnTo>
                  <a:pt x="1557" y="1197"/>
                </a:lnTo>
                <a:lnTo>
                  <a:pt x="1557" y="1198"/>
                </a:lnTo>
                <a:lnTo>
                  <a:pt x="1557" y="1199"/>
                </a:lnTo>
                <a:lnTo>
                  <a:pt x="1556" y="1199"/>
                </a:lnTo>
                <a:lnTo>
                  <a:pt x="1556" y="1200"/>
                </a:lnTo>
                <a:lnTo>
                  <a:pt x="1556" y="1201"/>
                </a:lnTo>
                <a:lnTo>
                  <a:pt x="1557" y="1202"/>
                </a:lnTo>
                <a:lnTo>
                  <a:pt x="1556" y="1203"/>
                </a:lnTo>
                <a:lnTo>
                  <a:pt x="1557" y="1204"/>
                </a:lnTo>
                <a:lnTo>
                  <a:pt x="1556" y="1206"/>
                </a:lnTo>
                <a:lnTo>
                  <a:pt x="1555" y="1207"/>
                </a:lnTo>
                <a:lnTo>
                  <a:pt x="1554" y="1206"/>
                </a:lnTo>
                <a:lnTo>
                  <a:pt x="1553" y="1206"/>
                </a:lnTo>
                <a:lnTo>
                  <a:pt x="1552" y="1206"/>
                </a:lnTo>
                <a:lnTo>
                  <a:pt x="1551" y="1206"/>
                </a:lnTo>
                <a:lnTo>
                  <a:pt x="1550" y="1206"/>
                </a:lnTo>
                <a:lnTo>
                  <a:pt x="1550" y="1207"/>
                </a:lnTo>
                <a:lnTo>
                  <a:pt x="1549" y="1207"/>
                </a:lnTo>
                <a:lnTo>
                  <a:pt x="1548" y="1208"/>
                </a:lnTo>
                <a:lnTo>
                  <a:pt x="1547" y="1208"/>
                </a:lnTo>
                <a:lnTo>
                  <a:pt x="1546" y="1208"/>
                </a:lnTo>
                <a:lnTo>
                  <a:pt x="1545" y="1208"/>
                </a:lnTo>
                <a:lnTo>
                  <a:pt x="1544" y="1209"/>
                </a:lnTo>
                <a:lnTo>
                  <a:pt x="1544" y="1210"/>
                </a:lnTo>
                <a:lnTo>
                  <a:pt x="1544" y="1211"/>
                </a:lnTo>
                <a:lnTo>
                  <a:pt x="1544" y="1212"/>
                </a:lnTo>
                <a:lnTo>
                  <a:pt x="1544" y="1213"/>
                </a:lnTo>
                <a:lnTo>
                  <a:pt x="1543" y="1213"/>
                </a:lnTo>
                <a:lnTo>
                  <a:pt x="1542" y="1214"/>
                </a:lnTo>
                <a:lnTo>
                  <a:pt x="1541" y="1214"/>
                </a:lnTo>
                <a:lnTo>
                  <a:pt x="1540" y="1215"/>
                </a:lnTo>
                <a:lnTo>
                  <a:pt x="1539" y="1216"/>
                </a:lnTo>
                <a:lnTo>
                  <a:pt x="1538" y="1217"/>
                </a:lnTo>
                <a:lnTo>
                  <a:pt x="1538" y="1218"/>
                </a:lnTo>
                <a:lnTo>
                  <a:pt x="1537" y="1218"/>
                </a:lnTo>
                <a:lnTo>
                  <a:pt x="1536" y="1220"/>
                </a:lnTo>
                <a:lnTo>
                  <a:pt x="1534" y="1221"/>
                </a:lnTo>
                <a:lnTo>
                  <a:pt x="1533" y="1221"/>
                </a:lnTo>
                <a:lnTo>
                  <a:pt x="1532" y="1221"/>
                </a:lnTo>
                <a:lnTo>
                  <a:pt x="1531" y="1220"/>
                </a:lnTo>
                <a:lnTo>
                  <a:pt x="1531" y="1219"/>
                </a:lnTo>
                <a:lnTo>
                  <a:pt x="1530" y="1219"/>
                </a:lnTo>
                <a:lnTo>
                  <a:pt x="1529" y="1219"/>
                </a:lnTo>
                <a:lnTo>
                  <a:pt x="1528" y="1219"/>
                </a:lnTo>
                <a:lnTo>
                  <a:pt x="1528" y="1220"/>
                </a:lnTo>
                <a:lnTo>
                  <a:pt x="1527" y="1220"/>
                </a:lnTo>
                <a:lnTo>
                  <a:pt x="1526" y="1220"/>
                </a:lnTo>
                <a:lnTo>
                  <a:pt x="1524" y="1219"/>
                </a:lnTo>
                <a:lnTo>
                  <a:pt x="1523" y="1219"/>
                </a:lnTo>
                <a:lnTo>
                  <a:pt x="1522" y="1220"/>
                </a:lnTo>
                <a:lnTo>
                  <a:pt x="1521" y="1220"/>
                </a:lnTo>
                <a:lnTo>
                  <a:pt x="1522" y="1221"/>
                </a:lnTo>
                <a:lnTo>
                  <a:pt x="1523" y="1221"/>
                </a:lnTo>
                <a:lnTo>
                  <a:pt x="1524" y="1221"/>
                </a:lnTo>
                <a:lnTo>
                  <a:pt x="1525" y="1221"/>
                </a:lnTo>
                <a:lnTo>
                  <a:pt x="1526" y="1222"/>
                </a:lnTo>
                <a:lnTo>
                  <a:pt x="1527" y="1222"/>
                </a:lnTo>
                <a:lnTo>
                  <a:pt x="1528" y="1222"/>
                </a:lnTo>
                <a:lnTo>
                  <a:pt x="1529" y="1223"/>
                </a:lnTo>
                <a:lnTo>
                  <a:pt x="1529" y="1224"/>
                </a:lnTo>
                <a:lnTo>
                  <a:pt x="1530" y="1224"/>
                </a:lnTo>
                <a:lnTo>
                  <a:pt x="1530" y="1225"/>
                </a:lnTo>
                <a:lnTo>
                  <a:pt x="1531" y="1226"/>
                </a:lnTo>
                <a:lnTo>
                  <a:pt x="1532" y="1226"/>
                </a:lnTo>
                <a:lnTo>
                  <a:pt x="1533" y="1227"/>
                </a:lnTo>
                <a:lnTo>
                  <a:pt x="1533" y="1228"/>
                </a:lnTo>
                <a:lnTo>
                  <a:pt x="1533" y="1229"/>
                </a:lnTo>
                <a:lnTo>
                  <a:pt x="1532" y="1229"/>
                </a:lnTo>
                <a:lnTo>
                  <a:pt x="1531" y="1229"/>
                </a:lnTo>
                <a:lnTo>
                  <a:pt x="1530" y="1229"/>
                </a:lnTo>
                <a:lnTo>
                  <a:pt x="1529" y="1229"/>
                </a:lnTo>
                <a:lnTo>
                  <a:pt x="1529" y="1230"/>
                </a:lnTo>
                <a:lnTo>
                  <a:pt x="1529" y="1231"/>
                </a:lnTo>
                <a:lnTo>
                  <a:pt x="1530" y="1231"/>
                </a:lnTo>
                <a:lnTo>
                  <a:pt x="1530" y="1230"/>
                </a:lnTo>
                <a:lnTo>
                  <a:pt x="1531" y="1230"/>
                </a:lnTo>
                <a:lnTo>
                  <a:pt x="1532" y="1231"/>
                </a:lnTo>
                <a:lnTo>
                  <a:pt x="1534" y="1233"/>
                </a:lnTo>
                <a:lnTo>
                  <a:pt x="1535" y="1234"/>
                </a:lnTo>
                <a:lnTo>
                  <a:pt x="1535" y="1235"/>
                </a:lnTo>
                <a:lnTo>
                  <a:pt x="1534" y="1235"/>
                </a:lnTo>
                <a:lnTo>
                  <a:pt x="1533" y="1235"/>
                </a:lnTo>
                <a:lnTo>
                  <a:pt x="1531" y="1236"/>
                </a:lnTo>
                <a:lnTo>
                  <a:pt x="1530" y="1236"/>
                </a:lnTo>
                <a:lnTo>
                  <a:pt x="1529" y="1235"/>
                </a:lnTo>
                <a:lnTo>
                  <a:pt x="1529" y="1234"/>
                </a:lnTo>
                <a:lnTo>
                  <a:pt x="1529" y="1233"/>
                </a:lnTo>
                <a:lnTo>
                  <a:pt x="1530" y="1233"/>
                </a:lnTo>
                <a:lnTo>
                  <a:pt x="1530" y="1232"/>
                </a:lnTo>
                <a:lnTo>
                  <a:pt x="1529" y="1232"/>
                </a:lnTo>
                <a:lnTo>
                  <a:pt x="1528" y="1232"/>
                </a:lnTo>
                <a:lnTo>
                  <a:pt x="1528" y="1231"/>
                </a:lnTo>
                <a:lnTo>
                  <a:pt x="1526" y="1231"/>
                </a:lnTo>
                <a:lnTo>
                  <a:pt x="1525" y="1231"/>
                </a:lnTo>
                <a:lnTo>
                  <a:pt x="1525" y="1232"/>
                </a:lnTo>
                <a:lnTo>
                  <a:pt x="1524" y="1233"/>
                </a:lnTo>
                <a:lnTo>
                  <a:pt x="1523" y="1233"/>
                </a:lnTo>
                <a:lnTo>
                  <a:pt x="1522" y="1234"/>
                </a:lnTo>
                <a:lnTo>
                  <a:pt x="1521" y="1234"/>
                </a:lnTo>
                <a:lnTo>
                  <a:pt x="1521" y="1235"/>
                </a:lnTo>
                <a:lnTo>
                  <a:pt x="1520" y="1235"/>
                </a:lnTo>
                <a:lnTo>
                  <a:pt x="1520" y="1236"/>
                </a:lnTo>
                <a:lnTo>
                  <a:pt x="1519" y="1235"/>
                </a:lnTo>
                <a:lnTo>
                  <a:pt x="1519" y="1236"/>
                </a:lnTo>
                <a:lnTo>
                  <a:pt x="1518" y="1236"/>
                </a:lnTo>
                <a:lnTo>
                  <a:pt x="1518" y="1237"/>
                </a:lnTo>
                <a:lnTo>
                  <a:pt x="1517" y="1237"/>
                </a:lnTo>
                <a:lnTo>
                  <a:pt x="1515" y="1238"/>
                </a:lnTo>
                <a:lnTo>
                  <a:pt x="1514" y="1238"/>
                </a:lnTo>
                <a:lnTo>
                  <a:pt x="1513" y="1239"/>
                </a:lnTo>
                <a:lnTo>
                  <a:pt x="1513" y="1240"/>
                </a:lnTo>
                <a:lnTo>
                  <a:pt x="1514" y="1241"/>
                </a:lnTo>
                <a:lnTo>
                  <a:pt x="1512" y="1243"/>
                </a:lnTo>
                <a:lnTo>
                  <a:pt x="1510" y="1243"/>
                </a:lnTo>
                <a:lnTo>
                  <a:pt x="1510" y="1244"/>
                </a:lnTo>
                <a:lnTo>
                  <a:pt x="1510" y="1245"/>
                </a:lnTo>
                <a:lnTo>
                  <a:pt x="1510" y="1247"/>
                </a:lnTo>
                <a:lnTo>
                  <a:pt x="1509" y="1249"/>
                </a:lnTo>
                <a:lnTo>
                  <a:pt x="1509" y="1250"/>
                </a:lnTo>
                <a:lnTo>
                  <a:pt x="1508" y="1250"/>
                </a:lnTo>
                <a:lnTo>
                  <a:pt x="1507" y="1251"/>
                </a:lnTo>
                <a:lnTo>
                  <a:pt x="1505" y="1251"/>
                </a:lnTo>
                <a:lnTo>
                  <a:pt x="1504" y="1252"/>
                </a:lnTo>
                <a:lnTo>
                  <a:pt x="1503" y="1252"/>
                </a:lnTo>
                <a:lnTo>
                  <a:pt x="1503" y="1254"/>
                </a:lnTo>
                <a:lnTo>
                  <a:pt x="1503" y="1255"/>
                </a:lnTo>
                <a:lnTo>
                  <a:pt x="1503" y="1256"/>
                </a:lnTo>
                <a:lnTo>
                  <a:pt x="1502" y="1256"/>
                </a:lnTo>
                <a:lnTo>
                  <a:pt x="1503" y="1257"/>
                </a:lnTo>
                <a:lnTo>
                  <a:pt x="1504" y="1258"/>
                </a:lnTo>
                <a:lnTo>
                  <a:pt x="1504" y="1259"/>
                </a:lnTo>
                <a:lnTo>
                  <a:pt x="1505" y="1260"/>
                </a:lnTo>
                <a:lnTo>
                  <a:pt x="1506" y="1261"/>
                </a:lnTo>
                <a:lnTo>
                  <a:pt x="1505" y="1262"/>
                </a:lnTo>
                <a:lnTo>
                  <a:pt x="1505" y="1263"/>
                </a:lnTo>
                <a:lnTo>
                  <a:pt x="1504" y="1263"/>
                </a:lnTo>
                <a:lnTo>
                  <a:pt x="1503" y="1264"/>
                </a:lnTo>
                <a:lnTo>
                  <a:pt x="1502" y="1264"/>
                </a:lnTo>
                <a:lnTo>
                  <a:pt x="1502" y="1263"/>
                </a:lnTo>
                <a:lnTo>
                  <a:pt x="1501" y="1263"/>
                </a:lnTo>
                <a:lnTo>
                  <a:pt x="1501" y="1262"/>
                </a:lnTo>
                <a:lnTo>
                  <a:pt x="1500" y="1262"/>
                </a:lnTo>
                <a:lnTo>
                  <a:pt x="1499" y="1262"/>
                </a:lnTo>
                <a:lnTo>
                  <a:pt x="1499" y="1261"/>
                </a:lnTo>
                <a:lnTo>
                  <a:pt x="1498" y="1261"/>
                </a:lnTo>
                <a:lnTo>
                  <a:pt x="1497" y="1261"/>
                </a:lnTo>
                <a:lnTo>
                  <a:pt x="1497" y="1260"/>
                </a:lnTo>
                <a:lnTo>
                  <a:pt x="1497" y="1259"/>
                </a:lnTo>
                <a:lnTo>
                  <a:pt x="1497" y="1258"/>
                </a:lnTo>
                <a:lnTo>
                  <a:pt x="1496" y="1258"/>
                </a:lnTo>
                <a:lnTo>
                  <a:pt x="1496" y="1257"/>
                </a:lnTo>
                <a:lnTo>
                  <a:pt x="1496" y="1256"/>
                </a:lnTo>
                <a:lnTo>
                  <a:pt x="1496" y="1255"/>
                </a:lnTo>
                <a:lnTo>
                  <a:pt x="1495" y="1255"/>
                </a:lnTo>
                <a:lnTo>
                  <a:pt x="1495" y="1254"/>
                </a:lnTo>
                <a:lnTo>
                  <a:pt x="1494" y="1253"/>
                </a:lnTo>
                <a:lnTo>
                  <a:pt x="1494" y="1252"/>
                </a:lnTo>
                <a:lnTo>
                  <a:pt x="1493" y="1252"/>
                </a:lnTo>
                <a:lnTo>
                  <a:pt x="1492" y="1251"/>
                </a:lnTo>
                <a:lnTo>
                  <a:pt x="1492" y="1250"/>
                </a:lnTo>
                <a:lnTo>
                  <a:pt x="1491" y="1250"/>
                </a:lnTo>
                <a:lnTo>
                  <a:pt x="1491" y="1249"/>
                </a:lnTo>
                <a:lnTo>
                  <a:pt x="1491" y="1248"/>
                </a:lnTo>
                <a:lnTo>
                  <a:pt x="1490" y="1248"/>
                </a:lnTo>
                <a:lnTo>
                  <a:pt x="1490" y="1247"/>
                </a:lnTo>
                <a:lnTo>
                  <a:pt x="1489" y="1247"/>
                </a:lnTo>
                <a:lnTo>
                  <a:pt x="1489" y="1246"/>
                </a:lnTo>
                <a:lnTo>
                  <a:pt x="1488" y="1246"/>
                </a:lnTo>
                <a:lnTo>
                  <a:pt x="1488" y="1245"/>
                </a:lnTo>
                <a:lnTo>
                  <a:pt x="1487" y="1245"/>
                </a:lnTo>
                <a:lnTo>
                  <a:pt x="1487" y="1244"/>
                </a:lnTo>
                <a:lnTo>
                  <a:pt x="1487" y="1243"/>
                </a:lnTo>
                <a:lnTo>
                  <a:pt x="1487" y="1242"/>
                </a:lnTo>
                <a:lnTo>
                  <a:pt x="1486" y="1242"/>
                </a:lnTo>
                <a:lnTo>
                  <a:pt x="1486" y="1241"/>
                </a:lnTo>
                <a:lnTo>
                  <a:pt x="1485" y="1241"/>
                </a:lnTo>
                <a:lnTo>
                  <a:pt x="1484" y="1241"/>
                </a:lnTo>
                <a:lnTo>
                  <a:pt x="1484" y="1242"/>
                </a:lnTo>
                <a:lnTo>
                  <a:pt x="1483" y="1242"/>
                </a:lnTo>
                <a:lnTo>
                  <a:pt x="1484" y="1243"/>
                </a:lnTo>
                <a:lnTo>
                  <a:pt x="1483" y="1243"/>
                </a:lnTo>
                <a:lnTo>
                  <a:pt x="1483" y="1244"/>
                </a:lnTo>
                <a:lnTo>
                  <a:pt x="1482" y="1244"/>
                </a:lnTo>
                <a:lnTo>
                  <a:pt x="1481" y="1244"/>
                </a:lnTo>
                <a:lnTo>
                  <a:pt x="1480" y="1244"/>
                </a:lnTo>
                <a:lnTo>
                  <a:pt x="1480" y="1243"/>
                </a:lnTo>
                <a:lnTo>
                  <a:pt x="1479" y="1243"/>
                </a:lnTo>
                <a:lnTo>
                  <a:pt x="1479" y="1242"/>
                </a:lnTo>
                <a:lnTo>
                  <a:pt x="1478" y="1241"/>
                </a:lnTo>
                <a:lnTo>
                  <a:pt x="1477" y="1240"/>
                </a:lnTo>
                <a:lnTo>
                  <a:pt x="1476" y="1239"/>
                </a:lnTo>
                <a:lnTo>
                  <a:pt x="1476" y="1238"/>
                </a:lnTo>
                <a:lnTo>
                  <a:pt x="1476" y="1239"/>
                </a:lnTo>
                <a:lnTo>
                  <a:pt x="1475" y="1239"/>
                </a:lnTo>
                <a:lnTo>
                  <a:pt x="1474" y="1239"/>
                </a:lnTo>
                <a:lnTo>
                  <a:pt x="1474" y="1238"/>
                </a:lnTo>
                <a:lnTo>
                  <a:pt x="1473" y="1238"/>
                </a:lnTo>
                <a:lnTo>
                  <a:pt x="1473" y="1237"/>
                </a:lnTo>
                <a:lnTo>
                  <a:pt x="1472" y="1237"/>
                </a:lnTo>
                <a:lnTo>
                  <a:pt x="1472" y="1236"/>
                </a:lnTo>
                <a:lnTo>
                  <a:pt x="1472" y="1235"/>
                </a:lnTo>
                <a:lnTo>
                  <a:pt x="1471" y="1235"/>
                </a:lnTo>
                <a:lnTo>
                  <a:pt x="1471" y="1234"/>
                </a:lnTo>
                <a:lnTo>
                  <a:pt x="1470" y="1233"/>
                </a:lnTo>
                <a:lnTo>
                  <a:pt x="1469" y="1233"/>
                </a:lnTo>
                <a:lnTo>
                  <a:pt x="1469" y="1232"/>
                </a:lnTo>
                <a:lnTo>
                  <a:pt x="1469" y="1231"/>
                </a:lnTo>
                <a:lnTo>
                  <a:pt x="1469" y="1230"/>
                </a:lnTo>
                <a:lnTo>
                  <a:pt x="1469" y="1228"/>
                </a:lnTo>
                <a:lnTo>
                  <a:pt x="1468" y="1227"/>
                </a:lnTo>
                <a:lnTo>
                  <a:pt x="1467" y="1226"/>
                </a:lnTo>
                <a:lnTo>
                  <a:pt x="1466" y="1226"/>
                </a:lnTo>
                <a:lnTo>
                  <a:pt x="1466" y="1225"/>
                </a:lnTo>
                <a:lnTo>
                  <a:pt x="1465" y="1225"/>
                </a:lnTo>
                <a:lnTo>
                  <a:pt x="1465" y="1224"/>
                </a:lnTo>
                <a:lnTo>
                  <a:pt x="1465" y="1223"/>
                </a:lnTo>
                <a:lnTo>
                  <a:pt x="1464" y="1223"/>
                </a:lnTo>
                <a:lnTo>
                  <a:pt x="1463" y="1223"/>
                </a:lnTo>
                <a:lnTo>
                  <a:pt x="1463" y="1224"/>
                </a:lnTo>
                <a:lnTo>
                  <a:pt x="1462" y="1224"/>
                </a:lnTo>
                <a:lnTo>
                  <a:pt x="1462" y="1225"/>
                </a:lnTo>
                <a:lnTo>
                  <a:pt x="1461" y="1225"/>
                </a:lnTo>
                <a:lnTo>
                  <a:pt x="1460" y="1226"/>
                </a:lnTo>
                <a:lnTo>
                  <a:pt x="1460" y="1227"/>
                </a:lnTo>
                <a:lnTo>
                  <a:pt x="1459" y="1227"/>
                </a:lnTo>
                <a:lnTo>
                  <a:pt x="1459" y="1228"/>
                </a:lnTo>
                <a:lnTo>
                  <a:pt x="1458" y="1229"/>
                </a:lnTo>
                <a:lnTo>
                  <a:pt x="1457" y="1229"/>
                </a:lnTo>
                <a:lnTo>
                  <a:pt x="1457" y="1230"/>
                </a:lnTo>
                <a:lnTo>
                  <a:pt x="1457" y="1231"/>
                </a:lnTo>
                <a:lnTo>
                  <a:pt x="1457" y="1232"/>
                </a:lnTo>
                <a:lnTo>
                  <a:pt x="1456" y="1232"/>
                </a:lnTo>
                <a:lnTo>
                  <a:pt x="1456" y="1233"/>
                </a:lnTo>
                <a:lnTo>
                  <a:pt x="1455" y="1233"/>
                </a:lnTo>
                <a:lnTo>
                  <a:pt x="1454" y="1233"/>
                </a:lnTo>
                <a:lnTo>
                  <a:pt x="1453" y="1233"/>
                </a:lnTo>
                <a:lnTo>
                  <a:pt x="1452" y="1233"/>
                </a:lnTo>
                <a:lnTo>
                  <a:pt x="1451" y="1233"/>
                </a:lnTo>
                <a:lnTo>
                  <a:pt x="1451" y="1234"/>
                </a:lnTo>
                <a:lnTo>
                  <a:pt x="1450" y="1234"/>
                </a:lnTo>
                <a:lnTo>
                  <a:pt x="1450" y="1235"/>
                </a:lnTo>
                <a:lnTo>
                  <a:pt x="1450" y="1236"/>
                </a:lnTo>
                <a:lnTo>
                  <a:pt x="1451" y="1236"/>
                </a:lnTo>
                <a:lnTo>
                  <a:pt x="1451" y="1237"/>
                </a:lnTo>
                <a:lnTo>
                  <a:pt x="1452" y="1237"/>
                </a:lnTo>
                <a:lnTo>
                  <a:pt x="1452" y="1238"/>
                </a:lnTo>
                <a:lnTo>
                  <a:pt x="1451" y="1238"/>
                </a:lnTo>
                <a:lnTo>
                  <a:pt x="1451" y="1239"/>
                </a:lnTo>
                <a:lnTo>
                  <a:pt x="1450" y="1239"/>
                </a:lnTo>
                <a:lnTo>
                  <a:pt x="1450" y="1240"/>
                </a:lnTo>
                <a:lnTo>
                  <a:pt x="1450" y="1241"/>
                </a:lnTo>
                <a:lnTo>
                  <a:pt x="1450" y="1242"/>
                </a:lnTo>
                <a:lnTo>
                  <a:pt x="1449" y="1242"/>
                </a:lnTo>
                <a:lnTo>
                  <a:pt x="1449" y="1243"/>
                </a:lnTo>
                <a:lnTo>
                  <a:pt x="1448" y="1243"/>
                </a:lnTo>
                <a:lnTo>
                  <a:pt x="1448" y="1244"/>
                </a:lnTo>
                <a:lnTo>
                  <a:pt x="1447" y="1244"/>
                </a:lnTo>
                <a:lnTo>
                  <a:pt x="1447" y="1245"/>
                </a:lnTo>
                <a:lnTo>
                  <a:pt x="1448" y="1245"/>
                </a:lnTo>
                <a:lnTo>
                  <a:pt x="1448" y="1246"/>
                </a:lnTo>
                <a:lnTo>
                  <a:pt x="1449" y="1246"/>
                </a:lnTo>
                <a:lnTo>
                  <a:pt x="1448" y="1246"/>
                </a:lnTo>
                <a:lnTo>
                  <a:pt x="1448" y="1247"/>
                </a:lnTo>
                <a:lnTo>
                  <a:pt x="1448" y="1248"/>
                </a:lnTo>
                <a:lnTo>
                  <a:pt x="1447" y="1248"/>
                </a:lnTo>
                <a:lnTo>
                  <a:pt x="1448" y="1248"/>
                </a:lnTo>
                <a:lnTo>
                  <a:pt x="1448" y="1249"/>
                </a:lnTo>
                <a:lnTo>
                  <a:pt x="1447" y="1249"/>
                </a:lnTo>
                <a:lnTo>
                  <a:pt x="1446" y="1249"/>
                </a:lnTo>
                <a:lnTo>
                  <a:pt x="1445" y="1249"/>
                </a:lnTo>
                <a:lnTo>
                  <a:pt x="1445" y="1248"/>
                </a:lnTo>
                <a:lnTo>
                  <a:pt x="1446" y="1248"/>
                </a:lnTo>
                <a:lnTo>
                  <a:pt x="1445" y="1248"/>
                </a:lnTo>
                <a:lnTo>
                  <a:pt x="1445" y="1247"/>
                </a:lnTo>
                <a:lnTo>
                  <a:pt x="1444" y="1247"/>
                </a:lnTo>
                <a:lnTo>
                  <a:pt x="1444" y="1248"/>
                </a:lnTo>
                <a:lnTo>
                  <a:pt x="1443" y="1248"/>
                </a:lnTo>
                <a:lnTo>
                  <a:pt x="1442" y="1248"/>
                </a:lnTo>
                <a:lnTo>
                  <a:pt x="1443" y="1248"/>
                </a:lnTo>
                <a:lnTo>
                  <a:pt x="1442" y="1248"/>
                </a:lnTo>
                <a:lnTo>
                  <a:pt x="1442" y="1247"/>
                </a:lnTo>
                <a:lnTo>
                  <a:pt x="1441" y="1247"/>
                </a:lnTo>
                <a:lnTo>
                  <a:pt x="1440" y="1247"/>
                </a:lnTo>
                <a:lnTo>
                  <a:pt x="1440" y="1246"/>
                </a:lnTo>
                <a:lnTo>
                  <a:pt x="1440" y="1245"/>
                </a:lnTo>
                <a:lnTo>
                  <a:pt x="1439" y="1245"/>
                </a:lnTo>
                <a:lnTo>
                  <a:pt x="1439" y="1246"/>
                </a:lnTo>
                <a:lnTo>
                  <a:pt x="1439" y="1245"/>
                </a:lnTo>
                <a:lnTo>
                  <a:pt x="1439" y="1246"/>
                </a:lnTo>
                <a:lnTo>
                  <a:pt x="1438" y="1246"/>
                </a:lnTo>
                <a:lnTo>
                  <a:pt x="1437" y="1246"/>
                </a:lnTo>
                <a:lnTo>
                  <a:pt x="1437" y="1245"/>
                </a:lnTo>
                <a:lnTo>
                  <a:pt x="1437" y="1244"/>
                </a:lnTo>
                <a:lnTo>
                  <a:pt x="1436" y="1244"/>
                </a:lnTo>
                <a:lnTo>
                  <a:pt x="1435" y="1244"/>
                </a:lnTo>
                <a:lnTo>
                  <a:pt x="1435" y="1245"/>
                </a:lnTo>
                <a:lnTo>
                  <a:pt x="1434" y="1245"/>
                </a:lnTo>
                <a:lnTo>
                  <a:pt x="1435" y="1245"/>
                </a:lnTo>
                <a:lnTo>
                  <a:pt x="1434" y="1245"/>
                </a:lnTo>
                <a:lnTo>
                  <a:pt x="1434" y="1246"/>
                </a:lnTo>
                <a:lnTo>
                  <a:pt x="1434" y="1247"/>
                </a:lnTo>
                <a:lnTo>
                  <a:pt x="1433" y="1247"/>
                </a:lnTo>
                <a:lnTo>
                  <a:pt x="1432" y="1247"/>
                </a:lnTo>
                <a:lnTo>
                  <a:pt x="1432" y="1248"/>
                </a:lnTo>
                <a:lnTo>
                  <a:pt x="1432" y="1249"/>
                </a:lnTo>
                <a:lnTo>
                  <a:pt x="1431" y="1249"/>
                </a:lnTo>
                <a:lnTo>
                  <a:pt x="1430" y="1249"/>
                </a:lnTo>
                <a:lnTo>
                  <a:pt x="1429" y="1249"/>
                </a:lnTo>
                <a:lnTo>
                  <a:pt x="1429" y="1250"/>
                </a:lnTo>
                <a:lnTo>
                  <a:pt x="1428" y="1250"/>
                </a:lnTo>
                <a:lnTo>
                  <a:pt x="1427" y="1250"/>
                </a:lnTo>
                <a:lnTo>
                  <a:pt x="1426" y="1250"/>
                </a:lnTo>
                <a:lnTo>
                  <a:pt x="1427" y="1251"/>
                </a:lnTo>
                <a:lnTo>
                  <a:pt x="1426" y="1251"/>
                </a:lnTo>
                <a:lnTo>
                  <a:pt x="1425" y="1252"/>
                </a:lnTo>
                <a:lnTo>
                  <a:pt x="1424" y="1252"/>
                </a:lnTo>
                <a:lnTo>
                  <a:pt x="1423" y="1252"/>
                </a:lnTo>
                <a:lnTo>
                  <a:pt x="1422" y="1252"/>
                </a:lnTo>
                <a:lnTo>
                  <a:pt x="1421" y="1252"/>
                </a:lnTo>
                <a:lnTo>
                  <a:pt x="1422" y="1251"/>
                </a:lnTo>
                <a:lnTo>
                  <a:pt x="1422" y="1250"/>
                </a:lnTo>
                <a:lnTo>
                  <a:pt x="1421" y="1250"/>
                </a:lnTo>
                <a:lnTo>
                  <a:pt x="1421" y="1249"/>
                </a:lnTo>
                <a:lnTo>
                  <a:pt x="1420" y="1249"/>
                </a:lnTo>
                <a:lnTo>
                  <a:pt x="1419" y="1249"/>
                </a:lnTo>
                <a:lnTo>
                  <a:pt x="1419" y="1248"/>
                </a:lnTo>
                <a:lnTo>
                  <a:pt x="1418" y="1248"/>
                </a:lnTo>
                <a:lnTo>
                  <a:pt x="1418" y="1249"/>
                </a:lnTo>
                <a:lnTo>
                  <a:pt x="1417" y="1249"/>
                </a:lnTo>
                <a:lnTo>
                  <a:pt x="1416" y="1249"/>
                </a:lnTo>
                <a:lnTo>
                  <a:pt x="1416" y="1250"/>
                </a:lnTo>
                <a:lnTo>
                  <a:pt x="1415" y="1250"/>
                </a:lnTo>
                <a:lnTo>
                  <a:pt x="1415" y="1251"/>
                </a:lnTo>
                <a:lnTo>
                  <a:pt x="1415" y="1250"/>
                </a:lnTo>
                <a:lnTo>
                  <a:pt x="1414" y="1250"/>
                </a:lnTo>
                <a:lnTo>
                  <a:pt x="1414" y="1251"/>
                </a:lnTo>
                <a:lnTo>
                  <a:pt x="1414" y="1252"/>
                </a:lnTo>
                <a:lnTo>
                  <a:pt x="1413" y="1252"/>
                </a:lnTo>
                <a:lnTo>
                  <a:pt x="1412" y="1252"/>
                </a:lnTo>
                <a:lnTo>
                  <a:pt x="1412" y="1253"/>
                </a:lnTo>
                <a:lnTo>
                  <a:pt x="1412" y="1254"/>
                </a:lnTo>
                <a:lnTo>
                  <a:pt x="1411" y="1254"/>
                </a:lnTo>
                <a:lnTo>
                  <a:pt x="1411" y="1255"/>
                </a:lnTo>
                <a:lnTo>
                  <a:pt x="1410" y="1255"/>
                </a:lnTo>
                <a:lnTo>
                  <a:pt x="1409" y="1255"/>
                </a:lnTo>
                <a:lnTo>
                  <a:pt x="1409" y="1256"/>
                </a:lnTo>
                <a:lnTo>
                  <a:pt x="1408" y="1256"/>
                </a:lnTo>
                <a:lnTo>
                  <a:pt x="1408" y="1257"/>
                </a:lnTo>
                <a:lnTo>
                  <a:pt x="1408" y="1258"/>
                </a:lnTo>
                <a:lnTo>
                  <a:pt x="1407" y="1258"/>
                </a:lnTo>
                <a:lnTo>
                  <a:pt x="1406" y="1258"/>
                </a:lnTo>
                <a:lnTo>
                  <a:pt x="1405" y="1258"/>
                </a:lnTo>
                <a:lnTo>
                  <a:pt x="1404" y="1258"/>
                </a:lnTo>
                <a:lnTo>
                  <a:pt x="1403" y="1258"/>
                </a:lnTo>
                <a:lnTo>
                  <a:pt x="1403" y="1259"/>
                </a:lnTo>
                <a:lnTo>
                  <a:pt x="1402" y="1259"/>
                </a:lnTo>
                <a:lnTo>
                  <a:pt x="1402" y="1260"/>
                </a:lnTo>
                <a:lnTo>
                  <a:pt x="1403" y="1260"/>
                </a:lnTo>
                <a:lnTo>
                  <a:pt x="1402" y="1260"/>
                </a:lnTo>
                <a:lnTo>
                  <a:pt x="1402" y="1261"/>
                </a:lnTo>
                <a:lnTo>
                  <a:pt x="1401" y="1261"/>
                </a:lnTo>
                <a:lnTo>
                  <a:pt x="1400" y="1261"/>
                </a:lnTo>
                <a:lnTo>
                  <a:pt x="1400" y="1262"/>
                </a:lnTo>
                <a:lnTo>
                  <a:pt x="1400" y="1261"/>
                </a:lnTo>
                <a:lnTo>
                  <a:pt x="1399" y="1261"/>
                </a:lnTo>
                <a:lnTo>
                  <a:pt x="1398" y="1261"/>
                </a:lnTo>
                <a:lnTo>
                  <a:pt x="1397" y="1261"/>
                </a:lnTo>
                <a:lnTo>
                  <a:pt x="1397" y="1262"/>
                </a:lnTo>
                <a:lnTo>
                  <a:pt x="1396" y="1262"/>
                </a:lnTo>
                <a:lnTo>
                  <a:pt x="1395" y="1262"/>
                </a:lnTo>
                <a:lnTo>
                  <a:pt x="1395" y="1263"/>
                </a:lnTo>
                <a:lnTo>
                  <a:pt x="1395" y="1264"/>
                </a:lnTo>
                <a:lnTo>
                  <a:pt x="1395" y="1265"/>
                </a:lnTo>
                <a:lnTo>
                  <a:pt x="1394" y="1265"/>
                </a:lnTo>
                <a:lnTo>
                  <a:pt x="1394" y="1266"/>
                </a:lnTo>
                <a:lnTo>
                  <a:pt x="1394" y="1267"/>
                </a:lnTo>
                <a:lnTo>
                  <a:pt x="1393" y="1267"/>
                </a:lnTo>
                <a:lnTo>
                  <a:pt x="1393" y="1268"/>
                </a:lnTo>
                <a:lnTo>
                  <a:pt x="1393" y="1269"/>
                </a:lnTo>
                <a:lnTo>
                  <a:pt x="1394" y="1269"/>
                </a:lnTo>
                <a:lnTo>
                  <a:pt x="1393" y="1269"/>
                </a:lnTo>
                <a:lnTo>
                  <a:pt x="1393" y="1270"/>
                </a:lnTo>
                <a:lnTo>
                  <a:pt x="1393" y="1271"/>
                </a:lnTo>
                <a:lnTo>
                  <a:pt x="1393" y="1272"/>
                </a:lnTo>
                <a:lnTo>
                  <a:pt x="1392" y="1272"/>
                </a:lnTo>
                <a:lnTo>
                  <a:pt x="1392" y="1271"/>
                </a:lnTo>
                <a:lnTo>
                  <a:pt x="1391" y="1271"/>
                </a:lnTo>
                <a:lnTo>
                  <a:pt x="1390" y="1271"/>
                </a:lnTo>
                <a:lnTo>
                  <a:pt x="1390" y="1270"/>
                </a:lnTo>
                <a:lnTo>
                  <a:pt x="1389" y="1270"/>
                </a:lnTo>
                <a:lnTo>
                  <a:pt x="1389" y="1271"/>
                </a:lnTo>
                <a:lnTo>
                  <a:pt x="1389" y="1270"/>
                </a:lnTo>
                <a:lnTo>
                  <a:pt x="1388" y="1270"/>
                </a:lnTo>
                <a:lnTo>
                  <a:pt x="1389" y="1269"/>
                </a:lnTo>
                <a:lnTo>
                  <a:pt x="1388" y="1269"/>
                </a:lnTo>
                <a:lnTo>
                  <a:pt x="1388" y="1268"/>
                </a:lnTo>
                <a:lnTo>
                  <a:pt x="1387" y="1268"/>
                </a:lnTo>
                <a:lnTo>
                  <a:pt x="1387" y="1267"/>
                </a:lnTo>
                <a:lnTo>
                  <a:pt x="1387" y="1266"/>
                </a:lnTo>
                <a:lnTo>
                  <a:pt x="1386" y="1266"/>
                </a:lnTo>
                <a:lnTo>
                  <a:pt x="1385" y="1266"/>
                </a:lnTo>
                <a:lnTo>
                  <a:pt x="1384" y="1266"/>
                </a:lnTo>
                <a:lnTo>
                  <a:pt x="1383" y="1266"/>
                </a:lnTo>
                <a:lnTo>
                  <a:pt x="1382" y="1267"/>
                </a:lnTo>
                <a:lnTo>
                  <a:pt x="1381" y="1267"/>
                </a:lnTo>
                <a:lnTo>
                  <a:pt x="1381" y="1268"/>
                </a:lnTo>
                <a:lnTo>
                  <a:pt x="1380" y="1268"/>
                </a:lnTo>
                <a:lnTo>
                  <a:pt x="1380" y="1269"/>
                </a:lnTo>
                <a:lnTo>
                  <a:pt x="1380" y="1270"/>
                </a:lnTo>
                <a:lnTo>
                  <a:pt x="1381" y="1270"/>
                </a:lnTo>
                <a:lnTo>
                  <a:pt x="1381" y="1271"/>
                </a:lnTo>
                <a:lnTo>
                  <a:pt x="1380" y="1271"/>
                </a:lnTo>
                <a:lnTo>
                  <a:pt x="1380" y="1272"/>
                </a:lnTo>
                <a:lnTo>
                  <a:pt x="1380" y="1273"/>
                </a:lnTo>
                <a:lnTo>
                  <a:pt x="1380" y="1274"/>
                </a:lnTo>
                <a:lnTo>
                  <a:pt x="1380" y="1275"/>
                </a:lnTo>
                <a:lnTo>
                  <a:pt x="1379" y="1275"/>
                </a:lnTo>
                <a:lnTo>
                  <a:pt x="1379" y="1276"/>
                </a:lnTo>
                <a:lnTo>
                  <a:pt x="1380" y="1276"/>
                </a:lnTo>
                <a:lnTo>
                  <a:pt x="1379" y="1276"/>
                </a:lnTo>
                <a:lnTo>
                  <a:pt x="1379" y="1277"/>
                </a:lnTo>
                <a:lnTo>
                  <a:pt x="1378" y="1277"/>
                </a:lnTo>
                <a:lnTo>
                  <a:pt x="1377" y="1277"/>
                </a:lnTo>
                <a:lnTo>
                  <a:pt x="1376" y="1277"/>
                </a:lnTo>
                <a:lnTo>
                  <a:pt x="1376" y="1276"/>
                </a:lnTo>
                <a:lnTo>
                  <a:pt x="1376" y="1277"/>
                </a:lnTo>
                <a:lnTo>
                  <a:pt x="1375" y="1277"/>
                </a:lnTo>
                <a:lnTo>
                  <a:pt x="1375" y="1278"/>
                </a:lnTo>
                <a:lnTo>
                  <a:pt x="1374" y="1278"/>
                </a:lnTo>
                <a:lnTo>
                  <a:pt x="1373" y="1278"/>
                </a:lnTo>
                <a:lnTo>
                  <a:pt x="1372" y="1278"/>
                </a:lnTo>
                <a:lnTo>
                  <a:pt x="1372" y="1280"/>
                </a:lnTo>
                <a:lnTo>
                  <a:pt x="1372" y="1279"/>
                </a:lnTo>
                <a:lnTo>
                  <a:pt x="1371" y="1279"/>
                </a:lnTo>
                <a:lnTo>
                  <a:pt x="1370" y="1280"/>
                </a:lnTo>
                <a:lnTo>
                  <a:pt x="1369" y="1280"/>
                </a:lnTo>
                <a:lnTo>
                  <a:pt x="1369" y="1279"/>
                </a:lnTo>
                <a:lnTo>
                  <a:pt x="1369" y="1278"/>
                </a:lnTo>
                <a:lnTo>
                  <a:pt x="1368" y="1278"/>
                </a:lnTo>
                <a:lnTo>
                  <a:pt x="1367" y="1278"/>
                </a:lnTo>
                <a:lnTo>
                  <a:pt x="1367" y="1279"/>
                </a:lnTo>
                <a:lnTo>
                  <a:pt x="1366" y="1279"/>
                </a:lnTo>
                <a:lnTo>
                  <a:pt x="1366" y="1278"/>
                </a:lnTo>
                <a:lnTo>
                  <a:pt x="1366" y="1279"/>
                </a:lnTo>
                <a:lnTo>
                  <a:pt x="1365" y="1279"/>
                </a:lnTo>
                <a:lnTo>
                  <a:pt x="1365" y="1280"/>
                </a:lnTo>
                <a:lnTo>
                  <a:pt x="1365" y="1281"/>
                </a:lnTo>
                <a:lnTo>
                  <a:pt x="1365" y="1282"/>
                </a:lnTo>
                <a:lnTo>
                  <a:pt x="1366" y="1282"/>
                </a:lnTo>
                <a:lnTo>
                  <a:pt x="1366" y="1283"/>
                </a:lnTo>
                <a:lnTo>
                  <a:pt x="1366" y="1284"/>
                </a:lnTo>
                <a:lnTo>
                  <a:pt x="1366" y="1285"/>
                </a:lnTo>
                <a:lnTo>
                  <a:pt x="1367" y="1286"/>
                </a:lnTo>
                <a:lnTo>
                  <a:pt x="1368" y="1286"/>
                </a:lnTo>
                <a:lnTo>
                  <a:pt x="1368" y="1287"/>
                </a:lnTo>
                <a:lnTo>
                  <a:pt x="1367" y="1287"/>
                </a:lnTo>
                <a:lnTo>
                  <a:pt x="1367" y="1288"/>
                </a:lnTo>
                <a:lnTo>
                  <a:pt x="1368" y="1288"/>
                </a:lnTo>
                <a:lnTo>
                  <a:pt x="1368" y="1289"/>
                </a:lnTo>
                <a:lnTo>
                  <a:pt x="1368" y="1290"/>
                </a:lnTo>
                <a:lnTo>
                  <a:pt x="1367" y="1290"/>
                </a:lnTo>
                <a:lnTo>
                  <a:pt x="1368" y="1290"/>
                </a:lnTo>
                <a:lnTo>
                  <a:pt x="1367" y="1290"/>
                </a:lnTo>
                <a:lnTo>
                  <a:pt x="1367" y="1291"/>
                </a:lnTo>
                <a:lnTo>
                  <a:pt x="1368" y="1291"/>
                </a:lnTo>
                <a:lnTo>
                  <a:pt x="1369" y="1291"/>
                </a:lnTo>
                <a:lnTo>
                  <a:pt x="1369" y="1292"/>
                </a:lnTo>
                <a:lnTo>
                  <a:pt x="1369" y="1293"/>
                </a:lnTo>
                <a:lnTo>
                  <a:pt x="1369" y="1294"/>
                </a:lnTo>
                <a:lnTo>
                  <a:pt x="1369" y="1295"/>
                </a:lnTo>
                <a:lnTo>
                  <a:pt x="1369" y="1296"/>
                </a:lnTo>
                <a:lnTo>
                  <a:pt x="1370" y="1296"/>
                </a:lnTo>
                <a:lnTo>
                  <a:pt x="1370" y="1297"/>
                </a:lnTo>
                <a:lnTo>
                  <a:pt x="1370" y="1298"/>
                </a:lnTo>
                <a:lnTo>
                  <a:pt x="1370" y="1299"/>
                </a:lnTo>
                <a:lnTo>
                  <a:pt x="1371" y="1299"/>
                </a:lnTo>
                <a:lnTo>
                  <a:pt x="1370" y="1299"/>
                </a:lnTo>
                <a:lnTo>
                  <a:pt x="1370" y="1301"/>
                </a:lnTo>
                <a:lnTo>
                  <a:pt x="1371" y="1301"/>
                </a:lnTo>
                <a:lnTo>
                  <a:pt x="1371" y="1302"/>
                </a:lnTo>
                <a:lnTo>
                  <a:pt x="1370" y="1302"/>
                </a:lnTo>
                <a:lnTo>
                  <a:pt x="1370" y="1303"/>
                </a:lnTo>
                <a:lnTo>
                  <a:pt x="1371" y="1303"/>
                </a:lnTo>
                <a:lnTo>
                  <a:pt x="1371" y="1302"/>
                </a:lnTo>
                <a:lnTo>
                  <a:pt x="1371" y="1303"/>
                </a:lnTo>
                <a:lnTo>
                  <a:pt x="1372" y="1303"/>
                </a:lnTo>
                <a:lnTo>
                  <a:pt x="1372" y="1304"/>
                </a:lnTo>
                <a:lnTo>
                  <a:pt x="1372" y="1305"/>
                </a:lnTo>
                <a:lnTo>
                  <a:pt x="1373" y="1305"/>
                </a:lnTo>
                <a:lnTo>
                  <a:pt x="1374" y="1306"/>
                </a:lnTo>
                <a:lnTo>
                  <a:pt x="1374" y="1307"/>
                </a:lnTo>
                <a:lnTo>
                  <a:pt x="1374" y="1306"/>
                </a:lnTo>
                <a:lnTo>
                  <a:pt x="1375" y="1307"/>
                </a:lnTo>
                <a:lnTo>
                  <a:pt x="1375" y="1306"/>
                </a:lnTo>
                <a:lnTo>
                  <a:pt x="1376" y="1306"/>
                </a:lnTo>
                <a:lnTo>
                  <a:pt x="1376" y="1307"/>
                </a:lnTo>
                <a:lnTo>
                  <a:pt x="1376" y="1306"/>
                </a:lnTo>
                <a:lnTo>
                  <a:pt x="1376" y="1307"/>
                </a:lnTo>
                <a:lnTo>
                  <a:pt x="1376" y="1306"/>
                </a:lnTo>
                <a:lnTo>
                  <a:pt x="1376" y="1307"/>
                </a:lnTo>
                <a:lnTo>
                  <a:pt x="1377" y="1307"/>
                </a:lnTo>
                <a:lnTo>
                  <a:pt x="1377" y="1308"/>
                </a:lnTo>
                <a:lnTo>
                  <a:pt x="1376" y="1308"/>
                </a:lnTo>
                <a:lnTo>
                  <a:pt x="1377" y="1308"/>
                </a:lnTo>
                <a:lnTo>
                  <a:pt x="1376" y="1308"/>
                </a:lnTo>
                <a:lnTo>
                  <a:pt x="1376" y="1309"/>
                </a:lnTo>
                <a:lnTo>
                  <a:pt x="1377" y="1309"/>
                </a:lnTo>
                <a:lnTo>
                  <a:pt x="1377" y="1310"/>
                </a:lnTo>
                <a:lnTo>
                  <a:pt x="1377" y="1311"/>
                </a:lnTo>
                <a:lnTo>
                  <a:pt x="1377" y="1312"/>
                </a:lnTo>
                <a:lnTo>
                  <a:pt x="1377" y="1313"/>
                </a:lnTo>
                <a:lnTo>
                  <a:pt x="1377" y="1314"/>
                </a:lnTo>
                <a:lnTo>
                  <a:pt x="1376" y="1314"/>
                </a:lnTo>
                <a:lnTo>
                  <a:pt x="1375" y="1314"/>
                </a:lnTo>
                <a:lnTo>
                  <a:pt x="1374" y="1315"/>
                </a:lnTo>
                <a:lnTo>
                  <a:pt x="1373" y="1316"/>
                </a:lnTo>
                <a:lnTo>
                  <a:pt x="1373" y="1317"/>
                </a:lnTo>
                <a:lnTo>
                  <a:pt x="1372" y="1317"/>
                </a:lnTo>
                <a:lnTo>
                  <a:pt x="1372" y="1318"/>
                </a:lnTo>
                <a:lnTo>
                  <a:pt x="1371" y="1318"/>
                </a:lnTo>
                <a:lnTo>
                  <a:pt x="1371" y="1317"/>
                </a:lnTo>
                <a:lnTo>
                  <a:pt x="1370" y="1317"/>
                </a:lnTo>
                <a:lnTo>
                  <a:pt x="1370" y="1318"/>
                </a:lnTo>
                <a:lnTo>
                  <a:pt x="1369" y="1318"/>
                </a:lnTo>
                <a:lnTo>
                  <a:pt x="1368" y="1318"/>
                </a:lnTo>
                <a:lnTo>
                  <a:pt x="1367" y="1318"/>
                </a:lnTo>
                <a:lnTo>
                  <a:pt x="1367" y="1319"/>
                </a:lnTo>
                <a:lnTo>
                  <a:pt x="1366" y="1319"/>
                </a:lnTo>
                <a:lnTo>
                  <a:pt x="1365" y="1319"/>
                </a:lnTo>
                <a:lnTo>
                  <a:pt x="1365" y="1320"/>
                </a:lnTo>
                <a:lnTo>
                  <a:pt x="1364" y="1320"/>
                </a:lnTo>
                <a:lnTo>
                  <a:pt x="1364" y="1321"/>
                </a:lnTo>
                <a:lnTo>
                  <a:pt x="1363" y="1321"/>
                </a:lnTo>
                <a:lnTo>
                  <a:pt x="1363" y="1322"/>
                </a:lnTo>
                <a:lnTo>
                  <a:pt x="1362" y="1322"/>
                </a:lnTo>
                <a:lnTo>
                  <a:pt x="1362" y="1321"/>
                </a:lnTo>
                <a:lnTo>
                  <a:pt x="1361" y="1321"/>
                </a:lnTo>
                <a:lnTo>
                  <a:pt x="1360" y="1322"/>
                </a:lnTo>
                <a:lnTo>
                  <a:pt x="1360" y="1323"/>
                </a:lnTo>
                <a:lnTo>
                  <a:pt x="1359" y="1323"/>
                </a:lnTo>
                <a:lnTo>
                  <a:pt x="1359" y="1324"/>
                </a:lnTo>
                <a:lnTo>
                  <a:pt x="1359" y="1325"/>
                </a:lnTo>
                <a:lnTo>
                  <a:pt x="1358" y="1325"/>
                </a:lnTo>
                <a:lnTo>
                  <a:pt x="1358" y="1326"/>
                </a:lnTo>
                <a:lnTo>
                  <a:pt x="1358" y="1327"/>
                </a:lnTo>
                <a:lnTo>
                  <a:pt x="1358" y="1328"/>
                </a:lnTo>
                <a:lnTo>
                  <a:pt x="1358" y="1329"/>
                </a:lnTo>
                <a:lnTo>
                  <a:pt x="1357" y="1329"/>
                </a:lnTo>
                <a:lnTo>
                  <a:pt x="1357" y="1330"/>
                </a:lnTo>
                <a:lnTo>
                  <a:pt x="1356" y="1330"/>
                </a:lnTo>
                <a:lnTo>
                  <a:pt x="1356" y="1331"/>
                </a:lnTo>
                <a:lnTo>
                  <a:pt x="1355" y="1331"/>
                </a:lnTo>
                <a:lnTo>
                  <a:pt x="1354" y="1331"/>
                </a:lnTo>
                <a:lnTo>
                  <a:pt x="1353" y="1331"/>
                </a:lnTo>
                <a:lnTo>
                  <a:pt x="1352" y="1331"/>
                </a:lnTo>
                <a:lnTo>
                  <a:pt x="1352" y="1332"/>
                </a:lnTo>
                <a:lnTo>
                  <a:pt x="1351" y="1332"/>
                </a:lnTo>
                <a:lnTo>
                  <a:pt x="1350" y="1332"/>
                </a:lnTo>
                <a:lnTo>
                  <a:pt x="1350" y="1333"/>
                </a:lnTo>
                <a:lnTo>
                  <a:pt x="1351" y="1333"/>
                </a:lnTo>
                <a:lnTo>
                  <a:pt x="1352" y="1334"/>
                </a:lnTo>
                <a:lnTo>
                  <a:pt x="1352" y="1335"/>
                </a:lnTo>
                <a:lnTo>
                  <a:pt x="1352" y="1336"/>
                </a:lnTo>
                <a:lnTo>
                  <a:pt x="1353" y="1336"/>
                </a:lnTo>
                <a:lnTo>
                  <a:pt x="1353" y="1337"/>
                </a:lnTo>
                <a:lnTo>
                  <a:pt x="1352" y="1337"/>
                </a:lnTo>
                <a:lnTo>
                  <a:pt x="1352" y="1338"/>
                </a:lnTo>
                <a:lnTo>
                  <a:pt x="1351" y="1338"/>
                </a:lnTo>
                <a:lnTo>
                  <a:pt x="1350" y="1338"/>
                </a:lnTo>
                <a:lnTo>
                  <a:pt x="1349" y="1338"/>
                </a:lnTo>
                <a:lnTo>
                  <a:pt x="1348" y="1338"/>
                </a:lnTo>
                <a:lnTo>
                  <a:pt x="1347" y="1338"/>
                </a:lnTo>
                <a:lnTo>
                  <a:pt x="1347" y="1337"/>
                </a:lnTo>
                <a:lnTo>
                  <a:pt x="1346" y="1337"/>
                </a:lnTo>
                <a:lnTo>
                  <a:pt x="1345" y="1337"/>
                </a:lnTo>
                <a:lnTo>
                  <a:pt x="1345" y="1338"/>
                </a:lnTo>
                <a:lnTo>
                  <a:pt x="1344" y="1338"/>
                </a:lnTo>
                <a:lnTo>
                  <a:pt x="1343" y="1338"/>
                </a:lnTo>
                <a:lnTo>
                  <a:pt x="1342" y="1339"/>
                </a:lnTo>
                <a:lnTo>
                  <a:pt x="1342" y="1338"/>
                </a:lnTo>
                <a:lnTo>
                  <a:pt x="1341" y="1338"/>
                </a:lnTo>
                <a:lnTo>
                  <a:pt x="1341" y="1339"/>
                </a:lnTo>
                <a:lnTo>
                  <a:pt x="1340" y="1339"/>
                </a:lnTo>
                <a:lnTo>
                  <a:pt x="1340" y="1338"/>
                </a:lnTo>
                <a:lnTo>
                  <a:pt x="1339" y="1338"/>
                </a:lnTo>
                <a:lnTo>
                  <a:pt x="1339" y="1337"/>
                </a:lnTo>
                <a:lnTo>
                  <a:pt x="1338" y="1337"/>
                </a:lnTo>
                <a:lnTo>
                  <a:pt x="1338" y="1336"/>
                </a:lnTo>
                <a:lnTo>
                  <a:pt x="1337" y="1336"/>
                </a:lnTo>
                <a:lnTo>
                  <a:pt x="1337" y="1335"/>
                </a:lnTo>
                <a:lnTo>
                  <a:pt x="1336" y="1335"/>
                </a:lnTo>
                <a:lnTo>
                  <a:pt x="1335" y="1335"/>
                </a:lnTo>
                <a:lnTo>
                  <a:pt x="1334" y="1335"/>
                </a:lnTo>
                <a:lnTo>
                  <a:pt x="1334" y="1336"/>
                </a:lnTo>
                <a:lnTo>
                  <a:pt x="1333" y="1336"/>
                </a:lnTo>
                <a:lnTo>
                  <a:pt x="1333" y="1335"/>
                </a:lnTo>
                <a:lnTo>
                  <a:pt x="1332" y="1335"/>
                </a:lnTo>
                <a:lnTo>
                  <a:pt x="1332" y="1334"/>
                </a:lnTo>
                <a:lnTo>
                  <a:pt x="1332" y="1333"/>
                </a:lnTo>
                <a:lnTo>
                  <a:pt x="1331" y="1333"/>
                </a:lnTo>
                <a:lnTo>
                  <a:pt x="1331" y="1334"/>
                </a:lnTo>
                <a:lnTo>
                  <a:pt x="1330" y="1334"/>
                </a:lnTo>
                <a:lnTo>
                  <a:pt x="1330" y="1335"/>
                </a:lnTo>
                <a:lnTo>
                  <a:pt x="1330" y="1336"/>
                </a:lnTo>
                <a:lnTo>
                  <a:pt x="1331" y="1336"/>
                </a:lnTo>
                <a:lnTo>
                  <a:pt x="1331" y="1337"/>
                </a:lnTo>
                <a:lnTo>
                  <a:pt x="1331" y="1338"/>
                </a:lnTo>
                <a:lnTo>
                  <a:pt x="1330" y="1338"/>
                </a:lnTo>
                <a:lnTo>
                  <a:pt x="1330" y="1337"/>
                </a:lnTo>
                <a:lnTo>
                  <a:pt x="1330" y="1338"/>
                </a:lnTo>
                <a:lnTo>
                  <a:pt x="1330" y="1339"/>
                </a:lnTo>
                <a:lnTo>
                  <a:pt x="1329" y="1339"/>
                </a:lnTo>
                <a:lnTo>
                  <a:pt x="1329" y="1338"/>
                </a:lnTo>
                <a:lnTo>
                  <a:pt x="1329" y="1339"/>
                </a:lnTo>
                <a:lnTo>
                  <a:pt x="1328" y="1339"/>
                </a:lnTo>
                <a:lnTo>
                  <a:pt x="1327" y="1339"/>
                </a:lnTo>
                <a:lnTo>
                  <a:pt x="1326" y="1339"/>
                </a:lnTo>
                <a:lnTo>
                  <a:pt x="1326" y="1338"/>
                </a:lnTo>
                <a:lnTo>
                  <a:pt x="1327" y="1338"/>
                </a:lnTo>
                <a:lnTo>
                  <a:pt x="1327" y="1337"/>
                </a:lnTo>
                <a:lnTo>
                  <a:pt x="1328" y="1337"/>
                </a:lnTo>
                <a:lnTo>
                  <a:pt x="1328" y="1336"/>
                </a:lnTo>
                <a:lnTo>
                  <a:pt x="1327" y="1336"/>
                </a:lnTo>
                <a:lnTo>
                  <a:pt x="1327" y="1335"/>
                </a:lnTo>
                <a:lnTo>
                  <a:pt x="1327" y="1334"/>
                </a:lnTo>
                <a:lnTo>
                  <a:pt x="1326" y="1334"/>
                </a:lnTo>
                <a:lnTo>
                  <a:pt x="1327" y="1334"/>
                </a:lnTo>
                <a:lnTo>
                  <a:pt x="1326" y="1334"/>
                </a:lnTo>
                <a:lnTo>
                  <a:pt x="1327" y="1334"/>
                </a:lnTo>
                <a:lnTo>
                  <a:pt x="1327" y="1333"/>
                </a:lnTo>
                <a:lnTo>
                  <a:pt x="1326" y="1333"/>
                </a:lnTo>
                <a:lnTo>
                  <a:pt x="1325" y="1333"/>
                </a:lnTo>
                <a:lnTo>
                  <a:pt x="1325" y="1332"/>
                </a:lnTo>
                <a:lnTo>
                  <a:pt x="1324" y="1332"/>
                </a:lnTo>
                <a:lnTo>
                  <a:pt x="1323" y="1332"/>
                </a:lnTo>
                <a:lnTo>
                  <a:pt x="1322" y="1332"/>
                </a:lnTo>
                <a:lnTo>
                  <a:pt x="1322" y="1333"/>
                </a:lnTo>
                <a:lnTo>
                  <a:pt x="1321" y="1333"/>
                </a:lnTo>
                <a:lnTo>
                  <a:pt x="1321" y="1334"/>
                </a:lnTo>
                <a:lnTo>
                  <a:pt x="1320" y="1333"/>
                </a:lnTo>
                <a:lnTo>
                  <a:pt x="1320" y="1334"/>
                </a:lnTo>
                <a:lnTo>
                  <a:pt x="1319" y="1334"/>
                </a:lnTo>
                <a:lnTo>
                  <a:pt x="1318" y="1334"/>
                </a:lnTo>
                <a:lnTo>
                  <a:pt x="1317" y="1334"/>
                </a:lnTo>
                <a:lnTo>
                  <a:pt x="1316" y="1335"/>
                </a:lnTo>
                <a:lnTo>
                  <a:pt x="1317" y="1335"/>
                </a:lnTo>
                <a:lnTo>
                  <a:pt x="1318" y="1335"/>
                </a:lnTo>
                <a:lnTo>
                  <a:pt x="1318" y="1336"/>
                </a:lnTo>
                <a:lnTo>
                  <a:pt x="1317" y="1336"/>
                </a:lnTo>
                <a:lnTo>
                  <a:pt x="1316" y="1336"/>
                </a:lnTo>
                <a:lnTo>
                  <a:pt x="1316" y="1337"/>
                </a:lnTo>
                <a:lnTo>
                  <a:pt x="1315" y="1337"/>
                </a:lnTo>
                <a:lnTo>
                  <a:pt x="1314" y="1337"/>
                </a:lnTo>
                <a:lnTo>
                  <a:pt x="1314" y="1338"/>
                </a:lnTo>
                <a:lnTo>
                  <a:pt x="1313" y="1338"/>
                </a:lnTo>
                <a:lnTo>
                  <a:pt x="1313" y="1339"/>
                </a:lnTo>
                <a:lnTo>
                  <a:pt x="1313" y="1340"/>
                </a:lnTo>
                <a:lnTo>
                  <a:pt x="1312" y="1340"/>
                </a:lnTo>
                <a:lnTo>
                  <a:pt x="1312" y="1341"/>
                </a:lnTo>
                <a:lnTo>
                  <a:pt x="1312" y="1342"/>
                </a:lnTo>
                <a:lnTo>
                  <a:pt x="1311" y="1342"/>
                </a:lnTo>
                <a:lnTo>
                  <a:pt x="1312" y="1342"/>
                </a:lnTo>
                <a:lnTo>
                  <a:pt x="1311" y="1342"/>
                </a:lnTo>
                <a:lnTo>
                  <a:pt x="1311" y="1343"/>
                </a:lnTo>
                <a:lnTo>
                  <a:pt x="1311" y="1344"/>
                </a:lnTo>
                <a:lnTo>
                  <a:pt x="1310" y="1344"/>
                </a:lnTo>
                <a:lnTo>
                  <a:pt x="1310" y="1345"/>
                </a:lnTo>
                <a:lnTo>
                  <a:pt x="1309" y="1345"/>
                </a:lnTo>
                <a:lnTo>
                  <a:pt x="1308" y="1345"/>
                </a:lnTo>
                <a:lnTo>
                  <a:pt x="1307" y="1345"/>
                </a:lnTo>
                <a:lnTo>
                  <a:pt x="1307" y="1346"/>
                </a:lnTo>
                <a:lnTo>
                  <a:pt x="1308" y="1346"/>
                </a:lnTo>
                <a:lnTo>
                  <a:pt x="1307" y="1346"/>
                </a:lnTo>
                <a:lnTo>
                  <a:pt x="1307" y="1347"/>
                </a:lnTo>
                <a:lnTo>
                  <a:pt x="1306" y="1347"/>
                </a:lnTo>
                <a:lnTo>
                  <a:pt x="1306" y="1348"/>
                </a:lnTo>
                <a:lnTo>
                  <a:pt x="1305" y="1348"/>
                </a:lnTo>
                <a:lnTo>
                  <a:pt x="1304" y="1348"/>
                </a:lnTo>
                <a:lnTo>
                  <a:pt x="1304" y="1349"/>
                </a:lnTo>
                <a:lnTo>
                  <a:pt x="1304" y="1350"/>
                </a:lnTo>
                <a:lnTo>
                  <a:pt x="1303" y="1350"/>
                </a:lnTo>
                <a:lnTo>
                  <a:pt x="1302" y="1350"/>
                </a:lnTo>
                <a:lnTo>
                  <a:pt x="1302" y="1351"/>
                </a:lnTo>
                <a:lnTo>
                  <a:pt x="1301" y="1351"/>
                </a:lnTo>
                <a:lnTo>
                  <a:pt x="1301" y="1352"/>
                </a:lnTo>
                <a:lnTo>
                  <a:pt x="1300" y="1352"/>
                </a:lnTo>
                <a:lnTo>
                  <a:pt x="1299" y="1352"/>
                </a:lnTo>
                <a:lnTo>
                  <a:pt x="1299" y="1353"/>
                </a:lnTo>
                <a:lnTo>
                  <a:pt x="1298" y="1353"/>
                </a:lnTo>
                <a:lnTo>
                  <a:pt x="1297" y="1353"/>
                </a:lnTo>
                <a:lnTo>
                  <a:pt x="1296" y="1353"/>
                </a:lnTo>
                <a:lnTo>
                  <a:pt x="1296" y="1354"/>
                </a:lnTo>
                <a:lnTo>
                  <a:pt x="1295" y="1354"/>
                </a:lnTo>
                <a:lnTo>
                  <a:pt x="1294" y="1354"/>
                </a:lnTo>
                <a:lnTo>
                  <a:pt x="1294" y="1355"/>
                </a:lnTo>
                <a:lnTo>
                  <a:pt x="1293" y="1355"/>
                </a:lnTo>
                <a:lnTo>
                  <a:pt x="1292" y="1355"/>
                </a:lnTo>
                <a:lnTo>
                  <a:pt x="1292" y="1356"/>
                </a:lnTo>
                <a:lnTo>
                  <a:pt x="1292" y="1357"/>
                </a:lnTo>
                <a:lnTo>
                  <a:pt x="1291" y="1357"/>
                </a:lnTo>
                <a:lnTo>
                  <a:pt x="1290" y="1357"/>
                </a:lnTo>
                <a:lnTo>
                  <a:pt x="1290" y="1358"/>
                </a:lnTo>
                <a:lnTo>
                  <a:pt x="1290" y="1359"/>
                </a:lnTo>
                <a:lnTo>
                  <a:pt x="1289" y="1359"/>
                </a:lnTo>
                <a:lnTo>
                  <a:pt x="1289" y="1360"/>
                </a:lnTo>
                <a:lnTo>
                  <a:pt x="1290" y="1360"/>
                </a:lnTo>
                <a:lnTo>
                  <a:pt x="1289" y="1360"/>
                </a:lnTo>
                <a:lnTo>
                  <a:pt x="1289" y="1361"/>
                </a:lnTo>
                <a:lnTo>
                  <a:pt x="1289" y="1362"/>
                </a:lnTo>
                <a:lnTo>
                  <a:pt x="1288" y="1362"/>
                </a:lnTo>
                <a:lnTo>
                  <a:pt x="1287" y="1362"/>
                </a:lnTo>
                <a:lnTo>
                  <a:pt x="1286" y="1362"/>
                </a:lnTo>
                <a:lnTo>
                  <a:pt x="1285" y="1362"/>
                </a:lnTo>
                <a:lnTo>
                  <a:pt x="1285" y="1363"/>
                </a:lnTo>
                <a:lnTo>
                  <a:pt x="1285" y="1364"/>
                </a:lnTo>
                <a:lnTo>
                  <a:pt x="1284" y="1364"/>
                </a:lnTo>
                <a:lnTo>
                  <a:pt x="1283" y="1365"/>
                </a:lnTo>
                <a:lnTo>
                  <a:pt x="1282" y="1365"/>
                </a:lnTo>
                <a:lnTo>
                  <a:pt x="1282" y="1364"/>
                </a:lnTo>
                <a:lnTo>
                  <a:pt x="1281" y="1364"/>
                </a:lnTo>
                <a:lnTo>
                  <a:pt x="1280" y="1364"/>
                </a:lnTo>
                <a:lnTo>
                  <a:pt x="1279" y="1364"/>
                </a:lnTo>
                <a:lnTo>
                  <a:pt x="1279" y="1363"/>
                </a:lnTo>
                <a:lnTo>
                  <a:pt x="1279" y="1362"/>
                </a:lnTo>
                <a:lnTo>
                  <a:pt x="1278" y="1362"/>
                </a:lnTo>
                <a:lnTo>
                  <a:pt x="1278" y="1361"/>
                </a:lnTo>
                <a:lnTo>
                  <a:pt x="1278" y="1360"/>
                </a:lnTo>
                <a:lnTo>
                  <a:pt x="1277" y="1360"/>
                </a:lnTo>
                <a:lnTo>
                  <a:pt x="1277" y="1359"/>
                </a:lnTo>
                <a:lnTo>
                  <a:pt x="1277" y="1358"/>
                </a:lnTo>
                <a:lnTo>
                  <a:pt x="1276" y="1358"/>
                </a:lnTo>
                <a:lnTo>
                  <a:pt x="1276" y="1357"/>
                </a:lnTo>
                <a:lnTo>
                  <a:pt x="1275" y="1357"/>
                </a:lnTo>
                <a:lnTo>
                  <a:pt x="1274" y="1357"/>
                </a:lnTo>
                <a:lnTo>
                  <a:pt x="1274" y="1356"/>
                </a:lnTo>
                <a:lnTo>
                  <a:pt x="1272" y="1356"/>
                </a:lnTo>
                <a:lnTo>
                  <a:pt x="1271" y="1356"/>
                </a:lnTo>
                <a:lnTo>
                  <a:pt x="1270" y="1356"/>
                </a:lnTo>
                <a:lnTo>
                  <a:pt x="1269" y="1356"/>
                </a:lnTo>
                <a:lnTo>
                  <a:pt x="1268" y="1355"/>
                </a:lnTo>
                <a:lnTo>
                  <a:pt x="1267" y="1355"/>
                </a:lnTo>
                <a:lnTo>
                  <a:pt x="1267" y="1354"/>
                </a:lnTo>
                <a:lnTo>
                  <a:pt x="1266" y="1354"/>
                </a:lnTo>
                <a:lnTo>
                  <a:pt x="1265" y="1354"/>
                </a:lnTo>
                <a:lnTo>
                  <a:pt x="1264" y="1354"/>
                </a:lnTo>
                <a:lnTo>
                  <a:pt x="1264" y="1353"/>
                </a:lnTo>
                <a:lnTo>
                  <a:pt x="1264" y="1352"/>
                </a:lnTo>
                <a:lnTo>
                  <a:pt x="1264" y="1351"/>
                </a:lnTo>
                <a:lnTo>
                  <a:pt x="1263" y="1351"/>
                </a:lnTo>
                <a:lnTo>
                  <a:pt x="1263" y="1350"/>
                </a:lnTo>
                <a:lnTo>
                  <a:pt x="1262" y="1350"/>
                </a:lnTo>
                <a:lnTo>
                  <a:pt x="1262" y="1349"/>
                </a:lnTo>
                <a:lnTo>
                  <a:pt x="1262" y="1348"/>
                </a:lnTo>
                <a:lnTo>
                  <a:pt x="1261" y="1348"/>
                </a:lnTo>
                <a:lnTo>
                  <a:pt x="1261" y="1347"/>
                </a:lnTo>
                <a:lnTo>
                  <a:pt x="1261" y="1346"/>
                </a:lnTo>
                <a:lnTo>
                  <a:pt x="1262" y="1346"/>
                </a:lnTo>
                <a:lnTo>
                  <a:pt x="1262" y="1345"/>
                </a:lnTo>
                <a:lnTo>
                  <a:pt x="1262" y="1344"/>
                </a:lnTo>
                <a:lnTo>
                  <a:pt x="1262" y="1343"/>
                </a:lnTo>
                <a:lnTo>
                  <a:pt x="1263" y="1343"/>
                </a:lnTo>
                <a:lnTo>
                  <a:pt x="1263" y="1342"/>
                </a:lnTo>
                <a:lnTo>
                  <a:pt x="1263" y="1341"/>
                </a:lnTo>
                <a:lnTo>
                  <a:pt x="1263" y="1340"/>
                </a:lnTo>
                <a:lnTo>
                  <a:pt x="1264" y="1340"/>
                </a:lnTo>
                <a:lnTo>
                  <a:pt x="1264" y="1339"/>
                </a:lnTo>
                <a:lnTo>
                  <a:pt x="1263" y="1339"/>
                </a:lnTo>
                <a:lnTo>
                  <a:pt x="1263" y="1338"/>
                </a:lnTo>
                <a:lnTo>
                  <a:pt x="1264" y="1338"/>
                </a:lnTo>
                <a:lnTo>
                  <a:pt x="1264" y="1337"/>
                </a:lnTo>
                <a:lnTo>
                  <a:pt x="1264" y="1336"/>
                </a:lnTo>
                <a:lnTo>
                  <a:pt x="1264" y="1335"/>
                </a:lnTo>
                <a:lnTo>
                  <a:pt x="1264" y="1334"/>
                </a:lnTo>
                <a:lnTo>
                  <a:pt x="1263" y="1334"/>
                </a:lnTo>
                <a:lnTo>
                  <a:pt x="1262" y="1334"/>
                </a:lnTo>
                <a:lnTo>
                  <a:pt x="1262" y="1333"/>
                </a:lnTo>
                <a:lnTo>
                  <a:pt x="1261" y="1333"/>
                </a:lnTo>
                <a:lnTo>
                  <a:pt x="1261" y="1334"/>
                </a:lnTo>
                <a:lnTo>
                  <a:pt x="1260" y="1334"/>
                </a:lnTo>
                <a:lnTo>
                  <a:pt x="1259" y="1334"/>
                </a:lnTo>
                <a:lnTo>
                  <a:pt x="1259" y="1333"/>
                </a:lnTo>
                <a:lnTo>
                  <a:pt x="1258" y="1333"/>
                </a:lnTo>
                <a:lnTo>
                  <a:pt x="1258" y="1334"/>
                </a:lnTo>
                <a:lnTo>
                  <a:pt x="1257" y="1334"/>
                </a:lnTo>
                <a:lnTo>
                  <a:pt x="1257" y="1335"/>
                </a:lnTo>
                <a:lnTo>
                  <a:pt x="1256" y="1335"/>
                </a:lnTo>
                <a:lnTo>
                  <a:pt x="1255" y="1335"/>
                </a:lnTo>
                <a:lnTo>
                  <a:pt x="1255" y="1336"/>
                </a:lnTo>
                <a:lnTo>
                  <a:pt x="1254" y="1336"/>
                </a:lnTo>
                <a:lnTo>
                  <a:pt x="1253" y="1336"/>
                </a:lnTo>
                <a:lnTo>
                  <a:pt x="1252" y="1336"/>
                </a:lnTo>
                <a:lnTo>
                  <a:pt x="1251" y="1336"/>
                </a:lnTo>
                <a:lnTo>
                  <a:pt x="1251" y="1337"/>
                </a:lnTo>
                <a:lnTo>
                  <a:pt x="1250" y="1337"/>
                </a:lnTo>
                <a:lnTo>
                  <a:pt x="1249" y="1337"/>
                </a:lnTo>
                <a:lnTo>
                  <a:pt x="1249" y="1338"/>
                </a:lnTo>
                <a:lnTo>
                  <a:pt x="1248" y="1337"/>
                </a:lnTo>
                <a:lnTo>
                  <a:pt x="1247" y="1337"/>
                </a:lnTo>
                <a:lnTo>
                  <a:pt x="1246" y="1337"/>
                </a:lnTo>
                <a:lnTo>
                  <a:pt x="1246" y="1338"/>
                </a:lnTo>
                <a:lnTo>
                  <a:pt x="1245" y="1338"/>
                </a:lnTo>
                <a:lnTo>
                  <a:pt x="1244" y="1338"/>
                </a:lnTo>
                <a:lnTo>
                  <a:pt x="1244" y="1339"/>
                </a:lnTo>
                <a:lnTo>
                  <a:pt x="1243" y="1339"/>
                </a:lnTo>
                <a:lnTo>
                  <a:pt x="1242" y="1339"/>
                </a:lnTo>
                <a:lnTo>
                  <a:pt x="1242" y="1340"/>
                </a:lnTo>
                <a:lnTo>
                  <a:pt x="1241" y="1340"/>
                </a:lnTo>
                <a:lnTo>
                  <a:pt x="1240" y="1340"/>
                </a:lnTo>
                <a:lnTo>
                  <a:pt x="1240" y="1341"/>
                </a:lnTo>
                <a:lnTo>
                  <a:pt x="1239" y="1341"/>
                </a:lnTo>
                <a:lnTo>
                  <a:pt x="1238" y="1341"/>
                </a:lnTo>
                <a:lnTo>
                  <a:pt x="1238" y="1340"/>
                </a:lnTo>
                <a:lnTo>
                  <a:pt x="1237" y="1340"/>
                </a:lnTo>
                <a:lnTo>
                  <a:pt x="1237" y="1339"/>
                </a:lnTo>
                <a:lnTo>
                  <a:pt x="1236" y="1339"/>
                </a:lnTo>
                <a:lnTo>
                  <a:pt x="1236" y="1340"/>
                </a:lnTo>
                <a:lnTo>
                  <a:pt x="1234" y="1340"/>
                </a:lnTo>
                <a:lnTo>
                  <a:pt x="1234" y="1341"/>
                </a:lnTo>
                <a:lnTo>
                  <a:pt x="1233" y="1341"/>
                </a:lnTo>
                <a:lnTo>
                  <a:pt x="1233" y="1342"/>
                </a:lnTo>
                <a:lnTo>
                  <a:pt x="1233" y="1341"/>
                </a:lnTo>
                <a:lnTo>
                  <a:pt x="1233" y="1342"/>
                </a:lnTo>
                <a:lnTo>
                  <a:pt x="1232" y="1342"/>
                </a:lnTo>
                <a:lnTo>
                  <a:pt x="1232" y="1343"/>
                </a:lnTo>
                <a:lnTo>
                  <a:pt x="1231" y="1344"/>
                </a:lnTo>
                <a:lnTo>
                  <a:pt x="1230" y="1344"/>
                </a:lnTo>
                <a:lnTo>
                  <a:pt x="1230" y="1345"/>
                </a:lnTo>
                <a:lnTo>
                  <a:pt x="1230" y="1346"/>
                </a:lnTo>
                <a:lnTo>
                  <a:pt x="1230" y="1347"/>
                </a:lnTo>
                <a:lnTo>
                  <a:pt x="1229" y="1348"/>
                </a:lnTo>
                <a:lnTo>
                  <a:pt x="1228" y="1348"/>
                </a:lnTo>
                <a:lnTo>
                  <a:pt x="1228" y="1349"/>
                </a:lnTo>
                <a:lnTo>
                  <a:pt x="1227" y="1349"/>
                </a:lnTo>
                <a:lnTo>
                  <a:pt x="1228" y="1349"/>
                </a:lnTo>
                <a:lnTo>
                  <a:pt x="1228" y="1350"/>
                </a:lnTo>
                <a:lnTo>
                  <a:pt x="1227" y="1349"/>
                </a:lnTo>
                <a:lnTo>
                  <a:pt x="1227" y="1350"/>
                </a:lnTo>
                <a:lnTo>
                  <a:pt x="1226" y="1350"/>
                </a:lnTo>
                <a:lnTo>
                  <a:pt x="1225" y="1350"/>
                </a:lnTo>
                <a:lnTo>
                  <a:pt x="1225" y="1351"/>
                </a:lnTo>
                <a:lnTo>
                  <a:pt x="1224" y="1351"/>
                </a:lnTo>
                <a:lnTo>
                  <a:pt x="1224" y="1352"/>
                </a:lnTo>
                <a:lnTo>
                  <a:pt x="1224" y="1353"/>
                </a:lnTo>
                <a:lnTo>
                  <a:pt x="1223" y="1353"/>
                </a:lnTo>
                <a:lnTo>
                  <a:pt x="1223" y="1354"/>
                </a:lnTo>
                <a:lnTo>
                  <a:pt x="1222" y="1354"/>
                </a:lnTo>
                <a:lnTo>
                  <a:pt x="1223" y="1354"/>
                </a:lnTo>
                <a:lnTo>
                  <a:pt x="1222" y="1354"/>
                </a:lnTo>
                <a:lnTo>
                  <a:pt x="1222" y="1355"/>
                </a:lnTo>
                <a:lnTo>
                  <a:pt x="1221" y="1355"/>
                </a:lnTo>
                <a:lnTo>
                  <a:pt x="1221" y="1356"/>
                </a:lnTo>
                <a:lnTo>
                  <a:pt x="1220" y="1356"/>
                </a:lnTo>
                <a:lnTo>
                  <a:pt x="1220" y="1357"/>
                </a:lnTo>
                <a:lnTo>
                  <a:pt x="1220" y="1358"/>
                </a:lnTo>
                <a:lnTo>
                  <a:pt x="1220" y="1359"/>
                </a:lnTo>
                <a:lnTo>
                  <a:pt x="1220" y="1360"/>
                </a:lnTo>
                <a:lnTo>
                  <a:pt x="1219" y="1360"/>
                </a:lnTo>
                <a:lnTo>
                  <a:pt x="1219" y="1361"/>
                </a:lnTo>
                <a:lnTo>
                  <a:pt x="1219" y="1362"/>
                </a:lnTo>
                <a:lnTo>
                  <a:pt x="1218" y="1363"/>
                </a:lnTo>
                <a:lnTo>
                  <a:pt x="1218" y="1364"/>
                </a:lnTo>
                <a:lnTo>
                  <a:pt x="1218" y="1365"/>
                </a:lnTo>
                <a:lnTo>
                  <a:pt x="1219" y="1365"/>
                </a:lnTo>
                <a:lnTo>
                  <a:pt x="1219" y="1366"/>
                </a:lnTo>
                <a:lnTo>
                  <a:pt x="1219" y="1365"/>
                </a:lnTo>
                <a:lnTo>
                  <a:pt x="1220" y="1365"/>
                </a:lnTo>
                <a:lnTo>
                  <a:pt x="1220" y="1366"/>
                </a:lnTo>
                <a:lnTo>
                  <a:pt x="1220" y="1367"/>
                </a:lnTo>
                <a:lnTo>
                  <a:pt x="1219" y="1367"/>
                </a:lnTo>
                <a:lnTo>
                  <a:pt x="1219" y="1368"/>
                </a:lnTo>
                <a:lnTo>
                  <a:pt x="1219" y="1369"/>
                </a:lnTo>
                <a:lnTo>
                  <a:pt x="1219" y="1370"/>
                </a:lnTo>
                <a:lnTo>
                  <a:pt x="1218" y="1370"/>
                </a:lnTo>
                <a:lnTo>
                  <a:pt x="1218" y="1371"/>
                </a:lnTo>
                <a:lnTo>
                  <a:pt x="1219" y="1371"/>
                </a:lnTo>
                <a:lnTo>
                  <a:pt x="1218" y="1371"/>
                </a:lnTo>
                <a:lnTo>
                  <a:pt x="1218" y="1372"/>
                </a:lnTo>
                <a:lnTo>
                  <a:pt x="1218" y="1373"/>
                </a:lnTo>
                <a:lnTo>
                  <a:pt x="1218" y="1374"/>
                </a:lnTo>
                <a:lnTo>
                  <a:pt x="1218" y="1375"/>
                </a:lnTo>
                <a:lnTo>
                  <a:pt x="1218" y="1376"/>
                </a:lnTo>
                <a:lnTo>
                  <a:pt x="1218" y="1377"/>
                </a:lnTo>
                <a:lnTo>
                  <a:pt x="1217" y="1377"/>
                </a:lnTo>
                <a:lnTo>
                  <a:pt x="1217" y="1378"/>
                </a:lnTo>
                <a:lnTo>
                  <a:pt x="1217" y="1379"/>
                </a:lnTo>
                <a:lnTo>
                  <a:pt x="1217" y="1380"/>
                </a:lnTo>
                <a:lnTo>
                  <a:pt x="1217" y="1381"/>
                </a:lnTo>
                <a:lnTo>
                  <a:pt x="1216" y="1381"/>
                </a:lnTo>
                <a:lnTo>
                  <a:pt x="1216" y="1382"/>
                </a:lnTo>
                <a:lnTo>
                  <a:pt x="1216" y="1383"/>
                </a:lnTo>
                <a:lnTo>
                  <a:pt x="1215" y="1383"/>
                </a:lnTo>
                <a:lnTo>
                  <a:pt x="1215" y="1384"/>
                </a:lnTo>
                <a:lnTo>
                  <a:pt x="1215" y="1385"/>
                </a:lnTo>
                <a:lnTo>
                  <a:pt x="1215" y="1386"/>
                </a:lnTo>
                <a:lnTo>
                  <a:pt x="1215" y="1387"/>
                </a:lnTo>
                <a:lnTo>
                  <a:pt x="1215" y="1386"/>
                </a:lnTo>
                <a:lnTo>
                  <a:pt x="1214" y="1386"/>
                </a:lnTo>
                <a:lnTo>
                  <a:pt x="1214" y="1387"/>
                </a:lnTo>
                <a:lnTo>
                  <a:pt x="1213" y="1387"/>
                </a:lnTo>
                <a:lnTo>
                  <a:pt x="1214" y="1387"/>
                </a:lnTo>
                <a:lnTo>
                  <a:pt x="1214" y="1388"/>
                </a:lnTo>
                <a:lnTo>
                  <a:pt x="1215" y="1388"/>
                </a:lnTo>
                <a:lnTo>
                  <a:pt x="1215" y="1389"/>
                </a:lnTo>
                <a:lnTo>
                  <a:pt x="1215" y="1390"/>
                </a:lnTo>
                <a:lnTo>
                  <a:pt x="1214" y="1390"/>
                </a:lnTo>
                <a:lnTo>
                  <a:pt x="1214" y="1389"/>
                </a:lnTo>
                <a:lnTo>
                  <a:pt x="1214" y="1390"/>
                </a:lnTo>
                <a:lnTo>
                  <a:pt x="1215" y="1390"/>
                </a:lnTo>
                <a:lnTo>
                  <a:pt x="1214" y="1390"/>
                </a:lnTo>
                <a:lnTo>
                  <a:pt x="1214" y="1391"/>
                </a:lnTo>
                <a:lnTo>
                  <a:pt x="1215" y="1391"/>
                </a:lnTo>
                <a:lnTo>
                  <a:pt x="1215" y="1392"/>
                </a:lnTo>
                <a:lnTo>
                  <a:pt x="1215" y="1393"/>
                </a:lnTo>
                <a:lnTo>
                  <a:pt x="1214" y="1393"/>
                </a:lnTo>
                <a:lnTo>
                  <a:pt x="1215" y="1393"/>
                </a:lnTo>
                <a:lnTo>
                  <a:pt x="1215" y="1394"/>
                </a:lnTo>
                <a:lnTo>
                  <a:pt x="1215" y="1393"/>
                </a:lnTo>
                <a:lnTo>
                  <a:pt x="1214" y="1393"/>
                </a:lnTo>
                <a:lnTo>
                  <a:pt x="1214" y="1394"/>
                </a:lnTo>
                <a:lnTo>
                  <a:pt x="1213" y="1394"/>
                </a:lnTo>
                <a:lnTo>
                  <a:pt x="1213" y="1395"/>
                </a:lnTo>
                <a:lnTo>
                  <a:pt x="1214" y="1395"/>
                </a:lnTo>
                <a:lnTo>
                  <a:pt x="1214" y="1396"/>
                </a:lnTo>
                <a:lnTo>
                  <a:pt x="1214" y="1397"/>
                </a:lnTo>
                <a:lnTo>
                  <a:pt x="1214" y="1398"/>
                </a:lnTo>
                <a:lnTo>
                  <a:pt x="1213" y="1398"/>
                </a:lnTo>
                <a:lnTo>
                  <a:pt x="1213" y="1399"/>
                </a:lnTo>
                <a:lnTo>
                  <a:pt x="1212" y="1399"/>
                </a:lnTo>
                <a:lnTo>
                  <a:pt x="1212" y="1398"/>
                </a:lnTo>
                <a:lnTo>
                  <a:pt x="1211" y="1398"/>
                </a:lnTo>
                <a:lnTo>
                  <a:pt x="1210" y="1398"/>
                </a:lnTo>
                <a:lnTo>
                  <a:pt x="1210" y="1399"/>
                </a:lnTo>
                <a:lnTo>
                  <a:pt x="1209" y="1399"/>
                </a:lnTo>
                <a:lnTo>
                  <a:pt x="1209" y="1400"/>
                </a:lnTo>
                <a:lnTo>
                  <a:pt x="1208" y="1400"/>
                </a:lnTo>
                <a:lnTo>
                  <a:pt x="1208" y="1401"/>
                </a:lnTo>
                <a:lnTo>
                  <a:pt x="1207" y="1401"/>
                </a:lnTo>
                <a:lnTo>
                  <a:pt x="1207" y="1400"/>
                </a:lnTo>
                <a:lnTo>
                  <a:pt x="1206" y="1400"/>
                </a:lnTo>
                <a:lnTo>
                  <a:pt x="1205" y="1400"/>
                </a:lnTo>
                <a:lnTo>
                  <a:pt x="1205" y="1401"/>
                </a:lnTo>
                <a:lnTo>
                  <a:pt x="1204" y="1401"/>
                </a:lnTo>
                <a:lnTo>
                  <a:pt x="1204" y="1400"/>
                </a:lnTo>
                <a:lnTo>
                  <a:pt x="1203" y="1400"/>
                </a:lnTo>
                <a:lnTo>
                  <a:pt x="1203" y="1399"/>
                </a:lnTo>
                <a:lnTo>
                  <a:pt x="1202" y="1398"/>
                </a:lnTo>
                <a:lnTo>
                  <a:pt x="1202" y="1397"/>
                </a:lnTo>
                <a:lnTo>
                  <a:pt x="1201" y="1397"/>
                </a:lnTo>
                <a:lnTo>
                  <a:pt x="1200" y="1397"/>
                </a:lnTo>
                <a:lnTo>
                  <a:pt x="1199" y="1397"/>
                </a:lnTo>
                <a:lnTo>
                  <a:pt x="1199" y="1396"/>
                </a:lnTo>
                <a:lnTo>
                  <a:pt x="1199" y="1395"/>
                </a:lnTo>
                <a:lnTo>
                  <a:pt x="1198" y="1395"/>
                </a:lnTo>
                <a:lnTo>
                  <a:pt x="1198" y="1394"/>
                </a:lnTo>
                <a:lnTo>
                  <a:pt x="1197" y="1395"/>
                </a:lnTo>
                <a:lnTo>
                  <a:pt x="1196" y="1395"/>
                </a:lnTo>
                <a:lnTo>
                  <a:pt x="1196" y="1394"/>
                </a:lnTo>
                <a:lnTo>
                  <a:pt x="1196" y="1393"/>
                </a:lnTo>
                <a:lnTo>
                  <a:pt x="1194" y="1392"/>
                </a:lnTo>
                <a:lnTo>
                  <a:pt x="1194" y="1391"/>
                </a:lnTo>
                <a:lnTo>
                  <a:pt x="1193" y="1390"/>
                </a:lnTo>
                <a:lnTo>
                  <a:pt x="1192" y="1389"/>
                </a:lnTo>
                <a:lnTo>
                  <a:pt x="1192" y="1388"/>
                </a:lnTo>
                <a:lnTo>
                  <a:pt x="1191" y="1388"/>
                </a:lnTo>
                <a:lnTo>
                  <a:pt x="1190" y="1388"/>
                </a:lnTo>
                <a:lnTo>
                  <a:pt x="1190" y="1389"/>
                </a:lnTo>
                <a:lnTo>
                  <a:pt x="1189" y="1389"/>
                </a:lnTo>
                <a:lnTo>
                  <a:pt x="1188" y="1388"/>
                </a:lnTo>
                <a:lnTo>
                  <a:pt x="1188" y="1387"/>
                </a:lnTo>
                <a:lnTo>
                  <a:pt x="1187" y="1387"/>
                </a:lnTo>
                <a:lnTo>
                  <a:pt x="1187" y="1386"/>
                </a:lnTo>
                <a:lnTo>
                  <a:pt x="1186" y="1385"/>
                </a:lnTo>
                <a:lnTo>
                  <a:pt x="1186" y="1384"/>
                </a:lnTo>
                <a:lnTo>
                  <a:pt x="1185" y="1384"/>
                </a:lnTo>
                <a:lnTo>
                  <a:pt x="1184" y="1383"/>
                </a:lnTo>
                <a:lnTo>
                  <a:pt x="1183" y="1382"/>
                </a:lnTo>
                <a:lnTo>
                  <a:pt x="1182" y="1382"/>
                </a:lnTo>
                <a:lnTo>
                  <a:pt x="1182" y="1381"/>
                </a:lnTo>
                <a:lnTo>
                  <a:pt x="1181" y="1380"/>
                </a:lnTo>
                <a:lnTo>
                  <a:pt x="1181" y="1379"/>
                </a:lnTo>
                <a:lnTo>
                  <a:pt x="1180" y="1379"/>
                </a:lnTo>
                <a:lnTo>
                  <a:pt x="1179" y="1379"/>
                </a:lnTo>
                <a:lnTo>
                  <a:pt x="1179" y="1378"/>
                </a:lnTo>
                <a:lnTo>
                  <a:pt x="1178" y="1378"/>
                </a:lnTo>
                <a:lnTo>
                  <a:pt x="1178" y="1377"/>
                </a:lnTo>
                <a:lnTo>
                  <a:pt x="1178" y="1376"/>
                </a:lnTo>
                <a:lnTo>
                  <a:pt x="1177" y="1375"/>
                </a:lnTo>
                <a:lnTo>
                  <a:pt x="1177" y="1374"/>
                </a:lnTo>
                <a:lnTo>
                  <a:pt x="1176" y="1373"/>
                </a:lnTo>
                <a:lnTo>
                  <a:pt x="1175" y="1373"/>
                </a:lnTo>
                <a:lnTo>
                  <a:pt x="1175" y="1372"/>
                </a:lnTo>
                <a:lnTo>
                  <a:pt x="1175" y="1371"/>
                </a:lnTo>
                <a:lnTo>
                  <a:pt x="1174" y="1371"/>
                </a:lnTo>
                <a:lnTo>
                  <a:pt x="1174" y="1370"/>
                </a:lnTo>
                <a:lnTo>
                  <a:pt x="1173" y="1370"/>
                </a:lnTo>
                <a:lnTo>
                  <a:pt x="1173" y="1369"/>
                </a:lnTo>
                <a:lnTo>
                  <a:pt x="1172" y="1369"/>
                </a:lnTo>
                <a:lnTo>
                  <a:pt x="1172" y="1368"/>
                </a:lnTo>
                <a:lnTo>
                  <a:pt x="1171" y="1368"/>
                </a:lnTo>
                <a:lnTo>
                  <a:pt x="1171" y="1367"/>
                </a:lnTo>
                <a:lnTo>
                  <a:pt x="1170" y="1366"/>
                </a:lnTo>
                <a:lnTo>
                  <a:pt x="1170" y="1365"/>
                </a:lnTo>
                <a:lnTo>
                  <a:pt x="1169" y="1365"/>
                </a:lnTo>
                <a:lnTo>
                  <a:pt x="1169" y="1364"/>
                </a:lnTo>
                <a:lnTo>
                  <a:pt x="1168" y="1364"/>
                </a:lnTo>
                <a:lnTo>
                  <a:pt x="1168" y="1363"/>
                </a:lnTo>
                <a:lnTo>
                  <a:pt x="1167" y="1363"/>
                </a:lnTo>
                <a:lnTo>
                  <a:pt x="1167" y="1364"/>
                </a:lnTo>
                <a:lnTo>
                  <a:pt x="1166" y="1364"/>
                </a:lnTo>
                <a:lnTo>
                  <a:pt x="1165" y="1364"/>
                </a:lnTo>
                <a:lnTo>
                  <a:pt x="1165" y="1363"/>
                </a:lnTo>
                <a:lnTo>
                  <a:pt x="1165" y="1362"/>
                </a:lnTo>
                <a:lnTo>
                  <a:pt x="1164" y="1362"/>
                </a:lnTo>
                <a:lnTo>
                  <a:pt x="1163" y="1361"/>
                </a:lnTo>
                <a:lnTo>
                  <a:pt x="1162" y="1361"/>
                </a:lnTo>
                <a:lnTo>
                  <a:pt x="1162" y="1360"/>
                </a:lnTo>
                <a:lnTo>
                  <a:pt x="1163" y="1360"/>
                </a:lnTo>
                <a:lnTo>
                  <a:pt x="1163" y="1359"/>
                </a:lnTo>
                <a:lnTo>
                  <a:pt x="1162" y="1359"/>
                </a:lnTo>
                <a:lnTo>
                  <a:pt x="1162" y="1358"/>
                </a:lnTo>
                <a:lnTo>
                  <a:pt x="1161" y="1357"/>
                </a:lnTo>
                <a:lnTo>
                  <a:pt x="1161" y="1356"/>
                </a:lnTo>
                <a:lnTo>
                  <a:pt x="1160" y="1356"/>
                </a:lnTo>
                <a:lnTo>
                  <a:pt x="1159" y="1355"/>
                </a:lnTo>
                <a:lnTo>
                  <a:pt x="1158" y="1354"/>
                </a:lnTo>
                <a:lnTo>
                  <a:pt x="1157" y="1354"/>
                </a:lnTo>
                <a:lnTo>
                  <a:pt x="1157" y="1353"/>
                </a:lnTo>
                <a:lnTo>
                  <a:pt x="1156" y="1352"/>
                </a:lnTo>
                <a:lnTo>
                  <a:pt x="1155" y="1352"/>
                </a:lnTo>
                <a:lnTo>
                  <a:pt x="1154" y="1352"/>
                </a:lnTo>
                <a:lnTo>
                  <a:pt x="1154" y="1351"/>
                </a:lnTo>
                <a:lnTo>
                  <a:pt x="1153" y="1351"/>
                </a:lnTo>
                <a:lnTo>
                  <a:pt x="1152" y="1350"/>
                </a:lnTo>
                <a:lnTo>
                  <a:pt x="1152" y="1349"/>
                </a:lnTo>
                <a:lnTo>
                  <a:pt x="1152" y="1348"/>
                </a:lnTo>
                <a:lnTo>
                  <a:pt x="1151" y="1348"/>
                </a:lnTo>
                <a:lnTo>
                  <a:pt x="1150" y="1348"/>
                </a:lnTo>
                <a:lnTo>
                  <a:pt x="1150" y="1347"/>
                </a:lnTo>
                <a:lnTo>
                  <a:pt x="1149" y="1347"/>
                </a:lnTo>
                <a:lnTo>
                  <a:pt x="1149" y="1346"/>
                </a:lnTo>
                <a:lnTo>
                  <a:pt x="1149" y="1345"/>
                </a:lnTo>
                <a:lnTo>
                  <a:pt x="1149" y="1344"/>
                </a:lnTo>
                <a:lnTo>
                  <a:pt x="1148" y="1344"/>
                </a:lnTo>
                <a:lnTo>
                  <a:pt x="1148" y="1343"/>
                </a:lnTo>
                <a:lnTo>
                  <a:pt x="1147" y="1343"/>
                </a:lnTo>
                <a:lnTo>
                  <a:pt x="1146" y="1343"/>
                </a:lnTo>
                <a:lnTo>
                  <a:pt x="1146" y="1342"/>
                </a:lnTo>
                <a:lnTo>
                  <a:pt x="1145" y="1342"/>
                </a:lnTo>
                <a:lnTo>
                  <a:pt x="1144" y="1342"/>
                </a:lnTo>
                <a:lnTo>
                  <a:pt x="1145" y="1342"/>
                </a:lnTo>
                <a:lnTo>
                  <a:pt x="1145" y="1341"/>
                </a:lnTo>
                <a:lnTo>
                  <a:pt x="1144" y="1341"/>
                </a:lnTo>
                <a:lnTo>
                  <a:pt x="1144" y="1342"/>
                </a:lnTo>
                <a:lnTo>
                  <a:pt x="1143" y="1342"/>
                </a:lnTo>
                <a:lnTo>
                  <a:pt x="1143" y="1343"/>
                </a:lnTo>
                <a:lnTo>
                  <a:pt x="1144" y="1343"/>
                </a:lnTo>
                <a:lnTo>
                  <a:pt x="1144" y="1344"/>
                </a:lnTo>
                <a:lnTo>
                  <a:pt x="1143" y="1344"/>
                </a:lnTo>
                <a:lnTo>
                  <a:pt x="1143" y="1343"/>
                </a:lnTo>
                <a:lnTo>
                  <a:pt x="1142" y="1343"/>
                </a:lnTo>
                <a:lnTo>
                  <a:pt x="1143" y="1343"/>
                </a:lnTo>
                <a:lnTo>
                  <a:pt x="1142" y="1343"/>
                </a:lnTo>
                <a:lnTo>
                  <a:pt x="1141" y="1343"/>
                </a:lnTo>
                <a:lnTo>
                  <a:pt x="1141" y="1344"/>
                </a:lnTo>
                <a:lnTo>
                  <a:pt x="1140" y="1344"/>
                </a:lnTo>
                <a:lnTo>
                  <a:pt x="1140" y="1345"/>
                </a:lnTo>
                <a:lnTo>
                  <a:pt x="1140" y="1346"/>
                </a:lnTo>
                <a:lnTo>
                  <a:pt x="1139" y="1346"/>
                </a:lnTo>
                <a:lnTo>
                  <a:pt x="1139" y="1347"/>
                </a:lnTo>
                <a:lnTo>
                  <a:pt x="1139" y="1348"/>
                </a:lnTo>
                <a:lnTo>
                  <a:pt x="1138" y="1348"/>
                </a:lnTo>
                <a:lnTo>
                  <a:pt x="1138" y="1349"/>
                </a:lnTo>
                <a:lnTo>
                  <a:pt x="1138" y="1350"/>
                </a:lnTo>
                <a:lnTo>
                  <a:pt x="1138" y="1351"/>
                </a:lnTo>
                <a:lnTo>
                  <a:pt x="1137" y="1351"/>
                </a:lnTo>
                <a:lnTo>
                  <a:pt x="1136" y="1351"/>
                </a:lnTo>
                <a:lnTo>
                  <a:pt x="1136" y="1352"/>
                </a:lnTo>
                <a:lnTo>
                  <a:pt x="1136" y="1353"/>
                </a:lnTo>
                <a:lnTo>
                  <a:pt x="1135" y="1353"/>
                </a:lnTo>
                <a:lnTo>
                  <a:pt x="1135" y="1354"/>
                </a:lnTo>
                <a:lnTo>
                  <a:pt x="1134" y="1354"/>
                </a:lnTo>
                <a:lnTo>
                  <a:pt x="1133" y="1354"/>
                </a:lnTo>
                <a:lnTo>
                  <a:pt x="1133" y="1355"/>
                </a:lnTo>
                <a:lnTo>
                  <a:pt x="1133" y="1356"/>
                </a:lnTo>
                <a:lnTo>
                  <a:pt x="1132" y="1356"/>
                </a:lnTo>
                <a:lnTo>
                  <a:pt x="1132" y="1357"/>
                </a:lnTo>
                <a:lnTo>
                  <a:pt x="1131" y="1357"/>
                </a:lnTo>
                <a:lnTo>
                  <a:pt x="1131" y="1358"/>
                </a:lnTo>
                <a:lnTo>
                  <a:pt x="1131" y="1359"/>
                </a:lnTo>
                <a:lnTo>
                  <a:pt x="1130" y="1359"/>
                </a:lnTo>
                <a:lnTo>
                  <a:pt x="1130" y="1360"/>
                </a:lnTo>
                <a:lnTo>
                  <a:pt x="1129" y="1360"/>
                </a:lnTo>
                <a:lnTo>
                  <a:pt x="1129" y="1361"/>
                </a:lnTo>
                <a:lnTo>
                  <a:pt x="1129" y="1362"/>
                </a:lnTo>
                <a:lnTo>
                  <a:pt x="1130" y="1362"/>
                </a:lnTo>
                <a:lnTo>
                  <a:pt x="1130" y="1363"/>
                </a:lnTo>
                <a:lnTo>
                  <a:pt x="1130" y="1364"/>
                </a:lnTo>
                <a:lnTo>
                  <a:pt x="1130" y="1365"/>
                </a:lnTo>
                <a:lnTo>
                  <a:pt x="1131" y="1365"/>
                </a:lnTo>
                <a:lnTo>
                  <a:pt x="1131" y="1366"/>
                </a:lnTo>
                <a:lnTo>
                  <a:pt x="1132" y="1367"/>
                </a:lnTo>
                <a:lnTo>
                  <a:pt x="1132" y="1368"/>
                </a:lnTo>
                <a:lnTo>
                  <a:pt x="1132" y="1369"/>
                </a:lnTo>
                <a:lnTo>
                  <a:pt x="1132" y="1370"/>
                </a:lnTo>
                <a:lnTo>
                  <a:pt x="1131" y="1370"/>
                </a:lnTo>
                <a:lnTo>
                  <a:pt x="1131" y="1371"/>
                </a:lnTo>
                <a:lnTo>
                  <a:pt x="1131" y="1372"/>
                </a:lnTo>
                <a:lnTo>
                  <a:pt x="1131" y="1373"/>
                </a:lnTo>
                <a:lnTo>
                  <a:pt x="1130" y="1373"/>
                </a:lnTo>
                <a:lnTo>
                  <a:pt x="1129" y="1373"/>
                </a:lnTo>
                <a:lnTo>
                  <a:pt x="1128" y="1373"/>
                </a:lnTo>
                <a:lnTo>
                  <a:pt x="1128" y="1374"/>
                </a:lnTo>
                <a:lnTo>
                  <a:pt x="1127" y="1374"/>
                </a:lnTo>
                <a:lnTo>
                  <a:pt x="1127" y="1375"/>
                </a:lnTo>
                <a:lnTo>
                  <a:pt x="1127" y="1376"/>
                </a:lnTo>
                <a:lnTo>
                  <a:pt x="1126" y="1376"/>
                </a:lnTo>
                <a:lnTo>
                  <a:pt x="1126" y="1377"/>
                </a:lnTo>
                <a:lnTo>
                  <a:pt x="1126" y="1378"/>
                </a:lnTo>
                <a:lnTo>
                  <a:pt x="1126" y="1379"/>
                </a:lnTo>
                <a:lnTo>
                  <a:pt x="1125" y="1379"/>
                </a:lnTo>
                <a:lnTo>
                  <a:pt x="1125" y="1380"/>
                </a:lnTo>
                <a:lnTo>
                  <a:pt x="1124" y="1380"/>
                </a:lnTo>
                <a:lnTo>
                  <a:pt x="1124" y="1381"/>
                </a:lnTo>
                <a:lnTo>
                  <a:pt x="1123" y="1381"/>
                </a:lnTo>
                <a:lnTo>
                  <a:pt x="1123" y="1382"/>
                </a:lnTo>
                <a:lnTo>
                  <a:pt x="1122" y="1382"/>
                </a:lnTo>
                <a:lnTo>
                  <a:pt x="1121" y="1382"/>
                </a:lnTo>
                <a:lnTo>
                  <a:pt x="1121" y="1381"/>
                </a:lnTo>
                <a:lnTo>
                  <a:pt x="1120" y="1381"/>
                </a:lnTo>
                <a:lnTo>
                  <a:pt x="1119" y="1381"/>
                </a:lnTo>
                <a:lnTo>
                  <a:pt x="1119" y="1380"/>
                </a:lnTo>
                <a:lnTo>
                  <a:pt x="1118" y="1380"/>
                </a:lnTo>
                <a:lnTo>
                  <a:pt x="1118" y="1379"/>
                </a:lnTo>
                <a:lnTo>
                  <a:pt x="1119" y="1379"/>
                </a:lnTo>
                <a:lnTo>
                  <a:pt x="1118" y="1378"/>
                </a:lnTo>
                <a:lnTo>
                  <a:pt x="1117" y="1378"/>
                </a:lnTo>
                <a:lnTo>
                  <a:pt x="1116" y="1378"/>
                </a:lnTo>
                <a:lnTo>
                  <a:pt x="1116" y="1377"/>
                </a:lnTo>
                <a:lnTo>
                  <a:pt x="1115" y="1377"/>
                </a:lnTo>
                <a:lnTo>
                  <a:pt x="1115" y="1376"/>
                </a:lnTo>
                <a:lnTo>
                  <a:pt x="1114" y="1376"/>
                </a:lnTo>
                <a:lnTo>
                  <a:pt x="1114" y="1375"/>
                </a:lnTo>
                <a:lnTo>
                  <a:pt x="1113" y="1375"/>
                </a:lnTo>
                <a:lnTo>
                  <a:pt x="1113" y="1373"/>
                </a:lnTo>
                <a:lnTo>
                  <a:pt x="1112" y="1373"/>
                </a:lnTo>
                <a:lnTo>
                  <a:pt x="1112" y="1372"/>
                </a:lnTo>
                <a:lnTo>
                  <a:pt x="1111" y="1372"/>
                </a:lnTo>
                <a:lnTo>
                  <a:pt x="1111" y="1371"/>
                </a:lnTo>
                <a:lnTo>
                  <a:pt x="1110" y="1371"/>
                </a:lnTo>
                <a:lnTo>
                  <a:pt x="1111" y="1371"/>
                </a:lnTo>
                <a:lnTo>
                  <a:pt x="1111" y="1370"/>
                </a:lnTo>
                <a:lnTo>
                  <a:pt x="1110" y="1370"/>
                </a:lnTo>
                <a:lnTo>
                  <a:pt x="1111" y="1370"/>
                </a:lnTo>
                <a:lnTo>
                  <a:pt x="1110" y="1370"/>
                </a:lnTo>
                <a:lnTo>
                  <a:pt x="1110" y="1369"/>
                </a:lnTo>
                <a:lnTo>
                  <a:pt x="1109" y="1369"/>
                </a:lnTo>
                <a:lnTo>
                  <a:pt x="1109" y="1368"/>
                </a:lnTo>
                <a:lnTo>
                  <a:pt x="1109" y="1367"/>
                </a:lnTo>
                <a:lnTo>
                  <a:pt x="1109" y="1366"/>
                </a:lnTo>
                <a:lnTo>
                  <a:pt x="1109" y="1365"/>
                </a:lnTo>
                <a:lnTo>
                  <a:pt x="1110" y="1365"/>
                </a:lnTo>
                <a:lnTo>
                  <a:pt x="1109" y="1365"/>
                </a:lnTo>
                <a:lnTo>
                  <a:pt x="1109" y="1364"/>
                </a:lnTo>
                <a:lnTo>
                  <a:pt x="1108" y="1364"/>
                </a:lnTo>
                <a:lnTo>
                  <a:pt x="1108" y="1363"/>
                </a:lnTo>
                <a:lnTo>
                  <a:pt x="1107" y="1362"/>
                </a:lnTo>
                <a:lnTo>
                  <a:pt x="1106" y="1362"/>
                </a:lnTo>
                <a:lnTo>
                  <a:pt x="1106" y="1361"/>
                </a:lnTo>
                <a:lnTo>
                  <a:pt x="1105" y="1361"/>
                </a:lnTo>
                <a:lnTo>
                  <a:pt x="1105" y="1360"/>
                </a:lnTo>
                <a:lnTo>
                  <a:pt x="1104" y="1360"/>
                </a:lnTo>
                <a:lnTo>
                  <a:pt x="1105" y="1360"/>
                </a:lnTo>
                <a:lnTo>
                  <a:pt x="1105" y="1359"/>
                </a:lnTo>
                <a:lnTo>
                  <a:pt x="1104" y="1359"/>
                </a:lnTo>
                <a:lnTo>
                  <a:pt x="1104" y="1358"/>
                </a:lnTo>
                <a:lnTo>
                  <a:pt x="1105" y="1358"/>
                </a:lnTo>
                <a:lnTo>
                  <a:pt x="1104" y="1358"/>
                </a:lnTo>
                <a:lnTo>
                  <a:pt x="1104" y="1357"/>
                </a:lnTo>
                <a:lnTo>
                  <a:pt x="1103" y="1357"/>
                </a:lnTo>
                <a:lnTo>
                  <a:pt x="1104" y="1357"/>
                </a:lnTo>
                <a:lnTo>
                  <a:pt x="1104" y="1356"/>
                </a:lnTo>
                <a:lnTo>
                  <a:pt x="1104" y="1355"/>
                </a:lnTo>
                <a:lnTo>
                  <a:pt x="1104" y="1354"/>
                </a:lnTo>
                <a:lnTo>
                  <a:pt x="1104" y="1353"/>
                </a:lnTo>
                <a:lnTo>
                  <a:pt x="1105" y="1353"/>
                </a:lnTo>
                <a:lnTo>
                  <a:pt x="1106" y="1353"/>
                </a:lnTo>
                <a:lnTo>
                  <a:pt x="1106" y="1352"/>
                </a:lnTo>
                <a:lnTo>
                  <a:pt x="1106" y="1351"/>
                </a:lnTo>
                <a:lnTo>
                  <a:pt x="1106" y="1350"/>
                </a:lnTo>
                <a:lnTo>
                  <a:pt x="1105" y="1350"/>
                </a:lnTo>
                <a:lnTo>
                  <a:pt x="1105" y="1349"/>
                </a:lnTo>
                <a:lnTo>
                  <a:pt x="1104" y="1349"/>
                </a:lnTo>
                <a:lnTo>
                  <a:pt x="1104" y="1348"/>
                </a:lnTo>
                <a:lnTo>
                  <a:pt x="1103" y="1348"/>
                </a:lnTo>
                <a:lnTo>
                  <a:pt x="1102" y="1348"/>
                </a:lnTo>
                <a:lnTo>
                  <a:pt x="1102" y="1347"/>
                </a:lnTo>
                <a:lnTo>
                  <a:pt x="1101" y="1347"/>
                </a:lnTo>
                <a:lnTo>
                  <a:pt x="1102" y="1347"/>
                </a:lnTo>
                <a:lnTo>
                  <a:pt x="1102" y="1346"/>
                </a:lnTo>
                <a:lnTo>
                  <a:pt x="1101" y="1346"/>
                </a:lnTo>
                <a:lnTo>
                  <a:pt x="1101" y="1345"/>
                </a:lnTo>
                <a:lnTo>
                  <a:pt x="1100" y="1345"/>
                </a:lnTo>
                <a:lnTo>
                  <a:pt x="1099" y="1345"/>
                </a:lnTo>
                <a:lnTo>
                  <a:pt x="1099" y="1344"/>
                </a:lnTo>
                <a:lnTo>
                  <a:pt x="1098" y="1344"/>
                </a:lnTo>
                <a:lnTo>
                  <a:pt x="1097" y="1344"/>
                </a:lnTo>
                <a:lnTo>
                  <a:pt x="1096" y="1343"/>
                </a:lnTo>
                <a:lnTo>
                  <a:pt x="1096" y="1342"/>
                </a:lnTo>
                <a:lnTo>
                  <a:pt x="1095" y="1342"/>
                </a:lnTo>
                <a:lnTo>
                  <a:pt x="1094" y="1341"/>
                </a:lnTo>
                <a:lnTo>
                  <a:pt x="1093" y="1341"/>
                </a:lnTo>
                <a:lnTo>
                  <a:pt x="1093" y="1340"/>
                </a:lnTo>
                <a:lnTo>
                  <a:pt x="1092" y="1340"/>
                </a:lnTo>
                <a:lnTo>
                  <a:pt x="1091" y="1340"/>
                </a:lnTo>
                <a:lnTo>
                  <a:pt x="1091" y="1339"/>
                </a:lnTo>
                <a:lnTo>
                  <a:pt x="1090" y="1339"/>
                </a:lnTo>
                <a:lnTo>
                  <a:pt x="1089" y="1339"/>
                </a:lnTo>
                <a:lnTo>
                  <a:pt x="1088" y="1339"/>
                </a:lnTo>
                <a:lnTo>
                  <a:pt x="1087" y="1339"/>
                </a:lnTo>
                <a:lnTo>
                  <a:pt x="1086" y="1339"/>
                </a:lnTo>
                <a:lnTo>
                  <a:pt x="1086" y="1338"/>
                </a:lnTo>
                <a:lnTo>
                  <a:pt x="1085" y="1338"/>
                </a:lnTo>
                <a:lnTo>
                  <a:pt x="1084" y="1338"/>
                </a:lnTo>
                <a:lnTo>
                  <a:pt x="1083" y="1338"/>
                </a:lnTo>
                <a:lnTo>
                  <a:pt x="1083" y="1339"/>
                </a:lnTo>
                <a:lnTo>
                  <a:pt x="1083" y="1340"/>
                </a:lnTo>
                <a:lnTo>
                  <a:pt x="1083" y="1341"/>
                </a:lnTo>
                <a:lnTo>
                  <a:pt x="1083" y="1342"/>
                </a:lnTo>
                <a:lnTo>
                  <a:pt x="1083" y="1343"/>
                </a:lnTo>
                <a:lnTo>
                  <a:pt x="1083" y="1344"/>
                </a:lnTo>
                <a:lnTo>
                  <a:pt x="1082" y="1344"/>
                </a:lnTo>
                <a:lnTo>
                  <a:pt x="1082" y="1345"/>
                </a:lnTo>
                <a:lnTo>
                  <a:pt x="1082" y="1344"/>
                </a:lnTo>
                <a:lnTo>
                  <a:pt x="1082" y="1345"/>
                </a:lnTo>
                <a:lnTo>
                  <a:pt x="1082" y="1346"/>
                </a:lnTo>
                <a:lnTo>
                  <a:pt x="1081" y="1346"/>
                </a:lnTo>
                <a:lnTo>
                  <a:pt x="1081" y="1347"/>
                </a:lnTo>
                <a:lnTo>
                  <a:pt x="1081" y="1348"/>
                </a:lnTo>
                <a:lnTo>
                  <a:pt x="1080" y="1348"/>
                </a:lnTo>
                <a:lnTo>
                  <a:pt x="1080" y="1349"/>
                </a:lnTo>
                <a:lnTo>
                  <a:pt x="1080" y="1350"/>
                </a:lnTo>
                <a:lnTo>
                  <a:pt x="1079" y="1350"/>
                </a:lnTo>
                <a:lnTo>
                  <a:pt x="1079" y="1351"/>
                </a:lnTo>
                <a:lnTo>
                  <a:pt x="1078" y="1351"/>
                </a:lnTo>
                <a:lnTo>
                  <a:pt x="1077" y="1352"/>
                </a:lnTo>
                <a:lnTo>
                  <a:pt x="1077" y="1353"/>
                </a:lnTo>
                <a:lnTo>
                  <a:pt x="1077" y="1354"/>
                </a:lnTo>
                <a:lnTo>
                  <a:pt x="1076" y="1354"/>
                </a:lnTo>
                <a:lnTo>
                  <a:pt x="1077" y="1354"/>
                </a:lnTo>
                <a:lnTo>
                  <a:pt x="1077" y="1355"/>
                </a:lnTo>
                <a:lnTo>
                  <a:pt x="1077" y="1356"/>
                </a:lnTo>
                <a:lnTo>
                  <a:pt x="1077" y="1357"/>
                </a:lnTo>
                <a:lnTo>
                  <a:pt x="1077" y="1358"/>
                </a:lnTo>
                <a:lnTo>
                  <a:pt x="1077" y="1359"/>
                </a:lnTo>
                <a:lnTo>
                  <a:pt x="1076" y="1359"/>
                </a:lnTo>
                <a:lnTo>
                  <a:pt x="1076" y="1360"/>
                </a:lnTo>
                <a:lnTo>
                  <a:pt x="1076" y="1361"/>
                </a:lnTo>
                <a:lnTo>
                  <a:pt x="1076" y="1362"/>
                </a:lnTo>
                <a:lnTo>
                  <a:pt x="1076" y="1363"/>
                </a:lnTo>
                <a:lnTo>
                  <a:pt x="1075" y="1364"/>
                </a:lnTo>
                <a:lnTo>
                  <a:pt x="1075" y="1365"/>
                </a:lnTo>
                <a:lnTo>
                  <a:pt x="1074" y="1365"/>
                </a:lnTo>
                <a:lnTo>
                  <a:pt x="1073" y="1365"/>
                </a:lnTo>
                <a:lnTo>
                  <a:pt x="1072" y="1365"/>
                </a:lnTo>
                <a:lnTo>
                  <a:pt x="1072" y="1366"/>
                </a:lnTo>
                <a:lnTo>
                  <a:pt x="1071" y="1366"/>
                </a:lnTo>
                <a:lnTo>
                  <a:pt x="1071" y="1365"/>
                </a:lnTo>
                <a:lnTo>
                  <a:pt x="1070" y="1365"/>
                </a:lnTo>
                <a:lnTo>
                  <a:pt x="1070" y="1366"/>
                </a:lnTo>
                <a:lnTo>
                  <a:pt x="1069" y="1366"/>
                </a:lnTo>
                <a:lnTo>
                  <a:pt x="1069" y="1367"/>
                </a:lnTo>
                <a:lnTo>
                  <a:pt x="1068" y="1367"/>
                </a:lnTo>
                <a:lnTo>
                  <a:pt x="1068" y="1368"/>
                </a:lnTo>
                <a:lnTo>
                  <a:pt x="1067" y="1368"/>
                </a:lnTo>
                <a:lnTo>
                  <a:pt x="1066" y="1368"/>
                </a:lnTo>
                <a:lnTo>
                  <a:pt x="1066" y="1369"/>
                </a:lnTo>
                <a:lnTo>
                  <a:pt x="1066" y="1370"/>
                </a:lnTo>
                <a:lnTo>
                  <a:pt x="1065" y="1370"/>
                </a:lnTo>
                <a:lnTo>
                  <a:pt x="1065" y="1371"/>
                </a:lnTo>
                <a:lnTo>
                  <a:pt x="1065" y="1370"/>
                </a:lnTo>
                <a:lnTo>
                  <a:pt x="1064" y="1371"/>
                </a:lnTo>
                <a:lnTo>
                  <a:pt x="1063" y="1371"/>
                </a:lnTo>
                <a:lnTo>
                  <a:pt x="1063" y="1370"/>
                </a:lnTo>
                <a:lnTo>
                  <a:pt x="1062" y="1370"/>
                </a:lnTo>
                <a:lnTo>
                  <a:pt x="1062" y="1371"/>
                </a:lnTo>
                <a:lnTo>
                  <a:pt x="1061" y="1371"/>
                </a:lnTo>
                <a:lnTo>
                  <a:pt x="1061" y="1370"/>
                </a:lnTo>
                <a:lnTo>
                  <a:pt x="1060" y="1370"/>
                </a:lnTo>
                <a:lnTo>
                  <a:pt x="1059" y="1370"/>
                </a:lnTo>
                <a:lnTo>
                  <a:pt x="1058" y="1370"/>
                </a:lnTo>
                <a:lnTo>
                  <a:pt x="1058" y="1371"/>
                </a:lnTo>
                <a:lnTo>
                  <a:pt x="1057" y="1371"/>
                </a:lnTo>
                <a:lnTo>
                  <a:pt x="1057" y="1372"/>
                </a:lnTo>
                <a:lnTo>
                  <a:pt x="1057" y="1373"/>
                </a:lnTo>
                <a:lnTo>
                  <a:pt x="1057" y="1374"/>
                </a:lnTo>
                <a:lnTo>
                  <a:pt x="1056" y="1374"/>
                </a:lnTo>
                <a:lnTo>
                  <a:pt x="1055" y="1374"/>
                </a:lnTo>
                <a:lnTo>
                  <a:pt x="1055" y="1375"/>
                </a:lnTo>
                <a:lnTo>
                  <a:pt x="1054" y="1376"/>
                </a:lnTo>
                <a:lnTo>
                  <a:pt x="1054" y="1377"/>
                </a:lnTo>
                <a:lnTo>
                  <a:pt x="1053" y="1377"/>
                </a:lnTo>
                <a:lnTo>
                  <a:pt x="1053" y="1378"/>
                </a:lnTo>
                <a:lnTo>
                  <a:pt x="1053" y="1379"/>
                </a:lnTo>
                <a:lnTo>
                  <a:pt x="1053" y="1380"/>
                </a:lnTo>
                <a:lnTo>
                  <a:pt x="1052" y="1380"/>
                </a:lnTo>
                <a:lnTo>
                  <a:pt x="1052" y="1381"/>
                </a:lnTo>
                <a:lnTo>
                  <a:pt x="1052" y="1382"/>
                </a:lnTo>
                <a:lnTo>
                  <a:pt x="1053" y="1383"/>
                </a:lnTo>
                <a:lnTo>
                  <a:pt x="1053" y="1384"/>
                </a:lnTo>
                <a:lnTo>
                  <a:pt x="1054" y="1384"/>
                </a:lnTo>
                <a:lnTo>
                  <a:pt x="1054" y="1385"/>
                </a:lnTo>
                <a:lnTo>
                  <a:pt x="1055" y="1386"/>
                </a:lnTo>
                <a:lnTo>
                  <a:pt x="1055" y="1387"/>
                </a:lnTo>
                <a:lnTo>
                  <a:pt x="1056" y="1387"/>
                </a:lnTo>
                <a:lnTo>
                  <a:pt x="1056" y="1388"/>
                </a:lnTo>
                <a:lnTo>
                  <a:pt x="1057" y="1388"/>
                </a:lnTo>
                <a:lnTo>
                  <a:pt x="1056" y="1388"/>
                </a:lnTo>
                <a:lnTo>
                  <a:pt x="1056" y="1389"/>
                </a:lnTo>
                <a:lnTo>
                  <a:pt x="1055" y="1389"/>
                </a:lnTo>
                <a:lnTo>
                  <a:pt x="1054" y="1390"/>
                </a:lnTo>
                <a:lnTo>
                  <a:pt x="1053" y="1390"/>
                </a:lnTo>
                <a:lnTo>
                  <a:pt x="1053" y="1391"/>
                </a:lnTo>
                <a:lnTo>
                  <a:pt x="1052" y="1391"/>
                </a:lnTo>
                <a:lnTo>
                  <a:pt x="1052" y="1392"/>
                </a:lnTo>
                <a:lnTo>
                  <a:pt x="1051" y="1392"/>
                </a:lnTo>
                <a:lnTo>
                  <a:pt x="1050" y="1391"/>
                </a:lnTo>
                <a:lnTo>
                  <a:pt x="1049" y="1391"/>
                </a:lnTo>
                <a:lnTo>
                  <a:pt x="1049" y="1392"/>
                </a:lnTo>
                <a:lnTo>
                  <a:pt x="1048" y="1392"/>
                </a:lnTo>
                <a:lnTo>
                  <a:pt x="1047" y="1393"/>
                </a:lnTo>
                <a:lnTo>
                  <a:pt x="1047" y="1394"/>
                </a:lnTo>
                <a:lnTo>
                  <a:pt x="1046" y="1394"/>
                </a:lnTo>
                <a:lnTo>
                  <a:pt x="1045" y="1394"/>
                </a:lnTo>
                <a:lnTo>
                  <a:pt x="1045" y="1395"/>
                </a:lnTo>
                <a:lnTo>
                  <a:pt x="1044" y="1396"/>
                </a:lnTo>
                <a:lnTo>
                  <a:pt x="1043" y="1396"/>
                </a:lnTo>
                <a:lnTo>
                  <a:pt x="1043" y="1397"/>
                </a:lnTo>
                <a:lnTo>
                  <a:pt x="1042" y="1397"/>
                </a:lnTo>
                <a:lnTo>
                  <a:pt x="1041" y="1396"/>
                </a:lnTo>
                <a:lnTo>
                  <a:pt x="1040" y="1396"/>
                </a:lnTo>
                <a:lnTo>
                  <a:pt x="1040" y="1397"/>
                </a:lnTo>
                <a:lnTo>
                  <a:pt x="1039" y="1397"/>
                </a:lnTo>
                <a:lnTo>
                  <a:pt x="1038" y="1397"/>
                </a:lnTo>
                <a:lnTo>
                  <a:pt x="1037" y="1397"/>
                </a:lnTo>
                <a:lnTo>
                  <a:pt x="1037" y="1398"/>
                </a:lnTo>
                <a:lnTo>
                  <a:pt x="1037" y="1399"/>
                </a:lnTo>
                <a:lnTo>
                  <a:pt x="1036" y="1399"/>
                </a:lnTo>
                <a:lnTo>
                  <a:pt x="1037" y="1399"/>
                </a:lnTo>
                <a:lnTo>
                  <a:pt x="1036" y="1399"/>
                </a:lnTo>
                <a:lnTo>
                  <a:pt x="1036" y="1400"/>
                </a:lnTo>
                <a:lnTo>
                  <a:pt x="1036" y="1401"/>
                </a:lnTo>
                <a:lnTo>
                  <a:pt x="1035" y="1401"/>
                </a:lnTo>
                <a:lnTo>
                  <a:pt x="1035" y="1402"/>
                </a:lnTo>
                <a:lnTo>
                  <a:pt x="1035" y="1403"/>
                </a:lnTo>
                <a:lnTo>
                  <a:pt x="1036" y="1403"/>
                </a:lnTo>
                <a:lnTo>
                  <a:pt x="1035" y="1403"/>
                </a:lnTo>
                <a:lnTo>
                  <a:pt x="1035" y="1404"/>
                </a:lnTo>
                <a:lnTo>
                  <a:pt x="1035" y="1405"/>
                </a:lnTo>
                <a:lnTo>
                  <a:pt x="1036" y="1405"/>
                </a:lnTo>
                <a:lnTo>
                  <a:pt x="1036" y="1406"/>
                </a:lnTo>
                <a:lnTo>
                  <a:pt x="1036" y="1407"/>
                </a:lnTo>
                <a:lnTo>
                  <a:pt x="1037" y="1407"/>
                </a:lnTo>
                <a:lnTo>
                  <a:pt x="1037" y="1408"/>
                </a:lnTo>
                <a:lnTo>
                  <a:pt x="1036" y="1408"/>
                </a:lnTo>
                <a:lnTo>
                  <a:pt x="1036" y="1409"/>
                </a:lnTo>
                <a:lnTo>
                  <a:pt x="1036" y="1410"/>
                </a:lnTo>
                <a:lnTo>
                  <a:pt x="1036" y="1409"/>
                </a:lnTo>
                <a:lnTo>
                  <a:pt x="1036" y="1410"/>
                </a:lnTo>
                <a:lnTo>
                  <a:pt x="1035" y="1410"/>
                </a:lnTo>
                <a:lnTo>
                  <a:pt x="1034" y="1410"/>
                </a:lnTo>
                <a:lnTo>
                  <a:pt x="1033" y="1410"/>
                </a:lnTo>
                <a:lnTo>
                  <a:pt x="1033" y="1409"/>
                </a:lnTo>
                <a:lnTo>
                  <a:pt x="1032" y="1409"/>
                </a:lnTo>
                <a:lnTo>
                  <a:pt x="1032" y="1410"/>
                </a:lnTo>
                <a:lnTo>
                  <a:pt x="1031" y="1410"/>
                </a:lnTo>
                <a:lnTo>
                  <a:pt x="1030" y="1410"/>
                </a:lnTo>
                <a:lnTo>
                  <a:pt x="1030" y="1411"/>
                </a:lnTo>
                <a:lnTo>
                  <a:pt x="1030" y="1410"/>
                </a:lnTo>
                <a:lnTo>
                  <a:pt x="1029" y="1410"/>
                </a:lnTo>
                <a:lnTo>
                  <a:pt x="1028" y="1410"/>
                </a:lnTo>
                <a:lnTo>
                  <a:pt x="1027" y="1411"/>
                </a:lnTo>
                <a:lnTo>
                  <a:pt x="1026" y="1411"/>
                </a:lnTo>
                <a:lnTo>
                  <a:pt x="1026" y="1410"/>
                </a:lnTo>
                <a:lnTo>
                  <a:pt x="1025" y="1410"/>
                </a:lnTo>
                <a:lnTo>
                  <a:pt x="1025" y="1409"/>
                </a:lnTo>
                <a:lnTo>
                  <a:pt x="1024" y="1409"/>
                </a:lnTo>
                <a:lnTo>
                  <a:pt x="1024" y="1408"/>
                </a:lnTo>
                <a:lnTo>
                  <a:pt x="1023" y="1408"/>
                </a:lnTo>
                <a:lnTo>
                  <a:pt x="1023" y="1407"/>
                </a:lnTo>
                <a:lnTo>
                  <a:pt x="1022" y="1407"/>
                </a:lnTo>
                <a:lnTo>
                  <a:pt x="1021" y="1407"/>
                </a:lnTo>
                <a:lnTo>
                  <a:pt x="1020" y="1407"/>
                </a:lnTo>
                <a:lnTo>
                  <a:pt x="1019" y="1406"/>
                </a:lnTo>
                <a:lnTo>
                  <a:pt x="1020" y="1406"/>
                </a:lnTo>
                <a:lnTo>
                  <a:pt x="1020" y="1405"/>
                </a:lnTo>
                <a:lnTo>
                  <a:pt x="1019" y="1404"/>
                </a:lnTo>
                <a:lnTo>
                  <a:pt x="1019" y="1403"/>
                </a:lnTo>
                <a:lnTo>
                  <a:pt x="1018" y="1403"/>
                </a:lnTo>
                <a:lnTo>
                  <a:pt x="1017" y="1403"/>
                </a:lnTo>
                <a:lnTo>
                  <a:pt x="1016" y="1403"/>
                </a:lnTo>
                <a:lnTo>
                  <a:pt x="1016" y="1404"/>
                </a:lnTo>
                <a:lnTo>
                  <a:pt x="1016" y="1403"/>
                </a:lnTo>
                <a:lnTo>
                  <a:pt x="1015" y="1403"/>
                </a:lnTo>
                <a:lnTo>
                  <a:pt x="1015" y="1404"/>
                </a:lnTo>
                <a:lnTo>
                  <a:pt x="1015" y="1403"/>
                </a:lnTo>
                <a:lnTo>
                  <a:pt x="1015" y="1404"/>
                </a:lnTo>
                <a:lnTo>
                  <a:pt x="1014" y="1404"/>
                </a:lnTo>
                <a:lnTo>
                  <a:pt x="1014" y="1403"/>
                </a:lnTo>
                <a:lnTo>
                  <a:pt x="1013" y="1402"/>
                </a:lnTo>
                <a:lnTo>
                  <a:pt x="1012" y="1402"/>
                </a:lnTo>
                <a:lnTo>
                  <a:pt x="1012" y="1403"/>
                </a:lnTo>
                <a:lnTo>
                  <a:pt x="1011" y="1403"/>
                </a:lnTo>
                <a:lnTo>
                  <a:pt x="1011" y="1402"/>
                </a:lnTo>
                <a:lnTo>
                  <a:pt x="1010" y="1402"/>
                </a:lnTo>
                <a:lnTo>
                  <a:pt x="1009" y="1402"/>
                </a:lnTo>
                <a:lnTo>
                  <a:pt x="1008" y="1402"/>
                </a:lnTo>
                <a:lnTo>
                  <a:pt x="1007" y="1402"/>
                </a:lnTo>
                <a:lnTo>
                  <a:pt x="1007" y="1401"/>
                </a:lnTo>
                <a:lnTo>
                  <a:pt x="1007" y="1400"/>
                </a:lnTo>
                <a:lnTo>
                  <a:pt x="1007" y="1399"/>
                </a:lnTo>
                <a:lnTo>
                  <a:pt x="1007" y="1398"/>
                </a:lnTo>
                <a:lnTo>
                  <a:pt x="1006" y="1398"/>
                </a:lnTo>
                <a:lnTo>
                  <a:pt x="1006" y="1397"/>
                </a:lnTo>
                <a:lnTo>
                  <a:pt x="1005" y="1397"/>
                </a:lnTo>
                <a:lnTo>
                  <a:pt x="1004" y="1397"/>
                </a:lnTo>
                <a:lnTo>
                  <a:pt x="1004" y="1396"/>
                </a:lnTo>
                <a:lnTo>
                  <a:pt x="1004" y="1395"/>
                </a:lnTo>
                <a:lnTo>
                  <a:pt x="1004" y="1394"/>
                </a:lnTo>
                <a:lnTo>
                  <a:pt x="1002" y="1394"/>
                </a:lnTo>
                <a:lnTo>
                  <a:pt x="1002" y="1393"/>
                </a:lnTo>
                <a:lnTo>
                  <a:pt x="1001" y="1393"/>
                </a:lnTo>
                <a:lnTo>
                  <a:pt x="1000" y="1393"/>
                </a:lnTo>
                <a:lnTo>
                  <a:pt x="1000" y="1392"/>
                </a:lnTo>
                <a:lnTo>
                  <a:pt x="999" y="1392"/>
                </a:lnTo>
                <a:lnTo>
                  <a:pt x="999" y="1391"/>
                </a:lnTo>
                <a:lnTo>
                  <a:pt x="1000" y="1391"/>
                </a:lnTo>
                <a:lnTo>
                  <a:pt x="1000" y="1390"/>
                </a:lnTo>
                <a:lnTo>
                  <a:pt x="1001" y="1390"/>
                </a:lnTo>
                <a:lnTo>
                  <a:pt x="1000" y="1390"/>
                </a:lnTo>
                <a:lnTo>
                  <a:pt x="1000" y="1389"/>
                </a:lnTo>
                <a:lnTo>
                  <a:pt x="999" y="1389"/>
                </a:lnTo>
                <a:lnTo>
                  <a:pt x="999" y="1388"/>
                </a:lnTo>
                <a:lnTo>
                  <a:pt x="999" y="1389"/>
                </a:lnTo>
                <a:lnTo>
                  <a:pt x="999" y="1388"/>
                </a:lnTo>
                <a:lnTo>
                  <a:pt x="998" y="1388"/>
                </a:lnTo>
                <a:lnTo>
                  <a:pt x="998" y="1387"/>
                </a:lnTo>
                <a:lnTo>
                  <a:pt x="997" y="1387"/>
                </a:lnTo>
                <a:lnTo>
                  <a:pt x="997" y="1386"/>
                </a:lnTo>
                <a:lnTo>
                  <a:pt x="998" y="1386"/>
                </a:lnTo>
                <a:lnTo>
                  <a:pt x="998" y="1385"/>
                </a:lnTo>
                <a:lnTo>
                  <a:pt x="997" y="1385"/>
                </a:lnTo>
                <a:lnTo>
                  <a:pt x="997" y="1384"/>
                </a:lnTo>
                <a:lnTo>
                  <a:pt x="996" y="1384"/>
                </a:lnTo>
                <a:lnTo>
                  <a:pt x="996" y="1383"/>
                </a:lnTo>
                <a:lnTo>
                  <a:pt x="996" y="1382"/>
                </a:lnTo>
                <a:lnTo>
                  <a:pt x="997" y="1382"/>
                </a:lnTo>
                <a:lnTo>
                  <a:pt x="997" y="1381"/>
                </a:lnTo>
                <a:lnTo>
                  <a:pt x="997" y="1380"/>
                </a:lnTo>
                <a:lnTo>
                  <a:pt x="997" y="1379"/>
                </a:lnTo>
                <a:lnTo>
                  <a:pt x="996" y="1379"/>
                </a:lnTo>
                <a:lnTo>
                  <a:pt x="996" y="1380"/>
                </a:lnTo>
                <a:lnTo>
                  <a:pt x="996" y="1379"/>
                </a:lnTo>
                <a:lnTo>
                  <a:pt x="995" y="1379"/>
                </a:lnTo>
                <a:lnTo>
                  <a:pt x="996" y="1379"/>
                </a:lnTo>
                <a:lnTo>
                  <a:pt x="995" y="1379"/>
                </a:lnTo>
                <a:lnTo>
                  <a:pt x="995" y="1378"/>
                </a:lnTo>
                <a:lnTo>
                  <a:pt x="994" y="1378"/>
                </a:lnTo>
                <a:lnTo>
                  <a:pt x="994" y="1377"/>
                </a:lnTo>
                <a:lnTo>
                  <a:pt x="995" y="1377"/>
                </a:lnTo>
                <a:lnTo>
                  <a:pt x="994" y="1377"/>
                </a:lnTo>
                <a:lnTo>
                  <a:pt x="993" y="1377"/>
                </a:lnTo>
                <a:lnTo>
                  <a:pt x="993" y="1376"/>
                </a:lnTo>
                <a:lnTo>
                  <a:pt x="993" y="1377"/>
                </a:lnTo>
                <a:lnTo>
                  <a:pt x="992" y="1377"/>
                </a:lnTo>
                <a:lnTo>
                  <a:pt x="992" y="1376"/>
                </a:lnTo>
                <a:lnTo>
                  <a:pt x="991" y="1376"/>
                </a:lnTo>
                <a:lnTo>
                  <a:pt x="991" y="1375"/>
                </a:lnTo>
                <a:lnTo>
                  <a:pt x="990" y="1375"/>
                </a:lnTo>
                <a:lnTo>
                  <a:pt x="990" y="1374"/>
                </a:lnTo>
                <a:lnTo>
                  <a:pt x="989" y="1374"/>
                </a:lnTo>
                <a:lnTo>
                  <a:pt x="988" y="1374"/>
                </a:lnTo>
                <a:lnTo>
                  <a:pt x="988" y="1373"/>
                </a:lnTo>
                <a:lnTo>
                  <a:pt x="987" y="1373"/>
                </a:lnTo>
                <a:lnTo>
                  <a:pt x="987" y="1374"/>
                </a:lnTo>
                <a:lnTo>
                  <a:pt x="986" y="1374"/>
                </a:lnTo>
                <a:lnTo>
                  <a:pt x="985" y="1374"/>
                </a:lnTo>
                <a:lnTo>
                  <a:pt x="984" y="1374"/>
                </a:lnTo>
                <a:lnTo>
                  <a:pt x="983" y="1374"/>
                </a:lnTo>
                <a:lnTo>
                  <a:pt x="982" y="1374"/>
                </a:lnTo>
                <a:lnTo>
                  <a:pt x="982" y="1373"/>
                </a:lnTo>
                <a:lnTo>
                  <a:pt x="981" y="1373"/>
                </a:lnTo>
                <a:lnTo>
                  <a:pt x="980" y="1373"/>
                </a:lnTo>
                <a:lnTo>
                  <a:pt x="980" y="1372"/>
                </a:lnTo>
                <a:lnTo>
                  <a:pt x="980" y="1371"/>
                </a:lnTo>
                <a:lnTo>
                  <a:pt x="979" y="1371"/>
                </a:lnTo>
                <a:lnTo>
                  <a:pt x="980" y="1371"/>
                </a:lnTo>
                <a:lnTo>
                  <a:pt x="980" y="1370"/>
                </a:lnTo>
                <a:lnTo>
                  <a:pt x="981" y="1370"/>
                </a:lnTo>
                <a:lnTo>
                  <a:pt x="980" y="1369"/>
                </a:lnTo>
                <a:lnTo>
                  <a:pt x="979" y="1369"/>
                </a:lnTo>
                <a:lnTo>
                  <a:pt x="978" y="1369"/>
                </a:lnTo>
                <a:lnTo>
                  <a:pt x="976" y="1369"/>
                </a:lnTo>
                <a:lnTo>
                  <a:pt x="976" y="1368"/>
                </a:lnTo>
                <a:lnTo>
                  <a:pt x="975" y="1368"/>
                </a:lnTo>
                <a:lnTo>
                  <a:pt x="975" y="1367"/>
                </a:lnTo>
                <a:lnTo>
                  <a:pt x="974" y="1367"/>
                </a:lnTo>
                <a:lnTo>
                  <a:pt x="974" y="1366"/>
                </a:lnTo>
                <a:lnTo>
                  <a:pt x="974" y="1365"/>
                </a:lnTo>
                <a:lnTo>
                  <a:pt x="974" y="1364"/>
                </a:lnTo>
                <a:lnTo>
                  <a:pt x="973" y="1364"/>
                </a:lnTo>
                <a:lnTo>
                  <a:pt x="973" y="1365"/>
                </a:lnTo>
                <a:lnTo>
                  <a:pt x="973" y="1364"/>
                </a:lnTo>
                <a:lnTo>
                  <a:pt x="972" y="1364"/>
                </a:lnTo>
                <a:lnTo>
                  <a:pt x="972" y="1365"/>
                </a:lnTo>
                <a:lnTo>
                  <a:pt x="972" y="1364"/>
                </a:lnTo>
                <a:lnTo>
                  <a:pt x="971" y="1364"/>
                </a:lnTo>
                <a:lnTo>
                  <a:pt x="971" y="1365"/>
                </a:lnTo>
                <a:lnTo>
                  <a:pt x="970" y="1365"/>
                </a:lnTo>
                <a:lnTo>
                  <a:pt x="970" y="1364"/>
                </a:lnTo>
                <a:lnTo>
                  <a:pt x="969" y="1364"/>
                </a:lnTo>
                <a:lnTo>
                  <a:pt x="969" y="1363"/>
                </a:lnTo>
                <a:lnTo>
                  <a:pt x="969" y="1362"/>
                </a:lnTo>
                <a:lnTo>
                  <a:pt x="968" y="1362"/>
                </a:lnTo>
                <a:lnTo>
                  <a:pt x="967" y="1362"/>
                </a:lnTo>
                <a:lnTo>
                  <a:pt x="966" y="1362"/>
                </a:lnTo>
                <a:lnTo>
                  <a:pt x="966" y="1361"/>
                </a:lnTo>
                <a:lnTo>
                  <a:pt x="966" y="1360"/>
                </a:lnTo>
                <a:lnTo>
                  <a:pt x="966" y="1359"/>
                </a:lnTo>
                <a:lnTo>
                  <a:pt x="965" y="1359"/>
                </a:lnTo>
                <a:lnTo>
                  <a:pt x="965" y="1358"/>
                </a:lnTo>
                <a:lnTo>
                  <a:pt x="964" y="1358"/>
                </a:lnTo>
                <a:lnTo>
                  <a:pt x="963" y="1358"/>
                </a:lnTo>
                <a:lnTo>
                  <a:pt x="963" y="1357"/>
                </a:lnTo>
                <a:lnTo>
                  <a:pt x="962" y="1357"/>
                </a:lnTo>
                <a:lnTo>
                  <a:pt x="961" y="1357"/>
                </a:lnTo>
                <a:lnTo>
                  <a:pt x="961" y="1358"/>
                </a:lnTo>
                <a:lnTo>
                  <a:pt x="960" y="1358"/>
                </a:lnTo>
                <a:lnTo>
                  <a:pt x="959" y="1358"/>
                </a:lnTo>
                <a:lnTo>
                  <a:pt x="958" y="1358"/>
                </a:lnTo>
                <a:lnTo>
                  <a:pt x="958" y="1359"/>
                </a:lnTo>
                <a:lnTo>
                  <a:pt x="957" y="1359"/>
                </a:lnTo>
                <a:lnTo>
                  <a:pt x="956" y="1359"/>
                </a:lnTo>
                <a:lnTo>
                  <a:pt x="956" y="1360"/>
                </a:lnTo>
                <a:lnTo>
                  <a:pt x="956" y="1359"/>
                </a:lnTo>
                <a:lnTo>
                  <a:pt x="955" y="1359"/>
                </a:lnTo>
                <a:lnTo>
                  <a:pt x="955" y="1358"/>
                </a:lnTo>
                <a:lnTo>
                  <a:pt x="954" y="1358"/>
                </a:lnTo>
                <a:lnTo>
                  <a:pt x="954" y="1357"/>
                </a:lnTo>
                <a:lnTo>
                  <a:pt x="953" y="1357"/>
                </a:lnTo>
                <a:lnTo>
                  <a:pt x="953" y="1356"/>
                </a:lnTo>
                <a:lnTo>
                  <a:pt x="952" y="1356"/>
                </a:lnTo>
                <a:lnTo>
                  <a:pt x="951" y="1356"/>
                </a:lnTo>
                <a:lnTo>
                  <a:pt x="951" y="1355"/>
                </a:lnTo>
                <a:lnTo>
                  <a:pt x="950" y="1355"/>
                </a:lnTo>
                <a:lnTo>
                  <a:pt x="950" y="1354"/>
                </a:lnTo>
                <a:lnTo>
                  <a:pt x="950" y="1353"/>
                </a:lnTo>
                <a:lnTo>
                  <a:pt x="949" y="1353"/>
                </a:lnTo>
                <a:lnTo>
                  <a:pt x="948" y="1353"/>
                </a:lnTo>
                <a:lnTo>
                  <a:pt x="948" y="1352"/>
                </a:lnTo>
                <a:lnTo>
                  <a:pt x="947" y="1352"/>
                </a:lnTo>
                <a:lnTo>
                  <a:pt x="948" y="1351"/>
                </a:lnTo>
                <a:lnTo>
                  <a:pt x="947" y="1351"/>
                </a:lnTo>
                <a:lnTo>
                  <a:pt x="946" y="1351"/>
                </a:lnTo>
                <a:lnTo>
                  <a:pt x="945" y="1351"/>
                </a:lnTo>
                <a:lnTo>
                  <a:pt x="944" y="1351"/>
                </a:lnTo>
                <a:lnTo>
                  <a:pt x="944" y="1352"/>
                </a:lnTo>
                <a:lnTo>
                  <a:pt x="943" y="1352"/>
                </a:lnTo>
                <a:lnTo>
                  <a:pt x="943" y="1353"/>
                </a:lnTo>
                <a:lnTo>
                  <a:pt x="943" y="1354"/>
                </a:lnTo>
                <a:lnTo>
                  <a:pt x="942" y="1354"/>
                </a:lnTo>
                <a:lnTo>
                  <a:pt x="943" y="1354"/>
                </a:lnTo>
                <a:lnTo>
                  <a:pt x="942" y="1354"/>
                </a:lnTo>
                <a:lnTo>
                  <a:pt x="942" y="1355"/>
                </a:lnTo>
                <a:lnTo>
                  <a:pt x="943" y="1355"/>
                </a:lnTo>
                <a:lnTo>
                  <a:pt x="942" y="1355"/>
                </a:lnTo>
                <a:lnTo>
                  <a:pt x="942" y="1356"/>
                </a:lnTo>
                <a:lnTo>
                  <a:pt x="941" y="1356"/>
                </a:lnTo>
                <a:lnTo>
                  <a:pt x="940" y="1356"/>
                </a:lnTo>
                <a:lnTo>
                  <a:pt x="939" y="1356"/>
                </a:lnTo>
                <a:lnTo>
                  <a:pt x="939" y="1355"/>
                </a:lnTo>
                <a:lnTo>
                  <a:pt x="939" y="1354"/>
                </a:lnTo>
                <a:lnTo>
                  <a:pt x="939" y="1353"/>
                </a:lnTo>
                <a:lnTo>
                  <a:pt x="938" y="1353"/>
                </a:lnTo>
                <a:lnTo>
                  <a:pt x="939" y="1353"/>
                </a:lnTo>
                <a:lnTo>
                  <a:pt x="939" y="1352"/>
                </a:lnTo>
                <a:lnTo>
                  <a:pt x="938" y="1352"/>
                </a:lnTo>
                <a:lnTo>
                  <a:pt x="938" y="1351"/>
                </a:lnTo>
                <a:lnTo>
                  <a:pt x="937" y="1351"/>
                </a:lnTo>
                <a:lnTo>
                  <a:pt x="936" y="1351"/>
                </a:lnTo>
                <a:lnTo>
                  <a:pt x="936" y="1350"/>
                </a:lnTo>
                <a:lnTo>
                  <a:pt x="936" y="1349"/>
                </a:lnTo>
                <a:lnTo>
                  <a:pt x="935" y="1349"/>
                </a:lnTo>
                <a:lnTo>
                  <a:pt x="936" y="1349"/>
                </a:lnTo>
                <a:lnTo>
                  <a:pt x="935" y="1349"/>
                </a:lnTo>
                <a:lnTo>
                  <a:pt x="935" y="1348"/>
                </a:lnTo>
                <a:lnTo>
                  <a:pt x="936" y="1348"/>
                </a:lnTo>
                <a:lnTo>
                  <a:pt x="935" y="1348"/>
                </a:lnTo>
                <a:lnTo>
                  <a:pt x="935" y="1347"/>
                </a:lnTo>
                <a:lnTo>
                  <a:pt x="934" y="1347"/>
                </a:lnTo>
                <a:lnTo>
                  <a:pt x="934" y="1346"/>
                </a:lnTo>
                <a:lnTo>
                  <a:pt x="933" y="1346"/>
                </a:lnTo>
                <a:lnTo>
                  <a:pt x="933" y="1345"/>
                </a:lnTo>
                <a:lnTo>
                  <a:pt x="932" y="1345"/>
                </a:lnTo>
                <a:lnTo>
                  <a:pt x="932" y="1344"/>
                </a:lnTo>
                <a:lnTo>
                  <a:pt x="931" y="1344"/>
                </a:lnTo>
                <a:lnTo>
                  <a:pt x="930" y="1343"/>
                </a:lnTo>
                <a:lnTo>
                  <a:pt x="929" y="1343"/>
                </a:lnTo>
                <a:lnTo>
                  <a:pt x="929" y="1342"/>
                </a:lnTo>
                <a:lnTo>
                  <a:pt x="928" y="1342"/>
                </a:lnTo>
                <a:lnTo>
                  <a:pt x="928" y="1341"/>
                </a:lnTo>
                <a:lnTo>
                  <a:pt x="927" y="1341"/>
                </a:lnTo>
                <a:lnTo>
                  <a:pt x="926" y="1341"/>
                </a:lnTo>
                <a:lnTo>
                  <a:pt x="925" y="1341"/>
                </a:lnTo>
                <a:lnTo>
                  <a:pt x="924" y="1341"/>
                </a:lnTo>
                <a:lnTo>
                  <a:pt x="923" y="1341"/>
                </a:lnTo>
                <a:lnTo>
                  <a:pt x="923" y="1342"/>
                </a:lnTo>
                <a:lnTo>
                  <a:pt x="922" y="1343"/>
                </a:lnTo>
                <a:lnTo>
                  <a:pt x="922" y="1342"/>
                </a:lnTo>
                <a:lnTo>
                  <a:pt x="921" y="1342"/>
                </a:lnTo>
                <a:lnTo>
                  <a:pt x="920" y="1343"/>
                </a:lnTo>
                <a:lnTo>
                  <a:pt x="919" y="1343"/>
                </a:lnTo>
                <a:lnTo>
                  <a:pt x="918" y="1344"/>
                </a:lnTo>
                <a:lnTo>
                  <a:pt x="918" y="1345"/>
                </a:lnTo>
                <a:lnTo>
                  <a:pt x="917" y="1345"/>
                </a:lnTo>
                <a:lnTo>
                  <a:pt x="917" y="1346"/>
                </a:lnTo>
                <a:lnTo>
                  <a:pt x="917" y="1347"/>
                </a:lnTo>
                <a:lnTo>
                  <a:pt x="917" y="1348"/>
                </a:lnTo>
                <a:lnTo>
                  <a:pt x="917" y="1349"/>
                </a:lnTo>
                <a:lnTo>
                  <a:pt x="918" y="1349"/>
                </a:lnTo>
                <a:lnTo>
                  <a:pt x="918" y="1350"/>
                </a:lnTo>
                <a:lnTo>
                  <a:pt x="917" y="1350"/>
                </a:lnTo>
                <a:lnTo>
                  <a:pt x="917" y="1351"/>
                </a:lnTo>
                <a:lnTo>
                  <a:pt x="916" y="1351"/>
                </a:lnTo>
                <a:lnTo>
                  <a:pt x="916" y="1352"/>
                </a:lnTo>
                <a:lnTo>
                  <a:pt x="915" y="1352"/>
                </a:lnTo>
                <a:lnTo>
                  <a:pt x="915" y="1353"/>
                </a:lnTo>
                <a:lnTo>
                  <a:pt x="915" y="1354"/>
                </a:lnTo>
                <a:lnTo>
                  <a:pt x="914" y="1354"/>
                </a:lnTo>
                <a:lnTo>
                  <a:pt x="914" y="1355"/>
                </a:lnTo>
                <a:lnTo>
                  <a:pt x="914" y="1356"/>
                </a:lnTo>
                <a:lnTo>
                  <a:pt x="913" y="1357"/>
                </a:lnTo>
                <a:lnTo>
                  <a:pt x="912" y="1357"/>
                </a:lnTo>
                <a:lnTo>
                  <a:pt x="912" y="1358"/>
                </a:lnTo>
                <a:lnTo>
                  <a:pt x="911" y="1358"/>
                </a:lnTo>
                <a:lnTo>
                  <a:pt x="910" y="1358"/>
                </a:lnTo>
                <a:lnTo>
                  <a:pt x="910" y="1359"/>
                </a:lnTo>
                <a:lnTo>
                  <a:pt x="909" y="1359"/>
                </a:lnTo>
                <a:lnTo>
                  <a:pt x="908" y="1359"/>
                </a:lnTo>
                <a:lnTo>
                  <a:pt x="908" y="1360"/>
                </a:lnTo>
                <a:lnTo>
                  <a:pt x="908" y="1359"/>
                </a:lnTo>
                <a:lnTo>
                  <a:pt x="907" y="1359"/>
                </a:lnTo>
                <a:lnTo>
                  <a:pt x="906" y="1359"/>
                </a:lnTo>
                <a:lnTo>
                  <a:pt x="906" y="1358"/>
                </a:lnTo>
                <a:lnTo>
                  <a:pt x="905" y="1358"/>
                </a:lnTo>
                <a:lnTo>
                  <a:pt x="905" y="1359"/>
                </a:lnTo>
                <a:lnTo>
                  <a:pt x="904" y="1359"/>
                </a:lnTo>
                <a:lnTo>
                  <a:pt x="904" y="1360"/>
                </a:lnTo>
                <a:lnTo>
                  <a:pt x="904" y="1361"/>
                </a:lnTo>
                <a:lnTo>
                  <a:pt x="904" y="1362"/>
                </a:lnTo>
                <a:lnTo>
                  <a:pt x="904" y="1363"/>
                </a:lnTo>
                <a:lnTo>
                  <a:pt x="905" y="1363"/>
                </a:lnTo>
                <a:lnTo>
                  <a:pt x="905" y="1364"/>
                </a:lnTo>
                <a:lnTo>
                  <a:pt x="906" y="1364"/>
                </a:lnTo>
                <a:lnTo>
                  <a:pt x="906" y="1365"/>
                </a:lnTo>
                <a:lnTo>
                  <a:pt x="907" y="1366"/>
                </a:lnTo>
                <a:lnTo>
                  <a:pt x="907" y="1367"/>
                </a:lnTo>
                <a:lnTo>
                  <a:pt x="907" y="1368"/>
                </a:lnTo>
                <a:lnTo>
                  <a:pt x="908" y="1368"/>
                </a:lnTo>
                <a:lnTo>
                  <a:pt x="909" y="1368"/>
                </a:lnTo>
                <a:lnTo>
                  <a:pt x="910" y="1368"/>
                </a:lnTo>
                <a:lnTo>
                  <a:pt x="910" y="1369"/>
                </a:lnTo>
                <a:lnTo>
                  <a:pt x="910" y="1370"/>
                </a:lnTo>
                <a:lnTo>
                  <a:pt x="909" y="1370"/>
                </a:lnTo>
                <a:lnTo>
                  <a:pt x="909" y="1369"/>
                </a:lnTo>
                <a:lnTo>
                  <a:pt x="908" y="1370"/>
                </a:lnTo>
                <a:lnTo>
                  <a:pt x="907" y="1370"/>
                </a:lnTo>
                <a:lnTo>
                  <a:pt x="907" y="1371"/>
                </a:lnTo>
                <a:lnTo>
                  <a:pt x="906" y="1371"/>
                </a:lnTo>
                <a:lnTo>
                  <a:pt x="906" y="1372"/>
                </a:lnTo>
                <a:lnTo>
                  <a:pt x="905" y="1372"/>
                </a:lnTo>
                <a:lnTo>
                  <a:pt x="905" y="1373"/>
                </a:lnTo>
                <a:lnTo>
                  <a:pt x="904" y="1373"/>
                </a:lnTo>
                <a:lnTo>
                  <a:pt x="904" y="1374"/>
                </a:lnTo>
                <a:lnTo>
                  <a:pt x="904" y="1375"/>
                </a:lnTo>
                <a:lnTo>
                  <a:pt x="903" y="1375"/>
                </a:lnTo>
                <a:lnTo>
                  <a:pt x="903" y="1376"/>
                </a:lnTo>
                <a:lnTo>
                  <a:pt x="902" y="1376"/>
                </a:lnTo>
                <a:lnTo>
                  <a:pt x="902" y="1377"/>
                </a:lnTo>
                <a:lnTo>
                  <a:pt x="901" y="1378"/>
                </a:lnTo>
                <a:lnTo>
                  <a:pt x="900" y="1378"/>
                </a:lnTo>
                <a:lnTo>
                  <a:pt x="899" y="1378"/>
                </a:lnTo>
                <a:lnTo>
                  <a:pt x="898" y="1378"/>
                </a:lnTo>
                <a:lnTo>
                  <a:pt x="897" y="1378"/>
                </a:lnTo>
                <a:lnTo>
                  <a:pt x="896" y="1378"/>
                </a:lnTo>
                <a:lnTo>
                  <a:pt x="896" y="1379"/>
                </a:lnTo>
                <a:lnTo>
                  <a:pt x="896" y="1380"/>
                </a:lnTo>
                <a:lnTo>
                  <a:pt x="897" y="1380"/>
                </a:lnTo>
                <a:lnTo>
                  <a:pt x="897" y="1381"/>
                </a:lnTo>
                <a:lnTo>
                  <a:pt x="897" y="1382"/>
                </a:lnTo>
                <a:lnTo>
                  <a:pt x="898" y="1382"/>
                </a:lnTo>
                <a:lnTo>
                  <a:pt x="898" y="1383"/>
                </a:lnTo>
                <a:lnTo>
                  <a:pt x="897" y="1383"/>
                </a:lnTo>
                <a:lnTo>
                  <a:pt x="897" y="1384"/>
                </a:lnTo>
                <a:lnTo>
                  <a:pt x="896" y="1384"/>
                </a:lnTo>
                <a:lnTo>
                  <a:pt x="895" y="1384"/>
                </a:lnTo>
                <a:lnTo>
                  <a:pt x="894" y="1384"/>
                </a:lnTo>
                <a:lnTo>
                  <a:pt x="894" y="1385"/>
                </a:lnTo>
                <a:lnTo>
                  <a:pt x="893" y="1385"/>
                </a:lnTo>
                <a:lnTo>
                  <a:pt x="892" y="1385"/>
                </a:lnTo>
                <a:lnTo>
                  <a:pt x="891" y="1385"/>
                </a:lnTo>
                <a:lnTo>
                  <a:pt x="891" y="1386"/>
                </a:lnTo>
                <a:lnTo>
                  <a:pt x="892" y="1386"/>
                </a:lnTo>
                <a:lnTo>
                  <a:pt x="891" y="1386"/>
                </a:lnTo>
                <a:lnTo>
                  <a:pt x="892" y="1386"/>
                </a:lnTo>
                <a:lnTo>
                  <a:pt x="892" y="1387"/>
                </a:lnTo>
                <a:lnTo>
                  <a:pt x="891" y="1387"/>
                </a:lnTo>
                <a:lnTo>
                  <a:pt x="890" y="1387"/>
                </a:lnTo>
                <a:lnTo>
                  <a:pt x="891" y="1387"/>
                </a:lnTo>
                <a:lnTo>
                  <a:pt x="890" y="1388"/>
                </a:lnTo>
                <a:lnTo>
                  <a:pt x="889" y="1388"/>
                </a:lnTo>
                <a:lnTo>
                  <a:pt x="889" y="1389"/>
                </a:lnTo>
                <a:lnTo>
                  <a:pt x="889" y="1388"/>
                </a:lnTo>
                <a:lnTo>
                  <a:pt x="889" y="1389"/>
                </a:lnTo>
                <a:lnTo>
                  <a:pt x="888" y="1389"/>
                </a:lnTo>
                <a:lnTo>
                  <a:pt x="888" y="1390"/>
                </a:lnTo>
                <a:lnTo>
                  <a:pt x="887" y="1390"/>
                </a:lnTo>
                <a:lnTo>
                  <a:pt x="887" y="1391"/>
                </a:lnTo>
                <a:lnTo>
                  <a:pt x="886" y="1392"/>
                </a:lnTo>
                <a:lnTo>
                  <a:pt x="887" y="1392"/>
                </a:lnTo>
                <a:lnTo>
                  <a:pt x="886" y="1392"/>
                </a:lnTo>
                <a:lnTo>
                  <a:pt x="886" y="1393"/>
                </a:lnTo>
                <a:lnTo>
                  <a:pt x="886" y="1394"/>
                </a:lnTo>
                <a:lnTo>
                  <a:pt x="885" y="1394"/>
                </a:lnTo>
                <a:lnTo>
                  <a:pt x="885" y="1395"/>
                </a:lnTo>
                <a:lnTo>
                  <a:pt x="884" y="1395"/>
                </a:lnTo>
                <a:lnTo>
                  <a:pt x="884" y="1396"/>
                </a:lnTo>
                <a:lnTo>
                  <a:pt x="883" y="1396"/>
                </a:lnTo>
                <a:lnTo>
                  <a:pt x="883" y="1397"/>
                </a:lnTo>
                <a:lnTo>
                  <a:pt x="882" y="1397"/>
                </a:lnTo>
                <a:lnTo>
                  <a:pt x="882" y="1398"/>
                </a:lnTo>
                <a:lnTo>
                  <a:pt x="882" y="1399"/>
                </a:lnTo>
                <a:lnTo>
                  <a:pt x="882" y="1400"/>
                </a:lnTo>
                <a:lnTo>
                  <a:pt x="883" y="1400"/>
                </a:lnTo>
                <a:lnTo>
                  <a:pt x="882" y="1400"/>
                </a:lnTo>
                <a:lnTo>
                  <a:pt x="881" y="1400"/>
                </a:lnTo>
                <a:lnTo>
                  <a:pt x="880" y="1400"/>
                </a:lnTo>
                <a:lnTo>
                  <a:pt x="880" y="1401"/>
                </a:lnTo>
                <a:lnTo>
                  <a:pt x="880" y="1402"/>
                </a:lnTo>
                <a:lnTo>
                  <a:pt x="880" y="1403"/>
                </a:lnTo>
                <a:lnTo>
                  <a:pt x="879" y="1403"/>
                </a:lnTo>
                <a:lnTo>
                  <a:pt x="878" y="1403"/>
                </a:lnTo>
                <a:lnTo>
                  <a:pt x="878" y="1404"/>
                </a:lnTo>
                <a:lnTo>
                  <a:pt x="877" y="1404"/>
                </a:lnTo>
                <a:lnTo>
                  <a:pt x="877" y="1405"/>
                </a:lnTo>
                <a:lnTo>
                  <a:pt x="878" y="1405"/>
                </a:lnTo>
                <a:lnTo>
                  <a:pt x="878" y="1406"/>
                </a:lnTo>
                <a:lnTo>
                  <a:pt x="879" y="1407"/>
                </a:lnTo>
                <a:lnTo>
                  <a:pt x="879" y="1408"/>
                </a:lnTo>
                <a:lnTo>
                  <a:pt x="879" y="1409"/>
                </a:lnTo>
                <a:lnTo>
                  <a:pt x="880" y="1409"/>
                </a:lnTo>
                <a:lnTo>
                  <a:pt x="880" y="1410"/>
                </a:lnTo>
                <a:lnTo>
                  <a:pt x="880" y="1411"/>
                </a:lnTo>
                <a:lnTo>
                  <a:pt x="881" y="1411"/>
                </a:lnTo>
                <a:lnTo>
                  <a:pt x="880" y="1412"/>
                </a:lnTo>
                <a:lnTo>
                  <a:pt x="880" y="1413"/>
                </a:lnTo>
                <a:lnTo>
                  <a:pt x="879" y="1413"/>
                </a:lnTo>
                <a:lnTo>
                  <a:pt x="880" y="1413"/>
                </a:lnTo>
                <a:lnTo>
                  <a:pt x="879" y="1413"/>
                </a:lnTo>
                <a:lnTo>
                  <a:pt x="878" y="1413"/>
                </a:lnTo>
                <a:lnTo>
                  <a:pt x="877" y="1413"/>
                </a:lnTo>
                <a:lnTo>
                  <a:pt x="877" y="1412"/>
                </a:lnTo>
                <a:lnTo>
                  <a:pt x="876" y="1412"/>
                </a:lnTo>
                <a:lnTo>
                  <a:pt x="876" y="1411"/>
                </a:lnTo>
                <a:lnTo>
                  <a:pt x="875" y="1411"/>
                </a:lnTo>
                <a:lnTo>
                  <a:pt x="876" y="1411"/>
                </a:lnTo>
                <a:lnTo>
                  <a:pt x="875" y="1411"/>
                </a:lnTo>
                <a:lnTo>
                  <a:pt x="875" y="1410"/>
                </a:lnTo>
                <a:lnTo>
                  <a:pt x="874" y="1411"/>
                </a:lnTo>
                <a:lnTo>
                  <a:pt x="874" y="1410"/>
                </a:lnTo>
                <a:lnTo>
                  <a:pt x="873" y="1410"/>
                </a:lnTo>
                <a:lnTo>
                  <a:pt x="873" y="1411"/>
                </a:lnTo>
                <a:lnTo>
                  <a:pt x="872" y="1411"/>
                </a:lnTo>
                <a:lnTo>
                  <a:pt x="872" y="1410"/>
                </a:lnTo>
                <a:lnTo>
                  <a:pt x="872" y="1411"/>
                </a:lnTo>
                <a:lnTo>
                  <a:pt x="871" y="1411"/>
                </a:lnTo>
                <a:lnTo>
                  <a:pt x="870" y="1410"/>
                </a:lnTo>
                <a:lnTo>
                  <a:pt x="869" y="1410"/>
                </a:lnTo>
                <a:lnTo>
                  <a:pt x="868" y="1410"/>
                </a:lnTo>
                <a:lnTo>
                  <a:pt x="867" y="1410"/>
                </a:lnTo>
                <a:lnTo>
                  <a:pt x="867" y="1409"/>
                </a:lnTo>
                <a:lnTo>
                  <a:pt x="866" y="1409"/>
                </a:lnTo>
                <a:lnTo>
                  <a:pt x="865" y="1409"/>
                </a:lnTo>
                <a:lnTo>
                  <a:pt x="864" y="1409"/>
                </a:lnTo>
                <a:lnTo>
                  <a:pt x="863" y="1409"/>
                </a:lnTo>
                <a:lnTo>
                  <a:pt x="862" y="1409"/>
                </a:lnTo>
                <a:lnTo>
                  <a:pt x="862" y="1410"/>
                </a:lnTo>
                <a:lnTo>
                  <a:pt x="861" y="1410"/>
                </a:lnTo>
                <a:lnTo>
                  <a:pt x="860" y="1410"/>
                </a:lnTo>
                <a:lnTo>
                  <a:pt x="859" y="1410"/>
                </a:lnTo>
                <a:lnTo>
                  <a:pt x="859" y="1411"/>
                </a:lnTo>
                <a:lnTo>
                  <a:pt x="859" y="1412"/>
                </a:lnTo>
                <a:lnTo>
                  <a:pt x="858" y="1413"/>
                </a:lnTo>
                <a:lnTo>
                  <a:pt x="858" y="1414"/>
                </a:lnTo>
                <a:lnTo>
                  <a:pt x="858" y="1413"/>
                </a:lnTo>
                <a:lnTo>
                  <a:pt x="858" y="1414"/>
                </a:lnTo>
                <a:lnTo>
                  <a:pt x="857" y="1414"/>
                </a:lnTo>
                <a:lnTo>
                  <a:pt x="857" y="1415"/>
                </a:lnTo>
                <a:lnTo>
                  <a:pt x="857" y="1416"/>
                </a:lnTo>
                <a:lnTo>
                  <a:pt x="857" y="1415"/>
                </a:lnTo>
                <a:lnTo>
                  <a:pt x="856" y="1415"/>
                </a:lnTo>
                <a:lnTo>
                  <a:pt x="855" y="1415"/>
                </a:lnTo>
                <a:lnTo>
                  <a:pt x="855" y="1414"/>
                </a:lnTo>
                <a:lnTo>
                  <a:pt x="854" y="1414"/>
                </a:lnTo>
                <a:lnTo>
                  <a:pt x="854" y="1413"/>
                </a:lnTo>
                <a:lnTo>
                  <a:pt x="854" y="1412"/>
                </a:lnTo>
                <a:lnTo>
                  <a:pt x="853" y="1412"/>
                </a:lnTo>
                <a:lnTo>
                  <a:pt x="853" y="1411"/>
                </a:lnTo>
                <a:lnTo>
                  <a:pt x="854" y="1411"/>
                </a:lnTo>
                <a:lnTo>
                  <a:pt x="853" y="1411"/>
                </a:lnTo>
                <a:lnTo>
                  <a:pt x="853" y="1410"/>
                </a:lnTo>
                <a:lnTo>
                  <a:pt x="854" y="1410"/>
                </a:lnTo>
                <a:lnTo>
                  <a:pt x="854" y="1409"/>
                </a:lnTo>
                <a:lnTo>
                  <a:pt x="853" y="1409"/>
                </a:lnTo>
                <a:lnTo>
                  <a:pt x="853" y="1408"/>
                </a:lnTo>
                <a:lnTo>
                  <a:pt x="852" y="1408"/>
                </a:lnTo>
                <a:lnTo>
                  <a:pt x="851" y="1408"/>
                </a:lnTo>
                <a:lnTo>
                  <a:pt x="850" y="1408"/>
                </a:lnTo>
                <a:lnTo>
                  <a:pt x="850" y="1407"/>
                </a:lnTo>
                <a:lnTo>
                  <a:pt x="849" y="1407"/>
                </a:lnTo>
                <a:lnTo>
                  <a:pt x="849" y="1406"/>
                </a:lnTo>
                <a:lnTo>
                  <a:pt x="849" y="1407"/>
                </a:lnTo>
                <a:lnTo>
                  <a:pt x="848" y="1407"/>
                </a:lnTo>
                <a:lnTo>
                  <a:pt x="848" y="1406"/>
                </a:lnTo>
                <a:lnTo>
                  <a:pt x="847" y="1406"/>
                </a:lnTo>
                <a:lnTo>
                  <a:pt x="846" y="1407"/>
                </a:lnTo>
                <a:lnTo>
                  <a:pt x="845" y="1407"/>
                </a:lnTo>
                <a:lnTo>
                  <a:pt x="844" y="1406"/>
                </a:lnTo>
                <a:lnTo>
                  <a:pt x="843" y="1406"/>
                </a:lnTo>
                <a:lnTo>
                  <a:pt x="842" y="1406"/>
                </a:lnTo>
                <a:lnTo>
                  <a:pt x="842" y="1405"/>
                </a:lnTo>
                <a:lnTo>
                  <a:pt x="841" y="1405"/>
                </a:lnTo>
                <a:lnTo>
                  <a:pt x="840" y="1405"/>
                </a:lnTo>
                <a:lnTo>
                  <a:pt x="840" y="1404"/>
                </a:lnTo>
                <a:lnTo>
                  <a:pt x="839" y="1404"/>
                </a:lnTo>
                <a:lnTo>
                  <a:pt x="839" y="1403"/>
                </a:lnTo>
                <a:lnTo>
                  <a:pt x="838" y="1403"/>
                </a:lnTo>
                <a:lnTo>
                  <a:pt x="838" y="1404"/>
                </a:lnTo>
                <a:lnTo>
                  <a:pt x="837" y="1404"/>
                </a:lnTo>
                <a:lnTo>
                  <a:pt x="836" y="1404"/>
                </a:lnTo>
                <a:lnTo>
                  <a:pt x="835" y="1404"/>
                </a:lnTo>
                <a:lnTo>
                  <a:pt x="834" y="1404"/>
                </a:lnTo>
                <a:lnTo>
                  <a:pt x="833" y="1404"/>
                </a:lnTo>
                <a:lnTo>
                  <a:pt x="834" y="1404"/>
                </a:lnTo>
                <a:lnTo>
                  <a:pt x="833" y="1404"/>
                </a:lnTo>
                <a:lnTo>
                  <a:pt x="833" y="1405"/>
                </a:lnTo>
                <a:lnTo>
                  <a:pt x="832" y="1405"/>
                </a:lnTo>
                <a:lnTo>
                  <a:pt x="832" y="1406"/>
                </a:lnTo>
                <a:lnTo>
                  <a:pt x="831" y="1406"/>
                </a:lnTo>
                <a:lnTo>
                  <a:pt x="830" y="1406"/>
                </a:lnTo>
                <a:lnTo>
                  <a:pt x="829" y="1406"/>
                </a:lnTo>
                <a:lnTo>
                  <a:pt x="829" y="1407"/>
                </a:lnTo>
                <a:lnTo>
                  <a:pt x="829" y="1408"/>
                </a:lnTo>
                <a:lnTo>
                  <a:pt x="828" y="1408"/>
                </a:lnTo>
                <a:lnTo>
                  <a:pt x="827" y="1408"/>
                </a:lnTo>
                <a:lnTo>
                  <a:pt x="827" y="1409"/>
                </a:lnTo>
                <a:lnTo>
                  <a:pt x="826" y="1409"/>
                </a:lnTo>
                <a:lnTo>
                  <a:pt x="826" y="1408"/>
                </a:lnTo>
                <a:lnTo>
                  <a:pt x="825" y="1409"/>
                </a:lnTo>
                <a:lnTo>
                  <a:pt x="825" y="1408"/>
                </a:lnTo>
                <a:lnTo>
                  <a:pt x="824" y="1408"/>
                </a:lnTo>
                <a:lnTo>
                  <a:pt x="824" y="1409"/>
                </a:lnTo>
                <a:lnTo>
                  <a:pt x="823" y="1409"/>
                </a:lnTo>
                <a:lnTo>
                  <a:pt x="823" y="1408"/>
                </a:lnTo>
                <a:lnTo>
                  <a:pt x="822" y="1408"/>
                </a:lnTo>
                <a:lnTo>
                  <a:pt x="821" y="1407"/>
                </a:lnTo>
                <a:lnTo>
                  <a:pt x="821" y="1406"/>
                </a:lnTo>
                <a:lnTo>
                  <a:pt x="820" y="1406"/>
                </a:lnTo>
                <a:lnTo>
                  <a:pt x="819" y="1406"/>
                </a:lnTo>
                <a:lnTo>
                  <a:pt x="818" y="1406"/>
                </a:lnTo>
                <a:lnTo>
                  <a:pt x="818" y="1407"/>
                </a:lnTo>
                <a:lnTo>
                  <a:pt x="817" y="1407"/>
                </a:lnTo>
                <a:lnTo>
                  <a:pt x="816" y="1407"/>
                </a:lnTo>
                <a:lnTo>
                  <a:pt x="815" y="1407"/>
                </a:lnTo>
                <a:lnTo>
                  <a:pt x="815" y="1406"/>
                </a:lnTo>
                <a:lnTo>
                  <a:pt x="814" y="1406"/>
                </a:lnTo>
                <a:lnTo>
                  <a:pt x="813" y="1406"/>
                </a:lnTo>
                <a:lnTo>
                  <a:pt x="812" y="1406"/>
                </a:lnTo>
                <a:lnTo>
                  <a:pt x="812" y="1408"/>
                </a:lnTo>
                <a:lnTo>
                  <a:pt x="813" y="1408"/>
                </a:lnTo>
                <a:lnTo>
                  <a:pt x="813" y="1409"/>
                </a:lnTo>
                <a:lnTo>
                  <a:pt x="813" y="1410"/>
                </a:lnTo>
                <a:lnTo>
                  <a:pt x="812" y="1410"/>
                </a:lnTo>
                <a:lnTo>
                  <a:pt x="812" y="1411"/>
                </a:lnTo>
                <a:lnTo>
                  <a:pt x="812" y="1412"/>
                </a:lnTo>
                <a:lnTo>
                  <a:pt x="812" y="1413"/>
                </a:lnTo>
                <a:lnTo>
                  <a:pt x="813" y="1413"/>
                </a:lnTo>
                <a:lnTo>
                  <a:pt x="812" y="1413"/>
                </a:lnTo>
                <a:lnTo>
                  <a:pt x="812" y="1414"/>
                </a:lnTo>
                <a:lnTo>
                  <a:pt x="812" y="1415"/>
                </a:lnTo>
                <a:lnTo>
                  <a:pt x="811" y="1415"/>
                </a:lnTo>
                <a:lnTo>
                  <a:pt x="811" y="1416"/>
                </a:lnTo>
                <a:lnTo>
                  <a:pt x="810" y="1416"/>
                </a:lnTo>
                <a:lnTo>
                  <a:pt x="810" y="1417"/>
                </a:lnTo>
                <a:lnTo>
                  <a:pt x="810" y="1418"/>
                </a:lnTo>
                <a:lnTo>
                  <a:pt x="809" y="1418"/>
                </a:lnTo>
                <a:lnTo>
                  <a:pt x="809" y="1417"/>
                </a:lnTo>
                <a:lnTo>
                  <a:pt x="808" y="1417"/>
                </a:lnTo>
                <a:lnTo>
                  <a:pt x="808" y="1416"/>
                </a:lnTo>
                <a:lnTo>
                  <a:pt x="807" y="1416"/>
                </a:lnTo>
                <a:lnTo>
                  <a:pt x="807" y="1417"/>
                </a:lnTo>
                <a:lnTo>
                  <a:pt x="806" y="1417"/>
                </a:lnTo>
                <a:lnTo>
                  <a:pt x="806" y="1416"/>
                </a:lnTo>
                <a:lnTo>
                  <a:pt x="806" y="1417"/>
                </a:lnTo>
                <a:lnTo>
                  <a:pt x="806" y="1416"/>
                </a:lnTo>
                <a:lnTo>
                  <a:pt x="805" y="1416"/>
                </a:lnTo>
                <a:lnTo>
                  <a:pt x="804" y="1416"/>
                </a:lnTo>
                <a:lnTo>
                  <a:pt x="803" y="1416"/>
                </a:lnTo>
                <a:lnTo>
                  <a:pt x="803" y="1415"/>
                </a:lnTo>
                <a:lnTo>
                  <a:pt x="802" y="1415"/>
                </a:lnTo>
                <a:lnTo>
                  <a:pt x="802" y="1414"/>
                </a:lnTo>
                <a:lnTo>
                  <a:pt x="801" y="1414"/>
                </a:lnTo>
                <a:lnTo>
                  <a:pt x="801" y="1413"/>
                </a:lnTo>
                <a:lnTo>
                  <a:pt x="802" y="1413"/>
                </a:lnTo>
                <a:lnTo>
                  <a:pt x="801" y="1413"/>
                </a:lnTo>
                <a:lnTo>
                  <a:pt x="800" y="1413"/>
                </a:lnTo>
                <a:lnTo>
                  <a:pt x="800" y="1412"/>
                </a:lnTo>
                <a:lnTo>
                  <a:pt x="799" y="1412"/>
                </a:lnTo>
                <a:lnTo>
                  <a:pt x="799" y="1411"/>
                </a:lnTo>
                <a:lnTo>
                  <a:pt x="798" y="1411"/>
                </a:lnTo>
                <a:lnTo>
                  <a:pt x="798" y="1410"/>
                </a:lnTo>
                <a:lnTo>
                  <a:pt x="797" y="1410"/>
                </a:lnTo>
                <a:lnTo>
                  <a:pt x="797" y="1409"/>
                </a:lnTo>
                <a:lnTo>
                  <a:pt x="797" y="1408"/>
                </a:lnTo>
                <a:lnTo>
                  <a:pt x="796" y="1408"/>
                </a:lnTo>
                <a:lnTo>
                  <a:pt x="796" y="1407"/>
                </a:lnTo>
                <a:lnTo>
                  <a:pt x="796" y="1405"/>
                </a:lnTo>
                <a:lnTo>
                  <a:pt x="796" y="1404"/>
                </a:lnTo>
                <a:lnTo>
                  <a:pt x="796" y="1403"/>
                </a:lnTo>
                <a:lnTo>
                  <a:pt x="796" y="1402"/>
                </a:lnTo>
                <a:lnTo>
                  <a:pt x="796" y="1401"/>
                </a:lnTo>
                <a:lnTo>
                  <a:pt x="795" y="1401"/>
                </a:lnTo>
                <a:lnTo>
                  <a:pt x="796" y="1401"/>
                </a:lnTo>
                <a:lnTo>
                  <a:pt x="795" y="1401"/>
                </a:lnTo>
                <a:lnTo>
                  <a:pt x="795" y="1400"/>
                </a:lnTo>
                <a:lnTo>
                  <a:pt x="794" y="1400"/>
                </a:lnTo>
                <a:lnTo>
                  <a:pt x="793" y="1400"/>
                </a:lnTo>
                <a:lnTo>
                  <a:pt x="794" y="1400"/>
                </a:lnTo>
                <a:lnTo>
                  <a:pt x="793" y="1400"/>
                </a:lnTo>
                <a:lnTo>
                  <a:pt x="793" y="1399"/>
                </a:lnTo>
                <a:lnTo>
                  <a:pt x="793" y="1398"/>
                </a:lnTo>
                <a:lnTo>
                  <a:pt x="793" y="1397"/>
                </a:lnTo>
                <a:lnTo>
                  <a:pt x="792" y="1397"/>
                </a:lnTo>
                <a:lnTo>
                  <a:pt x="791" y="1397"/>
                </a:lnTo>
                <a:lnTo>
                  <a:pt x="790" y="1396"/>
                </a:lnTo>
                <a:lnTo>
                  <a:pt x="790" y="1395"/>
                </a:lnTo>
                <a:lnTo>
                  <a:pt x="790" y="1394"/>
                </a:lnTo>
                <a:lnTo>
                  <a:pt x="789" y="1394"/>
                </a:lnTo>
                <a:lnTo>
                  <a:pt x="789" y="1393"/>
                </a:lnTo>
                <a:lnTo>
                  <a:pt x="788" y="1393"/>
                </a:lnTo>
                <a:lnTo>
                  <a:pt x="787" y="1393"/>
                </a:lnTo>
                <a:lnTo>
                  <a:pt x="787" y="1392"/>
                </a:lnTo>
                <a:lnTo>
                  <a:pt x="786" y="1392"/>
                </a:lnTo>
                <a:lnTo>
                  <a:pt x="785" y="1392"/>
                </a:lnTo>
                <a:lnTo>
                  <a:pt x="784" y="1392"/>
                </a:lnTo>
                <a:lnTo>
                  <a:pt x="784" y="1391"/>
                </a:lnTo>
                <a:lnTo>
                  <a:pt x="784" y="1392"/>
                </a:lnTo>
                <a:lnTo>
                  <a:pt x="783" y="1392"/>
                </a:lnTo>
                <a:lnTo>
                  <a:pt x="783" y="1393"/>
                </a:lnTo>
                <a:lnTo>
                  <a:pt x="782" y="1393"/>
                </a:lnTo>
                <a:lnTo>
                  <a:pt x="782" y="1394"/>
                </a:lnTo>
                <a:lnTo>
                  <a:pt x="783" y="1394"/>
                </a:lnTo>
                <a:lnTo>
                  <a:pt x="782" y="1394"/>
                </a:lnTo>
                <a:lnTo>
                  <a:pt x="781" y="1394"/>
                </a:lnTo>
                <a:lnTo>
                  <a:pt x="780" y="1394"/>
                </a:lnTo>
                <a:lnTo>
                  <a:pt x="780" y="1393"/>
                </a:lnTo>
                <a:lnTo>
                  <a:pt x="779" y="1393"/>
                </a:lnTo>
                <a:lnTo>
                  <a:pt x="778" y="1393"/>
                </a:lnTo>
                <a:lnTo>
                  <a:pt x="778" y="1394"/>
                </a:lnTo>
                <a:lnTo>
                  <a:pt x="778" y="1395"/>
                </a:lnTo>
                <a:lnTo>
                  <a:pt x="777" y="1395"/>
                </a:lnTo>
                <a:lnTo>
                  <a:pt x="777" y="1396"/>
                </a:lnTo>
                <a:lnTo>
                  <a:pt x="777" y="1397"/>
                </a:lnTo>
                <a:lnTo>
                  <a:pt x="776" y="1397"/>
                </a:lnTo>
                <a:lnTo>
                  <a:pt x="775" y="1397"/>
                </a:lnTo>
                <a:lnTo>
                  <a:pt x="775" y="1396"/>
                </a:lnTo>
                <a:lnTo>
                  <a:pt x="775" y="1397"/>
                </a:lnTo>
                <a:lnTo>
                  <a:pt x="774" y="1397"/>
                </a:lnTo>
                <a:lnTo>
                  <a:pt x="774" y="1398"/>
                </a:lnTo>
                <a:lnTo>
                  <a:pt x="773" y="1398"/>
                </a:lnTo>
                <a:lnTo>
                  <a:pt x="774" y="1398"/>
                </a:lnTo>
                <a:lnTo>
                  <a:pt x="773" y="1398"/>
                </a:lnTo>
                <a:lnTo>
                  <a:pt x="772" y="1398"/>
                </a:lnTo>
                <a:lnTo>
                  <a:pt x="771" y="1398"/>
                </a:lnTo>
                <a:lnTo>
                  <a:pt x="770" y="1398"/>
                </a:lnTo>
                <a:lnTo>
                  <a:pt x="769" y="1398"/>
                </a:lnTo>
                <a:lnTo>
                  <a:pt x="769" y="1397"/>
                </a:lnTo>
                <a:lnTo>
                  <a:pt x="768" y="1397"/>
                </a:lnTo>
                <a:lnTo>
                  <a:pt x="767" y="1397"/>
                </a:lnTo>
                <a:lnTo>
                  <a:pt x="767" y="1398"/>
                </a:lnTo>
                <a:lnTo>
                  <a:pt x="767" y="1399"/>
                </a:lnTo>
                <a:lnTo>
                  <a:pt x="767" y="1400"/>
                </a:lnTo>
                <a:lnTo>
                  <a:pt x="768" y="1400"/>
                </a:lnTo>
                <a:lnTo>
                  <a:pt x="768" y="1401"/>
                </a:lnTo>
                <a:lnTo>
                  <a:pt x="767" y="1401"/>
                </a:lnTo>
                <a:lnTo>
                  <a:pt x="766" y="1401"/>
                </a:lnTo>
                <a:lnTo>
                  <a:pt x="766" y="1402"/>
                </a:lnTo>
                <a:lnTo>
                  <a:pt x="766" y="1403"/>
                </a:lnTo>
                <a:lnTo>
                  <a:pt x="766" y="1404"/>
                </a:lnTo>
                <a:lnTo>
                  <a:pt x="766" y="1405"/>
                </a:lnTo>
                <a:lnTo>
                  <a:pt x="766" y="1406"/>
                </a:lnTo>
                <a:lnTo>
                  <a:pt x="765" y="1406"/>
                </a:lnTo>
                <a:lnTo>
                  <a:pt x="765" y="1407"/>
                </a:lnTo>
                <a:lnTo>
                  <a:pt x="765" y="1408"/>
                </a:lnTo>
                <a:lnTo>
                  <a:pt x="766" y="1408"/>
                </a:lnTo>
                <a:lnTo>
                  <a:pt x="765" y="1408"/>
                </a:lnTo>
                <a:lnTo>
                  <a:pt x="765" y="1409"/>
                </a:lnTo>
                <a:lnTo>
                  <a:pt x="764" y="1409"/>
                </a:lnTo>
                <a:lnTo>
                  <a:pt x="763" y="1409"/>
                </a:lnTo>
                <a:lnTo>
                  <a:pt x="763" y="1410"/>
                </a:lnTo>
                <a:lnTo>
                  <a:pt x="762" y="1410"/>
                </a:lnTo>
                <a:lnTo>
                  <a:pt x="762" y="1411"/>
                </a:lnTo>
                <a:lnTo>
                  <a:pt x="763" y="1411"/>
                </a:lnTo>
                <a:lnTo>
                  <a:pt x="763" y="1412"/>
                </a:lnTo>
                <a:lnTo>
                  <a:pt x="763" y="1413"/>
                </a:lnTo>
                <a:lnTo>
                  <a:pt x="763" y="1414"/>
                </a:lnTo>
                <a:lnTo>
                  <a:pt x="764" y="1414"/>
                </a:lnTo>
                <a:lnTo>
                  <a:pt x="764" y="1415"/>
                </a:lnTo>
                <a:lnTo>
                  <a:pt x="764" y="1416"/>
                </a:lnTo>
                <a:lnTo>
                  <a:pt x="765" y="1416"/>
                </a:lnTo>
                <a:lnTo>
                  <a:pt x="766" y="1416"/>
                </a:lnTo>
                <a:lnTo>
                  <a:pt x="766" y="1418"/>
                </a:lnTo>
                <a:lnTo>
                  <a:pt x="766" y="1419"/>
                </a:lnTo>
                <a:lnTo>
                  <a:pt x="765" y="1419"/>
                </a:lnTo>
                <a:lnTo>
                  <a:pt x="764" y="1419"/>
                </a:lnTo>
                <a:lnTo>
                  <a:pt x="764" y="1420"/>
                </a:lnTo>
                <a:lnTo>
                  <a:pt x="763" y="1420"/>
                </a:lnTo>
                <a:lnTo>
                  <a:pt x="762" y="1420"/>
                </a:lnTo>
                <a:lnTo>
                  <a:pt x="762" y="1421"/>
                </a:lnTo>
                <a:lnTo>
                  <a:pt x="761" y="1421"/>
                </a:lnTo>
                <a:lnTo>
                  <a:pt x="761" y="1422"/>
                </a:lnTo>
                <a:lnTo>
                  <a:pt x="762" y="1422"/>
                </a:lnTo>
                <a:lnTo>
                  <a:pt x="762" y="1423"/>
                </a:lnTo>
                <a:lnTo>
                  <a:pt x="762" y="1424"/>
                </a:lnTo>
                <a:lnTo>
                  <a:pt x="762" y="1425"/>
                </a:lnTo>
                <a:lnTo>
                  <a:pt x="762" y="1426"/>
                </a:lnTo>
                <a:lnTo>
                  <a:pt x="762" y="1427"/>
                </a:lnTo>
                <a:lnTo>
                  <a:pt x="761" y="1427"/>
                </a:lnTo>
                <a:lnTo>
                  <a:pt x="761" y="1428"/>
                </a:lnTo>
                <a:lnTo>
                  <a:pt x="760" y="1428"/>
                </a:lnTo>
                <a:lnTo>
                  <a:pt x="760" y="1429"/>
                </a:lnTo>
                <a:lnTo>
                  <a:pt x="759" y="1429"/>
                </a:lnTo>
                <a:lnTo>
                  <a:pt x="758" y="1430"/>
                </a:lnTo>
                <a:lnTo>
                  <a:pt x="759" y="1430"/>
                </a:lnTo>
                <a:lnTo>
                  <a:pt x="758" y="1431"/>
                </a:lnTo>
                <a:lnTo>
                  <a:pt x="758" y="1432"/>
                </a:lnTo>
                <a:lnTo>
                  <a:pt x="757" y="1432"/>
                </a:lnTo>
                <a:lnTo>
                  <a:pt x="757" y="1433"/>
                </a:lnTo>
                <a:lnTo>
                  <a:pt x="757" y="1434"/>
                </a:lnTo>
                <a:lnTo>
                  <a:pt x="757" y="1435"/>
                </a:lnTo>
                <a:lnTo>
                  <a:pt x="758" y="1435"/>
                </a:lnTo>
                <a:lnTo>
                  <a:pt x="757" y="1436"/>
                </a:lnTo>
                <a:lnTo>
                  <a:pt x="757" y="1437"/>
                </a:lnTo>
                <a:lnTo>
                  <a:pt x="757" y="1438"/>
                </a:lnTo>
                <a:lnTo>
                  <a:pt x="756" y="1438"/>
                </a:lnTo>
                <a:lnTo>
                  <a:pt x="755" y="1438"/>
                </a:lnTo>
                <a:lnTo>
                  <a:pt x="755" y="1437"/>
                </a:lnTo>
                <a:lnTo>
                  <a:pt x="754" y="1437"/>
                </a:lnTo>
                <a:lnTo>
                  <a:pt x="753" y="1437"/>
                </a:lnTo>
                <a:lnTo>
                  <a:pt x="753" y="1438"/>
                </a:lnTo>
                <a:lnTo>
                  <a:pt x="752" y="1438"/>
                </a:lnTo>
                <a:lnTo>
                  <a:pt x="752" y="1439"/>
                </a:lnTo>
                <a:lnTo>
                  <a:pt x="751" y="1438"/>
                </a:lnTo>
                <a:lnTo>
                  <a:pt x="751" y="1439"/>
                </a:lnTo>
                <a:lnTo>
                  <a:pt x="750" y="1439"/>
                </a:lnTo>
                <a:lnTo>
                  <a:pt x="750" y="1438"/>
                </a:lnTo>
                <a:lnTo>
                  <a:pt x="749" y="1438"/>
                </a:lnTo>
                <a:lnTo>
                  <a:pt x="748" y="1438"/>
                </a:lnTo>
                <a:lnTo>
                  <a:pt x="747" y="1437"/>
                </a:lnTo>
                <a:lnTo>
                  <a:pt x="747" y="1438"/>
                </a:lnTo>
                <a:lnTo>
                  <a:pt x="746" y="1438"/>
                </a:lnTo>
                <a:lnTo>
                  <a:pt x="746" y="1437"/>
                </a:lnTo>
                <a:lnTo>
                  <a:pt x="746" y="1438"/>
                </a:lnTo>
                <a:lnTo>
                  <a:pt x="746" y="1439"/>
                </a:lnTo>
                <a:lnTo>
                  <a:pt x="745" y="1439"/>
                </a:lnTo>
                <a:lnTo>
                  <a:pt x="745" y="1440"/>
                </a:lnTo>
                <a:lnTo>
                  <a:pt x="744" y="1440"/>
                </a:lnTo>
                <a:lnTo>
                  <a:pt x="744" y="1441"/>
                </a:lnTo>
                <a:lnTo>
                  <a:pt x="743" y="1441"/>
                </a:lnTo>
                <a:lnTo>
                  <a:pt x="743" y="1442"/>
                </a:lnTo>
                <a:lnTo>
                  <a:pt x="743" y="1443"/>
                </a:lnTo>
                <a:lnTo>
                  <a:pt x="742" y="1443"/>
                </a:lnTo>
                <a:lnTo>
                  <a:pt x="742" y="1444"/>
                </a:lnTo>
                <a:lnTo>
                  <a:pt x="743" y="1444"/>
                </a:lnTo>
                <a:lnTo>
                  <a:pt x="743" y="1445"/>
                </a:lnTo>
                <a:lnTo>
                  <a:pt x="742" y="1445"/>
                </a:lnTo>
                <a:lnTo>
                  <a:pt x="742" y="1446"/>
                </a:lnTo>
                <a:lnTo>
                  <a:pt x="743" y="1446"/>
                </a:lnTo>
                <a:lnTo>
                  <a:pt x="742" y="1446"/>
                </a:lnTo>
                <a:lnTo>
                  <a:pt x="743" y="1447"/>
                </a:lnTo>
                <a:lnTo>
                  <a:pt x="744" y="1447"/>
                </a:lnTo>
                <a:lnTo>
                  <a:pt x="744" y="1448"/>
                </a:lnTo>
                <a:lnTo>
                  <a:pt x="745" y="1448"/>
                </a:lnTo>
                <a:lnTo>
                  <a:pt x="745" y="1449"/>
                </a:lnTo>
                <a:lnTo>
                  <a:pt x="746" y="1449"/>
                </a:lnTo>
                <a:lnTo>
                  <a:pt x="746" y="1450"/>
                </a:lnTo>
                <a:lnTo>
                  <a:pt x="746" y="1451"/>
                </a:lnTo>
                <a:lnTo>
                  <a:pt x="746" y="1452"/>
                </a:lnTo>
                <a:lnTo>
                  <a:pt x="746" y="1453"/>
                </a:lnTo>
                <a:lnTo>
                  <a:pt x="747" y="1454"/>
                </a:lnTo>
                <a:lnTo>
                  <a:pt x="747" y="1455"/>
                </a:lnTo>
                <a:lnTo>
                  <a:pt x="748" y="1455"/>
                </a:lnTo>
                <a:lnTo>
                  <a:pt x="749" y="1455"/>
                </a:lnTo>
                <a:lnTo>
                  <a:pt x="749" y="1456"/>
                </a:lnTo>
                <a:lnTo>
                  <a:pt x="749" y="1457"/>
                </a:lnTo>
                <a:lnTo>
                  <a:pt x="749" y="1458"/>
                </a:lnTo>
                <a:lnTo>
                  <a:pt x="749" y="1459"/>
                </a:lnTo>
                <a:lnTo>
                  <a:pt x="750" y="1459"/>
                </a:lnTo>
                <a:lnTo>
                  <a:pt x="750" y="1460"/>
                </a:lnTo>
                <a:lnTo>
                  <a:pt x="751" y="1460"/>
                </a:lnTo>
                <a:lnTo>
                  <a:pt x="751" y="1461"/>
                </a:lnTo>
                <a:lnTo>
                  <a:pt x="752" y="1461"/>
                </a:lnTo>
                <a:lnTo>
                  <a:pt x="752" y="1462"/>
                </a:lnTo>
                <a:lnTo>
                  <a:pt x="751" y="1462"/>
                </a:lnTo>
                <a:lnTo>
                  <a:pt x="751" y="1463"/>
                </a:lnTo>
                <a:lnTo>
                  <a:pt x="750" y="1463"/>
                </a:lnTo>
                <a:lnTo>
                  <a:pt x="750" y="1464"/>
                </a:lnTo>
                <a:lnTo>
                  <a:pt x="751" y="1464"/>
                </a:lnTo>
                <a:lnTo>
                  <a:pt x="751" y="1465"/>
                </a:lnTo>
                <a:lnTo>
                  <a:pt x="751" y="1466"/>
                </a:lnTo>
                <a:lnTo>
                  <a:pt x="752" y="1466"/>
                </a:lnTo>
                <a:lnTo>
                  <a:pt x="752" y="1467"/>
                </a:lnTo>
                <a:lnTo>
                  <a:pt x="751" y="1467"/>
                </a:lnTo>
                <a:lnTo>
                  <a:pt x="750" y="1467"/>
                </a:lnTo>
                <a:lnTo>
                  <a:pt x="749" y="1467"/>
                </a:lnTo>
                <a:lnTo>
                  <a:pt x="749" y="1466"/>
                </a:lnTo>
                <a:lnTo>
                  <a:pt x="749" y="1467"/>
                </a:lnTo>
                <a:lnTo>
                  <a:pt x="748" y="1467"/>
                </a:lnTo>
                <a:lnTo>
                  <a:pt x="747" y="1467"/>
                </a:lnTo>
                <a:lnTo>
                  <a:pt x="746" y="1467"/>
                </a:lnTo>
                <a:lnTo>
                  <a:pt x="746" y="1468"/>
                </a:lnTo>
                <a:lnTo>
                  <a:pt x="746" y="1469"/>
                </a:lnTo>
                <a:lnTo>
                  <a:pt x="746" y="1470"/>
                </a:lnTo>
                <a:lnTo>
                  <a:pt x="747" y="1471"/>
                </a:lnTo>
                <a:lnTo>
                  <a:pt x="746" y="1471"/>
                </a:lnTo>
                <a:lnTo>
                  <a:pt x="747" y="1471"/>
                </a:lnTo>
                <a:lnTo>
                  <a:pt x="747" y="1472"/>
                </a:lnTo>
                <a:lnTo>
                  <a:pt x="746" y="1472"/>
                </a:lnTo>
                <a:lnTo>
                  <a:pt x="747" y="1472"/>
                </a:lnTo>
                <a:lnTo>
                  <a:pt x="748" y="1472"/>
                </a:lnTo>
                <a:lnTo>
                  <a:pt x="748" y="1473"/>
                </a:lnTo>
                <a:lnTo>
                  <a:pt x="748" y="1474"/>
                </a:lnTo>
                <a:lnTo>
                  <a:pt x="748" y="1475"/>
                </a:lnTo>
                <a:lnTo>
                  <a:pt x="749" y="1475"/>
                </a:lnTo>
                <a:lnTo>
                  <a:pt x="749" y="1476"/>
                </a:lnTo>
                <a:lnTo>
                  <a:pt x="750" y="1476"/>
                </a:lnTo>
                <a:lnTo>
                  <a:pt x="750" y="1477"/>
                </a:lnTo>
                <a:lnTo>
                  <a:pt x="749" y="1477"/>
                </a:lnTo>
                <a:lnTo>
                  <a:pt x="749" y="1478"/>
                </a:lnTo>
                <a:lnTo>
                  <a:pt x="750" y="1478"/>
                </a:lnTo>
                <a:lnTo>
                  <a:pt x="750" y="1479"/>
                </a:lnTo>
                <a:lnTo>
                  <a:pt x="749" y="1479"/>
                </a:lnTo>
                <a:lnTo>
                  <a:pt x="749" y="1480"/>
                </a:lnTo>
                <a:lnTo>
                  <a:pt x="750" y="1480"/>
                </a:lnTo>
                <a:lnTo>
                  <a:pt x="751" y="1480"/>
                </a:lnTo>
                <a:lnTo>
                  <a:pt x="751" y="1481"/>
                </a:lnTo>
                <a:lnTo>
                  <a:pt x="752" y="1481"/>
                </a:lnTo>
                <a:lnTo>
                  <a:pt x="752" y="1482"/>
                </a:lnTo>
                <a:lnTo>
                  <a:pt x="752" y="1483"/>
                </a:lnTo>
                <a:lnTo>
                  <a:pt x="753" y="1483"/>
                </a:lnTo>
                <a:lnTo>
                  <a:pt x="753" y="1484"/>
                </a:lnTo>
                <a:lnTo>
                  <a:pt x="753" y="1485"/>
                </a:lnTo>
                <a:lnTo>
                  <a:pt x="752" y="1485"/>
                </a:lnTo>
                <a:lnTo>
                  <a:pt x="753" y="1485"/>
                </a:lnTo>
                <a:lnTo>
                  <a:pt x="753" y="1486"/>
                </a:lnTo>
                <a:lnTo>
                  <a:pt x="753" y="1487"/>
                </a:lnTo>
                <a:lnTo>
                  <a:pt x="754" y="1487"/>
                </a:lnTo>
                <a:lnTo>
                  <a:pt x="753" y="1487"/>
                </a:lnTo>
                <a:lnTo>
                  <a:pt x="754" y="1487"/>
                </a:lnTo>
                <a:lnTo>
                  <a:pt x="754" y="1488"/>
                </a:lnTo>
                <a:lnTo>
                  <a:pt x="753" y="1488"/>
                </a:lnTo>
                <a:lnTo>
                  <a:pt x="754" y="1488"/>
                </a:lnTo>
                <a:lnTo>
                  <a:pt x="754" y="1489"/>
                </a:lnTo>
                <a:lnTo>
                  <a:pt x="755" y="1489"/>
                </a:lnTo>
                <a:lnTo>
                  <a:pt x="755" y="1490"/>
                </a:lnTo>
                <a:lnTo>
                  <a:pt x="756" y="1490"/>
                </a:lnTo>
                <a:lnTo>
                  <a:pt x="756" y="1491"/>
                </a:lnTo>
                <a:lnTo>
                  <a:pt x="755" y="1491"/>
                </a:lnTo>
                <a:lnTo>
                  <a:pt x="755" y="1492"/>
                </a:lnTo>
                <a:lnTo>
                  <a:pt x="754" y="1492"/>
                </a:lnTo>
                <a:lnTo>
                  <a:pt x="754" y="1493"/>
                </a:lnTo>
                <a:lnTo>
                  <a:pt x="753" y="1494"/>
                </a:lnTo>
                <a:lnTo>
                  <a:pt x="754" y="1494"/>
                </a:lnTo>
                <a:lnTo>
                  <a:pt x="753" y="1495"/>
                </a:lnTo>
                <a:lnTo>
                  <a:pt x="753" y="1496"/>
                </a:lnTo>
                <a:lnTo>
                  <a:pt x="753" y="1497"/>
                </a:lnTo>
                <a:lnTo>
                  <a:pt x="753" y="1498"/>
                </a:lnTo>
                <a:lnTo>
                  <a:pt x="752" y="1498"/>
                </a:lnTo>
                <a:lnTo>
                  <a:pt x="751" y="1498"/>
                </a:lnTo>
                <a:lnTo>
                  <a:pt x="750" y="1498"/>
                </a:lnTo>
                <a:lnTo>
                  <a:pt x="750" y="1499"/>
                </a:lnTo>
                <a:lnTo>
                  <a:pt x="751" y="1499"/>
                </a:lnTo>
                <a:lnTo>
                  <a:pt x="752" y="1499"/>
                </a:lnTo>
                <a:lnTo>
                  <a:pt x="753" y="1499"/>
                </a:lnTo>
                <a:lnTo>
                  <a:pt x="754" y="1499"/>
                </a:lnTo>
                <a:lnTo>
                  <a:pt x="754" y="1500"/>
                </a:lnTo>
                <a:lnTo>
                  <a:pt x="755" y="1500"/>
                </a:lnTo>
                <a:lnTo>
                  <a:pt x="755" y="1501"/>
                </a:lnTo>
                <a:lnTo>
                  <a:pt x="755" y="1502"/>
                </a:lnTo>
                <a:lnTo>
                  <a:pt x="756" y="1502"/>
                </a:lnTo>
                <a:lnTo>
                  <a:pt x="757" y="1502"/>
                </a:lnTo>
                <a:lnTo>
                  <a:pt x="758" y="1502"/>
                </a:lnTo>
                <a:lnTo>
                  <a:pt x="759" y="1502"/>
                </a:lnTo>
                <a:lnTo>
                  <a:pt x="759" y="1503"/>
                </a:lnTo>
                <a:lnTo>
                  <a:pt x="760" y="1503"/>
                </a:lnTo>
                <a:lnTo>
                  <a:pt x="760" y="1504"/>
                </a:lnTo>
                <a:lnTo>
                  <a:pt x="761" y="1504"/>
                </a:lnTo>
                <a:lnTo>
                  <a:pt x="761" y="1505"/>
                </a:lnTo>
                <a:lnTo>
                  <a:pt x="761" y="1506"/>
                </a:lnTo>
                <a:lnTo>
                  <a:pt x="762" y="1506"/>
                </a:lnTo>
                <a:lnTo>
                  <a:pt x="762" y="1507"/>
                </a:lnTo>
                <a:lnTo>
                  <a:pt x="763" y="1507"/>
                </a:lnTo>
                <a:lnTo>
                  <a:pt x="764" y="1507"/>
                </a:lnTo>
                <a:lnTo>
                  <a:pt x="764" y="1506"/>
                </a:lnTo>
                <a:lnTo>
                  <a:pt x="764" y="1507"/>
                </a:lnTo>
                <a:lnTo>
                  <a:pt x="764" y="1506"/>
                </a:lnTo>
                <a:lnTo>
                  <a:pt x="765" y="1506"/>
                </a:lnTo>
                <a:lnTo>
                  <a:pt x="764" y="1506"/>
                </a:lnTo>
                <a:lnTo>
                  <a:pt x="765" y="1506"/>
                </a:lnTo>
                <a:lnTo>
                  <a:pt x="765" y="1505"/>
                </a:lnTo>
                <a:lnTo>
                  <a:pt x="766" y="1505"/>
                </a:lnTo>
                <a:lnTo>
                  <a:pt x="766" y="1504"/>
                </a:lnTo>
                <a:lnTo>
                  <a:pt x="767" y="1504"/>
                </a:lnTo>
                <a:lnTo>
                  <a:pt x="767" y="1505"/>
                </a:lnTo>
                <a:lnTo>
                  <a:pt x="768" y="1505"/>
                </a:lnTo>
                <a:lnTo>
                  <a:pt x="768" y="1504"/>
                </a:lnTo>
                <a:lnTo>
                  <a:pt x="768" y="1505"/>
                </a:lnTo>
                <a:lnTo>
                  <a:pt x="769" y="1505"/>
                </a:lnTo>
                <a:lnTo>
                  <a:pt x="769" y="1506"/>
                </a:lnTo>
                <a:lnTo>
                  <a:pt x="769" y="1507"/>
                </a:lnTo>
                <a:lnTo>
                  <a:pt x="769" y="1508"/>
                </a:lnTo>
                <a:lnTo>
                  <a:pt x="770" y="1508"/>
                </a:lnTo>
                <a:lnTo>
                  <a:pt x="770" y="1509"/>
                </a:lnTo>
                <a:lnTo>
                  <a:pt x="770" y="1510"/>
                </a:lnTo>
                <a:lnTo>
                  <a:pt x="769" y="1510"/>
                </a:lnTo>
                <a:lnTo>
                  <a:pt x="769" y="1511"/>
                </a:lnTo>
                <a:lnTo>
                  <a:pt x="769" y="1512"/>
                </a:lnTo>
                <a:lnTo>
                  <a:pt x="768" y="1512"/>
                </a:lnTo>
                <a:lnTo>
                  <a:pt x="768" y="1513"/>
                </a:lnTo>
                <a:lnTo>
                  <a:pt x="768" y="1514"/>
                </a:lnTo>
                <a:lnTo>
                  <a:pt x="769" y="1514"/>
                </a:lnTo>
                <a:lnTo>
                  <a:pt x="769" y="1515"/>
                </a:lnTo>
                <a:lnTo>
                  <a:pt x="770" y="1515"/>
                </a:lnTo>
                <a:lnTo>
                  <a:pt x="770" y="1516"/>
                </a:lnTo>
                <a:lnTo>
                  <a:pt x="770" y="1517"/>
                </a:lnTo>
                <a:lnTo>
                  <a:pt x="771" y="1517"/>
                </a:lnTo>
                <a:lnTo>
                  <a:pt x="772" y="1517"/>
                </a:lnTo>
                <a:lnTo>
                  <a:pt x="773" y="1517"/>
                </a:lnTo>
                <a:lnTo>
                  <a:pt x="773" y="1518"/>
                </a:lnTo>
                <a:lnTo>
                  <a:pt x="774" y="1518"/>
                </a:lnTo>
                <a:lnTo>
                  <a:pt x="775" y="1518"/>
                </a:lnTo>
                <a:lnTo>
                  <a:pt x="775" y="1519"/>
                </a:lnTo>
                <a:lnTo>
                  <a:pt x="776" y="1519"/>
                </a:lnTo>
                <a:lnTo>
                  <a:pt x="776" y="1520"/>
                </a:lnTo>
                <a:lnTo>
                  <a:pt x="776" y="1521"/>
                </a:lnTo>
                <a:lnTo>
                  <a:pt x="775" y="1521"/>
                </a:lnTo>
                <a:lnTo>
                  <a:pt x="775" y="1522"/>
                </a:lnTo>
                <a:lnTo>
                  <a:pt x="775" y="1523"/>
                </a:lnTo>
                <a:lnTo>
                  <a:pt x="775" y="1524"/>
                </a:lnTo>
                <a:lnTo>
                  <a:pt x="776" y="1524"/>
                </a:lnTo>
                <a:lnTo>
                  <a:pt x="776" y="1525"/>
                </a:lnTo>
                <a:lnTo>
                  <a:pt x="777" y="1525"/>
                </a:lnTo>
                <a:lnTo>
                  <a:pt x="777" y="1526"/>
                </a:lnTo>
                <a:lnTo>
                  <a:pt x="778" y="1526"/>
                </a:lnTo>
                <a:lnTo>
                  <a:pt x="778" y="1527"/>
                </a:lnTo>
                <a:lnTo>
                  <a:pt x="779" y="1527"/>
                </a:lnTo>
                <a:lnTo>
                  <a:pt x="779" y="1526"/>
                </a:lnTo>
                <a:lnTo>
                  <a:pt x="779" y="1527"/>
                </a:lnTo>
                <a:lnTo>
                  <a:pt x="780" y="1527"/>
                </a:lnTo>
                <a:lnTo>
                  <a:pt x="781" y="1527"/>
                </a:lnTo>
                <a:lnTo>
                  <a:pt x="782" y="1527"/>
                </a:lnTo>
                <a:lnTo>
                  <a:pt x="783" y="1527"/>
                </a:lnTo>
                <a:lnTo>
                  <a:pt x="783" y="1528"/>
                </a:lnTo>
                <a:lnTo>
                  <a:pt x="782" y="1528"/>
                </a:lnTo>
                <a:lnTo>
                  <a:pt x="783" y="1528"/>
                </a:lnTo>
                <a:lnTo>
                  <a:pt x="783" y="1529"/>
                </a:lnTo>
                <a:lnTo>
                  <a:pt x="784" y="1529"/>
                </a:lnTo>
                <a:lnTo>
                  <a:pt x="784" y="1530"/>
                </a:lnTo>
                <a:lnTo>
                  <a:pt x="783" y="1530"/>
                </a:lnTo>
                <a:lnTo>
                  <a:pt x="782" y="1530"/>
                </a:lnTo>
                <a:lnTo>
                  <a:pt x="782" y="1531"/>
                </a:lnTo>
                <a:lnTo>
                  <a:pt x="782" y="1532"/>
                </a:lnTo>
                <a:lnTo>
                  <a:pt x="782" y="1533"/>
                </a:lnTo>
                <a:lnTo>
                  <a:pt x="781" y="1533"/>
                </a:lnTo>
                <a:lnTo>
                  <a:pt x="781" y="1534"/>
                </a:lnTo>
                <a:lnTo>
                  <a:pt x="782" y="1534"/>
                </a:lnTo>
                <a:lnTo>
                  <a:pt x="781" y="1534"/>
                </a:lnTo>
                <a:lnTo>
                  <a:pt x="781" y="1535"/>
                </a:lnTo>
                <a:lnTo>
                  <a:pt x="781" y="1536"/>
                </a:lnTo>
                <a:lnTo>
                  <a:pt x="780" y="1536"/>
                </a:lnTo>
                <a:lnTo>
                  <a:pt x="780" y="1537"/>
                </a:lnTo>
                <a:lnTo>
                  <a:pt x="779" y="1537"/>
                </a:lnTo>
                <a:lnTo>
                  <a:pt x="779" y="1538"/>
                </a:lnTo>
                <a:lnTo>
                  <a:pt x="779" y="1539"/>
                </a:lnTo>
                <a:lnTo>
                  <a:pt x="779" y="1540"/>
                </a:lnTo>
                <a:lnTo>
                  <a:pt x="779" y="1541"/>
                </a:lnTo>
                <a:lnTo>
                  <a:pt x="779" y="1542"/>
                </a:lnTo>
                <a:lnTo>
                  <a:pt x="779" y="1543"/>
                </a:lnTo>
                <a:lnTo>
                  <a:pt x="778" y="1543"/>
                </a:lnTo>
                <a:lnTo>
                  <a:pt x="777" y="1543"/>
                </a:lnTo>
                <a:lnTo>
                  <a:pt x="777" y="1544"/>
                </a:lnTo>
                <a:lnTo>
                  <a:pt x="776" y="1544"/>
                </a:lnTo>
                <a:lnTo>
                  <a:pt x="776" y="1545"/>
                </a:lnTo>
                <a:lnTo>
                  <a:pt x="777" y="1545"/>
                </a:lnTo>
                <a:lnTo>
                  <a:pt x="776" y="1545"/>
                </a:lnTo>
                <a:lnTo>
                  <a:pt x="776" y="1546"/>
                </a:lnTo>
                <a:lnTo>
                  <a:pt x="776" y="1547"/>
                </a:lnTo>
                <a:lnTo>
                  <a:pt x="776" y="1548"/>
                </a:lnTo>
                <a:lnTo>
                  <a:pt x="776" y="1549"/>
                </a:lnTo>
                <a:lnTo>
                  <a:pt x="777" y="1549"/>
                </a:lnTo>
                <a:lnTo>
                  <a:pt x="778" y="1549"/>
                </a:lnTo>
                <a:lnTo>
                  <a:pt x="779" y="1549"/>
                </a:lnTo>
                <a:lnTo>
                  <a:pt x="779" y="1550"/>
                </a:lnTo>
                <a:lnTo>
                  <a:pt x="780" y="1551"/>
                </a:lnTo>
                <a:lnTo>
                  <a:pt x="781" y="1551"/>
                </a:lnTo>
                <a:lnTo>
                  <a:pt x="781" y="1552"/>
                </a:lnTo>
                <a:lnTo>
                  <a:pt x="781" y="1553"/>
                </a:lnTo>
                <a:lnTo>
                  <a:pt x="781" y="1554"/>
                </a:lnTo>
                <a:lnTo>
                  <a:pt x="781" y="1555"/>
                </a:lnTo>
                <a:lnTo>
                  <a:pt x="780" y="1555"/>
                </a:lnTo>
                <a:lnTo>
                  <a:pt x="781" y="1555"/>
                </a:lnTo>
                <a:lnTo>
                  <a:pt x="781" y="1556"/>
                </a:lnTo>
                <a:lnTo>
                  <a:pt x="781" y="1557"/>
                </a:lnTo>
                <a:lnTo>
                  <a:pt x="781" y="1558"/>
                </a:lnTo>
                <a:lnTo>
                  <a:pt x="781" y="1559"/>
                </a:lnTo>
                <a:lnTo>
                  <a:pt x="781" y="1560"/>
                </a:lnTo>
                <a:lnTo>
                  <a:pt x="781" y="1561"/>
                </a:lnTo>
                <a:lnTo>
                  <a:pt x="781" y="1562"/>
                </a:lnTo>
                <a:lnTo>
                  <a:pt x="780" y="1562"/>
                </a:lnTo>
                <a:lnTo>
                  <a:pt x="780" y="1563"/>
                </a:lnTo>
                <a:lnTo>
                  <a:pt x="781" y="1563"/>
                </a:lnTo>
                <a:lnTo>
                  <a:pt x="782" y="1563"/>
                </a:lnTo>
                <a:lnTo>
                  <a:pt x="783" y="1563"/>
                </a:lnTo>
                <a:lnTo>
                  <a:pt x="783" y="1564"/>
                </a:lnTo>
                <a:lnTo>
                  <a:pt x="782" y="1564"/>
                </a:lnTo>
                <a:lnTo>
                  <a:pt x="782" y="1565"/>
                </a:lnTo>
                <a:lnTo>
                  <a:pt x="782" y="1566"/>
                </a:lnTo>
                <a:lnTo>
                  <a:pt x="782" y="1567"/>
                </a:lnTo>
                <a:lnTo>
                  <a:pt x="783" y="1567"/>
                </a:lnTo>
                <a:lnTo>
                  <a:pt x="784" y="1567"/>
                </a:lnTo>
                <a:lnTo>
                  <a:pt x="784" y="1566"/>
                </a:lnTo>
                <a:lnTo>
                  <a:pt x="785" y="1566"/>
                </a:lnTo>
                <a:lnTo>
                  <a:pt x="786" y="1566"/>
                </a:lnTo>
                <a:lnTo>
                  <a:pt x="787" y="1566"/>
                </a:lnTo>
                <a:lnTo>
                  <a:pt x="787" y="1565"/>
                </a:lnTo>
                <a:lnTo>
                  <a:pt x="788" y="1565"/>
                </a:lnTo>
                <a:lnTo>
                  <a:pt x="788" y="1566"/>
                </a:lnTo>
                <a:lnTo>
                  <a:pt x="788" y="1567"/>
                </a:lnTo>
                <a:lnTo>
                  <a:pt x="788" y="1568"/>
                </a:lnTo>
                <a:lnTo>
                  <a:pt x="788" y="1569"/>
                </a:lnTo>
                <a:lnTo>
                  <a:pt x="788" y="1570"/>
                </a:lnTo>
                <a:lnTo>
                  <a:pt x="789" y="1570"/>
                </a:lnTo>
                <a:lnTo>
                  <a:pt x="789" y="1569"/>
                </a:lnTo>
                <a:lnTo>
                  <a:pt x="790" y="1569"/>
                </a:lnTo>
                <a:lnTo>
                  <a:pt x="791" y="1569"/>
                </a:lnTo>
                <a:lnTo>
                  <a:pt x="792" y="1569"/>
                </a:lnTo>
                <a:lnTo>
                  <a:pt x="792" y="1570"/>
                </a:lnTo>
                <a:lnTo>
                  <a:pt x="793" y="1570"/>
                </a:lnTo>
                <a:lnTo>
                  <a:pt x="793" y="1571"/>
                </a:lnTo>
                <a:lnTo>
                  <a:pt x="792" y="1571"/>
                </a:lnTo>
                <a:lnTo>
                  <a:pt x="793" y="1571"/>
                </a:lnTo>
                <a:lnTo>
                  <a:pt x="792" y="1571"/>
                </a:lnTo>
                <a:lnTo>
                  <a:pt x="792" y="1572"/>
                </a:lnTo>
                <a:lnTo>
                  <a:pt x="792" y="1573"/>
                </a:lnTo>
                <a:lnTo>
                  <a:pt x="791" y="1573"/>
                </a:lnTo>
                <a:lnTo>
                  <a:pt x="791" y="1574"/>
                </a:lnTo>
                <a:lnTo>
                  <a:pt x="791" y="1575"/>
                </a:lnTo>
                <a:lnTo>
                  <a:pt x="791" y="1576"/>
                </a:lnTo>
                <a:lnTo>
                  <a:pt x="791" y="1577"/>
                </a:lnTo>
                <a:lnTo>
                  <a:pt x="790" y="1577"/>
                </a:lnTo>
                <a:lnTo>
                  <a:pt x="789" y="1577"/>
                </a:lnTo>
                <a:lnTo>
                  <a:pt x="788" y="1577"/>
                </a:lnTo>
                <a:lnTo>
                  <a:pt x="787" y="1577"/>
                </a:lnTo>
                <a:lnTo>
                  <a:pt x="787" y="1578"/>
                </a:lnTo>
                <a:lnTo>
                  <a:pt x="787" y="1579"/>
                </a:lnTo>
                <a:lnTo>
                  <a:pt x="786" y="1579"/>
                </a:lnTo>
                <a:lnTo>
                  <a:pt x="785" y="1579"/>
                </a:lnTo>
                <a:lnTo>
                  <a:pt x="784" y="1579"/>
                </a:lnTo>
                <a:lnTo>
                  <a:pt x="783" y="1579"/>
                </a:lnTo>
                <a:lnTo>
                  <a:pt x="782" y="1579"/>
                </a:lnTo>
                <a:lnTo>
                  <a:pt x="781" y="1579"/>
                </a:lnTo>
                <a:lnTo>
                  <a:pt x="781" y="1578"/>
                </a:lnTo>
                <a:lnTo>
                  <a:pt x="780" y="1578"/>
                </a:lnTo>
                <a:lnTo>
                  <a:pt x="779" y="1578"/>
                </a:lnTo>
                <a:lnTo>
                  <a:pt x="779" y="1577"/>
                </a:lnTo>
                <a:lnTo>
                  <a:pt x="779" y="1578"/>
                </a:lnTo>
                <a:lnTo>
                  <a:pt x="777" y="1578"/>
                </a:lnTo>
                <a:lnTo>
                  <a:pt x="776" y="1578"/>
                </a:lnTo>
                <a:lnTo>
                  <a:pt x="776" y="1579"/>
                </a:lnTo>
                <a:lnTo>
                  <a:pt x="776" y="1580"/>
                </a:lnTo>
                <a:lnTo>
                  <a:pt x="776" y="1581"/>
                </a:lnTo>
                <a:lnTo>
                  <a:pt x="776" y="1582"/>
                </a:lnTo>
                <a:lnTo>
                  <a:pt x="777" y="1582"/>
                </a:lnTo>
                <a:lnTo>
                  <a:pt x="778" y="1582"/>
                </a:lnTo>
                <a:lnTo>
                  <a:pt x="779" y="1582"/>
                </a:lnTo>
                <a:lnTo>
                  <a:pt x="778" y="1582"/>
                </a:lnTo>
                <a:lnTo>
                  <a:pt x="778" y="1583"/>
                </a:lnTo>
                <a:lnTo>
                  <a:pt x="778" y="1584"/>
                </a:lnTo>
                <a:lnTo>
                  <a:pt x="777" y="1584"/>
                </a:lnTo>
                <a:lnTo>
                  <a:pt x="777" y="1585"/>
                </a:lnTo>
                <a:lnTo>
                  <a:pt x="777" y="1586"/>
                </a:lnTo>
                <a:lnTo>
                  <a:pt x="777" y="1587"/>
                </a:lnTo>
                <a:lnTo>
                  <a:pt x="777" y="1588"/>
                </a:lnTo>
                <a:lnTo>
                  <a:pt x="778" y="1588"/>
                </a:lnTo>
                <a:lnTo>
                  <a:pt x="778" y="1589"/>
                </a:lnTo>
                <a:lnTo>
                  <a:pt x="779" y="1589"/>
                </a:lnTo>
                <a:lnTo>
                  <a:pt x="780" y="1589"/>
                </a:lnTo>
                <a:lnTo>
                  <a:pt x="780" y="1590"/>
                </a:lnTo>
                <a:lnTo>
                  <a:pt x="781" y="1591"/>
                </a:lnTo>
                <a:lnTo>
                  <a:pt x="780" y="1592"/>
                </a:lnTo>
                <a:lnTo>
                  <a:pt x="779" y="1592"/>
                </a:lnTo>
                <a:lnTo>
                  <a:pt x="779" y="1593"/>
                </a:lnTo>
                <a:lnTo>
                  <a:pt x="778" y="1593"/>
                </a:lnTo>
                <a:lnTo>
                  <a:pt x="778" y="1594"/>
                </a:lnTo>
                <a:lnTo>
                  <a:pt x="778" y="1595"/>
                </a:lnTo>
                <a:lnTo>
                  <a:pt x="777" y="1595"/>
                </a:lnTo>
                <a:lnTo>
                  <a:pt x="776" y="1595"/>
                </a:lnTo>
                <a:lnTo>
                  <a:pt x="776" y="1596"/>
                </a:lnTo>
                <a:lnTo>
                  <a:pt x="775" y="1596"/>
                </a:lnTo>
                <a:lnTo>
                  <a:pt x="774" y="1596"/>
                </a:lnTo>
                <a:lnTo>
                  <a:pt x="774" y="1597"/>
                </a:lnTo>
                <a:lnTo>
                  <a:pt x="773" y="1597"/>
                </a:lnTo>
                <a:lnTo>
                  <a:pt x="773" y="1598"/>
                </a:lnTo>
                <a:lnTo>
                  <a:pt x="772" y="1598"/>
                </a:lnTo>
                <a:lnTo>
                  <a:pt x="773" y="1598"/>
                </a:lnTo>
                <a:lnTo>
                  <a:pt x="773" y="1599"/>
                </a:lnTo>
                <a:lnTo>
                  <a:pt x="774" y="1599"/>
                </a:lnTo>
                <a:lnTo>
                  <a:pt x="773" y="1599"/>
                </a:lnTo>
                <a:lnTo>
                  <a:pt x="774" y="1599"/>
                </a:lnTo>
                <a:lnTo>
                  <a:pt x="774" y="1600"/>
                </a:lnTo>
                <a:lnTo>
                  <a:pt x="774" y="1601"/>
                </a:lnTo>
                <a:lnTo>
                  <a:pt x="775" y="1602"/>
                </a:lnTo>
                <a:lnTo>
                  <a:pt x="774" y="1602"/>
                </a:lnTo>
                <a:lnTo>
                  <a:pt x="773" y="1603"/>
                </a:lnTo>
                <a:lnTo>
                  <a:pt x="774" y="1603"/>
                </a:lnTo>
                <a:lnTo>
                  <a:pt x="775" y="1603"/>
                </a:lnTo>
                <a:lnTo>
                  <a:pt x="775" y="1604"/>
                </a:lnTo>
                <a:lnTo>
                  <a:pt x="776" y="1604"/>
                </a:lnTo>
                <a:lnTo>
                  <a:pt x="776" y="1605"/>
                </a:lnTo>
                <a:lnTo>
                  <a:pt x="776" y="1606"/>
                </a:lnTo>
                <a:lnTo>
                  <a:pt x="776" y="1607"/>
                </a:lnTo>
                <a:lnTo>
                  <a:pt x="775" y="1607"/>
                </a:lnTo>
                <a:lnTo>
                  <a:pt x="775" y="1608"/>
                </a:lnTo>
                <a:lnTo>
                  <a:pt x="774" y="1608"/>
                </a:lnTo>
                <a:lnTo>
                  <a:pt x="774" y="1609"/>
                </a:lnTo>
                <a:lnTo>
                  <a:pt x="775" y="1609"/>
                </a:lnTo>
                <a:lnTo>
                  <a:pt x="775" y="1611"/>
                </a:lnTo>
                <a:lnTo>
                  <a:pt x="775" y="1612"/>
                </a:lnTo>
                <a:lnTo>
                  <a:pt x="775" y="1613"/>
                </a:lnTo>
                <a:lnTo>
                  <a:pt x="775" y="1614"/>
                </a:lnTo>
                <a:lnTo>
                  <a:pt x="774" y="1614"/>
                </a:lnTo>
                <a:lnTo>
                  <a:pt x="774" y="1613"/>
                </a:lnTo>
                <a:lnTo>
                  <a:pt x="773" y="1613"/>
                </a:lnTo>
                <a:lnTo>
                  <a:pt x="773" y="1614"/>
                </a:lnTo>
                <a:lnTo>
                  <a:pt x="773" y="1615"/>
                </a:lnTo>
                <a:lnTo>
                  <a:pt x="772" y="1616"/>
                </a:lnTo>
                <a:lnTo>
                  <a:pt x="772" y="1617"/>
                </a:lnTo>
                <a:lnTo>
                  <a:pt x="773" y="1617"/>
                </a:lnTo>
                <a:lnTo>
                  <a:pt x="773" y="1618"/>
                </a:lnTo>
                <a:lnTo>
                  <a:pt x="772" y="1618"/>
                </a:lnTo>
                <a:lnTo>
                  <a:pt x="773" y="1618"/>
                </a:lnTo>
                <a:lnTo>
                  <a:pt x="773" y="1619"/>
                </a:lnTo>
                <a:lnTo>
                  <a:pt x="773" y="1620"/>
                </a:lnTo>
                <a:lnTo>
                  <a:pt x="773" y="1621"/>
                </a:lnTo>
                <a:lnTo>
                  <a:pt x="772" y="1621"/>
                </a:lnTo>
                <a:lnTo>
                  <a:pt x="772" y="1622"/>
                </a:lnTo>
                <a:lnTo>
                  <a:pt x="773" y="1622"/>
                </a:lnTo>
                <a:lnTo>
                  <a:pt x="773" y="1623"/>
                </a:lnTo>
                <a:lnTo>
                  <a:pt x="772" y="1623"/>
                </a:lnTo>
                <a:lnTo>
                  <a:pt x="771" y="1623"/>
                </a:lnTo>
                <a:lnTo>
                  <a:pt x="771" y="1624"/>
                </a:lnTo>
                <a:lnTo>
                  <a:pt x="770" y="1624"/>
                </a:lnTo>
                <a:lnTo>
                  <a:pt x="770" y="1625"/>
                </a:lnTo>
                <a:lnTo>
                  <a:pt x="770" y="1626"/>
                </a:lnTo>
                <a:lnTo>
                  <a:pt x="770" y="1627"/>
                </a:lnTo>
                <a:lnTo>
                  <a:pt x="771" y="1627"/>
                </a:lnTo>
                <a:lnTo>
                  <a:pt x="771" y="1628"/>
                </a:lnTo>
                <a:lnTo>
                  <a:pt x="771" y="1629"/>
                </a:lnTo>
                <a:lnTo>
                  <a:pt x="771" y="1630"/>
                </a:lnTo>
                <a:lnTo>
                  <a:pt x="771" y="1631"/>
                </a:lnTo>
                <a:lnTo>
                  <a:pt x="772" y="1631"/>
                </a:lnTo>
                <a:lnTo>
                  <a:pt x="772" y="1632"/>
                </a:lnTo>
                <a:lnTo>
                  <a:pt x="772" y="1633"/>
                </a:lnTo>
                <a:lnTo>
                  <a:pt x="772" y="1634"/>
                </a:lnTo>
                <a:lnTo>
                  <a:pt x="773" y="1634"/>
                </a:lnTo>
                <a:lnTo>
                  <a:pt x="773" y="1635"/>
                </a:lnTo>
                <a:lnTo>
                  <a:pt x="774" y="1635"/>
                </a:lnTo>
                <a:lnTo>
                  <a:pt x="774" y="1636"/>
                </a:lnTo>
                <a:lnTo>
                  <a:pt x="775" y="1636"/>
                </a:lnTo>
                <a:lnTo>
                  <a:pt x="775" y="1637"/>
                </a:lnTo>
                <a:lnTo>
                  <a:pt x="775" y="1638"/>
                </a:lnTo>
                <a:lnTo>
                  <a:pt x="776" y="1638"/>
                </a:lnTo>
                <a:lnTo>
                  <a:pt x="777" y="1638"/>
                </a:lnTo>
                <a:lnTo>
                  <a:pt x="778" y="1638"/>
                </a:lnTo>
                <a:lnTo>
                  <a:pt x="778" y="1637"/>
                </a:lnTo>
                <a:lnTo>
                  <a:pt x="779" y="1637"/>
                </a:lnTo>
                <a:lnTo>
                  <a:pt x="780" y="1637"/>
                </a:lnTo>
                <a:lnTo>
                  <a:pt x="781" y="1637"/>
                </a:lnTo>
                <a:lnTo>
                  <a:pt x="781" y="1638"/>
                </a:lnTo>
                <a:lnTo>
                  <a:pt x="782" y="1638"/>
                </a:lnTo>
                <a:lnTo>
                  <a:pt x="783" y="1638"/>
                </a:lnTo>
                <a:lnTo>
                  <a:pt x="784" y="1638"/>
                </a:lnTo>
                <a:lnTo>
                  <a:pt x="783" y="1639"/>
                </a:lnTo>
                <a:lnTo>
                  <a:pt x="784" y="1639"/>
                </a:lnTo>
                <a:lnTo>
                  <a:pt x="784" y="1640"/>
                </a:lnTo>
                <a:lnTo>
                  <a:pt x="784" y="1641"/>
                </a:lnTo>
                <a:lnTo>
                  <a:pt x="784" y="1642"/>
                </a:lnTo>
                <a:lnTo>
                  <a:pt x="784" y="1643"/>
                </a:lnTo>
                <a:lnTo>
                  <a:pt x="785" y="1643"/>
                </a:lnTo>
                <a:lnTo>
                  <a:pt x="785" y="1644"/>
                </a:lnTo>
                <a:lnTo>
                  <a:pt x="786" y="1644"/>
                </a:lnTo>
                <a:lnTo>
                  <a:pt x="786" y="1645"/>
                </a:lnTo>
                <a:lnTo>
                  <a:pt x="786" y="1644"/>
                </a:lnTo>
                <a:lnTo>
                  <a:pt x="787" y="1644"/>
                </a:lnTo>
                <a:lnTo>
                  <a:pt x="788" y="1644"/>
                </a:lnTo>
                <a:lnTo>
                  <a:pt x="789" y="1644"/>
                </a:lnTo>
                <a:lnTo>
                  <a:pt x="789" y="1645"/>
                </a:lnTo>
                <a:lnTo>
                  <a:pt x="790" y="1645"/>
                </a:lnTo>
                <a:lnTo>
                  <a:pt x="790" y="1644"/>
                </a:lnTo>
                <a:lnTo>
                  <a:pt x="790" y="1645"/>
                </a:lnTo>
                <a:lnTo>
                  <a:pt x="791" y="1645"/>
                </a:lnTo>
                <a:lnTo>
                  <a:pt x="792" y="1645"/>
                </a:lnTo>
                <a:lnTo>
                  <a:pt x="792" y="1646"/>
                </a:lnTo>
                <a:lnTo>
                  <a:pt x="791" y="1646"/>
                </a:lnTo>
                <a:lnTo>
                  <a:pt x="791" y="1647"/>
                </a:lnTo>
                <a:lnTo>
                  <a:pt x="791" y="1648"/>
                </a:lnTo>
                <a:lnTo>
                  <a:pt x="791" y="1649"/>
                </a:lnTo>
                <a:lnTo>
                  <a:pt x="790" y="1649"/>
                </a:lnTo>
                <a:lnTo>
                  <a:pt x="791" y="1649"/>
                </a:lnTo>
                <a:lnTo>
                  <a:pt x="791" y="1650"/>
                </a:lnTo>
                <a:lnTo>
                  <a:pt x="790" y="1650"/>
                </a:lnTo>
                <a:lnTo>
                  <a:pt x="790" y="1651"/>
                </a:lnTo>
                <a:lnTo>
                  <a:pt x="790" y="1652"/>
                </a:lnTo>
                <a:lnTo>
                  <a:pt x="791" y="1652"/>
                </a:lnTo>
                <a:lnTo>
                  <a:pt x="791" y="1653"/>
                </a:lnTo>
                <a:lnTo>
                  <a:pt x="791" y="1654"/>
                </a:lnTo>
                <a:lnTo>
                  <a:pt x="791" y="1655"/>
                </a:lnTo>
                <a:lnTo>
                  <a:pt x="790" y="1655"/>
                </a:lnTo>
                <a:lnTo>
                  <a:pt x="789" y="1655"/>
                </a:lnTo>
                <a:lnTo>
                  <a:pt x="788" y="1655"/>
                </a:lnTo>
                <a:lnTo>
                  <a:pt x="788" y="1654"/>
                </a:lnTo>
                <a:lnTo>
                  <a:pt x="786" y="1654"/>
                </a:lnTo>
                <a:lnTo>
                  <a:pt x="785" y="1654"/>
                </a:lnTo>
                <a:lnTo>
                  <a:pt x="784" y="1654"/>
                </a:lnTo>
                <a:lnTo>
                  <a:pt x="783" y="1654"/>
                </a:lnTo>
                <a:lnTo>
                  <a:pt x="783" y="1655"/>
                </a:lnTo>
                <a:lnTo>
                  <a:pt x="782" y="1655"/>
                </a:lnTo>
                <a:lnTo>
                  <a:pt x="782" y="1656"/>
                </a:lnTo>
                <a:lnTo>
                  <a:pt x="781" y="1656"/>
                </a:lnTo>
                <a:lnTo>
                  <a:pt x="781" y="1657"/>
                </a:lnTo>
                <a:lnTo>
                  <a:pt x="780" y="1657"/>
                </a:lnTo>
                <a:lnTo>
                  <a:pt x="780" y="1658"/>
                </a:lnTo>
                <a:lnTo>
                  <a:pt x="780" y="1659"/>
                </a:lnTo>
                <a:lnTo>
                  <a:pt x="781" y="1660"/>
                </a:lnTo>
                <a:lnTo>
                  <a:pt x="780" y="1660"/>
                </a:lnTo>
                <a:lnTo>
                  <a:pt x="780" y="1661"/>
                </a:lnTo>
                <a:lnTo>
                  <a:pt x="780" y="1662"/>
                </a:lnTo>
                <a:lnTo>
                  <a:pt x="779" y="1662"/>
                </a:lnTo>
                <a:lnTo>
                  <a:pt x="779" y="1663"/>
                </a:lnTo>
                <a:lnTo>
                  <a:pt x="778" y="1663"/>
                </a:lnTo>
                <a:lnTo>
                  <a:pt x="778" y="1664"/>
                </a:lnTo>
                <a:lnTo>
                  <a:pt x="777" y="1664"/>
                </a:lnTo>
                <a:lnTo>
                  <a:pt x="777" y="1665"/>
                </a:lnTo>
                <a:lnTo>
                  <a:pt x="776" y="1665"/>
                </a:lnTo>
                <a:lnTo>
                  <a:pt x="776" y="1666"/>
                </a:lnTo>
                <a:lnTo>
                  <a:pt x="775" y="1666"/>
                </a:lnTo>
                <a:lnTo>
                  <a:pt x="775" y="1667"/>
                </a:lnTo>
                <a:lnTo>
                  <a:pt x="774" y="1667"/>
                </a:lnTo>
                <a:lnTo>
                  <a:pt x="773" y="1667"/>
                </a:lnTo>
                <a:lnTo>
                  <a:pt x="772" y="1667"/>
                </a:lnTo>
                <a:lnTo>
                  <a:pt x="771" y="1667"/>
                </a:lnTo>
                <a:lnTo>
                  <a:pt x="770" y="1667"/>
                </a:lnTo>
                <a:lnTo>
                  <a:pt x="769" y="1667"/>
                </a:lnTo>
                <a:lnTo>
                  <a:pt x="768" y="1667"/>
                </a:lnTo>
                <a:lnTo>
                  <a:pt x="767" y="1667"/>
                </a:lnTo>
                <a:lnTo>
                  <a:pt x="766" y="1667"/>
                </a:lnTo>
                <a:lnTo>
                  <a:pt x="766" y="1666"/>
                </a:lnTo>
                <a:lnTo>
                  <a:pt x="765" y="1666"/>
                </a:lnTo>
                <a:lnTo>
                  <a:pt x="764" y="1666"/>
                </a:lnTo>
                <a:lnTo>
                  <a:pt x="763" y="1666"/>
                </a:lnTo>
                <a:lnTo>
                  <a:pt x="763" y="1665"/>
                </a:lnTo>
                <a:lnTo>
                  <a:pt x="762" y="1665"/>
                </a:lnTo>
                <a:lnTo>
                  <a:pt x="762" y="1664"/>
                </a:lnTo>
                <a:lnTo>
                  <a:pt x="763" y="1664"/>
                </a:lnTo>
                <a:lnTo>
                  <a:pt x="764" y="1664"/>
                </a:lnTo>
                <a:lnTo>
                  <a:pt x="764" y="1663"/>
                </a:lnTo>
                <a:lnTo>
                  <a:pt x="764" y="1662"/>
                </a:lnTo>
                <a:lnTo>
                  <a:pt x="763" y="1661"/>
                </a:lnTo>
                <a:lnTo>
                  <a:pt x="762" y="1661"/>
                </a:lnTo>
                <a:lnTo>
                  <a:pt x="762" y="1660"/>
                </a:lnTo>
                <a:lnTo>
                  <a:pt x="761" y="1660"/>
                </a:lnTo>
                <a:lnTo>
                  <a:pt x="761" y="1659"/>
                </a:lnTo>
                <a:lnTo>
                  <a:pt x="760" y="1659"/>
                </a:lnTo>
                <a:lnTo>
                  <a:pt x="760" y="1658"/>
                </a:lnTo>
                <a:lnTo>
                  <a:pt x="760" y="1657"/>
                </a:lnTo>
                <a:lnTo>
                  <a:pt x="759" y="1657"/>
                </a:lnTo>
                <a:lnTo>
                  <a:pt x="759" y="1656"/>
                </a:lnTo>
                <a:lnTo>
                  <a:pt x="759" y="1655"/>
                </a:lnTo>
                <a:lnTo>
                  <a:pt x="758" y="1655"/>
                </a:lnTo>
                <a:lnTo>
                  <a:pt x="756" y="1655"/>
                </a:lnTo>
                <a:lnTo>
                  <a:pt x="755" y="1655"/>
                </a:lnTo>
                <a:lnTo>
                  <a:pt x="754" y="1656"/>
                </a:lnTo>
                <a:lnTo>
                  <a:pt x="753" y="1656"/>
                </a:lnTo>
                <a:lnTo>
                  <a:pt x="752" y="1656"/>
                </a:lnTo>
                <a:lnTo>
                  <a:pt x="752" y="1655"/>
                </a:lnTo>
                <a:lnTo>
                  <a:pt x="751" y="1655"/>
                </a:lnTo>
                <a:lnTo>
                  <a:pt x="750" y="1655"/>
                </a:lnTo>
                <a:lnTo>
                  <a:pt x="750" y="1656"/>
                </a:lnTo>
                <a:lnTo>
                  <a:pt x="749" y="1657"/>
                </a:lnTo>
                <a:lnTo>
                  <a:pt x="748" y="1657"/>
                </a:lnTo>
                <a:lnTo>
                  <a:pt x="748" y="1658"/>
                </a:lnTo>
                <a:lnTo>
                  <a:pt x="748" y="1659"/>
                </a:lnTo>
                <a:lnTo>
                  <a:pt x="747" y="1659"/>
                </a:lnTo>
                <a:lnTo>
                  <a:pt x="746" y="1660"/>
                </a:lnTo>
                <a:lnTo>
                  <a:pt x="745" y="1659"/>
                </a:lnTo>
                <a:lnTo>
                  <a:pt x="744" y="1659"/>
                </a:lnTo>
                <a:lnTo>
                  <a:pt x="743" y="1659"/>
                </a:lnTo>
                <a:lnTo>
                  <a:pt x="743" y="1658"/>
                </a:lnTo>
                <a:lnTo>
                  <a:pt x="742" y="1658"/>
                </a:lnTo>
                <a:lnTo>
                  <a:pt x="742" y="1657"/>
                </a:lnTo>
                <a:lnTo>
                  <a:pt x="742" y="1656"/>
                </a:lnTo>
                <a:lnTo>
                  <a:pt x="743" y="1656"/>
                </a:lnTo>
                <a:lnTo>
                  <a:pt x="743" y="1655"/>
                </a:lnTo>
                <a:lnTo>
                  <a:pt x="743" y="1654"/>
                </a:lnTo>
                <a:lnTo>
                  <a:pt x="744" y="1654"/>
                </a:lnTo>
                <a:lnTo>
                  <a:pt x="745" y="1654"/>
                </a:lnTo>
                <a:lnTo>
                  <a:pt x="745" y="1653"/>
                </a:lnTo>
                <a:lnTo>
                  <a:pt x="745" y="1652"/>
                </a:lnTo>
                <a:lnTo>
                  <a:pt x="745" y="1651"/>
                </a:lnTo>
                <a:lnTo>
                  <a:pt x="744" y="1651"/>
                </a:lnTo>
                <a:lnTo>
                  <a:pt x="745" y="1651"/>
                </a:lnTo>
                <a:lnTo>
                  <a:pt x="745" y="1650"/>
                </a:lnTo>
                <a:lnTo>
                  <a:pt x="746" y="1650"/>
                </a:lnTo>
                <a:lnTo>
                  <a:pt x="747" y="1650"/>
                </a:lnTo>
                <a:lnTo>
                  <a:pt x="747" y="1649"/>
                </a:lnTo>
                <a:lnTo>
                  <a:pt x="747" y="1648"/>
                </a:lnTo>
                <a:lnTo>
                  <a:pt x="746" y="1648"/>
                </a:lnTo>
                <a:lnTo>
                  <a:pt x="746" y="1647"/>
                </a:lnTo>
                <a:lnTo>
                  <a:pt x="745" y="1647"/>
                </a:lnTo>
                <a:lnTo>
                  <a:pt x="744" y="1647"/>
                </a:lnTo>
                <a:lnTo>
                  <a:pt x="743" y="1648"/>
                </a:lnTo>
                <a:lnTo>
                  <a:pt x="742" y="1648"/>
                </a:lnTo>
                <a:lnTo>
                  <a:pt x="742" y="1647"/>
                </a:lnTo>
                <a:lnTo>
                  <a:pt x="741" y="1647"/>
                </a:lnTo>
                <a:lnTo>
                  <a:pt x="740" y="1647"/>
                </a:lnTo>
                <a:lnTo>
                  <a:pt x="740" y="1646"/>
                </a:lnTo>
                <a:lnTo>
                  <a:pt x="739" y="1646"/>
                </a:lnTo>
                <a:lnTo>
                  <a:pt x="738" y="1646"/>
                </a:lnTo>
                <a:lnTo>
                  <a:pt x="737" y="1646"/>
                </a:lnTo>
                <a:lnTo>
                  <a:pt x="737" y="1645"/>
                </a:lnTo>
                <a:lnTo>
                  <a:pt x="736" y="1645"/>
                </a:lnTo>
                <a:lnTo>
                  <a:pt x="736" y="1644"/>
                </a:lnTo>
                <a:lnTo>
                  <a:pt x="736" y="1645"/>
                </a:lnTo>
                <a:lnTo>
                  <a:pt x="736" y="1644"/>
                </a:lnTo>
                <a:lnTo>
                  <a:pt x="735" y="1644"/>
                </a:lnTo>
                <a:lnTo>
                  <a:pt x="734" y="1644"/>
                </a:lnTo>
                <a:lnTo>
                  <a:pt x="733" y="1644"/>
                </a:lnTo>
                <a:lnTo>
                  <a:pt x="732" y="1644"/>
                </a:lnTo>
                <a:lnTo>
                  <a:pt x="732" y="1643"/>
                </a:lnTo>
                <a:lnTo>
                  <a:pt x="731" y="1643"/>
                </a:lnTo>
                <a:lnTo>
                  <a:pt x="731" y="1644"/>
                </a:lnTo>
                <a:lnTo>
                  <a:pt x="730" y="1644"/>
                </a:lnTo>
                <a:lnTo>
                  <a:pt x="730" y="1645"/>
                </a:lnTo>
                <a:lnTo>
                  <a:pt x="730" y="1644"/>
                </a:lnTo>
                <a:lnTo>
                  <a:pt x="729" y="1644"/>
                </a:lnTo>
                <a:lnTo>
                  <a:pt x="728" y="1644"/>
                </a:lnTo>
                <a:lnTo>
                  <a:pt x="727" y="1644"/>
                </a:lnTo>
                <a:lnTo>
                  <a:pt x="727" y="1645"/>
                </a:lnTo>
                <a:lnTo>
                  <a:pt x="726" y="1645"/>
                </a:lnTo>
                <a:lnTo>
                  <a:pt x="725" y="1645"/>
                </a:lnTo>
                <a:lnTo>
                  <a:pt x="725" y="1644"/>
                </a:lnTo>
                <a:lnTo>
                  <a:pt x="724" y="1644"/>
                </a:lnTo>
                <a:lnTo>
                  <a:pt x="723" y="1645"/>
                </a:lnTo>
                <a:lnTo>
                  <a:pt x="723" y="1644"/>
                </a:lnTo>
                <a:lnTo>
                  <a:pt x="722" y="1644"/>
                </a:lnTo>
                <a:lnTo>
                  <a:pt x="722" y="1645"/>
                </a:lnTo>
                <a:lnTo>
                  <a:pt x="722" y="1644"/>
                </a:lnTo>
                <a:lnTo>
                  <a:pt x="722" y="1645"/>
                </a:lnTo>
                <a:lnTo>
                  <a:pt x="721" y="1646"/>
                </a:lnTo>
                <a:lnTo>
                  <a:pt x="720" y="1646"/>
                </a:lnTo>
                <a:lnTo>
                  <a:pt x="719" y="1646"/>
                </a:lnTo>
                <a:lnTo>
                  <a:pt x="718" y="1646"/>
                </a:lnTo>
                <a:lnTo>
                  <a:pt x="718" y="1647"/>
                </a:lnTo>
                <a:lnTo>
                  <a:pt x="717" y="1647"/>
                </a:lnTo>
                <a:lnTo>
                  <a:pt x="717" y="1648"/>
                </a:lnTo>
                <a:lnTo>
                  <a:pt x="717" y="1649"/>
                </a:lnTo>
                <a:lnTo>
                  <a:pt x="716" y="1649"/>
                </a:lnTo>
                <a:lnTo>
                  <a:pt x="716" y="1648"/>
                </a:lnTo>
                <a:lnTo>
                  <a:pt x="715" y="1648"/>
                </a:lnTo>
                <a:lnTo>
                  <a:pt x="713" y="1648"/>
                </a:lnTo>
                <a:lnTo>
                  <a:pt x="713" y="1647"/>
                </a:lnTo>
                <a:lnTo>
                  <a:pt x="712" y="1647"/>
                </a:lnTo>
                <a:lnTo>
                  <a:pt x="711" y="1647"/>
                </a:lnTo>
                <a:lnTo>
                  <a:pt x="710" y="1647"/>
                </a:lnTo>
                <a:lnTo>
                  <a:pt x="710" y="1648"/>
                </a:lnTo>
                <a:lnTo>
                  <a:pt x="709" y="1648"/>
                </a:lnTo>
                <a:lnTo>
                  <a:pt x="708" y="1648"/>
                </a:lnTo>
                <a:lnTo>
                  <a:pt x="707" y="1648"/>
                </a:lnTo>
                <a:lnTo>
                  <a:pt x="706" y="1648"/>
                </a:lnTo>
                <a:lnTo>
                  <a:pt x="706" y="1647"/>
                </a:lnTo>
                <a:lnTo>
                  <a:pt x="705" y="1647"/>
                </a:lnTo>
                <a:lnTo>
                  <a:pt x="705" y="1648"/>
                </a:lnTo>
                <a:lnTo>
                  <a:pt x="704" y="1648"/>
                </a:lnTo>
                <a:lnTo>
                  <a:pt x="703" y="1648"/>
                </a:lnTo>
                <a:lnTo>
                  <a:pt x="703" y="1649"/>
                </a:lnTo>
                <a:lnTo>
                  <a:pt x="702" y="1649"/>
                </a:lnTo>
                <a:lnTo>
                  <a:pt x="701" y="1649"/>
                </a:lnTo>
                <a:lnTo>
                  <a:pt x="701" y="1650"/>
                </a:lnTo>
                <a:lnTo>
                  <a:pt x="701" y="1649"/>
                </a:lnTo>
                <a:lnTo>
                  <a:pt x="700" y="1649"/>
                </a:lnTo>
                <a:lnTo>
                  <a:pt x="700" y="1650"/>
                </a:lnTo>
                <a:lnTo>
                  <a:pt x="700" y="1649"/>
                </a:lnTo>
                <a:lnTo>
                  <a:pt x="699" y="1649"/>
                </a:lnTo>
                <a:lnTo>
                  <a:pt x="699" y="1650"/>
                </a:lnTo>
                <a:lnTo>
                  <a:pt x="699" y="1651"/>
                </a:lnTo>
                <a:lnTo>
                  <a:pt x="698" y="1651"/>
                </a:lnTo>
                <a:lnTo>
                  <a:pt x="698" y="1652"/>
                </a:lnTo>
                <a:lnTo>
                  <a:pt x="697" y="1651"/>
                </a:lnTo>
                <a:lnTo>
                  <a:pt x="696" y="1652"/>
                </a:lnTo>
                <a:lnTo>
                  <a:pt x="695" y="1652"/>
                </a:lnTo>
                <a:lnTo>
                  <a:pt x="695" y="1653"/>
                </a:lnTo>
                <a:lnTo>
                  <a:pt x="694" y="1653"/>
                </a:lnTo>
                <a:lnTo>
                  <a:pt x="693" y="1653"/>
                </a:lnTo>
                <a:lnTo>
                  <a:pt x="693" y="1654"/>
                </a:lnTo>
                <a:lnTo>
                  <a:pt x="692" y="1654"/>
                </a:lnTo>
                <a:lnTo>
                  <a:pt x="692" y="1655"/>
                </a:lnTo>
                <a:lnTo>
                  <a:pt x="691" y="1655"/>
                </a:lnTo>
                <a:lnTo>
                  <a:pt x="691" y="1654"/>
                </a:lnTo>
                <a:lnTo>
                  <a:pt x="690" y="1654"/>
                </a:lnTo>
                <a:lnTo>
                  <a:pt x="689" y="1654"/>
                </a:lnTo>
                <a:lnTo>
                  <a:pt x="688" y="1654"/>
                </a:lnTo>
                <a:lnTo>
                  <a:pt x="688" y="1655"/>
                </a:lnTo>
                <a:lnTo>
                  <a:pt x="687" y="1655"/>
                </a:lnTo>
                <a:lnTo>
                  <a:pt x="687" y="1656"/>
                </a:lnTo>
                <a:lnTo>
                  <a:pt x="686" y="1656"/>
                </a:lnTo>
                <a:lnTo>
                  <a:pt x="686" y="1657"/>
                </a:lnTo>
                <a:lnTo>
                  <a:pt x="685" y="1657"/>
                </a:lnTo>
                <a:lnTo>
                  <a:pt x="684" y="1657"/>
                </a:lnTo>
                <a:lnTo>
                  <a:pt x="684" y="1658"/>
                </a:lnTo>
                <a:lnTo>
                  <a:pt x="683" y="1657"/>
                </a:lnTo>
                <a:lnTo>
                  <a:pt x="683" y="1656"/>
                </a:lnTo>
                <a:lnTo>
                  <a:pt x="682" y="1656"/>
                </a:lnTo>
                <a:lnTo>
                  <a:pt x="682" y="1655"/>
                </a:lnTo>
                <a:lnTo>
                  <a:pt x="682" y="1654"/>
                </a:lnTo>
                <a:lnTo>
                  <a:pt x="681" y="1654"/>
                </a:lnTo>
                <a:lnTo>
                  <a:pt x="681" y="1653"/>
                </a:lnTo>
                <a:lnTo>
                  <a:pt x="680" y="1653"/>
                </a:lnTo>
                <a:lnTo>
                  <a:pt x="679" y="1653"/>
                </a:lnTo>
                <a:lnTo>
                  <a:pt x="678" y="1653"/>
                </a:lnTo>
                <a:lnTo>
                  <a:pt x="677" y="1652"/>
                </a:lnTo>
                <a:lnTo>
                  <a:pt x="676" y="1652"/>
                </a:lnTo>
                <a:lnTo>
                  <a:pt x="676" y="1651"/>
                </a:lnTo>
                <a:lnTo>
                  <a:pt x="677" y="1651"/>
                </a:lnTo>
                <a:lnTo>
                  <a:pt x="677" y="1650"/>
                </a:lnTo>
                <a:lnTo>
                  <a:pt x="677" y="1649"/>
                </a:lnTo>
                <a:lnTo>
                  <a:pt x="677" y="1648"/>
                </a:lnTo>
                <a:lnTo>
                  <a:pt x="676" y="1648"/>
                </a:lnTo>
                <a:lnTo>
                  <a:pt x="675" y="1647"/>
                </a:lnTo>
                <a:lnTo>
                  <a:pt x="674" y="1647"/>
                </a:lnTo>
                <a:lnTo>
                  <a:pt x="674" y="1648"/>
                </a:lnTo>
                <a:lnTo>
                  <a:pt x="674" y="1647"/>
                </a:lnTo>
                <a:lnTo>
                  <a:pt x="673" y="1647"/>
                </a:lnTo>
                <a:lnTo>
                  <a:pt x="673" y="1646"/>
                </a:lnTo>
                <a:lnTo>
                  <a:pt x="672" y="1645"/>
                </a:lnTo>
                <a:lnTo>
                  <a:pt x="672" y="1646"/>
                </a:lnTo>
                <a:lnTo>
                  <a:pt x="671" y="1646"/>
                </a:lnTo>
                <a:lnTo>
                  <a:pt x="671" y="1645"/>
                </a:lnTo>
                <a:lnTo>
                  <a:pt x="670" y="1645"/>
                </a:lnTo>
                <a:lnTo>
                  <a:pt x="671" y="1645"/>
                </a:lnTo>
                <a:lnTo>
                  <a:pt x="671" y="1644"/>
                </a:lnTo>
                <a:lnTo>
                  <a:pt x="672" y="1644"/>
                </a:lnTo>
                <a:lnTo>
                  <a:pt x="672" y="1643"/>
                </a:lnTo>
                <a:lnTo>
                  <a:pt x="673" y="1643"/>
                </a:lnTo>
                <a:lnTo>
                  <a:pt x="673" y="1642"/>
                </a:lnTo>
                <a:lnTo>
                  <a:pt x="672" y="1642"/>
                </a:lnTo>
                <a:lnTo>
                  <a:pt x="672" y="1641"/>
                </a:lnTo>
                <a:lnTo>
                  <a:pt x="673" y="1641"/>
                </a:lnTo>
                <a:lnTo>
                  <a:pt x="674" y="1641"/>
                </a:lnTo>
                <a:lnTo>
                  <a:pt x="674" y="1640"/>
                </a:lnTo>
                <a:lnTo>
                  <a:pt x="674" y="1639"/>
                </a:lnTo>
                <a:lnTo>
                  <a:pt x="675" y="1639"/>
                </a:lnTo>
                <a:lnTo>
                  <a:pt x="676" y="1639"/>
                </a:lnTo>
                <a:lnTo>
                  <a:pt x="676" y="1638"/>
                </a:lnTo>
                <a:lnTo>
                  <a:pt x="676" y="1637"/>
                </a:lnTo>
                <a:lnTo>
                  <a:pt x="677" y="1637"/>
                </a:lnTo>
                <a:lnTo>
                  <a:pt x="677" y="1636"/>
                </a:lnTo>
                <a:lnTo>
                  <a:pt x="677" y="1635"/>
                </a:lnTo>
                <a:lnTo>
                  <a:pt x="677" y="1634"/>
                </a:lnTo>
                <a:lnTo>
                  <a:pt x="678" y="1634"/>
                </a:lnTo>
                <a:lnTo>
                  <a:pt x="678" y="1633"/>
                </a:lnTo>
                <a:lnTo>
                  <a:pt x="677" y="1633"/>
                </a:lnTo>
                <a:lnTo>
                  <a:pt x="677" y="1632"/>
                </a:lnTo>
                <a:lnTo>
                  <a:pt x="677" y="1631"/>
                </a:lnTo>
                <a:lnTo>
                  <a:pt x="676" y="1631"/>
                </a:lnTo>
                <a:lnTo>
                  <a:pt x="675" y="1631"/>
                </a:lnTo>
                <a:lnTo>
                  <a:pt x="675" y="1630"/>
                </a:lnTo>
                <a:lnTo>
                  <a:pt x="675" y="1631"/>
                </a:lnTo>
                <a:lnTo>
                  <a:pt x="675" y="1630"/>
                </a:lnTo>
                <a:lnTo>
                  <a:pt x="674" y="1630"/>
                </a:lnTo>
                <a:lnTo>
                  <a:pt x="674" y="1631"/>
                </a:lnTo>
                <a:lnTo>
                  <a:pt x="674" y="1630"/>
                </a:lnTo>
                <a:lnTo>
                  <a:pt x="673" y="1630"/>
                </a:lnTo>
                <a:lnTo>
                  <a:pt x="672" y="1630"/>
                </a:lnTo>
                <a:lnTo>
                  <a:pt x="671" y="1630"/>
                </a:lnTo>
                <a:lnTo>
                  <a:pt x="671" y="1629"/>
                </a:lnTo>
                <a:lnTo>
                  <a:pt x="671" y="1628"/>
                </a:lnTo>
                <a:lnTo>
                  <a:pt x="670" y="1628"/>
                </a:lnTo>
                <a:lnTo>
                  <a:pt x="669" y="1628"/>
                </a:lnTo>
                <a:lnTo>
                  <a:pt x="668" y="1628"/>
                </a:lnTo>
                <a:lnTo>
                  <a:pt x="667" y="1628"/>
                </a:lnTo>
                <a:lnTo>
                  <a:pt x="667" y="1627"/>
                </a:lnTo>
                <a:lnTo>
                  <a:pt x="666" y="1627"/>
                </a:lnTo>
                <a:lnTo>
                  <a:pt x="666" y="1626"/>
                </a:lnTo>
                <a:lnTo>
                  <a:pt x="665" y="1626"/>
                </a:lnTo>
                <a:lnTo>
                  <a:pt x="665" y="1625"/>
                </a:lnTo>
                <a:lnTo>
                  <a:pt x="665" y="1624"/>
                </a:lnTo>
                <a:lnTo>
                  <a:pt x="665" y="1623"/>
                </a:lnTo>
                <a:lnTo>
                  <a:pt x="664" y="1623"/>
                </a:lnTo>
                <a:lnTo>
                  <a:pt x="665" y="1623"/>
                </a:lnTo>
                <a:lnTo>
                  <a:pt x="665" y="1622"/>
                </a:lnTo>
                <a:lnTo>
                  <a:pt x="665" y="1621"/>
                </a:lnTo>
                <a:lnTo>
                  <a:pt x="664" y="1621"/>
                </a:lnTo>
                <a:lnTo>
                  <a:pt x="664" y="1620"/>
                </a:lnTo>
                <a:lnTo>
                  <a:pt x="663" y="1620"/>
                </a:lnTo>
                <a:lnTo>
                  <a:pt x="663" y="1619"/>
                </a:lnTo>
                <a:lnTo>
                  <a:pt x="662" y="1619"/>
                </a:lnTo>
                <a:lnTo>
                  <a:pt x="662" y="1618"/>
                </a:lnTo>
                <a:lnTo>
                  <a:pt x="662" y="1617"/>
                </a:lnTo>
                <a:lnTo>
                  <a:pt x="661" y="1617"/>
                </a:lnTo>
                <a:lnTo>
                  <a:pt x="662" y="1617"/>
                </a:lnTo>
                <a:lnTo>
                  <a:pt x="662" y="1616"/>
                </a:lnTo>
                <a:lnTo>
                  <a:pt x="662" y="1615"/>
                </a:lnTo>
                <a:lnTo>
                  <a:pt x="661" y="1615"/>
                </a:lnTo>
                <a:lnTo>
                  <a:pt x="661" y="1616"/>
                </a:lnTo>
                <a:lnTo>
                  <a:pt x="661" y="1615"/>
                </a:lnTo>
                <a:lnTo>
                  <a:pt x="660" y="1615"/>
                </a:lnTo>
                <a:lnTo>
                  <a:pt x="660" y="1614"/>
                </a:lnTo>
                <a:lnTo>
                  <a:pt x="660" y="1613"/>
                </a:lnTo>
                <a:lnTo>
                  <a:pt x="659" y="1613"/>
                </a:lnTo>
                <a:lnTo>
                  <a:pt x="659" y="1612"/>
                </a:lnTo>
                <a:lnTo>
                  <a:pt x="658" y="1612"/>
                </a:lnTo>
                <a:lnTo>
                  <a:pt x="658" y="1611"/>
                </a:lnTo>
                <a:lnTo>
                  <a:pt x="658" y="1609"/>
                </a:lnTo>
                <a:lnTo>
                  <a:pt x="657" y="1609"/>
                </a:lnTo>
                <a:lnTo>
                  <a:pt x="657" y="1608"/>
                </a:lnTo>
                <a:lnTo>
                  <a:pt x="658" y="1608"/>
                </a:lnTo>
                <a:lnTo>
                  <a:pt x="659" y="1608"/>
                </a:lnTo>
                <a:lnTo>
                  <a:pt x="659" y="1607"/>
                </a:lnTo>
                <a:lnTo>
                  <a:pt x="660" y="1607"/>
                </a:lnTo>
                <a:lnTo>
                  <a:pt x="661" y="1607"/>
                </a:lnTo>
                <a:lnTo>
                  <a:pt x="662" y="1607"/>
                </a:lnTo>
                <a:lnTo>
                  <a:pt x="663" y="1607"/>
                </a:lnTo>
                <a:lnTo>
                  <a:pt x="664" y="1607"/>
                </a:lnTo>
                <a:lnTo>
                  <a:pt x="664" y="1608"/>
                </a:lnTo>
                <a:lnTo>
                  <a:pt x="665" y="1608"/>
                </a:lnTo>
                <a:lnTo>
                  <a:pt x="665" y="1607"/>
                </a:lnTo>
                <a:lnTo>
                  <a:pt x="666" y="1607"/>
                </a:lnTo>
                <a:lnTo>
                  <a:pt x="666" y="1606"/>
                </a:lnTo>
                <a:lnTo>
                  <a:pt x="667" y="1606"/>
                </a:lnTo>
                <a:lnTo>
                  <a:pt x="668" y="1606"/>
                </a:lnTo>
                <a:lnTo>
                  <a:pt x="668" y="1605"/>
                </a:lnTo>
                <a:lnTo>
                  <a:pt x="667" y="1605"/>
                </a:lnTo>
                <a:lnTo>
                  <a:pt x="668" y="1605"/>
                </a:lnTo>
                <a:lnTo>
                  <a:pt x="668" y="1604"/>
                </a:lnTo>
                <a:lnTo>
                  <a:pt x="669" y="1604"/>
                </a:lnTo>
                <a:lnTo>
                  <a:pt x="669" y="1603"/>
                </a:lnTo>
                <a:lnTo>
                  <a:pt x="669" y="1602"/>
                </a:lnTo>
                <a:lnTo>
                  <a:pt x="669" y="1601"/>
                </a:lnTo>
                <a:lnTo>
                  <a:pt x="668" y="1600"/>
                </a:lnTo>
                <a:lnTo>
                  <a:pt x="668" y="1599"/>
                </a:lnTo>
                <a:lnTo>
                  <a:pt x="668" y="1598"/>
                </a:lnTo>
                <a:lnTo>
                  <a:pt x="668" y="1597"/>
                </a:lnTo>
                <a:lnTo>
                  <a:pt x="668" y="1596"/>
                </a:lnTo>
                <a:lnTo>
                  <a:pt x="667" y="1596"/>
                </a:lnTo>
                <a:lnTo>
                  <a:pt x="668" y="1596"/>
                </a:lnTo>
                <a:lnTo>
                  <a:pt x="668" y="1595"/>
                </a:lnTo>
                <a:lnTo>
                  <a:pt x="669" y="1595"/>
                </a:lnTo>
                <a:lnTo>
                  <a:pt x="669" y="1594"/>
                </a:lnTo>
                <a:lnTo>
                  <a:pt x="670" y="1594"/>
                </a:lnTo>
                <a:lnTo>
                  <a:pt x="671" y="1594"/>
                </a:lnTo>
                <a:lnTo>
                  <a:pt x="671" y="1593"/>
                </a:lnTo>
                <a:lnTo>
                  <a:pt x="672" y="1593"/>
                </a:lnTo>
                <a:lnTo>
                  <a:pt x="672" y="1592"/>
                </a:lnTo>
                <a:lnTo>
                  <a:pt x="673" y="1592"/>
                </a:lnTo>
                <a:lnTo>
                  <a:pt x="673" y="1591"/>
                </a:lnTo>
                <a:lnTo>
                  <a:pt x="674" y="1591"/>
                </a:lnTo>
                <a:lnTo>
                  <a:pt x="673" y="1591"/>
                </a:lnTo>
                <a:lnTo>
                  <a:pt x="673" y="1590"/>
                </a:lnTo>
                <a:lnTo>
                  <a:pt x="673" y="1591"/>
                </a:lnTo>
                <a:lnTo>
                  <a:pt x="673" y="1590"/>
                </a:lnTo>
                <a:lnTo>
                  <a:pt x="672" y="1590"/>
                </a:lnTo>
                <a:lnTo>
                  <a:pt x="672" y="1591"/>
                </a:lnTo>
                <a:lnTo>
                  <a:pt x="671" y="1591"/>
                </a:lnTo>
                <a:lnTo>
                  <a:pt x="672" y="1590"/>
                </a:lnTo>
                <a:lnTo>
                  <a:pt x="671" y="1590"/>
                </a:lnTo>
                <a:lnTo>
                  <a:pt x="671" y="1589"/>
                </a:lnTo>
                <a:lnTo>
                  <a:pt x="671" y="1588"/>
                </a:lnTo>
                <a:lnTo>
                  <a:pt x="671" y="1587"/>
                </a:lnTo>
                <a:lnTo>
                  <a:pt x="670" y="1587"/>
                </a:lnTo>
                <a:lnTo>
                  <a:pt x="670" y="1586"/>
                </a:lnTo>
                <a:lnTo>
                  <a:pt x="671" y="1586"/>
                </a:lnTo>
                <a:lnTo>
                  <a:pt x="671" y="1585"/>
                </a:lnTo>
                <a:lnTo>
                  <a:pt x="671" y="1584"/>
                </a:lnTo>
                <a:lnTo>
                  <a:pt x="672" y="1584"/>
                </a:lnTo>
                <a:lnTo>
                  <a:pt x="673" y="1584"/>
                </a:lnTo>
                <a:lnTo>
                  <a:pt x="673" y="1583"/>
                </a:lnTo>
                <a:lnTo>
                  <a:pt x="672" y="1583"/>
                </a:lnTo>
                <a:lnTo>
                  <a:pt x="672" y="1582"/>
                </a:lnTo>
                <a:lnTo>
                  <a:pt x="671" y="1582"/>
                </a:lnTo>
                <a:lnTo>
                  <a:pt x="672" y="1582"/>
                </a:lnTo>
                <a:lnTo>
                  <a:pt x="672" y="1581"/>
                </a:lnTo>
                <a:lnTo>
                  <a:pt x="672" y="1580"/>
                </a:lnTo>
                <a:lnTo>
                  <a:pt x="672" y="1579"/>
                </a:lnTo>
                <a:lnTo>
                  <a:pt x="671" y="1579"/>
                </a:lnTo>
                <a:lnTo>
                  <a:pt x="670" y="1579"/>
                </a:lnTo>
                <a:lnTo>
                  <a:pt x="669" y="1579"/>
                </a:lnTo>
                <a:lnTo>
                  <a:pt x="668" y="1579"/>
                </a:lnTo>
                <a:lnTo>
                  <a:pt x="667" y="1579"/>
                </a:lnTo>
                <a:lnTo>
                  <a:pt x="666" y="1579"/>
                </a:lnTo>
                <a:lnTo>
                  <a:pt x="666" y="1578"/>
                </a:lnTo>
                <a:lnTo>
                  <a:pt x="665" y="1578"/>
                </a:lnTo>
                <a:lnTo>
                  <a:pt x="664" y="1578"/>
                </a:lnTo>
                <a:lnTo>
                  <a:pt x="663" y="1578"/>
                </a:lnTo>
                <a:lnTo>
                  <a:pt x="662" y="1578"/>
                </a:lnTo>
                <a:lnTo>
                  <a:pt x="661" y="1578"/>
                </a:lnTo>
                <a:lnTo>
                  <a:pt x="661" y="1577"/>
                </a:lnTo>
                <a:lnTo>
                  <a:pt x="660" y="1578"/>
                </a:lnTo>
                <a:lnTo>
                  <a:pt x="660" y="1577"/>
                </a:lnTo>
                <a:lnTo>
                  <a:pt x="659" y="1577"/>
                </a:lnTo>
                <a:lnTo>
                  <a:pt x="659" y="1578"/>
                </a:lnTo>
                <a:lnTo>
                  <a:pt x="659" y="1577"/>
                </a:lnTo>
                <a:lnTo>
                  <a:pt x="659" y="1576"/>
                </a:lnTo>
                <a:lnTo>
                  <a:pt x="658" y="1576"/>
                </a:lnTo>
                <a:lnTo>
                  <a:pt x="659" y="1575"/>
                </a:lnTo>
                <a:lnTo>
                  <a:pt x="659" y="1574"/>
                </a:lnTo>
                <a:lnTo>
                  <a:pt x="660" y="1573"/>
                </a:lnTo>
                <a:lnTo>
                  <a:pt x="660" y="1572"/>
                </a:lnTo>
                <a:lnTo>
                  <a:pt x="661" y="1572"/>
                </a:lnTo>
                <a:lnTo>
                  <a:pt x="662" y="1572"/>
                </a:lnTo>
                <a:lnTo>
                  <a:pt x="663" y="1572"/>
                </a:lnTo>
                <a:lnTo>
                  <a:pt x="664" y="1572"/>
                </a:lnTo>
                <a:lnTo>
                  <a:pt x="664" y="1571"/>
                </a:lnTo>
                <a:lnTo>
                  <a:pt x="665" y="1571"/>
                </a:lnTo>
                <a:lnTo>
                  <a:pt x="665" y="1569"/>
                </a:lnTo>
                <a:lnTo>
                  <a:pt x="664" y="1569"/>
                </a:lnTo>
                <a:lnTo>
                  <a:pt x="664" y="1568"/>
                </a:lnTo>
                <a:lnTo>
                  <a:pt x="663" y="1567"/>
                </a:lnTo>
                <a:lnTo>
                  <a:pt x="663" y="1566"/>
                </a:lnTo>
                <a:lnTo>
                  <a:pt x="663" y="1565"/>
                </a:lnTo>
                <a:lnTo>
                  <a:pt x="663" y="1564"/>
                </a:lnTo>
                <a:lnTo>
                  <a:pt x="663" y="1563"/>
                </a:lnTo>
                <a:lnTo>
                  <a:pt x="663" y="1562"/>
                </a:lnTo>
                <a:lnTo>
                  <a:pt x="663" y="1561"/>
                </a:lnTo>
                <a:lnTo>
                  <a:pt x="663" y="1560"/>
                </a:lnTo>
                <a:lnTo>
                  <a:pt x="662" y="1560"/>
                </a:lnTo>
                <a:lnTo>
                  <a:pt x="661" y="1560"/>
                </a:lnTo>
                <a:lnTo>
                  <a:pt x="661" y="1558"/>
                </a:lnTo>
                <a:lnTo>
                  <a:pt x="661" y="1557"/>
                </a:lnTo>
                <a:lnTo>
                  <a:pt x="662" y="1557"/>
                </a:lnTo>
                <a:lnTo>
                  <a:pt x="662" y="1556"/>
                </a:lnTo>
                <a:lnTo>
                  <a:pt x="661" y="1556"/>
                </a:lnTo>
                <a:lnTo>
                  <a:pt x="660" y="1556"/>
                </a:lnTo>
                <a:lnTo>
                  <a:pt x="659" y="1556"/>
                </a:lnTo>
                <a:lnTo>
                  <a:pt x="659" y="1555"/>
                </a:lnTo>
                <a:lnTo>
                  <a:pt x="658" y="1555"/>
                </a:lnTo>
                <a:lnTo>
                  <a:pt x="658" y="1554"/>
                </a:lnTo>
                <a:lnTo>
                  <a:pt x="657" y="1554"/>
                </a:lnTo>
                <a:lnTo>
                  <a:pt x="657" y="1553"/>
                </a:lnTo>
                <a:lnTo>
                  <a:pt x="657" y="1552"/>
                </a:lnTo>
                <a:lnTo>
                  <a:pt x="656" y="1552"/>
                </a:lnTo>
                <a:lnTo>
                  <a:pt x="655" y="1552"/>
                </a:lnTo>
                <a:lnTo>
                  <a:pt x="655" y="1551"/>
                </a:lnTo>
                <a:lnTo>
                  <a:pt x="655" y="1550"/>
                </a:lnTo>
                <a:lnTo>
                  <a:pt x="655" y="1549"/>
                </a:lnTo>
                <a:lnTo>
                  <a:pt x="656" y="1548"/>
                </a:lnTo>
                <a:lnTo>
                  <a:pt x="656" y="1546"/>
                </a:lnTo>
                <a:lnTo>
                  <a:pt x="655" y="1546"/>
                </a:lnTo>
                <a:lnTo>
                  <a:pt x="655" y="1545"/>
                </a:lnTo>
                <a:lnTo>
                  <a:pt x="655" y="1544"/>
                </a:lnTo>
                <a:lnTo>
                  <a:pt x="655" y="1543"/>
                </a:lnTo>
                <a:lnTo>
                  <a:pt x="655" y="1542"/>
                </a:lnTo>
                <a:lnTo>
                  <a:pt x="655" y="1541"/>
                </a:lnTo>
                <a:lnTo>
                  <a:pt x="654" y="1541"/>
                </a:lnTo>
                <a:lnTo>
                  <a:pt x="654" y="1540"/>
                </a:lnTo>
                <a:lnTo>
                  <a:pt x="654" y="1539"/>
                </a:lnTo>
                <a:lnTo>
                  <a:pt x="654" y="1538"/>
                </a:lnTo>
                <a:lnTo>
                  <a:pt x="655" y="1538"/>
                </a:lnTo>
                <a:lnTo>
                  <a:pt x="655" y="1537"/>
                </a:lnTo>
                <a:lnTo>
                  <a:pt x="655" y="1536"/>
                </a:lnTo>
                <a:lnTo>
                  <a:pt x="656" y="1536"/>
                </a:lnTo>
                <a:lnTo>
                  <a:pt x="657" y="1535"/>
                </a:lnTo>
                <a:lnTo>
                  <a:pt x="656" y="1535"/>
                </a:lnTo>
                <a:lnTo>
                  <a:pt x="656" y="1534"/>
                </a:lnTo>
                <a:lnTo>
                  <a:pt x="656" y="1535"/>
                </a:lnTo>
                <a:lnTo>
                  <a:pt x="655" y="1535"/>
                </a:lnTo>
                <a:lnTo>
                  <a:pt x="654" y="1535"/>
                </a:lnTo>
                <a:lnTo>
                  <a:pt x="653" y="1535"/>
                </a:lnTo>
                <a:lnTo>
                  <a:pt x="653" y="1534"/>
                </a:lnTo>
                <a:lnTo>
                  <a:pt x="652" y="1534"/>
                </a:lnTo>
                <a:lnTo>
                  <a:pt x="652" y="1535"/>
                </a:lnTo>
                <a:lnTo>
                  <a:pt x="651" y="1535"/>
                </a:lnTo>
                <a:lnTo>
                  <a:pt x="651" y="1534"/>
                </a:lnTo>
                <a:lnTo>
                  <a:pt x="650" y="1534"/>
                </a:lnTo>
                <a:lnTo>
                  <a:pt x="650" y="1535"/>
                </a:lnTo>
                <a:lnTo>
                  <a:pt x="649" y="1535"/>
                </a:lnTo>
                <a:lnTo>
                  <a:pt x="649" y="1536"/>
                </a:lnTo>
                <a:lnTo>
                  <a:pt x="648" y="1536"/>
                </a:lnTo>
                <a:lnTo>
                  <a:pt x="648" y="1537"/>
                </a:lnTo>
                <a:lnTo>
                  <a:pt x="647" y="1537"/>
                </a:lnTo>
                <a:lnTo>
                  <a:pt x="646" y="1537"/>
                </a:lnTo>
                <a:lnTo>
                  <a:pt x="646" y="1538"/>
                </a:lnTo>
                <a:lnTo>
                  <a:pt x="645" y="1538"/>
                </a:lnTo>
                <a:lnTo>
                  <a:pt x="645" y="1539"/>
                </a:lnTo>
                <a:lnTo>
                  <a:pt x="644" y="1539"/>
                </a:lnTo>
                <a:lnTo>
                  <a:pt x="644" y="1540"/>
                </a:lnTo>
                <a:lnTo>
                  <a:pt x="643" y="1540"/>
                </a:lnTo>
                <a:lnTo>
                  <a:pt x="642" y="1540"/>
                </a:lnTo>
                <a:lnTo>
                  <a:pt x="642" y="1541"/>
                </a:lnTo>
                <a:lnTo>
                  <a:pt x="641" y="1541"/>
                </a:lnTo>
                <a:lnTo>
                  <a:pt x="641" y="1542"/>
                </a:lnTo>
                <a:lnTo>
                  <a:pt x="641" y="1543"/>
                </a:lnTo>
                <a:lnTo>
                  <a:pt x="640" y="1543"/>
                </a:lnTo>
                <a:lnTo>
                  <a:pt x="639" y="1543"/>
                </a:lnTo>
                <a:lnTo>
                  <a:pt x="639" y="1544"/>
                </a:lnTo>
                <a:lnTo>
                  <a:pt x="638" y="1544"/>
                </a:lnTo>
                <a:lnTo>
                  <a:pt x="637" y="1544"/>
                </a:lnTo>
                <a:lnTo>
                  <a:pt x="636" y="1544"/>
                </a:lnTo>
                <a:lnTo>
                  <a:pt x="636" y="1545"/>
                </a:lnTo>
                <a:lnTo>
                  <a:pt x="636" y="1546"/>
                </a:lnTo>
                <a:lnTo>
                  <a:pt x="635" y="1546"/>
                </a:lnTo>
                <a:lnTo>
                  <a:pt x="635" y="1547"/>
                </a:lnTo>
                <a:lnTo>
                  <a:pt x="635" y="1548"/>
                </a:lnTo>
                <a:lnTo>
                  <a:pt x="634" y="1548"/>
                </a:lnTo>
                <a:lnTo>
                  <a:pt x="634" y="1547"/>
                </a:lnTo>
                <a:lnTo>
                  <a:pt x="633" y="1547"/>
                </a:lnTo>
                <a:lnTo>
                  <a:pt x="633" y="1548"/>
                </a:lnTo>
                <a:lnTo>
                  <a:pt x="632" y="1548"/>
                </a:lnTo>
                <a:lnTo>
                  <a:pt x="631" y="1548"/>
                </a:lnTo>
                <a:lnTo>
                  <a:pt x="630" y="1548"/>
                </a:lnTo>
                <a:lnTo>
                  <a:pt x="629" y="1548"/>
                </a:lnTo>
                <a:lnTo>
                  <a:pt x="628" y="1548"/>
                </a:lnTo>
                <a:lnTo>
                  <a:pt x="628" y="1549"/>
                </a:lnTo>
                <a:lnTo>
                  <a:pt x="627" y="1549"/>
                </a:lnTo>
                <a:lnTo>
                  <a:pt x="626" y="1549"/>
                </a:lnTo>
                <a:lnTo>
                  <a:pt x="625" y="1549"/>
                </a:lnTo>
                <a:lnTo>
                  <a:pt x="624" y="1549"/>
                </a:lnTo>
                <a:lnTo>
                  <a:pt x="624" y="1548"/>
                </a:lnTo>
                <a:lnTo>
                  <a:pt x="624" y="1549"/>
                </a:lnTo>
                <a:lnTo>
                  <a:pt x="623" y="1549"/>
                </a:lnTo>
                <a:lnTo>
                  <a:pt x="621" y="1549"/>
                </a:lnTo>
                <a:lnTo>
                  <a:pt x="620" y="1549"/>
                </a:lnTo>
                <a:lnTo>
                  <a:pt x="620" y="1550"/>
                </a:lnTo>
                <a:lnTo>
                  <a:pt x="619" y="1550"/>
                </a:lnTo>
                <a:lnTo>
                  <a:pt x="618" y="1551"/>
                </a:lnTo>
                <a:lnTo>
                  <a:pt x="617" y="1551"/>
                </a:lnTo>
                <a:lnTo>
                  <a:pt x="617" y="1550"/>
                </a:lnTo>
                <a:lnTo>
                  <a:pt x="616" y="1550"/>
                </a:lnTo>
                <a:lnTo>
                  <a:pt x="615" y="1550"/>
                </a:lnTo>
                <a:lnTo>
                  <a:pt x="615" y="1551"/>
                </a:lnTo>
                <a:lnTo>
                  <a:pt x="616" y="1551"/>
                </a:lnTo>
                <a:lnTo>
                  <a:pt x="616" y="1552"/>
                </a:lnTo>
                <a:lnTo>
                  <a:pt x="615" y="1552"/>
                </a:lnTo>
                <a:lnTo>
                  <a:pt x="615" y="1551"/>
                </a:lnTo>
                <a:lnTo>
                  <a:pt x="614" y="1551"/>
                </a:lnTo>
                <a:lnTo>
                  <a:pt x="613" y="1551"/>
                </a:lnTo>
                <a:lnTo>
                  <a:pt x="612" y="1551"/>
                </a:lnTo>
                <a:lnTo>
                  <a:pt x="611" y="1551"/>
                </a:lnTo>
                <a:lnTo>
                  <a:pt x="610" y="1551"/>
                </a:lnTo>
                <a:lnTo>
                  <a:pt x="610" y="1552"/>
                </a:lnTo>
                <a:lnTo>
                  <a:pt x="609" y="1552"/>
                </a:lnTo>
                <a:lnTo>
                  <a:pt x="609" y="1553"/>
                </a:lnTo>
                <a:lnTo>
                  <a:pt x="608" y="1553"/>
                </a:lnTo>
                <a:lnTo>
                  <a:pt x="607" y="1553"/>
                </a:lnTo>
                <a:lnTo>
                  <a:pt x="608" y="1553"/>
                </a:lnTo>
                <a:lnTo>
                  <a:pt x="607" y="1554"/>
                </a:lnTo>
                <a:lnTo>
                  <a:pt x="607" y="1553"/>
                </a:lnTo>
                <a:lnTo>
                  <a:pt x="607" y="1554"/>
                </a:lnTo>
                <a:lnTo>
                  <a:pt x="607" y="1555"/>
                </a:lnTo>
                <a:lnTo>
                  <a:pt x="606" y="1555"/>
                </a:lnTo>
                <a:lnTo>
                  <a:pt x="606" y="1556"/>
                </a:lnTo>
                <a:lnTo>
                  <a:pt x="605" y="1556"/>
                </a:lnTo>
                <a:lnTo>
                  <a:pt x="605" y="1557"/>
                </a:lnTo>
                <a:lnTo>
                  <a:pt x="604" y="1557"/>
                </a:lnTo>
                <a:lnTo>
                  <a:pt x="604" y="1558"/>
                </a:lnTo>
                <a:lnTo>
                  <a:pt x="604" y="1559"/>
                </a:lnTo>
                <a:lnTo>
                  <a:pt x="603" y="1559"/>
                </a:lnTo>
                <a:lnTo>
                  <a:pt x="603" y="1560"/>
                </a:lnTo>
                <a:lnTo>
                  <a:pt x="602" y="1560"/>
                </a:lnTo>
                <a:lnTo>
                  <a:pt x="603" y="1560"/>
                </a:lnTo>
                <a:lnTo>
                  <a:pt x="602" y="1560"/>
                </a:lnTo>
                <a:lnTo>
                  <a:pt x="601" y="1560"/>
                </a:lnTo>
                <a:lnTo>
                  <a:pt x="600" y="1560"/>
                </a:lnTo>
                <a:lnTo>
                  <a:pt x="600" y="1561"/>
                </a:lnTo>
                <a:lnTo>
                  <a:pt x="600" y="1560"/>
                </a:lnTo>
                <a:lnTo>
                  <a:pt x="600" y="1561"/>
                </a:lnTo>
                <a:lnTo>
                  <a:pt x="599" y="1561"/>
                </a:lnTo>
                <a:lnTo>
                  <a:pt x="599" y="1562"/>
                </a:lnTo>
                <a:lnTo>
                  <a:pt x="598" y="1562"/>
                </a:lnTo>
                <a:lnTo>
                  <a:pt x="597" y="1563"/>
                </a:lnTo>
                <a:lnTo>
                  <a:pt x="597" y="1564"/>
                </a:lnTo>
                <a:lnTo>
                  <a:pt x="596" y="1564"/>
                </a:lnTo>
                <a:lnTo>
                  <a:pt x="595" y="1564"/>
                </a:lnTo>
                <a:lnTo>
                  <a:pt x="596" y="1564"/>
                </a:lnTo>
                <a:lnTo>
                  <a:pt x="595" y="1564"/>
                </a:lnTo>
                <a:lnTo>
                  <a:pt x="595" y="1565"/>
                </a:lnTo>
                <a:lnTo>
                  <a:pt x="595" y="1566"/>
                </a:lnTo>
                <a:lnTo>
                  <a:pt x="594" y="1566"/>
                </a:lnTo>
                <a:lnTo>
                  <a:pt x="594" y="1567"/>
                </a:lnTo>
                <a:lnTo>
                  <a:pt x="593" y="1568"/>
                </a:lnTo>
                <a:lnTo>
                  <a:pt x="593" y="1569"/>
                </a:lnTo>
                <a:lnTo>
                  <a:pt x="593" y="1570"/>
                </a:lnTo>
                <a:lnTo>
                  <a:pt x="592" y="1570"/>
                </a:lnTo>
                <a:lnTo>
                  <a:pt x="592" y="1571"/>
                </a:lnTo>
                <a:lnTo>
                  <a:pt x="592" y="1572"/>
                </a:lnTo>
                <a:lnTo>
                  <a:pt x="592" y="1573"/>
                </a:lnTo>
                <a:lnTo>
                  <a:pt x="591" y="1573"/>
                </a:lnTo>
                <a:lnTo>
                  <a:pt x="591" y="1574"/>
                </a:lnTo>
                <a:lnTo>
                  <a:pt x="590" y="1574"/>
                </a:lnTo>
                <a:lnTo>
                  <a:pt x="590" y="1573"/>
                </a:lnTo>
                <a:lnTo>
                  <a:pt x="589" y="1573"/>
                </a:lnTo>
                <a:lnTo>
                  <a:pt x="589" y="1574"/>
                </a:lnTo>
                <a:lnTo>
                  <a:pt x="589" y="1573"/>
                </a:lnTo>
                <a:lnTo>
                  <a:pt x="588" y="1573"/>
                </a:lnTo>
                <a:lnTo>
                  <a:pt x="588" y="1574"/>
                </a:lnTo>
                <a:lnTo>
                  <a:pt x="587" y="1574"/>
                </a:lnTo>
                <a:lnTo>
                  <a:pt x="587" y="1575"/>
                </a:lnTo>
                <a:lnTo>
                  <a:pt x="587" y="1576"/>
                </a:lnTo>
                <a:lnTo>
                  <a:pt x="586" y="1576"/>
                </a:lnTo>
                <a:lnTo>
                  <a:pt x="586" y="1575"/>
                </a:lnTo>
                <a:lnTo>
                  <a:pt x="585" y="1576"/>
                </a:lnTo>
                <a:lnTo>
                  <a:pt x="584" y="1576"/>
                </a:lnTo>
                <a:lnTo>
                  <a:pt x="584" y="1577"/>
                </a:lnTo>
                <a:lnTo>
                  <a:pt x="583" y="1577"/>
                </a:lnTo>
                <a:lnTo>
                  <a:pt x="583" y="1578"/>
                </a:lnTo>
                <a:lnTo>
                  <a:pt x="582" y="1578"/>
                </a:lnTo>
                <a:lnTo>
                  <a:pt x="582" y="1579"/>
                </a:lnTo>
                <a:lnTo>
                  <a:pt x="582" y="1580"/>
                </a:lnTo>
                <a:lnTo>
                  <a:pt x="581" y="1581"/>
                </a:lnTo>
                <a:lnTo>
                  <a:pt x="581" y="1582"/>
                </a:lnTo>
                <a:lnTo>
                  <a:pt x="580" y="1582"/>
                </a:lnTo>
                <a:lnTo>
                  <a:pt x="580" y="1583"/>
                </a:lnTo>
                <a:lnTo>
                  <a:pt x="579" y="1583"/>
                </a:lnTo>
                <a:lnTo>
                  <a:pt x="579" y="1584"/>
                </a:lnTo>
                <a:lnTo>
                  <a:pt x="578" y="1584"/>
                </a:lnTo>
                <a:lnTo>
                  <a:pt x="578" y="1585"/>
                </a:lnTo>
                <a:lnTo>
                  <a:pt x="577" y="1585"/>
                </a:lnTo>
                <a:lnTo>
                  <a:pt x="576" y="1585"/>
                </a:lnTo>
                <a:lnTo>
                  <a:pt x="575" y="1584"/>
                </a:lnTo>
                <a:lnTo>
                  <a:pt x="574" y="1584"/>
                </a:lnTo>
                <a:lnTo>
                  <a:pt x="573" y="1584"/>
                </a:lnTo>
                <a:lnTo>
                  <a:pt x="572" y="1584"/>
                </a:lnTo>
                <a:lnTo>
                  <a:pt x="572" y="1585"/>
                </a:lnTo>
                <a:lnTo>
                  <a:pt x="571" y="1585"/>
                </a:lnTo>
                <a:lnTo>
                  <a:pt x="571" y="1586"/>
                </a:lnTo>
                <a:lnTo>
                  <a:pt x="570" y="1586"/>
                </a:lnTo>
                <a:lnTo>
                  <a:pt x="570" y="1587"/>
                </a:lnTo>
                <a:lnTo>
                  <a:pt x="570" y="1588"/>
                </a:lnTo>
                <a:lnTo>
                  <a:pt x="569" y="1588"/>
                </a:lnTo>
                <a:lnTo>
                  <a:pt x="569" y="1589"/>
                </a:lnTo>
                <a:lnTo>
                  <a:pt x="569" y="1590"/>
                </a:lnTo>
                <a:lnTo>
                  <a:pt x="568" y="1590"/>
                </a:lnTo>
                <a:lnTo>
                  <a:pt x="567" y="1590"/>
                </a:lnTo>
                <a:lnTo>
                  <a:pt x="567" y="1591"/>
                </a:lnTo>
                <a:lnTo>
                  <a:pt x="566" y="1591"/>
                </a:lnTo>
                <a:lnTo>
                  <a:pt x="566" y="1590"/>
                </a:lnTo>
                <a:lnTo>
                  <a:pt x="565" y="1590"/>
                </a:lnTo>
                <a:lnTo>
                  <a:pt x="564" y="1590"/>
                </a:lnTo>
                <a:lnTo>
                  <a:pt x="563" y="1590"/>
                </a:lnTo>
                <a:lnTo>
                  <a:pt x="562" y="1590"/>
                </a:lnTo>
                <a:lnTo>
                  <a:pt x="561" y="1590"/>
                </a:lnTo>
                <a:lnTo>
                  <a:pt x="561" y="1591"/>
                </a:lnTo>
                <a:lnTo>
                  <a:pt x="560" y="1591"/>
                </a:lnTo>
                <a:lnTo>
                  <a:pt x="559" y="1591"/>
                </a:lnTo>
                <a:lnTo>
                  <a:pt x="558" y="1591"/>
                </a:lnTo>
                <a:lnTo>
                  <a:pt x="558" y="1592"/>
                </a:lnTo>
                <a:lnTo>
                  <a:pt x="557" y="1592"/>
                </a:lnTo>
                <a:lnTo>
                  <a:pt x="556" y="1593"/>
                </a:lnTo>
                <a:lnTo>
                  <a:pt x="555" y="1593"/>
                </a:lnTo>
                <a:lnTo>
                  <a:pt x="554" y="1593"/>
                </a:lnTo>
                <a:lnTo>
                  <a:pt x="553" y="1593"/>
                </a:lnTo>
                <a:lnTo>
                  <a:pt x="553" y="1594"/>
                </a:lnTo>
                <a:lnTo>
                  <a:pt x="552" y="1594"/>
                </a:lnTo>
                <a:lnTo>
                  <a:pt x="552" y="1595"/>
                </a:lnTo>
                <a:lnTo>
                  <a:pt x="551" y="1595"/>
                </a:lnTo>
                <a:lnTo>
                  <a:pt x="551" y="1596"/>
                </a:lnTo>
                <a:lnTo>
                  <a:pt x="551" y="1595"/>
                </a:lnTo>
                <a:lnTo>
                  <a:pt x="550" y="1595"/>
                </a:lnTo>
                <a:lnTo>
                  <a:pt x="550" y="1596"/>
                </a:lnTo>
                <a:lnTo>
                  <a:pt x="549" y="1596"/>
                </a:lnTo>
                <a:lnTo>
                  <a:pt x="548" y="1596"/>
                </a:lnTo>
                <a:lnTo>
                  <a:pt x="548" y="1595"/>
                </a:lnTo>
                <a:lnTo>
                  <a:pt x="547" y="1595"/>
                </a:lnTo>
                <a:lnTo>
                  <a:pt x="547" y="1594"/>
                </a:lnTo>
                <a:lnTo>
                  <a:pt x="546" y="1594"/>
                </a:lnTo>
                <a:lnTo>
                  <a:pt x="545" y="1594"/>
                </a:lnTo>
                <a:lnTo>
                  <a:pt x="544" y="1594"/>
                </a:lnTo>
                <a:lnTo>
                  <a:pt x="544" y="1593"/>
                </a:lnTo>
                <a:lnTo>
                  <a:pt x="543" y="1593"/>
                </a:lnTo>
                <a:lnTo>
                  <a:pt x="543" y="1592"/>
                </a:lnTo>
                <a:lnTo>
                  <a:pt x="542" y="1592"/>
                </a:lnTo>
                <a:lnTo>
                  <a:pt x="542" y="1591"/>
                </a:lnTo>
                <a:lnTo>
                  <a:pt x="541" y="1591"/>
                </a:lnTo>
                <a:lnTo>
                  <a:pt x="540" y="1591"/>
                </a:lnTo>
                <a:lnTo>
                  <a:pt x="539" y="1591"/>
                </a:lnTo>
                <a:lnTo>
                  <a:pt x="538" y="1591"/>
                </a:lnTo>
                <a:lnTo>
                  <a:pt x="537" y="1591"/>
                </a:lnTo>
                <a:lnTo>
                  <a:pt x="536" y="1591"/>
                </a:lnTo>
                <a:lnTo>
                  <a:pt x="536" y="1592"/>
                </a:lnTo>
                <a:lnTo>
                  <a:pt x="535" y="1592"/>
                </a:lnTo>
                <a:lnTo>
                  <a:pt x="534" y="1592"/>
                </a:lnTo>
                <a:lnTo>
                  <a:pt x="534" y="1593"/>
                </a:lnTo>
                <a:lnTo>
                  <a:pt x="533" y="1593"/>
                </a:lnTo>
                <a:lnTo>
                  <a:pt x="533" y="1592"/>
                </a:lnTo>
                <a:lnTo>
                  <a:pt x="533" y="1593"/>
                </a:lnTo>
                <a:lnTo>
                  <a:pt x="532" y="1593"/>
                </a:lnTo>
                <a:lnTo>
                  <a:pt x="532" y="1594"/>
                </a:lnTo>
                <a:lnTo>
                  <a:pt x="531" y="1594"/>
                </a:lnTo>
                <a:lnTo>
                  <a:pt x="531" y="1593"/>
                </a:lnTo>
                <a:lnTo>
                  <a:pt x="530" y="1593"/>
                </a:lnTo>
                <a:lnTo>
                  <a:pt x="530" y="1592"/>
                </a:lnTo>
                <a:lnTo>
                  <a:pt x="530" y="1591"/>
                </a:lnTo>
                <a:lnTo>
                  <a:pt x="529" y="1591"/>
                </a:lnTo>
                <a:lnTo>
                  <a:pt x="529" y="1590"/>
                </a:lnTo>
                <a:lnTo>
                  <a:pt x="528" y="1590"/>
                </a:lnTo>
                <a:lnTo>
                  <a:pt x="529" y="1590"/>
                </a:lnTo>
                <a:lnTo>
                  <a:pt x="528" y="1590"/>
                </a:lnTo>
                <a:lnTo>
                  <a:pt x="528" y="1589"/>
                </a:lnTo>
                <a:lnTo>
                  <a:pt x="528" y="1588"/>
                </a:lnTo>
                <a:lnTo>
                  <a:pt x="527" y="1588"/>
                </a:lnTo>
                <a:lnTo>
                  <a:pt x="527" y="1587"/>
                </a:lnTo>
                <a:lnTo>
                  <a:pt x="527" y="1586"/>
                </a:lnTo>
                <a:lnTo>
                  <a:pt x="527" y="1584"/>
                </a:lnTo>
                <a:lnTo>
                  <a:pt x="527" y="1583"/>
                </a:lnTo>
                <a:lnTo>
                  <a:pt x="527" y="1582"/>
                </a:lnTo>
                <a:lnTo>
                  <a:pt x="526" y="1582"/>
                </a:lnTo>
                <a:lnTo>
                  <a:pt x="525" y="1582"/>
                </a:lnTo>
                <a:lnTo>
                  <a:pt x="525" y="1581"/>
                </a:lnTo>
                <a:lnTo>
                  <a:pt x="524" y="1581"/>
                </a:lnTo>
                <a:lnTo>
                  <a:pt x="524" y="1580"/>
                </a:lnTo>
                <a:lnTo>
                  <a:pt x="524" y="1579"/>
                </a:lnTo>
                <a:lnTo>
                  <a:pt x="523" y="1579"/>
                </a:lnTo>
                <a:lnTo>
                  <a:pt x="523" y="1578"/>
                </a:lnTo>
                <a:lnTo>
                  <a:pt x="523" y="1577"/>
                </a:lnTo>
                <a:lnTo>
                  <a:pt x="522" y="1577"/>
                </a:lnTo>
                <a:lnTo>
                  <a:pt x="522" y="1576"/>
                </a:lnTo>
                <a:lnTo>
                  <a:pt x="521" y="1576"/>
                </a:lnTo>
                <a:lnTo>
                  <a:pt x="521" y="1577"/>
                </a:lnTo>
                <a:lnTo>
                  <a:pt x="520" y="1577"/>
                </a:lnTo>
                <a:lnTo>
                  <a:pt x="519" y="1577"/>
                </a:lnTo>
                <a:lnTo>
                  <a:pt x="518" y="1577"/>
                </a:lnTo>
                <a:lnTo>
                  <a:pt x="517" y="1578"/>
                </a:lnTo>
                <a:lnTo>
                  <a:pt x="516" y="1578"/>
                </a:lnTo>
                <a:lnTo>
                  <a:pt x="515" y="1578"/>
                </a:lnTo>
                <a:lnTo>
                  <a:pt x="515" y="1579"/>
                </a:lnTo>
                <a:lnTo>
                  <a:pt x="514" y="1579"/>
                </a:lnTo>
                <a:lnTo>
                  <a:pt x="513" y="1579"/>
                </a:lnTo>
                <a:lnTo>
                  <a:pt x="512" y="1579"/>
                </a:lnTo>
                <a:lnTo>
                  <a:pt x="512" y="1578"/>
                </a:lnTo>
                <a:lnTo>
                  <a:pt x="511" y="1578"/>
                </a:lnTo>
                <a:lnTo>
                  <a:pt x="510" y="1578"/>
                </a:lnTo>
                <a:lnTo>
                  <a:pt x="509" y="1578"/>
                </a:lnTo>
                <a:lnTo>
                  <a:pt x="508" y="1578"/>
                </a:lnTo>
                <a:lnTo>
                  <a:pt x="507" y="1578"/>
                </a:lnTo>
                <a:lnTo>
                  <a:pt x="506" y="1577"/>
                </a:lnTo>
                <a:lnTo>
                  <a:pt x="506" y="1578"/>
                </a:lnTo>
                <a:lnTo>
                  <a:pt x="505" y="1578"/>
                </a:lnTo>
                <a:lnTo>
                  <a:pt x="505" y="1579"/>
                </a:lnTo>
                <a:lnTo>
                  <a:pt x="504" y="1579"/>
                </a:lnTo>
                <a:lnTo>
                  <a:pt x="504" y="1580"/>
                </a:lnTo>
                <a:lnTo>
                  <a:pt x="503" y="1580"/>
                </a:lnTo>
                <a:lnTo>
                  <a:pt x="503" y="1581"/>
                </a:lnTo>
                <a:lnTo>
                  <a:pt x="502" y="1581"/>
                </a:lnTo>
                <a:lnTo>
                  <a:pt x="502" y="1582"/>
                </a:lnTo>
                <a:lnTo>
                  <a:pt x="501" y="1582"/>
                </a:lnTo>
                <a:lnTo>
                  <a:pt x="501" y="1583"/>
                </a:lnTo>
                <a:lnTo>
                  <a:pt x="500" y="1583"/>
                </a:lnTo>
                <a:lnTo>
                  <a:pt x="500" y="1584"/>
                </a:lnTo>
                <a:lnTo>
                  <a:pt x="499" y="1584"/>
                </a:lnTo>
                <a:lnTo>
                  <a:pt x="500" y="1584"/>
                </a:lnTo>
                <a:lnTo>
                  <a:pt x="499" y="1584"/>
                </a:lnTo>
                <a:lnTo>
                  <a:pt x="499" y="1585"/>
                </a:lnTo>
                <a:lnTo>
                  <a:pt x="498" y="1585"/>
                </a:lnTo>
                <a:lnTo>
                  <a:pt x="497" y="1585"/>
                </a:lnTo>
                <a:lnTo>
                  <a:pt x="497" y="1586"/>
                </a:lnTo>
                <a:lnTo>
                  <a:pt x="496" y="1586"/>
                </a:lnTo>
                <a:lnTo>
                  <a:pt x="496" y="1587"/>
                </a:lnTo>
                <a:lnTo>
                  <a:pt x="495" y="1587"/>
                </a:lnTo>
                <a:lnTo>
                  <a:pt x="494" y="1587"/>
                </a:lnTo>
                <a:lnTo>
                  <a:pt x="493" y="1587"/>
                </a:lnTo>
                <a:lnTo>
                  <a:pt x="493" y="1586"/>
                </a:lnTo>
                <a:lnTo>
                  <a:pt x="492" y="1586"/>
                </a:lnTo>
                <a:lnTo>
                  <a:pt x="492" y="1587"/>
                </a:lnTo>
                <a:lnTo>
                  <a:pt x="491" y="1587"/>
                </a:lnTo>
                <a:lnTo>
                  <a:pt x="491" y="1588"/>
                </a:lnTo>
                <a:lnTo>
                  <a:pt x="490" y="1588"/>
                </a:lnTo>
                <a:lnTo>
                  <a:pt x="491" y="1588"/>
                </a:lnTo>
                <a:lnTo>
                  <a:pt x="490" y="1588"/>
                </a:lnTo>
                <a:lnTo>
                  <a:pt x="490" y="1589"/>
                </a:lnTo>
                <a:lnTo>
                  <a:pt x="490" y="1588"/>
                </a:lnTo>
                <a:lnTo>
                  <a:pt x="490" y="1589"/>
                </a:lnTo>
                <a:lnTo>
                  <a:pt x="489" y="1589"/>
                </a:lnTo>
                <a:lnTo>
                  <a:pt x="489" y="1588"/>
                </a:lnTo>
                <a:lnTo>
                  <a:pt x="489" y="1589"/>
                </a:lnTo>
                <a:lnTo>
                  <a:pt x="488" y="1589"/>
                </a:lnTo>
                <a:lnTo>
                  <a:pt x="488" y="1588"/>
                </a:lnTo>
                <a:lnTo>
                  <a:pt x="487" y="1588"/>
                </a:lnTo>
                <a:lnTo>
                  <a:pt x="487" y="1589"/>
                </a:lnTo>
                <a:lnTo>
                  <a:pt x="486" y="1589"/>
                </a:lnTo>
                <a:lnTo>
                  <a:pt x="486" y="1590"/>
                </a:lnTo>
                <a:lnTo>
                  <a:pt x="486" y="1589"/>
                </a:lnTo>
                <a:lnTo>
                  <a:pt x="486" y="1590"/>
                </a:lnTo>
                <a:lnTo>
                  <a:pt x="485" y="1590"/>
                </a:lnTo>
                <a:lnTo>
                  <a:pt x="485" y="1589"/>
                </a:lnTo>
                <a:lnTo>
                  <a:pt x="484" y="1589"/>
                </a:lnTo>
                <a:lnTo>
                  <a:pt x="483" y="1589"/>
                </a:lnTo>
                <a:lnTo>
                  <a:pt x="483" y="1588"/>
                </a:lnTo>
                <a:lnTo>
                  <a:pt x="482" y="1588"/>
                </a:lnTo>
                <a:lnTo>
                  <a:pt x="482" y="1587"/>
                </a:lnTo>
                <a:lnTo>
                  <a:pt x="483" y="1587"/>
                </a:lnTo>
                <a:lnTo>
                  <a:pt x="483" y="1586"/>
                </a:lnTo>
                <a:lnTo>
                  <a:pt x="482" y="1586"/>
                </a:lnTo>
                <a:lnTo>
                  <a:pt x="482" y="1585"/>
                </a:lnTo>
                <a:lnTo>
                  <a:pt x="481" y="1585"/>
                </a:lnTo>
                <a:lnTo>
                  <a:pt x="480" y="1585"/>
                </a:lnTo>
                <a:lnTo>
                  <a:pt x="480" y="1584"/>
                </a:lnTo>
                <a:lnTo>
                  <a:pt x="480" y="1583"/>
                </a:lnTo>
                <a:lnTo>
                  <a:pt x="479" y="1583"/>
                </a:lnTo>
                <a:lnTo>
                  <a:pt x="479" y="1582"/>
                </a:lnTo>
                <a:lnTo>
                  <a:pt x="479" y="1581"/>
                </a:lnTo>
                <a:lnTo>
                  <a:pt x="478" y="1581"/>
                </a:lnTo>
                <a:lnTo>
                  <a:pt x="478" y="1580"/>
                </a:lnTo>
                <a:lnTo>
                  <a:pt x="477" y="1580"/>
                </a:lnTo>
                <a:lnTo>
                  <a:pt x="477" y="1579"/>
                </a:lnTo>
                <a:lnTo>
                  <a:pt x="476" y="1579"/>
                </a:lnTo>
                <a:lnTo>
                  <a:pt x="475" y="1579"/>
                </a:lnTo>
                <a:lnTo>
                  <a:pt x="474" y="1579"/>
                </a:lnTo>
                <a:lnTo>
                  <a:pt x="473" y="1579"/>
                </a:lnTo>
                <a:lnTo>
                  <a:pt x="473" y="1580"/>
                </a:lnTo>
                <a:lnTo>
                  <a:pt x="473" y="1581"/>
                </a:lnTo>
                <a:lnTo>
                  <a:pt x="472" y="1581"/>
                </a:lnTo>
                <a:lnTo>
                  <a:pt x="472" y="1582"/>
                </a:lnTo>
                <a:lnTo>
                  <a:pt x="472" y="1583"/>
                </a:lnTo>
                <a:lnTo>
                  <a:pt x="472" y="1584"/>
                </a:lnTo>
                <a:lnTo>
                  <a:pt x="471" y="1584"/>
                </a:lnTo>
                <a:lnTo>
                  <a:pt x="471" y="1585"/>
                </a:lnTo>
                <a:lnTo>
                  <a:pt x="470" y="1585"/>
                </a:lnTo>
                <a:lnTo>
                  <a:pt x="470" y="1584"/>
                </a:lnTo>
                <a:lnTo>
                  <a:pt x="469" y="1584"/>
                </a:lnTo>
                <a:lnTo>
                  <a:pt x="469" y="1583"/>
                </a:lnTo>
                <a:lnTo>
                  <a:pt x="468" y="1583"/>
                </a:lnTo>
                <a:lnTo>
                  <a:pt x="468" y="1582"/>
                </a:lnTo>
                <a:lnTo>
                  <a:pt x="467" y="1582"/>
                </a:lnTo>
                <a:lnTo>
                  <a:pt x="466" y="1582"/>
                </a:lnTo>
                <a:lnTo>
                  <a:pt x="466" y="1581"/>
                </a:lnTo>
                <a:lnTo>
                  <a:pt x="465" y="1581"/>
                </a:lnTo>
                <a:lnTo>
                  <a:pt x="464" y="1581"/>
                </a:lnTo>
                <a:lnTo>
                  <a:pt x="464" y="1580"/>
                </a:lnTo>
                <a:lnTo>
                  <a:pt x="463" y="1580"/>
                </a:lnTo>
                <a:lnTo>
                  <a:pt x="463" y="1579"/>
                </a:lnTo>
                <a:lnTo>
                  <a:pt x="463" y="1578"/>
                </a:lnTo>
                <a:lnTo>
                  <a:pt x="462" y="1578"/>
                </a:lnTo>
                <a:lnTo>
                  <a:pt x="462" y="1577"/>
                </a:lnTo>
                <a:lnTo>
                  <a:pt x="462" y="1576"/>
                </a:lnTo>
                <a:lnTo>
                  <a:pt x="463" y="1576"/>
                </a:lnTo>
                <a:lnTo>
                  <a:pt x="463" y="1575"/>
                </a:lnTo>
                <a:lnTo>
                  <a:pt x="463" y="1574"/>
                </a:lnTo>
                <a:lnTo>
                  <a:pt x="462" y="1574"/>
                </a:lnTo>
                <a:lnTo>
                  <a:pt x="462" y="1573"/>
                </a:lnTo>
                <a:lnTo>
                  <a:pt x="462" y="1572"/>
                </a:lnTo>
                <a:lnTo>
                  <a:pt x="462" y="1571"/>
                </a:lnTo>
                <a:lnTo>
                  <a:pt x="463" y="1571"/>
                </a:lnTo>
                <a:lnTo>
                  <a:pt x="463" y="1569"/>
                </a:lnTo>
                <a:lnTo>
                  <a:pt x="463" y="1568"/>
                </a:lnTo>
                <a:lnTo>
                  <a:pt x="463" y="1567"/>
                </a:lnTo>
                <a:lnTo>
                  <a:pt x="462" y="1567"/>
                </a:lnTo>
                <a:lnTo>
                  <a:pt x="462" y="1566"/>
                </a:lnTo>
                <a:lnTo>
                  <a:pt x="461" y="1565"/>
                </a:lnTo>
                <a:lnTo>
                  <a:pt x="460" y="1564"/>
                </a:lnTo>
                <a:lnTo>
                  <a:pt x="460" y="1563"/>
                </a:lnTo>
                <a:lnTo>
                  <a:pt x="460" y="1562"/>
                </a:lnTo>
                <a:lnTo>
                  <a:pt x="461" y="1562"/>
                </a:lnTo>
                <a:lnTo>
                  <a:pt x="461" y="1561"/>
                </a:lnTo>
                <a:lnTo>
                  <a:pt x="462" y="1561"/>
                </a:lnTo>
                <a:lnTo>
                  <a:pt x="462" y="1560"/>
                </a:lnTo>
                <a:lnTo>
                  <a:pt x="463" y="1560"/>
                </a:lnTo>
                <a:lnTo>
                  <a:pt x="464" y="1559"/>
                </a:lnTo>
                <a:lnTo>
                  <a:pt x="465" y="1559"/>
                </a:lnTo>
                <a:lnTo>
                  <a:pt x="465" y="1558"/>
                </a:lnTo>
                <a:lnTo>
                  <a:pt x="466" y="1558"/>
                </a:lnTo>
                <a:lnTo>
                  <a:pt x="466" y="1557"/>
                </a:lnTo>
                <a:lnTo>
                  <a:pt x="466" y="1556"/>
                </a:lnTo>
                <a:lnTo>
                  <a:pt x="466" y="1555"/>
                </a:lnTo>
                <a:lnTo>
                  <a:pt x="467" y="1555"/>
                </a:lnTo>
                <a:lnTo>
                  <a:pt x="467" y="1554"/>
                </a:lnTo>
                <a:lnTo>
                  <a:pt x="468" y="1554"/>
                </a:lnTo>
                <a:lnTo>
                  <a:pt x="468" y="1553"/>
                </a:lnTo>
                <a:lnTo>
                  <a:pt x="469" y="1553"/>
                </a:lnTo>
                <a:lnTo>
                  <a:pt x="469" y="1552"/>
                </a:lnTo>
                <a:lnTo>
                  <a:pt x="471" y="1552"/>
                </a:lnTo>
                <a:lnTo>
                  <a:pt x="472" y="1552"/>
                </a:lnTo>
                <a:lnTo>
                  <a:pt x="473" y="1552"/>
                </a:lnTo>
                <a:lnTo>
                  <a:pt x="473" y="1551"/>
                </a:lnTo>
                <a:lnTo>
                  <a:pt x="473" y="1550"/>
                </a:lnTo>
                <a:lnTo>
                  <a:pt x="473" y="1549"/>
                </a:lnTo>
                <a:lnTo>
                  <a:pt x="472" y="1549"/>
                </a:lnTo>
                <a:lnTo>
                  <a:pt x="472" y="1548"/>
                </a:lnTo>
                <a:lnTo>
                  <a:pt x="471" y="1547"/>
                </a:lnTo>
                <a:lnTo>
                  <a:pt x="472" y="1547"/>
                </a:lnTo>
                <a:lnTo>
                  <a:pt x="471" y="1547"/>
                </a:lnTo>
                <a:lnTo>
                  <a:pt x="470" y="1546"/>
                </a:lnTo>
                <a:lnTo>
                  <a:pt x="470" y="1545"/>
                </a:lnTo>
                <a:lnTo>
                  <a:pt x="469" y="1545"/>
                </a:lnTo>
                <a:lnTo>
                  <a:pt x="468" y="1545"/>
                </a:lnTo>
                <a:lnTo>
                  <a:pt x="468" y="1544"/>
                </a:lnTo>
                <a:lnTo>
                  <a:pt x="469" y="1544"/>
                </a:lnTo>
                <a:lnTo>
                  <a:pt x="468" y="1544"/>
                </a:lnTo>
                <a:lnTo>
                  <a:pt x="468" y="1543"/>
                </a:lnTo>
                <a:lnTo>
                  <a:pt x="467" y="1543"/>
                </a:lnTo>
                <a:lnTo>
                  <a:pt x="467" y="1542"/>
                </a:lnTo>
                <a:lnTo>
                  <a:pt x="466" y="1542"/>
                </a:lnTo>
                <a:lnTo>
                  <a:pt x="466" y="1541"/>
                </a:lnTo>
                <a:lnTo>
                  <a:pt x="465" y="1541"/>
                </a:lnTo>
                <a:lnTo>
                  <a:pt x="464" y="1541"/>
                </a:lnTo>
                <a:lnTo>
                  <a:pt x="464" y="1540"/>
                </a:lnTo>
                <a:lnTo>
                  <a:pt x="463" y="1540"/>
                </a:lnTo>
                <a:lnTo>
                  <a:pt x="463" y="1541"/>
                </a:lnTo>
                <a:lnTo>
                  <a:pt x="462" y="1541"/>
                </a:lnTo>
                <a:lnTo>
                  <a:pt x="462" y="1542"/>
                </a:lnTo>
                <a:lnTo>
                  <a:pt x="461" y="1542"/>
                </a:lnTo>
                <a:lnTo>
                  <a:pt x="460" y="1541"/>
                </a:lnTo>
                <a:lnTo>
                  <a:pt x="460" y="1540"/>
                </a:lnTo>
                <a:lnTo>
                  <a:pt x="459" y="1540"/>
                </a:lnTo>
                <a:lnTo>
                  <a:pt x="459" y="1541"/>
                </a:lnTo>
                <a:lnTo>
                  <a:pt x="458" y="1541"/>
                </a:lnTo>
                <a:lnTo>
                  <a:pt x="457" y="1542"/>
                </a:lnTo>
                <a:lnTo>
                  <a:pt x="457" y="1543"/>
                </a:lnTo>
                <a:lnTo>
                  <a:pt x="457" y="1542"/>
                </a:lnTo>
                <a:lnTo>
                  <a:pt x="456" y="1542"/>
                </a:lnTo>
                <a:lnTo>
                  <a:pt x="456" y="1543"/>
                </a:lnTo>
                <a:lnTo>
                  <a:pt x="455" y="1543"/>
                </a:lnTo>
                <a:lnTo>
                  <a:pt x="455" y="1542"/>
                </a:lnTo>
                <a:lnTo>
                  <a:pt x="454" y="1542"/>
                </a:lnTo>
                <a:lnTo>
                  <a:pt x="454" y="1543"/>
                </a:lnTo>
                <a:lnTo>
                  <a:pt x="453" y="1543"/>
                </a:lnTo>
                <a:lnTo>
                  <a:pt x="453" y="1544"/>
                </a:lnTo>
                <a:lnTo>
                  <a:pt x="452" y="1544"/>
                </a:lnTo>
                <a:lnTo>
                  <a:pt x="451" y="1545"/>
                </a:lnTo>
                <a:lnTo>
                  <a:pt x="450" y="1545"/>
                </a:lnTo>
                <a:lnTo>
                  <a:pt x="450" y="1546"/>
                </a:lnTo>
                <a:lnTo>
                  <a:pt x="450" y="1547"/>
                </a:lnTo>
                <a:lnTo>
                  <a:pt x="450" y="1548"/>
                </a:lnTo>
                <a:lnTo>
                  <a:pt x="450" y="1547"/>
                </a:lnTo>
                <a:lnTo>
                  <a:pt x="449" y="1547"/>
                </a:lnTo>
                <a:lnTo>
                  <a:pt x="450" y="1547"/>
                </a:lnTo>
                <a:lnTo>
                  <a:pt x="449" y="1547"/>
                </a:lnTo>
                <a:lnTo>
                  <a:pt x="449" y="1546"/>
                </a:lnTo>
                <a:lnTo>
                  <a:pt x="449" y="1545"/>
                </a:lnTo>
                <a:lnTo>
                  <a:pt x="448" y="1545"/>
                </a:lnTo>
                <a:lnTo>
                  <a:pt x="447" y="1545"/>
                </a:lnTo>
                <a:lnTo>
                  <a:pt x="447" y="1546"/>
                </a:lnTo>
                <a:lnTo>
                  <a:pt x="447" y="1545"/>
                </a:lnTo>
                <a:lnTo>
                  <a:pt x="446" y="1545"/>
                </a:lnTo>
                <a:lnTo>
                  <a:pt x="446" y="1544"/>
                </a:lnTo>
                <a:lnTo>
                  <a:pt x="447" y="1543"/>
                </a:lnTo>
                <a:lnTo>
                  <a:pt x="447" y="1542"/>
                </a:lnTo>
                <a:lnTo>
                  <a:pt x="446" y="1542"/>
                </a:lnTo>
                <a:lnTo>
                  <a:pt x="446" y="1541"/>
                </a:lnTo>
                <a:lnTo>
                  <a:pt x="445" y="1541"/>
                </a:lnTo>
                <a:lnTo>
                  <a:pt x="444" y="1542"/>
                </a:lnTo>
                <a:lnTo>
                  <a:pt x="443" y="1542"/>
                </a:lnTo>
                <a:lnTo>
                  <a:pt x="443" y="1541"/>
                </a:lnTo>
                <a:lnTo>
                  <a:pt x="442" y="1541"/>
                </a:lnTo>
                <a:lnTo>
                  <a:pt x="441" y="1541"/>
                </a:lnTo>
                <a:lnTo>
                  <a:pt x="441" y="1540"/>
                </a:lnTo>
                <a:lnTo>
                  <a:pt x="440" y="1540"/>
                </a:lnTo>
                <a:lnTo>
                  <a:pt x="439" y="1540"/>
                </a:lnTo>
                <a:lnTo>
                  <a:pt x="439" y="1539"/>
                </a:lnTo>
                <a:lnTo>
                  <a:pt x="439" y="1538"/>
                </a:lnTo>
                <a:lnTo>
                  <a:pt x="438" y="1538"/>
                </a:lnTo>
                <a:lnTo>
                  <a:pt x="438" y="1537"/>
                </a:lnTo>
                <a:lnTo>
                  <a:pt x="437" y="1537"/>
                </a:lnTo>
                <a:lnTo>
                  <a:pt x="437" y="1536"/>
                </a:lnTo>
                <a:lnTo>
                  <a:pt x="438" y="1536"/>
                </a:lnTo>
                <a:lnTo>
                  <a:pt x="437" y="1536"/>
                </a:lnTo>
                <a:lnTo>
                  <a:pt x="437" y="1534"/>
                </a:lnTo>
                <a:lnTo>
                  <a:pt x="437" y="1533"/>
                </a:lnTo>
                <a:lnTo>
                  <a:pt x="437" y="1532"/>
                </a:lnTo>
                <a:lnTo>
                  <a:pt x="436" y="1532"/>
                </a:lnTo>
                <a:lnTo>
                  <a:pt x="436" y="1531"/>
                </a:lnTo>
                <a:lnTo>
                  <a:pt x="437" y="1531"/>
                </a:lnTo>
                <a:lnTo>
                  <a:pt x="437" y="1530"/>
                </a:lnTo>
                <a:lnTo>
                  <a:pt x="436" y="1530"/>
                </a:lnTo>
                <a:lnTo>
                  <a:pt x="436" y="1529"/>
                </a:lnTo>
                <a:lnTo>
                  <a:pt x="436" y="1528"/>
                </a:lnTo>
                <a:lnTo>
                  <a:pt x="435" y="1528"/>
                </a:lnTo>
                <a:lnTo>
                  <a:pt x="435" y="1527"/>
                </a:lnTo>
                <a:lnTo>
                  <a:pt x="436" y="1527"/>
                </a:lnTo>
                <a:lnTo>
                  <a:pt x="435" y="1527"/>
                </a:lnTo>
                <a:lnTo>
                  <a:pt x="435" y="1526"/>
                </a:lnTo>
                <a:lnTo>
                  <a:pt x="435" y="1525"/>
                </a:lnTo>
                <a:lnTo>
                  <a:pt x="434" y="1525"/>
                </a:lnTo>
                <a:lnTo>
                  <a:pt x="434" y="1524"/>
                </a:lnTo>
                <a:lnTo>
                  <a:pt x="434" y="1522"/>
                </a:lnTo>
                <a:lnTo>
                  <a:pt x="434" y="1521"/>
                </a:lnTo>
                <a:lnTo>
                  <a:pt x="434" y="1520"/>
                </a:lnTo>
                <a:lnTo>
                  <a:pt x="433" y="1520"/>
                </a:lnTo>
                <a:lnTo>
                  <a:pt x="433" y="1519"/>
                </a:lnTo>
                <a:lnTo>
                  <a:pt x="432" y="1519"/>
                </a:lnTo>
                <a:lnTo>
                  <a:pt x="432" y="1518"/>
                </a:lnTo>
                <a:lnTo>
                  <a:pt x="432" y="1517"/>
                </a:lnTo>
                <a:lnTo>
                  <a:pt x="431" y="1517"/>
                </a:lnTo>
                <a:lnTo>
                  <a:pt x="431" y="1516"/>
                </a:lnTo>
                <a:lnTo>
                  <a:pt x="431" y="1515"/>
                </a:lnTo>
                <a:lnTo>
                  <a:pt x="431" y="1514"/>
                </a:lnTo>
                <a:lnTo>
                  <a:pt x="432" y="1513"/>
                </a:lnTo>
                <a:lnTo>
                  <a:pt x="431" y="1513"/>
                </a:lnTo>
                <a:lnTo>
                  <a:pt x="431" y="1512"/>
                </a:lnTo>
                <a:lnTo>
                  <a:pt x="432" y="1512"/>
                </a:lnTo>
                <a:lnTo>
                  <a:pt x="432" y="1511"/>
                </a:lnTo>
                <a:lnTo>
                  <a:pt x="432" y="1510"/>
                </a:lnTo>
                <a:lnTo>
                  <a:pt x="432" y="1509"/>
                </a:lnTo>
                <a:lnTo>
                  <a:pt x="432" y="1508"/>
                </a:lnTo>
                <a:lnTo>
                  <a:pt x="432" y="1507"/>
                </a:lnTo>
                <a:lnTo>
                  <a:pt x="432" y="1506"/>
                </a:lnTo>
                <a:lnTo>
                  <a:pt x="433" y="1506"/>
                </a:lnTo>
                <a:lnTo>
                  <a:pt x="433" y="1505"/>
                </a:lnTo>
                <a:lnTo>
                  <a:pt x="434" y="1505"/>
                </a:lnTo>
                <a:lnTo>
                  <a:pt x="435" y="1505"/>
                </a:lnTo>
                <a:lnTo>
                  <a:pt x="435" y="1504"/>
                </a:lnTo>
                <a:lnTo>
                  <a:pt x="435" y="1503"/>
                </a:lnTo>
                <a:lnTo>
                  <a:pt x="435" y="1502"/>
                </a:lnTo>
                <a:lnTo>
                  <a:pt x="435" y="1501"/>
                </a:lnTo>
                <a:lnTo>
                  <a:pt x="435" y="1500"/>
                </a:lnTo>
                <a:lnTo>
                  <a:pt x="435" y="1499"/>
                </a:lnTo>
                <a:lnTo>
                  <a:pt x="435" y="1498"/>
                </a:lnTo>
                <a:lnTo>
                  <a:pt x="436" y="1498"/>
                </a:lnTo>
                <a:lnTo>
                  <a:pt x="437" y="1498"/>
                </a:lnTo>
                <a:lnTo>
                  <a:pt x="437" y="1497"/>
                </a:lnTo>
                <a:lnTo>
                  <a:pt x="438" y="1497"/>
                </a:lnTo>
                <a:lnTo>
                  <a:pt x="439" y="1496"/>
                </a:lnTo>
                <a:lnTo>
                  <a:pt x="439" y="1495"/>
                </a:lnTo>
                <a:lnTo>
                  <a:pt x="440" y="1495"/>
                </a:lnTo>
                <a:lnTo>
                  <a:pt x="440" y="1494"/>
                </a:lnTo>
                <a:lnTo>
                  <a:pt x="439" y="1494"/>
                </a:lnTo>
                <a:lnTo>
                  <a:pt x="439" y="1493"/>
                </a:lnTo>
                <a:lnTo>
                  <a:pt x="439" y="1492"/>
                </a:lnTo>
                <a:lnTo>
                  <a:pt x="440" y="1492"/>
                </a:lnTo>
                <a:lnTo>
                  <a:pt x="440" y="1491"/>
                </a:lnTo>
                <a:lnTo>
                  <a:pt x="440" y="1490"/>
                </a:lnTo>
                <a:lnTo>
                  <a:pt x="441" y="1490"/>
                </a:lnTo>
                <a:lnTo>
                  <a:pt x="441" y="1489"/>
                </a:lnTo>
                <a:lnTo>
                  <a:pt x="441" y="1488"/>
                </a:lnTo>
                <a:lnTo>
                  <a:pt x="441" y="1487"/>
                </a:lnTo>
                <a:lnTo>
                  <a:pt x="442" y="1487"/>
                </a:lnTo>
                <a:lnTo>
                  <a:pt x="442" y="1486"/>
                </a:lnTo>
                <a:lnTo>
                  <a:pt x="443" y="1486"/>
                </a:lnTo>
                <a:lnTo>
                  <a:pt x="443" y="1485"/>
                </a:lnTo>
                <a:lnTo>
                  <a:pt x="443" y="1484"/>
                </a:lnTo>
                <a:lnTo>
                  <a:pt x="442" y="1484"/>
                </a:lnTo>
                <a:lnTo>
                  <a:pt x="442" y="1483"/>
                </a:lnTo>
                <a:lnTo>
                  <a:pt x="442" y="1482"/>
                </a:lnTo>
                <a:lnTo>
                  <a:pt x="441" y="1482"/>
                </a:lnTo>
                <a:lnTo>
                  <a:pt x="441" y="1481"/>
                </a:lnTo>
                <a:lnTo>
                  <a:pt x="441" y="1480"/>
                </a:lnTo>
                <a:lnTo>
                  <a:pt x="440" y="1480"/>
                </a:lnTo>
                <a:lnTo>
                  <a:pt x="439" y="1479"/>
                </a:lnTo>
                <a:lnTo>
                  <a:pt x="439" y="1478"/>
                </a:lnTo>
                <a:lnTo>
                  <a:pt x="438" y="1478"/>
                </a:lnTo>
                <a:lnTo>
                  <a:pt x="438" y="1477"/>
                </a:lnTo>
                <a:lnTo>
                  <a:pt x="437" y="1477"/>
                </a:lnTo>
                <a:lnTo>
                  <a:pt x="437" y="1476"/>
                </a:lnTo>
                <a:lnTo>
                  <a:pt x="437" y="1475"/>
                </a:lnTo>
                <a:lnTo>
                  <a:pt x="436" y="1475"/>
                </a:lnTo>
                <a:lnTo>
                  <a:pt x="436" y="1474"/>
                </a:lnTo>
                <a:lnTo>
                  <a:pt x="436" y="1473"/>
                </a:lnTo>
                <a:lnTo>
                  <a:pt x="436" y="1472"/>
                </a:lnTo>
                <a:lnTo>
                  <a:pt x="436" y="1471"/>
                </a:lnTo>
                <a:lnTo>
                  <a:pt x="437" y="1471"/>
                </a:lnTo>
                <a:lnTo>
                  <a:pt x="437" y="1470"/>
                </a:lnTo>
                <a:lnTo>
                  <a:pt x="438" y="1470"/>
                </a:lnTo>
                <a:lnTo>
                  <a:pt x="438" y="1469"/>
                </a:lnTo>
                <a:lnTo>
                  <a:pt x="439" y="1469"/>
                </a:lnTo>
                <a:lnTo>
                  <a:pt x="439" y="1468"/>
                </a:lnTo>
                <a:lnTo>
                  <a:pt x="438" y="1468"/>
                </a:lnTo>
                <a:lnTo>
                  <a:pt x="437" y="1468"/>
                </a:lnTo>
                <a:lnTo>
                  <a:pt x="437" y="1469"/>
                </a:lnTo>
                <a:lnTo>
                  <a:pt x="436" y="1469"/>
                </a:lnTo>
                <a:lnTo>
                  <a:pt x="435" y="1469"/>
                </a:lnTo>
                <a:lnTo>
                  <a:pt x="435" y="1468"/>
                </a:lnTo>
                <a:lnTo>
                  <a:pt x="434" y="1468"/>
                </a:lnTo>
                <a:lnTo>
                  <a:pt x="433" y="1468"/>
                </a:lnTo>
                <a:lnTo>
                  <a:pt x="433" y="1467"/>
                </a:lnTo>
                <a:lnTo>
                  <a:pt x="432" y="1467"/>
                </a:lnTo>
                <a:lnTo>
                  <a:pt x="431" y="1467"/>
                </a:lnTo>
                <a:lnTo>
                  <a:pt x="430" y="1467"/>
                </a:lnTo>
                <a:lnTo>
                  <a:pt x="428" y="1467"/>
                </a:lnTo>
                <a:lnTo>
                  <a:pt x="428" y="1468"/>
                </a:lnTo>
                <a:lnTo>
                  <a:pt x="428" y="1467"/>
                </a:lnTo>
                <a:lnTo>
                  <a:pt x="427" y="1467"/>
                </a:lnTo>
                <a:lnTo>
                  <a:pt x="427" y="1466"/>
                </a:lnTo>
                <a:lnTo>
                  <a:pt x="426" y="1466"/>
                </a:lnTo>
                <a:lnTo>
                  <a:pt x="426" y="1465"/>
                </a:lnTo>
                <a:lnTo>
                  <a:pt x="425" y="1465"/>
                </a:lnTo>
                <a:lnTo>
                  <a:pt x="424" y="1465"/>
                </a:lnTo>
                <a:lnTo>
                  <a:pt x="423" y="1465"/>
                </a:lnTo>
                <a:lnTo>
                  <a:pt x="422" y="1465"/>
                </a:lnTo>
                <a:lnTo>
                  <a:pt x="421" y="1465"/>
                </a:lnTo>
                <a:lnTo>
                  <a:pt x="420" y="1465"/>
                </a:lnTo>
                <a:lnTo>
                  <a:pt x="420" y="1466"/>
                </a:lnTo>
                <a:lnTo>
                  <a:pt x="419" y="1466"/>
                </a:lnTo>
                <a:lnTo>
                  <a:pt x="418" y="1466"/>
                </a:lnTo>
                <a:lnTo>
                  <a:pt x="418" y="1467"/>
                </a:lnTo>
                <a:lnTo>
                  <a:pt x="418" y="1468"/>
                </a:lnTo>
                <a:lnTo>
                  <a:pt x="419" y="1469"/>
                </a:lnTo>
                <a:lnTo>
                  <a:pt x="419" y="1470"/>
                </a:lnTo>
                <a:lnTo>
                  <a:pt x="420" y="1470"/>
                </a:lnTo>
                <a:lnTo>
                  <a:pt x="421" y="1470"/>
                </a:lnTo>
                <a:lnTo>
                  <a:pt x="421" y="1471"/>
                </a:lnTo>
                <a:lnTo>
                  <a:pt x="420" y="1471"/>
                </a:lnTo>
                <a:lnTo>
                  <a:pt x="419" y="1471"/>
                </a:lnTo>
                <a:lnTo>
                  <a:pt x="418" y="1471"/>
                </a:lnTo>
                <a:lnTo>
                  <a:pt x="418" y="1472"/>
                </a:lnTo>
                <a:lnTo>
                  <a:pt x="418" y="1473"/>
                </a:lnTo>
                <a:lnTo>
                  <a:pt x="417" y="1473"/>
                </a:lnTo>
                <a:lnTo>
                  <a:pt x="416" y="1473"/>
                </a:lnTo>
                <a:lnTo>
                  <a:pt x="415" y="1473"/>
                </a:lnTo>
                <a:lnTo>
                  <a:pt x="414" y="1473"/>
                </a:lnTo>
                <a:lnTo>
                  <a:pt x="413" y="1473"/>
                </a:lnTo>
                <a:lnTo>
                  <a:pt x="412" y="1473"/>
                </a:lnTo>
                <a:lnTo>
                  <a:pt x="412" y="1472"/>
                </a:lnTo>
                <a:lnTo>
                  <a:pt x="412" y="1471"/>
                </a:lnTo>
                <a:lnTo>
                  <a:pt x="413" y="1471"/>
                </a:lnTo>
                <a:lnTo>
                  <a:pt x="412" y="1471"/>
                </a:lnTo>
                <a:lnTo>
                  <a:pt x="412" y="1470"/>
                </a:lnTo>
                <a:lnTo>
                  <a:pt x="411" y="1470"/>
                </a:lnTo>
                <a:lnTo>
                  <a:pt x="411" y="1469"/>
                </a:lnTo>
                <a:lnTo>
                  <a:pt x="410" y="1469"/>
                </a:lnTo>
                <a:lnTo>
                  <a:pt x="409" y="1469"/>
                </a:lnTo>
                <a:lnTo>
                  <a:pt x="409" y="1468"/>
                </a:lnTo>
                <a:lnTo>
                  <a:pt x="408" y="1468"/>
                </a:lnTo>
                <a:lnTo>
                  <a:pt x="408" y="1467"/>
                </a:lnTo>
                <a:lnTo>
                  <a:pt x="407" y="1467"/>
                </a:lnTo>
                <a:lnTo>
                  <a:pt x="406" y="1467"/>
                </a:lnTo>
                <a:lnTo>
                  <a:pt x="405" y="1467"/>
                </a:lnTo>
                <a:lnTo>
                  <a:pt x="404" y="1467"/>
                </a:lnTo>
                <a:lnTo>
                  <a:pt x="403" y="1467"/>
                </a:lnTo>
                <a:lnTo>
                  <a:pt x="402" y="1467"/>
                </a:lnTo>
                <a:lnTo>
                  <a:pt x="402" y="1466"/>
                </a:lnTo>
                <a:lnTo>
                  <a:pt x="401" y="1466"/>
                </a:lnTo>
                <a:lnTo>
                  <a:pt x="401" y="1465"/>
                </a:lnTo>
                <a:lnTo>
                  <a:pt x="400" y="1465"/>
                </a:lnTo>
                <a:lnTo>
                  <a:pt x="399" y="1464"/>
                </a:lnTo>
                <a:lnTo>
                  <a:pt x="399" y="1463"/>
                </a:lnTo>
                <a:lnTo>
                  <a:pt x="398" y="1463"/>
                </a:lnTo>
                <a:lnTo>
                  <a:pt x="397" y="1463"/>
                </a:lnTo>
                <a:lnTo>
                  <a:pt x="396" y="1463"/>
                </a:lnTo>
                <a:lnTo>
                  <a:pt x="395" y="1463"/>
                </a:lnTo>
                <a:lnTo>
                  <a:pt x="394" y="1463"/>
                </a:lnTo>
                <a:lnTo>
                  <a:pt x="393" y="1463"/>
                </a:lnTo>
                <a:lnTo>
                  <a:pt x="393" y="1464"/>
                </a:lnTo>
                <a:lnTo>
                  <a:pt x="392" y="1463"/>
                </a:lnTo>
                <a:lnTo>
                  <a:pt x="392" y="1464"/>
                </a:lnTo>
                <a:lnTo>
                  <a:pt x="391" y="1464"/>
                </a:lnTo>
                <a:lnTo>
                  <a:pt x="390" y="1465"/>
                </a:lnTo>
                <a:lnTo>
                  <a:pt x="391" y="1466"/>
                </a:lnTo>
                <a:lnTo>
                  <a:pt x="391" y="1467"/>
                </a:lnTo>
                <a:lnTo>
                  <a:pt x="390" y="1468"/>
                </a:lnTo>
                <a:lnTo>
                  <a:pt x="390" y="1469"/>
                </a:lnTo>
                <a:lnTo>
                  <a:pt x="389" y="1469"/>
                </a:lnTo>
                <a:lnTo>
                  <a:pt x="388" y="1469"/>
                </a:lnTo>
                <a:lnTo>
                  <a:pt x="387" y="1468"/>
                </a:lnTo>
                <a:lnTo>
                  <a:pt x="387" y="1469"/>
                </a:lnTo>
                <a:lnTo>
                  <a:pt x="387" y="1468"/>
                </a:lnTo>
                <a:lnTo>
                  <a:pt x="386" y="1468"/>
                </a:lnTo>
                <a:lnTo>
                  <a:pt x="385" y="1468"/>
                </a:lnTo>
                <a:lnTo>
                  <a:pt x="385" y="1467"/>
                </a:lnTo>
                <a:lnTo>
                  <a:pt x="384" y="1468"/>
                </a:lnTo>
                <a:lnTo>
                  <a:pt x="384" y="1467"/>
                </a:lnTo>
                <a:lnTo>
                  <a:pt x="385" y="1467"/>
                </a:lnTo>
                <a:lnTo>
                  <a:pt x="385" y="1466"/>
                </a:lnTo>
                <a:lnTo>
                  <a:pt x="386" y="1466"/>
                </a:lnTo>
                <a:lnTo>
                  <a:pt x="386" y="1465"/>
                </a:lnTo>
                <a:lnTo>
                  <a:pt x="386" y="1464"/>
                </a:lnTo>
                <a:lnTo>
                  <a:pt x="385" y="1464"/>
                </a:lnTo>
                <a:lnTo>
                  <a:pt x="386" y="1464"/>
                </a:lnTo>
                <a:lnTo>
                  <a:pt x="386" y="1463"/>
                </a:lnTo>
                <a:lnTo>
                  <a:pt x="386" y="1462"/>
                </a:lnTo>
                <a:lnTo>
                  <a:pt x="385" y="1462"/>
                </a:lnTo>
                <a:lnTo>
                  <a:pt x="385" y="1461"/>
                </a:lnTo>
                <a:lnTo>
                  <a:pt x="384" y="1461"/>
                </a:lnTo>
                <a:lnTo>
                  <a:pt x="384" y="1462"/>
                </a:lnTo>
                <a:lnTo>
                  <a:pt x="383" y="1462"/>
                </a:lnTo>
                <a:lnTo>
                  <a:pt x="382" y="1462"/>
                </a:lnTo>
                <a:lnTo>
                  <a:pt x="382" y="1461"/>
                </a:lnTo>
                <a:lnTo>
                  <a:pt x="381" y="1461"/>
                </a:lnTo>
                <a:lnTo>
                  <a:pt x="381" y="1460"/>
                </a:lnTo>
                <a:lnTo>
                  <a:pt x="380" y="1460"/>
                </a:lnTo>
                <a:lnTo>
                  <a:pt x="380" y="1459"/>
                </a:lnTo>
                <a:lnTo>
                  <a:pt x="380" y="1458"/>
                </a:lnTo>
                <a:lnTo>
                  <a:pt x="379" y="1458"/>
                </a:lnTo>
                <a:lnTo>
                  <a:pt x="378" y="1458"/>
                </a:lnTo>
                <a:lnTo>
                  <a:pt x="378" y="1457"/>
                </a:lnTo>
                <a:lnTo>
                  <a:pt x="378" y="1456"/>
                </a:lnTo>
                <a:lnTo>
                  <a:pt x="378" y="1455"/>
                </a:lnTo>
                <a:lnTo>
                  <a:pt x="377" y="1455"/>
                </a:lnTo>
                <a:lnTo>
                  <a:pt x="376" y="1455"/>
                </a:lnTo>
                <a:lnTo>
                  <a:pt x="375" y="1455"/>
                </a:lnTo>
                <a:lnTo>
                  <a:pt x="374" y="1455"/>
                </a:lnTo>
                <a:lnTo>
                  <a:pt x="374" y="1456"/>
                </a:lnTo>
                <a:lnTo>
                  <a:pt x="373" y="1456"/>
                </a:lnTo>
                <a:lnTo>
                  <a:pt x="373" y="1457"/>
                </a:lnTo>
                <a:lnTo>
                  <a:pt x="372" y="1457"/>
                </a:lnTo>
                <a:lnTo>
                  <a:pt x="372" y="1456"/>
                </a:lnTo>
                <a:lnTo>
                  <a:pt x="372" y="1457"/>
                </a:lnTo>
                <a:lnTo>
                  <a:pt x="371" y="1456"/>
                </a:lnTo>
                <a:lnTo>
                  <a:pt x="371" y="1457"/>
                </a:lnTo>
                <a:lnTo>
                  <a:pt x="370" y="1457"/>
                </a:lnTo>
                <a:lnTo>
                  <a:pt x="370" y="1456"/>
                </a:lnTo>
                <a:lnTo>
                  <a:pt x="370" y="1455"/>
                </a:lnTo>
                <a:lnTo>
                  <a:pt x="369" y="1455"/>
                </a:lnTo>
                <a:lnTo>
                  <a:pt x="369" y="1454"/>
                </a:lnTo>
                <a:lnTo>
                  <a:pt x="368" y="1454"/>
                </a:lnTo>
                <a:lnTo>
                  <a:pt x="368" y="1453"/>
                </a:lnTo>
                <a:lnTo>
                  <a:pt x="367" y="1453"/>
                </a:lnTo>
                <a:lnTo>
                  <a:pt x="366" y="1453"/>
                </a:lnTo>
                <a:lnTo>
                  <a:pt x="366" y="1454"/>
                </a:lnTo>
                <a:lnTo>
                  <a:pt x="365" y="1454"/>
                </a:lnTo>
                <a:lnTo>
                  <a:pt x="364" y="1455"/>
                </a:lnTo>
                <a:lnTo>
                  <a:pt x="363" y="1455"/>
                </a:lnTo>
                <a:lnTo>
                  <a:pt x="363" y="1454"/>
                </a:lnTo>
                <a:lnTo>
                  <a:pt x="362" y="1454"/>
                </a:lnTo>
                <a:lnTo>
                  <a:pt x="362" y="1453"/>
                </a:lnTo>
                <a:lnTo>
                  <a:pt x="361" y="1453"/>
                </a:lnTo>
                <a:lnTo>
                  <a:pt x="361" y="1452"/>
                </a:lnTo>
                <a:lnTo>
                  <a:pt x="360" y="1452"/>
                </a:lnTo>
                <a:lnTo>
                  <a:pt x="360" y="1453"/>
                </a:lnTo>
                <a:lnTo>
                  <a:pt x="359" y="1453"/>
                </a:lnTo>
                <a:lnTo>
                  <a:pt x="359" y="1454"/>
                </a:lnTo>
                <a:lnTo>
                  <a:pt x="359" y="1453"/>
                </a:lnTo>
                <a:lnTo>
                  <a:pt x="358" y="1453"/>
                </a:lnTo>
                <a:lnTo>
                  <a:pt x="357" y="1453"/>
                </a:lnTo>
                <a:lnTo>
                  <a:pt x="356" y="1453"/>
                </a:lnTo>
                <a:lnTo>
                  <a:pt x="355" y="1453"/>
                </a:lnTo>
                <a:lnTo>
                  <a:pt x="355" y="1454"/>
                </a:lnTo>
                <a:lnTo>
                  <a:pt x="354" y="1455"/>
                </a:lnTo>
                <a:lnTo>
                  <a:pt x="354" y="1456"/>
                </a:lnTo>
                <a:lnTo>
                  <a:pt x="354" y="1455"/>
                </a:lnTo>
                <a:lnTo>
                  <a:pt x="353" y="1455"/>
                </a:lnTo>
                <a:lnTo>
                  <a:pt x="353" y="1454"/>
                </a:lnTo>
                <a:lnTo>
                  <a:pt x="352" y="1454"/>
                </a:lnTo>
                <a:lnTo>
                  <a:pt x="351" y="1454"/>
                </a:lnTo>
                <a:lnTo>
                  <a:pt x="351" y="1453"/>
                </a:lnTo>
                <a:lnTo>
                  <a:pt x="350" y="1453"/>
                </a:lnTo>
                <a:lnTo>
                  <a:pt x="350" y="1452"/>
                </a:lnTo>
                <a:lnTo>
                  <a:pt x="349" y="1452"/>
                </a:lnTo>
                <a:lnTo>
                  <a:pt x="349" y="1451"/>
                </a:lnTo>
                <a:lnTo>
                  <a:pt x="348" y="1451"/>
                </a:lnTo>
                <a:lnTo>
                  <a:pt x="348" y="1450"/>
                </a:lnTo>
                <a:lnTo>
                  <a:pt x="349" y="1450"/>
                </a:lnTo>
                <a:lnTo>
                  <a:pt x="348" y="1449"/>
                </a:lnTo>
                <a:lnTo>
                  <a:pt x="347" y="1449"/>
                </a:lnTo>
                <a:lnTo>
                  <a:pt x="346" y="1449"/>
                </a:lnTo>
                <a:lnTo>
                  <a:pt x="346" y="1448"/>
                </a:lnTo>
                <a:lnTo>
                  <a:pt x="346" y="1447"/>
                </a:lnTo>
                <a:lnTo>
                  <a:pt x="345" y="1447"/>
                </a:lnTo>
                <a:lnTo>
                  <a:pt x="344" y="1447"/>
                </a:lnTo>
                <a:lnTo>
                  <a:pt x="344" y="1448"/>
                </a:lnTo>
                <a:lnTo>
                  <a:pt x="343" y="1448"/>
                </a:lnTo>
                <a:lnTo>
                  <a:pt x="342" y="1449"/>
                </a:lnTo>
                <a:lnTo>
                  <a:pt x="341" y="1449"/>
                </a:lnTo>
                <a:lnTo>
                  <a:pt x="341" y="1450"/>
                </a:lnTo>
                <a:lnTo>
                  <a:pt x="341" y="1451"/>
                </a:lnTo>
                <a:lnTo>
                  <a:pt x="340" y="1451"/>
                </a:lnTo>
                <a:lnTo>
                  <a:pt x="339" y="1451"/>
                </a:lnTo>
                <a:lnTo>
                  <a:pt x="339" y="1452"/>
                </a:lnTo>
                <a:lnTo>
                  <a:pt x="338" y="1452"/>
                </a:lnTo>
                <a:lnTo>
                  <a:pt x="338" y="1451"/>
                </a:lnTo>
                <a:lnTo>
                  <a:pt x="337" y="1452"/>
                </a:lnTo>
                <a:lnTo>
                  <a:pt x="337" y="1453"/>
                </a:lnTo>
                <a:lnTo>
                  <a:pt x="336" y="1453"/>
                </a:lnTo>
                <a:lnTo>
                  <a:pt x="335" y="1453"/>
                </a:lnTo>
                <a:lnTo>
                  <a:pt x="335" y="1452"/>
                </a:lnTo>
                <a:lnTo>
                  <a:pt x="334" y="1452"/>
                </a:lnTo>
                <a:lnTo>
                  <a:pt x="333" y="1452"/>
                </a:lnTo>
                <a:lnTo>
                  <a:pt x="333" y="1453"/>
                </a:lnTo>
                <a:lnTo>
                  <a:pt x="332" y="1453"/>
                </a:lnTo>
                <a:lnTo>
                  <a:pt x="332" y="1454"/>
                </a:lnTo>
                <a:lnTo>
                  <a:pt x="331" y="1454"/>
                </a:lnTo>
                <a:lnTo>
                  <a:pt x="331" y="1453"/>
                </a:lnTo>
                <a:lnTo>
                  <a:pt x="331" y="1454"/>
                </a:lnTo>
                <a:lnTo>
                  <a:pt x="330" y="1454"/>
                </a:lnTo>
                <a:lnTo>
                  <a:pt x="329" y="1454"/>
                </a:lnTo>
                <a:lnTo>
                  <a:pt x="328" y="1454"/>
                </a:lnTo>
                <a:lnTo>
                  <a:pt x="328" y="1453"/>
                </a:lnTo>
                <a:lnTo>
                  <a:pt x="327" y="1453"/>
                </a:lnTo>
                <a:lnTo>
                  <a:pt x="326" y="1453"/>
                </a:lnTo>
                <a:lnTo>
                  <a:pt x="325" y="1452"/>
                </a:lnTo>
                <a:lnTo>
                  <a:pt x="324" y="1452"/>
                </a:lnTo>
                <a:lnTo>
                  <a:pt x="323" y="1452"/>
                </a:lnTo>
                <a:lnTo>
                  <a:pt x="323" y="1453"/>
                </a:lnTo>
                <a:lnTo>
                  <a:pt x="322" y="1454"/>
                </a:lnTo>
                <a:lnTo>
                  <a:pt x="321" y="1454"/>
                </a:lnTo>
                <a:lnTo>
                  <a:pt x="320" y="1454"/>
                </a:lnTo>
                <a:lnTo>
                  <a:pt x="319" y="1454"/>
                </a:lnTo>
                <a:lnTo>
                  <a:pt x="319" y="1453"/>
                </a:lnTo>
                <a:lnTo>
                  <a:pt x="318" y="1453"/>
                </a:lnTo>
                <a:lnTo>
                  <a:pt x="318" y="1454"/>
                </a:lnTo>
                <a:lnTo>
                  <a:pt x="317" y="1453"/>
                </a:lnTo>
                <a:lnTo>
                  <a:pt x="316" y="1453"/>
                </a:lnTo>
                <a:lnTo>
                  <a:pt x="316" y="1454"/>
                </a:lnTo>
                <a:lnTo>
                  <a:pt x="315" y="1454"/>
                </a:lnTo>
                <a:lnTo>
                  <a:pt x="315" y="1453"/>
                </a:lnTo>
                <a:lnTo>
                  <a:pt x="314" y="1453"/>
                </a:lnTo>
                <a:lnTo>
                  <a:pt x="314" y="1452"/>
                </a:lnTo>
                <a:lnTo>
                  <a:pt x="313" y="1452"/>
                </a:lnTo>
                <a:lnTo>
                  <a:pt x="312" y="1452"/>
                </a:lnTo>
                <a:lnTo>
                  <a:pt x="311" y="1452"/>
                </a:lnTo>
                <a:lnTo>
                  <a:pt x="311" y="1451"/>
                </a:lnTo>
                <a:lnTo>
                  <a:pt x="310" y="1451"/>
                </a:lnTo>
                <a:lnTo>
                  <a:pt x="311" y="1451"/>
                </a:lnTo>
                <a:lnTo>
                  <a:pt x="310" y="1451"/>
                </a:lnTo>
                <a:lnTo>
                  <a:pt x="310" y="1450"/>
                </a:lnTo>
                <a:lnTo>
                  <a:pt x="309" y="1450"/>
                </a:lnTo>
                <a:lnTo>
                  <a:pt x="308" y="1450"/>
                </a:lnTo>
                <a:lnTo>
                  <a:pt x="307" y="1450"/>
                </a:lnTo>
                <a:lnTo>
                  <a:pt x="307" y="1451"/>
                </a:lnTo>
                <a:lnTo>
                  <a:pt x="306" y="1451"/>
                </a:lnTo>
                <a:lnTo>
                  <a:pt x="306" y="1452"/>
                </a:lnTo>
                <a:lnTo>
                  <a:pt x="305" y="1452"/>
                </a:lnTo>
                <a:lnTo>
                  <a:pt x="304" y="1451"/>
                </a:lnTo>
                <a:lnTo>
                  <a:pt x="304" y="1450"/>
                </a:lnTo>
                <a:lnTo>
                  <a:pt x="303" y="1450"/>
                </a:lnTo>
                <a:lnTo>
                  <a:pt x="302" y="1450"/>
                </a:lnTo>
                <a:lnTo>
                  <a:pt x="302" y="1449"/>
                </a:lnTo>
                <a:lnTo>
                  <a:pt x="302" y="1450"/>
                </a:lnTo>
                <a:lnTo>
                  <a:pt x="301" y="1449"/>
                </a:lnTo>
                <a:lnTo>
                  <a:pt x="300" y="1449"/>
                </a:lnTo>
                <a:lnTo>
                  <a:pt x="299" y="1449"/>
                </a:lnTo>
                <a:lnTo>
                  <a:pt x="299" y="1448"/>
                </a:lnTo>
                <a:lnTo>
                  <a:pt x="298" y="1448"/>
                </a:lnTo>
                <a:lnTo>
                  <a:pt x="297" y="1448"/>
                </a:lnTo>
                <a:lnTo>
                  <a:pt x="296" y="1448"/>
                </a:lnTo>
                <a:lnTo>
                  <a:pt x="296" y="1447"/>
                </a:lnTo>
                <a:lnTo>
                  <a:pt x="295" y="1447"/>
                </a:lnTo>
                <a:lnTo>
                  <a:pt x="295" y="1446"/>
                </a:lnTo>
                <a:lnTo>
                  <a:pt x="294" y="1446"/>
                </a:lnTo>
                <a:lnTo>
                  <a:pt x="294" y="1445"/>
                </a:lnTo>
                <a:lnTo>
                  <a:pt x="294" y="1446"/>
                </a:lnTo>
                <a:lnTo>
                  <a:pt x="293" y="1446"/>
                </a:lnTo>
                <a:lnTo>
                  <a:pt x="292" y="1446"/>
                </a:lnTo>
                <a:lnTo>
                  <a:pt x="292" y="1445"/>
                </a:lnTo>
                <a:lnTo>
                  <a:pt x="291" y="1445"/>
                </a:lnTo>
                <a:lnTo>
                  <a:pt x="291" y="1444"/>
                </a:lnTo>
                <a:lnTo>
                  <a:pt x="290" y="1444"/>
                </a:lnTo>
                <a:lnTo>
                  <a:pt x="290" y="1443"/>
                </a:lnTo>
                <a:lnTo>
                  <a:pt x="289" y="1443"/>
                </a:lnTo>
                <a:lnTo>
                  <a:pt x="289" y="1442"/>
                </a:lnTo>
                <a:lnTo>
                  <a:pt x="288" y="1442"/>
                </a:lnTo>
                <a:lnTo>
                  <a:pt x="288" y="1441"/>
                </a:lnTo>
                <a:lnTo>
                  <a:pt x="287" y="1441"/>
                </a:lnTo>
                <a:lnTo>
                  <a:pt x="286" y="1441"/>
                </a:lnTo>
                <a:lnTo>
                  <a:pt x="286" y="1440"/>
                </a:lnTo>
                <a:lnTo>
                  <a:pt x="285" y="1440"/>
                </a:lnTo>
                <a:lnTo>
                  <a:pt x="285" y="1439"/>
                </a:lnTo>
                <a:lnTo>
                  <a:pt x="284" y="1439"/>
                </a:lnTo>
                <a:lnTo>
                  <a:pt x="284" y="1438"/>
                </a:lnTo>
                <a:lnTo>
                  <a:pt x="284" y="1437"/>
                </a:lnTo>
                <a:lnTo>
                  <a:pt x="285" y="1437"/>
                </a:lnTo>
                <a:lnTo>
                  <a:pt x="286" y="1438"/>
                </a:lnTo>
                <a:lnTo>
                  <a:pt x="286" y="1437"/>
                </a:lnTo>
                <a:lnTo>
                  <a:pt x="287" y="1437"/>
                </a:lnTo>
                <a:lnTo>
                  <a:pt x="288" y="1437"/>
                </a:lnTo>
                <a:lnTo>
                  <a:pt x="288" y="1438"/>
                </a:lnTo>
                <a:lnTo>
                  <a:pt x="289" y="1438"/>
                </a:lnTo>
                <a:lnTo>
                  <a:pt x="290" y="1438"/>
                </a:lnTo>
                <a:lnTo>
                  <a:pt x="291" y="1438"/>
                </a:lnTo>
                <a:lnTo>
                  <a:pt x="292" y="1438"/>
                </a:lnTo>
                <a:lnTo>
                  <a:pt x="292" y="1437"/>
                </a:lnTo>
                <a:lnTo>
                  <a:pt x="293" y="1437"/>
                </a:lnTo>
                <a:lnTo>
                  <a:pt x="292" y="1436"/>
                </a:lnTo>
                <a:lnTo>
                  <a:pt x="291" y="1437"/>
                </a:lnTo>
                <a:lnTo>
                  <a:pt x="290" y="1437"/>
                </a:lnTo>
                <a:lnTo>
                  <a:pt x="290" y="1436"/>
                </a:lnTo>
                <a:lnTo>
                  <a:pt x="289" y="1436"/>
                </a:lnTo>
                <a:lnTo>
                  <a:pt x="288" y="1436"/>
                </a:lnTo>
                <a:lnTo>
                  <a:pt x="288" y="1435"/>
                </a:lnTo>
                <a:lnTo>
                  <a:pt x="288" y="1434"/>
                </a:lnTo>
                <a:lnTo>
                  <a:pt x="288" y="1433"/>
                </a:lnTo>
                <a:lnTo>
                  <a:pt x="289" y="1432"/>
                </a:lnTo>
                <a:lnTo>
                  <a:pt x="290" y="1431"/>
                </a:lnTo>
                <a:lnTo>
                  <a:pt x="291" y="1431"/>
                </a:lnTo>
                <a:lnTo>
                  <a:pt x="291" y="1429"/>
                </a:lnTo>
                <a:lnTo>
                  <a:pt x="292" y="1429"/>
                </a:lnTo>
                <a:lnTo>
                  <a:pt x="292" y="1430"/>
                </a:lnTo>
                <a:lnTo>
                  <a:pt x="292" y="1429"/>
                </a:lnTo>
                <a:lnTo>
                  <a:pt x="292" y="1428"/>
                </a:lnTo>
                <a:lnTo>
                  <a:pt x="293" y="1428"/>
                </a:lnTo>
                <a:lnTo>
                  <a:pt x="293" y="1427"/>
                </a:lnTo>
                <a:lnTo>
                  <a:pt x="294" y="1427"/>
                </a:lnTo>
                <a:lnTo>
                  <a:pt x="294" y="1426"/>
                </a:lnTo>
                <a:lnTo>
                  <a:pt x="294" y="1425"/>
                </a:lnTo>
                <a:lnTo>
                  <a:pt x="295" y="1425"/>
                </a:lnTo>
                <a:lnTo>
                  <a:pt x="295" y="1424"/>
                </a:lnTo>
                <a:lnTo>
                  <a:pt x="296" y="1424"/>
                </a:lnTo>
                <a:lnTo>
                  <a:pt x="297" y="1424"/>
                </a:lnTo>
                <a:lnTo>
                  <a:pt x="298" y="1424"/>
                </a:lnTo>
                <a:lnTo>
                  <a:pt x="298" y="1423"/>
                </a:lnTo>
                <a:lnTo>
                  <a:pt x="299" y="1423"/>
                </a:lnTo>
                <a:lnTo>
                  <a:pt x="299" y="1422"/>
                </a:lnTo>
                <a:lnTo>
                  <a:pt x="300" y="1422"/>
                </a:lnTo>
                <a:lnTo>
                  <a:pt x="300" y="1421"/>
                </a:lnTo>
                <a:lnTo>
                  <a:pt x="300" y="1420"/>
                </a:lnTo>
                <a:lnTo>
                  <a:pt x="300" y="1419"/>
                </a:lnTo>
                <a:lnTo>
                  <a:pt x="299" y="1419"/>
                </a:lnTo>
                <a:lnTo>
                  <a:pt x="299" y="1418"/>
                </a:lnTo>
                <a:lnTo>
                  <a:pt x="300" y="1418"/>
                </a:lnTo>
                <a:lnTo>
                  <a:pt x="300" y="1417"/>
                </a:lnTo>
                <a:lnTo>
                  <a:pt x="300" y="1416"/>
                </a:lnTo>
                <a:lnTo>
                  <a:pt x="300" y="1415"/>
                </a:lnTo>
                <a:lnTo>
                  <a:pt x="300" y="1413"/>
                </a:lnTo>
                <a:lnTo>
                  <a:pt x="300" y="1412"/>
                </a:lnTo>
                <a:lnTo>
                  <a:pt x="301" y="1412"/>
                </a:lnTo>
                <a:lnTo>
                  <a:pt x="301" y="1411"/>
                </a:lnTo>
                <a:lnTo>
                  <a:pt x="301" y="1410"/>
                </a:lnTo>
                <a:lnTo>
                  <a:pt x="302" y="1409"/>
                </a:lnTo>
                <a:lnTo>
                  <a:pt x="303" y="1409"/>
                </a:lnTo>
                <a:lnTo>
                  <a:pt x="303" y="1408"/>
                </a:lnTo>
                <a:lnTo>
                  <a:pt x="304" y="1408"/>
                </a:lnTo>
                <a:lnTo>
                  <a:pt x="304" y="1407"/>
                </a:lnTo>
                <a:lnTo>
                  <a:pt x="304" y="1406"/>
                </a:lnTo>
                <a:lnTo>
                  <a:pt x="305" y="1405"/>
                </a:lnTo>
                <a:lnTo>
                  <a:pt x="305" y="1404"/>
                </a:lnTo>
                <a:lnTo>
                  <a:pt x="306" y="1404"/>
                </a:lnTo>
                <a:lnTo>
                  <a:pt x="307" y="1404"/>
                </a:lnTo>
                <a:lnTo>
                  <a:pt x="307" y="1403"/>
                </a:lnTo>
                <a:lnTo>
                  <a:pt x="308" y="1403"/>
                </a:lnTo>
                <a:lnTo>
                  <a:pt x="309" y="1403"/>
                </a:lnTo>
                <a:lnTo>
                  <a:pt x="309" y="1402"/>
                </a:lnTo>
                <a:lnTo>
                  <a:pt x="309" y="1401"/>
                </a:lnTo>
                <a:lnTo>
                  <a:pt x="309" y="1400"/>
                </a:lnTo>
                <a:lnTo>
                  <a:pt x="310" y="1400"/>
                </a:lnTo>
                <a:lnTo>
                  <a:pt x="309" y="1400"/>
                </a:lnTo>
                <a:lnTo>
                  <a:pt x="309" y="1399"/>
                </a:lnTo>
                <a:lnTo>
                  <a:pt x="309" y="1398"/>
                </a:lnTo>
                <a:lnTo>
                  <a:pt x="308" y="1398"/>
                </a:lnTo>
                <a:lnTo>
                  <a:pt x="308" y="1397"/>
                </a:lnTo>
                <a:lnTo>
                  <a:pt x="307" y="1397"/>
                </a:lnTo>
                <a:lnTo>
                  <a:pt x="307" y="1396"/>
                </a:lnTo>
                <a:lnTo>
                  <a:pt x="306" y="1396"/>
                </a:lnTo>
                <a:lnTo>
                  <a:pt x="305" y="1396"/>
                </a:lnTo>
                <a:lnTo>
                  <a:pt x="305" y="1395"/>
                </a:lnTo>
                <a:lnTo>
                  <a:pt x="305" y="1394"/>
                </a:lnTo>
                <a:lnTo>
                  <a:pt x="304" y="1394"/>
                </a:lnTo>
                <a:lnTo>
                  <a:pt x="304" y="1393"/>
                </a:lnTo>
                <a:lnTo>
                  <a:pt x="305" y="1393"/>
                </a:lnTo>
                <a:lnTo>
                  <a:pt x="305" y="1392"/>
                </a:lnTo>
                <a:lnTo>
                  <a:pt x="306" y="1392"/>
                </a:lnTo>
                <a:lnTo>
                  <a:pt x="307" y="1392"/>
                </a:lnTo>
                <a:lnTo>
                  <a:pt x="308" y="1392"/>
                </a:lnTo>
                <a:lnTo>
                  <a:pt x="309" y="1392"/>
                </a:lnTo>
                <a:lnTo>
                  <a:pt x="310" y="1391"/>
                </a:lnTo>
                <a:lnTo>
                  <a:pt x="311" y="1391"/>
                </a:lnTo>
                <a:lnTo>
                  <a:pt x="311" y="1390"/>
                </a:lnTo>
                <a:lnTo>
                  <a:pt x="312" y="1390"/>
                </a:lnTo>
                <a:lnTo>
                  <a:pt x="313" y="1390"/>
                </a:lnTo>
                <a:lnTo>
                  <a:pt x="313" y="1389"/>
                </a:lnTo>
                <a:lnTo>
                  <a:pt x="314" y="1389"/>
                </a:lnTo>
                <a:lnTo>
                  <a:pt x="314" y="1388"/>
                </a:lnTo>
                <a:lnTo>
                  <a:pt x="315" y="1388"/>
                </a:lnTo>
                <a:lnTo>
                  <a:pt x="315" y="1387"/>
                </a:lnTo>
                <a:lnTo>
                  <a:pt x="316" y="1387"/>
                </a:lnTo>
                <a:lnTo>
                  <a:pt x="316" y="1386"/>
                </a:lnTo>
                <a:lnTo>
                  <a:pt x="316" y="1385"/>
                </a:lnTo>
                <a:lnTo>
                  <a:pt x="317" y="1385"/>
                </a:lnTo>
                <a:lnTo>
                  <a:pt x="317" y="1384"/>
                </a:lnTo>
                <a:lnTo>
                  <a:pt x="318" y="1384"/>
                </a:lnTo>
                <a:lnTo>
                  <a:pt x="319" y="1384"/>
                </a:lnTo>
                <a:lnTo>
                  <a:pt x="319" y="1383"/>
                </a:lnTo>
                <a:lnTo>
                  <a:pt x="320" y="1383"/>
                </a:lnTo>
                <a:lnTo>
                  <a:pt x="321" y="1383"/>
                </a:lnTo>
                <a:lnTo>
                  <a:pt x="321" y="1382"/>
                </a:lnTo>
                <a:lnTo>
                  <a:pt x="322" y="1382"/>
                </a:lnTo>
                <a:lnTo>
                  <a:pt x="322" y="1381"/>
                </a:lnTo>
                <a:lnTo>
                  <a:pt x="323" y="1381"/>
                </a:lnTo>
                <a:lnTo>
                  <a:pt x="323" y="1380"/>
                </a:lnTo>
                <a:lnTo>
                  <a:pt x="324" y="1380"/>
                </a:lnTo>
                <a:lnTo>
                  <a:pt x="324" y="1379"/>
                </a:lnTo>
                <a:lnTo>
                  <a:pt x="325" y="1379"/>
                </a:lnTo>
                <a:lnTo>
                  <a:pt x="325" y="1378"/>
                </a:lnTo>
                <a:lnTo>
                  <a:pt x="326" y="1378"/>
                </a:lnTo>
                <a:lnTo>
                  <a:pt x="326" y="1377"/>
                </a:lnTo>
                <a:lnTo>
                  <a:pt x="327" y="1377"/>
                </a:lnTo>
                <a:lnTo>
                  <a:pt x="327" y="1376"/>
                </a:lnTo>
                <a:lnTo>
                  <a:pt x="328" y="1376"/>
                </a:lnTo>
                <a:lnTo>
                  <a:pt x="328" y="1375"/>
                </a:lnTo>
                <a:lnTo>
                  <a:pt x="329" y="1375"/>
                </a:lnTo>
                <a:lnTo>
                  <a:pt x="330" y="1374"/>
                </a:lnTo>
                <a:lnTo>
                  <a:pt x="331" y="1374"/>
                </a:lnTo>
                <a:lnTo>
                  <a:pt x="331" y="1372"/>
                </a:lnTo>
                <a:lnTo>
                  <a:pt x="331" y="1371"/>
                </a:lnTo>
                <a:lnTo>
                  <a:pt x="330" y="1371"/>
                </a:lnTo>
                <a:lnTo>
                  <a:pt x="329" y="1371"/>
                </a:lnTo>
                <a:lnTo>
                  <a:pt x="329" y="1370"/>
                </a:lnTo>
                <a:lnTo>
                  <a:pt x="328" y="1370"/>
                </a:lnTo>
                <a:lnTo>
                  <a:pt x="328" y="1369"/>
                </a:lnTo>
                <a:lnTo>
                  <a:pt x="327" y="1369"/>
                </a:lnTo>
                <a:lnTo>
                  <a:pt x="327" y="1368"/>
                </a:lnTo>
                <a:lnTo>
                  <a:pt x="327" y="1367"/>
                </a:lnTo>
                <a:lnTo>
                  <a:pt x="327" y="1365"/>
                </a:lnTo>
                <a:lnTo>
                  <a:pt x="327" y="1364"/>
                </a:lnTo>
                <a:lnTo>
                  <a:pt x="328" y="1364"/>
                </a:lnTo>
                <a:lnTo>
                  <a:pt x="328" y="1363"/>
                </a:lnTo>
                <a:lnTo>
                  <a:pt x="329" y="1363"/>
                </a:lnTo>
                <a:lnTo>
                  <a:pt x="329" y="1362"/>
                </a:lnTo>
                <a:lnTo>
                  <a:pt x="329" y="1361"/>
                </a:lnTo>
                <a:lnTo>
                  <a:pt x="330" y="1361"/>
                </a:lnTo>
                <a:lnTo>
                  <a:pt x="330" y="1360"/>
                </a:lnTo>
                <a:lnTo>
                  <a:pt x="331" y="1360"/>
                </a:lnTo>
                <a:lnTo>
                  <a:pt x="331" y="1359"/>
                </a:lnTo>
                <a:lnTo>
                  <a:pt x="332" y="1358"/>
                </a:lnTo>
                <a:lnTo>
                  <a:pt x="332" y="1357"/>
                </a:lnTo>
                <a:lnTo>
                  <a:pt x="332" y="1356"/>
                </a:lnTo>
                <a:lnTo>
                  <a:pt x="332" y="1355"/>
                </a:lnTo>
                <a:lnTo>
                  <a:pt x="332" y="1354"/>
                </a:lnTo>
                <a:lnTo>
                  <a:pt x="331" y="1354"/>
                </a:lnTo>
                <a:lnTo>
                  <a:pt x="331" y="1353"/>
                </a:lnTo>
                <a:lnTo>
                  <a:pt x="331" y="1352"/>
                </a:lnTo>
                <a:lnTo>
                  <a:pt x="330" y="1352"/>
                </a:lnTo>
                <a:lnTo>
                  <a:pt x="330" y="1351"/>
                </a:lnTo>
                <a:lnTo>
                  <a:pt x="331" y="1351"/>
                </a:lnTo>
                <a:lnTo>
                  <a:pt x="331" y="1350"/>
                </a:lnTo>
                <a:lnTo>
                  <a:pt x="330" y="1350"/>
                </a:lnTo>
                <a:lnTo>
                  <a:pt x="330" y="1349"/>
                </a:lnTo>
                <a:lnTo>
                  <a:pt x="330" y="1348"/>
                </a:lnTo>
                <a:lnTo>
                  <a:pt x="329" y="1348"/>
                </a:lnTo>
                <a:lnTo>
                  <a:pt x="329" y="1347"/>
                </a:lnTo>
                <a:lnTo>
                  <a:pt x="329" y="1346"/>
                </a:lnTo>
                <a:lnTo>
                  <a:pt x="329" y="1344"/>
                </a:lnTo>
                <a:lnTo>
                  <a:pt x="329" y="1343"/>
                </a:lnTo>
                <a:lnTo>
                  <a:pt x="328" y="1343"/>
                </a:lnTo>
                <a:lnTo>
                  <a:pt x="329" y="1343"/>
                </a:lnTo>
                <a:lnTo>
                  <a:pt x="329" y="1342"/>
                </a:lnTo>
                <a:lnTo>
                  <a:pt x="328" y="1342"/>
                </a:lnTo>
                <a:lnTo>
                  <a:pt x="328" y="1341"/>
                </a:lnTo>
                <a:lnTo>
                  <a:pt x="329" y="1341"/>
                </a:lnTo>
                <a:lnTo>
                  <a:pt x="329" y="1340"/>
                </a:lnTo>
                <a:lnTo>
                  <a:pt x="328" y="1340"/>
                </a:lnTo>
                <a:lnTo>
                  <a:pt x="329" y="1340"/>
                </a:lnTo>
                <a:lnTo>
                  <a:pt x="329" y="1339"/>
                </a:lnTo>
                <a:lnTo>
                  <a:pt x="328" y="1339"/>
                </a:lnTo>
                <a:lnTo>
                  <a:pt x="328" y="1338"/>
                </a:lnTo>
                <a:lnTo>
                  <a:pt x="327" y="1338"/>
                </a:lnTo>
                <a:lnTo>
                  <a:pt x="327" y="1337"/>
                </a:lnTo>
                <a:lnTo>
                  <a:pt x="327" y="1338"/>
                </a:lnTo>
                <a:lnTo>
                  <a:pt x="326" y="1338"/>
                </a:lnTo>
                <a:lnTo>
                  <a:pt x="326" y="1337"/>
                </a:lnTo>
                <a:lnTo>
                  <a:pt x="327" y="1337"/>
                </a:lnTo>
                <a:lnTo>
                  <a:pt x="327" y="1336"/>
                </a:lnTo>
                <a:lnTo>
                  <a:pt x="326" y="1336"/>
                </a:lnTo>
                <a:lnTo>
                  <a:pt x="326" y="1334"/>
                </a:lnTo>
                <a:lnTo>
                  <a:pt x="326" y="1333"/>
                </a:lnTo>
                <a:lnTo>
                  <a:pt x="326" y="1332"/>
                </a:lnTo>
                <a:lnTo>
                  <a:pt x="325" y="1332"/>
                </a:lnTo>
                <a:lnTo>
                  <a:pt x="325" y="1331"/>
                </a:lnTo>
                <a:lnTo>
                  <a:pt x="325" y="1330"/>
                </a:lnTo>
                <a:lnTo>
                  <a:pt x="325" y="1329"/>
                </a:lnTo>
                <a:lnTo>
                  <a:pt x="324" y="1329"/>
                </a:lnTo>
                <a:lnTo>
                  <a:pt x="323" y="1329"/>
                </a:lnTo>
                <a:lnTo>
                  <a:pt x="323" y="1328"/>
                </a:lnTo>
                <a:lnTo>
                  <a:pt x="323" y="1327"/>
                </a:lnTo>
                <a:lnTo>
                  <a:pt x="322" y="1327"/>
                </a:lnTo>
                <a:lnTo>
                  <a:pt x="322" y="1326"/>
                </a:lnTo>
                <a:lnTo>
                  <a:pt x="321" y="1326"/>
                </a:lnTo>
                <a:lnTo>
                  <a:pt x="321" y="1325"/>
                </a:lnTo>
                <a:lnTo>
                  <a:pt x="321" y="1324"/>
                </a:lnTo>
                <a:lnTo>
                  <a:pt x="322" y="1324"/>
                </a:lnTo>
                <a:lnTo>
                  <a:pt x="322" y="1323"/>
                </a:lnTo>
                <a:lnTo>
                  <a:pt x="323" y="1323"/>
                </a:lnTo>
                <a:lnTo>
                  <a:pt x="323" y="1322"/>
                </a:lnTo>
                <a:lnTo>
                  <a:pt x="323" y="1321"/>
                </a:lnTo>
                <a:lnTo>
                  <a:pt x="324" y="1321"/>
                </a:lnTo>
                <a:lnTo>
                  <a:pt x="325" y="1321"/>
                </a:lnTo>
                <a:lnTo>
                  <a:pt x="326" y="1321"/>
                </a:lnTo>
                <a:lnTo>
                  <a:pt x="326" y="1320"/>
                </a:lnTo>
                <a:lnTo>
                  <a:pt x="327" y="1320"/>
                </a:lnTo>
                <a:lnTo>
                  <a:pt x="328" y="1320"/>
                </a:lnTo>
                <a:lnTo>
                  <a:pt x="329" y="1320"/>
                </a:lnTo>
                <a:lnTo>
                  <a:pt x="330" y="1320"/>
                </a:lnTo>
                <a:lnTo>
                  <a:pt x="330" y="1319"/>
                </a:lnTo>
                <a:lnTo>
                  <a:pt x="331" y="1319"/>
                </a:lnTo>
                <a:lnTo>
                  <a:pt x="332" y="1319"/>
                </a:lnTo>
                <a:lnTo>
                  <a:pt x="333" y="1319"/>
                </a:lnTo>
                <a:lnTo>
                  <a:pt x="334" y="1319"/>
                </a:lnTo>
                <a:lnTo>
                  <a:pt x="334" y="1320"/>
                </a:lnTo>
                <a:lnTo>
                  <a:pt x="334" y="1319"/>
                </a:lnTo>
                <a:lnTo>
                  <a:pt x="335" y="1319"/>
                </a:lnTo>
                <a:lnTo>
                  <a:pt x="335" y="1318"/>
                </a:lnTo>
                <a:lnTo>
                  <a:pt x="335" y="1317"/>
                </a:lnTo>
                <a:lnTo>
                  <a:pt x="335" y="1316"/>
                </a:lnTo>
                <a:lnTo>
                  <a:pt x="335" y="1315"/>
                </a:lnTo>
                <a:lnTo>
                  <a:pt x="335" y="1314"/>
                </a:lnTo>
                <a:lnTo>
                  <a:pt x="335" y="1313"/>
                </a:lnTo>
                <a:lnTo>
                  <a:pt x="336" y="1313"/>
                </a:lnTo>
                <a:lnTo>
                  <a:pt x="336" y="1312"/>
                </a:lnTo>
                <a:lnTo>
                  <a:pt x="336" y="1311"/>
                </a:lnTo>
                <a:lnTo>
                  <a:pt x="336" y="1310"/>
                </a:lnTo>
                <a:lnTo>
                  <a:pt x="336" y="1309"/>
                </a:lnTo>
                <a:lnTo>
                  <a:pt x="337" y="1309"/>
                </a:lnTo>
                <a:lnTo>
                  <a:pt x="337" y="1308"/>
                </a:lnTo>
                <a:lnTo>
                  <a:pt x="337" y="1307"/>
                </a:lnTo>
                <a:lnTo>
                  <a:pt x="338" y="1307"/>
                </a:lnTo>
                <a:lnTo>
                  <a:pt x="339" y="1307"/>
                </a:lnTo>
                <a:lnTo>
                  <a:pt x="340" y="1307"/>
                </a:lnTo>
                <a:lnTo>
                  <a:pt x="341" y="1307"/>
                </a:lnTo>
                <a:lnTo>
                  <a:pt x="342" y="1307"/>
                </a:lnTo>
                <a:lnTo>
                  <a:pt x="342" y="1306"/>
                </a:lnTo>
                <a:lnTo>
                  <a:pt x="343" y="1306"/>
                </a:lnTo>
                <a:lnTo>
                  <a:pt x="343" y="1305"/>
                </a:lnTo>
                <a:lnTo>
                  <a:pt x="344" y="1305"/>
                </a:lnTo>
                <a:lnTo>
                  <a:pt x="345" y="1305"/>
                </a:lnTo>
                <a:lnTo>
                  <a:pt x="345" y="1304"/>
                </a:lnTo>
                <a:lnTo>
                  <a:pt x="346" y="1304"/>
                </a:lnTo>
                <a:lnTo>
                  <a:pt x="346" y="1303"/>
                </a:lnTo>
                <a:lnTo>
                  <a:pt x="347" y="1303"/>
                </a:lnTo>
                <a:lnTo>
                  <a:pt x="347" y="1304"/>
                </a:lnTo>
                <a:lnTo>
                  <a:pt x="347" y="1303"/>
                </a:lnTo>
                <a:lnTo>
                  <a:pt x="348" y="1303"/>
                </a:lnTo>
                <a:lnTo>
                  <a:pt x="349" y="1303"/>
                </a:lnTo>
                <a:lnTo>
                  <a:pt x="350" y="1304"/>
                </a:lnTo>
                <a:lnTo>
                  <a:pt x="350" y="1303"/>
                </a:lnTo>
                <a:lnTo>
                  <a:pt x="350" y="1302"/>
                </a:lnTo>
                <a:lnTo>
                  <a:pt x="349" y="1302"/>
                </a:lnTo>
                <a:lnTo>
                  <a:pt x="349" y="1301"/>
                </a:lnTo>
                <a:lnTo>
                  <a:pt x="348" y="1301"/>
                </a:lnTo>
                <a:lnTo>
                  <a:pt x="348" y="1300"/>
                </a:lnTo>
                <a:lnTo>
                  <a:pt x="348" y="1299"/>
                </a:lnTo>
                <a:lnTo>
                  <a:pt x="348" y="1297"/>
                </a:lnTo>
                <a:lnTo>
                  <a:pt x="348" y="1296"/>
                </a:lnTo>
                <a:lnTo>
                  <a:pt x="347" y="1296"/>
                </a:lnTo>
                <a:lnTo>
                  <a:pt x="347" y="1295"/>
                </a:lnTo>
                <a:lnTo>
                  <a:pt x="347" y="1294"/>
                </a:lnTo>
                <a:lnTo>
                  <a:pt x="347" y="1293"/>
                </a:lnTo>
                <a:lnTo>
                  <a:pt x="347" y="1292"/>
                </a:lnTo>
                <a:lnTo>
                  <a:pt x="346" y="1292"/>
                </a:lnTo>
                <a:lnTo>
                  <a:pt x="347" y="1292"/>
                </a:lnTo>
                <a:lnTo>
                  <a:pt x="347" y="1291"/>
                </a:lnTo>
                <a:lnTo>
                  <a:pt x="346" y="1291"/>
                </a:lnTo>
                <a:lnTo>
                  <a:pt x="346" y="1290"/>
                </a:lnTo>
                <a:lnTo>
                  <a:pt x="346" y="1289"/>
                </a:lnTo>
                <a:lnTo>
                  <a:pt x="347" y="1289"/>
                </a:lnTo>
                <a:lnTo>
                  <a:pt x="347" y="1288"/>
                </a:lnTo>
                <a:lnTo>
                  <a:pt x="346" y="1288"/>
                </a:lnTo>
                <a:lnTo>
                  <a:pt x="346" y="1287"/>
                </a:lnTo>
                <a:lnTo>
                  <a:pt x="347" y="1286"/>
                </a:lnTo>
                <a:lnTo>
                  <a:pt x="347" y="1284"/>
                </a:lnTo>
                <a:lnTo>
                  <a:pt x="348" y="1284"/>
                </a:lnTo>
                <a:lnTo>
                  <a:pt x="348" y="1285"/>
                </a:lnTo>
                <a:lnTo>
                  <a:pt x="349" y="1285"/>
                </a:lnTo>
                <a:lnTo>
                  <a:pt x="350" y="1285"/>
                </a:lnTo>
                <a:lnTo>
                  <a:pt x="350" y="1286"/>
                </a:lnTo>
                <a:lnTo>
                  <a:pt x="351" y="1286"/>
                </a:lnTo>
                <a:lnTo>
                  <a:pt x="351" y="1287"/>
                </a:lnTo>
                <a:lnTo>
                  <a:pt x="352" y="1287"/>
                </a:lnTo>
                <a:lnTo>
                  <a:pt x="353" y="1287"/>
                </a:lnTo>
                <a:lnTo>
                  <a:pt x="354" y="1288"/>
                </a:lnTo>
                <a:lnTo>
                  <a:pt x="354" y="1289"/>
                </a:lnTo>
                <a:lnTo>
                  <a:pt x="355" y="1289"/>
                </a:lnTo>
                <a:lnTo>
                  <a:pt x="355" y="1290"/>
                </a:lnTo>
                <a:lnTo>
                  <a:pt x="356" y="1290"/>
                </a:lnTo>
                <a:lnTo>
                  <a:pt x="356" y="1291"/>
                </a:lnTo>
                <a:lnTo>
                  <a:pt x="357" y="1291"/>
                </a:lnTo>
                <a:lnTo>
                  <a:pt x="358" y="1291"/>
                </a:lnTo>
                <a:lnTo>
                  <a:pt x="359" y="1291"/>
                </a:lnTo>
                <a:lnTo>
                  <a:pt x="359" y="1292"/>
                </a:lnTo>
                <a:lnTo>
                  <a:pt x="360" y="1292"/>
                </a:lnTo>
                <a:lnTo>
                  <a:pt x="361" y="1292"/>
                </a:lnTo>
                <a:lnTo>
                  <a:pt x="362" y="1292"/>
                </a:lnTo>
                <a:lnTo>
                  <a:pt x="362" y="1293"/>
                </a:lnTo>
                <a:lnTo>
                  <a:pt x="363" y="1293"/>
                </a:lnTo>
                <a:lnTo>
                  <a:pt x="364" y="1293"/>
                </a:lnTo>
                <a:lnTo>
                  <a:pt x="364" y="1294"/>
                </a:lnTo>
                <a:lnTo>
                  <a:pt x="365" y="1294"/>
                </a:lnTo>
                <a:lnTo>
                  <a:pt x="365" y="1293"/>
                </a:lnTo>
                <a:lnTo>
                  <a:pt x="366" y="1293"/>
                </a:lnTo>
                <a:lnTo>
                  <a:pt x="366" y="1292"/>
                </a:lnTo>
                <a:lnTo>
                  <a:pt x="367" y="1292"/>
                </a:lnTo>
                <a:lnTo>
                  <a:pt x="367" y="1293"/>
                </a:lnTo>
                <a:lnTo>
                  <a:pt x="368" y="1293"/>
                </a:lnTo>
                <a:lnTo>
                  <a:pt x="369" y="1293"/>
                </a:lnTo>
                <a:lnTo>
                  <a:pt x="369" y="1292"/>
                </a:lnTo>
                <a:lnTo>
                  <a:pt x="369" y="1291"/>
                </a:lnTo>
                <a:lnTo>
                  <a:pt x="370" y="1291"/>
                </a:lnTo>
                <a:lnTo>
                  <a:pt x="370" y="1290"/>
                </a:lnTo>
                <a:lnTo>
                  <a:pt x="370" y="1289"/>
                </a:lnTo>
                <a:lnTo>
                  <a:pt x="370" y="1288"/>
                </a:lnTo>
                <a:lnTo>
                  <a:pt x="371" y="1288"/>
                </a:lnTo>
                <a:lnTo>
                  <a:pt x="371" y="1287"/>
                </a:lnTo>
                <a:lnTo>
                  <a:pt x="370" y="1287"/>
                </a:lnTo>
                <a:lnTo>
                  <a:pt x="370" y="1286"/>
                </a:lnTo>
                <a:lnTo>
                  <a:pt x="370" y="1285"/>
                </a:lnTo>
                <a:lnTo>
                  <a:pt x="370" y="1284"/>
                </a:lnTo>
                <a:lnTo>
                  <a:pt x="369" y="1284"/>
                </a:lnTo>
                <a:lnTo>
                  <a:pt x="369" y="1283"/>
                </a:lnTo>
                <a:lnTo>
                  <a:pt x="369" y="1282"/>
                </a:lnTo>
                <a:lnTo>
                  <a:pt x="368" y="1282"/>
                </a:lnTo>
                <a:lnTo>
                  <a:pt x="367" y="1281"/>
                </a:lnTo>
                <a:lnTo>
                  <a:pt x="366" y="1281"/>
                </a:lnTo>
                <a:lnTo>
                  <a:pt x="365" y="1281"/>
                </a:lnTo>
                <a:lnTo>
                  <a:pt x="365" y="1280"/>
                </a:lnTo>
                <a:lnTo>
                  <a:pt x="365" y="1279"/>
                </a:lnTo>
                <a:lnTo>
                  <a:pt x="366" y="1279"/>
                </a:lnTo>
                <a:lnTo>
                  <a:pt x="365" y="1279"/>
                </a:lnTo>
                <a:lnTo>
                  <a:pt x="365" y="1278"/>
                </a:lnTo>
                <a:lnTo>
                  <a:pt x="365" y="1277"/>
                </a:lnTo>
                <a:lnTo>
                  <a:pt x="364" y="1277"/>
                </a:lnTo>
                <a:lnTo>
                  <a:pt x="364" y="1276"/>
                </a:lnTo>
                <a:lnTo>
                  <a:pt x="363" y="1276"/>
                </a:lnTo>
                <a:lnTo>
                  <a:pt x="363" y="1275"/>
                </a:lnTo>
                <a:lnTo>
                  <a:pt x="363" y="1274"/>
                </a:lnTo>
                <a:lnTo>
                  <a:pt x="363" y="1273"/>
                </a:lnTo>
                <a:lnTo>
                  <a:pt x="363" y="1272"/>
                </a:lnTo>
                <a:lnTo>
                  <a:pt x="363" y="1271"/>
                </a:lnTo>
                <a:lnTo>
                  <a:pt x="363" y="1270"/>
                </a:lnTo>
                <a:lnTo>
                  <a:pt x="363" y="1269"/>
                </a:lnTo>
                <a:lnTo>
                  <a:pt x="362" y="1269"/>
                </a:lnTo>
                <a:lnTo>
                  <a:pt x="362" y="1268"/>
                </a:lnTo>
                <a:lnTo>
                  <a:pt x="363" y="1268"/>
                </a:lnTo>
                <a:lnTo>
                  <a:pt x="364" y="1268"/>
                </a:lnTo>
                <a:lnTo>
                  <a:pt x="363" y="1268"/>
                </a:lnTo>
                <a:lnTo>
                  <a:pt x="363" y="1267"/>
                </a:lnTo>
                <a:lnTo>
                  <a:pt x="363" y="1266"/>
                </a:lnTo>
                <a:lnTo>
                  <a:pt x="364" y="1266"/>
                </a:lnTo>
                <a:lnTo>
                  <a:pt x="364" y="1265"/>
                </a:lnTo>
                <a:lnTo>
                  <a:pt x="364" y="1264"/>
                </a:lnTo>
                <a:lnTo>
                  <a:pt x="365" y="1264"/>
                </a:lnTo>
                <a:lnTo>
                  <a:pt x="365" y="1263"/>
                </a:lnTo>
                <a:lnTo>
                  <a:pt x="366" y="1263"/>
                </a:lnTo>
                <a:lnTo>
                  <a:pt x="366" y="1262"/>
                </a:lnTo>
                <a:lnTo>
                  <a:pt x="365" y="1262"/>
                </a:lnTo>
                <a:lnTo>
                  <a:pt x="365" y="1261"/>
                </a:lnTo>
                <a:lnTo>
                  <a:pt x="365" y="1260"/>
                </a:lnTo>
                <a:lnTo>
                  <a:pt x="365" y="1259"/>
                </a:lnTo>
                <a:lnTo>
                  <a:pt x="364" y="1259"/>
                </a:lnTo>
                <a:lnTo>
                  <a:pt x="365" y="1258"/>
                </a:lnTo>
                <a:lnTo>
                  <a:pt x="364" y="1258"/>
                </a:lnTo>
                <a:lnTo>
                  <a:pt x="363" y="1258"/>
                </a:lnTo>
                <a:lnTo>
                  <a:pt x="363" y="1257"/>
                </a:lnTo>
                <a:lnTo>
                  <a:pt x="362" y="1256"/>
                </a:lnTo>
                <a:lnTo>
                  <a:pt x="361" y="1256"/>
                </a:lnTo>
                <a:lnTo>
                  <a:pt x="361" y="1257"/>
                </a:lnTo>
                <a:lnTo>
                  <a:pt x="360" y="1257"/>
                </a:lnTo>
                <a:lnTo>
                  <a:pt x="359" y="1257"/>
                </a:lnTo>
                <a:lnTo>
                  <a:pt x="359" y="1256"/>
                </a:lnTo>
                <a:lnTo>
                  <a:pt x="358" y="1256"/>
                </a:lnTo>
                <a:lnTo>
                  <a:pt x="357" y="1256"/>
                </a:lnTo>
                <a:lnTo>
                  <a:pt x="356" y="1255"/>
                </a:lnTo>
                <a:lnTo>
                  <a:pt x="356" y="1256"/>
                </a:lnTo>
                <a:lnTo>
                  <a:pt x="355" y="1256"/>
                </a:lnTo>
                <a:lnTo>
                  <a:pt x="354" y="1256"/>
                </a:lnTo>
                <a:lnTo>
                  <a:pt x="353" y="1256"/>
                </a:lnTo>
                <a:lnTo>
                  <a:pt x="353" y="1255"/>
                </a:lnTo>
                <a:lnTo>
                  <a:pt x="353" y="1256"/>
                </a:lnTo>
                <a:lnTo>
                  <a:pt x="352" y="1256"/>
                </a:lnTo>
                <a:lnTo>
                  <a:pt x="351" y="1256"/>
                </a:lnTo>
                <a:lnTo>
                  <a:pt x="351" y="1255"/>
                </a:lnTo>
                <a:lnTo>
                  <a:pt x="351" y="1256"/>
                </a:lnTo>
                <a:lnTo>
                  <a:pt x="351" y="1255"/>
                </a:lnTo>
                <a:lnTo>
                  <a:pt x="350" y="1255"/>
                </a:lnTo>
                <a:lnTo>
                  <a:pt x="349" y="1255"/>
                </a:lnTo>
                <a:lnTo>
                  <a:pt x="348" y="1255"/>
                </a:lnTo>
                <a:lnTo>
                  <a:pt x="348" y="1256"/>
                </a:lnTo>
                <a:lnTo>
                  <a:pt x="348" y="1255"/>
                </a:lnTo>
                <a:lnTo>
                  <a:pt x="347" y="1255"/>
                </a:lnTo>
                <a:lnTo>
                  <a:pt x="346" y="1254"/>
                </a:lnTo>
                <a:lnTo>
                  <a:pt x="345" y="1254"/>
                </a:lnTo>
                <a:lnTo>
                  <a:pt x="345" y="1253"/>
                </a:lnTo>
                <a:lnTo>
                  <a:pt x="344" y="1253"/>
                </a:lnTo>
                <a:lnTo>
                  <a:pt x="343" y="1253"/>
                </a:lnTo>
                <a:lnTo>
                  <a:pt x="343" y="1252"/>
                </a:lnTo>
                <a:lnTo>
                  <a:pt x="343" y="1253"/>
                </a:lnTo>
                <a:lnTo>
                  <a:pt x="342" y="1253"/>
                </a:lnTo>
                <a:lnTo>
                  <a:pt x="341" y="1252"/>
                </a:lnTo>
                <a:lnTo>
                  <a:pt x="340" y="1252"/>
                </a:lnTo>
                <a:lnTo>
                  <a:pt x="339" y="1252"/>
                </a:lnTo>
                <a:lnTo>
                  <a:pt x="338" y="1252"/>
                </a:lnTo>
                <a:lnTo>
                  <a:pt x="338" y="1251"/>
                </a:lnTo>
                <a:lnTo>
                  <a:pt x="338" y="1250"/>
                </a:lnTo>
                <a:lnTo>
                  <a:pt x="337" y="1250"/>
                </a:lnTo>
                <a:lnTo>
                  <a:pt x="336" y="1250"/>
                </a:lnTo>
                <a:lnTo>
                  <a:pt x="336" y="1249"/>
                </a:lnTo>
                <a:lnTo>
                  <a:pt x="335" y="1249"/>
                </a:lnTo>
                <a:lnTo>
                  <a:pt x="335" y="1248"/>
                </a:lnTo>
                <a:lnTo>
                  <a:pt x="335" y="1247"/>
                </a:lnTo>
                <a:lnTo>
                  <a:pt x="335" y="1246"/>
                </a:lnTo>
                <a:lnTo>
                  <a:pt x="334" y="1246"/>
                </a:lnTo>
                <a:lnTo>
                  <a:pt x="334" y="1245"/>
                </a:lnTo>
                <a:lnTo>
                  <a:pt x="334" y="1246"/>
                </a:lnTo>
                <a:lnTo>
                  <a:pt x="333" y="1246"/>
                </a:lnTo>
                <a:lnTo>
                  <a:pt x="333" y="1245"/>
                </a:lnTo>
                <a:lnTo>
                  <a:pt x="332" y="1245"/>
                </a:lnTo>
                <a:lnTo>
                  <a:pt x="332" y="1244"/>
                </a:lnTo>
                <a:lnTo>
                  <a:pt x="331" y="1244"/>
                </a:lnTo>
                <a:lnTo>
                  <a:pt x="330" y="1244"/>
                </a:lnTo>
                <a:lnTo>
                  <a:pt x="329" y="1244"/>
                </a:lnTo>
                <a:lnTo>
                  <a:pt x="328" y="1244"/>
                </a:lnTo>
                <a:lnTo>
                  <a:pt x="328" y="1245"/>
                </a:lnTo>
                <a:lnTo>
                  <a:pt x="328" y="1246"/>
                </a:lnTo>
                <a:lnTo>
                  <a:pt x="327" y="1246"/>
                </a:lnTo>
                <a:lnTo>
                  <a:pt x="327" y="1247"/>
                </a:lnTo>
                <a:lnTo>
                  <a:pt x="327" y="1248"/>
                </a:lnTo>
                <a:lnTo>
                  <a:pt x="327" y="1249"/>
                </a:lnTo>
                <a:lnTo>
                  <a:pt x="326" y="1249"/>
                </a:lnTo>
                <a:lnTo>
                  <a:pt x="325" y="1249"/>
                </a:lnTo>
                <a:lnTo>
                  <a:pt x="324" y="1250"/>
                </a:lnTo>
                <a:lnTo>
                  <a:pt x="323" y="1251"/>
                </a:lnTo>
                <a:lnTo>
                  <a:pt x="323" y="1250"/>
                </a:lnTo>
                <a:lnTo>
                  <a:pt x="322" y="1250"/>
                </a:lnTo>
                <a:lnTo>
                  <a:pt x="322" y="1249"/>
                </a:lnTo>
                <a:lnTo>
                  <a:pt x="321" y="1249"/>
                </a:lnTo>
                <a:lnTo>
                  <a:pt x="320" y="1249"/>
                </a:lnTo>
                <a:lnTo>
                  <a:pt x="319" y="1249"/>
                </a:lnTo>
                <a:lnTo>
                  <a:pt x="319" y="1250"/>
                </a:lnTo>
                <a:lnTo>
                  <a:pt x="318" y="1250"/>
                </a:lnTo>
                <a:lnTo>
                  <a:pt x="318" y="1251"/>
                </a:lnTo>
                <a:lnTo>
                  <a:pt x="317" y="1251"/>
                </a:lnTo>
                <a:lnTo>
                  <a:pt x="317" y="1250"/>
                </a:lnTo>
                <a:lnTo>
                  <a:pt x="316" y="1250"/>
                </a:lnTo>
                <a:lnTo>
                  <a:pt x="316" y="1251"/>
                </a:lnTo>
                <a:lnTo>
                  <a:pt x="315" y="1251"/>
                </a:lnTo>
                <a:lnTo>
                  <a:pt x="315" y="1252"/>
                </a:lnTo>
                <a:lnTo>
                  <a:pt x="315" y="1253"/>
                </a:lnTo>
                <a:lnTo>
                  <a:pt x="315" y="1254"/>
                </a:lnTo>
                <a:lnTo>
                  <a:pt x="314" y="1254"/>
                </a:lnTo>
                <a:lnTo>
                  <a:pt x="313" y="1254"/>
                </a:lnTo>
                <a:lnTo>
                  <a:pt x="312" y="1254"/>
                </a:lnTo>
                <a:lnTo>
                  <a:pt x="311" y="1254"/>
                </a:lnTo>
                <a:lnTo>
                  <a:pt x="311" y="1253"/>
                </a:lnTo>
                <a:lnTo>
                  <a:pt x="310" y="1253"/>
                </a:lnTo>
                <a:lnTo>
                  <a:pt x="310" y="1252"/>
                </a:lnTo>
                <a:lnTo>
                  <a:pt x="310" y="1251"/>
                </a:lnTo>
                <a:lnTo>
                  <a:pt x="309" y="1251"/>
                </a:lnTo>
                <a:lnTo>
                  <a:pt x="309" y="1252"/>
                </a:lnTo>
                <a:lnTo>
                  <a:pt x="308" y="1252"/>
                </a:lnTo>
                <a:lnTo>
                  <a:pt x="307" y="1252"/>
                </a:lnTo>
                <a:lnTo>
                  <a:pt x="306" y="1252"/>
                </a:lnTo>
                <a:lnTo>
                  <a:pt x="306" y="1251"/>
                </a:lnTo>
                <a:lnTo>
                  <a:pt x="305" y="1250"/>
                </a:lnTo>
                <a:lnTo>
                  <a:pt x="305" y="1249"/>
                </a:lnTo>
                <a:lnTo>
                  <a:pt x="305" y="1248"/>
                </a:lnTo>
                <a:lnTo>
                  <a:pt x="304" y="1248"/>
                </a:lnTo>
                <a:lnTo>
                  <a:pt x="303" y="1247"/>
                </a:lnTo>
                <a:lnTo>
                  <a:pt x="303" y="1248"/>
                </a:lnTo>
                <a:lnTo>
                  <a:pt x="302" y="1248"/>
                </a:lnTo>
                <a:lnTo>
                  <a:pt x="302" y="1249"/>
                </a:lnTo>
                <a:lnTo>
                  <a:pt x="301" y="1249"/>
                </a:lnTo>
                <a:lnTo>
                  <a:pt x="300" y="1248"/>
                </a:lnTo>
                <a:lnTo>
                  <a:pt x="298" y="1248"/>
                </a:lnTo>
                <a:lnTo>
                  <a:pt x="297" y="1248"/>
                </a:lnTo>
                <a:lnTo>
                  <a:pt x="296" y="1248"/>
                </a:lnTo>
                <a:lnTo>
                  <a:pt x="295" y="1248"/>
                </a:lnTo>
                <a:lnTo>
                  <a:pt x="294" y="1248"/>
                </a:lnTo>
                <a:lnTo>
                  <a:pt x="294" y="1247"/>
                </a:lnTo>
                <a:lnTo>
                  <a:pt x="293" y="1247"/>
                </a:lnTo>
                <a:lnTo>
                  <a:pt x="293" y="1248"/>
                </a:lnTo>
                <a:lnTo>
                  <a:pt x="292" y="1248"/>
                </a:lnTo>
                <a:lnTo>
                  <a:pt x="291" y="1248"/>
                </a:lnTo>
                <a:lnTo>
                  <a:pt x="291" y="1249"/>
                </a:lnTo>
                <a:lnTo>
                  <a:pt x="290" y="1249"/>
                </a:lnTo>
                <a:lnTo>
                  <a:pt x="289" y="1249"/>
                </a:lnTo>
                <a:lnTo>
                  <a:pt x="288" y="1248"/>
                </a:lnTo>
                <a:lnTo>
                  <a:pt x="287" y="1248"/>
                </a:lnTo>
                <a:lnTo>
                  <a:pt x="287" y="1249"/>
                </a:lnTo>
                <a:lnTo>
                  <a:pt x="287" y="1250"/>
                </a:lnTo>
                <a:lnTo>
                  <a:pt x="286" y="1250"/>
                </a:lnTo>
                <a:lnTo>
                  <a:pt x="285" y="1250"/>
                </a:lnTo>
                <a:lnTo>
                  <a:pt x="285" y="1249"/>
                </a:lnTo>
                <a:lnTo>
                  <a:pt x="284" y="1249"/>
                </a:lnTo>
                <a:lnTo>
                  <a:pt x="284" y="1248"/>
                </a:lnTo>
                <a:lnTo>
                  <a:pt x="283" y="1248"/>
                </a:lnTo>
                <a:lnTo>
                  <a:pt x="282" y="1248"/>
                </a:lnTo>
                <a:lnTo>
                  <a:pt x="282" y="1247"/>
                </a:lnTo>
                <a:lnTo>
                  <a:pt x="281" y="1247"/>
                </a:lnTo>
                <a:lnTo>
                  <a:pt x="280" y="1247"/>
                </a:lnTo>
                <a:lnTo>
                  <a:pt x="280" y="1246"/>
                </a:lnTo>
                <a:lnTo>
                  <a:pt x="279" y="1246"/>
                </a:lnTo>
                <a:lnTo>
                  <a:pt x="278" y="1246"/>
                </a:lnTo>
                <a:lnTo>
                  <a:pt x="278" y="1245"/>
                </a:lnTo>
                <a:lnTo>
                  <a:pt x="277" y="1245"/>
                </a:lnTo>
                <a:lnTo>
                  <a:pt x="276" y="1244"/>
                </a:lnTo>
                <a:lnTo>
                  <a:pt x="275" y="1244"/>
                </a:lnTo>
                <a:lnTo>
                  <a:pt x="275" y="1243"/>
                </a:lnTo>
                <a:lnTo>
                  <a:pt x="275" y="1242"/>
                </a:lnTo>
                <a:lnTo>
                  <a:pt x="275" y="1241"/>
                </a:lnTo>
                <a:lnTo>
                  <a:pt x="276" y="1241"/>
                </a:lnTo>
                <a:lnTo>
                  <a:pt x="276" y="1240"/>
                </a:lnTo>
                <a:lnTo>
                  <a:pt x="275" y="1240"/>
                </a:lnTo>
                <a:lnTo>
                  <a:pt x="275" y="1239"/>
                </a:lnTo>
                <a:lnTo>
                  <a:pt x="276" y="1239"/>
                </a:lnTo>
                <a:lnTo>
                  <a:pt x="275" y="1239"/>
                </a:lnTo>
                <a:lnTo>
                  <a:pt x="276" y="1239"/>
                </a:lnTo>
                <a:lnTo>
                  <a:pt x="276" y="1238"/>
                </a:lnTo>
                <a:lnTo>
                  <a:pt x="277" y="1238"/>
                </a:lnTo>
                <a:lnTo>
                  <a:pt x="277" y="1237"/>
                </a:lnTo>
                <a:lnTo>
                  <a:pt x="277" y="1236"/>
                </a:lnTo>
                <a:lnTo>
                  <a:pt x="277" y="1235"/>
                </a:lnTo>
                <a:lnTo>
                  <a:pt x="278" y="1235"/>
                </a:lnTo>
                <a:lnTo>
                  <a:pt x="278" y="1234"/>
                </a:lnTo>
                <a:lnTo>
                  <a:pt x="278" y="1233"/>
                </a:lnTo>
                <a:lnTo>
                  <a:pt x="278" y="1234"/>
                </a:lnTo>
                <a:lnTo>
                  <a:pt x="277" y="1234"/>
                </a:lnTo>
                <a:lnTo>
                  <a:pt x="277" y="1235"/>
                </a:lnTo>
                <a:lnTo>
                  <a:pt x="276" y="1235"/>
                </a:lnTo>
                <a:lnTo>
                  <a:pt x="275" y="1235"/>
                </a:lnTo>
                <a:lnTo>
                  <a:pt x="274" y="1235"/>
                </a:lnTo>
                <a:lnTo>
                  <a:pt x="273" y="1235"/>
                </a:lnTo>
                <a:lnTo>
                  <a:pt x="273" y="1236"/>
                </a:lnTo>
                <a:lnTo>
                  <a:pt x="273" y="1235"/>
                </a:lnTo>
                <a:lnTo>
                  <a:pt x="272" y="1235"/>
                </a:lnTo>
                <a:lnTo>
                  <a:pt x="271" y="1235"/>
                </a:lnTo>
                <a:lnTo>
                  <a:pt x="270" y="1235"/>
                </a:lnTo>
                <a:lnTo>
                  <a:pt x="269" y="1235"/>
                </a:lnTo>
                <a:lnTo>
                  <a:pt x="268" y="1235"/>
                </a:lnTo>
                <a:lnTo>
                  <a:pt x="267" y="1235"/>
                </a:lnTo>
                <a:lnTo>
                  <a:pt x="266" y="1235"/>
                </a:lnTo>
                <a:lnTo>
                  <a:pt x="266" y="1234"/>
                </a:lnTo>
                <a:lnTo>
                  <a:pt x="265" y="1234"/>
                </a:lnTo>
                <a:lnTo>
                  <a:pt x="263" y="1234"/>
                </a:lnTo>
                <a:lnTo>
                  <a:pt x="263" y="1233"/>
                </a:lnTo>
                <a:lnTo>
                  <a:pt x="262" y="1233"/>
                </a:lnTo>
                <a:lnTo>
                  <a:pt x="261" y="1233"/>
                </a:lnTo>
                <a:lnTo>
                  <a:pt x="260" y="1233"/>
                </a:lnTo>
                <a:lnTo>
                  <a:pt x="259" y="1233"/>
                </a:lnTo>
                <a:lnTo>
                  <a:pt x="259" y="1232"/>
                </a:lnTo>
                <a:lnTo>
                  <a:pt x="258" y="1232"/>
                </a:lnTo>
                <a:lnTo>
                  <a:pt x="258" y="1231"/>
                </a:lnTo>
                <a:lnTo>
                  <a:pt x="257" y="1231"/>
                </a:lnTo>
                <a:lnTo>
                  <a:pt x="256" y="1231"/>
                </a:lnTo>
                <a:lnTo>
                  <a:pt x="256" y="1230"/>
                </a:lnTo>
                <a:lnTo>
                  <a:pt x="255" y="1230"/>
                </a:lnTo>
                <a:lnTo>
                  <a:pt x="253" y="1230"/>
                </a:lnTo>
                <a:lnTo>
                  <a:pt x="253" y="1229"/>
                </a:lnTo>
                <a:lnTo>
                  <a:pt x="252" y="1229"/>
                </a:lnTo>
                <a:lnTo>
                  <a:pt x="251" y="1229"/>
                </a:lnTo>
                <a:lnTo>
                  <a:pt x="250" y="1229"/>
                </a:lnTo>
                <a:lnTo>
                  <a:pt x="249" y="1229"/>
                </a:lnTo>
                <a:lnTo>
                  <a:pt x="248" y="1229"/>
                </a:lnTo>
                <a:lnTo>
                  <a:pt x="248" y="1230"/>
                </a:lnTo>
                <a:lnTo>
                  <a:pt x="246" y="1230"/>
                </a:lnTo>
                <a:lnTo>
                  <a:pt x="245" y="1230"/>
                </a:lnTo>
                <a:lnTo>
                  <a:pt x="245" y="1229"/>
                </a:lnTo>
                <a:lnTo>
                  <a:pt x="245" y="1228"/>
                </a:lnTo>
                <a:lnTo>
                  <a:pt x="245" y="1227"/>
                </a:lnTo>
                <a:lnTo>
                  <a:pt x="246" y="1227"/>
                </a:lnTo>
                <a:lnTo>
                  <a:pt x="246" y="1226"/>
                </a:lnTo>
                <a:lnTo>
                  <a:pt x="247" y="1226"/>
                </a:lnTo>
                <a:lnTo>
                  <a:pt x="247" y="1225"/>
                </a:lnTo>
                <a:lnTo>
                  <a:pt x="247" y="1224"/>
                </a:lnTo>
                <a:lnTo>
                  <a:pt x="246" y="1224"/>
                </a:lnTo>
                <a:lnTo>
                  <a:pt x="246" y="1223"/>
                </a:lnTo>
                <a:lnTo>
                  <a:pt x="247" y="1223"/>
                </a:lnTo>
                <a:lnTo>
                  <a:pt x="248" y="1223"/>
                </a:lnTo>
                <a:lnTo>
                  <a:pt x="248" y="1222"/>
                </a:lnTo>
                <a:lnTo>
                  <a:pt x="249" y="1222"/>
                </a:lnTo>
                <a:lnTo>
                  <a:pt x="249" y="1221"/>
                </a:lnTo>
                <a:lnTo>
                  <a:pt x="250" y="1221"/>
                </a:lnTo>
                <a:lnTo>
                  <a:pt x="250" y="1220"/>
                </a:lnTo>
                <a:lnTo>
                  <a:pt x="250" y="1219"/>
                </a:lnTo>
                <a:lnTo>
                  <a:pt x="250" y="1218"/>
                </a:lnTo>
                <a:lnTo>
                  <a:pt x="250" y="1217"/>
                </a:lnTo>
                <a:lnTo>
                  <a:pt x="251" y="1217"/>
                </a:lnTo>
                <a:lnTo>
                  <a:pt x="250" y="1217"/>
                </a:lnTo>
                <a:lnTo>
                  <a:pt x="250" y="1216"/>
                </a:lnTo>
                <a:lnTo>
                  <a:pt x="251" y="1216"/>
                </a:lnTo>
                <a:lnTo>
                  <a:pt x="251" y="1215"/>
                </a:lnTo>
                <a:lnTo>
                  <a:pt x="252" y="1215"/>
                </a:lnTo>
                <a:lnTo>
                  <a:pt x="252" y="1214"/>
                </a:lnTo>
                <a:lnTo>
                  <a:pt x="253" y="1214"/>
                </a:lnTo>
                <a:lnTo>
                  <a:pt x="253" y="1213"/>
                </a:lnTo>
                <a:lnTo>
                  <a:pt x="254" y="1213"/>
                </a:lnTo>
                <a:lnTo>
                  <a:pt x="254" y="1212"/>
                </a:lnTo>
                <a:lnTo>
                  <a:pt x="254" y="1211"/>
                </a:lnTo>
                <a:lnTo>
                  <a:pt x="254" y="1210"/>
                </a:lnTo>
                <a:lnTo>
                  <a:pt x="254" y="1209"/>
                </a:lnTo>
                <a:lnTo>
                  <a:pt x="254" y="1208"/>
                </a:lnTo>
                <a:lnTo>
                  <a:pt x="253" y="1208"/>
                </a:lnTo>
                <a:lnTo>
                  <a:pt x="253" y="1207"/>
                </a:lnTo>
                <a:lnTo>
                  <a:pt x="254" y="1207"/>
                </a:lnTo>
                <a:lnTo>
                  <a:pt x="255" y="1207"/>
                </a:lnTo>
                <a:lnTo>
                  <a:pt x="255" y="1208"/>
                </a:lnTo>
                <a:lnTo>
                  <a:pt x="256" y="1208"/>
                </a:lnTo>
                <a:lnTo>
                  <a:pt x="256" y="1207"/>
                </a:lnTo>
                <a:lnTo>
                  <a:pt x="256" y="1206"/>
                </a:lnTo>
                <a:lnTo>
                  <a:pt x="256" y="1205"/>
                </a:lnTo>
                <a:lnTo>
                  <a:pt x="257" y="1205"/>
                </a:lnTo>
                <a:lnTo>
                  <a:pt x="258" y="1205"/>
                </a:lnTo>
                <a:lnTo>
                  <a:pt x="258" y="1204"/>
                </a:lnTo>
                <a:lnTo>
                  <a:pt x="257" y="1204"/>
                </a:lnTo>
                <a:lnTo>
                  <a:pt x="257" y="1203"/>
                </a:lnTo>
                <a:lnTo>
                  <a:pt x="257" y="1204"/>
                </a:lnTo>
                <a:lnTo>
                  <a:pt x="256" y="1204"/>
                </a:lnTo>
                <a:lnTo>
                  <a:pt x="256" y="1203"/>
                </a:lnTo>
                <a:lnTo>
                  <a:pt x="255" y="1203"/>
                </a:lnTo>
                <a:lnTo>
                  <a:pt x="255" y="1202"/>
                </a:lnTo>
                <a:lnTo>
                  <a:pt x="254" y="1202"/>
                </a:lnTo>
                <a:lnTo>
                  <a:pt x="255" y="1202"/>
                </a:lnTo>
                <a:lnTo>
                  <a:pt x="254" y="1202"/>
                </a:lnTo>
                <a:lnTo>
                  <a:pt x="254" y="1201"/>
                </a:lnTo>
                <a:lnTo>
                  <a:pt x="253" y="1200"/>
                </a:lnTo>
                <a:lnTo>
                  <a:pt x="252" y="1200"/>
                </a:lnTo>
                <a:lnTo>
                  <a:pt x="252" y="1199"/>
                </a:lnTo>
                <a:lnTo>
                  <a:pt x="251" y="1199"/>
                </a:lnTo>
                <a:lnTo>
                  <a:pt x="250" y="1199"/>
                </a:lnTo>
                <a:lnTo>
                  <a:pt x="249" y="1199"/>
                </a:lnTo>
                <a:lnTo>
                  <a:pt x="248" y="1199"/>
                </a:lnTo>
                <a:lnTo>
                  <a:pt x="247" y="1199"/>
                </a:lnTo>
                <a:lnTo>
                  <a:pt x="247" y="1200"/>
                </a:lnTo>
                <a:lnTo>
                  <a:pt x="246" y="1200"/>
                </a:lnTo>
                <a:lnTo>
                  <a:pt x="246" y="1199"/>
                </a:lnTo>
                <a:lnTo>
                  <a:pt x="246" y="1200"/>
                </a:lnTo>
                <a:lnTo>
                  <a:pt x="245" y="1200"/>
                </a:lnTo>
                <a:lnTo>
                  <a:pt x="246" y="1200"/>
                </a:lnTo>
                <a:lnTo>
                  <a:pt x="246" y="1199"/>
                </a:lnTo>
                <a:lnTo>
                  <a:pt x="246" y="1198"/>
                </a:lnTo>
                <a:lnTo>
                  <a:pt x="247" y="1198"/>
                </a:lnTo>
                <a:lnTo>
                  <a:pt x="248" y="1198"/>
                </a:lnTo>
                <a:lnTo>
                  <a:pt x="248" y="1197"/>
                </a:lnTo>
                <a:lnTo>
                  <a:pt x="249" y="1197"/>
                </a:lnTo>
                <a:lnTo>
                  <a:pt x="249" y="1196"/>
                </a:lnTo>
                <a:lnTo>
                  <a:pt x="249" y="1195"/>
                </a:lnTo>
                <a:lnTo>
                  <a:pt x="250" y="1195"/>
                </a:lnTo>
                <a:lnTo>
                  <a:pt x="250" y="1194"/>
                </a:lnTo>
                <a:lnTo>
                  <a:pt x="250" y="1195"/>
                </a:lnTo>
                <a:lnTo>
                  <a:pt x="251" y="1195"/>
                </a:lnTo>
                <a:lnTo>
                  <a:pt x="252" y="1195"/>
                </a:lnTo>
                <a:lnTo>
                  <a:pt x="252" y="1196"/>
                </a:lnTo>
                <a:lnTo>
                  <a:pt x="253" y="1196"/>
                </a:lnTo>
                <a:lnTo>
                  <a:pt x="253" y="1195"/>
                </a:lnTo>
                <a:lnTo>
                  <a:pt x="254" y="1195"/>
                </a:lnTo>
                <a:lnTo>
                  <a:pt x="253" y="1195"/>
                </a:lnTo>
                <a:lnTo>
                  <a:pt x="253" y="1194"/>
                </a:lnTo>
                <a:lnTo>
                  <a:pt x="254" y="1194"/>
                </a:lnTo>
                <a:lnTo>
                  <a:pt x="254" y="1193"/>
                </a:lnTo>
                <a:lnTo>
                  <a:pt x="254" y="1192"/>
                </a:lnTo>
                <a:lnTo>
                  <a:pt x="253" y="1192"/>
                </a:lnTo>
                <a:lnTo>
                  <a:pt x="253" y="1191"/>
                </a:lnTo>
                <a:lnTo>
                  <a:pt x="254" y="1191"/>
                </a:lnTo>
                <a:lnTo>
                  <a:pt x="254" y="1190"/>
                </a:lnTo>
                <a:lnTo>
                  <a:pt x="253" y="1189"/>
                </a:lnTo>
                <a:lnTo>
                  <a:pt x="253" y="1188"/>
                </a:lnTo>
                <a:lnTo>
                  <a:pt x="253" y="1187"/>
                </a:lnTo>
                <a:lnTo>
                  <a:pt x="252" y="1187"/>
                </a:lnTo>
                <a:lnTo>
                  <a:pt x="252" y="1186"/>
                </a:lnTo>
                <a:lnTo>
                  <a:pt x="253" y="1186"/>
                </a:lnTo>
                <a:lnTo>
                  <a:pt x="253" y="1185"/>
                </a:lnTo>
                <a:lnTo>
                  <a:pt x="253" y="1184"/>
                </a:lnTo>
                <a:lnTo>
                  <a:pt x="254" y="1184"/>
                </a:lnTo>
                <a:lnTo>
                  <a:pt x="254" y="1183"/>
                </a:lnTo>
                <a:lnTo>
                  <a:pt x="254" y="1182"/>
                </a:lnTo>
                <a:lnTo>
                  <a:pt x="254" y="1181"/>
                </a:lnTo>
                <a:lnTo>
                  <a:pt x="253" y="1181"/>
                </a:lnTo>
                <a:lnTo>
                  <a:pt x="253" y="1180"/>
                </a:lnTo>
                <a:lnTo>
                  <a:pt x="253" y="1179"/>
                </a:lnTo>
                <a:lnTo>
                  <a:pt x="252" y="1179"/>
                </a:lnTo>
                <a:lnTo>
                  <a:pt x="252" y="1178"/>
                </a:lnTo>
                <a:lnTo>
                  <a:pt x="251" y="1178"/>
                </a:lnTo>
                <a:lnTo>
                  <a:pt x="251" y="1177"/>
                </a:lnTo>
                <a:lnTo>
                  <a:pt x="251" y="1176"/>
                </a:lnTo>
                <a:lnTo>
                  <a:pt x="250" y="1176"/>
                </a:lnTo>
                <a:lnTo>
                  <a:pt x="250" y="1175"/>
                </a:lnTo>
                <a:lnTo>
                  <a:pt x="250" y="1174"/>
                </a:lnTo>
                <a:lnTo>
                  <a:pt x="250" y="1173"/>
                </a:lnTo>
                <a:lnTo>
                  <a:pt x="250" y="1172"/>
                </a:lnTo>
                <a:lnTo>
                  <a:pt x="249" y="1172"/>
                </a:lnTo>
                <a:lnTo>
                  <a:pt x="249" y="1171"/>
                </a:lnTo>
                <a:lnTo>
                  <a:pt x="248" y="1171"/>
                </a:lnTo>
                <a:lnTo>
                  <a:pt x="248" y="1170"/>
                </a:lnTo>
                <a:lnTo>
                  <a:pt x="248" y="1169"/>
                </a:lnTo>
                <a:lnTo>
                  <a:pt x="247" y="1169"/>
                </a:lnTo>
                <a:lnTo>
                  <a:pt x="247" y="1168"/>
                </a:lnTo>
                <a:lnTo>
                  <a:pt x="246" y="1168"/>
                </a:lnTo>
                <a:lnTo>
                  <a:pt x="245" y="1168"/>
                </a:lnTo>
                <a:lnTo>
                  <a:pt x="244" y="1168"/>
                </a:lnTo>
                <a:lnTo>
                  <a:pt x="243" y="1168"/>
                </a:lnTo>
                <a:lnTo>
                  <a:pt x="242" y="1168"/>
                </a:lnTo>
                <a:lnTo>
                  <a:pt x="241" y="1168"/>
                </a:lnTo>
                <a:lnTo>
                  <a:pt x="241" y="1169"/>
                </a:lnTo>
                <a:lnTo>
                  <a:pt x="242" y="1169"/>
                </a:lnTo>
                <a:lnTo>
                  <a:pt x="241" y="1169"/>
                </a:lnTo>
                <a:lnTo>
                  <a:pt x="240" y="1169"/>
                </a:lnTo>
                <a:lnTo>
                  <a:pt x="239" y="1169"/>
                </a:lnTo>
                <a:lnTo>
                  <a:pt x="238" y="1169"/>
                </a:lnTo>
                <a:lnTo>
                  <a:pt x="237" y="1169"/>
                </a:lnTo>
                <a:lnTo>
                  <a:pt x="237" y="1168"/>
                </a:lnTo>
                <a:lnTo>
                  <a:pt x="238" y="1168"/>
                </a:lnTo>
                <a:lnTo>
                  <a:pt x="237" y="1168"/>
                </a:lnTo>
                <a:lnTo>
                  <a:pt x="236" y="1168"/>
                </a:lnTo>
                <a:lnTo>
                  <a:pt x="236" y="1167"/>
                </a:lnTo>
                <a:lnTo>
                  <a:pt x="236" y="1166"/>
                </a:lnTo>
                <a:lnTo>
                  <a:pt x="236" y="1165"/>
                </a:lnTo>
                <a:lnTo>
                  <a:pt x="236" y="1164"/>
                </a:lnTo>
                <a:lnTo>
                  <a:pt x="236" y="1163"/>
                </a:lnTo>
                <a:lnTo>
                  <a:pt x="235" y="1163"/>
                </a:lnTo>
                <a:lnTo>
                  <a:pt x="235" y="1162"/>
                </a:lnTo>
                <a:lnTo>
                  <a:pt x="235" y="1161"/>
                </a:lnTo>
                <a:lnTo>
                  <a:pt x="234" y="1161"/>
                </a:lnTo>
                <a:lnTo>
                  <a:pt x="234" y="1160"/>
                </a:lnTo>
                <a:lnTo>
                  <a:pt x="235" y="1160"/>
                </a:lnTo>
                <a:lnTo>
                  <a:pt x="235" y="1159"/>
                </a:lnTo>
                <a:lnTo>
                  <a:pt x="234" y="1159"/>
                </a:lnTo>
                <a:lnTo>
                  <a:pt x="234" y="1158"/>
                </a:lnTo>
                <a:lnTo>
                  <a:pt x="234" y="1157"/>
                </a:lnTo>
                <a:lnTo>
                  <a:pt x="234" y="1156"/>
                </a:lnTo>
                <a:lnTo>
                  <a:pt x="235" y="1156"/>
                </a:lnTo>
                <a:lnTo>
                  <a:pt x="235" y="1155"/>
                </a:lnTo>
                <a:lnTo>
                  <a:pt x="236" y="1154"/>
                </a:lnTo>
                <a:lnTo>
                  <a:pt x="237" y="1154"/>
                </a:lnTo>
                <a:lnTo>
                  <a:pt x="237" y="1153"/>
                </a:lnTo>
                <a:lnTo>
                  <a:pt x="238" y="1153"/>
                </a:lnTo>
                <a:lnTo>
                  <a:pt x="239" y="1153"/>
                </a:lnTo>
                <a:lnTo>
                  <a:pt x="239" y="1152"/>
                </a:lnTo>
                <a:lnTo>
                  <a:pt x="240" y="1152"/>
                </a:lnTo>
                <a:lnTo>
                  <a:pt x="240" y="1151"/>
                </a:lnTo>
                <a:lnTo>
                  <a:pt x="241" y="1151"/>
                </a:lnTo>
                <a:lnTo>
                  <a:pt x="241" y="1150"/>
                </a:lnTo>
                <a:lnTo>
                  <a:pt x="241" y="1149"/>
                </a:lnTo>
                <a:lnTo>
                  <a:pt x="242" y="1149"/>
                </a:lnTo>
                <a:lnTo>
                  <a:pt x="243" y="1149"/>
                </a:lnTo>
                <a:lnTo>
                  <a:pt x="244" y="1149"/>
                </a:lnTo>
                <a:lnTo>
                  <a:pt x="245" y="1149"/>
                </a:lnTo>
                <a:lnTo>
                  <a:pt x="245" y="1148"/>
                </a:lnTo>
                <a:lnTo>
                  <a:pt x="246" y="1148"/>
                </a:lnTo>
                <a:lnTo>
                  <a:pt x="246" y="1147"/>
                </a:lnTo>
                <a:lnTo>
                  <a:pt x="247" y="1147"/>
                </a:lnTo>
                <a:lnTo>
                  <a:pt x="248" y="1147"/>
                </a:lnTo>
                <a:lnTo>
                  <a:pt x="249" y="1147"/>
                </a:lnTo>
                <a:lnTo>
                  <a:pt x="249" y="1146"/>
                </a:lnTo>
                <a:lnTo>
                  <a:pt x="250" y="1146"/>
                </a:lnTo>
                <a:lnTo>
                  <a:pt x="250" y="1145"/>
                </a:lnTo>
                <a:lnTo>
                  <a:pt x="251" y="1145"/>
                </a:lnTo>
                <a:lnTo>
                  <a:pt x="251" y="1144"/>
                </a:lnTo>
                <a:lnTo>
                  <a:pt x="251" y="1143"/>
                </a:lnTo>
                <a:lnTo>
                  <a:pt x="251" y="1142"/>
                </a:lnTo>
                <a:lnTo>
                  <a:pt x="251" y="1141"/>
                </a:lnTo>
                <a:lnTo>
                  <a:pt x="250" y="1141"/>
                </a:lnTo>
                <a:lnTo>
                  <a:pt x="249" y="1140"/>
                </a:lnTo>
                <a:lnTo>
                  <a:pt x="248" y="1140"/>
                </a:lnTo>
                <a:lnTo>
                  <a:pt x="247" y="1140"/>
                </a:lnTo>
                <a:lnTo>
                  <a:pt x="246" y="1139"/>
                </a:lnTo>
                <a:lnTo>
                  <a:pt x="246" y="1138"/>
                </a:lnTo>
                <a:lnTo>
                  <a:pt x="245" y="1138"/>
                </a:lnTo>
                <a:lnTo>
                  <a:pt x="244" y="1138"/>
                </a:lnTo>
                <a:lnTo>
                  <a:pt x="244" y="1137"/>
                </a:lnTo>
                <a:lnTo>
                  <a:pt x="244" y="1136"/>
                </a:lnTo>
                <a:lnTo>
                  <a:pt x="243" y="1136"/>
                </a:lnTo>
                <a:lnTo>
                  <a:pt x="244" y="1136"/>
                </a:lnTo>
                <a:lnTo>
                  <a:pt x="244" y="1135"/>
                </a:lnTo>
                <a:lnTo>
                  <a:pt x="244" y="1134"/>
                </a:lnTo>
                <a:lnTo>
                  <a:pt x="243" y="1134"/>
                </a:lnTo>
                <a:lnTo>
                  <a:pt x="243" y="1133"/>
                </a:lnTo>
                <a:lnTo>
                  <a:pt x="243" y="1132"/>
                </a:lnTo>
                <a:lnTo>
                  <a:pt x="243" y="1131"/>
                </a:lnTo>
                <a:lnTo>
                  <a:pt x="242" y="1131"/>
                </a:lnTo>
                <a:lnTo>
                  <a:pt x="242" y="1130"/>
                </a:lnTo>
                <a:lnTo>
                  <a:pt x="242" y="1129"/>
                </a:lnTo>
                <a:lnTo>
                  <a:pt x="243" y="1129"/>
                </a:lnTo>
                <a:lnTo>
                  <a:pt x="243" y="1128"/>
                </a:lnTo>
                <a:lnTo>
                  <a:pt x="242" y="1128"/>
                </a:lnTo>
                <a:lnTo>
                  <a:pt x="243" y="1128"/>
                </a:lnTo>
                <a:lnTo>
                  <a:pt x="242" y="1127"/>
                </a:lnTo>
                <a:lnTo>
                  <a:pt x="242" y="1126"/>
                </a:lnTo>
                <a:lnTo>
                  <a:pt x="241" y="1126"/>
                </a:lnTo>
                <a:lnTo>
                  <a:pt x="241" y="1125"/>
                </a:lnTo>
                <a:lnTo>
                  <a:pt x="241" y="1126"/>
                </a:lnTo>
                <a:lnTo>
                  <a:pt x="240" y="1126"/>
                </a:lnTo>
                <a:lnTo>
                  <a:pt x="239" y="1125"/>
                </a:lnTo>
                <a:lnTo>
                  <a:pt x="239" y="1123"/>
                </a:lnTo>
                <a:lnTo>
                  <a:pt x="239" y="1122"/>
                </a:lnTo>
                <a:lnTo>
                  <a:pt x="239" y="1121"/>
                </a:lnTo>
                <a:lnTo>
                  <a:pt x="240" y="1120"/>
                </a:lnTo>
                <a:lnTo>
                  <a:pt x="241" y="1119"/>
                </a:lnTo>
                <a:lnTo>
                  <a:pt x="241" y="1118"/>
                </a:lnTo>
                <a:lnTo>
                  <a:pt x="240" y="1117"/>
                </a:lnTo>
                <a:lnTo>
                  <a:pt x="240" y="1116"/>
                </a:lnTo>
                <a:lnTo>
                  <a:pt x="240" y="1115"/>
                </a:lnTo>
                <a:lnTo>
                  <a:pt x="239" y="1115"/>
                </a:lnTo>
                <a:lnTo>
                  <a:pt x="239" y="1114"/>
                </a:lnTo>
                <a:lnTo>
                  <a:pt x="239" y="1113"/>
                </a:lnTo>
                <a:lnTo>
                  <a:pt x="238" y="1113"/>
                </a:lnTo>
                <a:lnTo>
                  <a:pt x="238" y="1112"/>
                </a:lnTo>
                <a:lnTo>
                  <a:pt x="237" y="1112"/>
                </a:lnTo>
                <a:lnTo>
                  <a:pt x="237" y="1111"/>
                </a:lnTo>
                <a:lnTo>
                  <a:pt x="237" y="1110"/>
                </a:lnTo>
                <a:lnTo>
                  <a:pt x="238" y="1110"/>
                </a:lnTo>
                <a:lnTo>
                  <a:pt x="237" y="1110"/>
                </a:lnTo>
                <a:lnTo>
                  <a:pt x="237" y="1109"/>
                </a:lnTo>
                <a:lnTo>
                  <a:pt x="236" y="1109"/>
                </a:lnTo>
                <a:lnTo>
                  <a:pt x="236" y="1108"/>
                </a:lnTo>
                <a:lnTo>
                  <a:pt x="235" y="1108"/>
                </a:lnTo>
                <a:lnTo>
                  <a:pt x="235" y="1107"/>
                </a:lnTo>
                <a:lnTo>
                  <a:pt x="234" y="1107"/>
                </a:lnTo>
                <a:lnTo>
                  <a:pt x="233" y="1107"/>
                </a:lnTo>
                <a:lnTo>
                  <a:pt x="232" y="1107"/>
                </a:lnTo>
                <a:lnTo>
                  <a:pt x="232" y="1108"/>
                </a:lnTo>
                <a:lnTo>
                  <a:pt x="231" y="1108"/>
                </a:lnTo>
                <a:lnTo>
                  <a:pt x="230" y="1108"/>
                </a:lnTo>
                <a:lnTo>
                  <a:pt x="229" y="1108"/>
                </a:lnTo>
                <a:lnTo>
                  <a:pt x="228" y="1108"/>
                </a:lnTo>
                <a:lnTo>
                  <a:pt x="227" y="1108"/>
                </a:lnTo>
                <a:lnTo>
                  <a:pt x="227" y="1107"/>
                </a:lnTo>
                <a:lnTo>
                  <a:pt x="226" y="1106"/>
                </a:lnTo>
                <a:lnTo>
                  <a:pt x="225" y="1106"/>
                </a:lnTo>
                <a:lnTo>
                  <a:pt x="225" y="1105"/>
                </a:lnTo>
                <a:lnTo>
                  <a:pt x="223" y="1105"/>
                </a:lnTo>
                <a:lnTo>
                  <a:pt x="222" y="1105"/>
                </a:lnTo>
                <a:lnTo>
                  <a:pt x="222" y="1104"/>
                </a:lnTo>
                <a:lnTo>
                  <a:pt x="221" y="1104"/>
                </a:lnTo>
                <a:lnTo>
                  <a:pt x="221" y="1105"/>
                </a:lnTo>
                <a:lnTo>
                  <a:pt x="220" y="1105"/>
                </a:lnTo>
                <a:lnTo>
                  <a:pt x="219" y="1105"/>
                </a:lnTo>
                <a:lnTo>
                  <a:pt x="218" y="1105"/>
                </a:lnTo>
                <a:lnTo>
                  <a:pt x="217" y="1105"/>
                </a:lnTo>
                <a:lnTo>
                  <a:pt x="217" y="1104"/>
                </a:lnTo>
                <a:lnTo>
                  <a:pt x="216" y="1104"/>
                </a:lnTo>
                <a:lnTo>
                  <a:pt x="216" y="1103"/>
                </a:lnTo>
                <a:lnTo>
                  <a:pt x="216" y="1102"/>
                </a:lnTo>
                <a:lnTo>
                  <a:pt x="215" y="1102"/>
                </a:lnTo>
                <a:lnTo>
                  <a:pt x="215" y="1101"/>
                </a:lnTo>
                <a:lnTo>
                  <a:pt x="215" y="1102"/>
                </a:lnTo>
                <a:lnTo>
                  <a:pt x="215" y="1101"/>
                </a:lnTo>
                <a:lnTo>
                  <a:pt x="214" y="1101"/>
                </a:lnTo>
                <a:lnTo>
                  <a:pt x="213" y="1101"/>
                </a:lnTo>
                <a:lnTo>
                  <a:pt x="213" y="1100"/>
                </a:lnTo>
                <a:lnTo>
                  <a:pt x="214" y="1100"/>
                </a:lnTo>
                <a:lnTo>
                  <a:pt x="214" y="1099"/>
                </a:lnTo>
                <a:lnTo>
                  <a:pt x="215" y="1099"/>
                </a:lnTo>
                <a:lnTo>
                  <a:pt x="215" y="1100"/>
                </a:lnTo>
                <a:lnTo>
                  <a:pt x="216" y="1100"/>
                </a:lnTo>
                <a:lnTo>
                  <a:pt x="216" y="1099"/>
                </a:lnTo>
                <a:lnTo>
                  <a:pt x="217" y="1099"/>
                </a:lnTo>
                <a:lnTo>
                  <a:pt x="217" y="1098"/>
                </a:lnTo>
                <a:lnTo>
                  <a:pt x="218" y="1098"/>
                </a:lnTo>
                <a:lnTo>
                  <a:pt x="218" y="1097"/>
                </a:lnTo>
                <a:lnTo>
                  <a:pt x="218" y="1096"/>
                </a:lnTo>
                <a:lnTo>
                  <a:pt x="219" y="1096"/>
                </a:lnTo>
                <a:lnTo>
                  <a:pt x="219" y="1095"/>
                </a:lnTo>
                <a:lnTo>
                  <a:pt x="219" y="1094"/>
                </a:lnTo>
                <a:lnTo>
                  <a:pt x="219" y="1093"/>
                </a:lnTo>
                <a:lnTo>
                  <a:pt x="218" y="1093"/>
                </a:lnTo>
                <a:lnTo>
                  <a:pt x="217" y="1093"/>
                </a:lnTo>
                <a:lnTo>
                  <a:pt x="217" y="1092"/>
                </a:lnTo>
                <a:lnTo>
                  <a:pt x="217" y="1091"/>
                </a:lnTo>
                <a:lnTo>
                  <a:pt x="218" y="1091"/>
                </a:lnTo>
                <a:lnTo>
                  <a:pt x="218" y="1090"/>
                </a:lnTo>
                <a:lnTo>
                  <a:pt x="218" y="1089"/>
                </a:lnTo>
                <a:lnTo>
                  <a:pt x="219" y="1089"/>
                </a:lnTo>
                <a:lnTo>
                  <a:pt x="218" y="1089"/>
                </a:lnTo>
                <a:lnTo>
                  <a:pt x="218" y="1088"/>
                </a:lnTo>
                <a:lnTo>
                  <a:pt x="219" y="1088"/>
                </a:lnTo>
                <a:lnTo>
                  <a:pt x="218" y="1088"/>
                </a:lnTo>
                <a:lnTo>
                  <a:pt x="218" y="1087"/>
                </a:lnTo>
                <a:lnTo>
                  <a:pt x="218" y="1085"/>
                </a:lnTo>
                <a:lnTo>
                  <a:pt x="218" y="1084"/>
                </a:lnTo>
                <a:lnTo>
                  <a:pt x="217" y="1084"/>
                </a:lnTo>
                <a:lnTo>
                  <a:pt x="216" y="1084"/>
                </a:lnTo>
                <a:lnTo>
                  <a:pt x="216" y="1083"/>
                </a:lnTo>
                <a:lnTo>
                  <a:pt x="217" y="1083"/>
                </a:lnTo>
                <a:lnTo>
                  <a:pt x="217" y="1082"/>
                </a:lnTo>
                <a:lnTo>
                  <a:pt x="217" y="1081"/>
                </a:lnTo>
                <a:lnTo>
                  <a:pt x="216" y="1081"/>
                </a:lnTo>
                <a:lnTo>
                  <a:pt x="216" y="1080"/>
                </a:lnTo>
                <a:lnTo>
                  <a:pt x="216" y="1081"/>
                </a:lnTo>
                <a:lnTo>
                  <a:pt x="216" y="1080"/>
                </a:lnTo>
                <a:lnTo>
                  <a:pt x="216" y="1079"/>
                </a:lnTo>
                <a:lnTo>
                  <a:pt x="216" y="1078"/>
                </a:lnTo>
                <a:lnTo>
                  <a:pt x="217" y="1078"/>
                </a:lnTo>
                <a:lnTo>
                  <a:pt x="217" y="1077"/>
                </a:lnTo>
                <a:lnTo>
                  <a:pt x="218" y="1077"/>
                </a:lnTo>
                <a:lnTo>
                  <a:pt x="218" y="1076"/>
                </a:lnTo>
                <a:lnTo>
                  <a:pt x="218" y="1075"/>
                </a:lnTo>
                <a:lnTo>
                  <a:pt x="219" y="1075"/>
                </a:lnTo>
                <a:lnTo>
                  <a:pt x="220" y="1075"/>
                </a:lnTo>
                <a:lnTo>
                  <a:pt x="221" y="1075"/>
                </a:lnTo>
                <a:lnTo>
                  <a:pt x="221" y="1074"/>
                </a:lnTo>
                <a:lnTo>
                  <a:pt x="220" y="1074"/>
                </a:lnTo>
                <a:lnTo>
                  <a:pt x="220" y="1073"/>
                </a:lnTo>
                <a:lnTo>
                  <a:pt x="219" y="1073"/>
                </a:lnTo>
                <a:lnTo>
                  <a:pt x="220" y="1073"/>
                </a:lnTo>
                <a:lnTo>
                  <a:pt x="220" y="1072"/>
                </a:lnTo>
                <a:lnTo>
                  <a:pt x="219" y="1072"/>
                </a:lnTo>
                <a:lnTo>
                  <a:pt x="220" y="1072"/>
                </a:lnTo>
                <a:lnTo>
                  <a:pt x="220" y="1071"/>
                </a:lnTo>
                <a:lnTo>
                  <a:pt x="219" y="1071"/>
                </a:lnTo>
                <a:lnTo>
                  <a:pt x="218" y="1071"/>
                </a:lnTo>
                <a:lnTo>
                  <a:pt x="217" y="1071"/>
                </a:lnTo>
                <a:lnTo>
                  <a:pt x="216" y="1071"/>
                </a:lnTo>
                <a:lnTo>
                  <a:pt x="215" y="1071"/>
                </a:lnTo>
                <a:lnTo>
                  <a:pt x="215" y="1070"/>
                </a:lnTo>
                <a:lnTo>
                  <a:pt x="216" y="1070"/>
                </a:lnTo>
                <a:lnTo>
                  <a:pt x="215" y="1070"/>
                </a:lnTo>
                <a:lnTo>
                  <a:pt x="215" y="1069"/>
                </a:lnTo>
                <a:lnTo>
                  <a:pt x="216" y="1069"/>
                </a:lnTo>
                <a:lnTo>
                  <a:pt x="216" y="1068"/>
                </a:lnTo>
                <a:lnTo>
                  <a:pt x="217" y="1068"/>
                </a:lnTo>
                <a:lnTo>
                  <a:pt x="218" y="1068"/>
                </a:lnTo>
                <a:lnTo>
                  <a:pt x="218" y="1067"/>
                </a:lnTo>
                <a:lnTo>
                  <a:pt x="218" y="1066"/>
                </a:lnTo>
                <a:lnTo>
                  <a:pt x="219" y="1066"/>
                </a:lnTo>
                <a:lnTo>
                  <a:pt x="220" y="1066"/>
                </a:lnTo>
                <a:lnTo>
                  <a:pt x="220" y="1065"/>
                </a:lnTo>
                <a:lnTo>
                  <a:pt x="221" y="1065"/>
                </a:lnTo>
                <a:lnTo>
                  <a:pt x="222" y="1065"/>
                </a:lnTo>
                <a:lnTo>
                  <a:pt x="222" y="1066"/>
                </a:lnTo>
                <a:lnTo>
                  <a:pt x="222" y="1067"/>
                </a:lnTo>
                <a:lnTo>
                  <a:pt x="223" y="1067"/>
                </a:lnTo>
                <a:lnTo>
                  <a:pt x="224" y="1067"/>
                </a:lnTo>
                <a:lnTo>
                  <a:pt x="224" y="1068"/>
                </a:lnTo>
                <a:lnTo>
                  <a:pt x="225" y="1068"/>
                </a:lnTo>
                <a:lnTo>
                  <a:pt x="225" y="1069"/>
                </a:lnTo>
                <a:lnTo>
                  <a:pt x="225" y="1068"/>
                </a:lnTo>
                <a:lnTo>
                  <a:pt x="226" y="1068"/>
                </a:lnTo>
                <a:lnTo>
                  <a:pt x="227" y="1068"/>
                </a:lnTo>
                <a:lnTo>
                  <a:pt x="227" y="1067"/>
                </a:lnTo>
                <a:lnTo>
                  <a:pt x="228" y="1067"/>
                </a:lnTo>
                <a:lnTo>
                  <a:pt x="228" y="1066"/>
                </a:lnTo>
                <a:lnTo>
                  <a:pt x="229" y="1066"/>
                </a:lnTo>
                <a:lnTo>
                  <a:pt x="230" y="1066"/>
                </a:lnTo>
                <a:lnTo>
                  <a:pt x="230" y="1065"/>
                </a:lnTo>
                <a:lnTo>
                  <a:pt x="231" y="1065"/>
                </a:lnTo>
                <a:lnTo>
                  <a:pt x="231" y="1064"/>
                </a:lnTo>
                <a:lnTo>
                  <a:pt x="231" y="1063"/>
                </a:lnTo>
                <a:lnTo>
                  <a:pt x="232" y="1063"/>
                </a:lnTo>
                <a:lnTo>
                  <a:pt x="233" y="1063"/>
                </a:lnTo>
                <a:lnTo>
                  <a:pt x="233" y="1062"/>
                </a:lnTo>
                <a:lnTo>
                  <a:pt x="232" y="1062"/>
                </a:lnTo>
                <a:lnTo>
                  <a:pt x="232" y="1061"/>
                </a:lnTo>
                <a:lnTo>
                  <a:pt x="233" y="1061"/>
                </a:lnTo>
                <a:lnTo>
                  <a:pt x="232" y="1061"/>
                </a:lnTo>
                <a:lnTo>
                  <a:pt x="232" y="1060"/>
                </a:lnTo>
                <a:lnTo>
                  <a:pt x="233" y="1060"/>
                </a:lnTo>
                <a:lnTo>
                  <a:pt x="233" y="1059"/>
                </a:lnTo>
                <a:lnTo>
                  <a:pt x="234" y="1059"/>
                </a:lnTo>
                <a:lnTo>
                  <a:pt x="234" y="1058"/>
                </a:lnTo>
                <a:lnTo>
                  <a:pt x="234" y="1057"/>
                </a:lnTo>
                <a:lnTo>
                  <a:pt x="235" y="1057"/>
                </a:lnTo>
                <a:lnTo>
                  <a:pt x="235" y="1058"/>
                </a:lnTo>
                <a:lnTo>
                  <a:pt x="236" y="1058"/>
                </a:lnTo>
                <a:lnTo>
                  <a:pt x="237" y="1058"/>
                </a:lnTo>
                <a:lnTo>
                  <a:pt x="238" y="1058"/>
                </a:lnTo>
                <a:lnTo>
                  <a:pt x="239" y="1058"/>
                </a:lnTo>
                <a:lnTo>
                  <a:pt x="240" y="1058"/>
                </a:lnTo>
                <a:lnTo>
                  <a:pt x="241" y="1058"/>
                </a:lnTo>
                <a:lnTo>
                  <a:pt x="240" y="1058"/>
                </a:lnTo>
                <a:lnTo>
                  <a:pt x="241" y="1058"/>
                </a:lnTo>
                <a:lnTo>
                  <a:pt x="241" y="1057"/>
                </a:lnTo>
                <a:lnTo>
                  <a:pt x="241" y="1056"/>
                </a:lnTo>
                <a:lnTo>
                  <a:pt x="242" y="1056"/>
                </a:lnTo>
                <a:lnTo>
                  <a:pt x="242" y="1055"/>
                </a:lnTo>
                <a:lnTo>
                  <a:pt x="243" y="1055"/>
                </a:lnTo>
                <a:lnTo>
                  <a:pt x="243" y="1054"/>
                </a:lnTo>
                <a:lnTo>
                  <a:pt x="244" y="1054"/>
                </a:lnTo>
                <a:lnTo>
                  <a:pt x="245" y="1054"/>
                </a:lnTo>
                <a:lnTo>
                  <a:pt x="246" y="1054"/>
                </a:lnTo>
                <a:lnTo>
                  <a:pt x="246" y="1053"/>
                </a:lnTo>
                <a:lnTo>
                  <a:pt x="247" y="1053"/>
                </a:lnTo>
                <a:lnTo>
                  <a:pt x="248" y="1053"/>
                </a:lnTo>
                <a:lnTo>
                  <a:pt x="249" y="1053"/>
                </a:lnTo>
                <a:lnTo>
                  <a:pt x="249" y="1052"/>
                </a:lnTo>
                <a:lnTo>
                  <a:pt x="250" y="1052"/>
                </a:lnTo>
                <a:lnTo>
                  <a:pt x="250" y="1051"/>
                </a:lnTo>
                <a:lnTo>
                  <a:pt x="251" y="1051"/>
                </a:lnTo>
                <a:lnTo>
                  <a:pt x="251" y="1050"/>
                </a:lnTo>
                <a:lnTo>
                  <a:pt x="252" y="1050"/>
                </a:lnTo>
                <a:lnTo>
                  <a:pt x="253" y="1050"/>
                </a:lnTo>
                <a:lnTo>
                  <a:pt x="253" y="1049"/>
                </a:lnTo>
                <a:lnTo>
                  <a:pt x="253" y="1048"/>
                </a:lnTo>
                <a:lnTo>
                  <a:pt x="253" y="1047"/>
                </a:lnTo>
                <a:lnTo>
                  <a:pt x="253" y="1046"/>
                </a:lnTo>
                <a:lnTo>
                  <a:pt x="254" y="1046"/>
                </a:lnTo>
                <a:lnTo>
                  <a:pt x="255" y="1046"/>
                </a:lnTo>
                <a:lnTo>
                  <a:pt x="256" y="1046"/>
                </a:lnTo>
                <a:lnTo>
                  <a:pt x="256" y="1045"/>
                </a:lnTo>
                <a:lnTo>
                  <a:pt x="257" y="1045"/>
                </a:lnTo>
                <a:lnTo>
                  <a:pt x="257" y="1044"/>
                </a:lnTo>
                <a:lnTo>
                  <a:pt x="257" y="1045"/>
                </a:lnTo>
                <a:lnTo>
                  <a:pt x="257" y="1044"/>
                </a:lnTo>
                <a:lnTo>
                  <a:pt x="258" y="1044"/>
                </a:lnTo>
                <a:lnTo>
                  <a:pt x="258" y="1043"/>
                </a:lnTo>
                <a:lnTo>
                  <a:pt x="259" y="1043"/>
                </a:lnTo>
                <a:lnTo>
                  <a:pt x="259" y="1042"/>
                </a:lnTo>
                <a:lnTo>
                  <a:pt x="259" y="1041"/>
                </a:lnTo>
                <a:lnTo>
                  <a:pt x="258" y="1040"/>
                </a:lnTo>
                <a:lnTo>
                  <a:pt x="257" y="1040"/>
                </a:lnTo>
                <a:lnTo>
                  <a:pt x="258" y="1040"/>
                </a:lnTo>
                <a:lnTo>
                  <a:pt x="258" y="1039"/>
                </a:lnTo>
                <a:lnTo>
                  <a:pt x="258" y="1038"/>
                </a:lnTo>
                <a:lnTo>
                  <a:pt x="257" y="1038"/>
                </a:lnTo>
                <a:lnTo>
                  <a:pt x="257" y="1037"/>
                </a:lnTo>
                <a:lnTo>
                  <a:pt x="258" y="1037"/>
                </a:lnTo>
                <a:lnTo>
                  <a:pt x="257" y="1037"/>
                </a:lnTo>
                <a:lnTo>
                  <a:pt x="257" y="1036"/>
                </a:lnTo>
                <a:lnTo>
                  <a:pt x="257" y="1035"/>
                </a:lnTo>
                <a:lnTo>
                  <a:pt x="257" y="1034"/>
                </a:lnTo>
                <a:lnTo>
                  <a:pt x="256" y="1034"/>
                </a:lnTo>
                <a:lnTo>
                  <a:pt x="256" y="1033"/>
                </a:lnTo>
                <a:lnTo>
                  <a:pt x="255" y="1033"/>
                </a:lnTo>
                <a:lnTo>
                  <a:pt x="255" y="1034"/>
                </a:lnTo>
                <a:lnTo>
                  <a:pt x="254" y="1034"/>
                </a:lnTo>
                <a:lnTo>
                  <a:pt x="254" y="1035"/>
                </a:lnTo>
                <a:lnTo>
                  <a:pt x="253" y="1035"/>
                </a:lnTo>
                <a:lnTo>
                  <a:pt x="253" y="1036"/>
                </a:lnTo>
                <a:lnTo>
                  <a:pt x="252" y="1036"/>
                </a:lnTo>
                <a:lnTo>
                  <a:pt x="251" y="1037"/>
                </a:lnTo>
                <a:lnTo>
                  <a:pt x="250" y="1037"/>
                </a:lnTo>
                <a:lnTo>
                  <a:pt x="249" y="1037"/>
                </a:lnTo>
                <a:lnTo>
                  <a:pt x="248" y="1037"/>
                </a:lnTo>
                <a:lnTo>
                  <a:pt x="247" y="1037"/>
                </a:lnTo>
                <a:lnTo>
                  <a:pt x="246" y="1037"/>
                </a:lnTo>
                <a:lnTo>
                  <a:pt x="246" y="1036"/>
                </a:lnTo>
                <a:lnTo>
                  <a:pt x="245" y="1036"/>
                </a:lnTo>
                <a:lnTo>
                  <a:pt x="244" y="1036"/>
                </a:lnTo>
                <a:lnTo>
                  <a:pt x="243" y="1036"/>
                </a:lnTo>
                <a:lnTo>
                  <a:pt x="242" y="1036"/>
                </a:lnTo>
                <a:lnTo>
                  <a:pt x="241" y="1036"/>
                </a:lnTo>
                <a:lnTo>
                  <a:pt x="240" y="1036"/>
                </a:lnTo>
                <a:lnTo>
                  <a:pt x="238" y="1036"/>
                </a:lnTo>
                <a:lnTo>
                  <a:pt x="236" y="1036"/>
                </a:lnTo>
                <a:lnTo>
                  <a:pt x="235" y="1036"/>
                </a:lnTo>
                <a:lnTo>
                  <a:pt x="235" y="1037"/>
                </a:lnTo>
                <a:lnTo>
                  <a:pt x="234" y="1037"/>
                </a:lnTo>
                <a:lnTo>
                  <a:pt x="233" y="1037"/>
                </a:lnTo>
                <a:lnTo>
                  <a:pt x="232" y="1037"/>
                </a:lnTo>
                <a:lnTo>
                  <a:pt x="231" y="1037"/>
                </a:lnTo>
                <a:lnTo>
                  <a:pt x="231" y="1036"/>
                </a:lnTo>
                <a:lnTo>
                  <a:pt x="230" y="1036"/>
                </a:lnTo>
                <a:lnTo>
                  <a:pt x="229" y="1037"/>
                </a:lnTo>
                <a:lnTo>
                  <a:pt x="228" y="1037"/>
                </a:lnTo>
                <a:lnTo>
                  <a:pt x="228" y="1036"/>
                </a:lnTo>
                <a:lnTo>
                  <a:pt x="227" y="1036"/>
                </a:lnTo>
                <a:lnTo>
                  <a:pt x="225" y="1036"/>
                </a:lnTo>
                <a:lnTo>
                  <a:pt x="224" y="1036"/>
                </a:lnTo>
                <a:lnTo>
                  <a:pt x="224" y="1037"/>
                </a:lnTo>
                <a:lnTo>
                  <a:pt x="223" y="1038"/>
                </a:lnTo>
                <a:lnTo>
                  <a:pt x="222" y="1039"/>
                </a:lnTo>
                <a:lnTo>
                  <a:pt x="222" y="1040"/>
                </a:lnTo>
                <a:lnTo>
                  <a:pt x="221" y="1040"/>
                </a:lnTo>
                <a:lnTo>
                  <a:pt x="220" y="1040"/>
                </a:lnTo>
                <a:lnTo>
                  <a:pt x="219" y="1041"/>
                </a:lnTo>
                <a:lnTo>
                  <a:pt x="218" y="1041"/>
                </a:lnTo>
                <a:lnTo>
                  <a:pt x="217" y="1041"/>
                </a:lnTo>
                <a:lnTo>
                  <a:pt x="216" y="1041"/>
                </a:lnTo>
                <a:lnTo>
                  <a:pt x="216" y="1040"/>
                </a:lnTo>
                <a:lnTo>
                  <a:pt x="215" y="1040"/>
                </a:lnTo>
                <a:lnTo>
                  <a:pt x="214" y="1040"/>
                </a:lnTo>
                <a:lnTo>
                  <a:pt x="213" y="1040"/>
                </a:lnTo>
                <a:lnTo>
                  <a:pt x="213" y="1039"/>
                </a:lnTo>
                <a:lnTo>
                  <a:pt x="212" y="1039"/>
                </a:lnTo>
                <a:lnTo>
                  <a:pt x="211" y="1040"/>
                </a:lnTo>
                <a:lnTo>
                  <a:pt x="210" y="1040"/>
                </a:lnTo>
                <a:lnTo>
                  <a:pt x="209" y="1040"/>
                </a:lnTo>
                <a:lnTo>
                  <a:pt x="209" y="1041"/>
                </a:lnTo>
                <a:lnTo>
                  <a:pt x="208" y="1041"/>
                </a:lnTo>
                <a:lnTo>
                  <a:pt x="207" y="1042"/>
                </a:lnTo>
                <a:lnTo>
                  <a:pt x="206" y="1043"/>
                </a:lnTo>
                <a:lnTo>
                  <a:pt x="205" y="1043"/>
                </a:lnTo>
                <a:lnTo>
                  <a:pt x="204" y="1043"/>
                </a:lnTo>
                <a:lnTo>
                  <a:pt x="203" y="1043"/>
                </a:lnTo>
                <a:lnTo>
                  <a:pt x="202" y="1043"/>
                </a:lnTo>
                <a:lnTo>
                  <a:pt x="202" y="1044"/>
                </a:lnTo>
                <a:lnTo>
                  <a:pt x="201" y="1044"/>
                </a:lnTo>
                <a:lnTo>
                  <a:pt x="201" y="1043"/>
                </a:lnTo>
                <a:lnTo>
                  <a:pt x="202" y="1043"/>
                </a:lnTo>
                <a:lnTo>
                  <a:pt x="201" y="1043"/>
                </a:lnTo>
                <a:lnTo>
                  <a:pt x="201" y="1042"/>
                </a:lnTo>
                <a:lnTo>
                  <a:pt x="201" y="1041"/>
                </a:lnTo>
                <a:lnTo>
                  <a:pt x="201" y="1042"/>
                </a:lnTo>
                <a:lnTo>
                  <a:pt x="201" y="1041"/>
                </a:lnTo>
                <a:lnTo>
                  <a:pt x="200" y="1041"/>
                </a:lnTo>
                <a:lnTo>
                  <a:pt x="199" y="1041"/>
                </a:lnTo>
                <a:lnTo>
                  <a:pt x="199" y="1040"/>
                </a:lnTo>
                <a:lnTo>
                  <a:pt x="198" y="1040"/>
                </a:lnTo>
                <a:lnTo>
                  <a:pt x="197" y="1040"/>
                </a:lnTo>
                <a:lnTo>
                  <a:pt x="197" y="1039"/>
                </a:lnTo>
                <a:lnTo>
                  <a:pt x="196" y="1039"/>
                </a:lnTo>
                <a:lnTo>
                  <a:pt x="196" y="1038"/>
                </a:lnTo>
                <a:lnTo>
                  <a:pt x="195" y="1038"/>
                </a:lnTo>
                <a:lnTo>
                  <a:pt x="195" y="1037"/>
                </a:lnTo>
                <a:lnTo>
                  <a:pt x="194" y="1037"/>
                </a:lnTo>
                <a:lnTo>
                  <a:pt x="195" y="1037"/>
                </a:lnTo>
                <a:lnTo>
                  <a:pt x="194" y="1037"/>
                </a:lnTo>
                <a:lnTo>
                  <a:pt x="194" y="1036"/>
                </a:lnTo>
                <a:lnTo>
                  <a:pt x="194" y="1034"/>
                </a:lnTo>
                <a:lnTo>
                  <a:pt x="193" y="1034"/>
                </a:lnTo>
                <a:lnTo>
                  <a:pt x="192" y="1034"/>
                </a:lnTo>
                <a:lnTo>
                  <a:pt x="191" y="1034"/>
                </a:lnTo>
                <a:lnTo>
                  <a:pt x="190" y="1034"/>
                </a:lnTo>
                <a:lnTo>
                  <a:pt x="189" y="1034"/>
                </a:lnTo>
                <a:lnTo>
                  <a:pt x="188" y="1034"/>
                </a:lnTo>
                <a:lnTo>
                  <a:pt x="187" y="1034"/>
                </a:lnTo>
                <a:lnTo>
                  <a:pt x="186" y="1034"/>
                </a:lnTo>
                <a:lnTo>
                  <a:pt x="185" y="1034"/>
                </a:lnTo>
                <a:lnTo>
                  <a:pt x="184" y="1034"/>
                </a:lnTo>
                <a:lnTo>
                  <a:pt x="183" y="1034"/>
                </a:lnTo>
                <a:lnTo>
                  <a:pt x="182" y="1034"/>
                </a:lnTo>
                <a:lnTo>
                  <a:pt x="181" y="1034"/>
                </a:lnTo>
                <a:lnTo>
                  <a:pt x="180" y="1034"/>
                </a:lnTo>
                <a:lnTo>
                  <a:pt x="179" y="1034"/>
                </a:lnTo>
                <a:lnTo>
                  <a:pt x="179" y="1033"/>
                </a:lnTo>
                <a:lnTo>
                  <a:pt x="178" y="1033"/>
                </a:lnTo>
                <a:lnTo>
                  <a:pt x="177" y="1033"/>
                </a:lnTo>
                <a:lnTo>
                  <a:pt x="175" y="1033"/>
                </a:lnTo>
                <a:lnTo>
                  <a:pt x="175" y="1034"/>
                </a:lnTo>
                <a:lnTo>
                  <a:pt x="175" y="1033"/>
                </a:lnTo>
                <a:lnTo>
                  <a:pt x="175" y="1034"/>
                </a:lnTo>
                <a:lnTo>
                  <a:pt x="174" y="1034"/>
                </a:lnTo>
                <a:lnTo>
                  <a:pt x="174" y="1033"/>
                </a:lnTo>
                <a:lnTo>
                  <a:pt x="174" y="1034"/>
                </a:lnTo>
                <a:lnTo>
                  <a:pt x="174" y="1033"/>
                </a:lnTo>
                <a:lnTo>
                  <a:pt x="173" y="1033"/>
                </a:lnTo>
                <a:lnTo>
                  <a:pt x="173" y="1034"/>
                </a:lnTo>
                <a:lnTo>
                  <a:pt x="172" y="1034"/>
                </a:lnTo>
                <a:lnTo>
                  <a:pt x="171" y="1034"/>
                </a:lnTo>
                <a:lnTo>
                  <a:pt x="169" y="1034"/>
                </a:lnTo>
                <a:lnTo>
                  <a:pt x="168" y="1034"/>
                </a:lnTo>
                <a:lnTo>
                  <a:pt x="167" y="1034"/>
                </a:lnTo>
                <a:lnTo>
                  <a:pt x="166" y="1034"/>
                </a:lnTo>
                <a:lnTo>
                  <a:pt x="165" y="1034"/>
                </a:lnTo>
                <a:lnTo>
                  <a:pt x="164" y="1034"/>
                </a:lnTo>
                <a:lnTo>
                  <a:pt x="164" y="1035"/>
                </a:lnTo>
                <a:lnTo>
                  <a:pt x="160" y="1035"/>
                </a:lnTo>
                <a:lnTo>
                  <a:pt x="159" y="1035"/>
                </a:lnTo>
                <a:lnTo>
                  <a:pt x="158" y="1035"/>
                </a:lnTo>
                <a:lnTo>
                  <a:pt x="158" y="1036"/>
                </a:lnTo>
                <a:lnTo>
                  <a:pt x="158" y="1037"/>
                </a:lnTo>
                <a:lnTo>
                  <a:pt x="158" y="1038"/>
                </a:lnTo>
                <a:lnTo>
                  <a:pt x="157" y="1038"/>
                </a:lnTo>
                <a:lnTo>
                  <a:pt x="158" y="1038"/>
                </a:lnTo>
                <a:lnTo>
                  <a:pt x="158" y="1037"/>
                </a:lnTo>
                <a:lnTo>
                  <a:pt x="157" y="1037"/>
                </a:lnTo>
                <a:lnTo>
                  <a:pt x="157" y="1036"/>
                </a:lnTo>
                <a:lnTo>
                  <a:pt x="156" y="1036"/>
                </a:lnTo>
                <a:lnTo>
                  <a:pt x="156" y="1037"/>
                </a:lnTo>
                <a:lnTo>
                  <a:pt x="155" y="1037"/>
                </a:lnTo>
                <a:lnTo>
                  <a:pt x="154" y="1037"/>
                </a:lnTo>
                <a:lnTo>
                  <a:pt x="153" y="1037"/>
                </a:lnTo>
                <a:lnTo>
                  <a:pt x="153" y="1036"/>
                </a:lnTo>
                <a:lnTo>
                  <a:pt x="153" y="1037"/>
                </a:lnTo>
                <a:lnTo>
                  <a:pt x="152" y="1036"/>
                </a:lnTo>
                <a:lnTo>
                  <a:pt x="151" y="1036"/>
                </a:lnTo>
                <a:lnTo>
                  <a:pt x="150" y="1036"/>
                </a:lnTo>
                <a:lnTo>
                  <a:pt x="149" y="1036"/>
                </a:lnTo>
                <a:lnTo>
                  <a:pt x="148" y="1036"/>
                </a:lnTo>
                <a:lnTo>
                  <a:pt x="147" y="1036"/>
                </a:lnTo>
                <a:lnTo>
                  <a:pt x="146" y="1036"/>
                </a:lnTo>
                <a:lnTo>
                  <a:pt x="146" y="1037"/>
                </a:lnTo>
                <a:lnTo>
                  <a:pt x="146" y="1036"/>
                </a:lnTo>
                <a:lnTo>
                  <a:pt x="145" y="1036"/>
                </a:lnTo>
                <a:lnTo>
                  <a:pt x="145" y="1035"/>
                </a:lnTo>
                <a:lnTo>
                  <a:pt x="144" y="1035"/>
                </a:lnTo>
                <a:lnTo>
                  <a:pt x="143" y="1035"/>
                </a:lnTo>
                <a:lnTo>
                  <a:pt x="143" y="1034"/>
                </a:lnTo>
                <a:lnTo>
                  <a:pt x="142" y="1034"/>
                </a:lnTo>
                <a:lnTo>
                  <a:pt x="141" y="1034"/>
                </a:lnTo>
                <a:lnTo>
                  <a:pt x="140" y="1034"/>
                </a:lnTo>
                <a:lnTo>
                  <a:pt x="139" y="1034"/>
                </a:lnTo>
                <a:lnTo>
                  <a:pt x="138" y="1034"/>
                </a:lnTo>
                <a:lnTo>
                  <a:pt x="137" y="1034"/>
                </a:lnTo>
                <a:lnTo>
                  <a:pt x="136" y="1034"/>
                </a:lnTo>
                <a:lnTo>
                  <a:pt x="136" y="1033"/>
                </a:lnTo>
                <a:lnTo>
                  <a:pt x="135" y="1033"/>
                </a:lnTo>
                <a:lnTo>
                  <a:pt x="134" y="1033"/>
                </a:lnTo>
                <a:lnTo>
                  <a:pt x="133" y="1033"/>
                </a:lnTo>
                <a:lnTo>
                  <a:pt x="133" y="1032"/>
                </a:lnTo>
                <a:lnTo>
                  <a:pt x="133" y="1033"/>
                </a:lnTo>
                <a:lnTo>
                  <a:pt x="133" y="1032"/>
                </a:lnTo>
                <a:lnTo>
                  <a:pt x="132" y="1033"/>
                </a:lnTo>
                <a:lnTo>
                  <a:pt x="131" y="1033"/>
                </a:lnTo>
                <a:lnTo>
                  <a:pt x="130" y="1033"/>
                </a:lnTo>
                <a:lnTo>
                  <a:pt x="130" y="1034"/>
                </a:lnTo>
                <a:lnTo>
                  <a:pt x="129" y="1034"/>
                </a:lnTo>
                <a:lnTo>
                  <a:pt x="129" y="1035"/>
                </a:lnTo>
                <a:lnTo>
                  <a:pt x="128" y="1035"/>
                </a:lnTo>
                <a:lnTo>
                  <a:pt x="127" y="1035"/>
                </a:lnTo>
                <a:lnTo>
                  <a:pt x="126" y="1035"/>
                </a:lnTo>
                <a:lnTo>
                  <a:pt x="125" y="1035"/>
                </a:lnTo>
                <a:lnTo>
                  <a:pt x="125" y="1034"/>
                </a:lnTo>
                <a:lnTo>
                  <a:pt x="124" y="1034"/>
                </a:lnTo>
                <a:lnTo>
                  <a:pt x="123" y="1034"/>
                </a:lnTo>
                <a:lnTo>
                  <a:pt x="122" y="1034"/>
                </a:lnTo>
                <a:lnTo>
                  <a:pt x="122" y="1035"/>
                </a:lnTo>
                <a:lnTo>
                  <a:pt x="123" y="1035"/>
                </a:lnTo>
                <a:lnTo>
                  <a:pt x="122" y="1035"/>
                </a:lnTo>
                <a:lnTo>
                  <a:pt x="120" y="1035"/>
                </a:lnTo>
                <a:lnTo>
                  <a:pt x="119" y="1035"/>
                </a:lnTo>
                <a:lnTo>
                  <a:pt x="118" y="1036"/>
                </a:lnTo>
                <a:lnTo>
                  <a:pt x="114" y="1036"/>
                </a:lnTo>
                <a:lnTo>
                  <a:pt x="113" y="1036"/>
                </a:lnTo>
                <a:lnTo>
                  <a:pt x="113" y="1035"/>
                </a:lnTo>
                <a:lnTo>
                  <a:pt x="112" y="1035"/>
                </a:lnTo>
                <a:lnTo>
                  <a:pt x="111" y="1035"/>
                </a:lnTo>
                <a:lnTo>
                  <a:pt x="111" y="1036"/>
                </a:lnTo>
                <a:lnTo>
                  <a:pt x="110" y="1036"/>
                </a:lnTo>
                <a:lnTo>
                  <a:pt x="109" y="1036"/>
                </a:lnTo>
                <a:lnTo>
                  <a:pt x="109" y="1037"/>
                </a:lnTo>
                <a:lnTo>
                  <a:pt x="109" y="1036"/>
                </a:lnTo>
                <a:lnTo>
                  <a:pt x="108" y="1037"/>
                </a:lnTo>
                <a:lnTo>
                  <a:pt x="108" y="1036"/>
                </a:lnTo>
                <a:lnTo>
                  <a:pt x="108" y="1037"/>
                </a:lnTo>
                <a:lnTo>
                  <a:pt x="108" y="1036"/>
                </a:lnTo>
                <a:lnTo>
                  <a:pt x="107" y="1037"/>
                </a:lnTo>
                <a:lnTo>
                  <a:pt x="107" y="1038"/>
                </a:lnTo>
                <a:lnTo>
                  <a:pt x="106" y="1038"/>
                </a:lnTo>
                <a:lnTo>
                  <a:pt x="105" y="1038"/>
                </a:lnTo>
                <a:lnTo>
                  <a:pt x="104" y="1038"/>
                </a:lnTo>
                <a:lnTo>
                  <a:pt x="103" y="1038"/>
                </a:lnTo>
                <a:lnTo>
                  <a:pt x="102" y="1038"/>
                </a:lnTo>
                <a:lnTo>
                  <a:pt x="101" y="1038"/>
                </a:lnTo>
                <a:lnTo>
                  <a:pt x="101" y="1039"/>
                </a:lnTo>
                <a:lnTo>
                  <a:pt x="100" y="1039"/>
                </a:lnTo>
                <a:lnTo>
                  <a:pt x="99" y="1039"/>
                </a:lnTo>
                <a:lnTo>
                  <a:pt x="99" y="1038"/>
                </a:lnTo>
                <a:lnTo>
                  <a:pt x="99" y="1039"/>
                </a:lnTo>
                <a:lnTo>
                  <a:pt x="98" y="1039"/>
                </a:lnTo>
                <a:lnTo>
                  <a:pt x="97" y="1039"/>
                </a:lnTo>
                <a:lnTo>
                  <a:pt x="97" y="1040"/>
                </a:lnTo>
                <a:lnTo>
                  <a:pt x="97" y="1039"/>
                </a:lnTo>
                <a:lnTo>
                  <a:pt x="97" y="1040"/>
                </a:lnTo>
                <a:lnTo>
                  <a:pt x="96" y="1040"/>
                </a:lnTo>
                <a:lnTo>
                  <a:pt x="95" y="1040"/>
                </a:lnTo>
                <a:lnTo>
                  <a:pt x="95" y="1041"/>
                </a:lnTo>
                <a:lnTo>
                  <a:pt x="94" y="1041"/>
                </a:lnTo>
                <a:lnTo>
                  <a:pt x="94" y="1042"/>
                </a:lnTo>
                <a:lnTo>
                  <a:pt x="93" y="1042"/>
                </a:lnTo>
                <a:lnTo>
                  <a:pt x="92" y="1042"/>
                </a:lnTo>
                <a:lnTo>
                  <a:pt x="92" y="1043"/>
                </a:lnTo>
                <a:lnTo>
                  <a:pt x="92" y="1042"/>
                </a:lnTo>
                <a:lnTo>
                  <a:pt x="91" y="1042"/>
                </a:lnTo>
                <a:lnTo>
                  <a:pt x="91" y="1043"/>
                </a:lnTo>
                <a:lnTo>
                  <a:pt x="90" y="1043"/>
                </a:lnTo>
                <a:lnTo>
                  <a:pt x="90" y="1044"/>
                </a:lnTo>
                <a:lnTo>
                  <a:pt x="90" y="1043"/>
                </a:lnTo>
                <a:lnTo>
                  <a:pt x="89" y="1043"/>
                </a:lnTo>
                <a:lnTo>
                  <a:pt x="89" y="1044"/>
                </a:lnTo>
                <a:lnTo>
                  <a:pt x="88" y="1044"/>
                </a:lnTo>
                <a:lnTo>
                  <a:pt x="88" y="1045"/>
                </a:lnTo>
                <a:lnTo>
                  <a:pt x="87" y="1045"/>
                </a:lnTo>
                <a:lnTo>
                  <a:pt x="87" y="1046"/>
                </a:lnTo>
                <a:lnTo>
                  <a:pt x="86" y="1046"/>
                </a:lnTo>
                <a:lnTo>
                  <a:pt x="85" y="1046"/>
                </a:lnTo>
                <a:lnTo>
                  <a:pt x="83" y="1046"/>
                </a:lnTo>
                <a:lnTo>
                  <a:pt x="83" y="1047"/>
                </a:lnTo>
                <a:lnTo>
                  <a:pt x="82" y="1047"/>
                </a:lnTo>
                <a:lnTo>
                  <a:pt x="81" y="1047"/>
                </a:lnTo>
                <a:lnTo>
                  <a:pt x="80" y="1047"/>
                </a:lnTo>
                <a:lnTo>
                  <a:pt x="80" y="1048"/>
                </a:lnTo>
                <a:lnTo>
                  <a:pt x="79" y="1048"/>
                </a:lnTo>
                <a:lnTo>
                  <a:pt x="78" y="1048"/>
                </a:lnTo>
                <a:lnTo>
                  <a:pt x="77" y="1048"/>
                </a:lnTo>
                <a:lnTo>
                  <a:pt x="76" y="1048"/>
                </a:lnTo>
                <a:lnTo>
                  <a:pt x="75" y="1048"/>
                </a:lnTo>
                <a:lnTo>
                  <a:pt x="75" y="1047"/>
                </a:lnTo>
                <a:lnTo>
                  <a:pt x="75" y="1048"/>
                </a:lnTo>
                <a:lnTo>
                  <a:pt x="74" y="1048"/>
                </a:lnTo>
                <a:lnTo>
                  <a:pt x="73" y="1048"/>
                </a:lnTo>
                <a:lnTo>
                  <a:pt x="72" y="1048"/>
                </a:lnTo>
                <a:lnTo>
                  <a:pt x="71" y="1049"/>
                </a:lnTo>
                <a:lnTo>
                  <a:pt x="70" y="1049"/>
                </a:lnTo>
                <a:lnTo>
                  <a:pt x="70" y="1050"/>
                </a:lnTo>
                <a:lnTo>
                  <a:pt x="69" y="1051"/>
                </a:lnTo>
                <a:lnTo>
                  <a:pt x="68" y="1051"/>
                </a:lnTo>
                <a:lnTo>
                  <a:pt x="68" y="1052"/>
                </a:lnTo>
                <a:lnTo>
                  <a:pt x="67" y="1052"/>
                </a:lnTo>
                <a:lnTo>
                  <a:pt x="67" y="1053"/>
                </a:lnTo>
                <a:lnTo>
                  <a:pt x="68" y="1053"/>
                </a:lnTo>
                <a:lnTo>
                  <a:pt x="68" y="1054"/>
                </a:lnTo>
                <a:lnTo>
                  <a:pt x="68" y="1055"/>
                </a:lnTo>
                <a:lnTo>
                  <a:pt x="69" y="1055"/>
                </a:lnTo>
                <a:lnTo>
                  <a:pt x="70" y="1055"/>
                </a:lnTo>
                <a:lnTo>
                  <a:pt x="70" y="1056"/>
                </a:lnTo>
                <a:lnTo>
                  <a:pt x="69" y="1056"/>
                </a:lnTo>
                <a:lnTo>
                  <a:pt x="69" y="1057"/>
                </a:lnTo>
                <a:lnTo>
                  <a:pt x="69" y="1056"/>
                </a:lnTo>
                <a:lnTo>
                  <a:pt x="68" y="1057"/>
                </a:lnTo>
                <a:lnTo>
                  <a:pt x="67" y="1057"/>
                </a:lnTo>
                <a:lnTo>
                  <a:pt x="66" y="1057"/>
                </a:lnTo>
                <a:lnTo>
                  <a:pt x="66" y="1056"/>
                </a:lnTo>
                <a:lnTo>
                  <a:pt x="65" y="1056"/>
                </a:lnTo>
                <a:lnTo>
                  <a:pt x="64" y="1056"/>
                </a:lnTo>
                <a:lnTo>
                  <a:pt x="64" y="1055"/>
                </a:lnTo>
                <a:lnTo>
                  <a:pt x="63" y="1055"/>
                </a:lnTo>
                <a:lnTo>
                  <a:pt x="62" y="1055"/>
                </a:lnTo>
                <a:lnTo>
                  <a:pt x="62" y="1056"/>
                </a:lnTo>
                <a:lnTo>
                  <a:pt x="61" y="1056"/>
                </a:lnTo>
                <a:lnTo>
                  <a:pt x="61" y="1057"/>
                </a:lnTo>
                <a:lnTo>
                  <a:pt x="60" y="1057"/>
                </a:lnTo>
                <a:lnTo>
                  <a:pt x="60" y="1056"/>
                </a:lnTo>
                <a:lnTo>
                  <a:pt x="59" y="1056"/>
                </a:lnTo>
                <a:lnTo>
                  <a:pt x="59" y="1057"/>
                </a:lnTo>
                <a:lnTo>
                  <a:pt x="59" y="1058"/>
                </a:lnTo>
                <a:lnTo>
                  <a:pt x="59" y="1059"/>
                </a:lnTo>
                <a:lnTo>
                  <a:pt x="58" y="1059"/>
                </a:lnTo>
                <a:lnTo>
                  <a:pt x="57" y="1059"/>
                </a:lnTo>
                <a:lnTo>
                  <a:pt x="57" y="1058"/>
                </a:lnTo>
                <a:lnTo>
                  <a:pt x="57" y="1057"/>
                </a:lnTo>
                <a:lnTo>
                  <a:pt x="57" y="1056"/>
                </a:lnTo>
                <a:lnTo>
                  <a:pt x="56" y="1056"/>
                </a:lnTo>
                <a:lnTo>
                  <a:pt x="56" y="1057"/>
                </a:lnTo>
                <a:lnTo>
                  <a:pt x="55" y="1057"/>
                </a:lnTo>
                <a:lnTo>
                  <a:pt x="55" y="1058"/>
                </a:lnTo>
                <a:lnTo>
                  <a:pt x="56" y="1058"/>
                </a:lnTo>
                <a:lnTo>
                  <a:pt x="56" y="1059"/>
                </a:lnTo>
                <a:lnTo>
                  <a:pt x="56" y="1060"/>
                </a:lnTo>
                <a:lnTo>
                  <a:pt x="55" y="1060"/>
                </a:lnTo>
                <a:lnTo>
                  <a:pt x="54" y="1060"/>
                </a:lnTo>
                <a:lnTo>
                  <a:pt x="54" y="1061"/>
                </a:lnTo>
                <a:lnTo>
                  <a:pt x="54" y="1062"/>
                </a:lnTo>
                <a:lnTo>
                  <a:pt x="53" y="1062"/>
                </a:lnTo>
                <a:lnTo>
                  <a:pt x="53" y="1061"/>
                </a:lnTo>
                <a:lnTo>
                  <a:pt x="53" y="1060"/>
                </a:lnTo>
                <a:lnTo>
                  <a:pt x="54" y="1060"/>
                </a:lnTo>
                <a:lnTo>
                  <a:pt x="54" y="1059"/>
                </a:lnTo>
                <a:lnTo>
                  <a:pt x="54" y="1058"/>
                </a:lnTo>
                <a:lnTo>
                  <a:pt x="53" y="1058"/>
                </a:lnTo>
                <a:lnTo>
                  <a:pt x="53" y="1059"/>
                </a:lnTo>
                <a:lnTo>
                  <a:pt x="53" y="1060"/>
                </a:lnTo>
                <a:lnTo>
                  <a:pt x="52" y="1060"/>
                </a:lnTo>
                <a:lnTo>
                  <a:pt x="51" y="1060"/>
                </a:lnTo>
                <a:lnTo>
                  <a:pt x="50" y="1059"/>
                </a:lnTo>
                <a:lnTo>
                  <a:pt x="50" y="1060"/>
                </a:lnTo>
                <a:lnTo>
                  <a:pt x="50" y="1061"/>
                </a:lnTo>
                <a:lnTo>
                  <a:pt x="50" y="1062"/>
                </a:lnTo>
                <a:lnTo>
                  <a:pt x="49" y="1062"/>
                </a:lnTo>
                <a:lnTo>
                  <a:pt x="48" y="1062"/>
                </a:lnTo>
                <a:lnTo>
                  <a:pt x="47" y="1062"/>
                </a:lnTo>
                <a:lnTo>
                  <a:pt x="47" y="1063"/>
                </a:lnTo>
                <a:lnTo>
                  <a:pt x="46" y="1063"/>
                </a:lnTo>
                <a:lnTo>
                  <a:pt x="45" y="1063"/>
                </a:lnTo>
                <a:lnTo>
                  <a:pt x="45" y="1064"/>
                </a:lnTo>
                <a:lnTo>
                  <a:pt x="44" y="1064"/>
                </a:lnTo>
                <a:lnTo>
                  <a:pt x="44" y="1065"/>
                </a:lnTo>
                <a:lnTo>
                  <a:pt x="45" y="1065"/>
                </a:lnTo>
                <a:lnTo>
                  <a:pt x="44" y="1066"/>
                </a:lnTo>
                <a:lnTo>
                  <a:pt x="43" y="1066"/>
                </a:lnTo>
                <a:lnTo>
                  <a:pt x="44" y="1066"/>
                </a:lnTo>
                <a:lnTo>
                  <a:pt x="44" y="1067"/>
                </a:lnTo>
                <a:lnTo>
                  <a:pt x="44" y="1068"/>
                </a:lnTo>
                <a:lnTo>
                  <a:pt x="43" y="1068"/>
                </a:lnTo>
                <a:lnTo>
                  <a:pt x="42" y="1068"/>
                </a:lnTo>
                <a:lnTo>
                  <a:pt x="41" y="1068"/>
                </a:lnTo>
                <a:lnTo>
                  <a:pt x="41" y="1069"/>
                </a:lnTo>
                <a:lnTo>
                  <a:pt x="41" y="1070"/>
                </a:lnTo>
                <a:lnTo>
                  <a:pt x="40" y="1070"/>
                </a:lnTo>
                <a:lnTo>
                  <a:pt x="40" y="1069"/>
                </a:lnTo>
                <a:lnTo>
                  <a:pt x="39" y="1069"/>
                </a:lnTo>
                <a:lnTo>
                  <a:pt x="38" y="1070"/>
                </a:lnTo>
                <a:lnTo>
                  <a:pt x="37" y="1070"/>
                </a:lnTo>
                <a:lnTo>
                  <a:pt x="36" y="1070"/>
                </a:lnTo>
                <a:lnTo>
                  <a:pt x="36" y="1071"/>
                </a:lnTo>
                <a:lnTo>
                  <a:pt x="35" y="1071"/>
                </a:lnTo>
                <a:lnTo>
                  <a:pt x="35" y="1072"/>
                </a:lnTo>
                <a:lnTo>
                  <a:pt x="35" y="1073"/>
                </a:lnTo>
                <a:lnTo>
                  <a:pt x="34" y="1073"/>
                </a:lnTo>
                <a:lnTo>
                  <a:pt x="34" y="1072"/>
                </a:lnTo>
                <a:lnTo>
                  <a:pt x="33" y="1072"/>
                </a:lnTo>
                <a:lnTo>
                  <a:pt x="32" y="1073"/>
                </a:lnTo>
                <a:lnTo>
                  <a:pt x="32" y="1074"/>
                </a:lnTo>
                <a:lnTo>
                  <a:pt x="33" y="1074"/>
                </a:lnTo>
                <a:lnTo>
                  <a:pt x="34" y="1074"/>
                </a:lnTo>
                <a:lnTo>
                  <a:pt x="34" y="1075"/>
                </a:lnTo>
                <a:lnTo>
                  <a:pt x="34" y="1076"/>
                </a:lnTo>
                <a:lnTo>
                  <a:pt x="33" y="1076"/>
                </a:lnTo>
                <a:lnTo>
                  <a:pt x="32" y="1076"/>
                </a:lnTo>
                <a:lnTo>
                  <a:pt x="31" y="1076"/>
                </a:lnTo>
                <a:lnTo>
                  <a:pt x="31" y="1075"/>
                </a:lnTo>
                <a:lnTo>
                  <a:pt x="30" y="1075"/>
                </a:lnTo>
                <a:lnTo>
                  <a:pt x="29" y="1075"/>
                </a:lnTo>
                <a:lnTo>
                  <a:pt x="29" y="1074"/>
                </a:lnTo>
                <a:lnTo>
                  <a:pt x="30" y="1074"/>
                </a:lnTo>
                <a:lnTo>
                  <a:pt x="30" y="1073"/>
                </a:lnTo>
                <a:lnTo>
                  <a:pt x="29" y="1073"/>
                </a:lnTo>
                <a:lnTo>
                  <a:pt x="30" y="1073"/>
                </a:lnTo>
                <a:lnTo>
                  <a:pt x="28" y="1073"/>
                </a:lnTo>
                <a:lnTo>
                  <a:pt x="28" y="1074"/>
                </a:lnTo>
                <a:lnTo>
                  <a:pt x="28" y="1075"/>
                </a:lnTo>
                <a:lnTo>
                  <a:pt x="28" y="1076"/>
                </a:lnTo>
                <a:lnTo>
                  <a:pt x="27" y="1076"/>
                </a:lnTo>
                <a:lnTo>
                  <a:pt x="27" y="1077"/>
                </a:lnTo>
                <a:lnTo>
                  <a:pt x="27" y="1076"/>
                </a:lnTo>
                <a:lnTo>
                  <a:pt x="26" y="1076"/>
                </a:lnTo>
                <a:lnTo>
                  <a:pt x="26" y="1077"/>
                </a:lnTo>
                <a:lnTo>
                  <a:pt x="25" y="1077"/>
                </a:lnTo>
                <a:lnTo>
                  <a:pt x="25" y="1078"/>
                </a:lnTo>
                <a:lnTo>
                  <a:pt x="24" y="1078"/>
                </a:lnTo>
                <a:lnTo>
                  <a:pt x="24" y="1077"/>
                </a:lnTo>
                <a:lnTo>
                  <a:pt x="24" y="1076"/>
                </a:lnTo>
                <a:lnTo>
                  <a:pt x="24" y="1075"/>
                </a:lnTo>
                <a:lnTo>
                  <a:pt x="23" y="1075"/>
                </a:lnTo>
                <a:lnTo>
                  <a:pt x="23" y="1076"/>
                </a:lnTo>
                <a:lnTo>
                  <a:pt x="23" y="1077"/>
                </a:lnTo>
                <a:lnTo>
                  <a:pt x="22" y="1077"/>
                </a:lnTo>
                <a:lnTo>
                  <a:pt x="22" y="1078"/>
                </a:lnTo>
                <a:lnTo>
                  <a:pt x="21" y="1078"/>
                </a:lnTo>
                <a:lnTo>
                  <a:pt x="21" y="1079"/>
                </a:lnTo>
                <a:lnTo>
                  <a:pt x="21" y="1080"/>
                </a:lnTo>
                <a:lnTo>
                  <a:pt x="21" y="1079"/>
                </a:lnTo>
                <a:lnTo>
                  <a:pt x="20" y="1079"/>
                </a:lnTo>
                <a:lnTo>
                  <a:pt x="20" y="1078"/>
                </a:lnTo>
                <a:lnTo>
                  <a:pt x="20" y="1077"/>
                </a:lnTo>
                <a:lnTo>
                  <a:pt x="20" y="1076"/>
                </a:lnTo>
                <a:lnTo>
                  <a:pt x="19" y="1076"/>
                </a:lnTo>
                <a:lnTo>
                  <a:pt x="19" y="1075"/>
                </a:lnTo>
                <a:lnTo>
                  <a:pt x="20" y="1075"/>
                </a:lnTo>
                <a:lnTo>
                  <a:pt x="20" y="1074"/>
                </a:lnTo>
                <a:lnTo>
                  <a:pt x="19" y="1074"/>
                </a:lnTo>
                <a:lnTo>
                  <a:pt x="19" y="1073"/>
                </a:lnTo>
                <a:lnTo>
                  <a:pt x="19" y="1072"/>
                </a:lnTo>
                <a:lnTo>
                  <a:pt x="18" y="1072"/>
                </a:lnTo>
                <a:lnTo>
                  <a:pt x="17" y="1072"/>
                </a:lnTo>
                <a:lnTo>
                  <a:pt x="17" y="1071"/>
                </a:lnTo>
                <a:lnTo>
                  <a:pt x="16" y="1071"/>
                </a:lnTo>
                <a:lnTo>
                  <a:pt x="16" y="1070"/>
                </a:lnTo>
                <a:lnTo>
                  <a:pt x="16" y="1069"/>
                </a:lnTo>
                <a:lnTo>
                  <a:pt x="15" y="1069"/>
                </a:lnTo>
                <a:lnTo>
                  <a:pt x="14" y="1069"/>
                </a:lnTo>
                <a:lnTo>
                  <a:pt x="13" y="1069"/>
                </a:lnTo>
                <a:lnTo>
                  <a:pt x="12" y="1068"/>
                </a:lnTo>
                <a:lnTo>
                  <a:pt x="12" y="1067"/>
                </a:lnTo>
                <a:lnTo>
                  <a:pt x="11" y="1067"/>
                </a:lnTo>
                <a:lnTo>
                  <a:pt x="11" y="1066"/>
                </a:lnTo>
                <a:lnTo>
                  <a:pt x="10" y="1066"/>
                </a:lnTo>
                <a:lnTo>
                  <a:pt x="9" y="1066"/>
                </a:lnTo>
                <a:lnTo>
                  <a:pt x="9" y="1065"/>
                </a:lnTo>
                <a:lnTo>
                  <a:pt x="8" y="1065"/>
                </a:lnTo>
                <a:lnTo>
                  <a:pt x="8" y="1064"/>
                </a:lnTo>
                <a:lnTo>
                  <a:pt x="8" y="1065"/>
                </a:lnTo>
                <a:lnTo>
                  <a:pt x="7" y="1065"/>
                </a:lnTo>
                <a:lnTo>
                  <a:pt x="6" y="1065"/>
                </a:lnTo>
                <a:lnTo>
                  <a:pt x="6" y="1064"/>
                </a:lnTo>
                <a:lnTo>
                  <a:pt x="5" y="1063"/>
                </a:lnTo>
                <a:lnTo>
                  <a:pt x="4" y="1063"/>
                </a:lnTo>
                <a:lnTo>
                  <a:pt x="4" y="1062"/>
                </a:lnTo>
                <a:lnTo>
                  <a:pt x="3" y="1063"/>
                </a:lnTo>
                <a:lnTo>
                  <a:pt x="2" y="1062"/>
                </a:lnTo>
                <a:lnTo>
                  <a:pt x="1" y="1062"/>
                </a:lnTo>
                <a:lnTo>
                  <a:pt x="1" y="1061"/>
                </a:lnTo>
                <a:lnTo>
                  <a:pt x="0" y="1061"/>
                </a:lnTo>
                <a:lnTo>
                  <a:pt x="0" y="1060"/>
                </a:lnTo>
                <a:lnTo>
                  <a:pt x="0" y="1059"/>
                </a:lnTo>
                <a:lnTo>
                  <a:pt x="0" y="1058"/>
                </a:lnTo>
                <a:lnTo>
                  <a:pt x="1" y="1058"/>
                </a:lnTo>
                <a:lnTo>
                  <a:pt x="1" y="1057"/>
                </a:lnTo>
                <a:lnTo>
                  <a:pt x="2" y="1057"/>
                </a:lnTo>
                <a:lnTo>
                  <a:pt x="2" y="1056"/>
                </a:lnTo>
                <a:lnTo>
                  <a:pt x="3" y="1056"/>
                </a:lnTo>
                <a:lnTo>
                  <a:pt x="3" y="1055"/>
                </a:lnTo>
                <a:lnTo>
                  <a:pt x="4" y="1055"/>
                </a:lnTo>
                <a:lnTo>
                  <a:pt x="5" y="1055"/>
                </a:lnTo>
                <a:lnTo>
                  <a:pt x="6" y="1054"/>
                </a:lnTo>
                <a:lnTo>
                  <a:pt x="7" y="1054"/>
                </a:lnTo>
                <a:lnTo>
                  <a:pt x="8" y="1053"/>
                </a:lnTo>
                <a:lnTo>
                  <a:pt x="8" y="1052"/>
                </a:lnTo>
                <a:lnTo>
                  <a:pt x="9" y="1052"/>
                </a:lnTo>
                <a:lnTo>
                  <a:pt x="9" y="1051"/>
                </a:lnTo>
                <a:lnTo>
                  <a:pt x="9" y="1050"/>
                </a:lnTo>
                <a:lnTo>
                  <a:pt x="10" y="1050"/>
                </a:lnTo>
                <a:lnTo>
                  <a:pt x="11" y="1050"/>
                </a:lnTo>
                <a:lnTo>
                  <a:pt x="12" y="1050"/>
                </a:lnTo>
                <a:lnTo>
                  <a:pt x="12" y="1049"/>
                </a:lnTo>
                <a:lnTo>
                  <a:pt x="13" y="1049"/>
                </a:lnTo>
                <a:lnTo>
                  <a:pt x="14" y="1049"/>
                </a:lnTo>
                <a:lnTo>
                  <a:pt x="14" y="1048"/>
                </a:lnTo>
                <a:lnTo>
                  <a:pt x="15" y="1048"/>
                </a:lnTo>
                <a:lnTo>
                  <a:pt x="16" y="1048"/>
                </a:lnTo>
                <a:lnTo>
                  <a:pt x="17" y="1048"/>
                </a:lnTo>
                <a:lnTo>
                  <a:pt x="17" y="1047"/>
                </a:lnTo>
                <a:lnTo>
                  <a:pt x="18" y="1047"/>
                </a:lnTo>
                <a:lnTo>
                  <a:pt x="19" y="1047"/>
                </a:lnTo>
                <a:lnTo>
                  <a:pt x="20" y="1047"/>
                </a:lnTo>
                <a:lnTo>
                  <a:pt x="20" y="1046"/>
                </a:lnTo>
                <a:lnTo>
                  <a:pt x="19" y="1046"/>
                </a:lnTo>
                <a:lnTo>
                  <a:pt x="19" y="1045"/>
                </a:lnTo>
                <a:lnTo>
                  <a:pt x="19" y="1044"/>
                </a:lnTo>
                <a:lnTo>
                  <a:pt x="19" y="1043"/>
                </a:lnTo>
                <a:lnTo>
                  <a:pt x="20" y="1043"/>
                </a:lnTo>
                <a:lnTo>
                  <a:pt x="20" y="1044"/>
                </a:lnTo>
                <a:lnTo>
                  <a:pt x="21" y="1044"/>
                </a:lnTo>
                <a:lnTo>
                  <a:pt x="21" y="1042"/>
                </a:lnTo>
                <a:lnTo>
                  <a:pt x="21" y="1041"/>
                </a:lnTo>
                <a:lnTo>
                  <a:pt x="21" y="1040"/>
                </a:lnTo>
                <a:lnTo>
                  <a:pt x="22" y="1040"/>
                </a:lnTo>
                <a:lnTo>
                  <a:pt x="22" y="1039"/>
                </a:lnTo>
                <a:lnTo>
                  <a:pt x="21" y="1039"/>
                </a:lnTo>
                <a:lnTo>
                  <a:pt x="21" y="1038"/>
                </a:lnTo>
                <a:lnTo>
                  <a:pt x="22" y="1038"/>
                </a:lnTo>
                <a:lnTo>
                  <a:pt x="23" y="1038"/>
                </a:lnTo>
                <a:lnTo>
                  <a:pt x="23" y="1039"/>
                </a:lnTo>
                <a:lnTo>
                  <a:pt x="24" y="1039"/>
                </a:lnTo>
                <a:lnTo>
                  <a:pt x="24" y="1038"/>
                </a:lnTo>
                <a:lnTo>
                  <a:pt x="25" y="1038"/>
                </a:lnTo>
                <a:lnTo>
                  <a:pt x="25" y="1037"/>
                </a:lnTo>
                <a:lnTo>
                  <a:pt x="25" y="1036"/>
                </a:lnTo>
                <a:lnTo>
                  <a:pt x="26" y="1036"/>
                </a:lnTo>
                <a:lnTo>
                  <a:pt x="26" y="1035"/>
                </a:lnTo>
                <a:lnTo>
                  <a:pt x="27" y="1035"/>
                </a:lnTo>
                <a:lnTo>
                  <a:pt x="28" y="1035"/>
                </a:lnTo>
                <a:lnTo>
                  <a:pt x="28" y="1034"/>
                </a:lnTo>
                <a:lnTo>
                  <a:pt x="29" y="1034"/>
                </a:lnTo>
                <a:lnTo>
                  <a:pt x="30" y="1034"/>
                </a:lnTo>
                <a:lnTo>
                  <a:pt x="31" y="1033"/>
                </a:lnTo>
                <a:lnTo>
                  <a:pt x="31" y="1032"/>
                </a:lnTo>
                <a:lnTo>
                  <a:pt x="32" y="1032"/>
                </a:lnTo>
                <a:lnTo>
                  <a:pt x="31" y="1032"/>
                </a:lnTo>
                <a:lnTo>
                  <a:pt x="32" y="1032"/>
                </a:lnTo>
                <a:lnTo>
                  <a:pt x="32" y="1031"/>
                </a:lnTo>
                <a:lnTo>
                  <a:pt x="33" y="1031"/>
                </a:lnTo>
                <a:lnTo>
                  <a:pt x="33" y="1030"/>
                </a:lnTo>
                <a:lnTo>
                  <a:pt x="33" y="1029"/>
                </a:lnTo>
                <a:lnTo>
                  <a:pt x="34" y="1029"/>
                </a:lnTo>
                <a:lnTo>
                  <a:pt x="34" y="1030"/>
                </a:lnTo>
                <a:lnTo>
                  <a:pt x="35" y="1030"/>
                </a:lnTo>
                <a:lnTo>
                  <a:pt x="36" y="1029"/>
                </a:lnTo>
                <a:lnTo>
                  <a:pt x="36" y="1028"/>
                </a:lnTo>
                <a:lnTo>
                  <a:pt x="37" y="1028"/>
                </a:lnTo>
                <a:lnTo>
                  <a:pt x="37" y="1027"/>
                </a:lnTo>
                <a:lnTo>
                  <a:pt x="38" y="1027"/>
                </a:lnTo>
                <a:lnTo>
                  <a:pt x="39" y="1027"/>
                </a:lnTo>
                <a:lnTo>
                  <a:pt x="40" y="1027"/>
                </a:lnTo>
                <a:lnTo>
                  <a:pt x="40" y="1026"/>
                </a:lnTo>
                <a:lnTo>
                  <a:pt x="41" y="1026"/>
                </a:lnTo>
                <a:lnTo>
                  <a:pt x="40" y="1026"/>
                </a:lnTo>
                <a:lnTo>
                  <a:pt x="40" y="1025"/>
                </a:lnTo>
                <a:lnTo>
                  <a:pt x="41" y="1024"/>
                </a:lnTo>
                <a:lnTo>
                  <a:pt x="41" y="1023"/>
                </a:lnTo>
                <a:lnTo>
                  <a:pt x="42" y="1023"/>
                </a:lnTo>
                <a:lnTo>
                  <a:pt x="42" y="1022"/>
                </a:lnTo>
                <a:lnTo>
                  <a:pt x="42" y="1021"/>
                </a:lnTo>
                <a:lnTo>
                  <a:pt x="43" y="1021"/>
                </a:lnTo>
                <a:lnTo>
                  <a:pt x="43" y="1020"/>
                </a:lnTo>
                <a:lnTo>
                  <a:pt x="42" y="1020"/>
                </a:lnTo>
                <a:lnTo>
                  <a:pt x="42" y="1019"/>
                </a:lnTo>
                <a:lnTo>
                  <a:pt x="43" y="1019"/>
                </a:lnTo>
                <a:lnTo>
                  <a:pt x="43" y="1018"/>
                </a:lnTo>
                <a:lnTo>
                  <a:pt x="44" y="1018"/>
                </a:lnTo>
                <a:lnTo>
                  <a:pt x="43" y="1018"/>
                </a:lnTo>
                <a:lnTo>
                  <a:pt x="43" y="1017"/>
                </a:lnTo>
                <a:lnTo>
                  <a:pt x="44" y="1017"/>
                </a:lnTo>
                <a:lnTo>
                  <a:pt x="45" y="1017"/>
                </a:lnTo>
                <a:lnTo>
                  <a:pt x="46" y="1016"/>
                </a:lnTo>
                <a:lnTo>
                  <a:pt x="45" y="1016"/>
                </a:lnTo>
                <a:lnTo>
                  <a:pt x="46" y="1016"/>
                </a:lnTo>
                <a:lnTo>
                  <a:pt x="46" y="1015"/>
                </a:lnTo>
                <a:lnTo>
                  <a:pt x="45" y="1015"/>
                </a:lnTo>
                <a:lnTo>
                  <a:pt x="45" y="1014"/>
                </a:lnTo>
                <a:lnTo>
                  <a:pt x="45" y="1013"/>
                </a:lnTo>
                <a:lnTo>
                  <a:pt x="44" y="1013"/>
                </a:lnTo>
                <a:lnTo>
                  <a:pt x="44" y="1012"/>
                </a:lnTo>
                <a:lnTo>
                  <a:pt x="43" y="1012"/>
                </a:lnTo>
                <a:lnTo>
                  <a:pt x="42" y="1011"/>
                </a:lnTo>
                <a:lnTo>
                  <a:pt x="42" y="1012"/>
                </a:lnTo>
                <a:lnTo>
                  <a:pt x="41" y="1012"/>
                </a:lnTo>
                <a:lnTo>
                  <a:pt x="41" y="1011"/>
                </a:lnTo>
                <a:lnTo>
                  <a:pt x="41" y="1010"/>
                </a:lnTo>
                <a:lnTo>
                  <a:pt x="41" y="1008"/>
                </a:lnTo>
                <a:lnTo>
                  <a:pt x="41" y="1007"/>
                </a:lnTo>
                <a:lnTo>
                  <a:pt x="42" y="1006"/>
                </a:lnTo>
                <a:lnTo>
                  <a:pt x="42" y="1003"/>
                </a:lnTo>
                <a:lnTo>
                  <a:pt x="43" y="1001"/>
                </a:lnTo>
                <a:lnTo>
                  <a:pt x="44" y="1000"/>
                </a:lnTo>
                <a:lnTo>
                  <a:pt x="45" y="999"/>
                </a:lnTo>
                <a:lnTo>
                  <a:pt x="46" y="999"/>
                </a:lnTo>
                <a:lnTo>
                  <a:pt x="47" y="999"/>
                </a:lnTo>
                <a:lnTo>
                  <a:pt x="48" y="998"/>
                </a:lnTo>
                <a:lnTo>
                  <a:pt x="49" y="998"/>
                </a:lnTo>
                <a:lnTo>
                  <a:pt x="50" y="997"/>
                </a:lnTo>
                <a:lnTo>
                  <a:pt x="50" y="996"/>
                </a:lnTo>
                <a:lnTo>
                  <a:pt x="49" y="996"/>
                </a:lnTo>
                <a:lnTo>
                  <a:pt x="49" y="995"/>
                </a:lnTo>
                <a:lnTo>
                  <a:pt x="48" y="995"/>
                </a:lnTo>
                <a:lnTo>
                  <a:pt x="48" y="994"/>
                </a:lnTo>
                <a:lnTo>
                  <a:pt x="47" y="994"/>
                </a:lnTo>
                <a:lnTo>
                  <a:pt x="47" y="993"/>
                </a:lnTo>
                <a:lnTo>
                  <a:pt x="47" y="992"/>
                </a:lnTo>
                <a:lnTo>
                  <a:pt x="46" y="992"/>
                </a:lnTo>
                <a:lnTo>
                  <a:pt x="45" y="992"/>
                </a:lnTo>
                <a:lnTo>
                  <a:pt x="45" y="991"/>
                </a:lnTo>
                <a:lnTo>
                  <a:pt x="44" y="991"/>
                </a:lnTo>
                <a:lnTo>
                  <a:pt x="43" y="991"/>
                </a:lnTo>
                <a:lnTo>
                  <a:pt x="43" y="990"/>
                </a:lnTo>
                <a:lnTo>
                  <a:pt x="43" y="989"/>
                </a:lnTo>
                <a:lnTo>
                  <a:pt x="42" y="989"/>
                </a:lnTo>
                <a:lnTo>
                  <a:pt x="41" y="989"/>
                </a:lnTo>
                <a:lnTo>
                  <a:pt x="40" y="989"/>
                </a:lnTo>
                <a:lnTo>
                  <a:pt x="39" y="989"/>
                </a:lnTo>
                <a:lnTo>
                  <a:pt x="38" y="989"/>
                </a:lnTo>
                <a:lnTo>
                  <a:pt x="38" y="990"/>
                </a:lnTo>
                <a:lnTo>
                  <a:pt x="37" y="990"/>
                </a:lnTo>
                <a:lnTo>
                  <a:pt x="37" y="989"/>
                </a:lnTo>
                <a:lnTo>
                  <a:pt x="36" y="989"/>
                </a:lnTo>
                <a:lnTo>
                  <a:pt x="35" y="989"/>
                </a:lnTo>
                <a:lnTo>
                  <a:pt x="34" y="989"/>
                </a:lnTo>
                <a:lnTo>
                  <a:pt x="34" y="988"/>
                </a:lnTo>
                <a:lnTo>
                  <a:pt x="33" y="988"/>
                </a:lnTo>
                <a:lnTo>
                  <a:pt x="32" y="988"/>
                </a:lnTo>
                <a:lnTo>
                  <a:pt x="31" y="988"/>
                </a:lnTo>
                <a:lnTo>
                  <a:pt x="31" y="986"/>
                </a:lnTo>
                <a:lnTo>
                  <a:pt x="31" y="985"/>
                </a:lnTo>
                <a:lnTo>
                  <a:pt x="31" y="984"/>
                </a:lnTo>
                <a:lnTo>
                  <a:pt x="31" y="983"/>
                </a:lnTo>
                <a:lnTo>
                  <a:pt x="30" y="982"/>
                </a:lnTo>
                <a:lnTo>
                  <a:pt x="31" y="981"/>
                </a:lnTo>
                <a:lnTo>
                  <a:pt x="31" y="980"/>
                </a:lnTo>
                <a:lnTo>
                  <a:pt x="32" y="980"/>
                </a:lnTo>
                <a:lnTo>
                  <a:pt x="32" y="979"/>
                </a:lnTo>
                <a:lnTo>
                  <a:pt x="33" y="979"/>
                </a:lnTo>
                <a:lnTo>
                  <a:pt x="33" y="978"/>
                </a:lnTo>
                <a:lnTo>
                  <a:pt x="32" y="978"/>
                </a:lnTo>
                <a:lnTo>
                  <a:pt x="34" y="979"/>
                </a:lnTo>
                <a:lnTo>
                  <a:pt x="35" y="979"/>
                </a:lnTo>
                <a:lnTo>
                  <a:pt x="35" y="980"/>
                </a:lnTo>
                <a:lnTo>
                  <a:pt x="36" y="980"/>
                </a:lnTo>
                <a:lnTo>
                  <a:pt x="36" y="979"/>
                </a:lnTo>
                <a:lnTo>
                  <a:pt x="36" y="980"/>
                </a:lnTo>
                <a:lnTo>
                  <a:pt x="36" y="979"/>
                </a:lnTo>
                <a:lnTo>
                  <a:pt x="37" y="979"/>
                </a:lnTo>
                <a:lnTo>
                  <a:pt x="38" y="979"/>
                </a:lnTo>
                <a:lnTo>
                  <a:pt x="39" y="979"/>
                </a:lnTo>
                <a:lnTo>
                  <a:pt x="40" y="978"/>
                </a:lnTo>
                <a:lnTo>
                  <a:pt x="40" y="977"/>
                </a:lnTo>
                <a:lnTo>
                  <a:pt x="41" y="977"/>
                </a:lnTo>
                <a:lnTo>
                  <a:pt x="42" y="976"/>
                </a:lnTo>
                <a:lnTo>
                  <a:pt x="42" y="975"/>
                </a:lnTo>
                <a:lnTo>
                  <a:pt x="42" y="974"/>
                </a:lnTo>
                <a:lnTo>
                  <a:pt x="42" y="973"/>
                </a:lnTo>
                <a:lnTo>
                  <a:pt x="41" y="973"/>
                </a:lnTo>
                <a:lnTo>
                  <a:pt x="41" y="972"/>
                </a:lnTo>
                <a:lnTo>
                  <a:pt x="40" y="972"/>
                </a:lnTo>
                <a:lnTo>
                  <a:pt x="39" y="972"/>
                </a:lnTo>
                <a:lnTo>
                  <a:pt x="40" y="972"/>
                </a:lnTo>
                <a:lnTo>
                  <a:pt x="40" y="971"/>
                </a:lnTo>
                <a:lnTo>
                  <a:pt x="39" y="971"/>
                </a:lnTo>
                <a:lnTo>
                  <a:pt x="38" y="971"/>
                </a:lnTo>
                <a:lnTo>
                  <a:pt x="37" y="971"/>
                </a:lnTo>
                <a:lnTo>
                  <a:pt x="37" y="970"/>
                </a:lnTo>
                <a:lnTo>
                  <a:pt x="37" y="969"/>
                </a:lnTo>
                <a:lnTo>
                  <a:pt x="37" y="968"/>
                </a:lnTo>
                <a:lnTo>
                  <a:pt x="36" y="968"/>
                </a:lnTo>
                <a:lnTo>
                  <a:pt x="36" y="967"/>
                </a:lnTo>
                <a:lnTo>
                  <a:pt x="35" y="967"/>
                </a:lnTo>
                <a:lnTo>
                  <a:pt x="35" y="966"/>
                </a:lnTo>
                <a:lnTo>
                  <a:pt x="36" y="966"/>
                </a:lnTo>
                <a:lnTo>
                  <a:pt x="36" y="965"/>
                </a:lnTo>
                <a:lnTo>
                  <a:pt x="37" y="965"/>
                </a:lnTo>
                <a:lnTo>
                  <a:pt x="36" y="965"/>
                </a:lnTo>
                <a:lnTo>
                  <a:pt x="36" y="964"/>
                </a:lnTo>
                <a:lnTo>
                  <a:pt x="36" y="963"/>
                </a:lnTo>
                <a:lnTo>
                  <a:pt x="35" y="962"/>
                </a:lnTo>
                <a:lnTo>
                  <a:pt x="35" y="961"/>
                </a:lnTo>
                <a:lnTo>
                  <a:pt x="35" y="960"/>
                </a:lnTo>
                <a:lnTo>
                  <a:pt x="36" y="960"/>
                </a:lnTo>
                <a:lnTo>
                  <a:pt x="36" y="959"/>
                </a:lnTo>
                <a:lnTo>
                  <a:pt x="35" y="959"/>
                </a:lnTo>
                <a:lnTo>
                  <a:pt x="36" y="959"/>
                </a:lnTo>
                <a:lnTo>
                  <a:pt x="36" y="958"/>
                </a:lnTo>
                <a:lnTo>
                  <a:pt x="35" y="958"/>
                </a:lnTo>
                <a:lnTo>
                  <a:pt x="35" y="957"/>
                </a:lnTo>
                <a:lnTo>
                  <a:pt x="34" y="957"/>
                </a:lnTo>
                <a:lnTo>
                  <a:pt x="34" y="956"/>
                </a:lnTo>
                <a:lnTo>
                  <a:pt x="34" y="957"/>
                </a:lnTo>
                <a:lnTo>
                  <a:pt x="33" y="957"/>
                </a:lnTo>
                <a:lnTo>
                  <a:pt x="32" y="957"/>
                </a:lnTo>
                <a:lnTo>
                  <a:pt x="31" y="957"/>
                </a:lnTo>
                <a:lnTo>
                  <a:pt x="30" y="958"/>
                </a:lnTo>
                <a:lnTo>
                  <a:pt x="30" y="957"/>
                </a:lnTo>
                <a:lnTo>
                  <a:pt x="29" y="957"/>
                </a:lnTo>
                <a:lnTo>
                  <a:pt x="29" y="958"/>
                </a:lnTo>
                <a:lnTo>
                  <a:pt x="28" y="958"/>
                </a:lnTo>
                <a:lnTo>
                  <a:pt x="27" y="958"/>
                </a:lnTo>
                <a:lnTo>
                  <a:pt x="26" y="958"/>
                </a:lnTo>
                <a:lnTo>
                  <a:pt x="25" y="958"/>
                </a:lnTo>
                <a:lnTo>
                  <a:pt x="24" y="958"/>
                </a:lnTo>
                <a:lnTo>
                  <a:pt x="23" y="958"/>
                </a:lnTo>
                <a:lnTo>
                  <a:pt x="23" y="959"/>
                </a:lnTo>
                <a:lnTo>
                  <a:pt x="22" y="959"/>
                </a:lnTo>
                <a:lnTo>
                  <a:pt x="22" y="958"/>
                </a:lnTo>
                <a:lnTo>
                  <a:pt x="21" y="957"/>
                </a:lnTo>
                <a:lnTo>
                  <a:pt x="21" y="958"/>
                </a:lnTo>
                <a:lnTo>
                  <a:pt x="20" y="958"/>
                </a:lnTo>
                <a:lnTo>
                  <a:pt x="19" y="959"/>
                </a:lnTo>
                <a:lnTo>
                  <a:pt x="19" y="958"/>
                </a:lnTo>
                <a:lnTo>
                  <a:pt x="18" y="958"/>
                </a:lnTo>
                <a:lnTo>
                  <a:pt x="17" y="958"/>
                </a:lnTo>
                <a:lnTo>
                  <a:pt x="16" y="958"/>
                </a:lnTo>
                <a:lnTo>
                  <a:pt x="16" y="957"/>
                </a:lnTo>
                <a:lnTo>
                  <a:pt x="16" y="958"/>
                </a:lnTo>
                <a:lnTo>
                  <a:pt x="15" y="958"/>
                </a:lnTo>
                <a:lnTo>
                  <a:pt x="14" y="958"/>
                </a:lnTo>
                <a:lnTo>
                  <a:pt x="13" y="958"/>
                </a:lnTo>
                <a:lnTo>
                  <a:pt x="12" y="958"/>
                </a:lnTo>
                <a:lnTo>
                  <a:pt x="11" y="958"/>
                </a:lnTo>
                <a:lnTo>
                  <a:pt x="10" y="958"/>
                </a:lnTo>
                <a:lnTo>
                  <a:pt x="9" y="958"/>
                </a:lnTo>
                <a:lnTo>
                  <a:pt x="9" y="959"/>
                </a:lnTo>
                <a:lnTo>
                  <a:pt x="9" y="958"/>
                </a:lnTo>
                <a:lnTo>
                  <a:pt x="8" y="958"/>
                </a:lnTo>
                <a:lnTo>
                  <a:pt x="9" y="958"/>
                </a:lnTo>
                <a:lnTo>
                  <a:pt x="9" y="957"/>
                </a:lnTo>
                <a:lnTo>
                  <a:pt x="8" y="957"/>
                </a:lnTo>
                <a:lnTo>
                  <a:pt x="8" y="956"/>
                </a:lnTo>
                <a:lnTo>
                  <a:pt x="9" y="956"/>
                </a:lnTo>
                <a:lnTo>
                  <a:pt x="9" y="955"/>
                </a:lnTo>
                <a:lnTo>
                  <a:pt x="9" y="954"/>
                </a:lnTo>
                <a:lnTo>
                  <a:pt x="10" y="954"/>
                </a:lnTo>
                <a:lnTo>
                  <a:pt x="9" y="954"/>
                </a:lnTo>
                <a:lnTo>
                  <a:pt x="10" y="954"/>
                </a:lnTo>
                <a:lnTo>
                  <a:pt x="10" y="953"/>
                </a:lnTo>
                <a:lnTo>
                  <a:pt x="11" y="953"/>
                </a:lnTo>
                <a:lnTo>
                  <a:pt x="11" y="952"/>
                </a:lnTo>
                <a:lnTo>
                  <a:pt x="11" y="951"/>
                </a:lnTo>
                <a:lnTo>
                  <a:pt x="12" y="951"/>
                </a:lnTo>
                <a:lnTo>
                  <a:pt x="12" y="950"/>
                </a:lnTo>
                <a:lnTo>
                  <a:pt x="12" y="949"/>
                </a:lnTo>
                <a:lnTo>
                  <a:pt x="13" y="949"/>
                </a:lnTo>
                <a:lnTo>
                  <a:pt x="13" y="948"/>
                </a:lnTo>
                <a:lnTo>
                  <a:pt x="14" y="947"/>
                </a:lnTo>
                <a:lnTo>
                  <a:pt x="14" y="946"/>
                </a:lnTo>
                <a:lnTo>
                  <a:pt x="14" y="945"/>
                </a:lnTo>
                <a:lnTo>
                  <a:pt x="14" y="944"/>
                </a:lnTo>
                <a:lnTo>
                  <a:pt x="14" y="943"/>
                </a:lnTo>
                <a:lnTo>
                  <a:pt x="14" y="942"/>
                </a:lnTo>
                <a:lnTo>
                  <a:pt x="14" y="941"/>
                </a:lnTo>
                <a:lnTo>
                  <a:pt x="15" y="941"/>
                </a:lnTo>
                <a:lnTo>
                  <a:pt x="15" y="940"/>
                </a:lnTo>
                <a:lnTo>
                  <a:pt x="15" y="938"/>
                </a:lnTo>
                <a:lnTo>
                  <a:pt x="15" y="936"/>
                </a:lnTo>
                <a:lnTo>
                  <a:pt x="16" y="936"/>
                </a:lnTo>
                <a:lnTo>
                  <a:pt x="16" y="935"/>
                </a:lnTo>
                <a:lnTo>
                  <a:pt x="16" y="934"/>
                </a:lnTo>
                <a:lnTo>
                  <a:pt x="16" y="933"/>
                </a:lnTo>
                <a:lnTo>
                  <a:pt x="16" y="932"/>
                </a:lnTo>
                <a:lnTo>
                  <a:pt x="16" y="931"/>
                </a:lnTo>
                <a:lnTo>
                  <a:pt x="16" y="930"/>
                </a:lnTo>
                <a:lnTo>
                  <a:pt x="17" y="930"/>
                </a:lnTo>
                <a:lnTo>
                  <a:pt x="17" y="929"/>
                </a:lnTo>
                <a:lnTo>
                  <a:pt x="17" y="927"/>
                </a:lnTo>
                <a:lnTo>
                  <a:pt x="17" y="926"/>
                </a:lnTo>
                <a:lnTo>
                  <a:pt x="18" y="926"/>
                </a:lnTo>
                <a:lnTo>
                  <a:pt x="18" y="925"/>
                </a:lnTo>
                <a:lnTo>
                  <a:pt x="18" y="924"/>
                </a:lnTo>
                <a:lnTo>
                  <a:pt x="18" y="923"/>
                </a:lnTo>
                <a:lnTo>
                  <a:pt x="18" y="922"/>
                </a:lnTo>
                <a:lnTo>
                  <a:pt x="19" y="922"/>
                </a:lnTo>
                <a:lnTo>
                  <a:pt x="18" y="922"/>
                </a:lnTo>
                <a:lnTo>
                  <a:pt x="18" y="921"/>
                </a:lnTo>
                <a:lnTo>
                  <a:pt x="18" y="919"/>
                </a:lnTo>
                <a:lnTo>
                  <a:pt x="18" y="918"/>
                </a:lnTo>
                <a:lnTo>
                  <a:pt x="18" y="917"/>
                </a:lnTo>
                <a:lnTo>
                  <a:pt x="18" y="916"/>
                </a:lnTo>
                <a:lnTo>
                  <a:pt x="18" y="915"/>
                </a:lnTo>
                <a:lnTo>
                  <a:pt x="18" y="914"/>
                </a:lnTo>
                <a:lnTo>
                  <a:pt x="19" y="914"/>
                </a:lnTo>
                <a:lnTo>
                  <a:pt x="20" y="914"/>
                </a:lnTo>
                <a:lnTo>
                  <a:pt x="20" y="913"/>
                </a:lnTo>
                <a:lnTo>
                  <a:pt x="19" y="913"/>
                </a:lnTo>
                <a:lnTo>
                  <a:pt x="19" y="912"/>
                </a:lnTo>
                <a:lnTo>
                  <a:pt x="19" y="911"/>
                </a:lnTo>
                <a:lnTo>
                  <a:pt x="19" y="910"/>
                </a:lnTo>
                <a:lnTo>
                  <a:pt x="19" y="909"/>
                </a:lnTo>
                <a:lnTo>
                  <a:pt x="19" y="908"/>
                </a:lnTo>
                <a:lnTo>
                  <a:pt x="19" y="906"/>
                </a:lnTo>
                <a:lnTo>
                  <a:pt x="19" y="905"/>
                </a:lnTo>
                <a:lnTo>
                  <a:pt x="19" y="904"/>
                </a:lnTo>
                <a:lnTo>
                  <a:pt x="19" y="903"/>
                </a:lnTo>
                <a:lnTo>
                  <a:pt x="19" y="902"/>
                </a:lnTo>
                <a:lnTo>
                  <a:pt x="19" y="901"/>
                </a:lnTo>
                <a:lnTo>
                  <a:pt x="19" y="900"/>
                </a:lnTo>
                <a:lnTo>
                  <a:pt x="19" y="899"/>
                </a:lnTo>
                <a:lnTo>
                  <a:pt x="18" y="899"/>
                </a:lnTo>
                <a:lnTo>
                  <a:pt x="18" y="900"/>
                </a:lnTo>
                <a:lnTo>
                  <a:pt x="18" y="899"/>
                </a:lnTo>
                <a:lnTo>
                  <a:pt x="17" y="899"/>
                </a:lnTo>
                <a:lnTo>
                  <a:pt x="16" y="898"/>
                </a:lnTo>
                <a:lnTo>
                  <a:pt x="16" y="897"/>
                </a:lnTo>
                <a:lnTo>
                  <a:pt x="16" y="896"/>
                </a:lnTo>
                <a:lnTo>
                  <a:pt x="17" y="896"/>
                </a:lnTo>
                <a:lnTo>
                  <a:pt x="17" y="895"/>
                </a:lnTo>
                <a:lnTo>
                  <a:pt x="18" y="895"/>
                </a:lnTo>
                <a:lnTo>
                  <a:pt x="19" y="895"/>
                </a:lnTo>
                <a:lnTo>
                  <a:pt x="19" y="894"/>
                </a:lnTo>
                <a:lnTo>
                  <a:pt x="20" y="894"/>
                </a:lnTo>
                <a:lnTo>
                  <a:pt x="20" y="892"/>
                </a:lnTo>
                <a:lnTo>
                  <a:pt x="21" y="891"/>
                </a:lnTo>
                <a:lnTo>
                  <a:pt x="22" y="891"/>
                </a:lnTo>
                <a:lnTo>
                  <a:pt x="23" y="891"/>
                </a:lnTo>
                <a:lnTo>
                  <a:pt x="23" y="892"/>
                </a:lnTo>
                <a:lnTo>
                  <a:pt x="24" y="892"/>
                </a:lnTo>
                <a:lnTo>
                  <a:pt x="24" y="891"/>
                </a:lnTo>
                <a:lnTo>
                  <a:pt x="25" y="891"/>
                </a:lnTo>
                <a:lnTo>
                  <a:pt x="26" y="891"/>
                </a:lnTo>
                <a:lnTo>
                  <a:pt x="26" y="890"/>
                </a:lnTo>
                <a:lnTo>
                  <a:pt x="27" y="890"/>
                </a:lnTo>
                <a:lnTo>
                  <a:pt x="28" y="890"/>
                </a:lnTo>
                <a:lnTo>
                  <a:pt x="29" y="890"/>
                </a:lnTo>
                <a:lnTo>
                  <a:pt x="30" y="890"/>
                </a:lnTo>
                <a:lnTo>
                  <a:pt x="30" y="889"/>
                </a:lnTo>
                <a:lnTo>
                  <a:pt x="31" y="889"/>
                </a:lnTo>
                <a:lnTo>
                  <a:pt x="32" y="889"/>
                </a:lnTo>
                <a:lnTo>
                  <a:pt x="32" y="888"/>
                </a:lnTo>
                <a:lnTo>
                  <a:pt x="33" y="888"/>
                </a:lnTo>
                <a:lnTo>
                  <a:pt x="34" y="888"/>
                </a:lnTo>
                <a:lnTo>
                  <a:pt x="35" y="888"/>
                </a:lnTo>
                <a:lnTo>
                  <a:pt x="35" y="887"/>
                </a:lnTo>
                <a:lnTo>
                  <a:pt x="36" y="887"/>
                </a:lnTo>
                <a:lnTo>
                  <a:pt x="37" y="886"/>
                </a:lnTo>
                <a:lnTo>
                  <a:pt x="38" y="886"/>
                </a:lnTo>
                <a:lnTo>
                  <a:pt x="38" y="885"/>
                </a:lnTo>
                <a:lnTo>
                  <a:pt x="38" y="884"/>
                </a:lnTo>
                <a:lnTo>
                  <a:pt x="39" y="884"/>
                </a:lnTo>
                <a:lnTo>
                  <a:pt x="39" y="883"/>
                </a:lnTo>
                <a:lnTo>
                  <a:pt x="40" y="883"/>
                </a:lnTo>
                <a:lnTo>
                  <a:pt x="40" y="882"/>
                </a:lnTo>
                <a:lnTo>
                  <a:pt x="41" y="882"/>
                </a:lnTo>
                <a:lnTo>
                  <a:pt x="41" y="881"/>
                </a:lnTo>
                <a:lnTo>
                  <a:pt x="42" y="881"/>
                </a:lnTo>
                <a:lnTo>
                  <a:pt x="42" y="880"/>
                </a:lnTo>
                <a:lnTo>
                  <a:pt x="42" y="881"/>
                </a:lnTo>
                <a:lnTo>
                  <a:pt x="43" y="881"/>
                </a:lnTo>
                <a:lnTo>
                  <a:pt x="43" y="880"/>
                </a:lnTo>
                <a:lnTo>
                  <a:pt x="43" y="881"/>
                </a:lnTo>
                <a:lnTo>
                  <a:pt x="44" y="881"/>
                </a:lnTo>
                <a:lnTo>
                  <a:pt x="44" y="880"/>
                </a:lnTo>
                <a:lnTo>
                  <a:pt x="45" y="880"/>
                </a:lnTo>
                <a:lnTo>
                  <a:pt x="45" y="879"/>
                </a:lnTo>
                <a:lnTo>
                  <a:pt x="46" y="879"/>
                </a:lnTo>
                <a:lnTo>
                  <a:pt x="46" y="878"/>
                </a:lnTo>
                <a:lnTo>
                  <a:pt x="47" y="878"/>
                </a:lnTo>
                <a:lnTo>
                  <a:pt x="47" y="879"/>
                </a:lnTo>
                <a:lnTo>
                  <a:pt x="48" y="879"/>
                </a:lnTo>
                <a:lnTo>
                  <a:pt x="48" y="880"/>
                </a:lnTo>
                <a:lnTo>
                  <a:pt x="49" y="880"/>
                </a:lnTo>
                <a:lnTo>
                  <a:pt x="50" y="880"/>
                </a:lnTo>
                <a:lnTo>
                  <a:pt x="50" y="881"/>
                </a:lnTo>
                <a:lnTo>
                  <a:pt x="51" y="881"/>
                </a:lnTo>
                <a:lnTo>
                  <a:pt x="51" y="882"/>
                </a:lnTo>
                <a:lnTo>
                  <a:pt x="52" y="882"/>
                </a:lnTo>
                <a:lnTo>
                  <a:pt x="52" y="881"/>
                </a:lnTo>
                <a:lnTo>
                  <a:pt x="53" y="881"/>
                </a:lnTo>
                <a:lnTo>
                  <a:pt x="53" y="882"/>
                </a:lnTo>
                <a:lnTo>
                  <a:pt x="53" y="881"/>
                </a:lnTo>
                <a:lnTo>
                  <a:pt x="54" y="881"/>
                </a:lnTo>
                <a:lnTo>
                  <a:pt x="54" y="882"/>
                </a:lnTo>
                <a:lnTo>
                  <a:pt x="55" y="882"/>
                </a:lnTo>
                <a:lnTo>
                  <a:pt x="56" y="882"/>
                </a:lnTo>
                <a:lnTo>
                  <a:pt x="57" y="882"/>
                </a:lnTo>
                <a:lnTo>
                  <a:pt x="58" y="882"/>
                </a:lnTo>
                <a:lnTo>
                  <a:pt x="58" y="883"/>
                </a:lnTo>
                <a:lnTo>
                  <a:pt x="58" y="882"/>
                </a:lnTo>
                <a:lnTo>
                  <a:pt x="59" y="882"/>
                </a:lnTo>
                <a:lnTo>
                  <a:pt x="60" y="882"/>
                </a:lnTo>
                <a:lnTo>
                  <a:pt x="60" y="881"/>
                </a:lnTo>
                <a:lnTo>
                  <a:pt x="61" y="881"/>
                </a:lnTo>
                <a:lnTo>
                  <a:pt x="61" y="880"/>
                </a:lnTo>
                <a:lnTo>
                  <a:pt x="62" y="880"/>
                </a:lnTo>
                <a:lnTo>
                  <a:pt x="62" y="879"/>
                </a:lnTo>
                <a:lnTo>
                  <a:pt x="63" y="879"/>
                </a:lnTo>
                <a:lnTo>
                  <a:pt x="64" y="878"/>
                </a:lnTo>
                <a:lnTo>
                  <a:pt x="64" y="877"/>
                </a:lnTo>
                <a:lnTo>
                  <a:pt x="64" y="876"/>
                </a:lnTo>
                <a:lnTo>
                  <a:pt x="63" y="876"/>
                </a:lnTo>
                <a:lnTo>
                  <a:pt x="63" y="874"/>
                </a:lnTo>
                <a:lnTo>
                  <a:pt x="63" y="873"/>
                </a:lnTo>
                <a:lnTo>
                  <a:pt x="62" y="873"/>
                </a:lnTo>
                <a:lnTo>
                  <a:pt x="62" y="872"/>
                </a:lnTo>
                <a:lnTo>
                  <a:pt x="61" y="872"/>
                </a:lnTo>
                <a:lnTo>
                  <a:pt x="61" y="871"/>
                </a:lnTo>
                <a:lnTo>
                  <a:pt x="60" y="871"/>
                </a:lnTo>
                <a:lnTo>
                  <a:pt x="60" y="870"/>
                </a:lnTo>
                <a:lnTo>
                  <a:pt x="59" y="871"/>
                </a:lnTo>
                <a:lnTo>
                  <a:pt x="58" y="871"/>
                </a:lnTo>
                <a:lnTo>
                  <a:pt x="57" y="871"/>
                </a:lnTo>
                <a:lnTo>
                  <a:pt x="57" y="870"/>
                </a:lnTo>
                <a:lnTo>
                  <a:pt x="56" y="869"/>
                </a:lnTo>
                <a:lnTo>
                  <a:pt x="55" y="869"/>
                </a:lnTo>
                <a:lnTo>
                  <a:pt x="55" y="868"/>
                </a:lnTo>
                <a:lnTo>
                  <a:pt x="55" y="867"/>
                </a:lnTo>
                <a:lnTo>
                  <a:pt x="54" y="867"/>
                </a:lnTo>
                <a:lnTo>
                  <a:pt x="54" y="866"/>
                </a:lnTo>
                <a:lnTo>
                  <a:pt x="53" y="866"/>
                </a:lnTo>
                <a:lnTo>
                  <a:pt x="53" y="865"/>
                </a:lnTo>
                <a:lnTo>
                  <a:pt x="52" y="865"/>
                </a:lnTo>
                <a:lnTo>
                  <a:pt x="52" y="864"/>
                </a:lnTo>
                <a:lnTo>
                  <a:pt x="52" y="862"/>
                </a:lnTo>
                <a:lnTo>
                  <a:pt x="52" y="861"/>
                </a:lnTo>
                <a:lnTo>
                  <a:pt x="53" y="861"/>
                </a:lnTo>
                <a:lnTo>
                  <a:pt x="53" y="860"/>
                </a:lnTo>
                <a:lnTo>
                  <a:pt x="53" y="859"/>
                </a:lnTo>
                <a:lnTo>
                  <a:pt x="53" y="858"/>
                </a:lnTo>
                <a:lnTo>
                  <a:pt x="53" y="857"/>
                </a:lnTo>
                <a:lnTo>
                  <a:pt x="53" y="856"/>
                </a:lnTo>
                <a:lnTo>
                  <a:pt x="53" y="855"/>
                </a:lnTo>
                <a:lnTo>
                  <a:pt x="53" y="854"/>
                </a:lnTo>
                <a:lnTo>
                  <a:pt x="52" y="854"/>
                </a:lnTo>
                <a:lnTo>
                  <a:pt x="52" y="853"/>
                </a:lnTo>
                <a:lnTo>
                  <a:pt x="51" y="853"/>
                </a:lnTo>
                <a:lnTo>
                  <a:pt x="51" y="852"/>
                </a:lnTo>
                <a:lnTo>
                  <a:pt x="51" y="851"/>
                </a:lnTo>
                <a:lnTo>
                  <a:pt x="51" y="850"/>
                </a:lnTo>
                <a:lnTo>
                  <a:pt x="51" y="849"/>
                </a:lnTo>
                <a:lnTo>
                  <a:pt x="51" y="848"/>
                </a:lnTo>
                <a:lnTo>
                  <a:pt x="52" y="847"/>
                </a:lnTo>
                <a:lnTo>
                  <a:pt x="51" y="847"/>
                </a:lnTo>
                <a:lnTo>
                  <a:pt x="52" y="847"/>
                </a:lnTo>
                <a:lnTo>
                  <a:pt x="52" y="846"/>
                </a:lnTo>
                <a:lnTo>
                  <a:pt x="52" y="845"/>
                </a:lnTo>
                <a:lnTo>
                  <a:pt x="52" y="844"/>
                </a:lnTo>
                <a:lnTo>
                  <a:pt x="52" y="843"/>
                </a:lnTo>
                <a:lnTo>
                  <a:pt x="52" y="842"/>
                </a:lnTo>
                <a:lnTo>
                  <a:pt x="52" y="841"/>
                </a:lnTo>
                <a:lnTo>
                  <a:pt x="53" y="841"/>
                </a:lnTo>
                <a:lnTo>
                  <a:pt x="53" y="840"/>
                </a:lnTo>
                <a:lnTo>
                  <a:pt x="54" y="839"/>
                </a:lnTo>
                <a:lnTo>
                  <a:pt x="53" y="839"/>
                </a:lnTo>
                <a:lnTo>
                  <a:pt x="53" y="838"/>
                </a:lnTo>
                <a:lnTo>
                  <a:pt x="54" y="838"/>
                </a:lnTo>
                <a:lnTo>
                  <a:pt x="54" y="837"/>
                </a:lnTo>
                <a:lnTo>
                  <a:pt x="54" y="836"/>
                </a:lnTo>
                <a:lnTo>
                  <a:pt x="54" y="835"/>
                </a:lnTo>
                <a:lnTo>
                  <a:pt x="54" y="834"/>
                </a:lnTo>
                <a:lnTo>
                  <a:pt x="54" y="833"/>
                </a:lnTo>
                <a:lnTo>
                  <a:pt x="54" y="832"/>
                </a:lnTo>
                <a:lnTo>
                  <a:pt x="53" y="832"/>
                </a:lnTo>
                <a:lnTo>
                  <a:pt x="53" y="831"/>
                </a:lnTo>
                <a:lnTo>
                  <a:pt x="53" y="830"/>
                </a:lnTo>
                <a:lnTo>
                  <a:pt x="54" y="830"/>
                </a:lnTo>
                <a:lnTo>
                  <a:pt x="54" y="829"/>
                </a:lnTo>
                <a:lnTo>
                  <a:pt x="55" y="829"/>
                </a:lnTo>
                <a:lnTo>
                  <a:pt x="55" y="830"/>
                </a:lnTo>
                <a:lnTo>
                  <a:pt x="56" y="830"/>
                </a:lnTo>
                <a:lnTo>
                  <a:pt x="56" y="831"/>
                </a:lnTo>
                <a:lnTo>
                  <a:pt x="57" y="831"/>
                </a:lnTo>
                <a:lnTo>
                  <a:pt x="57" y="830"/>
                </a:lnTo>
                <a:lnTo>
                  <a:pt x="58" y="830"/>
                </a:lnTo>
                <a:lnTo>
                  <a:pt x="58" y="829"/>
                </a:lnTo>
                <a:lnTo>
                  <a:pt x="58" y="828"/>
                </a:lnTo>
                <a:lnTo>
                  <a:pt x="59" y="828"/>
                </a:lnTo>
                <a:lnTo>
                  <a:pt x="60" y="828"/>
                </a:lnTo>
                <a:lnTo>
                  <a:pt x="60" y="827"/>
                </a:lnTo>
                <a:lnTo>
                  <a:pt x="61" y="827"/>
                </a:lnTo>
                <a:lnTo>
                  <a:pt x="61" y="826"/>
                </a:lnTo>
                <a:lnTo>
                  <a:pt x="61" y="825"/>
                </a:lnTo>
                <a:lnTo>
                  <a:pt x="62" y="825"/>
                </a:lnTo>
                <a:lnTo>
                  <a:pt x="62" y="824"/>
                </a:lnTo>
                <a:lnTo>
                  <a:pt x="63" y="824"/>
                </a:lnTo>
                <a:lnTo>
                  <a:pt x="63" y="823"/>
                </a:lnTo>
                <a:lnTo>
                  <a:pt x="64" y="823"/>
                </a:lnTo>
                <a:lnTo>
                  <a:pt x="64" y="822"/>
                </a:lnTo>
                <a:lnTo>
                  <a:pt x="64" y="821"/>
                </a:lnTo>
                <a:lnTo>
                  <a:pt x="65" y="820"/>
                </a:lnTo>
                <a:lnTo>
                  <a:pt x="65" y="819"/>
                </a:lnTo>
                <a:lnTo>
                  <a:pt x="66" y="819"/>
                </a:lnTo>
                <a:lnTo>
                  <a:pt x="66" y="818"/>
                </a:lnTo>
                <a:lnTo>
                  <a:pt x="66" y="817"/>
                </a:lnTo>
                <a:lnTo>
                  <a:pt x="67" y="816"/>
                </a:lnTo>
                <a:lnTo>
                  <a:pt x="68" y="816"/>
                </a:lnTo>
                <a:lnTo>
                  <a:pt x="68" y="815"/>
                </a:lnTo>
                <a:lnTo>
                  <a:pt x="69" y="815"/>
                </a:lnTo>
                <a:lnTo>
                  <a:pt x="69" y="814"/>
                </a:lnTo>
                <a:lnTo>
                  <a:pt x="69" y="813"/>
                </a:lnTo>
                <a:lnTo>
                  <a:pt x="68" y="813"/>
                </a:lnTo>
                <a:lnTo>
                  <a:pt x="69" y="813"/>
                </a:lnTo>
                <a:lnTo>
                  <a:pt x="69" y="812"/>
                </a:lnTo>
                <a:lnTo>
                  <a:pt x="70" y="812"/>
                </a:lnTo>
                <a:lnTo>
                  <a:pt x="70" y="811"/>
                </a:lnTo>
                <a:lnTo>
                  <a:pt x="69" y="811"/>
                </a:lnTo>
                <a:lnTo>
                  <a:pt x="70" y="811"/>
                </a:lnTo>
                <a:lnTo>
                  <a:pt x="70" y="810"/>
                </a:lnTo>
                <a:lnTo>
                  <a:pt x="70" y="809"/>
                </a:lnTo>
                <a:lnTo>
                  <a:pt x="71" y="809"/>
                </a:lnTo>
                <a:lnTo>
                  <a:pt x="71" y="808"/>
                </a:lnTo>
                <a:lnTo>
                  <a:pt x="71" y="807"/>
                </a:lnTo>
                <a:lnTo>
                  <a:pt x="71" y="806"/>
                </a:lnTo>
                <a:lnTo>
                  <a:pt x="72" y="806"/>
                </a:lnTo>
                <a:lnTo>
                  <a:pt x="72" y="805"/>
                </a:lnTo>
                <a:lnTo>
                  <a:pt x="72" y="804"/>
                </a:lnTo>
                <a:lnTo>
                  <a:pt x="73" y="804"/>
                </a:lnTo>
                <a:lnTo>
                  <a:pt x="73" y="803"/>
                </a:lnTo>
                <a:lnTo>
                  <a:pt x="73" y="802"/>
                </a:lnTo>
                <a:lnTo>
                  <a:pt x="73" y="801"/>
                </a:lnTo>
                <a:lnTo>
                  <a:pt x="74" y="801"/>
                </a:lnTo>
                <a:lnTo>
                  <a:pt x="74" y="800"/>
                </a:lnTo>
                <a:lnTo>
                  <a:pt x="74" y="799"/>
                </a:lnTo>
                <a:lnTo>
                  <a:pt x="75" y="799"/>
                </a:lnTo>
                <a:lnTo>
                  <a:pt x="75" y="798"/>
                </a:lnTo>
                <a:lnTo>
                  <a:pt x="76" y="798"/>
                </a:lnTo>
                <a:lnTo>
                  <a:pt x="76" y="797"/>
                </a:lnTo>
                <a:lnTo>
                  <a:pt x="75" y="797"/>
                </a:lnTo>
                <a:lnTo>
                  <a:pt x="76" y="797"/>
                </a:lnTo>
                <a:lnTo>
                  <a:pt x="76" y="796"/>
                </a:lnTo>
                <a:lnTo>
                  <a:pt x="77" y="796"/>
                </a:lnTo>
                <a:lnTo>
                  <a:pt x="77" y="795"/>
                </a:lnTo>
                <a:lnTo>
                  <a:pt x="77" y="794"/>
                </a:lnTo>
                <a:lnTo>
                  <a:pt x="78" y="794"/>
                </a:lnTo>
                <a:lnTo>
                  <a:pt x="78" y="793"/>
                </a:lnTo>
                <a:lnTo>
                  <a:pt x="79" y="793"/>
                </a:lnTo>
                <a:lnTo>
                  <a:pt x="80" y="793"/>
                </a:lnTo>
                <a:lnTo>
                  <a:pt x="80" y="794"/>
                </a:lnTo>
                <a:lnTo>
                  <a:pt x="81" y="794"/>
                </a:lnTo>
                <a:lnTo>
                  <a:pt x="81" y="795"/>
                </a:lnTo>
                <a:lnTo>
                  <a:pt x="82" y="795"/>
                </a:lnTo>
                <a:lnTo>
                  <a:pt x="83" y="795"/>
                </a:lnTo>
                <a:lnTo>
                  <a:pt x="83" y="794"/>
                </a:lnTo>
                <a:lnTo>
                  <a:pt x="83" y="795"/>
                </a:lnTo>
                <a:lnTo>
                  <a:pt x="84" y="795"/>
                </a:lnTo>
                <a:lnTo>
                  <a:pt x="84" y="796"/>
                </a:lnTo>
                <a:lnTo>
                  <a:pt x="84" y="795"/>
                </a:lnTo>
                <a:lnTo>
                  <a:pt x="84" y="796"/>
                </a:lnTo>
                <a:lnTo>
                  <a:pt x="85" y="796"/>
                </a:lnTo>
                <a:lnTo>
                  <a:pt x="85" y="797"/>
                </a:lnTo>
                <a:lnTo>
                  <a:pt x="85" y="798"/>
                </a:lnTo>
                <a:lnTo>
                  <a:pt x="85" y="799"/>
                </a:lnTo>
                <a:lnTo>
                  <a:pt x="86" y="799"/>
                </a:lnTo>
                <a:lnTo>
                  <a:pt x="86" y="800"/>
                </a:lnTo>
                <a:lnTo>
                  <a:pt x="87" y="800"/>
                </a:lnTo>
                <a:lnTo>
                  <a:pt x="87" y="801"/>
                </a:lnTo>
                <a:lnTo>
                  <a:pt x="88" y="801"/>
                </a:lnTo>
                <a:lnTo>
                  <a:pt x="88" y="802"/>
                </a:lnTo>
                <a:lnTo>
                  <a:pt x="88" y="803"/>
                </a:lnTo>
                <a:lnTo>
                  <a:pt x="88" y="804"/>
                </a:lnTo>
                <a:lnTo>
                  <a:pt x="89" y="804"/>
                </a:lnTo>
                <a:lnTo>
                  <a:pt x="89" y="805"/>
                </a:lnTo>
                <a:lnTo>
                  <a:pt x="90" y="805"/>
                </a:lnTo>
                <a:lnTo>
                  <a:pt x="91" y="806"/>
                </a:lnTo>
                <a:lnTo>
                  <a:pt x="92" y="806"/>
                </a:lnTo>
                <a:lnTo>
                  <a:pt x="93" y="806"/>
                </a:lnTo>
                <a:lnTo>
                  <a:pt x="93" y="805"/>
                </a:lnTo>
                <a:lnTo>
                  <a:pt x="93" y="806"/>
                </a:lnTo>
                <a:lnTo>
                  <a:pt x="94" y="806"/>
                </a:lnTo>
                <a:lnTo>
                  <a:pt x="94" y="805"/>
                </a:lnTo>
                <a:lnTo>
                  <a:pt x="95" y="805"/>
                </a:lnTo>
                <a:lnTo>
                  <a:pt x="96" y="805"/>
                </a:lnTo>
                <a:lnTo>
                  <a:pt x="96" y="806"/>
                </a:lnTo>
                <a:lnTo>
                  <a:pt x="96" y="805"/>
                </a:lnTo>
                <a:lnTo>
                  <a:pt x="96" y="806"/>
                </a:lnTo>
                <a:lnTo>
                  <a:pt x="96" y="805"/>
                </a:lnTo>
                <a:lnTo>
                  <a:pt x="97" y="805"/>
                </a:lnTo>
                <a:lnTo>
                  <a:pt x="98" y="804"/>
                </a:lnTo>
                <a:lnTo>
                  <a:pt x="98" y="803"/>
                </a:lnTo>
                <a:lnTo>
                  <a:pt x="99" y="803"/>
                </a:lnTo>
                <a:lnTo>
                  <a:pt x="99" y="802"/>
                </a:lnTo>
                <a:lnTo>
                  <a:pt x="100" y="802"/>
                </a:lnTo>
                <a:lnTo>
                  <a:pt x="100" y="801"/>
                </a:lnTo>
                <a:lnTo>
                  <a:pt x="101" y="801"/>
                </a:lnTo>
                <a:lnTo>
                  <a:pt x="102" y="801"/>
                </a:lnTo>
                <a:lnTo>
                  <a:pt x="102" y="800"/>
                </a:lnTo>
                <a:lnTo>
                  <a:pt x="103" y="800"/>
                </a:lnTo>
                <a:lnTo>
                  <a:pt x="103" y="799"/>
                </a:lnTo>
                <a:lnTo>
                  <a:pt x="104" y="799"/>
                </a:lnTo>
                <a:lnTo>
                  <a:pt x="104" y="798"/>
                </a:lnTo>
                <a:lnTo>
                  <a:pt x="105" y="798"/>
                </a:lnTo>
                <a:lnTo>
                  <a:pt x="105" y="797"/>
                </a:lnTo>
                <a:lnTo>
                  <a:pt x="106" y="797"/>
                </a:lnTo>
                <a:lnTo>
                  <a:pt x="106" y="796"/>
                </a:lnTo>
                <a:lnTo>
                  <a:pt x="106" y="795"/>
                </a:lnTo>
                <a:lnTo>
                  <a:pt x="107" y="795"/>
                </a:lnTo>
                <a:lnTo>
                  <a:pt x="108" y="795"/>
                </a:lnTo>
                <a:lnTo>
                  <a:pt x="108" y="794"/>
                </a:lnTo>
                <a:lnTo>
                  <a:pt x="107" y="794"/>
                </a:lnTo>
                <a:lnTo>
                  <a:pt x="108" y="794"/>
                </a:lnTo>
                <a:lnTo>
                  <a:pt x="108" y="793"/>
                </a:lnTo>
                <a:lnTo>
                  <a:pt x="109" y="793"/>
                </a:lnTo>
                <a:lnTo>
                  <a:pt x="109" y="792"/>
                </a:lnTo>
                <a:lnTo>
                  <a:pt x="109" y="791"/>
                </a:lnTo>
                <a:lnTo>
                  <a:pt x="109" y="790"/>
                </a:lnTo>
                <a:lnTo>
                  <a:pt x="109" y="789"/>
                </a:lnTo>
                <a:lnTo>
                  <a:pt x="110" y="789"/>
                </a:lnTo>
                <a:lnTo>
                  <a:pt x="110" y="788"/>
                </a:lnTo>
                <a:lnTo>
                  <a:pt x="111" y="788"/>
                </a:lnTo>
                <a:lnTo>
                  <a:pt x="112" y="788"/>
                </a:lnTo>
                <a:lnTo>
                  <a:pt x="113" y="788"/>
                </a:lnTo>
                <a:lnTo>
                  <a:pt x="113" y="789"/>
                </a:lnTo>
                <a:lnTo>
                  <a:pt x="114" y="789"/>
                </a:lnTo>
                <a:lnTo>
                  <a:pt x="115" y="789"/>
                </a:lnTo>
                <a:lnTo>
                  <a:pt x="116" y="789"/>
                </a:lnTo>
                <a:lnTo>
                  <a:pt x="117" y="789"/>
                </a:lnTo>
                <a:lnTo>
                  <a:pt x="118" y="789"/>
                </a:lnTo>
                <a:lnTo>
                  <a:pt x="119" y="789"/>
                </a:lnTo>
                <a:lnTo>
                  <a:pt x="119" y="788"/>
                </a:lnTo>
                <a:lnTo>
                  <a:pt x="120" y="788"/>
                </a:lnTo>
                <a:lnTo>
                  <a:pt x="121" y="788"/>
                </a:lnTo>
                <a:lnTo>
                  <a:pt x="121" y="787"/>
                </a:lnTo>
                <a:lnTo>
                  <a:pt x="121" y="786"/>
                </a:lnTo>
                <a:lnTo>
                  <a:pt x="122" y="786"/>
                </a:lnTo>
                <a:lnTo>
                  <a:pt x="121" y="786"/>
                </a:lnTo>
                <a:lnTo>
                  <a:pt x="121" y="785"/>
                </a:lnTo>
                <a:lnTo>
                  <a:pt x="122" y="785"/>
                </a:lnTo>
                <a:lnTo>
                  <a:pt x="122" y="784"/>
                </a:lnTo>
                <a:lnTo>
                  <a:pt x="123" y="784"/>
                </a:lnTo>
                <a:lnTo>
                  <a:pt x="123" y="783"/>
                </a:lnTo>
                <a:lnTo>
                  <a:pt x="124" y="783"/>
                </a:lnTo>
                <a:lnTo>
                  <a:pt x="124" y="784"/>
                </a:lnTo>
                <a:lnTo>
                  <a:pt x="124" y="783"/>
                </a:lnTo>
                <a:lnTo>
                  <a:pt x="125" y="783"/>
                </a:lnTo>
                <a:lnTo>
                  <a:pt x="125" y="782"/>
                </a:lnTo>
                <a:lnTo>
                  <a:pt x="125" y="781"/>
                </a:lnTo>
                <a:lnTo>
                  <a:pt x="126" y="781"/>
                </a:lnTo>
                <a:lnTo>
                  <a:pt x="126" y="780"/>
                </a:lnTo>
                <a:lnTo>
                  <a:pt x="127" y="780"/>
                </a:lnTo>
                <a:lnTo>
                  <a:pt x="127" y="779"/>
                </a:lnTo>
                <a:lnTo>
                  <a:pt x="127" y="778"/>
                </a:lnTo>
                <a:lnTo>
                  <a:pt x="127" y="777"/>
                </a:lnTo>
                <a:lnTo>
                  <a:pt x="127" y="776"/>
                </a:lnTo>
                <a:lnTo>
                  <a:pt x="127" y="775"/>
                </a:lnTo>
                <a:lnTo>
                  <a:pt x="128" y="775"/>
                </a:lnTo>
                <a:lnTo>
                  <a:pt x="128" y="774"/>
                </a:lnTo>
                <a:lnTo>
                  <a:pt x="127" y="774"/>
                </a:lnTo>
                <a:lnTo>
                  <a:pt x="128" y="774"/>
                </a:lnTo>
                <a:lnTo>
                  <a:pt x="128" y="773"/>
                </a:lnTo>
                <a:lnTo>
                  <a:pt x="128" y="772"/>
                </a:lnTo>
                <a:lnTo>
                  <a:pt x="128" y="771"/>
                </a:lnTo>
                <a:lnTo>
                  <a:pt x="129" y="771"/>
                </a:lnTo>
                <a:lnTo>
                  <a:pt x="129" y="772"/>
                </a:lnTo>
                <a:lnTo>
                  <a:pt x="130" y="772"/>
                </a:lnTo>
                <a:lnTo>
                  <a:pt x="130" y="773"/>
                </a:lnTo>
                <a:lnTo>
                  <a:pt x="131" y="773"/>
                </a:lnTo>
                <a:lnTo>
                  <a:pt x="132" y="773"/>
                </a:lnTo>
                <a:lnTo>
                  <a:pt x="133" y="773"/>
                </a:lnTo>
                <a:lnTo>
                  <a:pt x="134" y="773"/>
                </a:lnTo>
                <a:lnTo>
                  <a:pt x="135" y="773"/>
                </a:lnTo>
                <a:lnTo>
                  <a:pt x="135" y="772"/>
                </a:lnTo>
                <a:lnTo>
                  <a:pt x="136" y="772"/>
                </a:lnTo>
                <a:lnTo>
                  <a:pt x="136" y="771"/>
                </a:lnTo>
                <a:lnTo>
                  <a:pt x="136" y="770"/>
                </a:lnTo>
                <a:lnTo>
                  <a:pt x="137" y="770"/>
                </a:lnTo>
                <a:lnTo>
                  <a:pt x="137" y="769"/>
                </a:lnTo>
                <a:lnTo>
                  <a:pt x="137" y="768"/>
                </a:lnTo>
                <a:lnTo>
                  <a:pt x="137" y="767"/>
                </a:lnTo>
                <a:lnTo>
                  <a:pt x="138" y="767"/>
                </a:lnTo>
                <a:lnTo>
                  <a:pt x="138" y="766"/>
                </a:lnTo>
                <a:lnTo>
                  <a:pt x="137" y="766"/>
                </a:lnTo>
                <a:lnTo>
                  <a:pt x="137" y="765"/>
                </a:lnTo>
                <a:lnTo>
                  <a:pt x="136" y="764"/>
                </a:lnTo>
                <a:lnTo>
                  <a:pt x="137" y="764"/>
                </a:lnTo>
                <a:lnTo>
                  <a:pt x="138" y="764"/>
                </a:lnTo>
                <a:lnTo>
                  <a:pt x="138" y="763"/>
                </a:lnTo>
                <a:lnTo>
                  <a:pt x="139" y="762"/>
                </a:lnTo>
                <a:lnTo>
                  <a:pt x="139" y="761"/>
                </a:lnTo>
                <a:lnTo>
                  <a:pt x="139" y="760"/>
                </a:lnTo>
                <a:lnTo>
                  <a:pt x="139" y="759"/>
                </a:lnTo>
                <a:lnTo>
                  <a:pt x="139" y="758"/>
                </a:lnTo>
                <a:lnTo>
                  <a:pt x="138" y="758"/>
                </a:lnTo>
                <a:lnTo>
                  <a:pt x="139" y="758"/>
                </a:lnTo>
                <a:lnTo>
                  <a:pt x="139" y="757"/>
                </a:lnTo>
                <a:lnTo>
                  <a:pt x="139" y="756"/>
                </a:lnTo>
                <a:lnTo>
                  <a:pt x="138" y="756"/>
                </a:lnTo>
                <a:lnTo>
                  <a:pt x="138" y="755"/>
                </a:lnTo>
                <a:lnTo>
                  <a:pt x="137" y="755"/>
                </a:lnTo>
                <a:lnTo>
                  <a:pt x="138" y="755"/>
                </a:lnTo>
                <a:lnTo>
                  <a:pt x="137" y="755"/>
                </a:lnTo>
                <a:lnTo>
                  <a:pt x="137" y="754"/>
                </a:lnTo>
                <a:lnTo>
                  <a:pt x="137" y="753"/>
                </a:lnTo>
                <a:lnTo>
                  <a:pt x="136" y="753"/>
                </a:lnTo>
                <a:lnTo>
                  <a:pt x="136" y="752"/>
                </a:lnTo>
                <a:lnTo>
                  <a:pt x="136" y="751"/>
                </a:lnTo>
                <a:lnTo>
                  <a:pt x="135" y="750"/>
                </a:lnTo>
                <a:lnTo>
                  <a:pt x="136" y="750"/>
                </a:lnTo>
                <a:lnTo>
                  <a:pt x="135" y="750"/>
                </a:lnTo>
                <a:lnTo>
                  <a:pt x="135" y="749"/>
                </a:lnTo>
                <a:lnTo>
                  <a:pt x="134" y="749"/>
                </a:lnTo>
                <a:lnTo>
                  <a:pt x="134" y="748"/>
                </a:lnTo>
                <a:lnTo>
                  <a:pt x="134" y="747"/>
                </a:lnTo>
                <a:lnTo>
                  <a:pt x="135" y="747"/>
                </a:lnTo>
                <a:lnTo>
                  <a:pt x="135" y="746"/>
                </a:lnTo>
                <a:lnTo>
                  <a:pt x="136" y="746"/>
                </a:lnTo>
                <a:lnTo>
                  <a:pt x="137" y="746"/>
                </a:lnTo>
                <a:lnTo>
                  <a:pt x="138" y="746"/>
                </a:lnTo>
                <a:lnTo>
                  <a:pt x="139" y="746"/>
                </a:lnTo>
                <a:lnTo>
                  <a:pt x="139" y="745"/>
                </a:lnTo>
                <a:lnTo>
                  <a:pt x="139" y="746"/>
                </a:lnTo>
                <a:lnTo>
                  <a:pt x="139" y="745"/>
                </a:lnTo>
                <a:lnTo>
                  <a:pt x="140" y="745"/>
                </a:lnTo>
                <a:lnTo>
                  <a:pt x="140" y="744"/>
                </a:lnTo>
                <a:lnTo>
                  <a:pt x="140" y="743"/>
                </a:lnTo>
                <a:lnTo>
                  <a:pt x="141" y="743"/>
                </a:lnTo>
                <a:lnTo>
                  <a:pt x="141" y="742"/>
                </a:lnTo>
                <a:lnTo>
                  <a:pt x="141" y="741"/>
                </a:lnTo>
                <a:lnTo>
                  <a:pt x="142" y="741"/>
                </a:lnTo>
                <a:lnTo>
                  <a:pt x="144" y="741"/>
                </a:lnTo>
                <a:lnTo>
                  <a:pt x="144" y="740"/>
                </a:lnTo>
                <a:lnTo>
                  <a:pt x="145" y="740"/>
                </a:lnTo>
                <a:lnTo>
                  <a:pt x="145" y="739"/>
                </a:lnTo>
                <a:lnTo>
                  <a:pt x="144" y="739"/>
                </a:lnTo>
                <a:lnTo>
                  <a:pt x="145" y="739"/>
                </a:lnTo>
                <a:lnTo>
                  <a:pt x="145" y="738"/>
                </a:lnTo>
                <a:lnTo>
                  <a:pt x="146" y="738"/>
                </a:lnTo>
                <a:lnTo>
                  <a:pt x="146" y="737"/>
                </a:lnTo>
                <a:lnTo>
                  <a:pt x="146" y="736"/>
                </a:lnTo>
                <a:lnTo>
                  <a:pt x="147" y="736"/>
                </a:lnTo>
                <a:lnTo>
                  <a:pt x="146" y="736"/>
                </a:lnTo>
                <a:lnTo>
                  <a:pt x="146" y="735"/>
                </a:lnTo>
                <a:lnTo>
                  <a:pt x="146" y="734"/>
                </a:lnTo>
                <a:lnTo>
                  <a:pt x="145" y="734"/>
                </a:lnTo>
                <a:lnTo>
                  <a:pt x="146" y="734"/>
                </a:lnTo>
                <a:lnTo>
                  <a:pt x="145" y="734"/>
                </a:lnTo>
                <a:lnTo>
                  <a:pt x="145" y="733"/>
                </a:lnTo>
                <a:lnTo>
                  <a:pt x="146" y="733"/>
                </a:lnTo>
                <a:lnTo>
                  <a:pt x="146" y="732"/>
                </a:lnTo>
                <a:lnTo>
                  <a:pt x="145" y="732"/>
                </a:lnTo>
                <a:lnTo>
                  <a:pt x="146" y="732"/>
                </a:lnTo>
                <a:lnTo>
                  <a:pt x="145" y="731"/>
                </a:lnTo>
                <a:lnTo>
                  <a:pt x="145" y="730"/>
                </a:lnTo>
                <a:lnTo>
                  <a:pt x="145" y="729"/>
                </a:lnTo>
                <a:lnTo>
                  <a:pt x="144" y="729"/>
                </a:lnTo>
                <a:lnTo>
                  <a:pt x="144" y="728"/>
                </a:lnTo>
                <a:lnTo>
                  <a:pt x="144" y="727"/>
                </a:lnTo>
                <a:lnTo>
                  <a:pt x="144" y="726"/>
                </a:lnTo>
                <a:lnTo>
                  <a:pt x="144" y="725"/>
                </a:lnTo>
                <a:lnTo>
                  <a:pt x="143" y="725"/>
                </a:lnTo>
                <a:lnTo>
                  <a:pt x="144" y="725"/>
                </a:lnTo>
                <a:lnTo>
                  <a:pt x="145" y="725"/>
                </a:lnTo>
                <a:lnTo>
                  <a:pt x="146" y="725"/>
                </a:lnTo>
                <a:lnTo>
                  <a:pt x="147" y="726"/>
                </a:lnTo>
                <a:lnTo>
                  <a:pt x="147" y="727"/>
                </a:lnTo>
                <a:lnTo>
                  <a:pt x="147" y="728"/>
                </a:lnTo>
                <a:lnTo>
                  <a:pt x="148" y="728"/>
                </a:lnTo>
                <a:lnTo>
                  <a:pt x="149" y="728"/>
                </a:lnTo>
                <a:lnTo>
                  <a:pt x="150" y="727"/>
                </a:lnTo>
                <a:lnTo>
                  <a:pt x="151" y="727"/>
                </a:lnTo>
                <a:lnTo>
                  <a:pt x="152" y="728"/>
                </a:lnTo>
                <a:lnTo>
                  <a:pt x="152" y="729"/>
                </a:lnTo>
                <a:lnTo>
                  <a:pt x="153" y="729"/>
                </a:lnTo>
                <a:lnTo>
                  <a:pt x="154" y="729"/>
                </a:lnTo>
                <a:lnTo>
                  <a:pt x="155" y="729"/>
                </a:lnTo>
                <a:lnTo>
                  <a:pt x="155" y="730"/>
                </a:lnTo>
                <a:lnTo>
                  <a:pt x="156" y="730"/>
                </a:lnTo>
                <a:lnTo>
                  <a:pt x="156" y="729"/>
                </a:lnTo>
                <a:lnTo>
                  <a:pt x="157" y="729"/>
                </a:lnTo>
                <a:lnTo>
                  <a:pt x="158" y="730"/>
                </a:lnTo>
                <a:lnTo>
                  <a:pt x="159" y="730"/>
                </a:lnTo>
                <a:lnTo>
                  <a:pt x="159" y="731"/>
                </a:lnTo>
                <a:lnTo>
                  <a:pt x="160" y="731"/>
                </a:lnTo>
                <a:lnTo>
                  <a:pt x="161" y="731"/>
                </a:lnTo>
                <a:lnTo>
                  <a:pt x="161" y="732"/>
                </a:lnTo>
                <a:lnTo>
                  <a:pt x="161" y="733"/>
                </a:lnTo>
                <a:lnTo>
                  <a:pt x="162" y="733"/>
                </a:lnTo>
                <a:lnTo>
                  <a:pt x="163" y="733"/>
                </a:lnTo>
                <a:lnTo>
                  <a:pt x="163" y="734"/>
                </a:lnTo>
                <a:lnTo>
                  <a:pt x="163" y="735"/>
                </a:lnTo>
                <a:lnTo>
                  <a:pt x="164" y="735"/>
                </a:lnTo>
                <a:lnTo>
                  <a:pt x="164" y="736"/>
                </a:lnTo>
                <a:lnTo>
                  <a:pt x="165" y="736"/>
                </a:lnTo>
                <a:lnTo>
                  <a:pt x="165" y="737"/>
                </a:lnTo>
                <a:lnTo>
                  <a:pt x="166" y="737"/>
                </a:lnTo>
                <a:lnTo>
                  <a:pt x="166" y="738"/>
                </a:lnTo>
                <a:lnTo>
                  <a:pt x="167" y="738"/>
                </a:lnTo>
                <a:lnTo>
                  <a:pt x="166" y="738"/>
                </a:lnTo>
                <a:lnTo>
                  <a:pt x="167" y="738"/>
                </a:lnTo>
                <a:lnTo>
                  <a:pt x="167" y="739"/>
                </a:lnTo>
                <a:lnTo>
                  <a:pt x="166" y="739"/>
                </a:lnTo>
                <a:lnTo>
                  <a:pt x="166" y="740"/>
                </a:lnTo>
                <a:lnTo>
                  <a:pt x="167" y="740"/>
                </a:lnTo>
                <a:lnTo>
                  <a:pt x="167" y="741"/>
                </a:lnTo>
                <a:lnTo>
                  <a:pt x="167" y="742"/>
                </a:lnTo>
                <a:lnTo>
                  <a:pt x="168" y="742"/>
                </a:lnTo>
                <a:lnTo>
                  <a:pt x="168" y="743"/>
                </a:lnTo>
                <a:lnTo>
                  <a:pt x="169" y="743"/>
                </a:lnTo>
                <a:lnTo>
                  <a:pt x="170" y="743"/>
                </a:lnTo>
                <a:lnTo>
                  <a:pt x="170" y="742"/>
                </a:lnTo>
                <a:lnTo>
                  <a:pt x="171" y="741"/>
                </a:lnTo>
                <a:lnTo>
                  <a:pt x="171" y="740"/>
                </a:lnTo>
                <a:lnTo>
                  <a:pt x="172" y="740"/>
                </a:lnTo>
                <a:lnTo>
                  <a:pt x="173" y="740"/>
                </a:lnTo>
                <a:lnTo>
                  <a:pt x="173" y="739"/>
                </a:lnTo>
                <a:lnTo>
                  <a:pt x="174" y="739"/>
                </a:lnTo>
                <a:lnTo>
                  <a:pt x="174" y="738"/>
                </a:lnTo>
                <a:lnTo>
                  <a:pt x="175" y="738"/>
                </a:lnTo>
                <a:lnTo>
                  <a:pt x="175" y="737"/>
                </a:lnTo>
                <a:lnTo>
                  <a:pt x="176" y="737"/>
                </a:lnTo>
                <a:lnTo>
                  <a:pt x="177" y="737"/>
                </a:lnTo>
                <a:lnTo>
                  <a:pt x="177" y="738"/>
                </a:lnTo>
                <a:lnTo>
                  <a:pt x="178" y="738"/>
                </a:lnTo>
                <a:lnTo>
                  <a:pt x="179" y="738"/>
                </a:lnTo>
                <a:lnTo>
                  <a:pt x="179" y="737"/>
                </a:lnTo>
                <a:lnTo>
                  <a:pt x="180" y="737"/>
                </a:lnTo>
                <a:lnTo>
                  <a:pt x="180" y="736"/>
                </a:lnTo>
                <a:lnTo>
                  <a:pt x="181" y="736"/>
                </a:lnTo>
                <a:lnTo>
                  <a:pt x="181" y="735"/>
                </a:lnTo>
                <a:lnTo>
                  <a:pt x="182" y="735"/>
                </a:lnTo>
                <a:lnTo>
                  <a:pt x="182" y="734"/>
                </a:lnTo>
                <a:lnTo>
                  <a:pt x="184" y="734"/>
                </a:lnTo>
                <a:lnTo>
                  <a:pt x="185" y="734"/>
                </a:lnTo>
                <a:lnTo>
                  <a:pt x="186" y="734"/>
                </a:lnTo>
                <a:lnTo>
                  <a:pt x="186" y="733"/>
                </a:lnTo>
                <a:lnTo>
                  <a:pt x="187" y="733"/>
                </a:lnTo>
                <a:lnTo>
                  <a:pt x="187" y="732"/>
                </a:lnTo>
                <a:lnTo>
                  <a:pt x="188" y="731"/>
                </a:lnTo>
                <a:lnTo>
                  <a:pt x="188" y="730"/>
                </a:lnTo>
                <a:lnTo>
                  <a:pt x="187" y="730"/>
                </a:lnTo>
                <a:lnTo>
                  <a:pt x="188" y="730"/>
                </a:lnTo>
                <a:lnTo>
                  <a:pt x="188" y="729"/>
                </a:lnTo>
                <a:lnTo>
                  <a:pt x="187" y="729"/>
                </a:lnTo>
                <a:lnTo>
                  <a:pt x="187" y="728"/>
                </a:lnTo>
                <a:lnTo>
                  <a:pt x="188" y="727"/>
                </a:lnTo>
                <a:lnTo>
                  <a:pt x="187" y="727"/>
                </a:lnTo>
                <a:lnTo>
                  <a:pt x="187" y="726"/>
                </a:lnTo>
                <a:lnTo>
                  <a:pt x="187" y="725"/>
                </a:lnTo>
                <a:lnTo>
                  <a:pt x="188" y="725"/>
                </a:lnTo>
                <a:lnTo>
                  <a:pt x="188" y="724"/>
                </a:lnTo>
                <a:lnTo>
                  <a:pt x="188" y="723"/>
                </a:lnTo>
                <a:lnTo>
                  <a:pt x="188" y="722"/>
                </a:lnTo>
                <a:lnTo>
                  <a:pt x="189" y="722"/>
                </a:lnTo>
                <a:lnTo>
                  <a:pt x="189" y="721"/>
                </a:lnTo>
                <a:lnTo>
                  <a:pt x="189" y="720"/>
                </a:lnTo>
                <a:lnTo>
                  <a:pt x="190" y="720"/>
                </a:lnTo>
                <a:lnTo>
                  <a:pt x="190" y="719"/>
                </a:lnTo>
                <a:lnTo>
                  <a:pt x="191" y="719"/>
                </a:lnTo>
                <a:lnTo>
                  <a:pt x="191" y="718"/>
                </a:lnTo>
                <a:lnTo>
                  <a:pt x="192" y="718"/>
                </a:lnTo>
                <a:lnTo>
                  <a:pt x="193" y="718"/>
                </a:lnTo>
                <a:lnTo>
                  <a:pt x="193" y="717"/>
                </a:lnTo>
                <a:lnTo>
                  <a:pt x="194" y="717"/>
                </a:lnTo>
                <a:lnTo>
                  <a:pt x="195" y="717"/>
                </a:lnTo>
                <a:lnTo>
                  <a:pt x="196" y="717"/>
                </a:lnTo>
                <a:lnTo>
                  <a:pt x="197" y="717"/>
                </a:lnTo>
                <a:lnTo>
                  <a:pt x="197" y="716"/>
                </a:lnTo>
                <a:lnTo>
                  <a:pt x="197" y="717"/>
                </a:lnTo>
                <a:lnTo>
                  <a:pt x="198" y="717"/>
                </a:lnTo>
                <a:lnTo>
                  <a:pt x="198" y="716"/>
                </a:lnTo>
                <a:lnTo>
                  <a:pt x="198" y="715"/>
                </a:lnTo>
                <a:lnTo>
                  <a:pt x="199" y="715"/>
                </a:lnTo>
                <a:lnTo>
                  <a:pt x="199" y="714"/>
                </a:lnTo>
                <a:lnTo>
                  <a:pt x="199" y="713"/>
                </a:lnTo>
                <a:lnTo>
                  <a:pt x="200" y="713"/>
                </a:lnTo>
                <a:lnTo>
                  <a:pt x="200" y="712"/>
                </a:lnTo>
                <a:lnTo>
                  <a:pt x="200" y="711"/>
                </a:lnTo>
                <a:lnTo>
                  <a:pt x="199" y="711"/>
                </a:lnTo>
                <a:lnTo>
                  <a:pt x="199" y="710"/>
                </a:lnTo>
                <a:lnTo>
                  <a:pt x="199" y="709"/>
                </a:lnTo>
                <a:lnTo>
                  <a:pt x="199" y="708"/>
                </a:lnTo>
                <a:lnTo>
                  <a:pt x="199" y="707"/>
                </a:lnTo>
                <a:lnTo>
                  <a:pt x="199" y="706"/>
                </a:lnTo>
                <a:lnTo>
                  <a:pt x="199" y="705"/>
                </a:lnTo>
                <a:lnTo>
                  <a:pt x="200" y="705"/>
                </a:lnTo>
                <a:lnTo>
                  <a:pt x="200" y="704"/>
                </a:lnTo>
                <a:lnTo>
                  <a:pt x="201" y="704"/>
                </a:lnTo>
                <a:lnTo>
                  <a:pt x="201" y="703"/>
                </a:lnTo>
                <a:lnTo>
                  <a:pt x="202" y="703"/>
                </a:lnTo>
                <a:lnTo>
                  <a:pt x="203" y="703"/>
                </a:lnTo>
                <a:lnTo>
                  <a:pt x="203" y="702"/>
                </a:lnTo>
                <a:lnTo>
                  <a:pt x="203" y="701"/>
                </a:lnTo>
                <a:lnTo>
                  <a:pt x="203" y="700"/>
                </a:lnTo>
                <a:lnTo>
                  <a:pt x="202" y="700"/>
                </a:lnTo>
                <a:lnTo>
                  <a:pt x="202" y="699"/>
                </a:lnTo>
                <a:lnTo>
                  <a:pt x="202" y="698"/>
                </a:lnTo>
                <a:lnTo>
                  <a:pt x="202" y="697"/>
                </a:lnTo>
                <a:lnTo>
                  <a:pt x="203" y="697"/>
                </a:lnTo>
                <a:lnTo>
                  <a:pt x="203" y="696"/>
                </a:lnTo>
                <a:lnTo>
                  <a:pt x="204" y="696"/>
                </a:lnTo>
                <a:lnTo>
                  <a:pt x="204" y="695"/>
                </a:lnTo>
                <a:lnTo>
                  <a:pt x="205" y="695"/>
                </a:lnTo>
                <a:lnTo>
                  <a:pt x="205" y="694"/>
                </a:lnTo>
                <a:lnTo>
                  <a:pt x="205" y="693"/>
                </a:lnTo>
                <a:lnTo>
                  <a:pt x="205" y="692"/>
                </a:lnTo>
                <a:lnTo>
                  <a:pt x="206" y="692"/>
                </a:lnTo>
                <a:lnTo>
                  <a:pt x="206" y="691"/>
                </a:lnTo>
                <a:lnTo>
                  <a:pt x="207" y="691"/>
                </a:lnTo>
                <a:lnTo>
                  <a:pt x="208" y="691"/>
                </a:lnTo>
                <a:lnTo>
                  <a:pt x="209" y="691"/>
                </a:lnTo>
                <a:lnTo>
                  <a:pt x="209" y="690"/>
                </a:lnTo>
                <a:lnTo>
                  <a:pt x="210" y="690"/>
                </a:lnTo>
                <a:lnTo>
                  <a:pt x="210" y="689"/>
                </a:lnTo>
                <a:lnTo>
                  <a:pt x="211" y="689"/>
                </a:lnTo>
                <a:lnTo>
                  <a:pt x="211" y="688"/>
                </a:lnTo>
                <a:lnTo>
                  <a:pt x="210" y="688"/>
                </a:lnTo>
                <a:lnTo>
                  <a:pt x="211" y="688"/>
                </a:lnTo>
                <a:lnTo>
                  <a:pt x="210" y="688"/>
                </a:lnTo>
                <a:lnTo>
                  <a:pt x="210" y="687"/>
                </a:lnTo>
                <a:lnTo>
                  <a:pt x="211" y="687"/>
                </a:lnTo>
                <a:lnTo>
                  <a:pt x="212" y="686"/>
                </a:lnTo>
                <a:lnTo>
                  <a:pt x="213" y="686"/>
                </a:lnTo>
                <a:lnTo>
                  <a:pt x="213" y="685"/>
                </a:lnTo>
                <a:lnTo>
                  <a:pt x="214" y="685"/>
                </a:lnTo>
                <a:lnTo>
                  <a:pt x="215" y="685"/>
                </a:lnTo>
                <a:lnTo>
                  <a:pt x="216" y="685"/>
                </a:lnTo>
                <a:lnTo>
                  <a:pt x="216" y="686"/>
                </a:lnTo>
                <a:lnTo>
                  <a:pt x="217" y="686"/>
                </a:lnTo>
                <a:lnTo>
                  <a:pt x="217" y="685"/>
                </a:lnTo>
                <a:lnTo>
                  <a:pt x="218" y="685"/>
                </a:lnTo>
                <a:lnTo>
                  <a:pt x="219" y="685"/>
                </a:lnTo>
                <a:lnTo>
                  <a:pt x="220" y="686"/>
                </a:lnTo>
                <a:lnTo>
                  <a:pt x="221" y="686"/>
                </a:lnTo>
                <a:lnTo>
                  <a:pt x="221" y="687"/>
                </a:lnTo>
                <a:lnTo>
                  <a:pt x="222" y="687"/>
                </a:lnTo>
                <a:lnTo>
                  <a:pt x="222" y="688"/>
                </a:lnTo>
                <a:lnTo>
                  <a:pt x="221" y="688"/>
                </a:lnTo>
                <a:lnTo>
                  <a:pt x="221" y="689"/>
                </a:lnTo>
                <a:lnTo>
                  <a:pt x="222" y="689"/>
                </a:lnTo>
                <a:lnTo>
                  <a:pt x="222" y="690"/>
                </a:lnTo>
                <a:lnTo>
                  <a:pt x="222" y="689"/>
                </a:lnTo>
                <a:lnTo>
                  <a:pt x="223" y="689"/>
                </a:lnTo>
                <a:lnTo>
                  <a:pt x="223" y="690"/>
                </a:lnTo>
                <a:lnTo>
                  <a:pt x="224" y="690"/>
                </a:lnTo>
                <a:lnTo>
                  <a:pt x="224" y="691"/>
                </a:lnTo>
                <a:lnTo>
                  <a:pt x="225" y="691"/>
                </a:lnTo>
                <a:lnTo>
                  <a:pt x="225" y="692"/>
                </a:lnTo>
                <a:lnTo>
                  <a:pt x="226" y="692"/>
                </a:lnTo>
                <a:lnTo>
                  <a:pt x="227" y="692"/>
                </a:lnTo>
                <a:lnTo>
                  <a:pt x="228" y="692"/>
                </a:lnTo>
                <a:lnTo>
                  <a:pt x="228" y="693"/>
                </a:lnTo>
                <a:lnTo>
                  <a:pt x="228" y="694"/>
                </a:lnTo>
                <a:lnTo>
                  <a:pt x="229" y="694"/>
                </a:lnTo>
                <a:lnTo>
                  <a:pt x="229" y="693"/>
                </a:lnTo>
                <a:lnTo>
                  <a:pt x="230" y="693"/>
                </a:lnTo>
                <a:lnTo>
                  <a:pt x="230" y="694"/>
                </a:lnTo>
                <a:lnTo>
                  <a:pt x="231" y="694"/>
                </a:lnTo>
                <a:lnTo>
                  <a:pt x="231" y="695"/>
                </a:lnTo>
                <a:lnTo>
                  <a:pt x="232" y="695"/>
                </a:lnTo>
                <a:lnTo>
                  <a:pt x="232" y="696"/>
                </a:lnTo>
                <a:lnTo>
                  <a:pt x="233" y="696"/>
                </a:lnTo>
                <a:lnTo>
                  <a:pt x="233" y="695"/>
                </a:lnTo>
                <a:lnTo>
                  <a:pt x="233" y="694"/>
                </a:lnTo>
                <a:lnTo>
                  <a:pt x="234" y="694"/>
                </a:lnTo>
                <a:lnTo>
                  <a:pt x="235" y="694"/>
                </a:lnTo>
                <a:lnTo>
                  <a:pt x="235" y="693"/>
                </a:lnTo>
                <a:lnTo>
                  <a:pt x="236" y="693"/>
                </a:lnTo>
                <a:lnTo>
                  <a:pt x="236" y="692"/>
                </a:lnTo>
                <a:lnTo>
                  <a:pt x="237" y="692"/>
                </a:lnTo>
                <a:lnTo>
                  <a:pt x="238" y="692"/>
                </a:lnTo>
                <a:lnTo>
                  <a:pt x="239" y="692"/>
                </a:lnTo>
                <a:lnTo>
                  <a:pt x="239" y="691"/>
                </a:lnTo>
                <a:lnTo>
                  <a:pt x="240" y="691"/>
                </a:lnTo>
                <a:lnTo>
                  <a:pt x="240" y="690"/>
                </a:lnTo>
                <a:lnTo>
                  <a:pt x="240" y="689"/>
                </a:lnTo>
                <a:lnTo>
                  <a:pt x="241" y="689"/>
                </a:lnTo>
                <a:lnTo>
                  <a:pt x="241" y="688"/>
                </a:lnTo>
                <a:lnTo>
                  <a:pt x="241" y="687"/>
                </a:lnTo>
                <a:lnTo>
                  <a:pt x="242" y="687"/>
                </a:lnTo>
                <a:lnTo>
                  <a:pt x="243" y="687"/>
                </a:lnTo>
                <a:lnTo>
                  <a:pt x="244" y="687"/>
                </a:lnTo>
                <a:lnTo>
                  <a:pt x="244" y="686"/>
                </a:lnTo>
                <a:lnTo>
                  <a:pt x="245" y="686"/>
                </a:lnTo>
                <a:lnTo>
                  <a:pt x="245" y="685"/>
                </a:lnTo>
                <a:lnTo>
                  <a:pt x="246" y="685"/>
                </a:lnTo>
                <a:lnTo>
                  <a:pt x="246" y="684"/>
                </a:lnTo>
                <a:lnTo>
                  <a:pt x="246" y="683"/>
                </a:lnTo>
                <a:lnTo>
                  <a:pt x="246" y="682"/>
                </a:lnTo>
                <a:lnTo>
                  <a:pt x="246" y="681"/>
                </a:lnTo>
                <a:lnTo>
                  <a:pt x="246" y="680"/>
                </a:lnTo>
                <a:lnTo>
                  <a:pt x="246" y="679"/>
                </a:lnTo>
                <a:lnTo>
                  <a:pt x="246" y="678"/>
                </a:lnTo>
                <a:lnTo>
                  <a:pt x="246" y="677"/>
                </a:lnTo>
                <a:lnTo>
                  <a:pt x="246" y="676"/>
                </a:lnTo>
                <a:lnTo>
                  <a:pt x="246" y="675"/>
                </a:lnTo>
                <a:lnTo>
                  <a:pt x="245" y="675"/>
                </a:lnTo>
                <a:lnTo>
                  <a:pt x="244" y="674"/>
                </a:lnTo>
                <a:lnTo>
                  <a:pt x="243" y="674"/>
                </a:lnTo>
                <a:lnTo>
                  <a:pt x="243" y="673"/>
                </a:lnTo>
                <a:lnTo>
                  <a:pt x="243" y="672"/>
                </a:lnTo>
                <a:lnTo>
                  <a:pt x="243" y="671"/>
                </a:lnTo>
                <a:lnTo>
                  <a:pt x="243" y="670"/>
                </a:lnTo>
                <a:lnTo>
                  <a:pt x="243" y="669"/>
                </a:lnTo>
                <a:lnTo>
                  <a:pt x="243" y="668"/>
                </a:lnTo>
                <a:lnTo>
                  <a:pt x="242" y="668"/>
                </a:lnTo>
                <a:lnTo>
                  <a:pt x="242" y="667"/>
                </a:lnTo>
                <a:lnTo>
                  <a:pt x="241" y="666"/>
                </a:lnTo>
                <a:lnTo>
                  <a:pt x="240" y="666"/>
                </a:lnTo>
                <a:lnTo>
                  <a:pt x="240" y="665"/>
                </a:lnTo>
                <a:lnTo>
                  <a:pt x="239" y="665"/>
                </a:lnTo>
                <a:lnTo>
                  <a:pt x="239" y="664"/>
                </a:lnTo>
                <a:lnTo>
                  <a:pt x="238" y="664"/>
                </a:lnTo>
                <a:lnTo>
                  <a:pt x="239" y="664"/>
                </a:lnTo>
                <a:lnTo>
                  <a:pt x="238" y="663"/>
                </a:lnTo>
                <a:lnTo>
                  <a:pt x="239" y="663"/>
                </a:lnTo>
                <a:lnTo>
                  <a:pt x="238" y="663"/>
                </a:lnTo>
                <a:lnTo>
                  <a:pt x="237" y="663"/>
                </a:lnTo>
                <a:lnTo>
                  <a:pt x="237" y="662"/>
                </a:lnTo>
                <a:lnTo>
                  <a:pt x="236" y="662"/>
                </a:lnTo>
                <a:lnTo>
                  <a:pt x="236" y="661"/>
                </a:lnTo>
                <a:lnTo>
                  <a:pt x="236" y="660"/>
                </a:lnTo>
                <a:lnTo>
                  <a:pt x="235" y="660"/>
                </a:lnTo>
                <a:lnTo>
                  <a:pt x="234" y="660"/>
                </a:lnTo>
                <a:lnTo>
                  <a:pt x="233" y="660"/>
                </a:lnTo>
                <a:lnTo>
                  <a:pt x="233" y="661"/>
                </a:lnTo>
                <a:lnTo>
                  <a:pt x="233" y="660"/>
                </a:lnTo>
                <a:lnTo>
                  <a:pt x="232" y="660"/>
                </a:lnTo>
                <a:lnTo>
                  <a:pt x="231" y="660"/>
                </a:lnTo>
                <a:lnTo>
                  <a:pt x="230" y="660"/>
                </a:lnTo>
                <a:lnTo>
                  <a:pt x="231" y="659"/>
                </a:lnTo>
                <a:lnTo>
                  <a:pt x="231" y="658"/>
                </a:lnTo>
                <a:lnTo>
                  <a:pt x="231" y="657"/>
                </a:lnTo>
                <a:lnTo>
                  <a:pt x="230" y="657"/>
                </a:lnTo>
                <a:lnTo>
                  <a:pt x="230" y="656"/>
                </a:lnTo>
                <a:lnTo>
                  <a:pt x="230" y="654"/>
                </a:lnTo>
                <a:lnTo>
                  <a:pt x="230" y="653"/>
                </a:lnTo>
                <a:lnTo>
                  <a:pt x="230" y="652"/>
                </a:lnTo>
                <a:lnTo>
                  <a:pt x="229" y="652"/>
                </a:lnTo>
                <a:lnTo>
                  <a:pt x="230" y="652"/>
                </a:lnTo>
                <a:lnTo>
                  <a:pt x="230" y="651"/>
                </a:lnTo>
                <a:lnTo>
                  <a:pt x="230" y="650"/>
                </a:lnTo>
                <a:lnTo>
                  <a:pt x="229" y="650"/>
                </a:lnTo>
                <a:lnTo>
                  <a:pt x="229" y="649"/>
                </a:lnTo>
                <a:lnTo>
                  <a:pt x="229" y="648"/>
                </a:lnTo>
                <a:lnTo>
                  <a:pt x="229" y="647"/>
                </a:lnTo>
                <a:lnTo>
                  <a:pt x="229" y="646"/>
                </a:lnTo>
                <a:lnTo>
                  <a:pt x="229" y="645"/>
                </a:lnTo>
                <a:lnTo>
                  <a:pt x="229" y="644"/>
                </a:lnTo>
                <a:lnTo>
                  <a:pt x="229" y="643"/>
                </a:lnTo>
                <a:lnTo>
                  <a:pt x="229" y="642"/>
                </a:lnTo>
                <a:lnTo>
                  <a:pt x="229" y="641"/>
                </a:lnTo>
                <a:lnTo>
                  <a:pt x="228" y="641"/>
                </a:lnTo>
                <a:lnTo>
                  <a:pt x="228" y="640"/>
                </a:lnTo>
                <a:lnTo>
                  <a:pt x="228" y="639"/>
                </a:lnTo>
                <a:lnTo>
                  <a:pt x="227" y="639"/>
                </a:lnTo>
                <a:lnTo>
                  <a:pt x="226" y="639"/>
                </a:lnTo>
                <a:lnTo>
                  <a:pt x="225" y="639"/>
                </a:lnTo>
                <a:lnTo>
                  <a:pt x="226" y="639"/>
                </a:lnTo>
                <a:lnTo>
                  <a:pt x="226" y="638"/>
                </a:lnTo>
                <a:lnTo>
                  <a:pt x="226" y="637"/>
                </a:lnTo>
                <a:lnTo>
                  <a:pt x="227" y="637"/>
                </a:lnTo>
                <a:lnTo>
                  <a:pt x="227" y="636"/>
                </a:lnTo>
                <a:lnTo>
                  <a:pt x="226" y="636"/>
                </a:lnTo>
                <a:lnTo>
                  <a:pt x="226" y="635"/>
                </a:lnTo>
                <a:lnTo>
                  <a:pt x="227" y="635"/>
                </a:lnTo>
                <a:lnTo>
                  <a:pt x="226" y="635"/>
                </a:lnTo>
                <a:lnTo>
                  <a:pt x="227" y="635"/>
                </a:lnTo>
                <a:lnTo>
                  <a:pt x="227" y="634"/>
                </a:lnTo>
                <a:lnTo>
                  <a:pt x="226" y="634"/>
                </a:lnTo>
                <a:lnTo>
                  <a:pt x="226" y="633"/>
                </a:lnTo>
                <a:lnTo>
                  <a:pt x="226" y="632"/>
                </a:lnTo>
                <a:lnTo>
                  <a:pt x="225" y="632"/>
                </a:lnTo>
                <a:lnTo>
                  <a:pt x="225" y="631"/>
                </a:lnTo>
                <a:lnTo>
                  <a:pt x="225" y="630"/>
                </a:lnTo>
                <a:lnTo>
                  <a:pt x="225" y="629"/>
                </a:lnTo>
                <a:lnTo>
                  <a:pt x="226" y="629"/>
                </a:lnTo>
                <a:lnTo>
                  <a:pt x="226" y="628"/>
                </a:lnTo>
                <a:lnTo>
                  <a:pt x="227" y="628"/>
                </a:lnTo>
                <a:lnTo>
                  <a:pt x="227" y="627"/>
                </a:lnTo>
                <a:lnTo>
                  <a:pt x="227" y="626"/>
                </a:lnTo>
                <a:lnTo>
                  <a:pt x="227" y="625"/>
                </a:lnTo>
                <a:lnTo>
                  <a:pt x="228" y="625"/>
                </a:lnTo>
                <a:lnTo>
                  <a:pt x="228" y="626"/>
                </a:lnTo>
                <a:lnTo>
                  <a:pt x="229" y="626"/>
                </a:lnTo>
                <a:lnTo>
                  <a:pt x="229" y="627"/>
                </a:lnTo>
                <a:lnTo>
                  <a:pt x="230" y="627"/>
                </a:lnTo>
                <a:lnTo>
                  <a:pt x="231" y="627"/>
                </a:lnTo>
                <a:lnTo>
                  <a:pt x="232" y="627"/>
                </a:lnTo>
                <a:lnTo>
                  <a:pt x="232" y="626"/>
                </a:lnTo>
                <a:lnTo>
                  <a:pt x="233" y="626"/>
                </a:lnTo>
                <a:lnTo>
                  <a:pt x="233" y="625"/>
                </a:lnTo>
                <a:lnTo>
                  <a:pt x="234" y="625"/>
                </a:lnTo>
                <a:lnTo>
                  <a:pt x="235" y="624"/>
                </a:lnTo>
                <a:lnTo>
                  <a:pt x="236" y="624"/>
                </a:lnTo>
                <a:lnTo>
                  <a:pt x="236" y="625"/>
                </a:lnTo>
                <a:lnTo>
                  <a:pt x="237" y="625"/>
                </a:lnTo>
                <a:lnTo>
                  <a:pt x="238" y="625"/>
                </a:lnTo>
                <a:lnTo>
                  <a:pt x="239" y="625"/>
                </a:lnTo>
                <a:lnTo>
                  <a:pt x="240" y="626"/>
                </a:lnTo>
                <a:lnTo>
                  <a:pt x="240" y="627"/>
                </a:lnTo>
                <a:lnTo>
                  <a:pt x="241" y="627"/>
                </a:lnTo>
                <a:lnTo>
                  <a:pt x="241" y="628"/>
                </a:lnTo>
                <a:lnTo>
                  <a:pt x="241" y="629"/>
                </a:lnTo>
                <a:lnTo>
                  <a:pt x="242" y="630"/>
                </a:lnTo>
                <a:lnTo>
                  <a:pt x="242" y="631"/>
                </a:lnTo>
                <a:lnTo>
                  <a:pt x="241" y="631"/>
                </a:lnTo>
                <a:lnTo>
                  <a:pt x="241" y="632"/>
                </a:lnTo>
                <a:lnTo>
                  <a:pt x="241" y="633"/>
                </a:lnTo>
                <a:lnTo>
                  <a:pt x="240" y="633"/>
                </a:lnTo>
                <a:lnTo>
                  <a:pt x="240" y="635"/>
                </a:lnTo>
                <a:lnTo>
                  <a:pt x="240" y="636"/>
                </a:lnTo>
                <a:lnTo>
                  <a:pt x="240" y="637"/>
                </a:lnTo>
                <a:lnTo>
                  <a:pt x="242" y="637"/>
                </a:lnTo>
                <a:lnTo>
                  <a:pt x="242" y="636"/>
                </a:lnTo>
                <a:lnTo>
                  <a:pt x="242" y="635"/>
                </a:lnTo>
                <a:lnTo>
                  <a:pt x="243" y="635"/>
                </a:lnTo>
                <a:lnTo>
                  <a:pt x="244" y="635"/>
                </a:lnTo>
                <a:lnTo>
                  <a:pt x="244" y="634"/>
                </a:lnTo>
                <a:lnTo>
                  <a:pt x="245" y="634"/>
                </a:lnTo>
                <a:lnTo>
                  <a:pt x="246" y="633"/>
                </a:lnTo>
                <a:lnTo>
                  <a:pt x="246" y="632"/>
                </a:lnTo>
                <a:lnTo>
                  <a:pt x="247" y="632"/>
                </a:lnTo>
                <a:lnTo>
                  <a:pt x="248" y="632"/>
                </a:lnTo>
                <a:lnTo>
                  <a:pt x="248" y="633"/>
                </a:lnTo>
                <a:lnTo>
                  <a:pt x="248" y="632"/>
                </a:lnTo>
                <a:lnTo>
                  <a:pt x="248" y="631"/>
                </a:lnTo>
                <a:lnTo>
                  <a:pt x="249" y="631"/>
                </a:lnTo>
                <a:lnTo>
                  <a:pt x="250" y="631"/>
                </a:lnTo>
                <a:lnTo>
                  <a:pt x="250" y="630"/>
                </a:lnTo>
                <a:lnTo>
                  <a:pt x="251" y="630"/>
                </a:lnTo>
                <a:lnTo>
                  <a:pt x="251" y="629"/>
                </a:lnTo>
                <a:lnTo>
                  <a:pt x="252" y="629"/>
                </a:lnTo>
                <a:lnTo>
                  <a:pt x="251" y="629"/>
                </a:lnTo>
                <a:lnTo>
                  <a:pt x="251" y="627"/>
                </a:lnTo>
                <a:lnTo>
                  <a:pt x="251" y="626"/>
                </a:lnTo>
                <a:lnTo>
                  <a:pt x="250" y="626"/>
                </a:lnTo>
                <a:lnTo>
                  <a:pt x="250" y="625"/>
                </a:lnTo>
                <a:lnTo>
                  <a:pt x="250" y="624"/>
                </a:lnTo>
                <a:lnTo>
                  <a:pt x="250" y="623"/>
                </a:lnTo>
                <a:lnTo>
                  <a:pt x="251" y="623"/>
                </a:lnTo>
                <a:lnTo>
                  <a:pt x="252" y="623"/>
                </a:lnTo>
                <a:lnTo>
                  <a:pt x="253" y="623"/>
                </a:lnTo>
                <a:lnTo>
                  <a:pt x="253" y="622"/>
                </a:lnTo>
                <a:lnTo>
                  <a:pt x="254" y="622"/>
                </a:lnTo>
                <a:lnTo>
                  <a:pt x="254" y="621"/>
                </a:lnTo>
                <a:lnTo>
                  <a:pt x="254" y="620"/>
                </a:lnTo>
                <a:lnTo>
                  <a:pt x="255" y="620"/>
                </a:lnTo>
                <a:lnTo>
                  <a:pt x="255" y="619"/>
                </a:lnTo>
                <a:lnTo>
                  <a:pt x="255" y="618"/>
                </a:lnTo>
                <a:lnTo>
                  <a:pt x="255" y="617"/>
                </a:lnTo>
                <a:lnTo>
                  <a:pt x="254" y="616"/>
                </a:lnTo>
                <a:lnTo>
                  <a:pt x="254" y="615"/>
                </a:lnTo>
                <a:lnTo>
                  <a:pt x="253" y="615"/>
                </a:lnTo>
                <a:lnTo>
                  <a:pt x="253" y="614"/>
                </a:lnTo>
                <a:lnTo>
                  <a:pt x="253" y="613"/>
                </a:lnTo>
                <a:lnTo>
                  <a:pt x="254" y="613"/>
                </a:lnTo>
                <a:lnTo>
                  <a:pt x="254" y="612"/>
                </a:lnTo>
                <a:lnTo>
                  <a:pt x="253" y="612"/>
                </a:lnTo>
                <a:lnTo>
                  <a:pt x="253" y="611"/>
                </a:lnTo>
                <a:lnTo>
                  <a:pt x="253" y="610"/>
                </a:lnTo>
                <a:lnTo>
                  <a:pt x="252" y="610"/>
                </a:lnTo>
                <a:lnTo>
                  <a:pt x="252" y="609"/>
                </a:lnTo>
                <a:lnTo>
                  <a:pt x="252" y="608"/>
                </a:lnTo>
                <a:lnTo>
                  <a:pt x="251" y="608"/>
                </a:lnTo>
                <a:lnTo>
                  <a:pt x="251" y="607"/>
                </a:lnTo>
                <a:lnTo>
                  <a:pt x="251" y="606"/>
                </a:lnTo>
                <a:lnTo>
                  <a:pt x="250" y="606"/>
                </a:lnTo>
                <a:lnTo>
                  <a:pt x="249" y="606"/>
                </a:lnTo>
                <a:lnTo>
                  <a:pt x="249" y="607"/>
                </a:lnTo>
                <a:lnTo>
                  <a:pt x="248" y="607"/>
                </a:lnTo>
                <a:lnTo>
                  <a:pt x="248" y="608"/>
                </a:lnTo>
                <a:lnTo>
                  <a:pt x="248" y="607"/>
                </a:lnTo>
                <a:lnTo>
                  <a:pt x="247" y="607"/>
                </a:lnTo>
                <a:lnTo>
                  <a:pt x="247" y="606"/>
                </a:lnTo>
                <a:lnTo>
                  <a:pt x="246" y="606"/>
                </a:lnTo>
                <a:lnTo>
                  <a:pt x="245" y="606"/>
                </a:lnTo>
                <a:lnTo>
                  <a:pt x="244" y="606"/>
                </a:lnTo>
                <a:lnTo>
                  <a:pt x="244" y="605"/>
                </a:lnTo>
                <a:lnTo>
                  <a:pt x="245" y="605"/>
                </a:lnTo>
                <a:lnTo>
                  <a:pt x="245" y="604"/>
                </a:lnTo>
                <a:lnTo>
                  <a:pt x="246" y="604"/>
                </a:lnTo>
                <a:lnTo>
                  <a:pt x="246" y="603"/>
                </a:lnTo>
                <a:lnTo>
                  <a:pt x="246" y="602"/>
                </a:lnTo>
                <a:lnTo>
                  <a:pt x="246" y="601"/>
                </a:lnTo>
                <a:lnTo>
                  <a:pt x="246" y="600"/>
                </a:lnTo>
                <a:lnTo>
                  <a:pt x="246" y="599"/>
                </a:lnTo>
                <a:lnTo>
                  <a:pt x="246" y="598"/>
                </a:lnTo>
                <a:lnTo>
                  <a:pt x="246" y="597"/>
                </a:lnTo>
                <a:lnTo>
                  <a:pt x="246" y="596"/>
                </a:lnTo>
                <a:lnTo>
                  <a:pt x="247" y="596"/>
                </a:lnTo>
                <a:lnTo>
                  <a:pt x="247" y="595"/>
                </a:lnTo>
                <a:lnTo>
                  <a:pt x="248" y="595"/>
                </a:lnTo>
                <a:lnTo>
                  <a:pt x="248" y="594"/>
                </a:lnTo>
                <a:lnTo>
                  <a:pt x="247" y="594"/>
                </a:lnTo>
                <a:lnTo>
                  <a:pt x="247" y="593"/>
                </a:lnTo>
                <a:lnTo>
                  <a:pt x="247" y="592"/>
                </a:lnTo>
                <a:lnTo>
                  <a:pt x="248" y="592"/>
                </a:lnTo>
                <a:lnTo>
                  <a:pt x="248" y="591"/>
                </a:lnTo>
                <a:lnTo>
                  <a:pt x="249" y="591"/>
                </a:lnTo>
                <a:lnTo>
                  <a:pt x="250" y="590"/>
                </a:lnTo>
                <a:lnTo>
                  <a:pt x="251" y="590"/>
                </a:lnTo>
                <a:lnTo>
                  <a:pt x="251" y="589"/>
                </a:lnTo>
                <a:lnTo>
                  <a:pt x="252" y="589"/>
                </a:lnTo>
                <a:lnTo>
                  <a:pt x="252" y="588"/>
                </a:lnTo>
                <a:lnTo>
                  <a:pt x="253" y="588"/>
                </a:lnTo>
                <a:lnTo>
                  <a:pt x="253" y="587"/>
                </a:lnTo>
                <a:lnTo>
                  <a:pt x="254" y="587"/>
                </a:lnTo>
                <a:lnTo>
                  <a:pt x="254" y="586"/>
                </a:lnTo>
                <a:lnTo>
                  <a:pt x="255" y="586"/>
                </a:lnTo>
                <a:lnTo>
                  <a:pt x="255" y="585"/>
                </a:lnTo>
                <a:lnTo>
                  <a:pt x="256" y="585"/>
                </a:lnTo>
                <a:lnTo>
                  <a:pt x="256" y="584"/>
                </a:lnTo>
                <a:lnTo>
                  <a:pt x="257" y="584"/>
                </a:lnTo>
                <a:lnTo>
                  <a:pt x="257" y="583"/>
                </a:lnTo>
                <a:lnTo>
                  <a:pt x="257" y="582"/>
                </a:lnTo>
                <a:lnTo>
                  <a:pt x="256" y="582"/>
                </a:lnTo>
                <a:lnTo>
                  <a:pt x="256" y="581"/>
                </a:lnTo>
                <a:lnTo>
                  <a:pt x="256" y="580"/>
                </a:lnTo>
                <a:lnTo>
                  <a:pt x="256" y="579"/>
                </a:lnTo>
                <a:lnTo>
                  <a:pt x="257" y="579"/>
                </a:lnTo>
                <a:lnTo>
                  <a:pt x="257" y="578"/>
                </a:lnTo>
                <a:lnTo>
                  <a:pt x="258" y="577"/>
                </a:lnTo>
                <a:lnTo>
                  <a:pt x="259" y="577"/>
                </a:lnTo>
                <a:lnTo>
                  <a:pt x="259" y="576"/>
                </a:lnTo>
                <a:lnTo>
                  <a:pt x="259" y="575"/>
                </a:lnTo>
                <a:lnTo>
                  <a:pt x="259" y="574"/>
                </a:lnTo>
                <a:lnTo>
                  <a:pt x="259" y="573"/>
                </a:lnTo>
                <a:lnTo>
                  <a:pt x="260" y="573"/>
                </a:lnTo>
                <a:lnTo>
                  <a:pt x="260" y="572"/>
                </a:lnTo>
                <a:lnTo>
                  <a:pt x="260" y="571"/>
                </a:lnTo>
                <a:lnTo>
                  <a:pt x="260" y="570"/>
                </a:lnTo>
                <a:lnTo>
                  <a:pt x="261" y="570"/>
                </a:lnTo>
                <a:lnTo>
                  <a:pt x="261" y="569"/>
                </a:lnTo>
                <a:lnTo>
                  <a:pt x="261" y="568"/>
                </a:lnTo>
                <a:lnTo>
                  <a:pt x="260" y="568"/>
                </a:lnTo>
                <a:lnTo>
                  <a:pt x="260" y="567"/>
                </a:lnTo>
                <a:lnTo>
                  <a:pt x="259" y="567"/>
                </a:lnTo>
                <a:lnTo>
                  <a:pt x="259" y="566"/>
                </a:lnTo>
                <a:lnTo>
                  <a:pt x="260" y="566"/>
                </a:lnTo>
                <a:lnTo>
                  <a:pt x="260" y="565"/>
                </a:lnTo>
                <a:lnTo>
                  <a:pt x="261" y="565"/>
                </a:lnTo>
                <a:lnTo>
                  <a:pt x="261" y="564"/>
                </a:lnTo>
                <a:lnTo>
                  <a:pt x="260" y="564"/>
                </a:lnTo>
                <a:lnTo>
                  <a:pt x="260" y="563"/>
                </a:lnTo>
                <a:lnTo>
                  <a:pt x="261" y="563"/>
                </a:lnTo>
                <a:lnTo>
                  <a:pt x="261" y="562"/>
                </a:lnTo>
                <a:lnTo>
                  <a:pt x="261" y="561"/>
                </a:lnTo>
                <a:lnTo>
                  <a:pt x="261" y="560"/>
                </a:lnTo>
                <a:lnTo>
                  <a:pt x="262" y="560"/>
                </a:lnTo>
                <a:lnTo>
                  <a:pt x="262" y="559"/>
                </a:lnTo>
                <a:lnTo>
                  <a:pt x="261" y="559"/>
                </a:lnTo>
                <a:lnTo>
                  <a:pt x="261" y="558"/>
                </a:lnTo>
                <a:lnTo>
                  <a:pt x="262" y="558"/>
                </a:lnTo>
                <a:lnTo>
                  <a:pt x="262" y="557"/>
                </a:lnTo>
                <a:lnTo>
                  <a:pt x="262" y="556"/>
                </a:lnTo>
                <a:lnTo>
                  <a:pt x="263" y="556"/>
                </a:lnTo>
                <a:lnTo>
                  <a:pt x="263" y="555"/>
                </a:lnTo>
                <a:lnTo>
                  <a:pt x="263" y="554"/>
                </a:lnTo>
                <a:lnTo>
                  <a:pt x="263" y="553"/>
                </a:lnTo>
                <a:lnTo>
                  <a:pt x="262" y="553"/>
                </a:lnTo>
                <a:lnTo>
                  <a:pt x="262" y="552"/>
                </a:lnTo>
                <a:lnTo>
                  <a:pt x="262" y="551"/>
                </a:lnTo>
                <a:lnTo>
                  <a:pt x="263" y="551"/>
                </a:lnTo>
                <a:lnTo>
                  <a:pt x="263" y="550"/>
                </a:lnTo>
                <a:lnTo>
                  <a:pt x="263" y="549"/>
                </a:lnTo>
                <a:lnTo>
                  <a:pt x="263" y="548"/>
                </a:lnTo>
                <a:lnTo>
                  <a:pt x="263" y="547"/>
                </a:lnTo>
                <a:lnTo>
                  <a:pt x="263" y="546"/>
                </a:lnTo>
                <a:lnTo>
                  <a:pt x="263" y="545"/>
                </a:lnTo>
                <a:lnTo>
                  <a:pt x="263" y="544"/>
                </a:lnTo>
                <a:lnTo>
                  <a:pt x="263" y="543"/>
                </a:lnTo>
                <a:lnTo>
                  <a:pt x="263" y="542"/>
                </a:lnTo>
                <a:lnTo>
                  <a:pt x="263" y="541"/>
                </a:lnTo>
                <a:lnTo>
                  <a:pt x="264" y="541"/>
                </a:lnTo>
                <a:lnTo>
                  <a:pt x="264" y="540"/>
                </a:lnTo>
                <a:lnTo>
                  <a:pt x="264" y="539"/>
                </a:lnTo>
                <a:lnTo>
                  <a:pt x="265" y="539"/>
                </a:lnTo>
                <a:lnTo>
                  <a:pt x="266" y="539"/>
                </a:lnTo>
                <a:lnTo>
                  <a:pt x="266" y="538"/>
                </a:lnTo>
                <a:lnTo>
                  <a:pt x="267" y="538"/>
                </a:lnTo>
                <a:lnTo>
                  <a:pt x="267" y="537"/>
                </a:lnTo>
                <a:lnTo>
                  <a:pt x="267" y="536"/>
                </a:lnTo>
                <a:lnTo>
                  <a:pt x="268" y="536"/>
                </a:lnTo>
                <a:lnTo>
                  <a:pt x="268" y="535"/>
                </a:lnTo>
                <a:lnTo>
                  <a:pt x="268" y="534"/>
                </a:lnTo>
                <a:lnTo>
                  <a:pt x="269" y="534"/>
                </a:lnTo>
                <a:lnTo>
                  <a:pt x="269" y="533"/>
                </a:lnTo>
                <a:lnTo>
                  <a:pt x="269" y="532"/>
                </a:lnTo>
                <a:lnTo>
                  <a:pt x="268" y="532"/>
                </a:lnTo>
                <a:lnTo>
                  <a:pt x="268" y="530"/>
                </a:lnTo>
                <a:lnTo>
                  <a:pt x="269" y="530"/>
                </a:lnTo>
                <a:lnTo>
                  <a:pt x="269" y="529"/>
                </a:lnTo>
                <a:lnTo>
                  <a:pt x="269" y="528"/>
                </a:lnTo>
                <a:lnTo>
                  <a:pt x="268" y="528"/>
                </a:lnTo>
                <a:lnTo>
                  <a:pt x="268" y="527"/>
                </a:lnTo>
                <a:lnTo>
                  <a:pt x="268" y="526"/>
                </a:lnTo>
                <a:lnTo>
                  <a:pt x="267" y="526"/>
                </a:lnTo>
                <a:lnTo>
                  <a:pt x="267" y="525"/>
                </a:lnTo>
                <a:lnTo>
                  <a:pt x="267" y="524"/>
                </a:lnTo>
                <a:lnTo>
                  <a:pt x="267" y="523"/>
                </a:lnTo>
                <a:lnTo>
                  <a:pt x="267" y="522"/>
                </a:lnTo>
                <a:lnTo>
                  <a:pt x="266" y="522"/>
                </a:lnTo>
                <a:lnTo>
                  <a:pt x="266" y="521"/>
                </a:lnTo>
                <a:lnTo>
                  <a:pt x="266" y="520"/>
                </a:lnTo>
                <a:lnTo>
                  <a:pt x="267" y="520"/>
                </a:lnTo>
                <a:lnTo>
                  <a:pt x="267" y="519"/>
                </a:lnTo>
                <a:lnTo>
                  <a:pt x="267" y="518"/>
                </a:lnTo>
                <a:lnTo>
                  <a:pt x="267" y="517"/>
                </a:lnTo>
                <a:lnTo>
                  <a:pt x="268" y="517"/>
                </a:lnTo>
                <a:lnTo>
                  <a:pt x="268" y="516"/>
                </a:lnTo>
                <a:lnTo>
                  <a:pt x="268" y="515"/>
                </a:lnTo>
                <a:lnTo>
                  <a:pt x="266" y="515"/>
                </a:lnTo>
                <a:lnTo>
                  <a:pt x="265" y="515"/>
                </a:lnTo>
                <a:lnTo>
                  <a:pt x="265" y="514"/>
                </a:lnTo>
                <a:lnTo>
                  <a:pt x="265" y="513"/>
                </a:lnTo>
                <a:lnTo>
                  <a:pt x="264" y="513"/>
                </a:lnTo>
                <a:lnTo>
                  <a:pt x="264" y="512"/>
                </a:lnTo>
                <a:lnTo>
                  <a:pt x="264" y="511"/>
                </a:lnTo>
                <a:lnTo>
                  <a:pt x="263" y="511"/>
                </a:lnTo>
                <a:lnTo>
                  <a:pt x="263" y="510"/>
                </a:lnTo>
                <a:lnTo>
                  <a:pt x="264" y="510"/>
                </a:lnTo>
                <a:lnTo>
                  <a:pt x="264" y="509"/>
                </a:lnTo>
                <a:lnTo>
                  <a:pt x="264" y="508"/>
                </a:lnTo>
                <a:lnTo>
                  <a:pt x="265" y="508"/>
                </a:lnTo>
                <a:lnTo>
                  <a:pt x="265" y="507"/>
                </a:lnTo>
                <a:lnTo>
                  <a:pt x="265" y="506"/>
                </a:lnTo>
                <a:lnTo>
                  <a:pt x="266" y="506"/>
                </a:lnTo>
                <a:lnTo>
                  <a:pt x="265" y="506"/>
                </a:lnTo>
                <a:lnTo>
                  <a:pt x="265" y="505"/>
                </a:lnTo>
                <a:lnTo>
                  <a:pt x="265" y="504"/>
                </a:lnTo>
                <a:lnTo>
                  <a:pt x="266" y="504"/>
                </a:lnTo>
                <a:lnTo>
                  <a:pt x="266" y="502"/>
                </a:lnTo>
                <a:lnTo>
                  <a:pt x="266" y="500"/>
                </a:lnTo>
                <a:lnTo>
                  <a:pt x="267" y="500"/>
                </a:lnTo>
                <a:lnTo>
                  <a:pt x="267" y="499"/>
                </a:lnTo>
                <a:lnTo>
                  <a:pt x="267" y="498"/>
                </a:lnTo>
                <a:lnTo>
                  <a:pt x="267" y="497"/>
                </a:lnTo>
                <a:lnTo>
                  <a:pt x="267" y="496"/>
                </a:lnTo>
                <a:lnTo>
                  <a:pt x="267" y="495"/>
                </a:lnTo>
                <a:lnTo>
                  <a:pt x="267" y="494"/>
                </a:lnTo>
                <a:lnTo>
                  <a:pt x="268" y="494"/>
                </a:lnTo>
                <a:lnTo>
                  <a:pt x="268" y="493"/>
                </a:lnTo>
                <a:lnTo>
                  <a:pt x="268" y="492"/>
                </a:lnTo>
                <a:lnTo>
                  <a:pt x="268" y="491"/>
                </a:lnTo>
                <a:lnTo>
                  <a:pt x="267" y="491"/>
                </a:lnTo>
                <a:lnTo>
                  <a:pt x="267" y="490"/>
                </a:lnTo>
                <a:lnTo>
                  <a:pt x="267" y="489"/>
                </a:lnTo>
                <a:lnTo>
                  <a:pt x="266" y="489"/>
                </a:lnTo>
                <a:lnTo>
                  <a:pt x="266" y="488"/>
                </a:lnTo>
                <a:lnTo>
                  <a:pt x="266" y="487"/>
                </a:lnTo>
                <a:lnTo>
                  <a:pt x="265" y="487"/>
                </a:lnTo>
                <a:lnTo>
                  <a:pt x="265" y="486"/>
                </a:lnTo>
                <a:lnTo>
                  <a:pt x="265" y="485"/>
                </a:lnTo>
                <a:lnTo>
                  <a:pt x="264" y="485"/>
                </a:lnTo>
                <a:lnTo>
                  <a:pt x="264" y="484"/>
                </a:lnTo>
                <a:lnTo>
                  <a:pt x="264" y="483"/>
                </a:lnTo>
                <a:lnTo>
                  <a:pt x="263" y="483"/>
                </a:lnTo>
                <a:lnTo>
                  <a:pt x="263" y="482"/>
                </a:lnTo>
                <a:lnTo>
                  <a:pt x="263" y="481"/>
                </a:lnTo>
                <a:lnTo>
                  <a:pt x="264" y="481"/>
                </a:lnTo>
                <a:lnTo>
                  <a:pt x="264" y="480"/>
                </a:lnTo>
                <a:lnTo>
                  <a:pt x="265" y="480"/>
                </a:lnTo>
                <a:lnTo>
                  <a:pt x="265" y="479"/>
                </a:lnTo>
                <a:lnTo>
                  <a:pt x="266" y="479"/>
                </a:lnTo>
                <a:lnTo>
                  <a:pt x="266" y="478"/>
                </a:lnTo>
                <a:lnTo>
                  <a:pt x="267" y="478"/>
                </a:lnTo>
                <a:lnTo>
                  <a:pt x="267" y="477"/>
                </a:lnTo>
                <a:lnTo>
                  <a:pt x="268" y="477"/>
                </a:lnTo>
                <a:lnTo>
                  <a:pt x="268" y="476"/>
                </a:lnTo>
                <a:lnTo>
                  <a:pt x="268" y="475"/>
                </a:lnTo>
                <a:lnTo>
                  <a:pt x="268" y="474"/>
                </a:lnTo>
                <a:lnTo>
                  <a:pt x="268" y="473"/>
                </a:lnTo>
                <a:lnTo>
                  <a:pt x="268" y="472"/>
                </a:lnTo>
                <a:lnTo>
                  <a:pt x="268" y="471"/>
                </a:lnTo>
                <a:lnTo>
                  <a:pt x="268" y="470"/>
                </a:lnTo>
                <a:lnTo>
                  <a:pt x="268" y="469"/>
                </a:lnTo>
                <a:lnTo>
                  <a:pt x="268" y="468"/>
                </a:lnTo>
                <a:lnTo>
                  <a:pt x="268" y="467"/>
                </a:lnTo>
                <a:lnTo>
                  <a:pt x="267" y="467"/>
                </a:lnTo>
                <a:lnTo>
                  <a:pt x="267" y="466"/>
                </a:lnTo>
                <a:lnTo>
                  <a:pt x="266" y="466"/>
                </a:lnTo>
                <a:lnTo>
                  <a:pt x="266" y="465"/>
                </a:lnTo>
                <a:lnTo>
                  <a:pt x="267" y="465"/>
                </a:lnTo>
                <a:lnTo>
                  <a:pt x="267" y="464"/>
                </a:lnTo>
                <a:lnTo>
                  <a:pt x="267" y="463"/>
                </a:lnTo>
                <a:lnTo>
                  <a:pt x="267" y="462"/>
                </a:lnTo>
                <a:lnTo>
                  <a:pt x="266" y="461"/>
                </a:lnTo>
                <a:lnTo>
                  <a:pt x="267" y="461"/>
                </a:lnTo>
                <a:lnTo>
                  <a:pt x="266" y="461"/>
                </a:lnTo>
                <a:lnTo>
                  <a:pt x="266" y="460"/>
                </a:lnTo>
                <a:lnTo>
                  <a:pt x="266" y="459"/>
                </a:lnTo>
                <a:lnTo>
                  <a:pt x="265" y="459"/>
                </a:lnTo>
                <a:lnTo>
                  <a:pt x="265" y="458"/>
                </a:lnTo>
                <a:lnTo>
                  <a:pt x="266" y="457"/>
                </a:lnTo>
                <a:lnTo>
                  <a:pt x="266" y="456"/>
                </a:lnTo>
                <a:lnTo>
                  <a:pt x="266" y="455"/>
                </a:lnTo>
                <a:lnTo>
                  <a:pt x="267" y="455"/>
                </a:lnTo>
                <a:lnTo>
                  <a:pt x="267" y="454"/>
                </a:lnTo>
                <a:lnTo>
                  <a:pt x="267" y="453"/>
                </a:lnTo>
                <a:lnTo>
                  <a:pt x="267" y="452"/>
                </a:lnTo>
                <a:lnTo>
                  <a:pt x="266" y="452"/>
                </a:lnTo>
                <a:lnTo>
                  <a:pt x="265" y="452"/>
                </a:lnTo>
                <a:lnTo>
                  <a:pt x="265" y="451"/>
                </a:lnTo>
                <a:lnTo>
                  <a:pt x="265" y="450"/>
                </a:lnTo>
                <a:lnTo>
                  <a:pt x="266" y="450"/>
                </a:lnTo>
                <a:lnTo>
                  <a:pt x="267" y="450"/>
                </a:lnTo>
                <a:lnTo>
                  <a:pt x="267" y="449"/>
                </a:lnTo>
                <a:lnTo>
                  <a:pt x="268" y="449"/>
                </a:lnTo>
                <a:lnTo>
                  <a:pt x="268" y="448"/>
                </a:lnTo>
                <a:lnTo>
                  <a:pt x="269" y="448"/>
                </a:lnTo>
                <a:lnTo>
                  <a:pt x="270" y="448"/>
                </a:lnTo>
                <a:lnTo>
                  <a:pt x="271" y="448"/>
                </a:lnTo>
                <a:lnTo>
                  <a:pt x="271" y="446"/>
                </a:lnTo>
                <a:lnTo>
                  <a:pt x="271" y="445"/>
                </a:lnTo>
                <a:lnTo>
                  <a:pt x="272" y="445"/>
                </a:lnTo>
                <a:lnTo>
                  <a:pt x="272" y="444"/>
                </a:lnTo>
                <a:lnTo>
                  <a:pt x="272" y="443"/>
                </a:lnTo>
                <a:lnTo>
                  <a:pt x="272" y="442"/>
                </a:lnTo>
                <a:lnTo>
                  <a:pt x="272" y="441"/>
                </a:lnTo>
                <a:lnTo>
                  <a:pt x="271" y="441"/>
                </a:lnTo>
                <a:lnTo>
                  <a:pt x="271" y="440"/>
                </a:lnTo>
                <a:lnTo>
                  <a:pt x="270" y="440"/>
                </a:lnTo>
                <a:lnTo>
                  <a:pt x="269" y="439"/>
                </a:lnTo>
                <a:lnTo>
                  <a:pt x="269" y="438"/>
                </a:lnTo>
                <a:lnTo>
                  <a:pt x="269" y="437"/>
                </a:lnTo>
                <a:lnTo>
                  <a:pt x="268" y="437"/>
                </a:lnTo>
                <a:lnTo>
                  <a:pt x="267" y="437"/>
                </a:lnTo>
                <a:lnTo>
                  <a:pt x="266" y="437"/>
                </a:lnTo>
                <a:lnTo>
                  <a:pt x="265" y="437"/>
                </a:lnTo>
                <a:lnTo>
                  <a:pt x="264" y="437"/>
                </a:lnTo>
                <a:lnTo>
                  <a:pt x="263" y="437"/>
                </a:lnTo>
                <a:lnTo>
                  <a:pt x="263" y="436"/>
                </a:lnTo>
                <a:lnTo>
                  <a:pt x="263" y="435"/>
                </a:lnTo>
                <a:lnTo>
                  <a:pt x="262" y="435"/>
                </a:lnTo>
                <a:lnTo>
                  <a:pt x="262" y="434"/>
                </a:lnTo>
                <a:lnTo>
                  <a:pt x="263" y="434"/>
                </a:lnTo>
                <a:lnTo>
                  <a:pt x="263" y="433"/>
                </a:lnTo>
                <a:lnTo>
                  <a:pt x="263" y="432"/>
                </a:lnTo>
                <a:lnTo>
                  <a:pt x="263" y="431"/>
                </a:lnTo>
                <a:lnTo>
                  <a:pt x="262" y="430"/>
                </a:lnTo>
                <a:lnTo>
                  <a:pt x="262" y="429"/>
                </a:lnTo>
                <a:lnTo>
                  <a:pt x="262" y="428"/>
                </a:lnTo>
                <a:lnTo>
                  <a:pt x="263" y="428"/>
                </a:lnTo>
                <a:lnTo>
                  <a:pt x="263" y="427"/>
                </a:lnTo>
                <a:lnTo>
                  <a:pt x="263" y="426"/>
                </a:lnTo>
                <a:lnTo>
                  <a:pt x="263" y="425"/>
                </a:lnTo>
                <a:lnTo>
                  <a:pt x="263" y="424"/>
                </a:lnTo>
                <a:lnTo>
                  <a:pt x="262" y="424"/>
                </a:lnTo>
                <a:lnTo>
                  <a:pt x="263" y="424"/>
                </a:lnTo>
                <a:lnTo>
                  <a:pt x="263" y="423"/>
                </a:lnTo>
                <a:lnTo>
                  <a:pt x="264" y="423"/>
                </a:lnTo>
                <a:lnTo>
                  <a:pt x="263" y="422"/>
                </a:lnTo>
                <a:lnTo>
                  <a:pt x="263" y="421"/>
                </a:lnTo>
                <a:lnTo>
                  <a:pt x="263" y="420"/>
                </a:lnTo>
                <a:lnTo>
                  <a:pt x="263" y="419"/>
                </a:lnTo>
                <a:lnTo>
                  <a:pt x="263" y="418"/>
                </a:lnTo>
                <a:lnTo>
                  <a:pt x="262" y="418"/>
                </a:lnTo>
                <a:lnTo>
                  <a:pt x="262" y="417"/>
                </a:lnTo>
                <a:lnTo>
                  <a:pt x="263" y="417"/>
                </a:lnTo>
                <a:lnTo>
                  <a:pt x="263" y="416"/>
                </a:lnTo>
                <a:lnTo>
                  <a:pt x="263" y="415"/>
                </a:lnTo>
                <a:lnTo>
                  <a:pt x="262" y="415"/>
                </a:lnTo>
                <a:lnTo>
                  <a:pt x="262" y="414"/>
                </a:lnTo>
                <a:lnTo>
                  <a:pt x="262" y="413"/>
                </a:lnTo>
                <a:lnTo>
                  <a:pt x="262" y="412"/>
                </a:lnTo>
                <a:lnTo>
                  <a:pt x="261" y="412"/>
                </a:lnTo>
                <a:lnTo>
                  <a:pt x="261" y="411"/>
                </a:lnTo>
                <a:lnTo>
                  <a:pt x="260" y="411"/>
                </a:lnTo>
                <a:lnTo>
                  <a:pt x="260" y="410"/>
                </a:lnTo>
                <a:lnTo>
                  <a:pt x="261" y="410"/>
                </a:lnTo>
                <a:lnTo>
                  <a:pt x="261" y="409"/>
                </a:lnTo>
                <a:lnTo>
                  <a:pt x="261" y="408"/>
                </a:lnTo>
                <a:lnTo>
                  <a:pt x="261" y="407"/>
                </a:lnTo>
                <a:lnTo>
                  <a:pt x="262" y="407"/>
                </a:lnTo>
                <a:lnTo>
                  <a:pt x="263" y="407"/>
                </a:lnTo>
                <a:lnTo>
                  <a:pt x="263" y="406"/>
                </a:lnTo>
                <a:lnTo>
                  <a:pt x="266" y="406"/>
                </a:lnTo>
                <a:lnTo>
                  <a:pt x="266" y="405"/>
                </a:lnTo>
                <a:lnTo>
                  <a:pt x="267" y="405"/>
                </a:lnTo>
                <a:lnTo>
                  <a:pt x="266" y="405"/>
                </a:lnTo>
                <a:lnTo>
                  <a:pt x="266" y="404"/>
                </a:lnTo>
                <a:lnTo>
                  <a:pt x="265" y="404"/>
                </a:lnTo>
                <a:lnTo>
                  <a:pt x="266" y="403"/>
                </a:lnTo>
                <a:lnTo>
                  <a:pt x="266" y="402"/>
                </a:lnTo>
                <a:lnTo>
                  <a:pt x="267" y="402"/>
                </a:lnTo>
                <a:lnTo>
                  <a:pt x="268" y="402"/>
                </a:lnTo>
                <a:lnTo>
                  <a:pt x="268" y="401"/>
                </a:lnTo>
                <a:lnTo>
                  <a:pt x="267" y="400"/>
                </a:lnTo>
                <a:lnTo>
                  <a:pt x="266" y="400"/>
                </a:lnTo>
                <a:lnTo>
                  <a:pt x="266" y="399"/>
                </a:lnTo>
                <a:lnTo>
                  <a:pt x="265" y="399"/>
                </a:lnTo>
                <a:lnTo>
                  <a:pt x="265" y="398"/>
                </a:lnTo>
                <a:lnTo>
                  <a:pt x="266" y="398"/>
                </a:lnTo>
                <a:lnTo>
                  <a:pt x="266" y="397"/>
                </a:lnTo>
                <a:lnTo>
                  <a:pt x="266" y="396"/>
                </a:lnTo>
                <a:lnTo>
                  <a:pt x="266" y="395"/>
                </a:lnTo>
                <a:lnTo>
                  <a:pt x="267" y="395"/>
                </a:lnTo>
                <a:lnTo>
                  <a:pt x="268" y="395"/>
                </a:lnTo>
                <a:lnTo>
                  <a:pt x="268" y="394"/>
                </a:lnTo>
                <a:lnTo>
                  <a:pt x="269" y="394"/>
                </a:lnTo>
                <a:lnTo>
                  <a:pt x="269" y="393"/>
                </a:lnTo>
                <a:lnTo>
                  <a:pt x="269" y="391"/>
                </a:lnTo>
                <a:lnTo>
                  <a:pt x="269" y="390"/>
                </a:lnTo>
                <a:lnTo>
                  <a:pt x="269" y="389"/>
                </a:lnTo>
                <a:lnTo>
                  <a:pt x="270" y="389"/>
                </a:lnTo>
                <a:lnTo>
                  <a:pt x="270" y="388"/>
                </a:lnTo>
                <a:lnTo>
                  <a:pt x="270" y="387"/>
                </a:lnTo>
                <a:lnTo>
                  <a:pt x="270" y="386"/>
                </a:lnTo>
                <a:lnTo>
                  <a:pt x="271" y="386"/>
                </a:lnTo>
                <a:lnTo>
                  <a:pt x="270" y="386"/>
                </a:lnTo>
                <a:lnTo>
                  <a:pt x="270" y="385"/>
                </a:lnTo>
                <a:lnTo>
                  <a:pt x="271" y="385"/>
                </a:lnTo>
                <a:lnTo>
                  <a:pt x="271" y="384"/>
                </a:lnTo>
                <a:lnTo>
                  <a:pt x="270" y="384"/>
                </a:lnTo>
                <a:lnTo>
                  <a:pt x="270" y="383"/>
                </a:lnTo>
                <a:lnTo>
                  <a:pt x="269" y="383"/>
                </a:lnTo>
                <a:lnTo>
                  <a:pt x="269" y="381"/>
                </a:lnTo>
                <a:lnTo>
                  <a:pt x="270" y="381"/>
                </a:lnTo>
                <a:lnTo>
                  <a:pt x="270" y="380"/>
                </a:lnTo>
                <a:lnTo>
                  <a:pt x="269" y="380"/>
                </a:lnTo>
                <a:lnTo>
                  <a:pt x="269" y="379"/>
                </a:lnTo>
                <a:lnTo>
                  <a:pt x="268" y="379"/>
                </a:lnTo>
                <a:lnTo>
                  <a:pt x="267" y="379"/>
                </a:lnTo>
                <a:lnTo>
                  <a:pt x="267" y="378"/>
                </a:lnTo>
                <a:lnTo>
                  <a:pt x="266" y="378"/>
                </a:lnTo>
                <a:lnTo>
                  <a:pt x="266" y="377"/>
                </a:lnTo>
                <a:lnTo>
                  <a:pt x="265" y="377"/>
                </a:lnTo>
                <a:lnTo>
                  <a:pt x="265" y="376"/>
                </a:lnTo>
                <a:lnTo>
                  <a:pt x="265" y="375"/>
                </a:lnTo>
                <a:lnTo>
                  <a:pt x="264" y="375"/>
                </a:lnTo>
                <a:lnTo>
                  <a:pt x="264" y="374"/>
                </a:lnTo>
                <a:lnTo>
                  <a:pt x="264" y="373"/>
                </a:lnTo>
                <a:lnTo>
                  <a:pt x="265" y="373"/>
                </a:lnTo>
                <a:lnTo>
                  <a:pt x="265" y="372"/>
                </a:lnTo>
                <a:lnTo>
                  <a:pt x="265" y="371"/>
                </a:lnTo>
                <a:lnTo>
                  <a:pt x="265" y="370"/>
                </a:lnTo>
                <a:lnTo>
                  <a:pt x="265" y="369"/>
                </a:lnTo>
                <a:lnTo>
                  <a:pt x="265" y="368"/>
                </a:lnTo>
                <a:lnTo>
                  <a:pt x="265" y="367"/>
                </a:lnTo>
                <a:lnTo>
                  <a:pt x="265" y="366"/>
                </a:lnTo>
                <a:lnTo>
                  <a:pt x="264" y="366"/>
                </a:lnTo>
                <a:lnTo>
                  <a:pt x="264" y="365"/>
                </a:lnTo>
                <a:lnTo>
                  <a:pt x="263" y="365"/>
                </a:lnTo>
                <a:lnTo>
                  <a:pt x="263" y="364"/>
                </a:lnTo>
                <a:lnTo>
                  <a:pt x="262" y="364"/>
                </a:lnTo>
                <a:lnTo>
                  <a:pt x="262" y="363"/>
                </a:lnTo>
                <a:lnTo>
                  <a:pt x="262" y="362"/>
                </a:lnTo>
                <a:lnTo>
                  <a:pt x="263" y="362"/>
                </a:lnTo>
                <a:lnTo>
                  <a:pt x="263" y="361"/>
                </a:lnTo>
                <a:lnTo>
                  <a:pt x="263" y="360"/>
                </a:lnTo>
                <a:lnTo>
                  <a:pt x="263" y="359"/>
                </a:lnTo>
                <a:lnTo>
                  <a:pt x="264" y="359"/>
                </a:lnTo>
                <a:lnTo>
                  <a:pt x="265" y="359"/>
                </a:lnTo>
                <a:lnTo>
                  <a:pt x="266" y="359"/>
                </a:lnTo>
                <a:lnTo>
                  <a:pt x="266" y="357"/>
                </a:lnTo>
                <a:lnTo>
                  <a:pt x="266" y="356"/>
                </a:lnTo>
                <a:lnTo>
                  <a:pt x="265" y="356"/>
                </a:lnTo>
                <a:lnTo>
                  <a:pt x="265" y="355"/>
                </a:lnTo>
                <a:lnTo>
                  <a:pt x="265" y="354"/>
                </a:lnTo>
                <a:lnTo>
                  <a:pt x="264" y="354"/>
                </a:lnTo>
                <a:lnTo>
                  <a:pt x="264" y="353"/>
                </a:lnTo>
                <a:lnTo>
                  <a:pt x="264" y="352"/>
                </a:lnTo>
                <a:lnTo>
                  <a:pt x="263" y="352"/>
                </a:lnTo>
                <a:lnTo>
                  <a:pt x="263" y="351"/>
                </a:lnTo>
                <a:lnTo>
                  <a:pt x="263" y="350"/>
                </a:lnTo>
                <a:lnTo>
                  <a:pt x="264" y="350"/>
                </a:lnTo>
                <a:lnTo>
                  <a:pt x="264" y="349"/>
                </a:lnTo>
                <a:lnTo>
                  <a:pt x="264" y="348"/>
                </a:lnTo>
                <a:lnTo>
                  <a:pt x="265" y="348"/>
                </a:lnTo>
                <a:lnTo>
                  <a:pt x="265" y="347"/>
                </a:lnTo>
                <a:lnTo>
                  <a:pt x="264" y="347"/>
                </a:lnTo>
                <a:lnTo>
                  <a:pt x="264" y="346"/>
                </a:lnTo>
                <a:lnTo>
                  <a:pt x="265" y="346"/>
                </a:lnTo>
                <a:lnTo>
                  <a:pt x="265" y="345"/>
                </a:lnTo>
                <a:lnTo>
                  <a:pt x="266" y="345"/>
                </a:lnTo>
                <a:lnTo>
                  <a:pt x="267" y="345"/>
                </a:lnTo>
                <a:lnTo>
                  <a:pt x="267" y="344"/>
                </a:lnTo>
                <a:lnTo>
                  <a:pt x="267" y="343"/>
                </a:lnTo>
                <a:lnTo>
                  <a:pt x="266" y="342"/>
                </a:lnTo>
                <a:lnTo>
                  <a:pt x="266" y="341"/>
                </a:lnTo>
                <a:lnTo>
                  <a:pt x="266" y="339"/>
                </a:lnTo>
                <a:lnTo>
                  <a:pt x="267" y="339"/>
                </a:lnTo>
                <a:lnTo>
                  <a:pt x="267" y="338"/>
                </a:lnTo>
                <a:lnTo>
                  <a:pt x="268" y="338"/>
                </a:lnTo>
                <a:lnTo>
                  <a:pt x="268" y="337"/>
                </a:lnTo>
                <a:lnTo>
                  <a:pt x="267" y="337"/>
                </a:lnTo>
                <a:lnTo>
                  <a:pt x="267" y="336"/>
                </a:lnTo>
                <a:lnTo>
                  <a:pt x="266" y="336"/>
                </a:lnTo>
                <a:lnTo>
                  <a:pt x="265" y="336"/>
                </a:lnTo>
                <a:lnTo>
                  <a:pt x="264" y="336"/>
                </a:lnTo>
                <a:lnTo>
                  <a:pt x="264" y="335"/>
                </a:lnTo>
                <a:lnTo>
                  <a:pt x="264" y="334"/>
                </a:lnTo>
                <a:lnTo>
                  <a:pt x="263" y="334"/>
                </a:lnTo>
                <a:lnTo>
                  <a:pt x="263" y="333"/>
                </a:lnTo>
                <a:lnTo>
                  <a:pt x="263" y="332"/>
                </a:lnTo>
                <a:lnTo>
                  <a:pt x="262" y="332"/>
                </a:lnTo>
                <a:lnTo>
                  <a:pt x="262" y="331"/>
                </a:lnTo>
                <a:lnTo>
                  <a:pt x="261" y="331"/>
                </a:lnTo>
                <a:lnTo>
                  <a:pt x="261" y="330"/>
                </a:lnTo>
                <a:lnTo>
                  <a:pt x="260" y="330"/>
                </a:lnTo>
                <a:lnTo>
                  <a:pt x="260" y="331"/>
                </a:lnTo>
                <a:lnTo>
                  <a:pt x="259" y="331"/>
                </a:lnTo>
                <a:lnTo>
                  <a:pt x="259" y="332"/>
                </a:lnTo>
                <a:lnTo>
                  <a:pt x="258" y="332"/>
                </a:lnTo>
                <a:lnTo>
                  <a:pt x="258" y="333"/>
                </a:lnTo>
                <a:lnTo>
                  <a:pt x="258" y="334"/>
                </a:lnTo>
                <a:lnTo>
                  <a:pt x="257" y="334"/>
                </a:lnTo>
                <a:lnTo>
                  <a:pt x="257" y="335"/>
                </a:lnTo>
                <a:lnTo>
                  <a:pt x="257" y="334"/>
                </a:lnTo>
                <a:lnTo>
                  <a:pt x="256" y="334"/>
                </a:lnTo>
                <a:lnTo>
                  <a:pt x="255" y="334"/>
                </a:lnTo>
                <a:lnTo>
                  <a:pt x="255" y="333"/>
                </a:lnTo>
                <a:lnTo>
                  <a:pt x="254" y="333"/>
                </a:lnTo>
                <a:lnTo>
                  <a:pt x="253" y="333"/>
                </a:lnTo>
                <a:lnTo>
                  <a:pt x="253" y="332"/>
                </a:lnTo>
                <a:lnTo>
                  <a:pt x="252" y="332"/>
                </a:lnTo>
                <a:lnTo>
                  <a:pt x="251" y="332"/>
                </a:lnTo>
                <a:lnTo>
                  <a:pt x="250" y="332"/>
                </a:lnTo>
                <a:lnTo>
                  <a:pt x="250" y="331"/>
                </a:lnTo>
                <a:lnTo>
                  <a:pt x="249" y="332"/>
                </a:lnTo>
                <a:lnTo>
                  <a:pt x="248" y="332"/>
                </a:lnTo>
                <a:lnTo>
                  <a:pt x="248" y="333"/>
                </a:lnTo>
                <a:lnTo>
                  <a:pt x="248" y="334"/>
                </a:lnTo>
                <a:lnTo>
                  <a:pt x="247" y="334"/>
                </a:lnTo>
                <a:lnTo>
                  <a:pt x="246" y="334"/>
                </a:lnTo>
                <a:lnTo>
                  <a:pt x="246" y="333"/>
                </a:lnTo>
                <a:lnTo>
                  <a:pt x="246" y="332"/>
                </a:lnTo>
                <a:lnTo>
                  <a:pt x="246" y="331"/>
                </a:lnTo>
                <a:lnTo>
                  <a:pt x="246" y="330"/>
                </a:lnTo>
                <a:lnTo>
                  <a:pt x="247" y="330"/>
                </a:lnTo>
                <a:lnTo>
                  <a:pt x="247" y="329"/>
                </a:lnTo>
                <a:lnTo>
                  <a:pt x="246" y="329"/>
                </a:lnTo>
                <a:lnTo>
                  <a:pt x="246" y="328"/>
                </a:lnTo>
                <a:lnTo>
                  <a:pt x="246" y="327"/>
                </a:lnTo>
                <a:lnTo>
                  <a:pt x="246" y="326"/>
                </a:lnTo>
                <a:lnTo>
                  <a:pt x="245" y="326"/>
                </a:lnTo>
                <a:lnTo>
                  <a:pt x="245" y="325"/>
                </a:lnTo>
                <a:lnTo>
                  <a:pt x="245" y="324"/>
                </a:lnTo>
                <a:lnTo>
                  <a:pt x="244" y="324"/>
                </a:lnTo>
                <a:lnTo>
                  <a:pt x="244" y="323"/>
                </a:lnTo>
                <a:lnTo>
                  <a:pt x="244" y="322"/>
                </a:lnTo>
                <a:lnTo>
                  <a:pt x="244" y="321"/>
                </a:lnTo>
                <a:lnTo>
                  <a:pt x="243" y="321"/>
                </a:lnTo>
                <a:lnTo>
                  <a:pt x="243" y="320"/>
                </a:lnTo>
                <a:lnTo>
                  <a:pt x="243" y="319"/>
                </a:lnTo>
                <a:lnTo>
                  <a:pt x="243" y="318"/>
                </a:lnTo>
                <a:lnTo>
                  <a:pt x="242" y="318"/>
                </a:lnTo>
                <a:lnTo>
                  <a:pt x="242" y="317"/>
                </a:lnTo>
                <a:lnTo>
                  <a:pt x="241" y="317"/>
                </a:lnTo>
                <a:lnTo>
                  <a:pt x="241" y="318"/>
                </a:lnTo>
                <a:lnTo>
                  <a:pt x="240" y="318"/>
                </a:lnTo>
                <a:lnTo>
                  <a:pt x="240" y="319"/>
                </a:lnTo>
                <a:lnTo>
                  <a:pt x="240" y="318"/>
                </a:lnTo>
                <a:lnTo>
                  <a:pt x="240" y="319"/>
                </a:lnTo>
                <a:lnTo>
                  <a:pt x="239" y="319"/>
                </a:lnTo>
                <a:lnTo>
                  <a:pt x="238" y="319"/>
                </a:lnTo>
                <a:lnTo>
                  <a:pt x="238" y="320"/>
                </a:lnTo>
                <a:lnTo>
                  <a:pt x="238" y="321"/>
                </a:lnTo>
                <a:lnTo>
                  <a:pt x="238" y="322"/>
                </a:lnTo>
                <a:lnTo>
                  <a:pt x="237" y="322"/>
                </a:lnTo>
                <a:lnTo>
                  <a:pt x="236" y="322"/>
                </a:lnTo>
                <a:lnTo>
                  <a:pt x="235" y="321"/>
                </a:lnTo>
                <a:lnTo>
                  <a:pt x="234" y="321"/>
                </a:lnTo>
                <a:lnTo>
                  <a:pt x="233" y="321"/>
                </a:lnTo>
                <a:lnTo>
                  <a:pt x="233" y="320"/>
                </a:lnTo>
                <a:lnTo>
                  <a:pt x="233" y="319"/>
                </a:lnTo>
                <a:lnTo>
                  <a:pt x="232" y="319"/>
                </a:lnTo>
                <a:lnTo>
                  <a:pt x="231" y="319"/>
                </a:lnTo>
                <a:lnTo>
                  <a:pt x="230" y="319"/>
                </a:lnTo>
                <a:lnTo>
                  <a:pt x="230" y="318"/>
                </a:lnTo>
                <a:lnTo>
                  <a:pt x="229" y="318"/>
                </a:lnTo>
                <a:lnTo>
                  <a:pt x="229" y="319"/>
                </a:lnTo>
                <a:lnTo>
                  <a:pt x="229" y="318"/>
                </a:lnTo>
                <a:lnTo>
                  <a:pt x="228" y="318"/>
                </a:lnTo>
                <a:lnTo>
                  <a:pt x="227" y="318"/>
                </a:lnTo>
                <a:lnTo>
                  <a:pt x="226" y="318"/>
                </a:lnTo>
                <a:lnTo>
                  <a:pt x="226" y="317"/>
                </a:lnTo>
                <a:lnTo>
                  <a:pt x="225" y="317"/>
                </a:lnTo>
                <a:lnTo>
                  <a:pt x="225" y="316"/>
                </a:lnTo>
                <a:lnTo>
                  <a:pt x="225" y="315"/>
                </a:lnTo>
                <a:lnTo>
                  <a:pt x="224" y="314"/>
                </a:lnTo>
                <a:lnTo>
                  <a:pt x="223" y="314"/>
                </a:lnTo>
                <a:lnTo>
                  <a:pt x="223" y="313"/>
                </a:lnTo>
                <a:lnTo>
                  <a:pt x="222" y="313"/>
                </a:lnTo>
                <a:lnTo>
                  <a:pt x="222" y="312"/>
                </a:lnTo>
                <a:lnTo>
                  <a:pt x="221" y="312"/>
                </a:lnTo>
                <a:lnTo>
                  <a:pt x="220" y="312"/>
                </a:lnTo>
                <a:lnTo>
                  <a:pt x="220" y="313"/>
                </a:lnTo>
                <a:lnTo>
                  <a:pt x="219" y="313"/>
                </a:lnTo>
                <a:lnTo>
                  <a:pt x="219" y="314"/>
                </a:lnTo>
                <a:lnTo>
                  <a:pt x="220" y="314"/>
                </a:lnTo>
                <a:lnTo>
                  <a:pt x="220" y="315"/>
                </a:lnTo>
                <a:lnTo>
                  <a:pt x="220" y="316"/>
                </a:lnTo>
                <a:lnTo>
                  <a:pt x="220" y="317"/>
                </a:lnTo>
                <a:lnTo>
                  <a:pt x="220" y="318"/>
                </a:lnTo>
                <a:lnTo>
                  <a:pt x="221" y="318"/>
                </a:lnTo>
                <a:lnTo>
                  <a:pt x="221" y="319"/>
                </a:lnTo>
                <a:lnTo>
                  <a:pt x="220" y="319"/>
                </a:lnTo>
                <a:lnTo>
                  <a:pt x="220" y="320"/>
                </a:lnTo>
                <a:lnTo>
                  <a:pt x="221" y="320"/>
                </a:lnTo>
                <a:lnTo>
                  <a:pt x="220" y="320"/>
                </a:lnTo>
                <a:lnTo>
                  <a:pt x="220" y="321"/>
                </a:lnTo>
                <a:lnTo>
                  <a:pt x="219" y="321"/>
                </a:lnTo>
                <a:lnTo>
                  <a:pt x="219" y="322"/>
                </a:lnTo>
                <a:lnTo>
                  <a:pt x="219" y="323"/>
                </a:lnTo>
                <a:lnTo>
                  <a:pt x="218" y="323"/>
                </a:lnTo>
                <a:lnTo>
                  <a:pt x="219" y="323"/>
                </a:lnTo>
                <a:lnTo>
                  <a:pt x="219" y="324"/>
                </a:lnTo>
                <a:lnTo>
                  <a:pt x="219" y="325"/>
                </a:lnTo>
                <a:lnTo>
                  <a:pt x="219" y="326"/>
                </a:lnTo>
                <a:lnTo>
                  <a:pt x="218" y="326"/>
                </a:lnTo>
                <a:lnTo>
                  <a:pt x="218" y="327"/>
                </a:lnTo>
                <a:lnTo>
                  <a:pt x="218" y="328"/>
                </a:lnTo>
                <a:lnTo>
                  <a:pt x="219" y="328"/>
                </a:lnTo>
                <a:lnTo>
                  <a:pt x="219" y="332"/>
                </a:lnTo>
                <a:lnTo>
                  <a:pt x="218" y="332"/>
                </a:lnTo>
                <a:lnTo>
                  <a:pt x="218" y="333"/>
                </a:lnTo>
                <a:lnTo>
                  <a:pt x="218" y="334"/>
                </a:lnTo>
                <a:lnTo>
                  <a:pt x="218" y="335"/>
                </a:lnTo>
                <a:lnTo>
                  <a:pt x="217" y="335"/>
                </a:lnTo>
                <a:lnTo>
                  <a:pt x="217" y="336"/>
                </a:lnTo>
                <a:lnTo>
                  <a:pt x="216" y="336"/>
                </a:lnTo>
                <a:lnTo>
                  <a:pt x="215" y="336"/>
                </a:lnTo>
                <a:lnTo>
                  <a:pt x="214" y="336"/>
                </a:lnTo>
                <a:lnTo>
                  <a:pt x="214" y="337"/>
                </a:lnTo>
                <a:lnTo>
                  <a:pt x="213" y="337"/>
                </a:lnTo>
                <a:lnTo>
                  <a:pt x="212" y="337"/>
                </a:lnTo>
                <a:lnTo>
                  <a:pt x="212" y="338"/>
                </a:lnTo>
                <a:lnTo>
                  <a:pt x="212" y="339"/>
                </a:lnTo>
                <a:lnTo>
                  <a:pt x="211" y="339"/>
                </a:lnTo>
                <a:lnTo>
                  <a:pt x="211" y="340"/>
                </a:lnTo>
                <a:lnTo>
                  <a:pt x="211" y="341"/>
                </a:lnTo>
                <a:lnTo>
                  <a:pt x="210" y="341"/>
                </a:lnTo>
                <a:lnTo>
                  <a:pt x="210" y="342"/>
                </a:lnTo>
                <a:lnTo>
                  <a:pt x="209" y="342"/>
                </a:lnTo>
                <a:lnTo>
                  <a:pt x="209" y="343"/>
                </a:lnTo>
                <a:lnTo>
                  <a:pt x="208" y="343"/>
                </a:lnTo>
                <a:lnTo>
                  <a:pt x="207" y="343"/>
                </a:lnTo>
                <a:lnTo>
                  <a:pt x="206" y="343"/>
                </a:lnTo>
                <a:lnTo>
                  <a:pt x="205" y="343"/>
                </a:lnTo>
                <a:lnTo>
                  <a:pt x="205" y="342"/>
                </a:lnTo>
                <a:lnTo>
                  <a:pt x="204" y="342"/>
                </a:lnTo>
                <a:lnTo>
                  <a:pt x="203" y="342"/>
                </a:lnTo>
                <a:lnTo>
                  <a:pt x="202" y="342"/>
                </a:lnTo>
                <a:lnTo>
                  <a:pt x="201" y="342"/>
                </a:lnTo>
                <a:lnTo>
                  <a:pt x="201" y="343"/>
                </a:lnTo>
                <a:lnTo>
                  <a:pt x="201" y="342"/>
                </a:lnTo>
                <a:lnTo>
                  <a:pt x="201" y="343"/>
                </a:lnTo>
                <a:lnTo>
                  <a:pt x="201" y="342"/>
                </a:lnTo>
                <a:lnTo>
                  <a:pt x="200" y="342"/>
                </a:lnTo>
                <a:lnTo>
                  <a:pt x="199" y="341"/>
                </a:lnTo>
                <a:lnTo>
                  <a:pt x="198" y="340"/>
                </a:lnTo>
                <a:lnTo>
                  <a:pt x="197" y="340"/>
                </a:lnTo>
                <a:lnTo>
                  <a:pt x="197" y="339"/>
                </a:lnTo>
                <a:lnTo>
                  <a:pt x="197" y="338"/>
                </a:lnTo>
                <a:lnTo>
                  <a:pt x="198" y="338"/>
                </a:lnTo>
                <a:lnTo>
                  <a:pt x="197" y="338"/>
                </a:lnTo>
                <a:lnTo>
                  <a:pt x="197" y="337"/>
                </a:lnTo>
                <a:lnTo>
                  <a:pt x="197" y="336"/>
                </a:lnTo>
                <a:lnTo>
                  <a:pt x="196" y="336"/>
                </a:lnTo>
                <a:lnTo>
                  <a:pt x="196" y="335"/>
                </a:lnTo>
                <a:lnTo>
                  <a:pt x="196" y="334"/>
                </a:lnTo>
                <a:lnTo>
                  <a:pt x="196" y="331"/>
                </a:lnTo>
                <a:lnTo>
                  <a:pt x="196" y="330"/>
                </a:lnTo>
                <a:lnTo>
                  <a:pt x="196" y="329"/>
                </a:lnTo>
                <a:lnTo>
                  <a:pt x="196" y="328"/>
                </a:lnTo>
                <a:lnTo>
                  <a:pt x="197" y="328"/>
                </a:lnTo>
                <a:lnTo>
                  <a:pt x="197" y="327"/>
                </a:lnTo>
                <a:lnTo>
                  <a:pt x="197" y="326"/>
                </a:lnTo>
                <a:lnTo>
                  <a:pt x="196" y="326"/>
                </a:lnTo>
                <a:lnTo>
                  <a:pt x="196" y="325"/>
                </a:lnTo>
                <a:lnTo>
                  <a:pt x="195" y="325"/>
                </a:lnTo>
                <a:lnTo>
                  <a:pt x="195" y="324"/>
                </a:lnTo>
                <a:lnTo>
                  <a:pt x="195" y="323"/>
                </a:lnTo>
                <a:lnTo>
                  <a:pt x="195" y="321"/>
                </a:lnTo>
                <a:lnTo>
                  <a:pt x="195" y="320"/>
                </a:lnTo>
                <a:lnTo>
                  <a:pt x="195" y="319"/>
                </a:lnTo>
                <a:lnTo>
                  <a:pt x="196" y="319"/>
                </a:lnTo>
                <a:lnTo>
                  <a:pt x="196" y="318"/>
                </a:lnTo>
                <a:lnTo>
                  <a:pt x="196" y="317"/>
                </a:lnTo>
                <a:lnTo>
                  <a:pt x="195" y="317"/>
                </a:lnTo>
                <a:lnTo>
                  <a:pt x="193" y="317"/>
                </a:lnTo>
                <a:lnTo>
                  <a:pt x="193" y="316"/>
                </a:lnTo>
                <a:lnTo>
                  <a:pt x="193" y="315"/>
                </a:lnTo>
                <a:lnTo>
                  <a:pt x="193" y="314"/>
                </a:lnTo>
                <a:lnTo>
                  <a:pt x="193" y="313"/>
                </a:lnTo>
                <a:lnTo>
                  <a:pt x="193" y="312"/>
                </a:lnTo>
                <a:lnTo>
                  <a:pt x="193" y="311"/>
                </a:lnTo>
                <a:lnTo>
                  <a:pt x="192" y="311"/>
                </a:lnTo>
                <a:lnTo>
                  <a:pt x="191" y="311"/>
                </a:lnTo>
                <a:lnTo>
                  <a:pt x="190" y="311"/>
                </a:lnTo>
                <a:lnTo>
                  <a:pt x="190" y="310"/>
                </a:lnTo>
                <a:lnTo>
                  <a:pt x="190" y="309"/>
                </a:lnTo>
                <a:lnTo>
                  <a:pt x="190" y="308"/>
                </a:lnTo>
                <a:lnTo>
                  <a:pt x="189" y="308"/>
                </a:lnTo>
                <a:lnTo>
                  <a:pt x="189" y="307"/>
                </a:lnTo>
                <a:lnTo>
                  <a:pt x="188" y="307"/>
                </a:lnTo>
                <a:lnTo>
                  <a:pt x="188" y="306"/>
                </a:lnTo>
                <a:lnTo>
                  <a:pt x="187" y="306"/>
                </a:lnTo>
                <a:lnTo>
                  <a:pt x="186" y="305"/>
                </a:lnTo>
                <a:lnTo>
                  <a:pt x="185" y="305"/>
                </a:lnTo>
                <a:lnTo>
                  <a:pt x="185" y="304"/>
                </a:lnTo>
                <a:lnTo>
                  <a:pt x="184" y="304"/>
                </a:lnTo>
                <a:lnTo>
                  <a:pt x="185" y="304"/>
                </a:lnTo>
                <a:lnTo>
                  <a:pt x="185" y="303"/>
                </a:lnTo>
                <a:lnTo>
                  <a:pt x="185" y="302"/>
                </a:lnTo>
                <a:lnTo>
                  <a:pt x="185" y="301"/>
                </a:lnTo>
                <a:lnTo>
                  <a:pt x="184" y="301"/>
                </a:lnTo>
                <a:lnTo>
                  <a:pt x="184" y="300"/>
                </a:lnTo>
                <a:lnTo>
                  <a:pt x="183" y="300"/>
                </a:lnTo>
                <a:lnTo>
                  <a:pt x="183" y="299"/>
                </a:lnTo>
                <a:lnTo>
                  <a:pt x="183" y="298"/>
                </a:lnTo>
                <a:lnTo>
                  <a:pt x="184" y="298"/>
                </a:lnTo>
                <a:lnTo>
                  <a:pt x="183" y="297"/>
                </a:lnTo>
                <a:lnTo>
                  <a:pt x="184" y="297"/>
                </a:lnTo>
                <a:lnTo>
                  <a:pt x="185" y="297"/>
                </a:lnTo>
                <a:lnTo>
                  <a:pt x="185" y="296"/>
                </a:lnTo>
                <a:lnTo>
                  <a:pt x="186" y="296"/>
                </a:lnTo>
                <a:lnTo>
                  <a:pt x="186" y="295"/>
                </a:lnTo>
                <a:lnTo>
                  <a:pt x="187" y="295"/>
                </a:lnTo>
                <a:lnTo>
                  <a:pt x="187" y="294"/>
                </a:lnTo>
                <a:lnTo>
                  <a:pt x="187" y="293"/>
                </a:lnTo>
                <a:lnTo>
                  <a:pt x="186" y="293"/>
                </a:lnTo>
                <a:lnTo>
                  <a:pt x="186" y="292"/>
                </a:lnTo>
                <a:lnTo>
                  <a:pt x="185" y="292"/>
                </a:lnTo>
                <a:lnTo>
                  <a:pt x="184" y="292"/>
                </a:lnTo>
                <a:lnTo>
                  <a:pt x="184" y="291"/>
                </a:lnTo>
                <a:lnTo>
                  <a:pt x="184" y="290"/>
                </a:lnTo>
                <a:lnTo>
                  <a:pt x="183" y="290"/>
                </a:lnTo>
                <a:lnTo>
                  <a:pt x="183" y="289"/>
                </a:lnTo>
                <a:lnTo>
                  <a:pt x="183" y="288"/>
                </a:lnTo>
                <a:lnTo>
                  <a:pt x="183" y="287"/>
                </a:lnTo>
                <a:lnTo>
                  <a:pt x="183" y="286"/>
                </a:lnTo>
                <a:lnTo>
                  <a:pt x="183" y="285"/>
                </a:lnTo>
                <a:lnTo>
                  <a:pt x="184" y="285"/>
                </a:lnTo>
                <a:lnTo>
                  <a:pt x="184" y="284"/>
                </a:lnTo>
                <a:lnTo>
                  <a:pt x="184" y="283"/>
                </a:lnTo>
                <a:lnTo>
                  <a:pt x="185" y="283"/>
                </a:lnTo>
                <a:lnTo>
                  <a:pt x="185" y="282"/>
                </a:lnTo>
                <a:lnTo>
                  <a:pt x="184" y="282"/>
                </a:lnTo>
                <a:lnTo>
                  <a:pt x="184" y="281"/>
                </a:lnTo>
                <a:lnTo>
                  <a:pt x="184" y="280"/>
                </a:lnTo>
                <a:lnTo>
                  <a:pt x="185" y="280"/>
                </a:lnTo>
                <a:lnTo>
                  <a:pt x="185" y="279"/>
                </a:lnTo>
                <a:lnTo>
                  <a:pt x="184" y="279"/>
                </a:lnTo>
                <a:lnTo>
                  <a:pt x="183" y="279"/>
                </a:lnTo>
                <a:lnTo>
                  <a:pt x="182" y="279"/>
                </a:lnTo>
                <a:lnTo>
                  <a:pt x="182" y="278"/>
                </a:lnTo>
                <a:lnTo>
                  <a:pt x="181" y="278"/>
                </a:lnTo>
                <a:lnTo>
                  <a:pt x="181" y="277"/>
                </a:lnTo>
                <a:lnTo>
                  <a:pt x="180" y="277"/>
                </a:lnTo>
                <a:lnTo>
                  <a:pt x="179" y="277"/>
                </a:lnTo>
                <a:lnTo>
                  <a:pt x="179" y="276"/>
                </a:lnTo>
                <a:lnTo>
                  <a:pt x="178" y="276"/>
                </a:lnTo>
                <a:lnTo>
                  <a:pt x="178" y="275"/>
                </a:lnTo>
                <a:lnTo>
                  <a:pt x="177" y="275"/>
                </a:lnTo>
                <a:lnTo>
                  <a:pt x="176" y="274"/>
                </a:lnTo>
                <a:lnTo>
                  <a:pt x="176" y="273"/>
                </a:lnTo>
                <a:lnTo>
                  <a:pt x="176" y="272"/>
                </a:lnTo>
                <a:lnTo>
                  <a:pt x="176" y="271"/>
                </a:lnTo>
                <a:lnTo>
                  <a:pt x="175" y="271"/>
                </a:lnTo>
                <a:lnTo>
                  <a:pt x="175" y="270"/>
                </a:lnTo>
                <a:lnTo>
                  <a:pt x="176" y="270"/>
                </a:lnTo>
                <a:lnTo>
                  <a:pt x="177" y="270"/>
                </a:lnTo>
                <a:lnTo>
                  <a:pt x="176" y="269"/>
                </a:lnTo>
                <a:lnTo>
                  <a:pt x="176" y="268"/>
                </a:lnTo>
                <a:lnTo>
                  <a:pt x="177" y="268"/>
                </a:lnTo>
                <a:lnTo>
                  <a:pt x="177" y="267"/>
                </a:lnTo>
                <a:lnTo>
                  <a:pt x="178" y="267"/>
                </a:lnTo>
                <a:lnTo>
                  <a:pt x="178" y="266"/>
                </a:lnTo>
                <a:lnTo>
                  <a:pt x="179" y="266"/>
                </a:lnTo>
                <a:lnTo>
                  <a:pt x="179" y="267"/>
                </a:lnTo>
                <a:lnTo>
                  <a:pt x="179" y="266"/>
                </a:lnTo>
                <a:lnTo>
                  <a:pt x="180" y="266"/>
                </a:lnTo>
                <a:lnTo>
                  <a:pt x="180" y="267"/>
                </a:lnTo>
                <a:lnTo>
                  <a:pt x="181" y="267"/>
                </a:lnTo>
                <a:lnTo>
                  <a:pt x="181" y="266"/>
                </a:lnTo>
                <a:lnTo>
                  <a:pt x="181" y="265"/>
                </a:lnTo>
                <a:lnTo>
                  <a:pt x="181" y="264"/>
                </a:lnTo>
                <a:lnTo>
                  <a:pt x="182" y="264"/>
                </a:lnTo>
                <a:lnTo>
                  <a:pt x="182" y="263"/>
                </a:lnTo>
                <a:lnTo>
                  <a:pt x="182" y="262"/>
                </a:lnTo>
                <a:lnTo>
                  <a:pt x="182" y="261"/>
                </a:lnTo>
                <a:lnTo>
                  <a:pt x="181" y="261"/>
                </a:lnTo>
                <a:lnTo>
                  <a:pt x="182" y="261"/>
                </a:lnTo>
                <a:lnTo>
                  <a:pt x="182" y="260"/>
                </a:lnTo>
                <a:lnTo>
                  <a:pt x="181" y="259"/>
                </a:lnTo>
                <a:lnTo>
                  <a:pt x="181" y="258"/>
                </a:lnTo>
                <a:lnTo>
                  <a:pt x="181" y="256"/>
                </a:lnTo>
                <a:lnTo>
                  <a:pt x="180" y="256"/>
                </a:lnTo>
                <a:lnTo>
                  <a:pt x="180" y="255"/>
                </a:lnTo>
                <a:lnTo>
                  <a:pt x="180" y="254"/>
                </a:lnTo>
                <a:lnTo>
                  <a:pt x="180" y="253"/>
                </a:lnTo>
                <a:lnTo>
                  <a:pt x="180" y="252"/>
                </a:lnTo>
                <a:lnTo>
                  <a:pt x="180" y="253"/>
                </a:lnTo>
                <a:lnTo>
                  <a:pt x="179" y="253"/>
                </a:lnTo>
                <a:lnTo>
                  <a:pt x="179" y="252"/>
                </a:lnTo>
                <a:lnTo>
                  <a:pt x="178" y="252"/>
                </a:lnTo>
                <a:lnTo>
                  <a:pt x="178" y="253"/>
                </a:lnTo>
                <a:lnTo>
                  <a:pt x="177" y="252"/>
                </a:lnTo>
                <a:lnTo>
                  <a:pt x="177" y="253"/>
                </a:lnTo>
                <a:lnTo>
                  <a:pt x="176" y="253"/>
                </a:lnTo>
                <a:lnTo>
                  <a:pt x="174" y="253"/>
                </a:lnTo>
                <a:lnTo>
                  <a:pt x="174" y="252"/>
                </a:lnTo>
                <a:lnTo>
                  <a:pt x="173" y="251"/>
                </a:lnTo>
                <a:lnTo>
                  <a:pt x="172" y="251"/>
                </a:lnTo>
                <a:lnTo>
                  <a:pt x="172" y="250"/>
                </a:lnTo>
                <a:lnTo>
                  <a:pt x="172" y="249"/>
                </a:lnTo>
                <a:lnTo>
                  <a:pt x="171" y="249"/>
                </a:lnTo>
                <a:lnTo>
                  <a:pt x="172" y="249"/>
                </a:lnTo>
                <a:lnTo>
                  <a:pt x="172" y="248"/>
                </a:lnTo>
                <a:lnTo>
                  <a:pt x="171" y="248"/>
                </a:lnTo>
                <a:lnTo>
                  <a:pt x="171" y="247"/>
                </a:lnTo>
                <a:lnTo>
                  <a:pt x="171" y="246"/>
                </a:lnTo>
                <a:lnTo>
                  <a:pt x="171" y="245"/>
                </a:lnTo>
                <a:lnTo>
                  <a:pt x="171" y="244"/>
                </a:lnTo>
                <a:lnTo>
                  <a:pt x="171" y="243"/>
                </a:lnTo>
                <a:lnTo>
                  <a:pt x="170" y="243"/>
                </a:lnTo>
                <a:lnTo>
                  <a:pt x="171" y="242"/>
                </a:lnTo>
                <a:lnTo>
                  <a:pt x="171" y="241"/>
                </a:lnTo>
                <a:lnTo>
                  <a:pt x="172" y="241"/>
                </a:lnTo>
                <a:lnTo>
                  <a:pt x="172" y="240"/>
                </a:lnTo>
                <a:lnTo>
                  <a:pt x="172" y="238"/>
                </a:lnTo>
                <a:lnTo>
                  <a:pt x="173" y="236"/>
                </a:lnTo>
                <a:lnTo>
                  <a:pt x="173" y="233"/>
                </a:lnTo>
                <a:lnTo>
                  <a:pt x="173" y="232"/>
                </a:lnTo>
                <a:lnTo>
                  <a:pt x="173" y="231"/>
                </a:lnTo>
                <a:lnTo>
                  <a:pt x="174" y="229"/>
                </a:lnTo>
                <a:lnTo>
                  <a:pt x="175" y="228"/>
                </a:lnTo>
                <a:lnTo>
                  <a:pt x="175" y="226"/>
                </a:lnTo>
                <a:lnTo>
                  <a:pt x="176" y="225"/>
                </a:lnTo>
                <a:lnTo>
                  <a:pt x="177" y="223"/>
                </a:lnTo>
                <a:lnTo>
                  <a:pt x="177" y="220"/>
                </a:lnTo>
                <a:lnTo>
                  <a:pt x="176" y="219"/>
                </a:lnTo>
                <a:lnTo>
                  <a:pt x="176" y="218"/>
                </a:lnTo>
                <a:lnTo>
                  <a:pt x="176" y="217"/>
                </a:lnTo>
                <a:lnTo>
                  <a:pt x="175" y="216"/>
                </a:lnTo>
                <a:lnTo>
                  <a:pt x="175" y="214"/>
                </a:lnTo>
                <a:lnTo>
                  <a:pt x="174" y="212"/>
                </a:lnTo>
                <a:lnTo>
                  <a:pt x="173" y="211"/>
                </a:lnTo>
                <a:lnTo>
                  <a:pt x="175" y="209"/>
                </a:lnTo>
                <a:lnTo>
                  <a:pt x="178" y="207"/>
                </a:lnTo>
                <a:lnTo>
                  <a:pt x="179" y="207"/>
                </a:lnTo>
                <a:lnTo>
                  <a:pt x="180" y="204"/>
                </a:lnTo>
                <a:lnTo>
                  <a:pt x="179" y="203"/>
                </a:lnTo>
                <a:lnTo>
                  <a:pt x="180" y="197"/>
                </a:lnTo>
                <a:lnTo>
                  <a:pt x="182" y="196"/>
                </a:lnTo>
                <a:lnTo>
                  <a:pt x="183" y="195"/>
                </a:lnTo>
                <a:lnTo>
                  <a:pt x="186" y="195"/>
                </a:lnTo>
                <a:lnTo>
                  <a:pt x="187" y="195"/>
                </a:lnTo>
                <a:lnTo>
                  <a:pt x="187" y="196"/>
                </a:lnTo>
                <a:lnTo>
                  <a:pt x="191" y="194"/>
                </a:lnTo>
                <a:lnTo>
                  <a:pt x="193" y="193"/>
                </a:lnTo>
                <a:lnTo>
                  <a:pt x="196" y="192"/>
                </a:lnTo>
                <a:lnTo>
                  <a:pt x="198" y="192"/>
                </a:lnTo>
                <a:lnTo>
                  <a:pt x="198" y="191"/>
                </a:lnTo>
                <a:lnTo>
                  <a:pt x="198" y="190"/>
                </a:lnTo>
                <a:lnTo>
                  <a:pt x="196" y="186"/>
                </a:lnTo>
                <a:lnTo>
                  <a:pt x="195" y="184"/>
                </a:lnTo>
                <a:lnTo>
                  <a:pt x="194" y="181"/>
                </a:lnTo>
                <a:lnTo>
                  <a:pt x="194" y="179"/>
                </a:lnTo>
                <a:lnTo>
                  <a:pt x="192" y="176"/>
                </a:lnTo>
                <a:lnTo>
                  <a:pt x="191" y="175"/>
                </a:lnTo>
                <a:lnTo>
                  <a:pt x="189" y="173"/>
                </a:lnTo>
                <a:lnTo>
                  <a:pt x="188" y="172"/>
                </a:lnTo>
                <a:lnTo>
                  <a:pt x="188" y="171"/>
                </a:lnTo>
                <a:lnTo>
                  <a:pt x="188" y="169"/>
                </a:lnTo>
                <a:lnTo>
                  <a:pt x="189" y="168"/>
                </a:lnTo>
                <a:lnTo>
                  <a:pt x="189" y="167"/>
                </a:lnTo>
                <a:lnTo>
                  <a:pt x="190" y="167"/>
                </a:lnTo>
                <a:lnTo>
                  <a:pt x="191" y="167"/>
                </a:lnTo>
                <a:lnTo>
                  <a:pt x="191" y="168"/>
                </a:lnTo>
                <a:lnTo>
                  <a:pt x="193" y="168"/>
                </a:lnTo>
                <a:lnTo>
                  <a:pt x="194" y="166"/>
                </a:lnTo>
                <a:lnTo>
                  <a:pt x="195" y="165"/>
                </a:lnTo>
                <a:lnTo>
                  <a:pt x="197" y="164"/>
                </a:lnTo>
                <a:lnTo>
                  <a:pt x="198" y="164"/>
                </a:lnTo>
                <a:lnTo>
                  <a:pt x="200" y="164"/>
                </a:lnTo>
                <a:lnTo>
                  <a:pt x="201" y="163"/>
                </a:lnTo>
                <a:lnTo>
                  <a:pt x="202" y="162"/>
                </a:lnTo>
                <a:lnTo>
                  <a:pt x="202" y="161"/>
                </a:lnTo>
                <a:lnTo>
                  <a:pt x="202" y="160"/>
                </a:lnTo>
                <a:lnTo>
                  <a:pt x="204" y="161"/>
                </a:lnTo>
                <a:lnTo>
                  <a:pt x="205" y="161"/>
                </a:lnTo>
                <a:lnTo>
                  <a:pt x="206" y="162"/>
                </a:lnTo>
                <a:lnTo>
                  <a:pt x="207" y="164"/>
                </a:lnTo>
                <a:lnTo>
                  <a:pt x="206" y="164"/>
                </a:lnTo>
                <a:lnTo>
                  <a:pt x="206" y="165"/>
                </a:lnTo>
                <a:lnTo>
                  <a:pt x="206" y="166"/>
                </a:lnTo>
                <a:lnTo>
                  <a:pt x="206" y="168"/>
                </a:lnTo>
                <a:lnTo>
                  <a:pt x="207" y="168"/>
                </a:lnTo>
                <a:lnTo>
                  <a:pt x="208" y="169"/>
                </a:lnTo>
                <a:lnTo>
                  <a:pt x="209" y="170"/>
                </a:lnTo>
                <a:lnTo>
                  <a:pt x="210" y="171"/>
                </a:lnTo>
                <a:lnTo>
                  <a:pt x="210" y="173"/>
                </a:lnTo>
                <a:lnTo>
                  <a:pt x="209" y="175"/>
                </a:lnTo>
                <a:lnTo>
                  <a:pt x="209" y="177"/>
                </a:lnTo>
                <a:lnTo>
                  <a:pt x="214" y="184"/>
                </a:lnTo>
                <a:lnTo>
                  <a:pt x="217" y="188"/>
                </a:lnTo>
                <a:lnTo>
                  <a:pt x="218" y="192"/>
                </a:lnTo>
                <a:lnTo>
                  <a:pt x="218" y="195"/>
                </a:lnTo>
                <a:lnTo>
                  <a:pt x="218" y="199"/>
                </a:lnTo>
                <a:lnTo>
                  <a:pt x="218" y="200"/>
                </a:lnTo>
                <a:lnTo>
                  <a:pt x="217" y="200"/>
                </a:lnTo>
                <a:lnTo>
                  <a:pt x="216" y="202"/>
                </a:lnTo>
                <a:lnTo>
                  <a:pt x="216" y="205"/>
                </a:lnTo>
                <a:lnTo>
                  <a:pt x="217" y="206"/>
                </a:lnTo>
                <a:lnTo>
                  <a:pt x="218" y="206"/>
                </a:lnTo>
                <a:lnTo>
                  <a:pt x="219" y="208"/>
                </a:lnTo>
                <a:lnTo>
                  <a:pt x="219" y="212"/>
                </a:lnTo>
                <a:lnTo>
                  <a:pt x="218" y="218"/>
                </a:lnTo>
                <a:lnTo>
                  <a:pt x="218" y="219"/>
                </a:lnTo>
                <a:lnTo>
                  <a:pt x="219" y="221"/>
                </a:lnTo>
                <a:lnTo>
                  <a:pt x="221" y="221"/>
                </a:lnTo>
                <a:lnTo>
                  <a:pt x="225" y="222"/>
                </a:lnTo>
                <a:lnTo>
                  <a:pt x="226" y="220"/>
                </a:lnTo>
                <a:lnTo>
                  <a:pt x="229" y="217"/>
                </a:lnTo>
                <a:lnTo>
                  <a:pt x="231" y="216"/>
                </a:lnTo>
                <a:lnTo>
                  <a:pt x="230" y="215"/>
                </a:lnTo>
                <a:lnTo>
                  <a:pt x="231" y="214"/>
                </a:lnTo>
                <a:lnTo>
                  <a:pt x="232" y="212"/>
                </a:lnTo>
                <a:lnTo>
                  <a:pt x="233" y="213"/>
                </a:lnTo>
                <a:lnTo>
                  <a:pt x="234" y="212"/>
                </a:lnTo>
                <a:lnTo>
                  <a:pt x="235" y="213"/>
                </a:lnTo>
                <a:lnTo>
                  <a:pt x="236" y="213"/>
                </a:lnTo>
                <a:lnTo>
                  <a:pt x="237" y="215"/>
                </a:lnTo>
                <a:lnTo>
                  <a:pt x="238" y="215"/>
                </a:lnTo>
                <a:lnTo>
                  <a:pt x="239" y="215"/>
                </a:lnTo>
                <a:lnTo>
                  <a:pt x="239" y="214"/>
                </a:lnTo>
                <a:lnTo>
                  <a:pt x="240" y="214"/>
                </a:lnTo>
                <a:lnTo>
                  <a:pt x="242" y="211"/>
                </a:lnTo>
                <a:lnTo>
                  <a:pt x="243" y="210"/>
                </a:lnTo>
                <a:lnTo>
                  <a:pt x="243" y="209"/>
                </a:lnTo>
                <a:lnTo>
                  <a:pt x="245" y="208"/>
                </a:lnTo>
                <a:lnTo>
                  <a:pt x="249" y="207"/>
                </a:lnTo>
                <a:lnTo>
                  <a:pt x="253" y="208"/>
                </a:lnTo>
                <a:lnTo>
                  <a:pt x="256" y="209"/>
                </a:lnTo>
                <a:lnTo>
                  <a:pt x="258" y="210"/>
                </a:lnTo>
                <a:lnTo>
                  <a:pt x="261" y="211"/>
                </a:lnTo>
                <a:lnTo>
                  <a:pt x="262" y="211"/>
                </a:lnTo>
                <a:lnTo>
                  <a:pt x="262" y="209"/>
                </a:lnTo>
                <a:lnTo>
                  <a:pt x="263" y="208"/>
                </a:lnTo>
                <a:lnTo>
                  <a:pt x="264" y="206"/>
                </a:lnTo>
                <a:lnTo>
                  <a:pt x="266" y="205"/>
                </a:lnTo>
                <a:lnTo>
                  <a:pt x="269" y="203"/>
                </a:lnTo>
                <a:lnTo>
                  <a:pt x="270" y="203"/>
                </a:lnTo>
                <a:lnTo>
                  <a:pt x="271" y="203"/>
                </a:lnTo>
                <a:lnTo>
                  <a:pt x="272" y="203"/>
                </a:lnTo>
                <a:lnTo>
                  <a:pt x="274" y="202"/>
                </a:lnTo>
                <a:lnTo>
                  <a:pt x="277" y="199"/>
                </a:lnTo>
                <a:lnTo>
                  <a:pt x="277" y="196"/>
                </a:lnTo>
                <a:lnTo>
                  <a:pt x="277" y="193"/>
                </a:lnTo>
                <a:lnTo>
                  <a:pt x="279" y="190"/>
                </a:lnTo>
                <a:lnTo>
                  <a:pt x="279" y="189"/>
                </a:lnTo>
                <a:lnTo>
                  <a:pt x="278" y="188"/>
                </a:lnTo>
                <a:lnTo>
                  <a:pt x="279" y="184"/>
                </a:lnTo>
                <a:lnTo>
                  <a:pt x="279" y="183"/>
                </a:lnTo>
                <a:lnTo>
                  <a:pt x="280" y="182"/>
                </a:lnTo>
                <a:lnTo>
                  <a:pt x="282" y="182"/>
                </a:lnTo>
                <a:lnTo>
                  <a:pt x="285" y="181"/>
                </a:lnTo>
                <a:lnTo>
                  <a:pt x="286" y="179"/>
                </a:lnTo>
                <a:lnTo>
                  <a:pt x="286" y="177"/>
                </a:lnTo>
                <a:lnTo>
                  <a:pt x="285" y="176"/>
                </a:lnTo>
                <a:lnTo>
                  <a:pt x="284" y="176"/>
                </a:lnTo>
                <a:lnTo>
                  <a:pt x="283" y="174"/>
                </a:lnTo>
                <a:lnTo>
                  <a:pt x="283" y="172"/>
                </a:lnTo>
                <a:lnTo>
                  <a:pt x="283" y="170"/>
                </a:lnTo>
                <a:lnTo>
                  <a:pt x="282" y="169"/>
                </a:lnTo>
                <a:lnTo>
                  <a:pt x="281" y="167"/>
                </a:lnTo>
                <a:lnTo>
                  <a:pt x="279" y="164"/>
                </a:lnTo>
                <a:lnTo>
                  <a:pt x="279" y="163"/>
                </a:lnTo>
                <a:lnTo>
                  <a:pt x="279" y="162"/>
                </a:lnTo>
                <a:lnTo>
                  <a:pt x="279" y="161"/>
                </a:lnTo>
                <a:lnTo>
                  <a:pt x="277" y="158"/>
                </a:lnTo>
                <a:lnTo>
                  <a:pt x="275" y="157"/>
                </a:lnTo>
                <a:lnTo>
                  <a:pt x="276" y="154"/>
                </a:lnTo>
                <a:lnTo>
                  <a:pt x="275" y="152"/>
                </a:lnTo>
                <a:lnTo>
                  <a:pt x="274" y="151"/>
                </a:lnTo>
                <a:lnTo>
                  <a:pt x="274" y="149"/>
                </a:lnTo>
                <a:lnTo>
                  <a:pt x="269" y="146"/>
                </a:lnTo>
                <a:lnTo>
                  <a:pt x="267" y="146"/>
                </a:lnTo>
                <a:lnTo>
                  <a:pt x="266" y="145"/>
                </a:lnTo>
                <a:lnTo>
                  <a:pt x="265" y="145"/>
                </a:lnTo>
                <a:lnTo>
                  <a:pt x="264" y="143"/>
                </a:lnTo>
                <a:lnTo>
                  <a:pt x="265" y="140"/>
                </a:lnTo>
                <a:lnTo>
                  <a:pt x="266" y="139"/>
                </a:lnTo>
                <a:lnTo>
                  <a:pt x="268" y="136"/>
                </a:lnTo>
                <a:lnTo>
                  <a:pt x="267" y="133"/>
                </a:lnTo>
                <a:lnTo>
                  <a:pt x="266" y="127"/>
                </a:lnTo>
                <a:lnTo>
                  <a:pt x="265" y="125"/>
                </a:lnTo>
                <a:lnTo>
                  <a:pt x="265" y="119"/>
                </a:lnTo>
                <a:lnTo>
                  <a:pt x="266" y="118"/>
                </a:lnTo>
                <a:lnTo>
                  <a:pt x="266" y="117"/>
                </a:lnTo>
                <a:lnTo>
                  <a:pt x="265" y="116"/>
                </a:lnTo>
                <a:lnTo>
                  <a:pt x="265" y="115"/>
                </a:lnTo>
                <a:lnTo>
                  <a:pt x="263" y="110"/>
                </a:lnTo>
                <a:lnTo>
                  <a:pt x="263" y="108"/>
                </a:lnTo>
                <a:lnTo>
                  <a:pt x="262" y="105"/>
                </a:lnTo>
                <a:lnTo>
                  <a:pt x="263" y="105"/>
                </a:lnTo>
                <a:lnTo>
                  <a:pt x="264" y="105"/>
                </a:lnTo>
                <a:lnTo>
                  <a:pt x="266" y="106"/>
                </a:lnTo>
                <a:lnTo>
                  <a:pt x="269" y="105"/>
                </a:lnTo>
                <a:lnTo>
                  <a:pt x="269" y="104"/>
                </a:lnTo>
                <a:lnTo>
                  <a:pt x="270" y="103"/>
                </a:lnTo>
                <a:lnTo>
                  <a:pt x="270" y="102"/>
                </a:lnTo>
                <a:lnTo>
                  <a:pt x="272" y="101"/>
                </a:lnTo>
                <a:lnTo>
                  <a:pt x="273" y="101"/>
                </a:lnTo>
                <a:lnTo>
                  <a:pt x="275" y="100"/>
                </a:lnTo>
                <a:lnTo>
                  <a:pt x="278" y="98"/>
                </a:lnTo>
                <a:lnTo>
                  <a:pt x="278" y="96"/>
                </a:lnTo>
                <a:lnTo>
                  <a:pt x="278" y="95"/>
                </a:lnTo>
                <a:lnTo>
                  <a:pt x="278" y="94"/>
                </a:lnTo>
                <a:lnTo>
                  <a:pt x="279" y="94"/>
                </a:lnTo>
                <a:lnTo>
                  <a:pt x="279" y="92"/>
                </a:lnTo>
                <a:lnTo>
                  <a:pt x="279" y="91"/>
                </a:lnTo>
                <a:lnTo>
                  <a:pt x="278" y="91"/>
                </a:lnTo>
                <a:lnTo>
                  <a:pt x="278" y="90"/>
                </a:lnTo>
                <a:lnTo>
                  <a:pt x="278" y="89"/>
                </a:lnTo>
                <a:lnTo>
                  <a:pt x="279" y="88"/>
                </a:lnTo>
                <a:lnTo>
                  <a:pt x="278" y="87"/>
                </a:lnTo>
                <a:lnTo>
                  <a:pt x="277" y="85"/>
                </a:lnTo>
                <a:lnTo>
                  <a:pt x="276" y="85"/>
                </a:lnTo>
                <a:lnTo>
                  <a:pt x="276" y="82"/>
                </a:lnTo>
                <a:lnTo>
                  <a:pt x="275" y="80"/>
                </a:lnTo>
                <a:lnTo>
                  <a:pt x="274" y="79"/>
                </a:lnTo>
                <a:lnTo>
                  <a:pt x="274" y="78"/>
                </a:lnTo>
                <a:lnTo>
                  <a:pt x="275" y="77"/>
                </a:lnTo>
                <a:lnTo>
                  <a:pt x="276" y="76"/>
                </a:lnTo>
                <a:lnTo>
                  <a:pt x="276" y="75"/>
                </a:lnTo>
                <a:lnTo>
                  <a:pt x="276" y="74"/>
                </a:lnTo>
                <a:lnTo>
                  <a:pt x="277" y="73"/>
                </a:lnTo>
                <a:lnTo>
                  <a:pt x="276" y="71"/>
                </a:lnTo>
                <a:lnTo>
                  <a:pt x="275" y="70"/>
                </a:lnTo>
                <a:lnTo>
                  <a:pt x="275" y="69"/>
                </a:lnTo>
                <a:lnTo>
                  <a:pt x="274" y="64"/>
                </a:lnTo>
                <a:lnTo>
                  <a:pt x="274" y="62"/>
                </a:lnTo>
                <a:lnTo>
                  <a:pt x="275" y="58"/>
                </a:lnTo>
                <a:lnTo>
                  <a:pt x="275" y="57"/>
                </a:lnTo>
                <a:lnTo>
                  <a:pt x="276" y="56"/>
                </a:lnTo>
                <a:lnTo>
                  <a:pt x="277" y="55"/>
                </a:lnTo>
                <a:lnTo>
                  <a:pt x="276" y="55"/>
                </a:lnTo>
                <a:lnTo>
                  <a:pt x="275" y="55"/>
                </a:lnTo>
                <a:lnTo>
                  <a:pt x="274" y="54"/>
                </a:lnTo>
                <a:lnTo>
                  <a:pt x="274" y="53"/>
                </a:lnTo>
                <a:lnTo>
                  <a:pt x="272" y="49"/>
                </a:lnTo>
                <a:lnTo>
                  <a:pt x="272" y="47"/>
                </a:lnTo>
                <a:lnTo>
                  <a:pt x="273" y="46"/>
                </a:lnTo>
                <a:lnTo>
                  <a:pt x="274" y="45"/>
                </a:lnTo>
                <a:lnTo>
                  <a:pt x="274" y="46"/>
                </a:lnTo>
                <a:lnTo>
                  <a:pt x="275" y="45"/>
                </a:lnTo>
                <a:lnTo>
                  <a:pt x="277" y="45"/>
                </a:lnTo>
                <a:lnTo>
                  <a:pt x="278" y="45"/>
                </a:lnTo>
                <a:lnTo>
                  <a:pt x="282" y="47"/>
                </a:lnTo>
                <a:lnTo>
                  <a:pt x="283" y="48"/>
                </a:lnTo>
                <a:lnTo>
                  <a:pt x="286" y="49"/>
                </a:lnTo>
                <a:lnTo>
                  <a:pt x="287" y="48"/>
                </a:lnTo>
                <a:lnTo>
                  <a:pt x="288" y="47"/>
                </a:lnTo>
                <a:lnTo>
                  <a:pt x="288" y="46"/>
                </a:lnTo>
                <a:lnTo>
                  <a:pt x="290" y="45"/>
                </a:lnTo>
                <a:lnTo>
                  <a:pt x="292" y="44"/>
                </a:lnTo>
                <a:lnTo>
                  <a:pt x="293" y="43"/>
                </a:lnTo>
                <a:lnTo>
                  <a:pt x="295" y="42"/>
                </a:lnTo>
                <a:lnTo>
                  <a:pt x="295" y="41"/>
                </a:lnTo>
                <a:lnTo>
                  <a:pt x="297" y="40"/>
                </a:lnTo>
                <a:lnTo>
                  <a:pt x="300" y="42"/>
                </a:lnTo>
                <a:lnTo>
                  <a:pt x="301" y="44"/>
                </a:lnTo>
                <a:lnTo>
                  <a:pt x="303" y="48"/>
                </a:lnTo>
                <a:lnTo>
                  <a:pt x="305" y="53"/>
                </a:lnTo>
                <a:lnTo>
                  <a:pt x="304" y="56"/>
                </a:lnTo>
                <a:lnTo>
                  <a:pt x="304" y="57"/>
                </a:lnTo>
                <a:lnTo>
                  <a:pt x="305" y="61"/>
                </a:lnTo>
                <a:lnTo>
                  <a:pt x="305" y="65"/>
                </a:lnTo>
                <a:lnTo>
                  <a:pt x="305" y="67"/>
                </a:lnTo>
                <a:lnTo>
                  <a:pt x="305" y="70"/>
                </a:lnTo>
                <a:lnTo>
                  <a:pt x="306" y="74"/>
                </a:lnTo>
                <a:lnTo>
                  <a:pt x="306" y="76"/>
                </a:lnTo>
                <a:lnTo>
                  <a:pt x="305" y="79"/>
                </a:lnTo>
                <a:lnTo>
                  <a:pt x="307" y="83"/>
                </a:lnTo>
                <a:lnTo>
                  <a:pt x="310" y="84"/>
                </a:lnTo>
                <a:lnTo>
                  <a:pt x="311" y="84"/>
                </a:lnTo>
                <a:lnTo>
                  <a:pt x="311" y="83"/>
                </a:lnTo>
                <a:lnTo>
                  <a:pt x="312" y="83"/>
                </a:lnTo>
                <a:lnTo>
                  <a:pt x="313" y="82"/>
                </a:lnTo>
                <a:lnTo>
                  <a:pt x="315" y="82"/>
                </a:lnTo>
                <a:lnTo>
                  <a:pt x="316" y="83"/>
                </a:lnTo>
                <a:lnTo>
                  <a:pt x="318" y="84"/>
                </a:lnTo>
                <a:lnTo>
                  <a:pt x="320" y="84"/>
                </a:lnTo>
                <a:lnTo>
                  <a:pt x="322" y="83"/>
                </a:lnTo>
                <a:lnTo>
                  <a:pt x="322" y="82"/>
                </a:lnTo>
                <a:lnTo>
                  <a:pt x="323" y="80"/>
                </a:lnTo>
                <a:lnTo>
                  <a:pt x="324" y="80"/>
                </a:lnTo>
                <a:lnTo>
                  <a:pt x="325" y="79"/>
                </a:lnTo>
                <a:lnTo>
                  <a:pt x="325" y="80"/>
                </a:lnTo>
                <a:lnTo>
                  <a:pt x="326" y="80"/>
                </a:lnTo>
                <a:lnTo>
                  <a:pt x="326" y="79"/>
                </a:lnTo>
                <a:lnTo>
                  <a:pt x="327" y="80"/>
                </a:lnTo>
                <a:lnTo>
                  <a:pt x="330" y="79"/>
                </a:lnTo>
                <a:lnTo>
                  <a:pt x="331" y="79"/>
                </a:lnTo>
                <a:lnTo>
                  <a:pt x="331" y="78"/>
                </a:lnTo>
                <a:lnTo>
                  <a:pt x="331" y="77"/>
                </a:lnTo>
                <a:lnTo>
                  <a:pt x="330" y="74"/>
                </a:lnTo>
                <a:lnTo>
                  <a:pt x="331" y="74"/>
                </a:lnTo>
                <a:lnTo>
                  <a:pt x="332" y="73"/>
                </a:lnTo>
                <a:lnTo>
                  <a:pt x="332" y="71"/>
                </a:lnTo>
                <a:lnTo>
                  <a:pt x="331" y="70"/>
                </a:lnTo>
                <a:lnTo>
                  <a:pt x="329" y="70"/>
                </a:lnTo>
                <a:lnTo>
                  <a:pt x="328" y="70"/>
                </a:lnTo>
                <a:lnTo>
                  <a:pt x="322" y="67"/>
                </a:lnTo>
                <a:lnTo>
                  <a:pt x="322" y="62"/>
                </a:lnTo>
                <a:lnTo>
                  <a:pt x="323" y="61"/>
                </a:lnTo>
                <a:lnTo>
                  <a:pt x="323" y="60"/>
                </a:lnTo>
                <a:lnTo>
                  <a:pt x="324" y="57"/>
                </a:lnTo>
                <a:lnTo>
                  <a:pt x="324" y="54"/>
                </a:lnTo>
                <a:lnTo>
                  <a:pt x="325" y="49"/>
                </a:lnTo>
                <a:lnTo>
                  <a:pt x="325" y="47"/>
                </a:lnTo>
                <a:lnTo>
                  <a:pt x="327" y="47"/>
                </a:lnTo>
                <a:lnTo>
                  <a:pt x="328" y="47"/>
                </a:lnTo>
                <a:lnTo>
                  <a:pt x="331" y="45"/>
                </a:lnTo>
                <a:lnTo>
                  <a:pt x="332" y="42"/>
                </a:lnTo>
                <a:lnTo>
                  <a:pt x="338" y="39"/>
                </a:lnTo>
                <a:lnTo>
                  <a:pt x="339" y="39"/>
                </a:lnTo>
                <a:lnTo>
                  <a:pt x="339" y="38"/>
                </a:lnTo>
                <a:lnTo>
                  <a:pt x="340" y="38"/>
                </a:lnTo>
                <a:lnTo>
                  <a:pt x="342" y="36"/>
                </a:lnTo>
                <a:lnTo>
                  <a:pt x="342" y="34"/>
                </a:lnTo>
                <a:lnTo>
                  <a:pt x="341" y="32"/>
                </a:lnTo>
                <a:lnTo>
                  <a:pt x="340" y="28"/>
                </a:lnTo>
                <a:lnTo>
                  <a:pt x="339" y="24"/>
                </a:lnTo>
                <a:lnTo>
                  <a:pt x="338" y="23"/>
                </a:lnTo>
                <a:lnTo>
                  <a:pt x="338" y="22"/>
                </a:lnTo>
                <a:lnTo>
                  <a:pt x="336" y="20"/>
                </a:lnTo>
                <a:lnTo>
                  <a:pt x="334" y="17"/>
                </a:lnTo>
                <a:lnTo>
                  <a:pt x="333" y="14"/>
                </a:lnTo>
                <a:lnTo>
                  <a:pt x="334" y="10"/>
                </a:lnTo>
                <a:lnTo>
                  <a:pt x="334" y="8"/>
                </a:lnTo>
                <a:lnTo>
                  <a:pt x="335" y="7"/>
                </a:lnTo>
                <a:lnTo>
                  <a:pt x="336" y="7"/>
                </a:lnTo>
                <a:lnTo>
                  <a:pt x="336" y="2"/>
                </a:lnTo>
                <a:lnTo>
                  <a:pt x="338" y="2"/>
                </a:lnTo>
                <a:lnTo>
                  <a:pt x="340" y="3"/>
                </a:lnTo>
                <a:lnTo>
                  <a:pt x="343" y="4"/>
                </a:lnTo>
                <a:lnTo>
                  <a:pt x="345" y="4"/>
                </a:lnTo>
                <a:lnTo>
                  <a:pt x="345" y="3"/>
                </a:lnTo>
                <a:lnTo>
                  <a:pt x="347" y="2"/>
                </a:lnTo>
                <a:lnTo>
                  <a:pt x="348" y="2"/>
                </a:lnTo>
                <a:lnTo>
                  <a:pt x="349" y="2"/>
                </a:lnTo>
                <a:lnTo>
                  <a:pt x="354" y="2"/>
                </a:lnTo>
                <a:lnTo>
                  <a:pt x="355" y="1"/>
                </a:lnTo>
                <a:lnTo>
                  <a:pt x="357" y="0"/>
                </a:lnTo>
                <a:lnTo>
                  <a:pt x="361" y="0"/>
                </a:lnTo>
                <a:close/>
              </a:path>
            </a:pathLst>
          </a:custGeom>
          <a:solidFill>
            <a:srgbClr val="DE432F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854" name=""/>
          <p:cNvSpPr/>
          <p:nvPr/>
        </p:nvSpPr>
        <p:spPr>
          <a:xfrm>
            <a:off x="8464680" y="22046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5" y="5"/>
                </a:move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3"/>
                </a:lnTo>
                <a:lnTo>
                  <a:pt x="5" y="4"/>
                </a:ln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5" name=""/>
          <p:cNvSpPr/>
          <p:nvPr/>
        </p:nvSpPr>
        <p:spPr>
          <a:xfrm>
            <a:off x="8467920" y="2202840"/>
            <a:ext cx="1800" cy="2880"/>
          </a:xfrm>
          <a:custGeom>
            <a:avLst/>
            <a:gdLst/>
            <a:ahLst/>
            <a:rect l="0" t="0" r="r" b="b"/>
            <a:pathLst>
              <a:path w="5" h="8">
                <a:moveTo>
                  <a:pt x="4" y="6"/>
                </a:moveTo>
                <a:lnTo>
                  <a:pt x="4" y="7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4" y="5"/>
                </a:lnTo>
                <a:lnTo>
                  <a:pt x="4" y="6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6" name=""/>
          <p:cNvSpPr/>
          <p:nvPr/>
        </p:nvSpPr>
        <p:spPr>
          <a:xfrm>
            <a:off x="8469360" y="21978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7" name=""/>
          <p:cNvSpPr/>
          <p:nvPr/>
        </p:nvSpPr>
        <p:spPr>
          <a:xfrm>
            <a:off x="8470080" y="21898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5" y="0"/>
                </a:lnTo>
                <a:lnTo>
                  <a:pt x="4" y="1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8" name=""/>
          <p:cNvSpPr/>
          <p:nvPr/>
        </p:nvSpPr>
        <p:spPr>
          <a:xfrm>
            <a:off x="8500680" y="2178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0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9" name=""/>
          <p:cNvSpPr/>
          <p:nvPr/>
        </p:nvSpPr>
        <p:spPr>
          <a:xfrm>
            <a:off x="8498520" y="2175120"/>
            <a:ext cx="4680" cy="3240"/>
          </a:xfrm>
          <a:custGeom>
            <a:avLst/>
            <a:gdLst/>
            <a:ahLst/>
            <a:rect l="0" t="0" r="r" b="b"/>
            <a:pathLst>
              <a:path w="13" h="9">
                <a:moveTo>
                  <a:pt x="3" y="1"/>
                </a:moveTo>
                <a:lnTo>
                  <a:pt x="4" y="1"/>
                </a:lnTo>
                <a:lnTo>
                  <a:pt x="4" y="2"/>
                </a:lnTo>
                <a:lnTo>
                  <a:pt x="6" y="2"/>
                </a:lnTo>
                <a:lnTo>
                  <a:pt x="7" y="2"/>
                </a:lnTo>
                <a:lnTo>
                  <a:pt x="8" y="4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1" y="6"/>
                </a:lnTo>
                <a:lnTo>
                  <a:pt x="12" y="7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1" y="7"/>
                </a:lnTo>
                <a:lnTo>
                  <a:pt x="9" y="6"/>
                </a:lnTo>
                <a:lnTo>
                  <a:pt x="8" y="5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9" y="7"/>
                </a:lnTo>
                <a:lnTo>
                  <a:pt x="6" y="6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4" y="7"/>
                </a:lnTo>
                <a:lnTo>
                  <a:pt x="4" y="8"/>
                </a:lnTo>
                <a:lnTo>
                  <a:pt x="6" y="8"/>
                </a:lnTo>
                <a:lnTo>
                  <a:pt x="6" y="9"/>
                </a:lnTo>
                <a:lnTo>
                  <a:pt x="4" y="9"/>
                </a:lnTo>
                <a:lnTo>
                  <a:pt x="4" y="8"/>
                </a:lnTo>
                <a:lnTo>
                  <a:pt x="3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0" name=""/>
          <p:cNvSpPr/>
          <p:nvPr/>
        </p:nvSpPr>
        <p:spPr>
          <a:xfrm>
            <a:off x="8502120" y="2175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1" name=""/>
          <p:cNvSpPr/>
          <p:nvPr/>
        </p:nvSpPr>
        <p:spPr>
          <a:xfrm>
            <a:off x="8503560" y="2175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2" name=""/>
          <p:cNvSpPr/>
          <p:nvPr/>
        </p:nvSpPr>
        <p:spPr>
          <a:xfrm>
            <a:off x="8500680" y="2174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3" name=""/>
          <p:cNvSpPr/>
          <p:nvPr/>
        </p:nvSpPr>
        <p:spPr>
          <a:xfrm>
            <a:off x="8481960" y="2165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1" y="4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4" name=""/>
          <p:cNvSpPr/>
          <p:nvPr/>
        </p:nvSpPr>
        <p:spPr>
          <a:xfrm>
            <a:off x="8504280" y="2163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5" name=""/>
          <p:cNvSpPr/>
          <p:nvPr/>
        </p:nvSpPr>
        <p:spPr>
          <a:xfrm>
            <a:off x="8506080" y="21625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2"/>
                </a:moveTo>
                <a:lnTo>
                  <a:pt x="3" y="1"/>
                </a:lnTo>
                <a:lnTo>
                  <a:pt x="5" y="0"/>
                </a:lnTo>
                <a:lnTo>
                  <a:pt x="5" y="1"/>
                </a:lnTo>
                <a:lnTo>
                  <a:pt x="4" y="2"/>
                </a:lnTo>
                <a:lnTo>
                  <a:pt x="3" y="5"/>
                </a:lnTo>
                <a:lnTo>
                  <a:pt x="1" y="5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3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6" name=""/>
          <p:cNvSpPr/>
          <p:nvPr/>
        </p:nvSpPr>
        <p:spPr>
          <a:xfrm>
            <a:off x="8490960" y="21625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5"/>
                </a:move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3" y="6"/>
                </a:lnTo>
                <a:lnTo>
                  <a:pt x="1" y="6"/>
                </a:lnTo>
                <a:lnTo>
                  <a:pt x="3" y="5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7" name=""/>
          <p:cNvSpPr/>
          <p:nvPr/>
        </p:nvSpPr>
        <p:spPr>
          <a:xfrm>
            <a:off x="8481960" y="2162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0"/>
                </a:moveTo>
                <a:lnTo>
                  <a:pt x="3" y="2"/>
                </a:lnTo>
                <a:lnTo>
                  <a:pt x="4" y="2"/>
                </a:lnTo>
                <a:lnTo>
                  <a:pt x="3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8" name=""/>
          <p:cNvSpPr/>
          <p:nvPr/>
        </p:nvSpPr>
        <p:spPr>
          <a:xfrm>
            <a:off x="8480880" y="2162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9" name=""/>
          <p:cNvSpPr/>
          <p:nvPr/>
        </p:nvSpPr>
        <p:spPr>
          <a:xfrm>
            <a:off x="8486640" y="2161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0" name=""/>
          <p:cNvSpPr/>
          <p:nvPr/>
        </p:nvSpPr>
        <p:spPr>
          <a:xfrm>
            <a:off x="8485560" y="21603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1" name=""/>
          <p:cNvSpPr/>
          <p:nvPr/>
        </p:nvSpPr>
        <p:spPr>
          <a:xfrm>
            <a:off x="8500320" y="2153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0"/>
                </a:move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2" name=""/>
          <p:cNvSpPr/>
          <p:nvPr/>
        </p:nvSpPr>
        <p:spPr>
          <a:xfrm>
            <a:off x="8501400" y="2153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3" name=""/>
          <p:cNvSpPr/>
          <p:nvPr/>
        </p:nvSpPr>
        <p:spPr>
          <a:xfrm>
            <a:off x="8500320" y="2153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4" name=""/>
          <p:cNvSpPr/>
          <p:nvPr/>
        </p:nvSpPr>
        <p:spPr>
          <a:xfrm>
            <a:off x="8496360" y="2152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3"/>
                </a:move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5" name=""/>
          <p:cNvSpPr/>
          <p:nvPr/>
        </p:nvSpPr>
        <p:spPr>
          <a:xfrm>
            <a:off x="8499960" y="214992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0" y="7"/>
                </a:move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3" y="3"/>
                </a:lnTo>
                <a:lnTo>
                  <a:pt x="4" y="2"/>
                </a:lnTo>
                <a:lnTo>
                  <a:pt x="6" y="0"/>
                </a:ln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6"/>
                </a:lnTo>
                <a:lnTo>
                  <a:pt x="3" y="7"/>
                </a:lnTo>
                <a:lnTo>
                  <a:pt x="2" y="9"/>
                </a:lnTo>
                <a:lnTo>
                  <a:pt x="0" y="7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6" name=""/>
          <p:cNvSpPr/>
          <p:nvPr/>
        </p:nvSpPr>
        <p:spPr>
          <a:xfrm>
            <a:off x="8505000" y="2148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7" name=""/>
          <p:cNvSpPr/>
          <p:nvPr/>
        </p:nvSpPr>
        <p:spPr>
          <a:xfrm>
            <a:off x="8497080" y="2146680"/>
            <a:ext cx="6840" cy="4320"/>
          </a:xfrm>
          <a:custGeom>
            <a:avLst/>
            <a:gdLst/>
            <a:ahLst/>
            <a:rect l="0" t="0" r="r" b="b"/>
            <a:pathLst>
              <a:path w="19" h="12">
                <a:moveTo>
                  <a:pt x="18" y="3"/>
                </a:moveTo>
                <a:lnTo>
                  <a:pt x="17" y="5"/>
                </a:lnTo>
                <a:lnTo>
                  <a:pt x="16" y="4"/>
                </a:lnTo>
                <a:lnTo>
                  <a:pt x="15" y="4"/>
                </a:lnTo>
                <a:lnTo>
                  <a:pt x="15" y="5"/>
                </a:lnTo>
                <a:lnTo>
                  <a:pt x="16" y="5"/>
                </a:lnTo>
                <a:lnTo>
                  <a:pt x="16" y="6"/>
                </a:lnTo>
                <a:lnTo>
                  <a:pt x="15" y="6"/>
                </a:lnTo>
                <a:lnTo>
                  <a:pt x="15" y="7"/>
                </a:lnTo>
                <a:lnTo>
                  <a:pt x="16" y="9"/>
                </a:lnTo>
                <a:lnTo>
                  <a:pt x="17" y="9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1" y="10"/>
                </a:lnTo>
                <a:lnTo>
                  <a:pt x="10" y="11"/>
                </a:lnTo>
                <a:lnTo>
                  <a:pt x="8" y="11"/>
                </a:lnTo>
                <a:lnTo>
                  <a:pt x="7" y="11"/>
                </a:lnTo>
                <a:lnTo>
                  <a:pt x="5" y="11"/>
                </a:lnTo>
                <a:lnTo>
                  <a:pt x="4" y="12"/>
                </a:lnTo>
                <a:lnTo>
                  <a:pt x="3" y="11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3" y="11"/>
                </a:lnTo>
                <a:lnTo>
                  <a:pt x="3" y="10"/>
                </a:lnTo>
                <a:lnTo>
                  <a:pt x="1" y="10"/>
                </a:lnTo>
                <a:lnTo>
                  <a:pt x="1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5" y="7"/>
                </a:lnTo>
                <a:lnTo>
                  <a:pt x="6" y="6"/>
                </a:lnTo>
                <a:lnTo>
                  <a:pt x="7" y="6"/>
                </a:lnTo>
                <a:lnTo>
                  <a:pt x="6" y="5"/>
                </a:lnTo>
                <a:lnTo>
                  <a:pt x="7" y="4"/>
                </a:lnTo>
                <a:lnTo>
                  <a:pt x="9" y="3"/>
                </a:lnTo>
                <a:lnTo>
                  <a:pt x="12" y="3"/>
                </a:lnTo>
                <a:lnTo>
                  <a:pt x="12" y="1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lnTo>
                  <a:pt x="16" y="1"/>
                </a:lnTo>
                <a:lnTo>
                  <a:pt x="17" y="0"/>
                </a:lnTo>
                <a:lnTo>
                  <a:pt x="18" y="0"/>
                </a:lnTo>
                <a:lnTo>
                  <a:pt x="19" y="1"/>
                </a:lnTo>
                <a:lnTo>
                  <a:pt x="18" y="3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8" name=""/>
          <p:cNvSpPr/>
          <p:nvPr/>
        </p:nvSpPr>
        <p:spPr>
          <a:xfrm>
            <a:off x="8492400" y="2146680"/>
            <a:ext cx="4320" cy="3960"/>
          </a:xfrm>
          <a:custGeom>
            <a:avLst/>
            <a:gdLst/>
            <a:ahLst/>
            <a:rect l="0" t="0" r="r" b="b"/>
            <a:pathLst>
              <a:path w="12" h="11">
                <a:moveTo>
                  <a:pt x="4" y="2"/>
                </a:moveTo>
                <a:lnTo>
                  <a:pt x="5" y="3"/>
                </a:lnTo>
                <a:lnTo>
                  <a:pt x="5" y="4"/>
                </a:lnTo>
                <a:lnTo>
                  <a:pt x="7" y="4"/>
                </a:lnTo>
                <a:lnTo>
                  <a:pt x="8" y="4"/>
                </a:lnTo>
                <a:lnTo>
                  <a:pt x="9" y="3"/>
                </a:lnTo>
                <a:lnTo>
                  <a:pt x="12" y="2"/>
                </a:lnTo>
                <a:lnTo>
                  <a:pt x="10" y="4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8" y="8"/>
                </a:lnTo>
                <a:lnTo>
                  <a:pt x="7" y="8"/>
                </a:lnTo>
                <a:lnTo>
                  <a:pt x="7" y="6"/>
                </a:lnTo>
                <a:lnTo>
                  <a:pt x="6" y="7"/>
                </a:lnTo>
                <a:lnTo>
                  <a:pt x="5" y="6"/>
                </a:lnTo>
                <a:lnTo>
                  <a:pt x="4" y="6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2" y="9"/>
                </a:lnTo>
                <a:lnTo>
                  <a:pt x="1" y="11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9" name=""/>
          <p:cNvSpPr/>
          <p:nvPr/>
        </p:nvSpPr>
        <p:spPr>
          <a:xfrm>
            <a:off x="8500320" y="21456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1" y="2"/>
                </a:move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3" y="4"/>
                </a:lnTo>
                <a:lnTo>
                  <a:pt x="0" y="5"/>
                </a:lnTo>
                <a:lnTo>
                  <a:pt x="1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0" name=""/>
          <p:cNvSpPr/>
          <p:nvPr/>
        </p:nvSpPr>
        <p:spPr>
          <a:xfrm>
            <a:off x="8497440" y="214344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7" y="7"/>
                </a:moveTo>
                <a:lnTo>
                  <a:pt x="1" y="11"/>
                </a:lnTo>
                <a:lnTo>
                  <a:pt x="0" y="10"/>
                </a:lnTo>
                <a:lnTo>
                  <a:pt x="0" y="8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1" name=""/>
          <p:cNvSpPr/>
          <p:nvPr/>
        </p:nvSpPr>
        <p:spPr>
          <a:xfrm>
            <a:off x="8497080" y="2142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2" name=""/>
          <p:cNvSpPr/>
          <p:nvPr/>
        </p:nvSpPr>
        <p:spPr>
          <a:xfrm>
            <a:off x="8492040" y="2138400"/>
            <a:ext cx="6840" cy="3600"/>
          </a:xfrm>
          <a:custGeom>
            <a:avLst/>
            <a:gdLst/>
            <a:ahLst/>
            <a:rect l="0" t="0" r="r" b="b"/>
            <a:pathLst>
              <a:path w="19" h="10">
                <a:moveTo>
                  <a:pt x="13" y="0"/>
                </a:moveTo>
                <a:lnTo>
                  <a:pt x="14" y="0"/>
                </a:lnTo>
                <a:lnTo>
                  <a:pt x="15" y="0"/>
                </a:lnTo>
                <a:lnTo>
                  <a:pt x="17" y="2"/>
                </a:lnTo>
                <a:lnTo>
                  <a:pt x="18" y="2"/>
                </a:lnTo>
                <a:lnTo>
                  <a:pt x="19" y="2"/>
                </a:lnTo>
                <a:lnTo>
                  <a:pt x="19" y="3"/>
                </a:lnTo>
                <a:lnTo>
                  <a:pt x="19" y="4"/>
                </a:lnTo>
                <a:lnTo>
                  <a:pt x="19" y="6"/>
                </a:lnTo>
                <a:lnTo>
                  <a:pt x="18" y="7"/>
                </a:lnTo>
                <a:lnTo>
                  <a:pt x="17" y="7"/>
                </a:lnTo>
                <a:lnTo>
                  <a:pt x="15" y="8"/>
                </a:lnTo>
                <a:lnTo>
                  <a:pt x="14" y="8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0" y="10"/>
                </a:lnTo>
                <a:lnTo>
                  <a:pt x="10" y="9"/>
                </a:lnTo>
                <a:lnTo>
                  <a:pt x="10" y="8"/>
                </a:lnTo>
                <a:lnTo>
                  <a:pt x="7" y="8"/>
                </a:lnTo>
                <a:lnTo>
                  <a:pt x="5" y="8"/>
                </a:lnTo>
                <a:lnTo>
                  <a:pt x="3" y="9"/>
                </a:lnTo>
                <a:lnTo>
                  <a:pt x="2" y="10"/>
                </a:lnTo>
                <a:lnTo>
                  <a:pt x="1" y="10"/>
                </a:lnTo>
                <a:lnTo>
                  <a:pt x="0" y="8"/>
                </a:lnTo>
                <a:lnTo>
                  <a:pt x="1" y="7"/>
                </a:lnTo>
                <a:lnTo>
                  <a:pt x="1" y="6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12" y="0"/>
                </a:lnTo>
                <a:lnTo>
                  <a:pt x="13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3" name=""/>
          <p:cNvSpPr/>
          <p:nvPr/>
        </p:nvSpPr>
        <p:spPr>
          <a:xfrm>
            <a:off x="8492040" y="213696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8" y="2"/>
                </a:moveTo>
                <a:lnTo>
                  <a:pt x="8" y="3"/>
                </a:lnTo>
                <a:lnTo>
                  <a:pt x="7" y="3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2" y="6"/>
                </a:lnTo>
                <a:lnTo>
                  <a:pt x="0" y="7"/>
                </a:lnTo>
                <a:lnTo>
                  <a:pt x="0" y="6"/>
                </a:lnTo>
                <a:lnTo>
                  <a:pt x="1" y="4"/>
                </a:lnTo>
                <a:lnTo>
                  <a:pt x="2" y="4"/>
                </a:lnTo>
                <a:lnTo>
                  <a:pt x="3" y="3"/>
                </a:lnTo>
                <a:lnTo>
                  <a:pt x="4" y="2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2"/>
                </a:lnTo>
                <a:lnTo>
                  <a:pt x="8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4" name=""/>
          <p:cNvSpPr/>
          <p:nvPr/>
        </p:nvSpPr>
        <p:spPr>
          <a:xfrm>
            <a:off x="8500320" y="2136240"/>
            <a:ext cx="4320" cy="2880"/>
          </a:xfrm>
          <a:custGeom>
            <a:avLst/>
            <a:gdLst/>
            <a:ahLst/>
            <a:rect l="0" t="0" r="r" b="b"/>
            <a:pathLst>
              <a:path w="12" h="8">
                <a:moveTo>
                  <a:pt x="5" y="1"/>
                </a:move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0"/>
                </a:lnTo>
                <a:lnTo>
                  <a:pt x="12" y="0"/>
                </a:lnTo>
                <a:lnTo>
                  <a:pt x="12" y="1"/>
                </a:lnTo>
                <a:lnTo>
                  <a:pt x="8" y="2"/>
                </a:lnTo>
                <a:lnTo>
                  <a:pt x="7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7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5" name=""/>
          <p:cNvSpPr/>
          <p:nvPr/>
        </p:nvSpPr>
        <p:spPr>
          <a:xfrm>
            <a:off x="8498160" y="21348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3"/>
                </a:move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4" y="2"/>
                </a:lnTo>
                <a:lnTo>
                  <a:pt x="2" y="2"/>
                </a:lnTo>
                <a:lnTo>
                  <a:pt x="1" y="3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6" name=""/>
          <p:cNvSpPr/>
          <p:nvPr/>
        </p:nvSpPr>
        <p:spPr>
          <a:xfrm>
            <a:off x="8504640" y="2131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7" name=""/>
          <p:cNvSpPr/>
          <p:nvPr/>
        </p:nvSpPr>
        <p:spPr>
          <a:xfrm>
            <a:off x="8506440" y="2130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8" name=""/>
          <p:cNvSpPr/>
          <p:nvPr/>
        </p:nvSpPr>
        <p:spPr>
          <a:xfrm>
            <a:off x="8496720" y="2123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9" name=""/>
          <p:cNvSpPr/>
          <p:nvPr/>
        </p:nvSpPr>
        <p:spPr>
          <a:xfrm>
            <a:off x="8496360" y="2118960"/>
            <a:ext cx="1800" cy="2880"/>
          </a:xfrm>
          <a:custGeom>
            <a:avLst/>
            <a:gdLst/>
            <a:ahLst/>
            <a:rect l="0" t="0" r="r" b="b"/>
            <a:pathLst>
              <a:path w="5" h="8">
                <a:moveTo>
                  <a:pt x="0" y="4"/>
                </a:move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5" y="4"/>
                </a:lnTo>
                <a:lnTo>
                  <a:pt x="5" y="5"/>
                </a:lnTo>
                <a:lnTo>
                  <a:pt x="4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0" name=""/>
          <p:cNvSpPr/>
          <p:nvPr/>
        </p:nvSpPr>
        <p:spPr>
          <a:xfrm>
            <a:off x="8496720" y="2117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1" name=""/>
          <p:cNvSpPr/>
          <p:nvPr/>
        </p:nvSpPr>
        <p:spPr>
          <a:xfrm>
            <a:off x="8494560" y="21175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2" name=""/>
          <p:cNvSpPr/>
          <p:nvPr/>
        </p:nvSpPr>
        <p:spPr>
          <a:xfrm>
            <a:off x="8495640" y="21171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0"/>
                </a:move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3" name=""/>
          <p:cNvSpPr/>
          <p:nvPr/>
        </p:nvSpPr>
        <p:spPr>
          <a:xfrm>
            <a:off x="8496000" y="211068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2" y="3"/>
                </a:move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7" y="4"/>
                </a:lnTo>
                <a:lnTo>
                  <a:pt x="9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2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4" name=""/>
          <p:cNvSpPr/>
          <p:nvPr/>
        </p:nvSpPr>
        <p:spPr>
          <a:xfrm>
            <a:off x="8497440" y="210960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5"/>
                </a:moveTo>
                <a:lnTo>
                  <a:pt x="3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5" name=""/>
          <p:cNvSpPr/>
          <p:nvPr/>
        </p:nvSpPr>
        <p:spPr>
          <a:xfrm>
            <a:off x="8287920" y="1916640"/>
            <a:ext cx="250560" cy="288720"/>
          </a:xfrm>
          <a:custGeom>
            <a:avLst/>
            <a:gdLst/>
            <a:ahLst/>
            <a:rect l="0" t="0" r="r" b="b"/>
            <a:pathLst>
              <a:path w="696" h="802">
                <a:moveTo>
                  <a:pt x="249" y="3"/>
                </a:moveTo>
                <a:lnTo>
                  <a:pt x="249" y="4"/>
                </a:lnTo>
                <a:lnTo>
                  <a:pt x="249" y="5"/>
                </a:lnTo>
                <a:lnTo>
                  <a:pt x="249" y="6"/>
                </a:lnTo>
                <a:lnTo>
                  <a:pt x="250" y="5"/>
                </a:lnTo>
                <a:lnTo>
                  <a:pt x="251" y="6"/>
                </a:lnTo>
                <a:lnTo>
                  <a:pt x="251" y="7"/>
                </a:lnTo>
                <a:lnTo>
                  <a:pt x="252" y="7"/>
                </a:lnTo>
                <a:lnTo>
                  <a:pt x="253" y="7"/>
                </a:lnTo>
                <a:lnTo>
                  <a:pt x="254" y="6"/>
                </a:lnTo>
                <a:lnTo>
                  <a:pt x="255" y="6"/>
                </a:lnTo>
                <a:lnTo>
                  <a:pt x="256" y="4"/>
                </a:lnTo>
                <a:lnTo>
                  <a:pt x="255" y="3"/>
                </a:lnTo>
                <a:lnTo>
                  <a:pt x="254" y="4"/>
                </a:lnTo>
                <a:lnTo>
                  <a:pt x="253" y="4"/>
                </a:lnTo>
                <a:lnTo>
                  <a:pt x="253" y="3"/>
                </a:lnTo>
                <a:lnTo>
                  <a:pt x="254" y="2"/>
                </a:lnTo>
                <a:lnTo>
                  <a:pt x="255" y="2"/>
                </a:lnTo>
                <a:lnTo>
                  <a:pt x="256" y="1"/>
                </a:lnTo>
                <a:lnTo>
                  <a:pt x="257" y="2"/>
                </a:lnTo>
                <a:lnTo>
                  <a:pt x="258" y="2"/>
                </a:lnTo>
                <a:lnTo>
                  <a:pt x="259" y="2"/>
                </a:lnTo>
                <a:lnTo>
                  <a:pt x="260" y="2"/>
                </a:lnTo>
                <a:lnTo>
                  <a:pt x="260" y="1"/>
                </a:lnTo>
                <a:lnTo>
                  <a:pt x="261" y="2"/>
                </a:lnTo>
                <a:lnTo>
                  <a:pt x="262" y="1"/>
                </a:lnTo>
                <a:lnTo>
                  <a:pt x="262" y="2"/>
                </a:lnTo>
                <a:lnTo>
                  <a:pt x="262" y="3"/>
                </a:lnTo>
                <a:lnTo>
                  <a:pt x="264" y="3"/>
                </a:lnTo>
                <a:lnTo>
                  <a:pt x="264" y="2"/>
                </a:lnTo>
                <a:lnTo>
                  <a:pt x="265" y="2"/>
                </a:lnTo>
                <a:lnTo>
                  <a:pt x="266" y="2"/>
                </a:lnTo>
                <a:lnTo>
                  <a:pt x="266" y="1"/>
                </a:lnTo>
                <a:lnTo>
                  <a:pt x="267" y="1"/>
                </a:lnTo>
                <a:lnTo>
                  <a:pt x="268" y="0"/>
                </a:lnTo>
                <a:lnTo>
                  <a:pt x="269" y="0"/>
                </a:lnTo>
                <a:lnTo>
                  <a:pt x="270" y="0"/>
                </a:lnTo>
                <a:lnTo>
                  <a:pt x="271" y="0"/>
                </a:lnTo>
                <a:lnTo>
                  <a:pt x="271" y="1"/>
                </a:lnTo>
                <a:lnTo>
                  <a:pt x="271" y="2"/>
                </a:lnTo>
                <a:lnTo>
                  <a:pt x="272" y="2"/>
                </a:lnTo>
                <a:lnTo>
                  <a:pt x="273" y="3"/>
                </a:lnTo>
                <a:lnTo>
                  <a:pt x="274" y="4"/>
                </a:lnTo>
                <a:lnTo>
                  <a:pt x="275" y="5"/>
                </a:lnTo>
                <a:lnTo>
                  <a:pt x="275" y="6"/>
                </a:lnTo>
                <a:lnTo>
                  <a:pt x="275" y="8"/>
                </a:lnTo>
                <a:lnTo>
                  <a:pt x="276" y="9"/>
                </a:lnTo>
                <a:lnTo>
                  <a:pt x="277" y="10"/>
                </a:lnTo>
                <a:lnTo>
                  <a:pt x="277" y="11"/>
                </a:lnTo>
                <a:lnTo>
                  <a:pt x="277" y="12"/>
                </a:lnTo>
                <a:lnTo>
                  <a:pt x="279" y="14"/>
                </a:lnTo>
                <a:lnTo>
                  <a:pt x="280" y="16"/>
                </a:lnTo>
                <a:lnTo>
                  <a:pt x="282" y="18"/>
                </a:lnTo>
                <a:lnTo>
                  <a:pt x="283" y="19"/>
                </a:lnTo>
                <a:lnTo>
                  <a:pt x="284" y="20"/>
                </a:lnTo>
                <a:lnTo>
                  <a:pt x="285" y="21"/>
                </a:lnTo>
                <a:lnTo>
                  <a:pt x="286" y="23"/>
                </a:lnTo>
                <a:lnTo>
                  <a:pt x="287" y="25"/>
                </a:lnTo>
                <a:lnTo>
                  <a:pt x="287" y="26"/>
                </a:lnTo>
                <a:lnTo>
                  <a:pt x="288" y="26"/>
                </a:lnTo>
                <a:lnTo>
                  <a:pt x="289" y="27"/>
                </a:lnTo>
                <a:lnTo>
                  <a:pt x="290" y="28"/>
                </a:lnTo>
                <a:lnTo>
                  <a:pt x="291" y="28"/>
                </a:lnTo>
                <a:lnTo>
                  <a:pt x="292" y="28"/>
                </a:lnTo>
                <a:lnTo>
                  <a:pt x="293" y="29"/>
                </a:lnTo>
                <a:lnTo>
                  <a:pt x="294" y="29"/>
                </a:lnTo>
                <a:lnTo>
                  <a:pt x="296" y="29"/>
                </a:lnTo>
                <a:lnTo>
                  <a:pt x="297" y="30"/>
                </a:lnTo>
                <a:lnTo>
                  <a:pt x="298" y="30"/>
                </a:lnTo>
                <a:lnTo>
                  <a:pt x="299" y="30"/>
                </a:lnTo>
                <a:lnTo>
                  <a:pt x="300" y="31"/>
                </a:lnTo>
                <a:lnTo>
                  <a:pt x="300" y="32"/>
                </a:lnTo>
                <a:lnTo>
                  <a:pt x="301" y="32"/>
                </a:lnTo>
                <a:lnTo>
                  <a:pt x="302" y="33"/>
                </a:lnTo>
                <a:lnTo>
                  <a:pt x="303" y="33"/>
                </a:lnTo>
                <a:lnTo>
                  <a:pt x="303" y="34"/>
                </a:lnTo>
                <a:lnTo>
                  <a:pt x="304" y="34"/>
                </a:lnTo>
                <a:lnTo>
                  <a:pt x="305" y="34"/>
                </a:lnTo>
                <a:lnTo>
                  <a:pt x="305" y="35"/>
                </a:lnTo>
                <a:lnTo>
                  <a:pt x="306" y="35"/>
                </a:lnTo>
                <a:lnTo>
                  <a:pt x="306" y="36"/>
                </a:lnTo>
                <a:lnTo>
                  <a:pt x="307" y="36"/>
                </a:lnTo>
                <a:lnTo>
                  <a:pt x="308" y="37"/>
                </a:lnTo>
                <a:lnTo>
                  <a:pt x="310" y="38"/>
                </a:lnTo>
                <a:lnTo>
                  <a:pt x="314" y="40"/>
                </a:lnTo>
                <a:lnTo>
                  <a:pt x="317" y="41"/>
                </a:lnTo>
                <a:lnTo>
                  <a:pt x="319" y="41"/>
                </a:lnTo>
                <a:lnTo>
                  <a:pt x="320" y="41"/>
                </a:lnTo>
                <a:lnTo>
                  <a:pt x="322" y="41"/>
                </a:lnTo>
                <a:lnTo>
                  <a:pt x="324" y="41"/>
                </a:lnTo>
                <a:lnTo>
                  <a:pt x="327" y="41"/>
                </a:lnTo>
                <a:lnTo>
                  <a:pt x="329" y="41"/>
                </a:lnTo>
                <a:lnTo>
                  <a:pt x="330" y="42"/>
                </a:lnTo>
                <a:lnTo>
                  <a:pt x="332" y="41"/>
                </a:lnTo>
                <a:lnTo>
                  <a:pt x="335" y="41"/>
                </a:lnTo>
                <a:lnTo>
                  <a:pt x="336" y="41"/>
                </a:lnTo>
                <a:lnTo>
                  <a:pt x="337" y="40"/>
                </a:lnTo>
                <a:lnTo>
                  <a:pt x="338" y="40"/>
                </a:lnTo>
                <a:lnTo>
                  <a:pt x="339" y="40"/>
                </a:lnTo>
                <a:lnTo>
                  <a:pt x="341" y="39"/>
                </a:lnTo>
                <a:lnTo>
                  <a:pt x="343" y="39"/>
                </a:lnTo>
                <a:lnTo>
                  <a:pt x="344" y="38"/>
                </a:lnTo>
                <a:lnTo>
                  <a:pt x="346" y="38"/>
                </a:lnTo>
                <a:lnTo>
                  <a:pt x="347" y="37"/>
                </a:lnTo>
                <a:lnTo>
                  <a:pt x="349" y="36"/>
                </a:lnTo>
                <a:lnTo>
                  <a:pt x="351" y="35"/>
                </a:lnTo>
                <a:lnTo>
                  <a:pt x="352" y="35"/>
                </a:lnTo>
                <a:lnTo>
                  <a:pt x="353" y="34"/>
                </a:lnTo>
                <a:lnTo>
                  <a:pt x="354" y="33"/>
                </a:lnTo>
                <a:lnTo>
                  <a:pt x="355" y="33"/>
                </a:lnTo>
                <a:lnTo>
                  <a:pt x="355" y="34"/>
                </a:lnTo>
                <a:lnTo>
                  <a:pt x="355" y="35"/>
                </a:lnTo>
                <a:lnTo>
                  <a:pt x="353" y="36"/>
                </a:lnTo>
                <a:lnTo>
                  <a:pt x="353" y="37"/>
                </a:lnTo>
                <a:lnTo>
                  <a:pt x="354" y="38"/>
                </a:lnTo>
                <a:lnTo>
                  <a:pt x="354" y="39"/>
                </a:lnTo>
                <a:lnTo>
                  <a:pt x="353" y="39"/>
                </a:lnTo>
                <a:lnTo>
                  <a:pt x="353" y="40"/>
                </a:lnTo>
                <a:lnTo>
                  <a:pt x="354" y="40"/>
                </a:lnTo>
                <a:lnTo>
                  <a:pt x="354" y="41"/>
                </a:lnTo>
                <a:lnTo>
                  <a:pt x="353" y="42"/>
                </a:lnTo>
                <a:lnTo>
                  <a:pt x="354" y="42"/>
                </a:lnTo>
                <a:lnTo>
                  <a:pt x="354" y="44"/>
                </a:lnTo>
                <a:lnTo>
                  <a:pt x="355" y="45"/>
                </a:lnTo>
                <a:lnTo>
                  <a:pt x="354" y="45"/>
                </a:lnTo>
                <a:lnTo>
                  <a:pt x="354" y="46"/>
                </a:lnTo>
                <a:lnTo>
                  <a:pt x="355" y="47"/>
                </a:lnTo>
                <a:lnTo>
                  <a:pt x="356" y="47"/>
                </a:lnTo>
                <a:lnTo>
                  <a:pt x="357" y="47"/>
                </a:lnTo>
                <a:lnTo>
                  <a:pt x="357" y="46"/>
                </a:lnTo>
                <a:lnTo>
                  <a:pt x="358" y="46"/>
                </a:lnTo>
                <a:lnTo>
                  <a:pt x="358" y="45"/>
                </a:lnTo>
                <a:lnTo>
                  <a:pt x="359" y="44"/>
                </a:lnTo>
                <a:lnTo>
                  <a:pt x="361" y="44"/>
                </a:lnTo>
                <a:lnTo>
                  <a:pt x="362" y="44"/>
                </a:lnTo>
                <a:lnTo>
                  <a:pt x="362" y="43"/>
                </a:lnTo>
                <a:lnTo>
                  <a:pt x="363" y="43"/>
                </a:lnTo>
                <a:lnTo>
                  <a:pt x="364" y="42"/>
                </a:lnTo>
                <a:lnTo>
                  <a:pt x="365" y="42"/>
                </a:lnTo>
                <a:lnTo>
                  <a:pt x="365" y="41"/>
                </a:lnTo>
                <a:lnTo>
                  <a:pt x="365" y="40"/>
                </a:lnTo>
                <a:lnTo>
                  <a:pt x="364" y="39"/>
                </a:lnTo>
                <a:lnTo>
                  <a:pt x="364" y="38"/>
                </a:lnTo>
                <a:lnTo>
                  <a:pt x="364" y="37"/>
                </a:lnTo>
                <a:lnTo>
                  <a:pt x="364" y="36"/>
                </a:lnTo>
                <a:lnTo>
                  <a:pt x="365" y="36"/>
                </a:lnTo>
                <a:lnTo>
                  <a:pt x="365" y="37"/>
                </a:lnTo>
                <a:lnTo>
                  <a:pt x="366" y="36"/>
                </a:lnTo>
                <a:lnTo>
                  <a:pt x="367" y="36"/>
                </a:lnTo>
                <a:lnTo>
                  <a:pt x="367" y="37"/>
                </a:lnTo>
                <a:lnTo>
                  <a:pt x="367" y="38"/>
                </a:lnTo>
                <a:lnTo>
                  <a:pt x="367" y="39"/>
                </a:lnTo>
                <a:lnTo>
                  <a:pt x="366" y="39"/>
                </a:lnTo>
                <a:lnTo>
                  <a:pt x="367" y="40"/>
                </a:lnTo>
                <a:lnTo>
                  <a:pt x="367" y="41"/>
                </a:lnTo>
                <a:lnTo>
                  <a:pt x="368" y="41"/>
                </a:lnTo>
                <a:lnTo>
                  <a:pt x="368" y="42"/>
                </a:lnTo>
                <a:lnTo>
                  <a:pt x="368" y="43"/>
                </a:lnTo>
                <a:lnTo>
                  <a:pt x="368" y="44"/>
                </a:lnTo>
                <a:lnTo>
                  <a:pt x="368" y="45"/>
                </a:lnTo>
                <a:lnTo>
                  <a:pt x="369" y="45"/>
                </a:lnTo>
                <a:lnTo>
                  <a:pt x="369" y="44"/>
                </a:lnTo>
                <a:lnTo>
                  <a:pt x="369" y="45"/>
                </a:lnTo>
                <a:lnTo>
                  <a:pt x="369" y="46"/>
                </a:lnTo>
                <a:lnTo>
                  <a:pt x="370" y="46"/>
                </a:lnTo>
                <a:lnTo>
                  <a:pt x="370" y="47"/>
                </a:lnTo>
                <a:lnTo>
                  <a:pt x="371" y="47"/>
                </a:lnTo>
                <a:lnTo>
                  <a:pt x="371" y="48"/>
                </a:lnTo>
                <a:lnTo>
                  <a:pt x="369" y="49"/>
                </a:lnTo>
                <a:lnTo>
                  <a:pt x="369" y="50"/>
                </a:lnTo>
                <a:lnTo>
                  <a:pt x="370" y="51"/>
                </a:lnTo>
                <a:lnTo>
                  <a:pt x="371" y="51"/>
                </a:lnTo>
                <a:lnTo>
                  <a:pt x="372" y="51"/>
                </a:lnTo>
                <a:lnTo>
                  <a:pt x="373" y="52"/>
                </a:lnTo>
                <a:lnTo>
                  <a:pt x="372" y="52"/>
                </a:lnTo>
                <a:lnTo>
                  <a:pt x="373" y="53"/>
                </a:lnTo>
                <a:lnTo>
                  <a:pt x="374" y="53"/>
                </a:lnTo>
                <a:lnTo>
                  <a:pt x="374" y="55"/>
                </a:lnTo>
                <a:lnTo>
                  <a:pt x="374" y="56"/>
                </a:lnTo>
                <a:lnTo>
                  <a:pt x="373" y="56"/>
                </a:lnTo>
                <a:lnTo>
                  <a:pt x="374" y="57"/>
                </a:lnTo>
                <a:lnTo>
                  <a:pt x="374" y="58"/>
                </a:lnTo>
                <a:lnTo>
                  <a:pt x="375" y="58"/>
                </a:lnTo>
                <a:lnTo>
                  <a:pt x="375" y="59"/>
                </a:lnTo>
                <a:lnTo>
                  <a:pt x="376" y="60"/>
                </a:lnTo>
                <a:lnTo>
                  <a:pt x="377" y="60"/>
                </a:lnTo>
                <a:lnTo>
                  <a:pt x="377" y="59"/>
                </a:lnTo>
                <a:lnTo>
                  <a:pt x="377" y="60"/>
                </a:lnTo>
                <a:lnTo>
                  <a:pt x="378" y="60"/>
                </a:lnTo>
                <a:lnTo>
                  <a:pt x="378" y="63"/>
                </a:lnTo>
                <a:lnTo>
                  <a:pt x="378" y="64"/>
                </a:lnTo>
                <a:lnTo>
                  <a:pt x="379" y="64"/>
                </a:lnTo>
                <a:lnTo>
                  <a:pt x="379" y="65"/>
                </a:lnTo>
                <a:lnTo>
                  <a:pt x="380" y="66"/>
                </a:lnTo>
                <a:lnTo>
                  <a:pt x="380" y="67"/>
                </a:lnTo>
                <a:lnTo>
                  <a:pt x="381" y="67"/>
                </a:lnTo>
                <a:lnTo>
                  <a:pt x="381" y="68"/>
                </a:lnTo>
                <a:lnTo>
                  <a:pt x="382" y="68"/>
                </a:lnTo>
                <a:lnTo>
                  <a:pt x="384" y="68"/>
                </a:lnTo>
                <a:lnTo>
                  <a:pt x="385" y="67"/>
                </a:lnTo>
                <a:lnTo>
                  <a:pt x="385" y="66"/>
                </a:lnTo>
                <a:lnTo>
                  <a:pt x="386" y="65"/>
                </a:lnTo>
                <a:lnTo>
                  <a:pt x="386" y="64"/>
                </a:lnTo>
                <a:lnTo>
                  <a:pt x="387" y="62"/>
                </a:lnTo>
                <a:lnTo>
                  <a:pt x="387" y="61"/>
                </a:lnTo>
                <a:lnTo>
                  <a:pt x="387" y="60"/>
                </a:lnTo>
                <a:lnTo>
                  <a:pt x="388" y="60"/>
                </a:lnTo>
                <a:lnTo>
                  <a:pt x="388" y="59"/>
                </a:lnTo>
                <a:lnTo>
                  <a:pt x="389" y="58"/>
                </a:lnTo>
                <a:lnTo>
                  <a:pt x="389" y="56"/>
                </a:lnTo>
                <a:lnTo>
                  <a:pt x="390" y="55"/>
                </a:lnTo>
                <a:lnTo>
                  <a:pt x="390" y="54"/>
                </a:lnTo>
                <a:lnTo>
                  <a:pt x="391" y="53"/>
                </a:lnTo>
                <a:lnTo>
                  <a:pt x="391" y="52"/>
                </a:lnTo>
                <a:lnTo>
                  <a:pt x="390" y="52"/>
                </a:lnTo>
                <a:lnTo>
                  <a:pt x="391" y="51"/>
                </a:lnTo>
                <a:lnTo>
                  <a:pt x="392" y="51"/>
                </a:lnTo>
                <a:lnTo>
                  <a:pt x="393" y="49"/>
                </a:lnTo>
                <a:lnTo>
                  <a:pt x="394" y="49"/>
                </a:lnTo>
                <a:lnTo>
                  <a:pt x="394" y="48"/>
                </a:lnTo>
                <a:lnTo>
                  <a:pt x="394" y="47"/>
                </a:lnTo>
                <a:lnTo>
                  <a:pt x="395" y="46"/>
                </a:lnTo>
                <a:lnTo>
                  <a:pt x="396" y="47"/>
                </a:lnTo>
                <a:lnTo>
                  <a:pt x="397" y="47"/>
                </a:lnTo>
                <a:lnTo>
                  <a:pt x="399" y="47"/>
                </a:lnTo>
                <a:lnTo>
                  <a:pt x="400" y="47"/>
                </a:lnTo>
                <a:lnTo>
                  <a:pt x="400" y="46"/>
                </a:lnTo>
                <a:lnTo>
                  <a:pt x="401" y="46"/>
                </a:lnTo>
                <a:lnTo>
                  <a:pt x="401" y="45"/>
                </a:lnTo>
                <a:lnTo>
                  <a:pt x="402" y="45"/>
                </a:lnTo>
                <a:lnTo>
                  <a:pt x="403" y="45"/>
                </a:lnTo>
                <a:lnTo>
                  <a:pt x="404" y="45"/>
                </a:lnTo>
                <a:lnTo>
                  <a:pt x="405" y="45"/>
                </a:lnTo>
                <a:lnTo>
                  <a:pt x="405" y="46"/>
                </a:lnTo>
                <a:lnTo>
                  <a:pt x="406" y="46"/>
                </a:lnTo>
                <a:lnTo>
                  <a:pt x="407" y="46"/>
                </a:lnTo>
                <a:lnTo>
                  <a:pt x="407" y="45"/>
                </a:lnTo>
                <a:lnTo>
                  <a:pt x="406" y="44"/>
                </a:lnTo>
                <a:lnTo>
                  <a:pt x="407" y="44"/>
                </a:lnTo>
                <a:lnTo>
                  <a:pt x="407" y="43"/>
                </a:lnTo>
                <a:lnTo>
                  <a:pt x="407" y="42"/>
                </a:lnTo>
                <a:lnTo>
                  <a:pt x="407" y="43"/>
                </a:lnTo>
                <a:lnTo>
                  <a:pt x="408" y="43"/>
                </a:lnTo>
                <a:lnTo>
                  <a:pt x="409" y="42"/>
                </a:lnTo>
                <a:lnTo>
                  <a:pt x="409" y="41"/>
                </a:lnTo>
                <a:lnTo>
                  <a:pt x="409" y="40"/>
                </a:lnTo>
                <a:lnTo>
                  <a:pt x="410" y="39"/>
                </a:lnTo>
                <a:lnTo>
                  <a:pt x="410" y="38"/>
                </a:lnTo>
                <a:lnTo>
                  <a:pt x="411" y="38"/>
                </a:lnTo>
                <a:lnTo>
                  <a:pt x="411" y="39"/>
                </a:lnTo>
                <a:lnTo>
                  <a:pt x="412" y="40"/>
                </a:lnTo>
                <a:lnTo>
                  <a:pt x="414" y="40"/>
                </a:lnTo>
                <a:lnTo>
                  <a:pt x="414" y="39"/>
                </a:lnTo>
                <a:lnTo>
                  <a:pt x="413" y="38"/>
                </a:lnTo>
                <a:lnTo>
                  <a:pt x="414" y="37"/>
                </a:lnTo>
                <a:lnTo>
                  <a:pt x="415" y="37"/>
                </a:lnTo>
                <a:lnTo>
                  <a:pt x="415" y="36"/>
                </a:lnTo>
                <a:lnTo>
                  <a:pt x="415" y="35"/>
                </a:lnTo>
                <a:lnTo>
                  <a:pt x="415" y="34"/>
                </a:lnTo>
                <a:lnTo>
                  <a:pt x="414" y="34"/>
                </a:lnTo>
                <a:lnTo>
                  <a:pt x="414" y="33"/>
                </a:lnTo>
                <a:lnTo>
                  <a:pt x="414" y="32"/>
                </a:lnTo>
                <a:lnTo>
                  <a:pt x="414" y="31"/>
                </a:lnTo>
                <a:lnTo>
                  <a:pt x="414" y="30"/>
                </a:lnTo>
                <a:lnTo>
                  <a:pt x="414" y="29"/>
                </a:lnTo>
                <a:lnTo>
                  <a:pt x="414" y="28"/>
                </a:lnTo>
                <a:lnTo>
                  <a:pt x="413" y="28"/>
                </a:lnTo>
                <a:lnTo>
                  <a:pt x="413" y="27"/>
                </a:lnTo>
                <a:lnTo>
                  <a:pt x="413" y="26"/>
                </a:lnTo>
                <a:lnTo>
                  <a:pt x="412" y="26"/>
                </a:lnTo>
                <a:lnTo>
                  <a:pt x="411" y="24"/>
                </a:lnTo>
                <a:lnTo>
                  <a:pt x="410" y="24"/>
                </a:lnTo>
                <a:lnTo>
                  <a:pt x="409" y="24"/>
                </a:lnTo>
                <a:lnTo>
                  <a:pt x="408" y="23"/>
                </a:lnTo>
                <a:lnTo>
                  <a:pt x="408" y="22"/>
                </a:lnTo>
                <a:lnTo>
                  <a:pt x="409" y="21"/>
                </a:lnTo>
                <a:lnTo>
                  <a:pt x="410" y="20"/>
                </a:lnTo>
                <a:lnTo>
                  <a:pt x="411" y="20"/>
                </a:lnTo>
                <a:lnTo>
                  <a:pt x="411" y="21"/>
                </a:lnTo>
                <a:lnTo>
                  <a:pt x="412" y="20"/>
                </a:lnTo>
                <a:lnTo>
                  <a:pt x="412" y="19"/>
                </a:lnTo>
                <a:lnTo>
                  <a:pt x="414" y="19"/>
                </a:lnTo>
                <a:lnTo>
                  <a:pt x="415" y="19"/>
                </a:lnTo>
                <a:lnTo>
                  <a:pt x="416" y="19"/>
                </a:lnTo>
                <a:lnTo>
                  <a:pt x="417" y="19"/>
                </a:lnTo>
                <a:lnTo>
                  <a:pt x="417" y="20"/>
                </a:lnTo>
                <a:lnTo>
                  <a:pt x="418" y="20"/>
                </a:lnTo>
                <a:lnTo>
                  <a:pt x="419" y="20"/>
                </a:lnTo>
                <a:lnTo>
                  <a:pt x="419" y="19"/>
                </a:lnTo>
                <a:lnTo>
                  <a:pt x="420" y="17"/>
                </a:lnTo>
                <a:lnTo>
                  <a:pt x="421" y="17"/>
                </a:lnTo>
                <a:lnTo>
                  <a:pt x="422" y="17"/>
                </a:lnTo>
                <a:lnTo>
                  <a:pt x="422" y="16"/>
                </a:lnTo>
                <a:lnTo>
                  <a:pt x="421" y="15"/>
                </a:lnTo>
                <a:lnTo>
                  <a:pt x="421" y="14"/>
                </a:lnTo>
                <a:lnTo>
                  <a:pt x="421" y="12"/>
                </a:lnTo>
                <a:lnTo>
                  <a:pt x="422" y="12"/>
                </a:lnTo>
                <a:lnTo>
                  <a:pt x="422" y="13"/>
                </a:lnTo>
                <a:lnTo>
                  <a:pt x="423" y="12"/>
                </a:lnTo>
                <a:lnTo>
                  <a:pt x="422" y="12"/>
                </a:lnTo>
                <a:lnTo>
                  <a:pt x="422" y="11"/>
                </a:lnTo>
                <a:lnTo>
                  <a:pt x="423" y="11"/>
                </a:lnTo>
                <a:lnTo>
                  <a:pt x="424" y="11"/>
                </a:lnTo>
                <a:lnTo>
                  <a:pt x="426" y="10"/>
                </a:lnTo>
                <a:lnTo>
                  <a:pt x="427" y="10"/>
                </a:lnTo>
                <a:lnTo>
                  <a:pt x="429" y="9"/>
                </a:lnTo>
                <a:lnTo>
                  <a:pt x="430" y="9"/>
                </a:lnTo>
                <a:lnTo>
                  <a:pt x="432" y="10"/>
                </a:lnTo>
                <a:lnTo>
                  <a:pt x="433" y="10"/>
                </a:lnTo>
                <a:lnTo>
                  <a:pt x="434" y="11"/>
                </a:lnTo>
                <a:lnTo>
                  <a:pt x="434" y="12"/>
                </a:lnTo>
                <a:lnTo>
                  <a:pt x="435" y="12"/>
                </a:lnTo>
                <a:lnTo>
                  <a:pt x="436" y="11"/>
                </a:lnTo>
                <a:lnTo>
                  <a:pt x="437" y="11"/>
                </a:lnTo>
                <a:lnTo>
                  <a:pt x="438" y="11"/>
                </a:lnTo>
                <a:lnTo>
                  <a:pt x="440" y="9"/>
                </a:lnTo>
                <a:lnTo>
                  <a:pt x="441" y="9"/>
                </a:lnTo>
                <a:lnTo>
                  <a:pt x="441" y="8"/>
                </a:lnTo>
                <a:lnTo>
                  <a:pt x="442" y="8"/>
                </a:lnTo>
                <a:lnTo>
                  <a:pt x="442" y="7"/>
                </a:lnTo>
                <a:lnTo>
                  <a:pt x="442" y="6"/>
                </a:lnTo>
                <a:lnTo>
                  <a:pt x="442" y="5"/>
                </a:lnTo>
                <a:lnTo>
                  <a:pt x="443" y="5"/>
                </a:lnTo>
                <a:lnTo>
                  <a:pt x="445" y="5"/>
                </a:lnTo>
                <a:lnTo>
                  <a:pt x="446" y="6"/>
                </a:lnTo>
                <a:lnTo>
                  <a:pt x="446" y="5"/>
                </a:lnTo>
                <a:lnTo>
                  <a:pt x="448" y="5"/>
                </a:lnTo>
                <a:lnTo>
                  <a:pt x="449" y="5"/>
                </a:lnTo>
                <a:lnTo>
                  <a:pt x="450" y="5"/>
                </a:lnTo>
                <a:lnTo>
                  <a:pt x="449" y="4"/>
                </a:lnTo>
                <a:lnTo>
                  <a:pt x="452" y="3"/>
                </a:lnTo>
                <a:lnTo>
                  <a:pt x="452" y="2"/>
                </a:lnTo>
                <a:lnTo>
                  <a:pt x="451" y="2"/>
                </a:lnTo>
                <a:lnTo>
                  <a:pt x="451" y="1"/>
                </a:lnTo>
                <a:lnTo>
                  <a:pt x="452" y="1"/>
                </a:lnTo>
                <a:lnTo>
                  <a:pt x="453" y="1"/>
                </a:lnTo>
                <a:lnTo>
                  <a:pt x="453" y="2"/>
                </a:lnTo>
                <a:lnTo>
                  <a:pt x="454" y="3"/>
                </a:lnTo>
                <a:lnTo>
                  <a:pt x="455" y="3"/>
                </a:lnTo>
                <a:lnTo>
                  <a:pt x="457" y="3"/>
                </a:lnTo>
                <a:lnTo>
                  <a:pt x="458" y="3"/>
                </a:lnTo>
                <a:lnTo>
                  <a:pt x="459" y="4"/>
                </a:lnTo>
                <a:lnTo>
                  <a:pt x="459" y="6"/>
                </a:lnTo>
                <a:lnTo>
                  <a:pt x="460" y="7"/>
                </a:lnTo>
                <a:lnTo>
                  <a:pt x="461" y="8"/>
                </a:lnTo>
                <a:lnTo>
                  <a:pt x="462" y="10"/>
                </a:lnTo>
                <a:lnTo>
                  <a:pt x="462" y="11"/>
                </a:lnTo>
                <a:lnTo>
                  <a:pt x="461" y="11"/>
                </a:lnTo>
                <a:lnTo>
                  <a:pt x="460" y="12"/>
                </a:lnTo>
                <a:lnTo>
                  <a:pt x="461" y="13"/>
                </a:lnTo>
                <a:lnTo>
                  <a:pt x="461" y="14"/>
                </a:lnTo>
                <a:lnTo>
                  <a:pt x="461" y="15"/>
                </a:lnTo>
                <a:lnTo>
                  <a:pt x="462" y="15"/>
                </a:lnTo>
                <a:lnTo>
                  <a:pt x="462" y="16"/>
                </a:lnTo>
                <a:lnTo>
                  <a:pt x="462" y="17"/>
                </a:lnTo>
                <a:lnTo>
                  <a:pt x="463" y="18"/>
                </a:lnTo>
                <a:lnTo>
                  <a:pt x="463" y="19"/>
                </a:lnTo>
                <a:lnTo>
                  <a:pt x="463" y="21"/>
                </a:lnTo>
                <a:lnTo>
                  <a:pt x="463" y="23"/>
                </a:lnTo>
                <a:lnTo>
                  <a:pt x="464" y="24"/>
                </a:lnTo>
                <a:lnTo>
                  <a:pt x="465" y="24"/>
                </a:lnTo>
                <a:lnTo>
                  <a:pt x="464" y="25"/>
                </a:lnTo>
                <a:lnTo>
                  <a:pt x="463" y="25"/>
                </a:lnTo>
                <a:lnTo>
                  <a:pt x="463" y="26"/>
                </a:lnTo>
                <a:lnTo>
                  <a:pt x="463" y="27"/>
                </a:lnTo>
                <a:lnTo>
                  <a:pt x="463" y="28"/>
                </a:lnTo>
                <a:lnTo>
                  <a:pt x="466" y="28"/>
                </a:lnTo>
                <a:lnTo>
                  <a:pt x="466" y="29"/>
                </a:lnTo>
                <a:lnTo>
                  <a:pt x="467" y="29"/>
                </a:lnTo>
                <a:lnTo>
                  <a:pt x="468" y="29"/>
                </a:lnTo>
                <a:lnTo>
                  <a:pt x="468" y="30"/>
                </a:lnTo>
                <a:lnTo>
                  <a:pt x="469" y="30"/>
                </a:lnTo>
                <a:lnTo>
                  <a:pt x="469" y="31"/>
                </a:lnTo>
                <a:lnTo>
                  <a:pt x="468" y="31"/>
                </a:lnTo>
                <a:lnTo>
                  <a:pt x="468" y="32"/>
                </a:lnTo>
                <a:lnTo>
                  <a:pt x="468" y="34"/>
                </a:lnTo>
                <a:lnTo>
                  <a:pt x="468" y="35"/>
                </a:lnTo>
                <a:lnTo>
                  <a:pt x="467" y="35"/>
                </a:lnTo>
                <a:lnTo>
                  <a:pt x="467" y="36"/>
                </a:lnTo>
                <a:lnTo>
                  <a:pt x="466" y="37"/>
                </a:lnTo>
                <a:lnTo>
                  <a:pt x="465" y="37"/>
                </a:lnTo>
                <a:lnTo>
                  <a:pt x="465" y="38"/>
                </a:lnTo>
                <a:lnTo>
                  <a:pt x="465" y="39"/>
                </a:lnTo>
                <a:lnTo>
                  <a:pt x="464" y="40"/>
                </a:lnTo>
                <a:lnTo>
                  <a:pt x="465" y="42"/>
                </a:lnTo>
                <a:lnTo>
                  <a:pt x="466" y="42"/>
                </a:lnTo>
                <a:lnTo>
                  <a:pt x="466" y="41"/>
                </a:lnTo>
                <a:lnTo>
                  <a:pt x="467" y="40"/>
                </a:lnTo>
                <a:lnTo>
                  <a:pt x="468" y="39"/>
                </a:lnTo>
                <a:lnTo>
                  <a:pt x="469" y="39"/>
                </a:lnTo>
                <a:lnTo>
                  <a:pt x="470" y="39"/>
                </a:lnTo>
                <a:lnTo>
                  <a:pt x="471" y="40"/>
                </a:lnTo>
                <a:lnTo>
                  <a:pt x="472" y="40"/>
                </a:lnTo>
                <a:lnTo>
                  <a:pt x="473" y="41"/>
                </a:lnTo>
                <a:lnTo>
                  <a:pt x="473" y="42"/>
                </a:lnTo>
                <a:lnTo>
                  <a:pt x="474" y="42"/>
                </a:lnTo>
                <a:lnTo>
                  <a:pt x="474" y="41"/>
                </a:lnTo>
                <a:lnTo>
                  <a:pt x="473" y="41"/>
                </a:lnTo>
                <a:lnTo>
                  <a:pt x="473" y="40"/>
                </a:lnTo>
                <a:lnTo>
                  <a:pt x="474" y="40"/>
                </a:lnTo>
                <a:lnTo>
                  <a:pt x="475" y="39"/>
                </a:lnTo>
                <a:lnTo>
                  <a:pt x="474" y="39"/>
                </a:lnTo>
                <a:lnTo>
                  <a:pt x="476" y="37"/>
                </a:lnTo>
                <a:lnTo>
                  <a:pt x="477" y="37"/>
                </a:lnTo>
                <a:lnTo>
                  <a:pt x="476" y="36"/>
                </a:lnTo>
                <a:lnTo>
                  <a:pt x="476" y="35"/>
                </a:lnTo>
                <a:lnTo>
                  <a:pt x="477" y="35"/>
                </a:lnTo>
                <a:lnTo>
                  <a:pt x="479" y="34"/>
                </a:lnTo>
                <a:lnTo>
                  <a:pt x="480" y="34"/>
                </a:lnTo>
                <a:lnTo>
                  <a:pt x="481" y="33"/>
                </a:lnTo>
                <a:lnTo>
                  <a:pt x="482" y="32"/>
                </a:lnTo>
                <a:lnTo>
                  <a:pt x="483" y="33"/>
                </a:lnTo>
                <a:lnTo>
                  <a:pt x="484" y="33"/>
                </a:lnTo>
                <a:lnTo>
                  <a:pt x="485" y="33"/>
                </a:lnTo>
                <a:lnTo>
                  <a:pt x="486" y="33"/>
                </a:lnTo>
                <a:lnTo>
                  <a:pt x="487" y="34"/>
                </a:lnTo>
                <a:lnTo>
                  <a:pt x="486" y="34"/>
                </a:lnTo>
                <a:lnTo>
                  <a:pt x="487" y="36"/>
                </a:lnTo>
                <a:lnTo>
                  <a:pt x="488" y="35"/>
                </a:lnTo>
                <a:lnTo>
                  <a:pt x="489" y="35"/>
                </a:lnTo>
                <a:lnTo>
                  <a:pt x="490" y="36"/>
                </a:lnTo>
                <a:lnTo>
                  <a:pt x="490" y="37"/>
                </a:lnTo>
                <a:lnTo>
                  <a:pt x="489" y="39"/>
                </a:lnTo>
                <a:lnTo>
                  <a:pt x="489" y="40"/>
                </a:lnTo>
                <a:lnTo>
                  <a:pt x="489" y="42"/>
                </a:lnTo>
                <a:lnTo>
                  <a:pt x="489" y="44"/>
                </a:lnTo>
                <a:lnTo>
                  <a:pt x="489" y="45"/>
                </a:lnTo>
                <a:lnTo>
                  <a:pt x="489" y="46"/>
                </a:lnTo>
                <a:lnTo>
                  <a:pt x="490" y="47"/>
                </a:lnTo>
                <a:lnTo>
                  <a:pt x="491" y="47"/>
                </a:lnTo>
                <a:lnTo>
                  <a:pt x="492" y="47"/>
                </a:lnTo>
                <a:lnTo>
                  <a:pt x="493" y="47"/>
                </a:lnTo>
                <a:lnTo>
                  <a:pt x="493" y="46"/>
                </a:lnTo>
                <a:lnTo>
                  <a:pt x="494" y="46"/>
                </a:lnTo>
                <a:lnTo>
                  <a:pt x="495" y="47"/>
                </a:lnTo>
                <a:lnTo>
                  <a:pt x="495" y="46"/>
                </a:lnTo>
                <a:lnTo>
                  <a:pt x="496" y="47"/>
                </a:lnTo>
                <a:lnTo>
                  <a:pt x="497" y="47"/>
                </a:lnTo>
                <a:lnTo>
                  <a:pt x="497" y="46"/>
                </a:lnTo>
                <a:lnTo>
                  <a:pt x="498" y="47"/>
                </a:lnTo>
                <a:lnTo>
                  <a:pt x="499" y="47"/>
                </a:lnTo>
                <a:lnTo>
                  <a:pt x="499" y="46"/>
                </a:lnTo>
                <a:lnTo>
                  <a:pt x="500" y="46"/>
                </a:lnTo>
                <a:lnTo>
                  <a:pt x="500" y="45"/>
                </a:lnTo>
                <a:lnTo>
                  <a:pt x="501" y="45"/>
                </a:lnTo>
                <a:lnTo>
                  <a:pt x="501" y="46"/>
                </a:lnTo>
                <a:lnTo>
                  <a:pt x="502" y="46"/>
                </a:lnTo>
                <a:lnTo>
                  <a:pt x="503" y="46"/>
                </a:lnTo>
                <a:lnTo>
                  <a:pt x="502" y="45"/>
                </a:lnTo>
                <a:lnTo>
                  <a:pt x="502" y="44"/>
                </a:lnTo>
                <a:lnTo>
                  <a:pt x="503" y="44"/>
                </a:lnTo>
                <a:lnTo>
                  <a:pt x="503" y="43"/>
                </a:lnTo>
                <a:lnTo>
                  <a:pt x="505" y="43"/>
                </a:lnTo>
                <a:lnTo>
                  <a:pt x="506" y="44"/>
                </a:lnTo>
                <a:lnTo>
                  <a:pt x="506" y="45"/>
                </a:lnTo>
                <a:lnTo>
                  <a:pt x="507" y="45"/>
                </a:lnTo>
                <a:lnTo>
                  <a:pt x="507" y="46"/>
                </a:lnTo>
                <a:lnTo>
                  <a:pt x="508" y="46"/>
                </a:lnTo>
                <a:lnTo>
                  <a:pt x="508" y="47"/>
                </a:lnTo>
                <a:lnTo>
                  <a:pt x="508" y="48"/>
                </a:lnTo>
                <a:lnTo>
                  <a:pt x="508" y="49"/>
                </a:lnTo>
                <a:lnTo>
                  <a:pt x="509" y="49"/>
                </a:lnTo>
                <a:lnTo>
                  <a:pt x="510" y="49"/>
                </a:lnTo>
                <a:lnTo>
                  <a:pt x="511" y="50"/>
                </a:lnTo>
                <a:lnTo>
                  <a:pt x="512" y="50"/>
                </a:lnTo>
                <a:lnTo>
                  <a:pt x="513" y="50"/>
                </a:lnTo>
                <a:lnTo>
                  <a:pt x="513" y="51"/>
                </a:lnTo>
                <a:lnTo>
                  <a:pt x="514" y="51"/>
                </a:lnTo>
                <a:lnTo>
                  <a:pt x="514" y="52"/>
                </a:lnTo>
                <a:lnTo>
                  <a:pt x="515" y="52"/>
                </a:lnTo>
                <a:lnTo>
                  <a:pt x="516" y="52"/>
                </a:lnTo>
                <a:lnTo>
                  <a:pt x="516" y="53"/>
                </a:lnTo>
                <a:lnTo>
                  <a:pt x="516" y="54"/>
                </a:lnTo>
                <a:lnTo>
                  <a:pt x="517" y="54"/>
                </a:lnTo>
                <a:lnTo>
                  <a:pt x="516" y="56"/>
                </a:lnTo>
                <a:lnTo>
                  <a:pt x="516" y="57"/>
                </a:lnTo>
                <a:lnTo>
                  <a:pt x="516" y="58"/>
                </a:lnTo>
                <a:lnTo>
                  <a:pt x="517" y="59"/>
                </a:lnTo>
                <a:lnTo>
                  <a:pt x="517" y="60"/>
                </a:lnTo>
                <a:lnTo>
                  <a:pt x="518" y="61"/>
                </a:lnTo>
                <a:lnTo>
                  <a:pt x="517" y="61"/>
                </a:lnTo>
                <a:lnTo>
                  <a:pt x="516" y="63"/>
                </a:lnTo>
                <a:lnTo>
                  <a:pt x="516" y="67"/>
                </a:lnTo>
                <a:lnTo>
                  <a:pt x="519" y="101"/>
                </a:lnTo>
                <a:lnTo>
                  <a:pt x="519" y="102"/>
                </a:lnTo>
                <a:lnTo>
                  <a:pt x="520" y="111"/>
                </a:lnTo>
                <a:lnTo>
                  <a:pt x="520" y="114"/>
                </a:lnTo>
                <a:lnTo>
                  <a:pt x="522" y="128"/>
                </a:lnTo>
                <a:lnTo>
                  <a:pt x="528" y="127"/>
                </a:lnTo>
                <a:lnTo>
                  <a:pt x="528" y="120"/>
                </a:lnTo>
                <a:lnTo>
                  <a:pt x="534" y="120"/>
                </a:lnTo>
                <a:lnTo>
                  <a:pt x="539" y="122"/>
                </a:lnTo>
                <a:lnTo>
                  <a:pt x="547" y="126"/>
                </a:lnTo>
                <a:lnTo>
                  <a:pt x="546" y="130"/>
                </a:lnTo>
                <a:lnTo>
                  <a:pt x="553" y="133"/>
                </a:lnTo>
                <a:lnTo>
                  <a:pt x="555" y="134"/>
                </a:lnTo>
                <a:lnTo>
                  <a:pt x="560" y="137"/>
                </a:lnTo>
                <a:lnTo>
                  <a:pt x="566" y="140"/>
                </a:lnTo>
                <a:lnTo>
                  <a:pt x="566" y="141"/>
                </a:lnTo>
                <a:lnTo>
                  <a:pt x="570" y="145"/>
                </a:lnTo>
                <a:lnTo>
                  <a:pt x="570" y="146"/>
                </a:lnTo>
                <a:lnTo>
                  <a:pt x="577" y="150"/>
                </a:lnTo>
                <a:lnTo>
                  <a:pt x="580" y="154"/>
                </a:lnTo>
                <a:lnTo>
                  <a:pt x="584" y="159"/>
                </a:lnTo>
                <a:lnTo>
                  <a:pt x="587" y="163"/>
                </a:lnTo>
                <a:lnTo>
                  <a:pt x="593" y="171"/>
                </a:lnTo>
                <a:lnTo>
                  <a:pt x="594" y="172"/>
                </a:lnTo>
                <a:lnTo>
                  <a:pt x="599" y="178"/>
                </a:lnTo>
                <a:lnTo>
                  <a:pt x="601" y="180"/>
                </a:lnTo>
                <a:lnTo>
                  <a:pt x="602" y="180"/>
                </a:lnTo>
                <a:lnTo>
                  <a:pt x="605" y="177"/>
                </a:lnTo>
                <a:lnTo>
                  <a:pt x="611" y="187"/>
                </a:lnTo>
                <a:lnTo>
                  <a:pt x="610" y="189"/>
                </a:lnTo>
                <a:lnTo>
                  <a:pt x="611" y="189"/>
                </a:lnTo>
                <a:lnTo>
                  <a:pt x="611" y="190"/>
                </a:lnTo>
                <a:lnTo>
                  <a:pt x="613" y="191"/>
                </a:lnTo>
                <a:lnTo>
                  <a:pt x="614" y="191"/>
                </a:lnTo>
                <a:lnTo>
                  <a:pt x="617" y="192"/>
                </a:lnTo>
                <a:lnTo>
                  <a:pt x="618" y="193"/>
                </a:lnTo>
                <a:lnTo>
                  <a:pt x="620" y="193"/>
                </a:lnTo>
                <a:lnTo>
                  <a:pt x="622" y="193"/>
                </a:lnTo>
                <a:lnTo>
                  <a:pt x="624" y="192"/>
                </a:lnTo>
                <a:lnTo>
                  <a:pt x="625" y="192"/>
                </a:lnTo>
                <a:lnTo>
                  <a:pt x="626" y="192"/>
                </a:lnTo>
                <a:lnTo>
                  <a:pt x="626" y="193"/>
                </a:lnTo>
                <a:lnTo>
                  <a:pt x="627" y="193"/>
                </a:lnTo>
                <a:lnTo>
                  <a:pt x="628" y="193"/>
                </a:lnTo>
                <a:lnTo>
                  <a:pt x="629" y="193"/>
                </a:lnTo>
                <a:lnTo>
                  <a:pt x="630" y="193"/>
                </a:lnTo>
                <a:lnTo>
                  <a:pt x="633" y="194"/>
                </a:lnTo>
                <a:lnTo>
                  <a:pt x="634" y="194"/>
                </a:lnTo>
                <a:lnTo>
                  <a:pt x="634" y="195"/>
                </a:lnTo>
                <a:lnTo>
                  <a:pt x="635" y="195"/>
                </a:lnTo>
                <a:lnTo>
                  <a:pt x="636" y="195"/>
                </a:lnTo>
                <a:lnTo>
                  <a:pt x="637" y="196"/>
                </a:lnTo>
                <a:lnTo>
                  <a:pt x="637" y="197"/>
                </a:lnTo>
                <a:lnTo>
                  <a:pt x="638" y="196"/>
                </a:lnTo>
                <a:lnTo>
                  <a:pt x="640" y="197"/>
                </a:lnTo>
                <a:lnTo>
                  <a:pt x="641" y="197"/>
                </a:lnTo>
                <a:lnTo>
                  <a:pt x="643" y="198"/>
                </a:lnTo>
                <a:lnTo>
                  <a:pt x="644" y="198"/>
                </a:lnTo>
                <a:lnTo>
                  <a:pt x="649" y="199"/>
                </a:lnTo>
                <a:lnTo>
                  <a:pt x="650" y="199"/>
                </a:lnTo>
                <a:lnTo>
                  <a:pt x="654" y="199"/>
                </a:lnTo>
                <a:lnTo>
                  <a:pt x="655" y="199"/>
                </a:lnTo>
                <a:lnTo>
                  <a:pt x="658" y="202"/>
                </a:lnTo>
                <a:lnTo>
                  <a:pt x="660" y="203"/>
                </a:lnTo>
                <a:lnTo>
                  <a:pt x="660" y="204"/>
                </a:lnTo>
                <a:lnTo>
                  <a:pt x="659" y="204"/>
                </a:lnTo>
                <a:lnTo>
                  <a:pt x="659" y="205"/>
                </a:lnTo>
                <a:lnTo>
                  <a:pt x="660" y="205"/>
                </a:lnTo>
                <a:lnTo>
                  <a:pt x="662" y="205"/>
                </a:lnTo>
                <a:lnTo>
                  <a:pt x="664" y="205"/>
                </a:lnTo>
                <a:lnTo>
                  <a:pt x="665" y="204"/>
                </a:lnTo>
                <a:lnTo>
                  <a:pt x="667" y="204"/>
                </a:lnTo>
                <a:lnTo>
                  <a:pt x="669" y="204"/>
                </a:lnTo>
                <a:lnTo>
                  <a:pt x="670" y="203"/>
                </a:lnTo>
                <a:lnTo>
                  <a:pt x="671" y="203"/>
                </a:lnTo>
                <a:lnTo>
                  <a:pt x="672" y="202"/>
                </a:lnTo>
                <a:lnTo>
                  <a:pt x="673" y="202"/>
                </a:lnTo>
                <a:lnTo>
                  <a:pt x="673" y="203"/>
                </a:lnTo>
                <a:lnTo>
                  <a:pt x="673" y="205"/>
                </a:lnTo>
                <a:lnTo>
                  <a:pt x="674" y="205"/>
                </a:lnTo>
                <a:lnTo>
                  <a:pt x="675" y="205"/>
                </a:lnTo>
                <a:lnTo>
                  <a:pt x="675" y="204"/>
                </a:lnTo>
                <a:lnTo>
                  <a:pt x="675" y="203"/>
                </a:lnTo>
                <a:lnTo>
                  <a:pt x="675" y="202"/>
                </a:lnTo>
                <a:lnTo>
                  <a:pt x="676" y="201"/>
                </a:lnTo>
                <a:lnTo>
                  <a:pt x="677" y="202"/>
                </a:lnTo>
                <a:lnTo>
                  <a:pt x="678" y="202"/>
                </a:lnTo>
                <a:lnTo>
                  <a:pt x="679" y="202"/>
                </a:lnTo>
                <a:lnTo>
                  <a:pt x="682" y="202"/>
                </a:lnTo>
                <a:lnTo>
                  <a:pt x="683" y="201"/>
                </a:lnTo>
                <a:lnTo>
                  <a:pt x="685" y="200"/>
                </a:lnTo>
                <a:lnTo>
                  <a:pt x="686" y="200"/>
                </a:lnTo>
                <a:lnTo>
                  <a:pt x="687" y="199"/>
                </a:lnTo>
                <a:lnTo>
                  <a:pt x="688" y="198"/>
                </a:lnTo>
                <a:lnTo>
                  <a:pt x="689" y="197"/>
                </a:lnTo>
                <a:lnTo>
                  <a:pt x="690" y="196"/>
                </a:lnTo>
                <a:lnTo>
                  <a:pt x="691" y="196"/>
                </a:lnTo>
                <a:lnTo>
                  <a:pt x="693" y="196"/>
                </a:lnTo>
                <a:lnTo>
                  <a:pt x="694" y="197"/>
                </a:lnTo>
                <a:lnTo>
                  <a:pt x="695" y="199"/>
                </a:lnTo>
                <a:lnTo>
                  <a:pt x="696" y="201"/>
                </a:lnTo>
                <a:lnTo>
                  <a:pt x="695" y="201"/>
                </a:lnTo>
                <a:lnTo>
                  <a:pt x="693" y="203"/>
                </a:lnTo>
                <a:lnTo>
                  <a:pt x="692" y="203"/>
                </a:lnTo>
                <a:lnTo>
                  <a:pt x="691" y="203"/>
                </a:lnTo>
                <a:lnTo>
                  <a:pt x="690" y="204"/>
                </a:lnTo>
                <a:lnTo>
                  <a:pt x="690" y="205"/>
                </a:lnTo>
                <a:lnTo>
                  <a:pt x="689" y="205"/>
                </a:lnTo>
                <a:lnTo>
                  <a:pt x="687" y="206"/>
                </a:lnTo>
                <a:lnTo>
                  <a:pt x="686" y="208"/>
                </a:lnTo>
                <a:lnTo>
                  <a:pt x="685" y="208"/>
                </a:lnTo>
                <a:lnTo>
                  <a:pt x="685" y="209"/>
                </a:lnTo>
                <a:lnTo>
                  <a:pt x="683" y="209"/>
                </a:lnTo>
                <a:lnTo>
                  <a:pt x="682" y="210"/>
                </a:lnTo>
                <a:lnTo>
                  <a:pt x="682" y="211"/>
                </a:lnTo>
                <a:lnTo>
                  <a:pt x="681" y="212"/>
                </a:lnTo>
                <a:lnTo>
                  <a:pt x="680" y="213"/>
                </a:lnTo>
                <a:lnTo>
                  <a:pt x="679" y="214"/>
                </a:lnTo>
                <a:lnTo>
                  <a:pt x="678" y="214"/>
                </a:lnTo>
                <a:lnTo>
                  <a:pt x="677" y="215"/>
                </a:lnTo>
                <a:lnTo>
                  <a:pt x="674" y="216"/>
                </a:lnTo>
                <a:lnTo>
                  <a:pt x="673" y="217"/>
                </a:lnTo>
                <a:lnTo>
                  <a:pt x="671" y="218"/>
                </a:lnTo>
                <a:lnTo>
                  <a:pt x="671" y="219"/>
                </a:lnTo>
                <a:lnTo>
                  <a:pt x="669" y="221"/>
                </a:lnTo>
                <a:lnTo>
                  <a:pt x="668" y="222"/>
                </a:lnTo>
                <a:lnTo>
                  <a:pt x="665" y="225"/>
                </a:lnTo>
                <a:lnTo>
                  <a:pt x="664" y="225"/>
                </a:lnTo>
                <a:lnTo>
                  <a:pt x="664" y="226"/>
                </a:lnTo>
                <a:lnTo>
                  <a:pt x="663" y="226"/>
                </a:lnTo>
                <a:lnTo>
                  <a:pt x="664" y="227"/>
                </a:lnTo>
                <a:lnTo>
                  <a:pt x="663" y="229"/>
                </a:lnTo>
                <a:lnTo>
                  <a:pt x="662" y="229"/>
                </a:lnTo>
                <a:lnTo>
                  <a:pt x="661" y="232"/>
                </a:lnTo>
                <a:lnTo>
                  <a:pt x="660" y="233"/>
                </a:lnTo>
                <a:lnTo>
                  <a:pt x="660" y="234"/>
                </a:lnTo>
                <a:lnTo>
                  <a:pt x="659" y="235"/>
                </a:lnTo>
                <a:lnTo>
                  <a:pt x="658" y="236"/>
                </a:lnTo>
                <a:lnTo>
                  <a:pt x="657" y="236"/>
                </a:lnTo>
                <a:lnTo>
                  <a:pt x="658" y="238"/>
                </a:lnTo>
                <a:lnTo>
                  <a:pt x="658" y="242"/>
                </a:lnTo>
                <a:lnTo>
                  <a:pt x="655" y="246"/>
                </a:lnTo>
                <a:lnTo>
                  <a:pt x="653" y="247"/>
                </a:lnTo>
                <a:lnTo>
                  <a:pt x="652" y="248"/>
                </a:lnTo>
                <a:lnTo>
                  <a:pt x="652" y="249"/>
                </a:lnTo>
                <a:lnTo>
                  <a:pt x="652" y="248"/>
                </a:lnTo>
                <a:lnTo>
                  <a:pt x="651" y="249"/>
                </a:lnTo>
                <a:lnTo>
                  <a:pt x="650" y="249"/>
                </a:lnTo>
                <a:lnTo>
                  <a:pt x="649" y="250"/>
                </a:lnTo>
                <a:lnTo>
                  <a:pt x="648" y="251"/>
                </a:lnTo>
                <a:lnTo>
                  <a:pt x="647" y="252"/>
                </a:lnTo>
                <a:lnTo>
                  <a:pt x="645" y="254"/>
                </a:lnTo>
                <a:lnTo>
                  <a:pt x="644" y="254"/>
                </a:lnTo>
                <a:lnTo>
                  <a:pt x="643" y="256"/>
                </a:lnTo>
                <a:lnTo>
                  <a:pt x="642" y="257"/>
                </a:lnTo>
                <a:lnTo>
                  <a:pt x="641" y="258"/>
                </a:lnTo>
                <a:lnTo>
                  <a:pt x="641" y="259"/>
                </a:lnTo>
                <a:lnTo>
                  <a:pt x="640" y="260"/>
                </a:lnTo>
                <a:lnTo>
                  <a:pt x="640" y="261"/>
                </a:lnTo>
                <a:lnTo>
                  <a:pt x="639" y="262"/>
                </a:lnTo>
                <a:lnTo>
                  <a:pt x="639" y="263"/>
                </a:lnTo>
                <a:lnTo>
                  <a:pt x="638" y="263"/>
                </a:lnTo>
                <a:lnTo>
                  <a:pt x="637" y="266"/>
                </a:lnTo>
                <a:lnTo>
                  <a:pt x="637" y="267"/>
                </a:lnTo>
                <a:lnTo>
                  <a:pt x="637" y="268"/>
                </a:lnTo>
                <a:lnTo>
                  <a:pt x="636" y="270"/>
                </a:lnTo>
                <a:lnTo>
                  <a:pt x="635" y="271"/>
                </a:lnTo>
                <a:lnTo>
                  <a:pt x="634" y="271"/>
                </a:lnTo>
                <a:lnTo>
                  <a:pt x="633" y="272"/>
                </a:lnTo>
                <a:lnTo>
                  <a:pt x="633" y="273"/>
                </a:lnTo>
                <a:lnTo>
                  <a:pt x="632" y="276"/>
                </a:lnTo>
                <a:lnTo>
                  <a:pt x="632" y="277"/>
                </a:lnTo>
                <a:lnTo>
                  <a:pt x="631" y="279"/>
                </a:lnTo>
                <a:lnTo>
                  <a:pt x="629" y="279"/>
                </a:lnTo>
                <a:lnTo>
                  <a:pt x="629" y="278"/>
                </a:lnTo>
                <a:lnTo>
                  <a:pt x="628" y="279"/>
                </a:lnTo>
                <a:lnTo>
                  <a:pt x="626" y="281"/>
                </a:lnTo>
                <a:lnTo>
                  <a:pt x="623" y="282"/>
                </a:lnTo>
                <a:lnTo>
                  <a:pt x="622" y="282"/>
                </a:lnTo>
                <a:lnTo>
                  <a:pt x="621" y="283"/>
                </a:lnTo>
                <a:lnTo>
                  <a:pt x="620" y="283"/>
                </a:lnTo>
                <a:lnTo>
                  <a:pt x="619" y="283"/>
                </a:lnTo>
                <a:lnTo>
                  <a:pt x="619" y="284"/>
                </a:lnTo>
                <a:lnTo>
                  <a:pt x="618" y="284"/>
                </a:lnTo>
                <a:lnTo>
                  <a:pt x="617" y="283"/>
                </a:lnTo>
                <a:lnTo>
                  <a:pt x="617" y="284"/>
                </a:lnTo>
                <a:lnTo>
                  <a:pt x="616" y="284"/>
                </a:lnTo>
                <a:lnTo>
                  <a:pt x="616" y="285"/>
                </a:lnTo>
                <a:lnTo>
                  <a:pt x="615" y="286"/>
                </a:lnTo>
                <a:lnTo>
                  <a:pt x="613" y="286"/>
                </a:lnTo>
                <a:lnTo>
                  <a:pt x="612" y="286"/>
                </a:lnTo>
                <a:lnTo>
                  <a:pt x="610" y="285"/>
                </a:lnTo>
                <a:lnTo>
                  <a:pt x="608" y="285"/>
                </a:lnTo>
                <a:lnTo>
                  <a:pt x="608" y="286"/>
                </a:lnTo>
                <a:lnTo>
                  <a:pt x="607" y="287"/>
                </a:lnTo>
                <a:lnTo>
                  <a:pt x="608" y="287"/>
                </a:lnTo>
                <a:lnTo>
                  <a:pt x="608" y="288"/>
                </a:lnTo>
                <a:lnTo>
                  <a:pt x="607" y="288"/>
                </a:lnTo>
                <a:lnTo>
                  <a:pt x="607" y="289"/>
                </a:lnTo>
                <a:lnTo>
                  <a:pt x="606" y="289"/>
                </a:lnTo>
                <a:lnTo>
                  <a:pt x="606" y="290"/>
                </a:lnTo>
                <a:lnTo>
                  <a:pt x="605" y="291"/>
                </a:lnTo>
                <a:lnTo>
                  <a:pt x="604" y="291"/>
                </a:lnTo>
                <a:lnTo>
                  <a:pt x="604" y="292"/>
                </a:lnTo>
                <a:lnTo>
                  <a:pt x="604" y="293"/>
                </a:lnTo>
                <a:lnTo>
                  <a:pt x="602" y="295"/>
                </a:lnTo>
                <a:lnTo>
                  <a:pt x="601" y="295"/>
                </a:lnTo>
                <a:lnTo>
                  <a:pt x="601" y="293"/>
                </a:lnTo>
                <a:lnTo>
                  <a:pt x="602" y="293"/>
                </a:lnTo>
                <a:lnTo>
                  <a:pt x="600" y="291"/>
                </a:lnTo>
                <a:lnTo>
                  <a:pt x="593" y="294"/>
                </a:lnTo>
                <a:lnTo>
                  <a:pt x="592" y="295"/>
                </a:lnTo>
                <a:lnTo>
                  <a:pt x="590" y="295"/>
                </a:lnTo>
                <a:lnTo>
                  <a:pt x="590" y="296"/>
                </a:lnTo>
                <a:lnTo>
                  <a:pt x="589" y="297"/>
                </a:lnTo>
                <a:lnTo>
                  <a:pt x="590" y="298"/>
                </a:lnTo>
                <a:lnTo>
                  <a:pt x="591" y="298"/>
                </a:lnTo>
                <a:lnTo>
                  <a:pt x="591" y="300"/>
                </a:lnTo>
                <a:lnTo>
                  <a:pt x="589" y="303"/>
                </a:lnTo>
                <a:lnTo>
                  <a:pt x="589" y="304"/>
                </a:lnTo>
                <a:lnTo>
                  <a:pt x="588" y="304"/>
                </a:lnTo>
                <a:lnTo>
                  <a:pt x="587" y="304"/>
                </a:lnTo>
                <a:lnTo>
                  <a:pt x="587" y="306"/>
                </a:lnTo>
                <a:lnTo>
                  <a:pt x="587" y="307"/>
                </a:lnTo>
                <a:lnTo>
                  <a:pt x="587" y="308"/>
                </a:lnTo>
                <a:lnTo>
                  <a:pt x="588" y="308"/>
                </a:lnTo>
                <a:lnTo>
                  <a:pt x="589" y="307"/>
                </a:lnTo>
                <a:lnTo>
                  <a:pt x="589" y="308"/>
                </a:lnTo>
                <a:lnTo>
                  <a:pt x="589" y="309"/>
                </a:lnTo>
                <a:lnTo>
                  <a:pt x="590" y="309"/>
                </a:lnTo>
                <a:lnTo>
                  <a:pt x="591" y="311"/>
                </a:lnTo>
                <a:lnTo>
                  <a:pt x="591" y="312"/>
                </a:lnTo>
                <a:lnTo>
                  <a:pt x="590" y="312"/>
                </a:lnTo>
                <a:lnTo>
                  <a:pt x="590" y="313"/>
                </a:lnTo>
                <a:lnTo>
                  <a:pt x="590" y="314"/>
                </a:lnTo>
                <a:lnTo>
                  <a:pt x="590" y="315"/>
                </a:lnTo>
                <a:lnTo>
                  <a:pt x="590" y="316"/>
                </a:lnTo>
                <a:lnTo>
                  <a:pt x="590" y="317"/>
                </a:lnTo>
                <a:lnTo>
                  <a:pt x="591" y="317"/>
                </a:lnTo>
                <a:lnTo>
                  <a:pt x="593" y="316"/>
                </a:lnTo>
                <a:lnTo>
                  <a:pt x="595" y="314"/>
                </a:lnTo>
                <a:lnTo>
                  <a:pt x="595" y="313"/>
                </a:lnTo>
                <a:lnTo>
                  <a:pt x="595" y="311"/>
                </a:lnTo>
                <a:lnTo>
                  <a:pt x="595" y="310"/>
                </a:lnTo>
                <a:lnTo>
                  <a:pt x="595" y="308"/>
                </a:lnTo>
                <a:lnTo>
                  <a:pt x="595" y="305"/>
                </a:lnTo>
                <a:lnTo>
                  <a:pt x="595" y="304"/>
                </a:lnTo>
                <a:lnTo>
                  <a:pt x="596" y="303"/>
                </a:lnTo>
                <a:lnTo>
                  <a:pt x="597" y="302"/>
                </a:lnTo>
                <a:lnTo>
                  <a:pt x="598" y="302"/>
                </a:lnTo>
                <a:lnTo>
                  <a:pt x="598" y="301"/>
                </a:lnTo>
                <a:lnTo>
                  <a:pt x="599" y="299"/>
                </a:lnTo>
                <a:lnTo>
                  <a:pt x="600" y="298"/>
                </a:lnTo>
                <a:lnTo>
                  <a:pt x="603" y="301"/>
                </a:lnTo>
                <a:lnTo>
                  <a:pt x="603" y="302"/>
                </a:lnTo>
                <a:lnTo>
                  <a:pt x="604" y="302"/>
                </a:lnTo>
                <a:lnTo>
                  <a:pt x="605" y="303"/>
                </a:lnTo>
                <a:lnTo>
                  <a:pt x="605" y="304"/>
                </a:lnTo>
                <a:lnTo>
                  <a:pt x="604" y="304"/>
                </a:lnTo>
                <a:lnTo>
                  <a:pt x="604" y="305"/>
                </a:lnTo>
                <a:lnTo>
                  <a:pt x="603" y="306"/>
                </a:lnTo>
                <a:lnTo>
                  <a:pt x="604" y="306"/>
                </a:lnTo>
                <a:lnTo>
                  <a:pt x="604" y="308"/>
                </a:lnTo>
                <a:lnTo>
                  <a:pt x="603" y="308"/>
                </a:lnTo>
                <a:lnTo>
                  <a:pt x="603" y="307"/>
                </a:lnTo>
                <a:lnTo>
                  <a:pt x="602" y="307"/>
                </a:lnTo>
                <a:lnTo>
                  <a:pt x="602" y="308"/>
                </a:lnTo>
                <a:lnTo>
                  <a:pt x="603" y="308"/>
                </a:lnTo>
                <a:lnTo>
                  <a:pt x="603" y="309"/>
                </a:lnTo>
                <a:lnTo>
                  <a:pt x="603" y="310"/>
                </a:lnTo>
                <a:lnTo>
                  <a:pt x="603" y="311"/>
                </a:lnTo>
                <a:lnTo>
                  <a:pt x="603" y="312"/>
                </a:lnTo>
                <a:lnTo>
                  <a:pt x="603" y="313"/>
                </a:lnTo>
                <a:lnTo>
                  <a:pt x="602" y="313"/>
                </a:lnTo>
                <a:lnTo>
                  <a:pt x="601" y="313"/>
                </a:lnTo>
                <a:lnTo>
                  <a:pt x="599" y="315"/>
                </a:lnTo>
                <a:lnTo>
                  <a:pt x="599" y="316"/>
                </a:lnTo>
                <a:lnTo>
                  <a:pt x="599" y="317"/>
                </a:lnTo>
                <a:lnTo>
                  <a:pt x="599" y="318"/>
                </a:lnTo>
                <a:lnTo>
                  <a:pt x="599" y="319"/>
                </a:lnTo>
                <a:lnTo>
                  <a:pt x="600" y="320"/>
                </a:lnTo>
                <a:lnTo>
                  <a:pt x="600" y="319"/>
                </a:lnTo>
                <a:lnTo>
                  <a:pt x="601" y="318"/>
                </a:lnTo>
                <a:lnTo>
                  <a:pt x="602" y="318"/>
                </a:lnTo>
                <a:lnTo>
                  <a:pt x="602" y="317"/>
                </a:lnTo>
                <a:lnTo>
                  <a:pt x="603" y="317"/>
                </a:lnTo>
                <a:lnTo>
                  <a:pt x="604" y="317"/>
                </a:lnTo>
                <a:lnTo>
                  <a:pt x="604" y="315"/>
                </a:lnTo>
                <a:lnTo>
                  <a:pt x="605" y="314"/>
                </a:lnTo>
                <a:lnTo>
                  <a:pt x="606" y="313"/>
                </a:lnTo>
                <a:lnTo>
                  <a:pt x="606" y="312"/>
                </a:lnTo>
                <a:lnTo>
                  <a:pt x="607" y="309"/>
                </a:lnTo>
                <a:lnTo>
                  <a:pt x="608" y="308"/>
                </a:lnTo>
                <a:lnTo>
                  <a:pt x="608" y="307"/>
                </a:lnTo>
                <a:lnTo>
                  <a:pt x="607" y="305"/>
                </a:lnTo>
                <a:lnTo>
                  <a:pt x="608" y="305"/>
                </a:lnTo>
                <a:lnTo>
                  <a:pt x="609" y="304"/>
                </a:lnTo>
                <a:lnTo>
                  <a:pt x="610" y="303"/>
                </a:lnTo>
                <a:lnTo>
                  <a:pt x="610" y="302"/>
                </a:lnTo>
                <a:lnTo>
                  <a:pt x="610" y="301"/>
                </a:lnTo>
                <a:lnTo>
                  <a:pt x="610" y="300"/>
                </a:lnTo>
                <a:lnTo>
                  <a:pt x="611" y="300"/>
                </a:lnTo>
                <a:lnTo>
                  <a:pt x="612" y="299"/>
                </a:lnTo>
                <a:lnTo>
                  <a:pt x="613" y="299"/>
                </a:lnTo>
                <a:lnTo>
                  <a:pt x="614" y="298"/>
                </a:lnTo>
                <a:lnTo>
                  <a:pt x="621" y="295"/>
                </a:lnTo>
                <a:lnTo>
                  <a:pt x="622" y="294"/>
                </a:lnTo>
                <a:lnTo>
                  <a:pt x="623" y="293"/>
                </a:lnTo>
                <a:lnTo>
                  <a:pt x="624" y="293"/>
                </a:lnTo>
                <a:lnTo>
                  <a:pt x="625" y="291"/>
                </a:lnTo>
                <a:lnTo>
                  <a:pt x="627" y="289"/>
                </a:lnTo>
                <a:lnTo>
                  <a:pt x="627" y="288"/>
                </a:lnTo>
                <a:lnTo>
                  <a:pt x="628" y="288"/>
                </a:lnTo>
                <a:lnTo>
                  <a:pt x="629" y="287"/>
                </a:lnTo>
                <a:lnTo>
                  <a:pt x="630" y="285"/>
                </a:lnTo>
                <a:lnTo>
                  <a:pt x="631" y="285"/>
                </a:lnTo>
                <a:lnTo>
                  <a:pt x="632" y="285"/>
                </a:lnTo>
                <a:lnTo>
                  <a:pt x="634" y="284"/>
                </a:lnTo>
                <a:lnTo>
                  <a:pt x="634" y="283"/>
                </a:lnTo>
                <a:lnTo>
                  <a:pt x="635" y="282"/>
                </a:lnTo>
                <a:lnTo>
                  <a:pt x="636" y="282"/>
                </a:lnTo>
                <a:lnTo>
                  <a:pt x="637" y="282"/>
                </a:lnTo>
                <a:lnTo>
                  <a:pt x="638" y="282"/>
                </a:lnTo>
                <a:lnTo>
                  <a:pt x="638" y="283"/>
                </a:lnTo>
                <a:lnTo>
                  <a:pt x="640" y="284"/>
                </a:lnTo>
                <a:lnTo>
                  <a:pt x="641" y="284"/>
                </a:lnTo>
                <a:lnTo>
                  <a:pt x="642" y="284"/>
                </a:lnTo>
                <a:lnTo>
                  <a:pt x="642" y="283"/>
                </a:lnTo>
                <a:lnTo>
                  <a:pt x="643" y="283"/>
                </a:lnTo>
                <a:lnTo>
                  <a:pt x="643" y="282"/>
                </a:lnTo>
                <a:lnTo>
                  <a:pt x="645" y="281"/>
                </a:lnTo>
                <a:lnTo>
                  <a:pt x="646" y="281"/>
                </a:lnTo>
                <a:lnTo>
                  <a:pt x="645" y="282"/>
                </a:lnTo>
                <a:lnTo>
                  <a:pt x="645" y="283"/>
                </a:lnTo>
                <a:lnTo>
                  <a:pt x="645" y="284"/>
                </a:lnTo>
                <a:lnTo>
                  <a:pt x="644" y="285"/>
                </a:lnTo>
                <a:lnTo>
                  <a:pt x="643" y="287"/>
                </a:lnTo>
                <a:lnTo>
                  <a:pt x="643" y="290"/>
                </a:lnTo>
                <a:lnTo>
                  <a:pt x="644" y="291"/>
                </a:lnTo>
                <a:lnTo>
                  <a:pt x="644" y="293"/>
                </a:lnTo>
                <a:lnTo>
                  <a:pt x="645" y="293"/>
                </a:lnTo>
                <a:lnTo>
                  <a:pt x="645" y="294"/>
                </a:lnTo>
                <a:lnTo>
                  <a:pt x="646" y="295"/>
                </a:lnTo>
                <a:lnTo>
                  <a:pt x="647" y="295"/>
                </a:lnTo>
                <a:lnTo>
                  <a:pt x="649" y="294"/>
                </a:lnTo>
                <a:lnTo>
                  <a:pt x="649" y="293"/>
                </a:lnTo>
                <a:lnTo>
                  <a:pt x="650" y="293"/>
                </a:lnTo>
                <a:lnTo>
                  <a:pt x="651" y="293"/>
                </a:lnTo>
                <a:lnTo>
                  <a:pt x="652" y="293"/>
                </a:lnTo>
                <a:lnTo>
                  <a:pt x="652" y="292"/>
                </a:lnTo>
                <a:lnTo>
                  <a:pt x="652" y="291"/>
                </a:lnTo>
                <a:lnTo>
                  <a:pt x="653" y="290"/>
                </a:lnTo>
                <a:lnTo>
                  <a:pt x="654" y="289"/>
                </a:lnTo>
                <a:lnTo>
                  <a:pt x="654" y="288"/>
                </a:lnTo>
                <a:lnTo>
                  <a:pt x="653" y="288"/>
                </a:lnTo>
                <a:lnTo>
                  <a:pt x="653" y="287"/>
                </a:lnTo>
                <a:lnTo>
                  <a:pt x="653" y="285"/>
                </a:lnTo>
                <a:lnTo>
                  <a:pt x="654" y="284"/>
                </a:lnTo>
                <a:lnTo>
                  <a:pt x="654" y="283"/>
                </a:lnTo>
                <a:lnTo>
                  <a:pt x="654" y="281"/>
                </a:lnTo>
                <a:lnTo>
                  <a:pt x="656" y="281"/>
                </a:lnTo>
                <a:lnTo>
                  <a:pt x="657" y="280"/>
                </a:lnTo>
                <a:lnTo>
                  <a:pt x="657" y="279"/>
                </a:lnTo>
                <a:lnTo>
                  <a:pt x="656" y="279"/>
                </a:lnTo>
                <a:lnTo>
                  <a:pt x="655" y="279"/>
                </a:lnTo>
                <a:lnTo>
                  <a:pt x="654" y="278"/>
                </a:lnTo>
                <a:lnTo>
                  <a:pt x="653" y="278"/>
                </a:lnTo>
                <a:lnTo>
                  <a:pt x="652" y="278"/>
                </a:lnTo>
                <a:lnTo>
                  <a:pt x="648" y="278"/>
                </a:lnTo>
                <a:lnTo>
                  <a:pt x="648" y="279"/>
                </a:lnTo>
                <a:lnTo>
                  <a:pt x="647" y="279"/>
                </a:lnTo>
                <a:lnTo>
                  <a:pt x="645" y="279"/>
                </a:lnTo>
                <a:lnTo>
                  <a:pt x="644" y="279"/>
                </a:lnTo>
                <a:lnTo>
                  <a:pt x="643" y="279"/>
                </a:lnTo>
                <a:lnTo>
                  <a:pt x="644" y="279"/>
                </a:lnTo>
                <a:lnTo>
                  <a:pt x="643" y="280"/>
                </a:lnTo>
                <a:lnTo>
                  <a:pt x="642" y="280"/>
                </a:lnTo>
                <a:lnTo>
                  <a:pt x="641" y="280"/>
                </a:lnTo>
                <a:lnTo>
                  <a:pt x="640" y="281"/>
                </a:lnTo>
                <a:lnTo>
                  <a:pt x="639" y="281"/>
                </a:lnTo>
                <a:lnTo>
                  <a:pt x="639" y="280"/>
                </a:lnTo>
                <a:lnTo>
                  <a:pt x="638" y="278"/>
                </a:lnTo>
                <a:lnTo>
                  <a:pt x="639" y="278"/>
                </a:lnTo>
                <a:lnTo>
                  <a:pt x="639" y="277"/>
                </a:lnTo>
                <a:lnTo>
                  <a:pt x="640" y="277"/>
                </a:lnTo>
                <a:lnTo>
                  <a:pt x="641" y="275"/>
                </a:lnTo>
                <a:lnTo>
                  <a:pt x="642" y="275"/>
                </a:lnTo>
                <a:lnTo>
                  <a:pt x="643" y="274"/>
                </a:lnTo>
                <a:lnTo>
                  <a:pt x="644" y="272"/>
                </a:lnTo>
                <a:lnTo>
                  <a:pt x="644" y="271"/>
                </a:lnTo>
                <a:lnTo>
                  <a:pt x="645" y="270"/>
                </a:lnTo>
                <a:lnTo>
                  <a:pt x="645" y="269"/>
                </a:lnTo>
                <a:lnTo>
                  <a:pt x="645" y="268"/>
                </a:lnTo>
                <a:lnTo>
                  <a:pt x="646" y="267"/>
                </a:lnTo>
                <a:lnTo>
                  <a:pt x="647" y="267"/>
                </a:lnTo>
                <a:lnTo>
                  <a:pt x="648" y="267"/>
                </a:lnTo>
                <a:lnTo>
                  <a:pt x="650" y="266"/>
                </a:lnTo>
                <a:lnTo>
                  <a:pt x="650" y="265"/>
                </a:lnTo>
                <a:lnTo>
                  <a:pt x="653" y="264"/>
                </a:lnTo>
                <a:lnTo>
                  <a:pt x="655" y="263"/>
                </a:lnTo>
                <a:lnTo>
                  <a:pt x="656" y="263"/>
                </a:lnTo>
                <a:lnTo>
                  <a:pt x="657" y="262"/>
                </a:lnTo>
                <a:lnTo>
                  <a:pt x="657" y="261"/>
                </a:lnTo>
                <a:lnTo>
                  <a:pt x="658" y="261"/>
                </a:lnTo>
                <a:lnTo>
                  <a:pt x="660" y="262"/>
                </a:lnTo>
                <a:lnTo>
                  <a:pt x="661" y="261"/>
                </a:lnTo>
                <a:lnTo>
                  <a:pt x="662" y="260"/>
                </a:lnTo>
                <a:lnTo>
                  <a:pt x="662" y="261"/>
                </a:lnTo>
                <a:lnTo>
                  <a:pt x="664" y="260"/>
                </a:lnTo>
                <a:lnTo>
                  <a:pt x="665" y="258"/>
                </a:lnTo>
                <a:lnTo>
                  <a:pt x="665" y="257"/>
                </a:lnTo>
                <a:lnTo>
                  <a:pt x="665" y="256"/>
                </a:lnTo>
                <a:lnTo>
                  <a:pt x="666" y="255"/>
                </a:lnTo>
                <a:lnTo>
                  <a:pt x="668" y="256"/>
                </a:lnTo>
                <a:lnTo>
                  <a:pt x="668" y="257"/>
                </a:lnTo>
                <a:lnTo>
                  <a:pt x="670" y="257"/>
                </a:lnTo>
                <a:lnTo>
                  <a:pt x="670" y="256"/>
                </a:lnTo>
                <a:lnTo>
                  <a:pt x="672" y="256"/>
                </a:lnTo>
                <a:lnTo>
                  <a:pt x="673" y="257"/>
                </a:lnTo>
                <a:lnTo>
                  <a:pt x="672" y="259"/>
                </a:lnTo>
                <a:lnTo>
                  <a:pt x="673" y="259"/>
                </a:lnTo>
                <a:lnTo>
                  <a:pt x="676" y="259"/>
                </a:lnTo>
                <a:lnTo>
                  <a:pt x="677" y="260"/>
                </a:lnTo>
                <a:lnTo>
                  <a:pt x="676" y="261"/>
                </a:lnTo>
                <a:lnTo>
                  <a:pt x="677" y="263"/>
                </a:lnTo>
                <a:lnTo>
                  <a:pt x="678" y="263"/>
                </a:lnTo>
                <a:lnTo>
                  <a:pt x="679" y="262"/>
                </a:lnTo>
                <a:lnTo>
                  <a:pt x="680" y="262"/>
                </a:lnTo>
                <a:lnTo>
                  <a:pt x="680" y="263"/>
                </a:lnTo>
                <a:lnTo>
                  <a:pt x="681" y="265"/>
                </a:lnTo>
                <a:lnTo>
                  <a:pt x="680" y="265"/>
                </a:lnTo>
                <a:lnTo>
                  <a:pt x="680" y="266"/>
                </a:lnTo>
                <a:lnTo>
                  <a:pt x="678" y="267"/>
                </a:lnTo>
                <a:lnTo>
                  <a:pt x="679" y="267"/>
                </a:lnTo>
                <a:lnTo>
                  <a:pt x="679" y="268"/>
                </a:lnTo>
                <a:lnTo>
                  <a:pt x="679" y="269"/>
                </a:lnTo>
                <a:lnTo>
                  <a:pt x="680" y="270"/>
                </a:lnTo>
                <a:lnTo>
                  <a:pt x="680" y="271"/>
                </a:lnTo>
                <a:lnTo>
                  <a:pt x="680" y="272"/>
                </a:lnTo>
                <a:lnTo>
                  <a:pt x="681" y="272"/>
                </a:lnTo>
                <a:lnTo>
                  <a:pt x="682" y="272"/>
                </a:lnTo>
                <a:lnTo>
                  <a:pt x="682" y="273"/>
                </a:lnTo>
                <a:lnTo>
                  <a:pt x="681" y="273"/>
                </a:lnTo>
                <a:lnTo>
                  <a:pt x="680" y="273"/>
                </a:lnTo>
                <a:lnTo>
                  <a:pt x="680" y="274"/>
                </a:lnTo>
                <a:lnTo>
                  <a:pt x="677" y="281"/>
                </a:lnTo>
                <a:lnTo>
                  <a:pt x="677" y="282"/>
                </a:lnTo>
                <a:lnTo>
                  <a:pt x="677" y="283"/>
                </a:lnTo>
                <a:lnTo>
                  <a:pt x="678" y="288"/>
                </a:lnTo>
                <a:lnTo>
                  <a:pt x="679" y="289"/>
                </a:lnTo>
                <a:lnTo>
                  <a:pt x="681" y="289"/>
                </a:lnTo>
                <a:lnTo>
                  <a:pt x="683" y="290"/>
                </a:lnTo>
                <a:lnTo>
                  <a:pt x="683" y="291"/>
                </a:lnTo>
                <a:lnTo>
                  <a:pt x="684" y="292"/>
                </a:lnTo>
                <a:lnTo>
                  <a:pt x="684" y="293"/>
                </a:lnTo>
                <a:lnTo>
                  <a:pt x="683" y="293"/>
                </a:lnTo>
                <a:lnTo>
                  <a:pt x="682" y="294"/>
                </a:lnTo>
                <a:lnTo>
                  <a:pt x="683" y="294"/>
                </a:lnTo>
                <a:lnTo>
                  <a:pt x="683" y="295"/>
                </a:lnTo>
                <a:lnTo>
                  <a:pt x="682" y="295"/>
                </a:lnTo>
                <a:lnTo>
                  <a:pt x="681" y="295"/>
                </a:lnTo>
                <a:lnTo>
                  <a:pt x="681" y="296"/>
                </a:lnTo>
                <a:lnTo>
                  <a:pt x="681" y="297"/>
                </a:lnTo>
                <a:lnTo>
                  <a:pt x="682" y="297"/>
                </a:lnTo>
                <a:lnTo>
                  <a:pt x="681" y="298"/>
                </a:lnTo>
                <a:lnTo>
                  <a:pt x="682" y="299"/>
                </a:lnTo>
                <a:lnTo>
                  <a:pt x="682" y="300"/>
                </a:lnTo>
                <a:lnTo>
                  <a:pt x="682" y="299"/>
                </a:lnTo>
                <a:lnTo>
                  <a:pt x="678" y="304"/>
                </a:lnTo>
                <a:lnTo>
                  <a:pt x="678" y="305"/>
                </a:lnTo>
                <a:lnTo>
                  <a:pt x="677" y="307"/>
                </a:lnTo>
                <a:lnTo>
                  <a:pt x="676" y="307"/>
                </a:lnTo>
                <a:lnTo>
                  <a:pt x="676" y="308"/>
                </a:lnTo>
                <a:lnTo>
                  <a:pt x="677" y="310"/>
                </a:lnTo>
                <a:lnTo>
                  <a:pt x="677" y="311"/>
                </a:lnTo>
                <a:lnTo>
                  <a:pt x="677" y="312"/>
                </a:lnTo>
                <a:lnTo>
                  <a:pt x="676" y="312"/>
                </a:lnTo>
                <a:lnTo>
                  <a:pt x="676" y="313"/>
                </a:lnTo>
                <a:lnTo>
                  <a:pt x="677" y="314"/>
                </a:lnTo>
                <a:lnTo>
                  <a:pt x="679" y="316"/>
                </a:lnTo>
                <a:lnTo>
                  <a:pt x="680" y="317"/>
                </a:lnTo>
                <a:lnTo>
                  <a:pt x="681" y="317"/>
                </a:lnTo>
                <a:lnTo>
                  <a:pt x="680" y="319"/>
                </a:lnTo>
                <a:lnTo>
                  <a:pt x="680" y="320"/>
                </a:lnTo>
                <a:lnTo>
                  <a:pt x="679" y="320"/>
                </a:lnTo>
                <a:lnTo>
                  <a:pt x="678" y="322"/>
                </a:lnTo>
                <a:lnTo>
                  <a:pt x="678" y="323"/>
                </a:lnTo>
                <a:lnTo>
                  <a:pt x="679" y="323"/>
                </a:lnTo>
                <a:lnTo>
                  <a:pt x="680" y="326"/>
                </a:lnTo>
                <a:lnTo>
                  <a:pt x="680" y="327"/>
                </a:lnTo>
                <a:lnTo>
                  <a:pt x="679" y="328"/>
                </a:lnTo>
                <a:lnTo>
                  <a:pt x="680" y="328"/>
                </a:lnTo>
                <a:lnTo>
                  <a:pt x="684" y="327"/>
                </a:lnTo>
                <a:lnTo>
                  <a:pt x="687" y="328"/>
                </a:lnTo>
                <a:lnTo>
                  <a:pt x="687" y="329"/>
                </a:lnTo>
                <a:lnTo>
                  <a:pt x="688" y="329"/>
                </a:lnTo>
                <a:lnTo>
                  <a:pt x="689" y="328"/>
                </a:lnTo>
                <a:lnTo>
                  <a:pt x="689" y="327"/>
                </a:lnTo>
                <a:lnTo>
                  <a:pt x="689" y="326"/>
                </a:lnTo>
                <a:lnTo>
                  <a:pt x="690" y="326"/>
                </a:lnTo>
                <a:lnTo>
                  <a:pt x="691" y="327"/>
                </a:lnTo>
                <a:lnTo>
                  <a:pt x="691" y="328"/>
                </a:lnTo>
                <a:lnTo>
                  <a:pt x="690" y="329"/>
                </a:lnTo>
                <a:lnTo>
                  <a:pt x="690" y="330"/>
                </a:lnTo>
                <a:lnTo>
                  <a:pt x="689" y="330"/>
                </a:lnTo>
                <a:lnTo>
                  <a:pt x="688" y="331"/>
                </a:lnTo>
                <a:lnTo>
                  <a:pt x="687" y="331"/>
                </a:lnTo>
                <a:lnTo>
                  <a:pt x="687" y="332"/>
                </a:lnTo>
                <a:lnTo>
                  <a:pt x="687" y="333"/>
                </a:lnTo>
                <a:lnTo>
                  <a:pt x="687" y="334"/>
                </a:lnTo>
                <a:lnTo>
                  <a:pt x="687" y="336"/>
                </a:lnTo>
                <a:lnTo>
                  <a:pt x="688" y="336"/>
                </a:lnTo>
                <a:lnTo>
                  <a:pt x="689" y="337"/>
                </a:lnTo>
                <a:lnTo>
                  <a:pt x="690" y="339"/>
                </a:lnTo>
                <a:lnTo>
                  <a:pt x="689" y="341"/>
                </a:lnTo>
                <a:lnTo>
                  <a:pt x="688" y="341"/>
                </a:lnTo>
                <a:lnTo>
                  <a:pt x="688" y="340"/>
                </a:lnTo>
                <a:lnTo>
                  <a:pt x="687" y="339"/>
                </a:lnTo>
                <a:lnTo>
                  <a:pt x="686" y="339"/>
                </a:lnTo>
                <a:lnTo>
                  <a:pt x="686" y="340"/>
                </a:lnTo>
                <a:lnTo>
                  <a:pt x="685" y="342"/>
                </a:lnTo>
                <a:lnTo>
                  <a:pt x="685" y="344"/>
                </a:lnTo>
                <a:lnTo>
                  <a:pt x="685" y="345"/>
                </a:lnTo>
                <a:lnTo>
                  <a:pt x="685" y="346"/>
                </a:lnTo>
                <a:lnTo>
                  <a:pt x="684" y="346"/>
                </a:lnTo>
                <a:lnTo>
                  <a:pt x="683" y="347"/>
                </a:lnTo>
                <a:lnTo>
                  <a:pt x="682" y="347"/>
                </a:lnTo>
                <a:lnTo>
                  <a:pt x="680" y="347"/>
                </a:lnTo>
                <a:lnTo>
                  <a:pt x="679" y="349"/>
                </a:lnTo>
                <a:lnTo>
                  <a:pt x="676" y="351"/>
                </a:lnTo>
                <a:lnTo>
                  <a:pt x="676" y="352"/>
                </a:lnTo>
                <a:lnTo>
                  <a:pt x="675" y="353"/>
                </a:lnTo>
                <a:lnTo>
                  <a:pt x="674" y="353"/>
                </a:lnTo>
                <a:lnTo>
                  <a:pt x="673" y="353"/>
                </a:lnTo>
                <a:lnTo>
                  <a:pt x="672" y="353"/>
                </a:lnTo>
                <a:lnTo>
                  <a:pt x="672" y="354"/>
                </a:lnTo>
                <a:lnTo>
                  <a:pt x="671" y="355"/>
                </a:lnTo>
                <a:lnTo>
                  <a:pt x="670" y="356"/>
                </a:lnTo>
                <a:lnTo>
                  <a:pt x="669" y="356"/>
                </a:lnTo>
                <a:lnTo>
                  <a:pt x="665" y="357"/>
                </a:lnTo>
                <a:lnTo>
                  <a:pt x="664" y="357"/>
                </a:lnTo>
                <a:lnTo>
                  <a:pt x="663" y="357"/>
                </a:lnTo>
                <a:lnTo>
                  <a:pt x="662" y="356"/>
                </a:lnTo>
                <a:lnTo>
                  <a:pt x="661" y="356"/>
                </a:lnTo>
                <a:lnTo>
                  <a:pt x="660" y="356"/>
                </a:lnTo>
                <a:lnTo>
                  <a:pt x="659" y="355"/>
                </a:lnTo>
                <a:lnTo>
                  <a:pt x="658" y="354"/>
                </a:lnTo>
                <a:lnTo>
                  <a:pt x="658" y="353"/>
                </a:lnTo>
                <a:lnTo>
                  <a:pt x="658" y="350"/>
                </a:lnTo>
                <a:lnTo>
                  <a:pt x="658" y="349"/>
                </a:lnTo>
                <a:lnTo>
                  <a:pt x="659" y="344"/>
                </a:lnTo>
                <a:lnTo>
                  <a:pt x="659" y="343"/>
                </a:lnTo>
                <a:lnTo>
                  <a:pt x="658" y="342"/>
                </a:lnTo>
                <a:lnTo>
                  <a:pt x="659" y="340"/>
                </a:lnTo>
                <a:lnTo>
                  <a:pt x="659" y="339"/>
                </a:lnTo>
                <a:lnTo>
                  <a:pt x="658" y="338"/>
                </a:lnTo>
                <a:lnTo>
                  <a:pt x="658" y="336"/>
                </a:lnTo>
                <a:lnTo>
                  <a:pt x="657" y="336"/>
                </a:lnTo>
                <a:lnTo>
                  <a:pt x="657" y="335"/>
                </a:lnTo>
                <a:lnTo>
                  <a:pt x="658" y="332"/>
                </a:lnTo>
                <a:lnTo>
                  <a:pt x="659" y="331"/>
                </a:lnTo>
                <a:lnTo>
                  <a:pt x="658" y="329"/>
                </a:lnTo>
                <a:lnTo>
                  <a:pt x="658" y="328"/>
                </a:lnTo>
                <a:lnTo>
                  <a:pt x="659" y="326"/>
                </a:lnTo>
                <a:lnTo>
                  <a:pt x="660" y="326"/>
                </a:lnTo>
                <a:lnTo>
                  <a:pt x="661" y="325"/>
                </a:lnTo>
                <a:lnTo>
                  <a:pt x="661" y="324"/>
                </a:lnTo>
                <a:lnTo>
                  <a:pt x="662" y="323"/>
                </a:lnTo>
                <a:lnTo>
                  <a:pt x="663" y="323"/>
                </a:lnTo>
                <a:lnTo>
                  <a:pt x="663" y="322"/>
                </a:lnTo>
                <a:lnTo>
                  <a:pt x="663" y="321"/>
                </a:lnTo>
                <a:lnTo>
                  <a:pt x="661" y="321"/>
                </a:lnTo>
                <a:lnTo>
                  <a:pt x="659" y="321"/>
                </a:lnTo>
                <a:lnTo>
                  <a:pt x="658" y="321"/>
                </a:lnTo>
                <a:lnTo>
                  <a:pt x="657" y="321"/>
                </a:lnTo>
                <a:lnTo>
                  <a:pt x="656" y="322"/>
                </a:lnTo>
                <a:lnTo>
                  <a:pt x="657" y="324"/>
                </a:lnTo>
                <a:lnTo>
                  <a:pt x="657" y="325"/>
                </a:lnTo>
                <a:lnTo>
                  <a:pt x="655" y="325"/>
                </a:lnTo>
                <a:lnTo>
                  <a:pt x="655" y="324"/>
                </a:lnTo>
                <a:lnTo>
                  <a:pt x="654" y="323"/>
                </a:lnTo>
                <a:lnTo>
                  <a:pt x="655" y="322"/>
                </a:lnTo>
                <a:lnTo>
                  <a:pt x="656" y="322"/>
                </a:lnTo>
                <a:lnTo>
                  <a:pt x="656" y="321"/>
                </a:lnTo>
                <a:lnTo>
                  <a:pt x="655" y="321"/>
                </a:lnTo>
                <a:lnTo>
                  <a:pt x="655" y="320"/>
                </a:lnTo>
                <a:lnTo>
                  <a:pt x="656" y="320"/>
                </a:lnTo>
                <a:lnTo>
                  <a:pt x="656" y="319"/>
                </a:lnTo>
                <a:lnTo>
                  <a:pt x="655" y="319"/>
                </a:lnTo>
                <a:lnTo>
                  <a:pt x="655" y="318"/>
                </a:lnTo>
                <a:lnTo>
                  <a:pt x="656" y="318"/>
                </a:lnTo>
                <a:lnTo>
                  <a:pt x="656" y="317"/>
                </a:lnTo>
                <a:lnTo>
                  <a:pt x="656" y="316"/>
                </a:lnTo>
                <a:lnTo>
                  <a:pt x="655" y="316"/>
                </a:lnTo>
                <a:lnTo>
                  <a:pt x="655" y="317"/>
                </a:lnTo>
                <a:lnTo>
                  <a:pt x="654" y="317"/>
                </a:lnTo>
                <a:lnTo>
                  <a:pt x="654" y="316"/>
                </a:lnTo>
                <a:lnTo>
                  <a:pt x="653" y="316"/>
                </a:lnTo>
                <a:lnTo>
                  <a:pt x="654" y="315"/>
                </a:lnTo>
                <a:lnTo>
                  <a:pt x="655" y="315"/>
                </a:lnTo>
                <a:lnTo>
                  <a:pt x="655" y="314"/>
                </a:lnTo>
                <a:lnTo>
                  <a:pt x="656" y="314"/>
                </a:lnTo>
                <a:lnTo>
                  <a:pt x="656" y="313"/>
                </a:lnTo>
                <a:lnTo>
                  <a:pt x="654" y="313"/>
                </a:lnTo>
                <a:lnTo>
                  <a:pt x="654" y="314"/>
                </a:lnTo>
                <a:lnTo>
                  <a:pt x="653" y="315"/>
                </a:lnTo>
                <a:lnTo>
                  <a:pt x="652" y="315"/>
                </a:lnTo>
                <a:lnTo>
                  <a:pt x="652" y="316"/>
                </a:lnTo>
                <a:lnTo>
                  <a:pt x="651" y="316"/>
                </a:lnTo>
                <a:lnTo>
                  <a:pt x="650" y="317"/>
                </a:lnTo>
                <a:lnTo>
                  <a:pt x="650" y="318"/>
                </a:lnTo>
                <a:lnTo>
                  <a:pt x="650" y="319"/>
                </a:lnTo>
                <a:lnTo>
                  <a:pt x="652" y="319"/>
                </a:lnTo>
                <a:lnTo>
                  <a:pt x="653" y="319"/>
                </a:lnTo>
                <a:lnTo>
                  <a:pt x="654" y="320"/>
                </a:lnTo>
                <a:lnTo>
                  <a:pt x="653" y="321"/>
                </a:lnTo>
                <a:lnTo>
                  <a:pt x="653" y="322"/>
                </a:lnTo>
                <a:lnTo>
                  <a:pt x="652" y="321"/>
                </a:lnTo>
                <a:lnTo>
                  <a:pt x="652" y="322"/>
                </a:lnTo>
                <a:lnTo>
                  <a:pt x="652" y="323"/>
                </a:lnTo>
                <a:lnTo>
                  <a:pt x="652" y="324"/>
                </a:lnTo>
                <a:lnTo>
                  <a:pt x="653" y="324"/>
                </a:lnTo>
                <a:lnTo>
                  <a:pt x="654" y="325"/>
                </a:lnTo>
                <a:lnTo>
                  <a:pt x="654" y="326"/>
                </a:lnTo>
                <a:lnTo>
                  <a:pt x="654" y="327"/>
                </a:lnTo>
                <a:lnTo>
                  <a:pt x="654" y="328"/>
                </a:lnTo>
                <a:lnTo>
                  <a:pt x="654" y="330"/>
                </a:lnTo>
                <a:lnTo>
                  <a:pt x="654" y="332"/>
                </a:lnTo>
                <a:lnTo>
                  <a:pt x="655" y="333"/>
                </a:lnTo>
                <a:lnTo>
                  <a:pt x="655" y="334"/>
                </a:lnTo>
                <a:lnTo>
                  <a:pt x="656" y="336"/>
                </a:lnTo>
                <a:lnTo>
                  <a:pt x="655" y="340"/>
                </a:lnTo>
                <a:lnTo>
                  <a:pt x="655" y="342"/>
                </a:lnTo>
                <a:lnTo>
                  <a:pt x="654" y="345"/>
                </a:lnTo>
                <a:lnTo>
                  <a:pt x="654" y="346"/>
                </a:lnTo>
                <a:lnTo>
                  <a:pt x="654" y="347"/>
                </a:lnTo>
                <a:lnTo>
                  <a:pt x="654" y="349"/>
                </a:lnTo>
                <a:lnTo>
                  <a:pt x="654" y="350"/>
                </a:lnTo>
                <a:lnTo>
                  <a:pt x="654" y="351"/>
                </a:lnTo>
                <a:lnTo>
                  <a:pt x="654" y="353"/>
                </a:lnTo>
                <a:lnTo>
                  <a:pt x="654" y="354"/>
                </a:lnTo>
                <a:lnTo>
                  <a:pt x="654" y="355"/>
                </a:lnTo>
                <a:lnTo>
                  <a:pt x="654" y="356"/>
                </a:lnTo>
                <a:lnTo>
                  <a:pt x="654" y="357"/>
                </a:lnTo>
                <a:lnTo>
                  <a:pt x="654" y="358"/>
                </a:lnTo>
                <a:lnTo>
                  <a:pt x="654" y="360"/>
                </a:lnTo>
                <a:lnTo>
                  <a:pt x="653" y="360"/>
                </a:lnTo>
                <a:lnTo>
                  <a:pt x="653" y="361"/>
                </a:lnTo>
                <a:lnTo>
                  <a:pt x="652" y="361"/>
                </a:lnTo>
                <a:lnTo>
                  <a:pt x="650" y="363"/>
                </a:lnTo>
                <a:lnTo>
                  <a:pt x="649" y="364"/>
                </a:lnTo>
                <a:lnTo>
                  <a:pt x="647" y="365"/>
                </a:lnTo>
                <a:lnTo>
                  <a:pt x="647" y="366"/>
                </a:lnTo>
                <a:lnTo>
                  <a:pt x="646" y="366"/>
                </a:lnTo>
                <a:lnTo>
                  <a:pt x="645" y="365"/>
                </a:lnTo>
                <a:lnTo>
                  <a:pt x="644" y="365"/>
                </a:lnTo>
                <a:lnTo>
                  <a:pt x="643" y="365"/>
                </a:lnTo>
                <a:lnTo>
                  <a:pt x="642" y="364"/>
                </a:lnTo>
                <a:lnTo>
                  <a:pt x="641" y="363"/>
                </a:lnTo>
                <a:lnTo>
                  <a:pt x="640" y="363"/>
                </a:lnTo>
                <a:lnTo>
                  <a:pt x="640" y="362"/>
                </a:lnTo>
                <a:lnTo>
                  <a:pt x="639" y="362"/>
                </a:lnTo>
                <a:lnTo>
                  <a:pt x="639" y="361"/>
                </a:lnTo>
                <a:lnTo>
                  <a:pt x="638" y="361"/>
                </a:lnTo>
                <a:lnTo>
                  <a:pt x="638" y="360"/>
                </a:lnTo>
                <a:lnTo>
                  <a:pt x="633" y="358"/>
                </a:lnTo>
                <a:lnTo>
                  <a:pt x="633" y="357"/>
                </a:lnTo>
                <a:lnTo>
                  <a:pt x="631" y="357"/>
                </a:lnTo>
                <a:lnTo>
                  <a:pt x="631" y="356"/>
                </a:lnTo>
                <a:lnTo>
                  <a:pt x="629" y="353"/>
                </a:lnTo>
                <a:lnTo>
                  <a:pt x="628" y="352"/>
                </a:lnTo>
                <a:lnTo>
                  <a:pt x="628" y="351"/>
                </a:lnTo>
                <a:lnTo>
                  <a:pt x="626" y="349"/>
                </a:lnTo>
                <a:lnTo>
                  <a:pt x="625" y="347"/>
                </a:lnTo>
                <a:lnTo>
                  <a:pt x="624" y="346"/>
                </a:lnTo>
                <a:lnTo>
                  <a:pt x="624" y="344"/>
                </a:lnTo>
                <a:lnTo>
                  <a:pt x="624" y="341"/>
                </a:lnTo>
                <a:lnTo>
                  <a:pt x="623" y="341"/>
                </a:lnTo>
                <a:lnTo>
                  <a:pt x="622" y="342"/>
                </a:lnTo>
                <a:lnTo>
                  <a:pt x="621" y="343"/>
                </a:lnTo>
                <a:lnTo>
                  <a:pt x="620" y="344"/>
                </a:lnTo>
                <a:lnTo>
                  <a:pt x="620" y="343"/>
                </a:lnTo>
                <a:lnTo>
                  <a:pt x="618" y="343"/>
                </a:lnTo>
                <a:lnTo>
                  <a:pt x="617" y="342"/>
                </a:lnTo>
                <a:lnTo>
                  <a:pt x="616" y="342"/>
                </a:lnTo>
                <a:lnTo>
                  <a:pt x="614" y="341"/>
                </a:lnTo>
                <a:lnTo>
                  <a:pt x="613" y="341"/>
                </a:lnTo>
                <a:lnTo>
                  <a:pt x="612" y="341"/>
                </a:lnTo>
                <a:lnTo>
                  <a:pt x="611" y="342"/>
                </a:lnTo>
                <a:lnTo>
                  <a:pt x="611" y="343"/>
                </a:lnTo>
                <a:lnTo>
                  <a:pt x="609" y="343"/>
                </a:lnTo>
                <a:lnTo>
                  <a:pt x="610" y="343"/>
                </a:lnTo>
                <a:lnTo>
                  <a:pt x="610" y="344"/>
                </a:lnTo>
                <a:lnTo>
                  <a:pt x="611" y="343"/>
                </a:lnTo>
                <a:lnTo>
                  <a:pt x="611" y="342"/>
                </a:lnTo>
                <a:lnTo>
                  <a:pt x="612" y="342"/>
                </a:lnTo>
                <a:lnTo>
                  <a:pt x="613" y="342"/>
                </a:lnTo>
                <a:lnTo>
                  <a:pt x="614" y="343"/>
                </a:lnTo>
                <a:lnTo>
                  <a:pt x="615" y="343"/>
                </a:lnTo>
                <a:lnTo>
                  <a:pt x="615" y="344"/>
                </a:lnTo>
                <a:lnTo>
                  <a:pt x="617" y="344"/>
                </a:lnTo>
                <a:lnTo>
                  <a:pt x="619" y="345"/>
                </a:lnTo>
                <a:lnTo>
                  <a:pt x="620" y="346"/>
                </a:lnTo>
                <a:lnTo>
                  <a:pt x="621" y="347"/>
                </a:lnTo>
                <a:lnTo>
                  <a:pt x="620" y="348"/>
                </a:lnTo>
                <a:lnTo>
                  <a:pt x="621" y="349"/>
                </a:lnTo>
                <a:lnTo>
                  <a:pt x="622" y="349"/>
                </a:lnTo>
                <a:lnTo>
                  <a:pt x="622" y="350"/>
                </a:lnTo>
                <a:lnTo>
                  <a:pt x="621" y="350"/>
                </a:lnTo>
                <a:lnTo>
                  <a:pt x="621" y="351"/>
                </a:lnTo>
                <a:lnTo>
                  <a:pt x="620" y="351"/>
                </a:lnTo>
                <a:lnTo>
                  <a:pt x="619" y="351"/>
                </a:lnTo>
                <a:lnTo>
                  <a:pt x="619" y="350"/>
                </a:lnTo>
                <a:lnTo>
                  <a:pt x="618" y="351"/>
                </a:lnTo>
                <a:lnTo>
                  <a:pt x="616" y="352"/>
                </a:lnTo>
                <a:lnTo>
                  <a:pt x="615" y="352"/>
                </a:lnTo>
                <a:lnTo>
                  <a:pt x="614" y="352"/>
                </a:lnTo>
                <a:lnTo>
                  <a:pt x="613" y="353"/>
                </a:lnTo>
                <a:lnTo>
                  <a:pt x="614" y="353"/>
                </a:lnTo>
                <a:lnTo>
                  <a:pt x="614" y="355"/>
                </a:lnTo>
                <a:lnTo>
                  <a:pt x="614" y="356"/>
                </a:lnTo>
                <a:lnTo>
                  <a:pt x="613" y="356"/>
                </a:lnTo>
                <a:lnTo>
                  <a:pt x="613" y="357"/>
                </a:lnTo>
                <a:lnTo>
                  <a:pt x="612" y="357"/>
                </a:lnTo>
                <a:lnTo>
                  <a:pt x="613" y="359"/>
                </a:lnTo>
                <a:lnTo>
                  <a:pt x="614" y="359"/>
                </a:lnTo>
                <a:lnTo>
                  <a:pt x="615" y="359"/>
                </a:lnTo>
                <a:lnTo>
                  <a:pt x="615" y="360"/>
                </a:lnTo>
                <a:lnTo>
                  <a:pt x="615" y="361"/>
                </a:lnTo>
                <a:lnTo>
                  <a:pt x="618" y="363"/>
                </a:lnTo>
                <a:lnTo>
                  <a:pt x="619" y="363"/>
                </a:lnTo>
                <a:lnTo>
                  <a:pt x="619" y="362"/>
                </a:lnTo>
                <a:lnTo>
                  <a:pt x="622" y="362"/>
                </a:lnTo>
                <a:lnTo>
                  <a:pt x="622" y="363"/>
                </a:lnTo>
                <a:lnTo>
                  <a:pt x="622" y="364"/>
                </a:lnTo>
                <a:lnTo>
                  <a:pt x="624" y="364"/>
                </a:lnTo>
                <a:lnTo>
                  <a:pt x="625" y="364"/>
                </a:lnTo>
                <a:lnTo>
                  <a:pt x="626" y="364"/>
                </a:lnTo>
                <a:lnTo>
                  <a:pt x="627" y="364"/>
                </a:lnTo>
                <a:lnTo>
                  <a:pt x="627" y="365"/>
                </a:lnTo>
                <a:lnTo>
                  <a:pt x="627" y="366"/>
                </a:lnTo>
                <a:lnTo>
                  <a:pt x="627" y="367"/>
                </a:lnTo>
                <a:lnTo>
                  <a:pt x="623" y="369"/>
                </a:lnTo>
                <a:lnTo>
                  <a:pt x="622" y="369"/>
                </a:lnTo>
                <a:lnTo>
                  <a:pt x="620" y="369"/>
                </a:lnTo>
                <a:lnTo>
                  <a:pt x="619" y="369"/>
                </a:lnTo>
                <a:lnTo>
                  <a:pt x="618" y="368"/>
                </a:lnTo>
                <a:lnTo>
                  <a:pt x="617" y="368"/>
                </a:lnTo>
                <a:lnTo>
                  <a:pt x="616" y="368"/>
                </a:lnTo>
                <a:lnTo>
                  <a:pt x="612" y="368"/>
                </a:lnTo>
                <a:lnTo>
                  <a:pt x="610" y="368"/>
                </a:lnTo>
                <a:lnTo>
                  <a:pt x="609" y="367"/>
                </a:lnTo>
                <a:lnTo>
                  <a:pt x="609" y="366"/>
                </a:lnTo>
                <a:lnTo>
                  <a:pt x="608" y="365"/>
                </a:lnTo>
                <a:lnTo>
                  <a:pt x="608" y="364"/>
                </a:lnTo>
                <a:lnTo>
                  <a:pt x="608" y="365"/>
                </a:lnTo>
                <a:lnTo>
                  <a:pt x="607" y="365"/>
                </a:lnTo>
                <a:lnTo>
                  <a:pt x="606" y="366"/>
                </a:lnTo>
                <a:lnTo>
                  <a:pt x="606" y="367"/>
                </a:lnTo>
                <a:lnTo>
                  <a:pt x="605" y="368"/>
                </a:lnTo>
                <a:lnTo>
                  <a:pt x="605" y="367"/>
                </a:lnTo>
                <a:lnTo>
                  <a:pt x="604" y="368"/>
                </a:lnTo>
                <a:lnTo>
                  <a:pt x="603" y="368"/>
                </a:lnTo>
                <a:lnTo>
                  <a:pt x="603" y="367"/>
                </a:lnTo>
                <a:lnTo>
                  <a:pt x="602" y="366"/>
                </a:lnTo>
                <a:lnTo>
                  <a:pt x="601" y="366"/>
                </a:lnTo>
                <a:lnTo>
                  <a:pt x="599" y="366"/>
                </a:lnTo>
                <a:lnTo>
                  <a:pt x="599" y="367"/>
                </a:lnTo>
                <a:lnTo>
                  <a:pt x="599" y="368"/>
                </a:lnTo>
                <a:lnTo>
                  <a:pt x="600" y="368"/>
                </a:lnTo>
                <a:lnTo>
                  <a:pt x="601" y="368"/>
                </a:lnTo>
                <a:lnTo>
                  <a:pt x="603" y="369"/>
                </a:lnTo>
                <a:lnTo>
                  <a:pt x="603" y="370"/>
                </a:lnTo>
                <a:lnTo>
                  <a:pt x="604" y="371"/>
                </a:lnTo>
                <a:lnTo>
                  <a:pt x="605" y="371"/>
                </a:lnTo>
                <a:lnTo>
                  <a:pt x="605" y="370"/>
                </a:lnTo>
                <a:lnTo>
                  <a:pt x="608" y="371"/>
                </a:lnTo>
                <a:lnTo>
                  <a:pt x="609" y="371"/>
                </a:lnTo>
                <a:lnTo>
                  <a:pt x="610" y="371"/>
                </a:lnTo>
                <a:lnTo>
                  <a:pt x="611" y="373"/>
                </a:lnTo>
                <a:lnTo>
                  <a:pt x="612" y="374"/>
                </a:lnTo>
                <a:lnTo>
                  <a:pt x="613" y="374"/>
                </a:lnTo>
                <a:lnTo>
                  <a:pt x="615" y="373"/>
                </a:lnTo>
                <a:lnTo>
                  <a:pt x="617" y="372"/>
                </a:lnTo>
                <a:lnTo>
                  <a:pt x="619" y="373"/>
                </a:lnTo>
                <a:lnTo>
                  <a:pt x="620" y="373"/>
                </a:lnTo>
                <a:lnTo>
                  <a:pt x="620" y="374"/>
                </a:lnTo>
                <a:lnTo>
                  <a:pt x="621" y="374"/>
                </a:lnTo>
                <a:lnTo>
                  <a:pt x="622" y="373"/>
                </a:lnTo>
                <a:lnTo>
                  <a:pt x="623" y="373"/>
                </a:lnTo>
                <a:lnTo>
                  <a:pt x="624" y="372"/>
                </a:lnTo>
                <a:lnTo>
                  <a:pt x="625" y="372"/>
                </a:lnTo>
                <a:lnTo>
                  <a:pt x="626" y="373"/>
                </a:lnTo>
                <a:lnTo>
                  <a:pt x="628" y="373"/>
                </a:lnTo>
                <a:lnTo>
                  <a:pt x="629" y="373"/>
                </a:lnTo>
                <a:lnTo>
                  <a:pt x="630" y="374"/>
                </a:lnTo>
                <a:lnTo>
                  <a:pt x="631" y="374"/>
                </a:lnTo>
                <a:lnTo>
                  <a:pt x="632" y="374"/>
                </a:lnTo>
                <a:lnTo>
                  <a:pt x="633" y="374"/>
                </a:lnTo>
                <a:lnTo>
                  <a:pt x="633" y="373"/>
                </a:lnTo>
                <a:lnTo>
                  <a:pt x="636" y="373"/>
                </a:lnTo>
                <a:lnTo>
                  <a:pt x="637" y="373"/>
                </a:lnTo>
                <a:lnTo>
                  <a:pt x="638" y="373"/>
                </a:lnTo>
                <a:lnTo>
                  <a:pt x="637" y="374"/>
                </a:lnTo>
                <a:lnTo>
                  <a:pt x="635" y="376"/>
                </a:lnTo>
                <a:lnTo>
                  <a:pt x="635" y="379"/>
                </a:lnTo>
                <a:lnTo>
                  <a:pt x="636" y="380"/>
                </a:lnTo>
                <a:lnTo>
                  <a:pt x="636" y="381"/>
                </a:lnTo>
                <a:lnTo>
                  <a:pt x="636" y="382"/>
                </a:lnTo>
                <a:lnTo>
                  <a:pt x="637" y="383"/>
                </a:lnTo>
                <a:lnTo>
                  <a:pt x="637" y="385"/>
                </a:lnTo>
                <a:lnTo>
                  <a:pt x="637" y="386"/>
                </a:lnTo>
                <a:lnTo>
                  <a:pt x="636" y="386"/>
                </a:lnTo>
                <a:lnTo>
                  <a:pt x="635" y="386"/>
                </a:lnTo>
                <a:lnTo>
                  <a:pt x="634" y="387"/>
                </a:lnTo>
                <a:lnTo>
                  <a:pt x="633" y="387"/>
                </a:lnTo>
                <a:lnTo>
                  <a:pt x="633" y="386"/>
                </a:lnTo>
                <a:lnTo>
                  <a:pt x="632" y="387"/>
                </a:lnTo>
                <a:lnTo>
                  <a:pt x="630" y="387"/>
                </a:lnTo>
                <a:lnTo>
                  <a:pt x="629" y="387"/>
                </a:lnTo>
                <a:lnTo>
                  <a:pt x="627" y="385"/>
                </a:lnTo>
                <a:lnTo>
                  <a:pt x="624" y="386"/>
                </a:lnTo>
                <a:lnTo>
                  <a:pt x="622" y="386"/>
                </a:lnTo>
                <a:lnTo>
                  <a:pt x="621" y="386"/>
                </a:lnTo>
                <a:lnTo>
                  <a:pt x="621" y="387"/>
                </a:lnTo>
                <a:lnTo>
                  <a:pt x="621" y="388"/>
                </a:lnTo>
                <a:lnTo>
                  <a:pt x="621" y="389"/>
                </a:lnTo>
                <a:lnTo>
                  <a:pt x="621" y="390"/>
                </a:lnTo>
                <a:lnTo>
                  <a:pt x="621" y="389"/>
                </a:lnTo>
                <a:lnTo>
                  <a:pt x="622" y="390"/>
                </a:lnTo>
                <a:lnTo>
                  <a:pt x="621" y="393"/>
                </a:lnTo>
                <a:lnTo>
                  <a:pt x="620" y="393"/>
                </a:lnTo>
                <a:lnTo>
                  <a:pt x="620" y="395"/>
                </a:lnTo>
                <a:lnTo>
                  <a:pt x="620" y="397"/>
                </a:lnTo>
                <a:lnTo>
                  <a:pt x="621" y="397"/>
                </a:lnTo>
                <a:lnTo>
                  <a:pt x="624" y="395"/>
                </a:lnTo>
                <a:lnTo>
                  <a:pt x="625" y="394"/>
                </a:lnTo>
                <a:lnTo>
                  <a:pt x="623" y="392"/>
                </a:lnTo>
                <a:lnTo>
                  <a:pt x="623" y="391"/>
                </a:lnTo>
                <a:lnTo>
                  <a:pt x="623" y="390"/>
                </a:lnTo>
                <a:lnTo>
                  <a:pt x="622" y="389"/>
                </a:lnTo>
                <a:lnTo>
                  <a:pt x="622" y="388"/>
                </a:lnTo>
                <a:lnTo>
                  <a:pt x="623" y="387"/>
                </a:lnTo>
                <a:lnTo>
                  <a:pt x="624" y="387"/>
                </a:lnTo>
                <a:lnTo>
                  <a:pt x="626" y="386"/>
                </a:lnTo>
                <a:lnTo>
                  <a:pt x="627" y="387"/>
                </a:lnTo>
                <a:lnTo>
                  <a:pt x="628" y="387"/>
                </a:lnTo>
                <a:lnTo>
                  <a:pt x="628" y="388"/>
                </a:lnTo>
                <a:lnTo>
                  <a:pt x="629" y="388"/>
                </a:lnTo>
                <a:lnTo>
                  <a:pt x="630" y="389"/>
                </a:lnTo>
                <a:lnTo>
                  <a:pt x="631" y="389"/>
                </a:lnTo>
                <a:lnTo>
                  <a:pt x="631" y="388"/>
                </a:lnTo>
                <a:lnTo>
                  <a:pt x="632" y="388"/>
                </a:lnTo>
                <a:lnTo>
                  <a:pt x="633" y="387"/>
                </a:lnTo>
                <a:lnTo>
                  <a:pt x="635" y="387"/>
                </a:lnTo>
                <a:lnTo>
                  <a:pt x="636" y="387"/>
                </a:lnTo>
                <a:lnTo>
                  <a:pt x="637" y="387"/>
                </a:lnTo>
                <a:lnTo>
                  <a:pt x="638" y="386"/>
                </a:lnTo>
                <a:lnTo>
                  <a:pt x="639" y="384"/>
                </a:lnTo>
                <a:lnTo>
                  <a:pt x="640" y="383"/>
                </a:lnTo>
                <a:lnTo>
                  <a:pt x="641" y="383"/>
                </a:lnTo>
                <a:lnTo>
                  <a:pt x="642" y="383"/>
                </a:lnTo>
                <a:lnTo>
                  <a:pt x="642" y="384"/>
                </a:lnTo>
                <a:lnTo>
                  <a:pt x="643" y="384"/>
                </a:lnTo>
                <a:lnTo>
                  <a:pt x="644" y="384"/>
                </a:lnTo>
                <a:lnTo>
                  <a:pt x="644" y="385"/>
                </a:lnTo>
                <a:lnTo>
                  <a:pt x="645" y="385"/>
                </a:lnTo>
                <a:lnTo>
                  <a:pt x="645" y="386"/>
                </a:lnTo>
                <a:lnTo>
                  <a:pt x="646" y="387"/>
                </a:lnTo>
                <a:lnTo>
                  <a:pt x="646" y="388"/>
                </a:lnTo>
                <a:lnTo>
                  <a:pt x="646" y="389"/>
                </a:lnTo>
                <a:lnTo>
                  <a:pt x="647" y="389"/>
                </a:lnTo>
                <a:lnTo>
                  <a:pt x="648" y="389"/>
                </a:lnTo>
                <a:lnTo>
                  <a:pt x="648" y="388"/>
                </a:lnTo>
                <a:lnTo>
                  <a:pt x="649" y="388"/>
                </a:lnTo>
                <a:lnTo>
                  <a:pt x="649" y="389"/>
                </a:lnTo>
                <a:lnTo>
                  <a:pt x="650" y="389"/>
                </a:lnTo>
                <a:lnTo>
                  <a:pt x="650" y="390"/>
                </a:lnTo>
                <a:lnTo>
                  <a:pt x="649" y="390"/>
                </a:lnTo>
                <a:lnTo>
                  <a:pt x="648" y="390"/>
                </a:lnTo>
                <a:lnTo>
                  <a:pt x="647" y="390"/>
                </a:lnTo>
                <a:lnTo>
                  <a:pt x="646" y="390"/>
                </a:lnTo>
                <a:lnTo>
                  <a:pt x="646" y="391"/>
                </a:lnTo>
                <a:lnTo>
                  <a:pt x="646" y="392"/>
                </a:lnTo>
                <a:lnTo>
                  <a:pt x="647" y="395"/>
                </a:lnTo>
                <a:lnTo>
                  <a:pt x="645" y="397"/>
                </a:lnTo>
                <a:lnTo>
                  <a:pt x="645" y="398"/>
                </a:lnTo>
                <a:lnTo>
                  <a:pt x="648" y="400"/>
                </a:lnTo>
                <a:lnTo>
                  <a:pt x="649" y="401"/>
                </a:lnTo>
                <a:lnTo>
                  <a:pt x="649" y="400"/>
                </a:lnTo>
                <a:lnTo>
                  <a:pt x="650" y="400"/>
                </a:lnTo>
                <a:lnTo>
                  <a:pt x="650" y="399"/>
                </a:lnTo>
                <a:lnTo>
                  <a:pt x="651" y="400"/>
                </a:lnTo>
                <a:lnTo>
                  <a:pt x="652" y="401"/>
                </a:lnTo>
                <a:lnTo>
                  <a:pt x="653" y="400"/>
                </a:lnTo>
                <a:lnTo>
                  <a:pt x="654" y="400"/>
                </a:lnTo>
                <a:lnTo>
                  <a:pt x="654" y="401"/>
                </a:lnTo>
                <a:lnTo>
                  <a:pt x="653" y="401"/>
                </a:lnTo>
                <a:lnTo>
                  <a:pt x="652" y="402"/>
                </a:lnTo>
                <a:lnTo>
                  <a:pt x="653" y="403"/>
                </a:lnTo>
                <a:lnTo>
                  <a:pt x="652" y="403"/>
                </a:lnTo>
                <a:lnTo>
                  <a:pt x="653" y="404"/>
                </a:lnTo>
                <a:lnTo>
                  <a:pt x="656" y="403"/>
                </a:lnTo>
                <a:lnTo>
                  <a:pt x="657" y="403"/>
                </a:lnTo>
                <a:lnTo>
                  <a:pt x="656" y="405"/>
                </a:lnTo>
                <a:lnTo>
                  <a:pt x="655" y="405"/>
                </a:lnTo>
                <a:lnTo>
                  <a:pt x="654" y="406"/>
                </a:lnTo>
                <a:lnTo>
                  <a:pt x="653" y="407"/>
                </a:lnTo>
                <a:lnTo>
                  <a:pt x="653" y="409"/>
                </a:lnTo>
                <a:lnTo>
                  <a:pt x="653" y="410"/>
                </a:lnTo>
                <a:lnTo>
                  <a:pt x="652" y="410"/>
                </a:lnTo>
                <a:lnTo>
                  <a:pt x="652" y="409"/>
                </a:lnTo>
                <a:lnTo>
                  <a:pt x="651" y="410"/>
                </a:lnTo>
                <a:lnTo>
                  <a:pt x="650" y="410"/>
                </a:lnTo>
                <a:lnTo>
                  <a:pt x="650" y="411"/>
                </a:lnTo>
                <a:lnTo>
                  <a:pt x="649" y="412"/>
                </a:lnTo>
                <a:lnTo>
                  <a:pt x="648" y="413"/>
                </a:lnTo>
                <a:lnTo>
                  <a:pt x="646" y="414"/>
                </a:lnTo>
                <a:lnTo>
                  <a:pt x="646" y="413"/>
                </a:lnTo>
                <a:lnTo>
                  <a:pt x="645" y="412"/>
                </a:lnTo>
                <a:lnTo>
                  <a:pt x="644" y="412"/>
                </a:lnTo>
                <a:lnTo>
                  <a:pt x="643" y="413"/>
                </a:lnTo>
                <a:lnTo>
                  <a:pt x="639" y="412"/>
                </a:lnTo>
                <a:lnTo>
                  <a:pt x="637" y="412"/>
                </a:lnTo>
                <a:lnTo>
                  <a:pt x="636" y="411"/>
                </a:lnTo>
                <a:lnTo>
                  <a:pt x="635" y="411"/>
                </a:lnTo>
                <a:lnTo>
                  <a:pt x="634" y="411"/>
                </a:lnTo>
                <a:lnTo>
                  <a:pt x="633" y="411"/>
                </a:lnTo>
                <a:lnTo>
                  <a:pt x="632" y="411"/>
                </a:lnTo>
                <a:lnTo>
                  <a:pt x="629" y="410"/>
                </a:lnTo>
                <a:lnTo>
                  <a:pt x="628" y="410"/>
                </a:lnTo>
                <a:lnTo>
                  <a:pt x="627" y="409"/>
                </a:lnTo>
                <a:lnTo>
                  <a:pt x="627" y="408"/>
                </a:lnTo>
                <a:lnTo>
                  <a:pt x="625" y="406"/>
                </a:lnTo>
                <a:lnTo>
                  <a:pt x="623" y="406"/>
                </a:lnTo>
                <a:lnTo>
                  <a:pt x="623" y="407"/>
                </a:lnTo>
                <a:lnTo>
                  <a:pt x="621" y="409"/>
                </a:lnTo>
                <a:lnTo>
                  <a:pt x="620" y="410"/>
                </a:lnTo>
                <a:lnTo>
                  <a:pt x="620" y="411"/>
                </a:lnTo>
                <a:lnTo>
                  <a:pt x="621" y="411"/>
                </a:lnTo>
                <a:lnTo>
                  <a:pt x="621" y="410"/>
                </a:lnTo>
                <a:lnTo>
                  <a:pt x="622" y="411"/>
                </a:lnTo>
                <a:lnTo>
                  <a:pt x="623" y="411"/>
                </a:lnTo>
                <a:lnTo>
                  <a:pt x="625" y="411"/>
                </a:lnTo>
                <a:lnTo>
                  <a:pt x="626" y="411"/>
                </a:lnTo>
                <a:lnTo>
                  <a:pt x="628" y="412"/>
                </a:lnTo>
                <a:lnTo>
                  <a:pt x="627" y="412"/>
                </a:lnTo>
                <a:lnTo>
                  <a:pt x="626" y="412"/>
                </a:lnTo>
                <a:lnTo>
                  <a:pt x="627" y="413"/>
                </a:lnTo>
                <a:lnTo>
                  <a:pt x="627" y="414"/>
                </a:lnTo>
                <a:lnTo>
                  <a:pt x="627" y="415"/>
                </a:lnTo>
                <a:lnTo>
                  <a:pt x="627" y="416"/>
                </a:lnTo>
                <a:lnTo>
                  <a:pt x="628" y="416"/>
                </a:lnTo>
                <a:lnTo>
                  <a:pt x="629" y="416"/>
                </a:lnTo>
                <a:lnTo>
                  <a:pt x="630" y="416"/>
                </a:lnTo>
                <a:lnTo>
                  <a:pt x="630" y="415"/>
                </a:lnTo>
                <a:lnTo>
                  <a:pt x="631" y="415"/>
                </a:lnTo>
                <a:lnTo>
                  <a:pt x="632" y="415"/>
                </a:lnTo>
                <a:lnTo>
                  <a:pt x="633" y="414"/>
                </a:lnTo>
                <a:lnTo>
                  <a:pt x="635" y="416"/>
                </a:lnTo>
                <a:lnTo>
                  <a:pt x="637" y="416"/>
                </a:lnTo>
                <a:lnTo>
                  <a:pt x="637" y="415"/>
                </a:lnTo>
                <a:lnTo>
                  <a:pt x="638" y="415"/>
                </a:lnTo>
                <a:lnTo>
                  <a:pt x="639" y="415"/>
                </a:lnTo>
                <a:lnTo>
                  <a:pt x="640" y="415"/>
                </a:lnTo>
                <a:lnTo>
                  <a:pt x="643" y="417"/>
                </a:lnTo>
                <a:lnTo>
                  <a:pt x="644" y="417"/>
                </a:lnTo>
                <a:lnTo>
                  <a:pt x="644" y="418"/>
                </a:lnTo>
                <a:lnTo>
                  <a:pt x="645" y="418"/>
                </a:lnTo>
                <a:lnTo>
                  <a:pt x="645" y="419"/>
                </a:lnTo>
                <a:lnTo>
                  <a:pt x="645" y="421"/>
                </a:lnTo>
                <a:lnTo>
                  <a:pt x="646" y="422"/>
                </a:lnTo>
                <a:lnTo>
                  <a:pt x="645" y="422"/>
                </a:lnTo>
                <a:lnTo>
                  <a:pt x="645" y="423"/>
                </a:lnTo>
                <a:lnTo>
                  <a:pt x="648" y="422"/>
                </a:lnTo>
                <a:lnTo>
                  <a:pt x="649" y="422"/>
                </a:lnTo>
                <a:lnTo>
                  <a:pt x="651" y="421"/>
                </a:lnTo>
                <a:lnTo>
                  <a:pt x="651" y="422"/>
                </a:lnTo>
                <a:lnTo>
                  <a:pt x="650" y="424"/>
                </a:lnTo>
                <a:lnTo>
                  <a:pt x="650" y="425"/>
                </a:lnTo>
                <a:lnTo>
                  <a:pt x="650" y="426"/>
                </a:lnTo>
                <a:lnTo>
                  <a:pt x="649" y="426"/>
                </a:lnTo>
                <a:lnTo>
                  <a:pt x="649" y="427"/>
                </a:lnTo>
                <a:lnTo>
                  <a:pt x="650" y="427"/>
                </a:lnTo>
                <a:lnTo>
                  <a:pt x="651" y="427"/>
                </a:lnTo>
                <a:lnTo>
                  <a:pt x="652" y="427"/>
                </a:lnTo>
                <a:lnTo>
                  <a:pt x="653" y="427"/>
                </a:lnTo>
                <a:lnTo>
                  <a:pt x="653" y="428"/>
                </a:lnTo>
                <a:lnTo>
                  <a:pt x="652" y="428"/>
                </a:lnTo>
                <a:lnTo>
                  <a:pt x="652" y="429"/>
                </a:lnTo>
                <a:lnTo>
                  <a:pt x="653" y="429"/>
                </a:lnTo>
                <a:lnTo>
                  <a:pt x="654" y="432"/>
                </a:lnTo>
                <a:lnTo>
                  <a:pt x="655" y="432"/>
                </a:lnTo>
                <a:lnTo>
                  <a:pt x="653" y="433"/>
                </a:lnTo>
                <a:lnTo>
                  <a:pt x="654" y="434"/>
                </a:lnTo>
                <a:lnTo>
                  <a:pt x="653" y="434"/>
                </a:lnTo>
                <a:lnTo>
                  <a:pt x="653" y="435"/>
                </a:lnTo>
                <a:lnTo>
                  <a:pt x="654" y="435"/>
                </a:lnTo>
                <a:lnTo>
                  <a:pt x="654" y="436"/>
                </a:lnTo>
                <a:lnTo>
                  <a:pt x="654" y="437"/>
                </a:lnTo>
                <a:lnTo>
                  <a:pt x="653" y="448"/>
                </a:lnTo>
                <a:lnTo>
                  <a:pt x="653" y="450"/>
                </a:lnTo>
                <a:lnTo>
                  <a:pt x="653" y="451"/>
                </a:lnTo>
                <a:lnTo>
                  <a:pt x="652" y="452"/>
                </a:lnTo>
                <a:lnTo>
                  <a:pt x="651" y="452"/>
                </a:lnTo>
                <a:lnTo>
                  <a:pt x="651" y="453"/>
                </a:lnTo>
                <a:lnTo>
                  <a:pt x="650" y="452"/>
                </a:lnTo>
                <a:lnTo>
                  <a:pt x="650" y="453"/>
                </a:lnTo>
                <a:lnTo>
                  <a:pt x="649" y="453"/>
                </a:lnTo>
                <a:lnTo>
                  <a:pt x="649" y="452"/>
                </a:lnTo>
                <a:lnTo>
                  <a:pt x="648" y="452"/>
                </a:lnTo>
                <a:lnTo>
                  <a:pt x="647" y="451"/>
                </a:lnTo>
                <a:lnTo>
                  <a:pt x="646" y="452"/>
                </a:lnTo>
                <a:lnTo>
                  <a:pt x="645" y="452"/>
                </a:lnTo>
                <a:lnTo>
                  <a:pt x="645" y="453"/>
                </a:lnTo>
                <a:lnTo>
                  <a:pt x="646" y="454"/>
                </a:lnTo>
                <a:lnTo>
                  <a:pt x="646" y="455"/>
                </a:lnTo>
                <a:lnTo>
                  <a:pt x="646" y="454"/>
                </a:lnTo>
                <a:lnTo>
                  <a:pt x="646" y="455"/>
                </a:lnTo>
                <a:lnTo>
                  <a:pt x="645" y="456"/>
                </a:lnTo>
                <a:lnTo>
                  <a:pt x="642" y="457"/>
                </a:lnTo>
                <a:lnTo>
                  <a:pt x="641" y="458"/>
                </a:lnTo>
                <a:lnTo>
                  <a:pt x="639" y="458"/>
                </a:lnTo>
                <a:lnTo>
                  <a:pt x="638" y="459"/>
                </a:lnTo>
                <a:lnTo>
                  <a:pt x="637" y="459"/>
                </a:lnTo>
                <a:lnTo>
                  <a:pt x="634" y="460"/>
                </a:lnTo>
                <a:lnTo>
                  <a:pt x="633" y="460"/>
                </a:lnTo>
                <a:lnTo>
                  <a:pt x="632" y="460"/>
                </a:lnTo>
                <a:lnTo>
                  <a:pt x="631" y="460"/>
                </a:lnTo>
                <a:lnTo>
                  <a:pt x="628" y="460"/>
                </a:lnTo>
                <a:lnTo>
                  <a:pt x="627" y="460"/>
                </a:lnTo>
                <a:lnTo>
                  <a:pt x="626" y="460"/>
                </a:lnTo>
                <a:lnTo>
                  <a:pt x="625" y="460"/>
                </a:lnTo>
                <a:lnTo>
                  <a:pt x="624" y="460"/>
                </a:lnTo>
                <a:lnTo>
                  <a:pt x="624" y="461"/>
                </a:lnTo>
                <a:lnTo>
                  <a:pt x="624" y="463"/>
                </a:lnTo>
                <a:lnTo>
                  <a:pt x="623" y="465"/>
                </a:lnTo>
                <a:lnTo>
                  <a:pt x="627" y="466"/>
                </a:lnTo>
                <a:lnTo>
                  <a:pt x="630" y="466"/>
                </a:lnTo>
                <a:lnTo>
                  <a:pt x="632" y="466"/>
                </a:lnTo>
                <a:lnTo>
                  <a:pt x="635" y="467"/>
                </a:lnTo>
                <a:lnTo>
                  <a:pt x="637" y="470"/>
                </a:lnTo>
                <a:lnTo>
                  <a:pt x="640" y="475"/>
                </a:lnTo>
                <a:lnTo>
                  <a:pt x="641" y="477"/>
                </a:lnTo>
                <a:lnTo>
                  <a:pt x="643" y="479"/>
                </a:lnTo>
                <a:lnTo>
                  <a:pt x="645" y="482"/>
                </a:lnTo>
                <a:lnTo>
                  <a:pt x="646" y="483"/>
                </a:lnTo>
                <a:lnTo>
                  <a:pt x="647" y="485"/>
                </a:lnTo>
                <a:lnTo>
                  <a:pt x="648" y="486"/>
                </a:lnTo>
                <a:lnTo>
                  <a:pt x="648" y="487"/>
                </a:lnTo>
                <a:lnTo>
                  <a:pt x="648" y="489"/>
                </a:lnTo>
                <a:lnTo>
                  <a:pt x="649" y="490"/>
                </a:lnTo>
                <a:lnTo>
                  <a:pt x="649" y="489"/>
                </a:lnTo>
                <a:lnTo>
                  <a:pt x="650" y="488"/>
                </a:lnTo>
                <a:lnTo>
                  <a:pt x="652" y="490"/>
                </a:lnTo>
                <a:lnTo>
                  <a:pt x="652" y="491"/>
                </a:lnTo>
                <a:lnTo>
                  <a:pt x="652" y="492"/>
                </a:lnTo>
                <a:lnTo>
                  <a:pt x="653" y="492"/>
                </a:lnTo>
                <a:lnTo>
                  <a:pt x="655" y="492"/>
                </a:lnTo>
                <a:lnTo>
                  <a:pt x="654" y="493"/>
                </a:lnTo>
                <a:lnTo>
                  <a:pt x="653" y="493"/>
                </a:lnTo>
                <a:lnTo>
                  <a:pt x="652" y="494"/>
                </a:lnTo>
                <a:lnTo>
                  <a:pt x="652" y="495"/>
                </a:lnTo>
                <a:lnTo>
                  <a:pt x="653" y="495"/>
                </a:lnTo>
                <a:lnTo>
                  <a:pt x="653" y="496"/>
                </a:lnTo>
                <a:lnTo>
                  <a:pt x="652" y="496"/>
                </a:lnTo>
                <a:lnTo>
                  <a:pt x="652" y="497"/>
                </a:lnTo>
                <a:lnTo>
                  <a:pt x="652" y="498"/>
                </a:lnTo>
                <a:lnTo>
                  <a:pt x="651" y="498"/>
                </a:lnTo>
                <a:lnTo>
                  <a:pt x="650" y="498"/>
                </a:lnTo>
                <a:lnTo>
                  <a:pt x="649" y="499"/>
                </a:lnTo>
                <a:lnTo>
                  <a:pt x="647" y="499"/>
                </a:lnTo>
                <a:lnTo>
                  <a:pt x="647" y="498"/>
                </a:lnTo>
                <a:lnTo>
                  <a:pt x="646" y="499"/>
                </a:lnTo>
                <a:lnTo>
                  <a:pt x="648" y="501"/>
                </a:lnTo>
                <a:lnTo>
                  <a:pt x="650" y="501"/>
                </a:lnTo>
                <a:lnTo>
                  <a:pt x="651" y="500"/>
                </a:lnTo>
                <a:lnTo>
                  <a:pt x="652" y="500"/>
                </a:lnTo>
                <a:lnTo>
                  <a:pt x="652" y="501"/>
                </a:lnTo>
                <a:lnTo>
                  <a:pt x="653" y="502"/>
                </a:lnTo>
                <a:lnTo>
                  <a:pt x="652" y="503"/>
                </a:lnTo>
                <a:lnTo>
                  <a:pt x="651" y="504"/>
                </a:lnTo>
                <a:lnTo>
                  <a:pt x="651" y="506"/>
                </a:lnTo>
                <a:lnTo>
                  <a:pt x="651" y="511"/>
                </a:lnTo>
                <a:lnTo>
                  <a:pt x="652" y="512"/>
                </a:lnTo>
                <a:lnTo>
                  <a:pt x="653" y="512"/>
                </a:lnTo>
                <a:lnTo>
                  <a:pt x="654" y="512"/>
                </a:lnTo>
                <a:lnTo>
                  <a:pt x="660" y="513"/>
                </a:lnTo>
                <a:lnTo>
                  <a:pt x="661" y="513"/>
                </a:lnTo>
                <a:lnTo>
                  <a:pt x="662" y="514"/>
                </a:lnTo>
                <a:lnTo>
                  <a:pt x="664" y="515"/>
                </a:lnTo>
                <a:lnTo>
                  <a:pt x="663" y="515"/>
                </a:lnTo>
                <a:lnTo>
                  <a:pt x="662" y="516"/>
                </a:lnTo>
                <a:lnTo>
                  <a:pt x="661" y="516"/>
                </a:lnTo>
                <a:lnTo>
                  <a:pt x="661" y="517"/>
                </a:lnTo>
                <a:lnTo>
                  <a:pt x="660" y="519"/>
                </a:lnTo>
                <a:lnTo>
                  <a:pt x="662" y="520"/>
                </a:lnTo>
                <a:lnTo>
                  <a:pt x="663" y="520"/>
                </a:lnTo>
                <a:lnTo>
                  <a:pt x="663" y="521"/>
                </a:lnTo>
                <a:lnTo>
                  <a:pt x="662" y="522"/>
                </a:lnTo>
                <a:lnTo>
                  <a:pt x="661" y="523"/>
                </a:lnTo>
                <a:lnTo>
                  <a:pt x="660" y="524"/>
                </a:lnTo>
                <a:lnTo>
                  <a:pt x="659" y="524"/>
                </a:lnTo>
                <a:lnTo>
                  <a:pt x="658" y="524"/>
                </a:lnTo>
                <a:lnTo>
                  <a:pt x="658" y="525"/>
                </a:lnTo>
                <a:lnTo>
                  <a:pt x="659" y="525"/>
                </a:lnTo>
                <a:lnTo>
                  <a:pt x="659" y="526"/>
                </a:lnTo>
                <a:lnTo>
                  <a:pt x="658" y="527"/>
                </a:lnTo>
                <a:lnTo>
                  <a:pt x="660" y="528"/>
                </a:lnTo>
                <a:lnTo>
                  <a:pt x="662" y="526"/>
                </a:lnTo>
                <a:lnTo>
                  <a:pt x="663" y="525"/>
                </a:lnTo>
                <a:lnTo>
                  <a:pt x="665" y="525"/>
                </a:lnTo>
                <a:lnTo>
                  <a:pt x="664" y="526"/>
                </a:lnTo>
                <a:lnTo>
                  <a:pt x="664" y="527"/>
                </a:lnTo>
                <a:lnTo>
                  <a:pt x="665" y="527"/>
                </a:lnTo>
                <a:lnTo>
                  <a:pt x="665" y="526"/>
                </a:lnTo>
                <a:lnTo>
                  <a:pt x="667" y="526"/>
                </a:lnTo>
                <a:lnTo>
                  <a:pt x="666" y="526"/>
                </a:lnTo>
                <a:lnTo>
                  <a:pt x="666" y="527"/>
                </a:lnTo>
                <a:lnTo>
                  <a:pt x="664" y="529"/>
                </a:lnTo>
                <a:lnTo>
                  <a:pt x="664" y="530"/>
                </a:lnTo>
                <a:lnTo>
                  <a:pt x="664" y="531"/>
                </a:lnTo>
                <a:lnTo>
                  <a:pt x="665" y="531"/>
                </a:lnTo>
                <a:lnTo>
                  <a:pt x="664" y="532"/>
                </a:lnTo>
                <a:lnTo>
                  <a:pt x="663" y="533"/>
                </a:lnTo>
                <a:lnTo>
                  <a:pt x="663" y="534"/>
                </a:lnTo>
                <a:lnTo>
                  <a:pt x="664" y="534"/>
                </a:lnTo>
                <a:lnTo>
                  <a:pt x="664" y="535"/>
                </a:lnTo>
                <a:lnTo>
                  <a:pt x="664" y="536"/>
                </a:lnTo>
                <a:lnTo>
                  <a:pt x="663" y="537"/>
                </a:lnTo>
                <a:lnTo>
                  <a:pt x="662" y="537"/>
                </a:lnTo>
                <a:lnTo>
                  <a:pt x="662" y="538"/>
                </a:lnTo>
                <a:lnTo>
                  <a:pt x="663" y="538"/>
                </a:lnTo>
                <a:lnTo>
                  <a:pt x="664" y="538"/>
                </a:lnTo>
                <a:lnTo>
                  <a:pt x="664" y="539"/>
                </a:lnTo>
                <a:lnTo>
                  <a:pt x="663" y="539"/>
                </a:lnTo>
                <a:lnTo>
                  <a:pt x="662" y="539"/>
                </a:lnTo>
                <a:lnTo>
                  <a:pt x="662" y="540"/>
                </a:lnTo>
                <a:lnTo>
                  <a:pt x="662" y="541"/>
                </a:lnTo>
                <a:lnTo>
                  <a:pt x="661" y="541"/>
                </a:lnTo>
                <a:lnTo>
                  <a:pt x="660" y="541"/>
                </a:lnTo>
                <a:lnTo>
                  <a:pt x="660" y="542"/>
                </a:lnTo>
                <a:lnTo>
                  <a:pt x="661" y="542"/>
                </a:lnTo>
                <a:lnTo>
                  <a:pt x="661" y="543"/>
                </a:lnTo>
                <a:lnTo>
                  <a:pt x="660" y="543"/>
                </a:lnTo>
                <a:lnTo>
                  <a:pt x="660" y="544"/>
                </a:lnTo>
                <a:lnTo>
                  <a:pt x="661" y="544"/>
                </a:lnTo>
                <a:lnTo>
                  <a:pt x="662" y="543"/>
                </a:lnTo>
                <a:lnTo>
                  <a:pt x="662" y="544"/>
                </a:lnTo>
                <a:lnTo>
                  <a:pt x="661" y="544"/>
                </a:lnTo>
                <a:lnTo>
                  <a:pt x="661" y="545"/>
                </a:lnTo>
                <a:lnTo>
                  <a:pt x="661" y="546"/>
                </a:lnTo>
                <a:lnTo>
                  <a:pt x="660" y="546"/>
                </a:lnTo>
                <a:lnTo>
                  <a:pt x="660" y="547"/>
                </a:lnTo>
                <a:lnTo>
                  <a:pt x="659" y="546"/>
                </a:lnTo>
                <a:lnTo>
                  <a:pt x="659" y="547"/>
                </a:lnTo>
                <a:lnTo>
                  <a:pt x="658" y="547"/>
                </a:lnTo>
                <a:lnTo>
                  <a:pt x="658" y="546"/>
                </a:lnTo>
                <a:lnTo>
                  <a:pt x="658" y="547"/>
                </a:lnTo>
                <a:lnTo>
                  <a:pt x="657" y="547"/>
                </a:lnTo>
                <a:lnTo>
                  <a:pt x="657" y="548"/>
                </a:lnTo>
                <a:lnTo>
                  <a:pt x="655" y="548"/>
                </a:lnTo>
                <a:lnTo>
                  <a:pt x="655" y="546"/>
                </a:lnTo>
                <a:lnTo>
                  <a:pt x="656" y="545"/>
                </a:lnTo>
                <a:lnTo>
                  <a:pt x="656" y="544"/>
                </a:lnTo>
                <a:lnTo>
                  <a:pt x="656" y="543"/>
                </a:lnTo>
                <a:lnTo>
                  <a:pt x="655" y="543"/>
                </a:lnTo>
                <a:lnTo>
                  <a:pt x="655" y="545"/>
                </a:lnTo>
                <a:lnTo>
                  <a:pt x="654" y="545"/>
                </a:lnTo>
                <a:lnTo>
                  <a:pt x="653" y="544"/>
                </a:lnTo>
                <a:lnTo>
                  <a:pt x="652" y="544"/>
                </a:lnTo>
                <a:lnTo>
                  <a:pt x="652" y="543"/>
                </a:lnTo>
                <a:lnTo>
                  <a:pt x="653" y="543"/>
                </a:lnTo>
                <a:lnTo>
                  <a:pt x="653" y="542"/>
                </a:lnTo>
                <a:lnTo>
                  <a:pt x="653" y="540"/>
                </a:lnTo>
                <a:lnTo>
                  <a:pt x="653" y="538"/>
                </a:lnTo>
                <a:lnTo>
                  <a:pt x="650" y="537"/>
                </a:lnTo>
                <a:lnTo>
                  <a:pt x="647" y="537"/>
                </a:lnTo>
                <a:lnTo>
                  <a:pt x="647" y="536"/>
                </a:lnTo>
                <a:lnTo>
                  <a:pt x="647" y="535"/>
                </a:lnTo>
                <a:lnTo>
                  <a:pt x="643" y="535"/>
                </a:lnTo>
                <a:lnTo>
                  <a:pt x="641" y="534"/>
                </a:lnTo>
                <a:lnTo>
                  <a:pt x="640" y="534"/>
                </a:lnTo>
                <a:lnTo>
                  <a:pt x="637" y="534"/>
                </a:lnTo>
                <a:lnTo>
                  <a:pt x="634" y="535"/>
                </a:lnTo>
                <a:lnTo>
                  <a:pt x="633" y="535"/>
                </a:lnTo>
                <a:lnTo>
                  <a:pt x="632" y="535"/>
                </a:lnTo>
                <a:lnTo>
                  <a:pt x="632" y="536"/>
                </a:lnTo>
                <a:lnTo>
                  <a:pt x="631" y="536"/>
                </a:lnTo>
                <a:lnTo>
                  <a:pt x="632" y="538"/>
                </a:lnTo>
                <a:lnTo>
                  <a:pt x="632" y="540"/>
                </a:lnTo>
                <a:lnTo>
                  <a:pt x="632" y="541"/>
                </a:lnTo>
                <a:lnTo>
                  <a:pt x="631" y="540"/>
                </a:lnTo>
                <a:lnTo>
                  <a:pt x="630" y="540"/>
                </a:lnTo>
                <a:lnTo>
                  <a:pt x="630" y="541"/>
                </a:lnTo>
                <a:lnTo>
                  <a:pt x="629" y="541"/>
                </a:lnTo>
                <a:lnTo>
                  <a:pt x="630" y="541"/>
                </a:lnTo>
                <a:lnTo>
                  <a:pt x="630" y="542"/>
                </a:lnTo>
                <a:lnTo>
                  <a:pt x="630" y="543"/>
                </a:lnTo>
                <a:lnTo>
                  <a:pt x="629" y="543"/>
                </a:lnTo>
                <a:lnTo>
                  <a:pt x="629" y="545"/>
                </a:lnTo>
                <a:lnTo>
                  <a:pt x="629" y="547"/>
                </a:lnTo>
                <a:lnTo>
                  <a:pt x="629" y="549"/>
                </a:lnTo>
                <a:lnTo>
                  <a:pt x="629" y="550"/>
                </a:lnTo>
                <a:lnTo>
                  <a:pt x="628" y="550"/>
                </a:lnTo>
                <a:lnTo>
                  <a:pt x="627" y="551"/>
                </a:lnTo>
                <a:lnTo>
                  <a:pt x="627" y="552"/>
                </a:lnTo>
                <a:lnTo>
                  <a:pt x="628" y="553"/>
                </a:lnTo>
                <a:lnTo>
                  <a:pt x="627" y="555"/>
                </a:lnTo>
                <a:lnTo>
                  <a:pt x="626" y="556"/>
                </a:lnTo>
                <a:lnTo>
                  <a:pt x="625" y="557"/>
                </a:lnTo>
                <a:lnTo>
                  <a:pt x="624" y="558"/>
                </a:lnTo>
                <a:lnTo>
                  <a:pt x="625" y="560"/>
                </a:lnTo>
                <a:lnTo>
                  <a:pt x="625" y="561"/>
                </a:lnTo>
                <a:lnTo>
                  <a:pt x="623" y="562"/>
                </a:lnTo>
                <a:lnTo>
                  <a:pt x="622" y="562"/>
                </a:lnTo>
                <a:lnTo>
                  <a:pt x="622" y="561"/>
                </a:lnTo>
                <a:lnTo>
                  <a:pt x="622" y="560"/>
                </a:lnTo>
                <a:lnTo>
                  <a:pt x="620" y="560"/>
                </a:lnTo>
                <a:lnTo>
                  <a:pt x="618" y="560"/>
                </a:lnTo>
                <a:lnTo>
                  <a:pt x="618" y="561"/>
                </a:lnTo>
                <a:lnTo>
                  <a:pt x="618" y="562"/>
                </a:lnTo>
                <a:lnTo>
                  <a:pt x="619" y="563"/>
                </a:lnTo>
                <a:lnTo>
                  <a:pt x="620" y="563"/>
                </a:lnTo>
                <a:lnTo>
                  <a:pt x="621" y="564"/>
                </a:lnTo>
                <a:lnTo>
                  <a:pt x="621" y="565"/>
                </a:lnTo>
                <a:lnTo>
                  <a:pt x="620" y="565"/>
                </a:lnTo>
                <a:lnTo>
                  <a:pt x="620" y="566"/>
                </a:lnTo>
                <a:lnTo>
                  <a:pt x="622" y="567"/>
                </a:lnTo>
                <a:lnTo>
                  <a:pt x="623" y="567"/>
                </a:lnTo>
                <a:lnTo>
                  <a:pt x="623" y="566"/>
                </a:lnTo>
                <a:lnTo>
                  <a:pt x="623" y="565"/>
                </a:lnTo>
                <a:lnTo>
                  <a:pt x="624" y="566"/>
                </a:lnTo>
                <a:lnTo>
                  <a:pt x="624" y="567"/>
                </a:lnTo>
                <a:lnTo>
                  <a:pt x="623" y="568"/>
                </a:lnTo>
                <a:lnTo>
                  <a:pt x="623" y="569"/>
                </a:lnTo>
                <a:lnTo>
                  <a:pt x="623" y="570"/>
                </a:lnTo>
                <a:lnTo>
                  <a:pt x="623" y="571"/>
                </a:lnTo>
                <a:lnTo>
                  <a:pt x="623" y="572"/>
                </a:lnTo>
                <a:lnTo>
                  <a:pt x="622" y="572"/>
                </a:lnTo>
                <a:lnTo>
                  <a:pt x="621" y="572"/>
                </a:lnTo>
                <a:lnTo>
                  <a:pt x="620" y="575"/>
                </a:lnTo>
                <a:lnTo>
                  <a:pt x="620" y="577"/>
                </a:lnTo>
                <a:lnTo>
                  <a:pt x="619" y="577"/>
                </a:lnTo>
                <a:lnTo>
                  <a:pt x="619" y="576"/>
                </a:lnTo>
                <a:lnTo>
                  <a:pt x="618" y="576"/>
                </a:lnTo>
                <a:lnTo>
                  <a:pt x="617" y="577"/>
                </a:lnTo>
                <a:lnTo>
                  <a:pt x="616" y="577"/>
                </a:lnTo>
                <a:lnTo>
                  <a:pt x="616" y="576"/>
                </a:lnTo>
                <a:lnTo>
                  <a:pt x="615" y="576"/>
                </a:lnTo>
                <a:lnTo>
                  <a:pt x="615" y="575"/>
                </a:lnTo>
                <a:lnTo>
                  <a:pt x="614" y="575"/>
                </a:lnTo>
                <a:lnTo>
                  <a:pt x="613" y="576"/>
                </a:lnTo>
                <a:lnTo>
                  <a:pt x="613" y="575"/>
                </a:lnTo>
                <a:lnTo>
                  <a:pt x="612" y="575"/>
                </a:lnTo>
                <a:lnTo>
                  <a:pt x="609" y="574"/>
                </a:lnTo>
                <a:lnTo>
                  <a:pt x="608" y="574"/>
                </a:lnTo>
                <a:lnTo>
                  <a:pt x="607" y="575"/>
                </a:lnTo>
                <a:lnTo>
                  <a:pt x="606" y="575"/>
                </a:lnTo>
                <a:lnTo>
                  <a:pt x="606" y="576"/>
                </a:lnTo>
                <a:lnTo>
                  <a:pt x="605" y="576"/>
                </a:lnTo>
                <a:lnTo>
                  <a:pt x="606" y="576"/>
                </a:lnTo>
                <a:lnTo>
                  <a:pt x="606" y="577"/>
                </a:lnTo>
                <a:lnTo>
                  <a:pt x="605" y="577"/>
                </a:lnTo>
                <a:lnTo>
                  <a:pt x="605" y="578"/>
                </a:lnTo>
                <a:lnTo>
                  <a:pt x="605" y="579"/>
                </a:lnTo>
                <a:lnTo>
                  <a:pt x="605" y="580"/>
                </a:lnTo>
                <a:lnTo>
                  <a:pt x="605" y="581"/>
                </a:lnTo>
                <a:lnTo>
                  <a:pt x="605" y="582"/>
                </a:lnTo>
                <a:lnTo>
                  <a:pt x="605" y="583"/>
                </a:lnTo>
                <a:lnTo>
                  <a:pt x="604" y="583"/>
                </a:lnTo>
                <a:lnTo>
                  <a:pt x="605" y="585"/>
                </a:lnTo>
                <a:lnTo>
                  <a:pt x="606" y="586"/>
                </a:lnTo>
                <a:lnTo>
                  <a:pt x="607" y="586"/>
                </a:lnTo>
                <a:lnTo>
                  <a:pt x="608" y="586"/>
                </a:lnTo>
                <a:lnTo>
                  <a:pt x="608" y="587"/>
                </a:lnTo>
                <a:lnTo>
                  <a:pt x="608" y="586"/>
                </a:lnTo>
                <a:lnTo>
                  <a:pt x="609" y="585"/>
                </a:lnTo>
                <a:lnTo>
                  <a:pt x="609" y="587"/>
                </a:lnTo>
                <a:lnTo>
                  <a:pt x="608" y="588"/>
                </a:lnTo>
                <a:lnTo>
                  <a:pt x="608" y="589"/>
                </a:lnTo>
                <a:lnTo>
                  <a:pt x="608" y="590"/>
                </a:lnTo>
                <a:lnTo>
                  <a:pt x="607" y="590"/>
                </a:lnTo>
                <a:lnTo>
                  <a:pt x="607" y="591"/>
                </a:lnTo>
                <a:lnTo>
                  <a:pt x="608" y="591"/>
                </a:lnTo>
                <a:lnTo>
                  <a:pt x="609" y="592"/>
                </a:lnTo>
                <a:lnTo>
                  <a:pt x="610" y="593"/>
                </a:lnTo>
                <a:lnTo>
                  <a:pt x="609" y="593"/>
                </a:lnTo>
                <a:lnTo>
                  <a:pt x="609" y="592"/>
                </a:lnTo>
                <a:lnTo>
                  <a:pt x="608" y="592"/>
                </a:lnTo>
                <a:lnTo>
                  <a:pt x="608" y="593"/>
                </a:lnTo>
                <a:lnTo>
                  <a:pt x="608" y="592"/>
                </a:lnTo>
                <a:lnTo>
                  <a:pt x="607" y="593"/>
                </a:lnTo>
                <a:lnTo>
                  <a:pt x="606" y="593"/>
                </a:lnTo>
                <a:lnTo>
                  <a:pt x="605" y="593"/>
                </a:lnTo>
                <a:lnTo>
                  <a:pt x="606" y="592"/>
                </a:lnTo>
                <a:lnTo>
                  <a:pt x="605" y="592"/>
                </a:lnTo>
                <a:lnTo>
                  <a:pt x="605" y="591"/>
                </a:lnTo>
                <a:lnTo>
                  <a:pt x="604" y="592"/>
                </a:lnTo>
                <a:lnTo>
                  <a:pt x="603" y="592"/>
                </a:lnTo>
                <a:lnTo>
                  <a:pt x="602" y="591"/>
                </a:lnTo>
                <a:lnTo>
                  <a:pt x="601" y="591"/>
                </a:lnTo>
                <a:lnTo>
                  <a:pt x="600" y="591"/>
                </a:lnTo>
                <a:lnTo>
                  <a:pt x="601" y="592"/>
                </a:lnTo>
                <a:lnTo>
                  <a:pt x="600" y="592"/>
                </a:lnTo>
                <a:lnTo>
                  <a:pt x="600" y="593"/>
                </a:lnTo>
                <a:lnTo>
                  <a:pt x="599" y="593"/>
                </a:lnTo>
                <a:lnTo>
                  <a:pt x="599" y="594"/>
                </a:lnTo>
                <a:lnTo>
                  <a:pt x="600" y="594"/>
                </a:lnTo>
                <a:lnTo>
                  <a:pt x="601" y="594"/>
                </a:lnTo>
                <a:lnTo>
                  <a:pt x="602" y="594"/>
                </a:lnTo>
                <a:lnTo>
                  <a:pt x="602" y="595"/>
                </a:lnTo>
                <a:lnTo>
                  <a:pt x="603" y="595"/>
                </a:lnTo>
                <a:lnTo>
                  <a:pt x="602" y="595"/>
                </a:lnTo>
                <a:lnTo>
                  <a:pt x="602" y="596"/>
                </a:lnTo>
                <a:lnTo>
                  <a:pt x="603" y="596"/>
                </a:lnTo>
                <a:lnTo>
                  <a:pt x="602" y="596"/>
                </a:lnTo>
                <a:lnTo>
                  <a:pt x="602" y="597"/>
                </a:lnTo>
                <a:lnTo>
                  <a:pt x="603" y="597"/>
                </a:lnTo>
                <a:lnTo>
                  <a:pt x="603" y="598"/>
                </a:lnTo>
                <a:lnTo>
                  <a:pt x="602" y="598"/>
                </a:lnTo>
                <a:lnTo>
                  <a:pt x="602" y="597"/>
                </a:lnTo>
                <a:lnTo>
                  <a:pt x="601" y="597"/>
                </a:lnTo>
                <a:lnTo>
                  <a:pt x="601" y="596"/>
                </a:lnTo>
                <a:lnTo>
                  <a:pt x="601" y="595"/>
                </a:lnTo>
                <a:lnTo>
                  <a:pt x="600" y="596"/>
                </a:lnTo>
                <a:lnTo>
                  <a:pt x="599" y="596"/>
                </a:lnTo>
                <a:lnTo>
                  <a:pt x="598" y="595"/>
                </a:lnTo>
                <a:lnTo>
                  <a:pt x="597" y="595"/>
                </a:lnTo>
                <a:lnTo>
                  <a:pt x="597" y="596"/>
                </a:lnTo>
                <a:lnTo>
                  <a:pt x="598" y="596"/>
                </a:lnTo>
                <a:lnTo>
                  <a:pt x="598" y="597"/>
                </a:lnTo>
                <a:lnTo>
                  <a:pt x="597" y="597"/>
                </a:lnTo>
                <a:lnTo>
                  <a:pt x="596" y="597"/>
                </a:lnTo>
                <a:lnTo>
                  <a:pt x="595" y="597"/>
                </a:lnTo>
                <a:lnTo>
                  <a:pt x="596" y="598"/>
                </a:lnTo>
                <a:lnTo>
                  <a:pt x="596" y="597"/>
                </a:lnTo>
                <a:lnTo>
                  <a:pt x="597" y="597"/>
                </a:lnTo>
                <a:lnTo>
                  <a:pt x="598" y="597"/>
                </a:lnTo>
                <a:lnTo>
                  <a:pt x="598" y="598"/>
                </a:lnTo>
                <a:lnTo>
                  <a:pt x="599" y="598"/>
                </a:lnTo>
                <a:lnTo>
                  <a:pt x="598" y="598"/>
                </a:lnTo>
                <a:lnTo>
                  <a:pt x="595" y="600"/>
                </a:lnTo>
                <a:lnTo>
                  <a:pt x="594" y="600"/>
                </a:lnTo>
                <a:lnTo>
                  <a:pt x="593" y="601"/>
                </a:lnTo>
                <a:lnTo>
                  <a:pt x="592" y="601"/>
                </a:lnTo>
                <a:lnTo>
                  <a:pt x="591" y="602"/>
                </a:lnTo>
                <a:lnTo>
                  <a:pt x="590" y="601"/>
                </a:lnTo>
                <a:lnTo>
                  <a:pt x="587" y="603"/>
                </a:lnTo>
                <a:lnTo>
                  <a:pt x="586" y="603"/>
                </a:lnTo>
                <a:lnTo>
                  <a:pt x="586" y="602"/>
                </a:lnTo>
                <a:lnTo>
                  <a:pt x="587" y="602"/>
                </a:lnTo>
                <a:lnTo>
                  <a:pt x="587" y="601"/>
                </a:lnTo>
                <a:lnTo>
                  <a:pt x="586" y="601"/>
                </a:lnTo>
                <a:lnTo>
                  <a:pt x="586" y="600"/>
                </a:lnTo>
                <a:lnTo>
                  <a:pt x="586" y="601"/>
                </a:lnTo>
                <a:lnTo>
                  <a:pt x="585" y="601"/>
                </a:lnTo>
                <a:lnTo>
                  <a:pt x="585" y="600"/>
                </a:lnTo>
                <a:lnTo>
                  <a:pt x="584" y="600"/>
                </a:lnTo>
                <a:lnTo>
                  <a:pt x="585" y="600"/>
                </a:lnTo>
                <a:lnTo>
                  <a:pt x="586" y="598"/>
                </a:lnTo>
                <a:lnTo>
                  <a:pt x="586" y="597"/>
                </a:lnTo>
                <a:lnTo>
                  <a:pt x="586" y="596"/>
                </a:lnTo>
                <a:lnTo>
                  <a:pt x="584" y="595"/>
                </a:lnTo>
                <a:lnTo>
                  <a:pt x="583" y="595"/>
                </a:lnTo>
                <a:lnTo>
                  <a:pt x="583" y="594"/>
                </a:lnTo>
                <a:lnTo>
                  <a:pt x="582" y="593"/>
                </a:lnTo>
                <a:lnTo>
                  <a:pt x="581" y="592"/>
                </a:lnTo>
                <a:lnTo>
                  <a:pt x="581" y="590"/>
                </a:lnTo>
                <a:lnTo>
                  <a:pt x="581" y="588"/>
                </a:lnTo>
                <a:lnTo>
                  <a:pt x="580" y="587"/>
                </a:lnTo>
                <a:lnTo>
                  <a:pt x="579" y="586"/>
                </a:lnTo>
                <a:lnTo>
                  <a:pt x="579" y="585"/>
                </a:lnTo>
                <a:lnTo>
                  <a:pt x="579" y="584"/>
                </a:lnTo>
                <a:lnTo>
                  <a:pt x="580" y="584"/>
                </a:lnTo>
                <a:lnTo>
                  <a:pt x="582" y="582"/>
                </a:lnTo>
                <a:lnTo>
                  <a:pt x="583" y="583"/>
                </a:lnTo>
                <a:lnTo>
                  <a:pt x="584" y="584"/>
                </a:lnTo>
                <a:lnTo>
                  <a:pt x="584" y="583"/>
                </a:lnTo>
                <a:lnTo>
                  <a:pt x="584" y="582"/>
                </a:lnTo>
                <a:lnTo>
                  <a:pt x="585" y="581"/>
                </a:lnTo>
                <a:lnTo>
                  <a:pt x="586" y="581"/>
                </a:lnTo>
                <a:lnTo>
                  <a:pt x="587" y="580"/>
                </a:lnTo>
                <a:lnTo>
                  <a:pt x="587" y="579"/>
                </a:lnTo>
                <a:lnTo>
                  <a:pt x="589" y="577"/>
                </a:lnTo>
                <a:lnTo>
                  <a:pt x="589" y="576"/>
                </a:lnTo>
                <a:lnTo>
                  <a:pt x="590" y="576"/>
                </a:lnTo>
                <a:lnTo>
                  <a:pt x="590" y="575"/>
                </a:lnTo>
                <a:lnTo>
                  <a:pt x="591" y="575"/>
                </a:lnTo>
                <a:lnTo>
                  <a:pt x="591" y="576"/>
                </a:lnTo>
                <a:lnTo>
                  <a:pt x="591" y="575"/>
                </a:lnTo>
                <a:lnTo>
                  <a:pt x="591" y="574"/>
                </a:lnTo>
                <a:lnTo>
                  <a:pt x="590" y="573"/>
                </a:lnTo>
                <a:lnTo>
                  <a:pt x="590" y="571"/>
                </a:lnTo>
                <a:lnTo>
                  <a:pt x="591" y="570"/>
                </a:lnTo>
                <a:lnTo>
                  <a:pt x="590" y="569"/>
                </a:lnTo>
                <a:lnTo>
                  <a:pt x="589" y="568"/>
                </a:lnTo>
                <a:lnTo>
                  <a:pt x="589" y="567"/>
                </a:lnTo>
                <a:lnTo>
                  <a:pt x="588" y="567"/>
                </a:lnTo>
                <a:lnTo>
                  <a:pt x="588" y="566"/>
                </a:lnTo>
                <a:lnTo>
                  <a:pt x="589" y="557"/>
                </a:lnTo>
                <a:lnTo>
                  <a:pt x="590" y="557"/>
                </a:lnTo>
                <a:lnTo>
                  <a:pt x="591" y="556"/>
                </a:lnTo>
                <a:lnTo>
                  <a:pt x="592" y="556"/>
                </a:lnTo>
                <a:lnTo>
                  <a:pt x="593" y="555"/>
                </a:lnTo>
                <a:lnTo>
                  <a:pt x="593" y="554"/>
                </a:lnTo>
                <a:lnTo>
                  <a:pt x="594" y="553"/>
                </a:lnTo>
                <a:lnTo>
                  <a:pt x="594" y="552"/>
                </a:lnTo>
                <a:lnTo>
                  <a:pt x="593" y="551"/>
                </a:lnTo>
                <a:lnTo>
                  <a:pt x="594" y="550"/>
                </a:lnTo>
                <a:lnTo>
                  <a:pt x="592" y="549"/>
                </a:lnTo>
                <a:lnTo>
                  <a:pt x="591" y="549"/>
                </a:lnTo>
                <a:lnTo>
                  <a:pt x="592" y="549"/>
                </a:lnTo>
                <a:lnTo>
                  <a:pt x="592" y="548"/>
                </a:lnTo>
                <a:lnTo>
                  <a:pt x="592" y="547"/>
                </a:lnTo>
                <a:lnTo>
                  <a:pt x="591" y="547"/>
                </a:lnTo>
                <a:lnTo>
                  <a:pt x="591" y="546"/>
                </a:lnTo>
                <a:lnTo>
                  <a:pt x="590" y="546"/>
                </a:lnTo>
                <a:lnTo>
                  <a:pt x="588" y="545"/>
                </a:lnTo>
                <a:lnTo>
                  <a:pt x="588" y="544"/>
                </a:lnTo>
                <a:lnTo>
                  <a:pt x="588" y="543"/>
                </a:lnTo>
                <a:lnTo>
                  <a:pt x="588" y="542"/>
                </a:lnTo>
                <a:lnTo>
                  <a:pt x="588" y="541"/>
                </a:lnTo>
                <a:lnTo>
                  <a:pt x="588" y="540"/>
                </a:lnTo>
                <a:lnTo>
                  <a:pt x="589" y="540"/>
                </a:lnTo>
                <a:lnTo>
                  <a:pt x="591" y="540"/>
                </a:lnTo>
                <a:lnTo>
                  <a:pt x="592" y="539"/>
                </a:lnTo>
                <a:lnTo>
                  <a:pt x="591" y="538"/>
                </a:lnTo>
                <a:lnTo>
                  <a:pt x="590" y="539"/>
                </a:lnTo>
                <a:lnTo>
                  <a:pt x="588" y="539"/>
                </a:lnTo>
                <a:lnTo>
                  <a:pt x="587" y="539"/>
                </a:lnTo>
                <a:lnTo>
                  <a:pt x="587" y="537"/>
                </a:lnTo>
                <a:lnTo>
                  <a:pt x="586" y="536"/>
                </a:lnTo>
                <a:lnTo>
                  <a:pt x="585" y="535"/>
                </a:lnTo>
                <a:lnTo>
                  <a:pt x="584" y="534"/>
                </a:lnTo>
                <a:lnTo>
                  <a:pt x="584" y="533"/>
                </a:lnTo>
                <a:lnTo>
                  <a:pt x="584" y="532"/>
                </a:lnTo>
                <a:lnTo>
                  <a:pt x="584" y="531"/>
                </a:lnTo>
                <a:lnTo>
                  <a:pt x="583" y="531"/>
                </a:lnTo>
                <a:lnTo>
                  <a:pt x="582" y="531"/>
                </a:lnTo>
                <a:lnTo>
                  <a:pt x="581" y="531"/>
                </a:lnTo>
                <a:lnTo>
                  <a:pt x="580" y="532"/>
                </a:lnTo>
                <a:lnTo>
                  <a:pt x="580" y="534"/>
                </a:lnTo>
                <a:lnTo>
                  <a:pt x="579" y="534"/>
                </a:lnTo>
                <a:lnTo>
                  <a:pt x="578" y="532"/>
                </a:lnTo>
                <a:lnTo>
                  <a:pt x="579" y="535"/>
                </a:lnTo>
                <a:lnTo>
                  <a:pt x="580" y="535"/>
                </a:lnTo>
                <a:lnTo>
                  <a:pt x="581" y="536"/>
                </a:lnTo>
                <a:lnTo>
                  <a:pt x="582" y="537"/>
                </a:lnTo>
                <a:lnTo>
                  <a:pt x="581" y="538"/>
                </a:lnTo>
                <a:lnTo>
                  <a:pt x="580" y="539"/>
                </a:lnTo>
                <a:lnTo>
                  <a:pt x="579" y="539"/>
                </a:lnTo>
                <a:lnTo>
                  <a:pt x="578" y="539"/>
                </a:lnTo>
                <a:lnTo>
                  <a:pt x="578" y="540"/>
                </a:lnTo>
                <a:lnTo>
                  <a:pt x="578" y="541"/>
                </a:lnTo>
                <a:lnTo>
                  <a:pt x="577" y="541"/>
                </a:lnTo>
                <a:lnTo>
                  <a:pt x="577" y="540"/>
                </a:lnTo>
                <a:lnTo>
                  <a:pt x="577" y="541"/>
                </a:lnTo>
                <a:lnTo>
                  <a:pt x="577" y="542"/>
                </a:lnTo>
                <a:lnTo>
                  <a:pt x="576" y="542"/>
                </a:lnTo>
                <a:lnTo>
                  <a:pt x="575" y="542"/>
                </a:lnTo>
                <a:lnTo>
                  <a:pt x="575" y="544"/>
                </a:lnTo>
                <a:lnTo>
                  <a:pt x="576" y="545"/>
                </a:lnTo>
                <a:lnTo>
                  <a:pt x="576" y="546"/>
                </a:lnTo>
                <a:lnTo>
                  <a:pt x="576" y="547"/>
                </a:lnTo>
                <a:lnTo>
                  <a:pt x="574" y="548"/>
                </a:lnTo>
                <a:lnTo>
                  <a:pt x="574" y="549"/>
                </a:lnTo>
                <a:lnTo>
                  <a:pt x="573" y="549"/>
                </a:lnTo>
                <a:lnTo>
                  <a:pt x="573" y="550"/>
                </a:lnTo>
                <a:lnTo>
                  <a:pt x="574" y="550"/>
                </a:lnTo>
                <a:lnTo>
                  <a:pt x="575" y="551"/>
                </a:lnTo>
                <a:lnTo>
                  <a:pt x="575" y="552"/>
                </a:lnTo>
                <a:lnTo>
                  <a:pt x="574" y="552"/>
                </a:lnTo>
                <a:lnTo>
                  <a:pt x="573" y="552"/>
                </a:lnTo>
                <a:lnTo>
                  <a:pt x="573" y="553"/>
                </a:lnTo>
                <a:lnTo>
                  <a:pt x="573" y="554"/>
                </a:lnTo>
                <a:lnTo>
                  <a:pt x="572" y="555"/>
                </a:lnTo>
                <a:lnTo>
                  <a:pt x="570" y="555"/>
                </a:lnTo>
                <a:lnTo>
                  <a:pt x="569" y="555"/>
                </a:lnTo>
                <a:lnTo>
                  <a:pt x="568" y="555"/>
                </a:lnTo>
                <a:lnTo>
                  <a:pt x="567" y="556"/>
                </a:lnTo>
                <a:lnTo>
                  <a:pt x="566" y="556"/>
                </a:lnTo>
                <a:lnTo>
                  <a:pt x="565" y="555"/>
                </a:lnTo>
                <a:lnTo>
                  <a:pt x="565" y="554"/>
                </a:lnTo>
                <a:lnTo>
                  <a:pt x="564" y="554"/>
                </a:lnTo>
                <a:lnTo>
                  <a:pt x="564" y="555"/>
                </a:lnTo>
                <a:lnTo>
                  <a:pt x="564" y="556"/>
                </a:lnTo>
                <a:lnTo>
                  <a:pt x="563" y="556"/>
                </a:lnTo>
                <a:lnTo>
                  <a:pt x="564" y="556"/>
                </a:lnTo>
                <a:lnTo>
                  <a:pt x="566" y="557"/>
                </a:lnTo>
                <a:lnTo>
                  <a:pt x="568" y="557"/>
                </a:lnTo>
                <a:lnTo>
                  <a:pt x="569" y="557"/>
                </a:lnTo>
                <a:lnTo>
                  <a:pt x="571" y="556"/>
                </a:lnTo>
                <a:lnTo>
                  <a:pt x="572" y="556"/>
                </a:lnTo>
                <a:lnTo>
                  <a:pt x="572" y="558"/>
                </a:lnTo>
                <a:lnTo>
                  <a:pt x="573" y="559"/>
                </a:lnTo>
                <a:lnTo>
                  <a:pt x="574" y="560"/>
                </a:lnTo>
                <a:lnTo>
                  <a:pt x="576" y="562"/>
                </a:lnTo>
                <a:lnTo>
                  <a:pt x="576" y="563"/>
                </a:lnTo>
                <a:lnTo>
                  <a:pt x="575" y="569"/>
                </a:lnTo>
                <a:lnTo>
                  <a:pt x="575" y="570"/>
                </a:lnTo>
                <a:lnTo>
                  <a:pt x="573" y="571"/>
                </a:lnTo>
                <a:lnTo>
                  <a:pt x="573" y="572"/>
                </a:lnTo>
                <a:lnTo>
                  <a:pt x="572" y="573"/>
                </a:lnTo>
                <a:lnTo>
                  <a:pt x="572" y="574"/>
                </a:lnTo>
                <a:lnTo>
                  <a:pt x="572" y="575"/>
                </a:lnTo>
                <a:lnTo>
                  <a:pt x="573" y="575"/>
                </a:lnTo>
                <a:lnTo>
                  <a:pt x="573" y="576"/>
                </a:lnTo>
                <a:lnTo>
                  <a:pt x="572" y="577"/>
                </a:lnTo>
                <a:lnTo>
                  <a:pt x="572" y="578"/>
                </a:lnTo>
                <a:lnTo>
                  <a:pt x="572" y="580"/>
                </a:lnTo>
                <a:lnTo>
                  <a:pt x="573" y="580"/>
                </a:lnTo>
                <a:lnTo>
                  <a:pt x="572" y="584"/>
                </a:lnTo>
                <a:lnTo>
                  <a:pt x="571" y="584"/>
                </a:lnTo>
                <a:lnTo>
                  <a:pt x="569" y="582"/>
                </a:lnTo>
                <a:lnTo>
                  <a:pt x="568" y="582"/>
                </a:lnTo>
                <a:lnTo>
                  <a:pt x="567" y="582"/>
                </a:lnTo>
                <a:lnTo>
                  <a:pt x="569" y="583"/>
                </a:lnTo>
                <a:lnTo>
                  <a:pt x="567" y="586"/>
                </a:lnTo>
                <a:lnTo>
                  <a:pt x="561" y="593"/>
                </a:lnTo>
                <a:lnTo>
                  <a:pt x="560" y="592"/>
                </a:lnTo>
                <a:lnTo>
                  <a:pt x="560" y="593"/>
                </a:lnTo>
                <a:lnTo>
                  <a:pt x="560" y="594"/>
                </a:lnTo>
                <a:lnTo>
                  <a:pt x="559" y="597"/>
                </a:lnTo>
                <a:lnTo>
                  <a:pt x="558" y="597"/>
                </a:lnTo>
                <a:lnTo>
                  <a:pt x="558" y="598"/>
                </a:lnTo>
                <a:lnTo>
                  <a:pt x="560" y="599"/>
                </a:lnTo>
                <a:lnTo>
                  <a:pt x="560" y="601"/>
                </a:lnTo>
                <a:lnTo>
                  <a:pt x="562" y="608"/>
                </a:lnTo>
                <a:lnTo>
                  <a:pt x="561" y="608"/>
                </a:lnTo>
                <a:lnTo>
                  <a:pt x="560" y="609"/>
                </a:lnTo>
                <a:lnTo>
                  <a:pt x="560" y="610"/>
                </a:lnTo>
                <a:lnTo>
                  <a:pt x="560" y="611"/>
                </a:lnTo>
                <a:lnTo>
                  <a:pt x="559" y="611"/>
                </a:lnTo>
                <a:lnTo>
                  <a:pt x="560" y="612"/>
                </a:lnTo>
                <a:lnTo>
                  <a:pt x="560" y="613"/>
                </a:lnTo>
                <a:lnTo>
                  <a:pt x="560" y="614"/>
                </a:lnTo>
                <a:lnTo>
                  <a:pt x="560" y="615"/>
                </a:lnTo>
                <a:lnTo>
                  <a:pt x="559" y="616"/>
                </a:lnTo>
                <a:lnTo>
                  <a:pt x="559" y="617"/>
                </a:lnTo>
                <a:lnTo>
                  <a:pt x="557" y="618"/>
                </a:lnTo>
                <a:lnTo>
                  <a:pt x="556" y="619"/>
                </a:lnTo>
                <a:lnTo>
                  <a:pt x="555" y="620"/>
                </a:lnTo>
                <a:lnTo>
                  <a:pt x="554" y="621"/>
                </a:lnTo>
                <a:lnTo>
                  <a:pt x="554" y="626"/>
                </a:lnTo>
                <a:lnTo>
                  <a:pt x="554" y="627"/>
                </a:lnTo>
                <a:lnTo>
                  <a:pt x="558" y="629"/>
                </a:lnTo>
                <a:lnTo>
                  <a:pt x="557" y="629"/>
                </a:lnTo>
                <a:lnTo>
                  <a:pt x="557" y="630"/>
                </a:lnTo>
                <a:lnTo>
                  <a:pt x="556" y="631"/>
                </a:lnTo>
                <a:lnTo>
                  <a:pt x="556" y="632"/>
                </a:lnTo>
                <a:lnTo>
                  <a:pt x="555" y="634"/>
                </a:lnTo>
                <a:lnTo>
                  <a:pt x="555" y="635"/>
                </a:lnTo>
                <a:lnTo>
                  <a:pt x="554" y="635"/>
                </a:lnTo>
                <a:lnTo>
                  <a:pt x="554" y="636"/>
                </a:lnTo>
                <a:lnTo>
                  <a:pt x="553" y="637"/>
                </a:lnTo>
                <a:lnTo>
                  <a:pt x="552" y="636"/>
                </a:lnTo>
                <a:lnTo>
                  <a:pt x="551" y="635"/>
                </a:lnTo>
                <a:lnTo>
                  <a:pt x="550" y="635"/>
                </a:lnTo>
                <a:lnTo>
                  <a:pt x="550" y="634"/>
                </a:lnTo>
                <a:lnTo>
                  <a:pt x="549" y="634"/>
                </a:lnTo>
                <a:lnTo>
                  <a:pt x="549" y="633"/>
                </a:lnTo>
                <a:lnTo>
                  <a:pt x="549" y="634"/>
                </a:lnTo>
                <a:lnTo>
                  <a:pt x="548" y="634"/>
                </a:lnTo>
                <a:lnTo>
                  <a:pt x="545" y="636"/>
                </a:lnTo>
                <a:lnTo>
                  <a:pt x="543" y="636"/>
                </a:lnTo>
                <a:lnTo>
                  <a:pt x="542" y="641"/>
                </a:lnTo>
                <a:lnTo>
                  <a:pt x="542" y="645"/>
                </a:lnTo>
                <a:lnTo>
                  <a:pt x="541" y="647"/>
                </a:lnTo>
                <a:lnTo>
                  <a:pt x="540" y="649"/>
                </a:lnTo>
                <a:lnTo>
                  <a:pt x="539" y="649"/>
                </a:lnTo>
                <a:lnTo>
                  <a:pt x="539" y="650"/>
                </a:lnTo>
                <a:lnTo>
                  <a:pt x="538" y="651"/>
                </a:lnTo>
                <a:lnTo>
                  <a:pt x="537" y="652"/>
                </a:lnTo>
                <a:lnTo>
                  <a:pt x="533" y="657"/>
                </a:lnTo>
                <a:lnTo>
                  <a:pt x="533" y="658"/>
                </a:lnTo>
                <a:lnTo>
                  <a:pt x="532" y="659"/>
                </a:lnTo>
                <a:lnTo>
                  <a:pt x="532" y="660"/>
                </a:lnTo>
                <a:lnTo>
                  <a:pt x="531" y="662"/>
                </a:lnTo>
                <a:lnTo>
                  <a:pt x="530" y="663"/>
                </a:lnTo>
                <a:lnTo>
                  <a:pt x="530" y="664"/>
                </a:lnTo>
                <a:lnTo>
                  <a:pt x="529" y="664"/>
                </a:lnTo>
                <a:lnTo>
                  <a:pt x="529" y="663"/>
                </a:lnTo>
                <a:lnTo>
                  <a:pt x="528" y="663"/>
                </a:lnTo>
                <a:lnTo>
                  <a:pt x="527" y="663"/>
                </a:lnTo>
                <a:lnTo>
                  <a:pt x="527" y="664"/>
                </a:lnTo>
                <a:lnTo>
                  <a:pt x="526" y="664"/>
                </a:lnTo>
                <a:lnTo>
                  <a:pt x="526" y="665"/>
                </a:lnTo>
                <a:lnTo>
                  <a:pt x="525" y="666"/>
                </a:lnTo>
                <a:lnTo>
                  <a:pt x="525" y="667"/>
                </a:lnTo>
                <a:lnTo>
                  <a:pt x="525" y="668"/>
                </a:lnTo>
                <a:lnTo>
                  <a:pt x="524" y="669"/>
                </a:lnTo>
                <a:lnTo>
                  <a:pt x="524" y="670"/>
                </a:lnTo>
                <a:lnTo>
                  <a:pt x="524" y="671"/>
                </a:lnTo>
                <a:lnTo>
                  <a:pt x="524" y="672"/>
                </a:lnTo>
                <a:lnTo>
                  <a:pt x="524" y="673"/>
                </a:lnTo>
                <a:lnTo>
                  <a:pt x="524" y="674"/>
                </a:lnTo>
                <a:lnTo>
                  <a:pt x="523" y="674"/>
                </a:lnTo>
                <a:lnTo>
                  <a:pt x="523" y="675"/>
                </a:lnTo>
                <a:lnTo>
                  <a:pt x="523" y="676"/>
                </a:lnTo>
                <a:lnTo>
                  <a:pt x="526" y="678"/>
                </a:lnTo>
                <a:lnTo>
                  <a:pt x="525" y="679"/>
                </a:lnTo>
                <a:lnTo>
                  <a:pt x="524" y="681"/>
                </a:lnTo>
                <a:lnTo>
                  <a:pt x="521" y="683"/>
                </a:lnTo>
                <a:lnTo>
                  <a:pt x="518" y="683"/>
                </a:lnTo>
                <a:lnTo>
                  <a:pt x="518" y="682"/>
                </a:lnTo>
                <a:lnTo>
                  <a:pt x="517" y="682"/>
                </a:lnTo>
                <a:lnTo>
                  <a:pt x="516" y="682"/>
                </a:lnTo>
                <a:lnTo>
                  <a:pt x="515" y="682"/>
                </a:lnTo>
                <a:lnTo>
                  <a:pt x="513" y="686"/>
                </a:lnTo>
                <a:lnTo>
                  <a:pt x="514" y="687"/>
                </a:lnTo>
                <a:lnTo>
                  <a:pt x="516" y="689"/>
                </a:lnTo>
                <a:lnTo>
                  <a:pt x="515" y="697"/>
                </a:lnTo>
                <a:lnTo>
                  <a:pt x="514" y="698"/>
                </a:lnTo>
                <a:lnTo>
                  <a:pt x="515" y="698"/>
                </a:lnTo>
                <a:lnTo>
                  <a:pt x="515" y="699"/>
                </a:lnTo>
                <a:lnTo>
                  <a:pt x="515" y="700"/>
                </a:lnTo>
                <a:lnTo>
                  <a:pt x="514" y="700"/>
                </a:lnTo>
                <a:lnTo>
                  <a:pt x="513" y="700"/>
                </a:lnTo>
                <a:lnTo>
                  <a:pt x="513" y="701"/>
                </a:lnTo>
                <a:lnTo>
                  <a:pt x="513" y="702"/>
                </a:lnTo>
                <a:lnTo>
                  <a:pt x="513" y="704"/>
                </a:lnTo>
                <a:lnTo>
                  <a:pt x="511" y="705"/>
                </a:lnTo>
                <a:lnTo>
                  <a:pt x="510" y="705"/>
                </a:lnTo>
                <a:lnTo>
                  <a:pt x="509" y="707"/>
                </a:lnTo>
                <a:lnTo>
                  <a:pt x="509" y="708"/>
                </a:lnTo>
                <a:lnTo>
                  <a:pt x="510" y="708"/>
                </a:lnTo>
                <a:lnTo>
                  <a:pt x="512" y="709"/>
                </a:lnTo>
                <a:lnTo>
                  <a:pt x="512" y="710"/>
                </a:lnTo>
                <a:lnTo>
                  <a:pt x="511" y="710"/>
                </a:lnTo>
                <a:lnTo>
                  <a:pt x="508" y="712"/>
                </a:lnTo>
                <a:lnTo>
                  <a:pt x="504" y="711"/>
                </a:lnTo>
                <a:lnTo>
                  <a:pt x="504" y="710"/>
                </a:lnTo>
                <a:lnTo>
                  <a:pt x="503" y="710"/>
                </a:lnTo>
                <a:lnTo>
                  <a:pt x="502" y="711"/>
                </a:lnTo>
                <a:lnTo>
                  <a:pt x="501" y="711"/>
                </a:lnTo>
                <a:lnTo>
                  <a:pt x="502" y="711"/>
                </a:lnTo>
                <a:lnTo>
                  <a:pt x="502" y="712"/>
                </a:lnTo>
                <a:lnTo>
                  <a:pt x="503" y="712"/>
                </a:lnTo>
                <a:lnTo>
                  <a:pt x="504" y="713"/>
                </a:lnTo>
                <a:lnTo>
                  <a:pt x="504" y="714"/>
                </a:lnTo>
                <a:lnTo>
                  <a:pt x="510" y="716"/>
                </a:lnTo>
                <a:lnTo>
                  <a:pt x="511" y="717"/>
                </a:lnTo>
                <a:lnTo>
                  <a:pt x="515" y="724"/>
                </a:lnTo>
                <a:lnTo>
                  <a:pt x="516" y="725"/>
                </a:lnTo>
                <a:lnTo>
                  <a:pt x="517" y="726"/>
                </a:lnTo>
                <a:lnTo>
                  <a:pt x="518" y="726"/>
                </a:lnTo>
                <a:lnTo>
                  <a:pt x="518" y="725"/>
                </a:lnTo>
                <a:lnTo>
                  <a:pt x="518" y="726"/>
                </a:lnTo>
                <a:lnTo>
                  <a:pt x="517" y="727"/>
                </a:lnTo>
                <a:lnTo>
                  <a:pt x="516" y="727"/>
                </a:lnTo>
                <a:lnTo>
                  <a:pt x="516" y="726"/>
                </a:lnTo>
                <a:lnTo>
                  <a:pt x="513" y="727"/>
                </a:lnTo>
                <a:lnTo>
                  <a:pt x="513" y="728"/>
                </a:lnTo>
                <a:lnTo>
                  <a:pt x="512" y="729"/>
                </a:lnTo>
                <a:lnTo>
                  <a:pt x="512" y="730"/>
                </a:lnTo>
                <a:lnTo>
                  <a:pt x="512" y="729"/>
                </a:lnTo>
                <a:lnTo>
                  <a:pt x="513" y="729"/>
                </a:lnTo>
                <a:lnTo>
                  <a:pt x="514" y="729"/>
                </a:lnTo>
                <a:lnTo>
                  <a:pt x="515" y="728"/>
                </a:lnTo>
                <a:lnTo>
                  <a:pt x="516" y="728"/>
                </a:lnTo>
                <a:lnTo>
                  <a:pt x="517" y="728"/>
                </a:lnTo>
                <a:lnTo>
                  <a:pt x="517" y="729"/>
                </a:lnTo>
                <a:lnTo>
                  <a:pt x="518" y="729"/>
                </a:lnTo>
                <a:lnTo>
                  <a:pt x="518" y="731"/>
                </a:lnTo>
                <a:lnTo>
                  <a:pt x="519" y="731"/>
                </a:lnTo>
                <a:lnTo>
                  <a:pt x="520" y="731"/>
                </a:lnTo>
                <a:lnTo>
                  <a:pt x="520" y="732"/>
                </a:lnTo>
                <a:lnTo>
                  <a:pt x="521" y="732"/>
                </a:lnTo>
                <a:lnTo>
                  <a:pt x="522" y="731"/>
                </a:lnTo>
                <a:lnTo>
                  <a:pt x="522" y="732"/>
                </a:lnTo>
                <a:lnTo>
                  <a:pt x="522" y="733"/>
                </a:lnTo>
                <a:lnTo>
                  <a:pt x="521" y="734"/>
                </a:lnTo>
                <a:lnTo>
                  <a:pt x="520" y="736"/>
                </a:lnTo>
                <a:lnTo>
                  <a:pt x="519" y="737"/>
                </a:lnTo>
                <a:lnTo>
                  <a:pt x="519" y="738"/>
                </a:lnTo>
                <a:lnTo>
                  <a:pt x="519" y="739"/>
                </a:lnTo>
                <a:lnTo>
                  <a:pt x="518" y="739"/>
                </a:lnTo>
                <a:lnTo>
                  <a:pt x="518" y="738"/>
                </a:lnTo>
                <a:lnTo>
                  <a:pt x="517" y="738"/>
                </a:lnTo>
                <a:lnTo>
                  <a:pt x="516" y="739"/>
                </a:lnTo>
                <a:lnTo>
                  <a:pt x="516" y="740"/>
                </a:lnTo>
                <a:lnTo>
                  <a:pt x="517" y="740"/>
                </a:lnTo>
                <a:lnTo>
                  <a:pt x="516" y="743"/>
                </a:lnTo>
                <a:lnTo>
                  <a:pt x="516" y="744"/>
                </a:lnTo>
                <a:lnTo>
                  <a:pt x="516" y="745"/>
                </a:lnTo>
                <a:lnTo>
                  <a:pt x="516" y="746"/>
                </a:lnTo>
                <a:lnTo>
                  <a:pt x="515" y="747"/>
                </a:lnTo>
                <a:lnTo>
                  <a:pt x="516" y="748"/>
                </a:lnTo>
                <a:lnTo>
                  <a:pt x="517" y="748"/>
                </a:lnTo>
                <a:lnTo>
                  <a:pt x="517" y="747"/>
                </a:lnTo>
                <a:lnTo>
                  <a:pt x="518" y="748"/>
                </a:lnTo>
                <a:lnTo>
                  <a:pt x="518" y="749"/>
                </a:lnTo>
                <a:lnTo>
                  <a:pt x="518" y="750"/>
                </a:lnTo>
                <a:lnTo>
                  <a:pt x="519" y="751"/>
                </a:lnTo>
                <a:lnTo>
                  <a:pt x="519" y="752"/>
                </a:lnTo>
                <a:lnTo>
                  <a:pt x="518" y="752"/>
                </a:lnTo>
                <a:lnTo>
                  <a:pt x="518" y="753"/>
                </a:lnTo>
                <a:lnTo>
                  <a:pt x="519" y="753"/>
                </a:lnTo>
                <a:lnTo>
                  <a:pt x="519" y="755"/>
                </a:lnTo>
                <a:lnTo>
                  <a:pt x="518" y="756"/>
                </a:lnTo>
                <a:lnTo>
                  <a:pt x="517" y="755"/>
                </a:lnTo>
                <a:lnTo>
                  <a:pt x="516" y="756"/>
                </a:lnTo>
                <a:lnTo>
                  <a:pt x="515" y="756"/>
                </a:lnTo>
                <a:lnTo>
                  <a:pt x="514" y="757"/>
                </a:lnTo>
                <a:lnTo>
                  <a:pt x="513" y="756"/>
                </a:lnTo>
                <a:lnTo>
                  <a:pt x="513" y="755"/>
                </a:lnTo>
                <a:lnTo>
                  <a:pt x="514" y="755"/>
                </a:lnTo>
                <a:lnTo>
                  <a:pt x="514" y="754"/>
                </a:lnTo>
                <a:lnTo>
                  <a:pt x="513" y="753"/>
                </a:lnTo>
                <a:lnTo>
                  <a:pt x="512" y="753"/>
                </a:lnTo>
                <a:lnTo>
                  <a:pt x="511" y="753"/>
                </a:lnTo>
                <a:lnTo>
                  <a:pt x="511" y="752"/>
                </a:lnTo>
                <a:lnTo>
                  <a:pt x="512" y="752"/>
                </a:lnTo>
                <a:lnTo>
                  <a:pt x="512" y="751"/>
                </a:lnTo>
                <a:lnTo>
                  <a:pt x="510" y="752"/>
                </a:lnTo>
                <a:lnTo>
                  <a:pt x="509" y="752"/>
                </a:lnTo>
                <a:lnTo>
                  <a:pt x="510" y="752"/>
                </a:lnTo>
                <a:lnTo>
                  <a:pt x="510" y="753"/>
                </a:lnTo>
                <a:lnTo>
                  <a:pt x="509" y="754"/>
                </a:lnTo>
                <a:lnTo>
                  <a:pt x="508" y="754"/>
                </a:lnTo>
                <a:lnTo>
                  <a:pt x="506" y="753"/>
                </a:lnTo>
                <a:lnTo>
                  <a:pt x="505" y="752"/>
                </a:lnTo>
                <a:lnTo>
                  <a:pt x="505" y="751"/>
                </a:lnTo>
                <a:lnTo>
                  <a:pt x="504" y="751"/>
                </a:lnTo>
                <a:lnTo>
                  <a:pt x="503" y="750"/>
                </a:lnTo>
                <a:lnTo>
                  <a:pt x="502" y="750"/>
                </a:lnTo>
                <a:lnTo>
                  <a:pt x="501" y="750"/>
                </a:lnTo>
                <a:lnTo>
                  <a:pt x="500" y="750"/>
                </a:lnTo>
                <a:lnTo>
                  <a:pt x="499" y="750"/>
                </a:lnTo>
                <a:lnTo>
                  <a:pt x="499" y="751"/>
                </a:lnTo>
                <a:lnTo>
                  <a:pt x="499" y="752"/>
                </a:lnTo>
                <a:lnTo>
                  <a:pt x="501" y="753"/>
                </a:lnTo>
                <a:lnTo>
                  <a:pt x="500" y="753"/>
                </a:lnTo>
                <a:lnTo>
                  <a:pt x="499" y="753"/>
                </a:lnTo>
                <a:lnTo>
                  <a:pt x="498" y="754"/>
                </a:lnTo>
                <a:lnTo>
                  <a:pt x="498" y="755"/>
                </a:lnTo>
                <a:lnTo>
                  <a:pt x="500" y="756"/>
                </a:lnTo>
                <a:lnTo>
                  <a:pt x="500" y="755"/>
                </a:lnTo>
                <a:lnTo>
                  <a:pt x="501" y="755"/>
                </a:lnTo>
                <a:lnTo>
                  <a:pt x="501" y="754"/>
                </a:lnTo>
                <a:lnTo>
                  <a:pt x="502" y="755"/>
                </a:lnTo>
                <a:lnTo>
                  <a:pt x="503" y="755"/>
                </a:lnTo>
                <a:lnTo>
                  <a:pt x="502" y="755"/>
                </a:lnTo>
                <a:lnTo>
                  <a:pt x="502" y="757"/>
                </a:lnTo>
                <a:lnTo>
                  <a:pt x="502" y="758"/>
                </a:lnTo>
                <a:lnTo>
                  <a:pt x="500" y="759"/>
                </a:lnTo>
                <a:lnTo>
                  <a:pt x="499" y="760"/>
                </a:lnTo>
                <a:lnTo>
                  <a:pt x="498" y="760"/>
                </a:lnTo>
                <a:lnTo>
                  <a:pt x="498" y="761"/>
                </a:lnTo>
                <a:lnTo>
                  <a:pt x="498" y="762"/>
                </a:lnTo>
                <a:lnTo>
                  <a:pt x="499" y="763"/>
                </a:lnTo>
                <a:lnTo>
                  <a:pt x="500" y="763"/>
                </a:lnTo>
                <a:lnTo>
                  <a:pt x="500" y="764"/>
                </a:lnTo>
                <a:lnTo>
                  <a:pt x="499" y="764"/>
                </a:lnTo>
                <a:lnTo>
                  <a:pt x="498" y="764"/>
                </a:lnTo>
                <a:lnTo>
                  <a:pt x="497" y="765"/>
                </a:lnTo>
                <a:lnTo>
                  <a:pt x="496" y="765"/>
                </a:lnTo>
                <a:lnTo>
                  <a:pt x="496" y="764"/>
                </a:lnTo>
                <a:lnTo>
                  <a:pt x="495" y="764"/>
                </a:lnTo>
                <a:lnTo>
                  <a:pt x="495" y="765"/>
                </a:lnTo>
                <a:lnTo>
                  <a:pt x="496" y="766"/>
                </a:lnTo>
                <a:lnTo>
                  <a:pt x="498" y="767"/>
                </a:lnTo>
                <a:lnTo>
                  <a:pt x="501" y="766"/>
                </a:lnTo>
                <a:lnTo>
                  <a:pt x="501" y="767"/>
                </a:lnTo>
                <a:lnTo>
                  <a:pt x="501" y="768"/>
                </a:lnTo>
                <a:lnTo>
                  <a:pt x="502" y="768"/>
                </a:lnTo>
                <a:lnTo>
                  <a:pt x="503" y="767"/>
                </a:lnTo>
                <a:lnTo>
                  <a:pt x="504" y="767"/>
                </a:lnTo>
                <a:lnTo>
                  <a:pt x="504" y="768"/>
                </a:lnTo>
                <a:lnTo>
                  <a:pt x="503" y="770"/>
                </a:lnTo>
                <a:lnTo>
                  <a:pt x="502" y="771"/>
                </a:lnTo>
                <a:lnTo>
                  <a:pt x="502" y="772"/>
                </a:lnTo>
                <a:lnTo>
                  <a:pt x="503" y="771"/>
                </a:lnTo>
                <a:lnTo>
                  <a:pt x="504" y="771"/>
                </a:lnTo>
                <a:lnTo>
                  <a:pt x="505" y="771"/>
                </a:lnTo>
                <a:lnTo>
                  <a:pt x="506" y="772"/>
                </a:lnTo>
                <a:lnTo>
                  <a:pt x="505" y="772"/>
                </a:lnTo>
                <a:lnTo>
                  <a:pt x="504" y="772"/>
                </a:lnTo>
                <a:lnTo>
                  <a:pt x="503" y="773"/>
                </a:lnTo>
                <a:lnTo>
                  <a:pt x="502" y="773"/>
                </a:lnTo>
                <a:lnTo>
                  <a:pt x="503" y="774"/>
                </a:lnTo>
                <a:lnTo>
                  <a:pt x="504" y="774"/>
                </a:lnTo>
                <a:lnTo>
                  <a:pt x="504" y="775"/>
                </a:lnTo>
                <a:lnTo>
                  <a:pt x="503" y="776"/>
                </a:lnTo>
                <a:lnTo>
                  <a:pt x="502" y="776"/>
                </a:lnTo>
                <a:lnTo>
                  <a:pt x="501" y="777"/>
                </a:lnTo>
                <a:lnTo>
                  <a:pt x="500" y="777"/>
                </a:lnTo>
                <a:lnTo>
                  <a:pt x="499" y="777"/>
                </a:lnTo>
                <a:lnTo>
                  <a:pt x="498" y="777"/>
                </a:lnTo>
                <a:lnTo>
                  <a:pt x="498" y="778"/>
                </a:lnTo>
                <a:lnTo>
                  <a:pt x="500" y="779"/>
                </a:lnTo>
                <a:lnTo>
                  <a:pt x="500" y="780"/>
                </a:lnTo>
                <a:lnTo>
                  <a:pt x="499" y="780"/>
                </a:lnTo>
                <a:lnTo>
                  <a:pt x="499" y="781"/>
                </a:lnTo>
                <a:lnTo>
                  <a:pt x="499" y="782"/>
                </a:lnTo>
                <a:lnTo>
                  <a:pt x="499" y="783"/>
                </a:lnTo>
                <a:lnTo>
                  <a:pt x="500" y="783"/>
                </a:lnTo>
                <a:lnTo>
                  <a:pt x="501" y="783"/>
                </a:lnTo>
                <a:lnTo>
                  <a:pt x="502" y="783"/>
                </a:lnTo>
                <a:lnTo>
                  <a:pt x="503" y="783"/>
                </a:lnTo>
                <a:lnTo>
                  <a:pt x="503" y="785"/>
                </a:lnTo>
                <a:lnTo>
                  <a:pt x="502" y="785"/>
                </a:lnTo>
                <a:lnTo>
                  <a:pt x="501" y="786"/>
                </a:lnTo>
                <a:lnTo>
                  <a:pt x="502" y="786"/>
                </a:lnTo>
                <a:lnTo>
                  <a:pt x="503" y="787"/>
                </a:lnTo>
                <a:lnTo>
                  <a:pt x="502" y="787"/>
                </a:lnTo>
                <a:lnTo>
                  <a:pt x="502" y="788"/>
                </a:lnTo>
                <a:lnTo>
                  <a:pt x="502" y="787"/>
                </a:lnTo>
                <a:lnTo>
                  <a:pt x="500" y="787"/>
                </a:lnTo>
                <a:lnTo>
                  <a:pt x="500" y="788"/>
                </a:lnTo>
                <a:lnTo>
                  <a:pt x="500" y="789"/>
                </a:lnTo>
                <a:lnTo>
                  <a:pt x="499" y="790"/>
                </a:lnTo>
                <a:lnTo>
                  <a:pt x="499" y="791"/>
                </a:lnTo>
                <a:lnTo>
                  <a:pt x="499" y="792"/>
                </a:lnTo>
                <a:lnTo>
                  <a:pt x="501" y="792"/>
                </a:lnTo>
                <a:lnTo>
                  <a:pt x="501" y="793"/>
                </a:lnTo>
                <a:lnTo>
                  <a:pt x="500" y="794"/>
                </a:lnTo>
                <a:lnTo>
                  <a:pt x="499" y="795"/>
                </a:lnTo>
                <a:lnTo>
                  <a:pt x="498" y="795"/>
                </a:lnTo>
                <a:lnTo>
                  <a:pt x="497" y="795"/>
                </a:lnTo>
                <a:lnTo>
                  <a:pt x="497" y="796"/>
                </a:lnTo>
                <a:lnTo>
                  <a:pt x="497" y="797"/>
                </a:lnTo>
                <a:lnTo>
                  <a:pt x="496" y="797"/>
                </a:lnTo>
                <a:lnTo>
                  <a:pt x="495" y="799"/>
                </a:lnTo>
                <a:lnTo>
                  <a:pt x="496" y="799"/>
                </a:lnTo>
                <a:lnTo>
                  <a:pt x="496" y="800"/>
                </a:lnTo>
                <a:lnTo>
                  <a:pt x="495" y="800"/>
                </a:lnTo>
                <a:lnTo>
                  <a:pt x="495" y="801"/>
                </a:lnTo>
                <a:lnTo>
                  <a:pt x="494" y="800"/>
                </a:lnTo>
                <a:lnTo>
                  <a:pt x="493" y="800"/>
                </a:lnTo>
                <a:lnTo>
                  <a:pt x="492" y="800"/>
                </a:lnTo>
                <a:lnTo>
                  <a:pt x="492" y="799"/>
                </a:lnTo>
                <a:lnTo>
                  <a:pt x="491" y="796"/>
                </a:lnTo>
                <a:lnTo>
                  <a:pt x="492" y="795"/>
                </a:lnTo>
                <a:lnTo>
                  <a:pt x="492" y="794"/>
                </a:lnTo>
                <a:lnTo>
                  <a:pt x="491" y="794"/>
                </a:lnTo>
                <a:lnTo>
                  <a:pt x="490" y="792"/>
                </a:lnTo>
                <a:lnTo>
                  <a:pt x="490" y="791"/>
                </a:lnTo>
                <a:lnTo>
                  <a:pt x="490" y="790"/>
                </a:lnTo>
                <a:lnTo>
                  <a:pt x="489" y="790"/>
                </a:lnTo>
                <a:lnTo>
                  <a:pt x="488" y="791"/>
                </a:lnTo>
                <a:lnTo>
                  <a:pt x="488" y="792"/>
                </a:lnTo>
                <a:lnTo>
                  <a:pt x="487" y="793"/>
                </a:lnTo>
                <a:lnTo>
                  <a:pt x="487" y="792"/>
                </a:lnTo>
                <a:lnTo>
                  <a:pt x="486" y="792"/>
                </a:lnTo>
                <a:lnTo>
                  <a:pt x="485" y="792"/>
                </a:lnTo>
                <a:lnTo>
                  <a:pt x="485" y="793"/>
                </a:lnTo>
                <a:lnTo>
                  <a:pt x="485" y="794"/>
                </a:lnTo>
                <a:lnTo>
                  <a:pt x="485" y="795"/>
                </a:lnTo>
                <a:lnTo>
                  <a:pt x="484" y="796"/>
                </a:lnTo>
                <a:lnTo>
                  <a:pt x="484" y="797"/>
                </a:lnTo>
                <a:lnTo>
                  <a:pt x="484" y="798"/>
                </a:lnTo>
                <a:lnTo>
                  <a:pt x="485" y="798"/>
                </a:lnTo>
                <a:lnTo>
                  <a:pt x="486" y="798"/>
                </a:lnTo>
                <a:lnTo>
                  <a:pt x="487" y="799"/>
                </a:lnTo>
                <a:lnTo>
                  <a:pt x="487" y="800"/>
                </a:lnTo>
                <a:lnTo>
                  <a:pt x="487" y="801"/>
                </a:lnTo>
                <a:lnTo>
                  <a:pt x="487" y="802"/>
                </a:lnTo>
                <a:lnTo>
                  <a:pt x="486" y="802"/>
                </a:lnTo>
                <a:lnTo>
                  <a:pt x="486" y="801"/>
                </a:lnTo>
                <a:lnTo>
                  <a:pt x="485" y="801"/>
                </a:lnTo>
                <a:lnTo>
                  <a:pt x="485" y="800"/>
                </a:lnTo>
                <a:lnTo>
                  <a:pt x="484" y="800"/>
                </a:lnTo>
                <a:lnTo>
                  <a:pt x="484" y="799"/>
                </a:lnTo>
                <a:lnTo>
                  <a:pt x="484" y="798"/>
                </a:lnTo>
                <a:lnTo>
                  <a:pt x="483" y="798"/>
                </a:lnTo>
                <a:lnTo>
                  <a:pt x="483" y="797"/>
                </a:lnTo>
                <a:lnTo>
                  <a:pt x="481" y="796"/>
                </a:lnTo>
                <a:lnTo>
                  <a:pt x="480" y="795"/>
                </a:lnTo>
                <a:lnTo>
                  <a:pt x="480" y="794"/>
                </a:lnTo>
                <a:lnTo>
                  <a:pt x="480" y="793"/>
                </a:lnTo>
                <a:lnTo>
                  <a:pt x="479" y="793"/>
                </a:lnTo>
                <a:lnTo>
                  <a:pt x="480" y="793"/>
                </a:lnTo>
                <a:lnTo>
                  <a:pt x="480" y="792"/>
                </a:lnTo>
                <a:lnTo>
                  <a:pt x="479" y="792"/>
                </a:lnTo>
                <a:lnTo>
                  <a:pt x="479" y="791"/>
                </a:lnTo>
                <a:lnTo>
                  <a:pt x="480" y="791"/>
                </a:lnTo>
                <a:lnTo>
                  <a:pt x="481" y="789"/>
                </a:lnTo>
                <a:lnTo>
                  <a:pt x="480" y="789"/>
                </a:lnTo>
                <a:lnTo>
                  <a:pt x="479" y="788"/>
                </a:lnTo>
                <a:lnTo>
                  <a:pt x="477" y="787"/>
                </a:lnTo>
                <a:lnTo>
                  <a:pt x="477" y="785"/>
                </a:lnTo>
                <a:lnTo>
                  <a:pt x="479" y="784"/>
                </a:lnTo>
                <a:lnTo>
                  <a:pt x="480" y="784"/>
                </a:lnTo>
                <a:lnTo>
                  <a:pt x="481" y="784"/>
                </a:lnTo>
                <a:lnTo>
                  <a:pt x="481" y="785"/>
                </a:lnTo>
                <a:lnTo>
                  <a:pt x="483" y="783"/>
                </a:lnTo>
                <a:lnTo>
                  <a:pt x="482" y="782"/>
                </a:lnTo>
                <a:lnTo>
                  <a:pt x="481" y="781"/>
                </a:lnTo>
                <a:lnTo>
                  <a:pt x="480" y="781"/>
                </a:lnTo>
                <a:lnTo>
                  <a:pt x="479" y="781"/>
                </a:lnTo>
                <a:lnTo>
                  <a:pt x="477" y="780"/>
                </a:lnTo>
                <a:lnTo>
                  <a:pt x="477" y="779"/>
                </a:lnTo>
                <a:lnTo>
                  <a:pt x="477" y="778"/>
                </a:lnTo>
                <a:lnTo>
                  <a:pt x="477" y="777"/>
                </a:lnTo>
                <a:lnTo>
                  <a:pt x="476" y="776"/>
                </a:lnTo>
                <a:lnTo>
                  <a:pt x="475" y="775"/>
                </a:lnTo>
                <a:lnTo>
                  <a:pt x="475" y="774"/>
                </a:lnTo>
                <a:lnTo>
                  <a:pt x="474" y="774"/>
                </a:lnTo>
                <a:lnTo>
                  <a:pt x="473" y="774"/>
                </a:lnTo>
                <a:lnTo>
                  <a:pt x="472" y="773"/>
                </a:lnTo>
                <a:lnTo>
                  <a:pt x="471" y="772"/>
                </a:lnTo>
                <a:lnTo>
                  <a:pt x="471" y="771"/>
                </a:lnTo>
                <a:lnTo>
                  <a:pt x="470" y="770"/>
                </a:lnTo>
                <a:lnTo>
                  <a:pt x="469" y="770"/>
                </a:lnTo>
                <a:lnTo>
                  <a:pt x="467" y="769"/>
                </a:lnTo>
                <a:lnTo>
                  <a:pt x="467" y="768"/>
                </a:lnTo>
                <a:lnTo>
                  <a:pt x="466" y="768"/>
                </a:lnTo>
                <a:lnTo>
                  <a:pt x="465" y="768"/>
                </a:lnTo>
                <a:lnTo>
                  <a:pt x="465" y="767"/>
                </a:lnTo>
                <a:lnTo>
                  <a:pt x="465" y="766"/>
                </a:lnTo>
                <a:lnTo>
                  <a:pt x="466" y="766"/>
                </a:lnTo>
                <a:lnTo>
                  <a:pt x="466" y="765"/>
                </a:lnTo>
                <a:lnTo>
                  <a:pt x="465" y="765"/>
                </a:lnTo>
                <a:lnTo>
                  <a:pt x="465" y="764"/>
                </a:lnTo>
                <a:lnTo>
                  <a:pt x="464" y="764"/>
                </a:lnTo>
                <a:lnTo>
                  <a:pt x="464" y="763"/>
                </a:lnTo>
                <a:lnTo>
                  <a:pt x="464" y="762"/>
                </a:lnTo>
                <a:lnTo>
                  <a:pt x="464" y="759"/>
                </a:lnTo>
                <a:lnTo>
                  <a:pt x="463" y="757"/>
                </a:lnTo>
                <a:lnTo>
                  <a:pt x="462" y="757"/>
                </a:lnTo>
                <a:lnTo>
                  <a:pt x="461" y="757"/>
                </a:lnTo>
                <a:lnTo>
                  <a:pt x="460" y="758"/>
                </a:lnTo>
                <a:lnTo>
                  <a:pt x="459" y="758"/>
                </a:lnTo>
                <a:lnTo>
                  <a:pt x="458" y="757"/>
                </a:lnTo>
                <a:lnTo>
                  <a:pt x="459" y="757"/>
                </a:lnTo>
                <a:lnTo>
                  <a:pt x="458" y="756"/>
                </a:lnTo>
                <a:lnTo>
                  <a:pt x="458" y="755"/>
                </a:lnTo>
                <a:lnTo>
                  <a:pt x="458" y="756"/>
                </a:lnTo>
                <a:lnTo>
                  <a:pt x="457" y="758"/>
                </a:lnTo>
                <a:lnTo>
                  <a:pt x="456" y="759"/>
                </a:lnTo>
                <a:lnTo>
                  <a:pt x="455" y="759"/>
                </a:lnTo>
                <a:lnTo>
                  <a:pt x="454" y="759"/>
                </a:lnTo>
                <a:lnTo>
                  <a:pt x="453" y="759"/>
                </a:lnTo>
                <a:lnTo>
                  <a:pt x="452" y="759"/>
                </a:lnTo>
                <a:lnTo>
                  <a:pt x="452" y="760"/>
                </a:lnTo>
                <a:lnTo>
                  <a:pt x="451" y="761"/>
                </a:lnTo>
                <a:lnTo>
                  <a:pt x="450" y="761"/>
                </a:lnTo>
                <a:lnTo>
                  <a:pt x="449" y="759"/>
                </a:lnTo>
                <a:lnTo>
                  <a:pt x="449" y="758"/>
                </a:lnTo>
                <a:lnTo>
                  <a:pt x="448" y="757"/>
                </a:lnTo>
                <a:lnTo>
                  <a:pt x="447" y="757"/>
                </a:lnTo>
                <a:lnTo>
                  <a:pt x="447" y="756"/>
                </a:lnTo>
                <a:lnTo>
                  <a:pt x="447" y="755"/>
                </a:lnTo>
                <a:lnTo>
                  <a:pt x="448" y="755"/>
                </a:lnTo>
                <a:lnTo>
                  <a:pt x="448" y="754"/>
                </a:lnTo>
                <a:lnTo>
                  <a:pt x="447" y="753"/>
                </a:lnTo>
                <a:lnTo>
                  <a:pt x="446" y="752"/>
                </a:lnTo>
                <a:lnTo>
                  <a:pt x="445" y="751"/>
                </a:lnTo>
                <a:lnTo>
                  <a:pt x="444" y="751"/>
                </a:lnTo>
                <a:lnTo>
                  <a:pt x="445" y="752"/>
                </a:lnTo>
                <a:lnTo>
                  <a:pt x="444" y="752"/>
                </a:lnTo>
                <a:lnTo>
                  <a:pt x="444" y="753"/>
                </a:lnTo>
                <a:lnTo>
                  <a:pt x="443" y="753"/>
                </a:lnTo>
                <a:lnTo>
                  <a:pt x="443" y="754"/>
                </a:lnTo>
                <a:lnTo>
                  <a:pt x="442" y="754"/>
                </a:lnTo>
                <a:lnTo>
                  <a:pt x="441" y="754"/>
                </a:lnTo>
                <a:lnTo>
                  <a:pt x="441" y="755"/>
                </a:lnTo>
                <a:lnTo>
                  <a:pt x="440" y="756"/>
                </a:lnTo>
                <a:lnTo>
                  <a:pt x="438" y="756"/>
                </a:lnTo>
                <a:lnTo>
                  <a:pt x="437" y="755"/>
                </a:lnTo>
                <a:lnTo>
                  <a:pt x="436" y="755"/>
                </a:lnTo>
                <a:lnTo>
                  <a:pt x="434" y="756"/>
                </a:lnTo>
                <a:lnTo>
                  <a:pt x="433" y="757"/>
                </a:lnTo>
                <a:lnTo>
                  <a:pt x="432" y="757"/>
                </a:lnTo>
                <a:lnTo>
                  <a:pt x="431" y="757"/>
                </a:lnTo>
                <a:lnTo>
                  <a:pt x="430" y="756"/>
                </a:lnTo>
                <a:lnTo>
                  <a:pt x="429" y="756"/>
                </a:lnTo>
                <a:lnTo>
                  <a:pt x="429" y="757"/>
                </a:lnTo>
                <a:lnTo>
                  <a:pt x="428" y="757"/>
                </a:lnTo>
                <a:lnTo>
                  <a:pt x="427" y="757"/>
                </a:lnTo>
                <a:lnTo>
                  <a:pt x="425" y="758"/>
                </a:lnTo>
                <a:lnTo>
                  <a:pt x="424" y="758"/>
                </a:lnTo>
                <a:lnTo>
                  <a:pt x="424" y="759"/>
                </a:lnTo>
                <a:lnTo>
                  <a:pt x="424" y="760"/>
                </a:lnTo>
                <a:lnTo>
                  <a:pt x="424" y="761"/>
                </a:lnTo>
                <a:lnTo>
                  <a:pt x="425" y="761"/>
                </a:lnTo>
                <a:lnTo>
                  <a:pt x="426" y="762"/>
                </a:lnTo>
                <a:lnTo>
                  <a:pt x="425" y="764"/>
                </a:lnTo>
                <a:lnTo>
                  <a:pt x="424" y="764"/>
                </a:lnTo>
                <a:lnTo>
                  <a:pt x="422" y="764"/>
                </a:lnTo>
                <a:lnTo>
                  <a:pt x="421" y="764"/>
                </a:lnTo>
                <a:lnTo>
                  <a:pt x="420" y="764"/>
                </a:lnTo>
                <a:lnTo>
                  <a:pt x="419" y="765"/>
                </a:lnTo>
                <a:lnTo>
                  <a:pt x="419" y="766"/>
                </a:lnTo>
                <a:lnTo>
                  <a:pt x="419" y="767"/>
                </a:lnTo>
                <a:lnTo>
                  <a:pt x="419" y="768"/>
                </a:lnTo>
                <a:lnTo>
                  <a:pt x="417" y="769"/>
                </a:lnTo>
                <a:lnTo>
                  <a:pt x="416" y="770"/>
                </a:lnTo>
                <a:lnTo>
                  <a:pt x="416" y="771"/>
                </a:lnTo>
                <a:lnTo>
                  <a:pt x="415" y="772"/>
                </a:lnTo>
                <a:lnTo>
                  <a:pt x="414" y="774"/>
                </a:lnTo>
                <a:lnTo>
                  <a:pt x="413" y="775"/>
                </a:lnTo>
                <a:lnTo>
                  <a:pt x="412" y="775"/>
                </a:lnTo>
                <a:lnTo>
                  <a:pt x="412" y="776"/>
                </a:lnTo>
                <a:lnTo>
                  <a:pt x="412" y="777"/>
                </a:lnTo>
                <a:lnTo>
                  <a:pt x="410" y="777"/>
                </a:lnTo>
                <a:lnTo>
                  <a:pt x="409" y="776"/>
                </a:lnTo>
                <a:lnTo>
                  <a:pt x="407" y="775"/>
                </a:lnTo>
                <a:lnTo>
                  <a:pt x="405" y="773"/>
                </a:lnTo>
                <a:lnTo>
                  <a:pt x="404" y="773"/>
                </a:lnTo>
                <a:lnTo>
                  <a:pt x="404" y="772"/>
                </a:lnTo>
                <a:lnTo>
                  <a:pt x="403" y="772"/>
                </a:lnTo>
                <a:lnTo>
                  <a:pt x="403" y="771"/>
                </a:lnTo>
                <a:lnTo>
                  <a:pt x="404" y="771"/>
                </a:lnTo>
                <a:lnTo>
                  <a:pt x="403" y="771"/>
                </a:lnTo>
                <a:lnTo>
                  <a:pt x="402" y="770"/>
                </a:lnTo>
                <a:lnTo>
                  <a:pt x="401" y="770"/>
                </a:lnTo>
                <a:lnTo>
                  <a:pt x="400" y="771"/>
                </a:lnTo>
                <a:lnTo>
                  <a:pt x="400" y="772"/>
                </a:lnTo>
                <a:lnTo>
                  <a:pt x="399" y="772"/>
                </a:lnTo>
                <a:lnTo>
                  <a:pt x="398" y="772"/>
                </a:lnTo>
                <a:lnTo>
                  <a:pt x="397" y="773"/>
                </a:lnTo>
                <a:lnTo>
                  <a:pt x="396" y="773"/>
                </a:lnTo>
                <a:lnTo>
                  <a:pt x="395" y="774"/>
                </a:lnTo>
                <a:lnTo>
                  <a:pt x="394" y="774"/>
                </a:lnTo>
                <a:lnTo>
                  <a:pt x="394" y="775"/>
                </a:lnTo>
                <a:lnTo>
                  <a:pt x="395" y="776"/>
                </a:lnTo>
                <a:lnTo>
                  <a:pt x="395" y="775"/>
                </a:lnTo>
                <a:lnTo>
                  <a:pt x="396" y="775"/>
                </a:lnTo>
                <a:lnTo>
                  <a:pt x="396" y="776"/>
                </a:lnTo>
                <a:lnTo>
                  <a:pt x="395" y="777"/>
                </a:lnTo>
                <a:lnTo>
                  <a:pt x="394" y="778"/>
                </a:lnTo>
                <a:lnTo>
                  <a:pt x="394" y="779"/>
                </a:lnTo>
                <a:lnTo>
                  <a:pt x="394" y="780"/>
                </a:lnTo>
                <a:lnTo>
                  <a:pt x="393" y="780"/>
                </a:lnTo>
                <a:lnTo>
                  <a:pt x="392" y="780"/>
                </a:lnTo>
                <a:lnTo>
                  <a:pt x="392" y="781"/>
                </a:lnTo>
                <a:lnTo>
                  <a:pt x="393" y="781"/>
                </a:lnTo>
                <a:lnTo>
                  <a:pt x="392" y="782"/>
                </a:lnTo>
                <a:lnTo>
                  <a:pt x="393" y="783"/>
                </a:lnTo>
                <a:lnTo>
                  <a:pt x="394" y="783"/>
                </a:lnTo>
                <a:lnTo>
                  <a:pt x="394" y="784"/>
                </a:lnTo>
                <a:lnTo>
                  <a:pt x="394" y="785"/>
                </a:lnTo>
                <a:lnTo>
                  <a:pt x="393" y="785"/>
                </a:lnTo>
                <a:lnTo>
                  <a:pt x="392" y="785"/>
                </a:lnTo>
                <a:lnTo>
                  <a:pt x="391" y="785"/>
                </a:lnTo>
                <a:lnTo>
                  <a:pt x="390" y="785"/>
                </a:lnTo>
                <a:lnTo>
                  <a:pt x="387" y="785"/>
                </a:lnTo>
                <a:lnTo>
                  <a:pt x="386" y="785"/>
                </a:lnTo>
                <a:lnTo>
                  <a:pt x="386" y="786"/>
                </a:lnTo>
                <a:lnTo>
                  <a:pt x="386" y="787"/>
                </a:lnTo>
                <a:lnTo>
                  <a:pt x="385" y="787"/>
                </a:lnTo>
                <a:lnTo>
                  <a:pt x="384" y="786"/>
                </a:lnTo>
                <a:lnTo>
                  <a:pt x="382" y="787"/>
                </a:lnTo>
                <a:lnTo>
                  <a:pt x="382" y="788"/>
                </a:lnTo>
                <a:lnTo>
                  <a:pt x="382" y="789"/>
                </a:lnTo>
                <a:lnTo>
                  <a:pt x="380" y="789"/>
                </a:lnTo>
                <a:lnTo>
                  <a:pt x="380" y="788"/>
                </a:lnTo>
                <a:lnTo>
                  <a:pt x="381" y="787"/>
                </a:lnTo>
                <a:lnTo>
                  <a:pt x="380" y="787"/>
                </a:lnTo>
                <a:lnTo>
                  <a:pt x="378" y="787"/>
                </a:lnTo>
                <a:lnTo>
                  <a:pt x="377" y="786"/>
                </a:lnTo>
                <a:lnTo>
                  <a:pt x="376" y="786"/>
                </a:lnTo>
                <a:lnTo>
                  <a:pt x="376" y="785"/>
                </a:lnTo>
                <a:lnTo>
                  <a:pt x="376" y="786"/>
                </a:lnTo>
                <a:lnTo>
                  <a:pt x="375" y="786"/>
                </a:lnTo>
                <a:lnTo>
                  <a:pt x="375" y="787"/>
                </a:lnTo>
                <a:lnTo>
                  <a:pt x="374" y="788"/>
                </a:lnTo>
                <a:lnTo>
                  <a:pt x="375" y="789"/>
                </a:lnTo>
                <a:lnTo>
                  <a:pt x="376" y="789"/>
                </a:lnTo>
                <a:lnTo>
                  <a:pt x="376" y="790"/>
                </a:lnTo>
                <a:lnTo>
                  <a:pt x="376" y="791"/>
                </a:lnTo>
                <a:lnTo>
                  <a:pt x="375" y="790"/>
                </a:lnTo>
                <a:lnTo>
                  <a:pt x="373" y="790"/>
                </a:lnTo>
                <a:lnTo>
                  <a:pt x="372" y="791"/>
                </a:lnTo>
                <a:lnTo>
                  <a:pt x="372" y="792"/>
                </a:lnTo>
                <a:lnTo>
                  <a:pt x="371" y="791"/>
                </a:lnTo>
                <a:lnTo>
                  <a:pt x="370" y="791"/>
                </a:lnTo>
                <a:lnTo>
                  <a:pt x="370" y="790"/>
                </a:lnTo>
                <a:lnTo>
                  <a:pt x="369" y="790"/>
                </a:lnTo>
                <a:lnTo>
                  <a:pt x="368" y="790"/>
                </a:lnTo>
                <a:lnTo>
                  <a:pt x="367" y="790"/>
                </a:lnTo>
                <a:lnTo>
                  <a:pt x="367" y="791"/>
                </a:lnTo>
                <a:lnTo>
                  <a:pt x="365" y="791"/>
                </a:lnTo>
                <a:lnTo>
                  <a:pt x="364" y="791"/>
                </a:lnTo>
                <a:lnTo>
                  <a:pt x="363" y="791"/>
                </a:lnTo>
                <a:lnTo>
                  <a:pt x="363" y="790"/>
                </a:lnTo>
                <a:lnTo>
                  <a:pt x="363" y="789"/>
                </a:lnTo>
                <a:lnTo>
                  <a:pt x="362" y="788"/>
                </a:lnTo>
                <a:lnTo>
                  <a:pt x="362" y="787"/>
                </a:lnTo>
                <a:lnTo>
                  <a:pt x="363" y="787"/>
                </a:lnTo>
                <a:lnTo>
                  <a:pt x="364" y="788"/>
                </a:lnTo>
                <a:lnTo>
                  <a:pt x="365" y="787"/>
                </a:lnTo>
                <a:lnTo>
                  <a:pt x="364" y="786"/>
                </a:lnTo>
                <a:lnTo>
                  <a:pt x="363" y="786"/>
                </a:lnTo>
                <a:lnTo>
                  <a:pt x="362" y="786"/>
                </a:lnTo>
                <a:lnTo>
                  <a:pt x="362" y="785"/>
                </a:lnTo>
                <a:lnTo>
                  <a:pt x="361" y="785"/>
                </a:lnTo>
                <a:lnTo>
                  <a:pt x="361" y="784"/>
                </a:lnTo>
                <a:lnTo>
                  <a:pt x="362" y="784"/>
                </a:lnTo>
                <a:lnTo>
                  <a:pt x="361" y="783"/>
                </a:lnTo>
                <a:lnTo>
                  <a:pt x="360" y="783"/>
                </a:lnTo>
                <a:lnTo>
                  <a:pt x="358" y="783"/>
                </a:lnTo>
                <a:lnTo>
                  <a:pt x="358" y="782"/>
                </a:lnTo>
                <a:lnTo>
                  <a:pt x="357" y="781"/>
                </a:lnTo>
                <a:lnTo>
                  <a:pt x="356" y="781"/>
                </a:lnTo>
                <a:lnTo>
                  <a:pt x="356" y="780"/>
                </a:lnTo>
                <a:lnTo>
                  <a:pt x="356" y="779"/>
                </a:lnTo>
                <a:lnTo>
                  <a:pt x="357" y="779"/>
                </a:lnTo>
                <a:lnTo>
                  <a:pt x="357" y="778"/>
                </a:lnTo>
                <a:lnTo>
                  <a:pt x="357" y="777"/>
                </a:lnTo>
                <a:lnTo>
                  <a:pt x="356" y="777"/>
                </a:lnTo>
                <a:lnTo>
                  <a:pt x="356" y="778"/>
                </a:lnTo>
                <a:lnTo>
                  <a:pt x="356" y="777"/>
                </a:lnTo>
                <a:lnTo>
                  <a:pt x="355" y="777"/>
                </a:lnTo>
                <a:lnTo>
                  <a:pt x="355" y="776"/>
                </a:lnTo>
                <a:lnTo>
                  <a:pt x="354" y="776"/>
                </a:lnTo>
                <a:lnTo>
                  <a:pt x="354" y="775"/>
                </a:lnTo>
                <a:lnTo>
                  <a:pt x="353" y="775"/>
                </a:lnTo>
                <a:lnTo>
                  <a:pt x="353" y="774"/>
                </a:lnTo>
                <a:lnTo>
                  <a:pt x="352" y="774"/>
                </a:lnTo>
                <a:lnTo>
                  <a:pt x="352" y="773"/>
                </a:lnTo>
                <a:lnTo>
                  <a:pt x="351" y="773"/>
                </a:lnTo>
                <a:lnTo>
                  <a:pt x="350" y="773"/>
                </a:lnTo>
                <a:lnTo>
                  <a:pt x="349" y="773"/>
                </a:lnTo>
                <a:lnTo>
                  <a:pt x="349" y="772"/>
                </a:lnTo>
                <a:lnTo>
                  <a:pt x="348" y="771"/>
                </a:lnTo>
                <a:lnTo>
                  <a:pt x="348" y="770"/>
                </a:lnTo>
                <a:lnTo>
                  <a:pt x="348" y="769"/>
                </a:lnTo>
                <a:lnTo>
                  <a:pt x="347" y="769"/>
                </a:lnTo>
                <a:lnTo>
                  <a:pt x="346" y="769"/>
                </a:lnTo>
                <a:lnTo>
                  <a:pt x="345" y="768"/>
                </a:lnTo>
                <a:lnTo>
                  <a:pt x="344" y="767"/>
                </a:lnTo>
                <a:lnTo>
                  <a:pt x="344" y="766"/>
                </a:lnTo>
                <a:lnTo>
                  <a:pt x="345" y="766"/>
                </a:lnTo>
                <a:lnTo>
                  <a:pt x="347" y="765"/>
                </a:lnTo>
                <a:lnTo>
                  <a:pt x="347" y="764"/>
                </a:lnTo>
                <a:lnTo>
                  <a:pt x="346" y="762"/>
                </a:lnTo>
                <a:lnTo>
                  <a:pt x="347" y="761"/>
                </a:lnTo>
                <a:lnTo>
                  <a:pt x="347" y="760"/>
                </a:lnTo>
                <a:lnTo>
                  <a:pt x="347" y="759"/>
                </a:lnTo>
                <a:lnTo>
                  <a:pt x="347" y="758"/>
                </a:lnTo>
                <a:lnTo>
                  <a:pt x="346" y="757"/>
                </a:lnTo>
                <a:lnTo>
                  <a:pt x="346" y="756"/>
                </a:lnTo>
                <a:lnTo>
                  <a:pt x="347" y="756"/>
                </a:lnTo>
                <a:lnTo>
                  <a:pt x="346" y="754"/>
                </a:lnTo>
                <a:lnTo>
                  <a:pt x="345" y="754"/>
                </a:lnTo>
                <a:lnTo>
                  <a:pt x="345" y="752"/>
                </a:lnTo>
                <a:lnTo>
                  <a:pt x="345" y="751"/>
                </a:lnTo>
                <a:lnTo>
                  <a:pt x="346" y="751"/>
                </a:lnTo>
                <a:lnTo>
                  <a:pt x="345" y="750"/>
                </a:lnTo>
                <a:lnTo>
                  <a:pt x="344" y="750"/>
                </a:lnTo>
                <a:lnTo>
                  <a:pt x="344" y="749"/>
                </a:lnTo>
                <a:lnTo>
                  <a:pt x="341" y="747"/>
                </a:lnTo>
                <a:lnTo>
                  <a:pt x="341" y="746"/>
                </a:lnTo>
                <a:lnTo>
                  <a:pt x="340" y="747"/>
                </a:lnTo>
                <a:lnTo>
                  <a:pt x="339" y="747"/>
                </a:lnTo>
                <a:lnTo>
                  <a:pt x="338" y="747"/>
                </a:lnTo>
                <a:lnTo>
                  <a:pt x="337" y="747"/>
                </a:lnTo>
                <a:lnTo>
                  <a:pt x="336" y="747"/>
                </a:lnTo>
                <a:lnTo>
                  <a:pt x="336" y="746"/>
                </a:lnTo>
                <a:lnTo>
                  <a:pt x="337" y="745"/>
                </a:lnTo>
                <a:lnTo>
                  <a:pt x="337" y="744"/>
                </a:lnTo>
                <a:lnTo>
                  <a:pt x="337" y="743"/>
                </a:lnTo>
                <a:lnTo>
                  <a:pt x="338" y="742"/>
                </a:lnTo>
                <a:lnTo>
                  <a:pt x="338" y="740"/>
                </a:lnTo>
                <a:lnTo>
                  <a:pt x="338" y="739"/>
                </a:lnTo>
                <a:lnTo>
                  <a:pt x="337" y="739"/>
                </a:lnTo>
                <a:lnTo>
                  <a:pt x="336" y="739"/>
                </a:lnTo>
                <a:lnTo>
                  <a:pt x="334" y="739"/>
                </a:lnTo>
                <a:lnTo>
                  <a:pt x="333" y="739"/>
                </a:lnTo>
                <a:lnTo>
                  <a:pt x="332" y="739"/>
                </a:lnTo>
                <a:lnTo>
                  <a:pt x="331" y="739"/>
                </a:lnTo>
                <a:lnTo>
                  <a:pt x="330" y="739"/>
                </a:lnTo>
                <a:lnTo>
                  <a:pt x="330" y="738"/>
                </a:lnTo>
                <a:lnTo>
                  <a:pt x="329" y="737"/>
                </a:lnTo>
                <a:lnTo>
                  <a:pt x="329" y="736"/>
                </a:lnTo>
                <a:lnTo>
                  <a:pt x="329" y="735"/>
                </a:lnTo>
                <a:lnTo>
                  <a:pt x="329" y="734"/>
                </a:lnTo>
                <a:lnTo>
                  <a:pt x="329" y="733"/>
                </a:lnTo>
                <a:lnTo>
                  <a:pt x="328" y="733"/>
                </a:lnTo>
                <a:lnTo>
                  <a:pt x="328" y="732"/>
                </a:lnTo>
                <a:lnTo>
                  <a:pt x="328" y="731"/>
                </a:lnTo>
                <a:lnTo>
                  <a:pt x="329" y="730"/>
                </a:lnTo>
                <a:lnTo>
                  <a:pt x="330" y="730"/>
                </a:lnTo>
                <a:lnTo>
                  <a:pt x="330" y="729"/>
                </a:lnTo>
                <a:lnTo>
                  <a:pt x="330" y="728"/>
                </a:lnTo>
                <a:lnTo>
                  <a:pt x="331" y="728"/>
                </a:lnTo>
                <a:lnTo>
                  <a:pt x="331" y="727"/>
                </a:lnTo>
                <a:lnTo>
                  <a:pt x="331" y="726"/>
                </a:lnTo>
                <a:lnTo>
                  <a:pt x="330" y="726"/>
                </a:lnTo>
                <a:lnTo>
                  <a:pt x="329" y="725"/>
                </a:lnTo>
                <a:lnTo>
                  <a:pt x="329" y="724"/>
                </a:lnTo>
                <a:lnTo>
                  <a:pt x="330" y="723"/>
                </a:lnTo>
                <a:lnTo>
                  <a:pt x="329" y="722"/>
                </a:lnTo>
                <a:lnTo>
                  <a:pt x="328" y="722"/>
                </a:lnTo>
                <a:lnTo>
                  <a:pt x="328" y="721"/>
                </a:lnTo>
                <a:lnTo>
                  <a:pt x="327" y="721"/>
                </a:lnTo>
                <a:lnTo>
                  <a:pt x="325" y="721"/>
                </a:lnTo>
                <a:lnTo>
                  <a:pt x="324" y="721"/>
                </a:lnTo>
                <a:lnTo>
                  <a:pt x="323" y="721"/>
                </a:lnTo>
                <a:lnTo>
                  <a:pt x="321" y="721"/>
                </a:lnTo>
                <a:lnTo>
                  <a:pt x="321" y="722"/>
                </a:lnTo>
                <a:lnTo>
                  <a:pt x="321" y="723"/>
                </a:lnTo>
                <a:lnTo>
                  <a:pt x="319" y="724"/>
                </a:lnTo>
                <a:lnTo>
                  <a:pt x="318" y="723"/>
                </a:lnTo>
                <a:lnTo>
                  <a:pt x="318" y="722"/>
                </a:lnTo>
                <a:lnTo>
                  <a:pt x="317" y="722"/>
                </a:lnTo>
                <a:lnTo>
                  <a:pt x="317" y="723"/>
                </a:lnTo>
                <a:lnTo>
                  <a:pt x="316" y="724"/>
                </a:lnTo>
                <a:lnTo>
                  <a:pt x="315" y="724"/>
                </a:lnTo>
                <a:lnTo>
                  <a:pt x="314" y="725"/>
                </a:lnTo>
                <a:lnTo>
                  <a:pt x="313" y="724"/>
                </a:lnTo>
                <a:lnTo>
                  <a:pt x="313" y="723"/>
                </a:lnTo>
                <a:lnTo>
                  <a:pt x="311" y="722"/>
                </a:lnTo>
                <a:lnTo>
                  <a:pt x="311" y="723"/>
                </a:lnTo>
                <a:lnTo>
                  <a:pt x="311" y="724"/>
                </a:lnTo>
                <a:lnTo>
                  <a:pt x="311" y="725"/>
                </a:lnTo>
                <a:lnTo>
                  <a:pt x="311" y="726"/>
                </a:lnTo>
                <a:lnTo>
                  <a:pt x="310" y="726"/>
                </a:lnTo>
                <a:lnTo>
                  <a:pt x="309" y="726"/>
                </a:lnTo>
                <a:lnTo>
                  <a:pt x="308" y="726"/>
                </a:lnTo>
                <a:lnTo>
                  <a:pt x="308" y="727"/>
                </a:lnTo>
                <a:lnTo>
                  <a:pt x="309" y="727"/>
                </a:lnTo>
                <a:lnTo>
                  <a:pt x="308" y="727"/>
                </a:lnTo>
                <a:lnTo>
                  <a:pt x="308" y="728"/>
                </a:lnTo>
                <a:lnTo>
                  <a:pt x="307" y="728"/>
                </a:lnTo>
                <a:lnTo>
                  <a:pt x="307" y="727"/>
                </a:lnTo>
                <a:lnTo>
                  <a:pt x="306" y="728"/>
                </a:lnTo>
                <a:lnTo>
                  <a:pt x="305" y="729"/>
                </a:lnTo>
                <a:lnTo>
                  <a:pt x="305" y="730"/>
                </a:lnTo>
                <a:lnTo>
                  <a:pt x="305" y="732"/>
                </a:lnTo>
                <a:lnTo>
                  <a:pt x="305" y="733"/>
                </a:lnTo>
                <a:lnTo>
                  <a:pt x="305" y="734"/>
                </a:lnTo>
                <a:lnTo>
                  <a:pt x="305" y="735"/>
                </a:lnTo>
                <a:lnTo>
                  <a:pt x="306" y="736"/>
                </a:lnTo>
                <a:lnTo>
                  <a:pt x="306" y="737"/>
                </a:lnTo>
                <a:lnTo>
                  <a:pt x="305" y="738"/>
                </a:lnTo>
                <a:lnTo>
                  <a:pt x="304" y="739"/>
                </a:lnTo>
                <a:lnTo>
                  <a:pt x="304" y="741"/>
                </a:lnTo>
                <a:lnTo>
                  <a:pt x="305" y="741"/>
                </a:lnTo>
                <a:lnTo>
                  <a:pt x="305" y="742"/>
                </a:lnTo>
                <a:lnTo>
                  <a:pt x="304" y="742"/>
                </a:lnTo>
                <a:lnTo>
                  <a:pt x="304" y="743"/>
                </a:lnTo>
                <a:lnTo>
                  <a:pt x="304" y="744"/>
                </a:lnTo>
                <a:lnTo>
                  <a:pt x="305" y="745"/>
                </a:lnTo>
                <a:lnTo>
                  <a:pt x="305" y="746"/>
                </a:lnTo>
                <a:lnTo>
                  <a:pt x="305" y="747"/>
                </a:lnTo>
                <a:lnTo>
                  <a:pt x="305" y="748"/>
                </a:lnTo>
                <a:lnTo>
                  <a:pt x="305" y="749"/>
                </a:lnTo>
                <a:lnTo>
                  <a:pt x="303" y="750"/>
                </a:lnTo>
                <a:lnTo>
                  <a:pt x="303" y="753"/>
                </a:lnTo>
                <a:lnTo>
                  <a:pt x="303" y="754"/>
                </a:lnTo>
                <a:lnTo>
                  <a:pt x="303" y="755"/>
                </a:lnTo>
                <a:lnTo>
                  <a:pt x="302" y="755"/>
                </a:lnTo>
                <a:lnTo>
                  <a:pt x="301" y="756"/>
                </a:lnTo>
                <a:lnTo>
                  <a:pt x="300" y="757"/>
                </a:lnTo>
                <a:lnTo>
                  <a:pt x="300" y="758"/>
                </a:lnTo>
                <a:lnTo>
                  <a:pt x="299" y="758"/>
                </a:lnTo>
                <a:lnTo>
                  <a:pt x="298" y="759"/>
                </a:lnTo>
                <a:lnTo>
                  <a:pt x="296" y="759"/>
                </a:lnTo>
                <a:lnTo>
                  <a:pt x="296" y="758"/>
                </a:lnTo>
                <a:lnTo>
                  <a:pt x="296" y="757"/>
                </a:lnTo>
                <a:lnTo>
                  <a:pt x="296" y="756"/>
                </a:lnTo>
                <a:lnTo>
                  <a:pt x="294" y="754"/>
                </a:lnTo>
                <a:lnTo>
                  <a:pt x="293" y="754"/>
                </a:lnTo>
                <a:lnTo>
                  <a:pt x="292" y="754"/>
                </a:lnTo>
                <a:lnTo>
                  <a:pt x="291" y="755"/>
                </a:lnTo>
                <a:lnTo>
                  <a:pt x="289" y="755"/>
                </a:lnTo>
                <a:lnTo>
                  <a:pt x="287" y="755"/>
                </a:lnTo>
                <a:lnTo>
                  <a:pt x="286" y="756"/>
                </a:lnTo>
                <a:lnTo>
                  <a:pt x="285" y="756"/>
                </a:lnTo>
                <a:lnTo>
                  <a:pt x="284" y="757"/>
                </a:lnTo>
                <a:lnTo>
                  <a:pt x="283" y="758"/>
                </a:lnTo>
                <a:lnTo>
                  <a:pt x="283" y="759"/>
                </a:lnTo>
                <a:lnTo>
                  <a:pt x="282" y="759"/>
                </a:lnTo>
                <a:lnTo>
                  <a:pt x="281" y="759"/>
                </a:lnTo>
                <a:lnTo>
                  <a:pt x="280" y="759"/>
                </a:lnTo>
                <a:lnTo>
                  <a:pt x="280" y="760"/>
                </a:lnTo>
                <a:lnTo>
                  <a:pt x="280" y="761"/>
                </a:lnTo>
                <a:lnTo>
                  <a:pt x="280" y="762"/>
                </a:lnTo>
                <a:lnTo>
                  <a:pt x="281" y="762"/>
                </a:lnTo>
                <a:lnTo>
                  <a:pt x="282" y="764"/>
                </a:lnTo>
                <a:lnTo>
                  <a:pt x="282" y="766"/>
                </a:lnTo>
                <a:lnTo>
                  <a:pt x="281" y="766"/>
                </a:lnTo>
                <a:lnTo>
                  <a:pt x="281" y="767"/>
                </a:lnTo>
                <a:lnTo>
                  <a:pt x="280" y="767"/>
                </a:lnTo>
                <a:lnTo>
                  <a:pt x="279" y="768"/>
                </a:lnTo>
                <a:lnTo>
                  <a:pt x="278" y="768"/>
                </a:lnTo>
                <a:lnTo>
                  <a:pt x="278" y="767"/>
                </a:lnTo>
                <a:lnTo>
                  <a:pt x="277" y="767"/>
                </a:lnTo>
                <a:lnTo>
                  <a:pt x="277" y="768"/>
                </a:lnTo>
                <a:lnTo>
                  <a:pt x="278" y="769"/>
                </a:lnTo>
                <a:lnTo>
                  <a:pt x="277" y="770"/>
                </a:lnTo>
                <a:lnTo>
                  <a:pt x="277" y="771"/>
                </a:lnTo>
                <a:lnTo>
                  <a:pt x="276" y="771"/>
                </a:lnTo>
                <a:lnTo>
                  <a:pt x="275" y="771"/>
                </a:lnTo>
                <a:lnTo>
                  <a:pt x="274" y="771"/>
                </a:lnTo>
                <a:lnTo>
                  <a:pt x="273" y="772"/>
                </a:lnTo>
                <a:lnTo>
                  <a:pt x="272" y="773"/>
                </a:lnTo>
                <a:lnTo>
                  <a:pt x="273" y="773"/>
                </a:lnTo>
                <a:lnTo>
                  <a:pt x="272" y="774"/>
                </a:lnTo>
                <a:lnTo>
                  <a:pt x="271" y="774"/>
                </a:lnTo>
                <a:lnTo>
                  <a:pt x="271" y="776"/>
                </a:lnTo>
                <a:lnTo>
                  <a:pt x="271" y="777"/>
                </a:lnTo>
                <a:lnTo>
                  <a:pt x="270" y="779"/>
                </a:lnTo>
                <a:lnTo>
                  <a:pt x="270" y="780"/>
                </a:lnTo>
                <a:lnTo>
                  <a:pt x="270" y="781"/>
                </a:lnTo>
                <a:lnTo>
                  <a:pt x="269" y="781"/>
                </a:lnTo>
                <a:lnTo>
                  <a:pt x="268" y="781"/>
                </a:lnTo>
                <a:lnTo>
                  <a:pt x="267" y="781"/>
                </a:lnTo>
                <a:lnTo>
                  <a:pt x="267" y="782"/>
                </a:lnTo>
                <a:lnTo>
                  <a:pt x="266" y="782"/>
                </a:lnTo>
                <a:lnTo>
                  <a:pt x="266" y="781"/>
                </a:lnTo>
                <a:lnTo>
                  <a:pt x="266" y="780"/>
                </a:lnTo>
                <a:lnTo>
                  <a:pt x="265" y="780"/>
                </a:lnTo>
                <a:lnTo>
                  <a:pt x="265" y="781"/>
                </a:lnTo>
                <a:lnTo>
                  <a:pt x="266" y="782"/>
                </a:lnTo>
                <a:lnTo>
                  <a:pt x="265" y="782"/>
                </a:lnTo>
                <a:lnTo>
                  <a:pt x="264" y="782"/>
                </a:lnTo>
                <a:lnTo>
                  <a:pt x="263" y="782"/>
                </a:lnTo>
                <a:lnTo>
                  <a:pt x="263" y="783"/>
                </a:lnTo>
                <a:lnTo>
                  <a:pt x="262" y="783"/>
                </a:lnTo>
                <a:lnTo>
                  <a:pt x="261" y="783"/>
                </a:lnTo>
                <a:lnTo>
                  <a:pt x="260" y="782"/>
                </a:lnTo>
                <a:lnTo>
                  <a:pt x="259" y="782"/>
                </a:lnTo>
                <a:lnTo>
                  <a:pt x="258" y="783"/>
                </a:lnTo>
                <a:lnTo>
                  <a:pt x="257" y="783"/>
                </a:lnTo>
                <a:lnTo>
                  <a:pt x="257" y="784"/>
                </a:lnTo>
                <a:lnTo>
                  <a:pt x="256" y="783"/>
                </a:lnTo>
                <a:lnTo>
                  <a:pt x="255" y="783"/>
                </a:lnTo>
                <a:lnTo>
                  <a:pt x="254" y="782"/>
                </a:lnTo>
                <a:lnTo>
                  <a:pt x="253" y="782"/>
                </a:lnTo>
                <a:lnTo>
                  <a:pt x="252" y="783"/>
                </a:lnTo>
                <a:lnTo>
                  <a:pt x="251" y="783"/>
                </a:lnTo>
                <a:lnTo>
                  <a:pt x="250" y="783"/>
                </a:lnTo>
                <a:lnTo>
                  <a:pt x="249" y="782"/>
                </a:lnTo>
                <a:lnTo>
                  <a:pt x="249" y="783"/>
                </a:lnTo>
                <a:lnTo>
                  <a:pt x="248" y="783"/>
                </a:lnTo>
                <a:lnTo>
                  <a:pt x="248" y="782"/>
                </a:lnTo>
                <a:lnTo>
                  <a:pt x="247" y="782"/>
                </a:lnTo>
                <a:lnTo>
                  <a:pt x="246" y="782"/>
                </a:lnTo>
                <a:lnTo>
                  <a:pt x="245" y="782"/>
                </a:lnTo>
                <a:lnTo>
                  <a:pt x="244" y="782"/>
                </a:lnTo>
                <a:lnTo>
                  <a:pt x="243" y="782"/>
                </a:lnTo>
                <a:lnTo>
                  <a:pt x="243" y="780"/>
                </a:lnTo>
                <a:lnTo>
                  <a:pt x="243" y="779"/>
                </a:lnTo>
                <a:lnTo>
                  <a:pt x="243" y="778"/>
                </a:lnTo>
                <a:lnTo>
                  <a:pt x="243" y="777"/>
                </a:lnTo>
                <a:lnTo>
                  <a:pt x="242" y="777"/>
                </a:lnTo>
                <a:lnTo>
                  <a:pt x="243" y="776"/>
                </a:lnTo>
                <a:lnTo>
                  <a:pt x="244" y="776"/>
                </a:lnTo>
                <a:lnTo>
                  <a:pt x="244" y="774"/>
                </a:lnTo>
                <a:lnTo>
                  <a:pt x="243" y="774"/>
                </a:lnTo>
                <a:lnTo>
                  <a:pt x="243" y="773"/>
                </a:lnTo>
                <a:lnTo>
                  <a:pt x="240" y="772"/>
                </a:lnTo>
                <a:lnTo>
                  <a:pt x="240" y="773"/>
                </a:lnTo>
                <a:lnTo>
                  <a:pt x="238" y="775"/>
                </a:lnTo>
                <a:lnTo>
                  <a:pt x="237" y="776"/>
                </a:lnTo>
                <a:lnTo>
                  <a:pt x="237" y="777"/>
                </a:lnTo>
                <a:lnTo>
                  <a:pt x="236" y="777"/>
                </a:lnTo>
                <a:lnTo>
                  <a:pt x="235" y="777"/>
                </a:lnTo>
                <a:lnTo>
                  <a:pt x="234" y="776"/>
                </a:lnTo>
                <a:lnTo>
                  <a:pt x="233" y="776"/>
                </a:lnTo>
                <a:lnTo>
                  <a:pt x="233" y="777"/>
                </a:lnTo>
                <a:lnTo>
                  <a:pt x="232" y="777"/>
                </a:lnTo>
                <a:lnTo>
                  <a:pt x="231" y="777"/>
                </a:lnTo>
                <a:lnTo>
                  <a:pt x="231" y="776"/>
                </a:lnTo>
                <a:lnTo>
                  <a:pt x="230" y="776"/>
                </a:lnTo>
                <a:lnTo>
                  <a:pt x="230" y="775"/>
                </a:lnTo>
                <a:lnTo>
                  <a:pt x="227" y="775"/>
                </a:lnTo>
                <a:lnTo>
                  <a:pt x="227" y="774"/>
                </a:lnTo>
                <a:lnTo>
                  <a:pt x="227" y="775"/>
                </a:lnTo>
                <a:lnTo>
                  <a:pt x="226" y="775"/>
                </a:lnTo>
                <a:lnTo>
                  <a:pt x="225" y="775"/>
                </a:lnTo>
                <a:lnTo>
                  <a:pt x="225" y="774"/>
                </a:lnTo>
                <a:lnTo>
                  <a:pt x="225" y="773"/>
                </a:lnTo>
                <a:lnTo>
                  <a:pt x="224" y="773"/>
                </a:lnTo>
                <a:lnTo>
                  <a:pt x="223" y="773"/>
                </a:lnTo>
                <a:lnTo>
                  <a:pt x="223" y="772"/>
                </a:lnTo>
                <a:lnTo>
                  <a:pt x="222" y="772"/>
                </a:lnTo>
                <a:lnTo>
                  <a:pt x="221" y="772"/>
                </a:lnTo>
                <a:lnTo>
                  <a:pt x="221" y="773"/>
                </a:lnTo>
                <a:lnTo>
                  <a:pt x="220" y="773"/>
                </a:lnTo>
                <a:lnTo>
                  <a:pt x="219" y="773"/>
                </a:lnTo>
                <a:lnTo>
                  <a:pt x="218" y="773"/>
                </a:lnTo>
                <a:lnTo>
                  <a:pt x="217" y="772"/>
                </a:lnTo>
                <a:lnTo>
                  <a:pt x="216" y="772"/>
                </a:lnTo>
                <a:lnTo>
                  <a:pt x="215" y="773"/>
                </a:lnTo>
                <a:lnTo>
                  <a:pt x="216" y="774"/>
                </a:lnTo>
                <a:lnTo>
                  <a:pt x="216" y="773"/>
                </a:lnTo>
                <a:lnTo>
                  <a:pt x="217" y="774"/>
                </a:lnTo>
                <a:lnTo>
                  <a:pt x="217" y="775"/>
                </a:lnTo>
                <a:lnTo>
                  <a:pt x="217" y="777"/>
                </a:lnTo>
                <a:lnTo>
                  <a:pt x="216" y="777"/>
                </a:lnTo>
                <a:lnTo>
                  <a:pt x="215" y="777"/>
                </a:lnTo>
                <a:lnTo>
                  <a:pt x="213" y="778"/>
                </a:lnTo>
                <a:lnTo>
                  <a:pt x="213" y="779"/>
                </a:lnTo>
                <a:lnTo>
                  <a:pt x="212" y="779"/>
                </a:lnTo>
                <a:lnTo>
                  <a:pt x="213" y="780"/>
                </a:lnTo>
                <a:lnTo>
                  <a:pt x="213" y="781"/>
                </a:lnTo>
                <a:lnTo>
                  <a:pt x="213" y="782"/>
                </a:lnTo>
                <a:lnTo>
                  <a:pt x="213" y="783"/>
                </a:lnTo>
                <a:lnTo>
                  <a:pt x="212" y="783"/>
                </a:lnTo>
                <a:lnTo>
                  <a:pt x="211" y="783"/>
                </a:lnTo>
                <a:lnTo>
                  <a:pt x="211" y="782"/>
                </a:lnTo>
                <a:lnTo>
                  <a:pt x="210" y="782"/>
                </a:lnTo>
                <a:lnTo>
                  <a:pt x="209" y="781"/>
                </a:lnTo>
                <a:lnTo>
                  <a:pt x="208" y="781"/>
                </a:lnTo>
                <a:lnTo>
                  <a:pt x="207" y="781"/>
                </a:lnTo>
                <a:lnTo>
                  <a:pt x="205" y="781"/>
                </a:lnTo>
                <a:lnTo>
                  <a:pt x="205" y="782"/>
                </a:lnTo>
                <a:lnTo>
                  <a:pt x="204" y="782"/>
                </a:lnTo>
                <a:lnTo>
                  <a:pt x="203" y="782"/>
                </a:lnTo>
                <a:lnTo>
                  <a:pt x="202" y="782"/>
                </a:lnTo>
                <a:lnTo>
                  <a:pt x="202" y="781"/>
                </a:lnTo>
                <a:lnTo>
                  <a:pt x="202" y="780"/>
                </a:lnTo>
                <a:lnTo>
                  <a:pt x="201" y="779"/>
                </a:lnTo>
                <a:lnTo>
                  <a:pt x="200" y="778"/>
                </a:lnTo>
                <a:lnTo>
                  <a:pt x="199" y="778"/>
                </a:lnTo>
                <a:lnTo>
                  <a:pt x="199" y="777"/>
                </a:lnTo>
                <a:lnTo>
                  <a:pt x="199" y="776"/>
                </a:lnTo>
                <a:lnTo>
                  <a:pt x="198" y="775"/>
                </a:lnTo>
                <a:lnTo>
                  <a:pt x="197" y="775"/>
                </a:lnTo>
                <a:lnTo>
                  <a:pt x="196" y="773"/>
                </a:lnTo>
                <a:lnTo>
                  <a:pt x="196" y="772"/>
                </a:lnTo>
                <a:lnTo>
                  <a:pt x="195" y="771"/>
                </a:lnTo>
                <a:lnTo>
                  <a:pt x="194" y="772"/>
                </a:lnTo>
                <a:lnTo>
                  <a:pt x="193" y="773"/>
                </a:lnTo>
                <a:lnTo>
                  <a:pt x="193" y="772"/>
                </a:lnTo>
                <a:lnTo>
                  <a:pt x="193" y="770"/>
                </a:lnTo>
                <a:lnTo>
                  <a:pt x="193" y="769"/>
                </a:lnTo>
                <a:lnTo>
                  <a:pt x="194" y="768"/>
                </a:lnTo>
                <a:lnTo>
                  <a:pt x="194" y="767"/>
                </a:lnTo>
                <a:lnTo>
                  <a:pt x="195" y="767"/>
                </a:lnTo>
                <a:lnTo>
                  <a:pt x="196" y="767"/>
                </a:lnTo>
                <a:lnTo>
                  <a:pt x="197" y="767"/>
                </a:lnTo>
                <a:lnTo>
                  <a:pt x="197" y="766"/>
                </a:lnTo>
                <a:lnTo>
                  <a:pt x="197" y="765"/>
                </a:lnTo>
                <a:lnTo>
                  <a:pt x="198" y="764"/>
                </a:lnTo>
                <a:lnTo>
                  <a:pt x="198" y="763"/>
                </a:lnTo>
                <a:lnTo>
                  <a:pt x="198" y="762"/>
                </a:lnTo>
                <a:lnTo>
                  <a:pt x="198" y="761"/>
                </a:lnTo>
                <a:lnTo>
                  <a:pt x="199" y="761"/>
                </a:lnTo>
                <a:lnTo>
                  <a:pt x="200" y="760"/>
                </a:lnTo>
                <a:lnTo>
                  <a:pt x="201" y="760"/>
                </a:lnTo>
                <a:lnTo>
                  <a:pt x="200" y="760"/>
                </a:lnTo>
                <a:lnTo>
                  <a:pt x="199" y="759"/>
                </a:lnTo>
                <a:lnTo>
                  <a:pt x="199" y="758"/>
                </a:lnTo>
                <a:lnTo>
                  <a:pt x="199" y="757"/>
                </a:lnTo>
                <a:lnTo>
                  <a:pt x="199" y="756"/>
                </a:lnTo>
                <a:lnTo>
                  <a:pt x="199" y="755"/>
                </a:lnTo>
                <a:lnTo>
                  <a:pt x="199" y="754"/>
                </a:lnTo>
                <a:lnTo>
                  <a:pt x="199" y="753"/>
                </a:lnTo>
                <a:lnTo>
                  <a:pt x="199" y="752"/>
                </a:lnTo>
                <a:lnTo>
                  <a:pt x="200" y="751"/>
                </a:lnTo>
                <a:lnTo>
                  <a:pt x="200" y="750"/>
                </a:lnTo>
                <a:lnTo>
                  <a:pt x="199" y="749"/>
                </a:lnTo>
                <a:lnTo>
                  <a:pt x="198" y="749"/>
                </a:lnTo>
                <a:lnTo>
                  <a:pt x="198" y="748"/>
                </a:lnTo>
                <a:lnTo>
                  <a:pt x="197" y="748"/>
                </a:lnTo>
                <a:lnTo>
                  <a:pt x="197" y="747"/>
                </a:lnTo>
                <a:lnTo>
                  <a:pt x="197" y="746"/>
                </a:lnTo>
                <a:lnTo>
                  <a:pt x="197" y="745"/>
                </a:lnTo>
                <a:lnTo>
                  <a:pt x="197" y="744"/>
                </a:lnTo>
                <a:lnTo>
                  <a:pt x="196" y="744"/>
                </a:lnTo>
                <a:lnTo>
                  <a:pt x="195" y="743"/>
                </a:lnTo>
                <a:lnTo>
                  <a:pt x="195" y="742"/>
                </a:lnTo>
                <a:lnTo>
                  <a:pt x="194" y="742"/>
                </a:lnTo>
                <a:lnTo>
                  <a:pt x="192" y="740"/>
                </a:lnTo>
                <a:lnTo>
                  <a:pt x="192" y="739"/>
                </a:lnTo>
                <a:lnTo>
                  <a:pt x="191" y="739"/>
                </a:lnTo>
                <a:lnTo>
                  <a:pt x="191" y="738"/>
                </a:lnTo>
                <a:lnTo>
                  <a:pt x="192" y="737"/>
                </a:lnTo>
                <a:lnTo>
                  <a:pt x="192" y="736"/>
                </a:lnTo>
                <a:lnTo>
                  <a:pt x="192" y="735"/>
                </a:lnTo>
                <a:lnTo>
                  <a:pt x="191" y="735"/>
                </a:lnTo>
                <a:lnTo>
                  <a:pt x="190" y="735"/>
                </a:lnTo>
                <a:lnTo>
                  <a:pt x="190" y="734"/>
                </a:lnTo>
                <a:lnTo>
                  <a:pt x="191" y="734"/>
                </a:lnTo>
                <a:lnTo>
                  <a:pt x="192" y="733"/>
                </a:lnTo>
                <a:lnTo>
                  <a:pt x="194" y="733"/>
                </a:lnTo>
                <a:lnTo>
                  <a:pt x="195" y="733"/>
                </a:lnTo>
                <a:lnTo>
                  <a:pt x="195" y="732"/>
                </a:lnTo>
                <a:lnTo>
                  <a:pt x="194" y="731"/>
                </a:lnTo>
                <a:lnTo>
                  <a:pt x="194" y="730"/>
                </a:lnTo>
                <a:lnTo>
                  <a:pt x="193" y="730"/>
                </a:lnTo>
                <a:lnTo>
                  <a:pt x="192" y="730"/>
                </a:lnTo>
                <a:lnTo>
                  <a:pt x="191" y="729"/>
                </a:lnTo>
                <a:lnTo>
                  <a:pt x="191" y="728"/>
                </a:lnTo>
                <a:lnTo>
                  <a:pt x="190" y="728"/>
                </a:lnTo>
                <a:lnTo>
                  <a:pt x="189" y="728"/>
                </a:lnTo>
                <a:lnTo>
                  <a:pt x="189" y="727"/>
                </a:lnTo>
                <a:lnTo>
                  <a:pt x="188" y="727"/>
                </a:lnTo>
                <a:lnTo>
                  <a:pt x="188" y="726"/>
                </a:lnTo>
                <a:lnTo>
                  <a:pt x="188" y="725"/>
                </a:lnTo>
                <a:lnTo>
                  <a:pt x="187" y="724"/>
                </a:lnTo>
                <a:lnTo>
                  <a:pt x="187" y="723"/>
                </a:lnTo>
                <a:lnTo>
                  <a:pt x="186" y="722"/>
                </a:lnTo>
                <a:lnTo>
                  <a:pt x="185" y="722"/>
                </a:lnTo>
                <a:lnTo>
                  <a:pt x="185" y="721"/>
                </a:lnTo>
                <a:lnTo>
                  <a:pt x="185" y="719"/>
                </a:lnTo>
                <a:lnTo>
                  <a:pt x="184" y="720"/>
                </a:lnTo>
                <a:lnTo>
                  <a:pt x="183" y="719"/>
                </a:lnTo>
                <a:lnTo>
                  <a:pt x="182" y="719"/>
                </a:lnTo>
                <a:lnTo>
                  <a:pt x="182" y="717"/>
                </a:lnTo>
                <a:lnTo>
                  <a:pt x="183" y="716"/>
                </a:lnTo>
                <a:lnTo>
                  <a:pt x="184" y="716"/>
                </a:lnTo>
                <a:lnTo>
                  <a:pt x="184" y="715"/>
                </a:lnTo>
                <a:lnTo>
                  <a:pt x="183" y="715"/>
                </a:lnTo>
                <a:lnTo>
                  <a:pt x="183" y="714"/>
                </a:lnTo>
                <a:lnTo>
                  <a:pt x="183" y="713"/>
                </a:lnTo>
                <a:lnTo>
                  <a:pt x="183" y="712"/>
                </a:lnTo>
                <a:lnTo>
                  <a:pt x="182" y="712"/>
                </a:lnTo>
                <a:lnTo>
                  <a:pt x="181" y="711"/>
                </a:lnTo>
                <a:lnTo>
                  <a:pt x="181" y="710"/>
                </a:lnTo>
                <a:lnTo>
                  <a:pt x="180" y="710"/>
                </a:lnTo>
                <a:lnTo>
                  <a:pt x="180" y="709"/>
                </a:lnTo>
                <a:lnTo>
                  <a:pt x="180" y="708"/>
                </a:lnTo>
                <a:lnTo>
                  <a:pt x="180" y="707"/>
                </a:lnTo>
                <a:lnTo>
                  <a:pt x="178" y="706"/>
                </a:lnTo>
                <a:lnTo>
                  <a:pt x="178" y="705"/>
                </a:lnTo>
                <a:lnTo>
                  <a:pt x="179" y="704"/>
                </a:lnTo>
                <a:lnTo>
                  <a:pt x="179" y="703"/>
                </a:lnTo>
                <a:lnTo>
                  <a:pt x="179" y="702"/>
                </a:lnTo>
                <a:lnTo>
                  <a:pt x="179" y="701"/>
                </a:lnTo>
                <a:lnTo>
                  <a:pt x="178" y="701"/>
                </a:lnTo>
                <a:lnTo>
                  <a:pt x="177" y="700"/>
                </a:lnTo>
                <a:lnTo>
                  <a:pt x="177" y="699"/>
                </a:lnTo>
                <a:lnTo>
                  <a:pt x="177" y="698"/>
                </a:lnTo>
                <a:lnTo>
                  <a:pt x="178" y="697"/>
                </a:lnTo>
                <a:lnTo>
                  <a:pt x="177" y="697"/>
                </a:lnTo>
                <a:lnTo>
                  <a:pt x="176" y="697"/>
                </a:lnTo>
                <a:lnTo>
                  <a:pt x="175" y="696"/>
                </a:lnTo>
                <a:lnTo>
                  <a:pt x="175" y="695"/>
                </a:lnTo>
                <a:lnTo>
                  <a:pt x="175" y="694"/>
                </a:lnTo>
                <a:lnTo>
                  <a:pt x="174" y="694"/>
                </a:lnTo>
                <a:lnTo>
                  <a:pt x="174" y="693"/>
                </a:lnTo>
                <a:lnTo>
                  <a:pt x="174" y="692"/>
                </a:lnTo>
                <a:lnTo>
                  <a:pt x="173" y="692"/>
                </a:lnTo>
                <a:lnTo>
                  <a:pt x="172" y="692"/>
                </a:lnTo>
                <a:lnTo>
                  <a:pt x="171" y="692"/>
                </a:lnTo>
                <a:lnTo>
                  <a:pt x="171" y="691"/>
                </a:lnTo>
                <a:lnTo>
                  <a:pt x="172" y="691"/>
                </a:lnTo>
                <a:lnTo>
                  <a:pt x="170" y="689"/>
                </a:lnTo>
                <a:lnTo>
                  <a:pt x="169" y="689"/>
                </a:lnTo>
                <a:lnTo>
                  <a:pt x="168" y="688"/>
                </a:lnTo>
                <a:lnTo>
                  <a:pt x="167" y="688"/>
                </a:lnTo>
                <a:lnTo>
                  <a:pt x="166" y="689"/>
                </a:lnTo>
                <a:lnTo>
                  <a:pt x="165" y="688"/>
                </a:lnTo>
                <a:lnTo>
                  <a:pt x="164" y="688"/>
                </a:lnTo>
                <a:lnTo>
                  <a:pt x="163" y="688"/>
                </a:lnTo>
                <a:lnTo>
                  <a:pt x="162" y="688"/>
                </a:lnTo>
                <a:lnTo>
                  <a:pt x="161" y="687"/>
                </a:lnTo>
                <a:lnTo>
                  <a:pt x="161" y="686"/>
                </a:lnTo>
                <a:lnTo>
                  <a:pt x="160" y="685"/>
                </a:lnTo>
                <a:lnTo>
                  <a:pt x="158" y="683"/>
                </a:lnTo>
                <a:lnTo>
                  <a:pt x="157" y="683"/>
                </a:lnTo>
                <a:lnTo>
                  <a:pt x="157" y="682"/>
                </a:lnTo>
                <a:lnTo>
                  <a:pt x="157" y="681"/>
                </a:lnTo>
                <a:lnTo>
                  <a:pt x="157" y="680"/>
                </a:lnTo>
                <a:lnTo>
                  <a:pt x="157" y="678"/>
                </a:lnTo>
                <a:lnTo>
                  <a:pt x="156" y="677"/>
                </a:lnTo>
                <a:lnTo>
                  <a:pt x="155" y="676"/>
                </a:lnTo>
                <a:lnTo>
                  <a:pt x="155" y="674"/>
                </a:lnTo>
                <a:lnTo>
                  <a:pt x="155" y="673"/>
                </a:lnTo>
                <a:lnTo>
                  <a:pt x="155" y="672"/>
                </a:lnTo>
                <a:lnTo>
                  <a:pt x="156" y="671"/>
                </a:lnTo>
                <a:lnTo>
                  <a:pt x="156" y="670"/>
                </a:lnTo>
                <a:lnTo>
                  <a:pt x="156" y="669"/>
                </a:lnTo>
                <a:lnTo>
                  <a:pt x="155" y="668"/>
                </a:lnTo>
                <a:lnTo>
                  <a:pt x="154" y="669"/>
                </a:lnTo>
                <a:lnTo>
                  <a:pt x="154" y="670"/>
                </a:lnTo>
                <a:lnTo>
                  <a:pt x="153" y="670"/>
                </a:lnTo>
                <a:lnTo>
                  <a:pt x="153" y="669"/>
                </a:lnTo>
                <a:lnTo>
                  <a:pt x="153" y="668"/>
                </a:lnTo>
                <a:lnTo>
                  <a:pt x="153" y="667"/>
                </a:lnTo>
                <a:lnTo>
                  <a:pt x="153" y="665"/>
                </a:lnTo>
                <a:lnTo>
                  <a:pt x="152" y="664"/>
                </a:lnTo>
                <a:lnTo>
                  <a:pt x="152" y="663"/>
                </a:lnTo>
                <a:lnTo>
                  <a:pt x="153" y="663"/>
                </a:lnTo>
                <a:lnTo>
                  <a:pt x="153" y="662"/>
                </a:lnTo>
                <a:lnTo>
                  <a:pt x="154" y="661"/>
                </a:lnTo>
                <a:lnTo>
                  <a:pt x="155" y="661"/>
                </a:lnTo>
                <a:lnTo>
                  <a:pt x="155" y="660"/>
                </a:lnTo>
                <a:lnTo>
                  <a:pt x="155" y="659"/>
                </a:lnTo>
                <a:lnTo>
                  <a:pt x="156" y="659"/>
                </a:lnTo>
                <a:lnTo>
                  <a:pt x="156" y="658"/>
                </a:lnTo>
                <a:lnTo>
                  <a:pt x="157" y="657"/>
                </a:lnTo>
                <a:lnTo>
                  <a:pt x="158" y="657"/>
                </a:lnTo>
                <a:lnTo>
                  <a:pt x="159" y="656"/>
                </a:lnTo>
                <a:lnTo>
                  <a:pt x="160" y="656"/>
                </a:lnTo>
                <a:lnTo>
                  <a:pt x="159" y="655"/>
                </a:lnTo>
                <a:lnTo>
                  <a:pt x="160" y="654"/>
                </a:lnTo>
                <a:lnTo>
                  <a:pt x="160" y="653"/>
                </a:lnTo>
                <a:lnTo>
                  <a:pt x="160" y="652"/>
                </a:lnTo>
                <a:lnTo>
                  <a:pt x="161" y="652"/>
                </a:lnTo>
                <a:lnTo>
                  <a:pt x="163" y="651"/>
                </a:lnTo>
                <a:lnTo>
                  <a:pt x="164" y="651"/>
                </a:lnTo>
                <a:lnTo>
                  <a:pt x="165" y="651"/>
                </a:lnTo>
                <a:lnTo>
                  <a:pt x="166" y="650"/>
                </a:lnTo>
                <a:lnTo>
                  <a:pt x="165" y="650"/>
                </a:lnTo>
                <a:lnTo>
                  <a:pt x="165" y="649"/>
                </a:lnTo>
                <a:lnTo>
                  <a:pt x="165" y="648"/>
                </a:lnTo>
                <a:lnTo>
                  <a:pt x="165" y="647"/>
                </a:lnTo>
                <a:lnTo>
                  <a:pt x="165" y="646"/>
                </a:lnTo>
                <a:lnTo>
                  <a:pt x="166" y="646"/>
                </a:lnTo>
                <a:lnTo>
                  <a:pt x="166" y="645"/>
                </a:lnTo>
                <a:lnTo>
                  <a:pt x="166" y="644"/>
                </a:lnTo>
                <a:lnTo>
                  <a:pt x="165" y="644"/>
                </a:lnTo>
                <a:lnTo>
                  <a:pt x="165" y="643"/>
                </a:lnTo>
                <a:lnTo>
                  <a:pt x="164" y="642"/>
                </a:lnTo>
                <a:lnTo>
                  <a:pt x="163" y="641"/>
                </a:lnTo>
                <a:lnTo>
                  <a:pt x="163" y="640"/>
                </a:lnTo>
                <a:lnTo>
                  <a:pt x="162" y="640"/>
                </a:lnTo>
                <a:lnTo>
                  <a:pt x="161" y="640"/>
                </a:lnTo>
                <a:lnTo>
                  <a:pt x="160" y="640"/>
                </a:lnTo>
                <a:lnTo>
                  <a:pt x="159" y="641"/>
                </a:lnTo>
                <a:lnTo>
                  <a:pt x="157" y="641"/>
                </a:lnTo>
                <a:lnTo>
                  <a:pt x="157" y="640"/>
                </a:lnTo>
                <a:lnTo>
                  <a:pt x="157" y="639"/>
                </a:lnTo>
                <a:lnTo>
                  <a:pt x="158" y="638"/>
                </a:lnTo>
                <a:lnTo>
                  <a:pt x="158" y="637"/>
                </a:lnTo>
                <a:lnTo>
                  <a:pt x="158" y="636"/>
                </a:lnTo>
                <a:lnTo>
                  <a:pt x="159" y="636"/>
                </a:lnTo>
                <a:lnTo>
                  <a:pt x="160" y="635"/>
                </a:lnTo>
                <a:lnTo>
                  <a:pt x="161" y="634"/>
                </a:lnTo>
                <a:lnTo>
                  <a:pt x="161" y="633"/>
                </a:lnTo>
                <a:lnTo>
                  <a:pt x="162" y="633"/>
                </a:lnTo>
                <a:lnTo>
                  <a:pt x="162" y="632"/>
                </a:lnTo>
                <a:lnTo>
                  <a:pt x="163" y="632"/>
                </a:lnTo>
                <a:lnTo>
                  <a:pt x="163" y="631"/>
                </a:lnTo>
                <a:lnTo>
                  <a:pt x="164" y="630"/>
                </a:lnTo>
                <a:lnTo>
                  <a:pt x="164" y="629"/>
                </a:lnTo>
                <a:lnTo>
                  <a:pt x="165" y="627"/>
                </a:lnTo>
                <a:lnTo>
                  <a:pt x="164" y="627"/>
                </a:lnTo>
                <a:lnTo>
                  <a:pt x="163" y="627"/>
                </a:lnTo>
                <a:lnTo>
                  <a:pt x="162" y="627"/>
                </a:lnTo>
                <a:lnTo>
                  <a:pt x="163" y="626"/>
                </a:lnTo>
                <a:lnTo>
                  <a:pt x="162" y="625"/>
                </a:lnTo>
                <a:lnTo>
                  <a:pt x="160" y="625"/>
                </a:lnTo>
                <a:lnTo>
                  <a:pt x="159" y="625"/>
                </a:lnTo>
                <a:lnTo>
                  <a:pt x="157" y="626"/>
                </a:lnTo>
                <a:lnTo>
                  <a:pt x="157" y="627"/>
                </a:lnTo>
                <a:lnTo>
                  <a:pt x="156" y="627"/>
                </a:lnTo>
                <a:lnTo>
                  <a:pt x="154" y="626"/>
                </a:lnTo>
                <a:lnTo>
                  <a:pt x="153" y="625"/>
                </a:lnTo>
                <a:lnTo>
                  <a:pt x="153" y="624"/>
                </a:lnTo>
                <a:lnTo>
                  <a:pt x="152" y="624"/>
                </a:lnTo>
                <a:lnTo>
                  <a:pt x="151" y="624"/>
                </a:lnTo>
                <a:lnTo>
                  <a:pt x="150" y="624"/>
                </a:lnTo>
                <a:lnTo>
                  <a:pt x="149" y="624"/>
                </a:lnTo>
                <a:lnTo>
                  <a:pt x="150" y="624"/>
                </a:lnTo>
                <a:lnTo>
                  <a:pt x="149" y="624"/>
                </a:lnTo>
                <a:lnTo>
                  <a:pt x="150" y="623"/>
                </a:lnTo>
                <a:lnTo>
                  <a:pt x="150" y="622"/>
                </a:lnTo>
                <a:lnTo>
                  <a:pt x="150" y="621"/>
                </a:lnTo>
                <a:lnTo>
                  <a:pt x="150" y="620"/>
                </a:lnTo>
                <a:lnTo>
                  <a:pt x="150" y="619"/>
                </a:lnTo>
                <a:lnTo>
                  <a:pt x="149" y="619"/>
                </a:lnTo>
                <a:lnTo>
                  <a:pt x="148" y="619"/>
                </a:lnTo>
                <a:lnTo>
                  <a:pt x="147" y="618"/>
                </a:lnTo>
                <a:lnTo>
                  <a:pt x="147" y="617"/>
                </a:lnTo>
                <a:lnTo>
                  <a:pt x="147" y="616"/>
                </a:lnTo>
                <a:lnTo>
                  <a:pt x="147" y="615"/>
                </a:lnTo>
                <a:lnTo>
                  <a:pt x="147" y="614"/>
                </a:lnTo>
                <a:lnTo>
                  <a:pt x="147" y="613"/>
                </a:lnTo>
                <a:lnTo>
                  <a:pt x="146" y="612"/>
                </a:lnTo>
                <a:lnTo>
                  <a:pt x="145" y="613"/>
                </a:lnTo>
                <a:lnTo>
                  <a:pt x="143" y="613"/>
                </a:lnTo>
                <a:lnTo>
                  <a:pt x="142" y="613"/>
                </a:lnTo>
                <a:lnTo>
                  <a:pt x="142" y="614"/>
                </a:lnTo>
                <a:lnTo>
                  <a:pt x="141" y="615"/>
                </a:lnTo>
                <a:lnTo>
                  <a:pt x="141" y="618"/>
                </a:lnTo>
                <a:lnTo>
                  <a:pt x="141" y="619"/>
                </a:lnTo>
                <a:lnTo>
                  <a:pt x="140" y="619"/>
                </a:lnTo>
                <a:lnTo>
                  <a:pt x="140" y="620"/>
                </a:lnTo>
                <a:lnTo>
                  <a:pt x="140" y="621"/>
                </a:lnTo>
                <a:lnTo>
                  <a:pt x="139" y="622"/>
                </a:lnTo>
                <a:lnTo>
                  <a:pt x="138" y="622"/>
                </a:lnTo>
                <a:lnTo>
                  <a:pt x="137" y="623"/>
                </a:lnTo>
                <a:lnTo>
                  <a:pt x="136" y="623"/>
                </a:lnTo>
                <a:lnTo>
                  <a:pt x="136" y="622"/>
                </a:lnTo>
                <a:lnTo>
                  <a:pt x="135" y="622"/>
                </a:lnTo>
                <a:lnTo>
                  <a:pt x="134" y="622"/>
                </a:lnTo>
                <a:lnTo>
                  <a:pt x="133" y="622"/>
                </a:lnTo>
                <a:lnTo>
                  <a:pt x="133" y="623"/>
                </a:lnTo>
                <a:lnTo>
                  <a:pt x="132" y="624"/>
                </a:lnTo>
                <a:lnTo>
                  <a:pt x="132" y="625"/>
                </a:lnTo>
                <a:lnTo>
                  <a:pt x="131" y="625"/>
                </a:lnTo>
                <a:lnTo>
                  <a:pt x="130" y="625"/>
                </a:lnTo>
                <a:lnTo>
                  <a:pt x="130" y="626"/>
                </a:lnTo>
                <a:lnTo>
                  <a:pt x="130" y="627"/>
                </a:lnTo>
                <a:lnTo>
                  <a:pt x="129" y="627"/>
                </a:lnTo>
                <a:lnTo>
                  <a:pt x="128" y="626"/>
                </a:lnTo>
                <a:lnTo>
                  <a:pt x="128" y="625"/>
                </a:lnTo>
                <a:lnTo>
                  <a:pt x="128" y="624"/>
                </a:lnTo>
                <a:lnTo>
                  <a:pt x="127" y="626"/>
                </a:lnTo>
                <a:lnTo>
                  <a:pt x="127" y="627"/>
                </a:lnTo>
                <a:lnTo>
                  <a:pt x="126" y="628"/>
                </a:lnTo>
                <a:lnTo>
                  <a:pt x="125" y="627"/>
                </a:lnTo>
                <a:lnTo>
                  <a:pt x="125" y="626"/>
                </a:lnTo>
                <a:lnTo>
                  <a:pt x="125" y="625"/>
                </a:lnTo>
                <a:lnTo>
                  <a:pt x="125" y="624"/>
                </a:lnTo>
                <a:lnTo>
                  <a:pt x="123" y="622"/>
                </a:lnTo>
                <a:lnTo>
                  <a:pt x="122" y="621"/>
                </a:lnTo>
                <a:lnTo>
                  <a:pt x="122" y="622"/>
                </a:lnTo>
                <a:lnTo>
                  <a:pt x="121" y="622"/>
                </a:lnTo>
                <a:lnTo>
                  <a:pt x="120" y="621"/>
                </a:lnTo>
                <a:lnTo>
                  <a:pt x="119" y="622"/>
                </a:lnTo>
                <a:lnTo>
                  <a:pt x="118" y="623"/>
                </a:lnTo>
                <a:lnTo>
                  <a:pt x="118" y="624"/>
                </a:lnTo>
                <a:lnTo>
                  <a:pt x="117" y="624"/>
                </a:lnTo>
                <a:lnTo>
                  <a:pt x="117" y="623"/>
                </a:lnTo>
                <a:lnTo>
                  <a:pt x="116" y="623"/>
                </a:lnTo>
                <a:lnTo>
                  <a:pt x="116" y="624"/>
                </a:lnTo>
                <a:lnTo>
                  <a:pt x="116" y="625"/>
                </a:lnTo>
                <a:lnTo>
                  <a:pt x="114" y="626"/>
                </a:lnTo>
                <a:lnTo>
                  <a:pt x="112" y="625"/>
                </a:lnTo>
                <a:lnTo>
                  <a:pt x="112" y="624"/>
                </a:lnTo>
                <a:lnTo>
                  <a:pt x="111" y="625"/>
                </a:lnTo>
                <a:lnTo>
                  <a:pt x="111" y="626"/>
                </a:lnTo>
                <a:lnTo>
                  <a:pt x="110" y="626"/>
                </a:lnTo>
                <a:lnTo>
                  <a:pt x="110" y="625"/>
                </a:lnTo>
                <a:lnTo>
                  <a:pt x="109" y="625"/>
                </a:lnTo>
                <a:lnTo>
                  <a:pt x="108" y="625"/>
                </a:lnTo>
                <a:lnTo>
                  <a:pt x="107" y="626"/>
                </a:lnTo>
                <a:lnTo>
                  <a:pt x="107" y="627"/>
                </a:lnTo>
                <a:lnTo>
                  <a:pt x="106" y="628"/>
                </a:lnTo>
                <a:lnTo>
                  <a:pt x="107" y="628"/>
                </a:lnTo>
                <a:lnTo>
                  <a:pt x="107" y="629"/>
                </a:lnTo>
                <a:lnTo>
                  <a:pt x="108" y="629"/>
                </a:lnTo>
                <a:lnTo>
                  <a:pt x="109" y="631"/>
                </a:lnTo>
                <a:lnTo>
                  <a:pt x="109" y="632"/>
                </a:lnTo>
                <a:lnTo>
                  <a:pt x="108" y="632"/>
                </a:lnTo>
                <a:lnTo>
                  <a:pt x="107" y="632"/>
                </a:lnTo>
                <a:lnTo>
                  <a:pt x="107" y="633"/>
                </a:lnTo>
                <a:lnTo>
                  <a:pt x="106" y="633"/>
                </a:lnTo>
                <a:lnTo>
                  <a:pt x="105" y="632"/>
                </a:lnTo>
                <a:lnTo>
                  <a:pt x="104" y="632"/>
                </a:lnTo>
                <a:lnTo>
                  <a:pt x="103" y="632"/>
                </a:lnTo>
                <a:lnTo>
                  <a:pt x="103" y="633"/>
                </a:lnTo>
                <a:lnTo>
                  <a:pt x="102" y="633"/>
                </a:lnTo>
                <a:lnTo>
                  <a:pt x="101" y="633"/>
                </a:lnTo>
                <a:lnTo>
                  <a:pt x="100" y="632"/>
                </a:lnTo>
                <a:lnTo>
                  <a:pt x="99" y="632"/>
                </a:lnTo>
                <a:lnTo>
                  <a:pt x="98" y="632"/>
                </a:lnTo>
                <a:lnTo>
                  <a:pt x="98" y="631"/>
                </a:lnTo>
                <a:lnTo>
                  <a:pt x="99" y="630"/>
                </a:lnTo>
                <a:lnTo>
                  <a:pt x="98" y="630"/>
                </a:lnTo>
                <a:lnTo>
                  <a:pt x="97" y="630"/>
                </a:lnTo>
                <a:lnTo>
                  <a:pt x="97" y="629"/>
                </a:lnTo>
                <a:lnTo>
                  <a:pt x="97" y="628"/>
                </a:lnTo>
                <a:lnTo>
                  <a:pt x="96" y="629"/>
                </a:lnTo>
                <a:lnTo>
                  <a:pt x="95" y="627"/>
                </a:lnTo>
                <a:lnTo>
                  <a:pt x="95" y="625"/>
                </a:lnTo>
                <a:lnTo>
                  <a:pt x="96" y="625"/>
                </a:lnTo>
                <a:lnTo>
                  <a:pt x="98" y="623"/>
                </a:lnTo>
                <a:lnTo>
                  <a:pt x="99" y="622"/>
                </a:lnTo>
                <a:lnTo>
                  <a:pt x="100" y="621"/>
                </a:lnTo>
                <a:lnTo>
                  <a:pt x="101" y="620"/>
                </a:lnTo>
                <a:lnTo>
                  <a:pt x="101" y="619"/>
                </a:lnTo>
                <a:lnTo>
                  <a:pt x="101" y="618"/>
                </a:lnTo>
                <a:lnTo>
                  <a:pt x="102" y="617"/>
                </a:lnTo>
                <a:lnTo>
                  <a:pt x="103" y="617"/>
                </a:lnTo>
                <a:lnTo>
                  <a:pt x="104" y="616"/>
                </a:lnTo>
                <a:lnTo>
                  <a:pt x="104" y="615"/>
                </a:lnTo>
                <a:lnTo>
                  <a:pt x="103" y="614"/>
                </a:lnTo>
                <a:lnTo>
                  <a:pt x="102" y="614"/>
                </a:lnTo>
                <a:lnTo>
                  <a:pt x="103" y="614"/>
                </a:lnTo>
                <a:lnTo>
                  <a:pt x="103" y="615"/>
                </a:lnTo>
                <a:lnTo>
                  <a:pt x="103" y="616"/>
                </a:lnTo>
                <a:lnTo>
                  <a:pt x="102" y="616"/>
                </a:lnTo>
                <a:lnTo>
                  <a:pt x="101" y="616"/>
                </a:lnTo>
                <a:lnTo>
                  <a:pt x="101" y="615"/>
                </a:lnTo>
                <a:lnTo>
                  <a:pt x="102" y="615"/>
                </a:lnTo>
                <a:lnTo>
                  <a:pt x="102" y="614"/>
                </a:lnTo>
                <a:lnTo>
                  <a:pt x="102" y="615"/>
                </a:lnTo>
                <a:lnTo>
                  <a:pt x="101" y="615"/>
                </a:lnTo>
                <a:lnTo>
                  <a:pt x="101" y="614"/>
                </a:lnTo>
                <a:lnTo>
                  <a:pt x="101" y="613"/>
                </a:lnTo>
                <a:lnTo>
                  <a:pt x="100" y="613"/>
                </a:lnTo>
                <a:lnTo>
                  <a:pt x="100" y="612"/>
                </a:lnTo>
                <a:lnTo>
                  <a:pt x="100" y="611"/>
                </a:lnTo>
                <a:lnTo>
                  <a:pt x="100" y="610"/>
                </a:lnTo>
                <a:lnTo>
                  <a:pt x="99" y="610"/>
                </a:lnTo>
                <a:lnTo>
                  <a:pt x="99" y="609"/>
                </a:lnTo>
                <a:lnTo>
                  <a:pt x="99" y="608"/>
                </a:lnTo>
                <a:lnTo>
                  <a:pt x="98" y="607"/>
                </a:lnTo>
                <a:lnTo>
                  <a:pt x="97" y="605"/>
                </a:lnTo>
                <a:lnTo>
                  <a:pt x="96" y="604"/>
                </a:lnTo>
                <a:lnTo>
                  <a:pt x="95" y="604"/>
                </a:lnTo>
                <a:lnTo>
                  <a:pt x="94" y="604"/>
                </a:lnTo>
                <a:lnTo>
                  <a:pt x="94" y="603"/>
                </a:lnTo>
                <a:lnTo>
                  <a:pt x="94" y="602"/>
                </a:lnTo>
                <a:lnTo>
                  <a:pt x="93" y="602"/>
                </a:lnTo>
                <a:lnTo>
                  <a:pt x="92" y="602"/>
                </a:lnTo>
                <a:lnTo>
                  <a:pt x="93" y="601"/>
                </a:lnTo>
                <a:lnTo>
                  <a:pt x="93" y="600"/>
                </a:lnTo>
                <a:lnTo>
                  <a:pt x="93" y="599"/>
                </a:lnTo>
                <a:lnTo>
                  <a:pt x="94" y="599"/>
                </a:lnTo>
                <a:lnTo>
                  <a:pt x="95" y="599"/>
                </a:lnTo>
                <a:lnTo>
                  <a:pt x="96" y="598"/>
                </a:lnTo>
                <a:lnTo>
                  <a:pt x="95" y="597"/>
                </a:lnTo>
                <a:lnTo>
                  <a:pt x="95" y="598"/>
                </a:lnTo>
                <a:lnTo>
                  <a:pt x="95" y="597"/>
                </a:lnTo>
                <a:lnTo>
                  <a:pt x="96" y="597"/>
                </a:lnTo>
                <a:lnTo>
                  <a:pt x="96" y="596"/>
                </a:lnTo>
                <a:lnTo>
                  <a:pt x="96" y="595"/>
                </a:lnTo>
                <a:lnTo>
                  <a:pt x="96" y="594"/>
                </a:lnTo>
                <a:lnTo>
                  <a:pt x="96" y="593"/>
                </a:lnTo>
                <a:lnTo>
                  <a:pt x="97" y="591"/>
                </a:lnTo>
                <a:lnTo>
                  <a:pt x="96" y="591"/>
                </a:lnTo>
                <a:lnTo>
                  <a:pt x="96" y="590"/>
                </a:lnTo>
                <a:lnTo>
                  <a:pt x="97" y="590"/>
                </a:lnTo>
                <a:lnTo>
                  <a:pt x="97" y="591"/>
                </a:lnTo>
                <a:lnTo>
                  <a:pt x="97" y="590"/>
                </a:lnTo>
                <a:lnTo>
                  <a:pt x="96" y="589"/>
                </a:lnTo>
                <a:lnTo>
                  <a:pt x="97" y="589"/>
                </a:lnTo>
                <a:lnTo>
                  <a:pt x="97" y="588"/>
                </a:lnTo>
                <a:lnTo>
                  <a:pt x="97" y="587"/>
                </a:lnTo>
                <a:lnTo>
                  <a:pt x="98" y="587"/>
                </a:lnTo>
                <a:lnTo>
                  <a:pt x="99" y="587"/>
                </a:lnTo>
                <a:lnTo>
                  <a:pt x="98" y="587"/>
                </a:lnTo>
                <a:lnTo>
                  <a:pt x="99" y="587"/>
                </a:lnTo>
                <a:lnTo>
                  <a:pt x="99" y="586"/>
                </a:lnTo>
                <a:lnTo>
                  <a:pt x="98" y="586"/>
                </a:lnTo>
                <a:lnTo>
                  <a:pt x="97" y="584"/>
                </a:lnTo>
                <a:lnTo>
                  <a:pt x="96" y="585"/>
                </a:lnTo>
                <a:lnTo>
                  <a:pt x="95" y="585"/>
                </a:lnTo>
                <a:lnTo>
                  <a:pt x="94" y="586"/>
                </a:lnTo>
                <a:lnTo>
                  <a:pt x="93" y="586"/>
                </a:lnTo>
                <a:lnTo>
                  <a:pt x="93" y="585"/>
                </a:lnTo>
                <a:lnTo>
                  <a:pt x="92" y="584"/>
                </a:lnTo>
                <a:lnTo>
                  <a:pt x="91" y="583"/>
                </a:lnTo>
                <a:lnTo>
                  <a:pt x="90" y="583"/>
                </a:lnTo>
                <a:lnTo>
                  <a:pt x="89" y="583"/>
                </a:lnTo>
                <a:lnTo>
                  <a:pt x="87" y="583"/>
                </a:lnTo>
                <a:lnTo>
                  <a:pt x="86" y="582"/>
                </a:lnTo>
                <a:lnTo>
                  <a:pt x="87" y="582"/>
                </a:lnTo>
                <a:lnTo>
                  <a:pt x="87" y="581"/>
                </a:lnTo>
                <a:lnTo>
                  <a:pt x="87" y="582"/>
                </a:lnTo>
                <a:lnTo>
                  <a:pt x="88" y="582"/>
                </a:lnTo>
                <a:lnTo>
                  <a:pt x="89" y="581"/>
                </a:lnTo>
                <a:lnTo>
                  <a:pt x="90" y="581"/>
                </a:lnTo>
                <a:lnTo>
                  <a:pt x="91" y="580"/>
                </a:lnTo>
                <a:lnTo>
                  <a:pt x="91" y="579"/>
                </a:lnTo>
                <a:lnTo>
                  <a:pt x="91" y="578"/>
                </a:lnTo>
                <a:lnTo>
                  <a:pt x="90" y="577"/>
                </a:lnTo>
                <a:lnTo>
                  <a:pt x="89" y="578"/>
                </a:lnTo>
                <a:lnTo>
                  <a:pt x="87" y="577"/>
                </a:lnTo>
                <a:lnTo>
                  <a:pt x="87" y="576"/>
                </a:lnTo>
                <a:lnTo>
                  <a:pt x="87" y="574"/>
                </a:lnTo>
                <a:lnTo>
                  <a:pt x="87" y="575"/>
                </a:lnTo>
                <a:lnTo>
                  <a:pt x="88" y="575"/>
                </a:lnTo>
                <a:lnTo>
                  <a:pt x="87" y="574"/>
                </a:lnTo>
                <a:lnTo>
                  <a:pt x="86" y="574"/>
                </a:lnTo>
                <a:lnTo>
                  <a:pt x="86" y="573"/>
                </a:lnTo>
                <a:lnTo>
                  <a:pt x="87" y="572"/>
                </a:lnTo>
                <a:lnTo>
                  <a:pt x="86" y="572"/>
                </a:lnTo>
                <a:lnTo>
                  <a:pt x="85" y="571"/>
                </a:lnTo>
                <a:lnTo>
                  <a:pt x="84" y="571"/>
                </a:lnTo>
                <a:lnTo>
                  <a:pt x="84" y="570"/>
                </a:lnTo>
                <a:lnTo>
                  <a:pt x="84" y="569"/>
                </a:lnTo>
                <a:lnTo>
                  <a:pt x="83" y="568"/>
                </a:lnTo>
                <a:lnTo>
                  <a:pt x="83" y="567"/>
                </a:lnTo>
                <a:lnTo>
                  <a:pt x="84" y="567"/>
                </a:lnTo>
                <a:lnTo>
                  <a:pt x="85" y="567"/>
                </a:lnTo>
                <a:lnTo>
                  <a:pt x="84" y="566"/>
                </a:lnTo>
                <a:lnTo>
                  <a:pt x="84" y="565"/>
                </a:lnTo>
                <a:lnTo>
                  <a:pt x="85" y="565"/>
                </a:lnTo>
                <a:lnTo>
                  <a:pt x="86" y="564"/>
                </a:lnTo>
                <a:lnTo>
                  <a:pt x="85" y="563"/>
                </a:lnTo>
                <a:lnTo>
                  <a:pt x="84" y="563"/>
                </a:lnTo>
                <a:lnTo>
                  <a:pt x="83" y="563"/>
                </a:lnTo>
                <a:lnTo>
                  <a:pt x="83" y="562"/>
                </a:lnTo>
                <a:lnTo>
                  <a:pt x="83" y="560"/>
                </a:lnTo>
                <a:lnTo>
                  <a:pt x="84" y="559"/>
                </a:lnTo>
                <a:lnTo>
                  <a:pt x="84" y="560"/>
                </a:lnTo>
                <a:lnTo>
                  <a:pt x="85" y="559"/>
                </a:lnTo>
                <a:lnTo>
                  <a:pt x="86" y="558"/>
                </a:lnTo>
                <a:lnTo>
                  <a:pt x="86" y="556"/>
                </a:lnTo>
                <a:lnTo>
                  <a:pt x="86" y="555"/>
                </a:lnTo>
                <a:lnTo>
                  <a:pt x="85" y="555"/>
                </a:lnTo>
                <a:lnTo>
                  <a:pt x="84" y="553"/>
                </a:lnTo>
                <a:lnTo>
                  <a:pt x="83" y="552"/>
                </a:lnTo>
                <a:lnTo>
                  <a:pt x="84" y="552"/>
                </a:lnTo>
                <a:lnTo>
                  <a:pt x="85" y="551"/>
                </a:lnTo>
                <a:lnTo>
                  <a:pt x="84" y="551"/>
                </a:lnTo>
                <a:lnTo>
                  <a:pt x="85" y="550"/>
                </a:lnTo>
                <a:lnTo>
                  <a:pt x="85" y="549"/>
                </a:lnTo>
                <a:lnTo>
                  <a:pt x="85" y="548"/>
                </a:lnTo>
                <a:lnTo>
                  <a:pt x="84" y="547"/>
                </a:lnTo>
                <a:lnTo>
                  <a:pt x="84" y="546"/>
                </a:lnTo>
                <a:lnTo>
                  <a:pt x="85" y="546"/>
                </a:lnTo>
                <a:lnTo>
                  <a:pt x="84" y="545"/>
                </a:lnTo>
                <a:lnTo>
                  <a:pt x="83" y="545"/>
                </a:lnTo>
                <a:lnTo>
                  <a:pt x="82" y="545"/>
                </a:lnTo>
                <a:lnTo>
                  <a:pt x="81" y="544"/>
                </a:lnTo>
                <a:lnTo>
                  <a:pt x="81" y="543"/>
                </a:lnTo>
                <a:lnTo>
                  <a:pt x="80" y="542"/>
                </a:lnTo>
                <a:lnTo>
                  <a:pt x="79" y="542"/>
                </a:lnTo>
                <a:lnTo>
                  <a:pt x="79" y="541"/>
                </a:lnTo>
                <a:lnTo>
                  <a:pt x="78" y="541"/>
                </a:lnTo>
                <a:lnTo>
                  <a:pt x="77" y="541"/>
                </a:lnTo>
                <a:lnTo>
                  <a:pt x="77" y="542"/>
                </a:lnTo>
                <a:lnTo>
                  <a:pt x="76" y="542"/>
                </a:lnTo>
                <a:lnTo>
                  <a:pt x="76" y="541"/>
                </a:lnTo>
                <a:lnTo>
                  <a:pt x="76" y="540"/>
                </a:lnTo>
                <a:lnTo>
                  <a:pt x="77" y="539"/>
                </a:lnTo>
                <a:lnTo>
                  <a:pt x="78" y="539"/>
                </a:lnTo>
                <a:lnTo>
                  <a:pt x="78" y="538"/>
                </a:lnTo>
                <a:lnTo>
                  <a:pt x="77" y="538"/>
                </a:lnTo>
                <a:lnTo>
                  <a:pt x="77" y="537"/>
                </a:lnTo>
                <a:lnTo>
                  <a:pt x="77" y="536"/>
                </a:lnTo>
                <a:lnTo>
                  <a:pt x="77" y="537"/>
                </a:lnTo>
                <a:lnTo>
                  <a:pt x="78" y="537"/>
                </a:lnTo>
                <a:lnTo>
                  <a:pt x="77" y="536"/>
                </a:lnTo>
                <a:lnTo>
                  <a:pt x="76" y="536"/>
                </a:lnTo>
                <a:lnTo>
                  <a:pt x="76" y="535"/>
                </a:lnTo>
                <a:lnTo>
                  <a:pt x="77" y="535"/>
                </a:lnTo>
                <a:lnTo>
                  <a:pt x="77" y="534"/>
                </a:lnTo>
                <a:lnTo>
                  <a:pt x="76" y="534"/>
                </a:lnTo>
                <a:lnTo>
                  <a:pt x="75" y="533"/>
                </a:lnTo>
                <a:lnTo>
                  <a:pt x="75" y="532"/>
                </a:lnTo>
                <a:lnTo>
                  <a:pt x="76" y="532"/>
                </a:lnTo>
                <a:lnTo>
                  <a:pt x="75" y="531"/>
                </a:lnTo>
                <a:lnTo>
                  <a:pt x="74" y="530"/>
                </a:lnTo>
                <a:lnTo>
                  <a:pt x="74" y="529"/>
                </a:lnTo>
                <a:lnTo>
                  <a:pt x="74" y="528"/>
                </a:lnTo>
                <a:lnTo>
                  <a:pt x="73" y="527"/>
                </a:lnTo>
                <a:lnTo>
                  <a:pt x="72" y="527"/>
                </a:lnTo>
                <a:lnTo>
                  <a:pt x="72" y="525"/>
                </a:lnTo>
                <a:lnTo>
                  <a:pt x="73" y="524"/>
                </a:lnTo>
                <a:lnTo>
                  <a:pt x="72" y="524"/>
                </a:lnTo>
                <a:lnTo>
                  <a:pt x="71" y="523"/>
                </a:lnTo>
                <a:lnTo>
                  <a:pt x="70" y="522"/>
                </a:lnTo>
                <a:lnTo>
                  <a:pt x="71" y="521"/>
                </a:lnTo>
                <a:lnTo>
                  <a:pt x="70" y="520"/>
                </a:lnTo>
                <a:lnTo>
                  <a:pt x="69" y="520"/>
                </a:lnTo>
                <a:lnTo>
                  <a:pt x="69" y="519"/>
                </a:lnTo>
                <a:lnTo>
                  <a:pt x="68" y="519"/>
                </a:lnTo>
                <a:lnTo>
                  <a:pt x="67" y="519"/>
                </a:lnTo>
                <a:lnTo>
                  <a:pt x="67" y="520"/>
                </a:lnTo>
                <a:lnTo>
                  <a:pt x="66" y="520"/>
                </a:lnTo>
                <a:lnTo>
                  <a:pt x="65" y="520"/>
                </a:lnTo>
                <a:lnTo>
                  <a:pt x="64" y="520"/>
                </a:lnTo>
                <a:lnTo>
                  <a:pt x="63" y="520"/>
                </a:lnTo>
                <a:lnTo>
                  <a:pt x="62" y="519"/>
                </a:lnTo>
                <a:lnTo>
                  <a:pt x="61" y="519"/>
                </a:lnTo>
                <a:lnTo>
                  <a:pt x="59" y="519"/>
                </a:lnTo>
                <a:lnTo>
                  <a:pt x="58" y="519"/>
                </a:lnTo>
                <a:lnTo>
                  <a:pt x="56" y="517"/>
                </a:lnTo>
                <a:lnTo>
                  <a:pt x="56" y="516"/>
                </a:lnTo>
                <a:lnTo>
                  <a:pt x="57" y="515"/>
                </a:lnTo>
                <a:lnTo>
                  <a:pt x="57" y="514"/>
                </a:lnTo>
                <a:lnTo>
                  <a:pt x="56" y="514"/>
                </a:lnTo>
                <a:lnTo>
                  <a:pt x="55" y="512"/>
                </a:lnTo>
                <a:lnTo>
                  <a:pt x="55" y="511"/>
                </a:lnTo>
                <a:lnTo>
                  <a:pt x="54" y="511"/>
                </a:lnTo>
                <a:lnTo>
                  <a:pt x="54" y="510"/>
                </a:lnTo>
                <a:lnTo>
                  <a:pt x="54" y="509"/>
                </a:lnTo>
                <a:lnTo>
                  <a:pt x="53" y="509"/>
                </a:lnTo>
                <a:lnTo>
                  <a:pt x="53" y="508"/>
                </a:lnTo>
                <a:lnTo>
                  <a:pt x="52" y="507"/>
                </a:lnTo>
                <a:lnTo>
                  <a:pt x="52" y="506"/>
                </a:lnTo>
                <a:lnTo>
                  <a:pt x="52" y="505"/>
                </a:lnTo>
                <a:lnTo>
                  <a:pt x="51" y="505"/>
                </a:lnTo>
                <a:lnTo>
                  <a:pt x="50" y="503"/>
                </a:lnTo>
                <a:lnTo>
                  <a:pt x="49" y="500"/>
                </a:lnTo>
                <a:lnTo>
                  <a:pt x="48" y="500"/>
                </a:lnTo>
                <a:lnTo>
                  <a:pt x="47" y="500"/>
                </a:lnTo>
                <a:lnTo>
                  <a:pt x="46" y="500"/>
                </a:lnTo>
                <a:lnTo>
                  <a:pt x="44" y="500"/>
                </a:lnTo>
                <a:lnTo>
                  <a:pt x="44" y="501"/>
                </a:lnTo>
                <a:lnTo>
                  <a:pt x="43" y="501"/>
                </a:lnTo>
                <a:lnTo>
                  <a:pt x="43" y="502"/>
                </a:lnTo>
                <a:lnTo>
                  <a:pt x="42" y="503"/>
                </a:lnTo>
                <a:lnTo>
                  <a:pt x="41" y="503"/>
                </a:lnTo>
                <a:lnTo>
                  <a:pt x="40" y="503"/>
                </a:lnTo>
                <a:lnTo>
                  <a:pt x="40" y="504"/>
                </a:lnTo>
                <a:lnTo>
                  <a:pt x="39" y="504"/>
                </a:lnTo>
                <a:lnTo>
                  <a:pt x="38" y="504"/>
                </a:lnTo>
                <a:lnTo>
                  <a:pt x="37" y="505"/>
                </a:lnTo>
                <a:lnTo>
                  <a:pt x="36" y="505"/>
                </a:lnTo>
                <a:lnTo>
                  <a:pt x="36" y="504"/>
                </a:lnTo>
                <a:lnTo>
                  <a:pt x="36" y="503"/>
                </a:lnTo>
                <a:lnTo>
                  <a:pt x="36" y="502"/>
                </a:lnTo>
                <a:lnTo>
                  <a:pt x="37" y="502"/>
                </a:lnTo>
                <a:lnTo>
                  <a:pt x="38" y="501"/>
                </a:lnTo>
                <a:lnTo>
                  <a:pt x="38" y="500"/>
                </a:lnTo>
                <a:lnTo>
                  <a:pt x="39" y="499"/>
                </a:lnTo>
                <a:lnTo>
                  <a:pt x="40" y="499"/>
                </a:lnTo>
                <a:lnTo>
                  <a:pt x="40" y="498"/>
                </a:lnTo>
                <a:lnTo>
                  <a:pt x="41" y="496"/>
                </a:lnTo>
                <a:lnTo>
                  <a:pt x="40" y="496"/>
                </a:lnTo>
                <a:lnTo>
                  <a:pt x="40" y="495"/>
                </a:lnTo>
                <a:lnTo>
                  <a:pt x="39" y="495"/>
                </a:lnTo>
                <a:lnTo>
                  <a:pt x="39" y="496"/>
                </a:lnTo>
                <a:lnTo>
                  <a:pt x="38" y="495"/>
                </a:lnTo>
                <a:lnTo>
                  <a:pt x="38" y="494"/>
                </a:lnTo>
                <a:lnTo>
                  <a:pt x="37" y="494"/>
                </a:lnTo>
                <a:lnTo>
                  <a:pt x="37" y="495"/>
                </a:lnTo>
                <a:lnTo>
                  <a:pt x="36" y="495"/>
                </a:lnTo>
                <a:lnTo>
                  <a:pt x="36" y="494"/>
                </a:lnTo>
                <a:lnTo>
                  <a:pt x="35" y="492"/>
                </a:lnTo>
                <a:lnTo>
                  <a:pt x="34" y="492"/>
                </a:lnTo>
                <a:lnTo>
                  <a:pt x="33" y="490"/>
                </a:lnTo>
                <a:lnTo>
                  <a:pt x="32" y="490"/>
                </a:lnTo>
                <a:lnTo>
                  <a:pt x="31" y="490"/>
                </a:lnTo>
                <a:lnTo>
                  <a:pt x="29" y="489"/>
                </a:lnTo>
                <a:lnTo>
                  <a:pt x="28" y="489"/>
                </a:lnTo>
                <a:lnTo>
                  <a:pt x="27" y="490"/>
                </a:lnTo>
                <a:lnTo>
                  <a:pt x="27" y="489"/>
                </a:lnTo>
                <a:lnTo>
                  <a:pt x="26" y="489"/>
                </a:lnTo>
                <a:lnTo>
                  <a:pt x="26" y="490"/>
                </a:lnTo>
                <a:lnTo>
                  <a:pt x="26" y="491"/>
                </a:lnTo>
                <a:lnTo>
                  <a:pt x="25" y="491"/>
                </a:lnTo>
                <a:lnTo>
                  <a:pt x="23" y="490"/>
                </a:lnTo>
                <a:lnTo>
                  <a:pt x="22" y="488"/>
                </a:lnTo>
                <a:lnTo>
                  <a:pt x="22" y="487"/>
                </a:lnTo>
                <a:lnTo>
                  <a:pt x="22" y="485"/>
                </a:lnTo>
                <a:lnTo>
                  <a:pt x="22" y="484"/>
                </a:lnTo>
                <a:lnTo>
                  <a:pt x="21" y="484"/>
                </a:lnTo>
                <a:lnTo>
                  <a:pt x="20" y="485"/>
                </a:lnTo>
                <a:lnTo>
                  <a:pt x="19" y="485"/>
                </a:lnTo>
                <a:lnTo>
                  <a:pt x="19" y="487"/>
                </a:lnTo>
                <a:lnTo>
                  <a:pt x="19" y="488"/>
                </a:lnTo>
                <a:lnTo>
                  <a:pt x="19" y="489"/>
                </a:lnTo>
                <a:lnTo>
                  <a:pt x="18" y="490"/>
                </a:lnTo>
                <a:lnTo>
                  <a:pt x="17" y="490"/>
                </a:lnTo>
                <a:lnTo>
                  <a:pt x="17" y="489"/>
                </a:lnTo>
                <a:lnTo>
                  <a:pt x="18" y="488"/>
                </a:lnTo>
                <a:lnTo>
                  <a:pt x="18" y="487"/>
                </a:lnTo>
                <a:lnTo>
                  <a:pt x="18" y="486"/>
                </a:lnTo>
                <a:lnTo>
                  <a:pt x="18" y="485"/>
                </a:lnTo>
                <a:lnTo>
                  <a:pt x="17" y="485"/>
                </a:lnTo>
                <a:lnTo>
                  <a:pt x="17" y="486"/>
                </a:lnTo>
                <a:lnTo>
                  <a:pt x="17" y="487"/>
                </a:lnTo>
                <a:lnTo>
                  <a:pt x="16" y="488"/>
                </a:lnTo>
                <a:lnTo>
                  <a:pt x="16" y="487"/>
                </a:lnTo>
                <a:lnTo>
                  <a:pt x="15" y="486"/>
                </a:lnTo>
                <a:lnTo>
                  <a:pt x="15" y="485"/>
                </a:lnTo>
                <a:lnTo>
                  <a:pt x="14" y="483"/>
                </a:lnTo>
                <a:lnTo>
                  <a:pt x="14" y="482"/>
                </a:lnTo>
                <a:lnTo>
                  <a:pt x="14" y="481"/>
                </a:lnTo>
                <a:lnTo>
                  <a:pt x="13" y="482"/>
                </a:lnTo>
                <a:lnTo>
                  <a:pt x="13" y="481"/>
                </a:lnTo>
                <a:lnTo>
                  <a:pt x="12" y="480"/>
                </a:lnTo>
                <a:lnTo>
                  <a:pt x="12" y="481"/>
                </a:lnTo>
                <a:lnTo>
                  <a:pt x="11" y="481"/>
                </a:lnTo>
                <a:lnTo>
                  <a:pt x="11" y="480"/>
                </a:lnTo>
                <a:lnTo>
                  <a:pt x="11" y="479"/>
                </a:lnTo>
                <a:lnTo>
                  <a:pt x="10" y="479"/>
                </a:lnTo>
                <a:lnTo>
                  <a:pt x="10" y="478"/>
                </a:lnTo>
                <a:lnTo>
                  <a:pt x="9" y="477"/>
                </a:lnTo>
                <a:lnTo>
                  <a:pt x="11" y="476"/>
                </a:lnTo>
                <a:lnTo>
                  <a:pt x="11" y="475"/>
                </a:lnTo>
                <a:lnTo>
                  <a:pt x="10" y="475"/>
                </a:lnTo>
                <a:lnTo>
                  <a:pt x="11" y="474"/>
                </a:lnTo>
                <a:lnTo>
                  <a:pt x="11" y="473"/>
                </a:lnTo>
                <a:lnTo>
                  <a:pt x="9" y="472"/>
                </a:lnTo>
                <a:lnTo>
                  <a:pt x="8" y="472"/>
                </a:lnTo>
                <a:lnTo>
                  <a:pt x="7" y="471"/>
                </a:lnTo>
                <a:lnTo>
                  <a:pt x="6" y="471"/>
                </a:lnTo>
                <a:lnTo>
                  <a:pt x="5" y="471"/>
                </a:lnTo>
                <a:lnTo>
                  <a:pt x="4" y="471"/>
                </a:lnTo>
                <a:lnTo>
                  <a:pt x="4" y="470"/>
                </a:lnTo>
                <a:lnTo>
                  <a:pt x="3" y="470"/>
                </a:lnTo>
                <a:lnTo>
                  <a:pt x="3" y="469"/>
                </a:lnTo>
                <a:lnTo>
                  <a:pt x="3" y="468"/>
                </a:lnTo>
                <a:lnTo>
                  <a:pt x="4" y="467"/>
                </a:lnTo>
                <a:lnTo>
                  <a:pt x="4" y="466"/>
                </a:lnTo>
                <a:lnTo>
                  <a:pt x="5" y="466"/>
                </a:lnTo>
                <a:lnTo>
                  <a:pt x="6" y="466"/>
                </a:lnTo>
                <a:lnTo>
                  <a:pt x="6" y="465"/>
                </a:lnTo>
                <a:lnTo>
                  <a:pt x="5" y="465"/>
                </a:lnTo>
                <a:lnTo>
                  <a:pt x="4" y="464"/>
                </a:lnTo>
                <a:lnTo>
                  <a:pt x="3" y="464"/>
                </a:lnTo>
                <a:lnTo>
                  <a:pt x="3" y="463"/>
                </a:lnTo>
                <a:lnTo>
                  <a:pt x="3" y="462"/>
                </a:lnTo>
                <a:lnTo>
                  <a:pt x="3" y="461"/>
                </a:lnTo>
                <a:lnTo>
                  <a:pt x="3" y="460"/>
                </a:lnTo>
                <a:lnTo>
                  <a:pt x="3" y="459"/>
                </a:lnTo>
                <a:lnTo>
                  <a:pt x="3" y="458"/>
                </a:lnTo>
                <a:lnTo>
                  <a:pt x="3" y="457"/>
                </a:lnTo>
                <a:lnTo>
                  <a:pt x="2" y="456"/>
                </a:lnTo>
                <a:lnTo>
                  <a:pt x="1" y="456"/>
                </a:lnTo>
                <a:lnTo>
                  <a:pt x="0" y="456"/>
                </a:lnTo>
                <a:lnTo>
                  <a:pt x="0" y="455"/>
                </a:lnTo>
                <a:lnTo>
                  <a:pt x="0" y="454"/>
                </a:lnTo>
                <a:lnTo>
                  <a:pt x="1" y="454"/>
                </a:lnTo>
                <a:lnTo>
                  <a:pt x="1" y="453"/>
                </a:lnTo>
                <a:lnTo>
                  <a:pt x="0" y="452"/>
                </a:lnTo>
                <a:lnTo>
                  <a:pt x="1" y="450"/>
                </a:lnTo>
                <a:lnTo>
                  <a:pt x="1" y="449"/>
                </a:lnTo>
                <a:lnTo>
                  <a:pt x="1" y="448"/>
                </a:lnTo>
                <a:lnTo>
                  <a:pt x="1" y="446"/>
                </a:lnTo>
                <a:lnTo>
                  <a:pt x="2" y="445"/>
                </a:lnTo>
                <a:lnTo>
                  <a:pt x="3" y="445"/>
                </a:lnTo>
                <a:lnTo>
                  <a:pt x="4" y="445"/>
                </a:lnTo>
                <a:lnTo>
                  <a:pt x="7" y="444"/>
                </a:lnTo>
                <a:lnTo>
                  <a:pt x="8" y="444"/>
                </a:lnTo>
                <a:lnTo>
                  <a:pt x="8" y="443"/>
                </a:lnTo>
                <a:lnTo>
                  <a:pt x="7" y="442"/>
                </a:lnTo>
                <a:lnTo>
                  <a:pt x="7" y="441"/>
                </a:lnTo>
                <a:lnTo>
                  <a:pt x="8" y="440"/>
                </a:lnTo>
                <a:lnTo>
                  <a:pt x="7" y="439"/>
                </a:lnTo>
                <a:lnTo>
                  <a:pt x="7" y="438"/>
                </a:lnTo>
                <a:lnTo>
                  <a:pt x="6" y="438"/>
                </a:lnTo>
                <a:lnTo>
                  <a:pt x="6" y="437"/>
                </a:lnTo>
                <a:lnTo>
                  <a:pt x="6" y="436"/>
                </a:lnTo>
                <a:lnTo>
                  <a:pt x="6" y="435"/>
                </a:lnTo>
                <a:lnTo>
                  <a:pt x="6" y="434"/>
                </a:lnTo>
                <a:lnTo>
                  <a:pt x="6" y="432"/>
                </a:lnTo>
                <a:lnTo>
                  <a:pt x="5" y="430"/>
                </a:lnTo>
                <a:lnTo>
                  <a:pt x="4" y="430"/>
                </a:lnTo>
                <a:lnTo>
                  <a:pt x="4" y="429"/>
                </a:lnTo>
                <a:lnTo>
                  <a:pt x="5" y="429"/>
                </a:lnTo>
                <a:lnTo>
                  <a:pt x="6" y="429"/>
                </a:lnTo>
                <a:lnTo>
                  <a:pt x="7" y="429"/>
                </a:lnTo>
                <a:lnTo>
                  <a:pt x="9" y="430"/>
                </a:lnTo>
                <a:lnTo>
                  <a:pt x="10" y="430"/>
                </a:lnTo>
                <a:lnTo>
                  <a:pt x="10" y="429"/>
                </a:lnTo>
                <a:lnTo>
                  <a:pt x="11" y="429"/>
                </a:lnTo>
                <a:lnTo>
                  <a:pt x="10" y="429"/>
                </a:lnTo>
                <a:lnTo>
                  <a:pt x="11" y="428"/>
                </a:lnTo>
                <a:lnTo>
                  <a:pt x="12" y="428"/>
                </a:lnTo>
                <a:lnTo>
                  <a:pt x="13" y="428"/>
                </a:lnTo>
                <a:lnTo>
                  <a:pt x="15" y="429"/>
                </a:lnTo>
                <a:lnTo>
                  <a:pt x="16" y="429"/>
                </a:lnTo>
                <a:lnTo>
                  <a:pt x="16" y="428"/>
                </a:lnTo>
                <a:lnTo>
                  <a:pt x="17" y="428"/>
                </a:lnTo>
                <a:lnTo>
                  <a:pt x="18" y="428"/>
                </a:lnTo>
                <a:lnTo>
                  <a:pt x="19" y="428"/>
                </a:lnTo>
                <a:lnTo>
                  <a:pt x="20" y="429"/>
                </a:lnTo>
                <a:lnTo>
                  <a:pt x="21" y="429"/>
                </a:lnTo>
                <a:lnTo>
                  <a:pt x="22" y="429"/>
                </a:lnTo>
                <a:lnTo>
                  <a:pt x="22" y="428"/>
                </a:lnTo>
                <a:lnTo>
                  <a:pt x="21" y="428"/>
                </a:lnTo>
                <a:lnTo>
                  <a:pt x="21" y="427"/>
                </a:lnTo>
                <a:lnTo>
                  <a:pt x="22" y="426"/>
                </a:lnTo>
                <a:lnTo>
                  <a:pt x="23" y="425"/>
                </a:lnTo>
                <a:lnTo>
                  <a:pt x="22" y="423"/>
                </a:lnTo>
                <a:lnTo>
                  <a:pt x="21" y="423"/>
                </a:lnTo>
                <a:lnTo>
                  <a:pt x="20" y="423"/>
                </a:lnTo>
                <a:lnTo>
                  <a:pt x="20" y="422"/>
                </a:lnTo>
                <a:lnTo>
                  <a:pt x="21" y="422"/>
                </a:lnTo>
                <a:lnTo>
                  <a:pt x="21" y="421"/>
                </a:lnTo>
                <a:lnTo>
                  <a:pt x="22" y="420"/>
                </a:lnTo>
                <a:lnTo>
                  <a:pt x="23" y="419"/>
                </a:lnTo>
                <a:lnTo>
                  <a:pt x="23" y="418"/>
                </a:lnTo>
                <a:lnTo>
                  <a:pt x="24" y="416"/>
                </a:lnTo>
                <a:lnTo>
                  <a:pt x="25" y="416"/>
                </a:lnTo>
                <a:lnTo>
                  <a:pt x="26" y="415"/>
                </a:lnTo>
                <a:lnTo>
                  <a:pt x="27" y="414"/>
                </a:lnTo>
                <a:lnTo>
                  <a:pt x="27" y="413"/>
                </a:lnTo>
                <a:lnTo>
                  <a:pt x="26" y="412"/>
                </a:lnTo>
                <a:lnTo>
                  <a:pt x="26" y="411"/>
                </a:lnTo>
                <a:lnTo>
                  <a:pt x="25" y="411"/>
                </a:lnTo>
                <a:lnTo>
                  <a:pt x="25" y="410"/>
                </a:lnTo>
                <a:lnTo>
                  <a:pt x="26" y="410"/>
                </a:lnTo>
                <a:lnTo>
                  <a:pt x="26" y="409"/>
                </a:lnTo>
                <a:lnTo>
                  <a:pt x="26" y="408"/>
                </a:lnTo>
                <a:lnTo>
                  <a:pt x="25" y="408"/>
                </a:lnTo>
                <a:lnTo>
                  <a:pt x="25" y="407"/>
                </a:lnTo>
                <a:lnTo>
                  <a:pt x="24" y="407"/>
                </a:lnTo>
                <a:lnTo>
                  <a:pt x="23" y="406"/>
                </a:lnTo>
                <a:lnTo>
                  <a:pt x="22" y="406"/>
                </a:lnTo>
                <a:lnTo>
                  <a:pt x="22" y="405"/>
                </a:lnTo>
                <a:lnTo>
                  <a:pt x="23" y="405"/>
                </a:lnTo>
                <a:lnTo>
                  <a:pt x="24" y="405"/>
                </a:lnTo>
                <a:lnTo>
                  <a:pt x="25" y="404"/>
                </a:lnTo>
                <a:lnTo>
                  <a:pt x="25" y="403"/>
                </a:lnTo>
                <a:lnTo>
                  <a:pt x="26" y="401"/>
                </a:lnTo>
                <a:lnTo>
                  <a:pt x="26" y="400"/>
                </a:lnTo>
                <a:lnTo>
                  <a:pt x="27" y="399"/>
                </a:lnTo>
                <a:lnTo>
                  <a:pt x="27" y="398"/>
                </a:lnTo>
                <a:lnTo>
                  <a:pt x="28" y="398"/>
                </a:lnTo>
                <a:lnTo>
                  <a:pt x="29" y="398"/>
                </a:lnTo>
                <a:lnTo>
                  <a:pt x="30" y="398"/>
                </a:lnTo>
                <a:lnTo>
                  <a:pt x="31" y="397"/>
                </a:lnTo>
                <a:lnTo>
                  <a:pt x="31" y="396"/>
                </a:lnTo>
                <a:lnTo>
                  <a:pt x="33" y="397"/>
                </a:lnTo>
                <a:lnTo>
                  <a:pt x="34" y="397"/>
                </a:lnTo>
                <a:lnTo>
                  <a:pt x="35" y="396"/>
                </a:lnTo>
                <a:lnTo>
                  <a:pt x="36" y="397"/>
                </a:lnTo>
                <a:lnTo>
                  <a:pt x="37" y="397"/>
                </a:lnTo>
                <a:lnTo>
                  <a:pt x="37" y="396"/>
                </a:lnTo>
                <a:lnTo>
                  <a:pt x="38" y="396"/>
                </a:lnTo>
                <a:lnTo>
                  <a:pt x="39" y="397"/>
                </a:lnTo>
                <a:lnTo>
                  <a:pt x="39" y="398"/>
                </a:lnTo>
                <a:lnTo>
                  <a:pt x="40" y="398"/>
                </a:lnTo>
                <a:lnTo>
                  <a:pt x="42" y="397"/>
                </a:lnTo>
                <a:lnTo>
                  <a:pt x="43" y="397"/>
                </a:lnTo>
                <a:lnTo>
                  <a:pt x="43" y="396"/>
                </a:lnTo>
                <a:lnTo>
                  <a:pt x="43" y="394"/>
                </a:lnTo>
                <a:lnTo>
                  <a:pt x="43" y="393"/>
                </a:lnTo>
                <a:lnTo>
                  <a:pt x="43" y="392"/>
                </a:lnTo>
                <a:lnTo>
                  <a:pt x="43" y="391"/>
                </a:lnTo>
                <a:lnTo>
                  <a:pt x="42" y="390"/>
                </a:lnTo>
                <a:lnTo>
                  <a:pt x="42" y="389"/>
                </a:lnTo>
                <a:lnTo>
                  <a:pt x="42" y="388"/>
                </a:lnTo>
                <a:lnTo>
                  <a:pt x="41" y="387"/>
                </a:lnTo>
                <a:lnTo>
                  <a:pt x="40" y="385"/>
                </a:lnTo>
                <a:lnTo>
                  <a:pt x="40" y="382"/>
                </a:lnTo>
                <a:lnTo>
                  <a:pt x="40" y="381"/>
                </a:lnTo>
                <a:lnTo>
                  <a:pt x="41" y="381"/>
                </a:lnTo>
                <a:lnTo>
                  <a:pt x="41" y="382"/>
                </a:lnTo>
                <a:lnTo>
                  <a:pt x="42" y="382"/>
                </a:lnTo>
                <a:lnTo>
                  <a:pt x="42" y="381"/>
                </a:lnTo>
                <a:lnTo>
                  <a:pt x="43" y="381"/>
                </a:lnTo>
                <a:lnTo>
                  <a:pt x="44" y="381"/>
                </a:lnTo>
                <a:lnTo>
                  <a:pt x="44" y="382"/>
                </a:lnTo>
                <a:lnTo>
                  <a:pt x="45" y="384"/>
                </a:lnTo>
                <a:lnTo>
                  <a:pt x="46" y="384"/>
                </a:lnTo>
                <a:lnTo>
                  <a:pt x="47" y="384"/>
                </a:lnTo>
                <a:lnTo>
                  <a:pt x="47" y="385"/>
                </a:lnTo>
                <a:lnTo>
                  <a:pt x="48" y="385"/>
                </a:lnTo>
                <a:lnTo>
                  <a:pt x="48" y="384"/>
                </a:lnTo>
                <a:lnTo>
                  <a:pt x="49" y="384"/>
                </a:lnTo>
                <a:lnTo>
                  <a:pt x="50" y="383"/>
                </a:lnTo>
                <a:lnTo>
                  <a:pt x="50" y="382"/>
                </a:lnTo>
                <a:lnTo>
                  <a:pt x="51" y="381"/>
                </a:lnTo>
                <a:lnTo>
                  <a:pt x="51" y="380"/>
                </a:lnTo>
                <a:lnTo>
                  <a:pt x="51" y="379"/>
                </a:lnTo>
                <a:lnTo>
                  <a:pt x="52" y="379"/>
                </a:lnTo>
                <a:lnTo>
                  <a:pt x="53" y="378"/>
                </a:lnTo>
                <a:lnTo>
                  <a:pt x="52" y="378"/>
                </a:lnTo>
                <a:lnTo>
                  <a:pt x="53" y="377"/>
                </a:lnTo>
                <a:lnTo>
                  <a:pt x="54" y="377"/>
                </a:lnTo>
                <a:lnTo>
                  <a:pt x="55" y="377"/>
                </a:lnTo>
                <a:lnTo>
                  <a:pt x="56" y="377"/>
                </a:lnTo>
                <a:lnTo>
                  <a:pt x="57" y="377"/>
                </a:lnTo>
                <a:lnTo>
                  <a:pt x="57" y="376"/>
                </a:lnTo>
                <a:lnTo>
                  <a:pt x="58" y="376"/>
                </a:lnTo>
                <a:lnTo>
                  <a:pt x="60" y="377"/>
                </a:lnTo>
                <a:lnTo>
                  <a:pt x="61" y="378"/>
                </a:lnTo>
                <a:lnTo>
                  <a:pt x="61" y="377"/>
                </a:lnTo>
                <a:lnTo>
                  <a:pt x="62" y="377"/>
                </a:lnTo>
                <a:lnTo>
                  <a:pt x="62" y="376"/>
                </a:lnTo>
                <a:lnTo>
                  <a:pt x="62" y="375"/>
                </a:lnTo>
                <a:lnTo>
                  <a:pt x="63" y="374"/>
                </a:lnTo>
                <a:lnTo>
                  <a:pt x="63" y="375"/>
                </a:lnTo>
                <a:lnTo>
                  <a:pt x="64" y="375"/>
                </a:lnTo>
                <a:lnTo>
                  <a:pt x="65" y="375"/>
                </a:lnTo>
                <a:lnTo>
                  <a:pt x="65" y="376"/>
                </a:lnTo>
                <a:lnTo>
                  <a:pt x="66" y="376"/>
                </a:lnTo>
                <a:lnTo>
                  <a:pt x="66" y="375"/>
                </a:lnTo>
                <a:lnTo>
                  <a:pt x="66" y="374"/>
                </a:lnTo>
                <a:lnTo>
                  <a:pt x="67" y="374"/>
                </a:lnTo>
                <a:lnTo>
                  <a:pt x="68" y="374"/>
                </a:lnTo>
                <a:lnTo>
                  <a:pt x="68" y="375"/>
                </a:lnTo>
                <a:lnTo>
                  <a:pt x="69" y="375"/>
                </a:lnTo>
                <a:lnTo>
                  <a:pt x="70" y="374"/>
                </a:lnTo>
                <a:lnTo>
                  <a:pt x="70" y="373"/>
                </a:lnTo>
                <a:lnTo>
                  <a:pt x="71" y="373"/>
                </a:lnTo>
                <a:lnTo>
                  <a:pt x="72" y="373"/>
                </a:lnTo>
                <a:lnTo>
                  <a:pt x="72" y="372"/>
                </a:lnTo>
                <a:lnTo>
                  <a:pt x="72" y="371"/>
                </a:lnTo>
                <a:lnTo>
                  <a:pt x="72" y="370"/>
                </a:lnTo>
                <a:lnTo>
                  <a:pt x="72" y="369"/>
                </a:lnTo>
                <a:lnTo>
                  <a:pt x="72" y="368"/>
                </a:lnTo>
                <a:lnTo>
                  <a:pt x="72" y="367"/>
                </a:lnTo>
                <a:lnTo>
                  <a:pt x="71" y="366"/>
                </a:lnTo>
                <a:lnTo>
                  <a:pt x="71" y="365"/>
                </a:lnTo>
                <a:lnTo>
                  <a:pt x="71" y="364"/>
                </a:lnTo>
                <a:lnTo>
                  <a:pt x="71" y="362"/>
                </a:lnTo>
                <a:lnTo>
                  <a:pt x="71" y="361"/>
                </a:lnTo>
                <a:lnTo>
                  <a:pt x="73" y="360"/>
                </a:lnTo>
                <a:lnTo>
                  <a:pt x="73" y="359"/>
                </a:lnTo>
                <a:lnTo>
                  <a:pt x="74" y="359"/>
                </a:lnTo>
                <a:lnTo>
                  <a:pt x="74" y="358"/>
                </a:lnTo>
                <a:lnTo>
                  <a:pt x="75" y="358"/>
                </a:lnTo>
                <a:lnTo>
                  <a:pt x="77" y="357"/>
                </a:lnTo>
                <a:lnTo>
                  <a:pt x="77" y="356"/>
                </a:lnTo>
                <a:lnTo>
                  <a:pt x="78" y="354"/>
                </a:lnTo>
                <a:lnTo>
                  <a:pt x="79" y="352"/>
                </a:lnTo>
                <a:lnTo>
                  <a:pt x="80" y="352"/>
                </a:lnTo>
                <a:lnTo>
                  <a:pt x="80" y="351"/>
                </a:lnTo>
                <a:lnTo>
                  <a:pt x="80" y="350"/>
                </a:lnTo>
                <a:lnTo>
                  <a:pt x="81" y="350"/>
                </a:lnTo>
                <a:lnTo>
                  <a:pt x="81" y="349"/>
                </a:lnTo>
                <a:lnTo>
                  <a:pt x="82" y="348"/>
                </a:lnTo>
                <a:lnTo>
                  <a:pt x="82" y="347"/>
                </a:lnTo>
                <a:lnTo>
                  <a:pt x="82" y="346"/>
                </a:lnTo>
                <a:lnTo>
                  <a:pt x="84" y="345"/>
                </a:lnTo>
                <a:lnTo>
                  <a:pt x="85" y="345"/>
                </a:lnTo>
                <a:lnTo>
                  <a:pt x="86" y="344"/>
                </a:lnTo>
                <a:lnTo>
                  <a:pt x="87" y="344"/>
                </a:lnTo>
                <a:lnTo>
                  <a:pt x="88" y="344"/>
                </a:lnTo>
                <a:lnTo>
                  <a:pt x="88" y="343"/>
                </a:lnTo>
                <a:lnTo>
                  <a:pt x="89" y="342"/>
                </a:lnTo>
                <a:lnTo>
                  <a:pt x="90" y="342"/>
                </a:lnTo>
                <a:lnTo>
                  <a:pt x="91" y="342"/>
                </a:lnTo>
                <a:lnTo>
                  <a:pt x="92" y="342"/>
                </a:lnTo>
                <a:lnTo>
                  <a:pt x="93" y="343"/>
                </a:lnTo>
                <a:lnTo>
                  <a:pt x="93" y="344"/>
                </a:lnTo>
                <a:lnTo>
                  <a:pt x="94" y="344"/>
                </a:lnTo>
                <a:lnTo>
                  <a:pt x="96" y="343"/>
                </a:lnTo>
                <a:lnTo>
                  <a:pt x="96" y="342"/>
                </a:lnTo>
                <a:lnTo>
                  <a:pt x="96" y="341"/>
                </a:lnTo>
                <a:lnTo>
                  <a:pt x="97" y="341"/>
                </a:lnTo>
                <a:lnTo>
                  <a:pt x="97" y="339"/>
                </a:lnTo>
                <a:lnTo>
                  <a:pt x="98" y="338"/>
                </a:lnTo>
                <a:lnTo>
                  <a:pt x="99" y="338"/>
                </a:lnTo>
                <a:lnTo>
                  <a:pt x="99" y="337"/>
                </a:lnTo>
                <a:lnTo>
                  <a:pt x="99" y="336"/>
                </a:lnTo>
                <a:lnTo>
                  <a:pt x="100" y="335"/>
                </a:lnTo>
                <a:lnTo>
                  <a:pt x="100" y="334"/>
                </a:lnTo>
                <a:lnTo>
                  <a:pt x="100" y="333"/>
                </a:lnTo>
                <a:lnTo>
                  <a:pt x="101" y="333"/>
                </a:lnTo>
                <a:lnTo>
                  <a:pt x="101" y="332"/>
                </a:lnTo>
                <a:lnTo>
                  <a:pt x="102" y="332"/>
                </a:lnTo>
                <a:lnTo>
                  <a:pt x="101" y="331"/>
                </a:lnTo>
                <a:lnTo>
                  <a:pt x="103" y="329"/>
                </a:lnTo>
                <a:lnTo>
                  <a:pt x="104" y="329"/>
                </a:lnTo>
                <a:lnTo>
                  <a:pt x="105" y="329"/>
                </a:lnTo>
                <a:lnTo>
                  <a:pt x="106" y="328"/>
                </a:lnTo>
                <a:lnTo>
                  <a:pt x="106" y="327"/>
                </a:lnTo>
                <a:lnTo>
                  <a:pt x="106" y="325"/>
                </a:lnTo>
                <a:lnTo>
                  <a:pt x="106" y="324"/>
                </a:lnTo>
                <a:lnTo>
                  <a:pt x="107" y="325"/>
                </a:lnTo>
                <a:lnTo>
                  <a:pt x="107" y="324"/>
                </a:lnTo>
                <a:lnTo>
                  <a:pt x="108" y="323"/>
                </a:lnTo>
                <a:lnTo>
                  <a:pt x="108" y="322"/>
                </a:lnTo>
                <a:lnTo>
                  <a:pt x="109" y="322"/>
                </a:lnTo>
                <a:lnTo>
                  <a:pt x="110" y="321"/>
                </a:lnTo>
                <a:lnTo>
                  <a:pt x="109" y="321"/>
                </a:lnTo>
                <a:lnTo>
                  <a:pt x="110" y="320"/>
                </a:lnTo>
                <a:lnTo>
                  <a:pt x="110" y="319"/>
                </a:lnTo>
                <a:lnTo>
                  <a:pt x="110" y="318"/>
                </a:lnTo>
                <a:lnTo>
                  <a:pt x="110" y="317"/>
                </a:lnTo>
                <a:lnTo>
                  <a:pt x="109" y="316"/>
                </a:lnTo>
                <a:lnTo>
                  <a:pt x="109" y="315"/>
                </a:lnTo>
                <a:lnTo>
                  <a:pt x="109" y="314"/>
                </a:lnTo>
                <a:lnTo>
                  <a:pt x="108" y="313"/>
                </a:lnTo>
                <a:lnTo>
                  <a:pt x="107" y="312"/>
                </a:lnTo>
                <a:lnTo>
                  <a:pt x="106" y="312"/>
                </a:lnTo>
                <a:lnTo>
                  <a:pt x="106" y="311"/>
                </a:lnTo>
                <a:lnTo>
                  <a:pt x="106" y="310"/>
                </a:lnTo>
                <a:lnTo>
                  <a:pt x="106" y="309"/>
                </a:lnTo>
                <a:lnTo>
                  <a:pt x="106" y="307"/>
                </a:lnTo>
                <a:lnTo>
                  <a:pt x="106" y="306"/>
                </a:lnTo>
                <a:lnTo>
                  <a:pt x="107" y="305"/>
                </a:lnTo>
                <a:lnTo>
                  <a:pt x="108" y="305"/>
                </a:lnTo>
                <a:lnTo>
                  <a:pt x="109" y="305"/>
                </a:lnTo>
                <a:lnTo>
                  <a:pt x="110" y="305"/>
                </a:lnTo>
                <a:lnTo>
                  <a:pt x="110" y="304"/>
                </a:lnTo>
                <a:lnTo>
                  <a:pt x="110" y="303"/>
                </a:lnTo>
                <a:lnTo>
                  <a:pt x="109" y="303"/>
                </a:lnTo>
                <a:lnTo>
                  <a:pt x="108" y="302"/>
                </a:lnTo>
                <a:lnTo>
                  <a:pt x="108" y="301"/>
                </a:lnTo>
                <a:lnTo>
                  <a:pt x="108" y="300"/>
                </a:lnTo>
                <a:lnTo>
                  <a:pt x="109" y="299"/>
                </a:lnTo>
                <a:lnTo>
                  <a:pt x="110" y="299"/>
                </a:lnTo>
                <a:lnTo>
                  <a:pt x="110" y="298"/>
                </a:lnTo>
                <a:lnTo>
                  <a:pt x="111" y="299"/>
                </a:lnTo>
                <a:lnTo>
                  <a:pt x="112" y="299"/>
                </a:lnTo>
                <a:lnTo>
                  <a:pt x="112" y="300"/>
                </a:lnTo>
                <a:lnTo>
                  <a:pt x="113" y="300"/>
                </a:lnTo>
                <a:lnTo>
                  <a:pt x="113" y="299"/>
                </a:lnTo>
                <a:lnTo>
                  <a:pt x="114" y="298"/>
                </a:lnTo>
                <a:lnTo>
                  <a:pt x="114" y="297"/>
                </a:lnTo>
                <a:lnTo>
                  <a:pt x="115" y="297"/>
                </a:lnTo>
                <a:lnTo>
                  <a:pt x="115" y="296"/>
                </a:lnTo>
                <a:lnTo>
                  <a:pt x="116" y="295"/>
                </a:lnTo>
                <a:lnTo>
                  <a:pt x="117" y="294"/>
                </a:lnTo>
                <a:lnTo>
                  <a:pt x="117" y="293"/>
                </a:lnTo>
                <a:lnTo>
                  <a:pt x="118" y="292"/>
                </a:lnTo>
                <a:lnTo>
                  <a:pt x="119" y="291"/>
                </a:lnTo>
                <a:lnTo>
                  <a:pt x="120" y="290"/>
                </a:lnTo>
                <a:lnTo>
                  <a:pt x="121" y="289"/>
                </a:lnTo>
                <a:lnTo>
                  <a:pt x="122" y="288"/>
                </a:lnTo>
                <a:lnTo>
                  <a:pt x="122" y="287"/>
                </a:lnTo>
                <a:lnTo>
                  <a:pt x="122" y="286"/>
                </a:lnTo>
                <a:lnTo>
                  <a:pt x="122" y="284"/>
                </a:lnTo>
                <a:lnTo>
                  <a:pt x="121" y="282"/>
                </a:lnTo>
                <a:lnTo>
                  <a:pt x="122" y="282"/>
                </a:lnTo>
                <a:lnTo>
                  <a:pt x="121" y="281"/>
                </a:lnTo>
                <a:lnTo>
                  <a:pt x="121" y="280"/>
                </a:lnTo>
                <a:lnTo>
                  <a:pt x="121" y="279"/>
                </a:lnTo>
                <a:lnTo>
                  <a:pt x="122" y="278"/>
                </a:lnTo>
                <a:lnTo>
                  <a:pt x="123" y="278"/>
                </a:lnTo>
                <a:lnTo>
                  <a:pt x="124" y="278"/>
                </a:lnTo>
                <a:lnTo>
                  <a:pt x="125" y="278"/>
                </a:lnTo>
                <a:lnTo>
                  <a:pt x="125" y="277"/>
                </a:lnTo>
                <a:lnTo>
                  <a:pt x="126" y="276"/>
                </a:lnTo>
                <a:lnTo>
                  <a:pt x="127" y="276"/>
                </a:lnTo>
                <a:lnTo>
                  <a:pt x="128" y="277"/>
                </a:lnTo>
                <a:lnTo>
                  <a:pt x="129" y="278"/>
                </a:lnTo>
                <a:lnTo>
                  <a:pt x="129" y="275"/>
                </a:lnTo>
                <a:lnTo>
                  <a:pt x="129" y="274"/>
                </a:lnTo>
                <a:lnTo>
                  <a:pt x="129" y="273"/>
                </a:lnTo>
                <a:lnTo>
                  <a:pt x="128" y="273"/>
                </a:lnTo>
                <a:lnTo>
                  <a:pt x="128" y="271"/>
                </a:lnTo>
                <a:lnTo>
                  <a:pt x="129" y="270"/>
                </a:lnTo>
                <a:lnTo>
                  <a:pt x="129" y="269"/>
                </a:lnTo>
                <a:lnTo>
                  <a:pt x="129" y="268"/>
                </a:lnTo>
                <a:lnTo>
                  <a:pt x="129" y="267"/>
                </a:lnTo>
                <a:lnTo>
                  <a:pt x="128" y="266"/>
                </a:lnTo>
                <a:lnTo>
                  <a:pt x="127" y="266"/>
                </a:lnTo>
                <a:lnTo>
                  <a:pt x="127" y="265"/>
                </a:lnTo>
                <a:lnTo>
                  <a:pt x="128" y="265"/>
                </a:lnTo>
                <a:lnTo>
                  <a:pt x="128" y="264"/>
                </a:lnTo>
                <a:lnTo>
                  <a:pt x="128" y="263"/>
                </a:lnTo>
                <a:lnTo>
                  <a:pt x="127" y="263"/>
                </a:lnTo>
                <a:lnTo>
                  <a:pt x="127" y="262"/>
                </a:lnTo>
                <a:lnTo>
                  <a:pt x="128" y="262"/>
                </a:lnTo>
                <a:lnTo>
                  <a:pt x="128" y="261"/>
                </a:lnTo>
                <a:lnTo>
                  <a:pt x="128" y="260"/>
                </a:lnTo>
                <a:lnTo>
                  <a:pt x="129" y="259"/>
                </a:lnTo>
                <a:lnTo>
                  <a:pt x="128" y="259"/>
                </a:lnTo>
                <a:lnTo>
                  <a:pt x="127" y="258"/>
                </a:lnTo>
                <a:lnTo>
                  <a:pt x="126" y="257"/>
                </a:lnTo>
                <a:lnTo>
                  <a:pt x="126" y="256"/>
                </a:lnTo>
                <a:lnTo>
                  <a:pt x="126" y="255"/>
                </a:lnTo>
                <a:lnTo>
                  <a:pt x="126" y="253"/>
                </a:lnTo>
                <a:lnTo>
                  <a:pt x="126" y="252"/>
                </a:lnTo>
                <a:lnTo>
                  <a:pt x="125" y="251"/>
                </a:lnTo>
                <a:lnTo>
                  <a:pt x="125" y="250"/>
                </a:lnTo>
                <a:lnTo>
                  <a:pt x="125" y="249"/>
                </a:lnTo>
                <a:lnTo>
                  <a:pt x="124" y="248"/>
                </a:lnTo>
                <a:lnTo>
                  <a:pt x="124" y="247"/>
                </a:lnTo>
                <a:lnTo>
                  <a:pt x="123" y="245"/>
                </a:lnTo>
                <a:lnTo>
                  <a:pt x="123" y="244"/>
                </a:lnTo>
                <a:lnTo>
                  <a:pt x="122" y="244"/>
                </a:lnTo>
                <a:lnTo>
                  <a:pt x="121" y="244"/>
                </a:lnTo>
                <a:lnTo>
                  <a:pt x="121" y="245"/>
                </a:lnTo>
                <a:lnTo>
                  <a:pt x="120" y="245"/>
                </a:lnTo>
                <a:lnTo>
                  <a:pt x="120" y="244"/>
                </a:lnTo>
                <a:lnTo>
                  <a:pt x="119" y="243"/>
                </a:lnTo>
                <a:lnTo>
                  <a:pt x="119" y="242"/>
                </a:lnTo>
                <a:lnTo>
                  <a:pt x="119" y="241"/>
                </a:lnTo>
                <a:lnTo>
                  <a:pt x="120" y="241"/>
                </a:lnTo>
                <a:lnTo>
                  <a:pt x="119" y="240"/>
                </a:lnTo>
                <a:lnTo>
                  <a:pt x="118" y="241"/>
                </a:lnTo>
                <a:lnTo>
                  <a:pt x="118" y="239"/>
                </a:lnTo>
                <a:lnTo>
                  <a:pt x="118" y="238"/>
                </a:lnTo>
                <a:lnTo>
                  <a:pt x="119" y="238"/>
                </a:lnTo>
                <a:lnTo>
                  <a:pt x="120" y="238"/>
                </a:lnTo>
                <a:lnTo>
                  <a:pt x="121" y="239"/>
                </a:lnTo>
                <a:lnTo>
                  <a:pt x="122" y="239"/>
                </a:lnTo>
                <a:lnTo>
                  <a:pt x="124" y="238"/>
                </a:lnTo>
                <a:lnTo>
                  <a:pt x="124" y="237"/>
                </a:lnTo>
                <a:lnTo>
                  <a:pt x="125" y="237"/>
                </a:lnTo>
                <a:lnTo>
                  <a:pt x="125" y="235"/>
                </a:lnTo>
                <a:lnTo>
                  <a:pt x="123" y="234"/>
                </a:lnTo>
                <a:lnTo>
                  <a:pt x="123" y="235"/>
                </a:lnTo>
                <a:lnTo>
                  <a:pt x="122" y="236"/>
                </a:lnTo>
                <a:lnTo>
                  <a:pt x="122" y="237"/>
                </a:lnTo>
                <a:lnTo>
                  <a:pt x="122" y="238"/>
                </a:lnTo>
                <a:lnTo>
                  <a:pt x="121" y="237"/>
                </a:lnTo>
                <a:lnTo>
                  <a:pt x="120" y="237"/>
                </a:lnTo>
                <a:lnTo>
                  <a:pt x="119" y="237"/>
                </a:lnTo>
                <a:lnTo>
                  <a:pt x="117" y="237"/>
                </a:lnTo>
                <a:lnTo>
                  <a:pt x="117" y="236"/>
                </a:lnTo>
                <a:lnTo>
                  <a:pt x="117" y="235"/>
                </a:lnTo>
                <a:lnTo>
                  <a:pt x="116" y="234"/>
                </a:lnTo>
                <a:lnTo>
                  <a:pt x="115" y="235"/>
                </a:lnTo>
                <a:lnTo>
                  <a:pt x="115" y="234"/>
                </a:lnTo>
                <a:lnTo>
                  <a:pt x="115" y="233"/>
                </a:lnTo>
                <a:lnTo>
                  <a:pt x="115" y="232"/>
                </a:lnTo>
                <a:lnTo>
                  <a:pt x="116" y="232"/>
                </a:lnTo>
                <a:lnTo>
                  <a:pt x="117" y="231"/>
                </a:lnTo>
                <a:lnTo>
                  <a:pt x="118" y="231"/>
                </a:lnTo>
                <a:lnTo>
                  <a:pt x="121" y="229"/>
                </a:lnTo>
                <a:lnTo>
                  <a:pt x="122" y="228"/>
                </a:lnTo>
                <a:lnTo>
                  <a:pt x="123" y="228"/>
                </a:lnTo>
                <a:lnTo>
                  <a:pt x="124" y="228"/>
                </a:lnTo>
                <a:lnTo>
                  <a:pt x="124" y="227"/>
                </a:lnTo>
                <a:lnTo>
                  <a:pt x="125" y="226"/>
                </a:lnTo>
                <a:lnTo>
                  <a:pt x="125" y="225"/>
                </a:lnTo>
                <a:lnTo>
                  <a:pt x="126" y="224"/>
                </a:lnTo>
                <a:lnTo>
                  <a:pt x="126" y="223"/>
                </a:lnTo>
                <a:lnTo>
                  <a:pt x="127" y="223"/>
                </a:lnTo>
                <a:lnTo>
                  <a:pt x="128" y="223"/>
                </a:lnTo>
                <a:lnTo>
                  <a:pt x="129" y="222"/>
                </a:lnTo>
                <a:lnTo>
                  <a:pt x="128" y="222"/>
                </a:lnTo>
                <a:lnTo>
                  <a:pt x="128" y="221"/>
                </a:lnTo>
                <a:lnTo>
                  <a:pt x="127" y="221"/>
                </a:lnTo>
                <a:lnTo>
                  <a:pt x="127" y="220"/>
                </a:lnTo>
                <a:lnTo>
                  <a:pt x="126" y="220"/>
                </a:lnTo>
                <a:lnTo>
                  <a:pt x="125" y="221"/>
                </a:lnTo>
                <a:lnTo>
                  <a:pt x="124" y="220"/>
                </a:lnTo>
                <a:lnTo>
                  <a:pt x="123" y="220"/>
                </a:lnTo>
                <a:lnTo>
                  <a:pt x="124" y="219"/>
                </a:lnTo>
                <a:lnTo>
                  <a:pt x="123" y="219"/>
                </a:lnTo>
                <a:lnTo>
                  <a:pt x="122" y="218"/>
                </a:lnTo>
                <a:lnTo>
                  <a:pt x="121" y="217"/>
                </a:lnTo>
                <a:lnTo>
                  <a:pt x="120" y="216"/>
                </a:lnTo>
                <a:lnTo>
                  <a:pt x="119" y="216"/>
                </a:lnTo>
                <a:lnTo>
                  <a:pt x="119" y="215"/>
                </a:lnTo>
                <a:lnTo>
                  <a:pt x="119" y="214"/>
                </a:lnTo>
                <a:lnTo>
                  <a:pt x="119" y="213"/>
                </a:lnTo>
                <a:lnTo>
                  <a:pt x="120" y="213"/>
                </a:lnTo>
                <a:lnTo>
                  <a:pt x="121" y="212"/>
                </a:lnTo>
                <a:lnTo>
                  <a:pt x="120" y="210"/>
                </a:lnTo>
                <a:lnTo>
                  <a:pt x="119" y="210"/>
                </a:lnTo>
                <a:lnTo>
                  <a:pt x="118" y="209"/>
                </a:lnTo>
                <a:lnTo>
                  <a:pt x="118" y="208"/>
                </a:lnTo>
                <a:lnTo>
                  <a:pt x="117" y="207"/>
                </a:lnTo>
                <a:lnTo>
                  <a:pt x="117" y="206"/>
                </a:lnTo>
                <a:lnTo>
                  <a:pt x="117" y="205"/>
                </a:lnTo>
                <a:lnTo>
                  <a:pt x="117" y="203"/>
                </a:lnTo>
                <a:lnTo>
                  <a:pt x="117" y="202"/>
                </a:lnTo>
                <a:lnTo>
                  <a:pt x="117" y="201"/>
                </a:lnTo>
                <a:lnTo>
                  <a:pt x="116" y="201"/>
                </a:lnTo>
                <a:lnTo>
                  <a:pt x="116" y="200"/>
                </a:lnTo>
                <a:lnTo>
                  <a:pt x="117" y="200"/>
                </a:lnTo>
                <a:lnTo>
                  <a:pt x="118" y="200"/>
                </a:lnTo>
                <a:lnTo>
                  <a:pt x="120" y="199"/>
                </a:lnTo>
                <a:lnTo>
                  <a:pt x="120" y="198"/>
                </a:lnTo>
                <a:lnTo>
                  <a:pt x="120" y="197"/>
                </a:lnTo>
                <a:lnTo>
                  <a:pt x="121" y="196"/>
                </a:lnTo>
                <a:lnTo>
                  <a:pt x="122" y="196"/>
                </a:lnTo>
                <a:lnTo>
                  <a:pt x="123" y="196"/>
                </a:lnTo>
                <a:lnTo>
                  <a:pt x="123" y="195"/>
                </a:lnTo>
                <a:lnTo>
                  <a:pt x="123" y="194"/>
                </a:lnTo>
                <a:lnTo>
                  <a:pt x="124" y="194"/>
                </a:lnTo>
                <a:lnTo>
                  <a:pt x="125" y="194"/>
                </a:lnTo>
                <a:lnTo>
                  <a:pt x="126" y="193"/>
                </a:lnTo>
                <a:lnTo>
                  <a:pt x="126" y="192"/>
                </a:lnTo>
                <a:lnTo>
                  <a:pt x="126" y="191"/>
                </a:lnTo>
                <a:lnTo>
                  <a:pt x="127" y="191"/>
                </a:lnTo>
                <a:lnTo>
                  <a:pt x="127" y="190"/>
                </a:lnTo>
                <a:lnTo>
                  <a:pt x="128" y="190"/>
                </a:lnTo>
                <a:lnTo>
                  <a:pt x="129" y="191"/>
                </a:lnTo>
                <a:lnTo>
                  <a:pt x="129" y="192"/>
                </a:lnTo>
                <a:lnTo>
                  <a:pt x="130" y="192"/>
                </a:lnTo>
                <a:lnTo>
                  <a:pt x="130" y="191"/>
                </a:lnTo>
                <a:lnTo>
                  <a:pt x="131" y="191"/>
                </a:lnTo>
                <a:lnTo>
                  <a:pt x="132" y="192"/>
                </a:lnTo>
                <a:lnTo>
                  <a:pt x="133" y="192"/>
                </a:lnTo>
                <a:lnTo>
                  <a:pt x="133" y="191"/>
                </a:lnTo>
                <a:lnTo>
                  <a:pt x="134" y="191"/>
                </a:lnTo>
                <a:lnTo>
                  <a:pt x="134" y="193"/>
                </a:lnTo>
                <a:lnTo>
                  <a:pt x="134" y="194"/>
                </a:lnTo>
                <a:lnTo>
                  <a:pt x="135" y="195"/>
                </a:lnTo>
                <a:lnTo>
                  <a:pt x="137" y="195"/>
                </a:lnTo>
                <a:lnTo>
                  <a:pt x="138" y="195"/>
                </a:lnTo>
                <a:lnTo>
                  <a:pt x="138" y="194"/>
                </a:lnTo>
                <a:lnTo>
                  <a:pt x="139" y="194"/>
                </a:lnTo>
                <a:lnTo>
                  <a:pt x="140" y="194"/>
                </a:lnTo>
                <a:lnTo>
                  <a:pt x="142" y="194"/>
                </a:lnTo>
                <a:lnTo>
                  <a:pt x="142" y="195"/>
                </a:lnTo>
                <a:lnTo>
                  <a:pt x="142" y="196"/>
                </a:lnTo>
                <a:lnTo>
                  <a:pt x="143" y="197"/>
                </a:lnTo>
                <a:lnTo>
                  <a:pt x="144" y="197"/>
                </a:lnTo>
                <a:lnTo>
                  <a:pt x="145" y="197"/>
                </a:lnTo>
                <a:lnTo>
                  <a:pt x="146" y="197"/>
                </a:lnTo>
                <a:lnTo>
                  <a:pt x="146" y="198"/>
                </a:lnTo>
                <a:lnTo>
                  <a:pt x="147" y="199"/>
                </a:lnTo>
                <a:lnTo>
                  <a:pt x="148" y="199"/>
                </a:lnTo>
                <a:lnTo>
                  <a:pt x="149" y="198"/>
                </a:lnTo>
                <a:lnTo>
                  <a:pt x="150" y="196"/>
                </a:lnTo>
                <a:lnTo>
                  <a:pt x="151" y="195"/>
                </a:lnTo>
                <a:lnTo>
                  <a:pt x="152" y="194"/>
                </a:lnTo>
                <a:lnTo>
                  <a:pt x="153" y="194"/>
                </a:lnTo>
                <a:lnTo>
                  <a:pt x="154" y="195"/>
                </a:lnTo>
                <a:lnTo>
                  <a:pt x="155" y="195"/>
                </a:lnTo>
                <a:lnTo>
                  <a:pt x="156" y="196"/>
                </a:lnTo>
                <a:lnTo>
                  <a:pt x="157" y="196"/>
                </a:lnTo>
                <a:lnTo>
                  <a:pt x="158" y="196"/>
                </a:lnTo>
                <a:lnTo>
                  <a:pt x="159" y="196"/>
                </a:lnTo>
                <a:lnTo>
                  <a:pt x="159" y="197"/>
                </a:lnTo>
                <a:lnTo>
                  <a:pt x="161" y="197"/>
                </a:lnTo>
                <a:lnTo>
                  <a:pt x="161" y="196"/>
                </a:lnTo>
                <a:lnTo>
                  <a:pt x="162" y="196"/>
                </a:lnTo>
                <a:lnTo>
                  <a:pt x="163" y="196"/>
                </a:lnTo>
                <a:lnTo>
                  <a:pt x="164" y="196"/>
                </a:lnTo>
                <a:lnTo>
                  <a:pt x="165" y="197"/>
                </a:lnTo>
                <a:lnTo>
                  <a:pt x="166" y="197"/>
                </a:lnTo>
                <a:lnTo>
                  <a:pt x="167" y="197"/>
                </a:lnTo>
                <a:lnTo>
                  <a:pt x="168" y="197"/>
                </a:lnTo>
                <a:lnTo>
                  <a:pt x="169" y="197"/>
                </a:lnTo>
                <a:lnTo>
                  <a:pt x="170" y="197"/>
                </a:lnTo>
                <a:lnTo>
                  <a:pt x="170" y="198"/>
                </a:lnTo>
                <a:lnTo>
                  <a:pt x="171" y="198"/>
                </a:lnTo>
                <a:lnTo>
                  <a:pt x="173" y="198"/>
                </a:lnTo>
                <a:lnTo>
                  <a:pt x="174" y="197"/>
                </a:lnTo>
                <a:lnTo>
                  <a:pt x="174" y="196"/>
                </a:lnTo>
                <a:lnTo>
                  <a:pt x="173" y="195"/>
                </a:lnTo>
                <a:lnTo>
                  <a:pt x="174" y="196"/>
                </a:lnTo>
                <a:lnTo>
                  <a:pt x="175" y="197"/>
                </a:lnTo>
                <a:lnTo>
                  <a:pt x="175" y="196"/>
                </a:lnTo>
                <a:lnTo>
                  <a:pt x="176" y="195"/>
                </a:lnTo>
                <a:lnTo>
                  <a:pt x="177" y="196"/>
                </a:lnTo>
                <a:lnTo>
                  <a:pt x="176" y="196"/>
                </a:lnTo>
                <a:lnTo>
                  <a:pt x="177" y="197"/>
                </a:lnTo>
                <a:lnTo>
                  <a:pt x="178" y="197"/>
                </a:lnTo>
                <a:lnTo>
                  <a:pt x="178" y="196"/>
                </a:lnTo>
                <a:lnTo>
                  <a:pt x="179" y="196"/>
                </a:lnTo>
                <a:lnTo>
                  <a:pt x="179" y="195"/>
                </a:lnTo>
                <a:lnTo>
                  <a:pt x="179" y="194"/>
                </a:lnTo>
                <a:lnTo>
                  <a:pt x="179" y="193"/>
                </a:lnTo>
                <a:lnTo>
                  <a:pt x="179" y="191"/>
                </a:lnTo>
                <a:lnTo>
                  <a:pt x="179" y="189"/>
                </a:lnTo>
                <a:lnTo>
                  <a:pt x="179" y="188"/>
                </a:lnTo>
                <a:lnTo>
                  <a:pt x="179" y="186"/>
                </a:lnTo>
                <a:lnTo>
                  <a:pt x="181" y="186"/>
                </a:lnTo>
                <a:lnTo>
                  <a:pt x="181" y="187"/>
                </a:lnTo>
                <a:lnTo>
                  <a:pt x="182" y="187"/>
                </a:lnTo>
                <a:lnTo>
                  <a:pt x="182" y="186"/>
                </a:lnTo>
                <a:lnTo>
                  <a:pt x="183" y="185"/>
                </a:lnTo>
                <a:lnTo>
                  <a:pt x="184" y="186"/>
                </a:lnTo>
                <a:lnTo>
                  <a:pt x="184" y="185"/>
                </a:lnTo>
                <a:lnTo>
                  <a:pt x="185" y="185"/>
                </a:lnTo>
                <a:lnTo>
                  <a:pt x="185" y="184"/>
                </a:lnTo>
                <a:lnTo>
                  <a:pt x="186" y="183"/>
                </a:lnTo>
                <a:lnTo>
                  <a:pt x="187" y="183"/>
                </a:lnTo>
                <a:lnTo>
                  <a:pt x="187" y="182"/>
                </a:lnTo>
                <a:lnTo>
                  <a:pt x="188" y="180"/>
                </a:lnTo>
                <a:lnTo>
                  <a:pt x="189" y="180"/>
                </a:lnTo>
                <a:lnTo>
                  <a:pt x="190" y="179"/>
                </a:lnTo>
                <a:lnTo>
                  <a:pt x="191" y="178"/>
                </a:lnTo>
                <a:lnTo>
                  <a:pt x="192" y="178"/>
                </a:lnTo>
                <a:lnTo>
                  <a:pt x="193" y="178"/>
                </a:lnTo>
                <a:lnTo>
                  <a:pt x="193" y="179"/>
                </a:lnTo>
                <a:lnTo>
                  <a:pt x="194" y="179"/>
                </a:lnTo>
                <a:lnTo>
                  <a:pt x="195" y="179"/>
                </a:lnTo>
                <a:lnTo>
                  <a:pt x="195" y="180"/>
                </a:lnTo>
                <a:lnTo>
                  <a:pt x="195" y="181"/>
                </a:lnTo>
                <a:lnTo>
                  <a:pt x="196" y="182"/>
                </a:lnTo>
                <a:lnTo>
                  <a:pt x="197" y="182"/>
                </a:lnTo>
                <a:lnTo>
                  <a:pt x="198" y="182"/>
                </a:lnTo>
                <a:lnTo>
                  <a:pt x="197" y="182"/>
                </a:lnTo>
                <a:lnTo>
                  <a:pt x="198" y="182"/>
                </a:lnTo>
                <a:lnTo>
                  <a:pt x="198" y="181"/>
                </a:lnTo>
                <a:lnTo>
                  <a:pt x="199" y="181"/>
                </a:lnTo>
                <a:lnTo>
                  <a:pt x="200" y="181"/>
                </a:lnTo>
                <a:lnTo>
                  <a:pt x="201" y="180"/>
                </a:lnTo>
                <a:lnTo>
                  <a:pt x="202" y="179"/>
                </a:lnTo>
                <a:lnTo>
                  <a:pt x="202" y="178"/>
                </a:lnTo>
                <a:lnTo>
                  <a:pt x="203" y="178"/>
                </a:lnTo>
                <a:lnTo>
                  <a:pt x="204" y="177"/>
                </a:lnTo>
                <a:lnTo>
                  <a:pt x="205" y="177"/>
                </a:lnTo>
                <a:lnTo>
                  <a:pt x="205" y="176"/>
                </a:lnTo>
                <a:lnTo>
                  <a:pt x="205" y="175"/>
                </a:lnTo>
                <a:lnTo>
                  <a:pt x="203" y="174"/>
                </a:lnTo>
                <a:lnTo>
                  <a:pt x="200" y="174"/>
                </a:lnTo>
                <a:lnTo>
                  <a:pt x="199" y="174"/>
                </a:lnTo>
                <a:lnTo>
                  <a:pt x="198" y="174"/>
                </a:lnTo>
                <a:lnTo>
                  <a:pt x="198" y="173"/>
                </a:lnTo>
                <a:lnTo>
                  <a:pt x="198" y="172"/>
                </a:lnTo>
                <a:lnTo>
                  <a:pt x="197" y="172"/>
                </a:lnTo>
                <a:lnTo>
                  <a:pt x="196" y="170"/>
                </a:lnTo>
                <a:lnTo>
                  <a:pt x="196" y="169"/>
                </a:lnTo>
                <a:lnTo>
                  <a:pt x="197" y="168"/>
                </a:lnTo>
                <a:lnTo>
                  <a:pt x="196" y="168"/>
                </a:lnTo>
                <a:lnTo>
                  <a:pt x="195" y="168"/>
                </a:lnTo>
                <a:lnTo>
                  <a:pt x="195" y="167"/>
                </a:lnTo>
                <a:lnTo>
                  <a:pt x="195" y="166"/>
                </a:lnTo>
                <a:lnTo>
                  <a:pt x="194" y="165"/>
                </a:lnTo>
                <a:lnTo>
                  <a:pt x="193" y="164"/>
                </a:lnTo>
                <a:lnTo>
                  <a:pt x="192" y="163"/>
                </a:lnTo>
                <a:lnTo>
                  <a:pt x="191" y="162"/>
                </a:lnTo>
                <a:lnTo>
                  <a:pt x="191" y="161"/>
                </a:lnTo>
                <a:lnTo>
                  <a:pt x="191" y="159"/>
                </a:lnTo>
                <a:lnTo>
                  <a:pt x="190" y="159"/>
                </a:lnTo>
                <a:lnTo>
                  <a:pt x="190" y="158"/>
                </a:lnTo>
                <a:lnTo>
                  <a:pt x="191" y="158"/>
                </a:lnTo>
                <a:lnTo>
                  <a:pt x="191" y="157"/>
                </a:lnTo>
                <a:lnTo>
                  <a:pt x="190" y="156"/>
                </a:lnTo>
                <a:lnTo>
                  <a:pt x="189" y="156"/>
                </a:lnTo>
                <a:lnTo>
                  <a:pt x="189" y="155"/>
                </a:lnTo>
                <a:lnTo>
                  <a:pt x="189" y="154"/>
                </a:lnTo>
                <a:lnTo>
                  <a:pt x="189" y="153"/>
                </a:lnTo>
                <a:lnTo>
                  <a:pt x="189" y="152"/>
                </a:lnTo>
                <a:lnTo>
                  <a:pt x="190" y="151"/>
                </a:lnTo>
                <a:lnTo>
                  <a:pt x="189" y="149"/>
                </a:lnTo>
                <a:lnTo>
                  <a:pt x="188" y="148"/>
                </a:lnTo>
                <a:lnTo>
                  <a:pt x="188" y="147"/>
                </a:lnTo>
                <a:lnTo>
                  <a:pt x="188" y="146"/>
                </a:lnTo>
                <a:lnTo>
                  <a:pt x="188" y="145"/>
                </a:lnTo>
                <a:lnTo>
                  <a:pt x="186" y="145"/>
                </a:lnTo>
                <a:lnTo>
                  <a:pt x="185" y="145"/>
                </a:lnTo>
                <a:lnTo>
                  <a:pt x="185" y="146"/>
                </a:lnTo>
                <a:lnTo>
                  <a:pt x="184" y="148"/>
                </a:lnTo>
                <a:lnTo>
                  <a:pt x="183" y="148"/>
                </a:lnTo>
                <a:lnTo>
                  <a:pt x="182" y="149"/>
                </a:lnTo>
                <a:lnTo>
                  <a:pt x="181" y="150"/>
                </a:lnTo>
                <a:lnTo>
                  <a:pt x="181" y="151"/>
                </a:lnTo>
                <a:lnTo>
                  <a:pt x="180" y="151"/>
                </a:lnTo>
                <a:lnTo>
                  <a:pt x="178" y="151"/>
                </a:lnTo>
                <a:lnTo>
                  <a:pt x="176" y="150"/>
                </a:lnTo>
                <a:lnTo>
                  <a:pt x="176" y="149"/>
                </a:lnTo>
                <a:lnTo>
                  <a:pt x="176" y="148"/>
                </a:lnTo>
                <a:lnTo>
                  <a:pt x="175" y="148"/>
                </a:lnTo>
                <a:lnTo>
                  <a:pt x="174" y="148"/>
                </a:lnTo>
                <a:lnTo>
                  <a:pt x="174" y="149"/>
                </a:lnTo>
                <a:lnTo>
                  <a:pt x="173" y="149"/>
                </a:lnTo>
                <a:lnTo>
                  <a:pt x="172" y="147"/>
                </a:lnTo>
                <a:lnTo>
                  <a:pt x="172" y="146"/>
                </a:lnTo>
                <a:lnTo>
                  <a:pt x="172" y="145"/>
                </a:lnTo>
                <a:lnTo>
                  <a:pt x="171" y="145"/>
                </a:lnTo>
                <a:lnTo>
                  <a:pt x="172" y="144"/>
                </a:lnTo>
                <a:lnTo>
                  <a:pt x="172" y="143"/>
                </a:lnTo>
                <a:lnTo>
                  <a:pt x="173" y="142"/>
                </a:lnTo>
                <a:lnTo>
                  <a:pt x="172" y="141"/>
                </a:lnTo>
                <a:lnTo>
                  <a:pt x="173" y="141"/>
                </a:lnTo>
                <a:lnTo>
                  <a:pt x="173" y="140"/>
                </a:lnTo>
                <a:lnTo>
                  <a:pt x="174" y="139"/>
                </a:lnTo>
                <a:lnTo>
                  <a:pt x="175" y="139"/>
                </a:lnTo>
                <a:lnTo>
                  <a:pt x="175" y="138"/>
                </a:lnTo>
                <a:lnTo>
                  <a:pt x="176" y="138"/>
                </a:lnTo>
                <a:lnTo>
                  <a:pt x="175" y="137"/>
                </a:lnTo>
                <a:lnTo>
                  <a:pt x="174" y="136"/>
                </a:lnTo>
                <a:lnTo>
                  <a:pt x="174" y="135"/>
                </a:lnTo>
                <a:lnTo>
                  <a:pt x="173" y="135"/>
                </a:lnTo>
                <a:lnTo>
                  <a:pt x="173" y="134"/>
                </a:lnTo>
                <a:lnTo>
                  <a:pt x="172" y="134"/>
                </a:lnTo>
                <a:lnTo>
                  <a:pt x="171" y="133"/>
                </a:lnTo>
                <a:lnTo>
                  <a:pt x="170" y="132"/>
                </a:lnTo>
                <a:lnTo>
                  <a:pt x="170" y="131"/>
                </a:lnTo>
                <a:lnTo>
                  <a:pt x="170" y="130"/>
                </a:lnTo>
                <a:lnTo>
                  <a:pt x="171" y="129"/>
                </a:lnTo>
                <a:lnTo>
                  <a:pt x="172" y="129"/>
                </a:lnTo>
                <a:lnTo>
                  <a:pt x="172" y="130"/>
                </a:lnTo>
                <a:lnTo>
                  <a:pt x="173" y="130"/>
                </a:lnTo>
                <a:lnTo>
                  <a:pt x="174" y="130"/>
                </a:lnTo>
                <a:lnTo>
                  <a:pt x="175" y="129"/>
                </a:lnTo>
                <a:lnTo>
                  <a:pt x="176" y="129"/>
                </a:lnTo>
                <a:lnTo>
                  <a:pt x="177" y="129"/>
                </a:lnTo>
                <a:lnTo>
                  <a:pt x="178" y="129"/>
                </a:lnTo>
                <a:lnTo>
                  <a:pt x="179" y="129"/>
                </a:lnTo>
                <a:lnTo>
                  <a:pt x="179" y="128"/>
                </a:lnTo>
                <a:lnTo>
                  <a:pt x="180" y="128"/>
                </a:lnTo>
                <a:lnTo>
                  <a:pt x="181" y="128"/>
                </a:lnTo>
                <a:lnTo>
                  <a:pt x="182" y="127"/>
                </a:lnTo>
                <a:lnTo>
                  <a:pt x="183" y="126"/>
                </a:lnTo>
                <a:lnTo>
                  <a:pt x="184" y="125"/>
                </a:lnTo>
                <a:lnTo>
                  <a:pt x="184" y="124"/>
                </a:lnTo>
                <a:lnTo>
                  <a:pt x="184" y="123"/>
                </a:lnTo>
                <a:lnTo>
                  <a:pt x="184" y="122"/>
                </a:lnTo>
                <a:lnTo>
                  <a:pt x="185" y="122"/>
                </a:lnTo>
                <a:lnTo>
                  <a:pt x="185" y="121"/>
                </a:lnTo>
                <a:lnTo>
                  <a:pt x="185" y="120"/>
                </a:lnTo>
                <a:lnTo>
                  <a:pt x="186" y="119"/>
                </a:lnTo>
                <a:lnTo>
                  <a:pt x="185" y="118"/>
                </a:lnTo>
                <a:lnTo>
                  <a:pt x="186" y="118"/>
                </a:lnTo>
                <a:lnTo>
                  <a:pt x="187" y="118"/>
                </a:lnTo>
                <a:lnTo>
                  <a:pt x="187" y="117"/>
                </a:lnTo>
                <a:lnTo>
                  <a:pt x="188" y="117"/>
                </a:lnTo>
                <a:lnTo>
                  <a:pt x="189" y="116"/>
                </a:lnTo>
                <a:lnTo>
                  <a:pt x="189" y="115"/>
                </a:lnTo>
                <a:lnTo>
                  <a:pt x="190" y="115"/>
                </a:lnTo>
                <a:lnTo>
                  <a:pt x="190" y="114"/>
                </a:lnTo>
                <a:lnTo>
                  <a:pt x="191" y="113"/>
                </a:lnTo>
                <a:lnTo>
                  <a:pt x="192" y="114"/>
                </a:lnTo>
                <a:lnTo>
                  <a:pt x="192" y="113"/>
                </a:lnTo>
                <a:lnTo>
                  <a:pt x="193" y="113"/>
                </a:lnTo>
                <a:lnTo>
                  <a:pt x="193" y="112"/>
                </a:lnTo>
                <a:lnTo>
                  <a:pt x="194" y="112"/>
                </a:lnTo>
                <a:lnTo>
                  <a:pt x="194" y="113"/>
                </a:lnTo>
                <a:lnTo>
                  <a:pt x="195" y="114"/>
                </a:lnTo>
                <a:lnTo>
                  <a:pt x="195" y="115"/>
                </a:lnTo>
                <a:lnTo>
                  <a:pt x="196" y="116"/>
                </a:lnTo>
                <a:lnTo>
                  <a:pt x="196" y="117"/>
                </a:lnTo>
                <a:lnTo>
                  <a:pt x="196" y="119"/>
                </a:lnTo>
                <a:lnTo>
                  <a:pt x="197" y="119"/>
                </a:lnTo>
                <a:lnTo>
                  <a:pt x="198" y="120"/>
                </a:lnTo>
                <a:lnTo>
                  <a:pt x="199" y="121"/>
                </a:lnTo>
                <a:lnTo>
                  <a:pt x="200" y="120"/>
                </a:lnTo>
                <a:lnTo>
                  <a:pt x="201" y="120"/>
                </a:lnTo>
                <a:lnTo>
                  <a:pt x="202" y="120"/>
                </a:lnTo>
                <a:lnTo>
                  <a:pt x="202" y="119"/>
                </a:lnTo>
                <a:lnTo>
                  <a:pt x="203" y="118"/>
                </a:lnTo>
                <a:lnTo>
                  <a:pt x="204" y="118"/>
                </a:lnTo>
                <a:lnTo>
                  <a:pt x="204" y="117"/>
                </a:lnTo>
                <a:lnTo>
                  <a:pt x="204" y="115"/>
                </a:lnTo>
                <a:lnTo>
                  <a:pt x="204" y="114"/>
                </a:lnTo>
                <a:lnTo>
                  <a:pt x="205" y="113"/>
                </a:lnTo>
                <a:lnTo>
                  <a:pt x="206" y="112"/>
                </a:lnTo>
                <a:lnTo>
                  <a:pt x="206" y="111"/>
                </a:lnTo>
                <a:lnTo>
                  <a:pt x="207" y="110"/>
                </a:lnTo>
                <a:lnTo>
                  <a:pt x="207" y="109"/>
                </a:lnTo>
                <a:lnTo>
                  <a:pt x="207" y="108"/>
                </a:lnTo>
                <a:lnTo>
                  <a:pt x="209" y="107"/>
                </a:lnTo>
                <a:lnTo>
                  <a:pt x="209" y="106"/>
                </a:lnTo>
                <a:lnTo>
                  <a:pt x="209" y="105"/>
                </a:lnTo>
                <a:lnTo>
                  <a:pt x="209" y="104"/>
                </a:lnTo>
                <a:lnTo>
                  <a:pt x="209" y="103"/>
                </a:lnTo>
                <a:lnTo>
                  <a:pt x="210" y="103"/>
                </a:lnTo>
                <a:lnTo>
                  <a:pt x="209" y="102"/>
                </a:lnTo>
                <a:lnTo>
                  <a:pt x="208" y="100"/>
                </a:lnTo>
                <a:lnTo>
                  <a:pt x="207" y="100"/>
                </a:lnTo>
                <a:lnTo>
                  <a:pt x="207" y="99"/>
                </a:lnTo>
                <a:lnTo>
                  <a:pt x="208" y="99"/>
                </a:lnTo>
                <a:lnTo>
                  <a:pt x="208" y="98"/>
                </a:lnTo>
                <a:lnTo>
                  <a:pt x="208" y="97"/>
                </a:lnTo>
                <a:lnTo>
                  <a:pt x="207" y="97"/>
                </a:lnTo>
                <a:lnTo>
                  <a:pt x="207" y="96"/>
                </a:lnTo>
                <a:lnTo>
                  <a:pt x="207" y="95"/>
                </a:lnTo>
                <a:lnTo>
                  <a:pt x="207" y="94"/>
                </a:lnTo>
                <a:lnTo>
                  <a:pt x="206" y="92"/>
                </a:lnTo>
                <a:lnTo>
                  <a:pt x="207" y="92"/>
                </a:lnTo>
                <a:lnTo>
                  <a:pt x="208" y="91"/>
                </a:lnTo>
                <a:lnTo>
                  <a:pt x="209" y="91"/>
                </a:lnTo>
                <a:lnTo>
                  <a:pt x="209" y="92"/>
                </a:lnTo>
                <a:lnTo>
                  <a:pt x="210" y="92"/>
                </a:lnTo>
                <a:lnTo>
                  <a:pt x="212" y="92"/>
                </a:lnTo>
                <a:lnTo>
                  <a:pt x="212" y="91"/>
                </a:lnTo>
                <a:lnTo>
                  <a:pt x="213" y="91"/>
                </a:lnTo>
                <a:lnTo>
                  <a:pt x="214" y="91"/>
                </a:lnTo>
                <a:lnTo>
                  <a:pt x="214" y="90"/>
                </a:lnTo>
                <a:lnTo>
                  <a:pt x="215" y="90"/>
                </a:lnTo>
                <a:lnTo>
                  <a:pt x="215" y="89"/>
                </a:lnTo>
                <a:lnTo>
                  <a:pt x="214" y="88"/>
                </a:lnTo>
                <a:lnTo>
                  <a:pt x="215" y="87"/>
                </a:lnTo>
                <a:lnTo>
                  <a:pt x="215" y="86"/>
                </a:lnTo>
                <a:lnTo>
                  <a:pt x="216" y="86"/>
                </a:lnTo>
                <a:lnTo>
                  <a:pt x="216" y="85"/>
                </a:lnTo>
                <a:lnTo>
                  <a:pt x="216" y="84"/>
                </a:lnTo>
                <a:lnTo>
                  <a:pt x="216" y="83"/>
                </a:lnTo>
                <a:lnTo>
                  <a:pt x="216" y="82"/>
                </a:lnTo>
                <a:lnTo>
                  <a:pt x="217" y="81"/>
                </a:lnTo>
                <a:lnTo>
                  <a:pt x="217" y="80"/>
                </a:lnTo>
                <a:lnTo>
                  <a:pt x="218" y="79"/>
                </a:lnTo>
                <a:lnTo>
                  <a:pt x="219" y="79"/>
                </a:lnTo>
                <a:lnTo>
                  <a:pt x="221" y="78"/>
                </a:lnTo>
                <a:lnTo>
                  <a:pt x="221" y="79"/>
                </a:lnTo>
                <a:lnTo>
                  <a:pt x="222" y="78"/>
                </a:lnTo>
                <a:lnTo>
                  <a:pt x="221" y="77"/>
                </a:lnTo>
                <a:lnTo>
                  <a:pt x="221" y="76"/>
                </a:lnTo>
                <a:lnTo>
                  <a:pt x="220" y="76"/>
                </a:lnTo>
                <a:lnTo>
                  <a:pt x="220" y="75"/>
                </a:lnTo>
                <a:lnTo>
                  <a:pt x="220" y="74"/>
                </a:lnTo>
                <a:lnTo>
                  <a:pt x="220" y="73"/>
                </a:lnTo>
                <a:lnTo>
                  <a:pt x="220" y="72"/>
                </a:lnTo>
                <a:lnTo>
                  <a:pt x="219" y="72"/>
                </a:lnTo>
                <a:lnTo>
                  <a:pt x="218" y="72"/>
                </a:lnTo>
                <a:lnTo>
                  <a:pt x="217" y="71"/>
                </a:lnTo>
                <a:lnTo>
                  <a:pt x="217" y="70"/>
                </a:lnTo>
                <a:lnTo>
                  <a:pt x="217" y="69"/>
                </a:lnTo>
                <a:lnTo>
                  <a:pt x="216" y="69"/>
                </a:lnTo>
                <a:lnTo>
                  <a:pt x="216" y="68"/>
                </a:lnTo>
                <a:lnTo>
                  <a:pt x="216" y="67"/>
                </a:lnTo>
                <a:lnTo>
                  <a:pt x="216" y="66"/>
                </a:lnTo>
                <a:lnTo>
                  <a:pt x="215" y="65"/>
                </a:lnTo>
                <a:lnTo>
                  <a:pt x="215" y="64"/>
                </a:lnTo>
                <a:lnTo>
                  <a:pt x="216" y="63"/>
                </a:lnTo>
                <a:lnTo>
                  <a:pt x="217" y="63"/>
                </a:lnTo>
                <a:lnTo>
                  <a:pt x="217" y="62"/>
                </a:lnTo>
                <a:lnTo>
                  <a:pt x="216" y="62"/>
                </a:lnTo>
                <a:lnTo>
                  <a:pt x="216" y="61"/>
                </a:lnTo>
                <a:lnTo>
                  <a:pt x="217" y="61"/>
                </a:lnTo>
                <a:lnTo>
                  <a:pt x="218" y="60"/>
                </a:lnTo>
                <a:lnTo>
                  <a:pt x="218" y="59"/>
                </a:lnTo>
                <a:lnTo>
                  <a:pt x="218" y="58"/>
                </a:lnTo>
                <a:lnTo>
                  <a:pt x="219" y="58"/>
                </a:lnTo>
                <a:lnTo>
                  <a:pt x="220" y="57"/>
                </a:lnTo>
                <a:lnTo>
                  <a:pt x="219" y="57"/>
                </a:lnTo>
                <a:lnTo>
                  <a:pt x="219" y="56"/>
                </a:lnTo>
                <a:lnTo>
                  <a:pt x="218" y="56"/>
                </a:lnTo>
                <a:lnTo>
                  <a:pt x="219" y="55"/>
                </a:lnTo>
                <a:lnTo>
                  <a:pt x="219" y="54"/>
                </a:lnTo>
                <a:lnTo>
                  <a:pt x="220" y="54"/>
                </a:lnTo>
                <a:lnTo>
                  <a:pt x="220" y="53"/>
                </a:lnTo>
                <a:lnTo>
                  <a:pt x="219" y="52"/>
                </a:lnTo>
                <a:lnTo>
                  <a:pt x="218" y="52"/>
                </a:lnTo>
                <a:lnTo>
                  <a:pt x="218" y="51"/>
                </a:lnTo>
                <a:lnTo>
                  <a:pt x="219" y="50"/>
                </a:lnTo>
                <a:lnTo>
                  <a:pt x="220" y="49"/>
                </a:lnTo>
                <a:lnTo>
                  <a:pt x="220" y="48"/>
                </a:lnTo>
                <a:lnTo>
                  <a:pt x="220" y="47"/>
                </a:lnTo>
                <a:lnTo>
                  <a:pt x="220" y="46"/>
                </a:lnTo>
                <a:lnTo>
                  <a:pt x="221" y="45"/>
                </a:lnTo>
                <a:lnTo>
                  <a:pt x="222" y="44"/>
                </a:lnTo>
                <a:lnTo>
                  <a:pt x="223" y="44"/>
                </a:lnTo>
                <a:lnTo>
                  <a:pt x="223" y="43"/>
                </a:lnTo>
                <a:lnTo>
                  <a:pt x="223" y="42"/>
                </a:lnTo>
                <a:lnTo>
                  <a:pt x="224" y="41"/>
                </a:lnTo>
                <a:lnTo>
                  <a:pt x="225" y="40"/>
                </a:lnTo>
                <a:lnTo>
                  <a:pt x="225" y="39"/>
                </a:lnTo>
                <a:lnTo>
                  <a:pt x="225" y="38"/>
                </a:lnTo>
                <a:lnTo>
                  <a:pt x="225" y="37"/>
                </a:lnTo>
                <a:lnTo>
                  <a:pt x="226" y="36"/>
                </a:lnTo>
                <a:lnTo>
                  <a:pt x="225" y="36"/>
                </a:lnTo>
                <a:lnTo>
                  <a:pt x="224" y="36"/>
                </a:lnTo>
                <a:lnTo>
                  <a:pt x="224" y="34"/>
                </a:lnTo>
                <a:lnTo>
                  <a:pt x="224" y="33"/>
                </a:lnTo>
                <a:lnTo>
                  <a:pt x="224" y="32"/>
                </a:lnTo>
                <a:lnTo>
                  <a:pt x="223" y="31"/>
                </a:lnTo>
                <a:lnTo>
                  <a:pt x="223" y="30"/>
                </a:lnTo>
                <a:lnTo>
                  <a:pt x="223" y="29"/>
                </a:lnTo>
                <a:lnTo>
                  <a:pt x="224" y="29"/>
                </a:lnTo>
                <a:lnTo>
                  <a:pt x="223" y="28"/>
                </a:lnTo>
                <a:lnTo>
                  <a:pt x="223" y="27"/>
                </a:lnTo>
                <a:lnTo>
                  <a:pt x="222" y="27"/>
                </a:lnTo>
                <a:lnTo>
                  <a:pt x="222" y="26"/>
                </a:lnTo>
                <a:lnTo>
                  <a:pt x="223" y="24"/>
                </a:lnTo>
                <a:lnTo>
                  <a:pt x="223" y="23"/>
                </a:lnTo>
                <a:lnTo>
                  <a:pt x="223" y="22"/>
                </a:lnTo>
                <a:lnTo>
                  <a:pt x="224" y="21"/>
                </a:lnTo>
                <a:lnTo>
                  <a:pt x="225" y="21"/>
                </a:lnTo>
                <a:lnTo>
                  <a:pt x="226" y="21"/>
                </a:lnTo>
                <a:lnTo>
                  <a:pt x="226" y="20"/>
                </a:lnTo>
                <a:lnTo>
                  <a:pt x="225" y="20"/>
                </a:lnTo>
                <a:lnTo>
                  <a:pt x="224" y="19"/>
                </a:lnTo>
                <a:lnTo>
                  <a:pt x="223" y="19"/>
                </a:lnTo>
                <a:lnTo>
                  <a:pt x="224" y="19"/>
                </a:lnTo>
                <a:lnTo>
                  <a:pt x="224" y="18"/>
                </a:lnTo>
                <a:lnTo>
                  <a:pt x="223" y="18"/>
                </a:lnTo>
                <a:lnTo>
                  <a:pt x="222" y="19"/>
                </a:lnTo>
                <a:lnTo>
                  <a:pt x="221" y="19"/>
                </a:lnTo>
                <a:lnTo>
                  <a:pt x="221" y="18"/>
                </a:lnTo>
                <a:lnTo>
                  <a:pt x="220" y="18"/>
                </a:lnTo>
                <a:lnTo>
                  <a:pt x="220" y="17"/>
                </a:lnTo>
                <a:lnTo>
                  <a:pt x="220" y="16"/>
                </a:lnTo>
                <a:lnTo>
                  <a:pt x="221" y="16"/>
                </a:lnTo>
                <a:lnTo>
                  <a:pt x="222" y="15"/>
                </a:lnTo>
                <a:lnTo>
                  <a:pt x="223" y="14"/>
                </a:lnTo>
                <a:lnTo>
                  <a:pt x="224" y="14"/>
                </a:lnTo>
                <a:lnTo>
                  <a:pt x="224" y="15"/>
                </a:lnTo>
                <a:lnTo>
                  <a:pt x="225" y="15"/>
                </a:lnTo>
                <a:lnTo>
                  <a:pt x="225" y="14"/>
                </a:lnTo>
                <a:lnTo>
                  <a:pt x="225" y="13"/>
                </a:lnTo>
                <a:lnTo>
                  <a:pt x="224" y="13"/>
                </a:lnTo>
                <a:lnTo>
                  <a:pt x="223" y="14"/>
                </a:lnTo>
                <a:lnTo>
                  <a:pt x="223" y="13"/>
                </a:lnTo>
                <a:lnTo>
                  <a:pt x="223" y="12"/>
                </a:lnTo>
                <a:lnTo>
                  <a:pt x="223" y="11"/>
                </a:lnTo>
                <a:lnTo>
                  <a:pt x="224" y="10"/>
                </a:lnTo>
                <a:lnTo>
                  <a:pt x="225" y="10"/>
                </a:lnTo>
                <a:lnTo>
                  <a:pt x="225" y="9"/>
                </a:lnTo>
                <a:lnTo>
                  <a:pt x="226" y="8"/>
                </a:lnTo>
                <a:lnTo>
                  <a:pt x="227" y="8"/>
                </a:lnTo>
                <a:lnTo>
                  <a:pt x="229" y="8"/>
                </a:lnTo>
                <a:lnTo>
                  <a:pt x="229" y="7"/>
                </a:lnTo>
                <a:lnTo>
                  <a:pt x="230" y="7"/>
                </a:lnTo>
                <a:lnTo>
                  <a:pt x="230" y="8"/>
                </a:lnTo>
                <a:lnTo>
                  <a:pt x="231" y="8"/>
                </a:lnTo>
                <a:lnTo>
                  <a:pt x="232" y="8"/>
                </a:lnTo>
                <a:lnTo>
                  <a:pt x="233" y="9"/>
                </a:lnTo>
                <a:lnTo>
                  <a:pt x="234" y="9"/>
                </a:lnTo>
                <a:lnTo>
                  <a:pt x="235" y="8"/>
                </a:lnTo>
                <a:lnTo>
                  <a:pt x="235" y="7"/>
                </a:lnTo>
                <a:lnTo>
                  <a:pt x="236" y="6"/>
                </a:lnTo>
                <a:lnTo>
                  <a:pt x="235" y="6"/>
                </a:lnTo>
                <a:lnTo>
                  <a:pt x="236" y="5"/>
                </a:lnTo>
                <a:lnTo>
                  <a:pt x="237" y="5"/>
                </a:lnTo>
                <a:lnTo>
                  <a:pt x="238" y="4"/>
                </a:lnTo>
                <a:lnTo>
                  <a:pt x="238" y="5"/>
                </a:lnTo>
                <a:lnTo>
                  <a:pt x="239" y="5"/>
                </a:lnTo>
                <a:lnTo>
                  <a:pt x="239" y="4"/>
                </a:lnTo>
                <a:lnTo>
                  <a:pt x="240" y="4"/>
                </a:lnTo>
                <a:lnTo>
                  <a:pt x="240" y="5"/>
                </a:lnTo>
                <a:lnTo>
                  <a:pt x="241" y="5"/>
                </a:lnTo>
                <a:lnTo>
                  <a:pt x="242" y="4"/>
                </a:lnTo>
                <a:lnTo>
                  <a:pt x="243" y="4"/>
                </a:lnTo>
                <a:lnTo>
                  <a:pt x="244" y="3"/>
                </a:lnTo>
                <a:lnTo>
                  <a:pt x="244" y="2"/>
                </a:lnTo>
                <a:lnTo>
                  <a:pt x="245" y="2"/>
                </a:lnTo>
                <a:lnTo>
                  <a:pt x="246" y="1"/>
                </a:lnTo>
                <a:lnTo>
                  <a:pt x="248" y="2"/>
                </a:lnTo>
                <a:lnTo>
                  <a:pt x="249" y="3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6" name=""/>
          <p:cNvSpPr/>
          <p:nvPr/>
        </p:nvSpPr>
        <p:spPr>
          <a:xfrm>
            <a:off x="8506080" y="20203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5"/>
                </a:move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6" y="5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7" name=""/>
          <p:cNvSpPr/>
          <p:nvPr/>
        </p:nvSpPr>
        <p:spPr>
          <a:xfrm>
            <a:off x="8496360" y="1940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3" y="0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8" name=""/>
          <p:cNvSpPr/>
          <p:nvPr/>
        </p:nvSpPr>
        <p:spPr>
          <a:xfrm>
            <a:off x="8506800" y="2163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0"/>
                </a:moveTo>
                <a:lnTo>
                  <a:pt x="4" y="2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9" name=""/>
          <p:cNvSpPr/>
          <p:nvPr/>
        </p:nvSpPr>
        <p:spPr>
          <a:xfrm>
            <a:off x="8507520" y="2163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0"/>
                </a:moveTo>
                <a:lnTo>
                  <a:pt x="4" y="0"/>
                </a:lnTo>
                <a:lnTo>
                  <a:pt x="4" y="3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0" name=""/>
          <p:cNvSpPr/>
          <p:nvPr/>
        </p:nvSpPr>
        <p:spPr>
          <a:xfrm>
            <a:off x="8514360" y="21297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1" name=""/>
          <p:cNvSpPr/>
          <p:nvPr/>
        </p:nvSpPr>
        <p:spPr>
          <a:xfrm>
            <a:off x="8513640" y="212652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0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2" name=""/>
          <p:cNvSpPr/>
          <p:nvPr/>
        </p:nvSpPr>
        <p:spPr>
          <a:xfrm>
            <a:off x="8510040" y="212616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0" y="6"/>
                </a:moveTo>
                <a:lnTo>
                  <a:pt x="0" y="5"/>
                </a:lnTo>
                <a:lnTo>
                  <a:pt x="1" y="3"/>
                </a:lnTo>
                <a:lnTo>
                  <a:pt x="1" y="5"/>
                </a:lnTo>
                <a:lnTo>
                  <a:pt x="2" y="5"/>
                </a:lnTo>
                <a:lnTo>
                  <a:pt x="4" y="3"/>
                </a:lnTo>
                <a:lnTo>
                  <a:pt x="5" y="1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2" y="6"/>
                </a:lnTo>
                <a:lnTo>
                  <a:pt x="0" y="6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3" name=""/>
          <p:cNvSpPr/>
          <p:nvPr/>
        </p:nvSpPr>
        <p:spPr>
          <a:xfrm>
            <a:off x="8520120" y="212508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2" y="3"/>
                </a:moveTo>
                <a:lnTo>
                  <a:pt x="2" y="5"/>
                </a:lnTo>
                <a:lnTo>
                  <a:pt x="2" y="7"/>
                </a:lnTo>
                <a:lnTo>
                  <a:pt x="1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4" y="1"/>
                </a:lnTo>
                <a:lnTo>
                  <a:pt x="5" y="0"/>
                </a:lnTo>
                <a:lnTo>
                  <a:pt x="6" y="2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4" name=""/>
          <p:cNvSpPr/>
          <p:nvPr/>
        </p:nvSpPr>
        <p:spPr>
          <a:xfrm>
            <a:off x="8512200" y="2124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3"/>
                </a:move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5" name=""/>
          <p:cNvSpPr/>
          <p:nvPr/>
        </p:nvSpPr>
        <p:spPr>
          <a:xfrm>
            <a:off x="8526600" y="2114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3"/>
                </a:moveTo>
                <a:lnTo>
                  <a:pt x="0" y="1"/>
                </a:lnTo>
                <a:lnTo>
                  <a:pt x="3" y="0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6" name=""/>
          <p:cNvSpPr/>
          <p:nvPr/>
        </p:nvSpPr>
        <p:spPr>
          <a:xfrm>
            <a:off x="8527320" y="2109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7" name=""/>
          <p:cNvSpPr/>
          <p:nvPr/>
        </p:nvSpPr>
        <p:spPr>
          <a:xfrm>
            <a:off x="8526600" y="21092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8" name=""/>
          <p:cNvSpPr/>
          <p:nvPr/>
        </p:nvSpPr>
        <p:spPr>
          <a:xfrm>
            <a:off x="8525880" y="21045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1"/>
                </a:moveTo>
                <a:lnTo>
                  <a:pt x="3" y="0"/>
                </a:lnTo>
                <a:lnTo>
                  <a:pt x="3" y="2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9" name=""/>
          <p:cNvSpPr/>
          <p:nvPr/>
        </p:nvSpPr>
        <p:spPr>
          <a:xfrm>
            <a:off x="8526240" y="2100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0" name=""/>
          <p:cNvSpPr/>
          <p:nvPr/>
        </p:nvSpPr>
        <p:spPr>
          <a:xfrm>
            <a:off x="8526960" y="21006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1" name=""/>
          <p:cNvSpPr/>
          <p:nvPr/>
        </p:nvSpPr>
        <p:spPr>
          <a:xfrm>
            <a:off x="8525520" y="21002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2"/>
                </a:move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2" name=""/>
          <p:cNvSpPr/>
          <p:nvPr/>
        </p:nvSpPr>
        <p:spPr>
          <a:xfrm>
            <a:off x="8524440" y="209952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7" y="2"/>
                </a:moveTo>
                <a:lnTo>
                  <a:pt x="5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7" y="0"/>
                </a:lnTo>
                <a:lnTo>
                  <a:pt x="7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3" name=""/>
          <p:cNvSpPr/>
          <p:nvPr/>
        </p:nvSpPr>
        <p:spPr>
          <a:xfrm>
            <a:off x="8522280" y="209556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6" y="5"/>
                </a:move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8" y="5"/>
                </a:lnTo>
                <a:lnTo>
                  <a:pt x="8" y="6"/>
                </a:lnTo>
                <a:lnTo>
                  <a:pt x="9" y="6"/>
                </a:lnTo>
                <a:lnTo>
                  <a:pt x="8" y="6"/>
                </a:lnTo>
                <a:lnTo>
                  <a:pt x="9" y="6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6" y="8"/>
                </a:lnTo>
                <a:lnTo>
                  <a:pt x="6" y="7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2" y="7"/>
                </a:lnTo>
                <a:lnTo>
                  <a:pt x="1" y="7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1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4" name=""/>
          <p:cNvSpPr/>
          <p:nvPr/>
        </p:nvSpPr>
        <p:spPr>
          <a:xfrm>
            <a:off x="8520120" y="206496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3" y="4"/>
                </a:move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3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9" y="4"/>
                </a:lnTo>
                <a:lnTo>
                  <a:pt x="8" y="5"/>
                </a:lnTo>
                <a:lnTo>
                  <a:pt x="7" y="5"/>
                </a:lnTo>
                <a:lnTo>
                  <a:pt x="6" y="4"/>
                </a:lnTo>
                <a:lnTo>
                  <a:pt x="5" y="3"/>
                </a:lnTo>
                <a:lnTo>
                  <a:pt x="3" y="4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5" name=""/>
          <p:cNvSpPr/>
          <p:nvPr/>
        </p:nvSpPr>
        <p:spPr>
          <a:xfrm>
            <a:off x="8517960" y="2053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5" y="2"/>
                </a:lnTo>
                <a:lnTo>
                  <a:pt x="4" y="4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6" name=""/>
          <p:cNvSpPr/>
          <p:nvPr/>
        </p:nvSpPr>
        <p:spPr>
          <a:xfrm>
            <a:off x="8520120" y="20509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7" name=""/>
          <p:cNvSpPr/>
          <p:nvPr/>
        </p:nvSpPr>
        <p:spPr>
          <a:xfrm>
            <a:off x="8525880" y="2049480"/>
            <a:ext cx="4320" cy="3600"/>
          </a:xfrm>
          <a:custGeom>
            <a:avLst/>
            <a:gdLst/>
            <a:ahLst/>
            <a:rect l="0" t="0" r="r" b="b"/>
            <a:pathLst>
              <a:path w="12" h="10">
                <a:moveTo>
                  <a:pt x="10" y="2"/>
                </a:move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9" y="4"/>
                </a:lnTo>
                <a:lnTo>
                  <a:pt x="10" y="4"/>
                </a:lnTo>
                <a:lnTo>
                  <a:pt x="12" y="4"/>
                </a:lnTo>
                <a:lnTo>
                  <a:pt x="10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2" y="7"/>
                </a:lnTo>
                <a:lnTo>
                  <a:pt x="10" y="8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7" y="10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5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0" y="5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10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8" name=""/>
          <p:cNvSpPr/>
          <p:nvPr/>
        </p:nvSpPr>
        <p:spPr>
          <a:xfrm>
            <a:off x="8519040" y="20498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0"/>
                </a:move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9" name=""/>
          <p:cNvSpPr/>
          <p:nvPr/>
        </p:nvSpPr>
        <p:spPr>
          <a:xfrm>
            <a:off x="8512200" y="2044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0" name=""/>
          <p:cNvSpPr/>
          <p:nvPr/>
        </p:nvSpPr>
        <p:spPr>
          <a:xfrm>
            <a:off x="8523360" y="2034000"/>
            <a:ext cx="1080" cy="2520"/>
          </a:xfrm>
          <a:custGeom>
            <a:avLst/>
            <a:gdLst/>
            <a:ahLst/>
            <a:rect l="0" t="0" r="r" b="b"/>
            <a:pathLst>
              <a:path w="3" h="7">
                <a:moveTo>
                  <a:pt x="0" y="4"/>
                </a:moveTo>
                <a:lnTo>
                  <a:pt x="0" y="3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0" y="4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1" name=""/>
          <p:cNvSpPr/>
          <p:nvPr/>
        </p:nvSpPr>
        <p:spPr>
          <a:xfrm>
            <a:off x="8507880" y="2022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2" name=""/>
          <p:cNvSpPr/>
          <p:nvPr/>
        </p:nvSpPr>
        <p:spPr>
          <a:xfrm>
            <a:off x="8508600" y="2021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3" name=""/>
          <p:cNvSpPr/>
          <p:nvPr/>
        </p:nvSpPr>
        <p:spPr>
          <a:xfrm>
            <a:off x="8507160" y="2019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4" name=""/>
          <p:cNvSpPr/>
          <p:nvPr/>
        </p:nvSpPr>
        <p:spPr>
          <a:xfrm>
            <a:off x="8509320" y="2019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5" name=""/>
          <p:cNvSpPr/>
          <p:nvPr/>
        </p:nvSpPr>
        <p:spPr>
          <a:xfrm>
            <a:off x="8512200" y="2018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6" name=""/>
          <p:cNvSpPr/>
          <p:nvPr/>
        </p:nvSpPr>
        <p:spPr>
          <a:xfrm>
            <a:off x="8512560" y="20174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3" y="4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7" name=""/>
          <p:cNvSpPr/>
          <p:nvPr/>
        </p:nvSpPr>
        <p:spPr>
          <a:xfrm>
            <a:off x="8516520" y="2013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FFD588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8" name=""/>
          <p:cNvSpPr/>
          <p:nvPr/>
        </p:nvSpPr>
        <p:spPr>
          <a:xfrm>
            <a:off x="8516520" y="2013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noFill/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9" name=""/>
          <p:cNvSpPr/>
          <p:nvPr/>
        </p:nvSpPr>
        <p:spPr>
          <a:xfrm>
            <a:off x="8524080" y="198540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7" y="13"/>
                </a:move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3" y="12"/>
                </a:lnTo>
                <a:lnTo>
                  <a:pt x="1" y="9"/>
                </a:lnTo>
                <a:lnTo>
                  <a:pt x="0" y="8"/>
                </a:lnTo>
                <a:lnTo>
                  <a:pt x="0" y="6"/>
                </a:lnTo>
                <a:lnTo>
                  <a:pt x="3" y="4"/>
                </a:lnTo>
                <a:lnTo>
                  <a:pt x="4" y="3"/>
                </a:lnTo>
                <a:lnTo>
                  <a:pt x="6" y="0"/>
                </a:lnTo>
                <a:lnTo>
                  <a:pt x="7" y="0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4"/>
                </a:lnTo>
                <a:lnTo>
                  <a:pt x="12" y="5"/>
                </a:lnTo>
                <a:lnTo>
                  <a:pt x="13" y="5"/>
                </a:lnTo>
                <a:lnTo>
                  <a:pt x="14" y="6"/>
                </a:lnTo>
                <a:lnTo>
                  <a:pt x="14" y="8"/>
                </a:lnTo>
                <a:lnTo>
                  <a:pt x="14" y="9"/>
                </a:lnTo>
                <a:lnTo>
                  <a:pt x="14" y="10"/>
                </a:lnTo>
                <a:lnTo>
                  <a:pt x="13" y="10"/>
                </a:lnTo>
                <a:lnTo>
                  <a:pt x="11" y="12"/>
                </a:lnTo>
                <a:lnTo>
                  <a:pt x="10" y="12"/>
                </a:lnTo>
                <a:lnTo>
                  <a:pt x="8" y="13"/>
                </a:lnTo>
                <a:lnTo>
                  <a:pt x="7" y="13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0" name=""/>
          <p:cNvSpPr/>
          <p:nvPr/>
        </p:nvSpPr>
        <p:spPr>
          <a:xfrm>
            <a:off x="8516880" y="1975680"/>
            <a:ext cx="6840" cy="10080"/>
          </a:xfrm>
          <a:custGeom>
            <a:avLst/>
            <a:gdLst/>
            <a:ahLst/>
            <a:rect l="0" t="0" r="r" b="b"/>
            <a:pathLst>
              <a:path w="19" h="28">
                <a:moveTo>
                  <a:pt x="3" y="1"/>
                </a:move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8" y="3"/>
                </a:lnTo>
                <a:lnTo>
                  <a:pt x="8" y="4"/>
                </a:lnTo>
                <a:lnTo>
                  <a:pt x="10" y="6"/>
                </a:lnTo>
                <a:lnTo>
                  <a:pt x="11" y="7"/>
                </a:lnTo>
                <a:lnTo>
                  <a:pt x="12" y="8"/>
                </a:lnTo>
                <a:lnTo>
                  <a:pt x="13" y="8"/>
                </a:lnTo>
                <a:lnTo>
                  <a:pt x="16" y="8"/>
                </a:lnTo>
                <a:lnTo>
                  <a:pt x="16" y="9"/>
                </a:lnTo>
                <a:lnTo>
                  <a:pt x="16" y="10"/>
                </a:lnTo>
                <a:lnTo>
                  <a:pt x="16" y="12"/>
                </a:lnTo>
                <a:lnTo>
                  <a:pt x="17" y="14"/>
                </a:lnTo>
                <a:lnTo>
                  <a:pt x="18" y="16"/>
                </a:lnTo>
                <a:lnTo>
                  <a:pt x="18" y="17"/>
                </a:lnTo>
                <a:lnTo>
                  <a:pt x="19" y="18"/>
                </a:lnTo>
                <a:lnTo>
                  <a:pt x="19" y="19"/>
                </a:lnTo>
                <a:lnTo>
                  <a:pt x="19" y="20"/>
                </a:lnTo>
                <a:lnTo>
                  <a:pt x="18" y="21"/>
                </a:lnTo>
                <a:lnTo>
                  <a:pt x="16" y="23"/>
                </a:lnTo>
                <a:lnTo>
                  <a:pt x="14" y="23"/>
                </a:lnTo>
                <a:lnTo>
                  <a:pt x="12" y="24"/>
                </a:lnTo>
                <a:lnTo>
                  <a:pt x="11" y="25"/>
                </a:lnTo>
                <a:lnTo>
                  <a:pt x="11" y="26"/>
                </a:lnTo>
                <a:lnTo>
                  <a:pt x="10" y="27"/>
                </a:lnTo>
                <a:lnTo>
                  <a:pt x="9" y="28"/>
                </a:lnTo>
                <a:lnTo>
                  <a:pt x="8" y="28"/>
                </a:lnTo>
                <a:lnTo>
                  <a:pt x="7" y="28"/>
                </a:lnTo>
                <a:lnTo>
                  <a:pt x="6" y="27"/>
                </a:lnTo>
                <a:lnTo>
                  <a:pt x="6" y="28"/>
                </a:lnTo>
                <a:lnTo>
                  <a:pt x="5" y="28"/>
                </a:lnTo>
                <a:lnTo>
                  <a:pt x="5" y="27"/>
                </a:lnTo>
                <a:lnTo>
                  <a:pt x="5" y="26"/>
                </a:lnTo>
                <a:lnTo>
                  <a:pt x="4" y="25"/>
                </a:lnTo>
                <a:lnTo>
                  <a:pt x="4" y="24"/>
                </a:lnTo>
                <a:lnTo>
                  <a:pt x="3" y="24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3" y="21"/>
                </a:lnTo>
                <a:lnTo>
                  <a:pt x="4" y="20"/>
                </a:lnTo>
                <a:lnTo>
                  <a:pt x="3" y="18"/>
                </a:lnTo>
                <a:lnTo>
                  <a:pt x="2" y="15"/>
                </a:lnTo>
                <a:lnTo>
                  <a:pt x="1" y="15"/>
                </a:lnTo>
                <a:lnTo>
                  <a:pt x="1" y="14"/>
                </a:lnTo>
                <a:lnTo>
                  <a:pt x="1" y="13"/>
                </a:lnTo>
                <a:lnTo>
                  <a:pt x="1" y="10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1" name=""/>
          <p:cNvSpPr/>
          <p:nvPr/>
        </p:nvSpPr>
        <p:spPr>
          <a:xfrm>
            <a:off x="8515440" y="19771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1" y="1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2" name=""/>
          <p:cNvSpPr/>
          <p:nvPr/>
        </p:nvSpPr>
        <p:spPr>
          <a:xfrm>
            <a:off x="8524440" y="19771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0"/>
                </a:moveTo>
                <a:lnTo>
                  <a:pt x="4" y="0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3" name=""/>
          <p:cNvSpPr/>
          <p:nvPr/>
        </p:nvSpPr>
        <p:spPr>
          <a:xfrm>
            <a:off x="8525160" y="1975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4" name=""/>
          <p:cNvSpPr/>
          <p:nvPr/>
        </p:nvSpPr>
        <p:spPr>
          <a:xfrm>
            <a:off x="8520840" y="1973880"/>
            <a:ext cx="3600" cy="3960"/>
          </a:xfrm>
          <a:custGeom>
            <a:avLst/>
            <a:gdLst/>
            <a:ahLst/>
            <a:rect l="0" t="0" r="r" b="b"/>
            <a:pathLst>
              <a:path w="10" h="11">
                <a:moveTo>
                  <a:pt x="8" y="9"/>
                </a:moveTo>
                <a:lnTo>
                  <a:pt x="8" y="10"/>
                </a:lnTo>
                <a:lnTo>
                  <a:pt x="5" y="11"/>
                </a:lnTo>
                <a:lnTo>
                  <a:pt x="4" y="11"/>
                </a:lnTo>
                <a:lnTo>
                  <a:pt x="4" y="10"/>
                </a:lnTo>
                <a:lnTo>
                  <a:pt x="5" y="9"/>
                </a:lnTo>
                <a:lnTo>
                  <a:pt x="5" y="8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2" y="3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3"/>
                </a:lnTo>
                <a:lnTo>
                  <a:pt x="9" y="6"/>
                </a:lnTo>
                <a:lnTo>
                  <a:pt x="9" y="7"/>
                </a:lnTo>
                <a:lnTo>
                  <a:pt x="8" y="9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5" name=""/>
          <p:cNvSpPr/>
          <p:nvPr/>
        </p:nvSpPr>
        <p:spPr>
          <a:xfrm>
            <a:off x="8524440" y="1974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6" name=""/>
          <p:cNvSpPr/>
          <p:nvPr/>
        </p:nvSpPr>
        <p:spPr>
          <a:xfrm>
            <a:off x="8517600" y="19742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4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7" name=""/>
          <p:cNvSpPr/>
          <p:nvPr/>
        </p:nvSpPr>
        <p:spPr>
          <a:xfrm>
            <a:off x="8518680" y="19591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2"/>
                </a:move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8" name=""/>
          <p:cNvSpPr/>
          <p:nvPr/>
        </p:nvSpPr>
        <p:spPr>
          <a:xfrm>
            <a:off x="8520840" y="1956600"/>
            <a:ext cx="2520" cy="4320"/>
          </a:xfrm>
          <a:custGeom>
            <a:avLst/>
            <a:gdLst/>
            <a:ahLst/>
            <a:rect l="0" t="0" r="r" b="b"/>
            <a:pathLst>
              <a:path w="7" h="12">
                <a:moveTo>
                  <a:pt x="4" y="9"/>
                </a:moveTo>
                <a:lnTo>
                  <a:pt x="4" y="11"/>
                </a:lnTo>
                <a:lnTo>
                  <a:pt x="3" y="12"/>
                </a:lnTo>
                <a:lnTo>
                  <a:pt x="2" y="12"/>
                </a:lnTo>
                <a:lnTo>
                  <a:pt x="0" y="9"/>
                </a:lnTo>
                <a:lnTo>
                  <a:pt x="0" y="8"/>
                </a:lnTo>
                <a:lnTo>
                  <a:pt x="2" y="8"/>
                </a:lnTo>
                <a:lnTo>
                  <a:pt x="2" y="7"/>
                </a:lnTo>
                <a:lnTo>
                  <a:pt x="3" y="6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3"/>
                </a:lnTo>
                <a:lnTo>
                  <a:pt x="5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9" name=""/>
          <p:cNvSpPr/>
          <p:nvPr/>
        </p:nvSpPr>
        <p:spPr>
          <a:xfrm>
            <a:off x="8523720" y="19371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0" y="3"/>
                </a:moveTo>
                <a:lnTo>
                  <a:pt x="0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5"/>
                </a:lnTo>
                <a:lnTo>
                  <a:pt x="4" y="7"/>
                </a:lnTo>
                <a:lnTo>
                  <a:pt x="3" y="5"/>
                </a:lnTo>
                <a:lnTo>
                  <a:pt x="2" y="4"/>
                </a:lnTo>
                <a:lnTo>
                  <a:pt x="0" y="3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0" name=""/>
          <p:cNvSpPr/>
          <p:nvPr/>
        </p:nvSpPr>
        <p:spPr>
          <a:xfrm>
            <a:off x="8526240" y="19353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5" y="1"/>
                </a:lnTo>
                <a:lnTo>
                  <a:pt x="6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1" name=""/>
          <p:cNvSpPr/>
          <p:nvPr/>
        </p:nvSpPr>
        <p:spPr>
          <a:xfrm>
            <a:off x="8521920" y="1933560"/>
            <a:ext cx="5040" cy="3240"/>
          </a:xfrm>
          <a:custGeom>
            <a:avLst/>
            <a:gdLst/>
            <a:ahLst/>
            <a:rect l="0" t="0" r="r" b="b"/>
            <a:pathLst>
              <a:path w="14" h="9">
                <a:moveTo>
                  <a:pt x="13" y="7"/>
                </a:moveTo>
                <a:lnTo>
                  <a:pt x="12" y="7"/>
                </a:lnTo>
                <a:lnTo>
                  <a:pt x="13" y="8"/>
                </a:lnTo>
                <a:lnTo>
                  <a:pt x="12" y="9"/>
                </a:lnTo>
                <a:lnTo>
                  <a:pt x="6" y="7"/>
                </a:lnTo>
                <a:lnTo>
                  <a:pt x="3" y="5"/>
                </a:lnTo>
                <a:lnTo>
                  <a:pt x="1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7" y="3"/>
                </a:lnTo>
                <a:lnTo>
                  <a:pt x="9" y="4"/>
                </a:lnTo>
                <a:lnTo>
                  <a:pt x="13" y="5"/>
                </a:lnTo>
                <a:lnTo>
                  <a:pt x="14" y="5"/>
                </a:lnTo>
                <a:lnTo>
                  <a:pt x="14" y="6"/>
                </a:lnTo>
                <a:lnTo>
                  <a:pt x="13" y="7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2" name=""/>
          <p:cNvSpPr/>
          <p:nvPr/>
        </p:nvSpPr>
        <p:spPr>
          <a:xfrm>
            <a:off x="8520120" y="1933200"/>
            <a:ext cx="2880" cy="720"/>
          </a:xfrm>
          <a:custGeom>
            <a:avLst/>
            <a:gdLst/>
            <a:ahLst/>
            <a:rect l="0" t="0" r="r" b="b"/>
            <a:pathLst>
              <a:path w="8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6" y="0"/>
                </a:lnTo>
                <a:lnTo>
                  <a:pt x="6" y="2"/>
                </a:lnTo>
                <a:lnTo>
                  <a:pt x="8" y="2"/>
                </a:lnTo>
                <a:lnTo>
                  <a:pt x="6" y="2"/>
                </a:lnTo>
                <a:lnTo>
                  <a:pt x="5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3" name=""/>
          <p:cNvSpPr/>
          <p:nvPr/>
        </p:nvSpPr>
        <p:spPr>
          <a:xfrm>
            <a:off x="8528760" y="2109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4" name=""/>
          <p:cNvSpPr/>
          <p:nvPr/>
        </p:nvSpPr>
        <p:spPr>
          <a:xfrm>
            <a:off x="8527680" y="2103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5" name=""/>
          <p:cNvSpPr/>
          <p:nvPr/>
        </p:nvSpPr>
        <p:spPr>
          <a:xfrm>
            <a:off x="8528040" y="2102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6" name=""/>
          <p:cNvSpPr/>
          <p:nvPr/>
        </p:nvSpPr>
        <p:spPr>
          <a:xfrm>
            <a:off x="8530560" y="2102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7" name=""/>
          <p:cNvSpPr/>
          <p:nvPr/>
        </p:nvSpPr>
        <p:spPr>
          <a:xfrm>
            <a:off x="8533080" y="2085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8" name=""/>
          <p:cNvSpPr/>
          <p:nvPr/>
        </p:nvSpPr>
        <p:spPr>
          <a:xfrm>
            <a:off x="8533080" y="20851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9" name=""/>
          <p:cNvSpPr/>
          <p:nvPr/>
        </p:nvSpPr>
        <p:spPr>
          <a:xfrm>
            <a:off x="8529120" y="207828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6" y="4"/>
                </a:moveTo>
                <a:lnTo>
                  <a:pt x="6" y="5"/>
                </a:lnTo>
                <a:lnTo>
                  <a:pt x="6" y="6"/>
                </a:lnTo>
                <a:lnTo>
                  <a:pt x="5" y="7"/>
                </a:lnTo>
                <a:lnTo>
                  <a:pt x="4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8" y="1"/>
                </a:lnTo>
                <a:lnTo>
                  <a:pt x="6" y="3"/>
                </a:lnTo>
                <a:lnTo>
                  <a:pt x="6" y="4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0" name=""/>
          <p:cNvSpPr/>
          <p:nvPr/>
        </p:nvSpPr>
        <p:spPr>
          <a:xfrm>
            <a:off x="8533800" y="207396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4" y="5"/>
                </a:move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4" y="7"/>
                </a:lnTo>
                <a:lnTo>
                  <a:pt x="4" y="6"/>
                </a:lnTo>
                <a:lnTo>
                  <a:pt x="2" y="6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1"/>
                </a:lnTo>
                <a:lnTo>
                  <a:pt x="2" y="1"/>
                </a:lnTo>
                <a:lnTo>
                  <a:pt x="4" y="3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4" y="5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1" name=""/>
          <p:cNvSpPr/>
          <p:nvPr/>
        </p:nvSpPr>
        <p:spPr>
          <a:xfrm>
            <a:off x="8531640" y="2073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3"/>
                </a:lnTo>
                <a:lnTo>
                  <a:pt x="2" y="4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2" name=""/>
          <p:cNvSpPr/>
          <p:nvPr/>
        </p:nvSpPr>
        <p:spPr>
          <a:xfrm>
            <a:off x="8532720" y="2069640"/>
            <a:ext cx="2880" cy="3600"/>
          </a:xfrm>
          <a:custGeom>
            <a:avLst/>
            <a:gdLst/>
            <a:ahLst/>
            <a:rect l="0" t="0" r="r" b="b"/>
            <a:pathLst>
              <a:path w="8" h="10">
                <a:moveTo>
                  <a:pt x="5" y="3"/>
                </a:moveTo>
                <a:lnTo>
                  <a:pt x="5" y="6"/>
                </a:lnTo>
                <a:lnTo>
                  <a:pt x="4" y="8"/>
                </a:lnTo>
                <a:lnTo>
                  <a:pt x="2" y="10"/>
                </a:lnTo>
                <a:lnTo>
                  <a:pt x="0" y="10"/>
                </a:lnTo>
                <a:lnTo>
                  <a:pt x="2" y="10"/>
                </a:lnTo>
                <a:lnTo>
                  <a:pt x="3" y="9"/>
                </a:lnTo>
                <a:lnTo>
                  <a:pt x="3" y="8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8" y="2"/>
                </a:lnTo>
                <a:lnTo>
                  <a:pt x="8" y="3"/>
                </a:lnTo>
                <a:lnTo>
                  <a:pt x="5" y="3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3" name=""/>
          <p:cNvSpPr/>
          <p:nvPr/>
        </p:nvSpPr>
        <p:spPr>
          <a:xfrm>
            <a:off x="8535240" y="20516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4" name=""/>
          <p:cNvSpPr/>
          <p:nvPr/>
        </p:nvSpPr>
        <p:spPr>
          <a:xfrm>
            <a:off x="8524800" y="2045520"/>
            <a:ext cx="7560" cy="4680"/>
          </a:xfrm>
          <a:custGeom>
            <a:avLst/>
            <a:gdLst/>
            <a:ahLst/>
            <a:rect l="0" t="0" r="r" b="b"/>
            <a:pathLst>
              <a:path w="21" h="13">
                <a:moveTo>
                  <a:pt x="16" y="0"/>
                </a:moveTo>
                <a:lnTo>
                  <a:pt x="16" y="1"/>
                </a:lnTo>
                <a:lnTo>
                  <a:pt x="17" y="1"/>
                </a:lnTo>
                <a:lnTo>
                  <a:pt x="17" y="2"/>
                </a:lnTo>
                <a:lnTo>
                  <a:pt x="16" y="3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0" y="5"/>
                </a:lnTo>
                <a:lnTo>
                  <a:pt x="21" y="5"/>
                </a:lnTo>
                <a:lnTo>
                  <a:pt x="21" y="6"/>
                </a:lnTo>
                <a:lnTo>
                  <a:pt x="20" y="6"/>
                </a:lnTo>
                <a:lnTo>
                  <a:pt x="19" y="6"/>
                </a:lnTo>
                <a:lnTo>
                  <a:pt x="19" y="7"/>
                </a:lnTo>
                <a:lnTo>
                  <a:pt x="19" y="8"/>
                </a:lnTo>
                <a:lnTo>
                  <a:pt x="19" y="9"/>
                </a:lnTo>
                <a:lnTo>
                  <a:pt x="19" y="12"/>
                </a:lnTo>
                <a:lnTo>
                  <a:pt x="18" y="13"/>
                </a:lnTo>
                <a:lnTo>
                  <a:pt x="17" y="13"/>
                </a:lnTo>
                <a:lnTo>
                  <a:pt x="16" y="13"/>
                </a:lnTo>
                <a:lnTo>
                  <a:pt x="16" y="12"/>
                </a:lnTo>
                <a:lnTo>
                  <a:pt x="14" y="13"/>
                </a:lnTo>
                <a:lnTo>
                  <a:pt x="13" y="13"/>
                </a:lnTo>
                <a:lnTo>
                  <a:pt x="13" y="12"/>
                </a:lnTo>
                <a:lnTo>
                  <a:pt x="12" y="12"/>
                </a:lnTo>
                <a:lnTo>
                  <a:pt x="11" y="12"/>
                </a:lnTo>
                <a:lnTo>
                  <a:pt x="11" y="10"/>
                </a:lnTo>
                <a:lnTo>
                  <a:pt x="11" y="9"/>
                </a:lnTo>
                <a:lnTo>
                  <a:pt x="10" y="9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3" y="8"/>
                </a:lnTo>
                <a:lnTo>
                  <a:pt x="2" y="9"/>
                </a:lnTo>
                <a:lnTo>
                  <a:pt x="2" y="8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4" y="1"/>
                </a:lnTo>
                <a:lnTo>
                  <a:pt x="15" y="1"/>
                </a:lnTo>
                <a:lnTo>
                  <a:pt x="16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5" name=""/>
          <p:cNvSpPr/>
          <p:nvPr/>
        </p:nvSpPr>
        <p:spPr>
          <a:xfrm>
            <a:off x="8530560" y="2041920"/>
            <a:ext cx="7920" cy="10080"/>
          </a:xfrm>
          <a:custGeom>
            <a:avLst/>
            <a:gdLst/>
            <a:ahLst/>
            <a:rect l="0" t="0" r="r" b="b"/>
            <a:pathLst>
              <a:path w="22" h="28">
                <a:moveTo>
                  <a:pt x="19" y="7"/>
                </a:moveTo>
                <a:lnTo>
                  <a:pt x="19" y="8"/>
                </a:lnTo>
                <a:lnTo>
                  <a:pt x="19" y="9"/>
                </a:lnTo>
                <a:lnTo>
                  <a:pt x="20" y="9"/>
                </a:lnTo>
                <a:lnTo>
                  <a:pt x="20" y="10"/>
                </a:lnTo>
                <a:lnTo>
                  <a:pt x="20" y="11"/>
                </a:lnTo>
                <a:lnTo>
                  <a:pt x="21" y="11"/>
                </a:lnTo>
                <a:lnTo>
                  <a:pt x="22" y="14"/>
                </a:lnTo>
                <a:lnTo>
                  <a:pt x="22" y="15"/>
                </a:lnTo>
                <a:lnTo>
                  <a:pt x="21" y="16"/>
                </a:lnTo>
                <a:lnTo>
                  <a:pt x="20" y="16"/>
                </a:lnTo>
                <a:lnTo>
                  <a:pt x="19" y="17"/>
                </a:lnTo>
                <a:lnTo>
                  <a:pt x="18" y="18"/>
                </a:lnTo>
                <a:lnTo>
                  <a:pt x="19" y="19"/>
                </a:lnTo>
                <a:lnTo>
                  <a:pt x="20" y="19"/>
                </a:lnTo>
                <a:lnTo>
                  <a:pt x="21" y="18"/>
                </a:lnTo>
                <a:lnTo>
                  <a:pt x="22" y="18"/>
                </a:lnTo>
                <a:lnTo>
                  <a:pt x="22" y="19"/>
                </a:lnTo>
                <a:lnTo>
                  <a:pt x="20" y="21"/>
                </a:lnTo>
                <a:lnTo>
                  <a:pt x="19" y="21"/>
                </a:lnTo>
                <a:lnTo>
                  <a:pt x="19" y="22"/>
                </a:lnTo>
                <a:lnTo>
                  <a:pt x="19" y="23"/>
                </a:lnTo>
                <a:lnTo>
                  <a:pt x="19" y="24"/>
                </a:lnTo>
                <a:lnTo>
                  <a:pt x="18" y="24"/>
                </a:lnTo>
                <a:lnTo>
                  <a:pt x="19" y="25"/>
                </a:lnTo>
                <a:lnTo>
                  <a:pt x="19" y="26"/>
                </a:lnTo>
                <a:lnTo>
                  <a:pt x="18" y="28"/>
                </a:lnTo>
                <a:lnTo>
                  <a:pt x="17" y="28"/>
                </a:lnTo>
                <a:lnTo>
                  <a:pt x="17" y="27"/>
                </a:lnTo>
                <a:lnTo>
                  <a:pt x="17" y="26"/>
                </a:lnTo>
                <a:lnTo>
                  <a:pt x="16" y="27"/>
                </a:lnTo>
                <a:lnTo>
                  <a:pt x="14" y="27"/>
                </a:lnTo>
                <a:lnTo>
                  <a:pt x="15" y="26"/>
                </a:lnTo>
                <a:lnTo>
                  <a:pt x="14" y="26"/>
                </a:lnTo>
                <a:lnTo>
                  <a:pt x="14" y="24"/>
                </a:lnTo>
                <a:lnTo>
                  <a:pt x="14" y="23"/>
                </a:lnTo>
                <a:lnTo>
                  <a:pt x="13" y="23"/>
                </a:lnTo>
                <a:lnTo>
                  <a:pt x="10" y="23"/>
                </a:lnTo>
                <a:lnTo>
                  <a:pt x="10" y="24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9" y="23"/>
                </a:lnTo>
                <a:lnTo>
                  <a:pt x="10" y="22"/>
                </a:lnTo>
                <a:lnTo>
                  <a:pt x="9" y="21"/>
                </a:lnTo>
                <a:lnTo>
                  <a:pt x="8" y="21"/>
                </a:lnTo>
                <a:lnTo>
                  <a:pt x="8" y="20"/>
                </a:lnTo>
                <a:lnTo>
                  <a:pt x="6" y="18"/>
                </a:lnTo>
                <a:lnTo>
                  <a:pt x="6" y="17"/>
                </a:lnTo>
                <a:lnTo>
                  <a:pt x="5" y="17"/>
                </a:lnTo>
                <a:lnTo>
                  <a:pt x="5" y="16"/>
                </a:lnTo>
                <a:lnTo>
                  <a:pt x="6" y="16"/>
                </a:lnTo>
                <a:lnTo>
                  <a:pt x="5" y="15"/>
                </a:lnTo>
                <a:lnTo>
                  <a:pt x="4" y="14"/>
                </a:lnTo>
                <a:lnTo>
                  <a:pt x="2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1"/>
                </a:lnTo>
                <a:lnTo>
                  <a:pt x="1" y="10"/>
                </a:lnTo>
                <a:lnTo>
                  <a:pt x="1" y="9"/>
                </a:lnTo>
                <a:lnTo>
                  <a:pt x="4" y="8"/>
                </a:lnTo>
                <a:lnTo>
                  <a:pt x="5" y="7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9" y="4"/>
                </a:lnTo>
                <a:lnTo>
                  <a:pt x="10" y="3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4" y="2"/>
                </a:lnTo>
                <a:lnTo>
                  <a:pt x="15" y="3"/>
                </a:lnTo>
                <a:lnTo>
                  <a:pt x="16" y="3"/>
                </a:lnTo>
                <a:lnTo>
                  <a:pt x="18" y="4"/>
                </a:lnTo>
                <a:lnTo>
                  <a:pt x="20" y="6"/>
                </a:lnTo>
                <a:lnTo>
                  <a:pt x="19" y="6"/>
                </a:lnTo>
                <a:lnTo>
                  <a:pt x="19" y="7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6" name=""/>
          <p:cNvSpPr/>
          <p:nvPr/>
        </p:nvSpPr>
        <p:spPr>
          <a:xfrm>
            <a:off x="8529120" y="204372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2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7" name=""/>
          <p:cNvSpPr/>
          <p:nvPr/>
        </p:nvSpPr>
        <p:spPr>
          <a:xfrm>
            <a:off x="8530920" y="20433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0"/>
                </a:move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8" name=""/>
          <p:cNvSpPr/>
          <p:nvPr/>
        </p:nvSpPr>
        <p:spPr>
          <a:xfrm>
            <a:off x="8534880" y="204084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6" y="7"/>
                </a:moveTo>
                <a:lnTo>
                  <a:pt x="4" y="7"/>
                </a:lnTo>
                <a:lnTo>
                  <a:pt x="3" y="6"/>
                </a:lnTo>
                <a:lnTo>
                  <a:pt x="2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3" y="2"/>
                </a:lnTo>
                <a:lnTo>
                  <a:pt x="4" y="3"/>
                </a:lnTo>
                <a:lnTo>
                  <a:pt x="6" y="3"/>
                </a:lnTo>
                <a:lnTo>
                  <a:pt x="7" y="6"/>
                </a:lnTo>
                <a:lnTo>
                  <a:pt x="6" y="7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9" name=""/>
          <p:cNvSpPr/>
          <p:nvPr/>
        </p:nvSpPr>
        <p:spPr>
          <a:xfrm>
            <a:off x="8534520" y="203940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4" y="4"/>
                </a:moveTo>
                <a:lnTo>
                  <a:pt x="3" y="6"/>
                </a:lnTo>
                <a:lnTo>
                  <a:pt x="2" y="6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4" y="4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0" name=""/>
          <p:cNvSpPr/>
          <p:nvPr/>
        </p:nvSpPr>
        <p:spPr>
          <a:xfrm>
            <a:off x="8534160" y="2029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1" name=""/>
          <p:cNvSpPr/>
          <p:nvPr/>
        </p:nvSpPr>
        <p:spPr>
          <a:xfrm>
            <a:off x="8535240" y="2024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2" name=""/>
          <p:cNvSpPr/>
          <p:nvPr/>
        </p:nvSpPr>
        <p:spPr>
          <a:xfrm>
            <a:off x="8532720" y="2019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0"/>
                </a:move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3" name=""/>
          <p:cNvSpPr/>
          <p:nvPr/>
        </p:nvSpPr>
        <p:spPr>
          <a:xfrm>
            <a:off x="8532360" y="20174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3" y="2"/>
                </a:moveTo>
                <a:lnTo>
                  <a:pt x="2" y="2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3" y="0"/>
                </a:lnTo>
                <a:lnTo>
                  <a:pt x="4" y="0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4" name=""/>
          <p:cNvSpPr/>
          <p:nvPr/>
        </p:nvSpPr>
        <p:spPr>
          <a:xfrm>
            <a:off x="8533800" y="20088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5" name=""/>
          <p:cNvSpPr/>
          <p:nvPr/>
        </p:nvSpPr>
        <p:spPr>
          <a:xfrm>
            <a:off x="8532360" y="2008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6" name=""/>
          <p:cNvSpPr/>
          <p:nvPr/>
        </p:nvSpPr>
        <p:spPr>
          <a:xfrm>
            <a:off x="8531640" y="1998720"/>
            <a:ext cx="2160" cy="3960"/>
          </a:xfrm>
          <a:custGeom>
            <a:avLst/>
            <a:gdLst/>
            <a:ahLst/>
            <a:rect l="0" t="0" r="r" b="b"/>
            <a:pathLst>
              <a:path w="6" h="11">
                <a:moveTo>
                  <a:pt x="3" y="11"/>
                </a:moveTo>
                <a:lnTo>
                  <a:pt x="2" y="11"/>
                </a:lnTo>
                <a:lnTo>
                  <a:pt x="1" y="9"/>
                </a:lnTo>
                <a:lnTo>
                  <a:pt x="1" y="8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3" y="5"/>
                </a:ln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3" y="10"/>
                </a:lnTo>
                <a:lnTo>
                  <a:pt x="3" y="11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7" name=""/>
          <p:cNvSpPr/>
          <p:nvPr/>
        </p:nvSpPr>
        <p:spPr>
          <a:xfrm>
            <a:off x="8525880" y="1994400"/>
            <a:ext cx="6840" cy="6840"/>
          </a:xfrm>
          <a:custGeom>
            <a:avLst/>
            <a:gdLst/>
            <a:ahLst/>
            <a:rect l="0" t="0" r="r" b="b"/>
            <a:pathLst>
              <a:path w="19" h="19">
                <a:moveTo>
                  <a:pt x="15" y="11"/>
                </a:moveTo>
                <a:lnTo>
                  <a:pt x="14" y="12"/>
                </a:lnTo>
                <a:lnTo>
                  <a:pt x="13" y="14"/>
                </a:lnTo>
                <a:lnTo>
                  <a:pt x="2" y="18"/>
                </a:lnTo>
                <a:lnTo>
                  <a:pt x="1" y="18"/>
                </a:lnTo>
                <a:lnTo>
                  <a:pt x="1" y="19"/>
                </a:lnTo>
                <a:lnTo>
                  <a:pt x="0" y="18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3" y="12"/>
                </a:lnTo>
                <a:lnTo>
                  <a:pt x="4" y="11"/>
                </a:lnTo>
                <a:lnTo>
                  <a:pt x="6" y="8"/>
                </a:lnTo>
                <a:lnTo>
                  <a:pt x="9" y="6"/>
                </a:lnTo>
                <a:lnTo>
                  <a:pt x="9" y="5"/>
                </a:lnTo>
                <a:lnTo>
                  <a:pt x="10" y="4"/>
                </a:lnTo>
                <a:lnTo>
                  <a:pt x="12" y="2"/>
                </a:lnTo>
                <a:lnTo>
                  <a:pt x="14" y="1"/>
                </a:lnTo>
                <a:lnTo>
                  <a:pt x="15" y="1"/>
                </a:lnTo>
                <a:lnTo>
                  <a:pt x="15" y="0"/>
                </a:lnTo>
                <a:lnTo>
                  <a:pt x="17" y="0"/>
                </a:lnTo>
                <a:lnTo>
                  <a:pt x="18" y="0"/>
                </a:lnTo>
                <a:lnTo>
                  <a:pt x="18" y="1"/>
                </a:lnTo>
                <a:lnTo>
                  <a:pt x="19" y="2"/>
                </a:lnTo>
                <a:lnTo>
                  <a:pt x="19" y="3"/>
                </a:lnTo>
                <a:lnTo>
                  <a:pt x="18" y="3"/>
                </a:lnTo>
                <a:lnTo>
                  <a:pt x="18" y="4"/>
                </a:lnTo>
                <a:lnTo>
                  <a:pt x="17" y="6"/>
                </a:lnTo>
                <a:lnTo>
                  <a:pt x="16" y="6"/>
                </a:lnTo>
                <a:lnTo>
                  <a:pt x="16" y="9"/>
                </a:lnTo>
                <a:lnTo>
                  <a:pt x="15" y="10"/>
                </a:lnTo>
                <a:lnTo>
                  <a:pt x="15" y="11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8" name=""/>
          <p:cNvSpPr/>
          <p:nvPr/>
        </p:nvSpPr>
        <p:spPr>
          <a:xfrm>
            <a:off x="8529840" y="19893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4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9" name=""/>
          <p:cNvSpPr/>
          <p:nvPr/>
        </p:nvSpPr>
        <p:spPr>
          <a:xfrm>
            <a:off x="8528400" y="198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0" name=""/>
          <p:cNvSpPr/>
          <p:nvPr/>
        </p:nvSpPr>
        <p:spPr>
          <a:xfrm>
            <a:off x="8529120" y="1988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1" name=""/>
          <p:cNvSpPr/>
          <p:nvPr/>
        </p:nvSpPr>
        <p:spPr>
          <a:xfrm>
            <a:off x="8529120" y="1987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2" name=""/>
          <p:cNvSpPr/>
          <p:nvPr/>
        </p:nvSpPr>
        <p:spPr>
          <a:xfrm>
            <a:off x="8531640" y="1984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3" name=""/>
          <p:cNvSpPr/>
          <p:nvPr/>
        </p:nvSpPr>
        <p:spPr>
          <a:xfrm>
            <a:off x="8530200" y="1983600"/>
            <a:ext cx="1800" cy="2880"/>
          </a:xfrm>
          <a:custGeom>
            <a:avLst/>
            <a:gdLst/>
            <a:ahLst/>
            <a:rect l="0" t="0" r="r" b="b"/>
            <a:pathLst>
              <a:path w="5" h="8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4" y="6"/>
                </a:lnTo>
                <a:lnTo>
                  <a:pt x="4" y="7"/>
                </a:lnTo>
                <a:lnTo>
                  <a:pt x="2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4" name=""/>
          <p:cNvSpPr/>
          <p:nvPr/>
        </p:nvSpPr>
        <p:spPr>
          <a:xfrm>
            <a:off x="8533080" y="19839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5" name=""/>
          <p:cNvSpPr/>
          <p:nvPr/>
        </p:nvSpPr>
        <p:spPr>
          <a:xfrm>
            <a:off x="8532720" y="198324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1"/>
                </a:moveTo>
                <a:lnTo>
                  <a:pt x="0" y="0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6" name=""/>
          <p:cNvSpPr/>
          <p:nvPr/>
        </p:nvSpPr>
        <p:spPr>
          <a:xfrm>
            <a:off x="8534880" y="1981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7" name=""/>
          <p:cNvSpPr/>
          <p:nvPr/>
        </p:nvSpPr>
        <p:spPr>
          <a:xfrm>
            <a:off x="8530560" y="19818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0"/>
                </a:move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8" name=""/>
          <p:cNvSpPr/>
          <p:nvPr/>
        </p:nvSpPr>
        <p:spPr>
          <a:xfrm>
            <a:off x="8532000" y="19807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5" y="5"/>
                </a:move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2" y="8"/>
                </a:lnTo>
                <a:lnTo>
                  <a:pt x="1" y="8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5" y="6"/>
                </a:lnTo>
                <a:lnTo>
                  <a:pt x="4" y="5"/>
                </a:lnTo>
                <a:lnTo>
                  <a:pt x="5" y="5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9" name=""/>
          <p:cNvSpPr/>
          <p:nvPr/>
        </p:nvSpPr>
        <p:spPr>
          <a:xfrm>
            <a:off x="8533800" y="1980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D588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0" name=""/>
          <p:cNvSpPr/>
          <p:nvPr/>
        </p:nvSpPr>
        <p:spPr>
          <a:xfrm>
            <a:off x="8533800" y="1980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noFill/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1" name=""/>
          <p:cNvSpPr/>
          <p:nvPr/>
        </p:nvSpPr>
        <p:spPr>
          <a:xfrm>
            <a:off x="8521560" y="1968840"/>
            <a:ext cx="27720" cy="14400"/>
          </a:xfrm>
          <a:custGeom>
            <a:avLst/>
            <a:gdLst/>
            <a:ahLst/>
            <a:rect l="0" t="0" r="r" b="b"/>
            <a:pathLst>
              <a:path w="77" h="40">
                <a:moveTo>
                  <a:pt x="11" y="3"/>
                </a:move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6" y="4"/>
                </a:lnTo>
                <a:lnTo>
                  <a:pt x="17" y="5"/>
                </a:lnTo>
                <a:lnTo>
                  <a:pt x="20" y="4"/>
                </a:lnTo>
                <a:lnTo>
                  <a:pt x="22" y="4"/>
                </a:lnTo>
                <a:lnTo>
                  <a:pt x="23" y="3"/>
                </a:lnTo>
                <a:lnTo>
                  <a:pt x="25" y="2"/>
                </a:lnTo>
                <a:lnTo>
                  <a:pt x="26" y="2"/>
                </a:lnTo>
                <a:lnTo>
                  <a:pt x="27" y="1"/>
                </a:lnTo>
                <a:lnTo>
                  <a:pt x="28" y="1"/>
                </a:lnTo>
                <a:lnTo>
                  <a:pt x="29" y="1"/>
                </a:lnTo>
                <a:lnTo>
                  <a:pt x="29" y="0"/>
                </a:lnTo>
                <a:lnTo>
                  <a:pt x="30" y="1"/>
                </a:lnTo>
                <a:lnTo>
                  <a:pt x="32" y="2"/>
                </a:lnTo>
                <a:lnTo>
                  <a:pt x="32" y="3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5" y="5"/>
                </a:lnTo>
                <a:lnTo>
                  <a:pt x="36" y="6"/>
                </a:lnTo>
                <a:lnTo>
                  <a:pt x="37" y="7"/>
                </a:lnTo>
                <a:lnTo>
                  <a:pt x="38" y="8"/>
                </a:lnTo>
                <a:lnTo>
                  <a:pt x="39" y="8"/>
                </a:lnTo>
                <a:lnTo>
                  <a:pt x="40" y="8"/>
                </a:lnTo>
                <a:lnTo>
                  <a:pt x="42" y="8"/>
                </a:lnTo>
                <a:lnTo>
                  <a:pt x="46" y="8"/>
                </a:lnTo>
                <a:lnTo>
                  <a:pt x="47" y="7"/>
                </a:lnTo>
                <a:lnTo>
                  <a:pt x="48" y="7"/>
                </a:lnTo>
                <a:lnTo>
                  <a:pt x="49" y="7"/>
                </a:lnTo>
                <a:lnTo>
                  <a:pt x="53" y="7"/>
                </a:lnTo>
                <a:lnTo>
                  <a:pt x="53" y="6"/>
                </a:lnTo>
                <a:lnTo>
                  <a:pt x="54" y="7"/>
                </a:lnTo>
                <a:lnTo>
                  <a:pt x="54" y="6"/>
                </a:lnTo>
                <a:lnTo>
                  <a:pt x="55" y="6"/>
                </a:lnTo>
                <a:lnTo>
                  <a:pt x="56" y="7"/>
                </a:lnTo>
                <a:lnTo>
                  <a:pt x="58" y="8"/>
                </a:lnTo>
                <a:lnTo>
                  <a:pt x="59" y="7"/>
                </a:lnTo>
                <a:lnTo>
                  <a:pt x="61" y="6"/>
                </a:lnTo>
                <a:lnTo>
                  <a:pt x="62" y="6"/>
                </a:lnTo>
                <a:lnTo>
                  <a:pt x="64" y="6"/>
                </a:lnTo>
                <a:lnTo>
                  <a:pt x="64" y="7"/>
                </a:lnTo>
                <a:lnTo>
                  <a:pt x="65" y="7"/>
                </a:lnTo>
                <a:lnTo>
                  <a:pt x="65" y="8"/>
                </a:lnTo>
                <a:lnTo>
                  <a:pt x="66" y="8"/>
                </a:lnTo>
                <a:lnTo>
                  <a:pt x="66" y="9"/>
                </a:lnTo>
                <a:lnTo>
                  <a:pt x="66" y="12"/>
                </a:lnTo>
                <a:lnTo>
                  <a:pt x="64" y="12"/>
                </a:lnTo>
                <a:lnTo>
                  <a:pt x="64" y="13"/>
                </a:lnTo>
                <a:lnTo>
                  <a:pt x="63" y="13"/>
                </a:lnTo>
                <a:lnTo>
                  <a:pt x="63" y="12"/>
                </a:lnTo>
                <a:lnTo>
                  <a:pt x="62" y="12"/>
                </a:lnTo>
                <a:lnTo>
                  <a:pt x="61" y="12"/>
                </a:lnTo>
                <a:lnTo>
                  <a:pt x="60" y="12"/>
                </a:lnTo>
                <a:lnTo>
                  <a:pt x="60" y="13"/>
                </a:lnTo>
                <a:lnTo>
                  <a:pt x="59" y="13"/>
                </a:lnTo>
                <a:lnTo>
                  <a:pt x="58" y="14"/>
                </a:lnTo>
                <a:lnTo>
                  <a:pt x="58" y="15"/>
                </a:lnTo>
                <a:lnTo>
                  <a:pt x="58" y="16"/>
                </a:lnTo>
                <a:lnTo>
                  <a:pt x="59" y="16"/>
                </a:lnTo>
                <a:lnTo>
                  <a:pt x="60" y="16"/>
                </a:lnTo>
                <a:lnTo>
                  <a:pt x="62" y="15"/>
                </a:lnTo>
                <a:lnTo>
                  <a:pt x="63" y="15"/>
                </a:lnTo>
                <a:lnTo>
                  <a:pt x="64" y="15"/>
                </a:lnTo>
                <a:lnTo>
                  <a:pt x="65" y="15"/>
                </a:lnTo>
                <a:lnTo>
                  <a:pt x="65" y="16"/>
                </a:lnTo>
                <a:lnTo>
                  <a:pt x="66" y="16"/>
                </a:lnTo>
                <a:lnTo>
                  <a:pt x="69" y="18"/>
                </a:lnTo>
                <a:lnTo>
                  <a:pt x="70" y="20"/>
                </a:lnTo>
                <a:lnTo>
                  <a:pt x="71" y="20"/>
                </a:lnTo>
                <a:lnTo>
                  <a:pt x="72" y="20"/>
                </a:lnTo>
                <a:lnTo>
                  <a:pt x="73" y="20"/>
                </a:lnTo>
                <a:lnTo>
                  <a:pt x="74" y="21"/>
                </a:lnTo>
                <a:lnTo>
                  <a:pt x="74" y="22"/>
                </a:lnTo>
                <a:lnTo>
                  <a:pt x="74" y="23"/>
                </a:lnTo>
                <a:lnTo>
                  <a:pt x="75" y="23"/>
                </a:lnTo>
                <a:lnTo>
                  <a:pt x="76" y="23"/>
                </a:lnTo>
                <a:lnTo>
                  <a:pt x="76" y="22"/>
                </a:lnTo>
                <a:lnTo>
                  <a:pt x="76" y="23"/>
                </a:lnTo>
                <a:lnTo>
                  <a:pt x="75" y="24"/>
                </a:lnTo>
                <a:lnTo>
                  <a:pt x="75" y="25"/>
                </a:lnTo>
                <a:lnTo>
                  <a:pt x="75" y="26"/>
                </a:lnTo>
                <a:lnTo>
                  <a:pt x="77" y="27"/>
                </a:lnTo>
                <a:lnTo>
                  <a:pt x="75" y="33"/>
                </a:lnTo>
                <a:lnTo>
                  <a:pt x="75" y="36"/>
                </a:lnTo>
                <a:lnTo>
                  <a:pt x="75" y="37"/>
                </a:lnTo>
                <a:lnTo>
                  <a:pt x="75" y="38"/>
                </a:lnTo>
                <a:lnTo>
                  <a:pt x="74" y="38"/>
                </a:lnTo>
                <a:lnTo>
                  <a:pt x="72" y="39"/>
                </a:lnTo>
                <a:lnTo>
                  <a:pt x="71" y="39"/>
                </a:lnTo>
                <a:lnTo>
                  <a:pt x="70" y="40"/>
                </a:lnTo>
                <a:lnTo>
                  <a:pt x="69" y="40"/>
                </a:lnTo>
                <a:lnTo>
                  <a:pt x="68" y="40"/>
                </a:lnTo>
                <a:lnTo>
                  <a:pt x="66" y="40"/>
                </a:lnTo>
                <a:lnTo>
                  <a:pt x="65" y="39"/>
                </a:lnTo>
                <a:lnTo>
                  <a:pt x="63" y="38"/>
                </a:lnTo>
                <a:lnTo>
                  <a:pt x="62" y="37"/>
                </a:lnTo>
                <a:lnTo>
                  <a:pt x="61" y="37"/>
                </a:lnTo>
                <a:lnTo>
                  <a:pt x="60" y="37"/>
                </a:lnTo>
                <a:lnTo>
                  <a:pt x="59" y="36"/>
                </a:lnTo>
                <a:lnTo>
                  <a:pt x="58" y="36"/>
                </a:lnTo>
                <a:lnTo>
                  <a:pt x="56" y="35"/>
                </a:lnTo>
                <a:lnTo>
                  <a:pt x="55" y="35"/>
                </a:lnTo>
                <a:lnTo>
                  <a:pt x="51" y="35"/>
                </a:lnTo>
                <a:lnTo>
                  <a:pt x="49" y="34"/>
                </a:lnTo>
                <a:lnTo>
                  <a:pt x="48" y="33"/>
                </a:lnTo>
                <a:lnTo>
                  <a:pt x="47" y="33"/>
                </a:lnTo>
                <a:lnTo>
                  <a:pt x="46" y="33"/>
                </a:lnTo>
                <a:lnTo>
                  <a:pt x="45" y="33"/>
                </a:lnTo>
                <a:lnTo>
                  <a:pt x="44" y="34"/>
                </a:lnTo>
                <a:lnTo>
                  <a:pt x="43" y="34"/>
                </a:lnTo>
                <a:lnTo>
                  <a:pt x="41" y="34"/>
                </a:lnTo>
                <a:lnTo>
                  <a:pt x="39" y="35"/>
                </a:lnTo>
                <a:lnTo>
                  <a:pt x="38" y="35"/>
                </a:lnTo>
                <a:lnTo>
                  <a:pt x="37" y="33"/>
                </a:lnTo>
                <a:lnTo>
                  <a:pt x="36" y="32"/>
                </a:lnTo>
                <a:lnTo>
                  <a:pt x="35" y="32"/>
                </a:lnTo>
                <a:lnTo>
                  <a:pt x="34" y="32"/>
                </a:lnTo>
                <a:lnTo>
                  <a:pt x="32" y="32"/>
                </a:lnTo>
                <a:lnTo>
                  <a:pt x="30" y="32"/>
                </a:lnTo>
                <a:lnTo>
                  <a:pt x="28" y="32"/>
                </a:lnTo>
                <a:lnTo>
                  <a:pt x="28" y="33"/>
                </a:lnTo>
                <a:lnTo>
                  <a:pt x="26" y="34"/>
                </a:lnTo>
                <a:lnTo>
                  <a:pt x="26" y="35"/>
                </a:lnTo>
                <a:lnTo>
                  <a:pt x="25" y="36"/>
                </a:lnTo>
                <a:lnTo>
                  <a:pt x="24" y="36"/>
                </a:lnTo>
                <a:lnTo>
                  <a:pt x="24" y="37"/>
                </a:lnTo>
                <a:lnTo>
                  <a:pt x="22" y="37"/>
                </a:lnTo>
                <a:lnTo>
                  <a:pt x="21" y="36"/>
                </a:lnTo>
                <a:lnTo>
                  <a:pt x="22" y="36"/>
                </a:lnTo>
                <a:lnTo>
                  <a:pt x="21" y="36"/>
                </a:lnTo>
                <a:lnTo>
                  <a:pt x="20" y="34"/>
                </a:lnTo>
                <a:lnTo>
                  <a:pt x="20" y="33"/>
                </a:lnTo>
                <a:lnTo>
                  <a:pt x="18" y="31"/>
                </a:lnTo>
                <a:lnTo>
                  <a:pt x="15" y="28"/>
                </a:lnTo>
                <a:lnTo>
                  <a:pt x="14" y="28"/>
                </a:lnTo>
                <a:lnTo>
                  <a:pt x="13" y="27"/>
                </a:lnTo>
                <a:lnTo>
                  <a:pt x="12" y="27"/>
                </a:lnTo>
                <a:lnTo>
                  <a:pt x="12" y="26"/>
                </a:lnTo>
                <a:lnTo>
                  <a:pt x="11" y="26"/>
                </a:lnTo>
                <a:lnTo>
                  <a:pt x="11" y="25"/>
                </a:lnTo>
                <a:lnTo>
                  <a:pt x="11" y="24"/>
                </a:lnTo>
                <a:lnTo>
                  <a:pt x="11" y="23"/>
                </a:lnTo>
                <a:lnTo>
                  <a:pt x="12" y="23"/>
                </a:lnTo>
                <a:lnTo>
                  <a:pt x="13" y="23"/>
                </a:lnTo>
                <a:lnTo>
                  <a:pt x="13" y="22"/>
                </a:lnTo>
                <a:lnTo>
                  <a:pt x="13" y="21"/>
                </a:lnTo>
                <a:lnTo>
                  <a:pt x="12" y="21"/>
                </a:lnTo>
                <a:lnTo>
                  <a:pt x="12" y="20"/>
                </a:lnTo>
                <a:lnTo>
                  <a:pt x="12" y="17"/>
                </a:lnTo>
                <a:lnTo>
                  <a:pt x="11" y="16"/>
                </a:lnTo>
                <a:lnTo>
                  <a:pt x="10" y="14"/>
                </a:lnTo>
                <a:lnTo>
                  <a:pt x="9" y="13"/>
                </a:lnTo>
                <a:lnTo>
                  <a:pt x="8" y="13"/>
                </a:lnTo>
                <a:lnTo>
                  <a:pt x="6" y="10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2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2" name=""/>
          <p:cNvSpPr/>
          <p:nvPr/>
        </p:nvSpPr>
        <p:spPr>
          <a:xfrm>
            <a:off x="8535240" y="1970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3" y="4"/>
                </a:lnTo>
                <a:lnTo>
                  <a:pt x="0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3" name=""/>
          <p:cNvSpPr/>
          <p:nvPr/>
        </p:nvSpPr>
        <p:spPr>
          <a:xfrm>
            <a:off x="8526240" y="196632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4" y="9"/>
                </a:move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2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5" y="8"/>
                </a:lnTo>
                <a:lnTo>
                  <a:pt x="4" y="9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4" name=""/>
          <p:cNvSpPr/>
          <p:nvPr/>
        </p:nvSpPr>
        <p:spPr>
          <a:xfrm>
            <a:off x="8534520" y="1964880"/>
            <a:ext cx="4320" cy="5040"/>
          </a:xfrm>
          <a:custGeom>
            <a:avLst/>
            <a:gdLst/>
            <a:ahLst/>
            <a:rect l="0" t="0" r="r" b="b"/>
            <a:pathLst>
              <a:path w="12" h="14">
                <a:moveTo>
                  <a:pt x="8" y="1"/>
                </a:moveTo>
                <a:lnTo>
                  <a:pt x="9" y="1"/>
                </a:lnTo>
                <a:lnTo>
                  <a:pt x="11" y="2"/>
                </a:lnTo>
                <a:lnTo>
                  <a:pt x="11" y="1"/>
                </a:lnTo>
                <a:lnTo>
                  <a:pt x="11" y="2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10" y="4"/>
                </a:lnTo>
                <a:lnTo>
                  <a:pt x="9" y="4"/>
                </a:lnTo>
                <a:lnTo>
                  <a:pt x="10" y="5"/>
                </a:lnTo>
                <a:lnTo>
                  <a:pt x="9" y="5"/>
                </a:lnTo>
                <a:lnTo>
                  <a:pt x="8" y="6"/>
                </a:lnTo>
                <a:lnTo>
                  <a:pt x="7" y="7"/>
                </a:lnTo>
                <a:lnTo>
                  <a:pt x="8" y="9"/>
                </a:lnTo>
                <a:lnTo>
                  <a:pt x="8" y="10"/>
                </a:lnTo>
                <a:lnTo>
                  <a:pt x="7" y="12"/>
                </a:lnTo>
                <a:lnTo>
                  <a:pt x="6" y="13"/>
                </a:lnTo>
                <a:lnTo>
                  <a:pt x="6" y="14"/>
                </a:lnTo>
                <a:lnTo>
                  <a:pt x="5" y="14"/>
                </a:lnTo>
                <a:lnTo>
                  <a:pt x="3" y="14"/>
                </a:lnTo>
                <a:lnTo>
                  <a:pt x="2" y="13"/>
                </a:lnTo>
                <a:lnTo>
                  <a:pt x="1" y="11"/>
                </a:lnTo>
                <a:lnTo>
                  <a:pt x="0" y="10"/>
                </a:lnTo>
                <a:lnTo>
                  <a:pt x="0" y="9"/>
                </a:lnTo>
                <a:lnTo>
                  <a:pt x="0" y="6"/>
                </a:lnTo>
                <a:lnTo>
                  <a:pt x="0" y="3"/>
                </a:lnTo>
                <a:lnTo>
                  <a:pt x="3" y="1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1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5" name=""/>
          <p:cNvSpPr/>
          <p:nvPr/>
        </p:nvSpPr>
        <p:spPr>
          <a:xfrm>
            <a:off x="8532720" y="19638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2"/>
                </a:move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6" name=""/>
          <p:cNvSpPr/>
          <p:nvPr/>
        </p:nvSpPr>
        <p:spPr>
          <a:xfrm>
            <a:off x="8526960" y="1954800"/>
            <a:ext cx="12240" cy="7920"/>
          </a:xfrm>
          <a:custGeom>
            <a:avLst/>
            <a:gdLst/>
            <a:ahLst/>
            <a:rect l="0" t="0" r="r" b="b"/>
            <a:pathLst>
              <a:path w="34" h="22">
                <a:moveTo>
                  <a:pt x="26" y="1"/>
                </a:move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0" y="1"/>
                </a:lnTo>
                <a:lnTo>
                  <a:pt x="29" y="1"/>
                </a:lnTo>
                <a:lnTo>
                  <a:pt x="29" y="2"/>
                </a:lnTo>
                <a:lnTo>
                  <a:pt x="30" y="3"/>
                </a:lnTo>
                <a:lnTo>
                  <a:pt x="30" y="4"/>
                </a:lnTo>
                <a:lnTo>
                  <a:pt x="31" y="4"/>
                </a:lnTo>
                <a:lnTo>
                  <a:pt x="32" y="5"/>
                </a:lnTo>
                <a:lnTo>
                  <a:pt x="33" y="6"/>
                </a:lnTo>
                <a:lnTo>
                  <a:pt x="34" y="5"/>
                </a:lnTo>
                <a:lnTo>
                  <a:pt x="34" y="4"/>
                </a:lnTo>
                <a:lnTo>
                  <a:pt x="34" y="5"/>
                </a:lnTo>
                <a:lnTo>
                  <a:pt x="33" y="7"/>
                </a:lnTo>
                <a:lnTo>
                  <a:pt x="32" y="8"/>
                </a:lnTo>
                <a:lnTo>
                  <a:pt x="31" y="8"/>
                </a:lnTo>
                <a:lnTo>
                  <a:pt x="31" y="9"/>
                </a:lnTo>
                <a:lnTo>
                  <a:pt x="33" y="11"/>
                </a:lnTo>
                <a:lnTo>
                  <a:pt x="34" y="11"/>
                </a:lnTo>
                <a:lnTo>
                  <a:pt x="34" y="12"/>
                </a:lnTo>
                <a:lnTo>
                  <a:pt x="34" y="13"/>
                </a:lnTo>
                <a:lnTo>
                  <a:pt x="33" y="13"/>
                </a:lnTo>
                <a:lnTo>
                  <a:pt x="33" y="15"/>
                </a:lnTo>
                <a:lnTo>
                  <a:pt x="33" y="17"/>
                </a:lnTo>
                <a:lnTo>
                  <a:pt x="33" y="18"/>
                </a:lnTo>
                <a:lnTo>
                  <a:pt x="34" y="21"/>
                </a:lnTo>
                <a:lnTo>
                  <a:pt x="33" y="21"/>
                </a:lnTo>
                <a:lnTo>
                  <a:pt x="33" y="22"/>
                </a:lnTo>
                <a:lnTo>
                  <a:pt x="32" y="21"/>
                </a:lnTo>
                <a:lnTo>
                  <a:pt x="32" y="19"/>
                </a:lnTo>
                <a:lnTo>
                  <a:pt x="31" y="19"/>
                </a:lnTo>
                <a:lnTo>
                  <a:pt x="30" y="21"/>
                </a:lnTo>
                <a:lnTo>
                  <a:pt x="29" y="19"/>
                </a:lnTo>
                <a:lnTo>
                  <a:pt x="28" y="19"/>
                </a:lnTo>
                <a:lnTo>
                  <a:pt x="27" y="19"/>
                </a:lnTo>
                <a:lnTo>
                  <a:pt x="26" y="19"/>
                </a:lnTo>
                <a:lnTo>
                  <a:pt x="24" y="19"/>
                </a:lnTo>
                <a:lnTo>
                  <a:pt x="22" y="19"/>
                </a:lnTo>
                <a:lnTo>
                  <a:pt x="21" y="19"/>
                </a:lnTo>
                <a:lnTo>
                  <a:pt x="19" y="19"/>
                </a:lnTo>
                <a:lnTo>
                  <a:pt x="18" y="19"/>
                </a:lnTo>
                <a:lnTo>
                  <a:pt x="17" y="19"/>
                </a:lnTo>
                <a:lnTo>
                  <a:pt x="16" y="19"/>
                </a:lnTo>
                <a:lnTo>
                  <a:pt x="16" y="18"/>
                </a:lnTo>
                <a:lnTo>
                  <a:pt x="12" y="16"/>
                </a:lnTo>
                <a:lnTo>
                  <a:pt x="10" y="15"/>
                </a:lnTo>
                <a:lnTo>
                  <a:pt x="9" y="15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4" y="13"/>
                </a:lnTo>
                <a:lnTo>
                  <a:pt x="5" y="13"/>
                </a:lnTo>
                <a:lnTo>
                  <a:pt x="4" y="13"/>
                </a:lnTo>
                <a:lnTo>
                  <a:pt x="3" y="13"/>
                </a:lnTo>
                <a:lnTo>
                  <a:pt x="2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4" y="11"/>
                </a:lnTo>
                <a:lnTo>
                  <a:pt x="3" y="11"/>
                </a:lnTo>
                <a:lnTo>
                  <a:pt x="3" y="10"/>
                </a:lnTo>
                <a:lnTo>
                  <a:pt x="4" y="10"/>
                </a:lnTo>
                <a:lnTo>
                  <a:pt x="7" y="10"/>
                </a:lnTo>
                <a:lnTo>
                  <a:pt x="8" y="10"/>
                </a:lnTo>
                <a:lnTo>
                  <a:pt x="9" y="10"/>
                </a:lnTo>
                <a:lnTo>
                  <a:pt x="9" y="9"/>
                </a:lnTo>
                <a:lnTo>
                  <a:pt x="10" y="9"/>
                </a:lnTo>
                <a:lnTo>
                  <a:pt x="9" y="9"/>
                </a:lnTo>
                <a:lnTo>
                  <a:pt x="10" y="8"/>
                </a:lnTo>
                <a:lnTo>
                  <a:pt x="11" y="7"/>
                </a:lnTo>
                <a:lnTo>
                  <a:pt x="11" y="6"/>
                </a:lnTo>
                <a:lnTo>
                  <a:pt x="12" y="6"/>
                </a:lnTo>
                <a:lnTo>
                  <a:pt x="14" y="6"/>
                </a:lnTo>
                <a:lnTo>
                  <a:pt x="15" y="6"/>
                </a:lnTo>
                <a:lnTo>
                  <a:pt x="16" y="6"/>
                </a:lnTo>
                <a:lnTo>
                  <a:pt x="16" y="5"/>
                </a:lnTo>
                <a:lnTo>
                  <a:pt x="17" y="5"/>
                </a:lnTo>
                <a:lnTo>
                  <a:pt x="17" y="4"/>
                </a:lnTo>
                <a:lnTo>
                  <a:pt x="19" y="2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2" y="0"/>
                </a:lnTo>
                <a:lnTo>
                  <a:pt x="23" y="2"/>
                </a:lnTo>
                <a:lnTo>
                  <a:pt x="24" y="2"/>
                </a:lnTo>
                <a:lnTo>
                  <a:pt x="24" y="1"/>
                </a:lnTo>
                <a:lnTo>
                  <a:pt x="26" y="1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7" name=""/>
          <p:cNvSpPr/>
          <p:nvPr/>
        </p:nvSpPr>
        <p:spPr>
          <a:xfrm>
            <a:off x="8528040" y="1934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3" y="0"/>
                </a:lnTo>
                <a:lnTo>
                  <a:pt x="3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8" name=""/>
          <p:cNvSpPr/>
          <p:nvPr/>
        </p:nvSpPr>
        <p:spPr>
          <a:xfrm>
            <a:off x="8542080" y="2099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9" name=""/>
          <p:cNvSpPr/>
          <p:nvPr/>
        </p:nvSpPr>
        <p:spPr>
          <a:xfrm>
            <a:off x="8539560" y="2094480"/>
            <a:ext cx="2880" cy="3240"/>
          </a:xfrm>
          <a:custGeom>
            <a:avLst/>
            <a:gdLst/>
            <a:ahLst/>
            <a:rect l="0" t="0" r="r" b="b"/>
            <a:pathLst>
              <a:path w="8" h="9">
                <a:moveTo>
                  <a:pt x="4" y="7"/>
                </a:move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1" y="8"/>
                </a:lnTo>
                <a:lnTo>
                  <a:pt x="0" y="7"/>
                </a:lnTo>
                <a:lnTo>
                  <a:pt x="1" y="6"/>
                </a:lnTo>
                <a:lnTo>
                  <a:pt x="2" y="5"/>
                </a:lnTo>
                <a:lnTo>
                  <a:pt x="3" y="5"/>
                </a:lnTo>
                <a:lnTo>
                  <a:pt x="4" y="4"/>
                </a:lnTo>
                <a:lnTo>
                  <a:pt x="5" y="4"/>
                </a:lnTo>
                <a:lnTo>
                  <a:pt x="8" y="4"/>
                </a:lnTo>
                <a:lnTo>
                  <a:pt x="8" y="2"/>
                </a:lnTo>
                <a:lnTo>
                  <a:pt x="7" y="2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4"/>
                </a:lnTo>
                <a:lnTo>
                  <a:pt x="8" y="5"/>
                </a:lnTo>
                <a:lnTo>
                  <a:pt x="7" y="6"/>
                </a:lnTo>
                <a:lnTo>
                  <a:pt x="4" y="6"/>
                </a:lnTo>
                <a:lnTo>
                  <a:pt x="4" y="7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0" name=""/>
          <p:cNvSpPr/>
          <p:nvPr/>
        </p:nvSpPr>
        <p:spPr>
          <a:xfrm>
            <a:off x="8538480" y="209124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7" y="2"/>
                </a:moveTo>
                <a:lnTo>
                  <a:pt x="9" y="4"/>
                </a:lnTo>
                <a:lnTo>
                  <a:pt x="8" y="6"/>
                </a:lnTo>
                <a:lnTo>
                  <a:pt x="7" y="7"/>
                </a:lnTo>
                <a:lnTo>
                  <a:pt x="5" y="8"/>
                </a:lnTo>
                <a:lnTo>
                  <a:pt x="2" y="9"/>
                </a:lnTo>
                <a:lnTo>
                  <a:pt x="1" y="9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3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4" y="4"/>
                </a:lnTo>
                <a:lnTo>
                  <a:pt x="5" y="4"/>
                </a:lnTo>
                <a:lnTo>
                  <a:pt x="7" y="4"/>
                </a:lnTo>
                <a:lnTo>
                  <a:pt x="7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440" rIns="18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1" name=""/>
          <p:cNvSpPr/>
          <p:nvPr/>
        </p:nvSpPr>
        <p:spPr>
          <a:xfrm>
            <a:off x="8538480" y="20754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0" y="4"/>
                </a:move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3" y="2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2" name=""/>
          <p:cNvSpPr/>
          <p:nvPr/>
        </p:nvSpPr>
        <p:spPr>
          <a:xfrm>
            <a:off x="8535960" y="20728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0" y="5"/>
                </a:moveTo>
                <a:lnTo>
                  <a:pt x="1" y="3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3" name=""/>
          <p:cNvSpPr/>
          <p:nvPr/>
        </p:nvSpPr>
        <p:spPr>
          <a:xfrm>
            <a:off x="8539200" y="2039040"/>
            <a:ext cx="3600" cy="4680"/>
          </a:xfrm>
          <a:custGeom>
            <a:avLst/>
            <a:gdLst/>
            <a:ahLst/>
            <a:rect l="0" t="0" r="r" b="b"/>
            <a:pathLst>
              <a:path w="10" h="13">
                <a:moveTo>
                  <a:pt x="4" y="6"/>
                </a:moveTo>
                <a:lnTo>
                  <a:pt x="5" y="8"/>
                </a:lnTo>
                <a:lnTo>
                  <a:pt x="6" y="8"/>
                </a:lnTo>
                <a:lnTo>
                  <a:pt x="7" y="8"/>
                </a:lnTo>
                <a:lnTo>
                  <a:pt x="8" y="6"/>
                </a:lnTo>
                <a:lnTo>
                  <a:pt x="10" y="5"/>
                </a:lnTo>
                <a:lnTo>
                  <a:pt x="10" y="6"/>
                </a:lnTo>
                <a:lnTo>
                  <a:pt x="10" y="8"/>
                </a:lnTo>
                <a:lnTo>
                  <a:pt x="8" y="9"/>
                </a:lnTo>
                <a:lnTo>
                  <a:pt x="7" y="10"/>
                </a:lnTo>
                <a:lnTo>
                  <a:pt x="6" y="10"/>
                </a:lnTo>
                <a:lnTo>
                  <a:pt x="6" y="9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4" y="11"/>
                </a:lnTo>
                <a:lnTo>
                  <a:pt x="4" y="12"/>
                </a:lnTo>
                <a:lnTo>
                  <a:pt x="0" y="13"/>
                </a:lnTo>
                <a:lnTo>
                  <a:pt x="0" y="12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2" y="8"/>
                </a:lnTo>
                <a:lnTo>
                  <a:pt x="3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4" name=""/>
          <p:cNvSpPr/>
          <p:nvPr/>
        </p:nvSpPr>
        <p:spPr>
          <a:xfrm>
            <a:off x="8536320" y="2037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5" name=""/>
          <p:cNvSpPr/>
          <p:nvPr/>
        </p:nvSpPr>
        <p:spPr>
          <a:xfrm>
            <a:off x="8537400" y="2037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1"/>
                </a:move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6" name=""/>
          <p:cNvSpPr/>
          <p:nvPr/>
        </p:nvSpPr>
        <p:spPr>
          <a:xfrm>
            <a:off x="8546040" y="20228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7" name=""/>
          <p:cNvSpPr/>
          <p:nvPr/>
        </p:nvSpPr>
        <p:spPr>
          <a:xfrm>
            <a:off x="8546040" y="20185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8" name=""/>
          <p:cNvSpPr/>
          <p:nvPr/>
        </p:nvSpPr>
        <p:spPr>
          <a:xfrm>
            <a:off x="8541720" y="20077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0"/>
                </a:moveTo>
                <a:lnTo>
                  <a:pt x="3" y="0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9" name=""/>
          <p:cNvSpPr/>
          <p:nvPr/>
        </p:nvSpPr>
        <p:spPr>
          <a:xfrm>
            <a:off x="8545320" y="200556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3" y="0"/>
                </a:move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0" name=""/>
          <p:cNvSpPr/>
          <p:nvPr/>
        </p:nvSpPr>
        <p:spPr>
          <a:xfrm>
            <a:off x="8544960" y="2001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1" name=""/>
          <p:cNvSpPr/>
          <p:nvPr/>
        </p:nvSpPr>
        <p:spPr>
          <a:xfrm>
            <a:off x="8534520" y="1995480"/>
            <a:ext cx="10440" cy="10080"/>
          </a:xfrm>
          <a:custGeom>
            <a:avLst/>
            <a:gdLst/>
            <a:ahLst/>
            <a:rect l="0" t="0" r="r" b="b"/>
            <a:pathLst>
              <a:path w="29" h="28">
                <a:moveTo>
                  <a:pt x="12" y="6"/>
                </a:moveTo>
                <a:lnTo>
                  <a:pt x="12" y="7"/>
                </a:lnTo>
                <a:lnTo>
                  <a:pt x="14" y="9"/>
                </a:lnTo>
                <a:lnTo>
                  <a:pt x="14" y="10"/>
                </a:lnTo>
                <a:lnTo>
                  <a:pt x="15" y="11"/>
                </a:lnTo>
                <a:lnTo>
                  <a:pt x="17" y="13"/>
                </a:lnTo>
                <a:lnTo>
                  <a:pt x="18" y="13"/>
                </a:lnTo>
                <a:lnTo>
                  <a:pt x="20" y="13"/>
                </a:lnTo>
                <a:lnTo>
                  <a:pt x="21" y="14"/>
                </a:lnTo>
                <a:lnTo>
                  <a:pt x="21" y="13"/>
                </a:lnTo>
                <a:lnTo>
                  <a:pt x="21" y="12"/>
                </a:lnTo>
                <a:lnTo>
                  <a:pt x="22" y="13"/>
                </a:lnTo>
                <a:lnTo>
                  <a:pt x="24" y="14"/>
                </a:lnTo>
                <a:lnTo>
                  <a:pt x="25" y="15"/>
                </a:lnTo>
                <a:lnTo>
                  <a:pt x="26" y="15"/>
                </a:lnTo>
                <a:lnTo>
                  <a:pt x="27" y="16"/>
                </a:lnTo>
                <a:lnTo>
                  <a:pt x="27" y="17"/>
                </a:lnTo>
                <a:lnTo>
                  <a:pt x="29" y="19"/>
                </a:lnTo>
                <a:lnTo>
                  <a:pt x="28" y="19"/>
                </a:lnTo>
                <a:lnTo>
                  <a:pt x="27" y="20"/>
                </a:lnTo>
                <a:lnTo>
                  <a:pt x="27" y="21"/>
                </a:lnTo>
                <a:lnTo>
                  <a:pt x="28" y="21"/>
                </a:lnTo>
                <a:lnTo>
                  <a:pt x="28" y="22"/>
                </a:lnTo>
                <a:lnTo>
                  <a:pt x="27" y="23"/>
                </a:lnTo>
                <a:lnTo>
                  <a:pt x="27" y="24"/>
                </a:lnTo>
                <a:lnTo>
                  <a:pt x="27" y="25"/>
                </a:lnTo>
                <a:lnTo>
                  <a:pt x="26" y="26"/>
                </a:lnTo>
                <a:lnTo>
                  <a:pt x="26" y="27"/>
                </a:lnTo>
                <a:lnTo>
                  <a:pt x="25" y="28"/>
                </a:lnTo>
                <a:lnTo>
                  <a:pt x="25" y="27"/>
                </a:lnTo>
                <a:lnTo>
                  <a:pt x="25" y="26"/>
                </a:lnTo>
                <a:lnTo>
                  <a:pt x="25" y="25"/>
                </a:lnTo>
                <a:lnTo>
                  <a:pt x="25" y="24"/>
                </a:lnTo>
                <a:lnTo>
                  <a:pt x="24" y="23"/>
                </a:lnTo>
                <a:lnTo>
                  <a:pt x="22" y="24"/>
                </a:lnTo>
                <a:lnTo>
                  <a:pt x="22" y="25"/>
                </a:lnTo>
                <a:lnTo>
                  <a:pt x="22" y="26"/>
                </a:lnTo>
                <a:lnTo>
                  <a:pt x="21" y="26"/>
                </a:lnTo>
                <a:lnTo>
                  <a:pt x="21" y="27"/>
                </a:lnTo>
                <a:lnTo>
                  <a:pt x="20" y="27"/>
                </a:lnTo>
                <a:lnTo>
                  <a:pt x="19" y="27"/>
                </a:lnTo>
                <a:lnTo>
                  <a:pt x="19" y="26"/>
                </a:lnTo>
                <a:lnTo>
                  <a:pt x="20" y="26"/>
                </a:lnTo>
                <a:lnTo>
                  <a:pt x="20" y="25"/>
                </a:lnTo>
                <a:lnTo>
                  <a:pt x="19" y="24"/>
                </a:lnTo>
                <a:lnTo>
                  <a:pt x="18" y="25"/>
                </a:lnTo>
                <a:lnTo>
                  <a:pt x="18" y="26"/>
                </a:lnTo>
                <a:lnTo>
                  <a:pt x="17" y="27"/>
                </a:lnTo>
                <a:lnTo>
                  <a:pt x="16" y="26"/>
                </a:lnTo>
                <a:lnTo>
                  <a:pt x="17" y="26"/>
                </a:lnTo>
                <a:lnTo>
                  <a:pt x="17" y="25"/>
                </a:lnTo>
                <a:lnTo>
                  <a:pt x="17" y="24"/>
                </a:lnTo>
                <a:lnTo>
                  <a:pt x="16" y="24"/>
                </a:lnTo>
                <a:lnTo>
                  <a:pt x="16" y="25"/>
                </a:lnTo>
                <a:lnTo>
                  <a:pt x="15" y="25"/>
                </a:lnTo>
                <a:lnTo>
                  <a:pt x="15" y="24"/>
                </a:lnTo>
                <a:lnTo>
                  <a:pt x="16" y="24"/>
                </a:lnTo>
                <a:lnTo>
                  <a:pt x="16" y="23"/>
                </a:lnTo>
                <a:lnTo>
                  <a:pt x="14" y="20"/>
                </a:lnTo>
                <a:lnTo>
                  <a:pt x="13" y="19"/>
                </a:lnTo>
                <a:lnTo>
                  <a:pt x="13" y="20"/>
                </a:lnTo>
                <a:lnTo>
                  <a:pt x="12" y="20"/>
                </a:lnTo>
                <a:lnTo>
                  <a:pt x="11" y="20"/>
                </a:lnTo>
                <a:lnTo>
                  <a:pt x="11" y="19"/>
                </a:lnTo>
                <a:lnTo>
                  <a:pt x="10" y="16"/>
                </a:lnTo>
                <a:lnTo>
                  <a:pt x="7" y="16"/>
                </a:lnTo>
                <a:lnTo>
                  <a:pt x="7" y="17"/>
                </a:lnTo>
                <a:lnTo>
                  <a:pt x="5" y="19"/>
                </a:lnTo>
                <a:lnTo>
                  <a:pt x="4" y="20"/>
                </a:lnTo>
                <a:lnTo>
                  <a:pt x="3" y="19"/>
                </a:lnTo>
                <a:lnTo>
                  <a:pt x="1" y="19"/>
                </a:lnTo>
                <a:lnTo>
                  <a:pt x="0" y="19"/>
                </a:lnTo>
                <a:lnTo>
                  <a:pt x="0" y="18"/>
                </a:lnTo>
                <a:lnTo>
                  <a:pt x="0" y="17"/>
                </a:lnTo>
                <a:lnTo>
                  <a:pt x="0" y="16"/>
                </a:lnTo>
                <a:lnTo>
                  <a:pt x="0" y="15"/>
                </a:lnTo>
                <a:lnTo>
                  <a:pt x="1" y="14"/>
                </a:lnTo>
                <a:lnTo>
                  <a:pt x="1" y="13"/>
                </a:lnTo>
                <a:lnTo>
                  <a:pt x="1" y="11"/>
                </a:lnTo>
                <a:lnTo>
                  <a:pt x="1" y="10"/>
                </a:lnTo>
                <a:lnTo>
                  <a:pt x="1" y="6"/>
                </a:lnTo>
                <a:lnTo>
                  <a:pt x="1" y="5"/>
                </a:lnTo>
                <a:lnTo>
                  <a:pt x="2" y="4"/>
                </a:lnTo>
                <a:lnTo>
                  <a:pt x="3" y="3"/>
                </a:lnTo>
                <a:lnTo>
                  <a:pt x="4" y="4"/>
                </a:lnTo>
                <a:lnTo>
                  <a:pt x="5" y="4"/>
                </a:lnTo>
                <a:lnTo>
                  <a:pt x="6" y="3"/>
                </a:lnTo>
                <a:lnTo>
                  <a:pt x="7" y="2"/>
                </a:lnTo>
                <a:lnTo>
                  <a:pt x="8" y="2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lnTo>
                  <a:pt x="12" y="2"/>
                </a:lnTo>
                <a:lnTo>
                  <a:pt x="12" y="3"/>
                </a:lnTo>
                <a:lnTo>
                  <a:pt x="12" y="4"/>
                </a:lnTo>
                <a:lnTo>
                  <a:pt x="12" y="6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2" name=""/>
          <p:cNvSpPr/>
          <p:nvPr/>
        </p:nvSpPr>
        <p:spPr>
          <a:xfrm>
            <a:off x="8543520" y="19990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2"/>
                </a:moveTo>
                <a:lnTo>
                  <a:pt x="0" y="0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0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3" name=""/>
          <p:cNvSpPr/>
          <p:nvPr/>
        </p:nvSpPr>
        <p:spPr>
          <a:xfrm>
            <a:off x="8544960" y="1998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4" y="4"/>
                </a:lnTo>
                <a:lnTo>
                  <a:pt x="3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4" name=""/>
          <p:cNvSpPr/>
          <p:nvPr/>
        </p:nvSpPr>
        <p:spPr>
          <a:xfrm>
            <a:off x="8542440" y="19965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5" name=""/>
          <p:cNvSpPr/>
          <p:nvPr/>
        </p:nvSpPr>
        <p:spPr>
          <a:xfrm>
            <a:off x="8541000" y="19944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7" y="2"/>
                </a:moveTo>
                <a:lnTo>
                  <a:pt x="7" y="4"/>
                </a:ln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6" name=""/>
          <p:cNvSpPr/>
          <p:nvPr/>
        </p:nvSpPr>
        <p:spPr>
          <a:xfrm>
            <a:off x="8540280" y="1994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7" name=""/>
          <p:cNvSpPr/>
          <p:nvPr/>
        </p:nvSpPr>
        <p:spPr>
          <a:xfrm>
            <a:off x="8543880" y="1992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8" name=""/>
          <p:cNvSpPr/>
          <p:nvPr/>
        </p:nvSpPr>
        <p:spPr>
          <a:xfrm>
            <a:off x="8541360" y="1992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1"/>
                </a:move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lnTo>
                  <a:pt x="2" y="3"/>
                </a:lnTo>
                <a:lnTo>
                  <a:pt x="0" y="1"/>
                </a:lnTo>
                <a:lnTo>
                  <a:pt x="2" y="1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9" name=""/>
          <p:cNvSpPr/>
          <p:nvPr/>
        </p:nvSpPr>
        <p:spPr>
          <a:xfrm>
            <a:off x="8544960" y="19879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0"/>
                </a:moveTo>
                <a:lnTo>
                  <a:pt x="4" y="0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0" name=""/>
          <p:cNvSpPr/>
          <p:nvPr/>
        </p:nvSpPr>
        <p:spPr>
          <a:xfrm>
            <a:off x="8536320" y="198216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1" y="2"/>
                </a:moveTo>
                <a:lnTo>
                  <a:pt x="5" y="1"/>
                </a:lnTo>
                <a:lnTo>
                  <a:pt x="6" y="0"/>
                </a:lnTo>
                <a:lnTo>
                  <a:pt x="7" y="2"/>
                </a:lnTo>
                <a:lnTo>
                  <a:pt x="8" y="2"/>
                </a:lnTo>
                <a:lnTo>
                  <a:pt x="7" y="3"/>
                </a:lnTo>
                <a:lnTo>
                  <a:pt x="6" y="5"/>
                </a:lnTo>
                <a:lnTo>
                  <a:pt x="5" y="6"/>
                </a:lnTo>
                <a:lnTo>
                  <a:pt x="2" y="6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1" name=""/>
          <p:cNvSpPr/>
          <p:nvPr/>
        </p:nvSpPr>
        <p:spPr>
          <a:xfrm>
            <a:off x="8535960" y="1982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2" name=""/>
          <p:cNvSpPr/>
          <p:nvPr/>
        </p:nvSpPr>
        <p:spPr>
          <a:xfrm>
            <a:off x="8541720" y="19818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2" y="3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7" y="3"/>
                </a:lnTo>
                <a:lnTo>
                  <a:pt x="7" y="4"/>
                </a:lnTo>
                <a:lnTo>
                  <a:pt x="4" y="4"/>
                </a:lnTo>
                <a:lnTo>
                  <a:pt x="3" y="4"/>
                </a:lnTo>
                <a:lnTo>
                  <a:pt x="2" y="3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3" name=""/>
          <p:cNvSpPr/>
          <p:nvPr/>
        </p:nvSpPr>
        <p:spPr>
          <a:xfrm>
            <a:off x="8536680" y="198072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10" y="6"/>
                </a:moveTo>
                <a:lnTo>
                  <a:pt x="9" y="8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2"/>
                </a:lnTo>
                <a:lnTo>
                  <a:pt x="8" y="3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0" y="6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4" name=""/>
          <p:cNvSpPr/>
          <p:nvPr/>
        </p:nvSpPr>
        <p:spPr>
          <a:xfrm>
            <a:off x="8535960" y="1981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4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5" name=""/>
          <p:cNvSpPr/>
          <p:nvPr/>
        </p:nvSpPr>
        <p:spPr>
          <a:xfrm>
            <a:off x="8535960" y="19627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1" y="3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6" name=""/>
          <p:cNvSpPr/>
          <p:nvPr/>
        </p:nvSpPr>
        <p:spPr>
          <a:xfrm>
            <a:off x="8538840" y="19620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3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7" name=""/>
          <p:cNvSpPr/>
          <p:nvPr/>
        </p:nvSpPr>
        <p:spPr>
          <a:xfrm>
            <a:off x="8537760" y="19620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8" name=""/>
          <p:cNvSpPr/>
          <p:nvPr/>
        </p:nvSpPr>
        <p:spPr>
          <a:xfrm>
            <a:off x="8544960" y="19612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0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9" name=""/>
          <p:cNvSpPr/>
          <p:nvPr/>
        </p:nvSpPr>
        <p:spPr>
          <a:xfrm>
            <a:off x="8540280" y="1958400"/>
            <a:ext cx="3960" cy="3600"/>
          </a:xfrm>
          <a:custGeom>
            <a:avLst/>
            <a:gdLst/>
            <a:ahLst/>
            <a:rect l="0" t="0" r="r" b="b"/>
            <a:pathLst>
              <a:path w="11" h="10">
                <a:moveTo>
                  <a:pt x="10" y="1"/>
                </a:moveTo>
                <a:lnTo>
                  <a:pt x="11" y="2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lnTo>
                  <a:pt x="9" y="5"/>
                </a:lnTo>
                <a:lnTo>
                  <a:pt x="8" y="6"/>
                </a:lnTo>
                <a:lnTo>
                  <a:pt x="7" y="6"/>
                </a:lnTo>
                <a:lnTo>
                  <a:pt x="5" y="7"/>
                </a:lnTo>
                <a:lnTo>
                  <a:pt x="4" y="7"/>
                </a:lnTo>
                <a:lnTo>
                  <a:pt x="3" y="8"/>
                </a:lnTo>
                <a:lnTo>
                  <a:pt x="3" y="9"/>
                </a:lnTo>
                <a:lnTo>
                  <a:pt x="1" y="10"/>
                </a:lnTo>
                <a:lnTo>
                  <a:pt x="0" y="9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2"/>
                </a:lnTo>
                <a:lnTo>
                  <a:pt x="3" y="1"/>
                </a:lnTo>
                <a:lnTo>
                  <a:pt x="4" y="1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10" y="1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0" name=""/>
          <p:cNvSpPr/>
          <p:nvPr/>
        </p:nvSpPr>
        <p:spPr>
          <a:xfrm>
            <a:off x="8541720" y="1957320"/>
            <a:ext cx="9000" cy="4680"/>
          </a:xfrm>
          <a:custGeom>
            <a:avLst/>
            <a:gdLst/>
            <a:ahLst/>
            <a:rect l="0" t="0" r="r" b="b"/>
            <a:pathLst>
              <a:path w="25" h="13">
                <a:moveTo>
                  <a:pt x="25" y="6"/>
                </a:moveTo>
                <a:lnTo>
                  <a:pt x="24" y="7"/>
                </a:lnTo>
                <a:lnTo>
                  <a:pt x="24" y="8"/>
                </a:lnTo>
                <a:lnTo>
                  <a:pt x="24" y="9"/>
                </a:lnTo>
                <a:lnTo>
                  <a:pt x="24" y="10"/>
                </a:lnTo>
                <a:lnTo>
                  <a:pt x="22" y="10"/>
                </a:lnTo>
                <a:lnTo>
                  <a:pt x="22" y="9"/>
                </a:lnTo>
                <a:lnTo>
                  <a:pt x="22" y="8"/>
                </a:lnTo>
                <a:lnTo>
                  <a:pt x="22" y="7"/>
                </a:lnTo>
                <a:lnTo>
                  <a:pt x="20" y="7"/>
                </a:lnTo>
                <a:lnTo>
                  <a:pt x="19" y="7"/>
                </a:lnTo>
                <a:lnTo>
                  <a:pt x="18" y="7"/>
                </a:lnTo>
                <a:lnTo>
                  <a:pt x="18" y="8"/>
                </a:lnTo>
                <a:lnTo>
                  <a:pt x="19" y="8"/>
                </a:lnTo>
                <a:lnTo>
                  <a:pt x="18" y="8"/>
                </a:lnTo>
                <a:lnTo>
                  <a:pt x="19" y="8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4" y="9"/>
                </a:lnTo>
                <a:lnTo>
                  <a:pt x="13" y="10"/>
                </a:lnTo>
                <a:lnTo>
                  <a:pt x="12" y="10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7" y="10"/>
                </a:lnTo>
                <a:lnTo>
                  <a:pt x="6" y="10"/>
                </a:lnTo>
                <a:lnTo>
                  <a:pt x="5" y="11"/>
                </a:lnTo>
                <a:lnTo>
                  <a:pt x="5" y="12"/>
                </a:lnTo>
                <a:lnTo>
                  <a:pt x="6" y="12"/>
                </a:lnTo>
                <a:lnTo>
                  <a:pt x="5" y="12"/>
                </a:lnTo>
                <a:lnTo>
                  <a:pt x="3" y="12"/>
                </a:lnTo>
                <a:lnTo>
                  <a:pt x="3" y="13"/>
                </a:lnTo>
                <a:lnTo>
                  <a:pt x="2" y="13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2" y="10"/>
                </a:lnTo>
                <a:lnTo>
                  <a:pt x="3" y="10"/>
                </a:lnTo>
                <a:lnTo>
                  <a:pt x="7" y="8"/>
                </a:lnTo>
                <a:lnTo>
                  <a:pt x="7" y="7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1" y="3"/>
                </a:lnTo>
                <a:lnTo>
                  <a:pt x="12" y="2"/>
                </a:lnTo>
                <a:lnTo>
                  <a:pt x="14" y="1"/>
                </a:lnTo>
                <a:lnTo>
                  <a:pt x="16" y="1"/>
                </a:lnTo>
                <a:lnTo>
                  <a:pt x="17" y="1"/>
                </a:lnTo>
                <a:lnTo>
                  <a:pt x="18" y="1"/>
                </a:lnTo>
                <a:lnTo>
                  <a:pt x="19" y="0"/>
                </a:lnTo>
                <a:lnTo>
                  <a:pt x="20" y="0"/>
                </a:lnTo>
                <a:lnTo>
                  <a:pt x="22" y="0"/>
                </a:lnTo>
                <a:lnTo>
                  <a:pt x="23" y="2"/>
                </a:lnTo>
                <a:lnTo>
                  <a:pt x="23" y="3"/>
                </a:lnTo>
                <a:lnTo>
                  <a:pt x="24" y="3"/>
                </a:lnTo>
                <a:lnTo>
                  <a:pt x="25" y="4"/>
                </a:lnTo>
                <a:lnTo>
                  <a:pt x="25" y="6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1" name=""/>
          <p:cNvSpPr/>
          <p:nvPr/>
        </p:nvSpPr>
        <p:spPr>
          <a:xfrm>
            <a:off x="8538840" y="1942560"/>
            <a:ext cx="11160" cy="6120"/>
          </a:xfrm>
          <a:custGeom>
            <a:avLst/>
            <a:gdLst/>
            <a:ahLst/>
            <a:rect l="0" t="0" r="r" b="b"/>
            <a:pathLst>
              <a:path w="31" h="17">
                <a:moveTo>
                  <a:pt x="17" y="2"/>
                </a:moveTo>
                <a:lnTo>
                  <a:pt x="17" y="3"/>
                </a:lnTo>
                <a:lnTo>
                  <a:pt x="16" y="4"/>
                </a:lnTo>
                <a:lnTo>
                  <a:pt x="16" y="5"/>
                </a:lnTo>
                <a:lnTo>
                  <a:pt x="17" y="5"/>
                </a:lnTo>
                <a:lnTo>
                  <a:pt x="19" y="6"/>
                </a:lnTo>
                <a:lnTo>
                  <a:pt x="20" y="6"/>
                </a:lnTo>
                <a:lnTo>
                  <a:pt x="21" y="6"/>
                </a:lnTo>
                <a:lnTo>
                  <a:pt x="22" y="6"/>
                </a:lnTo>
                <a:lnTo>
                  <a:pt x="22" y="5"/>
                </a:lnTo>
                <a:lnTo>
                  <a:pt x="23" y="5"/>
                </a:lnTo>
                <a:lnTo>
                  <a:pt x="25" y="5"/>
                </a:lnTo>
                <a:lnTo>
                  <a:pt x="26" y="6"/>
                </a:lnTo>
                <a:lnTo>
                  <a:pt x="28" y="7"/>
                </a:lnTo>
                <a:lnTo>
                  <a:pt x="28" y="8"/>
                </a:lnTo>
                <a:lnTo>
                  <a:pt x="28" y="9"/>
                </a:lnTo>
                <a:lnTo>
                  <a:pt x="26" y="9"/>
                </a:lnTo>
                <a:lnTo>
                  <a:pt x="26" y="10"/>
                </a:lnTo>
                <a:lnTo>
                  <a:pt x="28" y="11"/>
                </a:lnTo>
                <a:lnTo>
                  <a:pt x="29" y="11"/>
                </a:lnTo>
                <a:lnTo>
                  <a:pt x="30" y="12"/>
                </a:lnTo>
                <a:lnTo>
                  <a:pt x="30" y="11"/>
                </a:lnTo>
                <a:lnTo>
                  <a:pt x="30" y="12"/>
                </a:lnTo>
                <a:lnTo>
                  <a:pt x="31" y="12"/>
                </a:lnTo>
                <a:lnTo>
                  <a:pt x="30" y="12"/>
                </a:lnTo>
                <a:lnTo>
                  <a:pt x="29" y="13"/>
                </a:lnTo>
                <a:lnTo>
                  <a:pt x="28" y="13"/>
                </a:lnTo>
                <a:lnTo>
                  <a:pt x="27" y="13"/>
                </a:lnTo>
                <a:lnTo>
                  <a:pt x="26" y="13"/>
                </a:lnTo>
                <a:lnTo>
                  <a:pt x="25" y="12"/>
                </a:lnTo>
                <a:lnTo>
                  <a:pt x="24" y="12"/>
                </a:lnTo>
                <a:lnTo>
                  <a:pt x="23" y="11"/>
                </a:lnTo>
                <a:lnTo>
                  <a:pt x="20" y="12"/>
                </a:lnTo>
                <a:lnTo>
                  <a:pt x="19" y="12"/>
                </a:lnTo>
                <a:lnTo>
                  <a:pt x="19" y="13"/>
                </a:lnTo>
                <a:lnTo>
                  <a:pt x="17" y="13"/>
                </a:lnTo>
                <a:lnTo>
                  <a:pt x="17" y="12"/>
                </a:lnTo>
                <a:lnTo>
                  <a:pt x="16" y="12"/>
                </a:lnTo>
                <a:lnTo>
                  <a:pt x="17" y="12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4" y="12"/>
                </a:lnTo>
                <a:lnTo>
                  <a:pt x="14" y="11"/>
                </a:lnTo>
                <a:lnTo>
                  <a:pt x="15" y="11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4" y="12"/>
                </a:lnTo>
                <a:lnTo>
                  <a:pt x="14" y="13"/>
                </a:lnTo>
                <a:lnTo>
                  <a:pt x="14" y="14"/>
                </a:lnTo>
                <a:lnTo>
                  <a:pt x="14" y="15"/>
                </a:lnTo>
                <a:lnTo>
                  <a:pt x="11" y="17"/>
                </a:lnTo>
                <a:lnTo>
                  <a:pt x="10" y="17"/>
                </a:lnTo>
                <a:lnTo>
                  <a:pt x="9" y="17"/>
                </a:lnTo>
                <a:lnTo>
                  <a:pt x="8" y="17"/>
                </a:lnTo>
                <a:lnTo>
                  <a:pt x="7" y="17"/>
                </a:lnTo>
                <a:lnTo>
                  <a:pt x="7" y="15"/>
                </a:lnTo>
                <a:lnTo>
                  <a:pt x="5" y="15"/>
                </a:lnTo>
                <a:lnTo>
                  <a:pt x="3" y="15"/>
                </a:lnTo>
                <a:lnTo>
                  <a:pt x="3" y="14"/>
                </a:lnTo>
                <a:lnTo>
                  <a:pt x="3" y="13"/>
                </a:lnTo>
                <a:lnTo>
                  <a:pt x="2" y="12"/>
                </a:lnTo>
                <a:lnTo>
                  <a:pt x="2" y="11"/>
                </a:lnTo>
                <a:lnTo>
                  <a:pt x="1" y="10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2" y="5"/>
                </a:lnTo>
                <a:lnTo>
                  <a:pt x="4" y="6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9" y="5"/>
                </a:lnTo>
                <a:lnTo>
                  <a:pt x="9" y="6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6" y="2"/>
                </a:lnTo>
                <a:lnTo>
                  <a:pt x="16" y="0"/>
                </a:lnTo>
                <a:lnTo>
                  <a:pt x="17" y="2"/>
                </a:lnTo>
                <a:lnTo>
                  <a:pt x="19" y="2"/>
                </a:lnTo>
                <a:lnTo>
                  <a:pt x="19" y="3"/>
                </a:lnTo>
                <a:lnTo>
                  <a:pt x="17" y="3"/>
                </a:lnTo>
                <a:lnTo>
                  <a:pt x="17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2" name=""/>
          <p:cNvSpPr/>
          <p:nvPr/>
        </p:nvSpPr>
        <p:spPr>
          <a:xfrm>
            <a:off x="8539920" y="194184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0"/>
                </a:moveTo>
                <a:lnTo>
                  <a:pt x="4" y="2"/>
                </a:lnTo>
                <a:lnTo>
                  <a:pt x="3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3" name=""/>
          <p:cNvSpPr/>
          <p:nvPr/>
        </p:nvSpPr>
        <p:spPr>
          <a:xfrm>
            <a:off x="8537040" y="1940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4" name=""/>
          <p:cNvSpPr/>
          <p:nvPr/>
        </p:nvSpPr>
        <p:spPr>
          <a:xfrm>
            <a:off x="8540640" y="19393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5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5" name=""/>
          <p:cNvSpPr/>
          <p:nvPr/>
        </p:nvSpPr>
        <p:spPr>
          <a:xfrm>
            <a:off x="8540280" y="19339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3"/>
                </a:move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0" y="3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6" name=""/>
          <p:cNvSpPr/>
          <p:nvPr/>
        </p:nvSpPr>
        <p:spPr>
          <a:xfrm>
            <a:off x="8542080" y="1933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7" name=""/>
          <p:cNvSpPr/>
          <p:nvPr/>
        </p:nvSpPr>
        <p:spPr>
          <a:xfrm>
            <a:off x="8546040" y="19314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1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8" name=""/>
          <p:cNvSpPr/>
          <p:nvPr/>
        </p:nvSpPr>
        <p:spPr>
          <a:xfrm>
            <a:off x="8536680" y="1930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9" name=""/>
          <p:cNvSpPr/>
          <p:nvPr/>
        </p:nvSpPr>
        <p:spPr>
          <a:xfrm>
            <a:off x="8544240" y="19267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5" y="3"/>
                </a:move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0" name=""/>
          <p:cNvSpPr/>
          <p:nvPr/>
        </p:nvSpPr>
        <p:spPr>
          <a:xfrm>
            <a:off x="8541720" y="1921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1" name=""/>
          <p:cNvSpPr/>
          <p:nvPr/>
        </p:nvSpPr>
        <p:spPr>
          <a:xfrm>
            <a:off x="8546040" y="1921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0"/>
                </a:move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3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2" name=""/>
          <p:cNvSpPr/>
          <p:nvPr/>
        </p:nvSpPr>
        <p:spPr>
          <a:xfrm>
            <a:off x="8556480" y="2061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3" name=""/>
          <p:cNvSpPr/>
          <p:nvPr/>
        </p:nvSpPr>
        <p:spPr>
          <a:xfrm>
            <a:off x="8557920" y="2059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4" name=""/>
          <p:cNvSpPr/>
          <p:nvPr/>
        </p:nvSpPr>
        <p:spPr>
          <a:xfrm>
            <a:off x="8549280" y="2024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5" name=""/>
          <p:cNvSpPr/>
          <p:nvPr/>
        </p:nvSpPr>
        <p:spPr>
          <a:xfrm>
            <a:off x="8546040" y="202032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9" y="1"/>
                </a:moveTo>
                <a:lnTo>
                  <a:pt x="6" y="2"/>
                </a:lnTo>
                <a:lnTo>
                  <a:pt x="6" y="1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7"/>
                </a:lnTo>
                <a:lnTo>
                  <a:pt x="1" y="8"/>
                </a:lnTo>
                <a:lnTo>
                  <a:pt x="1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4" y="3"/>
                </a:lnTo>
                <a:lnTo>
                  <a:pt x="5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6" name=""/>
          <p:cNvSpPr/>
          <p:nvPr/>
        </p:nvSpPr>
        <p:spPr>
          <a:xfrm>
            <a:off x="8546040" y="2003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7" name=""/>
          <p:cNvSpPr/>
          <p:nvPr/>
        </p:nvSpPr>
        <p:spPr>
          <a:xfrm>
            <a:off x="8546040" y="2002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8" name=""/>
          <p:cNvSpPr/>
          <p:nvPr/>
        </p:nvSpPr>
        <p:spPr>
          <a:xfrm>
            <a:off x="8544240" y="1999800"/>
            <a:ext cx="5400" cy="2880"/>
          </a:xfrm>
          <a:custGeom>
            <a:avLst/>
            <a:gdLst/>
            <a:ahLst/>
            <a:rect l="0" t="0" r="r" b="b"/>
            <a:pathLst>
              <a:path w="15" h="8">
                <a:moveTo>
                  <a:pt x="9" y="5"/>
                </a:moveTo>
                <a:lnTo>
                  <a:pt x="11" y="6"/>
                </a:lnTo>
                <a:lnTo>
                  <a:pt x="12" y="6"/>
                </a:lnTo>
                <a:lnTo>
                  <a:pt x="12" y="5"/>
                </a:lnTo>
                <a:lnTo>
                  <a:pt x="13" y="5"/>
                </a:lnTo>
                <a:lnTo>
                  <a:pt x="14" y="5"/>
                </a:lnTo>
                <a:lnTo>
                  <a:pt x="15" y="5"/>
                </a:lnTo>
                <a:lnTo>
                  <a:pt x="15" y="6"/>
                </a:lnTo>
                <a:lnTo>
                  <a:pt x="14" y="6"/>
                </a:lnTo>
                <a:lnTo>
                  <a:pt x="14" y="7"/>
                </a:lnTo>
                <a:lnTo>
                  <a:pt x="15" y="7"/>
                </a:lnTo>
                <a:lnTo>
                  <a:pt x="15" y="8"/>
                </a:lnTo>
                <a:lnTo>
                  <a:pt x="14" y="8"/>
                </a:lnTo>
                <a:lnTo>
                  <a:pt x="13" y="7"/>
                </a:lnTo>
                <a:lnTo>
                  <a:pt x="14" y="7"/>
                </a:lnTo>
                <a:lnTo>
                  <a:pt x="13" y="6"/>
                </a:lnTo>
                <a:lnTo>
                  <a:pt x="12" y="6"/>
                </a:lnTo>
                <a:lnTo>
                  <a:pt x="11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7" y="7"/>
                </a:lnTo>
                <a:lnTo>
                  <a:pt x="7" y="6"/>
                </a:lnTo>
                <a:lnTo>
                  <a:pt x="6" y="6"/>
                </a:lnTo>
                <a:lnTo>
                  <a:pt x="4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6" y="5"/>
                </a:lnTo>
                <a:lnTo>
                  <a:pt x="7" y="5"/>
                </a:lnTo>
                <a:lnTo>
                  <a:pt x="8" y="5"/>
                </a:lnTo>
                <a:lnTo>
                  <a:pt x="9" y="5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9" name=""/>
          <p:cNvSpPr/>
          <p:nvPr/>
        </p:nvSpPr>
        <p:spPr>
          <a:xfrm>
            <a:off x="8543880" y="1994760"/>
            <a:ext cx="6840" cy="3960"/>
          </a:xfrm>
          <a:custGeom>
            <a:avLst/>
            <a:gdLst/>
            <a:ahLst/>
            <a:rect l="0" t="0" r="r" b="b"/>
            <a:pathLst>
              <a:path w="19" h="11">
                <a:moveTo>
                  <a:pt x="15" y="6"/>
                </a:moveTo>
                <a:lnTo>
                  <a:pt x="16" y="6"/>
                </a:lnTo>
                <a:lnTo>
                  <a:pt x="17" y="6"/>
                </a:lnTo>
                <a:lnTo>
                  <a:pt x="18" y="6"/>
                </a:lnTo>
                <a:lnTo>
                  <a:pt x="19" y="7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7" y="10"/>
                </a:lnTo>
                <a:lnTo>
                  <a:pt x="16" y="9"/>
                </a:lnTo>
                <a:lnTo>
                  <a:pt x="16" y="10"/>
                </a:lnTo>
                <a:lnTo>
                  <a:pt x="15" y="11"/>
                </a:lnTo>
                <a:lnTo>
                  <a:pt x="13" y="10"/>
                </a:lnTo>
                <a:lnTo>
                  <a:pt x="12" y="10"/>
                </a:lnTo>
                <a:lnTo>
                  <a:pt x="10" y="10"/>
                </a:lnTo>
                <a:lnTo>
                  <a:pt x="11" y="11"/>
                </a:lnTo>
                <a:lnTo>
                  <a:pt x="10" y="11"/>
                </a:lnTo>
                <a:lnTo>
                  <a:pt x="7" y="9"/>
                </a:lnTo>
                <a:lnTo>
                  <a:pt x="3" y="6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9" y="2"/>
                </a:lnTo>
                <a:lnTo>
                  <a:pt x="9" y="3"/>
                </a:lnTo>
                <a:lnTo>
                  <a:pt x="7" y="4"/>
                </a:lnTo>
                <a:lnTo>
                  <a:pt x="6" y="5"/>
                </a:lnTo>
                <a:lnTo>
                  <a:pt x="6" y="6"/>
                </a:lnTo>
                <a:lnTo>
                  <a:pt x="7" y="6"/>
                </a:lnTo>
                <a:lnTo>
                  <a:pt x="9" y="6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7"/>
                </a:lnTo>
                <a:lnTo>
                  <a:pt x="15" y="7"/>
                </a:lnTo>
                <a:lnTo>
                  <a:pt x="15" y="6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0" name=""/>
          <p:cNvSpPr/>
          <p:nvPr/>
        </p:nvSpPr>
        <p:spPr>
          <a:xfrm>
            <a:off x="8543520" y="1989720"/>
            <a:ext cx="7560" cy="5760"/>
          </a:xfrm>
          <a:custGeom>
            <a:avLst/>
            <a:gdLst/>
            <a:ahLst/>
            <a:rect l="0" t="0" r="r" b="b"/>
            <a:pathLst>
              <a:path w="21" h="16">
                <a:moveTo>
                  <a:pt x="12" y="1"/>
                </a:moveTo>
                <a:lnTo>
                  <a:pt x="14" y="2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4"/>
                </a:lnTo>
                <a:lnTo>
                  <a:pt x="17" y="4"/>
                </a:lnTo>
                <a:lnTo>
                  <a:pt x="16" y="4"/>
                </a:lnTo>
                <a:lnTo>
                  <a:pt x="14" y="5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5" y="7"/>
                </a:lnTo>
                <a:lnTo>
                  <a:pt x="16" y="7"/>
                </a:lnTo>
                <a:lnTo>
                  <a:pt x="17" y="7"/>
                </a:lnTo>
                <a:lnTo>
                  <a:pt x="17" y="9"/>
                </a:lnTo>
                <a:lnTo>
                  <a:pt x="16" y="9"/>
                </a:lnTo>
                <a:lnTo>
                  <a:pt x="16" y="11"/>
                </a:lnTo>
                <a:lnTo>
                  <a:pt x="19" y="13"/>
                </a:lnTo>
                <a:lnTo>
                  <a:pt x="20" y="13"/>
                </a:lnTo>
                <a:lnTo>
                  <a:pt x="21" y="13"/>
                </a:lnTo>
                <a:lnTo>
                  <a:pt x="21" y="14"/>
                </a:lnTo>
                <a:lnTo>
                  <a:pt x="19" y="15"/>
                </a:lnTo>
                <a:lnTo>
                  <a:pt x="20" y="16"/>
                </a:lnTo>
                <a:lnTo>
                  <a:pt x="19" y="16"/>
                </a:lnTo>
                <a:lnTo>
                  <a:pt x="17" y="16"/>
                </a:lnTo>
                <a:lnTo>
                  <a:pt x="16" y="15"/>
                </a:lnTo>
                <a:lnTo>
                  <a:pt x="15" y="14"/>
                </a:lnTo>
                <a:lnTo>
                  <a:pt x="14" y="14"/>
                </a:lnTo>
                <a:lnTo>
                  <a:pt x="13" y="14"/>
                </a:lnTo>
                <a:lnTo>
                  <a:pt x="12" y="14"/>
                </a:lnTo>
                <a:lnTo>
                  <a:pt x="12" y="13"/>
                </a:lnTo>
                <a:lnTo>
                  <a:pt x="11" y="13"/>
                </a:lnTo>
                <a:lnTo>
                  <a:pt x="10" y="12"/>
                </a:lnTo>
                <a:lnTo>
                  <a:pt x="8" y="11"/>
                </a:lnTo>
                <a:lnTo>
                  <a:pt x="7" y="11"/>
                </a:lnTo>
                <a:lnTo>
                  <a:pt x="6" y="9"/>
                </a:lnTo>
                <a:lnTo>
                  <a:pt x="5" y="7"/>
                </a:lnTo>
                <a:lnTo>
                  <a:pt x="3" y="6"/>
                </a:lnTo>
                <a:lnTo>
                  <a:pt x="2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2" y="1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1" name=""/>
          <p:cNvSpPr/>
          <p:nvPr/>
        </p:nvSpPr>
        <p:spPr>
          <a:xfrm>
            <a:off x="8549640" y="1989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1" y="3"/>
                </a:lnTo>
                <a:lnTo>
                  <a:pt x="0" y="1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2" name=""/>
          <p:cNvSpPr/>
          <p:nvPr/>
        </p:nvSpPr>
        <p:spPr>
          <a:xfrm>
            <a:off x="8552160" y="198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0"/>
                </a:move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3" name=""/>
          <p:cNvSpPr/>
          <p:nvPr/>
        </p:nvSpPr>
        <p:spPr>
          <a:xfrm>
            <a:off x="8546760" y="1986480"/>
            <a:ext cx="4320" cy="2880"/>
          </a:xfrm>
          <a:custGeom>
            <a:avLst/>
            <a:gdLst/>
            <a:ahLst/>
            <a:rect l="0" t="0" r="r" b="b"/>
            <a:pathLst>
              <a:path w="12" h="8">
                <a:moveTo>
                  <a:pt x="11" y="0"/>
                </a:moveTo>
                <a:lnTo>
                  <a:pt x="12" y="1"/>
                </a:lnTo>
                <a:lnTo>
                  <a:pt x="12" y="3"/>
                </a:lnTo>
                <a:lnTo>
                  <a:pt x="11" y="3"/>
                </a:lnTo>
                <a:lnTo>
                  <a:pt x="11" y="4"/>
                </a:lnTo>
                <a:lnTo>
                  <a:pt x="12" y="5"/>
                </a:lnTo>
                <a:lnTo>
                  <a:pt x="11" y="5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7" y="7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2" y="8"/>
                </a:lnTo>
                <a:lnTo>
                  <a:pt x="1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7" y="3"/>
                </a:lnTo>
                <a:lnTo>
                  <a:pt x="8" y="3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4" name=""/>
          <p:cNvSpPr/>
          <p:nvPr/>
        </p:nvSpPr>
        <p:spPr>
          <a:xfrm>
            <a:off x="8548920" y="1980720"/>
            <a:ext cx="7560" cy="9360"/>
          </a:xfrm>
          <a:custGeom>
            <a:avLst/>
            <a:gdLst/>
            <a:ahLst/>
            <a:rect l="0" t="0" r="r" b="b"/>
            <a:pathLst>
              <a:path w="21" h="26">
                <a:moveTo>
                  <a:pt x="7" y="1"/>
                </a:move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4" y="2"/>
                </a:lnTo>
                <a:lnTo>
                  <a:pt x="15" y="2"/>
                </a:lnTo>
                <a:lnTo>
                  <a:pt x="15" y="1"/>
                </a:lnTo>
                <a:lnTo>
                  <a:pt x="16" y="1"/>
                </a:lnTo>
                <a:lnTo>
                  <a:pt x="16" y="0"/>
                </a:lnTo>
                <a:lnTo>
                  <a:pt x="17" y="1"/>
                </a:lnTo>
                <a:lnTo>
                  <a:pt x="16" y="2"/>
                </a:lnTo>
                <a:lnTo>
                  <a:pt x="16" y="3"/>
                </a:lnTo>
                <a:lnTo>
                  <a:pt x="17" y="5"/>
                </a:lnTo>
                <a:lnTo>
                  <a:pt x="18" y="5"/>
                </a:lnTo>
                <a:lnTo>
                  <a:pt x="19" y="5"/>
                </a:lnTo>
                <a:lnTo>
                  <a:pt x="19" y="7"/>
                </a:lnTo>
                <a:lnTo>
                  <a:pt x="17" y="7"/>
                </a:lnTo>
                <a:lnTo>
                  <a:pt x="15" y="7"/>
                </a:lnTo>
                <a:lnTo>
                  <a:pt x="15" y="8"/>
                </a:lnTo>
                <a:lnTo>
                  <a:pt x="16" y="9"/>
                </a:lnTo>
                <a:lnTo>
                  <a:pt x="17" y="9"/>
                </a:lnTo>
                <a:lnTo>
                  <a:pt x="19" y="9"/>
                </a:lnTo>
                <a:lnTo>
                  <a:pt x="20" y="9"/>
                </a:lnTo>
                <a:lnTo>
                  <a:pt x="20" y="10"/>
                </a:lnTo>
                <a:lnTo>
                  <a:pt x="19" y="10"/>
                </a:lnTo>
                <a:lnTo>
                  <a:pt x="19" y="11"/>
                </a:lnTo>
                <a:lnTo>
                  <a:pt x="19" y="12"/>
                </a:lnTo>
                <a:lnTo>
                  <a:pt x="20" y="12"/>
                </a:lnTo>
                <a:lnTo>
                  <a:pt x="21" y="13"/>
                </a:lnTo>
                <a:lnTo>
                  <a:pt x="21" y="14"/>
                </a:lnTo>
                <a:lnTo>
                  <a:pt x="20" y="14"/>
                </a:lnTo>
                <a:lnTo>
                  <a:pt x="19" y="14"/>
                </a:lnTo>
                <a:lnTo>
                  <a:pt x="18" y="14"/>
                </a:lnTo>
                <a:lnTo>
                  <a:pt x="18" y="15"/>
                </a:lnTo>
                <a:lnTo>
                  <a:pt x="18" y="16"/>
                </a:lnTo>
                <a:lnTo>
                  <a:pt x="17" y="16"/>
                </a:lnTo>
                <a:lnTo>
                  <a:pt x="16" y="16"/>
                </a:lnTo>
                <a:lnTo>
                  <a:pt x="16" y="17"/>
                </a:lnTo>
                <a:lnTo>
                  <a:pt x="15" y="17"/>
                </a:lnTo>
                <a:lnTo>
                  <a:pt x="15" y="18"/>
                </a:lnTo>
                <a:lnTo>
                  <a:pt x="15" y="19"/>
                </a:lnTo>
                <a:lnTo>
                  <a:pt x="15" y="21"/>
                </a:lnTo>
                <a:lnTo>
                  <a:pt x="16" y="21"/>
                </a:lnTo>
                <a:lnTo>
                  <a:pt x="17" y="22"/>
                </a:lnTo>
                <a:lnTo>
                  <a:pt x="19" y="22"/>
                </a:lnTo>
                <a:lnTo>
                  <a:pt x="19" y="24"/>
                </a:lnTo>
                <a:lnTo>
                  <a:pt x="20" y="25"/>
                </a:lnTo>
                <a:lnTo>
                  <a:pt x="19" y="25"/>
                </a:lnTo>
                <a:lnTo>
                  <a:pt x="18" y="26"/>
                </a:lnTo>
                <a:lnTo>
                  <a:pt x="18" y="25"/>
                </a:lnTo>
                <a:lnTo>
                  <a:pt x="17" y="25"/>
                </a:lnTo>
                <a:lnTo>
                  <a:pt x="16" y="25"/>
                </a:lnTo>
                <a:lnTo>
                  <a:pt x="15" y="25"/>
                </a:lnTo>
                <a:lnTo>
                  <a:pt x="14" y="25"/>
                </a:lnTo>
                <a:lnTo>
                  <a:pt x="12" y="24"/>
                </a:lnTo>
                <a:lnTo>
                  <a:pt x="12" y="23"/>
                </a:lnTo>
                <a:lnTo>
                  <a:pt x="11" y="23"/>
                </a:lnTo>
                <a:lnTo>
                  <a:pt x="10" y="20"/>
                </a:lnTo>
                <a:lnTo>
                  <a:pt x="10" y="19"/>
                </a:lnTo>
                <a:lnTo>
                  <a:pt x="11" y="18"/>
                </a:lnTo>
                <a:lnTo>
                  <a:pt x="11" y="17"/>
                </a:lnTo>
                <a:lnTo>
                  <a:pt x="11" y="16"/>
                </a:lnTo>
                <a:lnTo>
                  <a:pt x="10" y="15"/>
                </a:lnTo>
                <a:lnTo>
                  <a:pt x="9" y="13"/>
                </a:lnTo>
                <a:lnTo>
                  <a:pt x="8" y="12"/>
                </a:lnTo>
                <a:lnTo>
                  <a:pt x="8" y="11"/>
                </a:lnTo>
                <a:lnTo>
                  <a:pt x="6" y="11"/>
                </a:lnTo>
                <a:lnTo>
                  <a:pt x="5" y="10"/>
                </a:lnTo>
                <a:lnTo>
                  <a:pt x="4" y="10"/>
                </a:lnTo>
                <a:lnTo>
                  <a:pt x="3" y="10"/>
                </a:lnTo>
                <a:lnTo>
                  <a:pt x="2" y="9"/>
                </a:lnTo>
                <a:lnTo>
                  <a:pt x="1" y="8"/>
                </a:lnTo>
                <a:lnTo>
                  <a:pt x="0" y="5"/>
                </a:lnTo>
                <a:lnTo>
                  <a:pt x="3" y="1"/>
                </a:lnTo>
                <a:lnTo>
                  <a:pt x="4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5" name=""/>
          <p:cNvSpPr/>
          <p:nvPr/>
        </p:nvSpPr>
        <p:spPr>
          <a:xfrm>
            <a:off x="8546400" y="1982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0" y="2"/>
                </a:move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6" name=""/>
          <p:cNvSpPr/>
          <p:nvPr/>
        </p:nvSpPr>
        <p:spPr>
          <a:xfrm>
            <a:off x="8556480" y="19803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7" name=""/>
          <p:cNvSpPr/>
          <p:nvPr/>
        </p:nvSpPr>
        <p:spPr>
          <a:xfrm>
            <a:off x="8555760" y="19796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0"/>
                </a:moveTo>
                <a:lnTo>
                  <a:pt x="3" y="1"/>
                </a:lnTo>
                <a:lnTo>
                  <a:pt x="5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8" name=""/>
          <p:cNvSpPr/>
          <p:nvPr/>
        </p:nvSpPr>
        <p:spPr>
          <a:xfrm>
            <a:off x="8555760" y="1978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2"/>
                </a:lnTo>
                <a:lnTo>
                  <a:pt x="2" y="0"/>
                </a:lnTo>
                <a:lnTo>
                  <a:pt x="2" y="4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9" name=""/>
          <p:cNvSpPr/>
          <p:nvPr/>
        </p:nvSpPr>
        <p:spPr>
          <a:xfrm>
            <a:off x="8550720" y="1974600"/>
            <a:ext cx="3240" cy="5040"/>
          </a:xfrm>
          <a:custGeom>
            <a:avLst/>
            <a:gdLst/>
            <a:ahLst/>
            <a:rect l="0" t="0" r="r" b="b"/>
            <a:pathLst>
              <a:path w="9" h="14">
                <a:moveTo>
                  <a:pt x="8" y="7"/>
                </a:moveTo>
                <a:lnTo>
                  <a:pt x="9" y="7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5" y="9"/>
                </a:lnTo>
                <a:lnTo>
                  <a:pt x="4" y="11"/>
                </a:lnTo>
                <a:lnTo>
                  <a:pt x="5" y="12"/>
                </a:lnTo>
                <a:lnTo>
                  <a:pt x="5" y="13"/>
                </a:lnTo>
                <a:lnTo>
                  <a:pt x="4" y="14"/>
                </a:lnTo>
                <a:lnTo>
                  <a:pt x="2" y="14"/>
                </a:lnTo>
                <a:lnTo>
                  <a:pt x="1" y="13"/>
                </a:lnTo>
                <a:lnTo>
                  <a:pt x="0" y="12"/>
                </a:lnTo>
                <a:lnTo>
                  <a:pt x="1" y="13"/>
                </a:lnTo>
                <a:lnTo>
                  <a:pt x="1" y="10"/>
                </a:lnTo>
                <a:lnTo>
                  <a:pt x="1" y="8"/>
                </a:lnTo>
                <a:lnTo>
                  <a:pt x="1" y="7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4" y="3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5" y="6"/>
                </a:lnTo>
                <a:lnTo>
                  <a:pt x="6" y="6"/>
                </a:lnTo>
                <a:lnTo>
                  <a:pt x="6" y="7"/>
                </a:lnTo>
                <a:lnTo>
                  <a:pt x="7" y="7"/>
                </a:lnTo>
                <a:lnTo>
                  <a:pt x="8" y="7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0" name=""/>
          <p:cNvSpPr/>
          <p:nvPr/>
        </p:nvSpPr>
        <p:spPr>
          <a:xfrm>
            <a:off x="8553600" y="19738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1"/>
                </a:moveTo>
                <a:lnTo>
                  <a:pt x="0" y="0"/>
                </a:lnTo>
                <a:lnTo>
                  <a:pt x="2" y="1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1" name=""/>
          <p:cNvSpPr/>
          <p:nvPr/>
        </p:nvSpPr>
        <p:spPr>
          <a:xfrm>
            <a:off x="8573040" y="19627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2" y="4"/>
                </a:moveTo>
                <a:lnTo>
                  <a:pt x="2" y="6"/>
                </a:lnTo>
                <a:lnTo>
                  <a:pt x="1" y="6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3" y="2"/>
                </a:lnTo>
                <a:lnTo>
                  <a:pt x="6" y="3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2" name=""/>
          <p:cNvSpPr/>
          <p:nvPr/>
        </p:nvSpPr>
        <p:spPr>
          <a:xfrm>
            <a:off x="8569800" y="19605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0"/>
                </a:moveTo>
                <a:lnTo>
                  <a:pt x="3" y="2"/>
                </a:ln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3" name=""/>
          <p:cNvSpPr/>
          <p:nvPr/>
        </p:nvSpPr>
        <p:spPr>
          <a:xfrm>
            <a:off x="8561520" y="196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4" name=""/>
          <p:cNvSpPr/>
          <p:nvPr/>
        </p:nvSpPr>
        <p:spPr>
          <a:xfrm>
            <a:off x="8564400" y="19591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4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3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5" name=""/>
          <p:cNvSpPr/>
          <p:nvPr/>
        </p:nvSpPr>
        <p:spPr>
          <a:xfrm>
            <a:off x="8566560" y="19587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0" y="0"/>
                </a:moveTo>
                <a:lnTo>
                  <a:pt x="3" y="0"/>
                </a:lnTo>
                <a:lnTo>
                  <a:pt x="4" y="1"/>
                </a:lnTo>
                <a:lnTo>
                  <a:pt x="5" y="3"/>
                </a:lnTo>
                <a:lnTo>
                  <a:pt x="6" y="5"/>
                </a:lnTo>
                <a:lnTo>
                  <a:pt x="6" y="6"/>
                </a:lnTo>
                <a:lnTo>
                  <a:pt x="5" y="7"/>
                </a:lnTo>
                <a:lnTo>
                  <a:pt x="5" y="5"/>
                </a:lnTo>
                <a:lnTo>
                  <a:pt x="3" y="5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6" name=""/>
          <p:cNvSpPr/>
          <p:nvPr/>
        </p:nvSpPr>
        <p:spPr>
          <a:xfrm>
            <a:off x="8553960" y="1959480"/>
            <a:ext cx="2520" cy="1080"/>
          </a:xfrm>
          <a:custGeom>
            <a:avLst/>
            <a:gdLst/>
            <a:ahLst/>
            <a:rect l="0" t="0" r="r" b="b"/>
            <a:pathLst>
              <a:path w="7" h="3">
                <a:moveTo>
                  <a:pt x="1" y="0"/>
                </a:move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3"/>
                </a:lnTo>
                <a:lnTo>
                  <a:pt x="6" y="3"/>
                </a:lnTo>
                <a:lnTo>
                  <a:pt x="4" y="3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7" name=""/>
          <p:cNvSpPr/>
          <p:nvPr/>
        </p:nvSpPr>
        <p:spPr>
          <a:xfrm>
            <a:off x="8556480" y="1958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4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5" y="0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8" name=""/>
          <p:cNvSpPr/>
          <p:nvPr/>
        </p:nvSpPr>
        <p:spPr>
          <a:xfrm>
            <a:off x="8568720" y="195840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0" y="1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2" y="6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360" rIns="18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9" name=""/>
          <p:cNvSpPr/>
          <p:nvPr/>
        </p:nvSpPr>
        <p:spPr>
          <a:xfrm>
            <a:off x="8546400" y="195696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0" y="2"/>
                </a:move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0" name=""/>
          <p:cNvSpPr/>
          <p:nvPr/>
        </p:nvSpPr>
        <p:spPr>
          <a:xfrm>
            <a:off x="8551440" y="19461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1" name=""/>
          <p:cNvSpPr/>
          <p:nvPr/>
        </p:nvSpPr>
        <p:spPr>
          <a:xfrm>
            <a:off x="8550000" y="194436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6" y="4"/>
                </a:moveTo>
                <a:lnTo>
                  <a:pt x="7" y="4"/>
                </a:lnTo>
                <a:lnTo>
                  <a:pt x="9" y="5"/>
                </a:lnTo>
                <a:lnTo>
                  <a:pt x="7" y="7"/>
                </a:lnTo>
                <a:lnTo>
                  <a:pt x="6" y="7"/>
                </a:lnTo>
                <a:lnTo>
                  <a:pt x="6" y="5"/>
                </a:lnTo>
                <a:lnTo>
                  <a:pt x="5" y="5"/>
                </a:lnTo>
                <a:lnTo>
                  <a:pt x="5" y="7"/>
                </a:lnTo>
                <a:lnTo>
                  <a:pt x="3" y="5"/>
                </a:lnTo>
                <a:lnTo>
                  <a:pt x="3" y="4"/>
                </a:lnTo>
                <a:lnTo>
                  <a:pt x="2" y="5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6" y="4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2" name=""/>
          <p:cNvSpPr/>
          <p:nvPr/>
        </p:nvSpPr>
        <p:spPr>
          <a:xfrm>
            <a:off x="8551080" y="1928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1080" rIns="18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3" name=""/>
          <p:cNvSpPr/>
          <p:nvPr/>
        </p:nvSpPr>
        <p:spPr>
          <a:xfrm>
            <a:off x="8552880" y="1926000"/>
            <a:ext cx="2880" cy="2520"/>
          </a:xfrm>
          <a:custGeom>
            <a:avLst/>
            <a:gdLst/>
            <a:ahLst/>
            <a:rect l="0" t="0" r="r" b="b"/>
            <a:pathLst>
              <a:path w="8" h="7">
                <a:moveTo>
                  <a:pt x="8" y="2"/>
                </a:moveTo>
                <a:lnTo>
                  <a:pt x="7" y="4"/>
                </a:lnTo>
                <a:lnTo>
                  <a:pt x="6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4" y="6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2" y="0"/>
                </a:lnTo>
                <a:lnTo>
                  <a:pt x="4" y="1"/>
                </a:lnTo>
                <a:lnTo>
                  <a:pt x="7" y="2"/>
                </a:lnTo>
                <a:lnTo>
                  <a:pt x="8" y="1"/>
                </a:lnTo>
                <a:lnTo>
                  <a:pt x="8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4" name=""/>
          <p:cNvSpPr/>
          <p:nvPr/>
        </p:nvSpPr>
        <p:spPr>
          <a:xfrm>
            <a:off x="8551440" y="19267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3"/>
                </a:moveTo>
                <a:lnTo>
                  <a:pt x="3" y="2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5" name=""/>
          <p:cNvSpPr/>
          <p:nvPr/>
        </p:nvSpPr>
        <p:spPr>
          <a:xfrm>
            <a:off x="8544960" y="1922400"/>
            <a:ext cx="7200" cy="4680"/>
          </a:xfrm>
          <a:custGeom>
            <a:avLst/>
            <a:gdLst/>
            <a:ahLst/>
            <a:rect l="0" t="0" r="r" b="b"/>
            <a:pathLst>
              <a:path w="20" h="13">
                <a:moveTo>
                  <a:pt x="14" y="3"/>
                </a:moveTo>
                <a:lnTo>
                  <a:pt x="15" y="2"/>
                </a:lnTo>
                <a:lnTo>
                  <a:pt x="15" y="3"/>
                </a:lnTo>
                <a:lnTo>
                  <a:pt x="16" y="3"/>
                </a:lnTo>
                <a:lnTo>
                  <a:pt x="16" y="4"/>
                </a:lnTo>
                <a:lnTo>
                  <a:pt x="16" y="3"/>
                </a:lnTo>
                <a:lnTo>
                  <a:pt x="17" y="3"/>
                </a:lnTo>
                <a:lnTo>
                  <a:pt x="18" y="1"/>
                </a:lnTo>
                <a:lnTo>
                  <a:pt x="19" y="1"/>
                </a:lnTo>
                <a:lnTo>
                  <a:pt x="19" y="2"/>
                </a:lnTo>
                <a:lnTo>
                  <a:pt x="18" y="3"/>
                </a:lnTo>
                <a:lnTo>
                  <a:pt x="17" y="3"/>
                </a:lnTo>
                <a:lnTo>
                  <a:pt x="18" y="4"/>
                </a:lnTo>
                <a:lnTo>
                  <a:pt x="18" y="5"/>
                </a:lnTo>
                <a:lnTo>
                  <a:pt x="20" y="5"/>
                </a:lnTo>
                <a:lnTo>
                  <a:pt x="20" y="7"/>
                </a:lnTo>
                <a:lnTo>
                  <a:pt x="19" y="7"/>
                </a:lnTo>
                <a:lnTo>
                  <a:pt x="17" y="5"/>
                </a:lnTo>
                <a:lnTo>
                  <a:pt x="16" y="7"/>
                </a:lnTo>
                <a:lnTo>
                  <a:pt x="15" y="7"/>
                </a:lnTo>
                <a:lnTo>
                  <a:pt x="14" y="8"/>
                </a:lnTo>
                <a:lnTo>
                  <a:pt x="13" y="8"/>
                </a:lnTo>
                <a:lnTo>
                  <a:pt x="12" y="9"/>
                </a:lnTo>
                <a:lnTo>
                  <a:pt x="12" y="8"/>
                </a:lnTo>
                <a:lnTo>
                  <a:pt x="11" y="8"/>
                </a:lnTo>
                <a:lnTo>
                  <a:pt x="9" y="9"/>
                </a:lnTo>
                <a:lnTo>
                  <a:pt x="8" y="9"/>
                </a:lnTo>
                <a:lnTo>
                  <a:pt x="8" y="10"/>
                </a:lnTo>
                <a:lnTo>
                  <a:pt x="7" y="10"/>
                </a:lnTo>
                <a:lnTo>
                  <a:pt x="6" y="10"/>
                </a:lnTo>
                <a:lnTo>
                  <a:pt x="3" y="10"/>
                </a:lnTo>
                <a:lnTo>
                  <a:pt x="2" y="11"/>
                </a:lnTo>
                <a:lnTo>
                  <a:pt x="1" y="12"/>
                </a:lnTo>
                <a:lnTo>
                  <a:pt x="1" y="13"/>
                </a:lnTo>
                <a:lnTo>
                  <a:pt x="2" y="13"/>
                </a:lnTo>
                <a:lnTo>
                  <a:pt x="1" y="13"/>
                </a:lnTo>
                <a:lnTo>
                  <a:pt x="0" y="12"/>
                </a:lnTo>
                <a:lnTo>
                  <a:pt x="0" y="10"/>
                </a:lnTo>
                <a:lnTo>
                  <a:pt x="1" y="9"/>
                </a:lnTo>
                <a:lnTo>
                  <a:pt x="2" y="8"/>
                </a:lnTo>
                <a:lnTo>
                  <a:pt x="3" y="5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6" y="2"/>
                </a:lnTo>
                <a:lnTo>
                  <a:pt x="7" y="3"/>
                </a:lnTo>
                <a:lnTo>
                  <a:pt x="8" y="4"/>
                </a:lnTo>
                <a:lnTo>
                  <a:pt x="8" y="5"/>
                </a:lnTo>
                <a:lnTo>
                  <a:pt x="10" y="5"/>
                </a:lnTo>
                <a:lnTo>
                  <a:pt x="11" y="5"/>
                </a:lnTo>
                <a:lnTo>
                  <a:pt x="13" y="5"/>
                </a:lnTo>
                <a:lnTo>
                  <a:pt x="14" y="4"/>
                </a:lnTo>
                <a:lnTo>
                  <a:pt x="14" y="3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800" rIns="18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6" name=""/>
          <p:cNvSpPr/>
          <p:nvPr/>
        </p:nvSpPr>
        <p:spPr>
          <a:xfrm>
            <a:off x="8565120" y="191952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7" y="2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7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5" y="7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7"/>
                </a:lnTo>
                <a:lnTo>
                  <a:pt x="2" y="7"/>
                </a:lnTo>
                <a:lnTo>
                  <a:pt x="0" y="7"/>
                </a:lnTo>
                <a:lnTo>
                  <a:pt x="0" y="4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9" y="1"/>
                </a:lnTo>
                <a:lnTo>
                  <a:pt x="9" y="2"/>
                </a:lnTo>
                <a:lnTo>
                  <a:pt x="7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1080" rIns="18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7" name=""/>
          <p:cNvSpPr/>
          <p:nvPr/>
        </p:nvSpPr>
        <p:spPr>
          <a:xfrm>
            <a:off x="8568360" y="19191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5" y="3"/>
                </a:moveTo>
                <a:lnTo>
                  <a:pt x="6" y="3"/>
                </a:lnTo>
                <a:lnTo>
                  <a:pt x="6" y="6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  <a:lnTo>
                  <a:pt x="5" y="3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720" rIns="18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8" name=""/>
          <p:cNvSpPr/>
          <p:nvPr/>
        </p:nvSpPr>
        <p:spPr>
          <a:xfrm>
            <a:off x="8565480" y="19152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0"/>
                </a:moveTo>
                <a:lnTo>
                  <a:pt x="3" y="0"/>
                </a:lnTo>
                <a:lnTo>
                  <a:pt x="5" y="3"/>
                </a:lnTo>
                <a:lnTo>
                  <a:pt x="4" y="5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9" name=""/>
          <p:cNvSpPr/>
          <p:nvPr/>
        </p:nvSpPr>
        <p:spPr>
          <a:xfrm>
            <a:off x="8564400" y="1914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0" name=""/>
          <p:cNvSpPr/>
          <p:nvPr/>
        </p:nvSpPr>
        <p:spPr>
          <a:xfrm>
            <a:off x="8554680" y="191412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3"/>
                </a:move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3" y="3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360" rIns="18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1" name=""/>
          <p:cNvSpPr/>
          <p:nvPr/>
        </p:nvSpPr>
        <p:spPr>
          <a:xfrm>
            <a:off x="8556840" y="19141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0"/>
                </a:moveTo>
                <a:lnTo>
                  <a:pt x="1" y="0"/>
                </a:lnTo>
                <a:lnTo>
                  <a:pt x="3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-720" rIns="18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2" name=""/>
          <p:cNvSpPr/>
          <p:nvPr/>
        </p:nvSpPr>
        <p:spPr>
          <a:xfrm>
            <a:off x="8557920" y="19112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7" y="2"/>
                </a:move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close/>
              </a:path>
            </a:pathLst>
          </a:custGeom>
          <a:solidFill>
            <a:srgbClr val="FFD588"/>
          </a:solidFill>
          <a:ln w="3960">
            <a:solidFill>
              <a:srgbClr val="FFFFFF"/>
            </a:solidFill>
            <a:round/>
          </a:ln>
        </p:spPr>
        <p:txBody>
          <a:bodyPr lIns="1800" tIns="0" rIns="18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3" name=""/>
          <p:cNvSpPr/>
          <p:nvPr/>
        </p:nvSpPr>
        <p:spPr>
          <a:xfrm>
            <a:off x="7914960" y="309096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9" y="1"/>
                </a:moveTo>
                <a:lnTo>
                  <a:pt x="9" y="4"/>
                </a:lnTo>
                <a:lnTo>
                  <a:pt x="8" y="5"/>
                </a:lnTo>
                <a:lnTo>
                  <a:pt x="6" y="6"/>
                </a:lnTo>
                <a:lnTo>
                  <a:pt x="4" y="7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1" y="2"/>
                </a:lnTo>
                <a:lnTo>
                  <a:pt x="3" y="1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4" name=""/>
          <p:cNvSpPr/>
          <p:nvPr/>
        </p:nvSpPr>
        <p:spPr>
          <a:xfrm>
            <a:off x="7954920" y="3068640"/>
            <a:ext cx="6120" cy="3960"/>
          </a:xfrm>
          <a:custGeom>
            <a:avLst/>
            <a:gdLst/>
            <a:ahLst/>
            <a:rect l="0" t="0" r="r" b="b"/>
            <a:pathLst>
              <a:path w="17" h="11">
                <a:moveTo>
                  <a:pt x="5" y="3"/>
                </a:moveTo>
                <a:lnTo>
                  <a:pt x="9" y="1"/>
                </a:lnTo>
                <a:lnTo>
                  <a:pt x="13" y="1"/>
                </a:lnTo>
                <a:lnTo>
                  <a:pt x="15" y="0"/>
                </a:lnTo>
                <a:lnTo>
                  <a:pt x="16" y="1"/>
                </a:lnTo>
                <a:lnTo>
                  <a:pt x="17" y="1"/>
                </a:lnTo>
                <a:lnTo>
                  <a:pt x="17" y="3"/>
                </a:lnTo>
                <a:lnTo>
                  <a:pt x="17" y="5"/>
                </a:lnTo>
                <a:lnTo>
                  <a:pt x="16" y="6"/>
                </a:lnTo>
                <a:lnTo>
                  <a:pt x="15" y="7"/>
                </a:lnTo>
                <a:lnTo>
                  <a:pt x="12" y="9"/>
                </a:lnTo>
                <a:lnTo>
                  <a:pt x="9" y="11"/>
                </a:lnTo>
                <a:lnTo>
                  <a:pt x="7" y="11"/>
                </a:lnTo>
                <a:lnTo>
                  <a:pt x="5" y="11"/>
                </a:lnTo>
                <a:lnTo>
                  <a:pt x="3" y="10"/>
                </a:lnTo>
                <a:lnTo>
                  <a:pt x="2" y="9"/>
                </a:lnTo>
                <a:lnTo>
                  <a:pt x="1" y="7"/>
                </a:lnTo>
                <a:lnTo>
                  <a:pt x="0" y="6"/>
                </a:lnTo>
                <a:lnTo>
                  <a:pt x="1" y="5"/>
                </a:lnTo>
                <a:lnTo>
                  <a:pt x="5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800" rIns="21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5" name=""/>
          <p:cNvSpPr/>
          <p:nvPr/>
        </p:nvSpPr>
        <p:spPr>
          <a:xfrm>
            <a:off x="7940520" y="3056040"/>
            <a:ext cx="10080" cy="8640"/>
          </a:xfrm>
          <a:custGeom>
            <a:avLst/>
            <a:gdLst/>
            <a:ahLst/>
            <a:rect l="0" t="0" r="r" b="b"/>
            <a:pathLst>
              <a:path w="28" h="24">
                <a:moveTo>
                  <a:pt x="8" y="19"/>
                </a:moveTo>
                <a:lnTo>
                  <a:pt x="10" y="19"/>
                </a:lnTo>
                <a:lnTo>
                  <a:pt x="12" y="18"/>
                </a:lnTo>
                <a:lnTo>
                  <a:pt x="14" y="17"/>
                </a:lnTo>
                <a:lnTo>
                  <a:pt x="15" y="15"/>
                </a:lnTo>
                <a:lnTo>
                  <a:pt x="18" y="13"/>
                </a:lnTo>
                <a:lnTo>
                  <a:pt x="22" y="11"/>
                </a:lnTo>
                <a:lnTo>
                  <a:pt x="26" y="10"/>
                </a:lnTo>
                <a:lnTo>
                  <a:pt x="27" y="10"/>
                </a:lnTo>
                <a:lnTo>
                  <a:pt x="28" y="11"/>
                </a:lnTo>
                <a:lnTo>
                  <a:pt x="28" y="12"/>
                </a:lnTo>
                <a:lnTo>
                  <a:pt x="28" y="13"/>
                </a:lnTo>
                <a:lnTo>
                  <a:pt x="26" y="15"/>
                </a:lnTo>
                <a:lnTo>
                  <a:pt x="22" y="16"/>
                </a:lnTo>
                <a:lnTo>
                  <a:pt x="20" y="17"/>
                </a:lnTo>
                <a:lnTo>
                  <a:pt x="18" y="19"/>
                </a:lnTo>
                <a:lnTo>
                  <a:pt x="14" y="21"/>
                </a:lnTo>
                <a:lnTo>
                  <a:pt x="12" y="22"/>
                </a:lnTo>
                <a:lnTo>
                  <a:pt x="10" y="23"/>
                </a:lnTo>
                <a:lnTo>
                  <a:pt x="5" y="24"/>
                </a:lnTo>
                <a:lnTo>
                  <a:pt x="3" y="23"/>
                </a:lnTo>
                <a:lnTo>
                  <a:pt x="1" y="22"/>
                </a:lnTo>
                <a:lnTo>
                  <a:pt x="0" y="21"/>
                </a:lnTo>
                <a:lnTo>
                  <a:pt x="1" y="16"/>
                </a:lnTo>
                <a:lnTo>
                  <a:pt x="2" y="12"/>
                </a:lnTo>
                <a:lnTo>
                  <a:pt x="9" y="7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0" y="2"/>
                </a:lnTo>
                <a:lnTo>
                  <a:pt x="21" y="1"/>
                </a:lnTo>
                <a:lnTo>
                  <a:pt x="23" y="0"/>
                </a:lnTo>
                <a:lnTo>
                  <a:pt x="24" y="1"/>
                </a:lnTo>
                <a:lnTo>
                  <a:pt x="24" y="2"/>
                </a:lnTo>
                <a:lnTo>
                  <a:pt x="22" y="3"/>
                </a:lnTo>
                <a:lnTo>
                  <a:pt x="20" y="5"/>
                </a:lnTo>
                <a:lnTo>
                  <a:pt x="17" y="6"/>
                </a:lnTo>
                <a:lnTo>
                  <a:pt x="12" y="9"/>
                </a:lnTo>
                <a:lnTo>
                  <a:pt x="9" y="12"/>
                </a:lnTo>
                <a:lnTo>
                  <a:pt x="7" y="15"/>
                </a:lnTo>
                <a:lnTo>
                  <a:pt x="6" y="17"/>
                </a:lnTo>
                <a:lnTo>
                  <a:pt x="7" y="18"/>
                </a:lnTo>
                <a:lnTo>
                  <a:pt x="8" y="19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6" name=""/>
          <p:cNvSpPr/>
          <p:nvPr/>
        </p:nvSpPr>
        <p:spPr>
          <a:xfrm>
            <a:off x="7950600" y="30592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2"/>
                </a:move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7" name=""/>
          <p:cNvSpPr/>
          <p:nvPr/>
        </p:nvSpPr>
        <p:spPr>
          <a:xfrm>
            <a:off x="7948800" y="3054600"/>
            <a:ext cx="10440" cy="6480"/>
          </a:xfrm>
          <a:custGeom>
            <a:avLst/>
            <a:gdLst/>
            <a:ahLst/>
            <a:rect l="0" t="0" r="r" b="b"/>
            <a:pathLst>
              <a:path w="29" h="18">
                <a:moveTo>
                  <a:pt x="11" y="17"/>
                </a:moveTo>
                <a:lnTo>
                  <a:pt x="10" y="17"/>
                </a:lnTo>
                <a:lnTo>
                  <a:pt x="11" y="16"/>
                </a:lnTo>
                <a:lnTo>
                  <a:pt x="11" y="15"/>
                </a:lnTo>
                <a:lnTo>
                  <a:pt x="12" y="15"/>
                </a:lnTo>
                <a:lnTo>
                  <a:pt x="16" y="15"/>
                </a:lnTo>
                <a:lnTo>
                  <a:pt x="17" y="15"/>
                </a:lnTo>
                <a:lnTo>
                  <a:pt x="20" y="13"/>
                </a:lnTo>
                <a:lnTo>
                  <a:pt x="22" y="12"/>
                </a:lnTo>
                <a:lnTo>
                  <a:pt x="23" y="11"/>
                </a:lnTo>
                <a:lnTo>
                  <a:pt x="23" y="9"/>
                </a:lnTo>
                <a:lnTo>
                  <a:pt x="23" y="8"/>
                </a:lnTo>
                <a:lnTo>
                  <a:pt x="22" y="6"/>
                </a:lnTo>
                <a:lnTo>
                  <a:pt x="21" y="6"/>
                </a:lnTo>
                <a:lnTo>
                  <a:pt x="18" y="5"/>
                </a:lnTo>
                <a:lnTo>
                  <a:pt x="16" y="5"/>
                </a:lnTo>
                <a:lnTo>
                  <a:pt x="16" y="6"/>
                </a:lnTo>
                <a:lnTo>
                  <a:pt x="13" y="7"/>
                </a:lnTo>
                <a:lnTo>
                  <a:pt x="10" y="7"/>
                </a:lnTo>
                <a:lnTo>
                  <a:pt x="7" y="8"/>
                </a:lnTo>
                <a:lnTo>
                  <a:pt x="4" y="7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4" y="5"/>
                </a:lnTo>
                <a:lnTo>
                  <a:pt x="6" y="5"/>
                </a:lnTo>
                <a:lnTo>
                  <a:pt x="9" y="5"/>
                </a:lnTo>
                <a:lnTo>
                  <a:pt x="12" y="4"/>
                </a:lnTo>
                <a:lnTo>
                  <a:pt x="15" y="2"/>
                </a:lnTo>
                <a:lnTo>
                  <a:pt x="20" y="1"/>
                </a:lnTo>
                <a:lnTo>
                  <a:pt x="21" y="0"/>
                </a:lnTo>
                <a:lnTo>
                  <a:pt x="23" y="1"/>
                </a:lnTo>
                <a:lnTo>
                  <a:pt x="25" y="2"/>
                </a:lnTo>
                <a:lnTo>
                  <a:pt x="27" y="4"/>
                </a:lnTo>
                <a:lnTo>
                  <a:pt x="29" y="7"/>
                </a:lnTo>
                <a:lnTo>
                  <a:pt x="29" y="8"/>
                </a:lnTo>
                <a:lnTo>
                  <a:pt x="29" y="11"/>
                </a:lnTo>
                <a:lnTo>
                  <a:pt x="24" y="14"/>
                </a:lnTo>
                <a:lnTo>
                  <a:pt x="20" y="17"/>
                </a:lnTo>
                <a:lnTo>
                  <a:pt x="17" y="18"/>
                </a:lnTo>
                <a:lnTo>
                  <a:pt x="15" y="18"/>
                </a:lnTo>
                <a:lnTo>
                  <a:pt x="13" y="18"/>
                </a:lnTo>
                <a:lnTo>
                  <a:pt x="11" y="17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8" name=""/>
          <p:cNvSpPr/>
          <p:nvPr/>
        </p:nvSpPr>
        <p:spPr>
          <a:xfrm>
            <a:off x="7934040" y="3042720"/>
            <a:ext cx="4680" cy="2880"/>
          </a:xfrm>
          <a:custGeom>
            <a:avLst/>
            <a:gdLst/>
            <a:ahLst/>
            <a:rect l="0" t="0" r="r" b="b"/>
            <a:pathLst>
              <a:path w="13" h="8">
                <a:moveTo>
                  <a:pt x="2" y="6"/>
                </a:move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4" y="2"/>
                </a:lnTo>
                <a:lnTo>
                  <a:pt x="5" y="2"/>
                </a:lnTo>
                <a:lnTo>
                  <a:pt x="7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2" y="2"/>
                </a:lnTo>
                <a:lnTo>
                  <a:pt x="13" y="3"/>
                </a:lnTo>
                <a:lnTo>
                  <a:pt x="13" y="4"/>
                </a:lnTo>
                <a:lnTo>
                  <a:pt x="12" y="6"/>
                </a:lnTo>
                <a:lnTo>
                  <a:pt x="10" y="8"/>
                </a:lnTo>
                <a:lnTo>
                  <a:pt x="9" y="8"/>
                </a:lnTo>
                <a:lnTo>
                  <a:pt x="8" y="6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9" name=""/>
          <p:cNvSpPr/>
          <p:nvPr/>
        </p:nvSpPr>
        <p:spPr>
          <a:xfrm>
            <a:off x="7948800" y="304236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1" y="3"/>
                </a:move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0" name=""/>
          <p:cNvSpPr/>
          <p:nvPr/>
        </p:nvSpPr>
        <p:spPr>
          <a:xfrm>
            <a:off x="7939800" y="3040200"/>
            <a:ext cx="3600" cy="4320"/>
          </a:xfrm>
          <a:custGeom>
            <a:avLst/>
            <a:gdLst/>
            <a:ahLst/>
            <a:rect l="0" t="0" r="r" b="b"/>
            <a:pathLst>
              <a:path w="10" h="12">
                <a:moveTo>
                  <a:pt x="1" y="1"/>
                </a:move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8" y="4"/>
                </a:lnTo>
                <a:lnTo>
                  <a:pt x="9" y="6"/>
                </a:lnTo>
                <a:lnTo>
                  <a:pt x="9" y="7"/>
                </a:lnTo>
                <a:lnTo>
                  <a:pt x="10" y="9"/>
                </a:lnTo>
                <a:lnTo>
                  <a:pt x="10" y="11"/>
                </a:lnTo>
                <a:lnTo>
                  <a:pt x="8" y="12"/>
                </a:lnTo>
                <a:lnTo>
                  <a:pt x="7" y="12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1" y="9"/>
                </a:lnTo>
                <a:lnTo>
                  <a:pt x="1" y="8"/>
                </a:lnTo>
                <a:lnTo>
                  <a:pt x="0" y="6"/>
                </a:lnTo>
                <a:lnTo>
                  <a:pt x="0" y="5"/>
                </a:lnTo>
                <a:lnTo>
                  <a:pt x="0" y="2"/>
                </a:lnTo>
                <a:lnTo>
                  <a:pt x="1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1" name=""/>
          <p:cNvSpPr/>
          <p:nvPr/>
        </p:nvSpPr>
        <p:spPr>
          <a:xfrm>
            <a:off x="7940520" y="3039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2" name=""/>
          <p:cNvSpPr/>
          <p:nvPr/>
        </p:nvSpPr>
        <p:spPr>
          <a:xfrm>
            <a:off x="7951320" y="3035520"/>
            <a:ext cx="4320" cy="7200"/>
          </a:xfrm>
          <a:custGeom>
            <a:avLst/>
            <a:gdLst/>
            <a:ahLst/>
            <a:rect l="0" t="0" r="r" b="b"/>
            <a:pathLst>
              <a:path w="12" h="20">
                <a:moveTo>
                  <a:pt x="6" y="12"/>
                </a:moveTo>
                <a:lnTo>
                  <a:pt x="6" y="10"/>
                </a:lnTo>
                <a:lnTo>
                  <a:pt x="6" y="9"/>
                </a:lnTo>
                <a:lnTo>
                  <a:pt x="6" y="7"/>
                </a:lnTo>
                <a:lnTo>
                  <a:pt x="5" y="6"/>
                </a:lnTo>
                <a:lnTo>
                  <a:pt x="5" y="5"/>
                </a:lnTo>
                <a:lnTo>
                  <a:pt x="3" y="4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5" y="1"/>
                </a:lnTo>
                <a:lnTo>
                  <a:pt x="6" y="2"/>
                </a:lnTo>
                <a:lnTo>
                  <a:pt x="7" y="3"/>
                </a:lnTo>
                <a:lnTo>
                  <a:pt x="10" y="4"/>
                </a:lnTo>
                <a:lnTo>
                  <a:pt x="11" y="5"/>
                </a:lnTo>
                <a:lnTo>
                  <a:pt x="12" y="7"/>
                </a:lnTo>
                <a:lnTo>
                  <a:pt x="11" y="8"/>
                </a:lnTo>
                <a:lnTo>
                  <a:pt x="11" y="10"/>
                </a:lnTo>
                <a:lnTo>
                  <a:pt x="9" y="13"/>
                </a:lnTo>
                <a:lnTo>
                  <a:pt x="7" y="16"/>
                </a:lnTo>
                <a:lnTo>
                  <a:pt x="6" y="18"/>
                </a:lnTo>
                <a:lnTo>
                  <a:pt x="4" y="19"/>
                </a:lnTo>
                <a:lnTo>
                  <a:pt x="3" y="20"/>
                </a:lnTo>
                <a:lnTo>
                  <a:pt x="2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lnTo>
                  <a:pt x="5" y="15"/>
                </a:lnTo>
                <a:lnTo>
                  <a:pt x="5" y="13"/>
                </a:lnTo>
                <a:lnTo>
                  <a:pt x="6" y="1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3" name=""/>
          <p:cNvSpPr/>
          <p:nvPr/>
        </p:nvSpPr>
        <p:spPr>
          <a:xfrm>
            <a:off x="7941240" y="303624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7" y="0"/>
                </a:moveTo>
                <a:lnTo>
                  <a:pt x="8" y="0"/>
                </a:lnTo>
                <a:lnTo>
                  <a:pt x="8" y="1"/>
                </a:lnTo>
                <a:lnTo>
                  <a:pt x="7" y="2"/>
                </a:lnTo>
                <a:lnTo>
                  <a:pt x="5" y="3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2" y="2"/>
                </a:lnTo>
                <a:lnTo>
                  <a:pt x="3" y="1"/>
                </a:lnTo>
                <a:lnTo>
                  <a:pt x="4" y="0"/>
                </a:lnTo>
                <a:lnTo>
                  <a:pt x="7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4" name=""/>
          <p:cNvSpPr/>
          <p:nvPr/>
        </p:nvSpPr>
        <p:spPr>
          <a:xfrm>
            <a:off x="7950240" y="3035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800" rIns="21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5" name=""/>
          <p:cNvSpPr/>
          <p:nvPr/>
        </p:nvSpPr>
        <p:spPr>
          <a:xfrm>
            <a:off x="7949520" y="3035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6" name=""/>
          <p:cNvSpPr/>
          <p:nvPr/>
        </p:nvSpPr>
        <p:spPr>
          <a:xfrm>
            <a:off x="7947720" y="3034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7" name=""/>
          <p:cNvSpPr/>
          <p:nvPr/>
        </p:nvSpPr>
        <p:spPr>
          <a:xfrm>
            <a:off x="7945200" y="303372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4" y="1"/>
                </a:moveTo>
                <a:lnTo>
                  <a:pt x="5" y="0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6" y="4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2" y="2"/>
                </a:lnTo>
                <a:lnTo>
                  <a:pt x="4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8" name=""/>
          <p:cNvSpPr/>
          <p:nvPr/>
        </p:nvSpPr>
        <p:spPr>
          <a:xfrm>
            <a:off x="7947720" y="303228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1" y="4"/>
                </a:move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5" y="1"/>
                </a:lnTo>
                <a:lnTo>
                  <a:pt x="8" y="1"/>
                </a:lnTo>
                <a:lnTo>
                  <a:pt x="9" y="4"/>
                </a:lnTo>
                <a:lnTo>
                  <a:pt x="9" y="6"/>
                </a:lnTo>
                <a:lnTo>
                  <a:pt x="10" y="7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5" y="7"/>
                </a:lnTo>
                <a:lnTo>
                  <a:pt x="3" y="6"/>
                </a:lnTo>
                <a:lnTo>
                  <a:pt x="2" y="5"/>
                </a:lnTo>
                <a:lnTo>
                  <a:pt x="1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9" name=""/>
          <p:cNvSpPr/>
          <p:nvPr/>
        </p:nvSpPr>
        <p:spPr>
          <a:xfrm>
            <a:off x="7928640" y="29995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2"/>
                </a:moveTo>
                <a:lnTo>
                  <a:pt x="6" y="3"/>
                </a:lnTo>
                <a:lnTo>
                  <a:pt x="4" y="4"/>
                </a:lnTo>
                <a:lnTo>
                  <a:pt x="3" y="6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lnTo>
                  <a:pt x="6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0" name=""/>
          <p:cNvSpPr/>
          <p:nvPr/>
        </p:nvSpPr>
        <p:spPr>
          <a:xfrm>
            <a:off x="7927920" y="2996280"/>
            <a:ext cx="8640" cy="5040"/>
          </a:xfrm>
          <a:custGeom>
            <a:avLst/>
            <a:gdLst/>
            <a:ahLst/>
            <a:rect l="0" t="0" r="r" b="b"/>
            <a:pathLst>
              <a:path w="24" h="14">
                <a:moveTo>
                  <a:pt x="12" y="13"/>
                </a:moveTo>
                <a:lnTo>
                  <a:pt x="9" y="13"/>
                </a:lnTo>
                <a:lnTo>
                  <a:pt x="8" y="14"/>
                </a:lnTo>
                <a:lnTo>
                  <a:pt x="7" y="13"/>
                </a:lnTo>
                <a:lnTo>
                  <a:pt x="6" y="12"/>
                </a:lnTo>
                <a:lnTo>
                  <a:pt x="6" y="9"/>
                </a:lnTo>
                <a:lnTo>
                  <a:pt x="7" y="9"/>
                </a:lnTo>
                <a:lnTo>
                  <a:pt x="8" y="9"/>
                </a:lnTo>
                <a:lnTo>
                  <a:pt x="12" y="9"/>
                </a:lnTo>
                <a:lnTo>
                  <a:pt x="13" y="8"/>
                </a:lnTo>
                <a:lnTo>
                  <a:pt x="13" y="7"/>
                </a:lnTo>
                <a:lnTo>
                  <a:pt x="14" y="6"/>
                </a:lnTo>
                <a:lnTo>
                  <a:pt x="16" y="5"/>
                </a:lnTo>
                <a:lnTo>
                  <a:pt x="18" y="5"/>
                </a:lnTo>
                <a:lnTo>
                  <a:pt x="19" y="5"/>
                </a:lnTo>
                <a:lnTo>
                  <a:pt x="19" y="4"/>
                </a:lnTo>
                <a:lnTo>
                  <a:pt x="18" y="3"/>
                </a:lnTo>
                <a:lnTo>
                  <a:pt x="17" y="3"/>
                </a:lnTo>
                <a:lnTo>
                  <a:pt x="16" y="3"/>
                </a:lnTo>
                <a:lnTo>
                  <a:pt x="14" y="4"/>
                </a:lnTo>
                <a:lnTo>
                  <a:pt x="13" y="4"/>
                </a:lnTo>
                <a:lnTo>
                  <a:pt x="12" y="5"/>
                </a:lnTo>
                <a:lnTo>
                  <a:pt x="9" y="5"/>
                </a:lnTo>
                <a:lnTo>
                  <a:pt x="7" y="6"/>
                </a:lnTo>
                <a:lnTo>
                  <a:pt x="6" y="7"/>
                </a:lnTo>
                <a:lnTo>
                  <a:pt x="5" y="7"/>
                </a:lnTo>
                <a:lnTo>
                  <a:pt x="4" y="8"/>
                </a:lnTo>
                <a:lnTo>
                  <a:pt x="3" y="9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0" y="6"/>
                </a:lnTo>
                <a:lnTo>
                  <a:pt x="2" y="5"/>
                </a:lnTo>
                <a:lnTo>
                  <a:pt x="4" y="5"/>
                </a:lnTo>
                <a:lnTo>
                  <a:pt x="5" y="4"/>
                </a:lnTo>
                <a:lnTo>
                  <a:pt x="8" y="3"/>
                </a:lnTo>
                <a:lnTo>
                  <a:pt x="9" y="2"/>
                </a:lnTo>
                <a:lnTo>
                  <a:pt x="12" y="1"/>
                </a:lnTo>
                <a:lnTo>
                  <a:pt x="15" y="0"/>
                </a:lnTo>
                <a:lnTo>
                  <a:pt x="17" y="0"/>
                </a:lnTo>
                <a:lnTo>
                  <a:pt x="19" y="0"/>
                </a:lnTo>
                <a:lnTo>
                  <a:pt x="21" y="0"/>
                </a:lnTo>
                <a:lnTo>
                  <a:pt x="23" y="1"/>
                </a:lnTo>
                <a:lnTo>
                  <a:pt x="24" y="3"/>
                </a:lnTo>
                <a:lnTo>
                  <a:pt x="24" y="5"/>
                </a:lnTo>
                <a:lnTo>
                  <a:pt x="23" y="6"/>
                </a:lnTo>
                <a:lnTo>
                  <a:pt x="21" y="7"/>
                </a:lnTo>
                <a:lnTo>
                  <a:pt x="20" y="7"/>
                </a:lnTo>
                <a:lnTo>
                  <a:pt x="19" y="8"/>
                </a:lnTo>
                <a:lnTo>
                  <a:pt x="17" y="9"/>
                </a:lnTo>
                <a:lnTo>
                  <a:pt x="15" y="10"/>
                </a:lnTo>
                <a:lnTo>
                  <a:pt x="14" y="12"/>
                </a:lnTo>
                <a:lnTo>
                  <a:pt x="12" y="1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1" name=""/>
          <p:cNvSpPr/>
          <p:nvPr/>
        </p:nvSpPr>
        <p:spPr>
          <a:xfrm>
            <a:off x="7797240" y="29275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2" name=""/>
          <p:cNvSpPr/>
          <p:nvPr/>
        </p:nvSpPr>
        <p:spPr>
          <a:xfrm>
            <a:off x="7777080" y="2926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3" name=""/>
          <p:cNvSpPr/>
          <p:nvPr/>
        </p:nvSpPr>
        <p:spPr>
          <a:xfrm>
            <a:off x="7794720" y="2925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4" name=""/>
          <p:cNvSpPr/>
          <p:nvPr/>
        </p:nvSpPr>
        <p:spPr>
          <a:xfrm>
            <a:off x="7773480" y="29246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3" y="3"/>
                </a:lnTo>
                <a:lnTo>
                  <a:pt x="4" y="4"/>
                </a:lnTo>
                <a:lnTo>
                  <a:pt x="3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5" name=""/>
          <p:cNvSpPr/>
          <p:nvPr/>
        </p:nvSpPr>
        <p:spPr>
          <a:xfrm>
            <a:off x="7782120" y="2924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6" name=""/>
          <p:cNvSpPr/>
          <p:nvPr/>
        </p:nvSpPr>
        <p:spPr>
          <a:xfrm>
            <a:off x="7801200" y="29185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3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7" name=""/>
          <p:cNvSpPr/>
          <p:nvPr/>
        </p:nvSpPr>
        <p:spPr>
          <a:xfrm>
            <a:off x="7842960" y="28929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8" name=""/>
          <p:cNvSpPr/>
          <p:nvPr/>
        </p:nvSpPr>
        <p:spPr>
          <a:xfrm>
            <a:off x="7851240" y="28900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9" name=""/>
          <p:cNvSpPr/>
          <p:nvPr/>
        </p:nvSpPr>
        <p:spPr>
          <a:xfrm>
            <a:off x="7850880" y="28890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3"/>
                </a:moveTo>
                <a:lnTo>
                  <a:pt x="5" y="4"/>
                </a:lnTo>
                <a:lnTo>
                  <a:pt x="2" y="4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5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0" name=""/>
          <p:cNvSpPr/>
          <p:nvPr/>
        </p:nvSpPr>
        <p:spPr>
          <a:xfrm>
            <a:off x="7717680" y="2782800"/>
            <a:ext cx="170280" cy="147600"/>
          </a:xfrm>
          <a:custGeom>
            <a:avLst/>
            <a:gdLst/>
            <a:ahLst/>
            <a:rect l="0" t="0" r="r" b="b"/>
            <a:pathLst>
              <a:path w="473" h="410">
                <a:moveTo>
                  <a:pt x="409" y="21"/>
                </a:moveTo>
                <a:lnTo>
                  <a:pt x="410" y="22"/>
                </a:lnTo>
                <a:lnTo>
                  <a:pt x="411" y="22"/>
                </a:lnTo>
                <a:lnTo>
                  <a:pt x="412" y="22"/>
                </a:lnTo>
                <a:lnTo>
                  <a:pt x="413" y="22"/>
                </a:lnTo>
                <a:lnTo>
                  <a:pt x="414" y="22"/>
                </a:lnTo>
                <a:lnTo>
                  <a:pt x="414" y="24"/>
                </a:lnTo>
                <a:lnTo>
                  <a:pt x="414" y="25"/>
                </a:lnTo>
                <a:lnTo>
                  <a:pt x="415" y="25"/>
                </a:lnTo>
                <a:lnTo>
                  <a:pt x="415" y="26"/>
                </a:lnTo>
                <a:lnTo>
                  <a:pt x="416" y="27"/>
                </a:lnTo>
                <a:lnTo>
                  <a:pt x="419" y="29"/>
                </a:lnTo>
                <a:lnTo>
                  <a:pt x="420" y="29"/>
                </a:lnTo>
                <a:lnTo>
                  <a:pt x="423" y="29"/>
                </a:lnTo>
                <a:lnTo>
                  <a:pt x="424" y="29"/>
                </a:lnTo>
                <a:lnTo>
                  <a:pt x="424" y="30"/>
                </a:lnTo>
                <a:lnTo>
                  <a:pt x="425" y="30"/>
                </a:lnTo>
                <a:lnTo>
                  <a:pt x="426" y="30"/>
                </a:lnTo>
                <a:lnTo>
                  <a:pt x="427" y="31"/>
                </a:lnTo>
                <a:lnTo>
                  <a:pt x="428" y="31"/>
                </a:lnTo>
                <a:lnTo>
                  <a:pt x="429" y="31"/>
                </a:lnTo>
                <a:lnTo>
                  <a:pt x="430" y="31"/>
                </a:lnTo>
                <a:lnTo>
                  <a:pt x="431" y="31"/>
                </a:lnTo>
                <a:lnTo>
                  <a:pt x="432" y="31"/>
                </a:lnTo>
                <a:lnTo>
                  <a:pt x="432" y="32"/>
                </a:lnTo>
                <a:lnTo>
                  <a:pt x="433" y="32"/>
                </a:lnTo>
                <a:lnTo>
                  <a:pt x="433" y="31"/>
                </a:lnTo>
                <a:lnTo>
                  <a:pt x="432" y="31"/>
                </a:lnTo>
                <a:lnTo>
                  <a:pt x="433" y="31"/>
                </a:lnTo>
                <a:lnTo>
                  <a:pt x="434" y="31"/>
                </a:lnTo>
                <a:lnTo>
                  <a:pt x="435" y="31"/>
                </a:lnTo>
                <a:lnTo>
                  <a:pt x="436" y="31"/>
                </a:lnTo>
                <a:lnTo>
                  <a:pt x="438" y="31"/>
                </a:lnTo>
                <a:lnTo>
                  <a:pt x="438" y="30"/>
                </a:lnTo>
                <a:lnTo>
                  <a:pt x="439" y="30"/>
                </a:lnTo>
                <a:lnTo>
                  <a:pt x="441" y="30"/>
                </a:lnTo>
                <a:lnTo>
                  <a:pt x="442" y="30"/>
                </a:lnTo>
                <a:lnTo>
                  <a:pt x="443" y="30"/>
                </a:lnTo>
                <a:lnTo>
                  <a:pt x="443" y="29"/>
                </a:lnTo>
                <a:lnTo>
                  <a:pt x="444" y="29"/>
                </a:lnTo>
                <a:lnTo>
                  <a:pt x="444" y="28"/>
                </a:lnTo>
                <a:lnTo>
                  <a:pt x="444" y="27"/>
                </a:lnTo>
                <a:lnTo>
                  <a:pt x="445" y="27"/>
                </a:lnTo>
                <a:lnTo>
                  <a:pt x="444" y="27"/>
                </a:lnTo>
                <a:lnTo>
                  <a:pt x="445" y="27"/>
                </a:lnTo>
                <a:lnTo>
                  <a:pt x="445" y="26"/>
                </a:lnTo>
                <a:lnTo>
                  <a:pt x="446" y="26"/>
                </a:lnTo>
                <a:lnTo>
                  <a:pt x="447" y="26"/>
                </a:lnTo>
                <a:lnTo>
                  <a:pt x="447" y="27"/>
                </a:lnTo>
                <a:lnTo>
                  <a:pt x="448" y="27"/>
                </a:lnTo>
                <a:lnTo>
                  <a:pt x="448" y="28"/>
                </a:lnTo>
                <a:lnTo>
                  <a:pt x="449" y="29"/>
                </a:lnTo>
                <a:lnTo>
                  <a:pt x="452" y="34"/>
                </a:lnTo>
                <a:lnTo>
                  <a:pt x="452" y="37"/>
                </a:lnTo>
                <a:lnTo>
                  <a:pt x="452" y="38"/>
                </a:lnTo>
                <a:lnTo>
                  <a:pt x="453" y="42"/>
                </a:lnTo>
                <a:lnTo>
                  <a:pt x="454" y="43"/>
                </a:lnTo>
                <a:lnTo>
                  <a:pt x="455" y="45"/>
                </a:lnTo>
                <a:lnTo>
                  <a:pt x="455" y="46"/>
                </a:lnTo>
                <a:lnTo>
                  <a:pt x="456" y="48"/>
                </a:lnTo>
                <a:lnTo>
                  <a:pt x="456" y="49"/>
                </a:lnTo>
                <a:lnTo>
                  <a:pt x="457" y="51"/>
                </a:lnTo>
                <a:lnTo>
                  <a:pt x="458" y="54"/>
                </a:lnTo>
                <a:lnTo>
                  <a:pt x="459" y="56"/>
                </a:lnTo>
                <a:lnTo>
                  <a:pt x="460" y="59"/>
                </a:lnTo>
                <a:lnTo>
                  <a:pt x="461" y="60"/>
                </a:lnTo>
                <a:lnTo>
                  <a:pt x="462" y="64"/>
                </a:lnTo>
                <a:lnTo>
                  <a:pt x="462" y="65"/>
                </a:lnTo>
                <a:lnTo>
                  <a:pt x="462" y="70"/>
                </a:lnTo>
                <a:lnTo>
                  <a:pt x="463" y="72"/>
                </a:lnTo>
                <a:lnTo>
                  <a:pt x="463" y="78"/>
                </a:lnTo>
                <a:lnTo>
                  <a:pt x="463" y="79"/>
                </a:lnTo>
                <a:lnTo>
                  <a:pt x="463" y="80"/>
                </a:lnTo>
                <a:lnTo>
                  <a:pt x="464" y="82"/>
                </a:lnTo>
                <a:lnTo>
                  <a:pt x="464" y="86"/>
                </a:lnTo>
                <a:lnTo>
                  <a:pt x="465" y="89"/>
                </a:lnTo>
                <a:lnTo>
                  <a:pt x="466" y="91"/>
                </a:lnTo>
                <a:lnTo>
                  <a:pt x="467" y="91"/>
                </a:lnTo>
                <a:lnTo>
                  <a:pt x="468" y="91"/>
                </a:lnTo>
                <a:lnTo>
                  <a:pt x="469" y="91"/>
                </a:lnTo>
                <a:lnTo>
                  <a:pt x="469" y="92"/>
                </a:lnTo>
                <a:lnTo>
                  <a:pt x="469" y="93"/>
                </a:lnTo>
                <a:lnTo>
                  <a:pt x="470" y="93"/>
                </a:lnTo>
                <a:lnTo>
                  <a:pt x="470" y="94"/>
                </a:lnTo>
                <a:lnTo>
                  <a:pt x="471" y="95"/>
                </a:lnTo>
                <a:lnTo>
                  <a:pt x="470" y="96"/>
                </a:lnTo>
                <a:lnTo>
                  <a:pt x="470" y="97"/>
                </a:lnTo>
                <a:lnTo>
                  <a:pt x="471" y="97"/>
                </a:lnTo>
                <a:lnTo>
                  <a:pt x="472" y="98"/>
                </a:lnTo>
                <a:lnTo>
                  <a:pt x="471" y="98"/>
                </a:lnTo>
                <a:lnTo>
                  <a:pt x="471" y="99"/>
                </a:lnTo>
                <a:lnTo>
                  <a:pt x="472" y="99"/>
                </a:lnTo>
                <a:lnTo>
                  <a:pt x="473" y="99"/>
                </a:lnTo>
                <a:lnTo>
                  <a:pt x="473" y="100"/>
                </a:lnTo>
                <a:lnTo>
                  <a:pt x="472" y="100"/>
                </a:lnTo>
                <a:lnTo>
                  <a:pt x="470" y="101"/>
                </a:lnTo>
                <a:lnTo>
                  <a:pt x="468" y="99"/>
                </a:lnTo>
                <a:lnTo>
                  <a:pt x="464" y="99"/>
                </a:lnTo>
                <a:lnTo>
                  <a:pt x="462" y="100"/>
                </a:lnTo>
                <a:lnTo>
                  <a:pt x="461" y="100"/>
                </a:lnTo>
                <a:lnTo>
                  <a:pt x="460" y="101"/>
                </a:lnTo>
                <a:lnTo>
                  <a:pt x="459" y="104"/>
                </a:lnTo>
                <a:lnTo>
                  <a:pt x="458" y="105"/>
                </a:lnTo>
                <a:lnTo>
                  <a:pt x="457" y="107"/>
                </a:lnTo>
                <a:lnTo>
                  <a:pt x="456" y="107"/>
                </a:lnTo>
                <a:lnTo>
                  <a:pt x="456" y="108"/>
                </a:lnTo>
                <a:lnTo>
                  <a:pt x="455" y="108"/>
                </a:lnTo>
                <a:lnTo>
                  <a:pt x="455" y="109"/>
                </a:lnTo>
                <a:lnTo>
                  <a:pt x="454" y="109"/>
                </a:lnTo>
                <a:lnTo>
                  <a:pt x="453" y="110"/>
                </a:lnTo>
                <a:lnTo>
                  <a:pt x="452" y="110"/>
                </a:lnTo>
                <a:lnTo>
                  <a:pt x="451" y="111"/>
                </a:lnTo>
                <a:lnTo>
                  <a:pt x="450" y="111"/>
                </a:lnTo>
                <a:lnTo>
                  <a:pt x="450" y="112"/>
                </a:lnTo>
                <a:lnTo>
                  <a:pt x="449" y="112"/>
                </a:lnTo>
                <a:lnTo>
                  <a:pt x="448" y="113"/>
                </a:lnTo>
                <a:lnTo>
                  <a:pt x="448" y="114"/>
                </a:lnTo>
                <a:lnTo>
                  <a:pt x="447" y="115"/>
                </a:lnTo>
                <a:lnTo>
                  <a:pt x="446" y="115"/>
                </a:lnTo>
                <a:lnTo>
                  <a:pt x="446" y="116"/>
                </a:lnTo>
                <a:lnTo>
                  <a:pt x="446" y="117"/>
                </a:lnTo>
                <a:lnTo>
                  <a:pt x="445" y="118"/>
                </a:lnTo>
                <a:lnTo>
                  <a:pt x="444" y="119"/>
                </a:lnTo>
                <a:lnTo>
                  <a:pt x="443" y="119"/>
                </a:lnTo>
                <a:lnTo>
                  <a:pt x="443" y="120"/>
                </a:lnTo>
                <a:lnTo>
                  <a:pt x="442" y="121"/>
                </a:lnTo>
                <a:lnTo>
                  <a:pt x="441" y="122"/>
                </a:lnTo>
                <a:lnTo>
                  <a:pt x="441" y="123"/>
                </a:lnTo>
                <a:lnTo>
                  <a:pt x="441" y="124"/>
                </a:lnTo>
                <a:lnTo>
                  <a:pt x="440" y="125"/>
                </a:lnTo>
                <a:lnTo>
                  <a:pt x="439" y="125"/>
                </a:lnTo>
                <a:lnTo>
                  <a:pt x="438" y="125"/>
                </a:lnTo>
                <a:lnTo>
                  <a:pt x="437" y="124"/>
                </a:lnTo>
                <a:lnTo>
                  <a:pt x="436" y="123"/>
                </a:lnTo>
                <a:lnTo>
                  <a:pt x="435" y="122"/>
                </a:lnTo>
                <a:lnTo>
                  <a:pt x="436" y="122"/>
                </a:lnTo>
                <a:lnTo>
                  <a:pt x="436" y="121"/>
                </a:lnTo>
                <a:lnTo>
                  <a:pt x="435" y="121"/>
                </a:lnTo>
                <a:lnTo>
                  <a:pt x="435" y="120"/>
                </a:lnTo>
                <a:lnTo>
                  <a:pt x="434" y="120"/>
                </a:lnTo>
                <a:lnTo>
                  <a:pt x="434" y="119"/>
                </a:lnTo>
                <a:lnTo>
                  <a:pt x="433" y="119"/>
                </a:lnTo>
                <a:lnTo>
                  <a:pt x="433" y="118"/>
                </a:lnTo>
                <a:lnTo>
                  <a:pt x="434" y="119"/>
                </a:lnTo>
                <a:lnTo>
                  <a:pt x="435" y="119"/>
                </a:lnTo>
                <a:lnTo>
                  <a:pt x="434" y="117"/>
                </a:lnTo>
                <a:lnTo>
                  <a:pt x="433" y="117"/>
                </a:lnTo>
                <a:lnTo>
                  <a:pt x="433" y="118"/>
                </a:lnTo>
                <a:lnTo>
                  <a:pt x="432" y="118"/>
                </a:lnTo>
                <a:lnTo>
                  <a:pt x="432" y="117"/>
                </a:lnTo>
                <a:lnTo>
                  <a:pt x="432" y="116"/>
                </a:lnTo>
                <a:lnTo>
                  <a:pt x="432" y="115"/>
                </a:lnTo>
                <a:lnTo>
                  <a:pt x="432" y="114"/>
                </a:lnTo>
                <a:lnTo>
                  <a:pt x="433" y="114"/>
                </a:lnTo>
                <a:lnTo>
                  <a:pt x="433" y="113"/>
                </a:lnTo>
                <a:lnTo>
                  <a:pt x="432" y="112"/>
                </a:lnTo>
                <a:lnTo>
                  <a:pt x="431" y="111"/>
                </a:lnTo>
                <a:lnTo>
                  <a:pt x="431" y="110"/>
                </a:lnTo>
                <a:lnTo>
                  <a:pt x="432" y="110"/>
                </a:lnTo>
                <a:lnTo>
                  <a:pt x="432" y="109"/>
                </a:lnTo>
                <a:lnTo>
                  <a:pt x="433" y="108"/>
                </a:lnTo>
                <a:lnTo>
                  <a:pt x="434" y="108"/>
                </a:lnTo>
                <a:lnTo>
                  <a:pt x="434" y="107"/>
                </a:lnTo>
                <a:lnTo>
                  <a:pt x="436" y="108"/>
                </a:lnTo>
                <a:lnTo>
                  <a:pt x="437" y="108"/>
                </a:lnTo>
                <a:lnTo>
                  <a:pt x="439" y="108"/>
                </a:lnTo>
                <a:lnTo>
                  <a:pt x="441" y="108"/>
                </a:lnTo>
                <a:lnTo>
                  <a:pt x="440" y="108"/>
                </a:lnTo>
                <a:lnTo>
                  <a:pt x="440" y="107"/>
                </a:lnTo>
                <a:lnTo>
                  <a:pt x="439" y="107"/>
                </a:lnTo>
                <a:lnTo>
                  <a:pt x="439" y="106"/>
                </a:lnTo>
                <a:lnTo>
                  <a:pt x="441" y="105"/>
                </a:lnTo>
                <a:lnTo>
                  <a:pt x="442" y="104"/>
                </a:lnTo>
                <a:lnTo>
                  <a:pt x="441" y="103"/>
                </a:lnTo>
                <a:lnTo>
                  <a:pt x="441" y="102"/>
                </a:lnTo>
                <a:lnTo>
                  <a:pt x="442" y="101"/>
                </a:lnTo>
                <a:lnTo>
                  <a:pt x="443" y="100"/>
                </a:lnTo>
                <a:lnTo>
                  <a:pt x="445" y="100"/>
                </a:lnTo>
                <a:lnTo>
                  <a:pt x="446" y="100"/>
                </a:lnTo>
                <a:lnTo>
                  <a:pt x="446" y="99"/>
                </a:lnTo>
                <a:lnTo>
                  <a:pt x="445" y="99"/>
                </a:lnTo>
                <a:lnTo>
                  <a:pt x="445" y="100"/>
                </a:lnTo>
                <a:lnTo>
                  <a:pt x="444" y="100"/>
                </a:lnTo>
                <a:lnTo>
                  <a:pt x="443" y="100"/>
                </a:lnTo>
                <a:lnTo>
                  <a:pt x="441" y="100"/>
                </a:lnTo>
                <a:lnTo>
                  <a:pt x="441" y="101"/>
                </a:lnTo>
                <a:lnTo>
                  <a:pt x="441" y="102"/>
                </a:lnTo>
                <a:lnTo>
                  <a:pt x="441" y="104"/>
                </a:lnTo>
                <a:lnTo>
                  <a:pt x="441" y="105"/>
                </a:lnTo>
                <a:lnTo>
                  <a:pt x="440" y="105"/>
                </a:lnTo>
                <a:lnTo>
                  <a:pt x="439" y="106"/>
                </a:lnTo>
                <a:lnTo>
                  <a:pt x="438" y="105"/>
                </a:lnTo>
                <a:lnTo>
                  <a:pt x="437" y="105"/>
                </a:lnTo>
                <a:lnTo>
                  <a:pt x="437" y="104"/>
                </a:lnTo>
                <a:lnTo>
                  <a:pt x="434" y="104"/>
                </a:lnTo>
                <a:lnTo>
                  <a:pt x="434" y="105"/>
                </a:lnTo>
                <a:lnTo>
                  <a:pt x="433" y="105"/>
                </a:lnTo>
                <a:lnTo>
                  <a:pt x="433" y="104"/>
                </a:lnTo>
                <a:lnTo>
                  <a:pt x="432" y="104"/>
                </a:lnTo>
                <a:lnTo>
                  <a:pt x="430" y="105"/>
                </a:lnTo>
                <a:lnTo>
                  <a:pt x="429" y="105"/>
                </a:lnTo>
                <a:lnTo>
                  <a:pt x="428" y="106"/>
                </a:lnTo>
                <a:lnTo>
                  <a:pt x="427" y="106"/>
                </a:lnTo>
                <a:lnTo>
                  <a:pt x="426" y="106"/>
                </a:lnTo>
                <a:lnTo>
                  <a:pt x="426" y="107"/>
                </a:lnTo>
                <a:lnTo>
                  <a:pt x="425" y="107"/>
                </a:lnTo>
                <a:lnTo>
                  <a:pt x="425" y="106"/>
                </a:lnTo>
                <a:lnTo>
                  <a:pt x="425" y="105"/>
                </a:lnTo>
                <a:lnTo>
                  <a:pt x="424" y="105"/>
                </a:lnTo>
                <a:lnTo>
                  <a:pt x="423" y="105"/>
                </a:lnTo>
                <a:lnTo>
                  <a:pt x="422" y="105"/>
                </a:lnTo>
                <a:lnTo>
                  <a:pt x="422" y="106"/>
                </a:lnTo>
                <a:lnTo>
                  <a:pt x="420" y="106"/>
                </a:lnTo>
                <a:lnTo>
                  <a:pt x="419" y="106"/>
                </a:lnTo>
                <a:lnTo>
                  <a:pt x="418" y="106"/>
                </a:lnTo>
                <a:lnTo>
                  <a:pt x="419" y="106"/>
                </a:lnTo>
                <a:lnTo>
                  <a:pt x="419" y="107"/>
                </a:lnTo>
                <a:lnTo>
                  <a:pt x="420" y="107"/>
                </a:lnTo>
                <a:lnTo>
                  <a:pt x="422" y="106"/>
                </a:lnTo>
                <a:lnTo>
                  <a:pt x="422" y="107"/>
                </a:lnTo>
                <a:lnTo>
                  <a:pt x="423" y="108"/>
                </a:lnTo>
                <a:lnTo>
                  <a:pt x="424" y="109"/>
                </a:lnTo>
                <a:lnTo>
                  <a:pt x="425" y="108"/>
                </a:lnTo>
                <a:lnTo>
                  <a:pt x="425" y="109"/>
                </a:lnTo>
                <a:lnTo>
                  <a:pt x="426" y="112"/>
                </a:lnTo>
                <a:lnTo>
                  <a:pt x="427" y="113"/>
                </a:lnTo>
                <a:lnTo>
                  <a:pt x="427" y="112"/>
                </a:lnTo>
                <a:lnTo>
                  <a:pt x="428" y="112"/>
                </a:lnTo>
                <a:lnTo>
                  <a:pt x="428" y="113"/>
                </a:lnTo>
                <a:lnTo>
                  <a:pt x="428" y="114"/>
                </a:lnTo>
                <a:lnTo>
                  <a:pt x="429" y="114"/>
                </a:lnTo>
                <a:lnTo>
                  <a:pt x="430" y="114"/>
                </a:lnTo>
                <a:lnTo>
                  <a:pt x="430" y="115"/>
                </a:lnTo>
                <a:lnTo>
                  <a:pt x="430" y="116"/>
                </a:lnTo>
                <a:lnTo>
                  <a:pt x="430" y="117"/>
                </a:lnTo>
                <a:lnTo>
                  <a:pt x="431" y="118"/>
                </a:lnTo>
                <a:lnTo>
                  <a:pt x="434" y="121"/>
                </a:lnTo>
                <a:lnTo>
                  <a:pt x="434" y="122"/>
                </a:lnTo>
                <a:lnTo>
                  <a:pt x="434" y="123"/>
                </a:lnTo>
                <a:lnTo>
                  <a:pt x="434" y="124"/>
                </a:lnTo>
                <a:lnTo>
                  <a:pt x="433" y="124"/>
                </a:lnTo>
                <a:lnTo>
                  <a:pt x="432" y="122"/>
                </a:lnTo>
                <a:lnTo>
                  <a:pt x="431" y="122"/>
                </a:lnTo>
                <a:lnTo>
                  <a:pt x="430" y="122"/>
                </a:lnTo>
                <a:lnTo>
                  <a:pt x="430" y="123"/>
                </a:lnTo>
                <a:lnTo>
                  <a:pt x="429" y="123"/>
                </a:lnTo>
                <a:lnTo>
                  <a:pt x="429" y="124"/>
                </a:lnTo>
                <a:lnTo>
                  <a:pt x="428" y="125"/>
                </a:lnTo>
                <a:lnTo>
                  <a:pt x="428" y="126"/>
                </a:lnTo>
                <a:lnTo>
                  <a:pt x="428" y="127"/>
                </a:lnTo>
                <a:lnTo>
                  <a:pt x="428" y="128"/>
                </a:lnTo>
                <a:lnTo>
                  <a:pt x="429" y="129"/>
                </a:lnTo>
                <a:lnTo>
                  <a:pt x="429" y="130"/>
                </a:lnTo>
                <a:lnTo>
                  <a:pt x="428" y="133"/>
                </a:lnTo>
                <a:lnTo>
                  <a:pt x="427" y="134"/>
                </a:lnTo>
                <a:lnTo>
                  <a:pt x="427" y="135"/>
                </a:lnTo>
                <a:lnTo>
                  <a:pt x="427" y="134"/>
                </a:lnTo>
                <a:lnTo>
                  <a:pt x="427" y="135"/>
                </a:lnTo>
                <a:lnTo>
                  <a:pt x="426" y="135"/>
                </a:lnTo>
                <a:lnTo>
                  <a:pt x="425" y="136"/>
                </a:lnTo>
                <a:lnTo>
                  <a:pt x="426" y="136"/>
                </a:lnTo>
                <a:lnTo>
                  <a:pt x="425" y="136"/>
                </a:lnTo>
                <a:lnTo>
                  <a:pt x="425" y="137"/>
                </a:lnTo>
                <a:lnTo>
                  <a:pt x="424" y="138"/>
                </a:lnTo>
                <a:lnTo>
                  <a:pt x="423" y="138"/>
                </a:lnTo>
                <a:lnTo>
                  <a:pt x="423" y="139"/>
                </a:lnTo>
                <a:lnTo>
                  <a:pt x="422" y="139"/>
                </a:lnTo>
                <a:lnTo>
                  <a:pt x="421" y="139"/>
                </a:lnTo>
                <a:lnTo>
                  <a:pt x="421" y="140"/>
                </a:lnTo>
                <a:lnTo>
                  <a:pt x="420" y="140"/>
                </a:lnTo>
                <a:lnTo>
                  <a:pt x="421" y="140"/>
                </a:lnTo>
                <a:lnTo>
                  <a:pt x="421" y="141"/>
                </a:lnTo>
                <a:lnTo>
                  <a:pt x="422" y="140"/>
                </a:lnTo>
                <a:lnTo>
                  <a:pt x="423" y="140"/>
                </a:lnTo>
                <a:lnTo>
                  <a:pt x="423" y="141"/>
                </a:lnTo>
                <a:lnTo>
                  <a:pt x="422" y="142"/>
                </a:lnTo>
                <a:lnTo>
                  <a:pt x="421" y="143"/>
                </a:lnTo>
                <a:lnTo>
                  <a:pt x="421" y="144"/>
                </a:lnTo>
                <a:lnTo>
                  <a:pt x="421" y="145"/>
                </a:lnTo>
                <a:lnTo>
                  <a:pt x="420" y="146"/>
                </a:lnTo>
                <a:lnTo>
                  <a:pt x="419" y="147"/>
                </a:lnTo>
                <a:lnTo>
                  <a:pt x="418" y="147"/>
                </a:lnTo>
                <a:lnTo>
                  <a:pt x="417" y="148"/>
                </a:lnTo>
                <a:lnTo>
                  <a:pt x="415" y="149"/>
                </a:lnTo>
                <a:lnTo>
                  <a:pt x="416" y="150"/>
                </a:lnTo>
                <a:lnTo>
                  <a:pt x="415" y="150"/>
                </a:lnTo>
                <a:lnTo>
                  <a:pt x="414" y="150"/>
                </a:lnTo>
                <a:lnTo>
                  <a:pt x="414" y="149"/>
                </a:lnTo>
                <a:lnTo>
                  <a:pt x="413" y="148"/>
                </a:lnTo>
                <a:lnTo>
                  <a:pt x="412" y="148"/>
                </a:lnTo>
                <a:lnTo>
                  <a:pt x="410" y="148"/>
                </a:lnTo>
                <a:lnTo>
                  <a:pt x="409" y="149"/>
                </a:lnTo>
                <a:lnTo>
                  <a:pt x="407" y="150"/>
                </a:lnTo>
                <a:lnTo>
                  <a:pt x="407" y="151"/>
                </a:lnTo>
                <a:lnTo>
                  <a:pt x="406" y="151"/>
                </a:lnTo>
                <a:lnTo>
                  <a:pt x="405" y="153"/>
                </a:lnTo>
                <a:lnTo>
                  <a:pt x="404" y="153"/>
                </a:lnTo>
                <a:lnTo>
                  <a:pt x="403" y="155"/>
                </a:lnTo>
                <a:lnTo>
                  <a:pt x="403" y="156"/>
                </a:lnTo>
                <a:lnTo>
                  <a:pt x="404" y="156"/>
                </a:lnTo>
                <a:lnTo>
                  <a:pt x="404" y="157"/>
                </a:lnTo>
                <a:lnTo>
                  <a:pt x="404" y="158"/>
                </a:lnTo>
                <a:lnTo>
                  <a:pt x="403" y="158"/>
                </a:lnTo>
                <a:lnTo>
                  <a:pt x="403" y="159"/>
                </a:lnTo>
                <a:lnTo>
                  <a:pt x="404" y="161"/>
                </a:lnTo>
                <a:lnTo>
                  <a:pt x="404" y="162"/>
                </a:lnTo>
                <a:lnTo>
                  <a:pt x="405" y="162"/>
                </a:lnTo>
                <a:lnTo>
                  <a:pt x="405" y="163"/>
                </a:lnTo>
                <a:lnTo>
                  <a:pt x="406" y="163"/>
                </a:lnTo>
                <a:lnTo>
                  <a:pt x="406" y="164"/>
                </a:lnTo>
                <a:lnTo>
                  <a:pt x="406" y="165"/>
                </a:lnTo>
                <a:lnTo>
                  <a:pt x="406" y="166"/>
                </a:lnTo>
                <a:lnTo>
                  <a:pt x="405" y="168"/>
                </a:lnTo>
                <a:lnTo>
                  <a:pt x="404" y="168"/>
                </a:lnTo>
                <a:lnTo>
                  <a:pt x="403" y="169"/>
                </a:lnTo>
                <a:lnTo>
                  <a:pt x="402" y="169"/>
                </a:lnTo>
                <a:lnTo>
                  <a:pt x="402" y="170"/>
                </a:lnTo>
                <a:lnTo>
                  <a:pt x="401" y="170"/>
                </a:lnTo>
                <a:lnTo>
                  <a:pt x="400" y="169"/>
                </a:lnTo>
                <a:lnTo>
                  <a:pt x="399" y="169"/>
                </a:lnTo>
                <a:lnTo>
                  <a:pt x="398" y="170"/>
                </a:lnTo>
                <a:lnTo>
                  <a:pt x="397" y="171"/>
                </a:lnTo>
                <a:lnTo>
                  <a:pt x="397" y="172"/>
                </a:lnTo>
                <a:lnTo>
                  <a:pt x="397" y="173"/>
                </a:lnTo>
                <a:lnTo>
                  <a:pt x="397" y="174"/>
                </a:lnTo>
                <a:lnTo>
                  <a:pt x="398" y="175"/>
                </a:lnTo>
                <a:lnTo>
                  <a:pt x="398" y="177"/>
                </a:lnTo>
                <a:lnTo>
                  <a:pt x="398" y="180"/>
                </a:lnTo>
                <a:lnTo>
                  <a:pt x="397" y="181"/>
                </a:lnTo>
                <a:lnTo>
                  <a:pt x="396" y="184"/>
                </a:lnTo>
                <a:lnTo>
                  <a:pt x="395" y="185"/>
                </a:lnTo>
                <a:lnTo>
                  <a:pt x="396" y="186"/>
                </a:lnTo>
                <a:lnTo>
                  <a:pt x="395" y="186"/>
                </a:lnTo>
                <a:lnTo>
                  <a:pt x="394" y="188"/>
                </a:lnTo>
                <a:lnTo>
                  <a:pt x="394" y="189"/>
                </a:lnTo>
                <a:lnTo>
                  <a:pt x="394" y="190"/>
                </a:lnTo>
                <a:lnTo>
                  <a:pt x="394" y="191"/>
                </a:lnTo>
                <a:lnTo>
                  <a:pt x="393" y="192"/>
                </a:lnTo>
                <a:lnTo>
                  <a:pt x="391" y="193"/>
                </a:lnTo>
                <a:lnTo>
                  <a:pt x="390" y="194"/>
                </a:lnTo>
                <a:lnTo>
                  <a:pt x="390" y="196"/>
                </a:lnTo>
                <a:lnTo>
                  <a:pt x="390" y="197"/>
                </a:lnTo>
                <a:lnTo>
                  <a:pt x="389" y="198"/>
                </a:lnTo>
                <a:lnTo>
                  <a:pt x="389" y="199"/>
                </a:lnTo>
                <a:lnTo>
                  <a:pt x="389" y="200"/>
                </a:lnTo>
                <a:lnTo>
                  <a:pt x="389" y="201"/>
                </a:lnTo>
                <a:lnTo>
                  <a:pt x="388" y="201"/>
                </a:lnTo>
                <a:lnTo>
                  <a:pt x="387" y="201"/>
                </a:lnTo>
                <a:lnTo>
                  <a:pt x="386" y="202"/>
                </a:lnTo>
                <a:lnTo>
                  <a:pt x="385" y="202"/>
                </a:lnTo>
                <a:lnTo>
                  <a:pt x="385" y="203"/>
                </a:lnTo>
                <a:lnTo>
                  <a:pt x="384" y="204"/>
                </a:lnTo>
                <a:lnTo>
                  <a:pt x="383" y="204"/>
                </a:lnTo>
                <a:lnTo>
                  <a:pt x="383" y="205"/>
                </a:lnTo>
                <a:lnTo>
                  <a:pt x="384" y="205"/>
                </a:lnTo>
                <a:lnTo>
                  <a:pt x="385" y="206"/>
                </a:lnTo>
                <a:lnTo>
                  <a:pt x="385" y="207"/>
                </a:lnTo>
                <a:lnTo>
                  <a:pt x="385" y="208"/>
                </a:lnTo>
                <a:lnTo>
                  <a:pt x="385" y="209"/>
                </a:lnTo>
                <a:lnTo>
                  <a:pt x="385" y="210"/>
                </a:lnTo>
                <a:lnTo>
                  <a:pt x="385" y="211"/>
                </a:lnTo>
                <a:lnTo>
                  <a:pt x="384" y="211"/>
                </a:lnTo>
                <a:lnTo>
                  <a:pt x="383" y="211"/>
                </a:lnTo>
                <a:lnTo>
                  <a:pt x="383" y="212"/>
                </a:lnTo>
                <a:lnTo>
                  <a:pt x="384" y="213"/>
                </a:lnTo>
                <a:lnTo>
                  <a:pt x="385" y="214"/>
                </a:lnTo>
                <a:lnTo>
                  <a:pt x="385" y="213"/>
                </a:lnTo>
                <a:lnTo>
                  <a:pt x="385" y="212"/>
                </a:lnTo>
                <a:lnTo>
                  <a:pt x="386" y="211"/>
                </a:lnTo>
                <a:lnTo>
                  <a:pt x="385" y="211"/>
                </a:lnTo>
                <a:lnTo>
                  <a:pt x="385" y="210"/>
                </a:lnTo>
                <a:lnTo>
                  <a:pt x="386" y="210"/>
                </a:lnTo>
                <a:lnTo>
                  <a:pt x="386" y="209"/>
                </a:lnTo>
                <a:lnTo>
                  <a:pt x="386" y="207"/>
                </a:lnTo>
                <a:lnTo>
                  <a:pt x="385" y="207"/>
                </a:lnTo>
                <a:lnTo>
                  <a:pt x="385" y="206"/>
                </a:lnTo>
                <a:lnTo>
                  <a:pt x="386" y="206"/>
                </a:lnTo>
                <a:lnTo>
                  <a:pt x="387" y="206"/>
                </a:lnTo>
                <a:lnTo>
                  <a:pt x="387" y="207"/>
                </a:lnTo>
                <a:lnTo>
                  <a:pt x="387" y="208"/>
                </a:lnTo>
                <a:lnTo>
                  <a:pt x="387" y="210"/>
                </a:lnTo>
                <a:lnTo>
                  <a:pt x="387" y="211"/>
                </a:lnTo>
                <a:lnTo>
                  <a:pt x="387" y="214"/>
                </a:lnTo>
                <a:lnTo>
                  <a:pt x="387" y="220"/>
                </a:lnTo>
                <a:lnTo>
                  <a:pt x="387" y="222"/>
                </a:lnTo>
                <a:lnTo>
                  <a:pt x="387" y="223"/>
                </a:lnTo>
                <a:lnTo>
                  <a:pt x="386" y="223"/>
                </a:lnTo>
                <a:lnTo>
                  <a:pt x="385" y="223"/>
                </a:lnTo>
                <a:lnTo>
                  <a:pt x="382" y="224"/>
                </a:lnTo>
                <a:lnTo>
                  <a:pt x="381" y="225"/>
                </a:lnTo>
                <a:lnTo>
                  <a:pt x="381" y="226"/>
                </a:lnTo>
                <a:lnTo>
                  <a:pt x="380" y="227"/>
                </a:lnTo>
                <a:lnTo>
                  <a:pt x="380" y="228"/>
                </a:lnTo>
                <a:lnTo>
                  <a:pt x="380" y="229"/>
                </a:lnTo>
                <a:lnTo>
                  <a:pt x="379" y="230"/>
                </a:lnTo>
                <a:lnTo>
                  <a:pt x="378" y="231"/>
                </a:lnTo>
                <a:lnTo>
                  <a:pt x="378" y="234"/>
                </a:lnTo>
                <a:lnTo>
                  <a:pt x="377" y="235"/>
                </a:lnTo>
                <a:lnTo>
                  <a:pt x="377" y="236"/>
                </a:lnTo>
                <a:lnTo>
                  <a:pt x="377" y="239"/>
                </a:lnTo>
                <a:lnTo>
                  <a:pt x="377" y="243"/>
                </a:lnTo>
                <a:lnTo>
                  <a:pt x="377" y="245"/>
                </a:lnTo>
                <a:lnTo>
                  <a:pt x="377" y="248"/>
                </a:lnTo>
                <a:lnTo>
                  <a:pt x="377" y="249"/>
                </a:lnTo>
                <a:lnTo>
                  <a:pt x="377" y="250"/>
                </a:lnTo>
                <a:lnTo>
                  <a:pt x="377" y="251"/>
                </a:lnTo>
                <a:lnTo>
                  <a:pt x="377" y="252"/>
                </a:lnTo>
                <a:lnTo>
                  <a:pt x="378" y="254"/>
                </a:lnTo>
                <a:lnTo>
                  <a:pt x="378" y="255"/>
                </a:lnTo>
                <a:lnTo>
                  <a:pt x="378" y="256"/>
                </a:lnTo>
                <a:lnTo>
                  <a:pt x="377" y="255"/>
                </a:lnTo>
                <a:lnTo>
                  <a:pt x="376" y="255"/>
                </a:lnTo>
                <a:lnTo>
                  <a:pt x="375" y="256"/>
                </a:lnTo>
                <a:lnTo>
                  <a:pt x="374" y="256"/>
                </a:lnTo>
                <a:lnTo>
                  <a:pt x="373" y="256"/>
                </a:lnTo>
                <a:lnTo>
                  <a:pt x="372" y="257"/>
                </a:lnTo>
                <a:lnTo>
                  <a:pt x="372" y="258"/>
                </a:lnTo>
                <a:lnTo>
                  <a:pt x="371" y="258"/>
                </a:lnTo>
                <a:lnTo>
                  <a:pt x="370" y="260"/>
                </a:lnTo>
                <a:lnTo>
                  <a:pt x="369" y="260"/>
                </a:lnTo>
                <a:lnTo>
                  <a:pt x="369" y="259"/>
                </a:lnTo>
                <a:lnTo>
                  <a:pt x="368" y="259"/>
                </a:lnTo>
                <a:lnTo>
                  <a:pt x="367" y="259"/>
                </a:lnTo>
                <a:lnTo>
                  <a:pt x="368" y="259"/>
                </a:lnTo>
                <a:lnTo>
                  <a:pt x="368" y="260"/>
                </a:lnTo>
                <a:lnTo>
                  <a:pt x="369" y="261"/>
                </a:lnTo>
                <a:lnTo>
                  <a:pt x="369" y="262"/>
                </a:lnTo>
                <a:lnTo>
                  <a:pt x="369" y="264"/>
                </a:lnTo>
                <a:lnTo>
                  <a:pt x="370" y="264"/>
                </a:lnTo>
                <a:lnTo>
                  <a:pt x="369" y="265"/>
                </a:lnTo>
                <a:lnTo>
                  <a:pt x="368" y="266"/>
                </a:lnTo>
                <a:lnTo>
                  <a:pt x="368" y="267"/>
                </a:lnTo>
                <a:lnTo>
                  <a:pt x="367" y="267"/>
                </a:lnTo>
                <a:lnTo>
                  <a:pt x="365" y="267"/>
                </a:lnTo>
                <a:lnTo>
                  <a:pt x="363" y="267"/>
                </a:lnTo>
                <a:lnTo>
                  <a:pt x="363" y="268"/>
                </a:lnTo>
                <a:lnTo>
                  <a:pt x="363" y="269"/>
                </a:lnTo>
                <a:lnTo>
                  <a:pt x="363" y="270"/>
                </a:lnTo>
                <a:lnTo>
                  <a:pt x="363" y="271"/>
                </a:lnTo>
                <a:lnTo>
                  <a:pt x="364" y="272"/>
                </a:lnTo>
                <a:lnTo>
                  <a:pt x="365" y="272"/>
                </a:lnTo>
                <a:lnTo>
                  <a:pt x="366" y="272"/>
                </a:lnTo>
                <a:lnTo>
                  <a:pt x="366" y="273"/>
                </a:lnTo>
                <a:lnTo>
                  <a:pt x="367" y="272"/>
                </a:lnTo>
                <a:lnTo>
                  <a:pt x="367" y="273"/>
                </a:lnTo>
                <a:lnTo>
                  <a:pt x="368" y="273"/>
                </a:lnTo>
                <a:lnTo>
                  <a:pt x="369" y="273"/>
                </a:lnTo>
                <a:lnTo>
                  <a:pt x="370" y="274"/>
                </a:lnTo>
                <a:lnTo>
                  <a:pt x="371" y="274"/>
                </a:lnTo>
                <a:lnTo>
                  <a:pt x="373" y="274"/>
                </a:lnTo>
                <a:lnTo>
                  <a:pt x="374" y="274"/>
                </a:lnTo>
                <a:lnTo>
                  <a:pt x="374" y="275"/>
                </a:lnTo>
                <a:lnTo>
                  <a:pt x="374" y="276"/>
                </a:lnTo>
                <a:lnTo>
                  <a:pt x="375" y="275"/>
                </a:lnTo>
                <a:lnTo>
                  <a:pt x="376" y="275"/>
                </a:lnTo>
                <a:lnTo>
                  <a:pt x="376" y="274"/>
                </a:lnTo>
                <a:lnTo>
                  <a:pt x="377" y="274"/>
                </a:lnTo>
                <a:lnTo>
                  <a:pt x="378" y="274"/>
                </a:lnTo>
                <a:lnTo>
                  <a:pt x="378" y="273"/>
                </a:lnTo>
                <a:lnTo>
                  <a:pt x="378" y="272"/>
                </a:lnTo>
                <a:lnTo>
                  <a:pt x="377" y="271"/>
                </a:lnTo>
                <a:lnTo>
                  <a:pt x="376" y="270"/>
                </a:lnTo>
                <a:lnTo>
                  <a:pt x="375" y="270"/>
                </a:lnTo>
                <a:lnTo>
                  <a:pt x="375" y="269"/>
                </a:lnTo>
                <a:lnTo>
                  <a:pt x="376" y="269"/>
                </a:lnTo>
                <a:lnTo>
                  <a:pt x="377" y="269"/>
                </a:lnTo>
                <a:lnTo>
                  <a:pt x="377" y="268"/>
                </a:lnTo>
                <a:lnTo>
                  <a:pt x="376" y="266"/>
                </a:lnTo>
                <a:lnTo>
                  <a:pt x="375" y="264"/>
                </a:lnTo>
                <a:lnTo>
                  <a:pt x="374" y="263"/>
                </a:lnTo>
                <a:lnTo>
                  <a:pt x="374" y="262"/>
                </a:lnTo>
                <a:lnTo>
                  <a:pt x="374" y="260"/>
                </a:lnTo>
                <a:lnTo>
                  <a:pt x="374" y="259"/>
                </a:lnTo>
                <a:lnTo>
                  <a:pt x="374" y="258"/>
                </a:lnTo>
                <a:lnTo>
                  <a:pt x="374" y="257"/>
                </a:lnTo>
                <a:lnTo>
                  <a:pt x="375" y="257"/>
                </a:lnTo>
                <a:lnTo>
                  <a:pt x="375" y="256"/>
                </a:lnTo>
                <a:lnTo>
                  <a:pt x="376" y="256"/>
                </a:lnTo>
                <a:lnTo>
                  <a:pt x="377" y="256"/>
                </a:lnTo>
                <a:lnTo>
                  <a:pt x="378" y="257"/>
                </a:lnTo>
                <a:lnTo>
                  <a:pt x="378" y="258"/>
                </a:lnTo>
                <a:lnTo>
                  <a:pt x="378" y="261"/>
                </a:lnTo>
                <a:lnTo>
                  <a:pt x="378" y="262"/>
                </a:lnTo>
                <a:lnTo>
                  <a:pt x="379" y="264"/>
                </a:lnTo>
                <a:lnTo>
                  <a:pt x="379" y="265"/>
                </a:lnTo>
                <a:lnTo>
                  <a:pt x="380" y="268"/>
                </a:lnTo>
                <a:lnTo>
                  <a:pt x="381" y="270"/>
                </a:lnTo>
                <a:lnTo>
                  <a:pt x="381" y="271"/>
                </a:lnTo>
                <a:lnTo>
                  <a:pt x="381" y="272"/>
                </a:lnTo>
                <a:lnTo>
                  <a:pt x="382" y="273"/>
                </a:lnTo>
                <a:lnTo>
                  <a:pt x="382" y="274"/>
                </a:lnTo>
                <a:lnTo>
                  <a:pt x="382" y="275"/>
                </a:lnTo>
                <a:lnTo>
                  <a:pt x="383" y="275"/>
                </a:lnTo>
                <a:lnTo>
                  <a:pt x="384" y="275"/>
                </a:lnTo>
                <a:lnTo>
                  <a:pt x="384" y="276"/>
                </a:lnTo>
                <a:lnTo>
                  <a:pt x="384" y="277"/>
                </a:lnTo>
                <a:lnTo>
                  <a:pt x="383" y="277"/>
                </a:lnTo>
                <a:lnTo>
                  <a:pt x="382" y="276"/>
                </a:lnTo>
                <a:lnTo>
                  <a:pt x="383" y="276"/>
                </a:lnTo>
                <a:lnTo>
                  <a:pt x="382" y="276"/>
                </a:lnTo>
                <a:lnTo>
                  <a:pt x="381" y="276"/>
                </a:lnTo>
                <a:lnTo>
                  <a:pt x="380" y="277"/>
                </a:lnTo>
                <a:lnTo>
                  <a:pt x="379" y="277"/>
                </a:lnTo>
                <a:lnTo>
                  <a:pt x="379" y="278"/>
                </a:lnTo>
                <a:lnTo>
                  <a:pt x="379" y="279"/>
                </a:lnTo>
                <a:lnTo>
                  <a:pt x="378" y="279"/>
                </a:lnTo>
                <a:lnTo>
                  <a:pt x="378" y="278"/>
                </a:lnTo>
                <a:lnTo>
                  <a:pt x="377" y="278"/>
                </a:lnTo>
                <a:lnTo>
                  <a:pt x="376" y="278"/>
                </a:lnTo>
                <a:lnTo>
                  <a:pt x="375" y="279"/>
                </a:lnTo>
                <a:lnTo>
                  <a:pt x="375" y="280"/>
                </a:lnTo>
                <a:lnTo>
                  <a:pt x="374" y="281"/>
                </a:lnTo>
                <a:lnTo>
                  <a:pt x="374" y="280"/>
                </a:lnTo>
                <a:lnTo>
                  <a:pt x="373" y="279"/>
                </a:lnTo>
                <a:lnTo>
                  <a:pt x="372" y="279"/>
                </a:lnTo>
                <a:lnTo>
                  <a:pt x="371" y="279"/>
                </a:lnTo>
                <a:lnTo>
                  <a:pt x="370" y="280"/>
                </a:lnTo>
                <a:lnTo>
                  <a:pt x="369" y="280"/>
                </a:lnTo>
                <a:lnTo>
                  <a:pt x="369" y="281"/>
                </a:lnTo>
                <a:lnTo>
                  <a:pt x="368" y="282"/>
                </a:lnTo>
                <a:lnTo>
                  <a:pt x="367" y="284"/>
                </a:lnTo>
                <a:lnTo>
                  <a:pt x="367" y="285"/>
                </a:lnTo>
                <a:lnTo>
                  <a:pt x="367" y="287"/>
                </a:lnTo>
                <a:lnTo>
                  <a:pt x="366" y="288"/>
                </a:lnTo>
                <a:lnTo>
                  <a:pt x="367" y="288"/>
                </a:lnTo>
                <a:lnTo>
                  <a:pt x="366" y="288"/>
                </a:lnTo>
                <a:lnTo>
                  <a:pt x="365" y="288"/>
                </a:lnTo>
                <a:lnTo>
                  <a:pt x="364" y="289"/>
                </a:lnTo>
                <a:lnTo>
                  <a:pt x="363" y="291"/>
                </a:lnTo>
                <a:lnTo>
                  <a:pt x="363" y="292"/>
                </a:lnTo>
                <a:lnTo>
                  <a:pt x="363" y="293"/>
                </a:lnTo>
                <a:lnTo>
                  <a:pt x="363" y="297"/>
                </a:lnTo>
                <a:lnTo>
                  <a:pt x="363" y="298"/>
                </a:lnTo>
                <a:lnTo>
                  <a:pt x="363" y="299"/>
                </a:lnTo>
                <a:lnTo>
                  <a:pt x="361" y="301"/>
                </a:lnTo>
                <a:lnTo>
                  <a:pt x="360" y="302"/>
                </a:lnTo>
                <a:lnTo>
                  <a:pt x="360" y="303"/>
                </a:lnTo>
                <a:lnTo>
                  <a:pt x="359" y="302"/>
                </a:lnTo>
                <a:lnTo>
                  <a:pt x="359" y="301"/>
                </a:lnTo>
                <a:lnTo>
                  <a:pt x="358" y="301"/>
                </a:lnTo>
                <a:lnTo>
                  <a:pt x="357" y="301"/>
                </a:lnTo>
                <a:lnTo>
                  <a:pt x="357" y="300"/>
                </a:lnTo>
                <a:lnTo>
                  <a:pt x="356" y="300"/>
                </a:lnTo>
                <a:lnTo>
                  <a:pt x="355" y="300"/>
                </a:lnTo>
                <a:lnTo>
                  <a:pt x="354" y="300"/>
                </a:lnTo>
                <a:lnTo>
                  <a:pt x="354" y="301"/>
                </a:lnTo>
                <a:lnTo>
                  <a:pt x="353" y="301"/>
                </a:lnTo>
                <a:lnTo>
                  <a:pt x="352" y="301"/>
                </a:lnTo>
                <a:lnTo>
                  <a:pt x="351" y="301"/>
                </a:lnTo>
                <a:lnTo>
                  <a:pt x="351" y="302"/>
                </a:lnTo>
                <a:lnTo>
                  <a:pt x="350" y="302"/>
                </a:lnTo>
                <a:lnTo>
                  <a:pt x="350" y="303"/>
                </a:lnTo>
                <a:lnTo>
                  <a:pt x="349" y="303"/>
                </a:lnTo>
                <a:lnTo>
                  <a:pt x="348" y="303"/>
                </a:lnTo>
                <a:lnTo>
                  <a:pt x="348" y="302"/>
                </a:lnTo>
                <a:lnTo>
                  <a:pt x="348" y="301"/>
                </a:lnTo>
                <a:lnTo>
                  <a:pt x="347" y="301"/>
                </a:lnTo>
                <a:lnTo>
                  <a:pt x="346" y="301"/>
                </a:lnTo>
                <a:lnTo>
                  <a:pt x="345" y="301"/>
                </a:lnTo>
                <a:lnTo>
                  <a:pt x="343" y="302"/>
                </a:lnTo>
                <a:lnTo>
                  <a:pt x="343" y="301"/>
                </a:lnTo>
                <a:lnTo>
                  <a:pt x="344" y="301"/>
                </a:lnTo>
                <a:lnTo>
                  <a:pt x="345" y="300"/>
                </a:lnTo>
                <a:lnTo>
                  <a:pt x="347" y="299"/>
                </a:lnTo>
                <a:lnTo>
                  <a:pt x="347" y="298"/>
                </a:lnTo>
                <a:lnTo>
                  <a:pt x="348" y="298"/>
                </a:lnTo>
                <a:lnTo>
                  <a:pt x="349" y="298"/>
                </a:lnTo>
                <a:lnTo>
                  <a:pt x="349" y="297"/>
                </a:lnTo>
                <a:lnTo>
                  <a:pt x="351" y="298"/>
                </a:lnTo>
                <a:lnTo>
                  <a:pt x="352" y="298"/>
                </a:lnTo>
                <a:lnTo>
                  <a:pt x="353" y="298"/>
                </a:lnTo>
                <a:lnTo>
                  <a:pt x="354" y="298"/>
                </a:lnTo>
                <a:lnTo>
                  <a:pt x="354" y="297"/>
                </a:lnTo>
                <a:lnTo>
                  <a:pt x="355" y="297"/>
                </a:lnTo>
                <a:lnTo>
                  <a:pt x="356" y="298"/>
                </a:lnTo>
                <a:lnTo>
                  <a:pt x="357" y="298"/>
                </a:lnTo>
                <a:lnTo>
                  <a:pt x="358" y="298"/>
                </a:lnTo>
                <a:lnTo>
                  <a:pt x="358" y="297"/>
                </a:lnTo>
                <a:lnTo>
                  <a:pt x="358" y="296"/>
                </a:lnTo>
                <a:lnTo>
                  <a:pt x="359" y="296"/>
                </a:lnTo>
                <a:lnTo>
                  <a:pt x="360" y="296"/>
                </a:lnTo>
                <a:lnTo>
                  <a:pt x="359" y="296"/>
                </a:lnTo>
                <a:lnTo>
                  <a:pt x="359" y="297"/>
                </a:lnTo>
                <a:lnTo>
                  <a:pt x="359" y="298"/>
                </a:lnTo>
                <a:lnTo>
                  <a:pt x="360" y="298"/>
                </a:lnTo>
                <a:lnTo>
                  <a:pt x="360" y="297"/>
                </a:lnTo>
                <a:lnTo>
                  <a:pt x="360" y="296"/>
                </a:lnTo>
                <a:lnTo>
                  <a:pt x="361" y="296"/>
                </a:lnTo>
                <a:lnTo>
                  <a:pt x="360" y="295"/>
                </a:lnTo>
                <a:lnTo>
                  <a:pt x="359" y="294"/>
                </a:lnTo>
                <a:lnTo>
                  <a:pt x="358" y="294"/>
                </a:lnTo>
                <a:lnTo>
                  <a:pt x="356" y="294"/>
                </a:lnTo>
                <a:lnTo>
                  <a:pt x="356" y="295"/>
                </a:lnTo>
                <a:lnTo>
                  <a:pt x="357" y="296"/>
                </a:lnTo>
                <a:lnTo>
                  <a:pt x="357" y="297"/>
                </a:lnTo>
                <a:lnTo>
                  <a:pt x="356" y="297"/>
                </a:lnTo>
                <a:lnTo>
                  <a:pt x="355" y="297"/>
                </a:lnTo>
                <a:lnTo>
                  <a:pt x="354" y="297"/>
                </a:lnTo>
                <a:lnTo>
                  <a:pt x="353" y="297"/>
                </a:lnTo>
                <a:lnTo>
                  <a:pt x="352" y="297"/>
                </a:lnTo>
                <a:lnTo>
                  <a:pt x="352" y="298"/>
                </a:lnTo>
                <a:lnTo>
                  <a:pt x="351" y="297"/>
                </a:lnTo>
                <a:lnTo>
                  <a:pt x="350" y="297"/>
                </a:lnTo>
                <a:lnTo>
                  <a:pt x="349" y="297"/>
                </a:lnTo>
                <a:lnTo>
                  <a:pt x="348" y="297"/>
                </a:lnTo>
                <a:lnTo>
                  <a:pt x="347" y="297"/>
                </a:lnTo>
                <a:lnTo>
                  <a:pt x="345" y="299"/>
                </a:lnTo>
                <a:lnTo>
                  <a:pt x="343" y="301"/>
                </a:lnTo>
                <a:lnTo>
                  <a:pt x="342" y="301"/>
                </a:lnTo>
                <a:lnTo>
                  <a:pt x="343" y="302"/>
                </a:lnTo>
                <a:lnTo>
                  <a:pt x="343" y="303"/>
                </a:lnTo>
                <a:lnTo>
                  <a:pt x="342" y="303"/>
                </a:lnTo>
                <a:lnTo>
                  <a:pt x="340" y="304"/>
                </a:lnTo>
                <a:lnTo>
                  <a:pt x="339" y="304"/>
                </a:lnTo>
                <a:lnTo>
                  <a:pt x="339" y="303"/>
                </a:lnTo>
                <a:lnTo>
                  <a:pt x="337" y="303"/>
                </a:lnTo>
                <a:lnTo>
                  <a:pt x="336" y="302"/>
                </a:lnTo>
                <a:lnTo>
                  <a:pt x="335" y="302"/>
                </a:lnTo>
                <a:lnTo>
                  <a:pt x="334" y="302"/>
                </a:lnTo>
                <a:lnTo>
                  <a:pt x="333" y="303"/>
                </a:lnTo>
                <a:lnTo>
                  <a:pt x="332" y="303"/>
                </a:lnTo>
                <a:lnTo>
                  <a:pt x="331" y="303"/>
                </a:lnTo>
                <a:lnTo>
                  <a:pt x="331" y="304"/>
                </a:lnTo>
                <a:lnTo>
                  <a:pt x="329" y="305"/>
                </a:lnTo>
                <a:lnTo>
                  <a:pt x="327" y="307"/>
                </a:lnTo>
                <a:lnTo>
                  <a:pt x="325" y="310"/>
                </a:lnTo>
                <a:lnTo>
                  <a:pt x="324" y="311"/>
                </a:lnTo>
                <a:lnTo>
                  <a:pt x="323" y="311"/>
                </a:lnTo>
                <a:lnTo>
                  <a:pt x="323" y="310"/>
                </a:lnTo>
                <a:lnTo>
                  <a:pt x="322" y="310"/>
                </a:lnTo>
                <a:lnTo>
                  <a:pt x="322" y="311"/>
                </a:lnTo>
                <a:lnTo>
                  <a:pt x="320" y="312"/>
                </a:lnTo>
                <a:lnTo>
                  <a:pt x="318" y="313"/>
                </a:lnTo>
                <a:lnTo>
                  <a:pt x="317" y="315"/>
                </a:lnTo>
                <a:lnTo>
                  <a:pt x="316" y="315"/>
                </a:lnTo>
                <a:lnTo>
                  <a:pt x="316" y="316"/>
                </a:lnTo>
                <a:lnTo>
                  <a:pt x="315" y="317"/>
                </a:lnTo>
                <a:lnTo>
                  <a:pt x="315" y="319"/>
                </a:lnTo>
                <a:lnTo>
                  <a:pt x="314" y="320"/>
                </a:lnTo>
                <a:lnTo>
                  <a:pt x="313" y="320"/>
                </a:lnTo>
                <a:lnTo>
                  <a:pt x="312" y="320"/>
                </a:lnTo>
                <a:lnTo>
                  <a:pt x="311" y="320"/>
                </a:lnTo>
                <a:lnTo>
                  <a:pt x="310" y="321"/>
                </a:lnTo>
                <a:lnTo>
                  <a:pt x="309" y="322"/>
                </a:lnTo>
                <a:lnTo>
                  <a:pt x="309" y="323"/>
                </a:lnTo>
                <a:lnTo>
                  <a:pt x="308" y="324"/>
                </a:lnTo>
                <a:lnTo>
                  <a:pt x="308" y="326"/>
                </a:lnTo>
                <a:lnTo>
                  <a:pt x="307" y="326"/>
                </a:lnTo>
                <a:lnTo>
                  <a:pt x="307" y="327"/>
                </a:lnTo>
                <a:lnTo>
                  <a:pt x="306" y="328"/>
                </a:lnTo>
                <a:lnTo>
                  <a:pt x="305" y="328"/>
                </a:lnTo>
                <a:lnTo>
                  <a:pt x="305" y="327"/>
                </a:lnTo>
                <a:lnTo>
                  <a:pt x="304" y="327"/>
                </a:lnTo>
                <a:lnTo>
                  <a:pt x="303" y="328"/>
                </a:lnTo>
                <a:lnTo>
                  <a:pt x="302" y="329"/>
                </a:lnTo>
                <a:lnTo>
                  <a:pt x="300" y="332"/>
                </a:lnTo>
                <a:lnTo>
                  <a:pt x="300" y="333"/>
                </a:lnTo>
                <a:lnTo>
                  <a:pt x="298" y="338"/>
                </a:lnTo>
                <a:lnTo>
                  <a:pt x="298" y="339"/>
                </a:lnTo>
                <a:lnTo>
                  <a:pt x="297" y="339"/>
                </a:lnTo>
                <a:lnTo>
                  <a:pt x="297" y="340"/>
                </a:lnTo>
                <a:lnTo>
                  <a:pt x="297" y="341"/>
                </a:lnTo>
                <a:lnTo>
                  <a:pt x="297" y="342"/>
                </a:lnTo>
                <a:lnTo>
                  <a:pt x="296" y="345"/>
                </a:lnTo>
                <a:lnTo>
                  <a:pt x="295" y="350"/>
                </a:lnTo>
                <a:lnTo>
                  <a:pt x="295" y="353"/>
                </a:lnTo>
                <a:lnTo>
                  <a:pt x="295" y="354"/>
                </a:lnTo>
                <a:lnTo>
                  <a:pt x="294" y="356"/>
                </a:lnTo>
                <a:lnTo>
                  <a:pt x="293" y="356"/>
                </a:lnTo>
                <a:lnTo>
                  <a:pt x="293" y="355"/>
                </a:lnTo>
                <a:lnTo>
                  <a:pt x="292" y="354"/>
                </a:lnTo>
                <a:lnTo>
                  <a:pt x="293" y="354"/>
                </a:lnTo>
                <a:lnTo>
                  <a:pt x="294" y="353"/>
                </a:lnTo>
                <a:lnTo>
                  <a:pt x="294" y="352"/>
                </a:lnTo>
                <a:lnTo>
                  <a:pt x="293" y="351"/>
                </a:lnTo>
                <a:lnTo>
                  <a:pt x="292" y="349"/>
                </a:lnTo>
                <a:lnTo>
                  <a:pt x="291" y="349"/>
                </a:lnTo>
                <a:lnTo>
                  <a:pt x="289" y="351"/>
                </a:lnTo>
                <a:lnTo>
                  <a:pt x="289" y="352"/>
                </a:lnTo>
                <a:lnTo>
                  <a:pt x="288" y="353"/>
                </a:lnTo>
                <a:lnTo>
                  <a:pt x="289" y="353"/>
                </a:lnTo>
                <a:lnTo>
                  <a:pt x="289" y="354"/>
                </a:lnTo>
                <a:lnTo>
                  <a:pt x="290" y="354"/>
                </a:lnTo>
                <a:lnTo>
                  <a:pt x="291" y="354"/>
                </a:lnTo>
                <a:lnTo>
                  <a:pt x="290" y="354"/>
                </a:lnTo>
                <a:lnTo>
                  <a:pt x="290" y="355"/>
                </a:lnTo>
                <a:lnTo>
                  <a:pt x="288" y="355"/>
                </a:lnTo>
                <a:lnTo>
                  <a:pt x="288" y="356"/>
                </a:lnTo>
                <a:lnTo>
                  <a:pt x="287" y="357"/>
                </a:lnTo>
                <a:lnTo>
                  <a:pt x="287" y="358"/>
                </a:lnTo>
                <a:lnTo>
                  <a:pt x="288" y="358"/>
                </a:lnTo>
                <a:lnTo>
                  <a:pt x="288" y="357"/>
                </a:lnTo>
                <a:lnTo>
                  <a:pt x="288" y="356"/>
                </a:lnTo>
                <a:lnTo>
                  <a:pt x="288" y="355"/>
                </a:lnTo>
                <a:lnTo>
                  <a:pt x="289" y="355"/>
                </a:lnTo>
                <a:lnTo>
                  <a:pt x="289" y="356"/>
                </a:lnTo>
                <a:lnTo>
                  <a:pt x="290" y="356"/>
                </a:lnTo>
                <a:lnTo>
                  <a:pt x="290" y="357"/>
                </a:lnTo>
                <a:lnTo>
                  <a:pt x="292" y="357"/>
                </a:lnTo>
                <a:lnTo>
                  <a:pt x="293" y="357"/>
                </a:lnTo>
                <a:lnTo>
                  <a:pt x="293" y="358"/>
                </a:lnTo>
                <a:lnTo>
                  <a:pt x="292" y="358"/>
                </a:lnTo>
                <a:lnTo>
                  <a:pt x="292" y="359"/>
                </a:lnTo>
                <a:lnTo>
                  <a:pt x="292" y="360"/>
                </a:lnTo>
                <a:lnTo>
                  <a:pt x="291" y="361"/>
                </a:lnTo>
                <a:lnTo>
                  <a:pt x="289" y="361"/>
                </a:lnTo>
                <a:lnTo>
                  <a:pt x="288" y="361"/>
                </a:lnTo>
                <a:lnTo>
                  <a:pt x="287" y="361"/>
                </a:lnTo>
                <a:lnTo>
                  <a:pt x="286" y="361"/>
                </a:lnTo>
                <a:lnTo>
                  <a:pt x="285" y="361"/>
                </a:lnTo>
                <a:lnTo>
                  <a:pt x="285" y="362"/>
                </a:lnTo>
                <a:lnTo>
                  <a:pt x="284" y="362"/>
                </a:lnTo>
                <a:lnTo>
                  <a:pt x="284" y="363"/>
                </a:lnTo>
                <a:lnTo>
                  <a:pt x="281" y="364"/>
                </a:lnTo>
                <a:lnTo>
                  <a:pt x="281" y="363"/>
                </a:lnTo>
                <a:lnTo>
                  <a:pt x="281" y="362"/>
                </a:lnTo>
                <a:lnTo>
                  <a:pt x="280" y="362"/>
                </a:lnTo>
                <a:lnTo>
                  <a:pt x="279" y="361"/>
                </a:lnTo>
                <a:lnTo>
                  <a:pt x="277" y="362"/>
                </a:lnTo>
                <a:lnTo>
                  <a:pt x="276" y="362"/>
                </a:lnTo>
                <a:lnTo>
                  <a:pt x="275" y="361"/>
                </a:lnTo>
                <a:lnTo>
                  <a:pt x="275" y="360"/>
                </a:lnTo>
                <a:lnTo>
                  <a:pt x="275" y="359"/>
                </a:lnTo>
                <a:lnTo>
                  <a:pt x="275" y="358"/>
                </a:lnTo>
                <a:lnTo>
                  <a:pt x="274" y="358"/>
                </a:lnTo>
                <a:lnTo>
                  <a:pt x="274" y="357"/>
                </a:lnTo>
                <a:lnTo>
                  <a:pt x="275" y="357"/>
                </a:lnTo>
                <a:lnTo>
                  <a:pt x="277" y="358"/>
                </a:lnTo>
                <a:lnTo>
                  <a:pt x="277" y="359"/>
                </a:lnTo>
                <a:lnTo>
                  <a:pt x="279" y="359"/>
                </a:lnTo>
                <a:lnTo>
                  <a:pt x="282" y="359"/>
                </a:lnTo>
                <a:lnTo>
                  <a:pt x="285" y="357"/>
                </a:lnTo>
                <a:lnTo>
                  <a:pt x="285" y="355"/>
                </a:lnTo>
                <a:lnTo>
                  <a:pt x="285" y="354"/>
                </a:lnTo>
                <a:lnTo>
                  <a:pt x="286" y="353"/>
                </a:lnTo>
                <a:lnTo>
                  <a:pt x="287" y="352"/>
                </a:lnTo>
                <a:lnTo>
                  <a:pt x="287" y="351"/>
                </a:lnTo>
                <a:lnTo>
                  <a:pt x="287" y="350"/>
                </a:lnTo>
                <a:lnTo>
                  <a:pt x="286" y="349"/>
                </a:lnTo>
                <a:lnTo>
                  <a:pt x="285" y="349"/>
                </a:lnTo>
                <a:lnTo>
                  <a:pt x="284" y="349"/>
                </a:lnTo>
                <a:lnTo>
                  <a:pt x="284" y="350"/>
                </a:lnTo>
                <a:lnTo>
                  <a:pt x="285" y="350"/>
                </a:lnTo>
                <a:lnTo>
                  <a:pt x="284" y="350"/>
                </a:lnTo>
                <a:lnTo>
                  <a:pt x="284" y="351"/>
                </a:lnTo>
                <a:lnTo>
                  <a:pt x="284" y="352"/>
                </a:lnTo>
                <a:lnTo>
                  <a:pt x="283" y="352"/>
                </a:lnTo>
                <a:lnTo>
                  <a:pt x="282" y="352"/>
                </a:lnTo>
                <a:lnTo>
                  <a:pt x="281" y="352"/>
                </a:lnTo>
                <a:lnTo>
                  <a:pt x="280" y="352"/>
                </a:lnTo>
                <a:lnTo>
                  <a:pt x="278" y="352"/>
                </a:lnTo>
                <a:lnTo>
                  <a:pt x="278" y="353"/>
                </a:lnTo>
                <a:lnTo>
                  <a:pt x="276" y="355"/>
                </a:lnTo>
                <a:lnTo>
                  <a:pt x="275" y="355"/>
                </a:lnTo>
                <a:lnTo>
                  <a:pt x="275" y="356"/>
                </a:lnTo>
                <a:lnTo>
                  <a:pt x="275" y="357"/>
                </a:lnTo>
                <a:lnTo>
                  <a:pt x="274" y="357"/>
                </a:lnTo>
                <a:lnTo>
                  <a:pt x="272" y="357"/>
                </a:lnTo>
                <a:lnTo>
                  <a:pt x="269" y="356"/>
                </a:lnTo>
                <a:lnTo>
                  <a:pt x="268" y="356"/>
                </a:lnTo>
                <a:lnTo>
                  <a:pt x="267" y="356"/>
                </a:lnTo>
                <a:lnTo>
                  <a:pt x="266" y="356"/>
                </a:lnTo>
                <a:lnTo>
                  <a:pt x="265" y="356"/>
                </a:lnTo>
                <a:lnTo>
                  <a:pt x="263" y="356"/>
                </a:lnTo>
                <a:lnTo>
                  <a:pt x="262" y="357"/>
                </a:lnTo>
                <a:lnTo>
                  <a:pt x="259" y="358"/>
                </a:lnTo>
                <a:lnTo>
                  <a:pt x="257" y="359"/>
                </a:lnTo>
                <a:lnTo>
                  <a:pt x="255" y="360"/>
                </a:lnTo>
                <a:lnTo>
                  <a:pt x="254" y="361"/>
                </a:lnTo>
                <a:lnTo>
                  <a:pt x="253" y="362"/>
                </a:lnTo>
                <a:lnTo>
                  <a:pt x="251" y="362"/>
                </a:lnTo>
                <a:lnTo>
                  <a:pt x="249" y="363"/>
                </a:lnTo>
                <a:lnTo>
                  <a:pt x="248" y="364"/>
                </a:lnTo>
                <a:lnTo>
                  <a:pt x="247" y="364"/>
                </a:lnTo>
                <a:lnTo>
                  <a:pt x="246" y="365"/>
                </a:lnTo>
                <a:lnTo>
                  <a:pt x="245" y="364"/>
                </a:lnTo>
                <a:lnTo>
                  <a:pt x="245" y="362"/>
                </a:lnTo>
                <a:lnTo>
                  <a:pt x="244" y="361"/>
                </a:lnTo>
                <a:lnTo>
                  <a:pt x="243" y="360"/>
                </a:lnTo>
                <a:lnTo>
                  <a:pt x="242" y="360"/>
                </a:lnTo>
                <a:lnTo>
                  <a:pt x="241" y="360"/>
                </a:lnTo>
                <a:lnTo>
                  <a:pt x="239" y="360"/>
                </a:lnTo>
                <a:lnTo>
                  <a:pt x="238" y="361"/>
                </a:lnTo>
                <a:lnTo>
                  <a:pt x="237" y="361"/>
                </a:lnTo>
                <a:lnTo>
                  <a:pt x="236" y="362"/>
                </a:lnTo>
                <a:lnTo>
                  <a:pt x="235" y="362"/>
                </a:lnTo>
                <a:lnTo>
                  <a:pt x="234" y="363"/>
                </a:lnTo>
                <a:lnTo>
                  <a:pt x="234" y="364"/>
                </a:lnTo>
                <a:lnTo>
                  <a:pt x="233" y="365"/>
                </a:lnTo>
                <a:lnTo>
                  <a:pt x="231" y="368"/>
                </a:lnTo>
                <a:lnTo>
                  <a:pt x="230" y="372"/>
                </a:lnTo>
                <a:lnTo>
                  <a:pt x="230" y="373"/>
                </a:lnTo>
                <a:lnTo>
                  <a:pt x="229" y="374"/>
                </a:lnTo>
                <a:lnTo>
                  <a:pt x="229" y="376"/>
                </a:lnTo>
                <a:lnTo>
                  <a:pt x="228" y="378"/>
                </a:lnTo>
                <a:lnTo>
                  <a:pt x="227" y="379"/>
                </a:lnTo>
                <a:lnTo>
                  <a:pt x="227" y="382"/>
                </a:lnTo>
                <a:lnTo>
                  <a:pt x="227" y="383"/>
                </a:lnTo>
                <a:lnTo>
                  <a:pt x="227" y="384"/>
                </a:lnTo>
                <a:lnTo>
                  <a:pt x="227" y="385"/>
                </a:lnTo>
                <a:lnTo>
                  <a:pt x="227" y="386"/>
                </a:lnTo>
                <a:lnTo>
                  <a:pt x="228" y="386"/>
                </a:lnTo>
                <a:lnTo>
                  <a:pt x="229" y="386"/>
                </a:lnTo>
                <a:lnTo>
                  <a:pt x="230" y="386"/>
                </a:lnTo>
                <a:lnTo>
                  <a:pt x="229" y="387"/>
                </a:lnTo>
                <a:lnTo>
                  <a:pt x="228" y="387"/>
                </a:lnTo>
                <a:lnTo>
                  <a:pt x="228" y="386"/>
                </a:lnTo>
                <a:lnTo>
                  <a:pt x="228" y="387"/>
                </a:lnTo>
                <a:lnTo>
                  <a:pt x="227" y="387"/>
                </a:lnTo>
                <a:lnTo>
                  <a:pt x="227" y="388"/>
                </a:lnTo>
                <a:lnTo>
                  <a:pt x="226" y="388"/>
                </a:lnTo>
                <a:lnTo>
                  <a:pt x="225" y="389"/>
                </a:lnTo>
                <a:lnTo>
                  <a:pt x="224" y="388"/>
                </a:lnTo>
                <a:lnTo>
                  <a:pt x="224" y="387"/>
                </a:lnTo>
                <a:lnTo>
                  <a:pt x="224" y="386"/>
                </a:lnTo>
                <a:lnTo>
                  <a:pt x="224" y="385"/>
                </a:lnTo>
                <a:lnTo>
                  <a:pt x="223" y="384"/>
                </a:lnTo>
                <a:lnTo>
                  <a:pt x="221" y="384"/>
                </a:lnTo>
                <a:lnTo>
                  <a:pt x="221" y="385"/>
                </a:lnTo>
                <a:lnTo>
                  <a:pt x="222" y="386"/>
                </a:lnTo>
                <a:lnTo>
                  <a:pt x="221" y="386"/>
                </a:lnTo>
                <a:lnTo>
                  <a:pt x="220" y="386"/>
                </a:lnTo>
                <a:lnTo>
                  <a:pt x="219" y="386"/>
                </a:lnTo>
                <a:lnTo>
                  <a:pt x="217" y="386"/>
                </a:lnTo>
                <a:lnTo>
                  <a:pt x="218" y="387"/>
                </a:lnTo>
                <a:lnTo>
                  <a:pt x="218" y="388"/>
                </a:lnTo>
                <a:lnTo>
                  <a:pt x="218" y="389"/>
                </a:lnTo>
                <a:lnTo>
                  <a:pt x="219" y="390"/>
                </a:lnTo>
                <a:lnTo>
                  <a:pt x="220" y="390"/>
                </a:lnTo>
                <a:lnTo>
                  <a:pt x="221" y="389"/>
                </a:lnTo>
                <a:lnTo>
                  <a:pt x="222" y="388"/>
                </a:lnTo>
                <a:lnTo>
                  <a:pt x="222" y="387"/>
                </a:lnTo>
                <a:lnTo>
                  <a:pt x="222" y="385"/>
                </a:lnTo>
                <a:lnTo>
                  <a:pt x="222" y="384"/>
                </a:lnTo>
                <a:lnTo>
                  <a:pt x="223" y="385"/>
                </a:lnTo>
                <a:lnTo>
                  <a:pt x="223" y="386"/>
                </a:lnTo>
                <a:lnTo>
                  <a:pt x="223" y="388"/>
                </a:lnTo>
                <a:lnTo>
                  <a:pt x="223" y="389"/>
                </a:lnTo>
                <a:lnTo>
                  <a:pt x="224" y="389"/>
                </a:lnTo>
                <a:lnTo>
                  <a:pt x="227" y="389"/>
                </a:lnTo>
                <a:lnTo>
                  <a:pt x="229" y="389"/>
                </a:lnTo>
                <a:lnTo>
                  <a:pt x="230" y="389"/>
                </a:lnTo>
                <a:lnTo>
                  <a:pt x="231" y="390"/>
                </a:lnTo>
                <a:lnTo>
                  <a:pt x="231" y="391"/>
                </a:lnTo>
                <a:lnTo>
                  <a:pt x="231" y="392"/>
                </a:lnTo>
                <a:lnTo>
                  <a:pt x="231" y="393"/>
                </a:lnTo>
                <a:lnTo>
                  <a:pt x="230" y="394"/>
                </a:lnTo>
                <a:lnTo>
                  <a:pt x="229" y="394"/>
                </a:lnTo>
                <a:lnTo>
                  <a:pt x="228" y="395"/>
                </a:lnTo>
                <a:lnTo>
                  <a:pt x="229" y="396"/>
                </a:lnTo>
                <a:lnTo>
                  <a:pt x="229" y="398"/>
                </a:lnTo>
                <a:lnTo>
                  <a:pt x="228" y="398"/>
                </a:lnTo>
                <a:lnTo>
                  <a:pt x="227" y="398"/>
                </a:lnTo>
                <a:lnTo>
                  <a:pt x="226" y="397"/>
                </a:lnTo>
                <a:lnTo>
                  <a:pt x="225" y="397"/>
                </a:lnTo>
                <a:lnTo>
                  <a:pt x="224" y="398"/>
                </a:lnTo>
                <a:lnTo>
                  <a:pt x="224" y="399"/>
                </a:lnTo>
                <a:lnTo>
                  <a:pt x="224" y="400"/>
                </a:lnTo>
                <a:lnTo>
                  <a:pt x="225" y="400"/>
                </a:lnTo>
                <a:lnTo>
                  <a:pt x="226" y="401"/>
                </a:lnTo>
                <a:lnTo>
                  <a:pt x="226" y="402"/>
                </a:lnTo>
                <a:lnTo>
                  <a:pt x="223" y="402"/>
                </a:lnTo>
                <a:lnTo>
                  <a:pt x="221" y="400"/>
                </a:lnTo>
                <a:lnTo>
                  <a:pt x="221" y="399"/>
                </a:lnTo>
                <a:lnTo>
                  <a:pt x="221" y="398"/>
                </a:lnTo>
                <a:lnTo>
                  <a:pt x="222" y="397"/>
                </a:lnTo>
                <a:lnTo>
                  <a:pt x="222" y="396"/>
                </a:lnTo>
                <a:lnTo>
                  <a:pt x="220" y="394"/>
                </a:lnTo>
                <a:lnTo>
                  <a:pt x="219" y="394"/>
                </a:lnTo>
                <a:lnTo>
                  <a:pt x="218" y="394"/>
                </a:lnTo>
                <a:lnTo>
                  <a:pt x="217" y="394"/>
                </a:lnTo>
                <a:lnTo>
                  <a:pt x="216" y="394"/>
                </a:lnTo>
                <a:lnTo>
                  <a:pt x="215" y="395"/>
                </a:lnTo>
                <a:lnTo>
                  <a:pt x="214" y="395"/>
                </a:lnTo>
                <a:lnTo>
                  <a:pt x="212" y="395"/>
                </a:lnTo>
                <a:lnTo>
                  <a:pt x="210" y="396"/>
                </a:lnTo>
                <a:lnTo>
                  <a:pt x="206" y="398"/>
                </a:lnTo>
                <a:lnTo>
                  <a:pt x="206" y="399"/>
                </a:lnTo>
                <a:lnTo>
                  <a:pt x="205" y="399"/>
                </a:lnTo>
                <a:lnTo>
                  <a:pt x="205" y="400"/>
                </a:lnTo>
                <a:lnTo>
                  <a:pt x="206" y="401"/>
                </a:lnTo>
                <a:lnTo>
                  <a:pt x="206" y="402"/>
                </a:lnTo>
                <a:lnTo>
                  <a:pt x="205" y="402"/>
                </a:lnTo>
                <a:lnTo>
                  <a:pt x="205" y="403"/>
                </a:lnTo>
                <a:lnTo>
                  <a:pt x="205" y="404"/>
                </a:lnTo>
                <a:lnTo>
                  <a:pt x="206" y="404"/>
                </a:lnTo>
                <a:lnTo>
                  <a:pt x="207" y="404"/>
                </a:lnTo>
                <a:lnTo>
                  <a:pt x="208" y="407"/>
                </a:lnTo>
                <a:lnTo>
                  <a:pt x="208" y="408"/>
                </a:lnTo>
                <a:lnTo>
                  <a:pt x="207" y="408"/>
                </a:lnTo>
                <a:lnTo>
                  <a:pt x="206" y="407"/>
                </a:lnTo>
                <a:lnTo>
                  <a:pt x="206" y="406"/>
                </a:lnTo>
                <a:lnTo>
                  <a:pt x="205" y="406"/>
                </a:lnTo>
                <a:lnTo>
                  <a:pt x="204" y="407"/>
                </a:lnTo>
                <a:lnTo>
                  <a:pt x="203" y="407"/>
                </a:lnTo>
                <a:lnTo>
                  <a:pt x="201" y="406"/>
                </a:lnTo>
                <a:lnTo>
                  <a:pt x="200" y="406"/>
                </a:lnTo>
                <a:lnTo>
                  <a:pt x="199" y="407"/>
                </a:lnTo>
                <a:lnTo>
                  <a:pt x="200" y="408"/>
                </a:lnTo>
                <a:lnTo>
                  <a:pt x="200" y="409"/>
                </a:lnTo>
                <a:lnTo>
                  <a:pt x="199" y="409"/>
                </a:lnTo>
                <a:lnTo>
                  <a:pt x="198" y="409"/>
                </a:lnTo>
                <a:lnTo>
                  <a:pt x="199" y="410"/>
                </a:lnTo>
                <a:lnTo>
                  <a:pt x="198" y="410"/>
                </a:lnTo>
                <a:lnTo>
                  <a:pt x="195" y="408"/>
                </a:lnTo>
                <a:lnTo>
                  <a:pt x="196" y="407"/>
                </a:lnTo>
                <a:lnTo>
                  <a:pt x="197" y="407"/>
                </a:lnTo>
                <a:lnTo>
                  <a:pt x="197" y="406"/>
                </a:lnTo>
                <a:lnTo>
                  <a:pt x="197" y="405"/>
                </a:lnTo>
                <a:lnTo>
                  <a:pt x="197" y="404"/>
                </a:lnTo>
                <a:lnTo>
                  <a:pt x="197" y="403"/>
                </a:lnTo>
                <a:lnTo>
                  <a:pt x="198" y="403"/>
                </a:lnTo>
                <a:lnTo>
                  <a:pt x="198" y="402"/>
                </a:lnTo>
                <a:lnTo>
                  <a:pt x="199" y="401"/>
                </a:lnTo>
                <a:lnTo>
                  <a:pt x="198" y="401"/>
                </a:lnTo>
                <a:lnTo>
                  <a:pt x="197" y="401"/>
                </a:lnTo>
                <a:lnTo>
                  <a:pt x="195" y="400"/>
                </a:lnTo>
                <a:lnTo>
                  <a:pt x="195" y="399"/>
                </a:lnTo>
                <a:lnTo>
                  <a:pt x="194" y="399"/>
                </a:lnTo>
                <a:lnTo>
                  <a:pt x="193" y="399"/>
                </a:lnTo>
                <a:lnTo>
                  <a:pt x="192" y="399"/>
                </a:lnTo>
                <a:lnTo>
                  <a:pt x="192" y="398"/>
                </a:lnTo>
                <a:lnTo>
                  <a:pt x="193" y="398"/>
                </a:lnTo>
                <a:lnTo>
                  <a:pt x="193" y="397"/>
                </a:lnTo>
                <a:lnTo>
                  <a:pt x="194" y="397"/>
                </a:lnTo>
                <a:lnTo>
                  <a:pt x="195" y="397"/>
                </a:lnTo>
                <a:lnTo>
                  <a:pt x="195" y="396"/>
                </a:lnTo>
                <a:lnTo>
                  <a:pt x="196" y="396"/>
                </a:lnTo>
                <a:lnTo>
                  <a:pt x="196" y="395"/>
                </a:lnTo>
                <a:lnTo>
                  <a:pt x="197" y="395"/>
                </a:lnTo>
                <a:lnTo>
                  <a:pt x="198" y="394"/>
                </a:lnTo>
                <a:lnTo>
                  <a:pt x="198" y="393"/>
                </a:lnTo>
                <a:lnTo>
                  <a:pt x="197" y="392"/>
                </a:lnTo>
                <a:lnTo>
                  <a:pt x="197" y="391"/>
                </a:lnTo>
                <a:lnTo>
                  <a:pt x="196" y="391"/>
                </a:lnTo>
                <a:lnTo>
                  <a:pt x="196" y="392"/>
                </a:lnTo>
                <a:lnTo>
                  <a:pt x="196" y="393"/>
                </a:lnTo>
                <a:lnTo>
                  <a:pt x="196" y="394"/>
                </a:lnTo>
                <a:lnTo>
                  <a:pt x="196" y="395"/>
                </a:lnTo>
                <a:lnTo>
                  <a:pt x="195" y="395"/>
                </a:lnTo>
                <a:lnTo>
                  <a:pt x="194" y="395"/>
                </a:lnTo>
                <a:lnTo>
                  <a:pt x="193" y="396"/>
                </a:lnTo>
                <a:lnTo>
                  <a:pt x="192" y="396"/>
                </a:lnTo>
                <a:lnTo>
                  <a:pt x="190" y="397"/>
                </a:lnTo>
                <a:lnTo>
                  <a:pt x="190" y="398"/>
                </a:lnTo>
                <a:lnTo>
                  <a:pt x="191" y="398"/>
                </a:lnTo>
                <a:lnTo>
                  <a:pt x="191" y="399"/>
                </a:lnTo>
                <a:lnTo>
                  <a:pt x="191" y="401"/>
                </a:lnTo>
                <a:lnTo>
                  <a:pt x="191" y="402"/>
                </a:lnTo>
                <a:lnTo>
                  <a:pt x="191" y="401"/>
                </a:lnTo>
                <a:lnTo>
                  <a:pt x="190" y="401"/>
                </a:lnTo>
                <a:lnTo>
                  <a:pt x="190" y="400"/>
                </a:lnTo>
                <a:lnTo>
                  <a:pt x="189" y="399"/>
                </a:lnTo>
                <a:lnTo>
                  <a:pt x="188" y="399"/>
                </a:lnTo>
                <a:lnTo>
                  <a:pt x="188" y="398"/>
                </a:lnTo>
                <a:lnTo>
                  <a:pt x="186" y="399"/>
                </a:lnTo>
                <a:lnTo>
                  <a:pt x="185" y="399"/>
                </a:lnTo>
                <a:lnTo>
                  <a:pt x="185" y="400"/>
                </a:lnTo>
                <a:lnTo>
                  <a:pt x="185" y="401"/>
                </a:lnTo>
                <a:lnTo>
                  <a:pt x="184" y="401"/>
                </a:lnTo>
                <a:lnTo>
                  <a:pt x="183" y="401"/>
                </a:lnTo>
                <a:lnTo>
                  <a:pt x="183" y="402"/>
                </a:lnTo>
                <a:lnTo>
                  <a:pt x="182" y="403"/>
                </a:lnTo>
                <a:lnTo>
                  <a:pt x="182" y="404"/>
                </a:lnTo>
                <a:lnTo>
                  <a:pt x="182" y="405"/>
                </a:lnTo>
                <a:lnTo>
                  <a:pt x="181" y="405"/>
                </a:lnTo>
                <a:lnTo>
                  <a:pt x="180" y="405"/>
                </a:lnTo>
                <a:lnTo>
                  <a:pt x="179" y="405"/>
                </a:lnTo>
                <a:lnTo>
                  <a:pt x="178" y="403"/>
                </a:lnTo>
                <a:lnTo>
                  <a:pt x="178" y="401"/>
                </a:lnTo>
                <a:lnTo>
                  <a:pt x="180" y="401"/>
                </a:lnTo>
                <a:lnTo>
                  <a:pt x="181" y="400"/>
                </a:lnTo>
                <a:lnTo>
                  <a:pt x="181" y="399"/>
                </a:lnTo>
                <a:lnTo>
                  <a:pt x="182" y="399"/>
                </a:lnTo>
                <a:lnTo>
                  <a:pt x="182" y="398"/>
                </a:lnTo>
                <a:lnTo>
                  <a:pt x="181" y="398"/>
                </a:lnTo>
                <a:lnTo>
                  <a:pt x="180" y="398"/>
                </a:lnTo>
                <a:lnTo>
                  <a:pt x="180" y="397"/>
                </a:lnTo>
                <a:lnTo>
                  <a:pt x="181" y="397"/>
                </a:lnTo>
                <a:lnTo>
                  <a:pt x="182" y="396"/>
                </a:lnTo>
                <a:lnTo>
                  <a:pt x="183" y="396"/>
                </a:lnTo>
                <a:lnTo>
                  <a:pt x="183" y="395"/>
                </a:lnTo>
                <a:lnTo>
                  <a:pt x="182" y="393"/>
                </a:lnTo>
                <a:lnTo>
                  <a:pt x="182" y="392"/>
                </a:lnTo>
                <a:lnTo>
                  <a:pt x="181" y="392"/>
                </a:lnTo>
                <a:lnTo>
                  <a:pt x="180" y="390"/>
                </a:lnTo>
                <a:lnTo>
                  <a:pt x="178" y="389"/>
                </a:lnTo>
                <a:lnTo>
                  <a:pt x="177" y="388"/>
                </a:lnTo>
                <a:lnTo>
                  <a:pt x="176" y="388"/>
                </a:lnTo>
                <a:lnTo>
                  <a:pt x="175" y="387"/>
                </a:lnTo>
                <a:lnTo>
                  <a:pt x="173" y="387"/>
                </a:lnTo>
                <a:lnTo>
                  <a:pt x="171" y="386"/>
                </a:lnTo>
                <a:lnTo>
                  <a:pt x="168" y="386"/>
                </a:lnTo>
                <a:lnTo>
                  <a:pt x="163" y="386"/>
                </a:lnTo>
                <a:lnTo>
                  <a:pt x="160" y="386"/>
                </a:lnTo>
                <a:lnTo>
                  <a:pt x="158" y="386"/>
                </a:lnTo>
                <a:lnTo>
                  <a:pt x="156" y="386"/>
                </a:lnTo>
                <a:lnTo>
                  <a:pt x="155" y="386"/>
                </a:lnTo>
                <a:lnTo>
                  <a:pt x="154" y="386"/>
                </a:lnTo>
                <a:lnTo>
                  <a:pt x="153" y="386"/>
                </a:lnTo>
                <a:lnTo>
                  <a:pt x="152" y="386"/>
                </a:lnTo>
                <a:lnTo>
                  <a:pt x="152" y="385"/>
                </a:lnTo>
                <a:lnTo>
                  <a:pt x="150" y="384"/>
                </a:lnTo>
                <a:lnTo>
                  <a:pt x="147" y="384"/>
                </a:lnTo>
                <a:lnTo>
                  <a:pt x="145" y="384"/>
                </a:lnTo>
                <a:lnTo>
                  <a:pt x="143" y="384"/>
                </a:lnTo>
                <a:lnTo>
                  <a:pt x="142" y="384"/>
                </a:lnTo>
                <a:lnTo>
                  <a:pt x="141" y="384"/>
                </a:lnTo>
                <a:lnTo>
                  <a:pt x="137" y="385"/>
                </a:lnTo>
                <a:lnTo>
                  <a:pt x="136" y="385"/>
                </a:lnTo>
                <a:lnTo>
                  <a:pt x="134" y="385"/>
                </a:lnTo>
                <a:lnTo>
                  <a:pt x="133" y="386"/>
                </a:lnTo>
                <a:lnTo>
                  <a:pt x="132" y="386"/>
                </a:lnTo>
                <a:lnTo>
                  <a:pt x="131" y="385"/>
                </a:lnTo>
                <a:lnTo>
                  <a:pt x="130" y="385"/>
                </a:lnTo>
                <a:lnTo>
                  <a:pt x="128" y="385"/>
                </a:lnTo>
                <a:lnTo>
                  <a:pt x="127" y="385"/>
                </a:lnTo>
                <a:lnTo>
                  <a:pt x="126" y="386"/>
                </a:lnTo>
                <a:lnTo>
                  <a:pt x="124" y="387"/>
                </a:lnTo>
                <a:lnTo>
                  <a:pt x="123" y="387"/>
                </a:lnTo>
                <a:lnTo>
                  <a:pt x="123" y="388"/>
                </a:lnTo>
                <a:lnTo>
                  <a:pt x="122" y="388"/>
                </a:lnTo>
                <a:lnTo>
                  <a:pt x="122" y="389"/>
                </a:lnTo>
                <a:lnTo>
                  <a:pt x="120" y="389"/>
                </a:lnTo>
                <a:lnTo>
                  <a:pt x="119" y="389"/>
                </a:lnTo>
                <a:lnTo>
                  <a:pt x="118" y="389"/>
                </a:lnTo>
                <a:lnTo>
                  <a:pt x="116" y="388"/>
                </a:lnTo>
                <a:lnTo>
                  <a:pt x="116" y="387"/>
                </a:lnTo>
                <a:lnTo>
                  <a:pt x="115" y="387"/>
                </a:lnTo>
                <a:lnTo>
                  <a:pt x="114" y="387"/>
                </a:lnTo>
                <a:lnTo>
                  <a:pt x="113" y="386"/>
                </a:lnTo>
                <a:lnTo>
                  <a:pt x="111" y="383"/>
                </a:lnTo>
                <a:lnTo>
                  <a:pt x="112" y="383"/>
                </a:lnTo>
                <a:lnTo>
                  <a:pt x="113" y="383"/>
                </a:lnTo>
                <a:lnTo>
                  <a:pt x="113" y="381"/>
                </a:lnTo>
                <a:lnTo>
                  <a:pt x="112" y="380"/>
                </a:lnTo>
                <a:lnTo>
                  <a:pt x="111" y="379"/>
                </a:lnTo>
                <a:lnTo>
                  <a:pt x="110" y="378"/>
                </a:lnTo>
                <a:lnTo>
                  <a:pt x="109" y="378"/>
                </a:lnTo>
                <a:lnTo>
                  <a:pt x="107" y="377"/>
                </a:lnTo>
                <a:lnTo>
                  <a:pt x="106" y="376"/>
                </a:lnTo>
                <a:lnTo>
                  <a:pt x="105" y="375"/>
                </a:lnTo>
                <a:lnTo>
                  <a:pt x="104" y="374"/>
                </a:lnTo>
                <a:lnTo>
                  <a:pt x="103" y="374"/>
                </a:lnTo>
                <a:lnTo>
                  <a:pt x="102" y="374"/>
                </a:lnTo>
                <a:lnTo>
                  <a:pt x="101" y="373"/>
                </a:lnTo>
                <a:lnTo>
                  <a:pt x="99" y="373"/>
                </a:lnTo>
                <a:lnTo>
                  <a:pt x="96" y="373"/>
                </a:lnTo>
                <a:lnTo>
                  <a:pt x="94" y="373"/>
                </a:lnTo>
                <a:lnTo>
                  <a:pt x="92" y="373"/>
                </a:lnTo>
                <a:lnTo>
                  <a:pt x="90" y="374"/>
                </a:lnTo>
                <a:lnTo>
                  <a:pt x="86" y="375"/>
                </a:lnTo>
                <a:lnTo>
                  <a:pt x="85" y="375"/>
                </a:lnTo>
                <a:lnTo>
                  <a:pt x="81" y="376"/>
                </a:lnTo>
                <a:lnTo>
                  <a:pt x="80" y="376"/>
                </a:lnTo>
                <a:lnTo>
                  <a:pt x="81" y="375"/>
                </a:lnTo>
                <a:lnTo>
                  <a:pt x="80" y="374"/>
                </a:lnTo>
                <a:lnTo>
                  <a:pt x="80" y="373"/>
                </a:lnTo>
                <a:lnTo>
                  <a:pt x="79" y="373"/>
                </a:lnTo>
                <a:lnTo>
                  <a:pt x="78" y="372"/>
                </a:lnTo>
                <a:lnTo>
                  <a:pt x="77" y="372"/>
                </a:lnTo>
                <a:lnTo>
                  <a:pt x="76" y="371"/>
                </a:lnTo>
                <a:lnTo>
                  <a:pt x="76" y="370"/>
                </a:lnTo>
                <a:lnTo>
                  <a:pt x="75" y="369"/>
                </a:lnTo>
                <a:lnTo>
                  <a:pt x="75" y="368"/>
                </a:lnTo>
                <a:lnTo>
                  <a:pt x="74" y="367"/>
                </a:lnTo>
                <a:lnTo>
                  <a:pt x="73" y="367"/>
                </a:lnTo>
                <a:lnTo>
                  <a:pt x="72" y="367"/>
                </a:lnTo>
                <a:lnTo>
                  <a:pt x="71" y="366"/>
                </a:lnTo>
                <a:lnTo>
                  <a:pt x="70" y="366"/>
                </a:lnTo>
                <a:lnTo>
                  <a:pt x="69" y="366"/>
                </a:lnTo>
                <a:lnTo>
                  <a:pt x="68" y="365"/>
                </a:lnTo>
                <a:lnTo>
                  <a:pt x="66" y="365"/>
                </a:lnTo>
                <a:lnTo>
                  <a:pt x="64" y="365"/>
                </a:lnTo>
                <a:lnTo>
                  <a:pt x="63" y="365"/>
                </a:lnTo>
                <a:lnTo>
                  <a:pt x="62" y="364"/>
                </a:lnTo>
                <a:lnTo>
                  <a:pt x="61" y="364"/>
                </a:lnTo>
                <a:lnTo>
                  <a:pt x="60" y="364"/>
                </a:lnTo>
                <a:lnTo>
                  <a:pt x="59" y="364"/>
                </a:lnTo>
                <a:lnTo>
                  <a:pt x="58" y="364"/>
                </a:lnTo>
                <a:lnTo>
                  <a:pt x="56" y="363"/>
                </a:lnTo>
                <a:lnTo>
                  <a:pt x="55" y="363"/>
                </a:lnTo>
                <a:lnTo>
                  <a:pt x="55" y="362"/>
                </a:lnTo>
                <a:lnTo>
                  <a:pt x="55" y="361"/>
                </a:lnTo>
                <a:lnTo>
                  <a:pt x="54" y="362"/>
                </a:lnTo>
                <a:lnTo>
                  <a:pt x="53" y="362"/>
                </a:lnTo>
                <a:lnTo>
                  <a:pt x="53" y="361"/>
                </a:lnTo>
                <a:lnTo>
                  <a:pt x="53" y="360"/>
                </a:lnTo>
                <a:lnTo>
                  <a:pt x="52" y="360"/>
                </a:lnTo>
                <a:lnTo>
                  <a:pt x="52" y="359"/>
                </a:lnTo>
                <a:lnTo>
                  <a:pt x="51" y="359"/>
                </a:lnTo>
                <a:lnTo>
                  <a:pt x="51" y="358"/>
                </a:lnTo>
                <a:lnTo>
                  <a:pt x="49" y="357"/>
                </a:lnTo>
                <a:lnTo>
                  <a:pt x="47" y="356"/>
                </a:lnTo>
                <a:lnTo>
                  <a:pt x="45" y="355"/>
                </a:lnTo>
                <a:lnTo>
                  <a:pt x="45" y="354"/>
                </a:lnTo>
                <a:lnTo>
                  <a:pt x="40" y="353"/>
                </a:lnTo>
                <a:lnTo>
                  <a:pt x="35" y="352"/>
                </a:lnTo>
                <a:lnTo>
                  <a:pt x="33" y="352"/>
                </a:lnTo>
                <a:lnTo>
                  <a:pt x="30" y="351"/>
                </a:lnTo>
                <a:lnTo>
                  <a:pt x="24" y="351"/>
                </a:lnTo>
                <a:lnTo>
                  <a:pt x="23" y="351"/>
                </a:lnTo>
                <a:lnTo>
                  <a:pt x="22" y="351"/>
                </a:lnTo>
                <a:lnTo>
                  <a:pt x="21" y="350"/>
                </a:lnTo>
                <a:lnTo>
                  <a:pt x="20" y="350"/>
                </a:lnTo>
                <a:lnTo>
                  <a:pt x="19" y="349"/>
                </a:lnTo>
                <a:lnTo>
                  <a:pt x="18" y="347"/>
                </a:lnTo>
                <a:lnTo>
                  <a:pt x="18" y="346"/>
                </a:lnTo>
                <a:lnTo>
                  <a:pt x="18" y="345"/>
                </a:lnTo>
                <a:lnTo>
                  <a:pt x="17" y="345"/>
                </a:lnTo>
                <a:lnTo>
                  <a:pt x="17" y="343"/>
                </a:lnTo>
                <a:lnTo>
                  <a:pt x="16" y="341"/>
                </a:lnTo>
                <a:lnTo>
                  <a:pt x="16" y="340"/>
                </a:lnTo>
                <a:lnTo>
                  <a:pt x="16" y="338"/>
                </a:lnTo>
                <a:lnTo>
                  <a:pt x="16" y="336"/>
                </a:lnTo>
                <a:lnTo>
                  <a:pt x="17" y="336"/>
                </a:lnTo>
                <a:lnTo>
                  <a:pt x="17" y="335"/>
                </a:lnTo>
                <a:lnTo>
                  <a:pt x="17" y="334"/>
                </a:lnTo>
                <a:lnTo>
                  <a:pt x="18" y="334"/>
                </a:lnTo>
                <a:lnTo>
                  <a:pt x="19" y="332"/>
                </a:lnTo>
                <a:lnTo>
                  <a:pt x="19" y="331"/>
                </a:lnTo>
                <a:lnTo>
                  <a:pt x="20" y="328"/>
                </a:lnTo>
                <a:lnTo>
                  <a:pt x="20" y="326"/>
                </a:lnTo>
                <a:lnTo>
                  <a:pt x="20" y="325"/>
                </a:lnTo>
                <a:lnTo>
                  <a:pt x="20" y="323"/>
                </a:lnTo>
                <a:lnTo>
                  <a:pt x="20" y="322"/>
                </a:lnTo>
                <a:lnTo>
                  <a:pt x="20" y="321"/>
                </a:lnTo>
                <a:lnTo>
                  <a:pt x="20" y="320"/>
                </a:lnTo>
                <a:lnTo>
                  <a:pt x="20" y="318"/>
                </a:lnTo>
                <a:lnTo>
                  <a:pt x="20" y="317"/>
                </a:lnTo>
                <a:lnTo>
                  <a:pt x="20" y="315"/>
                </a:lnTo>
                <a:lnTo>
                  <a:pt x="19" y="314"/>
                </a:lnTo>
                <a:lnTo>
                  <a:pt x="18" y="314"/>
                </a:lnTo>
                <a:lnTo>
                  <a:pt x="19" y="313"/>
                </a:lnTo>
                <a:lnTo>
                  <a:pt x="19" y="311"/>
                </a:lnTo>
                <a:lnTo>
                  <a:pt x="19" y="310"/>
                </a:lnTo>
                <a:lnTo>
                  <a:pt x="19" y="309"/>
                </a:lnTo>
                <a:lnTo>
                  <a:pt x="19" y="308"/>
                </a:lnTo>
                <a:lnTo>
                  <a:pt x="19" y="307"/>
                </a:lnTo>
                <a:lnTo>
                  <a:pt x="19" y="306"/>
                </a:lnTo>
                <a:lnTo>
                  <a:pt x="18" y="305"/>
                </a:lnTo>
                <a:lnTo>
                  <a:pt x="19" y="304"/>
                </a:lnTo>
                <a:lnTo>
                  <a:pt x="18" y="303"/>
                </a:lnTo>
                <a:lnTo>
                  <a:pt x="17" y="301"/>
                </a:lnTo>
                <a:lnTo>
                  <a:pt x="17" y="300"/>
                </a:lnTo>
                <a:lnTo>
                  <a:pt x="16" y="300"/>
                </a:lnTo>
                <a:lnTo>
                  <a:pt x="14" y="295"/>
                </a:lnTo>
                <a:lnTo>
                  <a:pt x="14" y="293"/>
                </a:lnTo>
                <a:lnTo>
                  <a:pt x="13" y="293"/>
                </a:lnTo>
                <a:lnTo>
                  <a:pt x="13" y="292"/>
                </a:lnTo>
                <a:lnTo>
                  <a:pt x="12" y="291"/>
                </a:lnTo>
                <a:lnTo>
                  <a:pt x="11" y="289"/>
                </a:lnTo>
                <a:lnTo>
                  <a:pt x="10" y="288"/>
                </a:lnTo>
                <a:lnTo>
                  <a:pt x="9" y="288"/>
                </a:lnTo>
                <a:lnTo>
                  <a:pt x="7" y="287"/>
                </a:lnTo>
                <a:lnTo>
                  <a:pt x="5" y="286"/>
                </a:lnTo>
                <a:lnTo>
                  <a:pt x="4" y="286"/>
                </a:lnTo>
                <a:lnTo>
                  <a:pt x="3" y="283"/>
                </a:lnTo>
                <a:lnTo>
                  <a:pt x="4" y="282"/>
                </a:lnTo>
                <a:lnTo>
                  <a:pt x="4" y="281"/>
                </a:lnTo>
                <a:lnTo>
                  <a:pt x="4" y="280"/>
                </a:lnTo>
                <a:lnTo>
                  <a:pt x="5" y="279"/>
                </a:lnTo>
                <a:lnTo>
                  <a:pt x="6" y="279"/>
                </a:lnTo>
                <a:lnTo>
                  <a:pt x="7" y="279"/>
                </a:lnTo>
                <a:lnTo>
                  <a:pt x="6" y="278"/>
                </a:lnTo>
                <a:lnTo>
                  <a:pt x="5" y="278"/>
                </a:lnTo>
                <a:lnTo>
                  <a:pt x="5" y="277"/>
                </a:lnTo>
                <a:lnTo>
                  <a:pt x="7" y="276"/>
                </a:lnTo>
                <a:lnTo>
                  <a:pt x="8" y="273"/>
                </a:lnTo>
                <a:lnTo>
                  <a:pt x="9" y="272"/>
                </a:lnTo>
                <a:lnTo>
                  <a:pt x="9" y="271"/>
                </a:lnTo>
                <a:lnTo>
                  <a:pt x="9" y="269"/>
                </a:lnTo>
                <a:lnTo>
                  <a:pt x="9" y="268"/>
                </a:lnTo>
                <a:lnTo>
                  <a:pt x="10" y="265"/>
                </a:lnTo>
                <a:lnTo>
                  <a:pt x="10" y="264"/>
                </a:lnTo>
                <a:lnTo>
                  <a:pt x="9" y="263"/>
                </a:lnTo>
                <a:lnTo>
                  <a:pt x="9" y="262"/>
                </a:lnTo>
                <a:lnTo>
                  <a:pt x="8" y="260"/>
                </a:lnTo>
                <a:lnTo>
                  <a:pt x="7" y="259"/>
                </a:lnTo>
                <a:lnTo>
                  <a:pt x="7" y="258"/>
                </a:lnTo>
                <a:lnTo>
                  <a:pt x="7" y="257"/>
                </a:lnTo>
                <a:lnTo>
                  <a:pt x="7" y="258"/>
                </a:lnTo>
                <a:lnTo>
                  <a:pt x="7" y="257"/>
                </a:lnTo>
                <a:lnTo>
                  <a:pt x="7" y="256"/>
                </a:lnTo>
                <a:lnTo>
                  <a:pt x="7" y="255"/>
                </a:lnTo>
                <a:lnTo>
                  <a:pt x="7" y="254"/>
                </a:lnTo>
                <a:lnTo>
                  <a:pt x="7" y="252"/>
                </a:lnTo>
                <a:lnTo>
                  <a:pt x="6" y="251"/>
                </a:lnTo>
                <a:lnTo>
                  <a:pt x="6" y="249"/>
                </a:lnTo>
                <a:lnTo>
                  <a:pt x="6" y="248"/>
                </a:lnTo>
                <a:lnTo>
                  <a:pt x="5" y="247"/>
                </a:lnTo>
                <a:lnTo>
                  <a:pt x="4" y="244"/>
                </a:lnTo>
                <a:lnTo>
                  <a:pt x="4" y="242"/>
                </a:lnTo>
                <a:lnTo>
                  <a:pt x="4" y="241"/>
                </a:lnTo>
                <a:lnTo>
                  <a:pt x="3" y="238"/>
                </a:lnTo>
                <a:lnTo>
                  <a:pt x="2" y="237"/>
                </a:lnTo>
                <a:lnTo>
                  <a:pt x="2" y="236"/>
                </a:lnTo>
                <a:lnTo>
                  <a:pt x="2" y="235"/>
                </a:lnTo>
                <a:lnTo>
                  <a:pt x="1" y="234"/>
                </a:lnTo>
                <a:lnTo>
                  <a:pt x="1" y="233"/>
                </a:lnTo>
                <a:lnTo>
                  <a:pt x="0" y="233"/>
                </a:lnTo>
                <a:lnTo>
                  <a:pt x="0" y="232"/>
                </a:lnTo>
                <a:lnTo>
                  <a:pt x="0" y="231"/>
                </a:lnTo>
                <a:lnTo>
                  <a:pt x="0" y="230"/>
                </a:lnTo>
                <a:lnTo>
                  <a:pt x="1" y="230"/>
                </a:lnTo>
                <a:lnTo>
                  <a:pt x="2" y="229"/>
                </a:lnTo>
                <a:lnTo>
                  <a:pt x="3" y="229"/>
                </a:lnTo>
                <a:lnTo>
                  <a:pt x="4" y="228"/>
                </a:lnTo>
                <a:lnTo>
                  <a:pt x="7" y="226"/>
                </a:lnTo>
                <a:lnTo>
                  <a:pt x="8" y="223"/>
                </a:lnTo>
                <a:lnTo>
                  <a:pt x="9" y="222"/>
                </a:lnTo>
                <a:lnTo>
                  <a:pt x="9" y="221"/>
                </a:lnTo>
                <a:lnTo>
                  <a:pt x="10" y="220"/>
                </a:lnTo>
                <a:lnTo>
                  <a:pt x="10" y="219"/>
                </a:lnTo>
                <a:lnTo>
                  <a:pt x="11" y="219"/>
                </a:lnTo>
                <a:lnTo>
                  <a:pt x="10" y="218"/>
                </a:lnTo>
                <a:lnTo>
                  <a:pt x="11" y="218"/>
                </a:lnTo>
                <a:lnTo>
                  <a:pt x="12" y="217"/>
                </a:lnTo>
                <a:lnTo>
                  <a:pt x="12" y="215"/>
                </a:lnTo>
                <a:lnTo>
                  <a:pt x="11" y="215"/>
                </a:lnTo>
                <a:lnTo>
                  <a:pt x="11" y="213"/>
                </a:lnTo>
                <a:lnTo>
                  <a:pt x="11" y="212"/>
                </a:lnTo>
                <a:lnTo>
                  <a:pt x="10" y="211"/>
                </a:lnTo>
                <a:lnTo>
                  <a:pt x="9" y="210"/>
                </a:lnTo>
                <a:lnTo>
                  <a:pt x="8" y="209"/>
                </a:lnTo>
                <a:lnTo>
                  <a:pt x="7" y="208"/>
                </a:lnTo>
                <a:lnTo>
                  <a:pt x="5" y="208"/>
                </a:lnTo>
                <a:lnTo>
                  <a:pt x="3" y="207"/>
                </a:lnTo>
                <a:lnTo>
                  <a:pt x="2" y="207"/>
                </a:lnTo>
                <a:lnTo>
                  <a:pt x="2" y="206"/>
                </a:lnTo>
                <a:lnTo>
                  <a:pt x="2" y="205"/>
                </a:lnTo>
                <a:lnTo>
                  <a:pt x="3" y="204"/>
                </a:lnTo>
                <a:lnTo>
                  <a:pt x="3" y="203"/>
                </a:lnTo>
                <a:lnTo>
                  <a:pt x="3" y="202"/>
                </a:lnTo>
                <a:lnTo>
                  <a:pt x="2" y="200"/>
                </a:lnTo>
                <a:lnTo>
                  <a:pt x="2" y="199"/>
                </a:lnTo>
                <a:lnTo>
                  <a:pt x="3" y="198"/>
                </a:lnTo>
                <a:lnTo>
                  <a:pt x="3" y="194"/>
                </a:lnTo>
                <a:lnTo>
                  <a:pt x="2" y="193"/>
                </a:lnTo>
                <a:lnTo>
                  <a:pt x="3" y="192"/>
                </a:lnTo>
                <a:lnTo>
                  <a:pt x="3" y="191"/>
                </a:lnTo>
                <a:lnTo>
                  <a:pt x="4" y="191"/>
                </a:lnTo>
                <a:lnTo>
                  <a:pt x="5" y="192"/>
                </a:lnTo>
                <a:lnTo>
                  <a:pt x="6" y="192"/>
                </a:lnTo>
                <a:lnTo>
                  <a:pt x="8" y="193"/>
                </a:lnTo>
                <a:lnTo>
                  <a:pt x="9" y="193"/>
                </a:lnTo>
                <a:lnTo>
                  <a:pt x="9" y="192"/>
                </a:lnTo>
                <a:lnTo>
                  <a:pt x="8" y="192"/>
                </a:lnTo>
                <a:lnTo>
                  <a:pt x="8" y="191"/>
                </a:lnTo>
                <a:lnTo>
                  <a:pt x="7" y="191"/>
                </a:lnTo>
                <a:lnTo>
                  <a:pt x="7" y="190"/>
                </a:lnTo>
                <a:lnTo>
                  <a:pt x="6" y="190"/>
                </a:lnTo>
                <a:lnTo>
                  <a:pt x="6" y="189"/>
                </a:lnTo>
                <a:lnTo>
                  <a:pt x="5" y="189"/>
                </a:lnTo>
                <a:lnTo>
                  <a:pt x="4" y="189"/>
                </a:lnTo>
                <a:lnTo>
                  <a:pt x="5" y="188"/>
                </a:lnTo>
                <a:lnTo>
                  <a:pt x="6" y="188"/>
                </a:lnTo>
                <a:lnTo>
                  <a:pt x="6" y="187"/>
                </a:lnTo>
                <a:lnTo>
                  <a:pt x="7" y="187"/>
                </a:lnTo>
                <a:lnTo>
                  <a:pt x="7" y="188"/>
                </a:lnTo>
                <a:lnTo>
                  <a:pt x="7" y="189"/>
                </a:lnTo>
                <a:lnTo>
                  <a:pt x="8" y="189"/>
                </a:lnTo>
                <a:lnTo>
                  <a:pt x="9" y="190"/>
                </a:lnTo>
                <a:lnTo>
                  <a:pt x="9" y="191"/>
                </a:lnTo>
                <a:lnTo>
                  <a:pt x="10" y="191"/>
                </a:lnTo>
                <a:lnTo>
                  <a:pt x="10" y="190"/>
                </a:lnTo>
                <a:lnTo>
                  <a:pt x="9" y="190"/>
                </a:lnTo>
                <a:lnTo>
                  <a:pt x="8" y="188"/>
                </a:lnTo>
                <a:lnTo>
                  <a:pt x="8" y="187"/>
                </a:lnTo>
                <a:lnTo>
                  <a:pt x="8" y="186"/>
                </a:lnTo>
                <a:lnTo>
                  <a:pt x="9" y="186"/>
                </a:lnTo>
                <a:lnTo>
                  <a:pt x="10" y="186"/>
                </a:lnTo>
                <a:lnTo>
                  <a:pt x="11" y="187"/>
                </a:lnTo>
                <a:lnTo>
                  <a:pt x="11" y="188"/>
                </a:lnTo>
                <a:lnTo>
                  <a:pt x="12" y="189"/>
                </a:lnTo>
                <a:lnTo>
                  <a:pt x="13" y="189"/>
                </a:lnTo>
                <a:lnTo>
                  <a:pt x="13" y="188"/>
                </a:lnTo>
                <a:lnTo>
                  <a:pt x="12" y="187"/>
                </a:lnTo>
                <a:lnTo>
                  <a:pt x="11" y="185"/>
                </a:lnTo>
                <a:lnTo>
                  <a:pt x="10" y="184"/>
                </a:lnTo>
                <a:lnTo>
                  <a:pt x="9" y="183"/>
                </a:lnTo>
                <a:lnTo>
                  <a:pt x="8" y="182"/>
                </a:lnTo>
                <a:lnTo>
                  <a:pt x="7" y="181"/>
                </a:lnTo>
                <a:lnTo>
                  <a:pt x="8" y="181"/>
                </a:lnTo>
                <a:lnTo>
                  <a:pt x="9" y="180"/>
                </a:lnTo>
                <a:lnTo>
                  <a:pt x="9" y="179"/>
                </a:lnTo>
                <a:lnTo>
                  <a:pt x="10" y="179"/>
                </a:lnTo>
                <a:lnTo>
                  <a:pt x="11" y="178"/>
                </a:lnTo>
                <a:lnTo>
                  <a:pt x="11" y="177"/>
                </a:lnTo>
                <a:lnTo>
                  <a:pt x="11" y="176"/>
                </a:lnTo>
                <a:lnTo>
                  <a:pt x="11" y="175"/>
                </a:lnTo>
                <a:lnTo>
                  <a:pt x="12" y="175"/>
                </a:lnTo>
                <a:lnTo>
                  <a:pt x="13" y="175"/>
                </a:lnTo>
                <a:lnTo>
                  <a:pt x="17" y="176"/>
                </a:lnTo>
                <a:lnTo>
                  <a:pt x="18" y="175"/>
                </a:lnTo>
                <a:lnTo>
                  <a:pt x="19" y="175"/>
                </a:lnTo>
                <a:lnTo>
                  <a:pt x="20" y="175"/>
                </a:lnTo>
                <a:lnTo>
                  <a:pt x="22" y="174"/>
                </a:lnTo>
                <a:lnTo>
                  <a:pt x="23" y="174"/>
                </a:lnTo>
                <a:lnTo>
                  <a:pt x="25" y="173"/>
                </a:lnTo>
                <a:lnTo>
                  <a:pt x="26" y="173"/>
                </a:lnTo>
                <a:lnTo>
                  <a:pt x="26" y="172"/>
                </a:lnTo>
                <a:lnTo>
                  <a:pt x="28" y="171"/>
                </a:lnTo>
                <a:lnTo>
                  <a:pt x="29" y="171"/>
                </a:lnTo>
                <a:lnTo>
                  <a:pt x="29" y="170"/>
                </a:lnTo>
                <a:lnTo>
                  <a:pt x="33" y="167"/>
                </a:lnTo>
                <a:lnTo>
                  <a:pt x="33" y="166"/>
                </a:lnTo>
                <a:lnTo>
                  <a:pt x="35" y="165"/>
                </a:lnTo>
                <a:lnTo>
                  <a:pt x="35" y="164"/>
                </a:lnTo>
                <a:lnTo>
                  <a:pt x="36" y="164"/>
                </a:lnTo>
                <a:lnTo>
                  <a:pt x="36" y="163"/>
                </a:lnTo>
                <a:lnTo>
                  <a:pt x="37" y="162"/>
                </a:lnTo>
                <a:lnTo>
                  <a:pt x="39" y="161"/>
                </a:lnTo>
                <a:lnTo>
                  <a:pt x="40" y="160"/>
                </a:lnTo>
                <a:lnTo>
                  <a:pt x="41" y="160"/>
                </a:lnTo>
                <a:lnTo>
                  <a:pt x="42" y="160"/>
                </a:lnTo>
                <a:lnTo>
                  <a:pt x="43" y="159"/>
                </a:lnTo>
                <a:lnTo>
                  <a:pt x="44" y="159"/>
                </a:lnTo>
                <a:lnTo>
                  <a:pt x="47" y="158"/>
                </a:lnTo>
                <a:lnTo>
                  <a:pt x="48" y="157"/>
                </a:lnTo>
                <a:lnTo>
                  <a:pt x="50" y="156"/>
                </a:lnTo>
                <a:lnTo>
                  <a:pt x="51" y="155"/>
                </a:lnTo>
                <a:lnTo>
                  <a:pt x="53" y="154"/>
                </a:lnTo>
                <a:lnTo>
                  <a:pt x="55" y="151"/>
                </a:lnTo>
                <a:lnTo>
                  <a:pt x="57" y="149"/>
                </a:lnTo>
                <a:lnTo>
                  <a:pt x="60" y="147"/>
                </a:lnTo>
                <a:lnTo>
                  <a:pt x="61" y="147"/>
                </a:lnTo>
                <a:lnTo>
                  <a:pt x="61" y="146"/>
                </a:lnTo>
                <a:lnTo>
                  <a:pt x="62" y="146"/>
                </a:lnTo>
                <a:lnTo>
                  <a:pt x="63" y="146"/>
                </a:lnTo>
                <a:lnTo>
                  <a:pt x="64" y="146"/>
                </a:lnTo>
                <a:lnTo>
                  <a:pt x="65" y="146"/>
                </a:lnTo>
                <a:lnTo>
                  <a:pt x="64" y="146"/>
                </a:lnTo>
                <a:lnTo>
                  <a:pt x="62" y="145"/>
                </a:lnTo>
                <a:lnTo>
                  <a:pt x="62" y="146"/>
                </a:lnTo>
                <a:lnTo>
                  <a:pt x="61" y="146"/>
                </a:lnTo>
                <a:lnTo>
                  <a:pt x="63" y="144"/>
                </a:lnTo>
                <a:lnTo>
                  <a:pt x="64" y="143"/>
                </a:lnTo>
                <a:lnTo>
                  <a:pt x="66" y="142"/>
                </a:lnTo>
                <a:lnTo>
                  <a:pt x="67" y="141"/>
                </a:lnTo>
                <a:lnTo>
                  <a:pt x="69" y="139"/>
                </a:lnTo>
                <a:lnTo>
                  <a:pt x="71" y="137"/>
                </a:lnTo>
                <a:lnTo>
                  <a:pt x="72" y="136"/>
                </a:lnTo>
                <a:lnTo>
                  <a:pt x="72" y="135"/>
                </a:lnTo>
                <a:lnTo>
                  <a:pt x="72" y="134"/>
                </a:lnTo>
                <a:lnTo>
                  <a:pt x="74" y="131"/>
                </a:lnTo>
                <a:lnTo>
                  <a:pt x="75" y="131"/>
                </a:lnTo>
                <a:lnTo>
                  <a:pt x="76" y="130"/>
                </a:lnTo>
                <a:lnTo>
                  <a:pt x="79" y="129"/>
                </a:lnTo>
                <a:lnTo>
                  <a:pt x="80" y="129"/>
                </a:lnTo>
                <a:lnTo>
                  <a:pt x="80" y="128"/>
                </a:lnTo>
                <a:lnTo>
                  <a:pt x="83" y="128"/>
                </a:lnTo>
                <a:lnTo>
                  <a:pt x="84" y="128"/>
                </a:lnTo>
                <a:lnTo>
                  <a:pt x="84" y="127"/>
                </a:lnTo>
                <a:lnTo>
                  <a:pt x="86" y="127"/>
                </a:lnTo>
                <a:lnTo>
                  <a:pt x="88" y="126"/>
                </a:lnTo>
                <a:lnTo>
                  <a:pt x="90" y="125"/>
                </a:lnTo>
                <a:lnTo>
                  <a:pt x="91" y="124"/>
                </a:lnTo>
                <a:lnTo>
                  <a:pt x="93" y="123"/>
                </a:lnTo>
                <a:lnTo>
                  <a:pt x="94" y="123"/>
                </a:lnTo>
                <a:lnTo>
                  <a:pt x="95" y="122"/>
                </a:lnTo>
                <a:lnTo>
                  <a:pt x="97" y="121"/>
                </a:lnTo>
                <a:lnTo>
                  <a:pt x="100" y="119"/>
                </a:lnTo>
                <a:lnTo>
                  <a:pt x="102" y="118"/>
                </a:lnTo>
                <a:lnTo>
                  <a:pt x="103" y="118"/>
                </a:lnTo>
                <a:lnTo>
                  <a:pt x="104" y="118"/>
                </a:lnTo>
                <a:lnTo>
                  <a:pt x="105" y="118"/>
                </a:lnTo>
                <a:lnTo>
                  <a:pt x="108" y="115"/>
                </a:lnTo>
                <a:lnTo>
                  <a:pt x="109" y="114"/>
                </a:lnTo>
                <a:lnTo>
                  <a:pt x="110" y="113"/>
                </a:lnTo>
                <a:lnTo>
                  <a:pt x="111" y="113"/>
                </a:lnTo>
                <a:lnTo>
                  <a:pt x="111" y="112"/>
                </a:lnTo>
                <a:lnTo>
                  <a:pt x="113" y="110"/>
                </a:lnTo>
                <a:lnTo>
                  <a:pt x="114" y="109"/>
                </a:lnTo>
                <a:lnTo>
                  <a:pt x="113" y="108"/>
                </a:lnTo>
                <a:lnTo>
                  <a:pt x="114" y="107"/>
                </a:lnTo>
                <a:lnTo>
                  <a:pt x="114" y="105"/>
                </a:lnTo>
                <a:lnTo>
                  <a:pt x="114" y="103"/>
                </a:lnTo>
                <a:lnTo>
                  <a:pt x="113" y="103"/>
                </a:lnTo>
                <a:lnTo>
                  <a:pt x="113" y="102"/>
                </a:lnTo>
                <a:lnTo>
                  <a:pt x="114" y="102"/>
                </a:lnTo>
                <a:lnTo>
                  <a:pt x="115" y="103"/>
                </a:lnTo>
                <a:lnTo>
                  <a:pt x="116" y="104"/>
                </a:lnTo>
                <a:lnTo>
                  <a:pt x="116" y="103"/>
                </a:lnTo>
                <a:lnTo>
                  <a:pt x="117" y="103"/>
                </a:lnTo>
                <a:lnTo>
                  <a:pt x="117" y="102"/>
                </a:lnTo>
                <a:lnTo>
                  <a:pt x="118" y="102"/>
                </a:lnTo>
                <a:lnTo>
                  <a:pt x="119" y="101"/>
                </a:lnTo>
                <a:lnTo>
                  <a:pt x="120" y="101"/>
                </a:lnTo>
                <a:lnTo>
                  <a:pt x="120" y="102"/>
                </a:lnTo>
                <a:lnTo>
                  <a:pt x="124" y="101"/>
                </a:lnTo>
                <a:lnTo>
                  <a:pt x="126" y="101"/>
                </a:lnTo>
                <a:lnTo>
                  <a:pt x="128" y="102"/>
                </a:lnTo>
                <a:lnTo>
                  <a:pt x="129" y="102"/>
                </a:lnTo>
                <a:lnTo>
                  <a:pt x="129" y="103"/>
                </a:lnTo>
                <a:lnTo>
                  <a:pt x="129" y="104"/>
                </a:lnTo>
                <a:lnTo>
                  <a:pt x="130" y="104"/>
                </a:lnTo>
                <a:lnTo>
                  <a:pt x="130" y="105"/>
                </a:lnTo>
                <a:lnTo>
                  <a:pt x="130" y="104"/>
                </a:lnTo>
                <a:lnTo>
                  <a:pt x="131" y="105"/>
                </a:lnTo>
                <a:lnTo>
                  <a:pt x="131" y="106"/>
                </a:lnTo>
                <a:lnTo>
                  <a:pt x="130" y="106"/>
                </a:lnTo>
                <a:lnTo>
                  <a:pt x="132" y="107"/>
                </a:lnTo>
                <a:lnTo>
                  <a:pt x="132" y="105"/>
                </a:lnTo>
                <a:lnTo>
                  <a:pt x="132" y="103"/>
                </a:lnTo>
                <a:lnTo>
                  <a:pt x="132" y="102"/>
                </a:lnTo>
                <a:lnTo>
                  <a:pt x="131" y="101"/>
                </a:lnTo>
                <a:lnTo>
                  <a:pt x="130" y="100"/>
                </a:lnTo>
                <a:lnTo>
                  <a:pt x="129" y="100"/>
                </a:lnTo>
                <a:lnTo>
                  <a:pt x="128" y="98"/>
                </a:lnTo>
                <a:lnTo>
                  <a:pt x="127" y="99"/>
                </a:lnTo>
                <a:lnTo>
                  <a:pt x="125" y="98"/>
                </a:lnTo>
                <a:lnTo>
                  <a:pt x="125" y="97"/>
                </a:lnTo>
                <a:lnTo>
                  <a:pt x="125" y="96"/>
                </a:lnTo>
                <a:lnTo>
                  <a:pt x="126" y="96"/>
                </a:lnTo>
                <a:lnTo>
                  <a:pt x="129" y="94"/>
                </a:lnTo>
                <a:lnTo>
                  <a:pt x="130" y="94"/>
                </a:lnTo>
                <a:lnTo>
                  <a:pt x="130" y="95"/>
                </a:lnTo>
                <a:lnTo>
                  <a:pt x="131" y="95"/>
                </a:lnTo>
                <a:lnTo>
                  <a:pt x="131" y="96"/>
                </a:lnTo>
                <a:lnTo>
                  <a:pt x="132" y="96"/>
                </a:lnTo>
                <a:lnTo>
                  <a:pt x="132" y="95"/>
                </a:lnTo>
                <a:lnTo>
                  <a:pt x="131" y="94"/>
                </a:lnTo>
                <a:lnTo>
                  <a:pt x="131" y="93"/>
                </a:lnTo>
                <a:lnTo>
                  <a:pt x="132" y="93"/>
                </a:lnTo>
                <a:lnTo>
                  <a:pt x="131" y="92"/>
                </a:lnTo>
                <a:lnTo>
                  <a:pt x="131" y="91"/>
                </a:lnTo>
                <a:lnTo>
                  <a:pt x="132" y="90"/>
                </a:lnTo>
                <a:lnTo>
                  <a:pt x="133" y="90"/>
                </a:lnTo>
                <a:lnTo>
                  <a:pt x="134" y="90"/>
                </a:lnTo>
                <a:lnTo>
                  <a:pt x="135" y="89"/>
                </a:lnTo>
                <a:lnTo>
                  <a:pt x="134" y="89"/>
                </a:lnTo>
                <a:lnTo>
                  <a:pt x="133" y="89"/>
                </a:lnTo>
                <a:lnTo>
                  <a:pt x="132" y="89"/>
                </a:lnTo>
                <a:lnTo>
                  <a:pt x="131" y="89"/>
                </a:lnTo>
                <a:lnTo>
                  <a:pt x="130" y="89"/>
                </a:lnTo>
                <a:lnTo>
                  <a:pt x="129" y="89"/>
                </a:lnTo>
                <a:lnTo>
                  <a:pt x="128" y="89"/>
                </a:lnTo>
                <a:lnTo>
                  <a:pt x="128" y="88"/>
                </a:lnTo>
                <a:lnTo>
                  <a:pt x="128" y="87"/>
                </a:lnTo>
                <a:lnTo>
                  <a:pt x="127" y="87"/>
                </a:lnTo>
                <a:lnTo>
                  <a:pt x="126" y="88"/>
                </a:lnTo>
                <a:lnTo>
                  <a:pt x="125" y="88"/>
                </a:lnTo>
                <a:lnTo>
                  <a:pt x="125" y="89"/>
                </a:lnTo>
                <a:lnTo>
                  <a:pt x="124" y="90"/>
                </a:lnTo>
                <a:lnTo>
                  <a:pt x="124" y="91"/>
                </a:lnTo>
                <a:lnTo>
                  <a:pt x="124" y="92"/>
                </a:lnTo>
                <a:lnTo>
                  <a:pt x="124" y="93"/>
                </a:lnTo>
                <a:lnTo>
                  <a:pt x="124" y="94"/>
                </a:lnTo>
                <a:lnTo>
                  <a:pt x="123" y="93"/>
                </a:lnTo>
                <a:lnTo>
                  <a:pt x="123" y="92"/>
                </a:lnTo>
                <a:lnTo>
                  <a:pt x="123" y="91"/>
                </a:lnTo>
                <a:lnTo>
                  <a:pt x="122" y="91"/>
                </a:lnTo>
                <a:lnTo>
                  <a:pt x="121" y="92"/>
                </a:lnTo>
                <a:lnTo>
                  <a:pt x="121" y="93"/>
                </a:lnTo>
                <a:lnTo>
                  <a:pt x="121" y="94"/>
                </a:lnTo>
                <a:lnTo>
                  <a:pt x="120" y="94"/>
                </a:lnTo>
                <a:lnTo>
                  <a:pt x="119" y="93"/>
                </a:lnTo>
                <a:lnTo>
                  <a:pt x="118" y="94"/>
                </a:lnTo>
                <a:lnTo>
                  <a:pt x="116" y="94"/>
                </a:lnTo>
                <a:lnTo>
                  <a:pt x="116" y="95"/>
                </a:lnTo>
                <a:lnTo>
                  <a:pt x="117" y="95"/>
                </a:lnTo>
                <a:lnTo>
                  <a:pt x="117" y="96"/>
                </a:lnTo>
                <a:lnTo>
                  <a:pt x="116" y="97"/>
                </a:lnTo>
                <a:lnTo>
                  <a:pt x="114" y="97"/>
                </a:lnTo>
                <a:lnTo>
                  <a:pt x="114" y="98"/>
                </a:lnTo>
                <a:lnTo>
                  <a:pt x="114" y="99"/>
                </a:lnTo>
                <a:lnTo>
                  <a:pt x="114" y="100"/>
                </a:lnTo>
                <a:lnTo>
                  <a:pt x="114" y="101"/>
                </a:lnTo>
                <a:lnTo>
                  <a:pt x="113" y="101"/>
                </a:lnTo>
                <a:lnTo>
                  <a:pt x="112" y="101"/>
                </a:lnTo>
                <a:lnTo>
                  <a:pt x="110" y="100"/>
                </a:lnTo>
                <a:lnTo>
                  <a:pt x="109" y="100"/>
                </a:lnTo>
                <a:lnTo>
                  <a:pt x="108" y="100"/>
                </a:lnTo>
                <a:lnTo>
                  <a:pt x="108" y="102"/>
                </a:lnTo>
                <a:lnTo>
                  <a:pt x="107" y="102"/>
                </a:lnTo>
                <a:lnTo>
                  <a:pt x="106" y="102"/>
                </a:lnTo>
                <a:lnTo>
                  <a:pt x="106" y="103"/>
                </a:lnTo>
                <a:lnTo>
                  <a:pt x="105" y="103"/>
                </a:lnTo>
                <a:lnTo>
                  <a:pt x="105" y="104"/>
                </a:lnTo>
                <a:lnTo>
                  <a:pt x="104" y="103"/>
                </a:lnTo>
                <a:lnTo>
                  <a:pt x="103" y="103"/>
                </a:lnTo>
                <a:lnTo>
                  <a:pt x="103" y="105"/>
                </a:lnTo>
                <a:lnTo>
                  <a:pt x="102" y="105"/>
                </a:lnTo>
                <a:lnTo>
                  <a:pt x="101" y="102"/>
                </a:lnTo>
                <a:lnTo>
                  <a:pt x="103" y="102"/>
                </a:lnTo>
                <a:lnTo>
                  <a:pt x="104" y="101"/>
                </a:lnTo>
                <a:lnTo>
                  <a:pt x="105" y="101"/>
                </a:lnTo>
                <a:lnTo>
                  <a:pt x="105" y="100"/>
                </a:lnTo>
                <a:lnTo>
                  <a:pt x="106" y="100"/>
                </a:lnTo>
                <a:lnTo>
                  <a:pt x="107" y="99"/>
                </a:lnTo>
                <a:lnTo>
                  <a:pt x="106" y="98"/>
                </a:lnTo>
                <a:lnTo>
                  <a:pt x="105" y="96"/>
                </a:lnTo>
                <a:lnTo>
                  <a:pt x="105" y="95"/>
                </a:lnTo>
                <a:lnTo>
                  <a:pt x="104" y="94"/>
                </a:lnTo>
                <a:lnTo>
                  <a:pt x="103" y="93"/>
                </a:lnTo>
                <a:lnTo>
                  <a:pt x="104" y="93"/>
                </a:lnTo>
                <a:lnTo>
                  <a:pt x="104" y="92"/>
                </a:lnTo>
                <a:lnTo>
                  <a:pt x="102" y="91"/>
                </a:lnTo>
                <a:lnTo>
                  <a:pt x="102" y="89"/>
                </a:lnTo>
                <a:lnTo>
                  <a:pt x="102" y="88"/>
                </a:lnTo>
                <a:lnTo>
                  <a:pt x="103" y="87"/>
                </a:lnTo>
                <a:lnTo>
                  <a:pt x="105" y="84"/>
                </a:lnTo>
                <a:lnTo>
                  <a:pt x="106" y="82"/>
                </a:lnTo>
                <a:lnTo>
                  <a:pt x="108" y="81"/>
                </a:lnTo>
                <a:lnTo>
                  <a:pt x="110" y="80"/>
                </a:lnTo>
                <a:lnTo>
                  <a:pt x="112" y="82"/>
                </a:lnTo>
                <a:lnTo>
                  <a:pt x="112" y="81"/>
                </a:lnTo>
                <a:lnTo>
                  <a:pt x="111" y="81"/>
                </a:lnTo>
                <a:lnTo>
                  <a:pt x="112" y="81"/>
                </a:lnTo>
                <a:lnTo>
                  <a:pt x="112" y="80"/>
                </a:lnTo>
                <a:lnTo>
                  <a:pt x="112" y="79"/>
                </a:lnTo>
                <a:lnTo>
                  <a:pt x="112" y="78"/>
                </a:lnTo>
                <a:lnTo>
                  <a:pt x="113" y="78"/>
                </a:lnTo>
                <a:lnTo>
                  <a:pt x="113" y="77"/>
                </a:lnTo>
                <a:lnTo>
                  <a:pt x="114" y="77"/>
                </a:lnTo>
                <a:lnTo>
                  <a:pt x="114" y="76"/>
                </a:lnTo>
                <a:lnTo>
                  <a:pt x="113" y="76"/>
                </a:lnTo>
                <a:lnTo>
                  <a:pt x="114" y="75"/>
                </a:lnTo>
                <a:lnTo>
                  <a:pt x="115" y="75"/>
                </a:lnTo>
                <a:lnTo>
                  <a:pt x="115" y="74"/>
                </a:lnTo>
                <a:lnTo>
                  <a:pt x="116" y="74"/>
                </a:lnTo>
                <a:lnTo>
                  <a:pt x="116" y="75"/>
                </a:lnTo>
                <a:lnTo>
                  <a:pt x="115" y="77"/>
                </a:lnTo>
                <a:lnTo>
                  <a:pt x="116" y="77"/>
                </a:lnTo>
                <a:lnTo>
                  <a:pt x="118" y="77"/>
                </a:lnTo>
                <a:lnTo>
                  <a:pt x="118" y="76"/>
                </a:lnTo>
                <a:lnTo>
                  <a:pt x="117" y="76"/>
                </a:lnTo>
                <a:lnTo>
                  <a:pt x="116" y="76"/>
                </a:lnTo>
                <a:lnTo>
                  <a:pt x="116" y="75"/>
                </a:lnTo>
                <a:lnTo>
                  <a:pt x="117" y="75"/>
                </a:lnTo>
                <a:lnTo>
                  <a:pt x="118" y="75"/>
                </a:lnTo>
                <a:lnTo>
                  <a:pt x="119" y="75"/>
                </a:lnTo>
                <a:lnTo>
                  <a:pt x="119" y="74"/>
                </a:lnTo>
                <a:lnTo>
                  <a:pt x="120" y="74"/>
                </a:lnTo>
                <a:lnTo>
                  <a:pt x="121" y="73"/>
                </a:lnTo>
                <a:lnTo>
                  <a:pt x="121" y="72"/>
                </a:lnTo>
                <a:lnTo>
                  <a:pt x="121" y="71"/>
                </a:lnTo>
                <a:lnTo>
                  <a:pt x="121" y="70"/>
                </a:lnTo>
                <a:lnTo>
                  <a:pt x="122" y="69"/>
                </a:lnTo>
                <a:lnTo>
                  <a:pt x="122" y="68"/>
                </a:lnTo>
                <a:lnTo>
                  <a:pt x="121" y="68"/>
                </a:lnTo>
                <a:lnTo>
                  <a:pt x="121" y="67"/>
                </a:lnTo>
                <a:lnTo>
                  <a:pt x="121" y="66"/>
                </a:lnTo>
                <a:lnTo>
                  <a:pt x="122" y="66"/>
                </a:lnTo>
                <a:lnTo>
                  <a:pt x="125" y="66"/>
                </a:lnTo>
                <a:lnTo>
                  <a:pt x="126" y="66"/>
                </a:lnTo>
                <a:lnTo>
                  <a:pt x="126" y="67"/>
                </a:lnTo>
                <a:lnTo>
                  <a:pt x="127" y="67"/>
                </a:lnTo>
                <a:lnTo>
                  <a:pt x="127" y="66"/>
                </a:lnTo>
                <a:lnTo>
                  <a:pt x="127" y="65"/>
                </a:lnTo>
                <a:lnTo>
                  <a:pt x="127" y="63"/>
                </a:lnTo>
                <a:lnTo>
                  <a:pt x="129" y="62"/>
                </a:lnTo>
                <a:lnTo>
                  <a:pt x="130" y="62"/>
                </a:lnTo>
                <a:lnTo>
                  <a:pt x="131" y="63"/>
                </a:lnTo>
                <a:lnTo>
                  <a:pt x="132" y="62"/>
                </a:lnTo>
                <a:lnTo>
                  <a:pt x="133" y="62"/>
                </a:lnTo>
                <a:lnTo>
                  <a:pt x="134" y="64"/>
                </a:lnTo>
                <a:lnTo>
                  <a:pt x="134" y="65"/>
                </a:lnTo>
                <a:lnTo>
                  <a:pt x="133" y="65"/>
                </a:lnTo>
                <a:lnTo>
                  <a:pt x="132" y="66"/>
                </a:lnTo>
                <a:lnTo>
                  <a:pt x="132" y="67"/>
                </a:lnTo>
                <a:lnTo>
                  <a:pt x="133" y="68"/>
                </a:lnTo>
                <a:lnTo>
                  <a:pt x="134" y="69"/>
                </a:lnTo>
                <a:lnTo>
                  <a:pt x="135" y="69"/>
                </a:lnTo>
                <a:lnTo>
                  <a:pt x="137" y="68"/>
                </a:lnTo>
                <a:lnTo>
                  <a:pt x="138" y="68"/>
                </a:lnTo>
                <a:lnTo>
                  <a:pt x="141" y="67"/>
                </a:lnTo>
                <a:lnTo>
                  <a:pt x="141" y="66"/>
                </a:lnTo>
                <a:lnTo>
                  <a:pt x="141" y="67"/>
                </a:lnTo>
                <a:lnTo>
                  <a:pt x="142" y="67"/>
                </a:lnTo>
                <a:lnTo>
                  <a:pt x="144" y="67"/>
                </a:lnTo>
                <a:lnTo>
                  <a:pt x="144" y="68"/>
                </a:lnTo>
                <a:lnTo>
                  <a:pt x="145" y="69"/>
                </a:lnTo>
                <a:lnTo>
                  <a:pt x="145" y="70"/>
                </a:lnTo>
                <a:lnTo>
                  <a:pt x="145" y="69"/>
                </a:lnTo>
                <a:lnTo>
                  <a:pt x="145" y="68"/>
                </a:lnTo>
                <a:lnTo>
                  <a:pt x="144" y="68"/>
                </a:lnTo>
                <a:lnTo>
                  <a:pt x="144" y="67"/>
                </a:lnTo>
                <a:lnTo>
                  <a:pt x="145" y="67"/>
                </a:lnTo>
                <a:lnTo>
                  <a:pt x="146" y="67"/>
                </a:lnTo>
                <a:lnTo>
                  <a:pt x="146" y="68"/>
                </a:lnTo>
                <a:lnTo>
                  <a:pt x="147" y="68"/>
                </a:lnTo>
                <a:lnTo>
                  <a:pt x="147" y="69"/>
                </a:lnTo>
                <a:lnTo>
                  <a:pt x="148" y="70"/>
                </a:lnTo>
                <a:lnTo>
                  <a:pt x="149" y="71"/>
                </a:lnTo>
                <a:lnTo>
                  <a:pt x="150" y="72"/>
                </a:lnTo>
                <a:lnTo>
                  <a:pt x="151" y="73"/>
                </a:lnTo>
                <a:lnTo>
                  <a:pt x="152" y="73"/>
                </a:lnTo>
                <a:lnTo>
                  <a:pt x="153" y="73"/>
                </a:lnTo>
                <a:lnTo>
                  <a:pt x="152" y="74"/>
                </a:lnTo>
                <a:lnTo>
                  <a:pt x="152" y="75"/>
                </a:lnTo>
                <a:lnTo>
                  <a:pt x="154" y="74"/>
                </a:lnTo>
                <a:lnTo>
                  <a:pt x="154" y="75"/>
                </a:lnTo>
                <a:lnTo>
                  <a:pt x="154" y="74"/>
                </a:lnTo>
                <a:lnTo>
                  <a:pt x="153" y="74"/>
                </a:lnTo>
                <a:lnTo>
                  <a:pt x="153" y="73"/>
                </a:lnTo>
                <a:lnTo>
                  <a:pt x="154" y="73"/>
                </a:lnTo>
                <a:lnTo>
                  <a:pt x="155" y="73"/>
                </a:lnTo>
                <a:lnTo>
                  <a:pt x="156" y="72"/>
                </a:lnTo>
                <a:lnTo>
                  <a:pt x="156" y="71"/>
                </a:lnTo>
                <a:lnTo>
                  <a:pt x="157" y="70"/>
                </a:lnTo>
                <a:lnTo>
                  <a:pt x="157" y="69"/>
                </a:lnTo>
                <a:lnTo>
                  <a:pt x="158" y="70"/>
                </a:lnTo>
                <a:lnTo>
                  <a:pt x="158" y="71"/>
                </a:lnTo>
                <a:lnTo>
                  <a:pt x="158" y="72"/>
                </a:lnTo>
                <a:lnTo>
                  <a:pt x="159" y="72"/>
                </a:lnTo>
                <a:lnTo>
                  <a:pt x="160" y="72"/>
                </a:lnTo>
                <a:lnTo>
                  <a:pt x="159" y="71"/>
                </a:lnTo>
                <a:lnTo>
                  <a:pt x="159" y="70"/>
                </a:lnTo>
                <a:lnTo>
                  <a:pt x="161" y="70"/>
                </a:lnTo>
                <a:lnTo>
                  <a:pt x="161" y="71"/>
                </a:lnTo>
                <a:lnTo>
                  <a:pt x="162" y="72"/>
                </a:lnTo>
                <a:lnTo>
                  <a:pt x="162" y="73"/>
                </a:lnTo>
                <a:lnTo>
                  <a:pt x="163" y="74"/>
                </a:lnTo>
                <a:lnTo>
                  <a:pt x="164" y="76"/>
                </a:lnTo>
                <a:lnTo>
                  <a:pt x="164" y="77"/>
                </a:lnTo>
                <a:lnTo>
                  <a:pt x="163" y="78"/>
                </a:lnTo>
                <a:lnTo>
                  <a:pt x="163" y="79"/>
                </a:lnTo>
                <a:lnTo>
                  <a:pt x="164" y="79"/>
                </a:lnTo>
                <a:lnTo>
                  <a:pt x="165" y="79"/>
                </a:lnTo>
                <a:lnTo>
                  <a:pt x="165" y="77"/>
                </a:lnTo>
                <a:lnTo>
                  <a:pt x="165" y="76"/>
                </a:lnTo>
                <a:lnTo>
                  <a:pt x="166" y="76"/>
                </a:lnTo>
                <a:lnTo>
                  <a:pt x="167" y="76"/>
                </a:lnTo>
                <a:lnTo>
                  <a:pt x="168" y="75"/>
                </a:lnTo>
                <a:lnTo>
                  <a:pt x="171" y="75"/>
                </a:lnTo>
                <a:lnTo>
                  <a:pt x="172" y="74"/>
                </a:lnTo>
                <a:lnTo>
                  <a:pt x="173" y="74"/>
                </a:lnTo>
                <a:lnTo>
                  <a:pt x="173" y="73"/>
                </a:lnTo>
                <a:lnTo>
                  <a:pt x="174" y="73"/>
                </a:lnTo>
                <a:lnTo>
                  <a:pt x="175" y="71"/>
                </a:lnTo>
                <a:lnTo>
                  <a:pt x="175" y="70"/>
                </a:lnTo>
                <a:lnTo>
                  <a:pt x="176" y="70"/>
                </a:lnTo>
                <a:lnTo>
                  <a:pt x="176" y="71"/>
                </a:lnTo>
                <a:lnTo>
                  <a:pt x="175" y="73"/>
                </a:lnTo>
                <a:lnTo>
                  <a:pt x="176" y="74"/>
                </a:lnTo>
                <a:lnTo>
                  <a:pt x="174" y="75"/>
                </a:lnTo>
                <a:lnTo>
                  <a:pt x="172" y="77"/>
                </a:lnTo>
                <a:lnTo>
                  <a:pt x="173" y="77"/>
                </a:lnTo>
                <a:lnTo>
                  <a:pt x="173" y="76"/>
                </a:lnTo>
                <a:lnTo>
                  <a:pt x="174" y="76"/>
                </a:lnTo>
                <a:lnTo>
                  <a:pt x="175" y="76"/>
                </a:lnTo>
                <a:lnTo>
                  <a:pt x="175" y="77"/>
                </a:lnTo>
                <a:lnTo>
                  <a:pt x="176" y="76"/>
                </a:lnTo>
                <a:lnTo>
                  <a:pt x="177" y="75"/>
                </a:lnTo>
                <a:lnTo>
                  <a:pt x="177" y="74"/>
                </a:lnTo>
                <a:lnTo>
                  <a:pt x="178" y="73"/>
                </a:lnTo>
                <a:lnTo>
                  <a:pt x="179" y="72"/>
                </a:lnTo>
                <a:lnTo>
                  <a:pt x="180" y="72"/>
                </a:lnTo>
                <a:lnTo>
                  <a:pt x="181" y="73"/>
                </a:lnTo>
                <a:lnTo>
                  <a:pt x="181" y="74"/>
                </a:lnTo>
                <a:lnTo>
                  <a:pt x="182" y="74"/>
                </a:lnTo>
                <a:lnTo>
                  <a:pt x="182" y="73"/>
                </a:lnTo>
                <a:lnTo>
                  <a:pt x="182" y="72"/>
                </a:lnTo>
                <a:lnTo>
                  <a:pt x="183" y="72"/>
                </a:lnTo>
                <a:lnTo>
                  <a:pt x="184" y="72"/>
                </a:lnTo>
                <a:lnTo>
                  <a:pt x="183" y="71"/>
                </a:lnTo>
                <a:lnTo>
                  <a:pt x="182" y="71"/>
                </a:lnTo>
                <a:lnTo>
                  <a:pt x="181" y="71"/>
                </a:lnTo>
                <a:lnTo>
                  <a:pt x="180" y="71"/>
                </a:lnTo>
                <a:lnTo>
                  <a:pt x="178" y="71"/>
                </a:lnTo>
                <a:lnTo>
                  <a:pt x="177" y="70"/>
                </a:lnTo>
                <a:lnTo>
                  <a:pt x="176" y="69"/>
                </a:lnTo>
                <a:lnTo>
                  <a:pt x="175" y="69"/>
                </a:lnTo>
                <a:lnTo>
                  <a:pt x="174" y="69"/>
                </a:lnTo>
                <a:lnTo>
                  <a:pt x="174" y="70"/>
                </a:lnTo>
                <a:lnTo>
                  <a:pt x="173" y="69"/>
                </a:lnTo>
                <a:lnTo>
                  <a:pt x="172" y="69"/>
                </a:lnTo>
                <a:lnTo>
                  <a:pt x="172" y="68"/>
                </a:lnTo>
                <a:lnTo>
                  <a:pt x="172" y="67"/>
                </a:lnTo>
                <a:lnTo>
                  <a:pt x="173" y="66"/>
                </a:lnTo>
                <a:lnTo>
                  <a:pt x="173" y="65"/>
                </a:lnTo>
                <a:lnTo>
                  <a:pt x="172" y="64"/>
                </a:lnTo>
                <a:lnTo>
                  <a:pt x="171" y="64"/>
                </a:lnTo>
                <a:lnTo>
                  <a:pt x="172" y="63"/>
                </a:lnTo>
                <a:lnTo>
                  <a:pt x="172" y="62"/>
                </a:lnTo>
                <a:lnTo>
                  <a:pt x="173" y="61"/>
                </a:lnTo>
                <a:lnTo>
                  <a:pt x="176" y="61"/>
                </a:lnTo>
                <a:lnTo>
                  <a:pt x="177" y="61"/>
                </a:lnTo>
                <a:lnTo>
                  <a:pt x="178" y="61"/>
                </a:lnTo>
                <a:lnTo>
                  <a:pt x="179" y="61"/>
                </a:lnTo>
                <a:lnTo>
                  <a:pt x="180" y="62"/>
                </a:lnTo>
                <a:lnTo>
                  <a:pt x="181" y="62"/>
                </a:lnTo>
                <a:lnTo>
                  <a:pt x="180" y="62"/>
                </a:lnTo>
                <a:lnTo>
                  <a:pt x="179" y="61"/>
                </a:lnTo>
                <a:lnTo>
                  <a:pt x="180" y="61"/>
                </a:lnTo>
                <a:lnTo>
                  <a:pt x="180" y="60"/>
                </a:lnTo>
                <a:lnTo>
                  <a:pt x="179" y="60"/>
                </a:lnTo>
                <a:lnTo>
                  <a:pt x="178" y="59"/>
                </a:lnTo>
                <a:lnTo>
                  <a:pt x="177" y="60"/>
                </a:lnTo>
                <a:lnTo>
                  <a:pt x="176" y="60"/>
                </a:lnTo>
                <a:lnTo>
                  <a:pt x="175" y="60"/>
                </a:lnTo>
                <a:lnTo>
                  <a:pt x="174" y="60"/>
                </a:lnTo>
                <a:lnTo>
                  <a:pt x="174" y="59"/>
                </a:lnTo>
                <a:lnTo>
                  <a:pt x="174" y="57"/>
                </a:lnTo>
                <a:lnTo>
                  <a:pt x="174" y="56"/>
                </a:lnTo>
                <a:lnTo>
                  <a:pt x="175" y="54"/>
                </a:lnTo>
                <a:lnTo>
                  <a:pt x="176" y="54"/>
                </a:lnTo>
                <a:lnTo>
                  <a:pt x="177" y="54"/>
                </a:lnTo>
                <a:lnTo>
                  <a:pt x="178" y="54"/>
                </a:lnTo>
                <a:lnTo>
                  <a:pt x="178" y="53"/>
                </a:lnTo>
                <a:lnTo>
                  <a:pt x="179" y="53"/>
                </a:lnTo>
                <a:lnTo>
                  <a:pt x="179" y="52"/>
                </a:lnTo>
                <a:lnTo>
                  <a:pt x="180" y="52"/>
                </a:lnTo>
                <a:lnTo>
                  <a:pt x="180" y="51"/>
                </a:lnTo>
                <a:lnTo>
                  <a:pt x="181" y="51"/>
                </a:lnTo>
                <a:lnTo>
                  <a:pt x="181" y="50"/>
                </a:lnTo>
                <a:lnTo>
                  <a:pt x="181" y="49"/>
                </a:lnTo>
                <a:lnTo>
                  <a:pt x="182" y="49"/>
                </a:lnTo>
                <a:lnTo>
                  <a:pt x="182" y="48"/>
                </a:lnTo>
                <a:lnTo>
                  <a:pt x="183" y="47"/>
                </a:lnTo>
                <a:lnTo>
                  <a:pt x="185" y="46"/>
                </a:lnTo>
                <a:lnTo>
                  <a:pt x="186" y="45"/>
                </a:lnTo>
                <a:lnTo>
                  <a:pt x="189" y="45"/>
                </a:lnTo>
                <a:lnTo>
                  <a:pt x="189" y="44"/>
                </a:lnTo>
                <a:lnTo>
                  <a:pt x="190" y="44"/>
                </a:lnTo>
                <a:lnTo>
                  <a:pt x="193" y="44"/>
                </a:lnTo>
                <a:lnTo>
                  <a:pt x="194" y="44"/>
                </a:lnTo>
                <a:lnTo>
                  <a:pt x="196" y="44"/>
                </a:lnTo>
                <a:lnTo>
                  <a:pt x="197" y="43"/>
                </a:lnTo>
                <a:lnTo>
                  <a:pt x="199" y="42"/>
                </a:lnTo>
                <a:lnTo>
                  <a:pt x="200" y="42"/>
                </a:lnTo>
                <a:lnTo>
                  <a:pt x="201" y="42"/>
                </a:lnTo>
                <a:lnTo>
                  <a:pt x="201" y="41"/>
                </a:lnTo>
                <a:lnTo>
                  <a:pt x="203" y="41"/>
                </a:lnTo>
                <a:lnTo>
                  <a:pt x="202" y="41"/>
                </a:lnTo>
                <a:lnTo>
                  <a:pt x="203" y="41"/>
                </a:lnTo>
                <a:lnTo>
                  <a:pt x="204" y="41"/>
                </a:lnTo>
                <a:lnTo>
                  <a:pt x="205" y="41"/>
                </a:lnTo>
                <a:lnTo>
                  <a:pt x="206" y="41"/>
                </a:lnTo>
                <a:lnTo>
                  <a:pt x="207" y="41"/>
                </a:lnTo>
                <a:lnTo>
                  <a:pt x="208" y="40"/>
                </a:lnTo>
                <a:lnTo>
                  <a:pt x="208" y="39"/>
                </a:lnTo>
                <a:lnTo>
                  <a:pt x="209" y="40"/>
                </a:lnTo>
                <a:lnTo>
                  <a:pt x="210" y="41"/>
                </a:lnTo>
                <a:lnTo>
                  <a:pt x="211" y="41"/>
                </a:lnTo>
                <a:lnTo>
                  <a:pt x="211" y="42"/>
                </a:lnTo>
                <a:lnTo>
                  <a:pt x="212" y="42"/>
                </a:lnTo>
                <a:lnTo>
                  <a:pt x="213" y="43"/>
                </a:lnTo>
                <a:lnTo>
                  <a:pt x="213" y="44"/>
                </a:lnTo>
                <a:lnTo>
                  <a:pt x="212" y="44"/>
                </a:lnTo>
                <a:lnTo>
                  <a:pt x="212" y="45"/>
                </a:lnTo>
                <a:lnTo>
                  <a:pt x="212" y="46"/>
                </a:lnTo>
                <a:lnTo>
                  <a:pt x="213" y="47"/>
                </a:lnTo>
                <a:lnTo>
                  <a:pt x="213" y="45"/>
                </a:lnTo>
                <a:lnTo>
                  <a:pt x="213" y="44"/>
                </a:lnTo>
                <a:lnTo>
                  <a:pt x="214" y="44"/>
                </a:lnTo>
                <a:lnTo>
                  <a:pt x="215" y="45"/>
                </a:lnTo>
                <a:lnTo>
                  <a:pt x="215" y="46"/>
                </a:lnTo>
                <a:lnTo>
                  <a:pt x="216" y="46"/>
                </a:lnTo>
                <a:lnTo>
                  <a:pt x="218" y="48"/>
                </a:lnTo>
                <a:lnTo>
                  <a:pt x="219" y="48"/>
                </a:lnTo>
                <a:lnTo>
                  <a:pt x="220" y="49"/>
                </a:lnTo>
                <a:lnTo>
                  <a:pt x="223" y="48"/>
                </a:lnTo>
                <a:lnTo>
                  <a:pt x="224" y="48"/>
                </a:lnTo>
                <a:lnTo>
                  <a:pt x="225" y="48"/>
                </a:lnTo>
                <a:lnTo>
                  <a:pt x="226" y="48"/>
                </a:lnTo>
                <a:lnTo>
                  <a:pt x="227" y="48"/>
                </a:lnTo>
                <a:lnTo>
                  <a:pt x="227" y="49"/>
                </a:lnTo>
                <a:lnTo>
                  <a:pt x="226" y="50"/>
                </a:lnTo>
                <a:lnTo>
                  <a:pt x="227" y="51"/>
                </a:lnTo>
                <a:lnTo>
                  <a:pt x="227" y="52"/>
                </a:lnTo>
                <a:lnTo>
                  <a:pt x="227" y="53"/>
                </a:lnTo>
                <a:lnTo>
                  <a:pt x="228" y="54"/>
                </a:lnTo>
                <a:lnTo>
                  <a:pt x="230" y="52"/>
                </a:lnTo>
                <a:lnTo>
                  <a:pt x="230" y="51"/>
                </a:lnTo>
                <a:lnTo>
                  <a:pt x="231" y="50"/>
                </a:lnTo>
                <a:lnTo>
                  <a:pt x="231" y="49"/>
                </a:lnTo>
                <a:lnTo>
                  <a:pt x="230" y="49"/>
                </a:lnTo>
                <a:lnTo>
                  <a:pt x="230" y="48"/>
                </a:lnTo>
                <a:lnTo>
                  <a:pt x="230" y="47"/>
                </a:lnTo>
                <a:lnTo>
                  <a:pt x="230" y="46"/>
                </a:lnTo>
                <a:lnTo>
                  <a:pt x="230" y="45"/>
                </a:lnTo>
                <a:lnTo>
                  <a:pt x="229" y="45"/>
                </a:lnTo>
                <a:lnTo>
                  <a:pt x="229" y="44"/>
                </a:lnTo>
                <a:lnTo>
                  <a:pt x="232" y="44"/>
                </a:lnTo>
                <a:lnTo>
                  <a:pt x="233" y="45"/>
                </a:lnTo>
                <a:lnTo>
                  <a:pt x="234" y="46"/>
                </a:lnTo>
                <a:lnTo>
                  <a:pt x="233" y="47"/>
                </a:lnTo>
                <a:lnTo>
                  <a:pt x="234" y="50"/>
                </a:lnTo>
                <a:lnTo>
                  <a:pt x="234" y="51"/>
                </a:lnTo>
                <a:lnTo>
                  <a:pt x="236" y="52"/>
                </a:lnTo>
                <a:lnTo>
                  <a:pt x="235" y="53"/>
                </a:lnTo>
                <a:lnTo>
                  <a:pt x="234" y="53"/>
                </a:lnTo>
                <a:lnTo>
                  <a:pt x="233" y="54"/>
                </a:lnTo>
                <a:lnTo>
                  <a:pt x="233" y="55"/>
                </a:lnTo>
                <a:lnTo>
                  <a:pt x="234" y="55"/>
                </a:lnTo>
                <a:lnTo>
                  <a:pt x="234" y="56"/>
                </a:lnTo>
                <a:lnTo>
                  <a:pt x="234" y="57"/>
                </a:lnTo>
                <a:lnTo>
                  <a:pt x="234" y="58"/>
                </a:lnTo>
                <a:lnTo>
                  <a:pt x="234" y="57"/>
                </a:lnTo>
                <a:lnTo>
                  <a:pt x="235" y="57"/>
                </a:lnTo>
                <a:lnTo>
                  <a:pt x="235" y="58"/>
                </a:lnTo>
                <a:lnTo>
                  <a:pt x="236" y="59"/>
                </a:lnTo>
                <a:lnTo>
                  <a:pt x="236" y="58"/>
                </a:lnTo>
                <a:lnTo>
                  <a:pt x="235" y="56"/>
                </a:lnTo>
                <a:lnTo>
                  <a:pt x="234" y="56"/>
                </a:lnTo>
                <a:lnTo>
                  <a:pt x="234" y="55"/>
                </a:lnTo>
                <a:lnTo>
                  <a:pt x="235" y="53"/>
                </a:lnTo>
                <a:lnTo>
                  <a:pt x="236" y="53"/>
                </a:lnTo>
                <a:lnTo>
                  <a:pt x="239" y="53"/>
                </a:lnTo>
                <a:lnTo>
                  <a:pt x="240" y="53"/>
                </a:lnTo>
                <a:lnTo>
                  <a:pt x="240" y="52"/>
                </a:lnTo>
                <a:lnTo>
                  <a:pt x="239" y="52"/>
                </a:lnTo>
                <a:lnTo>
                  <a:pt x="240" y="51"/>
                </a:lnTo>
                <a:lnTo>
                  <a:pt x="241" y="50"/>
                </a:lnTo>
                <a:lnTo>
                  <a:pt x="242" y="49"/>
                </a:lnTo>
                <a:lnTo>
                  <a:pt x="241" y="48"/>
                </a:lnTo>
                <a:lnTo>
                  <a:pt x="241" y="47"/>
                </a:lnTo>
                <a:lnTo>
                  <a:pt x="242" y="47"/>
                </a:lnTo>
                <a:lnTo>
                  <a:pt x="243" y="47"/>
                </a:lnTo>
                <a:lnTo>
                  <a:pt x="243" y="46"/>
                </a:lnTo>
                <a:lnTo>
                  <a:pt x="244" y="45"/>
                </a:lnTo>
                <a:lnTo>
                  <a:pt x="244" y="44"/>
                </a:lnTo>
                <a:lnTo>
                  <a:pt x="243" y="44"/>
                </a:lnTo>
                <a:lnTo>
                  <a:pt x="242" y="44"/>
                </a:lnTo>
                <a:lnTo>
                  <a:pt x="242" y="43"/>
                </a:lnTo>
                <a:lnTo>
                  <a:pt x="241" y="42"/>
                </a:lnTo>
                <a:lnTo>
                  <a:pt x="242" y="42"/>
                </a:lnTo>
                <a:lnTo>
                  <a:pt x="243" y="42"/>
                </a:lnTo>
                <a:lnTo>
                  <a:pt x="244" y="43"/>
                </a:lnTo>
                <a:lnTo>
                  <a:pt x="245" y="43"/>
                </a:lnTo>
                <a:lnTo>
                  <a:pt x="246" y="43"/>
                </a:lnTo>
                <a:lnTo>
                  <a:pt x="247" y="43"/>
                </a:lnTo>
                <a:lnTo>
                  <a:pt x="248" y="43"/>
                </a:lnTo>
                <a:lnTo>
                  <a:pt x="249" y="43"/>
                </a:lnTo>
                <a:lnTo>
                  <a:pt x="251" y="43"/>
                </a:lnTo>
                <a:lnTo>
                  <a:pt x="252" y="42"/>
                </a:lnTo>
                <a:lnTo>
                  <a:pt x="254" y="41"/>
                </a:lnTo>
                <a:lnTo>
                  <a:pt x="255" y="42"/>
                </a:lnTo>
                <a:lnTo>
                  <a:pt x="255" y="43"/>
                </a:lnTo>
                <a:lnTo>
                  <a:pt x="256" y="44"/>
                </a:lnTo>
                <a:lnTo>
                  <a:pt x="256" y="45"/>
                </a:lnTo>
                <a:lnTo>
                  <a:pt x="256" y="46"/>
                </a:lnTo>
                <a:lnTo>
                  <a:pt x="257" y="46"/>
                </a:lnTo>
                <a:lnTo>
                  <a:pt x="258" y="48"/>
                </a:lnTo>
                <a:lnTo>
                  <a:pt x="259" y="49"/>
                </a:lnTo>
                <a:lnTo>
                  <a:pt x="261" y="50"/>
                </a:lnTo>
                <a:lnTo>
                  <a:pt x="263" y="51"/>
                </a:lnTo>
                <a:lnTo>
                  <a:pt x="264" y="51"/>
                </a:lnTo>
                <a:lnTo>
                  <a:pt x="265" y="51"/>
                </a:lnTo>
                <a:lnTo>
                  <a:pt x="267" y="51"/>
                </a:lnTo>
                <a:lnTo>
                  <a:pt x="269" y="50"/>
                </a:lnTo>
                <a:lnTo>
                  <a:pt x="269" y="49"/>
                </a:lnTo>
                <a:lnTo>
                  <a:pt x="270" y="50"/>
                </a:lnTo>
                <a:lnTo>
                  <a:pt x="268" y="51"/>
                </a:lnTo>
                <a:lnTo>
                  <a:pt x="267" y="52"/>
                </a:lnTo>
                <a:lnTo>
                  <a:pt x="266" y="52"/>
                </a:lnTo>
                <a:lnTo>
                  <a:pt x="264" y="51"/>
                </a:lnTo>
                <a:lnTo>
                  <a:pt x="263" y="52"/>
                </a:lnTo>
                <a:lnTo>
                  <a:pt x="262" y="53"/>
                </a:lnTo>
                <a:lnTo>
                  <a:pt x="261" y="55"/>
                </a:lnTo>
                <a:lnTo>
                  <a:pt x="260" y="55"/>
                </a:lnTo>
                <a:lnTo>
                  <a:pt x="259" y="55"/>
                </a:lnTo>
                <a:lnTo>
                  <a:pt x="258" y="56"/>
                </a:lnTo>
                <a:lnTo>
                  <a:pt x="259" y="57"/>
                </a:lnTo>
                <a:lnTo>
                  <a:pt x="261" y="58"/>
                </a:lnTo>
                <a:lnTo>
                  <a:pt x="262" y="57"/>
                </a:lnTo>
                <a:lnTo>
                  <a:pt x="263" y="57"/>
                </a:lnTo>
                <a:lnTo>
                  <a:pt x="264" y="58"/>
                </a:lnTo>
                <a:lnTo>
                  <a:pt x="265" y="58"/>
                </a:lnTo>
                <a:lnTo>
                  <a:pt x="265" y="60"/>
                </a:lnTo>
                <a:lnTo>
                  <a:pt x="265" y="59"/>
                </a:lnTo>
                <a:lnTo>
                  <a:pt x="265" y="58"/>
                </a:lnTo>
                <a:lnTo>
                  <a:pt x="264" y="56"/>
                </a:lnTo>
                <a:lnTo>
                  <a:pt x="265" y="56"/>
                </a:lnTo>
                <a:lnTo>
                  <a:pt x="266" y="56"/>
                </a:lnTo>
                <a:lnTo>
                  <a:pt x="267" y="56"/>
                </a:lnTo>
                <a:lnTo>
                  <a:pt x="267" y="57"/>
                </a:lnTo>
                <a:lnTo>
                  <a:pt x="267" y="58"/>
                </a:lnTo>
                <a:lnTo>
                  <a:pt x="267" y="57"/>
                </a:lnTo>
                <a:lnTo>
                  <a:pt x="268" y="56"/>
                </a:lnTo>
                <a:lnTo>
                  <a:pt x="268" y="55"/>
                </a:lnTo>
                <a:lnTo>
                  <a:pt x="267" y="55"/>
                </a:lnTo>
                <a:lnTo>
                  <a:pt x="266" y="55"/>
                </a:lnTo>
                <a:lnTo>
                  <a:pt x="265" y="55"/>
                </a:lnTo>
                <a:lnTo>
                  <a:pt x="265" y="54"/>
                </a:lnTo>
                <a:lnTo>
                  <a:pt x="264" y="54"/>
                </a:lnTo>
                <a:lnTo>
                  <a:pt x="263" y="54"/>
                </a:lnTo>
                <a:lnTo>
                  <a:pt x="263" y="53"/>
                </a:lnTo>
                <a:lnTo>
                  <a:pt x="264" y="52"/>
                </a:lnTo>
                <a:lnTo>
                  <a:pt x="265" y="53"/>
                </a:lnTo>
                <a:lnTo>
                  <a:pt x="266" y="53"/>
                </a:lnTo>
                <a:lnTo>
                  <a:pt x="268" y="53"/>
                </a:lnTo>
                <a:lnTo>
                  <a:pt x="268" y="52"/>
                </a:lnTo>
                <a:lnTo>
                  <a:pt x="269" y="51"/>
                </a:lnTo>
                <a:lnTo>
                  <a:pt x="270" y="51"/>
                </a:lnTo>
                <a:lnTo>
                  <a:pt x="270" y="49"/>
                </a:lnTo>
                <a:lnTo>
                  <a:pt x="269" y="49"/>
                </a:lnTo>
                <a:lnTo>
                  <a:pt x="268" y="49"/>
                </a:lnTo>
                <a:lnTo>
                  <a:pt x="267" y="47"/>
                </a:lnTo>
                <a:lnTo>
                  <a:pt x="268" y="47"/>
                </a:lnTo>
                <a:lnTo>
                  <a:pt x="269" y="47"/>
                </a:lnTo>
                <a:lnTo>
                  <a:pt x="269" y="48"/>
                </a:lnTo>
                <a:lnTo>
                  <a:pt x="270" y="47"/>
                </a:lnTo>
                <a:lnTo>
                  <a:pt x="271" y="46"/>
                </a:lnTo>
                <a:lnTo>
                  <a:pt x="273" y="46"/>
                </a:lnTo>
                <a:lnTo>
                  <a:pt x="274" y="45"/>
                </a:lnTo>
                <a:lnTo>
                  <a:pt x="275" y="45"/>
                </a:lnTo>
                <a:lnTo>
                  <a:pt x="276" y="44"/>
                </a:lnTo>
                <a:lnTo>
                  <a:pt x="276" y="43"/>
                </a:lnTo>
                <a:lnTo>
                  <a:pt x="277" y="42"/>
                </a:lnTo>
                <a:lnTo>
                  <a:pt x="278" y="42"/>
                </a:lnTo>
                <a:lnTo>
                  <a:pt x="280" y="42"/>
                </a:lnTo>
                <a:lnTo>
                  <a:pt x="281" y="44"/>
                </a:lnTo>
                <a:lnTo>
                  <a:pt x="282" y="44"/>
                </a:lnTo>
                <a:lnTo>
                  <a:pt x="283" y="43"/>
                </a:lnTo>
                <a:lnTo>
                  <a:pt x="284" y="43"/>
                </a:lnTo>
                <a:lnTo>
                  <a:pt x="285" y="43"/>
                </a:lnTo>
                <a:lnTo>
                  <a:pt x="286" y="43"/>
                </a:lnTo>
                <a:lnTo>
                  <a:pt x="287" y="43"/>
                </a:lnTo>
                <a:lnTo>
                  <a:pt x="288" y="43"/>
                </a:lnTo>
                <a:lnTo>
                  <a:pt x="288" y="44"/>
                </a:lnTo>
                <a:lnTo>
                  <a:pt x="288" y="45"/>
                </a:lnTo>
                <a:lnTo>
                  <a:pt x="288" y="46"/>
                </a:lnTo>
                <a:lnTo>
                  <a:pt x="288" y="45"/>
                </a:lnTo>
                <a:lnTo>
                  <a:pt x="289" y="44"/>
                </a:lnTo>
                <a:lnTo>
                  <a:pt x="289" y="43"/>
                </a:lnTo>
                <a:lnTo>
                  <a:pt x="290" y="42"/>
                </a:lnTo>
                <a:lnTo>
                  <a:pt x="291" y="42"/>
                </a:lnTo>
                <a:lnTo>
                  <a:pt x="291" y="41"/>
                </a:lnTo>
                <a:lnTo>
                  <a:pt x="290" y="41"/>
                </a:lnTo>
                <a:lnTo>
                  <a:pt x="288" y="42"/>
                </a:lnTo>
                <a:lnTo>
                  <a:pt x="287" y="42"/>
                </a:lnTo>
                <a:lnTo>
                  <a:pt x="285" y="42"/>
                </a:lnTo>
                <a:lnTo>
                  <a:pt x="283" y="42"/>
                </a:lnTo>
                <a:lnTo>
                  <a:pt x="281" y="42"/>
                </a:lnTo>
                <a:lnTo>
                  <a:pt x="279" y="42"/>
                </a:lnTo>
                <a:lnTo>
                  <a:pt x="278" y="42"/>
                </a:lnTo>
                <a:lnTo>
                  <a:pt x="279" y="42"/>
                </a:lnTo>
                <a:lnTo>
                  <a:pt x="280" y="42"/>
                </a:lnTo>
                <a:lnTo>
                  <a:pt x="282" y="41"/>
                </a:lnTo>
                <a:lnTo>
                  <a:pt x="283" y="41"/>
                </a:lnTo>
                <a:lnTo>
                  <a:pt x="284" y="41"/>
                </a:lnTo>
                <a:lnTo>
                  <a:pt x="285" y="41"/>
                </a:lnTo>
                <a:lnTo>
                  <a:pt x="287" y="39"/>
                </a:lnTo>
                <a:lnTo>
                  <a:pt x="288" y="39"/>
                </a:lnTo>
                <a:lnTo>
                  <a:pt x="289" y="38"/>
                </a:lnTo>
                <a:lnTo>
                  <a:pt x="290" y="38"/>
                </a:lnTo>
                <a:lnTo>
                  <a:pt x="290" y="37"/>
                </a:lnTo>
                <a:lnTo>
                  <a:pt x="291" y="37"/>
                </a:lnTo>
                <a:lnTo>
                  <a:pt x="291" y="36"/>
                </a:lnTo>
                <a:lnTo>
                  <a:pt x="291" y="35"/>
                </a:lnTo>
                <a:lnTo>
                  <a:pt x="292" y="35"/>
                </a:lnTo>
                <a:lnTo>
                  <a:pt x="292" y="34"/>
                </a:lnTo>
                <a:lnTo>
                  <a:pt x="292" y="33"/>
                </a:lnTo>
                <a:lnTo>
                  <a:pt x="293" y="33"/>
                </a:lnTo>
                <a:lnTo>
                  <a:pt x="293" y="32"/>
                </a:lnTo>
                <a:lnTo>
                  <a:pt x="293" y="31"/>
                </a:lnTo>
                <a:lnTo>
                  <a:pt x="294" y="29"/>
                </a:lnTo>
                <a:lnTo>
                  <a:pt x="294" y="27"/>
                </a:lnTo>
                <a:lnTo>
                  <a:pt x="295" y="27"/>
                </a:lnTo>
                <a:lnTo>
                  <a:pt x="296" y="25"/>
                </a:lnTo>
                <a:lnTo>
                  <a:pt x="297" y="25"/>
                </a:lnTo>
                <a:lnTo>
                  <a:pt x="298" y="25"/>
                </a:lnTo>
                <a:lnTo>
                  <a:pt x="299" y="25"/>
                </a:lnTo>
                <a:lnTo>
                  <a:pt x="300" y="25"/>
                </a:lnTo>
                <a:lnTo>
                  <a:pt x="302" y="25"/>
                </a:lnTo>
                <a:lnTo>
                  <a:pt x="303" y="25"/>
                </a:lnTo>
                <a:lnTo>
                  <a:pt x="303" y="24"/>
                </a:lnTo>
                <a:lnTo>
                  <a:pt x="303" y="25"/>
                </a:lnTo>
                <a:lnTo>
                  <a:pt x="304" y="25"/>
                </a:lnTo>
                <a:lnTo>
                  <a:pt x="305" y="25"/>
                </a:lnTo>
                <a:lnTo>
                  <a:pt x="305" y="26"/>
                </a:lnTo>
                <a:lnTo>
                  <a:pt x="306" y="26"/>
                </a:lnTo>
                <a:lnTo>
                  <a:pt x="307" y="26"/>
                </a:lnTo>
                <a:lnTo>
                  <a:pt x="307" y="27"/>
                </a:lnTo>
                <a:lnTo>
                  <a:pt x="308" y="27"/>
                </a:lnTo>
                <a:lnTo>
                  <a:pt x="308" y="28"/>
                </a:lnTo>
                <a:lnTo>
                  <a:pt x="309" y="28"/>
                </a:lnTo>
                <a:lnTo>
                  <a:pt x="310" y="29"/>
                </a:lnTo>
                <a:lnTo>
                  <a:pt x="311" y="29"/>
                </a:lnTo>
                <a:lnTo>
                  <a:pt x="311" y="30"/>
                </a:lnTo>
                <a:lnTo>
                  <a:pt x="312" y="30"/>
                </a:lnTo>
                <a:lnTo>
                  <a:pt x="313" y="30"/>
                </a:lnTo>
                <a:lnTo>
                  <a:pt x="314" y="30"/>
                </a:lnTo>
                <a:lnTo>
                  <a:pt x="314" y="31"/>
                </a:lnTo>
                <a:lnTo>
                  <a:pt x="315" y="31"/>
                </a:lnTo>
                <a:lnTo>
                  <a:pt x="317" y="31"/>
                </a:lnTo>
                <a:lnTo>
                  <a:pt x="318" y="31"/>
                </a:lnTo>
                <a:lnTo>
                  <a:pt x="320" y="32"/>
                </a:lnTo>
                <a:lnTo>
                  <a:pt x="320" y="31"/>
                </a:lnTo>
                <a:lnTo>
                  <a:pt x="319" y="31"/>
                </a:lnTo>
                <a:lnTo>
                  <a:pt x="319" y="30"/>
                </a:lnTo>
                <a:lnTo>
                  <a:pt x="320" y="30"/>
                </a:lnTo>
                <a:lnTo>
                  <a:pt x="320" y="29"/>
                </a:lnTo>
                <a:lnTo>
                  <a:pt x="318" y="29"/>
                </a:lnTo>
                <a:lnTo>
                  <a:pt x="319" y="27"/>
                </a:lnTo>
                <a:lnTo>
                  <a:pt x="319" y="28"/>
                </a:lnTo>
                <a:lnTo>
                  <a:pt x="320" y="28"/>
                </a:lnTo>
                <a:lnTo>
                  <a:pt x="321" y="28"/>
                </a:lnTo>
                <a:lnTo>
                  <a:pt x="321" y="29"/>
                </a:lnTo>
                <a:lnTo>
                  <a:pt x="322" y="29"/>
                </a:lnTo>
                <a:lnTo>
                  <a:pt x="323" y="30"/>
                </a:lnTo>
                <a:lnTo>
                  <a:pt x="323" y="29"/>
                </a:lnTo>
                <a:lnTo>
                  <a:pt x="324" y="29"/>
                </a:lnTo>
                <a:lnTo>
                  <a:pt x="324" y="28"/>
                </a:lnTo>
                <a:lnTo>
                  <a:pt x="325" y="28"/>
                </a:lnTo>
                <a:lnTo>
                  <a:pt x="326" y="28"/>
                </a:lnTo>
                <a:lnTo>
                  <a:pt x="326" y="26"/>
                </a:lnTo>
                <a:lnTo>
                  <a:pt x="329" y="26"/>
                </a:lnTo>
                <a:lnTo>
                  <a:pt x="329" y="25"/>
                </a:lnTo>
                <a:lnTo>
                  <a:pt x="325" y="24"/>
                </a:lnTo>
                <a:lnTo>
                  <a:pt x="324" y="24"/>
                </a:lnTo>
                <a:lnTo>
                  <a:pt x="323" y="24"/>
                </a:lnTo>
                <a:lnTo>
                  <a:pt x="323" y="23"/>
                </a:lnTo>
                <a:lnTo>
                  <a:pt x="323" y="22"/>
                </a:lnTo>
                <a:lnTo>
                  <a:pt x="324" y="22"/>
                </a:lnTo>
                <a:lnTo>
                  <a:pt x="324" y="21"/>
                </a:lnTo>
                <a:lnTo>
                  <a:pt x="325" y="21"/>
                </a:lnTo>
                <a:lnTo>
                  <a:pt x="326" y="21"/>
                </a:lnTo>
                <a:lnTo>
                  <a:pt x="326" y="20"/>
                </a:lnTo>
                <a:lnTo>
                  <a:pt x="327" y="20"/>
                </a:lnTo>
                <a:lnTo>
                  <a:pt x="328" y="20"/>
                </a:lnTo>
                <a:lnTo>
                  <a:pt x="331" y="18"/>
                </a:lnTo>
                <a:lnTo>
                  <a:pt x="334" y="17"/>
                </a:lnTo>
                <a:lnTo>
                  <a:pt x="336" y="17"/>
                </a:lnTo>
                <a:lnTo>
                  <a:pt x="336" y="18"/>
                </a:lnTo>
                <a:lnTo>
                  <a:pt x="337" y="18"/>
                </a:lnTo>
                <a:lnTo>
                  <a:pt x="337" y="19"/>
                </a:lnTo>
                <a:lnTo>
                  <a:pt x="337" y="20"/>
                </a:lnTo>
                <a:lnTo>
                  <a:pt x="338" y="20"/>
                </a:lnTo>
                <a:lnTo>
                  <a:pt x="339" y="20"/>
                </a:lnTo>
                <a:lnTo>
                  <a:pt x="340" y="20"/>
                </a:lnTo>
                <a:lnTo>
                  <a:pt x="342" y="21"/>
                </a:lnTo>
                <a:lnTo>
                  <a:pt x="343" y="21"/>
                </a:lnTo>
                <a:lnTo>
                  <a:pt x="344" y="22"/>
                </a:lnTo>
                <a:lnTo>
                  <a:pt x="345" y="22"/>
                </a:lnTo>
                <a:lnTo>
                  <a:pt x="346" y="22"/>
                </a:lnTo>
                <a:lnTo>
                  <a:pt x="346" y="23"/>
                </a:lnTo>
                <a:lnTo>
                  <a:pt x="347" y="23"/>
                </a:lnTo>
                <a:lnTo>
                  <a:pt x="348" y="24"/>
                </a:lnTo>
                <a:lnTo>
                  <a:pt x="349" y="24"/>
                </a:lnTo>
                <a:lnTo>
                  <a:pt x="350" y="25"/>
                </a:lnTo>
                <a:lnTo>
                  <a:pt x="351" y="25"/>
                </a:lnTo>
                <a:lnTo>
                  <a:pt x="352" y="26"/>
                </a:lnTo>
                <a:lnTo>
                  <a:pt x="353" y="26"/>
                </a:lnTo>
                <a:lnTo>
                  <a:pt x="354" y="27"/>
                </a:lnTo>
                <a:lnTo>
                  <a:pt x="355" y="27"/>
                </a:lnTo>
                <a:lnTo>
                  <a:pt x="356" y="27"/>
                </a:lnTo>
                <a:lnTo>
                  <a:pt x="356" y="28"/>
                </a:lnTo>
                <a:lnTo>
                  <a:pt x="357" y="28"/>
                </a:lnTo>
                <a:lnTo>
                  <a:pt x="358" y="28"/>
                </a:lnTo>
                <a:lnTo>
                  <a:pt x="358" y="29"/>
                </a:lnTo>
                <a:lnTo>
                  <a:pt x="359" y="29"/>
                </a:lnTo>
                <a:lnTo>
                  <a:pt x="360" y="29"/>
                </a:lnTo>
                <a:lnTo>
                  <a:pt x="361" y="29"/>
                </a:lnTo>
                <a:lnTo>
                  <a:pt x="361" y="30"/>
                </a:lnTo>
                <a:lnTo>
                  <a:pt x="362" y="30"/>
                </a:lnTo>
                <a:lnTo>
                  <a:pt x="363" y="30"/>
                </a:lnTo>
                <a:lnTo>
                  <a:pt x="364" y="30"/>
                </a:lnTo>
                <a:lnTo>
                  <a:pt x="367" y="30"/>
                </a:lnTo>
                <a:lnTo>
                  <a:pt x="368" y="30"/>
                </a:lnTo>
                <a:lnTo>
                  <a:pt x="369" y="30"/>
                </a:lnTo>
                <a:lnTo>
                  <a:pt x="370" y="30"/>
                </a:lnTo>
                <a:lnTo>
                  <a:pt x="371" y="30"/>
                </a:lnTo>
                <a:lnTo>
                  <a:pt x="371" y="29"/>
                </a:lnTo>
                <a:lnTo>
                  <a:pt x="371" y="30"/>
                </a:lnTo>
                <a:lnTo>
                  <a:pt x="372" y="30"/>
                </a:lnTo>
                <a:lnTo>
                  <a:pt x="371" y="30"/>
                </a:lnTo>
                <a:lnTo>
                  <a:pt x="370" y="31"/>
                </a:lnTo>
                <a:lnTo>
                  <a:pt x="370" y="33"/>
                </a:lnTo>
                <a:lnTo>
                  <a:pt x="370" y="34"/>
                </a:lnTo>
                <a:lnTo>
                  <a:pt x="371" y="35"/>
                </a:lnTo>
                <a:lnTo>
                  <a:pt x="372" y="38"/>
                </a:lnTo>
                <a:lnTo>
                  <a:pt x="371" y="38"/>
                </a:lnTo>
                <a:lnTo>
                  <a:pt x="372" y="40"/>
                </a:lnTo>
                <a:lnTo>
                  <a:pt x="373" y="41"/>
                </a:lnTo>
                <a:lnTo>
                  <a:pt x="373" y="40"/>
                </a:lnTo>
                <a:lnTo>
                  <a:pt x="373" y="39"/>
                </a:lnTo>
                <a:lnTo>
                  <a:pt x="374" y="38"/>
                </a:lnTo>
                <a:lnTo>
                  <a:pt x="375" y="38"/>
                </a:lnTo>
                <a:lnTo>
                  <a:pt x="376" y="38"/>
                </a:lnTo>
                <a:lnTo>
                  <a:pt x="376" y="37"/>
                </a:lnTo>
                <a:lnTo>
                  <a:pt x="377" y="36"/>
                </a:lnTo>
                <a:lnTo>
                  <a:pt x="376" y="36"/>
                </a:lnTo>
                <a:lnTo>
                  <a:pt x="376" y="35"/>
                </a:lnTo>
                <a:lnTo>
                  <a:pt x="376" y="34"/>
                </a:lnTo>
                <a:lnTo>
                  <a:pt x="377" y="34"/>
                </a:lnTo>
                <a:lnTo>
                  <a:pt x="377" y="33"/>
                </a:lnTo>
                <a:lnTo>
                  <a:pt x="378" y="33"/>
                </a:lnTo>
                <a:lnTo>
                  <a:pt x="378" y="34"/>
                </a:lnTo>
                <a:lnTo>
                  <a:pt x="380" y="34"/>
                </a:lnTo>
                <a:lnTo>
                  <a:pt x="380" y="35"/>
                </a:lnTo>
                <a:lnTo>
                  <a:pt x="379" y="36"/>
                </a:lnTo>
                <a:lnTo>
                  <a:pt x="379" y="38"/>
                </a:lnTo>
                <a:lnTo>
                  <a:pt x="378" y="38"/>
                </a:lnTo>
                <a:lnTo>
                  <a:pt x="379" y="39"/>
                </a:lnTo>
                <a:lnTo>
                  <a:pt x="380" y="40"/>
                </a:lnTo>
                <a:lnTo>
                  <a:pt x="381" y="41"/>
                </a:lnTo>
                <a:lnTo>
                  <a:pt x="381" y="42"/>
                </a:lnTo>
                <a:lnTo>
                  <a:pt x="380" y="42"/>
                </a:lnTo>
                <a:lnTo>
                  <a:pt x="379" y="42"/>
                </a:lnTo>
                <a:lnTo>
                  <a:pt x="378" y="43"/>
                </a:lnTo>
                <a:lnTo>
                  <a:pt x="377" y="43"/>
                </a:lnTo>
                <a:lnTo>
                  <a:pt x="377" y="42"/>
                </a:lnTo>
                <a:lnTo>
                  <a:pt x="375" y="43"/>
                </a:lnTo>
                <a:lnTo>
                  <a:pt x="376" y="44"/>
                </a:lnTo>
                <a:lnTo>
                  <a:pt x="376" y="43"/>
                </a:lnTo>
                <a:lnTo>
                  <a:pt x="378" y="44"/>
                </a:lnTo>
                <a:lnTo>
                  <a:pt x="378" y="45"/>
                </a:lnTo>
                <a:lnTo>
                  <a:pt x="379" y="45"/>
                </a:lnTo>
                <a:lnTo>
                  <a:pt x="379" y="44"/>
                </a:lnTo>
                <a:lnTo>
                  <a:pt x="380" y="43"/>
                </a:lnTo>
                <a:lnTo>
                  <a:pt x="381" y="43"/>
                </a:lnTo>
                <a:lnTo>
                  <a:pt x="381" y="44"/>
                </a:lnTo>
                <a:lnTo>
                  <a:pt x="381" y="45"/>
                </a:lnTo>
                <a:lnTo>
                  <a:pt x="380" y="45"/>
                </a:lnTo>
                <a:lnTo>
                  <a:pt x="379" y="45"/>
                </a:lnTo>
                <a:lnTo>
                  <a:pt x="379" y="46"/>
                </a:lnTo>
                <a:lnTo>
                  <a:pt x="379" y="45"/>
                </a:lnTo>
                <a:lnTo>
                  <a:pt x="380" y="45"/>
                </a:lnTo>
                <a:lnTo>
                  <a:pt x="381" y="47"/>
                </a:lnTo>
                <a:lnTo>
                  <a:pt x="382" y="47"/>
                </a:lnTo>
                <a:lnTo>
                  <a:pt x="382" y="48"/>
                </a:lnTo>
                <a:lnTo>
                  <a:pt x="382" y="50"/>
                </a:lnTo>
                <a:lnTo>
                  <a:pt x="383" y="50"/>
                </a:lnTo>
                <a:lnTo>
                  <a:pt x="383" y="51"/>
                </a:lnTo>
                <a:lnTo>
                  <a:pt x="383" y="52"/>
                </a:lnTo>
                <a:lnTo>
                  <a:pt x="384" y="52"/>
                </a:lnTo>
                <a:lnTo>
                  <a:pt x="384" y="53"/>
                </a:lnTo>
                <a:lnTo>
                  <a:pt x="384" y="54"/>
                </a:lnTo>
                <a:lnTo>
                  <a:pt x="384" y="55"/>
                </a:lnTo>
                <a:lnTo>
                  <a:pt x="385" y="55"/>
                </a:lnTo>
                <a:lnTo>
                  <a:pt x="385" y="54"/>
                </a:lnTo>
                <a:lnTo>
                  <a:pt x="385" y="53"/>
                </a:lnTo>
                <a:lnTo>
                  <a:pt x="384" y="52"/>
                </a:lnTo>
                <a:lnTo>
                  <a:pt x="383" y="52"/>
                </a:lnTo>
                <a:lnTo>
                  <a:pt x="383" y="51"/>
                </a:lnTo>
                <a:lnTo>
                  <a:pt x="384" y="51"/>
                </a:lnTo>
                <a:lnTo>
                  <a:pt x="384" y="50"/>
                </a:lnTo>
                <a:lnTo>
                  <a:pt x="384" y="48"/>
                </a:lnTo>
                <a:lnTo>
                  <a:pt x="388" y="48"/>
                </a:lnTo>
                <a:lnTo>
                  <a:pt x="389" y="48"/>
                </a:lnTo>
                <a:lnTo>
                  <a:pt x="390" y="48"/>
                </a:lnTo>
                <a:lnTo>
                  <a:pt x="390" y="47"/>
                </a:lnTo>
                <a:lnTo>
                  <a:pt x="389" y="46"/>
                </a:lnTo>
                <a:lnTo>
                  <a:pt x="388" y="44"/>
                </a:lnTo>
                <a:lnTo>
                  <a:pt x="387" y="43"/>
                </a:lnTo>
                <a:lnTo>
                  <a:pt x="387" y="42"/>
                </a:lnTo>
                <a:lnTo>
                  <a:pt x="387" y="40"/>
                </a:lnTo>
                <a:lnTo>
                  <a:pt x="387" y="39"/>
                </a:lnTo>
                <a:lnTo>
                  <a:pt x="386" y="38"/>
                </a:lnTo>
                <a:lnTo>
                  <a:pt x="385" y="36"/>
                </a:lnTo>
                <a:lnTo>
                  <a:pt x="385" y="35"/>
                </a:lnTo>
                <a:lnTo>
                  <a:pt x="384" y="33"/>
                </a:lnTo>
                <a:lnTo>
                  <a:pt x="384" y="32"/>
                </a:lnTo>
                <a:lnTo>
                  <a:pt x="383" y="32"/>
                </a:lnTo>
                <a:lnTo>
                  <a:pt x="383" y="31"/>
                </a:lnTo>
                <a:lnTo>
                  <a:pt x="384" y="31"/>
                </a:lnTo>
                <a:lnTo>
                  <a:pt x="383" y="31"/>
                </a:lnTo>
                <a:lnTo>
                  <a:pt x="383" y="30"/>
                </a:lnTo>
                <a:lnTo>
                  <a:pt x="384" y="30"/>
                </a:lnTo>
                <a:lnTo>
                  <a:pt x="384" y="31"/>
                </a:lnTo>
                <a:lnTo>
                  <a:pt x="385" y="30"/>
                </a:lnTo>
                <a:lnTo>
                  <a:pt x="385" y="29"/>
                </a:lnTo>
                <a:lnTo>
                  <a:pt x="384" y="29"/>
                </a:lnTo>
                <a:lnTo>
                  <a:pt x="384" y="28"/>
                </a:lnTo>
                <a:lnTo>
                  <a:pt x="384" y="29"/>
                </a:lnTo>
                <a:lnTo>
                  <a:pt x="383" y="29"/>
                </a:lnTo>
                <a:lnTo>
                  <a:pt x="382" y="29"/>
                </a:lnTo>
                <a:lnTo>
                  <a:pt x="382" y="28"/>
                </a:lnTo>
                <a:lnTo>
                  <a:pt x="381" y="28"/>
                </a:lnTo>
                <a:lnTo>
                  <a:pt x="380" y="28"/>
                </a:lnTo>
                <a:lnTo>
                  <a:pt x="379" y="28"/>
                </a:lnTo>
                <a:lnTo>
                  <a:pt x="378" y="28"/>
                </a:lnTo>
                <a:lnTo>
                  <a:pt x="378" y="29"/>
                </a:lnTo>
                <a:lnTo>
                  <a:pt x="377" y="29"/>
                </a:lnTo>
                <a:lnTo>
                  <a:pt x="377" y="28"/>
                </a:lnTo>
                <a:lnTo>
                  <a:pt x="377" y="27"/>
                </a:lnTo>
                <a:lnTo>
                  <a:pt x="376" y="26"/>
                </a:lnTo>
                <a:lnTo>
                  <a:pt x="375" y="26"/>
                </a:lnTo>
                <a:lnTo>
                  <a:pt x="375" y="25"/>
                </a:lnTo>
                <a:lnTo>
                  <a:pt x="376" y="25"/>
                </a:lnTo>
                <a:lnTo>
                  <a:pt x="376" y="23"/>
                </a:lnTo>
                <a:lnTo>
                  <a:pt x="376" y="21"/>
                </a:lnTo>
                <a:lnTo>
                  <a:pt x="376" y="20"/>
                </a:lnTo>
                <a:lnTo>
                  <a:pt x="376" y="19"/>
                </a:lnTo>
                <a:lnTo>
                  <a:pt x="377" y="19"/>
                </a:lnTo>
                <a:lnTo>
                  <a:pt x="377" y="18"/>
                </a:lnTo>
                <a:lnTo>
                  <a:pt x="377" y="17"/>
                </a:lnTo>
                <a:lnTo>
                  <a:pt x="377" y="16"/>
                </a:lnTo>
                <a:lnTo>
                  <a:pt x="376" y="16"/>
                </a:lnTo>
                <a:lnTo>
                  <a:pt x="376" y="15"/>
                </a:lnTo>
                <a:lnTo>
                  <a:pt x="378" y="14"/>
                </a:lnTo>
                <a:lnTo>
                  <a:pt x="379" y="13"/>
                </a:lnTo>
                <a:lnTo>
                  <a:pt x="380" y="13"/>
                </a:lnTo>
                <a:lnTo>
                  <a:pt x="380" y="12"/>
                </a:lnTo>
                <a:lnTo>
                  <a:pt x="380" y="11"/>
                </a:lnTo>
                <a:lnTo>
                  <a:pt x="381" y="11"/>
                </a:lnTo>
                <a:lnTo>
                  <a:pt x="383" y="11"/>
                </a:lnTo>
                <a:lnTo>
                  <a:pt x="384" y="11"/>
                </a:lnTo>
                <a:lnTo>
                  <a:pt x="385" y="11"/>
                </a:lnTo>
                <a:lnTo>
                  <a:pt x="388" y="11"/>
                </a:lnTo>
                <a:lnTo>
                  <a:pt x="389" y="11"/>
                </a:lnTo>
                <a:lnTo>
                  <a:pt x="390" y="11"/>
                </a:lnTo>
                <a:lnTo>
                  <a:pt x="391" y="10"/>
                </a:lnTo>
                <a:lnTo>
                  <a:pt x="392" y="10"/>
                </a:lnTo>
                <a:lnTo>
                  <a:pt x="392" y="9"/>
                </a:lnTo>
                <a:lnTo>
                  <a:pt x="393" y="8"/>
                </a:lnTo>
                <a:lnTo>
                  <a:pt x="394" y="7"/>
                </a:lnTo>
                <a:lnTo>
                  <a:pt x="395" y="6"/>
                </a:lnTo>
                <a:lnTo>
                  <a:pt x="396" y="4"/>
                </a:lnTo>
                <a:lnTo>
                  <a:pt x="395" y="3"/>
                </a:lnTo>
                <a:lnTo>
                  <a:pt x="395" y="2"/>
                </a:lnTo>
                <a:lnTo>
                  <a:pt x="395" y="1"/>
                </a:lnTo>
                <a:lnTo>
                  <a:pt x="397" y="0"/>
                </a:lnTo>
                <a:lnTo>
                  <a:pt x="398" y="0"/>
                </a:lnTo>
                <a:lnTo>
                  <a:pt x="398" y="1"/>
                </a:lnTo>
                <a:lnTo>
                  <a:pt x="398" y="2"/>
                </a:lnTo>
                <a:lnTo>
                  <a:pt x="398" y="3"/>
                </a:lnTo>
                <a:lnTo>
                  <a:pt x="399" y="3"/>
                </a:lnTo>
                <a:lnTo>
                  <a:pt x="399" y="4"/>
                </a:lnTo>
                <a:lnTo>
                  <a:pt x="400" y="4"/>
                </a:lnTo>
                <a:lnTo>
                  <a:pt x="400" y="5"/>
                </a:lnTo>
                <a:lnTo>
                  <a:pt x="400" y="6"/>
                </a:lnTo>
                <a:lnTo>
                  <a:pt x="402" y="11"/>
                </a:lnTo>
                <a:lnTo>
                  <a:pt x="404" y="17"/>
                </a:lnTo>
                <a:lnTo>
                  <a:pt x="405" y="17"/>
                </a:lnTo>
                <a:lnTo>
                  <a:pt x="408" y="20"/>
                </a:lnTo>
                <a:lnTo>
                  <a:pt x="409" y="2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1" name=""/>
          <p:cNvSpPr/>
          <p:nvPr/>
        </p:nvSpPr>
        <p:spPr>
          <a:xfrm>
            <a:off x="7855560" y="2855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3"/>
                </a:moveTo>
                <a:lnTo>
                  <a:pt x="2" y="4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2" name=""/>
          <p:cNvSpPr/>
          <p:nvPr/>
        </p:nvSpPr>
        <p:spPr>
          <a:xfrm>
            <a:off x="7859520" y="2850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3" name=""/>
          <p:cNvSpPr/>
          <p:nvPr/>
        </p:nvSpPr>
        <p:spPr>
          <a:xfrm>
            <a:off x="7720200" y="2849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4" name=""/>
          <p:cNvSpPr/>
          <p:nvPr/>
        </p:nvSpPr>
        <p:spPr>
          <a:xfrm>
            <a:off x="7754760" y="282276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5" y="2"/>
                </a:moveTo>
                <a:lnTo>
                  <a:pt x="5" y="3"/>
                </a:lnTo>
                <a:lnTo>
                  <a:pt x="7" y="3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5" name=""/>
          <p:cNvSpPr/>
          <p:nvPr/>
        </p:nvSpPr>
        <p:spPr>
          <a:xfrm>
            <a:off x="7897320" y="2798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6" name=""/>
          <p:cNvSpPr/>
          <p:nvPr/>
        </p:nvSpPr>
        <p:spPr>
          <a:xfrm>
            <a:off x="7851600" y="2792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7" name=""/>
          <p:cNvSpPr/>
          <p:nvPr/>
        </p:nvSpPr>
        <p:spPr>
          <a:xfrm>
            <a:off x="7828200" y="279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4" y="2"/>
                </a:lnTo>
                <a:lnTo>
                  <a:pt x="4" y="4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8" name=""/>
          <p:cNvSpPr/>
          <p:nvPr/>
        </p:nvSpPr>
        <p:spPr>
          <a:xfrm>
            <a:off x="7850520" y="276732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5" y="1"/>
                </a:move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2"/>
                </a:lnTo>
                <a:lnTo>
                  <a:pt x="7" y="2"/>
                </a:lnTo>
                <a:lnTo>
                  <a:pt x="6" y="3"/>
                </a:lnTo>
                <a:lnTo>
                  <a:pt x="6" y="5"/>
                </a:lnTo>
                <a:lnTo>
                  <a:pt x="5" y="7"/>
                </a:lnTo>
                <a:lnTo>
                  <a:pt x="3" y="10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3" y="6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800" rIns="21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9" name=""/>
          <p:cNvSpPr/>
          <p:nvPr/>
        </p:nvSpPr>
        <p:spPr>
          <a:xfrm>
            <a:off x="7849080" y="2755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3"/>
                </a:move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0" name=""/>
          <p:cNvSpPr/>
          <p:nvPr/>
        </p:nvSpPr>
        <p:spPr>
          <a:xfrm>
            <a:off x="7839000" y="27511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1"/>
                </a:move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1" name=""/>
          <p:cNvSpPr/>
          <p:nvPr/>
        </p:nvSpPr>
        <p:spPr>
          <a:xfrm>
            <a:off x="7834320" y="274608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1" y="0"/>
                </a:moveTo>
                <a:lnTo>
                  <a:pt x="2" y="0"/>
                </a:lnTo>
                <a:lnTo>
                  <a:pt x="3" y="1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2" name=""/>
          <p:cNvSpPr/>
          <p:nvPr/>
        </p:nvSpPr>
        <p:spPr>
          <a:xfrm>
            <a:off x="7838280" y="274428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6" y="1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6" y="7"/>
                </a:ln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3" name=""/>
          <p:cNvSpPr/>
          <p:nvPr/>
        </p:nvSpPr>
        <p:spPr>
          <a:xfrm>
            <a:off x="7791480" y="2740320"/>
            <a:ext cx="1440" cy="2880"/>
          </a:xfrm>
          <a:custGeom>
            <a:avLst/>
            <a:gdLst/>
            <a:ahLst/>
            <a:rect l="0" t="0" r="r" b="b"/>
            <a:pathLst>
              <a:path w="4" h="8">
                <a:moveTo>
                  <a:pt x="3" y="2"/>
                </a:move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3" y="6"/>
                </a:lnTo>
                <a:lnTo>
                  <a:pt x="3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4" name=""/>
          <p:cNvSpPr/>
          <p:nvPr/>
        </p:nvSpPr>
        <p:spPr>
          <a:xfrm>
            <a:off x="7754040" y="27331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0"/>
                </a:move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5" name=""/>
          <p:cNvSpPr/>
          <p:nvPr/>
        </p:nvSpPr>
        <p:spPr>
          <a:xfrm>
            <a:off x="7847640" y="2726280"/>
            <a:ext cx="6840" cy="6480"/>
          </a:xfrm>
          <a:custGeom>
            <a:avLst/>
            <a:gdLst/>
            <a:ahLst/>
            <a:rect l="0" t="0" r="r" b="b"/>
            <a:pathLst>
              <a:path w="19" h="18">
                <a:moveTo>
                  <a:pt x="10" y="0"/>
                </a:moveTo>
                <a:lnTo>
                  <a:pt x="11" y="0"/>
                </a:lnTo>
                <a:lnTo>
                  <a:pt x="11" y="1"/>
                </a:lnTo>
                <a:lnTo>
                  <a:pt x="12" y="1"/>
                </a:lnTo>
                <a:lnTo>
                  <a:pt x="13" y="2"/>
                </a:lnTo>
                <a:lnTo>
                  <a:pt x="13" y="1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4"/>
                </a:lnTo>
                <a:lnTo>
                  <a:pt x="19" y="2"/>
                </a:lnTo>
                <a:lnTo>
                  <a:pt x="19" y="4"/>
                </a:lnTo>
                <a:lnTo>
                  <a:pt x="19" y="5"/>
                </a:lnTo>
                <a:lnTo>
                  <a:pt x="17" y="5"/>
                </a:lnTo>
                <a:lnTo>
                  <a:pt x="17" y="6"/>
                </a:lnTo>
                <a:lnTo>
                  <a:pt x="19" y="6"/>
                </a:lnTo>
                <a:lnTo>
                  <a:pt x="19" y="7"/>
                </a:lnTo>
                <a:lnTo>
                  <a:pt x="17" y="7"/>
                </a:lnTo>
                <a:lnTo>
                  <a:pt x="17" y="8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6" y="10"/>
                </a:lnTo>
                <a:lnTo>
                  <a:pt x="15" y="11"/>
                </a:lnTo>
                <a:lnTo>
                  <a:pt x="15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6"/>
                </a:lnTo>
                <a:lnTo>
                  <a:pt x="13" y="16"/>
                </a:lnTo>
                <a:lnTo>
                  <a:pt x="12" y="16"/>
                </a:lnTo>
                <a:lnTo>
                  <a:pt x="13" y="16"/>
                </a:lnTo>
                <a:lnTo>
                  <a:pt x="13" y="17"/>
                </a:lnTo>
                <a:lnTo>
                  <a:pt x="12" y="17"/>
                </a:lnTo>
                <a:lnTo>
                  <a:pt x="11" y="17"/>
                </a:lnTo>
                <a:lnTo>
                  <a:pt x="10" y="17"/>
                </a:lnTo>
                <a:lnTo>
                  <a:pt x="10" y="18"/>
                </a:lnTo>
                <a:lnTo>
                  <a:pt x="9" y="18"/>
                </a:lnTo>
                <a:lnTo>
                  <a:pt x="8" y="18"/>
                </a:lnTo>
                <a:lnTo>
                  <a:pt x="9" y="18"/>
                </a:lnTo>
                <a:lnTo>
                  <a:pt x="8" y="17"/>
                </a:lnTo>
                <a:lnTo>
                  <a:pt x="7" y="17"/>
                </a:lnTo>
                <a:lnTo>
                  <a:pt x="6" y="17"/>
                </a:lnTo>
                <a:lnTo>
                  <a:pt x="5" y="17"/>
                </a:lnTo>
                <a:lnTo>
                  <a:pt x="4" y="17"/>
                </a:lnTo>
                <a:lnTo>
                  <a:pt x="4" y="16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3" y="15"/>
                </a:lnTo>
                <a:lnTo>
                  <a:pt x="3" y="14"/>
                </a:lnTo>
                <a:lnTo>
                  <a:pt x="4" y="14"/>
                </a:lnTo>
                <a:lnTo>
                  <a:pt x="4" y="15"/>
                </a:lnTo>
                <a:lnTo>
                  <a:pt x="4" y="16"/>
                </a:lnTo>
                <a:lnTo>
                  <a:pt x="4" y="15"/>
                </a:lnTo>
                <a:lnTo>
                  <a:pt x="4" y="14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2" y="12"/>
                </a:lnTo>
                <a:lnTo>
                  <a:pt x="2" y="11"/>
                </a:lnTo>
                <a:lnTo>
                  <a:pt x="0" y="11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8"/>
                </a:lnTo>
                <a:lnTo>
                  <a:pt x="5" y="7"/>
                </a:lnTo>
                <a:lnTo>
                  <a:pt x="5" y="6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7" y="2"/>
                </a:lnTo>
                <a:lnTo>
                  <a:pt x="8" y="2"/>
                </a:lnTo>
                <a:lnTo>
                  <a:pt x="8" y="4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9" y="2"/>
                </a:lnTo>
                <a:lnTo>
                  <a:pt x="8" y="2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6" name=""/>
          <p:cNvSpPr/>
          <p:nvPr/>
        </p:nvSpPr>
        <p:spPr>
          <a:xfrm>
            <a:off x="7842960" y="2728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7" name=""/>
          <p:cNvSpPr/>
          <p:nvPr/>
        </p:nvSpPr>
        <p:spPr>
          <a:xfrm>
            <a:off x="7823160" y="2725200"/>
            <a:ext cx="3960" cy="3600"/>
          </a:xfrm>
          <a:custGeom>
            <a:avLst/>
            <a:gdLst/>
            <a:ahLst/>
            <a:rect l="0" t="0" r="r" b="b"/>
            <a:pathLst>
              <a:path w="11" h="10">
                <a:moveTo>
                  <a:pt x="9" y="3"/>
                </a:moveTo>
                <a:lnTo>
                  <a:pt x="11" y="3"/>
                </a:lnTo>
                <a:lnTo>
                  <a:pt x="11" y="4"/>
                </a:lnTo>
                <a:lnTo>
                  <a:pt x="11" y="5"/>
                </a:lnTo>
                <a:lnTo>
                  <a:pt x="11" y="6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3" y="10"/>
                </a:lnTo>
                <a:lnTo>
                  <a:pt x="2" y="10"/>
                </a:lnTo>
                <a:lnTo>
                  <a:pt x="0" y="10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3"/>
                </a:lnTo>
                <a:lnTo>
                  <a:pt x="7" y="3"/>
                </a:lnTo>
                <a:lnTo>
                  <a:pt x="9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440" rIns="216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8" name=""/>
          <p:cNvSpPr/>
          <p:nvPr/>
        </p:nvSpPr>
        <p:spPr>
          <a:xfrm>
            <a:off x="7745040" y="2722320"/>
            <a:ext cx="4680" cy="5040"/>
          </a:xfrm>
          <a:custGeom>
            <a:avLst/>
            <a:gdLst/>
            <a:ahLst/>
            <a:rect l="0" t="0" r="r" b="b"/>
            <a:pathLst>
              <a:path w="13" h="14">
                <a:moveTo>
                  <a:pt x="6" y="10"/>
                </a:moveTo>
                <a:lnTo>
                  <a:pt x="5" y="10"/>
                </a:lnTo>
                <a:lnTo>
                  <a:pt x="4" y="11"/>
                </a:lnTo>
                <a:lnTo>
                  <a:pt x="3" y="11"/>
                </a:lnTo>
                <a:lnTo>
                  <a:pt x="3" y="12"/>
                </a:lnTo>
                <a:lnTo>
                  <a:pt x="3" y="13"/>
                </a:lnTo>
                <a:lnTo>
                  <a:pt x="4" y="13"/>
                </a:lnTo>
                <a:lnTo>
                  <a:pt x="5" y="13"/>
                </a:lnTo>
                <a:lnTo>
                  <a:pt x="5" y="14"/>
                </a:lnTo>
                <a:lnTo>
                  <a:pt x="4" y="14"/>
                </a:lnTo>
                <a:lnTo>
                  <a:pt x="2" y="13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2" y="6"/>
                </a:lnTo>
                <a:lnTo>
                  <a:pt x="3" y="3"/>
                </a:lnTo>
                <a:lnTo>
                  <a:pt x="4" y="3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10" y="0"/>
                </a:lnTo>
                <a:lnTo>
                  <a:pt x="10" y="1"/>
                </a:lnTo>
                <a:lnTo>
                  <a:pt x="13" y="2"/>
                </a:lnTo>
                <a:lnTo>
                  <a:pt x="13" y="3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1" y="8"/>
                </a:lnTo>
                <a:lnTo>
                  <a:pt x="10" y="11"/>
                </a:lnTo>
                <a:lnTo>
                  <a:pt x="9" y="12"/>
                </a:lnTo>
                <a:lnTo>
                  <a:pt x="9" y="11"/>
                </a:lnTo>
                <a:lnTo>
                  <a:pt x="8" y="11"/>
                </a:lnTo>
                <a:lnTo>
                  <a:pt x="7" y="11"/>
                </a:lnTo>
                <a:lnTo>
                  <a:pt x="6" y="1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9" name=""/>
          <p:cNvSpPr/>
          <p:nvPr/>
        </p:nvSpPr>
        <p:spPr>
          <a:xfrm>
            <a:off x="7826760" y="2716560"/>
            <a:ext cx="20880" cy="12240"/>
          </a:xfrm>
          <a:custGeom>
            <a:avLst/>
            <a:gdLst/>
            <a:ahLst/>
            <a:rect l="0" t="0" r="r" b="b"/>
            <a:pathLst>
              <a:path w="58" h="34">
                <a:moveTo>
                  <a:pt x="32" y="7"/>
                </a:moveTo>
                <a:lnTo>
                  <a:pt x="33" y="7"/>
                </a:lnTo>
                <a:lnTo>
                  <a:pt x="34" y="8"/>
                </a:lnTo>
                <a:lnTo>
                  <a:pt x="35" y="8"/>
                </a:lnTo>
                <a:lnTo>
                  <a:pt x="36" y="8"/>
                </a:lnTo>
                <a:lnTo>
                  <a:pt x="37" y="7"/>
                </a:lnTo>
                <a:lnTo>
                  <a:pt x="38" y="7"/>
                </a:lnTo>
                <a:lnTo>
                  <a:pt x="39" y="7"/>
                </a:lnTo>
                <a:lnTo>
                  <a:pt x="40" y="7"/>
                </a:lnTo>
                <a:lnTo>
                  <a:pt x="41" y="7"/>
                </a:lnTo>
                <a:lnTo>
                  <a:pt x="42" y="7"/>
                </a:lnTo>
                <a:lnTo>
                  <a:pt x="44" y="6"/>
                </a:lnTo>
                <a:lnTo>
                  <a:pt x="44" y="5"/>
                </a:lnTo>
                <a:lnTo>
                  <a:pt x="46" y="4"/>
                </a:lnTo>
                <a:lnTo>
                  <a:pt x="48" y="3"/>
                </a:lnTo>
                <a:lnTo>
                  <a:pt x="50" y="2"/>
                </a:lnTo>
                <a:lnTo>
                  <a:pt x="51" y="2"/>
                </a:lnTo>
                <a:lnTo>
                  <a:pt x="52" y="2"/>
                </a:lnTo>
                <a:lnTo>
                  <a:pt x="53" y="3"/>
                </a:lnTo>
                <a:lnTo>
                  <a:pt x="54" y="3"/>
                </a:lnTo>
                <a:lnTo>
                  <a:pt x="54" y="4"/>
                </a:lnTo>
                <a:lnTo>
                  <a:pt x="55" y="4"/>
                </a:lnTo>
                <a:lnTo>
                  <a:pt x="56" y="4"/>
                </a:lnTo>
                <a:lnTo>
                  <a:pt x="57" y="4"/>
                </a:lnTo>
                <a:lnTo>
                  <a:pt x="57" y="5"/>
                </a:lnTo>
                <a:lnTo>
                  <a:pt x="58" y="5"/>
                </a:lnTo>
                <a:lnTo>
                  <a:pt x="58" y="6"/>
                </a:lnTo>
                <a:lnTo>
                  <a:pt x="58" y="7"/>
                </a:lnTo>
                <a:lnTo>
                  <a:pt x="58" y="8"/>
                </a:lnTo>
                <a:lnTo>
                  <a:pt x="57" y="10"/>
                </a:lnTo>
                <a:lnTo>
                  <a:pt x="57" y="11"/>
                </a:lnTo>
                <a:lnTo>
                  <a:pt x="57" y="12"/>
                </a:lnTo>
                <a:lnTo>
                  <a:pt x="56" y="12"/>
                </a:lnTo>
                <a:lnTo>
                  <a:pt x="56" y="13"/>
                </a:lnTo>
                <a:lnTo>
                  <a:pt x="56" y="14"/>
                </a:lnTo>
                <a:lnTo>
                  <a:pt x="56" y="15"/>
                </a:lnTo>
                <a:lnTo>
                  <a:pt x="55" y="17"/>
                </a:lnTo>
                <a:lnTo>
                  <a:pt x="55" y="19"/>
                </a:lnTo>
                <a:lnTo>
                  <a:pt x="54" y="21"/>
                </a:lnTo>
                <a:lnTo>
                  <a:pt x="54" y="23"/>
                </a:lnTo>
                <a:lnTo>
                  <a:pt x="54" y="25"/>
                </a:lnTo>
                <a:lnTo>
                  <a:pt x="54" y="27"/>
                </a:lnTo>
                <a:lnTo>
                  <a:pt x="55" y="28"/>
                </a:lnTo>
                <a:lnTo>
                  <a:pt x="55" y="29"/>
                </a:lnTo>
                <a:lnTo>
                  <a:pt x="55" y="30"/>
                </a:lnTo>
                <a:lnTo>
                  <a:pt x="55" y="31"/>
                </a:lnTo>
                <a:lnTo>
                  <a:pt x="55" y="32"/>
                </a:lnTo>
                <a:lnTo>
                  <a:pt x="55" y="33"/>
                </a:lnTo>
                <a:lnTo>
                  <a:pt x="54" y="34"/>
                </a:lnTo>
                <a:lnTo>
                  <a:pt x="53" y="34"/>
                </a:lnTo>
                <a:lnTo>
                  <a:pt x="52" y="34"/>
                </a:lnTo>
                <a:lnTo>
                  <a:pt x="51" y="34"/>
                </a:lnTo>
                <a:lnTo>
                  <a:pt x="50" y="34"/>
                </a:lnTo>
                <a:lnTo>
                  <a:pt x="50" y="33"/>
                </a:lnTo>
                <a:lnTo>
                  <a:pt x="50" y="32"/>
                </a:lnTo>
                <a:lnTo>
                  <a:pt x="50" y="31"/>
                </a:lnTo>
                <a:lnTo>
                  <a:pt x="49" y="31"/>
                </a:lnTo>
                <a:lnTo>
                  <a:pt x="49" y="30"/>
                </a:lnTo>
                <a:lnTo>
                  <a:pt x="49" y="29"/>
                </a:lnTo>
                <a:lnTo>
                  <a:pt x="50" y="28"/>
                </a:lnTo>
                <a:lnTo>
                  <a:pt x="50" y="27"/>
                </a:lnTo>
                <a:lnTo>
                  <a:pt x="49" y="27"/>
                </a:lnTo>
                <a:lnTo>
                  <a:pt x="48" y="27"/>
                </a:lnTo>
                <a:lnTo>
                  <a:pt x="47" y="27"/>
                </a:lnTo>
                <a:lnTo>
                  <a:pt x="47" y="26"/>
                </a:lnTo>
                <a:lnTo>
                  <a:pt x="46" y="25"/>
                </a:lnTo>
                <a:lnTo>
                  <a:pt x="46" y="24"/>
                </a:lnTo>
                <a:lnTo>
                  <a:pt x="45" y="24"/>
                </a:lnTo>
                <a:lnTo>
                  <a:pt x="44" y="21"/>
                </a:lnTo>
                <a:lnTo>
                  <a:pt x="43" y="20"/>
                </a:lnTo>
                <a:lnTo>
                  <a:pt x="43" y="19"/>
                </a:lnTo>
                <a:lnTo>
                  <a:pt x="42" y="19"/>
                </a:lnTo>
                <a:lnTo>
                  <a:pt x="41" y="19"/>
                </a:lnTo>
                <a:lnTo>
                  <a:pt x="40" y="19"/>
                </a:lnTo>
                <a:lnTo>
                  <a:pt x="38" y="19"/>
                </a:lnTo>
                <a:lnTo>
                  <a:pt x="37" y="19"/>
                </a:lnTo>
                <a:lnTo>
                  <a:pt x="36" y="19"/>
                </a:lnTo>
                <a:lnTo>
                  <a:pt x="35" y="19"/>
                </a:lnTo>
                <a:lnTo>
                  <a:pt x="34" y="19"/>
                </a:lnTo>
                <a:lnTo>
                  <a:pt x="33" y="19"/>
                </a:lnTo>
                <a:lnTo>
                  <a:pt x="33" y="18"/>
                </a:lnTo>
                <a:lnTo>
                  <a:pt x="32" y="18"/>
                </a:lnTo>
                <a:lnTo>
                  <a:pt x="31" y="18"/>
                </a:lnTo>
                <a:lnTo>
                  <a:pt x="30" y="18"/>
                </a:lnTo>
                <a:lnTo>
                  <a:pt x="30" y="19"/>
                </a:lnTo>
                <a:lnTo>
                  <a:pt x="29" y="19"/>
                </a:lnTo>
                <a:lnTo>
                  <a:pt x="28" y="20"/>
                </a:lnTo>
                <a:lnTo>
                  <a:pt x="27" y="20"/>
                </a:lnTo>
                <a:lnTo>
                  <a:pt x="26" y="20"/>
                </a:lnTo>
                <a:lnTo>
                  <a:pt x="25" y="20"/>
                </a:lnTo>
                <a:lnTo>
                  <a:pt x="24" y="20"/>
                </a:lnTo>
                <a:lnTo>
                  <a:pt x="23" y="20"/>
                </a:lnTo>
                <a:lnTo>
                  <a:pt x="21" y="20"/>
                </a:lnTo>
                <a:lnTo>
                  <a:pt x="20" y="20"/>
                </a:lnTo>
                <a:lnTo>
                  <a:pt x="19" y="20"/>
                </a:lnTo>
                <a:lnTo>
                  <a:pt x="18" y="21"/>
                </a:lnTo>
                <a:lnTo>
                  <a:pt x="17" y="21"/>
                </a:lnTo>
                <a:lnTo>
                  <a:pt x="16" y="23"/>
                </a:lnTo>
                <a:lnTo>
                  <a:pt x="14" y="24"/>
                </a:lnTo>
                <a:lnTo>
                  <a:pt x="13" y="25"/>
                </a:lnTo>
                <a:lnTo>
                  <a:pt x="12" y="25"/>
                </a:lnTo>
                <a:lnTo>
                  <a:pt x="11" y="26"/>
                </a:lnTo>
                <a:lnTo>
                  <a:pt x="10" y="26"/>
                </a:lnTo>
                <a:lnTo>
                  <a:pt x="10" y="27"/>
                </a:lnTo>
                <a:lnTo>
                  <a:pt x="9" y="27"/>
                </a:lnTo>
                <a:lnTo>
                  <a:pt x="8" y="27"/>
                </a:lnTo>
                <a:lnTo>
                  <a:pt x="7" y="28"/>
                </a:lnTo>
                <a:lnTo>
                  <a:pt x="6" y="28"/>
                </a:lnTo>
                <a:lnTo>
                  <a:pt x="5" y="28"/>
                </a:lnTo>
                <a:lnTo>
                  <a:pt x="4" y="28"/>
                </a:lnTo>
                <a:lnTo>
                  <a:pt x="2" y="29"/>
                </a:lnTo>
                <a:lnTo>
                  <a:pt x="1" y="29"/>
                </a:lnTo>
                <a:lnTo>
                  <a:pt x="1" y="30"/>
                </a:lnTo>
                <a:lnTo>
                  <a:pt x="0" y="30"/>
                </a:lnTo>
                <a:lnTo>
                  <a:pt x="0" y="28"/>
                </a:lnTo>
                <a:lnTo>
                  <a:pt x="1" y="28"/>
                </a:lnTo>
                <a:lnTo>
                  <a:pt x="1" y="27"/>
                </a:lnTo>
                <a:lnTo>
                  <a:pt x="1" y="28"/>
                </a:lnTo>
                <a:lnTo>
                  <a:pt x="1" y="27"/>
                </a:lnTo>
                <a:lnTo>
                  <a:pt x="1" y="26"/>
                </a:lnTo>
                <a:lnTo>
                  <a:pt x="2" y="25"/>
                </a:lnTo>
                <a:lnTo>
                  <a:pt x="3" y="23"/>
                </a:lnTo>
                <a:lnTo>
                  <a:pt x="4" y="21"/>
                </a:lnTo>
                <a:lnTo>
                  <a:pt x="4" y="20"/>
                </a:lnTo>
                <a:lnTo>
                  <a:pt x="5" y="18"/>
                </a:lnTo>
                <a:lnTo>
                  <a:pt x="5" y="17"/>
                </a:lnTo>
                <a:lnTo>
                  <a:pt x="6" y="16"/>
                </a:lnTo>
                <a:lnTo>
                  <a:pt x="8" y="14"/>
                </a:lnTo>
                <a:lnTo>
                  <a:pt x="8" y="13"/>
                </a:lnTo>
                <a:lnTo>
                  <a:pt x="9" y="13"/>
                </a:lnTo>
                <a:lnTo>
                  <a:pt x="10" y="14"/>
                </a:lnTo>
                <a:lnTo>
                  <a:pt x="11" y="14"/>
                </a:lnTo>
                <a:lnTo>
                  <a:pt x="12" y="14"/>
                </a:lnTo>
                <a:lnTo>
                  <a:pt x="13" y="14"/>
                </a:lnTo>
                <a:lnTo>
                  <a:pt x="14" y="14"/>
                </a:lnTo>
                <a:lnTo>
                  <a:pt x="14" y="13"/>
                </a:lnTo>
                <a:lnTo>
                  <a:pt x="13" y="13"/>
                </a:lnTo>
                <a:lnTo>
                  <a:pt x="12" y="14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1" y="9"/>
                </a:lnTo>
                <a:lnTo>
                  <a:pt x="12" y="9"/>
                </a:lnTo>
                <a:lnTo>
                  <a:pt x="12" y="7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3" y="5"/>
                </a:lnTo>
                <a:lnTo>
                  <a:pt x="14" y="5"/>
                </a:lnTo>
                <a:lnTo>
                  <a:pt x="16" y="5"/>
                </a:lnTo>
                <a:lnTo>
                  <a:pt x="16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1" y="4"/>
                </a:lnTo>
                <a:lnTo>
                  <a:pt x="22" y="5"/>
                </a:lnTo>
                <a:lnTo>
                  <a:pt x="22" y="4"/>
                </a:lnTo>
                <a:lnTo>
                  <a:pt x="22" y="3"/>
                </a:lnTo>
                <a:lnTo>
                  <a:pt x="23" y="3"/>
                </a:lnTo>
                <a:lnTo>
                  <a:pt x="24" y="2"/>
                </a:lnTo>
                <a:lnTo>
                  <a:pt x="26" y="1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29" y="1"/>
                </a:lnTo>
                <a:lnTo>
                  <a:pt x="30" y="2"/>
                </a:lnTo>
                <a:lnTo>
                  <a:pt x="31" y="4"/>
                </a:lnTo>
                <a:lnTo>
                  <a:pt x="32" y="6"/>
                </a:lnTo>
                <a:lnTo>
                  <a:pt x="32" y="7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0" name=""/>
          <p:cNvSpPr/>
          <p:nvPr/>
        </p:nvSpPr>
        <p:spPr>
          <a:xfrm>
            <a:off x="7838280" y="27176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3"/>
                </a:moveTo>
                <a:lnTo>
                  <a:pt x="5" y="4"/>
                </a:lnTo>
                <a:lnTo>
                  <a:pt x="3" y="4"/>
                </a:lnTo>
                <a:lnTo>
                  <a:pt x="0" y="2"/>
                </a:lnTo>
                <a:lnTo>
                  <a:pt x="2" y="0"/>
                </a:lnTo>
                <a:lnTo>
                  <a:pt x="5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1" name=""/>
          <p:cNvSpPr/>
          <p:nvPr/>
        </p:nvSpPr>
        <p:spPr>
          <a:xfrm>
            <a:off x="7836120" y="27151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6" y="5"/>
                </a:moveTo>
                <a:lnTo>
                  <a:pt x="5" y="5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7" y="5"/>
                </a:lnTo>
                <a:lnTo>
                  <a:pt x="6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2" name=""/>
          <p:cNvSpPr/>
          <p:nvPr/>
        </p:nvSpPr>
        <p:spPr>
          <a:xfrm>
            <a:off x="7837560" y="27111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1" y="1"/>
                </a:moveTo>
                <a:lnTo>
                  <a:pt x="4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5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3" name=""/>
          <p:cNvSpPr/>
          <p:nvPr/>
        </p:nvSpPr>
        <p:spPr>
          <a:xfrm>
            <a:off x="7838280" y="2707200"/>
            <a:ext cx="13680" cy="9360"/>
          </a:xfrm>
          <a:custGeom>
            <a:avLst/>
            <a:gdLst/>
            <a:ahLst/>
            <a:rect l="0" t="0" r="r" b="b"/>
            <a:pathLst>
              <a:path w="38" h="26">
                <a:moveTo>
                  <a:pt x="34" y="10"/>
                </a:moveTo>
                <a:lnTo>
                  <a:pt x="34" y="11"/>
                </a:lnTo>
                <a:lnTo>
                  <a:pt x="33" y="12"/>
                </a:lnTo>
                <a:lnTo>
                  <a:pt x="33" y="13"/>
                </a:lnTo>
                <a:lnTo>
                  <a:pt x="33" y="14"/>
                </a:lnTo>
                <a:lnTo>
                  <a:pt x="32" y="15"/>
                </a:lnTo>
                <a:lnTo>
                  <a:pt x="31" y="19"/>
                </a:lnTo>
                <a:lnTo>
                  <a:pt x="31" y="21"/>
                </a:lnTo>
                <a:lnTo>
                  <a:pt x="30" y="23"/>
                </a:lnTo>
                <a:lnTo>
                  <a:pt x="29" y="24"/>
                </a:lnTo>
                <a:lnTo>
                  <a:pt x="29" y="25"/>
                </a:lnTo>
                <a:lnTo>
                  <a:pt x="28" y="25"/>
                </a:lnTo>
                <a:lnTo>
                  <a:pt x="27" y="25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0" y="25"/>
                </a:lnTo>
                <a:lnTo>
                  <a:pt x="20" y="24"/>
                </a:lnTo>
                <a:lnTo>
                  <a:pt x="21" y="24"/>
                </a:lnTo>
                <a:lnTo>
                  <a:pt x="21" y="22"/>
                </a:lnTo>
                <a:lnTo>
                  <a:pt x="20" y="20"/>
                </a:lnTo>
                <a:lnTo>
                  <a:pt x="19" y="21"/>
                </a:lnTo>
                <a:lnTo>
                  <a:pt x="18" y="21"/>
                </a:lnTo>
                <a:lnTo>
                  <a:pt x="17" y="19"/>
                </a:lnTo>
                <a:lnTo>
                  <a:pt x="17" y="17"/>
                </a:lnTo>
                <a:lnTo>
                  <a:pt x="16" y="16"/>
                </a:lnTo>
                <a:lnTo>
                  <a:pt x="16" y="15"/>
                </a:lnTo>
                <a:lnTo>
                  <a:pt x="17" y="15"/>
                </a:lnTo>
                <a:lnTo>
                  <a:pt x="17" y="14"/>
                </a:lnTo>
                <a:lnTo>
                  <a:pt x="16" y="14"/>
                </a:lnTo>
                <a:lnTo>
                  <a:pt x="17" y="13"/>
                </a:lnTo>
                <a:lnTo>
                  <a:pt x="17" y="12"/>
                </a:lnTo>
                <a:lnTo>
                  <a:pt x="17" y="11"/>
                </a:lnTo>
                <a:lnTo>
                  <a:pt x="17" y="12"/>
                </a:lnTo>
                <a:lnTo>
                  <a:pt x="16" y="12"/>
                </a:lnTo>
                <a:lnTo>
                  <a:pt x="16" y="13"/>
                </a:lnTo>
                <a:lnTo>
                  <a:pt x="16" y="14"/>
                </a:lnTo>
                <a:lnTo>
                  <a:pt x="15" y="14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2" y="14"/>
                </a:lnTo>
                <a:lnTo>
                  <a:pt x="12" y="15"/>
                </a:lnTo>
                <a:lnTo>
                  <a:pt x="11" y="15"/>
                </a:lnTo>
                <a:lnTo>
                  <a:pt x="10" y="15"/>
                </a:lnTo>
                <a:lnTo>
                  <a:pt x="9" y="14"/>
                </a:lnTo>
                <a:lnTo>
                  <a:pt x="8" y="14"/>
                </a:lnTo>
                <a:lnTo>
                  <a:pt x="7" y="13"/>
                </a:lnTo>
                <a:lnTo>
                  <a:pt x="6" y="13"/>
                </a:lnTo>
                <a:lnTo>
                  <a:pt x="5" y="12"/>
                </a:lnTo>
                <a:lnTo>
                  <a:pt x="4" y="11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0" y="10"/>
                </a:lnTo>
                <a:lnTo>
                  <a:pt x="0" y="9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3" y="7"/>
                </a:lnTo>
                <a:lnTo>
                  <a:pt x="4" y="7"/>
                </a:lnTo>
                <a:lnTo>
                  <a:pt x="5" y="7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10" y="3"/>
                </a:lnTo>
                <a:lnTo>
                  <a:pt x="11" y="3"/>
                </a:lnTo>
                <a:lnTo>
                  <a:pt x="11" y="2"/>
                </a:lnTo>
                <a:lnTo>
                  <a:pt x="12" y="1"/>
                </a:lnTo>
                <a:lnTo>
                  <a:pt x="13" y="1"/>
                </a:lnTo>
                <a:lnTo>
                  <a:pt x="15" y="3"/>
                </a:lnTo>
                <a:lnTo>
                  <a:pt x="16" y="4"/>
                </a:lnTo>
                <a:lnTo>
                  <a:pt x="16" y="5"/>
                </a:lnTo>
                <a:lnTo>
                  <a:pt x="16" y="6"/>
                </a:lnTo>
                <a:lnTo>
                  <a:pt x="15" y="6"/>
                </a:lnTo>
                <a:lnTo>
                  <a:pt x="14" y="7"/>
                </a:lnTo>
                <a:lnTo>
                  <a:pt x="15" y="8"/>
                </a:lnTo>
                <a:lnTo>
                  <a:pt x="16" y="7"/>
                </a:lnTo>
                <a:lnTo>
                  <a:pt x="17" y="7"/>
                </a:lnTo>
                <a:lnTo>
                  <a:pt x="18" y="6"/>
                </a:lnTo>
                <a:lnTo>
                  <a:pt x="18" y="5"/>
                </a:lnTo>
                <a:lnTo>
                  <a:pt x="19" y="5"/>
                </a:lnTo>
                <a:lnTo>
                  <a:pt x="20" y="4"/>
                </a:lnTo>
                <a:lnTo>
                  <a:pt x="21" y="4"/>
                </a:lnTo>
                <a:lnTo>
                  <a:pt x="22" y="4"/>
                </a:lnTo>
                <a:lnTo>
                  <a:pt x="23" y="4"/>
                </a:lnTo>
                <a:lnTo>
                  <a:pt x="23" y="3"/>
                </a:lnTo>
                <a:lnTo>
                  <a:pt x="24" y="3"/>
                </a:lnTo>
                <a:lnTo>
                  <a:pt x="25" y="3"/>
                </a:lnTo>
                <a:lnTo>
                  <a:pt x="30" y="2"/>
                </a:lnTo>
                <a:lnTo>
                  <a:pt x="30" y="3"/>
                </a:lnTo>
                <a:lnTo>
                  <a:pt x="30" y="4"/>
                </a:lnTo>
                <a:lnTo>
                  <a:pt x="31" y="4"/>
                </a:lnTo>
                <a:lnTo>
                  <a:pt x="32" y="4"/>
                </a:lnTo>
                <a:lnTo>
                  <a:pt x="33" y="3"/>
                </a:lnTo>
                <a:lnTo>
                  <a:pt x="34" y="3"/>
                </a:lnTo>
                <a:lnTo>
                  <a:pt x="35" y="3"/>
                </a:lnTo>
                <a:lnTo>
                  <a:pt x="36" y="2"/>
                </a:lnTo>
                <a:lnTo>
                  <a:pt x="36" y="1"/>
                </a:lnTo>
                <a:lnTo>
                  <a:pt x="37" y="1"/>
                </a:lnTo>
                <a:lnTo>
                  <a:pt x="37" y="0"/>
                </a:lnTo>
                <a:lnTo>
                  <a:pt x="38" y="0"/>
                </a:lnTo>
                <a:lnTo>
                  <a:pt x="37" y="1"/>
                </a:lnTo>
                <a:lnTo>
                  <a:pt x="37" y="2"/>
                </a:lnTo>
                <a:lnTo>
                  <a:pt x="38" y="3"/>
                </a:lnTo>
                <a:lnTo>
                  <a:pt x="38" y="4"/>
                </a:lnTo>
                <a:lnTo>
                  <a:pt x="37" y="4"/>
                </a:lnTo>
                <a:lnTo>
                  <a:pt x="36" y="6"/>
                </a:lnTo>
                <a:lnTo>
                  <a:pt x="34" y="1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4" name=""/>
          <p:cNvSpPr/>
          <p:nvPr/>
        </p:nvSpPr>
        <p:spPr>
          <a:xfrm>
            <a:off x="7843320" y="27075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5" name=""/>
          <p:cNvSpPr/>
          <p:nvPr/>
        </p:nvSpPr>
        <p:spPr>
          <a:xfrm>
            <a:off x="7889400" y="2692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1" y="1"/>
                </a:lnTo>
                <a:lnTo>
                  <a:pt x="1" y="2"/>
                </a:lnTo>
                <a:lnTo>
                  <a:pt x="1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6" name=""/>
          <p:cNvSpPr/>
          <p:nvPr/>
        </p:nvSpPr>
        <p:spPr>
          <a:xfrm>
            <a:off x="7743960" y="26924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0"/>
                </a:moveTo>
                <a:lnTo>
                  <a:pt x="4" y="0"/>
                </a:lnTo>
                <a:lnTo>
                  <a:pt x="5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7" name=""/>
          <p:cNvSpPr/>
          <p:nvPr/>
        </p:nvSpPr>
        <p:spPr>
          <a:xfrm>
            <a:off x="7715160" y="26845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0" y="5"/>
                </a:moveTo>
                <a:lnTo>
                  <a:pt x="1" y="3"/>
                </a:lnTo>
                <a:lnTo>
                  <a:pt x="3" y="3"/>
                </a:lnTo>
                <a:lnTo>
                  <a:pt x="4" y="2"/>
                </a:lnTo>
                <a:lnTo>
                  <a:pt x="5" y="0"/>
                </a:lnTo>
                <a:lnTo>
                  <a:pt x="6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8" name=""/>
          <p:cNvSpPr/>
          <p:nvPr/>
        </p:nvSpPr>
        <p:spPr>
          <a:xfrm>
            <a:off x="7691040" y="2680560"/>
            <a:ext cx="4320" cy="9360"/>
          </a:xfrm>
          <a:custGeom>
            <a:avLst/>
            <a:gdLst/>
            <a:ahLst/>
            <a:rect l="0" t="0" r="r" b="b"/>
            <a:pathLst>
              <a:path w="12" h="26">
                <a:moveTo>
                  <a:pt x="12" y="4"/>
                </a:moveTo>
                <a:lnTo>
                  <a:pt x="12" y="5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9"/>
                </a:lnTo>
                <a:lnTo>
                  <a:pt x="8" y="9"/>
                </a:lnTo>
                <a:lnTo>
                  <a:pt x="8" y="10"/>
                </a:lnTo>
                <a:lnTo>
                  <a:pt x="8" y="11"/>
                </a:lnTo>
                <a:lnTo>
                  <a:pt x="8" y="12"/>
                </a:lnTo>
                <a:lnTo>
                  <a:pt x="8" y="13"/>
                </a:lnTo>
                <a:lnTo>
                  <a:pt x="8" y="14"/>
                </a:lnTo>
                <a:lnTo>
                  <a:pt x="9" y="14"/>
                </a:lnTo>
                <a:lnTo>
                  <a:pt x="9" y="15"/>
                </a:lnTo>
                <a:lnTo>
                  <a:pt x="8" y="16"/>
                </a:lnTo>
                <a:lnTo>
                  <a:pt x="8" y="15"/>
                </a:lnTo>
                <a:lnTo>
                  <a:pt x="8" y="16"/>
                </a:lnTo>
                <a:lnTo>
                  <a:pt x="8" y="17"/>
                </a:lnTo>
                <a:lnTo>
                  <a:pt x="7" y="18"/>
                </a:lnTo>
                <a:lnTo>
                  <a:pt x="7" y="19"/>
                </a:lnTo>
                <a:lnTo>
                  <a:pt x="7" y="20"/>
                </a:lnTo>
                <a:lnTo>
                  <a:pt x="6" y="20"/>
                </a:lnTo>
                <a:lnTo>
                  <a:pt x="5" y="19"/>
                </a:lnTo>
                <a:lnTo>
                  <a:pt x="3" y="19"/>
                </a:lnTo>
                <a:lnTo>
                  <a:pt x="3" y="20"/>
                </a:lnTo>
                <a:lnTo>
                  <a:pt x="3" y="21"/>
                </a:lnTo>
                <a:lnTo>
                  <a:pt x="5" y="21"/>
                </a:lnTo>
                <a:lnTo>
                  <a:pt x="6" y="21"/>
                </a:lnTo>
                <a:lnTo>
                  <a:pt x="6" y="22"/>
                </a:lnTo>
                <a:lnTo>
                  <a:pt x="7" y="22"/>
                </a:lnTo>
                <a:lnTo>
                  <a:pt x="7" y="23"/>
                </a:lnTo>
                <a:lnTo>
                  <a:pt x="7" y="25"/>
                </a:lnTo>
                <a:lnTo>
                  <a:pt x="6" y="26"/>
                </a:lnTo>
                <a:lnTo>
                  <a:pt x="6" y="25"/>
                </a:lnTo>
                <a:lnTo>
                  <a:pt x="5" y="25"/>
                </a:lnTo>
                <a:lnTo>
                  <a:pt x="3" y="24"/>
                </a:lnTo>
                <a:lnTo>
                  <a:pt x="2" y="24"/>
                </a:lnTo>
                <a:lnTo>
                  <a:pt x="2" y="23"/>
                </a:lnTo>
                <a:lnTo>
                  <a:pt x="1" y="21"/>
                </a:lnTo>
                <a:lnTo>
                  <a:pt x="1" y="20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1" y="13"/>
                </a:lnTo>
                <a:lnTo>
                  <a:pt x="2" y="13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3" y="8"/>
                </a:lnTo>
                <a:lnTo>
                  <a:pt x="5" y="8"/>
                </a:lnTo>
                <a:lnTo>
                  <a:pt x="5" y="7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10" y="2"/>
                </a:lnTo>
                <a:lnTo>
                  <a:pt x="11" y="3"/>
                </a:lnTo>
                <a:lnTo>
                  <a:pt x="12" y="3"/>
                </a:lnTo>
                <a:lnTo>
                  <a:pt x="1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9" name=""/>
          <p:cNvSpPr/>
          <p:nvPr/>
        </p:nvSpPr>
        <p:spPr>
          <a:xfrm>
            <a:off x="7878960" y="26845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0" name=""/>
          <p:cNvSpPr/>
          <p:nvPr/>
        </p:nvSpPr>
        <p:spPr>
          <a:xfrm>
            <a:off x="7740000" y="26820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0" y="4"/>
                </a:moveTo>
                <a:lnTo>
                  <a:pt x="2" y="3"/>
                </a:lnTo>
                <a:lnTo>
                  <a:pt x="4" y="2"/>
                </a:lnTo>
                <a:lnTo>
                  <a:pt x="5" y="1"/>
                </a:lnTo>
                <a:lnTo>
                  <a:pt x="7" y="0"/>
                </a:lnTo>
                <a:lnTo>
                  <a:pt x="7" y="2"/>
                </a:ln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1" name=""/>
          <p:cNvSpPr/>
          <p:nvPr/>
        </p:nvSpPr>
        <p:spPr>
          <a:xfrm>
            <a:off x="7692120" y="2680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2" name=""/>
          <p:cNvSpPr/>
          <p:nvPr/>
        </p:nvSpPr>
        <p:spPr>
          <a:xfrm>
            <a:off x="7742160" y="26805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3" name=""/>
          <p:cNvSpPr/>
          <p:nvPr/>
        </p:nvSpPr>
        <p:spPr>
          <a:xfrm>
            <a:off x="7691400" y="2678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4" name=""/>
          <p:cNvSpPr/>
          <p:nvPr/>
        </p:nvSpPr>
        <p:spPr>
          <a:xfrm>
            <a:off x="7727040" y="2675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5" name=""/>
          <p:cNvSpPr/>
          <p:nvPr/>
        </p:nvSpPr>
        <p:spPr>
          <a:xfrm>
            <a:off x="7707960" y="26755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4"/>
                </a:moveTo>
                <a:lnTo>
                  <a:pt x="1" y="4"/>
                </a:lnTo>
                <a:lnTo>
                  <a:pt x="1" y="3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3"/>
                </a:lnTo>
                <a:lnTo>
                  <a:pt x="4" y="5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6" name=""/>
          <p:cNvSpPr/>
          <p:nvPr/>
        </p:nvSpPr>
        <p:spPr>
          <a:xfrm>
            <a:off x="7707600" y="26748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0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7" name=""/>
          <p:cNvSpPr/>
          <p:nvPr/>
        </p:nvSpPr>
        <p:spPr>
          <a:xfrm>
            <a:off x="7707240" y="267336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5" y="4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8" name=""/>
          <p:cNvSpPr/>
          <p:nvPr/>
        </p:nvSpPr>
        <p:spPr>
          <a:xfrm>
            <a:off x="7707240" y="26730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4" y="1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9" name=""/>
          <p:cNvSpPr/>
          <p:nvPr/>
        </p:nvSpPr>
        <p:spPr>
          <a:xfrm>
            <a:off x="7931880" y="2668680"/>
            <a:ext cx="14760" cy="8640"/>
          </a:xfrm>
          <a:custGeom>
            <a:avLst/>
            <a:gdLst/>
            <a:ahLst/>
            <a:rect l="0" t="0" r="r" b="b"/>
            <a:pathLst>
              <a:path w="41" h="24">
                <a:moveTo>
                  <a:pt x="29" y="4"/>
                </a:moveTo>
                <a:lnTo>
                  <a:pt x="29" y="3"/>
                </a:lnTo>
                <a:lnTo>
                  <a:pt x="29" y="2"/>
                </a:lnTo>
                <a:lnTo>
                  <a:pt x="29" y="1"/>
                </a:lnTo>
                <a:lnTo>
                  <a:pt x="30" y="1"/>
                </a:lnTo>
                <a:lnTo>
                  <a:pt x="30" y="2"/>
                </a:lnTo>
                <a:lnTo>
                  <a:pt x="30" y="3"/>
                </a:lnTo>
                <a:lnTo>
                  <a:pt x="31" y="4"/>
                </a:lnTo>
                <a:lnTo>
                  <a:pt x="32" y="4"/>
                </a:lnTo>
                <a:lnTo>
                  <a:pt x="33" y="4"/>
                </a:lnTo>
                <a:lnTo>
                  <a:pt x="33" y="3"/>
                </a:lnTo>
                <a:lnTo>
                  <a:pt x="33" y="2"/>
                </a:lnTo>
                <a:lnTo>
                  <a:pt x="34" y="1"/>
                </a:lnTo>
                <a:lnTo>
                  <a:pt x="35" y="1"/>
                </a:lnTo>
                <a:lnTo>
                  <a:pt x="36" y="1"/>
                </a:lnTo>
                <a:lnTo>
                  <a:pt x="38" y="2"/>
                </a:lnTo>
                <a:lnTo>
                  <a:pt x="38" y="3"/>
                </a:lnTo>
                <a:lnTo>
                  <a:pt x="39" y="3"/>
                </a:lnTo>
                <a:lnTo>
                  <a:pt x="41" y="3"/>
                </a:lnTo>
                <a:lnTo>
                  <a:pt x="41" y="6"/>
                </a:lnTo>
                <a:lnTo>
                  <a:pt x="40" y="7"/>
                </a:lnTo>
                <a:lnTo>
                  <a:pt x="39" y="9"/>
                </a:lnTo>
                <a:lnTo>
                  <a:pt x="38" y="9"/>
                </a:lnTo>
                <a:lnTo>
                  <a:pt x="37" y="8"/>
                </a:lnTo>
                <a:lnTo>
                  <a:pt x="37" y="9"/>
                </a:lnTo>
                <a:lnTo>
                  <a:pt x="36" y="9"/>
                </a:lnTo>
                <a:lnTo>
                  <a:pt x="35" y="10"/>
                </a:lnTo>
                <a:lnTo>
                  <a:pt x="33" y="11"/>
                </a:lnTo>
                <a:lnTo>
                  <a:pt x="32" y="12"/>
                </a:lnTo>
                <a:lnTo>
                  <a:pt x="31" y="12"/>
                </a:lnTo>
                <a:lnTo>
                  <a:pt x="30" y="13"/>
                </a:lnTo>
                <a:lnTo>
                  <a:pt x="30" y="12"/>
                </a:lnTo>
                <a:lnTo>
                  <a:pt x="29" y="12"/>
                </a:lnTo>
                <a:lnTo>
                  <a:pt x="28" y="12"/>
                </a:lnTo>
                <a:lnTo>
                  <a:pt x="28" y="13"/>
                </a:lnTo>
                <a:lnTo>
                  <a:pt x="27" y="12"/>
                </a:lnTo>
                <a:lnTo>
                  <a:pt x="27" y="11"/>
                </a:lnTo>
                <a:lnTo>
                  <a:pt x="26" y="11"/>
                </a:lnTo>
                <a:lnTo>
                  <a:pt x="25" y="12"/>
                </a:lnTo>
                <a:lnTo>
                  <a:pt x="24" y="12"/>
                </a:lnTo>
                <a:lnTo>
                  <a:pt x="24" y="13"/>
                </a:lnTo>
                <a:lnTo>
                  <a:pt x="24" y="12"/>
                </a:lnTo>
                <a:lnTo>
                  <a:pt x="23" y="12"/>
                </a:lnTo>
                <a:lnTo>
                  <a:pt x="23" y="13"/>
                </a:lnTo>
                <a:lnTo>
                  <a:pt x="21" y="13"/>
                </a:lnTo>
                <a:lnTo>
                  <a:pt x="20" y="13"/>
                </a:lnTo>
                <a:lnTo>
                  <a:pt x="18" y="15"/>
                </a:lnTo>
                <a:lnTo>
                  <a:pt x="17" y="16"/>
                </a:lnTo>
                <a:lnTo>
                  <a:pt x="16" y="17"/>
                </a:lnTo>
                <a:lnTo>
                  <a:pt x="14" y="19"/>
                </a:lnTo>
                <a:lnTo>
                  <a:pt x="13" y="20"/>
                </a:lnTo>
                <a:lnTo>
                  <a:pt x="12" y="21"/>
                </a:lnTo>
                <a:lnTo>
                  <a:pt x="11" y="21"/>
                </a:lnTo>
                <a:lnTo>
                  <a:pt x="11" y="22"/>
                </a:lnTo>
                <a:lnTo>
                  <a:pt x="11" y="23"/>
                </a:lnTo>
                <a:lnTo>
                  <a:pt x="10" y="22"/>
                </a:lnTo>
                <a:lnTo>
                  <a:pt x="9" y="22"/>
                </a:lnTo>
                <a:lnTo>
                  <a:pt x="10" y="22"/>
                </a:lnTo>
                <a:lnTo>
                  <a:pt x="10" y="21"/>
                </a:lnTo>
                <a:lnTo>
                  <a:pt x="9" y="21"/>
                </a:lnTo>
                <a:lnTo>
                  <a:pt x="8" y="21"/>
                </a:lnTo>
                <a:lnTo>
                  <a:pt x="7" y="21"/>
                </a:lnTo>
                <a:lnTo>
                  <a:pt x="5" y="22"/>
                </a:lnTo>
                <a:lnTo>
                  <a:pt x="5" y="23"/>
                </a:lnTo>
                <a:lnTo>
                  <a:pt x="4" y="23"/>
                </a:lnTo>
                <a:lnTo>
                  <a:pt x="3" y="23"/>
                </a:lnTo>
                <a:lnTo>
                  <a:pt x="2" y="24"/>
                </a:lnTo>
                <a:lnTo>
                  <a:pt x="1" y="24"/>
                </a:lnTo>
                <a:lnTo>
                  <a:pt x="0" y="24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2" y="22"/>
                </a:lnTo>
                <a:lnTo>
                  <a:pt x="3" y="21"/>
                </a:lnTo>
                <a:lnTo>
                  <a:pt x="2" y="21"/>
                </a:lnTo>
                <a:lnTo>
                  <a:pt x="3" y="20"/>
                </a:lnTo>
                <a:lnTo>
                  <a:pt x="4" y="20"/>
                </a:lnTo>
                <a:lnTo>
                  <a:pt x="5" y="19"/>
                </a:lnTo>
                <a:lnTo>
                  <a:pt x="4" y="18"/>
                </a:lnTo>
                <a:lnTo>
                  <a:pt x="3" y="18"/>
                </a:lnTo>
                <a:lnTo>
                  <a:pt x="4" y="17"/>
                </a:lnTo>
                <a:lnTo>
                  <a:pt x="4" y="16"/>
                </a:lnTo>
                <a:lnTo>
                  <a:pt x="5" y="16"/>
                </a:lnTo>
                <a:lnTo>
                  <a:pt x="6" y="15"/>
                </a:lnTo>
                <a:lnTo>
                  <a:pt x="7" y="15"/>
                </a:lnTo>
                <a:lnTo>
                  <a:pt x="8" y="14"/>
                </a:lnTo>
                <a:lnTo>
                  <a:pt x="9" y="13"/>
                </a:lnTo>
                <a:lnTo>
                  <a:pt x="9" y="12"/>
                </a:lnTo>
                <a:lnTo>
                  <a:pt x="9" y="11"/>
                </a:lnTo>
                <a:lnTo>
                  <a:pt x="9" y="10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5" y="7"/>
                </a:lnTo>
                <a:lnTo>
                  <a:pt x="6" y="4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10" y="4"/>
                </a:lnTo>
                <a:lnTo>
                  <a:pt x="12" y="6"/>
                </a:lnTo>
                <a:lnTo>
                  <a:pt x="13" y="6"/>
                </a:lnTo>
                <a:lnTo>
                  <a:pt x="14" y="6"/>
                </a:lnTo>
                <a:lnTo>
                  <a:pt x="13" y="6"/>
                </a:lnTo>
                <a:lnTo>
                  <a:pt x="13" y="4"/>
                </a:lnTo>
                <a:lnTo>
                  <a:pt x="14" y="4"/>
                </a:lnTo>
                <a:lnTo>
                  <a:pt x="16" y="6"/>
                </a:lnTo>
                <a:lnTo>
                  <a:pt x="16" y="4"/>
                </a:lnTo>
                <a:lnTo>
                  <a:pt x="17" y="3"/>
                </a:lnTo>
                <a:lnTo>
                  <a:pt x="17" y="2"/>
                </a:lnTo>
                <a:lnTo>
                  <a:pt x="18" y="1"/>
                </a:lnTo>
                <a:lnTo>
                  <a:pt x="18" y="2"/>
                </a:lnTo>
                <a:lnTo>
                  <a:pt x="19" y="2"/>
                </a:lnTo>
                <a:lnTo>
                  <a:pt x="20" y="1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  <a:lnTo>
                  <a:pt x="24" y="1"/>
                </a:lnTo>
                <a:lnTo>
                  <a:pt x="24" y="2"/>
                </a:lnTo>
                <a:lnTo>
                  <a:pt x="24" y="3"/>
                </a:lnTo>
                <a:lnTo>
                  <a:pt x="26" y="4"/>
                </a:lnTo>
                <a:lnTo>
                  <a:pt x="27" y="3"/>
                </a:lnTo>
                <a:lnTo>
                  <a:pt x="28" y="3"/>
                </a:lnTo>
                <a:lnTo>
                  <a:pt x="29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0" name=""/>
          <p:cNvSpPr/>
          <p:nvPr/>
        </p:nvSpPr>
        <p:spPr>
          <a:xfrm>
            <a:off x="7954560" y="26712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1" name=""/>
          <p:cNvSpPr/>
          <p:nvPr/>
        </p:nvSpPr>
        <p:spPr>
          <a:xfrm>
            <a:off x="7952760" y="26690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2" name=""/>
          <p:cNvSpPr/>
          <p:nvPr/>
        </p:nvSpPr>
        <p:spPr>
          <a:xfrm>
            <a:off x="7930080" y="26665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4"/>
                </a:moveTo>
                <a:lnTo>
                  <a:pt x="4" y="5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3" name=""/>
          <p:cNvSpPr/>
          <p:nvPr/>
        </p:nvSpPr>
        <p:spPr>
          <a:xfrm>
            <a:off x="7932240" y="26665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2"/>
                </a:moveTo>
                <a:lnTo>
                  <a:pt x="5" y="5"/>
                </a:lnTo>
                <a:lnTo>
                  <a:pt x="3" y="6"/>
                </a:lnTo>
                <a:lnTo>
                  <a:pt x="2" y="2"/>
                </a:lnTo>
                <a:lnTo>
                  <a:pt x="0" y="1"/>
                </a:lnTo>
                <a:lnTo>
                  <a:pt x="2" y="0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4" name=""/>
          <p:cNvSpPr/>
          <p:nvPr/>
        </p:nvSpPr>
        <p:spPr>
          <a:xfrm>
            <a:off x="7707600" y="2664360"/>
            <a:ext cx="3600" cy="4320"/>
          </a:xfrm>
          <a:custGeom>
            <a:avLst/>
            <a:gdLst/>
            <a:ahLst/>
            <a:rect l="0" t="0" r="r" b="b"/>
            <a:pathLst>
              <a:path w="10" h="12">
                <a:moveTo>
                  <a:pt x="7" y="6"/>
                </a:move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3" y="9"/>
                </a:lnTo>
                <a:lnTo>
                  <a:pt x="3" y="10"/>
                </a:lnTo>
                <a:lnTo>
                  <a:pt x="3" y="11"/>
                </a:lnTo>
                <a:lnTo>
                  <a:pt x="2" y="11"/>
                </a:lnTo>
                <a:lnTo>
                  <a:pt x="1" y="12"/>
                </a:lnTo>
                <a:lnTo>
                  <a:pt x="1" y="11"/>
                </a:lnTo>
                <a:lnTo>
                  <a:pt x="2" y="9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10" y="1"/>
                </a:lnTo>
                <a:lnTo>
                  <a:pt x="10" y="2"/>
                </a:lnTo>
                <a:lnTo>
                  <a:pt x="9" y="3"/>
                </a:lnTo>
                <a:lnTo>
                  <a:pt x="8" y="5"/>
                </a:lnTo>
                <a:lnTo>
                  <a:pt x="7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5" name=""/>
          <p:cNvSpPr/>
          <p:nvPr/>
        </p:nvSpPr>
        <p:spPr>
          <a:xfrm>
            <a:off x="7931520" y="26643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6" name=""/>
          <p:cNvSpPr/>
          <p:nvPr/>
        </p:nvSpPr>
        <p:spPr>
          <a:xfrm>
            <a:off x="7931520" y="2663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800" rIns="21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7" name=""/>
          <p:cNvSpPr/>
          <p:nvPr/>
        </p:nvSpPr>
        <p:spPr>
          <a:xfrm>
            <a:off x="5722920" y="253440"/>
            <a:ext cx="3198600" cy="2527920"/>
          </a:xfrm>
          <a:custGeom>
            <a:avLst/>
            <a:gdLst/>
            <a:ahLst/>
            <a:rect l="0" t="0" r="r" b="b"/>
            <a:pathLst>
              <a:path w="8885" h="7022">
                <a:moveTo>
                  <a:pt x="7170" y="0"/>
                </a:moveTo>
                <a:lnTo>
                  <a:pt x="7171" y="0"/>
                </a:lnTo>
                <a:lnTo>
                  <a:pt x="7172" y="0"/>
                </a:lnTo>
                <a:lnTo>
                  <a:pt x="7172" y="1"/>
                </a:lnTo>
                <a:lnTo>
                  <a:pt x="7173" y="1"/>
                </a:lnTo>
                <a:lnTo>
                  <a:pt x="7174" y="1"/>
                </a:lnTo>
                <a:lnTo>
                  <a:pt x="7175" y="1"/>
                </a:lnTo>
                <a:lnTo>
                  <a:pt x="7176" y="1"/>
                </a:lnTo>
                <a:lnTo>
                  <a:pt x="7176" y="2"/>
                </a:lnTo>
                <a:lnTo>
                  <a:pt x="7176" y="3"/>
                </a:lnTo>
                <a:lnTo>
                  <a:pt x="7177" y="3"/>
                </a:lnTo>
                <a:lnTo>
                  <a:pt x="7177" y="4"/>
                </a:lnTo>
                <a:lnTo>
                  <a:pt x="7178" y="4"/>
                </a:lnTo>
                <a:lnTo>
                  <a:pt x="7178" y="5"/>
                </a:lnTo>
                <a:lnTo>
                  <a:pt x="7179" y="6"/>
                </a:lnTo>
                <a:lnTo>
                  <a:pt x="7180" y="7"/>
                </a:lnTo>
                <a:lnTo>
                  <a:pt x="7180" y="8"/>
                </a:lnTo>
                <a:lnTo>
                  <a:pt x="7181" y="8"/>
                </a:lnTo>
                <a:lnTo>
                  <a:pt x="7182" y="8"/>
                </a:lnTo>
                <a:lnTo>
                  <a:pt x="7182" y="9"/>
                </a:lnTo>
                <a:lnTo>
                  <a:pt x="7183" y="9"/>
                </a:lnTo>
                <a:lnTo>
                  <a:pt x="7184" y="8"/>
                </a:lnTo>
                <a:lnTo>
                  <a:pt x="7185" y="8"/>
                </a:lnTo>
                <a:lnTo>
                  <a:pt x="7185" y="7"/>
                </a:lnTo>
                <a:lnTo>
                  <a:pt x="7186" y="7"/>
                </a:lnTo>
                <a:lnTo>
                  <a:pt x="7187" y="7"/>
                </a:lnTo>
                <a:lnTo>
                  <a:pt x="7188" y="7"/>
                </a:lnTo>
                <a:lnTo>
                  <a:pt x="7188" y="6"/>
                </a:lnTo>
                <a:lnTo>
                  <a:pt x="7189" y="6"/>
                </a:lnTo>
                <a:lnTo>
                  <a:pt x="7189" y="7"/>
                </a:lnTo>
                <a:lnTo>
                  <a:pt x="7190" y="7"/>
                </a:lnTo>
                <a:lnTo>
                  <a:pt x="7191" y="7"/>
                </a:lnTo>
                <a:lnTo>
                  <a:pt x="7193" y="7"/>
                </a:lnTo>
                <a:lnTo>
                  <a:pt x="7194" y="7"/>
                </a:lnTo>
                <a:lnTo>
                  <a:pt x="7196" y="7"/>
                </a:lnTo>
                <a:lnTo>
                  <a:pt x="7197" y="7"/>
                </a:lnTo>
                <a:lnTo>
                  <a:pt x="7198" y="7"/>
                </a:lnTo>
                <a:lnTo>
                  <a:pt x="7199" y="6"/>
                </a:lnTo>
                <a:lnTo>
                  <a:pt x="7200" y="6"/>
                </a:lnTo>
                <a:lnTo>
                  <a:pt x="7201" y="6"/>
                </a:lnTo>
                <a:lnTo>
                  <a:pt x="7202" y="6"/>
                </a:lnTo>
                <a:lnTo>
                  <a:pt x="7203" y="6"/>
                </a:lnTo>
                <a:lnTo>
                  <a:pt x="7206" y="7"/>
                </a:lnTo>
                <a:lnTo>
                  <a:pt x="7208" y="8"/>
                </a:lnTo>
                <a:lnTo>
                  <a:pt x="7210" y="9"/>
                </a:lnTo>
                <a:lnTo>
                  <a:pt x="7214" y="11"/>
                </a:lnTo>
                <a:lnTo>
                  <a:pt x="7217" y="13"/>
                </a:lnTo>
                <a:lnTo>
                  <a:pt x="7218" y="13"/>
                </a:lnTo>
                <a:lnTo>
                  <a:pt x="7222" y="16"/>
                </a:lnTo>
                <a:lnTo>
                  <a:pt x="7222" y="17"/>
                </a:lnTo>
                <a:lnTo>
                  <a:pt x="7223" y="17"/>
                </a:lnTo>
                <a:lnTo>
                  <a:pt x="7223" y="18"/>
                </a:lnTo>
                <a:lnTo>
                  <a:pt x="7223" y="19"/>
                </a:lnTo>
                <a:lnTo>
                  <a:pt x="7224" y="19"/>
                </a:lnTo>
                <a:lnTo>
                  <a:pt x="7224" y="20"/>
                </a:lnTo>
                <a:lnTo>
                  <a:pt x="7225" y="20"/>
                </a:lnTo>
                <a:lnTo>
                  <a:pt x="7226" y="20"/>
                </a:lnTo>
                <a:lnTo>
                  <a:pt x="7227" y="20"/>
                </a:lnTo>
                <a:lnTo>
                  <a:pt x="7227" y="19"/>
                </a:lnTo>
                <a:lnTo>
                  <a:pt x="7228" y="19"/>
                </a:lnTo>
                <a:lnTo>
                  <a:pt x="7228" y="18"/>
                </a:lnTo>
                <a:lnTo>
                  <a:pt x="7229" y="18"/>
                </a:lnTo>
                <a:lnTo>
                  <a:pt x="7230" y="18"/>
                </a:lnTo>
                <a:lnTo>
                  <a:pt x="7231" y="18"/>
                </a:lnTo>
                <a:lnTo>
                  <a:pt x="7232" y="19"/>
                </a:lnTo>
                <a:lnTo>
                  <a:pt x="7233" y="20"/>
                </a:lnTo>
                <a:lnTo>
                  <a:pt x="7233" y="21"/>
                </a:lnTo>
                <a:lnTo>
                  <a:pt x="7233" y="22"/>
                </a:lnTo>
                <a:lnTo>
                  <a:pt x="7234" y="22"/>
                </a:lnTo>
                <a:lnTo>
                  <a:pt x="7234" y="23"/>
                </a:lnTo>
                <a:lnTo>
                  <a:pt x="7235" y="23"/>
                </a:lnTo>
                <a:lnTo>
                  <a:pt x="7236" y="23"/>
                </a:lnTo>
                <a:lnTo>
                  <a:pt x="7236" y="24"/>
                </a:lnTo>
                <a:lnTo>
                  <a:pt x="7237" y="24"/>
                </a:lnTo>
                <a:lnTo>
                  <a:pt x="7237" y="25"/>
                </a:lnTo>
                <a:lnTo>
                  <a:pt x="7237" y="26"/>
                </a:lnTo>
                <a:lnTo>
                  <a:pt x="7238" y="26"/>
                </a:lnTo>
                <a:lnTo>
                  <a:pt x="7238" y="27"/>
                </a:lnTo>
                <a:lnTo>
                  <a:pt x="7239" y="27"/>
                </a:lnTo>
                <a:lnTo>
                  <a:pt x="7240" y="27"/>
                </a:lnTo>
                <a:lnTo>
                  <a:pt x="7241" y="27"/>
                </a:lnTo>
                <a:lnTo>
                  <a:pt x="7241" y="26"/>
                </a:lnTo>
                <a:lnTo>
                  <a:pt x="7243" y="25"/>
                </a:lnTo>
                <a:lnTo>
                  <a:pt x="7243" y="24"/>
                </a:lnTo>
                <a:lnTo>
                  <a:pt x="7244" y="24"/>
                </a:lnTo>
                <a:lnTo>
                  <a:pt x="7244" y="23"/>
                </a:lnTo>
                <a:lnTo>
                  <a:pt x="7244" y="22"/>
                </a:lnTo>
                <a:lnTo>
                  <a:pt x="7245" y="21"/>
                </a:lnTo>
                <a:lnTo>
                  <a:pt x="7246" y="21"/>
                </a:lnTo>
                <a:lnTo>
                  <a:pt x="7247" y="21"/>
                </a:lnTo>
                <a:lnTo>
                  <a:pt x="7248" y="20"/>
                </a:lnTo>
                <a:lnTo>
                  <a:pt x="7250" y="19"/>
                </a:lnTo>
                <a:lnTo>
                  <a:pt x="7251" y="18"/>
                </a:lnTo>
                <a:lnTo>
                  <a:pt x="7252" y="18"/>
                </a:lnTo>
                <a:lnTo>
                  <a:pt x="7253" y="18"/>
                </a:lnTo>
                <a:lnTo>
                  <a:pt x="7254" y="18"/>
                </a:lnTo>
                <a:lnTo>
                  <a:pt x="7255" y="18"/>
                </a:lnTo>
                <a:lnTo>
                  <a:pt x="7255" y="19"/>
                </a:lnTo>
                <a:lnTo>
                  <a:pt x="7256" y="20"/>
                </a:lnTo>
                <a:lnTo>
                  <a:pt x="7257" y="21"/>
                </a:lnTo>
                <a:lnTo>
                  <a:pt x="7258" y="21"/>
                </a:lnTo>
                <a:lnTo>
                  <a:pt x="7258" y="22"/>
                </a:lnTo>
                <a:lnTo>
                  <a:pt x="7259" y="22"/>
                </a:lnTo>
                <a:lnTo>
                  <a:pt x="7260" y="23"/>
                </a:lnTo>
                <a:lnTo>
                  <a:pt x="7261" y="24"/>
                </a:lnTo>
                <a:lnTo>
                  <a:pt x="7262" y="24"/>
                </a:lnTo>
                <a:lnTo>
                  <a:pt x="7263" y="24"/>
                </a:lnTo>
                <a:lnTo>
                  <a:pt x="7264" y="24"/>
                </a:lnTo>
                <a:lnTo>
                  <a:pt x="7265" y="25"/>
                </a:lnTo>
                <a:lnTo>
                  <a:pt x="7266" y="26"/>
                </a:lnTo>
                <a:lnTo>
                  <a:pt x="7267" y="28"/>
                </a:lnTo>
                <a:lnTo>
                  <a:pt x="7268" y="29"/>
                </a:lnTo>
                <a:lnTo>
                  <a:pt x="7269" y="30"/>
                </a:lnTo>
                <a:lnTo>
                  <a:pt x="7269" y="31"/>
                </a:lnTo>
                <a:lnTo>
                  <a:pt x="7270" y="32"/>
                </a:lnTo>
                <a:lnTo>
                  <a:pt x="7270" y="33"/>
                </a:lnTo>
                <a:lnTo>
                  <a:pt x="7271" y="33"/>
                </a:lnTo>
                <a:lnTo>
                  <a:pt x="7271" y="34"/>
                </a:lnTo>
                <a:lnTo>
                  <a:pt x="7272" y="34"/>
                </a:lnTo>
                <a:lnTo>
                  <a:pt x="7272" y="35"/>
                </a:lnTo>
                <a:lnTo>
                  <a:pt x="7273" y="36"/>
                </a:lnTo>
                <a:lnTo>
                  <a:pt x="7274" y="37"/>
                </a:lnTo>
                <a:lnTo>
                  <a:pt x="7274" y="38"/>
                </a:lnTo>
                <a:lnTo>
                  <a:pt x="7275" y="39"/>
                </a:lnTo>
                <a:lnTo>
                  <a:pt x="7276" y="39"/>
                </a:lnTo>
                <a:lnTo>
                  <a:pt x="7277" y="39"/>
                </a:lnTo>
                <a:lnTo>
                  <a:pt x="7279" y="39"/>
                </a:lnTo>
                <a:lnTo>
                  <a:pt x="7280" y="39"/>
                </a:lnTo>
                <a:lnTo>
                  <a:pt x="7282" y="41"/>
                </a:lnTo>
                <a:lnTo>
                  <a:pt x="7283" y="42"/>
                </a:lnTo>
                <a:lnTo>
                  <a:pt x="7283" y="43"/>
                </a:lnTo>
                <a:lnTo>
                  <a:pt x="7283" y="44"/>
                </a:lnTo>
                <a:lnTo>
                  <a:pt x="7284" y="44"/>
                </a:lnTo>
                <a:lnTo>
                  <a:pt x="7285" y="44"/>
                </a:lnTo>
                <a:lnTo>
                  <a:pt x="7286" y="44"/>
                </a:lnTo>
                <a:lnTo>
                  <a:pt x="7287" y="44"/>
                </a:lnTo>
                <a:lnTo>
                  <a:pt x="7287" y="43"/>
                </a:lnTo>
                <a:lnTo>
                  <a:pt x="7289" y="44"/>
                </a:lnTo>
                <a:lnTo>
                  <a:pt x="7290" y="44"/>
                </a:lnTo>
                <a:lnTo>
                  <a:pt x="7292" y="45"/>
                </a:lnTo>
                <a:lnTo>
                  <a:pt x="7293" y="45"/>
                </a:lnTo>
                <a:lnTo>
                  <a:pt x="7294" y="45"/>
                </a:lnTo>
                <a:lnTo>
                  <a:pt x="7295" y="45"/>
                </a:lnTo>
                <a:lnTo>
                  <a:pt x="7296" y="45"/>
                </a:lnTo>
                <a:lnTo>
                  <a:pt x="7297" y="45"/>
                </a:lnTo>
                <a:lnTo>
                  <a:pt x="7298" y="45"/>
                </a:lnTo>
                <a:lnTo>
                  <a:pt x="7302" y="43"/>
                </a:lnTo>
                <a:lnTo>
                  <a:pt x="7304" y="42"/>
                </a:lnTo>
                <a:lnTo>
                  <a:pt x="7305" y="42"/>
                </a:lnTo>
                <a:lnTo>
                  <a:pt x="7306" y="42"/>
                </a:lnTo>
                <a:lnTo>
                  <a:pt x="7307" y="42"/>
                </a:lnTo>
                <a:lnTo>
                  <a:pt x="7308" y="41"/>
                </a:lnTo>
                <a:lnTo>
                  <a:pt x="7309" y="41"/>
                </a:lnTo>
                <a:lnTo>
                  <a:pt x="7310" y="41"/>
                </a:lnTo>
                <a:lnTo>
                  <a:pt x="7312" y="41"/>
                </a:lnTo>
                <a:lnTo>
                  <a:pt x="7313" y="41"/>
                </a:lnTo>
                <a:lnTo>
                  <a:pt x="7315" y="41"/>
                </a:lnTo>
                <a:lnTo>
                  <a:pt x="7316" y="42"/>
                </a:lnTo>
                <a:lnTo>
                  <a:pt x="7317" y="42"/>
                </a:lnTo>
                <a:lnTo>
                  <a:pt x="7319" y="42"/>
                </a:lnTo>
                <a:lnTo>
                  <a:pt x="7320" y="42"/>
                </a:lnTo>
                <a:lnTo>
                  <a:pt x="7321" y="43"/>
                </a:lnTo>
                <a:lnTo>
                  <a:pt x="7321" y="44"/>
                </a:lnTo>
                <a:lnTo>
                  <a:pt x="7321" y="46"/>
                </a:lnTo>
                <a:lnTo>
                  <a:pt x="7321" y="47"/>
                </a:lnTo>
                <a:lnTo>
                  <a:pt x="7320" y="47"/>
                </a:lnTo>
                <a:lnTo>
                  <a:pt x="7320" y="48"/>
                </a:lnTo>
                <a:lnTo>
                  <a:pt x="7321" y="49"/>
                </a:lnTo>
                <a:lnTo>
                  <a:pt x="7322" y="50"/>
                </a:lnTo>
                <a:lnTo>
                  <a:pt x="7324" y="51"/>
                </a:lnTo>
                <a:lnTo>
                  <a:pt x="7325" y="51"/>
                </a:lnTo>
                <a:lnTo>
                  <a:pt x="7326" y="51"/>
                </a:lnTo>
                <a:lnTo>
                  <a:pt x="7327" y="51"/>
                </a:lnTo>
                <a:lnTo>
                  <a:pt x="7330" y="51"/>
                </a:lnTo>
                <a:lnTo>
                  <a:pt x="7332" y="50"/>
                </a:lnTo>
                <a:lnTo>
                  <a:pt x="7333" y="50"/>
                </a:lnTo>
                <a:lnTo>
                  <a:pt x="7333" y="49"/>
                </a:lnTo>
                <a:lnTo>
                  <a:pt x="7334" y="49"/>
                </a:lnTo>
                <a:lnTo>
                  <a:pt x="7335" y="49"/>
                </a:lnTo>
                <a:lnTo>
                  <a:pt x="7335" y="48"/>
                </a:lnTo>
                <a:lnTo>
                  <a:pt x="7336" y="48"/>
                </a:lnTo>
                <a:lnTo>
                  <a:pt x="7337" y="49"/>
                </a:lnTo>
                <a:lnTo>
                  <a:pt x="7338" y="51"/>
                </a:lnTo>
                <a:lnTo>
                  <a:pt x="7340" y="54"/>
                </a:lnTo>
                <a:lnTo>
                  <a:pt x="7340" y="55"/>
                </a:lnTo>
                <a:lnTo>
                  <a:pt x="7341" y="55"/>
                </a:lnTo>
                <a:lnTo>
                  <a:pt x="7341" y="56"/>
                </a:lnTo>
                <a:lnTo>
                  <a:pt x="7342" y="56"/>
                </a:lnTo>
                <a:lnTo>
                  <a:pt x="7342" y="57"/>
                </a:lnTo>
                <a:lnTo>
                  <a:pt x="7343" y="57"/>
                </a:lnTo>
                <a:lnTo>
                  <a:pt x="7344" y="56"/>
                </a:lnTo>
                <a:lnTo>
                  <a:pt x="7345" y="56"/>
                </a:lnTo>
                <a:lnTo>
                  <a:pt x="7346" y="55"/>
                </a:lnTo>
                <a:lnTo>
                  <a:pt x="7346" y="54"/>
                </a:lnTo>
                <a:lnTo>
                  <a:pt x="7346" y="52"/>
                </a:lnTo>
                <a:lnTo>
                  <a:pt x="7346" y="51"/>
                </a:lnTo>
                <a:lnTo>
                  <a:pt x="7346" y="50"/>
                </a:lnTo>
                <a:lnTo>
                  <a:pt x="7345" y="50"/>
                </a:lnTo>
                <a:lnTo>
                  <a:pt x="7345" y="49"/>
                </a:lnTo>
                <a:lnTo>
                  <a:pt x="7345" y="48"/>
                </a:lnTo>
                <a:lnTo>
                  <a:pt x="7344" y="48"/>
                </a:lnTo>
                <a:lnTo>
                  <a:pt x="7343" y="47"/>
                </a:lnTo>
                <a:lnTo>
                  <a:pt x="7342" y="46"/>
                </a:lnTo>
                <a:lnTo>
                  <a:pt x="7342" y="45"/>
                </a:lnTo>
                <a:lnTo>
                  <a:pt x="7342" y="44"/>
                </a:lnTo>
                <a:lnTo>
                  <a:pt x="7342" y="43"/>
                </a:lnTo>
                <a:lnTo>
                  <a:pt x="7343" y="42"/>
                </a:lnTo>
                <a:lnTo>
                  <a:pt x="7345" y="40"/>
                </a:lnTo>
                <a:lnTo>
                  <a:pt x="7348" y="38"/>
                </a:lnTo>
                <a:lnTo>
                  <a:pt x="7349" y="38"/>
                </a:lnTo>
                <a:lnTo>
                  <a:pt x="7349" y="37"/>
                </a:lnTo>
                <a:lnTo>
                  <a:pt x="7350" y="37"/>
                </a:lnTo>
                <a:lnTo>
                  <a:pt x="7351" y="36"/>
                </a:lnTo>
                <a:lnTo>
                  <a:pt x="7352" y="36"/>
                </a:lnTo>
                <a:lnTo>
                  <a:pt x="7352" y="35"/>
                </a:lnTo>
                <a:lnTo>
                  <a:pt x="7354" y="34"/>
                </a:lnTo>
                <a:lnTo>
                  <a:pt x="7356" y="34"/>
                </a:lnTo>
                <a:lnTo>
                  <a:pt x="7357" y="33"/>
                </a:lnTo>
                <a:lnTo>
                  <a:pt x="7358" y="33"/>
                </a:lnTo>
                <a:lnTo>
                  <a:pt x="7359" y="32"/>
                </a:lnTo>
                <a:lnTo>
                  <a:pt x="7360" y="32"/>
                </a:lnTo>
                <a:lnTo>
                  <a:pt x="7361" y="32"/>
                </a:lnTo>
                <a:lnTo>
                  <a:pt x="7362" y="32"/>
                </a:lnTo>
                <a:lnTo>
                  <a:pt x="7364" y="31"/>
                </a:lnTo>
                <a:lnTo>
                  <a:pt x="7369" y="30"/>
                </a:lnTo>
                <a:lnTo>
                  <a:pt x="7371" y="30"/>
                </a:lnTo>
                <a:lnTo>
                  <a:pt x="7372" y="29"/>
                </a:lnTo>
                <a:lnTo>
                  <a:pt x="7373" y="29"/>
                </a:lnTo>
                <a:lnTo>
                  <a:pt x="7374" y="29"/>
                </a:lnTo>
                <a:lnTo>
                  <a:pt x="7375" y="29"/>
                </a:lnTo>
                <a:lnTo>
                  <a:pt x="7376" y="29"/>
                </a:lnTo>
                <a:lnTo>
                  <a:pt x="7376" y="30"/>
                </a:lnTo>
                <a:lnTo>
                  <a:pt x="7377" y="29"/>
                </a:lnTo>
                <a:lnTo>
                  <a:pt x="7379" y="29"/>
                </a:lnTo>
                <a:lnTo>
                  <a:pt x="7382" y="30"/>
                </a:lnTo>
                <a:lnTo>
                  <a:pt x="7383" y="31"/>
                </a:lnTo>
                <a:lnTo>
                  <a:pt x="7384" y="31"/>
                </a:lnTo>
                <a:lnTo>
                  <a:pt x="7386" y="31"/>
                </a:lnTo>
                <a:lnTo>
                  <a:pt x="7391" y="34"/>
                </a:lnTo>
                <a:lnTo>
                  <a:pt x="7392" y="35"/>
                </a:lnTo>
                <a:lnTo>
                  <a:pt x="7393" y="35"/>
                </a:lnTo>
                <a:lnTo>
                  <a:pt x="7394" y="35"/>
                </a:lnTo>
                <a:lnTo>
                  <a:pt x="7394" y="36"/>
                </a:lnTo>
                <a:lnTo>
                  <a:pt x="7395" y="36"/>
                </a:lnTo>
                <a:lnTo>
                  <a:pt x="7396" y="36"/>
                </a:lnTo>
                <a:lnTo>
                  <a:pt x="7397" y="36"/>
                </a:lnTo>
                <a:lnTo>
                  <a:pt x="7398" y="36"/>
                </a:lnTo>
                <a:lnTo>
                  <a:pt x="7399" y="36"/>
                </a:lnTo>
                <a:lnTo>
                  <a:pt x="7400" y="37"/>
                </a:lnTo>
                <a:lnTo>
                  <a:pt x="7402" y="37"/>
                </a:lnTo>
                <a:lnTo>
                  <a:pt x="7403" y="37"/>
                </a:lnTo>
                <a:lnTo>
                  <a:pt x="7405" y="37"/>
                </a:lnTo>
                <a:lnTo>
                  <a:pt x="7406" y="37"/>
                </a:lnTo>
                <a:lnTo>
                  <a:pt x="7407" y="37"/>
                </a:lnTo>
                <a:lnTo>
                  <a:pt x="7409" y="38"/>
                </a:lnTo>
                <a:lnTo>
                  <a:pt x="7410" y="38"/>
                </a:lnTo>
                <a:lnTo>
                  <a:pt x="7411" y="39"/>
                </a:lnTo>
                <a:lnTo>
                  <a:pt x="7412" y="39"/>
                </a:lnTo>
                <a:lnTo>
                  <a:pt x="7413" y="39"/>
                </a:lnTo>
                <a:lnTo>
                  <a:pt x="7413" y="40"/>
                </a:lnTo>
                <a:lnTo>
                  <a:pt x="7415" y="40"/>
                </a:lnTo>
                <a:lnTo>
                  <a:pt x="7417" y="40"/>
                </a:lnTo>
                <a:lnTo>
                  <a:pt x="7418" y="40"/>
                </a:lnTo>
                <a:lnTo>
                  <a:pt x="7419" y="40"/>
                </a:lnTo>
                <a:lnTo>
                  <a:pt x="7420" y="40"/>
                </a:lnTo>
                <a:lnTo>
                  <a:pt x="7421" y="41"/>
                </a:lnTo>
                <a:lnTo>
                  <a:pt x="7422" y="41"/>
                </a:lnTo>
                <a:lnTo>
                  <a:pt x="7422" y="42"/>
                </a:lnTo>
                <a:lnTo>
                  <a:pt x="7422" y="43"/>
                </a:lnTo>
                <a:lnTo>
                  <a:pt x="7422" y="44"/>
                </a:lnTo>
                <a:lnTo>
                  <a:pt x="7422" y="45"/>
                </a:lnTo>
                <a:lnTo>
                  <a:pt x="7422" y="46"/>
                </a:lnTo>
                <a:lnTo>
                  <a:pt x="7423" y="47"/>
                </a:lnTo>
                <a:lnTo>
                  <a:pt x="7423" y="48"/>
                </a:lnTo>
                <a:lnTo>
                  <a:pt x="7424" y="49"/>
                </a:lnTo>
                <a:lnTo>
                  <a:pt x="7425" y="49"/>
                </a:lnTo>
                <a:lnTo>
                  <a:pt x="7426" y="49"/>
                </a:lnTo>
                <a:lnTo>
                  <a:pt x="7427" y="48"/>
                </a:lnTo>
                <a:lnTo>
                  <a:pt x="7428" y="47"/>
                </a:lnTo>
                <a:lnTo>
                  <a:pt x="7429" y="47"/>
                </a:lnTo>
                <a:lnTo>
                  <a:pt x="7429" y="46"/>
                </a:lnTo>
                <a:lnTo>
                  <a:pt x="7430" y="45"/>
                </a:lnTo>
                <a:lnTo>
                  <a:pt x="7430" y="44"/>
                </a:lnTo>
                <a:lnTo>
                  <a:pt x="7431" y="43"/>
                </a:lnTo>
                <a:lnTo>
                  <a:pt x="7433" y="41"/>
                </a:lnTo>
                <a:lnTo>
                  <a:pt x="7434" y="41"/>
                </a:lnTo>
                <a:lnTo>
                  <a:pt x="7435" y="41"/>
                </a:lnTo>
                <a:lnTo>
                  <a:pt x="7436" y="40"/>
                </a:lnTo>
                <a:lnTo>
                  <a:pt x="7437" y="41"/>
                </a:lnTo>
                <a:lnTo>
                  <a:pt x="7438" y="41"/>
                </a:lnTo>
                <a:lnTo>
                  <a:pt x="7438" y="42"/>
                </a:lnTo>
                <a:lnTo>
                  <a:pt x="7439" y="42"/>
                </a:lnTo>
                <a:lnTo>
                  <a:pt x="7439" y="43"/>
                </a:lnTo>
                <a:lnTo>
                  <a:pt x="7440" y="43"/>
                </a:lnTo>
                <a:lnTo>
                  <a:pt x="7440" y="44"/>
                </a:lnTo>
                <a:lnTo>
                  <a:pt x="7441" y="45"/>
                </a:lnTo>
                <a:lnTo>
                  <a:pt x="7441" y="47"/>
                </a:lnTo>
                <a:lnTo>
                  <a:pt x="7441" y="48"/>
                </a:lnTo>
                <a:lnTo>
                  <a:pt x="7442" y="49"/>
                </a:lnTo>
                <a:lnTo>
                  <a:pt x="7443" y="49"/>
                </a:lnTo>
                <a:lnTo>
                  <a:pt x="7444" y="50"/>
                </a:lnTo>
                <a:lnTo>
                  <a:pt x="7446" y="51"/>
                </a:lnTo>
                <a:lnTo>
                  <a:pt x="7447" y="52"/>
                </a:lnTo>
                <a:lnTo>
                  <a:pt x="7448" y="53"/>
                </a:lnTo>
                <a:lnTo>
                  <a:pt x="7448" y="54"/>
                </a:lnTo>
                <a:lnTo>
                  <a:pt x="7449" y="54"/>
                </a:lnTo>
                <a:lnTo>
                  <a:pt x="7450" y="54"/>
                </a:lnTo>
                <a:lnTo>
                  <a:pt x="7451" y="54"/>
                </a:lnTo>
                <a:lnTo>
                  <a:pt x="7453" y="54"/>
                </a:lnTo>
                <a:lnTo>
                  <a:pt x="7454" y="54"/>
                </a:lnTo>
                <a:lnTo>
                  <a:pt x="7455" y="54"/>
                </a:lnTo>
                <a:lnTo>
                  <a:pt x="7456" y="55"/>
                </a:lnTo>
                <a:lnTo>
                  <a:pt x="7457" y="55"/>
                </a:lnTo>
                <a:lnTo>
                  <a:pt x="7457" y="56"/>
                </a:lnTo>
                <a:lnTo>
                  <a:pt x="7457" y="57"/>
                </a:lnTo>
                <a:lnTo>
                  <a:pt x="7456" y="58"/>
                </a:lnTo>
                <a:lnTo>
                  <a:pt x="7455" y="58"/>
                </a:lnTo>
                <a:lnTo>
                  <a:pt x="7455" y="59"/>
                </a:lnTo>
                <a:lnTo>
                  <a:pt x="7455" y="60"/>
                </a:lnTo>
                <a:lnTo>
                  <a:pt x="7455" y="61"/>
                </a:lnTo>
                <a:lnTo>
                  <a:pt x="7456" y="62"/>
                </a:lnTo>
                <a:lnTo>
                  <a:pt x="7456" y="63"/>
                </a:lnTo>
                <a:lnTo>
                  <a:pt x="7457" y="64"/>
                </a:lnTo>
                <a:lnTo>
                  <a:pt x="7457" y="65"/>
                </a:lnTo>
                <a:lnTo>
                  <a:pt x="7456" y="65"/>
                </a:lnTo>
                <a:lnTo>
                  <a:pt x="7456" y="66"/>
                </a:lnTo>
                <a:lnTo>
                  <a:pt x="7455" y="66"/>
                </a:lnTo>
                <a:lnTo>
                  <a:pt x="7455" y="67"/>
                </a:lnTo>
                <a:lnTo>
                  <a:pt x="7453" y="68"/>
                </a:lnTo>
                <a:lnTo>
                  <a:pt x="7452" y="68"/>
                </a:lnTo>
                <a:lnTo>
                  <a:pt x="7451" y="68"/>
                </a:lnTo>
                <a:lnTo>
                  <a:pt x="7450" y="70"/>
                </a:lnTo>
                <a:lnTo>
                  <a:pt x="7449" y="70"/>
                </a:lnTo>
                <a:lnTo>
                  <a:pt x="7449" y="71"/>
                </a:lnTo>
                <a:lnTo>
                  <a:pt x="7449" y="72"/>
                </a:lnTo>
                <a:lnTo>
                  <a:pt x="7449" y="73"/>
                </a:lnTo>
                <a:lnTo>
                  <a:pt x="7450" y="75"/>
                </a:lnTo>
                <a:lnTo>
                  <a:pt x="7451" y="78"/>
                </a:lnTo>
                <a:lnTo>
                  <a:pt x="7451" y="79"/>
                </a:lnTo>
                <a:lnTo>
                  <a:pt x="7451" y="80"/>
                </a:lnTo>
                <a:lnTo>
                  <a:pt x="7451" y="81"/>
                </a:lnTo>
                <a:lnTo>
                  <a:pt x="7452" y="81"/>
                </a:lnTo>
                <a:lnTo>
                  <a:pt x="7452" y="82"/>
                </a:lnTo>
                <a:lnTo>
                  <a:pt x="7453" y="82"/>
                </a:lnTo>
                <a:lnTo>
                  <a:pt x="7454" y="82"/>
                </a:lnTo>
                <a:lnTo>
                  <a:pt x="7454" y="81"/>
                </a:lnTo>
                <a:lnTo>
                  <a:pt x="7455" y="80"/>
                </a:lnTo>
                <a:lnTo>
                  <a:pt x="7456" y="79"/>
                </a:lnTo>
                <a:lnTo>
                  <a:pt x="7456" y="78"/>
                </a:lnTo>
                <a:lnTo>
                  <a:pt x="7457" y="78"/>
                </a:lnTo>
                <a:lnTo>
                  <a:pt x="7457" y="77"/>
                </a:lnTo>
                <a:lnTo>
                  <a:pt x="7458" y="77"/>
                </a:lnTo>
                <a:lnTo>
                  <a:pt x="7459" y="76"/>
                </a:lnTo>
                <a:lnTo>
                  <a:pt x="7461" y="76"/>
                </a:lnTo>
                <a:lnTo>
                  <a:pt x="7462" y="75"/>
                </a:lnTo>
                <a:lnTo>
                  <a:pt x="7463" y="74"/>
                </a:lnTo>
                <a:lnTo>
                  <a:pt x="7463" y="73"/>
                </a:lnTo>
                <a:lnTo>
                  <a:pt x="7463" y="72"/>
                </a:lnTo>
                <a:lnTo>
                  <a:pt x="7464" y="72"/>
                </a:lnTo>
                <a:lnTo>
                  <a:pt x="7468" y="72"/>
                </a:lnTo>
                <a:lnTo>
                  <a:pt x="7468" y="71"/>
                </a:lnTo>
                <a:lnTo>
                  <a:pt x="7469" y="71"/>
                </a:lnTo>
                <a:lnTo>
                  <a:pt x="7470" y="71"/>
                </a:lnTo>
                <a:lnTo>
                  <a:pt x="7472" y="71"/>
                </a:lnTo>
                <a:lnTo>
                  <a:pt x="7473" y="71"/>
                </a:lnTo>
                <a:lnTo>
                  <a:pt x="7474" y="71"/>
                </a:lnTo>
                <a:lnTo>
                  <a:pt x="7474" y="72"/>
                </a:lnTo>
                <a:lnTo>
                  <a:pt x="7474" y="73"/>
                </a:lnTo>
                <a:lnTo>
                  <a:pt x="7474" y="74"/>
                </a:lnTo>
                <a:lnTo>
                  <a:pt x="7474" y="75"/>
                </a:lnTo>
                <a:lnTo>
                  <a:pt x="7474" y="76"/>
                </a:lnTo>
                <a:lnTo>
                  <a:pt x="7475" y="76"/>
                </a:lnTo>
                <a:lnTo>
                  <a:pt x="7476" y="77"/>
                </a:lnTo>
                <a:lnTo>
                  <a:pt x="7477" y="78"/>
                </a:lnTo>
                <a:lnTo>
                  <a:pt x="7478" y="79"/>
                </a:lnTo>
                <a:lnTo>
                  <a:pt x="7479" y="80"/>
                </a:lnTo>
                <a:lnTo>
                  <a:pt x="7480" y="80"/>
                </a:lnTo>
                <a:lnTo>
                  <a:pt x="7481" y="81"/>
                </a:lnTo>
                <a:lnTo>
                  <a:pt x="7482" y="81"/>
                </a:lnTo>
                <a:lnTo>
                  <a:pt x="7482" y="82"/>
                </a:lnTo>
                <a:lnTo>
                  <a:pt x="7483" y="82"/>
                </a:lnTo>
                <a:lnTo>
                  <a:pt x="7484" y="83"/>
                </a:lnTo>
                <a:lnTo>
                  <a:pt x="7486" y="84"/>
                </a:lnTo>
                <a:lnTo>
                  <a:pt x="7486" y="85"/>
                </a:lnTo>
                <a:lnTo>
                  <a:pt x="7487" y="86"/>
                </a:lnTo>
                <a:lnTo>
                  <a:pt x="7487" y="87"/>
                </a:lnTo>
                <a:lnTo>
                  <a:pt x="7487" y="88"/>
                </a:lnTo>
                <a:lnTo>
                  <a:pt x="7488" y="88"/>
                </a:lnTo>
                <a:lnTo>
                  <a:pt x="7488" y="89"/>
                </a:lnTo>
                <a:lnTo>
                  <a:pt x="7489" y="90"/>
                </a:lnTo>
                <a:lnTo>
                  <a:pt x="7490" y="90"/>
                </a:lnTo>
                <a:lnTo>
                  <a:pt x="7491" y="90"/>
                </a:lnTo>
                <a:lnTo>
                  <a:pt x="7491" y="91"/>
                </a:lnTo>
                <a:lnTo>
                  <a:pt x="7492" y="91"/>
                </a:lnTo>
                <a:lnTo>
                  <a:pt x="7492" y="92"/>
                </a:lnTo>
                <a:lnTo>
                  <a:pt x="7493" y="93"/>
                </a:lnTo>
                <a:lnTo>
                  <a:pt x="7494" y="93"/>
                </a:lnTo>
                <a:lnTo>
                  <a:pt x="7494" y="94"/>
                </a:lnTo>
                <a:lnTo>
                  <a:pt x="7495" y="94"/>
                </a:lnTo>
                <a:lnTo>
                  <a:pt x="7496" y="94"/>
                </a:lnTo>
                <a:lnTo>
                  <a:pt x="7496" y="93"/>
                </a:lnTo>
                <a:lnTo>
                  <a:pt x="7497" y="92"/>
                </a:lnTo>
                <a:lnTo>
                  <a:pt x="7497" y="91"/>
                </a:lnTo>
                <a:lnTo>
                  <a:pt x="7497" y="90"/>
                </a:lnTo>
                <a:lnTo>
                  <a:pt x="7498" y="90"/>
                </a:lnTo>
                <a:lnTo>
                  <a:pt x="7498" y="89"/>
                </a:lnTo>
                <a:lnTo>
                  <a:pt x="7498" y="86"/>
                </a:lnTo>
                <a:lnTo>
                  <a:pt x="7499" y="85"/>
                </a:lnTo>
                <a:lnTo>
                  <a:pt x="7500" y="84"/>
                </a:lnTo>
                <a:lnTo>
                  <a:pt x="7501" y="84"/>
                </a:lnTo>
                <a:lnTo>
                  <a:pt x="7502" y="84"/>
                </a:lnTo>
                <a:lnTo>
                  <a:pt x="7506" y="86"/>
                </a:lnTo>
                <a:lnTo>
                  <a:pt x="7509" y="86"/>
                </a:lnTo>
                <a:lnTo>
                  <a:pt x="7509" y="87"/>
                </a:lnTo>
                <a:lnTo>
                  <a:pt x="7511" y="87"/>
                </a:lnTo>
                <a:lnTo>
                  <a:pt x="7511" y="88"/>
                </a:lnTo>
                <a:lnTo>
                  <a:pt x="7512" y="88"/>
                </a:lnTo>
                <a:lnTo>
                  <a:pt x="7512" y="89"/>
                </a:lnTo>
                <a:lnTo>
                  <a:pt x="7512" y="90"/>
                </a:lnTo>
                <a:lnTo>
                  <a:pt x="7511" y="90"/>
                </a:lnTo>
                <a:lnTo>
                  <a:pt x="7511" y="91"/>
                </a:lnTo>
                <a:lnTo>
                  <a:pt x="7510" y="91"/>
                </a:lnTo>
                <a:lnTo>
                  <a:pt x="7509" y="91"/>
                </a:lnTo>
                <a:lnTo>
                  <a:pt x="7508" y="91"/>
                </a:lnTo>
                <a:lnTo>
                  <a:pt x="7506" y="92"/>
                </a:lnTo>
                <a:lnTo>
                  <a:pt x="7505" y="93"/>
                </a:lnTo>
                <a:lnTo>
                  <a:pt x="7504" y="94"/>
                </a:lnTo>
                <a:lnTo>
                  <a:pt x="7504" y="95"/>
                </a:lnTo>
                <a:lnTo>
                  <a:pt x="7504" y="96"/>
                </a:lnTo>
                <a:lnTo>
                  <a:pt x="7506" y="99"/>
                </a:lnTo>
                <a:lnTo>
                  <a:pt x="7507" y="100"/>
                </a:lnTo>
                <a:lnTo>
                  <a:pt x="7508" y="102"/>
                </a:lnTo>
                <a:lnTo>
                  <a:pt x="7509" y="103"/>
                </a:lnTo>
                <a:lnTo>
                  <a:pt x="7509" y="104"/>
                </a:lnTo>
                <a:lnTo>
                  <a:pt x="7509" y="105"/>
                </a:lnTo>
                <a:lnTo>
                  <a:pt x="7509" y="106"/>
                </a:lnTo>
                <a:lnTo>
                  <a:pt x="7508" y="107"/>
                </a:lnTo>
                <a:lnTo>
                  <a:pt x="7504" y="109"/>
                </a:lnTo>
                <a:lnTo>
                  <a:pt x="7502" y="109"/>
                </a:lnTo>
                <a:lnTo>
                  <a:pt x="7501" y="109"/>
                </a:lnTo>
                <a:lnTo>
                  <a:pt x="7500" y="109"/>
                </a:lnTo>
                <a:lnTo>
                  <a:pt x="7500" y="110"/>
                </a:lnTo>
                <a:lnTo>
                  <a:pt x="7499" y="110"/>
                </a:lnTo>
                <a:lnTo>
                  <a:pt x="7499" y="111"/>
                </a:lnTo>
                <a:lnTo>
                  <a:pt x="7498" y="113"/>
                </a:lnTo>
                <a:lnTo>
                  <a:pt x="7498" y="116"/>
                </a:lnTo>
                <a:lnTo>
                  <a:pt x="7498" y="117"/>
                </a:lnTo>
                <a:lnTo>
                  <a:pt x="7499" y="118"/>
                </a:lnTo>
                <a:lnTo>
                  <a:pt x="7499" y="119"/>
                </a:lnTo>
                <a:lnTo>
                  <a:pt x="7500" y="121"/>
                </a:lnTo>
                <a:lnTo>
                  <a:pt x="7501" y="122"/>
                </a:lnTo>
                <a:lnTo>
                  <a:pt x="7502" y="123"/>
                </a:lnTo>
                <a:lnTo>
                  <a:pt x="7503" y="124"/>
                </a:lnTo>
                <a:lnTo>
                  <a:pt x="7504" y="124"/>
                </a:lnTo>
                <a:lnTo>
                  <a:pt x="7504" y="125"/>
                </a:lnTo>
                <a:lnTo>
                  <a:pt x="7505" y="125"/>
                </a:lnTo>
                <a:lnTo>
                  <a:pt x="7507" y="127"/>
                </a:lnTo>
                <a:lnTo>
                  <a:pt x="7508" y="127"/>
                </a:lnTo>
                <a:lnTo>
                  <a:pt x="7509" y="128"/>
                </a:lnTo>
                <a:lnTo>
                  <a:pt x="7510" y="128"/>
                </a:lnTo>
                <a:lnTo>
                  <a:pt x="7510" y="127"/>
                </a:lnTo>
                <a:lnTo>
                  <a:pt x="7511" y="127"/>
                </a:lnTo>
                <a:lnTo>
                  <a:pt x="7511" y="126"/>
                </a:lnTo>
                <a:lnTo>
                  <a:pt x="7512" y="124"/>
                </a:lnTo>
                <a:lnTo>
                  <a:pt x="7512" y="123"/>
                </a:lnTo>
                <a:lnTo>
                  <a:pt x="7512" y="121"/>
                </a:lnTo>
                <a:lnTo>
                  <a:pt x="7513" y="121"/>
                </a:lnTo>
                <a:lnTo>
                  <a:pt x="7516" y="122"/>
                </a:lnTo>
                <a:lnTo>
                  <a:pt x="7518" y="123"/>
                </a:lnTo>
                <a:lnTo>
                  <a:pt x="7519" y="123"/>
                </a:lnTo>
                <a:lnTo>
                  <a:pt x="7520" y="124"/>
                </a:lnTo>
                <a:lnTo>
                  <a:pt x="7522" y="125"/>
                </a:lnTo>
                <a:lnTo>
                  <a:pt x="7528" y="127"/>
                </a:lnTo>
                <a:lnTo>
                  <a:pt x="7528" y="128"/>
                </a:lnTo>
                <a:lnTo>
                  <a:pt x="7530" y="129"/>
                </a:lnTo>
                <a:lnTo>
                  <a:pt x="7532" y="130"/>
                </a:lnTo>
                <a:lnTo>
                  <a:pt x="7532" y="131"/>
                </a:lnTo>
                <a:lnTo>
                  <a:pt x="7533" y="131"/>
                </a:lnTo>
                <a:lnTo>
                  <a:pt x="7533" y="132"/>
                </a:lnTo>
                <a:lnTo>
                  <a:pt x="7534" y="132"/>
                </a:lnTo>
                <a:lnTo>
                  <a:pt x="7534" y="133"/>
                </a:lnTo>
                <a:lnTo>
                  <a:pt x="7533" y="135"/>
                </a:lnTo>
                <a:lnTo>
                  <a:pt x="7533" y="136"/>
                </a:lnTo>
                <a:lnTo>
                  <a:pt x="7533" y="137"/>
                </a:lnTo>
                <a:lnTo>
                  <a:pt x="7533" y="138"/>
                </a:lnTo>
                <a:lnTo>
                  <a:pt x="7533" y="139"/>
                </a:lnTo>
                <a:lnTo>
                  <a:pt x="7533" y="140"/>
                </a:lnTo>
                <a:lnTo>
                  <a:pt x="7533" y="142"/>
                </a:lnTo>
                <a:lnTo>
                  <a:pt x="7533" y="143"/>
                </a:lnTo>
                <a:lnTo>
                  <a:pt x="7534" y="144"/>
                </a:lnTo>
                <a:lnTo>
                  <a:pt x="7535" y="144"/>
                </a:lnTo>
                <a:lnTo>
                  <a:pt x="7536" y="144"/>
                </a:lnTo>
                <a:lnTo>
                  <a:pt x="7537" y="143"/>
                </a:lnTo>
                <a:lnTo>
                  <a:pt x="7538" y="143"/>
                </a:lnTo>
                <a:lnTo>
                  <a:pt x="7538" y="142"/>
                </a:lnTo>
                <a:lnTo>
                  <a:pt x="7539" y="142"/>
                </a:lnTo>
                <a:lnTo>
                  <a:pt x="7540" y="141"/>
                </a:lnTo>
                <a:lnTo>
                  <a:pt x="7541" y="141"/>
                </a:lnTo>
                <a:lnTo>
                  <a:pt x="7542" y="141"/>
                </a:lnTo>
                <a:lnTo>
                  <a:pt x="7543" y="141"/>
                </a:lnTo>
                <a:lnTo>
                  <a:pt x="7544" y="141"/>
                </a:lnTo>
                <a:lnTo>
                  <a:pt x="7544" y="142"/>
                </a:lnTo>
                <a:lnTo>
                  <a:pt x="7545" y="143"/>
                </a:lnTo>
                <a:lnTo>
                  <a:pt x="7546" y="144"/>
                </a:lnTo>
                <a:lnTo>
                  <a:pt x="7548" y="146"/>
                </a:lnTo>
                <a:lnTo>
                  <a:pt x="7549" y="147"/>
                </a:lnTo>
                <a:lnTo>
                  <a:pt x="7550" y="147"/>
                </a:lnTo>
                <a:lnTo>
                  <a:pt x="7551" y="148"/>
                </a:lnTo>
                <a:lnTo>
                  <a:pt x="7553" y="150"/>
                </a:lnTo>
                <a:lnTo>
                  <a:pt x="7554" y="151"/>
                </a:lnTo>
                <a:lnTo>
                  <a:pt x="7556" y="153"/>
                </a:lnTo>
                <a:lnTo>
                  <a:pt x="7558" y="156"/>
                </a:lnTo>
                <a:lnTo>
                  <a:pt x="7558" y="157"/>
                </a:lnTo>
                <a:lnTo>
                  <a:pt x="7558" y="160"/>
                </a:lnTo>
                <a:lnTo>
                  <a:pt x="7558" y="161"/>
                </a:lnTo>
                <a:lnTo>
                  <a:pt x="7558" y="162"/>
                </a:lnTo>
                <a:lnTo>
                  <a:pt x="7557" y="163"/>
                </a:lnTo>
                <a:lnTo>
                  <a:pt x="7556" y="164"/>
                </a:lnTo>
                <a:lnTo>
                  <a:pt x="7555" y="164"/>
                </a:lnTo>
                <a:lnTo>
                  <a:pt x="7555" y="165"/>
                </a:lnTo>
                <a:lnTo>
                  <a:pt x="7555" y="166"/>
                </a:lnTo>
                <a:lnTo>
                  <a:pt x="7555" y="167"/>
                </a:lnTo>
                <a:lnTo>
                  <a:pt x="7556" y="168"/>
                </a:lnTo>
                <a:lnTo>
                  <a:pt x="7556" y="169"/>
                </a:lnTo>
                <a:lnTo>
                  <a:pt x="7556" y="170"/>
                </a:lnTo>
                <a:lnTo>
                  <a:pt x="7557" y="170"/>
                </a:lnTo>
                <a:lnTo>
                  <a:pt x="7558" y="171"/>
                </a:lnTo>
                <a:lnTo>
                  <a:pt x="7559" y="172"/>
                </a:lnTo>
                <a:lnTo>
                  <a:pt x="7560" y="172"/>
                </a:lnTo>
                <a:lnTo>
                  <a:pt x="7561" y="172"/>
                </a:lnTo>
                <a:lnTo>
                  <a:pt x="7562" y="172"/>
                </a:lnTo>
                <a:lnTo>
                  <a:pt x="7563" y="171"/>
                </a:lnTo>
                <a:lnTo>
                  <a:pt x="7565" y="171"/>
                </a:lnTo>
                <a:lnTo>
                  <a:pt x="7566" y="170"/>
                </a:lnTo>
                <a:lnTo>
                  <a:pt x="7567" y="170"/>
                </a:lnTo>
                <a:lnTo>
                  <a:pt x="7570" y="170"/>
                </a:lnTo>
                <a:lnTo>
                  <a:pt x="7571" y="170"/>
                </a:lnTo>
                <a:lnTo>
                  <a:pt x="7572" y="171"/>
                </a:lnTo>
                <a:lnTo>
                  <a:pt x="7572" y="172"/>
                </a:lnTo>
                <a:lnTo>
                  <a:pt x="7572" y="173"/>
                </a:lnTo>
                <a:lnTo>
                  <a:pt x="7572" y="174"/>
                </a:lnTo>
                <a:lnTo>
                  <a:pt x="7571" y="174"/>
                </a:lnTo>
                <a:lnTo>
                  <a:pt x="7570" y="174"/>
                </a:lnTo>
                <a:lnTo>
                  <a:pt x="7569" y="174"/>
                </a:lnTo>
                <a:lnTo>
                  <a:pt x="7568" y="174"/>
                </a:lnTo>
                <a:lnTo>
                  <a:pt x="7568" y="175"/>
                </a:lnTo>
                <a:lnTo>
                  <a:pt x="7567" y="175"/>
                </a:lnTo>
                <a:lnTo>
                  <a:pt x="7567" y="176"/>
                </a:lnTo>
                <a:lnTo>
                  <a:pt x="7566" y="177"/>
                </a:lnTo>
                <a:lnTo>
                  <a:pt x="7566" y="178"/>
                </a:lnTo>
                <a:lnTo>
                  <a:pt x="7565" y="178"/>
                </a:lnTo>
                <a:lnTo>
                  <a:pt x="7564" y="178"/>
                </a:lnTo>
                <a:lnTo>
                  <a:pt x="7564" y="179"/>
                </a:lnTo>
                <a:lnTo>
                  <a:pt x="7563" y="179"/>
                </a:lnTo>
                <a:lnTo>
                  <a:pt x="7563" y="180"/>
                </a:lnTo>
                <a:lnTo>
                  <a:pt x="7562" y="180"/>
                </a:lnTo>
                <a:lnTo>
                  <a:pt x="7562" y="181"/>
                </a:lnTo>
                <a:lnTo>
                  <a:pt x="7561" y="181"/>
                </a:lnTo>
                <a:lnTo>
                  <a:pt x="7561" y="182"/>
                </a:lnTo>
                <a:lnTo>
                  <a:pt x="7561" y="183"/>
                </a:lnTo>
                <a:lnTo>
                  <a:pt x="7560" y="183"/>
                </a:lnTo>
                <a:lnTo>
                  <a:pt x="7560" y="184"/>
                </a:lnTo>
                <a:lnTo>
                  <a:pt x="7559" y="184"/>
                </a:lnTo>
                <a:lnTo>
                  <a:pt x="7559" y="185"/>
                </a:lnTo>
                <a:lnTo>
                  <a:pt x="7559" y="186"/>
                </a:lnTo>
                <a:lnTo>
                  <a:pt x="7558" y="187"/>
                </a:lnTo>
                <a:lnTo>
                  <a:pt x="7558" y="188"/>
                </a:lnTo>
                <a:lnTo>
                  <a:pt x="7558" y="189"/>
                </a:lnTo>
                <a:lnTo>
                  <a:pt x="7558" y="190"/>
                </a:lnTo>
                <a:lnTo>
                  <a:pt x="7558" y="191"/>
                </a:lnTo>
                <a:lnTo>
                  <a:pt x="7559" y="192"/>
                </a:lnTo>
                <a:lnTo>
                  <a:pt x="7560" y="192"/>
                </a:lnTo>
                <a:lnTo>
                  <a:pt x="7561" y="192"/>
                </a:lnTo>
                <a:lnTo>
                  <a:pt x="7562" y="193"/>
                </a:lnTo>
                <a:lnTo>
                  <a:pt x="7564" y="193"/>
                </a:lnTo>
                <a:lnTo>
                  <a:pt x="7565" y="193"/>
                </a:lnTo>
                <a:lnTo>
                  <a:pt x="7565" y="194"/>
                </a:lnTo>
                <a:lnTo>
                  <a:pt x="7566" y="194"/>
                </a:lnTo>
                <a:lnTo>
                  <a:pt x="7568" y="194"/>
                </a:lnTo>
                <a:lnTo>
                  <a:pt x="7569" y="194"/>
                </a:lnTo>
                <a:lnTo>
                  <a:pt x="7571" y="193"/>
                </a:lnTo>
                <a:lnTo>
                  <a:pt x="7572" y="193"/>
                </a:lnTo>
                <a:lnTo>
                  <a:pt x="7573" y="193"/>
                </a:lnTo>
                <a:lnTo>
                  <a:pt x="7574" y="194"/>
                </a:lnTo>
                <a:lnTo>
                  <a:pt x="7575" y="195"/>
                </a:lnTo>
                <a:lnTo>
                  <a:pt x="7576" y="195"/>
                </a:lnTo>
                <a:lnTo>
                  <a:pt x="7577" y="195"/>
                </a:lnTo>
                <a:lnTo>
                  <a:pt x="7578" y="195"/>
                </a:lnTo>
                <a:lnTo>
                  <a:pt x="7578" y="196"/>
                </a:lnTo>
                <a:lnTo>
                  <a:pt x="7579" y="196"/>
                </a:lnTo>
                <a:lnTo>
                  <a:pt x="7580" y="196"/>
                </a:lnTo>
                <a:lnTo>
                  <a:pt x="7583" y="196"/>
                </a:lnTo>
                <a:lnTo>
                  <a:pt x="7584" y="195"/>
                </a:lnTo>
                <a:lnTo>
                  <a:pt x="7586" y="195"/>
                </a:lnTo>
                <a:lnTo>
                  <a:pt x="7586" y="196"/>
                </a:lnTo>
                <a:lnTo>
                  <a:pt x="7591" y="197"/>
                </a:lnTo>
                <a:lnTo>
                  <a:pt x="7592" y="198"/>
                </a:lnTo>
                <a:lnTo>
                  <a:pt x="7593" y="198"/>
                </a:lnTo>
                <a:lnTo>
                  <a:pt x="7594" y="198"/>
                </a:lnTo>
                <a:lnTo>
                  <a:pt x="7594" y="199"/>
                </a:lnTo>
                <a:lnTo>
                  <a:pt x="7595" y="199"/>
                </a:lnTo>
                <a:lnTo>
                  <a:pt x="7595" y="200"/>
                </a:lnTo>
                <a:lnTo>
                  <a:pt x="7595" y="201"/>
                </a:lnTo>
                <a:lnTo>
                  <a:pt x="7596" y="201"/>
                </a:lnTo>
                <a:lnTo>
                  <a:pt x="7595" y="204"/>
                </a:lnTo>
                <a:lnTo>
                  <a:pt x="7595" y="205"/>
                </a:lnTo>
                <a:lnTo>
                  <a:pt x="7594" y="205"/>
                </a:lnTo>
                <a:lnTo>
                  <a:pt x="7594" y="206"/>
                </a:lnTo>
                <a:lnTo>
                  <a:pt x="7594" y="207"/>
                </a:lnTo>
                <a:lnTo>
                  <a:pt x="7594" y="208"/>
                </a:lnTo>
                <a:lnTo>
                  <a:pt x="7594" y="209"/>
                </a:lnTo>
                <a:lnTo>
                  <a:pt x="7594" y="210"/>
                </a:lnTo>
                <a:lnTo>
                  <a:pt x="7595" y="210"/>
                </a:lnTo>
                <a:lnTo>
                  <a:pt x="7595" y="211"/>
                </a:lnTo>
                <a:lnTo>
                  <a:pt x="7595" y="212"/>
                </a:lnTo>
                <a:lnTo>
                  <a:pt x="7594" y="212"/>
                </a:lnTo>
                <a:lnTo>
                  <a:pt x="7594" y="213"/>
                </a:lnTo>
                <a:lnTo>
                  <a:pt x="7593" y="213"/>
                </a:lnTo>
                <a:lnTo>
                  <a:pt x="7593" y="214"/>
                </a:lnTo>
                <a:lnTo>
                  <a:pt x="7593" y="215"/>
                </a:lnTo>
                <a:lnTo>
                  <a:pt x="7593" y="216"/>
                </a:lnTo>
                <a:lnTo>
                  <a:pt x="7593" y="217"/>
                </a:lnTo>
                <a:lnTo>
                  <a:pt x="7593" y="218"/>
                </a:lnTo>
                <a:lnTo>
                  <a:pt x="7594" y="218"/>
                </a:lnTo>
                <a:lnTo>
                  <a:pt x="7594" y="219"/>
                </a:lnTo>
                <a:lnTo>
                  <a:pt x="7593" y="219"/>
                </a:lnTo>
                <a:lnTo>
                  <a:pt x="7592" y="219"/>
                </a:lnTo>
                <a:lnTo>
                  <a:pt x="7590" y="219"/>
                </a:lnTo>
                <a:lnTo>
                  <a:pt x="7589" y="219"/>
                </a:lnTo>
                <a:lnTo>
                  <a:pt x="7588" y="219"/>
                </a:lnTo>
                <a:lnTo>
                  <a:pt x="7587" y="220"/>
                </a:lnTo>
                <a:lnTo>
                  <a:pt x="7585" y="222"/>
                </a:lnTo>
                <a:lnTo>
                  <a:pt x="7585" y="223"/>
                </a:lnTo>
                <a:lnTo>
                  <a:pt x="7585" y="226"/>
                </a:lnTo>
                <a:lnTo>
                  <a:pt x="7586" y="227"/>
                </a:lnTo>
                <a:lnTo>
                  <a:pt x="7586" y="228"/>
                </a:lnTo>
                <a:lnTo>
                  <a:pt x="7587" y="229"/>
                </a:lnTo>
                <a:lnTo>
                  <a:pt x="7588" y="229"/>
                </a:lnTo>
                <a:lnTo>
                  <a:pt x="7589" y="230"/>
                </a:lnTo>
                <a:lnTo>
                  <a:pt x="7590" y="231"/>
                </a:lnTo>
                <a:lnTo>
                  <a:pt x="7590" y="232"/>
                </a:lnTo>
                <a:lnTo>
                  <a:pt x="7589" y="233"/>
                </a:lnTo>
                <a:lnTo>
                  <a:pt x="7589" y="234"/>
                </a:lnTo>
                <a:lnTo>
                  <a:pt x="7590" y="236"/>
                </a:lnTo>
                <a:lnTo>
                  <a:pt x="7590" y="237"/>
                </a:lnTo>
                <a:lnTo>
                  <a:pt x="7590" y="238"/>
                </a:lnTo>
                <a:lnTo>
                  <a:pt x="7591" y="239"/>
                </a:lnTo>
                <a:lnTo>
                  <a:pt x="7593" y="240"/>
                </a:lnTo>
                <a:lnTo>
                  <a:pt x="7594" y="240"/>
                </a:lnTo>
                <a:lnTo>
                  <a:pt x="7595" y="240"/>
                </a:lnTo>
                <a:lnTo>
                  <a:pt x="7596" y="240"/>
                </a:lnTo>
                <a:lnTo>
                  <a:pt x="7597" y="241"/>
                </a:lnTo>
                <a:lnTo>
                  <a:pt x="7597" y="242"/>
                </a:lnTo>
                <a:lnTo>
                  <a:pt x="7599" y="245"/>
                </a:lnTo>
                <a:lnTo>
                  <a:pt x="7601" y="246"/>
                </a:lnTo>
                <a:lnTo>
                  <a:pt x="7602" y="247"/>
                </a:lnTo>
                <a:lnTo>
                  <a:pt x="7604" y="249"/>
                </a:lnTo>
                <a:lnTo>
                  <a:pt x="7607" y="252"/>
                </a:lnTo>
                <a:lnTo>
                  <a:pt x="7608" y="255"/>
                </a:lnTo>
                <a:lnTo>
                  <a:pt x="7609" y="256"/>
                </a:lnTo>
                <a:lnTo>
                  <a:pt x="7609" y="257"/>
                </a:lnTo>
                <a:lnTo>
                  <a:pt x="7611" y="258"/>
                </a:lnTo>
                <a:lnTo>
                  <a:pt x="7613" y="260"/>
                </a:lnTo>
                <a:lnTo>
                  <a:pt x="7614" y="262"/>
                </a:lnTo>
                <a:lnTo>
                  <a:pt x="7615" y="263"/>
                </a:lnTo>
                <a:lnTo>
                  <a:pt x="7618" y="266"/>
                </a:lnTo>
                <a:lnTo>
                  <a:pt x="7619" y="267"/>
                </a:lnTo>
                <a:lnTo>
                  <a:pt x="7620" y="267"/>
                </a:lnTo>
                <a:lnTo>
                  <a:pt x="7620" y="268"/>
                </a:lnTo>
                <a:lnTo>
                  <a:pt x="7621" y="268"/>
                </a:lnTo>
                <a:lnTo>
                  <a:pt x="7622" y="268"/>
                </a:lnTo>
                <a:lnTo>
                  <a:pt x="7623" y="268"/>
                </a:lnTo>
                <a:lnTo>
                  <a:pt x="7624" y="269"/>
                </a:lnTo>
                <a:lnTo>
                  <a:pt x="7624" y="270"/>
                </a:lnTo>
                <a:lnTo>
                  <a:pt x="7624" y="271"/>
                </a:lnTo>
                <a:lnTo>
                  <a:pt x="7624" y="272"/>
                </a:lnTo>
                <a:lnTo>
                  <a:pt x="7624" y="273"/>
                </a:lnTo>
                <a:lnTo>
                  <a:pt x="7625" y="274"/>
                </a:lnTo>
                <a:lnTo>
                  <a:pt x="7626" y="274"/>
                </a:lnTo>
                <a:lnTo>
                  <a:pt x="7628" y="274"/>
                </a:lnTo>
                <a:lnTo>
                  <a:pt x="7629" y="274"/>
                </a:lnTo>
                <a:lnTo>
                  <a:pt x="7630" y="273"/>
                </a:lnTo>
                <a:lnTo>
                  <a:pt x="7631" y="273"/>
                </a:lnTo>
                <a:lnTo>
                  <a:pt x="7632" y="273"/>
                </a:lnTo>
                <a:lnTo>
                  <a:pt x="7634" y="275"/>
                </a:lnTo>
                <a:lnTo>
                  <a:pt x="7634" y="276"/>
                </a:lnTo>
                <a:lnTo>
                  <a:pt x="7635" y="278"/>
                </a:lnTo>
                <a:lnTo>
                  <a:pt x="7634" y="279"/>
                </a:lnTo>
                <a:lnTo>
                  <a:pt x="7634" y="280"/>
                </a:lnTo>
                <a:lnTo>
                  <a:pt x="7634" y="281"/>
                </a:lnTo>
                <a:lnTo>
                  <a:pt x="7634" y="282"/>
                </a:lnTo>
                <a:lnTo>
                  <a:pt x="7635" y="283"/>
                </a:lnTo>
                <a:lnTo>
                  <a:pt x="7635" y="284"/>
                </a:lnTo>
                <a:lnTo>
                  <a:pt x="7636" y="285"/>
                </a:lnTo>
                <a:lnTo>
                  <a:pt x="7638" y="287"/>
                </a:lnTo>
                <a:lnTo>
                  <a:pt x="7638" y="288"/>
                </a:lnTo>
                <a:lnTo>
                  <a:pt x="7638" y="290"/>
                </a:lnTo>
                <a:lnTo>
                  <a:pt x="7638" y="291"/>
                </a:lnTo>
                <a:lnTo>
                  <a:pt x="7638" y="293"/>
                </a:lnTo>
                <a:lnTo>
                  <a:pt x="7637" y="293"/>
                </a:lnTo>
                <a:lnTo>
                  <a:pt x="7636" y="294"/>
                </a:lnTo>
                <a:lnTo>
                  <a:pt x="7635" y="295"/>
                </a:lnTo>
                <a:lnTo>
                  <a:pt x="7634" y="296"/>
                </a:lnTo>
                <a:lnTo>
                  <a:pt x="7632" y="298"/>
                </a:lnTo>
                <a:lnTo>
                  <a:pt x="7632" y="299"/>
                </a:lnTo>
                <a:lnTo>
                  <a:pt x="7632" y="300"/>
                </a:lnTo>
                <a:lnTo>
                  <a:pt x="7633" y="300"/>
                </a:lnTo>
                <a:lnTo>
                  <a:pt x="7633" y="301"/>
                </a:lnTo>
                <a:lnTo>
                  <a:pt x="7635" y="303"/>
                </a:lnTo>
                <a:lnTo>
                  <a:pt x="7637" y="304"/>
                </a:lnTo>
                <a:lnTo>
                  <a:pt x="7638" y="304"/>
                </a:lnTo>
                <a:lnTo>
                  <a:pt x="7640" y="305"/>
                </a:lnTo>
                <a:lnTo>
                  <a:pt x="7641" y="305"/>
                </a:lnTo>
                <a:lnTo>
                  <a:pt x="7642" y="305"/>
                </a:lnTo>
                <a:lnTo>
                  <a:pt x="7644" y="305"/>
                </a:lnTo>
                <a:lnTo>
                  <a:pt x="7647" y="305"/>
                </a:lnTo>
                <a:lnTo>
                  <a:pt x="7649" y="306"/>
                </a:lnTo>
                <a:lnTo>
                  <a:pt x="7651" y="306"/>
                </a:lnTo>
                <a:lnTo>
                  <a:pt x="7655" y="307"/>
                </a:lnTo>
                <a:lnTo>
                  <a:pt x="7656" y="308"/>
                </a:lnTo>
                <a:lnTo>
                  <a:pt x="7657" y="308"/>
                </a:lnTo>
                <a:lnTo>
                  <a:pt x="7657" y="309"/>
                </a:lnTo>
                <a:lnTo>
                  <a:pt x="7657" y="310"/>
                </a:lnTo>
                <a:lnTo>
                  <a:pt x="7657" y="311"/>
                </a:lnTo>
                <a:lnTo>
                  <a:pt x="7656" y="311"/>
                </a:lnTo>
                <a:lnTo>
                  <a:pt x="7656" y="312"/>
                </a:lnTo>
                <a:lnTo>
                  <a:pt x="7656" y="313"/>
                </a:lnTo>
                <a:lnTo>
                  <a:pt x="7656" y="314"/>
                </a:lnTo>
                <a:lnTo>
                  <a:pt x="7655" y="315"/>
                </a:lnTo>
                <a:lnTo>
                  <a:pt x="7654" y="316"/>
                </a:lnTo>
                <a:lnTo>
                  <a:pt x="7654" y="317"/>
                </a:lnTo>
                <a:lnTo>
                  <a:pt x="7654" y="320"/>
                </a:lnTo>
                <a:lnTo>
                  <a:pt x="7654" y="321"/>
                </a:lnTo>
                <a:lnTo>
                  <a:pt x="7654" y="322"/>
                </a:lnTo>
                <a:lnTo>
                  <a:pt x="7654" y="323"/>
                </a:lnTo>
                <a:lnTo>
                  <a:pt x="7653" y="323"/>
                </a:lnTo>
                <a:lnTo>
                  <a:pt x="7653" y="324"/>
                </a:lnTo>
                <a:lnTo>
                  <a:pt x="7653" y="325"/>
                </a:lnTo>
                <a:lnTo>
                  <a:pt x="7652" y="325"/>
                </a:lnTo>
                <a:lnTo>
                  <a:pt x="7652" y="326"/>
                </a:lnTo>
                <a:lnTo>
                  <a:pt x="7652" y="327"/>
                </a:lnTo>
                <a:lnTo>
                  <a:pt x="7653" y="327"/>
                </a:lnTo>
                <a:lnTo>
                  <a:pt x="7653" y="328"/>
                </a:lnTo>
                <a:lnTo>
                  <a:pt x="7654" y="329"/>
                </a:lnTo>
                <a:lnTo>
                  <a:pt x="7655" y="330"/>
                </a:lnTo>
                <a:lnTo>
                  <a:pt x="7657" y="331"/>
                </a:lnTo>
                <a:lnTo>
                  <a:pt x="7658" y="331"/>
                </a:lnTo>
                <a:lnTo>
                  <a:pt x="7660" y="331"/>
                </a:lnTo>
                <a:lnTo>
                  <a:pt x="7663" y="331"/>
                </a:lnTo>
                <a:lnTo>
                  <a:pt x="7666" y="331"/>
                </a:lnTo>
                <a:lnTo>
                  <a:pt x="7668" y="330"/>
                </a:lnTo>
                <a:lnTo>
                  <a:pt x="7669" y="330"/>
                </a:lnTo>
                <a:lnTo>
                  <a:pt x="7670" y="330"/>
                </a:lnTo>
                <a:lnTo>
                  <a:pt x="7672" y="333"/>
                </a:lnTo>
                <a:lnTo>
                  <a:pt x="7673" y="334"/>
                </a:lnTo>
                <a:lnTo>
                  <a:pt x="7674" y="337"/>
                </a:lnTo>
                <a:lnTo>
                  <a:pt x="7675" y="339"/>
                </a:lnTo>
                <a:lnTo>
                  <a:pt x="7675" y="340"/>
                </a:lnTo>
                <a:lnTo>
                  <a:pt x="7674" y="341"/>
                </a:lnTo>
                <a:lnTo>
                  <a:pt x="7673" y="343"/>
                </a:lnTo>
                <a:lnTo>
                  <a:pt x="7672" y="344"/>
                </a:lnTo>
                <a:lnTo>
                  <a:pt x="7670" y="344"/>
                </a:lnTo>
                <a:lnTo>
                  <a:pt x="7668" y="344"/>
                </a:lnTo>
                <a:lnTo>
                  <a:pt x="7666" y="344"/>
                </a:lnTo>
                <a:lnTo>
                  <a:pt x="7665" y="344"/>
                </a:lnTo>
                <a:lnTo>
                  <a:pt x="7664" y="345"/>
                </a:lnTo>
                <a:lnTo>
                  <a:pt x="7663" y="346"/>
                </a:lnTo>
                <a:lnTo>
                  <a:pt x="7662" y="347"/>
                </a:lnTo>
                <a:lnTo>
                  <a:pt x="7662" y="348"/>
                </a:lnTo>
                <a:lnTo>
                  <a:pt x="7662" y="350"/>
                </a:lnTo>
                <a:lnTo>
                  <a:pt x="7662" y="352"/>
                </a:lnTo>
                <a:lnTo>
                  <a:pt x="7663" y="355"/>
                </a:lnTo>
                <a:lnTo>
                  <a:pt x="7665" y="358"/>
                </a:lnTo>
                <a:lnTo>
                  <a:pt x="7666" y="359"/>
                </a:lnTo>
                <a:lnTo>
                  <a:pt x="7667" y="361"/>
                </a:lnTo>
                <a:lnTo>
                  <a:pt x="7668" y="361"/>
                </a:lnTo>
                <a:lnTo>
                  <a:pt x="7668" y="362"/>
                </a:lnTo>
                <a:lnTo>
                  <a:pt x="7670" y="362"/>
                </a:lnTo>
                <a:lnTo>
                  <a:pt x="7672" y="363"/>
                </a:lnTo>
                <a:lnTo>
                  <a:pt x="7674" y="363"/>
                </a:lnTo>
                <a:lnTo>
                  <a:pt x="7675" y="363"/>
                </a:lnTo>
                <a:lnTo>
                  <a:pt x="7676" y="363"/>
                </a:lnTo>
                <a:lnTo>
                  <a:pt x="7677" y="362"/>
                </a:lnTo>
                <a:lnTo>
                  <a:pt x="7677" y="361"/>
                </a:lnTo>
                <a:lnTo>
                  <a:pt x="7678" y="359"/>
                </a:lnTo>
                <a:lnTo>
                  <a:pt x="7678" y="358"/>
                </a:lnTo>
                <a:lnTo>
                  <a:pt x="7677" y="357"/>
                </a:lnTo>
                <a:lnTo>
                  <a:pt x="7676" y="355"/>
                </a:lnTo>
                <a:lnTo>
                  <a:pt x="7674" y="354"/>
                </a:lnTo>
                <a:lnTo>
                  <a:pt x="7672" y="353"/>
                </a:lnTo>
                <a:lnTo>
                  <a:pt x="7671" y="352"/>
                </a:lnTo>
                <a:lnTo>
                  <a:pt x="7670" y="351"/>
                </a:lnTo>
                <a:lnTo>
                  <a:pt x="7670" y="350"/>
                </a:lnTo>
                <a:lnTo>
                  <a:pt x="7670" y="349"/>
                </a:lnTo>
                <a:lnTo>
                  <a:pt x="7670" y="348"/>
                </a:lnTo>
                <a:lnTo>
                  <a:pt x="7671" y="348"/>
                </a:lnTo>
                <a:lnTo>
                  <a:pt x="7672" y="347"/>
                </a:lnTo>
                <a:lnTo>
                  <a:pt x="7673" y="347"/>
                </a:lnTo>
                <a:lnTo>
                  <a:pt x="7675" y="346"/>
                </a:lnTo>
                <a:lnTo>
                  <a:pt x="7677" y="344"/>
                </a:lnTo>
                <a:lnTo>
                  <a:pt x="7680" y="343"/>
                </a:lnTo>
                <a:lnTo>
                  <a:pt x="7681" y="343"/>
                </a:lnTo>
                <a:lnTo>
                  <a:pt x="7683" y="343"/>
                </a:lnTo>
                <a:lnTo>
                  <a:pt x="7683" y="344"/>
                </a:lnTo>
                <a:lnTo>
                  <a:pt x="7683" y="345"/>
                </a:lnTo>
                <a:lnTo>
                  <a:pt x="7684" y="346"/>
                </a:lnTo>
                <a:lnTo>
                  <a:pt x="7684" y="347"/>
                </a:lnTo>
                <a:lnTo>
                  <a:pt x="7684" y="348"/>
                </a:lnTo>
                <a:lnTo>
                  <a:pt x="7684" y="349"/>
                </a:lnTo>
                <a:lnTo>
                  <a:pt x="7684" y="351"/>
                </a:lnTo>
                <a:lnTo>
                  <a:pt x="7683" y="353"/>
                </a:lnTo>
                <a:lnTo>
                  <a:pt x="7683" y="354"/>
                </a:lnTo>
                <a:lnTo>
                  <a:pt x="7682" y="357"/>
                </a:lnTo>
                <a:lnTo>
                  <a:pt x="7680" y="359"/>
                </a:lnTo>
                <a:lnTo>
                  <a:pt x="7680" y="360"/>
                </a:lnTo>
                <a:lnTo>
                  <a:pt x="7680" y="362"/>
                </a:lnTo>
                <a:lnTo>
                  <a:pt x="7679" y="364"/>
                </a:lnTo>
                <a:lnTo>
                  <a:pt x="7679" y="365"/>
                </a:lnTo>
                <a:lnTo>
                  <a:pt x="7678" y="368"/>
                </a:lnTo>
                <a:lnTo>
                  <a:pt x="7678" y="370"/>
                </a:lnTo>
                <a:lnTo>
                  <a:pt x="7678" y="371"/>
                </a:lnTo>
                <a:lnTo>
                  <a:pt x="7678" y="372"/>
                </a:lnTo>
                <a:lnTo>
                  <a:pt x="7679" y="373"/>
                </a:lnTo>
                <a:lnTo>
                  <a:pt x="7680" y="375"/>
                </a:lnTo>
                <a:lnTo>
                  <a:pt x="7682" y="379"/>
                </a:lnTo>
                <a:lnTo>
                  <a:pt x="7683" y="381"/>
                </a:lnTo>
                <a:lnTo>
                  <a:pt x="7684" y="384"/>
                </a:lnTo>
                <a:lnTo>
                  <a:pt x="7685" y="388"/>
                </a:lnTo>
                <a:lnTo>
                  <a:pt x="7685" y="390"/>
                </a:lnTo>
                <a:lnTo>
                  <a:pt x="7686" y="392"/>
                </a:lnTo>
                <a:lnTo>
                  <a:pt x="7686" y="394"/>
                </a:lnTo>
                <a:lnTo>
                  <a:pt x="7687" y="397"/>
                </a:lnTo>
                <a:lnTo>
                  <a:pt x="7687" y="398"/>
                </a:lnTo>
                <a:lnTo>
                  <a:pt x="7688" y="398"/>
                </a:lnTo>
                <a:lnTo>
                  <a:pt x="7690" y="399"/>
                </a:lnTo>
                <a:lnTo>
                  <a:pt x="7691" y="399"/>
                </a:lnTo>
                <a:lnTo>
                  <a:pt x="7692" y="400"/>
                </a:lnTo>
                <a:lnTo>
                  <a:pt x="7695" y="401"/>
                </a:lnTo>
                <a:lnTo>
                  <a:pt x="7698" y="404"/>
                </a:lnTo>
                <a:lnTo>
                  <a:pt x="7701" y="406"/>
                </a:lnTo>
                <a:lnTo>
                  <a:pt x="7702" y="407"/>
                </a:lnTo>
                <a:lnTo>
                  <a:pt x="7704" y="409"/>
                </a:lnTo>
                <a:lnTo>
                  <a:pt x="7705" y="411"/>
                </a:lnTo>
                <a:lnTo>
                  <a:pt x="7706" y="412"/>
                </a:lnTo>
                <a:lnTo>
                  <a:pt x="7707" y="412"/>
                </a:lnTo>
                <a:lnTo>
                  <a:pt x="7707" y="413"/>
                </a:lnTo>
                <a:lnTo>
                  <a:pt x="7708" y="413"/>
                </a:lnTo>
                <a:lnTo>
                  <a:pt x="7709" y="413"/>
                </a:lnTo>
                <a:lnTo>
                  <a:pt x="7711" y="414"/>
                </a:lnTo>
                <a:lnTo>
                  <a:pt x="7714" y="415"/>
                </a:lnTo>
                <a:lnTo>
                  <a:pt x="7716" y="416"/>
                </a:lnTo>
                <a:lnTo>
                  <a:pt x="7720" y="419"/>
                </a:lnTo>
                <a:lnTo>
                  <a:pt x="7721" y="420"/>
                </a:lnTo>
                <a:lnTo>
                  <a:pt x="7722" y="420"/>
                </a:lnTo>
                <a:lnTo>
                  <a:pt x="7722" y="421"/>
                </a:lnTo>
                <a:lnTo>
                  <a:pt x="7723" y="421"/>
                </a:lnTo>
                <a:lnTo>
                  <a:pt x="7723" y="422"/>
                </a:lnTo>
                <a:lnTo>
                  <a:pt x="7724" y="423"/>
                </a:lnTo>
                <a:lnTo>
                  <a:pt x="7724" y="424"/>
                </a:lnTo>
                <a:lnTo>
                  <a:pt x="7725" y="424"/>
                </a:lnTo>
                <a:lnTo>
                  <a:pt x="7727" y="427"/>
                </a:lnTo>
                <a:lnTo>
                  <a:pt x="7730" y="431"/>
                </a:lnTo>
                <a:lnTo>
                  <a:pt x="7733" y="435"/>
                </a:lnTo>
                <a:lnTo>
                  <a:pt x="7736" y="439"/>
                </a:lnTo>
                <a:lnTo>
                  <a:pt x="7739" y="442"/>
                </a:lnTo>
                <a:lnTo>
                  <a:pt x="7741" y="444"/>
                </a:lnTo>
                <a:lnTo>
                  <a:pt x="7742" y="445"/>
                </a:lnTo>
                <a:lnTo>
                  <a:pt x="7743" y="446"/>
                </a:lnTo>
                <a:lnTo>
                  <a:pt x="7744" y="446"/>
                </a:lnTo>
                <a:lnTo>
                  <a:pt x="7745" y="446"/>
                </a:lnTo>
                <a:lnTo>
                  <a:pt x="7746" y="446"/>
                </a:lnTo>
                <a:lnTo>
                  <a:pt x="7747" y="446"/>
                </a:lnTo>
                <a:lnTo>
                  <a:pt x="7748" y="446"/>
                </a:lnTo>
                <a:lnTo>
                  <a:pt x="7750" y="447"/>
                </a:lnTo>
                <a:lnTo>
                  <a:pt x="7750" y="448"/>
                </a:lnTo>
                <a:lnTo>
                  <a:pt x="7751" y="449"/>
                </a:lnTo>
                <a:lnTo>
                  <a:pt x="7751" y="450"/>
                </a:lnTo>
                <a:lnTo>
                  <a:pt x="7751" y="452"/>
                </a:lnTo>
                <a:lnTo>
                  <a:pt x="7750" y="454"/>
                </a:lnTo>
                <a:lnTo>
                  <a:pt x="7750" y="455"/>
                </a:lnTo>
                <a:lnTo>
                  <a:pt x="7750" y="456"/>
                </a:lnTo>
                <a:lnTo>
                  <a:pt x="7750" y="457"/>
                </a:lnTo>
                <a:lnTo>
                  <a:pt x="7750" y="459"/>
                </a:lnTo>
                <a:lnTo>
                  <a:pt x="7751" y="461"/>
                </a:lnTo>
                <a:lnTo>
                  <a:pt x="7752" y="464"/>
                </a:lnTo>
                <a:lnTo>
                  <a:pt x="7753" y="465"/>
                </a:lnTo>
                <a:lnTo>
                  <a:pt x="7755" y="467"/>
                </a:lnTo>
                <a:lnTo>
                  <a:pt x="7757" y="469"/>
                </a:lnTo>
                <a:lnTo>
                  <a:pt x="7759" y="470"/>
                </a:lnTo>
                <a:lnTo>
                  <a:pt x="7760" y="471"/>
                </a:lnTo>
                <a:lnTo>
                  <a:pt x="7762" y="473"/>
                </a:lnTo>
                <a:lnTo>
                  <a:pt x="7763" y="475"/>
                </a:lnTo>
                <a:lnTo>
                  <a:pt x="7766" y="478"/>
                </a:lnTo>
                <a:lnTo>
                  <a:pt x="7766" y="479"/>
                </a:lnTo>
                <a:lnTo>
                  <a:pt x="7766" y="481"/>
                </a:lnTo>
                <a:lnTo>
                  <a:pt x="7766" y="483"/>
                </a:lnTo>
                <a:lnTo>
                  <a:pt x="7766" y="485"/>
                </a:lnTo>
                <a:lnTo>
                  <a:pt x="7766" y="486"/>
                </a:lnTo>
                <a:lnTo>
                  <a:pt x="7765" y="487"/>
                </a:lnTo>
                <a:lnTo>
                  <a:pt x="7763" y="489"/>
                </a:lnTo>
                <a:lnTo>
                  <a:pt x="7762" y="491"/>
                </a:lnTo>
                <a:lnTo>
                  <a:pt x="7762" y="492"/>
                </a:lnTo>
                <a:lnTo>
                  <a:pt x="7762" y="496"/>
                </a:lnTo>
                <a:lnTo>
                  <a:pt x="7762" y="498"/>
                </a:lnTo>
                <a:lnTo>
                  <a:pt x="7762" y="499"/>
                </a:lnTo>
                <a:lnTo>
                  <a:pt x="7761" y="500"/>
                </a:lnTo>
                <a:lnTo>
                  <a:pt x="7761" y="501"/>
                </a:lnTo>
                <a:lnTo>
                  <a:pt x="7761" y="502"/>
                </a:lnTo>
                <a:lnTo>
                  <a:pt x="7761" y="503"/>
                </a:lnTo>
                <a:lnTo>
                  <a:pt x="7762" y="504"/>
                </a:lnTo>
                <a:lnTo>
                  <a:pt x="7764" y="505"/>
                </a:lnTo>
                <a:lnTo>
                  <a:pt x="7765" y="506"/>
                </a:lnTo>
                <a:lnTo>
                  <a:pt x="7767" y="506"/>
                </a:lnTo>
                <a:lnTo>
                  <a:pt x="7768" y="506"/>
                </a:lnTo>
                <a:lnTo>
                  <a:pt x="7768" y="505"/>
                </a:lnTo>
                <a:lnTo>
                  <a:pt x="7769" y="505"/>
                </a:lnTo>
                <a:lnTo>
                  <a:pt x="7770" y="505"/>
                </a:lnTo>
                <a:lnTo>
                  <a:pt x="7771" y="506"/>
                </a:lnTo>
                <a:lnTo>
                  <a:pt x="7772" y="507"/>
                </a:lnTo>
                <a:lnTo>
                  <a:pt x="7773" y="508"/>
                </a:lnTo>
                <a:lnTo>
                  <a:pt x="7773" y="509"/>
                </a:lnTo>
                <a:lnTo>
                  <a:pt x="7773" y="511"/>
                </a:lnTo>
                <a:lnTo>
                  <a:pt x="7774" y="512"/>
                </a:lnTo>
                <a:lnTo>
                  <a:pt x="7774" y="513"/>
                </a:lnTo>
                <a:lnTo>
                  <a:pt x="7774" y="515"/>
                </a:lnTo>
                <a:lnTo>
                  <a:pt x="7774" y="517"/>
                </a:lnTo>
                <a:lnTo>
                  <a:pt x="7773" y="517"/>
                </a:lnTo>
                <a:lnTo>
                  <a:pt x="7773" y="518"/>
                </a:lnTo>
                <a:lnTo>
                  <a:pt x="7772" y="521"/>
                </a:lnTo>
                <a:lnTo>
                  <a:pt x="7772" y="522"/>
                </a:lnTo>
                <a:lnTo>
                  <a:pt x="7771" y="522"/>
                </a:lnTo>
                <a:lnTo>
                  <a:pt x="7771" y="524"/>
                </a:lnTo>
                <a:lnTo>
                  <a:pt x="7772" y="526"/>
                </a:lnTo>
                <a:lnTo>
                  <a:pt x="7772" y="527"/>
                </a:lnTo>
                <a:lnTo>
                  <a:pt x="7773" y="528"/>
                </a:lnTo>
                <a:lnTo>
                  <a:pt x="7775" y="530"/>
                </a:lnTo>
                <a:lnTo>
                  <a:pt x="7776" y="531"/>
                </a:lnTo>
                <a:lnTo>
                  <a:pt x="7778" y="533"/>
                </a:lnTo>
                <a:lnTo>
                  <a:pt x="7780" y="535"/>
                </a:lnTo>
                <a:lnTo>
                  <a:pt x="7782" y="536"/>
                </a:lnTo>
                <a:lnTo>
                  <a:pt x="7784" y="536"/>
                </a:lnTo>
                <a:lnTo>
                  <a:pt x="7787" y="536"/>
                </a:lnTo>
                <a:lnTo>
                  <a:pt x="7789" y="536"/>
                </a:lnTo>
                <a:lnTo>
                  <a:pt x="7790" y="537"/>
                </a:lnTo>
                <a:lnTo>
                  <a:pt x="7791" y="537"/>
                </a:lnTo>
                <a:lnTo>
                  <a:pt x="7792" y="537"/>
                </a:lnTo>
                <a:lnTo>
                  <a:pt x="7793" y="537"/>
                </a:lnTo>
                <a:lnTo>
                  <a:pt x="7794" y="537"/>
                </a:lnTo>
                <a:lnTo>
                  <a:pt x="7795" y="538"/>
                </a:lnTo>
                <a:lnTo>
                  <a:pt x="7796" y="538"/>
                </a:lnTo>
                <a:lnTo>
                  <a:pt x="7798" y="538"/>
                </a:lnTo>
                <a:lnTo>
                  <a:pt x="7801" y="538"/>
                </a:lnTo>
                <a:lnTo>
                  <a:pt x="7804" y="538"/>
                </a:lnTo>
                <a:lnTo>
                  <a:pt x="7806" y="538"/>
                </a:lnTo>
                <a:lnTo>
                  <a:pt x="7808" y="539"/>
                </a:lnTo>
                <a:lnTo>
                  <a:pt x="7811" y="538"/>
                </a:lnTo>
                <a:lnTo>
                  <a:pt x="7812" y="539"/>
                </a:lnTo>
                <a:lnTo>
                  <a:pt x="7813" y="540"/>
                </a:lnTo>
                <a:lnTo>
                  <a:pt x="7814" y="542"/>
                </a:lnTo>
                <a:lnTo>
                  <a:pt x="7814" y="543"/>
                </a:lnTo>
                <a:lnTo>
                  <a:pt x="7814" y="549"/>
                </a:lnTo>
                <a:lnTo>
                  <a:pt x="7815" y="551"/>
                </a:lnTo>
                <a:lnTo>
                  <a:pt x="7815" y="554"/>
                </a:lnTo>
                <a:lnTo>
                  <a:pt x="7814" y="556"/>
                </a:lnTo>
                <a:lnTo>
                  <a:pt x="7814" y="559"/>
                </a:lnTo>
                <a:lnTo>
                  <a:pt x="7813" y="562"/>
                </a:lnTo>
                <a:lnTo>
                  <a:pt x="7811" y="566"/>
                </a:lnTo>
                <a:lnTo>
                  <a:pt x="7810" y="567"/>
                </a:lnTo>
                <a:lnTo>
                  <a:pt x="7809" y="568"/>
                </a:lnTo>
                <a:lnTo>
                  <a:pt x="7808" y="572"/>
                </a:lnTo>
                <a:lnTo>
                  <a:pt x="7808" y="575"/>
                </a:lnTo>
                <a:lnTo>
                  <a:pt x="7807" y="577"/>
                </a:lnTo>
                <a:lnTo>
                  <a:pt x="7808" y="581"/>
                </a:lnTo>
                <a:lnTo>
                  <a:pt x="7807" y="582"/>
                </a:lnTo>
                <a:lnTo>
                  <a:pt x="7808" y="586"/>
                </a:lnTo>
                <a:lnTo>
                  <a:pt x="7808" y="589"/>
                </a:lnTo>
                <a:lnTo>
                  <a:pt x="7809" y="591"/>
                </a:lnTo>
                <a:lnTo>
                  <a:pt x="7811" y="593"/>
                </a:lnTo>
                <a:lnTo>
                  <a:pt x="7813" y="595"/>
                </a:lnTo>
                <a:lnTo>
                  <a:pt x="7816" y="598"/>
                </a:lnTo>
                <a:lnTo>
                  <a:pt x="7817" y="598"/>
                </a:lnTo>
                <a:lnTo>
                  <a:pt x="7817" y="599"/>
                </a:lnTo>
                <a:lnTo>
                  <a:pt x="7818" y="600"/>
                </a:lnTo>
                <a:lnTo>
                  <a:pt x="7819" y="602"/>
                </a:lnTo>
                <a:lnTo>
                  <a:pt x="7819" y="604"/>
                </a:lnTo>
                <a:lnTo>
                  <a:pt x="7819" y="608"/>
                </a:lnTo>
                <a:lnTo>
                  <a:pt x="7819" y="616"/>
                </a:lnTo>
                <a:lnTo>
                  <a:pt x="7819" y="617"/>
                </a:lnTo>
                <a:lnTo>
                  <a:pt x="7820" y="619"/>
                </a:lnTo>
                <a:lnTo>
                  <a:pt x="7821" y="622"/>
                </a:lnTo>
                <a:lnTo>
                  <a:pt x="7822" y="623"/>
                </a:lnTo>
                <a:lnTo>
                  <a:pt x="7824" y="625"/>
                </a:lnTo>
                <a:lnTo>
                  <a:pt x="7826" y="627"/>
                </a:lnTo>
                <a:lnTo>
                  <a:pt x="7828" y="628"/>
                </a:lnTo>
                <a:lnTo>
                  <a:pt x="7829" y="628"/>
                </a:lnTo>
                <a:lnTo>
                  <a:pt x="7833" y="628"/>
                </a:lnTo>
                <a:lnTo>
                  <a:pt x="7836" y="628"/>
                </a:lnTo>
                <a:lnTo>
                  <a:pt x="7839" y="628"/>
                </a:lnTo>
                <a:lnTo>
                  <a:pt x="7840" y="628"/>
                </a:lnTo>
                <a:lnTo>
                  <a:pt x="7841" y="628"/>
                </a:lnTo>
                <a:lnTo>
                  <a:pt x="7842" y="629"/>
                </a:lnTo>
                <a:lnTo>
                  <a:pt x="7843" y="630"/>
                </a:lnTo>
                <a:lnTo>
                  <a:pt x="7843" y="632"/>
                </a:lnTo>
                <a:lnTo>
                  <a:pt x="7844" y="635"/>
                </a:lnTo>
                <a:lnTo>
                  <a:pt x="7845" y="637"/>
                </a:lnTo>
                <a:lnTo>
                  <a:pt x="7846" y="641"/>
                </a:lnTo>
                <a:lnTo>
                  <a:pt x="7847" y="643"/>
                </a:lnTo>
                <a:lnTo>
                  <a:pt x="7847" y="645"/>
                </a:lnTo>
                <a:lnTo>
                  <a:pt x="7848" y="646"/>
                </a:lnTo>
                <a:lnTo>
                  <a:pt x="7849" y="647"/>
                </a:lnTo>
                <a:lnTo>
                  <a:pt x="7852" y="649"/>
                </a:lnTo>
                <a:lnTo>
                  <a:pt x="7855" y="650"/>
                </a:lnTo>
                <a:lnTo>
                  <a:pt x="7855" y="651"/>
                </a:lnTo>
                <a:lnTo>
                  <a:pt x="7857" y="651"/>
                </a:lnTo>
                <a:lnTo>
                  <a:pt x="7861" y="652"/>
                </a:lnTo>
                <a:lnTo>
                  <a:pt x="7862" y="653"/>
                </a:lnTo>
                <a:lnTo>
                  <a:pt x="7864" y="654"/>
                </a:lnTo>
                <a:lnTo>
                  <a:pt x="7865" y="655"/>
                </a:lnTo>
                <a:lnTo>
                  <a:pt x="7867" y="658"/>
                </a:lnTo>
                <a:lnTo>
                  <a:pt x="7868" y="659"/>
                </a:lnTo>
                <a:lnTo>
                  <a:pt x="7869" y="660"/>
                </a:lnTo>
                <a:lnTo>
                  <a:pt x="7870" y="660"/>
                </a:lnTo>
                <a:lnTo>
                  <a:pt x="7871" y="660"/>
                </a:lnTo>
                <a:lnTo>
                  <a:pt x="7872" y="659"/>
                </a:lnTo>
                <a:lnTo>
                  <a:pt x="7874" y="659"/>
                </a:lnTo>
                <a:lnTo>
                  <a:pt x="7875" y="659"/>
                </a:lnTo>
                <a:lnTo>
                  <a:pt x="7876" y="659"/>
                </a:lnTo>
                <a:lnTo>
                  <a:pt x="7877" y="659"/>
                </a:lnTo>
                <a:lnTo>
                  <a:pt x="7879" y="660"/>
                </a:lnTo>
                <a:lnTo>
                  <a:pt x="7880" y="660"/>
                </a:lnTo>
                <a:lnTo>
                  <a:pt x="7881" y="660"/>
                </a:lnTo>
                <a:lnTo>
                  <a:pt x="7882" y="660"/>
                </a:lnTo>
                <a:lnTo>
                  <a:pt x="7883" y="659"/>
                </a:lnTo>
                <a:lnTo>
                  <a:pt x="7884" y="658"/>
                </a:lnTo>
                <a:lnTo>
                  <a:pt x="7884" y="657"/>
                </a:lnTo>
                <a:lnTo>
                  <a:pt x="7885" y="656"/>
                </a:lnTo>
                <a:lnTo>
                  <a:pt x="7886" y="655"/>
                </a:lnTo>
                <a:lnTo>
                  <a:pt x="7887" y="655"/>
                </a:lnTo>
                <a:lnTo>
                  <a:pt x="7887" y="654"/>
                </a:lnTo>
                <a:lnTo>
                  <a:pt x="7888" y="654"/>
                </a:lnTo>
                <a:lnTo>
                  <a:pt x="7889" y="654"/>
                </a:lnTo>
                <a:lnTo>
                  <a:pt x="7891" y="655"/>
                </a:lnTo>
                <a:lnTo>
                  <a:pt x="7892" y="655"/>
                </a:lnTo>
                <a:lnTo>
                  <a:pt x="7893" y="655"/>
                </a:lnTo>
                <a:lnTo>
                  <a:pt x="7894" y="655"/>
                </a:lnTo>
                <a:lnTo>
                  <a:pt x="7895" y="655"/>
                </a:lnTo>
                <a:lnTo>
                  <a:pt x="7896" y="656"/>
                </a:lnTo>
                <a:lnTo>
                  <a:pt x="7898" y="657"/>
                </a:lnTo>
                <a:lnTo>
                  <a:pt x="7899" y="658"/>
                </a:lnTo>
                <a:lnTo>
                  <a:pt x="7902" y="658"/>
                </a:lnTo>
                <a:lnTo>
                  <a:pt x="7904" y="659"/>
                </a:lnTo>
                <a:lnTo>
                  <a:pt x="7907" y="659"/>
                </a:lnTo>
                <a:lnTo>
                  <a:pt x="7908" y="659"/>
                </a:lnTo>
                <a:lnTo>
                  <a:pt x="7909" y="659"/>
                </a:lnTo>
                <a:lnTo>
                  <a:pt x="7911" y="658"/>
                </a:lnTo>
                <a:lnTo>
                  <a:pt x="7912" y="658"/>
                </a:lnTo>
                <a:lnTo>
                  <a:pt x="7915" y="658"/>
                </a:lnTo>
                <a:lnTo>
                  <a:pt x="7917" y="659"/>
                </a:lnTo>
                <a:lnTo>
                  <a:pt x="7920" y="659"/>
                </a:lnTo>
                <a:lnTo>
                  <a:pt x="7922" y="658"/>
                </a:lnTo>
                <a:lnTo>
                  <a:pt x="7922" y="657"/>
                </a:lnTo>
                <a:lnTo>
                  <a:pt x="7923" y="657"/>
                </a:lnTo>
                <a:lnTo>
                  <a:pt x="7924" y="656"/>
                </a:lnTo>
                <a:lnTo>
                  <a:pt x="7925" y="654"/>
                </a:lnTo>
                <a:lnTo>
                  <a:pt x="7926" y="652"/>
                </a:lnTo>
                <a:lnTo>
                  <a:pt x="7928" y="651"/>
                </a:lnTo>
                <a:lnTo>
                  <a:pt x="7930" y="650"/>
                </a:lnTo>
                <a:lnTo>
                  <a:pt x="7931" y="650"/>
                </a:lnTo>
                <a:lnTo>
                  <a:pt x="7932" y="650"/>
                </a:lnTo>
                <a:lnTo>
                  <a:pt x="7934" y="651"/>
                </a:lnTo>
                <a:lnTo>
                  <a:pt x="7936" y="652"/>
                </a:lnTo>
                <a:lnTo>
                  <a:pt x="7938" y="653"/>
                </a:lnTo>
                <a:lnTo>
                  <a:pt x="7939" y="653"/>
                </a:lnTo>
                <a:lnTo>
                  <a:pt x="7940" y="653"/>
                </a:lnTo>
                <a:lnTo>
                  <a:pt x="7940" y="652"/>
                </a:lnTo>
                <a:lnTo>
                  <a:pt x="7942" y="651"/>
                </a:lnTo>
                <a:lnTo>
                  <a:pt x="7942" y="649"/>
                </a:lnTo>
                <a:lnTo>
                  <a:pt x="7943" y="648"/>
                </a:lnTo>
                <a:lnTo>
                  <a:pt x="7943" y="647"/>
                </a:lnTo>
                <a:lnTo>
                  <a:pt x="7942" y="646"/>
                </a:lnTo>
                <a:lnTo>
                  <a:pt x="7942" y="645"/>
                </a:lnTo>
                <a:lnTo>
                  <a:pt x="7942" y="644"/>
                </a:lnTo>
                <a:lnTo>
                  <a:pt x="7942" y="643"/>
                </a:lnTo>
                <a:lnTo>
                  <a:pt x="7943" y="643"/>
                </a:lnTo>
                <a:lnTo>
                  <a:pt x="7946" y="641"/>
                </a:lnTo>
                <a:lnTo>
                  <a:pt x="7949" y="641"/>
                </a:lnTo>
                <a:lnTo>
                  <a:pt x="7952" y="640"/>
                </a:lnTo>
                <a:lnTo>
                  <a:pt x="7955" y="640"/>
                </a:lnTo>
                <a:lnTo>
                  <a:pt x="7958" y="638"/>
                </a:lnTo>
                <a:lnTo>
                  <a:pt x="7961" y="636"/>
                </a:lnTo>
                <a:lnTo>
                  <a:pt x="7961" y="635"/>
                </a:lnTo>
                <a:lnTo>
                  <a:pt x="7962" y="635"/>
                </a:lnTo>
                <a:lnTo>
                  <a:pt x="7963" y="635"/>
                </a:lnTo>
                <a:lnTo>
                  <a:pt x="7963" y="634"/>
                </a:lnTo>
                <a:lnTo>
                  <a:pt x="7964" y="634"/>
                </a:lnTo>
                <a:lnTo>
                  <a:pt x="7966" y="634"/>
                </a:lnTo>
                <a:lnTo>
                  <a:pt x="7972" y="635"/>
                </a:lnTo>
                <a:lnTo>
                  <a:pt x="7974" y="635"/>
                </a:lnTo>
                <a:lnTo>
                  <a:pt x="7976" y="635"/>
                </a:lnTo>
                <a:lnTo>
                  <a:pt x="7979" y="636"/>
                </a:lnTo>
                <a:lnTo>
                  <a:pt x="7982" y="636"/>
                </a:lnTo>
                <a:lnTo>
                  <a:pt x="7985" y="636"/>
                </a:lnTo>
                <a:lnTo>
                  <a:pt x="7986" y="636"/>
                </a:lnTo>
                <a:lnTo>
                  <a:pt x="7988" y="637"/>
                </a:lnTo>
                <a:lnTo>
                  <a:pt x="7989" y="637"/>
                </a:lnTo>
                <a:lnTo>
                  <a:pt x="7989" y="636"/>
                </a:lnTo>
                <a:lnTo>
                  <a:pt x="7989" y="635"/>
                </a:lnTo>
                <a:lnTo>
                  <a:pt x="7990" y="635"/>
                </a:lnTo>
                <a:lnTo>
                  <a:pt x="7990" y="634"/>
                </a:lnTo>
                <a:lnTo>
                  <a:pt x="7990" y="633"/>
                </a:lnTo>
                <a:lnTo>
                  <a:pt x="7989" y="633"/>
                </a:lnTo>
                <a:lnTo>
                  <a:pt x="7989" y="632"/>
                </a:lnTo>
                <a:lnTo>
                  <a:pt x="7989" y="631"/>
                </a:lnTo>
                <a:lnTo>
                  <a:pt x="7989" y="630"/>
                </a:lnTo>
                <a:lnTo>
                  <a:pt x="7990" y="630"/>
                </a:lnTo>
                <a:lnTo>
                  <a:pt x="7991" y="629"/>
                </a:lnTo>
                <a:lnTo>
                  <a:pt x="7992" y="629"/>
                </a:lnTo>
                <a:lnTo>
                  <a:pt x="7993" y="629"/>
                </a:lnTo>
                <a:lnTo>
                  <a:pt x="7994" y="630"/>
                </a:lnTo>
                <a:lnTo>
                  <a:pt x="7997" y="630"/>
                </a:lnTo>
                <a:lnTo>
                  <a:pt x="7999" y="631"/>
                </a:lnTo>
                <a:lnTo>
                  <a:pt x="8000" y="634"/>
                </a:lnTo>
                <a:lnTo>
                  <a:pt x="8001" y="635"/>
                </a:lnTo>
                <a:lnTo>
                  <a:pt x="8000" y="635"/>
                </a:lnTo>
                <a:lnTo>
                  <a:pt x="8000" y="637"/>
                </a:lnTo>
                <a:lnTo>
                  <a:pt x="8000" y="638"/>
                </a:lnTo>
                <a:lnTo>
                  <a:pt x="7999" y="640"/>
                </a:lnTo>
                <a:lnTo>
                  <a:pt x="7998" y="640"/>
                </a:lnTo>
                <a:lnTo>
                  <a:pt x="7998" y="641"/>
                </a:lnTo>
                <a:lnTo>
                  <a:pt x="7996" y="644"/>
                </a:lnTo>
                <a:lnTo>
                  <a:pt x="7996" y="645"/>
                </a:lnTo>
                <a:lnTo>
                  <a:pt x="7995" y="647"/>
                </a:lnTo>
                <a:lnTo>
                  <a:pt x="7995" y="649"/>
                </a:lnTo>
                <a:lnTo>
                  <a:pt x="7996" y="650"/>
                </a:lnTo>
                <a:lnTo>
                  <a:pt x="7997" y="652"/>
                </a:lnTo>
                <a:lnTo>
                  <a:pt x="7998" y="652"/>
                </a:lnTo>
                <a:lnTo>
                  <a:pt x="7999" y="653"/>
                </a:lnTo>
                <a:lnTo>
                  <a:pt x="8001" y="653"/>
                </a:lnTo>
                <a:lnTo>
                  <a:pt x="8003" y="652"/>
                </a:lnTo>
                <a:lnTo>
                  <a:pt x="8004" y="652"/>
                </a:lnTo>
                <a:lnTo>
                  <a:pt x="8004" y="651"/>
                </a:lnTo>
                <a:lnTo>
                  <a:pt x="8005" y="651"/>
                </a:lnTo>
                <a:lnTo>
                  <a:pt x="8005" y="650"/>
                </a:lnTo>
                <a:lnTo>
                  <a:pt x="8007" y="649"/>
                </a:lnTo>
                <a:lnTo>
                  <a:pt x="8009" y="647"/>
                </a:lnTo>
                <a:lnTo>
                  <a:pt x="8011" y="647"/>
                </a:lnTo>
                <a:lnTo>
                  <a:pt x="8011" y="646"/>
                </a:lnTo>
                <a:lnTo>
                  <a:pt x="8013" y="646"/>
                </a:lnTo>
                <a:lnTo>
                  <a:pt x="8015" y="646"/>
                </a:lnTo>
                <a:lnTo>
                  <a:pt x="8018" y="647"/>
                </a:lnTo>
                <a:lnTo>
                  <a:pt x="8020" y="649"/>
                </a:lnTo>
                <a:lnTo>
                  <a:pt x="8022" y="649"/>
                </a:lnTo>
                <a:lnTo>
                  <a:pt x="8023" y="650"/>
                </a:lnTo>
                <a:lnTo>
                  <a:pt x="8026" y="649"/>
                </a:lnTo>
                <a:lnTo>
                  <a:pt x="8029" y="649"/>
                </a:lnTo>
                <a:lnTo>
                  <a:pt x="8031" y="648"/>
                </a:lnTo>
                <a:lnTo>
                  <a:pt x="8033" y="649"/>
                </a:lnTo>
                <a:lnTo>
                  <a:pt x="8034" y="651"/>
                </a:lnTo>
                <a:lnTo>
                  <a:pt x="8036" y="652"/>
                </a:lnTo>
                <a:lnTo>
                  <a:pt x="8038" y="655"/>
                </a:lnTo>
                <a:lnTo>
                  <a:pt x="8040" y="660"/>
                </a:lnTo>
                <a:lnTo>
                  <a:pt x="8041" y="661"/>
                </a:lnTo>
                <a:lnTo>
                  <a:pt x="8041" y="662"/>
                </a:lnTo>
                <a:lnTo>
                  <a:pt x="8042" y="663"/>
                </a:lnTo>
                <a:lnTo>
                  <a:pt x="8044" y="664"/>
                </a:lnTo>
                <a:lnTo>
                  <a:pt x="8045" y="665"/>
                </a:lnTo>
                <a:lnTo>
                  <a:pt x="8047" y="665"/>
                </a:lnTo>
                <a:lnTo>
                  <a:pt x="8050" y="666"/>
                </a:lnTo>
                <a:lnTo>
                  <a:pt x="8052" y="665"/>
                </a:lnTo>
                <a:lnTo>
                  <a:pt x="8053" y="665"/>
                </a:lnTo>
                <a:lnTo>
                  <a:pt x="8054" y="664"/>
                </a:lnTo>
                <a:lnTo>
                  <a:pt x="8054" y="663"/>
                </a:lnTo>
                <a:lnTo>
                  <a:pt x="8055" y="662"/>
                </a:lnTo>
                <a:lnTo>
                  <a:pt x="8056" y="660"/>
                </a:lnTo>
                <a:lnTo>
                  <a:pt x="8056" y="658"/>
                </a:lnTo>
                <a:lnTo>
                  <a:pt x="8057" y="657"/>
                </a:lnTo>
                <a:lnTo>
                  <a:pt x="8059" y="655"/>
                </a:lnTo>
                <a:lnTo>
                  <a:pt x="8061" y="653"/>
                </a:lnTo>
                <a:lnTo>
                  <a:pt x="8063" y="652"/>
                </a:lnTo>
                <a:lnTo>
                  <a:pt x="8066" y="652"/>
                </a:lnTo>
                <a:lnTo>
                  <a:pt x="8069" y="652"/>
                </a:lnTo>
                <a:lnTo>
                  <a:pt x="8071" y="654"/>
                </a:lnTo>
                <a:lnTo>
                  <a:pt x="8072" y="654"/>
                </a:lnTo>
                <a:lnTo>
                  <a:pt x="8072" y="655"/>
                </a:lnTo>
                <a:lnTo>
                  <a:pt x="8073" y="655"/>
                </a:lnTo>
                <a:lnTo>
                  <a:pt x="8074" y="656"/>
                </a:lnTo>
                <a:lnTo>
                  <a:pt x="8075" y="657"/>
                </a:lnTo>
                <a:lnTo>
                  <a:pt x="8076" y="658"/>
                </a:lnTo>
                <a:lnTo>
                  <a:pt x="8077" y="658"/>
                </a:lnTo>
                <a:lnTo>
                  <a:pt x="8079" y="658"/>
                </a:lnTo>
                <a:lnTo>
                  <a:pt x="8080" y="658"/>
                </a:lnTo>
                <a:lnTo>
                  <a:pt x="8081" y="658"/>
                </a:lnTo>
                <a:lnTo>
                  <a:pt x="8083" y="657"/>
                </a:lnTo>
                <a:lnTo>
                  <a:pt x="8084" y="656"/>
                </a:lnTo>
                <a:lnTo>
                  <a:pt x="8085" y="654"/>
                </a:lnTo>
                <a:lnTo>
                  <a:pt x="8085" y="653"/>
                </a:lnTo>
                <a:lnTo>
                  <a:pt x="8084" y="653"/>
                </a:lnTo>
                <a:lnTo>
                  <a:pt x="8084" y="652"/>
                </a:lnTo>
                <a:lnTo>
                  <a:pt x="8084" y="651"/>
                </a:lnTo>
                <a:lnTo>
                  <a:pt x="8083" y="650"/>
                </a:lnTo>
                <a:lnTo>
                  <a:pt x="8082" y="649"/>
                </a:lnTo>
                <a:lnTo>
                  <a:pt x="8082" y="647"/>
                </a:lnTo>
                <a:lnTo>
                  <a:pt x="8081" y="645"/>
                </a:lnTo>
                <a:lnTo>
                  <a:pt x="8081" y="644"/>
                </a:lnTo>
                <a:lnTo>
                  <a:pt x="8082" y="643"/>
                </a:lnTo>
                <a:lnTo>
                  <a:pt x="8083" y="641"/>
                </a:lnTo>
                <a:lnTo>
                  <a:pt x="8085" y="639"/>
                </a:lnTo>
                <a:lnTo>
                  <a:pt x="8086" y="638"/>
                </a:lnTo>
                <a:lnTo>
                  <a:pt x="8088" y="637"/>
                </a:lnTo>
                <a:lnTo>
                  <a:pt x="8090" y="638"/>
                </a:lnTo>
                <a:lnTo>
                  <a:pt x="8092" y="638"/>
                </a:lnTo>
                <a:lnTo>
                  <a:pt x="8093" y="638"/>
                </a:lnTo>
                <a:lnTo>
                  <a:pt x="8094" y="638"/>
                </a:lnTo>
                <a:lnTo>
                  <a:pt x="8097" y="638"/>
                </a:lnTo>
                <a:lnTo>
                  <a:pt x="8100" y="639"/>
                </a:lnTo>
                <a:lnTo>
                  <a:pt x="8102" y="640"/>
                </a:lnTo>
                <a:lnTo>
                  <a:pt x="8104" y="642"/>
                </a:lnTo>
                <a:lnTo>
                  <a:pt x="8105" y="644"/>
                </a:lnTo>
                <a:lnTo>
                  <a:pt x="8105" y="645"/>
                </a:lnTo>
                <a:lnTo>
                  <a:pt x="8106" y="648"/>
                </a:lnTo>
                <a:lnTo>
                  <a:pt x="8108" y="653"/>
                </a:lnTo>
                <a:lnTo>
                  <a:pt x="8109" y="656"/>
                </a:lnTo>
                <a:lnTo>
                  <a:pt x="8110" y="658"/>
                </a:lnTo>
                <a:lnTo>
                  <a:pt x="8110" y="659"/>
                </a:lnTo>
                <a:lnTo>
                  <a:pt x="8110" y="660"/>
                </a:lnTo>
                <a:lnTo>
                  <a:pt x="8111" y="661"/>
                </a:lnTo>
                <a:lnTo>
                  <a:pt x="8112" y="662"/>
                </a:lnTo>
                <a:lnTo>
                  <a:pt x="8112" y="663"/>
                </a:lnTo>
                <a:lnTo>
                  <a:pt x="8113" y="663"/>
                </a:lnTo>
                <a:lnTo>
                  <a:pt x="8114" y="664"/>
                </a:lnTo>
                <a:lnTo>
                  <a:pt x="8115" y="664"/>
                </a:lnTo>
                <a:lnTo>
                  <a:pt x="8117" y="664"/>
                </a:lnTo>
                <a:lnTo>
                  <a:pt x="8117" y="665"/>
                </a:lnTo>
                <a:lnTo>
                  <a:pt x="8118" y="664"/>
                </a:lnTo>
                <a:lnTo>
                  <a:pt x="8119" y="664"/>
                </a:lnTo>
                <a:lnTo>
                  <a:pt x="8120" y="663"/>
                </a:lnTo>
                <a:lnTo>
                  <a:pt x="8121" y="663"/>
                </a:lnTo>
                <a:lnTo>
                  <a:pt x="8123" y="661"/>
                </a:lnTo>
                <a:lnTo>
                  <a:pt x="8124" y="660"/>
                </a:lnTo>
                <a:lnTo>
                  <a:pt x="8124" y="659"/>
                </a:lnTo>
                <a:lnTo>
                  <a:pt x="8125" y="659"/>
                </a:lnTo>
                <a:lnTo>
                  <a:pt x="8126" y="659"/>
                </a:lnTo>
                <a:lnTo>
                  <a:pt x="8126" y="658"/>
                </a:lnTo>
                <a:lnTo>
                  <a:pt x="8127" y="658"/>
                </a:lnTo>
                <a:lnTo>
                  <a:pt x="8128" y="658"/>
                </a:lnTo>
                <a:lnTo>
                  <a:pt x="8128" y="657"/>
                </a:lnTo>
                <a:lnTo>
                  <a:pt x="8129" y="657"/>
                </a:lnTo>
                <a:lnTo>
                  <a:pt x="8130" y="657"/>
                </a:lnTo>
                <a:lnTo>
                  <a:pt x="8131" y="657"/>
                </a:lnTo>
                <a:lnTo>
                  <a:pt x="8132" y="657"/>
                </a:lnTo>
                <a:lnTo>
                  <a:pt x="8133" y="658"/>
                </a:lnTo>
                <a:lnTo>
                  <a:pt x="8135" y="659"/>
                </a:lnTo>
                <a:lnTo>
                  <a:pt x="8136" y="660"/>
                </a:lnTo>
                <a:lnTo>
                  <a:pt x="8137" y="660"/>
                </a:lnTo>
                <a:lnTo>
                  <a:pt x="8138" y="662"/>
                </a:lnTo>
                <a:lnTo>
                  <a:pt x="8139" y="663"/>
                </a:lnTo>
                <a:lnTo>
                  <a:pt x="8139" y="664"/>
                </a:lnTo>
                <a:lnTo>
                  <a:pt x="8139" y="665"/>
                </a:lnTo>
                <a:lnTo>
                  <a:pt x="8140" y="666"/>
                </a:lnTo>
                <a:lnTo>
                  <a:pt x="8140" y="667"/>
                </a:lnTo>
                <a:lnTo>
                  <a:pt x="8140" y="668"/>
                </a:lnTo>
                <a:lnTo>
                  <a:pt x="8140" y="670"/>
                </a:lnTo>
                <a:lnTo>
                  <a:pt x="8141" y="673"/>
                </a:lnTo>
                <a:lnTo>
                  <a:pt x="8142" y="674"/>
                </a:lnTo>
                <a:lnTo>
                  <a:pt x="8143" y="675"/>
                </a:lnTo>
                <a:lnTo>
                  <a:pt x="8145" y="676"/>
                </a:lnTo>
                <a:lnTo>
                  <a:pt x="8147" y="677"/>
                </a:lnTo>
                <a:lnTo>
                  <a:pt x="8148" y="677"/>
                </a:lnTo>
                <a:lnTo>
                  <a:pt x="8151" y="677"/>
                </a:lnTo>
                <a:lnTo>
                  <a:pt x="8153" y="676"/>
                </a:lnTo>
                <a:lnTo>
                  <a:pt x="8154" y="675"/>
                </a:lnTo>
                <a:lnTo>
                  <a:pt x="8155" y="675"/>
                </a:lnTo>
                <a:lnTo>
                  <a:pt x="8156" y="675"/>
                </a:lnTo>
                <a:lnTo>
                  <a:pt x="8156" y="676"/>
                </a:lnTo>
                <a:lnTo>
                  <a:pt x="8157" y="677"/>
                </a:lnTo>
                <a:lnTo>
                  <a:pt x="8158" y="679"/>
                </a:lnTo>
                <a:lnTo>
                  <a:pt x="8158" y="680"/>
                </a:lnTo>
                <a:lnTo>
                  <a:pt x="8158" y="681"/>
                </a:lnTo>
                <a:lnTo>
                  <a:pt x="8158" y="683"/>
                </a:lnTo>
                <a:lnTo>
                  <a:pt x="8158" y="684"/>
                </a:lnTo>
                <a:lnTo>
                  <a:pt x="8158" y="685"/>
                </a:lnTo>
                <a:lnTo>
                  <a:pt x="8158" y="686"/>
                </a:lnTo>
                <a:lnTo>
                  <a:pt x="8159" y="687"/>
                </a:lnTo>
                <a:lnTo>
                  <a:pt x="8160" y="688"/>
                </a:lnTo>
                <a:lnTo>
                  <a:pt x="8161" y="688"/>
                </a:lnTo>
                <a:lnTo>
                  <a:pt x="8163" y="688"/>
                </a:lnTo>
                <a:lnTo>
                  <a:pt x="8166" y="688"/>
                </a:lnTo>
                <a:lnTo>
                  <a:pt x="8168" y="688"/>
                </a:lnTo>
                <a:lnTo>
                  <a:pt x="8169" y="688"/>
                </a:lnTo>
                <a:lnTo>
                  <a:pt x="8170" y="689"/>
                </a:lnTo>
                <a:lnTo>
                  <a:pt x="8170" y="690"/>
                </a:lnTo>
                <a:lnTo>
                  <a:pt x="8171" y="691"/>
                </a:lnTo>
                <a:lnTo>
                  <a:pt x="8171" y="692"/>
                </a:lnTo>
                <a:lnTo>
                  <a:pt x="8171" y="693"/>
                </a:lnTo>
                <a:lnTo>
                  <a:pt x="8171" y="694"/>
                </a:lnTo>
                <a:lnTo>
                  <a:pt x="8170" y="696"/>
                </a:lnTo>
                <a:lnTo>
                  <a:pt x="8170" y="697"/>
                </a:lnTo>
                <a:lnTo>
                  <a:pt x="8170" y="698"/>
                </a:lnTo>
                <a:lnTo>
                  <a:pt x="8171" y="699"/>
                </a:lnTo>
                <a:lnTo>
                  <a:pt x="8172" y="700"/>
                </a:lnTo>
                <a:lnTo>
                  <a:pt x="8175" y="701"/>
                </a:lnTo>
                <a:lnTo>
                  <a:pt x="8177" y="701"/>
                </a:lnTo>
                <a:lnTo>
                  <a:pt x="8179" y="701"/>
                </a:lnTo>
                <a:lnTo>
                  <a:pt x="8181" y="701"/>
                </a:lnTo>
                <a:lnTo>
                  <a:pt x="8183" y="701"/>
                </a:lnTo>
                <a:lnTo>
                  <a:pt x="8185" y="701"/>
                </a:lnTo>
                <a:lnTo>
                  <a:pt x="8186" y="702"/>
                </a:lnTo>
                <a:lnTo>
                  <a:pt x="8187" y="702"/>
                </a:lnTo>
                <a:lnTo>
                  <a:pt x="8188" y="703"/>
                </a:lnTo>
                <a:lnTo>
                  <a:pt x="8188" y="704"/>
                </a:lnTo>
                <a:lnTo>
                  <a:pt x="8189" y="704"/>
                </a:lnTo>
                <a:lnTo>
                  <a:pt x="8189" y="705"/>
                </a:lnTo>
                <a:lnTo>
                  <a:pt x="8190" y="706"/>
                </a:lnTo>
                <a:lnTo>
                  <a:pt x="8191" y="708"/>
                </a:lnTo>
                <a:lnTo>
                  <a:pt x="8192" y="708"/>
                </a:lnTo>
                <a:lnTo>
                  <a:pt x="8193" y="709"/>
                </a:lnTo>
                <a:lnTo>
                  <a:pt x="8195" y="709"/>
                </a:lnTo>
                <a:lnTo>
                  <a:pt x="8197" y="710"/>
                </a:lnTo>
                <a:lnTo>
                  <a:pt x="8198" y="710"/>
                </a:lnTo>
                <a:lnTo>
                  <a:pt x="8200" y="710"/>
                </a:lnTo>
                <a:lnTo>
                  <a:pt x="8201" y="711"/>
                </a:lnTo>
                <a:lnTo>
                  <a:pt x="8202" y="711"/>
                </a:lnTo>
                <a:lnTo>
                  <a:pt x="8204" y="712"/>
                </a:lnTo>
                <a:lnTo>
                  <a:pt x="8205" y="712"/>
                </a:lnTo>
                <a:lnTo>
                  <a:pt x="8206" y="713"/>
                </a:lnTo>
                <a:lnTo>
                  <a:pt x="8207" y="713"/>
                </a:lnTo>
                <a:lnTo>
                  <a:pt x="8207" y="714"/>
                </a:lnTo>
                <a:lnTo>
                  <a:pt x="8208" y="714"/>
                </a:lnTo>
                <a:lnTo>
                  <a:pt x="8209" y="714"/>
                </a:lnTo>
                <a:lnTo>
                  <a:pt x="8212" y="716"/>
                </a:lnTo>
                <a:lnTo>
                  <a:pt x="8214" y="717"/>
                </a:lnTo>
                <a:lnTo>
                  <a:pt x="8216" y="718"/>
                </a:lnTo>
                <a:lnTo>
                  <a:pt x="8218" y="719"/>
                </a:lnTo>
                <a:lnTo>
                  <a:pt x="8218" y="720"/>
                </a:lnTo>
                <a:lnTo>
                  <a:pt x="8220" y="722"/>
                </a:lnTo>
                <a:lnTo>
                  <a:pt x="8222" y="723"/>
                </a:lnTo>
                <a:lnTo>
                  <a:pt x="8222" y="724"/>
                </a:lnTo>
                <a:lnTo>
                  <a:pt x="8224" y="724"/>
                </a:lnTo>
                <a:lnTo>
                  <a:pt x="8227" y="723"/>
                </a:lnTo>
                <a:lnTo>
                  <a:pt x="8228" y="722"/>
                </a:lnTo>
                <a:lnTo>
                  <a:pt x="8229" y="722"/>
                </a:lnTo>
                <a:lnTo>
                  <a:pt x="8229" y="721"/>
                </a:lnTo>
                <a:lnTo>
                  <a:pt x="8230" y="721"/>
                </a:lnTo>
                <a:lnTo>
                  <a:pt x="8233" y="718"/>
                </a:lnTo>
                <a:lnTo>
                  <a:pt x="8236" y="716"/>
                </a:lnTo>
                <a:lnTo>
                  <a:pt x="8238" y="714"/>
                </a:lnTo>
                <a:lnTo>
                  <a:pt x="8241" y="712"/>
                </a:lnTo>
                <a:lnTo>
                  <a:pt x="8242" y="710"/>
                </a:lnTo>
                <a:lnTo>
                  <a:pt x="8243" y="710"/>
                </a:lnTo>
                <a:lnTo>
                  <a:pt x="8244" y="710"/>
                </a:lnTo>
                <a:lnTo>
                  <a:pt x="8244" y="709"/>
                </a:lnTo>
                <a:lnTo>
                  <a:pt x="8245" y="709"/>
                </a:lnTo>
                <a:lnTo>
                  <a:pt x="8246" y="709"/>
                </a:lnTo>
                <a:lnTo>
                  <a:pt x="8247" y="708"/>
                </a:lnTo>
                <a:lnTo>
                  <a:pt x="8248" y="708"/>
                </a:lnTo>
                <a:lnTo>
                  <a:pt x="8249" y="708"/>
                </a:lnTo>
                <a:lnTo>
                  <a:pt x="8250" y="708"/>
                </a:lnTo>
                <a:lnTo>
                  <a:pt x="8251" y="708"/>
                </a:lnTo>
                <a:lnTo>
                  <a:pt x="8251" y="709"/>
                </a:lnTo>
                <a:lnTo>
                  <a:pt x="8252" y="709"/>
                </a:lnTo>
                <a:lnTo>
                  <a:pt x="8253" y="710"/>
                </a:lnTo>
                <a:lnTo>
                  <a:pt x="8253" y="711"/>
                </a:lnTo>
                <a:lnTo>
                  <a:pt x="8254" y="711"/>
                </a:lnTo>
                <a:lnTo>
                  <a:pt x="8254" y="712"/>
                </a:lnTo>
                <a:lnTo>
                  <a:pt x="8254" y="713"/>
                </a:lnTo>
                <a:lnTo>
                  <a:pt x="8255" y="713"/>
                </a:lnTo>
                <a:lnTo>
                  <a:pt x="8255" y="714"/>
                </a:lnTo>
                <a:lnTo>
                  <a:pt x="8256" y="715"/>
                </a:lnTo>
                <a:lnTo>
                  <a:pt x="8257" y="715"/>
                </a:lnTo>
                <a:lnTo>
                  <a:pt x="8258" y="716"/>
                </a:lnTo>
                <a:lnTo>
                  <a:pt x="8259" y="716"/>
                </a:lnTo>
                <a:lnTo>
                  <a:pt x="8260" y="716"/>
                </a:lnTo>
                <a:lnTo>
                  <a:pt x="8262" y="716"/>
                </a:lnTo>
                <a:lnTo>
                  <a:pt x="8263" y="716"/>
                </a:lnTo>
                <a:lnTo>
                  <a:pt x="8263" y="715"/>
                </a:lnTo>
                <a:lnTo>
                  <a:pt x="8264" y="715"/>
                </a:lnTo>
                <a:lnTo>
                  <a:pt x="8265" y="714"/>
                </a:lnTo>
                <a:lnTo>
                  <a:pt x="8266" y="713"/>
                </a:lnTo>
                <a:lnTo>
                  <a:pt x="8267" y="712"/>
                </a:lnTo>
                <a:lnTo>
                  <a:pt x="8267" y="711"/>
                </a:lnTo>
                <a:lnTo>
                  <a:pt x="8268" y="711"/>
                </a:lnTo>
                <a:lnTo>
                  <a:pt x="8268" y="710"/>
                </a:lnTo>
                <a:lnTo>
                  <a:pt x="8269" y="710"/>
                </a:lnTo>
                <a:lnTo>
                  <a:pt x="8270" y="708"/>
                </a:lnTo>
                <a:lnTo>
                  <a:pt x="8271" y="708"/>
                </a:lnTo>
                <a:lnTo>
                  <a:pt x="8271" y="707"/>
                </a:lnTo>
                <a:lnTo>
                  <a:pt x="8272" y="707"/>
                </a:lnTo>
                <a:lnTo>
                  <a:pt x="8273" y="707"/>
                </a:lnTo>
                <a:lnTo>
                  <a:pt x="8273" y="706"/>
                </a:lnTo>
                <a:lnTo>
                  <a:pt x="8274" y="706"/>
                </a:lnTo>
                <a:lnTo>
                  <a:pt x="8275" y="706"/>
                </a:lnTo>
                <a:lnTo>
                  <a:pt x="8276" y="706"/>
                </a:lnTo>
                <a:lnTo>
                  <a:pt x="8277" y="706"/>
                </a:lnTo>
                <a:lnTo>
                  <a:pt x="8278" y="706"/>
                </a:lnTo>
                <a:lnTo>
                  <a:pt x="8279" y="706"/>
                </a:lnTo>
                <a:lnTo>
                  <a:pt x="8280" y="706"/>
                </a:lnTo>
                <a:lnTo>
                  <a:pt x="8281" y="706"/>
                </a:lnTo>
                <a:lnTo>
                  <a:pt x="8281" y="707"/>
                </a:lnTo>
                <a:lnTo>
                  <a:pt x="8282" y="708"/>
                </a:lnTo>
                <a:lnTo>
                  <a:pt x="8282" y="709"/>
                </a:lnTo>
                <a:lnTo>
                  <a:pt x="8282" y="710"/>
                </a:lnTo>
                <a:lnTo>
                  <a:pt x="8282" y="711"/>
                </a:lnTo>
                <a:lnTo>
                  <a:pt x="8282" y="712"/>
                </a:lnTo>
                <a:lnTo>
                  <a:pt x="8282" y="713"/>
                </a:lnTo>
                <a:lnTo>
                  <a:pt x="8281" y="713"/>
                </a:lnTo>
                <a:lnTo>
                  <a:pt x="8281" y="714"/>
                </a:lnTo>
                <a:lnTo>
                  <a:pt x="8281" y="715"/>
                </a:lnTo>
                <a:lnTo>
                  <a:pt x="8280" y="715"/>
                </a:lnTo>
                <a:lnTo>
                  <a:pt x="8280" y="717"/>
                </a:lnTo>
                <a:lnTo>
                  <a:pt x="8279" y="717"/>
                </a:lnTo>
                <a:lnTo>
                  <a:pt x="8279" y="718"/>
                </a:lnTo>
                <a:lnTo>
                  <a:pt x="8279" y="719"/>
                </a:lnTo>
                <a:lnTo>
                  <a:pt x="8278" y="719"/>
                </a:lnTo>
                <a:lnTo>
                  <a:pt x="8278" y="720"/>
                </a:lnTo>
                <a:lnTo>
                  <a:pt x="8278" y="721"/>
                </a:lnTo>
                <a:lnTo>
                  <a:pt x="8277" y="722"/>
                </a:lnTo>
                <a:lnTo>
                  <a:pt x="8277" y="723"/>
                </a:lnTo>
                <a:lnTo>
                  <a:pt x="8277" y="724"/>
                </a:lnTo>
                <a:lnTo>
                  <a:pt x="8277" y="725"/>
                </a:lnTo>
                <a:lnTo>
                  <a:pt x="8276" y="725"/>
                </a:lnTo>
                <a:lnTo>
                  <a:pt x="8276" y="726"/>
                </a:lnTo>
                <a:lnTo>
                  <a:pt x="8276" y="727"/>
                </a:lnTo>
                <a:lnTo>
                  <a:pt x="8276" y="730"/>
                </a:lnTo>
                <a:lnTo>
                  <a:pt x="8276" y="731"/>
                </a:lnTo>
                <a:lnTo>
                  <a:pt x="8276" y="732"/>
                </a:lnTo>
                <a:lnTo>
                  <a:pt x="8276" y="734"/>
                </a:lnTo>
                <a:lnTo>
                  <a:pt x="8276" y="735"/>
                </a:lnTo>
                <a:lnTo>
                  <a:pt x="8276" y="736"/>
                </a:lnTo>
                <a:lnTo>
                  <a:pt x="8276" y="738"/>
                </a:lnTo>
                <a:lnTo>
                  <a:pt x="8275" y="739"/>
                </a:lnTo>
                <a:lnTo>
                  <a:pt x="8275" y="740"/>
                </a:lnTo>
                <a:lnTo>
                  <a:pt x="8275" y="743"/>
                </a:lnTo>
                <a:lnTo>
                  <a:pt x="8275" y="744"/>
                </a:lnTo>
                <a:lnTo>
                  <a:pt x="8275" y="747"/>
                </a:lnTo>
                <a:lnTo>
                  <a:pt x="8275" y="749"/>
                </a:lnTo>
                <a:lnTo>
                  <a:pt x="8275" y="750"/>
                </a:lnTo>
                <a:lnTo>
                  <a:pt x="8275" y="751"/>
                </a:lnTo>
                <a:lnTo>
                  <a:pt x="8274" y="752"/>
                </a:lnTo>
                <a:lnTo>
                  <a:pt x="8274" y="753"/>
                </a:lnTo>
                <a:lnTo>
                  <a:pt x="8274" y="754"/>
                </a:lnTo>
                <a:lnTo>
                  <a:pt x="8274" y="755"/>
                </a:lnTo>
                <a:lnTo>
                  <a:pt x="8274" y="756"/>
                </a:lnTo>
                <a:lnTo>
                  <a:pt x="8273" y="756"/>
                </a:lnTo>
                <a:lnTo>
                  <a:pt x="8273" y="757"/>
                </a:lnTo>
                <a:lnTo>
                  <a:pt x="8273" y="758"/>
                </a:lnTo>
                <a:lnTo>
                  <a:pt x="8273" y="760"/>
                </a:lnTo>
                <a:lnTo>
                  <a:pt x="8273" y="761"/>
                </a:lnTo>
                <a:lnTo>
                  <a:pt x="8273" y="762"/>
                </a:lnTo>
                <a:lnTo>
                  <a:pt x="8273" y="763"/>
                </a:lnTo>
                <a:lnTo>
                  <a:pt x="8274" y="763"/>
                </a:lnTo>
                <a:lnTo>
                  <a:pt x="8274" y="764"/>
                </a:lnTo>
                <a:lnTo>
                  <a:pt x="8275" y="764"/>
                </a:lnTo>
                <a:lnTo>
                  <a:pt x="8276" y="764"/>
                </a:lnTo>
                <a:lnTo>
                  <a:pt x="8277" y="764"/>
                </a:lnTo>
                <a:lnTo>
                  <a:pt x="8278" y="764"/>
                </a:lnTo>
                <a:lnTo>
                  <a:pt x="8280" y="764"/>
                </a:lnTo>
                <a:lnTo>
                  <a:pt x="8283" y="764"/>
                </a:lnTo>
                <a:lnTo>
                  <a:pt x="8284" y="765"/>
                </a:lnTo>
                <a:lnTo>
                  <a:pt x="8285" y="765"/>
                </a:lnTo>
                <a:lnTo>
                  <a:pt x="8286" y="766"/>
                </a:lnTo>
                <a:lnTo>
                  <a:pt x="8286" y="767"/>
                </a:lnTo>
                <a:lnTo>
                  <a:pt x="8287" y="767"/>
                </a:lnTo>
                <a:lnTo>
                  <a:pt x="8287" y="768"/>
                </a:lnTo>
                <a:lnTo>
                  <a:pt x="8287" y="769"/>
                </a:lnTo>
                <a:lnTo>
                  <a:pt x="8287" y="770"/>
                </a:lnTo>
                <a:lnTo>
                  <a:pt x="8288" y="770"/>
                </a:lnTo>
                <a:lnTo>
                  <a:pt x="8288" y="771"/>
                </a:lnTo>
                <a:lnTo>
                  <a:pt x="8288" y="772"/>
                </a:lnTo>
                <a:lnTo>
                  <a:pt x="8288" y="773"/>
                </a:lnTo>
                <a:lnTo>
                  <a:pt x="8288" y="774"/>
                </a:lnTo>
                <a:lnTo>
                  <a:pt x="8289" y="775"/>
                </a:lnTo>
                <a:lnTo>
                  <a:pt x="8289" y="776"/>
                </a:lnTo>
                <a:lnTo>
                  <a:pt x="8289" y="777"/>
                </a:lnTo>
                <a:lnTo>
                  <a:pt x="8290" y="779"/>
                </a:lnTo>
                <a:lnTo>
                  <a:pt x="8290" y="780"/>
                </a:lnTo>
                <a:lnTo>
                  <a:pt x="8290" y="781"/>
                </a:lnTo>
                <a:lnTo>
                  <a:pt x="8291" y="781"/>
                </a:lnTo>
                <a:lnTo>
                  <a:pt x="8291" y="782"/>
                </a:lnTo>
                <a:lnTo>
                  <a:pt x="8292" y="782"/>
                </a:lnTo>
                <a:lnTo>
                  <a:pt x="8292" y="783"/>
                </a:lnTo>
                <a:lnTo>
                  <a:pt x="8293" y="784"/>
                </a:lnTo>
                <a:lnTo>
                  <a:pt x="8294" y="784"/>
                </a:lnTo>
                <a:lnTo>
                  <a:pt x="8295" y="784"/>
                </a:lnTo>
                <a:lnTo>
                  <a:pt x="8296" y="784"/>
                </a:lnTo>
                <a:lnTo>
                  <a:pt x="8296" y="783"/>
                </a:lnTo>
                <a:lnTo>
                  <a:pt x="8297" y="783"/>
                </a:lnTo>
                <a:lnTo>
                  <a:pt x="8298" y="783"/>
                </a:lnTo>
                <a:lnTo>
                  <a:pt x="8298" y="782"/>
                </a:lnTo>
                <a:lnTo>
                  <a:pt x="8299" y="782"/>
                </a:lnTo>
                <a:lnTo>
                  <a:pt x="8299" y="781"/>
                </a:lnTo>
                <a:lnTo>
                  <a:pt x="8300" y="781"/>
                </a:lnTo>
                <a:lnTo>
                  <a:pt x="8300" y="780"/>
                </a:lnTo>
                <a:lnTo>
                  <a:pt x="8301" y="780"/>
                </a:lnTo>
                <a:lnTo>
                  <a:pt x="8301" y="779"/>
                </a:lnTo>
                <a:lnTo>
                  <a:pt x="8302" y="778"/>
                </a:lnTo>
                <a:lnTo>
                  <a:pt x="8303" y="777"/>
                </a:lnTo>
                <a:lnTo>
                  <a:pt x="8303" y="776"/>
                </a:lnTo>
                <a:lnTo>
                  <a:pt x="8304" y="776"/>
                </a:lnTo>
                <a:lnTo>
                  <a:pt x="8304" y="775"/>
                </a:lnTo>
                <a:lnTo>
                  <a:pt x="8305" y="775"/>
                </a:lnTo>
                <a:lnTo>
                  <a:pt x="8306" y="775"/>
                </a:lnTo>
                <a:lnTo>
                  <a:pt x="8307" y="775"/>
                </a:lnTo>
                <a:lnTo>
                  <a:pt x="8308" y="775"/>
                </a:lnTo>
                <a:lnTo>
                  <a:pt x="8308" y="776"/>
                </a:lnTo>
                <a:lnTo>
                  <a:pt x="8309" y="776"/>
                </a:lnTo>
                <a:lnTo>
                  <a:pt x="8310" y="777"/>
                </a:lnTo>
                <a:lnTo>
                  <a:pt x="8311" y="778"/>
                </a:lnTo>
                <a:lnTo>
                  <a:pt x="8312" y="779"/>
                </a:lnTo>
                <a:lnTo>
                  <a:pt x="8312" y="782"/>
                </a:lnTo>
                <a:lnTo>
                  <a:pt x="8312" y="783"/>
                </a:lnTo>
                <a:lnTo>
                  <a:pt x="8311" y="784"/>
                </a:lnTo>
                <a:lnTo>
                  <a:pt x="8311" y="785"/>
                </a:lnTo>
                <a:lnTo>
                  <a:pt x="8310" y="787"/>
                </a:lnTo>
                <a:lnTo>
                  <a:pt x="8310" y="788"/>
                </a:lnTo>
                <a:lnTo>
                  <a:pt x="8310" y="790"/>
                </a:lnTo>
                <a:lnTo>
                  <a:pt x="8310" y="791"/>
                </a:lnTo>
                <a:lnTo>
                  <a:pt x="8312" y="793"/>
                </a:lnTo>
                <a:lnTo>
                  <a:pt x="8312" y="794"/>
                </a:lnTo>
                <a:lnTo>
                  <a:pt x="8313" y="794"/>
                </a:lnTo>
                <a:lnTo>
                  <a:pt x="8313" y="795"/>
                </a:lnTo>
                <a:lnTo>
                  <a:pt x="8314" y="796"/>
                </a:lnTo>
                <a:lnTo>
                  <a:pt x="8315" y="797"/>
                </a:lnTo>
                <a:lnTo>
                  <a:pt x="8315" y="798"/>
                </a:lnTo>
                <a:lnTo>
                  <a:pt x="8316" y="798"/>
                </a:lnTo>
                <a:lnTo>
                  <a:pt x="8316" y="799"/>
                </a:lnTo>
                <a:lnTo>
                  <a:pt x="8317" y="800"/>
                </a:lnTo>
                <a:lnTo>
                  <a:pt x="8317" y="801"/>
                </a:lnTo>
                <a:lnTo>
                  <a:pt x="8318" y="801"/>
                </a:lnTo>
                <a:lnTo>
                  <a:pt x="8318" y="802"/>
                </a:lnTo>
                <a:lnTo>
                  <a:pt x="8318" y="803"/>
                </a:lnTo>
                <a:lnTo>
                  <a:pt x="8318" y="804"/>
                </a:lnTo>
                <a:lnTo>
                  <a:pt x="8319" y="804"/>
                </a:lnTo>
                <a:lnTo>
                  <a:pt x="8320" y="805"/>
                </a:lnTo>
                <a:lnTo>
                  <a:pt x="8321" y="805"/>
                </a:lnTo>
                <a:lnTo>
                  <a:pt x="8321" y="806"/>
                </a:lnTo>
                <a:lnTo>
                  <a:pt x="8322" y="806"/>
                </a:lnTo>
                <a:lnTo>
                  <a:pt x="8322" y="805"/>
                </a:lnTo>
                <a:lnTo>
                  <a:pt x="8324" y="805"/>
                </a:lnTo>
                <a:lnTo>
                  <a:pt x="8324" y="806"/>
                </a:lnTo>
                <a:lnTo>
                  <a:pt x="8325" y="806"/>
                </a:lnTo>
                <a:lnTo>
                  <a:pt x="8326" y="806"/>
                </a:lnTo>
                <a:lnTo>
                  <a:pt x="8327" y="807"/>
                </a:lnTo>
                <a:lnTo>
                  <a:pt x="8327" y="808"/>
                </a:lnTo>
                <a:lnTo>
                  <a:pt x="8327" y="809"/>
                </a:lnTo>
                <a:lnTo>
                  <a:pt x="8328" y="809"/>
                </a:lnTo>
                <a:lnTo>
                  <a:pt x="8328" y="810"/>
                </a:lnTo>
                <a:lnTo>
                  <a:pt x="8328" y="811"/>
                </a:lnTo>
                <a:lnTo>
                  <a:pt x="8329" y="811"/>
                </a:lnTo>
                <a:lnTo>
                  <a:pt x="8330" y="812"/>
                </a:lnTo>
                <a:lnTo>
                  <a:pt x="8331" y="812"/>
                </a:lnTo>
                <a:lnTo>
                  <a:pt x="8331" y="813"/>
                </a:lnTo>
                <a:lnTo>
                  <a:pt x="8331" y="814"/>
                </a:lnTo>
                <a:lnTo>
                  <a:pt x="8331" y="815"/>
                </a:lnTo>
                <a:lnTo>
                  <a:pt x="8330" y="816"/>
                </a:lnTo>
                <a:lnTo>
                  <a:pt x="8330" y="817"/>
                </a:lnTo>
                <a:lnTo>
                  <a:pt x="8329" y="817"/>
                </a:lnTo>
                <a:lnTo>
                  <a:pt x="8329" y="818"/>
                </a:lnTo>
                <a:lnTo>
                  <a:pt x="8329" y="819"/>
                </a:lnTo>
                <a:lnTo>
                  <a:pt x="8329" y="820"/>
                </a:lnTo>
                <a:lnTo>
                  <a:pt x="8329" y="821"/>
                </a:lnTo>
                <a:lnTo>
                  <a:pt x="8329" y="822"/>
                </a:lnTo>
                <a:lnTo>
                  <a:pt x="8328" y="823"/>
                </a:lnTo>
                <a:lnTo>
                  <a:pt x="8327" y="823"/>
                </a:lnTo>
                <a:lnTo>
                  <a:pt x="8326" y="823"/>
                </a:lnTo>
                <a:lnTo>
                  <a:pt x="8326" y="824"/>
                </a:lnTo>
                <a:lnTo>
                  <a:pt x="8325" y="824"/>
                </a:lnTo>
                <a:lnTo>
                  <a:pt x="8325" y="825"/>
                </a:lnTo>
                <a:lnTo>
                  <a:pt x="8325" y="829"/>
                </a:lnTo>
                <a:lnTo>
                  <a:pt x="8325" y="830"/>
                </a:lnTo>
                <a:lnTo>
                  <a:pt x="8324" y="830"/>
                </a:lnTo>
                <a:lnTo>
                  <a:pt x="8324" y="831"/>
                </a:lnTo>
                <a:lnTo>
                  <a:pt x="8324" y="832"/>
                </a:lnTo>
                <a:lnTo>
                  <a:pt x="8324" y="833"/>
                </a:lnTo>
                <a:lnTo>
                  <a:pt x="8325" y="833"/>
                </a:lnTo>
                <a:lnTo>
                  <a:pt x="8325" y="834"/>
                </a:lnTo>
                <a:lnTo>
                  <a:pt x="8325" y="835"/>
                </a:lnTo>
                <a:lnTo>
                  <a:pt x="8325" y="836"/>
                </a:lnTo>
                <a:lnTo>
                  <a:pt x="8326" y="837"/>
                </a:lnTo>
                <a:lnTo>
                  <a:pt x="8326" y="838"/>
                </a:lnTo>
                <a:lnTo>
                  <a:pt x="8326" y="839"/>
                </a:lnTo>
                <a:lnTo>
                  <a:pt x="8325" y="841"/>
                </a:lnTo>
                <a:lnTo>
                  <a:pt x="8324" y="841"/>
                </a:lnTo>
                <a:lnTo>
                  <a:pt x="8324" y="842"/>
                </a:lnTo>
                <a:lnTo>
                  <a:pt x="8323" y="843"/>
                </a:lnTo>
                <a:lnTo>
                  <a:pt x="8322" y="844"/>
                </a:lnTo>
                <a:lnTo>
                  <a:pt x="8322" y="845"/>
                </a:lnTo>
                <a:lnTo>
                  <a:pt x="8321" y="847"/>
                </a:lnTo>
                <a:lnTo>
                  <a:pt x="8321" y="848"/>
                </a:lnTo>
                <a:lnTo>
                  <a:pt x="8320" y="849"/>
                </a:lnTo>
                <a:lnTo>
                  <a:pt x="8320" y="850"/>
                </a:lnTo>
                <a:lnTo>
                  <a:pt x="8319" y="850"/>
                </a:lnTo>
                <a:lnTo>
                  <a:pt x="8319" y="851"/>
                </a:lnTo>
                <a:lnTo>
                  <a:pt x="8318" y="852"/>
                </a:lnTo>
                <a:lnTo>
                  <a:pt x="8318" y="853"/>
                </a:lnTo>
                <a:lnTo>
                  <a:pt x="8317" y="854"/>
                </a:lnTo>
                <a:lnTo>
                  <a:pt x="8317" y="855"/>
                </a:lnTo>
                <a:lnTo>
                  <a:pt x="8317" y="856"/>
                </a:lnTo>
                <a:lnTo>
                  <a:pt x="8317" y="857"/>
                </a:lnTo>
                <a:lnTo>
                  <a:pt x="8317" y="858"/>
                </a:lnTo>
                <a:lnTo>
                  <a:pt x="8317" y="859"/>
                </a:lnTo>
                <a:lnTo>
                  <a:pt x="8318" y="859"/>
                </a:lnTo>
                <a:lnTo>
                  <a:pt x="8318" y="860"/>
                </a:lnTo>
                <a:lnTo>
                  <a:pt x="8319" y="860"/>
                </a:lnTo>
                <a:lnTo>
                  <a:pt x="8319" y="861"/>
                </a:lnTo>
                <a:lnTo>
                  <a:pt x="8320" y="861"/>
                </a:lnTo>
                <a:lnTo>
                  <a:pt x="8321" y="861"/>
                </a:lnTo>
                <a:lnTo>
                  <a:pt x="8321" y="862"/>
                </a:lnTo>
                <a:lnTo>
                  <a:pt x="8322" y="862"/>
                </a:lnTo>
                <a:lnTo>
                  <a:pt x="8322" y="863"/>
                </a:lnTo>
                <a:lnTo>
                  <a:pt x="8322" y="864"/>
                </a:lnTo>
                <a:lnTo>
                  <a:pt x="8322" y="865"/>
                </a:lnTo>
                <a:lnTo>
                  <a:pt x="8322" y="866"/>
                </a:lnTo>
                <a:lnTo>
                  <a:pt x="8322" y="867"/>
                </a:lnTo>
                <a:lnTo>
                  <a:pt x="8323" y="867"/>
                </a:lnTo>
                <a:lnTo>
                  <a:pt x="8323" y="868"/>
                </a:lnTo>
                <a:lnTo>
                  <a:pt x="8324" y="869"/>
                </a:lnTo>
                <a:lnTo>
                  <a:pt x="8325" y="869"/>
                </a:lnTo>
                <a:lnTo>
                  <a:pt x="8326" y="869"/>
                </a:lnTo>
                <a:lnTo>
                  <a:pt x="8326" y="870"/>
                </a:lnTo>
                <a:lnTo>
                  <a:pt x="8327" y="870"/>
                </a:lnTo>
                <a:lnTo>
                  <a:pt x="8328" y="870"/>
                </a:lnTo>
                <a:lnTo>
                  <a:pt x="8329" y="870"/>
                </a:lnTo>
                <a:lnTo>
                  <a:pt x="8330" y="870"/>
                </a:lnTo>
                <a:lnTo>
                  <a:pt x="8331" y="870"/>
                </a:lnTo>
                <a:lnTo>
                  <a:pt x="8331" y="871"/>
                </a:lnTo>
                <a:lnTo>
                  <a:pt x="8332" y="871"/>
                </a:lnTo>
                <a:lnTo>
                  <a:pt x="8332" y="872"/>
                </a:lnTo>
                <a:lnTo>
                  <a:pt x="8332" y="873"/>
                </a:lnTo>
                <a:lnTo>
                  <a:pt x="8333" y="874"/>
                </a:lnTo>
                <a:lnTo>
                  <a:pt x="8334" y="874"/>
                </a:lnTo>
                <a:lnTo>
                  <a:pt x="8335" y="875"/>
                </a:lnTo>
                <a:lnTo>
                  <a:pt x="8338" y="877"/>
                </a:lnTo>
                <a:lnTo>
                  <a:pt x="8343" y="879"/>
                </a:lnTo>
                <a:lnTo>
                  <a:pt x="8349" y="882"/>
                </a:lnTo>
                <a:lnTo>
                  <a:pt x="8352" y="883"/>
                </a:lnTo>
                <a:lnTo>
                  <a:pt x="8354" y="884"/>
                </a:lnTo>
                <a:lnTo>
                  <a:pt x="8355" y="885"/>
                </a:lnTo>
                <a:lnTo>
                  <a:pt x="8357" y="887"/>
                </a:lnTo>
                <a:lnTo>
                  <a:pt x="8358" y="888"/>
                </a:lnTo>
                <a:lnTo>
                  <a:pt x="8360" y="890"/>
                </a:lnTo>
                <a:lnTo>
                  <a:pt x="8362" y="891"/>
                </a:lnTo>
                <a:lnTo>
                  <a:pt x="8364" y="894"/>
                </a:lnTo>
                <a:lnTo>
                  <a:pt x="8366" y="897"/>
                </a:lnTo>
                <a:lnTo>
                  <a:pt x="8369" y="900"/>
                </a:lnTo>
                <a:lnTo>
                  <a:pt x="8370" y="901"/>
                </a:lnTo>
                <a:lnTo>
                  <a:pt x="8371" y="902"/>
                </a:lnTo>
                <a:lnTo>
                  <a:pt x="8372" y="904"/>
                </a:lnTo>
                <a:lnTo>
                  <a:pt x="8372" y="905"/>
                </a:lnTo>
                <a:lnTo>
                  <a:pt x="8373" y="906"/>
                </a:lnTo>
                <a:lnTo>
                  <a:pt x="8374" y="910"/>
                </a:lnTo>
                <a:lnTo>
                  <a:pt x="8374" y="913"/>
                </a:lnTo>
                <a:lnTo>
                  <a:pt x="8376" y="917"/>
                </a:lnTo>
                <a:lnTo>
                  <a:pt x="8377" y="920"/>
                </a:lnTo>
                <a:lnTo>
                  <a:pt x="8377" y="921"/>
                </a:lnTo>
                <a:lnTo>
                  <a:pt x="8378" y="922"/>
                </a:lnTo>
                <a:lnTo>
                  <a:pt x="8378" y="923"/>
                </a:lnTo>
                <a:lnTo>
                  <a:pt x="8379" y="924"/>
                </a:lnTo>
                <a:lnTo>
                  <a:pt x="8380" y="925"/>
                </a:lnTo>
                <a:lnTo>
                  <a:pt x="8381" y="925"/>
                </a:lnTo>
                <a:lnTo>
                  <a:pt x="8382" y="925"/>
                </a:lnTo>
                <a:lnTo>
                  <a:pt x="8385" y="927"/>
                </a:lnTo>
                <a:lnTo>
                  <a:pt x="8388" y="927"/>
                </a:lnTo>
                <a:lnTo>
                  <a:pt x="8391" y="927"/>
                </a:lnTo>
                <a:lnTo>
                  <a:pt x="8397" y="925"/>
                </a:lnTo>
                <a:lnTo>
                  <a:pt x="8399" y="925"/>
                </a:lnTo>
                <a:lnTo>
                  <a:pt x="8400" y="925"/>
                </a:lnTo>
                <a:lnTo>
                  <a:pt x="8400" y="924"/>
                </a:lnTo>
                <a:lnTo>
                  <a:pt x="8401" y="924"/>
                </a:lnTo>
                <a:lnTo>
                  <a:pt x="8408" y="919"/>
                </a:lnTo>
                <a:lnTo>
                  <a:pt x="8410" y="917"/>
                </a:lnTo>
                <a:lnTo>
                  <a:pt x="8410" y="916"/>
                </a:lnTo>
                <a:lnTo>
                  <a:pt x="8411" y="916"/>
                </a:lnTo>
                <a:lnTo>
                  <a:pt x="8411" y="915"/>
                </a:lnTo>
                <a:lnTo>
                  <a:pt x="8411" y="914"/>
                </a:lnTo>
                <a:lnTo>
                  <a:pt x="8412" y="914"/>
                </a:lnTo>
                <a:lnTo>
                  <a:pt x="8412" y="913"/>
                </a:lnTo>
                <a:lnTo>
                  <a:pt x="8413" y="912"/>
                </a:lnTo>
                <a:lnTo>
                  <a:pt x="8414" y="912"/>
                </a:lnTo>
                <a:lnTo>
                  <a:pt x="8416" y="910"/>
                </a:lnTo>
                <a:lnTo>
                  <a:pt x="8418" y="909"/>
                </a:lnTo>
                <a:lnTo>
                  <a:pt x="8419" y="909"/>
                </a:lnTo>
                <a:lnTo>
                  <a:pt x="8419" y="908"/>
                </a:lnTo>
                <a:lnTo>
                  <a:pt x="8420" y="908"/>
                </a:lnTo>
                <a:lnTo>
                  <a:pt x="8423" y="908"/>
                </a:lnTo>
                <a:lnTo>
                  <a:pt x="8426" y="908"/>
                </a:lnTo>
                <a:lnTo>
                  <a:pt x="8428" y="907"/>
                </a:lnTo>
                <a:lnTo>
                  <a:pt x="8432" y="907"/>
                </a:lnTo>
                <a:lnTo>
                  <a:pt x="8433" y="906"/>
                </a:lnTo>
                <a:lnTo>
                  <a:pt x="8434" y="906"/>
                </a:lnTo>
                <a:lnTo>
                  <a:pt x="8435" y="905"/>
                </a:lnTo>
                <a:lnTo>
                  <a:pt x="8436" y="904"/>
                </a:lnTo>
                <a:lnTo>
                  <a:pt x="8437" y="903"/>
                </a:lnTo>
                <a:lnTo>
                  <a:pt x="8439" y="902"/>
                </a:lnTo>
                <a:lnTo>
                  <a:pt x="8440" y="901"/>
                </a:lnTo>
                <a:lnTo>
                  <a:pt x="8441" y="901"/>
                </a:lnTo>
                <a:lnTo>
                  <a:pt x="8442" y="900"/>
                </a:lnTo>
                <a:lnTo>
                  <a:pt x="8443" y="900"/>
                </a:lnTo>
                <a:lnTo>
                  <a:pt x="8444" y="900"/>
                </a:lnTo>
                <a:lnTo>
                  <a:pt x="8445" y="900"/>
                </a:lnTo>
                <a:lnTo>
                  <a:pt x="8447" y="900"/>
                </a:lnTo>
                <a:lnTo>
                  <a:pt x="8450" y="900"/>
                </a:lnTo>
                <a:lnTo>
                  <a:pt x="8452" y="900"/>
                </a:lnTo>
                <a:lnTo>
                  <a:pt x="8453" y="900"/>
                </a:lnTo>
                <a:lnTo>
                  <a:pt x="8454" y="900"/>
                </a:lnTo>
                <a:lnTo>
                  <a:pt x="8455" y="900"/>
                </a:lnTo>
                <a:lnTo>
                  <a:pt x="8456" y="901"/>
                </a:lnTo>
                <a:lnTo>
                  <a:pt x="8458" y="903"/>
                </a:lnTo>
                <a:lnTo>
                  <a:pt x="8458" y="904"/>
                </a:lnTo>
                <a:lnTo>
                  <a:pt x="8459" y="908"/>
                </a:lnTo>
                <a:lnTo>
                  <a:pt x="8459" y="909"/>
                </a:lnTo>
                <a:lnTo>
                  <a:pt x="8460" y="910"/>
                </a:lnTo>
                <a:lnTo>
                  <a:pt x="8461" y="911"/>
                </a:lnTo>
                <a:lnTo>
                  <a:pt x="8464" y="912"/>
                </a:lnTo>
                <a:lnTo>
                  <a:pt x="8467" y="912"/>
                </a:lnTo>
                <a:lnTo>
                  <a:pt x="8468" y="912"/>
                </a:lnTo>
                <a:lnTo>
                  <a:pt x="8469" y="912"/>
                </a:lnTo>
                <a:lnTo>
                  <a:pt x="8470" y="911"/>
                </a:lnTo>
                <a:lnTo>
                  <a:pt x="8472" y="909"/>
                </a:lnTo>
                <a:lnTo>
                  <a:pt x="8473" y="907"/>
                </a:lnTo>
                <a:lnTo>
                  <a:pt x="8473" y="906"/>
                </a:lnTo>
                <a:lnTo>
                  <a:pt x="8474" y="905"/>
                </a:lnTo>
                <a:lnTo>
                  <a:pt x="8474" y="903"/>
                </a:lnTo>
                <a:lnTo>
                  <a:pt x="8474" y="901"/>
                </a:lnTo>
                <a:lnTo>
                  <a:pt x="8475" y="901"/>
                </a:lnTo>
                <a:lnTo>
                  <a:pt x="8475" y="900"/>
                </a:lnTo>
                <a:lnTo>
                  <a:pt x="8476" y="899"/>
                </a:lnTo>
                <a:lnTo>
                  <a:pt x="8477" y="899"/>
                </a:lnTo>
                <a:lnTo>
                  <a:pt x="8478" y="898"/>
                </a:lnTo>
                <a:lnTo>
                  <a:pt x="8480" y="898"/>
                </a:lnTo>
                <a:lnTo>
                  <a:pt x="8481" y="898"/>
                </a:lnTo>
                <a:lnTo>
                  <a:pt x="8484" y="899"/>
                </a:lnTo>
                <a:lnTo>
                  <a:pt x="8486" y="900"/>
                </a:lnTo>
                <a:lnTo>
                  <a:pt x="8487" y="900"/>
                </a:lnTo>
                <a:lnTo>
                  <a:pt x="8488" y="901"/>
                </a:lnTo>
                <a:lnTo>
                  <a:pt x="8489" y="901"/>
                </a:lnTo>
                <a:lnTo>
                  <a:pt x="8490" y="901"/>
                </a:lnTo>
                <a:lnTo>
                  <a:pt x="8491" y="901"/>
                </a:lnTo>
                <a:lnTo>
                  <a:pt x="8494" y="901"/>
                </a:lnTo>
                <a:lnTo>
                  <a:pt x="8495" y="901"/>
                </a:lnTo>
                <a:lnTo>
                  <a:pt x="8496" y="901"/>
                </a:lnTo>
                <a:lnTo>
                  <a:pt x="8498" y="901"/>
                </a:lnTo>
                <a:lnTo>
                  <a:pt x="8500" y="900"/>
                </a:lnTo>
                <a:lnTo>
                  <a:pt x="8500" y="899"/>
                </a:lnTo>
                <a:lnTo>
                  <a:pt x="8501" y="899"/>
                </a:lnTo>
                <a:lnTo>
                  <a:pt x="8502" y="898"/>
                </a:lnTo>
                <a:lnTo>
                  <a:pt x="8505" y="896"/>
                </a:lnTo>
                <a:lnTo>
                  <a:pt x="8506" y="896"/>
                </a:lnTo>
                <a:lnTo>
                  <a:pt x="8507" y="897"/>
                </a:lnTo>
                <a:lnTo>
                  <a:pt x="8514" y="897"/>
                </a:lnTo>
                <a:lnTo>
                  <a:pt x="8515" y="897"/>
                </a:lnTo>
                <a:lnTo>
                  <a:pt x="8516" y="897"/>
                </a:lnTo>
                <a:lnTo>
                  <a:pt x="8516" y="896"/>
                </a:lnTo>
                <a:lnTo>
                  <a:pt x="8517" y="895"/>
                </a:lnTo>
                <a:lnTo>
                  <a:pt x="8517" y="894"/>
                </a:lnTo>
                <a:lnTo>
                  <a:pt x="8517" y="890"/>
                </a:lnTo>
                <a:lnTo>
                  <a:pt x="8517" y="889"/>
                </a:lnTo>
                <a:lnTo>
                  <a:pt x="8517" y="888"/>
                </a:lnTo>
                <a:lnTo>
                  <a:pt x="8518" y="887"/>
                </a:lnTo>
                <a:lnTo>
                  <a:pt x="8519" y="886"/>
                </a:lnTo>
                <a:lnTo>
                  <a:pt x="8520" y="886"/>
                </a:lnTo>
                <a:lnTo>
                  <a:pt x="8521" y="886"/>
                </a:lnTo>
                <a:lnTo>
                  <a:pt x="8522" y="886"/>
                </a:lnTo>
                <a:lnTo>
                  <a:pt x="8523" y="886"/>
                </a:lnTo>
                <a:lnTo>
                  <a:pt x="8524" y="886"/>
                </a:lnTo>
                <a:lnTo>
                  <a:pt x="8524" y="887"/>
                </a:lnTo>
                <a:lnTo>
                  <a:pt x="8525" y="887"/>
                </a:lnTo>
                <a:lnTo>
                  <a:pt x="8526" y="887"/>
                </a:lnTo>
                <a:lnTo>
                  <a:pt x="8527" y="887"/>
                </a:lnTo>
                <a:lnTo>
                  <a:pt x="8528" y="886"/>
                </a:lnTo>
                <a:lnTo>
                  <a:pt x="8531" y="885"/>
                </a:lnTo>
                <a:lnTo>
                  <a:pt x="8532" y="885"/>
                </a:lnTo>
                <a:lnTo>
                  <a:pt x="8533" y="885"/>
                </a:lnTo>
                <a:lnTo>
                  <a:pt x="8534" y="884"/>
                </a:lnTo>
                <a:lnTo>
                  <a:pt x="8535" y="884"/>
                </a:lnTo>
                <a:lnTo>
                  <a:pt x="8538" y="883"/>
                </a:lnTo>
                <a:lnTo>
                  <a:pt x="8539" y="883"/>
                </a:lnTo>
                <a:lnTo>
                  <a:pt x="8540" y="881"/>
                </a:lnTo>
                <a:lnTo>
                  <a:pt x="8542" y="880"/>
                </a:lnTo>
                <a:lnTo>
                  <a:pt x="8543" y="880"/>
                </a:lnTo>
                <a:lnTo>
                  <a:pt x="8543" y="879"/>
                </a:lnTo>
                <a:lnTo>
                  <a:pt x="8544" y="879"/>
                </a:lnTo>
                <a:lnTo>
                  <a:pt x="8545" y="879"/>
                </a:lnTo>
                <a:lnTo>
                  <a:pt x="8545" y="878"/>
                </a:lnTo>
                <a:lnTo>
                  <a:pt x="8546" y="878"/>
                </a:lnTo>
                <a:lnTo>
                  <a:pt x="8548" y="878"/>
                </a:lnTo>
                <a:lnTo>
                  <a:pt x="8549" y="878"/>
                </a:lnTo>
                <a:lnTo>
                  <a:pt x="8549" y="879"/>
                </a:lnTo>
                <a:lnTo>
                  <a:pt x="8550" y="879"/>
                </a:lnTo>
                <a:lnTo>
                  <a:pt x="8551" y="878"/>
                </a:lnTo>
                <a:lnTo>
                  <a:pt x="8552" y="878"/>
                </a:lnTo>
                <a:lnTo>
                  <a:pt x="8552" y="877"/>
                </a:lnTo>
                <a:lnTo>
                  <a:pt x="8553" y="877"/>
                </a:lnTo>
                <a:lnTo>
                  <a:pt x="8553" y="876"/>
                </a:lnTo>
                <a:lnTo>
                  <a:pt x="8554" y="876"/>
                </a:lnTo>
                <a:lnTo>
                  <a:pt x="8554" y="875"/>
                </a:lnTo>
                <a:lnTo>
                  <a:pt x="8554" y="874"/>
                </a:lnTo>
                <a:lnTo>
                  <a:pt x="8554" y="873"/>
                </a:lnTo>
                <a:lnTo>
                  <a:pt x="8554" y="872"/>
                </a:lnTo>
                <a:lnTo>
                  <a:pt x="8554" y="871"/>
                </a:lnTo>
                <a:lnTo>
                  <a:pt x="8554" y="870"/>
                </a:lnTo>
                <a:lnTo>
                  <a:pt x="8554" y="869"/>
                </a:lnTo>
                <a:lnTo>
                  <a:pt x="8556" y="867"/>
                </a:lnTo>
                <a:lnTo>
                  <a:pt x="8557" y="866"/>
                </a:lnTo>
                <a:lnTo>
                  <a:pt x="8558" y="866"/>
                </a:lnTo>
                <a:lnTo>
                  <a:pt x="8559" y="866"/>
                </a:lnTo>
                <a:lnTo>
                  <a:pt x="8560" y="865"/>
                </a:lnTo>
                <a:lnTo>
                  <a:pt x="8561" y="865"/>
                </a:lnTo>
                <a:lnTo>
                  <a:pt x="8562" y="865"/>
                </a:lnTo>
                <a:lnTo>
                  <a:pt x="8565" y="865"/>
                </a:lnTo>
                <a:lnTo>
                  <a:pt x="8567" y="865"/>
                </a:lnTo>
                <a:lnTo>
                  <a:pt x="8568" y="865"/>
                </a:lnTo>
                <a:lnTo>
                  <a:pt x="8569" y="865"/>
                </a:lnTo>
                <a:lnTo>
                  <a:pt x="8569" y="866"/>
                </a:lnTo>
                <a:lnTo>
                  <a:pt x="8571" y="866"/>
                </a:lnTo>
                <a:lnTo>
                  <a:pt x="8572" y="866"/>
                </a:lnTo>
                <a:lnTo>
                  <a:pt x="8573" y="866"/>
                </a:lnTo>
                <a:lnTo>
                  <a:pt x="8575" y="867"/>
                </a:lnTo>
                <a:lnTo>
                  <a:pt x="8576" y="866"/>
                </a:lnTo>
                <a:lnTo>
                  <a:pt x="8579" y="867"/>
                </a:lnTo>
                <a:lnTo>
                  <a:pt x="8580" y="867"/>
                </a:lnTo>
                <a:lnTo>
                  <a:pt x="8581" y="867"/>
                </a:lnTo>
                <a:lnTo>
                  <a:pt x="8583" y="867"/>
                </a:lnTo>
                <a:lnTo>
                  <a:pt x="8584" y="867"/>
                </a:lnTo>
                <a:lnTo>
                  <a:pt x="8586" y="867"/>
                </a:lnTo>
                <a:lnTo>
                  <a:pt x="8588" y="866"/>
                </a:lnTo>
                <a:lnTo>
                  <a:pt x="8589" y="866"/>
                </a:lnTo>
                <a:lnTo>
                  <a:pt x="8590" y="866"/>
                </a:lnTo>
                <a:lnTo>
                  <a:pt x="8590" y="865"/>
                </a:lnTo>
                <a:lnTo>
                  <a:pt x="8591" y="865"/>
                </a:lnTo>
                <a:lnTo>
                  <a:pt x="8591" y="864"/>
                </a:lnTo>
                <a:lnTo>
                  <a:pt x="8592" y="864"/>
                </a:lnTo>
                <a:lnTo>
                  <a:pt x="8593" y="864"/>
                </a:lnTo>
                <a:lnTo>
                  <a:pt x="8593" y="863"/>
                </a:lnTo>
                <a:lnTo>
                  <a:pt x="8594" y="863"/>
                </a:lnTo>
                <a:lnTo>
                  <a:pt x="8594" y="862"/>
                </a:lnTo>
                <a:lnTo>
                  <a:pt x="8595" y="862"/>
                </a:lnTo>
                <a:lnTo>
                  <a:pt x="8595" y="861"/>
                </a:lnTo>
                <a:lnTo>
                  <a:pt x="8595" y="860"/>
                </a:lnTo>
                <a:lnTo>
                  <a:pt x="8596" y="860"/>
                </a:lnTo>
                <a:lnTo>
                  <a:pt x="8596" y="859"/>
                </a:lnTo>
                <a:lnTo>
                  <a:pt x="8596" y="857"/>
                </a:lnTo>
                <a:lnTo>
                  <a:pt x="8596" y="856"/>
                </a:lnTo>
                <a:lnTo>
                  <a:pt x="8595" y="856"/>
                </a:lnTo>
                <a:lnTo>
                  <a:pt x="8595" y="855"/>
                </a:lnTo>
                <a:lnTo>
                  <a:pt x="8594" y="855"/>
                </a:lnTo>
                <a:lnTo>
                  <a:pt x="8594" y="854"/>
                </a:lnTo>
                <a:lnTo>
                  <a:pt x="8593" y="854"/>
                </a:lnTo>
                <a:lnTo>
                  <a:pt x="8592" y="854"/>
                </a:lnTo>
                <a:lnTo>
                  <a:pt x="8592" y="853"/>
                </a:lnTo>
                <a:lnTo>
                  <a:pt x="8592" y="852"/>
                </a:lnTo>
                <a:lnTo>
                  <a:pt x="8592" y="851"/>
                </a:lnTo>
                <a:lnTo>
                  <a:pt x="8592" y="850"/>
                </a:lnTo>
                <a:lnTo>
                  <a:pt x="8592" y="849"/>
                </a:lnTo>
                <a:lnTo>
                  <a:pt x="8591" y="849"/>
                </a:lnTo>
                <a:lnTo>
                  <a:pt x="8591" y="848"/>
                </a:lnTo>
                <a:lnTo>
                  <a:pt x="8591" y="847"/>
                </a:lnTo>
                <a:lnTo>
                  <a:pt x="8591" y="846"/>
                </a:lnTo>
                <a:lnTo>
                  <a:pt x="8592" y="845"/>
                </a:lnTo>
                <a:lnTo>
                  <a:pt x="8592" y="844"/>
                </a:lnTo>
                <a:lnTo>
                  <a:pt x="8592" y="843"/>
                </a:lnTo>
                <a:lnTo>
                  <a:pt x="8592" y="842"/>
                </a:lnTo>
                <a:lnTo>
                  <a:pt x="8592" y="841"/>
                </a:lnTo>
                <a:lnTo>
                  <a:pt x="8592" y="840"/>
                </a:lnTo>
                <a:lnTo>
                  <a:pt x="8592" y="839"/>
                </a:lnTo>
                <a:lnTo>
                  <a:pt x="8593" y="839"/>
                </a:lnTo>
                <a:lnTo>
                  <a:pt x="8593" y="838"/>
                </a:lnTo>
                <a:lnTo>
                  <a:pt x="8594" y="837"/>
                </a:lnTo>
                <a:lnTo>
                  <a:pt x="8595" y="836"/>
                </a:lnTo>
                <a:lnTo>
                  <a:pt x="8596" y="835"/>
                </a:lnTo>
                <a:lnTo>
                  <a:pt x="8596" y="834"/>
                </a:lnTo>
                <a:lnTo>
                  <a:pt x="8597" y="833"/>
                </a:lnTo>
                <a:lnTo>
                  <a:pt x="8598" y="832"/>
                </a:lnTo>
                <a:lnTo>
                  <a:pt x="8599" y="831"/>
                </a:lnTo>
                <a:lnTo>
                  <a:pt x="8599" y="830"/>
                </a:lnTo>
                <a:lnTo>
                  <a:pt x="8599" y="829"/>
                </a:lnTo>
                <a:lnTo>
                  <a:pt x="8599" y="828"/>
                </a:lnTo>
                <a:lnTo>
                  <a:pt x="8599" y="827"/>
                </a:lnTo>
                <a:lnTo>
                  <a:pt x="8598" y="826"/>
                </a:lnTo>
                <a:lnTo>
                  <a:pt x="8598" y="825"/>
                </a:lnTo>
                <a:lnTo>
                  <a:pt x="8597" y="825"/>
                </a:lnTo>
                <a:lnTo>
                  <a:pt x="8597" y="824"/>
                </a:lnTo>
                <a:lnTo>
                  <a:pt x="8596" y="823"/>
                </a:lnTo>
                <a:lnTo>
                  <a:pt x="8595" y="823"/>
                </a:lnTo>
                <a:lnTo>
                  <a:pt x="8595" y="822"/>
                </a:lnTo>
                <a:lnTo>
                  <a:pt x="8594" y="821"/>
                </a:lnTo>
                <a:lnTo>
                  <a:pt x="8593" y="821"/>
                </a:lnTo>
                <a:lnTo>
                  <a:pt x="8593" y="820"/>
                </a:lnTo>
                <a:lnTo>
                  <a:pt x="8592" y="820"/>
                </a:lnTo>
                <a:lnTo>
                  <a:pt x="8592" y="819"/>
                </a:lnTo>
                <a:lnTo>
                  <a:pt x="8591" y="819"/>
                </a:lnTo>
                <a:lnTo>
                  <a:pt x="8591" y="818"/>
                </a:lnTo>
                <a:lnTo>
                  <a:pt x="8591" y="817"/>
                </a:lnTo>
                <a:lnTo>
                  <a:pt x="8591" y="816"/>
                </a:lnTo>
                <a:lnTo>
                  <a:pt x="8592" y="816"/>
                </a:lnTo>
                <a:lnTo>
                  <a:pt x="8592" y="815"/>
                </a:lnTo>
                <a:lnTo>
                  <a:pt x="8592" y="814"/>
                </a:lnTo>
                <a:lnTo>
                  <a:pt x="8593" y="814"/>
                </a:lnTo>
                <a:lnTo>
                  <a:pt x="8593" y="813"/>
                </a:lnTo>
                <a:lnTo>
                  <a:pt x="8594" y="812"/>
                </a:lnTo>
                <a:lnTo>
                  <a:pt x="8595" y="812"/>
                </a:lnTo>
                <a:lnTo>
                  <a:pt x="8596" y="811"/>
                </a:lnTo>
                <a:lnTo>
                  <a:pt x="8597" y="811"/>
                </a:lnTo>
                <a:lnTo>
                  <a:pt x="8598" y="811"/>
                </a:lnTo>
                <a:lnTo>
                  <a:pt x="8599" y="811"/>
                </a:lnTo>
                <a:lnTo>
                  <a:pt x="8600" y="811"/>
                </a:lnTo>
                <a:lnTo>
                  <a:pt x="8601" y="811"/>
                </a:lnTo>
                <a:lnTo>
                  <a:pt x="8602" y="812"/>
                </a:lnTo>
                <a:lnTo>
                  <a:pt x="8603" y="814"/>
                </a:lnTo>
                <a:lnTo>
                  <a:pt x="8604" y="814"/>
                </a:lnTo>
                <a:lnTo>
                  <a:pt x="8606" y="815"/>
                </a:lnTo>
                <a:lnTo>
                  <a:pt x="8607" y="815"/>
                </a:lnTo>
                <a:lnTo>
                  <a:pt x="8609" y="815"/>
                </a:lnTo>
                <a:lnTo>
                  <a:pt x="8610" y="815"/>
                </a:lnTo>
                <a:lnTo>
                  <a:pt x="8612" y="814"/>
                </a:lnTo>
                <a:lnTo>
                  <a:pt x="8612" y="813"/>
                </a:lnTo>
                <a:lnTo>
                  <a:pt x="8613" y="813"/>
                </a:lnTo>
                <a:lnTo>
                  <a:pt x="8614" y="811"/>
                </a:lnTo>
                <a:lnTo>
                  <a:pt x="8614" y="809"/>
                </a:lnTo>
                <a:lnTo>
                  <a:pt x="8615" y="809"/>
                </a:lnTo>
                <a:lnTo>
                  <a:pt x="8615" y="808"/>
                </a:lnTo>
                <a:lnTo>
                  <a:pt x="8615" y="807"/>
                </a:lnTo>
                <a:lnTo>
                  <a:pt x="8615" y="806"/>
                </a:lnTo>
                <a:lnTo>
                  <a:pt x="8615" y="805"/>
                </a:lnTo>
                <a:lnTo>
                  <a:pt x="8615" y="804"/>
                </a:lnTo>
                <a:lnTo>
                  <a:pt x="8616" y="804"/>
                </a:lnTo>
                <a:lnTo>
                  <a:pt x="8616" y="802"/>
                </a:lnTo>
                <a:lnTo>
                  <a:pt x="8616" y="801"/>
                </a:lnTo>
                <a:lnTo>
                  <a:pt x="8616" y="799"/>
                </a:lnTo>
                <a:lnTo>
                  <a:pt x="8617" y="798"/>
                </a:lnTo>
                <a:lnTo>
                  <a:pt x="8621" y="794"/>
                </a:lnTo>
                <a:lnTo>
                  <a:pt x="8622" y="793"/>
                </a:lnTo>
                <a:lnTo>
                  <a:pt x="8624" y="791"/>
                </a:lnTo>
                <a:lnTo>
                  <a:pt x="8631" y="787"/>
                </a:lnTo>
                <a:lnTo>
                  <a:pt x="8632" y="786"/>
                </a:lnTo>
                <a:lnTo>
                  <a:pt x="8633" y="783"/>
                </a:lnTo>
                <a:lnTo>
                  <a:pt x="8633" y="778"/>
                </a:lnTo>
                <a:lnTo>
                  <a:pt x="8633" y="777"/>
                </a:lnTo>
                <a:lnTo>
                  <a:pt x="8633" y="776"/>
                </a:lnTo>
                <a:lnTo>
                  <a:pt x="8633" y="775"/>
                </a:lnTo>
                <a:lnTo>
                  <a:pt x="8633" y="773"/>
                </a:lnTo>
                <a:lnTo>
                  <a:pt x="8633" y="771"/>
                </a:lnTo>
                <a:lnTo>
                  <a:pt x="8633" y="770"/>
                </a:lnTo>
                <a:lnTo>
                  <a:pt x="8634" y="769"/>
                </a:lnTo>
                <a:lnTo>
                  <a:pt x="8635" y="769"/>
                </a:lnTo>
                <a:lnTo>
                  <a:pt x="8635" y="768"/>
                </a:lnTo>
                <a:lnTo>
                  <a:pt x="8636" y="768"/>
                </a:lnTo>
                <a:lnTo>
                  <a:pt x="8636" y="767"/>
                </a:lnTo>
                <a:lnTo>
                  <a:pt x="8637" y="767"/>
                </a:lnTo>
                <a:lnTo>
                  <a:pt x="8637" y="766"/>
                </a:lnTo>
                <a:lnTo>
                  <a:pt x="8638" y="766"/>
                </a:lnTo>
                <a:lnTo>
                  <a:pt x="8638" y="765"/>
                </a:lnTo>
                <a:lnTo>
                  <a:pt x="8639" y="765"/>
                </a:lnTo>
                <a:lnTo>
                  <a:pt x="8639" y="764"/>
                </a:lnTo>
                <a:lnTo>
                  <a:pt x="8640" y="764"/>
                </a:lnTo>
                <a:lnTo>
                  <a:pt x="8641" y="764"/>
                </a:lnTo>
                <a:lnTo>
                  <a:pt x="8642" y="763"/>
                </a:lnTo>
                <a:lnTo>
                  <a:pt x="8643" y="763"/>
                </a:lnTo>
                <a:lnTo>
                  <a:pt x="8645" y="761"/>
                </a:lnTo>
                <a:lnTo>
                  <a:pt x="8646" y="761"/>
                </a:lnTo>
                <a:lnTo>
                  <a:pt x="8647" y="761"/>
                </a:lnTo>
                <a:lnTo>
                  <a:pt x="8647" y="760"/>
                </a:lnTo>
                <a:lnTo>
                  <a:pt x="8648" y="760"/>
                </a:lnTo>
                <a:lnTo>
                  <a:pt x="8649" y="760"/>
                </a:lnTo>
                <a:lnTo>
                  <a:pt x="8652" y="760"/>
                </a:lnTo>
                <a:lnTo>
                  <a:pt x="8653" y="760"/>
                </a:lnTo>
                <a:lnTo>
                  <a:pt x="8654" y="760"/>
                </a:lnTo>
                <a:lnTo>
                  <a:pt x="8655" y="760"/>
                </a:lnTo>
                <a:lnTo>
                  <a:pt x="8656" y="760"/>
                </a:lnTo>
                <a:lnTo>
                  <a:pt x="8657" y="759"/>
                </a:lnTo>
                <a:lnTo>
                  <a:pt x="8659" y="759"/>
                </a:lnTo>
                <a:lnTo>
                  <a:pt x="8660" y="760"/>
                </a:lnTo>
                <a:lnTo>
                  <a:pt x="8661" y="760"/>
                </a:lnTo>
                <a:lnTo>
                  <a:pt x="8662" y="760"/>
                </a:lnTo>
                <a:lnTo>
                  <a:pt x="8663" y="760"/>
                </a:lnTo>
                <a:lnTo>
                  <a:pt x="8666" y="761"/>
                </a:lnTo>
                <a:lnTo>
                  <a:pt x="8669" y="761"/>
                </a:lnTo>
                <a:lnTo>
                  <a:pt x="8669" y="762"/>
                </a:lnTo>
                <a:lnTo>
                  <a:pt x="8669" y="761"/>
                </a:lnTo>
                <a:lnTo>
                  <a:pt x="8670" y="761"/>
                </a:lnTo>
                <a:lnTo>
                  <a:pt x="8670" y="760"/>
                </a:lnTo>
                <a:lnTo>
                  <a:pt x="8671" y="760"/>
                </a:lnTo>
                <a:lnTo>
                  <a:pt x="8671" y="759"/>
                </a:lnTo>
                <a:lnTo>
                  <a:pt x="8672" y="759"/>
                </a:lnTo>
                <a:lnTo>
                  <a:pt x="8672" y="758"/>
                </a:lnTo>
                <a:lnTo>
                  <a:pt x="8673" y="758"/>
                </a:lnTo>
                <a:lnTo>
                  <a:pt x="8674" y="757"/>
                </a:lnTo>
                <a:lnTo>
                  <a:pt x="8675" y="757"/>
                </a:lnTo>
                <a:lnTo>
                  <a:pt x="8675" y="756"/>
                </a:lnTo>
                <a:lnTo>
                  <a:pt x="8676" y="756"/>
                </a:lnTo>
                <a:lnTo>
                  <a:pt x="8676" y="755"/>
                </a:lnTo>
                <a:lnTo>
                  <a:pt x="8677" y="754"/>
                </a:lnTo>
                <a:lnTo>
                  <a:pt x="8678" y="754"/>
                </a:lnTo>
                <a:lnTo>
                  <a:pt x="8678" y="753"/>
                </a:lnTo>
                <a:lnTo>
                  <a:pt x="8679" y="753"/>
                </a:lnTo>
                <a:lnTo>
                  <a:pt x="8681" y="753"/>
                </a:lnTo>
                <a:lnTo>
                  <a:pt x="8682" y="753"/>
                </a:lnTo>
                <a:lnTo>
                  <a:pt x="8683" y="753"/>
                </a:lnTo>
                <a:lnTo>
                  <a:pt x="8684" y="753"/>
                </a:lnTo>
                <a:lnTo>
                  <a:pt x="8684" y="754"/>
                </a:lnTo>
                <a:lnTo>
                  <a:pt x="8685" y="754"/>
                </a:lnTo>
                <a:lnTo>
                  <a:pt x="8687" y="753"/>
                </a:lnTo>
                <a:lnTo>
                  <a:pt x="8689" y="753"/>
                </a:lnTo>
                <a:lnTo>
                  <a:pt x="8691" y="752"/>
                </a:lnTo>
                <a:lnTo>
                  <a:pt x="8691" y="751"/>
                </a:lnTo>
                <a:lnTo>
                  <a:pt x="8692" y="751"/>
                </a:lnTo>
                <a:lnTo>
                  <a:pt x="8694" y="750"/>
                </a:lnTo>
                <a:lnTo>
                  <a:pt x="8695" y="750"/>
                </a:lnTo>
                <a:lnTo>
                  <a:pt x="8696" y="750"/>
                </a:lnTo>
                <a:lnTo>
                  <a:pt x="8697" y="750"/>
                </a:lnTo>
                <a:lnTo>
                  <a:pt x="8698" y="749"/>
                </a:lnTo>
                <a:lnTo>
                  <a:pt x="8699" y="749"/>
                </a:lnTo>
                <a:lnTo>
                  <a:pt x="8700" y="748"/>
                </a:lnTo>
                <a:lnTo>
                  <a:pt x="8700" y="746"/>
                </a:lnTo>
                <a:lnTo>
                  <a:pt x="8700" y="744"/>
                </a:lnTo>
                <a:lnTo>
                  <a:pt x="8700" y="739"/>
                </a:lnTo>
                <a:lnTo>
                  <a:pt x="8700" y="736"/>
                </a:lnTo>
                <a:lnTo>
                  <a:pt x="8700" y="734"/>
                </a:lnTo>
                <a:lnTo>
                  <a:pt x="8700" y="733"/>
                </a:lnTo>
                <a:lnTo>
                  <a:pt x="8700" y="732"/>
                </a:lnTo>
                <a:lnTo>
                  <a:pt x="8701" y="732"/>
                </a:lnTo>
                <a:lnTo>
                  <a:pt x="8702" y="731"/>
                </a:lnTo>
                <a:lnTo>
                  <a:pt x="8704" y="731"/>
                </a:lnTo>
                <a:lnTo>
                  <a:pt x="8705" y="730"/>
                </a:lnTo>
                <a:lnTo>
                  <a:pt x="8706" y="731"/>
                </a:lnTo>
                <a:lnTo>
                  <a:pt x="8709" y="731"/>
                </a:lnTo>
                <a:lnTo>
                  <a:pt x="8711" y="731"/>
                </a:lnTo>
                <a:lnTo>
                  <a:pt x="8712" y="731"/>
                </a:lnTo>
                <a:lnTo>
                  <a:pt x="8715" y="730"/>
                </a:lnTo>
                <a:lnTo>
                  <a:pt x="8716" y="729"/>
                </a:lnTo>
                <a:lnTo>
                  <a:pt x="8716" y="728"/>
                </a:lnTo>
                <a:lnTo>
                  <a:pt x="8717" y="728"/>
                </a:lnTo>
                <a:lnTo>
                  <a:pt x="8717" y="727"/>
                </a:lnTo>
                <a:lnTo>
                  <a:pt x="8717" y="725"/>
                </a:lnTo>
                <a:lnTo>
                  <a:pt x="8716" y="721"/>
                </a:lnTo>
                <a:lnTo>
                  <a:pt x="8716" y="718"/>
                </a:lnTo>
                <a:lnTo>
                  <a:pt x="8715" y="718"/>
                </a:lnTo>
                <a:lnTo>
                  <a:pt x="8715" y="717"/>
                </a:lnTo>
                <a:lnTo>
                  <a:pt x="8716" y="716"/>
                </a:lnTo>
                <a:lnTo>
                  <a:pt x="8716" y="715"/>
                </a:lnTo>
                <a:lnTo>
                  <a:pt x="8717" y="714"/>
                </a:lnTo>
                <a:lnTo>
                  <a:pt x="8718" y="714"/>
                </a:lnTo>
                <a:lnTo>
                  <a:pt x="8718" y="713"/>
                </a:lnTo>
                <a:lnTo>
                  <a:pt x="8719" y="713"/>
                </a:lnTo>
                <a:lnTo>
                  <a:pt x="8720" y="713"/>
                </a:lnTo>
                <a:lnTo>
                  <a:pt x="8720" y="712"/>
                </a:lnTo>
                <a:lnTo>
                  <a:pt x="8721" y="712"/>
                </a:lnTo>
                <a:lnTo>
                  <a:pt x="8722" y="712"/>
                </a:lnTo>
                <a:lnTo>
                  <a:pt x="8722" y="711"/>
                </a:lnTo>
                <a:lnTo>
                  <a:pt x="8723" y="711"/>
                </a:lnTo>
                <a:lnTo>
                  <a:pt x="8724" y="711"/>
                </a:lnTo>
                <a:lnTo>
                  <a:pt x="8725" y="710"/>
                </a:lnTo>
                <a:lnTo>
                  <a:pt x="8726" y="710"/>
                </a:lnTo>
                <a:lnTo>
                  <a:pt x="8726" y="709"/>
                </a:lnTo>
                <a:lnTo>
                  <a:pt x="8727" y="708"/>
                </a:lnTo>
                <a:lnTo>
                  <a:pt x="8727" y="707"/>
                </a:lnTo>
                <a:lnTo>
                  <a:pt x="8728" y="707"/>
                </a:lnTo>
                <a:lnTo>
                  <a:pt x="8728" y="706"/>
                </a:lnTo>
                <a:lnTo>
                  <a:pt x="8729" y="706"/>
                </a:lnTo>
                <a:lnTo>
                  <a:pt x="8730" y="705"/>
                </a:lnTo>
                <a:lnTo>
                  <a:pt x="8732" y="704"/>
                </a:lnTo>
                <a:lnTo>
                  <a:pt x="8733" y="704"/>
                </a:lnTo>
                <a:lnTo>
                  <a:pt x="8733" y="703"/>
                </a:lnTo>
                <a:lnTo>
                  <a:pt x="8735" y="701"/>
                </a:lnTo>
                <a:lnTo>
                  <a:pt x="8738" y="700"/>
                </a:lnTo>
                <a:lnTo>
                  <a:pt x="8739" y="698"/>
                </a:lnTo>
                <a:lnTo>
                  <a:pt x="8740" y="697"/>
                </a:lnTo>
                <a:lnTo>
                  <a:pt x="8741" y="697"/>
                </a:lnTo>
                <a:lnTo>
                  <a:pt x="8742" y="696"/>
                </a:lnTo>
                <a:lnTo>
                  <a:pt x="8744" y="696"/>
                </a:lnTo>
                <a:lnTo>
                  <a:pt x="8745" y="696"/>
                </a:lnTo>
                <a:lnTo>
                  <a:pt x="8746" y="696"/>
                </a:lnTo>
                <a:lnTo>
                  <a:pt x="8747" y="695"/>
                </a:lnTo>
                <a:lnTo>
                  <a:pt x="8748" y="695"/>
                </a:lnTo>
                <a:lnTo>
                  <a:pt x="8748" y="694"/>
                </a:lnTo>
                <a:lnTo>
                  <a:pt x="8749" y="694"/>
                </a:lnTo>
                <a:lnTo>
                  <a:pt x="8749" y="693"/>
                </a:lnTo>
                <a:lnTo>
                  <a:pt x="8749" y="692"/>
                </a:lnTo>
                <a:lnTo>
                  <a:pt x="8750" y="688"/>
                </a:lnTo>
                <a:lnTo>
                  <a:pt x="8751" y="686"/>
                </a:lnTo>
                <a:lnTo>
                  <a:pt x="8753" y="685"/>
                </a:lnTo>
                <a:lnTo>
                  <a:pt x="8754" y="685"/>
                </a:lnTo>
                <a:lnTo>
                  <a:pt x="8756" y="685"/>
                </a:lnTo>
                <a:lnTo>
                  <a:pt x="8758" y="685"/>
                </a:lnTo>
                <a:lnTo>
                  <a:pt x="8760" y="685"/>
                </a:lnTo>
                <a:lnTo>
                  <a:pt x="8761" y="685"/>
                </a:lnTo>
                <a:lnTo>
                  <a:pt x="8763" y="684"/>
                </a:lnTo>
                <a:lnTo>
                  <a:pt x="8763" y="683"/>
                </a:lnTo>
                <a:lnTo>
                  <a:pt x="8764" y="683"/>
                </a:lnTo>
                <a:lnTo>
                  <a:pt x="8764" y="682"/>
                </a:lnTo>
                <a:lnTo>
                  <a:pt x="8764" y="681"/>
                </a:lnTo>
                <a:lnTo>
                  <a:pt x="8765" y="681"/>
                </a:lnTo>
                <a:lnTo>
                  <a:pt x="8765" y="680"/>
                </a:lnTo>
                <a:lnTo>
                  <a:pt x="8765" y="679"/>
                </a:lnTo>
                <a:lnTo>
                  <a:pt x="8766" y="678"/>
                </a:lnTo>
                <a:lnTo>
                  <a:pt x="8767" y="675"/>
                </a:lnTo>
                <a:lnTo>
                  <a:pt x="8768" y="674"/>
                </a:lnTo>
                <a:lnTo>
                  <a:pt x="8769" y="672"/>
                </a:lnTo>
                <a:lnTo>
                  <a:pt x="8770" y="671"/>
                </a:lnTo>
                <a:lnTo>
                  <a:pt x="8771" y="671"/>
                </a:lnTo>
                <a:lnTo>
                  <a:pt x="8771" y="670"/>
                </a:lnTo>
                <a:lnTo>
                  <a:pt x="8773" y="670"/>
                </a:lnTo>
                <a:lnTo>
                  <a:pt x="8774" y="670"/>
                </a:lnTo>
                <a:lnTo>
                  <a:pt x="8777" y="670"/>
                </a:lnTo>
                <a:lnTo>
                  <a:pt x="8778" y="669"/>
                </a:lnTo>
                <a:lnTo>
                  <a:pt x="8779" y="669"/>
                </a:lnTo>
                <a:lnTo>
                  <a:pt x="8780" y="668"/>
                </a:lnTo>
                <a:lnTo>
                  <a:pt x="8781" y="668"/>
                </a:lnTo>
                <a:lnTo>
                  <a:pt x="8783" y="668"/>
                </a:lnTo>
                <a:lnTo>
                  <a:pt x="8784" y="668"/>
                </a:lnTo>
                <a:lnTo>
                  <a:pt x="8785" y="668"/>
                </a:lnTo>
                <a:lnTo>
                  <a:pt x="8786" y="667"/>
                </a:lnTo>
                <a:lnTo>
                  <a:pt x="8787" y="667"/>
                </a:lnTo>
                <a:lnTo>
                  <a:pt x="8788" y="667"/>
                </a:lnTo>
                <a:lnTo>
                  <a:pt x="8789" y="666"/>
                </a:lnTo>
                <a:lnTo>
                  <a:pt x="8791" y="665"/>
                </a:lnTo>
                <a:lnTo>
                  <a:pt x="8792" y="664"/>
                </a:lnTo>
                <a:lnTo>
                  <a:pt x="8793" y="663"/>
                </a:lnTo>
                <a:lnTo>
                  <a:pt x="8794" y="661"/>
                </a:lnTo>
                <a:lnTo>
                  <a:pt x="8796" y="659"/>
                </a:lnTo>
                <a:lnTo>
                  <a:pt x="8797" y="659"/>
                </a:lnTo>
                <a:lnTo>
                  <a:pt x="8798" y="659"/>
                </a:lnTo>
                <a:lnTo>
                  <a:pt x="8799" y="658"/>
                </a:lnTo>
                <a:lnTo>
                  <a:pt x="8800" y="657"/>
                </a:lnTo>
                <a:lnTo>
                  <a:pt x="8801" y="657"/>
                </a:lnTo>
                <a:lnTo>
                  <a:pt x="8802" y="656"/>
                </a:lnTo>
                <a:lnTo>
                  <a:pt x="8803" y="654"/>
                </a:lnTo>
                <a:lnTo>
                  <a:pt x="8805" y="652"/>
                </a:lnTo>
                <a:lnTo>
                  <a:pt x="8806" y="652"/>
                </a:lnTo>
                <a:lnTo>
                  <a:pt x="8808" y="651"/>
                </a:lnTo>
                <a:lnTo>
                  <a:pt x="8809" y="651"/>
                </a:lnTo>
                <a:lnTo>
                  <a:pt x="8814" y="652"/>
                </a:lnTo>
                <a:lnTo>
                  <a:pt x="8815" y="652"/>
                </a:lnTo>
                <a:lnTo>
                  <a:pt x="8816" y="652"/>
                </a:lnTo>
                <a:lnTo>
                  <a:pt x="8817" y="652"/>
                </a:lnTo>
                <a:lnTo>
                  <a:pt x="8818" y="652"/>
                </a:lnTo>
                <a:lnTo>
                  <a:pt x="8820" y="651"/>
                </a:lnTo>
                <a:lnTo>
                  <a:pt x="8822" y="650"/>
                </a:lnTo>
                <a:lnTo>
                  <a:pt x="8823" y="649"/>
                </a:lnTo>
                <a:lnTo>
                  <a:pt x="8824" y="649"/>
                </a:lnTo>
                <a:lnTo>
                  <a:pt x="8825" y="648"/>
                </a:lnTo>
                <a:lnTo>
                  <a:pt x="8827" y="648"/>
                </a:lnTo>
                <a:lnTo>
                  <a:pt x="8829" y="648"/>
                </a:lnTo>
                <a:lnTo>
                  <a:pt x="8829" y="647"/>
                </a:lnTo>
                <a:lnTo>
                  <a:pt x="8830" y="647"/>
                </a:lnTo>
                <a:lnTo>
                  <a:pt x="8831" y="646"/>
                </a:lnTo>
                <a:lnTo>
                  <a:pt x="8834" y="647"/>
                </a:lnTo>
                <a:lnTo>
                  <a:pt x="8835" y="647"/>
                </a:lnTo>
                <a:lnTo>
                  <a:pt x="8839" y="649"/>
                </a:lnTo>
                <a:lnTo>
                  <a:pt x="8844" y="651"/>
                </a:lnTo>
                <a:lnTo>
                  <a:pt x="8845" y="651"/>
                </a:lnTo>
                <a:lnTo>
                  <a:pt x="8846" y="651"/>
                </a:lnTo>
                <a:lnTo>
                  <a:pt x="8847" y="650"/>
                </a:lnTo>
                <a:lnTo>
                  <a:pt x="8848" y="650"/>
                </a:lnTo>
                <a:lnTo>
                  <a:pt x="8849" y="649"/>
                </a:lnTo>
                <a:lnTo>
                  <a:pt x="8851" y="648"/>
                </a:lnTo>
                <a:lnTo>
                  <a:pt x="8852" y="646"/>
                </a:lnTo>
                <a:lnTo>
                  <a:pt x="8853" y="644"/>
                </a:lnTo>
                <a:lnTo>
                  <a:pt x="8853" y="643"/>
                </a:lnTo>
                <a:lnTo>
                  <a:pt x="8853" y="642"/>
                </a:lnTo>
                <a:lnTo>
                  <a:pt x="8854" y="639"/>
                </a:lnTo>
                <a:lnTo>
                  <a:pt x="8854" y="637"/>
                </a:lnTo>
                <a:lnTo>
                  <a:pt x="8855" y="633"/>
                </a:lnTo>
                <a:lnTo>
                  <a:pt x="8857" y="631"/>
                </a:lnTo>
                <a:lnTo>
                  <a:pt x="8858" y="631"/>
                </a:lnTo>
                <a:lnTo>
                  <a:pt x="8861" y="629"/>
                </a:lnTo>
                <a:lnTo>
                  <a:pt x="8862" y="629"/>
                </a:lnTo>
                <a:lnTo>
                  <a:pt x="8863" y="629"/>
                </a:lnTo>
                <a:lnTo>
                  <a:pt x="8868" y="628"/>
                </a:lnTo>
                <a:lnTo>
                  <a:pt x="8872" y="628"/>
                </a:lnTo>
                <a:lnTo>
                  <a:pt x="8873" y="628"/>
                </a:lnTo>
                <a:lnTo>
                  <a:pt x="8874" y="627"/>
                </a:lnTo>
                <a:lnTo>
                  <a:pt x="8875" y="627"/>
                </a:lnTo>
                <a:lnTo>
                  <a:pt x="8876" y="626"/>
                </a:lnTo>
                <a:lnTo>
                  <a:pt x="8877" y="624"/>
                </a:lnTo>
                <a:lnTo>
                  <a:pt x="8877" y="623"/>
                </a:lnTo>
                <a:lnTo>
                  <a:pt x="8877" y="622"/>
                </a:lnTo>
                <a:lnTo>
                  <a:pt x="8877" y="621"/>
                </a:lnTo>
                <a:lnTo>
                  <a:pt x="8880" y="622"/>
                </a:lnTo>
                <a:lnTo>
                  <a:pt x="8882" y="624"/>
                </a:lnTo>
                <a:lnTo>
                  <a:pt x="8883" y="624"/>
                </a:lnTo>
                <a:lnTo>
                  <a:pt x="8883" y="626"/>
                </a:lnTo>
                <a:lnTo>
                  <a:pt x="8884" y="629"/>
                </a:lnTo>
                <a:lnTo>
                  <a:pt x="8884" y="632"/>
                </a:lnTo>
                <a:lnTo>
                  <a:pt x="8884" y="634"/>
                </a:lnTo>
                <a:lnTo>
                  <a:pt x="8883" y="635"/>
                </a:lnTo>
                <a:lnTo>
                  <a:pt x="8882" y="636"/>
                </a:lnTo>
                <a:lnTo>
                  <a:pt x="8880" y="638"/>
                </a:lnTo>
                <a:lnTo>
                  <a:pt x="8876" y="642"/>
                </a:lnTo>
                <a:lnTo>
                  <a:pt x="8874" y="644"/>
                </a:lnTo>
                <a:lnTo>
                  <a:pt x="8873" y="644"/>
                </a:lnTo>
                <a:lnTo>
                  <a:pt x="8871" y="646"/>
                </a:lnTo>
                <a:lnTo>
                  <a:pt x="8870" y="647"/>
                </a:lnTo>
                <a:lnTo>
                  <a:pt x="8869" y="648"/>
                </a:lnTo>
                <a:lnTo>
                  <a:pt x="8866" y="650"/>
                </a:lnTo>
                <a:lnTo>
                  <a:pt x="8865" y="650"/>
                </a:lnTo>
                <a:lnTo>
                  <a:pt x="8863" y="652"/>
                </a:lnTo>
                <a:lnTo>
                  <a:pt x="8861" y="653"/>
                </a:lnTo>
                <a:lnTo>
                  <a:pt x="8859" y="655"/>
                </a:lnTo>
                <a:lnTo>
                  <a:pt x="8857" y="657"/>
                </a:lnTo>
                <a:lnTo>
                  <a:pt x="8856" y="658"/>
                </a:lnTo>
                <a:lnTo>
                  <a:pt x="8855" y="659"/>
                </a:lnTo>
                <a:lnTo>
                  <a:pt x="8854" y="660"/>
                </a:lnTo>
                <a:lnTo>
                  <a:pt x="8854" y="662"/>
                </a:lnTo>
                <a:lnTo>
                  <a:pt x="8853" y="663"/>
                </a:lnTo>
                <a:lnTo>
                  <a:pt x="8853" y="665"/>
                </a:lnTo>
                <a:lnTo>
                  <a:pt x="8852" y="666"/>
                </a:lnTo>
                <a:lnTo>
                  <a:pt x="8851" y="667"/>
                </a:lnTo>
                <a:lnTo>
                  <a:pt x="8850" y="667"/>
                </a:lnTo>
                <a:lnTo>
                  <a:pt x="8849" y="668"/>
                </a:lnTo>
                <a:lnTo>
                  <a:pt x="8848" y="669"/>
                </a:lnTo>
                <a:lnTo>
                  <a:pt x="8847" y="670"/>
                </a:lnTo>
                <a:lnTo>
                  <a:pt x="8846" y="671"/>
                </a:lnTo>
                <a:lnTo>
                  <a:pt x="8845" y="671"/>
                </a:lnTo>
                <a:lnTo>
                  <a:pt x="8845" y="672"/>
                </a:lnTo>
                <a:lnTo>
                  <a:pt x="8844" y="673"/>
                </a:lnTo>
                <a:lnTo>
                  <a:pt x="8843" y="673"/>
                </a:lnTo>
                <a:lnTo>
                  <a:pt x="8842" y="674"/>
                </a:lnTo>
                <a:lnTo>
                  <a:pt x="8841" y="674"/>
                </a:lnTo>
                <a:lnTo>
                  <a:pt x="8840" y="676"/>
                </a:lnTo>
                <a:lnTo>
                  <a:pt x="8840" y="678"/>
                </a:lnTo>
                <a:lnTo>
                  <a:pt x="8840" y="680"/>
                </a:lnTo>
                <a:lnTo>
                  <a:pt x="8840" y="681"/>
                </a:lnTo>
                <a:lnTo>
                  <a:pt x="8840" y="682"/>
                </a:lnTo>
                <a:lnTo>
                  <a:pt x="8841" y="682"/>
                </a:lnTo>
                <a:lnTo>
                  <a:pt x="8841" y="684"/>
                </a:lnTo>
                <a:lnTo>
                  <a:pt x="8841" y="686"/>
                </a:lnTo>
                <a:lnTo>
                  <a:pt x="8842" y="687"/>
                </a:lnTo>
                <a:lnTo>
                  <a:pt x="8842" y="689"/>
                </a:lnTo>
                <a:lnTo>
                  <a:pt x="8843" y="690"/>
                </a:lnTo>
                <a:lnTo>
                  <a:pt x="8843" y="691"/>
                </a:lnTo>
                <a:lnTo>
                  <a:pt x="8843" y="692"/>
                </a:lnTo>
                <a:lnTo>
                  <a:pt x="8843" y="693"/>
                </a:lnTo>
                <a:lnTo>
                  <a:pt x="8844" y="694"/>
                </a:lnTo>
                <a:lnTo>
                  <a:pt x="8845" y="695"/>
                </a:lnTo>
                <a:lnTo>
                  <a:pt x="8845" y="696"/>
                </a:lnTo>
                <a:lnTo>
                  <a:pt x="8845" y="697"/>
                </a:lnTo>
                <a:lnTo>
                  <a:pt x="8845" y="698"/>
                </a:lnTo>
                <a:lnTo>
                  <a:pt x="8845" y="699"/>
                </a:lnTo>
                <a:lnTo>
                  <a:pt x="8845" y="700"/>
                </a:lnTo>
                <a:lnTo>
                  <a:pt x="8844" y="702"/>
                </a:lnTo>
                <a:lnTo>
                  <a:pt x="8843" y="703"/>
                </a:lnTo>
                <a:lnTo>
                  <a:pt x="8843" y="704"/>
                </a:lnTo>
                <a:lnTo>
                  <a:pt x="8843" y="705"/>
                </a:lnTo>
                <a:lnTo>
                  <a:pt x="8843" y="708"/>
                </a:lnTo>
                <a:lnTo>
                  <a:pt x="8843" y="710"/>
                </a:lnTo>
                <a:lnTo>
                  <a:pt x="8842" y="711"/>
                </a:lnTo>
                <a:lnTo>
                  <a:pt x="8842" y="712"/>
                </a:lnTo>
                <a:lnTo>
                  <a:pt x="8840" y="715"/>
                </a:lnTo>
                <a:lnTo>
                  <a:pt x="8840" y="716"/>
                </a:lnTo>
                <a:lnTo>
                  <a:pt x="8839" y="718"/>
                </a:lnTo>
                <a:lnTo>
                  <a:pt x="8839" y="719"/>
                </a:lnTo>
                <a:lnTo>
                  <a:pt x="8838" y="719"/>
                </a:lnTo>
                <a:lnTo>
                  <a:pt x="8838" y="720"/>
                </a:lnTo>
                <a:lnTo>
                  <a:pt x="8838" y="721"/>
                </a:lnTo>
                <a:lnTo>
                  <a:pt x="8839" y="721"/>
                </a:lnTo>
                <a:lnTo>
                  <a:pt x="8839" y="722"/>
                </a:lnTo>
                <a:lnTo>
                  <a:pt x="8839" y="723"/>
                </a:lnTo>
                <a:lnTo>
                  <a:pt x="8838" y="723"/>
                </a:lnTo>
                <a:lnTo>
                  <a:pt x="8837" y="724"/>
                </a:lnTo>
                <a:lnTo>
                  <a:pt x="8836" y="725"/>
                </a:lnTo>
                <a:lnTo>
                  <a:pt x="8836" y="726"/>
                </a:lnTo>
                <a:lnTo>
                  <a:pt x="8837" y="726"/>
                </a:lnTo>
                <a:lnTo>
                  <a:pt x="8837" y="727"/>
                </a:lnTo>
                <a:lnTo>
                  <a:pt x="8837" y="728"/>
                </a:lnTo>
                <a:lnTo>
                  <a:pt x="8838" y="729"/>
                </a:lnTo>
                <a:lnTo>
                  <a:pt x="8838" y="731"/>
                </a:lnTo>
                <a:lnTo>
                  <a:pt x="8838" y="732"/>
                </a:lnTo>
                <a:lnTo>
                  <a:pt x="8839" y="733"/>
                </a:lnTo>
                <a:lnTo>
                  <a:pt x="8839" y="734"/>
                </a:lnTo>
                <a:lnTo>
                  <a:pt x="8839" y="735"/>
                </a:lnTo>
                <a:lnTo>
                  <a:pt x="8840" y="735"/>
                </a:lnTo>
                <a:lnTo>
                  <a:pt x="8840" y="736"/>
                </a:lnTo>
                <a:lnTo>
                  <a:pt x="8841" y="736"/>
                </a:lnTo>
                <a:lnTo>
                  <a:pt x="8842" y="736"/>
                </a:lnTo>
                <a:lnTo>
                  <a:pt x="8842" y="737"/>
                </a:lnTo>
                <a:lnTo>
                  <a:pt x="8843" y="737"/>
                </a:lnTo>
                <a:lnTo>
                  <a:pt x="8843" y="738"/>
                </a:lnTo>
                <a:lnTo>
                  <a:pt x="8844" y="738"/>
                </a:lnTo>
                <a:lnTo>
                  <a:pt x="8845" y="738"/>
                </a:lnTo>
                <a:lnTo>
                  <a:pt x="8845" y="739"/>
                </a:lnTo>
                <a:lnTo>
                  <a:pt x="8846" y="739"/>
                </a:lnTo>
                <a:lnTo>
                  <a:pt x="8847" y="739"/>
                </a:lnTo>
                <a:lnTo>
                  <a:pt x="8847" y="740"/>
                </a:lnTo>
                <a:lnTo>
                  <a:pt x="8848" y="740"/>
                </a:lnTo>
                <a:lnTo>
                  <a:pt x="8848" y="741"/>
                </a:lnTo>
                <a:lnTo>
                  <a:pt x="8849" y="742"/>
                </a:lnTo>
                <a:lnTo>
                  <a:pt x="8849" y="743"/>
                </a:lnTo>
                <a:lnTo>
                  <a:pt x="8850" y="743"/>
                </a:lnTo>
                <a:lnTo>
                  <a:pt x="8850" y="744"/>
                </a:lnTo>
                <a:lnTo>
                  <a:pt x="8851" y="744"/>
                </a:lnTo>
                <a:lnTo>
                  <a:pt x="8851" y="746"/>
                </a:lnTo>
                <a:lnTo>
                  <a:pt x="8851" y="747"/>
                </a:lnTo>
                <a:lnTo>
                  <a:pt x="8851" y="748"/>
                </a:lnTo>
                <a:lnTo>
                  <a:pt x="8853" y="748"/>
                </a:lnTo>
                <a:lnTo>
                  <a:pt x="8854" y="748"/>
                </a:lnTo>
                <a:lnTo>
                  <a:pt x="8855" y="748"/>
                </a:lnTo>
                <a:lnTo>
                  <a:pt x="8855" y="747"/>
                </a:lnTo>
                <a:lnTo>
                  <a:pt x="8856" y="747"/>
                </a:lnTo>
                <a:lnTo>
                  <a:pt x="8857" y="747"/>
                </a:lnTo>
                <a:lnTo>
                  <a:pt x="8858" y="747"/>
                </a:lnTo>
                <a:lnTo>
                  <a:pt x="8859" y="747"/>
                </a:lnTo>
                <a:lnTo>
                  <a:pt x="8859" y="748"/>
                </a:lnTo>
                <a:lnTo>
                  <a:pt x="8860" y="748"/>
                </a:lnTo>
                <a:lnTo>
                  <a:pt x="8860" y="749"/>
                </a:lnTo>
                <a:lnTo>
                  <a:pt x="8861" y="749"/>
                </a:lnTo>
                <a:lnTo>
                  <a:pt x="8861" y="750"/>
                </a:lnTo>
                <a:lnTo>
                  <a:pt x="8862" y="750"/>
                </a:lnTo>
                <a:lnTo>
                  <a:pt x="8862" y="752"/>
                </a:lnTo>
                <a:lnTo>
                  <a:pt x="8862" y="753"/>
                </a:lnTo>
                <a:lnTo>
                  <a:pt x="8862" y="754"/>
                </a:lnTo>
                <a:lnTo>
                  <a:pt x="8862" y="755"/>
                </a:lnTo>
                <a:lnTo>
                  <a:pt x="8862" y="756"/>
                </a:lnTo>
                <a:lnTo>
                  <a:pt x="8863" y="756"/>
                </a:lnTo>
                <a:lnTo>
                  <a:pt x="8863" y="757"/>
                </a:lnTo>
                <a:lnTo>
                  <a:pt x="8864" y="757"/>
                </a:lnTo>
                <a:lnTo>
                  <a:pt x="8864" y="758"/>
                </a:lnTo>
                <a:lnTo>
                  <a:pt x="8864" y="759"/>
                </a:lnTo>
                <a:lnTo>
                  <a:pt x="8864" y="760"/>
                </a:lnTo>
                <a:lnTo>
                  <a:pt x="8864" y="761"/>
                </a:lnTo>
                <a:lnTo>
                  <a:pt x="8865" y="762"/>
                </a:lnTo>
                <a:lnTo>
                  <a:pt x="8866" y="762"/>
                </a:lnTo>
                <a:lnTo>
                  <a:pt x="8866" y="763"/>
                </a:lnTo>
                <a:lnTo>
                  <a:pt x="8867" y="763"/>
                </a:lnTo>
                <a:lnTo>
                  <a:pt x="8868" y="763"/>
                </a:lnTo>
                <a:lnTo>
                  <a:pt x="8869" y="763"/>
                </a:lnTo>
                <a:lnTo>
                  <a:pt x="8870" y="763"/>
                </a:lnTo>
                <a:lnTo>
                  <a:pt x="8870" y="764"/>
                </a:lnTo>
                <a:lnTo>
                  <a:pt x="8871" y="764"/>
                </a:lnTo>
                <a:lnTo>
                  <a:pt x="8872" y="764"/>
                </a:lnTo>
                <a:lnTo>
                  <a:pt x="8872" y="765"/>
                </a:lnTo>
                <a:lnTo>
                  <a:pt x="8873" y="765"/>
                </a:lnTo>
                <a:lnTo>
                  <a:pt x="8873" y="766"/>
                </a:lnTo>
                <a:lnTo>
                  <a:pt x="8874" y="766"/>
                </a:lnTo>
                <a:lnTo>
                  <a:pt x="8875" y="767"/>
                </a:lnTo>
                <a:lnTo>
                  <a:pt x="8876" y="767"/>
                </a:lnTo>
                <a:lnTo>
                  <a:pt x="8876" y="768"/>
                </a:lnTo>
                <a:lnTo>
                  <a:pt x="8877" y="768"/>
                </a:lnTo>
                <a:lnTo>
                  <a:pt x="8879" y="768"/>
                </a:lnTo>
                <a:lnTo>
                  <a:pt x="8880" y="768"/>
                </a:lnTo>
                <a:lnTo>
                  <a:pt x="8880" y="769"/>
                </a:lnTo>
                <a:lnTo>
                  <a:pt x="8881" y="769"/>
                </a:lnTo>
                <a:lnTo>
                  <a:pt x="8881" y="770"/>
                </a:lnTo>
                <a:lnTo>
                  <a:pt x="8882" y="770"/>
                </a:lnTo>
                <a:lnTo>
                  <a:pt x="8882" y="771"/>
                </a:lnTo>
                <a:lnTo>
                  <a:pt x="8883" y="771"/>
                </a:lnTo>
                <a:lnTo>
                  <a:pt x="8883" y="772"/>
                </a:lnTo>
                <a:lnTo>
                  <a:pt x="8884" y="772"/>
                </a:lnTo>
                <a:lnTo>
                  <a:pt x="8884" y="773"/>
                </a:lnTo>
                <a:lnTo>
                  <a:pt x="8884" y="774"/>
                </a:lnTo>
                <a:lnTo>
                  <a:pt x="8884" y="775"/>
                </a:lnTo>
                <a:lnTo>
                  <a:pt x="8885" y="775"/>
                </a:lnTo>
                <a:lnTo>
                  <a:pt x="8885" y="776"/>
                </a:lnTo>
                <a:lnTo>
                  <a:pt x="8885" y="779"/>
                </a:lnTo>
                <a:lnTo>
                  <a:pt x="8884" y="779"/>
                </a:lnTo>
                <a:lnTo>
                  <a:pt x="8884" y="780"/>
                </a:lnTo>
                <a:lnTo>
                  <a:pt x="8884" y="781"/>
                </a:lnTo>
                <a:lnTo>
                  <a:pt x="8884" y="782"/>
                </a:lnTo>
                <a:lnTo>
                  <a:pt x="8884" y="783"/>
                </a:lnTo>
                <a:lnTo>
                  <a:pt x="8883" y="783"/>
                </a:lnTo>
                <a:lnTo>
                  <a:pt x="8883" y="784"/>
                </a:lnTo>
                <a:lnTo>
                  <a:pt x="8883" y="785"/>
                </a:lnTo>
                <a:lnTo>
                  <a:pt x="8883" y="786"/>
                </a:lnTo>
                <a:lnTo>
                  <a:pt x="8882" y="786"/>
                </a:lnTo>
                <a:lnTo>
                  <a:pt x="8882" y="787"/>
                </a:lnTo>
                <a:lnTo>
                  <a:pt x="8882" y="788"/>
                </a:lnTo>
                <a:lnTo>
                  <a:pt x="8882" y="789"/>
                </a:lnTo>
                <a:lnTo>
                  <a:pt x="8881" y="789"/>
                </a:lnTo>
                <a:lnTo>
                  <a:pt x="8881" y="790"/>
                </a:lnTo>
                <a:lnTo>
                  <a:pt x="8881" y="791"/>
                </a:lnTo>
                <a:lnTo>
                  <a:pt x="8881" y="792"/>
                </a:lnTo>
                <a:lnTo>
                  <a:pt x="8880" y="793"/>
                </a:lnTo>
                <a:lnTo>
                  <a:pt x="8880" y="794"/>
                </a:lnTo>
                <a:lnTo>
                  <a:pt x="8879" y="795"/>
                </a:lnTo>
                <a:lnTo>
                  <a:pt x="8879" y="796"/>
                </a:lnTo>
                <a:lnTo>
                  <a:pt x="8878" y="796"/>
                </a:lnTo>
                <a:lnTo>
                  <a:pt x="8878" y="797"/>
                </a:lnTo>
                <a:lnTo>
                  <a:pt x="8878" y="798"/>
                </a:lnTo>
                <a:lnTo>
                  <a:pt x="8878" y="799"/>
                </a:lnTo>
                <a:lnTo>
                  <a:pt x="8878" y="800"/>
                </a:lnTo>
                <a:lnTo>
                  <a:pt x="8878" y="801"/>
                </a:lnTo>
                <a:lnTo>
                  <a:pt x="8879" y="801"/>
                </a:lnTo>
                <a:lnTo>
                  <a:pt x="8879" y="802"/>
                </a:lnTo>
                <a:lnTo>
                  <a:pt x="8879" y="803"/>
                </a:lnTo>
                <a:lnTo>
                  <a:pt x="8880" y="803"/>
                </a:lnTo>
                <a:lnTo>
                  <a:pt x="8880" y="804"/>
                </a:lnTo>
                <a:lnTo>
                  <a:pt x="8880" y="805"/>
                </a:lnTo>
                <a:lnTo>
                  <a:pt x="8880" y="806"/>
                </a:lnTo>
                <a:lnTo>
                  <a:pt x="8880" y="807"/>
                </a:lnTo>
                <a:lnTo>
                  <a:pt x="8879" y="807"/>
                </a:lnTo>
                <a:lnTo>
                  <a:pt x="8879" y="808"/>
                </a:lnTo>
                <a:lnTo>
                  <a:pt x="8878" y="809"/>
                </a:lnTo>
                <a:lnTo>
                  <a:pt x="8877" y="810"/>
                </a:lnTo>
                <a:lnTo>
                  <a:pt x="8877" y="811"/>
                </a:lnTo>
                <a:lnTo>
                  <a:pt x="8877" y="812"/>
                </a:lnTo>
                <a:lnTo>
                  <a:pt x="8877" y="813"/>
                </a:lnTo>
                <a:lnTo>
                  <a:pt x="8876" y="813"/>
                </a:lnTo>
                <a:lnTo>
                  <a:pt x="8876" y="814"/>
                </a:lnTo>
                <a:lnTo>
                  <a:pt x="8876" y="815"/>
                </a:lnTo>
                <a:lnTo>
                  <a:pt x="8876" y="816"/>
                </a:lnTo>
                <a:lnTo>
                  <a:pt x="8876" y="817"/>
                </a:lnTo>
                <a:lnTo>
                  <a:pt x="8876" y="818"/>
                </a:lnTo>
                <a:lnTo>
                  <a:pt x="8875" y="818"/>
                </a:lnTo>
                <a:lnTo>
                  <a:pt x="8875" y="819"/>
                </a:lnTo>
                <a:lnTo>
                  <a:pt x="8874" y="820"/>
                </a:lnTo>
                <a:lnTo>
                  <a:pt x="8874" y="821"/>
                </a:lnTo>
                <a:lnTo>
                  <a:pt x="8873" y="821"/>
                </a:lnTo>
                <a:lnTo>
                  <a:pt x="8872" y="821"/>
                </a:lnTo>
                <a:lnTo>
                  <a:pt x="8872" y="822"/>
                </a:lnTo>
                <a:lnTo>
                  <a:pt x="8871" y="823"/>
                </a:lnTo>
                <a:lnTo>
                  <a:pt x="8871" y="824"/>
                </a:lnTo>
                <a:lnTo>
                  <a:pt x="8871" y="826"/>
                </a:lnTo>
                <a:lnTo>
                  <a:pt x="8871" y="827"/>
                </a:lnTo>
                <a:lnTo>
                  <a:pt x="8872" y="827"/>
                </a:lnTo>
                <a:lnTo>
                  <a:pt x="8872" y="828"/>
                </a:lnTo>
                <a:lnTo>
                  <a:pt x="8872" y="829"/>
                </a:lnTo>
                <a:lnTo>
                  <a:pt x="8872" y="830"/>
                </a:lnTo>
                <a:lnTo>
                  <a:pt x="8872" y="831"/>
                </a:lnTo>
                <a:lnTo>
                  <a:pt x="8872" y="832"/>
                </a:lnTo>
                <a:lnTo>
                  <a:pt x="8872" y="833"/>
                </a:lnTo>
                <a:lnTo>
                  <a:pt x="8871" y="833"/>
                </a:lnTo>
                <a:lnTo>
                  <a:pt x="8871" y="834"/>
                </a:lnTo>
                <a:lnTo>
                  <a:pt x="8870" y="834"/>
                </a:lnTo>
                <a:lnTo>
                  <a:pt x="8870" y="835"/>
                </a:lnTo>
                <a:lnTo>
                  <a:pt x="8869" y="835"/>
                </a:lnTo>
                <a:lnTo>
                  <a:pt x="8868" y="836"/>
                </a:lnTo>
                <a:lnTo>
                  <a:pt x="8867" y="836"/>
                </a:lnTo>
                <a:lnTo>
                  <a:pt x="8866" y="837"/>
                </a:lnTo>
                <a:lnTo>
                  <a:pt x="8866" y="838"/>
                </a:lnTo>
                <a:lnTo>
                  <a:pt x="8865" y="838"/>
                </a:lnTo>
                <a:lnTo>
                  <a:pt x="8865" y="839"/>
                </a:lnTo>
                <a:lnTo>
                  <a:pt x="8865" y="840"/>
                </a:lnTo>
                <a:lnTo>
                  <a:pt x="8865" y="841"/>
                </a:lnTo>
                <a:lnTo>
                  <a:pt x="8865" y="842"/>
                </a:lnTo>
                <a:lnTo>
                  <a:pt x="8864" y="842"/>
                </a:lnTo>
                <a:lnTo>
                  <a:pt x="8864" y="843"/>
                </a:lnTo>
                <a:lnTo>
                  <a:pt x="8863" y="843"/>
                </a:lnTo>
                <a:lnTo>
                  <a:pt x="8862" y="843"/>
                </a:lnTo>
                <a:lnTo>
                  <a:pt x="8861" y="843"/>
                </a:lnTo>
                <a:lnTo>
                  <a:pt x="8860" y="843"/>
                </a:lnTo>
                <a:lnTo>
                  <a:pt x="8859" y="843"/>
                </a:lnTo>
                <a:lnTo>
                  <a:pt x="8858" y="843"/>
                </a:lnTo>
                <a:lnTo>
                  <a:pt x="8858" y="844"/>
                </a:lnTo>
                <a:lnTo>
                  <a:pt x="8857" y="844"/>
                </a:lnTo>
                <a:lnTo>
                  <a:pt x="8857" y="845"/>
                </a:lnTo>
                <a:lnTo>
                  <a:pt x="8856" y="845"/>
                </a:lnTo>
                <a:lnTo>
                  <a:pt x="8855" y="846"/>
                </a:lnTo>
                <a:lnTo>
                  <a:pt x="8854" y="847"/>
                </a:lnTo>
                <a:lnTo>
                  <a:pt x="8853" y="847"/>
                </a:lnTo>
                <a:lnTo>
                  <a:pt x="8853" y="848"/>
                </a:lnTo>
                <a:lnTo>
                  <a:pt x="8852" y="848"/>
                </a:lnTo>
                <a:lnTo>
                  <a:pt x="8851" y="848"/>
                </a:lnTo>
                <a:lnTo>
                  <a:pt x="8850" y="848"/>
                </a:lnTo>
                <a:lnTo>
                  <a:pt x="8848" y="848"/>
                </a:lnTo>
                <a:lnTo>
                  <a:pt x="8847" y="849"/>
                </a:lnTo>
                <a:lnTo>
                  <a:pt x="8846" y="849"/>
                </a:lnTo>
                <a:lnTo>
                  <a:pt x="8846" y="848"/>
                </a:lnTo>
                <a:lnTo>
                  <a:pt x="8845" y="849"/>
                </a:lnTo>
                <a:lnTo>
                  <a:pt x="8844" y="849"/>
                </a:lnTo>
                <a:lnTo>
                  <a:pt x="8842" y="850"/>
                </a:lnTo>
                <a:lnTo>
                  <a:pt x="8841" y="852"/>
                </a:lnTo>
                <a:lnTo>
                  <a:pt x="8840" y="853"/>
                </a:lnTo>
                <a:lnTo>
                  <a:pt x="8840" y="854"/>
                </a:lnTo>
                <a:lnTo>
                  <a:pt x="8839" y="855"/>
                </a:lnTo>
                <a:lnTo>
                  <a:pt x="8839" y="856"/>
                </a:lnTo>
                <a:lnTo>
                  <a:pt x="8838" y="857"/>
                </a:lnTo>
                <a:lnTo>
                  <a:pt x="8838" y="858"/>
                </a:lnTo>
                <a:lnTo>
                  <a:pt x="8838" y="859"/>
                </a:lnTo>
                <a:lnTo>
                  <a:pt x="8837" y="859"/>
                </a:lnTo>
                <a:lnTo>
                  <a:pt x="8837" y="860"/>
                </a:lnTo>
                <a:lnTo>
                  <a:pt x="8837" y="861"/>
                </a:lnTo>
                <a:lnTo>
                  <a:pt x="8836" y="861"/>
                </a:lnTo>
                <a:lnTo>
                  <a:pt x="8837" y="862"/>
                </a:lnTo>
                <a:lnTo>
                  <a:pt x="8837" y="863"/>
                </a:lnTo>
                <a:lnTo>
                  <a:pt x="8837" y="864"/>
                </a:lnTo>
                <a:lnTo>
                  <a:pt x="8837" y="865"/>
                </a:lnTo>
                <a:lnTo>
                  <a:pt x="8837" y="866"/>
                </a:lnTo>
                <a:lnTo>
                  <a:pt x="8837" y="867"/>
                </a:lnTo>
                <a:lnTo>
                  <a:pt x="8837" y="868"/>
                </a:lnTo>
                <a:lnTo>
                  <a:pt x="8837" y="869"/>
                </a:lnTo>
                <a:lnTo>
                  <a:pt x="8836" y="869"/>
                </a:lnTo>
                <a:lnTo>
                  <a:pt x="8836" y="870"/>
                </a:lnTo>
                <a:lnTo>
                  <a:pt x="8835" y="871"/>
                </a:lnTo>
                <a:lnTo>
                  <a:pt x="8834" y="871"/>
                </a:lnTo>
                <a:lnTo>
                  <a:pt x="8834" y="872"/>
                </a:lnTo>
                <a:lnTo>
                  <a:pt x="8833" y="872"/>
                </a:lnTo>
                <a:lnTo>
                  <a:pt x="8832" y="872"/>
                </a:lnTo>
                <a:lnTo>
                  <a:pt x="8832" y="873"/>
                </a:lnTo>
                <a:lnTo>
                  <a:pt x="8831" y="873"/>
                </a:lnTo>
                <a:lnTo>
                  <a:pt x="8831" y="874"/>
                </a:lnTo>
                <a:lnTo>
                  <a:pt x="8831" y="875"/>
                </a:lnTo>
                <a:lnTo>
                  <a:pt x="8830" y="875"/>
                </a:lnTo>
                <a:lnTo>
                  <a:pt x="8830" y="876"/>
                </a:lnTo>
                <a:lnTo>
                  <a:pt x="8830" y="877"/>
                </a:lnTo>
                <a:lnTo>
                  <a:pt x="8829" y="877"/>
                </a:lnTo>
                <a:lnTo>
                  <a:pt x="8829" y="879"/>
                </a:lnTo>
                <a:lnTo>
                  <a:pt x="8829" y="880"/>
                </a:lnTo>
                <a:lnTo>
                  <a:pt x="8829" y="881"/>
                </a:lnTo>
                <a:lnTo>
                  <a:pt x="8829" y="882"/>
                </a:lnTo>
                <a:lnTo>
                  <a:pt x="8829" y="883"/>
                </a:lnTo>
                <a:lnTo>
                  <a:pt x="8830" y="883"/>
                </a:lnTo>
                <a:lnTo>
                  <a:pt x="8830" y="884"/>
                </a:lnTo>
                <a:lnTo>
                  <a:pt x="8830" y="885"/>
                </a:lnTo>
                <a:lnTo>
                  <a:pt x="8830" y="886"/>
                </a:lnTo>
                <a:lnTo>
                  <a:pt x="8830" y="888"/>
                </a:lnTo>
                <a:lnTo>
                  <a:pt x="8830" y="889"/>
                </a:lnTo>
                <a:lnTo>
                  <a:pt x="8830" y="890"/>
                </a:lnTo>
                <a:lnTo>
                  <a:pt x="8830" y="891"/>
                </a:lnTo>
                <a:lnTo>
                  <a:pt x="8830" y="892"/>
                </a:lnTo>
                <a:lnTo>
                  <a:pt x="8830" y="893"/>
                </a:lnTo>
                <a:lnTo>
                  <a:pt x="8830" y="894"/>
                </a:lnTo>
                <a:lnTo>
                  <a:pt x="8831" y="894"/>
                </a:lnTo>
                <a:lnTo>
                  <a:pt x="8831" y="895"/>
                </a:lnTo>
                <a:lnTo>
                  <a:pt x="8832" y="896"/>
                </a:lnTo>
                <a:lnTo>
                  <a:pt x="8833" y="896"/>
                </a:lnTo>
                <a:lnTo>
                  <a:pt x="8833" y="897"/>
                </a:lnTo>
                <a:lnTo>
                  <a:pt x="8834" y="897"/>
                </a:lnTo>
                <a:lnTo>
                  <a:pt x="8835" y="897"/>
                </a:lnTo>
                <a:lnTo>
                  <a:pt x="8836" y="897"/>
                </a:lnTo>
                <a:lnTo>
                  <a:pt x="8838" y="898"/>
                </a:lnTo>
                <a:lnTo>
                  <a:pt x="8838" y="899"/>
                </a:lnTo>
                <a:lnTo>
                  <a:pt x="8839" y="899"/>
                </a:lnTo>
                <a:lnTo>
                  <a:pt x="8840" y="900"/>
                </a:lnTo>
                <a:lnTo>
                  <a:pt x="8842" y="901"/>
                </a:lnTo>
                <a:lnTo>
                  <a:pt x="8842" y="902"/>
                </a:lnTo>
                <a:lnTo>
                  <a:pt x="8843" y="903"/>
                </a:lnTo>
                <a:lnTo>
                  <a:pt x="8844" y="904"/>
                </a:lnTo>
                <a:lnTo>
                  <a:pt x="8844" y="905"/>
                </a:lnTo>
                <a:lnTo>
                  <a:pt x="8845" y="907"/>
                </a:lnTo>
                <a:lnTo>
                  <a:pt x="8845" y="908"/>
                </a:lnTo>
                <a:lnTo>
                  <a:pt x="8845" y="909"/>
                </a:lnTo>
                <a:lnTo>
                  <a:pt x="8846" y="911"/>
                </a:lnTo>
                <a:lnTo>
                  <a:pt x="8846" y="912"/>
                </a:lnTo>
                <a:lnTo>
                  <a:pt x="8847" y="912"/>
                </a:lnTo>
                <a:lnTo>
                  <a:pt x="8847" y="913"/>
                </a:lnTo>
                <a:lnTo>
                  <a:pt x="8847" y="914"/>
                </a:lnTo>
                <a:lnTo>
                  <a:pt x="8847" y="915"/>
                </a:lnTo>
                <a:lnTo>
                  <a:pt x="8848" y="915"/>
                </a:lnTo>
                <a:lnTo>
                  <a:pt x="8848" y="916"/>
                </a:lnTo>
                <a:lnTo>
                  <a:pt x="8848" y="918"/>
                </a:lnTo>
                <a:lnTo>
                  <a:pt x="8848" y="919"/>
                </a:lnTo>
                <a:lnTo>
                  <a:pt x="8848" y="920"/>
                </a:lnTo>
                <a:lnTo>
                  <a:pt x="8847" y="921"/>
                </a:lnTo>
                <a:lnTo>
                  <a:pt x="8845" y="922"/>
                </a:lnTo>
                <a:lnTo>
                  <a:pt x="8844" y="923"/>
                </a:lnTo>
                <a:lnTo>
                  <a:pt x="8843" y="923"/>
                </a:lnTo>
                <a:lnTo>
                  <a:pt x="8842" y="923"/>
                </a:lnTo>
                <a:lnTo>
                  <a:pt x="8841" y="923"/>
                </a:lnTo>
                <a:lnTo>
                  <a:pt x="8841" y="924"/>
                </a:lnTo>
                <a:lnTo>
                  <a:pt x="8840" y="924"/>
                </a:lnTo>
                <a:lnTo>
                  <a:pt x="8839" y="924"/>
                </a:lnTo>
                <a:lnTo>
                  <a:pt x="8838" y="924"/>
                </a:lnTo>
                <a:lnTo>
                  <a:pt x="8838" y="925"/>
                </a:lnTo>
                <a:lnTo>
                  <a:pt x="8838" y="926"/>
                </a:lnTo>
                <a:lnTo>
                  <a:pt x="8837" y="926"/>
                </a:lnTo>
                <a:lnTo>
                  <a:pt x="8837" y="927"/>
                </a:lnTo>
                <a:lnTo>
                  <a:pt x="8837" y="930"/>
                </a:lnTo>
                <a:lnTo>
                  <a:pt x="8837" y="931"/>
                </a:lnTo>
                <a:lnTo>
                  <a:pt x="8836" y="931"/>
                </a:lnTo>
                <a:lnTo>
                  <a:pt x="8836" y="933"/>
                </a:lnTo>
                <a:lnTo>
                  <a:pt x="8837" y="933"/>
                </a:lnTo>
                <a:lnTo>
                  <a:pt x="8837" y="934"/>
                </a:lnTo>
                <a:lnTo>
                  <a:pt x="8837" y="935"/>
                </a:lnTo>
                <a:lnTo>
                  <a:pt x="8838" y="936"/>
                </a:lnTo>
                <a:lnTo>
                  <a:pt x="8838" y="938"/>
                </a:lnTo>
                <a:lnTo>
                  <a:pt x="8837" y="938"/>
                </a:lnTo>
                <a:lnTo>
                  <a:pt x="8837" y="939"/>
                </a:lnTo>
                <a:lnTo>
                  <a:pt x="8837" y="940"/>
                </a:lnTo>
                <a:lnTo>
                  <a:pt x="8837" y="941"/>
                </a:lnTo>
                <a:lnTo>
                  <a:pt x="8837" y="942"/>
                </a:lnTo>
                <a:lnTo>
                  <a:pt x="8837" y="943"/>
                </a:lnTo>
                <a:lnTo>
                  <a:pt x="8838" y="944"/>
                </a:lnTo>
                <a:lnTo>
                  <a:pt x="8837" y="944"/>
                </a:lnTo>
                <a:lnTo>
                  <a:pt x="8837" y="945"/>
                </a:lnTo>
                <a:lnTo>
                  <a:pt x="8836" y="947"/>
                </a:lnTo>
                <a:lnTo>
                  <a:pt x="8835" y="948"/>
                </a:lnTo>
                <a:lnTo>
                  <a:pt x="8834" y="949"/>
                </a:lnTo>
                <a:lnTo>
                  <a:pt x="8834" y="950"/>
                </a:lnTo>
                <a:lnTo>
                  <a:pt x="8834" y="951"/>
                </a:lnTo>
                <a:lnTo>
                  <a:pt x="8834" y="952"/>
                </a:lnTo>
                <a:lnTo>
                  <a:pt x="8834" y="953"/>
                </a:lnTo>
                <a:lnTo>
                  <a:pt x="8835" y="953"/>
                </a:lnTo>
                <a:lnTo>
                  <a:pt x="8835" y="954"/>
                </a:lnTo>
                <a:lnTo>
                  <a:pt x="8836" y="954"/>
                </a:lnTo>
                <a:lnTo>
                  <a:pt x="8837" y="954"/>
                </a:lnTo>
                <a:lnTo>
                  <a:pt x="8837" y="955"/>
                </a:lnTo>
                <a:lnTo>
                  <a:pt x="8837" y="956"/>
                </a:lnTo>
                <a:lnTo>
                  <a:pt x="8838" y="957"/>
                </a:lnTo>
                <a:lnTo>
                  <a:pt x="8838" y="958"/>
                </a:lnTo>
                <a:lnTo>
                  <a:pt x="8838" y="960"/>
                </a:lnTo>
                <a:lnTo>
                  <a:pt x="8838" y="961"/>
                </a:lnTo>
                <a:lnTo>
                  <a:pt x="8838" y="962"/>
                </a:lnTo>
                <a:lnTo>
                  <a:pt x="8837" y="963"/>
                </a:lnTo>
                <a:lnTo>
                  <a:pt x="8837" y="965"/>
                </a:lnTo>
                <a:lnTo>
                  <a:pt x="8837" y="966"/>
                </a:lnTo>
                <a:lnTo>
                  <a:pt x="8837" y="967"/>
                </a:lnTo>
                <a:lnTo>
                  <a:pt x="8837" y="970"/>
                </a:lnTo>
                <a:lnTo>
                  <a:pt x="8837" y="971"/>
                </a:lnTo>
                <a:lnTo>
                  <a:pt x="8837" y="972"/>
                </a:lnTo>
                <a:lnTo>
                  <a:pt x="8838" y="972"/>
                </a:lnTo>
                <a:lnTo>
                  <a:pt x="8838" y="973"/>
                </a:lnTo>
                <a:lnTo>
                  <a:pt x="8838" y="975"/>
                </a:lnTo>
                <a:lnTo>
                  <a:pt x="8838" y="976"/>
                </a:lnTo>
                <a:lnTo>
                  <a:pt x="8839" y="977"/>
                </a:lnTo>
                <a:lnTo>
                  <a:pt x="8839" y="978"/>
                </a:lnTo>
                <a:lnTo>
                  <a:pt x="8838" y="978"/>
                </a:lnTo>
                <a:lnTo>
                  <a:pt x="8838" y="979"/>
                </a:lnTo>
                <a:lnTo>
                  <a:pt x="8837" y="980"/>
                </a:lnTo>
                <a:lnTo>
                  <a:pt x="8837" y="981"/>
                </a:lnTo>
                <a:lnTo>
                  <a:pt x="8837" y="982"/>
                </a:lnTo>
                <a:lnTo>
                  <a:pt x="8837" y="983"/>
                </a:lnTo>
                <a:lnTo>
                  <a:pt x="8838" y="983"/>
                </a:lnTo>
                <a:lnTo>
                  <a:pt x="8838" y="984"/>
                </a:lnTo>
                <a:lnTo>
                  <a:pt x="8838" y="985"/>
                </a:lnTo>
                <a:lnTo>
                  <a:pt x="8839" y="986"/>
                </a:lnTo>
                <a:lnTo>
                  <a:pt x="8840" y="986"/>
                </a:lnTo>
                <a:lnTo>
                  <a:pt x="8841" y="987"/>
                </a:lnTo>
                <a:lnTo>
                  <a:pt x="8841" y="988"/>
                </a:lnTo>
                <a:lnTo>
                  <a:pt x="8842" y="988"/>
                </a:lnTo>
                <a:lnTo>
                  <a:pt x="8842" y="989"/>
                </a:lnTo>
                <a:lnTo>
                  <a:pt x="8843" y="989"/>
                </a:lnTo>
                <a:lnTo>
                  <a:pt x="8844" y="990"/>
                </a:lnTo>
                <a:lnTo>
                  <a:pt x="8844" y="991"/>
                </a:lnTo>
                <a:lnTo>
                  <a:pt x="8845" y="992"/>
                </a:lnTo>
                <a:lnTo>
                  <a:pt x="8844" y="992"/>
                </a:lnTo>
                <a:lnTo>
                  <a:pt x="8844" y="993"/>
                </a:lnTo>
                <a:lnTo>
                  <a:pt x="8843" y="994"/>
                </a:lnTo>
                <a:lnTo>
                  <a:pt x="8843" y="995"/>
                </a:lnTo>
                <a:lnTo>
                  <a:pt x="8843" y="996"/>
                </a:lnTo>
                <a:lnTo>
                  <a:pt x="8843" y="997"/>
                </a:lnTo>
                <a:lnTo>
                  <a:pt x="8843" y="998"/>
                </a:lnTo>
                <a:lnTo>
                  <a:pt x="8843" y="999"/>
                </a:lnTo>
                <a:lnTo>
                  <a:pt x="8843" y="1000"/>
                </a:lnTo>
                <a:lnTo>
                  <a:pt x="8843" y="1001"/>
                </a:lnTo>
                <a:lnTo>
                  <a:pt x="8844" y="1001"/>
                </a:lnTo>
                <a:lnTo>
                  <a:pt x="8844" y="1002"/>
                </a:lnTo>
                <a:lnTo>
                  <a:pt x="8844" y="1003"/>
                </a:lnTo>
                <a:lnTo>
                  <a:pt x="8844" y="1004"/>
                </a:lnTo>
                <a:lnTo>
                  <a:pt x="8845" y="1004"/>
                </a:lnTo>
                <a:lnTo>
                  <a:pt x="8845" y="1005"/>
                </a:lnTo>
                <a:lnTo>
                  <a:pt x="8846" y="1005"/>
                </a:lnTo>
                <a:lnTo>
                  <a:pt x="8846" y="1006"/>
                </a:lnTo>
                <a:lnTo>
                  <a:pt x="8846" y="1007"/>
                </a:lnTo>
                <a:lnTo>
                  <a:pt x="8847" y="1007"/>
                </a:lnTo>
                <a:lnTo>
                  <a:pt x="8847" y="1008"/>
                </a:lnTo>
                <a:lnTo>
                  <a:pt x="8846" y="1008"/>
                </a:lnTo>
                <a:lnTo>
                  <a:pt x="8846" y="1009"/>
                </a:lnTo>
                <a:lnTo>
                  <a:pt x="8846" y="1012"/>
                </a:lnTo>
                <a:lnTo>
                  <a:pt x="8846" y="1015"/>
                </a:lnTo>
                <a:lnTo>
                  <a:pt x="8847" y="1017"/>
                </a:lnTo>
                <a:lnTo>
                  <a:pt x="8847" y="1018"/>
                </a:lnTo>
                <a:lnTo>
                  <a:pt x="8847" y="1021"/>
                </a:lnTo>
                <a:lnTo>
                  <a:pt x="8846" y="1021"/>
                </a:lnTo>
                <a:lnTo>
                  <a:pt x="8846" y="1022"/>
                </a:lnTo>
                <a:lnTo>
                  <a:pt x="8844" y="1023"/>
                </a:lnTo>
                <a:lnTo>
                  <a:pt x="8843" y="1025"/>
                </a:lnTo>
                <a:lnTo>
                  <a:pt x="8842" y="1026"/>
                </a:lnTo>
                <a:lnTo>
                  <a:pt x="8841" y="1027"/>
                </a:lnTo>
                <a:lnTo>
                  <a:pt x="8840" y="1028"/>
                </a:lnTo>
                <a:lnTo>
                  <a:pt x="8839" y="1029"/>
                </a:lnTo>
                <a:lnTo>
                  <a:pt x="8838" y="1030"/>
                </a:lnTo>
                <a:lnTo>
                  <a:pt x="8838" y="1031"/>
                </a:lnTo>
                <a:lnTo>
                  <a:pt x="8837" y="1032"/>
                </a:lnTo>
                <a:lnTo>
                  <a:pt x="8837" y="1033"/>
                </a:lnTo>
                <a:lnTo>
                  <a:pt x="8837" y="1035"/>
                </a:lnTo>
                <a:lnTo>
                  <a:pt x="8837" y="1036"/>
                </a:lnTo>
                <a:lnTo>
                  <a:pt x="8837" y="1037"/>
                </a:lnTo>
                <a:lnTo>
                  <a:pt x="8837" y="1038"/>
                </a:lnTo>
                <a:lnTo>
                  <a:pt x="8837" y="1039"/>
                </a:lnTo>
                <a:lnTo>
                  <a:pt x="8837" y="1041"/>
                </a:lnTo>
                <a:lnTo>
                  <a:pt x="8837" y="1042"/>
                </a:lnTo>
                <a:lnTo>
                  <a:pt x="8838" y="1043"/>
                </a:lnTo>
                <a:lnTo>
                  <a:pt x="8837" y="1045"/>
                </a:lnTo>
                <a:lnTo>
                  <a:pt x="8837" y="1047"/>
                </a:lnTo>
                <a:lnTo>
                  <a:pt x="8837" y="1048"/>
                </a:lnTo>
                <a:lnTo>
                  <a:pt x="8836" y="1048"/>
                </a:lnTo>
                <a:lnTo>
                  <a:pt x="8836" y="1049"/>
                </a:lnTo>
                <a:lnTo>
                  <a:pt x="8836" y="1050"/>
                </a:lnTo>
                <a:lnTo>
                  <a:pt x="8836" y="1051"/>
                </a:lnTo>
                <a:lnTo>
                  <a:pt x="8836" y="1052"/>
                </a:lnTo>
                <a:lnTo>
                  <a:pt x="8836" y="1053"/>
                </a:lnTo>
                <a:lnTo>
                  <a:pt x="8836" y="1054"/>
                </a:lnTo>
                <a:lnTo>
                  <a:pt x="8835" y="1056"/>
                </a:lnTo>
                <a:lnTo>
                  <a:pt x="8835" y="1057"/>
                </a:lnTo>
                <a:lnTo>
                  <a:pt x="8835" y="1058"/>
                </a:lnTo>
                <a:lnTo>
                  <a:pt x="8835" y="1059"/>
                </a:lnTo>
                <a:lnTo>
                  <a:pt x="8835" y="1060"/>
                </a:lnTo>
                <a:lnTo>
                  <a:pt x="8836" y="1063"/>
                </a:lnTo>
                <a:lnTo>
                  <a:pt x="8837" y="1063"/>
                </a:lnTo>
                <a:lnTo>
                  <a:pt x="8837" y="1064"/>
                </a:lnTo>
                <a:lnTo>
                  <a:pt x="8838" y="1064"/>
                </a:lnTo>
                <a:lnTo>
                  <a:pt x="8839" y="1064"/>
                </a:lnTo>
                <a:lnTo>
                  <a:pt x="8839" y="1063"/>
                </a:lnTo>
                <a:lnTo>
                  <a:pt x="8840" y="1063"/>
                </a:lnTo>
                <a:lnTo>
                  <a:pt x="8841" y="1062"/>
                </a:lnTo>
                <a:lnTo>
                  <a:pt x="8842" y="1062"/>
                </a:lnTo>
                <a:lnTo>
                  <a:pt x="8844" y="1062"/>
                </a:lnTo>
                <a:lnTo>
                  <a:pt x="8846" y="1063"/>
                </a:lnTo>
                <a:lnTo>
                  <a:pt x="8847" y="1064"/>
                </a:lnTo>
                <a:lnTo>
                  <a:pt x="8848" y="1064"/>
                </a:lnTo>
                <a:lnTo>
                  <a:pt x="8848" y="1065"/>
                </a:lnTo>
                <a:lnTo>
                  <a:pt x="8849" y="1065"/>
                </a:lnTo>
                <a:lnTo>
                  <a:pt x="8850" y="1066"/>
                </a:lnTo>
                <a:lnTo>
                  <a:pt x="8850" y="1067"/>
                </a:lnTo>
                <a:lnTo>
                  <a:pt x="8850" y="1068"/>
                </a:lnTo>
                <a:lnTo>
                  <a:pt x="8851" y="1068"/>
                </a:lnTo>
                <a:lnTo>
                  <a:pt x="8852" y="1068"/>
                </a:lnTo>
                <a:lnTo>
                  <a:pt x="8852" y="1069"/>
                </a:lnTo>
                <a:lnTo>
                  <a:pt x="8853" y="1069"/>
                </a:lnTo>
                <a:lnTo>
                  <a:pt x="8853" y="1070"/>
                </a:lnTo>
                <a:lnTo>
                  <a:pt x="8853" y="1071"/>
                </a:lnTo>
                <a:lnTo>
                  <a:pt x="8853" y="1072"/>
                </a:lnTo>
                <a:lnTo>
                  <a:pt x="8853" y="1073"/>
                </a:lnTo>
                <a:lnTo>
                  <a:pt x="8852" y="1074"/>
                </a:lnTo>
                <a:lnTo>
                  <a:pt x="8852" y="1075"/>
                </a:lnTo>
                <a:lnTo>
                  <a:pt x="8851" y="1075"/>
                </a:lnTo>
                <a:lnTo>
                  <a:pt x="8851" y="1076"/>
                </a:lnTo>
                <a:lnTo>
                  <a:pt x="8850" y="1076"/>
                </a:lnTo>
                <a:lnTo>
                  <a:pt x="8850" y="1077"/>
                </a:lnTo>
                <a:lnTo>
                  <a:pt x="8849" y="1077"/>
                </a:lnTo>
                <a:lnTo>
                  <a:pt x="8849" y="1078"/>
                </a:lnTo>
                <a:lnTo>
                  <a:pt x="8848" y="1078"/>
                </a:lnTo>
                <a:lnTo>
                  <a:pt x="8847" y="1078"/>
                </a:lnTo>
                <a:lnTo>
                  <a:pt x="8846" y="1079"/>
                </a:lnTo>
                <a:lnTo>
                  <a:pt x="8845" y="1079"/>
                </a:lnTo>
                <a:lnTo>
                  <a:pt x="8845" y="1080"/>
                </a:lnTo>
                <a:lnTo>
                  <a:pt x="8845" y="1083"/>
                </a:lnTo>
                <a:lnTo>
                  <a:pt x="8845" y="1084"/>
                </a:lnTo>
                <a:lnTo>
                  <a:pt x="8846" y="1085"/>
                </a:lnTo>
                <a:lnTo>
                  <a:pt x="8847" y="1085"/>
                </a:lnTo>
                <a:lnTo>
                  <a:pt x="8848" y="1085"/>
                </a:lnTo>
                <a:lnTo>
                  <a:pt x="8849" y="1085"/>
                </a:lnTo>
                <a:lnTo>
                  <a:pt x="8850" y="1085"/>
                </a:lnTo>
                <a:lnTo>
                  <a:pt x="8851" y="1085"/>
                </a:lnTo>
                <a:lnTo>
                  <a:pt x="8851" y="1084"/>
                </a:lnTo>
                <a:lnTo>
                  <a:pt x="8852" y="1084"/>
                </a:lnTo>
                <a:lnTo>
                  <a:pt x="8852" y="1083"/>
                </a:lnTo>
                <a:lnTo>
                  <a:pt x="8853" y="1083"/>
                </a:lnTo>
                <a:lnTo>
                  <a:pt x="8853" y="1084"/>
                </a:lnTo>
                <a:lnTo>
                  <a:pt x="8853" y="1085"/>
                </a:lnTo>
                <a:lnTo>
                  <a:pt x="8853" y="1088"/>
                </a:lnTo>
                <a:lnTo>
                  <a:pt x="8853" y="1089"/>
                </a:lnTo>
                <a:lnTo>
                  <a:pt x="8853" y="1090"/>
                </a:lnTo>
                <a:lnTo>
                  <a:pt x="8853" y="1091"/>
                </a:lnTo>
                <a:lnTo>
                  <a:pt x="8853" y="1092"/>
                </a:lnTo>
                <a:lnTo>
                  <a:pt x="8854" y="1092"/>
                </a:lnTo>
                <a:lnTo>
                  <a:pt x="8854" y="1093"/>
                </a:lnTo>
                <a:lnTo>
                  <a:pt x="8855" y="1093"/>
                </a:lnTo>
                <a:lnTo>
                  <a:pt x="8856" y="1094"/>
                </a:lnTo>
                <a:lnTo>
                  <a:pt x="8856" y="1095"/>
                </a:lnTo>
                <a:lnTo>
                  <a:pt x="8856" y="1096"/>
                </a:lnTo>
                <a:lnTo>
                  <a:pt x="8856" y="1097"/>
                </a:lnTo>
                <a:lnTo>
                  <a:pt x="8856" y="1098"/>
                </a:lnTo>
                <a:lnTo>
                  <a:pt x="8856" y="1099"/>
                </a:lnTo>
                <a:lnTo>
                  <a:pt x="8856" y="1100"/>
                </a:lnTo>
                <a:lnTo>
                  <a:pt x="8855" y="1100"/>
                </a:lnTo>
                <a:lnTo>
                  <a:pt x="8854" y="1100"/>
                </a:lnTo>
                <a:lnTo>
                  <a:pt x="8854" y="1101"/>
                </a:lnTo>
                <a:lnTo>
                  <a:pt x="8852" y="1101"/>
                </a:lnTo>
                <a:lnTo>
                  <a:pt x="8851" y="1101"/>
                </a:lnTo>
                <a:lnTo>
                  <a:pt x="8850" y="1101"/>
                </a:lnTo>
                <a:lnTo>
                  <a:pt x="8850" y="1102"/>
                </a:lnTo>
                <a:lnTo>
                  <a:pt x="8849" y="1102"/>
                </a:lnTo>
                <a:lnTo>
                  <a:pt x="8850" y="1103"/>
                </a:lnTo>
                <a:lnTo>
                  <a:pt x="8852" y="1103"/>
                </a:lnTo>
                <a:lnTo>
                  <a:pt x="8853" y="1103"/>
                </a:lnTo>
                <a:lnTo>
                  <a:pt x="8853" y="1104"/>
                </a:lnTo>
                <a:lnTo>
                  <a:pt x="8853" y="1105"/>
                </a:lnTo>
                <a:lnTo>
                  <a:pt x="8852" y="1106"/>
                </a:lnTo>
                <a:lnTo>
                  <a:pt x="8851" y="1107"/>
                </a:lnTo>
                <a:lnTo>
                  <a:pt x="8851" y="1108"/>
                </a:lnTo>
                <a:lnTo>
                  <a:pt x="8851" y="1109"/>
                </a:lnTo>
                <a:lnTo>
                  <a:pt x="8852" y="1109"/>
                </a:lnTo>
                <a:lnTo>
                  <a:pt x="8852" y="1110"/>
                </a:lnTo>
                <a:lnTo>
                  <a:pt x="8851" y="1110"/>
                </a:lnTo>
                <a:lnTo>
                  <a:pt x="8851" y="1111"/>
                </a:lnTo>
                <a:lnTo>
                  <a:pt x="8851" y="1112"/>
                </a:lnTo>
                <a:lnTo>
                  <a:pt x="8850" y="1112"/>
                </a:lnTo>
                <a:lnTo>
                  <a:pt x="8849" y="1112"/>
                </a:lnTo>
                <a:lnTo>
                  <a:pt x="8848" y="1111"/>
                </a:lnTo>
                <a:lnTo>
                  <a:pt x="8848" y="1110"/>
                </a:lnTo>
                <a:lnTo>
                  <a:pt x="8848" y="1109"/>
                </a:lnTo>
                <a:lnTo>
                  <a:pt x="8847" y="1109"/>
                </a:lnTo>
                <a:lnTo>
                  <a:pt x="8847" y="1108"/>
                </a:lnTo>
                <a:lnTo>
                  <a:pt x="8846" y="1108"/>
                </a:lnTo>
                <a:lnTo>
                  <a:pt x="8845" y="1108"/>
                </a:lnTo>
                <a:lnTo>
                  <a:pt x="8844" y="1108"/>
                </a:lnTo>
                <a:lnTo>
                  <a:pt x="8843" y="1108"/>
                </a:lnTo>
                <a:lnTo>
                  <a:pt x="8843" y="1109"/>
                </a:lnTo>
                <a:lnTo>
                  <a:pt x="8843" y="1110"/>
                </a:lnTo>
                <a:lnTo>
                  <a:pt x="8843" y="1111"/>
                </a:lnTo>
                <a:lnTo>
                  <a:pt x="8844" y="1111"/>
                </a:lnTo>
                <a:lnTo>
                  <a:pt x="8844" y="1112"/>
                </a:lnTo>
                <a:lnTo>
                  <a:pt x="8844" y="1113"/>
                </a:lnTo>
                <a:lnTo>
                  <a:pt x="8844" y="1114"/>
                </a:lnTo>
                <a:lnTo>
                  <a:pt x="8844" y="1115"/>
                </a:lnTo>
                <a:lnTo>
                  <a:pt x="8844" y="1116"/>
                </a:lnTo>
                <a:lnTo>
                  <a:pt x="8844" y="1117"/>
                </a:lnTo>
                <a:lnTo>
                  <a:pt x="8843" y="1117"/>
                </a:lnTo>
                <a:lnTo>
                  <a:pt x="8843" y="1118"/>
                </a:lnTo>
                <a:lnTo>
                  <a:pt x="8842" y="1119"/>
                </a:lnTo>
                <a:lnTo>
                  <a:pt x="8841" y="1121"/>
                </a:lnTo>
                <a:lnTo>
                  <a:pt x="8840" y="1121"/>
                </a:lnTo>
                <a:lnTo>
                  <a:pt x="8839" y="1122"/>
                </a:lnTo>
                <a:lnTo>
                  <a:pt x="8839" y="1123"/>
                </a:lnTo>
                <a:lnTo>
                  <a:pt x="8837" y="1123"/>
                </a:lnTo>
                <a:lnTo>
                  <a:pt x="8837" y="1124"/>
                </a:lnTo>
                <a:lnTo>
                  <a:pt x="8836" y="1124"/>
                </a:lnTo>
                <a:lnTo>
                  <a:pt x="8835" y="1124"/>
                </a:lnTo>
                <a:lnTo>
                  <a:pt x="8835" y="1125"/>
                </a:lnTo>
                <a:lnTo>
                  <a:pt x="8834" y="1125"/>
                </a:lnTo>
                <a:lnTo>
                  <a:pt x="8833" y="1126"/>
                </a:lnTo>
                <a:lnTo>
                  <a:pt x="8832" y="1127"/>
                </a:lnTo>
                <a:lnTo>
                  <a:pt x="8832" y="1129"/>
                </a:lnTo>
                <a:lnTo>
                  <a:pt x="8833" y="1130"/>
                </a:lnTo>
                <a:lnTo>
                  <a:pt x="8833" y="1131"/>
                </a:lnTo>
                <a:lnTo>
                  <a:pt x="8834" y="1133"/>
                </a:lnTo>
                <a:lnTo>
                  <a:pt x="8835" y="1133"/>
                </a:lnTo>
                <a:lnTo>
                  <a:pt x="8835" y="1134"/>
                </a:lnTo>
                <a:lnTo>
                  <a:pt x="8835" y="1135"/>
                </a:lnTo>
                <a:lnTo>
                  <a:pt x="8836" y="1135"/>
                </a:lnTo>
                <a:lnTo>
                  <a:pt x="8837" y="1136"/>
                </a:lnTo>
                <a:lnTo>
                  <a:pt x="8838" y="1137"/>
                </a:lnTo>
                <a:lnTo>
                  <a:pt x="8839" y="1137"/>
                </a:lnTo>
                <a:lnTo>
                  <a:pt x="8839" y="1138"/>
                </a:lnTo>
                <a:lnTo>
                  <a:pt x="8840" y="1138"/>
                </a:lnTo>
                <a:lnTo>
                  <a:pt x="8841" y="1138"/>
                </a:lnTo>
                <a:lnTo>
                  <a:pt x="8841" y="1139"/>
                </a:lnTo>
                <a:lnTo>
                  <a:pt x="8842" y="1139"/>
                </a:lnTo>
                <a:lnTo>
                  <a:pt x="8842" y="1140"/>
                </a:lnTo>
                <a:lnTo>
                  <a:pt x="8843" y="1140"/>
                </a:lnTo>
                <a:lnTo>
                  <a:pt x="8844" y="1141"/>
                </a:lnTo>
                <a:lnTo>
                  <a:pt x="8844" y="1142"/>
                </a:lnTo>
                <a:lnTo>
                  <a:pt x="8844" y="1143"/>
                </a:lnTo>
                <a:lnTo>
                  <a:pt x="8845" y="1143"/>
                </a:lnTo>
                <a:lnTo>
                  <a:pt x="8845" y="1144"/>
                </a:lnTo>
                <a:lnTo>
                  <a:pt x="8844" y="1146"/>
                </a:lnTo>
                <a:lnTo>
                  <a:pt x="8844" y="1148"/>
                </a:lnTo>
                <a:lnTo>
                  <a:pt x="8843" y="1152"/>
                </a:lnTo>
                <a:lnTo>
                  <a:pt x="8842" y="1153"/>
                </a:lnTo>
                <a:lnTo>
                  <a:pt x="8842" y="1154"/>
                </a:lnTo>
                <a:lnTo>
                  <a:pt x="8841" y="1156"/>
                </a:lnTo>
                <a:lnTo>
                  <a:pt x="8841" y="1157"/>
                </a:lnTo>
                <a:lnTo>
                  <a:pt x="8841" y="1159"/>
                </a:lnTo>
                <a:lnTo>
                  <a:pt x="8841" y="1160"/>
                </a:lnTo>
                <a:lnTo>
                  <a:pt x="8840" y="1161"/>
                </a:lnTo>
                <a:lnTo>
                  <a:pt x="8841" y="1161"/>
                </a:lnTo>
                <a:lnTo>
                  <a:pt x="8841" y="1162"/>
                </a:lnTo>
                <a:lnTo>
                  <a:pt x="8841" y="1163"/>
                </a:lnTo>
                <a:lnTo>
                  <a:pt x="8841" y="1164"/>
                </a:lnTo>
                <a:lnTo>
                  <a:pt x="8842" y="1164"/>
                </a:lnTo>
                <a:lnTo>
                  <a:pt x="8842" y="1165"/>
                </a:lnTo>
                <a:lnTo>
                  <a:pt x="8842" y="1166"/>
                </a:lnTo>
                <a:lnTo>
                  <a:pt x="8842" y="1167"/>
                </a:lnTo>
                <a:lnTo>
                  <a:pt x="8842" y="1168"/>
                </a:lnTo>
                <a:lnTo>
                  <a:pt x="8842" y="1169"/>
                </a:lnTo>
                <a:lnTo>
                  <a:pt x="8842" y="1170"/>
                </a:lnTo>
                <a:lnTo>
                  <a:pt x="8842" y="1171"/>
                </a:lnTo>
                <a:lnTo>
                  <a:pt x="8841" y="1171"/>
                </a:lnTo>
                <a:lnTo>
                  <a:pt x="8840" y="1170"/>
                </a:lnTo>
                <a:lnTo>
                  <a:pt x="8839" y="1170"/>
                </a:lnTo>
                <a:lnTo>
                  <a:pt x="8838" y="1170"/>
                </a:lnTo>
                <a:lnTo>
                  <a:pt x="8836" y="1171"/>
                </a:lnTo>
                <a:lnTo>
                  <a:pt x="8835" y="1171"/>
                </a:lnTo>
                <a:lnTo>
                  <a:pt x="8835" y="1172"/>
                </a:lnTo>
                <a:lnTo>
                  <a:pt x="8834" y="1173"/>
                </a:lnTo>
                <a:lnTo>
                  <a:pt x="8834" y="1174"/>
                </a:lnTo>
                <a:lnTo>
                  <a:pt x="8834" y="1176"/>
                </a:lnTo>
                <a:lnTo>
                  <a:pt x="8834" y="1177"/>
                </a:lnTo>
                <a:lnTo>
                  <a:pt x="8835" y="1177"/>
                </a:lnTo>
                <a:lnTo>
                  <a:pt x="8836" y="1178"/>
                </a:lnTo>
                <a:lnTo>
                  <a:pt x="8836" y="1179"/>
                </a:lnTo>
                <a:lnTo>
                  <a:pt x="8837" y="1180"/>
                </a:lnTo>
                <a:lnTo>
                  <a:pt x="8837" y="1181"/>
                </a:lnTo>
                <a:lnTo>
                  <a:pt x="8836" y="1181"/>
                </a:lnTo>
                <a:lnTo>
                  <a:pt x="8835" y="1182"/>
                </a:lnTo>
                <a:lnTo>
                  <a:pt x="8835" y="1183"/>
                </a:lnTo>
                <a:lnTo>
                  <a:pt x="8834" y="1183"/>
                </a:lnTo>
                <a:lnTo>
                  <a:pt x="8834" y="1184"/>
                </a:lnTo>
                <a:lnTo>
                  <a:pt x="8834" y="1185"/>
                </a:lnTo>
                <a:lnTo>
                  <a:pt x="8835" y="1185"/>
                </a:lnTo>
                <a:lnTo>
                  <a:pt x="8835" y="1186"/>
                </a:lnTo>
                <a:lnTo>
                  <a:pt x="8836" y="1186"/>
                </a:lnTo>
                <a:lnTo>
                  <a:pt x="8836" y="1187"/>
                </a:lnTo>
                <a:lnTo>
                  <a:pt x="8835" y="1188"/>
                </a:lnTo>
                <a:lnTo>
                  <a:pt x="8834" y="1188"/>
                </a:lnTo>
                <a:lnTo>
                  <a:pt x="8833" y="1188"/>
                </a:lnTo>
                <a:lnTo>
                  <a:pt x="8832" y="1187"/>
                </a:lnTo>
                <a:lnTo>
                  <a:pt x="8831" y="1187"/>
                </a:lnTo>
                <a:lnTo>
                  <a:pt x="8830" y="1186"/>
                </a:lnTo>
                <a:lnTo>
                  <a:pt x="8830" y="1185"/>
                </a:lnTo>
                <a:lnTo>
                  <a:pt x="8829" y="1185"/>
                </a:lnTo>
                <a:lnTo>
                  <a:pt x="8828" y="1184"/>
                </a:lnTo>
                <a:lnTo>
                  <a:pt x="8826" y="1184"/>
                </a:lnTo>
                <a:lnTo>
                  <a:pt x="8825" y="1184"/>
                </a:lnTo>
                <a:lnTo>
                  <a:pt x="8825" y="1185"/>
                </a:lnTo>
                <a:lnTo>
                  <a:pt x="8824" y="1185"/>
                </a:lnTo>
                <a:lnTo>
                  <a:pt x="8824" y="1186"/>
                </a:lnTo>
                <a:lnTo>
                  <a:pt x="8823" y="1187"/>
                </a:lnTo>
                <a:lnTo>
                  <a:pt x="8823" y="1188"/>
                </a:lnTo>
                <a:lnTo>
                  <a:pt x="8823" y="1189"/>
                </a:lnTo>
                <a:lnTo>
                  <a:pt x="8823" y="1190"/>
                </a:lnTo>
                <a:lnTo>
                  <a:pt x="8824" y="1191"/>
                </a:lnTo>
                <a:lnTo>
                  <a:pt x="8824" y="1192"/>
                </a:lnTo>
                <a:lnTo>
                  <a:pt x="8823" y="1192"/>
                </a:lnTo>
                <a:lnTo>
                  <a:pt x="8822" y="1192"/>
                </a:lnTo>
                <a:lnTo>
                  <a:pt x="8822" y="1193"/>
                </a:lnTo>
                <a:lnTo>
                  <a:pt x="8822" y="1194"/>
                </a:lnTo>
                <a:lnTo>
                  <a:pt x="8821" y="1194"/>
                </a:lnTo>
                <a:lnTo>
                  <a:pt x="8821" y="1195"/>
                </a:lnTo>
                <a:lnTo>
                  <a:pt x="8822" y="1195"/>
                </a:lnTo>
                <a:lnTo>
                  <a:pt x="8822" y="1196"/>
                </a:lnTo>
                <a:lnTo>
                  <a:pt x="8823" y="1196"/>
                </a:lnTo>
                <a:lnTo>
                  <a:pt x="8823" y="1197"/>
                </a:lnTo>
                <a:lnTo>
                  <a:pt x="8824" y="1197"/>
                </a:lnTo>
                <a:lnTo>
                  <a:pt x="8824" y="1198"/>
                </a:lnTo>
                <a:lnTo>
                  <a:pt x="8824" y="1199"/>
                </a:lnTo>
                <a:lnTo>
                  <a:pt x="8823" y="1199"/>
                </a:lnTo>
                <a:lnTo>
                  <a:pt x="8822" y="1198"/>
                </a:lnTo>
                <a:lnTo>
                  <a:pt x="8821" y="1198"/>
                </a:lnTo>
                <a:lnTo>
                  <a:pt x="8821" y="1199"/>
                </a:lnTo>
                <a:lnTo>
                  <a:pt x="8820" y="1199"/>
                </a:lnTo>
                <a:lnTo>
                  <a:pt x="8820" y="1200"/>
                </a:lnTo>
                <a:lnTo>
                  <a:pt x="8821" y="1201"/>
                </a:lnTo>
                <a:lnTo>
                  <a:pt x="8822" y="1202"/>
                </a:lnTo>
                <a:lnTo>
                  <a:pt x="8822" y="1203"/>
                </a:lnTo>
                <a:lnTo>
                  <a:pt x="8822" y="1204"/>
                </a:lnTo>
                <a:lnTo>
                  <a:pt x="8822" y="1205"/>
                </a:lnTo>
                <a:lnTo>
                  <a:pt x="8822" y="1206"/>
                </a:lnTo>
                <a:lnTo>
                  <a:pt x="8822" y="1207"/>
                </a:lnTo>
                <a:lnTo>
                  <a:pt x="8823" y="1207"/>
                </a:lnTo>
                <a:lnTo>
                  <a:pt x="8824" y="1208"/>
                </a:lnTo>
                <a:lnTo>
                  <a:pt x="8825" y="1207"/>
                </a:lnTo>
                <a:lnTo>
                  <a:pt x="8826" y="1207"/>
                </a:lnTo>
                <a:lnTo>
                  <a:pt x="8826" y="1206"/>
                </a:lnTo>
                <a:lnTo>
                  <a:pt x="8827" y="1206"/>
                </a:lnTo>
                <a:lnTo>
                  <a:pt x="8827" y="1207"/>
                </a:lnTo>
                <a:lnTo>
                  <a:pt x="8828" y="1207"/>
                </a:lnTo>
                <a:lnTo>
                  <a:pt x="8828" y="1208"/>
                </a:lnTo>
                <a:lnTo>
                  <a:pt x="8829" y="1208"/>
                </a:lnTo>
                <a:lnTo>
                  <a:pt x="8829" y="1209"/>
                </a:lnTo>
                <a:lnTo>
                  <a:pt x="8828" y="1210"/>
                </a:lnTo>
                <a:lnTo>
                  <a:pt x="8827" y="1210"/>
                </a:lnTo>
                <a:lnTo>
                  <a:pt x="8826" y="1210"/>
                </a:lnTo>
                <a:lnTo>
                  <a:pt x="8826" y="1209"/>
                </a:lnTo>
                <a:lnTo>
                  <a:pt x="8825" y="1209"/>
                </a:lnTo>
                <a:lnTo>
                  <a:pt x="8825" y="1210"/>
                </a:lnTo>
                <a:lnTo>
                  <a:pt x="8824" y="1210"/>
                </a:lnTo>
                <a:lnTo>
                  <a:pt x="8824" y="1211"/>
                </a:lnTo>
                <a:lnTo>
                  <a:pt x="8825" y="1212"/>
                </a:lnTo>
                <a:lnTo>
                  <a:pt x="8825" y="1213"/>
                </a:lnTo>
                <a:lnTo>
                  <a:pt x="8825" y="1214"/>
                </a:lnTo>
                <a:lnTo>
                  <a:pt x="8824" y="1214"/>
                </a:lnTo>
                <a:lnTo>
                  <a:pt x="8824" y="1215"/>
                </a:lnTo>
                <a:lnTo>
                  <a:pt x="8825" y="1216"/>
                </a:lnTo>
                <a:lnTo>
                  <a:pt x="8826" y="1216"/>
                </a:lnTo>
                <a:lnTo>
                  <a:pt x="8827" y="1216"/>
                </a:lnTo>
                <a:lnTo>
                  <a:pt x="8828" y="1216"/>
                </a:lnTo>
                <a:lnTo>
                  <a:pt x="8828" y="1217"/>
                </a:lnTo>
                <a:lnTo>
                  <a:pt x="8828" y="1218"/>
                </a:lnTo>
                <a:lnTo>
                  <a:pt x="8827" y="1218"/>
                </a:lnTo>
                <a:lnTo>
                  <a:pt x="8826" y="1219"/>
                </a:lnTo>
                <a:lnTo>
                  <a:pt x="8825" y="1220"/>
                </a:lnTo>
                <a:lnTo>
                  <a:pt x="8824" y="1220"/>
                </a:lnTo>
                <a:lnTo>
                  <a:pt x="8824" y="1221"/>
                </a:lnTo>
                <a:lnTo>
                  <a:pt x="8824" y="1222"/>
                </a:lnTo>
                <a:lnTo>
                  <a:pt x="8824" y="1223"/>
                </a:lnTo>
                <a:lnTo>
                  <a:pt x="8823" y="1223"/>
                </a:lnTo>
                <a:lnTo>
                  <a:pt x="8823" y="1224"/>
                </a:lnTo>
                <a:lnTo>
                  <a:pt x="8824" y="1224"/>
                </a:lnTo>
                <a:lnTo>
                  <a:pt x="8824" y="1225"/>
                </a:lnTo>
                <a:lnTo>
                  <a:pt x="8824" y="1226"/>
                </a:lnTo>
                <a:lnTo>
                  <a:pt x="8823" y="1226"/>
                </a:lnTo>
                <a:lnTo>
                  <a:pt x="8823" y="1227"/>
                </a:lnTo>
                <a:lnTo>
                  <a:pt x="8823" y="1228"/>
                </a:lnTo>
                <a:lnTo>
                  <a:pt x="8823" y="1229"/>
                </a:lnTo>
                <a:lnTo>
                  <a:pt x="8824" y="1229"/>
                </a:lnTo>
                <a:lnTo>
                  <a:pt x="8825" y="1228"/>
                </a:lnTo>
                <a:lnTo>
                  <a:pt x="8824" y="1228"/>
                </a:lnTo>
                <a:lnTo>
                  <a:pt x="8824" y="1227"/>
                </a:lnTo>
                <a:lnTo>
                  <a:pt x="8824" y="1226"/>
                </a:lnTo>
                <a:lnTo>
                  <a:pt x="8825" y="1226"/>
                </a:lnTo>
                <a:lnTo>
                  <a:pt x="8826" y="1226"/>
                </a:lnTo>
                <a:lnTo>
                  <a:pt x="8826" y="1227"/>
                </a:lnTo>
                <a:lnTo>
                  <a:pt x="8827" y="1227"/>
                </a:lnTo>
                <a:lnTo>
                  <a:pt x="8827" y="1228"/>
                </a:lnTo>
                <a:lnTo>
                  <a:pt x="8828" y="1228"/>
                </a:lnTo>
                <a:lnTo>
                  <a:pt x="8829" y="1228"/>
                </a:lnTo>
                <a:lnTo>
                  <a:pt x="8829" y="1227"/>
                </a:lnTo>
                <a:lnTo>
                  <a:pt x="8830" y="1227"/>
                </a:lnTo>
                <a:lnTo>
                  <a:pt x="8831" y="1227"/>
                </a:lnTo>
                <a:lnTo>
                  <a:pt x="8831" y="1228"/>
                </a:lnTo>
                <a:lnTo>
                  <a:pt x="8831" y="1229"/>
                </a:lnTo>
                <a:lnTo>
                  <a:pt x="8831" y="1230"/>
                </a:lnTo>
                <a:lnTo>
                  <a:pt x="8832" y="1230"/>
                </a:lnTo>
                <a:lnTo>
                  <a:pt x="8833" y="1230"/>
                </a:lnTo>
                <a:lnTo>
                  <a:pt x="8833" y="1231"/>
                </a:lnTo>
                <a:lnTo>
                  <a:pt x="8833" y="1232"/>
                </a:lnTo>
                <a:lnTo>
                  <a:pt x="8833" y="1233"/>
                </a:lnTo>
                <a:lnTo>
                  <a:pt x="8833" y="1234"/>
                </a:lnTo>
                <a:lnTo>
                  <a:pt x="8832" y="1234"/>
                </a:lnTo>
                <a:lnTo>
                  <a:pt x="8831" y="1234"/>
                </a:lnTo>
                <a:lnTo>
                  <a:pt x="8830" y="1234"/>
                </a:lnTo>
                <a:lnTo>
                  <a:pt x="8830" y="1235"/>
                </a:lnTo>
                <a:lnTo>
                  <a:pt x="8829" y="1235"/>
                </a:lnTo>
                <a:lnTo>
                  <a:pt x="8829" y="1236"/>
                </a:lnTo>
                <a:lnTo>
                  <a:pt x="8828" y="1236"/>
                </a:lnTo>
                <a:lnTo>
                  <a:pt x="8828" y="1237"/>
                </a:lnTo>
                <a:lnTo>
                  <a:pt x="8828" y="1238"/>
                </a:lnTo>
                <a:lnTo>
                  <a:pt x="8829" y="1238"/>
                </a:lnTo>
                <a:lnTo>
                  <a:pt x="8829" y="1239"/>
                </a:lnTo>
                <a:lnTo>
                  <a:pt x="8830" y="1239"/>
                </a:lnTo>
                <a:lnTo>
                  <a:pt x="8831" y="1239"/>
                </a:lnTo>
                <a:lnTo>
                  <a:pt x="8832" y="1239"/>
                </a:lnTo>
                <a:lnTo>
                  <a:pt x="8833" y="1240"/>
                </a:lnTo>
                <a:lnTo>
                  <a:pt x="8834" y="1240"/>
                </a:lnTo>
                <a:lnTo>
                  <a:pt x="8834" y="1241"/>
                </a:lnTo>
                <a:lnTo>
                  <a:pt x="8834" y="1242"/>
                </a:lnTo>
                <a:lnTo>
                  <a:pt x="8833" y="1242"/>
                </a:lnTo>
                <a:lnTo>
                  <a:pt x="8832" y="1242"/>
                </a:lnTo>
                <a:lnTo>
                  <a:pt x="8831" y="1241"/>
                </a:lnTo>
                <a:lnTo>
                  <a:pt x="8830" y="1241"/>
                </a:lnTo>
                <a:lnTo>
                  <a:pt x="8829" y="1241"/>
                </a:lnTo>
                <a:lnTo>
                  <a:pt x="8828" y="1241"/>
                </a:lnTo>
                <a:lnTo>
                  <a:pt x="8827" y="1242"/>
                </a:lnTo>
                <a:lnTo>
                  <a:pt x="8828" y="1242"/>
                </a:lnTo>
                <a:lnTo>
                  <a:pt x="8828" y="1243"/>
                </a:lnTo>
                <a:lnTo>
                  <a:pt x="8828" y="1244"/>
                </a:lnTo>
                <a:lnTo>
                  <a:pt x="8828" y="1245"/>
                </a:lnTo>
                <a:lnTo>
                  <a:pt x="8827" y="1245"/>
                </a:lnTo>
                <a:lnTo>
                  <a:pt x="8827" y="1244"/>
                </a:lnTo>
                <a:lnTo>
                  <a:pt x="8826" y="1244"/>
                </a:lnTo>
                <a:lnTo>
                  <a:pt x="8825" y="1244"/>
                </a:lnTo>
                <a:lnTo>
                  <a:pt x="8825" y="1245"/>
                </a:lnTo>
                <a:lnTo>
                  <a:pt x="8826" y="1245"/>
                </a:lnTo>
                <a:lnTo>
                  <a:pt x="8826" y="1246"/>
                </a:lnTo>
                <a:lnTo>
                  <a:pt x="8827" y="1246"/>
                </a:lnTo>
                <a:lnTo>
                  <a:pt x="8826" y="1247"/>
                </a:lnTo>
                <a:lnTo>
                  <a:pt x="8826" y="1248"/>
                </a:lnTo>
                <a:lnTo>
                  <a:pt x="8826" y="1249"/>
                </a:lnTo>
                <a:lnTo>
                  <a:pt x="8827" y="1249"/>
                </a:lnTo>
                <a:lnTo>
                  <a:pt x="8827" y="1250"/>
                </a:lnTo>
                <a:lnTo>
                  <a:pt x="8828" y="1250"/>
                </a:lnTo>
                <a:lnTo>
                  <a:pt x="8828" y="1251"/>
                </a:lnTo>
                <a:lnTo>
                  <a:pt x="8829" y="1251"/>
                </a:lnTo>
                <a:lnTo>
                  <a:pt x="8829" y="1253"/>
                </a:lnTo>
                <a:lnTo>
                  <a:pt x="8828" y="1253"/>
                </a:lnTo>
                <a:lnTo>
                  <a:pt x="8827" y="1253"/>
                </a:lnTo>
                <a:lnTo>
                  <a:pt x="8827" y="1254"/>
                </a:lnTo>
                <a:lnTo>
                  <a:pt x="8826" y="1254"/>
                </a:lnTo>
                <a:lnTo>
                  <a:pt x="8826" y="1253"/>
                </a:lnTo>
                <a:lnTo>
                  <a:pt x="8825" y="1253"/>
                </a:lnTo>
                <a:lnTo>
                  <a:pt x="8824" y="1253"/>
                </a:lnTo>
                <a:lnTo>
                  <a:pt x="8824" y="1254"/>
                </a:lnTo>
                <a:lnTo>
                  <a:pt x="8824" y="1255"/>
                </a:lnTo>
                <a:lnTo>
                  <a:pt x="8823" y="1255"/>
                </a:lnTo>
                <a:lnTo>
                  <a:pt x="8823" y="1254"/>
                </a:lnTo>
                <a:lnTo>
                  <a:pt x="8822" y="1254"/>
                </a:lnTo>
                <a:lnTo>
                  <a:pt x="8822" y="1255"/>
                </a:lnTo>
                <a:lnTo>
                  <a:pt x="8823" y="1255"/>
                </a:lnTo>
                <a:lnTo>
                  <a:pt x="8823" y="1256"/>
                </a:lnTo>
                <a:lnTo>
                  <a:pt x="8822" y="1256"/>
                </a:lnTo>
                <a:lnTo>
                  <a:pt x="8821" y="1256"/>
                </a:lnTo>
                <a:lnTo>
                  <a:pt x="8821" y="1257"/>
                </a:lnTo>
                <a:lnTo>
                  <a:pt x="8820" y="1257"/>
                </a:lnTo>
                <a:lnTo>
                  <a:pt x="8821" y="1257"/>
                </a:lnTo>
                <a:lnTo>
                  <a:pt x="8821" y="1258"/>
                </a:lnTo>
                <a:lnTo>
                  <a:pt x="8820" y="1258"/>
                </a:lnTo>
                <a:lnTo>
                  <a:pt x="8820" y="1259"/>
                </a:lnTo>
                <a:lnTo>
                  <a:pt x="8820" y="1260"/>
                </a:lnTo>
                <a:lnTo>
                  <a:pt x="8819" y="1260"/>
                </a:lnTo>
                <a:lnTo>
                  <a:pt x="8818" y="1260"/>
                </a:lnTo>
                <a:lnTo>
                  <a:pt x="8818" y="1259"/>
                </a:lnTo>
                <a:lnTo>
                  <a:pt x="8817" y="1259"/>
                </a:lnTo>
                <a:lnTo>
                  <a:pt x="8817" y="1260"/>
                </a:lnTo>
                <a:lnTo>
                  <a:pt x="8817" y="1261"/>
                </a:lnTo>
                <a:lnTo>
                  <a:pt x="8816" y="1262"/>
                </a:lnTo>
                <a:lnTo>
                  <a:pt x="8816" y="1261"/>
                </a:lnTo>
                <a:lnTo>
                  <a:pt x="8816" y="1262"/>
                </a:lnTo>
                <a:lnTo>
                  <a:pt x="8815" y="1262"/>
                </a:lnTo>
                <a:lnTo>
                  <a:pt x="8815" y="1263"/>
                </a:lnTo>
                <a:lnTo>
                  <a:pt x="8814" y="1263"/>
                </a:lnTo>
                <a:lnTo>
                  <a:pt x="8814" y="1264"/>
                </a:lnTo>
                <a:lnTo>
                  <a:pt x="8815" y="1264"/>
                </a:lnTo>
                <a:lnTo>
                  <a:pt x="8814" y="1264"/>
                </a:lnTo>
                <a:lnTo>
                  <a:pt x="8813" y="1264"/>
                </a:lnTo>
                <a:lnTo>
                  <a:pt x="8814" y="1265"/>
                </a:lnTo>
                <a:lnTo>
                  <a:pt x="8814" y="1266"/>
                </a:lnTo>
                <a:lnTo>
                  <a:pt x="8813" y="1266"/>
                </a:lnTo>
                <a:lnTo>
                  <a:pt x="8813" y="1265"/>
                </a:lnTo>
                <a:lnTo>
                  <a:pt x="8812" y="1265"/>
                </a:lnTo>
                <a:lnTo>
                  <a:pt x="8812" y="1266"/>
                </a:lnTo>
                <a:lnTo>
                  <a:pt x="8812" y="1267"/>
                </a:lnTo>
                <a:lnTo>
                  <a:pt x="8811" y="1267"/>
                </a:lnTo>
                <a:lnTo>
                  <a:pt x="8810" y="1268"/>
                </a:lnTo>
                <a:lnTo>
                  <a:pt x="8810" y="1269"/>
                </a:lnTo>
                <a:lnTo>
                  <a:pt x="8809" y="1269"/>
                </a:lnTo>
                <a:lnTo>
                  <a:pt x="8809" y="1270"/>
                </a:lnTo>
                <a:lnTo>
                  <a:pt x="8809" y="1271"/>
                </a:lnTo>
                <a:lnTo>
                  <a:pt x="8808" y="1271"/>
                </a:lnTo>
                <a:lnTo>
                  <a:pt x="8808" y="1270"/>
                </a:lnTo>
                <a:lnTo>
                  <a:pt x="8808" y="1271"/>
                </a:lnTo>
                <a:lnTo>
                  <a:pt x="8807" y="1271"/>
                </a:lnTo>
                <a:lnTo>
                  <a:pt x="8807" y="1270"/>
                </a:lnTo>
                <a:lnTo>
                  <a:pt x="8806" y="1270"/>
                </a:lnTo>
                <a:lnTo>
                  <a:pt x="8806" y="1271"/>
                </a:lnTo>
                <a:lnTo>
                  <a:pt x="8806" y="1272"/>
                </a:lnTo>
                <a:lnTo>
                  <a:pt x="8807" y="1272"/>
                </a:lnTo>
                <a:lnTo>
                  <a:pt x="8807" y="1273"/>
                </a:lnTo>
                <a:lnTo>
                  <a:pt x="8806" y="1273"/>
                </a:lnTo>
                <a:lnTo>
                  <a:pt x="8805" y="1273"/>
                </a:lnTo>
                <a:lnTo>
                  <a:pt x="8805" y="1272"/>
                </a:lnTo>
                <a:lnTo>
                  <a:pt x="8805" y="1273"/>
                </a:lnTo>
                <a:lnTo>
                  <a:pt x="8804" y="1273"/>
                </a:lnTo>
                <a:lnTo>
                  <a:pt x="8803" y="1273"/>
                </a:lnTo>
                <a:lnTo>
                  <a:pt x="8802" y="1273"/>
                </a:lnTo>
                <a:lnTo>
                  <a:pt x="8802" y="1274"/>
                </a:lnTo>
                <a:lnTo>
                  <a:pt x="8803" y="1275"/>
                </a:lnTo>
                <a:lnTo>
                  <a:pt x="8803" y="1276"/>
                </a:lnTo>
                <a:lnTo>
                  <a:pt x="8802" y="1276"/>
                </a:lnTo>
                <a:lnTo>
                  <a:pt x="8802" y="1277"/>
                </a:lnTo>
                <a:lnTo>
                  <a:pt x="8802" y="1278"/>
                </a:lnTo>
                <a:lnTo>
                  <a:pt x="8802" y="1277"/>
                </a:lnTo>
                <a:lnTo>
                  <a:pt x="8803" y="1277"/>
                </a:lnTo>
                <a:lnTo>
                  <a:pt x="8802" y="1278"/>
                </a:lnTo>
                <a:lnTo>
                  <a:pt x="8802" y="1279"/>
                </a:lnTo>
                <a:lnTo>
                  <a:pt x="8802" y="1280"/>
                </a:lnTo>
                <a:lnTo>
                  <a:pt x="8803" y="1280"/>
                </a:lnTo>
                <a:lnTo>
                  <a:pt x="8803" y="1281"/>
                </a:lnTo>
                <a:lnTo>
                  <a:pt x="8802" y="1281"/>
                </a:lnTo>
                <a:lnTo>
                  <a:pt x="8802" y="1282"/>
                </a:lnTo>
                <a:lnTo>
                  <a:pt x="8801" y="1282"/>
                </a:lnTo>
                <a:lnTo>
                  <a:pt x="8801" y="1283"/>
                </a:lnTo>
                <a:lnTo>
                  <a:pt x="8801" y="1284"/>
                </a:lnTo>
                <a:lnTo>
                  <a:pt x="8802" y="1284"/>
                </a:lnTo>
                <a:lnTo>
                  <a:pt x="8802" y="1285"/>
                </a:lnTo>
                <a:lnTo>
                  <a:pt x="8802" y="1286"/>
                </a:lnTo>
                <a:lnTo>
                  <a:pt x="8801" y="1286"/>
                </a:lnTo>
                <a:lnTo>
                  <a:pt x="8801" y="1287"/>
                </a:lnTo>
                <a:lnTo>
                  <a:pt x="8801" y="1288"/>
                </a:lnTo>
                <a:lnTo>
                  <a:pt x="8801" y="1289"/>
                </a:lnTo>
                <a:lnTo>
                  <a:pt x="8802" y="1289"/>
                </a:lnTo>
                <a:lnTo>
                  <a:pt x="8802" y="1288"/>
                </a:lnTo>
                <a:lnTo>
                  <a:pt x="8802" y="1289"/>
                </a:lnTo>
                <a:lnTo>
                  <a:pt x="8802" y="1290"/>
                </a:lnTo>
                <a:lnTo>
                  <a:pt x="8801" y="1290"/>
                </a:lnTo>
                <a:lnTo>
                  <a:pt x="8800" y="1290"/>
                </a:lnTo>
                <a:lnTo>
                  <a:pt x="8800" y="1291"/>
                </a:lnTo>
                <a:lnTo>
                  <a:pt x="8799" y="1291"/>
                </a:lnTo>
                <a:lnTo>
                  <a:pt x="8800" y="1291"/>
                </a:lnTo>
                <a:lnTo>
                  <a:pt x="8801" y="1291"/>
                </a:lnTo>
                <a:lnTo>
                  <a:pt x="8801" y="1292"/>
                </a:lnTo>
                <a:lnTo>
                  <a:pt x="8802" y="1292"/>
                </a:lnTo>
                <a:lnTo>
                  <a:pt x="8801" y="1292"/>
                </a:lnTo>
                <a:lnTo>
                  <a:pt x="8800" y="1292"/>
                </a:lnTo>
                <a:lnTo>
                  <a:pt x="8799" y="1292"/>
                </a:lnTo>
                <a:lnTo>
                  <a:pt x="8799" y="1293"/>
                </a:lnTo>
                <a:lnTo>
                  <a:pt x="8800" y="1293"/>
                </a:lnTo>
                <a:lnTo>
                  <a:pt x="8800" y="1294"/>
                </a:lnTo>
                <a:lnTo>
                  <a:pt x="8799" y="1295"/>
                </a:lnTo>
                <a:lnTo>
                  <a:pt x="8800" y="1295"/>
                </a:lnTo>
                <a:lnTo>
                  <a:pt x="8801" y="1296"/>
                </a:lnTo>
                <a:lnTo>
                  <a:pt x="8801" y="1297"/>
                </a:lnTo>
                <a:lnTo>
                  <a:pt x="8800" y="1297"/>
                </a:lnTo>
                <a:lnTo>
                  <a:pt x="8800" y="1298"/>
                </a:lnTo>
                <a:lnTo>
                  <a:pt x="8801" y="1298"/>
                </a:lnTo>
                <a:lnTo>
                  <a:pt x="8801" y="1297"/>
                </a:lnTo>
                <a:lnTo>
                  <a:pt x="8801" y="1298"/>
                </a:lnTo>
                <a:lnTo>
                  <a:pt x="8802" y="1298"/>
                </a:lnTo>
                <a:lnTo>
                  <a:pt x="8802" y="1299"/>
                </a:lnTo>
                <a:lnTo>
                  <a:pt x="8801" y="1299"/>
                </a:lnTo>
                <a:lnTo>
                  <a:pt x="8801" y="1302"/>
                </a:lnTo>
                <a:lnTo>
                  <a:pt x="8802" y="1302"/>
                </a:lnTo>
                <a:lnTo>
                  <a:pt x="8803" y="1302"/>
                </a:lnTo>
                <a:lnTo>
                  <a:pt x="8803" y="1303"/>
                </a:lnTo>
                <a:lnTo>
                  <a:pt x="8803" y="1304"/>
                </a:lnTo>
                <a:lnTo>
                  <a:pt x="8803" y="1305"/>
                </a:lnTo>
                <a:lnTo>
                  <a:pt x="8802" y="1305"/>
                </a:lnTo>
                <a:lnTo>
                  <a:pt x="8802" y="1304"/>
                </a:lnTo>
                <a:lnTo>
                  <a:pt x="8801" y="1304"/>
                </a:lnTo>
                <a:lnTo>
                  <a:pt x="8801" y="1305"/>
                </a:lnTo>
                <a:lnTo>
                  <a:pt x="8802" y="1305"/>
                </a:lnTo>
                <a:lnTo>
                  <a:pt x="8802" y="1306"/>
                </a:lnTo>
                <a:lnTo>
                  <a:pt x="8801" y="1306"/>
                </a:lnTo>
                <a:lnTo>
                  <a:pt x="8801" y="1307"/>
                </a:lnTo>
                <a:lnTo>
                  <a:pt x="8802" y="1307"/>
                </a:lnTo>
                <a:lnTo>
                  <a:pt x="8801" y="1307"/>
                </a:lnTo>
                <a:lnTo>
                  <a:pt x="8801" y="1308"/>
                </a:lnTo>
                <a:lnTo>
                  <a:pt x="8800" y="1308"/>
                </a:lnTo>
                <a:lnTo>
                  <a:pt x="8800" y="1309"/>
                </a:lnTo>
                <a:lnTo>
                  <a:pt x="8801" y="1309"/>
                </a:lnTo>
                <a:lnTo>
                  <a:pt x="8801" y="1310"/>
                </a:lnTo>
                <a:lnTo>
                  <a:pt x="8802" y="1310"/>
                </a:lnTo>
                <a:lnTo>
                  <a:pt x="8802" y="1311"/>
                </a:lnTo>
                <a:lnTo>
                  <a:pt x="8803" y="1311"/>
                </a:lnTo>
                <a:lnTo>
                  <a:pt x="8803" y="1312"/>
                </a:lnTo>
                <a:lnTo>
                  <a:pt x="8802" y="1312"/>
                </a:lnTo>
                <a:lnTo>
                  <a:pt x="8802" y="1313"/>
                </a:lnTo>
                <a:lnTo>
                  <a:pt x="8802" y="1314"/>
                </a:lnTo>
                <a:lnTo>
                  <a:pt x="8801" y="1314"/>
                </a:lnTo>
                <a:lnTo>
                  <a:pt x="8802" y="1314"/>
                </a:lnTo>
                <a:lnTo>
                  <a:pt x="8802" y="1315"/>
                </a:lnTo>
                <a:lnTo>
                  <a:pt x="8801" y="1315"/>
                </a:lnTo>
                <a:lnTo>
                  <a:pt x="8800" y="1315"/>
                </a:lnTo>
                <a:lnTo>
                  <a:pt x="8801" y="1317"/>
                </a:lnTo>
                <a:lnTo>
                  <a:pt x="8802" y="1317"/>
                </a:lnTo>
                <a:lnTo>
                  <a:pt x="8803" y="1317"/>
                </a:lnTo>
                <a:lnTo>
                  <a:pt x="8803" y="1318"/>
                </a:lnTo>
                <a:lnTo>
                  <a:pt x="8802" y="1317"/>
                </a:lnTo>
                <a:lnTo>
                  <a:pt x="8802" y="1318"/>
                </a:lnTo>
                <a:lnTo>
                  <a:pt x="8801" y="1318"/>
                </a:lnTo>
                <a:lnTo>
                  <a:pt x="8801" y="1319"/>
                </a:lnTo>
                <a:lnTo>
                  <a:pt x="8802" y="1319"/>
                </a:lnTo>
                <a:lnTo>
                  <a:pt x="8803" y="1319"/>
                </a:lnTo>
                <a:lnTo>
                  <a:pt x="8802" y="1319"/>
                </a:lnTo>
                <a:lnTo>
                  <a:pt x="8802" y="1320"/>
                </a:lnTo>
                <a:lnTo>
                  <a:pt x="8801" y="1321"/>
                </a:lnTo>
                <a:lnTo>
                  <a:pt x="8801" y="1322"/>
                </a:lnTo>
                <a:lnTo>
                  <a:pt x="8802" y="1321"/>
                </a:lnTo>
                <a:lnTo>
                  <a:pt x="8802" y="1322"/>
                </a:lnTo>
                <a:lnTo>
                  <a:pt x="8801" y="1323"/>
                </a:lnTo>
                <a:lnTo>
                  <a:pt x="8801" y="1324"/>
                </a:lnTo>
                <a:lnTo>
                  <a:pt x="8802" y="1323"/>
                </a:lnTo>
                <a:lnTo>
                  <a:pt x="8803" y="1323"/>
                </a:lnTo>
                <a:lnTo>
                  <a:pt x="8803" y="1324"/>
                </a:lnTo>
                <a:lnTo>
                  <a:pt x="8802" y="1324"/>
                </a:lnTo>
                <a:lnTo>
                  <a:pt x="8802" y="1325"/>
                </a:lnTo>
                <a:lnTo>
                  <a:pt x="8802" y="1326"/>
                </a:lnTo>
                <a:lnTo>
                  <a:pt x="8803" y="1326"/>
                </a:lnTo>
                <a:lnTo>
                  <a:pt x="8803" y="1325"/>
                </a:lnTo>
                <a:lnTo>
                  <a:pt x="8803" y="1324"/>
                </a:lnTo>
                <a:lnTo>
                  <a:pt x="8804" y="1324"/>
                </a:lnTo>
                <a:lnTo>
                  <a:pt x="8804" y="1325"/>
                </a:lnTo>
                <a:lnTo>
                  <a:pt x="8804" y="1326"/>
                </a:lnTo>
                <a:lnTo>
                  <a:pt x="8803" y="1326"/>
                </a:lnTo>
                <a:lnTo>
                  <a:pt x="8802" y="1326"/>
                </a:lnTo>
                <a:lnTo>
                  <a:pt x="8802" y="1327"/>
                </a:lnTo>
                <a:lnTo>
                  <a:pt x="8803" y="1327"/>
                </a:lnTo>
                <a:lnTo>
                  <a:pt x="8803" y="1328"/>
                </a:lnTo>
                <a:lnTo>
                  <a:pt x="8802" y="1328"/>
                </a:lnTo>
                <a:lnTo>
                  <a:pt x="8802" y="1329"/>
                </a:lnTo>
                <a:lnTo>
                  <a:pt x="8803" y="1330"/>
                </a:lnTo>
                <a:lnTo>
                  <a:pt x="8804" y="1330"/>
                </a:lnTo>
                <a:lnTo>
                  <a:pt x="8803" y="1329"/>
                </a:lnTo>
                <a:lnTo>
                  <a:pt x="8804" y="1329"/>
                </a:lnTo>
                <a:lnTo>
                  <a:pt x="8805" y="1329"/>
                </a:lnTo>
                <a:lnTo>
                  <a:pt x="8804" y="1329"/>
                </a:lnTo>
                <a:lnTo>
                  <a:pt x="8804" y="1330"/>
                </a:lnTo>
                <a:lnTo>
                  <a:pt x="8805" y="1330"/>
                </a:lnTo>
                <a:lnTo>
                  <a:pt x="8804" y="1330"/>
                </a:lnTo>
                <a:lnTo>
                  <a:pt x="8803" y="1330"/>
                </a:lnTo>
                <a:lnTo>
                  <a:pt x="8803" y="1331"/>
                </a:lnTo>
                <a:lnTo>
                  <a:pt x="8804" y="1331"/>
                </a:lnTo>
                <a:lnTo>
                  <a:pt x="8804" y="1332"/>
                </a:lnTo>
                <a:lnTo>
                  <a:pt x="8804" y="1331"/>
                </a:lnTo>
                <a:lnTo>
                  <a:pt x="8805" y="1331"/>
                </a:lnTo>
                <a:lnTo>
                  <a:pt x="8806" y="1331"/>
                </a:lnTo>
                <a:lnTo>
                  <a:pt x="8805" y="1331"/>
                </a:lnTo>
                <a:lnTo>
                  <a:pt x="8805" y="1332"/>
                </a:lnTo>
                <a:lnTo>
                  <a:pt x="8806" y="1333"/>
                </a:lnTo>
                <a:lnTo>
                  <a:pt x="8806" y="1332"/>
                </a:lnTo>
                <a:lnTo>
                  <a:pt x="8807" y="1332"/>
                </a:lnTo>
                <a:lnTo>
                  <a:pt x="8807" y="1333"/>
                </a:lnTo>
                <a:lnTo>
                  <a:pt x="8807" y="1334"/>
                </a:lnTo>
                <a:lnTo>
                  <a:pt x="8807" y="1333"/>
                </a:lnTo>
                <a:lnTo>
                  <a:pt x="8808" y="1333"/>
                </a:lnTo>
                <a:lnTo>
                  <a:pt x="8808" y="1334"/>
                </a:lnTo>
                <a:lnTo>
                  <a:pt x="8809" y="1334"/>
                </a:lnTo>
                <a:lnTo>
                  <a:pt x="8808" y="1334"/>
                </a:lnTo>
                <a:lnTo>
                  <a:pt x="8808" y="1335"/>
                </a:lnTo>
                <a:lnTo>
                  <a:pt x="8808" y="1336"/>
                </a:lnTo>
                <a:lnTo>
                  <a:pt x="8809" y="1336"/>
                </a:lnTo>
                <a:lnTo>
                  <a:pt x="8809" y="1335"/>
                </a:lnTo>
                <a:lnTo>
                  <a:pt x="8809" y="1336"/>
                </a:lnTo>
                <a:lnTo>
                  <a:pt x="8810" y="1337"/>
                </a:lnTo>
                <a:lnTo>
                  <a:pt x="8810" y="1338"/>
                </a:lnTo>
                <a:lnTo>
                  <a:pt x="8810" y="1339"/>
                </a:lnTo>
                <a:lnTo>
                  <a:pt x="8810" y="1338"/>
                </a:lnTo>
                <a:lnTo>
                  <a:pt x="8811" y="1338"/>
                </a:lnTo>
                <a:lnTo>
                  <a:pt x="8811" y="1339"/>
                </a:lnTo>
                <a:lnTo>
                  <a:pt x="8811" y="1340"/>
                </a:lnTo>
                <a:lnTo>
                  <a:pt x="8812" y="1340"/>
                </a:lnTo>
                <a:lnTo>
                  <a:pt x="8812" y="1341"/>
                </a:lnTo>
                <a:lnTo>
                  <a:pt x="8813" y="1342"/>
                </a:lnTo>
                <a:lnTo>
                  <a:pt x="8813" y="1343"/>
                </a:lnTo>
                <a:lnTo>
                  <a:pt x="8812" y="1343"/>
                </a:lnTo>
                <a:lnTo>
                  <a:pt x="8812" y="1344"/>
                </a:lnTo>
                <a:lnTo>
                  <a:pt x="8812" y="1345"/>
                </a:lnTo>
                <a:lnTo>
                  <a:pt x="8813" y="1345"/>
                </a:lnTo>
                <a:lnTo>
                  <a:pt x="8814" y="1345"/>
                </a:lnTo>
                <a:lnTo>
                  <a:pt x="8814" y="1346"/>
                </a:lnTo>
                <a:lnTo>
                  <a:pt x="8814" y="1347"/>
                </a:lnTo>
                <a:lnTo>
                  <a:pt x="8813" y="1347"/>
                </a:lnTo>
                <a:lnTo>
                  <a:pt x="8813" y="1348"/>
                </a:lnTo>
                <a:lnTo>
                  <a:pt x="8813" y="1347"/>
                </a:lnTo>
                <a:lnTo>
                  <a:pt x="8814" y="1347"/>
                </a:lnTo>
                <a:lnTo>
                  <a:pt x="8815" y="1347"/>
                </a:lnTo>
                <a:lnTo>
                  <a:pt x="8815" y="1348"/>
                </a:lnTo>
                <a:lnTo>
                  <a:pt x="8815" y="1347"/>
                </a:lnTo>
                <a:lnTo>
                  <a:pt x="8814" y="1347"/>
                </a:lnTo>
                <a:lnTo>
                  <a:pt x="8814" y="1348"/>
                </a:lnTo>
                <a:lnTo>
                  <a:pt x="8814" y="1350"/>
                </a:lnTo>
                <a:lnTo>
                  <a:pt x="8814" y="1351"/>
                </a:lnTo>
                <a:lnTo>
                  <a:pt x="8814" y="1350"/>
                </a:lnTo>
                <a:lnTo>
                  <a:pt x="8814" y="1349"/>
                </a:lnTo>
                <a:lnTo>
                  <a:pt x="8815" y="1349"/>
                </a:lnTo>
                <a:lnTo>
                  <a:pt x="8816" y="1349"/>
                </a:lnTo>
                <a:lnTo>
                  <a:pt x="8815" y="1350"/>
                </a:lnTo>
                <a:lnTo>
                  <a:pt x="8815" y="1351"/>
                </a:lnTo>
                <a:lnTo>
                  <a:pt x="8816" y="1351"/>
                </a:lnTo>
                <a:lnTo>
                  <a:pt x="8816" y="1352"/>
                </a:lnTo>
                <a:lnTo>
                  <a:pt x="8816" y="1353"/>
                </a:lnTo>
                <a:lnTo>
                  <a:pt x="8815" y="1353"/>
                </a:lnTo>
                <a:lnTo>
                  <a:pt x="8815" y="1352"/>
                </a:lnTo>
                <a:lnTo>
                  <a:pt x="8814" y="1352"/>
                </a:lnTo>
                <a:lnTo>
                  <a:pt x="8814" y="1353"/>
                </a:lnTo>
                <a:lnTo>
                  <a:pt x="8813" y="1353"/>
                </a:lnTo>
                <a:lnTo>
                  <a:pt x="8813" y="1354"/>
                </a:lnTo>
                <a:lnTo>
                  <a:pt x="8812" y="1354"/>
                </a:lnTo>
                <a:lnTo>
                  <a:pt x="8812" y="1356"/>
                </a:lnTo>
                <a:lnTo>
                  <a:pt x="8811" y="1356"/>
                </a:lnTo>
                <a:lnTo>
                  <a:pt x="8812" y="1357"/>
                </a:lnTo>
                <a:lnTo>
                  <a:pt x="8812" y="1358"/>
                </a:lnTo>
                <a:lnTo>
                  <a:pt x="8811" y="1358"/>
                </a:lnTo>
                <a:lnTo>
                  <a:pt x="8811" y="1359"/>
                </a:lnTo>
                <a:lnTo>
                  <a:pt x="8810" y="1359"/>
                </a:lnTo>
                <a:lnTo>
                  <a:pt x="8810" y="1360"/>
                </a:lnTo>
                <a:lnTo>
                  <a:pt x="8811" y="1360"/>
                </a:lnTo>
                <a:lnTo>
                  <a:pt x="8810" y="1360"/>
                </a:lnTo>
                <a:lnTo>
                  <a:pt x="8809" y="1360"/>
                </a:lnTo>
                <a:lnTo>
                  <a:pt x="8810" y="1360"/>
                </a:lnTo>
                <a:lnTo>
                  <a:pt x="8810" y="1361"/>
                </a:lnTo>
                <a:lnTo>
                  <a:pt x="8809" y="1361"/>
                </a:lnTo>
                <a:lnTo>
                  <a:pt x="8808" y="1361"/>
                </a:lnTo>
                <a:lnTo>
                  <a:pt x="8808" y="1363"/>
                </a:lnTo>
                <a:lnTo>
                  <a:pt x="8809" y="1363"/>
                </a:lnTo>
                <a:lnTo>
                  <a:pt x="8808" y="1363"/>
                </a:lnTo>
                <a:lnTo>
                  <a:pt x="8808" y="1364"/>
                </a:lnTo>
                <a:lnTo>
                  <a:pt x="8807" y="1364"/>
                </a:lnTo>
                <a:lnTo>
                  <a:pt x="8808" y="1364"/>
                </a:lnTo>
                <a:lnTo>
                  <a:pt x="8808" y="1365"/>
                </a:lnTo>
                <a:lnTo>
                  <a:pt x="8807" y="1365"/>
                </a:lnTo>
                <a:lnTo>
                  <a:pt x="8806" y="1365"/>
                </a:lnTo>
                <a:lnTo>
                  <a:pt x="8806" y="1367"/>
                </a:lnTo>
                <a:lnTo>
                  <a:pt x="8806" y="1368"/>
                </a:lnTo>
                <a:lnTo>
                  <a:pt x="8806" y="1367"/>
                </a:lnTo>
                <a:lnTo>
                  <a:pt x="8806" y="1368"/>
                </a:lnTo>
                <a:lnTo>
                  <a:pt x="8807" y="1368"/>
                </a:lnTo>
                <a:lnTo>
                  <a:pt x="8807" y="1369"/>
                </a:lnTo>
                <a:lnTo>
                  <a:pt x="8806" y="1369"/>
                </a:lnTo>
                <a:lnTo>
                  <a:pt x="8807" y="1369"/>
                </a:lnTo>
                <a:lnTo>
                  <a:pt x="8807" y="1370"/>
                </a:lnTo>
                <a:lnTo>
                  <a:pt x="8806" y="1370"/>
                </a:lnTo>
                <a:lnTo>
                  <a:pt x="8806" y="1371"/>
                </a:lnTo>
                <a:lnTo>
                  <a:pt x="8806" y="1370"/>
                </a:lnTo>
                <a:lnTo>
                  <a:pt x="8806" y="1371"/>
                </a:lnTo>
                <a:lnTo>
                  <a:pt x="8805" y="1371"/>
                </a:lnTo>
                <a:lnTo>
                  <a:pt x="8804" y="1372"/>
                </a:lnTo>
                <a:lnTo>
                  <a:pt x="8804" y="1373"/>
                </a:lnTo>
                <a:lnTo>
                  <a:pt x="8803" y="1373"/>
                </a:lnTo>
                <a:lnTo>
                  <a:pt x="8802" y="1373"/>
                </a:lnTo>
                <a:lnTo>
                  <a:pt x="8802" y="1374"/>
                </a:lnTo>
                <a:lnTo>
                  <a:pt x="8802" y="1375"/>
                </a:lnTo>
                <a:lnTo>
                  <a:pt x="8801" y="1374"/>
                </a:lnTo>
                <a:lnTo>
                  <a:pt x="8801" y="1375"/>
                </a:lnTo>
                <a:lnTo>
                  <a:pt x="8800" y="1375"/>
                </a:lnTo>
                <a:lnTo>
                  <a:pt x="8800" y="1376"/>
                </a:lnTo>
                <a:lnTo>
                  <a:pt x="8799" y="1376"/>
                </a:lnTo>
                <a:lnTo>
                  <a:pt x="8799" y="1377"/>
                </a:lnTo>
                <a:lnTo>
                  <a:pt x="8800" y="1377"/>
                </a:lnTo>
                <a:lnTo>
                  <a:pt x="8800" y="1379"/>
                </a:lnTo>
                <a:lnTo>
                  <a:pt x="8799" y="1380"/>
                </a:lnTo>
                <a:lnTo>
                  <a:pt x="8799" y="1379"/>
                </a:lnTo>
                <a:lnTo>
                  <a:pt x="8798" y="1379"/>
                </a:lnTo>
                <a:lnTo>
                  <a:pt x="8798" y="1378"/>
                </a:lnTo>
                <a:lnTo>
                  <a:pt x="8798" y="1379"/>
                </a:lnTo>
                <a:lnTo>
                  <a:pt x="8797" y="1379"/>
                </a:lnTo>
                <a:lnTo>
                  <a:pt x="8797" y="1380"/>
                </a:lnTo>
                <a:lnTo>
                  <a:pt x="8798" y="1380"/>
                </a:lnTo>
                <a:lnTo>
                  <a:pt x="8798" y="1381"/>
                </a:lnTo>
                <a:lnTo>
                  <a:pt x="8797" y="1381"/>
                </a:lnTo>
                <a:lnTo>
                  <a:pt x="8796" y="1381"/>
                </a:lnTo>
                <a:lnTo>
                  <a:pt x="8795" y="1381"/>
                </a:lnTo>
                <a:lnTo>
                  <a:pt x="8795" y="1380"/>
                </a:lnTo>
                <a:lnTo>
                  <a:pt x="8795" y="1379"/>
                </a:lnTo>
                <a:lnTo>
                  <a:pt x="8794" y="1379"/>
                </a:lnTo>
                <a:lnTo>
                  <a:pt x="8793" y="1379"/>
                </a:lnTo>
                <a:lnTo>
                  <a:pt x="8792" y="1379"/>
                </a:lnTo>
                <a:lnTo>
                  <a:pt x="8792" y="1380"/>
                </a:lnTo>
                <a:lnTo>
                  <a:pt x="8791" y="1380"/>
                </a:lnTo>
                <a:lnTo>
                  <a:pt x="8791" y="1379"/>
                </a:lnTo>
                <a:lnTo>
                  <a:pt x="8790" y="1379"/>
                </a:lnTo>
                <a:lnTo>
                  <a:pt x="8789" y="1379"/>
                </a:lnTo>
                <a:lnTo>
                  <a:pt x="8788" y="1379"/>
                </a:lnTo>
                <a:lnTo>
                  <a:pt x="8787" y="1379"/>
                </a:lnTo>
                <a:lnTo>
                  <a:pt x="8787" y="1378"/>
                </a:lnTo>
                <a:lnTo>
                  <a:pt x="8785" y="1378"/>
                </a:lnTo>
                <a:lnTo>
                  <a:pt x="8786" y="1378"/>
                </a:lnTo>
                <a:lnTo>
                  <a:pt x="8786" y="1377"/>
                </a:lnTo>
                <a:lnTo>
                  <a:pt x="8785" y="1377"/>
                </a:lnTo>
                <a:lnTo>
                  <a:pt x="8785" y="1378"/>
                </a:lnTo>
                <a:lnTo>
                  <a:pt x="8785" y="1377"/>
                </a:lnTo>
                <a:lnTo>
                  <a:pt x="8784" y="1377"/>
                </a:lnTo>
                <a:lnTo>
                  <a:pt x="8783" y="1377"/>
                </a:lnTo>
                <a:lnTo>
                  <a:pt x="8783" y="1376"/>
                </a:lnTo>
                <a:lnTo>
                  <a:pt x="8782" y="1376"/>
                </a:lnTo>
                <a:lnTo>
                  <a:pt x="8782" y="1377"/>
                </a:lnTo>
                <a:lnTo>
                  <a:pt x="8781" y="1377"/>
                </a:lnTo>
                <a:lnTo>
                  <a:pt x="8653" y="1372"/>
                </a:lnTo>
                <a:lnTo>
                  <a:pt x="8652" y="1371"/>
                </a:lnTo>
                <a:lnTo>
                  <a:pt x="8650" y="1369"/>
                </a:lnTo>
                <a:lnTo>
                  <a:pt x="8649" y="1368"/>
                </a:lnTo>
                <a:lnTo>
                  <a:pt x="8648" y="1368"/>
                </a:lnTo>
                <a:lnTo>
                  <a:pt x="8647" y="1368"/>
                </a:lnTo>
                <a:lnTo>
                  <a:pt x="8645" y="1368"/>
                </a:lnTo>
                <a:lnTo>
                  <a:pt x="8644" y="1368"/>
                </a:lnTo>
                <a:lnTo>
                  <a:pt x="8642" y="1369"/>
                </a:lnTo>
                <a:lnTo>
                  <a:pt x="8641" y="1368"/>
                </a:lnTo>
                <a:lnTo>
                  <a:pt x="8640" y="1366"/>
                </a:lnTo>
                <a:lnTo>
                  <a:pt x="8639" y="1364"/>
                </a:lnTo>
                <a:lnTo>
                  <a:pt x="8637" y="1360"/>
                </a:lnTo>
                <a:lnTo>
                  <a:pt x="8636" y="1358"/>
                </a:lnTo>
                <a:lnTo>
                  <a:pt x="8632" y="1359"/>
                </a:lnTo>
                <a:lnTo>
                  <a:pt x="8631" y="1359"/>
                </a:lnTo>
                <a:lnTo>
                  <a:pt x="8630" y="1359"/>
                </a:lnTo>
                <a:lnTo>
                  <a:pt x="8629" y="1359"/>
                </a:lnTo>
                <a:lnTo>
                  <a:pt x="8629" y="1360"/>
                </a:lnTo>
                <a:lnTo>
                  <a:pt x="8629" y="1362"/>
                </a:lnTo>
                <a:lnTo>
                  <a:pt x="8627" y="1365"/>
                </a:lnTo>
                <a:lnTo>
                  <a:pt x="8626" y="1366"/>
                </a:lnTo>
                <a:lnTo>
                  <a:pt x="8625" y="1366"/>
                </a:lnTo>
                <a:lnTo>
                  <a:pt x="8625" y="1367"/>
                </a:lnTo>
                <a:lnTo>
                  <a:pt x="8625" y="1368"/>
                </a:lnTo>
                <a:lnTo>
                  <a:pt x="8626" y="1369"/>
                </a:lnTo>
                <a:lnTo>
                  <a:pt x="8626" y="1370"/>
                </a:lnTo>
                <a:lnTo>
                  <a:pt x="8626" y="1371"/>
                </a:lnTo>
                <a:lnTo>
                  <a:pt x="8624" y="1376"/>
                </a:lnTo>
                <a:lnTo>
                  <a:pt x="8623" y="1377"/>
                </a:lnTo>
                <a:lnTo>
                  <a:pt x="8623" y="1379"/>
                </a:lnTo>
                <a:lnTo>
                  <a:pt x="8623" y="1380"/>
                </a:lnTo>
                <a:lnTo>
                  <a:pt x="8623" y="1382"/>
                </a:lnTo>
                <a:lnTo>
                  <a:pt x="8623" y="1383"/>
                </a:lnTo>
                <a:lnTo>
                  <a:pt x="8623" y="1385"/>
                </a:lnTo>
                <a:lnTo>
                  <a:pt x="8624" y="1386"/>
                </a:lnTo>
                <a:lnTo>
                  <a:pt x="8624" y="1387"/>
                </a:lnTo>
                <a:lnTo>
                  <a:pt x="8625" y="1387"/>
                </a:lnTo>
                <a:lnTo>
                  <a:pt x="8625" y="1388"/>
                </a:lnTo>
                <a:lnTo>
                  <a:pt x="8624" y="1388"/>
                </a:lnTo>
                <a:lnTo>
                  <a:pt x="8622" y="1388"/>
                </a:lnTo>
                <a:lnTo>
                  <a:pt x="8621" y="1388"/>
                </a:lnTo>
                <a:lnTo>
                  <a:pt x="8620" y="1388"/>
                </a:lnTo>
                <a:lnTo>
                  <a:pt x="8618" y="1388"/>
                </a:lnTo>
                <a:lnTo>
                  <a:pt x="8616" y="1387"/>
                </a:lnTo>
                <a:lnTo>
                  <a:pt x="8615" y="1388"/>
                </a:lnTo>
                <a:lnTo>
                  <a:pt x="8614" y="1388"/>
                </a:lnTo>
                <a:lnTo>
                  <a:pt x="8613" y="1389"/>
                </a:lnTo>
                <a:lnTo>
                  <a:pt x="8612" y="1390"/>
                </a:lnTo>
                <a:lnTo>
                  <a:pt x="8612" y="1391"/>
                </a:lnTo>
                <a:lnTo>
                  <a:pt x="8610" y="1391"/>
                </a:lnTo>
                <a:lnTo>
                  <a:pt x="8609" y="1392"/>
                </a:lnTo>
                <a:lnTo>
                  <a:pt x="8609" y="1396"/>
                </a:lnTo>
                <a:lnTo>
                  <a:pt x="8608" y="1400"/>
                </a:lnTo>
                <a:lnTo>
                  <a:pt x="8608" y="1403"/>
                </a:lnTo>
                <a:lnTo>
                  <a:pt x="8608" y="1404"/>
                </a:lnTo>
                <a:lnTo>
                  <a:pt x="8609" y="1405"/>
                </a:lnTo>
                <a:lnTo>
                  <a:pt x="8611" y="1405"/>
                </a:lnTo>
                <a:lnTo>
                  <a:pt x="8614" y="1404"/>
                </a:lnTo>
                <a:lnTo>
                  <a:pt x="8614" y="1405"/>
                </a:lnTo>
                <a:lnTo>
                  <a:pt x="8614" y="1407"/>
                </a:lnTo>
                <a:lnTo>
                  <a:pt x="8615" y="1407"/>
                </a:lnTo>
                <a:lnTo>
                  <a:pt x="8615" y="1409"/>
                </a:lnTo>
                <a:lnTo>
                  <a:pt x="8616" y="1410"/>
                </a:lnTo>
                <a:lnTo>
                  <a:pt x="8616" y="1411"/>
                </a:lnTo>
                <a:lnTo>
                  <a:pt x="8615" y="1411"/>
                </a:lnTo>
                <a:lnTo>
                  <a:pt x="8614" y="1414"/>
                </a:lnTo>
                <a:lnTo>
                  <a:pt x="8611" y="1419"/>
                </a:lnTo>
                <a:lnTo>
                  <a:pt x="8610" y="1422"/>
                </a:lnTo>
                <a:lnTo>
                  <a:pt x="8608" y="1424"/>
                </a:lnTo>
                <a:lnTo>
                  <a:pt x="8608" y="1426"/>
                </a:lnTo>
                <a:lnTo>
                  <a:pt x="8605" y="1429"/>
                </a:lnTo>
                <a:lnTo>
                  <a:pt x="8603" y="1430"/>
                </a:lnTo>
                <a:lnTo>
                  <a:pt x="8603" y="1432"/>
                </a:lnTo>
                <a:lnTo>
                  <a:pt x="8603" y="1433"/>
                </a:lnTo>
                <a:lnTo>
                  <a:pt x="8602" y="1434"/>
                </a:lnTo>
                <a:lnTo>
                  <a:pt x="8602" y="1435"/>
                </a:lnTo>
                <a:lnTo>
                  <a:pt x="8601" y="1436"/>
                </a:lnTo>
                <a:lnTo>
                  <a:pt x="8599" y="1437"/>
                </a:lnTo>
                <a:lnTo>
                  <a:pt x="8598" y="1438"/>
                </a:lnTo>
                <a:lnTo>
                  <a:pt x="8597" y="1439"/>
                </a:lnTo>
                <a:lnTo>
                  <a:pt x="8597" y="1440"/>
                </a:lnTo>
                <a:lnTo>
                  <a:pt x="8596" y="1441"/>
                </a:lnTo>
                <a:lnTo>
                  <a:pt x="8595" y="1441"/>
                </a:lnTo>
                <a:lnTo>
                  <a:pt x="8594" y="1442"/>
                </a:lnTo>
                <a:lnTo>
                  <a:pt x="8594" y="1443"/>
                </a:lnTo>
                <a:lnTo>
                  <a:pt x="8594" y="1444"/>
                </a:lnTo>
                <a:lnTo>
                  <a:pt x="8595" y="1445"/>
                </a:lnTo>
                <a:lnTo>
                  <a:pt x="8596" y="1445"/>
                </a:lnTo>
                <a:lnTo>
                  <a:pt x="8597" y="1446"/>
                </a:lnTo>
                <a:lnTo>
                  <a:pt x="8598" y="1446"/>
                </a:lnTo>
                <a:lnTo>
                  <a:pt x="8598" y="1447"/>
                </a:lnTo>
                <a:lnTo>
                  <a:pt x="8597" y="1448"/>
                </a:lnTo>
                <a:lnTo>
                  <a:pt x="8596" y="1449"/>
                </a:lnTo>
                <a:lnTo>
                  <a:pt x="8595" y="1450"/>
                </a:lnTo>
                <a:lnTo>
                  <a:pt x="8594" y="1450"/>
                </a:lnTo>
                <a:lnTo>
                  <a:pt x="8593" y="1450"/>
                </a:lnTo>
                <a:lnTo>
                  <a:pt x="8591" y="1450"/>
                </a:lnTo>
                <a:lnTo>
                  <a:pt x="8589" y="1450"/>
                </a:lnTo>
                <a:lnTo>
                  <a:pt x="8588" y="1450"/>
                </a:lnTo>
                <a:lnTo>
                  <a:pt x="8587" y="1449"/>
                </a:lnTo>
                <a:lnTo>
                  <a:pt x="8586" y="1448"/>
                </a:lnTo>
                <a:lnTo>
                  <a:pt x="8584" y="1448"/>
                </a:lnTo>
                <a:lnTo>
                  <a:pt x="8583" y="1448"/>
                </a:lnTo>
                <a:lnTo>
                  <a:pt x="8582" y="1449"/>
                </a:lnTo>
                <a:lnTo>
                  <a:pt x="8581" y="1450"/>
                </a:lnTo>
                <a:lnTo>
                  <a:pt x="8580" y="1450"/>
                </a:lnTo>
                <a:lnTo>
                  <a:pt x="8579" y="1450"/>
                </a:lnTo>
                <a:lnTo>
                  <a:pt x="8578" y="1449"/>
                </a:lnTo>
                <a:lnTo>
                  <a:pt x="8577" y="1449"/>
                </a:lnTo>
                <a:lnTo>
                  <a:pt x="8576" y="1450"/>
                </a:lnTo>
                <a:lnTo>
                  <a:pt x="8574" y="1453"/>
                </a:lnTo>
                <a:lnTo>
                  <a:pt x="8573" y="1455"/>
                </a:lnTo>
                <a:lnTo>
                  <a:pt x="8572" y="1456"/>
                </a:lnTo>
                <a:lnTo>
                  <a:pt x="8572" y="1457"/>
                </a:lnTo>
                <a:lnTo>
                  <a:pt x="8571" y="1457"/>
                </a:lnTo>
                <a:lnTo>
                  <a:pt x="8571" y="1458"/>
                </a:lnTo>
                <a:lnTo>
                  <a:pt x="8572" y="1459"/>
                </a:lnTo>
                <a:lnTo>
                  <a:pt x="8571" y="1461"/>
                </a:lnTo>
                <a:lnTo>
                  <a:pt x="8571" y="1463"/>
                </a:lnTo>
                <a:lnTo>
                  <a:pt x="8570" y="1465"/>
                </a:lnTo>
                <a:lnTo>
                  <a:pt x="8569" y="1465"/>
                </a:lnTo>
                <a:lnTo>
                  <a:pt x="8568" y="1466"/>
                </a:lnTo>
                <a:lnTo>
                  <a:pt x="8567" y="1465"/>
                </a:lnTo>
                <a:lnTo>
                  <a:pt x="8567" y="1464"/>
                </a:lnTo>
                <a:lnTo>
                  <a:pt x="8566" y="1464"/>
                </a:lnTo>
                <a:lnTo>
                  <a:pt x="8566" y="1465"/>
                </a:lnTo>
                <a:lnTo>
                  <a:pt x="8565" y="1465"/>
                </a:lnTo>
                <a:lnTo>
                  <a:pt x="8564" y="1467"/>
                </a:lnTo>
                <a:lnTo>
                  <a:pt x="8563" y="1468"/>
                </a:lnTo>
                <a:lnTo>
                  <a:pt x="8561" y="1469"/>
                </a:lnTo>
                <a:lnTo>
                  <a:pt x="8560" y="1469"/>
                </a:lnTo>
                <a:lnTo>
                  <a:pt x="8559" y="1467"/>
                </a:lnTo>
                <a:lnTo>
                  <a:pt x="8557" y="1467"/>
                </a:lnTo>
                <a:lnTo>
                  <a:pt x="8557" y="1466"/>
                </a:lnTo>
                <a:lnTo>
                  <a:pt x="8556" y="1466"/>
                </a:lnTo>
                <a:lnTo>
                  <a:pt x="8554" y="1467"/>
                </a:lnTo>
                <a:lnTo>
                  <a:pt x="8553" y="1467"/>
                </a:lnTo>
                <a:lnTo>
                  <a:pt x="8552" y="1466"/>
                </a:lnTo>
                <a:lnTo>
                  <a:pt x="8551" y="1466"/>
                </a:lnTo>
                <a:lnTo>
                  <a:pt x="8550" y="1466"/>
                </a:lnTo>
                <a:lnTo>
                  <a:pt x="8549" y="1466"/>
                </a:lnTo>
                <a:lnTo>
                  <a:pt x="8548" y="1468"/>
                </a:lnTo>
                <a:lnTo>
                  <a:pt x="8548" y="1469"/>
                </a:lnTo>
                <a:lnTo>
                  <a:pt x="8546" y="1469"/>
                </a:lnTo>
                <a:lnTo>
                  <a:pt x="8544" y="1470"/>
                </a:lnTo>
                <a:lnTo>
                  <a:pt x="8543" y="1470"/>
                </a:lnTo>
                <a:lnTo>
                  <a:pt x="8543" y="1471"/>
                </a:lnTo>
                <a:lnTo>
                  <a:pt x="8542" y="1472"/>
                </a:lnTo>
                <a:lnTo>
                  <a:pt x="8543" y="1473"/>
                </a:lnTo>
                <a:lnTo>
                  <a:pt x="8543" y="1474"/>
                </a:lnTo>
                <a:lnTo>
                  <a:pt x="8544" y="1475"/>
                </a:lnTo>
                <a:lnTo>
                  <a:pt x="8546" y="1477"/>
                </a:lnTo>
                <a:lnTo>
                  <a:pt x="8546" y="1478"/>
                </a:lnTo>
                <a:lnTo>
                  <a:pt x="8546" y="1479"/>
                </a:lnTo>
                <a:lnTo>
                  <a:pt x="8545" y="1479"/>
                </a:lnTo>
                <a:lnTo>
                  <a:pt x="8544" y="1479"/>
                </a:lnTo>
                <a:lnTo>
                  <a:pt x="8543" y="1479"/>
                </a:lnTo>
                <a:lnTo>
                  <a:pt x="8542" y="1482"/>
                </a:lnTo>
                <a:lnTo>
                  <a:pt x="8540" y="1484"/>
                </a:lnTo>
                <a:lnTo>
                  <a:pt x="8539" y="1484"/>
                </a:lnTo>
                <a:lnTo>
                  <a:pt x="8538" y="1484"/>
                </a:lnTo>
                <a:lnTo>
                  <a:pt x="8537" y="1484"/>
                </a:lnTo>
                <a:lnTo>
                  <a:pt x="8537" y="1485"/>
                </a:lnTo>
                <a:lnTo>
                  <a:pt x="8536" y="1486"/>
                </a:lnTo>
                <a:lnTo>
                  <a:pt x="8533" y="1487"/>
                </a:lnTo>
                <a:lnTo>
                  <a:pt x="8532" y="1487"/>
                </a:lnTo>
                <a:lnTo>
                  <a:pt x="8531" y="1488"/>
                </a:lnTo>
                <a:lnTo>
                  <a:pt x="8530" y="1490"/>
                </a:lnTo>
                <a:lnTo>
                  <a:pt x="8529" y="1492"/>
                </a:lnTo>
                <a:lnTo>
                  <a:pt x="8529" y="1493"/>
                </a:lnTo>
                <a:lnTo>
                  <a:pt x="8530" y="1495"/>
                </a:lnTo>
                <a:lnTo>
                  <a:pt x="8531" y="1497"/>
                </a:lnTo>
                <a:lnTo>
                  <a:pt x="8532" y="1498"/>
                </a:lnTo>
                <a:lnTo>
                  <a:pt x="8533" y="1497"/>
                </a:lnTo>
                <a:lnTo>
                  <a:pt x="8534" y="1497"/>
                </a:lnTo>
                <a:lnTo>
                  <a:pt x="8534" y="1496"/>
                </a:lnTo>
                <a:lnTo>
                  <a:pt x="8536" y="1497"/>
                </a:lnTo>
                <a:lnTo>
                  <a:pt x="8537" y="1497"/>
                </a:lnTo>
                <a:lnTo>
                  <a:pt x="8538" y="1498"/>
                </a:lnTo>
                <a:lnTo>
                  <a:pt x="8539" y="1498"/>
                </a:lnTo>
                <a:lnTo>
                  <a:pt x="8539" y="1499"/>
                </a:lnTo>
                <a:lnTo>
                  <a:pt x="8540" y="1500"/>
                </a:lnTo>
                <a:lnTo>
                  <a:pt x="8540" y="1502"/>
                </a:lnTo>
                <a:lnTo>
                  <a:pt x="8540" y="1503"/>
                </a:lnTo>
                <a:lnTo>
                  <a:pt x="8542" y="1503"/>
                </a:lnTo>
                <a:lnTo>
                  <a:pt x="8544" y="1503"/>
                </a:lnTo>
                <a:lnTo>
                  <a:pt x="8544" y="1502"/>
                </a:lnTo>
                <a:lnTo>
                  <a:pt x="8546" y="1501"/>
                </a:lnTo>
                <a:lnTo>
                  <a:pt x="8547" y="1501"/>
                </a:lnTo>
                <a:lnTo>
                  <a:pt x="8548" y="1505"/>
                </a:lnTo>
                <a:lnTo>
                  <a:pt x="8550" y="1507"/>
                </a:lnTo>
                <a:lnTo>
                  <a:pt x="8553" y="1508"/>
                </a:lnTo>
                <a:lnTo>
                  <a:pt x="8554" y="1513"/>
                </a:lnTo>
                <a:lnTo>
                  <a:pt x="8555" y="1514"/>
                </a:lnTo>
                <a:lnTo>
                  <a:pt x="8556" y="1514"/>
                </a:lnTo>
                <a:lnTo>
                  <a:pt x="8557" y="1514"/>
                </a:lnTo>
                <a:lnTo>
                  <a:pt x="8570" y="1538"/>
                </a:lnTo>
                <a:lnTo>
                  <a:pt x="8574" y="1547"/>
                </a:lnTo>
                <a:lnTo>
                  <a:pt x="8596" y="1591"/>
                </a:lnTo>
                <a:lnTo>
                  <a:pt x="8621" y="1638"/>
                </a:lnTo>
                <a:lnTo>
                  <a:pt x="8619" y="1639"/>
                </a:lnTo>
                <a:lnTo>
                  <a:pt x="8619" y="1641"/>
                </a:lnTo>
                <a:lnTo>
                  <a:pt x="8618" y="1641"/>
                </a:lnTo>
                <a:lnTo>
                  <a:pt x="8618" y="1642"/>
                </a:lnTo>
                <a:lnTo>
                  <a:pt x="8616" y="1642"/>
                </a:lnTo>
                <a:lnTo>
                  <a:pt x="8616" y="1643"/>
                </a:lnTo>
                <a:lnTo>
                  <a:pt x="8616" y="1649"/>
                </a:lnTo>
                <a:lnTo>
                  <a:pt x="8616" y="1650"/>
                </a:lnTo>
                <a:lnTo>
                  <a:pt x="8617" y="1650"/>
                </a:lnTo>
                <a:lnTo>
                  <a:pt x="8617" y="1651"/>
                </a:lnTo>
                <a:lnTo>
                  <a:pt x="8617" y="1652"/>
                </a:lnTo>
                <a:lnTo>
                  <a:pt x="8616" y="1652"/>
                </a:lnTo>
                <a:lnTo>
                  <a:pt x="8615" y="1652"/>
                </a:lnTo>
                <a:lnTo>
                  <a:pt x="8615" y="1653"/>
                </a:lnTo>
                <a:lnTo>
                  <a:pt x="8617" y="1654"/>
                </a:lnTo>
                <a:lnTo>
                  <a:pt x="8617" y="1655"/>
                </a:lnTo>
                <a:lnTo>
                  <a:pt x="8616" y="1655"/>
                </a:lnTo>
                <a:lnTo>
                  <a:pt x="8616" y="1656"/>
                </a:lnTo>
                <a:lnTo>
                  <a:pt x="8616" y="1657"/>
                </a:lnTo>
                <a:lnTo>
                  <a:pt x="8617" y="1658"/>
                </a:lnTo>
                <a:lnTo>
                  <a:pt x="8617" y="1659"/>
                </a:lnTo>
                <a:lnTo>
                  <a:pt x="8618" y="1659"/>
                </a:lnTo>
                <a:lnTo>
                  <a:pt x="8620" y="1660"/>
                </a:lnTo>
                <a:lnTo>
                  <a:pt x="8621" y="1660"/>
                </a:lnTo>
                <a:lnTo>
                  <a:pt x="8621" y="1661"/>
                </a:lnTo>
                <a:lnTo>
                  <a:pt x="8621" y="1662"/>
                </a:lnTo>
                <a:lnTo>
                  <a:pt x="8621" y="1664"/>
                </a:lnTo>
                <a:lnTo>
                  <a:pt x="8622" y="1669"/>
                </a:lnTo>
                <a:lnTo>
                  <a:pt x="8621" y="1671"/>
                </a:lnTo>
                <a:lnTo>
                  <a:pt x="8621" y="1672"/>
                </a:lnTo>
                <a:lnTo>
                  <a:pt x="8620" y="1673"/>
                </a:lnTo>
                <a:lnTo>
                  <a:pt x="8620" y="1674"/>
                </a:lnTo>
                <a:lnTo>
                  <a:pt x="8620" y="1676"/>
                </a:lnTo>
                <a:lnTo>
                  <a:pt x="8621" y="1678"/>
                </a:lnTo>
                <a:lnTo>
                  <a:pt x="8621" y="1679"/>
                </a:lnTo>
                <a:lnTo>
                  <a:pt x="8621" y="1680"/>
                </a:lnTo>
                <a:lnTo>
                  <a:pt x="8621" y="1681"/>
                </a:lnTo>
                <a:lnTo>
                  <a:pt x="8620" y="1682"/>
                </a:lnTo>
                <a:lnTo>
                  <a:pt x="8619" y="1685"/>
                </a:lnTo>
                <a:lnTo>
                  <a:pt x="8619" y="1686"/>
                </a:lnTo>
                <a:lnTo>
                  <a:pt x="8620" y="1686"/>
                </a:lnTo>
                <a:lnTo>
                  <a:pt x="8621" y="1687"/>
                </a:lnTo>
                <a:lnTo>
                  <a:pt x="8621" y="1688"/>
                </a:lnTo>
                <a:lnTo>
                  <a:pt x="8622" y="1688"/>
                </a:lnTo>
                <a:lnTo>
                  <a:pt x="8622" y="1689"/>
                </a:lnTo>
                <a:lnTo>
                  <a:pt x="8622" y="1690"/>
                </a:lnTo>
                <a:lnTo>
                  <a:pt x="8622" y="1691"/>
                </a:lnTo>
                <a:lnTo>
                  <a:pt x="8621" y="1691"/>
                </a:lnTo>
                <a:lnTo>
                  <a:pt x="8622" y="1692"/>
                </a:lnTo>
                <a:lnTo>
                  <a:pt x="8622" y="1693"/>
                </a:lnTo>
                <a:lnTo>
                  <a:pt x="8621" y="1694"/>
                </a:lnTo>
                <a:lnTo>
                  <a:pt x="8622" y="1694"/>
                </a:lnTo>
                <a:lnTo>
                  <a:pt x="8622" y="1695"/>
                </a:lnTo>
                <a:lnTo>
                  <a:pt x="8622" y="1696"/>
                </a:lnTo>
                <a:lnTo>
                  <a:pt x="8623" y="1696"/>
                </a:lnTo>
                <a:lnTo>
                  <a:pt x="8625" y="1697"/>
                </a:lnTo>
                <a:lnTo>
                  <a:pt x="8625" y="1698"/>
                </a:lnTo>
                <a:lnTo>
                  <a:pt x="8626" y="1698"/>
                </a:lnTo>
                <a:lnTo>
                  <a:pt x="8626" y="1700"/>
                </a:lnTo>
                <a:lnTo>
                  <a:pt x="8626" y="1701"/>
                </a:lnTo>
                <a:lnTo>
                  <a:pt x="8627" y="1702"/>
                </a:lnTo>
                <a:lnTo>
                  <a:pt x="8626" y="1704"/>
                </a:lnTo>
                <a:lnTo>
                  <a:pt x="8625" y="1704"/>
                </a:lnTo>
                <a:lnTo>
                  <a:pt x="8625" y="1705"/>
                </a:lnTo>
                <a:lnTo>
                  <a:pt x="8625" y="1706"/>
                </a:lnTo>
                <a:lnTo>
                  <a:pt x="8626" y="1706"/>
                </a:lnTo>
                <a:lnTo>
                  <a:pt x="8627" y="1706"/>
                </a:lnTo>
                <a:lnTo>
                  <a:pt x="8627" y="1707"/>
                </a:lnTo>
                <a:lnTo>
                  <a:pt x="8628" y="1709"/>
                </a:lnTo>
                <a:lnTo>
                  <a:pt x="8628" y="1710"/>
                </a:lnTo>
                <a:lnTo>
                  <a:pt x="8627" y="1710"/>
                </a:lnTo>
                <a:lnTo>
                  <a:pt x="8627" y="1711"/>
                </a:lnTo>
                <a:lnTo>
                  <a:pt x="8627" y="1712"/>
                </a:lnTo>
                <a:lnTo>
                  <a:pt x="8628" y="1713"/>
                </a:lnTo>
                <a:lnTo>
                  <a:pt x="8628" y="1714"/>
                </a:lnTo>
                <a:lnTo>
                  <a:pt x="8629" y="1714"/>
                </a:lnTo>
                <a:lnTo>
                  <a:pt x="8629" y="1715"/>
                </a:lnTo>
                <a:lnTo>
                  <a:pt x="8630" y="1715"/>
                </a:lnTo>
                <a:lnTo>
                  <a:pt x="8631" y="1715"/>
                </a:lnTo>
                <a:lnTo>
                  <a:pt x="8631" y="1716"/>
                </a:lnTo>
                <a:lnTo>
                  <a:pt x="8632" y="1716"/>
                </a:lnTo>
                <a:lnTo>
                  <a:pt x="8632" y="1717"/>
                </a:lnTo>
                <a:lnTo>
                  <a:pt x="8632" y="1718"/>
                </a:lnTo>
                <a:lnTo>
                  <a:pt x="8631" y="1718"/>
                </a:lnTo>
                <a:lnTo>
                  <a:pt x="8631" y="1719"/>
                </a:lnTo>
                <a:lnTo>
                  <a:pt x="8632" y="1721"/>
                </a:lnTo>
                <a:lnTo>
                  <a:pt x="8632" y="1722"/>
                </a:lnTo>
                <a:lnTo>
                  <a:pt x="8633" y="1723"/>
                </a:lnTo>
                <a:lnTo>
                  <a:pt x="8632" y="1723"/>
                </a:lnTo>
                <a:lnTo>
                  <a:pt x="8632" y="1724"/>
                </a:lnTo>
                <a:lnTo>
                  <a:pt x="8631" y="1724"/>
                </a:lnTo>
                <a:lnTo>
                  <a:pt x="8631" y="1726"/>
                </a:lnTo>
                <a:lnTo>
                  <a:pt x="8632" y="1726"/>
                </a:lnTo>
                <a:lnTo>
                  <a:pt x="8632" y="1727"/>
                </a:lnTo>
                <a:lnTo>
                  <a:pt x="8632" y="1728"/>
                </a:lnTo>
                <a:lnTo>
                  <a:pt x="8631" y="1728"/>
                </a:lnTo>
                <a:lnTo>
                  <a:pt x="8632" y="1728"/>
                </a:lnTo>
                <a:lnTo>
                  <a:pt x="8632" y="1729"/>
                </a:lnTo>
                <a:lnTo>
                  <a:pt x="8633" y="1729"/>
                </a:lnTo>
                <a:lnTo>
                  <a:pt x="8634" y="1729"/>
                </a:lnTo>
                <a:lnTo>
                  <a:pt x="8635" y="1729"/>
                </a:lnTo>
                <a:lnTo>
                  <a:pt x="8636" y="1729"/>
                </a:lnTo>
                <a:lnTo>
                  <a:pt x="8636" y="1730"/>
                </a:lnTo>
                <a:lnTo>
                  <a:pt x="8635" y="1730"/>
                </a:lnTo>
                <a:lnTo>
                  <a:pt x="8635" y="1732"/>
                </a:lnTo>
                <a:lnTo>
                  <a:pt x="8635" y="1733"/>
                </a:lnTo>
                <a:lnTo>
                  <a:pt x="8636" y="1733"/>
                </a:lnTo>
                <a:lnTo>
                  <a:pt x="8635" y="1733"/>
                </a:lnTo>
                <a:lnTo>
                  <a:pt x="8634" y="1732"/>
                </a:lnTo>
                <a:lnTo>
                  <a:pt x="8633" y="1732"/>
                </a:lnTo>
                <a:lnTo>
                  <a:pt x="8632" y="1734"/>
                </a:lnTo>
                <a:lnTo>
                  <a:pt x="8631" y="1735"/>
                </a:lnTo>
                <a:lnTo>
                  <a:pt x="8632" y="1735"/>
                </a:lnTo>
                <a:lnTo>
                  <a:pt x="8633" y="1735"/>
                </a:lnTo>
                <a:lnTo>
                  <a:pt x="8633" y="1736"/>
                </a:lnTo>
                <a:lnTo>
                  <a:pt x="8633" y="1738"/>
                </a:lnTo>
                <a:lnTo>
                  <a:pt x="8634" y="1738"/>
                </a:lnTo>
                <a:lnTo>
                  <a:pt x="8634" y="1739"/>
                </a:lnTo>
                <a:lnTo>
                  <a:pt x="8633" y="1739"/>
                </a:lnTo>
                <a:lnTo>
                  <a:pt x="8632" y="1739"/>
                </a:lnTo>
                <a:lnTo>
                  <a:pt x="8631" y="1739"/>
                </a:lnTo>
                <a:lnTo>
                  <a:pt x="8631" y="1740"/>
                </a:lnTo>
                <a:lnTo>
                  <a:pt x="8632" y="1740"/>
                </a:lnTo>
                <a:lnTo>
                  <a:pt x="8633" y="1740"/>
                </a:lnTo>
                <a:lnTo>
                  <a:pt x="8633" y="1741"/>
                </a:lnTo>
                <a:lnTo>
                  <a:pt x="8634" y="1741"/>
                </a:lnTo>
                <a:lnTo>
                  <a:pt x="8634" y="1742"/>
                </a:lnTo>
                <a:lnTo>
                  <a:pt x="8634" y="1744"/>
                </a:lnTo>
                <a:lnTo>
                  <a:pt x="8634" y="1745"/>
                </a:lnTo>
                <a:lnTo>
                  <a:pt x="8635" y="1745"/>
                </a:lnTo>
                <a:lnTo>
                  <a:pt x="8636" y="1745"/>
                </a:lnTo>
                <a:lnTo>
                  <a:pt x="8636" y="1746"/>
                </a:lnTo>
                <a:lnTo>
                  <a:pt x="8637" y="1746"/>
                </a:lnTo>
                <a:lnTo>
                  <a:pt x="8638" y="1747"/>
                </a:lnTo>
                <a:lnTo>
                  <a:pt x="8640" y="1747"/>
                </a:lnTo>
                <a:lnTo>
                  <a:pt x="8641" y="1747"/>
                </a:lnTo>
                <a:lnTo>
                  <a:pt x="8642" y="1747"/>
                </a:lnTo>
                <a:lnTo>
                  <a:pt x="8642" y="1748"/>
                </a:lnTo>
                <a:lnTo>
                  <a:pt x="8643" y="1748"/>
                </a:lnTo>
                <a:lnTo>
                  <a:pt x="8644" y="1749"/>
                </a:lnTo>
                <a:lnTo>
                  <a:pt x="8646" y="1749"/>
                </a:lnTo>
                <a:lnTo>
                  <a:pt x="8647" y="1749"/>
                </a:lnTo>
                <a:lnTo>
                  <a:pt x="8648" y="1749"/>
                </a:lnTo>
                <a:lnTo>
                  <a:pt x="8648" y="1748"/>
                </a:lnTo>
                <a:lnTo>
                  <a:pt x="8649" y="1747"/>
                </a:lnTo>
                <a:lnTo>
                  <a:pt x="8650" y="1747"/>
                </a:lnTo>
                <a:lnTo>
                  <a:pt x="8651" y="1747"/>
                </a:lnTo>
                <a:lnTo>
                  <a:pt x="8652" y="1748"/>
                </a:lnTo>
                <a:lnTo>
                  <a:pt x="8652" y="1749"/>
                </a:lnTo>
                <a:lnTo>
                  <a:pt x="8653" y="1750"/>
                </a:lnTo>
                <a:lnTo>
                  <a:pt x="8653" y="1751"/>
                </a:lnTo>
                <a:lnTo>
                  <a:pt x="8653" y="1753"/>
                </a:lnTo>
                <a:lnTo>
                  <a:pt x="8653" y="1754"/>
                </a:lnTo>
                <a:lnTo>
                  <a:pt x="8652" y="1757"/>
                </a:lnTo>
                <a:lnTo>
                  <a:pt x="8652" y="1759"/>
                </a:lnTo>
                <a:lnTo>
                  <a:pt x="8653" y="1760"/>
                </a:lnTo>
                <a:lnTo>
                  <a:pt x="8654" y="1762"/>
                </a:lnTo>
                <a:lnTo>
                  <a:pt x="8656" y="1765"/>
                </a:lnTo>
                <a:lnTo>
                  <a:pt x="8656" y="1766"/>
                </a:lnTo>
                <a:lnTo>
                  <a:pt x="8657" y="1768"/>
                </a:lnTo>
                <a:lnTo>
                  <a:pt x="8656" y="1769"/>
                </a:lnTo>
                <a:lnTo>
                  <a:pt x="8656" y="1770"/>
                </a:lnTo>
                <a:lnTo>
                  <a:pt x="8654" y="1771"/>
                </a:lnTo>
                <a:lnTo>
                  <a:pt x="8653" y="1772"/>
                </a:lnTo>
                <a:lnTo>
                  <a:pt x="8653" y="1773"/>
                </a:lnTo>
                <a:lnTo>
                  <a:pt x="8653" y="1775"/>
                </a:lnTo>
                <a:lnTo>
                  <a:pt x="8653" y="1780"/>
                </a:lnTo>
                <a:lnTo>
                  <a:pt x="8653" y="1781"/>
                </a:lnTo>
                <a:lnTo>
                  <a:pt x="8654" y="1783"/>
                </a:lnTo>
                <a:lnTo>
                  <a:pt x="8655" y="1788"/>
                </a:lnTo>
                <a:lnTo>
                  <a:pt x="8655" y="1789"/>
                </a:lnTo>
                <a:lnTo>
                  <a:pt x="8655" y="1791"/>
                </a:lnTo>
                <a:lnTo>
                  <a:pt x="8655" y="1792"/>
                </a:lnTo>
                <a:lnTo>
                  <a:pt x="8655" y="1794"/>
                </a:lnTo>
                <a:lnTo>
                  <a:pt x="8655" y="1796"/>
                </a:lnTo>
                <a:lnTo>
                  <a:pt x="8655" y="1797"/>
                </a:lnTo>
                <a:lnTo>
                  <a:pt x="8653" y="1800"/>
                </a:lnTo>
                <a:lnTo>
                  <a:pt x="8651" y="1803"/>
                </a:lnTo>
                <a:lnTo>
                  <a:pt x="8650" y="1805"/>
                </a:lnTo>
                <a:lnTo>
                  <a:pt x="8650" y="1808"/>
                </a:lnTo>
                <a:lnTo>
                  <a:pt x="8651" y="1808"/>
                </a:lnTo>
                <a:lnTo>
                  <a:pt x="8651" y="1810"/>
                </a:lnTo>
                <a:lnTo>
                  <a:pt x="8652" y="1810"/>
                </a:lnTo>
                <a:lnTo>
                  <a:pt x="8654" y="1812"/>
                </a:lnTo>
                <a:lnTo>
                  <a:pt x="8655" y="1812"/>
                </a:lnTo>
                <a:lnTo>
                  <a:pt x="8655" y="1813"/>
                </a:lnTo>
                <a:lnTo>
                  <a:pt x="8655" y="1817"/>
                </a:lnTo>
                <a:lnTo>
                  <a:pt x="8656" y="1818"/>
                </a:lnTo>
                <a:lnTo>
                  <a:pt x="8657" y="1820"/>
                </a:lnTo>
                <a:lnTo>
                  <a:pt x="8657" y="1823"/>
                </a:lnTo>
                <a:lnTo>
                  <a:pt x="8656" y="1824"/>
                </a:lnTo>
                <a:lnTo>
                  <a:pt x="8653" y="1830"/>
                </a:lnTo>
                <a:lnTo>
                  <a:pt x="8652" y="1832"/>
                </a:lnTo>
                <a:lnTo>
                  <a:pt x="8652" y="1833"/>
                </a:lnTo>
                <a:lnTo>
                  <a:pt x="8654" y="1837"/>
                </a:lnTo>
                <a:lnTo>
                  <a:pt x="8654" y="1838"/>
                </a:lnTo>
                <a:lnTo>
                  <a:pt x="8653" y="1838"/>
                </a:lnTo>
                <a:lnTo>
                  <a:pt x="8652" y="1838"/>
                </a:lnTo>
                <a:lnTo>
                  <a:pt x="8651" y="1839"/>
                </a:lnTo>
                <a:lnTo>
                  <a:pt x="8648" y="1840"/>
                </a:lnTo>
                <a:lnTo>
                  <a:pt x="8647" y="1841"/>
                </a:lnTo>
                <a:lnTo>
                  <a:pt x="8647" y="1842"/>
                </a:lnTo>
                <a:lnTo>
                  <a:pt x="8647" y="1843"/>
                </a:lnTo>
                <a:lnTo>
                  <a:pt x="8648" y="1844"/>
                </a:lnTo>
                <a:lnTo>
                  <a:pt x="8647" y="1846"/>
                </a:lnTo>
                <a:lnTo>
                  <a:pt x="8646" y="1848"/>
                </a:lnTo>
                <a:lnTo>
                  <a:pt x="8646" y="1850"/>
                </a:lnTo>
                <a:lnTo>
                  <a:pt x="8646" y="1851"/>
                </a:lnTo>
                <a:lnTo>
                  <a:pt x="8647" y="1852"/>
                </a:lnTo>
                <a:lnTo>
                  <a:pt x="8649" y="1853"/>
                </a:lnTo>
                <a:lnTo>
                  <a:pt x="8650" y="1856"/>
                </a:lnTo>
                <a:lnTo>
                  <a:pt x="8651" y="1858"/>
                </a:lnTo>
                <a:lnTo>
                  <a:pt x="8652" y="1860"/>
                </a:lnTo>
                <a:lnTo>
                  <a:pt x="8653" y="1860"/>
                </a:lnTo>
                <a:lnTo>
                  <a:pt x="8654" y="1861"/>
                </a:lnTo>
                <a:lnTo>
                  <a:pt x="8655" y="1860"/>
                </a:lnTo>
                <a:lnTo>
                  <a:pt x="8657" y="1860"/>
                </a:lnTo>
                <a:lnTo>
                  <a:pt x="8658" y="1861"/>
                </a:lnTo>
                <a:lnTo>
                  <a:pt x="8657" y="1863"/>
                </a:lnTo>
                <a:lnTo>
                  <a:pt x="8658" y="1865"/>
                </a:lnTo>
                <a:lnTo>
                  <a:pt x="8658" y="1866"/>
                </a:lnTo>
                <a:lnTo>
                  <a:pt x="8657" y="1867"/>
                </a:lnTo>
                <a:lnTo>
                  <a:pt x="8656" y="1868"/>
                </a:lnTo>
                <a:lnTo>
                  <a:pt x="8655" y="1870"/>
                </a:lnTo>
                <a:lnTo>
                  <a:pt x="8655" y="1871"/>
                </a:lnTo>
                <a:lnTo>
                  <a:pt x="8653" y="1872"/>
                </a:lnTo>
                <a:lnTo>
                  <a:pt x="8652" y="1872"/>
                </a:lnTo>
                <a:lnTo>
                  <a:pt x="8651" y="1872"/>
                </a:lnTo>
                <a:lnTo>
                  <a:pt x="8649" y="1871"/>
                </a:lnTo>
                <a:lnTo>
                  <a:pt x="8648" y="1871"/>
                </a:lnTo>
                <a:lnTo>
                  <a:pt x="8647" y="1872"/>
                </a:lnTo>
                <a:lnTo>
                  <a:pt x="8647" y="1873"/>
                </a:lnTo>
                <a:lnTo>
                  <a:pt x="8644" y="1872"/>
                </a:lnTo>
                <a:lnTo>
                  <a:pt x="8643" y="1872"/>
                </a:lnTo>
                <a:lnTo>
                  <a:pt x="8642" y="1872"/>
                </a:lnTo>
                <a:lnTo>
                  <a:pt x="8641" y="1874"/>
                </a:lnTo>
                <a:lnTo>
                  <a:pt x="8641" y="1876"/>
                </a:lnTo>
                <a:lnTo>
                  <a:pt x="8641" y="1877"/>
                </a:lnTo>
                <a:lnTo>
                  <a:pt x="8645" y="1881"/>
                </a:lnTo>
                <a:lnTo>
                  <a:pt x="8646" y="1883"/>
                </a:lnTo>
                <a:lnTo>
                  <a:pt x="8646" y="1884"/>
                </a:lnTo>
                <a:lnTo>
                  <a:pt x="8646" y="1885"/>
                </a:lnTo>
                <a:lnTo>
                  <a:pt x="8643" y="1886"/>
                </a:lnTo>
                <a:lnTo>
                  <a:pt x="8639" y="1887"/>
                </a:lnTo>
                <a:lnTo>
                  <a:pt x="8639" y="1888"/>
                </a:lnTo>
                <a:lnTo>
                  <a:pt x="8638" y="1888"/>
                </a:lnTo>
                <a:lnTo>
                  <a:pt x="8637" y="1888"/>
                </a:lnTo>
                <a:lnTo>
                  <a:pt x="8636" y="1887"/>
                </a:lnTo>
                <a:lnTo>
                  <a:pt x="8635" y="1886"/>
                </a:lnTo>
                <a:lnTo>
                  <a:pt x="8633" y="1886"/>
                </a:lnTo>
                <a:lnTo>
                  <a:pt x="8631" y="1886"/>
                </a:lnTo>
                <a:lnTo>
                  <a:pt x="8629" y="1887"/>
                </a:lnTo>
                <a:lnTo>
                  <a:pt x="8628" y="1889"/>
                </a:lnTo>
                <a:lnTo>
                  <a:pt x="8627" y="1892"/>
                </a:lnTo>
                <a:lnTo>
                  <a:pt x="8626" y="1892"/>
                </a:lnTo>
                <a:lnTo>
                  <a:pt x="8624" y="1891"/>
                </a:lnTo>
                <a:lnTo>
                  <a:pt x="8623" y="1891"/>
                </a:lnTo>
                <a:lnTo>
                  <a:pt x="8622" y="1891"/>
                </a:lnTo>
                <a:lnTo>
                  <a:pt x="8621" y="1891"/>
                </a:lnTo>
                <a:lnTo>
                  <a:pt x="8619" y="1890"/>
                </a:lnTo>
                <a:lnTo>
                  <a:pt x="8617" y="1889"/>
                </a:lnTo>
                <a:lnTo>
                  <a:pt x="8616" y="1889"/>
                </a:lnTo>
                <a:lnTo>
                  <a:pt x="8615" y="1889"/>
                </a:lnTo>
                <a:lnTo>
                  <a:pt x="8612" y="1890"/>
                </a:lnTo>
                <a:lnTo>
                  <a:pt x="8611" y="1892"/>
                </a:lnTo>
                <a:lnTo>
                  <a:pt x="8611" y="1893"/>
                </a:lnTo>
                <a:lnTo>
                  <a:pt x="8611" y="1896"/>
                </a:lnTo>
                <a:lnTo>
                  <a:pt x="8610" y="1899"/>
                </a:lnTo>
                <a:lnTo>
                  <a:pt x="8610" y="1900"/>
                </a:lnTo>
                <a:lnTo>
                  <a:pt x="8609" y="1900"/>
                </a:lnTo>
                <a:lnTo>
                  <a:pt x="8607" y="1900"/>
                </a:lnTo>
                <a:lnTo>
                  <a:pt x="8606" y="1900"/>
                </a:lnTo>
                <a:lnTo>
                  <a:pt x="8604" y="1902"/>
                </a:lnTo>
                <a:lnTo>
                  <a:pt x="8603" y="1903"/>
                </a:lnTo>
                <a:lnTo>
                  <a:pt x="8602" y="1902"/>
                </a:lnTo>
                <a:lnTo>
                  <a:pt x="8601" y="1901"/>
                </a:lnTo>
                <a:lnTo>
                  <a:pt x="8599" y="1901"/>
                </a:lnTo>
                <a:lnTo>
                  <a:pt x="8597" y="1901"/>
                </a:lnTo>
                <a:lnTo>
                  <a:pt x="8596" y="1901"/>
                </a:lnTo>
                <a:lnTo>
                  <a:pt x="8594" y="1903"/>
                </a:lnTo>
                <a:lnTo>
                  <a:pt x="8589" y="1908"/>
                </a:lnTo>
                <a:lnTo>
                  <a:pt x="8587" y="1911"/>
                </a:lnTo>
                <a:lnTo>
                  <a:pt x="8586" y="1912"/>
                </a:lnTo>
                <a:lnTo>
                  <a:pt x="8585" y="1912"/>
                </a:lnTo>
                <a:lnTo>
                  <a:pt x="8584" y="1912"/>
                </a:lnTo>
                <a:lnTo>
                  <a:pt x="8582" y="1912"/>
                </a:lnTo>
                <a:lnTo>
                  <a:pt x="8581" y="1912"/>
                </a:lnTo>
                <a:lnTo>
                  <a:pt x="8580" y="1913"/>
                </a:lnTo>
                <a:lnTo>
                  <a:pt x="8580" y="1916"/>
                </a:lnTo>
                <a:lnTo>
                  <a:pt x="8579" y="1918"/>
                </a:lnTo>
                <a:lnTo>
                  <a:pt x="8578" y="1919"/>
                </a:lnTo>
                <a:lnTo>
                  <a:pt x="8577" y="1920"/>
                </a:lnTo>
                <a:lnTo>
                  <a:pt x="8577" y="1921"/>
                </a:lnTo>
                <a:lnTo>
                  <a:pt x="8573" y="1923"/>
                </a:lnTo>
                <a:lnTo>
                  <a:pt x="8570" y="1925"/>
                </a:lnTo>
                <a:lnTo>
                  <a:pt x="8569" y="1926"/>
                </a:lnTo>
                <a:lnTo>
                  <a:pt x="8567" y="1929"/>
                </a:lnTo>
                <a:lnTo>
                  <a:pt x="8566" y="1932"/>
                </a:lnTo>
                <a:lnTo>
                  <a:pt x="8565" y="1934"/>
                </a:lnTo>
                <a:lnTo>
                  <a:pt x="8565" y="1935"/>
                </a:lnTo>
                <a:lnTo>
                  <a:pt x="8563" y="1935"/>
                </a:lnTo>
                <a:lnTo>
                  <a:pt x="8563" y="1936"/>
                </a:lnTo>
                <a:lnTo>
                  <a:pt x="8564" y="1937"/>
                </a:lnTo>
                <a:lnTo>
                  <a:pt x="8566" y="1939"/>
                </a:lnTo>
                <a:lnTo>
                  <a:pt x="8568" y="1939"/>
                </a:lnTo>
                <a:lnTo>
                  <a:pt x="8570" y="1939"/>
                </a:lnTo>
                <a:lnTo>
                  <a:pt x="8571" y="1940"/>
                </a:lnTo>
                <a:lnTo>
                  <a:pt x="8572" y="1942"/>
                </a:lnTo>
                <a:lnTo>
                  <a:pt x="8573" y="1942"/>
                </a:lnTo>
                <a:lnTo>
                  <a:pt x="8574" y="1942"/>
                </a:lnTo>
                <a:lnTo>
                  <a:pt x="8575" y="1941"/>
                </a:lnTo>
                <a:lnTo>
                  <a:pt x="8578" y="1940"/>
                </a:lnTo>
                <a:lnTo>
                  <a:pt x="8580" y="1937"/>
                </a:lnTo>
                <a:lnTo>
                  <a:pt x="8581" y="1937"/>
                </a:lnTo>
                <a:lnTo>
                  <a:pt x="8583" y="1937"/>
                </a:lnTo>
                <a:lnTo>
                  <a:pt x="8586" y="1937"/>
                </a:lnTo>
                <a:lnTo>
                  <a:pt x="8587" y="1937"/>
                </a:lnTo>
                <a:lnTo>
                  <a:pt x="8589" y="1938"/>
                </a:lnTo>
                <a:lnTo>
                  <a:pt x="8592" y="1940"/>
                </a:lnTo>
                <a:lnTo>
                  <a:pt x="8593" y="1941"/>
                </a:lnTo>
                <a:lnTo>
                  <a:pt x="8595" y="1942"/>
                </a:lnTo>
                <a:lnTo>
                  <a:pt x="8596" y="1945"/>
                </a:lnTo>
                <a:lnTo>
                  <a:pt x="8598" y="1947"/>
                </a:lnTo>
                <a:lnTo>
                  <a:pt x="8599" y="1948"/>
                </a:lnTo>
                <a:lnTo>
                  <a:pt x="8600" y="1949"/>
                </a:lnTo>
                <a:lnTo>
                  <a:pt x="8603" y="1954"/>
                </a:lnTo>
                <a:lnTo>
                  <a:pt x="8603" y="1955"/>
                </a:lnTo>
                <a:lnTo>
                  <a:pt x="8603" y="1956"/>
                </a:lnTo>
                <a:lnTo>
                  <a:pt x="8603" y="1963"/>
                </a:lnTo>
                <a:lnTo>
                  <a:pt x="8602" y="1963"/>
                </a:lnTo>
                <a:lnTo>
                  <a:pt x="8600" y="1962"/>
                </a:lnTo>
                <a:lnTo>
                  <a:pt x="8598" y="1962"/>
                </a:lnTo>
                <a:lnTo>
                  <a:pt x="8597" y="1963"/>
                </a:lnTo>
                <a:lnTo>
                  <a:pt x="8596" y="1964"/>
                </a:lnTo>
                <a:lnTo>
                  <a:pt x="8597" y="1966"/>
                </a:lnTo>
                <a:lnTo>
                  <a:pt x="8598" y="1968"/>
                </a:lnTo>
                <a:lnTo>
                  <a:pt x="8599" y="1975"/>
                </a:lnTo>
                <a:lnTo>
                  <a:pt x="8604" y="1976"/>
                </a:lnTo>
                <a:lnTo>
                  <a:pt x="8606" y="1984"/>
                </a:lnTo>
                <a:lnTo>
                  <a:pt x="8606" y="1985"/>
                </a:lnTo>
                <a:lnTo>
                  <a:pt x="8610" y="1986"/>
                </a:lnTo>
                <a:lnTo>
                  <a:pt x="8612" y="1987"/>
                </a:lnTo>
                <a:lnTo>
                  <a:pt x="8614" y="1987"/>
                </a:lnTo>
                <a:lnTo>
                  <a:pt x="8613" y="1988"/>
                </a:lnTo>
                <a:lnTo>
                  <a:pt x="8612" y="1988"/>
                </a:lnTo>
                <a:lnTo>
                  <a:pt x="8610" y="1987"/>
                </a:lnTo>
                <a:lnTo>
                  <a:pt x="8609" y="1987"/>
                </a:lnTo>
                <a:lnTo>
                  <a:pt x="8608" y="1987"/>
                </a:lnTo>
                <a:lnTo>
                  <a:pt x="8607" y="1987"/>
                </a:lnTo>
                <a:lnTo>
                  <a:pt x="8606" y="1988"/>
                </a:lnTo>
                <a:lnTo>
                  <a:pt x="8605" y="1988"/>
                </a:lnTo>
                <a:lnTo>
                  <a:pt x="8604" y="1988"/>
                </a:lnTo>
                <a:lnTo>
                  <a:pt x="8603" y="1988"/>
                </a:lnTo>
                <a:lnTo>
                  <a:pt x="8601" y="1987"/>
                </a:lnTo>
                <a:lnTo>
                  <a:pt x="8601" y="1986"/>
                </a:lnTo>
                <a:lnTo>
                  <a:pt x="8601" y="1985"/>
                </a:lnTo>
                <a:lnTo>
                  <a:pt x="8600" y="1985"/>
                </a:lnTo>
                <a:lnTo>
                  <a:pt x="8600" y="1984"/>
                </a:lnTo>
                <a:lnTo>
                  <a:pt x="8600" y="1983"/>
                </a:lnTo>
                <a:lnTo>
                  <a:pt x="8600" y="1982"/>
                </a:lnTo>
                <a:lnTo>
                  <a:pt x="8600" y="1981"/>
                </a:lnTo>
                <a:lnTo>
                  <a:pt x="8600" y="1980"/>
                </a:lnTo>
                <a:lnTo>
                  <a:pt x="8600" y="1978"/>
                </a:lnTo>
                <a:lnTo>
                  <a:pt x="8599" y="1977"/>
                </a:lnTo>
                <a:lnTo>
                  <a:pt x="8598" y="1978"/>
                </a:lnTo>
                <a:lnTo>
                  <a:pt x="8597" y="1977"/>
                </a:lnTo>
                <a:lnTo>
                  <a:pt x="8596" y="1976"/>
                </a:lnTo>
                <a:lnTo>
                  <a:pt x="8596" y="1975"/>
                </a:lnTo>
                <a:lnTo>
                  <a:pt x="8596" y="1974"/>
                </a:lnTo>
                <a:lnTo>
                  <a:pt x="8595" y="1973"/>
                </a:lnTo>
                <a:lnTo>
                  <a:pt x="8595" y="1972"/>
                </a:lnTo>
                <a:lnTo>
                  <a:pt x="8594" y="1972"/>
                </a:lnTo>
                <a:lnTo>
                  <a:pt x="8594" y="1971"/>
                </a:lnTo>
                <a:lnTo>
                  <a:pt x="8593" y="1971"/>
                </a:lnTo>
                <a:lnTo>
                  <a:pt x="8593" y="1969"/>
                </a:lnTo>
                <a:lnTo>
                  <a:pt x="8592" y="1969"/>
                </a:lnTo>
                <a:lnTo>
                  <a:pt x="8591" y="1968"/>
                </a:lnTo>
                <a:lnTo>
                  <a:pt x="8590" y="1968"/>
                </a:lnTo>
                <a:lnTo>
                  <a:pt x="8590" y="1967"/>
                </a:lnTo>
                <a:lnTo>
                  <a:pt x="8590" y="1966"/>
                </a:lnTo>
                <a:lnTo>
                  <a:pt x="8590" y="1965"/>
                </a:lnTo>
                <a:lnTo>
                  <a:pt x="8589" y="1963"/>
                </a:lnTo>
                <a:lnTo>
                  <a:pt x="8588" y="1962"/>
                </a:lnTo>
                <a:lnTo>
                  <a:pt x="8587" y="1961"/>
                </a:lnTo>
                <a:lnTo>
                  <a:pt x="8586" y="1960"/>
                </a:lnTo>
                <a:lnTo>
                  <a:pt x="8586" y="1959"/>
                </a:lnTo>
                <a:lnTo>
                  <a:pt x="8586" y="1958"/>
                </a:lnTo>
                <a:lnTo>
                  <a:pt x="8586" y="1957"/>
                </a:lnTo>
                <a:lnTo>
                  <a:pt x="8587" y="1956"/>
                </a:lnTo>
                <a:lnTo>
                  <a:pt x="8587" y="1955"/>
                </a:lnTo>
                <a:lnTo>
                  <a:pt x="8586" y="1955"/>
                </a:lnTo>
                <a:lnTo>
                  <a:pt x="8586" y="1954"/>
                </a:lnTo>
                <a:lnTo>
                  <a:pt x="8585" y="1954"/>
                </a:lnTo>
                <a:lnTo>
                  <a:pt x="8584" y="1954"/>
                </a:lnTo>
                <a:lnTo>
                  <a:pt x="8583" y="1954"/>
                </a:lnTo>
                <a:lnTo>
                  <a:pt x="8582" y="1954"/>
                </a:lnTo>
                <a:lnTo>
                  <a:pt x="8581" y="1954"/>
                </a:lnTo>
                <a:lnTo>
                  <a:pt x="8581" y="1955"/>
                </a:lnTo>
                <a:lnTo>
                  <a:pt x="8580" y="1955"/>
                </a:lnTo>
                <a:lnTo>
                  <a:pt x="8580" y="1956"/>
                </a:lnTo>
                <a:lnTo>
                  <a:pt x="8579" y="1957"/>
                </a:lnTo>
                <a:lnTo>
                  <a:pt x="8579" y="1958"/>
                </a:lnTo>
                <a:lnTo>
                  <a:pt x="8579" y="1959"/>
                </a:lnTo>
                <a:lnTo>
                  <a:pt x="8579" y="1960"/>
                </a:lnTo>
                <a:lnTo>
                  <a:pt x="8580" y="1961"/>
                </a:lnTo>
                <a:lnTo>
                  <a:pt x="8581" y="1962"/>
                </a:lnTo>
                <a:lnTo>
                  <a:pt x="8582" y="1962"/>
                </a:lnTo>
                <a:lnTo>
                  <a:pt x="8582" y="1963"/>
                </a:lnTo>
                <a:lnTo>
                  <a:pt x="8583" y="1963"/>
                </a:lnTo>
                <a:lnTo>
                  <a:pt x="8583" y="1964"/>
                </a:lnTo>
                <a:lnTo>
                  <a:pt x="8583" y="1965"/>
                </a:lnTo>
                <a:lnTo>
                  <a:pt x="8583" y="1966"/>
                </a:lnTo>
                <a:lnTo>
                  <a:pt x="8583" y="1967"/>
                </a:lnTo>
                <a:lnTo>
                  <a:pt x="8582" y="1968"/>
                </a:lnTo>
                <a:lnTo>
                  <a:pt x="8582" y="1969"/>
                </a:lnTo>
                <a:lnTo>
                  <a:pt x="8581" y="1969"/>
                </a:lnTo>
                <a:lnTo>
                  <a:pt x="8580" y="1970"/>
                </a:lnTo>
                <a:lnTo>
                  <a:pt x="8579" y="1970"/>
                </a:lnTo>
                <a:lnTo>
                  <a:pt x="8578" y="1970"/>
                </a:lnTo>
                <a:lnTo>
                  <a:pt x="8577" y="1970"/>
                </a:lnTo>
                <a:lnTo>
                  <a:pt x="8576" y="1969"/>
                </a:lnTo>
                <a:lnTo>
                  <a:pt x="8575" y="1968"/>
                </a:lnTo>
                <a:lnTo>
                  <a:pt x="8574" y="1968"/>
                </a:lnTo>
                <a:lnTo>
                  <a:pt x="8574" y="1967"/>
                </a:lnTo>
                <a:lnTo>
                  <a:pt x="8573" y="1967"/>
                </a:lnTo>
                <a:lnTo>
                  <a:pt x="8573" y="1966"/>
                </a:lnTo>
                <a:lnTo>
                  <a:pt x="8573" y="1965"/>
                </a:lnTo>
                <a:lnTo>
                  <a:pt x="8573" y="1964"/>
                </a:lnTo>
                <a:lnTo>
                  <a:pt x="8574" y="1963"/>
                </a:lnTo>
                <a:lnTo>
                  <a:pt x="8574" y="1962"/>
                </a:lnTo>
                <a:lnTo>
                  <a:pt x="8574" y="1961"/>
                </a:lnTo>
                <a:lnTo>
                  <a:pt x="8575" y="1960"/>
                </a:lnTo>
                <a:lnTo>
                  <a:pt x="8574" y="1959"/>
                </a:lnTo>
                <a:lnTo>
                  <a:pt x="8574" y="1958"/>
                </a:lnTo>
                <a:lnTo>
                  <a:pt x="8573" y="1958"/>
                </a:lnTo>
                <a:lnTo>
                  <a:pt x="8572" y="1958"/>
                </a:lnTo>
                <a:lnTo>
                  <a:pt x="8572" y="1957"/>
                </a:lnTo>
                <a:lnTo>
                  <a:pt x="8571" y="1957"/>
                </a:lnTo>
                <a:lnTo>
                  <a:pt x="8571" y="1958"/>
                </a:lnTo>
                <a:lnTo>
                  <a:pt x="8570" y="1959"/>
                </a:lnTo>
                <a:lnTo>
                  <a:pt x="8570" y="1960"/>
                </a:lnTo>
                <a:lnTo>
                  <a:pt x="8569" y="1960"/>
                </a:lnTo>
                <a:lnTo>
                  <a:pt x="8569" y="1961"/>
                </a:lnTo>
                <a:lnTo>
                  <a:pt x="8569" y="1962"/>
                </a:lnTo>
                <a:lnTo>
                  <a:pt x="8568" y="1962"/>
                </a:lnTo>
                <a:lnTo>
                  <a:pt x="8567" y="1962"/>
                </a:lnTo>
                <a:lnTo>
                  <a:pt x="8566" y="1962"/>
                </a:lnTo>
                <a:lnTo>
                  <a:pt x="8565" y="1961"/>
                </a:lnTo>
                <a:lnTo>
                  <a:pt x="8565" y="1960"/>
                </a:lnTo>
                <a:lnTo>
                  <a:pt x="8566" y="1960"/>
                </a:lnTo>
                <a:lnTo>
                  <a:pt x="8565" y="1960"/>
                </a:lnTo>
                <a:lnTo>
                  <a:pt x="8565" y="1959"/>
                </a:lnTo>
                <a:lnTo>
                  <a:pt x="8564" y="1959"/>
                </a:lnTo>
                <a:lnTo>
                  <a:pt x="8563" y="1958"/>
                </a:lnTo>
                <a:lnTo>
                  <a:pt x="8563" y="1957"/>
                </a:lnTo>
                <a:lnTo>
                  <a:pt x="8561" y="1956"/>
                </a:lnTo>
                <a:lnTo>
                  <a:pt x="8560" y="1956"/>
                </a:lnTo>
                <a:lnTo>
                  <a:pt x="8559" y="1955"/>
                </a:lnTo>
                <a:lnTo>
                  <a:pt x="8557" y="1954"/>
                </a:lnTo>
                <a:lnTo>
                  <a:pt x="8556" y="1954"/>
                </a:lnTo>
                <a:lnTo>
                  <a:pt x="8555" y="1954"/>
                </a:lnTo>
                <a:lnTo>
                  <a:pt x="8554" y="1954"/>
                </a:lnTo>
                <a:lnTo>
                  <a:pt x="8554" y="1953"/>
                </a:lnTo>
                <a:lnTo>
                  <a:pt x="8553" y="1952"/>
                </a:lnTo>
                <a:lnTo>
                  <a:pt x="8552" y="1951"/>
                </a:lnTo>
                <a:lnTo>
                  <a:pt x="8551" y="1950"/>
                </a:lnTo>
                <a:lnTo>
                  <a:pt x="8550" y="1948"/>
                </a:lnTo>
                <a:lnTo>
                  <a:pt x="8549" y="1946"/>
                </a:lnTo>
                <a:lnTo>
                  <a:pt x="8548" y="1946"/>
                </a:lnTo>
                <a:lnTo>
                  <a:pt x="8548" y="1945"/>
                </a:lnTo>
                <a:lnTo>
                  <a:pt x="8547" y="1945"/>
                </a:lnTo>
                <a:lnTo>
                  <a:pt x="8546" y="1945"/>
                </a:lnTo>
                <a:lnTo>
                  <a:pt x="8545" y="1945"/>
                </a:lnTo>
                <a:lnTo>
                  <a:pt x="8544" y="1945"/>
                </a:lnTo>
                <a:lnTo>
                  <a:pt x="8544" y="1946"/>
                </a:lnTo>
                <a:lnTo>
                  <a:pt x="8543" y="1945"/>
                </a:lnTo>
                <a:lnTo>
                  <a:pt x="8542" y="1945"/>
                </a:lnTo>
                <a:lnTo>
                  <a:pt x="8542" y="1944"/>
                </a:lnTo>
                <a:lnTo>
                  <a:pt x="8541" y="1943"/>
                </a:lnTo>
                <a:lnTo>
                  <a:pt x="8541" y="1942"/>
                </a:lnTo>
                <a:lnTo>
                  <a:pt x="8539" y="1941"/>
                </a:lnTo>
                <a:lnTo>
                  <a:pt x="8538" y="1940"/>
                </a:lnTo>
                <a:lnTo>
                  <a:pt x="8538" y="1939"/>
                </a:lnTo>
                <a:lnTo>
                  <a:pt x="8538" y="1938"/>
                </a:lnTo>
                <a:lnTo>
                  <a:pt x="8538" y="1937"/>
                </a:lnTo>
                <a:lnTo>
                  <a:pt x="8538" y="1936"/>
                </a:lnTo>
                <a:lnTo>
                  <a:pt x="8538" y="1935"/>
                </a:lnTo>
                <a:lnTo>
                  <a:pt x="8538" y="1934"/>
                </a:lnTo>
                <a:lnTo>
                  <a:pt x="8538" y="1933"/>
                </a:lnTo>
                <a:lnTo>
                  <a:pt x="8537" y="1932"/>
                </a:lnTo>
                <a:lnTo>
                  <a:pt x="8536" y="1932"/>
                </a:lnTo>
                <a:lnTo>
                  <a:pt x="8535" y="1931"/>
                </a:lnTo>
                <a:lnTo>
                  <a:pt x="8534" y="1929"/>
                </a:lnTo>
                <a:lnTo>
                  <a:pt x="8535" y="1928"/>
                </a:lnTo>
                <a:lnTo>
                  <a:pt x="8535" y="1927"/>
                </a:lnTo>
                <a:lnTo>
                  <a:pt x="8535" y="1926"/>
                </a:lnTo>
                <a:lnTo>
                  <a:pt x="8535" y="1925"/>
                </a:lnTo>
                <a:lnTo>
                  <a:pt x="8535" y="1924"/>
                </a:lnTo>
                <a:lnTo>
                  <a:pt x="8534" y="1923"/>
                </a:lnTo>
                <a:lnTo>
                  <a:pt x="8535" y="1922"/>
                </a:lnTo>
                <a:lnTo>
                  <a:pt x="8535" y="1920"/>
                </a:lnTo>
                <a:lnTo>
                  <a:pt x="8535" y="1919"/>
                </a:lnTo>
                <a:lnTo>
                  <a:pt x="8534" y="1919"/>
                </a:lnTo>
                <a:lnTo>
                  <a:pt x="8534" y="1918"/>
                </a:lnTo>
                <a:lnTo>
                  <a:pt x="8534" y="1917"/>
                </a:lnTo>
                <a:lnTo>
                  <a:pt x="8534" y="1916"/>
                </a:lnTo>
                <a:lnTo>
                  <a:pt x="8534" y="1914"/>
                </a:lnTo>
                <a:lnTo>
                  <a:pt x="8535" y="1914"/>
                </a:lnTo>
                <a:lnTo>
                  <a:pt x="8535" y="1913"/>
                </a:lnTo>
                <a:lnTo>
                  <a:pt x="8536" y="1913"/>
                </a:lnTo>
                <a:lnTo>
                  <a:pt x="8536" y="1912"/>
                </a:lnTo>
                <a:lnTo>
                  <a:pt x="8536" y="1911"/>
                </a:lnTo>
                <a:lnTo>
                  <a:pt x="8534" y="1909"/>
                </a:lnTo>
                <a:lnTo>
                  <a:pt x="8534" y="1908"/>
                </a:lnTo>
                <a:lnTo>
                  <a:pt x="8534" y="1907"/>
                </a:lnTo>
                <a:lnTo>
                  <a:pt x="8534" y="1906"/>
                </a:lnTo>
                <a:lnTo>
                  <a:pt x="8534" y="1905"/>
                </a:lnTo>
                <a:lnTo>
                  <a:pt x="8533" y="1905"/>
                </a:lnTo>
                <a:lnTo>
                  <a:pt x="8532" y="1905"/>
                </a:lnTo>
                <a:lnTo>
                  <a:pt x="8531" y="1906"/>
                </a:lnTo>
                <a:lnTo>
                  <a:pt x="8530" y="1906"/>
                </a:lnTo>
                <a:lnTo>
                  <a:pt x="8529" y="1907"/>
                </a:lnTo>
                <a:lnTo>
                  <a:pt x="8528" y="1907"/>
                </a:lnTo>
                <a:lnTo>
                  <a:pt x="8527" y="1907"/>
                </a:lnTo>
                <a:lnTo>
                  <a:pt x="8526" y="1907"/>
                </a:lnTo>
                <a:lnTo>
                  <a:pt x="8525" y="1907"/>
                </a:lnTo>
                <a:lnTo>
                  <a:pt x="8523" y="1907"/>
                </a:lnTo>
                <a:lnTo>
                  <a:pt x="8522" y="1907"/>
                </a:lnTo>
                <a:lnTo>
                  <a:pt x="8521" y="1907"/>
                </a:lnTo>
                <a:lnTo>
                  <a:pt x="8520" y="1907"/>
                </a:lnTo>
                <a:lnTo>
                  <a:pt x="8519" y="1907"/>
                </a:lnTo>
                <a:lnTo>
                  <a:pt x="8518" y="1908"/>
                </a:lnTo>
                <a:lnTo>
                  <a:pt x="8517" y="1909"/>
                </a:lnTo>
                <a:lnTo>
                  <a:pt x="8517" y="1910"/>
                </a:lnTo>
                <a:lnTo>
                  <a:pt x="8516" y="1910"/>
                </a:lnTo>
                <a:lnTo>
                  <a:pt x="8515" y="1910"/>
                </a:lnTo>
                <a:lnTo>
                  <a:pt x="8514" y="1909"/>
                </a:lnTo>
                <a:lnTo>
                  <a:pt x="8513" y="1909"/>
                </a:lnTo>
                <a:lnTo>
                  <a:pt x="8512" y="1909"/>
                </a:lnTo>
                <a:lnTo>
                  <a:pt x="8511" y="1909"/>
                </a:lnTo>
                <a:lnTo>
                  <a:pt x="8510" y="1909"/>
                </a:lnTo>
                <a:lnTo>
                  <a:pt x="8510" y="1908"/>
                </a:lnTo>
                <a:lnTo>
                  <a:pt x="8510" y="1907"/>
                </a:lnTo>
                <a:lnTo>
                  <a:pt x="8510" y="1906"/>
                </a:lnTo>
                <a:lnTo>
                  <a:pt x="8511" y="1906"/>
                </a:lnTo>
                <a:lnTo>
                  <a:pt x="8511" y="1905"/>
                </a:lnTo>
                <a:lnTo>
                  <a:pt x="8512" y="1905"/>
                </a:lnTo>
                <a:lnTo>
                  <a:pt x="8513" y="1905"/>
                </a:lnTo>
                <a:lnTo>
                  <a:pt x="8514" y="1905"/>
                </a:lnTo>
                <a:lnTo>
                  <a:pt x="8514" y="1904"/>
                </a:lnTo>
                <a:lnTo>
                  <a:pt x="8514" y="1903"/>
                </a:lnTo>
                <a:lnTo>
                  <a:pt x="8513" y="1903"/>
                </a:lnTo>
                <a:lnTo>
                  <a:pt x="8512" y="1903"/>
                </a:lnTo>
                <a:lnTo>
                  <a:pt x="8511" y="1903"/>
                </a:lnTo>
                <a:lnTo>
                  <a:pt x="8511" y="1902"/>
                </a:lnTo>
                <a:lnTo>
                  <a:pt x="8510" y="1902"/>
                </a:lnTo>
                <a:lnTo>
                  <a:pt x="8510" y="1901"/>
                </a:lnTo>
                <a:lnTo>
                  <a:pt x="8511" y="1899"/>
                </a:lnTo>
                <a:lnTo>
                  <a:pt x="8513" y="1898"/>
                </a:lnTo>
                <a:lnTo>
                  <a:pt x="8514" y="1896"/>
                </a:lnTo>
                <a:lnTo>
                  <a:pt x="8513" y="1895"/>
                </a:lnTo>
                <a:lnTo>
                  <a:pt x="8513" y="1894"/>
                </a:lnTo>
                <a:lnTo>
                  <a:pt x="8512" y="1894"/>
                </a:lnTo>
                <a:lnTo>
                  <a:pt x="8512" y="1895"/>
                </a:lnTo>
                <a:lnTo>
                  <a:pt x="8511" y="1895"/>
                </a:lnTo>
                <a:lnTo>
                  <a:pt x="8510" y="1894"/>
                </a:lnTo>
                <a:lnTo>
                  <a:pt x="8509" y="1894"/>
                </a:lnTo>
                <a:lnTo>
                  <a:pt x="8508" y="1894"/>
                </a:lnTo>
                <a:lnTo>
                  <a:pt x="8507" y="1894"/>
                </a:lnTo>
                <a:lnTo>
                  <a:pt x="8506" y="1895"/>
                </a:lnTo>
                <a:lnTo>
                  <a:pt x="8504" y="1896"/>
                </a:lnTo>
                <a:lnTo>
                  <a:pt x="8504" y="1897"/>
                </a:lnTo>
                <a:lnTo>
                  <a:pt x="8503" y="1898"/>
                </a:lnTo>
                <a:lnTo>
                  <a:pt x="8502" y="1899"/>
                </a:lnTo>
                <a:lnTo>
                  <a:pt x="8502" y="1900"/>
                </a:lnTo>
                <a:lnTo>
                  <a:pt x="8501" y="1900"/>
                </a:lnTo>
                <a:lnTo>
                  <a:pt x="8500" y="1900"/>
                </a:lnTo>
                <a:lnTo>
                  <a:pt x="8498" y="1901"/>
                </a:lnTo>
                <a:lnTo>
                  <a:pt x="8497" y="1901"/>
                </a:lnTo>
                <a:lnTo>
                  <a:pt x="8497" y="1902"/>
                </a:lnTo>
                <a:lnTo>
                  <a:pt x="8496" y="1902"/>
                </a:lnTo>
                <a:lnTo>
                  <a:pt x="8495" y="1902"/>
                </a:lnTo>
                <a:lnTo>
                  <a:pt x="8494" y="1902"/>
                </a:lnTo>
                <a:lnTo>
                  <a:pt x="8494" y="1901"/>
                </a:lnTo>
                <a:lnTo>
                  <a:pt x="8493" y="1900"/>
                </a:lnTo>
                <a:lnTo>
                  <a:pt x="8492" y="1900"/>
                </a:lnTo>
                <a:lnTo>
                  <a:pt x="8491" y="1900"/>
                </a:lnTo>
                <a:lnTo>
                  <a:pt x="8491" y="1901"/>
                </a:lnTo>
                <a:lnTo>
                  <a:pt x="8490" y="1901"/>
                </a:lnTo>
                <a:lnTo>
                  <a:pt x="8489" y="1902"/>
                </a:lnTo>
                <a:lnTo>
                  <a:pt x="8488" y="1902"/>
                </a:lnTo>
                <a:lnTo>
                  <a:pt x="8487" y="1902"/>
                </a:lnTo>
                <a:lnTo>
                  <a:pt x="8486" y="1902"/>
                </a:lnTo>
                <a:lnTo>
                  <a:pt x="8485" y="1901"/>
                </a:lnTo>
                <a:lnTo>
                  <a:pt x="8485" y="1900"/>
                </a:lnTo>
                <a:lnTo>
                  <a:pt x="8484" y="1898"/>
                </a:lnTo>
                <a:lnTo>
                  <a:pt x="8485" y="1897"/>
                </a:lnTo>
                <a:lnTo>
                  <a:pt x="8485" y="1896"/>
                </a:lnTo>
                <a:lnTo>
                  <a:pt x="8484" y="1896"/>
                </a:lnTo>
                <a:lnTo>
                  <a:pt x="8483" y="1896"/>
                </a:lnTo>
                <a:lnTo>
                  <a:pt x="8482" y="1896"/>
                </a:lnTo>
                <a:lnTo>
                  <a:pt x="8481" y="1896"/>
                </a:lnTo>
                <a:lnTo>
                  <a:pt x="8481" y="1897"/>
                </a:lnTo>
                <a:lnTo>
                  <a:pt x="8480" y="1897"/>
                </a:lnTo>
                <a:lnTo>
                  <a:pt x="8479" y="1897"/>
                </a:lnTo>
                <a:lnTo>
                  <a:pt x="8478" y="1898"/>
                </a:lnTo>
                <a:lnTo>
                  <a:pt x="8477" y="1898"/>
                </a:lnTo>
                <a:lnTo>
                  <a:pt x="8476" y="1899"/>
                </a:lnTo>
                <a:lnTo>
                  <a:pt x="8475" y="1900"/>
                </a:lnTo>
                <a:lnTo>
                  <a:pt x="8475" y="1901"/>
                </a:lnTo>
                <a:lnTo>
                  <a:pt x="8474" y="1901"/>
                </a:lnTo>
                <a:lnTo>
                  <a:pt x="8474" y="1902"/>
                </a:lnTo>
                <a:lnTo>
                  <a:pt x="8474" y="1903"/>
                </a:lnTo>
                <a:lnTo>
                  <a:pt x="8475" y="1903"/>
                </a:lnTo>
                <a:lnTo>
                  <a:pt x="8475" y="1904"/>
                </a:lnTo>
                <a:lnTo>
                  <a:pt x="8476" y="1904"/>
                </a:lnTo>
                <a:lnTo>
                  <a:pt x="8477" y="1904"/>
                </a:lnTo>
                <a:lnTo>
                  <a:pt x="8478" y="1903"/>
                </a:lnTo>
                <a:lnTo>
                  <a:pt x="8479" y="1903"/>
                </a:lnTo>
                <a:lnTo>
                  <a:pt x="8480" y="1903"/>
                </a:lnTo>
                <a:lnTo>
                  <a:pt x="8481" y="1903"/>
                </a:lnTo>
                <a:lnTo>
                  <a:pt x="8481" y="1904"/>
                </a:lnTo>
                <a:lnTo>
                  <a:pt x="8480" y="1905"/>
                </a:lnTo>
                <a:lnTo>
                  <a:pt x="8480" y="1906"/>
                </a:lnTo>
                <a:lnTo>
                  <a:pt x="8479" y="1906"/>
                </a:lnTo>
                <a:lnTo>
                  <a:pt x="8478" y="1905"/>
                </a:lnTo>
                <a:lnTo>
                  <a:pt x="8477" y="1905"/>
                </a:lnTo>
                <a:lnTo>
                  <a:pt x="8476" y="1905"/>
                </a:lnTo>
                <a:lnTo>
                  <a:pt x="8474" y="1906"/>
                </a:lnTo>
                <a:lnTo>
                  <a:pt x="8473" y="1906"/>
                </a:lnTo>
                <a:lnTo>
                  <a:pt x="8473" y="1907"/>
                </a:lnTo>
                <a:lnTo>
                  <a:pt x="8472" y="1908"/>
                </a:lnTo>
                <a:lnTo>
                  <a:pt x="8472" y="1909"/>
                </a:lnTo>
                <a:lnTo>
                  <a:pt x="8472" y="1910"/>
                </a:lnTo>
                <a:lnTo>
                  <a:pt x="8472" y="1912"/>
                </a:lnTo>
                <a:lnTo>
                  <a:pt x="8473" y="1912"/>
                </a:lnTo>
                <a:lnTo>
                  <a:pt x="8473" y="1913"/>
                </a:lnTo>
                <a:lnTo>
                  <a:pt x="8474" y="1913"/>
                </a:lnTo>
                <a:lnTo>
                  <a:pt x="8475" y="1914"/>
                </a:lnTo>
                <a:lnTo>
                  <a:pt x="8475" y="1915"/>
                </a:lnTo>
                <a:lnTo>
                  <a:pt x="8476" y="1916"/>
                </a:lnTo>
                <a:lnTo>
                  <a:pt x="8477" y="1917"/>
                </a:lnTo>
                <a:lnTo>
                  <a:pt x="8476" y="1917"/>
                </a:lnTo>
                <a:lnTo>
                  <a:pt x="8476" y="1918"/>
                </a:lnTo>
                <a:lnTo>
                  <a:pt x="8475" y="1918"/>
                </a:lnTo>
                <a:lnTo>
                  <a:pt x="8475" y="1917"/>
                </a:lnTo>
                <a:lnTo>
                  <a:pt x="8474" y="1917"/>
                </a:lnTo>
                <a:lnTo>
                  <a:pt x="8473" y="1917"/>
                </a:lnTo>
                <a:lnTo>
                  <a:pt x="8473" y="1918"/>
                </a:lnTo>
                <a:lnTo>
                  <a:pt x="8473" y="1920"/>
                </a:lnTo>
                <a:lnTo>
                  <a:pt x="8473" y="1921"/>
                </a:lnTo>
                <a:lnTo>
                  <a:pt x="8474" y="1922"/>
                </a:lnTo>
                <a:lnTo>
                  <a:pt x="8474" y="1923"/>
                </a:lnTo>
                <a:lnTo>
                  <a:pt x="8474" y="1925"/>
                </a:lnTo>
                <a:lnTo>
                  <a:pt x="8474" y="1926"/>
                </a:lnTo>
                <a:lnTo>
                  <a:pt x="8474" y="1927"/>
                </a:lnTo>
                <a:lnTo>
                  <a:pt x="8475" y="1928"/>
                </a:lnTo>
                <a:lnTo>
                  <a:pt x="8475" y="1929"/>
                </a:lnTo>
                <a:lnTo>
                  <a:pt x="8474" y="1930"/>
                </a:lnTo>
                <a:lnTo>
                  <a:pt x="8473" y="1931"/>
                </a:lnTo>
                <a:lnTo>
                  <a:pt x="8473" y="1932"/>
                </a:lnTo>
                <a:lnTo>
                  <a:pt x="8472" y="1932"/>
                </a:lnTo>
                <a:lnTo>
                  <a:pt x="8472" y="1933"/>
                </a:lnTo>
                <a:lnTo>
                  <a:pt x="8473" y="1934"/>
                </a:lnTo>
                <a:lnTo>
                  <a:pt x="8473" y="1935"/>
                </a:lnTo>
                <a:lnTo>
                  <a:pt x="8473" y="1936"/>
                </a:lnTo>
                <a:lnTo>
                  <a:pt x="8473" y="1937"/>
                </a:lnTo>
                <a:lnTo>
                  <a:pt x="8473" y="1938"/>
                </a:lnTo>
                <a:lnTo>
                  <a:pt x="8473" y="1939"/>
                </a:lnTo>
                <a:lnTo>
                  <a:pt x="8472" y="1940"/>
                </a:lnTo>
                <a:lnTo>
                  <a:pt x="8473" y="1941"/>
                </a:lnTo>
                <a:lnTo>
                  <a:pt x="8474" y="1942"/>
                </a:lnTo>
                <a:lnTo>
                  <a:pt x="8474" y="1943"/>
                </a:lnTo>
                <a:lnTo>
                  <a:pt x="8474" y="1944"/>
                </a:lnTo>
                <a:lnTo>
                  <a:pt x="8475" y="1945"/>
                </a:lnTo>
                <a:lnTo>
                  <a:pt x="8474" y="1945"/>
                </a:lnTo>
                <a:lnTo>
                  <a:pt x="8474" y="1946"/>
                </a:lnTo>
                <a:lnTo>
                  <a:pt x="8474" y="1947"/>
                </a:lnTo>
                <a:lnTo>
                  <a:pt x="8473" y="1947"/>
                </a:lnTo>
                <a:lnTo>
                  <a:pt x="8473" y="1948"/>
                </a:lnTo>
                <a:lnTo>
                  <a:pt x="8472" y="1949"/>
                </a:lnTo>
                <a:lnTo>
                  <a:pt x="8472" y="1950"/>
                </a:lnTo>
                <a:lnTo>
                  <a:pt x="8472" y="1951"/>
                </a:lnTo>
                <a:lnTo>
                  <a:pt x="8472" y="1952"/>
                </a:lnTo>
                <a:lnTo>
                  <a:pt x="8473" y="1952"/>
                </a:lnTo>
                <a:lnTo>
                  <a:pt x="8472" y="1952"/>
                </a:lnTo>
                <a:lnTo>
                  <a:pt x="8472" y="1953"/>
                </a:lnTo>
                <a:lnTo>
                  <a:pt x="8473" y="1953"/>
                </a:lnTo>
                <a:lnTo>
                  <a:pt x="8473" y="1954"/>
                </a:lnTo>
                <a:lnTo>
                  <a:pt x="8472" y="1954"/>
                </a:lnTo>
                <a:lnTo>
                  <a:pt x="8472" y="1955"/>
                </a:lnTo>
                <a:lnTo>
                  <a:pt x="8472" y="1956"/>
                </a:lnTo>
                <a:lnTo>
                  <a:pt x="8472" y="1957"/>
                </a:lnTo>
                <a:lnTo>
                  <a:pt x="8472" y="1958"/>
                </a:lnTo>
                <a:lnTo>
                  <a:pt x="8471" y="1959"/>
                </a:lnTo>
                <a:lnTo>
                  <a:pt x="8471" y="1960"/>
                </a:lnTo>
                <a:lnTo>
                  <a:pt x="8471" y="1961"/>
                </a:lnTo>
                <a:lnTo>
                  <a:pt x="8471" y="1962"/>
                </a:lnTo>
                <a:lnTo>
                  <a:pt x="8472" y="1963"/>
                </a:lnTo>
                <a:lnTo>
                  <a:pt x="8473" y="1964"/>
                </a:lnTo>
                <a:lnTo>
                  <a:pt x="8475" y="1966"/>
                </a:lnTo>
                <a:lnTo>
                  <a:pt x="8477" y="1966"/>
                </a:lnTo>
                <a:lnTo>
                  <a:pt x="8477" y="1967"/>
                </a:lnTo>
                <a:lnTo>
                  <a:pt x="8478" y="1967"/>
                </a:lnTo>
                <a:lnTo>
                  <a:pt x="8479" y="1967"/>
                </a:lnTo>
                <a:lnTo>
                  <a:pt x="8479" y="1968"/>
                </a:lnTo>
                <a:lnTo>
                  <a:pt x="8479" y="1969"/>
                </a:lnTo>
                <a:lnTo>
                  <a:pt x="8478" y="1969"/>
                </a:lnTo>
                <a:lnTo>
                  <a:pt x="8478" y="1968"/>
                </a:lnTo>
                <a:lnTo>
                  <a:pt x="8477" y="1968"/>
                </a:lnTo>
                <a:lnTo>
                  <a:pt x="8476" y="1968"/>
                </a:lnTo>
                <a:lnTo>
                  <a:pt x="8476" y="1969"/>
                </a:lnTo>
                <a:lnTo>
                  <a:pt x="8476" y="1970"/>
                </a:lnTo>
                <a:lnTo>
                  <a:pt x="8476" y="1971"/>
                </a:lnTo>
                <a:lnTo>
                  <a:pt x="8477" y="1971"/>
                </a:lnTo>
                <a:lnTo>
                  <a:pt x="8476" y="1972"/>
                </a:lnTo>
                <a:lnTo>
                  <a:pt x="8476" y="1973"/>
                </a:lnTo>
                <a:lnTo>
                  <a:pt x="8477" y="1973"/>
                </a:lnTo>
                <a:lnTo>
                  <a:pt x="8477" y="1974"/>
                </a:lnTo>
                <a:lnTo>
                  <a:pt x="8478" y="1974"/>
                </a:lnTo>
                <a:lnTo>
                  <a:pt x="8479" y="1974"/>
                </a:lnTo>
                <a:lnTo>
                  <a:pt x="8479" y="1975"/>
                </a:lnTo>
                <a:lnTo>
                  <a:pt x="8478" y="1976"/>
                </a:lnTo>
                <a:lnTo>
                  <a:pt x="8477" y="1976"/>
                </a:lnTo>
                <a:lnTo>
                  <a:pt x="8476" y="1974"/>
                </a:lnTo>
                <a:lnTo>
                  <a:pt x="8475" y="1974"/>
                </a:lnTo>
                <a:lnTo>
                  <a:pt x="8475" y="1973"/>
                </a:lnTo>
                <a:lnTo>
                  <a:pt x="8474" y="1975"/>
                </a:lnTo>
                <a:lnTo>
                  <a:pt x="8473" y="1975"/>
                </a:lnTo>
                <a:lnTo>
                  <a:pt x="8473" y="1976"/>
                </a:lnTo>
                <a:lnTo>
                  <a:pt x="8473" y="1977"/>
                </a:lnTo>
                <a:lnTo>
                  <a:pt x="8474" y="1977"/>
                </a:lnTo>
                <a:lnTo>
                  <a:pt x="8475" y="1977"/>
                </a:lnTo>
                <a:lnTo>
                  <a:pt x="8476" y="1977"/>
                </a:lnTo>
                <a:lnTo>
                  <a:pt x="8476" y="1978"/>
                </a:lnTo>
                <a:lnTo>
                  <a:pt x="8477" y="1978"/>
                </a:lnTo>
                <a:lnTo>
                  <a:pt x="8476" y="1978"/>
                </a:lnTo>
                <a:lnTo>
                  <a:pt x="8476" y="1979"/>
                </a:lnTo>
                <a:lnTo>
                  <a:pt x="8475" y="1980"/>
                </a:lnTo>
                <a:lnTo>
                  <a:pt x="8475" y="1981"/>
                </a:lnTo>
                <a:lnTo>
                  <a:pt x="8476" y="1982"/>
                </a:lnTo>
                <a:lnTo>
                  <a:pt x="8477" y="1982"/>
                </a:lnTo>
                <a:lnTo>
                  <a:pt x="8477" y="1981"/>
                </a:lnTo>
                <a:lnTo>
                  <a:pt x="8478" y="1981"/>
                </a:lnTo>
                <a:lnTo>
                  <a:pt x="8479" y="1981"/>
                </a:lnTo>
                <a:lnTo>
                  <a:pt x="8480" y="1982"/>
                </a:lnTo>
                <a:lnTo>
                  <a:pt x="8480" y="1983"/>
                </a:lnTo>
                <a:lnTo>
                  <a:pt x="8479" y="1983"/>
                </a:lnTo>
                <a:lnTo>
                  <a:pt x="8479" y="1984"/>
                </a:lnTo>
                <a:lnTo>
                  <a:pt x="8478" y="1984"/>
                </a:lnTo>
                <a:lnTo>
                  <a:pt x="8477" y="1984"/>
                </a:lnTo>
                <a:lnTo>
                  <a:pt x="8477" y="1985"/>
                </a:lnTo>
                <a:lnTo>
                  <a:pt x="8477" y="1987"/>
                </a:lnTo>
                <a:lnTo>
                  <a:pt x="8477" y="1988"/>
                </a:lnTo>
                <a:lnTo>
                  <a:pt x="8476" y="1989"/>
                </a:lnTo>
                <a:lnTo>
                  <a:pt x="8475" y="1990"/>
                </a:lnTo>
                <a:lnTo>
                  <a:pt x="8475" y="1991"/>
                </a:lnTo>
                <a:lnTo>
                  <a:pt x="8476" y="1992"/>
                </a:lnTo>
                <a:lnTo>
                  <a:pt x="8476" y="1993"/>
                </a:lnTo>
                <a:lnTo>
                  <a:pt x="8476" y="1994"/>
                </a:lnTo>
                <a:lnTo>
                  <a:pt x="8477" y="1995"/>
                </a:lnTo>
                <a:lnTo>
                  <a:pt x="8478" y="1996"/>
                </a:lnTo>
                <a:lnTo>
                  <a:pt x="8478" y="1997"/>
                </a:lnTo>
                <a:lnTo>
                  <a:pt x="8478" y="1998"/>
                </a:lnTo>
                <a:lnTo>
                  <a:pt x="8478" y="1999"/>
                </a:lnTo>
                <a:lnTo>
                  <a:pt x="8479" y="1999"/>
                </a:lnTo>
                <a:lnTo>
                  <a:pt x="8479" y="2000"/>
                </a:lnTo>
                <a:lnTo>
                  <a:pt x="8478" y="2000"/>
                </a:lnTo>
                <a:lnTo>
                  <a:pt x="8478" y="2001"/>
                </a:lnTo>
                <a:lnTo>
                  <a:pt x="8478" y="2002"/>
                </a:lnTo>
                <a:lnTo>
                  <a:pt x="8479" y="2003"/>
                </a:lnTo>
                <a:lnTo>
                  <a:pt x="8479" y="2004"/>
                </a:lnTo>
                <a:lnTo>
                  <a:pt x="8479" y="2005"/>
                </a:lnTo>
                <a:lnTo>
                  <a:pt x="8478" y="2005"/>
                </a:lnTo>
                <a:lnTo>
                  <a:pt x="8479" y="2007"/>
                </a:lnTo>
                <a:lnTo>
                  <a:pt x="8480" y="2007"/>
                </a:lnTo>
                <a:lnTo>
                  <a:pt x="8480" y="2008"/>
                </a:lnTo>
                <a:lnTo>
                  <a:pt x="8480" y="2009"/>
                </a:lnTo>
                <a:lnTo>
                  <a:pt x="8481" y="2010"/>
                </a:lnTo>
                <a:lnTo>
                  <a:pt x="8482" y="2011"/>
                </a:lnTo>
                <a:lnTo>
                  <a:pt x="8482" y="2012"/>
                </a:lnTo>
                <a:lnTo>
                  <a:pt x="8481" y="2012"/>
                </a:lnTo>
                <a:lnTo>
                  <a:pt x="8481" y="2013"/>
                </a:lnTo>
                <a:lnTo>
                  <a:pt x="8481" y="2014"/>
                </a:lnTo>
                <a:lnTo>
                  <a:pt x="8481" y="2015"/>
                </a:lnTo>
                <a:lnTo>
                  <a:pt x="8480" y="2015"/>
                </a:lnTo>
                <a:lnTo>
                  <a:pt x="8480" y="2016"/>
                </a:lnTo>
                <a:lnTo>
                  <a:pt x="8480" y="2017"/>
                </a:lnTo>
                <a:lnTo>
                  <a:pt x="8480" y="2018"/>
                </a:lnTo>
                <a:lnTo>
                  <a:pt x="8479" y="2019"/>
                </a:lnTo>
                <a:lnTo>
                  <a:pt x="8479" y="2020"/>
                </a:lnTo>
                <a:lnTo>
                  <a:pt x="8478" y="2020"/>
                </a:lnTo>
                <a:lnTo>
                  <a:pt x="8478" y="2021"/>
                </a:lnTo>
                <a:lnTo>
                  <a:pt x="8478" y="2022"/>
                </a:lnTo>
                <a:lnTo>
                  <a:pt x="8476" y="2022"/>
                </a:lnTo>
                <a:lnTo>
                  <a:pt x="8475" y="2022"/>
                </a:lnTo>
                <a:lnTo>
                  <a:pt x="8474" y="2022"/>
                </a:lnTo>
                <a:lnTo>
                  <a:pt x="8474" y="2021"/>
                </a:lnTo>
                <a:lnTo>
                  <a:pt x="8473" y="2021"/>
                </a:lnTo>
                <a:lnTo>
                  <a:pt x="8472" y="2021"/>
                </a:lnTo>
                <a:lnTo>
                  <a:pt x="8472" y="2022"/>
                </a:lnTo>
                <a:lnTo>
                  <a:pt x="8471" y="2022"/>
                </a:lnTo>
                <a:lnTo>
                  <a:pt x="8471" y="2023"/>
                </a:lnTo>
                <a:lnTo>
                  <a:pt x="8470" y="2024"/>
                </a:lnTo>
                <a:lnTo>
                  <a:pt x="8469" y="2024"/>
                </a:lnTo>
                <a:lnTo>
                  <a:pt x="8469" y="2023"/>
                </a:lnTo>
                <a:lnTo>
                  <a:pt x="8468" y="2022"/>
                </a:lnTo>
                <a:lnTo>
                  <a:pt x="8467" y="2022"/>
                </a:lnTo>
                <a:lnTo>
                  <a:pt x="8467" y="2021"/>
                </a:lnTo>
                <a:lnTo>
                  <a:pt x="8466" y="2020"/>
                </a:lnTo>
                <a:lnTo>
                  <a:pt x="8465" y="2019"/>
                </a:lnTo>
                <a:lnTo>
                  <a:pt x="8464" y="2018"/>
                </a:lnTo>
                <a:lnTo>
                  <a:pt x="8463" y="2018"/>
                </a:lnTo>
                <a:lnTo>
                  <a:pt x="8462" y="2018"/>
                </a:lnTo>
                <a:lnTo>
                  <a:pt x="8462" y="2019"/>
                </a:lnTo>
                <a:lnTo>
                  <a:pt x="8462" y="2020"/>
                </a:lnTo>
                <a:lnTo>
                  <a:pt x="8461" y="2021"/>
                </a:lnTo>
                <a:lnTo>
                  <a:pt x="8460" y="2021"/>
                </a:lnTo>
                <a:lnTo>
                  <a:pt x="8460" y="2022"/>
                </a:lnTo>
                <a:lnTo>
                  <a:pt x="8461" y="2022"/>
                </a:lnTo>
                <a:lnTo>
                  <a:pt x="8461" y="2023"/>
                </a:lnTo>
                <a:lnTo>
                  <a:pt x="8462" y="2023"/>
                </a:lnTo>
                <a:lnTo>
                  <a:pt x="8462" y="2022"/>
                </a:lnTo>
                <a:lnTo>
                  <a:pt x="8463" y="2022"/>
                </a:lnTo>
                <a:lnTo>
                  <a:pt x="8464" y="2022"/>
                </a:lnTo>
                <a:lnTo>
                  <a:pt x="8464" y="2023"/>
                </a:lnTo>
                <a:lnTo>
                  <a:pt x="8463" y="2024"/>
                </a:lnTo>
                <a:lnTo>
                  <a:pt x="8463" y="2025"/>
                </a:lnTo>
                <a:lnTo>
                  <a:pt x="8462" y="2026"/>
                </a:lnTo>
                <a:lnTo>
                  <a:pt x="8463" y="2026"/>
                </a:lnTo>
                <a:lnTo>
                  <a:pt x="8463" y="2027"/>
                </a:lnTo>
                <a:lnTo>
                  <a:pt x="8463" y="2028"/>
                </a:lnTo>
                <a:lnTo>
                  <a:pt x="8463" y="2029"/>
                </a:lnTo>
                <a:lnTo>
                  <a:pt x="8462" y="2029"/>
                </a:lnTo>
                <a:lnTo>
                  <a:pt x="8461" y="2029"/>
                </a:lnTo>
                <a:lnTo>
                  <a:pt x="8460" y="2029"/>
                </a:lnTo>
                <a:lnTo>
                  <a:pt x="8460" y="2031"/>
                </a:lnTo>
                <a:lnTo>
                  <a:pt x="8459" y="2032"/>
                </a:lnTo>
                <a:lnTo>
                  <a:pt x="8459" y="2033"/>
                </a:lnTo>
                <a:lnTo>
                  <a:pt x="8459" y="2035"/>
                </a:lnTo>
                <a:lnTo>
                  <a:pt x="8460" y="2035"/>
                </a:lnTo>
                <a:lnTo>
                  <a:pt x="8461" y="2035"/>
                </a:lnTo>
                <a:lnTo>
                  <a:pt x="8461" y="2036"/>
                </a:lnTo>
                <a:lnTo>
                  <a:pt x="8460" y="2036"/>
                </a:lnTo>
                <a:lnTo>
                  <a:pt x="8460" y="2037"/>
                </a:lnTo>
                <a:lnTo>
                  <a:pt x="8459" y="2037"/>
                </a:lnTo>
                <a:lnTo>
                  <a:pt x="8458" y="2037"/>
                </a:lnTo>
                <a:lnTo>
                  <a:pt x="8459" y="2038"/>
                </a:lnTo>
                <a:lnTo>
                  <a:pt x="8459" y="2040"/>
                </a:lnTo>
                <a:lnTo>
                  <a:pt x="8459" y="2041"/>
                </a:lnTo>
                <a:lnTo>
                  <a:pt x="8458" y="2041"/>
                </a:lnTo>
                <a:lnTo>
                  <a:pt x="8458" y="2040"/>
                </a:lnTo>
                <a:lnTo>
                  <a:pt x="8458" y="2039"/>
                </a:lnTo>
                <a:lnTo>
                  <a:pt x="8457" y="2039"/>
                </a:lnTo>
                <a:lnTo>
                  <a:pt x="8457" y="2040"/>
                </a:lnTo>
                <a:lnTo>
                  <a:pt x="8456" y="2040"/>
                </a:lnTo>
                <a:lnTo>
                  <a:pt x="8456" y="2039"/>
                </a:lnTo>
                <a:lnTo>
                  <a:pt x="8456" y="2038"/>
                </a:lnTo>
                <a:lnTo>
                  <a:pt x="8455" y="2038"/>
                </a:lnTo>
                <a:lnTo>
                  <a:pt x="8454" y="2036"/>
                </a:lnTo>
                <a:lnTo>
                  <a:pt x="8454" y="2035"/>
                </a:lnTo>
                <a:lnTo>
                  <a:pt x="8453" y="2035"/>
                </a:lnTo>
                <a:lnTo>
                  <a:pt x="8452" y="2035"/>
                </a:lnTo>
                <a:lnTo>
                  <a:pt x="8451" y="2035"/>
                </a:lnTo>
                <a:lnTo>
                  <a:pt x="8450" y="2035"/>
                </a:lnTo>
                <a:lnTo>
                  <a:pt x="8450" y="2034"/>
                </a:lnTo>
                <a:lnTo>
                  <a:pt x="8449" y="2034"/>
                </a:lnTo>
                <a:lnTo>
                  <a:pt x="8449" y="2032"/>
                </a:lnTo>
                <a:lnTo>
                  <a:pt x="8448" y="2032"/>
                </a:lnTo>
                <a:lnTo>
                  <a:pt x="8447" y="2032"/>
                </a:lnTo>
                <a:lnTo>
                  <a:pt x="8446" y="2031"/>
                </a:lnTo>
                <a:lnTo>
                  <a:pt x="8443" y="2031"/>
                </a:lnTo>
                <a:lnTo>
                  <a:pt x="8442" y="2031"/>
                </a:lnTo>
                <a:lnTo>
                  <a:pt x="8442" y="2030"/>
                </a:lnTo>
                <a:lnTo>
                  <a:pt x="8441" y="2029"/>
                </a:lnTo>
                <a:lnTo>
                  <a:pt x="8441" y="2028"/>
                </a:lnTo>
                <a:lnTo>
                  <a:pt x="8440" y="2028"/>
                </a:lnTo>
                <a:lnTo>
                  <a:pt x="8439" y="2028"/>
                </a:lnTo>
                <a:lnTo>
                  <a:pt x="8439" y="2030"/>
                </a:lnTo>
                <a:lnTo>
                  <a:pt x="8438" y="2030"/>
                </a:lnTo>
                <a:lnTo>
                  <a:pt x="8437" y="2030"/>
                </a:lnTo>
                <a:lnTo>
                  <a:pt x="8437" y="2031"/>
                </a:lnTo>
                <a:lnTo>
                  <a:pt x="8436" y="2031"/>
                </a:lnTo>
                <a:lnTo>
                  <a:pt x="8436" y="2030"/>
                </a:lnTo>
                <a:lnTo>
                  <a:pt x="8435" y="2030"/>
                </a:lnTo>
                <a:lnTo>
                  <a:pt x="8434" y="2029"/>
                </a:lnTo>
                <a:lnTo>
                  <a:pt x="8433" y="2029"/>
                </a:lnTo>
                <a:lnTo>
                  <a:pt x="8433" y="2028"/>
                </a:lnTo>
                <a:lnTo>
                  <a:pt x="8432" y="2028"/>
                </a:lnTo>
                <a:lnTo>
                  <a:pt x="8431" y="2029"/>
                </a:lnTo>
                <a:lnTo>
                  <a:pt x="8431" y="2030"/>
                </a:lnTo>
                <a:lnTo>
                  <a:pt x="8432" y="2031"/>
                </a:lnTo>
                <a:lnTo>
                  <a:pt x="8432" y="2032"/>
                </a:lnTo>
                <a:lnTo>
                  <a:pt x="8432" y="2034"/>
                </a:lnTo>
                <a:lnTo>
                  <a:pt x="8431" y="2034"/>
                </a:lnTo>
                <a:lnTo>
                  <a:pt x="8430" y="2034"/>
                </a:lnTo>
                <a:lnTo>
                  <a:pt x="8428" y="2034"/>
                </a:lnTo>
                <a:lnTo>
                  <a:pt x="8427" y="2033"/>
                </a:lnTo>
                <a:lnTo>
                  <a:pt x="8428" y="2032"/>
                </a:lnTo>
                <a:lnTo>
                  <a:pt x="8428" y="2031"/>
                </a:lnTo>
                <a:lnTo>
                  <a:pt x="8428" y="2030"/>
                </a:lnTo>
                <a:lnTo>
                  <a:pt x="8428" y="2029"/>
                </a:lnTo>
                <a:lnTo>
                  <a:pt x="8428" y="2028"/>
                </a:lnTo>
                <a:lnTo>
                  <a:pt x="8427" y="2028"/>
                </a:lnTo>
                <a:lnTo>
                  <a:pt x="8426" y="2029"/>
                </a:lnTo>
                <a:lnTo>
                  <a:pt x="8425" y="2030"/>
                </a:lnTo>
                <a:lnTo>
                  <a:pt x="8424" y="2031"/>
                </a:lnTo>
                <a:lnTo>
                  <a:pt x="8424" y="2032"/>
                </a:lnTo>
                <a:lnTo>
                  <a:pt x="8424" y="2033"/>
                </a:lnTo>
                <a:lnTo>
                  <a:pt x="8425" y="2033"/>
                </a:lnTo>
                <a:lnTo>
                  <a:pt x="8425" y="2034"/>
                </a:lnTo>
                <a:lnTo>
                  <a:pt x="8426" y="2034"/>
                </a:lnTo>
                <a:lnTo>
                  <a:pt x="8427" y="2034"/>
                </a:lnTo>
                <a:lnTo>
                  <a:pt x="8428" y="2035"/>
                </a:lnTo>
                <a:lnTo>
                  <a:pt x="8428" y="2036"/>
                </a:lnTo>
                <a:lnTo>
                  <a:pt x="8427" y="2036"/>
                </a:lnTo>
                <a:lnTo>
                  <a:pt x="8427" y="2037"/>
                </a:lnTo>
                <a:lnTo>
                  <a:pt x="8427" y="2036"/>
                </a:lnTo>
                <a:lnTo>
                  <a:pt x="8426" y="2036"/>
                </a:lnTo>
                <a:lnTo>
                  <a:pt x="8426" y="2037"/>
                </a:lnTo>
                <a:lnTo>
                  <a:pt x="8427" y="2038"/>
                </a:lnTo>
                <a:lnTo>
                  <a:pt x="8428" y="2038"/>
                </a:lnTo>
                <a:lnTo>
                  <a:pt x="8428" y="2039"/>
                </a:lnTo>
                <a:lnTo>
                  <a:pt x="8427" y="2039"/>
                </a:lnTo>
                <a:lnTo>
                  <a:pt x="8426" y="2038"/>
                </a:lnTo>
                <a:lnTo>
                  <a:pt x="8425" y="2038"/>
                </a:lnTo>
                <a:lnTo>
                  <a:pt x="8425" y="2037"/>
                </a:lnTo>
                <a:lnTo>
                  <a:pt x="8424" y="2037"/>
                </a:lnTo>
                <a:lnTo>
                  <a:pt x="8424" y="2036"/>
                </a:lnTo>
                <a:lnTo>
                  <a:pt x="8424" y="2035"/>
                </a:lnTo>
                <a:lnTo>
                  <a:pt x="8424" y="2034"/>
                </a:lnTo>
                <a:lnTo>
                  <a:pt x="8423" y="2035"/>
                </a:lnTo>
                <a:lnTo>
                  <a:pt x="8423" y="2036"/>
                </a:lnTo>
                <a:lnTo>
                  <a:pt x="8423" y="2037"/>
                </a:lnTo>
                <a:lnTo>
                  <a:pt x="8422" y="2037"/>
                </a:lnTo>
                <a:lnTo>
                  <a:pt x="8421" y="2036"/>
                </a:lnTo>
                <a:lnTo>
                  <a:pt x="8421" y="2037"/>
                </a:lnTo>
                <a:lnTo>
                  <a:pt x="8421" y="2038"/>
                </a:lnTo>
                <a:lnTo>
                  <a:pt x="8421" y="2039"/>
                </a:lnTo>
                <a:lnTo>
                  <a:pt x="8422" y="2039"/>
                </a:lnTo>
                <a:lnTo>
                  <a:pt x="8422" y="2040"/>
                </a:lnTo>
                <a:lnTo>
                  <a:pt x="8422" y="2041"/>
                </a:lnTo>
                <a:lnTo>
                  <a:pt x="8421" y="2041"/>
                </a:lnTo>
                <a:lnTo>
                  <a:pt x="8422" y="2041"/>
                </a:lnTo>
                <a:lnTo>
                  <a:pt x="8422" y="2042"/>
                </a:lnTo>
                <a:lnTo>
                  <a:pt x="8423" y="2042"/>
                </a:lnTo>
                <a:lnTo>
                  <a:pt x="8424" y="2043"/>
                </a:lnTo>
                <a:lnTo>
                  <a:pt x="8424" y="2044"/>
                </a:lnTo>
                <a:lnTo>
                  <a:pt x="8423" y="2044"/>
                </a:lnTo>
                <a:lnTo>
                  <a:pt x="8421" y="2044"/>
                </a:lnTo>
                <a:lnTo>
                  <a:pt x="8420" y="2044"/>
                </a:lnTo>
                <a:lnTo>
                  <a:pt x="8421" y="2044"/>
                </a:lnTo>
                <a:lnTo>
                  <a:pt x="8421" y="2045"/>
                </a:lnTo>
                <a:lnTo>
                  <a:pt x="8421" y="2046"/>
                </a:lnTo>
                <a:lnTo>
                  <a:pt x="8420" y="2046"/>
                </a:lnTo>
                <a:lnTo>
                  <a:pt x="8419" y="2046"/>
                </a:lnTo>
                <a:lnTo>
                  <a:pt x="8418" y="2045"/>
                </a:lnTo>
                <a:lnTo>
                  <a:pt x="8417" y="2045"/>
                </a:lnTo>
                <a:lnTo>
                  <a:pt x="8417" y="2046"/>
                </a:lnTo>
                <a:lnTo>
                  <a:pt x="8417" y="2047"/>
                </a:lnTo>
                <a:lnTo>
                  <a:pt x="8417" y="2048"/>
                </a:lnTo>
                <a:lnTo>
                  <a:pt x="8417" y="2049"/>
                </a:lnTo>
                <a:lnTo>
                  <a:pt x="8416" y="2049"/>
                </a:lnTo>
                <a:lnTo>
                  <a:pt x="8415" y="2048"/>
                </a:lnTo>
                <a:lnTo>
                  <a:pt x="8415" y="2047"/>
                </a:lnTo>
                <a:lnTo>
                  <a:pt x="8414" y="2047"/>
                </a:lnTo>
                <a:lnTo>
                  <a:pt x="8414" y="2048"/>
                </a:lnTo>
                <a:lnTo>
                  <a:pt x="8413" y="2048"/>
                </a:lnTo>
                <a:lnTo>
                  <a:pt x="8413" y="2049"/>
                </a:lnTo>
                <a:lnTo>
                  <a:pt x="8412" y="2050"/>
                </a:lnTo>
                <a:lnTo>
                  <a:pt x="8413" y="2050"/>
                </a:lnTo>
                <a:lnTo>
                  <a:pt x="8413" y="2051"/>
                </a:lnTo>
                <a:lnTo>
                  <a:pt x="8413" y="2052"/>
                </a:lnTo>
                <a:lnTo>
                  <a:pt x="8412" y="2053"/>
                </a:lnTo>
                <a:lnTo>
                  <a:pt x="8412" y="2054"/>
                </a:lnTo>
                <a:lnTo>
                  <a:pt x="8414" y="2055"/>
                </a:lnTo>
                <a:lnTo>
                  <a:pt x="8415" y="2055"/>
                </a:lnTo>
                <a:lnTo>
                  <a:pt x="8416" y="2056"/>
                </a:lnTo>
                <a:lnTo>
                  <a:pt x="8417" y="2056"/>
                </a:lnTo>
                <a:lnTo>
                  <a:pt x="8418" y="2057"/>
                </a:lnTo>
                <a:lnTo>
                  <a:pt x="8418" y="2058"/>
                </a:lnTo>
                <a:lnTo>
                  <a:pt x="8417" y="2058"/>
                </a:lnTo>
                <a:lnTo>
                  <a:pt x="8417" y="2059"/>
                </a:lnTo>
                <a:lnTo>
                  <a:pt x="8418" y="2059"/>
                </a:lnTo>
                <a:lnTo>
                  <a:pt x="8418" y="2060"/>
                </a:lnTo>
                <a:lnTo>
                  <a:pt x="8417" y="2060"/>
                </a:lnTo>
                <a:lnTo>
                  <a:pt x="8416" y="2061"/>
                </a:lnTo>
                <a:lnTo>
                  <a:pt x="8415" y="2061"/>
                </a:lnTo>
                <a:lnTo>
                  <a:pt x="8414" y="2062"/>
                </a:lnTo>
                <a:lnTo>
                  <a:pt x="8414" y="2061"/>
                </a:lnTo>
                <a:lnTo>
                  <a:pt x="8413" y="2061"/>
                </a:lnTo>
                <a:lnTo>
                  <a:pt x="8412" y="2061"/>
                </a:lnTo>
                <a:lnTo>
                  <a:pt x="8411" y="2061"/>
                </a:lnTo>
                <a:lnTo>
                  <a:pt x="8410" y="2062"/>
                </a:lnTo>
                <a:lnTo>
                  <a:pt x="8410" y="2063"/>
                </a:lnTo>
                <a:lnTo>
                  <a:pt x="8411" y="2063"/>
                </a:lnTo>
                <a:lnTo>
                  <a:pt x="8412" y="2064"/>
                </a:lnTo>
                <a:lnTo>
                  <a:pt x="8413" y="2064"/>
                </a:lnTo>
                <a:lnTo>
                  <a:pt x="8414" y="2063"/>
                </a:lnTo>
                <a:lnTo>
                  <a:pt x="8415" y="2062"/>
                </a:lnTo>
                <a:lnTo>
                  <a:pt x="8416" y="2062"/>
                </a:lnTo>
                <a:lnTo>
                  <a:pt x="8416" y="2063"/>
                </a:lnTo>
                <a:lnTo>
                  <a:pt x="8416" y="2064"/>
                </a:lnTo>
                <a:lnTo>
                  <a:pt x="8415" y="2064"/>
                </a:lnTo>
                <a:lnTo>
                  <a:pt x="8415" y="2065"/>
                </a:lnTo>
                <a:lnTo>
                  <a:pt x="8414" y="2066"/>
                </a:lnTo>
                <a:lnTo>
                  <a:pt x="8413" y="2066"/>
                </a:lnTo>
                <a:lnTo>
                  <a:pt x="8413" y="2067"/>
                </a:lnTo>
                <a:lnTo>
                  <a:pt x="8412" y="2067"/>
                </a:lnTo>
                <a:lnTo>
                  <a:pt x="8412" y="2068"/>
                </a:lnTo>
                <a:lnTo>
                  <a:pt x="8413" y="2068"/>
                </a:lnTo>
                <a:lnTo>
                  <a:pt x="8414" y="2068"/>
                </a:lnTo>
                <a:lnTo>
                  <a:pt x="8414" y="2069"/>
                </a:lnTo>
                <a:lnTo>
                  <a:pt x="8414" y="2068"/>
                </a:lnTo>
                <a:lnTo>
                  <a:pt x="8415" y="2068"/>
                </a:lnTo>
                <a:lnTo>
                  <a:pt x="8416" y="2068"/>
                </a:lnTo>
                <a:lnTo>
                  <a:pt x="8416" y="2069"/>
                </a:lnTo>
                <a:lnTo>
                  <a:pt x="8416" y="2071"/>
                </a:lnTo>
                <a:lnTo>
                  <a:pt x="8416" y="2072"/>
                </a:lnTo>
                <a:lnTo>
                  <a:pt x="8415" y="2072"/>
                </a:lnTo>
                <a:lnTo>
                  <a:pt x="8414" y="2073"/>
                </a:lnTo>
                <a:lnTo>
                  <a:pt x="8413" y="2073"/>
                </a:lnTo>
                <a:lnTo>
                  <a:pt x="8412" y="2073"/>
                </a:lnTo>
                <a:lnTo>
                  <a:pt x="8411" y="2073"/>
                </a:lnTo>
                <a:lnTo>
                  <a:pt x="8410" y="2073"/>
                </a:lnTo>
                <a:lnTo>
                  <a:pt x="8410" y="2074"/>
                </a:lnTo>
                <a:lnTo>
                  <a:pt x="8410" y="2075"/>
                </a:lnTo>
                <a:lnTo>
                  <a:pt x="8410" y="2076"/>
                </a:lnTo>
                <a:lnTo>
                  <a:pt x="8411" y="2077"/>
                </a:lnTo>
                <a:lnTo>
                  <a:pt x="8411" y="2078"/>
                </a:lnTo>
                <a:lnTo>
                  <a:pt x="8411" y="2079"/>
                </a:lnTo>
                <a:lnTo>
                  <a:pt x="8412" y="2079"/>
                </a:lnTo>
                <a:lnTo>
                  <a:pt x="8412" y="2078"/>
                </a:lnTo>
                <a:lnTo>
                  <a:pt x="8412" y="2077"/>
                </a:lnTo>
                <a:lnTo>
                  <a:pt x="8413" y="2077"/>
                </a:lnTo>
                <a:lnTo>
                  <a:pt x="8414" y="2077"/>
                </a:lnTo>
                <a:lnTo>
                  <a:pt x="8415" y="2077"/>
                </a:lnTo>
                <a:lnTo>
                  <a:pt x="8415" y="2078"/>
                </a:lnTo>
                <a:lnTo>
                  <a:pt x="8416" y="2078"/>
                </a:lnTo>
                <a:lnTo>
                  <a:pt x="8415" y="2078"/>
                </a:lnTo>
                <a:lnTo>
                  <a:pt x="8415" y="2079"/>
                </a:lnTo>
                <a:lnTo>
                  <a:pt x="8414" y="2079"/>
                </a:lnTo>
                <a:lnTo>
                  <a:pt x="8414" y="2080"/>
                </a:lnTo>
                <a:lnTo>
                  <a:pt x="8415" y="2081"/>
                </a:lnTo>
                <a:lnTo>
                  <a:pt x="8416" y="2082"/>
                </a:lnTo>
                <a:lnTo>
                  <a:pt x="8417" y="2082"/>
                </a:lnTo>
                <a:lnTo>
                  <a:pt x="8418" y="2081"/>
                </a:lnTo>
                <a:lnTo>
                  <a:pt x="8418" y="2082"/>
                </a:lnTo>
                <a:lnTo>
                  <a:pt x="8419" y="2082"/>
                </a:lnTo>
                <a:lnTo>
                  <a:pt x="8419" y="2083"/>
                </a:lnTo>
                <a:lnTo>
                  <a:pt x="8419" y="2084"/>
                </a:lnTo>
                <a:lnTo>
                  <a:pt x="8418" y="2084"/>
                </a:lnTo>
                <a:lnTo>
                  <a:pt x="8417" y="2084"/>
                </a:lnTo>
                <a:lnTo>
                  <a:pt x="8416" y="2085"/>
                </a:lnTo>
                <a:lnTo>
                  <a:pt x="8415" y="2085"/>
                </a:lnTo>
                <a:lnTo>
                  <a:pt x="8414" y="2085"/>
                </a:lnTo>
                <a:lnTo>
                  <a:pt x="8414" y="2086"/>
                </a:lnTo>
                <a:lnTo>
                  <a:pt x="8415" y="2086"/>
                </a:lnTo>
                <a:lnTo>
                  <a:pt x="8415" y="2087"/>
                </a:lnTo>
                <a:lnTo>
                  <a:pt x="8415" y="2088"/>
                </a:lnTo>
                <a:lnTo>
                  <a:pt x="8414" y="2089"/>
                </a:lnTo>
                <a:lnTo>
                  <a:pt x="8413" y="2089"/>
                </a:lnTo>
                <a:lnTo>
                  <a:pt x="8412" y="2089"/>
                </a:lnTo>
                <a:lnTo>
                  <a:pt x="8412" y="2090"/>
                </a:lnTo>
                <a:lnTo>
                  <a:pt x="8411" y="2090"/>
                </a:lnTo>
                <a:lnTo>
                  <a:pt x="8411" y="2091"/>
                </a:lnTo>
                <a:lnTo>
                  <a:pt x="8412" y="2092"/>
                </a:lnTo>
                <a:lnTo>
                  <a:pt x="8413" y="2093"/>
                </a:lnTo>
                <a:lnTo>
                  <a:pt x="8413" y="2094"/>
                </a:lnTo>
                <a:lnTo>
                  <a:pt x="8412" y="2094"/>
                </a:lnTo>
                <a:lnTo>
                  <a:pt x="8411" y="2095"/>
                </a:lnTo>
                <a:lnTo>
                  <a:pt x="8409" y="2095"/>
                </a:lnTo>
                <a:lnTo>
                  <a:pt x="8408" y="2096"/>
                </a:lnTo>
                <a:lnTo>
                  <a:pt x="8408" y="2097"/>
                </a:lnTo>
                <a:lnTo>
                  <a:pt x="8409" y="2097"/>
                </a:lnTo>
                <a:lnTo>
                  <a:pt x="8409" y="2098"/>
                </a:lnTo>
                <a:lnTo>
                  <a:pt x="8408" y="2098"/>
                </a:lnTo>
                <a:lnTo>
                  <a:pt x="8408" y="2099"/>
                </a:lnTo>
                <a:lnTo>
                  <a:pt x="8407" y="2099"/>
                </a:lnTo>
                <a:lnTo>
                  <a:pt x="8407" y="2100"/>
                </a:lnTo>
                <a:lnTo>
                  <a:pt x="8407" y="2101"/>
                </a:lnTo>
                <a:lnTo>
                  <a:pt x="8406" y="2101"/>
                </a:lnTo>
                <a:lnTo>
                  <a:pt x="8405" y="2101"/>
                </a:lnTo>
                <a:lnTo>
                  <a:pt x="8404" y="2101"/>
                </a:lnTo>
                <a:lnTo>
                  <a:pt x="8403" y="2102"/>
                </a:lnTo>
                <a:lnTo>
                  <a:pt x="8402" y="2102"/>
                </a:lnTo>
                <a:lnTo>
                  <a:pt x="8402" y="2101"/>
                </a:lnTo>
                <a:lnTo>
                  <a:pt x="8401" y="2100"/>
                </a:lnTo>
                <a:lnTo>
                  <a:pt x="8401" y="2099"/>
                </a:lnTo>
                <a:lnTo>
                  <a:pt x="8400" y="2099"/>
                </a:lnTo>
                <a:lnTo>
                  <a:pt x="8399" y="2099"/>
                </a:lnTo>
                <a:lnTo>
                  <a:pt x="8399" y="2100"/>
                </a:lnTo>
                <a:lnTo>
                  <a:pt x="8399" y="2101"/>
                </a:lnTo>
                <a:lnTo>
                  <a:pt x="8400" y="2101"/>
                </a:lnTo>
                <a:lnTo>
                  <a:pt x="8400" y="2102"/>
                </a:lnTo>
                <a:lnTo>
                  <a:pt x="8401" y="2102"/>
                </a:lnTo>
                <a:lnTo>
                  <a:pt x="8401" y="2103"/>
                </a:lnTo>
                <a:lnTo>
                  <a:pt x="8400" y="2103"/>
                </a:lnTo>
                <a:lnTo>
                  <a:pt x="8399" y="2103"/>
                </a:lnTo>
                <a:lnTo>
                  <a:pt x="8398" y="2103"/>
                </a:lnTo>
                <a:lnTo>
                  <a:pt x="8396" y="2105"/>
                </a:lnTo>
                <a:lnTo>
                  <a:pt x="8396" y="2106"/>
                </a:lnTo>
                <a:lnTo>
                  <a:pt x="8397" y="2108"/>
                </a:lnTo>
                <a:lnTo>
                  <a:pt x="8397" y="2109"/>
                </a:lnTo>
                <a:lnTo>
                  <a:pt x="8396" y="2109"/>
                </a:lnTo>
                <a:lnTo>
                  <a:pt x="8396" y="2110"/>
                </a:lnTo>
                <a:lnTo>
                  <a:pt x="8397" y="2110"/>
                </a:lnTo>
                <a:lnTo>
                  <a:pt x="8397" y="2111"/>
                </a:lnTo>
                <a:lnTo>
                  <a:pt x="8396" y="2112"/>
                </a:lnTo>
                <a:lnTo>
                  <a:pt x="8395" y="2112"/>
                </a:lnTo>
                <a:lnTo>
                  <a:pt x="8394" y="2112"/>
                </a:lnTo>
                <a:lnTo>
                  <a:pt x="8394" y="2113"/>
                </a:lnTo>
                <a:lnTo>
                  <a:pt x="8393" y="2113"/>
                </a:lnTo>
                <a:lnTo>
                  <a:pt x="8393" y="2114"/>
                </a:lnTo>
                <a:lnTo>
                  <a:pt x="8393" y="2115"/>
                </a:lnTo>
                <a:lnTo>
                  <a:pt x="8392" y="2115"/>
                </a:lnTo>
                <a:lnTo>
                  <a:pt x="8391" y="2115"/>
                </a:lnTo>
                <a:lnTo>
                  <a:pt x="8390" y="2115"/>
                </a:lnTo>
                <a:lnTo>
                  <a:pt x="8389" y="2116"/>
                </a:lnTo>
                <a:lnTo>
                  <a:pt x="8388" y="2115"/>
                </a:lnTo>
                <a:lnTo>
                  <a:pt x="8387" y="2115"/>
                </a:lnTo>
                <a:lnTo>
                  <a:pt x="8387" y="2116"/>
                </a:lnTo>
                <a:lnTo>
                  <a:pt x="8386" y="2117"/>
                </a:lnTo>
                <a:lnTo>
                  <a:pt x="8386" y="2118"/>
                </a:lnTo>
                <a:lnTo>
                  <a:pt x="8385" y="2119"/>
                </a:lnTo>
                <a:lnTo>
                  <a:pt x="8386" y="2119"/>
                </a:lnTo>
                <a:lnTo>
                  <a:pt x="8386" y="2120"/>
                </a:lnTo>
                <a:lnTo>
                  <a:pt x="8386" y="2121"/>
                </a:lnTo>
                <a:lnTo>
                  <a:pt x="8386" y="2122"/>
                </a:lnTo>
                <a:lnTo>
                  <a:pt x="8387" y="2122"/>
                </a:lnTo>
                <a:lnTo>
                  <a:pt x="8387" y="2123"/>
                </a:lnTo>
                <a:lnTo>
                  <a:pt x="8387" y="2122"/>
                </a:lnTo>
                <a:lnTo>
                  <a:pt x="8388" y="2123"/>
                </a:lnTo>
                <a:lnTo>
                  <a:pt x="8388" y="2124"/>
                </a:lnTo>
                <a:lnTo>
                  <a:pt x="8388" y="2125"/>
                </a:lnTo>
                <a:lnTo>
                  <a:pt x="8388" y="2126"/>
                </a:lnTo>
                <a:lnTo>
                  <a:pt x="8388" y="2127"/>
                </a:lnTo>
                <a:lnTo>
                  <a:pt x="8388" y="2128"/>
                </a:lnTo>
                <a:lnTo>
                  <a:pt x="8388" y="2129"/>
                </a:lnTo>
                <a:lnTo>
                  <a:pt x="8388" y="2130"/>
                </a:lnTo>
                <a:lnTo>
                  <a:pt x="8387" y="2130"/>
                </a:lnTo>
                <a:lnTo>
                  <a:pt x="8387" y="2129"/>
                </a:lnTo>
                <a:lnTo>
                  <a:pt x="8387" y="2130"/>
                </a:lnTo>
                <a:lnTo>
                  <a:pt x="8386" y="2131"/>
                </a:lnTo>
                <a:lnTo>
                  <a:pt x="8385" y="2133"/>
                </a:lnTo>
                <a:lnTo>
                  <a:pt x="8384" y="2134"/>
                </a:lnTo>
                <a:lnTo>
                  <a:pt x="8383" y="2134"/>
                </a:lnTo>
                <a:lnTo>
                  <a:pt x="8382" y="2133"/>
                </a:lnTo>
                <a:lnTo>
                  <a:pt x="8381" y="2133"/>
                </a:lnTo>
                <a:lnTo>
                  <a:pt x="8380" y="2133"/>
                </a:lnTo>
                <a:lnTo>
                  <a:pt x="8380" y="2132"/>
                </a:lnTo>
                <a:lnTo>
                  <a:pt x="8379" y="2132"/>
                </a:lnTo>
                <a:lnTo>
                  <a:pt x="8378" y="2132"/>
                </a:lnTo>
                <a:lnTo>
                  <a:pt x="8378" y="2133"/>
                </a:lnTo>
                <a:lnTo>
                  <a:pt x="8377" y="2133"/>
                </a:lnTo>
                <a:lnTo>
                  <a:pt x="8376" y="2133"/>
                </a:lnTo>
                <a:lnTo>
                  <a:pt x="8375" y="2133"/>
                </a:lnTo>
                <a:lnTo>
                  <a:pt x="8375" y="2132"/>
                </a:lnTo>
                <a:lnTo>
                  <a:pt x="8374" y="2132"/>
                </a:lnTo>
                <a:lnTo>
                  <a:pt x="8373" y="2133"/>
                </a:lnTo>
                <a:lnTo>
                  <a:pt x="8372" y="2134"/>
                </a:lnTo>
                <a:lnTo>
                  <a:pt x="8371" y="2133"/>
                </a:lnTo>
                <a:lnTo>
                  <a:pt x="8371" y="2132"/>
                </a:lnTo>
                <a:lnTo>
                  <a:pt x="8370" y="2132"/>
                </a:lnTo>
                <a:lnTo>
                  <a:pt x="8369" y="2132"/>
                </a:lnTo>
                <a:lnTo>
                  <a:pt x="8368" y="2131"/>
                </a:lnTo>
                <a:lnTo>
                  <a:pt x="8367" y="2131"/>
                </a:lnTo>
                <a:lnTo>
                  <a:pt x="8364" y="2132"/>
                </a:lnTo>
                <a:lnTo>
                  <a:pt x="8363" y="2132"/>
                </a:lnTo>
                <a:lnTo>
                  <a:pt x="8363" y="2133"/>
                </a:lnTo>
                <a:lnTo>
                  <a:pt x="8363" y="2134"/>
                </a:lnTo>
                <a:lnTo>
                  <a:pt x="8362" y="2135"/>
                </a:lnTo>
                <a:lnTo>
                  <a:pt x="8362" y="2134"/>
                </a:lnTo>
                <a:lnTo>
                  <a:pt x="8361" y="2134"/>
                </a:lnTo>
                <a:lnTo>
                  <a:pt x="8360" y="2134"/>
                </a:lnTo>
                <a:lnTo>
                  <a:pt x="8359" y="2133"/>
                </a:lnTo>
                <a:lnTo>
                  <a:pt x="8358" y="2132"/>
                </a:lnTo>
                <a:lnTo>
                  <a:pt x="8357" y="2132"/>
                </a:lnTo>
                <a:lnTo>
                  <a:pt x="8355" y="2132"/>
                </a:lnTo>
                <a:lnTo>
                  <a:pt x="8355" y="2133"/>
                </a:lnTo>
                <a:lnTo>
                  <a:pt x="8356" y="2133"/>
                </a:lnTo>
                <a:lnTo>
                  <a:pt x="8356" y="2134"/>
                </a:lnTo>
                <a:lnTo>
                  <a:pt x="8355" y="2135"/>
                </a:lnTo>
                <a:lnTo>
                  <a:pt x="8354" y="2135"/>
                </a:lnTo>
                <a:lnTo>
                  <a:pt x="8353" y="2137"/>
                </a:lnTo>
                <a:lnTo>
                  <a:pt x="8353" y="2138"/>
                </a:lnTo>
                <a:lnTo>
                  <a:pt x="8352" y="2139"/>
                </a:lnTo>
                <a:lnTo>
                  <a:pt x="8351" y="2141"/>
                </a:lnTo>
                <a:lnTo>
                  <a:pt x="8350" y="2142"/>
                </a:lnTo>
                <a:lnTo>
                  <a:pt x="8349" y="2142"/>
                </a:lnTo>
                <a:lnTo>
                  <a:pt x="8348" y="2141"/>
                </a:lnTo>
                <a:lnTo>
                  <a:pt x="8347" y="2141"/>
                </a:lnTo>
                <a:lnTo>
                  <a:pt x="8346" y="2141"/>
                </a:lnTo>
                <a:lnTo>
                  <a:pt x="8345" y="2140"/>
                </a:lnTo>
                <a:lnTo>
                  <a:pt x="8345" y="2139"/>
                </a:lnTo>
                <a:lnTo>
                  <a:pt x="8344" y="2139"/>
                </a:lnTo>
                <a:lnTo>
                  <a:pt x="8343" y="2139"/>
                </a:lnTo>
                <a:lnTo>
                  <a:pt x="8342" y="2138"/>
                </a:lnTo>
                <a:lnTo>
                  <a:pt x="8341" y="2139"/>
                </a:lnTo>
                <a:lnTo>
                  <a:pt x="8340" y="2140"/>
                </a:lnTo>
                <a:lnTo>
                  <a:pt x="8339" y="2141"/>
                </a:lnTo>
                <a:lnTo>
                  <a:pt x="8338" y="2141"/>
                </a:lnTo>
                <a:lnTo>
                  <a:pt x="8338" y="2140"/>
                </a:lnTo>
                <a:lnTo>
                  <a:pt x="8337" y="2141"/>
                </a:lnTo>
                <a:lnTo>
                  <a:pt x="8336" y="2142"/>
                </a:lnTo>
                <a:lnTo>
                  <a:pt x="8336" y="2143"/>
                </a:lnTo>
                <a:lnTo>
                  <a:pt x="8337" y="2144"/>
                </a:lnTo>
                <a:lnTo>
                  <a:pt x="8337" y="2145"/>
                </a:lnTo>
                <a:lnTo>
                  <a:pt x="8337" y="2146"/>
                </a:lnTo>
                <a:lnTo>
                  <a:pt x="8336" y="2147"/>
                </a:lnTo>
                <a:lnTo>
                  <a:pt x="8335" y="2148"/>
                </a:lnTo>
                <a:lnTo>
                  <a:pt x="8334" y="2149"/>
                </a:lnTo>
                <a:lnTo>
                  <a:pt x="8332" y="2149"/>
                </a:lnTo>
                <a:lnTo>
                  <a:pt x="8331" y="2149"/>
                </a:lnTo>
                <a:lnTo>
                  <a:pt x="8331" y="2148"/>
                </a:lnTo>
                <a:lnTo>
                  <a:pt x="8330" y="2149"/>
                </a:lnTo>
                <a:lnTo>
                  <a:pt x="8329" y="2149"/>
                </a:lnTo>
                <a:lnTo>
                  <a:pt x="8326" y="2150"/>
                </a:lnTo>
                <a:lnTo>
                  <a:pt x="8325" y="2151"/>
                </a:lnTo>
                <a:lnTo>
                  <a:pt x="8322" y="2151"/>
                </a:lnTo>
                <a:lnTo>
                  <a:pt x="8322" y="2150"/>
                </a:lnTo>
                <a:lnTo>
                  <a:pt x="8319" y="2150"/>
                </a:lnTo>
                <a:lnTo>
                  <a:pt x="8319" y="2149"/>
                </a:lnTo>
                <a:lnTo>
                  <a:pt x="8318" y="2149"/>
                </a:lnTo>
                <a:lnTo>
                  <a:pt x="8317" y="2148"/>
                </a:lnTo>
                <a:lnTo>
                  <a:pt x="8317" y="2149"/>
                </a:lnTo>
                <a:lnTo>
                  <a:pt x="8316" y="2149"/>
                </a:lnTo>
                <a:lnTo>
                  <a:pt x="8315" y="2150"/>
                </a:lnTo>
                <a:lnTo>
                  <a:pt x="8314" y="2150"/>
                </a:lnTo>
                <a:lnTo>
                  <a:pt x="8314" y="2149"/>
                </a:lnTo>
                <a:lnTo>
                  <a:pt x="8313" y="2150"/>
                </a:lnTo>
                <a:lnTo>
                  <a:pt x="8312" y="2150"/>
                </a:lnTo>
                <a:lnTo>
                  <a:pt x="8292" y="2153"/>
                </a:lnTo>
                <a:lnTo>
                  <a:pt x="8263" y="2161"/>
                </a:lnTo>
                <a:lnTo>
                  <a:pt x="8259" y="2164"/>
                </a:lnTo>
                <a:lnTo>
                  <a:pt x="8255" y="2167"/>
                </a:lnTo>
                <a:lnTo>
                  <a:pt x="8257" y="2170"/>
                </a:lnTo>
                <a:lnTo>
                  <a:pt x="8259" y="2170"/>
                </a:lnTo>
                <a:lnTo>
                  <a:pt x="8260" y="2171"/>
                </a:lnTo>
                <a:lnTo>
                  <a:pt x="8261" y="2171"/>
                </a:lnTo>
                <a:lnTo>
                  <a:pt x="8263" y="2172"/>
                </a:lnTo>
                <a:lnTo>
                  <a:pt x="8266" y="2174"/>
                </a:lnTo>
                <a:lnTo>
                  <a:pt x="8268" y="2175"/>
                </a:lnTo>
                <a:lnTo>
                  <a:pt x="8268" y="2176"/>
                </a:lnTo>
                <a:lnTo>
                  <a:pt x="8269" y="2176"/>
                </a:lnTo>
                <a:lnTo>
                  <a:pt x="8269" y="2177"/>
                </a:lnTo>
                <a:lnTo>
                  <a:pt x="8269" y="2179"/>
                </a:lnTo>
                <a:lnTo>
                  <a:pt x="8269" y="2180"/>
                </a:lnTo>
                <a:lnTo>
                  <a:pt x="8269" y="2181"/>
                </a:lnTo>
                <a:lnTo>
                  <a:pt x="8270" y="2183"/>
                </a:lnTo>
                <a:lnTo>
                  <a:pt x="8270" y="2184"/>
                </a:lnTo>
                <a:lnTo>
                  <a:pt x="8271" y="2184"/>
                </a:lnTo>
                <a:lnTo>
                  <a:pt x="8271" y="2185"/>
                </a:lnTo>
                <a:lnTo>
                  <a:pt x="8272" y="2185"/>
                </a:lnTo>
                <a:lnTo>
                  <a:pt x="8272" y="2189"/>
                </a:lnTo>
                <a:lnTo>
                  <a:pt x="8273" y="2191"/>
                </a:lnTo>
                <a:lnTo>
                  <a:pt x="8273" y="2193"/>
                </a:lnTo>
                <a:lnTo>
                  <a:pt x="8273" y="2195"/>
                </a:lnTo>
                <a:lnTo>
                  <a:pt x="8273" y="2196"/>
                </a:lnTo>
                <a:lnTo>
                  <a:pt x="8273" y="2197"/>
                </a:lnTo>
                <a:lnTo>
                  <a:pt x="8273" y="2198"/>
                </a:lnTo>
                <a:lnTo>
                  <a:pt x="8274" y="2198"/>
                </a:lnTo>
                <a:lnTo>
                  <a:pt x="8274" y="2199"/>
                </a:lnTo>
                <a:lnTo>
                  <a:pt x="8275" y="2202"/>
                </a:lnTo>
                <a:lnTo>
                  <a:pt x="8276" y="2202"/>
                </a:lnTo>
                <a:lnTo>
                  <a:pt x="8276" y="2203"/>
                </a:lnTo>
                <a:lnTo>
                  <a:pt x="8275" y="2204"/>
                </a:lnTo>
                <a:lnTo>
                  <a:pt x="8276" y="2204"/>
                </a:lnTo>
                <a:lnTo>
                  <a:pt x="8276" y="2206"/>
                </a:lnTo>
                <a:lnTo>
                  <a:pt x="8277" y="2206"/>
                </a:lnTo>
                <a:lnTo>
                  <a:pt x="8277" y="2207"/>
                </a:lnTo>
                <a:lnTo>
                  <a:pt x="8279" y="2207"/>
                </a:lnTo>
                <a:lnTo>
                  <a:pt x="8280" y="2208"/>
                </a:lnTo>
                <a:lnTo>
                  <a:pt x="8281" y="2208"/>
                </a:lnTo>
                <a:lnTo>
                  <a:pt x="8282" y="2209"/>
                </a:lnTo>
                <a:lnTo>
                  <a:pt x="8282" y="2210"/>
                </a:lnTo>
                <a:lnTo>
                  <a:pt x="8283" y="2211"/>
                </a:lnTo>
                <a:lnTo>
                  <a:pt x="8283" y="2212"/>
                </a:lnTo>
                <a:lnTo>
                  <a:pt x="8284" y="2213"/>
                </a:lnTo>
                <a:lnTo>
                  <a:pt x="8284" y="2214"/>
                </a:lnTo>
                <a:lnTo>
                  <a:pt x="8285" y="2215"/>
                </a:lnTo>
                <a:lnTo>
                  <a:pt x="8286" y="2217"/>
                </a:lnTo>
                <a:lnTo>
                  <a:pt x="8287" y="2218"/>
                </a:lnTo>
                <a:lnTo>
                  <a:pt x="8288" y="2220"/>
                </a:lnTo>
                <a:lnTo>
                  <a:pt x="8289" y="2221"/>
                </a:lnTo>
                <a:lnTo>
                  <a:pt x="8290" y="2221"/>
                </a:lnTo>
                <a:lnTo>
                  <a:pt x="8291" y="2220"/>
                </a:lnTo>
                <a:lnTo>
                  <a:pt x="8292" y="2220"/>
                </a:lnTo>
                <a:lnTo>
                  <a:pt x="8292" y="2221"/>
                </a:lnTo>
                <a:lnTo>
                  <a:pt x="8293" y="2221"/>
                </a:lnTo>
                <a:lnTo>
                  <a:pt x="8295" y="2223"/>
                </a:lnTo>
                <a:lnTo>
                  <a:pt x="8296" y="2224"/>
                </a:lnTo>
                <a:lnTo>
                  <a:pt x="8297" y="2224"/>
                </a:lnTo>
                <a:lnTo>
                  <a:pt x="8298" y="2224"/>
                </a:lnTo>
                <a:lnTo>
                  <a:pt x="8298" y="2225"/>
                </a:lnTo>
                <a:lnTo>
                  <a:pt x="8300" y="2225"/>
                </a:lnTo>
                <a:lnTo>
                  <a:pt x="8300" y="2224"/>
                </a:lnTo>
                <a:lnTo>
                  <a:pt x="8301" y="2224"/>
                </a:lnTo>
                <a:lnTo>
                  <a:pt x="8302" y="2225"/>
                </a:lnTo>
                <a:lnTo>
                  <a:pt x="8303" y="2225"/>
                </a:lnTo>
                <a:lnTo>
                  <a:pt x="8304" y="2225"/>
                </a:lnTo>
                <a:lnTo>
                  <a:pt x="8305" y="2226"/>
                </a:lnTo>
                <a:lnTo>
                  <a:pt x="8306" y="2226"/>
                </a:lnTo>
                <a:lnTo>
                  <a:pt x="8306" y="2227"/>
                </a:lnTo>
                <a:lnTo>
                  <a:pt x="8306" y="2228"/>
                </a:lnTo>
                <a:lnTo>
                  <a:pt x="8307" y="2229"/>
                </a:lnTo>
                <a:lnTo>
                  <a:pt x="8307" y="2230"/>
                </a:lnTo>
                <a:lnTo>
                  <a:pt x="8308" y="2230"/>
                </a:lnTo>
                <a:lnTo>
                  <a:pt x="8309" y="2230"/>
                </a:lnTo>
                <a:lnTo>
                  <a:pt x="8309" y="2231"/>
                </a:lnTo>
                <a:lnTo>
                  <a:pt x="8310" y="2232"/>
                </a:lnTo>
                <a:lnTo>
                  <a:pt x="8311" y="2233"/>
                </a:lnTo>
                <a:lnTo>
                  <a:pt x="8311" y="2234"/>
                </a:lnTo>
                <a:lnTo>
                  <a:pt x="8312" y="2233"/>
                </a:lnTo>
                <a:lnTo>
                  <a:pt x="8313" y="2233"/>
                </a:lnTo>
                <a:lnTo>
                  <a:pt x="8313" y="2234"/>
                </a:lnTo>
                <a:lnTo>
                  <a:pt x="8313" y="2235"/>
                </a:lnTo>
                <a:lnTo>
                  <a:pt x="8312" y="2235"/>
                </a:lnTo>
                <a:lnTo>
                  <a:pt x="8312" y="2236"/>
                </a:lnTo>
                <a:lnTo>
                  <a:pt x="8312" y="2237"/>
                </a:lnTo>
                <a:lnTo>
                  <a:pt x="8313" y="2237"/>
                </a:lnTo>
                <a:lnTo>
                  <a:pt x="8313" y="2238"/>
                </a:lnTo>
                <a:lnTo>
                  <a:pt x="8314" y="2238"/>
                </a:lnTo>
                <a:lnTo>
                  <a:pt x="8315" y="2238"/>
                </a:lnTo>
                <a:lnTo>
                  <a:pt x="8315" y="2237"/>
                </a:lnTo>
                <a:lnTo>
                  <a:pt x="8316" y="2237"/>
                </a:lnTo>
                <a:lnTo>
                  <a:pt x="8316" y="2238"/>
                </a:lnTo>
                <a:lnTo>
                  <a:pt x="8315" y="2239"/>
                </a:lnTo>
                <a:lnTo>
                  <a:pt x="8316" y="2240"/>
                </a:lnTo>
                <a:lnTo>
                  <a:pt x="8317" y="2240"/>
                </a:lnTo>
                <a:lnTo>
                  <a:pt x="8317" y="2242"/>
                </a:lnTo>
                <a:lnTo>
                  <a:pt x="8317" y="2243"/>
                </a:lnTo>
                <a:lnTo>
                  <a:pt x="8317" y="2244"/>
                </a:lnTo>
                <a:lnTo>
                  <a:pt x="8316" y="2244"/>
                </a:lnTo>
                <a:lnTo>
                  <a:pt x="8316" y="2245"/>
                </a:lnTo>
                <a:lnTo>
                  <a:pt x="8315" y="2245"/>
                </a:lnTo>
                <a:lnTo>
                  <a:pt x="8315" y="2246"/>
                </a:lnTo>
                <a:lnTo>
                  <a:pt x="8315" y="2247"/>
                </a:lnTo>
                <a:lnTo>
                  <a:pt x="8315" y="2248"/>
                </a:lnTo>
                <a:lnTo>
                  <a:pt x="8315" y="2250"/>
                </a:lnTo>
                <a:lnTo>
                  <a:pt x="8316" y="2250"/>
                </a:lnTo>
                <a:lnTo>
                  <a:pt x="8317" y="2250"/>
                </a:lnTo>
                <a:lnTo>
                  <a:pt x="8317" y="2251"/>
                </a:lnTo>
                <a:lnTo>
                  <a:pt x="8316" y="2251"/>
                </a:lnTo>
                <a:lnTo>
                  <a:pt x="8316" y="2252"/>
                </a:lnTo>
                <a:lnTo>
                  <a:pt x="8315" y="2252"/>
                </a:lnTo>
                <a:lnTo>
                  <a:pt x="8314" y="2253"/>
                </a:lnTo>
                <a:lnTo>
                  <a:pt x="8314" y="2254"/>
                </a:lnTo>
                <a:lnTo>
                  <a:pt x="8315" y="2254"/>
                </a:lnTo>
                <a:lnTo>
                  <a:pt x="8315" y="2255"/>
                </a:lnTo>
                <a:lnTo>
                  <a:pt x="8313" y="2256"/>
                </a:lnTo>
                <a:lnTo>
                  <a:pt x="8313" y="2257"/>
                </a:lnTo>
                <a:lnTo>
                  <a:pt x="8313" y="2258"/>
                </a:lnTo>
                <a:lnTo>
                  <a:pt x="8312" y="2258"/>
                </a:lnTo>
                <a:lnTo>
                  <a:pt x="8313" y="2259"/>
                </a:lnTo>
                <a:lnTo>
                  <a:pt x="8312" y="2259"/>
                </a:lnTo>
                <a:lnTo>
                  <a:pt x="8311" y="2260"/>
                </a:lnTo>
                <a:lnTo>
                  <a:pt x="8310" y="2261"/>
                </a:lnTo>
                <a:lnTo>
                  <a:pt x="8309" y="2262"/>
                </a:lnTo>
                <a:lnTo>
                  <a:pt x="8310" y="2263"/>
                </a:lnTo>
                <a:lnTo>
                  <a:pt x="8311" y="2263"/>
                </a:lnTo>
                <a:lnTo>
                  <a:pt x="8311" y="2264"/>
                </a:lnTo>
                <a:lnTo>
                  <a:pt x="8311" y="2265"/>
                </a:lnTo>
                <a:lnTo>
                  <a:pt x="8311" y="2266"/>
                </a:lnTo>
                <a:lnTo>
                  <a:pt x="8311" y="2267"/>
                </a:lnTo>
                <a:lnTo>
                  <a:pt x="8311" y="2268"/>
                </a:lnTo>
                <a:lnTo>
                  <a:pt x="8311" y="2270"/>
                </a:lnTo>
                <a:lnTo>
                  <a:pt x="8312" y="2270"/>
                </a:lnTo>
                <a:lnTo>
                  <a:pt x="8313" y="2270"/>
                </a:lnTo>
                <a:lnTo>
                  <a:pt x="8313" y="2271"/>
                </a:lnTo>
                <a:lnTo>
                  <a:pt x="8312" y="2272"/>
                </a:lnTo>
                <a:lnTo>
                  <a:pt x="8311" y="2272"/>
                </a:lnTo>
                <a:lnTo>
                  <a:pt x="8310" y="2272"/>
                </a:lnTo>
                <a:lnTo>
                  <a:pt x="8310" y="2274"/>
                </a:lnTo>
                <a:lnTo>
                  <a:pt x="8309" y="2274"/>
                </a:lnTo>
                <a:lnTo>
                  <a:pt x="8309" y="2275"/>
                </a:lnTo>
                <a:lnTo>
                  <a:pt x="8310" y="2275"/>
                </a:lnTo>
                <a:lnTo>
                  <a:pt x="8310" y="2276"/>
                </a:lnTo>
                <a:lnTo>
                  <a:pt x="8309" y="2276"/>
                </a:lnTo>
                <a:lnTo>
                  <a:pt x="8309" y="2277"/>
                </a:lnTo>
                <a:lnTo>
                  <a:pt x="8309" y="2278"/>
                </a:lnTo>
                <a:lnTo>
                  <a:pt x="8309" y="2279"/>
                </a:lnTo>
                <a:lnTo>
                  <a:pt x="8309" y="2280"/>
                </a:lnTo>
                <a:lnTo>
                  <a:pt x="8308" y="2280"/>
                </a:lnTo>
                <a:lnTo>
                  <a:pt x="8307" y="2280"/>
                </a:lnTo>
                <a:lnTo>
                  <a:pt x="8306" y="2280"/>
                </a:lnTo>
                <a:lnTo>
                  <a:pt x="8306" y="2281"/>
                </a:lnTo>
                <a:lnTo>
                  <a:pt x="8305" y="2282"/>
                </a:lnTo>
                <a:lnTo>
                  <a:pt x="8304" y="2283"/>
                </a:lnTo>
                <a:lnTo>
                  <a:pt x="8304" y="2284"/>
                </a:lnTo>
                <a:lnTo>
                  <a:pt x="8304" y="2285"/>
                </a:lnTo>
                <a:lnTo>
                  <a:pt x="8303" y="2286"/>
                </a:lnTo>
                <a:lnTo>
                  <a:pt x="8303" y="2287"/>
                </a:lnTo>
                <a:lnTo>
                  <a:pt x="8302" y="2288"/>
                </a:lnTo>
                <a:lnTo>
                  <a:pt x="8301" y="2288"/>
                </a:lnTo>
                <a:lnTo>
                  <a:pt x="8300" y="2288"/>
                </a:lnTo>
                <a:lnTo>
                  <a:pt x="8299" y="2289"/>
                </a:lnTo>
                <a:lnTo>
                  <a:pt x="8298" y="2289"/>
                </a:lnTo>
                <a:lnTo>
                  <a:pt x="8298" y="2290"/>
                </a:lnTo>
                <a:lnTo>
                  <a:pt x="8299" y="2290"/>
                </a:lnTo>
                <a:lnTo>
                  <a:pt x="8299" y="2291"/>
                </a:lnTo>
                <a:lnTo>
                  <a:pt x="8299" y="2292"/>
                </a:lnTo>
                <a:lnTo>
                  <a:pt x="8298" y="2292"/>
                </a:lnTo>
                <a:lnTo>
                  <a:pt x="8298" y="2293"/>
                </a:lnTo>
                <a:lnTo>
                  <a:pt x="8297" y="2293"/>
                </a:lnTo>
                <a:lnTo>
                  <a:pt x="8296" y="2292"/>
                </a:lnTo>
                <a:lnTo>
                  <a:pt x="8295" y="2292"/>
                </a:lnTo>
                <a:lnTo>
                  <a:pt x="8294" y="2292"/>
                </a:lnTo>
                <a:lnTo>
                  <a:pt x="8293" y="2292"/>
                </a:lnTo>
                <a:lnTo>
                  <a:pt x="8294" y="2290"/>
                </a:lnTo>
                <a:lnTo>
                  <a:pt x="8295" y="2289"/>
                </a:lnTo>
                <a:lnTo>
                  <a:pt x="8296" y="2289"/>
                </a:lnTo>
                <a:lnTo>
                  <a:pt x="8296" y="2288"/>
                </a:lnTo>
                <a:lnTo>
                  <a:pt x="8295" y="2287"/>
                </a:lnTo>
                <a:lnTo>
                  <a:pt x="8295" y="2286"/>
                </a:lnTo>
                <a:lnTo>
                  <a:pt x="8294" y="2286"/>
                </a:lnTo>
                <a:lnTo>
                  <a:pt x="8293" y="2287"/>
                </a:lnTo>
                <a:lnTo>
                  <a:pt x="8292" y="2287"/>
                </a:lnTo>
                <a:lnTo>
                  <a:pt x="8292" y="2288"/>
                </a:lnTo>
                <a:lnTo>
                  <a:pt x="8292" y="2289"/>
                </a:lnTo>
                <a:lnTo>
                  <a:pt x="8292" y="2290"/>
                </a:lnTo>
                <a:lnTo>
                  <a:pt x="8293" y="2290"/>
                </a:lnTo>
                <a:lnTo>
                  <a:pt x="8293" y="2291"/>
                </a:lnTo>
                <a:lnTo>
                  <a:pt x="8292" y="2291"/>
                </a:lnTo>
                <a:lnTo>
                  <a:pt x="8291" y="2291"/>
                </a:lnTo>
                <a:lnTo>
                  <a:pt x="8291" y="2290"/>
                </a:lnTo>
                <a:lnTo>
                  <a:pt x="8290" y="2290"/>
                </a:lnTo>
                <a:lnTo>
                  <a:pt x="8290" y="2289"/>
                </a:lnTo>
                <a:lnTo>
                  <a:pt x="8290" y="2288"/>
                </a:lnTo>
                <a:lnTo>
                  <a:pt x="8288" y="2288"/>
                </a:lnTo>
                <a:lnTo>
                  <a:pt x="8287" y="2288"/>
                </a:lnTo>
                <a:lnTo>
                  <a:pt x="8287" y="2289"/>
                </a:lnTo>
                <a:lnTo>
                  <a:pt x="8286" y="2290"/>
                </a:lnTo>
                <a:lnTo>
                  <a:pt x="8285" y="2290"/>
                </a:lnTo>
                <a:lnTo>
                  <a:pt x="8285" y="2289"/>
                </a:lnTo>
                <a:lnTo>
                  <a:pt x="8285" y="2288"/>
                </a:lnTo>
                <a:lnTo>
                  <a:pt x="8285" y="2287"/>
                </a:lnTo>
                <a:lnTo>
                  <a:pt x="8285" y="2286"/>
                </a:lnTo>
                <a:lnTo>
                  <a:pt x="8285" y="2285"/>
                </a:lnTo>
                <a:lnTo>
                  <a:pt x="8285" y="2284"/>
                </a:lnTo>
                <a:lnTo>
                  <a:pt x="8284" y="2284"/>
                </a:lnTo>
                <a:lnTo>
                  <a:pt x="8283" y="2284"/>
                </a:lnTo>
                <a:lnTo>
                  <a:pt x="8283" y="2285"/>
                </a:lnTo>
                <a:lnTo>
                  <a:pt x="8282" y="2286"/>
                </a:lnTo>
                <a:lnTo>
                  <a:pt x="8282" y="2287"/>
                </a:lnTo>
                <a:lnTo>
                  <a:pt x="8281" y="2286"/>
                </a:lnTo>
                <a:lnTo>
                  <a:pt x="8280" y="2285"/>
                </a:lnTo>
                <a:lnTo>
                  <a:pt x="8280" y="2283"/>
                </a:lnTo>
                <a:lnTo>
                  <a:pt x="8279" y="2284"/>
                </a:lnTo>
                <a:lnTo>
                  <a:pt x="8278" y="2284"/>
                </a:lnTo>
                <a:lnTo>
                  <a:pt x="8278" y="2283"/>
                </a:lnTo>
                <a:lnTo>
                  <a:pt x="8278" y="2282"/>
                </a:lnTo>
                <a:lnTo>
                  <a:pt x="8279" y="2282"/>
                </a:lnTo>
                <a:lnTo>
                  <a:pt x="8279" y="2281"/>
                </a:lnTo>
                <a:lnTo>
                  <a:pt x="8280" y="2280"/>
                </a:lnTo>
                <a:lnTo>
                  <a:pt x="8279" y="2280"/>
                </a:lnTo>
                <a:lnTo>
                  <a:pt x="8278" y="2280"/>
                </a:lnTo>
                <a:lnTo>
                  <a:pt x="8277" y="2280"/>
                </a:lnTo>
                <a:lnTo>
                  <a:pt x="8277" y="2281"/>
                </a:lnTo>
                <a:lnTo>
                  <a:pt x="8277" y="2282"/>
                </a:lnTo>
                <a:lnTo>
                  <a:pt x="8277" y="2284"/>
                </a:lnTo>
                <a:lnTo>
                  <a:pt x="8277" y="2285"/>
                </a:lnTo>
                <a:lnTo>
                  <a:pt x="8277" y="2286"/>
                </a:lnTo>
                <a:lnTo>
                  <a:pt x="8276" y="2287"/>
                </a:lnTo>
                <a:lnTo>
                  <a:pt x="8275" y="2286"/>
                </a:lnTo>
                <a:lnTo>
                  <a:pt x="8275" y="2285"/>
                </a:lnTo>
                <a:lnTo>
                  <a:pt x="8275" y="2284"/>
                </a:lnTo>
                <a:lnTo>
                  <a:pt x="8274" y="2283"/>
                </a:lnTo>
                <a:lnTo>
                  <a:pt x="8273" y="2283"/>
                </a:lnTo>
                <a:lnTo>
                  <a:pt x="8272" y="2283"/>
                </a:lnTo>
                <a:lnTo>
                  <a:pt x="8271" y="2283"/>
                </a:lnTo>
                <a:lnTo>
                  <a:pt x="8269" y="2283"/>
                </a:lnTo>
                <a:lnTo>
                  <a:pt x="8269" y="2282"/>
                </a:lnTo>
                <a:lnTo>
                  <a:pt x="8269" y="2281"/>
                </a:lnTo>
                <a:lnTo>
                  <a:pt x="8268" y="2282"/>
                </a:lnTo>
                <a:lnTo>
                  <a:pt x="8268" y="2281"/>
                </a:lnTo>
                <a:lnTo>
                  <a:pt x="8268" y="2280"/>
                </a:lnTo>
                <a:lnTo>
                  <a:pt x="8267" y="2280"/>
                </a:lnTo>
                <a:lnTo>
                  <a:pt x="8266" y="2281"/>
                </a:lnTo>
                <a:lnTo>
                  <a:pt x="8267" y="2282"/>
                </a:lnTo>
                <a:lnTo>
                  <a:pt x="8267" y="2283"/>
                </a:lnTo>
                <a:lnTo>
                  <a:pt x="8266" y="2284"/>
                </a:lnTo>
                <a:lnTo>
                  <a:pt x="8265" y="2284"/>
                </a:lnTo>
                <a:lnTo>
                  <a:pt x="8265" y="2285"/>
                </a:lnTo>
                <a:lnTo>
                  <a:pt x="8265" y="2286"/>
                </a:lnTo>
                <a:lnTo>
                  <a:pt x="8265" y="2287"/>
                </a:lnTo>
                <a:lnTo>
                  <a:pt x="8264" y="2287"/>
                </a:lnTo>
                <a:lnTo>
                  <a:pt x="8264" y="2286"/>
                </a:lnTo>
                <a:lnTo>
                  <a:pt x="8263" y="2286"/>
                </a:lnTo>
                <a:lnTo>
                  <a:pt x="8262" y="2287"/>
                </a:lnTo>
                <a:lnTo>
                  <a:pt x="8261" y="2287"/>
                </a:lnTo>
                <a:lnTo>
                  <a:pt x="8261" y="2286"/>
                </a:lnTo>
                <a:lnTo>
                  <a:pt x="8261" y="2284"/>
                </a:lnTo>
                <a:lnTo>
                  <a:pt x="8260" y="2284"/>
                </a:lnTo>
                <a:lnTo>
                  <a:pt x="8259" y="2284"/>
                </a:lnTo>
                <a:lnTo>
                  <a:pt x="8259" y="2285"/>
                </a:lnTo>
                <a:lnTo>
                  <a:pt x="8259" y="2287"/>
                </a:lnTo>
                <a:lnTo>
                  <a:pt x="8259" y="2288"/>
                </a:lnTo>
                <a:lnTo>
                  <a:pt x="8259" y="2289"/>
                </a:lnTo>
                <a:lnTo>
                  <a:pt x="8260" y="2289"/>
                </a:lnTo>
                <a:lnTo>
                  <a:pt x="8260" y="2290"/>
                </a:lnTo>
                <a:lnTo>
                  <a:pt x="8259" y="2290"/>
                </a:lnTo>
                <a:lnTo>
                  <a:pt x="8259" y="2291"/>
                </a:lnTo>
                <a:lnTo>
                  <a:pt x="8260" y="2291"/>
                </a:lnTo>
                <a:lnTo>
                  <a:pt x="8260" y="2292"/>
                </a:lnTo>
                <a:lnTo>
                  <a:pt x="8261" y="2292"/>
                </a:lnTo>
                <a:lnTo>
                  <a:pt x="8260" y="2293"/>
                </a:lnTo>
                <a:lnTo>
                  <a:pt x="8259" y="2293"/>
                </a:lnTo>
                <a:lnTo>
                  <a:pt x="8258" y="2293"/>
                </a:lnTo>
                <a:lnTo>
                  <a:pt x="8257" y="2292"/>
                </a:lnTo>
                <a:lnTo>
                  <a:pt x="8257" y="2291"/>
                </a:lnTo>
                <a:lnTo>
                  <a:pt x="8256" y="2290"/>
                </a:lnTo>
                <a:lnTo>
                  <a:pt x="8255" y="2290"/>
                </a:lnTo>
                <a:lnTo>
                  <a:pt x="8254" y="2291"/>
                </a:lnTo>
                <a:lnTo>
                  <a:pt x="8254" y="2292"/>
                </a:lnTo>
                <a:lnTo>
                  <a:pt x="8254" y="2293"/>
                </a:lnTo>
                <a:lnTo>
                  <a:pt x="8254" y="2294"/>
                </a:lnTo>
                <a:lnTo>
                  <a:pt x="8253" y="2294"/>
                </a:lnTo>
                <a:lnTo>
                  <a:pt x="8253" y="2293"/>
                </a:lnTo>
                <a:lnTo>
                  <a:pt x="8252" y="2293"/>
                </a:lnTo>
                <a:lnTo>
                  <a:pt x="8252" y="2292"/>
                </a:lnTo>
                <a:lnTo>
                  <a:pt x="8251" y="2292"/>
                </a:lnTo>
                <a:lnTo>
                  <a:pt x="8251" y="2291"/>
                </a:lnTo>
                <a:lnTo>
                  <a:pt x="8250" y="2291"/>
                </a:lnTo>
                <a:lnTo>
                  <a:pt x="8249" y="2291"/>
                </a:lnTo>
                <a:lnTo>
                  <a:pt x="8249" y="2292"/>
                </a:lnTo>
                <a:lnTo>
                  <a:pt x="8248" y="2292"/>
                </a:lnTo>
                <a:lnTo>
                  <a:pt x="8248" y="2293"/>
                </a:lnTo>
                <a:lnTo>
                  <a:pt x="8248" y="2294"/>
                </a:lnTo>
                <a:lnTo>
                  <a:pt x="8249" y="2295"/>
                </a:lnTo>
                <a:lnTo>
                  <a:pt x="8248" y="2295"/>
                </a:lnTo>
                <a:lnTo>
                  <a:pt x="8247" y="2295"/>
                </a:lnTo>
                <a:lnTo>
                  <a:pt x="8247" y="2294"/>
                </a:lnTo>
                <a:lnTo>
                  <a:pt x="8247" y="2293"/>
                </a:lnTo>
                <a:lnTo>
                  <a:pt x="8246" y="2292"/>
                </a:lnTo>
                <a:lnTo>
                  <a:pt x="8245" y="2292"/>
                </a:lnTo>
                <a:lnTo>
                  <a:pt x="8245" y="2293"/>
                </a:lnTo>
                <a:lnTo>
                  <a:pt x="8244" y="2293"/>
                </a:lnTo>
                <a:lnTo>
                  <a:pt x="8243" y="2293"/>
                </a:lnTo>
                <a:lnTo>
                  <a:pt x="8242" y="2292"/>
                </a:lnTo>
                <a:lnTo>
                  <a:pt x="8241" y="2293"/>
                </a:lnTo>
                <a:lnTo>
                  <a:pt x="8240" y="2293"/>
                </a:lnTo>
                <a:lnTo>
                  <a:pt x="8239" y="2293"/>
                </a:lnTo>
                <a:lnTo>
                  <a:pt x="8239" y="2294"/>
                </a:lnTo>
                <a:lnTo>
                  <a:pt x="8238" y="2294"/>
                </a:lnTo>
                <a:lnTo>
                  <a:pt x="8238" y="2295"/>
                </a:lnTo>
                <a:lnTo>
                  <a:pt x="8237" y="2295"/>
                </a:lnTo>
                <a:lnTo>
                  <a:pt x="8236" y="2295"/>
                </a:lnTo>
                <a:lnTo>
                  <a:pt x="8236" y="2296"/>
                </a:lnTo>
                <a:lnTo>
                  <a:pt x="8235" y="2296"/>
                </a:lnTo>
                <a:lnTo>
                  <a:pt x="8233" y="2295"/>
                </a:lnTo>
                <a:lnTo>
                  <a:pt x="8232" y="2295"/>
                </a:lnTo>
                <a:lnTo>
                  <a:pt x="8232" y="2296"/>
                </a:lnTo>
                <a:lnTo>
                  <a:pt x="8231" y="2296"/>
                </a:lnTo>
                <a:lnTo>
                  <a:pt x="8231" y="2297"/>
                </a:lnTo>
                <a:lnTo>
                  <a:pt x="8231" y="2298"/>
                </a:lnTo>
                <a:lnTo>
                  <a:pt x="8230" y="2298"/>
                </a:lnTo>
                <a:lnTo>
                  <a:pt x="8230" y="2297"/>
                </a:lnTo>
                <a:lnTo>
                  <a:pt x="8229" y="2296"/>
                </a:lnTo>
                <a:lnTo>
                  <a:pt x="8228" y="2296"/>
                </a:lnTo>
                <a:lnTo>
                  <a:pt x="8227" y="2295"/>
                </a:lnTo>
                <a:lnTo>
                  <a:pt x="8227" y="2296"/>
                </a:lnTo>
                <a:lnTo>
                  <a:pt x="8226" y="2296"/>
                </a:lnTo>
                <a:lnTo>
                  <a:pt x="8227" y="2296"/>
                </a:lnTo>
                <a:lnTo>
                  <a:pt x="8227" y="2297"/>
                </a:lnTo>
                <a:lnTo>
                  <a:pt x="8227" y="2298"/>
                </a:lnTo>
                <a:lnTo>
                  <a:pt x="8228" y="2298"/>
                </a:lnTo>
                <a:lnTo>
                  <a:pt x="8229" y="2298"/>
                </a:lnTo>
                <a:lnTo>
                  <a:pt x="8229" y="2299"/>
                </a:lnTo>
                <a:lnTo>
                  <a:pt x="8229" y="2300"/>
                </a:lnTo>
                <a:lnTo>
                  <a:pt x="8228" y="2300"/>
                </a:lnTo>
                <a:lnTo>
                  <a:pt x="8227" y="2300"/>
                </a:lnTo>
                <a:lnTo>
                  <a:pt x="8226" y="2300"/>
                </a:lnTo>
                <a:lnTo>
                  <a:pt x="8224" y="2299"/>
                </a:lnTo>
                <a:lnTo>
                  <a:pt x="8223" y="2299"/>
                </a:lnTo>
                <a:lnTo>
                  <a:pt x="8223" y="2298"/>
                </a:lnTo>
                <a:lnTo>
                  <a:pt x="8222" y="2297"/>
                </a:lnTo>
                <a:lnTo>
                  <a:pt x="8222" y="2296"/>
                </a:lnTo>
                <a:lnTo>
                  <a:pt x="8221" y="2296"/>
                </a:lnTo>
                <a:lnTo>
                  <a:pt x="8220" y="2297"/>
                </a:lnTo>
                <a:lnTo>
                  <a:pt x="8219" y="2297"/>
                </a:lnTo>
                <a:lnTo>
                  <a:pt x="8219" y="2298"/>
                </a:lnTo>
                <a:lnTo>
                  <a:pt x="8218" y="2298"/>
                </a:lnTo>
                <a:lnTo>
                  <a:pt x="8217" y="2298"/>
                </a:lnTo>
                <a:lnTo>
                  <a:pt x="8215" y="2298"/>
                </a:lnTo>
                <a:lnTo>
                  <a:pt x="8214" y="2298"/>
                </a:lnTo>
                <a:lnTo>
                  <a:pt x="8213" y="2298"/>
                </a:lnTo>
                <a:lnTo>
                  <a:pt x="8212" y="2297"/>
                </a:lnTo>
                <a:lnTo>
                  <a:pt x="8211" y="2296"/>
                </a:lnTo>
                <a:lnTo>
                  <a:pt x="8210" y="2295"/>
                </a:lnTo>
                <a:lnTo>
                  <a:pt x="8209" y="2294"/>
                </a:lnTo>
                <a:lnTo>
                  <a:pt x="8209" y="2293"/>
                </a:lnTo>
                <a:lnTo>
                  <a:pt x="8209" y="2292"/>
                </a:lnTo>
                <a:lnTo>
                  <a:pt x="8209" y="2291"/>
                </a:lnTo>
                <a:lnTo>
                  <a:pt x="8209" y="2290"/>
                </a:lnTo>
                <a:lnTo>
                  <a:pt x="8208" y="2290"/>
                </a:lnTo>
                <a:lnTo>
                  <a:pt x="8207" y="2290"/>
                </a:lnTo>
                <a:lnTo>
                  <a:pt x="8207" y="2291"/>
                </a:lnTo>
                <a:lnTo>
                  <a:pt x="8207" y="2292"/>
                </a:lnTo>
                <a:lnTo>
                  <a:pt x="8206" y="2292"/>
                </a:lnTo>
                <a:lnTo>
                  <a:pt x="8205" y="2292"/>
                </a:lnTo>
                <a:lnTo>
                  <a:pt x="8204" y="2292"/>
                </a:lnTo>
                <a:lnTo>
                  <a:pt x="8203" y="2292"/>
                </a:lnTo>
                <a:lnTo>
                  <a:pt x="8202" y="2291"/>
                </a:lnTo>
                <a:lnTo>
                  <a:pt x="8201" y="2291"/>
                </a:lnTo>
                <a:lnTo>
                  <a:pt x="8201" y="2292"/>
                </a:lnTo>
                <a:lnTo>
                  <a:pt x="8200" y="2293"/>
                </a:lnTo>
                <a:lnTo>
                  <a:pt x="8199" y="2293"/>
                </a:lnTo>
                <a:lnTo>
                  <a:pt x="8198" y="2293"/>
                </a:lnTo>
                <a:lnTo>
                  <a:pt x="8199" y="2292"/>
                </a:lnTo>
                <a:lnTo>
                  <a:pt x="8199" y="2291"/>
                </a:lnTo>
                <a:lnTo>
                  <a:pt x="8198" y="2291"/>
                </a:lnTo>
                <a:lnTo>
                  <a:pt x="8197" y="2291"/>
                </a:lnTo>
                <a:lnTo>
                  <a:pt x="8197" y="2292"/>
                </a:lnTo>
                <a:lnTo>
                  <a:pt x="8197" y="2293"/>
                </a:lnTo>
                <a:lnTo>
                  <a:pt x="8197" y="2294"/>
                </a:lnTo>
                <a:lnTo>
                  <a:pt x="8197" y="2295"/>
                </a:lnTo>
                <a:lnTo>
                  <a:pt x="8198" y="2295"/>
                </a:lnTo>
                <a:lnTo>
                  <a:pt x="8197" y="2296"/>
                </a:lnTo>
                <a:lnTo>
                  <a:pt x="8196" y="2296"/>
                </a:lnTo>
                <a:lnTo>
                  <a:pt x="8195" y="2296"/>
                </a:lnTo>
                <a:lnTo>
                  <a:pt x="8194" y="2296"/>
                </a:lnTo>
                <a:lnTo>
                  <a:pt x="8193" y="2296"/>
                </a:lnTo>
                <a:lnTo>
                  <a:pt x="8192" y="2296"/>
                </a:lnTo>
                <a:lnTo>
                  <a:pt x="8191" y="2297"/>
                </a:lnTo>
                <a:lnTo>
                  <a:pt x="8191" y="2298"/>
                </a:lnTo>
                <a:lnTo>
                  <a:pt x="8190" y="2298"/>
                </a:lnTo>
                <a:lnTo>
                  <a:pt x="8189" y="2298"/>
                </a:lnTo>
                <a:lnTo>
                  <a:pt x="8189" y="2297"/>
                </a:lnTo>
                <a:lnTo>
                  <a:pt x="8188" y="2297"/>
                </a:lnTo>
                <a:lnTo>
                  <a:pt x="8188" y="2296"/>
                </a:lnTo>
                <a:lnTo>
                  <a:pt x="8188" y="2295"/>
                </a:lnTo>
                <a:lnTo>
                  <a:pt x="8187" y="2294"/>
                </a:lnTo>
                <a:lnTo>
                  <a:pt x="8185" y="2294"/>
                </a:lnTo>
                <a:lnTo>
                  <a:pt x="8184" y="2295"/>
                </a:lnTo>
                <a:lnTo>
                  <a:pt x="8183" y="2295"/>
                </a:lnTo>
                <a:lnTo>
                  <a:pt x="8182" y="2295"/>
                </a:lnTo>
                <a:lnTo>
                  <a:pt x="8181" y="2295"/>
                </a:lnTo>
                <a:lnTo>
                  <a:pt x="8181" y="2296"/>
                </a:lnTo>
                <a:lnTo>
                  <a:pt x="8182" y="2298"/>
                </a:lnTo>
                <a:lnTo>
                  <a:pt x="8182" y="2299"/>
                </a:lnTo>
                <a:lnTo>
                  <a:pt x="8181" y="2299"/>
                </a:lnTo>
                <a:lnTo>
                  <a:pt x="8180" y="2299"/>
                </a:lnTo>
                <a:lnTo>
                  <a:pt x="8179" y="2299"/>
                </a:lnTo>
                <a:lnTo>
                  <a:pt x="8178" y="2299"/>
                </a:lnTo>
                <a:lnTo>
                  <a:pt x="8178" y="2298"/>
                </a:lnTo>
                <a:lnTo>
                  <a:pt x="8177" y="2298"/>
                </a:lnTo>
                <a:lnTo>
                  <a:pt x="8175" y="2298"/>
                </a:lnTo>
                <a:lnTo>
                  <a:pt x="8175" y="2297"/>
                </a:lnTo>
                <a:lnTo>
                  <a:pt x="8174" y="2297"/>
                </a:lnTo>
                <a:lnTo>
                  <a:pt x="8173" y="2297"/>
                </a:lnTo>
                <a:lnTo>
                  <a:pt x="8172" y="2297"/>
                </a:lnTo>
                <a:lnTo>
                  <a:pt x="8171" y="2296"/>
                </a:lnTo>
                <a:lnTo>
                  <a:pt x="8171" y="2297"/>
                </a:lnTo>
                <a:lnTo>
                  <a:pt x="8170" y="2297"/>
                </a:lnTo>
                <a:lnTo>
                  <a:pt x="8169" y="2298"/>
                </a:lnTo>
                <a:lnTo>
                  <a:pt x="8169" y="2299"/>
                </a:lnTo>
                <a:lnTo>
                  <a:pt x="8168" y="2299"/>
                </a:lnTo>
                <a:lnTo>
                  <a:pt x="8167" y="2299"/>
                </a:lnTo>
                <a:lnTo>
                  <a:pt x="8166" y="2299"/>
                </a:lnTo>
                <a:lnTo>
                  <a:pt x="8165" y="2299"/>
                </a:lnTo>
                <a:lnTo>
                  <a:pt x="8165" y="2298"/>
                </a:lnTo>
                <a:lnTo>
                  <a:pt x="8165" y="2297"/>
                </a:lnTo>
                <a:lnTo>
                  <a:pt x="8167" y="2296"/>
                </a:lnTo>
                <a:lnTo>
                  <a:pt x="8168" y="2296"/>
                </a:lnTo>
                <a:lnTo>
                  <a:pt x="8168" y="2295"/>
                </a:lnTo>
                <a:lnTo>
                  <a:pt x="8169" y="2294"/>
                </a:lnTo>
                <a:lnTo>
                  <a:pt x="8169" y="2293"/>
                </a:lnTo>
                <a:lnTo>
                  <a:pt x="8169" y="2292"/>
                </a:lnTo>
                <a:lnTo>
                  <a:pt x="8168" y="2292"/>
                </a:lnTo>
                <a:lnTo>
                  <a:pt x="8168" y="2291"/>
                </a:lnTo>
                <a:lnTo>
                  <a:pt x="8167" y="2291"/>
                </a:lnTo>
                <a:lnTo>
                  <a:pt x="8166" y="2291"/>
                </a:lnTo>
                <a:lnTo>
                  <a:pt x="8166" y="2292"/>
                </a:lnTo>
                <a:lnTo>
                  <a:pt x="8165" y="2292"/>
                </a:lnTo>
                <a:lnTo>
                  <a:pt x="8165" y="2293"/>
                </a:lnTo>
                <a:lnTo>
                  <a:pt x="8164" y="2295"/>
                </a:lnTo>
                <a:lnTo>
                  <a:pt x="8163" y="2295"/>
                </a:lnTo>
                <a:lnTo>
                  <a:pt x="8162" y="2295"/>
                </a:lnTo>
                <a:lnTo>
                  <a:pt x="8162" y="2294"/>
                </a:lnTo>
                <a:lnTo>
                  <a:pt x="8161" y="2294"/>
                </a:lnTo>
                <a:lnTo>
                  <a:pt x="8161" y="2293"/>
                </a:lnTo>
                <a:lnTo>
                  <a:pt x="8161" y="2292"/>
                </a:lnTo>
                <a:lnTo>
                  <a:pt x="8161" y="2291"/>
                </a:lnTo>
                <a:lnTo>
                  <a:pt x="8160" y="2291"/>
                </a:lnTo>
                <a:lnTo>
                  <a:pt x="8159" y="2292"/>
                </a:lnTo>
                <a:lnTo>
                  <a:pt x="8158" y="2292"/>
                </a:lnTo>
                <a:lnTo>
                  <a:pt x="8157" y="2292"/>
                </a:lnTo>
                <a:lnTo>
                  <a:pt x="8157" y="2291"/>
                </a:lnTo>
                <a:lnTo>
                  <a:pt x="8157" y="2290"/>
                </a:lnTo>
                <a:lnTo>
                  <a:pt x="8156" y="2290"/>
                </a:lnTo>
                <a:lnTo>
                  <a:pt x="8155" y="2290"/>
                </a:lnTo>
                <a:lnTo>
                  <a:pt x="8155" y="2291"/>
                </a:lnTo>
                <a:lnTo>
                  <a:pt x="8154" y="2292"/>
                </a:lnTo>
                <a:lnTo>
                  <a:pt x="8153" y="2292"/>
                </a:lnTo>
                <a:lnTo>
                  <a:pt x="8152" y="2292"/>
                </a:lnTo>
                <a:lnTo>
                  <a:pt x="8151" y="2291"/>
                </a:lnTo>
                <a:lnTo>
                  <a:pt x="8151" y="2290"/>
                </a:lnTo>
                <a:lnTo>
                  <a:pt x="8151" y="2289"/>
                </a:lnTo>
                <a:lnTo>
                  <a:pt x="8150" y="2289"/>
                </a:lnTo>
                <a:lnTo>
                  <a:pt x="8149" y="2289"/>
                </a:lnTo>
                <a:lnTo>
                  <a:pt x="8149" y="2290"/>
                </a:lnTo>
                <a:lnTo>
                  <a:pt x="8149" y="2291"/>
                </a:lnTo>
                <a:lnTo>
                  <a:pt x="8148" y="2291"/>
                </a:lnTo>
                <a:lnTo>
                  <a:pt x="8148" y="2292"/>
                </a:lnTo>
                <a:lnTo>
                  <a:pt x="8148" y="2293"/>
                </a:lnTo>
                <a:lnTo>
                  <a:pt x="8147" y="2293"/>
                </a:lnTo>
                <a:lnTo>
                  <a:pt x="8146" y="2293"/>
                </a:lnTo>
                <a:lnTo>
                  <a:pt x="8146" y="2292"/>
                </a:lnTo>
                <a:lnTo>
                  <a:pt x="8146" y="2291"/>
                </a:lnTo>
                <a:lnTo>
                  <a:pt x="8146" y="2290"/>
                </a:lnTo>
                <a:lnTo>
                  <a:pt x="8145" y="2290"/>
                </a:lnTo>
                <a:lnTo>
                  <a:pt x="8145" y="2291"/>
                </a:lnTo>
                <a:lnTo>
                  <a:pt x="8144" y="2291"/>
                </a:lnTo>
                <a:lnTo>
                  <a:pt x="8143" y="2291"/>
                </a:lnTo>
                <a:lnTo>
                  <a:pt x="8143" y="2292"/>
                </a:lnTo>
                <a:lnTo>
                  <a:pt x="8142" y="2292"/>
                </a:lnTo>
                <a:lnTo>
                  <a:pt x="8141" y="2292"/>
                </a:lnTo>
                <a:lnTo>
                  <a:pt x="8140" y="2291"/>
                </a:lnTo>
                <a:lnTo>
                  <a:pt x="8140" y="2290"/>
                </a:lnTo>
                <a:lnTo>
                  <a:pt x="8140" y="2289"/>
                </a:lnTo>
                <a:lnTo>
                  <a:pt x="8141" y="2289"/>
                </a:lnTo>
                <a:lnTo>
                  <a:pt x="8142" y="2289"/>
                </a:lnTo>
                <a:lnTo>
                  <a:pt x="8143" y="2289"/>
                </a:lnTo>
                <a:lnTo>
                  <a:pt x="8143" y="2288"/>
                </a:lnTo>
                <a:lnTo>
                  <a:pt x="8142" y="2288"/>
                </a:lnTo>
                <a:lnTo>
                  <a:pt x="8142" y="2287"/>
                </a:lnTo>
                <a:lnTo>
                  <a:pt x="8142" y="2286"/>
                </a:lnTo>
                <a:lnTo>
                  <a:pt x="8142" y="2285"/>
                </a:lnTo>
                <a:lnTo>
                  <a:pt x="8143" y="2285"/>
                </a:lnTo>
                <a:lnTo>
                  <a:pt x="8144" y="2285"/>
                </a:lnTo>
                <a:lnTo>
                  <a:pt x="8145" y="2284"/>
                </a:lnTo>
                <a:lnTo>
                  <a:pt x="8145" y="2283"/>
                </a:lnTo>
                <a:lnTo>
                  <a:pt x="8144" y="2283"/>
                </a:lnTo>
                <a:lnTo>
                  <a:pt x="8144" y="2282"/>
                </a:lnTo>
                <a:lnTo>
                  <a:pt x="8145" y="2281"/>
                </a:lnTo>
                <a:lnTo>
                  <a:pt x="8145" y="2280"/>
                </a:lnTo>
                <a:lnTo>
                  <a:pt x="8147" y="2280"/>
                </a:lnTo>
                <a:lnTo>
                  <a:pt x="8148" y="2280"/>
                </a:lnTo>
                <a:lnTo>
                  <a:pt x="8149" y="2280"/>
                </a:lnTo>
                <a:lnTo>
                  <a:pt x="8150" y="2280"/>
                </a:lnTo>
                <a:lnTo>
                  <a:pt x="8150" y="2279"/>
                </a:lnTo>
                <a:lnTo>
                  <a:pt x="8150" y="2278"/>
                </a:lnTo>
                <a:lnTo>
                  <a:pt x="8149" y="2278"/>
                </a:lnTo>
                <a:lnTo>
                  <a:pt x="8149" y="2277"/>
                </a:lnTo>
                <a:lnTo>
                  <a:pt x="8148" y="2277"/>
                </a:lnTo>
                <a:lnTo>
                  <a:pt x="8147" y="2278"/>
                </a:lnTo>
                <a:lnTo>
                  <a:pt x="8146" y="2278"/>
                </a:lnTo>
                <a:lnTo>
                  <a:pt x="8144" y="2279"/>
                </a:lnTo>
                <a:lnTo>
                  <a:pt x="8143" y="2279"/>
                </a:lnTo>
                <a:lnTo>
                  <a:pt x="8142" y="2279"/>
                </a:lnTo>
                <a:lnTo>
                  <a:pt x="8141" y="2279"/>
                </a:lnTo>
                <a:lnTo>
                  <a:pt x="8140" y="2278"/>
                </a:lnTo>
                <a:lnTo>
                  <a:pt x="8140" y="2277"/>
                </a:lnTo>
                <a:lnTo>
                  <a:pt x="8141" y="2276"/>
                </a:lnTo>
                <a:lnTo>
                  <a:pt x="8140" y="2276"/>
                </a:lnTo>
                <a:lnTo>
                  <a:pt x="8140" y="2275"/>
                </a:lnTo>
                <a:lnTo>
                  <a:pt x="8140" y="2274"/>
                </a:lnTo>
                <a:lnTo>
                  <a:pt x="8139" y="2274"/>
                </a:lnTo>
                <a:lnTo>
                  <a:pt x="8138" y="2275"/>
                </a:lnTo>
                <a:lnTo>
                  <a:pt x="8137" y="2276"/>
                </a:lnTo>
                <a:lnTo>
                  <a:pt x="8136" y="2276"/>
                </a:lnTo>
                <a:lnTo>
                  <a:pt x="8136" y="2275"/>
                </a:lnTo>
                <a:lnTo>
                  <a:pt x="8135" y="2275"/>
                </a:lnTo>
                <a:lnTo>
                  <a:pt x="8134" y="2275"/>
                </a:lnTo>
                <a:lnTo>
                  <a:pt x="8134" y="2274"/>
                </a:lnTo>
                <a:lnTo>
                  <a:pt x="8135" y="2274"/>
                </a:lnTo>
                <a:lnTo>
                  <a:pt x="8135" y="2273"/>
                </a:lnTo>
                <a:lnTo>
                  <a:pt x="8136" y="2274"/>
                </a:lnTo>
                <a:lnTo>
                  <a:pt x="8136" y="2273"/>
                </a:lnTo>
                <a:lnTo>
                  <a:pt x="8136" y="2272"/>
                </a:lnTo>
                <a:lnTo>
                  <a:pt x="8137" y="2272"/>
                </a:lnTo>
                <a:lnTo>
                  <a:pt x="8137" y="2271"/>
                </a:lnTo>
                <a:lnTo>
                  <a:pt x="8136" y="2271"/>
                </a:lnTo>
                <a:lnTo>
                  <a:pt x="8136" y="2270"/>
                </a:lnTo>
                <a:lnTo>
                  <a:pt x="8135" y="2270"/>
                </a:lnTo>
                <a:lnTo>
                  <a:pt x="8134" y="2271"/>
                </a:lnTo>
                <a:lnTo>
                  <a:pt x="8133" y="2271"/>
                </a:lnTo>
                <a:lnTo>
                  <a:pt x="8132" y="2271"/>
                </a:lnTo>
                <a:lnTo>
                  <a:pt x="8131" y="2271"/>
                </a:lnTo>
                <a:lnTo>
                  <a:pt x="8131" y="2270"/>
                </a:lnTo>
                <a:lnTo>
                  <a:pt x="8130" y="2269"/>
                </a:lnTo>
                <a:lnTo>
                  <a:pt x="8129" y="2268"/>
                </a:lnTo>
                <a:lnTo>
                  <a:pt x="8128" y="2268"/>
                </a:lnTo>
                <a:lnTo>
                  <a:pt x="8127" y="2268"/>
                </a:lnTo>
                <a:lnTo>
                  <a:pt x="8126" y="2268"/>
                </a:lnTo>
                <a:lnTo>
                  <a:pt x="8125" y="2268"/>
                </a:lnTo>
                <a:lnTo>
                  <a:pt x="8124" y="2267"/>
                </a:lnTo>
                <a:lnTo>
                  <a:pt x="8124" y="2266"/>
                </a:lnTo>
                <a:lnTo>
                  <a:pt x="8125" y="2266"/>
                </a:lnTo>
                <a:lnTo>
                  <a:pt x="8125" y="2265"/>
                </a:lnTo>
                <a:lnTo>
                  <a:pt x="8125" y="2263"/>
                </a:lnTo>
                <a:lnTo>
                  <a:pt x="8125" y="2262"/>
                </a:lnTo>
                <a:lnTo>
                  <a:pt x="8126" y="2262"/>
                </a:lnTo>
                <a:lnTo>
                  <a:pt x="8127" y="2263"/>
                </a:lnTo>
                <a:lnTo>
                  <a:pt x="8128" y="2263"/>
                </a:lnTo>
                <a:lnTo>
                  <a:pt x="8129" y="2263"/>
                </a:lnTo>
                <a:lnTo>
                  <a:pt x="8129" y="2262"/>
                </a:lnTo>
                <a:lnTo>
                  <a:pt x="8130" y="2261"/>
                </a:lnTo>
                <a:lnTo>
                  <a:pt x="8130" y="2260"/>
                </a:lnTo>
                <a:lnTo>
                  <a:pt x="8129" y="2259"/>
                </a:lnTo>
                <a:lnTo>
                  <a:pt x="8129" y="2260"/>
                </a:lnTo>
                <a:lnTo>
                  <a:pt x="8128" y="2260"/>
                </a:lnTo>
                <a:lnTo>
                  <a:pt x="8127" y="2260"/>
                </a:lnTo>
                <a:lnTo>
                  <a:pt x="8126" y="2260"/>
                </a:lnTo>
                <a:lnTo>
                  <a:pt x="8125" y="2259"/>
                </a:lnTo>
                <a:lnTo>
                  <a:pt x="8125" y="2258"/>
                </a:lnTo>
                <a:lnTo>
                  <a:pt x="8125" y="2257"/>
                </a:lnTo>
                <a:lnTo>
                  <a:pt x="8124" y="2257"/>
                </a:lnTo>
                <a:lnTo>
                  <a:pt x="8124" y="2256"/>
                </a:lnTo>
                <a:lnTo>
                  <a:pt x="8124" y="2255"/>
                </a:lnTo>
                <a:lnTo>
                  <a:pt x="8124" y="2254"/>
                </a:lnTo>
                <a:lnTo>
                  <a:pt x="8124" y="2253"/>
                </a:lnTo>
                <a:lnTo>
                  <a:pt x="8123" y="2252"/>
                </a:lnTo>
                <a:lnTo>
                  <a:pt x="8122" y="2253"/>
                </a:lnTo>
                <a:lnTo>
                  <a:pt x="8120" y="2254"/>
                </a:lnTo>
                <a:lnTo>
                  <a:pt x="8119" y="2254"/>
                </a:lnTo>
                <a:lnTo>
                  <a:pt x="8118" y="2254"/>
                </a:lnTo>
                <a:lnTo>
                  <a:pt x="8117" y="2253"/>
                </a:lnTo>
                <a:lnTo>
                  <a:pt x="8116" y="2253"/>
                </a:lnTo>
                <a:lnTo>
                  <a:pt x="8116" y="2252"/>
                </a:lnTo>
                <a:lnTo>
                  <a:pt x="8117" y="2252"/>
                </a:lnTo>
                <a:lnTo>
                  <a:pt x="8117" y="2251"/>
                </a:lnTo>
                <a:lnTo>
                  <a:pt x="8116" y="2250"/>
                </a:lnTo>
                <a:lnTo>
                  <a:pt x="8115" y="2250"/>
                </a:lnTo>
                <a:lnTo>
                  <a:pt x="8113" y="2250"/>
                </a:lnTo>
                <a:lnTo>
                  <a:pt x="8112" y="2250"/>
                </a:lnTo>
                <a:lnTo>
                  <a:pt x="8112" y="2249"/>
                </a:lnTo>
                <a:lnTo>
                  <a:pt x="8111" y="2248"/>
                </a:lnTo>
                <a:lnTo>
                  <a:pt x="8110" y="2248"/>
                </a:lnTo>
                <a:lnTo>
                  <a:pt x="8110" y="2249"/>
                </a:lnTo>
                <a:lnTo>
                  <a:pt x="8109" y="2249"/>
                </a:lnTo>
                <a:lnTo>
                  <a:pt x="8108" y="2249"/>
                </a:lnTo>
                <a:lnTo>
                  <a:pt x="8107" y="2249"/>
                </a:lnTo>
                <a:lnTo>
                  <a:pt x="8107" y="2250"/>
                </a:lnTo>
                <a:lnTo>
                  <a:pt x="8106" y="2250"/>
                </a:lnTo>
                <a:lnTo>
                  <a:pt x="8106" y="2251"/>
                </a:lnTo>
                <a:lnTo>
                  <a:pt x="8106" y="2250"/>
                </a:lnTo>
                <a:lnTo>
                  <a:pt x="8105" y="2250"/>
                </a:lnTo>
                <a:lnTo>
                  <a:pt x="8105" y="2249"/>
                </a:lnTo>
                <a:lnTo>
                  <a:pt x="8104" y="2248"/>
                </a:lnTo>
                <a:lnTo>
                  <a:pt x="8105" y="2247"/>
                </a:lnTo>
                <a:lnTo>
                  <a:pt x="8106" y="2247"/>
                </a:lnTo>
                <a:lnTo>
                  <a:pt x="8106" y="2246"/>
                </a:lnTo>
                <a:lnTo>
                  <a:pt x="8106" y="2244"/>
                </a:lnTo>
                <a:lnTo>
                  <a:pt x="8106" y="2243"/>
                </a:lnTo>
                <a:lnTo>
                  <a:pt x="8105" y="2243"/>
                </a:lnTo>
                <a:lnTo>
                  <a:pt x="8103" y="2242"/>
                </a:lnTo>
                <a:lnTo>
                  <a:pt x="8102" y="2243"/>
                </a:lnTo>
                <a:lnTo>
                  <a:pt x="8102" y="2244"/>
                </a:lnTo>
                <a:lnTo>
                  <a:pt x="8101" y="2244"/>
                </a:lnTo>
                <a:lnTo>
                  <a:pt x="8101" y="2245"/>
                </a:lnTo>
                <a:lnTo>
                  <a:pt x="8100" y="2246"/>
                </a:lnTo>
                <a:lnTo>
                  <a:pt x="8100" y="2247"/>
                </a:lnTo>
                <a:lnTo>
                  <a:pt x="8099" y="2247"/>
                </a:lnTo>
                <a:lnTo>
                  <a:pt x="8098" y="2247"/>
                </a:lnTo>
                <a:lnTo>
                  <a:pt x="8098" y="2248"/>
                </a:lnTo>
                <a:lnTo>
                  <a:pt x="8097" y="2248"/>
                </a:lnTo>
                <a:lnTo>
                  <a:pt x="8097" y="2249"/>
                </a:lnTo>
                <a:lnTo>
                  <a:pt x="8096" y="2249"/>
                </a:lnTo>
                <a:lnTo>
                  <a:pt x="8096" y="2250"/>
                </a:lnTo>
                <a:lnTo>
                  <a:pt x="8095" y="2252"/>
                </a:lnTo>
                <a:lnTo>
                  <a:pt x="8094" y="2255"/>
                </a:lnTo>
                <a:lnTo>
                  <a:pt x="8094" y="2256"/>
                </a:lnTo>
                <a:lnTo>
                  <a:pt x="8094" y="2257"/>
                </a:lnTo>
                <a:lnTo>
                  <a:pt x="8094" y="2258"/>
                </a:lnTo>
                <a:lnTo>
                  <a:pt x="8094" y="2259"/>
                </a:lnTo>
                <a:lnTo>
                  <a:pt x="8094" y="2260"/>
                </a:lnTo>
                <a:lnTo>
                  <a:pt x="8094" y="2261"/>
                </a:lnTo>
                <a:lnTo>
                  <a:pt x="8094" y="2263"/>
                </a:lnTo>
                <a:lnTo>
                  <a:pt x="8093" y="2264"/>
                </a:lnTo>
                <a:lnTo>
                  <a:pt x="8092" y="2264"/>
                </a:lnTo>
                <a:lnTo>
                  <a:pt x="8091" y="2263"/>
                </a:lnTo>
                <a:lnTo>
                  <a:pt x="8091" y="2262"/>
                </a:lnTo>
                <a:lnTo>
                  <a:pt x="8091" y="2261"/>
                </a:lnTo>
                <a:lnTo>
                  <a:pt x="8090" y="2261"/>
                </a:lnTo>
                <a:lnTo>
                  <a:pt x="8090" y="2260"/>
                </a:lnTo>
                <a:lnTo>
                  <a:pt x="8089" y="2260"/>
                </a:lnTo>
                <a:lnTo>
                  <a:pt x="8089" y="2259"/>
                </a:lnTo>
                <a:lnTo>
                  <a:pt x="8088" y="2259"/>
                </a:lnTo>
                <a:lnTo>
                  <a:pt x="8088" y="2260"/>
                </a:lnTo>
                <a:lnTo>
                  <a:pt x="8087" y="2261"/>
                </a:lnTo>
                <a:lnTo>
                  <a:pt x="8087" y="2262"/>
                </a:lnTo>
                <a:lnTo>
                  <a:pt x="8087" y="2264"/>
                </a:lnTo>
                <a:lnTo>
                  <a:pt x="8087" y="2265"/>
                </a:lnTo>
                <a:lnTo>
                  <a:pt x="8087" y="2267"/>
                </a:lnTo>
                <a:lnTo>
                  <a:pt x="8087" y="2268"/>
                </a:lnTo>
                <a:lnTo>
                  <a:pt x="8088" y="2268"/>
                </a:lnTo>
                <a:lnTo>
                  <a:pt x="8089" y="2269"/>
                </a:lnTo>
                <a:lnTo>
                  <a:pt x="8089" y="2270"/>
                </a:lnTo>
                <a:lnTo>
                  <a:pt x="8089" y="2271"/>
                </a:lnTo>
                <a:lnTo>
                  <a:pt x="8088" y="2271"/>
                </a:lnTo>
                <a:lnTo>
                  <a:pt x="8087" y="2271"/>
                </a:lnTo>
                <a:lnTo>
                  <a:pt x="8086" y="2271"/>
                </a:lnTo>
                <a:lnTo>
                  <a:pt x="8085" y="2271"/>
                </a:lnTo>
                <a:lnTo>
                  <a:pt x="8085" y="2270"/>
                </a:lnTo>
                <a:lnTo>
                  <a:pt x="8085" y="2269"/>
                </a:lnTo>
                <a:lnTo>
                  <a:pt x="8084" y="2268"/>
                </a:lnTo>
                <a:lnTo>
                  <a:pt x="8084" y="2267"/>
                </a:lnTo>
                <a:lnTo>
                  <a:pt x="8083" y="2267"/>
                </a:lnTo>
                <a:lnTo>
                  <a:pt x="8082" y="2266"/>
                </a:lnTo>
                <a:lnTo>
                  <a:pt x="8081" y="2265"/>
                </a:lnTo>
                <a:lnTo>
                  <a:pt x="8081" y="2266"/>
                </a:lnTo>
                <a:lnTo>
                  <a:pt x="8080" y="2265"/>
                </a:lnTo>
                <a:lnTo>
                  <a:pt x="8079" y="2265"/>
                </a:lnTo>
                <a:lnTo>
                  <a:pt x="8078" y="2264"/>
                </a:lnTo>
                <a:lnTo>
                  <a:pt x="8077" y="2264"/>
                </a:lnTo>
                <a:lnTo>
                  <a:pt x="8075" y="2263"/>
                </a:lnTo>
                <a:lnTo>
                  <a:pt x="8073" y="2263"/>
                </a:lnTo>
                <a:lnTo>
                  <a:pt x="8072" y="2263"/>
                </a:lnTo>
                <a:lnTo>
                  <a:pt x="8071" y="2265"/>
                </a:lnTo>
                <a:lnTo>
                  <a:pt x="8071" y="2266"/>
                </a:lnTo>
                <a:lnTo>
                  <a:pt x="8072" y="2266"/>
                </a:lnTo>
                <a:lnTo>
                  <a:pt x="8072" y="2265"/>
                </a:lnTo>
                <a:lnTo>
                  <a:pt x="8073" y="2265"/>
                </a:lnTo>
                <a:lnTo>
                  <a:pt x="8073" y="2266"/>
                </a:lnTo>
                <a:lnTo>
                  <a:pt x="8074" y="2266"/>
                </a:lnTo>
                <a:lnTo>
                  <a:pt x="8076" y="2266"/>
                </a:lnTo>
                <a:lnTo>
                  <a:pt x="8077" y="2266"/>
                </a:lnTo>
                <a:lnTo>
                  <a:pt x="8078" y="2267"/>
                </a:lnTo>
                <a:lnTo>
                  <a:pt x="8079" y="2268"/>
                </a:lnTo>
                <a:lnTo>
                  <a:pt x="8079" y="2269"/>
                </a:lnTo>
                <a:lnTo>
                  <a:pt x="8078" y="2269"/>
                </a:lnTo>
                <a:lnTo>
                  <a:pt x="8078" y="2270"/>
                </a:lnTo>
                <a:lnTo>
                  <a:pt x="8078" y="2271"/>
                </a:lnTo>
                <a:lnTo>
                  <a:pt x="8077" y="2272"/>
                </a:lnTo>
                <a:lnTo>
                  <a:pt x="8076" y="2274"/>
                </a:lnTo>
                <a:lnTo>
                  <a:pt x="8075" y="2275"/>
                </a:lnTo>
                <a:lnTo>
                  <a:pt x="8075" y="2276"/>
                </a:lnTo>
                <a:lnTo>
                  <a:pt x="8074" y="2276"/>
                </a:lnTo>
                <a:lnTo>
                  <a:pt x="8073" y="2277"/>
                </a:lnTo>
                <a:lnTo>
                  <a:pt x="8074" y="2277"/>
                </a:lnTo>
                <a:lnTo>
                  <a:pt x="8075" y="2277"/>
                </a:lnTo>
                <a:lnTo>
                  <a:pt x="8075" y="2278"/>
                </a:lnTo>
                <a:lnTo>
                  <a:pt x="8076" y="2279"/>
                </a:lnTo>
                <a:lnTo>
                  <a:pt x="8075" y="2280"/>
                </a:lnTo>
                <a:lnTo>
                  <a:pt x="8075" y="2281"/>
                </a:lnTo>
                <a:lnTo>
                  <a:pt x="8074" y="2281"/>
                </a:lnTo>
                <a:lnTo>
                  <a:pt x="8073" y="2281"/>
                </a:lnTo>
                <a:lnTo>
                  <a:pt x="8072" y="2281"/>
                </a:lnTo>
                <a:lnTo>
                  <a:pt x="8071" y="2281"/>
                </a:lnTo>
                <a:lnTo>
                  <a:pt x="8071" y="2282"/>
                </a:lnTo>
                <a:lnTo>
                  <a:pt x="8071" y="2283"/>
                </a:lnTo>
                <a:lnTo>
                  <a:pt x="8070" y="2284"/>
                </a:lnTo>
                <a:lnTo>
                  <a:pt x="8067" y="2284"/>
                </a:lnTo>
                <a:lnTo>
                  <a:pt x="8067" y="2283"/>
                </a:lnTo>
                <a:lnTo>
                  <a:pt x="8066" y="2283"/>
                </a:lnTo>
                <a:lnTo>
                  <a:pt x="8065" y="2282"/>
                </a:lnTo>
                <a:lnTo>
                  <a:pt x="8064" y="2282"/>
                </a:lnTo>
                <a:lnTo>
                  <a:pt x="8063" y="2282"/>
                </a:lnTo>
                <a:lnTo>
                  <a:pt x="8063" y="2283"/>
                </a:lnTo>
                <a:lnTo>
                  <a:pt x="8063" y="2284"/>
                </a:lnTo>
                <a:lnTo>
                  <a:pt x="8063" y="2285"/>
                </a:lnTo>
                <a:lnTo>
                  <a:pt x="8064" y="2286"/>
                </a:lnTo>
                <a:lnTo>
                  <a:pt x="8065" y="2286"/>
                </a:lnTo>
                <a:lnTo>
                  <a:pt x="8065" y="2287"/>
                </a:lnTo>
                <a:lnTo>
                  <a:pt x="8064" y="2288"/>
                </a:lnTo>
                <a:lnTo>
                  <a:pt x="8063" y="2290"/>
                </a:lnTo>
                <a:lnTo>
                  <a:pt x="8062" y="2290"/>
                </a:lnTo>
                <a:lnTo>
                  <a:pt x="8062" y="2291"/>
                </a:lnTo>
                <a:lnTo>
                  <a:pt x="8062" y="2292"/>
                </a:lnTo>
                <a:lnTo>
                  <a:pt x="8063" y="2293"/>
                </a:lnTo>
                <a:lnTo>
                  <a:pt x="8062" y="2293"/>
                </a:lnTo>
                <a:lnTo>
                  <a:pt x="8062" y="2294"/>
                </a:lnTo>
                <a:lnTo>
                  <a:pt x="8061" y="2294"/>
                </a:lnTo>
                <a:lnTo>
                  <a:pt x="8060" y="2294"/>
                </a:lnTo>
                <a:lnTo>
                  <a:pt x="8059" y="2294"/>
                </a:lnTo>
                <a:lnTo>
                  <a:pt x="8059" y="2295"/>
                </a:lnTo>
                <a:lnTo>
                  <a:pt x="8060" y="2297"/>
                </a:lnTo>
                <a:lnTo>
                  <a:pt x="8060" y="2298"/>
                </a:lnTo>
                <a:lnTo>
                  <a:pt x="8061" y="2299"/>
                </a:lnTo>
                <a:lnTo>
                  <a:pt x="8062" y="2300"/>
                </a:lnTo>
                <a:lnTo>
                  <a:pt x="8064" y="2302"/>
                </a:lnTo>
                <a:lnTo>
                  <a:pt x="8065" y="2303"/>
                </a:lnTo>
                <a:lnTo>
                  <a:pt x="8065" y="2304"/>
                </a:lnTo>
                <a:lnTo>
                  <a:pt x="8065" y="2305"/>
                </a:lnTo>
                <a:lnTo>
                  <a:pt x="8065" y="2306"/>
                </a:lnTo>
                <a:lnTo>
                  <a:pt x="8065" y="2307"/>
                </a:lnTo>
                <a:lnTo>
                  <a:pt x="8064" y="2307"/>
                </a:lnTo>
                <a:lnTo>
                  <a:pt x="8063" y="2307"/>
                </a:lnTo>
                <a:lnTo>
                  <a:pt x="8063" y="2308"/>
                </a:lnTo>
                <a:lnTo>
                  <a:pt x="8062" y="2309"/>
                </a:lnTo>
                <a:lnTo>
                  <a:pt x="8062" y="2310"/>
                </a:lnTo>
                <a:lnTo>
                  <a:pt x="8062" y="2311"/>
                </a:lnTo>
                <a:lnTo>
                  <a:pt x="8063" y="2311"/>
                </a:lnTo>
                <a:lnTo>
                  <a:pt x="8063" y="2312"/>
                </a:lnTo>
                <a:lnTo>
                  <a:pt x="8063" y="2313"/>
                </a:lnTo>
                <a:lnTo>
                  <a:pt x="8062" y="2313"/>
                </a:lnTo>
                <a:lnTo>
                  <a:pt x="8062" y="2314"/>
                </a:lnTo>
                <a:lnTo>
                  <a:pt x="8063" y="2315"/>
                </a:lnTo>
                <a:lnTo>
                  <a:pt x="8063" y="2316"/>
                </a:lnTo>
                <a:lnTo>
                  <a:pt x="8062" y="2317"/>
                </a:lnTo>
                <a:lnTo>
                  <a:pt x="8062" y="2318"/>
                </a:lnTo>
                <a:lnTo>
                  <a:pt x="8062" y="2319"/>
                </a:lnTo>
                <a:lnTo>
                  <a:pt x="8063" y="2319"/>
                </a:lnTo>
                <a:lnTo>
                  <a:pt x="8063" y="2320"/>
                </a:lnTo>
                <a:lnTo>
                  <a:pt x="8063" y="2321"/>
                </a:lnTo>
                <a:lnTo>
                  <a:pt x="8062" y="2321"/>
                </a:lnTo>
                <a:lnTo>
                  <a:pt x="8061" y="2322"/>
                </a:lnTo>
                <a:lnTo>
                  <a:pt x="8061" y="2323"/>
                </a:lnTo>
                <a:lnTo>
                  <a:pt x="8060" y="2324"/>
                </a:lnTo>
                <a:lnTo>
                  <a:pt x="8060" y="2326"/>
                </a:lnTo>
                <a:lnTo>
                  <a:pt x="8060" y="2327"/>
                </a:lnTo>
                <a:lnTo>
                  <a:pt x="8060" y="2328"/>
                </a:lnTo>
                <a:lnTo>
                  <a:pt x="8059" y="2329"/>
                </a:lnTo>
                <a:lnTo>
                  <a:pt x="8059" y="2330"/>
                </a:lnTo>
                <a:lnTo>
                  <a:pt x="8059" y="2331"/>
                </a:lnTo>
                <a:lnTo>
                  <a:pt x="8058" y="2331"/>
                </a:lnTo>
                <a:lnTo>
                  <a:pt x="8058" y="2332"/>
                </a:lnTo>
                <a:lnTo>
                  <a:pt x="8059" y="2332"/>
                </a:lnTo>
                <a:lnTo>
                  <a:pt x="8060" y="2332"/>
                </a:lnTo>
                <a:lnTo>
                  <a:pt x="8061" y="2332"/>
                </a:lnTo>
                <a:lnTo>
                  <a:pt x="8061" y="2333"/>
                </a:lnTo>
                <a:lnTo>
                  <a:pt x="8060" y="2334"/>
                </a:lnTo>
                <a:lnTo>
                  <a:pt x="8060" y="2335"/>
                </a:lnTo>
                <a:lnTo>
                  <a:pt x="8060" y="2336"/>
                </a:lnTo>
                <a:lnTo>
                  <a:pt x="8060" y="2337"/>
                </a:lnTo>
                <a:lnTo>
                  <a:pt x="8060" y="2338"/>
                </a:lnTo>
                <a:lnTo>
                  <a:pt x="8060" y="2339"/>
                </a:lnTo>
                <a:lnTo>
                  <a:pt x="8060" y="2340"/>
                </a:lnTo>
                <a:lnTo>
                  <a:pt x="8061" y="2339"/>
                </a:lnTo>
                <a:lnTo>
                  <a:pt x="8062" y="2338"/>
                </a:lnTo>
                <a:lnTo>
                  <a:pt x="8063" y="2339"/>
                </a:lnTo>
                <a:lnTo>
                  <a:pt x="8062" y="2339"/>
                </a:lnTo>
                <a:lnTo>
                  <a:pt x="8062" y="2340"/>
                </a:lnTo>
                <a:lnTo>
                  <a:pt x="8061" y="2340"/>
                </a:lnTo>
                <a:lnTo>
                  <a:pt x="8061" y="2341"/>
                </a:lnTo>
                <a:lnTo>
                  <a:pt x="8061" y="2342"/>
                </a:lnTo>
                <a:lnTo>
                  <a:pt x="8062" y="2342"/>
                </a:lnTo>
                <a:lnTo>
                  <a:pt x="8061" y="2343"/>
                </a:lnTo>
                <a:lnTo>
                  <a:pt x="8062" y="2343"/>
                </a:lnTo>
                <a:lnTo>
                  <a:pt x="8063" y="2344"/>
                </a:lnTo>
                <a:lnTo>
                  <a:pt x="8064" y="2344"/>
                </a:lnTo>
                <a:lnTo>
                  <a:pt x="8065" y="2344"/>
                </a:lnTo>
                <a:lnTo>
                  <a:pt x="8065" y="2345"/>
                </a:lnTo>
                <a:lnTo>
                  <a:pt x="8065" y="2346"/>
                </a:lnTo>
                <a:lnTo>
                  <a:pt x="8065" y="2347"/>
                </a:lnTo>
                <a:lnTo>
                  <a:pt x="8065" y="2348"/>
                </a:lnTo>
                <a:lnTo>
                  <a:pt x="8064" y="2349"/>
                </a:lnTo>
                <a:lnTo>
                  <a:pt x="8062" y="2350"/>
                </a:lnTo>
                <a:lnTo>
                  <a:pt x="8061" y="2350"/>
                </a:lnTo>
                <a:lnTo>
                  <a:pt x="8060" y="2350"/>
                </a:lnTo>
                <a:lnTo>
                  <a:pt x="8059" y="2351"/>
                </a:lnTo>
                <a:lnTo>
                  <a:pt x="8058" y="2351"/>
                </a:lnTo>
                <a:lnTo>
                  <a:pt x="8057" y="2351"/>
                </a:lnTo>
                <a:lnTo>
                  <a:pt x="8057" y="2350"/>
                </a:lnTo>
                <a:lnTo>
                  <a:pt x="8058" y="2349"/>
                </a:lnTo>
                <a:lnTo>
                  <a:pt x="8059" y="2349"/>
                </a:lnTo>
                <a:lnTo>
                  <a:pt x="8060" y="2349"/>
                </a:lnTo>
                <a:lnTo>
                  <a:pt x="8060" y="2348"/>
                </a:lnTo>
                <a:lnTo>
                  <a:pt x="8061" y="2348"/>
                </a:lnTo>
                <a:lnTo>
                  <a:pt x="8061" y="2347"/>
                </a:lnTo>
                <a:lnTo>
                  <a:pt x="8061" y="2346"/>
                </a:lnTo>
                <a:lnTo>
                  <a:pt x="8061" y="2345"/>
                </a:lnTo>
                <a:lnTo>
                  <a:pt x="8060" y="2345"/>
                </a:lnTo>
                <a:lnTo>
                  <a:pt x="8058" y="2345"/>
                </a:lnTo>
                <a:lnTo>
                  <a:pt x="8058" y="2346"/>
                </a:lnTo>
                <a:lnTo>
                  <a:pt x="8057" y="2346"/>
                </a:lnTo>
                <a:lnTo>
                  <a:pt x="8056" y="2348"/>
                </a:lnTo>
                <a:lnTo>
                  <a:pt x="8055" y="2348"/>
                </a:lnTo>
                <a:lnTo>
                  <a:pt x="8055" y="2349"/>
                </a:lnTo>
                <a:lnTo>
                  <a:pt x="8054" y="2349"/>
                </a:lnTo>
                <a:lnTo>
                  <a:pt x="8053" y="2350"/>
                </a:lnTo>
                <a:lnTo>
                  <a:pt x="8052" y="2350"/>
                </a:lnTo>
                <a:lnTo>
                  <a:pt x="8051" y="2351"/>
                </a:lnTo>
                <a:lnTo>
                  <a:pt x="8050" y="2351"/>
                </a:lnTo>
                <a:lnTo>
                  <a:pt x="8050" y="2352"/>
                </a:lnTo>
                <a:lnTo>
                  <a:pt x="8050" y="2353"/>
                </a:lnTo>
                <a:lnTo>
                  <a:pt x="8050" y="2354"/>
                </a:lnTo>
                <a:lnTo>
                  <a:pt x="8051" y="2354"/>
                </a:lnTo>
                <a:lnTo>
                  <a:pt x="8051" y="2355"/>
                </a:lnTo>
                <a:lnTo>
                  <a:pt x="8051" y="2356"/>
                </a:lnTo>
                <a:lnTo>
                  <a:pt x="8050" y="2356"/>
                </a:lnTo>
                <a:lnTo>
                  <a:pt x="8048" y="2356"/>
                </a:lnTo>
                <a:lnTo>
                  <a:pt x="8048" y="2357"/>
                </a:lnTo>
                <a:lnTo>
                  <a:pt x="8047" y="2357"/>
                </a:lnTo>
                <a:lnTo>
                  <a:pt x="8047" y="2358"/>
                </a:lnTo>
                <a:lnTo>
                  <a:pt x="8047" y="2360"/>
                </a:lnTo>
                <a:lnTo>
                  <a:pt x="8047" y="2361"/>
                </a:lnTo>
                <a:lnTo>
                  <a:pt x="8047" y="2362"/>
                </a:lnTo>
                <a:lnTo>
                  <a:pt x="8047" y="2363"/>
                </a:lnTo>
                <a:lnTo>
                  <a:pt x="8046" y="2363"/>
                </a:lnTo>
                <a:lnTo>
                  <a:pt x="8045" y="2365"/>
                </a:lnTo>
                <a:lnTo>
                  <a:pt x="8044" y="2366"/>
                </a:lnTo>
                <a:lnTo>
                  <a:pt x="8044" y="2367"/>
                </a:lnTo>
                <a:lnTo>
                  <a:pt x="8043" y="2368"/>
                </a:lnTo>
                <a:lnTo>
                  <a:pt x="8043" y="2369"/>
                </a:lnTo>
                <a:lnTo>
                  <a:pt x="8043" y="2370"/>
                </a:lnTo>
                <a:lnTo>
                  <a:pt x="8043" y="2371"/>
                </a:lnTo>
                <a:lnTo>
                  <a:pt x="8043" y="2373"/>
                </a:lnTo>
                <a:lnTo>
                  <a:pt x="8043" y="2374"/>
                </a:lnTo>
                <a:lnTo>
                  <a:pt x="8044" y="2374"/>
                </a:lnTo>
                <a:lnTo>
                  <a:pt x="8044" y="2375"/>
                </a:lnTo>
                <a:lnTo>
                  <a:pt x="8044" y="2376"/>
                </a:lnTo>
                <a:lnTo>
                  <a:pt x="8043" y="2376"/>
                </a:lnTo>
                <a:lnTo>
                  <a:pt x="8043" y="2377"/>
                </a:lnTo>
                <a:lnTo>
                  <a:pt x="8042" y="2377"/>
                </a:lnTo>
                <a:lnTo>
                  <a:pt x="8041" y="2378"/>
                </a:lnTo>
                <a:lnTo>
                  <a:pt x="8040" y="2378"/>
                </a:lnTo>
                <a:lnTo>
                  <a:pt x="8040" y="2379"/>
                </a:lnTo>
                <a:lnTo>
                  <a:pt x="8039" y="2379"/>
                </a:lnTo>
                <a:lnTo>
                  <a:pt x="8039" y="2380"/>
                </a:lnTo>
                <a:lnTo>
                  <a:pt x="8039" y="2381"/>
                </a:lnTo>
                <a:lnTo>
                  <a:pt x="8038" y="2382"/>
                </a:lnTo>
                <a:lnTo>
                  <a:pt x="8038" y="2383"/>
                </a:lnTo>
                <a:lnTo>
                  <a:pt x="8038" y="2384"/>
                </a:lnTo>
                <a:lnTo>
                  <a:pt x="8038" y="2385"/>
                </a:lnTo>
                <a:lnTo>
                  <a:pt x="8039" y="2386"/>
                </a:lnTo>
                <a:lnTo>
                  <a:pt x="8039" y="2388"/>
                </a:lnTo>
                <a:lnTo>
                  <a:pt x="8039" y="2389"/>
                </a:lnTo>
                <a:lnTo>
                  <a:pt x="8038" y="2389"/>
                </a:lnTo>
                <a:lnTo>
                  <a:pt x="8037" y="2389"/>
                </a:lnTo>
                <a:lnTo>
                  <a:pt x="8036" y="2389"/>
                </a:lnTo>
                <a:lnTo>
                  <a:pt x="8036" y="2390"/>
                </a:lnTo>
                <a:lnTo>
                  <a:pt x="8036" y="2391"/>
                </a:lnTo>
                <a:lnTo>
                  <a:pt x="8037" y="2391"/>
                </a:lnTo>
                <a:lnTo>
                  <a:pt x="8037" y="2392"/>
                </a:lnTo>
                <a:lnTo>
                  <a:pt x="8037" y="2393"/>
                </a:lnTo>
                <a:lnTo>
                  <a:pt x="8038" y="2393"/>
                </a:lnTo>
                <a:lnTo>
                  <a:pt x="8036" y="2396"/>
                </a:lnTo>
                <a:lnTo>
                  <a:pt x="8035" y="2396"/>
                </a:lnTo>
                <a:lnTo>
                  <a:pt x="8035" y="2397"/>
                </a:lnTo>
                <a:lnTo>
                  <a:pt x="8034" y="2398"/>
                </a:lnTo>
                <a:lnTo>
                  <a:pt x="8033" y="2398"/>
                </a:lnTo>
                <a:lnTo>
                  <a:pt x="8032" y="2398"/>
                </a:lnTo>
                <a:lnTo>
                  <a:pt x="8031" y="2399"/>
                </a:lnTo>
                <a:lnTo>
                  <a:pt x="8030" y="2400"/>
                </a:lnTo>
                <a:lnTo>
                  <a:pt x="8030" y="2402"/>
                </a:lnTo>
                <a:lnTo>
                  <a:pt x="8030" y="2403"/>
                </a:lnTo>
                <a:lnTo>
                  <a:pt x="8029" y="2403"/>
                </a:lnTo>
                <a:lnTo>
                  <a:pt x="8028" y="2404"/>
                </a:lnTo>
                <a:lnTo>
                  <a:pt x="8027" y="2405"/>
                </a:lnTo>
                <a:lnTo>
                  <a:pt x="8025" y="2407"/>
                </a:lnTo>
                <a:lnTo>
                  <a:pt x="8024" y="2408"/>
                </a:lnTo>
                <a:lnTo>
                  <a:pt x="8024" y="2409"/>
                </a:lnTo>
                <a:lnTo>
                  <a:pt x="8024" y="2410"/>
                </a:lnTo>
                <a:lnTo>
                  <a:pt x="8023" y="2411"/>
                </a:lnTo>
                <a:lnTo>
                  <a:pt x="8022" y="2413"/>
                </a:lnTo>
                <a:lnTo>
                  <a:pt x="8021" y="2414"/>
                </a:lnTo>
                <a:lnTo>
                  <a:pt x="8020" y="2414"/>
                </a:lnTo>
                <a:lnTo>
                  <a:pt x="8019" y="2414"/>
                </a:lnTo>
                <a:lnTo>
                  <a:pt x="8018" y="2415"/>
                </a:lnTo>
                <a:lnTo>
                  <a:pt x="8017" y="2415"/>
                </a:lnTo>
                <a:lnTo>
                  <a:pt x="8017" y="2414"/>
                </a:lnTo>
                <a:lnTo>
                  <a:pt x="8016" y="2414"/>
                </a:lnTo>
                <a:lnTo>
                  <a:pt x="8015" y="2415"/>
                </a:lnTo>
                <a:lnTo>
                  <a:pt x="8015" y="2417"/>
                </a:lnTo>
                <a:lnTo>
                  <a:pt x="8015" y="2418"/>
                </a:lnTo>
                <a:lnTo>
                  <a:pt x="8015" y="2419"/>
                </a:lnTo>
                <a:lnTo>
                  <a:pt x="8016" y="2419"/>
                </a:lnTo>
                <a:lnTo>
                  <a:pt x="8017" y="2420"/>
                </a:lnTo>
                <a:lnTo>
                  <a:pt x="8018" y="2420"/>
                </a:lnTo>
                <a:lnTo>
                  <a:pt x="8019" y="2421"/>
                </a:lnTo>
                <a:lnTo>
                  <a:pt x="8019" y="2422"/>
                </a:lnTo>
                <a:lnTo>
                  <a:pt x="8018" y="2425"/>
                </a:lnTo>
                <a:lnTo>
                  <a:pt x="8018" y="2426"/>
                </a:lnTo>
                <a:lnTo>
                  <a:pt x="8017" y="2426"/>
                </a:lnTo>
                <a:lnTo>
                  <a:pt x="8016" y="2426"/>
                </a:lnTo>
                <a:lnTo>
                  <a:pt x="8015" y="2426"/>
                </a:lnTo>
                <a:lnTo>
                  <a:pt x="8015" y="2427"/>
                </a:lnTo>
                <a:lnTo>
                  <a:pt x="8014" y="2427"/>
                </a:lnTo>
                <a:lnTo>
                  <a:pt x="8015" y="2428"/>
                </a:lnTo>
                <a:lnTo>
                  <a:pt x="8015" y="2429"/>
                </a:lnTo>
                <a:lnTo>
                  <a:pt x="8016" y="2430"/>
                </a:lnTo>
                <a:lnTo>
                  <a:pt x="8017" y="2431"/>
                </a:lnTo>
                <a:lnTo>
                  <a:pt x="8017" y="2432"/>
                </a:lnTo>
                <a:lnTo>
                  <a:pt x="8017" y="2433"/>
                </a:lnTo>
                <a:lnTo>
                  <a:pt x="8016" y="2433"/>
                </a:lnTo>
                <a:lnTo>
                  <a:pt x="8015" y="2433"/>
                </a:lnTo>
                <a:lnTo>
                  <a:pt x="8014" y="2433"/>
                </a:lnTo>
                <a:lnTo>
                  <a:pt x="8012" y="2434"/>
                </a:lnTo>
                <a:lnTo>
                  <a:pt x="8011" y="2435"/>
                </a:lnTo>
                <a:lnTo>
                  <a:pt x="8011" y="2436"/>
                </a:lnTo>
                <a:lnTo>
                  <a:pt x="8012" y="2437"/>
                </a:lnTo>
                <a:lnTo>
                  <a:pt x="8013" y="2437"/>
                </a:lnTo>
                <a:lnTo>
                  <a:pt x="8014" y="2438"/>
                </a:lnTo>
                <a:lnTo>
                  <a:pt x="8014" y="2439"/>
                </a:lnTo>
                <a:lnTo>
                  <a:pt x="8014" y="2440"/>
                </a:lnTo>
                <a:lnTo>
                  <a:pt x="8013" y="2441"/>
                </a:lnTo>
                <a:lnTo>
                  <a:pt x="8012" y="2441"/>
                </a:lnTo>
                <a:lnTo>
                  <a:pt x="8012" y="2442"/>
                </a:lnTo>
                <a:lnTo>
                  <a:pt x="8011" y="2442"/>
                </a:lnTo>
                <a:lnTo>
                  <a:pt x="8011" y="2443"/>
                </a:lnTo>
                <a:lnTo>
                  <a:pt x="8011" y="2444"/>
                </a:lnTo>
                <a:lnTo>
                  <a:pt x="8011" y="2445"/>
                </a:lnTo>
                <a:lnTo>
                  <a:pt x="8011" y="2446"/>
                </a:lnTo>
                <a:lnTo>
                  <a:pt x="8011" y="2447"/>
                </a:lnTo>
                <a:lnTo>
                  <a:pt x="8010" y="2447"/>
                </a:lnTo>
                <a:lnTo>
                  <a:pt x="8010" y="2449"/>
                </a:lnTo>
                <a:lnTo>
                  <a:pt x="8010" y="2450"/>
                </a:lnTo>
                <a:lnTo>
                  <a:pt x="8010" y="2451"/>
                </a:lnTo>
                <a:lnTo>
                  <a:pt x="8009" y="2451"/>
                </a:lnTo>
                <a:lnTo>
                  <a:pt x="8008" y="2451"/>
                </a:lnTo>
                <a:lnTo>
                  <a:pt x="8007" y="2450"/>
                </a:lnTo>
                <a:lnTo>
                  <a:pt x="8006" y="2450"/>
                </a:lnTo>
                <a:lnTo>
                  <a:pt x="8005" y="2450"/>
                </a:lnTo>
                <a:lnTo>
                  <a:pt x="8004" y="2451"/>
                </a:lnTo>
                <a:lnTo>
                  <a:pt x="8003" y="2452"/>
                </a:lnTo>
                <a:lnTo>
                  <a:pt x="8003" y="2453"/>
                </a:lnTo>
                <a:lnTo>
                  <a:pt x="8002" y="2453"/>
                </a:lnTo>
                <a:lnTo>
                  <a:pt x="8002" y="2454"/>
                </a:lnTo>
                <a:lnTo>
                  <a:pt x="8001" y="2455"/>
                </a:lnTo>
                <a:lnTo>
                  <a:pt x="8002" y="2456"/>
                </a:lnTo>
                <a:lnTo>
                  <a:pt x="8003" y="2456"/>
                </a:lnTo>
                <a:lnTo>
                  <a:pt x="8003" y="2455"/>
                </a:lnTo>
                <a:lnTo>
                  <a:pt x="8004" y="2455"/>
                </a:lnTo>
                <a:lnTo>
                  <a:pt x="8004" y="2454"/>
                </a:lnTo>
                <a:lnTo>
                  <a:pt x="8005" y="2454"/>
                </a:lnTo>
                <a:lnTo>
                  <a:pt x="8007" y="2454"/>
                </a:lnTo>
                <a:lnTo>
                  <a:pt x="8008" y="2454"/>
                </a:lnTo>
                <a:lnTo>
                  <a:pt x="8008" y="2455"/>
                </a:lnTo>
                <a:lnTo>
                  <a:pt x="8008" y="2456"/>
                </a:lnTo>
                <a:lnTo>
                  <a:pt x="8009" y="2456"/>
                </a:lnTo>
                <a:lnTo>
                  <a:pt x="8008" y="2458"/>
                </a:lnTo>
                <a:lnTo>
                  <a:pt x="8007" y="2458"/>
                </a:lnTo>
                <a:lnTo>
                  <a:pt x="8007" y="2459"/>
                </a:lnTo>
                <a:lnTo>
                  <a:pt x="8006" y="2459"/>
                </a:lnTo>
                <a:lnTo>
                  <a:pt x="8005" y="2459"/>
                </a:lnTo>
                <a:lnTo>
                  <a:pt x="8004" y="2459"/>
                </a:lnTo>
                <a:lnTo>
                  <a:pt x="8004" y="2458"/>
                </a:lnTo>
                <a:lnTo>
                  <a:pt x="8003" y="2458"/>
                </a:lnTo>
                <a:lnTo>
                  <a:pt x="8002" y="2458"/>
                </a:lnTo>
                <a:lnTo>
                  <a:pt x="8002" y="2457"/>
                </a:lnTo>
                <a:lnTo>
                  <a:pt x="8002" y="2458"/>
                </a:lnTo>
                <a:lnTo>
                  <a:pt x="8001" y="2458"/>
                </a:lnTo>
                <a:lnTo>
                  <a:pt x="8001" y="2459"/>
                </a:lnTo>
                <a:lnTo>
                  <a:pt x="8001" y="2460"/>
                </a:lnTo>
                <a:lnTo>
                  <a:pt x="8001" y="2461"/>
                </a:lnTo>
                <a:lnTo>
                  <a:pt x="8001" y="2462"/>
                </a:lnTo>
                <a:lnTo>
                  <a:pt x="8000" y="2462"/>
                </a:lnTo>
                <a:lnTo>
                  <a:pt x="8000" y="2463"/>
                </a:lnTo>
                <a:lnTo>
                  <a:pt x="7999" y="2463"/>
                </a:lnTo>
                <a:lnTo>
                  <a:pt x="7998" y="2464"/>
                </a:lnTo>
                <a:lnTo>
                  <a:pt x="7997" y="2464"/>
                </a:lnTo>
                <a:lnTo>
                  <a:pt x="7996" y="2464"/>
                </a:lnTo>
                <a:lnTo>
                  <a:pt x="7994" y="2464"/>
                </a:lnTo>
                <a:lnTo>
                  <a:pt x="7994" y="2463"/>
                </a:lnTo>
                <a:lnTo>
                  <a:pt x="7993" y="2463"/>
                </a:lnTo>
                <a:lnTo>
                  <a:pt x="7993" y="2462"/>
                </a:lnTo>
                <a:lnTo>
                  <a:pt x="7992" y="2462"/>
                </a:lnTo>
                <a:lnTo>
                  <a:pt x="7992" y="2461"/>
                </a:lnTo>
                <a:lnTo>
                  <a:pt x="7992" y="2460"/>
                </a:lnTo>
                <a:lnTo>
                  <a:pt x="7992" y="2459"/>
                </a:lnTo>
                <a:lnTo>
                  <a:pt x="7993" y="2459"/>
                </a:lnTo>
                <a:lnTo>
                  <a:pt x="7993" y="2458"/>
                </a:lnTo>
                <a:lnTo>
                  <a:pt x="7992" y="2458"/>
                </a:lnTo>
                <a:lnTo>
                  <a:pt x="7992" y="2459"/>
                </a:lnTo>
                <a:lnTo>
                  <a:pt x="7992" y="2460"/>
                </a:lnTo>
                <a:lnTo>
                  <a:pt x="7991" y="2460"/>
                </a:lnTo>
                <a:lnTo>
                  <a:pt x="7991" y="2461"/>
                </a:lnTo>
                <a:lnTo>
                  <a:pt x="7990" y="2461"/>
                </a:lnTo>
                <a:lnTo>
                  <a:pt x="7989" y="2461"/>
                </a:lnTo>
                <a:lnTo>
                  <a:pt x="7988" y="2461"/>
                </a:lnTo>
                <a:lnTo>
                  <a:pt x="7988" y="2460"/>
                </a:lnTo>
                <a:lnTo>
                  <a:pt x="7987" y="2460"/>
                </a:lnTo>
                <a:lnTo>
                  <a:pt x="7986" y="2460"/>
                </a:lnTo>
                <a:lnTo>
                  <a:pt x="7986" y="2463"/>
                </a:lnTo>
                <a:lnTo>
                  <a:pt x="7986" y="2464"/>
                </a:lnTo>
                <a:lnTo>
                  <a:pt x="7986" y="2465"/>
                </a:lnTo>
                <a:lnTo>
                  <a:pt x="7985" y="2465"/>
                </a:lnTo>
                <a:lnTo>
                  <a:pt x="7984" y="2466"/>
                </a:lnTo>
                <a:lnTo>
                  <a:pt x="7984" y="2467"/>
                </a:lnTo>
                <a:lnTo>
                  <a:pt x="7983" y="2467"/>
                </a:lnTo>
                <a:lnTo>
                  <a:pt x="7982" y="2467"/>
                </a:lnTo>
                <a:lnTo>
                  <a:pt x="7982" y="2468"/>
                </a:lnTo>
                <a:lnTo>
                  <a:pt x="7981" y="2468"/>
                </a:lnTo>
                <a:lnTo>
                  <a:pt x="7981" y="2469"/>
                </a:lnTo>
                <a:lnTo>
                  <a:pt x="7981" y="2470"/>
                </a:lnTo>
                <a:lnTo>
                  <a:pt x="7980" y="2470"/>
                </a:lnTo>
                <a:lnTo>
                  <a:pt x="7980" y="2471"/>
                </a:lnTo>
                <a:lnTo>
                  <a:pt x="7979" y="2471"/>
                </a:lnTo>
                <a:lnTo>
                  <a:pt x="7978" y="2471"/>
                </a:lnTo>
                <a:lnTo>
                  <a:pt x="7977" y="2471"/>
                </a:lnTo>
                <a:lnTo>
                  <a:pt x="7977" y="2470"/>
                </a:lnTo>
                <a:lnTo>
                  <a:pt x="7977" y="2469"/>
                </a:lnTo>
                <a:lnTo>
                  <a:pt x="7977" y="2468"/>
                </a:lnTo>
                <a:lnTo>
                  <a:pt x="7976" y="2467"/>
                </a:lnTo>
                <a:lnTo>
                  <a:pt x="7975" y="2467"/>
                </a:lnTo>
                <a:lnTo>
                  <a:pt x="7974" y="2467"/>
                </a:lnTo>
                <a:lnTo>
                  <a:pt x="7974" y="2466"/>
                </a:lnTo>
                <a:lnTo>
                  <a:pt x="7973" y="2466"/>
                </a:lnTo>
                <a:lnTo>
                  <a:pt x="7972" y="2466"/>
                </a:lnTo>
                <a:lnTo>
                  <a:pt x="7971" y="2467"/>
                </a:lnTo>
                <a:lnTo>
                  <a:pt x="7971" y="2468"/>
                </a:lnTo>
                <a:lnTo>
                  <a:pt x="7971" y="2469"/>
                </a:lnTo>
                <a:lnTo>
                  <a:pt x="7971" y="2470"/>
                </a:lnTo>
                <a:lnTo>
                  <a:pt x="7971" y="2471"/>
                </a:lnTo>
                <a:lnTo>
                  <a:pt x="7971" y="2470"/>
                </a:lnTo>
                <a:lnTo>
                  <a:pt x="7971" y="2469"/>
                </a:lnTo>
                <a:lnTo>
                  <a:pt x="7972" y="2469"/>
                </a:lnTo>
                <a:lnTo>
                  <a:pt x="7972" y="2470"/>
                </a:lnTo>
                <a:lnTo>
                  <a:pt x="7971" y="2471"/>
                </a:lnTo>
                <a:lnTo>
                  <a:pt x="7970" y="2472"/>
                </a:lnTo>
                <a:lnTo>
                  <a:pt x="7969" y="2472"/>
                </a:lnTo>
                <a:lnTo>
                  <a:pt x="7968" y="2472"/>
                </a:lnTo>
                <a:lnTo>
                  <a:pt x="7968" y="2473"/>
                </a:lnTo>
                <a:lnTo>
                  <a:pt x="7967" y="2473"/>
                </a:lnTo>
                <a:lnTo>
                  <a:pt x="7966" y="2474"/>
                </a:lnTo>
                <a:lnTo>
                  <a:pt x="7965" y="2474"/>
                </a:lnTo>
                <a:lnTo>
                  <a:pt x="7964" y="2474"/>
                </a:lnTo>
                <a:lnTo>
                  <a:pt x="7964" y="2475"/>
                </a:lnTo>
                <a:lnTo>
                  <a:pt x="7964" y="2476"/>
                </a:lnTo>
                <a:lnTo>
                  <a:pt x="7964" y="2477"/>
                </a:lnTo>
                <a:lnTo>
                  <a:pt x="7963" y="2477"/>
                </a:lnTo>
                <a:lnTo>
                  <a:pt x="7963" y="2478"/>
                </a:lnTo>
                <a:lnTo>
                  <a:pt x="7963" y="2479"/>
                </a:lnTo>
                <a:lnTo>
                  <a:pt x="7962" y="2480"/>
                </a:lnTo>
                <a:lnTo>
                  <a:pt x="7961" y="2481"/>
                </a:lnTo>
                <a:lnTo>
                  <a:pt x="7959" y="2482"/>
                </a:lnTo>
                <a:lnTo>
                  <a:pt x="7959" y="2483"/>
                </a:lnTo>
                <a:lnTo>
                  <a:pt x="7959" y="2484"/>
                </a:lnTo>
                <a:lnTo>
                  <a:pt x="7958" y="2485"/>
                </a:lnTo>
                <a:lnTo>
                  <a:pt x="7957" y="2485"/>
                </a:lnTo>
                <a:lnTo>
                  <a:pt x="7957" y="2486"/>
                </a:lnTo>
                <a:lnTo>
                  <a:pt x="7956" y="2486"/>
                </a:lnTo>
                <a:lnTo>
                  <a:pt x="7957" y="2487"/>
                </a:lnTo>
                <a:lnTo>
                  <a:pt x="7957" y="2488"/>
                </a:lnTo>
                <a:lnTo>
                  <a:pt x="7958" y="2489"/>
                </a:lnTo>
                <a:lnTo>
                  <a:pt x="7959" y="2489"/>
                </a:lnTo>
                <a:lnTo>
                  <a:pt x="7960" y="2489"/>
                </a:lnTo>
                <a:lnTo>
                  <a:pt x="7961" y="2489"/>
                </a:lnTo>
                <a:lnTo>
                  <a:pt x="7962" y="2489"/>
                </a:lnTo>
                <a:lnTo>
                  <a:pt x="7962" y="2490"/>
                </a:lnTo>
                <a:lnTo>
                  <a:pt x="7963" y="2490"/>
                </a:lnTo>
                <a:lnTo>
                  <a:pt x="7964" y="2490"/>
                </a:lnTo>
                <a:lnTo>
                  <a:pt x="7964" y="2491"/>
                </a:lnTo>
                <a:lnTo>
                  <a:pt x="7965" y="2491"/>
                </a:lnTo>
                <a:lnTo>
                  <a:pt x="7965" y="2492"/>
                </a:lnTo>
                <a:lnTo>
                  <a:pt x="7965" y="2493"/>
                </a:lnTo>
                <a:lnTo>
                  <a:pt x="7965" y="2494"/>
                </a:lnTo>
                <a:lnTo>
                  <a:pt x="7965" y="2495"/>
                </a:lnTo>
                <a:lnTo>
                  <a:pt x="7964" y="2495"/>
                </a:lnTo>
                <a:lnTo>
                  <a:pt x="7964" y="2496"/>
                </a:lnTo>
                <a:lnTo>
                  <a:pt x="7963" y="2496"/>
                </a:lnTo>
                <a:lnTo>
                  <a:pt x="7961" y="2496"/>
                </a:lnTo>
                <a:lnTo>
                  <a:pt x="7959" y="2496"/>
                </a:lnTo>
                <a:lnTo>
                  <a:pt x="7958" y="2497"/>
                </a:lnTo>
                <a:lnTo>
                  <a:pt x="7957" y="2497"/>
                </a:lnTo>
                <a:lnTo>
                  <a:pt x="7956" y="2498"/>
                </a:lnTo>
                <a:lnTo>
                  <a:pt x="7955" y="2498"/>
                </a:lnTo>
                <a:lnTo>
                  <a:pt x="7954" y="2499"/>
                </a:lnTo>
                <a:lnTo>
                  <a:pt x="7953" y="2499"/>
                </a:lnTo>
                <a:lnTo>
                  <a:pt x="7951" y="2499"/>
                </a:lnTo>
                <a:lnTo>
                  <a:pt x="7950" y="2498"/>
                </a:lnTo>
                <a:lnTo>
                  <a:pt x="7950" y="2497"/>
                </a:lnTo>
                <a:lnTo>
                  <a:pt x="7949" y="2498"/>
                </a:lnTo>
                <a:lnTo>
                  <a:pt x="7949" y="2497"/>
                </a:lnTo>
                <a:lnTo>
                  <a:pt x="7948" y="2498"/>
                </a:lnTo>
                <a:lnTo>
                  <a:pt x="7947" y="2498"/>
                </a:lnTo>
                <a:lnTo>
                  <a:pt x="7946" y="2498"/>
                </a:lnTo>
                <a:lnTo>
                  <a:pt x="7946" y="2499"/>
                </a:lnTo>
                <a:lnTo>
                  <a:pt x="7946" y="2500"/>
                </a:lnTo>
                <a:lnTo>
                  <a:pt x="7946" y="2501"/>
                </a:lnTo>
                <a:lnTo>
                  <a:pt x="7946" y="2502"/>
                </a:lnTo>
                <a:lnTo>
                  <a:pt x="7946" y="2503"/>
                </a:lnTo>
                <a:lnTo>
                  <a:pt x="7946" y="2504"/>
                </a:lnTo>
                <a:lnTo>
                  <a:pt x="7946" y="2505"/>
                </a:lnTo>
                <a:lnTo>
                  <a:pt x="7946" y="2506"/>
                </a:lnTo>
                <a:lnTo>
                  <a:pt x="7946" y="2507"/>
                </a:lnTo>
                <a:lnTo>
                  <a:pt x="7945" y="2507"/>
                </a:lnTo>
                <a:lnTo>
                  <a:pt x="7945" y="2508"/>
                </a:lnTo>
                <a:lnTo>
                  <a:pt x="7945" y="2509"/>
                </a:lnTo>
                <a:lnTo>
                  <a:pt x="7944" y="2509"/>
                </a:lnTo>
                <a:lnTo>
                  <a:pt x="7944" y="2510"/>
                </a:lnTo>
                <a:lnTo>
                  <a:pt x="7943" y="2510"/>
                </a:lnTo>
                <a:lnTo>
                  <a:pt x="7942" y="2510"/>
                </a:lnTo>
                <a:lnTo>
                  <a:pt x="7940" y="2510"/>
                </a:lnTo>
                <a:lnTo>
                  <a:pt x="7938" y="2510"/>
                </a:lnTo>
                <a:lnTo>
                  <a:pt x="7937" y="2510"/>
                </a:lnTo>
                <a:lnTo>
                  <a:pt x="7937" y="2511"/>
                </a:lnTo>
                <a:lnTo>
                  <a:pt x="7936" y="2511"/>
                </a:lnTo>
                <a:lnTo>
                  <a:pt x="7935" y="2512"/>
                </a:lnTo>
                <a:lnTo>
                  <a:pt x="7935" y="2513"/>
                </a:lnTo>
                <a:lnTo>
                  <a:pt x="7934" y="2513"/>
                </a:lnTo>
                <a:lnTo>
                  <a:pt x="7935" y="2513"/>
                </a:lnTo>
                <a:lnTo>
                  <a:pt x="7935" y="2514"/>
                </a:lnTo>
                <a:lnTo>
                  <a:pt x="7934" y="2514"/>
                </a:lnTo>
                <a:lnTo>
                  <a:pt x="7934" y="2515"/>
                </a:lnTo>
                <a:lnTo>
                  <a:pt x="7934" y="2516"/>
                </a:lnTo>
                <a:lnTo>
                  <a:pt x="7934" y="2517"/>
                </a:lnTo>
                <a:lnTo>
                  <a:pt x="7934" y="2516"/>
                </a:lnTo>
                <a:lnTo>
                  <a:pt x="7934" y="2517"/>
                </a:lnTo>
                <a:lnTo>
                  <a:pt x="7934" y="2518"/>
                </a:lnTo>
                <a:lnTo>
                  <a:pt x="7934" y="2519"/>
                </a:lnTo>
                <a:lnTo>
                  <a:pt x="7935" y="2520"/>
                </a:lnTo>
                <a:lnTo>
                  <a:pt x="7934" y="2520"/>
                </a:lnTo>
                <a:lnTo>
                  <a:pt x="7934" y="2521"/>
                </a:lnTo>
                <a:lnTo>
                  <a:pt x="7934" y="2522"/>
                </a:lnTo>
                <a:lnTo>
                  <a:pt x="7933" y="2523"/>
                </a:lnTo>
                <a:lnTo>
                  <a:pt x="7932" y="2523"/>
                </a:lnTo>
                <a:lnTo>
                  <a:pt x="7931" y="2523"/>
                </a:lnTo>
                <a:lnTo>
                  <a:pt x="7931" y="2522"/>
                </a:lnTo>
                <a:lnTo>
                  <a:pt x="7930" y="2522"/>
                </a:lnTo>
                <a:lnTo>
                  <a:pt x="7929" y="2522"/>
                </a:lnTo>
                <a:lnTo>
                  <a:pt x="7929" y="2523"/>
                </a:lnTo>
                <a:lnTo>
                  <a:pt x="7928" y="2523"/>
                </a:lnTo>
                <a:lnTo>
                  <a:pt x="7929" y="2523"/>
                </a:lnTo>
                <a:lnTo>
                  <a:pt x="7929" y="2524"/>
                </a:lnTo>
                <a:lnTo>
                  <a:pt x="7929" y="2525"/>
                </a:lnTo>
                <a:lnTo>
                  <a:pt x="7930" y="2526"/>
                </a:lnTo>
                <a:lnTo>
                  <a:pt x="7930" y="2527"/>
                </a:lnTo>
                <a:lnTo>
                  <a:pt x="7931" y="2527"/>
                </a:lnTo>
                <a:lnTo>
                  <a:pt x="7931" y="2528"/>
                </a:lnTo>
                <a:lnTo>
                  <a:pt x="7931" y="2529"/>
                </a:lnTo>
                <a:lnTo>
                  <a:pt x="7931" y="2531"/>
                </a:lnTo>
                <a:lnTo>
                  <a:pt x="7930" y="2532"/>
                </a:lnTo>
                <a:lnTo>
                  <a:pt x="7929" y="2533"/>
                </a:lnTo>
                <a:lnTo>
                  <a:pt x="7928" y="2533"/>
                </a:lnTo>
                <a:lnTo>
                  <a:pt x="7928" y="2532"/>
                </a:lnTo>
                <a:lnTo>
                  <a:pt x="7927" y="2532"/>
                </a:lnTo>
                <a:lnTo>
                  <a:pt x="7926" y="2532"/>
                </a:lnTo>
                <a:lnTo>
                  <a:pt x="7926" y="2531"/>
                </a:lnTo>
                <a:lnTo>
                  <a:pt x="7925" y="2531"/>
                </a:lnTo>
                <a:lnTo>
                  <a:pt x="7925" y="2530"/>
                </a:lnTo>
                <a:lnTo>
                  <a:pt x="7924" y="2530"/>
                </a:lnTo>
                <a:lnTo>
                  <a:pt x="7924" y="2529"/>
                </a:lnTo>
                <a:lnTo>
                  <a:pt x="7923" y="2529"/>
                </a:lnTo>
                <a:lnTo>
                  <a:pt x="7923" y="2528"/>
                </a:lnTo>
                <a:lnTo>
                  <a:pt x="7923" y="2529"/>
                </a:lnTo>
                <a:lnTo>
                  <a:pt x="7923" y="2528"/>
                </a:lnTo>
                <a:lnTo>
                  <a:pt x="7922" y="2528"/>
                </a:lnTo>
                <a:lnTo>
                  <a:pt x="7921" y="2529"/>
                </a:lnTo>
                <a:lnTo>
                  <a:pt x="7920" y="2529"/>
                </a:lnTo>
                <a:lnTo>
                  <a:pt x="7919" y="2531"/>
                </a:lnTo>
                <a:lnTo>
                  <a:pt x="7918" y="2532"/>
                </a:lnTo>
                <a:lnTo>
                  <a:pt x="7917" y="2532"/>
                </a:lnTo>
                <a:lnTo>
                  <a:pt x="7916" y="2532"/>
                </a:lnTo>
                <a:lnTo>
                  <a:pt x="7915" y="2532"/>
                </a:lnTo>
                <a:lnTo>
                  <a:pt x="7914" y="2532"/>
                </a:lnTo>
                <a:lnTo>
                  <a:pt x="7914" y="2531"/>
                </a:lnTo>
                <a:lnTo>
                  <a:pt x="7913" y="2531"/>
                </a:lnTo>
                <a:lnTo>
                  <a:pt x="7912" y="2530"/>
                </a:lnTo>
                <a:lnTo>
                  <a:pt x="7911" y="2530"/>
                </a:lnTo>
                <a:lnTo>
                  <a:pt x="7910" y="2530"/>
                </a:lnTo>
                <a:lnTo>
                  <a:pt x="7909" y="2530"/>
                </a:lnTo>
                <a:lnTo>
                  <a:pt x="7909" y="2531"/>
                </a:lnTo>
                <a:lnTo>
                  <a:pt x="7910" y="2531"/>
                </a:lnTo>
                <a:lnTo>
                  <a:pt x="7909" y="2531"/>
                </a:lnTo>
                <a:lnTo>
                  <a:pt x="7909" y="2532"/>
                </a:lnTo>
                <a:lnTo>
                  <a:pt x="7909" y="2531"/>
                </a:lnTo>
                <a:lnTo>
                  <a:pt x="7909" y="2532"/>
                </a:lnTo>
                <a:lnTo>
                  <a:pt x="7909" y="2531"/>
                </a:lnTo>
                <a:lnTo>
                  <a:pt x="7908" y="2531"/>
                </a:lnTo>
                <a:lnTo>
                  <a:pt x="7908" y="2532"/>
                </a:lnTo>
                <a:lnTo>
                  <a:pt x="7908" y="2533"/>
                </a:lnTo>
                <a:lnTo>
                  <a:pt x="7908" y="2534"/>
                </a:lnTo>
                <a:lnTo>
                  <a:pt x="7909" y="2536"/>
                </a:lnTo>
                <a:lnTo>
                  <a:pt x="7909" y="2537"/>
                </a:lnTo>
                <a:lnTo>
                  <a:pt x="7909" y="2538"/>
                </a:lnTo>
                <a:lnTo>
                  <a:pt x="7908" y="2538"/>
                </a:lnTo>
                <a:lnTo>
                  <a:pt x="7908" y="2539"/>
                </a:lnTo>
                <a:lnTo>
                  <a:pt x="7907" y="2539"/>
                </a:lnTo>
                <a:lnTo>
                  <a:pt x="7907" y="2540"/>
                </a:lnTo>
                <a:lnTo>
                  <a:pt x="7908" y="2541"/>
                </a:lnTo>
                <a:lnTo>
                  <a:pt x="7908" y="2542"/>
                </a:lnTo>
                <a:lnTo>
                  <a:pt x="7907" y="2542"/>
                </a:lnTo>
                <a:lnTo>
                  <a:pt x="7907" y="2541"/>
                </a:lnTo>
                <a:lnTo>
                  <a:pt x="7906" y="2541"/>
                </a:lnTo>
                <a:lnTo>
                  <a:pt x="7906" y="2540"/>
                </a:lnTo>
                <a:lnTo>
                  <a:pt x="7906" y="2541"/>
                </a:lnTo>
                <a:lnTo>
                  <a:pt x="7905" y="2541"/>
                </a:lnTo>
                <a:lnTo>
                  <a:pt x="7904" y="2541"/>
                </a:lnTo>
                <a:lnTo>
                  <a:pt x="7903" y="2541"/>
                </a:lnTo>
                <a:lnTo>
                  <a:pt x="7902" y="2542"/>
                </a:lnTo>
                <a:lnTo>
                  <a:pt x="7901" y="2542"/>
                </a:lnTo>
                <a:lnTo>
                  <a:pt x="7900" y="2542"/>
                </a:lnTo>
                <a:lnTo>
                  <a:pt x="7900" y="2543"/>
                </a:lnTo>
                <a:lnTo>
                  <a:pt x="7899" y="2543"/>
                </a:lnTo>
                <a:lnTo>
                  <a:pt x="7899" y="2544"/>
                </a:lnTo>
                <a:lnTo>
                  <a:pt x="7898" y="2544"/>
                </a:lnTo>
                <a:lnTo>
                  <a:pt x="7897" y="2544"/>
                </a:lnTo>
                <a:lnTo>
                  <a:pt x="7897" y="2545"/>
                </a:lnTo>
                <a:lnTo>
                  <a:pt x="7896" y="2545"/>
                </a:lnTo>
                <a:lnTo>
                  <a:pt x="7895" y="2545"/>
                </a:lnTo>
                <a:lnTo>
                  <a:pt x="7895" y="2546"/>
                </a:lnTo>
                <a:lnTo>
                  <a:pt x="7894" y="2546"/>
                </a:lnTo>
                <a:lnTo>
                  <a:pt x="7894" y="2547"/>
                </a:lnTo>
                <a:lnTo>
                  <a:pt x="7893" y="2548"/>
                </a:lnTo>
                <a:lnTo>
                  <a:pt x="7892" y="2549"/>
                </a:lnTo>
                <a:lnTo>
                  <a:pt x="7891" y="2550"/>
                </a:lnTo>
                <a:lnTo>
                  <a:pt x="7891" y="2551"/>
                </a:lnTo>
                <a:lnTo>
                  <a:pt x="7890" y="2551"/>
                </a:lnTo>
                <a:lnTo>
                  <a:pt x="7890" y="2552"/>
                </a:lnTo>
                <a:lnTo>
                  <a:pt x="7890" y="2553"/>
                </a:lnTo>
                <a:lnTo>
                  <a:pt x="7889" y="2553"/>
                </a:lnTo>
                <a:lnTo>
                  <a:pt x="7888" y="2553"/>
                </a:lnTo>
                <a:lnTo>
                  <a:pt x="7888" y="2554"/>
                </a:lnTo>
                <a:lnTo>
                  <a:pt x="7887" y="2554"/>
                </a:lnTo>
                <a:lnTo>
                  <a:pt x="7888" y="2554"/>
                </a:lnTo>
                <a:lnTo>
                  <a:pt x="7889" y="2554"/>
                </a:lnTo>
                <a:lnTo>
                  <a:pt x="7890" y="2555"/>
                </a:lnTo>
                <a:lnTo>
                  <a:pt x="7891" y="2555"/>
                </a:lnTo>
                <a:lnTo>
                  <a:pt x="7891" y="2556"/>
                </a:lnTo>
                <a:lnTo>
                  <a:pt x="7890" y="2555"/>
                </a:lnTo>
                <a:lnTo>
                  <a:pt x="7889" y="2555"/>
                </a:lnTo>
                <a:lnTo>
                  <a:pt x="7888" y="2555"/>
                </a:lnTo>
                <a:lnTo>
                  <a:pt x="7887" y="2555"/>
                </a:lnTo>
                <a:lnTo>
                  <a:pt x="7886" y="2556"/>
                </a:lnTo>
                <a:lnTo>
                  <a:pt x="7885" y="2556"/>
                </a:lnTo>
                <a:lnTo>
                  <a:pt x="7884" y="2557"/>
                </a:lnTo>
                <a:lnTo>
                  <a:pt x="7883" y="2557"/>
                </a:lnTo>
                <a:lnTo>
                  <a:pt x="7883" y="2558"/>
                </a:lnTo>
                <a:lnTo>
                  <a:pt x="7882" y="2558"/>
                </a:lnTo>
                <a:lnTo>
                  <a:pt x="7882" y="2559"/>
                </a:lnTo>
                <a:lnTo>
                  <a:pt x="7881" y="2559"/>
                </a:lnTo>
                <a:lnTo>
                  <a:pt x="7881" y="2560"/>
                </a:lnTo>
                <a:lnTo>
                  <a:pt x="7882" y="2560"/>
                </a:lnTo>
                <a:lnTo>
                  <a:pt x="7883" y="2560"/>
                </a:lnTo>
                <a:lnTo>
                  <a:pt x="7885" y="2561"/>
                </a:lnTo>
                <a:lnTo>
                  <a:pt x="7886" y="2561"/>
                </a:lnTo>
                <a:lnTo>
                  <a:pt x="7885" y="2562"/>
                </a:lnTo>
                <a:lnTo>
                  <a:pt x="7885" y="2561"/>
                </a:lnTo>
                <a:lnTo>
                  <a:pt x="7884" y="2561"/>
                </a:lnTo>
                <a:lnTo>
                  <a:pt x="7883" y="2561"/>
                </a:lnTo>
                <a:lnTo>
                  <a:pt x="7882" y="2561"/>
                </a:lnTo>
                <a:lnTo>
                  <a:pt x="7881" y="2561"/>
                </a:lnTo>
                <a:lnTo>
                  <a:pt x="7880" y="2561"/>
                </a:lnTo>
                <a:lnTo>
                  <a:pt x="7880" y="2560"/>
                </a:lnTo>
                <a:lnTo>
                  <a:pt x="7879" y="2561"/>
                </a:lnTo>
                <a:lnTo>
                  <a:pt x="7878" y="2561"/>
                </a:lnTo>
                <a:lnTo>
                  <a:pt x="7877" y="2562"/>
                </a:lnTo>
                <a:lnTo>
                  <a:pt x="7876" y="2562"/>
                </a:lnTo>
                <a:lnTo>
                  <a:pt x="7876" y="2563"/>
                </a:lnTo>
                <a:lnTo>
                  <a:pt x="7875" y="2563"/>
                </a:lnTo>
                <a:lnTo>
                  <a:pt x="7875" y="2564"/>
                </a:lnTo>
                <a:lnTo>
                  <a:pt x="7876" y="2564"/>
                </a:lnTo>
                <a:lnTo>
                  <a:pt x="7875" y="2564"/>
                </a:lnTo>
                <a:lnTo>
                  <a:pt x="7874" y="2565"/>
                </a:lnTo>
                <a:lnTo>
                  <a:pt x="7875" y="2565"/>
                </a:lnTo>
                <a:lnTo>
                  <a:pt x="7874" y="2566"/>
                </a:lnTo>
                <a:lnTo>
                  <a:pt x="7875" y="2568"/>
                </a:lnTo>
                <a:lnTo>
                  <a:pt x="7876" y="2569"/>
                </a:lnTo>
                <a:lnTo>
                  <a:pt x="7877" y="2569"/>
                </a:lnTo>
                <a:lnTo>
                  <a:pt x="7879" y="2569"/>
                </a:lnTo>
                <a:lnTo>
                  <a:pt x="7880" y="2569"/>
                </a:lnTo>
                <a:lnTo>
                  <a:pt x="7881" y="2569"/>
                </a:lnTo>
                <a:lnTo>
                  <a:pt x="7882" y="2569"/>
                </a:lnTo>
                <a:lnTo>
                  <a:pt x="7883" y="2569"/>
                </a:lnTo>
                <a:lnTo>
                  <a:pt x="7883" y="2570"/>
                </a:lnTo>
                <a:lnTo>
                  <a:pt x="7883" y="2571"/>
                </a:lnTo>
                <a:lnTo>
                  <a:pt x="7884" y="2571"/>
                </a:lnTo>
                <a:lnTo>
                  <a:pt x="7885" y="2571"/>
                </a:lnTo>
                <a:lnTo>
                  <a:pt x="7885" y="2572"/>
                </a:lnTo>
                <a:lnTo>
                  <a:pt x="7884" y="2572"/>
                </a:lnTo>
                <a:lnTo>
                  <a:pt x="7883" y="2572"/>
                </a:lnTo>
                <a:lnTo>
                  <a:pt x="7884" y="2573"/>
                </a:lnTo>
                <a:lnTo>
                  <a:pt x="7883" y="2573"/>
                </a:lnTo>
                <a:lnTo>
                  <a:pt x="7883" y="2574"/>
                </a:lnTo>
                <a:lnTo>
                  <a:pt x="7883" y="2575"/>
                </a:lnTo>
                <a:lnTo>
                  <a:pt x="7882" y="2576"/>
                </a:lnTo>
                <a:lnTo>
                  <a:pt x="7882" y="2577"/>
                </a:lnTo>
                <a:lnTo>
                  <a:pt x="7881" y="2577"/>
                </a:lnTo>
                <a:lnTo>
                  <a:pt x="7881" y="2578"/>
                </a:lnTo>
                <a:lnTo>
                  <a:pt x="7880" y="2578"/>
                </a:lnTo>
                <a:lnTo>
                  <a:pt x="7879" y="2579"/>
                </a:lnTo>
                <a:lnTo>
                  <a:pt x="7878" y="2579"/>
                </a:lnTo>
                <a:lnTo>
                  <a:pt x="7877" y="2578"/>
                </a:lnTo>
                <a:lnTo>
                  <a:pt x="7876" y="2578"/>
                </a:lnTo>
                <a:lnTo>
                  <a:pt x="7875" y="2578"/>
                </a:lnTo>
                <a:lnTo>
                  <a:pt x="7874" y="2577"/>
                </a:lnTo>
                <a:lnTo>
                  <a:pt x="7873" y="2577"/>
                </a:lnTo>
                <a:lnTo>
                  <a:pt x="7873" y="2576"/>
                </a:lnTo>
                <a:lnTo>
                  <a:pt x="7873" y="2577"/>
                </a:lnTo>
                <a:lnTo>
                  <a:pt x="7872" y="2577"/>
                </a:lnTo>
                <a:lnTo>
                  <a:pt x="7872" y="2578"/>
                </a:lnTo>
                <a:lnTo>
                  <a:pt x="7871" y="2578"/>
                </a:lnTo>
                <a:lnTo>
                  <a:pt x="7870" y="2578"/>
                </a:lnTo>
                <a:lnTo>
                  <a:pt x="7870" y="2579"/>
                </a:lnTo>
                <a:lnTo>
                  <a:pt x="7870" y="2578"/>
                </a:lnTo>
                <a:lnTo>
                  <a:pt x="7869" y="2579"/>
                </a:lnTo>
                <a:lnTo>
                  <a:pt x="7870" y="2579"/>
                </a:lnTo>
                <a:lnTo>
                  <a:pt x="7869" y="2579"/>
                </a:lnTo>
                <a:lnTo>
                  <a:pt x="7869" y="2580"/>
                </a:lnTo>
                <a:lnTo>
                  <a:pt x="7868" y="2580"/>
                </a:lnTo>
                <a:lnTo>
                  <a:pt x="7867" y="2580"/>
                </a:lnTo>
                <a:lnTo>
                  <a:pt x="7867" y="2581"/>
                </a:lnTo>
                <a:lnTo>
                  <a:pt x="7866" y="2581"/>
                </a:lnTo>
                <a:lnTo>
                  <a:pt x="7863" y="2581"/>
                </a:lnTo>
                <a:lnTo>
                  <a:pt x="7862" y="2581"/>
                </a:lnTo>
                <a:lnTo>
                  <a:pt x="7861" y="2581"/>
                </a:lnTo>
                <a:lnTo>
                  <a:pt x="7861" y="2580"/>
                </a:lnTo>
                <a:lnTo>
                  <a:pt x="7860" y="2580"/>
                </a:lnTo>
                <a:lnTo>
                  <a:pt x="7860" y="2579"/>
                </a:lnTo>
                <a:lnTo>
                  <a:pt x="7860" y="2578"/>
                </a:lnTo>
                <a:lnTo>
                  <a:pt x="7860" y="2577"/>
                </a:lnTo>
                <a:lnTo>
                  <a:pt x="7859" y="2576"/>
                </a:lnTo>
                <a:lnTo>
                  <a:pt x="7859" y="2577"/>
                </a:lnTo>
                <a:lnTo>
                  <a:pt x="7858" y="2577"/>
                </a:lnTo>
                <a:lnTo>
                  <a:pt x="7858" y="2578"/>
                </a:lnTo>
                <a:lnTo>
                  <a:pt x="7858" y="2579"/>
                </a:lnTo>
                <a:lnTo>
                  <a:pt x="7858" y="2580"/>
                </a:lnTo>
                <a:lnTo>
                  <a:pt x="7858" y="2581"/>
                </a:lnTo>
                <a:lnTo>
                  <a:pt x="7858" y="2582"/>
                </a:lnTo>
                <a:lnTo>
                  <a:pt x="7857" y="2583"/>
                </a:lnTo>
                <a:lnTo>
                  <a:pt x="7857" y="2584"/>
                </a:lnTo>
                <a:lnTo>
                  <a:pt x="7857" y="2585"/>
                </a:lnTo>
                <a:lnTo>
                  <a:pt x="7856" y="2585"/>
                </a:lnTo>
                <a:lnTo>
                  <a:pt x="7856" y="2586"/>
                </a:lnTo>
                <a:lnTo>
                  <a:pt x="7856" y="2587"/>
                </a:lnTo>
                <a:lnTo>
                  <a:pt x="7855" y="2588"/>
                </a:lnTo>
                <a:lnTo>
                  <a:pt x="7855" y="2589"/>
                </a:lnTo>
                <a:lnTo>
                  <a:pt x="7855" y="2590"/>
                </a:lnTo>
                <a:lnTo>
                  <a:pt x="7854" y="2590"/>
                </a:lnTo>
                <a:lnTo>
                  <a:pt x="7854" y="2591"/>
                </a:lnTo>
                <a:lnTo>
                  <a:pt x="7853" y="2591"/>
                </a:lnTo>
                <a:lnTo>
                  <a:pt x="7853" y="2592"/>
                </a:lnTo>
                <a:lnTo>
                  <a:pt x="7852" y="2593"/>
                </a:lnTo>
                <a:lnTo>
                  <a:pt x="7851" y="2593"/>
                </a:lnTo>
                <a:lnTo>
                  <a:pt x="7851" y="2594"/>
                </a:lnTo>
                <a:lnTo>
                  <a:pt x="7850" y="2595"/>
                </a:lnTo>
                <a:lnTo>
                  <a:pt x="7850" y="2596"/>
                </a:lnTo>
                <a:lnTo>
                  <a:pt x="7849" y="2596"/>
                </a:lnTo>
                <a:lnTo>
                  <a:pt x="7848" y="2597"/>
                </a:lnTo>
                <a:lnTo>
                  <a:pt x="7847" y="2598"/>
                </a:lnTo>
                <a:lnTo>
                  <a:pt x="7846" y="2598"/>
                </a:lnTo>
                <a:lnTo>
                  <a:pt x="7846" y="2599"/>
                </a:lnTo>
                <a:lnTo>
                  <a:pt x="7845" y="2599"/>
                </a:lnTo>
                <a:lnTo>
                  <a:pt x="7844" y="2599"/>
                </a:lnTo>
                <a:lnTo>
                  <a:pt x="7844" y="2600"/>
                </a:lnTo>
                <a:lnTo>
                  <a:pt x="7843" y="2600"/>
                </a:lnTo>
                <a:lnTo>
                  <a:pt x="7843" y="2601"/>
                </a:lnTo>
                <a:lnTo>
                  <a:pt x="7842" y="2601"/>
                </a:lnTo>
                <a:lnTo>
                  <a:pt x="7842" y="2602"/>
                </a:lnTo>
                <a:lnTo>
                  <a:pt x="7841" y="2603"/>
                </a:lnTo>
                <a:lnTo>
                  <a:pt x="7841" y="2604"/>
                </a:lnTo>
                <a:lnTo>
                  <a:pt x="7840" y="2604"/>
                </a:lnTo>
                <a:lnTo>
                  <a:pt x="7840" y="2605"/>
                </a:lnTo>
                <a:lnTo>
                  <a:pt x="7841" y="2605"/>
                </a:lnTo>
                <a:lnTo>
                  <a:pt x="7840" y="2605"/>
                </a:lnTo>
                <a:lnTo>
                  <a:pt x="7840" y="2606"/>
                </a:lnTo>
                <a:lnTo>
                  <a:pt x="7841" y="2606"/>
                </a:lnTo>
                <a:lnTo>
                  <a:pt x="7841" y="2607"/>
                </a:lnTo>
                <a:lnTo>
                  <a:pt x="7840" y="2607"/>
                </a:lnTo>
                <a:lnTo>
                  <a:pt x="7841" y="2607"/>
                </a:lnTo>
                <a:lnTo>
                  <a:pt x="7840" y="2607"/>
                </a:lnTo>
                <a:lnTo>
                  <a:pt x="7840" y="2608"/>
                </a:lnTo>
                <a:lnTo>
                  <a:pt x="7840" y="2609"/>
                </a:lnTo>
                <a:lnTo>
                  <a:pt x="7840" y="2610"/>
                </a:lnTo>
                <a:lnTo>
                  <a:pt x="7840" y="2611"/>
                </a:lnTo>
                <a:lnTo>
                  <a:pt x="7840" y="2612"/>
                </a:lnTo>
                <a:lnTo>
                  <a:pt x="7840" y="2613"/>
                </a:lnTo>
                <a:lnTo>
                  <a:pt x="7840" y="2614"/>
                </a:lnTo>
                <a:lnTo>
                  <a:pt x="7840" y="2615"/>
                </a:lnTo>
                <a:lnTo>
                  <a:pt x="7839" y="2615"/>
                </a:lnTo>
                <a:lnTo>
                  <a:pt x="7839" y="2616"/>
                </a:lnTo>
                <a:lnTo>
                  <a:pt x="7839" y="2615"/>
                </a:lnTo>
                <a:lnTo>
                  <a:pt x="7838" y="2615"/>
                </a:lnTo>
                <a:lnTo>
                  <a:pt x="7838" y="2616"/>
                </a:lnTo>
                <a:lnTo>
                  <a:pt x="7837" y="2616"/>
                </a:lnTo>
                <a:lnTo>
                  <a:pt x="7838" y="2616"/>
                </a:lnTo>
                <a:lnTo>
                  <a:pt x="7837" y="2616"/>
                </a:lnTo>
                <a:lnTo>
                  <a:pt x="7837" y="2617"/>
                </a:lnTo>
                <a:lnTo>
                  <a:pt x="7836" y="2617"/>
                </a:lnTo>
                <a:lnTo>
                  <a:pt x="7835" y="2618"/>
                </a:lnTo>
                <a:lnTo>
                  <a:pt x="7834" y="2618"/>
                </a:lnTo>
                <a:lnTo>
                  <a:pt x="7834" y="2619"/>
                </a:lnTo>
                <a:lnTo>
                  <a:pt x="7833" y="2620"/>
                </a:lnTo>
                <a:lnTo>
                  <a:pt x="7832" y="2620"/>
                </a:lnTo>
                <a:lnTo>
                  <a:pt x="7832" y="2621"/>
                </a:lnTo>
                <a:lnTo>
                  <a:pt x="7831" y="2621"/>
                </a:lnTo>
                <a:lnTo>
                  <a:pt x="7830" y="2621"/>
                </a:lnTo>
                <a:lnTo>
                  <a:pt x="7830" y="2622"/>
                </a:lnTo>
                <a:lnTo>
                  <a:pt x="7829" y="2622"/>
                </a:lnTo>
                <a:lnTo>
                  <a:pt x="7829" y="2623"/>
                </a:lnTo>
                <a:lnTo>
                  <a:pt x="7828" y="2623"/>
                </a:lnTo>
                <a:lnTo>
                  <a:pt x="7827" y="2623"/>
                </a:lnTo>
                <a:lnTo>
                  <a:pt x="7827" y="2624"/>
                </a:lnTo>
                <a:lnTo>
                  <a:pt x="7826" y="2624"/>
                </a:lnTo>
                <a:lnTo>
                  <a:pt x="7825" y="2624"/>
                </a:lnTo>
                <a:lnTo>
                  <a:pt x="7825" y="2625"/>
                </a:lnTo>
                <a:lnTo>
                  <a:pt x="7824" y="2625"/>
                </a:lnTo>
                <a:lnTo>
                  <a:pt x="7824" y="2626"/>
                </a:lnTo>
                <a:lnTo>
                  <a:pt x="7823" y="2627"/>
                </a:lnTo>
                <a:lnTo>
                  <a:pt x="7823" y="2628"/>
                </a:lnTo>
                <a:lnTo>
                  <a:pt x="7823" y="2627"/>
                </a:lnTo>
                <a:lnTo>
                  <a:pt x="7822" y="2627"/>
                </a:lnTo>
                <a:lnTo>
                  <a:pt x="7822" y="2628"/>
                </a:lnTo>
                <a:lnTo>
                  <a:pt x="7822" y="2629"/>
                </a:lnTo>
                <a:lnTo>
                  <a:pt x="7821" y="2629"/>
                </a:lnTo>
                <a:lnTo>
                  <a:pt x="7821" y="2630"/>
                </a:lnTo>
                <a:lnTo>
                  <a:pt x="7822" y="2630"/>
                </a:lnTo>
                <a:lnTo>
                  <a:pt x="7821" y="2630"/>
                </a:lnTo>
                <a:lnTo>
                  <a:pt x="7821" y="2631"/>
                </a:lnTo>
                <a:lnTo>
                  <a:pt x="7821" y="2632"/>
                </a:lnTo>
                <a:lnTo>
                  <a:pt x="7821" y="2633"/>
                </a:lnTo>
                <a:lnTo>
                  <a:pt x="7821" y="2634"/>
                </a:lnTo>
                <a:lnTo>
                  <a:pt x="7821" y="2635"/>
                </a:lnTo>
                <a:lnTo>
                  <a:pt x="7822" y="2635"/>
                </a:lnTo>
                <a:lnTo>
                  <a:pt x="7822" y="2636"/>
                </a:lnTo>
                <a:lnTo>
                  <a:pt x="7821" y="2636"/>
                </a:lnTo>
                <a:lnTo>
                  <a:pt x="7821" y="2637"/>
                </a:lnTo>
                <a:lnTo>
                  <a:pt x="7821" y="2638"/>
                </a:lnTo>
                <a:lnTo>
                  <a:pt x="7820" y="2638"/>
                </a:lnTo>
                <a:lnTo>
                  <a:pt x="7821" y="2638"/>
                </a:lnTo>
                <a:lnTo>
                  <a:pt x="7821" y="2637"/>
                </a:lnTo>
                <a:lnTo>
                  <a:pt x="7820" y="2637"/>
                </a:lnTo>
                <a:lnTo>
                  <a:pt x="7820" y="2638"/>
                </a:lnTo>
                <a:lnTo>
                  <a:pt x="7819" y="2639"/>
                </a:lnTo>
                <a:lnTo>
                  <a:pt x="7818" y="2639"/>
                </a:lnTo>
                <a:lnTo>
                  <a:pt x="7817" y="2640"/>
                </a:lnTo>
                <a:lnTo>
                  <a:pt x="7816" y="2641"/>
                </a:lnTo>
                <a:lnTo>
                  <a:pt x="7816" y="2642"/>
                </a:lnTo>
                <a:lnTo>
                  <a:pt x="7816" y="2641"/>
                </a:lnTo>
                <a:lnTo>
                  <a:pt x="7816" y="2642"/>
                </a:lnTo>
                <a:lnTo>
                  <a:pt x="7815" y="2642"/>
                </a:lnTo>
                <a:lnTo>
                  <a:pt x="7814" y="2642"/>
                </a:lnTo>
                <a:lnTo>
                  <a:pt x="7814" y="2643"/>
                </a:lnTo>
                <a:lnTo>
                  <a:pt x="7813" y="2643"/>
                </a:lnTo>
                <a:lnTo>
                  <a:pt x="7812" y="2644"/>
                </a:lnTo>
                <a:lnTo>
                  <a:pt x="7812" y="2645"/>
                </a:lnTo>
                <a:lnTo>
                  <a:pt x="7813" y="2645"/>
                </a:lnTo>
                <a:lnTo>
                  <a:pt x="7813" y="2646"/>
                </a:lnTo>
                <a:lnTo>
                  <a:pt x="7814" y="2646"/>
                </a:lnTo>
                <a:lnTo>
                  <a:pt x="7814" y="2647"/>
                </a:lnTo>
                <a:lnTo>
                  <a:pt x="7814" y="2648"/>
                </a:lnTo>
                <a:lnTo>
                  <a:pt x="7814" y="2649"/>
                </a:lnTo>
                <a:lnTo>
                  <a:pt x="7814" y="2648"/>
                </a:lnTo>
                <a:lnTo>
                  <a:pt x="7814" y="2649"/>
                </a:lnTo>
                <a:lnTo>
                  <a:pt x="7815" y="2649"/>
                </a:lnTo>
                <a:lnTo>
                  <a:pt x="7815" y="2650"/>
                </a:lnTo>
                <a:lnTo>
                  <a:pt x="7815" y="2651"/>
                </a:lnTo>
                <a:lnTo>
                  <a:pt x="7815" y="2652"/>
                </a:lnTo>
                <a:lnTo>
                  <a:pt x="7814" y="2652"/>
                </a:lnTo>
                <a:lnTo>
                  <a:pt x="7814" y="2653"/>
                </a:lnTo>
                <a:lnTo>
                  <a:pt x="7813" y="2653"/>
                </a:lnTo>
                <a:lnTo>
                  <a:pt x="7812" y="2653"/>
                </a:lnTo>
                <a:lnTo>
                  <a:pt x="7813" y="2653"/>
                </a:lnTo>
                <a:lnTo>
                  <a:pt x="7812" y="2653"/>
                </a:lnTo>
                <a:lnTo>
                  <a:pt x="7811" y="2653"/>
                </a:lnTo>
                <a:lnTo>
                  <a:pt x="7811" y="2654"/>
                </a:lnTo>
                <a:lnTo>
                  <a:pt x="7811" y="2653"/>
                </a:lnTo>
                <a:lnTo>
                  <a:pt x="7812" y="2653"/>
                </a:lnTo>
                <a:lnTo>
                  <a:pt x="7812" y="2652"/>
                </a:lnTo>
                <a:lnTo>
                  <a:pt x="7812" y="2653"/>
                </a:lnTo>
                <a:lnTo>
                  <a:pt x="7812" y="2652"/>
                </a:lnTo>
                <a:lnTo>
                  <a:pt x="7812" y="2653"/>
                </a:lnTo>
                <a:lnTo>
                  <a:pt x="7813" y="2653"/>
                </a:lnTo>
                <a:lnTo>
                  <a:pt x="7813" y="2652"/>
                </a:lnTo>
                <a:lnTo>
                  <a:pt x="7814" y="2652"/>
                </a:lnTo>
                <a:lnTo>
                  <a:pt x="7815" y="2652"/>
                </a:lnTo>
                <a:lnTo>
                  <a:pt x="7815" y="2651"/>
                </a:lnTo>
                <a:lnTo>
                  <a:pt x="7815" y="2650"/>
                </a:lnTo>
                <a:lnTo>
                  <a:pt x="7814" y="2649"/>
                </a:lnTo>
                <a:lnTo>
                  <a:pt x="7814" y="2648"/>
                </a:lnTo>
                <a:lnTo>
                  <a:pt x="7813" y="2648"/>
                </a:lnTo>
                <a:lnTo>
                  <a:pt x="7813" y="2646"/>
                </a:lnTo>
                <a:lnTo>
                  <a:pt x="7813" y="2645"/>
                </a:lnTo>
                <a:lnTo>
                  <a:pt x="7812" y="2645"/>
                </a:lnTo>
                <a:lnTo>
                  <a:pt x="7812" y="2644"/>
                </a:lnTo>
                <a:lnTo>
                  <a:pt x="7812" y="2645"/>
                </a:lnTo>
                <a:lnTo>
                  <a:pt x="7811" y="2645"/>
                </a:lnTo>
                <a:lnTo>
                  <a:pt x="7811" y="2646"/>
                </a:lnTo>
                <a:lnTo>
                  <a:pt x="7810" y="2646"/>
                </a:lnTo>
                <a:lnTo>
                  <a:pt x="7810" y="2647"/>
                </a:lnTo>
                <a:lnTo>
                  <a:pt x="7810" y="2648"/>
                </a:lnTo>
                <a:lnTo>
                  <a:pt x="7809" y="2648"/>
                </a:lnTo>
                <a:lnTo>
                  <a:pt x="7809" y="2649"/>
                </a:lnTo>
                <a:lnTo>
                  <a:pt x="7810" y="2649"/>
                </a:lnTo>
                <a:lnTo>
                  <a:pt x="7810" y="2650"/>
                </a:lnTo>
                <a:lnTo>
                  <a:pt x="7809" y="2650"/>
                </a:lnTo>
                <a:lnTo>
                  <a:pt x="7809" y="2651"/>
                </a:lnTo>
                <a:lnTo>
                  <a:pt x="7809" y="2652"/>
                </a:lnTo>
                <a:lnTo>
                  <a:pt x="7808" y="2652"/>
                </a:lnTo>
                <a:lnTo>
                  <a:pt x="7807" y="2652"/>
                </a:lnTo>
                <a:lnTo>
                  <a:pt x="7806" y="2652"/>
                </a:lnTo>
                <a:lnTo>
                  <a:pt x="7806" y="2653"/>
                </a:lnTo>
                <a:lnTo>
                  <a:pt x="7805" y="2653"/>
                </a:lnTo>
                <a:lnTo>
                  <a:pt x="7805" y="2654"/>
                </a:lnTo>
                <a:lnTo>
                  <a:pt x="7805" y="2655"/>
                </a:lnTo>
                <a:lnTo>
                  <a:pt x="7805" y="2656"/>
                </a:lnTo>
                <a:lnTo>
                  <a:pt x="7804" y="2656"/>
                </a:lnTo>
                <a:lnTo>
                  <a:pt x="7804" y="2657"/>
                </a:lnTo>
                <a:lnTo>
                  <a:pt x="7804" y="2658"/>
                </a:lnTo>
                <a:lnTo>
                  <a:pt x="7803" y="2659"/>
                </a:lnTo>
                <a:lnTo>
                  <a:pt x="7803" y="2660"/>
                </a:lnTo>
                <a:lnTo>
                  <a:pt x="7802" y="2660"/>
                </a:lnTo>
                <a:lnTo>
                  <a:pt x="7801" y="2660"/>
                </a:lnTo>
                <a:lnTo>
                  <a:pt x="7801" y="2661"/>
                </a:lnTo>
                <a:lnTo>
                  <a:pt x="7800" y="2661"/>
                </a:lnTo>
                <a:lnTo>
                  <a:pt x="7799" y="2661"/>
                </a:lnTo>
                <a:lnTo>
                  <a:pt x="7799" y="2662"/>
                </a:lnTo>
                <a:lnTo>
                  <a:pt x="7799" y="2663"/>
                </a:lnTo>
                <a:lnTo>
                  <a:pt x="7798" y="2664"/>
                </a:lnTo>
                <a:lnTo>
                  <a:pt x="7798" y="2665"/>
                </a:lnTo>
                <a:lnTo>
                  <a:pt x="7799" y="2665"/>
                </a:lnTo>
                <a:lnTo>
                  <a:pt x="7799" y="2664"/>
                </a:lnTo>
                <a:lnTo>
                  <a:pt x="7800" y="2664"/>
                </a:lnTo>
                <a:lnTo>
                  <a:pt x="7801" y="2664"/>
                </a:lnTo>
                <a:lnTo>
                  <a:pt x="7802" y="2664"/>
                </a:lnTo>
                <a:lnTo>
                  <a:pt x="7803" y="2664"/>
                </a:lnTo>
                <a:lnTo>
                  <a:pt x="7803" y="2663"/>
                </a:lnTo>
                <a:lnTo>
                  <a:pt x="7803" y="2662"/>
                </a:lnTo>
                <a:lnTo>
                  <a:pt x="7804" y="2662"/>
                </a:lnTo>
                <a:lnTo>
                  <a:pt x="7805" y="2662"/>
                </a:lnTo>
                <a:lnTo>
                  <a:pt x="7806" y="2662"/>
                </a:lnTo>
                <a:lnTo>
                  <a:pt x="7806" y="2661"/>
                </a:lnTo>
                <a:lnTo>
                  <a:pt x="7807" y="2661"/>
                </a:lnTo>
                <a:lnTo>
                  <a:pt x="7807" y="2660"/>
                </a:lnTo>
                <a:lnTo>
                  <a:pt x="7808" y="2660"/>
                </a:lnTo>
                <a:lnTo>
                  <a:pt x="7808" y="2658"/>
                </a:lnTo>
                <a:lnTo>
                  <a:pt x="7808" y="2657"/>
                </a:lnTo>
                <a:lnTo>
                  <a:pt x="7808" y="2656"/>
                </a:lnTo>
                <a:lnTo>
                  <a:pt x="7808" y="2655"/>
                </a:lnTo>
                <a:lnTo>
                  <a:pt x="7807" y="2655"/>
                </a:lnTo>
                <a:lnTo>
                  <a:pt x="7807" y="2654"/>
                </a:lnTo>
                <a:lnTo>
                  <a:pt x="7808" y="2654"/>
                </a:lnTo>
                <a:lnTo>
                  <a:pt x="7807" y="2655"/>
                </a:lnTo>
                <a:lnTo>
                  <a:pt x="7808" y="2655"/>
                </a:lnTo>
                <a:lnTo>
                  <a:pt x="7808" y="2656"/>
                </a:lnTo>
                <a:lnTo>
                  <a:pt x="7808" y="2657"/>
                </a:lnTo>
                <a:lnTo>
                  <a:pt x="7808" y="2658"/>
                </a:lnTo>
                <a:lnTo>
                  <a:pt x="7808" y="2659"/>
                </a:lnTo>
                <a:lnTo>
                  <a:pt x="7808" y="2660"/>
                </a:lnTo>
                <a:lnTo>
                  <a:pt x="7807" y="2660"/>
                </a:lnTo>
                <a:lnTo>
                  <a:pt x="7807" y="2661"/>
                </a:lnTo>
                <a:lnTo>
                  <a:pt x="7807" y="2662"/>
                </a:lnTo>
                <a:lnTo>
                  <a:pt x="7806" y="2662"/>
                </a:lnTo>
                <a:lnTo>
                  <a:pt x="7805" y="2662"/>
                </a:lnTo>
                <a:lnTo>
                  <a:pt x="7805" y="2663"/>
                </a:lnTo>
                <a:lnTo>
                  <a:pt x="7804" y="2663"/>
                </a:lnTo>
                <a:lnTo>
                  <a:pt x="7804" y="2664"/>
                </a:lnTo>
                <a:lnTo>
                  <a:pt x="7803" y="2664"/>
                </a:lnTo>
                <a:lnTo>
                  <a:pt x="7802" y="2664"/>
                </a:lnTo>
                <a:lnTo>
                  <a:pt x="7802" y="2665"/>
                </a:lnTo>
                <a:lnTo>
                  <a:pt x="7803" y="2665"/>
                </a:lnTo>
                <a:lnTo>
                  <a:pt x="7804" y="2665"/>
                </a:lnTo>
                <a:lnTo>
                  <a:pt x="7803" y="2665"/>
                </a:lnTo>
                <a:lnTo>
                  <a:pt x="7802" y="2665"/>
                </a:lnTo>
                <a:lnTo>
                  <a:pt x="7801" y="2665"/>
                </a:lnTo>
                <a:lnTo>
                  <a:pt x="7800" y="2665"/>
                </a:lnTo>
                <a:lnTo>
                  <a:pt x="7799" y="2665"/>
                </a:lnTo>
                <a:lnTo>
                  <a:pt x="7799" y="2666"/>
                </a:lnTo>
                <a:lnTo>
                  <a:pt x="7798" y="2666"/>
                </a:lnTo>
                <a:lnTo>
                  <a:pt x="7798" y="2667"/>
                </a:lnTo>
                <a:lnTo>
                  <a:pt x="7798" y="2668"/>
                </a:lnTo>
                <a:lnTo>
                  <a:pt x="7797" y="2668"/>
                </a:lnTo>
                <a:lnTo>
                  <a:pt x="7797" y="2669"/>
                </a:lnTo>
                <a:lnTo>
                  <a:pt x="7796" y="2669"/>
                </a:lnTo>
                <a:lnTo>
                  <a:pt x="7796" y="2670"/>
                </a:lnTo>
                <a:lnTo>
                  <a:pt x="7795" y="2670"/>
                </a:lnTo>
                <a:lnTo>
                  <a:pt x="7795" y="2671"/>
                </a:lnTo>
                <a:lnTo>
                  <a:pt x="7795" y="2672"/>
                </a:lnTo>
                <a:lnTo>
                  <a:pt x="7795" y="2673"/>
                </a:lnTo>
                <a:lnTo>
                  <a:pt x="7795" y="2674"/>
                </a:lnTo>
                <a:lnTo>
                  <a:pt x="7796" y="2674"/>
                </a:lnTo>
                <a:lnTo>
                  <a:pt x="7796" y="2675"/>
                </a:lnTo>
                <a:lnTo>
                  <a:pt x="7797" y="2675"/>
                </a:lnTo>
                <a:lnTo>
                  <a:pt x="7797" y="2676"/>
                </a:lnTo>
                <a:lnTo>
                  <a:pt x="7797" y="2677"/>
                </a:lnTo>
                <a:lnTo>
                  <a:pt x="7797" y="2678"/>
                </a:lnTo>
                <a:lnTo>
                  <a:pt x="7798" y="2678"/>
                </a:lnTo>
                <a:lnTo>
                  <a:pt x="7798" y="2679"/>
                </a:lnTo>
                <a:lnTo>
                  <a:pt x="7798" y="2680"/>
                </a:lnTo>
                <a:lnTo>
                  <a:pt x="7797" y="2680"/>
                </a:lnTo>
                <a:lnTo>
                  <a:pt x="7797" y="2681"/>
                </a:lnTo>
                <a:lnTo>
                  <a:pt x="7798" y="2681"/>
                </a:lnTo>
                <a:lnTo>
                  <a:pt x="7798" y="2682"/>
                </a:lnTo>
                <a:lnTo>
                  <a:pt x="7798" y="2683"/>
                </a:lnTo>
                <a:lnTo>
                  <a:pt x="7799" y="2683"/>
                </a:lnTo>
                <a:lnTo>
                  <a:pt x="7799" y="2684"/>
                </a:lnTo>
                <a:lnTo>
                  <a:pt x="7799" y="2685"/>
                </a:lnTo>
                <a:lnTo>
                  <a:pt x="7799" y="2686"/>
                </a:lnTo>
                <a:lnTo>
                  <a:pt x="7799" y="2688"/>
                </a:lnTo>
                <a:lnTo>
                  <a:pt x="7799" y="2689"/>
                </a:lnTo>
                <a:lnTo>
                  <a:pt x="7799" y="2690"/>
                </a:lnTo>
                <a:lnTo>
                  <a:pt x="7799" y="2691"/>
                </a:lnTo>
                <a:lnTo>
                  <a:pt x="7799" y="2692"/>
                </a:lnTo>
                <a:lnTo>
                  <a:pt x="7798" y="2692"/>
                </a:lnTo>
                <a:lnTo>
                  <a:pt x="7798" y="2694"/>
                </a:lnTo>
                <a:lnTo>
                  <a:pt x="7799" y="2695"/>
                </a:lnTo>
                <a:lnTo>
                  <a:pt x="7799" y="2696"/>
                </a:lnTo>
                <a:lnTo>
                  <a:pt x="7799" y="2697"/>
                </a:lnTo>
                <a:lnTo>
                  <a:pt x="7799" y="2698"/>
                </a:lnTo>
                <a:lnTo>
                  <a:pt x="7800" y="2699"/>
                </a:lnTo>
                <a:lnTo>
                  <a:pt x="7800" y="2700"/>
                </a:lnTo>
                <a:lnTo>
                  <a:pt x="7800" y="2701"/>
                </a:lnTo>
                <a:lnTo>
                  <a:pt x="7800" y="2700"/>
                </a:lnTo>
                <a:lnTo>
                  <a:pt x="7800" y="2699"/>
                </a:lnTo>
                <a:lnTo>
                  <a:pt x="7799" y="2699"/>
                </a:lnTo>
                <a:lnTo>
                  <a:pt x="7799" y="2700"/>
                </a:lnTo>
                <a:lnTo>
                  <a:pt x="7798" y="2700"/>
                </a:lnTo>
                <a:lnTo>
                  <a:pt x="7798" y="2701"/>
                </a:lnTo>
                <a:lnTo>
                  <a:pt x="7798" y="2702"/>
                </a:lnTo>
                <a:lnTo>
                  <a:pt x="7797" y="2702"/>
                </a:lnTo>
                <a:lnTo>
                  <a:pt x="7797" y="2703"/>
                </a:lnTo>
                <a:lnTo>
                  <a:pt x="7797" y="2704"/>
                </a:lnTo>
                <a:lnTo>
                  <a:pt x="7796" y="2704"/>
                </a:lnTo>
                <a:lnTo>
                  <a:pt x="7796" y="2705"/>
                </a:lnTo>
                <a:lnTo>
                  <a:pt x="7797" y="2705"/>
                </a:lnTo>
                <a:lnTo>
                  <a:pt x="7797" y="2704"/>
                </a:lnTo>
                <a:lnTo>
                  <a:pt x="7798" y="2704"/>
                </a:lnTo>
                <a:lnTo>
                  <a:pt x="7799" y="2704"/>
                </a:lnTo>
                <a:lnTo>
                  <a:pt x="7799" y="2703"/>
                </a:lnTo>
                <a:lnTo>
                  <a:pt x="7799" y="2702"/>
                </a:lnTo>
                <a:lnTo>
                  <a:pt x="7799" y="2703"/>
                </a:lnTo>
                <a:lnTo>
                  <a:pt x="7799" y="2704"/>
                </a:lnTo>
                <a:lnTo>
                  <a:pt x="7798" y="2704"/>
                </a:lnTo>
                <a:lnTo>
                  <a:pt x="7798" y="2705"/>
                </a:lnTo>
                <a:lnTo>
                  <a:pt x="7797" y="2705"/>
                </a:lnTo>
                <a:lnTo>
                  <a:pt x="7796" y="2705"/>
                </a:lnTo>
                <a:lnTo>
                  <a:pt x="7795" y="2705"/>
                </a:lnTo>
                <a:lnTo>
                  <a:pt x="7795" y="2706"/>
                </a:lnTo>
                <a:lnTo>
                  <a:pt x="7794" y="2707"/>
                </a:lnTo>
                <a:lnTo>
                  <a:pt x="7794" y="2708"/>
                </a:lnTo>
                <a:lnTo>
                  <a:pt x="7793" y="2708"/>
                </a:lnTo>
                <a:lnTo>
                  <a:pt x="7793" y="2709"/>
                </a:lnTo>
                <a:lnTo>
                  <a:pt x="7793" y="2710"/>
                </a:lnTo>
                <a:lnTo>
                  <a:pt x="7794" y="2711"/>
                </a:lnTo>
                <a:lnTo>
                  <a:pt x="7794" y="2712"/>
                </a:lnTo>
                <a:lnTo>
                  <a:pt x="7794" y="2711"/>
                </a:lnTo>
                <a:lnTo>
                  <a:pt x="7794" y="2712"/>
                </a:lnTo>
                <a:lnTo>
                  <a:pt x="7795" y="2712"/>
                </a:lnTo>
                <a:lnTo>
                  <a:pt x="7795" y="2713"/>
                </a:lnTo>
                <a:lnTo>
                  <a:pt x="7796" y="2713"/>
                </a:lnTo>
                <a:lnTo>
                  <a:pt x="7796" y="2714"/>
                </a:lnTo>
                <a:lnTo>
                  <a:pt x="7797" y="2714"/>
                </a:lnTo>
                <a:lnTo>
                  <a:pt x="7797" y="2715"/>
                </a:lnTo>
                <a:lnTo>
                  <a:pt x="7798" y="2715"/>
                </a:lnTo>
                <a:lnTo>
                  <a:pt x="7799" y="2715"/>
                </a:lnTo>
                <a:lnTo>
                  <a:pt x="7799" y="2716"/>
                </a:lnTo>
                <a:lnTo>
                  <a:pt x="7800" y="2716"/>
                </a:lnTo>
                <a:lnTo>
                  <a:pt x="7800" y="2717"/>
                </a:lnTo>
                <a:lnTo>
                  <a:pt x="7801" y="2717"/>
                </a:lnTo>
                <a:lnTo>
                  <a:pt x="7801" y="2718"/>
                </a:lnTo>
                <a:lnTo>
                  <a:pt x="7801" y="2719"/>
                </a:lnTo>
                <a:lnTo>
                  <a:pt x="7801" y="2720"/>
                </a:lnTo>
                <a:lnTo>
                  <a:pt x="7802" y="2720"/>
                </a:lnTo>
                <a:lnTo>
                  <a:pt x="7802" y="2721"/>
                </a:lnTo>
                <a:lnTo>
                  <a:pt x="7803" y="2722"/>
                </a:lnTo>
                <a:lnTo>
                  <a:pt x="7804" y="2722"/>
                </a:lnTo>
                <a:lnTo>
                  <a:pt x="7805" y="2723"/>
                </a:lnTo>
                <a:lnTo>
                  <a:pt x="7806" y="2723"/>
                </a:lnTo>
                <a:lnTo>
                  <a:pt x="7805" y="2723"/>
                </a:lnTo>
                <a:lnTo>
                  <a:pt x="7805" y="2722"/>
                </a:lnTo>
                <a:lnTo>
                  <a:pt x="7805" y="2721"/>
                </a:lnTo>
                <a:lnTo>
                  <a:pt x="7804" y="2721"/>
                </a:lnTo>
                <a:lnTo>
                  <a:pt x="7804" y="2720"/>
                </a:lnTo>
                <a:lnTo>
                  <a:pt x="7803" y="2720"/>
                </a:lnTo>
                <a:lnTo>
                  <a:pt x="7803" y="2719"/>
                </a:lnTo>
                <a:lnTo>
                  <a:pt x="7803" y="2718"/>
                </a:lnTo>
                <a:lnTo>
                  <a:pt x="7803" y="2717"/>
                </a:lnTo>
                <a:lnTo>
                  <a:pt x="7803" y="2716"/>
                </a:lnTo>
                <a:lnTo>
                  <a:pt x="7802" y="2715"/>
                </a:lnTo>
                <a:lnTo>
                  <a:pt x="7802" y="2714"/>
                </a:lnTo>
                <a:lnTo>
                  <a:pt x="7801" y="2714"/>
                </a:lnTo>
                <a:lnTo>
                  <a:pt x="7800" y="2714"/>
                </a:lnTo>
                <a:lnTo>
                  <a:pt x="7799" y="2713"/>
                </a:lnTo>
                <a:lnTo>
                  <a:pt x="7799" y="2712"/>
                </a:lnTo>
                <a:lnTo>
                  <a:pt x="7798" y="2712"/>
                </a:lnTo>
                <a:lnTo>
                  <a:pt x="7799" y="2712"/>
                </a:lnTo>
                <a:lnTo>
                  <a:pt x="7799" y="2713"/>
                </a:lnTo>
                <a:lnTo>
                  <a:pt x="7799" y="2714"/>
                </a:lnTo>
                <a:lnTo>
                  <a:pt x="7800" y="2714"/>
                </a:lnTo>
                <a:lnTo>
                  <a:pt x="7801" y="2714"/>
                </a:lnTo>
                <a:lnTo>
                  <a:pt x="7802" y="2715"/>
                </a:lnTo>
                <a:lnTo>
                  <a:pt x="7803" y="2716"/>
                </a:lnTo>
                <a:lnTo>
                  <a:pt x="7803" y="2717"/>
                </a:lnTo>
                <a:lnTo>
                  <a:pt x="7803" y="2718"/>
                </a:lnTo>
                <a:lnTo>
                  <a:pt x="7804" y="2718"/>
                </a:lnTo>
                <a:lnTo>
                  <a:pt x="7804" y="2719"/>
                </a:lnTo>
                <a:lnTo>
                  <a:pt x="7803" y="2719"/>
                </a:lnTo>
                <a:lnTo>
                  <a:pt x="7803" y="2720"/>
                </a:lnTo>
                <a:lnTo>
                  <a:pt x="7804" y="2720"/>
                </a:lnTo>
                <a:lnTo>
                  <a:pt x="7805" y="2720"/>
                </a:lnTo>
                <a:lnTo>
                  <a:pt x="7805" y="2721"/>
                </a:lnTo>
                <a:lnTo>
                  <a:pt x="7806" y="2722"/>
                </a:lnTo>
                <a:lnTo>
                  <a:pt x="7807" y="2722"/>
                </a:lnTo>
                <a:lnTo>
                  <a:pt x="7807" y="2721"/>
                </a:lnTo>
                <a:lnTo>
                  <a:pt x="7807" y="2720"/>
                </a:lnTo>
                <a:lnTo>
                  <a:pt x="7807" y="2719"/>
                </a:lnTo>
                <a:lnTo>
                  <a:pt x="7806" y="2719"/>
                </a:lnTo>
                <a:lnTo>
                  <a:pt x="7807" y="2719"/>
                </a:lnTo>
                <a:lnTo>
                  <a:pt x="7807" y="2718"/>
                </a:lnTo>
                <a:lnTo>
                  <a:pt x="7807" y="2717"/>
                </a:lnTo>
                <a:lnTo>
                  <a:pt x="7807" y="2716"/>
                </a:lnTo>
                <a:lnTo>
                  <a:pt x="7807" y="2715"/>
                </a:lnTo>
                <a:lnTo>
                  <a:pt x="7806" y="2715"/>
                </a:lnTo>
                <a:lnTo>
                  <a:pt x="7806" y="2714"/>
                </a:lnTo>
                <a:lnTo>
                  <a:pt x="7805" y="2714"/>
                </a:lnTo>
                <a:lnTo>
                  <a:pt x="7806" y="2714"/>
                </a:lnTo>
                <a:lnTo>
                  <a:pt x="7806" y="2715"/>
                </a:lnTo>
                <a:lnTo>
                  <a:pt x="7807" y="2716"/>
                </a:lnTo>
                <a:lnTo>
                  <a:pt x="7807" y="2718"/>
                </a:lnTo>
                <a:lnTo>
                  <a:pt x="7807" y="2719"/>
                </a:lnTo>
                <a:lnTo>
                  <a:pt x="7807" y="2720"/>
                </a:lnTo>
                <a:lnTo>
                  <a:pt x="7808" y="2720"/>
                </a:lnTo>
                <a:lnTo>
                  <a:pt x="7809" y="2720"/>
                </a:lnTo>
                <a:lnTo>
                  <a:pt x="7809" y="2721"/>
                </a:lnTo>
                <a:lnTo>
                  <a:pt x="7810" y="2722"/>
                </a:lnTo>
                <a:lnTo>
                  <a:pt x="7811" y="2723"/>
                </a:lnTo>
                <a:lnTo>
                  <a:pt x="7812" y="2723"/>
                </a:lnTo>
                <a:lnTo>
                  <a:pt x="7812" y="2724"/>
                </a:lnTo>
                <a:lnTo>
                  <a:pt x="7813" y="2724"/>
                </a:lnTo>
                <a:lnTo>
                  <a:pt x="7813" y="2725"/>
                </a:lnTo>
                <a:lnTo>
                  <a:pt x="7812" y="2725"/>
                </a:lnTo>
                <a:lnTo>
                  <a:pt x="7813" y="2726"/>
                </a:lnTo>
                <a:lnTo>
                  <a:pt x="7812" y="2726"/>
                </a:lnTo>
                <a:lnTo>
                  <a:pt x="7813" y="2726"/>
                </a:lnTo>
                <a:lnTo>
                  <a:pt x="7812" y="2726"/>
                </a:lnTo>
                <a:lnTo>
                  <a:pt x="7813" y="2726"/>
                </a:lnTo>
                <a:lnTo>
                  <a:pt x="7813" y="2727"/>
                </a:lnTo>
                <a:lnTo>
                  <a:pt x="7813" y="2728"/>
                </a:lnTo>
                <a:lnTo>
                  <a:pt x="7809" y="2729"/>
                </a:lnTo>
                <a:lnTo>
                  <a:pt x="7807" y="2729"/>
                </a:lnTo>
                <a:lnTo>
                  <a:pt x="7806" y="2729"/>
                </a:lnTo>
                <a:lnTo>
                  <a:pt x="7804" y="2729"/>
                </a:lnTo>
                <a:lnTo>
                  <a:pt x="7802" y="2729"/>
                </a:lnTo>
                <a:lnTo>
                  <a:pt x="7801" y="2729"/>
                </a:lnTo>
                <a:lnTo>
                  <a:pt x="7800" y="2729"/>
                </a:lnTo>
                <a:lnTo>
                  <a:pt x="7798" y="2729"/>
                </a:lnTo>
                <a:lnTo>
                  <a:pt x="7797" y="2730"/>
                </a:lnTo>
                <a:lnTo>
                  <a:pt x="7795" y="2730"/>
                </a:lnTo>
                <a:lnTo>
                  <a:pt x="7793" y="2730"/>
                </a:lnTo>
                <a:lnTo>
                  <a:pt x="7791" y="2730"/>
                </a:lnTo>
                <a:lnTo>
                  <a:pt x="7791" y="2727"/>
                </a:lnTo>
                <a:lnTo>
                  <a:pt x="7790" y="2727"/>
                </a:lnTo>
                <a:lnTo>
                  <a:pt x="7790" y="2726"/>
                </a:lnTo>
                <a:lnTo>
                  <a:pt x="7790" y="2725"/>
                </a:lnTo>
                <a:lnTo>
                  <a:pt x="7790" y="2724"/>
                </a:lnTo>
                <a:lnTo>
                  <a:pt x="7789" y="2724"/>
                </a:lnTo>
                <a:lnTo>
                  <a:pt x="7789" y="2723"/>
                </a:lnTo>
                <a:lnTo>
                  <a:pt x="7789" y="2722"/>
                </a:lnTo>
                <a:lnTo>
                  <a:pt x="7789" y="2721"/>
                </a:lnTo>
                <a:lnTo>
                  <a:pt x="7789" y="2720"/>
                </a:lnTo>
                <a:lnTo>
                  <a:pt x="7788" y="2720"/>
                </a:lnTo>
                <a:lnTo>
                  <a:pt x="7788" y="2717"/>
                </a:lnTo>
                <a:lnTo>
                  <a:pt x="7789" y="2717"/>
                </a:lnTo>
                <a:lnTo>
                  <a:pt x="7788" y="2716"/>
                </a:lnTo>
                <a:lnTo>
                  <a:pt x="7789" y="2715"/>
                </a:lnTo>
                <a:lnTo>
                  <a:pt x="7789" y="2714"/>
                </a:lnTo>
                <a:lnTo>
                  <a:pt x="7789" y="2713"/>
                </a:lnTo>
                <a:lnTo>
                  <a:pt x="7788" y="2713"/>
                </a:lnTo>
                <a:lnTo>
                  <a:pt x="7788" y="2712"/>
                </a:lnTo>
                <a:lnTo>
                  <a:pt x="7788" y="2711"/>
                </a:lnTo>
                <a:lnTo>
                  <a:pt x="7788" y="2709"/>
                </a:lnTo>
                <a:lnTo>
                  <a:pt x="7789" y="2709"/>
                </a:lnTo>
                <a:lnTo>
                  <a:pt x="7789" y="2708"/>
                </a:lnTo>
                <a:lnTo>
                  <a:pt x="7788" y="2708"/>
                </a:lnTo>
                <a:lnTo>
                  <a:pt x="7788" y="2707"/>
                </a:lnTo>
                <a:lnTo>
                  <a:pt x="7788" y="2708"/>
                </a:lnTo>
                <a:lnTo>
                  <a:pt x="7787" y="2708"/>
                </a:lnTo>
                <a:lnTo>
                  <a:pt x="7787" y="2707"/>
                </a:lnTo>
                <a:lnTo>
                  <a:pt x="7785" y="2707"/>
                </a:lnTo>
                <a:lnTo>
                  <a:pt x="7785" y="2708"/>
                </a:lnTo>
                <a:lnTo>
                  <a:pt x="7784" y="2708"/>
                </a:lnTo>
                <a:lnTo>
                  <a:pt x="7783" y="2708"/>
                </a:lnTo>
                <a:lnTo>
                  <a:pt x="7782" y="2709"/>
                </a:lnTo>
                <a:lnTo>
                  <a:pt x="7781" y="2709"/>
                </a:lnTo>
                <a:lnTo>
                  <a:pt x="7781" y="2710"/>
                </a:lnTo>
                <a:lnTo>
                  <a:pt x="7781" y="2711"/>
                </a:lnTo>
                <a:lnTo>
                  <a:pt x="7780" y="2711"/>
                </a:lnTo>
                <a:lnTo>
                  <a:pt x="7780" y="2712"/>
                </a:lnTo>
                <a:lnTo>
                  <a:pt x="7780" y="2713"/>
                </a:lnTo>
                <a:lnTo>
                  <a:pt x="7780" y="2714"/>
                </a:lnTo>
                <a:lnTo>
                  <a:pt x="7780" y="2715"/>
                </a:lnTo>
                <a:lnTo>
                  <a:pt x="7780" y="2716"/>
                </a:lnTo>
                <a:lnTo>
                  <a:pt x="7780" y="2717"/>
                </a:lnTo>
                <a:lnTo>
                  <a:pt x="7780" y="2718"/>
                </a:lnTo>
                <a:lnTo>
                  <a:pt x="7780" y="2719"/>
                </a:lnTo>
                <a:lnTo>
                  <a:pt x="7781" y="2719"/>
                </a:lnTo>
                <a:lnTo>
                  <a:pt x="7781" y="2720"/>
                </a:lnTo>
                <a:lnTo>
                  <a:pt x="7781" y="2721"/>
                </a:lnTo>
                <a:lnTo>
                  <a:pt x="7781" y="2722"/>
                </a:lnTo>
                <a:lnTo>
                  <a:pt x="7782" y="2723"/>
                </a:lnTo>
                <a:lnTo>
                  <a:pt x="7782" y="2724"/>
                </a:lnTo>
                <a:lnTo>
                  <a:pt x="7782" y="2725"/>
                </a:lnTo>
                <a:lnTo>
                  <a:pt x="7782" y="2726"/>
                </a:lnTo>
                <a:lnTo>
                  <a:pt x="7781" y="2726"/>
                </a:lnTo>
                <a:lnTo>
                  <a:pt x="7782" y="2726"/>
                </a:lnTo>
                <a:lnTo>
                  <a:pt x="7781" y="2727"/>
                </a:lnTo>
                <a:lnTo>
                  <a:pt x="7781" y="2728"/>
                </a:lnTo>
                <a:lnTo>
                  <a:pt x="7780" y="2728"/>
                </a:lnTo>
                <a:lnTo>
                  <a:pt x="7779" y="2729"/>
                </a:lnTo>
                <a:lnTo>
                  <a:pt x="7779" y="2730"/>
                </a:lnTo>
                <a:lnTo>
                  <a:pt x="7778" y="2730"/>
                </a:lnTo>
                <a:lnTo>
                  <a:pt x="7778" y="2731"/>
                </a:lnTo>
                <a:lnTo>
                  <a:pt x="7775" y="2731"/>
                </a:lnTo>
                <a:lnTo>
                  <a:pt x="7774" y="2731"/>
                </a:lnTo>
                <a:lnTo>
                  <a:pt x="7774" y="2734"/>
                </a:lnTo>
                <a:lnTo>
                  <a:pt x="7771" y="2731"/>
                </a:lnTo>
                <a:lnTo>
                  <a:pt x="7770" y="2730"/>
                </a:lnTo>
                <a:lnTo>
                  <a:pt x="7769" y="2730"/>
                </a:lnTo>
                <a:lnTo>
                  <a:pt x="7769" y="2731"/>
                </a:lnTo>
                <a:lnTo>
                  <a:pt x="7769" y="2732"/>
                </a:lnTo>
                <a:lnTo>
                  <a:pt x="7768" y="2732"/>
                </a:lnTo>
                <a:lnTo>
                  <a:pt x="7767" y="2733"/>
                </a:lnTo>
                <a:lnTo>
                  <a:pt x="7766" y="2733"/>
                </a:lnTo>
                <a:lnTo>
                  <a:pt x="7764" y="2734"/>
                </a:lnTo>
                <a:lnTo>
                  <a:pt x="7763" y="2733"/>
                </a:lnTo>
                <a:lnTo>
                  <a:pt x="7759" y="2737"/>
                </a:lnTo>
                <a:lnTo>
                  <a:pt x="7758" y="2737"/>
                </a:lnTo>
                <a:lnTo>
                  <a:pt x="7757" y="2738"/>
                </a:lnTo>
                <a:lnTo>
                  <a:pt x="7756" y="2739"/>
                </a:lnTo>
                <a:lnTo>
                  <a:pt x="7755" y="2739"/>
                </a:lnTo>
                <a:lnTo>
                  <a:pt x="7755" y="2740"/>
                </a:lnTo>
                <a:lnTo>
                  <a:pt x="7754" y="2740"/>
                </a:lnTo>
                <a:lnTo>
                  <a:pt x="7751" y="2742"/>
                </a:lnTo>
                <a:lnTo>
                  <a:pt x="7749" y="2742"/>
                </a:lnTo>
                <a:lnTo>
                  <a:pt x="7745" y="2741"/>
                </a:lnTo>
                <a:lnTo>
                  <a:pt x="7744" y="2741"/>
                </a:lnTo>
                <a:lnTo>
                  <a:pt x="7742" y="2740"/>
                </a:lnTo>
                <a:lnTo>
                  <a:pt x="7742" y="2739"/>
                </a:lnTo>
                <a:lnTo>
                  <a:pt x="7741" y="2740"/>
                </a:lnTo>
                <a:lnTo>
                  <a:pt x="7737" y="2740"/>
                </a:lnTo>
                <a:lnTo>
                  <a:pt x="7735" y="2741"/>
                </a:lnTo>
                <a:lnTo>
                  <a:pt x="7735" y="2740"/>
                </a:lnTo>
                <a:lnTo>
                  <a:pt x="7734" y="2740"/>
                </a:lnTo>
                <a:lnTo>
                  <a:pt x="7733" y="2740"/>
                </a:lnTo>
                <a:lnTo>
                  <a:pt x="7732" y="2740"/>
                </a:lnTo>
                <a:lnTo>
                  <a:pt x="7732" y="2741"/>
                </a:lnTo>
                <a:lnTo>
                  <a:pt x="7731" y="2741"/>
                </a:lnTo>
                <a:lnTo>
                  <a:pt x="7729" y="2741"/>
                </a:lnTo>
                <a:lnTo>
                  <a:pt x="7728" y="2741"/>
                </a:lnTo>
                <a:lnTo>
                  <a:pt x="7727" y="2741"/>
                </a:lnTo>
                <a:lnTo>
                  <a:pt x="7726" y="2741"/>
                </a:lnTo>
                <a:lnTo>
                  <a:pt x="7725" y="2741"/>
                </a:lnTo>
                <a:lnTo>
                  <a:pt x="7724" y="2741"/>
                </a:lnTo>
                <a:lnTo>
                  <a:pt x="7724" y="2740"/>
                </a:lnTo>
                <a:lnTo>
                  <a:pt x="7725" y="2740"/>
                </a:lnTo>
                <a:lnTo>
                  <a:pt x="7725" y="2739"/>
                </a:lnTo>
                <a:lnTo>
                  <a:pt x="7725" y="2738"/>
                </a:lnTo>
                <a:lnTo>
                  <a:pt x="7724" y="2739"/>
                </a:lnTo>
                <a:lnTo>
                  <a:pt x="7722" y="2740"/>
                </a:lnTo>
                <a:lnTo>
                  <a:pt x="7720" y="2741"/>
                </a:lnTo>
                <a:lnTo>
                  <a:pt x="7719" y="2742"/>
                </a:lnTo>
                <a:lnTo>
                  <a:pt x="7717" y="2743"/>
                </a:lnTo>
                <a:lnTo>
                  <a:pt x="7716" y="2744"/>
                </a:lnTo>
                <a:lnTo>
                  <a:pt x="7715" y="2744"/>
                </a:lnTo>
                <a:lnTo>
                  <a:pt x="7714" y="2744"/>
                </a:lnTo>
                <a:lnTo>
                  <a:pt x="7713" y="2744"/>
                </a:lnTo>
                <a:lnTo>
                  <a:pt x="7712" y="2745"/>
                </a:lnTo>
                <a:lnTo>
                  <a:pt x="7711" y="2745"/>
                </a:lnTo>
                <a:lnTo>
                  <a:pt x="7710" y="2745"/>
                </a:lnTo>
                <a:lnTo>
                  <a:pt x="7709" y="2745"/>
                </a:lnTo>
                <a:lnTo>
                  <a:pt x="7703" y="2748"/>
                </a:lnTo>
                <a:lnTo>
                  <a:pt x="7701" y="2746"/>
                </a:lnTo>
                <a:lnTo>
                  <a:pt x="7700" y="2746"/>
                </a:lnTo>
                <a:lnTo>
                  <a:pt x="7699" y="2745"/>
                </a:lnTo>
                <a:lnTo>
                  <a:pt x="7696" y="2744"/>
                </a:lnTo>
                <a:lnTo>
                  <a:pt x="7696" y="2743"/>
                </a:lnTo>
                <a:lnTo>
                  <a:pt x="7696" y="2742"/>
                </a:lnTo>
                <a:lnTo>
                  <a:pt x="7695" y="2741"/>
                </a:lnTo>
                <a:lnTo>
                  <a:pt x="7694" y="2741"/>
                </a:lnTo>
                <a:lnTo>
                  <a:pt x="7693" y="2741"/>
                </a:lnTo>
                <a:lnTo>
                  <a:pt x="7695" y="2744"/>
                </a:lnTo>
                <a:lnTo>
                  <a:pt x="7695" y="2745"/>
                </a:lnTo>
                <a:lnTo>
                  <a:pt x="7695" y="2746"/>
                </a:lnTo>
                <a:lnTo>
                  <a:pt x="7693" y="2746"/>
                </a:lnTo>
                <a:lnTo>
                  <a:pt x="7694" y="2749"/>
                </a:lnTo>
                <a:lnTo>
                  <a:pt x="7695" y="2750"/>
                </a:lnTo>
                <a:lnTo>
                  <a:pt x="7695" y="2752"/>
                </a:lnTo>
                <a:lnTo>
                  <a:pt x="7695" y="2753"/>
                </a:lnTo>
                <a:lnTo>
                  <a:pt x="7694" y="2753"/>
                </a:lnTo>
                <a:lnTo>
                  <a:pt x="7694" y="2754"/>
                </a:lnTo>
                <a:lnTo>
                  <a:pt x="7693" y="2755"/>
                </a:lnTo>
                <a:lnTo>
                  <a:pt x="7693" y="2757"/>
                </a:lnTo>
                <a:lnTo>
                  <a:pt x="7692" y="2758"/>
                </a:lnTo>
                <a:lnTo>
                  <a:pt x="7690" y="2759"/>
                </a:lnTo>
                <a:lnTo>
                  <a:pt x="7688" y="2760"/>
                </a:lnTo>
                <a:lnTo>
                  <a:pt x="7687" y="2758"/>
                </a:lnTo>
                <a:lnTo>
                  <a:pt x="7686" y="2758"/>
                </a:lnTo>
                <a:lnTo>
                  <a:pt x="7685" y="2758"/>
                </a:lnTo>
                <a:lnTo>
                  <a:pt x="7685" y="2760"/>
                </a:lnTo>
                <a:lnTo>
                  <a:pt x="7685" y="2761"/>
                </a:lnTo>
                <a:lnTo>
                  <a:pt x="7685" y="2762"/>
                </a:lnTo>
                <a:lnTo>
                  <a:pt x="7685" y="2763"/>
                </a:lnTo>
                <a:lnTo>
                  <a:pt x="7684" y="2763"/>
                </a:lnTo>
                <a:lnTo>
                  <a:pt x="7684" y="2764"/>
                </a:lnTo>
                <a:lnTo>
                  <a:pt x="7683" y="2764"/>
                </a:lnTo>
                <a:lnTo>
                  <a:pt x="7683" y="2763"/>
                </a:lnTo>
                <a:lnTo>
                  <a:pt x="7683" y="2761"/>
                </a:lnTo>
                <a:lnTo>
                  <a:pt x="7682" y="2759"/>
                </a:lnTo>
                <a:lnTo>
                  <a:pt x="7681" y="2758"/>
                </a:lnTo>
                <a:lnTo>
                  <a:pt x="7680" y="2758"/>
                </a:lnTo>
                <a:lnTo>
                  <a:pt x="7678" y="2759"/>
                </a:lnTo>
                <a:lnTo>
                  <a:pt x="7677" y="2759"/>
                </a:lnTo>
                <a:lnTo>
                  <a:pt x="7678" y="2761"/>
                </a:lnTo>
                <a:lnTo>
                  <a:pt x="7678" y="2762"/>
                </a:lnTo>
                <a:lnTo>
                  <a:pt x="7675" y="2763"/>
                </a:lnTo>
                <a:lnTo>
                  <a:pt x="7675" y="2764"/>
                </a:lnTo>
                <a:lnTo>
                  <a:pt x="7675" y="2765"/>
                </a:lnTo>
                <a:lnTo>
                  <a:pt x="7674" y="2765"/>
                </a:lnTo>
                <a:lnTo>
                  <a:pt x="7673" y="2764"/>
                </a:lnTo>
                <a:lnTo>
                  <a:pt x="7672" y="2766"/>
                </a:lnTo>
                <a:lnTo>
                  <a:pt x="7671" y="2766"/>
                </a:lnTo>
                <a:lnTo>
                  <a:pt x="7670" y="2766"/>
                </a:lnTo>
                <a:lnTo>
                  <a:pt x="7670" y="2767"/>
                </a:lnTo>
                <a:lnTo>
                  <a:pt x="7671" y="2767"/>
                </a:lnTo>
                <a:lnTo>
                  <a:pt x="7672" y="2767"/>
                </a:lnTo>
                <a:lnTo>
                  <a:pt x="7672" y="2768"/>
                </a:lnTo>
                <a:lnTo>
                  <a:pt x="7671" y="2768"/>
                </a:lnTo>
                <a:lnTo>
                  <a:pt x="7670" y="2768"/>
                </a:lnTo>
                <a:lnTo>
                  <a:pt x="7669" y="2768"/>
                </a:lnTo>
                <a:lnTo>
                  <a:pt x="7669" y="2769"/>
                </a:lnTo>
                <a:lnTo>
                  <a:pt x="7668" y="2769"/>
                </a:lnTo>
                <a:lnTo>
                  <a:pt x="7668" y="2770"/>
                </a:lnTo>
                <a:lnTo>
                  <a:pt x="7668" y="2771"/>
                </a:lnTo>
                <a:lnTo>
                  <a:pt x="7667" y="2771"/>
                </a:lnTo>
                <a:lnTo>
                  <a:pt x="7667" y="2772"/>
                </a:lnTo>
                <a:lnTo>
                  <a:pt x="7665" y="2772"/>
                </a:lnTo>
                <a:lnTo>
                  <a:pt x="7665" y="2773"/>
                </a:lnTo>
                <a:lnTo>
                  <a:pt x="7664" y="2773"/>
                </a:lnTo>
                <a:lnTo>
                  <a:pt x="7664" y="2772"/>
                </a:lnTo>
                <a:lnTo>
                  <a:pt x="7663" y="2772"/>
                </a:lnTo>
                <a:lnTo>
                  <a:pt x="7662" y="2773"/>
                </a:lnTo>
                <a:lnTo>
                  <a:pt x="7662" y="2774"/>
                </a:lnTo>
                <a:lnTo>
                  <a:pt x="7661" y="2774"/>
                </a:lnTo>
                <a:lnTo>
                  <a:pt x="7660" y="2775"/>
                </a:lnTo>
                <a:lnTo>
                  <a:pt x="7660" y="2774"/>
                </a:lnTo>
                <a:lnTo>
                  <a:pt x="7660" y="2773"/>
                </a:lnTo>
                <a:lnTo>
                  <a:pt x="7660" y="2772"/>
                </a:lnTo>
                <a:lnTo>
                  <a:pt x="7660" y="2769"/>
                </a:lnTo>
                <a:lnTo>
                  <a:pt x="7661" y="2769"/>
                </a:lnTo>
                <a:lnTo>
                  <a:pt x="7661" y="2770"/>
                </a:lnTo>
                <a:lnTo>
                  <a:pt x="7662" y="2770"/>
                </a:lnTo>
                <a:lnTo>
                  <a:pt x="7663" y="2770"/>
                </a:lnTo>
                <a:lnTo>
                  <a:pt x="7663" y="2769"/>
                </a:lnTo>
                <a:lnTo>
                  <a:pt x="7663" y="2768"/>
                </a:lnTo>
                <a:lnTo>
                  <a:pt x="7663" y="2767"/>
                </a:lnTo>
                <a:lnTo>
                  <a:pt x="7662" y="2767"/>
                </a:lnTo>
                <a:lnTo>
                  <a:pt x="7661" y="2768"/>
                </a:lnTo>
                <a:lnTo>
                  <a:pt x="7661" y="2769"/>
                </a:lnTo>
                <a:lnTo>
                  <a:pt x="7660" y="2769"/>
                </a:lnTo>
                <a:lnTo>
                  <a:pt x="7660" y="2768"/>
                </a:lnTo>
                <a:lnTo>
                  <a:pt x="7660" y="2767"/>
                </a:lnTo>
                <a:lnTo>
                  <a:pt x="7660" y="2766"/>
                </a:lnTo>
                <a:lnTo>
                  <a:pt x="7660" y="2763"/>
                </a:lnTo>
                <a:lnTo>
                  <a:pt x="7661" y="2762"/>
                </a:lnTo>
                <a:lnTo>
                  <a:pt x="7661" y="2761"/>
                </a:lnTo>
                <a:lnTo>
                  <a:pt x="7660" y="2761"/>
                </a:lnTo>
                <a:lnTo>
                  <a:pt x="7660" y="2760"/>
                </a:lnTo>
                <a:lnTo>
                  <a:pt x="7661" y="2759"/>
                </a:lnTo>
                <a:lnTo>
                  <a:pt x="7660" y="2759"/>
                </a:lnTo>
                <a:lnTo>
                  <a:pt x="7660" y="2760"/>
                </a:lnTo>
                <a:lnTo>
                  <a:pt x="7660" y="2761"/>
                </a:lnTo>
                <a:lnTo>
                  <a:pt x="7659" y="2763"/>
                </a:lnTo>
                <a:lnTo>
                  <a:pt x="7658" y="2763"/>
                </a:lnTo>
                <a:lnTo>
                  <a:pt x="7659" y="2767"/>
                </a:lnTo>
                <a:lnTo>
                  <a:pt x="7659" y="2768"/>
                </a:lnTo>
                <a:lnTo>
                  <a:pt x="7659" y="2770"/>
                </a:lnTo>
                <a:lnTo>
                  <a:pt x="7657" y="2771"/>
                </a:lnTo>
                <a:lnTo>
                  <a:pt x="7656" y="2771"/>
                </a:lnTo>
                <a:lnTo>
                  <a:pt x="7656" y="2770"/>
                </a:lnTo>
                <a:lnTo>
                  <a:pt x="7652" y="2771"/>
                </a:lnTo>
                <a:lnTo>
                  <a:pt x="7652" y="2770"/>
                </a:lnTo>
                <a:lnTo>
                  <a:pt x="7650" y="2771"/>
                </a:lnTo>
                <a:lnTo>
                  <a:pt x="7649" y="2771"/>
                </a:lnTo>
                <a:lnTo>
                  <a:pt x="7647" y="2772"/>
                </a:lnTo>
                <a:lnTo>
                  <a:pt x="7645" y="2770"/>
                </a:lnTo>
                <a:lnTo>
                  <a:pt x="7644" y="2769"/>
                </a:lnTo>
                <a:lnTo>
                  <a:pt x="7643" y="2767"/>
                </a:lnTo>
                <a:lnTo>
                  <a:pt x="7642" y="2766"/>
                </a:lnTo>
                <a:lnTo>
                  <a:pt x="7642" y="2764"/>
                </a:lnTo>
                <a:lnTo>
                  <a:pt x="7641" y="2765"/>
                </a:lnTo>
                <a:lnTo>
                  <a:pt x="7640" y="2765"/>
                </a:lnTo>
                <a:lnTo>
                  <a:pt x="7640" y="2766"/>
                </a:lnTo>
                <a:lnTo>
                  <a:pt x="7641" y="2766"/>
                </a:lnTo>
                <a:lnTo>
                  <a:pt x="7641" y="2767"/>
                </a:lnTo>
                <a:lnTo>
                  <a:pt x="7644" y="2770"/>
                </a:lnTo>
                <a:lnTo>
                  <a:pt x="7644" y="2771"/>
                </a:lnTo>
                <a:lnTo>
                  <a:pt x="7641" y="2772"/>
                </a:lnTo>
                <a:lnTo>
                  <a:pt x="7643" y="2775"/>
                </a:lnTo>
                <a:lnTo>
                  <a:pt x="7642" y="2776"/>
                </a:lnTo>
                <a:lnTo>
                  <a:pt x="7640" y="2775"/>
                </a:lnTo>
                <a:lnTo>
                  <a:pt x="7639" y="2774"/>
                </a:lnTo>
                <a:lnTo>
                  <a:pt x="7637" y="2774"/>
                </a:lnTo>
                <a:lnTo>
                  <a:pt x="7637" y="2775"/>
                </a:lnTo>
                <a:lnTo>
                  <a:pt x="7636" y="2775"/>
                </a:lnTo>
                <a:lnTo>
                  <a:pt x="7637" y="2776"/>
                </a:lnTo>
                <a:lnTo>
                  <a:pt x="7637" y="2777"/>
                </a:lnTo>
                <a:lnTo>
                  <a:pt x="7638" y="2776"/>
                </a:lnTo>
                <a:lnTo>
                  <a:pt x="7640" y="2776"/>
                </a:lnTo>
                <a:lnTo>
                  <a:pt x="7642" y="2778"/>
                </a:lnTo>
                <a:lnTo>
                  <a:pt x="7642" y="2780"/>
                </a:lnTo>
                <a:lnTo>
                  <a:pt x="7642" y="2781"/>
                </a:lnTo>
                <a:lnTo>
                  <a:pt x="7642" y="2782"/>
                </a:lnTo>
                <a:lnTo>
                  <a:pt x="7643" y="2782"/>
                </a:lnTo>
                <a:lnTo>
                  <a:pt x="7644" y="2783"/>
                </a:lnTo>
                <a:lnTo>
                  <a:pt x="7645" y="2783"/>
                </a:lnTo>
                <a:lnTo>
                  <a:pt x="7645" y="2784"/>
                </a:lnTo>
                <a:lnTo>
                  <a:pt x="7645" y="2785"/>
                </a:lnTo>
                <a:lnTo>
                  <a:pt x="7644" y="2785"/>
                </a:lnTo>
                <a:lnTo>
                  <a:pt x="7644" y="2784"/>
                </a:lnTo>
                <a:lnTo>
                  <a:pt x="7642" y="2784"/>
                </a:lnTo>
                <a:lnTo>
                  <a:pt x="7641" y="2784"/>
                </a:lnTo>
                <a:lnTo>
                  <a:pt x="7641" y="2785"/>
                </a:lnTo>
                <a:lnTo>
                  <a:pt x="7639" y="2785"/>
                </a:lnTo>
                <a:lnTo>
                  <a:pt x="7638" y="2785"/>
                </a:lnTo>
                <a:lnTo>
                  <a:pt x="7636" y="2785"/>
                </a:lnTo>
                <a:lnTo>
                  <a:pt x="7635" y="2785"/>
                </a:lnTo>
                <a:lnTo>
                  <a:pt x="7635" y="2786"/>
                </a:lnTo>
                <a:lnTo>
                  <a:pt x="7634" y="2786"/>
                </a:lnTo>
                <a:lnTo>
                  <a:pt x="7634" y="2787"/>
                </a:lnTo>
                <a:lnTo>
                  <a:pt x="7634" y="2788"/>
                </a:lnTo>
                <a:lnTo>
                  <a:pt x="7635" y="2788"/>
                </a:lnTo>
                <a:lnTo>
                  <a:pt x="7636" y="2788"/>
                </a:lnTo>
                <a:lnTo>
                  <a:pt x="7636" y="2789"/>
                </a:lnTo>
                <a:lnTo>
                  <a:pt x="7636" y="2790"/>
                </a:lnTo>
                <a:lnTo>
                  <a:pt x="7635" y="2791"/>
                </a:lnTo>
                <a:lnTo>
                  <a:pt x="7634" y="2791"/>
                </a:lnTo>
                <a:lnTo>
                  <a:pt x="7634" y="2792"/>
                </a:lnTo>
                <a:lnTo>
                  <a:pt x="7633" y="2792"/>
                </a:lnTo>
                <a:lnTo>
                  <a:pt x="7631" y="2792"/>
                </a:lnTo>
                <a:lnTo>
                  <a:pt x="7631" y="2791"/>
                </a:lnTo>
                <a:lnTo>
                  <a:pt x="7630" y="2792"/>
                </a:lnTo>
                <a:lnTo>
                  <a:pt x="7629" y="2791"/>
                </a:lnTo>
                <a:lnTo>
                  <a:pt x="7628" y="2792"/>
                </a:lnTo>
                <a:lnTo>
                  <a:pt x="7627" y="2792"/>
                </a:lnTo>
                <a:lnTo>
                  <a:pt x="7627" y="2793"/>
                </a:lnTo>
                <a:lnTo>
                  <a:pt x="7628" y="2793"/>
                </a:lnTo>
                <a:lnTo>
                  <a:pt x="7627" y="2794"/>
                </a:lnTo>
                <a:lnTo>
                  <a:pt x="7627" y="2795"/>
                </a:lnTo>
                <a:lnTo>
                  <a:pt x="7626" y="2795"/>
                </a:lnTo>
                <a:lnTo>
                  <a:pt x="7625" y="2796"/>
                </a:lnTo>
                <a:lnTo>
                  <a:pt x="7625" y="2797"/>
                </a:lnTo>
                <a:lnTo>
                  <a:pt x="7625" y="2798"/>
                </a:lnTo>
                <a:lnTo>
                  <a:pt x="7624" y="2798"/>
                </a:lnTo>
                <a:lnTo>
                  <a:pt x="7622" y="2797"/>
                </a:lnTo>
                <a:lnTo>
                  <a:pt x="7622" y="2796"/>
                </a:lnTo>
                <a:lnTo>
                  <a:pt x="7622" y="2795"/>
                </a:lnTo>
                <a:lnTo>
                  <a:pt x="7619" y="2793"/>
                </a:lnTo>
                <a:lnTo>
                  <a:pt x="7618" y="2793"/>
                </a:lnTo>
                <a:lnTo>
                  <a:pt x="7618" y="2792"/>
                </a:lnTo>
                <a:lnTo>
                  <a:pt x="7617" y="2793"/>
                </a:lnTo>
                <a:lnTo>
                  <a:pt x="7618" y="2796"/>
                </a:lnTo>
                <a:lnTo>
                  <a:pt x="7616" y="2797"/>
                </a:lnTo>
                <a:lnTo>
                  <a:pt x="7614" y="2796"/>
                </a:lnTo>
                <a:lnTo>
                  <a:pt x="7613" y="2796"/>
                </a:lnTo>
                <a:lnTo>
                  <a:pt x="7612" y="2797"/>
                </a:lnTo>
                <a:lnTo>
                  <a:pt x="7611" y="2798"/>
                </a:lnTo>
                <a:lnTo>
                  <a:pt x="7610" y="2797"/>
                </a:lnTo>
                <a:lnTo>
                  <a:pt x="7609" y="2797"/>
                </a:lnTo>
                <a:lnTo>
                  <a:pt x="7608" y="2797"/>
                </a:lnTo>
                <a:lnTo>
                  <a:pt x="7607" y="2798"/>
                </a:lnTo>
                <a:lnTo>
                  <a:pt x="7606" y="2799"/>
                </a:lnTo>
                <a:lnTo>
                  <a:pt x="7605" y="2799"/>
                </a:lnTo>
                <a:lnTo>
                  <a:pt x="7605" y="2798"/>
                </a:lnTo>
                <a:lnTo>
                  <a:pt x="7604" y="2797"/>
                </a:lnTo>
                <a:lnTo>
                  <a:pt x="7604" y="2796"/>
                </a:lnTo>
                <a:lnTo>
                  <a:pt x="7604" y="2795"/>
                </a:lnTo>
                <a:lnTo>
                  <a:pt x="7603" y="2795"/>
                </a:lnTo>
                <a:lnTo>
                  <a:pt x="7603" y="2797"/>
                </a:lnTo>
                <a:lnTo>
                  <a:pt x="7603" y="2798"/>
                </a:lnTo>
                <a:lnTo>
                  <a:pt x="7602" y="2799"/>
                </a:lnTo>
                <a:lnTo>
                  <a:pt x="7602" y="2800"/>
                </a:lnTo>
                <a:lnTo>
                  <a:pt x="7601" y="2800"/>
                </a:lnTo>
                <a:lnTo>
                  <a:pt x="7600" y="2800"/>
                </a:lnTo>
                <a:lnTo>
                  <a:pt x="7600" y="2799"/>
                </a:lnTo>
                <a:lnTo>
                  <a:pt x="7600" y="2800"/>
                </a:lnTo>
                <a:lnTo>
                  <a:pt x="7601" y="2800"/>
                </a:lnTo>
                <a:lnTo>
                  <a:pt x="7602" y="2800"/>
                </a:lnTo>
                <a:lnTo>
                  <a:pt x="7603" y="2801"/>
                </a:lnTo>
                <a:lnTo>
                  <a:pt x="7604" y="2801"/>
                </a:lnTo>
                <a:lnTo>
                  <a:pt x="7603" y="2802"/>
                </a:lnTo>
                <a:lnTo>
                  <a:pt x="7602" y="2803"/>
                </a:lnTo>
                <a:lnTo>
                  <a:pt x="7601" y="2804"/>
                </a:lnTo>
                <a:lnTo>
                  <a:pt x="7600" y="2806"/>
                </a:lnTo>
                <a:lnTo>
                  <a:pt x="7599" y="2808"/>
                </a:lnTo>
                <a:lnTo>
                  <a:pt x="7600" y="2809"/>
                </a:lnTo>
                <a:lnTo>
                  <a:pt x="7600" y="2810"/>
                </a:lnTo>
                <a:lnTo>
                  <a:pt x="7601" y="2813"/>
                </a:lnTo>
                <a:lnTo>
                  <a:pt x="7597" y="2814"/>
                </a:lnTo>
                <a:lnTo>
                  <a:pt x="7596" y="2812"/>
                </a:lnTo>
                <a:lnTo>
                  <a:pt x="7596" y="2811"/>
                </a:lnTo>
                <a:lnTo>
                  <a:pt x="7591" y="2814"/>
                </a:lnTo>
                <a:lnTo>
                  <a:pt x="7590" y="2813"/>
                </a:lnTo>
                <a:lnTo>
                  <a:pt x="7585" y="2815"/>
                </a:lnTo>
                <a:lnTo>
                  <a:pt x="7581" y="2816"/>
                </a:lnTo>
                <a:lnTo>
                  <a:pt x="7582" y="2817"/>
                </a:lnTo>
                <a:lnTo>
                  <a:pt x="7580" y="2818"/>
                </a:lnTo>
                <a:lnTo>
                  <a:pt x="7582" y="2822"/>
                </a:lnTo>
                <a:lnTo>
                  <a:pt x="7579" y="2824"/>
                </a:lnTo>
                <a:lnTo>
                  <a:pt x="7577" y="2821"/>
                </a:lnTo>
                <a:lnTo>
                  <a:pt x="7576" y="2821"/>
                </a:lnTo>
                <a:lnTo>
                  <a:pt x="7575" y="2823"/>
                </a:lnTo>
                <a:lnTo>
                  <a:pt x="7574" y="2823"/>
                </a:lnTo>
                <a:lnTo>
                  <a:pt x="7577" y="2825"/>
                </a:lnTo>
                <a:lnTo>
                  <a:pt x="7565" y="2834"/>
                </a:lnTo>
                <a:lnTo>
                  <a:pt x="7562" y="2832"/>
                </a:lnTo>
                <a:lnTo>
                  <a:pt x="7562" y="2833"/>
                </a:lnTo>
                <a:lnTo>
                  <a:pt x="7561" y="2835"/>
                </a:lnTo>
                <a:lnTo>
                  <a:pt x="7560" y="2838"/>
                </a:lnTo>
                <a:lnTo>
                  <a:pt x="7561" y="2838"/>
                </a:lnTo>
                <a:lnTo>
                  <a:pt x="7560" y="2839"/>
                </a:lnTo>
                <a:lnTo>
                  <a:pt x="7559" y="2839"/>
                </a:lnTo>
                <a:lnTo>
                  <a:pt x="7558" y="2838"/>
                </a:lnTo>
                <a:lnTo>
                  <a:pt x="7558" y="2837"/>
                </a:lnTo>
                <a:lnTo>
                  <a:pt x="7557" y="2837"/>
                </a:lnTo>
                <a:lnTo>
                  <a:pt x="7555" y="2834"/>
                </a:lnTo>
                <a:lnTo>
                  <a:pt x="7554" y="2835"/>
                </a:lnTo>
                <a:lnTo>
                  <a:pt x="7553" y="2836"/>
                </a:lnTo>
                <a:lnTo>
                  <a:pt x="7554" y="2837"/>
                </a:lnTo>
                <a:lnTo>
                  <a:pt x="7555" y="2837"/>
                </a:lnTo>
                <a:lnTo>
                  <a:pt x="7554" y="2838"/>
                </a:lnTo>
                <a:lnTo>
                  <a:pt x="7554" y="2839"/>
                </a:lnTo>
                <a:lnTo>
                  <a:pt x="7554" y="2840"/>
                </a:lnTo>
                <a:lnTo>
                  <a:pt x="7554" y="2841"/>
                </a:lnTo>
                <a:lnTo>
                  <a:pt x="7554" y="2842"/>
                </a:lnTo>
                <a:lnTo>
                  <a:pt x="7554" y="2844"/>
                </a:lnTo>
                <a:lnTo>
                  <a:pt x="7553" y="2844"/>
                </a:lnTo>
                <a:lnTo>
                  <a:pt x="7553" y="2843"/>
                </a:lnTo>
                <a:lnTo>
                  <a:pt x="7552" y="2843"/>
                </a:lnTo>
                <a:lnTo>
                  <a:pt x="7552" y="2844"/>
                </a:lnTo>
                <a:lnTo>
                  <a:pt x="7551" y="2844"/>
                </a:lnTo>
                <a:lnTo>
                  <a:pt x="7551" y="2845"/>
                </a:lnTo>
                <a:lnTo>
                  <a:pt x="7552" y="2846"/>
                </a:lnTo>
                <a:lnTo>
                  <a:pt x="7553" y="2846"/>
                </a:lnTo>
                <a:lnTo>
                  <a:pt x="7553" y="2847"/>
                </a:lnTo>
                <a:lnTo>
                  <a:pt x="7552" y="2847"/>
                </a:lnTo>
                <a:lnTo>
                  <a:pt x="7551" y="2846"/>
                </a:lnTo>
                <a:lnTo>
                  <a:pt x="7550" y="2846"/>
                </a:lnTo>
                <a:lnTo>
                  <a:pt x="7549" y="2846"/>
                </a:lnTo>
                <a:lnTo>
                  <a:pt x="7550" y="2847"/>
                </a:lnTo>
                <a:lnTo>
                  <a:pt x="7550" y="2848"/>
                </a:lnTo>
                <a:lnTo>
                  <a:pt x="7549" y="2848"/>
                </a:lnTo>
                <a:lnTo>
                  <a:pt x="7548" y="2849"/>
                </a:lnTo>
                <a:lnTo>
                  <a:pt x="7548" y="2850"/>
                </a:lnTo>
                <a:lnTo>
                  <a:pt x="7547" y="2850"/>
                </a:lnTo>
                <a:lnTo>
                  <a:pt x="7547" y="2851"/>
                </a:lnTo>
                <a:lnTo>
                  <a:pt x="7546" y="2851"/>
                </a:lnTo>
                <a:lnTo>
                  <a:pt x="7546" y="2852"/>
                </a:lnTo>
                <a:lnTo>
                  <a:pt x="7545" y="2852"/>
                </a:lnTo>
                <a:lnTo>
                  <a:pt x="7545" y="2851"/>
                </a:lnTo>
                <a:lnTo>
                  <a:pt x="7546" y="2851"/>
                </a:lnTo>
                <a:lnTo>
                  <a:pt x="7546" y="2850"/>
                </a:lnTo>
                <a:lnTo>
                  <a:pt x="7546" y="2849"/>
                </a:lnTo>
                <a:lnTo>
                  <a:pt x="7546" y="2848"/>
                </a:lnTo>
                <a:lnTo>
                  <a:pt x="7545" y="2847"/>
                </a:lnTo>
                <a:lnTo>
                  <a:pt x="7544" y="2848"/>
                </a:lnTo>
                <a:lnTo>
                  <a:pt x="7544" y="2849"/>
                </a:lnTo>
                <a:lnTo>
                  <a:pt x="7544" y="2850"/>
                </a:lnTo>
                <a:lnTo>
                  <a:pt x="7545" y="2850"/>
                </a:lnTo>
                <a:lnTo>
                  <a:pt x="7544" y="2853"/>
                </a:lnTo>
                <a:lnTo>
                  <a:pt x="7544" y="2855"/>
                </a:lnTo>
                <a:lnTo>
                  <a:pt x="7545" y="2856"/>
                </a:lnTo>
                <a:lnTo>
                  <a:pt x="7546" y="2857"/>
                </a:lnTo>
                <a:lnTo>
                  <a:pt x="7546" y="2859"/>
                </a:lnTo>
                <a:lnTo>
                  <a:pt x="7545" y="2860"/>
                </a:lnTo>
                <a:lnTo>
                  <a:pt x="7544" y="2857"/>
                </a:lnTo>
                <a:lnTo>
                  <a:pt x="7540" y="2862"/>
                </a:lnTo>
                <a:lnTo>
                  <a:pt x="7539" y="2863"/>
                </a:lnTo>
                <a:lnTo>
                  <a:pt x="7538" y="2864"/>
                </a:lnTo>
                <a:lnTo>
                  <a:pt x="7537" y="2864"/>
                </a:lnTo>
                <a:lnTo>
                  <a:pt x="7536" y="2863"/>
                </a:lnTo>
                <a:lnTo>
                  <a:pt x="7537" y="2865"/>
                </a:lnTo>
                <a:lnTo>
                  <a:pt x="7537" y="2866"/>
                </a:lnTo>
                <a:lnTo>
                  <a:pt x="7536" y="2867"/>
                </a:lnTo>
                <a:lnTo>
                  <a:pt x="7534" y="2867"/>
                </a:lnTo>
                <a:lnTo>
                  <a:pt x="7533" y="2867"/>
                </a:lnTo>
                <a:lnTo>
                  <a:pt x="7532" y="2867"/>
                </a:lnTo>
                <a:lnTo>
                  <a:pt x="7529" y="2868"/>
                </a:lnTo>
                <a:lnTo>
                  <a:pt x="7529" y="2865"/>
                </a:lnTo>
                <a:lnTo>
                  <a:pt x="7527" y="2865"/>
                </a:lnTo>
                <a:lnTo>
                  <a:pt x="7522" y="2866"/>
                </a:lnTo>
                <a:lnTo>
                  <a:pt x="7521" y="2866"/>
                </a:lnTo>
                <a:lnTo>
                  <a:pt x="7520" y="2867"/>
                </a:lnTo>
                <a:lnTo>
                  <a:pt x="7519" y="2867"/>
                </a:lnTo>
                <a:lnTo>
                  <a:pt x="7519" y="2870"/>
                </a:lnTo>
                <a:lnTo>
                  <a:pt x="7515" y="2874"/>
                </a:lnTo>
                <a:lnTo>
                  <a:pt x="7513" y="2875"/>
                </a:lnTo>
                <a:lnTo>
                  <a:pt x="7512" y="2875"/>
                </a:lnTo>
                <a:lnTo>
                  <a:pt x="7512" y="2876"/>
                </a:lnTo>
                <a:lnTo>
                  <a:pt x="7513" y="2877"/>
                </a:lnTo>
                <a:lnTo>
                  <a:pt x="7513" y="2878"/>
                </a:lnTo>
                <a:lnTo>
                  <a:pt x="7509" y="2882"/>
                </a:lnTo>
                <a:lnTo>
                  <a:pt x="7508" y="2881"/>
                </a:lnTo>
                <a:lnTo>
                  <a:pt x="7508" y="2882"/>
                </a:lnTo>
                <a:lnTo>
                  <a:pt x="7511" y="2884"/>
                </a:lnTo>
                <a:lnTo>
                  <a:pt x="7511" y="2886"/>
                </a:lnTo>
                <a:lnTo>
                  <a:pt x="7510" y="2886"/>
                </a:lnTo>
                <a:lnTo>
                  <a:pt x="7509" y="2886"/>
                </a:lnTo>
                <a:lnTo>
                  <a:pt x="7507" y="2884"/>
                </a:lnTo>
                <a:lnTo>
                  <a:pt x="7506" y="2885"/>
                </a:lnTo>
                <a:lnTo>
                  <a:pt x="7504" y="2890"/>
                </a:lnTo>
                <a:lnTo>
                  <a:pt x="7502" y="2890"/>
                </a:lnTo>
                <a:lnTo>
                  <a:pt x="7501" y="2890"/>
                </a:lnTo>
                <a:lnTo>
                  <a:pt x="7501" y="2889"/>
                </a:lnTo>
                <a:lnTo>
                  <a:pt x="7500" y="2889"/>
                </a:lnTo>
                <a:lnTo>
                  <a:pt x="7499" y="2889"/>
                </a:lnTo>
                <a:lnTo>
                  <a:pt x="7499" y="2890"/>
                </a:lnTo>
                <a:lnTo>
                  <a:pt x="7500" y="2890"/>
                </a:lnTo>
                <a:lnTo>
                  <a:pt x="7501" y="2891"/>
                </a:lnTo>
                <a:lnTo>
                  <a:pt x="7503" y="2891"/>
                </a:lnTo>
                <a:lnTo>
                  <a:pt x="7503" y="2892"/>
                </a:lnTo>
                <a:lnTo>
                  <a:pt x="7504" y="2893"/>
                </a:lnTo>
                <a:lnTo>
                  <a:pt x="7503" y="2894"/>
                </a:lnTo>
                <a:lnTo>
                  <a:pt x="7502" y="2896"/>
                </a:lnTo>
                <a:lnTo>
                  <a:pt x="7501" y="2897"/>
                </a:lnTo>
                <a:lnTo>
                  <a:pt x="7501" y="2899"/>
                </a:lnTo>
                <a:lnTo>
                  <a:pt x="7502" y="2900"/>
                </a:lnTo>
                <a:lnTo>
                  <a:pt x="7501" y="2901"/>
                </a:lnTo>
                <a:lnTo>
                  <a:pt x="7500" y="2901"/>
                </a:lnTo>
                <a:lnTo>
                  <a:pt x="7499" y="2900"/>
                </a:lnTo>
                <a:lnTo>
                  <a:pt x="7499" y="2901"/>
                </a:lnTo>
                <a:lnTo>
                  <a:pt x="7498" y="2901"/>
                </a:lnTo>
                <a:lnTo>
                  <a:pt x="7497" y="2902"/>
                </a:lnTo>
                <a:lnTo>
                  <a:pt x="7497" y="2903"/>
                </a:lnTo>
                <a:lnTo>
                  <a:pt x="7497" y="2904"/>
                </a:lnTo>
                <a:lnTo>
                  <a:pt x="7496" y="2905"/>
                </a:lnTo>
                <a:lnTo>
                  <a:pt x="7496" y="2904"/>
                </a:lnTo>
                <a:lnTo>
                  <a:pt x="7495" y="2904"/>
                </a:lnTo>
                <a:lnTo>
                  <a:pt x="7494" y="2904"/>
                </a:lnTo>
                <a:lnTo>
                  <a:pt x="7493" y="2904"/>
                </a:lnTo>
                <a:lnTo>
                  <a:pt x="7493" y="2905"/>
                </a:lnTo>
                <a:lnTo>
                  <a:pt x="7492" y="2906"/>
                </a:lnTo>
                <a:lnTo>
                  <a:pt x="7491" y="2907"/>
                </a:lnTo>
                <a:lnTo>
                  <a:pt x="7490" y="2907"/>
                </a:lnTo>
                <a:lnTo>
                  <a:pt x="7490" y="2908"/>
                </a:lnTo>
                <a:lnTo>
                  <a:pt x="7489" y="2908"/>
                </a:lnTo>
                <a:lnTo>
                  <a:pt x="7489" y="2909"/>
                </a:lnTo>
                <a:lnTo>
                  <a:pt x="7488" y="2910"/>
                </a:lnTo>
                <a:lnTo>
                  <a:pt x="7488" y="2911"/>
                </a:lnTo>
                <a:lnTo>
                  <a:pt x="7488" y="2912"/>
                </a:lnTo>
                <a:lnTo>
                  <a:pt x="7487" y="2912"/>
                </a:lnTo>
                <a:lnTo>
                  <a:pt x="7487" y="2913"/>
                </a:lnTo>
                <a:lnTo>
                  <a:pt x="7486" y="2913"/>
                </a:lnTo>
                <a:lnTo>
                  <a:pt x="7485" y="2913"/>
                </a:lnTo>
                <a:lnTo>
                  <a:pt x="7485" y="2914"/>
                </a:lnTo>
                <a:lnTo>
                  <a:pt x="7484" y="2914"/>
                </a:lnTo>
                <a:lnTo>
                  <a:pt x="7484" y="2916"/>
                </a:lnTo>
                <a:lnTo>
                  <a:pt x="7484" y="2917"/>
                </a:lnTo>
                <a:lnTo>
                  <a:pt x="7483" y="2917"/>
                </a:lnTo>
                <a:lnTo>
                  <a:pt x="7483" y="2918"/>
                </a:lnTo>
                <a:lnTo>
                  <a:pt x="7484" y="2918"/>
                </a:lnTo>
                <a:lnTo>
                  <a:pt x="7485" y="2918"/>
                </a:lnTo>
                <a:lnTo>
                  <a:pt x="7486" y="2918"/>
                </a:lnTo>
                <a:lnTo>
                  <a:pt x="7485" y="2918"/>
                </a:lnTo>
                <a:lnTo>
                  <a:pt x="7485" y="2919"/>
                </a:lnTo>
                <a:lnTo>
                  <a:pt x="7485" y="2920"/>
                </a:lnTo>
                <a:lnTo>
                  <a:pt x="7485" y="2921"/>
                </a:lnTo>
                <a:lnTo>
                  <a:pt x="7485" y="2922"/>
                </a:lnTo>
                <a:lnTo>
                  <a:pt x="7484" y="2923"/>
                </a:lnTo>
                <a:lnTo>
                  <a:pt x="7482" y="2923"/>
                </a:lnTo>
                <a:lnTo>
                  <a:pt x="7481" y="2923"/>
                </a:lnTo>
                <a:lnTo>
                  <a:pt x="7482" y="2924"/>
                </a:lnTo>
                <a:lnTo>
                  <a:pt x="7483" y="2923"/>
                </a:lnTo>
                <a:lnTo>
                  <a:pt x="7484" y="2923"/>
                </a:lnTo>
                <a:lnTo>
                  <a:pt x="7484" y="2924"/>
                </a:lnTo>
                <a:lnTo>
                  <a:pt x="7486" y="2924"/>
                </a:lnTo>
                <a:lnTo>
                  <a:pt x="7486" y="2926"/>
                </a:lnTo>
                <a:lnTo>
                  <a:pt x="7487" y="2926"/>
                </a:lnTo>
                <a:lnTo>
                  <a:pt x="7488" y="2926"/>
                </a:lnTo>
                <a:lnTo>
                  <a:pt x="7489" y="2926"/>
                </a:lnTo>
                <a:lnTo>
                  <a:pt x="7490" y="2927"/>
                </a:lnTo>
                <a:lnTo>
                  <a:pt x="7492" y="2926"/>
                </a:lnTo>
                <a:lnTo>
                  <a:pt x="7493" y="2927"/>
                </a:lnTo>
                <a:lnTo>
                  <a:pt x="7494" y="2927"/>
                </a:lnTo>
                <a:lnTo>
                  <a:pt x="7493" y="2928"/>
                </a:lnTo>
                <a:lnTo>
                  <a:pt x="7493" y="2927"/>
                </a:lnTo>
                <a:lnTo>
                  <a:pt x="7492" y="2927"/>
                </a:lnTo>
                <a:lnTo>
                  <a:pt x="7491" y="2927"/>
                </a:lnTo>
                <a:lnTo>
                  <a:pt x="7490" y="2927"/>
                </a:lnTo>
                <a:lnTo>
                  <a:pt x="7489" y="2928"/>
                </a:lnTo>
                <a:lnTo>
                  <a:pt x="7488" y="2929"/>
                </a:lnTo>
                <a:lnTo>
                  <a:pt x="7487" y="2929"/>
                </a:lnTo>
                <a:lnTo>
                  <a:pt x="7487" y="2930"/>
                </a:lnTo>
                <a:lnTo>
                  <a:pt x="7487" y="2931"/>
                </a:lnTo>
                <a:lnTo>
                  <a:pt x="7486" y="2932"/>
                </a:lnTo>
                <a:lnTo>
                  <a:pt x="7485" y="2932"/>
                </a:lnTo>
                <a:lnTo>
                  <a:pt x="7484" y="2933"/>
                </a:lnTo>
                <a:lnTo>
                  <a:pt x="7484" y="2934"/>
                </a:lnTo>
                <a:lnTo>
                  <a:pt x="7484" y="2935"/>
                </a:lnTo>
                <a:lnTo>
                  <a:pt x="7483" y="2935"/>
                </a:lnTo>
                <a:lnTo>
                  <a:pt x="7482" y="2935"/>
                </a:lnTo>
                <a:lnTo>
                  <a:pt x="7482" y="2936"/>
                </a:lnTo>
                <a:lnTo>
                  <a:pt x="7483" y="2936"/>
                </a:lnTo>
                <a:lnTo>
                  <a:pt x="7483" y="2937"/>
                </a:lnTo>
                <a:lnTo>
                  <a:pt x="7482" y="2937"/>
                </a:lnTo>
                <a:lnTo>
                  <a:pt x="7481" y="2937"/>
                </a:lnTo>
                <a:lnTo>
                  <a:pt x="7480" y="2937"/>
                </a:lnTo>
                <a:lnTo>
                  <a:pt x="7480" y="2938"/>
                </a:lnTo>
                <a:lnTo>
                  <a:pt x="7479" y="2938"/>
                </a:lnTo>
                <a:lnTo>
                  <a:pt x="7478" y="2938"/>
                </a:lnTo>
                <a:lnTo>
                  <a:pt x="7477" y="2938"/>
                </a:lnTo>
                <a:lnTo>
                  <a:pt x="7477" y="2937"/>
                </a:lnTo>
                <a:lnTo>
                  <a:pt x="7476" y="2936"/>
                </a:lnTo>
                <a:lnTo>
                  <a:pt x="7475" y="2936"/>
                </a:lnTo>
                <a:lnTo>
                  <a:pt x="7475" y="2937"/>
                </a:lnTo>
                <a:lnTo>
                  <a:pt x="7476" y="2940"/>
                </a:lnTo>
                <a:lnTo>
                  <a:pt x="7477" y="2941"/>
                </a:lnTo>
                <a:lnTo>
                  <a:pt x="7477" y="2942"/>
                </a:lnTo>
                <a:lnTo>
                  <a:pt x="7478" y="2944"/>
                </a:lnTo>
                <a:lnTo>
                  <a:pt x="7479" y="2944"/>
                </a:lnTo>
                <a:lnTo>
                  <a:pt x="7480" y="2944"/>
                </a:lnTo>
                <a:lnTo>
                  <a:pt x="7480" y="2945"/>
                </a:lnTo>
                <a:lnTo>
                  <a:pt x="7481" y="2945"/>
                </a:lnTo>
                <a:lnTo>
                  <a:pt x="7481" y="2946"/>
                </a:lnTo>
                <a:lnTo>
                  <a:pt x="7482" y="2947"/>
                </a:lnTo>
                <a:lnTo>
                  <a:pt x="7482" y="2948"/>
                </a:lnTo>
                <a:lnTo>
                  <a:pt x="7481" y="2948"/>
                </a:lnTo>
                <a:lnTo>
                  <a:pt x="7480" y="2948"/>
                </a:lnTo>
                <a:lnTo>
                  <a:pt x="7480" y="2947"/>
                </a:lnTo>
                <a:lnTo>
                  <a:pt x="7479" y="2947"/>
                </a:lnTo>
                <a:lnTo>
                  <a:pt x="7478" y="2947"/>
                </a:lnTo>
                <a:lnTo>
                  <a:pt x="7477" y="2947"/>
                </a:lnTo>
                <a:lnTo>
                  <a:pt x="7476" y="2946"/>
                </a:lnTo>
                <a:lnTo>
                  <a:pt x="7475" y="2946"/>
                </a:lnTo>
                <a:lnTo>
                  <a:pt x="7474" y="2946"/>
                </a:lnTo>
                <a:lnTo>
                  <a:pt x="7472" y="2947"/>
                </a:lnTo>
                <a:lnTo>
                  <a:pt x="7470" y="2948"/>
                </a:lnTo>
                <a:lnTo>
                  <a:pt x="7469" y="2949"/>
                </a:lnTo>
                <a:lnTo>
                  <a:pt x="7469" y="2950"/>
                </a:lnTo>
                <a:lnTo>
                  <a:pt x="7468" y="2953"/>
                </a:lnTo>
                <a:lnTo>
                  <a:pt x="7468" y="2954"/>
                </a:lnTo>
                <a:lnTo>
                  <a:pt x="7468" y="2955"/>
                </a:lnTo>
                <a:lnTo>
                  <a:pt x="7468" y="2957"/>
                </a:lnTo>
                <a:lnTo>
                  <a:pt x="7467" y="2957"/>
                </a:lnTo>
                <a:lnTo>
                  <a:pt x="7466" y="2956"/>
                </a:lnTo>
                <a:lnTo>
                  <a:pt x="7465" y="2956"/>
                </a:lnTo>
                <a:lnTo>
                  <a:pt x="7463" y="2955"/>
                </a:lnTo>
                <a:lnTo>
                  <a:pt x="7462" y="2954"/>
                </a:lnTo>
                <a:lnTo>
                  <a:pt x="7460" y="2953"/>
                </a:lnTo>
                <a:lnTo>
                  <a:pt x="7459" y="2953"/>
                </a:lnTo>
                <a:lnTo>
                  <a:pt x="7458" y="2953"/>
                </a:lnTo>
                <a:lnTo>
                  <a:pt x="7457" y="2954"/>
                </a:lnTo>
                <a:lnTo>
                  <a:pt x="7457" y="2956"/>
                </a:lnTo>
                <a:lnTo>
                  <a:pt x="7458" y="2956"/>
                </a:lnTo>
                <a:lnTo>
                  <a:pt x="7458" y="2957"/>
                </a:lnTo>
                <a:lnTo>
                  <a:pt x="7459" y="2957"/>
                </a:lnTo>
                <a:lnTo>
                  <a:pt x="7459" y="2956"/>
                </a:lnTo>
                <a:lnTo>
                  <a:pt x="7461" y="2959"/>
                </a:lnTo>
                <a:lnTo>
                  <a:pt x="7461" y="2960"/>
                </a:lnTo>
                <a:lnTo>
                  <a:pt x="7462" y="2960"/>
                </a:lnTo>
                <a:lnTo>
                  <a:pt x="7461" y="2961"/>
                </a:lnTo>
                <a:lnTo>
                  <a:pt x="7460" y="2961"/>
                </a:lnTo>
                <a:lnTo>
                  <a:pt x="7460" y="2959"/>
                </a:lnTo>
                <a:lnTo>
                  <a:pt x="7459" y="2959"/>
                </a:lnTo>
                <a:lnTo>
                  <a:pt x="7458" y="2959"/>
                </a:lnTo>
                <a:lnTo>
                  <a:pt x="7457" y="2959"/>
                </a:lnTo>
                <a:lnTo>
                  <a:pt x="7456" y="2960"/>
                </a:lnTo>
                <a:lnTo>
                  <a:pt x="7455" y="2960"/>
                </a:lnTo>
                <a:lnTo>
                  <a:pt x="7453" y="2959"/>
                </a:lnTo>
                <a:lnTo>
                  <a:pt x="7451" y="2958"/>
                </a:lnTo>
                <a:lnTo>
                  <a:pt x="7449" y="2958"/>
                </a:lnTo>
                <a:lnTo>
                  <a:pt x="7448" y="2958"/>
                </a:lnTo>
                <a:lnTo>
                  <a:pt x="7449" y="2960"/>
                </a:lnTo>
                <a:lnTo>
                  <a:pt x="7450" y="2961"/>
                </a:lnTo>
                <a:lnTo>
                  <a:pt x="7451" y="2962"/>
                </a:lnTo>
                <a:lnTo>
                  <a:pt x="7452" y="2963"/>
                </a:lnTo>
                <a:lnTo>
                  <a:pt x="7453" y="2963"/>
                </a:lnTo>
                <a:lnTo>
                  <a:pt x="7455" y="2964"/>
                </a:lnTo>
                <a:lnTo>
                  <a:pt x="7458" y="2966"/>
                </a:lnTo>
                <a:lnTo>
                  <a:pt x="7458" y="2968"/>
                </a:lnTo>
                <a:lnTo>
                  <a:pt x="7459" y="2971"/>
                </a:lnTo>
                <a:lnTo>
                  <a:pt x="7460" y="2972"/>
                </a:lnTo>
                <a:lnTo>
                  <a:pt x="7459" y="2973"/>
                </a:lnTo>
                <a:lnTo>
                  <a:pt x="7458" y="2974"/>
                </a:lnTo>
                <a:lnTo>
                  <a:pt x="7457" y="2976"/>
                </a:lnTo>
                <a:lnTo>
                  <a:pt x="7455" y="2978"/>
                </a:lnTo>
                <a:lnTo>
                  <a:pt x="7453" y="2977"/>
                </a:lnTo>
                <a:lnTo>
                  <a:pt x="7452" y="2977"/>
                </a:lnTo>
                <a:lnTo>
                  <a:pt x="7451" y="2977"/>
                </a:lnTo>
                <a:lnTo>
                  <a:pt x="7450" y="2977"/>
                </a:lnTo>
                <a:lnTo>
                  <a:pt x="7450" y="2976"/>
                </a:lnTo>
                <a:lnTo>
                  <a:pt x="7449" y="2976"/>
                </a:lnTo>
                <a:lnTo>
                  <a:pt x="7449" y="2975"/>
                </a:lnTo>
                <a:lnTo>
                  <a:pt x="7450" y="2975"/>
                </a:lnTo>
                <a:lnTo>
                  <a:pt x="7451" y="2974"/>
                </a:lnTo>
                <a:lnTo>
                  <a:pt x="7450" y="2973"/>
                </a:lnTo>
                <a:lnTo>
                  <a:pt x="7449" y="2973"/>
                </a:lnTo>
                <a:lnTo>
                  <a:pt x="7448" y="2973"/>
                </a:lnTo>
                <a:lnTo>
                  <a:pt x="7446" y="2974"/>
                </a:lnTo>
                <a:lnTo>
                  <a:pt x="7446" y="2973"/>
                </a:lnTo>
                <a:lnTo>
                  <a:pt x="7446" y="2972"/>
                </a:lnTo>
                <a:lnTo>
                  <a:pt x="7445" y="2971"/>
                </a:lnTo>
                <a:lnTo>
                  <a:pt x="7444" y="2969"/>
                </a:lnTo>
                <a:lnTo>
                  <a:pt x="7444" y="2968"/>
                </a:lnTo>
                <a:lnTo>
                  <a:pt x="7443" y="2968"/>
                </a:lnTo>
                <a:lnTo>
                  <a:pt x="7444" y="2968"/>
                </a:lnTo>
                <a:lnTo>
                  <a:pt x="7443" y="2968"/>
                </a:lnTo>
                <a:lnTo>
                  <a:pt x="7443" y="2967"/>
                </a:lnTo>
                <a:lnTo>
                  <a:pt x="7442" y="2965"/>
                </a:lnTo>
                <a:lnTo>
                  <a:pt x="7442" y="2964"/>
                </a:lnTo>
                <a:lnTo>
                  <a:pt x="7441" y="2964"/>
                </a:lnTo>
                <a:lnTo>
                  <a:pt x="7440" y="2964"/>
                </a:lnTo>
                <a:lnTo>
                  <a:pt x="7440" y="2963"/>
                </a:lnTo>
                <a:lnTo>
                  <a:pt x="7439" y="2963"/>
                </a:lnTo>
                <a:lnTo>
                  <a:pt x="7438" y="2963"/>
                </a:lnTo>
                <a:lnTo>
                  <a:pt x="7437" y="2963"/>
                </a:lnTo>
                <a:lnTo>
                  <a:pt x="7437" y="2962"/>
                </a:lnTo>
                <a:lnTo>
                  <a:pt x="7436" y="2962"/>
                </a:lnTo>
                <a:lnTo>
                  <a:pt x="7436" y="2963"/>
                </a:lnTo>
                <a:lnTo>
                  <a:pt x="7434" y="2963"/>
                </a:lnTo>
                <a:lnTo>
                  <a:pt x="7433" y="2962"/>
                </a:lnTo>
                <a:lnTo>
                  <a:pt x="7432" y="2962"/>
                </a:lnTo>
                <a:lnTo>
                  <a:pt x="7431" y="2962"/>
                </a:lnTo>
                <a:lnTo>
                  <a:pt x="7430" y="2962"/>
                </a:lnTo>
                <a:lnTo>
                  <a:pt x="7430" y="2963"/>
                </a:lnTo>
                <a:lnTo>
                  <a:pt x="7430" y="2964"/>
                </a:lnTo>
                <a:lnTo>
                  <a:pt x="7431" y="2964"/>
                </a:lnTo>
                <a:lnTo>
                  <a:pt x="7432" y="2963"/>
                </a:lnTo>
                <a:lnTo>
                  <a:pt x="7433" y="2964"/>
                </a:lnTo>
                <a:lnTo>
                  <a:pt x="7434" y="2964"/>
                </a:lnTo>
                <a:lnTo>
                  <a:pt x="7434" y="2966"/>
                </a:lnTo>
                <a:lnTo>
                  <a:pt x="7435" y="2966"/>
                </a:lnTo>
                <a:lnTo>
                  <a:pt x="7434" y="2968"/>
                </a:lnTo>
                <a:lnTo>
                  <a:pt x="7433" y="2969"/>
                </a:lnTo>
                <a:lnTo>
                  <a:pt x="7431" y="2969"/>
                </a:lnTo>
                <a:lnTo>
                  <a:pt x="7431" y="2970"/>
                </a:lnTo>
                <a:lnTo>
                  <a:pt x="7429" y="2970"/>
                </a:lnTo>
                <a:lnTo>
                  <a:pt x="7429" y="2969"/>
                </a:lnTo>
                <a:lnTo>
                  <a:pt x="7430" y="2968"/>
                </a:lnTo>
                <a:lnTo>
                  <a:pt x="7430" y="2967"/>
                </a:lnTo>
                <a:lnTo>
                  <a:pt x="7429" y="2967"/>
                </a:lnTo>
                <a:lnTo>
                  <a:pt x="7427" y="2967"/>
                </a:lnTo>
                <a:lnTo>
                  <a:pt x="7425" y="2967"/>
                </a:lnTo>
                <a:lnTo>
                  <a:pt x="7425" y="2969"/>
                </a:lnTo>
                <a:lnTo>
                  <a:pt x="7424" y="2969"/>
                </a:lnTo>
                <a:lnTo>
                  <a:pt x="7424" y="2968"/>
                </a:lnTo>
                <a:lnTo>
                  <a:pt x="7423" y="2968"/>
                </a:lnTo>
                <a:lnTo>
                  <a:pt x="7422" y="2968"/>
                </a:lnTo>
                <a:lnTo>
                  <a:pt x="7421" y="2968"/>
                </a:lnTo>
                <a:lnTo>
                  <a:pt x="7418" y="2971"/>
                </a:lnTo>
                <a:lnTo>
                  <a:pt x="7418" y="2972"/>
                </a:lnTo>
                <a:lnTo>
                  <a:pt x="7421" y="2972"/>
                </a:lnTo>
                <a:lnTo>
                  <a:pt x="7422" y="2972"/>
                </a:lnTo>
                <a:lnTo>
                  <a:pt x="7423" y="2973"/>
                </a:lnTo>
                <a:lnTo>
                  <a:pt x="7422" y="2974"/>
                </a:lnTo>
                <a:lnTo>
                  <a:pt x="7423" y="2974"/>
                </a:lnTo>
                <a:lnTo>
                  <a:pt x="7423" y="2975"/>
                </a:lnTo>
                <a:lnTo>
                  <a:pt x="7423" y="2977"/>
                </a:lnTo>
                <a:lnTo>
                  <a:pt x="7422" y="2979"/>
                </a:lnTo>
                <a:lnTo>
                  <a:pt x="7421" y="2980"/>
                </a:lnTo>
                <a:lnTo>
                  <a:pt x="7421" y="2979"/>
                </a:lnTo>
                <a:lnTo>
                  <a:pt x="7420" y="2979"/>
                </a:lnTo>
                <a:lnTo>
                  <a:pt x="7419" y="2980"/>
                </a:lnTo>
                <a:lnTo>
                  <a:pt x="7418" y="2982"/>
                </a:lnTo>
                <a:lnTo>
                  <a:pt x="7416" y="2983"/>
                </a:lnTo>
                <a:lnTo>
                  <a:pt x="7417" y="2984"/>
                </a:lnTo>
                <a:lnTo>
                  <a:pt x="7417" y="2985"/>
                </a:lnTo>
                <a:lnTo>
                  <a:pt x="7417" y="2986"/>
                </a:lnTo>
                <a:lnTo>
                  <a:pt x="7418" y="2986"/>
                </a:lnTo>
                <a:lnTo>
                  <a:pt x="7416" y="2987"/>
                </a:lnTo>
                <a:lnTo>
                  <a:pt x="7417" y="2988"/>
                </a:lnTo>
                <a:lnTo>
                  <a:pt x="7417" y="2987"/>
                </a:lnTo>
                <a:lnTo>
                  <a:pt x="7418" y="2987"/>
                </a:lnTo>
                <a:lnTo>
                  <a:pt x="7419" y="2987"/>
                </a:lnTo>
                <a:lnTo>
                  <a:pt x="7419" y="2986"/>
                </a:lnTo>
                <a:lnTo>
                  <a:pt x="7419" y="2985"/>
                </a:lnTo>
                <a:lnTo>
                  <a:pt x="7421" y="2984"/>
                </a:lnTo>
                <a:lnTo>
                  <a:pt x="7422" y="2984"/>
                </a:lnTo>
                <a:lnTo>
                  <a:pt x="7422" y="2985"/>
                </a:lnTo>
                <a:lnTo>
                  <a:pt x="7422" y="2986"/>
                </a:lnTo>
                <a:lnTo>
                  <a:pt x="7424" y="2986"/>
                </a:lnTo>
                <a:lnTo>
                  <a:pt x="7425" y="2985"/>
                </a:lnTo>
                <a:lnTo>
                  <a:pt x="7426" y="2985"/>
                </a:lnTo>
                <a:lnTo>
                  <a:pt x="7427" y="2986"/>
                </a:lnTo>
                <a:lnTo>
                  <a:pt x="7428" y="2986"/>
                </a:lnTo>
                <a:lnTo>
                  <a:pt x="7429" y="2986"/>
                </a:lnTo>
                <a:lnTo>
                  <a:pt x="7430" y="2986"/>
                </a:lnTo>
                <a:lnTo>
                  <a:pt x="7433" y="2987"/>
                </a:lnTo>
                <a:lnTo>
                  <a:pt x="7434" y="2987"/>
                </a:lnTo>
                <a:lnTo>
                  <a:pt x="7434" y="2988"/>
                </a:lnTo>
                <a:lnTo>
                  <a:pt x="7434" y="2990"/>
                </a:lnTo>
                <a:lnTo>
                  <a:pt x="7434" y="2991"/>
                </a:lnTo>
                <a:lnTo>
                  <a:pt x="7433" y="2992"/>
                </a:lnTo>
                <a:lnTo>
                  <a:pt x="7433" y="2993"/>
                </a:lnTo>
                <a:lnTo>
                  <a:pt x="7433" y="2994"/>
                </a:lnTo>
                <a:lnTo>
                  <a:pt x="7433" y="2995"/>
                </a:lnTo>
                <a:lnTo>
                  <a:pt x="7433" y="2996"/>
                </a:lnTo>
                <a:lnTo>
                  <a:pt x="7432" y="2998"/>
                </a:lnTo>
                <a:lnTo>
                  <a:pt x="7431" y="2999"/>
                </a:lnTo>
                <a:lnTo>
                  <a:pt x="7431" y="2998"/>
                </a:lnTo>
                <a:lnTo>
                  <a:pt x="7430" y="2997"/>
                </a:lnTo>
                <a:lnTo>
                  <a:pt x="7429" y="2996"/>
                </a:lnTo>
                <a:lnTo>
                  <a:pt x="7428" y="2997"/>
                </a:lnTo>
                <a:lnTo>
                  <a:pt x="7429" y="2997"/>
                </a:lnTo>
                <a:lnTo>
                  <a:pt x="7429" y="2998"/>
                </a:lnTo>
                <a:lnTo>
                  <a:pt x="7429" y="2999"/>
                </a:lnTo>
                <a:lnTo>
                  <a:pt x="7428" y="2999"/>
                </a:lnTo>
                <a:lnTo>
                  <a:pt x="7427" y="2999"/>
                </a:lnTo>
                <a:lnTo>
                  <a:pt x="7427" y="3000"/>
                </a:lnTo>
                <a:lnTo>
                  <a:pt x="7426" y="3000"/>
                </a:lnTo>
                <a:lnTo>
                  <a:pt x="7424" y="3000"/>
                </a:lnTo>
                <a:lnTo>
                  <a:pt x="7422" y="3000"/>
                </a:lnTo>
                <a:lnTo>
                  <a:pt x="7421" y="3000"/>
                </a:lnTo>
                <a:lnTo>
                  <a:pt x="7420" y="3001"/>
                </a:lnTo>
                <a:lnTo>
                  <a:pt x="7419" y="3001"/>
                </a:lnTo>
                <a:lnTo>
                  <a:pt x="7419" y="3000"/>
                </a:lnTo>
                <a:lnTo>
                  <a:pt x="7418" y="3000"/>
                </a:lnTo>
                <a:lnTo>
                  <a:pt x="7418" y="2999"/>
                </a:lnTo>
                <a:lnTo>
                  <a:pt x="7417" y="2999"/>
                </a:lnTo>
                <a:lnTo>
                  <a:pt x="7416" y="2999"/>
                </a:lnTo>
                <a:lnTo>
                  <a:pt x="7415" y="2999"/>
                </a:lnTo>
                <a:lnTo>
                  <a:pt x="7414" y="2999"/>
                </a:lnTo>
                <a:lnTo>
                  <a:pt x="7412" y="2999"/>
                </a:lnTo>
                <a:lnTo>
                  <a:pt x="7411" y="2999"/>
                </a:lnTo>
                <a:lnTo>
                  <a:pt x="7411" y="3000"/>
                </a:lnTo>
                <a:lnTo>
                  <a:pt x="7410" y="3001"/>
                </a:lnTo>
                <a:lnTo>
                  <a:pt x="7410" y="3002"/>
                </a:lnTo>
                <a:lnTo>
                  <a:pt x="7409" y="3003"/>
                </a:lnTo>
                <a:lnTo>
                  <a:pt x="7409" y="3004"/>
                </a:lnTo>
                <a:lnTo>
                  <a:pt x="7409" y="3005"/>
                </a:lnTo>
                <a:lnTo>
                  <a:pt x="7408" y="3005"/>
                </a:lnTo>
                <a:lnTo>
                  <a:pt x="7407" y="3005"/>
                </a:lnTo>
                <a:lnTo>
                  <a:pt x="7406" y="3006"/>
                </a:lnTo>
                <a:lnTo>
                  <a:pt x="7406" y="3007"/>
                </a:lnTo>
                <a:lnTo>
                  <a:pt x="7406" y="3008"/>
                </a:lnTo>
                <a:lnTo>
                  <a:pt x="7406" y="3009"/>
                </a:lnTo>
                <a:lnTo>
                  <a:pt x="7405" y="3011"/>
                </a:lnTo>
                <a:lnTo>
                  <a:pt x="7404" y="3011"/>
                </a:lnTo>
                <a:lnTo>
                  <a:pt x="7403" y="3012"/>
                </a:lnTo>
                <a:lnTo>
                  <a:pt x="7402" y="3012"/>
                </a:lnTo>
                <a:lnTo>
                  <a:pt x="7401" y="3012"/>
                </a:lnTo>
                <a:lnTo>
                  <a:pt x="7400" y="3012"/>
                </a:lnTo>
                <a:lnTo>
                  <a:pt x="7400" y="3013"/>
                </a:lnTo>
                <a:lnTo>
                  <a:pt x="7399" y="3013"/>
                </a:lnTo>
                <a:lnTo>
                  <a:pt x="7399" y="3014"/>
                </a:lnTo>
                <a:lnTo>
                  <a:pt x="7396" y="3015"/>
                </a:lnTo>
                <a:lnTo>
                  <a:pt x="7395" y="3014"/>
                </a:lnTo>
                <a:lnTo>
                  <a:pt x="7392" y="3015"/>
                </a:lnTo>
                <a:lnTo>
                  <a:pt x="7391" y="3016"/>
                </a:lnTo>
                <a:lnTo>
                  <a:pt x="7388" y="3016"/>
                </a:lnTo>
                <a:lnTo>
                  <a:pt x="7387" y="3016"/>
                </a:lnTo>
                <a:lnTo>
                  <a:pt x="7386" y="3016"/>
                </a:lnTo>
                <a:lnTo>
                  <a:pt x="7385" y="3016"/>
                </a:lnTo>
                <a:lnTo>
                  <a:pt x="7384" y="3016"/>
                </a:lnTo>
                <a:lnTo>
                  <a:pt x="7381" y="3015"/>
                </a:lnTo>
                <a:lnTo>
                  <a:pt x="7380" y="3015"/>
                </a:lnTo>
                <a:lnTo>
                  <a:pt x="7380" y="3016"/>
                </a:lnTo>
                <a:lnTo>
                  <a:pt x="7378" y="3016"/>
                </a:lnTo>
                <a:lnTo>
                  <a:pt x="7377" y="3017"/>
                </a:lnTo>
                <a:lnTo>
                  <a:pt x="7376" y="3017"/>
                </a:lnTo>
                <a:lnTo>
                  <a:pt x="7376" y="3018"/>
                </a:lnTo>
                <a:lnTo>
                  <a:pt x="7376" y="3019"/>
                </a:lnTo>
                <a:lnTo>
                  <a:pt x="7376" y="3020"/>
                </a:lnTo>
                <a:lnTo>
                  <a:pt x="7376" y="3021"/>
                </a:lnTo>
                <a:lnTo>
                  <a:pt x="7375" y="3022"/>
                </a:lnTo>
                <a:lnTo>
                  <a:pt x="7375" y="3023"/>
                </a:lnTo>
                <a:lnTo>
                  <a:pt x="7374" y="3023"/>
                </a:lnTo>
                <a:lnTo>
                  <a:pt x="7373" y="3023"/>
                </a:lnTo>
                <a:lnTo>
                  <a:pt x="7372" y="3023"/>
                </a:lnTo>
                <a:lnTo>
                  <a:pt x="7371" y="3023"/>
                </a:lnTo>
                <a:lnTo>
                  <a:pt x="7368" y="3025"/>
                </a:lnTo>
                <a:lnTo>
                  <a:pt x="7367" y="3024"/>
                </a:lnTo>
                <a:lnTo>
                  <a:pt x="7366" y="3024"/>
                </a:lnTo>
                <a:lnTo>
                  <a:pt x="7366" y="3023"/>
                </a:lnTo>
                <a:lnTo>
                  <a:pt x="7367" y="3023"/>
                </a:lnTo>
                <a:lnTo>
                  <a:pt x="7366" y="3023"/>
                </a:lnTo>
                <a:lnTo>
                  <a:pt x="7366" y="3022"/>
                </a:lnTo>
                <a:lnTo>
                  <a:pt x="7365" y="3022"/>
                </a:lnTo>
                <a:lnTo>
                  <a:pt x="7364" y="3022"/>
                </a:lnTo>
                <a:lnTo>
                  <a:pt x="7363" y="3022"/>
                </a:lnTo>
                <a:lnTo>
                  <a:pt x="7362" y="3023"/>
                </a:lnTo>
                <a:lnTo>
                  <a:pt x="7362" y="3024"/>
                </a:lnTo>
                <a:lnTo>
                  <a:pt x="7361" y="3025"/>
                </a:lnTo>
                <a:lnTo>
                  <a:pt x="7361" y="3026"/>
                </a:lnTo>
                <a:lnTo>
                  <a:pt x="7361" y="3027"/>
                </a:lnTo>
                <a:lnTo>
                  <a:pt x="7361" y="3028"/>
                </a:lnTo>
                <a:lnTo>
                  <a:pt x="7361" y="3029"/>
                </a:lnTo>
                <a:lnTo>
                  <a:pt x="7362" y="3029"/>
                </a:lnTo>
                <a:lnTo>
                  <a:pt x="7362" y="3028"/>
                </a:lnTo>
                <a:lnTo>
                  <a:pt x="7362" y="3027"/>
                </a:lnTo>
                <a:lnTo>
                  <a:pt x="7363" y="3027"/>
                </a:lnTo>
                <a:lnTo>
                  <a:pt x="7364" y="3025"/>
                </a:lnTo>
                <a:lnTo>
                  <a:pt x="7365" y="3025"/>
                </a:lnTo>
                <a:lnTo>
                  <a:pt x="7366" y="3025"/>
                </a:lnTo>
                <a:lnTo>
                  <a:pt x="7366" y="3026"/>
                </a:lnTo>
                <a:lnTo>
                  <a:pt x="7365" y="3027"/>
                </a:lnTo>
                <a:lnTo>
                  <a:pt x="7365" y="3028"/>
                </a:lnTo>
                <a:lnTo>
                  <a:pt x="7365" y="3029"/>
                </a:lnTo>
                <a:lnTo>
                  <a:pt x="7364" y="3030"/>
                </a:lnTo>
                <a:lnTo>
                  <a:pt x="7364" y="3031"/>
                </a:lnTo>
                <a:lnTo>
                  <a:pt x="7363" y="3031"/>
                </a:lnTo>
                <a:lnTo>
                  <a:pt x="7362" y="3032"/>
                </a:lnTo>
                <a:lnTo>
                  <a:pt x="7362" y="3033"/>
                </a:lnTo>
                <a:lnTo>
                  <a:pt x="7362" y="3034"/>
                </a:lnTo>
                <a:lnTo>
                  <a:pt x="7362" y="3035"/>
                </a:lnTo>
                <a:lnTo>
                  <a:pt x="7362" y="3036"/>
                </a:lnTo>
                <a:lnTo>
                  <a:pt x="7362" y="3037"/>
                </a:lnTo>
                <a:lnTo>
                  <a:pt x="7361" y="3037"/>
                </a:lnTo>
                <a:lnTo>
                  <a:pt x="7361" y="3038"/>
                </a:lnTo>
                <a:lnTo>
                  <a:pt x="7360" y="3040"/>
                </a:lnTo>
                <a:lnTo>
                  <a:pt x="7359" y="3040"/>
                </a:lnTo>
                <a:lnTo>
                  <a:pt x="7358" y="3041"/>
                </a:lnTo>
                <a:lnTo>
                  <a:pt x="7357" y="3041"/>
                </a:lnTo>
                <a:lnTo>
                  <a:pt x="7355" y="3041"/>
                </a:lnTo>
                <a:lnTo>
                  <a:pt x="7354" y="3041"/>
                </a:lnTo>
                <a:lnTo>
                  <a:pt x="7353" y="3041"/>
                </a:lnTo>
                <a:lnTo>
                  <a:pt x="7352" y="3041"/>
                </a:lnTo>
                <a:lnTo>
                  <a:pt x="7350" y="3041"/>
                </a:lnTo>
                <a:lnTo>
                  <a:pt x="7350" y="3040"/>
                </a:lnTo>
                <a:lnTo>
                  <a:pt x="7349" y="3038"/>
                </a:lnTo>
                <a:lnTo>
                  <a:pt x="7349" y="3037"/>
                </a:lnTo>
                <a:lnTo>
                  <a:pt x="7349" y="3035"/>
                </a:lnTo>
                <a:lnTo>
                  <a:pt x="7348" y="3034"/>
                </a:lnTo>
                <a:lnTo>
                  <a:pt x="7347" y="3033"/>
                </a:lnTo>
                <a:lnTo>
                  <a:pt x="7346" y="3033"/>
                </a:lnTo>
                <a:lnTo>
                  <a:pt x="7346" y="3032"/>
                </a:lnTo>
                <a:lnTo>
                  <a:pt x="7345" y="3032"/>
                </a:lnTo>
                <a:lnTo>
                  <a:pt x="7345" y="3031"/>
                </a:lnTo>
                <a:lnTo>
                  <a:pt x="7345" y="3030"/>
                </a:lnTo>
                <a:lnTo>
                  <a:pt x="7346" y="3030"/>
                </a:lnTo>
                <a:lnTo>
                  <a:pt x="7347" y="3030"/>
                </a:lnTo>
                <a:lnTo>
                  <a:pt x="7348" y="3030"/>
                </a:lnTo>
                <a:lnTo>
                  <a:pt x="7349" y="3030"/>
                </a:lnTo>
                <a:lnTo>
                  <a:pt x="7349" y="3029"/>
                </a:lnTo>
                <a:lnTo>
                  <a:pt x="7349" y="3027"/>
                </a:lnTo>
                <a:lnTo>
                  <a:pt x="7348" y="3027"/>
                </a:lnTo>
                <a:lnTo>
                  <a:pt x="7347" y="3028"/>
                </a:lnTo>
                <a:lnTo>
                  <a:pt x="7347" y="3027"/>
                </a:lnTo>
                <a:lnTo>
                  <a:pt x="7347" y="3026"/>
                </a:lnTo>
                <a:lnTo>
                  <a:pt x="7347" y="3025"/>
                </a:lnTo>
                <a:lnTo>
                  <a:pt x="7347" y="3024"/>
                </a:lnTo>
                <a:lnTo>
                  <a:pt x="7348" y="3024"/>
                </a:lnTo>
                <a:lnTo>
                  <a:pt x="7348" y="3023"/>
                </a:lnTo>
                <a:lnTo>
                  <a:pt x="7347" y="3023"/>
                </a:lnTo>
                <a:lnTo>
                  <a:pt x="7347" y="3022"/>
                </a:lnTo>
                <a:lnTo>
                  <a:pt x="7347" y="3023"/>
                </a:lnTo>
                <a:lnTo>
                  <a:pt x="7346" y="3023"/>
                </a:lnTo>
                <a:lnTo>
                  <a:pt x="7346" y="3024"/>
                </a:lnTo>
                <a:lnTo>
                  <a:pt x="7345" y="3024"/>
                </a:lnTo>
                <a:lnTo>
                  <a:pt x="7344" y="3023"/>
                </a:lnTo>
                <a:lnTo>
                  <a:pt x="7344" y="3022"/>
                </a:lnTo>
                <a:lnTo>
                  <a:pt x="7344" y="3021"/>
                </a:lnTo>
                <a:lnTo>
                  <a:pt x="7343" y="3020"/>
                </a:lnTo>
                <a:lnTo>
                  <a:pt x="7343" y="3019"/>
                </a:lnTo>
                <a:lnTo>
                  <a:pt x="7343" y="3018"/>
                </a:lnTo>
                <a:lnTo>
                  <a:pt x="7342" y="3018"/>
                </a:lnTo>
                <a:lnTo>
                  <a:pt x="7342" y="3017"/>
                </a:lnTo>
                <a:lnTo>
                  <a:pt x="7342" y="3016"/>
                </a:lnTo>
                <a:lnTo>
                  <a:pt x="7342" y="3015"/>
                </a:lnTo>
                <a:lnTo>
                  <a:pt x="7342" y="3014"/>
                </a:lnTo>
                <a:lnTo>
                  <a:pt x="7342" y="3013"/>
                </a:lnTo>
                <a:lnTo>
                  <a:pt x="7343" y="3013"/>
                </a:lnTo>
                <a:lnTo>
                  <a:pt x="7343" y="3012"/>
                </a:lnTo>
                <a:lnTo>
                  <a:pt x="7344" y="3012"/>
                </a:lnTo>
                <a:lnTo>
                  <a:pt x="7343" y="3011"/>
                </a:lnTo>
                <a:lnTo>
                  <a:pt x="7343" y="3010"/>
                </a:lnTo>
                <a:lnTo>
                  <a:pt x="7343" y="3009"/>
                </a:lnTo>
                <a:lnTo>
                  <a:pt x="7343" y="3008"/>
                </a:lnTo>
                <a:lnTo>
                  <a:pt x="7342" y="3008"/>
                </a:lnTo>
                <a:lnTo>
                  <a:pt x="7341" y="3007"/>
                </a:lnTo>
                <a:lnTo>
                  <a:pt x="7340" y="3007"/>
                </a:lnTo>
                <a:lnTo>
                  <a:pt x="7340" y="3008"/>
                </a:lnTo>
                <a:lnTo>
                  <a:pt x="7339" y="3008"/>
                </a:lnTo>
                <a:lnTo>
                  <a:pt x="7337" y="3008"/>
                </a:lnTo>
                <a:lnTo>
                  <a:pt x="7337" y="3007"/>
                </a:lnTo>
                <a:lnTo>
                  <a:pt x="7337" y="3005"/>
                </a:lnTo>
                <a:lnTo>
                  <a:pt x="7336" y="3004"/>
                </a:lnTo>
                <a:lnTo>
                  <a:pt x="7337" y="3004"/>
                </a:lnTo>
                <a:lnTo>
                  <a:pt x="7337" y="3003"/>
                </a:lnTo>
                <a:lnTo>
                  <a:pt x="7337" y="3002"/>
                </a:lnTo>
                <a:lnTo>
                  <a:pt x="7337" y="3001"/>
                </a:lnTo>
                <a:lnTo>
                  <a:pt x="7337" y="3000"/>
                </a:lnTo>
                <a:lnTo>
                  <a:pt x="7338" y="3000"/>
                </a:lnTo>
                <a:lnTo>
                  <a:pt x="7339" y="2999"/>
                </a:lnTo>
                <a:lnTo>
                  <a:pt x="7340" y="2999"/>
                </a:lnTo>
                <a:lnTo>
                  <a:pt x="7341" y="2999"/>
                </a:lnTo>
                <a:lnTo>
                  <a:pt x="7341" y="2998"/>
                </a:lnTo>
                <a:lnTo>
                  <a:pt x="7341" y="2996"/>
                </a:lnTo>
                <a:lnTo>
                  <a:pt x="7343" y="2995"/>
                </a:lnTo>
                <a:lnTo>
                  <a:pt x="7343" y="2994"/>
                </a:lnTo>
                <a:lnTo>
                  <a:pt x="7345" y="2994"/>
                </a:lnTo>
                <a:lnTo>
                  <a:pt x="7345" y="2995"/>
                </a:lnTo>
                <a:lnTo>
                  <a:pt x="7347" y="2995"/>
                </a:lnTo>
                <a:lnTo>
                  <a:pt x="7347" y="2994"/>
                </a:lnTo>
                <a:lnTo>
                  <a:pt x="7348" y="2994"/>
                </a:lnTo>
                <a:lnTo>
                  <a:pt x="7349" y="2994"/>
                </a:lnTo>
                <a:lnTo>
                  <a:pt x="7350" y="2994"/>
                </a:lnTo>
                <a:lnTo>
                  <a:pt x="7351" y="2995"/>
                </a:lnTo>
                <a:lnTo>
                  <a:pt x="7352" y="2995"/>
                </a:lnTo>
                <a:lnTo>
                  <a:pt x="7353" y="2996"/>
                </a:lnTo>
                <a:lnTo>
                  <a:pt x="7353" y="2997"/>
                </a:lnTo>
                <a:lnTo>
                  <a:pt x="7354" y="2997"/>
                </a:lnTo>
                <a:lnTo>
                  <a:pt x="7355" y="2997"/>
                </a:lnTo>
                <a:lnTo>
                  <a:pt x="7357" y="2997"/>
                </a:lnTo>
                <a:lnTo>
                  <a:pt x="7357" y="2996"/>
                </a:lnTo>
                <a:lnTo>
                  <a:pt x="7357" y="2995"/>
                </a:lnTo>
                <a:lnTo>
                  <a:pt x="7357" y="2994"/>
                </a:lnTo>
                <a:lnTo>
                  <a:pt x="7357" y="2993"/>
                </a:lnTo>
                <a:lnTo>
                  <a:pt x="7359" y="2992"/>
                </a:lnTo>
                <a:lnTo>
                  <a:pt x="7360" y="2992"/>
                </a:lnTo>
                <a:lnTo>
                  <a:pt x="7361" y="2991"/>
                </a:lnTo>
                <a:lnTo>
                  <a:pt x="7362" y="2991"/>
                </a:lnTo>
                <a:lnTo>
                  <a:pt x="7362" y="2990"/>
                </a:lnTo>
                <a:lnTo>
                  <a:pt x="7363" y="2990"/>
                </a:lnTo>
                <a:lnTo>
                  <a:pt x="7364" y="2989"/>
                </a:lnTo>
                <a:lnTo>
                  <a:pt x="7364" y="2988"/>
                </a:lnTo>
                <a:lnTo>
                  <a:pt x="7367" y="2987"/>
                </a:lnTo>
                <a:lnTo>
                  <a:pt x="7368" y="2987"/>
                </a:lnTo>
                <a:lnTo>
                  <a:pt x="7368" y="2988"/>
                </a:lnTo>
                <a:lnTo>
                  <a:pt x="7369" y="2988"/>
                </a:lnTo>
                <a:lnTo>
                  <a:pt x="7371" y="2987"/>
                </a:lnTo>
                <a:lnTo>
                  <a:pt x="7372" y="2986"/>
                </a:lnTo>
                <a:lnTo>
                  <a:pt x="7373" y="2985"/>
                </a:lnTo>
                <a:lnTo>
                  <a:pt x="7374" y="2985"/>
                </a:lnTo>
                <a:lnTo>
                  <a:pt x="7374" y="2984"/>
                </a:lnTo>
                <a:lnTo>
                  <a:pt x="7374" y="2983"/>
                </a:lnTo>
                <a:lnTo>
                  <a:pt x="7373" y="2983"/>
                </a:lnTo>
                <a:lnTo>
                  <a:pt x="7373" y="2982"/>
                </a:lnTo>
                <a:lnTo>
                  <a:pt x="7372" y="2981"/>
                </a:lnTo>
                <a:lnTo>
                  <a:pt x="7372" y="2979"/>
                </a:lnTo>
                <a:lnTo>
                  <a:pt x="7371" y="2980"/>
                </a:lnTo>
                <a:lnTo>
                  <a:pt x="7370" y="2980"/>
                </a:lnTo>
                <a:lnTo>
                  <a:pt x="7369" y="2980"/>
                </a:lnTo>
                <a:lnTo>
                  <a:pt x="7369" y="2979"/>
                </a:lnTo>
                <a:lnTo>
                  <a:pt x="7368" y="2978"/>
                </a:lnTo>
                <a:lnTo>
                  <a:pt x="7369" y="2978"/>
                </a:lnTo>
                <a:lnTo>
                  <a:pt x="7370" y="2978"/>
                </a:lnTo>
                <a:lnTo>
                  <a:pt x="7370" y="2976"/>
                </a:lnTo>
                <a:lnTo>
                  <a:pt x="7371" y="2976"/>
                </a:lnTo>
                <a:lnTo>
                  <a:pt x="7371" y="2975"/>
                </a:lnTo>
                <a:lnTo>
                  <a:pt x="7371" y="2974"/>
                </a:lnTo>
                <a:lnTo>
                  <a:pt x="7372" y="2974"/>
                </a:lnTo>
                <a:lnTo>
                  <a:pt x="7372" y="2973"/>
                </a:lnTo>
                <a:lnTo>
                  <a:pt x="7372" y="2972"/>
                </a:lnTo>
                <a:lnTo>
                  <a:pt x="7371" y="2972"/>
                </a:lnTo>
                <a:lnTo>
                  <a:pt x="7372" y="2971"/>
                </a:lnTo>
                <a:lnTo>
                  <a:pt x="7374" y="2971"/>
                </a:lnTo>
                <a:lnTo>
                  <a:pt x="7375" y="2970"/>
                </a:lnTo>
                <a:lnTo>
                  <a:pt x="7375" y="2969"/>
                </a:lnTo>
                <a:lnTo>
                  <a:pt x="7375" y="2968"/>
                </a:lnTo>
                <a:lnTo>
                  <a:pt x="7375" y="2967"/>
                </a:lnTo>
                <a:lnTo>
                  <a:pt x="7376" y="2966"/>
                </a:lnTo>
                <a:lnTo>
                  <a:pt x="7376" y="2967"/>
                </a:lnTo>
                <a:lnTo>
                  <a:pt x="7377" y="2967"/>
                </a:lnTo>
                <a:lnTo>
                  <a:pt x="7377" y="2968"/>
                </a:lnTo>
                <a:lnTo>
                  <a:pt x="7378" y="2969"/>
                </a:lnTo>
                <a:lnTo>
                  <a:pt x="7379" y="2970"/>
                </a:lnTo>
                <a:lnTo>
                  <a:pt x="7380" y="2970"/>
                </a:lnTo>
                <a:lnTo>
                  <a:pt x="7382" y="2971"/>
                </a:lnTo>
                <a:lnTo>
                  <a:pt x="7381" y="2971"/>
                </a:lnTo>
                <a:lnTo>
                  <a:pt x="7381" y="2972"/>
                </a:lnTo>
                <a:lnTo>
                  <a:pt x="7382" y="2972"/>
                </a:lnTo>
                <a:lnTo>
                  <a:pt x="7382" y="2973"/>
                </a:lnTo>
                <a:lnTo>
                  <a:pt x="7385" y="2973"/>
                </a:lnTo>
                <a:lnTo>
                  <a:pt x="7386" y="2973"/>
                </a:lnTo>
                <a:lnTo>
                  <a:pt x="7387" y="2972"/>
                </a:lnTo>
                <a:lnTo>
                  <a:pt x="7388" y="2972"/>
                </a:lnTo>
                <a:lnTo>
                  <a:pt x="7388" y="2971"/>
                </a:lnTo>
                <a:lnTo>
                  <a:pt x="7390" y="2971"/>
                </a:lnTo>
                <a:lnTo>
                  <a:pt x="7390" y="2973"/>
                </a:lnTo>
                <a:lnTo>
                  <a:pt x="7391" y="2973"/>
                </a:lnTo>
                <a:lnTo>
                  <a:pt x="7393" y="2972"/>
                </a:lnTo>
                <a:lnTo>
                  <a:pt x="7394" y="2971"/>
                </a:lnTo>
                <a:lnTo>
                  <a:pt x="7395" y="2971"/>
                </a:lnTo>
                <a:lnTo>
                  <a:pt x="7396" y="2970"/>
                </a:lnTo>
                <a:lnTo>
                  <a:pt x="7397" y="2969"/>
                </a:lnTo>
                <a:lnTo>
                  <a:pt x="7398" y="2969"/>
                </a:lnTo>
                <a:lnTo>
                  <a:pt x="7398" y="2968"/>
                </a:lnTo>
                <a:lnTo>
                  <a:pt x="7398" y="2967"/>
                </a:lnTo>
                <a:lnTo>
                  <a:pt x="7399" y="2967"/>
                </a:lnTo>
                <a:lnTo>
                  <a:pt x="7399" y="2966"/>
                </a:lnTo>
                <a:lnTo>
                  <a:pt x="7400" y="2966"/>
                </a:lnTo>
                <a:lnTo>
                  <a:pt x="7400" y="2965"/>
                </a:lnTo>
                <a:lnTo>
                  <a:pt x="7401" y="2965"/>
                </a:lnTo>
                <a:lnTo>
                  <a:pt x="7401" y="2964"/>
                </a:lnTo>
                <a:lnTo>
                  <a:pt x="7402" y="2963"/>
                </a:lnTo>
                <a:lnTo>
                  <a:pt x="7404" y="2962"/>
                </a:lnTo>
                <a:lnTo>
                  <a:pt x="7406" y="2961"/>
                </a:lnTo>
                <a:lnTo>
                  <a:pt x="7407" y="2961"/>
                </a:lnTo>
                <a:lnTo>
                  <a:pt x="7408" y="2961"/>
                </a:lnTo>
                <a:lnTo>
                  <a:pt x="7409" y="2960"/>
                </a:lnTo>
                <a:lnTo>
                  <a:pt x="7411" y="2958"/>
                </a:lnTo>
                <a:lnTo>
                  <a:pt x="7412" y="2958"/>
                </a:lnTo>
                <a:lnTo>
                  <a:pt x="7412" y="2957"/>
                </a:lnTo>
                <a:lnTo>
                  <a:pt x="7413" y="2957"/>
                </a:lnTo>
                <a:lnTo>
                  <a:pt x="7414" y="2957"/>
                </a:lnTo>
                <a:lnTo>
                  <a:pt x="7414" y="2958"/>
                </a:lnTo>
                <a:lnTo>
                  <a:pt x="7414" y="2957"/>
                </a:lnTo>
                <a:lnTo>
                  <a:pt x="7416" y="2956"/>
                </a:lnTo>
                <a:lnTo>
                  <a:pt x="7415" y="2955"/>
                </a:lnTo>
                <a:lnTo>
                  <a:pt x="7416" y="2954"/>
                </a:lnTo>
                <a:lnTo>
                  <a:pt x="7417" y="2953"/>
                </a:lnTo>
                <a:lnTo>
                  <a:pt x="7418" y="2952"/>
                </a:lnTo>
                <a:lnTo>
                  <a:pt x="7419" y="2954"/>
                </a:lnTo>
                <a:lnTo>
                  <a:pt x="7420" y="2953"/>
                </a:lnTo>
                <a:lnTo>
                  <a:pt x="7421" y="2952"/>
                </a:lnTo>
                <a:lnTo>
                  <a:pt x="7421" y="2950"/>
                </a:lnTo>
                <a:lnTo>
                  <a:pt x="7422" y="2949"/>
                </a:lnTo>
                <a:lnTo>
                  <a:pt x="7422" y="2948"/>
                </a:lnTo>
                <a:lnTo>
                  <a:pt x="7422" y="2946"/>
                </a:lnTo>
                <a:lnTo>
                  <a:pt x="7420" y="2945"/>
                </a:lnTo>
                <a:lnTo>
                  <a:pt x="7420" y="2944"/>
                </a:lnTo>
                <a:lnTo>
                  <a:pt x="7421" y="2944"/>
                </a:lnTo>
                <a:lnTo>
                  <a:pt x="7421" y="2943"/>
                </a:lnTo>
                <a:lnTo>
                  <a:pt x="7420" y="2943"/>
                </a:lnTo>
                <a:lnTo>
                  <a:pt x="7420" y="2942"/>
                </a:lnTo>
                <a:lnTo>
                  <a:pt x="7419" y="2942"/>
                </a:lnTo>
                <a:lnTo>
                  <a:pt x="7418" y="2942"/>
                </a:lnTo>
                <a:lnTo>
                  <a:pt x="7417" y="2941"/>
                </a:lnTo>
                <a:lnTo>
                  <a:pt x="7416" y="2941"/>
                </a:lnTo>
                <a:lnTo>
                  <a:pt x="7414" y="2939"/>
                </a:lnTo>
                <a:lnTo>
                  <a:pt x="7413" y="2938"/>
                </a:lnTo>
                <a:lnTo>
                  <a:pt x="7412" y="2938"/>
                </a:lnTo>
                <a:lnTo>
                  <a:pt x="7410" y="2938"/>
                </a:lnTo>
                <a:lnTo>
                  <a:pt x="7407" y="2939"/>
                </a:lnTo>
                <a:lnTo>
                  <a:pt x="7406" y="2937"/>
                </a:lnTo>
                <a:lnTo>
                  <a:pt x="7406" y="2936"/>
                </a:lnTo>
                <a:lnTo>
                  <a:pt x="7406" y="2935"/>
                </a:lnTo>
                <a:lnTo>
                  <a:pt x="7406" y="2934"/>
                </a:lnTo>
                <a:lnTo>
                  <a:pt x="7405" y="2934"/>
                </a:lnTo>
                <a:lnTo>
                  <a:pt x="7405" y="2935"/>
                </a:lnTo>
                <a:lnTo>
                  <a:pt x="7404" y="2934"/>
                </a:lnTo>
                <a:lnTo>
                  <a:pt x="7404" y="2933"/>
                </a:lnTo>
                <a:lnTo>
                  <a:pt x="7404" y="2932"/>
                </a:lnTo>
                <a:lnTo>
                  <a:pt x="7404" y="2931"/>
                </a:lnTo>
                <a:lnTo>
                  <a:pt x="7405" y="2931"/>
                </a:lnTo>
                <a:lnTo>
                  <a:pt x="7406" y="2931"/>
                </a:lnTo>
                <a:lnTo>
                  <a:pt x="7407" y="2931"/>
                </a:lnTo>
                <a:lnTo>
                  <a:pt x="7407" y="2930"/>
                </a:lnTo>
                <a:lnTo>
                  <a:pt x="7407" y="2929"/>
                </a:lnTo>
                <a:lnTo>
                  <a:pt x="7406" y="2929"/>
                </a:lnTo>
                <a:lnTo>
                  <a:pt x="7405" y="2929"/>
                </a:lnTo>
                <a:lnTo>
                  <a:pt x="7404" y="2930"/>
                </a:lnTo>
                <a:lnTo>
                  <a:pt x="7404" y="2929"/>
                </a:lnTo>
                <a:lnTo>
                  <a:pt x="7403" y="2928"/>
                </a:lnTo>
                <a:lnTo>
                  <a:pt x="7403" y="2927"/>
                </a:lnTo>
                <a:lnTo>
                  <a:pt x="7405" y="2927"/>
                </a:lnTo>
                <a:lnTo>
                  <a:pt x="7406" y="2927"/>
                </a:lnTo>
                <a:lnTo>
                  <a:pt x="7406" y="2926"/>
                </a:lnTo>
                <a:lnTo>
                  <a:pt x="7409" y="2926"/>
                </a:lnTo>
                <a:lnTo>
                  <a:pt x="7409" y="2927"/>
                </a:lnTo>
                <a:lnTo>
                  <a:pt x="7410" y="2927"/>
                </a:lnTo>
                <a:lnTo>
                  <a:pt x="7410" y="2926"/>
                </a:lnTo>
                <a:lnTo>
                  <a:pt x="7410" y="2924"/>
                </a:lnTo>
                <a:lnTo>
                  <a:pt x="7411" y="2923"/>
                </a:lnTo>
                <a:lnTo>
                  <a:pt x="7410" y="2923"/>
                </a:lnTo>
                <a:lnTo>
                  <a:pt x="7407" y="2922"/>
                </a:lnTo>
                <a:lnTo>
                  <a:pt x="7406" y="2922"/>
                </a:lnTo>
                <a:lnTo>
                  <a:pt x="7405" y="2921"/>
                </a:lnTo>
                <a:lnTo>
                  <a:pt x="7405" y="2920"/>
                </a:lnTo>
                <a:lnTo>
                  <a:pt x="7404" y="2920"/>
                </a:lnTo>
                <a:lnTo>
                  <a:pt x="7403" y="2920"/>
                </a:lnTo>
                <a:lnTo>
                  <a:pt x="7403" y="2921"/>
                </a:lnTo>
                <a:lnTo>
                  <a:pt x="7402" y="2919"/>
                </a:lnTo>
                <a:lnTo>
                  <a:pt x="7402" y="2918"/>
                </a:lnTo>
                <a:lnTo>
                  <a:pt x="7402" y="2917"/>
                </a:lnTo>
                <a:lnTo>
                  <a:pt x="7403" y="2917"/>
                </a:lnTo>
                <a:lnTo>
                  <a:pt x="7404" y="2917"/>
                </a:lnTo>
                <a:lnTo>
                  <a:pt x="7405" y="2917"/>
                </a:lnTo>
                <a:lnTo>
                  <a:pt x="7406" y="2916"/>
                </a:lnTo>
                <a:lnTo>
                  <a:pt x="7406" y="2915"/>
                </a:lnTo>
                <a:lnTo>
                  <a:pt x="7407" y="2915"/>
                </a:lnTo>
                <a:lnTo>
                  <a:pt x="7408" y="2915"/>
                </a:lnTo>
                <a:lnTo>
                  <a:pt x="7409" y="2916"/>
                </a:lnTo>
                <a:lnTo>
                  <a:pt x="7410" y="2916"/>
                </a:lnTo>
                <a:lnTo>
                  <a:pt x="7411" y="2916"/>
                </a:lnTo>
                <a:lnTo>
                  <a:pt x="7413" y="2916"/>
                </a:lnTo>
                <a:lnTo>
                  <a:pt x="7414" y="2915"/>
                </a:lnTo>
                <a:lnTo>
                  <a:pt x="7415" y="2914"/>
                </a:lnTo>
                <a:lnTo>
                  <a:pt x="7416" y="2913"/>
                </a:lnTo>
                <a:lnTo>
                  <a:pt x="7416" y="2912"/>
                </a:lnTo>
                <a:lnTo>
                  <a:pt x="7416" y="2911"/>
                </a:lnTo>
                <a:lnTo>
                  <a:pt x="7415" y="2911"/>
                </a:lnTo>
                <a:lnTo>
                  <a:pt x="7414" y="2909"/>
                </a:lnTo>
                <a:lnTo>
                  <a:pt x="7413" y="2908"/>
                </a:lnTo>
                <a:lnTo>
                  <a:pt x="7413" y="2907"/>
                </a:lnTo>
                <a:lnTo>
                  <a:pt x="7414" y="2908"/>
                </a:lnTo>
                <a:lnTo>
                  <a:pt x="7416" y="2907"/>
                </a:lnTo>
                <a:lnTo>
                  <a:pt x="7416" y="2906"/>
                </a:lnTo>
                <a:lnTo>
                  <a:pt x="7417" y="2907"/>
                </a:lnTo>
                <a:lnTo>
                  <a:pt x="7418" y="2907"/>
                </a:lnTo>
                <a:lnTo>
                  <a:pt x="7419" y="2907"/>
                </a:lnTo>
                <a:lnTo>
                  <a:pt x="7420" y="2907"/>
                </a:lnTo>
                <a:lnTo>
                  <a:pt x="7421" y="2908"/>
                </a:lnTo>
                <a:lnTo>
                  <a:pt x="7422" y="2908"/>
                </a:lnTo>
                <a:lnTo>
                  <a:pt x="7422" y="2907"/>
                </a:lnTo>
                <a:lnTo>
                  <a:pt x="7422" y="2906"/>
                </a:lnTo>
                <a:lnTo>
                  <a:pt x="7422" y="2905"/>
                </a:lnTo>
                <a:lnTo>
                  <a:pt x="7420" y="2905"/>
                </a:lnTo>
                <a:lnTo>
                  <a:pt x="7420" y="2904"/>
                </a:lnTo>
                <a:lnTo>
                  <a:pt x="7420" y="2902"/>
                </a:lnTo>
                <a:lnTo>
                  <a:pt x="7419" y="2902"/>
                </a:lnTo>
                <a:lnTo>
                  <a:pt x="7418" y="2901"/>
                </a:lnTo>
                <a:lnTo>
                  <a:pt x="7418" y="2900"/>
                </a:lnTo>
                <a:lnTo>
                  <a:pt x="7418" y="2899"/>
                </a:lnTo>
                <a:lnTo>
                  <a:pt x="7419" y="2898"/>
                </a:lnTo>
                <a:lnTo>
                  <a:pt x="7420" y="2898"/>
                </a:lnTo>
                <a:lnTo>
                  <a:pt x="7420" y="2897"/>
                </a:lnTo>
                <a:lnTo>
                  <a:pt x="7419" y="2897"/>
                </a:lnTo>
                <a:lnTo>
                  <a:pt x="7419" y="2896"/>
                </a:lnTo>
                <a:lnTo>
                  <a:pt x="7419" y="2894"/>
                </a:lnTo>
                <a:lnTo>
                  <a:pt x="7420" y="2893"/>
                </a:lnTo>
                <a:lnTo>
                  <a:pt x="7421" y="2892"/>
                </a:lnTo>
                <a:lnTo>
                  <a:pt x="7420" y="2892"/>
                </a:lnTo>
                <a:lnTo>
                  <a:pt x="7420" y="2891"/>
                </a:lnTo>
                <a:lnTo>
                  <a:pt x="7421" y="2891"/>
                </a:lnTo>
                <a:lnTo>
                  <a:pt x="7422" y="2891"/>
                </a:lnTo>
                <a:lnTo>
                  <a:pt x="7424" y="2892"/>
                </a:lnTo>
                <a:lnTo>
                  <a:pt x="7426" y="2893"/>
                </a:lnTo>
                <a:lnTo>
                  <a:pt x="7432" y="2893"/>
                </a:lnTo>
                <a:lnTo>
                  <a:pt x="7433" y="2892"/>
                </a:lnTo>
                <a:lnTo>
                  <a:pt x="7434" y="2892"/>
                </a:lnTo>
                <a:lnTo>
                  <a:pt x="7434" y="2891"/>
                </a:lnTo>
                <a:lnTo>
                  <a:pt x="7435" y="2891"/>
                </a:lnTo>
                <a:lnTo>
                  <a:pt x="7436" y="2890"/>
                </a:lnTo>
                <a:lnTo>
                  <a:pt x="7437" y="2890"/>
                </a:lnTo>
                <a:lnTo>
                  <a:pt x="7437" y="2891"/>
                </a:lnTo>
                <a:lnTo>
                  <a:pt x="7438" y="2891"/>
                </a:lnTo>
                <a:lnTo>
                  <a:pt x="7439" y="2891"/>
                </a:lnTo>
                <a:lnTo>
                  <a:pt x="7439" y="2890"/>
                </a:lnTo>
                <a:lnTo>
                  <a:pt x="7440" y="2889"/>
                </a:lnTo>
                <a:lnTo>
                  <a:pt x="7440" y="2888"/>
                </a:lnTo>
                <a:lnTo>
                  <a:pt x="7442" y="2886"/>
                </a:lnTo>
                <a:lnTo>
                  <a:pt x="7443" y="2886"/>
                </a:lnTo>
                <a:lnTo>
                  <a:pt x="7444" y="2886"/>
                </a:lnTo>
                <a:lnTo>
                  <a:pt x="7444" y="2885"/>
                </a:lnTo>
                <a:lnTo>
                  <a:pt x="7444" y="2884"/>
                </a:lnTo>
                <a:lnTo>
                  <a:pt x="7445" y="2884"/>
                </a:lnTo>
                <a:lnTo>
                  <a:pt x="7445" y="2885"/>
                </a:lnTo>
                <a:lnTo>
                  <a:pt x="7446" y="2885"/>
                </a:lnTo>
                <a:lnTo>
                  <a:pt x="7446" y="2884"/>
                </a:lnTo>
                <a:lnTo>
                  <a:pt x="7448" y="2883"/>
                </a:lnTo>
                <a:lnTo>
                  <a:pt x="7449" y="2883"/>
                </a:lnTo>
                <a:lnTo>
                  <a:pt x="7449" y="2882"/>
                </a:lnTo>
                <a:lnTo>
                  <a:pt x="7447" y="2882"/>
                </a:lnTo>
                <a:lnTo>
                  <a:pt x="7446" y="2883"/>
                </a:lnTo>
                <a:lnTo>
                  <a:pt x="7445" y="2883"/>
                </a:lnTo>
                <a:lnTo>
                  <a:pt x="7444" y="2883"/>
                </a:lnTo>
                <a:lnTo>
                  <a:pt x="7443" y="2883"/>
                </a:lnTo>
                <a:lnTo>
                  <a:pt x="7442" y="2883"/>
                </a:lnTo>
                <a:lnTo>
                  <a:pt x="7441" y="2884"/>
                </a:lnTo>
                <a:lnTo>
                  <a:pt x="7439" y="2885"/>
                </a:lnTo>
                <a:lnTo>
                  <a:pt x="7438" y="2886"/>
                </a:lnTo>
                <a:lnTo>
                  <a:pt x="7435" y="2888"/>
                </a:lnTo>
                <a:lnTo>
                  <a:pt x="7434" y="2889"/>
                </a:lnTo>
                <a:lnTo>
                  <a:pt x="7433" y="2889"/>
                </a:lnTo>
                <a:lnTo>
                  <a:pt x="7431" y="2889"/>
                </a:lnTo>
                <a:lnTo>
                  <a:pt x="7430" y="2889"/>
                </a:lnTo>
                <a:lnTo>
                  <a:pt x="7428" y="2889"/>
                </a:lnTo>
                <a:lnTo>
                  <a:pt x="7428" y="2890"/>
                </a:lnTo>
                <a:lnTo>
                  <a:pt x="7427" y="2890"/>
                </a:lnTo>
                <a:lnTo>
                  <a:pt x="7426" y="2890"/>
                </a:lnTo>
                <a:lnTo>
                  <a:pt x="7424" y="2891"/>
                </a:lnTo>
                <a:lnTo>
                  <a:pt x="7423" y="2890"/>
                </a:lnTo>
                <a:lnTo>
                  <a:pt x="7422" y="2890"/>
                </a:lnTo>
                <a:lnTo>
                  <a:pt x="7421" y="2889"/>
                </a:lnTo>
                <a:lnTo>
                  <a:pt x="7420" y="2889"/>
                </a:lnTo>
                <a:lnTo>
                  <a:pt x="7419" y="2889"/>
                </a:lnTo>
                <a:lnTo>
                  <a:pt x="7418" y="2888"/>
                </a:lnTo>
                <a:lnTo>
                  <a:pt x="7417" y="2888"/>
                </a:lnTo>
                <a:lnTo>
                  <a:pt x="7415" y="2888"/>
                </a:lnTo>
                <a:lnTo>
                  <a:pt x="7415" y="2886"/>
                </a:lnTo>
                <a:lnTo>
                  <a:pt x="7415" y="2887"/>
                </a:lnTo>
                <a:lnTo>
                  <a:pt x="7415" y="2888"/>
                </a:lnTo>
                <a:lnTo>
                  <a:pt x="7415" y="2890"/>
                </a:lnTo>
                <a:lnTo>
                  <a:pt x="7416" y="2891"/>
                </a:lnTo>
                <a:lnTo>
                  <a:pt x="7416" y="2892"/>
                </a:lnTo>
                <a:lnTo>
                  <a:pt x="7417" y="2893"/>
                </a:lnTo>
                <a:lnTo>
                  <a:pt x="7417" y="2894"/>
                </a:lnTo>
                <a:lnTo>
                  <a:pt x="7417" y="2896"/>
                </a:lnTo>
                <a:lnTo>
                  <a:pt x="7416" y="2896"/>
                </a:lnTo>
                <a:lnTo>
                  <a:pt x="7416" y="2897"/>
                </a:lnTo>
                <a:lnTo>
                  <a:pt x="7414" y="2898"/>
                </a:lnTo>
                <a:lnTo>
                  <a:pt x="7413" y="2898"/>
                </a:lnTo>
                <a:lnTo>
                  <a:pt x="7414" y="2900"/>
                </a:lnTo>
                <a:lnTo>
                  <a:pt x="7413" y="2900"/>
                </a:lnTo>
                <a:lnTo>
                  <a:pt x="7412" y="2898"/>
                </a:lnTo>
                <a:lnTo>
                  <a:pt x="7411" y="2899"/>
                </a:lnTo>
                <a:lnTo>
                  <a:pt x="7410" y="2899"/>
                </a:lnTo>
                <a:lnTo>
                  <a:pt x="7410" y="2900"/>
                </a:lnTo>
                <a:lnTo>
                  <a:pt x="7408" y="2901"/>
                </a:lnTo>
                <a:lnTo>
                  <a:pt x="7407" y="2902"/>
                </a:lnTo>
                <a:lnTo>
                  <a:pt x="7406" y="2902"/>
                </a:lnTo>
                <a:lnTo>
                  <a:pt x="7405" y="2902"/>
                </a:lnTo>
                <a:lnTo>
                  <a:pt x="7405" y="2904"/>
                </a:lnTo>
                <a:lnTo>
                  <a:pt x="7404" y="2905"/>
                </a:lnTo>
                <a:lnTo>
                  <a:pt x="7400" y="2906"/>
                </a:lnTo>
                <a:lnTo>
                  <a:pt x="7397" y="2907"/>
                </a:lnTo>
                <a:lnTo>
                  <a:pt x="7396" y="2908"/>
                </a:lnTo>
                <a:lnTo>
                  <a:pt x="7396" y="2907"/>
                </a:lnTo>
                <a:lnTo>
                  <a:pt x="7395" y="2908"/>
                </a:lnTo>
                <a:lnTo>
                  <a:pt x="7394" y="2909"/>
                </a:lnTo>
                <a:lnTo>
                  <a:pt x="7394" y="2910"/>
                </a:lnTo>
                <a:lnTo>
                  <a:pt x="7393" y="2910"/>
                </a:lnTo>
                <a:lnTo>
                  <a:pt x="7393" y="2909"/>
                </a:lnTo>
                <a:lnTo>
                  <a:pt x="7393" y="2908"/>
                </a:lnTo>
                <a:lnTo>
                  <a:pt x="7393" y="2907"/>
                </a:lnTo>
                <a:lnTo>
                  <a:pt x="7393" y="2906"/>
                </a:lnTo>
                <a:lnTo>
                  <a:pt x="7392" y="2906"/>
                </a:lnTo>
                <a:lnTo>
                  <a:pt x="7392" y="2907"/>
                </a:lnTo>
                <a:lnTo>
                  <a:pt x="7391" y="2907"/>
                </a:lnTo>
                <a:lnTo>
                  <a:pt x="7390" y="2907"/>
                </a:lnTo>
                <a:lnTo>
                  <a:pt x="7389" y="2907"/>
                </a:lnTo>
                <a:lnTo>
                  <a:pt x="7389" y="2909"/>
                </a:lnTo>
                <a:lnTo>
                  <a:pt x="7390" y="2910"/>
                </a:lnTo>
                <a:lnTo>
                  <a:pt x="7390" y="2912"/>
                </a:lnTo>
                <a:lnTo>
                  <a:pt x="7390" y="2914"/>
                </a:lnTo>
                <a:lnTo>
                  <a:pt x="7388" y="2915"/>
                </a:lnTo>
                <a:lnTo>
                  <a:pt x="7388" y="2917"/>
                </a:lnTo>
                <a:lnTo>
                  <a:pt x="7386" y="2917"/>
                </a:lnTo>
                <a:lnTo>
                  <a:pt x="7386" y="2915"/>
                </a:lnTo>
                <a:lnTo>
                  <a:pt x="7382" y="2915"/>
                </a:lnTo>
                <a:lnTo>
                  <a:pt x="7382" y="2912"/>
                </a:lnTo>
                <a:lnTo>
                  <a:pt x="7382" y="2906"/>
                </a:lnTo>
                <a:lnTo>
                  <a:pt x="7378" y="2906"/>
                </a:lnTo>
                <a:lnTo>
                  <a:pt x="7377" y="2907"/>
                </a:lnTo>
                <a:lnTo>
                  <a:pt x="7376" y="2907"/>
                </a:lnTo>
                <a:lnTo>
                  <a:pt x="7377" y="2905"/>
                </a:lnTo>
                <a:lnTo>
                  <a:pt x="7377" y="2903"/>
                </a:lnTo>
                <a:lnTo>
                  <a:pt x="7378" y="2903"/>
                </a:lnTo>
                <a:lnTo>
                  <a:pt x="7379" y="2901"/>
                </a:lnTo>
                <a:lnTo>
                  <a:pt x="7379" y="2900"/>
                </a:lnTo>
                <a:lnTo>
                  <a:pt x="7379" y="2898"/>
                </a:lnTo>
                <a:lnTo>
                  <a:pt x="7379" y="2897"/>
                </a:lnTo>
                <a:lnTo>
                  <a:pt x="7379" y="2895"/>
                </a:lnTo>
                <a:lnTo>
                  <a:pt x="7379" y="2894"/>
                </a:lnTo>
                <a:lnTo>
                  <a:pt x="7379" y="2893"/>
                </a:lnTo>
                <a:lnTo>
                  <a:pt x="7378" y="2893"/>
                </a:lnTo>
                <a:lnTo>
                  <a:pt x="7378" y="2894"/>
                </a:lnTo>
                <a:lnTo>
                  <a:pt x="7377" y="2893"/>
                </a:lnTo>
                <a:lnTo>
                  <a:pt x="7376" y="2893"/>
                </a:lnTo>
                <a:lnTo>
                  <a:pt x="7377" y="2893"/>
                </a:lnTo>
                <a:lnTo>
                  <a:pt x="7377" y="2892"/>
                </a:lnTo>
                <a:lnTo>
                  <a:pt x="7376" y="2892"/>
                </a:lnTo>
                <a:lnTo>
                  <a:pt x="7375" y="2891"/>
                </a:lnTo>
                <a:lnTo>
                  <a:pt x="7374" y="2891"/>
                </a:lnTo>
                <a:lnTo>
                  <a:pt x="7373" y="2889"/>
                </a:lnTo>
                <a:lnTo>
                  <a:pt x="7373" y="2890"/>
                </a:lnTo>
                <a:lnTo>
                  <a:pt x="7373" y="2891"/>
                </a:lnTo>
                <a:lnTo>
                  <a:pt x="7374" y="2892"/>
                </a:lnTo>
                <a:lnTo>
                  <a:pt x="7375" y="2893"/>
                </a:lnTo>
                <a:lnTo>
                  <a:pt x="7375" y="2894"/>
                </a:lnTo>
                <a:lnTo>
                  <a:pt x="7375" y="2895"/>
                </a:lnTo>
                <a:lnTo>
                  <a:pt x="7374" y="2896"/>
                </a:lnTo>
                <a:lnTo>
                  <a:pt x="7374" y="2897"/>
                </a:lnTo>
                <a:lnTo>
                  <a:pt x="7374" y="2898"/>
                </a:lnTo>
                <a:lnTo>
                  <a:pt x="7373" y="2899"/>
                </a:lnTo>
                <a:lnTo>
                  <a:pt x="7372" y="2900"/>
                </a:lnTo>
                <a:lnTo>
                  <a:pt x="7372" y="2901"/>
                </a:lnTo>
                <a:lnTo>
                  <a:pt x="7372" y="2902"/>
                </a:lnTo>
                <a:lnTo>
                  <a:pt x="7371" y="2902"/>
                </a:lnTo>
                <a:lnTo>
                  <a:pt x="7370" y="2903"/>
                </a:lnTo>
                <a:lnTo>
                  <a:pt x="7370" y="2904"/>
                </a:lnTo>
                <a:lnTo>
                  <a:pt x="7369" y="2904"/>
                </a:lnTo>
                <a:lnTo>
                  <a:pt x="7368" y="2904"/>
                </a:lnTo>
                <a:lnTo>
                  <a:pt x="7367" y="2903"/>
                </a:lnTo>
                <a:lnTo>
                  <a:pt x="7366" y="2903"/>
                </a:lnTo>
                <a:lnTo>
                  <a:pt x="7366" y="2902"/>
                </a:lnTo>
                <a:lnTo>
                  <a:pt x="7365" y="2902"/>
                </a:lnTo>
                <a:lnTo>
                  <a:pt x="7365" y="2903"/>
                </a:lnTo>
                <a:lnTo>
                  <a:pt x="7364" y="2903"/>
                </a:lnTo>
                <a:lnTo>
                  <a:pt x="7364" y="2902"/>
                </a:lnTo>
                <a:lnTo>
                  <a:pt x="7363" y="2902"/>
                </a:lnTo>
                <a:lnTo>
                  <a:pt x="7362" y="2901"/>
                </a:lnTo>
                <a:lnTo>
                  <a:pt x="7361" y="2901"/>
                </a:lnTo>
                <a:lnTo>
                  <a:pt x="7360" y="2902"/>
                </a:lnTo>
                <a:lnTo>
                  <a:pt x="7360" y="2903"/>
                </a:lnTo>
                <a:lnTo>
                  <a:pt x="7359" y="2903"/>
                </a:lnTo>
                <a:lnTo>
                  <a:pt x="7358" y="2903"/>
                </a:lnTo>
                <a:lnTo>
                  <a:pt x="7356" y="2903"/>
                </a:lnTo>
                <a:lnTo>
                  <a:pt x="7356" y="2902"/>
                </a:lnTo>
                <a:lnTo>
                  <a:pt x="7356" y="2901"/>
                </a:lnTo>
                <a:lnTo>
                  <a:pt x="7356" y="2900"/>
                </a:lnTo>
                <a:lnTo>
                  <a:pt x="7357" y="2900"/>
                </a:lnTo>
                <a:lnTo>
                  <a:pt x="7358" y="2896"/>
                </a:lnTo>
                <a:lnTo>
                  <a:pt x="7358" y="2895"/>
                </a:lnTo>
                <a:lnTo>
                  <a:pt x="7358" y="2894"/>
                </a:lnTo>
                <a:lnTo>
                  <a:pt x="7360" y="2895"/>
                </a:lnTo>
                <a:lnTo>
                  <a:pt x="7361" y="2893"/>
                </a:lnTo>
                <a:lnTo>
                  <a:pt x="7362" y="2892"/>
                </a:lnTo>
                <a:lnTo>
                  <a:pt x="7361" y="2891"/>
                </a:lnTo>
                <a:lnTo>
                  <a:pt x="7361" y="2888"/>
                </a:lnTo>
                <a:lnTo>
                  <a:pt x="7360" y="2888"/>
                </a:lnTo>
                <a:lnTo>
                  <a:pt x="7359" y="2888"/>
                </a:lnTo>
                <a:lnTo>
                  <a:pt x="7359" y="2889"/>
                </a:lnTo>
                <a:lnTo>
                  <a:pt x="7358" y="2890"/>
                </a:lnTo>
                <a:lnTo>
                  <a:pt x="7356" y="2892"/>
                </a:lnTo>
                <a:lnTo>
                  <a:pt x="7356" y="2893"/>
                </a:lnTo>
                <a:lnTo>
                  <a:pt x="7358" y="2894"/>
                </a:lnTo>
                <a:lnTo>
                  <a:pt x="7357" y="2895"/>
                </a:lnTo>
                <a:lnTo>
                  <a:pt x="7357" y="2896"/>
                </a:lnTo>
                <a:lnTo>
                  <a:pt x="7356" y="2896"/>
                </a:lnTo>
                <a:lnTo>
                  <a:pt x="7355" y="2897"/>
                </a:lnTo>
                <a:lnTo>
                  <a:pt x="7355" y="2898"/>
                </a:lnTo>
                <a:lnTo>
                  <a:pt x="7354" y="2900"/>
                </a:lnTo>
                <a:lnTo>
                  <a:pt x="7353" y="2899"/>
                </a:lnTo>
                <a:lnTo>
                  <a:pt x="7352" y="2898"/>
                </a:lnTo>
                <a:lnTo>
                  <a:pt x="7351" y="2898"/>
                </a:lnTo>
                <a:lnTo>
                  <a:pt x="7351" y="2899"/>
                </a:lnTo>
                <a:lnTo>
                  <a:pt x="7352" y="2901"/>
                </a:lnTo>
                <a:lnTo>
                  <a:pt x="7351" y="2901"/>
                </a:lnTo>
                <a:lnTo>
                  <a:pt x="7350" y="2904"/>
                </a:lnTo>
                <a:lnTo>
                  <a:pt x="7349" y="2904"/>
                </a:lnTo>
                <a:lnTo>
                  <a:pt x="7348" y="2905"/>
                </a:lnTo>
                <a:lnTo>
                  <a:pt x="7347" y="2904"/>
                </a:lnTo>
                <a:lnTo>
                  <a:pt x="7347" y="2903"/>
                </a:lnTo>
                <a:lnTo>
                  <a:pt x="7345" y="2903"/>
                </a:lnTo>
                <a:lnTo>
                  <a:pt x="7345" y="2901"/>
                </a:lnTo>
                <a:lnTo>
                  <a:pt x="7346" y="2900"/>
                </a:lnTo>
                <a:lnTo>
                  <a:pt x="7347" y="2900"/>
                </a:lnTo>
                <a:lnTo>
                  <a:pt x="7347" y="2899"/>
                </a:lnTo>
                <a:lnTo>
                  <a:pt x="7346" y="2898"/>
                </a:lnTo>
                <a:lnTo>
                  <a:pt x="7346" y="2897"/>
                </a:lnTo>
                <a:lnTo>
                  <a:pt x="7346" y="2896"/>
                </a:lnTo>
                <a:lnTo>
                  <a:pt x="7347" y="2896"/>
                </a:lnTo>
                <a:lnTo>
                  <a:pt x="7347" y="2895"/>
                </a:lnTo>
                <a:lnTo>
                  <a:pt x="7348" y="2894"/>
                </a:lnTo>
                <a:lnTo>
                  <a:pt x="7347" y="2894"/>
                </a:lnTo>
                <a:lnTo>
                  <a:pt x="7347" y="2893"/>
                </a:lnTo>
                <a:lnTo>
                  <a:pt x="7347" y="2892"/>
                </a:lnTo>
                <a:lnTo>
                  <a:pt x="7347" y="2891"/>
                </a:lnTo>
                <a:lnTo>
                  <a:pt x="7347" y="2890"/>
                </a:lnTo>
                <a:lnTo>
                  <a:pt x="7348" y="2890"/>
                </a:lnTo>
                <a:lnTo>
                  <a:pt x="7348" y="2889"/>
                </a:lnTo>
                <a:lnTo>
                  <a:pt x="7348" y="2888"/>
                </a:lnTo>
                <a:lnTo>
                  <a:pt x="7347" y="2888"/>
                </a:lnTo>
                <a:lnTo>
                  <a:pt x="7347" y="2887"/>
                </a:lnTo>
                <a:lnTo>
                  <a:pt x="7347" y="2886"/>
                </a:lnTo>
                <a:lnTo>
                  <a:pt x="7349" y="2885"/>
                </a:lnTo>
                <a:lnTo>
                  <a:pt x="7352" y="2883"/>
                </a:lnTo>
                <a:lnTo>
                  <a:pt x="7352" y="2882"/>
                </a:lnTo>
                <a:lnTo>
                  <a:pt x="7353" y="2881"/>
                </a:lnTo>
                <a:lnTo>
                  <a:pt x="7354" y="2880"/>
                </a:lnTo>
                <a:lnTo>
                  <a:pt x="7355" y="2880"/>
                </a:lnTo>
                <a:lnTo>
                  <a:pt x="7355" y="2879"/>
                </a:lnTo>
                <a:lnTo>
                  <a:pt x="7357" y="2878"/>
                </a:lnTo>
                <a:lnTo>
                  <a:pt x="7358" y="2876"/>
                </a:lnTo>
                <a:lnTo>
                  <a:pt x="7358" y="2875"/>
                </a:lnTo>
                <a:lnTo>
                  <a:pt x="7361" y="2875"/>
                </a:lnTo>
                <a:lnTo>
                  <a:pt x="7362" y="2876"/>
                </a:lnTo>
                <a:lnTo>
                  <a:pt x="7363" y="2876"/>
                </a:lnTo>
                <a:lnTo>
                  <a:pt x="7363" y="2878"/>
                </a:lnTo>
                <a:lnTo>
                  <a:pt x="7363" y="2879"/>
                </a:lnTo>
                <a:lnTo>
                  <a:pt x="7364" y="2879"/>
                </a:lnTo>
                <a:lnTo>
                  <a:pt x="7366" y="2879"/>
                </a:lnTo>
                <a:lnTo>
                  <a:pt x="7366" y="2877"/>
                </a:lnTo>
                <a:lnTo>
                  <a:pt x="7368" y="2876"/>
                </a:lnTo>
                <a:lnTo>
                  <a:pt x="7368" y="2875"/>
                </a:lnTo>
                <a:lnTo>
                  <a:pt x="7369" y="2874"/>
                </a:lnTo>
                <a:lnTo>
                  <a:pt x="7370" y="2874"/>
                </a:lnTo>
                <a:lnTo>
                  <a:pt x="7371" y="2873"/>
                </a:lnTo>
                <a:lnTo>
                  <a:pt x="7371" y="2872"/>
                </a:lnTo>
                <a:lnTo>
                  <a:pt x="7372" y="2871"/>
                </a:lnTo>
                <a:lnTo>
                  <a:pt x="7372" y="2870"/>
                </a:lnTo>
                <a:lnTo>
                  <a:pt x="7373" y="2870"/>
                </a:lnTo>
                <a:lnTo>
                  <a:pt x="7376" y="2869"/>
                </a:lnTo>
                <a:lnTo>
                  <a:pt x="7376" y="2868"/>
                </a:lnTo>
                <a:lnTo>
                  <a:pt x="7375" y="2868"/>
                </a:lnTo>
                <a:lnTo>
                  <a:pt x="7374" y="2868"/>
                </a:lnTo>
                <a:lnTo>
                  <a:pt x="7374" y="2869"/>
                </a:lnTo>
                <a:lnTo>
                  <a:pt x="7373" y="2869"/>
                </a:lnTo>
                <a:lnTo>
                  <a:pt x="7372" y="2870"/>
                </a:lnTo>
                <a:lnTo>
                  <a:pt x="7371" y="2870"/>
                </a:lnTo>
                <a:lnTo>
                  <a:pt x="7370" y="2872"/>
                </a:lnTo>
                <a:lnTo>
                  <a:pt x="7370" y="2873"/>
                </a:lnTo>
                <a:lnTo>
                  <a:pt x="7369" y="2873"/>
                </a:lnTo>
                <a:lnTo>
                  <a:pt x="7367" y="2874"/>
                </a:lnTo>
                <a:lnTo>
                  <a:pt x="7366" y="2875"/>
                </a:lnTo>
                <a:lnTo>
                  <a:pt x="7365" y="2875"/>
                </a:lnTo>
                <a:lnTo>
                  <a:pt x="7365" y="2874"/>
                </a:lnTo>
                <a:lnTo>
                  <a:pt x="7364" y="2874"/>
                </a:lnTo>
                <a:lnTo>
                  <a:pt x="7363" y="2873"/>
                </a:lnTo>
                <a:lnTo>
                  <a:pt x="7361" y="2873"/>
                </a:lnTo>
                <a:lnTo>
                  <a:pt x="7361" y="2872"/>
                </a:lnTo>
                <a:lnTo>
                  <a:pt x="7358" y="2872"/>
                </a:lnTo>
                <a:lnTo>
                  <a:pt x="7357" y="2873"/>
                </a:lnTo>
                <a:lnTo>
                  <a:pt x="7355" y="2875"/>
                </a:lnTo>
                <a:lnTo>
                  <a:pt x="7354" y="2875"/>
                </a:lnTo>
                <a:lnTo>
                  <a:pt x="7352" y="2876"/>
                </a:lnTo>
                <a:lnTo>
                  <a:pt x="7353" y="2877"/>
                </a:lnTo>
                <a:lnTo>
                  <a:pt x="7353" y="2878"/>
                </a:lnTo>
                <a:lnTo>
                  <a:pt x="7351" y="2879"/>
                </a:lnTo>
                <a:lnTo>
                  <a:pt x="7350" y="2880"/>
                </a:lnTo>
                <a:lnTo>
                  <a:pt x="7350" y="2881"/>
                </a:lnTo>
                <a:lnTo>
                  <a:pt x="7349" y="2881"/>
                </a:lnTo>
                <a:lnTo>
                  <a:pt x="7349" y="2880"/>
                </a:lnTo>
                <a:lnTo>
                  <a:pt x="7349" y="2879"/>
                </a:lnTo>
                <a:lnTo>
                  <a:pt x="7349" y="2878"/>
                </a:lnTo>
                <a:lnTo>
                  <a:pt x="7349" y="2877"/>
                </a:lnTo>
                <a:lnTo>
                  <a:pt x="7348" y="2876"/>
                </a:lnTo>
                <a:lnTo>
                  <a:pt x="7347" y="2876"/>
                </a:lnTo>
                <a:lnTo>
                  <a:pt x="7346" y="2876"/>
                </a:lnTo>
                <a:lnTo>
                  <a:pt x="7345" y="2876"/>
                </a:lnTo>
                <a:lnTo>
                  <a:pt x="7345" y="2878"/>
                </a:lnTo>
                <a:lnTo>
                  <a:pt x="7345" y="2879"/>
                </a:lnTo>
                <a:lnTo>
                  <a:pt x="7344" y="2879"/>
                </a:lnTo>
                <a:lnTo>
                  <a:pt x="7344" y="2882"/>
                </a:lnTo>
                <a:lnTo>
                  <a:pt x="7345" y="2882"/>
                </a:lnTo>
                <a:lnTo>
                  <a:pt x="7338" y="2883"/>
                </a:lnTo>
                <a:lnTo>
                  <a:pt x="7337" y="2877"/>
                </a:lnTo>
                <a:lnTo>
                  <a:pt x="7337" y="2875"/>
                </a:lnTo>
                <a:lnTo>
                  <a:pt x="7337" y="2874"/>
                </a:lnTo>
                <a:lnTo>
                  <a:pt x="7337" y="2873"/>
                </a:lnTo>
                <a:lnTo>
                  <a:pt x="7337" y="2872"/>
                </a:lnTo>
                <a:lnTo>
                  <a:pt x="7337" y="2871"/>
                </a:lnTo>
                <a:lnTo>
                  <a:pt x="7337" y="2869"/>
                </a:lnTo>
                <a:lnTo>
                  <a:pt x="7339" y="2865"/>
                </a:lnTo>
                <a:lnTo>
                  <a:pt x="7340" y="2864"/>
                </a:lnTo>
                <a:lnTo>
                  <a:pt x="7342" y="2864"/>
                </a:lnTo>
                <a:lnTo>
                  <a:pt x="7344" y="2863"/>
                </a:lnTo>
                <a:lnTo>
                  <a:pt x="7344" y="2862"/>
                </a:lnTo>
                <a:lnTo>
                  <a:pt x="7345" y="2861"/>
                </a:lnTo>
                <a:lnTo>
                  <a:pt x="7345" y="2860"/>
                </a:lnTo>
                <a:lnTo>
                  <a:pt x="7345" y="2859"/>
                </a:lnTo>
                <a:lnTo>
                  <a:pt x="7345" y="2858"/>
                </a:lnTo>
                <a:lnTo>
                  <a:pt x="7346" y="2858"/>
                </a:lnTo>
                <a:lnTo>
                  <a:pt x="7346" y="2857"/>
                </a:lnTo>
                <a:lnTo>
                  <a:pt x="7348" y="2858"/>
                </a:lnTo>
                <a:lnTo>
                  <a:pt x="7348" y="2859"/>
                </a:lnTo>
                <a:lnTo>
                  <a:pt x="7349" y="2859"/>
                </a:lnTo>
                <a:lnTo>
                  <a:pt x="7349" y="2858"/>
                </a:lnTo>
                <a:lnTo>
                  <a:pt x="7352" y="2857"/>
                </a:lnTo>
                <a:lnTo>
                  <a:pt x="7353" y="2857"/>
                </a:lnTo>
                <a:lnTo>
                  <a:pt x="7353" y="2856"/>
                </a:lnTo>
                <a:lnTo>
                  <a:pt x="7354" y="2856"/>
                </a:lnTo>
                <a:lnTo>
                  <a:pt x="7356" y="2856"/>
                </a:lnTo>
                <a:lnTo>
                  <a:pt x="7357" y="2856"/>
                </a:lnTo>
                <a:lnTo>
                  <a:pt x="7358" y="2856"/>
                </a:lnTo>
                <a:lnTo>
                  <a:pt x="7359" y="2856"/>
                </a:lnTo>
                <a:lnTo>
                  <a:pt x="7360" y="2855"/>
                </a:lnTo>
                <a:lnTo>
                  <a:pt x="7362" y="2854"/>
                </a:lnTo>
                <a:lnTo>
                  <a:pt x="7363" y="2853"/>
                </a:lnTo>
                <a:lnTo>
                  <a:pt x="7363" y="2852"/>
                </a:lnTo>
                <a:lnTo>
                  <a:pt x="7363" y="2851"/>
                </a:lnTo>
                <a:lnTo>
                  <a:pt x="7364" y="2851"/>
                </a:lnTo>
                <a:lnTo>
                  <a:pt x="7365" y="2851"/>
                </a:lnTo>
                <a:lnTo>
                  <a:pt x="7365" y="2852"/>
                </a:lnTo>
                <a:lnTo>
                  <a:pt x="7366" y="2852"/>
                </a:lnTo>
                <a:lnTo>
                  <a:pt x="7367" y="2851"/>
                </a:lnTo>
                <a:lnTo>
                  <a:pt x="7368" y="2851"/>
                </a:lnTo>
                <a:lnTo>
                  <a:pt x="7368" y="2850"/>
                </a:lnTo>
                <a:lnTo>
                  <a:pt x="7369" y="2849"/>
                </a:lnTo>
                <a:lnTo>
                  <a:pt x="7369" y="2848"/>
                </a:lnTo>
                <a:lnTo>
                  <a:pt x="7369" y="2847"/>
                </a:lnTo>
                <a:lnTo>
                  <a:pt x="7369" y="2846"/>
                </a:lnTo>
                <a:lnTo>
                  <a:pt x="7369" y="2845"/>
                </a:lnTo>
                <a:lnTo>
                  <a:pt x="7368" y="2845"/>
                </a:lnTo>
                <a:lnTo>
                  <a:pt x="7367" y="2845"/>
                </a:lnTo>
                <a:lnTo>
                  <a:pt x="7366" y="2845"/>
                </a:lnTo>
                <a:lnTo>
                  <a:pt x="7366" y="2844"/>
                </a:lnTo>
                <a:lnTo>
                  <a:pt x="7367" y="2844"/>
                </a:lnTo>
                <a:lnTo>
                  <a:pt x="7368" y="2843"/>
                </a:lnTo>
                <a:lnTo>
                  <a:pt x="7369" y="2843"/>
                </a:lnTo>
                <a:lnTo>
                  <a:pt x="7370" y="2843"/>
                </a:lnTo>
                <a:lnTo>
                  <a:pt x="7370" y="2842"/>
                </a:lnTo>
                <a:lnTo>
                  <a:pt x="7371" y="2842"/>
                </a:lnTo>
                <a:lnTo>
                  <a:pt x="7372" y="2842"/>
                </a:lnTo>
                <a:lnTo>
                  <a:pt x="7372" y="2841"/>
                </a:lnTo>
                <a:lnTo>
                  <a:pt x="7373" y="2841"/>
                </a:lnTo>
                <a:lnTo>
                  <a:pt x="7374" y="2841"/>
                </a:lnTo>
                <a:lnTo>
                  <a:pt x="7375" y="2841"/>
                </a:lnTo>
                <a:lnTo>
                  <a:pt x="7376" y="2842"/>
                </a:lnTo>
                <a:lnTo>
                  <a:pt x="7377" y="2843"/>
                </a:lnTo>
                <a:lnTo>
                  <a:pt x="7378" y="2844"/>
                </a:lnTo>
                <a:lnTo>
                  <a:pt x="7378" y="2845"/>
                </a:lnTo>
                <a:lnTo>
                  <a:pt x="7379" y="2846"/>
                </a:lnTo>
                <a:lnTo>
                  <a:pt x="7380" y="2848"/>
                </a:lnTo>
                <a:lnTo>
                  <a:pt x="7380" y="2849"/>
                </a:lnTo>
                <a:lnTo>
                  <a:pt x="7381" y="2849"/>
                </a:lnTo>
                <a:lnTo>
                  <a:pt x="7381" y="2850"/>
                </a:lnTo>
                <a:lnTo>
                  <a:pt x="7381" y="2851"/>
                </a:lnTo>
                <a:lnTo>
                  <a:pt x="7382" y="2852"/>
                </a:lnTo>
                <a:lnTo>
                  <a:pt x="7382" y="2853"/>
                </a:lnTo>
                <a:lnTo>
                  <a:pt x="7382" y="2854"/>
                </a:lnTo>
                <a:lnTo>
                  <a:pt x="7383" y="2854"/>
                </a:lnTo>
                <a:lnTo>
                  <a:pt x="7383" y="2853"/>
                </a:lnTo>
                <a:lnTo>
                  <a:pt x="7384" y="2852"/>
                </a:lnTo>
                <a:lnTo>
                  <a:pt x="7385" y="2852"/>
                </a:lnTo>
                <a:lnTo>
                  <a:pt x="7386" y="2851"/>
                </a:lnTo>
                <a:lnTo>
                  <a:pt x="7386" y="2850"/>
                </a:lnTo>
                <a:lnTo>
                  <a:pt x="7385" y="2851"/>
                </a:lnTo>
                <a:lnTo>
                  <a:pt x="7384" y="2851"/>
                </a:lnTo>
                <a:lnTo>
                  <a:pt x="7382" y="2851"/>
                </a:lnTo>
                <a:lnTo>
                  <a:pt x="7382" y="2850"/>
                </a:lnTo>
                <a:lnTo>
                  <a:pt x="7381" y="2849"/>
                </a:lnTo>
                <a:lnTo>
                  <a:pt x="7381" y="2848"/>
                </a:lnTo>
                <a:lnTo>
                  <a:pt x="7380" y="2848"/>
                </a:lnTo>
                <a:lnTo>
                  <a:pt x="7380" y="2847"/>
                </a:lnTo>
                <a:lnTo>
                  <a:pt x="7380" y="2846"/>
                </a:lnTo>
                <a:lnTo>
                  <a:pt x="7379" y="2846"/>
                </a:lnTo>
                <a:lnTo>
                  <a:pt x="7378" y="2843"/>
                </a:lnTo>
                <a:lnTo>
                  <a:pt x="7377" y="2841"/>
                </a:lnTo>
                <a:lnTo>
                  <a:pt x="7376" y="2841"/>
                </a:lnTo>
                <a:lnTo>
                  <a:pt x="7375" y="2840"/>
                </a:lnTo>
                <a:lnTo>
                  <a:pt x="7373" y="2840"/>
                </a:lnTo>
                <a:lnTo>
                  <a:pt x="7374" y="2838"/>
                </a:lnTo>
                <a:lnTo>
                  <a:pt x="7375" y="2838"/>
                </a:lnTo>
                <a:lnTo>
                  <a:pt x="7376" y="2838"/>
                </a:lnTo>
                <a:lnTo>
                  <a:pt x="7375" y="2838"/>
                </a:lnTo>
                <a:lnTo>
                  <a:pt x="7374" y="2836"/>
                </a:lnTo>
                <a:lnTo>
                  <a:pt x="7374" y="2835"/>
                </a:lnTo>
                <a:lnTo>
                  <a:pt x="7374" y="2834"/>
                </a:lnTo>
                <a:lnTo>
                  <a:pt x="7374" y="2833"/>
                </a:lnTo>
                <a:lnTo>
                  <a:pt x="7374" y="2832"/>
                </a:lnTo>
                <a:lnTo>
                  <a:pt x="7373" y="2830"/>
                </a:lnTo>
                <a:lnTo>
                  <a:pt x="7372" y="2829"/>
                </a:lnTo>
                <a:lnTo>
                  <a:pt x="7371" y="2829"/>
                </a:lnTo>
                <a:lnTo>
                  <a:pt x="7370" y="2828"/>
                </a:lnTo>
                <a:lnTo>
                  <a:pt x="7368" y="2827"/>
                </a:lnTo>
                <a:lnTo>
                  <a:pt x="7368" y="2826"/>
                </a:lnTo>
                <a:lnTo>
                  <a:pt x="7367" y="2826"/>
                </a:lnTo>
                <a:lnTo>
                  <a:pt x="7366" y="2825"/>
                </a:lnTo>
                <a:lnTo>
                  <a:pt x="7365" y="2825"/>
                </a:lnTo>
                <a:lnTo>
                  <a:pt x="7365" y="2824"/>
                </a:lnTo>
                <a:lnTo>
                  <a:pt x="7366" y="2824"/>
                </a:lnTo>
                <a:lnTo>
                  <a:pt x="7366" y="2823"/>
                </a:lnTo>
                <a:lnTo>
                  <a:pt x="7367" y="2823"/>
                </a:lnTo>
                <a:lnTo>
                  <a:pt x="7368" y="2822"/>
                </a:lnTo>
                <a:lnTo>
                  <a:pt x="7368" y="2821"/>
                </a:lnTo>
                <a:lnTo>
                  <a:pt x="7369" y="2820"/>
                </a:lnTo>
                <a:lnTo>
                  <a:pt x="7369" y="2819"/>
                </a:lnTo>
                <a:lnTo>
                  <a:pt x="7369" y="2817"/>
                </a:lnTo>
                <a:lnTo>
                  <a:pt x="7369" y="2816"/>
                </a:lnTo>
                <a:lnTo>
                  <a:pt x="7368" y="2816"/>
                </a:lnTo>
                <a:lnTo>
                  <a:pt x="7368" y="2815"/>
                </a:lnTo>
                <a:lnTo>
                  <a:pt x="7367" y="2815"/>
                </a:lnTo>
                <a:lnTo>
                  <a:pt x="7366" y="2814"/>
                </a:lnTo>
                <a:lnTo>
                  <a:pt x="7365" y="2814"/>
                </a:lnTo>
                <a:lnTo>
                  <a:pt x="7365" y="2812"/>
                </a:lnTo>
                <a:lnTo>
                  <a:pt x="7365" y="2811"/>
                </a:lnTo>
                <a:lnTo>
                  <a:pt x="7365" y="2810"/>
                </a:lnTo>
                <a:lnTo>
                  <a:pt x="7366" y="2810"/>
                </a:lnTo>
                <a:lnTo>
                  <a:pt x="7367" y="2810"/>
                </a:lnTo>
                <a:lnTo>
                  <a:pt x="7368" y="2810"/>
                </a:lnTo>
                <a:lnTo>
                  <a:pt x="7369" y="2809"/>
                </a:lnTo>
                <a:lnTo>
                  <a:pt x="7369" y="2806"/>
                </a:lnTo>
                <a:lnTo>
                  <a:pt x="7370" y="2805"/>
                </a:lnTo>
                <a:lnTo>
                  <a:pt x="7371" y="2805"/>
                </a:lnTo>
                <a:lnTo>
                  <a:pt x="7371" y="2804"/>
                </a:lnTo>
                <a:lnTo>
                  <a:pt x="7371" y="2803"/>
                </a:lnTo>
                <a:lnTo>
                  <a:pt x="7372" y="2802"/>
                </a:lnTo>
                <a:lnTo>
                  <a:pt x="7372" y="2801"/>
                </a:lnTo>
                <a:lnTo>
                  <a:pt x="7373" y="2801"/>
                </a:lnTo>
                <a:lnTo>
                  <a:pt x="7373" y="2800"/>
                </a:lnTo>
                <a:lnTo>
                  <a:pt x="7373" y="2798"/>
                </a:lnTo>
                <a:lnTo>
                  <a:pt x="7373" y="2797"/>
                </a:lnTo>
                <a:lnTo>
                  <a:pt x="7373" y="2796"/>
                </a:lnTo>
                <a:lnTo>
                  <a:pt x="7374" y="2797"/>
                </a:lnTo>
                <a:lnTo>
                  <a:pt x="7375" y="2797"/>
                </a:lnTo>
                <a:lnTo>
                  <a:pt x="7376" y="2797"/>
                </a:lnTo>
                <a:lnTo>
                  <a:pt x="7377" y="2798"/>
                </a:lnTo>
                <a:lnTo>
                  <a:pt x="7378" y="2797"/>
                </a:lnTo>
                <a:lnTo>
                  <a:pt x="7379" y="2797"/>
                </a:lnTo>
                <a:lnTo>
                  <a:pt x="7380" y="2797"/>
                </a:lnTo>
                <a:lnTo>
                  <a:pt x="7381" y="2796"/>
                </a:lnTo>
                <a:lnTo>
                  <a:pt x="7382" y="2796"/>
                </a:lnTo>
                <a:lnTo>
                  <a:pt x="7382" y="2795"/>
                </a:lnTo>
                <a:lnTo>
                  <a:pt x="7383" y="2795"/>
                </a:lnTo>
                <a:lnTo>
                  <a:pt x="7384" y="2795"/>
                </a:lnTo>
                <a:lnTo>
                  <a:pt x="7384" y="2794"/>
                </a:lnTo>
                <a:lnTo>
                  <a:pt x="7386" y="2793"/>
                </a:lnTo>
                <a:lnTo>
                  <a:pt x="7386" y="2792"/>
                </a:lnTo>
                <a:lnTo>
                  <a:pt x="7387" y="2791"/>
                </a:lnTo>
                <a:lnTo>
                  <a:pt x="7387" y="2790"/>
                </a:lnTo>
                <a:lnTo>
                  <a:pt x="7387" y="2788"/>
                </a:lnTo>
                <a:lnTo>
                  <a:pt x="7387" y="2787"/>
                </a:lnTo>
                <a:lnTo>
                  <a:pt x="7388" y="2787"/>
                </a:lnTo>
                <a:lnTo>
                  <a:pt x="7389" y="2787"/>
                </a:lnTo>
                <a:lnTo>
                  <a:pt x="7390" y="2786"/>
                </a:lnTo>
                <a:lnTo>
                  <a:pt x="7391" y="2786"/>
                </a:lnTo>
                <a:lnTo>
                  <a:pt x="7391" y="2785"/>
                </a:lnTo>
                <a:lnTo>
                  <a:pt x="7391" y="2784"/>
                </a:lnTo>
                <a:lnTo>
                  <a:pt x="7392" y="2783"/>
                </a:lnTo>
                <a:lnTo>
                  <a:pt x="7392" y="2782"/>
                </a:lnTo>
                <a:lnTo>
                  <a:pt x="7393" y="2782"/>
                </a:lnTo>
                <a:lnTo>
                  <a:pt x="7393" y="2783"/>
                </a:lnTo>
                <a:lnTo>
                  <a:pt x="7393" y="2782"/>
                </a:lnTo>
                <a:lnTo>
                  <a:pt x="7394" y="2782"/>
                </a:lnTo>
                <a:lnTo>
                  <a:pt x="7395" y="2781"/>
                </a:lnTo>
                <a:lnTo>
                  <a:pt x="7395" y="2780"/>
                </a:lnTo>
                <a:lnTo>
                  <a:pt x="7395" y="2779"/>
                </a:lnTo>
                <a:lnTo>
                  <a:pt x="7395" y="2778"/>
                </a:lnTo>
                <a:lnTo>
                  <a:pt x="7396" y="2778"/>
                </a:lnTo>
                <a:lnTo>
                  <a:pt x="7398" y="2779"/>
                </a:lnTo>
                <a:lnTo>
                  <a:pt x="7398" y="2780"/>
                </a:lnTo>
                <a:lnTo>
                  <a:pt x="7400" y="2780"/>
                </a:lnTo>
                <a:lnTo>
                  <a:pt x="7401" y="2781"/>
                </a:lnTo>
                <a:lnTo>
                  <a:pt x="7402" y="2782"/>
                </a:lnTo>
                <a:lnTo>
                  <a:pt x="7403" y="2782"/>
                </a:lnTo>
                <a:lnTo>
                  <a:pt x="7403" y="2781"/>
                </a:lnTo>
                <a:lnTo>
                  <a:pt x="7402" y="2780"/>
                </a:lnTo>
                <a:lnTo>
                  <a:pt x="7404" y="2779"/>
                </a:lnTo>
                <a:lnTo>
                  <a:pt x="7404" y="2778"/>
                </a:lnTo>
                <a:lnTo>
                  <a:pt x="7405" y="2778"/>
                </a:lnTo>
                <a:lnTo>
                  <a:pt x="7405" y="2777"/>
                </a:lnTo>
                <a:lnTo>
                  <a:pt x="7407" y="2777"/>
                </a:lnTo>
                <a:lnTo>
                  <a:pt x="7408" y="2776"/>
                </a:lnTo>
                <a:lnTo>
                  <a:pt x="7408" y="2774"/>
                </a:lnTo>
                <a:lnTo>
                  <a:pt x="7408" y="2773"/>
                </a:lnTo>
                <a:lnTo>
                  <a:pt x="7409" y="2772"/>
                </a:lnTo>
                <a:lnTo>
                  <a:pt x="7410" y="2770"/>
                </a:lnTo>
                <a:lnTo>
                  <a:pt x="7412" y="2768"/>
                </a:lnTo>
                <a:lnTo>
                  <a:pt x="7412" y="2767"/>
                </a:lnTo>
                <a:lnTo>
                  <a:pt x="7413" y="2767"/>
                </a:lnTo>
                <a:lnTo>
                  <a:pt x="7414" y="2767"/>
                </a:lnTo>
                <a:lnTo>
                  <a:pt x="7415" y="2766"/>
                </a:lnTo>
                <a:lnTo>
                  <a:pt x="7412" y="2765"/>
                </a:lnTo>
                <a:lnTo>
                  <a:pt x="7412" y="2764"/>
                </a:lnTo>
                <a:lnTo>
                  <a:pt x="7411" y="2763"/>
                </a:lnTo>
                <a:lnTo>
                  <a:pt x="7412" y="2762"/>
                </a:lnTo>
                <a:lnTo>
                  <a:pt x="7412" y="2761"/>
                </a:lnTo>
                <a:lnTo>
                  <a:pt x="7411" y="2760"/>
                </a:lnTo>
                <a:lnTo>
                  <a:pt x="7409" y="2762"/>
                </a:lnTo>
                <a:lnTo>
                  <a:pt x="7408" y="2763"/>
                </a:lnTo>
                <a:lnTo>
                  <a:pt x="7408" y="2764"/>
                </a:lnTo>
                <a:lnTo>
                  <a:pt x="7404" y="2766"/>
                </a:lnTo>
                <a:lnTo>
                  <a:pt x="7403" y="2765"/>
                </a:lnTo>
                <a:lnTo>
                  <a:pt x="7404" y="2764"/>
                </a:lnTo>
                <a:lnTo>
                  <a:pt x="7406" y="2763"/>
                </a:lnTo>
                <a:lnTo>
                  <a:pt x="7407" y="2763"/>
                </a:lnTo>
                <a:lnTo>
                  <a:pt x="7407" y="2762"/>
                </a:lnTo>
                <a:lnTo>
                  <a:pt x="7409" y="2760"/>
                </a:lnTo>
                <a:lnTo>
                  <a:pt x="7411" y="2758"/>
                </a:lnTo>
                <a:lnTo>
                  <a:pt x="7411" y="2757"/>
                </a:lnTo>
                <a:lnTo>
                  <a:pt x="7412" y="2757"/>
                </a:lnTo>
                <a:lnTo>
                  <a:pt x="7412" y="2756"/>
                </a:lnTo>
                <a:lnTo>
                  <a:pt x="7411" y="2755"/>
                </a:lnTo>
                <a:lnTo>
                  <a:pt x="7413" y="2754"/>
                </a:lnTo>
                <a:lnTo>
                  <a:pt x="7414" y="2754"/>
                </a:lnTo>
                <a:lnTo>
                  <a:pt x="7415" y="2754"/>
                </a:lnTo>
                <a:lnTo>
                  <a:pt x="7417" y="2753"/>
                </a:lnTo>
                <a:lnTo>
                  <a:pt x="7418" y="2752"/>
                </a:lnTo>
                <a:lnTo>
                  <a:pt x="7418" y="2753"/>
                </a:lnTo>
                <a:lnTo>
                  <a:pt x="7420" y="2753"/>
                </a:lnTo>
                <a:lnTo>
                  <a:pt x="7420" y="2752"/>
                </a:lnTo>
                <a:lnTo>
                  <a:pt x="7420" y="2751"/>
                </a:lnTo>
                <a:lnTo>
                  <a:pt x="7421" y="2749"/>
                </a:lnTo>
                <a:lnTo>
                  <a:pt x="7422" y="2747"/>
                </a:lnTo>
                <a:lnTo>
                  <a:pt x="7423" y="2748"/>
                </a:lnTo>
                <a:lnTo>
                  <a:pt x="7423" y="2747"/>
                </a:lnTo>
                <a:lnTo>
                  <a:pt x="7425" y="2745"/>
                </a:lnTo>
                <a:lnTo>
                  <a:pt x="7426" y="2743"/>
                </a:lnTo>
                <a:lnTo>
                  <a:pt x="7426" y="2742"/>
                </a:lnTo>
                <a:lnTo>
                  <a:pt x="7425" y="2741"/>
                </a:lnTo>
                <a:lnTo>
                  <a:pt x="7425" y="2739"/>
                </a:lnTo>
                <a:lnTo>
                  <a:pt x="7426" y="2738"/>
                </a:lnTo>
                <a:lnTo>
                  <a:pt x="7427" y="2738"/>
                </a:lnTo>
                <a:lnTo>
                  <a:pt x="7427" y="2737"/>
                </a:lnTo>
                <a:lnTo>
                  <a:pt x="7427" y="2736"/>
                </a:lnTo>
                <a:lnTo>
                  <a:pt x="7427" y="2735"/>
                </a:lnTo>
                <a:lnTo>
                  <a:pt x="7428" y="2735"/>
                </a:lnTo>
                <a:lnTo>
                  <a:pt x="7428" y="2734"/>
                </a:lnTo>
                <a:lnTo>
                  <a:pt x="7429" y="2734"/>
                </a:lnTo>
                <a:lnTo>
                  <a:pt x="7431" y="2734"/>
                </a:lnTo>
                <a:lnTo>
                  <a:pt x="7431" y="2733"/>
                </a:lnTo>
                <a:lnTo>
                  <a:pt x="7433" y="2733"/>
                </a:lnTo>
                <a:lnTo>
                  <a:pt x="7433" y="2732"/>
                </a:lnTo>
                <a:lnTo>
                  <a:pt x="7434" y="2731"/>
                </a:lnTo>
                <a:lnTo>
                  <a:pt x="7435" y="2730"/>
                </a:lnTo>
                <a:lnTo>
                  <a:pt x="7435" y="2729"/>
                </a:lnTo>
                <a:lnTo>
                  <a:pt x="7435" y="2728"/>
                </a:lnTo>
                <a:lnTo>
                  <a:pt x="7435" y="2725"/>
                </a:lnTo>
                <a:lnTo>
                  <a:pt x="7435" y="2724"/>
                </a:lnTo>
                <a:lnTo>
                  <a:pt x="7435" y="2722"/>
                </a:lnTo>
                <a:lnTo>
                  <a:pt x="7434" y="2722"/>
                </a:lnTo>
                <a:lnTo>
                  <a:pt x="7434" y="2721"/>
                </a:lnTo>
                <a:lnTo>
                  <a:pt x="7433" y="2721"/>
                </a:lnTo>
                <a:lnTo>
                  <a:pt x="7433" y="2720"/>
                </a:lnTo>
                <a:lnTo>
                  <a:pt x="7432" y="2720"/>
                </a:lnTo>
                <a:lnTo>
                  <a:pt x="7431" y="2721"/>
                </a:lnTo>
                <a:lnTo>
                  <a:pt x="7430" y="2721"/>
                </a:lnTo>
                <a:lnTo>
                  <a:pt x="7430" y="2720"/>
                </a:lnTo>
                <a:lnTo>
                  <a:pt x="7431" y="2719"/>
                </a:lnTo>
                <a:lnTo>
                  <a:pt x="7426" y="2718"/>
                </a:lnTo>
                <a:lnTo>
                  <a:pt x="7425" y="2717"/>
                </a:lnTo>
                <a:lnTo>
                  <a:pt x="7426" y="2717"/>
                </a:lnTo>
                <a:lnTo>
                  <a:pt x="7427" y="2717"/>
                </a:lnTo>
                <a:lnTo>
                  <a:pt x="7435" y="2715"/>
                </a:lnTo>
                <a:lnTo>
                  <a:pt x="7435" y="2718"/>
                </a:lnTo>
                <a:lnTo>
                  <a:pt x="7436" y="2718"/>
                </a:lnTo>
                <a:lnTo>
                  <a:pt x="7436" y="2717"/>
                </a:lnTo>
                <a:lnTo>
                  <a:pt x="7437" y="2717"/>
                </a:lnTo>
                <a:lnTo>
                  <a:pt x="7438" y="2716"/>
                </a:lnTo>
                <a:lnTo>
                  <a:pt x="7439" y="2716"/>
                </a:lnTo>
                <a:lnTo>
                  <a:pt x="7439" y="2715"/>
                </a:lnTo>
                <a:lnTo>
                  <a:pt x="7440" y="2714"/>
                </a:lnTo>
                <a:lnTo>
                  <a:pt x="7439" y="2714"/>
                </a:lnTo>
                <a:lnTo>
                  <a:pt x="7440" y="2714"/>
                </a:lnTo>
                <a:lnTo>
                  <a:pt x="7440" y="2713"/>
                </a:lnTo>
                <a:lnTo>
                  <a:pt x="7441" y="2712"/>
                </a:lnTo>
                <a:lnTo>
                  <a:pt x="7442" y="2712"/>
                </a:lnTo>
                <a:lnTo>
                  <a:pt x="7443" y="2711"/>
                </a:lnTo>
                <a:lnTo>
                  <a:pt x="7444" y="2709"/>
                </a:lnTo>
                <a:lnTo>
                  <a:pt x="7445" y="2708"/>
                </a:lnTo>
                <a:lnTo>
                  <a:pt x="7445" y="2707"/>
                </a:lnTo>
                <a:lnTo>
                  <a:pt x="7446" y="2706"/>
                </a:lnTo>
                <a:lnTo>
                  <a:pt x="7445" y="2706"/>
                </a:lnTo>
                <a:lnTo>
                  <a:pt x="7443" y="2706"/>
                </a:lnTo>
                <a:lnTo>
                  <a:pt x="7442" y="2704"/>
                </a:lnTo>
                <a:lnTo>
                  <a:pt x="7443" y="2704"/>
                </a:lnTo>
                <a:lnTo>
                  <a:pt x="7444" y="2704"/>
                </a:lnTo>
                <a:lnTo>
                  <a:pt x="7445" y="2704"/>
                </a:lnTo>
                <a:lnTo>
                  <a:pt x="7443" y="2697"/>
                </a:lnTo>
                <a:lnTo>
                  <a:pt x="7444" y="2697"/>
                </a:lnTo>
                <a:lnTo>
                  <a:pt x="7444" y="2696"/>
                </a:lnTo>
                <a:lnTo>
                  <a:pt x="7443" y="2694"/>
                </a:lnTo>
                <a:lnTo>
                  <a:pt x="7442" y="2694"/>
                </a:lnTo>
                <a:lnTo>
                  <a:pt x="7442" y="2693"/>
                </a:lnTo>
                <a:lnTo>
                  <a:pt x="7441" y="2693"/>
                </a:lnTo>
                <a:lnTo>
                  <a:pt x="7439" y="2690"/>
                </a:lnTo>
                <a:lnTo>
                  <a:pt x="7434" y="2694"/>
                </a:lnTo>
                <a:lnTo>
                  <a:pt x="7434" y="2692"/>
                </a:lnTo>
                <a:lnTo>
                  <a:pt x="7434" y="2691"/>
                </a:lnTo>
                <a:lnTo>
                  <a:pt x="7439" y="2688"/>
                </a:lnTo>
                <a:lnTo>
                  <a:pt x="7439" y="2687"/>
                </a:lnTo>
                <a:lnTo>
                  <a:pt x="7439" y="2688"/>
                </a:lnTo>
                <a:lnTo>
                  <a:pt x="7442" y="2691"/>
                </a:lnTo>
                <a:lnTo>
                  <a:pt x="7443" y="2692"/>
                </a:lnTo>
                <a:lnTo>
                  <a:pt x="7444" y="2691"/>
                </a:lnTo>
                <a:lnTo>
                  <a:pt x="7444" y="2690"/>
                </a:lnTo>
                <a:lnTo>
                  <a:pt x="7445" y="2689"/>
                </a:lnTo>
                <a:lnTo>
                  <a:pt x="7447" y="2686"/>
                </a:lnTo>
                <a:lnTo>
                  <a:pt x="7448" y="2686"/>
                </a:lnTo>
                <a:lnTo>
                  <a:pt x="7448" y="2685"/>
                </a:lnTo>
                <a:lnTo>
                  <a:pt x="7450" y="2687"/>
                </a:lnTo>
                <a:lnTo>
                  <a:pt x="7450" y="2686"/>
                </a:lnTo>
                <a:lnTo>
                  <a:pt x="7450" y="2685"/>
                </a:lnTo>
                <a:lnTo>
                  <a:pt x="7449" y="2685"/>
                </a:lnTo>
                <a:lnTo>
                  <a:pt x="7450" y="2684"/>
                </a:lnTo>
                <a:lnTo>
                  <a:pt x="7451" y="2685"/>
                </a:lnTo>
                <a:lnTo>
                  <a:pt x="7452" y="2684"/>
                </a:lnTo>
                <a:lnTo>
                  <a:pt x="7452" y="2683"/>
                </a:lnTo>
                <a:lnTo>
                  <a:pt x="7450" y="2682"/>
                </a:lnTo>
                <a:lnTo>
                  <a:pt x="7449" y="2681"/>
                </a:lnTo>
                <a:lnTo>
                  <a:pt x="7450" y="2681"/>
                </a:lnTo>
                <a:lnTo>
                  <a:pt x="7451" y="2681"/>
                </a:lnTo>
                <a:lnTo>
                  <a:pt x="7452" y="2681"/>
                </a:lnTo>
                <a:lnTo>
                  <a:pt x="7452" y="2680"/>
                </a:lnTo>
                <a:lnTo>
                  <a:pt x="7453" y="2681"/>
                </a:lnTo>
                <a:lnTo>
                  <a:pt x="7453" y="2680"/>
                </a:lnTo>
                <a:lnTo>
                  <a:pt x="7454" y="2680"/>
                </a:lnTo>
                <a:lnTo>
                  <a:pt x="7454" y="2679"/>
                </a:lnTo>
                <a:lnTo>
                  <a:pt x="7454" y="2678"/>
                </a:lnTo>
                <a:lnTo>
                  <a:pt x="7455" y="2679"/>
                </a:lnTo>
                <a:lnTo>
                  <a:pt x="7455" y="2678"/>
                </a:lnTo>
                <a:lnTo>
                  <a:pt x="7456" y="2678"/>
                </a:lnTo>
                <a:lnTo>
                  <a:pt x="7456" y="2677"/>
                </a:lnTo>
                <a:lnTo>
                  <a:pt x="7455" y="2676"/>
                </a:lnTo>
                <a:lnTo>
                  <a:pt x="7454" y="2675"/>
                </a:lnTo>
                <a:lnTo>
                  <a:pt x="7455" y="2675"/>
                </a:lnTo>
                <a:lnTo>
                  <a:pt x="7456" y="2675"/>
                </a:lnTo>
                <a:lnTo>
                  <a:pt x="7457" y="2674"/>
                </a:lnTo>
                <a:lnTo>
                  <a:pt x="7457" y="2672"/>
                </a:lnTo>
                <a:lnTo>
                  <a:pt x="7456" y="2671"/>
                </a:lnTo>
                <a:lnTo>
                  <a:pt x="7456" y="2670"/>
                </a:lnTo>
                <a:lnTo>
                  <a:pt x="7455" y="2669"/>
                </a:lnTo>
                <a:lnTo>
                  <a:pt x="7455" y="2668"/>
                </a:lnTo>
                <a:lnTo>
                  <a:pt x="7455" y="2667"/>
                </a:lnTo>
                <a:lnTo>
                  <a:pt x="7454" y="2667"/>
                </a:lnTo>
                <a:lnTo>
                  <a:pt x="7454" y="2666"/>
                </a:lnTo>
                <a:lnTo>
                  <a:pt x="7455" y="2666"/>
                </a:lnTo>
                <a:lnTo>
                  <a:pt x="7455" y="2665"/>
                </a:lnTo>
                <a:lnTo>
                  <a:pt x="7456" y="2665"/>
                </a:lnTo>
                <a:lnTo>
                  <a:pt x="7456" y="2666"/>
                </a:lnTo>
                <a:lnTo>
                  <a:pt x="7457" y="2666"/>
                </a:lnTo>
                <a:lnTo>
                  <a:pt x="7457" y="2665"/>
                </a:lnTo>
                <a:lnTo>
                  <a:pt x="7459" y="2665"/>
                </a:lnTo>
                <a:lnTo>
                  <a:pt x="7459" y="2664"/>
                </a:lnTo>
                <a:lnTo>
                  <a:pt x="7459" y="2663"/>
                </a:lnTo>
                <a:lnTo>
                  <a:pt x="7461" y="2660"/>
                </a:lnTo>
                <a:lnTo>
                  <a:pt x="7462" y="2659"/>
                </a:lnTo>
                <a:lnTo>
                  <a:pt x="7461" y="2659"/>
                </a:lnTo>
                <a:lnTo>
                  <a:pt x="7461" y="2658"/>
                </a:lnTo>
                <a:lnTo>
                  <a:pt x="7460" y="2658"/>
                </a:lnTo>
                <a:lnTo>
                  <a:pt x="7460" y="2657"/>
                </a:lnTo>
                <a:lnTo>
                  <a:pt x="7461" y="2657"/>
                </a:lnTo>
                <a:lnTo>
                  <a:pt x="7462" y="2654"/>
                </a:lnTo>
                <a:lnTo>
                  <a:pt x="7463" y="2654"/>
                </a:lnTo>
                <a:lnTo>
                  <a:pt x="7463" y="2653"/>
                </a:lnTo>
                <a:lnTo>
                  <a:pt x="7464" y="2653"/>
                </a:lnTo>
                <a:lnTo>
                  <a:pt x="7464" y="2652"/>
                </a:lnTo>
                <a:lnTo>
                  <a:pt x="7464" y="2650"/>
                </a:lnTo>
                <a:lnTo>
                  <a:pt x="7462" y="2651"/>
                </a:lnTo>
                <a:lnTo>
                  <a:pt x="7460" y="2651"/>
                </a:lnTo>
                <a:lnTo>
                  <a:pt x="7460" y="2650"/>
                </a:lnTo>
                <a:lnTo>
                  <a:pt x="7461" y="2650"/>
                </a:lnTo>
                <a:lnTo>
                  <a:pt x="7462" y="2649"/>
                </a:lnTo>
                <a:lnTo>
                  <a:pt x="7459" y="2646"/>
                </a:lnTo>
                <a:lnTo>
                  <a:pt x="7458" y="2645"/>
                </a:lnTo>
                <a:lnTo>
                  <a:pt x="7457" y="2644"/>
                </a:lnTo>
                <a:lnTo>
                  <a:pt x="7453" y="2642"/>
                </a:lnTo>
                <a:lnTo>
                  <a:pt x="7454" y="2641"/>
                </a:lnTo>
                <a:lnTo>
                  <a:pt x="7455" y="2641"/>
                </a:lnTo>
                <a:lnTo>
                  <a:pt x="7454" y="2640"/>
                </a:lnTo>
                <a:lnTo>
                  <a:pt x="7453" y="2639"/>
                </a:lnTo>
                <a:lnTo>
                  <a:pt x="7451" y="2638"/>
                </a:lnTo>
                <a:lnTo>
                  <a:pt x="7451" y="2637"/>
                </a:lnTo>
                <a:lnTo>
                  <a:pt x="7449" y="2637"/>
                </a:lnTo>
                <a:lnTo>
                  <a:pt x="7448" y="2637"/>
                </a:lnTo>
                <a:lnTo>
                  <a:pt x="7449" y="2636"/>
                </a:lnTo>
                <a:lnTo>
                  <a:pt x="7449" y="2635"/>
                </a:lnTo>
                <a:lnTo>
                  <a:pt x="7446" y="2634"/>
                </a:lnTo>
                <a:lnTo>
                  <a:pt x="7445" y="2633"/>
                </a:lnTo>
                <a:lnTo>
                  <a:pt x="7445" y="2632"/>
                </a:lnTo>
                <a:lnTo>
                  <a:pt x="7442" y="2631"/>
                </a:lnTo>
                <a:lnTo>
                  <a:pt x="7440" y="2630"/>
                </a:lnTo>
                <a:lnTo>
                  <a:pt x="7437" y="2628"/>
                </a:lnTo>
                <a:lnTo>
                  <a:pt x="7437" y="2626"/>
                </a:lnTo>
                <a:lnTo>
                  <a:pt x="7438" y="2625"/>
                </a:lnTo>
                <a:lnTo>
                  <a:pt x="7438" y="2624"/>
                </a:lnTo>
                <a:lnTo>
                  <a:pt x="7439" y="2624"/>
                </a:lnTo>
                <a:lnTo>
                  <a:pt x="7439" y="2623"/>
                </a:lnTo>
                <a:lnTo>
                  <a:pt x="7440" y="2622"/>
                </a:lnTo>
                <a:lnTo>
                  <a:pt x="7440" y="2621"/>
                </a:lnTo>
                <a:lnTo>
                  <a:pt x="7440" y="2620"/>
                </a:lnTo>
                <a:lnTo>
                  <a:pt x="7440" y="2619"/>
                </a:lnTo>
                <a:lnTo>
                  <a:pt x="7440" y="2618"/>
                </a:lnTo>
                <a:lnTo>
                  <a:pt x="7440" y="2617"/>
                </a:lnTo>
                <a:lnTo>
                  <a:pt x="7440" y="2616"/>
                </a:lnTo>
                <a:lnTo>
                  <a:pt x="7440" y="2615"/>
                </a:lnTo>
                <a:lnTo>
                  <a:pt x="7439" y="2614"/>
                </a:lnTo>
                <a:lnTo>
                  <a:pt x="7437" y="2614"/>
                </a:lnTo>
                <a:lnTo>
                  <a:pt x="7436" y="2614"/>
                </a:lnTo>
                <a:lnTo>
                  <a:pt x="7436" y="2616"/>
                </a:lnTo>
                <a:lnTo>
                  <a:pt x="7435" y="2617"/>
                </a:lnTo>
                <a:lnTo>
                  <a:pt x="7434" y="2617"/>
                </a:lnTo>
                <a:lnTo>
                  <a:pt x="7433" y="2618"/>
                </a:lnTo>
                <a:lnTo>
                  <a:pt x="7432" y="2618"/>
                </a:lnTo>
                <a:lnTo>
                  <a:pt x="7430" y="2618"/>
                </a:lnTo>
                <a:lnTo>
                  <a:pt x="7427" y="2619"/>
                </a:lnTo>
                <a:lnTo>
                  <a:pt x="7426" y="2619"/>
                </a:lnTo>
                <a:lnTo>
                  <a:pt x="7425" y="2620"/>
                </a:lnTo>
                <a:lnTo>
                  <a:pt x="7424" y="2621"/>
                </a:lnTo>
                <a:lnTo>
                  <a:pt x="7423" y="2619"/>
                </a:lnTo>
                <a:lnTo>
                  <a:pt x="7422" y="2617"/>
                </a:lnTo>
                <a:lnTo>
                  <a:pt x="7423" y="2617"/>
                </a:lnTo>
                <a:lnTo>
                  <a:pt x="7424" y="2617"/>
                </a:lnTo>
                <a:lnTo>
                  <a:pt x="7424" y="2616"/>
                </a:lnTo>
                <a:lnTo>
                  <a:pt x="7425" y="2616"/>
                </a:lnTo>
                <a:lnTo>
                  <a:pt x="7425" y="2615"/>
                </a:lnTo>
                <a:lnTo>
                  <a:pt x="7424" y="2615"/>
                </a:lnTo>
                <a:lnTo>
                  <a:pt x="7423" y="2615"/>
                </a:lnTo>
                <a:lnTo>
                  <a:pt x="7423" y="2616"/>
                </a:lnTo>
                <a:lnTo>
                  <a:pt x="7422" y="2616"/>
                </a:lnTo>
                <a:lnTo>
                  <a:pt x="7424" y="2611"/>
                </a:lnTo>
                <a:lnTo>
                  <a:pt x="7423" y="2610"/>
                </a:lnTo>
                <a:lnTo>
                  <a:pt x="7420" y="2616"/>
                </a:lnTo>
                <a:lnTo>
                  <a:pt x="7421" y="2616"/>
                </a:lnTo>
                <a:lnTo>
                  <a:pt x="7421" y="2618"/>
                </a:lnTo>
                <a:lnTo>
                  <a:pt x="7415" y="2616"/>
                </a:lnTo>
                <a:lnTo>
                  <a:pt x="7414" y="2615"/>
                </a:lnTo>
                <a:lnTo>
                  <a:pt x="7413" y="2615"/>
                </a:lnTo>
                <a:lnTo>
                  <a:pt x="7411" y="2614"/>
                </a:lnTo>
                <a:lnTo>
                  <a:pt x="7413" y="2607"/>
                </a:lnTo>
                <a:lnTo>
                  <a:pt x="7411" y="2606"/>
                </a:lnTo>
                <a:lnTo>
                  <a:pt x="7409" y="2609"/>
                </a:lnTo>
                <a:lnTo>
                  <a:pt x="7410" y="2605"/>
                </a:lnTo>
                <a:lnTo>
                  <a:pt x="7409" y="2605"/>
                </a:lnTo>
                <a:lnTo>
                  <a:pt x="7408" y="2605"/>
                </a:lnTo>
                <a:lnTo>
                  <a:pt x="7406" y="2603"/>
                </a:lnTo>
                <a:lnTo>
                  <a:pt x="7407" y="2602"/>
                </a:lnTo>
                <a:lnTo>
                  <a:pt x="7407" y="2601"/>
                </a:lnTo>
                <a:lnTo>
                  <a:pt x="7405" y="2600"/>
                </a:lnTo>
                <a:lnTo>
                  <a:pt x="7404" y="2600"/>
                </a:lnTo>
                <a:lnTo>
                  <a:pt x="7403" y="2599"/>
                </a:lnTo>
                <a:lnTo>
                  <a:pt x="7404" y="2598"/>
                </a:lnTo>
                <a:lnTo>
                  <a:pt x="7404" y="2597"/>
                </a:lnTo>
                <a:lnTo>
                  <a:pt x="7404" y="2595"/>
                </a:lnTo>
                <a:lnTo>
                  <a:pt x="7404" y="2594"/>
                </a:lnTo>
                <a:lnTo>
                  <a:pt x="7403" y="2594"/>
                </a:lnTo>
                <a:lnTo>
                  <a:pt x="7402" y="2594"/>
                </a:lnTo>
                <a:lnTo>
                  <a:pt x="7402" y="2593"/>
                </a:lnTo>
                <a:lnTo>
                  <a:pt x="7401" y="2592"/>
                </a:lnTo>
                <a:lnTo>
                  <a:pt x="7400" y="2592"/>
                </a:lnTo>
                <a:lnTo>
                  <a:pt x="7400" y="2591"/>
                </a:lnTo>
                <a:lnTo>
                  <a:pt x="7401" y="2591"/>
                </a:lnTo>
                <a:lnTo>
                  <a:pt x="7402" y="2591"/>
                </a:lnTo>
                <a:lnTo>
                  <a:pt x="7402" y="2590"/>
                </a:lnTo>
                <a:lnTo>
                  <a:pt x="7402" y="2591"/>
                </a:lnTo>
                <a:lnTo>
                  <a:pt x="7403" y="2590"/>
                </a:lnTo>
                <a:lnTo>
                  <a:pt x="7402" y="2588"/>
                </a:lnTo>
                <a:lnTo>
                  <a:pt x="7400" y="2588"/>
                </a:lnTo>
                <a:lnTo>
                  <a:pt x="7398" y="2588"/>
                </a:lnTo>
                <a:lnTo>
                  <a:pt x="7396" y="2589"/>
                </a:lnTo>
                <a:lnTo>
                  <a:pt x="7395" y="2591"/>
                </a:lnTo>
                <a:lnTo>
                  <a:pt x="7396" y="2591"/>
                </a:lnTo>
                <a:lnTo>
                  <a:pt x="7396" y="2592"/>
                </a:lnTo>
                <a:lnTo>
                  <a:pt x="7396" y="2593"/>
                </a:lnTo>
                <a:lnTo>
                  <a:pt x="7397" y="2593"/>
                </a:lnTo>
                <a:lnTo>
                  <a:pt x="7399" y="2593"/>
                </a:lnTo>
                <a:lnTo>
                  <a:pt x="7400" y="2593"/>
                </a:lnTo>
                <a:lnTo>
                  <a:pt x="7399" y="2594"/>
                </a:lnTo>
                <a:lnTo>
                  <a:pt x="7395" y="2595"/>
                </a:lnTo>
                <a:lnTo>
                  <a:pt x="7394" y="2594"/>
                </a:lnTo>
                <a:lnTo>
                  <a:pt x="7393" y="2594"/>
                </a:lnTo>
                <a:lnTo>
                  <a:pt x="7392" y="2594"/>
                </a:lnTo>
                <a:lnTo>
                  <a:pt x="7391" y="2594"/>
                </a:lnTo>
                <a:lnTo>
                  <a:pt x="7390" y="2593"/>
                </a:lnTo>
                <a:lnTo>
                  <a:pt x="7390" y="2592"/>
                </a:lnTo>
                <a:lnTo>
                  <a:pt x="7389" y="2593"/>
                </a:lnTo>
                <a:lnTo>
                  <a:pt x="7388" y="2592"/>
                </a:lnTo>
                <a:lnTo>
                  <a:pt x="7388" y="2591"/>
                </a:lnTo>
                <a:lnTo>
                  <a:pt x="7387" y="2591"/>
                </a:lnTo>
                <a:lnTo>
                  <a:pt x="7387" y="2590"/>
                </a:lnTo>
                <a:lnTo>
                  <a:pt x="7388" y="2589"/>
                </a:lnTo>
                <a:lnTo>
                  <a:pt x="7386" y="2586"/>
                </a:lnTo>
                <a:lnTo>
                  <a:pt x="7385" y="2586"/>
                </a:lnTo>
                <a:lnTo>
                  <a:pt x="7385" y="2585"/>
                </a:lnTo>
                <a:lnTo>
                  <a:pt x="7384" y="2583"/>
                </a:lnTo>
                <a:lnTo>
                  <a:pt x="7383" y="2579"/>
                </a:lnTo>
                <a:lnTo>
                  <a:pt x="7383" y="2578"/>
                </a:lnTo>
                <a:lnTo>
                  <a:pt x="7382" y="2578"/>
                </a:lnTo>
                <a:lnTo>
                  <a:pt x="7381" y="2577"/>
                </a:lnTo>
                <a:lnTo>
                  <a:pt x="7381" y="2576"/>
                </a:lnTo>
                <a:lnTo>
                  <a:pt x="7382" y="2575"/>
                </a:lnTo>
                <a:lnTo>
                  <a:pt x="7382" y="2574"/>
                </a:lnTo>
                <a:lnTo>
                  <a:pt x="7382" y="2573"/>
                </a:lnTo>
                <a:lnTo>
                  <a:pt x="7381" y="2572"/>
                </a:lnTo>
                <a:lnTo>
                  <a:pt x="7380" y="2572"/>
                </a:lnTo>
                <a:lnTo>
                  <a:pt x="7380" y="2571"/>
                </a:lnTo>
                <a:lnTo>
                  <a:pt x="7379" y="2571"/>
                </a:lnTo>
                <a:lnTo>
                  <a:pt x="7379" y="2568"/>
                </a:lnTo>
                <a:lnTo>
                  <a:pt x="7379" y="2566"/>
                </a:lnTo>
                <a:lnTo>
                  <a:pt x="7380" y="2565"/>
                </a:lnTo>
                <a:lnTo>
                  <a:pt x="7381" y="2563"/>
                </a:lnTo>
                <a:lnTo>
                  <a:pt x="7381" y="2562"/>
                </a:lnTo>
                <a:lnTo>
                  <a:pt x="7381" y="2561"/>
                </a:lnTo>
                <a:lnTo>
                  <a:pt x="7382" y="2560"/>
                </a:lnTo>
                <a:lnTo>
                  <a:pt x="7380" y="2560"/>
                </a:lnTo>
                <a:lnTo>
                  <a:pt x="7379" y="2562"/>
                </a:lnTo>
                <a:lnTo>
                  <a:pt x="7379" y="2563"/>
                </a:lnTo>
                <a:lnTo>
                  <a:pt x="7378" y="2563"/>
                </a:lnTo>
                <a:lnTo>
                  <a:pt x="7377" y="2563"/>
                </a:lnTo>
                <a:lnTo>
                  <a:pt x="7377" y="2564"/>
                </a:lnTo>
                <a:lnTo>
                  <a:pt x="7376" y="2564"/>
                </a:lnTo>
                <a:lnTo>
                  <a:pt x="7375" y="2565"/>
                </a:lnTo>
                <a:lnTo>
                  <a:pt x="7375" y="2566"/>
                </a:lnTo>
                <a:lnTo>
                  <a:pt x="7375" y="2567"/>
                </a:lnTo>
                <a:lnTo>
                  <a:pt x="7376" y="2569"/>
                </a:lnTo>
                <a:lnTo>
                  <a:pt x="7374" y="2570"/>
                </a:lnTo>
                <a:lnTo>
                  <a:pt x="7373" y="2571"/>
                </a:lnTo>
                <a:lnTo>
                  <a:pt x="7373" y="2572"/>
                </a:lnTo>
                <a:lnTo>
                  <a:pt x="7373" y="2574"/>
                </a:lnTo>
                <a:lnTo>
                  <a:pt x="7374" y="2575"/>
                </a:lnTo>
                <a:lnTo>
                  <a:pt x="7374" y="2576"/>
                </a:lnTo>
                <a:lnTo>
                  <a:pt x="7374" y="2577"/>
                </a:lnTo>
                <a:lnTo>
                  <a:pt x="7373" y="2579"/>
                </a:lnTo>
                <a:lnTo>
                  <a:pt x="7373" y="2580"/>
                </a:lnTo>
                <a:lnTo>
                  <a:pt x="7374" y="2580"/>
                </a:lnTo>
                <a:lnTo>
                  <a:pt x="7373" y="2582"/>
                </a:lnTo>
                <a:lnTo>
                  <a:pt x="7372" y="2582"/>
                </a:lnTo>
                <a:lnTo>
                  <a:pt x="7371" y="2581"/>
                </a:lnTo>
                <a:lnTo>
                  <a:pt x="7370" y="2581"/>
                </a:lnTo>
                <a:lnTo>
                  <a:pt x="7370" y="2582"/>
                </a:lnTo>
                <a:lnTo>
                  <a:pt x="7370" y="2583"/>
                </a:lnTo>
                <a:lnTo>
                  <a:pt x="7368" y="2583"/>
                </a:lnTo>
                <a:lnTo>
                  <a:pt x="7368" y="2582"/>
                </a:lnTo>
                <a:lnTo>
                  <a:pt x="7368" y="2581"/>
                </a:lnTo>
                <a:lnTo>
                  <a:pt x="7368" y="2580"/>
                </a:lnTo>
                <a:lnTo>
                  <a:pt x="7366" y="2580"/>
                </a:lnTo>
                <a:lnTo>
                  <a:pt x="7365" y="2581"/>
                </a:lnTo>
                <a:lnTo>
                  <a:pt x="7365" y="2582"/>
                </a:lnTo>
                <a:lnTo>
                  <a:pt x="7364" y="2583"/>
                </a:lnTo>
                <a:lnTo>
                  <a:pt x="7364" y="2584"/>
                </a:lnTo>
                <a:lnTo>
                  <a:pt x="7366" y="2585"/>
                </a:lnTo>
                <a:lnTo>
                  <a:pt x="7367" y="2583"/>
                </a:lnTo>
                <a:lnTo>
                  <a:pt x="7367" y="2582"/>
                </a:lnTo>
                <a:lnTo>
                  <a:pt x="7368" y="2582"/>
                </a:lnTo>
                <a:lnTo>
                  <a:pt x="7368" y="2583"/>
                </a:lnTo>
                <a:lnTo>
                  <a:pt x="7369" y="2583"/>
                </a:lnTo>
                <a:lnTo>
                  <a:pt x="7371" y="2584"/>
                </a:lnTo>
                <a:lnTo>
                  <a:pt x="7370" y="2586"/>
                </a:lnTo>
                <a:lnTo>
                  <a:pt x="7369" y="2586"/>
                </a:lnTo>
                <a:lnTo>
                  <a:pt x="7368" y="2586"/>
                </a:lnTo>
                <a:lnTo>
                  <a:pt x="7369" y="2587"/>
                </a:lnTo>
                <a:lnTo>
                  <a:pt x="7368" y="2588"/>
                </a:lnTo>
                <a:lnTo>
                  <a:pt x="7368" y="2591"/>
                </a:lnTo>
                <a:lnTo>
                  <a:pt x="7367" y="2591"/>
                </a:lnTo>
                <a:lnTo>
                  <a:pt x="7366" y="2592"/>
                </a:lnTo>
                <a:lnTo>
                  <a:pt x="7365" y="2592"/>
                </a:lnTo>
                <a:lnTo>
                  <a:pt x="7365" y="2591"/>
                </a:lnTo>
                <a:lnTo>
                  <a:pt x="7365" y="2590"/>
                </a:lnTo>
                <a:lnTo>
                  <a:pt x="7365" y="2591"/>
                </a:lnTo>
                <a:lnTo>
                  <a:pt x="7363" y="2591"/>
                </a:lnTo>
                <a:lnTo>
                  <a:pt x="7363" y="2592"/>
                </a:lnTo>
                <a:lnTo>
                  <a:pt x="7362" y="2592"/>
                </a:lnTo>
                <a:lnTo>
                  <a:pt x="7362" y="2591"/>
                </a:lnTo>
                <a:lnTo>
                  <a:pt x="7361" y="2590"/>
                </a:lnTo>
                <a:lnTo>
                  <a:pt x="7361" y="2589"/>
                </a:lnTo>
                <a:lnTo>
                  <a:pt x="7361" y="2588"/>
                </a:lnTo>
                <a:lnTo>
                  <a:pt x="7361" y="2587"/>
                </a:lnTo>
                <a:lnTo>
                  <a:pt x="7361" y="2588"/>
                </a:lnTo>
                <a:lnTo>
                  <a:pt x="7361" y="2589"/>
                </a:lnTo>
                <a:lnTo>
                  <a:pt x="7361" y="2592"/>
                </a:lnTo>
                <a:lnTo>
                  <a:pt x="7362" y="2594"/>
                </a:lnTo>
                <a:lnTo>
                  <a:pt x="7363" y="2595"/>
                </a:lnTo>
                <a:lnTo>
                  <a:pt x="7361" y="2595"/>
                </a:lnTo>
                <a:lnTo>
                  <a:pt x="7361" y="2594"/>
                </a:lnTo>
                <a:lnTo>
                  <a:pt x="7360" y="2594"/>
                </a:lnTo>
                <a:lnTo>
                  <a:pt x="7360" y="2592"/>
                </a:lnTo>
                <a:lnTo>
                  <a:pt x="7359" y="2592"/>
                </a:lnTo>
                <a:lnTo>
                  <a:pt x="7359" y="2593"/>
                </a:lnTo>
                <a:lnTo>
                  <a:pt x="7359" y="2594"/>
                </a:lnTo>
                <a:lnTo>
                  <a:pt x="7360" y="2594"/>
                </a:lnTo>
                <a:lnTo>
                  <a:pt x="7360" y="2595"/>
                </a:lnTo>
                <a:lnTo>
                  <a:pt x="7356" y="2596"/>
                </a:lnTo>
                <a:lnTo>
                  <a:pt x="7356" y="2595"/>
                </a:lnTo>
                <a:lnTo>
                  <a:pt x="7356" y="2593"/>
                </a:lnTo>
                <a:lnTo>
                  <a:pt x="7356" y="2592"/>
                </a:lnTo>
                <a:lnTo>
                  <a:pt x="7355" y="2592"/>
                </a:lnTo>
                <a:lnTo>
                  <a:pt x="7354" y="2592"/>
                </a:lnTo>
                <a:lnTo>
                  <a:pt x="7354" y="2593"/>
                </a:lnTo>
                <a:lnTo>
                  <a:pt x="7355" y="2593"/>
                </a:lnTo>
                <a:lnTo>
                  <a:pt x="7355" y="2596"/>
                </a:lnTo>
                <a:lnTo>
                  <a:pt x="7354" y="2596"/>
                </a:lnTo>
                <a:lnTo>
                  <a:pt x="7354" y="2593"/>
                </a:lnTo>
                <a:lnTo>
                  <a:pt x="7353" y="2593"/>
                </a:lnTo>
                <a:lnTo>
                  <a:pt x="7352" y="2593"/>
                </a:lnTo>
                <a:lnTo>
                  <a:pt x="7351" y="2592"/>
                </a:lnTo>
                <a:lnTo>
                  <a:pt x="7351" y="2591"/>
                </a:lnTo>
                <a:lnTo>
                  <a:pt x="7350" y="2591"/>
                </a:lnTo>
                <a:lnTo>
                  <a:pt x="7349" y="2591"/>
                </a:lnTo>
                <a:lnTo>
                  <a:pt x="7348" y="2593"/>
                </a:lnTo>
                <a:lnTo>
                  <a:pt x="7347" y="2595"/>
                </a:lnTo>
                <a:lnTo>
                  <a:pt x="7343" y="2596"/>
                </a:lnTo>
                <a:lnTo>
                  <a:pt x="7342" y="2596"/>
                </a:lnTo>
                <a:lnTo>
                  <a:pt x="7342" y="2595"/>
                </a:lnTo>
                <a:lnTo>
                  <a:pt x="7343" y="2595"/>
                </a:lnTo>
                <a:lnTo>
                  <a:pt x="7342" y="2595"/>
                </a:lnTo>
                <a:lnTo>
                  <a:pt x="7342" y="2592"/>
                </a:lnTo>
                <a:lnTo>
                  <a:pt x="7342" y="2590"/>
                </a:lnTo>
                <a:lnTo>
                  <a:pt x="7341" y="2590"/>
                </a:lnTo>
                <a:lnTo>
                  <a:pt x="7341" y="2591"/>
                </a:lnTo>
                <a:lnTo>
                  <a:pt x="7341" y="2592"/>
                </a:lnTo>
                <a:lnTo>
                  <a:pt x="7341" y="2593"/>
                </a:lnTo>
                <a:lnTo>
                  <a:pt x="7341" y="2594"/>
                </a:lnTo>
                <a:lnTo>
                  <a:pt x="7341" y="2595"/>
                </a:lnTo>
                <a:lnTo>
                  <a:pt x="7339" y="2595"/>
                </a:lnTo>
                <a:lnTo>
                  <a:pt x="7336" y="2594"/>
                </a:lnTo>
                <a:lnTo>
                  <a:pt x="7337" y="2593"/>
                </a:lnTo>
                <a:lnTo>
                  <a:pt x="7337" y="2592"/>
                </a:lnTo>
                <a:lnTo>
                  <a:pt x="7336" y="2592"/>
                </a:lnTo>
                <a:lnTo>
                  <a:pt x="7335" y="2591"/>
                </a:lnTo>
                <a:lnTo>
                  <a:pt x="7333" y="2591"/>
                </a:lnTo>
                <a:lnTo>
                  <a:pt x="7333" y="2590"/>
                </a:lnTo>
                <a:lnTo>
                  <a:pt x="7333" y="2589"/>
                </a:lnTo>
                <a:lnTo>
                  <a:pt x="7333" y="2588"/>
                </a:lnTo>
                <a:lnTo>
                  <a:pt x="7332" y="2589"/>
                </a:lnTo>
                <a:lnTo>
                  <a:pt x="7331" y="2590"/>
                </a:lnTo>
                <a:lnTo>
                  <a:pt x="7329" y="2589"/>
                </a:lnTo>
                <a:lnTo>
                  <a:pt x="7327" y="2590"/>
                </a:lnTo>
                <a:lnTo>
                  <a:pt x="7326" y="2590"/>
                </a:lnTo>
                <a:lnTo>
                  <a:pt x="7323" y="2591"/>
                </a:lnTo>
                <a:lnTo>
                  <a:pt x="7322" y="2590"/>
                </a:lnTo>
                <a:lnTo>
                  <a:pt x="7322" y="2589"/>
                </a:lnTo>
                <a:lnTo>
                  <a:pt x="7321" y="2589"/>
                </a:lnTo>
                <a:lnTo>
                  <a:pt x="7321" y="2587"/>
                </a:lnTo>
                <a:lnTo>
                  <a:pt x="7321" y="2588"/>
                </a:lnTo>
                <a:lnTo>
                  <a:pt x="7321" y="2589"/>
                </a:lnTo>
                <a:lnTo>
                  <a:pt x="7321" y="2590"/>
                </a:lnTo>
                <a:lnTo>
                  <a:pt x="7321" y="2591"/>
                </a:lnTo>
                <a:lnTo>
                  <a:pt x="7315" y="2591"/>
                </a:lnTo>
                <a:lnTo>
                  <a:pt x="7316" y="2591"/>
                </a:lnTo>
                <a:lnTo>
                  <a:pt x="7317" y="2591"/>
                </a:lnTo>
                <a:lnTo>
                  <a:pt x="7321" y="2591"/>
                </a:lnTo>
                <a:lnTo>
                  <a:pt x="7322" y="2594"/>
                </a:lnTo>
                <a:lnTo>
                  <a:pt x="7322" y="2596"/>
                </a:lnTo>
                <a:lnTo>
                  <a:pt x="7323" y="2597"/>
                </a:lnTo>
                <a:lnTo>
                  <a:pt x="7323" y="2598"/>
                </a:lnTo>
                <a:lnTo>
                  <a:pt x="7324" y="2599"/>
                </a:lnTo>
                <a:lnTo>
                  <a:pt x="7324" y="2601"/>
                </a:lnTo>
                <a:lnTo>
                  <a:pt x="7317" y="2600"/>
                </a:lnTo>
                <a:lnTo>
                  <a:pt x="7315" y="2600"/>
                </a:lnTo>
                <a:lnTo>
                  <a:pt x="7312" y="2600"/>
                </a:lnTo>
                <a:lnTo>
                  <a:pt x="7308" y="2600"/>
                </a:lnTo>
                <a:lnTo>
                  <a:pt x="7307" y="2598"/>
                </a:lnTo>
                <a:lnTo>
                  <a:pt x="7307" y="2597"/>
                </a:lnTo>
                <a:lnTo>
                  <a:pt x="7307" y="2595"/>
                </a:lnTo>
                <a:lnTo>
                  <a:pt x="7306" y="2595"/>
                </a:lnTo>
                <a:lnTo>
                  <a:pt x="7301" y="2598"/>
                </a:lnTo>
                <a:lnTo>
                  <a:pt x="7301" y="2597"/>
                </a:lnTo>
                <a:lnTo>
                  <a:pt x="7299" y="2595"/>
                </a:lnTo>
                <a:lnTo>
                  <a:pt x="7299" y="2594"/>
                </a:lnTo>
                <a:lnTo>
                  <a:pt x="7298" y="2592"/>
                </a:lnTo>
                <a:lnTo>
                  <a:pt x="7298" y="2591"/>
                </a:lnTo>
                <a:lnTo>
                  <a:pt x="7300" y="2590"/>
                </a:lnTo>
                <a:lnTo>
                  <a:pt x="7301" y="2590"/>
                </a:lnTo>
                <a:lnTo>
                  <a:pt x="7302" y="2589"/>
                </a:lnTo>
                <a:lnTo>
                  <a:pt x="7302" y="2588"/>
                </a:lnTo>
                <a:lnTo>
                  <a:pt x="7300" y="2589"/>
                </a:lnTo>
                <a:lnTo>
                  <a:pt x="7296" y="2589"/>
                </a:lnTo>
                <a:lnTo>
                  <a:pt x="7295" y="2589"/>
                </a:lnTo>
                <a:lnTo>
                  <a:pt x="7294" y="2589"/>
                </a:lnTo>
                <a:lnTo>
                  <a:pt x="7294" y="2590"/>
                </a:lnTo>
                <a:lnTo>
                  <a:pt x="7294" y="2591"/>
                </a:lnTo>
                <a:lnTo>
                  <a:pt x="7293" y="2591"/>
                </a:lnTo>
                <a:lnTo>
                  <a:pt x="7294" y="2592"/>
                </a:lnTo>
                <a:lnTo>
                  <a:pt x="7295" y="2594"/>
                </a:lnTo>
                <a:lnTo>
                  <a:pt x="7292" y="2595"/>
                </a:lnTo>
                <a:lnTo>
                  <a:pt x="7293" y="2595"/>
                </a:lnTo>
                <a:lnTo>
                  <a:pt x="7293" y="2597"/>
                </a:lnTo>
                <a:lnTo>
                  <a:pt x="7293" y="2598"/>
                </a:lnTo>
                <a:lnTo>
                  <a:pt x="7293" y="2600"/>
                </a:lnTo>
                <a:lnTo>
                  <a:pt x="7293" y="2601"/>
                </a:lnTo>
                <a:lnTo>
                  <a:pt x="7294" y="2602"/>
                </a:lnTo>
                <a:lnTo>
                  <a:pt x="7291" y="2603"/>
                </a:lnTo>
                <a:lnTo>
                  <a:pt x="7291" y="2601"/>
                </a:lnTo>
                <a:lnTo>
                  <a:pt x="7288" y="2602"/>
                </a:lnTo>
                <a:lnTo>
                  <a:pt x="7289" y="2599"/>
                </a:lnTo>
                <a:lnTo>
                  <a:pt x="7289" y="2598"/>
                </a:lnTo>
                <a:lnTo>
                  <a:pt x="7291" y="2597"/>
                </a:lnTo>
                <a:lnTo>
                  <a:pt x="7291" y="2595"/>
                </a:lnTo>
                <a:lnTo>
                  <a:pt x="7289" y="2595"/>
                </a:lnTo>
                <a:lnTo>
                  <a:pt x="7286" y="2596"/>
                </a:lnTo>
                <a:lnTo>
                  <a:pt x="7285" y="2596"/>
                </a:lnTo>
                <a:lnTo>
                  <a:pt x="7285" y="2593"/>
                </a:lnTo>
                <a:lnTo>
                  <a:pt x="7284" y="2593"/>
                </a:lnTo>
                <a:lnTo>
                  <a:pt x="7283" y="2593"/>
                </a:lnTo>
                <a:lnTo>
                  <a:pt x="7282" y="2594"/>
                </a:lnTo>
                <a:lnTo>
                  <a:pt x="7281" y="2594"/>
                </a:lnTo>
                <a:lnTo>
                  <a:pt x="7281" y="2595"/>
                </a:lnTo>
                <a:lnTo>
                  <a:pt x="7282" y="2595"/>
                </a:lnTo>
                <a:lnTo>
                  <a:pt x="7283" y="2595"/>
                </a:lnTo>
                <a:lnTo>
                  <a:pt x="7284" y="2595"/>
                </a:lnTo>
                <a:lnTo>
                  <a:pt x="7284" y="2596"/>
                </a:lnTo>
                <a:lnTo>
                  <a:pt x="7284" y="2597"/>
                </a:lnTo>
                <a:lnTo>
                  <a:pt x="7283" y="2598"/>
                </a:lnTo>
                <a:lnTo>
                  <a:pt x="7283" y="2599"/>
                </a:lnTo>
                <a:lnTo>
                  <a:pt x="7282" y="2599"/>
                </a:lnTo>
                <a:lnTo>
                  <a:pt x="7281" y="2599"/>
                </a:lnTo>
                <a:lnTo>
                  <a:pt x="7279" y="2599"/>
                </a:lnTo>
                <a:lnTo>
                  <a:pt x="7278" y="2598"/>
                </a:lnTo>
                <a:lnTo>
                  <a:pt x="7277" y="2599"/>
                </a:lnTo>
                <a:lnTo>
                  <a:pt x="7276" y="2599"/>
                </a:lnTo>
                <a:lnTo>
                  <a:pt x="7274" y="2600"/>
                </a:lnTo>
                <a:lnTo>
                  <a:pt x="7273" y="2601"/>
                </a:lnTo>
                <a:lnTo>
                  <a:pt x="7272" y="2601"/>
                </a:lnTo>
                <a:lnTo>
                  <a:pt x="7271" y="2602"/>
                </a:lnTo>
                <a:lnTo>
                  <a:pt x="7270" y="2602"/>
                </a:lnTo>
                <a:lnTo>
                  <a:pt x="7270" y="2603"/>
                </a:lnTo>
                <a:lnTo>
                  <a:pt x="7270" y="2604"/>
                </a:lnTo>
                <a:lnTo>
                  <a:pt x="7270" y="2605"/>
                </a:lnTo>
                <a:lnTo>
                  <a:pt x="7270" y="2606"/>
                </a:lnTo>
                <a:lnTo>
                  <a:pt x="7271" y="2606"/>
                </a:lnTo>
                <a:lnTo>
                  <a:pt x="7272" y="2608"/>
                </a:lnTo>
                <a:lnTo>
                  <a:pt x="7272" y="2609"/>
                </a:lnTo>
                <a:lnTo>
                  <a:pt x="7271" y="2609"/>
                </a:lnTo>
                <a:lnTo>
                  <a:pt x="7270" y="2611"/>
                </a:lnTo>
                <a:lnTo>
                  <a:pt x="7268" y="2612"/>
                </a:lnTo>
                <a:lnTo>
                  <a:pt x="7269" y="2613"/>
                </a:lnTo>
                <a:lnTo>
                  <a:pt x="7269" y="2614"/>
                </a:lnTo>
                <a:lnTo>
                  <a:pt x="7270" y="2615"/>
                </a:lnTo>
                <a:lnTo>
                  <a:pt x="7271" y="2615"/>
                </a:lnTo>
                <a:lnTo>
                  <a:pt x="7270" y="2616"/>
                </a:lnTo>
                <a:lnTo>
                  <a:pt x="7270" y="2615"/>
                </a:lnTo>
                <a:lnTo>
                  <a:pt x="7269" y="2615"/>
                </a:lnTo>
                <a:lnTo>
                  <a:pt x="7268" y="2615"/>
                </a:lnTo>
                <a:lnTo>
                  <a:pt x="7269" y="2616"/>
                </a:lnTo>
                <a:lnTo>
                  <a:pt x="7269" y="2617"/>
                </a:lnTo>
                <a:lnTo>
                  <a:pt x="7268" y="2618"/>
                </a:lnTo>
                <a:lnTo>
                  <a:pt x="7267" y="2617"/>
                </a:lnTo>
                <a:lnTo>
                  <a:pt x="7266" y="2616"/>
                </a:lnTo>
                <a:lnTo>
                  <a:pt x="7265" y="2616"/>
                </a:lnTo>
                <a:lnTo>
                  <a:pt x="7264" y="2614"/>
                </a:lnTo>
                <a:lnTo>
                  <a:pt x="7263" y="2613"/>
                </a:lnTo>
                <a:lnTo>
                  <a:pt x="7262" y="2613"/>
                </a:lnTo>
                <a:lnTo>
                  <a:pt x="7262" y="2614"/>
                </a:lnTo>
                <a:lnTo>
                  <a:pt x="7261" y="2614"/>
                </a:lnTo>
                <a:lnTo>
                  <a:pt x="7259" y="2614"/>
                </a:lnTo>
                <a:lnTo>
                  <a:pt x="7259" y="2613"/>
                </a:lnTo>
                <a:lnTo>
                  <a:pt x="7257" y="2614"/>
                </a:lnTo>
                <a:lnTo>
                  <a:pt x="7256" y="2615"/>
                </a:lnTo>
                <a:lnTo>
                  <a:pt x="7255" y="2615"/>
                </a:lnTo>
                <a:lnTo>
                  <a:pt x="7255" y="2616"/>
                </a:lnTo>
                <a:lnTo>
                  <a:pt x="7254" y="2617"/>
                </a:lnTo>
                <a:lnTo>
                  <a:pt x="7254" y="2619"/>
                </a:lnTo>
                <a:lnTo>
                  <a:pt x="7255" y="2620"/>
                </a:lnTo>
                <a:lnTo>
                  <a:pt x="7255" y="2621"/>
                </a:lnTo>
                <a:lnTo>
                  <a:pt x="7256" y="2621"/>
                </a:lnTo>
                <a:lnTo>
                  <a:pt x="7257" y="2621"/>
                </a:lnTo>
                <a:lnTo>
                  <a:pt x="7257" y="2622"/>
                </a:lnTo>
                <a:lnTo>
                  <a:pt x="7256" y="2623"/>
                </a:lnTo>
                <a:lnTo>
                  <a:pt x="7255" y="2625"/>
                </a:lnTo>
                <a:lnTo>
                  <a:pt x="7254" y="2625"/>
                </a:lnTo>
                <a:lnTo>
                  <a:pt x="7254" y="2626"/>
                </a:lnTo>
                <a:lnTo>
                  <a:pt x="7256" y="2625"/>
                </a:lnTo>
                <a:lnTo>
                  <a:pt x="7257" y="2626"/>
                </a:lnTo>
                <a:lnTo>
                  <a:pt x="7257" y="2630"/>
                </a:lnTo>
                <a:lnTo>
                  <a:pt x="7258" y="2631"/>
                </a:lnTo>
                <a:lnTo>
                  <a:pt x="7258" y="2632"/>
                </a:lnTo>
                <a:lnTo>
                  <a:pt x="7259" y="2632"/>
                </a:lnTo>
                <a:lnTo>
                  <a:pt x="7260" y="2631"/>
                </a:lnTo>
                <a:lnTo>
                  <a:pt x="7260" y="2630"/>
                </a:lnTo>
                <a:lnTo>
                  <a:pt x="7265" y="2630"/>
                </a:lnTo>
                <a:lnTo>
                  <a:pt x="7266" y="2630"/>
                </a:lnTo>
                <a:lnTo>
                  <a:pt x="7266" y="2634"/>
                </a:lnTo>
                <a:lnTo>
                  <a:pt x="7267" y="2635"/>
                </a:lnTo>
                <a:lnTo>
                  <a:pt x="7267" y="2636"/>
                </a:lnTo>
                <a:lnTo>
                  <a:pt x="7266" y="2636"/>
                </a:lnTo>
                <a:lnTo>
                  <a:pt x="7266" y="2637"/>
                </a:lnTo>
                <a:lnTo>
                  <a:pt x="7265" y="2636"/>
                </a:lnTo>
                <a:lnTo>
                  <a:pt x="7264" y="2636"/>
                </a:lnTo>
                <a:lnTo>
                  <a:pt x="7262" y="2636"/>
                </a:lnTo>
                <a:lnTo>
                  <a:pt x="7259" y="2637"/>
                </a:lnTo>
                <a:lnTo>
                  <a:pt x="7257" y="2640"/>
                </a:lnTo>
                <a:lnTo>
                  <a:pt x="7256" y="2641"/>
                </a:lnTo>
                <a:lnTo>
                  <a:pt x="7255" y="2642"/>
                </a:lnTo>
                <a:lnTo>
                  <a:pt x="7254" y="2642"/>
                </a:lnTo>
                <a:lnTo>
                  <a:pt x="7253" y="2643"/>
                </a:lnTo>
                <a:lnTo>
                  <a:pt x="7252" y="2643"/>
                </a:lnTo>
                <a:lnTo>
                  <a:pt x="7251" y="2643"/>
                </a:lnTo>
                <a:lnTo>
                  <a:pt x="7249" y="2643"/>
                </a:lnTo>
                <a:lnTo>
                  <a:pt x="7249" y="2644"/>
                </a:lnTo>
                <a:lnTo>
                  <a:pt x="7247" y="2645"/>
                </a:lnTo>
                <a:lnTo>
                  <a:pt x="7245" y="2645"/>
                </a:lnTo>
                <a:lnTo>
                  <a:pt x="7245" y="2646"/>
                </a:lnTo>
                <a:lnTo>
                  <a:pt x="7244" y="2646"/>
                </a:lnTo>
                <a:lnTo>
                  <a:pt x="7243" y="2646"/>
                </a:lnTo>
                <a:lnTo>
                  <a:pt x="7242" y="2646"/>
                </a:lnTo>
                <a:lnTo>
                  <a:pt x="7241" y="2646"/>
                </a:lnTo>
                <a:lnTo>
                  <a:pt x="7239" y="2647"/>
                </a:lnTo>
                <a:lnTo>
                  <a:pt x="7239" y="2648"/>
                </a:lnTo>
                <a:lnTo>
                  <a:pt x="7238" y="2648"/>
                </a:lnTo>
                <a:lnTo>
                  <a:pt x="7238" y="2649"/>
                </a:lnTo>
                <a:lnTo>
                  <a:pt x="7237" y="2650"/>
                </a:lnTo>
                <a:lnTo>
                  <a:pt x="7238" y="2650"/>
                </a:lnTo>
                <a:lnTo>
                  <a:pt x="7238" y="2652"/>
                </a:lnTo>
                <a:lnTo>
                  <a:pt x="7238" y="2653"/>
                </a:lnTo>
                <a:lnTo>
                  <a:pt x="7239" y="2653"/>
                </a:lnTo>
                <a:lnTo>
                  <a:pt x="7239" y="2654"/>
                </a:lnTo>
                <a:lnTo>
                  <a:pt x="7239" y="2655"/>
                </a:lnTo>
                <a:lnTo>
                  <a:pt x="7238" y="2656"/>
                </a:lnTo>
                <a:lnTo>
                  <a:pt x="7237" y="2657"/>
                </a:lnTo>
                <a:lnTo>
                  <a:pt x="7237" y="2658"/>
                </a:lnTo>
                <a:lnTo>
                  <a:pt x="7236" y="2660"/>
                </a:lnTo>
                <a:lnTo>
                  <a:pt x="7236" y="2661"/>
                </a:lnTo>
                <a:lnTo>
                  <a:pt x="7236" y="2662"/>
                </a:lnTo>
                <a:lnTo>
                  <a:pt x="7236" y="2664"/>
                </a:lnTo>
                <a:lnTo>
                  <a:pt x="7235" y="2665"/>
                </a:lnTo>
                <a:lnTo>
                  <a:pt x="7234" y="2667"/>
                </a:lnTo>
                <a:lnTo>
                  <a:pt x="7233" y="2668"/>
                </a:lnTo>
                <a:lnTo>
                  <a:pt x="7232" y="2672"/>
                </a:lnTo>
                <a:lnTo>
                  <a:pt x="7230" y="2672"/>
                </a:lnTo>
                <a:lnTo>
                  <a:pt x="7229" y="2673"/>
                </a:lnTo>
                <a:lnTo>
                  <a:pt x="7228" y="2673"/>
                </a:lnTo>
                <a:lnTo>
                  <a:pt x="7227" y="2675"/>
                </a:lnTo>
                <a:lnTo>
                  <a:pt x="7227" y="2676"/>
                </a:lnTo>
                <a:lnTo>
                  <a:pt x="7225" y="2678"/>
                </a:lnTo>
                <a:lnTo>
                  <a:pt x="7224" y="2678"/>
                </a:lnTo>
                <a:lnTo>
                  <a:pt x="7224" y="2679"/>
                </a:lnTo>
                <a:lnTo>
                  <a:pt x="7223" y="2679"/>
                </a:lnTo>
                <a:lnTo>
                  <a:pt x="7224" y="2680"/>
                </a:lnTo>
                <a:lnTo>
                  <a:pt x="7223" y="2681"/>
                </a:lnTo>
                <a:lnTo>
                  <a:pt x="7222" y="2681"/>
                </a:lnTo>
                <a:lnTo>
                  <a:pt x="7223" y="2682"/>
                </a:lnTo>
                <a:lnTo>
                  <a:pt x="7224" y="2681"/>
                </a:lnTo>
                <a:lnTo>
                  <a:pt x="7227" y="2683"/>
                </a:lnTo>
                <a:lnTo>
                  <a:pt x="7226" y="2683"/>
                </a:lnTo>
                <a:lnTo>
                  <a:pt x="7226" y="2684"/>
                </a:lnTo>
                <a:lnTo>
                  <a:pt x="7226" y="2685"/>
                </a:lnTo>
                <a:lnTo>
                  <a:pt x="7225" y="2685"/>
                </a:lnTo>
                <a:lnTo>
                  <a:pt x="7225" y="2686"/>
                </a:lnTo>
                <a:lnTo>
                  <a:pt x="7224" y="2686"/>
                </a:lnTo>
                <a:lnTo>
                  <a:pt x="7223" y="2687"/>
                </a:lnTo>
                <a:lnTo>
                  <a:pt x="7222" y="2686"/>
                </a:lnTo>
                <a:lnTo>
                  <a:pt x="7220" y="2685"/>
                </a:lnTo>
                <a:lnTo>
                  <a:pt x="7219" y="2687"/>
                </a:lnTo>
                <a:lnTo>
                  <a:pt x="7219" y="2689"/>
                </a:lnTo>
                <a:lnTo>
                  <a:pt x="7219" y="2691"/>
                </a:lnTo>
                <a:lnTo>
                  <a:pt x="7219" y="2692"/>
                </a:lnTo>
                <a:lnTo>
                  <a:pt x="7218" y="2693"/>
                </a:lnTo>
                <a:lnTo>
                  <a:pt x="7217" y="2693"/>
                </a:lnTo>
                <a:lnTo>
                  <a:pt x="7216" y="2693"/>
                </a:lnTo>
                <a:lnTo>
                  <a:pt x="7215" y="2692"/>
                </a:lnTo>
                <a:lnTo>
                  <a:pt x="7214" y="2692"/>
                </a:lnTo>
                <a:lnTo>
                  <a:pt x="7213" y="2692"/>
                </a:lnTo>
                <a:lnTo>
                  <a:pt x="7213" y="2693"/>
                </a:lnTo>
                <a:lnTo>
                  <a:pt x="7212" y="2694"/>
                </a:lnTo>
                <a:lnTo>
                  <a:pt x="7211" y="2695"/>
                </a:lnTo>
                <a:lnTo>
                  <a:pt x="7210" y="2696"/>
                </a:lnTo>
                <a:lnTo>
                  <a:pt x="7211" y="2697"/>
                </a:lnTo>
                <a:lnTo>
                  <a:pt x="7212" y="2698"/>
                </a:lnTo>
                <a:lnTo>
                  <a:pt x="7213" y="2699"/>
                </a:lnTo>
                <a:lnTo>
                  <a:pt x="7213" y="2700"/>
                </a:lnTo>
                <a:lnTo>
                  <a:pt x="7212" y="2700"/>
                </a:lnTo>
                <a:lnTo>
                  <a:pt x="7211" y="2699"/>
                </a:lnTo>
                <a:lnTo>
                  <a:pt x="7210" y="2699"/>
                </a:lnTo>
                <a:lnTo>
                  <a:pt x="7211" y="2701"/>
                </a:lnTo>
                <a:lnTo>
                  <a:pt x="7212" y="2701"/>
                </a:lnTo>
                <a:lnTo>
                  <a:pt x="7212" y="2702"/>
                </a:lnTo>
                <a:lnTo>
                  <a:pt x="7212" y="2703"/>
                </a:lnTo>
                <a:lnTo>
                  <a:pt x="7212" y="2704"/>
                </a:lnTo>
                <a:lnTo>
                  <a:pt x="7213" y="2705"/>
                </a:lnTo>
                <a:lnTo>
                  <a:pt x="7214" y="2706"/>
                </a:lnTo>
                <a:lnTo>
                  <a:pt x="7214" y="2707"/>
                </a:lnTo>
                <a:lnTo>
                  <a:pt x="7213" y="2708"/>
                </a:lnTo>
                <a:lnTo>
                  <a:pt x="7213" y="2709"/>
                </a:lnTo>
                <a:lnTo>
                  <a:pt x="7213" y="2710"/>
                </a:lnTo>
                <a:lnTo>
                  <a:pt x="7209" y="2708"/>
                </a:lnTo>
                <a:lnTo>
                  <a:pt x="7210" y="2710"/>
                </a:lnTo>
                <a:lnTo>
                  <a:pt x="7209" y="2711"/>
                </a:lnTo>
                <a:lnTo>
                  <a:pt x="7209" y="2712"/>
                </a:lnTo>
                <a:lnTo>
                  <a:pt x="7208" y="2712"/>
                </a:lnTo>
                <a:lnTo>
                  <a:pt x="7209" y="2713"/>
                </a:lnTo>
                <a:lnTo>
                  <a:pt x="7210" y="2715"/>
                </a:lnTo>
                <a:lnTo>
                  <a:pt x="7211" y="2715"/>
                </a:lnTo>
                <a:lnTo>
                  <a:pt x="7212" y="2714"/>
                </a:lnTo>
                <a:lnTo>
                  <a:pt x="7212" y="2715"/>
                </a:lnTo>
                <a:lnTo>
                  <a:pt x="7213" y="2715"/>
                </a:lnTo>
                <a:lnTo>
                  <a:pt x="7212" y="2716"/>
                </a:lnTo>
                <a:lnTo>
                  <a:pt x="7212" y="2717"/>
                </a:lnTo>
                <a:lnTo>
                  <a:pt x="7212" y="2718"/>
                </a:lnTo>
                <a:lnTo>
                  <a:pt x="7211" y="2718"/>
                </a:lnTo>
                <a:lnTo>
                  <a:pt x="7211" y="2719"/>
                </a:lnTo>
                <a:lnTo>
                  <a:pt x="7210" y="2719"/>
                </a:lnTo>
                <a:lnTo>
                  <a:pt x="7209" y="2720"/>
                </a:lnTo>
                <a:lnTo>
                  <a:pt x="7208" y="2720"/>
                </a:lnTo>
                <a:lnTo>
                  <a:pt x="7206" y="2722"/>
                </a:lnTo>
                <a:lnTo>
                  <a:pt x="7205" y="2723"/>
                </a:lnTo>
                <a:lnTo>
                  <a:pt x="7204" y="2724"/>
                </a:lnTo>
                <a:lnTo>
                  <a:pt x="7203" y="2725"/>
                </a:lnTo>
                <a:lnTo>
                  <a:pt x="7202" y="2725"/>
                </a:lnTo>
                <a:lnTo>
                  <a:pt x="7201" y="2727"/>
                </a:lnTo>
                <a:lnTo>
                  <a:pt x="7200" y="2727"/>
                </a:lnTo>
                <a:lnTo>
                  <a:pt x="7200" y="2728"/>
                </a:lnTo>
                <a:lnTo>
                  <a:pt x="7200" y="2730"/>
                </a:lnTo>
                <a:lnTo>
                  <a:pt x="7201" y="2732"/>
                </a:lnTo>
                <a:lnTo>
                  <a:pt x="7202" y="2734"/>
                </a:lnTo>
                <a:lnTo>
                  <a:pt x="7202" y="2735"/>
                </a:lnTo>
                <a:lnTo>
                  <a:pt x="7203" y="2735"/>
                </a:lnTo>
                <a:lnTo>
                  <a:pt x="7203" y="2736"/>
                </a:lnTo>
                <a:lnTo>
                  <a:pt x="7204" y="2736"/>
                </a:lnTo>
                <a:lnTo>
                  <a:pt x="7204" y="2738"/>
                </a:lnTo>
                <a:lnTo>
                  <a:pt x="7205" y="2740"/>
                </a:lnTo>
                <a:lnTo>
                  <a:pt x="7203" y="2741"/>
                </a:lnTo>
                <a:lnTo>
                  <a:pt x="7204" y="2742"/>
                </a:lnTo>
                <a:lnTo>
                  <a:pt x="7204" y="2743"/>
                </a:lnTo>
                <a:lnTo>
                  <a:pt x="7203" y="2743"/>
                </a:lnTo>
                <a:lnTo>
                  <a:pt x="7203" y="2744"/>
                </a:lnTo>
                <a:lnTo>
                  <a:pt x="7203" y="2745"/>
                </a:lnTo>
                <a:lnTo>
                  <a:pt x="7203" y="2746"/>
                </a:lnTo>
                <a:lnTo>
                  <a:pt x="7203" y="2747"/>
                </a:lnTo>
                <a:lnTo>
                  <a:pt x="7202" y="2748"/>
                </a:lnTo>
                <a:lnTo>
                  <a:pt x="7202" y="2747"/>
                </a:lnTo>
                <a:lnTo>
                  <a:pt x="7201" y="2747"/>
                </a:lnTo>
                <a:lnTo>
                  <a:pt x="7200" y="2748"/>
                </a:lnTo>
                <a:lnTo>
                  <a:pt x="7201" y="2748"/>
                </a:lnTo>
                <a:lnTo>
                  <a:pt x="7200" y="2749"/>
                </a:lnTo>
                <a:lnTo>
                  <a:pt x="7199" y="2750"/>
                </a:lnTo>
                <a:lnTo>
                  <a:pt x="7199" y="2751"/>
                </a:lnTo>
                <a:lnTo>
                  <a:pt x="7198" y="2752"/>
                </a:lnTo>
                <a:lnTo>
                  <a:pt x="7197" y="2753"/>
                </a:lnTo>
                <a:lnTo>
                  <a:pt x="7197" y="2754"/>
                </a:lnTo>
                <a:lnTo>
                  <a:pt x="7196" y="2755"/>
                </a:lnTo>
                <a:lnTo>
                  <a:pt x="7196" y="2756"/>
                </a:lnTo>
                <a:lnTo>
                  <a:pt x="7195" y="2756"/>
                </a:lnTo>
                <a:lnTo>
                  <a:pt x="7192" y="2757"/>
                </a:lnTo>
                <a:lnTo>
                  <a:pt x="7191" y="2757"/>
                </a:lnTo>
                <a:lnTo>
                  <a:pt x="7190" y="2756"/>
                </a:lnTo>
                <a:lnTo>
                  <a:pt x="7189" y="2757"/>
                </a:lnTo>
                <a:lnTo>
                  <a:pt x="7187" y="2757"/>
                </a:lnTo>
                <a:lnTo>
                  <a:pt x="7186" y="2757"/>
                </a:lnTo>
                <a:lnTo>
                  <a:pt x="7185" y="2757"/>
                </a:lnTo>
                <a:lnTo>
                  <a:pt x="7184" y="2758"/>
                </a:lnTo>
                <a:lnTo>
                  <a:pt x="7183" y="2758"/>
                </a:lnTo>
                <a:lnTo>
                  <a:pt x="7182" y="2759"/>
                </a:lnTo>
                <a:lnTo>
                  <a:pt x="7180" y="2760"/>
                </a:lnTo>
                <a:lnTo>
                  <a:pt x="7179" y="2760"/>
                </a:lnTo>
                <a:lnTo>
                  <a:pt x="7177" y="2761"/>
                </a:lnTo>
                <a:lnTo>
                  <a:pt x="7176" y="2761"/>
                </a:lnTo>
                <a:lnTo>
                  <a:pt x="7174" y="2762"/>
                </a:lnTo>
                <a:lnTo>
                  <a:pt x="7174" y="2763"/>
                </a:lnTo>
                <a:lnTo>
                  <a:pt x="7175" y="2763"/>
                </a:lnTo>
                <a:lnTo>
                  <a:pt x="7174" y="2765"/>
                </a:lnTo>
                <a:lnTo>
                  <a:pt x="7173" y="2766"/>
                </a:lnTo>
                <a:lnTo>
                  <a:pt x="7173" y="2767"/>
                </a:lnTo>
                <a:lnTo>
                  <a:pt x="7172" y="2768"/>
                </a:lnTo>
                <a:lnTo>
                  <a:pt x="7171" y="2768"/>
                </a:lnTo>
                <a:lnTo>
                  <a:pt x="7171" y="2769"/>
                </a:lnTo>
                <a:lnTo>
                  <a:pt x="7170" y="2769"/>
                </a:lnTo>
                <a:lnTo>
                  <a:pt x="7169" y="2769"/>
                </a:lnTo>
                <a:lnTo>
                  <a:pt x="7169" y="2770"/>
                </a:lnTo>
                <a:lnTo>
                  <a:pt x="7168" y="2770"/>
                </a:lnTo>
                <a:lnTo>
                  <a:pt x="7167" y="2770"/>
                </a:lnTo>
                <a:lnTo>
                  <a:pt x="7167" y="2771"/>
                </a:lnTo>
                <a:lnTo>
                  <a:pt x="7166" y="2772"/>
                </a:lnTo>
                <a:lnTo>
                  <a:pt x="7164" y="2773"/>
                </a:lnTo>
                <a:lnTo>
                  <a:pt x="7164" y="2772"/>
                </a:lnTo>
                <a:lnTo>
                  <a:pt x="7163" y="2773"/>
                </a:lnTo>
                <a:lnTo>
                  <a:pt x="7163" y="2774"/>
                </a:lnTo>
                <a:lnTo>
                  <a:pt x="7163" y="2775"/>
                </a:lnTo>
                <a:lnTo>
                  <a:pt x="7162" y="2775"/>
                </a:lnTo>
                <a:lnTo>
                  <a:pt x="7161" y="2775"/>
                </a:lnTo>
                <a:lnTo>
                  <a:pt x="7161" y="2776"/>
                </a:lnTo>
                <a:lnTo>
                  <a:pt x="7160" y="2776"/>
                </a:lnTo>
                <a:lnTo>
                  <a:pt x="7159" y="2777"/>
                </a:lnTo>
                <a:lnTo>
                  <a:pt x="7158" y="2778"/>
                </a:lnTo>
                <a:lnTo>
                  <a:pt x="7157" y="2778"/>
                </a:lnTo>
                <a:lnTo>
                  <a:pt x="7156" y="2778"/>
                </a:lnTo>
                <a:lnTo>
                  <a:pt x="7156" y="2779"/>
                </a:lnTo>
                <a:lnTo>
                  <a:pt x="7155" y="2779"/>
                </a:lnTo>
                <a:lnTo>
                  <a:pt x="7155" y="2780"/>
                </a:lnTo>
                <a:lnTo>
                  <a:pt x="7154" y="2780"/>
                </a:lnTo>
                <a:lnTo>
                  <a:pt x="7153" y="2781"/>
                </a:lnTo>
                <a:lnTo>
                  <a:pt x="7150" y="2782"/>
                </a:lnTo>
                <a:lnTo>
                  <a:pt x="7149" y="2783"/>
                </a:lnTo>
                <a:lnTo>
                  <a:pt x="7145" y="2785"/>
                </a:lnTo>
                <a:lnTo>
                  <a:pt x="7142" y="2787"/>
                </a:lnTo>
                <a:lnTo>
                  <a:pt x="7141" y="2787"/>
                </a:lnTo>
                <a:lnTo>
                  <a:pt x="7139" y="2788"/>
                </a:lnTo>
                <a:lnTo>
                  <a:pt x="7138" y="2789"/>
                </a:lnTo>
                <a:lnTo>
                  <a:pt x="7137" y="2789"/>
                </a:lnTo>
                <a:lnTo>
                  <a:pt x="7136" y="2789"/>
                </a:lnTo>
                <a:lnTo>
                  <a:pt x="7136" y="2790"/>
                </a:lnTo>
                <a:lnTo>
                  <a:pt x="7137" y="2791"/>
                </a:lnTo>
                <a:lnTo>
                  <a:pt x="7136" y="2791"/>
                </a:lnTo>
                <a:lnTo>
                  <a:pt x="7136" y="2792"/>
                </a:lnTo>
                <a:lnTo>
                  <a:pt x="7135" y="2792"/>
                </a:lnTo>
                <a:lnTo>
                  <a:pt x="7135" y="2791"/>
                </a:lnTo>
                <a:lnTo>
                  <a:pt x="7134" y="2791"/>
                </a:lnTo>
                <a:lnTo>
                  <a:pt x="7133" y="2791"/>
                </a:lnTo>
                <a:lnTo>
                  <a:pt x="7132" y="2792"/>
                </a:lnTo>
                <a:lnTo>
                  <a:pt x="7131" y="2792"/>
                </a:lnTo>
                <a:lnTo>
                  <a:pt x="7129" y="2794"/>
                </a:lnTo>
                <a:lnTo>
                  <a:pt x="7126" y="2795"/>
                </a:lnTo>
                <a:lnTo>
                  <a:pt x="7125" y="2796"/>
                </a:lnTo>
                <a:lnTo>
                  <a:pt x="7124" y="2796"/>
                </a:lnTo>
                <a:lnTo>
                  <a:pt x="7123" y="2797"/>
                </a:lnTo>
                <a:lnTo>
                  <a:pt x="7122" y="2799"/>
                </a:lnTo>
                <a:lnTo>
                  <a:pt x="7121" y="2800"/>
                </a:lnTo>
                <a:lnTo>
                  <a:pt x="7121" y="2801"/>
                </a:lnTo>
                <a:lnTo>
                  <a:pt x="7119" y="2805"/>
                </a:lnTo>
                <a:lnTo>
                  <a:pt x="7120" y="2806"/>
                </a:lnTo>
                <a:lnTo>
                  <a:pt x="7121" y="2809"/>
                </a:lnTo>
                <a:lnTo>
                  <a:pt x="7121" y="2810"/>
                </a:lnTo>
                <a:lnTo>
                  <a:pt x="7119" y="2810"/>
                </a:lnTo>
                <a:lnTo>
                  <a:pt x="7117" y="2810"/>
                </a:lnTo>
                <a:lnTo>
                  <a:pt x="7117" y="2811"/>
                </a:lnTo>
                <a:lnTo>
                  <a:pt x="7116" y="2811"/>
                </a:lnTo>
                <a:lnTo>
                  <a:pt x="7116" y="2812"/>
                </a:lnTo>
                <a:lnTo>
                  <a:pt x="7114" y="2812"/>
                </a:lnTo>
                <a:lnTo>
                  <a:pt x="7112" y="2813"/>
                </a:lnTo>
                <a:lnTo>
                  <a:pt x="7111" y="2813"/>
                </a:lnTo>
                <a:lnTo>
                  <a:pt x="7110" y="2815"/>
                </a:lnTo>
                <a:lnTo>
                  <a:pt x="7108" y="2815"/>
                </a:lnTo>
                <a:lnTo>
                  <a:pt x="7107" y="2815"/>
                </a:lnTo>
                <a:lnTo>
                  <a:pt x="7106" y="2816"/>
                </a:lnTo>
                <a:lnTo>
                  <a:pt x="7105" y="2816"/>
                </a:lnTo>
                <a:lnTo>
                  <a:pt x="7105" y="2817"/>
                </a:lnTo>
                <a:lnTo>
                  <a:pt x="7104" y="2818"/>
                </a:lnTo>
                <a:lnTo>
                  <a:pt x="7104" y="2819"/>
                </a:lnTo>
                <a:lnTo>
                  <a:pt x="7103" y="2821"/>
                </a:lnTo>
                <a:lnTo>
                  <a:pt x="7102" y="2822"/>
                </a:lnTo>
                <a:lnTo>
                  <a:pt x="7101" y="2822"/>
                </a:lnTo>
                <a:lnTo>
                  <a:pt x="7099" y="2823"/>
                </a:lnTo>
                <a:lnTo>
                  <a:pt x="7098" y="2823"/>
                </a:lnTo>
                <a:lnTo>
                  <a:pt x="7096" y="2824"/>
                </a:lnTo>
                <a:lnTo>
                  <a:pt x="7094" y="2825"/>
                </a:lnTo>
                <a:lnTo>
                  <a:pt x="7092" y="2826"/>
                </a:lnTo>
                <a:lnTo>
                  <a:pt x="7092" y="2827"/>
                </a:lnTo>
                <a:lnTo>
                  <a:pt x="7091" y="2828"/>
                </a:lnTo>
                <a:lnTo>
                  <a:pt x="7090" y="2827"/>
                </a:lnTo>
                <a:lnTo>
                  <a:pt x="7089" y="2828"/>
                </a:lnTo>
                <a:lnTo>
                  <a:pt x="7089" y="2830"/>
                </a:lnTo>
                <a:lnTo>
                  <a:pt x="7088" y="2830"/>
                </a:lnTo>
                <a:lnTo>
                  <a:pt x="7087" y="2829"/>
                </a:lnTo>
                <a:lnTo>
                  <a:pt x="7087" y="2828"/>
                </a:lnTo>
                <a:lnTo>
                  <a:pt x="7086" y="2828"/>
                </a:lnTo>
                <a:lnTo>
                  <a:pt x="7085" y="2829"/>
                </a:lnTo>
                <a:lnTo>
                  <a:pt x="7084" y="2829"/>
                </a:lnTo>
                <a:lnTo>
                  <a:pt x="7084" y="2830"/>
                </a:lnTo>
                <a:lnTo>
                  <a:pt x="7083" y="2830"/>
                </a:lnTo>
                <a:lnTo>
                  <a:pt x="7082" y="2831"/>
                </a:lnTo>
                <a:lnTo>
                  <a:pt x="7081" y="2831"/>
                </a:lnTo>
                <a:lnTo>
                  <a:pt x="7080" y="2831"/>
                </a:lnTo>
                <a:lnTo>
                  <a:pt x="7080" y="2832"/>
                </a:lnTo>
                <a:lnTo>
                  <a:pt x="7080" y="2833"/>
                </a:lnTo>
                <a:lnTo>
                  <a:pt x="7079" y="2833"/>
                </a:lnTo>
                <a:lnTo>
                  <a:pt x="7079" y="2834"/>
                </a:lnTo>
                <a:lnTo>
                  <a:pt x="7078" y="2835"/>
                </a:lnTo>
                <a:lnTo>
                  <a:pt x="7076" y="2836"/>
                </a:lnTo>
                <a:lnTo>
                  <a:pt x="7076" y="2835"/>
                </a:lnTo>
                <a:lnTo>
                  <a:pt x="7075" y="2835"/>
                </a:lnTo>
                <a:lnTo>
                  <a:pt x="7074" y="2835"/>
                </a:lnTo>
                <a:lnTo>
                  <a:pt x="7073" y="2836"/>
                </a:lnTo>
                <a:lnTo>
                  <a:pt x="7074" y="2838"/>
                </a:lnTo>
                <a:lnTo>
                  <a:pt x="7073" y="2838"/>
                </a:lnTo>
                <a:lnTo>
                  <a:pt x="7072" y="2837"/>
                </a:lnTo>
                <a:lnTo>
                  <a:pt x="7071" y="2837"/>
                </a:lnTo>
                <a:lnTo>
                  <a:pt x="7070" y="2837"/>
                </a:lnTo>
                <a:lnTo>
                  <a:pt x="7069" y="2837"/>
                </a:lnTo>
                <a:lnTo>
                  <a:pt x="7067" y="2840"/>
                </a:lnTo>
                <a:lnTo>
                  <a:pt x="7067" y="2841"/>
                </a:lnTo>
                <a:lnTo>
                  <a:pt x="7066" y="2841"/>
                </a:lnTo>
                <a:lnTo>
                  <a:pt x="7066" y="2842"/>
                </a:lnTo>
                <a:lnTo>
                  <a:pt x="7066" y="2843"/>
                </a:lnTo>
                <a:lnTo>
                  <a:pt x="7066" y="2844"/>
                </a:lnTo>
                <a:lnTo>
                  <a:pt x="7066" y="2846"/>
                </a:lnTo>
                <a:lnTo>
                  <a:pt x="7066" y="2850"/>
                </a:lnTo>
                <a:lnTo>
                  <a:pt x="7065" y="2850"/>
                </a:lnTo>
                <a:lnTo>
                  <a:pt x="7065" y="2851"/>
                </a:lnTo>
                <a:lnTo>
                  <a:pt x="7065" y="2852"/>
                </a:lnTo>
                <a:lnTo>
                  <a:pt x="7065" y="2853"/>
                </a:lnTo>
                <a:lnTo>
                  <a:pt x="7066" y="2852"/>
                </a:lnTo>
                <a:lnTo>
                  <a:pt x="7067" y="2852"/>
                </a:lnTo>
                <a:lnTo>
                  <a:pt x="7067" y="2853"/>
                </a:lnTo>
                <a:lnTo>
                  <a:pt x="7068" y="2853"/>
                </a:lnTo>
                <a:lnTo>
                  <a:pt x="7068" y="2854"/>
                </a:lnTo>
                <a:lnTo>
                  <a:pt x="7068" y="2855"/>
                </a:lnTo>
                <a:lnTo>
                  <a:pt x="7068" y="2856"/>
                </a:lnTo>
                <a:lnTo>
                  <a:pt x="7069" y="2857"/>
                </a:lnTo>
                <a:lnTo>
                  <a:pt x="7068" y="2858"/>
                </a:lnTo>
                <a:lnTo>
                  <a:pt x="7068" y="2857"/>
                </a:lnTo>
                <a:lnTo>
                  <a:pt x="7067" y="2857"/>
                </a:lnTo>
                <a:lnTo>
                  <a:pt x="7067" y="2856"/>
                </a:lnTo>
                <a:lnTo>
                  <a:pt x="7065" y="2857"/>
                </a:lnTo>
                <a:lnTo>
                  <a:pt x="7064" y="2857"/>
                </a:lnTo>
                <a:lnTo>
                  <a:pt x="7062" y="2858"/>
                </a:lnTo>
                <a:lnTo>
                  <a:pt x="7061" y="2858"/>
                </a:lnTo>
                <a:lnTo>
                  <a:pt x="7060" y="2858"/>
                </a:lnTo>
                <a:lnTo>
                  <a:pt x="7058" y="2859"/>
                </a:lnTo>
                <a:lnTo>
                  <a:pt x="7057" y="2859"/>
                </a:lnTo>
                <a:lnTo>
                  <a:pt x="7056" y="2860"/>
                </a:lnTo>
                <a:lnTo>
                  <a:pt x="7056" y="2861"/>
                </a:lnTo>
                <a:lnTo>
                  <a:pt x="7055" y="2861"/>
                </a:lnTo>
                <a:lnTo>
                  <a:pt x="7053" y="2863"/>
                </a:lnTo>
                <a:lnTo>
                  <a:pt x="7052" y="2865"/>
                </a:lnTo>
                <a:lnTo>
                  <a:pt x="7052" y="2866"/>
                </a:lnTo>
                <a:lnTo>
                  <a:pt x="7052" y="2867"/>
                </a:lnTo>
                <a:lnTo>
                  <a:pt x="7051" y="2867"/>
                </a:lnTo>
                <a:lnTo>
                  <a:pt x="7050" y="2868"/>
                </a:lnTo>
                <a:lnTo>
                  <a:pt x="7048" y="2870"/>
                </a:lnTo>
                <a:lnTo>
                  <a:pt x="7047" y="2871"/>
                </a:lnTo>
                <a:lnTo>
                  <a:pt x="7045" y="2874"/>
                </a:lnTo>
                <a:lnTo>
                  <a:pt x="7044" y="2875"/>
                </a:lnTo>
                <a:lnTo>
                  <a:pt x="7044" y="2876"/>
                </a:lnTo>
                <a:lnTo>
                  <a:pt x="7044" y="2877"/>
                </a:lnTo>
                <a:lnTo>
                  <a:pt x="7043" y="2878"/>
                </a:lnTo>
                <a:lnTo>
                  <a:pt x="7043" y="2879"/>
                </a:lnTo>
                <a:lnTo>
                  <a:pt x="7043" y="2880"/>
                </a:lnTo>
                <a:lnTo>
                  <a:pt x="7042" y="2881"/>
                </a:lnTo>
                <a:lnTo>
                  <a:pt x="7042" y="2884"/>
                </a:lnTo>
                <a:lnTo>
                  <a:pt x="7042" y="2887"/>
                </a:lnTo>
                <a:lnTo>
                  <a:pt x="7041" y="2888"/>
                </a:lnTo>
                <a:lnTo>
                  <a:pt x="7041" y="2889"/>
                </a:lnTo>
                <a:lnTo>
                  <a:pt x="7041" y="2891"/>
                </a:lnTo>
                <a:lnTo>
                  <a:pt x="7041" y="2893"/>
                </a:lnTo>
                <a:lnTo>
                  <a:pt x="7040" y="2895"/>
                </a:lnTo>
                <a:lnTo>
                  <a:pt x="7040" y="2898"/>
                </a:lnTo>
                <a:lnTo>
                  <a:pt x="7040" y="2899"/>
                </a:lnTo>
                <a:lnTo>
                  <a:pt x="7040" y="2900"/>
                </a:lnTo>
                <a:lnTo>
                  <a:pt x="7039" y="2905"/>
                </a:lnTo>
                <a:lnTo>
                  <a:pt x="7038" y="2906"/>
                </a:lnTo>
                <a:lnTo>
                  <a:pt x="7038" y="2908"/>
                </a:lnTo>
                <a:lnTo>
                  <a:pt x="7038" y="2911"/>
                </a:lnTo>
                <a:lnTo>
                  <a:pt x="7038" y="2912"/>
                </a:lnTo>
                <a:lnTo>
                  <a:pt x="7037" y="2912"/>
                </a:lnTo>
                <a:lnTo>
                  <a:pt x="7037" y="2914"/>
                </a:lnTo>
                <a:lnTo>
                  <a:pt x="7036" y="2916"/>
                </a:lnTo>
                <a:lnTo>
                  <a:pt x="7036" y="2917"/>
                </a:lnTo>
                <a:lnTo>
                  <a:pt x="7036" y="2918"/>
                </a:lnTo>
                <a:lnTo>
                  <a:pt x="7036" y="2919"/>
                </a:lnTo>
                <a:lnTo>
                  <a:pt x="7035" y="2921"/>
                </a:lnTo>
                <a:lnTo>
                  <a:pt x="7035" y="2925"/>
                </a:lnTo>
                <a:lnTo>
                  <a:pt x="7036" y="2926"/>
                </a:lnTo>
                <a:lnTo>
                  <a:pt x="7036" y="2928"/>
                </a:lnTo>
                <a:lnTo>
                  <a:pt x="7036" y="2929"/>
                </a:lnTo>
                <a:lnTo>
                  <a:pt x="7037" y="2930"/>
                </a:lnTo>
                <a:lnTo>
                  <a:pt x="7037" y="2929"/>
                </a:lnTo>
                <a:lnTo>
                  <a:pt x="7038" y="2929"/>
                </a:lnTo>
                <a:lnTo>
                  <a:pt x="7039" y="2930"/>
                </a:lnTo>
                <a:lnTo>
                  <a:pt x="7041" y="2932"/>
                </a:lnTo>
                <a:lnTo>
                  <a:pt x="7042" y="2934"/>
                </a:lnTo>
                <a:lnTo>
                  <a:pt x="7043" y="2935"/>
                </a:lnTo>
                <a:lnTo>
                  <a:pt x="7045" y="2938"/>
                </a:lnTo>
                <a:lnTo>
                  <a:pt x="7045" y="2939"/>
                </a:lnTo>
                <a:lnTo>
                  <a:pt x="7045" y="2940"/>
                </a:lnTo>
                <a:lnTo>
                  <a:pt x="7044" y="2940"/>
                </a:lnTo>
                <a:lnTo>
                  <a:pt x="7043" y="2941"/>
                </a:lnTo>
                <a:lnTo>
                  <a:pt x="7043" y="2942"/>
                </a:lnTo>
                <a:lnTo>
                  <a:pt x="7044" y="2942"/>
                </a:lnTo>
                <a:lnTo>
                  <a:pt x="7045" y="2941"/>
                </a:lnTo>
                <a:lnTo>
                  <a:pt x="7045" y="2942"/>
                </a:lnTo>
                <a:lnTo>
                  <a:pt x="7045" y="2944"/>
                </a:lnTo>
                <a:lnTo>
                  <a:pt x="7044" y="2944"/>
                </a:lnTo>
                <a:lnTo>
                  <a:pt x="7043" y="2944"/>
                </a:lnTo>
                <a:lnTo>
                  <a:pt x="7043" y="2945"/>
                </a:lnTo>
                <a:lnTo>
                  <a:pt x="7043" y="2947"/>
                </a:lnTo>
                <a:lnTo>
                  <a:pt x="7044" y="2947"/>
                </a:lnTo>
                <a:lnTo>
                  <a:pt x="7043" y="2949"/>
                </a:lnTo>
                <a:lnTo>
                  <a:pt x="7043" y="2950"/>
                </a:lnTo>
                <a:lnTo>
                  <a:pt x="7042" y="2950"/>
                </a:lnTo>
                <a:lnTo>
                  <a:pt x="7042" y="2951"/>
                </a:lnTo>
                <a:lnTo>
                  <a:pt x="7042" y="2950"/>
                </a:lnTo>
                <a:lnTo>
                  <a:pt x="7040" y="2951"/>
                </a:lnTo>
                <a:lnTo>
                  <a:pt x="7041" y="2952"/>
                </a:lnTo>
                <a:lnTo>
                  <a:pt x="7041" y="2951"/>
                </a:lnTo>
                <a:lnTo>
                  <a:pt x="7041" y="2952"/>
                </a:lnTo>
                <a:lnTo>
                  <a:pt x="7041" y="2953"/>
                </a:lnTo>
                <a:lnTo>
                  <a:pt x="7040" y="2955"/>
                </a:lnTo>
                <a:lnTo>
                  <a:pt x="7039" y="2955"/>
                </a:lnTo>
                <a:lnTo>
                  <a:pt x="7039" y="2956"/>
                </a:lnTo>
                <a:lnTo>
                  <a:pt x="7037" y="2956"/>
                </a:lnTo>
                <a:lnTo>
                  <a:pt x="7035" y="2956"/>
                </a:lnTo>
                <a:lnTo>
                  <a:pt x="7035" y="2957"/>
                </a:lnTo>
                <a:lnTo>
                  <a:pt x="7034" y="2957"/>
                </a:lnTo>
                <a:lnTo>
                  <a:pt x="7034" y="2958"/>
                </a:lnTo>
                <a:lnTo>
                  <a:pt x="7033" y="2958"/>
                </a:lnTo>
                <a:lnTo>
                  <a:pt x="7032" y="2959"/>
                </a:lnTo>
                <a:lnTo>
                  <a:pt x="7032" y="2957"/>
                </a:lnTo>
                <a:lnTo>
                  <a:pt x="7031" y="2956"/>
                </a:lnTo>
                <a:lnTo>
                  <a:pt x="7030" y="2957"/>
                </a:lnTo>
                <a:lnTo>
                  <a:pt x="7029" y="2956"/>
                </a:lnTo>
                <a:lnTo>
                  <a:pt x="7029" y="2957"/>
                </a:lnTo>
                <a:lnTo>
                  <a:pt x="7028" y="2958"/>
                </a:lnTo>
                <a:lnTo>
                  <a:pt x="7027" y="2959"/>
                </a:lnTo>
                <a:lnTo>
                  <a:pt x="7027" y="2960"/>
                </a:lnTo>
                <a:lnTo>
                  <a:pt x="7028" y="2961"/>
                </a:lnTo>
                <a:lnTo>
                  <a:pt x="7027" y="2962"/>
                </a:lnTo>
                <a:lnTo>
                  <a:pt x="7026" y="2962"/>
                </a:lnTo>
                <a:lnTo>
                  <a:pt x="7026" y="2963"/>
                </a:lnTo>
                <a:lnTo>
                  <a:pt x="7026" y="2964"/>
                </a:lnTo>
                <a:lnTo>
                  <a:pt x="7025" y="2965"/>
                </a:lnTo>
                <a:lnTo>
                  <a:pt x="7024" y="2968"/>
                </a:lnTo>
                <a:lnTo>
                  <a:pt x="7023" y="2969"/>
                </a:lnTo>
                <a:lnTo>
                  <a:pt x="7023" y="2970"/>
                </a:lnTo>
                <a:lnTo>
                  <a:pt x="7022" y="2971"/>
                </a:lnTo>
                <a:lnTo>
                  <a:pt x="7022" y="2973"/>
                </a:lnTo>
                <a:lnTo>
                  <a:pt x="7022" y="2974"/>
                </a:lnTo>
                <a:lnTo>
                  <a:pt x="7022" y="2975"/>
                </a:lnTo>
                <a:lnTo>
                  <a:pt x="7021" y="2974"/>
                </a:lnTo>
                <a:lnTo>
                  <a:pt x="7019" y="2976"/>
                </a:lnTo>
                <a:lnTo>
                  <a:pt x="7019" y="2977"/>
                </a:lnTo>
                <a:lnTo>
                  <a:pt x="7018" y="2978"/>
                </a:lnTo>
                <a:lnTo>
                  <a:pt x="7018" y="2979"/>
                </a:lnTo>
                <a:lnTo>
                  <a:pt x="7018" y="2980"/>
                </a:lnTo>
                <a:lnTo>
                  <a:pt x="7017" y="2980"/>
                </a:lnTo>
                <a:lnTo>
                  <a:pt x="7016" y="2982"/>
                </a:lnTo>
                <a:lnTo>
                  <a:pt x="7017" y="2983"/>
                </a:lnTo>
                <a:lnTo>
                  <a:pt x="7019" y="2984"/>
                </a:lnTo>
                <a:lnTo>
                  <a:pt x="7019" y="2985"/>
                </a:lnTo>
                <a:lnTo>
                  <a:pt x="7015" y="2989"/>
                </a:lnTo>
                <a:lnTo>
                  <a:pt x="7013" y="2991"/>
                </a:lnTo>
                <a:lnTo>
                  <a:pt x="7010" y="2994"/>
                </a:lnTo>
                <a:lnTo>
                  <a:pt x="7010" y="2996"/>
                </a:lnTo>
                <a:lnTo>
                  <a:pt x="7011" y="2997"/>
                </a:lnTo>
                <a:lnTo>
                  <a:pt x="7011" y="2998"/>
                </a:lnTo>
                <a:lnTo>
                  <a:pt x="7010" y="2998"/>
                </a:lnTo>
                <a:lnTo>
                  <a:pt x="7009" y="2998"/>
                </a:lnTo>
                <a:lnTo>
                  <a:pt x="7009" y="2997"/>
                </a:lnTo>
                <a:lnTo>
                  <a:pt x="7005" y="3000"/>
                </a:lnTo>
                <a:lnTo>
                  <a:pt x="7004" y="3000"/>
                </a:lnTo>
                <a:lnTo>
                  <a:pt x="7004" y="2998"/>
                </a:lnTo>
                <a:lnTo>
                  <a:pt x="7003" y="2999"/>
                </a:lnTo>
                <a:lnTo>
                  <a:pt x="7002" y="2999"/>
                </a:lnTo>
                <a:lnTo>
                  <a:pt x="7003" y="3000"/>
                </a:lnTo>
                <a:lnTo>
                  <a:pt x="7002" y="3001"/>
                </a:lnTo>
                <a:lnTo>
                  <a:pt x="7002" y="3002"/>
                </a:lnTo>
                <a:lnTo>
                  <a:pt x="7000" y="3004"/>
                </a:lnTo>
                <a:lnTo>
                  <a:pt x="7000" y="3005"/>
                </a:lnTo>
                <a:lnTo>
                  <a:pt x="6998" y="3007"/>
                </a:lnTo>
                <a:lnTo>
                  <a:pt x="6997" y="3009"/>
                </a:lnTo>
                <a:lnTo>
                  <a:pt x="6996" y="3010"/>
                </a:lnTo>
                <a:lnTo>
                  <a:pt x="6995" y="3011"/>
                </a:lnTo>
                <a:lnTo>
                  <a:pt x="6994" y="3012"/>
                </a:lnTo>
                <a:lnTo>
                  <a:pt x="6991" y="3013"/>
                </a:lnTo>
                <a:lnTo>
                  <a:pt x="6990" y="3013"/>
                </a:lnTo>
                <a:lnTo>
                  <a:pt x="6989" y="3013"/>
                </a:lnTo>
                <a:lnTo>
                  <a:pt x="6989" y="3012"/>
                </a:lnTo>
                <a:lnTo>
                  <a:pt x="6989" y="3011"/>
                </a:lnTo>
                <a:lnTo>
                  <a:pt x="6990" y="3011"/>
                </a:lnTo>
                <a:lnTo>
                  <a:pt x="6991" y="3009"/>
                </a:lnTo>
                <a:lnTo>
                  <a:pt x="6993" y="3006"/>
                </a:lnTo>
                <a:lnTo>
                  <a:pt x="6994" y="3004"/>
                </a:lnTo>
                <a:lnTo>
                  <a:pt x="6995" y="3004"/>
                </a:lnTo>
                <a:lnTo>
                  <a:pt x="6996" y="3002"/>
                </a:lnTo>
                <a:lnTo>
                  <a:pt x="6998" y="3000"/>
                </a:lnTo>
                <a:lnTo>
                  <a:pt x="7000" y="2999"/>
                </a:lnTo>
                <a:lnTo>
                  <a:pt x="7003" y="2998"/>
                </a:lnTo>
                <a:lnTo>
                  <a:pt x="7003" y="2997"/>
                </a:lnTo>
                <a:lnTo>
                  <a:pt x="7002" y="2997"/>
                </a:lnTo>
                <a:lnTo>
                  <a:pt x="7000" y="2998"/>
                </a:lnTo>
                <a:lnTo>
                  <a:pt x="6999" y="2999"/>
                </a:lnTo>
                <a:lnTo>
                  <a:pt x="6998" y="3000"/>
                </a:lnTo>
                <a:lnTo>
                  <a:pt x="6997" y="3000"/>
                </a:lnTo>
                <a:lnTo>
                  <a:pt x="6996" y="2999"/>
                </a:lnTo>
                <a:lnTo>
                  <a:pt x="6995" y="3001"/>
                </a:lnTo>
                <a:lnTo>
                  <a:pt x="6995" y="3000"/>
                </a:lnTo>
                <a:lnTo>
                  <a:pt x="6994" y="3001"/>
                </a:lnTo>
                <a:lnTo>
                  <a:pt x="6992" y="3002"/>
                </a:lnTo>
                <a:lnTo>
                  <a:pt x="6992" y="3003"/>
                </a:lnTo>
                <a:lnTo>
                  <a:pt x="6991" y="3004"/>
                </a:lnTo>
                <a:lnTo>
                  <a:pt x="6991" y="3003"/>
                </a:lnTo>
                <a:lnTo>
                  <a:pt x="6990" y="3005"/>
                </a:lnTo>
                <a:lnTo>
                  <a:pt x="6988" y="3005"/>
                </a:lnTo>
                <a:lnTo>
                  <a:pt x="6987" y="3006"/>
                </a:lnTo>
                <a:lnTo>
                  <a:pt x="6986" y="3006"/>
                </a:lnTo>
                <a:lnTo>
                  <a:pt x="6986" y="3005"/>
                </a:lnTo>
                <a:lnTo>
                  <a:pt x="6985" y="3005"/>
                </a:lnTo>
                <a:lnTo>
                  <a:pt x="6984" y="3004"/>
                </a:lnTo>
                <a:lnTo>
                  <a:pt x="6984" y="3003"/>
                </a:lnTo>
                <a:lnTo>
                  <a:pt x="6985" y="3002"/>
                </a:lnTo>
                <a:lnTo>
                  <a:pt x="6986" y="3001"/>
                </a:lnTo>
                <a:lnTo>
                  <a:pt x="6985" y="3001"/>
                </a:lnTo>
                <a:lnTo>
                  <a:pt x="6985" y="3000"/>
                </a:lnTo>
                <a:lnTo>
                  <a:pt x="6984" y="3001"/>
                </a:lnTo>
                <a:lnTo>
                  <a:pt x="6984" y="3000"/>
                </a:lnTo>
                <a:lnTo>
                  <a:pt x="6983" y="3000"/>
                </a:lnTo>
                <a:lnTo>
                  <a:pt x="6983" y="2998"/>
                </a:lnTo>
                <a:lnTo>
                  <a:pt x="6983" y="2997"/>
                </a:lnTo>
                <a:lnTo>
                  <a:pt x="6982" y="2996"/>
                </a:lnTo>
                <a:lnTo>
                  <a:pt x="6982" y="2995"/>
                </a:lnTo>
                <a:lnTo>
                  <a:pt x="6982" y="2994"/>
                </a:lnTo>
                <a:lnTo>
                  <a:pt x="6982" y="2995"/>
                </a:lnTo>
                <a:lnTo>
                  <a:pt x="6982" y="2996"/>
                </a:lnTo>
                <a:lnTo>
                  <a:pt x="6983" y="3000"/>
                </a:lnTo>
                <a:lnTo>
                  <a:pt x="6984" y="3001"/>
                </a:lnTo>
                <a:lnTo>
                  <a:pt x="6985" y="3001"/>
                </a:lnTo>
                <a:lnTo>
                  <a:pt x="6985" y="3002"/>
                </a:lnTo>
                <a:lnTo>
                  <a:pt x="6984" y="3002"/>
                </a:lnTo>
                <a:lnTo>
                  <a:pt x="6983" y="3002"/>
                </a:lnTo>
                <a:lnTo>
                  <a:pt x="6983" y="3003"/>
                </a:lnTo>
                <a:lnTo>
                  <a:pt x="6983" y="3005"/>
                </a:lnTo>
                <a:lnTo>
                  <a:pt x="6982" y="3005"/>
                </a:lnTo>
                <a:lnTo>
                  <a:pt x="6982" y="3006"/>
                </a:lnTo>
                <a:lnTo>
                  <a:pt x="6980" y="3007"/>
                </a:lnTo>
                <a:lnTo>
                  <a:pt x="6978" y="3008"/>
                </a:lnTo>
                <a:lnTo>
                  <a:pt x="6977" y="3010"/>
                </a:lnTo>
                <a:lnTo>
                  <a:pt x="6977" y="3011"/>
                </a:lnTo>
                <a:lnTo>
                  <a:pt x="6975" y="3012"/>
                </a:lnTo>
                <a:lnTo>
                  <a:pt x="6972" y="3012"/>
                </a:lnTo>
                <a:lnTo>
                  <a:pt x="6969" y="3013"/>
                </a:lnTo>
                <a:lnTo>
                  <a:pt x="6969" y="3012"/>
                </a:lnTo>
                <a:lnTo>
                  <a:pt x="6967" y="3013"/>
                </a:lnTo>
                <a:lnTo>
                  <a:pt x="6965" y="3013"/>
                </a:lnTo>
                <a:lnTo>
                  <a:pt x="6963" y="3013"/>
                </a:lnTo>
                <a:lnTo>
                  <a:pt x="6961" y="3013"/>
                </a:lnTo>
                <a:lnTo>
                  <a:pt x="6960" y="3013"/>
                </a:lnTo>
                <a:lnTo>
                  <a:pt x="6959" y="3012"/>
                </a:lnTo>
                <a:lnTo>
                  <a:pt x="6958" y="3013"/>
                </a:lnTo>
                <a:lnTo>
                  <a:pt x="6957" y="3011"/>
                </a:lnTo>
                <a:lnTo>
                  <a:pt x="6956" y="3011"/>
                </a:lnTo>
                <a:lnTo>
                  <a:pt x="6955" y="3011"/>
                </a:lnTo>
                <a:lnTo>
                  <a:pt x="6955" y="3012"/>
                </a:lnTo>
                <a:lnTo>
                  <a:pt x="6953" y="3011"/>
                </a:lnTo>
                <a:lnTo>
                  <a:pt x="6950" y="3011"/>
                </a:lnTo>
                <a:lnTo>
                  <a:pt x="6949" y="3011"/>
                </a:lnTo>
                <a:lnTo>
                  <a:pt x="6948" y="3011"/>
                </a:lnTo>
                <a:lnTo>
                  <a:pt x="6947" y="3012"/>
                </a:lnTo>
                <a:lnTo>
                  <a:pt x="6948" y="3011"/>
                </a:lnTo>
                <a:lnTo>
                  <a:pt x="6948" y="3012"/>
                </a:lnTo>
                <a:lnTo>
                  <a:pt x="6947" y="3012"/>
                </a:lnTo>
                <a:lnTo>
                  <a:pt x="6946" y="3012"/>
                </a:lnTo>
                <a:lnTo>
                  <a:pt x="6945" y="3013"/>
                </a:lnTo>
                <a:lnTo>
                  <a:pt x="6944" y="3014"/>
                </a:lnTo>
                <a:lnTo>
                  <a:pt x="6943" y="3014"/>
                </a:lnTo>
                <a:lnTo>
                  <a:pt x="6940" y="3015"/>
                </a:lnTo>
                <a:lnTo>
                  <a:pt x="6939" y="3015"/>
                </a:lnTo>
                <a:lnTo>
                  <a:pt x="6938" y="3015"/>
                </a:lnTo>
                <a:lnTo>
                  <a:pt x="6937" y="3015"/>
                </a:lnTo>
                <a:lnTo>
                  <a:pt x="6936" y="3014"/>
                </a:lnTo>
                <a:lnTo>
                  <a:pt x="6936" y="3015"/>
                </a:lnTo>
                <a:lnTo>
                  <a:pt x="6935" y="3015"/>
                </a:lnTo>
                <a:lnTo>
                  <a:pt x="6935" y="3014"/>
                </a:lnTo>
                <a:lnTo>
                  <a:pt x="6934" y="3015"/>
                </a:lnTo>
                <a:lnTo>
                  <a:pt x="6935" y="3016"/>
                </a:lnTo>
                <a:lnTo>
                  <a:pt x="6937" y="3017"/>
                </a:lnTo>
                <a:lnTo>
                  <a:pt x="6938" y="3018"/>
                </a:lnTo>
                <a:lnTo>
                  <a:pt x="6942" y="3022"/>
                </a:lnTo>
                <a:lnTo>
                  <a:pt x="6941" y="3024"/>
                </a:lnTo>
                <a:lnTo>
                  <a:pt x="6939" y="3023"/>
                </a:lnTo>
                <a:lnTo>
                  <a:pt x="6936" y="3022"/>
                </a:lnTo>
                <a:lnTo>
                  <a:pt x="6935" y="3023"/>
                </a:lnTo>
                <a:lnTo>
                  <a:pt x="6938" y="3024"/>
                </a:lnTo>
                <a:lnTo>
                  <a:pt x="6938" y="3025"/>
                </a:lnTo>
                <a:lnTo>
                  <a:pt x="6937" y="3026"/>
                </a:lnTo>
                <a:lnTo>
                  <a:pt x="6937" y="3027"/>
                </a:lnTo>
                <a:lnTo>
                  <a:pt x="6931" y="3025"/>
                </a:lnTo>
                <a:lnTo>
                  <a:pt x="6931" y="3026"/>
                </a:lnTo>
                <a:lnTo>
                  <a:pt x="6930" y="3027"/>
                </a:lnTo>
                <a:lnTo>
                  <a:pt x="6931" y="3027"/>
                </a:lnTo>
                <a:lnTo>
                  <a:pt x="6933" y="3028"/>
                </a:lnTo>
                <a:lnTo>
                  <a:pt x="6932" y="3030"/>
                </a:lnTo>
                <a:lnTo>
                  <a:pt x="6931" y="3030"/>
                </a:lnTo>
                <a:lnTo>
                  <a:pt x="6930" y="3030"/>
                </a:lnTo>
                <a:lnTo>
                  <a:pt x="6929" y="3029"/>
                </a:lnTo>
                <a:lnTo>
                  <a:pt x="6928" y="3029"/>
                </a:lnTo>
                <a:lnTo>
                  <a:pt x="6927" y="3029"/>
                </a:lnTo>
                <a:lnTo>
                  <a:pt x="6927" y="3030"/>
                </a:lnTo>
                <a:lnTo>
                  <a:pt x="6926" y="3030"/>
                </a:lnTo>
                <a:lnTo>
                  <a:pt x="6927" y="3031"/>
                </a:lnTo>
                <a:lnTo>
                  <a:pt x="6927" y="3032"/>
                </a:lnTo>
                <a:lnTo>
                  <a:pt x="6928" y="3032"/>
                </a:lnTo>
                <a:lnTo>
                  <a:pt x="6929" y="3035"/>
                </a:lnTo>
                <a:lnTo>
                  <a:pt x="6928" y="3035"/>
                </a:lnTo>
                <a:lnTo>
                  <a:pt x="6929" y="3036"/>
                </a:lnTo>
                <a:lnTo>
                  <a:pt x="6930" y="3037"/>
                </a:lnTo>
                <a:lnTo>
                  <a:pt x="6930" y="3036"/>
                </a:lnTo>
                <a:lnTo>
                  <a:pt x="6931" y="3036"/>
                </a:lnTo>
                <a:lnTo>
                  <a:pt x="6936" y="3037"/>
                </a:lnTo>
                <a:lnTo>
                  <a:pt x="6937" y="3038"/>
                </a:lnTo>
                <a:lnTo>
                  <a:pt x="6938" y="3039"/>
                </a:lnTo>
                <a:lnTo>
                  <a:pt x="6940" y="3041"/>
                </a:lnTo>
                <a:lnTo>
                  <a:pt x="6941" y="3043"/>
                </a:lnTo>
                <a:lnTo>
                  <a:pt x="6942" y="3045"/>
                </a:lnTo>
                <a:lnTo>
                  <a:pt x="6943" y="3045"/>
                </a:lnTo>
                <a:lnTo>
                  <a:pt x="6944" y="3047"/>
                </a:lnTo>
                <a:lnTo>
                  <a:pt x="6945" y="3045"/>
                </a:lnTo>
                <a:lnTo>
                  <a:pt x="6946" y="3042"/>
                </a:lnTo>
                <a:lnTo>
                  <a:pt x="6950" y="3037"/>
                </a:lnTo>
                <a:lnTo>
                  <a:pt x="6951" y="3036"/>
                </a:lnTo>
                <a:lnTo>
                  <a:pt x="6951" y="3035"/>
                </a:lnTo>
                <a:lnTo>
                  <a:pt x="6952" y="3034"/>
                </a:lnTo>
                <a:lnTo>
                  <a:pt x="6951" y="3032"/>
                </a:lnTo>
                <a:lnTo>
                  <a:pt x="6949" y="3030"/>
                </a:lnTo>
                <a:lnTo>
                  <a:pt x="6952" y="3028"/>
                </a:lnTo>
                <a:lnTo>
                  <a:pt x="6954" y="3031"/>
                </a:lnTo>
                <a:lnTo>
                  <a:pt x="6955" y="3032"/>
                </a:lnTo>
                <a:lnTo>
                  <a:pt x="6955" y="3033"/>
                </a:lnTo>
                <a:lnTo>
                  <a:pt x="6955" y="3034"/>
                </a:lnTo>
                <a:lnTo>
                  <a:pt x="6953" y="3040"/>
                </a:lnTo>
                <a:lnTo>
                  <a:pt x="6951" y="3044"/>
                </a:lnTo>
                <a:lnTo>
                  <a:pt x="6949" y="3050"/>
                </a:lnTo>
                <a:lnTo>
                  <a:pt x="6948" y="3051"/>
                </a:lnTo>
                <a:lnTo>
                  <a:pt x="6945" y="3055"/>
                </a:lnTo>
                <a:lnTo>
                  <a:pt x="6943" y="3057"/>
                </a:lnTo>
                <a:lnTo>
                  <a:pt x="6938" y="3063"/>
                </a:lnTo>
                <a:lnTo>
                  <a:pt x="6937" y="3063"/>
                </a:lnTo>
                <a:lnTo>
                  <a:pt x="6936" y="3063"/>
                </a:lnTo>
                <a:lnTo>
                  <a:pt x="6932" y="3060"/>
                </a:lnTo>
                <a:lnTo>
                  <a:pt x="6933" y="3059"/>
                </a:lnTo>
                <a:lnTo>
                  <a:pt x="6933" y="3058"/>
                </a:lnTo>
                <a:lnTo>
                  <a:pt x="6933" y="3057"/>
                </a:lnTo>
                <a:lnTo>
                  <a:pt x="6932" y="3056"/>
                </a:lnTo>
                <a:lnTo>
                  <a:pt x="6931" y="3055"/>
                </a:lnTo>
                <a:lnTo>
                  <a:pt x="6929" y="3053"/>
                </a:lnTo>
                <a:lnTo>
                  <a:pt x="6929" y="3052"/>
                </a:lnTo>
                <a:lnTo>
                  <a:pt x="6929" y="3051"/>
                </a:lnTo>
                <a:lnTo>
                  <a:pt x="6929" y="3050"/>
                </a:lnTo>
                <a:lnTo>
                  <a:pt x="6929" y="3049"/>
                </a:lnTo>
                <a:lnTo>
                  <a:pt x="6929" y="3048"/>
                </a:lnTo>
                <a:lnTo>
                  <a:pt x="6929" y="3047"/>
                </a:lnTo>
                <a:lnTo>
                  <a:pt x="6928" y="3046"/>
                </a:lnTo>
                <a:lnTo>
                  <a:pt x="6928" y="3045"/>
                </a:lnTo>
                <a:lnTo>
                  <a:pt x="6927" y="3043"/>
                </a:lnTo>
                <a:lnTo>
                  <a:pt x="6926" y="3043"/>
                </a:lnTo>
                <a:lnTo>
                  <a:pt x="6925" y="3044"/>
                </a:lnTo>
                <a:lnTo>
                  <a:pt x="6926" y="3046"/>
                </a:lnTo>
                <a:lnTo>
                  <a:pt x="6926" y="3047"/>
                </a:lnTo>
                <a:lnTo>
                  <a:pt x="6927" y="3048"/>
                </a:lnTo>
                <a:lnTo>
                  <a:pt x="6927" y="3049"/>
                </a:lnTo>
                <a:lnTo>
                  <a:pt x="6927" y="3052"/>
                </a:lnTo>
                <a:lnTo>
                  <a:pt x="6927" y="3054"/>
                </a:lnTo>
                <a:lnTo>
                  <a:pt x="6928" y="3056"/>
                </a:lnTo>
                <a:lnTo>
                  <a:pt x="6928" y="3057"/>
                </a:lnTo>
                <a:lnTo>
                  <a:pt x="6928" y="3058"/>
                </a:lnTo>
                <a:lnTo>
                  <a:pt x="6927" y="3058"/>
                </a:lnTo>
                <a:lnTo>
                  <a:pt x="6926" y="3057"/>
                </a:lnTo>
                <a:lnTo>
                  <a:pt x="6925" y="3057"/>
                </a:lnTo>
                <a:lnTo>
                  <a:pt x="6923" y="3056"/>
                </a:lnTo>
                <a:lnTo>
                  <a:pt x="6922" y="3056"/>
                </a:lnTo>
                <a:lnTo>
                  <a:pt x="6921" y="3049"/>
                </a:lnTo>
                <a:lnTo>
                  <a:pt x="6921" y="3047"/>
                </a:lnTo>
                <a:lnTo>
                  <a:pt x="6920" y="3046"/>
                </a:lnTo>
                <a:lnTo>
                  <a:pt x="6921" y="3044"/>
                </a:lnTo>
                <a:lnTo>
                  <a:pt x="6923" y="3042"/>
                </a:lnTo>
                <a:lnTo>
                  <a:pt x="6926" y="3039"/>
                </a:lnTo>
                <a:lnTo>
                  <a:pt x="6927" y="3039"/>
                </a:lnTo>
                <a:lnTo>
                  <a:pt x="6928" y="3038"/>
                </a:lnTo>
                <a:lnTo>
                  <a:pt x="6929" y="3037"/>
                </a:lnTo>
                <a:lnTo>
                  <a:pt x="6928" y="3036"/>
                </a:lnTo>
                <a:lnTo>
                  <a:pt x="6927" y="3036"/>
                </a:lnTo>
                <a:lnTo>
                  <a:pt x="6927" y="3037"/>
                </a:lnTo>
                <a:lnTo>
                  <a:pt x="6926" y="3037"/>
                </a:lnTo>
                <a:lnTo>
                  <a:pt x="6922" y="3040"/>
                </a:lnTo>
                <a:lnTo>
                  <a:pt x="6920" y="3042"/>
                </a:lnTo>
                <a:lnTo>
                  <a:pt x="6920" y="3043"/>
                </a:lnTo>
                <a:lnTo>
                  <a:pt x="6920" y="3044"/>
                </a:lnTo>
                <a:lnTo>
                  <a:pt x="6918" y="3047"/>
                </a:lnTo>
                <a:lnTo>
                  <a:pt x="6918" y="3049"/>
                </a:lnTo>
                <a:lnTo>
                  <a:pt x="6919" y="3049"/>
                </a:lnTo>
                <a:lnTo>
                  <a:pt x="6919" y="3050"/>
                </a:lnTo>
                <a:lnTo>
                  <a:pt x="6919" y="3055"/>
                </a:lnTo>
                <a:lnTo>
                  <a:pt x="6915" y="3053"/>
                </a:lnTo>
                <a:lnTo>
                  <a:pt x="6914" y="3053"/>
                </a:lnTo>
                <a:lnTo>
                  <a:pt x="6914" y="3052"/>
                </a:lnTo>
                <a:lnTo>
                  <a:pt x="6913" y="3049"/>
                </a:lnTo>
                <a:lnTo>
                  <a:pt x="6913" y="3047"/>
                </a:lnTo>
                <a:lnTo>
                  <a:pt x="6913" y="3046"/>
                </a:lnTo>
                <a:lnTo>
                  <a:pt x="6913" y="3045"/>
                </a:lnTo>
                <a:lnTo>
                  <a:pt x="6913" y="3044"/>
                </a:lnTo>
                <a:lnTo>
                  <a:pt x="6912" y="3041"/>
                </a:lnTo>
                <a:lnTo>
                  <a:pt x="6911" y="3041"/>
                </a:lnTo>
                <a:lnTo>
                  <a:pt x="6911" y="3042"/>
                </a:lnTo>
                <a:lnTo>
                  <a:pt x="6911" y="3043"/>
                </a:lnTo>
                <a:lnTo>
                  <a:pt x="6911" y="3044"/>
                </a:lnTo>
                <a:lnTo>
                  <a:pt x="6910" y="3044"/>
                </a:lnTo>
                <a:lnTo>
                  <a:pt x="6910" y="3045"/>
                </a:lnTo>
                <a:lnTo>
                  <a:pt x="6909" y="3045"/>
                </a:lnTo>
                <a:lnTo>
                  <a:pt x="6908" y="3044"/>
                </a:lnTo>
                <a:lnTo>
                  <a:pt x="6907" y="3045"/>
                </a:lnTo>
                <a:lnTo>
                  <a:pt x="6905" y="3044"/>
                </a:lnTo>
                <a:lnTo>
                  <a:pt x="6904" y="3044"/>
                </a:lnTo>
                <a:lnTo>
                  <a:pt x="6903" y="3043"/>
                </a:lnTo>
                <a:lnTo>
                  <a:pt x="6902" y="3043"/>
                </a:lnTo>
                <a:lnTo>
                  <a:pt x="6902" y="3042"/>
                </a:lnTo>
                <a:lnTo>
                  <a:pt x="6901" y="3042"/>
                </a:lnTo>
                <a:lnTo>
                  <a:pt x="6899" y="3042"/>
                </a:lnTo>
                <a:lnTo>
                  <a:pt x="6898" y="3042"/>
                </a:lnTo>
                <a:lnTo>
                  <a:pt x="6897" y="3042"/>
                </a:lnTo>
                <a:lnTo>
                  <a:pt x="6897" y="3043"/>
                </a:lnTo>
                <a:lnTo>
                  <a:pt x="6895" y="3043"/>
                </a:lnTo>
                <a:lnTo>
                  <a:pt x="6892" y="3042"/>
                </a:lnTo>
                <a:lnTo>
                  <a:pt x="6890" y="3041"/>
                </a:lnTo>
                <a:lnTo>
                  <a:pt x="6887" y="3038"/>
                </a:lnTo>
                <a:lnTo>
                  <a:pt x="6885" y="3036"/>
                </a:lnTo>
                <a:lnTo>
                  <a:pt x="6882" y="3033"/>
                </a:lnTo>
                <a:lnTo>
                  <a:pt x="6882" y="3032"/>
                </a:lnTo>
                <a:lnTo>
                  <a:pt x="6882" y="3031"/>
                </a:lnTo>
                <a:lnTo>
                  <a:pt x="6881" y="3031"/>
                </a:lnTo>
                <a:lnTo>
                  <a:pt x="6880" y="3028"/>
                </a:lnTo>
                <a:lnTo>
                  <a:pt x="6879" y="3027"/>
                </a:lnTo>
                <a:lnTo>
                  <a:pt x="6878" y="3026"/>
                </a:lnTo>
                <a:lnTo>
                  <a:pt x="6877" y="3024"/>
                </a:lnTo>
                <a:lnTo>
                  <a:pt x="6877" y="3023"/>
                </a:lnTo>
                <a:lnTo>
                  <a:pt x="6876" y="3022"/>
                </a:lnTo>
                <a:lnTo>
                  <a:pt x="6875" y="3021"/>
                </a:lnTo>
                <a:lnTo>
                  <a:pt x="6873" y="3020"/>
                </a:lnTo>
                <a:lnTo>
                  <a:pt x="6874" y="3019"/>
                </a:lnTo>
                <a:lnTo>
                  <a:pt x="6872" y="3018"/>
                </a:lnTo>
                <a:lnTo>
                  <a:pt x="6872" y="3019"/>
                </a:lnTo>
                <a:lnTo>
                  <a:pt x="6871" y="3018"/>
                </a:lnTo>
                <a:lnTo>
                  <a:pt x="6871" y="3017"/>
                </a:lnTo>
                <a:lnTo>
                  <a:pt x="6871" y="3016"/>
                </a:lnTo>
                <a:lnTo>
                  <a:pt x="6871" y="3015"/>
                </a:lnTo>
                <a:lnTo>
                  <a:pt x="6869" y="3015"/>
                </a:lnTo>
                <a:lnTo>
                  <a:pt x="6866" y="3014"/>
                </a:lnTo>
                <a:lnTo>
                  <a:pt x="6866" y="3013"/>
                </a:lnTo>
                <a:lnTo>
                  <a:pt x="6865" y="3012"/>
                </a:lnTo>
                <a:lnTo>
                  <a:pt x="6863" y="3012"/>
                </a:lnTo>
                <a:lnTo>
                  <a:pt x="6862" y="3012"/>
                </a:lnTo>
                <a:lnTo>
                  <a:pt x="6860" y="3011"/>
                </a:lnTo>
                <a:lnTo>
                  <a:pt x="6860" y="3010"/>
                </a:lnTo>
                <a:lnTo>
                  <a:pt x="6859" y="3011"/>
                </a:lnTo>
                <a:lnTo>
                  <a:pt x="6858" y="3012"/>
                </a:lnTo>
                <a:lnTo>
                  <a:pt x="6857" y="3012"/>
                </a:lnTo>
                <a:lnTo>
                  <a:pt x="6856" y="3011"/>
                </a:lnTo>
                <a:lnTo>
                  <a:pt x="6854" y="3011"/>
                </a:lnTo>
                <a:lnTo>
                  <a:pt x="6854" y="3010"/>
                </a:lnTo>
                <a:lnTo>
                  <a:pt x="6853" y="3011"/>
                </a:lnTo>
                <a:lnTo>
                  <a:pt x="6851" y="3011"/>
                </a:lnTo>
                <a:lnTo>
                  <a:pt x="6850" y="3011"/>
                </a:lnTo>
                <a:lnTo>
                  <a:pt x="6847" y="3012"/>
                </a:lnTo>
                <a:lnTo>
                  <a:pt x="6845" y="3012"/>
                </a:lnTo>
                <a:lnTo>
                  <a:pt x="6845" y="3013"/>
                </a:lnTo>
                <a:lnTo>
                  <a:pt x="6843" y="3013"/>
                </a:lnTo>
                <a:lnTo>
                  <a:pt x="6841" y="3014"/>
                </a:lnTo>
                <a:lnTo>
                  <a:pt x="6842" y="3015"/>
                </a:lnTo>
                <a:lnTo>
                  <a:pt x="6842" y="3017"/>
                </a:lnTo>
                <a:lnTo>
                  <a:pt x="6844" y="3020"/>
                </a:lnTo>
                <a:lnTo>
                  <a:pt x="6843" y="3021"/>
                </a:lnTo>
                <a:lnTo>
                  <a:pt x="6841" y="3022"/>
                </a:lnTo>
                <a:lnTo>
                  <a:pt x="6838" y="3015"/>
                </a:lnTo>
                <a:lnTo>
                  <a:pt x="6837" y="3016"/>
                </a:lnTo>
                <a:lnTo>
                  <a:pt x="6830" y="3020"/>
                </a:lnTo>
                <a:lnTo>
                  <a:pt x="6832" y="3023"/>
                </a:lnTo>
                <a:lnTo>
                  <a:pt x="6833" y="3024"/>
                </a:lnTo>
                <a:lnTo>
                  <a:pt x="6832" y="3025"/>
                </a:lnTo>
                <a:lnTo>
                  <a:pt x="6832" y="3023"/>
                </a:lnTo>
                <a:lnTo>
                  <a:pt x="6831" y="3022"/>
                </a:lnTo>
                <a:lnTo>
                  <a:pt x="6830" y="3022"/>
                </a:lnTo>
                <a:lnTo>
                  <a:pt x="6830" y="3023"/>
                </a:lnTo>
                <a:lnTo>
                  <a:pt x="6831" y="3023"/>
                </a:lnTo>
                <a:lnTo>
                  <a:pt x="6831" y="3024"/>
                </a:lnTo>
                <a:lnTo>
                  <a:pt x="6832" y="3024"/>
                </a:lnTo>
                <a:lnTo>
                  <a:pt x="6832" y="3025"/>
                </a:lnTo>
                <a:lnTo>
                  <a:pt x="6831" y="3025"/>
                </a:lnTo>
                <a:lnTo>
                  <a:pt x="6831" y="3024"/>
                </a:lnTo>
                <a:lnTo>
                  <a:pt x="6829" y="3022"/>
                </a:lnTo>
                <a:lnTo>
                  <a:pt x="6828" y="3022"/>
                </a:lnTo>
                <a:lnTo>
                  <a:pt x="6829" y="3024"/>
                </a:lnTo>
                <a:lnTo>
                  <a:pt x="6831" y="3026"/>
                </a:lnTo>
                <a:lnTo>
                  <a:pt x="6830" y="3026"/>
                </a:lnTo>
                <a:lnTo>
                  <a:pt x="6829" y="3025"/>
                </a:lnTo>
                <a:lnTo>
                  <a:pt x="6827" y="3023"/>
                </a:lnTo>
                <a:lnTo>
                  <a:pt x="6826" y="3024"/>
                </a:lnTo>
                <a:lnTo>
                  <a:pt x="6825" y="3024"/>
                </a:lnTo>
                <a:lnTo>
                  <a:pt x="6824" y="3025"/>
                </a:lnTo>
                <a:lnTo>
                  <a:pt x="6825" y="3025"/>
                </a:lnTo>
                <a:lnTo>
                  <a:pt x="6825" y="3026"/>
                </a:lnTo>
                <a:lnTo>
                  <a:pt x="6826" y="3026"/>
                </a:lnTo>
                <a:lnTo>
                  <a:pt x="6825" y="3026"/>
                </a:lnTo>
                <a:lnTo>
                  <a:pt x="6825" y="3027"/>
                </a:lnTo>
                <a:lnTo>
                  <a:pt x="6823" y="3027"/>
                </a:lnTo>
                <a:lnTo>
                  <a:pt x="6823" y="3028"/>
                </a:lnTo>
                <a:lnTo>
                  <a:pt x="6824" y="3028"/>
                </a:lnTo>
                <a:lnTo>
                  <a:pt x="6824" y="3029"/>
                </a:lnTo>
                <a:lnTo>
                  <a:pt x="6823" y="3029"/>
                </a:lnTo>
                <a:lnTo>
                  <a:pt x="6823" y="3030"/>
                </a:lnTo>
                <a:lnTo>
                  <a:pt x="6822" y="3030"/>
                </a:lnTo>
                <a:lnTo>
                  <a:pt x="6821" y="3030"/>
                </a:lnTo>
                <a:lnTo>
                  <a:pt x="6820" y="3030"/>
                </a:lnTo>
                <a:lnTo>
                  <a:pt x="6820" y="3031"/>
                </a:lnTo>
                <a:lnTo>
                  <a:pt x="6819" y="3033"/>
                </a:lnTo>
                <a:lnTo>
                  <a:pt x="6821" y="3035"/>
                </a:lnTo>
                <a:lnTo>
                  <a:pt x="6828" y="3039"/>
                </a:lnTo>
                <a:lnTo>
                  <a:pt x="6828" y="3040"/>
                </a:lnTo>
                <a:lnTo>
                  <a:pt x="6826" y="3045"/>
                </a:lnTo>
                <a:lnTo>
                  <a:pt x="6825" y="3045"/>
                </a:lnTo>
                <a:lnTo>
                  <a:pt x="6822" y="3045"/>
                </a:lnTo>
                <a:lnTo>
                  <a:pt x="6821" y="3044"/>
                </a:lnTo>
                <a:lnTo>
                  <a:pt x="6815" y="3043"/>
                </a:lnTo>
                <a:lnTo>
                  <a:pt x="6815" y="3042"/>
                </a:lnTo>
                <a:lnTo>
                  <a:pt x="6814" y="3042"/>
                </a:lnTo>
                <a:lnTo>
                  <a:pt x="6811" y="3043"/>
                </a:lnTo>
                <a:lnTo>
                  <a:pt x="6811" y="3044"/>
                </a:lnTo>
                <a:lnTo>
                  <a:pt x="6813" y="3045"/>
                </a:lnTo>
                <a:lnTo>
                  <a:pt x="6815" y="3046"/>
                </a:lnTo>
                <a:lnTo>
                  <a:pt x="6819" y="3047"/>
                </a:lnTo>
                <a:lnTo>
                  <a:pt x="6820" y="3047"/>
                </a:lnTo>
                <a:lnTo>
                  <a:pt x="6820" y="3048"/>
                </a:lnTo>
                <a:lnTo>
                  <a:pt x="6824" y="3049"/>
                </a:lnTo>
                <a:lnTo>
                  <a:pt x="6827" y="3057"/>
                </a:lnTo>
                <a:lnTo>
                  <a:pt x="6827" y="3058"/>
                </a:lnTo>
                <a:lnTo>
                  <a:pt x="6828" y="3058"/>
                </a:lnTo>
                <a:lnTo>
                  <a:pt x="6829" y="3058"/>
                </a:lnTo>
                <a:lnTo>
                  <a:pt x="6830" y="3058"/>
                </a:lnTo>
                <a:lnTo>
                  <a:pt x="6830" y="3059"/>
                </a:lnTo>
                <a:lnTo>
                  <a:pt x="6830" y="3060"/>
                </a:lnTo>
                <a:lnTo>
                  <a:pt x="6830" y="3061"/>
                </a:lnTo>
                <a:lnTo>
                  <a:pt x="6829" y="3062"/>
                </a:lnTo>
                <a:lnTo>
                  <a:pt x="6830" y="3064"/>
                </a:lnTo>
                <a:lnTo>
                  <a:pt x="6830" y="3066"/>
                </a:lnTo>
                <a:lnTo>
                  <a:pt x="6828" y="3065"/>
                </a:lnTo>
                <a:lnTo>
                  <a:pt x="6827" y="3065"/>
                </a:lnTo>
                <a:lnTo>
                  <a:pt x="6827" y="3066"/>
                </a:lnTo>
                <a:lnTo>
                  <a:pt x="6824" y="3064"/>
                </a:lnTo>
                <a:lnTo>
                  <a:pt x="6824" y="3063"/>
                </a:lnTo>
                <a:lnTo>
                  <a:pt x="6823" y="3062"/>
                </a:lnTo>
                <a:lnTo>
                  <a:pt x="6823" y="3061"/>
                </a:lnTo>
                <a:lnTo>
                  <a:pt x="6823" y="3060"/>
                </a:lnTo>
                <a:lnTo>
                  <a:pt x="6822" y="3060"/>
                </a:lnTo>
                <a:lnTo>
                  <a:pt x="6822" y="3059"/>
                </a:lnTo>
                <a:lnTo>
                  <a:pt x="6820" y="3052"/>
                </a:lnTo>
                <a:lnTo>
                  <a:pt x="6819" y="3052"/>
                </a:lnTo>
                <a:lnTo>
                  <a:pt x="6818" y="3051"/>
                </a:lnTo>
                <a:lnTo>
                  <a:pt x="6817" y="3051"/>
                </a:lnTo>
                <a:lnTo>
                  <a:pt x="6817" y="3052"/>
                </a:lnTo>
                <a:lnTo>
                  <a:pt x="6818" y="3052"/>
                </a:lnTo>
                <a:lnTo>
                  <a:pt x="6818" y="3054"/>
                </a:lnTo>
                <a:lnTo>
                  <a:pt x="6819" y="3056"/>
                </a:lnTo>
                <a:lnTo>
                  <a:pt x="6819" y="3057"/>
                </a:lnTo>
                <a:lnTo>
                  <a:pt x="6820" y="3058"/>
                </a:lnTo>
                <a:lnTo>
                  <a:pt x="6820" y="3059"/>
                </a:lnTo>
                <a:lnTo>
                  <a:pt x="6821" y="3061"/>
                </a:lnTo>
                <a:lnTo>
                  <a:pt x="6821" y="3062"/>
                </a:lnTo>
                <a:lnTo>
                  <a:pt x="6822" y="3063"/>
                </a:lnTo>
                <a:lnTo>
                  <a:pt x="6822" y="3064"/>
                </a:lnTo>
                <a:lnTo>
                  <a:pt x="6824" y="3066"/>
                </a:lnTo>
                <a:lnTo>
                  <a:pt x="6823" y="3066"/>
                </a:lnTo>
                <a:lnTo>
                  <a:pt x="6822" y="3066"/>
                </a:lnTo>
                <a:lnTo>
                  <a:pt x="6821" y="3066"/>
                </a:lnTo>
                <a:lnTo>
                  <a:pt x="6820" y="3066"/>
                </a:lnTo>
                <a:lnTo>
                  <a:pt x="6819" y="3065"/>
                </a:lnTo>
                <a:lnTo>
                  <a:pt x="6818" y="3065"/>
                </a:lnTo>
                <a:lnTo>
                  <a:pt x="6817" y="3065"/>
                </a:lnTo>
                <a:lnTo>
                  <a:pt x="6816" y="3064"/>
                </a:lnTo>
                <a:lnTo>
                  <a:pt x="6816" y="3065"/>
                </a:lnTo>
                <a:lnTo>
                  <a:pt x="6814" y="3064"/>
                </a:lnTo>
                <a:lnTo>
                  <a:pt x="6813" y="3064"/>
                </a:lnTo>
                <a:lnTo>
                  <a:pt x="6812" y="3064"/>
                </a:lnTo>
                <a:lnTo>
                  <a:pt x="6812" y="3065"/>
                </a:lnTo>
                <a:lnTo>
                  <a:pt x="6813" y="3066"/>
                </a:lnTo>
                <a:lnTo>
                  <a:pt x="6814" y="3066"/>
                </a:lnTo>
                <a:lnTo>
                  <a:pt x="6816" y="3067"/>
                </a:lnTo>
                <a:lnTo>
                  <a:pt x="6818" y="3067"/>
                </a:lnTo>
                <a:lnTo>
                  <a:pt x="6819" y="3067"/>
                </a:lnTo>
                <a:lnTo>
                  <a:pt x="6819" y="3068"/>
                </a:lnTo>
                <a:lnTo>
                  <a:pt x="6821" y="3068"/>
                </a:lnTo>
                <a:lnTo>
                  <a:pt x="6822" y="3068"/>
                </a:lnTo>
                <a:lnTo>
                  <a:pt x="6825" y="3068"/>
                </a:lnTo>
                <a:lnTo>
                  <a:pt x="6826" y="3068"/>
                </a:lnTo>
                <a:lnTo>
                  <a:pt x="6827" y="3068"/>
                </a:lnTo>
                <a:lnTo>
                  <a:pt x="6827" y="3069"/>
                </a:lnTo>
                <a:lnTo>
                  <a:pt x="6828" y="3069"/>
                </a:lnTo>
                <a:lnTo>
                  <a:pt x="6832" y="3069"/>
                </a:lnTo>
                <a:lnTo>
                  <a:pt x="6833" y="3069"/>
                </a:lnTo>
                <a:lnTo>
                  <a:pt x="6833" y="3070"/>
                </a:lnTo>
                <a:lnTo>
                  <a:pt x="6838" y="3070"/>
                </a:lnTo>
                <a:lnTo>
                  <a:pt x="6838" y="3071"/>
                </a:lnTo>
                <a:lnTo>
                  <a:pt x="6838" y="3072"/>
                </a:lnTo>
                <a:lnTo>
                  <a:pt x="6838" y="3074"/>
                </a:lnTo>
                <a:lnTo>
                  <a:pt x="6829" y="3072"/>
                </a:lnTo>
                <a:lnTo>
                  <a:pt x="6818" y="3070"/>
                </a:lnTo>
                <a:lnTo>
                  <a:pt x="6817" y="3070"/>
                </a:lnTo>
                <a:lnTo>
                  <a:pt x="6816" y="3069"/>
                </a:lnTo>
                <a:lnTo>
                  <a:pt x="6814" y="3069"/>
                </a:lnTo>
                <a:lnTo>
                  <a:pt x="6814" y="3068"/>
                </a:lnTo>
                <a:lnTo>
                  <a:pt x="6812" y="3067"/>
                </a:lnTo>
                <a:lnTo>
                  <a:pt x="6812" y="3066"/>
                </a:lnTo>
                <a:lnTo>
                  <a:pt x="6812" y="3065"/>
                </a:lnTo>
                <a:lnTo>
                  <a:pt x="6811" y="3065"/>
                </a:lnTo>
                <a:lnTo>
                  <a:pt x="6811" y="3066"/>
                </a:lnTo>
                <a:lnTo>
                  <a:pt x="6811" y="3067"/>
                </a:lnTo>
                <a:lnTo>
                  <a:pt x="6811" y="3068"/>
                </a:lnTo>
                <a:lnTo>
                  <a:pt x="6812" y="3068"/>
                </a:lnTo>
                <a:lnTo>
                  <a:pt x="6813" y="3069"/>
                </a:lnTo>
                <a:lnTo>
                  <a:pt x="6814" y="3070"/>
                </a:lnTo>
                <a:lnTo>
                  <a:pt x="6815" y="3071"/>
                </a:lnTo>
                <a:lnTo>
                  <a:pt x="6816" y="3071"/>
                </a:lnTo>
                <a:lnTo>
                  <a:pt x="6816" y="3072"/>
                </a:lnTo>
                <a:lnTo>
                  <a:pt x="6819" y="3072"/>
                </a:lnTo>
                <a:lnTo>
                  <a:pt x="6820" y="3072"/>
                </a:lnTo>
                <a:lnTo>
                  <a:pt x="6821" y="3073"/>
                </a:lnTo>
                <a:lnTo>
                  <a:pt x="6822" y="3073"/>
                </a:lnTo>
                <a:lnTo>
                  <a:pt x="6821" y="3076"/>
                </a:lnTo>
                <a:lnTo>
                  <a:pt x="6823" y="3077"/>
                </a:lnTo>
                <a:lnTo>
                  <a:pt x="6824" y="3074"/>
                </a:lnTo>
                <a:lnTo>
                  <a:pt x="6830" y="3075"/>
                </a:lnTo>
                <a:lnTo>
                  <a:pt x="6829" y="3078"/>
                </a:lnTo>
                <a:lnTo>
                  <a:pt x="6831" y="3078"/>
                </a:lnTo>
                <a:lnTo>
                  <a:pt x="6832" y="3075"/>
                </a:lnTo>
                <a:lnTo>
                  <a:pt x="6835" y="3076"/>
                </a:lnTo>
                <a:lnTo>
                  <a:pt x="6836" y="3076"/>
                </a:lnTo>
                <a:lnTo>
                  <a:pt x="6834" y="3082"/>
                </a:lnTo>
                <a:lnTo>
                  <a:pt x="6833" y="3085"/>
                </a:lnTo>
                <a:lnTo>
                  <a:pt x="6834" y="3086"/>
                </a:lnTo>
                <a:lnTo>
                  <a:pt x="6835" y="3086"/>
                </a:lnTo>
                <a:lnTo>
                  <a:pt x="6834" y="3088"/>
                </a:lnTo>
                <a:lnTo>
                  <a:pt x="6830" y="3087"/>
                </a:lnTo>
                <a:lnTo>
                  <a:pt x="6829" y="3086"/>
                </a:lnTo>
                <a:lnTo>
                  <a:pt x="6828" y="3086"/>
                </a:lnTo>
                <a:lnTo>
                  <a:pt x="6824" y="3085"/>
                </a:lnTo>
                <a:lnTo>
                  <a:pt x="6818" y="3083"/>
                </a:lnTo>
                <a:lnTo>
                  <a:pt x="6817" y="3085"/>
                </a:lnTo>
                <a:lnTo>
                  <a:pt x="6816" y="3085"/>
                </a:lnTo>
                <a:lnTo>
                  <a:pt x="6814" y="3084"/>
                </a:lnTo>
                <a:lnTo>
                  <a:pt x="6814" y="3085"/>
                </a:lnTo>
                <a:lnTo>
                  <a:pt x="6813" y="3085"/>
                </a:lnTo>
                <a:lnTo>
                  <a:pt x="6809" y="3084"/>
                </a:lnTo>
                <a:lnTo>
                  <a:pt x="6809" y="3086"/>
                </a:lnTo>
                <a:lnTo>
                  <a:pt x="6810" y="3086"/>
                </a:lnTo>
                <a:lnTo>
                  <a:pt x="6811" y="3086"/>
                </a:lnTo>
                <a:lnTo>
                  <a:pt x="6812" y="3086"/>
                </a:lnTo>
                <a:lnTo>
                  <a:pt x="6814" y="3087"/>
                </a:lnTo>
                <a:lnTo>
                  <a:pt x="6815" y="3087"/>
                </a:lnTo>
                <a:lnTo>
                  <a:pt x="6817" y="3087"/>
                </a:lnTo>
                <a:lnTo>
                  <a:pt x="6818" y="3087"/>
                </a:lnTo>
                <a:lnTo>
                  <a:pt x="6821" y="3088"/>
                </a:lnTo>
                <a:lnTo>
                  <a:pt x="6821" y="3089"/>
                </a:lnTo>
                <a:lnTo>
                  <a:pt x="6820" y="3091"/>
                </a:lnTo>
                <a:lnTo>
                  <a:pt x="6818" y="3091"/>
                </a:lnTo>
                <a:lnTo>
                  <a:pt x="6811" y="3090"/>
                </a:lnTo>
                <a:lnTo>
                  <a:pt x="6811" y="3092"/>
                </a:lnTo>
                <a:lnTo>
                  <a:pt x="6819" y="3094"/>
                </a:lnTo>
                <a:lnTo>
                  <a:pt x="6818" y="3098"/>
                </a:lnTo>
                <a:lnTo>
                  <a:pt x="6814" y="3097"/>
                </a:lnTo>
                <a:lnTo>
                  <a:pt x="6809" y="3096"/>
                </a:lnTo>
                <a:lnTo>
                  <a:pt x="6807" y="3095"/>
                </a:lnTo>
                <a:lnTo>
                  <a:pt x="6805" y="3095"/>
                </a:lnTo>
                <a:lnTo>
                  <a:pt x="6804" y="3094"/>
                </a:lnTo>
                <a:lnTo>
                  <a:pt x="6803" y="3095"/>
                </a:lnTo>
                <a:lnTo>
                  <a:pt x="6802" y="3096"/>
                </a:lnTo>
                <a:lnTo>
                  <a:pt x="6801" y="3097"/>
                </a:lnTo>
                <a:lnTo>
                  <a:pt x="6800" y="3102"/>
                </a:lnTo>
                <a:lnTo>
                  <a:pt x="6799" y="3102"/>
                </a:lnTo>
                <a:lnTo>
                  <a:pt x="6798" y="3103"/>
                </a:lnTo>
                <a:lnTo>
                  <a:pt x="6798" y="3104"/>
                </a:lnTo>
                <a:lnTo>
                  <a:pt x="6798" y="3105"/>
                </a:lnTo>
                <a:lnTo>
                  <a:pt x="6798" y="3107"/>
                </a:lnTo>
                <a:lnTo>
                  <a:pt x="6797" y="3109"/>
                </a:lnTo>
                <a:lnTo>
                  <a:pt x="6797" y="3110"/>
                </a:lnTo>
                <a:lnTo>
                  <a:pt x="6797" y="3111"/>
                </a:lnTo>
                <a:lnTo>
                  <a:pt x="6798" y="3111"/>
                </a:lnTo>
                <a:lnTo>
                  <a:pt x="6799" y="3112"/>
                </a:lnTo>
                <a:lnTo>
                  <a:pt x="6799" y="3113"/>
                </a:lnTo>
                <a:lnTo>
                  <a:pt x="6798" y="3113"/>
                </a:lnTo>
                <a:lnTo>
                  <a:pt x="6798" y="3114"/>
                </a:lnTo>
                <a:lnTo>
                  <a:pt x="6800" y="3115"/>
                </a:lnTo>
                <a:lnTo>
                  <a:pt x="6801" y="3115"/>
                </a:lnTo>
                <a:lnTo>
                  <a:pt x="6802" y="3115"/>
                </a:lnTo>
                <a:lnTo>
                  <a:pt x="6802" y="3117"/>
                </a:lnTo>
                <a:lnTo>
                  <a:pt x="6802" y="3119"/>
                </a:lnTo>
                <a:lnTo>
                  <a:pt x="6803" y="3123"/>
                </a:lnTo>
                <a:lnTo>
                  <a:pt x="6805" y="3123"/>
                </a:lnTo>
                <a:lnTo>
                  <a:pt x="6805" y="3119"/>
                </a:lnTo>
                <a:lnTo>
                  <a:pt x="6804" y="3117"/>
                </a:lnTo>
                <a:lnTo>
                  <a:pt x="6807" y="3114"/>
                </a:lnTo>
                <a:lnTo>
                  <a:pt x="6814" y="3113"/>
                </a:lnTo>
                <a:lnTo>
                  <a:pt x="6814" y="3114"/>
                </a:lnTo>
                <a:lnTo>
                  <a:pt x="6815" y="3120"/>
                </a:lnTo>
                <a:lnTo>
                  <a:pt x="6817" y="3120"/>
                </a:lnTo>
                <a:lnTo>
                  <a:pt x="6818" y="3120"/>
                </a:lnTo>
                <a:lnTo>
                  <a:pt x="6817" y="3114"/>
                </a:lnTo>
                <a:lnTo>
                  <a:pt x="6819" y="3113"/>
                </a:lnTo>
                <a:lnTo>
                  <a:pt x="6821" y="3130"/>
                </a:lnTo>
                <a:lnTo>
                  <a:pt x="6821" y="3131"/>
                </a:lnTo>
                <a:lnTo>
                  <a:pt x="6804" y="3134"/>
                </a:lnTo>
                <a:lnTo>
                  <a:pt x="6804" y="3132"/>
                </a:lnTo>
                <a:lnTo>
                  <a:pt x="6799" y="3132"/>
                </a:lnTo>
                <a:lnTo>
                  <a:pt x="6799" y="3134"/>
                </a:lnTo>
                <a:lnTo>
                  <a:pt x="6800" y="3135"/>
                </a:lnTo>
                <a:lnTo>
                  <a:pt x="6800" y="3136"/>
                </a:lnTo>
                <a:lnTo>
                  <a:pt x="6801" y="3140"/>
                </a:lnTo>
                <a:lnTo>
                  <a:pt x="6803" y="3139"/>
                </a:lnTo>
                <a:lnTo>
                  <a:pt x="6804" y="3140"/>
                </a:lnTo>
                <a:lnTo>
                  <a:pt x="6804" y="3141"/>
                </a:lnTo>
                <a:lnTo>
                  <a:pt x="6804" y="3143"/>
                </a:lnTo>
                <a:lnTo>
                  <a:pt x="6804" y="3144"/>
                </a:lnTo>
                <a:lnTo>
                  <a:pt x="6803" y="3144"/>
                </a:lnTo>
                <a:lnTo>
                  <a:pt x="6800" y="3145"/>
                </a:lnTo>
                <a:lnTo>
                  <a:pt x="6801" y="3145"/>
                </a:lnTo>
                <a:lnTo>
                  <a:pt x="6802" y="3145"/>
                </a:lnTo>
                <a:lnTo>
                  <a:pt x="6803" y="3148"/>
                </a:lnTo>
                <a:lnTo>
                  <a:pt x="6804" y="3150"/>
                </a:lnTo>
                <a:lnTo>
                  <a:pt x="6803" y="3150"/>
                </a:lnTo>
                <a:lnTo>
                  <a:pt x="6804" y="3150"/>
                </a:lnTo>
                <a:lnTo>
                  <a:pt x="6804" y="3151"/>
                </a:lnTo>
                <a:lnTo>
                  <a:pt x="6805" y="3152"/>
                </a:lnTo>
                <a:lnTo>
                  <a:pt x="6804" y="3152"/>
                </a:lnTo>
                <a:lnTo>
                  <a:pt x="6804" y="3153"/>
                </a:lnTo>
                <a:lnTo>
                  <a:pt x="6805" y="3153"/>
                </a:lnTo>
                <a:lnTo>
                  <a:pt x="6805" y="3154"/>
                </a:lnTo>
                <a:lnTo>
                  <a:pt x="6806" y="3155"/>
                </a:lnTo>
                <a:lnTo>
                  <a:pt x="6807" y="3158"/>
                </a:lnTo>
                <a:lnTo>
                  <a:pt x="6808" y="3158"/>
                </a:lnTo>
                <a:lnTo>
                  <a:pt x="6808" y="3159"/>
                </a:lnTo>
                <a:lnTo>
                  <a:pt x="6808" y="3160"/>
                </a:lnTo>
                <a:lnTo>
                  <a:pt x="6810" y="3163"/>
                </a:lnTo>
                <a:lnTo>
                  <a:pt x="6811" y="3164"/>
                </a:lnTo>
                <a:lnTo>
                  <a:pt x="6812" y="3168"/>
                </a:lnTo>
                <a:lnTo>
                  <a:pt x="6812" y="3169"/>
                </a:lnTo>
                <a:lnTo>
                  <a:pt x="6811" y="3169"/>
                </a:lnTo>
                <a:lnTo>
                  <a:pt x="6812" y="3170"/>
                </a:lnTo>
                <a:lnTo>
                  <a:pt x="6812" y="3169"/>
                </a:lnTo>
                <a:lnTo>
                  <a:pt x="6813" y="3169"/>
                </a:lnTo>
                <a:lnTo>
                  <a:pt x="6813" y="3170"/>
                </a:lnTo>
                <a:lnTo>
                  <a:pt x="6814" y="3171"/>
                </a:lnTo>
                <a:lnTo>
                  <a:pt x="6816" y="3173"/>
                </a:lnTo>
                <a:lnTo>
                  <a:pt x="6817" y="3175"/>
                </a:lnTo>
                <a:lnTo>
                  <a:pt x="6818" y="3176"/>
                </a:lnTo>
                <a:lnTo>
                  <a:pt x="6819" y="3176"/>
                </a:lnTo>
                <a:lnTo>
                  <a:pt x="6819" y="3177"/>
                </a:lnTo>
                <a:lnTo>
                  <a:pt x="6820" y="3179"/>
                </a:lnTo>
                <a:lnTo>
                  <a:pt x="6822" y="3182"/>
                </a:lnTo>
                <a:lnTo>
                  <a:pt x="6823" y="3183"/>
                </a:lnTo>
                <a:lnTo>
                  <a:pt x="6824" y="3185"/>
                </a:lnTo>
                <a:lnTo>
                  <a:pt x="6826" y="3188"/>
                </a:lnTo>
                <a:lnTo>
                  <a:pt x="6826" y="3189"/>
                </a:lnTo>
                <a:lnTo>
                  <a:pt x="6828" y="3191"/>
                </a:lnTo>
                <a:lnTo>
                  <a:pt x="6829" y="3192"/>
                </a:lnTo>
                <a:lnTo>
                  <a:pt x="6830" y="3192"/>
                </a:lnTo>
                <a:lnTo>
                  <a:pt x="6830" y="3193"/>
                </a:lnTo>
                <a:lnTo>
                  <a:pt x="6832" y="3195"/>
                </a:lnTo>
                <a:lnTo>
                  <a:pt x="6831" y="3196"/>
                </a:lnTo>
                <a:lnTo>
                  <a:pt x="6833" y="3197"/>
                </a:lnTo>
                <a:lnTo>
                  <a:pt x="6835" y="3198"/>
                </a:lnTo>
                <a:lnTo>
                  <a:pt x="6836" y="3199"/>
                </a:lnTo>
                <a:lnTo>
                  <a:pt x="6837" y="3200"/>
                </a:lnTo>
                <a:lnTo>
                  <a:pt x="6838" y="3199"/>
                </a:lnTo>
                <a:lnTo>
                  <a:pt x="6837" y="3198"/>
                </a:lnTo>
                <a:lnTo>
                  <a:pt x="6838" y="3197"/>
                </a:lnTo>
                <a:lnTo>
                  <a:pt x="6839" y="3195"/>
                </a:lnTo>
                <a:lnTo>
                  <a:pt x="6840" y="3196"/>
                </a:lnTo>
                <a:lnTo>
                  <a:pt x="6842" y="3194"/>
                </a:lnTo>
                <a:lnTo>
                  <a:pt x="6844" y="3195"/>
                </a:lnTo>
                <a:lnTo>
                  <a:pt x="6847" y="3192"/>
                </a:lnTo>
                <a:lnTo>
                  <a:pt x="6850" y="3192"/>
                </a:lnTo>
                <a:lnTo>
                  <a:pt x="6851" y="3193"/>
                </a:lnTo>
                <a:lnTo>
                  <a:pt x="6847" y="3198"/>
                </a:lnTo>
                <a:lnTo>
                  <a:pt x="6847" y="3199"/>
                </a:lnTo>
                <a:lnTo>
                  <a:pt x="6848" y="3199"/>
                </a:lnTo>
                <a:lnTo>
                  <a:pt x="6853" y="3193"/>
                </a:lnTo>
                <a:lnTo>
                  <a:pt x="6859" y="3189"/>
                </a:lnTo>
                <a:lnTo>
                  <a:pt x="6862" y="3186"/>
                </a:lnTo>
                <a:lnTo>
                  <a:pt x="6864" y="3189"/>
                </a:lnTo>
                <a:lnTo>
                  <a:pt x="6861" y="3191"/>
                </a:lnTo>
                <a:lnTo>
                  <a:pt x="6861" y="3192"/>
                </a:lnTo>
                <a:lnTo>
                  <a:pt x="6861" y="3193"/>
                </a:lnTo>
                <a:lnTo>
                  <a:pt x="6859" y="3195"/>
                </a:lnTo>
                <a:lnTo>
                  <a:pt x="6857" y="3196"/>
                </a:lnTo>
                <a:lnTo>
                  <a:pt x="6854" y="3196"/>
                </a:lnTo>
                <a:lnTo>
                  <a:pt x="6853" y="3197"/>
                </a:lnTo>
                <a:lnTo>
                  <a:pt x="6853" y="3198"/>
                </a:lnTo>
                <a:lnTo>
                  <a:pt x="6855" y="3200"/>
                </a:lnTo>
                <a:lnTo>
                  <a:pt x="6857" y="3199"/>
                </a:lnTo>
                <a:lnTo>
                  <a:pt x="6859" y="3198"/>
                </a:lnTo>
                <a:lnTo>
                  <a:pt x="6859" y="3199"/>
                </a:lnTo>
                <a:lnTo>
                  <a:pt x="6858" y="3199"/>
                </a:lnTo>
                <a:lnTo>
                  <a:pt x="6856" y="3202"/>
                </a:lnTo>
                <a:lnTo>
                  <a:pt x="6851" y="3208"/>
                </a:lnTo>
                <a:lnTo>
                  <a:pt x="6851" y="3209"/>
                </a:lnTo>
                <a:lnTo>
                  <a:pt x="6852" y="3210"/>
                </a:lnTo>
                <a:lnTo>
                  <a:pt x="6851" y="3211"/>
                </a:lnTo>
                <a:lnTo>
                  <a:pt x="6852" y="3212"/>
                </a:lnTo>
                <a:lnTo>
                  <a:pt x="6853" y="3211"/>
                </a:lnTo>
                <a:lnTo>
                  <a:pt x="6854" y="3211"/>
                </a:lnTo>
                <a:lnTo>
                  <a:pt x="6855" y="3211"/>
                </a:lnTo>
                <a:lnTo>
                  <a:pt x="6856" y="3212"/>
                </a:lnTo>
                <a:lnTo>
                  <a:pt x="6856" y="3213"/>
                </a:lnTo>
                <a:lnTo>
                  <a:pt x="6856" y="3214"/>
                </a:lnTo>
                <a:lnTo>
                  <a:pt x="6857" y="3214"/>
                </a:lnTo>
                <a:lnTo>
                  <a:pt x="6858" y="3214"/>
                </a:lnTo>
                <a:lnTo>
                  <a:pt x="6858" y="3213"/>
                </a:lnTo>
                <a:lnTo>
                  <a:pt x="6859" y="3213"/>
                </a:lnTo>
                <a:lnTo>
                  <a:pt x="6861" y="3214"/>
                </a:lnTo>
                <a:lnTo>
                  <a:pt x="6863" y="3214"/>
                </a:lnTo>
                <a:lnTo>
                  <a:pt x="6865" y="3215"/>
                </a:lnTo>
                <a:lnTo>
                  <a:pt x="6867" y="3216"/>
                </a:lnTo>
                <a:lnTo>
                  <a:pt x="6868" y="3216"/>
                </a:lnTo>
                <a:lnTo>
                  <a:pt x="6868" y="3217"/>
                </a:lnTo>
                <a:lnTo>
                  <a:pt x="6869" y="3218"/>
                </a:lnTo>
                <a:lnTo>
                  <a:pt x="6870" y="3218"/>
                </a:lnTo>
                <a:lnTo>
                  <a:pt x="6870" y="3219"/>
                </a:lnTo>
                <a:lnTo>
                  <a:pt x="6870" y="3220"/>
                </a:lnTo>
                <a:lnTo>
                  <a:pt x="6871" y="3220"/>
                </a:lnTo>
                <a:lnTo>
                  <a:pt x="6871" y="3221"/>
                </a:lnTo>
                <a:lnTo>
                  <a:pt x="6872" y="3221"/>
                </a:lnTo>
                <a:lnTo>
                  <a:pt x="6873" y="3221"/>
                </a:lnTo>
                <a:lnTo>
                  <a:pt x="6872" y="3223"/>
                </a:lnTo>
                <a:lnTo>
                  <a:pt x="6875" y="3224"/>
                </a:lnTo>
                <a:lnTo>
                  <a:pt x="6875" y="3223"/>
                </a:lnTo>
                <a:lnTo>
                  <a:pt x="6876" y="3223"/>
                </a:lnTo>
                <a:lnTo>
                  <a:pt x="6876" y="3222"/>
                </a:lnTo>
                <a:lnTo>
                  <a:pt x="6877" y="3221"/>
                </a:lnTo>
                <a:lnTo>
                  <a:pt x="6878" y="3222"/>
                </a:lnTo>
                <a:lnTo>
                  <a:pt x="6880" y="3222"/>
                </a:lnTo>
                <a:lnTo>
                  <a:pt x="6884" y="3224"/>
                </a:lnTo>
                <a:lnTo>
                  <a:pt x="6884" y="3225"/>
                </a:lnTo>
                <a:lnTo>
                  <a:pt x="6885" y="3225"/>
                </a:lnTo>
                <a:lnTo>
                  <a:pt x="6886" y="3225"/>
                </a:lnTo>
                <a:lnTo>
                  <a:pt x="6887" y="3226"/>
                </a:lnTo>
                <a:lnTo>
                  <a:pt x="6887" y="3227"/>
                </a:lnTo>
                <a:lnTo>
                  <a:pt x="6888" y="3227"/>
                </a:lnTo>
                <a:lnTo>
                  <a:pt x="6890" y="3228"/>
                </a:lnTo>
                <a:lnTo>
                  <a:pt x="6890" y="3229"/>
                </a:lnTo>
                <a:lnTo>
                  <a:pt x="6890" y="3230"/>
                </a:lnTo>
                <a:lnTo>
                  <a:pt x="6889" y="3233"/>
                </a:lnTo>
                <a:lnTo>
                  <a:pt x="6890" y="3233"/>
                </a:lnTo>
                <a:lnTo>
                  <a:pt x="6894" y="3231"/>
                </a:lnTo>
                <a:lnTo>
                  <a:pt x="6895" y="3231"/>
                </a:lnTo>
                <a:lnTo>
                  <a:pt x="6897" y="3230"/>
                </a:lnTo>
                <a:lnTo>
                  <a:pt x="6898" y="3230"/>
                </a:lnTo>
                <a:lnTo>
                  <a:pt x="6899" y="3230"/>
                </a:lnTo>
                <a:lnTo>
                  <a:pt x="6900" y="3230"/>
                </a:lnTo>
                <a:lnTo>
                  <a:pt x="6902" y="3231"/>
                </a:lnTo>
                <a:lnTo>
                  <a:pt x="6903" y="3231"/>
                </a:lnTo>
                <a:lnTo>
                  <a:pt x="6904" y="3231"/>
                </a:lnTo>
                <a:lnTo>
                  <a:pt x="6905" y="3231"/>
                </a:lnTo>
                <a:lnTo>
                  <a:pt x="6906" y="3230"/>
                </a:lnTo>
                <a:lnTo>
                  <a:pt x="6908" y="3230"/>
                </a:lnTo>
                <a:lnTo>
                  <a:pt x="6909" y="3231"/>
                </a:lnTo>
                <a:lnTo>
                  <a:pt x="6910" y="3231"/>
                </a:lnTo>
                <a:lnTo>
                  <a:pt x="6911" y="3231"/>
                </a:lnTo>
                <a:lnTo>
                  <a:pt x="6913" y="3231"/>
                </a:lnTo>
                <a:lnTo>
                  <a:pt x="6914" y="3230"/>
                </a:lnTo>
                <a:lnTo>
                  <a:pt x="6915" y="3231"/>
                </a:lnTo>
                <a:lnTo>
                  <a:pt x="6916" y="3231"/>
                </a:lnTo>
                <a:lnTo>
                  <a:pt x="6916" y="3232"/>
                </a:lnTo>
                <a:lnTo>
                  <a:pt x="6917" y="3232"/>
                </a:lnTo>
                <a:lnTo>
                  <a:pt x="6917" y="3231"/>
                </a:lnTo>
                <a:lnTo>
                  <a:pt x="6918" y="3231"/>
                </a:lnTo>
                <a:lnTo>
                  <a:pt x="6919" y="3231"/>
                </a:lnTo>
                <a:lnTo>
                  <a:pt x="6919" y="3233"/>
                </a:lnTo>
                <a:lnTo>
                  <a:pt x="6921" y="3232"/>
                </a:lnTo>
                <a:lnTo>
                  <a:pt x="6922" y="3232"/>
                </a:lnTo>
                <a:lnTo>
                  <a:pt x="6922" y="3231"/>
                </a:lnTo>
                <a:lnTo>
                  <a:pt x="6923" y="3231"/>
                </a:lnTo>
                <a:lnTo>
                  <a:pt x="6925" y="3232"/>
                </a:lnTo>
                <a:lnTo>
                  <a:pt x="6925" y="3231"/>
                </a:lnTo>
                <a:lnTo>
                  <a:pt x="6926" y="3231"/>
                </a:lnTo>
                <a:lnTo>
                  <a:pt x="6926" y="3233"/>
                </a:lnTo>
                <a:lnTo>
                  <a:pt x="6927" y="3234"/>
                </a:lnTo>
                <a:lnTo>
                  <a:pt x="6928" y="3233"/>
                </a:lnTo>
                <a:lnTo>
                  <a:pt x="6927" y="3232"/>
                </a:lnTo>
                <a:lnTo>
                  <a:pt x="6927" y="3231"/>
                </a:lnTo>
                <a:lnTo>
                  <a:pt x="6928" y="3231"/>
                </a:lnTo>
                <a:lnTo>
                  <a:pt x="6929" y="3231"/>
                </a:lnTo>
                <a:lnTo>
                  <a:pt x="6930" y="3232"/>
                </a:lnTo>
                <a:lnTo>
                  <a:pt x="6931" y="3232"/>
                </a:lnTo>
                <a:lnTo>
                  <a:pt x="6930" y="3233"/>
                </a:lnTo>
                <a:lnTo>
                  <a:pt x="6929" y="3233"/>
                </a:lnTo>
                <a:lnTo>
                  <a:pt x="6929" y="3234"/>
                </a:lnTo>
                <a:lnTo>
                  <a:pt x="6932" y="3234"/>
                </a:lnTo>
                <a:lnTo>
                  <a:pt x="6932" y="3233"/>
                </a:lnTo>
                <a:lnTo>
                  <a:pt x="6933" y="3234"/>
                </a:lnTo>
                <a:lnTo>
                  <a:pt x="6934" y="3235"/>
                </a:lnTo>
                <a:lnTo>
                  <a:pt x="6934" y="3238"/>
                </a:lnTo>
                <a:lnTo>
                  <a:pt x="6934" y="3239"/>
                </a:lnTo>
                <a:lnTo>
                  <a:pt x="6935" y="3239"/>
                </a:lnTo>
                <a:lnTo>
                  <a:pt x="6935" y="3237"/>
                </a:lnTo>
                <a:lnTo>
                  <a:pt x="6934" y="3236"/>
                </a:lnTo>
                <a:lnTo>
                  <a:pt x="6934" y="3234"/>
                </a:lnTo>
                <a:lnTo>
                  <a:pt x="6936" y="3233"/>
                </a:lnTo>
                <a:lnTo>
                  <a:pt x="6940" y="3233"/>
                </a:lnTo>
                <a:lnTo>
                  <a:pt x="6945" y="3232"/>
                </a:lnTo>
                <a:lnTo>
                  <a:pt x="6945" y="3233"/>
                </a:lnTo>
                <a:lnTo>
                  <a:pt x="6945" y="3235"/>
                </a:lnTo>
                <a:lnTo>
                  <a:pt x="6944" y="3237"/>
                </a:lnTo>
                <a:lnTo>
                  <a:pt x="6944" y="3238"/>
                </a:lnTo>
                <a:lnTo>
                  <a:pt x="6944" y="3239"/>
                </a:lnTo>
                <a:lnTo>
                  <a:pt x="6945" y="3239"/>
                </a:lnTo>
                <a:lnTo>
                  <a:pt x="6945" y="3238"/>
                </a:lnTo>
                <a:lnTo>
                  <a:pt x="6945" y="3237"/>
                </a:lnTo>
                <a:lnTo>
                  <a:pt x="6946" y="3237"/>
                </a:lnTo>
                <a:lnTo>
                  <a:pt x="6946" y="3236"/>
                </a:lnTo>
                <a:lnTo>
                  <a:pt x="6946" y="3235"/>
                </a:lnTo>
                <a:lnTo>
                  <a:pt x="6946" y="3233"/>
                </a:lnTo>
                <a:lnTo>
                  <a:pt x="6949" y="3233"/>
                </a:lnTo>
                <a:lnTo>
                  <a:pt x="6950" y="3233"/>
                </a:lnTo>
                <a:lnTo>
                  <a:pt x="6952" y="3233"/>
                </a:lnTo>
                <a:lnTo>
                  <a:pt x="6954" y="3233"/>
                </a:lnTo>
                <a:lnTo>
                  <a:pt x="6957" y="3233"/>
                </a:lnTo>
                <a:lnTo>
                  <a:pt x="6958" y="3233"/>
                </a:lnTo>
                <a:lnTo>
                  <a:pt x="6959" y="3234"/>
                </a:lnTo>
                <a:lnTo>
                  <a:pt x="6960" y="3234"/>
                </a:lnTo>
                <a:lnTo>
                  <a:pt x="6960" y="3237"/>
                </a:lnTo>
                <a:lnTo>
                  <a:pt x="6960" y="3238"/>
                </a:lnTo>
                <a:lnTo>
                  <a:pt x="6961" y="3238"/>
                </a:lnTo>
                <a:lnTo>
                  <a:pt x="6961" y="3240"/>
                </a:lnTo>
                <a:lnTo>
                  <a:pt x="6961" y="3242"/>
                </a:lnTo>
                <a:lnTo>
                  <a:pt x="6963" y="3242"/>
                </a:lnTo>
                <a:lnTo>
                  <a:pt x="6964" y="3242"/>
                </a:lnTo>
                <a:lnTo>
                  <a:pt x="6965" y="3244"/>
                </a:lnTo>
                <a:lnTo>
                  <a:pt x="6966" y="3244"/>
                </a:lnTo>
                <a:lnTo>
                  <a:pt x="6966" y="3243"/>
                </a:lnTo>
                <a:lnTo>
                  <a:pt x="6966" y="3242"/>
                </a:lnTo>
                <a:lnTo>
                  <a:pt x="6967" y="3242"/>
                </a:lnTo>
                <a:lnTo>
                  <a:pt x="6968" y="3241"/>
                </a:lnTo>
                <a:lnTo>
                  <a:pt x="6969" y="3241"/>
                </a:lnTo>
                <a:lnTo>
                  <a:pt x="6970" y="3241"/>
                </a:lnTo>
                <a:lnTo>
                  <a:pt x="6970" y="3242"/>
                </a:lnTo>
                <a:lnTo>
                  <a:pt x="6971" y="3242"/>
                </a:lnTo>
                <a:lnTo>
                  <a:pt x="6972" y="3241"/>
                </a:lnTo>
                <a:lnTo>
                  <a:pt x="6975" y="3241"/>
                </a:lnTo>
                <a:lnTo>
                  <a:pt x="6977" y="3242"/>
                </a:lnTo>
                <a:lnTo>
                  <a:pt x="6978" y="3241"/>
                </a:lnTo>
                <a:lnTo>
                  <a:pt x="6978" y="3240"/>
                </a:lnTo>
                <a:lnTo>
                  <a:pt x="6977" y="3240"/>
                </a:lnTo>
                <a:lnTo>
                  <a:pt x="6976" y="3240"/>
                </a:lnTo>
                <a:lnTo>
                  <a:pt x="6975" y="3238"/>
                </a:lnTo>
                <a:lnTo>
                  <a:pt x="6975" y="3236"/>
                </a:lnTo>
                <a:lnTo>
                  <a:pt x="6975" y="3234"/>
                </a:lnTo>
                <a:lnTo>
                  <a:pt x="6976" y="3233"/>
                </a:lnTo>
                <a:lnTo>
                  <a:pt x="6977" y="3232"/>
                </a:lnTo>
                <a:lnTo>
                  <a:pt x="6978" y="3233"/>
                </a:lnTo>
                <a:lnTo>
                  <a:pt x="6980" y="3233"/>
                </a:lnTo>
                <a:lnTo>
                  <a:pt x="6980" y="3232"/>
                </a:lnTo>
                <a:lnTo>
                  <a:pt x="6979" y="3231"/>
                </a:lnTo>
                <a:lnTo>
                  <a:pt x="6980" y="3231"/>
                </a:lnTo>
                <a:lnTo>
                  <a:pt x="6981" y="3231"/>
                </a:lnTo>
                <a:lnTo>
                  <a:pt x="6982" y="3231"/>
                </a:lnTo>
                <a:lnTo>
                  <a:pt x="6982" y="3230"/>
                </a:lnTo>
                <a:lnTo>
                  <a:pt x="6982" y="3229"/>
                </a:lnTo>
                <a:lnTo>
                  <a:pt x="6981" y="3228"/>
                </a:lnTo>
                <a:lnTo>
                  <a:pt x="6980" y="3228"/>
                </a:lnTo>
                <a:lnTo>
                  <a:pt x="6979" y="3227"/>
                </a:lnTo>
                <a:lnTo>
                  <a:pt x="6979" y="3226"/>
                </a:lnTo>
                <a:lnTo>
                  <a:pt x="6980" y="3226"/>
                </a:lnTo>
                <a:lnTo>
                  <a:pt x="6982" y="3225"/>
                </a:lnTo>
                <a:lnTo>
                  <a:pt x="6983" y="3225"/>
                </a:lnTo>
                <a:lnTo>
                  <a:pt x="6984" y="3225"/>
                </a:lnTo>
                <a:lnTo>
                  <a:pt x="6985" y="3224"/>
                </a:lnTo>
                <a:lnTo>
                  <a:pt x="6985" y="3225"/>
                </a:lnTo>
                <a:lnTo>
                  <a:pt x="6985" y="3226"/>
                </a:lnTo>
                <a:lnTo>
                  <a:pt x="6985" y="3227"/>
                </a:lnTo>
                <a:lnTo>
                  <a:pt x="6985" y="3228"/>
                </a:lnTo>
                <a:lnTo>
                  <a:pt x="6986" y="3227"/>
                </a:lnTo>
                <a:lnTo>
                  <a:pt x="6987" y="3227"/>
                </a:lnTo>
                <a:lnTo>
                  <a:pt x="6988" y="3227"/>
                </a:lnTo>
                <a:lnTo>
                  <a:pt x="6988" y="3226"/>
                </a:lnTo>
                <a:lnTo>
                  <a:pt x="6989" y="3226"/>
                </a:lnTo>
                <a:lnTo>
                  <a:pt x="6990" y="3226"/>
                </a:lnTo>
                <a:lnTo>
                  <a:pt x="6989" y="3227"/>
                </a:lnTo>
                <a:lnTo>
                  <a:pt x="6989" y="3228"/>
                </a:lnTo>
                <a:lnTo>
                  <a:pt x="6990" y="3228"/>
                </a:lnTo>
                <a:lnTo>
                  <a:pt x="6991" y="3228"/>
                </a:lnTo>
                <a:lnTo>
                  <a:pt x="6990" y="3227"/>
                </a:lnTo>
                <a:lnTo>
                  <a:pt x="6991" y="3227"/>
                </a:lnTo>
                <a:lnTo>
                  <a:pt x="6992" y="3228"/>
                </a:lnTo>
                <a:lnTo>
                  <a:pt x="6992" y="3229"/>
                </a:lnTo>
                <a:lnTo>
                  <a:pt x="6993" y="3229"/>
                </a:lnTo>
                <a:lnTo>
                  <a:pt x="6994" y="3229"/>
                </a:lnTo>
                <a:lnTo>
                  <a:pt x="6994" y="3230"/>
                </a:lnTo>
                <a:lnTo>
                  <a:pt x="6995" y="3231"/>
                </a:lnTo>
                <a:lnTo>
                  <a:pt x="6995" y="3232"/>
                </a:lnTo>
                <a:lnTo>
                  <a:pt x="6996" y="3232"/>
                </a:lnTo>
                <a:lnTo>
                  <a:pt x="6996" y="3231"/>
                </a:lnTo>
                <a:lnTo>
                  <a:pt x="6997" y="3231"/>
                </a:lnTo>
                <a:lnTo>
                  <a:pt x="6998" y="3231"/>
                </a:lnTo>
                <a:lnTo>
                  <a:pt x="6999" y="3231"/>
                </a:lnTo>
                <a:lnTo>
                  <a:pt x="6999" y="3230"/>
                </a:lnTo>
                <a:lnTo>
                  <a:pt x="7000" y="3230"/>
                </a:lnTo>
                <a:lnTo>
                  <a:pt x="7001" y="3230"/>
                </a:lnTo>
                <a:lnTo>
                  <a:pt x="7002" y="3230"/>
                </a:lnTo>
                <a:lnTo>
                  <a:pt x="7005" y="3230"/>
                </a:lnTo>
                <a:lnTo>
                  <a:pt x="7006" y="3229"/>
                </a:lnTo>
                <a:lnTo>
                  <a:pt x="7007" y="3227"/>
                </a:lnTo>
                <a:lnTo>
                  <a:pt x="7007" y="3224"/>
                </a:lnTo>
                <a:lnTo>
                  <a:pt x="7007" y="3223"/>
                </a:lnTo>
                <a:lnTo>
                  <a:pt x="7006" y="3223"/>
                </a:lnTo>
                <a:lnTo>
                  <a:pt x="7005" y="3223"/>
                </a:lnTo>
                <a:lnTo>
                  <a:pt x="7005" y="3222"/>
                </a:lnTo>
                <a:lnTo>
                  <a:pt x="7005" y="3221"/>
                </a:lnTo>
                <a:lnTo>
                  <a:pt x="7006" y="3221"/>
                </a:lnTo>
                <a:lnTo>
                  <a:pt x="7006" y="3220"/>
                </a:lnTo>
                <a:lnTo>
                  <a:pt x="7005" y="3216"/>
                </a:lnTo>
                <a:lnTo>
                  <a:pt x="7005" y="3215"/>
                </a:lnTo>
                <a:lnTo>
                  <a:pt x="7007" y="3215"/>
                </a:lnTo>
                <a:lnTo>
                  <a:pt x="7011" y="3215"/>
                </a:lnTo>
                <a:lnTo>
                  <a:pt x="7012" y="3215"/>
                </a:lnTo>
                <a:lnTo>
                  <a:pt x="7012" y="3216"/>
                </a:lnTo>
                <a:lnTo>
                  <a:pt x="7012" y="3220"/>
                </a:lnTo>
                <a:lnTo>
                  <a:pt x="7014" y="3220"/>
                </a:lnTo>
                <a:lnTo>
                  <a:pt x="7016" y="3219"/>
                </a:lnTo>
                <a:lnTo>
                  <a:pt x="7017" y="3219"/>
                </a:lnTo>
                <a:lnTo>
                  <a:pt x="7018" y="3218"/>
                </a:lnTo>
                <a:lnTo>
                  <a:pt x="7018" y="3216"/>
                </a:lnTo>
                <a:lnTo>
                  <a:pt x="7019" y="3217"/>
                </a:lnTo>
                <a:lnTo>
                  <a:pt x="7029" y="3222"/>
                </a:lnTo>
                <a:lnTo>
                  <a:pt x="7030" y="3224"/>
                </a:lnTo>
                <a:lnTo>
                  <a:pt x="7029" y="3224"/>
                </a:lnTo>
                <a:lnTo>
                  <a:pt x="7027" y="3226"/>
                </a:lnTo>
                <a:lnTo>
                  <a:pt x="7027" y="3227"/>
                </a:lnTo>
                <a:lnTo>
                  <a:pt x="7029" y="3226"/>
                </a:lnTo>
                <a:lnTo>
                  <a:pt x="7030" y="3226"/>
                </a:lnTo>
                <a:lnTo>
                  <a:pt x="7031" y="3225"/>
                </a:lnTo>
                <a:lnTo>
                  <a:pt x="7031" y="3226"/>
                </a:lnTo>
                <a:lnTo>
                  <a:pt x="7032" y="3226"/>
                </a:lnTo>
                <a:lnTo>
                  <a:pt x="7032" y="3227"/>
                </a:lnTo>
                <a:lnTo>
                  <a:pt x="7032" y="3228"/>
                </a:lnTo>
                <a:lnTo>
                  <a:pt x="7032" y="3229"/>
                </a:lnTo>
                <a:lnTo>
                  <a:pt x="7033" y="3230"/>
                </a:lnTo>
                <a:lnTo>
                  <a:pt x="7033" y="3231"/>
                </a:lnTo>
                <a:lnTo>
                  <a:pt x="7034" y="3231"/>
                </a:lnTo>
                <a:lnTo>
                  <a:pt x="7034" y="3232"/>
                </a:lnTo>
                <a:lnTo>
                  <a:pt x="7034" y="3233"/>
                </a:lnTo>
                <a:lnTo>
                  <a:pt x="7035" y="3233"/>
                </a:lnTo>
                <a:lnTo>
                  <a:pt x="7035" y="3234"/>
                </a:lnTo>
                <a:lnTo>
                  <a:pt x="7036" y="3235"/>
                </a:lnTo>
                <a:lnTo>
                  <a:pt x="7036" y="3236"/>
                </a:lnTo>
                <a:lnTo>
                  <a:pt x="7036" y="3237"/>
                </a:lnTo>
                <a:lnTo>
                  <a:pt x="7035" y="3237"/>
                </a:lnTo>
                <a:lnTo>
                  <a:pt x="7034" y="3237"/>
                </a:lnTo>
                <a:lnTo>
                  <a:pt x="7035" y="3238"/>
                </a:lnTo>
                <a:lnTo>
                  <a:pt x="7035" y="3239"/>
                </a:lnTo>
                <a:lnTo>
                  <a:pt x="7035" y="3240"/>
                </a:lnTo>
                <a:lnTo>
                  <a:pt x="7035" y="3241"/>
                </a:lnTo>
                <a:lnTo>
                  <a:pt x="7036" y="3242"/>
                </a:lnTo>
                <a:lnTo>
                  <a:pt x="7037" y="3243"/>
                </a:lnTo>
                <a:lnTo>
                  <a:pt x="7038" y="3245"/>
                </a:lnTo>
                <a:lnTo>
                  <a:pt x="7039" y="3245"/>
                </a:lnTo>
                <a:lnTo>
                  <a:pt x="7039" y="3246"/>
                </a:lnTo>
                <a:lnTo>
                  <a:pt x="7042" y="3251"/>
                </a:lnTo>
                <a:lnTo>
                  <a:pt x="7046" y="3251"/>
                </a:lnTo>
                <a:lnTo>
                  <a:pt x="7049" y="3252"/>
                </a:lnTo>
                <a:lnTo>
                  <a:pt x="7051" y="3254"/>
                </a:lnTo>
                <a:lnTo>
                  <a:pt x="7052" y="3254"/>
                </a:lnTo>
                <a:lnTo>
                  <a:pt x="7053" y="3255"/>
                </a:lnTo>
                <a:lnTo>
                  <a:pt x="7054" y="3255"/>
                </a:lnTo>
                <a:lnTo>
                  <a:pt x="7055" y="3256"/>
                </a:lnTo>
                <a:lnTo>
                  <a:pt x="7057" y="3257"/>
                </a:lnTo>
                <a:lnTo>
                  <a:pt x="7057" y="3258"/>
                </a:lnTo>
                <a:lnTo>
                  <a:pt x="7058" y="3263"/>
                </a:lnTo>
                <a:lnTo>
                  <a:pt x="7059" y="3269"/>
                </a:lnTo>
                <a:lnTo>
                  <a:pt x="7060" y="3269"/>
                </a:lnTo>
                <a:lnTo>
                  <a:pt x="7060" y="3270"/>
                </a:lnTo>
                <a:lnTo>
                  <a:pt x="7059" y="3270"/>
                </a:lnTo>
                <a:lnTo>
                  <a:pt x="7059" y="3271"/>
                </a:lnTo>
                <a:lnTo>
                  <a:pt x="7058" y="3273"/>
                </a:lnTo>
                <a:lnTo>
                  <a:pt x="7057" y="3273"/>
                </a:lnTo>
                <a:lnTo>
                  <a:pt x="7056" y="3273"/>
                </a:lnTo>
                <a:lnTo>
                  <a:pt x="7056" y="3274"/>
                </a:lnTo>
                <a:lnTo>
                  <a:pt x="7056" y="3275"/>
                </a:lnTo>
                <a:lnTo>
                  <a:pt x="7056" y="3277"/>
                </a:lnTo>
                <a:lnTo>
                  <a:pt x="7057" y="3278"/>
                </a:lnTo>
                <a:lnTo>
                  <a:pt x="7058" y="3278"/>
                </a:lnTo>
                <a:lnTo>
                  <a:pt x="7059" y="3277"/>
                </a:lnTo>
                <a:lnTo>
                  <a:pt x="7060" y="3278"/>
                </a:lnTo>
                <a:lnTo>
                  <a:pt x="7061" y="3279"/>
                </a:lnTo>
                <a:lnTo>
                  <a:pt x="7061" y="3280"/>
                </a:lnTo>
                <a:lnTo>
                  <a:pt x="7060" y="3282"/>
                </a:lnTo>
                <a:lnTo>
                  <a:pt x="7059" y="3283"/>
                </a:lnTo>
                <a:lnTo>
                  <a:pt x="7059" y="3285"/>
                </a:lnTo>
                <a:lnTo>
                  <a:pt x="7060" y="3285"/>
                </a:lnTo>
                <a:lnTo>
                  <a:pt x="7060" y="3284"/>
                </a:lnTo>
                <a:lnTo>
                  <a:pt x="7061" y="3283"/>
                </a:lnTo>
                <a:lnTo>
                  <a:pt x="7066" y="3284"/>
                </a:lnTo>
                <a:lnTo>
                  <a:pt x="7066" y="3283"/>
                </a:lnTo>
                <a:lnTo>
                  <a:pt x="7067" y="3282"/>
                </a:lnTo>
                <a:lnTo>
                  <a:pt x="7070" y="3282"/>
                </a:lnTo>
                <a:lnTo>
                  <a:pt x="7071" y="3282"/>
                </a:lnTo>
                <a:lnTo>
                  <a:pt x="7071" y="3284"/>
                </a:lnTo>
                <a:lnTo>
                  <a:pt x="7072" y="3285"/>
                </a:lnTo>
                <a:lnTo>
                  <a:pt x="7073" y="3285"/>
                </a:lnTo>
                <a:lnTo>
                  <a:pt x="7074" y="3284"/>
                </a:lnTo>
                <a:lnTo>
                  <a:pt x="7074" y="3283"/>
                </a:lnTo>
                <a:lnTo>
                  <a:pt x="7074" y="3282"/>
                </a:lnTo>
                <a:lnTo>
                  <a:pt x="7075" y="3281"/>
                </a:lnTo>
                <a:lnTo>
                  <a:pt x="7076" y="3280"/>
                </a:lnTo>
                <a:lnTo>
                  <a:pt x="7076" y="3279"/>
                </a:lnTo>
                <a:lnTo>
                  <a:pt x="7077" y="3278"/>
                </a:lnTo>
                <a:lnTo>
                  <a:pt x="7078" y="3278"/>
                </a:lnTo>
                <a:lnTo>
                  <a:pt x="7079" y="3279"/>
                </a:lnTo>
                <a:lnTo>
                  <a:pt x="7080" y="3280"/>
                </a:lnTo>
                <a:lnTo>
                  <a:pt x="7080" y="3281"/>
                </a:lnTo>
                <a:lnTo>
                  <a:pt x="7081" y="3282"/>
                </a:lnTo>
                <a:lnTo>
                  <a:pt x="7082" y="3282"/>
                </a:lnTo>
                <a:lnTo>
                  <a:pt x="7083" y="3281"/>
                </a:lnTo>
                <a:lnTo>
                  <a:pt x="7084" y="3281"/>
                </a:lnTo>
                <a:lnTo>
                  <a:pt x="7084" y="3280"/>
                </a:lnTo>
                <a:lnTo>
                  <a:pt x="7085" y="3279"/>
                </a:lnTo>
                <a:lnTo>
                  <a:pt x="7085" y="3278"/>
                </a:lnTo>
                <a:lnTo>
                  <a:pt x="7084" y="3278"/>
                </a:lnTo>
                <a:lnTo>
                  <a:pt x="7085" y="3278"/>
                </a:lnTo>
                <a:lnTo>
                  <a:pt x="7086" y="3278"/>
                </a:lnTo>
                <a:lnTo>
                  <a:pt x="7087" y="3277"/>
                </a:lnTo>
                <a:lnTo>
                  <a:pt x="7088" y="3278"/>
                </a:lnTo>
                <a:lnTo>
                  <a:pt x="7089" y="3277"/>
                </a:lnTo>
                <a:lnTo>
                  <a:pt x="7089" y="3275"/>
                </a:lnTo>
                <a:lnTo>
                  <a:pt x="7090" y="3275"/>
                </a:lnTo>
                <a:lnTo>
                  <a:pt x="7091" y="3275"/>
                </a:lnTo>
                <a:lnTo>
                  <a:pt x="7091" y="3276"/>
                </a:lnTo>
                <a:lnTo>
                  <a:pt x="7093" y="3277"/>
                </a:lnTo>
                <a:lnTo>
                  <a:pt x="7092" y="3278"/>
                </a:lnTo>
                <a:lnTo>
                  <a:pt x="7093" y="3279"/>
                </a:lnTo>
                <a:lnTo>
                  <a:pt x="7094" y="3279"/>
                </a:lnTo>
                <a:lnTo>
                  <a:pt x="7094" y="3280"/>
                </a:lnTo>
                <a:lnTo>
                  <a:pt x="7094" y="3281"/>
                </a:lnTo>
                <a:lnTo>
                  <a:pt x="7093" y="3281"/>
                </a:lnTo>
                <a:lnTo>
                  <a:pt x="7091" y="3282"/>
                </a:lnTo>
                <a:lnTo>
                  <a:pt x="7090" y="3282"/>
                </a:lnTo>
                <a:lnTo>
                  <a:pt x="7089" y="3282"/>
                </a:lnTo>
                <a:lnTo>
                  <a:pt x="7088" y="3283"/>
                </a:lnTo>
                <a:lnTo>
                  <a:pt x="7088" y="3284"/>
                </a:lnTo>
                <a:lnTo>
                  <a:pt x="7087" y="3285"/>
                </a:lnTo>
                <a:lnTo>
                  <a:pt x="7086" y="3286"/>
                </a:lnTo>
                <a:lnTo>
                  <a:pt x="7085" y="3286"/>
                </a:lnTo>
                <a:lnTo>
                  <a:pt x="7085" y="3287"/>
                </a:lnTo>
                <a:lnTo>
                  <a:pt x="7083" y="3287"/>
                </a:lnTo>
                <a:lnTo>
                  <a:pt x="7082" y="3286"/>
                </a:lnTo>
                <a:lnTo>
                  <a:pt x="7081" y="3286"/>
                </a:lnTo>
                <a:lnTo>
                  <a:pt x="7080" y="3286"/>
                </a:lnTo>
                <a:lnTo>
                  <a:pt x="7079" y="3286"/>
                </a:lnTo>
                <a:lnTo>
                  <a:pt x="7078" y="3286"/>
                </a:lnTo>
                <a:lnTo>
                  <a:pt x="7077" y="3286"/>
                </a:lnTo>
                <a:lnTo>
                  <a:pt x="7076" y="3287"/>
                </a:lnTo>
                <a:lnTo>
                  <a:pt x="7076" y="3288"/>
                </a:lnTo>
                <a:lnTo>
                  <a:pt x="7076" y="3289"/>
                </a:lnTo>
                <a:lnTo>
                  <a:pt x="7078" y="3290"/>
                </a:lnTo>
                <a:lnTo>
                  <a:pt x="7080" y="3291"/>
                </a:lnTo>
                <a:lnTo>
                  <a:pt x="7080" y="3292"/>
                </a:lnTo>
                <a:lnTo>
                  <a:pt x="7081" y="3293"/>
                </a:lnTo>
                <a:lnTo>
                  <a:pt x="7082" y="3293"/>
                </a:lnTo>
                <a:lnTo>
                  <a:pt x="7082" y="3294"/>
                </a:lnTo>
                <a:lnTo>
                  <a:pt x="7084" y="3294"/>
                </a:lnTo>
                <a:lnTo>
                  <a:pt x="7084" y="3295"/>
                </a:lnTo>
                <a:lnTo>
                  <a:pt x="7087" y="3296"/>
                </a:lnTo>
                <a:lnTo>
                  <a:pt x="7090" y="3299"/>
                </a:lnTo>
                <a:lnTo>
                  <a:pt x="7092" y="3300"/>
                </a:lnTo>
                <a:lnTo>
                  <a:pt x="7092" y="3301"/>
                </a:lnTo>
                <a:lnTo>
                  <a:pt x="7093" y="3302"/>
                </a:lnTo>
                <a:lnTo>
                  <a:pt x="7092" y="3302"/>
                </a:lnTo>
                <a:lnTo>
                  <a:pt x="7084" y="3296"/>
                </a:lnTo>
                <a:lnTo>
                  <a:pt x="7079" y="3293"/>
                </a:lnTo>
                <a:lnTo>
                  <a:pt x="7078" y="3293"/>
                </a:lnTo>
                <a:lnTo>
                  <a:pt x="7083" y="3296"/>
                </a:lnTo>
                <a:lnTo>
                  <a:pt x="7088" y="3301"/>
                </a:lnTo>
                <a:lnTo>
                  <a:pt x="7091" y="3306"/>
                </a:lnTo>
                <a:lnTo>
                  <a:pt x="7089" y="3306"/>
                </a:lnTo>
                <a:lnTo>
                  <a:pt x="7088" y="3305"/>
                </a:lnTo>
                <a:lnTo>
                  <a:pt x="7087" y="3301"/>
                </a:lnTo>
                <a:lnTo>
                  <a:pt x="7086" y="3301"/>
                </a:lnTo>
                <a:lnTo>
                  <a:pt x="7086" y="3300"/>
                </a:lnTo>
                <a:lnTo>
                  <a:pt x="7084" y="3299"/>
                </a:lnTo>
                <a:lnTo>
                  <a:pt x="7080" y="3297"/>
                </a:lnTo>
                <a:lnTo>
                  <a:pt x="7077" y="3296"/>
                </a:lnTo>
                <a:lnTo>
                  <a:pt x="7076" y="3295"/>
                </a:lnTo>
                <a:lnTo>
                  <a:pt x="7074" y="3296"/>
                </a:lnTo>
                <a:lnTo>
                  <a:pt x="7073" y="3296"/>
                </a:lnTo>
                <a:lnTo>
                  <a:pt x="7072" y="3296"/>
                </a:lnTo>
                <a:lnTo>
                  <a:pt x="7070" y="3297"/>
                </a:lnTo>
                <a:lnTo>
                  <a:pt x="7068" y="3297"/>
                </a:lnTo>
                <a:lnTo>
                  <a:pt x="7068" y="3296"/>
                </a:lnTo>
                <a:lnTo>
                  <a:pt x="7067" y="3296"/>
                </a:lnTo>
                <a:lnTo>
                  <a:pt x="7066" y="3296"/>
                </a:lnTo>
                <a:lnTo>
                  <a:pt x="7066" y="3297"/>
                </a:lnTo>
                <a:lnTo>
                  <a:pt x="7065" y="3298"/>
                </a:lnTo>
                <a:lnTo>
                  <a:pt x="7065" y="3299"/>
                </a:lnTo>
                <a:lnTo>
                  <a:pt x="7063" y="3299"/>
                </a:lnTo>
                <a:lnTo>
                  <a:pt x="7061" y="3298"/>
                </a:lnTo>
                <a:lnTo>
                  <a:pt x="7058" y="3296"/>
                </a:lnTo>
                <a:lnTo>
                  <a:pt x="7057" y="3296"/>
                </a:lnTo>
                <a:lnTo>
                  <a:pt x="7056" y="3296"/>
                </a:lnTo>
                <a:lnTo>
                  <a:pt x="7054" y="3297"/>
                </a:lnTo>
                <a:lnTo>
                  <a:pt x="7052" y="3297"/>
                </a:lnTo>
                <a:lnTo>
                  <a:pt x="7052" y="3298"/>
                </a:lnTo>
                <a:lnTo>
                  <a:pt x="7053" y="3298"/>
                </a:lnTo>
                <a:lnTo>
                  <a:pt x="7053" y="3299"/>
                </a:lnTo>
                <a:lnTo>
                  <a:pt x="7053" y="3300"/>
                </a:lnTo>
                <a:lnTo>
                  <a:pt x="7054" y="3301"/>
                </a:lnTo>
                <a:lnTo>
                  <a:pt x="7054" y="3302"/>
                </a:lnTo>
                <a:lnTo>
                  <a:pt x="7055" y="3303"/>
                </a:lnTo>
                <a:lnTo>
                  <a:pt x="7054" y="3303"/>
                </a:lnTo>
                <a:lnTo>
                  <a:pt x="7054" y="3304"/>
                </a:lnTo>
                <a:lnTo>
                  <a:pt x="7054" y="3305"/>
                </a:lnTo>
                <a:lnTo>
                  <a:pt x="7055" y="3305"/>
                </a:lnTo>
                <a:lnTo>
                  <a:pt x="7054" y="3308"/>
                </a:lnTo>
                <a:lnTo>
                  <a:pt x="7053" y="3308"/>
                </a:lnTo>
                <a:lnTo>
                  <a:pt x="7053" y="3309"/>
                </a:lnTo>
                <a:lnTo>
                  <a:pt x="7053" y="3310"/>
                </a:lnTo>
                <a:lnTo>
                  <a:pt x="7052" y="3312"/>
                </a:lnTo>
                <a:lnTo>
                  <a:pt x="7051" y="3312"/>
                </a:lnTo>
                <a:lnTo>
                  <a:pt x="7050" y="3313"/>
                </a:lnTo>
                <a:lnTo>
                  <a:pt x="7050" y="3314"/>
                </a:lnTo>
                <a:lnTo>
                  <a:pt x="7047" y="3317"/>
                </a:lnTo>
                <a:lnTo>
                  <a:pt x="7047" y="3318"/>
                </a:lnTo>
                <a:lnTo>
                  <a:pt x="7046" y="3318"/>
                </a:lnTo>
                <a:lnTo>
                  <a:pt x="7046" y="3320"/>
                </a:lnTo>
                <a:lnTo>
                  <a:pt x="7045" y="3320"/>
                </a:lnTo>
                <a:lnTo>
                  <a:pt x="7045" y="3321"/>
                </a:lnTo>
                <a:lnTo>
                  <a:pt x="7044" y="3325"/>
                </a:lnTo>
                <a:lnTo>
                  <a:pt x="7045" y="3325"/>
                </a:lnTo>
                <a:lnTo>
                  <a:pt x="7045" y="3326"/>
                </a:lnTo>
                <a:lnTo>
                  <a:pt x="7044" y="3326"/>
                </a:lnTo>
                <a:lnTo>
                  <a:pt x="7044" y="3328"/>
                </a:lnTo>
                <a:lnTo>
                  <a:pt x="7044" y="3329"/>
                </a:lnTo>
                <a:lnTo>
                  <a:pt x="7042" y="3334"/>
                </a:lnTo>
                <a:lnTo>
                  <a:pt x="7042" y="3335"/>
                </a:lnTo>
                <a:lnTo>
                  <a:pt x="7042" y="3337"/>
                </a:lnTo>
                <a:lnTo>
                  <a:pt x="7041" y="3337"/>
                </a:lnTo>
                <a:lnTo>
                  <a:pt x="7041" y="3338"/>
                </a:lnTo>
                <a:lnTo>
                  <a:pt x="7041" y="3339"/>
                </a:lnTo>
                <a:lnTo>
                  <a:pt x="7039" y="3340"/>
                </a:lnTo>
                <a:lnTo>
                  <a:pt x="7039" y="3341"/>
                </a:lnTo>
                <a:lnTo>
                  <a:pt x="7038" y="3341"/>
                </a:lnTo>
                <a:lnTo>
                  <a:pt x="7036" y="3341"/>
                </a:lnTo>
                <a:lnTo>
                  <a:pt x="7037" y="3342"/>
                </a:lnTo>
                <a:lnTo>
                  <a:pt x="7038" y="3341"/>
                </a:lnTo>
                <a:lnTo>
                  <a:pt x="7039" y="3342"/>
                </a:lnTo>
                <a:lnTo>
                  <a:pt x="7040" y="3343"/>
                </a:lnTo>
                <a:lnTo>
                  <a:pt x="7040" y="3344"/>
                </a:lnTo>
                <a:lnTo>
                  <a:pt x="7041" y="3347"/>
                </a:lnTo>
                <a:lnTo>
                  <a:pt x="7042" y="3348"/>
                </a:lnTo>
                <a:lnTo>
                  <a:pt x="7043" y="3349"/>
                </a:lnTo>
                <a:lnTo>
                  <a:pt x="7044" y="3349"/>
                </a:lnTo>
                <a:lnTo>
                  <a:pt x="7044" y="3350"/>
                </a:lnTo>
                <a:lnTo>
                  <a:pt x="7044" y="3355"/>
                </a:lnTo>
                <a:lnTo>
                  <a:pt x="7044" y="3356"/>
                </a:lnTo>
                <a:lnTo>
                  <a:pt x="7043" y="3358"/>
                </a:lnTo>
                <a:lnTo>
                  <a:pt x="7043" y="3359"/>
                </a:lnTo>
                <a:lnTo>
                  <a:pt x="7043" y="3360"/>
                </a:lnTo>
                <a:lnTo>
                  <a:pt x="7043" y="3362"/>
                </a:lnTo>
                <a:lnTo>
                  <a:pt x="7044" y="3364"/>
                </a:lnTo>
                <a:lnTo>
                  <a:pt x="7046" y="3368"/>
                </a:lnTo>
                <a:lnTo>
                  <a:pt x="7045" y="3370"/>
                </a:lnTo>
                <a:lnTo>
                  <a:pt x="7047" y="3371"/>
                </a:lnTo>
                <a:lnTo>
                  <a:pt x="7048" y="3371"/>
                </a:lnTo>
                <a:lnTo>
                  <a:pt x="7049" y="3375"/>
                </a:lnTo>
                <a:lnTo>
                  <a:pt x="7048" y="3375"/>
                </a:lnTo>
                <a:lnTo>
                  <a:pt x="7047" y="3375"/>
                </a:lnTo>
                <a:lnTo>
                  <a:pt x="7045" y="3376"/>
                </a:lnTo>
                <a:lnTo>
                  <a:pt x="7044" y="3375"/>
                </a:lnTo>
                <a:lnTo>
                  <a:pt x="7042" y="3374"/>
                </a:lnTo>
                <a:lnTo>
                  <a:pt x="7041" y="3373"/>
                </a:lnTo>
                <a:lnTo>
                  <a:pt x="7040" y="3373"/>
                </a:lnTo>
                <a:lnTo>
                  <a:pt x="7039" y="3373"/>
                </a:lnTo>
                <a:lnTo>
                  <a:pt x="7040" y="3374"/>
                </a:lnTo>
                <a:lnTo>
                  <a:pt x="7040" y="3376"/>
                </a:lnTo>
                <a:lnTo>
                  <a:pt x="7040" y="3375"/>
                </a:lnTo>
                <a:lnTo>
                  <a:pt x="7041" y="3375"/>
                </a:lnTo>
                <a:lnTo>
                  <a:pt x="7042" y="3375"/>
                </a:lnTo>
                <a:lnTo>
                  <a:pt x="7042" y="3377"/>
                </a:lnTo>
                <a:lnTo>
                  <a:pt x="7042" y="3378"/>
                </a:lnTo>
                <a:lnTo>
                  <a:pt x="7040" y="3379"/>
                </a:lnTo>
                <a:lnTo>
                  <a:pt x="7039" y="3379"/>
                </a:lnTo>
                <a:lnTo>
                  <a:pt x="7040" y="3380"/>
                </a:lnTo>
                <a:lnTo>
                  <a:pt x="7040" y="3381"/>
                </a:lnTo>
                <a:lnTo>
                  <a:pt x="7040" y="3382"/>
                </a:lnTo>
                <a:lnTo>
                  <a:pt x="7039" y="3382"/>
                </a:lnTo>
                <a:lnTo>
                  <a:pt x="7040" y="3383"/>
                </a:lnTo>
                <a:lnTo>
                  <a:pt x="7040" y="3382"/>
                </a:lnTo>
                <a:lnTo>
                  <a:pt x="7041" y="3382"/>
                </a:lnTo>
                <a:lnTo>
                  <a:pt x="7041" y="3381"/>
                </a:lnTo>
                <a:lnTo>
                  <a:pt x="7042" y="3380"/>
                </a:lnTo>
                <a:lnTo>
                  <a:pt x="7043" y="3379"/>
                </a:lnTo>
                <a:lnTo>
                  <a:pt x="7045" y="3378"/>
                </a:lnTo>
                <a:lnTo>
                  <a:pt x="7046" y="3378"/>
                </a:lnTo>
                <a:lnTo>
                  <a:pt x="7047" y="3379"/>
                </a:lnTo>
                <a:lnTo>
                  <a:pt x="7048" y="3378"/>
                </a:lnTo>
                <a:lnTo>
                  <a:pt x="7050" y="3378"/>
                </a:lnTo>
                <a:lnTo>
                  <a:pt x="7052" y="3381"/>
                </a:lnTo>
                <a:lnTo>
                  <a:pt x="7052" y="3382"/>
                </a:lnTo>
                <a:lnTo>
                  <a:pt x="7053" y="3384"/>
                </a:lnTo>
                <a:lnTo>
                  <a:pt x="7054" y="3385"/>
                </a:lnTo>
                <a:lnTo>
                  <a:pt x="7055" y="3385"/>
                </a:lnTo>
                <a:lnTo>
                  <a:pt x="7055" y="3386"/>
                </a:lnTo>
                <a:lnTo>
                  <a:pt x="7056" y="3387"/>
                </a:lnTo>
                <a:lnTo>
                  <a:pt x="7056" y="3390"/>
                </a:lnTo>
                <a:lnTo>
                  <a:pt x="7055" y="3390"/>
                </a:lnTo>
                <a:lnTo>
                  <a:pt x="7055" y="3391"/>
                </a:lnTo>
                <a:lnTo>
                  <a:pt x="7056" y="3391"/>
                </a:lnTo>
                <a:lnTo>
                  <a:pt x="7057" y="3391"/>
                </a:lnTo>
                <a:lnTo>
                  <a:pt x="7059" y="3390"/>
                </a:lnTo>
                <a:lnTo>
                  <a:pt x="7060" y="3391"/>
                </a:lnTo>
                <a:lnTo>
                  <a:pt x="7061" y="3392"/>
                </a:lnTo>
                <a:lnTo>
                  <a:pt x="7066" y="3391"/>
                </a:lnTo>
                <a:lnTo>
                  <a:pt x="7068" y="3392"/>
                </a:lnTo>
                <a:lnTo>
                  <a:pt x="7068" y="3393"/>
                </a:lnTo>
                <a:lnTo>
                  <a:pt x="7068" y="3395"/>
                </a:lnTo>
                <a:lnTo>
                  <a:pt x="7069" y="3395"/>
                </a:lnTo>
                <a:lnTo>
                  <a:pt x="7070" y="3395"/>
                </a:lnTo>
                <a:lnTo>
                  <a:pt x="7071" y="3397"/>
                </a:lnTo>
                <a:lnTo>
                  <a:pt x="7072" y="3397"/>
                </a:lnTo>
                <a:lnTo>
                  <a:pt x="7073" y="3398"/>
                </a:lnTo>
                <a:lnTo>
                  <a:pt x="7074" y="3398"/>
                </a:lnTo>
                <a:lnTo>
                  <a:pt x="7075" y="3398"/>
                </a:lnTo>
                <a:lnTo>
                  <a:pt x="7075" y="3399"/>
                </a:lnTo>
                <a:lnTo>
                  <a:pt x="7078" y="3401"/>
                </a:lnTo>
                <a:lnTo>
                  <a:pt x="7079" y="3402"/>
                </a:lnTo>
                <a:lnTo>
                  <a:pt x="7080" y="3401"/>
                </a:lnTo>
                <a:lnTo>
                  <a:pt x="7082" y="3399"/>
                </a:lnTo>
                <a:lnTo>
                  <a:pt x="7082" y="3400"/>
                </a:lnTo>
                <a:lnTo>
                  <a:pt x="7083" y="3401"/>
                </a:lnTo>
                <a:lnTo>
                  <a:pt x="7083" y="3402"/>
                </a:lnTo>
                <a:lnTo>
                  <a:pt x="7084" y="3398"/>
                </a:lnTo>
                <a:lnTo>
                  <a:pt x="7084" y="3397"/>
                </a:lnTo>
                <a:lnTo>
                  <a:pt x="7084" y="3396"/>
                </a:lnTo>
                <a:lnTo>
                  <a:pt x="7085" y="3397"/>
                </a:lnTo>
                <a:lnTo>
                  <a:pt x="7087" y="3397"/>
                </a:lnTo>
                <a:lnTo>
                  <a:pt x="7088" y="3397"/>
                </a:lnTo>
                <a:lnTo>
                  <a:pt x="7092" y="3397"/>
                </a:lnTo>
                <a:lnTo>
                  <a:pt x="7092" y="3404"/>
                </a:lnTo>
                <a:lnTo>
                  <a:pt x="7096" y="3403"/>
                </a:lnTo>
                <a:lnTo>
                  <a:pt x="7096" y="3402"/>
                </a:lnTo>
                <a:lnTo>
                  <a:pt x="7095" y="3400"/>
                </a:lnTo>
                <a:lnTo>
                  <a:pt x="7095" y="3398"/>
                </a:lnTo>
                <a:lnTo>
                  <a:pt x="7096" y="3397"/>
                </a:lnTo>
                <a:lnTo>
                  <a:pt x="7098" y="3397"/>
                </a:lnTo>
                <a:lnTo>
                  <a:pt x="7102" y="3400"/>
                </a:lnTo>
                <a:lnTo>
                  <a:pt x="7104" y="3400"/>
                </a:lnTo>
                <a:lnTo>
                  <a:pt x="7106" y="3398"/>
                </a:lnTo>
                <a:lnTo>
                  <a:pt x="7108" y="3399"/>
                </a:lnTo>
                <a:lnTo>
                  <a:pt x="7109" y="3401"/>
                </a:lnTo>
                <a:lnTo>
                  <a:pt x="7109" y="3403"/>
                </a:lnTo>
                <a:lnTo>
                  <a:pt x="7109" y="3407"/>
                </a:lnTo>
                <a:lnTo>
                  <a:pt x="7111" y="3408"/>
                </a:lnTo>
                <a:lnTo>
                  <a:pt x="7111" y="3410"/>
                </a:lnTo>
                <a:lnTo>
                  <a:pt x="7106" y="3423"/>
                </a:lnTo>
                <a:lnTo>
                  <a:pt x="7107" y="3423"/>
                </a:lnTo>
                <a:lnTo>
                  <a:pt x="7108" y="3423"/>
                </a:lnTo>
                <a:lnTo>
                  <a:pt x="7108" y="3422"/>
                </a:lnTo>
                <a:lnTo>
                  <a:pt x="7109" y="3422"/>
                </a:lnTo>
                <a:lnTo>
                  <a:pt x="7110" y="3421"/>
                </a:lnTo>
                <a:lnTo>
                  <a:pt x="7111" y="3421"/>
                </a:lnTo>
                <a:lnTo>
                  <a:pt x="7112" y="3422"/>
                </a:lnTo>
                <a:lnTo>
                  <a:pt x="7112" y="3421"/>
                </a:lnTo>
                <a:lnTo>
                  <a:pt x="7113" y="3421"/>
                </a:lnTo>
                <a:lnTo>
                  <a:pt x="7113" y="3420"/>
                </a:lnTo>
                <a:lnTo>
                  <a:pt x="7114" y="3419"/>
                </a:lnTo>
                <a:lnTo>
                  <a:pt x="7116" y="3419"/>
                </a:lnTo>
                <a:lnTo>
                  <a:pt x="7116" y="3420"/>
                </a:lnTo>
                <a:lnTo>
                  <a:pt x="7117" y="3420"/>
                </a:lnTo>
                <a:lnTo>
                  <a:pt x="7117" y="3421"/>
                </a:lnTo>
                <a:lnTo>
                  <a:pt x="7118" y="3423"/>
                </a:lnTo>
                <a:lnTo>
                  <a:pt x="7119" y="3426"/>
                </a:lnTo>
                <a:lnTo>
                  <a:pt x="7120" y="3426"/>
                </a:lnTo>
                <a:lnTo>
                  <a:pt x="7120" y="3425"/>
                </a:lnTo>
                <a:lnTo>
                  <a:pt x="7120" y="3424"/>
                </a:lnTo>
                <a:lnTo>
                  <a:pt x="7120" y="3423"/>
                </a:lnTo>
                <a:lnTo>
                  <a:pt x="7120" y="3422"/>
                </a:lnTo>
                <a:lnTo>
                  <a:pt x="7120" y="3420"/>
                </a:lnTo>
                <a:lnTo>
                  <a:pt x="7121" y="3419"/>
                </a:lnTo>
                <a:lnTo>
                  <a:pt x="7122" y="3419"/>
                </a:lnTo>
                <a:lnTo>
                  <a:pt x="7123" y="3418"/>
                </a:lnTo>
                <a:lnTo>
                  <a:pt x="7124" y="3418"/>
                </a:lnTo>
                <a:lnTo>
                  <a:pt x="7124" y="3417"/>
                </a:lnTo>
                <a:lnTo>
                  <a:pt x="7124" y="3416"/>
                </a:lnTo>
                <a:lnTo>
                  <a:pt x="7124" y="3415"/>
                </a:lnTo>
                <a:lnTo>
                  <a:pt x="7125" y="3415"/>
                </a:lnTo>
                <a:lnTo>
                  <a:pt x="7126" y="3415"/>
                </a:lnTo>
                <a:lnTo>
                  <a:pt x="7126" y="3414"/>
                </a:lnTo>
                <a:lnTo>
                  <a:pt x="7127" y="3414"/>
                </a:lnTo>
                <a:lnTo>
                  <a:pt x="7129" y="3413"/>
                </a:lnTo>
                <a:lnTo>
                  <a:pt x="7134" y="3413"/>
                </a:lnTo>
                <a:lnTo>
                  <a:pt x="7139" y="3413"/>
                </a:lnTo>
                <a:lnTo>
                  <a:pt x="7140" y="3413"/>
                </a:lnTo>
                <a:lnTo>
                  <a:pt x="7140" y="3415"/>
                </a:lnTo>
                <a:lnTo>
                  <a:pt x="7140" y="3416"/>
                </a:lnTo>
                <a:lnTo>
                  <a:pt x="7142" y="3418"/>
                </a:lnTo>
                <a:lnTo>
                  <a:pt x="7142" y="3417"/>
                </a:lnTo>
                <a:lnTo>
                  <a:pt x="7143" y="3416"/>
                </a:lnTo>
                <a:lnTo>
                  <a:pt x="7144" y="3416"/>
                </a:lnTo>
                <a:lnTo>
                  <a:pt x="7144" y="3415"/>
                </a:lnTo>
                <a:lnTo>
                  <a:pt x="7144" y="3412"/>
                </a:lnTo>
                <a:lnTo>
                  <a:pt x="7145" y="3412"/>
                </a:lnTo>
                <a:lnTo>
                  <a:pt x="7145" y="3410"/>
                </a:lnTo>
                <a:lnTo>
                  <a:pt x="7153" y="3409"/>
                </a:lnTo>
                <a:lnTo>
                  <a:pt x="7154" y="3412"/>
                </a:lnTo>
                <a:lnTo>
                  <a:pt x="7154" y="3415"/>
                </a:lnTo>
                <a:lnTo>
                  <a:pt x="7154" y="3418"/>
                </a:lnTo>
                <a:lnTo>
                  <a:pt x="7154" y="3420"/>
                </a:lnTo>
                <a:lnTo>
                  <a:pt x="7154" y="3421"/>
                </a:lnTo>
                <a:lnTo>
                  <a:pt x="7154" y="3422"/>
                </a:lnTo>
                <a:lnTo>
                  <a:pt x="7154" y="3423"/>
                </a:lnTo>
                <a:lnTo>
                  <a:pt x="7155" y="3424"/>
                </a:lnTo>
                <a:lnTo>
                  <a:pt x="7157" y="3424"/>
                </a:lnTo>
                <a:lnTo>
                  <a:pt x="7157" y="3423"/>
                </a:lnTo>
                <a:lnTo>
                  <a:pt x="7157" y="3422"/>
                </a:lnTo>
                <a:lnTo>
                  <a:pt x="7156" y="3422"/>
                </a:lnTo>
                <a:lnTo>
                  <a:pt x="7156" y="3421"/>
                </a:lnTo>
                <a:lnTo>
                  <a:pt x="7156" y="3420"/>
                </a:lnTo>
                <a:lnTo>
                  <a:pt x="7156" y="3419"/>
                </a:lnTo>
                <a:lnTo>
                  <a:pt x="7156" y="3418"/>
                </a:lnTo>
                <a:lnTo>
                  <a:pt x="7156" y="3417"/>
                </a:lnTo>
                <a:lnTo>
                  <a:pt x="7157" y="3416"/>
                </a:lnTo>
                <a:lnTo>
                  <a:pt x="7158" y="3415"/>
                </a:lnTo>
                <a:lnTo>
                  <a:pt x="7158" y="3414"/>
                </a:lnTo>
                <a:lnTo>
                  <a:pt x="7158" y="3413"/>
                </a:lnTo>
                <a:lnTo>
                  <a:pt x="7158" y="3412"/>
                </a:lnTo>
                <a:lnTo>
                  <a:pt x="7159" y="3412"/>
                </a:lnTo>
                <a:lnTo>
                  <a:pt x="7159" y="3411"/>
                </a:lnTo>
                <a:lnTo>
                  <a:pt x="7160" y="3411"/>
                </a:lnTo>
                <a:lnTo>
                  <a:pt x="7160" y="3410"/>
                </a:lnTo>
                <a:lnTo>
                  <a:pt x="7161" y="3410"/>
                </a:lnTo>
                <a:lnTo>
                  <a:pt x="7160" y="3410"/>
                </a:lnTo>
                <a:lnTo>
                  <a:pt x="7159" y="3408"/>
                </a:lnTo>
                <a:lnTo>
                  <a:pt x="7162" y="3406"/>
                </a:lnTo>
                <a:lnTo>
                  <a:pt x="7164" y="3405"/>
                </a:lnTo>
                <a:lnTo>
                  <a:pt x="7164" y="3404"/>
                </a:lnTo>
                <a:lnTo>
                  <a:pt x="7164" y="3406"/>
                </a:lnTo>
                <a:lnTo>
                  <a:pt x="7172" y="3403"/>
                </a:lnTo>
                <a:lnTo>
                  <a:pt x="7172" y="3405"/>
                </a:lnTo>
                <a:lnTo>
                  <a:pt x="7173" y="3407"/>
                </a:lnTo>
                <a:lnTo>
                  <a:pt x="7173" y="3408"/>
                </a:lnTo>
                <a:lnTo>
                  <a:pt x="7178" y="3406"/>
                </a:lnTo>
                <a:lnTo>
                  <a:pt x="7177" y="3404"/>
                </a:lnTo>
                <a:lnTo>
                  <a:pt x="7177" y="3403"/>
                </a:lnTo>
                <a:lnTo>
                  <a:pt x="7180" y="3402"/>
                </a:lnTo>
                <a:lnTo>
                  <a:pt x="7180" y="3404"/>
                </a:lnTo>
                <a:lnTo>
                  <a:pt x="7181" y="3406"/>
                </a:lnTo>
                <a:lnTo>
                  <a:pt x="7182" y="3405"/>
                </a:lnTo>
                <a:lnTo>
                  <a:pt x="7185" y="3404"/>
                </a:lnTo>
                <a:lnTo>
                  <a:pt x="7184" y="3401"/>
                </a:lnTo>
                <a:lnTo>
                  <a:pt x="7185" y="3400"/>
                </a:lnTo>
                <a:lnTo>
                  <a:pt x="7185" y="3399"/>
                </a:lnTo>
                <a:lnTo>
                  <a:pt x="7188" y="3397"/>
                </a:lnTo>
                <a:lnTo>
                  <a:pt x="7188" y="3396"/>
                </a:lnTo>
                <a:lnTo>
                  <a:pt x="7187" y="3395"/>
                </a:lnTo>
                <a:lnTo>
                  <a:pt x="7188" y="3394"/>
                </a:lnTo>
                <a:lnTo>
                  <a:pt x="7189" y="3392"/>
                </a:lnTo>
                <a:lnTo>
                  <a:pt x="7190" y="3391"/>
                </a:lnTo>
                <a:lnTo>
                  <a:pt x="7192" y="3390"/>
                </a:lnTo>
                <a:lnTo>
                  <a:pt x="7193" y="3390"/>
                </a:lnTo>
                <a:lnTo>
                  <a:pt x="7196" y="3386"/>
                </a:lnTo>
                <a:lnTo>
                  <a:pt x="7197" y="3385"/>
                </a:lnTo>
                <a:lnTo>
                  <a:pt x="7195" y="3384"/>
                </a:lnTo>
                <a:lnTo>
                  <a:pt x="7194" y="3384"/>
                </a:lnTo>
                <a:lnTo>
                  <a:pt x="7195" y="3384"/>
                </a:lnTo>
                <a:lnTo>
                  <a:pt x="7197" y="3384"/>
                </a:lnTo>
                <a:lnTo>
                  <a:pt x="7198" y="3382"/>
                </a:lnTo>
                <a:lnTo>
                  <a:pt x="7199" y="3381"/>
                </a:lnTo>
                <a:lnTo>
                  <a:pt x="7201" y="3380"/>
                </a:lnTo>
                <a:lnTo>
                  <a:pt x="7200" y="3379"/>
                </a:lnTo>
                <a:lnTo>
                  <a:pt x="7201" y="3379"/>
                </a:lnTo>
                <a:lnTo>
                  <a:pt x="7201" y="3378"/>
                </a:lnTo>
                <a:lnTo>
                  <a:pt x="7202" y="3378"/>
                </a:lnTo>
                <a:lnTo>
                  <a:pt x="7203" y="3376"/>
                </a:lnTo>
                <a:lnTo>
                  <a:pt x="7202" y="3374"/>
                </a:lnTo>
                <a:lnTo>
                  <a:pt x="7201" y="3374"/>
                </a:lnTo>
                <a:lnTo>
                  <a:pt x="7201" y="3373"/>
                </a:lnTo>
                <a:lnTo>
                  <a:pt x="7203" y="3373"/>
                </a:lnTo>
                <a:lnTo>
                  <a:pt x="7204" y="3372"/>
                </a:lnTo>
                <a:lnTo>
                  <a:pt x="7204" y="3371"/>
                </a:lnTo>
                <a:lnTo>
                  <a:pt x="7204" y="3369"/>
                </a:lnTo>
                <a:lnTo>
                  <a:pt x="7202" y="3369"/>
                </a:lnTo>
                <a:lnTo>
                  <a:pt x="7201" y="3368"/>
                </a:lnTo>
                <a:lnTo>
                  <a:pt x="7201" y="3367"/>
                </a:lnTo>
                <a:lnTo>
                  <a:pt x="7201" y="3366"/>
                </a:lnTo>
                <a:lnTo>
                  <a:pt x="7201" y="3365"/>
                </a:lnTo>
                <a:lnTo>
                  <a:pt x="7202" y="3365"/>
                </a:lnTo>
                <a:lnTo>
                  <a:pt x="7202" y="3366"/>
                </a:lnTo>
                <a:lnTo>
                  <a:pt x="7203" y="3366"/>
                </a:lnTo>
                <a:lnTo>
                  <a:pt x="7204" y="3366"/>
                </a:lnTo>
                <a:lnTo>
                  <a:pt x="7204" y="3365"/>
                </a:lnTo>
                <a:lnTo>
                  <a:pt x="7203" y="3365"/>
                </a:lnTo>
                <a:lnTo>
                  <a:pt x="7204" y="3365"/>
                </a:lnTo>
                <a:lnTo>
                  <a:pt x="7204" y="3364"/>
                </a:lnTo>
                <a:lnTo>
                  <a:pt x="7203" y="3363"/>
                </a:lnTo>
                <a:lnTo>
                  <a:pt x="7202" y="3363"/>
                </a:lnTo>
                <a:lnTo>
                  <a:pt x="7201" y="3363"/>
                </a:lnTo>
                <a:lnTo>
                  <a:pt x="7200" y="3362"/>
                </a:lnTo>
                <a:lnTo>
                  <a:pt x="7199" y="3360"/>
                </a:lnTo>
                <a:lnTo>
                  <a:pt x="7199" y="3359"/>
                </a:lnTo>
                <a:lnTo>
                  <a:pt x="7198" y="3358"/>
                </a:lnTo>
                <a:lnTo>
                  <a:pt x="7197" y="3359"/>
                </a:lnTo>
                <a:lnTo>
                  <a:pt x="7197" y="3361"/>
                </a:lnTo>
                <a:lnTo>
                  <a:pt x="7196" y="3361"/>
                </a:lnTo>
                <a:lnTo>
                  <a:pt x="7195" y="3360"/>
                </a:lnTo>
                <a:lnTo>
                  <a:pt x="7194" y="3359"/>
                </a:lnTo>
                <a:lnTo>
                  <a:pt x="7194" y="3358"/>
                </a:lnTo>
                <a:lnTo>
                  <a:pt x="7192" y="3357"/>
                </a:lnTo>
                <a:lnTo>
                  <a:pt x="7191" y="3357"/>
                </a:lnTo>
                <a:lnTo>
                  <a:pt x="7192" y="3356"/>
                </a:lnTo>
                <a:lnTo>
                  <a:pt x="7192" y="3355"/>
                </a:lnTo>
                <a:lnTo>
                  <a:pt x="7192" y="3352"/>
                </a:lnTo>
                <a:lnTo>
                  <a:pt x="7191" y="3352"/>
                </a:lnTo>
                <a:lnTo>
                  <a:pt x="7191" y="3351"/>
                </a:lnTo>
                <a:lnTo>
                  <a:pt x="7192" y="3351"/>
                </a:lnTo>
                <a:lnTo>
                  <a:pt x="7195" y="3349"/>
                </a:lnTo>
                <a:lnTo>
                  <a:pt x="7196" y="3349"/>
                </a:lnTo>
                <a:lnTo>
                  <a:pt x="7202" y="3348"/>
                </a:lnTo>
                <a:lnTo>
                  <a:pt x="7204" y="3347"/>
                </a:lnTo>
                <a:lnTo>
                  <a:pt x="7205" y="3346"/>
                </a:lnTo>
                <a:lnTo>
                  <a:pt x="7206" y="3346"/>
                </a:lnTo>
                <a:lnTo>
                  <a:pt x="7207" y="3345"/>
                </a:lnTo>
                <a:lnTo>
                  <a:pt x="7207" y="3343"/>
                </a:lnTo>
                <a:lnTo>
                  <a:pt x="7206" y="3343"/>
                </a:lnTo>
                <a:lnTo>
                  <a:pt x="7206" y="3341"/>
                </a:lnTo>
                <a:lnTo>
                  <a:pt x="7206" y="3340"/>
                </a:lnTo>
                <a:lnTo>
                  <a:pt x="7208" y="3340"/>
                </a:lnTo>
                <a:lnTo>
                  <a:pt x="7208" y="3339"/>
                </a:lnTo>
                <a:lnTo>
                  <a:pt x="7207" y="3339"/>
                </a:lnTo>
                <a:lnTo>
                  <a:pt x="7207" y="3338"/>
                </a:lnTo>
                <a:lnTo>
                  <a:pt x="7208" y="3338"/>
                </a:lnTo>
                <a:lnTo>
                  <a:pt x="7211" y="3338"/>
                </a:lnTo>
                <a:lnTo>
                  <a:pt x="7211" y="3339"/>
                </a:lnTo>
                <a:lnTo>
                  <a:pt x="7214" y="3338"/>
                </a:lnTo>
                <a:lnTo>
                  <a:pt x="7215" y="3337"/>
                </a:lnTo>
                <a:lnTo>
                  <a:pt x="7216" y="3336"/>
                </a:lnTo>
                <a:lnTo>
                  <a:pt x="7217" y="3335"/>
                </a:lnTo>
                <a:lnTo>
                  <a:pt x="7217" y="3334"/>
                </a:lnTo>
                <a:lnTo>
                  <a:pt x="7216" y="3334"/>
                </a:lnTo>
                <a:lnTo>
                  <a:pt x="7218" y="3334"/>
                </a:lnTo>
                <a:lnTo>
                  <a:pt x="7221" y="3333"/>
                </a:lnTo>
                <a:lnTo>
                  <a:pt x="7223" y="3332"/>
                </a:lnTo>
                <a:lnTo>
                  <a:pt x="7224" y="3332"/>
                </a:lnTo>
                <a:lnTo>
                  <a:pt x="7225" y="3332"/>
                </a:lnTo>
                <a:lnTo>
                  <a:pt x="7227" y="3331"/>
                </a:lnTo>
                <a:lnTo>
                  <a:pt x="7228" y="3330"/>
                </a:lnTo>
                <a:lnTo>
                  <a:pt x="7228" y="3329"/>
                </a:lnTo>
                <a:lnTo>
                  <a:pt x="7228" y="3328"/>
                </a:lnTo>
                <a:lnTo>
                  <a:pt x="7228" y="3327"/>
                </a:lnTo>
                <a:lnTo>
                  <a:pt x="7229" y="3327"/>
                </a:lnTo>
                <a:lnTo>
                  <a:pt x="7230" y="3327"/>
                </a:lnTo>
                <a:lnTo>
                  <a:pt x="7231" y="3326"/>
                </a:lnTo>
                <a:lnTo>
                  <a:pt x="7232" y="3325"/>
                </a:lnTo>
                <a:lnTo>
                  <a:pt x="7233" y="3325"/>
                </a:lnTo>
                <a:lnTo>
                  <a:pt x="7233" y="3324"/>
                </a:lnTo>
                <a:lnTo>
                  <a:pt x="7234" y="3324"/>
                </a:lnTo>
                <a:lnTo>
                  <a:pt x="7235" y="3323"/>
                </a:lnTo>
                <a:lnTo>
                  <a:pt x="7236" y="3323"/>
                </a:lnTo>
                <a:lnTo>
                  <a:pt x="7237" y="3322"/>
                </a:lnTo>
                <a:lnTo>
                  <a:pt x="7238" y="3321"/>
                </a:lnTo>
                <a:lnTo>
                  <a:pt x="7240" y="3319"/>
                </a:lnTo>
                <a:lnTo>
                  <a:pt x="7243" y="3315"/>
                </a:lnTo>
                <a:lnTo>
                  <a:pt x="7246" y="3311"/>
                </a:lnTo>
                <a:lnTo>
                  <a:pt x="7247" y="3310"/>
                </a:lnTo>
                <a:lnTo>
                  <a:pt x="7247" y="3309"/>
                </a:lnTo>
                <a:lnTo>
                  <a:pt x="7247" y="3308"/>
                </a:lnTo>
                <a:lnTo>
                  <a:pt x="7248" y="3307"/>
                </a:lnTo>
                <a:lnTo>
                  <a:pt x="7248" y="3306"/>
                </a:lnTo>
                <a:lnTo>
                  <a:pt x="7249" y="3305"/>
                </a:lnTo>
                <a:lnTo>
                  <a:pt x="7249" y="3304"/>
                </a:lnTo>
                <a:lnTo>
                  <a:pt x="7250" y="3304"/>
                </a:lnTo>
                <a:lnTo>
                  <a:pt x="7248" y="3302"/>
                </a:lnTo>
                <a:lnTo>
                  <a:pt x="7243" y="3297"/>
                </a:lnTo>
                <a:lnTo>
                  <a:pt x="7242" y="3297"/>
                </a:lnTo>
                <a:lnTo>
                  <a:pt x="7243" y="3297"/>
                </a:lnTo>
                <a:lnTo>
                  <a:pt x="7244" y="3295"/>
                </a:lnTo>
                <a:lnTo>
                  <a:pt x="7246" y="3293"/>
                </a:lnTo>
                <a:lnTo>
                  <a:pt x="7247" y="3291"/>
                </a:lnTo>
                <a:lnTo>
                  <a:pt x="7248" y="3290"/>
                </a:lnTo>
                <a:lnTo>
                  <a:pt x="7257" y="3289"/>
                </a:lnTo>
                <a:lnTo>
                  <a:pt x="7258" y="3288"/>
                </a:lnTo>
                <a:lnTo>
                  <a:pt x="7258" y="3287"/>
                </a:lnTo>
                <a:lnTo>
                  <a:pt x="7258" y="3286"/>
                </a:lnTo>
                <a:lnTo>
                  <a:pt x="7258" y="3285"/>
                </a:lnTo>
                <a:lnTo>
                  <a:pt x="7258" y="3284"/>
                </a:lnTo>
                <a:lnTo>
                  <a:pt x="7259" y="3283"/>
                </a:lnTo>
                <a:lnTo>
                  <a:pt x="7259" y="3282"/>
                </a:lnTo>
                <a:lnTo>
                  <a:pt x="7258" y="3281"/>
                </a:lnTo>
                <a:lnTo>
                  <a:pt x="7256" y="3280"/>
                </a:lnTo>
                <a:lnTo>
                  <a:pt x="7255" y="3281"/>
                </a:lnTo>
                <a:lnTo>
                  <a:pt x="7256" y="3284"/>
                </a:lnTo>
                <a:lnTo>
                  <a:pt x="7253" y="3284"/>
                </a:lnTo>
                <a:lnTo>
                  <a:pt x="7252" y="3283"/>
                </a:lnTo>
                <a:lnTo>
                  <a:pt x="7253" y="3282"/>
                </a:lnTo>
                <a:lnTo>
                  <a:pt x="7253" y="3281"/>
                </a:lnTo>
                <a:lnTo>
                  <a:pt x="7254" y="3280"/>
                </a:lnTo>
                <a:lnTo>
                  <a:pt x="7255" y="3279"/>
                </a:lnTo>
                <a:lnTo>
                  <a:pt x="7255" y="3278"/>
                </a:lnTo>
                <a:lnTo>
                  <a:pt x="7253" y="3278"/>
                </a:lnTo>
                <a:lnTo>
                  <a:pt x="7252" y="3279"/>
                </a:lnTo>
                <a:lnTo>
                  <a:pt x="7252" y="3280"/>
                </a:lnTo>
                <a:lnTo>
                  <a:pt x="7250" y="3280"/>
                </a:lnTo>
                <a:lnTo>
                  <a:pt x="7250" y="3279"/>
                </a:lnTo>
                <a:lnTo>
                  <a:pt x="7248" y="3279"/>
                </a:lnTo>
                <a:lnTo>
                  <a:pt x="7247" y="3280"/>
                </a:lnTo>
                <a:lnTo>
                  <a:pt x="7246" y="3281"/>
                </a:lnTo>
                <a:lnTo>
                  <a:pt x="7243" y="3280"/>
                </a:lnTo>
                <a:lnTo>
                  <a:pt x="7242" y="3280"/>
                </a:lnTo>
                <a:lnTo>
                  <a:pt x="7241" y="3279"/>
                </a:lnTo>
                <a:lnTo>
                  <a:pt x="7241" y="3278"/>
                </a:lnTo>
                <a:lnTo>
                  <a:pt x="7241" y="3277"/>
                </a:lnTo>
                <a:lnTo>
                  <a:pt x="7242" y="3277"/>
                </a:lnTo>
                <a:lnTo>
                  <a:pt x="7244" y="3277"/>
                </a:lnTo>
                <a:lnTo>
                  <a:pt x="7245" y="3277"/>
                </a:lnTo>
                <a:lnTo>
                  <a:pt x="7248" y="3276"/>
                </a:lnTo>
                <a:lnTo>
                  <a:pt x="7252" y="3276"/>
                </a:lnTo>
                <a:lnTo>
                  <a:pt x="7253" y="3275"/>
                </a:lnTo>
                <a:lnTo>
                  <a:pt x="7254" y="3275"/>
                </a:lnTo>
                <a:lnTo>
                  <a:pt x="7255" y="3275"/>
                </a:lnTo>
                <a:lnTo>
                  <a:pt x="7257" y="3275"/>
                </a:lnTo>
                <a:lnTo>
                  <a:pt x="7257" y="3274"/>
                </a:lnTo>
                <a:lnTo>
                  <a:pt x="7258" y="3274"/>
                </a:lnTo>
                <a:lnTo>
                  <a:pt x="7260" y="3274"/>
                </a:lnTo>
                <a:lnTo>
                  <a:pt x="7261" y="3273"/>
                </a:lnTo>
                <a:lnTo>
                  <a:pt x="7262" y="3273"/>
                </a:lnTo>
                <a:lnTo>
                  <a:pt x="7263" y="3273"/>
                </a:lnTo>
                <a:lnTo>
                  <a:pt x="7263" y="3272"/>
                </a:lnTo>
                <a:lnTo>
                  <a:pt x="7264" y="3272"/>
                </a:lnTo>
                <a:lnTo>
                  <a:pt x="7263" y="3272"/>
                </a:lnTo>
                <a:lnTo>
                  <a:pt x="7264" y="3271"/>
                </a:lnTo>
                <a:lnTo>
                  <a:pt x="7265" y="3271"/>
                </a:lnTo>
                <a:lnTo>
                  <a:pt x="7266" y="3270"/>
                </a:lnTo>
                <a:lnTo>
                  <a:pt x="7268" y="3268"/>
                </a:lnTo>
                <a:lnTo>
                  <a:pt x="7269" y="3267"/>
                </a:lnTo>
                <a:lnTo>
                  <a:pt x="7270" y="3267"/>
                </a:lnTo>
                <a:lnTo>
                  <a:pt x="7271" y="3266"/>
                </a:lnTo>
                <a:lnTo>
                  <a:pt x="7271" y="3265"/>
                </a:lnTo>
                <a:lnTo>
                  <a:pt x="7272" y="3264"/>
                </a:lnTo>
                <a:lnTo>
                  <a:pt x="7272" y="3263"/>
                </a:lnTo>
                <a:lnTo>
                  <a:pt x="7273" y="3263"/>
                </a:lnTo>
                <a:lnTo>
                  <a:pt x="7273" y="3262"/>
                </a:lnTo>
                <a:lnTo>
                  <a:pt x="7275" y="3260"/>
                </a:lnTo>
                <a:lnTo>
                  <a:pt x="7275" y="3259"/>
                </a:lnTo>
                <a:lnTo>
                  <a:pt x="7277" y="3259"/>
                </a:lnTo>
                <a:lnTo>
                  <a:pt x="7278" y="3258"/>
                </a:lnTo>
                <a:lnTo>
                  <a:pt x="7279" y="3258"/>
                </a:lnTo>
                <a:lnTo>
                  <a:pt x="7279" y="3259"/>
                </a:lnTo>
                <a:lnTo>
                  <a:pt x="7280" y="3259"/>
                </a:lnTo>
                <a:lnTo>
                  <a:pt x="7281" y="3259"/>
                </a:lnTo>
                <a:lnTo>
                  <a:pt x="7281" y="3258"/>
                </a:lnTo>
                <a:lnTo>
                  <a:pt x="7282" y="3258"/>
                </a:lnTo>
                <a:lnTo>
                  <a:pt x="7283" y="3258"/>
                </a:lnTo>
                <a:lnTo>
                  <a:pt x="7286" y="3257"/>
                </a:lnTo>
                <a:lnTo>
                  <a:pt x="7287" y="3257"/>
                </a:lnTo>
                <a:lnTo>
                  <a:pt x="7288" y="3257"/>
                </a:lnTo>
                <a:lnTo>
                  <a:pt x="7288" y="3256"/>
                </a:lnTo>
                <a:lnTo>
                  <a:pt x="7290" y="3256"/>
                </a:lnTo>
                <a:lnTo>
                  <a:pt x="7291" y="3256"/>
                </a:lnTo>
                <a:lnTo>
                  <a:pt x="7292" y="3255"/>
                </a:lnTo>
                <a:lnTo>
                  <a:pt x="7294" y="3255"/>
                </a:lnTo>
                <a:lnTo>
                  <a:pt x="7295" y="3254"/>
                </a:lnTo>
                <a:lnTo>
                  <a:pt x="7296" y="3254"/>
                </a:lnTo>
                <a:lnTo>
                  <a:pt x="7296" y="3253"/>
                </a:lnTo>
                <a:lnTo>
                  <a:pt x="7297" y="3253"/>
                </a:lnTo>
                <a:lnTo>
                  <a:pt x="7298" y="3252"/>
                </a:lnTo>
                <a:lnTo>
                  <a:pt x="7299" y="3251"/>
                </a:lnTo>
                <a:lnTo>
                  <a:pt x="7299" y="3250"/>
                </a:lnTo>
                <a:lnTo>
                  <a:pt x="7300" y="3249"/>
                </a:lnTo>
                <a:lnTo>
                  <a:pt x="7301" y="3248"/>
                </a:lnTo>
                <a:lnTo>
                  <a:pt x="7302" y="3248"/>
                </a:lnTo>
                <a:lnTo>
                  <a:pt x="7303" y="3249"/>
                </a:lnTo>
                <a:lnTo>
                  <a:pt x="7304" y="3248"/>
                </a:lnTo>
                <a:lnTo>
                  <a:pt x="7305" y="3248"/>
                </a:lnTo>
                <a:lnTo>
                  <a:pt x="7306" y="3247"/>
                </a:lnTo>
                <a:lnTo>
                  <a:pt x="7306" y="3246"/>
                </a:lnTo>
                <a:lnTo>
                  <a:pt x="7307" y="3245"/>
                </a:lnTo>
                <a:lnTo>
                  <a:pt x="7307" y="3246"/>
                </a:lnTo>
                <a:lnTo>
                  <a:pt x="7308" y="3246"/>
                </a:lnTo>
                <a:lnTo>
                  <a:pt x="7309" y="3245"/>
                </a:lnTo>
                <a:lnTo>
                  <a:pt x="7310" y="3243"/>
                </a:lnTo>
                <a:lnTo>
                  <a:pt x="7311" y="3242"/>
                </a:lnTo>
                <a:lnTo>
                  <a:pt x="7312" y="3242"/>
                </a:lnTo>
                <a:lnTo>
                  <a:pt x="7314" y="3239"/>
                </a:lnTo>
                <a:lnTo>
                  <a:pt x="7315" y="3238"/>
                </a:lnTo>
                <a:lnTo>
                  <a:pt x="7315" y="3237"/>
                </a:lnTo>
                <a:lnTo>
                  <a:pt x="7316" y="3237"/>
                </a:lnTo>
                <a:lnTo>
                  <a:pt x="7317" y="3236"/>
                </a:lnTo>
                <a:lnTo>
                  <a:pt x="7318" y="3235"/>
                </a:lnTo>
                <a:lnTo>
                  <a:pt x="7319" y="3235"/>
                </a:lnTo>
                <a:lnTo>
                  <a:pt x="7320" y="3235"/>
                </a:lnTo>
                <a:lnTo>
                  <a:pt x="7320" y="3236"/>
                </a:lnTo>
                <a:lnTo>
                  <a:pt x="7321" y="3236"/>
                </a:lnTo>
                <a:lnTo>
                  <a:pt x="7322" y="3236"/>
                </a:lnTo>
                <a:lnTo>
                  <a:pt x="7323" y="3236"/>
                </a:lnTo>
                <a:lnTo>
                  <a:pt x="7324" y="3235"/>
                </a:lnTo>
                <a:lnTo>
                  <a:pt x="7325" y="3235"/>
                </a:lnTo>
                <a:lnTo>
                  <a:pt x="7326" y="3235"/>
                </a:lnTo>
                <a:lnTo>
                  <a:pt x="7326" y="3236"/>
                </a:lnTo>
                <a:lnTo>
                  <a:pt x="7327" y="3236"/>
                </a:lnTo>
                <a:lnTo>
                  <a:pt x="7329" y="3236"/>
                </a:lnTo>
                <a:lnTo>
                  <a:pt x="7330" y="3237"/>
                </a:lnTo>
                <a:lnTo>
                  <a:pt x="7331" y="3237"/>
                </a:lnTo>
                <a:lnTo>
                  <a:pt x="7333" y="3236"/>
                </a:lnTo>
                <a:lnTo>
                  <a:pt x="7335" y="3235"/>
                </a:lnTo>
                <a:lnTo>
                  <a:pt x="7336" y="3234"/>
                </a:lnTo>
                <a:lnTo>
                  <a:pt x="7336" y="3233"/>
                </a:lnTo>
                <a:lnTo>
                  <a:pt x="7338" y="3232"/>
                </a:lnTo>
                <a:lnTo>
                  <a:pt x="7340" y="3232"/>
                </a:lnTo>
                <a:lnTo>
                  <a:pt x="7341" y="3232"/>
                </a:lnTo>
                <a:lnTo>
                  <a:pt x="7342" y="3232"/>
                </a:lnTo>
                <a:lnTo>
                  <a:pt x="7344" y="3232"/>
                </a:lnTo>
                <a:lnTo>
                  <a:pt x="7345" y="3232"/>
                </a:lnTo>
                <a:lnTo>
                  <a:pt x="7346" y="3232"/>
                </a:lnTo>
                <a:lnTo>
                  <a:pt x="7346" y="3233"/>
                </a:lnTo>
                <a:lnTo>
                  <a:pt x="7347" y="3233"/>
                </a:lnTo>
                <a:lnTo>
                  <a:pt x="7348" y="3233"/>
                </a:lnTo>
                <a:lnTo>
                  <a:pt x="7349" y="3233"/>
                </a:lnTo>
                <a:lnTo>
                  <a:pt x="7350" y="3233"/>
                </a:lnTo>
                <a:lnTo>
                  <a:pt x="7351" y="3234"/>
                </a:lnTo>
                <a:lnTo>
                  <a:pt x="7351" y="3235"/>
                </a:lnTo>
                <a:lnTo>
                  <a:pt x="7351" y="3236"/>
                </a:lnTo>
                <a:lnTo>
                  <a:pt x="7350" y="3236"/>
                </a:lnTo>
                <a:lnTo>
                  <a:pt x="7350" y="3237"/>
                </a:lnTo>
                <a:lnTo>
                  <a:pt x="7349" y="3237"/>
                </a:lnTo>
                <a:lnTo>
                  <a:pt x="7349" y="3238"/>
                </a:lnTo>
                <a:lnTo>
                  <a:pt x="7349" y="3239"/>
                </a:lnTo>
                <a:lnTo>
                  <a:pt x="7350" y="3241"/>
                </a:lnTo>
                <a:lnTo>
                  <a:pt x="7351" y="3241"/>
                </a:lnTo>
                <a:lnTo>
                  <a:pt x="7352" y="3242"/>
                </a:lnTo>
                <a:lnTo>
                  <a:pt x="7355" y="3243"/>
                </a:lnTo>
                <a:lnTo>
                  <a:pt x="7355" y="3244"/>
                </a:lnTo>
                <a:lnTo>
                  <a:pt x="7357" y="3244"/>
                </a:lnTo>
                <a:lnTo>
                  <a:pt x="7358" y="3245"/>
                </a:lnTo>
                <a:lnTo>
                  <a:pt x="7359" y="3245"/>
                </a:lnTo>
                <a:lnTo>
                  <a:pt x="7360" y="3245"/>
                </a:lnTo>
                <a:lnTo>
                  <a:pt x="7361" y="3245"/>
                </a:lnTo>
                <a:lnTo>
                  <a:pt x="7362" y="3245"/>
                </a:lnTo>
                <a:lnTo>
                  <a:pt x="7362" y="3246"/>
                </a:lnTo>
                <a:lnTo>
                  <a:pt x="7362" y="3247"/>
                </a:lnTo>
                <a:lnTo>
                  <a:pt x="7363" y="3247"/>
                </a:lnTo>
                <a:lnTo>
                  <a:pt x="7363" y="3249"/>
                </a:lnTo>
                <a:lnTo>
                  <a:pt x="7364" y="3250"/>
                </a:lnTo>
                <a:lnTo>
                  <a:pt x="7365" y="3251"/>
                </a:lnTo>
                <a:lnTo>
                  <a:pt x="7367" y="3252"/>
                </a:lnTo>
                <a:lnTo>
                  <a:pt x="7368" y="3252"/>
                </a:lnTo>
                <a:lnTo>
                  <a:pt x="7370" y="3252"/>
                </a:lnTo>
                <a:lnTo>
                  <a:pt x="7372" y="3252"/>
                </a:lnTo>
                <a:lnTo>
                  <a:pt x="7372" y="3253"/>
                </a:lnTo>
                <a:lnTo>
                  <a:pt x="7373" y="3252"/>
                </a:lnTo>
                <a:lnTo>
                  <a:pt x="7373" y="3251"/>
                </a:lnTo>
                <a:lnTo>
                  <a:pt x="7374" y="3250"/>
                </a:lnTo>
                <a:lnTo>
                  <a:pt x="7376" y="3251"/>
                </a:lnTo>
                <a:lnTo>
                  <a:pt x="7379" y="3250"/>
                </a:lnTo>
                <a:lnTo>
                  <a:pt x="7380" y="3250"/>
                </a:lnTo>
                <a:lnTo>
                  <a:pt x="7381" y="3250"/>
                </a:lnTo>
                <a:lnTo>
                  <a:pt x="7382" y="3249"/>
                </a:lnTo>
                <a:lnTo>
                  <a:pt x="7383" y="3249"/>
                </a:lnTo>
                <a:lnTo>
                  <a:pt x="7384" y="3249"/>
                </a:lnTo>
                <a:lnTo>
                  <a:pt x="7385" y="3249"/>
                </a:lnTo>
                <a:lnTo>
                  <a:pt x="7385" y="3250"/>
                </a:lnTo>
                <a:lnTo>
                  <a:pt x="7386" y="3250"/>
                </a:lnTo>
                <a:lnTo>
                  <a:pt x="7386" y="3251"/>
                </a:lnTo>
                <a:lnTo>
                  <a:pt x="7387" y="3251"/>
                </a:lnTo>
                <a:lnTo>
                  <a:pt x="7387" y="3252"/>
                </a:lnTo>
                <a:lnTo>
                  <a:pt x="7386" y="3252"/>
                </a:lnTo>
                <a:lnTo>
                  <a:pt x="7386" y="3253"/>
                </a:lnTo>
                <a:lnTo>
                  <a:pt x="7386" y="3255"/>
                </a:lnTo>
                <a:lnTo>
                  <a:pt x="7385" y="3256"/>
                </a:lnTo>
                <a:lnTo>
                  <a:pt x="7385" y="3257"/>
                </a:lnTo>
                <a:lnTo>
                  <a:pt x="7384" y="3258"/>
                </a:lnTo>
                <a:lnTo>
                  <a:pt x="7385" y="3260"/>
                </a:lnTo>
                <a:lnTo>
                  <a:pt x="7385" y="3261"/>
                </a:lnTo>
                <a:lnTo>
                  <a:pt x="7386" y="3261"/>
                </a:lnTo>
                <a:lnTo>
                  <a:pt x="7387" y="3261"/>
                </a:lnTo>
                <a:lnTo>
                  <a:pt x="7387" y="3260"/>
                </a:lnTo>
                <a:lnTo>
                  <a:pt x="7388" y="3260"/>
                </a:lnTo>
                <a:lnTo>
                  <a:pt x="7388" y="3261"/>
                </a:lnTo>
                <a:lnTo>
                  <a:pt x="7389" y="3261"/>
                </a:lnTo>
                <a:lnTo>
                  <a:pt x="7389" y="3262"/>
                </a:lnTo>
                <a:lnTo>
                  <a:pt x="7389" y="3263"/>
                </a:lnTo>
                <a:lnTo>
                  <a:pt x="7389" y="3264"/>
                </a:lnTo>
                <a:lnTo>
                  <a:pt x="7388" y="3264"/>
                </a:lnTo>
                <a:lnTo>
                  <a:pt x="7388" y="3265"/>
                </a:lnTo>
                <a:lnTo>
                  <a:pt x="7388" y="3266"/>
                </a:lnTo>
                <a:lnTo>
                  <a:pt x="7388" y="3267"/>
                </a:lnTo>
                <a:lnTo>
                  <a:pt x="7388" y="3268"/>
                </a:lnTo>
                <a:lnTo>
                  <a:pt x="7387" y="3269"/>
                </a:lnTo>
                <a:lnTo>
                  <a:pt x="7387" y="3270"/>
                </a:lnTo>
                <a:lnTo>
                  <a:pt x="7388" y="3270"/>
                </a:lnTo>
                <a:lnTo>
                  <a:pt x="7388" y="3271"/>
                </a:lnTo>
                <a:lnTo>
                  <a:pt x="7390" y="3272"/>
                </a:lnTo>
                <a:lnTo>
                  <a:pt x="7390" y="3273"/>
                </a:lnTo>
                <a:lnTo>
                  <a:pt x="7392" y="3274"/>
                </a:lnTo>
                <a:lnTo>
                  <a:pt x="7393" y="3274"/>
                </a:lnTo>
                <a:lnTo>
                  <a:pt x="7394" y="3274"/>
                </a:lnTo>
                <a:lnTo>
                  <a:pt x="7395" y="3274"/>
                </a:lnTo>
                <a:lnTo>
                  <a:pt x="7396" y="3275"/>
                </a:lnTo>
                <a:lnTo>
                  <a:pt x="7397" y="3275"/>
                </a:lnTo>
                <a:lnTo>
                  <a:pt x="7399" y="3275"/>
                </a:lnTo>
                <a:lnTo>
                  <a:pt x="7401" y="3275"/>
                </a:lnTo>
                <a:lnTo>
                  <a:pt x="7405" y="3275"/>
                </a:lnTo>
                <a:lnTo>
                  <a:pt x="7406" y="3275"/>
                </a:lnTo>
                <a:lnTo>
                  <a:pt x="7407" y="3275"/>
                </a:lnTo>
                <a:lnTo>
                  <a:pt x="7409" y="3274"/>
                </a:lnTo>
                <a:lnTo>
                  <a:pt x="7411" y="3274"/>
                </a:lnTo>
                <a:lnTo>
                  <a:pt x="7411" y="3273"/>
                </a:lnTo>
                <a:lnTo>
                  <a:pt x="7412" y="3273"/>
                </a:lnTo>
                <a:lnTo>
                  <a:pt x="7414" y="3273"/>
                </a:lnTo>
                <a:lnTo>
                  <a:pt x="7415" y="3273"/>
                </a:lnTo>
                <a:lnTo>
                  <a:pt x="7416" y="3272"/>
                </a:lnTo>
                <a:lnTo>
                  <a:pt x="7418" y="3271"/>
                </a:lnTo>
                <a:lnTo>
                  <a:pt x="7419" y="3271"/>
                </a:lnTo>
                <a:lnTo>
                  <a:pt x="7420" y="3270"/>
                </a:lnTo>
                <a:lnTo>
                  <a:pt x="7421" y="3270"/>
                </a:lnTo>
                <a:lnTo>
                  <a:pt x="7422" y="3269"/>
                </a:lnTo>
                <a:lnTo>
                  <a:pt x="7423" y="3267"/>
                </a:lnTo>
                <a:lnTo>
                  <a:pt x="7424" y="3266"/>
                </a:lnTo>
                <a:lnTo>
                  <a:pt x="7424" y="3265"/>
                </a:lnTo>
                <a:lnTo>
                  <a:pt x="7424" y="3264"/>
                </a:lnTo>
                <a:lnTo>
                  <a:pt x="7423" y="3263"/>
                </a:lnTo>
                <a:lnTo>
                  <a:pt x="7423" y="3262"/>
                </a:lnTo>
                <a:lnTo>
                  <a:pt x="7421" y="3262"/>
                </a:lnTo>
                <a:lnTo>
                  <a:pt x="7420" y="3261"/>
                </a:lnTo>
                <a:lnTo>
                  <a:pt x="7420" y="3260"/>
                </a:lnTo>
                <a:lnTo>
                  <a:pt x="7421" y="3261"/>
                </a:lnTo>
                <a:lnTo>
                  <a:pt x="7425" y="3262"/>
                </a:lnTo>
                <a:lnTo>
                  <a:pt x="7426" y="3261"/>
                </a:lnTo>
                <a:lnTo>
                  <a:pt x="7427" y="3262"/>
                </a:lnTo>
                <a:lnTo>
                  <a:pt x="7428" y="3263"/>
                </a:lnTo>
                <a:lnTo>
                  <a:pt x="7429" y="3264"/>
                </a:lnTo>
                <a:lnTo>
                  <a:pt x="7430" y="3264"/>
                </a:lnTo>
                <a:lnTo>
                  <a:pt x="7431" y="3264"/>
                </a:lnTo>
                <a:lnTo>
                  <a:pt x="7432" y="3264"/>
                </a:lnTo>
                <a:lnTo>
                  <a:pt x="7432" y="3265"/>
                </a:lnTo>
                <a:lnTo>
                  <a:pt x="7433" y="3265"/>
                </a:lnTo>
                <a:lnTo>
                  <a:pt x="7434" y="3265"/>
                </a:lnTo>
                <a:lnTo>
                  <a:pt x="7435" y="3265"/>
                </a:lnTo>
                <a:lnTo>
                  <a:pt x="7435" y="3266"/>
                </a:lnTo>
                <a:lnTo>
                  <a:pt x="7434" y="3266"/>
                </a:lnTo>
                <a:lnTo>
                  <a:pt x="7432" y="3266"/>
                </a:lnTo>
                <a:lnTo>
                  <a:pt x="7431" y="3266"/>
                </a:lnTo>
                <a:lnTo>
                  <a:pt x="7428" y="3266"/>
                </a:lnTo>
                <a:lnTo>
                  <a:pt x="7426" y="3266"/>
                </a:lnTo>
                <a:lnTo>
                  <a:pt x="7426" y="3267"/>
                </a:lnTo>
                <a:lnTo>
                  <a:pt x="7426" y="3268"/>
                </a:lnTo>
                <a:lnTo>
                  <a:pt x="7427" y="3269"/>
                </a:lnTo>
                <a:lnTo>
                  <a:pt x="7427" y="3270"/>
                </a:lnTo>
                <a:lnTo>
                  <a:pt x="7429" y="3270"/>
                </a:lnTo>
                <a:lnTo>
                  <a:pt x="7430" y="3271"/>
                </a:lnTo>
                <a:lnTo>
                  <a:pt x="7427" y="3272"/>
                </a:lnTo>
                <a:lnTo>
                  <a:pt x="7427" y="3275"/>
                </a:lnTo>
                <a:lnTo>
                  <a:pt x="7428" y="3275"/>
                </a:lnTo>
                <a:lnTo>
                  <a:pt x="7429" y="3275"/>
                </a:lnTo>
                <a:lnTo>
                  <a:pt x="7429" y="3277"/>
                </a:lnTo>
                <a:lnTo>
                  <a:pt x="7430" y="3277"/>
                </a:lnTo>
                <a:lnTo>
                  <a:pt x="7432" y="3277"/>
                </a:lnTo>
                <a:lnTo>
                  <a:pt x="7433" y="3277"/>
                </a:lnTo>
                <a:lnTo>
                  <a:pt x="7434" y="3278"/>
                </a:lnTo>
                <a:lnTo>
                  <a:pt x="7435" y="3278"/>
                </a:lnTo>
                <a:lnTo>
                  <a:pt x="7436" y="3278"/>
                </a:lnTo>
                <a:lnTo>
                  <a:pt x="7437" y="3278"/>
                </a:lnTo>
                <a:lnTo>
                  <a:pt x="7438" y="3279"/>
                </a:lnTo>
                <a:lnTo>
                  <a:pt x="7438" y="3280"/>
                </a:lnTo>
                <a:lnTo>
                  <a:pt x="7439" y="3280"/>
                </a:lnTo>
                <a:lnTo>
                  <a:pt x="7440" y="3281"/>
                </a:lnTo>
                <a:lnTo>
                  <a:pt x="7440" y="3283"/>
                </a:lnTo>
                <a:lnTo>
                  <a:pt x="7440" y="3285"/>
                </a:lnTo>
                <a:lnTo>
                  <a:pt x="7441" y="3286"/>
                </a:lnTo>
                <a:lnTo>
                  <a:pt x="7441" y="3287"/>
                </a:lnTo>
                <a:lnTo>
                  <a:pt x="7443" y="3288"/>
                </a:lnTo>
                <a:lnTo>
                  <a:pt x="7443" y="3289"/>
                </a:lnTo>
                <a:lnTo>
                  <a:pt x="7445" y="3290"/>
                </a:lnTo>
                <a:lnTo>
                  <a:pt x="7446" y="3291"/>
                </a:lnTo>
                <a:lnTo>
                  <a:pt x="7447" y="3291"/>
                </a:lnTo>
                <a:lnTo>
                  <a:pt x="7448" y="3291"/>
                </a:lnTo>
                <a:lnTo>
                  <a:pt x="7448" y="3292"/>
                </a:lnTo>
                <a:lnTo>
                  <a:pt x="7449" y="3292"/>
                </a:lnTo>
                <a:lnTo>
                  <a:pt x="7450" y="3292"/>
                </a:lnTo>
                <a:lnTo>
                  <a:pt x="7451" y="3292"/>
                </a:lnTo>
                <a:lnTo>
                  <a:pt x="7452" y="3293"/>
                </a:lnTo>
                <a:lnTo>
                  <a:pt x="7452" y="3292"/>
                </a:lnTo>
                <a:lnTo>
                  <a:pt x="7453" y="3292"/>
                </a:lnTo>
                <a:lnTo>
                  <a:pt x="7454" y="3292"/>
                </a:lnTo>
                <a:lnTo>
                  <a:pt x="7454" y="3291"/>
                </a:lnTo>
                <a:lnTo>
                  <a:pt x="7454" y="3292"/>
                </a:lnTo>
                <a:lnTo>
                  <a:pt x="7455" y="3293"/>
                </a:lnTo>
                <a:lnTo>
                  <a:pt x="7457" y="3293"/>
                </a:lnTo>
                <a:lnTo>
                  <a:pt x="7458" y="3293"/>
                </a:lnTo>
                <a:lnTo>
                  <a:pt x="7458" y="3294"/>
                </a:lnTo>
                <a:lnTo>
                  <a:pt x="7460" y="3294"/>
                </a:lnTo>
                <a:lnTo>
                  <a:pt x="7461" y="3294"/>
                </a:lnTo>
                <a:lnTo>
                  <a:pt x="7462" y="3294"/>
                </a:lnTo>
                <a:lnTo>
                  <a:pt x="7463" y="3293"/>
                </a:lnTo>
                <a:lnTo>
                  <a:pt x="7466" y="3292"/>
                </a:lnTo>
                <a:lnTo>
                  <a:pt x="7466" y="3293"/>
                </a:lnTo>
                <a:lnTo>
                  <a:pt x="7467" y="3294"/>
                </a:lnTo>
                <a:lnTo>
                  <a:pt x="7469" y="3293"/>
                </a:lnTo>
                <a:lnTo>
                  <a:pt x="7468" y="3292"/>
                </a:lnTo>
                <a:lnTo>
                  <a:pt x="7468" y="3291"/>
                </a:lnTo>
                <a:lnTo>
                  <a:pt x="7472" y="3288"/>
                </a:lnTo>
                <a:lnTo>
                  <a:pt x="7472" y="3290"/>
                </a:lnTo>
                <a:lnTo>
                  <a:pt x="7473" y="3290"/>
                </a:lnTo>
                <a:lnTo>
                  <a:pt x="7474" y="3290"/>
                </a:lnTo>
                <a:lnTo>
                  <a:pt x="7474" y="3288"/>
                </a:lnTo>
                <a:lnTo>
                  <a:pt x="7473" y="3286"/>
                </a:lnTo>
                <a:lnTo>
                  <a:pt x="7474" y="3286"/>
                </a:lnTo>
                <a:lnTo>
                  <a:pt x="7475" y="3287"/>
                </a:lnTo>
                <a:lnTo>
                  <a:pt x="7476" y="3287"/>
                </a:lnTo>
                <a:lnTo>
                  <a:pt x="7479" y="3287"/>
                </a:lnTo>
                <a:lnTo>
                  <a:pt x="7481" y="3287"/>
                </a:lnTo>
                <a:lnTo>
                  <a:pt x="7482" y="3287"/>
                </a:lnTo>
                <a:lnTo>
                  <a:pt x="7485" y="3286"/>
                </a:lnTo>
                <a:lnTo>
                  <a:pt x="7486" y="3286"/>
                </a:lnTo>
                <a:lnTo>
                  <a:pt x="7487" y="3286"/>
                </a:lnTo>
                <a:lnTo>
                  <a:pt x="7488" y="3286"/>
                </a:lnTo>
                <a:lnTo>
                  <a:pt x="7489" y="3286"/>
                </a:lnTo>
                <a:lnTo>
                  <a:pt x="7490" y="3287"/>
                </a:lnTo>
                <a:lnTo>
                  <a:pt x="7490" y="3288"/>
                </a:lnTo>
                <a:lnTo>
                  <a:pt x="7491" y="3289"/>
                </a:lnTo>
                <a:lnTo>
                  <a:pt x="7492" y="3289"/>
                </a:lnTo>
                <a:lnTo>
                  <a:pt x="7493" y="3291"/>
                </a:lnTo>
                <a:lnTo>
                  <a:pt x="7493" y="3292"/>
                </a:lnTo>
                <a:lnTo>
                  <a:pt x="7493" y="3291"/>
                </a:lnTo>
                <a:lnTo>
                  <a:pt x="7493" y="3290"/>
                </a:lnTo>
                <a:lnTo>
                  <a:pt x="7493" y="3289"/>
                </a:lnTo>
                <a:lnTo>
                  <a:pt x="7492" y="3289"/>
                </a:lnTo>
                <a:lnTo>
                  <a:pt x="7491" y="3288"/>
                </a:lnTo>
                <a:lnTo>
                  <a:pt x="7491" y="3287"/>
                </a:lnTo>
                <a:lnTo>
                  <a:pt x="7491" y="3286"/>
                </a:lnTo>
                <a:lnTo>
                  <a:pt x="7492" y="3285"/>
                </a:lnTo>
                <a:lnTo>
                  <a:pt x="7493" y="3285"/>
                </a:lnTo>
                <a:lnTo>
                  <a:pt x="7497" y="3284"/>
                </a:lnTo>
                <a:lnTo>
                  <a:pt x="7501" y="3283"/>
                </a:lnTo>
                <a:lnTo>
                  <a:pt x="7503" y="3282"/>
                </a:lnTo>
                <a:lnTo>
                  <a:pt x="7505" y="3282"/>
                </a:lnTo>
                <a:lnTo>
                  <a:pt x="7506" y="3282"/>
                </a:lnTo>
                <a:lnTo>
                  <a:pt x="7509" y="3281"/>
                </a:lnTo>
                <a:lnTo>
                  <a:pt x="7510" y="3280"/>
                </a:lnTo>
                <a:lnTo>
                  <a:pt x="7511" y="3280"/>
                </a:lnTo>
                <a:lnTo>
                  <a:pt x="7513" y="3279"/>
                </a:lnTo>
                <a:lnTo>
                  <a:pt x="7514" y="3279"/>
                </a:lnTo>
                <a:lnTo>
                  <a:pt x="7515" y="3279"/>
                </a:lnTo>
                <a:lnTo>
                  <a:pt x="7516" y="3278"/>
                </a:lnTo>
                <a:lnTo>
                  <a:pt x="7517" y="3278"/>
                </a:lnTo>
                <a:lnTo>
                  <a:pt x="7518" y="3277"/>
                </a:lnTo>
                <a:lnTo>
                  <a:pt x="7519" y="3277"/>
                </a:lnTo>
                <a:lnTo>
                  <a:pt x="7521" y="3276"/>
                </a:lnTo>
                <a:lnTo>
                  <a:pt x="7521" y="3275"/>
                </a:lnTo>
                <a:lnTo>
                  <a:pt x="7522" y="3276"/>
                </a:lnTo>
                <a:lnTo>
                  <a:pt x="7522" y="3277"/>
                </a:lnTo>
                <a:lnTo>
                  <a:pt x="7522" y="3278"/>
                </a:lnTo>
                <a:lnTo>
                  <a:pt x="7522" y="3279"/>
                </a:lnTo>
                <a:lnTo>
                  <a:pt x="7523" y="3280"/>
                </a:lnTo>
                <a:lnTo>
                  <a:pt x="7524" y="3281"/>
                </a:lnTo>
                <a:lnTo>
                  <a:pt x="7523" y="3282"/>
                </a:lnTo>
                <a:lnTo>
                  <a:pt x="7524" y="3282"/>
                </a:lnTo>
                <a:lnTo>
                  <a:pt x="7525" y="3282"/>
                </a:lnTo>
                <a:lnTo>
                  <a:pt x="7526" y="3282"/>
                </a:lnTo>
                <a:lnTo>
                  <a:pt x="7525" y="3281"/>
                </a:lnTo>
                <a:lnTo>
                  <a:pt x="7524" y="3281"/>
                </a:lnTo>
                <a:lnTo>
                  <a:pt x="7523" y="3280"/>
                </a:lnTo>
                <a:lnTo>
                  <a:pt x="7523" y="3279"/>
                </a:lnTo>
                <a:lnTo>
                  <a:pt x="7523" y="3278"/>
                </a:lnTo>
                <a:lnTo>
                  <a:pt x="7524" y="3278"/>
                </a:lnTo>
                <a:lnTo>
                  <a:pt x="7523" y="3276"/>
                </a:lnTo>
                <a:lnTo>
                  <a:pt x="7523" y="3275"/>
                </a:lnTo>
                <a:lnTo>
                  <a:pt x="7523" y="3274"/>
                </a:lnTo>
                <a:lnTo>
                  <a:pt x="7525" y="3273"/>
                </a:lnTo>
                <a:lnTo>
                  <a:pt x="7526" y="3272"/>
                </a:lnTo>
                <a:lnTo>
                  <a:pt x="7527" y="3272"/>
                </a:lnTo>
                <a:lnTo>
                  <a:pt x="7527" y="3271"/>
                </a:lnTo>
                <a:lnTo>
                  <a:pt x="7527" y="3270"/>
                </a:lnTo>
                <a:lnTo>
                  <a:pt x="7528" y="3269"/>
                </a:lnTo>
                <a:lnTo>
                  <a:pt x="7529" y="3269"/>
                </a:lnTo>
                <a:lnTo>
                  <a:pt x="7529" y="3267"/>
                </a:lnTo>
                <a:lnTo>
                  <a:pt x="7530" y="3266"/>
                </a:lnTo>
                <a:lnTo>
                  <a:pt x="7530" y="3265"/>
                </a:lnTo>
                <a:lnTo>
                  <a:pt x="7530" y="3264"/>
                </a:lnTo>
                <a:lnTo>
                  <a:pt x="7529" y="3264"/>
                </a:lnTo>
                <a:lnTo>
                  <a:pt x="7528" y="3264"/>
                </a:lnTo>
                <a:lnTo>
                  <a:pt x="7529" y="3264"/>
                </a:lnTo>
                <a:lnTo>
                  <a:pt x="7530" y="3264"/>
                </a:lnTo>
                <a:lnTo>
                  <a:pt x="7531" y="3264"/>
                </a:lnTo>
                <a:lnTo>
                  <a:pt x="7532" y="3263"/>
                </a:lnTo>
                <a:lnTo>
                  <a:pt x="7533" y="3263"/>
                </a:lnTo>
                <a:lnTo>
                  <a:pt x="7534" y="3262"/>
                </a:lnTo>
                <a:lnTo>
                  <a:pt x="7534" y="3261"/>
                </a:lnTo>
                <a:lnTo>
                  <a:pt x="7533" y="3261"/>
                </a:lnTo>
                <a:lnTo>
                  <a:pt x="7534" y="3260"/>
                </a:lnTo>
                <a:lnTo>
                  <a:pt x="7535" y="3260"/>
                </a:lnTo>
                <a:lnTo>
                  <a:pt x="7536" y="3261"/>
                </a:lnTo>
                <a:lnTo>
                  <a:pt x="7537" y="3261"/>
                </a:lnTo>
                <a:lnTo>
                  <a:pt x="7538" y="3260"/>
                </a:lnTo>
                <a:lnTo>
                  <a:pt x="7538" y="3259"/>
                </a:lnTo>
                <a:lnTo>
                  <a:pt x="7537" y="3258"/>
                </a:lnTo>
                <a:lnTo>
                  <a:pt x="7537" y="3256"/>
                </a:lnTo>
                <a:lnTo>
                  <a:pt x="7536" y="3255"/>
                </a:lnTo>
                <a:lnTo>
                  <a:pt x="7537" y="3255"/>
                </a:lnTo>
                <a:lnTo>
                  <a:pt x="7538" y="3256"/>
                </a:lnTo>
                <a:lnTo>
                  <a:pt x="7538" y="3257"/>
                </a:lnTo>
                <a:lnTo>
                  <a:pt x="7539" y="3257"/>
                </a:lnTo>
                <a:lnTo>
                  <a:pt x="7539" y="3258"/>
                </a:lnTo>
                <a:lnTo>
                  <a:pt x="7540" y="3259"/>
                </a:lnTo>
                <a:lnTo>
                  <a:pt x="7541" y="3259"/>
                </a:lnTo>
                <a:lnTo>
                  <a:pt x="7542" y="3258"/>
                </a:lnTo>
                <a:lnTo>
                  <a:pt x="7543" y="3258"/>
                </a:lnTo>
                <a:lnTo>
                  <a:pt x="7544" y="3257"/>
                </a:lnTo>
                <a:lnTo>
                  <a:pt x="7544" y="3256"/>
                </a:lnTo>
                <a:lnTo>
                  <a:pt x="7545" y="3256"/>
                </a:lnTo>
                <a:lnTo>
                  <a:pt x="7545" y="3255"/>
                </a:lnTo>
                <a:lnTo>
                  <a:pt x="7544" y="3255"/>
                </a:lnTo>
                <a:lnTo>
                  <a:pt x="7544" y="3254"/>
                </a:lnTo>
                <a:lnTo>
                  <a:pt x="7544" y="3253"/>
                </a:lnTo>
                <a:lnTo>
                  <a:pt x="7545" y="3254"/>
                </a:lnTo>
                <a:lnTo>
                  <a:pt x="7545" y="3255"/>
                </a:lnTo>
                <a:lnTo>
                  <a:pt x="7546" y="3255"/>
                </a:lnTo>
                <a:lnTo>
                  <a:pt x="7547" y="3255"/>
                </a:lnTo>
                <a:lnTo>
                  <a:pt x="7548" y="3254"/>
                </a:lnTo>
                <a:lnTo>
                  <a:pt x="7548" y="3255"/>
                </a:lnTo>
                <a:lnTo>
                  <a:pt x="7547" y="3256"/>
                </a:lnTo>
                <a:lnTo>
                  <a:pt x="7547" y="3257"/>
                </a:lnTo>
                <a:lnTo>
                  <a:pt x="7548" y="3257"/>
                </a:lnTo>
                <a:lnTo>
                  <a:pt x="7549" y="3257"/>
                </a:lnTo>
                <a:lnTo>
                  <a:pt x="7550" y="3257"/>
                </a:lnTo>
                <a:lnTo>
                  <a:pt x="7551" y="3258"/>
                </a:lnTo>
                <a:lnTo>
                  <a:pt x="7551" y="3259"/>
                </a:lnTo>
                <a:lnTo>
                  <a:pt x="7550" y="3259"/>
                </a:lnTo>
                <a:lnTo>
                  <a:pt x="7551" y="3260"/>
                </a:lnTo>
                <a:lnTo>
                  <a:pt x="7552" y="3260"/>
                </a:lnTo>
                <a:lnTo>
                  <a:pt x="7552" y="3261"/>
                </a:lnTo>
                <a:lnTo>
                  <a:pt x="7551" y="3262"/>
                </a:lnTo>
                <a:lnTo>
                  <a:pt x="7550" y="3262"/>
                </a:lnTo>
                <a:lnTo>
                  <a:pt x="7549" y="3263"/>
                </a:lnTo>
                <a:lnTo>
                  <a:pt x="7548" y="3263"/>
                </a:lnTo>
                <a:lnTo>
                  <a:pt x="7546" y="3264"/>
                </a:lnTo>
                <a:lnTo>
                  <a:pt x="7546" y="3265"/>
                </a:lnTo>
                <a:lnTo>
                  <a:pt x="7547" y="3266"/>
                </a:lnTo>
                <a:lnTo>
                  <a:pt x="7547" y="3267"/>
                </a:lnTo>
                <a:lnTo>
                  <a:pt x="7548" y="3267"/>
                </a:lnTo>
                <a:lnTo>
                  <a:pt x="7548" y="3268"/>
                </a:lnTo>
                <a:lnTo>
                  <a:pt x="7550" y="3268"/>
                </a:lnTo>
                <a:lnTo>
                  <a:pt x="7550" y="3270"/>
                </a:lnTo>
                <a:lnTo>
                  <a:pt x="7550" y="3271"/>
                </a:lnTo>
                <a:lnTo>
                  <a:pt x="7551" y="3273"/>
                </a:lnTo>
                <a:lnTo>
                  <a:pt x="7551" y="3274"/>
                </a:lnTo>
                <a:lnTo>
                  <a:pt x="7553" y="3275"/>
                </a:lnTo>
                <a:lnTo>
                  <a:pt x="7554" y="3275"/>
                </a:lnTo>
                <a:lnTo>
                  <a:pt x="7554" y="3276"/>
                </a:lnTo>
                <a:lnTo>
                  <a:pt x="7555" y="3277"/>
                </a:lnTo>
                <a:lnTo>
                  <a:pt x="7555" y="3278"/>
                </a:lnTo>
                <a:lnTo>
                  <a:pt x="7554" y="3278"/>
                </a:lnTo>
                <a:lnTo>
                  <a:pt x="7555" y="3279"/>
                </a:lnTo>
                <a:lnTo>
                  <a:pt x="7557" y="3280"/>
                </a:lnTo>
                <a:lnTo>
                  <a:pt x="7559" y="3280"/>
                </a:lnTo>
                <a:lnTo>
                  <a:pt x="7559" y="3279"/>
                </a:lnTo>
                <a:lnTo>
                  <a:pt x="7560" y="3279"/>
                </a:lnTo>
                <a:lnTo>
                  <a:pt x="7560" y="3278"/>
                </a:lnTo>
                <a:lnTo>
                  <a:pt x="7560" y="3277"/>
                </a:lnTo>
                <a:lnTo>
                  <a:pt x="7560" y="3276"/>
                </a:lnTo>
                <a:lnTo>
                  <a:pt x="7559" y="3274"/>
                </a:lnTo>
                <a:lnTo>
                  <a:pt x="7561" y="3275"/>
                </a:lnTo>
                <a:lnTo>
                  <a:pt x="7564" y="3273"/>
                </a:lnTo>
                <a:lnTo>
                  <a:pt x="7566" y="3271"/>
                </a:lnTo>
                <a:lnTo>
                  <a:pt x="7567" y="3271"/>
                </a:lnTo>
                <a:lnTo>
                  <a:pt x="7568" y="3271"/>
                </a:lnTo>
                <a:lnTo>
                  <a:pt x="7569" y="3271"/>
                </a:lnTo>
                <a:lnTo>
                  <a:pt x="7570" y="3272"/>
                </a:lnTo>
                <a:lnTo>
                  <a:pt x="7571" y="3272"/>
                </a:lnTo>
                <a:lnTo>
                  <a:pt x="7571" y="3271"/>
                </a:lnTo>
                <a:lnTo>
                  <a:pt x="7572" y="3272"/>
                </a:lnTo>
                <a:lnTo>
                  <a:pt x="7573" y="3273"/>
                </a:lnTo>
                <a:lnTo>
                  <a:pt x="7574" y="3273"/>
                </a:lnTo>
                <a:lnTo>
                  <a:pt x="7573" y="3274"/>
                </a:lnTo>
                <a:lnTo>
                  <a:pt x="7572" y="3274"/>
                </a:lnTo>
                <a:lnTo>
                  <a:pt x="7571" y="3274"/>
                </a:lnTo>
                <a:lnTo>
                  <a:pt x="7572" y="3277"/>
                </a:lnTo>
                <a:lnTo>
                  <a:pt x="7573" y="3277"/>
                </a:lnTo>
                <a:lnTo>
                  <a:pt x="7574" y="3278"/>
                </a:lnTo>
                <a:lnTo>
                  <a:pt x="7575" y="3278"/>
                </a:lnTo>
                <a:lnTo>
                  <a:pt x="7578" y="3279"/>
                </a:lnTo>
                <a:lnTo>
                  <a:pt x="7579" y="3279"/>
                </a:lnTo>
                <a:lnTo>
                  <a:pt x="7580" y="3279"/>
                </a:lnTo>
                <a:lnTo>
                  <a:pt x="7581" y="3279"/>
                </a:lnTo>
                <a:lnTo>
                  <a:pt x="7582" y="3279"/>
                </a:lnTo>
                <a:lnTo>
                  <a:pt x="7583" y="3279"/>
                </a:lnTo>
                <a:lnTo>
                  <a:pt x="7584" y="3279"/>
                </a:lnTo>
                <a:lnTo>
                  <a:pt x="7586" y="3278"/>
                </a:lnTo>
                <a:lnTo>
                  <a:pt x="7587" y="3278"/>
                </a:lnTo>
                <a:lnTo>
                  <a:pt x="7588" y="3277"/>
                </a:lnTo>
                <a:lnTo>
                  <a:pt x="7590" y="3277"/>
                </a:lnTo>
                <a:lnTo>
                  <a:pt x="7591" y="3277"/>
                </a:lnTo>
                <a:lnTo>
                  <a:pt x="7592" y="3278"/>
                </a:lnTo>
                <a:lnTo>
                  <a:pt x="7593" y="3278"/>
                </a:lnTo>
                <a:lnTo>
                  <a:pt x="7594" y="3277"/>
                </a:lnTo>
                <a:lnTo>
                  <a:pt x="7595" y="3277"/>
                </a:lnTo>
                <a:lnTo>
                  <a:pt x="7596" y="3277"/>
                </a:lnTo>
                <a:lnTo>
                  <a:pt x="7597" y="3277"/>
                </a:lnTo>
                <a:lnTo>
                  <a:pt x="7601" y="3275"/>
                </a:lnTo>
                <a:lnTo>
                  <a:pt x="7602" y="3274"/>
                </a:lnTo>
                <a:lnTo>
                  <a:pt x="7604" y="3273"/>
                </a:lnTo>
                <a:lnTo>
                  <a:pt x="7605" y="3271"/>
                </a:lnTo>
                <a:lnTo>
                  <a:pt x="7606" y="3271"/>
                </a:lnTo>
                <a:lnTo>
                  <a:pt x="7606" y="3272"/>
                </a:lnTo>
                <a:lnTo>
                  <a:pt x="7606" y="3273"/>
                </a:lnTo>
                <a:lnTo>
                  <a:pt x="7607" y="3274"/>
                </a:lnTo>
                <a:lnTo>
                  <a:pt x="7607" y="3275"/>
                </a:lnTo>
                <a:lnTo>
                  <a:pt x="7606" y="3276"/>
                </a:lnTo>
                <a:lnTo>
                  <a:pt x="7605" y="3276"/>
                </a:lnTo>
                <a:lnTo>
                  <a:pt x="7606" y="3278"/>
                </a:lnTo>
                <a:lnTo>
                  <a:pt x="7606" y="3277"/>
                </a:lnTo>
                <a:lnTo>
                  <a:pt x="7607" y="3277"/>
                </a:lnTo>
                <a:lnTo>
                  <a:pt x="7608" y="3279"/>
                </a:lnTo>
                <a:lnTo>
                  <a:pt x="7607" y="3280"/>
                </a:lnTo>
                <a:lnTo>
                  <a:pt x="7608" y="3280"/>
                </a:lnTo>
                <a:lnTo>
                  <a:pt x="7610" y="3281"/>
                </a:lnTo>
                <a:lnTo>
                  <a:pt x="7609" y="3277"/>
                </a:lnTo>
                <a:lnTo>
                  <a:pt x="7608" y="3276"/>
                </a:lnTo>
                <a:lnTo>
                  <a:pt x="7609" y="3276"/>
                </a:lnTo>
                <a:lnTo>
                  <a:pt x="7610" y="3275"/>
                </a:lnTo>
                <a:lnTo>
                  <a:pt x="7611" y="3275"/>
                </a:lnTo>
                <a:lnTo>
                  <a:pt x="7612" y="3275"/>
                </a:lnTo>
                <a:lnTo>
                  <a:pt x="7617" y="3275"/>
                </a:lnTo>
                <a:lnTo>
                  <a:pt x="7619" y="3275"/>
                </a:lnTo>
                <a:lnTo>
                  <a:pt x="7620" y="3275"/>
                </a:lnTo>
                <a:lnTo>
                  <a:pt x="7622" y="3274"/>
                </a:lnTo>
                <a:lnTo>
                  <a:pt x="7623" y="3273"/>
                </a:lnTo>
                <a:lnTo>
                  <a:pt x="7623" y="3272"/>
                </a:lnTo>
                <a:lnTo>
                  <a:pt x="7624" y="3271"/>
                </a:lnTo>
                <a:lnTo>
                  <a:pt x="7625" y="3270"/>
                </a:lnTo>
                <a:lnTo>
                  <a:pt x="7626" y="3270"/>
                </a:lnTo>
                <a:lnTo>
                  <a:pt x="7626" y="3269"/>
                </a:lnTo>
                <a:lnTo>
                  <a:pt x="7627" y="3269"/>
                </a:lnTo>
                <a:lnTo>
                  <a:pt x="7629" y="3269"/>
                </a:lnTo>
                <a:lnTo>
                  <a:pt x="7629" y="3268"/>
                </a:lnTo>
                <a:lnTo>
                  <a:pt x="7630" y="3267"/>
                </a:lnTo>
                <a:lnTo>
                  <a:pt x="7630" y="3268"/>
                </a:lnTo>
                <a:lnTo>
                  <a:pt x="7630" y="3269"/>
                </a:lnTo>
                <a:lnTo>
                  <a:pt x="7631" y="3269"/>
                </a:lnTo>
                <a:lnTo>
                  <a:pt x="7631" y="3270"/>
                </a:lnTo>
                <a:lnTo>
                  <a:pt x="7632" y="3270"/>
                </a:lnTo>
                <a:lnTo>
                  <a:pt x="7632" y="3269"/>
                </a:lnTo>
                <a:lnTo>
                  <a:pt x="7633" y="3269"/>
                </a:lnTo>
                <a:lnTo>
                  <a:pt x="7632" y="3268"/>
                </a:lnTo>
                <a:lnTo>
                  <a:pt x="7632" y="3267"/>
                </a:lnTo>
                <a:lnTo>
                  <a:pt x="7633" y="3267"/>
                </a:lnTo>
                <a:lnTo>
                  <a:pt x="7633" y="3268"/>
                </a:lnTo>
                <a:lnTo>
                  <a:pt x="7633" y="3269"/>
                </a:lnTo>
                <a:lnTo>
                  <a:pt x="7634" y="3269"/>
                </a:lnTo>
                <a:lnTo>
                  <a:pt x="7634" y="3270"/>
                </a:lnTo>
                <a:lnTo>
                  <a:pt x="7635" y="3270"/>
                </a:lnTo>
                <a:lnTo>
                  <a:pt x="7636" y="3270"/>
                </a:lnTo>
                <a:lnTo>
                  <a:pt x="7636" y="3269"/>
                </a:lnTo>
                <a:lnTo>
                  <a:pt x="7637" y="3268"/>
                </a:lnTo>
                <a:lnTo>
                  <a:pt x="7636" y="3267"/>
                </a:lnTo>
                <a:lnTo>
                  <a:pt x="7635" y="3267"/>
                </a:lnTo>
                <a:lnTo>
                  <a:pt x="7636" y="3267"/>
                </a:lnTo>
                <a:lnTo>
                  <a:pt x="7637" y="3267"/>
                </a:lnTo>
                <a:lnTo>
                  <a:pt x="7638" y="3268"/>
                </a:lnTo>
                <a:lnTo>
                  <a:pt x="7639" y="3268"/>
                </a:lnTo>
                <a:lnTo>
                  <a:pt x="7640" y="3269"/>
                </a:lnTo>
                <a:lnTo>
                  <a:pt x="7641" y="3269"/>
                </a:lnTo>
                <a:lnTo>
                  <a:pt x="7640" y="3269"/>
                </a:lnTo>
                <a:lnTo>
                  <a:pt x="7640" y="3270"/>
                </a:lnTo>
                <a:lnTo>
                  <a:pt x="7641" y="3270"/>
                </a:lnTo>
                <a:lnTo>
                  <a:pt x="7641" y="3271"/>
                </a:lnTo>
                <a:lnTo>
                  <a:pt x="7642" y="3271"/>
                </a:lnTo>
                <a:lnTo>
                  <a:pt x="7642" y="3272"/>
                </a:lnTo>
                <a:lnTo>
                  <a:pt x="7641" y="3273"/>
                </a:lnTo>
                <a:lnTo>
                  <a:pt x="7640" y="3273"/>
                </a:lnTo>
                <a:lnTo>
                  <a:pt x="7640" y="3274"/>
                </a:lnTo>
                <a:lnTo>
                  <a:pt x="7640" y="3275"/>
                </a:lnTo>
                <a:lnTo>
                  <a:pt x="7639" y="3276"/>
                </a:lnTo>
                <a:lnTo>
                  <a:pt x="7639" y="3275"/>
                </a:lnTo>
                <a:lnTo>
                  <a:pt x="7638" y="3275"/>
                </a:lnTo>
                <a:lnTo>
                  <a:pt x="7638" y="3274"/>
                </a:lnTo>
                <a:lnTo>
                  <a:pt x="7637" y="3274"/>
                </a:lnTo>
                <a:lnTo>
                  <a:pt x="7636" y="3274"/>
                </a:lnTo>
                <a:lnTo>
                  <a:pt x="7634" y="3273"/>
                </a:lnTo>
                <a:lnTo>
                  <a:pt x="7633" y="3274"/>
                </a:lnTo>
                <a:lnTo>
                  <a:pt x="7631" y="3275"/>
                </a:lnTo>
                <a:lnTo>
                  <a:pt x="7630" y="3277"/>
                </a:lnTo>
                <a:lnTo>
                  <a:pt x="7628" y="3278"/>
                </a:lnTo>
                <a:lnTo>
                  <a:pt x="7627" y="3278"/>
                </a:lnTo>
                <a:lnTo>
                  <a:pt x="7627" y="3279"/>
                </a:lnTo>
                <a:lnTo>
                  <a:pt x="7626" y="3281"/>
                </a:lnTo>
                <a:lnTo>
                  <a:pt x="7625" y="3281"/>
                </a:lnTo>
                <a:lnTo>
                  <a:pt x="7625" y="3282"/>
                </a:lnTo>
                <a:lnTo>
                  <a:pt x="7625" y="3284"/>
                </a:lnTo>
                <a:lnTo>
                  <a:pt x="7625" y="3285"/>
                </a:lnTo>
                <a:lnTo>
                  <a:pt x="7625" y="3286"/>
                </a:lnTo>
                <a:lnTo>
                  <a:pt x="7625" y="3287"/>
                </a:lnTo>
                <a:lnTo>
                  <a:pt x="7626" y="3287"/>
                </a:lnTo>
                <a:lnTo>
                  <a:pt x="7626" y="3288"/>
                </a:lnTo>
                <a:lnTo>
                  <a:pt x="7626" y="3290"/>
                </a:lnTo>
                <a:lnTo>
                  <a:pt x="7626" y="3291"/>
                </a:lnTo>
                <a:lnTo>
                  <a:pt x="7626" y="3292"/>
                </a:lnTo>
                <a:lnTo>
                  <a:pt x="7625" y="3293"/>
                </a:lnTo>
                <a:lnTo>
                  <a:pt x="7624" y="3293"/>
                </a:lnTo>
                <a:lnTo>
                  <a:pt x="7624" y="3292"/>
                </a:lnTo>
                <a:lnTo>
                  <a:pt x="7623" y="3291"/>
                </a:lnTo>
                <a:lnTo>
                  <a:pt x="7622" y="3291"/>
                </a:lnTo>
                <a:lnTo>
                  <a:pt x="7622" y="3292"/>
                </a:lnTo>
                <a:lnTo>
                  <a:pt x="7622" y="3293"/>
                </a:lnTo>
                <a:lnTo>
                  <a:pt x="7623" y="3293"/>
                </a:lnTo>
                <a:lnTo>
                  <a:pt x="7624" y="3294"/>
                </a:lnTo>
                <a:lnTo>
                  <a:pt x="7624" y="3295"/>
                </a:lnTo>
                <a:lnTo>
                  <a:pt x="7624" y="3296"/>
                </a:lnTo>
                <a:lnTo>
                  <a:pt x="7623" y="3296"/>
                </a:lnTo>
                <a:lnTo>
                  <a:pt x="7623" y="3297"/>
                </a:lnTo>
                <a:lnTo>
                  <a:pt x="7624" y="3298"/>
                </a:lnTo>
                <a:lnTo>
                  <a:pt x="7625" y="3298"/>
                </a:lnTo>
                <a:lnTo>
                  <a:pt x="7624" y="3299"/>
                </a:lnTo>
                <a:lnTo>
                  <a:pt x="7624" y="3298"/>
                </a:lnTo>
                <a:lnTo>
                  <a:pt x="7623" y="3298"/>
                </a:lnTo>
                <a:lnTo>
                  <a:pt x="7622" y="3298"/>
                </a:lnTo>
                <a:lnTo>
                  <a:pt x="7622" y="3299"/>
                </a:lnTo>
                <a:lnTo>
                  <a:pt x="7622" y="3300"/>
                </a:lnTo>
                <a:lnTo>
                  <a:pt x="7623" y="3300"/>
                </a:lnTo>
                <a:lnTo>
                  <a:pt x="7624" y="3300"/>
                </a:lnTo>
                <a:lnTo>
                  <a:pt x="7625" y="3301"/>
                </a:lnTo>
                <a:lnTo>
                  <a:pt x="7625" y="3302"/>
                </a:lnTo>
                <a:lnTo>
                  <a:pt x="7624" y="3303"/>
                </a:lnTo>
                <a:lnTo>
                  <a:pt x="7624" y="3304"/>
                </a:lnTo>
                <a:lnTo>
                  <a:pt x="7625" y="3304"/>
                </a:lnTo>
                <a:lnTo>
                  <a:pt x="7626" y="3304"/>
                </a:lnTo>
                <a:lnTo>
                  <a:pt x="7627" y="3303"/>
                </a:lnTo>
                <a:lnTo>
                  <a:pt x="7628" y="3304"/>
                </a:lnTo>
                <a:lnTo>
                  <a:pt x="7629" y="3305"/>
                </a:lnTo>
                <a:lnTo>
                  <a:pt x="7630" y="3306"/>
                </a:lnTo>
                <a:lnTo>
                  <a:pt x="7630" y="3308"/>
                </a:lnTo>
                <a:lnTo>
                  <a:pt x="7630" y="3309"/>
                </a:lnTo>
                <a:lnTo>
                  <a:pt x="7630" y="3310"/>
                </a:lnTo>
                <a:lnTo>
                  <a:pt x="7631" y="3310"/>
                </a:lnTo>
                <a:lnTo>
                  <a:pt x="7633" y="3312"/>
                </a:lnTo>
                <a:lnTo>
                  <a:pt x="7634" y="3312"/>
                </a:lnTo>
                <a:lnTo>
                  <a:pt x="7635" y="3312"/>
                </a:lnTo>
                <a:lnTo>
                  <a:pt x="7636" y="3313"/>
                </a:lnTo>
                <a:lnTo>
                  <a:pt x="7636" y="3314"/>
                </a:lnTo>
                <a:lnTo>
                  <a:pt x="7635" y="3314"/>
                </a:lnTo>
                <a:lnTo>
                  <a:pt x="7633" y="3315"/>
                </a:lnTo>
                <a:lnTo>
                  <a:pt x="7633" y="3316"/>
                </a:lnTo>
                <a:lnTo>
                  <a:pt x="7632" y="3316"/>
                </a:lnTo>
                <a:lnTo>
                  <a:pt x="7630" y="3317"/>
                </a:lnTo>
                <a:lnTo>
                  <a:pt x="7627" y="3319"/>
                </a:lnTo>
                <a:lnTo>
                  <a:pt x="7627" y="3321"/>
                </a:lnTo>
                <a:lnTo>
                  <a:pt x="7627" y="3322"/>
                </a:lnTo>
                <a:lnTo>
                  <a:pt x="7628" y="3322"/>
                </a:lnTo>
                <a:lnTo>
                  <a:pt x="7629" y="3322"/>
                </a:lnTo>
                <a:lnTo>
                  <a:pt x="7630" y="3322"/>
                </a:lnTo>
                <a:lnTo>
                  <a:pt x="7631" y="3323"/>
                </a:lnTo>
                <a:lnTo>
                  <a:pt x="7631" y="3324"/>
                </a:lnTo>
                <a:lnTo>
                  <a:pt x="7631" y="3326"/>
                </a:lnTo>
                <a:lnTo>
                  <a:pt x="7629" y="3326"/>
                </a:lnTo>
                <a:lnTo>
                  <a:pt x="7627" y="3326"/>
                </a:lnTo>
                <a:lnTo>
                  <a:pt x="7626" y="3325"/>
                </a:lnTo>
                <a:lnTo>
                  <a:pt x="7623" y="3325"/>
                </a:lnTo>
                <a:lnTo>
                  <a:pt x="7622" y="3325"/>
                </a:lnTo>
                <a:lnTo>
                  <a:pt x="7621" y="3325"/>
                </a:lnTo>
                <a:lnTo>
                  <a:pt x="7621" y="3326"/>
                </a:lnTo>
                <a:lnTo>
                  <a:pt x="7620" y="3326"/>
                </a:lnTo>
                <a:lnTo>
                  <a:pt x="7619" y="3326"/>
                </a:lnTo>
                <a:lnTo>
                  <a:pt x="7617" y="3326"/>
                </a:lnTo>
                <a:lnTo>
                  <a:pt x="7617" y="3327"/>
                </a:lnTo>
                <a:lnTo>
                  <a:pt x="7617" y="3328"/>
                </a:lnTo>
                <a:lnTo>
                  <a:pt x="7616" y="3328"/>
                </a:lnTo>
                <a:lnTo>
                  <a:pt x="7616" y="3329"/>
                </a:lnTo>
                <a:lnTo>
                  <a:pt x="7615" y="3331"/>
                </a:lnTo>
                <a:lnTo>
                  <a:pt x="7615" y="3333"/>
                </a:lnTo>
                <a:lnTo>
                  <a:pt x="7615" y="3334"/>
                </a:lnTo>
                <a:lnTo>
                  <a:pt x="7615" y="3336"/>
                </a:lnTo>
                <a:lnTo>
                  <a:pt x="7614" y="3336"/>
                </a:lnTo>
                <a:lnTo>
                  <a:pt x="7613" y="3335"/>
                </a:lnTo>
                <a:lnTo>
                  <a:pt x="7612" y="3336"/>
                </a:lnTo>
                <a:lnTo>
                  <a:pt x="7612" y="3337"/>
                </a:lnTo>
                <a:lnTo>
                  <a:pt x="7613" y="3338"/>
                </a:lnTo>
                <a:lnTo>
                  <a:pt x="7614" y="3338"/>
                </a:lnTo>
                <a:lnTo>
                  <a:pt x="7614" y="3339"/>
                </a:lnTo>
                <a:lnTo>
                  <a:pt x="7615" y="3340"/>
                </a:lnTo>
                <a:lnTo>
                  <a:pt x="7615" y="3341"/>
                </a:lnTo>
                <a:lnTo>
                  <a:pt x="7615" y="3343"/>
                </a:lnTo>
                <a:lnTo>
                  <a:pt x="7616" y="3344"/>
                </a:lnTo>
                <a:lnTo>
                  <a:pt x="7616" y="3347"/>
                </a:lnTo>
                <a:lnTo>
                  <a:pt x="7615" y="3347"/>
                </a:lnTo>
                <a:lnTo>
                  <a:pt x="7613" y="3348"/>
                </a:lnTo>
                <a:lnTo>
                  <a:pt x="7612" y="3349"/>
                </a:lnTo>
                <a:lnTo>
                  <a:pt x="7611" y="3352"/>
                </a:lnTo>
                <a:lnTo>
                  <a:pt x="7612" y="3353"/>
                </a:lnTo>
                <a:lnTo>
                  <a:pt x="7613" y="3354"/>
                </a:lnTo>
                <a:lnTo>
                  <a:pt x="7614" y="3356"/>
                </a:lnTo>
                <a:lnTo>
                  <a:pt x="7614" y="3355"/>
                </a:lnTo>
                <a:lnTo>
                  <a:pt x="7615" y="3355"/>
                </a:lnTo>
                <a:lnTo>
                  <a:pt x="7615" y="3354"/>
                </a:lnTo>
                <a:lnTo>
                  <a:pt x="7615" y="3353"/>
                </a:lnTo>
                <a:lnTo>
                  <a:pt x="7616" y="3353"/>
                </a:lnTo>
                <a:lnTo>
                  <a:pt x="7618" y="3352"/>
                </a:lnTo>
                <a:lnTo>
                  <a:pt x="7619" y="3352"/>
                </a:lnTo>
                <a:lnTo>
                  <a:pt x="7619" y="3353"/>
                </a:lnTo>
                <a:lnTo>
                  <a:pt x="7620" y="3353"/>
                </a:lnTo>
                <a:lnTo>
                  <a:pt x="7621" y="3354"/>
                </a:lnTo>
                <a:lnTo>
                  <a:pt x="7622" y="3354"/>
                </a:lnTo>
                <a:lnTo>
                  <a:pt x="7623" y="3354"/>
                </a:lnTo>
                <a:lnTo>
                  <a:pt x="7623" y="3353"/>
                </a:lnTo>
                <a:lnTo>
                  <a:pt x="7625" y="3352"/>
                </a:lnTo>
                <a:lnTo>
                  <a:pt x="7626" y="3352"/>
                </a:lnTo>
                <a:lnTo>
                  <a:pt x="7627" y="3351"/>
                </a:lnTo>
                <a:lnTo>
                  <a:pt x="7632" y="3348"/>
                </a:lnTo>
                <a:lnTo>
                  <a:pt x="7633" y="3348"/>
                </a:lnTo>
                <a:lnTo>
                  <a:pt x="7634" y="3347"/>
                </a:lnTo>
                <a:lnTo>
                  <a:pt x="7634" y="3348"/>
                </a:lnTo>
                <a:lnTo>
                  <a:pt x="7633" y="3349"/>
                </a:lnTo>
                <a:lnTo>
                  <a:pt x="7631" y="3349"/>
                </a:lnTo>
                <a:lnTo>
                  <a:pt x="7630" y="3350"/>
                </a:lnTo>
                <a:lnTo>
                  <a:pt x="7630" y="3352"/>
                </a:lnTo>
                <a:lnTo>
                  <a:pt x="7629" y="3353"/>
                </a:lnTo>
                <a:lnTo>
                  <a:pt x="7629" y="3356"/>
                </a:lnTo>
                <a:lnTo>
                  <a:pt x="7630" y="3358"/>
                </a:lnTo>
                <a:lnTo>
                  <a:pt x="7630" y="3359"/>
                </a:lnTo>
                <a:lnTo>
                  <a:pt x="7631" y="3360"/>
                </a:lnTo>
                <a:lnTo>
                  <a:pt x="7631" y="3361"/>
                </a:lnTo>
                <a:lnTo>
                  <a:pt x="7631" y="3362"/>
                </a:lnTo>
                <a:lnTo>
                  <a:pt x="7631" y="3363"/>
                </a:lnTo>
                <a:lnTo>
                  <a:pt x="7630" y="3364"/>
                </a:lnTo>
                <a:lnTo>
                  <a:pt x="7630" y="3365"/>
                </a:lnTo>
                <a:lnTo>
                  <a:pt x="7629" y="3367"/>
                </a:lnTo>
                <a:lnTo>
                  <a:pt x="7629" y="3368"/>
                </a:lnTo>
                <a:lnTo>
                  <a:pt x="7630" y="3369"/>
                </a:lnTo>
                <a:lnTo>
                  <a:pt x="7630" y="3370"/>
                </a:lnTo>
                <a:lnTo>
                  <a:pt x="7630" y="3371"/>
                </a:lnTo>
                <a:lnTo>
                  <a:pt x="7631" y="3372"/>
                </a:lnTo>
                <a:lnTo>
                  <a:pt x="7632" y="3374"/>
                </a:lnTo>
                <a:lnTo>
                  <a:pt x="7632" y="3375"/>
                </a:lnTo>
                <a:lnTo>
                  <a:pt x="7631" y="3376"/>
                </a:lnTo>
                <a:lnTo>
                  <a:pt x="7631" y="3377"/>
                </a:lnTo>
                <a:lnTo>
                  <a:pt x="7630" y="3378"/>
                </a:lnTo>
                <a:lnTo>
                  <a:pt x="7629" y="3378"/>
                </a:lnTo>
                <a:lnTo>
                  <a:pt x="7628" y="3379"/>
                </a:lnTo>
                <a:lnTo>
                  <a:pt x="7627" y="3380"/>
                </a:lnTo>
                <a:lnTo>
                  <a:pt x="7626" y="3380"/>
                </a:lnTo>
                <a:lnTo>
                  <a:pt x="7626" y="3379"/>
                </a:lnTo>
                <a:lnTo>
                  <a:pt x="7627" y="3378"/>
                </a:lnTo>
                <a:lnTo>
                  <a:pt x="7628" y="3377"/>
                </a:lnTo>
                <a:lnTo>
                  <a:pt x="7628" y="3376"/>
                </a:lnTo>
                <a:lnTo>
                  <a:pt x="7628" y="3375"/>
                </a:lnTo>
                <a:lnTo>
                  <a:pt x="7628" y="3374"/>
                </a:lnTo>
                <a:lnTo>
                  <a:pt x="7628" y="3373"/>
                </a:lnTo>
                <a:lnTo>
                  <a:pt x="7628" y="3372"/>
                </a:lnTo>
                <a:lnTo>
                  <a:pt x="7627" y="3372"/>
                </a:lnTo>
                <a:lnTo>
                  <a:pt x="7626" y="3372"/>
                </a:lnTo>
                <a:lnTo>
                  <a:pt x="7626" y="3373"/>
                </a:lnTo>
                <a:lnTo>
                  <a:pt x="7626" y="3372"/>
                </a:lnTo>
                <a:lnTo>
                  <a:pt x="7625" y="3372"/>
                </a:lnTo>
                <a:lnTo>
                  <a:pt x="7624" y="3372"/>
                </a:lnTo>
                <a:lnTo>
                  <a:pt x="7623" y="3374"/>
                </a:lnTo>
                <a:lnTo>
                  <a:pt x="7623" y="3375"/>
                </a:lnTo>
                <a:lnTo>
                  <a:pt x="7622" y="3375"/>
                </a:lnTo>
                <a:lnTo>
                  <a:pt x="7622" y="3374"/>
                </a:lnTo>
                <a:lnTo>
                  <a:pt x="7621" y="3374"/>
                </a:lnTo>
                <a:lnTo>
                  <a:pt x="7620" y="3374"/>
                </a:lnTo>
                <a:lnTo>
                  <a:pt x="7619" y="3374"/>
                </a:lnTo>
                <a:lnTo>
                  <a:pt x="7619" y="3375"/>
                </a:lnTo>
                <a:lnTo>
                  <a:pt x="7617" y="3375"/>
                </a:lnTo>
                <a:lnTo>
                  <a:pt x="7616" y="3375"/>
                </a:lnTo>
                <a:lnTo>
                  <a:pt x="7615" y="3376"/>
                </a:lnTo>
                <a:lnTo>
                  <a:pt x="7614" y="3377"/>
                </a:lnTo>
                <a:lnTo>
                  <a:pt x="7614" y="3378"/>
                </a:lnTo>
                <a:lnTo>
                  <a:pt x="7614" y="3380"/>
                </a:lnTo>
                <a:lnTo>
                  <a:pt x="7614" y="3381"/>
                </a:lnTo>
                <a:lnTo>
                  <a:pt x="7615" y="3381"/>
                </a:lnTo>
                <a:lnTo>
                  <a:pt x="7616" y="3382"/>
                </a:lnTo>
                <a:lnTo>
                  <a:pt x="7616" y="3383"/>
                </a:lnTo>
                <a:lnTo>
                  <a:pt x="7617" y="3384"/>
                </a:lnTo>
                <a:lnTo>
                  <a:pt x="7618" y="3383"/>
                </a:lnTo>
                <a:lnTo>
                  <a:pt x="7618" y="3381"/>
                </a:lnTo>
                <a:lnTo>
                  <a:pt x="7619" y="3384"/>
                </a:lnTo>
                <a:lnTo>
                  <a:pt x="7620" y="3385"/>
                </a:lnTo>
                <a:lnTo>
                  <a:pt x="7619" y="3385"/>
                </a:lnTo>
                <a:lnTo>
                  <a:pt x="7618" y="3385"/>
                </a:lnTo>
                <a:lnTo>
                  <a:pt x="7617" y="3386"/>
                </a:lnTo>
                <a:lnTo>
                  <a:pt x="7617" y="3387"/>
                </a:lnTo>
                <a:lnTo>
                  <a:pt x="7616" y="3388"/>
                </a:lnTo>
                <a:lnTo>
                  <a:pt x="7614" y="3389"/>
                </a:lnTo>
                <a:lnTo>
                  <a:pt x="7613" y="3388"/>
                </a:lnTo>
                <a:lnTo>
                  <a:pt x="7612" y="3388"/>
                </a:lnTo>
                <a:lnTo>
                  <a:pt x="7610" y="3389"/>
                </a:lnTo>
                <a:lnTo>
                  <a:pt x="7609" y="3389"/>
                </a:lnTo>
                <a:lnTo>
                  <a:pt x="7609" y="3390"/>
                </a:lnTo>
                <a:lnTo>
                  <a:pt x="7609" y="3391"/>
                </a:lnTo>
                <a:lnTo>
                  <a:pt x="7609" y="3392"/>
                </a:lnTo>
                <a:lnTo>
                  <a:pt x="7610" y="3392"/>
                </a:lnTo>
                <a:lnTo>
                  <a:pt x="7610" y="3393"/>
                </a:lnTo>
                <a:lnTo>
                  <a:pt x="7609" y="3394"/>
                </a:lnTo>
                <a:lnTo>
                  <a:pt x="7608" y="3395"/>
                </a:lnTo>
                <a:lnTo>
                  <a:pt x="7607" y="3395"/>
                </a:lnTo>
                <a:lnTo>
                  <a:pt x="7606" y="3396"/>
                </a:lnTo>
                <a:lnTo>
                  <a:pt x="7605" y="3396"/>
                </a:lnTo>
                <a:lnTo>
                  <a:pt x="7606" y="3396"/>
                </a:lnTo>
                <a:lnTo>
                  <a:pt x="7606" y="3397"/>
                </a:lnTo>
                <a:lnTo>
                  <a:pt x="7605" y="3397"/>
                </a:lnTo>
                <a:lnTo>
                  <a:pt x="7604" y="3397"/>
                </a:lnTo>
                <a:lnTo>
                  <a:pt x="7605" y="3396"/>
                </a:lnTo>
                <a:lnTo>
                  <a:pt x="7604" y="3396"/>
                </a:lnTo>
                <a:lnTo>
                  <a:pt x="7603" y="3396"/>
                </a:lnTo>
                <a:lnTo>
                  <a:pt x="7602" y="3396"/>
                </a:lnTo>
                <a:lnTo>
                  <a:pt x="7602" y="3397"/>
                </a:lnTo>
                <a:lnTo>
                  <a:pt x="7601" y="3397"/>
                </a:lnTo>
                <a:lnTo>
                  <a:pt x="7600" y="3397"/>
                </a:lnTo>
                <a:lnTo>
                  <a:pt x="7599" y="3397"/>
                </a:lnTo>
                <a:lnTo>
                  <a:pt x="7598" y="3397"/>
                </a:lnTo>
                <a:lnTo>
                  <a:pt x="7597" y="3397"/>
                </a:lnTo>
                <a:lnTo>
                  <a:pt x="7595" y="3397"/>
                </a:lnTo>
                <a:lnTo>
                  <a:pt x="7594" y="3397"/>
                </a:lnTo>
                <a:lnTo>
                  <a:pt x="7593" y="3396"/>
                </a:lnTo>
                <a:lnTo>
                  <a:pt x="7592" y="3397"/>
                </a:lnTo>
                <a:lnTo>
                  <a:pt x="7591" y="3397"/>
                </a:lnTo>
                <a:lnTo>
                  <a:pt x="7587" y="3397"/>
                </a:lnTo>
                <a:lnTo>
                  <a:pt x="7587" y="3396"/>
                </a:lnTo>
                <a:lnTo>
                  <a:pt x="7586" y="3396"/>
                </a:lnTo>
                <a:lnTo>
                  <a:pt x="7585" y="3396"/>
                </a:lnTo>
                <a:lnTo>
                  <a:pt x="7584" y="3397"/>
                </a:lnTo>
                <a:lnTo>
                  <a:pt x="7583" y="3397"/>
                </a:lnTo>
                <a:lnTo>
                  <a:pt x="7582" y="3398"/>
                </a:lnTo>
                <a:lnTo>
                  <a:pt x="7581" y="3398"/>
                </a:lnTo>
                <a:lnTo>
                  <a:pt x="7579" y="3398"/>
                </a:lnTo>
                <a:lnTo>
                  <a:pt x="7580" y="3395"/>
                </a:lnTo>
                <a:lnTo>
                  <a:pt x="7581" y="3395"/>
                </a:lnTo>
                <a:lnTo>
                  <a:pt x="7580" y="3393"/>
                </a:lnTo>
                <a:lnTo>
                  <a:pt x="7579" y="3392"/>
                </a:lnTo>
                <a:lnTo>
                  <a:pt x="7578" y="3391"/>
                </a:lnTo>
                <a:lnTo>
                  <a:pt x="7578" y="3390"/>
                </a:lnTo>
                <a:lnTo>
                  <a:pt x="7579" y="3389"/>
                </a:lnTo>
                <a:lnTo>
                  <a:pt x="7579" y="3388"/>
                </a:lnTo>
                <a:lnTo>
                  <a:pt x="7580" y="3387"/>
                </a:lnTo>
                <a:lnTo>
                  <a:pt x="7579" y="3387"/>
                </a:lnTo>
                <a:lnTo>
                  <a:pt x="7579" y="3386"/>
                </a:lnTo>
                <a:lnTo>
                  <a:pt x="7580" y="3385"/>
                </a:lnTo>
                <a:lnTo>
                  <a:pt x="7583" y="3385"/>
                </a:lnTo>
                <a:lnTo>
                  <a:pt x="7584" y="3385"/>
                </a:lnTo>
                <a:lnTo>
                  <a:pt x="7585" y="3385"/>
                </a:lnTo>
                <a:lnTo>
                  <a:pt x="7586" y="3385"/>
                </a:lnTo>
                <a:lnTo>
                  <a:pt x="7587" y="3385"/>
                </a:lnTo>
                <a:lnTo>
                  <a:pt x="7589" y="3384"/>
                </a:lnTo>
                <a:lnTo>
                  <a:pt x="7588" y="3384"/>
                </a:lnTo>
                <a:lnTo>
                  <a:pt x="7587" y="3384"/>
                </a:lnTo>
                <a:lnTo>
                  <a:pt x="7586" y="3384"/>
                </a:lnTo>
                <a:lnTo>
                  <a:pt x="7584" y="3384"/>
                </a:lnTo>
                <a:lnTo>
                  <a:pt x="7582" y="3385"/>
                </a:lnTo>
                <a:lnTo>
                  <a:pt x="7580" y="3385"/>
                </a:lnTo>
                <a:lnTo>
                  <a:pt x="7578" y="3383"/>
                </a:lnTo>
                <a:lnTo>
                  <a:pt x="7578" y="3384"/>
                </a:lnTo>
                <a:lnTo>
                  <a:pt x="7578" y="3385"/>
                </a:lnTo>
                <a:lnTo>
                  <a:pt x="7577" y="3386"/>
                </a:lnTo>
                <a:lnTo>
                  <a:pt x="7575" y="3385"/>
                </a:lnTo>
                <a:lnTo>
                  <a:pt x="7573" y="3384"/>
                </a:lnTo>
                <a:lnTo>
                  <a:pt x="7573" y="3383"/>
                </a:lnTo>
                <a:lnTo>
                  <a:pt x="7573" y="3381"/>
                </a:lnTo>
                <a:lnTo>
                  <a:pt x="7573" y="3380"/>
                </a:lnTo>
                <a:lnTo>
                  <a:pt x="7572" y="3380"/>
                </a:lnTo>
                <a:lnTo>
                  <a:pt x="7572" y="3381"/>
                </a:lnTo>
                <a:lnTo>
                  <a:pt x="7571" y="3381"/>
                </a:lnTo>
                <a:lnTo>
                  <a:pt x="7570" y="3381"/>
                </a:lnTo>
                <a:lnTo>
                  <a:pt x="7570" y="3379"/>
                </a:lnTo>
                <a:lnTo>
                  <a:pt x="7571" y="3378"/>
                </a:lnTo>
                <a:lnTo>
                  <a:pt x="7571" y="3377"/>
                </a:lnTo>
                <a:lnTo>
                  <a:pt x="7572" y="3375"/>
                </a:lnTo>
                <a:lnTo>
                  <a:pt x="7572" y="3374"/>
                </a:lnTo>
                <a:lnTo>
                  <a:pt x="7573" y="3373"/>
                </a:lnTo>
                <a:lnTo>
                  <a:pt x="7573" y="3371"/>
                </a:lnTo>
                <a:lnTo>
                  <a:pt x="7573" y="3369"/>
                </a:lnTo>
                <a:lnTo>
                  <a:pt x="7573" y="3368"/>
                </a:lnTo>
                <a:lnTo>
                  <a:pt x="7573" y="3366"/>
                </a:lnTo>
                <a:lnTo>
                  <a:pt x="7574" y="3366"/>
                </a:lnTo>
                <a:lnTo>
                  <a:pt x="7575" y="3366"/>
                </a:lnTo>
                <a:lnTo>
                  <a:pt x="7576" y="3366"/>
                </a:lnTo>
                <a:lnTo>
                  <a:pt x="7576" y="3365"/>
                </a:lnTo>
                <a:lnTo>
                  <a:pt x="7576" y="3364"/>
                </a:lnTo>
                <a:lnTo>
                  <a:pt x="7576" y="3363"/>
                </a:lnTo>
                <a:lnTo>
                  <a:pt x="7577" y="3362"/>
                </a:lnTo>
                <a:lnTo>
                  <a:pt x="7578" y="3361"/>
                </a:lnTo>
                <a:lnTo>
                  <a:pt x="7578" y="3360"/>
                </a:lnTo>
                <a:lnTo>
                  <a:pt x="7579" y="3359"/>
                </a:lnTo>
                <a:lnTo>
                  <a:pt x="7580" y="3359"/>
                </a:lnTo>
                <a:lnTo>
                  <a:pt x="7580" y="3358"/>
                </a:lnTo>
                <a:lnTo>
                  <a:pt x="7579" y="3358"/>
                </a:lnTo>
                <a:lnTo>
                  <a:pt x="7578" y="3359"/>
                </a:lnTo>
                <a:lnTo>
                  <a:pt x="7578" y="3360"/>
                </a:lnTo>
                <a:lnTo>
                  <a:pt x="7577" y="3361"/>
                </a:lnTo>
                <a:lnTo>
                  <a:pt x="7577" y="3360"/>
                </a:lnTo>
                <a:lnTo>
                  <a:pt x="7576" y="3359"/>
                </a:lnTo>
                <a:lnTo>
                  <a:pt x="7576" y="3358"/>
                </a:lnTo>
                <a:lnTo>
                  <a:pt x="7575" y="3358"/>
                </a:lnTo>
                <a:lnTo>
                  <a:pt x="7575" y="3357"/>
                </a:lnTo>
                <a:lnTo>
                  <a:pt x="7574" y="3357"/>
                </a:lnTo>
                <a:lnTo>
                  <a:pt x="7574" y="3356"/>
                </a:lnTo>
                <a:lnTo>
                  <a:pt x="7574" y="3357"/>
                </a:lnTo>
                <a:lnTo>
                  <a:pt x="7573" y="3357"/>
                </a:lnTo>
                <a:lnTo>
                  <a:pt x="7574" y="3357"/>
                </a:lnTo>
                <a:lnTo>
                  <a:pt x="7575" y="3358"/>
                </a:lnTo>
                <a:lnTo>
                  <a:pt x="7576" y="3360"/>
                </a:lnTo>
                <a:lnTo>
                  <a:pt x="7576" y="3361"/>
                </a:lnTo>
                <a:lnTo>
                  <a:pt x="7575" y="3362"/>
                </a:lnTo>
                <a:lnTo>
                  <a:pt x="7575" y="3363"/>
                </a:lnTo>
                <a:lnTo>
                  <a:pt x="7575" y="3364"/>
                </a:lnTo>
                <a:lnTo>
                  <a:pt x="7574" y="3364"/>
                </a:lnTo>
                <a:lnTo>
                  <a:pt x="7573" y="3364"/>
                </a:lnTo>
                <a:lnTo>
                  <a:pt x="7573" y="3365"/>
                </a:lnTo>
                <a:lnTo>
                  <a:pt x="7572" y="3365"/>
                </a:lnTo>
                <a:lnTo>
                  <a:pt x="7571" y="3366"/>
                </a:lnTo>
                <a:lnTo>
                  <a:pt x="7570" y="3366"/>
                </a:lnTo>
                <a:lnTo>
                  <a:pt x="7570" y="3367"/>
                </a:lnTo>
                <a:lnTo>
                  <a:pt x="7569" y="3367"/>
                </a:lnTo>
                <a:lnTo>
                  <a:pt x="7569" y="3368"/>
                </a:lnTo>
                <a:lnTo>
                  <a:pt x="7570" y="3368"/>
                </a:lnTo>
                <a:lnTo>
                  <a:pt x="7570" y="3370"/>
                </a:lnTo>
                <a:lnTo>
                  <a:pt x="7570" y="3371"/>
                </a:lnTo>
                <a:lnTo>
                  <a:pt x="7570" y="3372"/>
                </a:lnTo>
                <a:lnTo>
                  <a:pt x="7569" y="3372"/>
                </a:lnTo>
                <a:lnTo>
                  <a:pt x="7570" y="3374"/>
                </a:lnTo>
                <a:lnTo>
                  <a:pt x="7570" y="3378"/>
                </a:lnTo>
                <a:lnTo>
                  <a:pt x="7570" y="3379"/>
                </a:lnTo>
                <a:lnTo>
                  <a:pt x="7569" y="3379"/>
                </a:lnTo>
                <a:lnTo>
                  <a:pt x="7568" y="3379"/>
                </a:lnTo>
                <a:lnTo>
                  <a:pt x="7567" y="3378"/>
                </a:lnTo>
                <a:lnTo>
                  <a:pt x="7566" y="3378"/>
                </a:lnTo>
                <a:lnTo>
                  <a:pt x="7565" y="3378"/>
                </a:lnTo>
                <a:lnTo>
                  <a:pt x="7564" y="3378"/>
                </a:lnTo>
                <a:lnTo>
                  <a:pt x="7563" y="3378"/>
                </a:lnTo>
                <a:lnTo>
                  <a:pt x="7563" y="3379"/>
                </a:lnTo>
                <a:lnTo>
                  <a:pt x="7562" y="3379"/>
                </a:lnTo>
                <a:lnTo>
                  <a:pt x="7562" y="3380"/>
                </a:lnTo>
                <a:lnTo>
                  <a:pt x="7561" y="3383"/>
                </a:lnTo>
                <a:lnTo>
                  <a:pt x="7561" y="3384"/>
                </a:lnTo>
                <a:lnTo>
                  <a:pt x="7562" y="3384"/>
                </a:lnTo>
                <a:lnTo>
                  <a:pt x="7562" y="3385"/>
                </a:lnTo>
                <a:lnTo>
                  <a:pt x="7562" y="3386"/>
                </a:lnTo>
                <a:lnTo>
                  <a:pt x="7561" y="3386"/>
                </a:lnTo>
                <a:lnTo>
                  <a:pt x="7560" y="3387"/>
                </a:lnTo>
                <a:lnTo>
                  <a:pt x="7559" y="3387"/>
                </a:lnTo>
                <a:lnTo>
                  <a:pt x="7557" y="3388"/>
                </a:lnTo>
                <a:lnTo>
                  <a:pt x="7556" y="3389"/>
                </a:lnTo>
                <a:lnTo>
                  <a:pt x="7555" y="3390"/>
                </a:lnTo>
                <a:lnTo>
                  <a:pt x="7555" y="3391"/>
                </a:lnTo>
                <a:lnTo>
                  <a:pt x="7554" y="3391"/>
                </a:lnTo>
                <a:lnTo>
                  <a:pt x="7553" y="3390"/>
                </a:lnTo>
                <a:lnTo>
                  <a:pt x="7552" y="3388"/>
                </a:lnTo>
                <a:lnTo>
                  <a:pt x="7553" y="3387"/>
                </a:lnTo>
                <a:lnTo>
                  <a:pt x="7553" y="3388"/>
                </a:lnTo>
                <a:lnTo>
                  <a:pt x="7553" y="3387"/>
                </a:lnTo>
                <a:lnTo>
                  <a:pt x="7552" y="3384"/>
                </a:lnTo>
                <a:lnTo>
                  <a:pt x="7551" y="3382"/>
                </a:lnTo>
                <a:lnTo>
                  <a:pt x="7550" y="3382"/>
                </a:lnTo>
                <a:lnTo>
                  <a:pt x="7549" y="3381"/>
                </a:lnTo>
                <a:lnTo>
                  <a:pt x="7550" y="3380"/>
                </a:lnTo>
                <a:lnTo>
                  <a:pt x="7549" y="3378"/>
                </a:lnTo>
                <a:lnTo>
                  <a:pt x="7548" y="3378"/>
                </a:lnTo>
                <a:lnTo>
                  <a:pt x="7547" y="3378"/>
                </a:lnTo>
                <a:lnTo>
                  <a:pt x="7546" y="3377"/>
                </a:lnTo>
                <a:lnTo>
                  <a:pt x="7546" y="3376"/>
                </a:lnTo>
                <a:lnTo>
                  <a:pt x="7546" y="3375"/>
                </a:lnTo>
                <a:lnTo>
                  <a:pt x="7546" y="3374"/>
                </a:lnTo>
                <a:lnTo>
                  <a:pt x="7545" y="3374"/>
                </a:lnTo>
                <a:lnTo>
                  <a:pt x="7545" y="3375"/>
                </a:lnTo>
                <a:lnTo>
                  <a:pt x="7545" y="3376"/>
                </a:lnTo>
                <a:lnTo>
                  <a:pt x="7545" y="3377"/>
                </a:lnTo>
                <a:lnTo>
                  <a:pt x="7546" y="3378"/>
                </a:lnTo>
                <a:lnTo>
                  <a:pt x="7546" y="3379"/>
                </a:lnTo>
                <a:lnTo>
                  <a:pt x="7543" y="3380"/>
                </a:lnTo>
                <a:lnTo>
                  <a:pt x="7542" y="3379"/>
                </a:lnTo>
                <a:lnTo>
                  <a:pt x="7541" y="3378"/>
                </a:lnTo>
                <a:lnTo>
                  <a:pt x="7540" y="3378"/>
                </a:lnTo>
                <a:lnTo>
                  <a:pt x="7539" y="3378"/>
                </a:lnTo>
                <a:lnTo>
                  <a:pt x="7538" y="3378"/>
                </a:lnTo>
                <a:lnTo>
                  <a:pt x="7538" y="3377"/>
                </a:lnTo>
                <a:lnTo>
                  <a:pt x="7537" y="3377"/>
                </a:lnTo>
                <a:lnTo>
                  <a:pt x="7537" y="3376"/>
                </a:lnTo>
                <a:lnTo>
                  <a:pt x="7537" y="3377"/>
                </a:lnTo>
                <a:lnTo>
                  <a:pt x="7537" y="3378"/>
                </a:lnTo>
                <a:lnTo>
                  <a:pt x="7539" y="3378"/>
                </a:lnTo>
                <a:lnTo>
                  <a:pt x="7540" y="3379"/>
                </a:lnTo>
                <a:lnTo>
                  <a:pt x="7541" y="3379"/>
                </a:lnTo>
                <a:lnTo>
                  <a:pt x="7541" y="3381"/>
                </a:lnTo>
                <a:lnTo>
                  <a:pt x="7540" y="3381"/>
                </a:lnTo>
                <a:lnTo>
                  <a:pt x="7541" y="3381"/>
                </a:lnTo>
                <a:lnTo>
                  <a:pt x="7542" y="3382"/>
                </a:lnTo>
                <a:lnTo>
                  <a:pt x="7542" y="3383"/>
                </a:lnTo>
                <a:lnTo>
                  <a:pt x="7542" y="3384"/>
                </a:lnTo>
                <a:lnTo>
                  <a:pt x="7541" y="3384"/>
                </a:lnTo>
                <a:lnTo>
                  <a:pt x="7540" y="3385"/>
                </a:lnTo>
                <a:lnTo>
                  <a:pt x="7538" y="3386"/>
                </a:lnTo>
                <a:lnTo>
                  <a:pt x="7534" y="3388"/>
                </a:lnTo>
                <a:lnTo>
                  <a:pt x="7533" y="3389"/>
                </a:lnTo>
                <a:lnTo>
                  <a:pt x="7532" y="3390"/>
                </a:lnTo>
                <a:lnTo>
                  <a:pt x="7531" y="3390"/>
                </a:lnTo>
                <a:lnTo>
                  <a:pt x="7530" y="3391"/>
                </a:lnTo>
                <a:lnTo>
                  <a:pt x="7529" y="3391"/>
                </a:lnTo>
                <a:lnTo>
                  <a:pt x="7528" y="3392"/>
                </a:lnTo>
                <a:lnTo>
                  <a:pt x="7526" y="3393"/>
                </a:lnTo>
                <a:lnTo>
                  <a:pt x="7525" y="3393"/>
                </a:lnTo>
                <a:lnTo>
                  <a:pt x="7524" y="3395"/>
                </a:lnTo>
                <a:lnTo>
                  <a:pt x="7523" y="3395"/>
                </a:lnTo>
                <a:lnTo>
                  <a:pt x="7522" y="3396"/>
                </a:lnTo>
                <a:lnTo>
                  <a:pt x="7521" y="3397"/>
                </a:lnTo>
                <a:lnTo>
                  <a:pt x="7520" y="3397"/>
                </a:lnTo>
                <a:lnTo>
                  <a:pt x="7519" y="3398"/>
                </a:lnTo>
                <a:lnTo>
                  <a:pt x="7518" y="3398"/>
                </a:lnTo>
                <a:lnTo>
                  <a:pt x="7518" y="3399"/>
                </a:lnTo>
                <a:lnTo>
                  <a:pt x="7517" y="3399"/>
                </a:lnTo>
                <a:lnTo>
                  <a:pt x="7516" y="3400"/>
                </a:lnTo>
                <a:lnTo>
                  <a:pt x="7514" y="3401"/>
                </a:lnTo>
                <a:lnTo>
                  <a:pt x="7512" y="3402"/>
                </a:lnTo>
                <a:lnTo>
                  <a:pt x="7511" y="3403"/>
                </a:lnTo>
                <a:lnTo>
                  <a:pt x="7511" y="3406"/>
                </a:lnTo>
                <a:lnTo>
                  <a:pt x="7510" y="3406"/>
                </a:lnTo>
                <a:lnTo>
                  <a:pt x="7510" y="3407"/>
                </a:lnTo>
                <a:lnTo>
                  <a:pt x="7510" y="3408"/>
                </a:lnTo>
                <a:lnTo>
                  <a:pt x="7510" y="3409"/>
                </a:lnTo>
                <a:lnTo>
                  <a:pt x="7511" y="3409"/>
                </a:lnTo>
                <a:lnTo>
                  <a:pt x="7511" y="3411"/>
                </a:lnTo>
                <a:lnTo>
                  <a:pt x="7509" y="3412"/>
                </a:lnTo>
                <a:lnTo>
                  <a:pt x="7508" y="3412"/>
                </a:lnTo>
                <a:lnTo>
                  <a:pt x="7508" y="3413"/>
                </a:lnTo>
                <a:lnTo>
                  <a:pt x="7508" y="3414"/>
                </a:lnTo>
                <a:lnTo>
                  <a:pt x="7507" y="3415"/>
                </a:lnTo>
                <a:lnTo>
                  <a:pt x="7507" y="3414"/>
                </a:lnTo>
                <a:lnTo>
                  <a:pt x="7506" y="3414"/>
                </a:lnTo>
                <a:lnTo>
                  <a:pt x="7505" y="3414"/>
                </a:lnTo>
                <a:lnTo>
                  <a:pt x="7504" y="3415"/>
                </a:lnTo>
                <a:lnTo>
                  <a:pt x="7504" y="3416"/>
                </a:lnTo>
                <a:lnTo>
                  <a:pt x="7503" y="3416"/>
                </a:lnTo>
                <a:lnTo>
                  <a:pt x="7501" y="3416"/>
                </a:lnTo>
                <a:lnTo>
                  <a:pt x="7500" y="3417"/>
                </a:lnTo>
                <a:lnTo>
                  <a:pt x="7499" y="3417"/>
                </a:lnTo>
                <a:lnTo>
                  <a:pt x="7498" y="3418"/>
                </a:lnTo>
                <a:lnTo>
                  <a:pt x="7497" y="3418"/>
                </a:lnTo>
                <a:lnTo>
                  <a:pt x="7494" y="3420"/>
                </a:lnTo>
                <a:lnTo>
                  <a:pt x="7494" y="3421"/>
                </a:lnTo>
                <a:lnTo>
                  <a:pt x="7493" y="3422"/>
                </a:lnTo>
                <a:lnTo>
                  <a:pt x="7493" y="3421"/>
                </a:lnTo>
                <a:lnTo>
                  <a:pt x="7492" y="3419"/>
                </a:lnTo>
                <a:lnTo>
                  <a:pt x="7493" y="3418"/>
                </a:lnTo>
                <a:lnTo>
                  <a:pt x="7495" y="3418"/>
                </a:lnTo>
                <a:lnTo>
                  <a:pt x="7496" y="3417"/>
                </a:lnTo>
                <a:lnTo>
                  <a:pt x="7496" y="3416"/>
                </a:lnTo>
                <a:lnTo>
                  <a:pt x="7495" y="3417"/>
                </a:lnTo>
                <a:lnTo>
                  <a:pt x="7494" y="3417"/>
                </a:lnTo>
                <a:lnTo>
                  <a:pt x="7493" y="3417"/>
                </a:lnTo>
                <a:lnTo>
                  <a:pt x="7492" y="3418"/>
                </a:lnTo>
                <a:lnTo>
                  <a:pt x="7492" y="3420"/>
                </a:lnTo>
                <a:lnTo>
                  <a:pt x="7492" y="3421"/>
                </a:lnTo>
                <a:lnTo>
                  <a:pt x="7492" y="3423"/>
                </a:lnTo>
                <a:lnTo>
                  <a:pt x="7492" y="3424"/>
                </a:lnTo>
                <a:lnTo>
                  <a:pt x="7493" y="3425"/>
                </a:lnTo>
                <a:lnTo>
                  <a:pt x="7493" y="3426"/>
                </a:lnTo>
                <a:lnTo>
                  <a:pt x="7493" y="3427"/>
                </a:lnTo>
                <a:lnTo>
                  <a:pt x="7494" y="3428"/>
                </a:lnTo>
                <a:lnTo>
                  <a:pt x="7494" y="3429"/>
                </a:lnTo>
                <a:lnTo>
                  <a:pt x="7494" y="3430"/>
                </a:lnTo>
                <a:lnTo>
                  <a:pt x="7494" y="3431"/>
                </a:lnTo>
                <a:lnTo>
                  <a:pt x="7495" y="3431"/>
                </a:lnTo>
                <a:lnTo>
                  <a:pt x="7496" y="3431"/>
                </a:lnTo>
                <a:lnTo>
                  <a:pt x="7496" y="3432"/>
                </a:lnTo>
                <a:lnTo>
                  <a:pt x="7496" y="3433"/>
                </a:lnTo>
                <a:lnTo>
                  <a:pt x="7497" y="3434"/>
                </a:lnTo>
                <a:lnTo>
                  <a:pt x="7497" y="3435"/>
                </a:lnTo>
                <a:lnTo>
                  <a:pt x="7498" y="3436"/>
                </a:lnTo>
                <a:lnTo>
                  <a:pt x="7497" y="3436"/>
                </a:lnTo>
                <a:lnTo>
                  <a:pt x="7495" y="3436"/>
                </a:lnTo>
                <a:lnTo>
                  <a:pt x="7495" y="3437"/>
                </a:lnTo>
                <a:lnTo>
                  <a:pt x="7495" y="3436"/>
                </a:lnTo>
                <a:lnTo>
                  <a:pt x="7493" y="3436"/>
                </a:lnTo>
                <a:lnTo>
                  <a:pt x="7491" y="3435"/>
                </a:lnTo>
                <a:lnTo>
                  <a:pt x="7490" y="3432"/>
                </a:lnTo>
                <a:lnTo>
                  <a:pt x="7490" y="3431"/>
                </a:lnTo>
                <a:lnTo>
                  <a:pt x="7489" y="3431"/>
                </a:lnTo>
                <a:lnTo>
                  <a:pt x="7488" y="3431"/>
                </a:lnTo>
                <a:lnTo>
                  <a:pt x="7488" y="3432"/>
                </a:lnTo>
                <a:lnTo>
                  <a:pt x="7488" y="3433"/>
                </a:lnTo>
                <a:lnTo>
                  <a:pt x="7487" y="3433"/>
                </a:lnTo>
                <a:lnTo>
                  <a:pt x="7486" y="3433"/>
                </a:lnTo>
                <a:lnTo>
                  <a:pt x="7486" y="3432"/>
                </a:lnTo>
                <a:lnTo>
                  <a:pt x="7486" y="3431"/>
                </a:lnTo>
                <a:lnTo>
                  <a:pt x="7484" y="3432"/>
                </a:lnTo>
                <a:lnTo>
                  <a:pt x="7483" y="3432"/>
                </a:lnTo>
                <a:lnTo>
                  <a:pt x="7482" y="3432"/>
                </a:lnTo>
                <a:lnTo>
                  <a:pt x="7482" y="3433"/>
                </a:lnTo>
                <a:lnTo>
                  <a:pt x="7483" y="3433"/>
                </a:lnTo>
                <a:lnTo>
                  <a:pt x="7483" y="3434"/>
                </a:lnTo>
                <a:lnTo>
                  <a:pt x="7485" y="3434"/>
                </a:lnTo>
                <a:lnTo>
                  <a:pt x="7486" y="3436"/>
                </a:lnTo>
                <a:lnTo>
                  <a:pt x="7486" y="3437"/>
                </a:lnTo>
                <a:lnTo>
                  <a:pt x="7486" y="3438"/>
                </a:lnTo>
                <a:lnTo>
                  <a:pt x="7485" y="3439"/>
                </a:lnTo>
                <a:lnTo>
                  <a:pt x="7484" y="3439"/>
                </a:lnTo>
                <a:lnTo>
                  <a:pt x="7483" y="3439"/>
                </a:lnTo>
                <a:lnTo>
                  <a:pt x="7482" y="3439"/>
                </a:lnTo>
                <a:lnTo>
                  <a:pt x="7482" y="3438"/>
                </a:lnTo>
                <a:lnTo>
                  <a:pt x="7482" y="3435"/>
                </a:lnTo>
                <a:lnTo>
                  <a:pt x="7481" y="3435"/>
                </a:lnTo>
                <a:lnTo>
                  <a:pt x="7480" y="3435"/>
                </a:lnTo>
                <a:lnTo>
                  <a:pt x="7479" y="3435"/>
                </a:lnTo>
                <a:lnTo>
                  <a:pt x="7478" y="3435"/>
                </a:lnTo>
                <a:lnTo>
                  <a:pt x="7478" y="3434"/>
                </a:lnTo>
                <a:lnTo>
                  <a:pt x="7477" y="3434"/>
                </a:lnTo>
                <a:lnTo>
                  <a:pt x="7476" y="3434"/>
                </a:lnTo>
                <a:lnTo>
                  <a:pt x="7475" y="3434"/>
                </a:lnTo>
                <a:lnTo>
                  <a:pt x="7474" y="3434"/>
                </a:lnTo>
                <a:lnTo>
                  <a:pt x="7474" y="3433"/>
                </a:lnTo>
                <a:lnTo>
                  <a:pt x="7475" y="3433"/>
                </a:lnTo>
                <a:lnTo>
                  <a:pt x="7474" y="3432"/>
                </a:lnTo>
                <a:lnTo>
                  <a:pt x="7473" y="3432"/>
                </a:lnTo>
                <a:lnTo>
                  <a:pt x="7472" y="3433"/>
                </a:lnTo>
                <a:lnTo>
                  <a:pt x="7471" y="3432"/>
                </a:lnTo>
                <a:lnTo>
                  <a:pt x="7470" y="3431"/>
                </a:lnTo>
                <a:lnTo>
                  <a:pt x="7472" y="3429"/>
                </a:lnTo>
                <a:lnTo>
                  <a:pt x="7473" y="3429"/>
                </a:lnTo>
                <a:lnTo>
                  <a:pt x="7473" y="3428"/>
                </a:lnTo>
                <a:lnTo>
                  <a:pt x="7474" y="3428"/>
                </a:lnTo>
                <a:lnTo>
                  <a:pt x="7474" y="3427"/>
                </a:lnTo>
                <a:lnTo>
                  <a:pt x="7475" y="3427"/>
                </a:lnTo>
                <a:lnTo>
                  <a:pt x="7477" y="3426"/>
                </a:lnTo>
                <a:lnTo>
                  <a:pt x="7477" y="3425"/>
                </a:lnTo>
                <a:lnTo>
                  <a:pt x="7478" y="3425"/>
                </a:lnTo>
                <a:lnTo>
                  <a:pt x="7479" y="3425"/>
                </a:lnTo>
                <a:lnTo>
                  <a:pt x="7481" y="3425"/>
                </a:lnTo>
                <a:lnTo>
                  <a:pt x="7481" y="3424"/>
                </a:lnTo>
                <a:lnTo>
                  <a:pt x="7480" y="3424"/>
                </a:lnTo>
                <a:lnTo>
                  <a:pt x="7480" y="3423"/>
                </a:lnTo>
                <a:lnTo>
                  <a:pt x="7481" y="3422"/>
                </a:lnTo>
                <a:lnTo>
                  <a:pt x="7481" y="3421"/>
                </a:lnTo>
                <a:lnTo>
                  <a:pt x="7482" y="3421"/>
                </a:lnTo>
                <a:lnTo>
                  <a:pt x="7483" y="3420"/>
                </a:lnTo>
                <a:lnTo>
                  <a:pt x="7484" y="3419"/>
                </a:lnTo>
                <a:lnTo>
                  <a:pt x="7484" y="3417"/>
                </a:lnTo>
                <a:lnTo>
                  <a:pt x="7483" y="3416"/>
                </a:lnTo>
                <a:lnTo>
                  <a:pt x="7485" y="3414"/>
                </a:lnTo>
                <a:lnTo>
                  <a:pt x="7486" y="3413"/>
                </a:lnTo>
                <a:lnTo>
                  <a:pt x="7487" y="3413"/>
                </a:lnTo>
                <a:lnTo>
                  <a:pt x="7487" y="3414"/>
                </a:lnTo>
                <a:lnTo>
                  <a:pt x="7488" y="3415"/>
                </a:lnTo>
                <a:lnTo>
                  <a:pt x="7489" y="3414"/>
                </a:lnTo>
                <a:lnTo>
                  <a:pt x="7489" y="3413"/>
                </a:lnTo>
                <a:lnTo>
                  <a:pt x="7489" y="3414"/>
                </a:lnTo>
                <a:lnTo>
                  <a:pt x="7488" y="3414"/>
                </a:lnTo>
                <a:lnTo>
                  <a:pt x="7487" y="3413"/>
                </a:lnTo>
                <a:lnTo>
                  <a:pt x="7486" y="3413"/>
                </a:lnTo>
                <a:lnTo>
                  <a:pt x="7486" y="3414"/>
                </a:lnTo>
                <a:lnTo>
                  <a:pt x="7485" y="3414"/>
                </a:lnTo>
                <a:lnTo>
                  <a:pt x="7483" y="3415"/>
                </a:lnTo>
                <a:lnTo>
                  <a:pt x="7481" y="3417"/>
                </a:lnTo>
                <a:lnTo>
                  <a:pt x="7481" y="3418"/>
                </a:lnTo>
                <a:lnTo>
                  <a:pt x="7479" y="3419"/>
                </a:lnTo>
                <a:lnTo>
                  <a:pt x="7477" y="3420"/>
                </a:lnTo>
                <a:lnTo>
                  <a:pt x="7476" y="3421"/>
                </a:lnTo>
                <a:lnTo>
                  <a:pt x="7475" y="3422"/>
                </a:lnTo>
                <a:lnTo>
                  <a:pt x="7475" y="3424"/>
                </a:lnTo>
                <a:lnTo>
                  <a:pt x="7474" y="3425"/>
                </a:lnTo>
                <a:lnTo>
                  <a:pt x="7473" y="3425"/>
                </a:lnTo>
                <a:lnTo>
                  <a:pt x="7472" y="3426"/>
                </a:lnTo>
                <a:lnTo>
                  <a:pt x="7472" y="3427"/>
                </a:lnTo>
                <a:lnTo>
                  <a:pt x="7471" y="3428"/>
                </a:lnTo>
                <a:lnTo>
                  <a:pt x="7471" y="3427"/>
                </a:lnTo>
                <a:lnTo>
                  <a:pt x="7471" y="3426"/>
                </a:lnTo>
                <a:lnTo>
                  <a:pt x="7471" y="3425"/>
                </a:lnTo>
                <a:lnTo>
                  <a:pt x="7470" y="3425"/>
                </a:lnTo>
                <a:lnTo>
                  <a:pt x="7470" y="3423"/>
                </a:lnTo>
                <a:lnTo>
                  <a:pt x="7470" y="3422"/>
                </a:lnTo>
                <a:lnTo>
                  <a:pt x="7469" y="3422"/>
                </a:lnTo>
                <a:lnTo>
                  <a:pt x="7468" y="3422"/>
                </a:lnTo>
                <a:lnTo>
                  <a:pt x="7467" y="3423"/>
                </a:lnTo>
                <a:lnTo>
                  <a:pt x="7468" y="3424"/>
                </a:lnTo>
                <a:lnTo>
                  <a:pt x="7469" y="3426"/>
                </a:lnTo>
                <a:lnTo>
                  <a:pt x="7469" y="3427"/>
                </a:lnTo>
                <a:lnTo>
                  <a:pt x="7468" y="3428"/>
                </a:lnTo>
                <a:lnTo>
                  <a:pt x="7468" y="3430"/>
                </a:lnTo>
                <a:lnTo>
                  <a:pt x="7469" y="3431"/>
                </a:lnTo>
                <a:lnTo>
                  <a:pt x="7469" y="3432"/>
                </a:lnTo>
                <a:lnTo>
                  <a:pt x="7470" y="3433"/>
                </a:lnTo>
                <a:lnTo>
                  <a:pt x="7469" y="3433"/>
                </a:lnTo>
                <a:lnTo>
                  <a:pt x="7468" y="3434"/>
                </a:lnTo>
                <a:lnTo>
                  <a:pt x="7466" y="3435"/>
                </a:lnTo>
                <a:lnTo>
                  <a:pt x="7467" y="3435"/>
                </a:lnTo>
                <a:lnTo>
                  <a:pt x="7467" y="3436"/>
                </a:lnTo>
                <a:lnTo>
                  <a:pt x="7467" y="3437"/>
                </a:lnTo>
                <a:lnTo>
                  <a:pt x="7466" y="3437"/>
                </a:lnTo>
                <a:lnTo>
                  <a:pt x="7465" y="3437"/>
                </a:lnTo>
                <a:lnTo>
                  <a:pt x="7464" y="3437"/>
                </a:lnTo>
                <a:lnTo>
                  <a:pt x="7463" y="3438"/>
                </a:lnTo>
                <a:lnTo>
                  <a:pt x="7462" y="3437"/>
                </a:lnTo>
                <a:lnTo>
                  <a:pt x="7461" y="3437"/>
                </a:lnTo>
                <a:lnTo>
                  <a:pt x="7460" y="3437"/>
                </a:lnTo>
                <a:lnTo>
                  <a:pt x="7459" y="3437"/>
                </a:lnTo>
                <a:lnTo>
                  <a:pt x="7459" y="3438"/>
                </a:lnTo>
                <a:lnTo>
                  <a:pt x="7458" y="3438"/>
                </a:lnTo>
                <a:lnTo>
                  <a:pt x="7457" y="3440"/>
                </a:lnTo>
                <a:lnTo>
                  <a:pt x="7456" y="3442"/>
                </a:lnTo>
                <a:lnTo>
                  <a:pt x="7455" y="3443"/>
                </a:lnTo>
                <a:lnTo>
                  <a:pt x="7455" y="3444"/>
                </a:lnTo>
                <a:lnTo>
                  <a:pt x="7456" y="3445"/>
                </a:lnTo>
                <a:lnTo>
                  <a:pt x="7456" y="3446"/>
                </a:lnTo>
                <a:lnTo>
                  <a:pt x="7457" y="3446"/>
                </a:lnTo>
                <a:lnTo>
                  <a:pt x="7458" y="3446"/>
                </a:lnTo>
                <a:lnTo>
                  <a:pt x="7459" y="3446"/>
                </a:lnTo>
                <a:lnTo>
                  <a:pt x="7460" y="3447"/>
                </a:lnTo>
                <a:lnTo>
                  <a:pt x="7459" y="3448"/>
                </a:lnTo>
                <a:lnTo>
                  <a:pt x="7459" y="3449"/>
                </a:lnTo>
                <a:lnTo>
                  <a:pt x="7457" y="3450"/>
                </a:lnTo>
                <a:lnTo>
                  <a:pt x="7456" y="3450"/>
                </a:lnTo>
                <a:lnTo>
                  <a:pt x="7455" y="3449"/>
                </a:lnTo>
                <a:lnTo>
                  <a:pt x="7455" y="3448"/>
                </a:lnTo>
                <a:lnTo>
                  <a:pt x="7455" y="3447"/>
                </a:lnTo>
                <a:lnTo>
                  <a:pt x="7454" y="3447"/>
                </a:lnTo>
                <a:lnTo>
                  <a:pt x="7452" y="3447"/>
                </a:lnTo>
                <a:lnTo>
                  <a:pt x="7450" y="3447"/>
                </a:lnTo>
                <a:lnTo>
                  <a:pt x="7449" y="3448"/>
                </a:lnTo>
                <a:lnTo>
                  <a:pt x="7447" y="3448"/>
                </a:lnTo>
                <a:lnTo>
                  <a:pt x="7447" y="3449"/>
                </a:lnTo>
                <a:lnTo>
                  <a:pt x="7446" y="3450"/>
                </a:lnTo>
                <a:lnTo>
                  <a:pt x="7445" y="3449"/>
                </a:lnTo>
                <a:lnTo>
                  <a:pt x="7444" y="3450"/>
                </a:lnTo>
                <a:lnTo>
                  <a:pt x="7443" y="3450"/>
                </a:lnTo>
                <a:lnTo>
                  <a:pt x="7441" y="3451"/>
                </a:lnTo>
                <a:lnTo>
                  <a:pt x="7440" y="3452"/>
                </a:lnTo>
                <a:lnTo>
                  <a:pt x="7438" y="3453"/>
                </a:lnTo>
                <a:lnTo>
                  <a:pt x="7437" y="3455"/>
                </a:lnTo>
                <a:lnTo>
                  <a:pt x="7436" y="3455"/>
                </a:lnTo>
                <a:lnTo>
                  <a:pt x="7437" y="3460"/>
                </a:lnTo>
                <a:lnTo>
                  <a:pt x="7436" y="3460"/>
                </a:lnTo>
                <a:lnTo>
                  <a:pt x="7435" y="3460"/>
                </a:lnTo>
                <a:lnTo>
                  <a:pt x="7435" y="3459"/>
                </a:lnTo>
                <a:lnTo>
                  <a:pt x="7435" y="3457"/>
                </a:lnTo>
                <a:lnTo>
                  <a:pt x="7435" y="3456"/>
                </a:lnTo>
                <a:lnTo>
                  <a:pt x="7435" y="3455"/>
                </a:lnTo>
                <a:lnTo>
                  <a:pt x="7434" y="3455"/>
                </a:lnTo>
                <a:lnTo>
                  <a:pt x="7433" y="3455"/>
                </a:lnTo>
                <a:lnTo>
                  <a:pt x="7432" y="3456"/>
                </a:lnTo>
                <a:lnTo>
                  <a:pt x="7430" y="3456"/>
                </a:lnTo>
                <a:lnTo>
                  <a:pt x="7429" y="3457"/>
                </a:lnTo>
                <a:lnTo>
                  <a:pt x="7428" y="3458"/>
                </a:lnTo>
                <a:lnTo>
                  <a:pt x="7427" y="3459"/>
                </a:lnTo>
                <a:lnTo>
                  <a:pt x="7426" y="3460"/>
                </a:lnTo>
                <a:lnTo>
                  <a:pt x="7425" y="3461"/>
                </a:lnTo>
                <a:lnTo>
                  <a:pt x="7423" y="3461"/>
                </a:lnTo>
                <a:lnTo>
                  <a:pt x="7423" y="3462"/>
                </a:lnTo>
                <a:lnTo>
                  <a:pt x="7422" y="3463"/>
                </a:lnTo>
                <a:lnTo>
                  <a:pt x="7419" y="3466"/>
                </a:lnTo>
                <a:lnTo>
                  <a:pt x="7417" y="3468"/>
                </a:lnTo>
                <a:lnTo>
                  <a:pt x="7416" y="3469"/>
                </a:lnTo>
                <a:lnTo>
                  <a:pt x="7416" y="3470"/>
                </a:lnTo>
                <a:lnTo>
                  <a:pt x="7415" y="3471"/>
                </a:lnTo>
                <a:lnTo>
                  <a:pt x="7415" y="3472"/>
                </a:lnTo>
                <a:lnTo>
                  <a:pt x="7414" y="3472"/>
                </a:lnTo>
                <a:lnTo>
                  <a:pt x="7414" y="3473"/>
                </a:lnTo>
                <a:lnTo>
                  <a:pt x="7413" y="3473"/>
                </a:lnTo>
                <a:lnTo>
                  <a:pt x="7413" y="3474"/>
                </a:lnTo>
                <a:lnTo>
                  <a:pt x="7412" y="3474"/>
                </a:lnTo>
                <a:lnTo>
                  <a:pt x="7411" y="3474"/>
                </a:lnTo>
                <a:lnTo>
                  <a:pt x="7411" y="3475"/>
                </a:lnTo>
                <a:lnTo>
                  <a:pt x="7410" y="3475"/>
                </a:lnTo>
                <a:lnTo>
                  <a:pt x="7410" y="3476"/>
                </a:lnTo>
                <a:lnTo>
                  <a:pt x="7409" y="3476"/>
                </a:lnTo>
                <a:lnTo>
                  <a:pt x="7408" y="3476"/>
                </a:lnTo>
                <a:lnTo>
                  <a:pt x="7408" y="3473"/>
                </a:lnTo>
                <a:lnTo>
                  <a:pt x="7408" y="3472"/>
                </a:lnTo>
                <a:lnTo>
                  <a:pt x="7407" y="3472"/>
                </a:lnTo>
                <a:lnTo>
                  <a:pt x="7407" y="3474"/>
                </a:lnTo>
                <a:lnTo>
                  <a:pt x="7406" y="3476"/>
                </a:lnTo>
                <a:lnTo>
                  <a:pt x="7406" y="3477"/>
                </a:lnTo>
                <a:lnTo>
                  <a:pt x="7407" y="3479"/>
                </a:lnTo>
                <a:lnTo>
                  <a:pt x="7407" y="3480"/>
                </a:lnTo>
                <a:lnTo>
                  <a:pt x="7407" y="3481"/>
                </a:lnTo>
                <a:lnTo>
                  <a:pt x="7406" y="3482"/>
                </a:lnTo>
                <a:lnTo>
                  <a:pt x="7405" y="3482"/>
                </a:lnTo>
                <a:lnTo>
                  <a:pt x="7404" y="3484"/>
                </a:lnTo>
                <a:lnTo>
                  <a:pt x="7403" y="3484"/>
                </a:lnTo>
                <a:lnTo>
                  <a:pt x="7403" y="3485"/>
                </a:lnTo>
                <a:lnTo>
                  <a:pt x="7403" y="3484"/>
                </a:lnTo>
                <a:lnTo>
                  <a:pt x="7402" y="3484"/>
                </a:lnTo>
                <a:lnTo>
                  <a:pt x="7400" y="3484"/>
                </a:lnTo>
                <a:lnTo>
                  <a:pt x="7399" y="3484"/>
                </a:lnTo>
                <a:lnTo>
                  <a:pt x="7399" y="3485"/>
                </a:lnTo>
                <a:lnTo>
                  <a:pt x="7400" y="3485"/>
                </a:lnTo>
                <a:lnTo>
                  <a:pt x="7399" y="3485"/>
                </a:lnTo>
                <a:lnTo>
                  <a:pt x="7398" y="3486"/>
                </a:lnTo>
                <a:lnTo>
                  <a:pt x="7397" y="3486"/>
                </a:lnTo>
                <a:lnTo>
                  <a:pt x="7396" y="3486"/>
                </a:lnTo>
                <a:lnTo>
                  <a:pt x="7395" y="3486"/>
                </a:lnTo>
                <a:lnTo>
                  <a:pt x="7394" y="3484"/>
                </a:lnTo>
                <a:lnTo>
                  <a:pt x="7394" y="3485"/>
                </a:lnTo>
                <a:lnTo>
                  <a:pt x="7393" y="3487"/>
                </a:lnTo>
                <a:lnTo>
                  <a:pt x="7392" y="3486"/>
                </a:lnTo>
                <a:lnTo>
                  <a:pt x="7392" y="3485"/>
                </a:lnTo>
                <a:lnTo>
                  <a:pt x="7391" y="3485"/>
                </a:lnTo>
                <a:lnTo>
                  <a:pt x="7390" y="3485"/>
                </a:lnTo>
                <a:lnTo>
                  <a:pt x="7389" y="3484"/>
                </a:lnTo>
                <a:lnTo>
                  <a:pt x="7389" y="3483"/>
                </a:lnTo>
                <a:lnTo>
                  <a:pt x="7389" y="3482"/>
                </a:lnTo>
                <a:lnTo>
                  <a:pt x="7389" y="3480"/>
                </a:lnTo>
                <a:lnTo>
                  <a:pt x="7389" y="3479"/>
                </a:lnTo>
                <a:lnTo>
                  <a:pt x="7389" y="3477"/>
                </a:lnTo>
                <a:lnTo>
                  <a:pt x="7390" y="3477"/>
                </a:lnTo>
                <a:lnTo>
                  <a:pt x="7391" y="3476"/>
                </a:lnTo>
                <a:lnTo>
                  <a:pt x="7390" y="3476"/>
                </a:lnTo>
                <a:lnTo>
                  <a:pt x="7389" y="3476"/>
                </a:lnTo>
                <a:lnTo>
                  <a:pt x="7388" y="3478"/>
                </a:lnTo>
                <a:lnTo>
                  <a:pt x="7388" y="3479"/>
                </a:lnTo>
                <a:lnTo>
                  <a:pt x="7387" y="3479"/>
                </a:lnTo>
                <a:lnTo>
                  <a:pt x="7386" y="3477"/>
                </a:lnTo>
                <a:lnTo>
                  <a:pt x="7385" y="3477"/>
                </a:lnTo>
                <a:lnTo>
                  <a:pt x="7384" y="3478"/>
                </a:lnTo>
                <a:lnTo>
                  <a:pt x="7383" y="3478"/>
                </a:lnTo>
                <a:lnTo>
                  <a:pt x="7383" y="3477"/>
                </a:lnTo>
                <a:lnTo>
                  <a:pt x="7383" y="3476"/>
                </a:lnTo>
                <a:lnTo>
                  <a:pt x="7383" y="3475"/>
                </a:lnTo>
                <a:lnTo>
                  <a:pt x="7383" y="3474"/>
                </a:lnTo>
                <a:lnTo>
                  <a:pt x="7382" y="3473"/>
                </a:lnTo>
                <a:lnTo>
                  <a:pt x="7381" y="3471"/>
                </a:lnTo>
                <a:lnTo>
                  <a:pt x="7381" y="3472"/>
                </a:lnTo>
                <a:lnTo>
                  <a:pt x="7382" y="3473"/>
                </a:lnTo>
                <a:lnTo>
                  <a:pt x="7382" y="3474"/>
                </a:lnTo>
                <a:lnTo>
                  <a:pt x="7382" y="3475"/>
                </a:lnTo>
                <a:lnTo>
                  <a:pt x="7382" y="3476"/>
                </a:lnTo>
                <a:lnTo>
                  <a:pt x="7382" y="3477"/>
                </a:lnTo>
                <a:lnTo>
                  <a:pt x="7382" y="3479"/>
                </a:lnTo>
                <a:lnTo>
                  <a:pt x="7381" y="3478"/>
                </a:lnTo>
                <a:lnTo>
                  <a:pt x="7380" y="3477"/>
                </a:lnTo>
                <a:lnTo>
                  <a:pt x="7379" y="3476"/>
                </a:lnTo>
                <a:lnTo>
                  <a:pt x="7379" y="3475"/>
                </a:lnTo>
                <a:lnTo>
                  <a:pt x="7378" y="3473"/>
                </a:lnTo>
                <a:lnTo>
                  <a:pt x="7377" y="3473"/>
                </a:lnTo>
                <a:lnTo>
                  <a:pt x="7376" y="3474"/>
                </a:lnTo>
                <a:lnTo>
                  <a:pt x="7377" y="3477"/>
                </a:lnTo>
                <a:lnTo>
                  <a:pt x="7378" y="3478"/>
                </a:lnTo>
                <a:lnTo>
                  <a:pt x="7379" y="3478"/>
                </a:lnTo>
                <a:lnTo>
                  <a:pt x="7378" y="3478"/>
                </a:lnTo>
                <a:lnTo>
                  <a:pt x="7377" y="3479"/>
                </a:lnTo>
                <a:lnTo>
                  <a:pt x="7376" y="3479"/>
                </a:lnTo>
                <a:lnTo>
                  <a:pt x="7375" y="3480"/>
                </a:lnTo>
                <a:lnTo>
                  <a:pt x="7374" y="3481"/>
                </a:lnTo>
                <a:lnTo>
                  <a:pt x="7375" y="3481"/>
                </a:lnTo>
                <a:lnTo>
                  <a:pt x="7374" y="3482"/>
                </a:lnTo>
                <a:lnTo>
                  <a:pt x="7373" y="3483"/>
                </a:lnTo>
                <a:lnTo>
                  <a:pt x="7372" y="3483"/>
                </a:lnTo>
                <a:lnTo>
                  <a:pt x="7371" y="3484"/>
                </a:lnTo>
                <a:lnTo>
                  <a:pt x="7370" y="3484"/>
                </a:lnTo>
                <a:lnTo>
                  <a:pt x="7369" y="3484"/>
                </a:lnTo>
                <a:lnTo>
                  <a:pt x="7368" y="3484"/>
                </a:lnTo>
                <a:lnTo>
                  <a:pt x="7368" y="3483"/>
                </a:lnTo>
                <a:lnTo>
                  <a:pt x="7367" y="3482"/>
                </a:lnTo>
                <a:lnTo>
                  <a:pt x="7367" y="3481"/>
                </a:lnTo>
                <a:lnTo>
                  <a:pt x="7366" y="3481"/>
                </a:lnTo>
                <a:lnTo>
                  <a:pt x="7365" y="3480"/>
                </a:lnTo>
                <a:lnTo>
                  <a:pt x="7364" y="3481"/>
                </a:lnTo>
                <a:lnTo>
                  <a:pt x="7365" y="3481"/>
                </a:lnTo>
                <a:lnTo>
                  <a:pt x="7366" y="3481"/>
                </a:lnTo>
                <a:lnTo>
                  <a:pt x="7366" y="3482"/>
                </a:lnTo>
                <a:lnTo>
                  <a:pt x="7367" y="3483"/>
                </a:lnTo>
                <a:lnTo>
                  <a:pt x="7367" y="3484"/>
                </a:lnTo>
                <a:lnTo>
                  <a:pt x="7369" y="3485"/>
                </a:lnTo>
                <a:lnTo>
                  <a:pt x="7369" y="3486"/>
                </a:lnTo>
                <a:lnTo>
                  <a:pt x="7369" y="3487"/>
                </a:lnTo>
                <a:lnTo>
                  <a:pt x="7369" y="3488"/>
                </a:lnTo>
                <a:lnTo>
                  <a:pt x="7368" y="3488"/>
                </a:lnTo>
                <a:lnTo>
                  <a:pt x="7367" y="3488"/>
                </a:lnTo>
                <a:lnTo>
                  <a:pt x="7367" y="3489"/>
                </a:lnTo>
                <a:lnTo>
                  <a:pt x="7366" y="3489"/>
                </a:lnTo>
                <a:lnTo>
                  <a:pt x="7365" y="3489"/>
                </a:lnTo>
                <a:lnTo>
                  <a:pt x="7364" y="3489"/>
                </a:lnTo>
                <a:lnTo>
                  <a:pt x="7363" y="3489"/>
                </a:lnTo>
                <a:lnTo>
                  <a:pt x="7364" y="3489"/>
                </a:lnTo>
                <a:lnTo>
                  <a:pt x="7365" y="3489"/>
                </a:lnTo>
                <a:lnTo>
                  <a:pt x="7366" y="3489"/>
                </a:lnTo>
                <a:lnTo>
                  <a:pt x="7368" y="3489"/>
                </a:lnTo>
                <a:lnTo>
                  <a:pt x="7369" y="3489"/>
                </a:lnTo>
                <a:lnTo>
                  <a:pt x="7371" y="3487"/>
                </a:lnTo>
                <a:lnTo>
                  <a:pt x="7371" y="3486"/>
                </a:lnTo>
                <a:lnTo>
                  <a:pt x="7372" y="3486"/>
                </a:lnTo>
                <a:lnTo>
                  <a:pt x="7372" y="3485"/>
                </a:lnTo>
                <a:lnTo>
                  <a:pt x="7374" y="3484"/>
                </a:lnTo>
                <a:lnTo>
                  <a:pt x="7375" y="3482"/>
                </a:lnTo>
                <a:lnTo>
                  <a:pt x="7376" y="3482"/>
                </a:lnTo>
                <a:lnTo>
                  <a:pt x="7377" y="3483"/>
                </a:lnTo>
                <a:lnTo>
                  <a:pt x="7378" y="3484"/>
                </a:lnTo>
                <a:lnTo>
                  <a:pt x="7379" y="3484"/>
                </a:lnTo>
                <a:lnTo>
                  <a:pt x="7380" y="3484"/>
                </a:lnTo>
                <a:lnTo>
                  <a:pt x="7381" y="3484"/>
                </a:lnTo>
                <a:lnTo>
                  <a:pt x="7381" y="3485"/>
                </a:lnTo>
                <a:lnTo>
                  <a:pt x="7382" y="3486"/>
                </a:lnTo>
                <a:lnTo>
                  <a:pt x="7384" y="3490"/>
                </a:lnTo>
                <a:lnTo>
                  <a:pt x="7385" y="3489"/>
                </a:lnTo>
                <a:lnTo>
                  <a:pt x="7385" y="3490"/>
                </a:lnTo>
                <a:lnTo>
                  <a:pt x="7385" y="3491"/>
                </a:lnTo>
                <a:lnTo>
                  <a:pt x="7386" y="3491"/>
                </a:lnTo>
                <a:lnTo>
                  <a:pt x="7388" y="3489"/>
                </a:lnTo>
                <a:lnTo>
                  <a:pt x="7389" y="3489"/>
                </a:lnTo>
                <a:lnTo>
                  <a:pt x="7389" y="3490"/>
                </a:lnTo>
                <a:lnTo>
                  <a:pt x="7394" y="3490"/>
                </a:lnTo>
                <a:lnTo>
                  <a:pt x="7395" y="3490"/>
                </a:lnTo>
                <a:lnTo>
                  <a:pt x="7397" y="3491"/>
                </a:lnTo>
                <a:lnTo>
                  <a:pt x="7397" y="3492"/>
                </a:lnTo>
                <a:lnTo>
                  <a:pt x="7398" y="3492"/>
                </a:lnTo>
                <a:lnTo>
                  <a:pt x="7398" y="3493"/>
                </a:lnTo>
                <a:lnTo>
                  <a:pt x="7398" y="3494"/>
                </a:lnTo>
                <a:lnTo>
                  <a:pt x="7397" y="3495"/>
                </a:lnTo>
                <a:lnTo>
                  <a:pt x="7397" y="3496"/>
                </a:lnTo>
                <a:lnTo>
                  <a:pt x="7396" y="3497"/>
                </a:lnTo>
                <a:lnTo>
                  <a:pt x="7396" y="3498"/>
                </a:lnTo>
                <a:lnTo>
                  <a:pt x="7395" y="3500"/>
                </a:lnTo>
                <a:lnTo>
                  <a:pt x="7395" y="3501"/>
                </a:lnTo>
                <a:lnTo>
                  <a:pt x="7396" y="3502"/>
                </a:lnTo>
                <a:lnTo>
                  <a:pt x="7396" y="3503"/>
                </a:lnTo>
                <a:lnTo>
                  <a:pt x="7395" y="3503"/>
                </a:lnTo>
                <a:lnTo>
                  <a:pt x="7395" y="3504"/>
                </a:lnTo>
                <a:lnTo>
                  <a:pt x="7395" y="3505"/>
                </a:lnTo>
                <a:lnTo>
                  <a:pt x="7396" y="3506"/>
                </a:lnTo>
                <a:lnTo>
                  <a:pt x="7396" y="3507"/>
                </a:lnTo>
                <a:lnTo>
                  <a:pt x="7397" y="3506"/>
                </a:lnTo>
                <a:lnTo>
                  <a:pt x="7398" y="3507"/>
                </a:lnTo>
                <a:lnTo>
                  <a:pt x="7398" y="3508"/>
                </a:lnTo>
                <a:lnTo>
                  <a:pt x="7398" y="3509"/>
                </a:lnTo>
                <a:lnTo>
                  <a:pt x="7397" y="3508"/>
                </a:lnTo>
                <a:lnTo>
                  <a:pt x="7396" y="3510"/>
                </a:lnTo>
                <a:lnTo>
                  <a:pt x="7396" y="3511"/>
                </a:lnTo>
                <a:lnTo>
                  <a:pt x="7396" y="3512"/>
                </a:lnTo>
                <a:lnTo>
                  <a:pt x="7396" y="3513"/>
                </a:lnTo>
                <a:lnTo>
                  <a:pt x="7395" y="3513"/>
                </a:lnTo>
                <a:lnTo>
                  <a:pt x="7394" y="3512"/>
                </a:lnTo>
                <a:lnTo>
                  <a:pt x="7393" y="3512"/>
                </a:lnTo>
                <a:lnTo>
                  <a:pt x="7391" y="3512"/>
                </a:lnTo>
                <a:lnTo>
                  <a:pt x="7390" y="3512"/>
                </a:lnTo>
                <a:lnTo>
                  <a:pt x="7390" y="3513"/>
                </a:lnTo>
                <a:lnTo>
                  <a:pt x="7389" y="3516"/>
                </a:lnTo>
                <a:lnTo>
                  <a:pt x="7390" y="3516"/>
                </a:lnTo>
                <a:lnTo>
                  <a:pt x="7391" y="3516"/>
                </a:lnTo>
                <a:lnTo>
                  <a:pt x="7391" y="3517"/>
                </a:lnTo>
                <a:lnTo>
                  <a:pt x="7392" y="3518"/>
                </a:lnTo>
                <a:lnTo>
                  <a:pt x="7392" y="3519"/>
                </a:lnTo>
                <a:lnTo>
                  <a:pt x="7392" y="3521"/>
                </a:lnTo>
                <a:lnTo>
                  <a:pt x="7391" y="3521"/>
                </a:lnTo>
                <a:lnTo>
                  <a:pt x="7390" y="3522"/>
                </a:lnTo>
                <a:lnTo>
                  <a:pt x="7390" y="3523"/>
                </a:lnTo>
                <a:lnTo>
                  <a:pt x="7389" y="3524"/>
                </a:lnTo>
                <a:lnTo>
                  <a:pt x="7389" y="3525"/>
                </a:lnTo>
                <a:lnTo>
                  <a:pt x="7388" y="3527"/>
                </a:lnTo>
                <a:lnTo>
                  <a:pt x="7389" y="3528"/>
                </a:lnTo>
                <a:lnTo>
                  <a:pt x="7390" y="3528"/>
                </a:lnTo>
                <a:lnTo>
                  <a:pt x="7390" y="3529"/>
                </a:lnTo>
                <a:lnTo>
                  <a:pt x="7389" y="3530"/>
                </a:lnTo>
                <a:lnTo>
                  <a:pt x="7388" y="3530"/>
                </a:lnTo>
                <a:lnTo>
                  <a:pt x="7388" y="3531"/>
                </a:lnTo>
                <a:lnTo>
                  <a:pt x="7387" y="3530"/>
                </a:lnTo>
                <a:lnTo>
                  <a:pt x="7387" y="3529"/>
                </a:lnTo>
                <a:lnTo>
                  <a:pt x="7386" y="3529"/>
                </a:lnTo>
                <a:lnTo>
                  <a:pt x="7385" y="3530"/>
                </a:lnTo>
                <a:lnTo>
                  <a:pt x="7384" y="3529"/>
                </a:lnTo>
                <a:lnTo>
                  <a:pt x="7383" y="3529"/>
                </a:lnTo>
                <a:lnTo>
                  <a:pt x="7384" y="3528"/>
                </a:lnTo>
                <a:lnTo>
                  <a:pt x="7384" y="3526"/>
                </a:lnTo>
                <a:lnTo>
                  <a:pt x="7383" y="3526"/>
                </a:lnTo>
                <a:lnTo>
                  <a:pt x="7383" y="3525"/>
                </a:lnTo>
                <a:lnTo>
                  <a:pt x="7383" y="3524"/>
                </a:lnTo>
                <a:lnTo>
                  <a:pt x="7384" y="3523"/>
                </a:lnTo>
                <a:lnTo>
                  <a:pt x="7384" y="3522"/>
                </a:lnTo>
                <a:lnTo>
                  <a:pt x="7383" y="3521"/>
                </a:lnTo>
                <a:lnTo>
                  <a:pt x="7382" y="3520"/>
                </a:lnTo>
                <a:lnTo>
                  <a:pt x="7382" y="3519"/>
                </a:lnTo>
                <a:lnTo>
                  <a:pt x="7381" y="3519"/>
                </a:lnTo>
                <a:lnTo>
                  <a:pt x="7380" y="3519"/>
                </a:lnTo>
                <a:lnTo>
                  <a:pt x="7380" y="3518"/>
                </a:lnTo>
                <a:lnTo>
                  <a:pt x="7380" y="3516"/>
                </a:lnTo>
                <a:lnTo>
                  <a:pt x="7380" y="3515"/>
                </a:lnTo>
                <a:lnTo>
                  <a:pt x="7379" y="3513"/>
                </a:lnTo>
                <a:lnTo>
                  <a:pt x="7378" y="3512"/>
                </a:lnTo>
                <a:lnTo>
                  <a:pt x="7376" y="3512"/>
                </a:lnTo>
                <a:lnTo>
                  <a:pt x="7375" y="3512"/>
                </a:lnTo>
                <a:lnTo>
                  <a:pt x="7375" y="3513"/>
                </a:lnTo>
                <a:lnTo>
                  <a:pt x="7372" y="3514"/>
                </a:lnTo>
                <a:lnTo>
                  <a:pt x="7366" y="3515"/>
                </a:lnTo>
                <a:lnTo>
                  <a:pt x="7364" y="3516"/>
                </a:lnTo>
                <a:lnTo>
                  <a:pt x="7364" y="3517"/>
                </a:lnTo>
                <a:lnTo>
                  <a:pt x="7365" y="3517"/>
                </a:lnTo>
                <a:lnTo>
                  <a:pt x="7365" y="3518"/>
                </a:lnTo>
                <a:lnTo>
                  <a:pt x="7365" y="3519"/>
                </a:lnTo>
                <a:lnTo>
                  <a:pt x="7366" y="3519"/>
                </a:lnTo>
                <a:lnTo>
                  <a:pt x="7366" y="3520"/>
                </a:lnTo>
                <a:lnTo>
                  <a:pt x="7366" y="3521"/>
                </a:lnTo>
                <a:lnTo>
                  <a:pt x="7365" y="3521"/>
                </a:lnTo>
                <a:lnTo>
                  <a:pt x="7363" y="3521"/>
                </a:lnTo>
                <a:lnTo>
                  <a:pt x="7362" y="3521"/>
                </a:lnTo>
                <a:lnTo>
                  <a:pt x="7362" y="3522"/>
                </a:lnTo>
                <a:lnTo>
                  <a:pt x="7361" y="3522"/>
                </a:lnTo>
                <a:lnTo>
                  <a:pt x="7360" y="3524"/>
                </a:lnTo>
                <a:lnTo>
                  <a:pt x="7361" y="3524"/>
                </a:lnTo>
                <a:lnTo>
                  <a:pt x="7362" y="3525"/>
                </a:lnTo>
                <a:lnTo>
                  <a:pt x="7362" y="3526"/>
                </a:lnTo>
                <a:lnTo>
                  <a:pt x="7361" y="3526"/>
                </a:lnTo>
                <a:lnTo>
                  <a:pt x="7360" y="3526"/>
                </a:lnTo>
                <a:lnTo>
                  <a:pt x="7360" y="3525"/>
                </a:lnTo>
                <a:lnTo>
                  <a:pt x="7359" y="3526"/>
                </a:lnTo>
                <a:lnTo>
                  <a:pt x="7359" y="3528"/>
                </a:lnTo>
                <a:lnTo>
                  <a:pt x="7359" y="3529"/>
                </a:lnTo>
                <a:lnTo>
                  <a:pt x="7358" y="3529"/>
                </a:lnTo>
                <a:lnTo>
                  <a:pt x="7358" y="3531"/>
                </a:lnTo>
                <a:lnTo>
                  <a:pt x="7358" y="3533"/>
                </a:lnTo>
                <a:lnTo>
                  <a:pt x="7358" y="3535"/>
                </a:lnTo>
                <a:lnTo>
                  <a:pt x="7358" y="3536"/>
                </a:lnTo>
                <a:lnTo>
                  <a:pt x="7359" y="3537"/>
                </a:lnTo>
                <a:lnTo>
                  <a:pt x="7360" y="3537"/>
                </a:lnTo>
                <a:lnTo>
                  <a:pt x="7361" y="3537"/>
                </a:lnTo>
                <a:lnTo>
                  <a:pt x="7363" y="3537"/>
                </a:lnTo>
                <a:lnTo>
                  <a:pt x="7364" y="3538"/>
                </a:lnTo>
                <a:lnTo>
                  <a:pt x="7365" y="3540"/>
                </a:lnTo>
                <a:lnTo>
                  <a:pt x="7366" y="3541"/>
                </a:lnTo>
                <a:lnTo>
                  <a:pt x="7366" y="3542"/>
                </a:lnTo>
                <a:lnTo>
                  <a:pt x="7366" y="3543"/>
                </a:lnTo>
                <a:lnTo>
                  <a:pt x="7365" y="3543"/>
                </a:lnTo>
                <a:lnTo>
                  <a:pt x="7364" y="3543"/>
                </a:lnTo>
                <a:lnTo>
                  <a:pt x="7363" y="3543"/>
                </a:lnTo>
                <a:lnTo>
                  <a:pt x="7362" y="3543"/>
                </a:lnTo>
                <a:lnTo>
                  <a:pt x="7361" y="3543"/>
                </a:lnTo>
                <a:lnTo>
                  <a:pt x="7360" y="3543"/>
                </a:lnTo>
                <a:lnTo>
                  <a:pt x="7360" y="3544"/>
                </a:lnTo>
                <a:lnTo>
                  <a:pt x="7359" y="3544"/>
                </a:lnTo>
                <a:lnTo>
                  <a:pt x="7358" y="3544"/>
                </a:lnTo>
                <a:lnTo>
                  <a:pt x="7358" y="3543"/>
                </a:lnTo>
                <a:lnTo>
                  <a:pt x="7357" y="3543"/>
                </a:lnTo>
                <a:lnTo>
                  <a:pt x="7356" y="3543"/>
                </a:lnTo>
                <a:lnTo>
                  <a:pt x="7355" y="3543"/>
                </a:lnTo>
                <a:lnTo>
                  <a:pt x="7355" y="3542"/>
                </a:lnTo>
                <a:lnTo>
                  <a:pt x="7355" y="3543"/>
                </a:lnTo>
                <a:lnTo>
                  <a:pt x="7353" y="3544"/>
                </a:lnTo>
                <a:lnTo>
                  <a:pt x="7354" y="3544"/>
                </a:lnTo>
                <a:lnTo>
                  <a:pt x="7354" y="3546"/>
                </a:lnTo>
                <a:lnTo>
                  <a:pt x="7353" y="3546"/>
                </a:lnTo>
                <a:lnTo>
                  <a:pt x="7353" y="3547"/>
                </a:lnTo>
                <a:lnTo>
                  <a:pt x="7354" y="3547"/>
                </a:lnTo>
                <a:lnTo>
                  <a:pt x="7355" y="3548"/>
                </a:lnTo>
                <a:lnTo>
                  <a:pt x="7356" y="3549"/>
                </a:lnTo>
                <a:lnTo>
                  <a:pt x="7356" y="3550"/>
                </a:lnTo>
                <a:lnTo>
                  <a:pt x="7356" y="3551"/>
                </a:lnTo>
                <a:lnTo>
                  <a:pt x="7355" y="3552"/>
                </a:lnTo>
                <a:lnTo>
                  <a:pt x="7354" y="3552"/>
                </a:lnTo>
                <a:lnTo>
                  <a:pt x="7353" y="3553"/>
                </a:lnTo>
                <a:lnTo>
                  <a:pt x="7354" y="3555"/>
                </a:lnTo>
                <a:lnTo>
                  <a:pt x="7355" y="3557"/>
                </a:lnTo>
                <a:lnTo>
                  <a:pt x="7356" y="3557"/>
                </a:lnTo>
                <a:lnTo>
                  <a:pt x="7356" y="3556"/>
                </a:lnTo>
                <a:lnTo>
                  <a:pt x="7358" y="3556"/>
                </a:lnTo>
                <a:lnTo>
                  <a:pt x="7358" y="3555"/>
                </a:lnTo>
                <a:lnTo>
                  <a:pt x="7358" y="3554"/>
                </a:lnTo>
                <a:lnTo>
                  <a:pt x="7360" y="3555"/>
                </a:lnTo>
                <a:lnTo>
                  <a:pt x="7360" y="3558"/>
                </a:lnTo>
                <a:lnTo>
                  <a:pt x="7359" y="3559"/>
                </a:lnTo>
                <a:lnTo>
                  <a:pt x="7360" y="3560"/>
                </a:lnTo>
                <a:lnTo>
                  <a:pt x="7361" y="3560"/>
                </a:lnTo>
                <a:lnTo>
                  <a:pt x="7361" y="3561"/>
                </a:lnTo>
                <a:lnTo>
                  <a:pt x="7360" y="3561"/>
                </a:lnTo>
                <a:lnTo>
                  <a:pt x="7360" y="3562"/>
                </a:lnTo>
                <a:lnTo>
                  <a:pt x="7359" y="3562"/>
                </a:lnTo>
                <a:lnTo>
                  <a:pt x="7359" y="3563"/>
                </a:lnTo>
                <a:lnTo>
                  <a:pt x="7359" y="3564"/>
                </a:lnTo>
                <a:lnTo>
                  <a:pt x="7360" y="3564"/>
                </a:lnTo>
                <a:lnTo>
                  <a:pt x="7361" y="3565"/>
                </a:lnTo>
                <a:lnTo>
                  <a:pt x="7361" y="3566"/>
                </a:lnTo>
                <a:lnTo>
                  <a:pt x="7362" y="3567"/>
                </a:lnTo>
                <a:lnTo>
                  <a:pt x="7362" y="3568"/>
                </a:lnTo>
                <a:lnTo>
                  <a:pt x="7363" y="3568"/>
                </a:lnTo>
                <a:lnTo>
                  <a:pt x="7363" y="3569"/>
                </a:lnTo>
                <a:lnTo>
                  <a:pt x="7363" y="3570"/>
                </a:lnTo>
                <a:lnTo>
                  <a:pt x="7364" y="3571"/>
                </a:lnTo>
                <a:lnTo>
                  <a:pt x="7363" y="3571"/>
                </a:lnTo>
                <a:lnTo>
                  <a:pt x="7363" y="3573"/>
                </a:lnTo>
                <a:lnTo>
                  <a:pt x="7363" y="3574"/>
                </a:lnTo>
                <a:lnTo>
                  <a:pt x="7364" y="3574"/>
                </a:lnTo>
                <a:lnTo>
                  <a:pt x="7364" y="3575"/>
                </a:lnTo>
                <a:lnTo>
                  <a:pt x="7364" y="3576"/>
                </a:lnTo>
                <a:lnTo>
                  <a:pt x="7365" y="3579"/>
                </a:lnTo>
                <a:lnTo>
                  <a:pt x="7365" y="3580"/>
                </a:lnTo>
                <a:lnTo>
                  <a:pt x="7366" y="3580"/>
                </a:lnTo>
                <a:lnTo>
                  <a:pt x="7367" y="3580"/>
                </a:lnTo>
                <a:lnTo>
                  <a:pt x="7367" y="3582"/>
                </a:lnTo>
                <a:lnTo>
                  <a:pt x="7367" y="3583"/>
                </a:lnTo>
                <a:lnTo>
                  <a:pt x="7368" y="3583"/>
                </a:lnTo>
                <a:lnTo>
                  <a:pt x="7369" y="3583"/>
                </a:lnTo>
                <a:lnTo>
                  <a:pt x="7370" y="3583"/>
                </a:lnTo>
                <a:lnTo>
                  <a:pt x="7369" y="3584"/>
                </a:lnTo>
                <a:lnTo>
                  <a:pt x="7368" y="3585"/>
                </a:lnTo>
                <a:lnTo>
                  <a:pt x="7367" y="3585"/>
                </a:lnTo>
                <a:lnTo>
                  <a:pt x="7366" y="3585"/>
                </a:lnTo>
                <a:lnTo>
                  <a:pt x="7365" y="3585"/>
                </a:lnTo>
                <a:lnTo>
                  <a:pt x="7364" y="3585"/>
                </a:lnTo>
                <a:lnTo>
                  <a:pt x="7363" y="3584"/>
                </a:lnTo>
                <a:lnTo>
                  <a:pt x="7362" y="3584"/>
                </a:lnTo>
                <a:lnTo>
                  <a:pt x="7361" y="3585"/>
                </a:lnTo>
                <a:lnTo>
                  <a:pt x="7361" y="3586"/>
                </a:lnTo>
                <a:lnTo>
                  <a:pt x="7360" y="3586"/>
                </a:lnTo>
                <a:lnTo>
                  <a:pt x="7360" y="3587"/>
                </a:lnTo>
                <a:lnTo>
                  <a:pt x="7358" y="3588"/>
                </a:lnTo>
                <a:lnTo>
                  <a:pt x="7357" y="3588"/>
                </a:lnTo>
                <a:lnTo>
                  <a:pt x="7356" y="3588"/>
                </a:lnTo>
                <a:lnTo>
                  <a:pt x="7355" y="3588"/>
                </a:lnTo>
                <a:lnTo>
                  <a:pt x="7354" y="3588"/>
                </a:lnTo>
                <a:lnTo>
                  <a:pt x="7353" y="3588"/>
                </a:lnTo>
                <a:lnTo>
                  <a:pt x="7353" y="3589"/>
                </a:lnTo>
                <a:lnTo>
                  <a:pt x="7352" y="3590"/>
                </a:lnTo>
                <a:lnTo>
                  <a:pt x="7352" y="3591"/>
                </a:lnTo>
                <a:lnTo>
                  <a:pt x="7353" y="3591"/>
                </a:lnTo>
                <a:lnTo>
                  <a:pt x="7353" y="3592"/>
                </a:lnTo>
                <a:lnTo>
                  <a:pt x="7352" y="3593"/>
                </a:lnTo>
                <a:lnTo>
                  <a:pt x="7351" y="3593"/>
                </a:lnTo>
                <a:lnTo>
                  <a:pt x="7350" y="3594"/>
                </a:lnTo>
                <a:lnTo>
                  <a:pt x="7349" y="3594"/>
                </a:lnTo>
                <a:lnTo>
                  <a:pt x="7349" y="3593"/>
                </a:lnTo>
                <a:lnTo>
                  <a:pt x="7350" y="3593"/>
                </a:lnTo>
                <a:lnTo>
                  <a:pt x="7350" y="3592"/>
                </a:lnTo>
                <a:lnTo>
                  <a:pt x="7350" y="3591"/>
                </a:lnTo>
                <a:lnTo>
                  <a:pt x="7349" y="3590"/>
                </a:lnTo>
                <a:lnTo>
                  <a:pt x="7347" y="3591"/>
                </a:lnTo>
                <a:lnTo>
                  <a:pt x="7347" y="3592"/>
                </a:lnTo>
                <a:lnTo>
                  <a:pt x="7346" y="3593"/>
                </a:lnTo>
                <a:lnTo>
                  <a:pt x="7345" y="3592"/>
                </a:lnTo>
                <a:lnTo>
                  <a:pt x="7344" y="3592"/>
                </a:lnTo>
                <a:lnTo>
                  <a:pt x="7343" y="3592"/>
                </a:lnTo>
                <a:lnTo>
                  <a:pt x="7342" y="3593"/>
                </a:lnTo>
                <a:lnTo>
                  <a:pt x="7342" y="3594"/>
                </a:lnTo>
                <a:lnTo>
                  <a:pt x="7343" y="3594"/>
                </a:lnTo>
                <a:lnTo>
                  <a:pt x="7344" y="3595"/>
                </a:lnTo>
                <a:lnTo>
                  <a:pt x="7344" y="3596"/>
                </a:lnTo>
                <a:lnTo>
                  <a:pt x="7342" y="3596"/>
                </a:lnTo>
                <a:lnTo>
                  <a:pt x="7341" y="3596"/>
                </a:lnTo>
                <a:lnTo>
                  <a:pt x="7340" y="3596"/>
                </a:lnTo>
                <a:lnTo>
                  <a:pt x="7339" y="3596"/>
                </a:lnTo>
                <a:lnTo>
                  <a:pt x="7339" y="3597"/>
                </a:lnTo>
                <a:lnTo>
                  <a:pt x="7336" y="3598"/>
                </a:lnTo>
                <a:lnTo>
                  <a:pt x="7335" y="3598"/>
                </a:lnTo>
                <a:lnTo>
                  <a:pt x="7334" y="3598"/>
                </a:lnTo>
                <a:lnTo>
                  <a:pt x="7333" y="3597"/>
                </a:lnTo>
                <a:lnTo>
                  <a:pt x="7332" y="3598"/>
                </a:lnTo>
                <a:lnTo>
                  <a:pt x="7331" y="3599"/>
                </a:lnTo>
                <a:lnTo>
                  <a:pt x="7330" y="3599"/>
                </a:lnTo>
                <a:lnTo>
                  <a:pt x="7330" y="3601"/>
                </a:lnTo>
                <a:lnTo>
                  <a:pt x="7329" y="3601"/>
                </a:lnTo>
                <a:lnTo>
                  <a:pt x="7329" y="3602"/>
                </a:lnTo>
                <a:lnTo>
                  <a:pt x="7328" y="3605"/>
                </a:lnTo>
                <a:lnTo>
                  <a:pt x="7327" y="3605"/>
                </a:lnTo>
                <a:lnTo>
                  <a:pt x="7326" y="3605"/>
                </a:lnTo>
                <a:lnTo>
                  <a:pt x="7326" y="3606"/>
                </a:lnTo>
                <a:lnTo>
                  <a:pt x="7326" y="3607"/>
                </a:lnTo>
                <a:lnTo>
                  <a:pt x="7325" y="3607"/>
                </a:lnTo>
                <a:lnTo>
                  <a:pt x="7324" y="3607"/>
                </a:lnTo>
                <a:lnTo>
                  <a:pt x="7323" y="3608"/>
                </a:lnTo>
                <a:lnTo>
                  <a:pt x="7322" y="3608"/>
                </a:lnTo>
                <a:lnTo>
                  <a:pt x="7321" y="3608"/>
                </a:lnTo>
                <a:lnTo>
                  <a:pt x="7320" y="3609"/>
                </a:lnTo>
                <a:lnTo>
                  <a:pt x="7321" y="3608"/>
                </a:lnTo>
                <a:lnTo>
                  <a:pt x="7320" y="3607"/>
                </a:lnTo>
                <a:lnTo>
                  <a:pt x="7319" y="3607"/>
                </a:lnTo>
                <a:lnTo>
                  <a:pt x="7318" y="3607"/>
                </a:lnTo>
                <a:lnTo>
                  <a:pt x="7316" y="3609"/>
                </a:lnTo>
                <a:lnTo>
                  <a:pt x="7315" y="3610"/>
                </a:lnTo>
                <a:lnTo>
                  <a:pt x="7314" y="3610"/>
                </a:lnTo>
                <a:lnTo>
                  <a:pt x="7313" y="3610"/>
                </a:lnTo>
                <a:lnTo>
                  <a:pt x="7312" y="3610"/>
                </a:lnTo>
                <a:lnTo>
                  <a:pt x="7312" y="3609"/>
                </a:lnTo>
                <a:lnTo>
                  <a:pt x="7311" y="3609"/>
                </a:lnTo>
                <a:lnTo>
                  <a:pt x="7310" y="3610"/>
                </a:lnTo>
                <a:lnTo>
                  <a:pt x="7309" y="3609"/>
                </a:lnTo>
                <a:lnTo>
                  <a:pt x="7308" y="3608"/>
                </a:lnTo>
                <a:lnTo>
                  <a:pt x="7308" y="3609"/>
                </a:lnTo>
                <a:lnTo>
                  <a:pt x="7307" y="3609"/>
                </a:lnTo>
                <a:lnTo>
                  <a:pt x="7307" y="3610"/>
                </a:lnTo>
                <a:lnTo>
                  <a:pt x="7307" y="3611"/>
                </a:lnTo>
                <a:lnTo>
                  <a:pt x="7304" y="3611"/>
                </a:lnTo>
                <a:lnTo>
                  <a:pt x="7304" y="3610"/>
                </a:lnTo>
                <a:lnTo>
                  <a:pt x="7303" y="3610"/>
                </a:lnTo>
                <a:lnTo>
                  <a:pt x="7303" y="3609"/>
                </a:lnTo>
                <a:lnTo>
                  <a:pt x="7304" y="3609"/>
                </a:lnTo>
                <a:lnTo>
                  <a:pt x="7305" y="3607"/>
                </a:lnTo>
                <a:lnTo>
                  <a:pt x="7306" y="3607"/>
                </a:lnTo>
                <a:lnTo>
                  <a:pt x="7306" y="3606"/>
                </a:lnTo>
                <a:lnTo>
                  <a:pt x="7307" y="3605"/>
                </a:lnTo>
                <a:lnTo>
                  <a:pt x="7307" y="3604"/>
                </a:lnTo>
                <a:lnTo>
                  <a:pt x="7306" y="3604"/>
                </a:lnTo>
                <a:lnTo>
                  <a:pt x="7307" y="3603"/>
                </a:lnTo>
                <a:lnTo>
                  <a:pt x="7309" y="3603"/>
                </a:lnTo>
                <a:lnTo>
                  <a:pt x="7309" y="3602"/>
                </a:lnTo>
                <a:lnTo>
                  <a:pt x="7309" y="3601"/>
                </a:lnTo>
                <a:lnTo>
                  <a:pt x="7308" y="3600"/>
                </a:lnTo>
                <a:lnTo>
                  <a:pt x="7308" y="3601"/>
                </a:lnTo>
                <a:lnTo>
                  <a:pt x="7307" y="3601"/>
                </a:lnTo>
                <a:lnTo>
                  <a:pt x="7307" y="3602"/>
                </a:lnTo>
                <a:lnTo>
                  <a:pt x="7306" y="3603"/>
                </a:lnTo>
                <a:lnTo>
                  <a:pt x="7306" y="3601"/>
                </a:lnTo>
                <a:lnTo>
                  <a:pt x="7307" y="3601"/>
                </a:lnTo>
                <a:lnTo>
                  <a:pt x="7307" y="3600"/>
                </a:lnTo>
                <a:lnTo>
                  <a:pt x="7306" y="3599"/>
                </a:lnTo>
                <a:lnTo>
                  <a:pt x="7307" y="3598"/>
                </a:lnTo>
                <a:lnTo>
                  <a:pt x="7308" y="3598"/>
                </a:lnTo>
                <a:lnTo>
                  <a:pt x="7308" y="3595"/>
                </a:lnTo>
                <a:lnTo>
                  <a:pt x="7309" y="3594"/>
                </a:lnTo>
                <a:lnTo>
                  <a:pt x="7309" y="3593"/>
                </a:lnTo>
                <a:lnTo>
                  <a:pt x="7309" y="3592"/>
                </a:lnTo>
                <a:lnTo>
                  <a:pt x="7309" y="3590"/>
                </a:lnTo>
                <a:lnTo>
                  <a:pt x="7310" y="3588"/>
                </a:lnTo>
                <a:lnTo>
                  <a:pt x="7313" y="3589"/>
                </a:lnTo>
                <a:lnTo>
                  <a:pt x="7314" y="3589"/>
                </a:lnTo>
                <a:lnTo>
                  <a:pt x="7313" y="3588"/>
                </a:lnTo>
                <a:lnTo>
                  <a:pt x="7312" y="3588"/>
                </a:lnTo>
                <a:lnTo>
                  <a:pt x="7312" y="3587"/>
                </a:lnTo>
                <a:lnTo>
                  <a:pt x="7312" y="3586"/>
                </a:lnTo>
                <a:lnTo>
                  <a:pt x="7311" y="3586"/>
                </a:lnTo>
                <a:lnTo>
                  <a:pt x="7311" y="3584"/>
                </a:lnTo>
                <a:lnTo>
                  <a:pt x="7313" y="3584"/>
                </a:lnTo>
                <a:lnTo>
                  <a:pt x="7313" y="3583"/>
                </a:lnTo>
                <a:lnTo>
                  <a:pt x="7312" y="3580"/>
                </a:lnTo>
                <a:lnTo>
                  <a:pt x="7310" y="3579"/>
                </a:lnTo>
                <a:lnTo>
                  <a:pt x="7309" y="3578"/>
                </a:lnTo>
                <a:lnTo>
                  <a:pt x="7307" y="3577"/>
                </a:lnTo>
                <a:lnTo>
                  <a:pt x="7307" y="3576"/>
                </a:lnTo>
                <a:lnTo>
                  <a:pt x="7306" y="3576"/>
                </a:lnTo>
                <a:lnTo>
                  <a:pt x="7306" y="3575"/>
                </a:lnTo>
                <a:lnTo>
                  <a:pt x="7305" y="3575"/>
                </a:lnTo>
                <a:lnTo>
                  <a:pt x="7305" y="3574"/>
                </a:lnTo>
                <a:lnTo>
                  <a:pt x="7304" y="3574"/>
                </a:lnTo>
                <a:lnTo>
                  <a:pt x="7303" y="3572"/>
                </a:lnTo>
                <a:lnTo>
                  <a:pt x="7302" y="3571"/>
                </a:lnTo>
                <a:lnTo>
                  <a:pt x="7302" y="3570"/>
                </a:lnTo>
                <a:lnTo>
                  <a:pt x="7303" y="3569"/>
                </a:lnTo>
                <a:lnTo>
                  <a:pt x="7302" y="3568"/>
                </a:lnTo>
                <a:lnTo>
                  <a:pt x="7301" y="3568"/>
                </a:lnTo>
                <a:lnTo>
                  <a:pt x="7301" y="3569"/>
                </a:lnTo>
                <a:lnTo>
                  <a:pt x="7300" y="3569"/>
                </a:lnTo>
                <a:lnTo>
                  <a:pt x="7299" y="3569"/>
                </a:lnTo>
                <a:lnTo>
                  <a:pt x="7299" y="3570"/>
                </a:lnTo>
                <a:lnTo>
                  <a:pt x="7299" y="3571"/>
                </a:lnTo>
                <a:lnTo>
                  <a:pt x="7299" y="3572"/>
                </a:lnTo>
                <a:lnTo>
                  <a:pt x="7300" y="3572"/>
                </a:lnTo>
                <a:lnTo>
                  <a:pt x="7300" y="3573"/>
                </a:lnTo>
                <a:lnTo>
                  <a:pt x="7299" y="3574"/>
                </a:lnTo>
                <a:lnTo>
                  <a:pt x="7299" y="3575"/>
                </a:lnTo>
                <a:lnTo>
                  <a:pt x="7298" y="3576"/>
                </a:lnTo>
                <a:lnTo>
                  <a:pt x="7297" y="3577"/>
                </a:lnTo>
                <a:lnTo>
                  <a:pt x="7298" y="3579"/>
                </a:lnTo>
                <a:lnTo>
                  <a:pt x="7300" y="3581"/>
                </a:lnTo>
                <a:lnTo>
                  <a:pt x="7300" y="3580"/>
                </a:lnTo>
                <a:lnTo>
                  <a:pt x="7301" y="3580"/>
                </a:lnTo>
                <a:lnTo>
                  <a:pt x="7302" y="3581"/>
                </a:lnTo>
                <a:lnTo>
                  <a:pt x="7303" y="3581"/>
                </a:lnTo>
                <a:lnTo>
                  <a:pt x="7303" y="3582"/>
                </a:lnTo>
                <a:lnTo>
                  <a:pt x="7301" y="3583"/>
                </a:lnTo>
                <a:lnTo>
                  <a:pt x="7299" y="3584"/>
                </a:lnTo>
                <a:lnTo>
                  <a:pt x="7298" y="3584"/>
                </a:lnTo>
                <a:lnTo>
                  <a:pt x="7297" y="3584"/>
                </a:lnTo>
                <a:lnTo>
                  <a:pt x="7296" y="3585"/>
                </a:lnTo>
                <a:lnTo>
                  <a:pt x="7295" y="3585"/>
                </a:lnTo>
                <a:lnTo>
                  <a:pt x="7295" y="3584"/>
                </a:lnTo>
                <a:lnTo>
                  <a:pt x="7295" y="3583"/>
                </a:lnTo>
                <a:lnTo>
                  <a:pt x="7296" y="3583"/>
                </a:lnTo>
                <a:lnTo>
                  <a:pt x="7295" y="3582"/>
                </a:lnTo>
                <a:lnTo>
                  <a:pt x="7294" y="3581"/>
                </a:lnTo>
                <a:lnTo>
                  <a:pt x="7292" y="3581"/>
                </a:lnTo>
                <a:lnTo>
                  <a:pt x="7291" y="3582"/>
                </a:lnTo>
                <a:lnTo>
                  <a:pt x="7291" y="3583"/>
                </a:lnTo>
                <a:lnTo>
                  <a:pt x="7290" y="3584"/>
                </a:lnTo>
                <a:lnTo>
                  <a:pt x="7289" y="3584"/>
                </a:lnTo>
                <a:lnTo>
                  <a:pt x="7289" y="3583"/>
                </a:lnTo>
                <a:lnTo>
                  <a:pt x="7289" y="3582"/>
                </a:lnTo>
                <a:lnTo>
                  <a:pt x="7288" y="3580"/>
                </a:lnTo>
                <a:lnTo>
                  <a:pt x="7288" y="3579"/>
                </a:lnTo>
                <a:lnTo>
                  <a:pt x="7287" y="3578"/>
                </a:lnTo>
                <a:lnTo>
                  <a:pt x="7286" y="3579"/>
                </a:lnTo>
                <a:lnTo>
                  <a:pt x="7285" y="3580"/>
                </a:lnTo>
                <a:lnTo>
                  <a:pt x="7283" y="3581"/>
                </a:lnTo>
                <a:lnTo>
                  <a:pt x="7282" y="3582"/>
                </a:lnTo>
                <a:lnTo>
                  <a:pt x="7280" y="3583"/>
                </a:lnTo>
                <a:lnTo>
                  <a:pt x="7280" y="3584"/>
                </a:lnTo>
                <a:lnTo>
                  <a:pt x="7279" y="3584"/>
                </a:lnTo>
                <a:lnTo>
                  <a:pt x="7279" y="3585"/>
                </a:lnTo>
                <a:lnTo>
                  <a:pt x="7279" y="3586"/>
                </a:lnTo>
                <a:lnTo>
                  <a:pt x="7278" y="3587"/>
                </a:lnTo>
                <a:lnTo>
                  <a:pt x="7276" y="3588"/>
                </a:lnTo>
                <a:lnTo>
                  <a:pt x="7276" y="3589"/>
                </a:lnTo>
                <a:lnTo>
                  <a:pt x="7275" y="3588"/>
                </a:lnTo>
                <a:lnTo>
                  <a:pt x="7273" y="3588"/>
                </a:lnTo>
                <a:lnTo>
                  <a:pt x="7272" y="3588"/>
                </a:lnTo>
                <a:lnTo>
                  <a:pt x="7272" y="3587"/>
                </a:lnTo>
                <a:lnTo>
                  <a:pt x="7272" y="3586"/>
                </a:lnTo>
                <a:lnTo>
                  <a:pt x="7273" y="3586"/>
                </a:lnTo>
                <a:lnTo>
                  <a:pt x="7274" y="3586"/>
                </a:lnTo>
                <a:lnTo>
                  <a:pt x="7273" y="3586"/>
                </a:lnTo>
                <a:lnTo>
                  <a:pt x="7272" y="3586"/>
                </a:lnTo>
                <a:lnTo>
                  <a:pt x="7271" y="3587"/>
                </a:lnTo>
                <a:lnTo>
                  <a:pt x="7272" y="3588"/>
                </a:lnTo>
                <a:lnTo>
                  <a:pt x="7273" y="3589"/>
                </a:lnTo>
                <a:lnTo>
                  <a:pt x="7274" y="3589"/>
                </a:lnTo>
                <a:lnTo>
                  <a:pt x="7275" y="3589"/>
                </a:lnTo>
                <a:lnTo>
                  <a:pt x="7275" y="3590"/>
                </a:lnTo>
                <a:lnTo>
                  <a:pt x="7274" y="3591"/>
                </a:lnTo>
                <a:lnTo>
                  <a:pt x="7274" y="3592"/>
                </a:lnTo>
                <a:lnTo>
                  <a:pt x="7275" y="3593"/>
                </a:lnTo>
                <a:lnTo>
                  <a:pt x="7275" y="3594"/>
                </a:lnTo>
                <a:lnTo>
                  <a:pt x="7276" y="3595"/>
                </a:lnTo>
                <a:lnTo>
                  <a:pt x="7276" y="3596"/>
                </a:lnTo>
                <a:lnTo>
                  <a:pt x="7275" y="3597"/>
                </a:lnTo>
                <a:lnTo>
                  <a:pt x="7274" y="3598"/>
                </a:lnTo>
                <a:lnTo>
                  <a:pt x="7273" y="3599"/>
                </a:lnTo>
                <a:lnTo>
                  <a:pt x="7272" y="3600"/>
                </a:lnTo>
                <a:lnTo>
                  <a:pt x="7270" y="3600"/>
                </a:lnTo>
                <a:lnTo>
                  <a:pt x="7269" y="3600"/>
                </a:lnTo>
                <a:lnTo>
                  <a:pt x="7268" y="3599"/>
                </a:lnTo>
                <a:lnTo>
                  <a:pt x="7268" y="3600"/>
                </a:lnTo>
                <a:lnTo>
                  <a:pt x="7268" y="3601"/>
                </a:lnTo>
                <a:lnTo>
                  <a:pt x="7269" y="3601"/>
                </a:lnTo>
                <a:lnTo>
                  <a:pt x="7270" y="3601"/>
                </a:lnTo>
                <a:lnTo>
                  <a:pt x="7271" y="3601"/>
                </a:lnTo>
                <a:lnTo>
                  <a:pt x="7272" y="3601"/>
                </a:lnTo>
                <a:lnTo>
                  <a:pt x="7272" y="3602"/>
                </a:lnTo>
                <a:lnTo>
                  <a:pt x="7273" y="3602"/>
                </a:lnTo>
                <a:lnTo>
                  <a:pt x="7274" y="3603"/>
                </a:lnTo>
                <a:lnTo>
                  <a:pt x="7274" y="3604"/>
                </a:lnTo>
                <a:lnTo>
                  <a:pt x="7273" y="3605"/>
                </a:lnTo>
                <a:lnTo>
                  <a:pt x="7273" y="3606"/>
                </a:lnTo>
                <a:lnTo>
                  <a:pt x="7274" y="3606"/>
                </a:lnTo>
                <a:lnTo>
                  <a:pt x="7276" y="3606"/>
                </a:lnTo>
                <a:lnTo>
                  <a:pt x="7277" y="3606"/>
                </a:lnTo>
                <a:lnTo>
                  <a:pt x="7277" y="3607"/>
                </a:lnTo>
                <a:lnTo>
                  <a:pt x="7279" y="3607"/>
                </a:lnTo>
                <a:lnTo>
                  <a:pt x="7280" y="3607"/>
                </a:lnTo>
                <a:lnTo>
                  <a:pt x="7281" y="3607"/>
                </a:lnTo>
                <a:lnTo>
                  <a:pt x="7281" y="3608"/>
                </a:lnTo>
                <a:lnTo>
                  <a:pt x="7282" y="3609"/>
                </a:lnTo>
                <a:lnTo>
                  <a:pt x="7282" y="3608"/>
                </a:lnTo>
                <a:lnTo>
                  <a:pt x="7284" y="3609"/>
                </a:lnTo>
                <a:lnTo>
                  <a:pt x="7283" y="3611"/>
                </a:lnTo>
                <a:lnTo>
                  <a:pt x="7284" y="3611"/>
                </a:lnTo>
                <a:lnTo>
                  <a:pt x="7285" y="3611"/>
                </a:lnTo>
                <a:lnTo>
                  <a:pt x="7286" y="3612"/>
                </a:lnTo>
                <a:lnTo>
                  <a:pt x="7287" y="3612"/>
                </a:lnTo>
                <a:lnTo>
                  <a:pt x="7288" y="3612"/>
                </a:lnTo>
                <a:lnTo>
                  <a:pt x="7289" y="3612"/>
                </a:lnTo>
                <a:lnTo>
                  <a:pt x="7290" y="3611"/>
                </a:lnTo>
                <a:lnTo>
                  <a:pt x="7291" y="3611"/>
                </a:lnTo>
                <a:lnTo>
                  <a:pt x="7292" y="3611"/>
                </a:lnTo>
                <a:lnTo>
                  <a:pt x="7294" y="3611"/>
                </a:lnTo>
                <a:lnTo>
                  <a:pt x="7295" y="3611"/>
                </a:lnTo>
                <a:lnTo>
                  <a:pt x="7296" y="3611"/>
                </a:lnTo>
                <a:lnTo>
                  <a:pt x="7296" y="3612"/>
                </a:lnTo>
                <a:lnTo>
                  <a:pt x="7296" y="3613"/>
                </a:lnTo>
                <a:lnTo>
                  <a:pt x="7295" y="3613"/>
                </a:lnTo>
                <a:lnTo>
                  <a:pt x="7295" y="3614"/>
                </a:lnTo>
                <a:lnTo>
                  <a:pt x="7294" y="3614"/>
                </a:lnTo>
                <a:lnTo>
                  <a:pt x="7294" y="3615"/>
                </a:lnTo>
                <a:lnTo>
                  <a:pt x="7294" y="3616"/>
                </a:lnTo>
                <a:lnTo>
                  <a:pt x="7295" y="3616"/>
                </a:lnTo>
                <a:lnTo>
                  <a:pt x="7295" y="3617"/>
                </a:lnTo>
                <a:lnTo>
                  <a:pt x="7293" y="3620"/>
                </a:lnTo>
                <a:lnTo>
                  <a:pt x="7293" y="3621"/>
                </a:lnTo>
                <a:lnTo>
                  <a:pt x="7291" y="3624"/>
                </a:lnTo>
                <a:lnTo>
                  <a:pt x="7290" y="3623"/>
                </a:lnTo>
                <a:lnTo>
                  <a:pt x="7290" y="3624"/>
                </a:lnTo>
                <a:lnTo>
                  <a:pt x="7290" y="3625"/>
                </a:lnTo>
                <a:lnTo>
                  <a:pt x="7291" y="3625"/>
                </a:lnTo>
                <a:lnTo>
                  <a:pt x="7292" y="3625"/>
                </a:lnTo>
                <a:lnTo>
                  <a:pt x="7293" y="3625"/>
                </a:lnTo>
                <a:lnTo>
                  <a:pt x="7294" y="3624"/>
                </a:lnTo>
                <a:lnTo>
                  <a:pt x="7297" y="3620"/>
                </a:lnTo>
                <a:lnTo>
                  <a:pt x="7298" y="3621"/>
                </a:lnTo>
                <a:lnTo>
                  <a:pt x="7298" y="3620"/>
                </a:lnTo>
                <a:lnTo>
                  <a:pt x="7299" y="3621"/>
                </a:lnTo>
                <a:lnTo>
                  <a:pt x="7300" y="3621"/>
                </a:lnTo>
                <a:lnTo>
                  <a:pt x="7299" y="3622"/>
                </a:lnTo>
                <a:lnTo>
                  <a:pt x="7298" y="3623"/>
                </a:lnTo>
                <a:lnTo>
                  <a:pt x="7299" y="3623"/>
                </a:lnTo>
                <a:lnTo>
                  <a:pt x="7299" y="3626"/>
                </a:lnTo>
                <a:lnTo>
                  <a:pt x="7299" y="3627"/>
                </a:lnTo>
                <a:lnTo>
                  <a:pt x="7298" y="3628"/>
                </a:lnTo>
                <a:lnTo>
                  <a:pt x="7299" y="3628"/>
                </a:lnTo>
                <a:lnTo>
                  <a:pt x="7299" y="3629"/>
                </a:lnTo>
                <a:lnTo>
                  <a:pt x="7300" y="3629"/>
                </a:lnTo>
                <a:lnTo>
                  <a:pt x="7300" y="3628"/>
                </a:lnTo>
                <a:lnTo>
                  <a:pt x="7300" y="3627"/>
                </a:lnTo>
                <a:lnTo>
                  <a:pt x="7301" y="3625"/>
                </a:lnTo>
                <a:lnTo>
                  <a:pt x="7301" y="3624"/>
                </a:lnTo>
                <a:lnTo>
                  <a:pt x="7301" y="3623"/>
                </a:lnTo>
                <a:lnTo>
                  <a:pt x="7302" y="3624"/>
                </a:lnTo>
                <a:lnTo>
                  <a:pt x="7303" y="3623"/>
                </a:lnTo>
                <a:lnTo>
                  <a:pt x="7303" y="3624"/>
                </a:lnTo>
                <a:lnTo>
                  <a:pt x="7304" y="3625"/>
                </a:lnTo>
                <a:lnTo>
                  <a:pt x="7304" y="3624"/>
                </a:lnTo>
                <a:lnTo>
                  <a:pt x="7304" y="3623"/>
                </a:lnTo>
                <a:lnTo>
                  <a:pt x="7304" y="3622"/>
                </a:lnTo>
                <a:lnTo>
                  <a:pt x="7303" y="3622"/>
                </a:lnTo>
                <a:lnTo>
                  <a:pt x="7303" y="3621"/>
                </a:lnTo>
                <a:lnTo>
                  <a:pt x="7304" y="3620"/>
                </a:lnTo>
                <a:lnTo>
                  <a:pt x="7304" y="3619"/>
                </a:lnTo>
                <a:lnTo>
                  <a:pt x="7305" y="3619"/>
                </a:lnTo>
                <a:lnTo>
                  <a:pt x="7306" y="3619"/>
                </a:lnTo>
                <a:lnTo>
                  <a:pt x="7308" y="3619"/>
                </a:lnTo>
                <a:lnTo>
                  <a:pt x="7309" y="3620"/>
                </a:lnTo>
                <a:lnTo>
                  <a:pt x="7309" y="3621"/>
                </a:lnTo>
                <a:lnTo>
                  <a:pt x="7308" y="3621"/>
                </a:lnTo>
                <a:lnTo>
                  <a:pt x="7308" y="3622"/>
                </a:lnTo>
                <a:lnTo>
                  <a:pt x="7308" y="3624"/>
                </a:lnTo>
                <a:lnTo>
                  <a:pt x="7308" y="3625"/>
                </a:lnTo>
                <a:lnTo>
                  <a:pt x="7308" y="3626"/>
                </a:lnTo>
                <a:lnTo>
                  <a:pt x="7307" y="3627"/>
                </a:lnTo>
                <a:lnTo>
                  <a:pt x="7307" y="3628"/>
                </a:lnTo>
                <a:lnTo>
                  <a:pt x="7305" y="3629"/>
                </a:lnTo>
                <a:lnTo>
                  <a:pt x="7304" y="3629"/>
                </a:lnTo>
                <a:lnTo>
                  <a:pt x="7303" y="3629"/>
                </a:lnTo>
                <a:lnTo>
                  <a:pt x="7302" y="3629"/>
                </a:lnTo>
                <a:lnTo>
                  <a:pt x="7301" y="3629"/>
                </a:lnTo>
                <a:lnTo>
                  <a:pt x="7301" y="3630"/>
                </a:lnTo>
                <a:lnTo>
                  <a:pt x="7300" y="3631"/>
                </a:lnTo>
                <a:lnTo>
                  <a:pt x="7298" y="3634"/>
                </a:lnTo>
                <a:lnTo>
                  <a:pt x="7298" y="3635"/>
                </a:lnTo>
                <a:lnTo>
                  <a:pt x="7297" y="3637"/>
                </a:lnTo>
                <a:lnTo>
                  <a:pt x="7295" y="3640"/>
                </a:lnTo>
                <a:lnTo>
                  <a:pt x="7294" y="3640"/>
                </a:lnTo>
                <a:lnTo>
                  <a:pt x="7294" y="3641"/>
                </a:lnTo>
                <a:lnTo>
                  <a:pt x="7294" y="3642"/>
                </a:lnTo>
                <a:lnTo>
                  <a:pt x="7293" y="3643"/>
                </a:lnTo>
                <a:lnTo>
                  <a:pt x="7293" y="3645"/>
                </a:lnTo>
                <a:lnTo>
                  <a:pt x="7292" y="3646"/>
                </a:lnTo>
                <a:lnTo>
                  <a:pt x="7291" y="3647"/>
                </a:lnTo>
                <a:lnTo>
                  <a:pt x="7290" y="3647"/>
                </a:lnTo>
                <a:lnTo>
                  <a:pt x="7290" y="3645"/>
                </a:lnTo>
                <a:lnTo>
                  <a:pt x="7290" y="3643"/>
                </a:lnTo>
                <a:lnTo>
                  <a:pt x="7291" y="3643"/>
                </a:lnTo>
                <a:lnTo>
                  <a:pt x="7291" y="3642"/>
                </a:lnTo>
                <a:lnTo>
                  <a:pt x="7292" y="3641"/>
                </a:lnTo>
                <a:lnTo>
                  <a:pt x="7292" y="3639"/>
                </a:lnTo>
                <a:lnTo>
                  <a:pt x="7293" y="3638"/>
                </a:lnTo>
                <a:lnTo>
                  <a:pt x="7294" y="3637"/>
                </a:lnTo>
                <a:lnTo>
                  <a:pt x="7295" y="3637"/>
                </a:lnTo>
                <a:lnTo>
                  <a:pt x="7295" y="3636"/>
                </a:lnTo>
                <a:lnTo>
                  <a:pt x="7295" y="3635"/>
                </a:lnTo>
                <a:lnTo>
                  <a:pt x="7294" y="3635"/>
                </a:lnTo>
                <a:lnTo>
                  <a:pt x="7292" y="3635"/>
                </a:lnTo>
                <a:lnTo>
                  <a:pt x="7291" y="3636"/>
                </a:lnTo>
                <a:lnTo>
                  <a:pt x="7289" y="3638"/>
                </a:lnTo>
                <a:lnTo>
                  <a:pt x="7289" y="3639"/>
                </a:lnTo>
                <a:lnTo>
                  <a:pt x="7289" y="3640"/>
                </a:lnTo>
                <a:lnTo>
                  <a:pt x="7288" y="3640"/>
                </a:lnTo>
                <a:lnTo>
                  <a:pt x="7287" y="3641"/>
                </a:lnTo>
                <a:lnTo>
                  <a:pt x="7287" y="3642"/>
                </a:lnTo>
                <a:lnTo>
                  <a:pt x="7287" y="3643"/>
                </a:lnTo>
                <a:lnTo>
                  <a:pt x="7287" y="3644"/>
                </a:lnTo>
                <a:lnTo>
                  <a:pt x="7286" y="3644"/>
                </a:lnTo>
                <a:lnTo>
                  <a:pt x="7285" y="3644"/>
                </a:lnTo>
                <a:lnTo>
                  <a:pt x="7285" y="3643"/>
                </a:lnTo>
                <a:lnTo>
                  <a:pt x="7284" y="3642"/>
                </a:lnTo>
                <a:lnTo>
                  <a:pt x="7283" y="3642"/>
                </a:lnTo>
                <a:lnTo>
                  <a:pt x="7284" y="3644"/>
                </a:lnTo>
                <a:lnTo>
                  <a:pt x="7283" y="3644"/>
                </a:lnTo>
                <a:lnTo>
                  <a:pt x="7282" y="3644"/>
                </a:lnTo>
                <a:lnTo>
                  <a:pt x="7281" y="3644"/>
                </a:lnTo>
                <a:lnTo>
                  <a:pt x="7280" y="3645"/>
                </a:lnTo>
                <a:lnTo>
                  <a:pt x="7279" y="3646"/>
                </a:lnTo>
                <a:lnTo>
                  <a:pt x="7278" y="3647"/>
                </a:lnTo>
                <a:lnTo>
                  <a:pt x="7277" y="3648"/>
                </a:lnTo>
                <a:lnTo>
                  <a:pt x="7276" y="3650"/>
                </a:lnTo>
                <a:lnTo>
                  <a:pt x="7275" y="3650"/>
                </a:lnTo>
                <a:lnTo>
                  <a:pt x="7274" y="3650"/>
                </a:lnTo>
                <a:lnTo>
                  <a:pt x="7274" y="3651"/>
                </a:lnTo>
                <a:lnTo>
                  <a:pt x="7273" y="3652"/>
                </a:lnTo>
                <a:lnTo>
                  <a:pt x="7273" y="3653"/>
                </a:lnTo>
                <a:lnTo>
                  <a:pt x="7272" y="3654"/>
                </a:lnTo>
                <a:lnTo>
                  <a:pt x="7272" y="3655"/>
                </a:lnTo>
                <a:lnTo>
                  <a:pt x="7272" y="3656"/>
                </a:lnTo>
                <a:lnTo>
                  <a:pt x="7272" y="3657"/>
                </a:lnTo>
                <a:lnTo>
                  <a:pt x="7271" y="3658"/>
                </a:lnTo>
                <a:lnTo>
                  <a:pt x="7271" y="3659"/>
                </a:lnTo>
                <a:lnTo>
                  <a:pt x="7270" y="3662"/>
                </a:lnTo>
                <a:lnTo>
                  <a:pt x="7270" y="3664"/>
                </a:lnTo>
                <a:lnTo>
                  <a:pt x="7270" y="3665"/>
                </a:lnTo>
                <a:lnTo>
                  <a:pt x="7269" y="3666"/>
                </a:lnTo>
                <a:lnTo>
                  <a:pt x="7269" y="3668"/>
                </a:lnTo>
                <a:lnTo>
                  <a:pt x="7270" y="3668"/>
                </a:lnTo>
                <a:lnTo>
                  <a:pt x="7271" y="3669"/>
                </a:lnTo>
                <a:lnTo>
                  <a:pt x="7271" y="3670"/>
                </a:lnTo>
                <a:lnTo>
                  <a:pt x="7272" y="3671"/>
                </a:lnTo>
                <a:lnTo>
                  <a:pt x="7273" y="3673"/>
                </a:lnTo>
                <a:lnTo>
                  <a:pt x="7272" y="3673"/>
                </a:lnTo>
                <a:lnTo>
                  <a:pt x="7272" y="3674"/>
                </a:lnTo>
                <a:lnTo>
                  <a:pt x="7272" y="3675"/>
                </a:lnTo>
                <a:lnTo>
                  <a:pt x="7272" y="3676"/>
                </a:lnTo>
                <a:lnTo>
                  <a:pt x="7271" y="3679"/>
                </a:lnTo>
                <a:lnTo>
                  <a:pt x="7270" y="3679"/>
                </a:lnTo>
                <a:lnTo>
                  <a:pt x="7270" y="3680"/>
                </a:lnTo>
                <a:lnTo>
                  <a:pt x="7270" y="3682"/>
                </a:lnTo>
                <a:lnTo>
                  <a:pt x="7271" y="3683"/>
                </a:lnTo>
                <a:lnTo>
                  <a:pt x="7270" y="3683"/>
                </a:lnTo>
                <a:lnTo>
                  <a:pt x="7269" y="3683"/>
                </a:lnTo>
                <a:lnTo>
                  <a:pt x="7269" y="3684"/>
                </a:lnTo>
                <a:lnTo>
                  <a:pt x="7270" y="3684"/>
                </a:lnTo>
                <a:lnTo>
                  <a:pt x="7270" y="3685"/>
                </a:lnTo>
                <a:lnTo>
                  <a:pt x="7270" y="3686"/>
                </a:lnTo>
                <a:lnTo>
                  <a:pt x="7269" y="3686"/>
                </a:lnTo>
                <a:lnTo>
                  <a:pt x="7268" y="3686"/>
                </a:lnTo>
                <a:lnTo>
                  <a:pt x="7267" y="3686"/>
                </a:lnTo>
                <a:lnTo>
                  <a:pt x="7266" y="3686"/>
                </a:lnTo>
                <a:lnTo>
                  <a:pt x="7266" y="3685"/>
                </a:lnTo>
                <a:lnTo>
                  <a:pt x="7265" y="3684"/>
                </a:lnTo>
                <a:lnTo>
                  <a:pt x="7264" y="3683"/>
                </a:lnTo>
                <a:lnTo>
                  <a:pt x="7263" y="3683"/>
                </a:lnTo>
                <a:lnTo>
                  <a:pt x="7262" y="3683"/>
                </a:lnTo>
                <a:lnTo>
                  <a:pt x="7262" y="3682"/>
                </a:lnTo>
                <a:lnTo>
                  <a:pt x="7262" y="3680"/>
                </a:lnTo>
                <a:lnTo>
                  <a:pt x="7260" y="3679"/>
                </a:lnTo>
                <a:lnTo>
                  <a:pt x="7258" y="3679"/>
                </a:lnTo>
                <a:lnTo>
                  <a:pt x="7257" y="3678"/>
                </a:lnTo>
                <a:lnTo>
                  <a:pt x="7256" y="3678"/>
                </a:lnTo>
                <a:lnTo>
                  <a:pt x="7255" y="3679"/>
                </a:lnTo>
                <a:lnTo>
                  <a:pt x="7254" y="3679"/>
                </a:lnTo>
                <a:lnTo>
                  <a:pt x="7254" y="3680"/>
                </a:lnTo>
                <a:lnTo>
                  <a:pt x="7253" y="3681"/>
                </a:lnTo>
                <a:lnTo>
                  <a:pt x="7253" y="3682"/>
                </a:lnTo>
                <a:lnTo>
                  <a:pt x="7252" y="3683"/>
                </a:lnTo>
                <a:lnTo>
                  <a:pt x="7253" y="3684"/>
                </a:lnTo>
                <a:lnTo>
                  <a:pt x="7253" y="3685"/>
                </a:lnTo>
                <a:lnTo>
                  <a:pt x="7255" y="3686"/>
                </a:lnTo>
                <a:lnTo>
                  <a:pt x="7256" y="3687"/>
                </a:lnTo>
                <a:lnTo>
                  <a:pt x="7257" y="3687"/>
                </a:lnTo>
                <a:lnTo>
                  <a:pt x="7259" y="3687"/>
                </a:lnTo>
                <a:lnTo>
                  <a:pt x="7260" y="3689"/>
                </a:lnTo>
                <a:lnTo>
                  <a:pt x="7259" y="3689"/>
                </a:lnTo>
                <a:lnTo>
                  <a:pt x="7258" y="3691"/>
                </a:lnTo>
                <a:lnTo>
                  <a:pt x="7257" y="3691"/>
                </a:lnTo>
                <a:lnTo>
                  <a:pt x="7256" y="3692"/>
                </a:lnTo>
                <a:lnTo>
                  <a:pt x="7255" y="3693"/>
                </a:lnTo>
                <a:lnTo>
                  <a:pt x="7255" y="3694"/>
                </a:lnTo>
                <a:lnTo>
                  <a:pt x="7255" y="3695"/>
                </a:lnTo>
                <a:lnTo>
                  <a:pt x="7254" y="3696"/>
                </a:lnTo>
                <a:lnTo>
                  <a:pt x="7254" y="3698"/>
                </a:lnTo>
                <a:lnTo>
                  <a:pt x="7254" y="3699"/>
                </a:lnTo>
                <a:lnTo>
                  <a:pt x="7254" y="3700"/>
                </a:lnTo>
                <a:lnTo>
                  <a:pt x="7254" y="3701"/>
                </a:lnTo>
                <a:lnTo>
                  <a:pt x="7255" y="3701"/>
                </a:lnTo>
                <a:lnTo>
                  <a:pt x="7255" y="3702"/>
                </a:lnTo>
                <a:lnTo>
                  <a:pt x="7256" y="3702"/>
                </a:lnTo>
                <a:lnTo>
                  <a:pt x="7257" y="3703"/>
                </a:lnTo>
                <a:lnTo>
                  <a:pt x="7258" y="3703"/>
                </a:lnTo>
                <a:lnTo>
                  <a:pt x="7257" y="3706"/>
                </a:lnTo>
                <a:lnTo>
                  <a:pt x="7256" y="3706"/>
                </a:lnTo>
                <a:lnTo>
                  <a:pt x="7255" y="3706"/>
                </a:lnTo>
                <a:lnTo>
                  <a:pt x="7254" y="3706"/>
                </a:lnTo>
                <a:lnTo>
                  <a:pt x="7253" y="3706"/>
                </a:lnTo>
                <a:lnTo>
                  <a:pt x="7253" y="3707"/>
                </a:lnTo>
                <a:lnTo>
                  <a:pt x="7253" y="3708"/>
                </a:lnTo>
                <a:lnTo>
                  <a:pt x="7252" y="3709"/>
                </a:lnTo>
                <a:lnTo>
                  <a:pt x="7251" y="3709"/>
                </a:lnTo>
                <a:lnTo>
                  <a:pt x="7251" y="3710"/>
                </a:lnTo>
                <a:lnTo>
                  <a:pt x="7251" y="3711"/>
                </a:lnTo>
                <a:lnTo>
                  <a:pt x="7251" y="3712"/>
                </a:lnTo>
                <a:lnTo>
                  <a:pt x="7250" y="3712"/>
                </a:lnTo>
                <a:lnTo>
                  <a:pt x="7249" y="3712"/>
                </a:lnTo>
                <a:lnTo>
                  <a:pt x="7249" y="3711"/>
                </a:lnTo>
                <a:lnTo>
                  <a:pt x="7249" y="3710"/>
                </a:lnTo>
                <a:lnTo>
                  <a:pt x="7248" y="3710"/>
                </a:lnTo>
                <a:lnTo>
                  <a:pt x="7247" y="3710"/>
                </a:lnTo>
                <a:lnTo>
                  <a:pt x="7247" y="3709"/>
                </a:lnTo>
                <a:lnTo>
                  <a:pt x="7248" y="3709"/>
                </a:lnTo>
                <a:lnTo>
                  <a:pt x="7247" y="3708"/>
                </a:lnTo>
                <a:lnTo>
                  <a:pt x="7246" y="3708"/>
                </a:lnTo>
                <a:lnTo>
                  <a:pt x="7244" y="3709"/>
                </a:lnTo>
                <a:lnTo>
                  <a:pt x="7244" y="3710"/>
                </a:lnTo>
                <a:lnTo>
                  <a:pt x="7244" y="3711"/>
                </a:lnTo>
                <a:lnTo>
                  <a:pt x="7243" y="3710"/>
                </a:lnTo>
                <a:lnTo>
                  <a:pt x="7244" y="3709"/>
                </a:lnTo>
                <a:lnTo>
                  <a:pt x="7244" y="3708"/>
                </a:lnTo>
                <a:lnTo>
                  <a:pt x="7243" y="3708"/>
                </a:lnTo>
                <a:lnTo>
                  <a:pt x="7243" y="3707"/>
                </a:lnTo>
                <a:lnTo>
                  <a:pt x="7243" y="3706"/>
                </a:lnTo>
                <a:lnTo>
                  <a:pt x="7241" y="3705"/>
                </a:lnTo>
                <a:lnTo>
                  <a:pt x="7240" y="3706"/>
                </a:lnTo>
                <a:lnTo>
                  <a:pt x="7240" y="3707"/>
                </a:lnTo>
                <a:lnTo>
                  <a:pt x="7241" y="3707"/>
                </a:lnTo>
                <a:lnTo>
                  <a:pt x="7240" y="3707"/>
                </a:lnTo>
                <a:lnTo>
                  <a:pt x="7239" y="3707"/>
                </a:lnTo>
                <a:lnTo>
                  <a:pt x="7238" y="3709"/>
                </a:lnTo>
                <a:lnTo>
                  <a:pt x="7238" y="3710"/>
                </a:lnTo>
                <a:lnTo>
                  <a:pt x="7237" y="3710"/>
                </a:lnTo>
                <a:lnTo>
                  <a:pt x="7237" y="3711"/>
                </a:lnTo>
                <a:lnTo>
                  <a:pt x="7238" y="3711"/>
                </a:lnTo>
                <a:lnTo>
                  <a:pt x="7238" y="3712"/>
                </a:lnTo>
                <a:lnTo>
                  <a:pt x="7237" y="3712"/>
                </a:lnTo>
                <a:lnTo>
                  <a:pt x="7236" y="3712"/>
                </a:lnTo>
                <a:lnTo>
                  <a:pt x="7236" y="3713"/>
                </a:lnTo>
                <a:lnTo>
                  <a:pt x="7236" y="3714"/>
                </a:lnTo>
                <a:lnTo>
                  <a:pt x="7239" y="3713"/>
                </a:lnTo>
                <a:lnTo>
                  <a:pt x="7239" y="3714"/>
                </a:lnTo>
                <a:lnTo>
                  <a:pt x="7237" y="3716"/>
                </a:lnTo>
                <a:lnTo>
                  <a:pt x="7238" y="3717"/>
                </a:lnTo>
                <a:lnTo>
                  <a:pt x="7237" y="3718"/>
                </a:lnTo>
                <a:lnTo>
                  <a:pt x="7239" y="3720"/>
                </a:lnTo>
                <a:lnTo>
                  <a:pt x="7238" y="3721"/>
                </a:lnTo>
                <a:lnTo>
                  <a:pt x="7236" y="3719"/>
                </a:lnTo>
                <a:lnTo>
                  <a:pt x="7235" y="3721"/>
                </a:lnTo>
                <a:lnTo>
                  <a:pt x="7235" y="3720"/>
                </a:lnTo>
                <a:lnTo>
                  <a:pt x="7234" y="3721"/>
                </a:lnTo>
                <a:lnTo>
                  <a:pt x="7233" y="3721"/>
                </a:lnTo>
                <a:lnTo>
                  <a:pt x="7233" y="3720"/>
                </a:lnTo>
                <a:lnTo>
                  <a:pt x="7232" y="3720"/>
                </a:lnTo>
                <a:lnTo>
                  <a:pt x="7232" y="3719"/>
                </a:lnTo>
                <a:lnTo>
                  <a:pt x="7232" y="3720"/>
                </a:lnTo>
                <a:lnTo>
                  <a:pt x="7231" y="3713"/>
                </a:lnTo>
                <a:lnTo>
                  <a:pt x="7230" y="3712"/>
                </a:lnTo>
                <a:lnTo>
                  <a:pt x="7229" y="3710"/>
                </a:lnTo>
                <a:lnTo>
                  <a:pt x="7228" y="3709"/>
                </a:lnTo>
                <a:lnTo>
                  <a:pt x="7228" y="3711"/>
                </a:lnTo>
                <a:lnTo>
                  <a:pt x="7228" y="3712"/>
                </a:lnTo>
                <a:lnTo>
                  <a:pt x="7229" y="3712"/>
                </a:lnTo>
                <a:lnTo>
                  <a:pt x="7229" y="3713"/>
                </a:lnTo>
                <a:lnTo>
                  <a:pt x="7227" y="3713"/>
                </a:lnTo>
                <a:lnTo>
                  <a:pt x="7226" y="3713"/>
                </a:lnTo>
                <a:lnTo>
                  <a:pt x="7224" y="3715"/>
                </a:lnTo>
                <a:lnTo>
                  <a:pt x="7225" y="3715"/>
                </a:lnTo>
                <a:lnTo>
                  <a:pt x="7224" y="3716"/>
                </a:lnTo>
                <a:lnTo>
                  <a:pt x="7222" y="3717"/>
                </a:lnTo>
                <a:lnTo>
                  <a:pt x="7221" y="3718"/>
                </a:lnTo>
                <a:lnTo>
                  <a:pt x="7221" y="3719"/>
                </a:lnTo>
                <a:lnTo>
                  <a:pt x="7220" y="3719"/>
                </a:lnTo>
                <a:lnTo>
                  <a:pt x="7220" y="3720"/>
                </a:lnTo>
                <a:lnTo>
                  <a:pt x="7219" y="3721"/>
                </a:lnTo>
                <a:lnTo>
                  <a:pt x="7218" y="3721"/>
                </a:lnTo>
                <a:lnTo>
                  <a:pt x="7217" y="3721"/>
                </a:lnTo>
                <a:lnTo>
                  <a:pt x="7217" y="3720"/>
                </a:lnTo>
                <a:lnTo>
                  <a:pt x="7215" y="3719"/>
                </a:lnTo>
                <a:lnTo>
                  <a:pt x="7214" y="3717"/>
                </a:lnTo>
                <a:lnTo>
                  <a:pt x="7213" y="3717"/>
                </a:lnTo>
                <a:lnTo>
                  <a:pt x="7213" y="3718"/>
                </a:lnTo>
                <a:lnTo>
                  <a:pt x="7214" y="3718"/>
                </a:lnTo>
                <a:lnTo>
                  <a:pt x="7214" y="3719"/>
                </a:lnTo>
                <a:lnTo>
                  <a:pt x="7215" y="3719"/>
                </a:lnTo>
                <a:lnTo>
                  <a:pt x="7216" y="3721"/>
                </a:lnTo>
                <a:lnTo>
                  <a:pt x="7216" y="3722"/>
                </a:lnTo>
                <a:lnTo>
                  <a:pt x="7216" y="3721"/>
                </a:lnTo>
                <a:lnTo>
                  <a:pt x="7215" y="3721"/>
                </a:lnTo>
                <a:lnTo>
                  <a:pt x="7214" y="3721"/>
                </a:lnTo>
                <a:lnTo>
                  <a:pt x="7214" y="3722"/>
                </a:lnTo>
                <a:lnTo>
                  <a:pt x="7216" y="3722"/>
                </a:lnTo>
                <a:lnTo>
                  <a:pt x="7217" y="3723"/>
                </a:lnTo>
                <a:lnTo>
                  <a:pt x="7218" y="3724"/>
                </a:lnTo>
                <a:lnTo>
                  <a:pt x="7217" y="3725"/>
                </a:lnTo>
                <a:lnTo>
                  <a:pt x="7217" y="3726"/>
                </a:lnTo>
                <a:lnTo>
                  <a:pt x="7216" y="3726"/>
                </a:lnTo>
                <a:lnTo>
                  <a:pt x="7215" y="3726"/>
                </a:lnTo>
                <a:lnTo>
                  <a:pt x="7215" y="3727"/>
                </a:lnTo>
                <a:lnTo>
                  <a:pt x="7213" y="3727"/>
                </a:lnTo>
                <a:lnTo>
                  <a:pt x="7214" y="3727"/>
                </a:lnTo>
                <a:lnTo>
                  <a:pt x="7213" y="3727"/>
                </a:lnTo>
                <a:lnTo>
                  <a:pt x="7213" y="3728"/>
                </a:lnTo>
                <a:lnTo>
                  <a:pt x="7213" y="3729"/>
                </a:lnTo>
                <a:lnTo>
                  <a:pt x="7215" y="3728"/>
                </a:lnTo>
                <a:lnTo>
                  <a:pt x="7216" y="3728"/>
                </a:lnTo>
                <a:lnTo>
                  <a:pt x="7216" y="3729"/>
                </a:lnTo>
                <a:lnTo>
                  <a:pt x="7215" y="3730"/>
                </a:lnTo>
                <a:lnTo>
                  <a:pt x="7214" y="3733"/>
                </a:lnTo>
                <a:lnTo>
                  <a:pt x="7213" y="3734"/>
                </a:lnTo>
                <a:lnTo>
                  <a:pt x="7213" y="3736"/>
                </a:lnTo>
                <a:lnTo>
                  <a:pt x="7213" y="3737"/>
                </a:lnTo>
                <a:lnTo>
                  <a:pt x="7213" y="3738"/>
                </a:lnTo>
                <a:lnTo>
                  <a:pt x="7214" y="3738"/>
                </a:lnTo>
                <a:lnTo>
                  <a:pt x="7214" y="3739"/>
                </a:lnTo>
                <a:lnTo>
                  <a:pt x="7214" y="3740"/>
                </a:lnTo>
                <a:lnTo>
                  <a:pt x="7213" y="3740"/>
                </a:lnTo>
                <a:lnTo>
                  <a:pt x="7212" y="3742"/>
                </a:lnTo>
                <a:lnTo>
                  <a:pt x="7212" y="3743"/>
                </a:lnTo>
                <a:lnTo>
                  <a:pt x="7212" y="3747"/>
                </a:lnTo>
                <a:lnTo>
                  <a:pt x="7211" y="3748"/>
                </a:lnTo>
                <a:lnTo>
                  <a:pt x="7211" y="3749"/>
                </a:lnTo>
                <a:lnTo>
                  <a:pt x="7210" y="3750"/>
                </a:lnTo>
                <a:lnTo>
                  <a:pt x="7209" y="3751"/>
                </a:lnTo>
                <a:lnTo>
                  <a:pt x="7208" y="3751"/>
                </a:lnTo>
                <a:lnTo>
                  <a:pt x="7208" y="3752"/>
                </a:lnTo>
                <a:lnTo>
                  <a:pt x="7208" y="3753"/>
                </a:lnTo>
                <a:lnTo>
                  <a:pt x="7208" y="3754"/>
                </a:lnTo>
                <a:lnTo>
                  <a:pt x="7208" y="3755"/>
                </a:lnTo>
                <a:lnTo>
                  <a:pt x="7208" y="3757"/>
                </a:lnTo>
                <a:lnTo>
                  <a:pt x="7207" y="3758"/>
                </a:lnTo>
                <a:lnTo>
                  <a:pt x="7207" y="3759"/>
                </a:lnTo>
                <a:lnTo>
                  <a:pt x="7207" y="3760"/>
                </a:lnTo>
                <a:lnTo>
                  <a:pt x="7207" y="3762"/>
                </a:lnTo>
                <a:lnTo>
                  <a:pt x="7206" y="3762"/>
                </a:lnTo>
                <a:lnTo>
                  <a:pt x="7206" y="3763"/>
                </a:lnTo>
                <a:lnTo>
                  <a:pt x="7207" y="3763"/>
                </a:lnTo>
                <a:lnTo>
                  <a:pt x="7207" y="3765"/>
                </a:lnTo>
                <a:lnTo>
                  <a:pt x="7208" y="3768"/>
                </a:lnTo>
                <a:lnTo>
                  <a:pt x="7207" y="3770"/>
                </a:lnTo>
                <a:lnTo>
                  <a:pt x="7207" y="3771"/>
                </a:lnTo>
                <a:lnTo>
                  <a:pt x="7207" y="3773"/>
                </a:lnTo>
                <a:lnTo>
                  <a:pt x="7206" y="3773"/>
                </a:lnTo>
                <a:lnTo>
                  <a:pt x="7206" y="3771"/>
                </a:lnTo>
                <a:lnTo>
                  <a:pt x="7206" y="3769"/>
                </a:lnTo>
                <a:lnTo>
                  <a:pt x="7206" y="3768"/>
                </a:lnTo>
                <a:lnTo>
                  <a:pt x="7204" y="3768"/>
                </a:lnTo>
                <a:lnTo>
                  <a:pt x="7203" y="3769"/>
                </a:lnTo>
                <a:lnTo>
                  <a:pt x="7204" y="3770"/>
                </a:lnTo>
                <a:lnTo>
                  <a:pt x="7204" y="3774"/>
                </a:lnTo>
                <a:lnTo>
                  <a:pt x="7204" y="3775"/>
                </a:lnTo>
                <a:lnTo>
                  <a:pt x="7205" y="3777"/>
                </a:lnTo>
                <a:lnTo>
                  <a:pt x="7204" y="3777"/>
                </a:lnTo>
                <a:lnTo>
                  <a:pt x="7205" y="3783"/>
                </a:lnTo>
                <a:lnTo>
                  <a:pt x="7203" y="3783"/>
                </a:lnTo>
                <a:lnTo>
                  <a:pt x="7202" y="3777"/>
                </a:lnTo>
                <a:lnTo>
                  <a:pt x="7200" y="3777"/>
                </a:lnTo>
                <a:lnTo>
                  <a:pt x="7199" y="3777"/>
                </a:lnTo>
                <a:lnTo>
                  <a:pt x="7198" y="3777"/>
                </a:lnTo>
                <a:lnTo>
                  <a:pt x="7197" y="3778"/>
                </a:lnTo>
                <a:lnTo>
                  <a:pt x="7195" y="3780"/>
                </a:lnTo>
                <a:lnTo>
                  <a:pt x="7195" y="3779"/>
                </a:lnTo>
                <a:lnTo>
                  <a:pt x="7194" y="3779"/>
                </a:lnTo>
                <a:lnTo>
                  <a:pt x="7194" y="3780"/>
                </a:lnTo>
                <a:lnTo>
                  <a:pt x="7196" y="3781"/>
                </a:lnTo>
                <a:lnTo>
                  <a:pt x="7195" y="3783"/>
                </a:lnTo>
                <a:lnTo>
                  <a:pt x="7193" y="3782"/>
                </a:lnTo>
                <a:lnTo>
                  <a:pt x="7192" y="3783"/>
                </a:lnTo>
                <a:lnTo>
                  <a:pt x="7192" y="3785"/>
                </a:lnTo>
                <a:lnTo>
                  <a:pt x="7192" y="3786"/>
                </a:lnTo>
                <a:lnTo>
                  <a:pt x="7191" y="3787"/>
                </a:lnTo>
                <a:lnTo>
                  <a:pt x="7191" y="3786"/>
                </a:lnTo>
                <a:lnTo>
                  <a:pt x="7191" y="3785"/>
                </a:lnTo>
                <a:lnTo>
                  <a:pt x="7190" y="3785"/>
                </a:lnTo>
                <a:lnTo>
                  <a:pt x="7190" y="3786"/>
                </a:lnTo>
                <a:lnTo>
                  <a:pt x="7191" y="3786"/>
                </a:lnTo>
                <a:lnTo>
                  <a:pt x="7191" y="3787"/>
                </a:lnTo>
                <a:lnTo>
                  <a:pt x="7191" y="3788"/>
                </a:lnTo>
                <a:lnTo>
                  <a:pt x="7190" y="3790"/>
                </a:lnTo>
                <a:lnTo>
                  <a:pt x="7189" y="3789"/>
                </a:lnTo>
                <a:lnTo>
                  <a:pt x="7188" y="3790"/>
                </a:lnTo>
                <a:lnTo>
                  <a:pt x="7187" y="3792"/>
                </a:lnTo>
                <a:lnTo>
                  <a:pt x="7186" y="3793"/>
                </a:lnTo>
                <a:lnTo>
                  <a:pt x="7186" y="3794"/>
                </a:lnTo>
                <a:lnTo>
                  <a:pt x="7186" y="3795"/>
                </a:lnTo>
                <a:lnTo>
                  <a:pt x="7186" y="3796"/>
                </a:lnTo>
                <a:lnTo>
                  <a:pt x="7186" y="3797"/>
                </a:lnTo>
                <a:lnTo>
                  <a:pt x="7186" y="3798"/>
                </a:lnTo>
                <a:lnTo>
                  <a:pt x="7186" y="3800"/>
                </a:lnTo>
                <a:lnTo>
                  <a:pt x="7186" y="3803"/>
                </a:lnTo>
                <a:lnTo>
                  <a:pt x="7186" y="3804"/>
                </a:lnTo>
                <a:lnTo>
                  <a:pt x="7185" y="3805"/>
                </a:lnTo>
                <a:lnTo>
                  <a:pt x="7185" y="3807"/>
                </a:lnTo>
                <a:lnTo>
                  <a:pt x="7185" y="3808"/>
                </a:lnTo>
                <a:lnTo>
                  <a:pt x="7185" y="3812"/>
                </a:lnTo>
                <a:lnTo>
                  <a:pt x="7185" y="3814"/>
                </a:lnTo>
                <a:lnTo>
                  <a:pt x="7185" y="3816"/>
                </a:lnTo>
                <a:lnTo>
                  <a:pt x="7185" y="3817"/>
                </a:lnTo>
                <a:lnTo>
                  <a:pt x="7185" y="3818"/>
                </a:lnTo>
                <a:lnTo>
                  <a:pt x="7185" y="3819"/>
                </a:lnTo>
                <a:lnTo>
                  <a:pt x="7185" y="3821"/>
                </a:lnTo>
                <a:lnTo>
                  <a:pt x="7185" y="3822"/>
                </a:lnTo>
                <a:lnTo>
                  <a:pt x="7185" y="3823"/>
                </a:lnTo>
                <a:lnTo>
                  <a:pt x="7186" y="3823"/>
                </a:lnTo>
                <a:lnTo>
                  <a:pt x="7188" y="3823"/>
                </a:lnTo>
                <a:lnTo>
                  <a:pt x="7188" y="3824"/>
                </a:lnTo>
                <a:lnTo>
                  <a:pt x="7187" y="3826"/>
                </a:lnTo>
                <a:lnTo>
                  <a:pt x="7187" y="3827"/>
                </a:lnTo>
                <a:lnTo>
                  <a:pt x="7186" y="3827"/>
                </a:lnTo>
                <a:lnTo>
                  <a:pt x="7186" y="3826"/>
                </a:lnTo>
                <a:lnTo>
                  <a:pt x="7186" y="3827"/>
                </a:lnTo>
                <a:lnTo>
                  <a:pt x="7185" y="3827"/>
                </a:lnTo>
                <a:lnTo>
                  <a:pt x="7185" y="3828"/>
                </a:lnTo>
                <a:lnTo>
                  <a:pt x="7186" y="3828"/>
                </a:lnTo>
                <a:lnTo>
                  <a:pt x="7187" y="3828"/>
                </a:lnTo>
                <a:lnTo>
                  <a:pt x="7187" y="3829"/>
                </a:lnTo>
                <a:lnTo>
                  <a:pt x="7188" y="3829"/>
                </a:lnTo>
                <a:lnTo>
                  <a:pt x="7189" y="3830"/>
                </a:lnTo>
                <a:lnTo>
                  <a:pt x="7186" y="3830"/>
                </a:lnTo>
                <a:lnTo>
                  <a:pt x="7187" y="3831"/>
                </a:lnTo>
                <a:lnTo>
                  <a:pt x="7186" y="3831"/>
                </a:lnTo>
                <a:lnTo>
                  <a:pt x="7186" y="3830"/>
                </a:lnTo>
                <a:lnTo>
                  <a:pt x="7185" y="3830"/>
                </a:lnTo>
                <a:lnTo>
                  <a:pt x="7184" y="3831"/>
                </a:lnTo>
                <a:lnTo>
                  <a:pt x="7184" y="3832"/>
                </a:lnTo>
                <a:lnTo>
                  <a:pt x="7185" y="3833"/>
                </a:lnTo>
                <a:lnTo>
                  <a:pt x="7183" y="3834"/>
                </a:lnTo>
                <a:lnTo>
                  <a:pt x="7182" y="3832"/>
                </a:lnTo>
                <a:lnTo>
                  <a:pt x="7183" y="3831"/>
                </a:lnTo>
                <a:lnTo>
                  <a:pt x="7184" y="3831"/>
                </a:lnTo>
                <a:lnTo>
                  <a:pt x="7183" y="3830"/>
                </a:lnTo>
                <a:lnTo>
                  <a:pt x="7182" y="3831"/>
                </a:lnTo>
                <a:lnTo>
                  <a:pt x="7182" y="3832"/>
                </a:lnTo>
                <a:lnTo>
                  <a:pt x="7181" y="3832"/>
                </a:lnTo>
                <a:lnTo>
                  <a:pt x="7180" y="3832"/>
                </a:lnTo>
                <a:lnTo>
                  <a:pt x="7179" y="3832"/>
                </a:lnTo>
                <a:lnTo>
                  <a:pt x="7178" y="3833"/>
                </a:lnTo>
                <a:lnTo>
                  <a:pt x="7177" y="3833"/>
                </a:lnTo>
                <a:lnTo>
                  <a:pt x="7175" y="3835"/>
                </a:lnTo>
                <a:lnTo>
                  <a:pt x="7174" y="3835"/>
                </a:lnTo>
                <a:lnTo>
                  <a:pt x="7174" y="3834"/>
                </a:lnTo>
                <a:lnTo>
                  <a:pt x="7174" y="3833"/>
                </a:lnTo>
                <a:lnTo>
                  <a:pt x="7173" y="3833"/>
                </a:lnTo>
                <a:lnTo>
                  <a:pt x="7173" y="3834"/>
                </a:lnTo>
                <a:lnTo>
                  <a:pt x="7174" y="3834"/>
                </a:lnTo>
                <a:lnTo>
                  <a:pt x="7173" y="3835"/>
                </a:lnTo>
                <a:lnTo>
                  <a:pt x="7171" y="3836"/>
                </a:lnTo>
                <a:lnTo>
                  <a:pt x="7170" y="3837"/>
                </a:lnTo>
                <a:lnTo>
                  <a:pt x="7167" y="3838"/>
                </a:lnTo>
                <a:lnTo>
                  <a:pt x="7168" y="3839"/>
                </a:lnTo>
                <a:lnTo>
                  <a:pt x="7166" y="3841"/>
                </a:lnTo>
                <a:lnTo>
                  <a:pt x="7165" y="3840"/>
                </a:lnTo>
                <a:lnTo>
                  <a:pt x="7165" y="3841"/>
                </a:lnTo>
                <a:lnTo>
                  <a:pt x="7163" y="3841"/>
                </a:lnTo>
                <a:lnTo>
                  <a:pt x="7163" y="3842"/>
                </a:lnTo>
                <a:lnTo>
                  <a:pt x="7163" y="3843"/>
                </a:lnTo>
                <a:lnTo>
                  <a:pt x="7163" y="3845"/>
                </a:lnTo>
                <a:lnTo>
                  <a:pt x="7162" y="3845"/>
                </a:lnTo>
                <a:lnTo>
                  <a:pt x="7161" y="3845"/>
                </a:lnTo>
                <a:lnTo>
                  <a:pt x="7161" y="3848"/>
                </a:lnTo>
                <a:lnTo>
                  <a:pt x="7161" y="3849"/>
                </a:lnTo>
                <a:lnTo>
                  <a:pt x="7161" y="3851"/>
                </a:lnTo>
                <a:lnTo>
                  <a:pt x="7161" y="3852"/>
                </a:lnTo>
                <a:lnTo>
                  <a:pt x="7161" y="3853"/>
                </a:lnTo>
                <a:lnTo>
                  <a:pt x="7161" y="3854"/>
                </a:lnTo>
                <a:lnTo>
                  <a:pt x="7161" y="3857"/>
                </a:lnTo>
                <a:lnTo>
                  <a:pt x="7161" y="3858"/>
                </a:lnTo>
                <a:lnTo>
                  <a:pt x="7161" y="3859"/>
                </a:lnTo>
                <a:lnTo>
                  <a:pt x="7161" y="3863"/>
                </a:lnTo>
                <a:lnTo>
                  <a:pt x="7161" y="3864"/>
                </a:lnTo>
                <a:lnTo>
                  <a:pt x="7162" y="3866"/>
                </a:lnTo>
                <a:lnTo>
                  <a:pt x="7162" y="3868"/>
                </a:lnTo>
                <a:lnTo>
                  <a:pt x="7163" y="3870"/>
                </a:lnTo>
                <a:lnTo>
                  <a:pt x="7162" y="3870"/>
                </a:lnTo>
                <a:lnTo>
                  <a:pt x="7162" y="3871"/>
                </a:lnTo>
                <a:lnTo>
                  <a:pt x="7163" y="3871"/>
                </a:lnTo>
                <a:lnTo>
                  <a:pt x="7163" y="3874"/>
                </a:lnTo>
                <a:lnTo>
                  <a:pt x="7162" y="3875"/>
                </a:lnTo>
                <a:lnTo>
                  <a:pt x="7162" y="3876"/>
                </a:lnTo>
                <a:lnTo>
                  <a:pt x="7163" y="3876"/>
                </a:lnTo>
                <a:lnTo>
                  <a:pt x="7163" y="3877"/>
                </a:lnTo>
                <a:lnTo>
                  <a:pt x="7161" y="3877"/>
                </a:lnTo>
                <a:lnTo>
                  <a:pt x="7162" y="3877"/>
                </a:lnTo>
                <a:lnTo>
                  <a:pt x="7162" y="3878"/>
                </a:lnTo>
                <a:lnTo>
                  <a:pt x="7164" y="3878"/>
                </a:lnTo>
                <a:lnTo>
                  <a:pt x="7164" y="3884"/>
                </a:lnTo>
                <a:lnTo>
                  <a:pt x="7162" y="3884"/>
                </a:lnTo>
                <a:lnTo>
                  <a:pt x="7162" y="3885"/>
                </a:lnTo>
                <a:lnTo>
                  <a:pt x="7163" y="3884"/>
                </a:lnTo>
                <a:lnTo>
                  <a:pt x="7163" y="3885"/>
                </a:lnTo>
                <a:lnTo>
                  <a:pt x="7163" y="3884"/>
                </a:lnTo>
                <a:lnTo>
                  <a:pt x="7166" y="3884"/>
                </a:lnTo>
                <a:lnTo>
                  <a:pt x="7167" y="3885"/>
                </a:lnTo>
                <a:lnTo>
                  <a:pt x="7167" y="3886"/>
                </a:lnTo>
                <a:lnTo>
                  <a:pt x="7166" y="3886"/>
                </a:lnTo>
                <a:lnTo>
                  <a:pt x="7164" y="3888"/>
                </a:lnTo>
                <a:lnTo>
                  <a:pt x="7164" y="3889"/>
                </a:lnTo>
                <a:lnTo>
                  <a:pt x="7165" y="3890"/>
                </a:lnTo>
                <a:lnTo>
                  <a:pt x="7166" y="3889"/>
                </a:lnTo>
                <a:lnTo>
                  <a:pt x="7167" y="3890"/>
                </a:lnTo>
                <a:lnTo>
                  <a:pt x="7167" y="3892"/>
                </a:lnTo>
                <a:lnTo>
                  <a:pt x="7168" y="3893"/>
                </a:lnTo>
                <a:lnTo>
                  <a:pt x="7169" y="3893"/>
                </a:lnTo>
                <a:lnTo>
                  <a:pt x="7170" y="3895"/>
                </a:lnTo>
                <a:lnTo>
                  <a:pt x="7170" y="3896"/>
                </a:lnTo>
                <a:lnTo>
                  <a:pt x="7170" y="3897"/>
                </a:lnTo>
                <a:lnTo>
                  <a:pt x="7171" y="3897"/>
                </a:lnTo>
                <a:lnTo>
                  <a:pt x="7173" y="3897"/>
                </a:lnTo>
                <a:lnTo>
                  <a:pt x="7174" y="3897"/>
                </a:lnTo>
                <a:lnTo>
                  <a:pt x="7176" y="3894"/>
                </a:lnTo>
                <a:lnTo>
                  <a:pt x="7177" y="3894"/>
                </a:lnTo>
                <a:lnTo>
                  <a:pt x="7178" y="3895"/>
                </a:lnTo>
                <a:lnTo>
                  <a:pt x="7179" y="3895"/>
                </a:lnTo>
                <a:lnTo>
                  <a:pt x="7180" y="3896"/>
                </a:lnTo>
                <a:lnTo>
                  <a:pt x="7181" y="3897"/>
                </a:lnTo>
                <a:lnTo>
                  <a:pt x="7183" y="3897"/>
                </a:lnTo>
                <a:lnTo>
                  <a:pt x="7184" y="3898"/>
                </a:lnTo>
                <a:lnTo>
                  <a:pt x="7186" y="3898"/>
                </a:lnTo>
                <a:lnTo>
                  <a:pt x="7187" y="3898"/>
                </a:lnTo>
                <a:lnTo>
                  <a:pt x="7187" y="3899"/>
                </a:lnTo>
                <a:lnTo>
                  <a:pt x="7188" y="3899"/>
                </a:lnTo>
                <a:lnTo>
                  <a:pt x="7189" y="3899"/>
                </a:lnTo>
                <a:lnTo>
                  <a:pt x="7190" y="3899"/>
                </a:lnTo>
                <a:lnTo>
                  <a:pt x="7191" y="3898"/>
                </a:lnTo>
                <a:lnTo>
                  <a:pt x="7192" y="3898"/>
                </a:lnTo>
                <a:lnTo>
                  <a:pt x="7194" y="3898"/>
                </a:lnTo>
                <a:lnTo>
                  <a:pt x="7195" y="3898"/>
                </a:lnTo>
                <a:lnTo>
                  <a:pt x="7195" y="3900"/>
                </a:lnTo>
                <a:lnTo>
                  <a:pt x="7196" y="3901"/>
                </a:lnTo>
                <a:lnTo>
                  <a:pt x="7197" y="3901"/>
                </a:lnTo>
                <a:lnTo>
                  <a:pt x="7198" y="3901"/>
                </a:lnTo>
                <a:lnTo>
                  <a:pt x="7199" y="3901"/>
                </a:lnTo>
                <a:lnTo>
                  <a:pt x="7200" y="3901"/>
                </a:lnTo>
                <a:lnTo>
                  <a:pt x="7201" y="3901"/>
                </a:lnTo>
                <a:lnTo>
                  <a:pt x="7202" y="3901"/>
                </a:lnTo>
                <a:lnTo>
                  <a:pt x="7203" y="3901"/>
                </a:lnTo>
                <a:lnTo>
                  <a:pt x="7203" y="3900"/>
                </a:lnTo>
                <a:lnTo>
                  <a:pt x="7204" y="3900"/>
                </a:lnTo>
                <a:lnTo>
                  <a:pt x="7205" y="3901"/>
                </a:lnTo>
                <a:lnTo>
                  <a:pt x="7206" y="3901"/>
                </a:lnTo>
                <a:lnTo>
                  <a:pt x="7207" y="3901"/>
                </a:lnTo>
                <a:lnTo>
                  <a:pt x="7206" y="3901"/>
                </a:lnTo>
                <a:lnTo>
                  <a:pt x="7208" y="3900"/>
                </a:lnTo>
                <a:lnTo>
                  <a:pt x="7208" y="3901"/>
                </a:lnTo>
                <a:lnTo>
                  <a:pt x="7210" y="3902"/>
                </a:lnTo>
                <a:lnTo>
                  <a:pt x="7210" y="3903"/>
                </a:lnTo>
                <a:lnTo>
                  <a:pt x="7211" y="3903"/>
                </a:lnTo>
                <a:lnTo>
                  <a:pt x="7212" y="3903"/>
                </a:lnTo>
                <a:lnTo>
                  <a:pt x="7212" y="3902"/>
                </a:lnTo>
                <a:lnTo>
                  <a:pt x="7213" y="3901"/>
                </a:lnTo>
                <a:lnTo>
                  <a:pt x="7217" y="3902"/>
                </a:lnTo>
                <a:lnTo>
                  <a:pt x="7218" y="3902"/>
                </a:lnTo>
                <a:lnTo>
                  <a:pt x="7219" y="3902"/>
                </a:lnTo>
                <a:lnTo>
                  <a:pt x="7220" y="3901"/>
                </a:lnTo>
                <a:lnTo>
                  <a:pt x="7220" y="3903"/>
                </a:lnTo>
                <a:lnTo>
                  <a:pt x="7219" y="3903"/>
                </a:lnTo>
                <a:lnTo>
                  <a:pt x="7218" y="3904"/>
                </a:lnTo>
                <a:lnTo>
                  <a:pt x="7218" y="3905"/>
                </a:lnTo>
                <a:lnTo>
                  <a:pt x="7214" y="3905"/>
                </a:lnTo>
                <a:lnTo>
                  <a:pt x="7214" y="3906"/>
                </a:lnTo>
                <a:lnTo>
                  <a:pt x="7215" y="3906"/>
                </a:lnTo>
                <a:lnTo>
                  <a:pt x="7215" y="3907"/>
                </a:lnTo>
                <a:lnTo>
                  <a:pt x="7215" y="3909"/>
                </a:lnTo>
                <a:lnTo>
                  <a:pt x="7214" y="3909"/>
                </a:lnTo>
                <a:lnTo>
                  <a:pt x="7213" y="3909"/>
                </a:lnTo>
                <a:lnTo>
                  <a:pt x="7213" y="3910"/>
                </a:lnTo>
                <a:lnTo>
                  <a:pt x="7213" y="3911"/>
                </a:lnTo>
                <a:lnTo>
                  <a:pt x="7213" y="3912"/>
                </a:lnTo>
                <a:lnTo>
                  <a:pt x="7212" y="3913"/>
                </a:lnTo>
                <a:lnTo>
                  <a:pt x="7211" y="3913"/>
                </a:lnTo>
                <a:lnTo>
                  <a:pt x="7211" y="3914"/>
                </a:lnTo>
                <a:lnTo>
                  <a:pt x="7213" y="3915"/>
                </a:lnTo>
                <a:lnTo>
                  <a:pt x="7213" y="3916"/>
                </a:lnTo>
                <a:lnTo>
                  <a:pt x="7216" y="3917"/>
                </a:lnTo>
                <a:lnTo>
                  <a:pt x="7217" y="3918"/>
                </a:lnTo>
                <a:lnTo>
                  <a:pt x="7218" y="3919"/>
                </a:lnTo>
                <a:lnTo>
                  <a:pt x="7220" y="3921"/>
                </a:lnTo>
                <a:lnTo>
                  <a:pt x="7224" y="3923"/>
                </a:lnTo>
                <a:lnTo>
                  <a:pt x="7225" y="3924"/>
                </a:lnTo>
                <a:lnTo>
                  <a:pt x="7226" y="3921"/>
                </a:lnTo>
                <a:lnTo>
                  <a:pt x="7229" y="3921"/>
                </a:lnTo>
                <a:lnTo>
                  <a:pt x="7229" y="3925"/>
                </a:lnTo>
                <a:lnTo>
                  <a:pt x="7232" y="3926"/>
                </a:lnTo>
                <a:lnTo>
                  <a:pt x="7231" y="3928"/>
                </a:lnTo>
                <a:lnTo>
                  <a:pt x="7233" y="3929"/>
                </a:lnTo>
                <a:lnTo>
                  <a:pt x="7235" y="3929"/>
                </a:lnTo>
                <a:lnTo>
                  <a:pt x="7235" y="3930"/>
                </a:lnTo>
                <a:lnTo>
                  <a:pt x="7238" y="3931"/>
                </a:lnTo>
                <a:lnTo>
                  <a:pt x="7240" y="3931"/>
                </a:lnTo>
                <a:lnTo>
                  <a:pt x="7240" y="3932"/>
                </a:lnTo>
                <a:lnTo>
                  <a:pt x="7243" y="3932"/>
                </a:lnTo>
                <a:lnTo>
                  <a:pt x="7245" y="3933"/>
                </a:lnTo>
                <a:lnTo>
                  <a:pt x="7246" y="3933"/>
                </a:lnTo>
                <a:lnTo>
                  <a:pt x="7246" y="3934"/>
                </a:lnTo>
                <a:lnTo>
                  <a:pt x="7247" y="3934"/>
                </a:lnTo>
                <a:lnTo>
                  <a:pt x="7247" y="3935"/>
                </a:lnTo>
                <a:lnTo>
                  <a:pt x="7247" y="3936"/>
                </a:lnTo>
                <a:lnTo>
                  <a:pt x="7247" y="3938"/>
                </a:lnTo>
                <a:lnTo>
                  <a:pt x="7247" y="3939"/>
                </a:lnTo>
                <a:lnTo>
                  <a:pt x="7248" y="3939"/>
                </a:lnTo>
                <a:lnTo>
                  <a:pt x="7248" y="3941"/>
                </a:lnTo>
                <a:lnTo>
                  <a:pt x="7247" y="3942"/>
                </a:lnTo>
                <a:lnTo>
                  <a:pt x="7247" y="3943"/>
                </a:lnTo>
                <a:lnTo>
                  <a:pt x="7249" y="3942"/>
                </a:lnTo>
                <a:lnTo>
                  <a:pt x="7252" y="3941"/>
                </a:lnTo>
                <a:lnTo>
                  <a:pt x="7253" y="3941"/>
                </a:lnTo>
                <a:lnTo>
                  <a:pt x="7253" y="3940"/>
                </a:lnTo>
                <a:lnTo>
                  <a:pt x="7254" y="3940"/>
                </a:lnTo>
                <a:lnTo>
                  <a:pt x="7255" y="3940"/>
                </a:lnTo>
                <a:lnTo>
                  <a:pt x="7256" y="3939"/>
                </a:lnTo>
                <a:lnTo>
                  <a:pt x="7259" y="3939"/>
                </a:lnTo>
                <a:lnTo>
                  <a:pt x="7260" y="3939"/>
                </a:lnTo>
                <a:lnTo>
                  <a:pt x="7261" y="3939"/>
                </a:lnTo>
                <a:lnTo>
                  <a:pt x="7262" y="3940"/>
                </a:lnTo>
                <a:lnTo>
                  <a:pt x="7265" y="3941"/>
                </a:lnTo>
                <a:lnTo>
                  <a:pt x="7268" y="3942"/>
                </a:lnTo>
                <a:lnTo>
                  <a:pt x="7269" y="3942"/>
                </a:lnTo>
                <a:lnTo>
                  <a:pt x="7269" y="3943"/>
                </a:lnTo>
                <a:lnTo>
                  <a:pt x="7270" y="3943"/>
                </a:lnTo>
                <a:lnTo>
                  <a:pt x="7271" y="3943"/>
                </a:lnTo>
                <a:lnTo>
                  <a:pt x="7272" y="3944"/>
                </a:lnTo>
                <a:lnTo>
                  <a:pt x="7272" y="3945"/>
                </a:lnTo>
                <a:lnTo>
                  <a:pt x="7271" y="3946"/>
                </a:lnTo>
                <a:lnTo>
                  <a:pt x="7272" y="3946"/>
                </a:lnTo>
                <a:lnTo>
                  <a:pt x="7272" y="3947"/>
                </a:lnTo>
                <a:lnTo>
                  <a:pt x="7271" y="3948"/>
                </a:lnTo>
                <a:lnTo>
                  <a:pt x="7273" y="3949"/>
                </a:lnTo>
                <a:lnTo>
                  <a:pt x="7275" y="3949"/>
                </a:lnTo>
                <a:lnTo>
                  <a:pt x="7276" y="3948"/>
                </a:lnTo>
                <a:lnTo>
                  <a:pt x="7277" y="3948"/>
                </a:lnTo>
                <a:lnTo>
                  <a:pt x="7278" y="3948"/>
                </a:lnTo>
                <a:lnTo>
                  <a:pt x="7280" y="3949"/>
                </a:lnTo>
                <a:lnTo>
                  <a:pt x="7282" y="3949"/>
                </a:lnTo>
                <a:lnTo>
                  <a:pt x="7284" y="3949"/>
                </a:lnTo>
                <a:lnTo>
                  <a:pt x="7287" y="3949"/>
                </a:lnTo>
                <a:lnTo>
                  <a:pt x="7288" y="3949"/>
                </a:lnTo>
                <a:lnTo>
                  <a:pt x="7289" y="3949"/>
                </a:lnTo>
                <a:lnTo>
                  <a:pt x="7290" y="3949"/>
                </a:lnTo>
                <a:lnTo>
                  <a:pt x="7291" y="3949"/>
                </a:lnTo>
                <a:lnTo>
                  <a:pt x="7292" y="3949"/>
                </a:lnTo>
                <a:lnTo>
                  <a:pt x="7295" y="3950"/>
                </a:lnTo>
                <a:lnTo>
                  <a:pt x="7296" y="3949"/>
                </a:lnTo>
                <a:lnTo>
                  <a:pt x="7296" y="3950"/>
                </a:lnTo>
                <a:lnTo>
                  <a:pt x="7299" y="3950"/>
                </a:lnTo>
                <a:lnTo>
                  <a:pt x="7300" y="3950"/>
                </a:lnTo>
                <a:lnTo>
                  <a:pt x="7301" y="3951"/>
                </a:lnTo>
                <a:lnTo>
                  <a:pt x="7304" y="3952"/>
                </a:lnTo>
                <a:lnTo>
                  <a:pt x="7306" y="3952"/>
                </a:lnTo>
                <a:lnTo>
                  <a:pt x="7307" y="3952"/>
                </a:lnTo>
                <a:lnTo>
                  <a:pt x="7308" y="3952"/>
                </a:lnTo>
                <a:lnTo>
                  <a:pt x="7309" y="3952"/>
                </a:lnTo>
                <a:lnTo>
                  <a:pt x="7309" y="3953"/>
                </a:lnTo>
                <a:lnTo>
                  <a:pt x="7310" y="3952"/>
                </a:lnTo>
                <a:lnTo>
                  <a:pt x="7314" y="3954"/>
                </a:lnTo>
                <a:lnTo>
                  <a:pt x="7318" y="3955"/>
                </a:lnTo>
                <a:lnTo>
                  <a:pt x="7318" y="3956"/>
                </a:lnTo>
                <a:lnTo>
                  <a:pt x="7320" y="3956"/>
                </a:lnTo>
                <a:lnTo>
                  <a:pt x="7320" y="3957"/>
                </a:lnTo>
                <a:lnTo>
                  <a:pt x="7323" y="3959"/>
                </a:lnTo>
                <a:lnTo>
                  <a:pt x="7325" y="3960"/>
                </a:lnTo>
                <a:lnTo>
                  <a:pt x="7325" y="3961"/>
                </a:lnTo>
                <a:lnTo>
                  <a:pt x="7325" y="3962"/>
                </a:lnTo>
                <a:lnTo>
                  <a:pt x="7326" y="3961"/>
                </a:lnTo>
                <a:lnTo>
                  <a:pt x="7327" y="3961"/>
                </a:lnTo>
                <a:lnTo>
                  <a:pt x="7328" y="3961"/>
                </a:lnTo>
                <a:lnTo>
                  <a:pt x="7329" y="3961"/>
                </a:lnTo>
                <a:lnTo>
                  <a:pt x="7330" y="3962"/>
                </a:lnTo>
                <a:lnTo>
                  <a:pt x="7335" y="3963"/>
                </a:lnTo>
                <a:lnTo>
                  <a:pt x="7336" y="3963"/>
                </a:lnTo>
                <a:lnTo>
                  <a:pt x="7336" y="3964"/>
                </a:lnTo>
                <a:lnTo>
                  <a:pt x="7337" y="3964"/>
                </a:lnTo>
                <a:lnTo>
                  <a:pt x="7338" y="3964"/>
                </a:lnTo>
                <a:lnTo>
                  <a:pt x="7339" y="3964"/>
                </a:lnTo>
                <a:lnTo>
                  <a:pt x="7339" y="3965"/>
                </a:lnTo>
                <a:lnTo>
                  <a:pt x="7340" y="3965"/>
                </a:lnTo>
                <a:lnTo>
                  <a:pt x="7342" y="3965"/>
                </a:lnTo>
                <a:lnTo>
                  <a:pt x="7344" y="3966"/>
                </a:lnTo>
                <a:lnTo>
                  <a:pt x="7345" y="3966"/>
                </a:lnTo>
                <a:lnTo>
                  <a:pt x="7347" y="3967"/>
                </a:lnTo>
                <a:lnTo>
                  <a:pt x="7351" y="3968"/>
                </a:lnTo>
                <a:lnTo>
                  <a:pt x="7355" y="3969"/>
                </a:lnTo>
                <a:lnTo>
                  <a:pt x="7356" y="3970"/>
                </a:lnTo>
                <a:lnTo>
                  <a:pt x="7357" y="3971"/>
                </a:lnTo>
                <a:lnTo>
                  <a:pt x="7358" y="3971"/>
                </a:lnTo>
                <a:lnTo>
                  <a:pt x="7358" y="3972"/>
                </a:lnTo>
                <a:lnTo>
                  <a:pt x="7358" y="3973"/>
                </a:lnTo>
                <a:lnTo>
                  <a:pt x="7358" y="3974"/>
                </a:lnTo>
                <a:lnTo>
                  <a:pt x="7358" y="3975"/>
                </a:lnTo>
                <a:lnTo>
                  <a:pt x="7360" y="3977"/>
                </a:lnTo>
                <a:lnTo>
                  <a:pt x="7360" y="3978"/>
                </a:lnTo>
                <a:lnTo>
                  <a:pt x="7359" y="3980"/>
                </a:lnTo>
                <a:lnTo>
                  <a:pt x="7360" y="3981"/>
                </a:lnTo>
                <a:lnTo>
                  <a:pt x="7360" y="3982"/>
                </a:lnTo>
                <a:lnTo>
                  <a:pt x="7361" y="3982"/>
                </a:lnTo>
                <a:lnTo>
                  <a:pt x="7361" y="3983"/>
                </a:lnTo>
                <a:lnTo>
                  <a:pt x="7362" y="3985"/>
                </a:lnTo>
                <a:lnTo>
                  <a:pt x="7363" y="3987"/>
                </a:lnTo>
                <a:lnTo>
                  <a:pt x="7363" y="3988"/>
                </a:lnTo>
                <a:lnTo>
                  <a:pt x="7364" y="3989"/>
                </a:lnTo>
                <a:lnTo>
                  <a:pt x="7364" y="3990"/>
                </a:lnTo>
                <a:lnTo>
                  <a:pt x="7365" y="3991"/>
                </a:lnTo>
                <a:lnTo>
                  <a:pt x="7365" y="3992"/>
                </a:lnTo>
                <a:lnTo>
                  <a:pt x="7365" y="3993"/>
                </a:lnTo>
                <a:lnTo>
                  <a:pt x="7365" y="3994"/>
                </a:lnTo>
                <a:lnTo>
                  <a:pt x="7366" y="3995"/>
                </a:lnTo>
                <a:lnTo>
                  <a:pt x="7368" y="4000"/>
                </a:lnTo>
                <a:lnTo>
                  <a:pt x="7369" y="4001"/>
                </a:lnTo>
                <a:lnTo>
                  <a:pt x="7369" y="4002"/>
                </a:lnTo>
                <a:lnTo>
                  <a:pt x="7369" y="4003"/>
                </a:lnTo>
                <a:lnTo>
                  <a:pt x="7370" y="4003"/>
                </a:lnTo>
                <a:lnTo>
                  <a:pt x="7371" y="4004"/>
                </a:lnTo>
                <a:lnTo>
                  <a:pt x="7371" y="4005"/>
                </a:lnTo>
                <a:lnTo>
                  <a:pt x="7372" y="4006"/>
                </a:lnTo>
                <a:lnTo>
                  <a:pt x="7372" y="4007"/>
                </a:lnTo>
                <a:lnTo>
                  <a:pt x="7372" y="4009"/>
                </a:lnTo>
                <a:lnTo>
                  <a:pt x="7372" y="4010"/>
                </a:lnTo>
                <a:lnTo>
                  <a:pt x="7373" y="4011"/>
                </a:lnTo>
                <a:lnTo>
                  <a:pt x="7374" y="4012"/>
                </a:lnTo>
                <a:lnTo>
                  <a:pt x="7375" y="4012"/>
                </a:lnTo>
                <a:lnTo>
                  <a:pt x="7376" y="4014"/>
                </a:lnTo>
                <a:lnTo>
                  <a:pt x="7378" y="4017"/>
                </a:lnTo>
                <a:lnTo>
                  <a:pt x="7378" y="4018"/>
                </a:lnTo>
                <a:lnTo>
                  <a:pt x="7379" y="4018"/>
                </a:lnTo>
                <a:lnTo>
                  <a:pt x="7380" y="4019"/>
                </a:lnTo>
                <a:lnTo>
                  <a:pt x="7380" y="4020"/>
                </a:lnTo>
                <a:lnTo>
                  <a:pt x="7381" y="4021"/>
                </a:lnTo>
                <a:lnTo>
                  <a:pt x="7381" y="4022"/>
                </a:lnTo>
                <a:lnTo>
                  <a:pt x="7382" y="4022"/>
                </a:lnTo>
                <a:lnTo>
                  <a:pt x="7382" y="4023"/>
                </a:lnTo>
                <a:lnTo>
                  <a:pt x="7385" y="4027"/>
                </a:lnTo>
                <a:lnTo>
                  <a:pt x="7385" y="4028"/>
                </a:lnTo>
                <a:lnTo>
                  <a:pt x="7386" y="4028"/>
                </a:lnTo>
                <a:lnTo>
                  <a:pt x="7386" y="4029"/>
                </a:lnTo>
                <a:lnTo>
                  <a:pt x="7387" y="4031"/>
                </a:lnTo>
                <a:lnTo>
                  <a:pt x="7387" y="4032"/>
                </a:lnTo>
                <a:lnTo>
                  <a:pt x="7388" y="4034"/>
                </a:lnTo>
                <a:lnTo>
                  <a:pt x="7389" y="4034"/>
                </a:lnTo>
                <a:lnTo>
                  <a:pt x="7389" y="4035"/>
                </a:lnTo>
                <a:lnTo>
                  <a:pt x="7390" y="4036"/>
                </a:lnTo>
                <a:lnTo>
                  <a:pt x="7391" y="4037"/>
                </a:lnTo>
                <a:lnTo>
                  <a:pt x="7392" y="4039"/>
                </a:lnTo>
                <a:lnTo>
                  <a:pt x="7393" y="4040"/>
                </a:lnTo>
                <a:lnTo>
                  <a:pt x="7393" y="4041"/>
                </a:lnTo>
                <a:lnTo>
                  <a:pt x="7394" y="4042"/>
                </a:lnTo>
                <a:lnTo>
                  <a:pt x="7393" y="4042"/>
                </a:lnTo>
                <a:lnTo>
                  <a:pt x="7393" y="4043"/>
                </a:lnTo>
                <a:lnTo>
                  <a:pt x="7394" y="4042"/>
                </a:lnTo>
                <a:lnTo>
                  <a:pt x="7394" y="4043"/>
                </a:lnTo>
                <a:lnTo>
                  <a:pt x="7395" y="4045"/>
                </a:lnTo>
                <a:lnTo>
                  <a:pt x="7396" y="4046"/>
                </a:lnTo>
                <a:lnTo>
                  <a:pt x="7396" y="4047"/>
                </a:lnTo>
                <a:lnTo>
                  <a:pt x="7398" y="4049"/>
                </a:lnTo>
                <a:lnTo>
                  <a:pt x="7401" y="4052"/>
                </a:lnTo>
                <a:lnTo>
                  <a:pt x="7402" y="4054"/>
                </a:lnTo>
                <a:lnTo>
                  <a:pt x="7404" y="4057"/>
                </a:lnTo>
                <a:lnTo>
                  <a:pt x="7404" y="4058"/>
                </a:lnTo>
                <a:lnTo>
                  <a:pt x="7406" y="4059"/>
                </a:lnTo>
                <a:lnTo>
                  <a:pt x="7406" y="4061"/>
                </a:lnTo>
                <a:lnTo>
                  <a:pt x="7407" y="4061"/>
                </a:lnTo>
                <a:lnTo>
                  <a:pt x="7407" y="4062"/>
                </a:lnTo>
                <a:lnTo>
                  <a:pt x="7407" y="4063"/>
                </a:lnTo>
                <a:lnTo>
                  <a:pt x="7407" y="4064"/>
                </a:lnTo>
                <a:lnTo>
                  <a:pt x="7407" y="4065"/>
                </a:lnTo>
                <a:lnTo>
                  <a:pt x="7406" y="4065"/>
                </a:lnTo>
                <a:lnTo>
                  <a:pt x="7406" y="4066"/>
                </a:lnTo>
                <a:lnTo>
                  <a:pt x="7406" y="4067"/>
                </a:lnTo>
                <a:lnTo>
                  <a:pt x="7405" y="4067"/>
                </a:lnTo>
                <a:lnTo>
                  <a:pt x="7405" y="4068"/>
                </a:lnTo>
                <a:lnTo>
                  <a:pt x="7406" y="4068"/>
                </a:lnTo>
                <a:lnTo>
                  <a:pt x="7406" y="4069"/>
                </a:lnTo>
                <a:lnTo>
                  <a:pt x="7407" y="4069"/>
                </a:lnTo>
                <a:lnTo>
                  <a:pt x="7408" y="4067"/>
                </a:lnTo>
                <a:lnTo>
                  <a:pt x="7408" y="4066"/>
                </a:lnTo>
                <a:lnTo>
                  <a:pt x="7409" y="4066"/>
                </a:lnTo>
                <a:lnTo>
                  <a:pt x="7412" y="4068"/>
                </a:lnTo>
                <a:lnTo>
                  <a:pt x="7413" y="4069"/>
                </a:lnTo>
                <a:lnTo>
                  <a:pt x="7414" y="4069"/>
                </a:lnTo>
                <a:lnTo>
                  <a:pt x="7414" y="4070"/>
                </a:lnTo>
                <a:lnTo>
                  <a:pt x="7416" y="4071"/>
                </a:lnTo>
                <a:lnTo>
                  <a:pt x="7416" y="4072"/>
                </a:lnTo>
                <a:lnTo>
                  <a:pt x="7416" y="4073"/>
                </a:lnTo>
                <a:lnTo>
                  <a:pt x="7418" y="4075"/>
                </a:lnTo>
                <a:lnTo>
                  <a:pt x="7419" y="4078"/>
                </a:lnTo>
                <a:lnTo>
                  <a:pt x="7420" y="4079"/>
                </a:lnTo>
                <a:lnTo>
                  <a:pt x="7421" y="4081"/>
                </a:lnTo>
                <a:lnTo>
                  <a:pt x="7421" y="4082"/>
                </a:lnTo>
                <a:lnTo>
                  <a:pt x="7422" y="4083"/>
                </a:lnTo>
                <a:lnTo>
                  <a:pt x="7423" y="4086"/>
                </a:lnTo>
                <a:lnTo>
                  <a:pt x="7424" y="4086"/>
                </a:lnTo>
                <a:lnTo>
                  <a:pt x="7424" y="4087"/>
                </a:lnTo>
                <a:lnTo>
                  <a:pt x="7425" y="4087"/>
                </a:lnTo>
                <a:lnTo>
                  <a:pt x="7425" y="4088"/>
                </a:lnTo>
                <a:lnTo>
                  <a:pt x="7425" y="4089"/>
                </a:lnTo>
                <a:lnTo>
                  <a:pt x="7427" y="4092"/>
                </a:lnTo>
                <a:lnTo>
                  <a:pt x="7427" y="4094"/>
                </a:lnTo>
                <a:lnTo>
                  <a:pt x="7428" y="4094"/>
                </a:lnTo>
                <a:lnTo>
                  <a:pt x="7429" y="4095"/>
                </a:lnTo>
                <a:lnTo>
                  <a:pt x="7429" y="4097"/>
                </a:lnTo>
                <a:lnTo>
                  <a:pt x="7429" y="4099"/>
                </a:lnTo>
                <a:lnTo>
                  <a:pt x="7428" y="4099"/>
                </a:lnTo>
                <a:lnTo>
                  <a:pt x="7427" y="4099"/>
                </a:lnTo>
                <a:lnTo>
                  <a:pt x="7427" y="4100"/>
                </a:lnTo>
                <a:lnTo>
                  <a:pt x="7427" y="4101"/>
                </a:lnTo>
                <a:lnTo>
                  <a:pt x="7428" y="4101"/>
                </a:lnTo>
                <a:lnTo>
                  <a:pt x="7429" y="4101"/>
                </a:lnTo>
                <a:lnTo>
                  <a:pt x="7430" y="4101"/>
                </a:lnTo>
                <a:lnTo>
                  <a:pt x="7430" y="4102"/>
                </a:lnTo>
                <a:lnTo>
                  <a:pt x="7430" y="4104"/>
                </a:lnTo>
                <a:lnTo>
                  <a:pt x="7430" y="4105"/>
                </a:lnTo>
                <a:lnTo>
                  <a:pt x="7431" y="4108"/>
                </a:lnTo>
                <a:lnTo>
                  <a:pt x="7427" y="4111"/>
                </a:lnTo>
                <a:lnTo>
                  <a:pt x="7427" y="4112"/>
                </a:lnTo>
                <a:lnTo>
                  <a:pt x="7428" y="4114"/>
                </a:lnTo>
                <a:lnTo>
                  <a:pt x="7426" y="4116"/>
                </a:lnTo>
                <a:lnTo>
                  <a:pt x="7426" y="4117"/>
                </a:lnTo>
                <a:lnTo>
                  <a:pt x="7427" y="4118"/>
                </a:lnTo>
                <a:lnTo>
                  <a:pt x="7427" y="4119"/>
                </a:lnTo>
                <a:lnTo>
                  <a:pt x="7431" y="4121"/>
                </a:lnTo>
                <a:lnTo>
                  <a:pt x="7436" y="4124"/>
                </a:lnTo>
                <a:lnTo>
                  <a:pt x="7437" y="4125"/>
                </a:lnTo>
                <a:lnTo>
                  <a:pt x="7437" y="4124"/>
                </a:lnTo>
                <a:lnTo>
                  <a:pt x="7438" y="4124"/>
                </a:lnTo>
                <a:lnTo>
                  <a:pt x="7438" y="4125"/>
                </a:lnTo>
                <a:lnTo>
                  <a:pt x="7439" y="4125"/>
                </a:lnTo>
                <a:lnTo>
                  <a:pt x="7439" y="4124"/>
                </a:lnTo>
                <a:lnTo>
                  <a:pt x="7441" y="4124"/>
                </a:lnTo>
                <a:lnTo>
                  <a:pt x="7442" y="4125"/>
                </a:lnTo>
                <a:lnTo>
                  <a:pt x="7444" y="4125"/>
                </a:lnTo>
                <a:lnTo>
                  <a:pt x="7443" y="4126"/>
                </a:lnTo>
                <a:lnTo>
                  <a:pt x="7442" y="4126"/>
                </a:lnTo>
                <a:lnTo>
                  <a:pt x="7442" y="4127"/>
                </a:lnTo>
                <a:lnTo>
                  <a:pt x="7441" y="4127"/>
                </a:lnTo>
                <a:lnTo>
                  <a:pt x="7443" y="4127"/>
                </a:lnTo>
                <a:lnTo>
                  <a:pt x="7445" y="4125"/>
                </a:lnTo>
                <a:lnTo>
                  <a:pt x="7446" y="4125"/>
                </a:lnTo>
                <a:lnTo>
                  <a:pt x="7446" y="4126"/>
                </a:lnTo>
                <a:lnTo>
                  <a:pt x="7446" y="4127"/>
                </a:lnTo>
                <a:lnTo>
                  <a:pt x="7446" y="4128"/>
                </a:lnTo>
                <a:lnTo>
                  <a:pt x="7446" y="4129"/>
                </a:lnTo>
                <a:lnTo>
                  <a:pt x="7446" y="4130"/>
                </a:lnTo>
                <a:lnTo>
                  <a:pt x="7447" y="4131"/>
                </a:lnTo>
                <a:lnTo>
                  <a:pt x="7448" y="4131"/>
                </a:lnTo>
                <a:lnTo>
                  <a:pt x="7448" y="4130"/>
                </a:lnTo>
                <a:lnTo>
                  <a:pt x="7449" y="4130"/>
                </a:lnTo>
                <a:lnTo>
                  <a:pt x="7449" y="4129"/>
                </a:lnTo>
                <a:lnTo>
                  <a:pt x="7450" y="4130"/>
                </a:lnTo>
                <a:lnTo>
                  <a:pt x="7451" y="4131"/>
                </a:lnTo>
                <a:lnTo>
                  <a:pt x="7452" y="4134"/>
                </a:lnTo>
                <a:lnTo>
                  <a:pt x="7453" y="4134"/>
                </a:lnTo>
                <a:lnTo>
                  <a:pt x="7453" y="4136"/>
                </a:lnTo>
                <a:lnTo>
                  <a:pt x="7454" y="4139"/>
                </a:lnTo>
                <a:lnTo>
                  <a:pt x="7455" y="4139"/>
                </a:lnTo>
                <a:lnTo>
                  <a:pt x="7455" y="4140"/>
                </a:lnTo>
                <a:lnTo>
                  <a:pt x="7455" y="4139"/>
                </a:lnTo>
                <a:lnTo>
                  <a:pt x="7456" y="4139"/>
                </a:lnTo>
                <a:lnTo>
                  <a:pt x="7457" y="4139"/>
                </a:lnTo>
                <a:lnTo>
                  <a:pt x="7459" y="4142"/>
                </a:lnTo>
                <a:lnTo>
                  <a:pt x="7459" y="4144"/>
                </a:lnTo>
                <a:lnTo>
                  <a:pt x="7459" y="4145"/>
                </a:lnTo>
                <a:lnTo>
                  <a:pt x="7460" y="4145"/>
                </a:lnTo>
                <a:lnTo>
                  <a:pt x="7461" y="4147"/>
                </a:lnTo>
                <a:lnTo>
                  <a:pt x="7460" y="4149"/>
                </a:lnTo>
                <a:lnTo>
                  <a:pt x="7459" y="4149"/>
                </a:lnTo>
                <a:lnTo>
                  <a:pt x="7458" y="4150"/>
                </a:lnTo>
                <a:lnTo>
                  <a:pt x="7458" y="4151"/>
                </a:lnTo>
                <a:lnTo>
                  <a:pt x="7459" y="4151"/>
                </a:lnTo>
                <a:lnTo>
                  <a:pt x="7460" y="4150"/>
                </a:lnTo>
                <a:lnTo>
                  <a:pt x="7461" y="4149"/>
                </a:lnTo>
                <a:lnTo>
                  <a:pt x="7462" y="4153"/>
                </a:lnTo>
                <a:lnTo>
                  <a:pt x="7462" y="4155"/>
                </a:lnTo>
                <a:lnTo>
                  <a:pt x="7461" y="4156"/>
                </a:lnTo>
                <a:lnTo>
                  <a:pt x="7460" y="4155"/>
                </a:lnTo>
                <a:lnTo>
                  <a:pt x="7460" y="4156"/>
                </a:lnTo>
                <a:lnTo>
                  <a:pt x="7458" y="4157"/>
                </a:lnTo>
                <a:lnTo>
                  <a:pt x="7458" y="4158"/>
                </a:lnTo>
                <a:lnTo>
                  <a:pt x="7457" y="4158"/>
                </a:lnTo>
                <a:lnTo>
                  <a:pt x="7456" y="4159"/>
                </a:lnTo>
                <a:lnTo>
                  <a:pt x="7455" y="4159"/>
                </a:lnTo>
                <a:lnTo>
                  <a:pt x="7454" y="4159"/>
                </a:lnTo>
                <a:lnTo>
                  <a:pt x="7454" y="4160"/>
                </a:lnTo>
                <a:lnTo>
                  <a:pt x="7455" y="4160"/>
                </a:lnTo>
                <a:lnTo>
                  <a:pt x="7455" y="4159"/>
                </a:lnTo>
                <a:lnTo>
                  <a:pt x="7457" y="4159"/>
                </a:lnTo>
                <a:lnTo>
                  <a:pt x="7458" y="4159"/>
                </a:lnTo>
                <a:lnTo>
                  <a:pt x="7459" y="4158"/>
                </a:lnTo>
                <a:lnTo>
                  <a:pt x="7459" y="4157"/>
                </a:lnTo>
                <a:lnTo>
                  <a:pt x="7460" y="4156"/>
                </a:lnTo>
                <a:lnTo>
                  <a:pt x="7461" y="4156"/>
                </a:lnTo>
                <a:lnTo>
                  <a:pt x="7462" y="4156"/>
                </a:lnTo>
                <a:lnTo>
                  <a:pt x="7463" y="4154"/>
                </a:lnTo>
                <a:lnTo>
                  <a:pt x="7463" y="4155"/>
                </a:lnTo>
                <a:lnTo>
                  <a:pt x="7464" y="4156"/>
                </a:lnTo>
                <a:lnTo>
                  <a:pt x="7464" y="4157"/>
                </a:lnTo>
                <a:lnTo>
                  <a:pt x="7465" y="4157"/>
                </a:lnTo>
                <a:lnTo>
                  <a:pt x="7466" y="4158"/>
                </a:lnTo>
                <a:lnTo>
                  <a:pt x="7466" y="4157"/>
                </a:lnTo>
                <a:lnTo>
                  <a:pt x="7467" y="4158"/>
                </a:lnTo>
                <a:lnTo>
                  <a:pt x="7467" y="4159"/>
                </a:lnTo>
                <a:lnTo>
                  <a:pt x="7468" y="4160"/>
                </a:lnTo>
                <a:lnTo>
                  <a:pt x="7470" y="4163"/>
                </a:lnTo>
                <a:lnTo>
                  <a:pt x="7470" y="4164"/>
                </a:lnTo>
                <a:lnTo>
                  <a:pt x="7470" y="4165"/>
                </a:lnTo>
                <a:lnTo>
                  <a:pt x="7472" y="4166"/>
                </a:lnTo>
                <a:lnTo>
                  <a:pt x="7473" y="4168"/>
                </a:lnTo>
                <a:lnTo>
                  <a:pt x="7474" y="4168"/>
                </a:lnTo>
                <a:lnTo>
                  <a:pt x="7474" y="4169"/>
                </a:lnTo>
                <a:lnTo>
                  <a:pt x="7475" y="4172"/>
                </a:lnTo>
                <a:lnTo>
                  <a:pt x="7478" y="4177"/>
                </a:lnTo>
                <a:lnTo>
                  <a:pt x="7478" y="4178"/>
                </a:lnTo>
                <a:lnTo>
                  <a:pt x="7482" y="4177"/>
                </a:lnTo>
                <a:lnTo>
                  <a:pt x="7484" y="4176"/>
                </a:lnTo>
                <a:lnTo>
                  <a:pt x="7486" y="4179"/>
                </a:lnTo>
                <a:lnTo>
                  <a:pt x="7484" y="4180"/>
                </a:lnTo>
                <a:lnTo>
                  <a:pt x="7485" y="4182"/>
                </a:lnTo>
                <a:lnTo>
                  <a:pt x="7486" y="4183"/>
                </a:lnTo>
                <a:lnTo>
                  <a:pt x="7487" y="4184"/>
                </a:lnTo>
                <a:lnTo>
                  <a:pt x="7487" y="4185"/>
                </a:lnTo>
                <a:lnTo>
                  <a:pt x="7485" y="4187"/>
                </a:lnTo>
                <a:lnTo>
                  <a:pt x="7486" y="4187"/>
                </a:lnTo>
                <a:lnTo>
                  <a:pt x="7486" y="4188"/>
                </a:lnTo>
                <a:lnTo>
                  <a:pt x="7487" y="4189"/>
                </a:lnTo>
                <a:lnTo>
                  <a:pt x="7487" y="4190"/>
                </a:lnTo>
                <a:lnTo>
                  <a:pt x="7488" y="4191"/>
                </a:lnTo>
                <a:lnTo>
                  <a:pt x="7488" y="4192"/>
                </a:lnTo>
                <a:lnTo>
                  <a:pt x="7489" y="4192"/>
                </a:lnTo>
                <a:lnTo>
                  <a:pt x="7489" y="4193"/>
                </a:lnTo>
                <a:lnTo>
                  <a:pt x="7489" y="4194"/>
                </a:lnTo>
                <a:lnTo>
                  <a:pt x="7490" y="4194"/>
                </a:lnTo>
                <a:lnTo>
                  <a:pt x="7491" y="4196"/>
                </a:lnTo>
                <a:lnTo>
                  <a:pt x="7491" y="4197"/>
                </a:lnTo>
                <a:lnTo>
                  <a:pt x="7491" y="4198"/>
                </a:lnTo>
                <a:lnTo>
                  <a:pt x="7492" y="4198"/>
                </a:lnTo>
                <a:lnTo>
                  <a:pt x="7492" y="4200"/>
                </a:lnTo>
                <a:lnTo>
                  <a:pt x="7493" y="4200"/>
                </a:lnTo>
                <a:lnTo>
                  <a:pt x="7494" y="4203"/>
                </a:lnTo>
                <a:lnTo>
                  <a:pt x="7494" y="4204"/>
                </a:lnTo>
                <a:lnTo>
                  <a:pt x="7495" y="4208"/>
                </a:lnTo>
                <a:lnTo>
                  <a:pt x="7495" y="4209"/>
                </a:lnTo>
                <a:lnTo>
                  <a:pt x="7495" y="4210"/>
                </a:lnTo>
                <a:lnTo>
                  <a:pt x="7495" y="4211"/>
                </a:lnTo>
                <a:lnTo>
                  <a:pt x="7493" y="4211"/>
                </a:lnTo>
                <a:lnTo>
                  <a:pt x="7492" y="4211"/>
                </a:lnTo>
                <a:lnTo>
                  <a:pt x="7489" y="4212"/>
                </a:lnTo>
                <a:lnTo>
                  <a:pt x="7487" y="4214"/>
                </a:lnTo>
                <a:lnTo>
                  <a:pt x="7488" y="4214"/>
                </a:lnTo>
                <a:lnTo>
                  <a:pt x="7488" y="4215"/>
                </a:lnTo>
                <a:lnTo>
                  <a:pt x="7489" y="4215"/>
                </a:lnTo>
                <a:lnTo>
                  <a:pt x="7490" y="4214"/>
                </a:lnTo>
                <a:lnTo>
                  <a:pt x="7495" y="4216"/>
                </a:lnTo>
                <a:lnTo>
                  <a:pt x="7497" y="4216"/>
                </a:lnTo>
                <a:lnTo>
                  <a:pt x="7500" y="4217"/>
                </a:lnTo>
                <a:lnTo>
                  <a:pt x="7500" y="4218"/>
                </a:lnTo>
                <a:lnTo>
                  <a:pt x="7499" y="4218"/>
                </a:lnTo>
                <a:lnTo>
                  <a:pt x="7500" y="4219"/>
                </a:lnTo>
                <a:lnTo>
                  <a:pt x="7502" y="4218"/>
                </a:lnTo>
                <a:lnTo>
                  <a:pt x="7503" y="4220"/>
                </a:lnTo>
                <a:lnTo>
                  <a:pt x="7503" y="4221"/>
                </a:lnTo>
                <a:lnTo>
                  <a:pt x="7505" y="4227"/>
                </a:lnTo>
                <a:lnTo>
                  <a:pt x="7505" y="4228"/>
                </a:lnTo>
                <a:lnTo>
                  <a:pt x="7505" y="4230"/>
                </a:lnTo>
                <a:lnTo>
                  <a:pt x="7504" y="4230"/>
                </a:lnTo>
                <a:lnTo>
                  <a:pt x="7504" y="4231"/>
                </a:lnTo>
                <a:lnTo>
                  <a:pt x="7506" y="4231"/>
                </a:lnTo>
                <a:lnTo>
                  <a:pt x="7506" y="4232"/>
                </a:lnTo>
                <a:lnTo>
                  <a:pt x="7507" y="4232"/>
                </a:lnTo>
                <a:lnTo>
                  <a:pt x="7508" y="4236"/>
                </a:lnTo>
                <a:lnTo>
                  <a:pt x="7509" y="4237"/>
                </a:lnTo>
                <a:lnTo>
                  <a:pt x="7509" y="4238"/>
                </a:lnTo>
                <a:lnTo>
                  <a:pt x="7510" y="4239"/>
                </a:lnTo>
                <a:lnTo>
                  <a:pt x="7510" y="4240"/>
                </a:lnTo>
                <a:lnTo>
                  <a:pt x="7510" y="4241"/>
                </a:lnTo>
                <a:lnTo>
                  <a:pt x="7511" y="4242"/>
                </a:lnTo>
                <a:lnTo>
                  <a:pt x="7510" y="4243"/>
                </a:lnTo>
                <a:lnTo>
                  <a:pt x="7509" y="4244"/>
                </a:lnTo>
                <a:lnTo>
                  <a:pt x="7509" y="4245"/>
                </a:lnTo>
                <a:lnTo>
                  <a:pt x="7509" y="4246"/>
                </a:lnTo>
                <a:lnTo>
                  <a:pt x="7509" y="4247"/>
                </a:lnTo>
                <a:lnTo>
                  <a:pt x="7511" y="4246"/>
                </a:lnTo>
                <a:lnTo>
                  <a:pt x="7512" y="4245"/>
                </a:lnTo>
                <a:lnTo>
                  <a:pt x="7514" y="4244"/>
                </a:lnTo>
                <a:lnTo>
                  <a:pt x="7518" y="4243"/>
                </a:lnTo>
                <a:lnTo>
                  <a:pt x="7519" y="4244"/>
                </a:lnTo>
                <a:lnTo>
                  <a:pt x="7521" y="4268"/>
                </a:lnTo>
                <a:lnTo>
                  <a:pt x="7520" y="4269"/>
                </a:lnTo>
                <a:lnTo>
                  <a:pt x="7520" y="4276"/>
                </a:lnTo>
                <a:lnTo>
                  <a:pt x="7514" y="4278"/>
                </a:lnTo>
                <a:lnTo>
                  <a:pt x="7514" y="4280"/>
                </a:lnTo>
                <a:lnTo>
                  <a:pt x="7513" y="4280"/>
                </a:lnTo>
                <a:lnTo>
                  <a:pt x="7513" y="4281"/>
                </a:lnTo>
                <a:lnTo>
                  <a:pt x="7512" y="4283"/>
                </a:lnTo>
                <a:lnTo>
                  <a:pt x="7513" y="4284"/>
                </a:lnTo>
                <a:lnTo>
                  <a:pt x="7513" y="4285"/>
                </a:lnTo>
                <a:lnTo>
                  <a:pt x="7514" y="4285"/>
                </a:lnTo>
                <a:lnTo>
                  <a:pt x="7519" y="4284"/>
                </a:lnTo>
                <a:lnTo>
                  <a:pt x="7520" y="4284"/>
                </a:lnTo>
                <a:lnTo>
                  <a:pt x="7521" y="4283"/>
                </a:lnTo>
                <a:lnTo>
                  <a:pt x="7521" y="4284"/>
                </a:lnTo>
                <a:lnTo>
                  <a:pt x="7522" y="4286"/>
                </a:lnTo>
                <a:lnTo>
                  <a:pt x="7523" y="4287"/>
                </a:lnTo>
                <a:lnTo>
                  <a:pt x="7524" y="4288"/>
                </a:lnTo>
                <a:lnTo>
                  <a:pt x="7526" y="4291"/>
                </a:lnTo>
                <a:lnTo>
                  <a:pt x="7527" y="4293"/>
                </a:lnTo>
                <a:lnTo>
                  <a:pt x="7528" y="4293"/>
                </a:lnTo>
                <a:lnTo>
                  <a:pt x="7527" y="4294"/>
                </a:lnTo>
                <a:lnTo>
                  <a:pt x="7525" y="4299"/>
                </a:lnTo>
                <a:lnTo>
                  <a:pt x="7524" y="4301"/>
                </a:lnTo>
                <a:lnTo>
                  <a:pt x="7524" y="4302"/>
                </a:lnTo>
                <a:lnTo>
                  <a:pt x="7525" y="4300"/>
                </a:lnTo>
                <a:lnTo>
                  <a:pt x="7528" y="4299"/>
                </a:lnTo>
                <a:lnTo>
                  <a:pt x="7529" y="4299"/>
                </a:lnTo>
                <a:lnTo>
                  <a:pt x="7530" y="4300"/>
                </a:lnTo>
                <a:lnTo>
                  <a:pt x="7531" y="4300"/>
                </a:lnTo>
                <a:lnTo>
                  <a:pt x="7535" y="4300"/>
                </a:lnTo>
                <a:lnTo>
                  <a:pt x="7536" y="4299"/>
                </a:lnTo>
                <a:lnTo>
                  <a:pt x="7541" y="4301"/>
                </a:lnTo>
                <a:lnTo>
                  <a:pt x="7540" y="4303"/>
                </a:lnTo>
                <a:lnTo>
                  <a:pt x="7539" y="4306"/>
                </a:lnTo>
                <a:lnTo>
                  <a:pt x="7540" y="4307"/>
                </a:lnTo>
                <a:lnTo>
                  <a:pt x="7541" y="4307"/>
                </a:lnTo>
                <a:lnTo>
                  <a:pt x="7542" y="4307"/>
                </a:lnTo>
                <a:lnTo>
                  <a:pt x="7544" y="4308"/>
                </a:lnTo>
                <a:lnTo>
                  <a:pt x="7545" y="4308"/>
                </a:lnTo>
                <a:lnTo>
                  <a:pt x="7546" y="4308"/>
                </a:lnTo>
                <a:lnTo>
                  <a:pt x="7548" y="4308"/>
                </a:lnTo>
                <a:lnTo>
                  <a:pt x="7550" y="4309"/>
                </a:lnTo>
                <a:lnTo>
                  <a:pt x="7553" y="4309"/>
                </a:lnTo>
                <a:lnTo>
                  <a:pt x="7554" y="4309"/>
                </a:lnTo>
                <a:lnTo>
                  <a:pt x="7555" y="4310"/>
                </a:lnTo>
                <a:lnTo>
                  <a:pt x="7570" y="4315"/>
                </a:lnTo>
                <a:lnTo>
                  <a:pt x="7570" y="4316"/>
                </a:lnTo>
                <a:lnTo>
                  <a:pt x="7569" y="4322"/>
                </a:lnTo>
                <a:lnTo>
                  <a:pt x="7570" y="4321"/>
                </a:lnTo>
                <a:lnTo>
                  <a:pt x="7571" y="4321"/>
                </a:lnTo>
                <a:lnTo>
                  <a:pt x="7572" y="4322"/>
                </a:lnTo>
                <a:lnTo>
                  <a:pt x="7575" y="4318"/>
                </a:lnTo>
                <a:lnTo>
                  <a:pt x="7582" y="4319"/>
                </a:lnTo>
                <a:lnTo>
                  <a:pt x="7582" y="4321"/>
                </a:lnTo>
                <a:lnTo>
                  <a:pt x="7586" y="4323"/>
                </a:lnTo>
                <a:lnTo>
                  <a:pt x="7587" y="4321"/>
                </a:lnTo>
                <a:lnTo>
                  <a:pt x="7588" y="4321"/>
                </a:lnTo>
                <a:lnTo>
                  <a:pt x="7594" y="4322"/>
                </a:lnTo>
                <a:lnTo>
                  <a:pt x="7602" y="4326"/>
                </a:lnTo>
                <a:lnTo>
                  <a:pt x="7608" y="4328"/>
                </a:lnTo>
                <a:lnTo>
                  <a:pt x="7609" y="4329"/>
                </a:lnTo>
                <a:lnTo>
                  <a:pt x="7610" y="4330"/>
                </a:lnTo>
                <a:lnTo>
                  <a:pt x="7610" y="4331"/>
                </a:lnTo>
                <a:lnTo>
                  <a:pt x="7610" y="4334"/>
                </a:lnTo>
                <a:lnTo>
                  <a:pt x="7610" y="4335"/>
                </a:lnTo>
                <a:lnTo>
                  <a:pt x="7611" y="4335"/>
                </a:lnTo>
                <a:lnTo>
                  <a:pt x="7611" y="4336"/>
                </a:lnTo>
                <a:lnTo>
                  <a:pt x="7611" y="4337"/>
                </a:lnTo>
                <a:lnTo>
                  <a:pt x="7611" y="4338"/>
                </a:lnTo>
                <a:lnTo>
                  <a:pt x="7611" y="4339"/>
                </a:lnTo>
                <a:lnTo>
                  <a:pt x="7612" y="4342"/>
                </a:lnTo>
                <a:lnTo>
                  <a:pt x="7612" y="4343"/>
                </a:lnTo>
                <a:lnTo>
                  <a:pt x="7613" y="4346"/>
                </a:lnTo>
                <a:lnTo>
                  <a:pt x="7613" y="4347"/>
                </a:lnTo>
                <a:lnTo>
                  <a:pt x="7615" y="4347"/>
                </a:lnTo>
                <a:lnTo>
                  <a:pt x="7616" y="4347"/>
                </a:lnTo>
                <a:lnTo>
                  <a:pt x="7617" y="4347"/>
                </a:lnTo>
                <a:lnTo>
                  <a:pt x="7617" y="4348"/>
                </a:lnTo>
                <a:lnTo>
                  <a:pt x="7617" y="4350"/>
                </a:lnTo>
                <a:lnTo>
                  <a:pt x="7617" y="4351"/>
                </a:lnTo>
                <a:lnTo>
                  <a:pt x="7617" y="4352"/>
                </a:lnTo>
                <a:lnTo>
                  <a:pt x="7617" y="4353"/>
                </a:lnTo>
                <a:lnTo>
                  <a:pt x="7618" y="4353"/>
                </a:lnTo>
                <a:lnTo>
                  <a:pt x="7618" y="4354"/>
                </a:lnTo>
                <a:lnTo>
                  <a:pt x="7620" y="4355"/>
                </a:lnTo>
                <a:lnTo>
                  <a:pt x="7620" y="4356"/>
                </a:lnTo>
                <a:lnTo>
                  <a:pt x="7620" y="4357"/>
                </a:lnTo>
                <a:lnTo>
                  <a:pt x="7621" y="4358"/>
                </a:lnTo>
                <a:lnTo>
                  <a:pt x="7622" y="4360"/>
                </a:lnTo>
                <a:lnTo>
                  <a:pt x="7624" y="4361"/>
                </a:lnTo>
                <a:lnTo>
                  <a:pt x="7626" y="4361"/>
                </a:lnTo>
                <a:lnTo>
                  <a:pt x="7627" y="4363"/>
                </a:lnTo>
                <a:lnTo>
                  <a:pt x="7627" y="4365"/>
                </a:lnTo>
                <a:lnTo>
                  <a:pt x="7625" y="4367"/>
                </a:lnTo>
                <a:lnTo>
                  <a:pt x="7623" y="4368"/>
                </a:lnTo>
                <a:lnTo>
                  <a:pt x="7621" y="4369"/>
                </a:lnTo>
                <a:lnTo>
                  <a:pt x="7618" y="4369"/>
                </a:lnTo>
                <a:lnTo>
                  <a:pt x="7618" y="4368"/>
                </a:lnTo>
                <a:lnTo>
                  <a:pt x="7614" y="4367"/>
                </a:lnTo>
                <a:lnTo>
                  <a:pt x="7613" y="4367"/>
                </a:lnTo>
                <a:lnTo>
                  <a:pt x="7613" y="4368"/>
                </a:lnTo>
                <a:lnTo>
                  <a:pt x="7612" y="4368"/>
                </a:lnTo>
                <a:lnTo>
                  <a:pt x="7610" y="4369"/>
                </a:lnTo>
                <a:lnTo>
                  <a:pt x="7611" y="4369"/>
                </a:lnTo>
                <a:lnTo>
                  <a:pt x="7611" y="4370"/>
                </a:lnTo>
                <a:lnTo>
                  <a:pt x="7610" y="4370"/>
                </a:lnTo>
                <a:lnTo>
                  <a:pt x="7609" y="4370"/>
                </a:lnTo>
                <a:lnTo>
                  <a:pt x="7607" y="4370"/>
                </a:lnTo>
                <a:lnTo>
                  <a:pt x="7607" y="4371"/>
                </a:lnTo>
                <a:lnTo>
                  <a:pt x="7609" y="4371"/>
                </a:lnTo>
                <a:lnTo>
                  <a:pt x="7609" y="4370"/>
                </a:lnTo>
                <a:lnTo>
                  <a:pt x="7610" y="4370"/>
                </a:lnTo>
                <a:lnTo>
                  <a:pt x="7611" y="4371"/>
                </a:lnTo>
                <a:lnTo>
                  <a:pt x="7615" y="4370"/>
                </a:lnTo>
                <a:lnTo>
                  <a:pt x="7616" y="4370"/>
                </a:lnTo>
                <a:lnTo>
                  <a:pt x="7616" y="4371"/>
                </a:lnTo>
                <a:lnTo>
                  <a:pt x="7617" y="4371"/>
                </a:lnTo>
                <a:lnTo>
                  <a:pt x="7616" y="4372"/>
                </a:lnTo>
                <a:lnTo>
                  <a:pt x="7617" y="4375"/>
                </a:lnTo>
                <a:lnTo>
                  <a:pt x="7618" y="4375"/>
                </a:lnTo>
                <a:lnTo>
                  <a:pt x="7619" y="4376"/>
                </a:lnTo>
                <a:lnTo>
                  <a:pt x="7620" y="4376"/>
                </a:lnTo>
                <a:lnTo>
                  <a:pt x="7620" y="4378"/>
                </a:lnTo>
                <a:lnTo>
                  <a:pt x="7623" y="4377"/>
                </a:lnTo>
                <a:lnTo>
                  <a:pt x="7625" y="4379"/>
                </a:lnTo>
                <a:lnTo>
                  <a:pt x="7628" y="4377"/>
                </a:lnTo>
                <a:lnTo>
                  <a:pt x="7630" y="4375"/>
                </a:lnTo>
                <a:lnTo>
                  <a:pt x="7632" y="4375"/>
                </a:lnTo>
                <a:lnTo>
                  <a:pt x="7635" y="4376"/>
                </a:lnTo>
                <a:lnTo>
                  <a:pt x="7636" y="4378"/>
                </a:lnTo>
                <a:lnTo>
                  <a:pt x="7637" y="4381"/>
                </a:lnTo>
                <a:lnTo>
                  <a:pt x="7636" y="4385"/>
                </a:lnTo>
                <a:lnTo>
                  <a:pt x="7637" y="4385"/>
                </a:lnTo>
                <a:lnTo>
                  <a:pt x="7639" y="4386"/>
                </a:lnTo>
                <a:lnTo>
                  <a:pt x="7640" y="4386"/>
                </a:lnTo>
                <a:lnTo>
                  <a:pt x="7641" y="4386"/>
                </a:lnTo>
                <a:lnTo>
                  <a:pt x="7641" y="4387"/>
                </a:lnTo>
                <a:lnTo>
                  <a:pt x="7642" y="4387"/>
                </a:lnTo>
                <a:lnTo>
                  <a:pt x="7643" y="4387"/>
                </a:lnTo>
                <a:lnTo>
                  <a:pt x="7645" y="4387"/>
                </a:lnTo>
                <a:lnTo>
                  <a:pt x="7646" y="4384"/>
                </a:lnTo>
                <a:lnTo>
                  <a:pt x="7651" y="4385"/>
                </a:lnTo>
                <a:lnTo>
                  <a:pt x="7667" y="4387"/>
                </a:lnTo>
                <a:lnTo>
                  <a:pt x="7675" y="4390"/>
                </a:lnTo>
                <a:lnTo>
                  <a:pt x="7679" y="4393"/>
                </a:lnTo>
                <a:lnTo>
                  <a:pt x="7677" y="4398"/>
                </a:lnTo>
                <a:lnTo>
                  <a:pt x="7676" y="4398"/>
                </a:lnTo>
                <a:lnTo>
                  <a:pt x="7677" y="4398"/>
                </a:lnTo>
                <a:lnTo>
                  <a:pt x="7679" y="4399"/>
                </a:lnTo>
                <a:lnTo>
                  <a:pt x="7679" y="4400"/>
                </a:lnTo>
                <a:lnTo>
                  <a:pt x="7680" y="4400"/>
                </a:lnTo>
                <a:lnTo>
                  <a:pt x="7681" y="4400"/>
                </a:lnTo>
                <a:lnTo>
                  <a:pt x="7682" y="4400"/>
                </a:lnTo>
                <a:lnTo>
                  <a:pt x="7683" y="4401"/>
                </a:lnTo>
                <a:lnTo>
                  <a:pt x="7686" y="4404"/>
                </a:lnTo>
                <a:lnTo>
                  <a:pt x="7690" y="4407"/>
                </a:lnTo>
                <a:lnTo>
                  <a:pt x="7691" y="4406"/>
                </a:lnTo>
                <a:lnTo>
                  <a:pt x="7694" y="4408"/>
                </a:lnTo>
                <a:lnTo>
                  <a:pt x="7705" y="4425"/>
                </a:lnTo>
                <a:lnTo>
                  <a:pt x="7705" y="4426"/>
                </a:lnTo>
                <a:lnTo>
                  <a:pt x="7705" y="4427"/>
                </a:lnTo>
                <a:lnTo>
                  <a:pt x="7705" y="4428"/>
                </a:lnTo>
                <a:lnTo>
                  <a:pt x="7705" y="4429"/>
                </a:lnTo>
                <a:lnTo>
                  <a:pt x="7706" y="4429"/>
                </a:lnTo>
                <a:lnTo>
                  <a:pt x="7706" y="4430"/>
                </a:lnTo>
                <a:lnTo>
                  <a:pt x="7707" y="4431"/>
                </a:lnTo>
                <a:lnTo>
                  <a:pt x="7708" y="4432"/>
                </a:lnTo>
                <a:lnTo>
                  <a:pt x="7708" y="4433"/>
                </a:lnTo>
                <a:lnTo>
                  <a:pt x="7709" y="4434"/>
                </a:lnTo>
                <a:lnTo>
                  <a:pt x="7709" y="4435"/>
                </a:lnTo>
                <a:lnTo>
                  <a:pt x="7710" y="4435"/>
                </a:lnTo>
                <a:lnTo>
                  <a:pt x="7710" y="4436"/>
                </a:lnTo>
                <a:lnTo>
                  <a:pt x="7711" y="4436"/>
                </a:lnTo>
                <a:lnTo>
                  <a:pt x="7711" y="4437"/>
                </a:lnTo>
                <a:lnTo>
                  <a:pt x="7712" y="4438"/>
                </a:lnTo>
                <a:lnTo>
                  <a:pt x="7713" y="4439"/>
                </a:lnTo>
                <a:lnTo>
                  <a:pt x="7713" y="4440"/>
                </a:lnTo>
                <a:lnTo>
                  <a:pt x="7712" y="4441"/>
                </a:lnTo>
                <a:lnTo>
                  <a:pt x="7714" y="4443"/>
                </a:lnTo>
                <a:lnTo>
                  <a:pt x="7715" y="4443"/>
                </a:lnTo>
                <a:lnTo>
                  <a:pt x="7716" y="4444"/>
                </a:lnTo>
                <a:lnTo>
                  <a:pt x="7717" y="4445"/>
                </a:lnTo>
                <a:lnTo>
                  <a:pt x="7718" y="4448"/>
                </a:lnTo>
                <a:lnTo>
                  <a:pt x="7719" y="4450"/>
                </a:lnTo>
                <a:lnTo>
                  <a:pt x="7719" y="4452"/>
                </a:lnTo>
                <a:lnTo>
                  <a:pt x="7720" y="4452"/>
                </a:lnTo>
                <a:lnTo>
                  <a:pt x="7720" y="4453"/>
                </a:lnTo>
                <a:lnTo>
                  <a:pt x="7718" y="4456"/>
                </a:lnTo>
                <a:lnTo>
                  <a:pt x="7718" y="4457"/>
                </a:lnTo>
                <a:lnTo>
                  <a:pt x="7717" y="4458"/>
                </a:lnTo>
                <a:lnTo>
                  <a:pt x="7716" y="4458"/>
                </a:lnTo>
                <a:lnTo>
                  <a:pt x="7715" y="4458"/>
                </a:lnTo>
                <a:lnTo>
                  <a:pt x="7715" y="4459"/>
                </a:lnTo>
                <a:lnTo>
                  <a:pt x="7714" y="4459"/>
                </a:lnTo>
                <a:lnTo>
                  <a:pt x="7713" y="4460"/>
                </a:lnTo>
                <a:lnTo>
                  <a:pt x="7713" y="4461"/>
                </a:lnTo>
                <a:lnTo>
                  <a:pt x="7714" y="4466"/>
                </a:lnTo>
                <a:lnTo>
                  <a:pt x="7714" y="4472"/>
                </a:lnTo>
                <a:lnTo>
                  <a:pt x="7715" y="4477"/>
                </a:lnTo>
                <a:lnTo>
                  <a:pt x="7715" y="4482"/>
                </a:lnTo>
                <a:lnTo>
                  <a:pt x="7717" y="4482"/>
                </a:lnTo>
                <a:lnTo>
                  <a:pt x="7718" y="4482"/>
                </a:lnTo>
                <a:lnTo>
                  <a:pt x="7721" y="4483"/>
                </a:lnTo>
                <a:lnTo>
                  <a:pt x="7722" y="4483"/>
                </a:lnTo>
                <a:lnTo>
                  <a:pt x="7722" y="4482"/>
                </a:lnTo>
                <a:lnTo>
                  <a:pt x="7723" y="4482"/>
                </a:lnTo>
                <a:lnTo>
                  <a:pt x="7731" y="4487"/>
                </a:lnTo>
                <a:lnTo>
                  <a:pt x="7734" y="4489"/>
                </a:lnTo>
                <a:lnTo>
                  <a:pt x="7735" y="4491"/>
                </a:lnTo>
                <a:lnTo>
                  <a:pt x="7737" y="4494"/>
                </a:lnTo>
                <a:lnTo>
                  <a:pt x="7738" y="4497"/>
                </a:lnTo>
                <a:lnTo>
                  <a:pt x="7738" y="4500"/>
                </a:lnTo>
                <a:lnTo>
                  <a:pt x="7738" y="4501"/>
                </a:lnTo>
                <a:lnTo>
                  <a:pt x="7737" y="4503"/>
                </a:lnTo>
                <a:lnTo>
                  <a:pt x="7736" y="4503"/>
                </a:lnTo>
                <a:lnTo>
                  <a:pt x="7734" y="4504"/>
                </a:lnTo>
                <a:lnTo>
                  <a:pt x="7728" y="4508"/>
                </a:lnTo>
                <a:lnTo>
                  <a:pt x="7722" y="4512"/>
                </a:lnTo>
                <a:lnTo>
                  <a:pt x="7722" y="4513"/>
                </a:lnTo>
                <a:lnTo>
                  <a:pt x="7723" y="4528"/>
                </a:lnTo>
                <a:lnTo>
                  <a:pt x="7730" y="4530"/>
                </a:lnTo>
                <a:lnTo>
                  <a:pt x="7730" y="4535"/>
                </a:lnTo>
                <a:lnTo>
                  <a:pt x="7743" y="4535"/>
                </a:lnTo>
                <a:lnTo>
                  <a:pt x="7756" y="4535"/>
                </a:lnTo>
                <a:lnTo>
                  <a:pt x="7755" y="4540"/>
                </a:lnTo>
                <a:lnTo>
                  <a:pt x="7750" y="4539"/>
                </a:lnTo>
                <a:lnTo>
                  <a:pt x="7744" y="4539"/>
                </a:lnTo>
                <a:lnTo>
                  <a:pt x="7741" y="4539"/>
                </a:lnTo>
                <a:lnTo>
                  <a:pt x="7738" y="4539"/>
                </a:lnTo>
                <a:lnTo>
                  <a:pt x="7729" y="4541"/>
                </a:lnTo>
                <a:lnTo>
                  <a:pt x="7728" y="4541"/>
                </a:lnTo>
                <a:lnTo>
                  <a:pt x="7722" y="4542"/>
                </a:lnTo>
                <a:lnTo>
                  <a:pt x="7721" y="4542"/>
                </a:lnTo>
                <a:lnTo>
                  <a:pt x="7722" y="4545"/>
                </a:lnTo>
                <a:lnTo>
                  <a:pt x="7722" y="4546"/>
                </a:lnTo>
                <a:lnTo>
                  <a:pt x="7723" y="4549"/>
                </a:lnTo>
                <a:lnTo>
                  <a:pt x="7723" y="4550"/>
                </a:lnTo>
                <a:lnTo>
                  <a:pt x="7722" y="4553"/>
                </a:lnTo>
                <a:lnTo>
                  <a:pt x="7721" y="4555"/>
                </a:lnTo>
                <a:lnTo>
                  <a:pt x="7721" y="4556"/>
                </a:lnTo>
                <a:lnTo>
                  <a:pt x="7721" y="4557"/>
                </a:lnTo>
                <a:lnTo>
                  <a:pt x="7720" y="4557"/>
                </a:lnTo>
                <a:lnTo>
                  <a:pt x="7719" y="4556"/>
                </a:lnTo>
                <a:lnTo>
                  <a:pt x="7718" y="4556"/>
                </a:lnTo>
                <a:lnTo>
                  <a:pt x="7717" y="4556"/>
                </a:lnTo>
                <a:lnTo>
                  <a:pt x="7714" y="4557"/>
                </a:lnTo>
                <a:lnTo>
                  <a:pt x="7713" y="4558"/>
                </a:lnTo>
                <a:lnTo>
                  <a:pt x="7711" y="4561"/>
                </a:lnTo>
                <a:lnTo>
                  <a:pt x="7712" y="4561"/>
                </a:lnTo>
                <a:lnTo>
                  <a:pt x="7715" y="4564"/>
                </a:lnTo>
                <a:lnTo>
                  <a:pt x="7720" y="4568"/>
                </a:lnTo>
                <a:lnTo>
                  <a:pt x="7721" y="4569"/>
                </a:lnTo>
                <a:lnTo>
                  <a:pt x="7724" y="4570"/>
                </a:lnTo>
                <a:lnTo>
                  <a:pt x="7732" y="4575"/>
                </a:lnTo>
                <a:lnTo>
                  <a:pt x="7729" y="4579"/>
                </a:lnTo>
                <a:lnTo>
                  <a:pt x="7730" y="4579"/>
                </a:lnTo>
                <a:lnTo>
                  <a:pt x="7736" y="4586"/>
                </a:lnTo>
                <a:lnTo>
                  <a:pt x="7746" y="4598"/>
                </a:lnTo>
                <a:lnTo>
                  <a:pt x="7746" y="4599"/>
                </a:lnTo>
                <a:lnTo>
                  <a:pt x="7747" y="4600"/>
                </a:lnTo>
                <a:lnTo>
                  <a:pt x="7756" y="4615"/>
                </a:lnTo>
                <a:lnTo>
                  <a:pt x="7757" y="4622"/>
                </a:lnTo>
                <a:lnTo>
                  <a:pt x="7756" y="4624"/>
                </a:lnTo>
                <a:lnTo>
                  <a:pt x="7755" y="4624"/>
                </a:lnTo>
                <a:lnTo>
                  <a:pt x="7753" y="4626"/>
                </a:lnTo>
                <a:lnTo>
                  <a:pt x="7748" y="4629"/>
                </a:lnTo>
                <a:lnTo>
                  <a:pt x="7747" y="4630"/>
                </a:lnTo>
                <a:lnTo>
                  <a:pt x="7743" y="4632"/>
                </a:lnTo>
                <a:lnTo>
                  <a:pt x="7743" y="4633"/>
                </a:lnTo>
                <a:lnTo>
                  <a:pt x="7742" y="4632"/>
                </a:lnTo>
                <a:lnTo>
                  <a:pt x="7741" y="4633"/>
                </a:lnTo>
                <a:lnTo>
                  <a:pt x="7737" y="4633"/>
                </a:lnTo>
                <a:lnTo>
                  <a:pt x="7736" y="4633"/>
                </a:lnTo>
                <a:lnTo>
                  <a:pt x="7735" y="4634"/>
                </a:lnTo>
                <a:lnTo>
                  <a:pt x="7733" y="4635"/>
                </a:lnTo>
                <a:lnTo>
                  <a:pt x="7731" y="4635"/>
                </a:lnTo>
                <a:lnTo>
                  <a:pt x="7729" y="4635"/>
                </a:lnTo>
                <a:lnTo>
                  <a:pt x="7726" y="4635"/>
                </a:lnTo>
                <a:lnTo>
                  <a:pt x="7722" y="4636"/>
                </a:lnTo>
                <a:lnTo>
                  <a:pt x="7722" y="4635"/>
                </a:lnTo>
                <a:lnTo>
                  <a:pt x="7718" y="4636"/>
                </a:lnTo>
                <a:lnTo>
                  <a:pt x="7715" y="4637"/>
                </a:lnTo>
                <a:lnTo>
                  <a:pt x="7714" y="4637"/>
                </a:lnTo>
                <a:lnTo>
                  <a:pt x="7712" y="4638"/>
                </a:lnTo>
                <a:lnTo>
                  <a:pt x="7711" y="4638"/>
                </a:lnTo>
                <a:lnTo>
                  <a:pt x="7709" y="4638"/>
                </a:lnTo>
                <a:lnTo>
                  <a:pt x="7706" y="4639"/>
                </a:lnTo>
                <a:lnTo>
                  <a:pt x="7705" y="4639"/>
                </a:lnTo>
                <a:lnTo>
                  <a:pt x="7704" y="4640"/>
                </a:lnTo>
                <a:lnTo>
                  <a:pt x="7701" y="4641"/>
                </a:lnTo>
                <a:lnTo>
                  <a:pt x="7699" y="4642"/>
                </a:lnTo>
                <a:lnTo>
                  <a:pt x="7697" y="4643"/>
                </a:lnTo>
                <a:lnTo>
                  <a:pt x="7694" y="4645"/>
                </a:lnTo>
                <a:lnTo>
                  <a:pt x="7690" y="4647"/>
                </a:lnTo>
                <a:lnTo>
                  <a:pt x="7684" y="4650"/>
                </a:lnTo>
                <a:lnTo>
                  <a:pt x="7682" y="4649"/>
                </a:lnTo>
                <a:lnTo>
                  <a:pt x="7680" y="4650"/>
                </a:lnTo>
                <a:lnTo>
                  <a:pt x="7680" y="4652"/>
                </a:lnTo>
                <a:lnTo>
                  <a:pt x="7677" y="4654"/>
                </a:lnTo>
                <a:lnTo>
                  <a:pt x="7677" y="4655"/>
                </a:lnTo>
                <a:lnTo>
                  <a:pt x="7675" y="4657"/>
                </a:lnTo>
                <a:lnTo>
                  <a:pt x="7672" y="4658"/>
                </a:lnTo>
                <a:lnTo>
                  <a:pt x="7667" y="4662"/>
                </a:lnTo>
                <a:lnTo>
                  <a:pt x="7665" y="4664"/>
                </a:lnTo>
                <a:lnTo>
                  <a:pt x="7664" y="4665"/>
                </a:lnTo>
                <a:lnTo>
                  <a:pt x="7661" y="4669"/>
                </a:lnTo>
                <a:lnTo>
                  <a:pt x="7657" y="4674"/>
                </a:lnTo>
                <a:lnTo>
                  <a:pt x="7658" y="4674"/>
                </a:lnTo>
                <a:lnTo>
                  <a:pt x="7657" y="4675"/>
                </a:lnTo>
                <a:lnTo>
                  <a:pt x="7656" y="4677"/>
                </a:lnTo>
                <a:lnTo>
                  <a:pt x="7655" y="4677"/>
                </a:lnTo>
                <a:lnTo>
                  <a:pt x="7654" y="4677"/>
                </a:lnTo>
                <a:lnTo>
                  <a:pt x="7654" y="4678"/>
                </a:lnTo>
                <a:lnTo>
                  <a:pt x="7653" y="4679"/>
                </a:lnTo>
                <a:lnTo>
                  <a:pt x="7651" y="4680"/>
                </a:lnTo>
                <a:lnTo>
                  <a:pt x="7650" y="4680"/>
                </a:lnTo>
                <a:lnTo>
                  <a:pt x="7649" y="4680"/>
                </a:lnTo>
                <a:lnTo>
                  <a:pt x="7647" y="4680"/>
                </a:lnTo>
                <a:lnTo>
                  <a:pt x="7644" y="4681"/>
                </a:lnTo>
                <a:lnTo>
                  <a:pt x="7643" y="4682"/>
                </a:lnTo>
                <a:lnTo>
                  <a:pt x="7642" y="4682"/>
                </a:lnTo>
                <a:lnTo>
                  <a:pt x="7641" y="4684"/>
                </a:lnTo>
                <a:lnTo>
                  <a:pt x="7641" y="4688"/>
                </a:lnTo>
                <a:lnTo>
                  <a:pt x="7644" y="4722"/>
                </a:lnTo>
                <a:lnTo>
                  <a:pt x="7644" y="4723"/>
                </a:lnTo>
                <a:lnTo>
                  <a:pt x="7645" y="4732"/>
                </a:lnTo>
                <a:lnTo>
                  <a:pt x="7645" y="4735"/>
                </a:lnTo>
                <a:lnTo>
                  <a:pt x="7647" y="4749"/>
                </a:lnTo>
                <a:lnTo>
                  <a:pt x="7653" y="4748"/>
                </a:lnTo>
                <a:lnTo>
                  <a:pt x="7653" y="4741"/>
                </a:lnTo>
                <a:lnTo>
                  <a:pt x="7659" y="4741"/>
                </a:lnTo>
                <a:lnTo>
                  <a:pt x="7664" y="4743"/>
                </a:lnTo>
                <a:lnTo>
                  <a:pt x="7672" y="4747"/>
                </a:lnTo>
                <a:lnTo>
                  <a:pt x="7671" y="4751"/>
                </a:lnTo>
                <a:lnTo>
                  <a:pt x="7678" y="4754"/>
                </a:lnTo>
                <a:lnTo>
                  <a:pt x="7680" y="4755"/>
                </a:lnTo>
                <a:lnTo>
                  <a:pt x="7685" y="4758"/>
                </a:lnTo>
                <a:lnTo>
                  <a:pt x="7691" y="4761"/>
                </a:lnTo>
                <a:lnTo>
                  <a:pt x="7691" y="4762"/>
                </a:lnTo>
                <a:lnTo>
                  <a:pt x="7695" y="4766"/>
                </a:lnTo>
                <a:lnTo>
                  <a:pt x="7695" y="4767"/>
                </a:lnTo>
                <a:lnTo>
                  <a:pt x="7702" y="4771"/>
                </a:lnTo>
                <a:lnTo>
                  <a:pt x="7705" y="4775"/>
                </a:lnTo>
                <a:lnTo>
                  <a:pt x="7709" y="4780"/>
                </a:lnTo>
                <a:lnTo>
                  <a:pt x="7712" y="4784"/>
                </a:lnTo>
                <a:lnTo>
                  <a:pt x="7718" y="4792"/>
                </a:lnTo>
                <a:lnTo>
                  <a:pt x="7719" y="4793"/>
                </a:lnTo>
                <a:lnTo>
                  <a:pt x="7724" y="4799"/>
                </a:lnTo>
                <a:lnTo>
                  <a:pt x="7726" y="4801"/>
                </a:lnTo>
                <a:lnTo>
                  <a:pt x="7727" y="4801"/>
                </a:lnTo>
                <a:lnTo>
                  <a:pt x="7730" y="4798"/>
                </a:lnTo>
                <a:lnTo>
                  <a:pt x="7736" y="4808"/>
                </a:lnTo>
                <a:lnTo>
                  <a:pt x="7735" y="4810"/>
                </a:lnTo>
                <a:lnTo>
                  <a:pt x="7736" y="4810"/>
                </a:lnTo>
                <a:lnTo>
                  <a:pt x="7736" y="4811"/>
                </a:lnTo>
                <a:lnTo>
                  <a:pt x="7738" y="4812"/>
                </a:lnTo>
                <a:lnTo>
                  <a:pt x="7739" y="4812"/>
                </a:lnTo>
                <a:lnTo>
                  <a:pt x="7742" y="4813"/>
                </a:lnTo>
                <a:lnTo>
                  <a:pt x="7743" y="4814"/>
                </a:lnTo>
                <a:lnTo>
                  <a:pt x="7745" y="4814"/>
                </a:lnTo>
                <a:lnTo>
                  <a:pt x="7747" y="4814"/>
                </a:lnTo>
                <a:lnTo>
                  <a:pt x="7749" y="4813"/>
                </a:lnTo>
                <a:lnTo>
                  <a:pt x="7750" y="4813"/>
                </a:lnTo>
                <a:lnTo>
                  <a:pt x="7751" y="4813"/>
                </a:lnTo>
                <a:lnTo>
                  <a:pt x="7751" y="4814"/>
                </a:lnTo>
                <a:lnTo>
                  <a:pt x="7752" y="4814"/>
                </a:lnTo>
                <a:lnTo>
                  <a:pt x="7753" y="4814"/>
                </a:lnTo>
                <a:lnTo>
                  <a:pt x="7754" y="4814"/>
                </a:lnTo>
                <a:lnTo>
                  <a:pt x="7755" y="4814"/>
                </a:lnTo>
                <a:lnTo>
                  <a:pt x="7758" y="4815"/>
                </a:lnTo>
                <a:lnTo>
                  <a:pt x="7759" y="4815"/>
                </a:lnTo>
                <a:lnTo>
                  <a:pt x="7759" y="4816"/>
                </a:lnTo>
                <a:lnTo>
                  <a:pt x="7760" y="4816"/>
                </a:lnTo>
                <a:lnTo>
                  <a:pt x="7761" y="4816"/>
                </a:lnTo>
                <a:lnTo>
                  <a:pt x="7762" y="4817"/>
                </a:lnTo>
                <a:lnTo>
                  <a:pt x="7762" y="4818"/>
                </a:lnTo>
                <a:lnTo>
                  <a:pt x="7763" y="4817"/>
                </a:lnTo>
                <a:lnTo>
                  <a:pt x="7765" y="4818"/>
                </a:lnTo>
                <a:lnTo>
                  <a:pt x="7766" y="4818"/>
                </a:lnTo>
                <a:lnTo>
                  <a:pt x="7768" y="4819"/>
                </a:lnTo>
                <a:lnTo>
                  <a:pt x="7769" y="4819"/>
                </a:lnTo>
                <a:lnTo>
                  <a:pt x="7774" y="4820"/>
                </a:lnTo>
                <a:lnTo>
                  <a:pt x="7775" y="4820"/>
                </a:lnTo>
                <a:lnTo>
                  <a:pt x="7779" y="4820"/>
                </a:lnTo>
                <a:lnTo>
                  <a:pt x="7780" y="4820"/>
                </a:lnTo>
                <a:lnTo>
                  <a:pt x="7783" y="4823"/>
                </a:lnTo>
                <a:lnTo>
                  <a:pt x="7785" y="4824"/>
                </a:lnTo>
                <a:lnTo>
                  <a:pt x="7785" y="4825"/>
                </a:lnTo>
                <a:lnTo>
                  <a:pt x="7784" y="4825"/>
                </a:lnTo>
                <a:lnTo>
                  <a:pt x="7784" y="4826"/>
                </a:lnTo>
                <a:lnTo>
                  <a:pt x="7785" y="4826"/>
                </a:lnTo>
                <a:lnTo>
                  <a:pt x="7787" y="4826"/>
                </a:lnTo>
                <a:lnTo>
                  <a:pt x="7789" y="4826"/>
                </a:lnTo>
                <a:lnTo>
                  <a:pt x="7790" y="4825"/>
                </a:lnTo>
                <a:lnTo>
                  <a:pt x="7792" y="4825"/>
                </a:lnTo>
                <a:lnTo>
                  <a:pt x="7794" y="4825"/>
                </a:lnTo>
                <a:lnTo>
                  <a:pt x="7795" y="4824"/>
                </a:lnTo>
                <a:lnTo>
                  <a:pt x="7796" y="4824"/>
                </a:lnTo>
                <a:lnTo>
                  <a:pt x="7797" y="4823"/>
                </a:lnTo>
                <a:lnTo>
                  <a:pt x="7798" y="4823"/>
                </a:lnTo>
                <a:lnTo>
                  <a:pt x="7798" y="4824"/>
                </a:lnTo>
                <a:lnTo>
                  <a:pt x="7798" y="4826"/>
                </a:lnTo>
                <a:lnTo>
                  <a:pt x="7799" y="4826"/>
                </a:lnTo>
                <a:lnTo>
                  <a:pt x="7800" y="4826"/>
                </a:lnTo>
                <a:lnTo>
                  <a:pt x="7800" y="4825"/>
                </a:lnTo>
                <a:lnTo>
                  <a:pt x="7800" y="4824"/>
                </a:lnTo>
                <a:lnTo>
                  <a:pt x="7800" y="4823"/>
                </a:lnTo>
                <a:lnTo>
                  <a:pt x="7801" y="4822"/>
                </a:lnTo>
                <a:lnTo>
                  <a:pt x="7802" y="4823"/>
                </a:lnTo>
                <a:lnTo>
                  <a:pt x="7803" y="4823"/>
                </a:lnTo>
                <a:lnTo>
                  <a:pt x="7804" y="4823"/>
                </a:lnTo>
                <a:lnTo>
                  <a:pt x="7807" y="4823"/>
                </a:lnTo>
                <a:lnTo>
                  <a:pt x="7808" y="4822"/>
                </a:lnTo>
                <a:lnTo>
                  <a:pt x="7810" y="4821"/>
                </a:lnTo>
                <a:lnTo>
                  <a:pt x="7811" y="4821"/>
                </a:lnTo>
                <a:lnTo>
                  <a:pt x="7812" y="4820"/>
                </a:lnTo>
                <a:lnTo>
                  <a:pt x="7813" y="4819"/>
                </a:lnTo>
                <a:lnTo>
                  <a:pt x="7814" y="4818"/>
                </a:lnTo>
                <a:lnTo>
                  <a:pt x="7815" y="4817"/>
                </a:lnTo>
                <a:lnTo>
                  <a:pt x="7816" y="4817"/>
                </a:lnTo>
                <a:lnTo>
                  <a:pt x="7818" y="4817"/>
                </a:lnTo>
                <a:lnTo>
                  <a:pt x="7819" y="4818"/>
                </a:lnTo>
                <a:lnTo>
                  <a:pt x="7820" y="4820"/>
                </a:lnTo>
                <a:lnTo>
                  <a:pt x="7821" y="4822"/>
                </a:lnTo>
                <a:lnTo>
                  <a:pt x="7820" y="4822"/>
                </a:lnTo>
                <a:lnTo>
                  <a:pt x="7818" y="4824"/>
                </a:lnTo>
                <a:lnTo>
                  <a:pt x="7817" y="4824"/>
                </a:lnTo>
                <a:lnTo>
                  <a:pt x="7816" y="4824"/>
                </a:lnTo>
                <a:lnTo>
                  <a:pt x="7815" y="4825"/>
                </a:lnTo>
                <a:lnTo>
                  <a:pt x="7815" y="4826"/>
                </a:lnTo>
                <a:lnTo>
                  <a:pt x="7814" y="4826"/>
                </a:lnTo>
                <a:lnTo>
                  <a:pt x="7812" y="4827"/>
                </a:lnTo>
                <a:lnTo>
                  <a:pt x="7811" y="4829"/>
                </a:lnTo>
                <a:lnTo>
                  <a:pt x="7810" y="4829"/>
                </a:lnTo>
                <a:lnTo>
                  <a:pt x="7810" y="4830"/>
                </a:lnTo>
                <a:lnTo>
                  <a:pt x="7808" y="4830"/>
                </a:lnTo>
                <a:lnTo>
                  <a:pt x="7807" y="4831"/>
                </a:lnTo>
                <a:lnTo>
                  <a:pt x="7807" y="4832"/>
                </a:lnTo>
                <a:lnTo>
                  <a:pt x="7806" y="4833"/>
                </a:lnTo>
                <a:lnTo>
                  <a:pt x="7805" y="4834"/>
                </a:lnTo>
                <a:lnTo>
                  <a:pt x="7804" y="4835"/>
                </a:lnTo>
                <a:lnTo>
                  <a:pt x="7803" y="4835"/>
                </a:lnTo>
                <a:lnTo>
                  <a:pt x="7802" y="4836"/>
                </a:lnTo>
                <a:lnTo>
                  <a:pt x="7799" y="4837"/>
                </a:lnTo>
                <a:lnTo>
                  <a:pt x="7798" y="4838"/>
                </a:lnTo>
                <a:lnTo>
                  <a:pt x="7796" y="4839"/>
                </a:lnTo>
                <a:lnTo>
                  <a:pt x="7796" y="4840"/>
                </a:lnTo>
                <a:lnTo>
                  <a:pt x="7794" y="4842"/>
                </a:lnTo>
                <a:lnTo>
                  <a:pt x="7793" y="4843"/>
                </a:lnTo>
                <a:lnTo>
                  <a:pt x="7790" y="4846"/>
                </a:lnTo>
                <a:lnTo>
                  <a:pt x="7789" y="4846"/>
                </a:lnTo>
                <a:lnTo>
                  <a:pt x="7789" y="4847"/>
                </a:lnTo>
                <a:lnTo>
                  <a:pt x="7788" y="4847"/>
                </a:lnTo>
                <a:lnTo>
                  <a:pt x="7789" y="4848"/>
                </a:lnTo>
                <a:lnTo>
                  <a:pt x="7788" y="4850"/>
                </a:lnTo>
                <a:lnTo>
                  <a:pt x="7787" y="4850"/>
                </a:lnTo>
                <a:lnTo>
                  <a:pt x="7786" y="4853"/>
                </a:lnTo>
                <a:lnTo>
                  <a:pt x="7785" y="4854"/>
                </a:lnTo>
                <a:lnTo>
                  <a:pt x="7785" y="4855"/>
                </a:lnTo>
                <a:lnTo>
                  <a:pt x="7784" y="4856"/>
                </a:lnTo>
                <a:lnTo>
                  <a:pt x="7783" y="4857"/>
                </a:lnTo>
                <a:lnTo>
                  <a:pt x="7782" y="4857"/>
                </a:lnTo>
                <a:lnTo>
                  <a:pt x="7783" y="4859"/>
                </a:lnTo>
                <a:lnTo>
                  <a:pt x="7783" y="4863"/>
                </a:lnTo>
                <a:lnTo>
                  <a:pt x="7780" y="4867"/>
                </a:lnTo>
                <a:lnTo>
                  <a:pt x="7778" y="4868"/>
                </a:lnTo>
                <a:lnTo>
                  <a:pt x="7777" y="4869"/>
                </a:lnTo>
                <a:lnTo>
                  <a:pt x="7777" y="4870"/>
                </a:lnTo>
                <a:lnTo>
                  <a:pt x="7777" y="4869"/>
                </a:lnTo>
                <a:lnTo>
                  <a:pt x="7776" y="4870"/>
                </a:lnTo>
                <a:lnTo>
                  <a:pt x="7775" y="4870"/>
                </a:lnTo>
                <a:lnTo>
                  <a:pt x="7774" y="4871"/>
                </a:lnTo>
                <a:lnTo>
                  <a:pt x="7773" y="4872"/>
                </a:lnTo>
                <a:lnTo>
                  <a:pt x="7772" y="4873"/>
                </a:lnTo>
                <a:lnTo>
                  <a:pt x="7770" y="4875"/>
                </a:lnTo>
                <a:lnTo>
                  <a:pt x="7769" y="4875"/>
                </a:lnTo>
                <a:lnTo>
                  <a:pt x="7768" y="4877"/>
                </a:lnTo>
                <a:lnTo>
                  <a:pt x="7767" y="4878"/>
                </a:lnTo>
                <a:lnTo>
                  <a:pt x="7766" y="4879"/>
                </a:lnTo>
                <a:lnTo>
                  <a:pt x="7766" y="4880"/>
                </a:lnTo>
                <a:lnTo>
                  <a:pt x="7765" y="4881"/>
                </a:lnTo>
                <a:lnTo>
                  <a:pt x="7765" y="4882"/>
                </a:lnTo>
                <a:lnTo>
                  <a:pt x="7764" y="4883"/>
                </a:lnTo>
                <a:lnTo>
                  <a:pt x="7764" y="4884"/>
                </a:lnTo>
                <a:lnTo>
                  <a:pt x="7763" y="4884"/>
                </a:lnTo>
                <a:lnTo>
                  <a:pt x="7762" y="4887"/>
                </a:lnTo>
                <a:lnTo>
                  <a:pt x="7762" y="4888"/>
                </a:lnTo>
                <a:lnTo>
                  <a:pt x="7762" y="4889"/>
                </a:lnTo>
                <a:lnTo>
                  <a:pt x="7761" y="4891"/>
                </a:lnTo>
                <a:lnTo>
                  <a:pt x="7760" y="4892"/>
                </a:lnTo>
                <a:lnTo>
                  <a:pt x="7759" y="4892"/>
                </a:lnTo>
                <a:lnTo>
                  <a:pt x="7758" y="4893"/>
                </a:lnTo>
                <a:lnTo>
                  <a:pt x="7758" y="4894"/>
                </a:lnTo>
                <a:lnTo>
                  <a:pt x="7757" y="4897"/>
                </a:lnTo>
                <a:lnTo>
                  <a:pt x="7757" y="4898"/>
                </a:lnTo>
                <a:lnTo>
                  <a:pt x="7756" y="4900"/>
                </a:lnTo>
                <a:lnTo>
                  <a:pt x="7754" y="4900"/>
                </a:lnTo>
                <a:lnTo>
                  <a:pt x="7754" y="4899"/>
                </a:lnTo>
                <a:lnTo>
                  <a:pt x="7753" y="4900"/>
                </a:lnTo>
                <a:lnTo>
                  <a:pt x="7751" y="4902"/>
                </a:lnTo>
                <a:lnTo>
                  <a:pt x="7748" y="4903"/>
                </a:lnTo>
                <a:lnTo>
                  <a:pt x="7747" y="4903"/>
                </a:lnTo>
                <a:lnTo>
                  <a:pt x="7746" y="4904"/>
                </a:lnTo>
                <a:lnTo>
                  <a:pt x="7745" y="4904"/>
                </a:lnTo>
                <a:lnTo>
                  <a:pt x="7744" y="4904"/>
                </a:lnTo>
                <a:lnTo>
                  <a:pt x="7744" y="4905"/>
                </a:lnTo>
                <a:lnTo>
                  <a:pt x="7743" y="4905"/>
                </a:lnTo>
                <a:lnTo>
                  <a:pt x="7742" y="4904"/>
                </a:lnTo>
                <a:lnTo>
                  <a:pt x="7742" y="4905"/>
                </a:lnTo>
                <a:lnTo>
                  <a:pt x="7741" y="4905"/>
                </a:lnTo>
                <a:lnTo>
                  <a:pt x="7741" y="4906"/>
                </a:lnTo>
                <a:lnTo>
                  <a:pt x="7740" y="4907"/>
                </a:lnTo>
                <a:lnTo>
                  <a:pt x="7738" y="4907"/>
                </a:lnTo>
                <a:lnTo>
                  <a:pt x="7737" y="4907"/>
                </a:lnTo>
                <a:lnTo>
                  <a:pt x="7735" y="4906"/>
                </a:lnTo>
                <a:lnTo>
                  <a:pt x="7733" y="4906"/>
                </a:lnTo>
                <a:lnTo>
                  <a:pt x="7733" y="4907"/>
                </a:lnTo>
                <a:lnTo>
                  <a:pt x="7732" y="4908"/>
                </a:lnTo>
                <a:lnTo>
                  <a:pt x="7733" y="4908"/>
                </a:lnTo>
                <a:lnTo>
                  <a:pt x="7733" y="4909"/>
                </a:lnTo>
                <a:lnTo>
                  <a:pt x="7732" y="4909"/>
                </a:lnTo>
                <a:lnTo>
                  <a:pt x="7732" y="4910"/>
                </a:lnTo>
                <a:lnTo>
                  <a:pt x="7731" y="4910"/>
                </a:lnTo>
                <a:lnTo>
                  <a:pt x="7731" y="4911"/>
                </a:lnTo>
                <a:lnTo>
                  <a:pt x="7730" y="4912"/>
                </a:lnTo>
                <a:lnTo>
                  <a:pt x="7729" y="4912"/>
                </a:lnTo>
                <a:lnTo>
                  <a:pt x="7729" y="4913"/>
                </a:lnTo>
                <a:lnTo>
                  <a:pt x="7729" y="4914"/>
                </a:lnTo>
                <a:lnTo>
                  <a:pt x="7727" y="4916"/>
                </a:lnTo>
                <a:lnTo>
                  <a:pt x="7726" y="4916"/>
                </a:lnTo>
                <a:lnTo>
                  <a:pt x="7726" y="4914"/>
                </a:lnTo>
                <a:lnTo>
                  <a:pt x="7727" y="4914"/>
                </a:lnTo>
                <a:lnTo>
                  <a:pt x="7725" y="4912"/>
                </a:lnTo>
                <a:lnTo>
                  <a:pt x="7718" y="4915"/>
                </a:lnTo>
                <a:lnTo>
                  <a:pt x="7717" y="4916"/>
                </a:lnTo>
                <a:lnTo>
                  <a:pt x="7715" y="4916"/>
                </a:lnTo>
                <a:lnTo>
                  <a:pt x="7715" y="4917"/>
                </a:lnTo>
                <a:lnTo>
                  <a:pt x="7714" y="4918"/>
                </a:lnTo>
                <a:lnTo>
                  <a:pt x="7715" y="4919"/>
                </a:lnTo>
                <a:lnTo>
                  <a:pt x="7716" y="4919"/>
                </a:lnTo>
                <a:lnTo>
                  <a:pt x="7716" y="4921"/>
                </a:lnTo>
                <a:lnTo>
                  <a:pt x="7714" y="4924"/>
                </a:lnTo>
                <a:lnTo>
                  <a:pt x="7714" y="4925"/>
                </a:lnTo>
                <a:lnTo>
                  <a:pt x="7713" y="4925"/>
                </a:lnTo>
                <a:lnTo>
                  <a:pt x="7712" y="4925"/>
                </a:lnTo>
                <a:lnTo>
                  <a:pt x="7712" y="4927"/>
                </a:lnTo>
                <a:lnTo>
                  <a:pt x="7712" y="4928"/>
                </a:lnTo>
                <a:lnTo>
                  <a:pt x="7712" y="4929"/>
                </a:lnTo>
                <a:lnTo>
                  <a:pt x="7713" y="4929"/>
                </a:lnTo>
                <a:lnTo>
                  <a:pt x="7714" y="4928"/>
                </a:lnTo>
                <a:lnTo>
                  <a:pt x="7714" y="4929"/>
                </a:lnTo>
                <a:lnTo>
                  <a:pt x="7714" y="4930"/>
                </a:lnTo>
                <a:lnTo>
                  <a:pt x="7715" y="4930"/>
                </a:lnTo>
                <a:lnTo>
                  <a:pt x="7716" y="4932"/>
                </a:lnTo>
                <a:lnTo>
                  <a:pt x="7716" y="4933"/>
                </a:lnTo>
                <a:lnTo>
                  <a:pt x="7715" y="4933"/>
                </a:lnTo>
                <a:lnTo>
                  <a:pt x="7715" y="4934"/>
                </a:lnTo>
                <a:lnTo>
                  <a:pt x="7715" y="4935"/>
                </a:lnTo>
                <a:lnTo>
                  <a:pt x="7715" y="4936"/>
                </a:lnTo>
                <a:lnTo>
                  <a:pt x="7715" y="4937"/>
                </a:lnTo>
                <a:lnTo>
                  <a:pt x="7715" y="4938"/>
                </a:lnTo>
                <a:lnTo>
                  <a:pt x="7716" y="4938"/>
                </a:lnTo>
                <a:lnTo>
                  <a:pt x="7718" y="4937"/>
                </a:lnTo>
                <a:lnTo>
                  <a:pt x="7720" y="4935"/>
                </a:lnTo>
                <a:lnTo>
                  <a:pt x="7720" y="4934"/>
                </a:lnTo>
                <a:lnTo>
                  <a:pt x="7720" y="4932"/>
                </a:lnTo>
                <a:lnTo>
                  <a:pt x="7720" y="4931"/>
                </a:lnTo>
                <a:lnTo>
                  <a:pt x="7720" y="4929"/>
                </a:lnTo>
                <a:lnTo>
                  <a:pt x="7720" y="4926"/>
                </a:lnTo>
                <a:lnTo>
                  <a:pt x="7720" y="4925"/>
                </a:lnTo>
                <a:lnTo>
                  <a:pt x="7721" y="4924"/>
                </a:lnTo>
                <a:lnTo>
                  <a:pt x="7722" y="4923"/>
                </a:lnTo>
                <a:lnTo>
                  <a:pt x="7723" y="4923"/>
                </a:lnTo>
                <a:lnTo>
                  <a:pt x="7723" y="4922"/>
                </a:lnTo>
                <a:lnTo>
                  <a:pt x="7724" y="4920"/>
                </a:lnTo>
                <a:lnTo>
                  <a:pt x="7725" y="4919"/>
                </a:lnTo>
                <a:lnTo>
                  <a:pt x="7728" y="4922"/>
                </a:lnTo>
                <a:lnTo>
                  <a:pt x="7728" y="4923"/>
                </a:lnTo>
                <a:lnTo>
                  <a:pt x="7729" y="4923"/>
                </a:lnTo>
                <a:lnTo>
                  <a:pt x="7730" y="4924"/>
                </a:lnTo>
                <a:lnTo>
                  <a:pt x="7730" y="4925"/>
                </a:lnTo>
                <a:lnTo>
                  <a:pt x="7729" y="4925"/>
                </a:lnTo>
                <a:lnTo>
                  <a:pt x="7729" y="4926"/>
                </a:lnTo>
                <a:lnTo>
                  <a:pt x="7728" y="4927"/>
                </a:lnTo>
                <a:lnTo>
                  <a:pt x="7729" y="4927"/>
                </a:lnTo>
                <a:lnTo>
                  <a:pt x="7729" y="4929"/>
                </a:lnTo>
                <a:lnTo>
                  <a:pt x="7728" y="4929"/>
                </a:lnTo>
                <a:lnTo>
                  <a:pt x="7728" y="4928"/>
                </a:lnTo>
                <a:lnTo>
                  <a:pt x="7727" y="4928"/>
                </a:lnTo>
                <a:lnTo>
                  <a:pt x="7727" y="4929"/>
                </a:lnTo>
                <a:lnTo>
                  <a:pt x="7728" y="4929"/>
                </a:lnTo>
                <a:lnTo>
                  <a:pt x="7728" y="4930"/>
                </a:lnTo>
                <a:lnTo>
                  <a:pt x="7728" y="4931"/>
                </a:lnTo>
                <a:lnTo>
                  <a:pt x="7728" y="4932"/>
                </a:lnTo>
                <a:lnTo>
                  <a:pt x="7728" y="4933"/>
                </a:lnTo>
                <a:lnTo>
                  <a:pt x="7728" y="4934"/>
                </a:lnTo>
                <a:lnTo>
                  <a:pt x="7727" y="4934"/>
                </a:lnTo>
                <a:lnTo>
                  <a:pt x="7726" y="4934"/>
                </a:lnTo>
                <a:lnTo>
                  <a:pt x="7724" y="4936"/>
                </a:lnTo>
                <a:lnTo>
                  <a:pt x="7724" y="4937"/>
                </a:lnTo>
                <a:lnTo>
                  <a:pt x="7724" y="4938"/>
                </a:lnTo>
                <a:lnTo>
                  <a:pt x="7724" y="4939"/>
                </a:lnTo>
                <a:lnTo>
                  <a:pt x="7724" y="4940"/>
                </a:lnTo>
                <a:lnTo>
                  <a:pt x="7725" y="4941"/>
                </a:lnTo>
                <a:lnTo>
                  <a:pt x="7725" y="4940"/>
                </a:lnTo>
                <a:lnTo>
                  <a:pt x="7726" y="4939"/>
                </a:lnTo>
                <a:lnTo>
                  <a:pt x="7727" y="4939"/>
                </a:lnTo>
                <a:lnTo>
                  <a:pt x="7727" y="4938"/>
                </a:lnTo>
                <a:lnTo>
                  <a:pt x="7728" y="4938"/>
                </a:lnTo>
                <a:lnTo>
                  <a:pt x="7729" y="4938"/>
                </a:lnTo>
                <a:lnTo>
                  <a:pt x="7729" y="4936"/>
                </a:lnTo>
                <a:lnTo>
                  <a:pt x="7730" y="4935"/>
                </a:lnTo>
                <a:lnTo>
                  <a:pt x="7731" y="4934"/>
                </a:lnTo>
                <a:lnTo>
                  <a:pt x="7731" y="4933"/>
                </a:lnTo>
                <a:lnTo>
                  <a:pt x="7732" y="4930"/>
                </a:lnTo>
                <a:lnTo>
                  <a:pt x="7733" y="4929"/>
                </a:lnTo>
                <a:lnTo>
                  <a:pt x="7733" y="4928"/>
                </a:lnTo>
                <a:lnTo>
                  <a:pt x="7732" y="4926"/>
                </a:lnTo>
                <a:lnTo>
                  <a:pt x="7733" y="4926"/>
                </a:lnTo>
                <a:lnTo>
                  <a:pt x="7734" y="4925"/>
                </a:lnTo>
                <a:lnTo>
                  <a:pt x="7735" y="4924"/>
                </a:lnTo>
                <a:lnTo>
                  <a:pt x="7735" y="4923"/>
                </a:lnTo>
                <a:lnTo>
                  <a:pt x="7735" y="4922"/>
                </a:lnTo>
                <a:lnTo>
                  <a:pt x="7735" y="4921"/>
                </a:lnTo>
                <a:lnTo>
                  <a:pt x="7736" y="4921"/>
                </a:lnTo>
                <a:lnTo>
                  <a:pt x="7737" y="4920"/>
                </a:lnTo>
                <a:lnTo>
                  <a:pt x="7738" y="4920"/>
                </a:lnTo>
                <a:lnTo>
                  <a:pt x="7739" y="4919"/>
                </a:lnTo>
                <a:lnTo>
                  <a:pt x="7746" y="4916"/>
                </a:lnTo>
                <a:lnTo>
                  <a:pt x="7747" y="4915"/>
                </a:lnTo>
                <a:lnTo>
                  <a:pt x="7748" y="4914"/>
                </a:lnTo>
                <a:lnTo>
                  <a:pt x="7749" y="4914"/>
                </a:lnTo>
                <a:lnTo>
                  <a:pt x="7750" y="4912"/>
                </a:lnTo>
                <a:lnTo>
                  <a:pt x="7752" y="4910"/>
                </a:lnTo>
                <a:lnTo>
                  <a:pt x="7752" y="4909"/>
                </a:lnTo>
                <a:lnTo>
                  <a:pt x="7753" y="4909"/>
                </a:lnTo>
                <a:lnTo>
                  <a:pt x="7754" y="4908"/>
                </a:lnTo>
                <a:lnTo>
                  <a:pt x="7755" y="4906"/>
                </a:lnTo>
                <a:lnTo>
                  <a:pt x="7756" y="4906"/>
                </a:lnTo>
                <a:lnTo>
                  <a:pt x="7757" y="4906"/>
                </a:lnTo>
                <a:lnTo>
                  <a:pt x="7759" y="4905"/>
                </a:lnTo>
                <a:lnTo>
                  <a:pt x="7759" y="4904"/>
                </a:lnTo>
                <a:lnTo>
                  <a:pt x="7760" y="4903"/>
                </a:lnTo>
                <a:lnTo>
                  <a:pt x="7761" y="4903"/>
                </a:lnTo>
                <a:lnTo>
                  <a:pt x="7762" y="4903"/>
                </a:lnTo>
                <a:lnTo>
                  <a:pt x="7763" y="4903"/>
                </a:lnTo>
                <a:lnTo>
                  <a:pt x="7763" y="4904"/>
                </a:lnTo>
                <a:lnTo>
                  <a:pt x="7765" y="4905"/>
                </a:lnTo>
                <a:lnTo>
                  <a:pt x="7766" y="4905"/>
                </a:lnTo>
                <a:lnTo>
                  <a:pt x="7767" y="4905"/>
                </a:lnTo>
                <a:lnTo>
                  <a:pt x="7767" y="4904"/>
                </a:lnTo>
                <a:lnTo>
                  <a:pt x="7768" y="4904"/>
                </a:lnTo>
                <a:lnTo>
                  <a:pt x="7768" y="4903"/>
                </a:lnTo>
                <a:lnTo>
                  <a:pt x="7770" y="4902"/>
                </a:lnTo>
                <a:lnTo>
                  <a:pt x="7771" y="4902"/>
                </a:lnTo>
                <a:lnTo>
                  <a:pt x="7770" y="4903"/>
                </a:lnTo>
                <a:lnTo>
                  <a:pt x="7770" y="4904"/>
                </a:lnTo>
                <a:lnTo>
                  <a:pt x="7770" y="4905"/>
                </a:lnTo>
                <a:lnTo>
                  <a:pt x="7769" y="4906"/>
                </a:lnTo>
                <a:lnTo>
                  <a:pt x="7768" y="4908"/>
                </a:lnTo>
                <a:lnTo>
                  <a:pt x="7768" y="4911"/>
                </a:lnTo>
                <a:lnTo>
                  <a:pt x="7769" y="4912"/>
                </a:lnTo>
                <a:lnTo>
                  <a:pt x="7769" y="4914"/>
                </a:lnTo>
                <a:lnTo>
                  <a:pt x="7770" y="4914"/>
                </a:lnTo>
                <a:lnTo>
                  <a:pt x="7770" y="4915"/>
                </a:lnTo>
                <a:lnTo>
                  <a:pt x="7771" y="4916"/>
                </a:lnTo>
                <a:lnTo>
                  <a:pt x="7772" y="4916"/>
                </a:lnTo>
                <a:lnTo>
                  <a:pt x="7774" y="4915"/>
                </a:lnTo>
                <a:lnTo>
                  <a:pt x="7774" y="4914"/>
                </a:lnTo>
                <a:lnTo>
                  <a:pt x="7775" y="4914"/>
                </a:lnTo>
                <a:lnTo>
                  <a:pt x="7776" y="4914"/>
                </a:lnTo>
                <a:lnTo>
                  <a:pt x="7777" y="4914"/>
                </a:lnTo>
                <a:lnTo>
                  <a:pt x="7777" y="4913"/>
                </a:lnTo>
                <a:lnTo>
                  <a:pt x="7777" y="4912"/>
                </a:lnTo>
                <a:lnTo>
                  <a:pt x="7778" y="4911"/>
                </a:lnTo>
                <a:lnTo>
                  <a:pt x="7779" y="4910"/>
                </a:lnTo>
                <a:lnTo>
                  <a:pt x="7779" y="4909"/>
                </a:lnTo>
                <a:lnTo>
                  <a:pt x="7778" y="4909"/>
                </a:lnTo>
                <a:lnTo>
                  <a:pt x="7778" y="4908"/>
                </a:lnTo>
                <a:lnTo>
                  <a:pt x="7778" y="4906"/>
                </a:lnTo>
                <a:lnTo>
                  <a:pt x="7779" y="4905"/>
                </a:lnTo>
                <a:lnTo>
                  <a:pt x="7779" y="4904"/>
                </a:lnTo>
                <a:lnTo>
                  <a:pt x="7779" y="4902"/>
                </a:lnTo>
                <a:lnTo>
                  <a:pt x="7781" y="4902"/>
                </a:lnTo>
                <a:lnTo>
                  <a:pt x="7782" y="4901"/>
                </a:lnTo>
                <a:lnTo>
                  <a:pt x="7782" y="4900"/>
                </a:lnTo>
                <a:lnTo>
                  <a:pt x="7781" y="4900"/>
                </a:lnTo>
                <a:lnTo>
                  <a:pt x="7780" y="4900"/>
                </a:lnTo>
                <a:lnTo>
                  <a:pt x="7779" y="4899"/>
                </a:lnTo>
                <a:lnTo>
                  <a:pt x="7778" y="4899"/>
                </a:lnTo>
                <a:lnTo>
                  <a:pt x="7777" y="4899"/>
                </a:lnTo>
                <a:lnTo>
                  <a:pt x="7773" y="4899"/>
                </a:lnTo>
                <a:lnTo>
                  <a:pt x="7773" y="4900"/>
                </a:lnTo>
                <a:lnTo>
                  <a:pt x="7772" y="4900"/>
                </a:lnTo>
                <a:lnTo>
                  <a:pt x="7770" y="4900"/>
                </a:lnTo>
                <a:lnTo>
                  <a:pt x="7769" y="4900"/>
                </a:lnTo>
                <a:lnTo>
                  <a:pt x="7768" y="4900"/>
                </a:lnTo>
                <a:lnTo>
                  <a:pt x="7769" y="4900"/>
                </a:lnTo>
                <a:lnTo>
                  <a:pt x="7768" y="4901"/>
                </a:lnTo>
                <a:lnTo>
                  <a:pt x="7767" y="4901"/>
                </a:lnTo>
                <a:lnTo>
                  <a:pt x="7766" y="4901"/>
                </a:lnTo>
                <a:lnTo>
                  <a:pt x="7765" y="4902"/>
                </a:lnTo>
                <a:lnTo>
                  <a:pt x="7764" y="4902"/>
                </a:lnTo>
                <a:lnTo>
                  <a:pt x="7764" y="4901"/>
                </a:lnTo>
                <a:lnTo>
                  <a:pt x="7763" y="4899"/>
                </a:lnTo>
                <a:lnTo>
                  <a:pt x="7764" y="4899"/>
                </a:lnTo>
                <a:lnTo>
                  <a:pt x="7764" y="4898"/>
                </a:lnTo>
                <a:lnTo>
                  <a:pt x="7765" y="4898"/>
                </a:lnTo>
                <a:lnTo>
                  <a:pt x="7766" y="4896"/>
                </a:lnTo>
                <a:lnTo>
                  <a:pt x="7767" y="4896"/>
                </a:lnTo>
                <a:lnTo>
                  <a:pt x="7768" y="4895"/>
                </a:lnTo>
                <a:lnTo>
                  <a:pt x="7769" y="4893"/>
                </a:lnTo>
                <a:lnTo>
                  <a:pt x="7769" y="4892"/>
                </a:lnTo>
                <a:lnTo>
                  <a:pt x="7770" y="4891"/>
                </a:lnTo>
                <a:lnTo>
                  <a:pt x="7770" y="4890"/>
                </a:lnTo>
                <a:lnTo>
                  <a:pt x="7770" y="4889"/>
                </a:lnTo>
                <a:lnTo>
                  <a:pt x="7771" y="4888"/>
                </a:lnTo>
                <a:lnTo>
                  <a:pt x="7772" y="4888"/>
                </a:lnTo>
                <a:lnTo>
                  <a:pt x="7773" y="4888"/>
                </a:lnTo>
                <a:lnTo>
                  <a:pt x="7775" y="4887"/>
                </a:lnTo>
                <a:lnTo>
                  <a:pt x="7775" y="4886"/>
                </a:lnTo>
                <a:lnTo>
                  <a:pt x="7778" y="4885"/>
                </a:lnTo>
                <a:lnTo>
                  <a:pt x="7780" y="4884"/>
                </a:lnTo>
                <a:lnTo>
                  <a:pt x="7781" y="4884"/>
                </a:lnTo>
                <a:lnTo>
                  <a:pt x="7782" y="4883"/>
                </a:lnTo>
                <a:lnTo>
                  <a:pt x="7782" y="4882"/>
                </a:lnTo>
                <a:lnTo>
                  <a:pt x="7783" y="4882"/>
                </a:lnTo>
                <a:lnTo>
                  <a:pt x="7785" y="4883"/>
                </a:lnTo>
                <a:lnTo>
                  <a:pt x="7786" y="4882"/>
                </a:lnTo>
                <a:lnTo>
                  <a:pt x="7787" y="4881"/>
                </a:lnTo>
                <a:lnTo>
                  <a:pt x="7787" y="4882"/>
                </a:lnTo>
                <a:lnTo>
                  <a:pt x="7789" y="4881"/>
                </a:lnTo>
                <a:lnTo>
                  <a:pt x="7790" y="4879"/>
                </a:lnTo>
                <a:lnTo>
                  <a:pt x="7790" y="4878"/>
                </a:lnTo>
                <a:lnTo>
                  <a:pt x="7790" y="4877"/>
                </a:lnTo>
                <a:lnTo>
                  <a:pt x="7791" y="4876"/>
                </a:lnTo>
                <a:lnTo>
                  <a:pt x="7793" y="4877"/>
                </a:lnTo>
                <a:lnTo>
                  <a:pt x="7793" y="4878"/>
                </a:lnTo>
                <a:lnTo>
                  <a:pt x="7795" y="4878"/>
                </a:lnTo>
                <a:lnTo>
                  <a:pt x="7795" y="4877"/>
                </a:lnTo>
                <a:lnTo>
                  <a:pt x="7797" y="4877"/>
                </a:lnTo>
                <a:lnTo>
                  <a:pt x="7798" y="4878"/>
                </a:lnTo>
                <a:lnTo>
                  <a:pt x="7797" y="4880"/>
                </a:lnTo>
                <a:lnTo>
                  <a:pt x="7798" y="4880"/>
                </a:lnTo>
                <a:lnTo>
                  <a:pt x="7801" y="4880"/>
                </a:lnTo>
                <a:lnTo>
                  <a:pt x="7802" y="4881"/>
                </a:lnTo>
                <a:lnTo>
                  <a:pt x="7801" y="4882"/>
                </a:lnTo>
                <a:lnTo>
                  <a:pt x="7802" y="4884"/>
                </a:lnTo>
                <a:lnTo>
                  <a:pt x="7803" y="4884"/>
                </a:lnTo>
                <a:lnTo>
                  <a:pt x="7804" y="4883"/>
                </a:lnTo>
                <a:lnTo>
                  <a:pt x="7805" y="4883"/>
                </a:lnTo>
                <a:lnTo>
                  <a:pt x="7805" y="4884"/>
                </a:lnTo>
                <a:lnTo>
                  <a:pt x="7806" y="4886"/>
                </a:lnTo>
                <a:lnTo>
                  <a:pt x="7805" y="4886"/>
                </a:lnTo>
                <a:lnTo>
                  <a:pt x="7805" y="4887"/>
                </a:lnTo>
                <a:lnTo>
                  <a:pt x="7803" y="4888"/>
                </a:lnTo>
                <a:lnTo>
                  <a:pt x="7804" y="4888"/>
                </a:lnTo>
                <a:lnTo>
                  <a:pt x="7804" y="4889"/>
                </a:lnTo>
                <a:lnTo>
                  <a:pt x="7804" y="4890"/>
                </a:lnTo>
                <a:lnTo>
                  <a:pt x="7805" y="4891"/>
                </a:lnTo>
                <a:lnTo>
                  <a:pt x="7805" y="4892"/>
                </a:lnTo>
                <a:lnTo>
                  <a:pt x="7805" y="4893"/>
                </a:lnTo>
                <a:lnTo>
                  <a:pt x="7806" y="4893"/>
                </a:lnTo>
                <a:lnTo>
                  <a:pt x="7807" y="4893"/>
                </a:lnTo>
                <a:lnTo>
                  <a:pt x="7807" y="4894"/>
                </a:lnTo>
                <a:lnTo>
                  <a:pt x="7806" y="4894"/>
                </a:lnTo>
                <a:lnTo>
                  <a:pt x="7805" y="4894"/>
                </a:lnTo>
                <a:lnTo>
                  <a:pt x="7805" y="4895"/>
                </a:lnTo>
                <a:lnTo>
                  <a:pt x="7802" y="4902"/>
                </a:lnTo>
                <a:lnTo>
                  <a:pt x="7802" y="4903"/>
                </a:lnTo>
                <a:lnTo>
                  <a:pt x="7802" y="4904"/>
                </a:lnTo>
                <a:lnTo>
                  <a:pt x="7803" y="4909"/>
                </a:lnTo>
                <a:lnTo>
                  <a:pt x="7804" y="4910"/>
                </a:lnTo>
                <a:lnTo>
                  <a:pt x="7806" y="4910"/>
                </a:lnTo>
                <a:lnTo>
                  <a:pt x="7808" y="4911"/>
                </a:lnTo>
                <a:lnTo>
                  <a:pt x="7808" y="4912"/>
                </a:lnTo>
                <a:lnTo>
                  <a:pt x="7809" y="4913"/>
                </a:lnTo>
                <a:lnTo>
                  <a:pt x="7809" y="4914"/>
                </a:lnTo>
                <a:lnTo>
                  <a:pt x="7808" y="4914"/>
                </a:lnTo>
                <a:lnTo>
                  <a:pt x="7807" y="4915"/>
                </a:lnTo>
                <a:lnTo>
                  <a:pt x="7808" y="4915"/>
                </a:lnTo>
                <a:lnTo>
                  <a:pt x="7808" y="4916"/>
                </a:lnTo>
                <a:lnTo>
                  <a:pt x="7807" y="4916"/>
                </a:lnTo>
                <a:lnTo>
                  <a:pt x="7806" y="4916"/>
                </a:lnTo>
                <a:lnTo>
                  <a:pt x="7806" y="4917"/>
                </a:lnTo>
                <a:lnTo>
                  <a:pt x="7806" y="4918"/>
                </a:lnTo>
                <a:lnTo>
                  <a:pt x="7807" y="4918"/>
                </a:lnTo>
                <a:lnTo>
                  <a:pt x="7806" y="4919"/>
                </a:lnTo>
                <a:lnTo>
                  <a:pt x="7807" y="4920"/>
                </a:lnTo>
                <a:lnTo>
                  <a:pt x="7807" y="4921"/>
                </a:lnTo>
                <a:lnTo>
                  <a:pt x="7807" y="4920"/>
                </a:lnTo>
                <a:lnTo>
                  <a:pt x="7803" y="4925"/>
                </a:lnTo>
                <a:lnTo>
                  <a:pt x="7803" y="4926"/>
                </a:lnTo>
                <a:lnTo>
                  <a:pt x="7802" y="4928"/>
                </a:lnTo>
                <a:lnTo>
                  <a:pt x="7801" y="4928"/>
                </a:lnTo>
                <a:lnTo>
                  <a:pt x="7801" y="4929"/>
                </a:lnTo>
                <a:lnTo>
                  <a:pt x="7802" y="4931"/>
                </a:lnTo>
                <a:lnTo>
                  <a:pt x="7802" y="4932"/>
                </a:lnTo>
                <a:lnTo>
                  <a:pt x="7802" y="4933"/>
                </a:lnTo>
                <a:lnTo>
                  <a:pt x="7801" y="4933"/>
                </a:lnTo>
                <a:lnTo>
                  <a:pt x="7801" y="4934"/>
                </a:lnTo>
                <a:lnTo>
                  <a:pt x="7802" y="4935"/>
                </a:lnTo>
                <a:lnTo>
                  <a:pt x="7804" y="4937"/>
                </a:lnTo>
                <a:lnTo>
                  <a:pt x="7805" y="4938"/>
                </a:lnTo>
                <a:lnTo>
                  <a:pt x="7806" y="4938"/>
                </a:lnTo>
                <a:lnTo>
                  <a:pt x="7805" y="4940"/>
                </a:lnTo>
                <a:lnTo>
                  <a:pt x="7805" y="4941"/>
                </a:lnTo>
                <a:lnTo>
                  <a:pt x="7804" y="4941"/>
                </a:lnTo>
                <a:lnTo>
                  <a:pt x="7803" y="4943"/>
                </a:lnTo>
                <a:lnTo>
                  <a:pt x="7803" y="4944"/>
                </a:lnTo>
                <a:lnTo>
                  <a:pt x="7804" y="4944"/>
                </a:lnTo>
                <a:lnTo>
                  <a:pt x="7805" y="4947"/>
                </a:lnTo>
                <a:lnTo>
                  <a:pt x="7805" y="4948"/>
                </a:lnTo>
                <a:lnTo>
                  <a:pt x="7804" y="4949"/>
                </a:lnTo>
                <a:lnTo>
                  <a:pt x="7805" y="4949"/>
                </a:lnTo>
                <a:lnTo>
                  <a:pt x="7809" y="4948"/>
                </a:lnTo>
                <a:lnTo>
                  <a:pt x="7812" y="4949"/>
                </a:lnTo>
                <a:lnTo>
                  <a:pt x="7812" y="4950"/>
                </a:lnTo>
                <a:lnTo>
                  <a:pt x="7813" y="4950"/>
                </a:lnTo>
                <a:lnTo>
                  <a:pt x="7814" y="4949"/>
                </a:lnTo>
                <a:lnTo>
                  <a:pt x="7814" y="4948"/>
                </a:lnTo>
                <a:lnTo>
                  <a:pt x="7814" y="4947"/>
                </a:lnTo>
                <a:lnTo>
                  <a:pt x="7815" y="4947"/>
                </a:lnTo>
                <a:lnTo>
                  <a:pt x="7816" y="4948"/>
                </a:lnTo>
                <a:lnTo>
                  <a:pt x="7816" y="4949"/>
                </a:lnTo>
                <a:lnTo>
                  <a:pt x="7815" y="4950"/>
                </a:lnTo>
                <a:lnTo>
                  <a:pt x="7815" y="4951"/>
                </a:lnTo>
                <a:lnTo>
                  <a:pt x="7814" y="4951"/>
                </a:lnTo>
                <a:lnTo>
                  <a:pt x="7813" y="4952"/>
                </a:lnTo>
                <a:lnTo>
                  <a:pt x="7812" y="4952"/>
                </a:lnTo>
                <a:lnTo>
                  <a:pt x="7812" y="4953"/>
                </a:lnTo>
                <a:lnTo>
                  <a:pt x="7812" y="4954"/>
                </a:lnTo>
                <a:lnTo>
                  <a:pt x="7812" y="4955"/>
                </a:lnTo>
                <a:lnTo>
                  <a:pt x="7812" y="4957"/>
                </a:lnTo>
                <a:lnTo>
                  <a:pt x="7813" y="4957"/>
                </a:lnTo>
                <a:lnTo>
                  <a:pt x="7814" y="4958"/>
                </a:lnTo>
                <a:lnTo>
                  <a:pt x="7815" y="4960"/>
                </a:lnTo>
                <a:lnTo>
                  <a:pt x="7814" y="4962"/>
                </a:lnTo>
                <a:lnTo>
                  <a:pt x="7813" y="4962"/>
                </a:lnTo>
                <a:lnTo>
                  <a:pt x="7813" y="4961"/>
                </a:lnTo>
                <a:lnTo>
                  <a:pt x="7812" y="4960"/>
                </a:lnTo>
                <a:lnTo>
                  <a:pt x="7811" y="4960"/>
                </a:lnTo>
                <a:lnTo>
                  <a:pt x="7811" y="4961"/>
                </a:lnTo>
                <a:lnTo>
                  <a:pt x="7810" y="4963"/>
                </a:lnTo>
                <a:lnTo>
                  <a:pt x="7810" y="4965"/>
                </a:lnTo>
                <a:lnTo>
                  <a:pt x="7810" y="4966"/>
                </a:lnTo>
                <a:lnTo>
                  <a:pt x="7810" y="4967"/>
                </a:lnTo>
                <a:lnTo>
                  <a:pt x="7809" y="4967"/>
                </a:lnTo>
                <a:lnTo>
                  <a:pt x="7808" y="4968"/>
                </a:lnTo>
                <a:lnTo>
                  <a:pt x="7807" y="4968"/>
                </a:lnTo>
                <a:lnTo>
                  <a:pt x="7805" y="4968"/>
                </a:lnTo>
                <a:lnTo>
                  <a:pt x="7804" y="4970"/>
                </a:lnTo>
                <a:lnTo>
                  <a:pt x="7801" y="4972"/>
                </a:lnTo>
                <a:lnTo>
                  <a:pt x="7801" y="4973"/>
                </a:lnTo>
                <a:lnTo>
                  <a:pt x="7800" y="4974"/>
                </a:lnTo>
                <a:lnTo>
                  <a:pt x="7799" y="4974"/>
                </a:lnTo>
                <a:lnTo>
                  <a:pt x="7798" y="4974"/>
                </a:lnTo>
                <a:lnTo>
                  <a:pt x="7797" y="4974"/>
                </a:lnTo>
                <a:lnTo>
                  <a:pt x="7797" y="4975"/>
                </a:lnTo>
                <a:lnTo>
                  <a:pt x="7796" y="4976"/>
                </a:lnTo>
                <a:lnTo>
                  <a:pt x="7795" y="4977"/>
                </a:lnTo>
                <a:lnTo>
                  <a:pt x="7794" y="4977"/>
                </a:lnTo>
                <a:lnTo>
                  <a:pt x="7790" y="4978"/>
                </a:lnTo>
                <a:lnTo>
                  <a:pt x="7789" y="4978"/>
                </a:lnTo>
                <a:lnTo>
                  <a:pt x="7788" y="4978"/>
                </a:lnTo>
                <a:lnTo>
                  <a:pt x="7787" y="4977"/>
                </a:lnTo>
                <a:lnTo>
                  <a:pt x="7786" y="4977"/>
                </a:lnTo>
                <a:lnTo>
                  <a:pt x="7785" y="4977"/>
                </a:lnTo>
                <a:lnTo>
                  <a:pt x="7784" y="4976"/>
                </a:lnTo>
                <a:lnTo>
                  <a:pt x="7783" y="4975"/>
                </a:lnTo>
                <a:lnTo>
                  <a:pt x="7783" y="4974"/>
                </a:lnTo>
                <a:lnTo>
                  <a:pt x="7783" y="4971"/>
                </a:lnTo>
                <a:lnTo>
                  <a:pt x="7783" y="4970"/>
                </a:lnTo>
                <a:lnTo>
                  <a:pt x="7784" y="4965"/>
                </a:lnTo>
                <a:lnTo>
                  <a:pt x="7784" y="4964"/>
                </a:lnTo>
                <a:lnTo>
                  <a:pt x="7783" y="4963"/>
                </a:lnTo>
                <a:lnTo>
                  <a:pt x="7784" y="4961"/>
                </a:lnTo>
                <a:lnTo>
                  <a:pt x="7784" y="4960"/>
                </a:lnTo>
                <a:lnTo>
                  <a:pt x="7783" y="4959"/>
                </a:lnTo>
                <a:lnTo>
                  <a:pt x="7783" y="4957"/>
                </a:lnTo>
                <a:lnTo>
                  <a:pt x="7782" y="4957"/>
                </a:lnTo>
                <a:lnTo>
                  <a:pt x="7782" y="4956"/>
                </a:lnTo>
                <a:lnTo>
                  <a:pt x="7783" y="4953"/>
                </a:lnTo>
                <a:lnTo>
                  <a:pt x="7784" y="4952"/>
                </a:lnTo>
                <a:lnTo>
                  <a:pt x="7783" y="4950"/>
                </a:lnTo>
                <a:lnTo>
                  <a:pt x="7783" y="4949"/>
                </a:lnTo>
                <a:lnTo>
                  <a:pt x="7784" y="4947"/>
                </a:lnTo>
                <a:lnTo>
                  <a:pt x="7785" y="4947"/>
                </a:lnTo>
                <a:lnTo>
                  <a:pt x="7786" y="4946"/>
                </a:lnTo>
                <a:lnTo>
                  <a:pt x="7786" y="4945"/>
                </a:lnTo>
                <a:lnTo>
                  <a:pt x="7787" y="4944"/>
                </a:lnTo>
                <a:lnTo>
                  <a:pt x="7788" y="4944"/>
                </a:lnTo>
                <a:lnTo>
                  <a:pt x="7788" y="4943"/>
                </a:lnTo>
                <a:lnTo>
                  <a:pt x="7788" y="4942"/>
                </a:lnTo>
                <a:lnTo>
                  <a:pt x="7786" y="4942"/>
                </a:lnTo>
                <a:lnTo>
                  <a:pt x="7784" y="4942"/>
                </a:lnTo>
                <a:lnTo>
                  <a:pt x="7783" y="4942"/>
                </a:lnTo>
                <a:lnTo>
                  <a:pt x="7782" y="4942"/>
                </a:lnTo>
                <a:lnTo>
                  <a:pt x="7781" y="4943"/>
                </a:lnTo>
                <a:lnTo>
                  <a:pt x="7782" y="4945"/>
                </a:lnTo>
                <a:lnTo>
                  <a:pt x="7782" y="4946"/>
                </a:lnTo>
                <a:lnTo>
                  <a:pt x="7780" y="4946"/>
                </a:lnTo>
                <a:lnTo>
                  <a:pt x="7780" y="4945"/>
                </a:lnTo>
                <a:lnTo>
                  <a:pt x="7779" y="4944"/>
                </a:lnTo>
                <a:lnTo>
                  <a:pt x="7780" y="4943"/>
                </a:lnTo>
                <a:lnTo>
                  <a:pt x="7781" y="4943"/>
                </a:lnTo>
                <a:lnTo>
                  <a:pt x="7781" y="4942"/>
                </a:lnTo>
                <a:lnTo>
                  <a:pt x="7780" y="4942"/>
                </a:lnTo>
                <a:lnTo>
                  <a:pt x="7780" y="4941"/>
                </a:lnTo>
                <a:lnTo>
                  <a:pt x="7781" y="4941"/>
                </a:lnTo>
                <a:lnTo>
                  <a:pt x="7781" y="4940"/>
                </a:lnTo>
                <a:lnTo>
                  <a:pt x="7780" y="4940"/>
                </a:lnTo>
                <a:lnTo>
                  <a:pt x="7780" y="4939"/>
                </a:lnTo>
                <a:lnTo>
                  <a:pt x="7781" y="4939"/>
                </a:lnTo>
                <a:lnTo>
                  <a:pt x="7781" y="4938"/>
                </a:lnTo>
                <a:lnTo>
                  <a:pt x="7781" y="4937"/>
                </a:lnTo>
                <a:lnTo>
                  <a:pt x="7780" y="4937"/>
                </a:lnTo>
                <a:lnTo>
                  <a:pt x="7780" y="4938"/>
                </a:lnTo>
                <a:lnTo>
                  <a:pt x="7779" y="4938"/>
                </a:lnTo>
                <a:lnTo>
                  <a:pt x="7779" y="4937"/>
                </a:lnTo>
                <a:lnTo>
                  <a:pt x="7778" y="4937"/>
                </a:lnTo>
                <a:lnTo>
                  <a:pt x="7779" y="4936"/>
                </a:lnTo>
                <a:lnTo>
                  <a:pt x="7780" y="4936"/>
                </a:lnTo>
                <a:lnTo>
                  <a:pt x="7780" y="4935"/>
                </a:lnTo>
                <a:lnTo>
                  <a:pt x="7781" y="4935"/>
                </a:lnTo>
                <a:lnTo>
                  <a:pt x="7781" y="4934"/>
                </a:lnTo>
                <a:lnTo>
                  <a:pt x="7779" y="4934"/>
                </a:lnTo>
                <a:lnTo>
                  <a:pt x="7779" y="4935"/>
                </a:lnTo>
                <a:lnTo>
                  <a:pt x="7778" y="4936"/>
                </a:lnTo>
                <a:lnTo>
                  <a:pt x="7777" y="4936"/>
                </a:lnTo>
                <a:lnTo>
                  <a:pt x="7777" y="4937"/>
                </a:lnTo>
                <a:lnTo>
                  <a:pt x="7776" y="4937"/>
                </a:lnTo>
                <a:lnTo>
                  <a:pt x="7775" y="4938"/>
                </a:lnTo>
                <a:lnTo>
                  <a:pt x="7775" y="4939"/>
                </a:lnTo>
                <a:lnTo>
                  <a:pt x="7775" y="4940"/>
                </a:lnTo>
                <a:lnTo>
                  <a:pt x="7777" y="4940"/>
                </a:lnTo>
                <a:lnTo>
                  <a:pt x="7778" y="4940"/>
                </a:lnTo>
                <a:lnTo>
                  <a:pt x="7779" y="4941"/>
                </a:lnTo>
                <a:lnTo>
                  <a:pt x="7778" y="4942"/>
                </a:lnTo>
                <a:lnTo>
                  <a:pt x="7778" y="4943"/>
                </a:lnTo>
                <a:lnTo>
                  <a:pt x="7777" y="4942"/>
                </a:lnTo>
                <a:lnTo>
                  <a:pt x="7777" y="4943"/>
                </a:lnTo>
                <a:lnTo>
                  <a:pt x="7777" y="4944"/>
                </a:lnTo>
                <a:lnTo>
                  <a:pt x="7777" y="4945"/>
                </a:lnTo>
                <a:lnTo>
                  <a:pt x="7778" y="4945"/>
                </a:lnTo>
                <a:lnTo>
                  <a:pt x="7779" y="4946"/>
                </a:lnTo>
                <a:lnTo>
                  <a:pt x="7779" y="4947"/>
                </a:lnTo>
                <a:lnTo>
                  <a:pt x="7779" y="4948"/>
                </a:lnTo>
                <a:lnTo>
                  <a:pt x="7779" y="4949"/>
                </a:lnTo>
                <a:lnTo>
                  <a:pt x="7779" y="4951"/>
                </a:lnTo>
                <a:lnTo>
                  <a:pt x="7779" y="4953"/>
                </a:lnTo>
                <a:lnTo>
                  <a:pt x="7780" y="4954"/>
                </a:lnTo>
                <a:lnTo>
                  <a:pt x="7780" y="4955"/>
                </a:lnTo>
                <a:lnTo>
                  <a:pt x="7781" y="4957"/>
                </a:lnTo>
                <a:lnTo>
                  <a:pt x="7780" y="4961"/>
                </a:lnTo>
                <a:lnTo>
                  <a:pt x="7780" y="4963"/>
                </a:lnTo>
                <a:lnTo>
                  <a:pt x="7779" y="4966"/>
                </a:lnTo>
                <a:lnTo>
                  <a:pt x="7779" y="4967"/>
                </a:lnTo>
                <a:lnTo>
                  <a:pt x="7779" y="4968"/>
                </a:lnTo>
                <a:lnTo>
                  <a:pt x="7779" y="4970"/>
                </a:lnTo>
                <a:lnTo>
                  <a:pt x="7779" y="4971"/>
                </a:lnTo>
                <a:lnTo>
                  <a:pt x="7779" y="4972"/>
                </a:lnTo>
                <a:lnTo>
                  <a:pt x="7779" y="4974"/>
                </a:lnTo>
                <a:lnTo>
                  <a:pt x="7779" y="4975"/>
                </a:lnTo>
                <a:lnTo>
                  <a:pt x="7779" y="4976"/>
                </a:lnTo>
                <a:lnTo>
                  <a:pt x="7779" y="4977"/>
                </a:lnTo>
                <a:lnTo>
                  <a:pt x="7779" y="4978"/>
                </a:lnTo>
                <a:lnTo>
                  <a:pt x="7779" y="4979"/>
                </a:lnTo>
                <a:lnTo>
                  <a:pt x="7779" y="4981"/>
                </a:lnTo>
                <a:lnTo>
                  <a:pt x="7778" y="4981"/>
                </a:lnTo>
                <a:lnTo>
                  <a:pt x="7778" y="4982"/>
                </a:lnTo>
                <a:lnTo>
                  <a:pt x="7777" y="4982"/>
                </a:lnTo>
                <a:lnTo>
                  <a:pt x="7775" y="4984"/>
                </a:lnTo>
                <a:lnTo>
                  <a:pt x="7774" y="4985"/>
                </a:lnTo>
                <a:lnTo>
                  <a:pt x="7772" y="4986"/>
                </a:lnTo>
                <a:lnTo>
                  <a:pt x="7772" y="4987"/>
                </a:lnTo>
                <a:lnTo>
                  <a:pt x="7771" y="4987"/>
                </a:lnTo>
                <a:lnTo>
                  <a:pt x="7770" y="4986"/>
                </a:lnTo>
                <a:lnTo>
                  <a:pt x="7769" y="4986"/>
                </a:lnTo>
                <a:lnTo>
                  <a:pt x="7768" y="4986"/>
                </a:lnTo>
                <a:lnTo>
                  <a:pt x="7767" y="4985"/>
                </a:lnTo>
                <a:lnTo>
                  <a:pt x="7766" y="4984"/>
                </a:lnTo>
                <a:lnTo>
                  <a:pt x="7765" y="4984"/>
                </a:lnTo>
                <a:lnTo>
                  <a:pt x="7765" y="4983"/>
                </a:lnTo>
                <a:lnTo>
                  <a:pt x="7764" y="4983"/>
                </a:lnTo>
                <a:lnTo>
                  <a:pt x="7764" y="4982"/>
                </a:lnTo>
                <a:lnTo>
                  <a:pt x="7763" y="4982"/>
                </a:lnTo>
                <a:lnTo>
                  <a:pt x="7763" y="4981"/>
                </a:lnTo>
                <a:lnTo>
                  <a:pt x="7758" y="4979"/>
                </a:lnTo>
                <a:lnTo>
                  <a:pt x="7758" y="4978"/>
                </a:lnTo>
                <a:lnTo>
                  <a:pt x="7756" y="4978"/>
                </a:lnTo>
                <a:lnTo>
                  <a:pt x="7756" y="4977"/>
                </a:lnTo>
                <a:lnTo>
                  <a:pt x="7754" y="4974"/>
                </a:lnTo>
                <a:lnTo>
                  <a:pt x="7753" y="4973"/>
                </a:lnTo>
                <a:lnTo>
                  <a:pt x="7753" y="4972"/>
                </a:lnTo>
                <a:lnTo>
                  <a:pt x="7751" y="4970"/>
                </a:lnTo>
                <a:lnTo>
                  <a:pt x="7750" y="4968"/>
                </a:lnTo>
                <a:lnTo>
                  <a:pt x="7749" y="4967"/>
                </a:lnTo>
                <a:lnTo>
                  <a:pt x="7749" y="4965"/>
                </a:lnTo>
                <a:lnTo>
                  <a:pt x="7749" y="4962"/>
                </a:lnTo>
                <a:lnTo>
                  <a:pt x="7748" y="4962"/>
                </a:lnTo>
                <a:lnTo>
                  <a:pt x="7747" y="4963"/>
                </a:lnTo>
                <a:lnTo>
                  <a:pt x="7746" y="4964"/>
                </a:lnTo>
                <a:lnTo>
                  <a:pt x="7745" y="4965"/>
                </a:lnTo>
                <a:lnTo>
                  <a:pt x="7745" y="4964"/>
                </a:lnTo>
                <a:lnTo>
                  <a:pt x="7743" y="4964"/>
                </a:lnTo>
                <a:lnTo>
                  <a:pt x="7742" y="4963"/>
                </a:lnTo>
                <a:lnTo>
                  <a:pt x="7741" y="4963"/>
                </a:lnTo>
                <a:lnTo>
                  <a:pt x="7739" y="4962"/>
                </a:lnTo>
                <a:lnTo>
                  <a:pt x="7738" y="4962"/>
                </a:lnTo>
                <a:lnTo>
                  <a:pt x="7737" y="4962"/>
                </a:lnTo>
                <a:lnTo>
                  <a:pt x="7736" y="4963"/>
                </a:lnTo>
                <a:lnTo>
                  <a:pt x="7736" y="4964"/>
                </a:lnTo>
                <a:lnTo>
                  <a:pt x="7734" y="4964"/>
                </a:lnTo>
                <a:lnTo>
                  <a:pt x="7735" y="4964"/>
                </a:lnTo>
                <a:lnTo>
                  <a:pt x="7735" y="4965"/>
                </a:lnTo>
                <a:lnTo>
                  <a:pt x="7736" y="4964"/>
                </a:lnTo>
                <a:lnTo>
                  <a:pt x="7736" y="4963"/>
                </a:lnTo>
                <a:lnTo>
                  <a:pt x="7737" y="4963"/>
                </a:lnTo>
                <a:lnTo>
                  <a:pt x="7738" y="4963"/>
                </a:lnTo>
                <a:lnTo>
                  <a:pt x="7739" y="4964"/>
                </a:lnTo>
                <a:lnTo>
                  <a:pt x="7740" y="4964"/>
                </a:lnTo>
                <a:lnTo>
                  <a:pt x="7740" y="4965"/>
                </a:lnTo>
                <a:lnTo>
                  <a:pt x="7742" y="4965"/>
                </a:lnTo>
                <a:lnTo>
                  <a:pt x="7744" y="4966"/>
                </a:lnTo>
                <a:lnTo>
                  <a:pt x="7745" y="4967"/>
                </a:lnTo>
                <a:lnTo>
                  <a:pt x="7746" y="4968"/>
                </a:lnTo>
                <a:lnTo>
                  <a:pt x="7745" y="4969"/>
                </a:lnTo>
                <a:lnTo>
                  <a:pt x="7746" y="4970"/>
                </a:lnTo>
                <a:lnTo>
                  <a:pt x="7747" y="4970"/>
                </a:lnTo>
                <a:lnTo>
                  <a:pt x="7747" y="4971"/>
                </a:lnTo>
                <a:lnTo>
                  <a:pt x="7746" y="4971"/>
                </a:lnTo>
                <a:lnTo>
                  <a:pt x="7746" y="4972"/>
                </a:lnTo>
                <a:lnTo>
                  <a:pt x="7745" y="4972"/>
                </a:lnTo>
                <a:lnTo>
                  <a:pt x="7744" y="4972"/>
                </a:lnTo>
                <a:lnTo>
                  <a:pt x="7744" y="4971"/>
                </a:lnTo>
                <a:lnTo>
                  <a:pt x="7743" y="4972"/>
                </a:lnTo>
                <a:lnTo>
                  <a:pt x="7741" y="4973"/>
                </a:lnTo>
                <a:lnTo>
                  <a:pt x="7740" y="4973"/>
                </a:lnTo>
                <a:lnTo>
                  <a:pt x="7739" y="4973"/>
                </a:lnTo>
                <a:lnTo>
                  <a:pt x="7738" y="4974"/>
                </a:lnTo>
                <a:lnTo>
                  <a:pt x="7739" y="4974"/>
                </a:lnTo>
                <a:lnTo>
                  <a:pt x="7739" y="4976"/>
                </a:lnTo>
                <a:lnTo>
                  <a:pt x="7739" y="4977"/>
                </a:lnTo>
                <a:lnTo>
                  <a:pt x="7738" y="4977"/>
                </a:lnTo>
                <a:lnTo>
                  <a:pt x="7738" y="4978"/>
                </a:lnTo>
                <a:lnTo>
                  <a:pt x="7737" y="4978"/>
                </a:lnTo>
                <a:lnTo>
                  <a:pt x="7738" y="4980"/>
                </a:lnTo>
                <a:lnTo>
                  <a:pt x="7739" y="4980"/>
                </a:lnTo>
                <a:lnTo>
                  <a:pt x="7740" y="4980"/>
                </a:lnTo>
                <a:lnTo>
                  <a:pt x="7740" y="4981"/>
                </a:lnTo>
                <a:lnTo>
                  <a:pt x="7740" y="4982"/>
                </a:lnTo>
                <a:lnTo>
                  <a:pt x="7743" y="4984"/>
                </a:lnTo>
                <a:lnTo>
                  <a:pt x="7744" y="4984"/>
                </a:lnTo>
                <a:lnTo>
                  <a:pt x="7744" y="4983"/>
                </a:lnTo>
                <a:lnTo>
                  <a:pt x="7747" y="4983"/>
                </a:lnTo>
                <a:lnTo>
                  <a:pt x="7747" y="4984"/>
                </a:lnTo>
                <a:lnTo>
                  <a:pt x="7747" y="4985"/>
                </a:lnTo>
                <a:lnTo>
                  <a:pt x="7749" y="4985"/>
                </a:lnTo>
                <a:lnTo>
                  <a:pt x="7750" y="4985"/>
                </a:lnTo>
                <a:lnTo>
                  <a:pt x="7751" y="4985"/>
                </a:lnTo>
                <a:lnTo>
                  <a:pt x="7752" y="4985"/>
                </a:lnTo>
                <a:lnTo>
                  <a:pt x="7752" y="4986"/>
                </a:lnTo>
                <a:lnTo>
                  <a:pt x="7752" y="4987"/>
                </a:lnTo>
                <a:lnTo>
                  <a:pt x="7752" y="4988"/>
                </a:lnTo>
                <a:lnTo>
                  <a:pt x="7748" y="4990"/>
                </a:lnTo>
                <a:lnTo>
                  <a:pt x="7747" y="4990"/>
                </a:lnTo>
                <a:lnTo>
                  <a:pt x="7745" y="4990"/>
                </a:lnTo>
                <a:lnTo>
                  <a:pt x="7744" y="4990"/>
                </a:lnTo>
                <a:lnTo>
                  <a:pt x="7743" y="4989"/>
                </a:lnTo>
                <a:lnTo>
                  <a:pt x="7742" y="4989"/>
                </a:lnTo>
                <a:lnTo>
                  <a:pt x="7741" y="4989"/>
                </a:lnTo>
                <a:lnTo>
                  <a:pt x="7737" y="4989"/>
                </a:lnTo>
                <a:lnTo>
                  <a:pt x="7735" y="4989"/>
                </a:lnTo>
                <a:lnTo>
                  <a:pt x="7734" y="4988"/>
                </a:lnTo>
                <a:lnTo>
                  <a:pt x="7734" y="4987"/>
                </a:lnTo>
                <a:lnTo>
                  <a:pt x="7733" y="4986"/>
                </a:lnTo>
                <a:lnTo>
                  <a:pt x="7733" y="4985"/>
                </a:lnTo>
                <a:lnTo>
                  <a:pt x="7733" y="4986"/>
                </a:lnTo>
                <a:lnTo>
                  <a:pt x="7732" y="4986"/>
                </a:lnTo>
                <a:lnTo>
                  <a:pt x="7731" y="4987"/>
                </a:lnTo>
                <a:lnTo>
                  <a:pt x="7731" y="4988"/>
                </a:lnTo>
                <a:lnTo>
                  <a:pt x="7730" y="4989"/>
                </a:lnTo>
                <a:lnTo>
                  <a:pt x="7730" y="4988"/>
                </a:lnTo>
                <a:lnTo>
                  <a:pt x="7729" y="4989"/>
                </a:lnTo>
                <a:lnTo>
                  <a:pt x="7728" y="4989"/>
                </a:lnTo>
                <a:lnTo>
                  <a:pt x="7728" y="4988"/>
                </a:lnTo>
                <a:lnTo>
                  <a:pt x="7727" y="4987"/>
                </a:lnTo>
                <a:lnTo>
                  <a:pt x="7726" y="4987"/>
                </a:lnTo>
                <a:lnTo>
                  <a:pt x="7724" y="4987"/>
                </a:lnTo>
                <a:lnTo>
                  <a:pt x="7724" y="4988"/>
                </a:lnTo>
                <a:lnTo>
                  <a:pt x="7724" y="4989"/>
                </a:lnTo>
                <a:lnTo>
                  <a:pt x="7725" y="4989"/>
                </a:lnTo>
                <a:lnTo>
                  <a:pt x="7726" y="4989"/>
                </a:lnTo>
                <a:lnTo>
                  <a:pt x="7728" y="4990"/>
                </a:lnTo>
                <a:lnTo>
                  <a:pt x="7728" y="4991"/>
                </a:lnTo>
                <a:lnTo>
                  <a:pt x="7729" y="4992"/>
                </a:lnTo>
                <a:lnTo>
                  <a:pt x="7730" y="4992"/>
                </a:lnTo>
                <a:lnTo>
                  <a:pt x="7730" y="4991"/>
                </a:lnTo>
                <a:lnTo>
                  <a:pt x="7733" y="4992"/>
                </a:lnTo>
                <a:lnTo>
                  <a:pt x="7734" y="4992"/>
                </a:lnTo>
                <a:lnTo>
                  <a:pt x="7735" y="4992"/>
                </a:lnTo>
                <a:lnTo>
                  <a:pt x="7736" y="4994"/>
                </a:lnTo>
                <a:lnTo>
                  <a:pt x="7737" y="4995"/>
                </a:lnTo>
                <a:lnTo>
                  <a:pt x="7738" y="4995"/>
                </a:lnTo>
                <a:lnTo>
                  <a:pt x="7740" y="4994"/>
                </a:lnTo>
                <a:lnTo>
                  <a:pt x="7742" y="4993"/>
                </a:lnTo>
                <a:lnTo>
                  <a:pt x="7744" y="4994"/>
                </a:lnTo>
                <a:lnTo>
                  <a:pt x="7745" y="4994"/>
                </a:lnTo>
                <a:lnTo>
                  <a:pt x="7745" y="4995"/>
                </a:lnTo>
                <a:lnTo>
                  <a:pt x="7746" y="4995"/>
                </a:lnTo>
                <a:lnTo>
                  <a:pt x="7747" y="4994"/>
                </a:lnTo>
                <a:lnTo>
                  <a:pt x="7748" y="4994"/>
                </a:lnTo>
                <a:lnTo>
                  <a:pt x="7749" y="4993"/>
                </a:lnTo>
                <a:lnTo>
                  <a:pt x="7750" y="4993"/>
                </a:lnTo>
                <a:lnTo>
                  <a:pt x="7751" y="4994"/>
                </a:lnTo>
                <a:lnTo>
                  <a:pt x="7753" y="4994"/>
                </a:lnTo>
                <a:lnTo>
                  <a:pt x="7754" y="4994"/>
                </a:lnTo>
                <a:lnTo>
                  <a:pt x="7755" y="4995"/>
                </a:lnTo>
                <a:lnTo>
                  <a:pt x="7756" y="4995"/>
                </a:lnTo>
                <a:lnTo>
                  <a:pt x="7757" y="4995"/>
                </a:lnTo>
                <a:lnTo>
                  <a:pt x="7758" y="4995"/>
                </a:lnTo>
                <a:lnTo>
                  <a:pt x="7758" y="4994"/>
                </a:lnTo>
                <a:lnTo>
                  <a:pt x="7761" y="4994"/>
                </a:lnTo>
                <a:lnTo>
                  <a:pt x="7762" y="4994"/>
                </a:lnTo>
                <a:lnTo>
                  <a:pt x="7763" y="4994"/>
                </a:lnTo>
                <a:lnTo>
                  <a:pt x="7762" y="4995"/>
                </a:lnTo>
                <a:lnTo>
                  <a:pt x="7760" y="4997"/>
                </a:lnTo>
                <a:lnTo>
                  <a:pt x="7760" y="5000"/>
                </a:lnTo>
                <a:lnTo>
                  <a:pt x="7761" y="5001"/>
                </a:lnTo>
                <a:lnTo>
                  <a:pt x="7761" y="5002"/>
                </a:lnTo>
                <a:lnTo>
                  <a:pt x="7761" y="5003"/>
                </a:lnTo>
                <a:lnTo>
                  <a:pt x="7762" y="5004"/>
                </a:lnTo>
                <a:lnTo>
                  <a:pt x="7762" y="5006"/>
                </a:lnTo>
                <a:lnTo>
                  <a:pt x="7762" y="5007"/>
                </a:lnTo>
                <a:lnTo>
                  <a:pt x="7761" y="5007"/>
                </a:lnTo>
                <a:lnTo>
                  <a:pt x="7760" y="5007"/>
                </a:lnTo>
                <a:lnTo>
                  <a:pt x="7759" y="5008"/>
                </a:lnTo>
                <a:lnTo>
                  <a:pt x="7758" y="5008"/>
                </a:lnTo>
                <a:lnTo>
                  <a:pt x="7758" y="5007"/>
                </a:lnTo>
                <a:lnTo>
                  <a:pt x="7757" y="5008"/>
                </a:lnTo>
                <a:lnTo>
                  <a:pt x="7755" y="5008"/>
                </a:lnTo>
                <a:lnTo>
                  <a:pt x="7754" y="5008"/>
                </a:lnTo>
                <a:lnTo>
                  <a:pt x="7752" y="5006"/>
                </a:lnTo>
                <a:lnTo>
                  <a:pt x="7749" y="5007"/>
                </a:lnTo>
                <a:lnTo>
                  <a:pt x="7747" y="5007"/>
                </a:lnTo>
                <a:lnTo>
                  <a:pt x="7746" y="5007"/>
                </a:lnTo>
                <a:lnTo>
                  <a:pt x="7746" y="5008"/>
                </a:lnTo>
                <a:lnTo>
                  <a:pt x="7746" y="5009"/>
                </a:lnTo>
                <a:lnTo>
                  <a:pt x="7746" y="5010"/>
                </a:lnTo>
                <a:lnTo>
                  <a:pt x="7746" y="5011"/>
                </a:lnTo>
                <a:lnTo>
                  <a:pt x="7746" y="5010"/>
                </a:lnTo>
                <a:lnTo>
                  <a:pt x="7747" y="5011"/>
                </a:lnTo>
                <a:lnTo>
                  <a:pt x="7746" y="5014"/>
                </a:lnTo>
                <a:lnTo>
                  <a:pt x="7745" y="5014"/>
                </a:lnTo>
                <a:lnTo>
                  <a:pt x="7745" y="5016"/>
                </a:lnTo>
                <a:lnTo>
                  <a:pt x="7745" y="5018"/>
                </a:lnTo>
                <a:lnTo>
                  <a:pt x="7746" y="5018"/>
                </a:lnTo>
                <a:lnTo>
                  <a:pt x="7749" y="5016"/>
                </a:lnTo>
                <a:lnTo>
                  <a:pt x="7750" y="5015"/>
                </a:lnTo>
                <a:lnTo>
                  <a:pt x="7748" y="5013"/>
                </a:lnTo>
                <a:lnTo>
                  <a:pt x="7748" y="5012"/>
                </a:lnTo>
                <a:lnTo>
                  <a:pt x="7748" y="5011"/>
                </a:lnTo>
                <a:lnTo>
                  <a:pt x="7747" y="5010"/>
                </a:lnTo>
                <a:lnTo>
                  <a:pt x="7747" y="5009"/>
                </a:lnTo>
                <a:lnTo>
                  <a:pt x="7748" y="5008"/>
                </a:lnTo>
                <a:lnTo>
                  <a:pt x="7749" y="5008"/>
                </a:lnTo>
                <a:lnTo>
                  <a:pt x="7751" y="5007"/>
                </a:lnTo>
                <a:lnTo>
                  <a:pt x="7752" y="5008"/>
                </a:lnTo>
                <a:lnTo>
                  <a:pt x="7753" y="5008"/>
                </a:lnTo>
                <a:lnTo>
                  <a:pt x="7753" y="5009"/>
                </a:lnTo>
                <a:lnTo>
                  <a:pt x="7754" y="5009"/>
                </a:lnTo>
                <a:lnTo>
                  <a:pt x="7755" y="5010"/>
                </a:lnTo>
                <a:lnTo>
                  <a:pt x="7756" y="5010"/>
                </a:lnTo>
                <a:lnTo>
                  <a:pt x="7756" y="5009"/>
                </a:lnTo>
                <a:lnTo>
                  <a:pt x="7757" y="5009"/>
                </a:lnTo>
                <a:lnTo>
                  <a:pt x="7758" y="5008"/>
                </a:lnTo>
                <a:lnTo>
                  <a:pt x="7760" y="5008"/>
                </a:lnTo>
                <a:lnTo>
                  <a:pt x="7761" y="5008"/>
                </a:lnTo>
                <a:lnTo>
                  <a:pt x="7762" y="5008"/>
                </a:lnTo>
                <a:lnTo>
                  <a:pt x="7763" y="5007"/>
                </a:lnTo>
                <a:lnTo>
                  <a:pt x="7764" y="5005"/>
                </a:lnTo>
                <a:lnTo>
                  <a:pt x="7765" y="5004"/>
                </a:lnTo>
                <a:lnTo>
                  <a:pt x="7766" y="5004"/>
                </a:lnTo>
                <a:lnTo>
                  <a:pt x="7767" y="5004"/>
                </a:lnTo>
                <a:lnTo>
                  <a:pt x="7767" y="5005"/>
                </a:lnTo>
                <a:lnTo>
                  <a:pt x="7768" y="5005"/>
                </a:lnTo>
                <a:lnTo>
                  <a:pt x="7769" y="5005"/>
                </a:lnTo>
                <a:lnTo>
                  <a:pt x="7769" y="5006"/>
                </a:lnTo>
                <a:lnTo>
                  <a:pt x="7770" y="5006"/>
                </a:lnTo>
                <a:lnTo>
                  <a:pt x="7770" y="5007"/>
                </a:lnTo>
                <a:lnTo>
                  <a:pt x="7771" y="5008"/>
                </a:lnTo>
                <a:lnTo>
                  <a:pt x="7771" y="5009"/>
                </a:lnTo>
                <a:lnTo>
                  <a:pt x="7771" y="5010"/>
                </a:lnTo>
                <a:lnTo>
                  <a:pt x="7772" y="5010"/>
                </a:lnTo>
                <a:lnTo>
                  <a:pt x="7773" y="5010"/>
                </a:lnTo>
                <a:lnTo>
                  <a:pt x="7773" y="5009"/>
                </a:lnTo>
                <a:lnTo>
                  <a:pt x="7774" y="5009"/>
                </a:lnTo>
                <a:lnTo>
                  <a:pt x="7774" y="5010"/>
                </a:lnTo>
                <a:lnTo>
                  <a:pt x="7775" y="5010"/>
                </a:lnTo>
                <a:lnTo>
                  <a:pt x="7775" y="5011"/>
                </a:lnTo>
                <a:lnTo>
                  <a:pt x="7774" y="5011"/>
                </a:lnTo>
                <a:lnTo>
                  <a:pt x="7773" y="5011"/>
                </a:lnTo>
                <a:lnTo>
                  <a:pt x="7772" y="5011"/>
                </a:lnTo>
                <a:lnTo>
                  <a:pt x="7771" y="5011"/>
                </a:lnTo>
                <a:lnTo>
                  <a:pt x="7771" y="5012"/>
                </a:lnTo>
                <a:lnTo>
                  <a:pt x="7771" y="5013"/>
                </a:lnTo>
                <a:lnTo>
                  <a:pt x="7772" y="5016"/>
                </a:lnTo>
                <a:lnTo>
                  <a:pt x="7770" y="5018"/>
                </a:lnTo>
                <a:lnTo>
                  <a:pt x="7770" y="5019"/>
                </a:lnTo>
                <a:lnTo>
                  <a:pt x="7773" y="5021"/>
                </a:lnTo>
                <a:lnTo>
                  <a:pt x="7774" y="5022"/>
                </a:lnTo>
                <a:lnTo>
                  <a:pt x="7774" y="5021"/>
                </a:lnTo>
                <a:lnTo>
                  <a:pt x="7775" y="5021"/>
                </a:lnTo>
                <a:lnTo>
                  <a:pt x="7775" y="5020"/>
                </a:lnTo>
                <a:lnTo>
                  <a:pt x="7776" y="5021"/>
                </a:lnTo>
                <a:lnTo>
                  <a:pt x="7777" y="5022"/>
                </a:lnTo>
                <a:lnTo>
                  <a:pt x="7778" y="5021"/>
                </a:lnTo>
                <a:lnTo>
                  <a:pt x="7779" y="5021"/>
                </a:lnTo>
                <a:lnTo>
                  <a:pt x="7779" y="5022"/>
                </a:lnTo>
                <a:lnTo>
                  <a:pt x="7778" y="5022"/>
                </a:lnTo>
                <a:lnTo>
                  <a:pt x="7777" y="5023"/>
                </a:lnTo>
                <a:lnTo>
                  <a:pt x="7778" y="5024"/>
                </a:lnTo>
                <a:lnTo>
                  <a:pt x="7777" y="5024"/>
                </a:lnTo>
                <a:lnTo>
                  <a:pt x="7778" y="5025"/>
                </a:lnTo>
                <a:lnTo>
                  <a:pt x="7781" y="5024"/>
                </a:lnTo>
                <a:lnTo>
                  <a:pt x="7782" y="5024"/>
                </a:lnTo>
                <a:lnTo>
                  <a:pt x="7781" y="5026"/>
                </a:lnTo>
                <a:lnTo>
                  <a:pt x="7780" y="5026"/>
                </a:lnTo>
                <a:lnTo>
                  <a:pt x="7779" y="5027"/>
                </a:lnTo>
                <a:lnTo>
                  <a:pt x="7778" y="5028"/>
                </a:lnTo>
                <a:lnTo>
                  <a:pt x="7778" y="5030"/>
                </a:lnTo>
                <a:lnTo>
                  <a:pt x="7778" y="5031"/>
                </a:lnTo>
                <a:lnTo>
                  <a:pt x="7777" y="5031"/>
                </a:lnTo>
                <a:lnTo>
                  <a:pt x="7777" y="5030"/>
                </a:lnTo>
                <a:lnTo>
                  <a:pt x="7776" y="5031"/>
                </a:lnTo>
                <a:lnTo>
                  <a:pt x="7775" y="5031"/>
                </a:lnTo>
                <a:lnTo>
                  <a:pt x="7775" y="5032"/>
                </a:lnTo>
                <a:lnTo>
                  <a:pt x="7774" y="5033"/>
                </a:lnTo>
                <a:lnTo>
                  <a:pt x="7773" y="5034"/>
                </a:lnTo>
                <a:lnTo>
                  <a:pt x="7771" y="5035"/>
                </a:lnTo>
                <a:lnTo>
                  <a:pt x="7771" y="5034"/>
                </a:lnTo>
                <a:lnTo>
                  <a:pt x="7770" y="5033"/>
                </a:lnTo>
                <a:lnTo>
                  <a:pt x="7769" y="5033"/>
                </a:lnTo>
                <a:lnTo>
                  <a:pt x="7768" y="5034"/>
                </a:lnTo>
                <a:lnTo>
                  <a:pt x="7764" y="5033"/>
                </a:lnTo>
                <a:lnTo>
                  <a:pt x="7762" y="5033"/>
                </a:lnTo>
                <a:lnTo>
                  <a:pt x="7761" y="5032"/>
                </a:lnTo>
                <a:lnTo>
                  <a:pt x="7760" y="5032"/>
                </a:lnTo>
                <a:lnTo>
                  <a:pt x="7759" y="5032"/>
                </a:lnTo>
                <a:lnTo>
                  <a:pt x="7758" y="5032"/>
                </a:lnTo>
                <a:lnTo>
                  <a:pt x="7757" y="5032"/>
                </a:lnTo>
                <a:lnTo>
                  <a:pt x="7754" y="5031"/>
                </a:lnTo>
                <a:lnTo>
                  <a:pt x="7753" y="5031"/>
                </a:lnTo>
                <a:lnTo>
                  <a:pt x="7752" y="5030"/>
                </a:lnTo>
                <a:lnTo>
                  <a:pt x="7752" y="5029"/>
                </a:lnTo>
                <a:lnTo>
                  <a:pt x="7750" y="5027"/>
                </a:lnTo>
                <a:lnTo>
                  <a:pt x="7748" y="5027"/>
                </a:lnTo>
                <a:lnTo>
                  <a:pt x="7748" y="5028"/>
                </a:lnTo>
                <a:lnTo>
                  <a:pt x="7746" y="5030"/>
                </a:lnTo>
                <a:lnTo>
                  <a:pt x="7745" y="5031"/>
                </a:lnTo>
                <a:lnTo>
                  <a:pt x="7745" y="5032"/>
                </a:lnTo>
                <a:lnTo>
                  <a:pt x="7746" y="5032"/>
                </a:lnTo>
                <a:lnTo>
                  <a:pt x="7746" y="5031"/>
                </a:lnTo>
                <a:lnTo>
                  <a:pt x="7747" y="5032"/>
                </a:lnTo>
                <a:lnTo>
                  <a:pt x="7748" y="5032"/>
                </a:lnTo>
                <a:lnTo>
                  <a:pt x="7750" y="5032"/>
                </a:lnTo>
                <a:lnTo>
                  <a:pt x="7751" y="5032"/>
                </a:lnTo>
                <a:lnTo>
                  <a:pt x="7753" y="5033"/>
                </a:lnTo>
                <a:lnTo>
                  <a:pt x="7752" y="5033"/>
                </a:lnTo>
                <a:lnTo>
                  <a:pt x="7751" y="5033"/>
                </a:lnTo>
                <a:lnTo>
                  <a:pt x="7752" y="5034"/>
                </a:lnTo>
                <a:lnTo>
                  <a:pt x="7752" y="5035"/>
                </a:lnTo>
                <a:lnTo>
                  <a:pt x="7752" y="5036"/>
                </a:lnTo>
                <a:lnTo>
                  <a:pt x="7752" y="5037"/>
                </a:lnTo>
                <a:lnTo>
                  <a:pt x="7753" y="5037"/>
                </a:lnTo>
                <a:lnTo>
                  <a:pt x="7754" y="5037"/>
                </a:lnTo>
                <a:lnTo>
                  <a:pt x="7755" y="5037"/>
                </a:lnTo>
                <a:lnTo>
                  <a:pt x="7755" y="5036"/>
                </a:lnTo>
                <a:lnTo>
                  <a:pt x="7756" y="5036"/>
                </a:lnTo>
                <a:lnTo>
                  <a:pt x="7757" y="5036"/>
                </a:lnTo>
                <a:lnTo>
                  <a:pt x="7758" y="5035"/>
                </a:lnTo>
                <a:lnTo>
                  <a:pt x="7760" y="5037"/>
                </a:lnTo>
                <a:lnTo>
                  <a:pt x="7762" y="5037"/>
                </a:lnTo>
                <a:lnTo>
                  <a:pt x="7762" y="5036"/>
                </a:lnTo>
                <a:lnTo>
                  <a:pt x="7763" y="5036"/>
                </a:lnTo>
                <a:lnTo>
                  <a:pt x="7764" y="5036"/>
                </a:lnTo>
                <a:lnTo>
                  <a:pt x="7765" y="5036"/>
                </a:lnTo>
                <a:lnTo>
                  <a:pt x="7768" y="5038"/>
                </a:lnTo>
                <a:lnTo>
                  <a:pt x="7769" y="5038"/>
                </a:lnTo>
                <a:lnTo>
                  <a:pt x="7769" y="5039"/>
                </a:lnTo>
                <a:lnTo>
                  <a:pt x="7770" y="5039"/>
                </a:lnTo>
                <a:lnTo>
                  <a:pt x="7770" y="5040"/>
                </a:lnTo>
                <a:lnTo>
                  <a:pt x="7770" y="5042"/>
                </a:lnTo>
                <a:lnTo>
                  <a:pt x="7771" y="5043"/>
                </a:lnTo>
                <a:lnTo>
                  <a:pt x="7770" y="5043"/>
                </a:lnTo>
                <a:lnTo>
                  <a:pt x="7770" y="5044"/>
                </a:lnTo>
                <a:lnTo>
                  <a:pt x="7773" y="5043"/>
                </a:lnTo>
                <a:lnTo>
                  <a:pt x="7774" y="5043"/>
                </a:lnTo>
                <a:lnTo>
                  <a:pt x="7776" y="5042"/>
                </a:lnTo>
                <a:lnTo>
                  <a:pt x="7776" y="5043"/>
                </a:lnTo>
                <a:lnTo>
                  <a:pt x="7775" y="5045"/>
                </a:lnTo>
                <a:lnTo>
                  <a:pt x="7775" y="5046"/>
                </a:lnTo>
                <a:lnTo>
                  <a:pt x="7775" y="5047"/>
                </a:lnTo>
                <a:lnTo>
                  <a:pt x="7774" y="5047"/>
                </a:lnTo>
                <a:lnTo>
                  <a:pt x="7774" y="5048"/>
                </a:lnTo>
                <a:lnTo>
                  <a:pt x="7775" y="5048"/>
                </a:lnTo>
                <a:lnTo>
                  <a:pt x="7776" y="5048"/>
                </a:lnTo>
                <a:lnTo>
                  <a:pt x="7777" y="5048"/>
                </a:lnTo>
                <a:lnTo>
                  <a:pt x="7778" y="5048"/>
                </a:lnTo>
                <a:lnTo>
                  <a:pt x="7778" y="5049"/>
                </a:lnTo>
                <a:lnTo>
                  <a:pt x="7777" y="5049"/>
                </a:lnTo>
                <a:lnTo>
                  <a:pt x="7777" y="5050"/>
                </a:lnTo>
                <a:lnTo>
                  <a:pt x="7778" y="5050"/>
                </a:lnTo>
                <a:lnTo>
                  <a:pt x="7779" y="5053"/>
                </a:lnTo>
                <a:lnTo>
                  <a:pt x="7780" y="5053"/>
                </a:lnTo>
                <a:lnTo>
                  <a:pt x="7778" y="5054"/>
                </a:lnTo>
                <a:lnTo>
                  <a:pt x="7779" y="5055"/>
                </a:lnTo>
                <a:lnTo>
                  <a:pt x="7778" y="5055"/>
                </a:lnTo>
                <a:lnTo>
                  <a:pt x="7778" y="5056"/>
                </a:lnTo>
                <a:lnTo>
                  <a:pt x="7779" y="5056"/>
                </a:lnTo>
                <a:lnTo>
                  <a:pt x="7779" y="5057"/>
                </a:lnTo>
                <a:lnTo>
                  <a:pt x="7779" y="5058"/>
                </a:lnTo>
                <a:lnTo>
                  <a:pt x="7778" y="5069"/>
                </a:lnTo>
                <a:lnTo>
                  <a:pt x="7778" y="5071"/>
                </a:lnTo>
                <a:lnTo>
                  <a:pt x="7778" y="5072"/>
                </a:lnTo>
                <a:lnTo>
                  <a:pt x="7777" y="5073"/>
                </a:lnTo>
                <a:lnTo>
                  <a:pt x="7776" y="5073"/>
                </a:lnTo>
                <a:lnTo>
                  <a:pt x="7776" y="5074"/>
                </a:lnTo>
                <a:lnTo>
                  <a:pt x="7775" y="5073"/>
                </a:lnTo>
                <a:lnTo>
                  <a:pt x="7775" y="5074"/>
                </a:lnTo>
                <a:lnTo>
                  <a:pt x="7774" y="5074"/>
                </a:lnTo>
                <a:lnTo>
                  <a:pt x="7774" y="5073"/>
                </a:lnTo>
                <a:lnTo>
                  <a:pt x="7773" y="5073"/>
                </a:lnTo>
                <a:lnTo>
                  <a:pt x="7772" y="5072"/>
                </a:lnTo>
                <a:lnTo>
                  <a:pt x="7771" y="5073"/>
                </a:lnTo>
                <a:lnTo>
                  <a:pt x="7770" y="5073"/>
                </a:lnTo>
                <a:lnTo>
                  <a:pt x="7770" y="5074"/>
                </a:lnTo>
                <a:lnTo>
                  <a:pt x="7771" y="5075"/>
                </a:lnTo>
                <a:lnTo>
                  <a:pt x="7771" y="5076"/>
                </a:lnTo>
                <a:lnTo>
                  <a:pt x="7771" y="5075"/>
                </a:lnTo>
                <a:lnTo>
                  <a:pt x="7771" y="5076"/>
                </a:lnTo>
                <a:lnTo>
                  <a:pt x="7770" y="5077"/>
                </a:lnTo>
                <a:lnTo>
                  <a:pt x="7767" y="5078"/>
                </a:lnTo>
                <a:lnTo>
                  <a:pt x="7766" y="5079"/>
                </a:lnTo>
                <a:lnTo>
                  <a:pt x="7764" y="5079"/>
                </a:lnTo>
                <a:lnTo>
                  <a:pt x="7763" y="5080"/>
                </a:lnTo>
                <a:lnTo>
                  <a:pt x="7762" y="5080"/>
                </a:lnTo>
                <a:lnTo>
                  <a:pt x="7759" y="5081"/>
                </a:lnTo>
                <a:lnTo>
                  <a:pt x="7758" y="5081"/>
                </a:lnTo>
                <a:lnTo>
                  <a:pt x="7757" y="5081"/>
                </a:lnTo>
                <a:lnTo>
                  <a:pt x="7756" y="5081"/>
                </a:lnTo>
                <a:lnTo>
                  <a:pt x="7753" y="5081"/>
                </a:lnTo>
                <a:lnTo>
                  <a:pt x="7752" y="5081"/>
                </a:lnTo>
                <a:lnTo>
                  <a:pt x="7751" y="5081"/>
                </a:lnTo>
                <a:lnTo>
                  <a:pt x="7750" y="5081"/>
                </a:lnTo>
                <a:lnTo>
                  <a:pt x="7749" y="5081"/>
                </a:lnTo>
                <a:lnTo>
                  <a:pt x="7749" y="5082"/>
                </a:lnTo>
                <a:lnTo>
                  <a:pt x="7749" y="5084"/>
                </a:lnTo>
                <a:lnTo>
                  <a:pt x="7748" y="5086"/>
                </a:lnTo>
                <a:lnTo>
                  <a:pt x="7752" y="5087"/>
                </a:lnTo>
                <a:lnTo>
                  <a:pt x="7755" y="5087"/>
                </a:lnTo>
                <a:lnTo>
                  <a:pt x="7757" y="5087"/>
                </a:lnTo>
                <a:lnTo>
                  <a:pt x="7760" y="5088"/>
                </a:lnTo>
                <a:lnTo>
                  <a:pt x="7762" y="5091"/>
                </a:lnTo>
                <a:lnTo>
                  <a:pt x="7765" y="5096"/>
                </a:lnTo>
                <a:lnTo>
                  <a:pt x="7766" y="5098"/>
                </a:lnTo>
                <a:lnTo>
                  <a:pt x="7768" y="5100"/>
                </a:lnTo>
                <a:lnTo>
                  <a:pt x="7770" y="5103"/>
                </a:lnTo>
                <a:lnTo>
                  <a:pt x="7771" y="5104"/>
                </a:lnTo>
                <a:lnTo>
                  <a:pt x="7772" y="5106"/>
                </a:lnTo>
                <a:lnTo>
                  <a:pt x="7773" y="5107"/>
                </a:lnTo>
                <a:lnTo>
                  <a:pt x="7773" y="5108"/>
                </a:lnTo>
                <a:lnTo>
                  <a:pt x="7773" y="5110"/>
                </a:lnTo>
                <a:lnTo>
                  <a:pt x="7774" y="5111"/>
                </a:lnTo>
                <a:lnTo>
                  <a:pt x="7774" y="5110"/>
                </a:lnTo>
                <a:lnTo>
                  <a:pt x="7775" y="5109"/>
                </a:lnTo>
                <a:lnTo>
                  <a:pt x="7777" y="5111"/>
                </a:lnTo>
                <a:lnTo>
                  <a:pt x="7777" y="5112"/>
                </a:lnTo>
                <a:lnTo>
                  <a:pt x="7777" y="5113"/>
                </a:lnTo>
                <a:lnTo>
                  <a:pt x="7778" y="5113"/>
                </a:lnTo>
                <a:lnTo>
                  <a:pt x="7780" y="5113"/>
                </a:lnTo>
                <a:lnTo>
                  <a:pt x="7779" y="5114"/>
                </a:lnTo>
                <a:lnTo>
                  <a:pt x="7778" y="5114"/>
                </a:lnTo>
                <a:lnTo>
                  <a:pt x="7777" y="5115"/>
                </a:lnTo>
                <a:lnTo>
                  <a:pt x="7777" y="5116"/>
                </a:lnTo>
                <a:lnTo>
                  <a:pt x="7778" y="5116"/>
                </a:lnTo>
                <a:lnTo>
                  <a:pt x="7778" y="5117"/>
                </a:lnTo>
                <a:lnTo>
                  <a:pt x="7777" y="5117"/>
                </a:lnTo>
                <a:lnTo>
                  <a:pt x="7777" y="5118"/>
                </a:lnTo>
                <a:lnTo>
                  <a:pt x="7777" y="5119"/>
                </a:lnTo>
                <a:lnTo>
                  <a:pt x="7776" y="5119"/>
                </a:lnTo>
                <a:lnTo>
                  <a:pt x="7775" y="5119"/>
                </a:lnTo>
                <a:lnTo>
                  <a:pt x="7774" y="5120"/>
                </a:lnTo>
                <a:lnTo>
                  <a:pt x="7772" y="5120"/>
                </a:lnTo>
                <a:lnTo>
                  <a:pt x="7772" y="5119"/>
                </a:lnTo>
                <a:lnTo>
                  <a:pt x="7771" y="5120"/>
                </a:lnTo>
                <a:lnTo>
                  <a:pt x="7773" y="5122"/>
                </a:lnTo>
                <a:lnTo>
                  <a:pt x="7775" y="5122"/>
                </a:lnTo>
                <a:lnTo>
                  <a:pt x="7776" y="5121"/>
                </a:lnTo>
                <a:lnTo>
                  <a:pt x="7777" y="5121"/>
                </a:lnTo>
                <a:lnTo>
                  <a:pt x="7777" y="5122"/>
                </a:lnTo>
                <a:lnTo>
                  <a:pt x="7778" y="5123"/>
                </a:lnTo>
                <a:lnTo>
                  <a:pt x="7777" y="5124"/>
                </a:lnTo>
                <a:lnTo>
                  <a:pt x="7776" y="5125"/>
                </a:lnTo>
                <a:lnTo>
                  <a:pt x="7776" y="5127"/>
                </a:lnTo>
                <a:lnTo>
                  <a:pt x="7776" y="5132"/>
                </a:lnTo>
                <a:lnTo>
                  <a:pt x="7777" y="5133"/>
                </a:lnTo>
                <a:lnTo>
                  <a:pt x="7778" y="5133"/>
                </a:lnTo>
                <a:lnTo>
                  <a:pt x="7779" y="5133"/>
                </a:lnTo>
                <a:lnTo>
                  <a:pt x="7785" y="5134"/>
                </a:lnTo>
                <a:lnTo>
                  <a:pt x="7786" y="5134"/>
                </a:lnTo>
                <a:lnTo>
                  <a:pt x="7787" y="5135"/>
                </a:lnTo>
                <a:lnTo>
                  <a:pt x="7789" y="5136"/>
                </a:lnTo>
                <a:lnTo>
                  <a:pt x="7788" y="5136"/>
                </a:lnTo>
                <a:lnTo>
                  <a:pt x="7787" y="5137"/>
                </a:lnTo>
                <a:lnTo>
                  <a:pt x="7786" y="5137"/>
                </a:lnTo>
                <a:lnTo>
                  <a:pt x="7786" y="5138"/>
                </a:lnTo>
                <a:lnTo>
                  <a:pt x="7785" y="5140"/>
                </a:lnTo>
                <a:lnTo>
                  <a:pt x="7787" y="5141"/>
                </a:lnTo>
                <a:lnTo>
                  <a:pt x="7788" y="5141"/>
                </a:lnTo>
                <a:lnTo>
                  <a:pt x="7788" y="5142"/>
                </a:lnTo>
                <a:lnTo>
                  <a:pt x="7787" y="5143"/>
                </a:lnTo>
                <a:lnTo>
                  <a:pt x="7786" y="5144"/>
                </a:lnTo>
                <a:lnTo>
                  <a:pt x="7785" y="5145"/>
                </a:lnTo>
                <a:lnTo>
                  <a:pt x="7784" y="5145"/>
                </a:lnTo>
                <a:lnTo>
                  <a:pt x="7783" y="5145"/>
                </a:lnTo>
                <a:lnTo>
                  <a:pt x="7783" y="5146"/>
                </a:lnTo>
                <a:lnTo>
                  <a:pt x="7784" y="5146"/>
                </a:lnTo>
                <a:lnTo>
                  <a:pt x="7784" y="5147"/>
                </a:lnTo>
                <a:lnTo>
                  <a:pt x="7783" y="5148"/>
                </a:lnTo>
                <a:lnTo>
                  <a:pt x="7785" y="5149"/>
                </a:lnTo>
                <a:lnTo>
                  <a:pt x="7787" y="5147"/>
                </a:lnTo>
                <a:lnTo>
                  <a:pt x="7788" y="5146"/>
                </a:lnTo>
                <a:lnTo>
                  <a:pt x="7790" y="5146"/>
                </a:lnTo>
                <a:lnTo>
                  <a:pt x="7789" y="5147"/>
                </a:lnTo>
                <a:lnTo>
                  <a:pt x="7789" y="5148"/>
                </a:lnTo>
                <a:lnTo>
                  <a:pt x="7790" y="5148"/>
                </a:lnTo>
                <a:lnTo>
                  <a:pt x="7790" y="5147"/>
                </a:lnTo>
                <a:lnTo>
                  <a:pt x="7792" y="5147"/>
                </a:lnTo>
                <a:lnTo>
                  <a:pt x="7791" y="5147"/>
                </a:lnTo>
                <a:lnTo>
                  <a:pt x="7791" y="5148"/>
                </a:lnTo>
                <a:lnTo>
                  <a:pt x="7789" y="5150"/>
                </a:lnTo>
                <a:lnTo>
                  <a:pt x="7789" y="5151"/>
                </a:lnTo>
                <a:lnTo>
                  <a:pt x="7789" y="5152"/>
                </a:lnTo>
                <a:lnTo>
                  <a:pt x="7790" y="5152"/>
                </a:lnTo>
                <a:lnTo>
                  <a:pt x="7789" y="5153"/>
                </a:lnTo>
                <a:lnTo>
                  <a:pt x="7788" y="5154"/>
                </a:lnTo>
                <a:lnTo>
                  <a:pt x="7788" y="5155"/>
                </a:lnTo>
                <a:lnTo>
                  <a:pt x="7789" y="5155"/>
                </a:lnTo>
                <a:lnTo>
                  <a:pt x="7789" y="5156"/>
                </a:lnTo>
                <a:lnTo>
                  <a:pt x="7789" y="5157"/>
                </a:lnTo>
                <a:lnTo>
                  <a:pt x="7788" y="5158"/>
                </a:lnTo>
                <a:lnTo>
                  <a:pt x="7787" y="5158"/>
                </a:lnTo>
                <a:lnTo>
                  <a:pt x="7787" y="5159"/>
                </a:lnTo>
                <a:lnTo>
                  <a:pt x="7788" y="5159"/>
                </a:lnTo>
                <a:lnTo>
                  <a:pt x="7789" y="5159"/>
                </a:lnTo>
                <a:lnTo>
                  <a:pt x="7789" y="5160"/>
                </a:lnTo>
                <a:lnTo>
                  <a:pt x="7788" y="5160"/>
                </a:lnTo>
                <a:lnTo>
                  <a:pt x="7787" y="5160"/>
                </a:lnTo>
                <a:lnTo>
                  <a:pt x="7787" y="5161"/>
                </a:lnTo>
                <a:lnTo>
                  <a:pt x="7787" y="5162"/>
                </a:lnTo>
                <a:lnTo>
                  <a:pt x="7786" y="5162"/>
                </a:lnTo>
                <a:lnTo>
                  <a:pt x="7785" y="5162"/>
                </a:lnTo>
                <a:lnTo>
                  <a:pt x="7785" y="5163"/>
                </a:lnTo>
                <a:lnTo>
                  <a:pt x="7786" y="5163"/>
                </a:lnTo>
                <a:lnTo>
                  <a:pt x="7786" y="5164"/>
                </a:lnTo>
                <a:lnTo>
                  <a:pt x="7785" y="5164"/>
                </a:lnTo>
                <a:lnTo>
                  <a:pt x="7785" y="5165"/>
                </a:lnTo>
                <a:lnTo>
                  <a:pt x="7786" y="5165"/>
                </a:lnTo>
                <a:lnTo>
                  <a:pt x="7787" y="5164"/>
                </a:lnTo>
                <a:lnTo>
                  <a:pt x="7787" y="5165"/>
                </a:lnTo>
                <a:lnTo>
                  <a:pt x="7786" y="5165"/>
                </a:lnTo>
                <a:lnTo>
                  <a:pt x="7786" y="5166"/>
                </a:lnTo>
                <a:lnTo>
                  <a:pt x="7786" y="5167"/>
                </a:lnTo>
                <a:lnTo>
                  <a:pt x="7785" y="5167"/>
                </a:lnTo>
                <a:lnTo>
                  <a:pt x="7785" y="5168"/>
                </a:lnTo>
                <a:lnTo>
                  <a:pt x="7784" y="5167"/>
                </a:lnTo>
                <a:lnTo>
                  <a:pt x="7784" y="5168"/>
                </a:lnTo>
                <a:lnTo>
                  <a:pt x="7783" y="5168"/>
                </a:lnTo>
                <a:lnTo>
                  <a:pt x="7783" y="5167"/>
                </a:lnTo>
                <a:lnTo>
                  <a:pt x="7783" y="5168"/>
                </a:lnTo>
                <a:lnTo>
                  <a:pt x="7782" y="5168"/>
                </a:lnTo>
                <a:lnTo>
                  <a:pt x="7782" y="5169"/>
                </a:lnTo>
                <a:lnTo>
                  <a:pt x="7780" y="5169"/>
                </a:lnTo>
                <a:lnTo>
                  <a:pt x="7780" y="5167"/>
                </a:lnTo>
                <a:lnTo>
                  <a:pt x="7781" y="5166"/>
                </a:lnTo>
                <a:lnTo>
                  <a:pt x="7781" y="5165"/>
                </a:lnTo>
                <a:lnTo>
                  <a:pt x="7781" y="5164"/>
                </a:lnTo>
                <a:lnTo>
                  <a:pt x="7780" y="5164"/>
                </a:lnTo>
                <a:lnTo>
                  <a:pt x="7780" y="5166"/>
                </a:lnTo>
                <a:lnTo>
                  <a:pt x="7779" y="5166"/>
                </a:lnTo>
                <a:lnTo>
                  <a:pt x="7778" y="5165"/>
                </a:lnTo>
                <a:lnTo>
                  <a:pt x="7777" y="5165"/>
                </a:lnTo>
                <a:lnTo>
                  <a:pt x="7777" y="5164"/>
                </a:lnTo>
                <a:lnTo>
                  <a:pt x="7778" y="5164"/>
                </a:lnTo>
                <a:lnTo>
                  <a:pt x="7778" y="5163"/>
                </a:lnTo>
                <a:lnTo>
                  <a:pt x="7778" y="5161"/>
                </a:lnTo>
                <a:lnTo>
                  <a:pt x="7778" y="5159"/>
                </a:lnTo>
                <a:lnTo>
                  <a:pt x="7775" y="5158"/>
                </a:lnTo>
                <a:lnTo>
                  <a:pt x="7772" y="5158"/>
                </a:lnTo>
                <a:lnTo>
                  <a:pt x="7772" y="5157"/>
                </a:lnTo>
                <a:lnTo>
                  <a:pt x="7772" y="5156"/>
                </a:lnTo>
                <a:lnTo>
                  <a:pt x="7768" y="5156"/>
                </a:lnTo>
                <a:lnTo>
                  <a:pt x="7766" y="5155"/>
                </a:lnTo>
                <a:lnTo>
                  <a:pt x="7765" y="5155"/>
                </a:lnTo>
                <a:lnTo>
                  <a:pt x="7762" y="5155"/>
                </a:lnTo>
                <a:lnTo>
                  <a:pt x="7759" y="5156"/>
                </a:lnTo>
                <a:lnTo>
                  <a:pt x="7758" y="5156"/>
                </a:lnTo>
                <a:lnTo>
                  <a:pt x="7757" y="5156"/>
                </a:lnTo>
                <a:lnTo>
                  <a:pt x="7757" y="5157"/>
                </a:lnTo>
                <a:lnTo>
                  <a:pt x="7756" y="5157"/>
                </a:lnTo>
                <a:lnTo>
                  <a:pt x="7757" y="5159"/>
                </a:lnTo>
                <a:lnTo>
                  <a:pt x="7757" y="5161"/>
                </a:lnTo>
                <a:lnTo>
                  <a:pt x="7757" y="5162"/>
                </a:lnTo>
                <a:lnTo>
                  <a:pt x="7756" y="5161"/>
                </a:lnTo>
                <a:lnTo>
                  <a:pt x="7755" y="5161"/>
                </a:lnTo>
                <a:lnTo>
                  <a:pt x="7755" y="5162"/>
                </a:lnTo>
                <a:lnTo>
                  <a:pt x="7754" y="5162"/>
                </a:lnTo>
                <a:lnTo>
                  <a:pt x="7755" y="5162"/>
                </a:lnTo>
                <a:lnTo>
                  <a:pt x="7755" y="5163"/>
                </a:lnTo>
                <a:lnTo>
                  <a:pt x="7755" y="5164"/>
                </a:lnTo>
                <a:lnTo>
                  <a:pt x="7754" y="5164"/>
                </a:lnTo>
                <a:lnTo>
                  <a:pt x="7754" y="5166"/>
                </a:lnTo>
                <a:lnTo>
                  <a:pt x="7754" y="5168"/>
                </a:lnTo>
                <a:lnTo>
                  <a:pt x="7754" y="5170"/>
                </a:lnTo>
                <a:lnTo>
                  <a:pt x="7754" y="5171"/>
                </a:lnTo>
                <a:lnTo>
                  <a:pt x="7753" y="5171"/>
                </a:lnTo>
                <a:lnTo>
                  <a:pt x="7752" y="5172"/>
                </a:lnTo>
                <a:lnTo>
                  <a:pt x="7752" y="5173"/>
                </a:lnTo>
                <a:lnTo>
                  <a:pt x="7753" y="5174"/>
                </a:lnTo>
                <a:lnTo>
                  <a:pt x="7752" y="5176"/>
                </a:lnTo>
                <a:lnTo>
                  <a:pt x="7751" y="5177"/>
                </a:lnTo>
                <a:lnTo>
                  <a:pt x="7750" y="5178"/>
                </a:lnTo>
                <a:lnTo>
                  <a:pt x="7749" y="5179"/>
                </a:lnTo>
                <a:lnTo>
                  <a:pt x="7750" y="5181"/>
                </a:lnTo>
                <a:lnTo>
                  <a:pt x="7750" y="5182"/>
                </a:lnTo>
                <a:lnTo>
                  <a:pt x="7748" y="5183"/>
                </a:lnTo>
                <a:lnTo>
                  <a:pt x="7747" y="5183"/>
                </a:lnTo>
                <a:lnTo>
                  <a:pt x="7747" y="5182"/>
                </a:lnTo>
                <a:lnTo>
                  <a:pt x="7747" y="5181"/>
                </a:lnTo>
                <a:lnTo>
                  <a:pt x="7745" y="5181"/>
                </a:lnTo>
                <a:lnTo>
                  <a:pt x="7743" y="5181"/>
                </a:lnTo>
                <a:lnTo>
                  <a:pt x="7743" y="5182"/>
                </a:lnTo>
                <a:lnTo>
                  <a:pt x="7743" y="5183"/>
                </a:lnTo>
                <a:lnTo>
                  <a:pt x="7744" y="5184"/>
                </a:lnTo>
                <a:lnTo>
                  <a:pt x="7745" y="5184"/>
                </a:lnTo>
                <a:lnTo>
                  <a:pt x="7746" y="5185"/>
                </a:lnTo>
                <a:lnTo>
                  <a:pt x="7746" y="5186"/>
                </a:lnTo>
                <a:lnTo>
                  <a:pt x="7745" y="5186"/>
                </a:lnTo>
                <a:lnTo>
                  <a:pt x="7745" y="5187"/>
                </a:lnTo>
                <a:lnTo>
                  <a:pt x="7747" y="5188"/>
                </a:lnTo>
                <a:lnTo>
                  <a:pt x="7748" y="5188"/>
                </a:lnTo>
                <a:lnTo>
                  <a:pt x="7748" y="5187"/>
                </a:lnTo>
                <a:lnTo>
                  <a:pt x="7748" y="5186"/>
                </a:lnTo>
                <a:lnTo>
                  <a:pt x="7749" y="5187"/>
                </a:lnTo>
                <a:lnTo>
                  <a:pt x="7749" y="5188"/>
                </a:lnTo>
                <a:lnTo>
                  <a:pt x="7748" y="5189"/>
                </a:lnTo>
                <a:lnTo>
                  <a:pt x="7748" y="5190"/>
                </a:lnTo>
                <a:lnTo>
                  <a:pt x="7748" y="5191"/>
                </a:lnTo>
                <a:lnTo>
                  <a:pt x="7748" y="5192"/>
                </a:lnTo>
                <a:lnTo>
                  <a:pt x="7748" y="5193"/>
                </a:lnTo>
                <a:lnTo>
                  <a:pt x="7747" y="5193"/>
                </a:lnTo>
                <a:lnTo>
                  <a:pt x="7746" y="5193"/>
                </a:lnTo>
                <a:lnTo>
                  <a:pt x="7745" y="5196"/>
                </a:lnTo>
                <a:lnTo>
                  <a:pt x="7745" y="5198"/>
                </a:lnTo>
                <a:lnTo>
                  <a:pt x="7744" y="5198"/>
                </a:lnTo>
                <a:lnTo>
                  <a:pt x="7744" y="5197"/>
                </a:lnTo>
                <a:lnTo>
                  <a:pt x="7743" y="5197"/>
                </a:lnTo>
                <a:lnTo>
                  <a:pt x="7742" y="5198"/>
                </a:lnTo>
                <a:lnTo>
                  <a:pt x="7741" y="5198"/>
                </a:lnTo>
                <a:lnTo>
                  <a:pt x="7741" y="5197"/>
                </a:lnTo>
                <a:lnTo>
                  <a:pt x="7740" y="5197"/>
                </a:lnTo>
                <a:lnTo>
                  <a:pt x="7740" y="5196"/>
                </a:lnTo>
                <a:lnTo>
                  <a:pt x="7739" y="5196"/>
                </a:lnTo>
                <a:lnTo>
                  <a:pt x="7738" y="5197"/>
                </a:lnTo>
                <a:lnTo>
                  <a:pt x="7738" y="5196"/>
                </a:lnTo>
                <a:lnTo>
                  <a:pt x="7737" y="5196"/>
                </a:lnTo>
                <a:lnTo>
                  <a:pt x="7734" y="5195"/>
                </a:lnTo>
                <a:lnTo>
                  <a:pt x="7733" y="5195"/>
                </a:lnTo>
                <a:lnTo>
                  <a:pt x="7732" y="5196"/>
                </a:lnTo>
                <a:lnTo>
                  <a:pt x="7731" y="5196"/>
                </a:lnTo>
                <a:lnTo>
                  <a:pt x="7731" y="5197"/>
                </a:lnTo>
                <a:lnTo>
                  <a:pt x="7730" y="5197"/>
                </a:lnTo>
                <a:lnTo>
                  <a:pt x="7731" y="5197"/>
                </a:lnTo>
                <a:lnTo>
                  <a:pt x="7731" y="5198"/>
                </a:lnTo>
                <a:lnTo>
                  <a:pt x="7730" y="5198"/>
                </a:lnTo>
                <a:lnTo>
                  <a:pt x="7730" y="5199"/>
                </a:lnTo>
                <a:lnTo>
                  <a:pt x="7730" y="5200"/>
                </a:lnTo>
                <a:lnTo>
                  <a:pt x="7730" y="5201"/>
                </a:lnTo>
                <a:lnTo>
                  <a:pt x="7730" y="5202"/>
                </a:lnTo>
                <a:lnTo>
                  <a:pt x="7730" y="5203"/>
                </a:lnTo>
                <a:lnTo>
                  <a:pt x="7730" y="5204"/>
                </a:lnTo>
                <a:lnTo>
                  <a:pt x="7729" y="5204"/>
                </a:lnTo>
                <a:lnTo>
                  <a:pt x="7730" y="5206"/>
                </a:lnTo>
                <a:lnTo>
                  <a:pt x="7731" y="5207"/>
                </a:lnTo>
                <a:lnTo>
                  <a:pt x="7732" y="5207"/>
                </a:lnTo>
                <a:lnTo>
                  <a:pt x="7733" y="5207"/>
                </a:lnTo>
                <a:lnTo>
                  <a:pt x="7733" y="5208"/>
                </a:lnTo>
                <a:lnTo>
                  <a:pt x="7733" y="5207"/>
                </a:lnTo>
                <a:lnTo>
                  <a:pt x="7734" y="5206"/>
                </a:lnTo>
                <a:lnTo>
                  <a:pt x="7734" y="5208"/>
                </a:lnTo>
                <a:lnTo>
                  <a:pt x="7733" y="5209"/>
                </a:lnTo>
                <a:lnTo>
                  <a:pt x="7733" y="5210"/>
                </a:lnTo>
                <a:lnTo>
                  <a:pt x="7733" y="5211"/>
                </a:lnTo>
                <a:lnTo>
                  <a:pt x="7732" y="5211"/>
                </a:lnTo>
                <a:lnTo>
                  <a:pt x="7732" y="5212"/>
                </a:lnTo>
                <a:lnTo>
                  <a:pt x="7733" y="5212"/>
                </a:lnTo>
                <a:lnTo>
                  <a:pt x="7734" y="5213"/>
                </a:lnTo>
                <a:lnTo>
                  <a:pt x="7735" y="5214"/>
                </a:lnTo>
                <a:lnTo>
                  <a:pt x="7734" y="5214"/>
                </a:lnTo>
                <a:lnTo>
                  <a:pt x="7734" y="5213"/>
                </a:lnTo>
                <a:lnTo>
                  <a:pt x="7733" y="5213"/>
                </a:lnTo>
                <a:lnTo>
                  <a:pt x="7733" y="5214"/>
                </a:lnTo>
                <a:lnTo>
                  <a:pt x="7733" y="5213"/>
                </a:lnTo>
                <a:lnTo>
                  <a:pt x="7732" y="5214"/>
                </a:lnTo>
                <a:lnTo>
                  <a:pt x="7731" y="5214"/>
                </a:lnTo>
                <a:lnTo>
                  <a:pt x="7730" y="5214"/>
                </a:lnTo>
                <a:lnTo>
                  <a:pt x="7731" y="5213"/>
                </a:lnTo>
                <a:lnTo>
                  <a:pt x="7730" y="5213"/>
                </a:lnTo>
                <a:lnTo>
                  <a:pt x="7730" y="5212"/>
                </a:lnTo>
                <a:lnTo>
                  <a:pt x="7729" y="5213"/>
                </a:lnTo>
                <a:lnTo>
                  <a:pt x="7728" y="5213"/>
                </a:lnTo>
                <a:lnTo>
                  <a:pt x="7727" y="5212"/>
                </a:lnTo>
                <a:lnTo>
                  <a:pt x="7726" y="5212"/>
                </a:lnTo>
                <a:lnTo>
                  <a:pt x="7725" y="5212"/>
                </a:lnTo>
                <a:lnTo>
                  <a:pt x="7726" y="5213"/>
                </a:lnTo>
                <a:lnTo>
                  <a:pt x="7725" y="5213"/>
                </a:lnTo>
                <a:lnTo>
                  <a:pt x="7725" y="5214"/>
                </a:lnTo>
                <a:lnTo>
                  <a:pt x="7724" y="5214"/>
                </a:lnTo>
                <a:lnTo>
                  <a:pt x="7724" y="5215"/>
                </a:lnTo>
                <a:lnTo>
                  <a:pt x="7725" y="5215"/>
                </a:lnTo>
                <a:lnTo>
                  <a:pt x="7726" y="5215"/>
                </a:lnTo>
                <a:lnTo>
                  <a:pt x="7727" y="5215"/>
                </a:lnTo>
                <a:lnTo>
                  <a:pt x="7727" y="5216"/>
                </a:lnTo>
                <a:lnTo>
                  <a:pt x="7728" y="5216"/>
                </a:lnTo>
                <a:lnTo>
                  <a:pt x="7727" y="5216"/>
                </a:lnTo>
                <a:lnTo>
                  <a:pt x="7727" y="5217"/>
                </a:lnTo>
                <a:lnTo>
                  <a:pt x="7728" y="5217"/>
                </a:lnTo>
                <a:lnTo>
                  <a:pt x="7727" y="5217"/>
                </a:lnTo>
                <a:lnTo>
                  <a:pt x="7727" y="5218"/>
                </a:lnTo>
                <a:lnTo>
                  <a:pt x="7728" y="5218"/>
                </a:lnTo>
                <a:lnTo>
                  <a:pt x="7728" y="5219"/>
                </a:lnTo>
                <a:lnTo>
                  <a:pt x="7727" y="5219"/>
                </a:lnTo>
                <a:lnTo>
                  <a:pt x="7727" y="5218"/>
                </a:lnTo>
                <a:lnTo>
                  <a:pt x="7726" y="5218"/>
                </a:lnTo>
                <a:lnTo>
                  <a:pt x="7726" y="5217"/>
                </a:lnTo>
                <a:lnTo>
                  <a:pt x="7726" y="5216"/>
                </a:lnTo>
                <a:lnTo>
                  <a:pt x="7725" y="5217"/>
                </a:lnTo>
                <a:lnTo>
                  <a:pt x="7724" y="5217"/>
                </a:lnTo>
                <a:lnTo>
                  <a:pt x="7723" y="5216"/>
                </a:lnTo>
                <a:lnTo>
                  <a:pt x="7722" y="5216"/>
                </a:lnTo>
                <a:lnTo>
                  <a:pt x="7722" y="5217"/>
                </a:lnTo>
                <a:lnTo>
                  <a:pt x="7723" y="5217"/>
                </a:lnTo>
                <a:lnTo>
                  <a:pt x="7723" y="5218"/>
                </a:lnTo>
                <a:lnTo>
                  <a:pt x="7722" y="5218"/>
                </a:lnTo>
                <a:lnTo>
                  <a:pt x="7721" y="5218"/>
                </a:lnTo>
                <a:lnTo>
                  <a:pt x="7720" y="5218"/>
                </a:lnTo>
                <a:lnTo>
                  <a:pt x="7721" y="5219"/>
                </a:lnTo>
                <a:lnTo>
                  <a:pt x="7721" y="5218"/>
                </a:lnTo>
                <a:lnTo>
                  <a:pt x="7722" y="5218"/>
                </a:lnTo>
                <a:lnTo>
                  <a:pt x="7723" y="5218"/>
                </a:lnTo>
                <a:lnTo>
                  <a:pt x="7723" y="5219"/>
                </a:lnTo>
                <a:lnTo>
                  <a:pt x="7724" y="5219"/>
                </a:lnTo>
                <a:lnTo>
                  <a:pt x="7723" y="5219"/>
                </a:lnTo>
                <a:lnTo>
                  <a:pt x="7720" y="5221"/>
                </a:lnTo>
                <a:lnTo>
                  <a:pt x="7719" y="5221"/>
                </a:lnTo>
                <a:lnTo>
                  <a:pt x="7718" y="5222"/>
                </a:lnTo>
                <a:lnTo>
                  <a:pt x="7717" y="5222"/>
                </a:lnTo>
                <a:lnTo>
                  <a:pt x="7716" y="5223"/>
                </a:lnTo>
                <a:lnTo>
                  <a:pt x="7715" y="5222"/>
                </a:lnTo>
                <a:lnTo>
                  <a:pt x="7712" y="5224"/>
                </a:lnTo>
                <a:lnTo>
                  <a:pt x="7711" y="5224"/>
                </a:lnTo>
                <a:lnTo>
                  <a:pt x="7711" y="5223"/>
                </a:lnTo>
                <a:lnTo>
                  <a:pt x="7712" y="5223"/>
                </a:lnTo>
                <a:lnTo>
                  <a:pt x="7712" y="5222"/>
                </a:lnTo>
                <a:lnTo>
                  <a:pt x="7711" y="5222"/>
                </a:lnTo>
                <a:lnTo>
                  <a:pt x="7711" y="5221"/>
                </a:lnTo>
                <a:lnTo>
                  <a:pt x="7711" y="5222"/>
                </a:lnTo>
                <a:lnTo>
                  <a:pt x="7710" y="5222"/>
                </a:lnTo>
                <a:lnTo>
                  <a:pt x="7710" y="5221"/>
                </a:lnTo>
                <a:lnTo>
                  <a:pt x="7709" y="5221"/>
                </a:lnTo>
                <a:lnTo>
                  <a:pt x="7710" y="5221"/>
                </a:lnTo>
                <a:lnTo>
                  <a:pt x="7711" y="5219"/>
                </a:lnTo>
                <a:lnTo>
                  <a:pt x="7711" y="5218"/>
                </a:lnTo>
                <a:lnTo>
                  <a:pt x="7711" y="5217"/>
                </a:lnTo>
                <a:lnTo>
                  <a:pt x="7709" y="5216"/>
                </a:lnTo>
                <a:lnTo>
                  <a:pt x="7708" y="5216"/>
                </a:lnTo>
                <a:lnTo>
                  <a:pt x="7708" y="5215"/>
                </a:lnTo>
                <a:lnTo>
                  <a:pt x="7707" y="5214"/>
                </a:lnTo>
                <a:lnTo>
                  <a:pt x="7706" y="5213"/>
                </a:lnTo>
                <a:lnTo>
                  <a:pt x="7706" y="5211"/>
                </a:lnTo>
                <a:lnTo>
                  <a:pt x="7706" y="5209"/>
                </a:lnTo>
                <a:lnTo>
                  <a:pt x="7705" y="5208"/>
                </a:lnTo>
                <a:lnTo>
                  <a:pt x="7704" y="5207"/>
                </a:lnTo>
                <a:lnTo>
                  <a:pt x="7704" y="5206"/>
                </a:lnTo>
                <a:lnTo>
                  <a:pt x="7704" y="5205"/>
                </a:lnTo>
                <a:lnTo>
                  <a:pt x="7705" y="5205"/>
                </a:lnTo>
                <a:lnTo>
                  <a:pt x="7707" y="5203"/>
                </a:lnTo>
                <a:lnTo>
                  <a:pt x="7708" y="5204"/>
                </a:lnTo>
                <a:lnTo>
                  <a:pt x="7709" y="5205"/>
                </a:lnTo>
                <a:lnTo>
                  <a:pt x="7709" y="5204"/>
                </a:lnTo>
                <a:lnTo>
                  <a:pt x="7709" y="5203"/>
                </a:lnTo>
                <a:lnTo>
                  <a:pt x="7710" y="5202"/>
                </a:lnTo>
                <a:lnTo>
                  <a:pt x="7711" y="5202"/>
                </a:lnTo>
                <a:lnTo>
                  <a:pt x="7712" y="5201"/>
                </a:lnTo>
                <a:lnTo>
                  <a:pt x="7712" y="5200"/>
                </a:lnTo>
                <a:lnTo>
                  <a:pt x="7714" y="5198"/>
                </a:lnTo>
                <a:lnTo>
                  <a:pt x="7714" y="5197"/>
                </a:lnTo>
                <a:lnTo>
                  <a:pt x="7715" y="5197"/>
                </a:lnTo>
                <a:lnTo>
                  <a:pt x="7715" y="5196"/>
                </a:lnTo>
                <a:lnTo>
                  <a:pt x="7716" y="5196"/>
                </a:lnTo>
                <a:lnTo>
                  <a:pt x="7716" y="5197"/>
                </a:lnTo>
                <a:lnTo>
                  <a:pt x="7716" y="5196"/>
                </a:lnTo>
                <a:lnTo>
                  <a:pt x="7716" y="5195"/>
                </a:lnTo>
                <a:lnTo>
                  <a:pt x="7715" y="5194"/>
                </a:lnTo>
                <a:lnTo>
                  <a:pt x="7715" y="5192"/>
                </a:lnTo>
                <a:lnTo>
                  <a:pt x="7716" y="5191"/>
                </a:lnTo>
                <a:lnTo>
                  <a:pt x="7715" y="5190"/>
                </a:lnTo>
                <a:lnTo>
                  <a:pt x="7714" y="5189"/>
                </a:lnTo>
                <a:lnTo>
                  <a:pt x="7714" y="5188"/>
                </a:lnTo>
                <a:lnTo>
                  <a:pt x="7713" y="5188"/>
                </a:lnTo>
                <a:lnTo>
                  <a:pt x="7713" y="5187"/>
                </a:lnTo>
                <a:lnTo>
                  <a:pt x="7714" y="5178"/>
                </a:lnTo>
                <a:lnTo>
                  <a:pt x="7715" y="5178"/>
                </a:lnTo>
                <a:lnTo>
                  <a:pt x="7716" y="5177"/>
                </a:lnTo>
                <a:lnTo>
                  <a:pt x="7717" y="5177"/>
                </a:lnTo>
                <a:lnTo>
                  <a:pt x="7718" y="5176"/>
                </a:lnTo>
                <a:lnTo>
                  <a:pt x="7718" y="5175"/>
                </a:lnTo>
                <a:lnTo>
                  <a:pt x="7719" y="5174"/>
                </a:lnTo>
                <a:lnTo>
                  <a:pt x="7719" y="5173"/>
                </a:lnTo>
                <a:lnTo>
                  <a:pt x="7718" y="5172"/>
                </a:lnTo>
                <a:lnTo>
                  <a:pt x="7719" y="5171"/>
                </a:lnTo>
                <a:lnTo>
                  <a:pt x="7717" y="5170"/>
                </a:lnTo>
                <a:lnTo>
                  <a:pt x="7716" y="5170"/>
                </a:lnTo>
                <a:lnTo>
                  <a:pt x="7717" y="5170"/>
                </a:lnTo>
                <a:lnTo>
                  <a:pt x="7717" y="5169"/>
                </a:lnTo>
                <a:lnTo>
                  <a:pt x="7717" y="5168"/>
                </a:lnTo>
                <a:lnTo>
                  <a:pt x="7716" y="5168"/>
                </a:lnTo>
                <a:lnTo>
                  <a:pt x="7716" y="5167"/>
                </a:lnTo>
                <a:lnTo>
                  <a:pt x="7715" y="5167"/>
                </a:lnTo>
                <a:lnTo>
                  <a:pt x="7713" y="5166"/>
                </a:lnTo>
                <a:lnTo>
                  <a:pt x="7713" y="5165"/>
                </a:lnTo>
                <a:lnTo>
                  <a:pt x="7713" y="5164"/>
                </a:lnTo>
                <a:lnTo>
                  <a:pt x="7713" y="5163"/>
                </a:lnTo>
                <a:lnTo>
                  <a:pt x="7713" y="5162"/>
                </a:lnTo>
                <a:lnTo>
                  <a:pt x="7713" y="5161"/>
                </a:lnTo>
                <a:lnTo>
                  <a:pt x="7714" y="5161"/>
                </a:lnTo>
                <a:lnTo>
                  <a:pt x="7716" y="5161"/>
                </a:lnTo>
                <a:lnTo>
                  <a:pt x="7717" y="5160"/>
                </a:lnTo>
                <a:lnTo>
                  <a:pt x="7716" y="5159"/>
                </a:lnTo>
                <a:lnTo>
                  <a:pt x="7715" y="5160"/>
                </a:lnTo>
                <a:lnTo>
                  <a:pt x="7713" y="5160"/>
                </a:lnTo>
                <a:lnTo>
                  <a:pt x="7712" y="5160"/>
                </a:lnTo>
                <a:lnTo>
                  <a:pt x="7712" y="5158"/>
                </a:lnTo>
                <a:lnTo>
                  <a:pt x="7711" y="5157"/>
                </a:lnTo>
                <a:lnTo>
                  <a:pt x="7710" y="5156"/>
                </a:lnTo>
                <a:lnTo>
                  <a:pt x="7709" y="5155"/>
                </a:lnTo>
                <a:lnTo>
                  <a:pt x="7709" y="5154"/>
                </a:lnTo>
                <a:lnTo>
                  <a:pt x="7709" y="5153"/>
                </a:lnTo>
                <a:lnTo>
                  <a:pt x="7709" y="5152"/>
                </a:lnTo>
                <a:lnTo>
                  <a:pt x="7708" y="5152"/>
                </a:lnTo>
                <a:lnTo>
                  <a:pt x="7707" y="5152"/>
                </a:lnTo>
                <a:lnTo>
                  <a:pt x="7706" y="5152"/>
                </a:lnTo>
                <a:lnTo>
                  <a:pt x="7705" y="5153"/>
                </a:lnTo>
                <a:lnTo>
                  <a:pt x="7705" y="5155"/>
                </a:lnTo>
                <a:lnTo>
                  <a:pt x="7704" y="5155"/>
                </a:lnTo>
                <a:lnTo>
                  <a:pt x="7703" y="5153"/>
                </a:lnTo>
                <a:lnTo>
                  <a:pt x="7704" y="5156"/>
                </a:lnTo>
                <a:lnTo>
                  <a:pt x="7705" y="5156"/>
                </a:lnTo>
                <a:lnTo>
                  <a:pt x="7706" y="5157"/>
                </a:lnTo>
                <a:lnTo>
                  <a:pt x="7707" y="5158"/>
                </a:lnTo>
                <a:lnTo>
                  <a:pt x="7706" y="5159"/>
                </a:lnTo>
                <a:lnTo>
                  <a:pt x="7705" y="5160"/>
                </a:lnTo>
                <a:lnTo>
                  <a:pt x="7704" y="5160"/>
                </a:lnTo>
                <a:lnTo>
                  <a:pt x="7703" y="5160"/>
                </a:lnTo>
                <a:lnTo>
                  <a:pt x="7703" y="5161"/>
                </a:lnTo>
                <a:lnTo>
                  <a:pt x="7703" y="5162"/>
                </a:lnTo>
                <a:lnTo>
                  <a:pt x="7702" y="5162"/>
                </a:lnTo>
                <a:lnTo>
                  <a:pt x="7702" y="5161"/>
                </a:lnTo>
                <a:lnTo>
                  <a:pt x="7702" y="5162"/>
                </a:lnTo>
                <a:lnTo>
                  <a:pt x="7702" y="5163"/>
                </a:lnTo>
                <a:lnTo>
                  <a:pt x="7701" y="5163"/>
                </a:lnTo>
                <a:lnTo>
                  <a:pt x="7700" y="5163"/>
                </a:lnTo>
                <a:lnTo>
                  <a:pt x="7700" y="5165"/>
                </a:lnTo>
                <a:lnTo>
                  <a:pt x="7701" y="5166"/>
                </a:lnTo>
                <a:lnTo>
                  <a:pt x="7701" y="5167"/>
                </a:lnTo>
                <a:lnTo>
                  <a:pt x="7701" y="5168"/>
                </a:lnTo>
                <a:lnTo>
                  <a:pt x="7699" y="5169"/>
                </a:lnTo>
                <a:lnTo>
                  <a:pt x="7699" y="5170"/>
                </a:lnTo>
                <a:lnTo>
                  <a:pt x="7698" y="5170"/>
                </a:lnTo>
                <a:lnTo>
                  <a:pt x="7698" y="5171"/>
                </a:lnTo>
                <a:lnTo>
                  <a:pt x="7699" y="5171"/>
                </a:lnTo>
                <a:lnTo>
                  <a:pt x="7700" y="5172"/>
                </a:lnTo>
                <a:lnTo>
                  <a:pt x="7700" y="5173"/>
                </a:lnTo>
                <a:lnTo>
                  <a:pt x="7699" y="5173"/>
                </a:lnTo>
                <a:lnTo>
                  <a:pt x="7698" y="5173"/>
                </a:lnTo>
                <a:lnTo>
                  <a:pt x="7698" y="5174"/>
                </a:lnTo>
                <a:lnTo>
                  <a:pt x="7698" y="5175"/>
                </a:lnTo>
                <a:lnTo>
                  <a:pt x="7697" y="5176"/>
                </a:lnTo>
                <a:lnTo>
                  <a:pt x="7695" y="5176"/>
                </a:lnTo>
                <a:lnTo>
                  <a:pt x="7694" y="5176"/>
                </a:lnTo>
                <a:lnTo>
                  <a:pt x="7693" y="5176"/>
                </a:lnTo>
                <a:lnTo>
                  <a:pt x="7692" y="5177"/>
                </a:lnTo>
                <a:lnTo>
                  <a:pt x="7691" y="5177"/>
                </a:lnTo>
                <a:lnTo>
                  <a:pt x="7690" y="5176"/>
                </a:lnTo>
                <a:lnTo>
                  <a:pt x="7690" y="5175"/>
                </a:lnTo>
                <a:lnTo>
                  <a:pt x="7689" y="5175"/>
                </a:lnTo>
                <a:lnTo>
                  <a:pt x="7689" y="5176"/>
                </a:lnTo>
                <a:lnTo>
                  <a:pt x="7689" y="5177"/>
                </a:lnTo>
                <a:lnTo>
                  <a:pt x="7688" y="5177"/>
                </a:lnTo>
                <a:lnTo>
                  <a:pt x="7689" y="5177"/>
                </a:lnTo>
                <a:lnTo>
                  <a:pt x="7691" y="5178"/>
                </a:lnTo>
                <a:lnTo>
                  <a:pt x="7693" y="5178"/>
                </a:lnTo>
                <a:lnTo>
                  <a:pt x="7694" y="5178"/>
                </a:lnTo>
                <a:lnTo>
                  <a:pt x="7696" y="5177"/>
                </a:lnTo>
                <a:lnTo>
                  <a:pt x="7697" y="5177"/>
                </a:lnTo>
                <a:lnTo>
                  <a:pt x="7697" y="5179"/>
                </a:lnTo>
                <a:lnTo>
                  <a:pt x="7698" y="5180"/>
                </a:lnTo>
                <a:lnTo>
                  <a:pt x="7699" y="5181"/>
                </a:lnTo>
                <a:lnTo>
                  <a:pt x="7701" y="5183"/>
                </a:lnTo>
                <a:lnTo>
                  <a:pt x="7701" y="5184"/>
                </a:lnTo>
                <a:lnTo>
                  <a:pt x="7700" y="5190"/>
                </a:lnTo>
                <a:lnTo>
                  <a:pt x="7700" y="5191"/>
                </a:lnTo>
                <a:lnTo>
                  <a:pt x="7698" y="5192"/>
                </a:lnTo>
                <a:lnTo>
                  <a:pt x="7698" y="5193"/>
                </a:lnTo>
                <a:lnTo>
                  <a:pt x="7697" y="5194"/>
                </a:lnTo>
                <a:lnTo>
                  <a:pt x="7697" y="5195"/>
                </a:lnTo>
                <a:lnTo>
                  <a:pt x="7697" y="5196"/>
                </a:lnTo>
                <a:lnTo>
                  <a:pt x="7698" y="5196"/>
                </a:lnTo>
                <a:lnTo>
                  <a:pt x="7698" y="5197"/>
                </a:lnTo>
                <a:lnTo>
                  <a:pt x="7697" y="5198"/>
                </a:lnTo>
                <a:lnTo>
                  <a:pt x="7697" y="5199"/>
                </a:lnTo>
                <a:lnTo>
                  <a:pt x="7697" y="5201"/>
                </a:lnTo>
                <a:lnTo>
                  <a:pt x="7698" y="5201"/>
                </a:lnTo>
                <a:lnTo>
                  <a:pt x="7697" y="5205"/>
                </a:lnTo>
                <a:lnTo>
                  <a:pt x="7696" y="5205"/>
                </a:lnTo>
                <a:lnTo>
                  <a:pt x="7694" y="5203"/>
                </a:lnTo>
                <a:lnTo>
                  <a:pt x="7693" y="5203"/>
                </a:lnTo>
                <a:lnTo>
                  <a:pt x="7692" y="5203"/>
                </a:lnTo>
                <a:lnTo>
                  <a:pt x="7694" y="5204"/>
                </a:lnTo>
                <a:lnTo>
                  <a:pt x="7692" y="5207"/>
                </a:lnTo>
                <a:lnTo>
                  <a:pt x="7686" y="5214"/>
                </a:lnTo>
                <a:lnTo>
                  <a:pt x="7685" y="5213"/>
                </a:lnTo>
                <a:lnTo>
                  <a:pt x="7685" y="5214"/>
                </a:lnTo>
                <a:lnTo>
                  <a:pt x="7685" y="5215"/>
                </a:lnTo>
                <a:lnTo>
                  <a:pt x="7684" y="5218"/>
                </a:lnTo>
                <a:lnTo>
                  <a:pt x="7683" y="5218"/>
                </a:lnTo>
                <a:lnTo>
                  <a:pt x="7683" y="5219"/>
                </a:lnTo>
                <a:lnTo>
                  <a:pt x="7685" y="5220"/>
                </a:lnTo>
                <a:lnTo>
                  <a:pt x="7685" y="5222"/>
                </a:lnTo>
                <a:lnTo>
                  <a:pt x="7687" y="5229"/>
                </a:lnTo>
                <a:lnTo>
                  <a:pt x="7686" y="5229"/>
                </a:lnTo>
                <a:lnTo>
                  <a:pt x="7685" y="5230"/>
                </a:lnTo>
                <a:lnTo>
                  <a:pt x="7685" y="5231"/>
                </a:lnTo>
                <a:lnTo>
                  <a:pt x="7685" y="5232"/>
                </a:lnTo>
                <a:lnTo>
                  <a:pt x="7684" y="5232"/>
                </a:lnTo>
                <a:lnTo>
                  <a:pt x="7685" y="5233"/>
                </a:lnTo>
                <a:lnTo>
                  <a:pt x="7685" y="5234"/>
                </a:lnTo>
                <a:lnTo>
                  <a:pt x="7685" y="5235"/>
                </a:lnTo>
                <a:lnTo>
                  <a:pt x="7685" y="5236"/>
                </a:lnTo>
                <a:lnTo>
                  <a:pt x="7684" y="5237"/>
                </a:lnTo>
                <a:lnTo>
                  <a:pt x="7684" y="5238"/>
                </a:lnTo>
                <a:lnTo>
                  <a:pt x="7682" y="5239"/>
                </a:lnTo>
                <a:lnTo>
                  <a:pt x="7681" y="5240"/>
                </a:lnTo>
                <a:lnTo>
                  <a:pt x="7680" y="5241"/>
                </a:lnTo>
                <a:lnTo>
                  <a:pt x="7679" y="5242"/>
                </a:lnTo>
                <a:lnTo>
                  <a:pt x="7679" y="5247"/>
                </a:lnTo>
                <a:lnTo>
                  <a:pt x="7679" y="5248"/>
                </a:lnTo>
                <a:lnTo>
                  <a:pt x="7683" y="5250"/>
                </a:lnTo>
                <a:lnTo>
                  <a:pt x="7682" y="5250"/>
                </a:lnTo>
                <a:lnTo>
                  <a:pt x="7682" y="5251"/>
                </a:lnTo>
                <a:lnTo>
                  <a:pt x="7681" y="5252"/>
                </a:lnTo>
                <a:lnTo>
                  <a:pt x="7681" y="5253"/>
                </a:lnTo>
                <a:lnTo>
                  <a:pt x="7680" y="5255"/>
                </a:lnTo>
                <a:lnTo>
                  <a:pt x="7680" y="5256"/>
                </a:lnTo>
                <a:lnTo>
                  <a:pt x="7679" y="5256"/>
                </a:lnTo>
                <a:lnTo>
                  <a:pt x="7679" y="5257"/>
                </a:lnTo>
                <a:lnTo>
                  <a:pt x="7678" y="5258"/>
                </a:lnTo>
                <a:lnTo>
                  <a:pt x="7677" y="5257"/>
                </a:lnTo>
                <a:lnTo>
                  <a:pt x="7676" y="5256"/>
                </a:lnTo>
                <a:lnTo>
                  <a:pt x="7675" y="5256"/>
                </a:lnTo>
                <a:lnTo>
                  <a:pt x="7675" y="5255"/>
                </a:lnTo>
                <a:lnTo>
                  <a:pt x="7674" y="5255"/>
                </a:lnTo>
                <a:lnTo>
                  <a:pt x="7674" y="5254"/>
                </a:lnTo>
                <a:lnTo>
                  <a:pt x="7674" y="5255"/>
                </a:lnTo>
                <a:lnTo>
                  <a:pt x="7673" y="5255"/>
                </a:lnTo>
                <a:lnTo>
                  <a:pt x="7670" y="5257"/>
                </a:lnTo>
                <a:lnTo>
                  <a:pt x="7668" y="5257"/>
                </a:lnTo>
                <a:lnTo>
                  <a:pt x="7667" y="5262"/>
                </a:lnTo>
                <a:lnTo>
                  <a:pt x="7667" y="5266"/>
                </a:lnTo>
                <a:lnTo>
                  <a:pt x="7666" y="5268"/>
                </a:lnTo>
                <a:lnTo>
                  <a:pt x="7665" y="5270"/>
                </a:lnTo>
                <a:lnTo>
                  <a:pt x="7664" y="5270"/>
                </a:lnTo>
                <a:lnTo>
                  <a:pt x="7664" y="5271"/>
                </a:lnTo>
                <a:lnTo>
                  <a:pt x="7663" y="5272"/>
                </a:lnTo>
                <a:lnTo>
                  <a:pt x="7662" y="5273"/>
                </a:lnTo>
                <a:lnTo>
                  <a:pt x="7658" y="5278"/>
                </a:lnTo>
                <a:lnTo>
                  <a:pt x="7658" y="5279"/>
                </a:lnTo>
                <a:lnTo>
                  <a:pt x="7657" y="5280"/>
                </a:lnTo>
                <a:lnTo>
                  <a:pt x="7657" y="5281"/>
                </a:lnTo>
                <a:lnTo>
                  <a:pt x="7656" y="5283"/>
                </a:lnTo>
                <a:lnTo>
                  <a:pt x="7655" y="5284"/>
                </a:lnTo>
                <a:lnTo>
                  <a:pt x="7655" y="5285"/>
                </a:lnTo>
                <a:lnTo>
                  <a:pt x="7654" y="5285"/>
                </a:lnTo>
                <a:lnTo>
                  <a:pt x="7654" y="5284"/>
                </a:lnTo>
                <a:lnTo>
                  <a:pt x="7653" y="5284"/>
                </a:lnTo>
                <a:lnTo>
                  <a:pt x="7652" y="5284"/>
                </a:lnTo>
                <a:lnTo>
                  <a:pt x="7652" y="5285"/>
                </a:lnTo>
                <a:lnTo>
                  <a:pt x="7651" y="5285"/>
                </a:lnTo>
                <a:lnTo>
                  <a:pt x="7651" y="5286"/>
                </a:lnTo>
                <a:lnTo>
                  <a:pt x="7650" y="5287"/>
                </a:lnTo>
                <a:lnTo>
                  <a:pt x="7650" y="5288"/>
                </a:lnTo>
                <a:lnTo>
                  <a:pt x="7650" y="5289"/>
                </a:lnTo>
                <a:lnTo>
                  <a:pt x="7649" y="5290"/>
                </a:lnTo>
                <a:lnTo>
                  <a:pt x="7649" y="5291"/>
                </a:lnTo>
                <a:lnTo>
                  <a:pt x="7649" y="5292"/>
                </a:lnTo>
                <a:lnTo>
                  <a:pt x="7649" y="5293"/>
                </a:lnTo>
                <a:lnTo>
                  <a:pt x="7649" y="5294"/>
                </a:lnTo>
                <a:lnTo>
                  <a:pt x="7649" y="5295"/>
                </a:lnTo>
                <a:lnTo>
                  <a:pt x="7648" y="5295"/>
                </a:lnTo>
                <a:lnTo>
                  <a:pt x="7648" y="5296"/>
                </a:lnTo>
                <a:lnTo>
                  <a:pt x="7648" y="5297"/>
                </a:lnTo>
                <a:lnTo>
                  <a:pt x="7651" y="5299"/>
                </a:lnTo>
                <a:lnTo>
                  <a:pt x="7650" y="5300"/>
                </a:lnTo>
                <a:lnTo>
                  <a:pt x="7649" y="5302"/>
                </a:lnTo>
                <a:lnTo>
                  <a:pt x="7646" y="5304"/>
                </a:lnTo>
                <a:lnTo>
                  <a:pt x="7643" y="5304"/>
                </a:lnTo>
                <a:lnTo>
                  <a:pt x="7643" y="5303"/>
                </a:lnTo>
                <a:lnTo>
                  <a:pt x="7642" y="5303"/>
                </a:lnTo>
                <a:lnTo>
                  <a:pt x="7641" y="5303"/>
                </a:lnTo>
                <a:lnTo>
                  <a:pt x="7640" y="5303"/>
                </a:lnTo>
                <a:lnTo>
                  <a:pt x="7638" y="5306"/>
                </a:lnTo>
                <a:lnTo>
                  <a:pt x="7639" y="5307"/>
                </a:lnTo>
                <a:lnTo>
                  <a:pt x="7641" y="5309"/>
                </a:lnTo>
                <a:lnTo>
                  <a:pt x="7640" y="5317"/>
                </a:lnTo>
                <a:lnTo>
                  <a:pt x="7639" y="5318"/>
                </a:lnTo>
                <a:lnTo>
                  <a:pt x="7640" y="5318"/>
                </a:lnTo>
                <a:lnTo>
                  <a:pt x="7640" y="5319"/>
                </a:lnTo>
                <a:lnTo>
                  <a:pt x="7640" y="5320"/>
                </a:lnTo>
                <a:lnTo>
                  <a:pt x="7639" y="5320"/>
                </a:lnTo>
                <a:lnTo>
                  <a:pt x="7638" y="5320"/>
                </a:lnTo>
                <a:lnTo>
                  <a:pt x="7638" y="5321"/>
                </a:lnTo>
                <a:lnTo>
                  <a:pt x="7638" y="5322"/>
                </a:lnTo>
                <a:lnTo>
                  <a:pt x="7638" y="5324"/>
                </a:lnTo>
                <a:lnTo>
                  <a:pt x="7636" y="5325"/>
                </a:lnTo>
                <a:lnTo>
                  <a:pt x="7635" y="5325"/>
                </a:lnTo>
                <a:lnTo>
                  <a:pt x="7634" y="5327"/>
                </a:lnTo>
                <a:lnTo>
                  <a:pt x="7634" y="5328"/>
                </a:lnTo>
                <a:lnTo>
                  <a:pt x="7635" y="5328"/>
                </a:lnTo>
                <a:lnTo>
                  <a:pt x="7637" y="5329"/>
                </a:lnTo>
                <a:lnTo>
                  <a:pt x="7637" y="5330"/>
                </a:lnTo>
                <a:lnTo>
                  <a:pt x="7636" y="5330"/>
                </a:lnTo>
                <a:lnTo>
                  <a:pt x="7633" y="5332"/>
                </a:lnTo>
                <a:lnTo>
                  <a:pt x="7629" y="5331"/>
                </a:lnTo>
                <a:lnTo>
                  <a:pt x="7629" y="5330"/>
                </a:lnTo>
                <a:lnTo>
                  <a:pt x="7628" y="5330"/>
                </a:lnTo>
                <a:lnTo>
                  <a:pt x="7627" y="5331"/>
                </a:lnTo>
                <a:lnTo>
                  <a:pt x="7626" y="5331"/>
                </a:lnTo>
                <a:lnTo>
                  <a:pt x="7627" y="5331"/>
                </a:lnTo>
                <a:lnTo>
                  <a:pt x="7627" y="5332"/>
                </a:lnTo>
                <a:lnTo>
                  <a:pt x="7628" y="5332"/>
                </a:lnTo>
                <a:lnTo>
                  <a:pt x="7629" y="5333"/>
                </a:lnTo>
                <a:lnTo>
                  <a:pt x="7629" y="5334"/>
                </a:lnTo>
                <a:lnTo>
                  <a:pt x="7635" y="5336"/>
                </a:lnTo>
                <a:lnTo>
                  <a:pt x="7636" y="5337"/>
                </a:lnTo>
                <a:lnTo>
                  <a:pt x="7640" y="5344"/>
                </a:lnTo>
                <a:lnTo>
                  <a:pt x="7641" y="5345"/>
                </a:lnTo>
                <a:lnTo>
                  <a:pt x="7642" y="5346"/>
                </a:lnTo>
                <a:lnTo>
                  <a:pt x="7643" y="5346"/>
                </a:lnTo>
                <a:lnTo>
                  <a:pt x="7643" y="5345"/>
                </a:lnTo>
                <a:lnTo>
                  <a:pt x="7643" y="5346"/>
                </a:lnTo>
                <a:lnTo>
                  <a:pt x="7642" y="5347"/>
                </a:lnTo>
                <a:lnTo>
                  <a:pt x="7641" y="5347"/>
                </a:lnTo>
                <a:lnTo>
                  <a:pt x="7641" y="5346"/>
                </a:lnTo>
                <a:lnTo>
                  <a:pt x="7638" y="5347"/>
                </a:lnTo>
                <a:lnTo>
                  <a:pt x="7638" y="5348"/>
                </a:lnTo>
                <a:lnTo>
                  <a:pt x="7637" y="5349"/>
                </a:lnTo>
                <a:lnTo>
                  <a:pt x="7637" y="5350"/>
                </a:lnTo>
                <a:lnTo>
                  <a:pt x="7637" y="5349"/>
                </a:lnTo>
                <a:lnTo>
                  <a:pt x="7638" y="5349"/>
                </a:lnTo>
                <a:lnTo>
                  <a:pt x="7639" y="5349"/>
                </a:lnTo>
                <a:lnTo>
                  <a:pt x="7640" y="5348"/>
                </a:lnTo>
                <a:lnTo>
                  <a:pt x="7641" y="5348"/>
                </a:lnTo>
                <a:lnTo>
                  <a:pt x="7642" y="5348"/>
                </a:lnTo>
                <a:lnTo>
                  <a:pt x="7642" y="5349"/>
                </a:lnTo>
                <a:lnTo>
                  <a:pt x="7643" y="5349"/>
                </a:lnTo>
                <a:lnTo>
                  <a:pt x="7643" y="5351"/>
                </a:lnTo>
                <a:lnTo>
                  <a:pt x="7644" y="5351"/>
                </a:lnTo>
                <a:lnTo>
                  <a:pt x="7645" y="5351"/>
                </a:lnTo>
                <a:lnTo>
                  <a:pt x="7645" y="5352"/>
                </a:lnTo>
                <a:lnTo>
                  <a:pt x="7646" y="5352"/>
                </a:lnTo>
                <a:lnTo>
                  <a:pt x="7647" y="5351"/>
                </a:lnTo>
                <a:lnTo>
                  <a:pt x="7647" y="5352"/>
                </a:lnTo>
                <a:lnTo>
                  <a:pt x="7647" y="5353"/>
                </a:lnTo>
                <a:lnTo>
                  <a:pt x="7646" y="5354"/>
                </a:lnTo>
                <a:lnTo>
                  <a:pt x="7645" y="5356"/>
                </a:lnTo>
                <a:lnTo>
                  <a:pt x="7644" y="5357"/>
                </a:lnTo>
                <a:lnTo>
                  <a:pt x="7644" y="5358"/>
                </a:lnTo>
                <a:lnTo>
                  <a:pt x="7644" y="5359"/>
                </a:lnTo>
                <a:lnTo>
                  <a:pt x="7643" y="5359"/>
                </a:lnTo>
                <a:lnTo>
                  <a:pt x="7643" y="5358"/>
                </a:lnTo>
                <a:lnTo>
                  <a:pt x="7642" y="5358"/>
                </a:lnTo>
                <a:lnTo>
                  <a:pt x="7641" y="5359"/>
                </a:lnTo>
                <a:lnTo>
                  <a:pt x="7641" y="5360"/>
                </a:lnTo>
                <a:lnTo>
                  <a:pt x="7642" y="5360"/>
                </a:lnTo>
                <a:lnTo>
                  <a:pt x="7641" y="5363"/>
                </a:lnTo>
                <a:lnTo>
                  <a:pt x="7641" y="5364"/>
                </a:lnTo>
                <a:lnTo>
                  <a:pt x="7641" y="5365"/>
                </a:lnTo>
                <a:lnTo>
                  <a:pt x="7641" y="5366"/>
                </a:lnTo>
                <a:lnTo>
                  <a:pt x="7640" y="5367"/>
                </a:lnTo>
                <a:lnTo>
                  <a:pt x="7641" y="5368"/>
                </a:lnTo>
                <a:lnTo>
                  <a:pt x="7642" y="5368"/>
                </a:lnTo>
                <a:lnTo>
                  <a:pt x="7642" y="5367"/>
                </a:lnTo>
                <a:lnTo>
                  <a:pt x="7643" y="5368"/>
                </a:lnTo>
                <a:lnTo>
                  <a:pt x="7643" y="5369"/>
                </a:lnTo>
                <a:lnTo>
                  <a:pt x="7643" y="5370"/>
                </a:lnTo>
                <a:lnTo>
                  <a:pt x="7644" y="5371"/>
                </a:lnTo>
                <a:lnTo>
                  <a:pt x="7644" y="5372"/>
                </a:lnTo>
                <a:lnTo>
                  <a:pt x="7643" y="5372"/>
                </a:lnTo>
                <a:lnTo>
                  <a:pt x="7643" y="5373"/>
                </a:lnTo>
                <a:lnTo>
                  <a:pt x="7644" y="5373"/>
                </a:lnTo>
                <a:lnTo>
                  <a:pt x="7644" y="5375"/>
                </a:lnTo>
                <a:lnTo>
                  <a:pt x="7643" y="5376"/>
                </a:lnTo>
                <a:lnTo>
                  <a:pt x="7642" y="5375"/>
                </a:lnTo>
                <a:lnTo>
                  <a:pt x="7641" y="5376"/>
                </a:lnTo>
                <a:lnTo>
                  <a:pt x="7640" y="5376"/>
                </a:lnTo>
                <a:lnTo>
                  <a:pt x="7639" y="5377"/>
                </a:lnTo>
                <a:lnTo>
                  <a:pt x="7638" y="5376"/>
                </a:lnTo>
                <a:lnTo>
                  <a:pt x="7638" y="5375"/>
                </a:lnTo>
                <a:lnTo>
                  <a:pt x="7639" y="5375"/>
                </a:lnTo>
                <a:lnTo>
                  <a:pt x="7639" y="5374"/>
                </a:lnTo>
                <a:lnTo>
                  <a:pt x="7638" y="5373"/>
                </a:lnTo>
                <a:lnTo>
                  <a:pt x="7637" y="5373"/>
                </a:lnTo>
                <a:lnTo>
                  <a:pt x="7636" y="5373"/>
                </a:lnTo>
                <a:lnTo>
                  <a:pt x="7636" y="5372"/>
                </a:lnTo>
                <a:lnTo>
                  <a:pt x="7637" y="5372"/>
                </a:lnTo>
                <a:lnTo>
                  <a:pt x="7637" y="5371"/>
                </a:lnTo>
                <a:lnTo>
                  <a:pt x="7635" y="5372"/>
                </a:lnTo>
                <a:lnTo>
                  <a:pt x="7634" y="5372"/>
                </a:lnTo>
                <a:lnTo>
                  <a:pt x="7635" y="5372"/>
                </a:lnTo>
                <a:lnTo>
                  <a:pt x="7635" y="5373"/>
                </a:lnTo>
                <a:lnTo>
                  <a:pt x="7634" y="5374"/>
                </a:lnTo>
                <a:lnTo>
                  <a:pt x="7633" y="5374"/>
                </a:lnTo>
                <a:lnTo>
                  <a:pt x="7631" y="5373"/>
                </a:lnTo>
                <a:lnTo>
                  <a:pt x="7630" y="5372"/>
                </a:lnTo>
                <a:lnTo>
                  <a:pt x="7630" y="5371"/>
                </a:lnTo>
                <a:lnTo>
                  <a:pt x="7629" y="5371"/>
                </a:lnTo>
                <a:lnTo>
                  <a:pt x="7628" y="5370"/>
                </a:lnTo>
                <a:lnTo>
                  <a:pt x="7627" y="5370"/>
                </a:lnTo>
                <a:lnTo>
                  <a:pt x="7626" y="5370"/>
                </a:lnTo>
                <a:lnTo>
                  <a:pt x="7625" y="5370"/>
                </a:lnTo>
                <a:lnTo>
                  <a:pt x="7624" y="5370"/>
                </a:lnTo>
                <a:lnTo>
                  <a:pt x="7624" y="5371"/>
                </a:lnTo>
                <a:lnTo>
                  <a:pt x="7624" y="5372"/>
                </a:lnTo>
                <a:lnTo>
                  <a:pt x="7626" y="5373"/>
                </a:lnTo>
                <a:lnTo>
                  <a:pt x="7625" y="5373"/>
                </a:lnTo>
                <a:lnTo>
                  <a:pt x="7624" y="5373"/>
                </a:lnTo>
                <a:lnTo>
                  <a:pt x="7623" y="5374"/>
                </a:lnTo>
                <a:lnTo>
                  <a:pt x="7623" y="5375"/>
                </a:lnTo>
                <a:lnTo>
                  <a:pt x="7625" y="5376"/>
                </a:lnTo>
                <a:lnTo>
                  <a:pt x="7625" y="5375"/>
                </a:lnTo>
                <a:lnTo>
                  <a:pt x="7626" y="5375"/>
                </a:lnTo>
                <a:lnTo>
                  <a:pt x="7626" y="5374"/>
                </a:lnTo>
                <a:lnTo>
                  <a:pt x="7627" y="5375"/>
                </a:lnTo>
                <a:lnTo>
                  <a:pt x="7628" y="5375"/>
                </a:lnTo>
                <a:lnTo>
                  <a:pt x="7627" y="5375"/>
                </a:lnTo>
                <a:lnTo>
                  <a:pt x="7627" y="5377"/>
                </a:lnTo>
                <a:lnTo>
                  <a:pt x="7627" y="5378"/>
                </a:lnTo>
                <a:lnTo>
                  <a:pt x="7625" y="5379"/>
                </a:lnTo>
                <a:lnTo>
                  <a:pt x="7624" y="5380"/>
                </a:lnTo>
                <a:lnTo>
                  <a:pt x="7623" y="5380"/>
                </a:lnTo>
                <a:lnTo>
                  <a:pt x="7623" y="5381"/>
                </a:lnTo>
                <a:lnTo>
                  <a:pt x="7623" y="5382"/>
                </a:lnTo>
                <a:lnTo>
                  <a:pt x="7624" y="5383"/>
                </a:lnTo>
                <a:lnTo>
                  <a:pt x="7625" y="5383"/>
                </a:lnTo>
                <a:lnTo>
                  <a:pt x="7625" y="5384"/>
                </a:lnTo>
                <a:lnTo>
                  <a:pt x="7624" y="5384"/>
                </a:lnTo>
                <a:lnTo>
                  <a:pt x="7623" y="5384"/>
                </a:lnTo>
                <a:lnTo>
                  <a:pt x="7622" y="5385"/>
                </a:lnTo>
                <a:lnTo>
                  <a:pt x="7621" y="5385"/>
                </a:lnTo>
                <a:lnTo>
                  <a:pt x="7621" y="5384"/>
                </a:lnTo>
                <a:lnTo>
                  <a:pt x="7620" y="5384"/>
                </a:lnTo>
                <a:lnTo>
                  <a:pt x="7620" y="5385"/>
                </a:lnTo>
                <a:lnTo>
                  <a:pt x="7621" y="5386"/>
                </a:lnTo>
                <a:lnTo>
                  <a:pt x="7623" y="5387"/>
                </a:lnTo>
                <a:lnTo>
                  <a:pt x="7626" y="5386"/>
                </a:lnTo>
                <a:lnTo>
                  <a:pt x="7626" y="5387"/>
                </a:lnTo>
                <a:lnTo>
                  <a:pt x="7626" y="5388"/>
                </a:lnTo>
                <a:lnTo>
                  <a:pt x="7627" y="5388"/>
                </a:lnTo>
                <a:lnTo>
                  <a:pt x="7628" y="5387"/>
                </a:lnTo>
                <a:lnTo>
                  <a:pt x="7629" y="5387"/>
                </a:lnTo>
                <a:lnTo>
                  <a:pt x="7629" y="5388"/>
                </a:lnTo>
                <a:lnTo>
                  <a:pt x="7628" y="5390"/>
                </a:lnTo>
                <a:lnTo>
                  <a:pt x="7627" y="5391"/>
                </a:lnTo>
                <a:lnTo>
                  <a:pt x="7627" y="5392"/>
                </a:lnTo>
                <a:lnTo>
                  <a:pt x="7628" y="5391"/>
                </a:lnTo>
                <a:lnTo>
                  <a:pt x="7629" y="5391"/>
                </a:lnTo>
                <a:lnTo>
                  <a:pt x="7630" y="5391"/>
                </a:lnTo>
                <a:lnTo>
                  <a:pt x="7631" y="5392"/>
                </a:lnTo>
                <a:lnTo>
                  <a:pt x="7630" y="5392"/>
                </a:lnTo>
                <a:lnTo>
                  <a:pt x="7629" y="5392"/>
                </a:lnTo>
                <a:lnTo>
                  <a:pt x="7628" y="5393"/>
                </a:lnTo>
                <a:lnTo>
                  <a:pt x="7627" y="5393"/>
                </a:lnTo>
                <a:lnTo>
                  <a:pt x="7628" y="5394"/>
                </a:lnTo>
                <a:lnTo>
                  <a:pt x="7629" y="5394"/>
                </a:lnTo>
                <a:lnTo>
                  <a:pt x="7629" y="5395"/>
                </a:lnTo>
                <a:lnTo>
                  <a:pt x="7628" y="5396"/>
                </a:lnTo>
                <a:lnTo>
                  <a:pt x="7627" y="5396"/>
                </a:lnTo>
                <a:lnTo>
                  <a:pt x="7626" y="5397"/>
                </a:lnTo>
                <a:lnTo>
                  <a:pt x="7625" y="5397"/>
                </a:lnTo>
                <a:lnTo>
                  <a:pt x="7624" y="5397"/>
                </a:lnTo>
                <a:lnTo>
                  <a:pt x="7623" y="5397"/>
                </a:lnTo>
                <a:lnTo>
                  <a:pt x="7623" y="5398"/>
                </a:lnTo>
                <a:lnTo>
                  <a:pt x="7625" y="5399"/>
                </a:lnTo>
                <a:lnTo>
                  <a:pt x="7625" y="5400"/>
                </a:lnTo>
                <a:lnTo>
                  <a:pt x="7624" y="5400"/>
                </a:lnTo>
                <a:lnTo>
                  <a:pt x="7624" y="5401"/>
                </a:lnTo>
                <a:lnTo>
                  <a:pt x="7624" y="5402"/>
                </a:lnTo>
                <a:lnTo>
                  <a:pt x="7624" y="5403"/>
                </a:lnTo>
                <a:lnTo>
                  <a:pt x="7625" y="5403"/>
                </a:lnTo>
                <a:lnTo>
                  <a:pt x="7626" y="5403"/>
                </a:lnTo>
                <a:lnTo>
                  <a:pt x="7627" y="5403"/>
                </a:lnTo>
                <a:lnTo>
                  <a:pt x="7628" y="5403"/>
                </a:lnTo>
                <a:lnTo>
                  <a:pt x="7628" y="5405"/>
                </a:lnTo>
                <a:lnTo>
                  <a:pt x="7627" y="5405"/>
                </a:lnTo>
                <a:lnTo>
                  <a:pt x="7626" y="5406"/>
                </a:lnTo>
                <a:lnTo>
                  <a:pt x="7627" y="5406"/>
                </a:lnTo>
                <a:lnTo>
                  <a:pt x="7628" y="5407"/>
                </a:lnTo>
                <a:lnTo>
                  <a:pt x="7627" y="5407"/>
                </a:lnTo>
                <a:lnTo>
                  <a:pt x="7627" y="5408"/>
                </a:lnTo>
                <a:lnTo>
                  <a:pt x="7627" y="5407"/>
                </a:lnTo>
                <a:lnTo>
                  <a:pt x="7625" y="5407"/>
                </a:lnTo>
                <a:lnTo>
                  <a:pt x="7625" y="5408"/>
                </a:lnTo>
                <a:lnTo>
                  <a:pt x="7625" y="5409"/>
                </a:lnTo>
                <a:lnTo>
                  <a:pt x="7624" y="5410"/>
                </a:lnTo>
                <a:lnTo>
                  <a:pt x="7624" y="5411"/>
                </a:lnTo>
                <a:lnTo>
                  <a:pt x="7624" y="5412"/>
                </a:lnTo>
                <a:lnTo>
                  <a:pt x="7626" y="5412"/>
                </a:lnTo>
                <a:lnTo>
                  <a:pt x="7626" y="5413"/>
                </a:lnTo>
                <a:lnTo>
                  <a:pt x="7625" y="5414"/>
                </a:lnTo>
                <a:lnTo>
                  <a:pt x="7624" y="5415"/>
                </a:lnTo>
                <a:lnTo>
                  <a:pt x="7623" y="5415"/>
                </a:lnTo>
                <a:lnTo>
                  <a:pt x="7622" y="5415"/>
                </a:lnTo>
                <a:lnTo>
                  <a:pt x="7622" y="5416"/>
                </a:lnTo>
                <a:lnTo>
                  <a:pt x="7622" y="5417"/>
                </a:lnTo>
                <a:lnTo>
                  <a:pt x="7621" y="5417"/>
                </a:lnTo>
                <a:lnTo>
                  <a:pt x="7620" y="5419"/>
                </a:lnTo>
                <a:lnTo>
                  <a:pt x="7621" y="5419"/>
                </a:lnTo>
                <a:lnTo>
                  <a:pt x="7621" y="5420"/>
                </a:lnTo>
                <a:lnTo>
                  <a:pt x="7620" y="5420"/>
                </a:lnTo>
                <a:lnTo>
                  <a:pt x="7620" y="5421"/>
                </a:lnTo>
                <a:lnTo>
                  <a:pt x="7619" y="5420"/>
                </a:lnTo>
                <a:lnTo>
                  <a:pt x="7618" y="5420"/>
                </a:lnTo>
                <a:lnTo>
                  <a:pt x="7617" y="5420"/>
                </a:lnTo>
                <a:lnTo>
                  <a:pt x="7617" y="5419"/>
                </a:lnTo>
                <a:lnTo>
                  <a:pt x="7616" y="5416"/>
                </a:lnTo>
                <a:lnTo>
                  <a:pt x="7617" y="5415"/>
                </a:lnTo>
                <a:lnTo>
                  <a:pt x="7617" y="5414"/>
                </a:lnTo>
                <a:lnTo>
                  <a:pt x="7616" y="5414"/>
                </a:lnTo>
                <a:lnTo>
                  <a:pt x="7615" y="5412"/>
                </a:lnTo>
                <a:lnTo>
                  <a:pt x="7615" y="5411"/>
                </a:lnTo>
                <a:lnTo>
                  <a:pt x="7615" y="5410"/>
                </a:lnTo>
                <a:lnTo>
                  <a:pt x="7614" y="5410"/>
                </a:lnTo>
                <a:lnTo>
                  <a:pt x="7613" y="5411"/>
                </a:lnTo>
                <a:lnTo>
                  <a:pt x="7613" y="5412"/>
                </a:lnTo>
                <a:lnTo>
                  <a:pt x="7612" y="5413"/>
                </a:lnTo>
                <a:lnTo>
                  <a:pt x="7612" y="5412"/>
                </a:lnTo>
                <a:lnTo>
                  <a:pt x="7611" y="5412"/>
                </a:lnTo>
                <a:lnTo>
                  <a:pt x="7610" y="5412"/>
                </a:lnTo>
                <a:lnTo>
                  <a:pt x="7610" y="5413"/>
                </a:lnTo>
                <a:lnTo>
                  <a:pt x="7610" y="5414"/>
                </a:lnTo>
                <a:lnTo>
                  <a:pt x="7610" y="5415"/>
                </a:lnTo>
                <a:lnTo>
                  <a:pt x="7609" y="5416"/>
                </a:lnTo>
                <a:lnTo>
                  <a:pt x="7609" y="5417"/>
                </a:lnTo>
                <a:lnTo>
                  <a:pt x="7609" y="5418"/>
                </a:lnTo>
                <a:lnTo>
                  <a:pt x="7610" y="5418"/>
                </a:lnTo>
                <a:lnTo>
                  <a:pt x="7611" y="5418"/>
                </a:lnTo>
                <a:lnTo>
                  <a:pt x="7612" y="5419"/>
                </a:lnTo>
                <a:lnTo>
                  <a:pt x="7612" y="5420"/>
                </a:lnTo>
                <a:lnTo>
                  <a:pt x="7612" y="5421"/>
                </a:lnTo>
                <a:lnTo>
                  <a:pt x="7612" y="5422"/>
                </a:lnTo>
                <a:lnTo>
                  <a:pt x="7611" y="5422"/>
                </a:lnTo>
                <a:lnTo>
                  <a:pt x="7611" y="5421"/>
                </a:lnTo>
                <a:lnTo>
                  <a:pt x="7610" y="5421"/>
                </a:lnTo>
                <a:lnTo>
                  <a:pt x="7610" y="5422"/>
                </a:lnTo>
                <a:lnTo>
                  <a:pt x="7610" y="5423"/>
                </a:lnTo>
                <a:lnTo>
                  <a:pt x="7609" y="5423"/>
                </a:lnTo>
                <a:lnTo>
                  <a:pt x="7608" y="5423"/>
                </a:lnTo>
                <a:lnTo>
                  <a:pt x="7609" y="5423"/>
                </a:lnTo>
                <a:lnTo>
                  <a:pt x="7609" y="5421"/>
                </a:lnTo>
                <a:lnTo>
                  <a:pt x="7608" y="5420"/>
                </a:lnTo>
                <a:lnTo>
                  <a:pt x="7607" y="5419"/>
                </a:lnTo>
                <a:lnTo>
                  <a:pt x="7607" y="5418"/>
                </a:lnTo>
                <a:lnTo>
                  <a:pt x="7606" y="5418"/>
                </a:lnTo>
                <a:lnTo>
                  <a:pt x="7605" y="5418"/>
                </a:lnTo>
                <a:lnTo>
                  <a:pt x="7605" y="5417"/>
                </a:lnTo>
                <a:lnTo>
                  <a:pt x="7605" y="5416"/>
                </a:lnTo>
                <a:lnTo>
                  <a:pt x="7604" y="5416"/>
                </a:lnTo>
                <a:lnTo>
                  <a:pt x="7603" y="5416"/>
                </a:lnTo>
                <a:lnTo>
                  <a:pt x="7602" y="5416"/>
                </a:lnTo>
                <a:lnTo>
                  <a:pt x="7602" y="5415"/>
                </a:lnTo>
                <a:lnTo>
                  <a:pt x="7602" y="5413"/>
                </a:lnTo>
                <a:lnTo>
                  <a:pt x="7603" y="5413"/>
                </a:lnTo>
                <a:lnTo>
                  <a:pt x="7604" y="5413"/>
                </a:lnTo>
                <a:lnTo>
                  <a:pt x="7605" y="5413"/>
                </a:lnTo>
                <a:lnTo>
                  <a:pt x="7605" y="5412"/>
                </a:lnTo>
                <a:lnTo>
                  <a:pt x="7604" y="5412"/>
                </a:lnTo>
                <a:lnTo>
                  <a:pt x="7604" y="5413"/>
                </a:lnTo>
                <a:lnTo>
                  <a:pt x="7604" y="5412"/>
                </a:lnTo>
                <a:lnTo>
                  <a:pt x="7603" y="5412"/>
                </a:lnTo>
                <a:lnTo>
                  <a:pt x="7604" y="5411"/>
                </a:lnTo>
                <a:lnTo>
                  <a:pt x="7604" y="5410"/>
                </a:lnTo>
                <a:lnTo>
                  <a:pt x="7603" y="5410"/>
                </a:lnTo>
                <a:lnTo>
                  <a:pt x="7602" y="5409"/>
                </a:lnTo>
                <a:lnTo>
                  <a:pt x="7601" y="5409"/>
                </a:lnTo>
                <a:lnTo>
                  <a:pt x="7600" y="5410"/>
                </a:lnTo>
                <a:lnTo>
                  <a:pt x="7600" y="5409"/>
                </a:lnTo>
                <a:lnTo>
                  <a:pt x="7600" y="5408"/>
                </a:lnTo>
                <a:lnTo>
                  <a:pt x="7599" y="5408"/>
                </a:lnTo>
                <a:lnTo>
                  <a:pt x="7598" y="5408"/>
                </a:lnTo>
                <a:lnTo>
                  <a:pt x="7598" y="5407"/>
                </a:lnTo>
                <a:lnTo>
                  <a:pt x="7597" y="5407"/>
                </a:lnTo>
                <a:lnTo>
                  <a:pt x="7595" y="5408"/>
                </a:lnTo>
                <a:lnTo>
                  <a:pt x="7594" y="5409"/>
                </a:lnTo>
                <a:lnTo>
                  <a:pt x="7594" y="5410"/>
                </a:lnTo>
                <a:lnTo>
                  <a:pt x="7593" y="5411"/>
                </a:lnTo>
                <a:lnTo>
                  <a:pt x="7592" y="5411"/>
                </a:lnTo>
                <a:lnTo>
                  <a:pt x="7592" y="5410"/>
                </a:lnTo>
                <a:lnTo>
                  <a:pt x="7591" y="5410"/>
                </a:lnTo>
                <a:lnTo>
                  <a:pt x="7591" y="5409"/>
                </a:lnTo>
                <a:lnTo>
                  <a:pt x="7590" y="5409"/>
                </a:lnTo>
                <a:lnTo>
                  <a:pt x="7590" y="5410"/>
                </a:lnTo>
                <a:lnTo>
                  <a:pt x="7589" y="5411"/>
                </a:lnTo>
                <a:lnTo>
                  <a:pt x="7587" y="5413"/>
                </a:lnTo>
                <a:lnTo>
                  <a:pt x="7585" y="5410"/>
                </a:lnTo>
                <a:lnTo>
                  <a:pt x="7585" y="5409"/>
                </a:lnTo>
                <a:lnTo>
                  <a:pt x="7584" y="5407"/>
                </a:lnTo>
                <a:lnTo>
                  <a:pt x="7585" y="5405"/>
                </a:lnTo>
                <a:lnTo>
                  <a:pt x="7586" y="5404"/>
                </a:lnTo>
                <a:lnTo>
                  <a:pt x="7586" y="5403"/>
                </a:lnTo>
                <a:lnTo>
                  <a:pt x="7587" y="5403"/>
                </a:lnTo>
                <a:lnTo>
                  <a:pt x="7587" y="5402"/>
                </a:lnTo>
                <a:lnTo>
                  <a:pt x="7588" y="5401"/>
                </a:lnTo>
                <a:lnTo>
                  <a:pt x="7588" y="5400"/>
                </a:lnTo>
                <a:lnTo>
                  <a:pt x="7589" y="5400"/>
                </a:lnTo>
                <a:lnTo>
                  <a:pt x="7589" y="5399"/>
                </a:lnTo>
                <a:lnTo>
                  <a:pt x="7589" y="5400"/>
                </a:lnTo>
                <a:lnTo>
                  <a:pt x="7588" y="5400"/>
                </a:lnTo>
                <a:lnTo>
                  <a:pt x="7588" y="5401"/>
                </a:lnTo>
                <a:lnTo>
                  <a:pt x="7586" y="5402"/>
                </a:lnTo>
                <a:lnTo>
                  <a:pt x="7584" y="5404"/>
                </a:lnTo>
                <a:lnTo>
                  <a:pt x="7583" y="5404"/>
                </a:lnTo>
                <a:lnTo>
                  <a:pt x="7583" y="5403"/>
                </a:lnTo>
                <a:lnTo>
                  <a:pt x="7584" y="5402"/>
                </a:lnTo>
                <a:lnTo>
                  <a:pt x="7583" y="5401"/>
                </a:lnTo>
                <a:lnTo>
                  <a:pt x="7582" y="5400"/>
                </a:lnTo>
                <a:lnTo>
                  <a:pt x="7581" y="5401"/>
                </a:lnTo>
                <a:lnTo>
                  <a:pt x="7581" y="5402"/>
                </a:lnTo>
                <a:lnTo>
                  <a:pt x="7581" y="5403"/>
                </a:lnTo>
                <a:lnTo>
                  <a:pt x="7580" y="5404"/>
                </a:lnTo>
                <a:lnTo>
                  <a:pt x="7581" y="5405"/>
                </a:lnTo>
                <a:lnTo>
                  <a:pt x="7581" y="5404"/>
                </a:lnTo>
                <a:lnTo>
                  <a:pt x="7582" y="5404"/>
                </a:lnTo>
                <a:lnTo>
                  <a:pt x="7583" y="5405"/>
                </a:lnTo>
                <a:lnTo>
                  <a:pt x="7583" y="5406"/>
                </a:lnTo>
                <a:lnTo>
                  <a:pt x="7582" y="5406"/>
                </a:lnTo>
                <a:lnTo>
                  <a:pt x="7581" y="5407"/>
                </a:lnTo>
                <a:lnTo>
                  <a:pt x="7581" y="5408"/>
                </a:lnTo>
                <a:lnTo>
                  <a:pt x="7580" y="5408"/>
                </a:lnTo>
                <a:lnTo>
                  <a:pt x="7579" y="5407"/>
                </a:lnTo>
                <a:lnTo>
                  <a:pt x="7579" y="5406"/>
                </a:lnTo>
                <a:lnTo>
                  <a:pt x="7578" y="5406"/>
                </a:lnTo>
                <a:lnTo>
                  <a:pt x="7578" y="5405"/>
                </a:lnTo>
                <a:lnTo>
                  <a:pt x="7578" y="5404"/>
                </a:lnTo>
                <a:lnTo>
                  <a:pt x="7579" y="5404"/>
                </a:lnTo>
                <a:lnTo>
                  <a:pt x="7579" y="5403"/>
                </a:lnTo>
                <a:lnTo>
                  <a:pt x="7578" y="5403"/>
                </a:lnTo>
                <a:lnTo>
                  <a:pt x="7577" y="5402"/>
                </a:lnTo>
                <a:lnTo>
                  <a:pt x="7576" y="5400"/>
                </a:lnTo>
                <a:lnTo>
                  <a:pt x="7575" y="5400"/>
                </a:lnTo>
                <a:lnTo>
                  <a:pt x="7574" y="5399"/>
                </a:lnTo>
                <a:lnTo>
                  <a:pt x="7574" y="5398"/>
                </a:lnTo>
                <a:lnTo>
                  <a:pt x="7573" y="5398"/>
                </a:lnTo>
                <a:lnTo>
                  <a:pt x="7572" y="5398"/>
                </a:lnTo>
                <a:lnTo>
                  <a:pt x="7571" y="5398"/>
                </a:lnTo>
                <a:lnTo>
                  <a:pt x="7572" y="5398"/>
                </a:lnTo>
                <a:lnTo>
                  <a:pt x="7572" y="5399"/>
                </a:lnTo>
                <a:lnTo>
                  <a:pt x="7572" y="5400"/>
                </a:lnTo>
                <a:lnTo>
                  <a:pt x="7573" y="5400"/>
                </a:lnTo>
                <a:lnTo>
                  <a:pt x="7573" y="5399"/>
                </a:lnTo>
                <a:lnTo>
                  <a:pt x="7574" y="5400"/>
                </a:lnTo>
                <a:lnTo>
                  <a:pt x="7574" y="5401"/>
                </a:lnTo>
                <a:lnTo>
                  <a:pt x="7574" y="5402"/>
                </a:lnTo>
                <a:lnTo>
                  <a:pt x="7575" y="5402"/>
                </a:lnTo>
                <a:lnTo>
                  <a:pt x="7576" y="5402"/>
                </a:lnTo>
                <a:lnTo>
                  <a:pt x="7576" y="5403"/>
                </a:lnTo>
                <a:lnTo>
                  <a:pt x="7576" y="5404"/>
                </a:lnTo>
                <a:lnTo>
                  <a:pt x="7577" y="5406"/>
                </a:lnTo>
                <a:lnTo>
                  <a:pt x="7577" y="5407"/>
                </a:lnTo>
                <a:lnTo>
                  <a:pt x="7576" y="5407"/>
                </a:lnTo>
                <a:lnTo>
                  <a:pt x="7575" y="5407"/>
                </a:lnTo>
                <a:lnTo>
                  <a:pt x="7575" y="5408"/>
                </a:lnTo>
                <a:lnTo>
                  <a:pt x="7575" y="5409"/>
                </a:lnTo>
                <a:lnTo>
                  <a:pt x="7574" y="5409"/>
                </a:lnTo>
                <a:lnTo>
                  <a:pt x="7573" y="5410"/>
                </a:lnTo>
                <a:lnTo>
                  <a:pt x="7572" y="5410"/>
                </a:lnTo>
                <a:lnTo>
                  <a:pt x="7572" y="5409"/>
                </a:lnTo>
                <a:lnTo>
                  <a:pt x="7572" y="5408"/>
                </a:lnTo>
                <a:lnTo>
                  <a:pt x="7572" y="5407"/>
                </a:lnTo>
                <a:lnTo>
                  <a:pt x="7571" y="5407"/>
                </a:lnTo>
                <a:lnTo>
                  <a:pt x="7571" y="5408"/>
                </a:lnTo>
                <a:lnTo>
                  <a:pt x="7570" y="5407"/>
                </a:lnTo>
                <a:lnTo>
                  <a:pt x="7569" y="5406"/>
                </a:lnTo>
                <a:lnTo>
                  <a:pt x="7569" y="5405"/>
                </a:lnTo>
                <a:lnTo>
                  <a:pt x="7569" y="5404"/>
                </a:lnTo>
                <a:lnTo>
                  <a:pt x="7568" y="5403"/>
                </a:lnTo>
                <a:lnTo>
                  <a:pt x="7567" y="5402"/>
                </a:lnTo>
                <a:lnTo>
                  <a:pt x="7567" y="5403"/>
                </a:lnTo>
                <a:lnTo>
                  <a:pt x="7567" y="5404"/>
                </a:lnTo>
                <a:lnTo>
                  <a:pt x="7568" y="5404"/>
                </a:lnTo>
                <a:lnTo>
                  <a:pt x="7567" y="5405"/>
                </a:lnTo>
                <a:lnTo>
                  <a:pt x="7565" y="5406"/>
                </a:lnTo>
                <a:lnTo>
                  <a:pt x="7564" y="5407"/>
                </a:lnTo>
                <a:lnTo>
                  <a:pt x="7565" y="5408"/>
                </a:lnTo>
                <a:lnTo>
                  <a:pt x="7566" y="5409"/>
                </a:lnTo>
                <a:lnTo>
                  <a:pt x="7567" y="5411"/>
                </a:lnTo>
                <a:lnTo>
                  <a:pt x="7567" y="5412"/>
                </a:lnTo>
                <a:lnTo>
                  <a:pt x="7566" y="5412"/>
                </a:lnTo>
                <a:lnTo>
                  <a:pt x="7566" y="5413"/>
                </a:lnTo>
                <a:lnTo>
                  <a:pt x="7566" y="5414"/>
                </a:lnTo>
                <a:lnTo>
                  <a:pt x="7566" y="5417"/>
                </a:lnTo>
                <a:lnTo>
                  <a:pt x="7565" y="5417"/>
                </a:lnTo>
                <a:lnTo>
                  <a:pt x="7565" y="5418"/>
                </a:lnTo>
                <a:lnTo>
                  <a:pt x="7566" y="5419"/>
                </a:lnTo>
                <a:lnTo>
                  <a:pt x="7565" y="5419"/>
                </a:lnTo>
                <a:lnTo>
                  <a:pt x="7565" y="5420"/>
                </a:lnTo>
                <a:lnTo>
                  <a:pt x="7566" y="5420"/>
                </a:lnTo>
                <a:lnTo>
                  <a:pt x="7567" y="5420"/>
                </a:lnTo>
                <a:lnTo>
                  <a:pt x="7567" y="5419"/>
                </a:lnTo>
                <a:lnTo>
                  <a:pt x="7567" y="5420"/>
                </a:lnTo>
                <a:lnTo>
                  <a:pt x="7568" y="5420"/>
                </a:lnTo>
                <a:lnTo>
                  <a:pt x="7568" y="5421"/>
                </a:lnTo>
                <a:lnTo>
                  <a:pt x="7568" y="5422"/>
                </a:lnTo>
                <a:lnTo>
                  <a:pt x="7568" y="5421"/>
                </a:lnTo>
                <a:lnTo>
                  <a:pt x="7569" y="5420"/>
                </a:lnTo>
                <a:lnTo>
                  <a:pt x="7569" y="5416"/>
                </a:lnTo>
                <a:lnTo>
                  <a:pt x="7569" y="5415"/>
                </a:lnTo>
                <a:lnTo>
                  <a:pt x="7569" y="5413"/>
                </a:lnTo>
                <a:lnTo>
                  <a:pt x="7570" y="5412"/>
                </a:lnTo>
                <a:lnTo>
                  <a:pt x="7571" y="5411"/>
                </a:lnTo>
                <a:lnTo>
                  <a:pt x="7571" y="5410"/>
                </a:lnTo>
                <a:lnTo>
                  <a:pt x="7572" y="5410"/>
                </a:lnTo>
                <a:lnTo>
                  <a:pt x="7572" y="5411"/>
                </a:lnTo>
                <a:lnTo>
                  <a:pt x="7573" y="5412"/>
                </a:lnTo>
                <a:lnTo>
                  <a:pt x="7575" y="5411"/>
                </a:lnTo>
                <a:lnTo>
                  <a:pt x="7576" y="5410"/>
                </a:lnTo>
                <a:lnTo>
                  <a:pt x="7577" y="5410"/>
                </a:lnTo>
                <a:lnTo>
                  <a:pt x="7577" y="5409"/>
                </a:lnTo>
                <a:lnTo>
                  <a:pt x="7578" y="5409"/>
                </a:lnTo>
                <a:lnTo>
                  <a:pt x="7579" y="5409"/>
                </a:lnTo>
                <a:lnTo>
                  <a:pt x="7580" y="5409"/>
                </a:lnTo>
                <a:lnTo>
                  <a:pt x="7580" y="5410"/>
                </a:lnTo>
                <a:lnTo>
                  <a:pt x="7580" y="5411"/>
                </a:lnTo>
                <a:lnTo>
                  <a:pt x="7581" y="5411"/>
                </a:lnTo>
                <a:lnTo>
                  <a:pt x="7581" y="5412"/>
                </a:lnTo>
                <a:lnTo>
                  <a:pt x="7582" y="5412"/>
                </a:lnTo>
                <a:lnTo>
                  <a:pt x="7583" y="5413"/>
                </a:lnTo>
                <a:lnTo>
                  <a:pt x="7584" y="5413"/>
                </a:lnTo>
                <a:lnTo>
                  <a:pt x="7585" y="5413"/>
                </a:lnTo>
                <a:lnTo>
                  <a:pt x="7586" y="5413"/>
                </a:lnTo>
                <a:lnTo>
                  <a:pt x="7586" y="5414"/>
                </a:lnTo>
                <a:lnTo>
                  <a:pt x="7585" y="5414"/>
                </a:lnTo>
                <a:lnTo>
                  <a:pt x="7586" y="5415"/>
                </a:lnTo>
                <a:lnTo>
                  <a:pt x="7587" y="5416"/>
                </a:lnTo>
                <a:lnTo>
                  <a:pt x="7588" y="5417"/>
                </a:lnTo>
                <a:lnTo>
                  <a:pt x="7589" y="5417"/>
                </a:lnTo>
                <a:lnTo>
                  <a:pt x="7590" y="5416"/>
                </a:lnTo>
                <a:lnTo>
                  <a:pt x="7590" y="5415"/>
                </a:lnTo>
                <a:lnTo>
                  <a:pt x="7590" y="5414"/>
                </a:lnTo>
                <a:lnTo>
                  <a:pt x="7590" y="5413"/>
                </a:lnTo>
                <a:lnTo>
                  <a:pt x="7591" y="5412"/>
                </a:lnTo>
                <a:lnTo>
                  <a:pt x="7592" y="5412"/>
                </a:lnTo>
                <a:lnTo>
                  <a:pt x="7593" y="5412"/>
                </a:lnTo>
                <a:lnTo>
                  <a:pt x="7594" y="5412"/>
                </a:lnTo>
                <a:lnTo>
                  <a:pt x="7595" y="5411"/>
                </a:lnTo>
                <a:lnTo>
                  <a:pt x="7595" y="5410"/>
                </a:lnTo>
                <a:lnTo>
                  <a:pt x="7595" y="5409"/>
                </a:lnTo>
                <a:lnTo>
                  <a:pt x="7596" y="5409"/>
                </a:lnTo>
                <a:lnTo>
                  <a:pt x="7597" y="5409"/>
                </a:lnTo>
                <a:lnTo>
                  <a:pt x="7597" y="5410"/>
                </a:lnTo>
                <a:lnTo>
                  <a:pt x="7598" y="5410"/>
                </a:lnTo>
                <a:lnTo>
                  <a:pt x="7598" y="5411"/>
                </a:lnTo>
                <a:lnTo>
                  <a:pt x="7599" y="5412"/>
                </a:lnTo>
                <a:lnTo>
                  <a:pt x="7600" y="5412"/>
                </a:lnTo>
                <a:lnTo>
                  <a:pt x="7600" y="5413"/>
                </a:lnTo>
                <a:lnTo>
                  <a:pt x="7600" y="5414"/>
                </a:lnTo>
                <a:lnTo>
                  <a:pt x="7600" y="5415"/>
                </a:lnTo>
                <a:lnTo>
                  <a:pt x="7600" y="5416"/>
                </a:lnTo>
                <a:lnTo>
                  <a:pt x="7601" y="5418"/>
                </a:lnTo>
                <a:lnTo>
                  <a:pt x="7602" y="5420"/>
                </a:lnTo>
                <a:lnTo>
                  <a:pt x="7603" y="5420"/>
                </a:lnTo>
                <a:lnTo>
                  <a:pt x="7603" y="5421"/>
                </a:lnTo>
                <a:lnTo>
                  <a:pt x="7603" y="5422"/>
                </a:lnTo>
                <a:lnTo>
                  <a:pt x="7604" y="5422"/>
                </a:lnTo>
                <a:lnTo>
                  <a:pt x="7605" y="5422"/>
                </a:lnTo>
                <a:lnTo>
                  <a:pt x="7605" y="5423"/>
                </a:lnTo>
                <a:lnTo>
                  <a:pt x="7606" y="5423"/>
                </a:lnTo>
                <a:lnTo>
                  <a:pt x="7606" y="5424"/>
                </a:lnTo>
                <a:lnTo>
                  <a:pt x="7607" y="5425"/>
                </a:lnTo>
                <a:lnTo>
                  <a:pt x="7608" y="5426"/>
                </a:lnTo>
                <a:lnTo>
                  <a:pt x="7611" y="5426"/>
                </a:lnTo>
                <a:lnTo>
                  <a:pt x="7612" y="5426"/>
                </a:lnTo>
                <a:lnTo>
                  <a:pt x="7612" y="5425"/>
                </a:lnTo>
                <a:lnTo>
                  <a:pt x="7613" y="5424"/>
                </a:lnTo>
                <a:lnTo>
                  <a:pt x="7613" y="5425"/>
                </a:lnTo>
                <a:lnTo>
                  <a:pt x="7613" y="5426"/>
                </a:lnTo>
                <a:lnTo>
                  <a:pt x="7612" y="5428"/>
                </a:lnTo>
                <a:lnTo>
                  <a:pt x="7611" y="5428"/>
                </a:lnTo>
                <a:lnTo>
                  <a:pt x="7610" y="5427"/>
                </a:lnTo>
                <a:lnTo>
                  <a:pt x="7609" y="5427"/>
                </a:lnTo>
                <a:lnTo>
                  <a:pt x="7609" y="5428"/>
                </a:lnTo>
                <a:lnTo>
                  <a:pt x="7608" y="5428"/>
                </a:lnTo>
                <a:lnTo>
                  <a:pt x="7607" y="5428"/>
                </a:lnTo>
                <a:lnTo>
                  <a:pt x="7607" y="5429"/>
                </a:lnTo>
                <a:lnTo>
                  <a:pt x="7605" y="5429"/>
                </a:lnTo>
                <a:lnTo>
                  <a:pt x="7604" y="5429"/>
                </a:lnTo>
                <a:lnTo>
                  <a:pt x="7604" y="5428"/>
                </a:lnTo>
                <a:lnTo>
                  <a:pt x="7603" y="5428"/>
                </a:lnTo>
                <a:lnTo>
                  <a:pt x="7603" y="5429"/>
                </a:lnTo>
                <a:lnTo>
                  <a:pt x="7605" y="5430"/>
                </a:lnTo>
                <a:lnTo>
                  <a:pt x="7606" y="5430"/>
                </a:lnTo>
                <a:lnTo>
                  <a:pt x="7607" y="5430"/>
                </a:lnTo>
                <a:lnTo>
                  <a:pt x="7609" y="5431"/>
                </a:lnTo>
                <a:lnTo>
                  <a:pt x="7610" y="5431"/>
                </a:lnTo>
                <a:lnTo>
                  <a:pt x="7610" y="5432"/>
                </a:lnTo>
                <a:lnTo>
                  <a:pt x="7609" y="5432"/>
                </a:lnTo>
                <a:lnTo>
                  <a:pt x="7608" y="5432"/>
                </a:lnTo>
                <a:lnTo>
                  <a:pt x="7606" y="5433"/>
                </a:lnTo>
                <a:lnTo>
                  <a:pt x="7605" y="5433"/>
                </a:lnTo>
                <a:lnTo>
                  <a:pt x="7604" y="5433"/>
                </a:lnTo>
                <a:lnTo>
                  <a:pt x="7603" y="5432"/>
                </a:lnTo>
                <a:lnTo>
                  <a:pt x="7602" y="5433"/>
                </a:lnTo>
                <a:lnTo>
                  <a:pt x="7602" y="5434"/>
                </a:lnTo>
                <a:lnTo>
                  <a:pt x="7602" y="5435"/>
                </a:lnTo>
                <a:lnTo>
                  <a:pt x="7604" y="5435"/>
                </a:lnTo>
                <a:lnTo>
                  <a:pt x="7603" y="5436"/>
                </a:lnTo>
                <a:lnTo>
                  <a:pt x="7603" y="5437"/>
                </a:lnTo>
                <a:lnTo>
                  <a:pt x="7603" y="5438"/>
                </a:lnTo>
                <a:lnTo>
                  <a:pt x="7604" y="5439"/>
                </a:lnTo>
                <a:lnTo>
                  <a:pt x="7604" y="5438"/>
                </a:lnTo>
                <a:lnTo>
                  <a:pt x="7605" y="5438"/>
                </a:lnTo>
                <a:lnTo>
                  <a:pt x="7606" y="5438"/>
                </a:lnTo>
                <a:lnTo>
                  <a:pt x="7607" y="5438"/>
                </a:lnTo>
                <a:lnTo>
                  <a:pt x="7607" y="5437"/>
                </a:lnTo>
                <a:lnTo>
                  <a:pt x="7606" y="5439"/>
                </a:lnTo>
                <a:lnTo>
                  <a:pt x="7606" y="5440"/>
                </a:lnTo>
                <a:lnTo>
                  <a:pt x="7605" y="5440"/>
                </a:lnTo>
                <a:lnTo>
                  <a:pt x="7605" y="5439"/>
                </a:lnTo>
                <a:lnTo>
                  <a:pt x="7604" y="5439"/>
                </a:lnTo>
                <a:lnTo>
                  <a:pt x="7602" y="5439"/>
                </a:lnTo>
                <a:lnTo>
                  <a:pt x="7601" y="5439"/>
                </a:lnTo>
                <a:lnTo>
                  <a:pt x="7600" y="5439"/>
                </a:lnTo>
                <a:lnTo>
                  <a:pt x="7599" y="5439"/>
                </a:lnTo>
                <a:lnTo>
                  <a:pt x="7595" y="5439"/>
                </a:lnTo>
                <a:lnTo>
                  <a:pt x="7594" y="5439"/>
                </a:lnTo>
                <a:lnTo>
                  <a:pt x="7594" y="5438"/>
                </a:lnTo>
                <a:lnTo>
                  <a:pt x="7593" y="5438"/>
                </a:lnTo>
                <a:lnTo>
                  <a:pt x="7592" y="5438"/>
                </a:lnTo>
                <a:lnTo>
                  <a:pt x="7592" y="5439"/>
                </a:lnTo>
                <a:lnTo>
                  <a:pt x="7590" y="5440"/>
                </a:lnTo>
                <a:lnTo>
                  <a:pt x="7589" y="5440"/>
                </a:lnTo>
                <a:lnTo>
                  <a:pt x="7589" y="5439"/>
                </a:lnTo>
                <a:lnTo>
                  <a:pt x="7587" y="5438"/>
                </a:lnTo>
                <a:lnTo>
                  <a:pt x="7587" y="5439"/>
                </a:lnTo>
                <a:lnTo>
                  <a:pt x="7586" y="5439"/>
                </a:lnTo>
                <a:lnTo>
                  <a:pt x="7585" y="5439"/>
                </a:lnTo>
                <a:lnTo>
                  <a:pt x="7584" y="5438"/>
                </a:lnTo>
                <a:lnTo>
                  <a:pt x="7585" y="5438"/>
                </a:lnTo>
                <a:lnTo>
                  <a:pt x="7585" y="5437"/>
                </a:lnTo>
                <a:lnTo>
                  <a:pt x="7583" y="5437"/>
                </a:lnTo>
                <a:lnTo>
                  <a:pt x="7582" y="5438"/>
                </a:lnTo>
                <a:lnTo>
                  <a:pt x="7582" y="5439"/>
                </a:lnTo>
                <a:lnTo>
                  <a:pt x="7582" y="5440"/>
                </a:lnTo>
                <a:lnTo>
                  <a:pt x="7583" y="5441"/>
                </a:lnTo>
                <a:lnTo>
                  <a:pt x="7583" y="5442"/>
                </a:lnTo>
                <a:lnTo>
                  <a:pt x="7584" y="5442"/>
                </a:lnTo>
                <a:lnTo>
                  <a:pt x="7584" y="5441"/>
                </a:lnTo>
                <a:lnTo>
                  <a:pt x="7585" y="5441"/>
                </a:lnTo>
                <a:lnTo>
                  <a:pt x="7586" y="5441"/>
                </a:lnTo>
                <a:lnTo>
                  <a:pt x="7586" y="5442"/>
                </a:lnTo>
                <a:lnTo>
                  <a:pt x="7587" y="5442"/>
                </a:lnTo>
                <a:lnTo>
                  <a:pt x="7587" y="5443"/>
                </a:lnTo>
                <a:lnTo>
                  <a:pt x="7588" y="5445"/>
                </a:lnTo>
                <a:lnTo>
                  <a:pt x="7587" y="5445"/>
                </a:lnTo>
                <a:lnTo>
                  <a:pt x="7587" y="5446"/>
                </a:lnTo>
                <a:lnTo>
                  <a:pt x="7587" y="5447"/>
                </a:lnTo>
                <a:lnTo>
                  <a:pt x="7588" y="5448"/>
                </a:lnTo>
                <a:lnTo>
                  <a:pt x="7587" y="5448"/>
                </a:lnTo>
                <a:lnTo>
                  <a:pt x="7588" y="5449"/>
                </a:lnTo>
                <a:lnTo>
                  <a:pt x="7589" y="5449"/>
                </a:lnTo>
                <a:lnTo>
                  <a:pt x="7590" y="5449"/>
                </a:lnTo>
                <a:lnTo>
                  <a:pt x="7590" y="5450"/>
                </a:lnTo>
                <a:lnTo>
                  <a:pt x="7590" y="5451"/>
                </a:lnTo>
                <a:lnTo>
                  <a:pt x="7589" y="5452"/>
                </a:lnTo>
                <a:lnTo>
                  <a:pt x="7588" y="5452"/>
                </a:lnTo>
                <a:lnTo>
                  <a:pt x="7587" y="5451"/>
                </a:lnTo>
                <a:lnTo>
                  <a:pt x="7586" y="5450"/>
                </a:lnTo>
                <a:lnTo>
                  <a:pt x="7586" y="5449"/>
                </a:lnTo>
                <a:lnTo>
                  <a:pt x="7584" y="5447"/>
                </a:lnTo>
                <a:lnTo>
                  <a:pt x="7583" y="5447"/>
                </a:lnTo>
                <a:lnTo>
                  <a:pt x="7584" y="5449"/>
                </a:lnTo>
                <a:lnTo>
                  <a:pt x="7584" y="5450"/>
                </a:lnTo>
                <a:lnTo>
                  <a:pt x="7584" y="5449"/>
                </a:lnTo>
                <a:lnTo>
                  <a:pt x="7584" y="5450"/>
                </a:lnTo>
                <a:lnTo>
                  <a:pt x="7583" y="5450"/>
                </a:lnTo>
                <a:lnTo>
                  <a:pt x="7583" y="5451"/>
                </a:lnTo>
                <a:lnTo>
                  <a:pt x="7584" y="5452"/>
                </a:lnTo>
                <a:lnTo>
                  <a:pt x="7585" y="5452"/>
                </a:lnTo>
                <a:lnTo>
                  <a:pt x="7584" y="5452"/>
                </a:lnTo>
                <a:lnTo>
                  <a:pt x="7583" y="5452"/>
                </a:lnTo>
                <a:lnTo>
                  <a:pt x="7582" y="5452"/>
                </a:lnTo>
                <a:lnTo>
                  <a:pt x="7583" y="5453"/>
                </a:lnTo>
                <a:lnTo>
                  <a:pt x="7582" y="5454"/>
                </a:lnTo>
                <a:lnTo>
                  <a:pt x="7582" y="5455"/>
                </a:lnTo>
                <a:lnTo>
                  <a:pt x="7583" y="5455"/>
                </a:lnTo>
                <a:lnTo>
                  <a:pt x="7583" y="5454"/>
                </a:lnTo>
                <a:lnTo>
                  <a:pt x="7584" y="5454"/>
                </a:lnTo>
                <a:lnTo>
                  <a:pt x="7584" y="5455"/>
                </a:lnTo>
                <a:lnTo>
                  <a:pt x="7585" y="5455"/>
                </a:lnTo>
                <a:lnTo>
                  <a:pt x="7585" y="5454"/>
                </a:lnTo>
                <a:lnTo>
                  <a:pt x="7586" y="5454"/>
                </a:lnTo>
                <a:lnTo>
                  <a:pt x="7586" y="5455"/>
                </a:lnTo>
                <a:lnTo>
                  <a:pt x="7587" y="5457"/>
                </a:lnTo>
                <a:lnTo>
                  <a:pt x="7587" y="5458"/>
                </a:lnTo>
                <a:lnTo>
                  <a:pt x="7587" y="5459"/>
                </a:lnTo>
                <a:lnTo>
                  <a:pt x="7587" y="5460"/>
                </a:lnTo>
                <a:lnTo>
                  <a:pt x="7587" y="5461"/>
                </a:lnTo>
                <a:lnTo>
                  <a:pt x="7587" y="5462"/>
                </a:lnTo>
                <a:lnTo>
                  <a:pt x="7586" y="5462"/>
                </a:lnTo>
                <a:lnTo>
                  <a:pt x="7586" y="5463"/>
                </a:lnTo>
                <a:lnTo>
                  <a:pt x="7585" y="5463"/>
                </a:lnTo>
                <a:lnTo>
                  <a:pt x="7584" y="5463"/>
                </a:lnTo>
                <a:lnTo>
                  <a:pt x="7584" y="5464"/>
                </a:lnTo>
                <a:lnTo>
                  <a:pt x="7585" y="5464"/>
                </a:lnTo>
                <a:lnTo>
                  <a:pt x="7584" y="5464"/>
                </a:lnTo>
                <a:lnTo>
                  <a:pt x="7583" y="5464"/>
                </a:lnTo>
                <a:lnTo>
                  <a:pt x="7583" y="5465"/>
                </a:lnTo>
                <a:lnTo>
                  <a:pt x="7582" y="5465"/>
                </a:lnTo>
                <a:lnTo>
                  <a:pt x="7581" y="5465"/>
                </a:lnTo>
                <a:lnTo>
                  <a:pt x="7580" y="5466"/>
                </a:lnTo>
                <a:lnTo>
                  <a:pt x="7579" y="5466"/>
                </a:lnTo>
                <a:lnTo>
                  <a:pt x="7579" y="5467"/>
                </a:lnTo>
                <a:lnTo>
                  <a:pt x="7578" y="5466"/>
                </a:lnTo>
                <a:lnTo>
                  <a:pt x="7577" y="5466"/>
                </a:lnTo>
                <a:lnTo>
                  <a:pt x="7576" y="5466"/>
                </a:lnTo>
                <a:lnTo>
                  <a:pt x="7575" y="5466"/>
                </a:lnTo>
                <a:lnTo>
                  <a:pt x="7575" y="5467"/>
                </a:lnTo>
                <a:lnTo>
                  <a:pt x="7574" y="5467"/>
                </a:lnTo>
                <a:lnTo>
                  <a:pt x="7573" y="5467"/>
                </a:lnTo>
                <a:lnTo>
                  <a:pt x="7574" y="5468"/>
                </a:lnTo>
                <a:lnTo>
                  <a:pt x="7575" y="5468"/>
                </a:lnTo>
                <a:lnTo>
                  <a:pt x="7575" y="5467"/>
                </a:lnTo>
                <a:lnTo>
                  <a:pt x="7576" y="5468"/>
                </a:lnTo>
                <a:lnTo>
                  <a:pt x="7575" y="5468"/>
                </a:lnTo>
                <a:lnTo>
                  <a:pt x="7574" y="5469"/>
                </a:lnTo>
                <a:lnTo>
                  <a:pt x="7575" y="5470"/>
                </a:lnTo>
                <a:lnTo>
                  <a:pt x="7574" y="5471"/>
                </a:lnTo>
                <a:lnTo>
                  <a:pt x="7576" y="5471"/>
                </a:lnTo>
                <a:lnTo>
                  <a:pt x="7578" y="5470"/>
                </a:lnTo>
                <a:lnTo>
                  <a:pt x="7579" y="5469"/>
                </a:lnTo>
                <a:lnTo>
                  <a:pt x="7580" y="5468"/>
                </a:lnTo>
                <a:lnTo>
                  <a:pt x="7582" y="5467"/>
                </a:lnTo>
                <a:lnTo>
                  <a:pt x="7583" y="5468"/>
                </a:lnTo>
                <a:lnTo>
                  <a:pt x="7584" y="5468"/>
                </a:lnTo>
                <a:lnTo>
                  <a:pt x="7584" y="5469"/>
                </a:lnTo>
                <a:lnTo>
                  <a:pt x="7583" y="5469"/>
                </a:lnTo>
                <a:lnTo>
                  <a:pt x="7583" y="5470"/>
                </a:lnTo>
                <a:lnTo>
                  <a:pt x="7583" y="5471"/>
                </a:lnTo>
                <a:lnTo>
                  <a:pt x="7583" y="5472"/>
                </a:lnTo>
                <a:lnTo>
                  <a:pt x="7583" y="5473"/>
                </a:lnTo>
                <a:lnTo>
                  <a:pt x="7584" y="5473"/>
                </a:lnTo>
                <a:lnTo>
                  <a:pt x="7585" y="5473"/>
                </a:lnTo>
                <a:lnTo>
                  <a:pt x="7584" y="5476"/>
                </a:lnTo>
                <a:lnTo>
                  <a:pt x="7583" y="5477"/>
                </a:lnTo>
                <a:lnTo>
                  <a:pt x="7583" y="5478"/>
                </a:lnTo>
                <a:lnTo>
                  <a:pt x="7583" y="5479"/>
                </a:lnTo>
                <a:lnTo>
                  <a:pt x="7582" y="5479"/>
                </a:lnTo>
                <a:lnTo>
                  <a:pt x="7582" y="5478"/>
                </a:lnTo>
                <a:lnTo>
                  <a:pt x="7581" y="5478"/>
                </a:lnTo>
                <a:lnTo>
                  <a:pt x="7581" y="5477"/>
                </a:lnTo>
                <a:lnTo>
                  <a:pt x="7580" y="5478"/>
                </a:lnTo>
                <a:lnTo>
                  <a:pt x="7579" y="5478"/>
                </a:lnTo>
                <a:lnTo>
                  <a:pt x="7578" y="5478"/>
                </a:lnTo>
                <a:lnTo>
                  <a:pt x="7577" y="5478"/>
                </a:lnTo>
                <a:lnTo>
                  <a:pt x="7576" y="5479"/>
                </a:lnTo>
                <a:lnTo>
                  <a:pt x="7575" y="5478"/>
                </a:lnTo>
                <a:lnTo>
                  <a:pt x="7574" y="5477"/>
                </a:lnTo>
                <a:lnTo>
                  <a:pt x="7573" y="5477"/>
                </a:lnTo>
                <a:lnTo>
                  <a:pt x="7572" y="5477"/>
                </a:lnTo>
                <a:lnTo>
                  <a:pt x="7571" y="5477"/>
                </a:lnTo>
                <a:lnTo>
                  <a:pt x="7569" y="5479"/>
                </a:lnTo>
                <a:lnTo>
                  <a:pt x="7568" y="5479"/>
                </a:lnTo>
                <a:lnTo>
                  <a:pt x="7566" y="5479"/>
                </a:lnTo>
                <a:lnTo>
                  <a:pt x="7565" y="5480"/>
                </a:lnTo>
                <a:lnTo>
                  <a:pt x="7565" y="5481"/>
                </a:lnTo>
                <a:lnTo>
                  <a:pt x="7564" y="5481"/>
                </a:lnTo>
                <a:lnTo>
                  <a:pt x="7565" y="5481"/>
                </a:lnTo>
                <a:lnTo>
                  <a:pt x="7565" y="5480"/>
                </a:lnTo>
                <a:lnTo>
                  <a:pt x="7565" y="5479"/>
                </a:lnTo>
                <a:lnTo>
                  <a:pt x="7564" y="5479"/>
                </a:lnTo>
                <a:lnTo>
                  <a:pt x="7563" y="5479"/>
                </a:lnTo>
                <a:lnTo>
                  <a:pt x="7562" y="5478"/>
                </a:lnTo>
                <a:lnTo>
                  <a:pt x="7561" y="5479"/>
                </a:lnTo>
                <a:lnTo>
                  <a:pt x="7561" y="5480"/>
                </a:lnTo>
                <a:lnTo>
                  <a:pt x="7561" y="5481"/>
                </a:lnTo>
                <a:lnTo>
                  <a:pt x="7561" y="5482"/>
                </a:lnTo>
                <a:lnTo>
                  <a:pt x="7562" y="5483"/>
                </a:lnTo>
                <a:lnTo>
                  <a:pt x="7563" y="5484"/>
                </a:lnTo>
                <a:lnTo>
                  <a:pt x="7563" y="5485"/>
                </a:lnTo>
                <a:lnTo>
                  <a:pt x="7563" y="5486"/>
                </a:lnTo>
                <a:lnTo>
                  <a:pt x="7563" y="5487"/>
                </a:lnTo>
                <a:lnTo>
                  <a:pt x="7561" y="5489"/>
                </a:lnTo>
                <a:lnTo>
                  <a:pt x="7561" y="5490"/>
                </a:lnTo>
                <a:lnTo>
                  <a:pt x="7560" y="5490"/>
                </a:lnTo>
                <a:lnTo>
                  <a:pt x="7559" y="5490"/>
                </a:lnTo>
                <a:lnTo>
                  <a:pt x="7558" y="5489"/>
                </a:lnTo>
                <a:lnTo>
                  <a:pt x="7558" y="5490"/>
                </a:lnTo>
                <a:lnTo>
                  <a:pt x="7557" y="5490"/>
                </a:lnTo>
                <a:lnTo>
                  <a:pt x="7556" y="5490"/>
                </a:lnTo>
                <a:lnTo>
                  <a:pt x="7557" y="5488"/>
                </a:lnTo>
                <a:lnTo>
                  <a:pt x="7557" y="5487"/>
                </a:lnTo>
                <a:lnTo>
                  <a:pt x="7556" y="5487"/>
                </a:lnTo>
                <a:lnTo>
                  <a:pt x="7554" y="5488"/>
                </a:lnTo>
                <a:lnTo>
                  <a:pt x="7552" y="5487"/>
                </a:lnTo>
                <a:lnTo>
                  <a:pt x="7552" y="5488"/>
                </a:lnTo>
                <a:lnTo>
                  <a:pt x="7551" y="5489"/>
                </a:lnTo>
                <a:lnTo>
                  <a:pt x="7551" y="5490"/>
                </a:lnTo>
                <a:lnTo>
                  <a:pt x="7552" y="5490"/>
                </a:lnTo>
                <a:lnTo>
                  <a:pt x="7554" y="5490"/>
                </a:lnTo>
                <a:lnTo>
                  <a:pt x="7555" y="5491"/>
                </a:lnTo>
                <a:lnTo>
                  <a:pt x="7555" y="5492"/>
                </a:lnTo>
                <a:lnTo>
                  <a:pt x="7554" y="5492"/>
                </a:lnTo>
                <a:lnTo>
                  <a:pt x="7557" y="5502"/>
                </a:lnTo>
                <a:lnTo>
                  <a:pt x="7559" y="5502"/>
                </a:lnTo>
                <a:lnTo>
                  <a:pt x="7561" y="5502"/>
                </a:lnTo>
                <a:lnTo>
                  <a:pt x="7560" y="5502"/>
                </a:lnTo>
                <a:lnTo>
                  <a:pt x="7560" y="5503"/>
                </a:lnTo>
                <a:lnTo>
                  <a:pt x="7560" y="5504"/>
                </a:lnTo>
                <a:lnTo>
                  <a:pt x="7561" y="5504"/>
                </a:lnTo>
                <a:lnTo>
                  <a:pt x="7561" y="5505"/>
                </a:lnTo>
                <a:lnTo>
                  <a:pt x="7561" y="5506"/>
                </a:lnTo>
                <a:lnTo>
                  <a:pt x="7562" y="5506"/>
                </a:lnTo>
                <a:lnTo>
                  <a:pt x="7562" y="5507"/>
                </a:lnTo>
                <a:lnTo>
                  <a:pt x="7563" y="5507"/>
                </a:lnTo>
                <a:lnTo>
                  <a:pt x="7564" y="5507"/>
                </a:lnTo>
                <a:lnTo>
                  <a:pt x="7564" y="5506"/>
                </a:lnTo>
                <a:lnTo>
                  <a:pt x="7565" y="5506"/>
                </a:lnTo>
                <a:lnTo>
                  <a:pt x="7566" y="5505"/>
                </a:lnTo>
                <a:lnTo>
                  <a:pt x="7567" y="5505"/>
                </a:lnTo>
                <a:lnTo>
                  <a:pt x="7566" y="5506"/>
                </a:lnTo>
                <a:lnTo>
                  <a:pt x="7566" y="5507"/>
                </a:lnTo>
                <a:lnTo>
                  <a:pt x="7567" y="5506"/>
                </a:lnTo>
                <a:lnTo>
                  <a:pt x="7568" y="5506"/>
                </a:lnTo>
                <a:lnTo>
                  <a:pt x="7569" y="5505"/>
                </a:lnTo>
                <a:lnTo>
                  <a:pt x="7570" y="5505"/>
                </a:lnTo>
                <a:lnTo>
                  <a:pt x="7570" y="5506"/>
                </a:lnTo>
                <a:lnTo>
                  <a:pt x="7569" y="5506"/>
                </a:lnTo>
                <a:lnTo>
                  <a:pt x="7567" y="5508"/>
                </a:lnTo>
                <a:lnTo>
                  <a:pt x="7566" y="5509"/>
                </a:lnTo>
                <a:lnTo>
                  <a:pt x="7566" y="5510"/>
                </a:lnTo>
                <a:lnTo>
                  <a:pt x="7566" y="5512"/>
                </a:lnTo>
                <a:lnTo>
                  <a:pt x="7565" y="5513"/>
                </a:lnTo>
                <a:lnTo>
                  <a:pt x="7564" y="5513"/>
                </a:lnTo>
                <a:lnTo>
                  <a:pt x="7564" y="5514"/>
                </a:lnTo>
                <a:lnTo>
                  <a:pt x="7564" y="5515"/>
                </a:lnTo>
                <a:lnTo>
                  <a:pt x="7564" y="5516"/>
                </a:lnTo>
                <a:lnTo>
                  <a:pt x="7565" y="5516"/>
                </a:lnTo>
                <a:lnTo>
                  <a:pt x="7566" y="5516"/>
                </a:lnTo>
                <a:lnTo>
                  <a:pt x="7566" y="5518"/>
                </a:lnTo>
                <a:lnTo>
                  <a:pt x="7567" y="5518"/>
                </a:lnTo>
                <a:lnTo>
                  <a:pt x="7567" y="5519"/>
                </a:lnTo>
                <a:lnTo>
                  <a:pt x="7568" y="5518"/>
                </a:lnTo>
                <a:lnTo>
                  <a:pt x="7570" y="5517"/>
                </a:lnTo>
                <a:lnTo>
                  <a:pt x="7571" y="5517"/>
                </a:lnTo>
                <a:lnTo>
                  <a:pt x="7572" y="5517"/>
                </a:lnTo>
                <a:lnTo>
                  <a:pt x="7572" y="5516"/>
                </a:lnTo>
                <a:lnTo>
                  <a:pt x="7573" y="5516"/>
                </a:lnTo>
                <a:lnTo>
                  <a:pt x="7572" y="5517"/>
                </a:lnTo>
                <a:lnTo>
                  <a:pt x="7572" y="5518"/>
                </a:lnTo>
                <a:lnTo>
                  <a:pt x="7571" y="5518"/>
                </a:lnTo>
                <a:lnTo>
                  <a:pt x="7571" y="5519"/>
                </a:lnTo>
                <a:lnTo>
                  <a:pt x="7573" y="5519"/>
                </a:lnTo>
                <a:lnTo>
                  <a:pt x="7574" y="5518"/>
                </a:lnTo>
                <a:lnTo>
                  <a:pt x="7575" y="5518"/>
                </a:lnTo>
                <a:lnTo>
                  <a:pt x="7575" y="5519"/>
                </a:lnTo>
                <a:lnTo>
                  <a:pt x="7575" y="5520"/>
                </a:lnTo>
                <a:lnTo>
                  <a:pt x="7573" y="5522"/>
                </a:lnTo>
                <a:lnTo>
                  <a:pt x="7572" y="5522"/>
                </a:lnTo>
                <a:lnTo>
                  <a:pt x="7571" y="5522"/>
                </a:lnTo>
                <a:lnTo>
                  <a:pt x="7570" y="5523"/>
                </a:lnTo>
                <a:lnTo>
                  <a:pt x="7569" y="5523"/>
                </a:lnTo>
                <a:lnTo>
                  <a:pt x="7568" y="5524"/>
                </a:lnTo>
                <a:lnTo>
                  <a:pt x="7567" y="5526"/>
                </a:lnTo>
                <a:lnTo>
                  <a:pt x="7567" y="5527"/>
                </a:lnTo>
                <a:lnTo>
                  <a:pt x="7568" y="5528"/>
                </a:lnTo>
                <a:lnTo>
                  <a:pt x="7568" y="5529"/>
                </a:lnTo>
                <a:lnTo>
                  <a:pt x="7568" y="5530"/>
                </a:lnTo>
                <a:lnTo>
                  <a:pt x="7568" y="5531"/>
                </a:lnTo>
                <a:lnTo>
                  <a:pt x="7568" y="5532"/>
                </a:lnTo>
                <a:lnTo>
                  <a:pt x="7569" y="5532"/>
                </a:lnTo>
                <a:lnTo>
                  <a:pt x="7570" y="5535"/>
                </a:lnTo>
                <a:lnTo>
                  <a:pt x="7569" y="5535"/>
                </a:lnTo>
                <a:lnTo>
                  <a:pt x="7569" y="5536"/>
                </a:lnTo>
                <a:lnTo>
                  <a:pt x="7569" y="5537"/>
                </a:lnTo>
                <a:lnTo>
                  <a:pt x="7570" y="5537"/>
                </a:lnTo>
                <a:lnTo>
                  <a:pt x="7571" y="5537"/>
                </a:lnTo>
                <a:lnTo>
                  <a:pt x="7572" y="5536"/>
                </a:lnTo>
                <a:lnTo>
                  <a:pt x="7573" y="5535"/>
                </a:lnTo>
                <a:lnTo>
                  <a:pt x="7574" y="5535"/>
                </a:lnTo>
                <a:lnTo>
                  <a:pt x="7573" y="5536"/>
                </a:lnTo>
                <a:lnTo>
                  <a:pt x="7572" y="5537"/>
                </a:lnTo>
                <a:lnTo>
                  <a:pt x="7572" y="5538"/>
                </a:lnTo>
                <a:lnTo>
                  <a:pt x="7570" y="5540"/>
                </a:lnTo>
                <a:lnTo>
                  <a:pt x="7569" y="5540"/>
                </a:lnTo>
                <a:lnTo>
                  <a:pt x="7569" y="5541"/>
                </a:lnTo>
                <a:lnTo>
                  <a:pt x="7568" y="5541"/>
                </a:lnTo>
                <a:lnTo>
                  <a:pt x="7568" y="5542"/>
                </a:lnTo>
                <a:lnTo>
                  <a:pt x="7567" y="5542"/>
                </a:lnTo>
                <a:lnTo>
                  <a:pt x="7565" y="5541"/>
                </a:lnTo>
                <a:lnTo>
                  <a:pt x="7564" y="5541"/>
                </a:lnTo>
                <a:lnTo>
                  <a:pt x="7565" y="5540"/>
                </a:lnTo>
                <a:lnTo>
                  <a:pt x="7566" y="5540"/>
                </a:lnTo>
                <a:lnTo>
                  <a:pt x="7566" y="5538"/>
                </a:lnTo>
                <a:lnTo>
                  <a:pt x="7566" y="5537"/>
                </a:lnTo>
                <a:lnTo>
                  <a:pt x="7565" y="5536"/>
                </a:lnTo>
                <a:lnTo>
                  <a:pt x="7565" y="5537"/>
                </a:lnTo>
                <a:lnTo>
                  <a:pt x="7564" y="5537"/>
                </a:lnTo>
                <a:lnTo>
                  <a:pt x="7562" y="5538"/>
                </a:lnTo>
                <a:lnTo>
                  <a:pt x="7562" y="5539"/>
                </a:lnTo>
                <a:lnTo>
                  <a:pt x="7561" y="5540"/>
                </a:lnTo>
                <a:lnTo>
                  <a:pt x="7561" y="5541"/>
                </a:lnTo>
                <a:lnTo>
                  <a:pt x="7559" y="5542"/>
                </a:lnTo>
                <a:lnTo>
                  <a:pt x="7558" y="5543"/>
                </a:lnTo>
                <a:lnTo>
                  <a:pt x="7557" y="5543"/>
                </a:lnTo>
                <a:lnTo>
                  <a:pt x="7554" y="5545"/>
                </a:lnTo>
                <a:lnTo>
                  <a:pt x="7554" y="5546"/>
                </a:lnTo>
                <a:lnTo>
                  <a:pt x="7554" y="5547"/>
                </a:lnTo>
                <a:lnTo>
                  <a:pt x="7553" y="5547"/>
                </a:lnTo>
                <a:lnTo>
                  <a:pt x="7552" y="5547"/>
                </a:lnTo>
                <a:lnTo>
                  <a:pt x="7551" y="5547"/>
                </a:lnTo>
                <a:lnTo>
                  <a:pt x="7551" y="5548"/>
                </a:lnTo>
                <a:lnTo>
                  <a:pt x="7550" y="5548"/>
                </a:lnTo>
                <a:lnTo>
                  <a:pt x="7549" y="5548"/>
                </a:lnTo>
                <a:lnTo>
                  <a:pt x="7547" y="5548"/>
                </a:lnTo>
                <a:lnTo>
                  <a:pt x="7546" y="5548"/>
                </a:lnTo>
                <a:lnTo>
                  <a:pt x="7545" y="5547"/>
                </a:lnTo>
                <a:lnTo>
                  <a:pt x="7544" y="5547"/>
                </a:lnTo>
                <a:lnTo>
                  <a:pt x="7543" y="5548"/>
                </a:lnTo>
                <a:lnTo>
                  <a:pt x="7543" y="5549"/>
                </a:lnTo>
                <a:lnTo>
                  <a:pt x="7541" y="5550"/>
                </a:lnTo>
                <a:lnTo>
                  <a:pt x="7541" y="5551"/>
                </a:lnTo>
                <a:lnTo>
                  <a:pt x="7541" y="5552"/>
                </a:lnTo>
                <a:lnTo>
                  <a:pt x="7541" y="5553"/>
                </a:lnTo>
                <a:lnTo>
                  <a:pt x="7540" y="5554"/>
                </a:lnTo>
                <a:lnTo>
                  <a:pt x="7540" y="5555"/>
                </a:lnTo>
                <a:lnTo>
                  <a:pt x="7541" y="5556"/>
                </a:lnTo>
                <a:lnTo>
                  <a:pt x="7542" y="5557"/>
                </a:lnTo>
                <a:lnTo>
                  <a:pt x="7543" y="5557"/>
                </a:lnTo>
                <a:lnTo>
                  <a:pt x="7541" y="5558"/>
                </a:lnTo>
                <a:lnTo>
                  <a:pt x="7540" y="5558"/>
                </a:lnTo>
                <a:lnTo>
                  <a:pt x="7541" y="5559"/>
                </a:lnTo>
                <a:lnTo>
                  <a:pt x="7541" y="5560"/>
                </a:lnTo>
                <a:lnTo>
                  <a:pt x="7540" y="5560"/>
                </a:lnTo>
                <a:lnTo>
                  <a:pt x="7539" y="5561"/>
                </a:lnTo>
                <a:lnTo>
                  <a:pt x="7538" y="5560"/>
                </a:lnTo>
                <a:lnTo>
                  <a:pt x="7537" y="5562"/>
                </a:lnTo>
                <a:lnTo>
                  <a:pt x="7535" y="5563"/>
                </a:lnTo>
                <a:lnTo>
                  <a:pt x="7535" y="5564"/>
                </a:lnTo>
                <a:lnTo>
                  <a:pt x="7535" y="5565"/>
                </a:lnTo>
                <a:lnTo>
                  <a:pt x="7535" y="5566"/>
                </a:lnTo>
                <a:lnTo>
                  <a:pt x="7534" y="5567"/>
                </a:lnTo>
                <a:lnTo>
                  <a:pt x="7533" y="5568"/>
                </a:lnTo>
                <a:lnTo>
                  <a:pt x="7532" y="5569"/>
                </a:lnTo>
                <a:lnTo>
                  <a:pt x="7532" y="5568"/>
                </a:lnTo>
                <a:lnTo>
                  <a:pt x="7531" y="5568"/>
                </a:lnTo>
                <a:lnTo>
                  <a:pt x="7530" y="5569"/>
                </a:lnTo>
                <a:lnTo>
                  <a:pt x="7529" y="5569"/>
                </a:lnTo>
                <a:lnTo>
                  <a:pt x="7529" y="5568"/>
                </a:lnTo>
                <a:lnTo>
                  <a:pt x="7528" y="5568"/>
                </a:lnTo>
                <a:lnTo>
                  <a:pt x="7528" y="5569"/>
                </a:lnTo>
                <a:lnTo>
                  <a:pt x="7527" y="5569"/>
                </a:lnTo>
                <a:lnTo>
                  <a:pt x="7526" y="5569"/>
                </a:lnTo>
                <a:lnTo>
                  <a:pt x="7526" y="5568"/>
                </a:lnTo>
                <a:lnTo>
                  <a:pt x="7525" y="5569"/>
                </a:lnTo>
                <a:lnTo>
                  <a:pt x="7525" y="5568"/>
                </a:lnTo>
                <a:lnTo>
                  <a:pt x="7524" y="5569"/>
                </a:lnTo>
                <a:lnTo>
                  <a:pt x="7524" y="5568"/>
                </a:lnTo>
                <a:lnTo>
                  <a:pt x="7525" y="5567"/>
                </a:lnTo>
                <a:lnTo>
                  <a:pt x="7525" y="5566"/>
                </a:lnTo>
                <a:lnTo>
                  <a:pt x="7524" y="5566"/>
                </a:lnTo>
                <a:lnTo>
                  <a:pt x="7523" y="5567"/>
                </a:lnTo>
                <a:lnTo>
                  <a:pt x="7523" y="5566"/>
                </a:lnTo>
                <a:lnTo>
                  <a:pt x="7524" y="5566"/>
                </a:lnTo>
                <a:lnTo>
                  <a:pt x="7523" y="5566"/>
                </a:lnTo>
                <a:lnTo>
                  <a:pt x="7523" y="5565"/>
                </a:lnTo>
                <a:lnTo>
                  <a:pt x="7524" y="5565"/>
                </a:lnTo>
                <a:lnTo>
                  <a:pt x="7524" y="5564"/>
                </a:lnTo>
                <a:lnTo>
                  <a:pt x="7523" y="5564"/>
                </a:lnTo>
                <a:lnTo>
                  <a:pt x="7523" y="5563"/>
                </a:lnTo>
                <a:lnTo>
                  <a:pt x="7524" y="5563"/>
                </a:lnTo>
                <a:lnTo>
                  <a:pt x="7525" y="5562"/>
                </a:lnTo>
                <a:lnTo>
                  <a:pt x="7524" y="5561"/>
                </a:lnTo>
                <a:lnTo>
                  <a:pt x="7523" y="5561"/>
                </a:lnTo>
                <a:lnTo>
                  <a:pt x="7523" y="5560"/>
                </a:lnTo>
                <a:lnTo>
                  <a:pt x="7524" y="5560"/>
                </a:lnTo>
                <a:lnTo>
                  <a:pt x="7524" y="5559"/>
                </a:lnTo>
                <a:lnTo>
                  <a:pt x="7525" y="5559"/>
                </a:lnTo>
                <a:lnTo>
                  <a:pt x="7526" y="5559"/>
                </a:lnTo>
                <a:lnTo>
                  <a:pt x="7525" y="5559"/>
                </a:lnTo>
                <a:lnTo>
                  <a:pt x="7524" y="5558"/>
                </a:lnTo>
                <a:lnTo>
                  <a:pt x="7524" y="5557"/>
                </a:lnTo>
                <a:lnTo>
                  <a:pt x="7525" y="5557"/>
                </a:lnTo>
                <a:lnTo>
                  <a:pt x="7526" y="5557"/>
                </a:lnTo>
                <a:lnTo>
                  <a:pt x="7526" y="5556"/>
                </a:lnTo>
                <a:lnTo>
                  <a:pt x="7525" y="5556"/>
                </a:lnTo>
                <a:lnTo>
                  <a:pt x="7524" y="5556"/>
                </a:lnTo>
                <a:lnTo>
                  <a:pt x="7524" y="5555"/>
                </a:lnTo>
                <a:lnTo>
                  <a:pt x="7524" y="5554"/>
                </a:lnTo>
                <a:lnTo>
                  <a:pt x="7526" y="5553"/>
                </a:lnTo>
                <a:lnTo>
                  <a:pt x="7527" y="5552"/>
                </a:lnTo>
                <a:lnTo>
                  <a:pt x="7528" y="5552"/>
                </a:lnTo>
                <a:lnTo>
                  <a:pt x="7529" y="5551"/>
                </a:lnTo>
                <a:lnTo>
                  <a:pt x="7529" y="5549"/>
                </a:lnTo>
                <a:lnTo>
                  <a:pt x="7533" y="5546"/>
                </a:lnTo>
                <a:lnTo>
                  <a:pt x="7534" y="5547"/>
                </a:lnTo>
                <a:lnTo>
                  <a:pt x="7535" y="5547"/>
                </a:lnTo>
                <a:lnTo>
                  <a:pt x="7536" y="5547"/>
                </a:lnTo>
                <a:lnTo>
                  <a:pt x="7536" y="5546"/>
                </a:lnTo>
                <a:lnTo>
                  <a:pt x="7537" y="5546"/>
                </a:lnTo>
                <a:lnTo>
                  <a:pt x="7538" y="5546"/>
                </a:lnTo>
                <a:lnTo>
                  <a:pt x="7538" y="5547"/>
                </a:lnTo>
                <a:lnTo>
                  <a:pt x="7539" y="5547"/>
                </a:lnTo>
                <a:lnTo>
                  <a:pt x="7539" y="5546"/>
                </a:lnTo>
                <a:lnTo>
                  <a:pt x="7539" y="5545"/>
                </a:lnTo>
                <a:lnTo>
                  <a:pt x="7538" y="5545"/>
                </a:lnTo>
                <a:lnTo>
                  <a:pt x="7539" y="5545"/>
                </a:lnTo>
                <a:lnTo>
                  <a:pt x="7540" y="5546"/>
                </a:lnTo>
                <a:lnTo>
                  <a:pt x="7540" y="5547"/>
                </a:lnTo>
                <a:lnTo>
                  <a:pt x="7540" y="5548"/>
                </a:lnTo>
                <a:lnTo>
                  <a:pt x="7541" y="5547"/>
                </a:lnTo>
                <a:lnTo>
                  <a:pt x="7542" y="5546"/>
                </a:lnTo>
                <a:lnTo>
                  <a:pt x="7542" y="5545"/>
                </a:lnTo>
                <a:lnTo>
                  <a:pt x="7541" y="5545"/>
                </a:lnTo>
                <a:lnTo>
                  <a:pt x="7541" y="5544"/>
                </a:lnTo>
                <a:lnTo>
                  <a:pt x="7542" y="5544"/>
                </a:lnTo>
                <a:lnTo>
                  <a:pt x="7543" y="5543"/>
                </a:lnTo>
                <a:lnTo>
                  <a:pt x="7544" y="5542"/>
                </a:lnTo>
                <a:lnTo>
                  <a:pt x="7544" y="5541"/>
                </a:lnTo>
                <a:lnTo>
                  <a:pt x="7544" y="5540"/>
                </a:lnTo>
                <a:lnTo>
                  <a:pt x="7543" y="5540"/>
                </a:lnTo>
                <a:lnTo>
                  <a:pt x="7542" y="5540"/>
                </a:lnTo>
                <a:lnTo>
                  <a:pt x="7542" y="5538"/>
                </a:lnTo>
                <a:lnTo>
                  <a:pt x="7543" y="5538"/>
                </a:lnTo>
                <a:lnTo>
                  <a:pt x="7543" y="5539"/>
                </a:lnTo>
                <a:lnTo>
                  <a:pt x="7544" y="5539"/>
                </a:lnTo>
                <a:lnTo>
                  <a:pt x="7545" y="5537"/>
                </a:lnTo>
                <a:lnTo>
                  <a:pt x="7546" y="5536"/>
                </a:lnTo>
                <a:lnTo>
                  <a:pt x="7545" y="5536"/>
                </a:lnTo>
                <a:lnTo>
                  <a:pt x="7545" y="5535"/>
                </a:lnTo>
                <a:lnTo>
                  <a:pt x="7545" y="5534"/>
                </a:lnTo>
                <a:lnTo>
                  <a:pt x="7547" y="5534"/>
                </a:lnTo>
                <a:lnTo>
                  <a:pt x="7547" y="5533"/>
                </a:lnTo>
                <a:lnTo>
                  <a:pt x="7548" y="5532"/>
                </a:lnTo>
                <a:lnTo>
                  <a:pt x="7547" y="5532"/>
                </a:lnTo>
                <a:lnTo>
                  <a:pt x="7546" y="5532"/>
                </a:lnTo>
                <a:lnTo>
                  <a:pt x="7545" y="5532"/>
                </a:lnTo>
                <a:lnTo>
                  <a:pt x="7544" y="5532"/>
                </a:lnTo>
                <a:lnTo>
                  <a:pt x="7543" y="5531"/>
                </a:lnTo>
                <a:lnTo>
                  <a:pt x="7545" y="5529"/>
                </a:lnTo>
                <a:lnTo>
                  <a:pt x="7546" y="5528"/>
                </a:lnTo>
                <a:lnTo>
                  <a:pt x="7548" y="5527"/>
                </a:lnTo>
                <a:lnTo>
                  <a:pt x="7549" y="5527"/>
                </a:lnTo>
                <a:lnTo>
                  <a:pt x="7549" y="5526"/>
                </a:lnTo>
                <a:lnTo>
                  <a:pt x="7550" y="5526"/>
                </a:lnTo>
                <a:lnTo>
                  <a:pt x="7549" y="5526"/>
                </a:lnTo>
                <a:lnTo>
                  <a:pt x="7549" y="5525"/>
                </a:lnTo>
                <a:lnTo>
                  <a:pt x="7548" y="5525"/>
                </a:lnTo>
                <a:lnTo>
                  <a:pt x="7547" y="5525"/>
                </a:lnTo>
                <a:lnTo>
                  <a:pt x="7546" y="5525"/>
                </a:lnTo>
                <a:lnTo>
                  <a:pt x="7546" y="5524"/>
                </a:lnTo>
                <a:lnTo>
                  <a:pt x="7547" y="5524"/>
                </a:lnTo>
                <a:lnTo>
                  <a:pt x="7548" y="5524"/>
                </a:lnTo>
                <a:lnTo>
                  <a:pt x="7548" y="5523"/>
                </a:lnTo>
                <a:lnTo>
                  <a:pt x="7550" y="5523"/>
                </a:lnTo>
                <a:lnTo>
                  <a:pt x="7551" y="5523"/>
                </a:lnTo>
                <a:lnTo>
                  <a:pt x="7552" y="5522"/>
                </a:lnTo>
                <a:lnTo>
                  <a:pt x="7552" y="5521"/>
                </a:lnTo>
                <a:lnTo>
                  <a:pt x="7551" y="5521"/>
                </a:lnTo>
                <a:lnTo>
                  <a:pt x="7551" y="5520"/>
                </a:lnTo>
                <a:lnTo>
                  <a:pt x="7552" y="5519"/>
                </a:lnTo>
                <a:lnTo>
                  <a:pt x="7553" y="5519"/>
                </a:lnTo>
                <a:lnTo>
                  <a:pt x="7554" y="5519"/>
                </a:lnTo>
                <a:lnTo>
                  <a:pt x="7555" y="5518"/>
                </a:lnTo>
                <a:lnTo>
                  <a:pt x="7556" y="5517"/>
                </a:lnTo>
                <a:lnTo>
                  <a:pt x="7555" y="5516"/>
                </a:lnTo>
                <a:lnTo>
                  <a:pt x="7557" y="5514"/>
                </a:lnTo>
                <a:lnTo>
                  <a:pt x="7558" y="5513"/>
                </a:lnTo>
                <a:lnTo>
                  <a:pt x="7559" y="5512"/>
                </a:lnTo>
                <a:lnTo>
                  <a:pt x="7559" y="5511"/>
                </a:lnTo>
                <a:lnTo>
                  <a:pt x="7560" y="5511"/>
                </a:lnTo>
                <a:lnTo>
                  <a:pt x="7560" y="5510"/>
                </a:lnTo>
                <a:lnTo>
                  <a:pt x="7560" y="5508"/>
                </a:lnTo>
                <a:lnTo>
                  <a:pt x="7559" y="5506"/>
                </a:lnTo>
                <a:lnTo>
                  <a:pt x="7558" y="5506"/>
                </a:lnTo>
                <a:lnTo>
                  <a:pt x="7558" y="5507"/>
                </a:lnTo>
                <a:lnTo>
                  <a:pt x="7557" y="5507"/>
                </a:lnTo>
                <a:lnTo>
                  <a:pt x="7556" y="5507"/>
                </a:lnTo>
                <a:lnTo>
                  <a:pt x="7555" y="5508"/>
                </a:lnTo>
                <a:lnTo>
                  <a:pt x="7554" y="5509"/>
                </a:lnTo>
                <a:lnTo>
                  <a:pt x="7553" y="5509"/>
                </a:lnTo>
                <a:lnTo>
                  <a:pt x="7552" y="5509"/>
                </a:lnTo>
                <a:lnTo>
                  <a:pt x="7551" y="5509"/>
                </a:lnTo>
                <a:lnTo>
                  <a:pt x="7550" y="5510"/>
                </a:lnTo>
                <a:lnTo>
                  <a:pt x="7549" y="5510"/>
                </a:lnTo>
                <a:lnTo>
                  <a:pt x="7548" y="5510"/>
                </a:lnTo>
                <a:lnTo>
                  <a:pt x="7547" y="5510"/>
                </a:lnTo>
                <a:lnTo>
                  <a:pt x="7546" y="5510"/>
                </a:lnTo>
                <a:lnTo>
                  <a:pt x="7545" y="5511"/>
                </a:lnTo>
                <a:lnTo>
                  <a:pt x="7544" y="5511"/>
                </a:lnTo>
                <a:lnTo>
                  <a:pt x="7541" y="5512"/>
                </a:lnTo>
                <a:lnTo>
                  <a:pt x="7541" y="5513"/>
                </a:lnTo>
                <a:lnTo>
                  <a:pt x="7540" y="5513"/>
                </a:lnTo>
                <a:lnTo>
                  <a:pt x="7540" y="5512"/>
                </a:lnTo>
                <a:lnTo>
                  <a:pt x="7540" y="5511"/>
                </a:lnTo>
                <a:lnTo>
                  <a:pt x="7540" y="5510"/>
                </a:lnTo>
                <a:lnTo>
                  <a:pt x="7539" y="5510"/>
                </a:lnTo>
                <a:lnTo>
                  <a:pt x="7538" y="5511"/>
                </a:lnTo>
                <a:lnTo>
                  <a:pt x="7537" y="5512"/>
                </a:lnTo>
                <a:lnTo>
                  <a:pt x="7536" y="5511"/>
                </a:lnTo>
                <a:lnTo>
                  <a:pt x="7536" y="5510"/>
                </a:lnTo>
                <a:lnTo>
                  <a:pt x="7535" y="5510"/>
                </a:lnTo>
                <a:lnTo>
                  <a:pt x="7534" y="5511"/>
                </a:lnTo>
                <a:lnTo>
                  <a:pt x="7534" y="5512"/>
                </a:lnTo>
                <a:lnTo>
                  <a:pt x="7533" y="5513"/>
                </a:lnTo>
                <a:lnTo>
                  <a:pt x="7532" y="5514"/>
                </a:lnTo>
                <a:lnTo>
                  <a:pt x="7532" y="5515"/>
                </a:lnTo>
                <a:lnTo>
                  <a:pt x="7532" y="5516"/>
                </a:lnTo>
                <a:lnTo>
                  <a:pt x="7533" y="5518"/>
                </a:lnTo>
                <a:lnTo>
                  <a:pt x="7534" y="5518"/>
                </a:lnTo>
                <a:lnTo>
                  <a:pt x="7534" y="5519"/>
                </a:lnTo>
                <a:lnTo>
                  <a:pt x="7535" y="5520"/>
                </a:lnTo>
                <a:lnTo>
                  <a:pt x="7534" y="5522"/>
                </a:lnTo>
                <a:lnTo>
                  <a:pt x="7534" y="5523"/>
                </a:lnTo>
                <a:lnTo>
                  <a:pt x="7533" y="5524"/>
                </a:lnTo>
                <a:lnTo>
                  <a:pt x="7531" y="5526"/>
                </a:lnTo>
                <a:lnTo>
                  <a:pt x="7531" y="5527"/>
                </a:lnTo>
                <a:lnTo>
                  <a:pt x="7530" y="5530"/>
                </a:lnTo>
                <a:lnTo>
                  <a:pt x="7529" y="5531"/>
                </a:lnTo>
                <a:lnTo>
                  <a:pt x="7530" y="5533"/>
                </a:lnTo>
                <a:lnTo>
                  <a:pt x="7531" y="5534"/>
                </a:lnTo>
                <a:lnTo>
                  <a:pt x="7530" y="5535"/>
                </a:lnTo>
                <a:lnTo>
                  <a:pt x="7529" y="5535"/>
                </a:lnTo>
                <a:lnTo>
                  <a:pt x="7529" y="5536"/>
                </a:lnTo>
                <a:lnTo>
                  <a:pt x="7529" y="5537"/>
                </a:lnTo>
                <a:lnTo>
                  <a:pt x="7530" y="5537"/>
                </a:lnTo>
                <a:lnTo>
                  <a:pt x="7531" y="5537"/>
                </a:lnTo>
                <a:lnTo>
                  <a:pt x="7532" y="5537"/>
                </a:lnTo>
                <a:lnTo>
                  <a:pt x="7531" y="5539"/>
                </a:lnTo>
                <a:lnTo>
                  <a:pt x="7530" y="5539"/>
                </a:lnTo>
                <a:lnTo>
                  <a:pt x="7529" y="5540"/>
                </a:lnTo>
                <a:lnTo>
                  <a:pt x="7529" y="5541"/>
                </a:lnTo>
                <a:lnTo>
                  <a:pt x="7527" y="5542"/>
                </a:lnTo>
                <a:lnTo>
                  <a:pt x="7526" y="5542"/>
                </a:lnTo>
                <a:lnTo>
                  <a:pt x="7525" y="5542"/>
                </a:lnTo>
                <a:lnTo>
                  <a:pt x="7525" y="5540"/>
                </a:lnTo>
                <a:lnTo>
                  <a:pt x="7525" y="5539"/>
                </a:lnTo>
                <a:lnTo>
                  <a:pt x="7525" y="5538"/>
                </a:lnTo>
                <a:lnTo>
                  <a:pt x="7526" y="5537"/>
                </a:lnTo>
                <a:lnTo>
                  <a:pt x="7525" y="5536"/>
                </a:lnTo>
                <a:lnTo>
                  <a:pt x="7524" y="5535"/>
                </a:lnTo>
                <a:lnTo>
                  <a:pt x="7522" y="5534"/>
                </a:lnTo>
                <a:lnTo>
                  <a:pt x="7520" y="5534"/>
                </a:lnTo>
                <a:lnTo>
                  <a:pt x="7519" y="5533"/>
                </a:lnTo>
                <a:lnTo>
                  <a:pt x="7519" y="5532"/>
                </a:lnTo>
                <a:lnTo>
                  <a:pt x="7520" y="5531"/>
                </a:lnTo>
                <a:lnTo>
                  <a:pt x="7520" y="5530"/>
                </a:lnTo>
                <a:lnTo>
                  <a:pt x="7519" y="5530"/>
                </a:lnTo>
                <a:lnTo>
                  <a:pt x="7518" y="5531"/>
                </a:lnTo>
                <a:lnTo>
                  <a:pt x="7517" y="5531"/>
                </a:lnTo>
                <a:lnTo>
                  <a:pt x="7516" y="5532"/>
                </a:lnTo>
                <a:lnTo>
                  <a:pt x="7517" y="5533"/>
                </a:lnTo>
                <a:lnTo>
                  <a:pt x="7516" y="5534"/>
                </a:lnTo>
                <a:lnTo>
                  <a:pt x="7514" y="5534"/>
                </a:lnTo>
                <a:lnTo>
                  <a:pt x="7513" y="5535"/>
                </a:lnTo>
                <a:lnTo>
                  <a:pt x="7511" y="5534"/>
                </a:lnTo>
                <a:lnTo>
                  <a:pt x="7510" y="5532"/>
                </a:lnTo>
                <a:lnTo>
                  <a:pt x="7511" y="5530"/>
                </a:lnTo>
                <a:lnTo>
                  <a:pt x="7513" y="5529"/>
                </a:lnTo>
                <a:lnTo>
                  <a:pt x="7513" y="5528"/>
                </a:lnTo>
                <a:lnTo>
                  <a:pt x="7512" y="5527"/>
                </a:lnTo>
                <a:lnTo>
                  <a:pt x="7512" y="5526"/>
                </a:lnTo>
                <a:lnTo>
                  <a:pt x="7512" y="5524"/>
                </a:lnTo>
                <a:lnTo>
                  <a:pt x="7511" y="5524"/>
                </a:lnTo>
                <a:lnTo>
                  <a:pt x="7510" y="5524"/>
                </a:lnTo>
                <a:lnTo>
                  <a:pt x="7510" y="5523"/>
                </a:lnTo>
                <a:lnTo>
                  <a:pt x="7511" y="5521"/>
                </a:lnTo>
                <a:lnTo>
                  <a:pt x="7512" y="5521"/>
                </a:lnTo>
                <a:lnTo>
                  <a:pt x="7511" y="5519"/>
                </a:lnTo>
                <a:lnTo>
                  <a:pt x="7511" y="5518"/>
                </a:lnTo>
                <a:lnTo>
                  <a:pt x="7512" y="5517"/>
                </a:lnTo>
                <a:lnTo>
                  <a:pt x="7513" y="5516"/>
                </a:lnTo>
                <a:lnTo>
                  <a:pt x="7516" y="5517"/>
                </a:lnTo>
                <a:lnTo>
                  <a:pt x="7517" y="5517"/>
                </a:lnTo>
                <a:lnTo>
                  <a:pt x="7518" y="5517"/>
                </a:lnTo>
                <a:lnTo>
                  <a:pt x="7520" y="5516"/>
                </a:lnTo>
                <a:lnTo>
                  <a:pt x="7520" y="5515"/>
                </a:lnTo>
                <a:lnTo>
                  <a:pt x="7519" y="5514"/>
                </a:lnTo>
                <a:lnTo>
                  <a:pt x="7518" y="5514"/>
                </a:lnTo>
                <a:lnTo>
                  <a:pt x="7518" y="5512"/>
                </a:lnTo>
                <a:lnTo>
                  <a:pt x="7518" y="5511"/>
                </a:lnTo>
                <a:lnTo>
                  <a:pt x="7518" y="5509"/>
                </a:lnTo>
                <a:lnTo>
                  <a:pt x="7517" y="5509"/>
                </a:lnTo>
                <a:lnTo>
                  <a:pt x="7516" y="5510"/>
                </a:lnTo>
                <a:lnTo>
                  <a:pt x="7516" y="5511"/>
                </a:lnTo>
                <a:lnTo>
                  <a:pt x="7516" y="5512"/>
                </a:lnTo>
                <a:lnTo>
                  <a:pt x="7515" y="5513"/>
                </a:lnTo>
                <a:lnTo>
                  <a:pt x="7513" y="5514"/>
                </a:lnTo>
                <a:lnTo>
                  <a:pt x="7512" y="5514"/>
                </a:lnTo>
                <a:lnTo>
                  <a:pt x="7508" y="5515"/>
                </a:lnTo>
                <a:lnTo>
                  <a:pt x="7508" y="5516"/>
                </a:lnTo>
                <a:lnTo>
                  <a:pt x="7506" y="5514"/>
                </a:lnTo>
                <a:lnTo>
                  <a:pt x="7507" y="5511"/>
                </a:lnTo>
                <a:lnTo>
                  <a:pt x="7507" y="5510"/>
                </a:lnTo>
                <a:lnTo>
                  <a:pt x="7508" y="5508"/>
                </a:lnTo>
                <a:lnTo>
                  <a:pt x="7509" y="5508"/>
                </a:lnTo>
                <a:lnTo>
                  <a:pt x="7512" y="5507"/>
                </a:lnTo>
                <a:lnTo>
                  <a:pt x="7513" y="5507"/>
                </a:lnTo>
                <a:lnTo>
                  <a:pt x="7515" y="5505"/>
                </a:lnTo>
                <a:lnTo>
                  <a:pt x="7515" y="5504"/>
                </a:lnTo>
                <a:lnTo>
                  <a:pt x="7516" y="5503"/>
                </a:lnTo>
                <a:lnTo>
                  <a:pt x="7518" y="5502"/>
                </a:lnTo>
                <a:lnTo>
                  <a:pt x="7517" y="5501"/>
                </a:lnTo>
                <a:lnTo>
                  <a:pt x="7516" y="5501"/>
                </a:lnTo>
                <a:lnTo>
                  <a:pt x="7516" y="5500"/>
                </a:lnTo>
                <a:lnTo>
                  <a:pt x="7515" y="5500"/>
                </a:lnTo>
                <a:lnTo>
                  <a:pt x="7515" y="5501"/>
                </a:lnTo>
                <a:lnTo>
                  <a:pt x="7516" y="5501"/>
                </a:lnTo>
                <a:lnTo>
                  <a:pt x="7516" y="5502"/>
                </a:lnTo>
                <a:lnTo>
                  <a:pt x="7515" y="5503"/>
                </a:lnTo>
                <a:lnTo>
                  <a:pt x="7512" y="5505"/>
                </a:lnTo>
                <a:lnTo>
                  <a:pt x="7510" y="5506"/>
                </a:lnTo>
                <a:lnTo>
                  <a:pt x="7509" y="5506"/>
                </a:lnTo>
                <a:lnTo>
                  <a:pt x="7508" y="5503"/>
                </a:lnTo>
                <a:lnTo>
                  <a:pt x="7509" y="5502"/>
                </a:lnTo>
                <a:lnTo>
                  <a:pt x="7508" y="5502"/>
                </a:lnTo>
                <a:lnTo>
                  <a:pt x="7507" y="5502"/>
                </a:lnTo>
                <a:lnTo>
                  <a:pt x="7507" y="5503"/>
                </a:lnTo>
                <a:lnTo>
                  <a:pt x="7507" y="5504"/>
                </a:lnTo>
                <a:lnTo>
                  <a:pt x="7507" y="5505"/>
                </a:lnTo>
                <a:lnTo>
                  <a:pt x="7506" y="5506"/>
                </a:lnTo>
                <a:lnTo>
                  <a:pt x="7506" y="5508"/>
                </a:lnTo>
                <a:lnTo>
                  <a:pt x="7505" y="5509"/>
                </a:lnTo>
                <a:lnTo>
                  <a:pt x="7504" y="5510"/>
                </a:lnTo>
                <a:lnTo>
                  <a:pt x="7505" y="5510"/>
                </a:lnTo>
                <a:lnTo>
                  <a:pt x="7505" y="5511"/>
                </a:lnTo>
                <a:lnTo>
                  <a:pt x="7504" y="5512"/>
                </a:lnTo>
                <a:lnTo>
                  <a:pt x="7503" y="5513"/>
                </a:lnTo>
                <a:lnTo>
                  <a:pt x="7502" y="5514"/>
                </a:lnTo>
                <a:lnTo>
                  <a:pt x="7502" y="5516"/>
                </a:lnTo>
                <a:lnTo>
                  <a:pt x="7502" y="5517"/>
                </a:lnTo>
                <a:lnTo>
                  <a:pt x="7504" y="5519"/>
                </a:lnTo>
                <a:lnTo>
                  <a:pt x="7505" y="5519"/>
                </a:lnTo>
                <a:lnTo>
                  <a:pt x="7505" y="5521"/>
                </a:lnTo>
                <a:lnTo>
                  <a:pt x="7505" y="5522"/>
                </a:lnTo>
                <a:lnTo>
                  <a:pt x="7504" y="5522"/>
                </a:lnTo>
                <a:lnTo>
                  <a:pt x="7504" y="5523"/>
                </a:lnTo>
                <a:lnTo>
                  <a:pt x="7505" y="5523"/>
                </a:lnTo>
                <a:lnTo>
                  <a:pt x="7505" y="5524"/>
                </a:lnTo>
                <a:lnTo>
                  <a:pt x="7504" y="5524"/>
                </a:lnTo>
                <a:lnTo>
                  <a:pt x="7503" y="5527"/>
                </a:lnTo>
                <a:lnTo>
                  <a:pt x="7502" y="5528"/>
                </a:lnTo>
                <a:lnTo>
                  <a:pt x="7501" y="5528"/>
                </a:lnTo>
                <a:lnTo>
                  <a:pt x="7499" y="5527"/>
                </a:lnTo>
                <a:lnTo>
                  <a:pt x="7498" y="5527"/>
                </a:lnTo>
                <a:lnTo>
                  <a:pt x="7498" y="5526"/>
                </a:lnTo>
                <a:lnTo>
                  <a:pt x="7498" y="5525"/>
                </a:lnTo>
                <a:lnTo>
                  <a:pt x="7498" y="5523"/>
                </a:lnTo>
                <a:lnTo>
                  <a:pt x="7497" y="5522"/>
                </a:lnTo>
                <a:lnTo>
                  <a:pt x="7495" y="5518"/>
                </a:lnTo>
                <a:lnTo>
                  <a:pt x="7494" y="5517"/>
                </a:lnTo>
                <a:lnTo>
                  <a:pt x="7493" y="5515"/>
                </a:lnTo>
                <a:lnTo>
                  <a:pt x="7492" y="5514"/>
                </a:lnTo>
                <a:lnTo>
                  <a:pt x="7491" y="5513"/>
                </a:lnTo>
                <a:lnTo>
                  <a:pt x="7490" y="5512"/>
                </a:lnTo>
                <a:lnTo>
                  <a:pt x="7489" y="5512"/>
                </a:lnTo>
                <a:lnTo>
                  <a:pt x="7488" y="5513"/>
                </a:lnTo>
                <a:lnTo>
                  <a:pt x="7489" y="5514"/>
                </a:lnTo>
                <a:lnTo>
                  <a:pt x="7489" y="5515"/>
                </a:lnTo>
                <a:lnTo>
                  <a:pt x="7490" y="5515"/>
                </a:lnTo>
                <a:lnTo>
                  <a:pt x="7490" y="5516"/>
                </a:lnTo>
                <a:lnTo>
                  <a:pt x="7490" y="5517"/>
                </a:lnTo>
                <a:lnTo>
                  <a:pt x="7490" y="5520"/>
                </a:lnTo>
                <a:lnTo>
                  <a:pt x="7491" y="5521"/>
                </a:lnTo>
                <a:lnTo>
                  <a:pt x="7490" y="5521"/>
                </a:lnTo>
                <a:lnTo>
                  <a:pt x="7489" y="5521"/>
                </a:lnTo>
                <a:lnTo>
                  <a:pt x="7489" y="5522"/>
                </a:lnTo>
                <a:lnTo>
                  <a:pt x="7488" y="5522"/>
                </a:lnTo>
                <a:lnTo>
                  <a:pt x="7489" y="5522"/>
                </a:lnTo>
                <a:lnTo>
                  <a:pt x="7489" y="5523"/>
                </a:lnTo>
                <a:lnTo>
                  <a:pt x="7489" y="5524"/>
                </a:lnTo>
                <a:lnTo>
                  <a:pt x="7489" y="5525"/>
                </a:lnTo>
                <a:lnTo>
                  <a:pt x="7490" y="5525"/>
                </a:lnTo>
                <a:lnTo>
                  <a:pt x="7490" y="5526"/>
                </a:lnTo>
                <a:lnTo>
                  <a:pt x="7490" y="5525"/>
                </a:lnTo>
                <a:lnTo>
                  <a:pt x="7491" y="5525"/>
                </a:lnTo>
                <a:lnTo>
                  <a:pt x="7490" y="5526"/>
                </a:lnTo>
                <a:lnTo>
                  <a:pt x="7491" y="5527"/>
                </a:lnTo>
                <a:lnTo>
                  <a:pt x="7492" y="5527"/>
                </a:lnTo>
                <a:lnTo>
                  <a:pt x="7493" y="5527"/>
                </a:lnTo>
                <a:lnTo>
                  <a:pt x="7493" y="5528"/>
                </a:lnTo>
                <a:lnTo>
                  <a:pt x="7494" y="5527"/>
                </a:lnTo>
                <a:lnTo>
                  <a:pt x="7494" y="5528"/>
                </a:lnTo>
                <a:lnTo>
                  <a:pt x="7495" y="5528"/>
                </a:lnTo>
                <a:lnTo>
                  <a:pt x="7496" y="5528"/>
                </a:lnTo>
                <a:lnTo>
                  <a:pt x="7495" y="5528"/>
                </a:lnTo>
                <a:lnTo>
                  <a:pt x="7495" y="5529"/>
                </a:lnTo>
                <a:lnTo>
                  <a:pt x="7496" y="5529"/>
                </a:lnTo>
                <a:lnTo>
                  <a:pt x="7496" y="5528"/>
                </a:lnTo>
                <a:lnTo>
                  <a:pt x="7497" y="5528"/>
                </a:lnTo>
                <a:lnTo>
                  <a:pt x="7498" y="5529"/>
                </a:lnTo>
                <a:lnTo>
                  <a:pt x="7500" y="5530"/>
                </a:lnTo>
                <a:lnTo>
                  <a:pt x="7500" y="5531"/>
                </a:lnTo>
                <a:lnTo>
                  <a:pt x="7499" y="5533"/>
                </a:lnTo>
                <a:lnTo>
                  <a:pt x="7499" y="5535"/>
                </a:lnTo>
                <a:lnTo>
                  <a:pt x="7498" y="5535"/>
                </a:lnTo>
                <a:lnTo>
                  <a:pt x="7497" y="5534"/>
                </a:lnTo>
                <a:lnTo>
                  <a:pt x="7496" y="5534"/>
                </a:lnTo>
                <a:lnTo>
                  <a:pt x="7495" y="5535"/>
                </a:lnTo>
                <a:lnTo>
                  <a:pt x="7494" y="5535"/>
                </a:lnTo>
                <a:lnTo>
                  <a:pt x="7492" y="5533"/>
                </a:lnTo>
                <a:lnTo>
                  <a:pt x="7491" y="5532"/>
                </a:lnTo>
                <a:lnTo>
                  <a:pt x="7490" y="5532"/>
                </a:lnTo>
                <a:lnTo>
                  <a:pt x="7489" y="5531"/>
                </a:lnTo>
                <a:lnTo>
                  <a:pt x="7488" y="5531"/>
                </a:lnTo>
                <a:lnTo>
                  <a:pt x="7487" y="5531"/>
                </a:lnTo>
                <a:lnTo>
                  <a:pt x="7487" y="5530"/>
                </a:lnTo>
                <a:lnTo>
                  <a:pt x="7487" y="5529"/>
                </a:lnTo>
                <a:lnTo>
                  <a:pt x="7486" y="5528"/>
                </a:lnTo>
                <a:lnTo>
                  <a:pt x="7485" y="5527"/>
                </a:lnTo>
                <a:lnTo>
                  <a:pt x="7485" y="5526"/>
                </a:lnTo>
                <a:lnTo>
                  <a:pt x="7484" y="5525"/>
                </a:lnTo>
                <a:lnTo>
                  <a:pt x="7483" y="5526"/>
                </a:lnTo>
                <a:lnTo>
                  <a:pt x="7482" y="5526"/>
                </a:lnTo>
                <a:lnTo>
                  <a:pt x="7479" y="5527"/>
                </a:lnTo>
                <a:lnTo>
                  <a:pt x="7478" y="5527"/>
                </a:lnTo>
                <a:lnTo>
                  <a:pt x="7477" y="5527"/>
                </a:lnTo>
                <a:lnTo>
                  <a:pt x="7477" y="5526"/>
                </a:lnTo>
                <a:lnTo>
                  <a:pt x="7477" y="5525"/>
                </a:lnTo>
                <a:lnTo>
                  <a:pt x="7478" y="5524"/>
                </a:lnTo>
                <a:lnTo>
                  <a:pt x="7478" y="5522"/>
                </a:lnTo>
                <a:lnTo>
                  <a:pt x="7478" y="5519"/>
                </a:lnTo>
                <a:lnTo>
                  <a:pt x="7478" y="5518"/>
                </a:lnTo>
                <a:lnTo>
                  <a:pt x="7477" y="5518"/>
                </a:lnTo>
                <a:lnTo>
                  <a:pt x="7475" y="5519"/>
                </a:lnTo>
                <a:lnTo>
                  <a:pt x="7474" y="5521"/>
                </a:lnTo>
                <a:lnTo>
                  <a:pt x="7473" y="5522"/>
                </a:lnTo>
                <a:lnTo>
                  <a:pt x="7472" y="5522"/>
                </a:lnTo>
                <a:lnTo>
                  <a:pt x="7471" y="5522"/>
                </a:lnTo>
                <a:lnTo>
                  <a:pt x="7470" y="5521"/>
                </a:lnTo>
                <a:lnTo>
                  <a:pt x="7469" y="5520"/>
                </a:lnTo>
                <a:lnTo>
                  <a:pt x="7468" y="5520"/>
                </a:lnTo>
                <a:lnTo>
                  <a:pt x="7467" y="5520"/>
                </a:lnTo>
                <a:lnTo>
                  <a:pt x="7468" y="5520"/>
                </a:lnTo>
                <a:lnTo>
                  <a:pt x="7468" y="5521"/>
                </a:lnTo>
                <a:lnTo>
                  <a:pt x="7469" y="5521"/>
                </a:lnTo>
                <a:lnTo>
                  <a:pt x="7470" y="5521"/>
                </a:lnTo>
                <a:lnTo>
                  <a:pt x="7470" y="5522"/>
                </a:lnTo>
                <a:lnTo>
                  <a:pt x="7470" y="5523"/>
                </a:lnTo>
                <a:lnTo>
                  <a:pt x="7470" y="5525"/>
                </a:lnTo>
                <a:lnTo>
                  <a:pt x="7468" y="5527"/>
                </a:lnTo>
                <a:lnTo>
                  <a:pt x="7467" y="5529"/>
                </a:lnTo>
                <a:lnTo>
                  <a:pt x="7466" y="5528"/>
                </a:lnTo>
                <a:lnTo>
                  <a:pt x="7467" y="5530"/>
                </a:lnTo>
                <a:lnTo>
                  <a:pt x="7468" y="5530"/>
                </a:lnTo>
                <a:lnTo>
                  <a:pt x="7468" y="5531"/>
                </a:lnTo>
                <a:lnTo>
                  <a:pt x="7468" y="5532"/>
                </a:lnTo>
                <a:lnTo>
                  <a:pt x="7468" y="5533"/>
                </a:lnTo>
                <a:lnTo>
                  <a:pt x="7468" y="5532"/>
                </a:lnTo>
                <a:lnTo>
                  <a:pt x="7469" y="5532"/>
                </a:lnTo>
                <a:lnTo>
                  <a:pt x="7470" y="5531"/>
                </a:lnTo>
                <a:lnTo>
                  <a:pt x="7473" y="5529"/>
                </a:lnTo>
                <a:lnTo>
                  <a:pt x="7474" y="5530"/>
                </a:lnTo>
                <a:lnTo>
                  <a:pt x="7475" y="5530"/>
                </a:lnTo>
                <a:lnTo>
                  <a:pt x="7475" y="5529"/>
                </a:lnTo>
                <a:lnTo>
                  <a:pt x="7476" y="5529"/>
                </a:lnTo>
                <a:lnTo>
                  <a:pt x="7476" y="5530"/>
                </a:lnTo>
                <a:lnTo>
                  <a:pt x="7477" y="5530"/>
                </a:lnTo>
                <a:lnTo>
                  <a:pt x="7477" y="5529"/>
                </a:lnTo>
                <a:lnTo>
                  <a:pt x="7479" y="5528"/>
                </a:lnTo>
                <a:lnTo>
                  <a:pt x="7480" y="5528"/>
                </a:lnTo>
                <a:lnTo>
                  <a:pt x="7481" y="5529"/>
                </a:lnTo>
                <a:lnTo>
                  <a:pt x="7482" y="5529"/>
                </a:lnTo>
                <a:lnTo>
                  <a:pt x="7482" y="5530"/>
                </a:lnTo>
                <a:lnTo>
                  <a:pt x="7482" y="5531"/>
                </a:lnTo>
                <a:lnTo>
                  <a:pt x="7483" y="5531"/>
                </a:lnTo>
                <a:lnTo>
                  <a:pt x="7482" y="5532"/>
                </a:lnTo>
                <a:lnTo>
                  <a:pt x="7481" y="5533"/>
                </a:lnTo>
                <a:lnTo>
                  <a:pt x="7481" y="5534"/>
                </a:lnTo>
                <a:lnTo>
                  <a:pt x="7481" y="5535"/>
                </a:lnTo>
                <a:lnTo>
                  <a:pt x="7480" y="5535"/>
                </a:lnTo>
                <a:lnTo>
                  <a:pt x="7480" y="5534"/>
                </a:lnTo>
                <a:lnTo>
                  <a:pt x="7480" y="5533"/>
                </a:lnTo>
                <a:lnTo>
                  <a:pt x="7480" y="5532"/>
                </a:lnTo>
                <a:lnTo>
                  <a:pt x="7480" y="5533"/>
                </a:lnTo>
                <a:lnTo>
                  <a:pt x="7480" y="5534"/>
                </a:lnTo>
                <a:lnTo>
                  <a:pt x="7480" y="5535"/>
                </a:lnTo>
                <a:lnTo>
                  <a:pt x="7481" y="5537"/>
                </a:lnTo>
                <a:lnTo>
                  <a:pt x="7480" y="5537"/>
                </a:lnTo>
                <a:lnTo>
                  <a:pt x="7479" y="5536"/>
                </a:lnTo>
                <a:lnTo>
                  <a:pt x="7478" y="5536"/>
                </a:lnTo>
                <a:lnTo>
                  <a:pt x="7478" y="5535"/>
                </a:lnTo>
                <a:lnTo>
                  <a:pt x="7477" y="5536"/>
                </a:lnTo>
                <a:lnTo>
                  <a:pt x="7477" y="5535"/>
                </a:lnTo>
                <a:lnTo>
                  <a:pt x="7476" y="5535"/>
                </a:lnTo>
                <a:lnTo>
                  <a:pt x="7475" y="5535"/>
                </a:lnTo>
                <a:lnTo>
                  <a:pt x="7475" y="5536"/>
                </a:lnTo>
                <a:lnTo>
                  <a:pt x="7475" y="5535"/>
                </a:lnTo>
                <a:lnTo>
                  <a:pt x="7476" y="5535"/>
                </a:lnTo>
                <a:lnTo>
                  <a:pt x="7477" y="5536"/>
                </a:lnTo>
                <a:lnTo>
                  <a:pt x="7478" y="5536"/>
                </a:lnTo>
                <a:lnTo>
                  <a:pt x="7479" y="5536"/>
                </a:lnTo>
                <a:lnTo>
                  <a:pt x="7479" y="5537"/>
                </a:lnTo>
                <a:lnTo>
                  <a:pt x="7480" y="5538"/>
                </a:lnTo>
                <a:lnTo>
                  <a:pt x="7481" y="5538"/>
                </a:lnTo>
                <a:lnTo>
                  <a:pt x="7482" y="5539"/>
                </a:lnTo>
                <a:lnTo>
                  <a:pt x="7483" y="5540"/>
                </a:lnTo>
                <a:lnTo>
                  <a:pt x="7482" y="5542"/>
                </a:lnTo>
                <a:lnTo>
                  <a:pt x="7481" y="5542"/>
                </a:lnTo>
                <a:lnTo>
                  <a:pt x="7481" y="5541"/>
                </a:lnTo>
                <a:lnTo>
                  <a:pt x="7480" y="5541"/>
                </a:lnTo>
                <a:lnTo>
                  <a:pt x="7479" y="5540"/>
                </a:lnTo>
                <a:lnTo>
                  <a:pt x="7479" y="5541"/>
                </a:lnTo>
                <a:lnTo>
                  <a:pt x="7480" y="5541"/>
                </a:lnTo>
                <a:lnTo>
                  <a:pt x="7480" y="5542"/>
                </a:lnTo>
                <a:lnTo>
                  <a:pt x="7479" y="5541"/>
                </a:lnTo>
                <a:lnTo>
                  <a:pt x="7478" y="5541"/>
                </a:lnTo>
                <a:lnTo>
                  <a:pt x="7478" y="5542"/>
                </a:lnTo>
                <a:lnTo>
                  <a:pt x="7479" y="5542"/>
                </a:lnTo>
                <a:lnTo>
                  <a:pt x="7478" y="5543"/>
                </a:lnTo>
                <a:lnTo>
                  <a:pt x="7479" y="5544"/>
                </a:lnTo>
                <a:lnTo>
                  <a:pt x="7480" y="5544"/>
                </a:lnTo>
                <a:lnTo>
                  <a:pt x="7481" y="5544"/>
                </a:lnTo>
                <a:lnTo>
                  <a:pt x="7481" y="5547"/>
                </a:lnTo>
                <a:lnTo>
                  <a:pt x="7481" y="5548"/>
                </a:lnTo>
                <a:lnTo>
                  <a:pt x="7479" y="5549"/>
                </a:lnTo>
                <a:lnTo>
                  <a:pt x="7478" y="5549"/>
                </a:lnTo>
                <a:lnTo>
                  <a:pt x="7477" y="5549"/>
                </a:lnTo>
                <a:lnTo>
                  <a:pt x="7475" y="5548"/>
                </a:lnTo>
                <a:lnTo>
                  <a:pt x="7474" y="5550"/>
                </a:lnTo>
                <a:lnTo>
                  <a:pt x="7474" y="5551"/>
                </a:lnTo>
                <a:lnTo>
                  <a:pt x="7473" y="5552"/>
                </a:lnTo>
                <a:lnTo>
                  <a:pt x="7472" y="5552"/>
                </a:lnTo>
                <a:lnTo>
                  <a:pt x="7472" y="5553"/>
                </a:lnTo>
                <a:lnTo>
                  <a:pt x="7471" y="5553"/>
                </a:lnTo>
                <a:lnTo>
                  <a:pt x="7472" y="5557"/>
                </a:lnTo>
                <a:lnTo>
                  <a:pt x="7474" y="5557"/>
                </a:lnTo>
                <a:lnTo>
                  <a:pt x="7475" y="5558"/>
                </a:lnTo>
                <a:lnTo>
                  <a:pt x="7477" y="5558"/>
                </a:lnTo>
                <a:lnTo>
                  <a:pt x="7479" y="5560"/>
                </a:lnTo>
                <a:lnTo>
                  <a:pt x="7479" y="5561"/>
                </a:lnTo>
                <a:lnTo>
                  <a:pt x="7480" y="5563"/>
                </a:lnTo>
                <a:lnTo>
                  <a:pt x="7481" y="5563"/>
                </a:lnTo>
                <a:lnTo>
                  <a:pt x="7480" y="5564"/>
                </a:lnTo>
                <a:lnTo>
                  <a:pt x="7480" y="5565"/>
                </a:lnTo>
                <a:lnTo>
                  <a:pt x="7480" y="5566"/>
                </a:lnTo>
                <a:lnTo>
                  <a:pt x="7480" y="5567"/>
                </a:lnTo>
                <a:lnTo>
                  <a:pt x="7481" y="5567"/>
                </a:lnTo>
                <a:lnTo>
                  <a:pt x="7480" y="5566"/>
                </a:lnTo>
                <a:lnTo>
                  <a:pt x="7480" y="5565"/>
                </a:lnTo>
                <a:lnTo>
                  <a:pt x="7481" y="5565"/>
                </a:lnTo>
                <a:lnTo>
                  <a:pt x="7481" y="5564"/>
                </a:lnTo>
                <a:lnTo>
                  <a:pt x="7481" y="5563"/>
                </a:lnTo>
                <a:lnTo>
                  <a:pt x="7481" y="5562"/>
                </a:lnTo>
                <a:lnTo>
                  <a:pt x="7482" y="5561"/>
                </a:lnTo>
                <a:lnTo>
                  <a:pt x="7483" y="5560"/>
                </a:lnTo>
                <a:lnTo>
                  <a:pt x="7484" y="5560"/>
                </a:lnTo>
                <a:lnTo>
                  <a:pt x="7484" y="5559"/>
                </a:lnTo>
                <a:lnTo>
                  <a:pt x="7484" y="5558"/>
                </a:lnTo>
                <a:lnTo>
                  <a:pt x="7485" y="5559"/>
                </a:lnTo>
                <a:lnTo>
                  <a:pt x="7485" y="5558"/>
                </a:lnTo>
                <a:lnTo>
                  <a:pt x="7486" y="5558"/>
                </a:lnTo>
                <a:lnTo>
                  <a:pt x="7487" y="5557"/>
                </a:lnTo>
                <a:lnTo>
                  <a:pt x="7488" y="5556"/>
                </a:lnTo>
                <a:lnTo>
                  <a:pt x="7489" y="5556"/>
                </a:lnTo>
                <a:lnTo>
                  <a:pt x="7490" y="5556"/>
                </a:lnTo>
                <a:lnTo>
                  <a:pt x="7490" y="5555"/>
                </a:lnTo>
                <a:lnTo>
                  <a:pt x="7491" y="5554"/>
                </a:lnTo>
                <a:lnTo>
                  <a:pt x="7491" y="5553"/>
                </a:lnTo>
                <a:lnTo>
                  <a:pt x="7492" y="5553"/>
                </a:lnTo>
                <a:lnTo>
                  <a:pt x="7494" y="5554"/>
                </a:lnTo>
                <a:lnTo>
                  <a:pt x="7497" y="5554"/>
                </a:lnTo>
                <a:lnTo>
                  <a:pt x="7499" y="5554"/>
                </a:lnTo>
                <a:lnTo>
                  <a:pt x="7501" y="5553"/>
                </a:lnTo>
                <a:lnTo>
                  <a:pt x="7503" y="5553"/>
                </a:lnTo>
                <a:lnTo>
                  <a:pt x="7505" y="5554"/>
                </a:lnTo>
                <a:lnTo>
                  <a:pt x="7505" y="5555"/>
                </a:lnTo>
                <a:lnTo>
                  <a:pt x="7506" y="5556"/>
                </a:lnTo>
                <a:lnTo>
                  <a:pt x="7507" y="5556"/>
                </a:lnTo>
                <a:lnTo>
                  <a:pt x="7508" y="5556"/>
                </a:lnTo>
                <a:lnTo>
                  <a:pt x="7509" y="5556"/>
                </a:lnTo>
                <a:lnTo>
                  <a:pt x="7510" y="5557"/>
                </a:lnTo>
                <a:lnTo>
                  <a:pt x="7512" y="5558"/>
                </a:lnTo>
                <a:lnTo>
                  <a:pt x="7513" y="5558"/>
                </a:lnTo>
                <a:lnTo>
                  <a:pt x="7514" y="5559"/>
                </a:lnTo>
                <a:lnTo>
                  <a:pt x="7513" y="5560"/>
                </a:lnTo>
                <a:lnTo>
                  <a:pt x="7513" y="5561"/>
                </a:lnTo>
                <a:lnTo>
                  <a:pt x="7514" y="5561"/>
                </a:lnTo>
                <a:lnTo>
                  <a:pt x="7516" y="5562"/>
                </a:lnTo>
                <a:lnTo>
                  <a:pt x="7516" y="5564"/>
                </a:lnTo>
                <a:lnTo>
                  <a:pt x="7515" y="5564"/>
                </a:lnTo>
                <a:lnTo>
                  <a:pt x="7515" y="5563"/>
                </a:lnTo>
                <a:lnTo>
                  <a:pt x="7514" y="5563"/>
                </a:lnTo>
                <a:lnTo>
                  <a:pt x="7512" y="5562"/>
                </a:lnTo>
                <a:lnTo>
                  <a:pt x="7511" y="5561"/>
                </a:lnTo>
                <a:lnTo>
                  <a:pt x="7511" y="5563"/>
                </a:lnTo>
                <a:lnTo>
                  <a:pt x="7511" y="5564"/>
                </a:lnTo>
                <a:lnTo>
                  <a:pt x="7510" y="5565"/>
                </a:lnTo>
                <a:lnTo>
                  <a:pt x="7510" y="5566"/>
                </a:lnTo>
                <a:lnTo>
                  <a:pt x="7511" y="5565"/>
                </a:lnTo>
                <a:lnTo>
                  <a:pt x="7512" y="5565"/>
                </a:lnTo>
                <a:lnTo>
                  <a:pt x="7514" y="5566"/>
                </a:lnTo>
                <a:lnTo>
                  <a:pt x="7514" y="5567"/>
                </a:lnTo>
                <a:lnTo>
                  <a:pt x="7514" y="5568"/>
                </a:lnTo>
                <a:lnTo>
                  <a:pt x="7514" y="5569"/>
                </a:lnTo>
                <a:lnTo>
                  <a:pt x="7514" y="5570"/>
                </a:lnTo>
                <a:lnTo>
                  <a:pt x="7513" y="5571"/>
                </a:lnTo>
                <a:lnTo>
                  <a:pt x="7514" y="5571"/>
                </a:lnTo>
                <a:lnTo>
                  <a:pt x="7515" y="5571"/>
                </a:lnTo>
                <a:lnTo>
                  <a:pt x="7516" y="5570"/>
                </a:lnTo>
                <a:lnTo>
                  <a:pt x="7516" y="5571"/>
                </a:lnTo>
                <a:lnTo>
                  <a:pt x="7516" y="5572"/>
                </a:lnTo>
                <a:lnTo>
                  <a:pt x="7517" y="5572"/>
                </a:lnTo>
                <a:lnTo>
                  <a:pt x="7518" y="5571"/>
                </a:lnTo>
                <a:lnTo>
                  <a:pt x="7518" y="5572"/>
                </a:lnTo>
                <a:lnTo>
                  <a:pt x="7519" y="5572"/>
                </a:lnTo>
                <a:lnTo>
                  <a:pt x="7518" y="5573"/>
                </a:lnTo>
                <a:lnTo>
                  <a:pt x="7517" y="5573"/>
                </a:lnTo>
                <a:lnTo>
                  <a:pt x="7515" y="5574"/>
                </a:lnTo>
                <a:lnTo>
                  <a:pt x="7514" y="5575"/>
                </a:lnTo>
                <a:lnTo>
                  <a:pt x="7515" y="5575"/>
                </a:lnTo>
                <a:lnTo>
                  <a:pt x="7517" y="5576"/>
                </a:lnTo>
                <a:lnTo>
                  <a:pt x="7518" y="5576"/>
                </a:lnTo>
                <a:lnTo>
                  <a:pt x="7519" y="5576"/>
                </a:lnTo>
                <a:lnTo>
                  <a:pt x="7519" y="5575"/>
                </a:lnTo>
                <a:lnTo>
                  <a:pt x="7519" y="5576"/>
                </a:lnTo>
                <a:lnTo>
                  <a:pt x="7519" y="5577"/>
                </a:lnTo>
                <a:lnTo>
                  <a:pt x="7520" y="5577"/>
                </a:lnTo>
                <a:lnTo>
                  <a:pt x="7521" y="5577"/>
                </a:lnTo>
                <a:lnTo>
                  <a:pt x="7519" y="5579"/>
                </a:lnTo>
                <a:lnTo>
                  <a:pt x="7521" y="5579"/>
                </a:lnTo>
                <a:lnTo>
                  <a:pt x="7521" y="5578"/>
                </a:lnTo>
                <a:lnTo>
                  <a:pt x="7522" y="5579"/>
                </a:lnTo>
                <a:lnTo>
                  <a:pt x="7522" y="5580"/>
                </a:lnTo>
                <a:lnTo>
                  <a:pt x="7521" y="5581"/>
                </a:lnTo>
                <a:lnTo>
                  <a:pt x="7521" y="5582"/>
                </a:lnTo>
                <a:lnTo>
                  <a:pt x="7522" y="5582"/>
                </a:lnTo>
                <a:lnTo>
                  <a:pt x="7523" y="5582"/>
                </a:lnTo>
                <a:lnTo>
                  <a:pt x="7523" y="5583"/>
                </a:lnTo>
                <a:lnTo>
                  <a:pt x="7523" y="5584"/>
                </a:lnTo>
                <a:lnTo>
                  <a:pt x="7524" y="5584"/>
                </a:lnTo>
                <a:lnTo>
                  <a:pt x="7524" y="5583"/>
                </a:lnTo>
                <a:lnTo>
                  <a:pt x="7525" y="5583"/>
                </a:lnTo>
                <a:lnTo>
                  <a:pt x="7525" y="5584"/>
                </a:lnTo>
                <a:lnTo>
                  <a:pt x="7524" y="5585"/>
                </a:lnTo>
                <a:lnTo>
                  <a:pt x="7522" y="5586"/>
                </a:lnTo>
                <a:lnTo>
                  <a:pt x="7521" y="5586"/>
                </a:lnTo>
                <a:lnTo>
                  <a:pt x="7520" y="5587"/>
                </a:lnTo>
                <a:lnTo>
                  <a:pt x="7521" y="5588"/>
                </a:lnTo>
                <a:lnTo>
                  <a:pt x="7520" y="5589"/>
                </a:lnTo>
                <a:lnTo>
                  <a:pt x="7519" y="5590"/>
                </a:lnTo>
                <a:lnTo>
                  <a:pt x="7519" y="5591"/>
                </a:lnTo>
                <a:lnTo>
                  <a:pt x="7519" y="5590"/>
                </a:lnTo>
                <a:lnTo>
                  <a:pt x="7520" y="5590"/>
                </a:lnTo>
                <a:lnTo>
                  <a:pt x="7520" y="5591"/>
                </a:lnTo>
                <a:lnTo>
                  <a:pt x="7519" y="5591"/>
                </a:lnTo>
                <a:lnTo>
                  <a:pt x="7518" y="5592"/>
                </a:lnTo>
                <a:lnTo>
                  <a:pt x="7517" y="5592"/>
                </a:lnTo>
                <a:lnTo>
                  <a:pt x="7516" y="5593"/>
                </a:lnTo>
                <a:lnTo>
                  <a:pt x="7515" y="5594"/>
                </a:lnTo>
                <a:lnTo>
                  <a:pt x="7514" y="5593"/>
                </a:lnTo>
                <a:lnTo>
                  <a:pt x="7514" y="5592"/>
                </a:lnTo>
                <a:lnTo>
                  <a:pt x="7515" y="5591"/>
                </a:lnTo>
                <a:lnTo>
                  <a:pt x="7516" y="5590"/>
                </a:lnTo>
                <a:lnTo>
                  <a:pt x="7516" y="5588"/>
                </a:lnTo>
                <a:lnTo>
                  <a:pt x="7515" y="5587"/>
                </a:lnTo>
                <a:lnTo>
                  <a:pt x="7512" y="5586"/>
                </a:lnTo>
                <a:lnTo>
                  <a:pt x="7510" y="5585"/>
                </a:lnTo>
                <a:lnTo>
                  <a:pt x="7509" y="5585"/>
                </a:lnTo>
                <a:lnTo>
                  <a:pt x="7509" y="5586"/>
                </a:lnTo>
                <a:lnTo>
                  <a:pt x="7510" y="5587"/>
                </a:lnTo>
                <a:lnTo>
                  <a:pt x="7507" y="5587"/>
                </a:lnTo>
                <a:lnTo>
                  <a:pt x="7505" y="5587"/>
                </a:lnTo>
                <a:lnTo>
                  <a:pt x="7502" y="5585"/>
                </a:lnTo>
                <a:lnTo>
                  <a:pt x="7499" y="5584"/>
                </a:lnTo>
                <a:lnTo>
                  <a:pt x="7497" y="5583"/>
                </a:lnTo>
                <a:lnTo>
                  <a:pt x="7496" y="5582"/>
                </a:lnTo>
                <a:lnTo>
                  <a:pt x="7492" y="5582"/>
                </a:lnTo>
                <a:lnTo>
                  <a:pt x="7490" y="5582"/>
                </a:lnTo>
                <a:lnTo>
                  <a:pt x="7489" y="5583"/>
                </a:lnTo>
                <a:lnTo>
                  <a:pt x="7487" y="5584"/>
                </a:lnTo>
                <a:lnTo>
                  <a:pt x="7486" y="5587"/>
                </a:lnTo>
                <a:lnTo>
                  <a:pt x="7487" y="5589"/>
                </a:lnTo>
                <a:lnTo>
                  <a:pt x="7488" y="5589"/>
                </a:lnTo>
                <a:lnTo>
                  <a:pt x="7489" y="5590"/>
                </a:lnTo>
                <a:lnTo>
                  <a:pt x="7489" y="5591"/>
                </a:lnTo>
                <a:lnTo>
                  <a:pt x="7490" y="5591"/>
                </a:lnTo>
                <a:lnTo>
                  <a:pt x="7491" y="5590"/>
                </a:lnTo>
                <a:lnTo>
                  <a:pt x="7492" y="5589"/>
                </a:lnTo>
                <a:lnTo>
                  <a:pt x="7493" y="5589"/>
                </a:lnTo>
                <a:lnTo>
                  <a:pt x="7494" y="5590"/>
                </a:lnTo>
                <a:lnTo>
                  <a:pt x="7496" y="5592"/>
                </a:lnTo>
                <a:lnTo>
                  <a:pt x="7496" y="5593"/>
                </a:lnTo>
                <a:lnTo>
                  <a:pt x="7496" y="5594"/>
                </a:lnTo>
                <a:lnTo>
                  <a:pt x="7496" y="5595"/>
                </a:lnTo>
                <a:lnTo>
                  <a:pt x="7496" y="5596"/>
                </a:lnTo>
                <a:lnTo>
                  <a:pt x="7496" y="5597"/>
                </a:lnTo>
                <a:lnTo>
                  <a:pt x="7496" y="5598"/>
                </a:lnTo>
                <a:lnTo>
                  <a:pt x="7496" y="5599"/>
                </a:lnTo>
                <a:lnTo>
                  <a:pt x="7496" y="5600"/>
                </a:lnTo>
                <a:lnTo>
                  <a:pt x="7496" y="5601"/>
                </a:lnTo>
                <a:lnTo>
                  <a:pt x="7497" y="5602"/>
                </a:lnTo>
                <a:lnTo>
                  <a:pt x="7498" y="5602"/>
                </a:lnTo>
                <a:lnTo>
                  <a:pt x="7497" y="5605"/>
                </a:lnTo>
                <a:lnTo>
                  <a:pt x="7498" y="5605"/>
                </a:lnTo>
                <a:lnTo>
                  <a:pt x="7499" y="5606"/>
                </a:lnTo>
                <a:lnTo>
                  <a:pt x="7500" y="5609"/>
                </a:lnTo>
                <a:lnTo>
                  <a:pt x="7503" y="5609"/>
                </a:lnTo>
                <a:lnTo>
                  <a:pt x="7504" y="5608"/>
                </a:lnTo>
                <a:lnTo>
                  <a:pt x="7506" y="5606"/>
                </a:lnTo>
                <a:lnTo>
                  <a:pt x="7507" y="5605"/>
                </a:lnTo>
                <a:lnTo>
                  <a:pt x="7508" y="5605"/>
                </a:lnTo>
                <a:lnTo>
                  <a:pt x="7509" y="5605"/>
                </a:lnTo>
                <a:lnTo>
                  <a:pt x="7510" y="5604"/>
                </a:lnTo>
                <a:lnTo>
                  <a:pt x="7511" y="5604"/>
                </a:lnTo>
                <a:lnTo>
                  <a:pt x="7511" y="5603"/>
                </a:lnTo>
                <a:lnTo>
                  <a:pt x="7512" y="5603"/>
                </a:lnTo>
                <a:lnTo>
                  <a:pt x="7512" y="5604"/>
                </a:lnTo>
                <a:lnTo>
                  <a:pt x="7512" y="5605"/>
                </a:lnTo>
                <a:lnTo>
                  <a:pt x="7511" y="5605"/>
                </a:lnTo>
                <a:lnTo>
                  <a:pt x="7511" y="5606"/>
                </a:lnTo>
                <a:lnTo>
                  <a:pt x="7512" y="5606"/>
                </a:lnTo>
                <a:lnTo>
                  <a:pt x="7513" y="5605"/>
                </a:lnTo>
                <a:lnTo>
                  <a:pt x="7513" y="5604"/>
                </a:lnTo>
                <a:lnTo>
                  <a:pt x="7514" y="5601"/>
                </a:lnTo>
                <a:lnTo>
                  <a:pt x="7515" y="5600"/>
                </a:lnTo>
                <a:lnTo>
                  <a:pt x="7517" y="5599"/>
                </a:lnTo>
                <a:lnTo>
                  <a:pt x="7517" y="5600"/>
                </a:lnTo>
                <a:lnTo>
                  <a:pt x="7518" y="5600"/>
                </a:lnTo>
                <a:lnTo>
                  <a:pt x="7519" y="5599"/>
                </a:lnTo>
                <a:lnTo>
                  <a:pt x="7519" y="5598"/>
                </a:lnTo>
                <a:lnTo>
                  <a:pt x="7518" y="5597"/>
                </a:lnTo>
                <a:lnTo>
                  <a:pt x="7519" y="5596"/>
                </a:lnTo>
                <a:lnTo>
                  <a:pt x="7519" y="5597"/>
                </a:lnTo>
                <a:lnTo>
                  <a:pt x="7520" y="5596"/>
                </a:lnTo>
                <a:lnTo>
                  <a:pt x="7519" y="5596"/>
                </a:lnTo>
                <a:lnTo>
                  <a:pt x="7519" y="5595"/>
                </a:lnTo>
                <a:lnTo>
                  <a:pt x="7520" y="5595"/>
                </a:lnTo>
                <a:lnTo>
                  <a:pt x="7521" y="5595"/>
                </a:lnTo>
                <a:lnTo>
                  <a:pt x="7521" y="5594"/>
                </a:lnTo>
                <a:lnTo>
                  <a:pt x="7522" y="5593"/>
                </a:lnTo>
                <a:lnTo>
                  <a:pt x="7523" y="5593"/>
                </a:lnTo>
                <a:lnTo>
                  <a:pt x="7523" y="5592"/>
                </a:lnTo>
                <a:lnTo>
                  <a:pt x="7524" y="5590"/>
                </a:lnTo>
                <a:lnTo>
                  <a:pt x="7524" y="5589"/>
                </a:lnTo>
                <a:lnTo>
                  <a:pt x="7526" y="5588"/>
                </a:lnTo>
                <a:lnTo>
                  <a:pt x="7527" y="5588"/>
                </a:lnTo>
                <a:lnTo>
                  <a:pt x="7527" y="5589"/>
                </a:lnTo>
                <a:lnTo>
                  <a:pt x="7527" y="5591"/>
                </a:lnTo>
                <a:lnTo>
                  <a:pt x="7528" y="5591"/>
                </a:lnTo>
                <a:lnTo>
                  <a:pt x="7530" y="5591"/>
                </a:lnTo>
                <a:lnTo>
                  <a:pt x="7530" y="5592"/>
                </a:lnTo>
                <a:lnTo>
                  <a:pt x="7532" y="5592"/>
                </a:lnTo>
                <a:lnTo>
                  <a:pt x="7532" y="5593"/>
                </a:lnTo>
                <a:lnTo>
                  <a:pt x="7531" y="5594"/>
                </a:lnTo>
                <a:lnTo>
                  <a:pt x="7530" y="5594"/>
                </a:lnTo>
                <a:lnTo>
                  <a:pt x="7530" y="5595"/>
                </a:lnTo>
                <a:lnTo>
                  <a:pt x="7529" y="5595"/>
                </a:lnTo>
                <a:lnTo>
                  <a:pt x="7529" y="5596"/>
                </a:lnTo>
                <a:lnTo>
                  <a:pt x="7530" y="5596"/>
                </a:lnTo>
                <a:lnTo>
                  <a:pt x="7532" y="5596"/>
                </a:lnTo>
                <a:lnTo>
                  <a:pt x="7532" y="5595"/>
                </a:lnTo>
                <a:lnTo>
                  <a:pt x="7533" y="5595"/>
                </a:lnTo>
                <a:lnTo>
                  <a:pt x="7534" y="5596"/>
                </a:lnTo>
                <a:lnTo>
                  <a:pt x="7535" y="5598"/>
                </a:lnTo>
                <a:lnTo>
                  <a:pt x="7535" y="5597"/>
                </a:lnTo>
                <a:lnTo>
                  <a:pt x="7536" y="5597"/>
                </a:lnTo>
                <a:lnTo>
                  <a:pt x="7536" y="5598"/>
                </a:lnTo>
                <a:lnTo>
                  <a:pt x="7535" y="5600"/>
                </a:lnTo>
                <a:lnTo>
                  <a:pt x="7534" y="5600"/>
                </a:lnTo>
                <a:lnTo>
                  <a:pt x="7533" y="5601"/>
                </a:lnTo>
                <a:lnTo>
                  <a:pt x="7533" y="5602"/>
                </a:lnTo>
                <a:lnTo>
                  <a:pt x="7534" y="5603"/>
                </a:lnTo>
                <a:lnTo>
                  <a:pt x="7536" y="5603"/>
                </a:lnTo>
                <a:lnTo>
                  <a:pt x="7537" y="5602"/>
                </a:lnTo>
                <a:lnTo>
                  <a:pt x="7538" y="5601"/>
                </a:lnTo>
                <a:lnTo>
                  <a:pt x="7539" y="5601"/>
                </a:lnTo>
                <a:lnTo>
                  <a:pt x="7540" y="5601"/>
                </a:lnTo>
                <a:lnTo>
                  <a:pt x="7540" y="5602"/>
                </a:lnTo>
                <a:lnTo>
                  <a:pt x="7540" y="5603"/>
                </a:lnTo>
                <a:lnTo>
                  <a:pt x="7541" y="5603"/>
                </a:lnTo>
                <a:lnTo>
                  <a:pt x="7542" y="5602"/>
                </a:lnTo>
                <a:lnTo>
                  <a:pt x="7542" y="5601"/>
                </a:lnTo>
                <a:lnTo>
                  <a:pt x="7543" y="5600"/>
                </a:lnTo>
                <a:lnTo>
                  <a:pt x="7544" y="5600"/>
                </a:lnTo>
                <a:lnTo>
                  <a:pt x="7546" y="5599"/>
                </a:lnTo>
                <a:lnTo>
                  <a:pt x="7546" y="5598"/>
                </a:lnTo>
                <a:lnTo>
                  <a:pt x="7549" y="5596"/>
                </a:lnTo>
                <a:lnTo>
                  <a:pt x="7550" y="5595"/>
                </a:lnTo>
                <a:lnTo>
                  <a:pt x="7551" y="5595"/>
                </a:lnTo>
                <a:lnTo>
                  <a:pt x="7550" y="5596"/>
                </a:lnTo>
                <a:lnTo>
                  <a:pt x="7549" y="5596"/>
                </a:lnTo>
                <a:lnTo>
                  <a:pt x="7549" y="5597"/>
                </a:lnTo>
                <a:lnTo>
                  <a:pt x="7549" y="5598"/>
                </a:lnTo>
                <a:lnTo>
                  <a:pt x="7549" y="5599"/>
                </a:lnTo>
                <a:lnTo>
                  <a:pt x="7548" y="5600"/>
                </a:lnTo>
                <a:lnTo>
                  <a:pt x="7547" y="5600"/>
                </a:lnTo>
                <a:lnTo>
                  <a:pt x="7546" y="5602"/>
                </a:lnTo>
                <a:lnTo>
                  <a:pt x="7545" y="5603"/>
                </a:lnTo>
                <a:lnTo>
                  <a:pt x="7544" y="5604"/>
                </a:lnTo>
                <a:lnTo>
                  <a:pt x="7544" y="5605"/>
                </a:lnTo>
                <a:lnTo>
                  <a:pt x="7543" y="5605"/>
                </a:lnTo>
                <a:lnTo>
                  <a:pt x="7541" y="5607"/>
                </a:lnTo>
                <a:lnTo>
                  <a:pt x="7542" y="5607"/>
                </a:lnTo>
                <a:lnTo>
                  <a:pt x="7543" y="5607"/>
                </a:lnTo>
                <a:lnTo>
                  <a:pt x="7543" y="5608"/>
                </a:lnTo>
                <a:lnTo>
                  <a:pt x="7542" y="5609"/>
                </a:lnTo>
                <a:lnTo>
                  <a:pt x="7540" y="5609"/>
                </a:lnTo>
                <a:lnTo>
                  <a:pt x="7539" y="5609"/>
                </a:lnTo>
                <a:lnTo>
                  <a:pt x="7539" y="5608"/>
                </a:lnTo>
                <a:lnTo>
                  <a:pt x="7538" y="5608"/>
                </a:lnTo>
                <a:lnTo>
                  <a:pt x="7536" y="5610"/>
                </a:lnTo>
                <a:lnTo>
                  <a:pt x="7536" y="5611"/>
                </a:lnTo>
                <a:lnTo>
                  <a:pt x="7536" y="5610"/>
                </a:lnTo>
                <a:lnTo>
                  <a:pt x="7535" y="5610"/>
                </a:lnTo>
                <a:lnTo>
                  <a:pt x="7536" y="5609"/>
                </a:lnTo>
                <a:lnTo>
                  <a:pt x="7536" y="5608"/>
                </a:lnTo>
                <a:lnTo>
                  <a:pt x="7535" y="5608"/>
                </a:lnTo>
                <a:lnTo>
                  <a:pt x="7535" y="5607"/>
                </a:lnTo>
                <a:lnTo>
                  <a:pt x="7534" y="5608"/>
                </a:lnTo>
                <a:lnTo>
                  <a:pt x="7532" y="5607"/>
                </a:lnTo>
                <a:lnTo>
                  <a:pt x="7532" y="5606"/>
                </a:lnTo>
                <a:lnTo>
                  <a:pt x="7531" y="5607"/>
                </a:lnTo>
                <a:lnTo>
                  <a:pt x="7530" y="5607"/>
                </a:lnTo>
                <a:lnTo>
                  <a:pt x="7529" y="5608"/>
                </a:lnTo>
                <a:lnTo>
                  <a:pt x="7529" y="5609"/>
                </a:lnTo>
                <a:lnTo>
                  <a:pt x="7526" y="5609"/>
                </a:lnTo>
                <a:lnTo>
                  <a:pt x="7523" y="5612"/>
                </a:lnTo>
                <a:lnTo>
                  <a:pt x="7522" y="5613"/>
                </a:lnTo>
                <a:lnTo>
                  <a:pt x="7522" y="5614"/>
                </a:lnTo>
                <a:lnTo>
                  <a:pt x="7523" y="5615"/>
                </a:lnTo>
                <a:lnTo>
                  <a:pt x="7524" y="5616"/>
                </a:lnTo>
                <a:lnTo>
                  <a:pt x="7526" y="5615"/>
                </a:lnTo>
                <a:lnTo>
                  <a:pt x="7527" y="5615"/>
                </a:lnTo>
                <a:lnTo>
                  <a:pt x="7527" y="5617"/>
                </a:lnTo>
                <a:lnTo>
                  <a:pt x="7525" y="5619"/>
                </a:lnTo>
                <a:lnTo>
                  <a:pt x="7524" y="5619"/>
                </a:lnTo>
                <a:lnTo>
                  <a:pt x="7523" y="5619"/>
                </a:lnTo>
                <a:lnTo>
                  <a:pt x="7523" y="5618"/>
                </a:lnTo>
                <a:lnTo>
                  <a:pt x="7522" y="5617"/>
                </a:lnTo>
                <a:lnTo>
                  <a:pt x="7522" y="5616"/>
                </a:lnTo>
                <a:lnTo>
                  <a:pt x="7522" y="5615"/>
                </a:lnTo>
                <a:lnTo>
                  <a:pt x="7518" y="5615"/>
                </a:lnTo>
                <a:lnTo>
                  <a:pt x="7517" y="5616"/>
                </a:lnTo>
                <a:lnTo>
                  <a:pt x="7516" y="5616"/>
                </a:lnTo>
                <a:lnTo>
                  <a:pt x="7516" y="5617"/>
                </a:lnTo>
                <a:lnTo>
                  <a:pt x="7517" y="5618"/>
                </a:lnTo>
                <a:lnTo>
                  <a:pt x="7517" y="5617"/>
                </a:lnTo>
                <a:lnTo>
                  <a:pt x="7517" y="5618"/>
                </a:lnTo>
                <a:lnTo>
                  <a:pt x="7516" y="5619"/>
                </a:lnTo>
                <a:lnTo>
                  <a:pt x="7515" y="5619"/>
                </a:lnTo>
                <a:lnTo>
                  <a:pt x="7516" y="5618"/>
                </a:lnTo>
                <a:lnTo>
                  <a:pt x="7515" y="5618"/>
                </a:lnTo>
                <a:lnTo>
                  <a:pt x="7513" y="5620"/>
                </a:lnTo>
                <a:lnTo>
                  <a:pt x="7512" y="5620"/>
                </a:lnTo>
                <a:lnTo>
                  <a:pt x="7512" y="5621"/>
                </a:lnTo>
                <a:lnTo>
                  <a:pt x="7511" y="5621"/>
                </a:lnTo>
                <a:lnTo>
                  <a:pt x="7510" y="5621"/>
                </a:lnTo>
                <a:lnTo>
                  <a:pt x="7509" y="5621"/>
                </a:lnTo>
                <a:lnTo>
                  <a:pt x="7508" y="5621"/>
                </a:lnTo>
                <a:lnTo>
                  <a:pt x="7506" y="5622"/>
                </a:lnTo>
                <a:lnTo>
                  <a:pt x="7504" y="5623"/>
                </a:lnTo>
                <a:lnTo>
                  <a:pt x="7502" y="5624"/>
                </a:lnTo>
                <a:lnTo>
                  <a:pt x="7499" y="5624"/>
                </a:lnTo>
                <a:lnTo>
                  <a:pt x="7498" y="5624"/>
                </a:lnTo>
                <a:lnTo>
                  <a:pt x="7496" y="5626"/>
                </a:lnTo>
                <a:lnTo>
                  <a:pt x="7495" y="5627"/>
                </a:lnTo>
                <a:lnTo>
                  <a:pt x="7495" y="5628"/>
                </a:lnTo>
                <a:lnTo>
                  <a:pt x="7496" y="5628"/>
                </a:lnTo>
                <a:lnTo>
                  <a:pt x="7497" y="5628"/>
                </a:lnTo>
                <a:lnTo>
                  <a:pt x="7498" y="5627"/>
                </a:lnTo>
                <a:lnTo>
                  <a:pt x="7499" y="5627"/>
                </a:lnTo>
                <a:lnTo>
                  <a:pt x="7500" y="5628"/>
                </a:lnTo>
                <a:lnTo>
                  <a:pt x="7500" y="5629"/>
                </a:lnTo>
                <a:lnTo>
                  <a:pt x="7501" y="5629"/>
                </a:lnTo>
                <a:lnTo>
                  <a:pt x="7503" y="5631"/>
                </a:lnTo>
                <a:lnTo>
                  <a:pt x="7504" y="5631"/>
                </a:lnTo>
                <a:lnTo>
                  <a:pt x="7504" y="5632"/>
                </a:lnTo>
                <a:lnTo>
                  <a:pt x="7502" y="5632"/>
                </a:lnTo>
                <a:lnTo>
                  <a:pt x="7501" y="5632"/>
                </a:lnTo>
                <a:lnTo>
                  <a:pt x="7501" y="5633"/>
                </a:lnTo>
                <a:lnTo>
                  <a:pt x="7501" y="5634"/>
                </a:lnTo>
                <a:lnTo>
                  <a:pt x="7501" y="5635"/>
                </a:lnTo>
                <a:lnTo>
                  <a:pt x="7502" y="5636"/>
                </a:lnTo>
                <a:lnTo>
                  <a:pt x="7501" y="5637"/>
                </a:lnTo>
                <a:lnTo>
                  <a:pt x="7501" y="5638"/>
                </a:lnTo>
                <a:lnTo>
                  <a:pt x="7500" y="5638"/>
                </a:lnTo>
                <a:lnTo>
                  <a:pt x="7497" y="5639"/>
                </a:lnTo>
                <a:lnTo>
                  <a:pt x="7497" y="5640"/>
                </a:lnTo>
                <a:lnTo>
                  <a:pt x="7496" y="5642"/>
                </a:lnTo>
                <a:lnTo>
                  <a:pt x="7496" y="5643"/>
                </a:lnTo>
                <a:lnTo>
                  <a:pt x="7495" y="5643"/>
                </a:lnTo>
                <a:lnTo>
                  <a:pt x="7494" y="5643"/>
                </a:lnTo>
                <a:lnTo>
                  <a:pt x="7493" y="5644"/>
                </a:lnTo>
                <a:lnTo>
                  <a:pt x="7492" y="5645"/>
                </a:lnTo>
                <a:lnTo>
                  <a:pt x="7492" y="5647"/>
                </a:lnTo>
                <a:lnTo>
                  <a:pt x="7492" y="5649"/>
                </a:lnTo>
                <a:lnTo>
                  <a:pt x="7493" y="5650"/>
                </a:lnTo>
                <a:lnTo>
                  <a:pt x="7494" y="5651"/>
                </a:lnTo>
                <a:lnTo>
                  <a:pt x="7495" y="5651"/>
                </a:lnTo>
                <a:lnTo>
                  <a:pt x="7495" y="5652"/>
                </a:lnTo>
                <a:lnTo>
                  <a:pt x="7494" y="5652"/>
                </a:lnTo>
                <a:lnTo>
                  <a:pt x="7492" y="5653"/>
                </a:lnTo>
                <a:lnTo>
                  <a:pt x="7491" y="5654"/>
                </a:lnTo>
                <a:lnTo>
                  <a:pt x="7489" y="5654"/>
                </a:lnTo>
                <a:lnTo>
                  <a:pt x="7487" y="5655"/>
                </a:lnTo>
                <a:lnTo>
                  <a:pt x="7486" y="5655"/>
                </a:lnTo>
                <a:lnTo>
                  <a:pt x="7485" y="5656"/>
                </a:lnTo>
                <a:lnTo>
                  <a:pt x="7484" y="5657"/>
                </a:lnTo>
                <a:lnTo>
                  <a:pt x="7484" y="5658"/>
                </a:lnTo>
                <a:lnTo>
                  <a:pt x="7484" y="5659"/>
                </a:lnTo>
                <a:lnTo>
                  <a:pt x="7481" y="5665"/>
                </a:lnTo>
                <a:lnTo>
                  <a:pt x="7480" y="5666"/>
                </a:lnTo>
                <a:lnTo>
                  <a:pt x="7479" y="5669"/>
                </a:lnTo>
                <a:lnTo>
                  <a:pt x="7479" y="5670"/>
                </a:lnTo>
                <a:lnTo>
                  <a:pt x="7479" y="5671"/>
                </a:lnTo>
                <a:lnTo>
                  <a:pt x="7478" y="5673"/>
                </a:lnTo>
                <a:lnTo>
                  <a:pt x="7479" y="5676"/>
                </a:lnTo>
                <a:lnTo>
                  <a:pt x="7479" y="5677"/>
                </a:lnTo>
                <a:lnTo>
                  <a:pt x="7478" y="5678"/>
                </a:lnTo>
                <a:lnTo>
                  <a:pt x="7476" y="5680"/>
                </a:lnTo>
                <a:lnTo>
                  <a:pt x="7476" y="5681"/>
                </a:lnTo>
                <a:lnTo>
                  <a:pt x="7477" y="5680"/>
                </a:lnTo>
                <a:lnTo>
                  <a:pt x="7478" y="5680"/>
                </a:lnTo>
                <a:lnTo>
                  <a:pt x="7478" y="5679"/>
                </a:lnTo>
                <a:lnTo>
                  <a:pt x="7479" y="5679"/>
                </a:lnTo>
                <a:lnTo>
                  <a:pt x="7479" y="5678"/>
                </a:lnTo>
                <a:lnTo>
                  <a:pt x="7480" y="5678"/>
                </a:lnTo>
                <a:lnTo>
                  <a:pt x="7480" y="5677"/>
                </a:lnTo>
                <a:lnTo>
                  <a:pt x="7480" y="5676"/>
                </a:lnTo>
                <a:lnTo>
                  <a:pt x="7480" y="5675"/>
                </a:lnTo>
                <a:lnTo>
                  <a:pt x="7479" y="5674"/>
                </a:lnTo>
                <a:lnTo>
                  <a:pt x="7480" y="5673"/>
                </a:lnTo>
                <a:lnTo>
                  <a:pt x="7480" y="5671"/>
                </a:lnTo>
                <a:lnTo>
                  <a:pt x="7481" y="5670"/>
                </a:lnTo>
                <a:lnTo>
                  <a:pt x="7482" y="5670"/>
                </a:lnTo>
                <a:lnTo>
                  <a:pt x="7482" y="5669"/>
                </a:lnTo>
                <a:lnTo>
                  <a:pt x="7483" y="5668"/>
                </a:lnTo>
                <a:lnTo>
                  <a:pt x="7484" y="5667"/>
                </a:lnTo>
                <a:lnTo>
                  <a:pt x="7485" y="5667"/>
                </a:lnTo>
                <a:lnTo>
                  <a:pt x="7486" y="5668"/>
                </a:lnTo>
                <a:lnTo>
                  <a:pt x="7487" y="5670"/>
                </a:lnTo>
                <a:lnTo>
                  <a:pt x="7488" y="5671"/>
                </a:lnTo>
                <a:lnTo>
                  <a:pt x="7492" y="5672"/>
                </a:lnTo>
                <a:lnTo>
                  <a:pt x="7493" y="5671"/>
                </a:lnTo>
                <a:lnTo>
                  <a:pt x="7494" y="5671"/>
                </a:lnTo>
                <a:lnTo>
                  <a:pt x="7495" y="5671"/>
                </a:lnTo>
                <a:lnTo>
                  <a:pt x="7496" y="5671"/>
                </a:lnTo>
                <a:lnTo>
                  <a:pt x="7497" y="5671"/>
                </a:lnTo>
                <a:lnTo>
                  <a:pt x="7498" y="5671"/>
                </a:lnTo>
                <a:lnTo>
                  <a:pt x="7498" y="5672"/>
                </a:lnTo>
                <a:lnTo>
                  <a:pt x="7498" y="5673"/>
                </a:lnTo>
                <a:lnTo>
                  <a:pt x="7499" y="5674"/>
                </a:lnTo>
                <a:lnTo>
                  <a:pt x="7501" y="5674"/>
                </a:lnTo>
                <a:lnTo>
                  <a:pt x="7509" y="5676"/>
                </a:lnTo>
                <a:lnTo>
                  <a:pt x="7510" y="5675"/>
                </a:lnTo>
                <a:lnTo>
                  <a:pt x="7511" y="5674"/>
                </a:lnTo>
                <a:lnTo>
                  <a:pt x="7512" y="5674"/>
                </a:lnTo>
                <a:lnTo>
                  <a:pt x="7514" y="5673"/>
                </a:lnTo>
                <a:lnTo>
                  <a:pt x="7515" y="5673"/>
                </a:lnTo>
                <a:lnTo>
                  <a:pt x="7517" y="5674"/>
                </a:lnTo>
                <a:lnTo>
                  <a:pt x="7518" y="5674"/>
                </a:lnTo>
                <a:lnTo>
                  <a:pt x="7518" y="5675"/>
                </a:lnTo>
                <a:lnTo>
                  <a:pt x="7518" y="5676"/>
                </a:lnTo>
                <a:lnTo>
                  <a:pt x="7518" y="5677"/>
                </a:lnTo>
                <a:lnTo>
                  <a:pt x="7518" y="5682"/>
                </a:lnTo>
                <a:lnTo>
                  <a:pt x="7517" y="5685"/>
                </a:lnTo>
                <a:lnTo>
                  <a:pt x="7516" y="5687"/>
                </a:lnTo>
                <a:lnTo>
                  <a:pt x="7515" y="5688"/>
                </a:lnTo>
                <a:lnTo>
                  <a:pt x="7515" y="5689"/>
                </a:lnTo>
                <a:lnTo>
                  <a:pt x="7515" y="5692"/>
                </a:lnTo>
                <a:lnTo>
                  <a:pt x="7515" y="5695"/>
                </a:lnTo>
                <a:lnTo>
                  <a:pt x="7515" y="5696"/>
                </a:lnTo>
                <a:lnTo>
                  <a:pt x="7514" y="5697"/>
                </a:lnTo>
                <a:lnTo>
                  <a:pt x="7512" y="5697"/>
                </a:lnTo>
                <a:lnTo>
                  <a:pt x="7510" y="5697"/>
                </a:lnTo>
                <a:lnTo>
                  <a:pt x="7509" y="5698"/>
                </a:lnTo>
                <a:lnTo>
                  <a:pt x="7507" y="5698"/>
                </a:lnTo>
                <a:lnTo>
                  <a:pt x="7506" y="5700"/>
                </a:lnTo>
                <a:lnTo>
                  <a:pt x="7505" y="5700"/>
                </a:lnTo>
                <a:lnTo>
                  <a:pt x="7504" y="5702"/>
                </a:lnTo>
                <a:lnTo>
                  <a:pt x="7504" y="5705"/>
                </a:lnTo>
                <a:lnTo>
                  <a:pt x="7504" y="5708"/>
                </a:lnTo>
                <a:lnTo>
                  <a:pt x="7504" y="5710"/>
                </a:lnTo>
                <a:lnTo>
                  <a:pt x="7505" y="5711"/>
                </a:lnTo>
                <a:lnTo>
                  <a:pt x="7505" y="5712"/>
                </a:lnTo>
                <a:lnTo>
                  <a:pt x="7504" y="5716"/>
                </a:lnTo>
                <a:lnTo>
                  <a:pt x="7505" y="5718"/>
                </a:lnTo>
                <a:lnTo>
                  <a:pt x="7506" y="5721"/>
                </a:lnTo>
                <a:lnTo>
                  <a:pt x="7507" y="5723"/>
                </a:lnTo>
                <a:lnTo>
                  <a:pt x="7507" y="5724"/>
                </a:lnTo>
                <a:lnTo>
                  <a:pt x="7507" y="5725"/>
                </a:lnTo>
                <a:lnTo>
                  <a:pt x="7507" y="5726"/>
                </a:lnTo>
                <a:lnTo>
                  <a:pt x="7508" y="5727"/>
                </a:lnTo>
                <a:lnTo>
                  <a:pt x="7509" y="5728"/>
                </a:lnTo>
                <a:lnTo>
                  <a:pt x="7510" y="5728"/>
                </a:lnTo>
                <a:lnTo>
                  <a:pt x="7511" y="5729"/>
                </a:lnTo>
                <a:lnTo>
                  <a:pt x="7510" y="5731"/>
                </a:lnTo>
                <a:lnTo>
                  <a:pt x="7509" y="5731"/>
                </a:lnTo>
                <a:lnTo>
                  <a:pt x="7508" y="5733"/>
                </a:lnTo>
                <a:lnTo>
                  <a:pt x="7507" y="5734"/>
                </a:lnTo>
                <a:lnTo>
                  <a:pt x="7506" y="5734"/>
                </a:lnTo>
                <a:lnTo>
                  <a:pt x="7506" y="5735"/>
                </a:lnTo>
                <a:lnTo>
                  <a:pt x="7506" y="5736"/>
                </a:lnTo>
                <a:lnTo>
                  <a:pt x="7506" y="5737"/>
                </a:lnTo>
                <a:lnTo>
                  <a:pt x="7506" y="5739"/>
                </a:lnTo>
                <a:lnTo>
                  <a:pt x="7507" y="5740"/>
                </a:lnTo>
                <a:lnTo>
                  <a:pt x="7506" y="5743"/>
                </a:lnTo>
                <a:lnTo>
                  <a:pt x="7505" y="5744"/>
                </a:lnTo>
                <a:lnTo>
                  <a:pt x="7504" y="5744"/>
                </a:lnTo>
                <a:lnTo>
                  <a:pt x="7503" y="5744"/>
                </a:lnTo>
                <a:lnTo>
                  <a:pt x="7502" y="5744"/>
                </a:lnTo>
                <a:lnTo>
                  <a:pt x="7498" y="5744"/>
                </a:lnTo>
                <a:lnTo>
                  <a:pt x="7497" y="5744"/>
                </a:lnTo>
                <a:lnTo>
                  <a:pt x="7492" y="5746"/>
                </a:lnTo>
                <a:lnTo>
                  <a:pt x="7491" y="5747"/>
                </a:lnTo>
                <a:lnTo>
                  <a:pt x="7489" y="5748"/>
                </a:lnTo>
                <a:lnTo>
                  <a:pt x="7487" y="5748"/>
                </a:lnTo>
                <a:lnTo>
                  <a:pt x="7486" y="5747"/>
                </a:lnTo>
                <a:lnTo>
                  <a:pt x="7486" y="5748"/>
                </a:lnTo>
                <a:lnTo>
                  <a:pt x="7485" y="5748"/>
                </a:lnTo>
                <a:lnTo>
                  <a:pt x="7485" y="5749"/>
                </a:lnTo>
                <a:lnTo>
                  <a:pt x="7486" y="5749"/>
                </a:lnTo>
                <a:lnTo>
                  <a:pt x="7486" y="5750"/>
                </a:lnTo>
                <a:lnTo>
                  <a:pt x="7485" y="5751"/>
                </a:lnTo>
                <a:lnTo>
                  <a:pt x="7484" y="5751"/>
                </a:lnTo>
                <a:lnTo>
                  <a:pt x="7484" y="5750"/>
                </a:lnTo>
                <a:lnTo>
                  <a:pt x="7483" y="5750"/>
                </a:lnTo>
                <a:lnTo>
                  <a:pt x="7483" y="5752"/>
                </a:lnTo>
                <a:lnTo>
                  <a:pt x="7482" y="5752"/>
                </a:lnTo>
                <a:lnTo>
                  <a:pt x="7483" y="5755"/>
                </a:lnTo>
                <a:lnTo>
                  <a:pt x="7483" y="5756"/>
                </a:lnTo>
                <a:lnTo>
                  <a:pt x="7484" y="5755"/>
                </a:lnTo>
                <a:lnTo>
                  <a:pt x="7485" y="5756"/>
                </a:lnTo>
                <a:lnTo>
                  <a:pt x="7485" y="5757"/>
                </a:lnTo>
                <a:lnTo>
                  <a:pt x="7484" y="5757"/>
                </a:lnTo>
                <a:lnTo>
                  <a:pt x="7486" y="5759"/>
                </a:lnTo>
                <a:lnTo>
                  <a:pt x="7487" y="5758"/>
                </a:lnTo>
                <a:lnTo>
                  <a:pt x="7489" y="5759"/>
                </a:lnTo>
                <a:lnTo>
                  <a:pt x="7490" y="5760"/>
                </a:lnTo>
                <a:lnTo>
                  <a:pt x="7491" y="5758"/>
                </a:lnTo>
                <a:lnTo>
                  <a:pt x="7495" y="5758"/>
                </a:lnTo>
                <a:lnTo>
                  <a:pt x="7496" y="5759"/>
                </a:lnTo>
                <a:lnTo>
                  <a:pt x="7495" y="5758"/>
                </a:lnTo>
                <a:lnTo>
                  <a:pt x="7496" y="5757"/>
                </a:lnTo>
                <a:lnTo>
                  <a:pt x="7497" y="5757"/>
                </a:lnTo>
                <a:lnTo>
                  <a:pt x="7497" y="5758"/>
                </a:lnTo>
                <a:lnTo>
                  <a:pt x="7498" y="5761"/>
                </a:lnTo>
                <a:lnTo>
                  <a:pt x="7497" y="5762"/>
                </a:lnTo>
                <a:lnTo>
                  <a:pt x="7497" y="5764"/>
                </a:lnTo>
                <a:lnTo>
                  <a:pt x="7497" y="5766"/>
                </a:lnTo>
                <a:lnTo>
                  <a:pt x="7498" y="5766"/>
                </a:lnTo>
                <a:lnTo>
                  <a:pt x="7499" y="5766"/>
                </a:lnTo>
                <a:lnTo>
                  <a:pt x="7500" y="5767"/>
                </a:lnTo>
                <a:lnTo>
                  <a:pt x="7502" y="5766"/>
                </a:lnTo>
                <a:lnTo>
                  <a:pt x="7503" y="5766"/>
                </a:lnTo>
                <a:lnTo>
                  <a:pt x="7504" y="5767"/>
                </a:lnTo>
                <a:lnTo>
                  <a:pt x="7505" y="5766"/>
                </a:lnTo>
                <a:lnTo>
                  <a:pt x="7506" y="5765"/>
                </a:lnTo>
                <a:lnTo>
                  <a:pt x="7506" y="5764"/>
                </a:lnTo>
                <a:lnTo>
                  <a:pt x="7507" y="5764"/>
                </a:lnTo>
                <a:lnTo>
                  <a:pt x="7507" y="5763"/>
                </a:lnTo>
                <a:lnTo>
                  <a:pt x="7508" y="5764"/>
                </a:lnTo>
                <a:lnTo>
                  <a:pt x="7507" y="5765"/>
                </a:lnTo>
                <a:lnTo>
                  <a:pt x="7508" y="5768"/>
                </a:lnTo>
                <a:lnTo>
                  <a:pt x="7509" y="5768"/>
                </a:lnTo>
                <a:lnTo>
                  <a:pt x="7510" y="5768"/>
                </a:lnTo>
                <a:lnTo>
                  <a:pt x="7510" y="5767"/>
                </a:lnTo>
                <a:lnTo>
                  <a:pt x="7512" y="5768"/>
                </a:lnTo>
                <a:lnTo>
                  <a:pt x="7512" y="5769"/>
                </a:lnTo>
                <a:lnTo>
                  <a:pt x="7512" y="5770"/>
                </a:lnTo>
                <a:lnTo>
                  <a:pt x="7512" y="5771"/>
                </a:lnTo>
                <a:lnTo>
                  <a:pt x="7513" y="5772"/>
                </a:lnTo>
                <a:lnTo>
                  <a:pt x="7513" y="5773"/>
                </a:lnTo>
                <a:lnTo>
                  <a:pt x="7514" y="5774"/>
                </a:lnTo>
                <a:lnTo>
                  <a:pt x="7513" y="5775"/>
                </a:lnTo>
                <a:lnTo>
                  <a:pt x="7512" y="5775"/>
                </a:lnTo>
                <a:lnTo>
                  <a:pt x="7511" y="5777"/>
                </a:lnTo>
                <a:lnTo>
                  <a:pt x="7511" y="5778"/>
                </a:lnTo>
                <a:lnTo>
                  <a:pt x="7512" y="5779"/>
                </a:lnTo>
                <a:lnTo>
                  <a:pt x="7513" y="5779"/>
                </a:lnTo>
                <a:lnTo>
                  <a:pt x="7513" y="5781"/>
                </a:lnTo>
                <a:lnTo>
                  <a:pt x="7512" y="5781"/>
                </a:lnTo>
                <a:lnTo>
                  <a:pt x="7512" y="5782"/>
                </a:lnTo>
                <a:lnTo>
                  <a:pt x="7513" y="5783"/>
                </a:lnTo>
                <a:lnTo>
                  <a:pt x="7515" y="5783"/>
                </a:lnTo>
                <a:lnTo>
                  <a:pt x="7516" y="5782"/>
                </a:lnTo>
                <a:lnTo>
                  <a:pt x="7516" y="5783"/>
                </a:lnTo>
                <a:lnTo>
                  <a:pt x="7515" y="5784"/>
                </a:lnTo>
                <a:lnTo>
                  <a:pt x="7514" y="5784"/>
                </a:lnTo>
                <a:lnTo>
                  <a:pt x="7513" y="5785"/>
                </a:lnTo>
                <a:lnTo>
                  <a:pt x="7514" y="5788"/>
                </a:lnTo>
                <a:lnTo>
                  <a:pt x="7516" y="5789"/>
                </a:lnTo>
                <a:lnTo>
                  <a:pt x="7518" y="5788"/>
                </a:lnTo>
                <a:lnTo>
                  <a:pt x="7519" y="5787"/>
                </a:lnTo>
                <a:lnTo>
                  <a:pt x="7520" y="5788"/>
                </a:lnTo>
                <a:lnTo>
                  <a:pt x="7520" y="5787"/>
                </a:lnTo>
                <a:lnTo>
                  <a:pt x="7520" y="5786"/>
                </a:lnTo>
                <a:lnTo>
                  <a:pt x="7521" y="5787"/>
                </a:lnTo>
                <a:lnTo>
                  <a:pt x="7521" y="5788"/>
                </a:lnTo>
                <a:lnTo>
                  <a:pt x="7521" y="5790"/>
                </a:lnTo>
                <a:lnTo>
                  <a:pt x="7520" y="5791"/>
                </a:lnTo>
                <a:lnTo>
                  <a:pt x="7519" y="5792"/>
                </a:lnTo>
                <a:lnTo>
                  <a:pt x="7518" y="5792"/>
                </a:lnTo>
                <a:lnTo>
                  <a:pt x="7516" y="5793"/>
                </a:lnTo>
                <a:lnTo>
                  <a:pt x="7516" y="5794"/>
                </a:lnTo>
                <a:lnTo>
                  <a:pt x="7516" y="5795"/>
                </a:lnTo>
                <a:lnTo>
                  <a:pt x="7517" y="5795"/>
                </a:lnTo>
                <a:lnTo>
                  <a:pt x="7517" y="5794"/>
                </a:lnTo>
                <a:lnTo>
                  <a:pt x="7518" y="5794"/>
                </a:lnTo>
                <a:lnTo>
                  <a:pt x="7519" y="5795"/>
                </a:lnTo>
                <a:lnTo>
                  <a:pt x="7521" y="5795"/>
                </a:lnTo>
                <a:lnTo>
                  <a:pt x="7522" y="5794"/>
                </a:lnTo>
                <a:lnTo>
                  <a:pt x="7523" y="5794"/>
                </a:lnTo>
                <a:lnTo>
                  <a:pt x="7524" y="5795"/>
                </a:lnTo>
                <a:lnTo>
                  <a:pt x="7525" y="5797"/>
                </a:lnTo>
                <a:lnTo>
                  <a:pt x="7525" y="5798"/>
                </a:lnTo>
                <a:lnTo>
                  <a:pt x="7525" y="5799"/>
                </a:lnTo>
                <a:lnTo>
                  <a:pt x="7524" y="5800"/>
                </a:lnTo>
                <a:lnTo>
                  <a:pt x="7525" y="5801"/>
                </a:lnTo>
                <a:lnTo>
                  <a:pt x="7525" y="5802"/>
                </a:lnTo>
                <a:lnTo>
                  <a:pt x="7526" y="5803"/>
                </a:lnTo>
                <a:lnTo>
                  <a:pt x="7525" y="5804"/>
                </a:lnTo>
                <a:lnTo>
                  <a:pt x="7525" y="5805"/>
                </a:lnTo>
                <a:lnTo>
                  <a:pt x="7526" y="5805"/>
                </a:lnTo>
                <a:lnTo>
                  <a:pt x="7526" y="5804"/>
                </a:lnTo>
                <a:lnTo>
                  <a:pt x="7527" y="5804"/>
                </a:lnTo>
                <a:lnTo>
                  <a:pt x="7526" y="5804"/>
                </a:lnTo>
                <a:lnTo>
                  <a:pt x="7526" y="5805"/>
                </a:lnTo>
                <a:lnTo>
                  <a:pt x="7527" y="5805"/>
                </a:lnTo>
                <a:lnTo>
                  <a:pt x="7527" y="5806"/>
                </a:lnTo>
                <a:lnTo>
                  <a:pt x="7526" y="5806"/>
                </a:lnTo>
                <a:lnTo>
                  <a:pt x="7525" y="5806"/>
                </a:lnTo>
                <a:lnTo>
                  <a:pt x="7524" y="5807"/>
                </a:lnTo>
                <a:lnTo>
                  <a:pt x="7522" y="5808"/>
                </a:lnTo>
                <a:lnTo>
                  <a:pt x="7521" y="5809"/>
                </a:lnTo>
                <a:lnTo>
                  <a:pt x="7520" y="5810"/>
                </a:lnTo>
                <a:lnTo>
                  <a:pt x="7522" y="5810"/>
                </a:lnTo>
                <a:lnTo>
                  <a:pt x="7524" y="5809"/>
                </a:lnTo>
                <a:lnTo>
                  <a:pt x="7526" y="5808"/>
                </a:lnTo>
                <a:lnTo>
                  <a:pt x="7526" y="5807"/>
                </a:lnTo>
                <a:lnTo>
                  <a:pt x="7527" y="5807"/>
                </a:lnTo>
                <a:lnTo>
                  <a:pt x="7527" y="5809"/>
                </a:lnTo>
                <a:lnTo>
                  <a:pt x="7526" y="5810"/>
                </a:lnTo>
                <a:lnTo>
                  <a:pt x="7525" y="5811"/>
                </a:lnTo>
                <a:lnTo>
                  <a:pt x="7523" y="5812"/>
                </a:lnTo>
                <a:lnTo>
                  <a:pt x="7523" y="5813"/>
                </a:lnTo>
                <a:lnTo>
                  <a:pt x="7520" y="5813"/>
                </a:lnTo>
                <a:lnTo>
                  <a:pt x="7519" y="5812"/>
                </a:lnTo>
                <a:lnTo>
                  <a:pt x="7518" y="5812"/>
                </a:lnTo>
                <a:lnTo>
                  <a:pt x="7518" y="5813"/>
                </a:lnTo>
                <a:lnTo>
                  <a:pt x="7517" y="5814"/>
                </a:lnTo>
                <a:lnTo>
                  <a:pt x="7516" y="5813"/>
                </a:lnTo>
                <a:lnTo>
                  <a:pt x="7515" y="5813"/>
                </a:lnTo>
                <a:lnTo>
                  <a:pt x="7516" y="5812"/>
                </a:lnTo>
                <a:lnTo>
                  <a:pt x="7517" y="5811"/>
                </a:lnTo>
                <a:lnTo>
                  <a:pt x="7516" y="5810"/>
                </a:lnTo>
                <a:lnTo>
                  <a:pt x="7515" y="5809"/>
                </a:lnTo>
                <a:lnTo>
                  <a:pt x="7515" y="5808"/>
                </a:lnTo>
                <a:lnTo>
                  <a:pt x="7513" y="5807"/>
                </a:lnTo>
                <a:lnTo>
                  <a:pt x="7512" y="5807"/>
                </a:lnTo>
                <a:lnTo>
                  <a:pt x="7512" y="5806"/>
                </a:lnTo>
                <a:lnTo>
                  <a:pt x="7513" y="5805"/>
                </a:lnTo>
                <a:lnTo>
                  <a:pt x="7514" y="5806"/>
                </a:lnTo>
                <a:lnTo>
                  <a:pt x="7514" y="5805"/>
                </a:lnTo>
                <a:lnTo>
                  <a:pt x="7514" y="5804"/>
                </a:lnTo>
                <a:lnTo>
                  <a:pt x="7513" y="5804"/>
                </a:lnTo>
                <a:lnTo>
                  <a:pt x="7513" y="5802"/>
                </a:lnTo>
                <a:lnTo>
                  <a:pt x="7512" y="5800"/>
                </a:lnTo>
                <a:lnTo>
                  <a:pt x="7511" y="5798"/>
                </a:lnTo>
                <a:lnTo>
                  <a:pt x="7511" y="5797"/>
                </a:lnTo>
                <a:lnTo>
                  <a:pt x="7511" y="5795"/>
                </a:lnTo>
                <a:lnTo>
                  <a:pt x="7511" y="5793"/>
                </a:lnTo>
                <a:lnTo>
                  <a:pt x="7511" y="5792"/>
                </a:lnTo>
                <a:lnTo>
                  <a:pt x="7510" y="5790"/>
                </a:lnTo>
                <a:lnTo>
                  <a:pt x="7507" y="5790"/>
                </a:lnTo>
                <a:lnTo>
                  <a:pt x="7506" y="5791"/>
                </a:lnTo>
                <a:lnTo>
                  <a:pt x="7506" y="5792"/>
                </a:lnTo>
                <a:lnTo>
                  <a:pt x="7506" y="5795"/>
                </a:lnTo>
                <a:lnTo>
                  <a:pt x="7506" y="5796"/>
                </a:lnTo>
                <a:lnTo>
                  <a:pt x="7505" y="5796"/>
                </a:lnTo>
                <a:lnTo>
                  <a:pt x="7505" y="5795"/>
                </a:lnTo>
                <a:lnTo>
                  <a:pt x="7503" y="5794"/>
                </a:lnTo>
                <a:lnTo>
                  <a:pt x="7502" y="5795"/>
                </a:lnTo>
                <a:lnTo>
                  <a:pt x="7503" y="5795"/>
                </a:lnTo>
                <a:lnTo>
                  <a:pt x="7503" y="5796"/>
                </a:lnTo>
                <a:lnTo>
                  <a:pt x="7502" y="5796"/>
                </a:lnTo>
                <a:lnTo>
                  <a:pt x="7501" y="5796"/>
                </a:lnTo>
                <a:lnTo>
                  <a:pt x="7501" y="5797"/>
                </a:lnTo>
                <a:lnTo>
                  <a:pt x="7502" y="5798"/>
                </a:lnTo>
                <a:lnTo>
                  <a:pt x="7503" y="5798"/>
                </a:lnTo>
                <a:lnTo>
                  <a:pt x="7505" y="5799"/>
                </a:lnTo>
                <a:lnTo>
                  <a:pt x="7504" y="5800"/>
                </a:lnTo>
                <a:lnTo>
                  <a:pt x="7505" y="5800"/>
                </a:lnTo>
                <a:lnTo>
                  <a:pt x="7506" y="5799"/>
                </a:lnTo>
                <a:lnTo>
                  <a:pt x="7506" y="5798"/>
                </a:lnTo>
                <a:lnTo>
                  <a:pt x="7507" y="5798"/>
                </a:lnTo>
                <a:lnTo>
                  <a:pt x="7508" y="5798"/>
                </a:lnTo>
                <a:lnTo>
                  <a:pt x="7508" y="5799"/>
                </a:lnTo>
                <a:lnTo>
                  <a:pt x="7507" y="5799"/>
                </a:lnTo>
                <a:lnTo>
                  <a:pt x="7508" y="5800"/>
                </a:lnTo>
                <a:lnTo>
                  <a:pt x="7509" y="5800"/>
                </a:lnTo>
                <a:lnTo>
                  <a:pt x="7509" y="5799"/>
                </a:lnTo>
                <a:lnTo>
                  <a:pt x="7510" y="5801"/>
                </a:lnTo>
                <a:lnTo>
                  <a:pt x="7510" y="5802"/>
                </a:lnTo>
                <a:lnTo>
                  <a:pt x="7509" y="5802"/>
                </a:lnTo>
                <a:lnTo>
                  <a:pt x="7509" y="5803"/>
                </a:lnTo>
                <a:lnTo>
                  <a:pt x="7509" y="5805"/>
                </a:lnTo>
                <a:lnTo>
                  <a:pt x="7507" y="5806"/>
                </a:lnTo>
                <a:lnTo>
                  <a:pt x="7506" y="5806"/>
                </a:lnTo>
                <a:lnTo>
                  <a:pt x="7506" y="5808"/>
                </a:lnTo>
                <a:lnTo>
                  <a:pt x="7505" y="5808"/>
                </a:lnTo>
                <a:lnTo>
                  <a:pt x="7506" y="5809"/>
                </a:lnTo>
                <a:lnTo>
                  <a:pt x="7506" y="5810"/>
                </a:lnTo>
                <a:lnTo>
                  <a:pt x="7505" y="5810"/>
                </a:lnTo>
                <a:lnTo>
                  <a:pt x="7504" y="5811"/>
                </a:lnTo>
                <a:lnTo>
                  <a:pt x="7503" y="5811"/>
                </a:lnTo>
                <a:lnTo>
                  <a:pt x="7503" y="5810"/>
                </a:lnTo>
                <a:lnTo>
                  <a:pt x="7504" y="5810"/>
                </a:lnTo>
                <a:lnTo>
                  <a:pt x="7504" y="5809"/>
                </a:lnTo>
                <a:lnTo>
                  <a:pt x="7504" y="5808"/>
                </a:lnTo>
                <a:lnTo>
                  <a:pt x="7503" y="5808"/>
                </a:lnTo>
                <a:lnTo>
                  <a:pt x="7502" y="5807"/>
                </a:lnTo>
                <a:lnTo>
                  <a:pt x="7501" y="5807"/>
                </a:lnTo>
                <a:lnTo>
                  <a:pt x="7499" y="5808"/>
                </a:lnTo>
                <a:lnTo>
                  <a:pt x="7497" y="5810"/>
                </a:lnTo>
                <a:lnTo>
                  <a:pt x="7497" y="5811"/>
                </a:lnTo>
                <a:lnTo>
                  <a:pt x="7497" y="5812"/>
                </a:lnTo>
                <a:lnTo>
                  <a:pt x="7496" y="5812"/>
                </a:lnTo>
                <a:lnTo>
                  <a:pt x="7495" y="5811"/>
                </a:lnTo>
                <a:lnTo>
                  <a:pt x="7496" y="5810"/>
                </a:lnTo>
                <a:lnTo>
                  <a:pt x="7498" y="5808"/>
                </a:lnTo>
                <a:lnTo>
                  <a:pt x="7499" y="5807"/>
                </a:lnTo>
                <a:lnTo>
                  <a:pt x="7500" y="5806"/>
                </a:lnTo>
                <a:lnTo>
                  <a:pt x="7500" y="5805"/>
                </a:lnTo>
                <a:lnTo>
                  <a:pt x="7499" y="5803"/>
                </a:lnTo>
                <a:lnTo>
                  <a:pt x="7497" y="5801"/>
                </a:lnTo>
                <a:lnTo>
                  <a:pt x="7494" y="5799"/>
                </a:lnTo>
                <a:lnTo>
                  <a:pt x="7493" y="5799"/>
                </a:lnTo>
                <a:lnTo>
                  <a:pt x="7494" y="5796"/>
                </a:lnTo>
                <a:lnTo>
                  <a:pt x="7495" y="5794"/>
                </a:lnTo>
                <a:lnTo>
                  <a:pt x="7495" y="5792"/>
                </a:lnTo>
                <a:lnTo>
                  <a:pt x="7494" y="5792"/>
                </a:lnTo>
                <a:lnTo>
                  <a:pt x="7493" y="5793"/>
                </a:lnTo>
                <a:lnTo>
                  <a:pt x="7494" y="5793"/>
                </a:lnTo>
                <a:lnTo>
                  <a:pt x="7493" y="5794"/>
                </a:lnTo>
                <a:lnTo>
                  <a:pt x="7492" y="5794"/>
                </a:lnTo>
                <a:lnTo>
                  <a:pt x="7491" y="5794"/>
                </a:lnTo>
                <a:lnTo>
                  <a:pt x="7491" y="5793"/>
                </a:lnTo>
                <a:lnTo>
                  <a:pt x="7490" y="5794"/>
                </a:lnTo>
                <a:lnTo>
                  <a:pt x="7489" y="5793"/>
                </a:lnTo>
                <a:lnTo>
                  <a:pt x="7488" y="5794"/>
                </a:lnTo>
                <a:lnTo>
                  <a:pt x="7488" y="5795"/>
                </a:lnTo>
                <a:lnTo>
                  <a:pt x="7488" y="5796"/>
                </a:lnTo>
                <a:lnTo>
                  <a:pt x="7487" y="5797"/>
                </a:lnTo>
                <a:lnTo>
                  <a:pt x="7485" y="5799"/>
                </a:lnTo>
                <a:lnTo>
                  <a:pt x="7485" y="5800"/>
                </a:lnTo>
                <a:lnTo>
                  <a:pt x="7484" y="5799"/>
                </a:lnTo>
                <a:lnTo>
                  <a:pt x="7485" y="5798"/>
                </a:lnTo>
                <a:lnTo>
                  <a:pt x="7485" y="5797"/>
                </a:lnTo>
                <a:lnTo>
                  <a:pt x="7486" y="5795"/>
                </a:lnTo>
                <a:lnTo>
                  <a:pt x="7486" y="5793"/>
                </a:lnTo>
                <a:lnTo>
                  <a:pt x="7485" y="5792"/>
                </a:lnTo>
                <a:lnTo>
                  <a:pt x="7484" y="5791"/>
                </a:lnTo>
                <a:lnTo>
                  <a:pt x="7485" y="5790"/>
                </a:lnTo>
                <a:lnTo>
                  <a:pt x="7486" y="5790"/>
                </a:lnTo>
                <a:lnTo>
                  <a:pt x="7486" y="5787"/>
                </a:lnTo>
                <a:lnTo>
                  <a:pt x="7486" y="5786"/>
                </a:lnTo>
                <a:lnTo>
                  <a:pt x="7486" y="5785"/>
                </a:lnTo>
                <a:lnTo>
                  <a:pt x="7486" y="5784"/>
                </a:lnTo>
                <a:lnTo>
                  <a:pt x="7485" y="5784"/>
                </a:lnTo>
                <a:lnTo>
                  <a:pt x="7485" y="5785"/>
                </a:lnTo>
                <a:lnTo>
                  <a:pt x="7483" y="5785"/>
                </a:lnTo>
                <a:lnTo>
                  <a:pt x="7482" y="5785"/>
                </a:lnTo>
                <a:lnTo>
                  <a:pt x="7481" y="5784"/>
                </a:lnTo>
                <a:lnTo>
                  <a:pt x="7480" y="5788"/>
                </a:lnTo>
                <a:lnTo>
                  <a:pt x="7475" y="5787"/>
                </a:lnTo>
                <a:lnTo>
                  <a:pt x="7477" y="5784"/>
                </a:lnTo>
                <a:lnTo>
                  <a:pt x="7476" y="5784"/>
                </a:lnTo>
                <a:lnTo>
                  <a:pt x="7472" y="5783"/>
                </a:lnTo>
                <a:lnTo>
                  <a:pt x="7472" y="5782"/>
                </a:lnTo>
                <a:lnTo>
                  <a:pt x="7471" y="5782"/>
                </a:lnTo>
                <a:lnTo>
                  <a:pt x="7470" y="5783"/>
                </a:lnTo>
                <a:lnTo>
                  <a:pt x="7468" y="5782"/>
                </a:lnTo>
                <a:lnTo>
                  <a:pt x="7467" y="5782"/>
                </a:lnTo>
                <a:lnTo>
                  <a:pt x="7467" y="5781"/>
                </a:lnTo>
                <a:lnTo>
                  <a:pt x="7466" y="5780"/>
                </a:lnTo>
                <a:lnTo>
                  <a:pt x="7466" y="5779"/>
                </a:lnTo>
                <a:lnTo>
                  <a:pt x="7467" y="5778"/>
                </a:lnTo>
                <a:lnTo>
                  <a:pt x="7467" y="5777"/>
                </a:lnTo>
                <a:lnTo>
                  <a:pt x="7467" y="5776"/>
                </a:lnTo>
                <a:lnTo>
                  <a:pt x="7466" y="5777"/>
                </a:lnTo>
                <a:lnTo>
                  <a:pt x="7466" y="5776"/>
                </a:lnTo>
                <a:lnTo>
                  <a:pt x="7465" y="5777"/>
                </a:lnTo>
                <a:lnTo>
                  <a:pt x="7466" y="5777"/>
                </a:lnTo>
                <a:lnTo>
                  <a:pt x="7466" y="5779"/>
                </a:lnTo>
                <a:lnTo>
                  <a:pt x="7465" y="5780"/>
                </a:lnTo>
                <a:lnTo>
                  <a:pt x="7465" y="5781"/>
                </a:lnTo>
                <a:lnTo>
                  <a:pt x="7465" y="5783"/>
                </a:lnTo>
                <a:lnTo>
                  <a:pt x="7465" y="5784"/>
                </a:lnTo>
                <a:lnTo>
                  <a:pt x="7465" y="5786"/>
                </a:lnTo>
                <a:lnTo>
                  <a:pt x="7465" y="5788"/>
                </a:lnTo>
                <a:lnTo>
                  <a:pt x="7464" y="5789"/>
                </a:lnTo>
                <a:lnTo>
                  <a:pt x="7463" y="5792"/>
                </a:lnTo>
                <a:lnTo>
                  <a:pt x="7463" y="5793"/>
                </a:lnTo>
                <a:lnTo>
                  <a:pt x="7464" y="5794"/>
                </a:lnTo>
                <a:lnTo>
                  <a:pt x="7465" y="5795"/>
                </a:lnTo>
                <a:lnTo>
                  <a:pt x="7464" y="5795"/>
                </a:lnTo>
                <a:lnTo>
                  <a:pt x="7464" y="5796"/>
                </a:lnTo>
                <a:lnTo>
                  <a:pt x="7464" y="5797"/>
                </a:lnTo>
                <a:lnTo>
                  <a:pt x="7465" y="5798"/>
                </a:lnTo>
                <a:lnTo>
                  <a:pt x="7465" y="5799"/>
                </a:lnTo>
                <a:lnTo>
                  <a:pt x="7466" y="5800"/>
                </a:lnTo>
                <a:lnTo>
                  <a:pt x="7467" y="5800"/>
                </a:lnTo>
                <a:lnTo>
                  <a:pt x="7468" y="5801"/>
                </a:lnTo>
                <a:lnTo>
                  <a:pt x="7468" y="5802"/>
                </a:lnTo>
                <a:lnTo>
                  <a:pt x="7467" y="5802"/>
                </a:lnTo>
                <a:lnTo>
                  <a:pt x="7464" y="5801"/>
                </a:lnTo>
                <a:lnTo>
                  <a:pt x="7463" y="5801"/>
                </a:lnTo>
                <a:lnTo>
                  <a:pt x="7463" y="5807"/>
                </a:lnTo>
                <a:lnTo>
                  <a:pt x="7460" y="5806"/>
                </a:lnTo>
                <a:lnTo>
                  <a:pt x="7460" y="5807"/>
                </a:lnTo>
                <a:lnTo>
                  <a:pt x="7459" y="5807"/>
                </a:lnTo>
                <a:lnTo>
                  <a:pt x="7456" y="5806"/>
                </a:lnTo>
                <a:lnTo>
                  <a:pt x="7457" y="5804"/>
                </a:lnTo>
                <a:lnTo>
                  <a:pt x="7456" y="5803"/>
                </a:lnTo>
                <a:lnTo>
                  <a:pt x="7454" y="5803"/>
                </a:lnTo>
                <a:lnTo>
                  <a:pt x="7453" y="5802"/>
                </a:lnTo>
                <a:lnTo>
                  <a:pt x="7452" y="5802"/>
                </a:lnTo>
                <a:lnTo>
                  <a:pt x="7452" y="5801"/>
                </a:lnTo>
                <a:lnTo>
                  <a:pt x="7452" y="5800"/>
                </a:lnTo>
                <a:lnTo>
                  <a:pt x="7452" y="5799"/>
                </a:lnTo>
                <a:lnTo>
                  <a:pt x="7452" y="5798"/>
                </a:lnTo>
                <a:lnTo>
                  <a:pt x="7453" y="5797"/>
                </a:lnTo>
                <a:lnTo>
                  <a:pt x="7453" y="5796"/>
                </a:lnTo>
                <a:lnTo>
                  <a:pt x="7453" y="5795"/>
                </a:lnTo>
                <a:lnTo>
                  <a:pt x="7454" y="5794"/>
                </a:lnTo>
                <a:lnTo>
                  <a:pt x="7453" y="5793"/>
                </a:lnTo>
                <a:lnTo>
                  <a:pt x="7452" y="5793"/>
                </a:lnTo>
                <a:lnTo>
                  <a:pt x="7451" y="5794"/>
                </a:lnTo>
                <a:lnTo>
                  <a:pt x="7451" y="5791"/>
                </a:lnTo>
                <a:lnTo>
                  <a:pt x="7450" y="5790"/>
                </a:lnTo>
                <a:lnTo>
                  <a:pt x="7450" y="5791"/>
                </a:lnTo>
                <a:lnTo>
                  <a:pt x="7449" y="5792"/>
                </a:lnTo>
                <a:lnTo>
                  <a:pt x="7447" y="5794"/>
                </a:lnTo>
                <a:lnTo>
                  <a:pt x="7445" y="5795"/>
                </a:lnTo>
                <a:lnTo>
                  <a:pt x="7445" y="5796"/>
                </a:lnTo>
                <a:lnTo>
                  <a:pt x="7445" y="5797"/>
                </a:lnTo>
                <a:lnTo>
                  <a:pt x="7444" y="5797"/>
                </a:lnTo>
                <a:lnTo>
                  <a:pt x="7443" y="5797"/>
                </a:lnTo>
                <a:lnTo>
                  <a:pt x="7442" y="5797"/>
                </a:lnTo>
                <a:lnTo>
                  <a:pt x="7442" y="5798"/>
                </a:lnTo>
                <a:lnTo>
                  <a:pt x="7438" y="5800"/>
                </a:lnTo>
                <a:lnTo>
                  <a:pt x="7438" y="5801"/>
                </a:lnTo>
                <a:lnTo>
                  <a:pt x="7437" y="5802"/>
                </a:lnTo>
                <a:lnTo>
                  <a:pt x="7436" y="5802"/>
                </a:lnTo>
                <a:lnTo>
                  <a:pt x="7435" y="5802"/>
                </a:lnTo>
                <a:lnTo>
                  <a:pt x="7433" y="5804"/>
                </a:lnTo>
                <a:lnTo>
                  <a:pt x="7432" y="5805"/>
                </a:lnTo>
                <a:lnTo>
                  <a:pt x="7431" y="5806"/>
                </a:lnTo>
                <a:lnTo>
                  <a:pt x="7431" y="5807"/>
                </a:lnTo>
                <a:lnTo>
                  <a:pt x="7430" y="5808"/>
                </a:lnTo>
                <a:lnTo>
                  <a:pt x="7430" y="5810"/>
                </a:lnTo>
                <a:lnTo>
                  <a:pt x="7430" y="5812"/>
                </a:lnTo>
                <a:lnTo>
                  <a:pt x="7429" y="5813"/>
                </a:lnTo>
                <a:lnTo>
                  <a:pt x="7428" y="5812"/>
                </a:lnTo>
                <a:lnTo>
                  <a:pt x="7428" y="5813"/>
                </a:lnTo>
                <a:lnTo>
                  <a:pt x="7427" y="5813"/>
                </a:lnTo>
                <a:lnTo>
                  <a:pt x="7428" y="5814"/>
                </a:lnTo>
                <a:lnTo>
                  <a:pt x="7429" y="5815"/>
                </a:lnTo>
                <a:lnTo>
                  <a:pt x="7430" y="5816"/>
                </a:lnTo>
                <a:lnTo>
                  <a:pt x="7430" y="5817"/>
                </a:lnTo>
                <a:lnTo>
                  <a:pt x="7431" y="5817"/>
                </a:lnTo>
                <a:lnTo>
                  <a:pt x="7433" y="5818"/>
                </a:lnTo>
                <a:lnTo>
                  <a:pt x="7436" y="5817"/>
                </a:lnTo>
                <a:lnTo>
                  <a:pt x="7436" y="5818"/>
                </a:lnTo>
                <a:lnTo>
                  <a:pt x="7439" y="5818"/>
                </a:lnTo>
                <a:lnTo>
                  <a:pt x="7443" y="5819"/>
                </a:lnTo>
                <a:lnTo>
                  <a:pt x="7443" y="5821"/>
                </a:lnTo>
                <a:lnTo>
                  <a:pt x="7444" y="5820"/>
                </a:lnTo>
                <a:lnTo>
                  <a:pt x="7444" y="5819"/>
                </a:lnTo>
                <a:lnTo>
                  <a:pt x="7445" y="5820"/>
                </a:lnTo>
                <a:lnTo>
                  <a:pt x="7446" y="5820"/>
                </a:lnTo>
                <a:lnTo>
                  <a:pt x="7446" y="5821"/>
                </a:lnTo>
                <a:lnTo>
                  <a:pt x="7446" y="5822"/>
                </a:lnTo>
                <a:lnTo>
                  <a:pt x="7446" y="5823"/>
                </a:lnTo>
                <a:lnTo>
                  <a:pt x="7447" y="5824"/>
                </a:lnTo>
                <a:lnTo>
                  <a:pt x="7448" y="5824"/>
                </a:lnTo>
                <a:lnTo>
                  <a:pt x="7448" y="5825"/>
                </a:lnTo>
                <a:lnTo>
                  <a:pt x="7448" y="5826"/>
                </a:lnTo>
                <a:lnTo>
                  <a:pt x="7449" y="5827"/>
                </a:lnTo>
                <a:lnTo>
                  <a:pt x="7450" y="5827"/>
                </a:lnTo>
                <a:lnTo>
                  <a:pt x="7451" y="5827"/>
                </a:lnTo>
                <a:lnTo>
                  <a:pt x="7451" y="5828"/>
                </a:lnTo>
                <a:lnTo>
                  <a:pt x="7451" y="5830"/>
                </a:lnTo>
                <a:lnTo>
                  <a:pt x="7453" y="5831"/>
                </a:lnTo>
                <a:lnTo>
                  <a:pt x="7454" y="5831"/>
                </a:lnTo>
                <a:lnTo>
                  <a:pt x="7455" y="5830"/>
                </a:lnTo>
                <a:lnTo>
                  <a:pt x="7454" y="5827"/>
                </a:lnTo>
                <a:lnTo>
                  <a:pt x="7454" y="5826"/>
                </a:lnTo>
                <a:lnTo>
                  <a:pt x="7453" y="5825"/>
                </a:lnTo>
                <a:lnTo>
                  <a:pt x="7454" y="5825"/>
                </a:lnTo>
                <a:lnTo>
                  <a:pt x="7454" y="5826"/>
                </a:lnTo>
                <a:lnTo>
                  <a:pt x="7455" y="5827"/>
                </a:lnTo>
                <a:lnTo>
                  <a:pt x="7457" y="5828"/>
                </a:lnTo>
                <a:lnTo>
                  <a:pt x="7459" y="5828"/>
                </a:lnTo>
                <a:lnTo>
                  <a:pt x="7461" y="5827"/>
                </a:lnTo>
                <a:lnTo>
                  <a:pt x="7461" y="5826"/>
                </a:lnTo>
                <a:lnTo>
                  <a:pt x="7460" y="5825"/>
                </a:lnTo>
                <a:lnTo>
                  <a:pt x="7461" y="5825"/>
                </a:lnTo>
                <a:lnTo>
                  <a:pt x="7462" y="5825"/>
                </a:lnTo>
                <a:lnTo>
                  <a:pt x="7463" y="5827"/>
                </a:lnTo>
                <a:lnTo>
                  <a:pt x="7464" y="5828"/>
                </a:lnTo>
                <a:lnTo>
                  <a:pt x="7463" y="5829"/>
                </a:lnTo>
                <a:lnTo>
                  <a:pt x="7464" y="5829"/>
                </a:lnTo>
                <a:lnTo>
                  <a:pt x="7466" y="5830"/>
                </a:lnTo>
                <a:lnTo>
                  <a:pt x="7468" y="5831"/>
                </a:lnTo>
                <a:lnTo>
                  <a:pt x="7469" y="5831"/>
                </a:lnTo>
                <a:lnTo>
                  <a:pt x="7470" y="5832"/>
                </a:lnTo>
                <a:lnTo>
                  <a:pt x="7470" y="5833"/>
                </a:lnTo>
                <a:lnTo>
                  <a:pt x="7472" y="5834"/>
                </a:lnTo>
                <a:lnTo>
                  <a:pt x="7473" y="5834"/>
                </a:lnTo>
                <a:lnTo>
                  <a:pt x="7474" y="5834"/>
                </a:lnTo>
                <a:lnTo>
                  <a:pt x="7476" y="5835"/>
                </a:lnTo>
                <a:lnTo>
                  <a:pt x="7477" y="5834"/>
                </a:lnTo>
                <a:lnTo>
                  <a:pt x="7478" y="5834"/>
                </a:lnTo>
                <a:lnTo>
                  <a:pt x="7477" y="5836"/>
                </a:lnTo>
                <a:lnTo>
                  <a:pt x="7477" y="5837"/>
                </a:lnTo>
                <a:lnTo>
                  <a:pt x="7477" y="5838"/>
                </a:lnTo>
                <a:lnTo>
                  <a:pt x="7476" y="5838"/>
                </a:lnTo>
                <a:lnTo>
                  <a:pt x="7475" y="5838"/>
                </a:lnTo>
                <a:lnTo>
                  <a:pt x="7474" y="5838"/>
                </a:lnTo>
                <a:lnTo>
                  <a:pt x="7471" y="5840"/>
                </a:lnTo>
                <a:lnTo>
                  <a:pt x="7471" y="5841"/>
                </a:lnTo>
                <a:lnTo>
                  <a:pt x="7470" y="5842"/>
                </a:lnTo>
                <a:lnTo>
                  <a:pt x="7471" y="5842"/>
                </a:lnTo>
                <a:lnTo>
                  <a:pt x="7470" y="5842"/>
                </a:lnTo>
                <a:lnTo>
                  <a:pt x="7469" y="5841"/>
                </a:lnTo>
                <a:lnTo>
                  <a:pt x="7467" y="5841"/>
                </a:lnTo>
                <a:lnTo>
                  <a:pt x="7467" y="5842"/>
                </a:lnTo>
                <a:lnTo>
                  <a:pt x="7466" y="5842"/>
                </a:lnTo>
                <a:lnTo>
                  <a:pt x="7465" y="5842"/>
                </a:lnTo>
                <a:lnTo>
                  <a:pt x="7464" y="5841"/>
                </a:lnTo>
                <a:lnTo>
                  <a:pt x="7464" y="5842"/>
                </a:lnTo>
                <a:lnTo>
                  <a:pt x="7463" y="5843"/>
                </a:lnTo>
                <a:lnTo>
                  <a:pt x="7464" y="5844"/>
                </a:lnTo>
                <a:lnTo>
                  <a:pt x="7465" y="5847"/>
                </a:lnTo>
                <a:lnTo>
                  <a:pt x="7465" y="5848"/>
                </a:lnTo>
                <a:lnTo>
                  <a:pt x="7465" y="5850"/>
                </a:lnTo>
                <a:lnTo>
                  <a:pt x="7466" y="5850"/>
                </a:lnTo>
                <a:lnTo>
                  <a:pt x="7467" y="5850"/>
                </a:lnTo>
                <a:lnTo>
                  <a:pt x="7467" y="5851"/>
                </a:lnTo>
                <a:lnTo>
                  <a:pt x="7467" y="5852"/>
                </a:lnTo>
                <a:lnTo>
                  <a:pt x="7466" y="5852"/>
                </a:lnTo>
                <a:lnTo>
                  <a:pt x="7464" y="5853"/>
                </a:lnTo>
                <a:lnTo>
                  <a:pt x="7463" y="5855"/>
                </a:lnTo>
                <a:lnTo>
                  <a:pt x="7463" y="5856"/>
                </a:lnTo>
                <a:lnTo>
                  <a:pt x="7462" y="5857"/>
                </a:lnTo>
                <a:lnTo>
                  <a:pt x="7462" y="5855"/>
                </a:lnTo>
                <a:lnTo>
                  <a:pt x="7461" y="5855"/>
                </a:lnTo>
                <a:lnTo>
                  <a:pt x="7460" y="5854"/>
                </a:lnTo>
                <a:lnTo>
                  <a:pt x="7458" y="5854"/>
                </a:lnTo>
                <a:lnTo>
                  <a:pt x="7457" y="5855"/>
                </a:lnTo>
                <a:lnTo>
                  <a:pt x="7457" y="5854"/>
                </a:lnTo>
                <a:lnTo>
                  <a:pt x="7455" y="5853"/>
                </a:lnTo>
                <a:lnTo>
                  <a:pt x="7452" y="5854"/>
                </a:lnTo>
                <a:lnTo>
                  <a:pt x="7451" y="5854"/>
                </a:lnTo>
                <a:lnTo>
                  <a:pt x="7450" y="5855"/>
                </a:lnTo>
                <a:lnTo>
                  <a:pt x="7448" y="5857"/>
                </a:lnTo>
                <a:lnTo>
                  <a:pt x="7447" y="5857"/>
                </a:lnTo>
                <a:lnTo>
                  <a:pt x="7445" y="5857"/>
                </a:lnTo>
                <a:lnTo>
                  <a:pt x="7444" y="5857"/>
                </a:lnTo>
                <a:lnTo>
                  <a:pt x="7443" y="5856"/>
                </a:lnTo>
                <a:lnTo>
                  <a:pt x="7443" y="5855"/>
                </a:lnTo>
                <a:lnTo>
                  <a:pt x="7441" y="5854"/>
                </a:lnTo>
                <a:lnTo>
                  <a:pt x="7440" y="5853"/>
                </a:lnTo>
                <a:lnTo>
                  <a:pt x="7439" y="5853"/>
                </a:lnTo>
                <a:lnTo>
                  <a:pt x="7438" y="5852"/>
                </a:lnTo>
                <a:lnTo>
                  <a:pt x="7437" y="5849"/>
                </a:lnTo>
                <a:lnTo>
                  <a:pt x="7438" y="5848"/>
                </a:lnTo>
                <a:lnTo>
                  <a:pt x="7436" y="5847"/>
                </a:lnTo>
                <a:lnTo>
                  <a:pt x="7435" y="5847"/>
                </a:lnTo>
                <a:lnTo>
                  <a:pt x="7434" y="5847"/>
                </a:lnTo>
                <a:lnTo>
                  <a:pt x="7433" y="5847"/>
                </a:lnTo>
                <a:lnTo>
                  <a:pt x="7434" y="5849"/>
                </a:lnTo>
                <a:lnTo>
                  <a:pt x="7432" y="5851"/>
                </a:lnTo>
                <a:lnTo>
                  <a:pt x="7431" y="5851"/>
                </a:lnTo>
                <a:lnTo>
                  <a:pt x="7431" y="5852"/>
                </a:lnTo>
                <a:lnTo>
                  <a:pt x="7431" y="5853"/>
                </a:lnTo>
                <a:lnTo>
                  <a:pt x="7431" y="5854"/>
                </a:lnTo>
                <a:lnTo>
                  <a:pt x="7430" y="5855"/>
                </a:lnTo>
                <a:lnTo>
                  <a:pt x="7432" y="5859"/>
                </a:lnTo>
                <a:lnTo>
                  <a:pt x="7433" y="5860"/>
                </a:lnTo>
                <a:lnTo>
                  <a:pt x="7434" y="5860"/>
                </a:lnTo>
                <a:lnTo>
                  <a:pt x="7435" y="5860"/>
                </a:lnTo>
                <a:lnTo>
                  <a:pt x="7436" y="5861"/>
                </a:lnTo>
                <a:lnTo>
                  <a:pt x="7437" y="5861"/>
                </a:lnTo>
                <a:lnTo>
                  <a:pt x="7437" y="5860"/>
                </a:lnTo>
                <a:lnTo>
                  <a:pt x="7438" y="5860"/>
                </a:lnTo>
                <a:lnTo>
                  <a:pt x="7438" y="5861"/>
                </a:lnTo>
                <a:lnTo>
                  <a:pt x="7438" y="5862"/>
                </a:lnTo>
                <a:lnTo>
                  <a:pt x="7437" y="5862"/>
                </a:lnTo>
                <a:lnTo>
                  <a:pt x="7436" y="5863"/>
                </a:lnTo>
                <a:lnTo>
                  <a:pt x="7437" y="5864"/>
                </a:lnTo>
                <a:lnTo>
                  <a:pt x="7437" y="5865"/>
                </a:lnTo>
                <a:lnTo>
                  <a:pt x="7439" y="5865"/>
                </a:lnTo>
                <a:lnTo>
                  <a:pt x="7440" y="5865"/>
                </a:lnTo>
                <a:lnTo>
                  <a:pt x="7440" y="5864"/>
                </a:lnTo>
                <a:lnTo>
                  <a:pt x="7441" y="5863"/>
                </a:lnTo>
                <a:lnTo>
                  <a:pt x="7442" y="5864"/>
                </a:lnTo>
                <a:lnTo>
                  <a:pt x="7442" y="5865"/>
                </a:lnTo>
                <a:lnTo>
                  <a:pt x="7443" y="5865"/>
                </a:lnTo>
                <a:lnTo>
                  <a:pt x="7442" y="5866"/>
                </a:lnTo>
                <a:lnTo>
                  <a:pt x="7442" y="5868"/>
                </a:lnTo>
                <a:lnTo>
                  <a:pt x="7443" y="5868"/>
                </a:lnTo>
                <a:lnTo>
                  <a:pt x="7442" y="5869"/>
                </a:lnTo>
                <a:lnTo>
                  <a:pt x="7441" y="5869"/>
                </a:lnTo>
                <a:lnTo>
                  <a:pt x="7441" y="5868"/>
                </a:lnTo>
                <a:lnTo>
                  <a:pt x="7434" y="5872"/>
                </a:lnTo>
                <a:lnTo>
                  <a:pt x="7433" y="5873"/>
                </a:lnTo>
                <a:lnTo>
                  <a:pt x="7432" y="5873"/>
                </a:lnTo>
                <a:lnTo>
                  <a:pt x="7428" y="5873"/>
                </a:lnTo>
                <a:lnTo>
                  <a:pt x="7428" y="5874"/>
                </a:lnTo>
                <a:lnTo>
                  <a:pt x="7427" y="5876"/>
                </a:lnTo>
                <a:lnTo>
                  <a:pt x="7426" y="5875"/>
                </a:lnTo>
                <a:lnTo>
                  <a:pt x="7427" y="5874"/>
                </a:lnTo>
                <a:lnTo>
                  <a:pt x="7427" y="5873"/>
                </a:lnTo>
                <a:lnTo>
                  <a:pt x="7425" y="5873"/>
                </a:lnTo>
                <a:lnTo>
                  <a:pt x="7424" y="5873"/>
                </a:lnTo>
                <a:lnTo>
                  <a:pt x="7424" y="5874"/>
                </a:lnTo>
                <a:lnTo>
                  <a:pt x="7423" y="5874"/>
                </a:lnTo>
                <a:lnTo>
                  <a:pt x="7424" y="5874"/>
                </a:lnTo>
                <a:lnTo>
                  <a:pt x="7423" y="5874"/>
                </a:lnTo>
                <a:lnTo>
                  <a:pt x="7423" y="5873"/>
                </a:lnTo>
                <a:lnTo>
                  <a:pt x="7421" y="5872"/>
                </a:lnTo>
                <a:lnTo>
                  <a:pt x="7420" y="5872"/>
                </a:lnTo>
                <a:lnTo>
                  <a:pt x="7419" y="5871"/>
                </a:lnTo>
                <a:lnTo>
                  <a:pt x="7418" y="5870"/>
                </a:lnTo>
                <a:lnTo>
                  <a:pt x="7418" y="5869"/>
                </a:lnTo>
                <a:lnTo>
                  <a:pt x="7417" y="5866"/>
                </a:lnTo>
                <a:lnTo>
                  <a:pt x="7418" y="5864"/>
                </a:lnTo>
                <a:lnTo>
                  <a:pt x="7419" y="5863"/>
                </a:lnTo>
                <a:lnTo>
                  <a:pt x="7420" y="5863"/>
                </a:lnTo>
                <a:lnTo>
                  <a:pt x="7421" y="5864"/>
                </a:lnTo>
                <a:lnTo>
                  <a:pt x="7422" y="5864"/>
                </a:lnTo>
                <a:lnTo>
                  <a:pt x="7423" y="5862"/>
                </a:lnTo>
                <a:lnTo>
                  <a:pt x="7424" y="5859"/>
                </a:lnTo>
                <a:lnTo>
                  <a:pt x="7425" y="5858"/>
                </a:lnTo>
                <a:lnTo>
                  <a:pt x="7425" y="5857"/>
                </a:lnTo>
                <a:lnTo>
                  <a:pt x="7425" y="5856"/>
                </a:lnTo>
                <a:lnTo>
                  <a:pt x="7424" y="5856"/>
                </a:lnTo>
                <a:lnTo>
                  <a:pt x="7424" y="5854"/>
                </a:lnTo>
                <a:lnTo>
                  <a:pt x="7425" y="5854"/>
                </a:lnTo>
                <a:lnTo>
                  <a:pt x="7425" y="5852"/>
                </a:lnTo>
                <a:lnTo>
                  <a:pt x="7425" y="5851"/>
                </a:lnTo>
                <a:lnTo>
                  <a:pt x="7425" y="5852"/>
                </a:lnTo>
                <a:lnTo>
                  <a:pt x="7422" y="5854"/>
                </a:lnTo>
                <a:lnTo>
                  <a:pt x="7421" y="5852"/>
                </a:lnTo>
                <a:lnTo>
                  <a:pt x="7423" y="5851"/>
                </a:lnTo>
                <a:lnTo>
                  <a:pt x="7423" y="5850"/>
                </a:lnTo>
                <a:lnTo>
                  <a:pt x="7421" y="5851"/>
                </a:lnTo>
                <a:lnTo>
                  <a:pt x="7417" y="5853"/>
                </a:lnTo>
                <a:lnTo>
                  <a:pt x="7414" y="5854"/>
                </a:lnTo>
                <a:lnTo>
                  <a:pt x="7413" y="5854"/>
                </a:lnTo>
                <a:lnTo>
                  <a:pt x="7412" y="5853"/>
                </a:lnTo>
                <a:lnTo>
                  <a:pt x="7413" y="5853"/>
                </a:lnTo>
                <a:lnTo>
                  <a:pt x="7414" y="5852"/>
                </a:lnTo>
                <a:lnTo>
                  <a:pt x="7417" y="5851"/>
                </a:lnTo>
                <a:lnTo>
                  <a:pt x="7421" y="5849"/>
                </a:lnTo>
                <a:lnTo>
                  <a:pt x="7420" y="5849"/>
                </a:lnTo>
                <a:lnTo>
                  <a:pt x="7419" y="5849"/>
                </a:lnTo>
                <a:lnTo>
                  <a:pt x="7418" y="5849"/>
                </a:lnTo>
                <a:lnTo>
                  <a:pt x="7417" y="5849"/>
                </a:lnTo>
                <a:lnTo>
                  <a:pt x="7417" y="5850"/>
                </a:lnTo>
                <a:lnTo>
                  <a:pt x="7416" y="5851"/>
                </a:lnTo>
                <a:lnTo>
                  <a:pt x="7413" y="5852"/>
                </a:lnTo>
                <a:lnTo>
                  <a:pt x="7412" y="5853"/>
                </a:lnTo>
                <a:lnTo>
                  <a:pt x="7412" y="5854"/>
                </a:lnTo>
                <a:lnTo>
                  <a:pt x="7411" y="5856"/>
                </a:lnTo>
                <a:lnTo>
                  <a:pt x="7410" y="5856"/>
                </a:lnTo>
                <a:lnTo>
                  <a:pt x="7409" y="5856"/>
                </a:lnTo>
                <a:lnTo>
                  <a:pt x="7408" y="5855"/>
                </a:lnTo>
                <a:lnTo>
                  <a:pt x="7407" y="5853"/>
                </a:lnTo>
                <a:lnTo>
                  <a:pt x="7406" y="5853"/>
                </a:lnTo>
                <a:lnTo>
                  <a:pt x="7407" y="5852"/>
                </a:lnTo>
                <a:lnTo>
                  <a:pt x="7407" y="5851"/>
                </a:lnTo>
                <a:lnTo>
                  <a:pt x="7408" y="5851"/>
                </a:lnTo>
                <a:lnTo>
                  <a:pt x="7407" y="5848"/>
                </a:lnTo>
                <a:lnTo>
                  <a:pt x="7407" y="5847"/>
                </a:lnTo>
                <a:lnTo>
                  <a:pt x="7408" y="5847"/>
                </a:lnTo>
                <a:lnTo>
                  <a:pt x="7408" y="5846"/>
                </a:lnTo>
                <a:lnTo>
                  <a:pt x="7408" y="5845"/>
                </a:lnTo>
                <a:lnTo>
                  <a:pt x="7409" y="5845"/>
                </a:lnTo>
                <a:lnTo>
                  <a:pt x="7410" y="5846"/>
                </a:lnTo>
                <a:lnTo>
                  <a:pt x="7410" y="5847"/>
                </a:lnTo>
                <a:lnTo>
                  <a:pt x="7411" y="5846"/>
                </a:lnTo>
                <a:lnTo>
                  <a:pt x="7413" y="5846"/>
                </a:lnTo>
                <a:lnTo>
                  <a:pt x="7414" y="5845"/>
                </a:lnTo>
                <a:lnTo>
                  <a:pt x="7414" y="5843"/>
                </a:lnTo>
                <a:lnTo>
                  <a:pt x="7415" y="5841"/>
                </a:lnTo>
                <a:lnTo>
                  <a:pt x="7412" y="5840"/>
                </a:lnTo>
                <a:lnTo>
                  <a:pt x="7411" y="5840"/>
                </a:lnTo>
                <a:lnTo>
                  <a:pt x="7411" y="5841"/>
                </a:lnTo>
                <a:lnTo>
                  <a:pt x="7409" y="5841"/>
                </a:lnTo>
                <a:lnTo>
                  <a:pt x="7408" y="5841"/>
                </a:lnTo>
                <a:lnTo>
                  <a:pt x="7408" y="5840"/>
                </a:lnTo>
                <a:lnTo>
                  <a:pt x="7407" y="5840"/>
                </a:lnTo>
                <a:lnTo>
                  <a:pt x="7406" y="5841"/>
                </a:lnTo>
                <a:lnTo>
                  <a:pt x="7406" y="5842"/>
                </a:lnTo>
                <a:lnTo>
                  <a:pt x="7404" y="5843"/>
                </a:lnTo>
                <a:lnTo>
                  <a:pt x="7404" y="5842"/>
                </a:lnTo>
                <a:lnTo>
                  <a:pt x="7403" y="5843"/>
                </a:lnTo>
                <a:lnTo>
                  <a:pt x="7401" y="5843"/>
                </a:lnTo>
                <a:lnTo>
                  <a:pt x="7400" y="5844"/>
                </a:lnTo>
                <a:lnTo>
                  <a:pt x="7399" y="5845"/>
                </a:lnTo>
                <a:lnTo>
                  <a:pt x="7395" y="5848"/>
                </a:lnTo>
                <a:lnTo>
                  <a:pt x="7394" y="5848"/>
                </a:lnTo>
                <a:lnTo>
                  <a:pt x="7393" y="5848"/>
                </a:lnTo>
                <a:lnTo>
                  <a:pt x="7392" y="5848"/>
                </a:lnTo>
                <a:lnTo>
                  <a:pt x="7393" y="5849"/>
                </a:lnTo>
                <a:lnTo>
                  <a:pt x="7394" y="5850"/>
                </a:lnTo>
                <a:lnTo>
                  <a:pt x="7392" y="5851"/>
                </a:lnTo>
                <a:lnTo>
                  <a:pt x="7391" y="5851"/>
                </a:lnTo>
                <a:lnTo>
                  <a:pt x="7389" y="5852"/>
                </a:lnTo>
                <a:lnTo>
                  <a:pt x="7387" y="5852"/>
                </a:lnTo>
                <a:lnTo>
                  <a:pt x="7386" y="5852"/>
                </a:lnTo>
                <a:lnTo>
                  <a:pt x="7387" y="5852"/>
                </a:lnTo>
                <a:lnTo>
                  <a:pt x="7388" y="5853"/>
                </a:lnTo>
                <a:lnTo>
                  <a:pt x="7391" y="5852"/>
                </a:lnTo>
                <a:lnTo>
                  <a:pt x="7392" y="5853"/>
                </a:lnTo>
                <a:lnTo>
                  <a:pt x="7393" y="5852"/>
                </a:lnTo>
                <a:lnTo>
                  <a:pt x="7394" y="5852"/>
                </a:lnTo>
                <a:lnTo>
                  <a:pt x="7395" y="5853"/>
                </a:lnTo>
                <a:lnTo>
                  <a:pt x="7396" y="5853"/>
                </a:lnTo>
                <a:lnTo>
                  <a:pt x="7397" y="5855"/>
                </a:lnTo>
                <a:lnTo>
                  <a:pt x="7398" y="5855"/>
                </a:lnTo>
                <a:lnTo>
                  <a:pt x="7399" y="5854"/>
                </a:lnTo>
                <a:lnTo>
                  <a:pt x="7399" y="5855"/>
                </a:lnTo>
                <a:lnTo>
                  <a:pt x="7400" y="5857"/>
                </a:lnTo>
                <a:lnTo>
                  <a:pt x="7399" y="5857"/>
                </a:lnTo>
                <a:lnTo>
                  <a:pt x="7400" y="5858"/>
                </a:lnTo>
                <a:lnTo>
                  <a:pt x="7402" y="5858"/>
                </a:lnTo>
                <a:lnTo>
                  <a:pt x="7402" y="5859"/>
                </a:lnTo>
                <a:lnTo>
                  <a:pt x="7403" y="5858"/>
                </a:lnTo>
                <a:lnTo>
                  <a:pt x="7403" y="5857"/>
                </a:lnTo>
                <a:lnTo>
                  <a:pt x="7404" y="5857"/>
                </a:lnTo>
                <a:lnTo>
                  <a:pt x="7405" y="5857"/>
                </a:lnTo>
                <a:lnTo>
                  <a:pt x="7405" y="5858"/>
                </a:lnTo>
                <a:lnTo>
                  <a:pt x="7406" y="5858"/>
                </a:lnTo>
                <a:lnTo>
                  <a:pt x="7407" y="5858"/>
                </a:lnTo>
                <a:lnTo>
                  <a:pt x="7408" y="5858"/>
                </a:lnTo>
                <a:lnTo>
                  <a:pt x="7408" y="5859"/>
                </a:lnTo>
                <a:lnTo>
                  <a:pt x="7407" y="5862"/>
                </a:lnTo>
                <a:lnTo>
                  <a:pt x="7408" y="5862"/>
                </a:lnTo>
                <a:lnTo>
                  <a:pt x="7408" y="5864"/>
                </a:lnTo>
                <a:lnTo>
                  <a:pt x="7408" y="5865"/>
                </a:lnTo>
                <a:lnTo>
                  <a:pt x="7408" y="5866"/>
                </a:lnTo>
                <a:lnTo>
                  <a:pt x="7407" y="5865"/>
                </a:lnTo>
                <a:lnTo>
                  <a:pt x="7406" y="5865"/>
                </a:lnTo>
                <a:lnTo>
                  <a:pt x="7406" y="5866"/>
                </a:lnTo>
                <a:lnTo>
                  <a:pt x="7406" y="5867"/>
                </a:lnTo>
                <a:lnTo>
                  <a:pt x="7405" y="5868"/>
                </a:lnTo>
                <a:lnTo>
                  <a:pt x="7403" y="5868"/>
                </a:lnTo>
                <a:lnTo>
                  <a:pt x="7402" y="5871"/>
                </a:lnTo>
                <a:lnTo>
                  <a:pt x="7402" y="5872"/>
                </a:lnTo>
                <a:lnTo>
                  <a:pt x="7403" y="5873"/>
                </a:lnTo>
                <a:lnTo>
                  <a:pt x="7404" y="5874"/>
                </a:lnTo>
                <a:lnTo>
                  <a:pt x="7404" y="5875"/>
                </a:lnTo>
                <a:lnTo>
                  <a:pt x="7406" y="5875"/>
                </a:lnTo>
                <a:lnTo>
                  <a:pt x="7408" y="5875"/>
                </a:lnTo>
                <a:lnTo>
                  <a:pt x="7408" y="5876"/>
                </a:lnTo>
                <a:lnTo>
                  <a:pt x="7407" y="5876"/>
                </a:lnTo>
                <a:lnTo>
                  <a:pt x="7406" y="5876"/>
                </a:lnTo>
                <a:lnTo>
                  <a:pt x="7405" y="5877"/>
                </a:lnTo>
                <a:lnTo>
                  <a:pt x="7404" y="5878"/>
                </a:lnTo>
                <a:lnTo>
                  <a:pt x="7403" y="5878"/>
                </a:lnTo>
                <a:lnTo>
                  <a:pt x="7401" y="5879"/>
                </a:lnTo>
                <a:lnTo>
                  <a:pt x="7401" y="5878"/>
                </a:lnTo>
                <a:lnTo>
                  <a:pt x="7398" y="5879"/>
                </a:lnTo>
                <a:lnTo>
                  <a:pt x="7398" y="5880"/>
                </a:lnTo>
                <a:lnTo>
                  <a:pt x="7398" y="5881"/>
                </a:lnTo>
                <a:lnTo>
                  <a:pt x="7395" y="5882"/>
                </a:lnTo>
                <a:lnTo>
                  <a:pt x="7395" y="5880"/>
                </a:lnTo>
                <a:lnTo>
                  <a:pt x="7395" y="5881"/>
                </a:lnTo>
                <a:lnTo>
                  <a:pt x="7393" y="5881"/>
                </a:lnTo>
                <a:lnTo>
                  <a:pt x="7391" y="5883"/>
                </a:lnTo>
                <a:lnTo>
                  <a:pt x="7389" y="5884"/>
                </a:lnTo>
                <a:lnTo>
                  <a:pt x="7388" y="5884"/>
                </a:lnTo>
                <a:lnTo>
                  <a:pt x="7389" y="5885"/>
                </a:lnTo>
                <a:lnTo>
                  <a:pt x="7390" y="5885"/>
                </a:lnTo>
                <a:lnTo>
                  <a:pt x="7391" y="5885"/>
                </a:lnTo>
                <a:lnTo>
                  <a:pt x="7393" y="5885"/>
                </a:lnTo>
                <a:lnTo>
                  <a:pt x="7393" y="5884"/>
                </a:lnTo>
                <a:lnTo>
                  <a:pt x="7394" y="5884"/>
                </a:lnTo>
                <a:lnTo>
                  <a:pt x="7394" y="5885"/>
                </a:lnTo>
                <a:lnTo>
                  <a:pt x="7396" y="5886"/>
                </a:lnTo>
                <a:lnTo>
                  <a:pt x="7397" y="5887"/>
                </a:lnTo>
                <a:lnTo>
                  <a:pt x="7402" y="5890"/>
                </a:lnTo>
                <a:lnTo>
                  <a:pt x="7404" y="5891"/>
                </a:lnTo>
                <a:lnTo>
                  <a:pt x="7405" y="5891"/>
                </a:lnTo>
                <a:lnTo>
                  <a:pt x="7404" y="5891"/>
                </a:lnTo>
                <a:lnTo>
                  <a:pt x="7405" y="5891"/>
                </a:lnTo>
                <a:lnTo>
                  <a:pt x="7405" y="5892"/>
                </a:lnTo>
                <a:lnTo>
                  <a:pt x="7406" y="5892"/>
                </a:lnTo>
                <a:lnTo>
                  <a:pt x="7407" y="5892"/>
                </a:lnTo>
                <a:lnTo>
                  <a:pt x="7409" y="5893"/>
                </a:lnTo>
                <a:lnTo>
                  <a:pt x="7410" y="5894"/>
                </a:lnTo>
                <a:lnTo>
                  <a:pt x="7411" y="5894"/>
                </a:lnTo>
                <a:lnTo>
                  <a:pt x="7411" y="5895"/>
                </a:lnTo>
                <a:lnTo>
                  <a:pt x="7412" y="5895"/>
                </a:lnTo>
                <a:lnTo>
                  <a:pt x="7413" y="5895"/>
                </a:lnTo>
                <a:lnTo>
                  <a:pt x="7414" y="5894"/>
                </a:lnTo>
                <a:lnTo>
                  <a:pt x="7415" y="5893"/>
                </a:lnTo>
                <a:lnTo>
                  <a:pt x="7415" y="5892"/>
                </a:lnTo>
                <a:lnTo>
                  <a:pt x="7413" y="5891"/>
                </a:lnTo>
                <a:lnTo>
                  <a:pt x="7413" y="5890"/>
                </a:lnTo>
                <a:lnTo>
                  <a:pt x="7414" y="5890"/>
                </a:lnTo>
                <a:lnTo>
                  <a:pt x="7415" y="5890"/>
                </a:lnTo>
                <a:lnTo>
                  <a:pt x="7414" y="5889"/>
                </a:lnTo>
                <a:lnTo>
                  <a:pt x="7415" y="5887"/>
                </a:lnTo>
                <a:lnTo>
                  <a:pt x="7417" y="5886"/>
                </a:lnTo>
                <a:lnTo>
                  <a:pt x="7419" y="5887"/>
                </a:lnTo>
                <a:lnTo>
                  <a:pt x="7419" y="5888"/>
                </a:lnTo>
                <a:lnTo>
                  <a:pt x="7418" y="5890"/>
                </a:lnTo>
                <a:lnTo>
                  <a:pt x="7417" y="5890"/>
                </a:lnTo>
                <a:lnTo>
                  <a:pt x="7417" y="5891"/>
                </a:lnTo>
                <a:lnTo>
                  <a:pt x="7416" y="5892"/>
                </a:lnTo>
                <a:lnTo>
                  <a:pt x="7416" y="5897"/>
                </a:lnTo>
                <a:lnTo>
                  <a:pt x="7416" y="5898"/>
                </a:lnTo>
                <a:lnTo>
                  <a:pt x="7415" y="5897"/>
                </a:lnTo>
                <a:lnTo>
                  <a:pt x="7414" y="5898"/>
                </a:lnTo>
                <a:lnTo>
                  <a:pt x="7414" y="5899"/>
                </a:lnTo>
                <a:lnTo>
                  <a:pt x="7414" y="5900"/>
                </a:lnTo>
                <a:lnTo>
                  <a:pt x="7414" y="5901"/>
                </a:lnTo>
                <a:lnTo>
                  <a:pt x="7415" y="5903"/>
                </a:lnTo>
                <a:lnTo>
                  <a:pt x="7415" y="5904"/>
                </a:lnTo>
                <a:lnTo>
                  <a:pt x="7416" y="5905"/>
                </a:lnTo>
                <a:lnTo>
                  <a:pt x="7417" y="5906"/>
                </a:lnTo>
                <a:lnTo>
                  <a:pt x="7418" y="5906"/>
                </a:lnTo>
                <a:lnTo>
                  <a:pt x="7417" y="5905"/>
                </a:lnTo>
                <a:lnTo>
                  <a:pt x="7418" y="5904"/>
                </a:lnTo>
                <a:lnTo>
                  <a:pt x="7419" y="5904"/>
                </a:lnTo>
                <a:lnTo>
                  <a:pt x="7418" y="5905"/>
                </a:lnTo>
                <a:lnTo>
                  <a:pt x="7418" y="5906"/>
                </a:lnTo>
                <a:lnTo>
                  <a:pt x="7419" y="5907"/>
                </a:lnTo>
                <a:lnTo>
                  <a:pt x="7420" y="5907"/>
                </a:lnTo>
                <a:lnTo>
                  <a:pt x="7422" y="5905"/>
                </a:lnTo>
                <a:lnTo>
                  <a:pt x="7423" y="5905"/>
                </a:lnTo>
                <a:lnTo>
                  <a:pt x="7423" y="5906"/>
                </a:lnTo>
                <a:lnTo>
                  <a:pt x="7422" y="5906"/>
                </a:lnTo>
                <a:lnTo>
                  <a:pt x="7422" y="5907"/>
                </a:lnTo>
                <a:lnTo>
                  <a:pt x="7421" y="5907"/>
                </a:lnTo>
                <a:lnTo>
                  <a:pt x="7420" y="5908"/>
                </a:lnTo>
                <a:lnTo>
                  <a:pt x="7420" y="5909"/>
                </a:lnTo>
                <a:lnTo>
                  <a:pt x="7417" y="5910"/>
                </a:lnTo>
                <a:lnTo>
                  <a:pt x="7416" y="5909"/>
                </a:lnTo>
                <a:lnTo>
                  <a:pt x="7415" y="5909"/>
                </a:lnTo>
                <a:lnTo>
                  <a:pt x="7415" y="5907"/>
                </a:lnTo>
                <a:lnTo>
                  <a:pt x="7414" y="5906"/>
                </a:lnTo>
                <a:lnTo>
                  <a:pt x="7412" y="5906"/>
                </a:lnTo>
                <a:lnTo>
                  <a:pt x="7411" y="5906"/>
                </a:lnTo>
                <a:lnTo>
                  <a:pt x="7410" y="5907"/>
                </a:lnTo>
                <a:lnTo>
                  <a:pt x="7409" y="5907"/>
                </a:lnTo>
                <a:lnTo>
                  <a:pt x="7408" y="5908"/>
                </a:lnTo>
                <a:lnTo>
                  <a:pt x="7407" y="5908"/>
                </a:lnTo>
                <a:lnTo>
                  <a:pt x="7406" y="5908"/>
                </a:lnTo>
                <a:lnTo>
                  <a:pt x="7405" y="5907"/>
                </a:lnTo>
                <a:lnTo>
                  <a:pt x="7403" y="5908"/>
                </a:lnTo>
                <a:lnTo>
                  <a:pt x="7401" y="5912"/>
                </a:lnTo>
                <a:lnTo>
                  <a:pt x="7400" y="5913"/>
                </a:lnTo>
                <a:lnTo>
                  <a:pt x="7401" y="5913"/>
                </a:lnTo>
                <a:lnTo>
                  <a:pt x="7403" y="5914"/>
                </a:lnTo>
                <a:lnTo>
                  <a:pt x="7403" y="5915"/>
                </a:lnTo>
                <a:lnTo>
                  <a:pt x="7402" y="5915"/>
                </a:lnTo>
                <a:lnTo>
                  <a:pt x="7403" y="5917"/>
                </a:lnTo>
                <a:lnTo>
                  <a:pt x="7403" y="5918"/>
                </a:lnTo>
                <a:lnTo>
                  <a:pt x="7404" y="5918"/>
                </a:lnTo>
                <a:lnTo>
                  <a:pt x="7405" y="5919"/>
                </a:lnTo>
                <a:lnTo>
                  <a:pt x="7406" y="5920"/>
                </a:lnTo>
                <a:lnTo>
                  <a:pt x="7407" y="5920"/>
                </a:lnTo>
                <a:lnTo>
                  <a:pt x="7409" y="5921"/>
                </a:lnTo>
                <a:lnTo>
                  <a:pt x="7413" y="5920"/>
                </a:lnTo>
                <a:lnTo>
                  <a:pt x="7415" y="5919"/>
                </a:lnTo>
                <a:lnTo>
                  <a:pt x="7416" y="5919"/>
                </a:lnTo>
                <a:lnTo>
                  <a:pt x="7416" y="5920"/>
                </a:lnTo>
                <a:lnTo>
                  <a:pt x="7418" y="5921"/>
                </a:lnTo>
                <a:lnTo>
                  <a:pt x="7418" y="5922"/>
                </a:lnTo>
                <a:lnTo>
                  <a:pt x="7417" y="5923"/>
                </a:lnTo>
                <a:lnTo>
                  <a:pt x="7416" y="5923"/>
                </a:lnTo>
                <a:lnTo>
                  <a:pt x="7415" y="5923"/>
                </a:lnTo>
                <a:lnTo>
                  <a:pt x="7414" y="5923"/>
                </a:lnTo>
                <a:lnTo>
                  <a:pt x="7412" y="5924"/>
                </a:lnTo>
                <a:lnTo>
                  <a:pt x="7410" y="5924"/>
                </a:lnTo>
                <a:lnTo>
                  <a:pt x="7409" y="5925"/>
                </a:lnTo>
                <a:lnTo>
                  <a:pt x="7408" y="5925"/>
                </a:lnTo>
                <a:lnTo>
                  <a:pt x="7407" y="5926"/>
                </a:lnTo>
                <a:lnTo>
                  <a:pt x="7404" y="5925"/>
                </a:lnTo>
                <a:lnTo>
                  <a:pt x="7402" y="5925"/>
                </a:lnTo>
                <a:lnTo>
                  <a:pt x="7402" y="5924"/>
                </a:lnTo>
                <a:lnTo>
                  <a:pt x="7401" y="5923"/>
                </a:lnTo>
                <a:lnTo>
                  <a:pt x="7400" y="5922"/>
                </a:lnTo>
                <a:lnTo>
                  <a:pt x="7397" y="5923"/>
                </a:lnTo>
                <a:lnTo>
                  <a:pt x="7395" y="5923"/>
                </a:lnTo>
                <a:lnTo>
                  <a:pt x="7393" y="5924"/>
                </a:lnTo>
                <a:lnTo>
                  <a:pt x="7393" y="5925"/>
                </a:lnTo>
                <a:lnTo>
                  <a:pt x="7393" y="5926"/>
                </a:lnTo>
                <a:lnTo>
                  <a:pt x="7392" y="5927"/>
                </a:lnTo>
                <a:lnTo>
                  <a:pt x="7390" y="5926"/>
                </a:lnTo>
                <a:lnTo>
                  <a:pt x="7389" y="5928"/>
                </a:lnTo>
                <a:lnTo>
                  <a:pt x="7388" y="5929"/>
                </a:lnTo>
                <a:lnTo>
                  <a:pt x="7387" y="5928"/>
                </a:lnTo>
                <a:lnTo>
                  <a:pt x="7386" y="5928"/>
                </a:lnTo>
                <a:lnTo>
                  <a:pt x="7385" y="5929"/>
                </a:lnTo>
                <a:lnTo>
                  <a:pt x="7383" y="5930"/>
                </a:lnTo>
                <a:lnTo>
                  <a:pt x="7382" y="5931"/>
                </a:lnTo>
                <a:lnTo>
                  <a:pt x="7382" y="5932"/>
                </a:lnTo>
                <a:lnTo>
                  <a:pt x="7380" y="5933"/>
                </a:lnTo>
                <a:lnTo>
                  <a:pt x="7379" y="5933"/>
                </a:lnTo>
                <a:lnTo>
                  <a:pt x="7376" y="5933"/>
                </a:lnTo>
                <a:lnTo>
                  <a:pt x="7375" y="5933"/>
                </a:lnTo>
                <a:lnTo>
                  <a:pt x="7375" y="5934"/>
                </a:lnTo>
                <a:lnTo>
                  <a:pt x="7374" y="5935"/>
                </a:lnTo>
                <a:lnTo>
                  <a:pt x="7373" y="5935"/>
                </a:lnTo>
                <a:lnTo>
                  <a:pt x="7372" y="5935"/>
                </a:lnTo>
                <a:lnTo>
                  <a:pt x="7369" y="5936"/>
                </a:lnTo>
                <a:lnTo>
                  <a:pt x="7368" y="5936"/>
                </a:lnTo>
                <a:lnTo>
                  <a:pt x="7367" y="5936"/>
                </a:lnTo>
                <a:lnTo>
                  <a:pt x="7366" y="5936"/>
                </a:lnTo>
                <a:lnTo>
                  <a:pt x="7365" y="5935"/>
                </a:lnTo>
                <a:lnTo>
                  <a:pt x="7366" y="5934"/>
                </a:lnTo>
                <a:lnTo>
                  <a:pt x="7366" y="5932"/>
                </a:lnTo>
                <a:lnTo>
                  <a:pt x="7365" y="5931"/>
                </a:lnTo>
                <a:lnTo>
                  <a:pt x="7365" y="5930"/>
                </a:lnTo>
                <a:lnTo>
                  <a:pt x="7365" y="5929"/>
                </a:lnTo>
                <a:lnTo>
                  <a:pt x="7363" y="5927"/>
                </a:lnTo>
                <a:lnTo>
                  <a:pt x="7362" y="5927"/>
                </a:lnTo>
                <a:lnTo>
                  <a:pt x="7361" y="5926"/>
                </a:lnTo>
                <a:lnTo>
                  <a:pt x="7361" y="5925"/>
                </a:lnTo>
                <a:lnTo>
                  <a:pt x="7362" y="5923"/>
                </a:lnTo>
                <a:lnTo>
                  <a:pt x="7363" y="5923"/>
                </a:lnTo>
                <a:lnTo>
                  <a:pt x="7363" y="5922"/>
                </a:lnTo>
                <a:lnTo>
                  <a:pt x="7363" y="5921"/>
                </a:lnTo>
                <a:lnTo>
                  <a:pt x="7364" y="5921"/>
                </a:lnTo>
                <a:lnTo>
                  <a:pt x="7364" y="5920"/>
                </a:lnTo>
                <a:lnTo>
                  <a:pt x="7364" y="5919"/>
                </a:lnTo>
                <a:lnTo>
                  <a:pt x="7363" y="5918"/>
                </a:lnTo>
                <a:lnTo>
                  <a:pt x="7363" y="5917"/>
                </a:lnTo>
                <a:lnTo>
                  <a:pt x="7362" y="5916"/>
                </a:lnTo>
                <a:lnTo>
                  <a:pt x="7362" y="5915"/>
                </a:lnTo>
                <a:lnTo>
                  <a:pt x="7361" y="5915"/>
                </a:lnTo>
                <a:lnTo>
                  <a:pt x="7360" y="5915"/>
                </a:lnTo>
                <a:lnTo>
                  <a:pt x="7359" y="5915"/>
                </a:lnTo>
                <a:lnTo>
                  <a:pt x="7358" y="5915"/>
                </a:lnTo>
                <a:lnTo>
                  <a:pt x="7358" y="5916"/>
                </a:lnTo>
                <a:lnTo>
                  <a:pt x="7359" y="5916"/>
                </a:lnTo>
                <a:lnTo>
                  <a:pt x="7359" y="5917"/>
                </a:lnTo>
                <a:lnTo>
                  <a:pt x="7359" y="5918"/>
                </a:lnTo>
                <a:lnTo>
                  <a:pt x="7359" y="5919"/>
                </a:lnTo>
                <a:lnTo>
                  <a:pt x="7359" y="5920"/>
                </a:lnTo>
                <a:lnTo>
                  <a:pt x="7360" y="5920"/>
                </a:lnTo>
                <a:lnTo>
                  <a:pt x="7360" y="5921"/>
                </a:lnTo>
                <a:lnTo>
                  <a:pt x="7360" y="5922"/>
                </a:lnTo>
                <a:lnTo>
                  <a:pt x="7359" y="5922"/>
                </a:lnTo>
                <a:lnTo>
                  <a:pt x="7358" y="5923"/>
                </a:lnTo>
                <a:lnTo>
                  <a:pt x="7357" y="5924"/>
                </a:lnTo>
                <a:lnTo>
                  <a:pt x="7356" y="5925"/>
                </a:lnTo>
                <a:lnTo>
                  <a:pt x="7356" y="5926"/>
                </a:lnTo>
                <a:lnTo>
                  <a:pt x="7357" y="5927"/>
                </a:lnTo>
                <a:lnTo>
                  <a:pt x="7359" y="5927"/>
                </a:lnTo>
                <a:lnTo>
                  <a:pt x="7360" y="5927"/>
                </a:lnTo>
                <a:lnTo>
                  <a:pt x="7362" y="5929"/>
                </a:lnTo>
                <a:lnTo>
                  <a:pt x="7362" y="5931"/>
                </a:lnTo>
                <a:lnTo>
                  <a:pt x="7363" y="5933"/>
                </a:lnTo>
                <a:lnTo>
                  <a:pt x="7363" y="5934"/>
                </a:lnTo>
                <a:lnTo>
                  <a:pt x="7362" y="5935"/>
                </a:lnTo>
                <a:lnTo>
                  <a:pt x="7360" y="5936"/>
                </a:lnTo>
                <a:lnTo>
                  <a:pt x="7357" y="5937"/>
                </a:lnTo>
                <a:lnTo>
                  <a:pt x="7356" y="5937"/>
                </a:lnTo>
                <a:lnTo>
                  <a:pt x="7355" y="5937"/>
                </a:lnTo>
                <a:lnTo>
                  <a:pt x="7356" y="5939"/>
                </a:lnTo>
                <a:lnTo>
                  <a:pt x="7356" y="5940"/>
                </a:lnTo>
                <a:lnTo>
                  <a:pt x="7355" y="5942"/>
                </a:lnTo>
                <a:lnTo>
                  <a:pt x="7357" y="5945"/>
                </a:lnTo>
                <a:lnTo>
                  <a:pt x="7358" y="5947"/>
                </a:lnTo>
                <a:lnTo>
                  <a:pt x="7359" y="5946"/>
                </a:lnTo>
                <a:lnTo>
                  <a:pt x="7360" y="5947"/>
                </a:lnTo>
                <a:lnTo>
                  <a:pt x="7360" y="5948"/>
                </a:lnTo>
                <a:lnTo>
                  <a:pt x="7359" y="5948"/>
                </a:lnTo>
                <a:lnTo>
                  <a:pt x="7359" y="5949"/>
                </a:lnTo>
                <a:lnTo>
                  <a:pt x="7359" y="5950"/>
                </a:lnTo>
                <a:lnTo>
                  <a:pt x="7360" y="5950"/>
                </a:lnTo>
                <a:lnTo>
                  <a:pt x="7365" y="5947"/>
                </a:lnTo>
                <a:lnTo>
                  <a:pt x="7366" y="5947"/>
                </a:lnTo>
                <a:lnTo>
                  <a:pt x="7367" y="5947"/>
                </a:lnTo>
                <a:lnTo>
                  <a:pt x="7368" y="5947"/>
                </a:lnTo>
                <a:lnTo>
                  <a:pt x="7369" y="5947"/>
                </a:lnTo>
                <a:lnTo>
                  <a:pt x="7370" y="5946"/>
                </a:lnTo>
                <a:lnTo>
                  <a:pt x="7369" y="5944"/>
                </a:lnTo>
                <a:lnTo>
                  <a:pt x="7370" y="5942"/>
                </a:lnTo>
                <a:lnTo>
                  <a:pt x="7372" y="5942"/>
                </a:lnTo>
                <a:lnTo>
                  <a:pt x="7373" y="5944"/>
                </a:lnTo>
                <a:lnTo>
                  <a:pt x="7372" y="5945"/>
                </a:lnTo>
                <a:lnTo>
                  <a:pt x="7371" y="5945"/>
                </a:lnTo>
                <a:lnTo>
                  <a:pt x="7371" y="5946"/>
                </a:lnTo>
                <a:lnTo>
                  <a:pt x="7371" y="5947"/>
                </a:lnTo>
                <a:lnTo>
                  <a:pt x="7372" y="5948"/>
                </a:lnTo>
                <a:lnTo>
                  <a:pt x="7373" y="5950"/>
                </a:lnTo>
                <a:lnTo>
                  <a:pt x="7374" y="5951"/>
                </a:lnTo>
                <a:lnTo>
                  <a:pt x="7375" y="5951"/>
                </a:lnTo>
                <a:lnTo>
                  <a:pt x="7376" y="5951"/>
                </a:lnTo>
                <a:lnTo>
                  <a:pt x="7377" y="5951"/>
                </a:lnTo>
                <a:lnTo>
                  <a:pt x="7377" y="5950"/>
                </a:lnTo>
                <a:lnTo>
                  <a:pt x="7378" y="5949"/>
                </a:lnTo>
                <a:lnTo>
                  <a:pt x="7379" y="5950"/>
                </a:lnTo>
                <a:lnTo>
                  <a:pt x="7380" y="5950"/>
                </a:lnTo>
                <a:lnTo>
                  <a:pt x="7381" y="5950"/>
                </a:lnTo>
                <a:lnTo>
                  <a:pt x="7381" y="5949"/>
                </a:lnTo>
                <a:lnTo>
                  <a:pt x="7383" y="5949"/>
                </a:lnTo>
                <a:lnTo>
                  <a:pt x="7383" y="5950"/>
                </a:lnTo>
                <a:lnTo>
                  <a:pt x="7383" y="5951"/>
                </a:lnTo>
                <a:lnTo>
                  <a:pt x="7382" y="5951"/>
                </a:lnTo>
                <a:lnTo>
                  <a:pt x="7383" y="5952"/>
                </a:lnTo>
                <a:lnTo>
                  <a:pt x="7383" y="5954"/>
                </a:lnTo>
                <a:lnTo>
                  <a:pt x="7383" y="5955"/>
                </a:lnTo>
                <a:lnTo>
                  <a:pt x="7382" y="5955"/>
                </a:lnTo>
                <a:lnTo>
                  <a:pt x="7381" y="5956"/>
                </a:lnTo>
                <a:lnTo>
                  <a:pt x="7380" y="5957"/>
                </a:lnTo>
                <a:lnTo>
                  <a:pt x="7380" y="5958"/>
                </a:lnTo>
                <a:lnTo>
                  <a:pt x="7380" y="5959"/>
                </a:lnTo>
                <a:lnTo>
                  <a:pt x="7380" y="5960"/>
                </a:lnTo>
                <a:lnTo>
                  <a:pt x="7379" y="5961"/>
                </a:lnTo>
                <a:lnTo>
                  <a:pt x="7378" y="5960"/>
                </a:lnTo>
                <a:lnTo>
                  <a:pt x="7378" y="5959"/>
                </a:lnTo>
                <a:lnTo>
                  <a:pt x="7377" y="5960"/>
                </a:lnTo>
                <a:lnTo>
                  <a:pt x="7376" y="5961"/>
                </a:lnTo>
                <a:lnTo>
                  <a:pt x="7376" y="5962"/>
                </a:lnTo>
                <a:lnTo>
                  <a:pt x="7376" y="5964"/>
                </a:lnTo>
                <a:lnTo>
                  <a:pt x="7376" y="5965"/>
                </a:lnTo>
                <a:lnTo>
                  <a:pt x="7377" y="5966"/>
                </a:lnTo>
                <a:lnTo>
                  <a:pt x="7376" y="5966"/>
                </a:lnTo>
                <a:lnTo>
                  <a:pt x="7375" y="5967"/>
                </a:lnTo>
                <a:lnTo>
                  <a:pt x="7374" y="5967"/>
                </a:lnTo>
                <a:lnTo>
                  <a:pt x="7373" y="5969"/>
                </a:lnTo>
                <a:lnTo>
                  <a:pt x="7374" y="5970"/>
                </a:lnTo>
                <a:lnTo>
                  <a:pt x="7371" y="5973"/>
                </a:lnTo>
                <a:lnTo>
                  <a:pt x="7368" y="5974"/>
                </a:lnTo>
                <a:lnTo>
                  <a:pt x="7367" y="5972"/>
                </a:lnTo>
                <a:lnTo>
                  <a:pt x="7367" y="5971"/>
                </a:lnTo>
                <a:lnTo>
                  <a:pt x="7366" y="5970"/>
                </a:lnTo>
                <a:lnTo>
                  <a:pt x="7365" y="5970"/>
                </a:lnTo>
                <a:lnTo>
                  <a:pt x="7363" y="5970"/>
                </a:lnTo>
                <a:lnTo>
                  <a:pt x="7362" y="5971"/>
                </a:lnTo>
                <a:lnTo>
                  <a:pt x="7362" y="5972"/>
                </a:lnTo>
                <a:lnTo>
                  <a:pt x="7361" y="5977"/>
                </a:lnTo>
                <a:lnTo>
                  <a:pt x="7362" y="5978"/>
                </a:lnTo>
                <a:lnTo>
                  <a:pt x="7362" y="5979"/>
                </a:lnTo>
                <a:lnTo>
                  <a:pt x="7362" y="5981"/>
                </a:lnTo>
                <a:lnTo>
                  <a:pt x="7364" y="5982"/>
                </a:lnTo>
                <a:lnTo>
                  <a:pt x="7365" y="5984"/>
                </a:lnTo>
                <a:lnTo>
                  <a:pt x="7366" y="5984"/>
                </a:lnTo>
                <a:lnTo>
                  <a:pt x="7367" y="5983"/>
                </a:lnTo>
                <a:lnTo>
                  <a:pt x="7367" y="5982"/>
                </a:lnTo>
                <a:lnTo>
                  <a:pt x="7368" y="5981"/>
                </a:lnTo>
                <a:lnTo>
                  <a:pt x="7369" y="5981"/>
                </a:lnTo>
                <a:lnTo>
                  <a:pt x="7369" y="5982"/>
                </a:lnTo>
                <a:lnTo>
                  <a:pt x="7369" y="5983"/>
                </a:lnTo>
                <a:lnTo>
                  <a:pt x="7370" y="5985"/>
                </a:lnTo>
                <a:lnTo>
                  <a:pt x="7370" y="5986"/>
                </a:lnTo>
                <a:lnTo>
                  <a:pt x="7369" y="5986"/>
                </a:lnTo>
                <a:lnTo>
                  <a:pt x="7369" y="5987"/>
                </a:lnTo>
                <a:lnTo>
                  <a:pt x="7368" y="5987"/>
                </a:lnTo>
                <a:lnTo>
                  <a:pt x="7368" y="5988"/>
                </a:lnTo>
                <a:lnTo>
                  <a:pt x="7368" y="5990"/>
                </a:lnTo>
                <a:lnTo>
                  <a:pt x="7368" y="5992"/>
                </a:lnTo>
                <a:lnTo>
                  <a:pt x="7367" y="5992"/>
                </a:lnTo>
                <a:lnTo>
                  <a:pt x="7366" y="5992"/>
                </a:lnTo>
                <a:lnTo>
                  <a:pt x="7365" y="5995"/>
                </a:lnTo>
                <a:lnTo>
                  <a:pt x="7365" y="5996"/>
                </a:lnTo>
                <a:lnTo>
                  <a:pt x="7366" y="5996"/>
                </a:lnTo>
                <a:lnTo>
                  <a:pt x="7365" y="5997"/>
                </a:lnTo>
                <a:lnTo>
                  <a:pt x="7365" y="5996"/>
                </a:lnTo>
                <a:lnTo>
                  <a:pt x="7364" y="5996"/>
                </a:lnTo>
                <a:lnTo>
                  <a:pt x="7363" y="5997"/>
                </a:lnTo>
                <a:lnTo>
                  <a:pt x="7362" y="5998"/>
                </a:lnTo>
                <a:lnTo>
                  <a:pt x="7362" y="5999"/>
                </a:lnTo>
                <a:lnTo>
                  <a:pt x="7361" y="5999"/>
                </a:lnTo>
                <a:lnTo>
                  <a:pt x="7360" y="6000"/>
                </a:lnTo>
                <a:lnTo>
                  <a:pt x="7360" y="6001"/>
                </a:lnTo>
                <a:lnTo>
                  <a:pt x="7359" y="6001"/>
                </a:lnTo>
                <a:lnTo>
                  <a:pt x="7358" y="6002"/>
                </a:lnTo>
                <a:lnTo>
                  <a:pt x="7358" y="6003"/>
                </a:lnTo>
                <a:lnTo>
                  <a:pt x="7358" y="6004"/>
                </a:lnTo>
                <a:lnTo>
                  <a:pt x="7357" y="6004"/>
                </a:lnTo>
                <a:lnTo>
                  <a:pt x="7356" y="6004"/>
                </a:lnTo>
                <a:lnTo>
                  <a:pt x="7355" y="6004"/>
                </a:lnTo>
                <a:lnTo>
                  <a:pt x="7354" y="6004"/>
                </a:lnTo>
                <a:lnTo>
                  <a:pt x="7353" y="6005"/>
                </a:lnTo>
                <a:lnTo>
                  <a:pt x="7352" y="6006"/>
                </a:lnTo>
                <a:lnTo>
                  <a:pt x="7353" y="6007"/>
                </a:lnTo>
                <a:lnTo>
                  <a:pt x="7352" y="6008"/>
                </a:lnTo>
                <a:lnTo>
                  <a:pt x="7351" y="6005"/>
                </a:lnTo>
                <a:lnTo>
                  <a:pt x="7351" y="6004"/>
                </a:lnTo>
                <a:lnTo>
                  <a:pt x="7352" y="6002"/>
                </a:lnTo>
                <a:lnTo>
                  <a:pt x="7351" y="6001"/>
                </a:lnTo>
                <a:lnTo>
                  <a:pt x="7352" y="6000"/>
                </a:lnTo>
                <a:lnTo>
                  <a:pt x="7352" y="5999"/>
                </a:lnTo>
                <a:lnTo>
                  <a:pt x="7350" y="5995"/>
                </a:lnTo>
                <a:lnTo>
                  <a:pt x="7350" y="5993"/>
                </a:lnTo>
                <a:lnTo>
                  <a:pt x="7345" y="5992"/>
                </a:lnTo>
                <a:lnTo>
                  <a:pt x="7343" y="5990"/>
                </a:lnTo>
                <a:lnTo>
                  <a:pt x="7342" y="5989"/>
                </a:lnTo>
                <a:lnTo>
                  <a:pt x="7339" y="5988"/>
                </a:lnTo>
                <a:lnTo>
                  <a:pt x="7338" y="5989"/>
                </a:lnTo>
                <a:lnTo>
                  <a:pt x="7337" y="5988"/>
                </a:lnTo>
                <a:lnTo>
                  <a:pt x="7336" y="5987"/>
                </a:lnTo>
                <a:lnTo>
                  <a:pt x="7335" y="5987"/>
                </a:lnTo>
                <a:lnTo>
                  <a:pt x="7334" y="5986"/>
                </a:lnTo>
                <a:lnTo>
                  <a:pt x="7333" y="5986"/>
                </a:lnTo>
                <a:lnTo>
                  <a:pt x="7331" y="5986"/>
                </a:lnTo>
                <a:lnTo>
                  <a:pt x="7329" y="5986"/>
                </a:lnTo>
                <a:lnTo>
                  <a:pt x="7326" y="5988"/>
                </a:lnTo>
                <a:lnTo>
                  <a:pt x="7325" y="5988"/>
                </a:lnTo>
                <a:lnTo>
                  <a:pt x="7325" y="5987"/>
                </a:lnTo>
                <a:lnTo>
                  <a:pt x="7324" y="5987"/>
                </a:lnTo>
                <a:lnTo>
                  <a:pt x="7325" y="5987"/>
                </a:lnTo>
                <a:lnTo>
                  <a:pt x="7326" y="5987"/>
                </a:lnTo>
                <a:lnTo>
                  <a:pt x="7325" y="5985"/>
                </a:lnTo>
                <a:lnTo>
                  <a:pt x="7325" y="5984"/>
                </a:lnTo>
                <a:lnTo>
                  <a:pt x="7324" y="5983"/>
                </a:lnTo>
                <a:lnTo>
                  <a:pt x="7325" y="5980"/>
                </a:lnTo>
                <a:lnTo>
                  <a:pt x="7325" y="5979"/>
                </a:lnTo>
                <a:lnTo>
                  <a:pt x="7324" y="5979"/>
                </a:lnTo>
                <a:lnTo>
                  <a:pt x="7325" y="5979"/>
                </a:lnTo>
                <a:lnTo>
                  <a:pt x="7325" y="5978"/>
                </a:lnTo>
                <a:lnTo>
                  <a:pt x="7325" y="5977"/>
                </a:lnTo>
                <a:lnTo>
                  <a:pt x="7324" y="5977"/>
                </a:lnTo>
                <a:lnTo>
                  <a:pt x="7324" y="5976"/>
                </a:lnTo>
                <a:lnTo>
                  <a:pt x="7323" y="5976"/>
                </a:lnTo>
                <a:lnTo>
                  <a:pt x="7323" y="5975"/>
                </a:lnTo>
                <a:lnTo>
                  <a:pt x="7323" y="5974"/>
                </a:lnTo>
                <a:lnTo>
                  <a:pt x="7322" y="5973"/>
                </a:lnTo>
                <a:lnTo>
                  <a:pt x="7322" y="5974"/>
                </a:lnTo>
                <a:lnTo>
                  <a:pt x="7322" y="5975"/>
                </a:lnTo>
                <a:lnTo>
                  <a:pt x="7322" y="5976"/>
                </a:lnTo>
                <a:lnTo>
                  <a:pt x="7322" y="5978"/>
                </a:lnTo>
                <a:lnTo>
                  <a:pt x="7323" y="5978"/>
                </a:lnTo>
                <a:lnTo>
                  <a:pt x="7323" y="5979"/>
                </a:lnTo>
                <a:lnTo>
                  <a:pt x="7322" y="5979"/>
                </a:lnTo>
                <a:lnTo>
                  <a:pt x="7322" y="5980"/>
                </a:lnTo>
                <a:lnTo>
                  <a:pt x="7322" y="5981"/>
                </a:lnTo>
                <a:lnTo>
                  <a:pt x="7322" y="5982"/>
                </a:lnTo>
                <a:lnTo>
                  <a:pt x="7321" y="5984"/>
                </a:lnTo>
                <a:lnTo>
                  <a:pt x="7322" y="5984"/>
                </a:lnTo>
                <a:lnTo>
                  <a:pt x="7322" y="5986"/>
                </a:lnTo>
                <a:lnTo>
                  <a:pt x="7323" y="5988"/>
                </a:lnTo>
                <a:lnTo>
                  <a:pt x="7323" y="5990"/>
                </a:lnTo>
                <a:lnTo>
                  <a:pt x="7321" y="5992"/>
                </a:lnTo>
                <a:lnTo>
                  <a:pt x="7321" y="5993"/>
                </a:lnTo>
                <a:lnTo>
                  <a:pt x="7320" y="5993"/>
                </a:lnTo>
                <a:lnTo>
                  <a:pt x="7318" y="5994"/>
                </a:lnTo>
                <a:lnTo>
                  <a:pt x="7317" y="5994"/>
                </a:lnTo>
                <a:lnTo>
                  <a:pt x="7315" y="5995"/>
                </a:lnTo>
                <a:lnTo>
                  <a:pt x="7316" y="5996"/>
                </a:lnTo>
                <a:lnTo>
                  <a:pt x="7314" y="5998"/>
                </a:lnTo>
                <a:lnTo>
                  <a:pt x="7313" y="5999"/>
                </a:lnTo>
                <a:lnTo>
                  <a:pt x="7312" y="5999"/>
                </a:lnTo>
                <a:lnTo>
                  <a:pt x="7311" y="6000"/>
                </a:lnTo>
                <a:lnTo>
                  <a:pt x="7310" y="5999"/>
                </a:lnTo>
                <a:lnTo>
                  <a:pt x="7309" y="5999"/>
                </a:lnTo>
                <a:lnTo>
                  <a:pt x="7307" y="6000"/>
                </a:lnTo>
                <a:lnTo>
                  <a:pt x="7306" y="6000"/>
                </a:lnTo>
                <a:lnTo>
                  <a:pt x="7304" y="6000"/>
                </a:lnTo>
                <a:lnTo>
                  <a:pt x="7303" y="6000"/>
                </a:lnTo>
                <a:lnTo>
                  <a:pt x="7301" y="6001"/>
                </a:lnTo>
                <a:lnTo>
                  <a:pt x="7300" y="6000"/>
                </a:lnTo>
                <a:lnTo>
                  <a:pt x="7299" y="6000"/>
                </a:lnTo>
                <a:lnTo>
                  <a:pt x="7298" y="6000"/>
                </a:lnTo>
                <a:lnTo>
                  <a:pt x="7298" y="6001"/>
                </a:lnTo>
                <a:lnTo>
                  <a:pt x="7299" y="6002"/>
                </a:lnTo>
                <a:lnTo>
                  <a:pt x="7298" y="6002"/>
                </a:lnTo>
                <a:lnTo>
                  <a:pt x="7298" y="6003"/>
                </a:lnTo>
                <a:lnTo>
                  <a:pt x="7295" y="6006"/>
                </a:lnTo>
                <a:lnTo>
                  <a:pt x="7294" y="6006"/>
                </a:lnTo>
                <a:lnTo>
                  <a:pt x="7292" y="6007"/>
                </a:lnTo>
                <a:lnTo>
                  <a:pt x="7292" y="6009"/>
                </a:lnTo>
                <a:lnTo>
                  <a:pt x="7291" y="6011"/>
                </a:lnTo>
                <a:lnTo>
                  <a:pt x="7290" y="6011"/>
                </a:lnTo>
                <a:lnTo>
                  <a:pt x="7288" y="6011"/>
                </a:lnTo>
                <a:lnTo>
                  <a:pt x="7286" y="6010"/>
                </a:lnTo>
                <a:lnTo>
                  <a:pt x="7284" y="6009"/>
                </a:lnTo>
                <a:lnTo>
                  <a:pt x="7282" y="6007"/>
                </a:lnTo>
                <a:lnTo>
                  <a:pt x="7280" y="6006"/>
                </a:lnTo>
                <a:lnTo>
                  <a:pt x="7280" y="6004"/>
                </a:lnTo>
                <a:lnTo>
                  <a:pt x="7279" y="6001"/>
                </a:lnTo>
                <a:lnTo>
                  <a:pt x="7279" y="6000"/>
                </a:lnTo>
                <a:lnTo>
                  <a:pt x="7279" y="5999"/>
                </a:lnTo>
                <a:lnTo>
                  <a:pt x="7279" y="5998"/>
                </a:lnTo>
                <a:lnTo>
                  <a:pt x="7279" y="5995"/>
                </a:lnTo>
                <a:lnTo>
                  <a:pt x="7278" y="5995"/>
                </a:lnTo>
                <a:lnTo>
                  <a:pt x="7277" y="5995"/>
                </a:lnTo>
                <a:lnTo>
                  <a:pt x="7276" y="5995"/>
                </a:lnTo>
                <a:lnTo>
                  <a:pt x="7276" y="5994"/>
                </a:lnTo>
                <a:lnTo>
                  <a:pt x="7276" y="5993"/>
                </a:lnTo>
                <a:lnTo>
                  <a:pt x="7278" y="5992"/>
                </a:lnTo>
                <a:lnTo>
                  <a:pt x="7279" y="5991"/>
                </a:lnTo>
                <a:lnTo>
                  <a:pt x="7280" y="5990"/>
                </a:lnTo>
                <a:lnTo>
                  <a:pt x="7280" y="5989"/>
                </a:lnTo>
                <a:lnTo>
                  <a:pt x="7279" y="5989"/>
                </a:lnTo>
                <a:lnTo>
                  <a:pt x="7277" y="5988"/>
                </a:lnTo>
                <a:lnTo>
                  <a:pt x="7276" y="5987"/>
                </a:lnTo>
                <a:lnTo>
                  <a:pt x="7275" y="5988"/>
                </a:lnTo>
                <a:lnTo>
                  <a:pt x="7276" y="5988"/>
                </a:lnTo>
                <a:lnTo>
                  <a:pt x="7276" y="5989"/>
                </a:lnTo>
                <a:lnTo>
                  <a:pt x="7276" y="5990"/>
                </a:lnTo>
                <a:lnTo>
                  <a:pt x="7275" y="5991"/>
                </a:lnTo>
                <a:lnTo>
                  <a:pt x="7274" y="5993"/>
                </a:lnTo>
                <a:lnTo>
                  <a:pt x="7273" y="5993"/>
                </a:lnTo>
                <a:lnTo>
                  <a:pt x="7273" y="5992"/>
                </a:lnTo>
                <a:lnTo>
                  <a:pt x="7271" y="5992"/>
                </a:lnTo>
                <a:lnTo>
                  <a:pt x="7270" y="5992"/>
                </a:lnTo>
                <a:lnTo>
                  <a:pt x="7271" y="5992"/>
                </a:lnTo>
                <a:lnTo>
                  <a:pt x="7270" y="5994"/>
                </a:lnTo>
                <a:lnTo>
                  <a:pt x="7270" y="5996"/>
                </a:lnTo>
                <a:lnTo>
                  <a:pt x="7270" y="5997"/>
                </a:lnTo>
                <a:lnTo>
                  <a:pt x="7269" y="5998"/>
                </a:lnTo>
                <a:lnTo>
                  <a:pt x="7268" y="6000"/>
                </a:lnTo>
                <a:lnTo>
                  <a:pt x="7267" y="6001"/>
                </a:lnTo>
                <a:lnTo>
                  <a:pt x="7267" y="6002"/>
                </a:lnTo>
                <a:lnTo>
                  <a:pt x="7265" y="6004"/>
                </a:lnTo>
                <a:lnTo>
                  <a:pt x="7265" y="6005"/>
                </a:lnTo>
                <a:lnTo>
                  <a:pt x="7264" y="6007"/>
                </a:lnTo>
                <a:lnTo>
                  <a:pt x="7264" y="6008"/>
                </a:lnTo>
                <a:lnTo>
                  <a:pt x="7263" y="6008"/>
                </a:lnTo>
                <a:lnTo>
                  <a:pt x="7263" y="6009"/>
                </a:lnTo>
                <a:lnTo>
                  <a:pt x="7261" y="6009"/>
                </a:lnTo>
                <a:lnTo>
                  <a:pt x="7260" y="6009"/>
                </a:lnTo>
                <a:lnTo>
                  <a:pt x="7257" y="6009"/>
                </a:lnTo>
                <a:lnTo>
                  <a:pt x="7256" y="6010"/>
                </a:lnTo>
                <a:lnTo>
                  <a:pt x="7255" y="6012"/>
                </a:lnTo>
                <a:lnTo>
                  <a:pt x="7254" y="6012"/>
                </a:lnTo>
                <a:lnTo>
                  <a:pt x="7251" y="6013"/>
                </a:lnTo>
                <a:lnTo>
                  <a:pt x="7251" y="6015"/>
                </a:lnTo>
                <a:lnTo>
                  <a:pt x="7251" y="6016"/>
                </a:lnTo>
                <a:lnTo>
                  <a:pt x="7252" y="6017"/>
                </a:lnTo>
                <a:lnTo>
                  <a:pt x="7253" y="6017"/>
                </a:lnTo>
                <a:lnTo>
                  <a:pt x="7253" y="6016"/>
                </a:lnTo>
                <a:lnTo>
                  <a:pt x="7254" y="6016"/>
                </a:lnTo>
                <a:lnTo>
                  <a:pt x="7255" y="6016"/>
                </a:lnTo>
                <a:lnTo>
                  <a:pt x="7259" y="6021"/>
                </a:lnTo>
                <a:lnTo>
                  <a:pt x="7259" y="6022"/>
                </a:lnTo>
                <a:lnTo>
                  <a:pt x="7257" y="6024"/>
                </a:lnTo>
                <a:lnTo>
                  <a:pt x="7255" y="6026"/>
                </a:lnTo>
                <a:lnTo>
                  <a:pt x="7254" y="6028"/>
                </a:lnTo>
                <a:lnTo>
                  <a:pt x="7254" y="6029"/>
                </a:lnTo>
                <a:lnTo>
                  <a:pt x="7254" y="6030"/>
                </a:lnTo>
                <a:lnTo>
                  <a:pt x="7254" y="6031"/>
                </a:lnTo>
                <a:lnTo>
                  <a:pt x="7255" y="6032"/>
                </a:lnTo>
                <a:lnTo>
                  <a:pt x="7256" y="6034"/>
                </a:lnTo>
                <a:lnTo>
                  <a:pt x="7256" y="6035"/>
                </a:lnTo>
                <a:lnTo>
                  <a:pt x="7253" y="6036"/>
                </a:lnTo>
                <a:lnTo>
                  <a:pt x="7252" y="6035"/>
                </a:lnTo>
                <a:lnTo>
                  <a:pt x="7243" y="6034"/>
                </a:lnTo>
                <a:lnTo>
                  <a:pt x="7240" y="6034"/>
                </a:lnTo>
                <a:lnTo>
                  <a:pt x="7239" y="6034"/>
                </a:lnTo>
                <a:lnTo>
                  <a:pt x="7239" y="6032"/>
                </a:lnTo>
                <a:lnTo>
                  <a:pt x="7238" y="6032"/>
                </a:lnTo>
                <a:lnTo>
                  <a:pt x="7233" y="6031"/>
                </a:lnTo>
                <a:lnTo>
                  <a:pt x="7231" y="6031"/>
                </a:lnTo>
                <a:lnTo>
                  <a:pt x="7230" y="6031"/>
                </a:lnTo>
                <a:lnTo>
                  <a:pt x="7229" y="6032"/>
                </a:lnTo>
                <a:lnTo>
                  <a:pt x="7230" y="6033"/>
                </a:lnTo>
                <a:lnTo>
                  <a:pt x="7232" y="6034"/>
                </a:lnTo>
                <a:lnTo>
                  <a:pt x="7232" y="6035"/>
                </a:lnTo>
                <a:lnTo>
                  <a:pt x="7231" y="6037"/>
                </a:lnTo>
                <a:lnTo>
                  <a:pt x="7231" y="6039"/>
                </a:lnTo>
                <a:lnTo>
                  <a:pt x="7230" y="6040"/>
                </a:lnTo>
                <a:lnTo>
                  <a:pt x="7229" y="6040"/>
                </a:lnTo>
                <a:lnTo>
                  <a:pt x="7227" y="6040"/>
                </a:lnTo>
                <a:lnTo>
                  <a:pt x="7227" y="6041"/>
                </a:lnTo>
                <a:lnTo>
                  <a:pt x="7226" y="6041"/>
                </a:lnTo>
                <a:lnTo>
                  <a:pt x="7226" y="6042"/>
                </a:lnTo>
                <a:lnTo>
                  <a:pt x="7227" y="6042"/>
                </a:lnTo>
                <a:lnTo>
                  <a:pt x="7229" y="6042"/>
                </a:lnTo>
                <a:lnTo>
                  <a:pt x="7232" y="6044"/>
                </a:lnTo>
                <a:lnTo>
                  <a:pt x="7232" y="6045"/>
                </a:lnTo>
                <a:lnTo>
                  <a:pt x="7231" y="6045"/>
                </a:lnTo>
                <a:lnTo>
                  <a:pt x="7230" y="6045"/>
                </a:lnTo>
                <a:lnTo>
                  <a:pt x="7228" y="6045"/>
                </a:lnTo>
                <a:lnTo>
                  <a:pt x="7229" y="6046"/>
                </a:lnTo>
                <a:lnTo>
                  <a:pt x="7230" y="6046"/>
                </a:lnTo>
                <a:lnTo>
                  <a:pt x="7231" y="6047"/>
                </a:lnTo>
                <a:lnTo>
                  <a:pt x="7232" y="6048"/>
                </a:lnTo>
                <a:lnTo>
                  <a:pt x="7235" y="6048"/>
                </a:lnTo>
                <a:lnTo>
                  <a:pt x="7237" y="6047"/>
                </a:lnTo>
                <a:lnTo>
                  <a:pt x="7239" y="6047"/>
                </a:lnTo>
                <a:lnTo>
                  <a:pt x="7240" y="6047"/>
                </a:lnTo>
                <a:lnTo>
                  <a:pt x="7241" y="6046"/>
                </a:lnTo>
                <a:lnTo>
                  <a:pt x="7242" y="6046"/>
                </a:lnTo>
                <a:lnTo>
                  <a:pt x="7246" y="6045"/>
                </a:lnTo>
                <a:lnTo>
                  <a:pt x="7247" y="6044"/>
                </a:lnTo>
                <a:lnTo>
                  <a:pt x="7248" y="6043"/>
                </a:lnTo>
                <a:lnTo>
                  <a:pt x="7250" y="6042"/>
                </a:lnTo>
                <a:lnTo>
                  <a:pt x="7252" y="6041"/>
                </a:lnTo>
                <a:lnTo>
                  <a:pt x="7256" y="6041"/>
                </a:lnTo>
                <a:lnTo>
                  <a:pt x="7258" y="6041"/>
                </a:lnTo>
                <a:lnTo>
                  <a:pt x="7260" y="6041"/>
                </a:lnTo>
                <a:lnTo>
                  <a:pt x="7261" y="6041"/>
                </a:lnTo>
                <a:lnTo>
                  <a:pt x="7262" y="6042"/>
                </a:lnTo>
                <a:lnTo>
                  <a:pt x="7262" y="6043"/>
                </a:lnTo>
                <a:lnTo>
                  <a:pt x="7262" y="6044"/>
                </a:lnTo>
                <a:lnTo>
                  <a:pt x="7262" y="6045"/>
                </a:lnTo>
                <a:lnTo>
                  <a:pt x="7261" y="6045"/>
                </a:lnTo>
                <a:lnTo>
                  <a:pt x="7260" y="6046"/>
                </a:lnTo>
                <a:lnTo>
                  <a:pt x="7259" y="6046"/>
                </a:lnTo>
                <a:lnTo>
                  <a:pt x="7259" y="6047"/>
                </a:lnTo>
                <a:lnTo>
                  <a:pt x="7260" y="6049"/>
                </a:lnTo>
                <a:lnTo>
                  <a:pt x="7260" y="6050"/>
                </a:lnTo>
                <a:lnTo>
                  <a:pt x="7261" y="6050"/>
                </a:lnTo>
                <a:lnTo>
                  <a:pt x="7260" y="6051"/>
                </a:lnTo>
                <a:lnTo>
                  <a:pt x="7260" y="6052"/>
                </a:lnTo>
                <a:lnTo>
                  <a:pt x="7259" y="6052"/>
                </a:lnTo>
                <a:lnTo>
                  <a:pt x="7258" y="6053"/>
                </a:lnTo>
                <a:lnTo>
                  <a:pt x="7258" y="6054"/>
                </a:lnTo>
                <a:lnTo>
                  <a:pt x="7258" y="6055"/>
                </a:lnTo>
                <a:lnTo>
                  <a:pt x="7259" y="6054"/>
                </a:lnTo>
                <a:lnTo>
                  <a:pt x="7260" y="6053"/>
                </a:lnTo>
                <a:lnTo>
                  <a:pt x="7260" y="6052"/>
                </a:lnTo>
                <a:lnTo>
                  <a:pt x="7261" y="6052"/>
                </a:lnTo>
                <a:lnTo>
                  <a:pt x="7265" y="6051"/>
                </a:lnTo>
                <a:lnTo>
                  <a:pt x="7266" y="6051"/>
                </a:lnTo>
                <a:lnTo>
                  <a:pt x="7267" y="6050"/>
                </a:lnTo>
                <a:lnTo>
                  <a:pt x="7268" y="6050"/>
                </a:lnTo>
                <a:lnTo>
                  <a:pt x="7269" y="6051"/>
                </a:lnTo>
                <a:lnTo>
                  <a:pt x="7270" y="6052"/>
                </a:lnTo>
                <a:lnTo>
                  <a:pt x="7271" y="6053"/>
                </a:lnTo>
                <a:lnTo>
                  <a:pt x="7270" y="6053"/>
                </a:lnTo>
                <a:lnTo>
                  <a:pt x="7272" y="6055"/>
                </a:lnTo>
                <a:lnTo>
                  <a:pt x="7272" y="6056"/>
                </a:lnTo>
                <a:lnTo>
                  <a:pt x="7272" y="6057"/>
                </a:lnTo>
                <a:lnTo>
                  <a:pt x="7273" y="6059"/>
                </a:lnTo>
                <a:lnTo>
                  <a:pt x="7275" y="6059"/>
                </a:lnTo>
                <a:lnTo>
                  <a:pt x="7276" y="6060"/>
                </a:lnTo>
                <a:lnTo>
                  <a:pt x="7275" y="6062"/>
                </a:lnTo>
                <a:lnTo>
                  <a:pt x="7275" y="6063"/>
                </a:lnTo>
                <a:lnTo>
                  <a:pt x="7276" y="6064"/>
                </a:lnTo>
                <a:lnTo>
                  <a:pt x="7276" y="6065"/>
                </a:lnTo>
                <a:lnTo>
                  <a:pt x="7278" y="6066"/>
                </a:lnTo>
                <a:lnTo>
                  <a:pt x="7279" y="6067"/>
                </a:lnTo>
                <a:lnTo>
                  <a:pt x="7278" y="6069"/>
                </a:lnTo>
                <a:lnTo>
                  <a:pt x="7277" y="6068"/>
                </a:lnTo>
                <a:lnTo>
                  <a:pt x="7276" y="6068"/>
                </a:lnTo>
                <a:lnTo>
                  <a:pt x="7275" y="6068"/>
                </a:lnTo>
                <a:lnTo>
                  <a:pt x="7273" y="6069"/>
                </a:lnTo>
                <a:lnTo>
                  <a:pt x="7272" y="6070"/>
                </a:lnTo>
                <a:lnTo>
                  <a:pt x="7271" y="6071"/>
                </a:lnTo>
                <a:lnTo>
                  <a:pt x="7271" y="6072"/>
                </a:lnTo>
                <a:lnTo>
                  <a:pt x="7270" y="6072"/>
                </a:lnTo>
                <a:lnTo>
                  <a:pt x="7269" y="6071"/>
                </a:lnTo>
                <a:lnTo>
                  <a:pt x="7268" y="6072"/>
                </a:lnTo>
                <a:lnTo>
                  <a:pt x="7267" y="6072"/>
                </a:lnTo>
                <a:lnTo>
                  <a:pt x="7266" y="6073"/>
                </a:lnTo>
                <a:lnTo>
                  <a:pt x="7265" y="6073"/>
                </a:lnTo>
                <a:lnTo>
                  <a:pt x="7265" y="6075"/>
                </a:lnTo>
                <a:lnTo>
                  <a:pt x="7264" y="6076"/>
                </a:lnTo>
                <a:lnTo>
                  <a:pt x="7263" y="6076"/>
                </a:lnTo>
                <a:lnTo>
                  <a:pt x="7262" y="6077"/>
                </a:lnTo>
                <a:lnTo>
                  <a:pt x="7262" y="6079"/>
                </a:lnTo>
                <a:lnTo>
                  <a:pt x="7261" y="6081"/>
                </a:lnTo>
                <a:lnTo>
                  <a:pt x="7261" y="6080"/>
                </a:lnTo>
                <a:lnTo>
                  <a:pt x="7260" y="6080"/>
                </a:lnTo>
                <a:lnTo>
                  <a:pt x="7259" y="6081"/>
                </a:lnTo>
                <a:lnTo>
                  <a:pt x="7259" y="6082"/>
                </a:lnTo>
                <a:lnTo>
                  <a:pt x="7258" y="6083"/>
                </a:lnTo>
                <a:lnTo>
                  <a:pt x="7257" y="6083"/>
                </a:lnTo>
                <a:lnTo>
                  <a:pt x="7256" y="6083"/>
                </a:lnTo>
                <a:lnTo>
                  <a:pt x="7256" y="6084"/>
                </a:lnTo>
                <a:lnTo>
                  <a:pt x="7255" y="6085"/>
                </a:lnTo>
                <a:lnTo>
                  <a:pt x="7254" y="6086"/>
                </a:lnTo>
                <a:lnTo>
                  <a:pt x="7255" y="6087"/>
                </a:lnTo>
                <a:lnTo>
                  <a:pt x="7253" y="6088"/>
                </a:lnTo>
                <a:lnTo>
                  <a:pt x="7252" y="6089"/>
                </a:lnTo>
                <a:lnTo>
                  <a:pt x="7252" y="6090"/>
                </a:lnTo>
                <a:lnTo>
                  <a:pt x="7252" y="6091"/>
                </a:lnTo>
                <a:lnTo>
                  <a:pt x="7252" y="6093"/>
                </a:lnTo>
                <a:lnTo>
                  <a:pt x="7250" y="6095"/>
                </a:lnTo>
                <a:lnTo>
                  <a:pt x="7249" y="6094"/>
                </a:lnTo>
                <a:lnTo>
                  <a:pt x="7249" y="6093"/>
                </a:lnTo>
                <a:lnTo>
                  <a:pt x="7250" y="6093"/>
                </a:lnTo>
                <a:lnTo>
                  <a:pt x="7250" y="6092"/>
                </a:lnTo>
                <a:lnTo>
                  <a:pt x="7249" y="6090"/>
                </a:lnTo>
                <a:lnTo>
                  <a:pt x="7250" y="6089"/>
                </a:lnTo>
                <a:lnTo>
                  <a:pt x="7250" y="6087"/>
                </a:lnTo>
                <a:lnTo>
                  <a:pt x="7249" y="6088"/>
                </a:lnTo>
                <a:lnTo>
                  <a:pt x="7249" y="6089"/>
                </a:lnTo>
                <a:lnTo>
                  <a:pt x="7248" y="6089"/>
                </a:lnTo>
                <a:lnTo>
                  <a:pt x="7248" y="6088"/>
                </a:lnTo>
                <a:lnTo>
                  <a:pt x="7248" y="6087"/>
                </a:lnTo>
                <a:lnTo>
                  <a:pt x="7247" y="6087"/>
                </a:lnTo>
                <a:lnTo>
                  <a:pt x="7246" y="6086"/>
                </a:lnTo>
                <a:lnTo>
                  <a:pt x="7247" y="6085"/>
                </a:lnTo>
                <a:lnTo>
                  <a:pt x="7246" y="6085"/>
                </a:lnTo>
                <a:lnTo>
                  <a:pt x="7245" y="6085"/>
                </a:lnTo>
                <a:lnTo>
                  <a:pt x="7245" y="6088"/>
                </a:lnTo>
                <a:lnTo>
                  <a:pt x="7246" y="6089"/>
                </a:lnTo>
                <a:lnTo>
                  <a:pt x="7248" y="6090"/>
                </a:lnTo>
                <a:lnTo>
                  <a:pt x="7248" y="6091"/>
                </a:lnTo>
                <a:lnTo>
                  <a:pt x="7248" y="6092"/>
                </a:lnTo>
                <a:lnTo>
                  <a:pt x="7246" y="6091"/>
                </a:lnTo>
                <a:lnTo>
                  <a:pt x="7245" y="6090"/>
                </a:lnTo>
                <a:lnTo>
                  <a:pt x="7245" y="6089"/>
                </a:lnTo>
                <a:lnTo>
                  <a:pt x="7244" y="6089"/>
                </a:lnTo>
                <a:lnTo>
                  <a:pt x="7244" y="6090"/>
                </a:lnTo>
                <a:lnTo>
                  <a:pt x="7245" y="6090"/>
                </a:lnTo>
                <a:lnTo>
                  <a:pt x="7245" y="6091"/>
                </a:lnTo>
                <a:lnTo>
                  <a:pt x="7244" y="6091"/>
                </a:lnTo>
                <a:lnTo>
                  <a:pt x="7243" y="6090"/>
                </a:lnTo>
                <a:lnTo>
                  <a:pt x="7243" y="6091"/>
                </a:lnTo>
                <a:lnTo>
                  <a:pt x="7245" y="6093"/>
                </a:lnTo>
                <a:lnTo>
                  <a:pt x="7247" y="6093"/>
                </a:lnTo>
                <a:lnTo>
                  <a:pt x="7247" y="6094"/>
                </a:lnTo>
                <a:lnTo>
                  <a:pt x="7246" y="6094"/>
                </a:lnTo>
                <a:lnTo>
                  <a:pt x="7246" y="6095"/>
                </a:lnTo>
                <a:lnTo>
                  <a:pt x="7246" y="6096"/>
                </a:lnTo>
                <a:lnTo>
                  <a:pt x="7245" y="6097"/>
                </a:lnTo>
                <a:lnTo>
                  <a:pt x="7244" y="6099"/>
                </a:lnTo>
                <a:lnTo>
                  <a:pt x="7244" y="6100"/>
                </a:lnTo>
                <a:lnTo>
                  <a:pt x="7243" y="6103"/>
                </a:lnTo>
                <a:lnTo>
                  <a:pt x="7242" y="6102"/>
                </a:lnTo>
                <a:lnTo>
                  <a:pt x="7241" y="6103"/>
                </a:lnTo>
                <a:lnTo>
                  <a:pt x="7240" y="6104"/>
                </a:lnTo>
                <a:lnTo>
                  <a:pt x="7239" y="6107"/>
                </a:lnTo>
                <a:lnTo>
                  <a:pt x="7239" y="6109"/>
                </a:lnTo>
                <a:lnTo>
                  <a:pt x="7238" y="6110"/>
                </a:lnTo>
                <a:lnTo>
                  <a:pt x="7239" y="6113"/>
                </a:lnTo>
                <a:lnTo>
                  <a:pt x="7239" y="6117"/>
                </a:lnTo>
                <a:lnTo>
                  <a:pt x="7240" y="6118"/>
                </a:lnTo>
                <a:lnTo>
                  <a:pt x="7240" y="6119"/>
                </a:lnTo>
                <a:lnTo>
                  <a:pt x="7241" y="6120"/>
                </a:lnTo>
                <a:lnTo>
                  <a:pt x="7240" y="6121"/>
                </a:lnTo>
                <a:lnTo>
                  <a:pt x="7240" y="6122"/>
                </a:lnTo>
                <a:lnTo>
                  <a:pt x="7239" y="6122"/>
                </a:lnTo>
                <a:lnTo>
                  <a:pt x="7238" y="6122"/>
                </a:lnTo>
                <a:lnTo>
                  <a:pt x="7237" y="6122"/>
                </a:lnTo>
                <a:lnTo>
                  <a:pt x="7236" y="6122"/>
                </a:lnTo>
                <a:lnTo>
                  <a:pt x="7236" y="6121"/>
                </a:lnTo>
                <a:lnTo>
                  <a:pt x="7233" y="6122"/>
                </a:lnTo>
                <a:lnTo>
                  <a:pt x="7231" y="6122"/>
                </a:lnTo>
                <a:lnTo>
                  <a:pt x="7230" y="6123"/>
                </a:lnTo>
                <a:lnTo>
                  <a:pt x="7229" y="6125"/>
                </a:lnTo>
                <a:lnTo>
                  <a:pt x="7228" y="6126"/>
                </a:lnTo>
                <a:lnTo>
                  <a:pt x="7227" y="6128"/>
                </a:lnTo>
                <a:lnTo>
                  <a:pt x="7227" y="6129"/>
                </a:lnTo>
                <a:lnTo>
                  <a:pt x="7227" y="6130"/>
                </a:lnTo>
                <a:lnTo>
                  <a:pt x="7227" y="6129"/>
                </a:lnTo>
                <a:lnTo>
                  <a:pt x="7226" y="6129"/>
                </a:lnTo>
                <a:lnTo>
                  <a:pt x="7227" y="6129"/>
                </a:lnTo>
                <a:lnTo>
                  <a:pt x="7226" y="6129"/>
                </a:lnTo>
                <a:lnTo>
                  <a:pt x="7225" y="6129"/>
                </a:lnTo>
                <a:lnTo>
                  <a:pt x="7224" y="6130"/>
                </a:lnTo>
                <a:lnTo>
                  <a:pt x="7224" y="6131"/>
                </a:lnTo>
                <a:lnTo>
                  <a:pt x="7223" y="6132"/>
                </a:lnTo>
                <a:lnTo>
                  <a:pt x="7223" y="6133"/>
                </a:lnTo>
                <a:lnTo>
                  <a:pt x="7223" y="6134"/>
                </a:lnTo>
                <a:lnTo>
                  <a:pt x="7223" y="6136"/>
                </a:lnTo>
                <a:lnTo>
                  <a:pt x="7223" y="6137"/>
                </a:lnTo>
                <a:lnTo>
                  <a:pt x="7224" y="6137"/>
                </a:lnTo>
                <a:lnTo>
                  <a:pt x="7224" y="6138"/>
                </a:lnTo>
                <a:lnTo>
                  <a:pt x="7223" y="6138"/>
                </a:lnTo>
                <a:lnTo>
                  <a:pt x="7221" y="6138"/>
                </a:lnTo>
                <a:lnTo>
                  <a:pt x="7221" y="6137"/>
                </a:lnTo>
                <a:lnTo>
                  <a:pt x="7220" y="6138"/>
                </a:lnTo>
                <a:lnTo>
                  <a:pt x="7219" y="6139"/>
                </a:lnTo>
                <a:lnTo>
                  <a:pt x="7219" y="6141"/>
                </a:lnTo>
                <a:lnTo>
                  <a:pt x="7219" y="6144"/>
                </a:lnTo>
                <a:lnTo>
                  <a:pt x="7218" y="6145"/>
                </a:lnTo>
                <a:lnTo>
                  <a:pt x="7219" y="6146"/>
                </a:lnTo>
                <a:lnTo>
                  <a:pt x="7219" y="6147"/>
                </a:lnTo>
                <a:lnTo>
                  <a:pt x="7218" y="6147"/>
                </a:lnTo>
                <a:lnTo>
                  <a:pt x="7218" y="6148"/>
                </a:lnTo>
                <a:lnTo>
                  <a:pt x="7217" y="6148"/>
                </a:lnTo>
                <a:lnTo>
                  <a:pt x="7216" y="6149"/>
                </a:lnTo>
                <a:lnTo>
                  <a:pt x="7216" y="6150"/>
                </a:lnTo>
                <a:lnTo>
                  <a:pt x="7215" y="6150"/>
                </a:lnTo>
                <a:lnTo>
                  <a:pt x="7214" y="6150"/>
                </a:lnTo>
                <a:lnTo>
                  <a:pt x="7213" y="6150"/>
                </a:lnTo>
                <a:lnTo>
                  <a:pt x="7213" y="6149"/>
                </a:lnTo>
                <a:lnTo>
                  <a:pt x="7213" y="6148"/>
                </a:lnTo>
                <a:lnTo>
                  <a:pt x="7212" y="6145"/>
                </a:lnTo>
                <a:lnTo>
                  <a:pt x="7211" y="6144"/>
                </a:lnTo>
                <a:lnTo>
                  <a:pt x="7212" y="6144"/>
                </a:lnTo>
                <a:lnTo>
                  <a:pt x="7213" y="6143"/>
                </a:lnTo>
                <a:lnTo>
                  <a:pt x="7216" y="6140"/>
                </a:lnTo>
                <a:lnTo>
                  <a:pt x="7215" y="6140"/>
                </a:lnTo>
                <a:lnTo>
                  <a:pt x="7216" y="6139"/>
                </a:lnTo>
                <a:lnTo>
                  <a:pt x="7216" y="6138"/>
                </a:lnTo>
                <a:lnTo>
                  <a:pt x="7217" y="6137"/>
                </a:lnTo>
                <a:lnTo>
                  <a:pt x="7217" y="6136"/>
                </a:lnTo>
                <a:lnTo>
                  <a:pt x="7217" y="6135"/>
                </a:lnTo>
                <a:lnTo>
                  <a:pt x="7217" y="6134"/>
                </a:lnTo>
                <a:lnTo>
                  <a:pt x="7218" y="6133"/>
                </a:lnTo>
                <a:lnTo>
                  <a:pt x="7219" y="6133"/>
                </a:lnTo>
                <a:lnTo>
                  <a:pt x="7219" y="6132"/>
                </a:lnTo>
                <a:lnTo>
                  <a:pt x="7220" y="6133"/>
                </a:lnTo>
                <a:lnTo>
                  <a:pt x="7220" y="6132"/>
                </a:lnTo>
                <a:lnTo>
                  <a:pt x="7220" y="6131"/>
                </a:lnTo>
                <a:lnTo>
                  <a:pt x="7221" y="6130"/>
                </a:lnTo>
                <a:lnTo>
                  <a:pt x="7220" y="6130"/>
                </a:lnTo>
                <a:lnTo>
                  <a:pt x="7220" y="6129"/>
                </a:lnTo>
                <a:lnTo>
                  <a:pt x="7220" y="6130"/>
                </a:lnTo>
                <a:lnTo>
                  <a:pt x="7220" y="6131"/>
                </a:lnTo>
                <a:lnTo>
                  <a:pt x="7219" y="6132"/>
                </a:lnTo>
                <a:lnTo>
                  <a:pt x="7218" y="6132"/>
                </a:lnTo>
                <a:lnTo>
                  <a:pt x="7218" y="6131"/>
                </a:lnTo>
                <a:lnTo>
                  <a:pt x="7219" y="6131"/>
                </a:lnTo>
                <a:lnTo>
                  <a:pt x="7219" y="6130"/>
                </a:lnTo>
                <a:lnTo>
                  <a:pt x="7218" y="6130"/>
                </a:lnTo>
                <a:lnTo>
                  <a:pt x="7218" y="6131"/>
                </a:lnTo>
                <a:lnTo>
                  <a:pt x="7217" y="6131"/>
                </a:lnTo>
                <a:lnTo>
                  <a:pt x="7217" y="6132"/>
                </a:lnTo>
                <a:lnTo>
                  <a:pt x="7217" y="6131"/>
                </a:lnTo>
                <a:lnTo>
                  <a:pt x="7217" y="6130"/>
                </a:lnTo>
                <a:lnTo>
                  <a:pt x="7217" y="6129"/>
                </a:lnTo>
                <a:lnTo>
                  <a:pt x="7216" y="6129"/>
                </a:lnTo>
                <a:lnTo>
                  <a:pt x="7214" y="6127"/>
                </a:lnTo>
                <a:lnTo>
                  <a:pt x="7214" y="6126"/>
                </a:lnTo>
                <a:lnTo>
                  <a:pt x="7215" y="6124"/>
                </a:lnTo>
                <a:lnTo>
                  <a:pt x="7216" y="6123"/>
                </a:lnTo>
                <a:lnTo>
                  <a:pt x="7215" y="6124"/>
                </a:lnTo>
                <a:lnTo>
                  <a:pt x="7214" y="6125"/>
                </a:lnTo>
                <a:lnTo>
                  <a:pt x="7213" y="6126"/>
                </a:lnTo>
                <a:lnTo>
                  <a:pt x="7214" y="6128"/>
                </a:lnTo>
                <a:lnTo>
                  <a:pt x="7212" y="6129"/>
                </a:lnTo>
                <a:lnTo>
                  <a:pt x="7211" y="6128"/>
                </a:lnTo>
                <a:lnTo>
                  <a:pt x="7209" y="6127"/>
                </a:lnTo>
                <a:lnTo>
                  <a:pt x="7207" y="6126"/>
                </a:lnTo>
                <a:lnTo>
                  <a:pt x="7206" y="6126"/>
                </a:lnTo>
                <a:lnTo>
                  <a:pt x="7205" y="6125"/>
                </a:lnTo>
                <a:lnTo>
                  <a:pt x="7205" y="6124"/>
                </a:lnTo>
                <a:lnTo>
                  <a:pt x="7205" y="6123"/>
                </a:lnTo>
                <a:lnTo>
                  <a:pt x="7204" y="6123"/>
                </a:lnTo>
                <a:lnTo>
                  <a:pt x="7203" y="6123"/>
                </a:lnTo>
                <a:lnTo>
                  <a:pt x="7202" y="6124"/>
                </a:lnTo>
                <a:lnTo>
                  <a:pt x="7203" y="6124"/>
                </a:lnTo>
                <a:lnTo>
                  <a:pt x="7204" y="6123"/>
                </a:lnTo>
                <a:lnTo>
                  <a:pt x="7204" y="6124"/>
                </a:lnTo>
                <a:lnTo>
                  <a:pt x="7205" y="6125"/>
                </a:lnTo>
                <a:lnTo>
                  <a:pt x="7205" y="6126"/>
                </a:lnTo>
                <a:lnTo>
                  <a:pt x="7206" y="6127"/>
                </a:lnTo>
                <a:lnTo>
                  <a:pt x="7205" y="6129"/>
                </a:lnTo>
                <a:lnTo>
                  <a:pt x="7203" y="6132"/>
                </a:lnTo>
                <a:lnTo>
                  <a:pt x="7203" y="6133"/>
                </a:lnTo>
                <a:lnTo>
                  <a:pt x="7203" y="6134"/>
                </a:lnTo>
                <a:lnTo>
                  <a:pt x="7203" y="6135"/>
                </a:lnTo>
                <a:lnTo>
                  <a:pt x="7203" y="6136"/>
                </a:lnTo>
                <a:lnTo>
                  <a:pt x="7203" y="6137"/>
                </a:lnTo>
                <a:lnTo>
                  <a:pt x="7204" y="6137"/>
                </a:lnTo>
                <a:lnTo>
                  <a:pt x="7204" y="6138"/>
                </a:lnTo>
                <a:lnTo>
                  <a:pt x="7205" y="6139"/>
                </a:lnTo>
                <a:lnTo>
                  <a:pt x="7206" y="6140"/>
                </a:lnTo>
                <a:lnTo>
                  <a:pt x="7206" y="6141"/>
                </a:lnTo>
                <a:lnTo>
                  <a:pt x="7207" y="6142"/>
                </a:lnTo>
                <a:lnTo>
                  <a:pt x="7206" y="6142"/>
                </a:lnTo>
                <a:lnTo>
                  <a:pt x="7204" y="6143"/>
                </a:lnTo>
                <a:lnTo>
                  <a:pt x="7204" y="6144"/>
                </a:lnTo>
                <a:lnTo>
                  <a:pt x="7203" y="6144"/>
                </a:lnTo>
                <a:lnTo>
                  <a:pt x="7202" y="6145"/>
                </a:lnTo>
                <a:lnTo>
                  <a:pt x="7201" y="6146"/>
                </a:lnTo>
                <a:lnTo>
                  <a:pt x="7200" y="6147"/>
                </a:lnTo>
                <a:lnTo>
                  <a:pt x="7199" y="6149"/>
                </a:lnTo>
                <a:lnTo>
                  <a:pt x="7198" y="6149"/>
                </a:lnTo>
                <a:lnTo>
                  <a:pt x="7197" y="6150"/>
                </a:lnTo>
                <a:lnTo>
                  <a:pt x="7197" y="6151"/>
                </a:lnTo>
                <a:lnTo>
                  <a:pt x="7196" y="6153"/>
                </a:lnTo>
                <a:lnTo>
                  <a:pt x="7195" y="6155"/>
                </a:lnTo>
                <a:lnTo>
                  <a:pt x="7195" y="6156"/>
                </a:lnTo>
                <a:lnTo>
                  <a:pt x="7194" y="6157"/>
                </a:lnTo>
                <a:lnTo>
                  <a:pt x="7194" y="6159"/>
                </a:lnTo>
                <a:lnTo>
                  <a:pt x="7194" y="6161"/>
                </a:lnTo>
                <a:lnTo>
                  <a:pt x="7194" y="6163"/>
                </a:lnTo>
                <a:lnTo>
                  <a:pt x="7194" y="6166"/>
                </a:lnTo>
                <a:lnTo>
                  <a:pt x="7194" y="6167"/>
                </a:lnTo>
                <a:lnTo>
                  <a:pt x="7194" y="6169"/>
                </a:lnTo>
                <a:lnTo>
                  <a:pt x="7195" y="6170"/>
                </a:lnTo>
                <a:lnTo>
                  <a:pt x="7195" y="6171"/>
                </a:lnTo>
                <a:lnTo>
                  <a:pt x="7195" y="6172"/>
                </a:lnTo>
                <a:lnTo>
                  <a:pt x="7196" y="6173"/>
                </a:lnTo>
                <a:lnTo>
                  <a:pt x="7196" y="6174"/>
                </a:lnTo>
                <a:lnTo>
                  <a:pt x="7197" y="6175"/>
                </a:lnTo>
                <a:lnTo>
                  <a:pt x="7198" y="6175"/>
                </a:lnTo>
                <a:lnTo>
                  <a:pt x="7198" y="6176"/>
                </a:lnTo>
                <a:lnTo>
                  <a:pt x="7197" y="6177"/>
                </a:lnTo>
                <a:lnTo>
                  <a:pt x="7196" y="6179"/>
                </a:lnTo>
                <a:lnTo>
                  <a:pt x="7196" y="6180"/>
                </a:lnTo>
                <a:lnTo>
                  <a:pt x="7196" y="6181"/>
                </a:lnTo>
                <a:lnTo>
                  <a:pt x="7196" y="6182"/>
                </a:lnTo>
                <a:lnTo>
                  <a:pt x="7195" y="6182"/>
                </a:lnTo>
                <a:lnTo>
                  <a:pt x="7195" y="6181"/>
                </a:lnTo>
                <a:lnTo>
                  <a:pt x="7194" y="6182"/>
                </a:lnTo>
                <a:lnTo>
                  <a:pt x="7194" y="6183"/>
                </a:lnTo>
                <a:lnTo>
                  <a:pt x="7194" y="6184"/>
                </a:lnTo>
                <a:lnTo>
                  <a:pt x="7193" y="6186"/>
                </a:lnTo>
                <a:lnTo>
                  <a:pt x="7192" y="6186"/>
                </a:lnTo>
                <a:lnTo>
                  <a:pt x="7191" y="6187"/>
                </a:lnTo>
                <a:lnTo>
                  <a:pt x="7191" y="6188"/>
                </a:lnTo>
                <a:lnTo>
                  <a:pt x="7191" y="6190"/>
                </a:lnTo>
                <a:lnTo>
                  <a:pt x="7191" y="6191"/>
                </a:lnTo>
                <a:lnTo>
                  <a:pt x="7191" y="6192"/>
                </a:lnTo>
                <a:lnTo>
                  <a:pt x="7190" y="6192"/>
                </a:lnTo>
                <a:lnTo>
                  <a:pt x="7189" y="6192"/>
                </a:lnTo>
                <a:lnTo>
                  <a:pt x="7189" y="6191"/>
                </a:lnTo>
                <a:lnTo>
                  <a:pt x="7189" y="6190"/>
                </a:lnTo>
                <a:lnTo>
                  <a:pt x="7189" y="6189"/>
                </a:lnTo>
                <a:lnTo>
                  <a:pt x="7189" y="6188"/>
                </a:lnTo>
                <a:lnTo>
                  <a:pt x="7189" y="6187"/>
                </a:lnTo>
                <a:lnTo>
                  <a:pt x="7190" y="6187"/>
                </a:lnTo>
                <a:lnTo>
                  <a:pt x="7191" y="6187"/>
                </a:lnTo>
                <a:lnTo>
                  <a:pt x="7191" y="6186"/>
                </a:lnTo>
                <a:lnTo>
                  <a:pt x="7191" y="6184"/>
                </a:lnTo>
                <a:lnTo>
                  <a:pt x="7189" y="6182"/>
                </a:lnTo>
                <a:lnTo>
                  <a:pt x="7189" y="6181"/>
                </a:lnTo>
                <a:lnTo>
                  <a:pt x="7190" y="6180"/>
                </a:lnTo>
                <a:lnTo>
                  <a:pt x="7190" y="6179"/>
                </a:lnTo>
                <a:lnTo>
                  <a:pt x="7189" y="6179"/>
                </a:lnTo>
                <a:lnTo>
                  <a:pt x="7190" y="6178"/>
                </a:lnTo>
                <a:lnTo>
                  <a:pt x="7191" y="6177"/>
                </a:lnTo>
                <a:lnTo>
                  <a:pt x="7191" y="6176"/>
                </a:lnTo>
                <a:lnTo>
                  <a:pt x="7192" y="6176"/>
                </a:lnTo>
                <a:lnTo>
                  <a:pt x="7192" y="6175"/>
                </a:lnTo>
                <a:lnTo>
                  <a:pt x="7193" y="6175"/>
                </a:lnTo>
                <a:lnTo>
                  <a:pt x="7193" y="6174"/>
                </a:lnTo>
                <a:lnTo>
                  <a:pt x="7193" y="6172"/>
                </a:lnTo>
                <a:lnTo>
                  <a:pt x="7193" y="6170"/>
                </a:lnTo>
                <a:lnTo>
                  <a:pt x="7192" y="6168"/>
                </a:lnTo>
                <a:lnTo>
                  <a:pt x="7191" y="6168"/>
                </a:lnTo>
                <a:lnTo>
                  <a:pt x="7191" y="6167"/>
                </a:lnTo>
                <a:lnTo>
                  <a:pt x="7191" y="6166"/>
                </a:lnTo>
                <a:lnTo>
                  <a:pt x="7190" y="6165"/>
                </a:lnTo>
                <a:lnTo>
                  <a:pt x="7189" y="6164"/>
                </a:lnTo>
                <a:lnTo>
                  <a:pt x="7189" y="6163"/>
                </a:lnTo>
                <a:lnTo>
                  <a:pt x="7189" y="6162"/>
                </a:lnTo>
                <a:lnTo>
                  <a:pt x="7190" y="6162"/>
                </a:lnTo>
                <a:lnTo>
                  <a:pt x="7189" y="6162"/>
                </a:lnTo>
                <a:lnTo>
                  <a:pt x="7188" y="6161"/>
                </a:lnTo>
                <a:lnTo>
                  <a:pt x="7188" y="6160"/>
                </a:lnTo>
                <a:lnTo>
                  <a:pt x="7187" y="6160"/>
                </a:lnTo>
                <a:lnTo>
                  <a:pt x="7187" y="6159"/>
                </a:lnTo>
                <a:lnTo>
                  <a:pt x="7186" y="6159"/>
                </a:lnTo>
                <a:lnTo>
                  <a:pt x="7185" y="6159"/>
                </a:lnTo>
                <a:lnTo>
                  <a:pt x="7184" y="6159"/>
                </a:lnTo>
                <a:lnTo>
                  <a:pt x="7182" y="6159"/>
                </a:lnTo>
                <a:lnTo>
                  <a:pt x="7182" y="6158"/>
                </a:lnTo>
                <a:lnTo>
                  <a:pt x="7183" y="6157"/>
                </a:lnTo>
                <a:lnTo>
                  <a:pt x="7183" y="6156"/>
                </a:lnTo>
                <a:lnTo>
                  <a:pt x="7182" y="6156"/>
                </a:lnTo>
                <a:lnTo>
                  <a:pt x="7182" y="6155"/>
                </a:lnTo>
                <a:lnTo>
                  <a:pt x="7182" y="6156"/>
                </a:lnTo>
                <a:lnTo>
                  <a:pt x="7182" y="6157"/>
                </a:lnTo>
                <a:lnTo>
                  <a:pt x="7181" y="6157"/>
                </a:lnTo>
                <a:lnTo>
                  <a:pt x="7180" y="6157"/>
                </a:lnTo>
                <a:lnTo>
                  <a:pt x="7179" y="6156"/>
                </a:lnTo>
                <a:lnTo>
                  <a:pt x="7178" y="6156"/>
                </a:lnTo>
                <a:lnTo>
                  <a:pt x="7178" y="6155"/>
                </a:lnTo>
                <a:lnTo>
                  <a:pt x="7177" y="6155"/>
                </a:lnTo>
                <a:lnTo>
                  <a:pt x="7175" y="6155"/>
                </a:lnTo>
                <a:lnTo>
                  <a:pt x="7173" y="6154"/>
                </a:lnTo>
                <a:lnTo>
                  <a:pt x="7172" y="6153"/>
                </a:lnTo>
                <a:lnTo>
                  <a:pt x="7171" y="6153"/>
                </a:lnTo>
                <a:lnTo>
                  <a:pt x="7170" y="6153"/>
                </a:lnTo>
                <a:lnTo>
                  <a:pt x="7168" y="6153"/>
                </a:lnTo>
                <a:lnTo>
                  <a:pt x="7167" y="6154"/>
                </a:lnTo>
                <a:lnTo>
                  <a:pt x="7167" y="6153"/>
                </a:lnTo>
                <a:lnTo>
                  <a:pt x="7166" y="6154"/>
                </a:lnTo>
                <a:lnTo>
                  <a:pt x="7163" y="6154"/>
                </a:lnTo>
                <a:lnTo>
                  <a:pt x="7162" y="6154"/>
                </a:lnTo>
                <a:lnTo>
                  <a:pt x="7162" y="6153"/>
                </a:lnTo>
                <a:lnTo>
                  <a:pt x="7161" y="6153"/>
                </a:lnTo>
                <a:lnTo>
                  <a:pt x="7160" y="6153"/>
                </a:lnTo>
                <a:lnTo>
                  <a:pt x="7159" y="6152"/>
                </a:lnTo>
                <a:lnTo>
                  <a:pt x="7159" y="6151"/>
                </a:lnTo>
                <a:lnTo>
                  <a:pt x="7158" y="6151"/>
                </a:lnTo>
                <a:lnTo>
                  <a:pt x="7157" y="6150"/>
                </a:lnTo>
                <a:lnTo>
                  <a:pt x="7156" y="6150"/>
                </a:lnTo>
                <a:lnTo>
                  <a:pt x="7155" y="6150"/>
                </a:lnTo>
                <a:lnTo>
                  <a:pt x="7154" y="6150"/>
                </a:lnTo>
                <a:lnTo>
                  <a:pt x="7154" y="6151"/>
                </a:lnTo>
                <a:lnTo>
                  <a:pt x="7153" y="6151"/>
                </a:lnTo>
                <a:lnTo>
                  <a:pt x="7152" y="6151"/>
                </a:lnTo>
                <a:lnTo>
                  <a:pt x="7151" y="6151"/>
                </a:lnTo>
                <a:lnTo>
                  <a:pt x="7150" y="6152"/>
                </a:lnTo>
                <a:lnTo>
                  <a:pt x="7150" y="6153"/>
                </a:lnTo>
                <a:lnTo>
                  <a:pt x="7151" y="6153"/>
                </a:lnTo>
                <a:lnTo>
                  <a:pt x="7151" y="6152"/>
                </a:lnTo>
                <a:lnTo>
                  <a:pt x="7152" y="6152"/>
                </a:lnTo>
                <a:lnTo>
                  <a:pt x="7152" y="6153"/>
                </a:lnTo>
                <a:lnTo>
                  <a:pt x="7153" y="6153"/>
                </a:lnTo>
                <a:lnTo>
                  <a:pt x="7153" y="6154"/>
                </a:lnTo>
                <a:lnTo>
                  <a:pt x="7153" y="6155"/>
                </a:lnTo>
                <a:lnTo>
                  <a:pt x="7154" y="6155"/>
                </a:lnTo>
                <a:lnTo>
                  <a:pt x="7155" y="6156"/>
                </a:lnTo>
                <a:lnTo>
                  <a:pt x="7156" y="6156"/>
                </a:lnTo>
                <a:lnTo>
                  <a:pt x="7157" y="6156"/>
                </a:lnTo>
                <a:lnTo>
                  <a:pt x="7158" y="6156"/>
                </a:lnTo>
                <a:lnTo>
                  <a:pt x="7160" y="6156"/>
                </a:lnTo>
                <a:lnTo>
                  <a:pt x="7161" y="6156"/>
                </a:lnTo>
                <a:lnTo>
                  <a:pt x="7162" y="6156"/>
                </a:lnTo>
                <a:lnTo>
                  <a:pt x="7163" y="6155"/>
                </a:lnTo>
                <a:lnTo>
                  <a:pt x="7164" y="6155"/>
                </a:lnTo>
                <a:lnTo>
                  <a:pt x="7164" y="6156"/>
                </a:lnTo>
                <a:lnTo>
                  <a:pt x="7166" y="6156"/>
                </a:lnTo>
                <a:lnTo>
                  <a:pt x="7167" y="6157"/>
                </a:lnTo>
                <a:lnTo>
                  <a:pt x="7168" y="6158"/>
                </a:lnTo>
                <a:lnTo>
                  <a:pt x="7168" y="6159"/>
                </a:lnTo>
                <a:lnTo>
                  <a:pt x="7168" y="6160"/>
                </a:lnTo>
                <a:lnTo>
                  <a:pt x="7167" y="6160"/>
                </a:lnTo>
                <a:lnTo>
                  <a:pt x="7168" y="6160"/>
                </a:lnTo>
                <a:lnTo>
                  <a:pt x="7168" y="6161"/>
                </a:lnTo>
                <a:lnTo>
                  <a:pt x="7169" y="6162"/>
                </a:lnTo>
                <a:lnTo>
                  <a:pt x="7170" y="6163"/>
                </a:lnTo>
                <a:lnTo>
                  <a:pt x="7171" y="6164"/>
                </a:lnTo>
                <a:lnTo>
                  <a:pt x="7171" y="6165"/>
                </a:lnTo>
                <a:lnTo>
                  <a:pt x="7169" y="6167"/>
                </a:lnTo>
                <a:lnTo>
                  <a:pt x="7169" y="6168"/>
                </a:lnTo>
                <a:lnTo>
                  <a:pt x="7169" y="6169"/>
                </a:lnTo>
                <a:lnTo>
                  <a:pt x="7169" y="6170"/>
                </a:lnTo>
                <a:lnTo>
                  <a:pt x="7168" y="6170"/>
                </a:lnTo>
                <a:lnTo>
                  <a:pt x="7169" y="6170"/>
                </a:lnTo>
                <a:lnTo>
                  <a:pt x="7169" y="6171"/>
                </a:lnTo>
                <a:lnTo>
                  <a:pt x="7170" y="6171"/>
                </a:lnTo>
                <a:lnTo>
                  <a:pt x="7170" y="6172"/>
                </a:lnTo>
                <a:lnTo>
                  <a:pt x="7169" y="6172"/>
                </a:lnTo>
                <a:lnTo>
                  <a:pt x="7168" y="6172"/>
                </a:lnTo>
                <a:lnTo>
                  <a:pt x="7168" y="6173"/>
                </a:lnTo>
                <a:lnTo>
                  <a:pt x="7167" y="6173"/>
                </a:lnTo>
                <a:lnTo>
                  <a:pt x="7167" y="6174"/>
                </a:lnTo>
                <a:lnTo>
                  <a:pt x="7166" y="6174"/>
                </a:lnTo>
                <a:lnTo>
                  <a:pt x="7166" y="6175"/>
                </a:lnTo>
                <a:lnTo>
                  <a:pt x="7166" y="6176"/>
                </a:lnTo>
                <a:lnTo>
                  <a:pt x="7166" y="6177"/>
                </a:lnTo>
                <a:lnTo>
                  <a:pt x="7167" y="6178"/>
                </a:lnTo>
                <a:lnTo>
                  <a:pt x="7167" y="6179"/>
                </a:lnTo>
                <a:lnTo>
                  <a:pt x="7165" y="6180"/>
                </a:lnTo>
                <a:lnTo>
                  <a:pt x="7164" y="6181"/>
                </a:lnTo>
                <a:lnTo>
                  <a:pt x="7163" y="6183"/>
                </a:lnTo>
                <a:lnTo>
                  <a:pt x="7162" y="6186"/>
                </a:lnTo>
                <a:lnTo>
                  <a:pt x="7162" y="6187"/>
                </a:lnTo>
                <a:lnTo>
                  <a:pt x="7161" y="6187"/>
                </a:lnTo>
                <a:lnTo>
                  <a:pt x="7160" y="6187"/>
                </a:lnTo>
                <a:lnTo>
                  <a:pt x="7159" y="6186"/>
                </a:lnTo>
                <a:lnTo>
                  <a:pt x="7157" y="6184"/>
                </a:lnTo>
                <a:lnTo>
                  <a:pt x="7156" y="6184"/>
                </a:lnTo>
                <a:lnTo>
                  <a:pt x="7155" y="6184"/>
                </a:lnTo>
                <a:lnTo>
                  <a:pt x="7155" y="6185"/>
                </a:lnTo>
                <a:lnTo>
                  <a:pt x="7156" y="6185"/>
                </a:lnTo>
                <a:lnTo>
                  <a:pt x="7157" y="6186"/>
                </a:lnTo>
                <a:lnTo>
                  <a:pt x="7158" y="6186"/>
                </a:lnTo>
                <a:lnTo>
                  <a:pt x="7159" y="6187"/>
                </a:lnTo>
                <a:lnTo>
                  <a:pt x="7159" y="6188"/>
                </a:lnTo>
                <a:lnTo>
                  <a:pt x="7160" y="6189"/>
                </a:lnTo>
                <a:lnTo>
                  <a:pt x="7161" y="6190"/>
                </a:lnTo>
                <a:lnTo>
                  <a:pt x="7162" y="6191"/>
                </a:lnTo>
                <a:lnTo>
                  <a:pt x="7163" y="6191"/>
                </a:lnTo>
                <a:lnTo>
                  <a:pt x="7163" y="6190"/>
                </a:lnTo>
                <a:lnTo>
                  <a:pt x="7164" y="6190"/>
                </a:lnTo>
                <a:lnTo>
                  <a:pt x="7165" y="6189"/>
                </a:lnTo>
                <a:lnTo>
                  <a:pt x="7165" y="6190"/>
                </a:lnTo>
                <a:lnTo>
                  <a:pt x="7166" y="6190"/>
                </a:lnTo>
                <a:lnTo>
                  <a:pt x="7167" y="6189"/>
                </a:lnTo>
                <a:lnTo>
                  <a:pt x="7167" y="6188"/>
                </a:lnTo>
                <a:lnTo>
                  <a:pt x="7168" y="6187"/>
                </a:lnTo>
                <a:lnTo>
                  <a:pt x="7168" y="6188"/>
                </a:lnTo>
                <a:lnTo>
                  <a:pt x="7169" y="6188"/>
                </a:lnTo>
                <a:lnTo>
                  <a:pt x="7170" y="6188"/>
                </a:lnTo>
                <a:lnTo>
                  <a:pt x="7170" y="6187"/>
                </a:lnTo>
                <a:lnTo>
                  <a:pt x="7170" y="6186"/>
                </a:lnTo>
                <a:lnTo>
                  <a:pt x="7170" y="6185"/>
                </a:lnTo>
                <a:lnTo>
                  <a:pt x="7171" y="6185"/>
                </a:lnTo>
                <a:lnTo>
                  <a:pt x="7172" y="6185"/>
                </a:lnTo>
                <a:lnTo>
                  <a:pt x="7173" y="6185"/>
                </a:lnTo>
                <a:lnTo>
                  <a:pt x="7173" y="6186"/>
                </a:lnTo>
                <a:lnTo>
                  <a:pt x="7173" y="6187"/>
                </a:lnTo>
                <a:lnTo>
                  <a:pt x="7174" y="6187"/>
                </a:lnTo>
                <a:lnTo>
                  <a:pt x="7175" y="6187"/>
                </a:lnTo>
                <a:lnTo>
                  <a:pt x="7176" y="6187"/>
                </a:lnTo>
                <a:lnTo>
                  <a:pt x="7177" y="6188"/>
                </a:lnTo>
                <a:lnTo>
                  <a:pt x="7178" y="6188"/>
                </a:lnTo>
                <a:lnTo>
                  <a:pt x="7179" y="6188"/>
                </a:lnTo>
                <a:lnTo>
                  <a:pt x="7180" y="6189"/>
                </a:lnTo>
                <a:lnTo>
                  <a:pt x="7180" y="6190"/>
                </a:lnTo>
                <a:lnTo>
                  <a:pt x="7178" y="6190"/>
                </a:lnTo>
                <a:lnTo>
                  <a:pt x="7178" y="6191"/>
                </a:lnTo>
                <a:lnTo>
                  <a:pt x="7177" y="6191"/>
                </a:lnTo>
                <a:lnTo>
                  <a:pt x="7177" y="6192"/>
                </a:lnTo>
                <a:lnTo>
                  <a:pt x="7177" y="6193"/>
                </a:lnTo>
                <a:lnTo>
                  <a:pt x="7177" y="6194"/>
                </a:lnTo>
                <a:lnTo>
                  <a:pt x="7176" y="6194"/>
                </a:lnTo>
                <a:lnTo>
                  <a:pt x="7175" y="6193"/>
                </a:lnTo>
                <a:lnTo>
                  <a:pt x="7174" y="6192"/>
                </a:lnTo>
                <a:lnTo>
                  <a:pt x="7173" y="6192"/>
                </a:lnTo>
                <a:lnTo>
                  <a:pt x="7171" y="6193"/>
                </a:lnTo>
                <a:lnTo>
                  <a:pt x="7171" y="6194"/>
                </a:lnTo>
                <a:lnTo>
                  <a:pt x="7171" y="6195"/>
                </a:lnTo>
                <a:lnTo>
                  <a:pt x="7171" y="6196"/>
                </a:lnTo>
                <a:lnTo>
                  <a:pt x="7170" y="6197"/>
                </a:lnTo>
                <a:lnTo>
                  <a:pt x="7170" y="6198"/>
                </a:lnTo>
                <a:lnTo>
                  <a:pt x="7170" y="6199"/>
                </a:lnTo>
                <a:lnTo>
                  <a:pt x="7169" y="6200"/>
                </a:lnTo>
                <a:lnTo>
                  <a:pt x="7170" y="6201"/>
                </a:lnTo>
                <a:lnTo>
                  <a:pt x="7170" y="6202"/>
                </a:lnTo>
                <a:lnTo>
                  <a:pt x="7170" y="6203"/>
                </a:lnTo>
                <a:lnTo>
                  <a:pt x="7170" y="6204"/>
                </a:lnTo>
                <a:lnTo>
                  <a:pt x="7171" y="6204"/>
                </a:lnTo>
                <a:lnTo>
                  <a:pt x="7172" y="6204"/>
                </a:lnTo>
                <a:lnTo>
                  <a:pt x="7174" y="6205"/>
                </a:lnTo>
                <a:lnTo>
                  <a:pt x="7174" y="6206"/>
                </a:lnTo>
                <a:lnTo>
                  <a:pt x="7173" y="6207"/>
                </a:lnTo>
                <a:lnTo>
                  <a:pt x="7172" y="6207"/>
                </a:lnTo>
                <a:lnTo>
                  <a:pt x="7171" y="6207"/>
                </a:lnTo>
                <a:lnTo>
                  <a:pt x="7170" y="6207"/>
                </a:lnTo>
                <a:lnTo>
                  <a:pt x="7169" y="6208"/>
                </a:lnTo>
                <a:lnTo>
                  <a:pt x="7168" y="6208"/>
                </a:lnTo>
                <a:lnTo>
                  <a:pt x="7168" y="6207"/>
                </a:lnTo>
                <a:lnTo>
                  <a:pt x="7167" y="6207"/>
                </a:lnTo>
                <a:lnTo>
                  <a:pt x="7167" y="6206"/>
                </a:lnTo>
                <a:lnTo>
                  <a:pt x="7166" y="6207"/>
                </a:lnTo>
                <a:lnTo>
                  <a:pt x="7165" y="6207"/>
                </a:lnTo>
                <a:lnTo>
                  <a:pt x="7165" y="6206"/>
                </a:lnTo>
                <a:lnTo>
                  <a:pt x="7164" y="6206"/>
                </a:lnTo>
                <a:lnTo>
                  <a:pt x="7163" y="6207"/>
                </a:lnTo>
                <a:lnTo>
                  <a:pt x="7162" y="6208"/>
                </a:lnTo>
                <a:lnTo>
                  <a:pt x="7162" y="6209"/>
                </a:lnTo>
                <a:lnTo>
                  <a:pt x="7161" y="6210"/>
                </a:lnTo>
                <a:lnTo>
                  <a:pt x="7161" y="6211"/>
                </a:lnTo>
                <a:lnTo>
                  <a:pt x="7161" y="6212"/>
                </a:lnTo>
                <a:lnTo>
                  <a:pt x="7160" y="6214"/>
                </a:lnTo>
                <a:lnTo>
                  <a:pt x="7161" y="6214"/>
                </a:lnTo>
                <a:lnTo>
                  <a:pt x="7161" y="6216"/>
                </a:lnTo>
                <a:lnTo>
                  <a:pt x="7161" y="6217"/>
                </a:lnTo>
                <a:lnTo>
                  <a:pt x="7161" y="6218"/>
                </a:lnTo>
                <a:lnTo>
                  <a:pt x="7162" y="6220"/>
                </a:lnTo>
                <a:lnTo>
                  <a:pt x="7163" y="6220"/>
                </a:lnTo>
                <a:lnTo>
                  <a:pt x="7163" y="6221"/>
                </a:lnTo>
                <a:lnTo>
                  <a:pt x="7164" y="6221"/>
                </a:lnTo>
                <a:lnTo>
                  <a:pt x="7164" y="6220"/>
                </a:lnTo>
                <a:lnTo>
                  <a:pt x="7165" y="6220"/>
                </a:lnTo>
                <a:lnTo>
                  <a:pt x="7166" y="6221"/>
                </a:lnTo>
                <a:lnTo>
                  <a:pt x="7166" y="6220"/>
                </a:lnTo>
                <a:lnTo>
                  <a:pt x="7167" y="6220"/>
                </a:lnTo>
                <a:lnTo>
                  <a:pt x="7167" y="6221"/>
                </a:lnTo>
                <a:lnTo>
                  <a:pt x="7166" y="6221"/>
                </a:lnTo>
                <a:lnTo>
                  <a:pt x="7166" y="6222"/>
                </a:lnTo>
                <a:lnTo>
                  <a:pt x="7165" y="6223"/>
                </a:lnTo>
                <a:lnTo>
                  <a:pt x="7164" y="6223"/>
                </a:lnTo>
                <a:lnTo>
                  <a:pt x="7164" y="6222"/>
                </a:lnTo>
                <a:lnTo>
                  <a:pt x="7164" y="6221"/>
                </a:lnTo>
                <a:lnTo>
                  <a:pt x="7163" y="6222"/>
                </a:lnTo>
                <a:lnTo>
                  <a:pt x="7162" y="6222"/>
                </a:lnTo>
                <a:lnTo>
                  <a:pt x="7161" y="6223"/>
                </a:lnTo>
                <a:lnTo>
                  <a:pt x="7160" y="6223"/>
                </a:lnTo>
                <a:lnTo>
                  <a:pt x="7159" y="6223"/>
                </a:lnTo>
                <a:lnTo>
                  <a:pt x="7158" y="6224"/>
                </a:lnTo>
                <a:lnTo>
                  <a:pt x="7157" y="6224"/>
                </a:lnTo>
                <a:lnTo>
                  <a:pt x="7155" y="6225"/>
                </a:lnTo>
                <a:lnTo>
                  <a:pt x="7154" y="6227"/>
                </a:lnTo>
                <a:lnTo>
                  <a:pt x="7153" y="6227"/>
                </a:lnTo>
                <a:lnTo>
                  <a:pt x="7154" y="6227"/>
                </a:lnTo>
                <a:lnTo>
                  <a:pt x="7154" y="6226"/>
                </a:lnTo>
                <a:lnTo>
                  <a:pt x="7153" y="6226"/>
                </a:lnTo>
                <a:lnTo>
                  <a:pt x="7153" y="6225"/>
                </a:lnTo>
                <a:lnTo>
                  <a:pt x="7152" y="6225"/>
                </a:lnTo>
                <a:lnTo>
                  <a:pt x="7152" y="6224"/>
                </a:lnTo>
                <a:lnTo>
                  <a:pt x="7151" y="6224"/>
                </a:lnTo>
                <a:lnTo>
                  <a:pt x="7150" y="6225"/>
                </a:lnTo>
                <a:lnTo>
                  <a:pt x="7149" y="6225"/>
                </a:lnTo>
                <a:lnTo>
                  <a:pt x="7147" y="6226"/>
                </a:lnTo>
                <a:lnTo>
                  <a:pt x="7145" y="6227"/>
                </a:lnTo>
                <a:lnTo>
                  <a:pt x="7144" y="6227"/>
                </a:lnTo>
                <a:lnTo>
                  <a:pt x="7143" y="6227"/>
                </a:lnTo>
                <a:lnTo>
                  <a:pt x="7143" y="6226"/>
                </a:lnTo>
                <a:lnTo>
                  <a:pt x="7144" y="6225"/>
                </a:lnTo>
                <a:lnTo>
                  <a:pt x="7145" y="6225"/>
                </a:lnTo>
                <a:lnTo>
                  <a:pt x="7145" y="6224"/>
                </a:lnTo>
                <a:lnTo>
                  <a:pt x="7146" y="6223"/>
                </a:lnTo>
                <a:lnTo>
                  <a:pt x="7146" y="6222"/>
                </a:lnTo>
                <a:lnTo>
                  <a:pt x="7147" y="6221"/>
                </a:lnTo>
                <a:lnTo>
                  <a:pt x="7148" y="6220"/>
                </a:lnTo>
                <a:lnTo>
                  <a:pt x="7149" y="6219"/>
                </a:lnTo>
                <a:lnTo>
                  <a:pt x="7150" y="6219"/>
                </a:lnTo>
                <a:lnTo>
                  <a:pt x="7151" y="6217"/>
                </a:lnTo>
                <a:lnTo>
                  <a:pt x="7153" y="6214"/>
                </a:lnTo>
                <a:lnTo>
                  <a:pt x="7153" y="6213"/>
                </a:lnTo>
                <a:lnTo>
                  <a:pt x="7152" y="6212"/>
                </a:lnTo>
                <a:lnTo>
                  <a:pt x="7149" y="6206"/>
                </a:lnTo>
                <a:lnTo>
                  <a:pt x="7148" y="6206"/>
                </a:lnTo>
                <a:lnTo>
                  <a:pt x="7147" y="6206"/>
                </a:lnTo>
                <a:lnTo>
                  <a:pt x="7146" y="6205"/>
                </a:lnTo>
                <a:lnTo>
                  <a:pt x="7146" y="6204"/>
                </a:lnTo>
                <a:lnTo>
                  <a:pt x="7145" y="6204"/>
                </a:lnTo>
                <a:lnTo>
                  <a:pt x="7145" y="6203"/>
                </a:lnTo>
                <a:lnTo>
                  <a:pt x="7145" y="6202"/>
                </a:lnTo>
                <a:lnTo>
                  <a:pt x="7147" y="6200"/>
                </a:lnTo>
                <a:lnTo>
                  <a:pt x="7147" y="6199"/>
                </a:lnTo>
                <a:lnTo>
                  <a:pt x="7148" y="6198"/>
                </a:lnTo>
                <a:lnTo>
                  <a:pt x="7148" y="6197"/>
                </a:lnTo>
                <a:lnTo>
                  <a:pt x="7148" y="6196"/>
                </a:lnTo>
                <a:lnTo>
                  <a:pt x="7146" y="6194"/>
                </a:lnTo>
                <a:lnTo>
                  <a:pt x="7145" y="6192"/>
                </a:lnTo>
                <a:lnTo>
                  <a:pt x="7145" y="6191"/>
                </a:lnTo>
                <a:lnTo>
                  <a:pt x="7146" y="6190"/>
                </a:lnTo>
                <a:lnTo>
                  <a:pt x="7148" y="6188"/>
                </a:lnTo>
                <a:lnTo>
                  <a:pt x="7149" y="6187"/>
                </a:lnTo>
                <a:lnTo>
                  <a:pt x="7148" y="6187"/>
                </a:lnTo>
                <a:lnTo>
                  <a:pt x="7149" y="6186"/>
                </a:lnTo>
                <a:lnTo>
                  <a:pt x="7149" y="6185"/>
                </a:lnTo>
                <a:lnTo>
                  <a:pt x="7150" y="6184"/>
                </a:lnTo>
                <a:lnTo>
                  <a:pt x="7151" y="6183"/>
                </a:lnTo>
                <a:lnTo>
                  <a:pt x="7153" y="6183"/>
                </a:lnTo>
                <a:lnTo>
                  <a:pt x="7153" y="6184"/>
                </a:lnTo>
                <a:lnTo>
                  <a:pt x="7154" y="6184"/>
                </a:lnTo>
                <a:lnTo>
                  <a:pt x="7154" y="6185"/>
                </a:lnTo>
                <a:lnTo>
                  <a:pt x="7155" y="6184"/>
                </a:lnTo>
                <a:lnTo>
                  <a:pt x="7153" y="6182"/>
                </a:lnTo>
                <a:lnTo>
                  <a:pt x="7151" y="6182"/>
                </a:lnTo>
                <a:lnTo>
                  <a:pt x="7151" y="6183"/>
                </a:lnTo>
                <a:lnTo>
                  <a:pt x="7150" y="6183"/>
                </a:lnTo>
                <a:lnTo>
                  <a:pt x="7149" y="6184"/>
                </a:lnTo>
                <a:lnTo>
                  <a:pt x="7148" y="6185"/>
                </a:lnTo>
                <a:lnTo>
                  <a:pt x="7147" y="6186"/>
                </a:lnTo>
                <a:lnTo>
                  <a:pt x="7147" y="6187"/>
                </a:lnTo>
                <a:lnTo>
                  <a:pt x="7146" y="6188"/>
                </a:lnTo>
                <a:lnTo>
                  <a:pt x="7145" y="6189"/>
                </a:lnTo>
                <a:lnTo>
                  <a:pt x="7144" y="6190"/>
                </a:lnTo>
                <a:lnTo>
                  <a:pt x="7143" y="6190"/>
                </a:lnTo>
                <a:lnTo>
                  <a:pt x="7142" y="6191"/>
                </a:lnTo>
                <a:lnTo>
                  <a:pt x="7141" y="6191"/>
                </a:lnTo>
                <a:lnTo>
                  <a:pt x="7140" y="6191"/>
                </a:lnTo>
                <a:lnTo>
                  <a:pt x="7139" y="6190"/>
                </a:lnTo>
                <a:lnTo>
                  <a:pt x="7138" y="6190"/>
                </a:lnTo>
                <a:lnTo>
                  <a:pt x="7138" y="6191"/>
                </a:lnTo>
                <a:lnTo>
                  <a:pt x="7139" y="6192"/>
                </a:lnTo>
                <a:lnTo>
                  <a:pt x="7138" y="6193"/>
                </a:lnTo>
                <a:lnTo>
                  <a:pt x="7137" y="6193"/>
                </a:lnTo>
                <a:lnTo>
                  <a:pt x="7134" y="6194"/>
                </a:lnTo>
                <a:lnTo>
                  <a:pt x="7132" y="6195"/>
                </a:lnTo>
                <a:lnTo>
                  <a:pt x="7131" y="6196"/>
                </a:lnTo>
                <a:lnTo>
                  <a:pt x="7131" y="6197"/>
                </a:lnTo>
                <a:lnTo>
                  <a:pt x="7131" y="6198"/>
                </a:lnTo>
                <a:lnTo>
                  <a:pt x="7131" y="6200"/>
                </a:lnTo>
                <a:lnTo>
                  <a:pt x="7131" y="6201"/>
                </a:lnTo>
                <a:lnTo>
                  <a:pt x="7132" y="6203"/>
                </a:lnTo>
                <a:lnTo>
                  <a:pt x="7133" y="6204"/>
                </a:lnTo>
                <a:lnTo>
                  <a:pt x="7133" y="6205"/>
                </a:lnTo>
                <a:lnTo>
                  <a:pt x="7133" y="6206"/>
                </a:lnTo>
                <a:lnTo>
                  <a:pt x="7134" y="6206"/>
                </a:lnTo>
                <a:lnTo>
                  <a:pt x="7133" y="6207"/>
                </a:lnTo>
                <a:lnTo>
                  <a:pt x="7132" y="6207"/>
                </a:lnTo>
                <a:lnTo>
                  <a:pt x="7131" y="6208"/>
                </a:lnTo>
                <a:lnTo>
                  <a:pt x="7131" y="6209"/>
                </a:lnTo>
                <a:lnTo>
                  <a:pt x="7132" y="6210"/>
                </a:lnTo>
                <a:lnTo>
                  <a:pt x="7132" y="6212"/>
                </a:lnTo>
                <a:lnTo>
                  <a:pt x="7133" y="6213"/>
                </a:lnTo>
                <a:lnTo>
                  <a:pt x="7133" y="6214"/>
                </a:lnTo>
                <a:lnTo>
                  <a:pt x="7134" y="6214"/>
                </a:lnTo>
                <a:lnTo>
                  <a:pt x="7134" y="6215"/>
                </a:lnTo>
                <a:lnTo>
                  <a:pt x="7135" y="6215"/>
                </a:lnTo>
                <a:lnTo>
                  <a:pt x="7135" y="6216"/>
                </a:lnTo>
                <a:lnTo>
                  <a:pt x="7135" y="6217"/>
                </a:lnTo>
                <a:lnTo>
                  <a:pt x="7134" y="6217"/>
                </a:lnTo>
                <a:lnTo>
                  <a:pt x="7134" y="6218"/>
                </a:lnTo>
                <a:lnTo>
                  <a:pt x="7133" y="6218"/>
                </a:lnTo>
                <a:lnTo>
                  <a:pt x="7132" y="6218"/>
                </a:lnTo>
                <a:lnTo>
                  <a:pt x="7131" y="6218"/>
                </a:lnTo>
                <a:lnTo>
                  <a:pt x="7130" y="6220"/>
                </a:lnTo>
                <a:lnTo>
                  <a:pt x="7131" y="6220"/>
                </a:lnTo>
                <a:lnTo>
                  <a:pt x="7131" y="6221"/>
                </a:lnTo>
                <a:lnTo>
                  <a:pt x="7130" y="6222"/>
                </a:lnTo>
                <a:lnTo>
                  <a:pt x="7129" y="6222"/>
                </a:lnTo>
                <a:lnTo>
                  <a:pt x="7127" y="6223"/>
                </a:lnTo>
                <a:lnTo>
                  <a:pt x="7126" y="6223"/>
                </a:lnTo>
                <a:lnTo>
                  <a:pt x="7126" y="6222"/>
                </a:lnTo>
                <a:lnTo>
                  <a:pt x="7127" y="6222"/>
                </a:lnTo>
                <a:lnTo>
                  <a:pt x="7127" y="6221"/>
                </a:lnTo>
                <a:lnTo>
                  <a:pt x="7126" y="6220"/>
                </a:lnTo>
                <a:lnTo>
                  <a:pt x="7126" y="6218"/>
                </a:lnTo>
                <a:lnTo>
                  <a:pt x="7126" y="6217"/>
                </a:lnTo>
                <a:lnTo>
                  <a:pt x="7127" y="6216"/>
                </a:lnTo>
                <a:lnTo>
                  <a:pt x="7127" y="6215"/>
                </a:lnTo>
                <a:lnTo>
                  <a:pt x="7127" y="6213"/>
                </a:lnTo>
                <a:lnTo>
                  <a:pt x="7127" y="6212"/>
                </a:lnTo>
                <a:lnTo>
                  <a:pt x="7127" y="6211"/>
                </a:lnTo>
                <a:lnTo>
                  <a:pt x="7128" y="6209"/>
                </a:lnTo>
                <a:lnTo>
                  <a:pt x="7127" y="6207"/>
                </a:lnTo>
                <a:lnTo>
                  <a:pt x="7126" y="6207"/>
                </a:lnTo>
                <a:lnTo>
                  <a:pt x="7125" y="6206"/>
                </a:lnTo>
                <a:lnTo>
                  <a:pt x="7124" y="6206"/>
                </a:lnTo>
                <a:lnTo>
                  <a:pt x="7125" y="6206"/>
                </a:lnTo>
                <a:lnTo>
                  <a:pt x="7126" y="6207"/>
                </a:lnTo>
                <a:lnTo>
                  <a:pt x="7127" y="6208"/>
                </a:lnTo>
                <a:lnTo>
                  <a:pt x="7127" y="6209"/>
                </a:lnTo>
                <a:lnTo>
                  <a:pt x="7126" y="6209"/>
                </a:lnTo>
                <a:lnTo>
                  <a:pt x="7126" y="6208"/>
                </a:lnTo>
                <a:lnTo>
                  <a:pt x="7125" y="6208"/>
                </a:lnTo>
                <a:lnTo>
                  <a:pt x="7125" y="6209"/>
                </a:lnTo>
                <a:lnTo>
                  <a:pt x="7125" y="6210"/>
                </a:lnTo>
                <a:lnTo>
                  <a:pt x="7125" y="6211"/>
                </a:lnTo>
                <a:lnTo>
                  <a:pt x="7125" y="6212"/>
                </a:lnTo>
                <a:lnTo>
                  <a:pt x="7124" y="6212"/>
                </a:lnTo>
                <a:lnTo>
                  <a:pt x="7124" y="6211"/>
                </a:lnTo>
                <a:lnTo>
                  <a:pt x="7124" y="6210"/>
                </a:lnTo>
                <a:lnTo>
                  <a:pt x="7123" y="6209"/>
                </a:lnTo>
                <a:lnTo>
                  <a:pt x="7121" y="6208"/>
                </a:lnTo>
                <a:lnTo>
                  <a:pt x="7121" y="6209"/>
                </a:lnTo>
                <a:lnTo>
                  <a:pt x="7122" y="6210"/>
                </a:lnTo>
                <a:lnTo>
                  <a:pt x="7123" y="6210"/>
                </a:lnTo>
                <a:lnTo>
                  <a:pt x="7123" y="6212"/>
                </a:lnTo>
                <a:lnTo>
                  <a:pt x="7122" y="6212"/>
                </a:lnTo>
                <a:lnTo>
                  <a:pt x="7121" y="6212"/>
                </a:lnTo>
                <a:lnTo>
                  <a:pt x="7122" y="6213"/>
                </a:lnTo>
                <a:lnTo>
                  <a:pt x="7123" y="6213"/>
                </a:lnTo>
                <a:lnTo>
                  <a:pt x="7124" y="6214"/>
                </a:lnTo>
                <a:lnTo>
                  <a:pt x="7125" y="6216"/>
                </a:lnTo>
                <a:lnTo>
                  <a:pt x="7125" y="6217"/>
                </a:lnTo>
                <a:lnTo>
                  <a:pt x="7125" y="6219"/>
                </a:lnTo>
                <a:lnTo>
                  <a:pt x="7124" y="6219"/>
                </a:lnTo>
                <a:lnTo>
                  <a:pt x="7123" y="6219"/>
                </a:lnTo>
                <a:lnTo>
                  <a:pt x="7121" y="6220"/>
                </a:lnTo>
                <a:lnTo>
                  <a:pt x="7120" y="6220"/>
                </a:lnTo>
                <a:lnTo>
                  <a:pt x="7119" y="6221"/>
                </a:lnTo>
                <a:lnTo>
                  <a:pt x="7118" y="6221"/>
                </a:lnTo>
                <a:lnTo>
                  <a:pt x="7117" y="6222"/>
                </a:lnTo>
                <a:lnTo>
                  <a:pt x="7115" y="6223"/>
                </a:lnTo>
                <a:lnTo>
                  <a:pt x="7114" y="6224"/>
                </a:lnTo>
                <a:lnTo>
                  <a:pt x="7111" y="6226"/>
                </a:lnTo>
                <a:lnTo>
                  <a:pt x="7110" y="6228"/>
                </a:lnTo>
                <a:lnTo>
                  <a:pt x="7109" y="6230"/>
                </a:lnTo>
                <a:lnTo>
                  <a:pt x="7108" y="6231"/>
                </a:lnTo>
                <a:lnTo>
                  <a:pt x="7108" y="6232"/>
                </a:lnTo>
                <a:lnTo>
                  <a:pt x="7108" y="6233"/>
                </a:lnTo>
                <a:lnTo>
                  <a:pt x="7107" y="6234"/>
                </a:lnTo>
                <a:lnTo>
                  <a:pt x="7105" y="6234"/>
                </a:lnTo>
                <a:lnTo>
                  <a:pt x="7104" y="6234"/>
                </a:lnTo>
                <a:lnTo>
                  <a:pt x="7103" y="6235"/>
                </a:lnTo>
                <a:lnTo>
                  <a:pt x="7102" y="6235"/>
                </a:lnTo>
                <a:lnTo>
                  <a:pt x="7102" y="6236"/>
                </a:lnTo>
                <a:lnTo>
                  <a:pt x="7101" y="6237"/>
                </a:lnTo>
                <a:lnTo>
                  <a:pt x="7101" y="6238"/>
                </a:lnTo>
                <a:lnTo>
                  <a:pt x="7100" y="6238"/>
                </a:lnTo>
                <a:lnTo>
                  <a:pt x="7100" y="6237"/>
                </a:lnTo>
                <a:lnTo>
                  <a:pt x="7099" y="6237"/>
                </a:lnTo>
                <a:lnTo>
                  <a:pt x="7099" y="6236"/>
                </a:lnTo>
                <a:lnTo>
                  <a:pt x="7100" y="6235"/>
                </a:lnTo>
                <a:lnTo>
                  <a:pt x="7099" y="6233"/>
                </a:lnTo>
                <a:lnTo>
                  <a:pt x="7099" y="6232"/>
                </a:lnTo>
                <a:lnTo>
                  <a:pt x="7100" y="6231"/>
                </a:lnTo>
                <a:lnTo>
                  <a:pt x="7100" y="6230"/>
                </a:lnTo>
                <a:lnTo>
                  <a:pt x="7100" y="6229"/>
                </a:lnTo>
                <a:lnTo>
                  <a:pt x="7099" y="6229"/>
                </a:lnTo>
                <a:lnTo>
                  <a:pt x="7098" y="6228"/>
                </a:lnTo>
                <a:lnTo>
                  <a:pt x="7097" y="6226"/>
                </a:lnTo>
                <a:lnTo>
                  <a:pt x="7097" y="6224"/>
                </a:lnTo>
                <a:lnTo>
                  <a:pt x="7097" y="6223"/>
                </a:lnTo>
                <a:lnTo>
                  <a:pt x="7096" y="6223"/>
                </a:lnTo>
                <a:lnTo>
                  <a:pt x="7093" y="6224"/>
                </a:lnTo>
                <a:lnTo>
                  <a:pt x="7092" y="6224"/>
                </a:lnTo>
                <a:lnTo>
                  <a:pt x="7090" y="6224"/>
                </a:lnTo>
                <a:lnTo>
                  <a:pt x="7089" y="6224"/>
                </a:lnTo>
                <a:lnTo>
                  <a:pt x="7088" y="6223"/>
                </a:lnTo>
                <a:lnTo>
                  <a:pt x="7088" y="6224"/>
                </a:lnTo>
                <a:lnTo>
                  <a:pt x="7087" y="6224"/>
                </a:lnTo>
                <a:lnTo>
                  <a:pt x="7087" y="6225"/>
                </a:lnTo>
                <a:lnTo>
                  <a:pt x="7086" y="6225"/>
                </a:lnTo>
                <a:lnTo>
                  <a:pt x="7084" y="6225"/>
                </a:lnTo>
                <a:lnTo>
                  <a:pt x="7082" y="6224"/>
                </a:lnTo>
                <a:lnTo>
                  <a:pt x="7080" y="6223"/>
                </a:lnTo>
                <a:lnTo>
                  <a:pt x="7080" y="6224"/>
                </a:lnTo>
                <a:lnTo>
                  <a:pt x="7080" y="6225"/>
                </a:lnTo>
                <a:lnTo>
                  <a:pt x="7079" y="6226"/>
                </a:lnTo>
                <a:lnTo>
                  <a:pt x="7078" y="6227"/>
                </a:lnTo>
                <a:lnTo>
                  <a:pt x="7077" y="6227"/>
                </a:lnTo>
                <a:lnTo>
                  <a:pt x="7076" y="6228"/>
                </a:lnTo>
                <a:lnTo>
                  <a:pt x="7077" y="6230"/>
                </a:lnTo>
                <a:lnTo>
                  <a:pt x="7078" y="6230"/>
                </a:lnTo>
                <a:lnTo>
                  <a:pt x="7079" y="6230"/>
                </a:lnTo>
                <a:lnTo>
                  <a:pt x="7079" y="6231"/>
                </a:lnTo>
                <a:lnTo>
                  <a:pt x="7079" y="6233"/>
                </a:lnTo>
                <a:lnTo>
                  <a:pt x="7078" y="6233"/>
                </a:lnTo>
                <a:lnTo>
                  <a:pt x="7078" y="6234"/>
                </a:lnTo>
                <a:lnTo>
                  <a:pt x="7077" y="6234"/>
                </a:lnTo>
                <a:lnTo>
                  <a:pt x="7077" y="6235"/>
                </a:lnTo>
                <a:lnTo>
                  <a:pt x="7077" y="6236"/>
                </a:lnTo>
                <a:lnTo>
                  <a:pt x="7077" y="6237"/>
                </a:lnTo>
                <a:lnTo>
                  <a:pt x="7077" y="6238"/>
                </a:lnTo>
                <a:lnTo>
                  <a:pt x="7078" y="6238"/>
                </a:lnTo>
                <a:lnTo>
                  <a:pt x="7078" y="6239"/>
                </a:lnTo>
                <a:lnTo>
                  <a:pt x="7078" y="6240"/>
                </a:lnTo>
                <a:lnTo>
                  <a:pt x="7079" y="6240"/>
                </a:lnTo>
                <a:lnTo>
                  <a:pt x="7079" y="6239"/>
                </a:lnTo>
                <a:lnTo>
                  <a:pt x="7079" y="6238"/>
                </a:lnTo>
                <a:lnTo>
                  <a:pt x="7080" y="6237"/>
                </a:lnTo>
                <a:lnTo>
                  <a:pt x="7080" y="6238"/>
                </a:lnTo>
                <a:lnTo>
                  <a:pt x="7081" y="6238"/>
                </a:lnTo>
                <a:lnTo>
                  <a:pt x="7082" y="6238"/>
                </a:lnTo>
                <a:lnTo>
                  <a:pt x="7083" y="6237"/>
                </a:lnTo>
                <a:lnTo>
                  <a:pt x="7084" y="6236"/>
                </a:lnTo>
                <a:lnTo>
                  <a:pt x="7086" y="6236"/>
                </a:lnTo>
                <a:lnTo>
                  <a:pt x="7087" y="6236"/>
                </a:lnTo>
                <a:lnTo>
                  <a:pt x="7088" y="6236"/>
                </a:lnTo>
                <a:lnTo>
                  <a:pt x="7088" y="6237"/>
                </a:lnTo>
                <a:lnTo>
                  <a:pt x="7088" y="6238"/>
                </a:lnTo>
                <a:lnTo>
                  <a:pt x="7087" y="6239"/>
                </a:lnTo>
                <a:lnTo>
                  <a:pt x="7085" y="6240"/>
                </a:lnTo>
                <a:lnTo>
                  <a:pt x="7084" y="6241"/>
                </a:lnTo>
                <a:lnTo>
                  <a:pt x="7084" y="6243"/>
                </a:lnTo>
                <a:lnTo>
                  <a:pt x="7084" y="6247"/>
                </a:lnTo>
                <a:lnTo>
                  <a:pt x="7085" y="6247"/>
                </a:lnTo>
                <a:lnTo>
                  <a:pt x="7084" y="6248"/>
                </a:lnTo>
                <a:lnTo>
                  <a:pt x="7083" y="6248"/>
                </a:lnTo>
                <a:lnTo>
                  <a:pt x="7082" y="6248"/>
                </a:lnTo>
                <a:lnTo>
                  <a:pt x="7082" y="6247"/>
                </a:lnTo>
                <a:lnTo>
                  <a:pt x="7081" y="6247"/>
                </a:lnTo>
                <a:lnTo>
                  <a:pt x="7080" y="6247"/>
                </a:lnTo>
                <a:lnTo>
                  <a:pt x="7079" y="6247"/>
                </a:lnTo>
                <a:lnTo>
                  <a:pt x="7078" y="6247"/>
                </a:lnTo>
                <a:lnTo>
                  <a:pt x="7077" y="6247"/>
                </a:lnTo>
                <a:lnTo>
                  <a:pt x="7076" y="6247"/>
                </a:lnTo>
                <a:lnTo>
                  <a:pt x="7075" y="6247"/>
                </a:lnTo>
                <a:lnTo>
                  <a:pt x="7074" y="6247"/>
                </a:lnTo>
                <a:lnTo>
                  <a:pt x="7074" y="6246"/>
                </a:lnTo>
                <a:lnTo>
                  <a:pt x="7073" y="6246"/>
                </a:lnTo>
                <a:lnTo>
                  <a:pt x="7072" y="6245"/>
                </a:lnTo>
                <a:lnTo>
                  <a:pt x="7073" y="6244"/>
                </a:lnTo>
                <a:lnTo>
                  <a:pt x="7074" y="6243"/>
                </a:lnTo>
                <a:lnTo>
                  <a:pt x="7076" y="6242"/>
                </a:lnTo>
                <a:lnTo>
                  <a:pt x="7077" y="6242"/>
                </a:lnTo>
                <a:lnTo>
                  <a:pt x="7078" y="6242"/>
                </a:lnTo>
                <a:lnTo>
                  <a:pt x="7078" y="6241"/>
                </a:lnTo>
                <a:lnTo>
                  <a:pt x="7077" y="6242"/>
                </a:lnTo>
                <a:lnTo>
                  <a:pt x="7076" y="6242"/>
                </a:lnTo>
                <a:lnTo>
                  <a:pt x="7075" y="6242"/>
                </a:lnTo>
                <a:lnTo>
                  <a:pt x="7074" y="6242"/>
                </a:lnTo>
                <a:lnTo>
                  <a:pt x="7074" y="6241"/>
                </a:lnTo>
                <a:lnTo>
                  <a:pt x="7073" y="6243"/>
                </a:lnTo>
                <a:lnTo>
                  <a:pt x="7072" y="6243"/>
                </a:lnTo>
                <a:lnTo>
                  <a:pt x="7071" y="6243"/>
                </a:lnTo>
                <a:lnTo>
                  <a:pt x="7070" y="6243"/>
                </a:lnTo>
                <a:lnTo>
                  <a:pt x="7070" y="6241"/>
                </a:lnTo>
                <a:lnTo>
                  <a:pt x="7070" y="6240"/>
                </a:lnTo>
                <a:lnTo>
                  <a:pt x="7069" y="6240"/>
                </a:lnTo>
                <a:lnTo>
                  <a:pt x="7069" y="6241"/>
                </a:lnTo>
                <a:lnTo>
                  <a:pt x="7068" y="6241"/>
                </a:lnTo>
                <a:lnTo>
                  <a:pt x="7064" y="6241"/>
                </a:lnTo>
                <a:lnTo>
                  <a:pt x="7063" y="6241"/>
                </a:lnTo>
                <a:lnTo>
                  <a:pt x="7062" y="6241"/>
                </a:lnTo>
                <a:lnTo>
                  <a:pt x="7061" y="6241"/>
                </a:lnTo>
                <a:lnTo>
                  <a:pt x="7063" y="6242"/>
                </a:lnTo>
                <a:lnTo>
                  <a:pt x="7065" y="6243"/>
                </a:lnTo>
                <a:lnTo>
                  <a:pt x="7064" y="6247"/>
                </a:lnTo>
                <a:lnTo>
                  <a:pt x="7062" y="6251"/>
                </a:lnTo>
                <a:lnTo>
                  <a:pt x="7061" y="6253"/>
                </a:lnTo>
                <a:lnTo>
                  <a:pt x="7061" y="6252"/>
                </a:lnTo>
                <a:lnTo>
                  <a:pt x="7060" y="6251"/>
                </a:lnTo>
                <a:lnTo>
                  <a:pt x="7060" y="6252"/>
                </a:lnTo>
                <a:lnTo>
                  <a:pt x="7060" y="6254"/>
                </a:lnTo>
                <a:lnTo>
                  <a:pt x="7061" y="6254"/>
                </a:lnTo>
                <a:lnTo>
                  <a:pt x="7061" y="6255"/>
                </a:lnTo>
                <a:lnTo>
                  <a:pt x="7060" y="6257"/>
                </a:lnTo>
                <a:lnTo>
                  <a:pt x="7061" y="6257"/>
                </a:lnTo>
                <a:lnTo>
                  <a:pt x="7061" y="6258"/>
                </a:lnTo>
                <a:lnTo>
                  <a:pt x="7062" y="6258"/>
                </a:lnTo>
                <a:lnTo>
                  <a:pt x="7062" y="6257"/>
                </a:lnTo>
                <a:lnTo>
                  <a:pt x="7063" y="6258"/>
                </a:lnTo>
                <a:lnTo>
                  <a:pt x="7063" y="6260"/>
                </a:lnTo>
                <a:lnTo>
                  <a:pt x="7062" y="6260"/>
                </a:lnTo>
                <a:lnTo>
                  <a:pt x="7061" y="6260"/>
                </a:lnTo>
                <a:lnTo>
                  <a:pt x="7060" y="6260"/>
                </a:lnTo>
                <a:lnTo>
                  <a:pt x="7059" y="6260"/>
                </a:lnTo>
                <a:lnTo>
                  <a:pt x="7058" y="6261"/>
                </a:lnTo>
                <a:lnTo>
                  <a:pt x="7056" y="6262"/>
                </a:lnTo>
                <a:lnTo>
                  <a:pt x="7054" y="6262"/>
                </a:lnTo>
                <a:lnTo>
                  <a:pt x="7053" y="6262"/>
                </a:lnTo>
                <a:lnTo>
                  <a:pt x="7054" y="6263"/>
                </a:lnTo>
                <a:lnTo>
                  <a:pt x="7055" y="6263"/>
                </a:lnTo>
                <a:lnTo>
                  <a:pt x="7056" y="6263"/>
                </a:lnTo>
                <a:lnTo>
                  <a:pt x="7056" y="6262"/>
                </a:lnTo>
                <a:lnTo>
                  <a:pt x="7057" y="6262"/>
                </a:lnTo>
                <a:lnTo>
                  <a:pt x="7059" y="6262"/>
                </a:lnTo>
                <a:lnTo>
                  <a:pt x="7062" y="6263"/>
                </a:lnTo>
                <a:lnTo>
                  <a:pt x="7062" y="6264"/>
                </a:lnTo>
                <a:lnTo>
                  <a:pt x="7061" y="6265"/>
                </a:lnTo>
                <a:lnTo>
                  <a:pt x="7061" y="6266"/>
                </a:lnTo>
                <a:lnTo>
                  <a:pt x="7061" y="6267"/>
                </a:lnTo>
                <a:lnTo>
                  <a:pt x="7061" y="6268"/>
                </a:lnTo>
                <a:lnTo>
                  <a:pt x="7062" y="6269"/>
                </a:lnTo>
                <a:lnTo>
                  <a:pt x="7063" y="6269"/>
                </a:lnTo>
                <a:lnTo>
                  <a:pt x="7062" y="6270"/>
                </a:lnTo>
                <a:lnTo>
                  <a:pt x="7062" y="6269"/>
                </a:lnTo>
                <a:lnTo>
                  <a:pt x="7061" y="6269"/>
                </a:lnTo>
                <a:lnTo>
                  <a:pt x="7060" y="6269"/>
                </a:lnTo>
                <a:lnTo>
                  <a:pt x="7059" y="6270"/>
                </a:lnTo>
                <a:lnTo>
                  <a:pt x="7059" y="6271"/>
                </a:lnTo>
                <a:lnTo>
                  <a:pt x="7057" y="6274"/>
                </a:lnTo>
                <a:lnTo>
                  <a:pt x="7057" y="6275"/>
                </a:lnTo>
                <a:lnTo>
                  <a:pt x="7057" y="6276"/>
                </a:lnTo>
                <a:lnTo>
                  <a:pt x="7056" y="6276"/>
                </a:lnTo>
                <a:lnTo>
                  <a:pt x="7055" y="6275"/>
                </a:lnTo>
                <a:lnTo>
                  <a:pt x="7054" y="6275"/>
                </a:lnTo>
                <a:lnTo>
                  <a:pt x="7054" y="6274"/>
                </a:lnTo>
                <a:lnTo>
                  <a:pt x="7053" y="6274"/>
                </a:lnTo>
                <a:lnTo>
                  <a:pt x="7053" y="6273"/>
                </a:lnTo>
                <a:lnTo>
                  <a:pt x="7052" y="6273"/>
                </a:lnTo>
                <a:lnTo>
                  <a:pt x="7052" y="6275"/>
                </a:lnTo>
                <a:lnTo>
                  <a:pt x="7053" y="6275"/>
                </a:lnTo>
                <a:lnTo>
                  <a:pt x="7053" y="6276"/>
                </a:lnTo>
                <a:lnTo>
                  <a:pt x="7053" y="6277"/>
                </a:lnTo>
                <a:lnTo>
                  <a:pt x="7055" y="6278"/>
                </a:lnTo>
                <a:lnTo>
                  <a:pt x="7055" y="6279"/>
                </a:lnTo>
                <a:lnTo>
                  <a:pt x="7053" y="6280"/>
                </a:lnTo>
                <a:lnTo>
                  <a:pt x="7053" y="6281"/>
                </a:lnTo>
                <a:lnTo>
                  <a:pt x="7052" y="6283"/>
                </a:lnTo>
                <a:lnTo>
                  <a:pt x="7051" y="6283"/>
                </a:lnTo>
                <a:lnTo>
                  <a:pt x="7051" y="6284"/>
                </a:lnTo>
                <a:lnTo>
                  <a:pt x="7051" y="6286"/>
                </a:lnTo>
                <a:lnTo>
                  <a:pt x="7050" y="6287"/>
                </a:lnTo>
                <a:lnTo>
                  <a:pt x="7050" y="6288"/>
                </a:lnTo>
                <a:lnTo>
                  <a:pt x="7049" y="6289"/>
                </a:lnTo>
                <a:lnTo>
                  <a:pt x="7048" y="6290"/>
                </a:lnTo>
                <a:lnTo>
                  <a:pt x="7047" y="6289"/>
                </a:lnTo>
                <a:lnTo>
                  <a:pt x="7046" y="6288"/>
                </a:lnTo>
                <a:lnTo>
                  <a:pt x="7046" y="6289"/>
                </a:lnTo>
                <a:lnTo>
                  <a:pt x="7046" y="6290"/>
                </a:lnTo>
                <a:lnTo>
                  <a:pt x="7045" y="6291"/>
                </a:lnTo>
                <a:lnTo>
                  <a:pt x="7045" y="6292"/>
                </a:lnTo>
                <a:lnTo>
                  <a:pt x="7045" y="6293"/>
                </a:lnTo>
                <a:lnTo>
                  <a:pt x="7045" y="6294"/>
                </a:lnTo>
                <a:lnTo>
                  <a:pt x="7046" y="6294"/>
                </a:lnTo>
                <a:lnTo>
                  <a:pt x="7047" y="6296"/>
                </a:lnTo>
                <a:lnTo>
                  <a:pt x="7048" y="6296"/>
                </a:lnTo>
                <a:lnTo>
                  <a:pt x="7048" y="6297"/>
                </a:lnTo>
                <a:lnTo>
                  <a:pt x="7048" y="6298"/>
                </a:lnTo>
                <a:lnTo>
                  <a:pt x="7049" y="6301"/>
                </a:lnTo>
                <a:lnTo>
                  <a:pt x="7049" y="6303"/>
                </a:lnTo>
                <a:lnTo>
                  <a:pt x="7049" y="6304"/>
                </a:lnTo>
                <a:lnTo>
                  <a:pt x="7050" y="6305"/>
                </a:lnTo>
                <a:lnTo>
                  <a:pt x="7051" y="6306"/>
                </a:lnTo>
                <a:lnTo>
                  <a:pt x="7052" y="6307"/>
                </a:lnTo>
                <a:lnTo>
                  <a:pt x="7053" y="6307"/>
                </a:lnTo>
                <a:lnTo>
                  <a:pt x="7053" y="6306"/>
                </a:lnTo>
                <a:lnTo>
                  <a:pt x="7055" y="6306"/>
                </a:lnTo>
                <a:lnTo>
                  <a:pt x="7056" y="6306"/>
                </a:lnTo>
                <a:lnTo>
                  <a:pt x="7056" y="6307"/>
                </a:lnTo>
                <a:lnTo>
                  <a:pt x="7055" y="6307"/>
                </a:lnTo>
                <a:lnTo>
                  <a:pt x="7054" y="6309"/>
                </a:lnTo>
                <a:lnTo>
                  <a:pt x="7054" y="6310"/>
                </a:lnTo>
                <a:lnTo>
                  <a:pt x="7055" y="6310"/>
                </a:lnTo>
                <a:lnTo>
                  <a:pt x="7055" y="6311"/>
                </a:lnTo>
                <a:lnTo>
                  <a:pt x="7054" y="6312"/>
                </a:lnTo>
                <a:lnTo>
                  <a:pt x="7053" y="6312"/>
                </a:lnTo>
                <a:lnTo>
                  <a:pt x="7051" y="6311"/>
                </a:lnTo>
                <a:lnTo>
                  <a:pt x="7051" y="6309"/>
                </a:lnTo>
                <a:lnTo>
                  <a:pt x="7050" y="6309"/>
                </a:lnTo>
                <a:lnTo>
                  <a:pt x="7049" y="6309"/>
                </a:lnTo>
                <a:lnTo>
                  <a:pt x="7048" y="6309"/>
                </a:lnTo>
                <a:lnTo>
                  <a:pt x="7047" y="6309"/>
                </a:lnTo>
                <a:lnTo>
                  <a:pt x="7046" y="6308"/>
                </a:lnTo>
                <a:lnTo>
                  <a:pt x="7045" y="6307"/>
                </a:lnTo>
                <a:lnTo>
                  <a:pt x="7045" y="6306"/>
                </a:lnTo>
                <a:lnTo>
                  <a:pt x="7045" y="6305"/>
                </a:lnTo>
                <a:lnTo>
                  <a:pt x="7044" y="6304"/>
                </a:lnTo>
                <a:lnTo>
                  <a:pt x="7043" y="6304"/>
                </a:lnTo>
                <a:lnTo>
                  <a:pt x="7042" y="6303"/>
                </a:lnTo>
                <a:lnTo>
                  <a:pt x="7041" y="6303"/>
                </a:lnTo>
                <a:lnTo>
                  <a:pt x="7040" y="6303"/>
                </a:lnTo>
                <a:lnTo>
                  <a:pt x="7039" y="6304"/>
                </a:lnTo>
                <a:lnTo>
                  <a:pt x="7040" y="6305"/>
                </a:lnTo>
                <a:lnTo>
                  <a:pt x="7041" y="6305"/>
                </a:lnTo>
                <a:lnTo>
                  <a:pt x="7042" y="6304"/>
                </a:lnTo>
                <a:lnTo>
                  <a:pt x="7043" y="6305"/>
                </a:lnTo>
                <a:lnTo>
                  <a:pt x="7044" y="6305"/>
                </a:lnTo>
                <a:lnTo>
                  <a:pt x="7044" y="6306"/>
                </a:lnTo>
                <a:lnTo>
                  <a:pt x="7043" y="6306"/>
                </a:lnTo>
                <a:lnTo>
                  <a:pt x="7042" y="6306"/>
                </a:lnTo>
                <a:lnTo>
                  <a:pt x="7040" y="6307"/>
                </a:lnTo>
                <a:lnTo>
                  <a:pt x="7039" y="6307"/>
                </a:lnTo>
                <a:lnTo>
                  <a:pt x="7038" y="6308"/>
                </a:lnTo>
                <a:lnTo>
                  <a:pt x="7036" y="6309"/>
                </a:lnTo>
                <a:lnTo>
                  <a:pt x="7035" y="6310"/>
                </a:lnTo>
                <a:lnTo>
                  <a:pt x="7034" y="6311"/>
                </a:lnTo>
                <a:lnTo>
                  <a:pt x="7033" y="6312"/>
                </a:lnTo>
                <a:lnTo>
                  <a:pt x="7032" y="6313"/>
                </a:lnTo>
                <a:lnTo>
                  <a:pt x="7030" y="6316"/>
                </a:lnTo>
                <a:lnTo>
                  <a:pt x="7030" y="6317"/>
                </a:lnTo>
                <a:lnTo>
                  <a:pt x="7030" y="6318"/>
                </a:lnTo>
                <a:lnTo>
                  <a:pt x="7030" y="6319"/>
                </a:lnTo>
                <a:lnTo>
                  <a:pt x="7030" y="6320"/>
                </a:lnTo>
                <a:lnTo>
                  <a:pt x="7030" y="6321"/>
                </a:lnTo>
                <a:lnTo>
                  <a:pt x="7028" y="6324"/>
                </a:lnTo>
                <a:lnTo>
                  <a:pt x="7027" y="6325"/>
                </a:lnTo>
                <a:lnTo>
                  <a:pt x="7026" y="6325"/>
                </a:lnTo>
                <a:lnTo>
                  <a:pt x="7024" y="6323"/>
                </a:lnTo>
                <a:lnTo>
                  <a:pt x="7025" y="6323"/>
                </a:lnTo>
                <a:lnTo>
                  <a:pt x="7025" y="6322"/>
                </a:lnTo>
                <a:lnTo>
                  <a:pt x="7024" y="6322"/>
                </a:lnTo>
                <a:lnTo>
                  <a:pt x="7024" y="6321"/>
                </a:lnTo>
                <a:lnTo>
                  <a:pt x="7022" y="6322"/>
                </a:lnTo>
                <a:lnTo>
                  <a:pt x="7021" y="6322"/>
                </a:lnTo>
                <a:lnTo>
                  <a:pt x="7020" y="6322"/>
                </a:lnTo>
                <a:lnTo>
                  <a:pt x="7019" y="6321"/>
                </a:lnTo>
                <a:lnTo>
                  <a:pt x="7020" y="6319"/>
                </a:lnTo>
                <a:lnTo>
                  <a:pt x="7021" y="6318"/>
                </a:lnTo>
                <a:lnTo>
                  <a:pt x="7022" y="6318"/>
                </a:lnTo>
                <a:lnTo>
                  <a:pt x="7022" y="6315"/>
                </a:lnTo>
                <a:lnTo>
                  <a:pt x="7021" y="6314"/>
                </a:lnTo>
                <a:lnTo>
                  <a:pt x="7021" y="6315"/>
                </a:lnTo>
                <a:lnTo>
                  <a:pt x="7020" y="6315"/>
                </a:lnTo>
                <a:lnTo>
                  <a:pt x="7021" y="6316"/>
                </a:lnTo>
                <a:lnTo>
                  <a:pt x="7021" y="6317"/>
                </a:lnTo>
                <a:lnTo>
                  <a:pt x="7019" y="6317"/>
                </a:lnTo>
                <a:lnTo>
                  <a:pt x="7019" y="6319"/>
                </a:lnTo>
                <a:lnTo>
                  <a:pt x="7018" y="6320"/>
                </a:lnTo>
                <a:lnTo>
                  <a:pt x="7017" y="6321"/>
                </a:lnTo>
                <a:lnTo>
                  <a:pt x="7016" y="6321"/>
                </a:lnTo>
                <a:lnTo>
                  <a:pt x="7015" y="6322"/>
                </a:lnTo>
                <a:lnTo>
                  <a:pt x="7014" y="6323"/>
                </a:lnTo>
                <a:lnTo>
                  <a:pt x="7013" y="6324"/>
                </a:lnTo>
                <a:lnTo>
                  <a:pt x="7011" y="6326"/>
                </a:lnTo>
                <a:lnTo>
                  <a:pt x="7011" y="6327"/>
                </a:lnTo>
                <a:lnTo>
                  <a:pt x="7010" y="6328"/>
                </a:lnTo>
                <a:lnTo>
                  <a:pt x="7010" y="6329"/>
                </a:lnTo>
                <a:lnTo>
                  <a:pt x="7009" y="6330"/>
                </a:lnTo>
                <a:lnTo>
                  <a:pt x="7009" y="6331"/>
                </a:lnTo>
                <a:lnTo>
                  <a:pt x="7008" y="6332"/>
                </a:lnTo>
                <a:lnTo>
                  <a:pt x="7008" y="6334"/>
                </a:lnTo>
                <a:lnTo>
                  <a:pt x="7008" y="6335"/>
                </a:lnTo>
                <a:lnTo>
                  <a:pt x="7008" y="6336"/>
                </a:lnTo>
                <a:lnTo>
                  <a:pt x="7008" y="6338"/>
                </a:lnTo>
                <a:lnTo>
                  <a:pt x="7008" y="6339"/>
                </a:lnTo>
                <a:lnTo>
                  <a:pt x="7009" y="6340"/>
                </a:lnTo>
                <a:lnTo>
                  <a:pt x="7010" y="6341"/>
                </a:lnTo>
                <a:lnTo>
                  <a:pt x="7011" y="6341"/>
                </a:lnTo>
                <a:lnTo>
                  <a:pt x="7012" y="6342"/>
                </a:lnTo>
                <a:lnTo>
                  <a:pt x="7012" y="6343"/>
                </a:lnTo>
                <a:lnTo>
                  <a:pt x="7011" y="6344"/>
                </a:lnTo>
                <a:lnTo>
                  <a:pt x="7011" y="6345"/>
                </a:lnTo>
                <a:lnTo>
                  <a:pt x="7011" y="6348"/>
                </a:lnTo>
                <a:lnTo>
                  <a:pt x="7012" y="6349"/>
                </a:lnTo>
                <a:lnTo>
                  <a:pt x="7012" y="6350"/>
                </a:lnTo>
                <a:lnTo>
                  <a:pt x="7013" y="6350"/>
                </a:lnTo>
                <a:lnTo>
                  <a:pt x="7013" y="6351"/>
                </a:lnTo>
                <a:lnTo>
                  <a:pt x="7014" y="6352"/>
                </a:lnTo>
                <a:lnTo>
                  <a:pt x="7014" y="6353"/>
                </a:lnTo>
                <a:lnTo>
                  <a:pt x="7014" y="6355"/>
                </a:lnTo>
                <a:lnTo>
                  <a:pt x="7015" y="6355"/>
                </a:lnTo>
                <a:lnTo>
                  <a:pt x="7016" y="6356"/>
                </a:lnTo>
                <a:lnTo>
                  <a:pt x="7015" y="6356"/>
                </a:lnTo>
                <a:lnTo>
                  <a:pt x="7014" y="6357"/>
                </a:lnTo>
                <a:lnTo>
                  <a:pt x="7015" y="6359"/>
                </a:lnTo>
                <a:lnTo>
                  <a:pt x="7014" y="6359"/>
                </a:lnTo>
                <a:lnTo>
                  <a:pt x="7013" y="6360"/>
                </a:lnTo>
                <a:lnTo>
                  <a:pt x="7012" y="6360"/>
                </a:lnTo>
                <a:lnTo>
                  <a:pt x="7012" y="6359"/>
                </a:lnTo>
                <a:lnTo>
                  <a:pt x="7011" y="6359"/>
                </a:lnTo>
                <a:lnTo>
                  <a:pt x="7010" y="6359"/>
                </a:lnTo>
                <a:lnTo>
                  <a:pt x="7009" y="6360"/>
                </a:lnTo>
                <a:lnTo>
                  <a:pt x="7008" y="6361"/>
                </a:lnTo>
                <a:lnTo>
                  <a:pt x="7007" y="6362"/>
                </a:lnTo>
                <a:lnTo>
                  <a:pt x="7007" y="6363"/>
                </a:lnTo>
                <a:lnTo>
                  <a:pt x="7007" y="6364"/>
                </a:lnTo>
                <a:lnTo>
                  <a:pt x="7007" y="6365"/>
                </a:lnTo>
                <a:lnTo>
                  <a:pt x="7007" y="6366"/>
                </a:lnTo>
                <a:lnTo>
                  <a:pt x="7008" y="6367"/>
                </a:lnTo>
                <a:lnTo>
                  <a:pt x="7007" y="6367"/>
                </a:lnTo>
                <a:lnTo>
                  <a:pt x="7007" y="6368"/>
                </a:lnTo>
                <a:lnTo>
                  <a:pt x="7006" y="6370"/>
                </a:lnTo>
                <a:lnTo>
                  <a:pt x="7006" y="6371"/>
                </a:lnTo>
                <a:lnTo>
                  <a:pt x="7006" y="6372"/>
                </a:lnTo>
                <a:lnTo>
                  <a:pt x="7005" y="6373"/>
                </a:lnTo>
                <a:lnTo>
                  <a:pt x="7003" y="6374"/>
                </a:lnTo>
                <a:lnTo>
                  <a:pt x="7002" y="6374"/>
                </a:lnTo>
                <a:lnTo>
                  <a:pt x="7002" y="6373"/>
                </a:lnTo>
                <a:lnTo>
                  <a:pt x="7000" y="6372"/>
                </a:lnTo>
                <a:lnTo>
                  <a:pt x="6999" y="6372"/>
                </a:lnTo>
                <a:lnTo>
                  <a:pt x="6999" y="6373"/>
                </a:lnTo>
                <a:lnTo>
                  <a:pt x="6998" y="6372"/>
                </a:lnTo>
                <a:lnTo>
                  <a:pt x="6997" y="6372"/>
                </a:lnTo>
                <a:lnTo>
                  <a:pt x="6996" y="6372"/>
                </a:lnTo>
                <a:lnTo>
                  <a:pt x="6996" y="6373"/>
                </a:lnTo>
                <a:lnTo>
                  <a:pt x="6995" y="6373"/>
                </a:lnTo>
                <a:lnTo>
                  <a:pt x="6995" y="6374"/>
                </a:lnTo>
                <a:lnTo>
                  <a:pt x="6994" y="6374"/>
                </a:lnTo>
                <a:lnTo>
                  <a:pt x="6993" y="6374"/>
                </a:lnTo>
                <a:lnTo>
                  <a:pt x="6992" y="6375"/>
                </a:lnTo>
                <a:lnTo>
                  <a:pt x="6991" y="6375"/>
                </a:lnTo>
                <a:lnTo>
                  <a:pt x="6991" y="6376"/>
                </a:lnTo>
                <a:lnTo>
                  <a:pt x="6990" y="6376"/>
                </a:lnTo>
                <a:lnTo>
                  <a:pt x="6990" y="6375"/>
                </a:lnTo>
                <a:lnTo>
                  <a:pt x="6989" y="6375"/>
                </a:lnTo>
                <a:lnTo>
                  <a:pt x="6988" y="6375"/>
                </a:lnTo>
                <a:lnTo>
                  <a:pt x="6988" y="6376"/>
                </a:lnTo>
                <a:lnTo>
                  <a:pt x="6987" y="6376"/>
                </a:lnTo>
                <a:lnTo>
                  <a:pt x="6986" y="6377"/>
                </a:lnTo>
                <a:lnTo>
                  <a:pt x="6985" y="6377"/>
                </a:lnTo>
                <a:lnTo>
                  <a:pt x="6984" y="6377"/>
                </a:lnTo>
                <a:lnTo>
                  <a:pt x="6983" y="6378"/>
                </a:lnTo>
                <a:lnTo>
                  <a:pt x="6982" y="6378"/>
                </a:lnTo>
                <a:lnTo>
                  <a:pt x="6981" y="6378"/>
                </a:lnTo>
                <a:lnTo>
                  <a:pt x="6981" y="6377"/>
                </a:lnTo>
                <a:lnTo>
                  <a:pt x="6980" y="6377"/>
                </a:lnTo>
                <a:lnTo>
                  <a:pt x="6978" y="6377"/>
                </a:lnTo>
                <a:lnTo>
                  <a:pt x="6977" y="6376"/>
                </a:lnTo>
                <a:lnTo>
                  <a:pt x="6975" y="6376"/>
                </a:lnTo>
                <a:lnTo>
                  <a:pt x="6975" y="6375"/>
                </a:lnTo>
                <a:lnTo>
                  <a:pt x="6975" y="6376"/>
                </a:lnTo>
                <a:lnTo>
                  <a:pt x="6974" y="6376"/>
                </a:lnTo>
                <a:lnTo>
                  <a:pt x="6973" y="6375"/>
                </a:lnTo>
                <a:lnTo>
                  <a:pt x="6972" y="6375"/>
                </a:lnTo>
                <a:lnTo>
                  <a:pt x="6972" y="6374"/>
                </a:lnTo>
                <a:lnTo>
                  <a:pt x="6972" y="6373"/>
                </a:lnTo>
                <a:lnTo>
                  <a:pt x="6971" y="6373"/>
                </a:lnTo>
                <a:lnTo>
                  <a:pt x="6970" y="6373"/>
                </a:lnTo>
                <a:lnTo>
                  <a:pt x="6966" y="6374"/>
                </a:lnTo>
                <a:lnTo>
                  <a:pt x="6965" y="6374"/>
                </a:lnTo>
                <a:lnTo>
                  <a:pt x="6964" y="6375"/>
                </a:lnTo>
                <a:lnTo>
                  <a:pt x="6962" y="6375"/>
                </a:lnTo>
                <a:lnTo>
                  <a:pt x="6961" y="6377"/>
                </a:lnTo>
                <a:lnTo>
                  <a:pt x="6960" y="6377"/>
                </a:lnTo>
                <a:lnTo>
                  <a:pt x="6959" y="6378"/>
                </a:lnTo>
                <a:lnTo>
                  <a:pt x="6957" y="6380"/>
                </a:lnTo>
                <a:lnTo>
                  <a:pt x="6955" y="6381"/>
                </a:lnTo>
                <a:lnTo>
                  <a:pt x="6953" y="6383"/>
                </a:lnTo>
                <a:lnTo>
                  <a:pt x="6952" y="6385"/>
                </a:lnTo>
                <a:lnTo>
                  <a:pt x="6951" y="6386"/>
                </a:lnTo>
                <a:lnTo>
                  <a:pt x="6950" y="6387"/>
                </a:lnTo>
                <a:lnTo>
                  <a:pt x="6950" y="6388"/>
                </a:lnTo>
                <a:lnTo>
                  <a:pt x="6949" y="6388"/>
                </a:lnTo>
                <a:lnTo>
                  <a:pt x="6947" y="6392"/>
                </a:lnTo>
                <a:lnTo>
                  <a:pt x="6946" y="6393"/>
                </a:lnTo>
                <a:lnTo>
                  <a:pt x="6945" y="6395"/>
                </a:lnTo>
                <a:lnTo>
                  <a:pt x="6940" y="6399"/>
                </a:lnTo>
                <a:lnTo>
                  <a:pt x="6940" y="6400"/>
                </a:lnTo>
                <a:lnTo>
                  <a:pt x="6939" y="6401"/>
                </a:lnTo>
                <a:lnTo>
                  <a:pt x="6938" y="6402"/>
                </a:lnTo>
                <a:lnTo>
                  <a:pt x="6937" y="6402"/>
                </a:lnTo>
                <a:lnTo>
                  <a:pt x="6936" y="6402"/>
                </a:lnTo>
                <a:lnTo>
                  <a:pt x="6934" y="6403"/>
                </a:lnTo>
                <a:lnTo>
                  <a:pt x="6933" y="6404"/>
                </a:lnTo>
                <a:lnTo>
                  <a:pt x="6933" y="6405"/>
                </a:lnTo>
                <a:lnTo>
                  <a:pt x="6932" y="6406"/>
                </a:lnTo>
                <a:lnTo>
                  <a:pt x="6930" y="6405"/>
                </a:lnTo>
                <a:lnTo>
                  <a:pt x="6929" y="6403"/>
                </a:lnTo>
                <a:lnTo>
                  <a:pt x="6930" y="6403"/>
                </a:lnTo>
                <a:lnTo>
                  <a:pt x="6929" y="6402"/>
                </a:lnTo>
                <a:lnTo>
                  <a:pt x="6928" y="6401"/>
                </a:lnTo>
                <a:lnTo>
                  <a:pt x="6926" y="6401"/>
                </a:lnTo>
                <a:lnTo>
                  <a:pt x="6924" y="6401"/>
                </a:lnTo>
                <a:lnTo>
                  <a:pt x="6923" y="6401"/>
                </a:lnTo>
                <a:lnTo>
                  <a:pt x="6922" y="6401"/>
                </a:lnTo>
                <a:lnTo>
                  <a:pt x="6921" y="6401"/>
                </a:lnTo>
                <a:lnTo>
                  <a:pt x="6920" y="6401"/>
                </a:lnTo>
                <a:lnTo>
                  <a:pt x="6918" y="6403"/>
                </a:lnTo>
                <a:lnTo>
                  <a:pt x="6917" y="6403"/>
                </a:lnTo>
                <a:lnTo>
                  <a:pt x="6916" y="6403"/>
                </a:lnTo>
                <a:lnTo>
                  <a:pt x="6916" y="6404"/>
                </a:lnTo>
                <a:lnTo>
                  <a:pt x="6915" y="6404"/>
                </a:lnTo>
                <a:lnTo>
                  <a:pt x="6915" y="6405"/>
                </a:lnTo>
                <a:lnTo>
                  <a:pt x="6914" y="6405"/>
                </a:lnTo>
                <a:lnTo>
                  <a:pt x="6913" y="6405"/>
                </a:lnTo>
                <a:lnTo>
                  <a:pt x="6912" y="6405"/>
                </a:lnTo>
                <a:lnTo>
                  <a:pt x="6911" y="6406"/>
                </a:lnTo>
                <a:lnTo>
                  <a:pt x="6910" y="6406"/>
                </a:lnTo>
                <a:lnTo>
                  <a:pt x="6909" y="6408"/>
                </a:lnTo>
                <a:lnTo>
                  <a:pt x="6907" y="6410"/>
                </a:lnTo>
                <a:lnTo>
                  <a:pt x="6907" y="6411"/>
                </a:lnTo>
                <a:lnTo>
                  <a:pt x="6906" y="6412"/>
                </a:lnTo>
                <a:lnTo>
                  <a:pt x="6905" y="6412"/>
                </a:lnTo>
                <a:lnTo>
                  <a:pt x="6904" y="6412"/>
                </a:lnTo>
                <a:lnTo>
                  <a:pt x="6905" y="6411"/>
                </a:lnTo>
                <a:lnTo>
                  <a:pt x="6905" y="6410"/>
                </a:lnTo>
                <a:lnTo>
                  <a:pt x="6906" y="6410"/>
                </a:lnTo>
                <a:lnTo>
                  <a:pt x="6905" y="6410"/>
                </a:lnTo>
                <a:lnTo>
                  <a:pt x="6904" y="6410"/>
                </a:lnTo>
                <a:lnTo>
                  <a:pt x="6904" y="6411"/>
                </a:lnTo>
                <a:lnTo>
                  <a:pt x="6903" y="6411"/>
                </a:lnTo>
                <a:lnTo>
                  <a:pt x="6902" y="6411"/>
                </a:lnTo>
                <a:lnTo>
                  <a:pt x="6901" y="6412"/>
                </a:lnTo>
                <a:lnTo>
                  <a:pt x="6900" y="6412"/>
                </a:lnTo>
                <a:lnTo>
                  <a:pt x="6899" y="6413"/>
                </a:lnTo>
                <a:lnTo>
                  <a:pt x="6898" y="6414"/>
                </a:lnTo>
                <a:lnTo>
                  <a:pt x="6897" y="6414"/>
                </a:lnTo>
                <a:lnTo>
                  <a:pt x="6897" y="6415"/>
                </a:lnTo>
                <a:lnTo>
                  <a:pt x="6896" y="6416"/>
                </a:lnTo>
                <a:lnTo>
                  <a:pt x="6895" y="6415"/>
                </a:lnTo>
                <a:lnTo>
                  <a:pt x="6894" y="6415"/>
                </a:lnTo>
                <a:lnTo>
                  <a:pt x="6894" y="6414"/>
                </a:lnTo>
                <a:lnTo>
                  <a:pt x="6893" y="6414"/>
                </a:lnTo>
                <a:lnTo>
                  <a:pt x="6892" y="6414"/>
                </a:lnTo>
                <a:lnTo>
                  <a:pt x="6891" y="6415"/>
                </a:lnTo>
                <a:lnTo>
                  <a:pt x="6889" y="6417"/>
                </a:lnTo>
                <a:lnTo>
                  <a:pt x="6888" y="6418"/>
                </a:lnTo>
                <a:lnTo>
                  <a:pt x="6887" y="6419"/>
                </a:lnTo>
                <a:lnTo>
                  <a:pt x="6886" y="6420"/>
                </a:lnTo>
                <a:lnTo>
                  <a:pt x="6884" y="6423"/>
                </a:lnTo>
                <a:lnTo>
                  <a:pt x="6883" y="6424"/>
                </a:lnTo>
                <a:lnTo>
                  <a:pt x="6882" y="6427"/>
                </a:lnTo>
                <a:lnTo>
                  <a:pt x="6881" y="6427"/>
                </a:lnTo>
                <a:lnTo>
                  <a:pt x="6881" y="6428"/>
                </a:lnTo>
                <a:lnTo>
                  <a:pt x="6880" y="6427"/>
                </a:lnTo>
                <a:lnTo>
                  <a:pt x="6879" y="6427"/>
                </a:lnTo>
                <a:lnTo>
                  <a:pt x="6878" y="6427"/>
                </a:lnTo>
                <a:lnTo>
                  <a:pt x="6878" y="6426"/>
                </a:lnTo>
                <a:lnTo>
                  <a:pt x="6877" y="6426"/>
                </a:lnTo>
                <a:lnTo>
                  <a:pt x="6876" y="6424"/>
                </a:lnTo>
                <a:lnTo>
                  <a:pt x="6877" y="6424"/>
                </a:lnTo>
                <a:lnTo>
                  <a:pt x="6877" y="6423"/>
                </a:lnTo>
                <a:lnTo>
                  <a:pt x="6878" y="6422"/>
                </a:lnTo>
                <a:lnTo>
                  <a:pt x="6877" y="6422"/>
                </a:lnTo>
                <a:lnTo>
                  <a:pt x="6877" y="6420"/>
                </a:lnTo>
                <a:lnTo>
                  <a:pt x="6877" y="6419"/>
                </a:lnTo>
                <a:lnTo>
                  <a:pt x="6877" y="6418"/>
                </a:lnTo>
                <a:lnTo>
                  <a:pt x="6877" y="6417"/>
                </a:lnTo>
                <a:lnTo>
                  <a:pt x="6876" y="6416"/>
                </a:lnTo>
                <a:lnTo>
                  <a:pt x="6876" y="6415"/>
                </a:lnTo>
                <a:lnTo>
                  <a:pt x="6875" y="6414"/>
                </a:lnTo>
                <a:lnTo>
                  <a:pt x="6875" y="6413"/>
                </a:lnTo>
                <a:lnTo>
                  <a:pt x="6874" y="6413"/>
                </a:lnTo>
                <a:lnTo>
                  <a:pt x="6875" y="6412"/>
                </a:lnTo>
                <a:lnTo>
                  <a:pt x="6876" y="6412"/>
                </a:lnTo>
                <a:lnTo>
                  <a:pt x="6876" y="6413"/>
                </a:lnTo>
                <a:lnTo>
                  <a:pt x="6877" y="6413"/>
                </a:lnTo>
                <a:lnTo>
                  <a:pt x="6878" y="6413"/>
                </a:lnTo>
                <a:lnTo>
                  <a:pt x="6878" y="6415"/>
                </a:lnTo>
                <a:lnTo>
                  <a:pt x="6879" y="6415"/>
                </a:lnTo>
                <a:lnTo>
                  <a:pt x="6879" y="6414"/>
                </a:lnTo>
                <a:lnTo>
                  <a:pt x="6878" y="6412"/>
                </a:lnTo>
                <a:lnTo>
                  <a:pt x="6877" y="6412"/>
                </a:lnTo>
                <a:lnTo>
                  <a:pt x="6876" y="6412"/>
                </a:lnTo>
                <a:lnTo>
                  <a:pt x="6876" y="6411"/>
                </a:lnTo>
                <a:lnTo>
                  <a:pt x="6875" y="6411"/>
                </a:lnTo>
                <a:lnTo>
                  <a:pt x="6874" y="6411"/>
                </a:lnTo>
                <a:lnTo>
                  <a:pt x="6874" y="6412"/>
                </a:lnTo>
                <a:lnTo>
                  <a:pt x="6872" y="6411"/>
                </a:lnTo>
                <a:lnTo>
                  <a:pt x="6871" y="6410"/>
                </a:lnTo>
                <a:lnTo>
                  <a:pt x="6870" y="6410"/>
                </a:lnTo>
                <a:lnTo>
                  <a:pt x="6870" y="6409"/>
                </a:lnTo>
                <a:lnTo>
                  <a:pt x="6867" y="6408"/>
                </a:lnTo>
                <a:lnTo>
                  <a:pt x="6866" y="6408"/>
                </a:lnTo>
                <a:lnTo>
                  <a:pt x="6865" y="6407"/>
                </a:lnTo>
                <a:lnTo>
                  <a:pt x="6861" y="6407"/>
                </a:lnTo>
                <a:lnTo>
                  <a:pt x="6860" y="6407"/>
                </a:lnTo>
                <a:lnTo>
                  <a:pt x="6858" y="6408"/>
                </a:lnTo>
                <a:lnTo>
                  <a:pt x="6856" y="6408"/>
                </a:lnTo>
                <a:lnTo>
                  <a:pt x="6856" y="6407"/>
                </a:lnTo>
                <a:lnTo>
                  <a:pt x="6856" y="6406"/>
                </a:lnTo>
                <a:lnTo>
                  <a:pt x="6856" y="6405"/>
                </a:lnTo>
                <a:lnTo>
                  <a:pt x="6856" y="6404"/>
                </a:lnTo>
                <a:lnTo>
                  <a:pt x="6855" y="6403"/>
                </a:lnTo>
                <a:lnTo>
                  <a:pt x="6854" y="6403"/>
                </a:lnTo>
                <a:lnTo>
                  <a:pt x="6853" y="6403"/>
                </a:lnTo>
                <a:lnTo>
                  <a:pt x="6851" y="6403"/>
                </a:lnTo>
                <a:lnTo>
                  <a:pt x="6849" y="6404"/>
                </a:lnTo>
                <a:lnTo>
                  <a:pt x="6848" y="6404"/>
                </a:lnTo>
                <a:lnTo>
                  <a:pt x="6847" y="6404"/>
                </a:lnTo>
                <a:lnTo>
                  <a:pt x="6846" y="6404"/>
                </a:lnTo>
                <a:lnTo>
                  <a:pt x="6843" y="6406"/>
                </a:lnTo>
                <a:lnTo>
                  <a:pt x="6841" y="6407"/>
                </a:lnTo>
                <a:lnTo>
                  <a:pt x="6840" y="6407"/>
                </a:lnTo>
                <a:lnTo>
                  <a:pt x="6839" y="6407"/>
                </a:lnTo>
                <a:lnTo>
                  <a:pt x="6838" y="6408"/>
                </a:lnTo>
                <a:lnTo>
                  <a:pt x="6838" y="6409"/>
                </a:lnTo>
                <a:lnTo>
                  <a:pt x="6838" y="6410"/>
                </a:lnTo>
                <a:lnTo>
                  <a:pt x="6837" y="6410"/>
                </a:lnTo>
                <a:lnTo>
                  <a:pt x="6834" y="6413"/>
                </a:lnTo>
                <a:lnTo>
                  <a:pt x="6833" y="6414"/>
                </a:lnTo>
                <a:lnTo>
                  <a:pt x="6831" y="6416"/>
                </a:lnTo>
                <a:lnTo>
                  <a:pt x="6831" y="6417"/>
                </a:lnTo>
                <a:lnTo>
                  <a:pt x="6830" y="6418"/>
                </a:lnTo>
                <a:lnTo>
                  <a:pt x="6831" y="6418"/>
                </a:lnTo>
                <a:lnTo>
                  <a:pt x="6831" y="6419"/>
                </a:lnTo>
                <a:lnTo>
                  <a:pt x="6830" y="6421"/>
                </a:lnTo>
                <a:lnTo>
                  <a:pt x="6829" y="6422"/>
                </a:lnTo>
                <a:lnTo>
                  <a:pt x="6828" y="6422"/>
                </a:lnTo>
                <a:lnTo>
                  <a:pt x="6828" y="6424"/>
                </a:lnTo>
                <a:lnTo>
                  <a:pt x="6828" y="6425"/>
                </a:lnTo>
                <a:lnTo>
                  <a:pt x="6828" y="6426"/>
                </a:lnTo>
                <a:lnTo>
                  <a:pt x="6827" y="6426"/>
                </a:lnTo>
                <a:lnTo>
                  <a:pt x="6826" y="6426"/>
                </a:lnTo>
                <a:lnTo>
                  <a:pt x="6825" y="6427"/>
                </a:lnTo>
                <a:lnTo>
                  <a:pt x="6825" y="6428"/>
                </a:lnTo>
                <a:lnTo>
                  <a:pt x="6826" y="6428"/>
                </a:lnTo>
                <a:lnTo>
                  <a:pt x="6827" y="6428"/>
                </a:lnTo>
                <a:lnTo>
                  <a:pt x="6826" y="6429"/>
                </a:lnTo>
                <a:lnTo>
                  <a:pt x="6825" y="6431"/>
                </a:lnTo>
                <a:lnTo>
                  <a:pt x="6826" y="6433"/>
                </a:lnTo>
                <a:lnTo>
                  <a:pt x="6827" y="6434"/>
                </a:lnTo>
                <a:lnTo>
                  <a:pt x="6828" y="6436"/>
                </a:lnTo>
                <a:lnTo>
                  <a:pt x="6828" y="6437"/>
                </a:lnTo>
                <a:lnTo>
                  <a:pt x="6829" y="6438"/>
                </a:lnTo>
                <a:lnTo>
                  <a:pt x="6830" y="6438"/>
                </a:lnTo>
                <a:lnTo>
                  <a:pt x="6830" y="6439"/>
                </a:lnTo>
                <a:lnTo>
                  <a:pt x="6831" y="6438"/>
                </a:lnTo>
                <a:lnTo>
                  <a:pt x="6831" y="6436"/>
                </a:lnTo>
                <a:lnTo>
                  <a:pt x="6832" y="6436"/>
                </a:lnTo>
                <a:lnTo>
                  <a:pt x="6832" y="6435"/>
                </a:lnTo>
                <a:lnTo>
                  <a:pt x="6833" y="6433"/>
                </a:lnTo>
                <a:lnTo>
                  <a:pt x="6832" y="6432"/>
                </a:lnTo>
                <a:lnTo>
                  <a:pt x="6831" y="6432"/>
                </a:lnTo>
                <a:lnTo>
                  <a:pt x="6831" y="6431"/>
                </a:lnTo>
                <a:lnTo>
                  <a:pt x="6832" y="6430"/>
                </a:lnTo>
                <a:lnTo>
                  <a:pt x="6833" y="6431"/>
                </a:lnTo>
                <a:lnTo>
                  <a:pt x="6835" y="6432"/>
                </a:lnTo>
                <a:lnTo>
                  <a:pt x="6836" y="6432"/>
                </a:lnTo>
                <a:lnTo>
                  <a:pt x="6837" y="6432"/>
                </a:lnTo>
                <a:lnTo>
                  <a:pt x="6837" y="6431"/>
                </a:lnTo>
                <a:lnTo>
                  <a:pt x="6838" y="6431"/>
                </a:lnTo>
                <a:lnTo>
                  <a:pt x="6839" y="6430"/>
                </a:lnTo>
                <a:lnTo>
                  <a:pt x="6839" y="6429"/>
                </a:lnTo>
                <a:lnTo>
                  <a:pt x="6840" y="6430"/>
                </a:lnTo>
                <a:lnTo>
                  <a:pt x="6840" y="6431"/>
                </a:lnTo>
                <a:lnTo>
                  <a:pt x="6839" y="6431"/>
                </a:lnTo>
                <a:lnTo>
                  <a:pt x="6840" y="6432"/>
                </a:lnTo>
                <a:lnTo>
                  <a:pt x="6840" y="6433"/>
                </a:lnTo>
                <a:lnTo>
                  <a:pt x="6839" y="6433"/>
                </a:lnTo>
                <a:lnTo>
                  <a:pt x="6838" y="6434"/>
                </a:lnTo>
                <a:lnTo>
                  <a:pt x="6837" y="6434"/>
                </a:lnTo>
                <a:lnTo>
                  <a:pt x="6836" y="6435"/>
                </a:lnTo>
                <a:lnTo>
                  <a:pt x="6835" y="6437"/>
                </a:lnTo>
                <a:lnTo>
                  <a:pt x="6835" y="6438"/>
                </a:lnTo>
                <a:lnTo>
                  <a:pt x="6834" y="6439"/>
                </a:lnTo>
                <a:lnTo>
                  <a:pt x="6833" y="6440"/>
                </a:lnTo>
                <a:lnTo>
                  <a:pt x="6833" y="6441"/>
                </a:lnTo>
                <a:lnTo>
                  <a:pt x="6833" y="6442"/>
                </a:lnTo>
                <a:lnTo>
                  <a:pt x="6833" y="6444"/>
                </a:lnTo>
                <a:lnTo>
                  <a:pt x="6834" y="6444"/>
                </a:lnTo>
                <a:lnTo>
                  <a:pt x="6836" y="6445"/>
                </a:lnTo>
                <a:lnTo>
                  <a:pt x="6836" y="6446"/>
                </a:lnTo>
                <a:lnTo>
                  <a:pt x="6837" y="6446"/>
                </a:lnTo>
                <a:lnTo>
                  <a:pt x="6837" y="6447"/>
                </a:lnTo>
                <a:lnTo>
                  <a:pt x="6836" y="6447"/>
                </a:lnTo>
                <a:lnTo>
                  <a:pt x="6835" y="6448"/>
                </a:lnTo>
                <a:lnTo>
                  <a:pt x="6835" y="6449"/>
                </a:lnTo>
                <a:lnTo>
                  <a:pt x="6836" y="6449"/>
                </a:lnTo>
                <a:lnTo>
                  <a:pt x="6836" y="6450"/>
                </a:lnTo>
                <a:lnTo>
                  <a:pt x="6835" y="6449"/>
                </a:lnTo>
                <a:lnTo>
                  <a:pt x="6834" y="6449"/>
                </a:lnTo>
                <a:lnTo>
                  <a:pt x="6834" y="6448"/>
                </a:lnTo>
                <a:lnTo>
                  <a:pt x="6833" y="6447"/>
                </a:lnTo>
                <a:lnTo>
                  <a:pt x="6831" y="6447"/>
                </a:lnTo>
                <a:lnTo>
                  <a:pt x="6830" y="6448"/>
                </a:lnTo>
                <a:lnTo>
                  <a:pt x="6829" y="6447"/>
                </a:lnTo>
                <a:lnTo>
                  <a:pt x="6828" y="6447"/>
                </a:lnTo>
                <a:lnTo>
                  <a:pt x="6827" y="6447"/>
                </a:lnTo>
                <a:lnTo>
                  <a:pt x="6826" y="6446"/>
                </a:lnTo>
                <a:lnTo>
                  <a:pt x="6825" y="6445"/>
                </a:lnTo>
                <a:lnTo>
                  <a:pt x="6823" y="6445"/>
                </a:lnTo>
                <a:lnTo>
                  <a:pt x="6822" y="6445"/>
                </a:lnTo>
                <a:lnTo>
                  <a:pt x="6821" y="6445"/>
                </a:lnTo>
                <a:lnTo>
                  <a:pt x="6820" y="6445"/>
                </a:lnTo>
                <a:lnTo>
                  <a:pt x="6820" y="6444"/>
                </a:lnTo>
                <a:lnTo>
                  <a:pt x="6819" y="6444"/>
                </a:lnTo>
                <a:lnTo>
                  <a:pt x="6818" y="6443"/>
                </a:lnTo>
                <a:lnTo>
                  <a:pt x="6817" y="6443"/>
                </a:lnTo>
                <a:lnTo>
                  <a:pt x="6816" y="6442"/>
                </a:lnTo>
                <a:lnTo>
                  <a:pt x="6815" y="6442"/>
                </a:lnTo>
                <a:lnTo>
                  <a:pt x="6814" y="6442"/>
                </a:lnTo>
                <a:lnTo>
                  <a:pt x="6813" y="6443"/>
                </a:lnTo>
                <a:lnTo>
                  <a:pt x="6812" y="6443"/>
                </a:lnTo>
                <a:lnTo>
                  <a:pt x="6811" y="6443"/>
                </a:lnTo>
                <a:lnTo>
                  <a:pt x="6810" y="6443"/>
                </a:lnTo>
                <a:lnTo>
                  <a:pt x="6809" y="6444"/>
                </a:lnTo>
                <a:lnTo>
                  <a:pt x="6808" y="6445"/>
                </a:lnTo>
                <a:lnTo>
                  <a:pt x="6808" y="6446"/>
                </a:lnTo>
                <a:lnTo>
                  <a:pt x="6807" y="6446"/>
                </a:lnTo>
                <a:lnTo>
                  <a:pt x="6806" y="6446"/>
                </a:lnTo>
                <a:lnTo>
                  <a:pt x="6804" y="6446"/>
                </a:lnTo>
                <a:lnTo>
                  <a:pt x="6802" y="6446"/>
                </a:lnTo>
                <a:lnTo>
                  <a:pt x="6800" y="6446"/>
                </a:lnTo>
                <a:lnTo>
                  <a:pt x="6800" y="6447"/>
                </a:lnTo>
                <a:lnTo>
                  <a:pt x="6799" y="6446"/>
                </a:lnTo>
                <a:lnTo>
                  <a:pt x="6799" y="6445"/>
                </a:lnTo>
                <a:lnTo>
                  <a:pt x="6797" y="6444"/>
                </a:lnTo>
                <a:lnTo>
                  <a:pt x="6796" y="6445"/>
                </a:lnTo>
                <a:lnTo>
                  <a:pt x="6796" y="6444"/>
                </a:lnTo>
                <a:lnTo>
                  <a:pt x="6795" y="6444"/>
                </a:lnTo>
                <a:lnTo>
                  <a:pt x="6795" y="6443"/>
                </a:lnTo>
                <a:lnTo>
                  <a:pt x="6794" y="6443"/>
                </a:lnTo>
                <a:lnTo>
                  <a:pt x="6793" y="6442"/>
                </a:lnTo>
                <a:lnTo>
                  <a:pt x="6792" y="6440"/>
                </a:lnTo>
                <a:lnTo>
                  <a:pt x="6791" y="6439"/>
                </a:lnTo>
                <a:lnTo>
                  <a:pt x="6791" y="6438"/>
                </a:lnTo>
                <a:lnTo>
                  <a:pt x="6792" y="6438"/>
                </a:lnTo>
                <a:lnTo>
                  <a:pt x="6792" y="6437"/>
                </a:lnTo>
                <a:lnTo>
                  <a:pt x="6792" y="6435"/>
                </a:lnTo>
                <a:lnTo>
                  <a:pt x="6792" y="6434"/>
                </a:lnTo>
                <a:lnTo>
                  <a:pt x="6792" y="6433"/>
                </a:lnTo>
                <a:lnTo>
                  <a:pt x="6793" y="6433"/>
                </a:lnTo>
                <a:lnTo>
                  <a:pt x="6793" y="6434"/>
                </a:lnTo>
                <a:lnTo>
                  <a:pt x="6794" y="6434"/>
                </a:lnTo>
                <a:lnTo>
                  <a:pt x="6796" y="6434"/>
                </a:lnTo>
                <a:lnTo>
                  <a:pt x="6799" y="6434"/>
                </a:lnTo>
                <a:lnTo>
                  <a:pt x="6799" y="6435"/>
                </a:lnTo>
                <a:lnTo>
                  <a:pt x="6802" y="6435"/>
                </a:lnTo>
                <a:lnTo>
                  <a:pt x="6803" y="6434"/>
                </a:lnTo>
                <a:lnTo>
                  <a:pt x="6804" y="6434"/>
                </a:lnTo>
                <a:lnTo>
                  <a:pt x="6804" y="6433"/>
                </a:lnTo>
                <a:lnTo>
                  <a:pt x="6805" y="6432"/>
                </a:lnTo>
                <a:lnTo>
                  <a:pt x="6806" y="6432"/>
                </a:lnTo>
                <a:lnTo>
                  <a:pt x="6807" y="6431"/>
                </a:lnTo>
                <a:lnTo>
                  <a:pt x="6808" y="6431"/>
                </a:lnTo>
                <a:lnTo>
                  <a:pt x="6807" y="6431"/>
                </a:lnTo>
                <a:lnTo>
                  <a:pt x="6807" y="6430"/>
                </a:lnTo>
                <a:lnTo>
                  <a:pt x="6806" y="6429"/>
                </a:lnTo>
                <a:lnTo>
                  <a:pt x="6805" y="6429"/>
                </a:lnTo>
                <a:lnTo>
                  <a:pt x="6804" y="6427"/>
                </a:lnTo>
                <a:lnTo>
                  <a:pt x="6804" y="6426"/>
                </a:lnTo>
                <a:lnTo>
                  <a:pt x="6803" y="6426"/>
                </a:lnTo>
                <a:lnTo>
                  <a:pt x="6802" y="6426"/>
                </a:lnTo>
                <a:lnTo>
                  <a:pt x="6801" y="6426"/>
                </a:lnTo>
                <a:lnTo>
                  <a:pt x="6800" y="6426"/>
                </a:lnTo>
                <a:lnTo>
                  <a:pt x="6800" y="6427"/>
                </a:lnTo>
                <a:lnTo>
                  <a:pt x="6799" y="6428"/>
                </a:lnTo>
                <a:lnTo>
                  <a:pt x="6799" y="6429"/>
                </a:lnTo>
                <a:lnTo>
                  <a:pt x="6798" y="6429"/>
                </a:lnTo>
                <a:lnTo>
                  <a:pt x="6797" y="6429"/>
                </a:lnTo>
                <a:lnTo>
                  <a:pt x="6796" y="6429"/>
                </a:lnTo>
                <a:lnTo>
                  <a:pt x="6796" y="6430"/>
                </a:lnTo>
                <a:lnTo>
                  <a:pt x="6796" y="6431"/>
                </a:lnTo>
                <a:lnTo>
                  <a:pt x="6796" y="6432"/>
                </a:lnTo>
                <a:lnTo>
                  <a:pt x="6794" y="6433"/>
                </a:lnTo>
                <a:lnTo>
                  <a:pt x="6794" y="6432"/>
                </a:lnTo>
                <a:lnTo>
                  <a:pt x="6792" y="6431"/>
                </a:lnTo>
                <a:lnTo>
                  <a:pt x="6792" y="6430"/>
                </a:lnTo>
                <a:lnTo>
                  <a:pt x="6790" y="6429"/>
                </a:lnTo>
                <a:lnTo>
                  <a:pt x="6789" y="6428"/>
                </a:lnTo>
                <a:lnTo>
                  <a:pt x="6787" y="6427"/>
                </a:lnTo>
                <a:lnTo>
                  <a:pt x="6786" y="6427"/>
                </a:lnTo>
                <a:lnTo>
                  <a:pt x="6785" y="6427"/>
                </a:lnTo>
                <a:lnTo>
                  <a:pt x="6784" y="6427"/>
                </a:lnTo>
                <a:lnTo>
                  <a:pt x="6782" y="6427"/>
                </a:lnTo>
                <a:lnTo>
                  <a:pt x="6781" y="6427"/>
                </a:lnTo>
                <a:lnTo>
                  <a:pt x="6779" y="6428"/>
                </a:lnTo>
                <a:lnTo>
                  <a:pt x="6777" y="6428"/>
                </a:lnTo>
                <a:lnTo>
                  <a:pt x="6776" y="6429"/>
                </a:lnTo>
                <a:lnTo>
                  <a:pt x="6775" y="6429"/>
                </a:lnTo>
                <a:lnTo>
                  <a:pt x="6774" y="6429"/>
                </a:lnTo>
                <a:lnTo>
                  <a:pt x="6773" y="6430"/>
                </a:lnTo>
                <a:lnTo>
                  <a:pt x="6772" y="6430"/>
                </a:lnTo>
                <a:lnTo>
                  <a:pt x="6771" y="6430"/>
                </a:lnTo>
                <a:lnTo>
                  <a:pt x="6770" y="6430"/>
                </a:lnTo>
                <a:lnTo>
                  <a:pt x="6769" y="6431"/>
                </a:lnTo>
                <a:lnTo>
                  <a:pt x="6769" y="6430"/>
                </a:lnTo>
                <a:lnTo>
                  <a:pt x="6770" y="6430"/>
                </a:lnTo>
                <a:lnTo>
                  <a:pt x="6770" y="6429"/>
                </a:lnTo>
                <a:lnTo>
                  <a:pt x="6770" y="6428"/>
                </a:lnTo>
                <a:lnTo>
                  <a:pt x="6769" y="6428"/>
                </a:lnTo>
                <a:lnTo>
                  <a:pt x="6769" y="6427"/>
                </a:lnTo>
                <a:lnTo>
                  <a:pt x="6771" y="6426"/>
                </a:lnTo>
                <a:lnTo>
                  <a:pt x="6772" y="6424"/>
                </a:lnTo>
                <a:lnTo>
                  <a:pt x="6775" y="6423"/>
                </a:lnTo>
                <a:lnTo>
                  <a:pt x="6775" y="6422"/>
                </a:lnTo>
                <a:lnTo>
                  <a:pt x="6775" y="6421"/>
                </a:lnTo>
                <a:lnTo>
                  <a:pt x="6776" y="6421"/>
                </a:lnTo>
                <a:lnTo>
                  <a:pt x="6778" y="6420"/>
                </a:lnTo>
                <a:lnTo>
                  <a:pt x="6778" y="6419"/>
                </a:lnTo>
                <a:lnTo>
                  <a:pt x="6778" y="6416"/>
                </a:lnTo>
                <a:lnTo>
                  <a:pt x="6780" y="6416"/>
                </a:lnTo>
                <a:lnTo>
                  <a:pt x="6781" y="6415"/>
                </a:lnTo>
                <a:lnTo>
                  <a:pt x="6782" y="6414"/>
                </a:lnTo>
                <a:lnTo>
                  <a:pt x="6783" y="6414"/>
                </a:lnTo>
                <a:lnTo>
                  <a:pt x="6784" y="6412"/>
                </a:lnTo>
                <a:lnTo>
                  <a:pt x="6784" y="6409"/>
                </a:lnTo>
                <a:lnTo>
                  <a:pt x="6783" y="6408"/>
                </a:lnTo>
                <a:lnTo>
                  <a:pt x="6783" y="6407"/>
                </a:lnTo>
                <a:lnTo>
                  <a:pt x="6783" y="6406"/>
                </a:lnTo>
                <a:lnTo>
                  <a:pt x="6783" y="6405"/>
                </a:lnTo>
                <a:lnTo>
                  <a:pt x="6784" y="6405"/>
                </a:lnTo>
                <a:lnTo>
                  <a:pt x="6784" y="6404"/>
                </a:lnTo>
                <a:lnTo>
                  <a:pt x="6785" y="6403"/>
                </a:lnTo>
                <a:lnTo>
                  <a:pt x="6784" y="6402"/>
                </a:lnTo>
                <a:lnTo>
                  <a:pt x="6784" y="6403"/>
                </a:lnTo>
                <a:lnTo>
                  <a:pt x="6784" y="6404"/>
                </a:lnTo>
                <a:lnTo>
                  <a:pt x="6784" y="6405"/>
                </a:lnTo>
                <a:lnTo>
                  <a:pt x="6782" y="6405"/>
                </a:lnTo>
                <a:lnTo>
                  <a:pt x="6781" y="6404"/>
                </a:lnTo>
                <a:lnTo>
                  <a:pt x="6781" y="6405"/>
                </a:lnTo>
                <a:lnTo>
                  <a:pt x="6781" y="6406"/>
                </a:lnTo>
                <a:lnTo>
                  <a:pt x="6782" y="6406"/>
                </a:lnTo>
                <a:lnTo>
                  <a:pt x="6783" y="6408"/>
                </a:lnTo>
                <a:lnTo>
                  <a:pt x="6783" y="6410"/>
                </a:lnTo>
                <a:lnTo>
                  <a:pt x="6782" y="6411"/>
                </a:lnTo>
                <a:lnTo>
                  <a:pt x="6782" y="6412"/>
                </a:lnTo>
                <a:lnTo>
                  <a:pt x="6781" y="6412"/>
                </a:lnTo>
                <a:lnTo>
                  <a:pt x="6781" y="6413"/>
                </a:lnTo>
                <a:lnTo>
                  <a:pt x="6780" y="6413"/>
                </a:lnTo>
                <a:lnTo>
                  <a:pt x="6779" y="6413"/>
                </a:lnTo>
                <a:lnTo>
                  <a:pt x="6779" y="6414"/>
                </a:lnTo>
                <a:lnTo>
                  <a:pt x="6778" y="6414"/>
                </a:lnTo>
                <a:lnTo>
                  <a:pt x="6777" y="6415"/>
                </a:lnTo>
                <a:lnTo>
                  <a:pt x="6777" y="6417"/>
                </a:lnTo>
                <a:lnTo>
                  <a:pt x="6777" y="6418"/>
                </a:lnTo>
                <a:lnTo>
                  <a:pt x="6776" y="6419"/>
                </a:lnTo>
                <a:lnTo>
                  <a:pt x="6775" y="6420"/>
                </a:lnTo>
                <a:lnTo>
                  <a:pt x="6774" y="6421"/>
                </a:lnTo>
                <a:lnTo>
                  <a:pt x="6774" y="6422"/>
                </a:lnTo>
                <a:lnTo>
                  <a:pt x="6773" y="6422"/>
                </a:lnTo>
                <a:lnTo>
                  <a:pt x="6772" y="6422"/>
                </a:lnTo>
                <a:lnTo>
                  <a:pt x="6769" y="6421"/>
                </a:lnTo>
                <a:lnTo>
                  <a:pt x="6768" y="6421"/>
                </a:lnTo>
                <a:lnTo>
                  <a:pt x="6765" y="6421"/>
                </a:lnTo>
                <a:lnTo>
                  <a:pt x="6764" y="6421"/>
                </a:lnTo>
                <a:lnTo>
                  <a:pt x="6763" y="6421"/>
                </a:lnTo>
                <a:lnTo>
                  <a:pt x="6762" y="6422"/>
                </a:lnTo>
                <a:lnTo>
                  <a:pt x="6761" y="6422"/>
                </a:lnTo>
                <a:lnTo>
                  <a:pt x="6760" y="6422"/>
                </a:lnTo>
                <a:lnTo>
                  <a:pt x="6760" y="6423"/>
                </a:lnTo>
                <a:lnTo>
                  <a:pt x="6758" y="6424"/>
                </a:lnTo>
                <a:lnTo>
                  <a:pt x="6757" y="6425"/>
                </a:lnTo>
                <a:lnTo>
                  <a:pt x="6758" y="6425"/>
                </a:lnTo>
                <a:lnTo>
                  <a:pt x="6758" y="6426"/>
                </a:lnTo>
                <a:lnTo>
                  <a:pt x="6757" y="6426"/>
                </a:lnTo>
                <a:lnTo>
                  <a:pt x="6757" y="6427"/>
                </a:lnTo>
                <a:lnTo>
                  <a:pt x="6756" y="6427"/>
                </a:lnTo>
                <a:lnTo>
                  <a:pt x="6756" y="6428"/>
                </a:lnTo>
                <a:lnTo>
                  <a:pt x="6757" y="6429"/>
                </a:lnTo>
                <a:lnTo>
                  <a:pt x="6759" y="6430"/>
                </a:lnTo>
                <a:lnTo>
                  <a:pt x="6760" y="6429"/>
                </a:lnTo>
                <a:lnTo>
                  <a:pt x="6761" y="6430"/>
                </a:lnTo>
                <a:lnTo>
                  <a:pt x="6761" y="6431"/>
                </a:lnTo>
                <a:lnTo>
                  <a:pt x="6761" y="6432"/>
                </a:lnTo>
                <a:lnTo>
                  <a:pt x="6761" y="6433"/>
                </a:lnTo>
                <a:lnTo>
                  <a:pt x="6760" y="6433"/>
                </a:lnTo>
                <a:lnTo>
                  <a:pt x="6758" y="6433"/>
                </a:lnTo>
                <a:lnTo>
                  <a:pt x="6759" y="6432"/>
                </a:lnTo>
                <a:lnTo>
                  <a:pt x="6758" y="6431"/>
                </a:lnTo>
                <a:lnTo>
                  <a:pt x="6757" y="6431"/>
                </a:lnTo>
                <a:lnTo>
                  <a:pt x="6756" y="6431"/>
                </a:lnTo>
                <a:lnTo>
                  <a:pt x="6755" y="6430"/>
                </a:lnTo>
                <a:lnTo>
                  <a:pt x="6754" y="6430"/>
                </a:lnTo>
                <a:lnTo>
                  <a:pt x="6754" y="6429"/>
                </a:lnTo>
                <a:lnTo>
                  <a:pt x="6754" y="6428"/>
                </a:lnTo>
                <a:lnTo>
                  <a:pt x="6755" y="6428"/>
                </a:lnTo>
                <a:lnTo>
                  <a:pt x="6756" y="6427"/>
                </a:lnTo>
                <a:lnTo>
                  <a:pt x="6755" y="6427"/>
                </a:lnTo>
                <a:lnTo>
                  <a:pt x="6754" y="6427"/>
                </a:lnTo>
                <a:lnTo>
                  <a:pt x="6753" y="6426"/>
                </a:lnTo>
                <a:lnTo>
                  <a:pt x="6752" y="6426"/>
                </a:lnTo>
                <a:lnTo>
                  <a:pt x="6752" y="6427"/>
                </a:lnTo>
                <a:lnTo>
                  <a:pt x="6751" y="6427"/>
                </a:lnTo>
                <a:lnTo>
                  <a:pt x="6749" y="6427"/>
                </a:lnTo>
                <a:lnTo>
                  <a:pt x="6748" y="6428"/>
                </a:lnTo>
                <a:lnTo>
                  <a:pt x="6747" y="6428"/>
                </a:lnTo>
                <a:lnTo>
                  <a:pt x="6745" y="6430"/>
                </a:lnTo>
                <a:lnTo>
                  <a:pt x="6744" y="6430"/>
                </a:lnTo>
                <a:lnTo>
                  <a:pt x="6742" y="6430"/>
                </a:lnTo>
                <a:lnTo>
                  <a:pt x="6741" y="6431"/>
                </a:lnTo>
                <a:lnTo>
                  <a:pt x="6740" y="6431"/>
                </a:lnTo>
                <a:lnTo>
                  <a:pt x="6739" y="6431"/>
                </a:lnTo>
                <a:lnTo>
                  <a:pt x="6737" y="6432"/>
                </a:lnTo>
                <a:lnTo>
                  <a:pt x="6736" y="6433"/>
                </a:lnTo>
                <a:lnTo>
                  <a:pt x="6735" y="6432"/>
                </a:lnTo>
                <a:lnTo>
                  <a:pt x="6735" y="6431"/>
                </a:lnTo>
                <a:lnTo>
                  <a:pt x="6734" y="6432"/>
                </a:lnTo>
                <a:lnTo>
                  <a:pt x="6735" y="6432"/>
                </a:lnTo>
                <a:lnTo>
                  <a:pt x="6735" y="6433"/>
                </a:lnTo>
                <a:lnTo>
                  <a:pt x="6734" y="6433"/>
                </a:lnTo>
                <a:lnTo>
                  <a:pt x="6734" y="6434"/>
                </a:lnTo>
                <a:lnTo>
                  <a:pt x="6734" y="6436"/>
                </a:lnTo>
                <a:lnTo>
                  <a:pt x="6734" y="6438"/>
                </a:lnTo>
                <a:lnTo>
                  <a:pt x="6734" y="6439"/>
                </a:lnTo>
                <a:lnTo>
                  <a:pt x="6734" y="6440"/>
                </a:lnTo>
                <a:lnTo>
                  <a:pt x="6735" y="6440"/>
                </a:lnTo>
                <a:lnTo>
                  <a:pt x="6735" y="6441"/>
                </a:lnTo>
                <a:lnTo>
                  <a:pt x="6733" y="6441"/>
                </a:lnTo>
                <a:lnTo>
                  <a:pt x="6732" y="6442"/>
                </a:lnTo>
                <a:lnTo>
                  <a:pt x="6731" y="6442"/>
                </a:lnTo>
                <a:lnTo>
                  <a:pt x="6730" y="6443"/>
                </a:lnTo>
                <a:lnTo>
                  <a:pt x="6730" y="6444"/>
                </a:lnTo>
                <a:lnTo>
                  <a:pt x="6730" y="6445"/>
                </a:lnTo>
                <a:lnTo>
                  <a:pt x="6730" y="6446"/>
                </a:lnTo>
                <a:lnTo>
                  <a:pt x="6731" y="6447"/>
                </a:lnTo>
                <a:lnTo>
                  <a:pt x="6732" y="6447"/>
                </a:lnTo>
                <a:lnTo>
                  <a:pt x="6733" y="6448"/>
                </a:lnTo>
                <a:lnTo>
                  <a:pt x="6733" y="6449"/>
                </a:lnTo>
                <a:lnTo>
                  <a:pt x="6732" y="6449"/>
                </a:lnTo>
                <a:lnTo>
                  <a:pt x="6732" y="6450"/>
                </a:lnTo>
                <a:lnTo>
                  <a:pt x="6731" y="6450"/>
                </a:lnTo>
                <a:lnTo>
                  <a:pt x="6730" y="6451"/>
                </a:lnTo>
                <a:lnTo>
                  <a:pt x="6728" y="6451"/>
                </a:lnTo>
                <a:lnTo>
                  <a:pt x="6725" y="6454"/>
                </a:lnTo>
                <a:lnTo>
                  <a:pt x="6723" y="6455"/>
                </a:lnTo>
                <a:lnTo>
                  <a:pt x="6723" y="6454"/>
                </a:lnTo>
                <a:lnTo>
                  <a:pt x="6722" y="6453"/>
                </a:lnTo>
                <a:lnTo>
                  <a:pt x="6721" y="6453"/>
                </a:lnTo>
                <a:lnTo>
                  <a:pt x="6720" y="6453"/>
                </a:lnTo>
                <a:lnTo>
                  <a:pt x="6719" y="6453"/>
                </a:lnTo>
                <a:lnTo>
                  <a:pt x="6718" y="6452"/>
                </a:lnTo>
                <a:lnTo>
                  <a:pt x="6718" y="6451"/>
                </a:lnTo>
                <a:lnTo>
                  <a:pt x="6718" y="6449"/>
                </a:lnTo>
                <a:lnTo>
                  <a:pt x="6718" y="6448"/>
                </a:lnTo>
                <a:lnTo>
                  <a:pt x="6718" y="6447"/>
                </a:lnTo>
                <a:lnTo>
                  <a:pt x="6718" y="6446"/>
                </a:lnTo>
                <a:lnTo>
                  <a:pt x="6718" y="6445"/>
                </a:lnTo>
                <a:lnTo>
                  <a:pt x="6717" y="6445"/>
                </a:lnTo>
                <a:lnTo>
                  <a:pt x="6714" y="6443"/>
                </a:lnTo>
                <a:lnTo>
                  <a:pt x="6712" y="6443"/>
                </a:lnTo>
                <a:lnTo>
                  <a:pt x="6711" y="6444"/>
                </a:lnTo>
                <a:lnTo>
                  <a:pt x="6709" y="6444"/>
                </a:lnTo>
                <a:lnTo>
                  <a:pt x="6708" y="6444"/>
                </a:lnTo>
                <a:lnTo>
                  <a:pt x="6707" y="6444"/>
                </a:lnTo>
                <a:lnTo>
                  <a:pt x="6706" y="6443"/>
                </a:lnTo>
                <a:lnTo>
                  <a:pt x="6705" y="6442"/>
                </a:lnTo>
                <a:lnTo>
                  <a:pt x="6705" y="6441"/>
                </a:lnTo>
                <a:lnTo>
                  <a:pt x="6704" y="6441"/>
                </a:lnTo>
                <a:lnTo>
                  <a:pt x="6703" y="6441"/>
                </a:lnTo>
                <a:lnTo>
                  <a:pt x="6703" y="6442"/>
                </a:lnTo>
                <a:lnTo>
                  <a:pt x="6702" y="6443"/>
                </a:lnTo>
                <a:lnTo>
                  <a:pt x="6701" y="6443"/>
                </a:lnTo>
                <a:lnTo>
                  <a:pt x="6702" y="6444"/>
                </a:lnTo>
                <a:lnTo>
                  <a:pt x="6705" y="6445"/>
                </a:lnTo>
                <a:lnTo>
                  <a:pt x="6705" y="6447"/>
                </a:lnTo>
                <a:lnTo>
                  <a:pt x="6704" y="6447"/>
                </a:lnTo>
                <a:lnTo>
                  <a:pt x="6704" y="6448"/>
                </a:lnTo>
                <a:lnTo>
                  <a:pt x="6704" y="6449"/>
                </a:lnTo>
                <a:lnTo>
                  <a:pt x="6705" y="6448"/>
                </a:lnTo>
                <a:lnTo>
                  <a:pt x="6706" y="6449"/>
                </a:lnTo>
                <a:lnTo>
                  <a:pt x="6707" y="6449"/>
                </a:lnTo>
                <a:lnTo>
                  <a:pt x="6707" y="6450"/>
                </a:lnTo>
                <a:lnTo>
                  <a:pt x="6708" y="6450"/>
                </a:lnTo>
                <a:lnTo>
                  <a:pt x="6709" y="6450"/>
                </a:lnTo>
                <a:lnTo>
                  <a:pt x="6710" y="6449"/>
                </a:lnTo>
                <a:lnTo>
                  <a:pt x="6711" y="6449"/>
                </a:lnTo>
                <a:lnTo>
                  <a:pt x="6712" y="6449"/>
                </a:lnTo>
                <a:lnTo>
                  <a:pt x="6713" y="6450"/>
                </a:lnTo>
                <a:lnTo>
                  <a:pt x="6714" y="6451"/>
                </a:lnTo>
                <a:lnTo>
                  <a:pt x="6715" y="6451"/>
                </a:lnTo>
                <a:lnTo>
                  <a:pt x="6716" y="6452"/>
                </a:lnTo>
                <a:lnTo>
                  <a:pt x="6718" y="6453"/>
                </a:lnTo>
                <a:lnTo>
                  <a:pt x="6718" y="6454"/>
                </a:lnTo>
                <a:lnTo>
                  <a:pt x="6719" y="6454"/>
                </a:lnTo>
                <a:lnTo>
                  <a:pt x="6720" y="6454"/>
                </a:lnTo>
                <a:lnTo>
                  <a:pt x="6721" y="6454"/>
                </a:lnTo>
                <a:lnTo>
                  <a:pt x="6721" y="6455"/>
                </a:lnTo>
                <a:lnTo>
                  <a:pt x="6721" y="6456"/>
                </a:lnTo>
                <a:lnTo>
                  <a:pt x="6722" y="6457"/>
                </a:lnTo>
                <a:lnTo>
                  <a:pt x="6721" y="6458"/>
                </a:lnTo>
                <a:lnTo>
                  <a:pt x="6719" y="6459"/>
                </a:lnTo>
                <a:lnTo>
                  <a:pt x="6717" y="6462"/>
                </a:lnTo>
                <a:lnTo>
                  <a:pt x="6716" y="6463"/>
                </a:lnTo>
                <a:lnTo>
                  <a:pt x="6714" y="6465"/>
                </a:lnTo>
                <a:lnTo>
                  <a:pt x="6714" y="6467"/>
                </a:lnTo>
                <a:lnTo>
                  <a:pt x="6713" y="6468"/>
                </a:lnTo>
                <a:lnTo>
                  <a:pt x="6713" y="6469"/>
                </a:lnTo>
                <a:lnTo>
                  <a:pt x="6712" y="6471"/>
                </a:lnTo>
                <a:lnTo>
                  <a:pt x="6711" y="6472"/>
                </a:lnTo>
                <a:lnTo>
                  <a:pt x="6711" y="6473"/>
                </a:lnTo>
                <a:lnTo>
                  <a:pt x="6711" y="6474"/>
                </a:lnTo>
                <a:lnTo>
                  <a:pt x="6711" y="6475"/>
                </a:lnTo>
                <a:lnTo>
                  <a:pt x="6711" y="6476"/>
                </a:lnTo>
                <a:lnTo>
                  <a:pt x="6711" y="6477"/>
                </a:lnTo>
                <a:lnTo>
                  <a:pt x="6711" y="6479"/>
                </a:lnTo>
                <a:lnTo>
                  <a:pt x="6713" y="6480"/>
                </a:lnTo>
                <a:lnTo>
                  <a:pt x="6714" y="6480"/>
                </a:lnTo>
                <a:lnTo>
                  <a:pt x="6714" y="6481"/>
                </a:lnTo>
                <a:lnTo>
                  <a:pt x="6714" y="6483"/>
                </a:lnTo>
                <a:lnTo>
                  <a:pt x="6713" y="6484"/>
                </a:lnTo>
                <a:lnTo>
                  <a:pt x="6712" y="6484"/>
                </a:lnTo>
                <a:lnTo>
                  <a:pt x="6711" y="6484"/>
                </a:lnTo>
                <a:lnTo>
                  <a:pt x="6710" y="6483"/>
                </a:lnTo>
                <a:lnTo>
                  <a:pt x="6709" y="6484"/>
                </a:lnTo>
                <a:lnTo>
                  <a:pt x="6709" y="6485"/>
                </a:lnTo>
                <a:lnTo>
                  <a:pt x="6708" y="6486"/>
                </a:lnTo>
                <a:lnTo>
                  <a:pt x="6708" y="6485"/>
                </a:lnTo>
                <a:lnTo>
                  <a:pt x="6708" y="6484"/>
                </a:lnTo>
                <a:lnTo>
                  <a:pt x="6708" y="6483"/>
                </a:lnTo>
                <a:lnTo>
                  <a:pt x="6709" y="6483"/>
                </a:lnTo>
                <a:lnTo>
                  <a:pt x="6709" y="6482"/>
                </a:lnTo>
                <a:lnTo>
                  <a:pt x="6709" y="6481"/>
                </a:lnTo>
                <a:lnTo>
                  <a:pt x="6708" y="6481"/>
                </a:lnTo>
                <a:lnTo>
                  <a:pt x="6709" y="6480"/>
                </a:lnTo>
                <a:lnTo>
                  <a:pt x="6709" y="6479"/>
                </a:lnTo>
                <a:lnTo>
                  <a:pt x="6709" y="6477"/>
                </a:lnTo>
                <a:lnTo>
                  <a:pt x="6708" y="6476"/>
                </a:lnTo>
                <a:lnTo>
                  <a:pt x="6707" y="6476"/>
                </a:lnTo>
                <a:lnTo>
                  <a:pt x="6706" y="6475"/>
                </a:lnTo>
                <a:lnTo>
                  <a:pt x="6705" y="6475"/>
                </a:lnTo>
                <a:lnTo>
                  <a:pt x="6704" y="6475"/>
                </a:lnTo>
                <a:lnTo>
                  <a:pt x="6703" y="6475"/>
                </a:lnTo>
                <a:lnTo>
                  <a:pt x="6702" y="6474"/>
                </a:lnTo>
                <a:lnTo>
                  <a:pt x="6701" y="6474"/>
                </a:lnTo>
                <a:lnTo>
                  <a:pt x="6700" y="6475"/>
                </a:lnTo>
                <a:lnTo>
                  <a:pt x="6699" y="6475"/>
                </a:lnTo>
                <a:lnTo>
                  <a:pt x="6697" y="6475"/>
                </a:lnTo>
                <a:lnTo>
                  <a:pt x="6696" y="6475"/>
                </a:lnTo>
                <a:lnTo>
                  <a:pt x="6696" y="6476"/>
                </a:lnTo>
                <a:lnTo>
                  <a:pt x="6695" y="6476"/>
                </a:lnTo>
                <a:lnTo>
                  <a:pt x="6694" y="6477"/>
                </a:lnTo>
                <a:lnTo>
                  <a:pt x="6692" y="6478"/>
                </a:lnTo>
                <a:lnTo>
                  <a:pt x="6691" y="6477"/>
                </a:lnTo>
                <a:lnTo>
                  <a:pt x="6691" y="6476"/>
                </a:lnTo>
                <a:lnTo>
                  <a:pt x="6689" y="6476"/>
                </a:lnTo>
                <a:lnTo>
                  <a:pt x="6688" y="6477"/>
                </a:lnTo>
                <a:lnTo>
                  <a:pt x="6686" y="6477"/>
                </a:lnTo>
                <a:lnTo>
                  <a:pt x="6685" y="6477"/>
                </a:lnTo>
                <a:lnTo>
                  <a:pt x="6685" y="6478"/>
                </a:lnTo>
                <a:lnTo>
                  <a:pt x="6683" y="6479"/>
                </a:lnTo>
                <a:lnTo>
                  <a:pt x="6683" y="6478"/>
                </a:lnTo>
                <a:lnTo>
                  <a:pt x="6682" y="6477"/>
                </a:lnTo>
                <a:lnTo>
                  <a:pt x="6681" y="6477"/>
                </a:lnTo>
                <a:lnTo>
                  <a:pt x="6680" y="6476"/>
                </a:lnTo>
                <a:lnTo>
                  <a:pt x="6679" y="6476"/>
                </a:lnTo>
                <a:lnTo>
                  <a:pt x="6679" y="6475"/>
                </a:lnTo>
                <a:lnTo>
                  <a:pt x="6680" y="6474"/>
                </a:lnTo>
                <a:lnTo>
                  <a:pt x="6680" y="6473"/>
                </a:lnTo>
                <a:lnTo>
                  <a:pt x="6680" y="6472"/>
                </a:lnTo>
                <a:lnTo>
                  <a:pt x="6680" y="6471"/>
                </a:lnTo>
                <a:lnTo>
                  <a:pt x="6680" y="6470"/>
                </a:lnTo>
                <a:lnTo>
                  <a:pt x="6681" y="6470"/>
                </a:lnTo>
                <a:lnTo>
                  <a:pt x="6681" y="6469"/>
                </a:lnTo>
                <a:lnTo>
                  <a:pt x="6679" y="6468"/>
                </a:lnTo>
                <a:lnTo>
                  <a:pt x="6678" y="6467"/>
                </a:lnTo>
                <a:lnTo>
                  <a:pt x="6677" y="6466"/>
                </a:lnTo>
                <a:lnTo>
                  <a:pt x="6677" y="6465"/>
                </a:lnTo>
                <a:lnTo>
                  <a:pt x="6678" y="6465"/>
                </a:lnTo>
                <a:lnTo>
                  <a:pt x="6678" y="6464"/>
                </a:lnTo>
                <a:lnTo>
                  <a:pt x="6679" y="6462"/>
                </a:lnTo>
                <a:lnTo>
                  <a:pt x="6679" y="6461"/>
                </a:lnTo>
                <a:lnTo>
                  <a:pt x="6680" y="6461"/>
                </a:lnTo>
                <a:lnTo>
                  <a:pt x="6680" y="6460"/>
                </a:lnTo>
                <a:lnTo>
                  <a:pt x="6680" y="6459"/>
                </a:lnTo>
                <a:lnTo>
                  <a:pt x="6680" y="6458"/>
                </a:lnTo>
                <a:lnTo>
                  <a:pt x="6679" y="6457"/>
                </a:lnTo>
                <a:lnTo>
                  <a:pt x="6678" y="6456"/>
                </a:lnTo>
                <a:lnTo>
                  <a:pt x="6678" y="6455"/>
                </a:lnTo>
                <a:lnTo>
                  <a:pt x="6677" y="6455"/>
                </a:lnTo>
                <a:lnTo>
                  <a:pt x="6677" y="6454"/>
                </a:lnTo>
                <a:lnTo>
                  <a:pt x="6678" y="6454"/>
                </a:lnTo>
                <a:lnTo>
                  <a:pt x="6678" y="6453"/>
                </a:lnTo>
                <a:lnTo>
                  <a:pt x="6678" y="6452"/>
                </a:lnTo>
                <a:lnTo>
                  <a:pt x="6677" y="6451"/>
                </a:lnTo>
                <a:lnTo>
                  <a:pt x="6677" y="6450"/>
                </a:lnTo>
                <a:lnTo>
                  <a:pt x="6678" y="6448"/>
                </a:lnTo>
                <a:lnTo>
                  <a:pt x="6679" y="6447"/>
                </a:lnTo>
                <a:lnTo>
                  <a:pt x="6680" y="6446"/>
                </a:lnTo>
                <a:lnTo>
                  <a:pt x="6680" y="6445"/>
                </a:lnTo>
                <a:lnTo>
                  <a:pt x="6681" y="6445"/>
                </a:lnTo>
                <a:lnTo>
                  <a:pt x="6683" y="6444"/>
                </a:lnTo>
                <a:lnTo>
                  <a:pt x="6684" y="6444"/>
                </a:lnTo>
                <a:lnTo>
                  <a:pt x="6686" y="6441"/>
                </a:lnTo>
                <a:lnTo>
                  <a:pt x="6687" y="6441"/>
                </a:lnTo>
                <a:lnTo>
                  <a:pt x="6687" y="6440"/>
                </a:lnTo>
                <a:lnTo>
                  <a:pt x="6688" y="6441"/>
                </a:lnTo>
                <a:lnTo>
                  <a:pt x="6689" y="6440"/>
                </a:lnTo>
                <a:lnTo>
                  <a:pt x="6691" y="6439"/>
                </a:lnTo>
                <a:lnTo>
                  <a:pt x="6692" y="6438"/>
                </a:lnTo>
                <a:lnTo>
                  <a:pt x="6692" y="6437"/>
                </a:lnTo>
                <a:lnTo>
                  <a:pt x="6692" y="6436"/>
                </a:lnTo>
                <a:lnTo>
                  <a:pt x="6691" y="6436"/>
                </a:lnTo>
                <a:lnTo>
                  <a:pt x="6690" y="6435"/>
                </a:lnTo>
                <a:lnTo>
                  <a:pt x="6689" y="6434"/>
                </a:lnTo>
                <a:lnTo>
                  <a:pt x="6688" y="6434"/>
                </a:lnTo>
                <a:lnTo>
                  <a:pt x="6687" y="6432"/>
                </a:lnTo>
                <a:lnTo>
                  <a:pt x="6686" y="6432"/>
                </a:lnTo>
                <a:lnTo>
                  <a:pt x="6686" y="6431"/>
                </a:lnTo>
                <a:lnTo>
                  <a:pt x="6686" y="6430"/>
                </a:lnTo>
                <a:lnTo>
                  <a:pt x="6685" y="6430"/>
                </a:lnTo>
                <a:lnTo>
                  <a:pt x="6685" y="6431"/>
                </a:lnTo>
                <a:lnTo>
                  <a:pt x="6685" y="6430"/>
                </a:lnTo>
                <a:lnTo>
                  <a:pt x="6683" y="6429"/>
                </a:lnTo>
                <a:lnTo>
                  <a:pt x="6683" y="6428"/>
                </a:lnTo>
                <a:lnTo>
                  <a:pt x="6683" y="6429"/>
                </a:lnTo>
                <a:lnTo>
                  <a:pt x="6684" y="6429"/>
                </a:lnTo>
                <a:lnTo>
                  <a:pt x="6685" y="6431"/>
                </a:lnTo>
                <a:lnTo>
                  <a:pt x="6685" y="6432"/>
                </a:lnTo>
                <a:lnTo>
                  <a:pt x="6684" y="6433"/>
                </a:lnTo>
                <a:lnTo>
                  <a:pt x="6684" y="6432"/>
                </a:lnTo>
                <a:lnTo>
                  <a:pt x="6683" y="6431"/>
                </a:lnTo>
                <a:lnTo>
                  <a:pt x="6683" y="6430"/>
                </a:lnTo>
                <a:lnTo>
                  <a:pt x="6682" y="6430"/>
                </a:lnTo>
                <a:lnTo>
                  <a:pt x="6681" y="6430"/>
                </a:lnTo>
                <a:lnTo>
                  <a:pt x="6681" y="6431"/>
                </a:lnTo>
                <a:lnTo>
                  <a:pt x="6682" y="6431"/>
                </a:lnTo>
                <a:lnTo>
                  <a:pt x="6682" y="6432"/>
                </a:lnTo>
                <a:lnTo>
                  <a:pt x="6683" y="6433"/>
                </a:lnTo>
                <a:lnTo>
                  <a:pt x="6683" y="6434"/>
                </a:lnTo>
                <a:lnTo>
                  <a:pt x="6683" y="6435"/>
                </a:lnTo>
                <a:lnTo>
                  <a:pt x="6683" y="6437"/>
                </a:lnTo>
                <a:lnTo>
                  <a:pt x="6682" y="6437"/>
                </a:lnTo>
                <a:lnTo>
                  <a:pt x="6682" y="6439"/>
                </a:lnTo>
                <a:lnTo>
                  <a:pt x="6681" y="6439"/>
                </a:lnTo>
                <a:lnTo>
                  <a:pt x="6680" y="6439"/>
                </a:lnTo>
                <a:lnTo>
                  <a:pt x="6679" y="6440"/>
                </a:lnTo>
                <a:lnTo>
                  <a:pt x="6678" y="6441"/>
                </a:lnTo>
                <a:lnTo>
                  <a:pt x="6677" y="6441"/>
                </a:lnTo>
                <a:lnTo>
                  <a:pt x="6676" y="6441"/>
                </a:lnTo>
                <a:lnTo>
                  <a:pt x="6675" y="6441"/>
                </a:lnTo>
                <a:lnTo>
                  <a:pt x="6674" y="6441"/>
                </a:lnTo>
                <a:lnTo>
                  <a:pt x="6674" y="6440"/>
                </a:lnTo>
                <a:lnTo>
                  <a:pt x="6673" y="6440"/>
                </a:lnTo>
                <a:lnTo>
                  <a:pt x="6673" y="6439"/>
                </a:lnTo>
                <a:lnTo>
                  <a:pt x="6673" y="6438"/>
                </a:lnTo>
                <a:lnTo>
                  <a:pt x="6672" y="6438"/>
                </a:lnTo>
                <a:lnTo>
                  <a:pt x="6671" y="6437"/>
                </a:lnTo>
                <a:lnTo>
                  <a:pt x="6671" y="6438"/>
                </a:lnTo>
                <a:lnTo>
                  <a:pt x="6671" y="6439"/>
                </a:lnTo>
                <a:lnTo>
                  <a:pt x="6670" y="6439"/>
                </a:lnTo>
                <a:lnTo>
                  <a:pt x="6669" y="6439"/>
                </a:lnTo>
                <a:lnTo>
                  <a:pt x="6667" y="6439"/>
                </a:lnTo>
                <a:lnTo>
                  <a:pt x="6666" y="6440"/>
                </a:lnTo>
                <a:lnTo>
                  <a:pt x="6666" y="6441"/>
                </a:lnTo>
                <a:lnTo>
                  <a:pt x="6667" y="6442"/>
                </a:lnTo>
                <a:lnTo>
                  <a:pt x="6666" y="6442"/>
                </a:lnTo>
                <a:lnTo>
                  <a:pt x="6665" y="6443"/>
                </a:lnTo>
                <a:lnTo>
                  <a:pt x="6665" y="6442"/>
                </a:lnTo>
                <a:lnTo>
                  <a:pt x="6664" y="6443"/>
                </a:lnTo>
                <a:lnTo>
                  <a:pt x="6661" y="6444"/>
                </a:lnTo>
                <a:lnTo>
                  <a:pt x="6660" y="6444"/>
                </a:lnTo>
                <a:lnTo>
                  <a:pt x="6658" y="6445"/>
                </a:lnTo>
                <a:lnTo>
                  <a:pt x="6658" y="6446"/>
                </a:lnTo>
                <a:lnTo>
                  <a:pt x="6658" y="6447"/>
                </a:lnTo>
                <a:lnTo>
                  <a:pt x="6658" y="6448"/>
                </a:lnTo>
                <a:lnTo>
                  <a:pt x="6657" y="6448"/>
                </a:lnTo>
                <a:lnTo>
                  <a:pt x="6657" y="6449"/>
                </a:lnTo>
                <a:lnTo>
                  <a:pt x="6652" y="6451"/>
                </a:lnTo>
                <a:lnTo>
                  <a:pt x="6649" y="6453"/>
                </a:lnTo>
                <a:lnTo>
                  <a:pt x="6648" y="6453"/>
                </a:lnTo>
                <a:lnTo>
                  <a:pt x="6646" y="6454"/>
                </a:lnTo>
                <a:lnTo>
                  <a:pt x="6645" y="6455"/>
                </a:lnTo>
                <a:lnTo>
                  <a:pt x="6644" y="6455"/>
                </a:lnTo>
                <a:lnTo>
                  <a:pt x="6644" y="6456"/>
                </a:lnTo>
                <a:lnTo>
                  <a:pt x="6645" y="6457"/>
                </a:lnTo>
                <a:lnTo>
                  <a:pt x="6646" y="6457"/>
                </a:lnTo>
                <a:lnTo>
                  <a:pt x="6646" y="6459"/>
                </a:lnTo>
                <a:lnTo>
                  <a:pt x="6646" y="6460"/>
                </a:lnTo>
                <a:lnTo>
                  <a:pt x="6647" y="6460"/>
                </a:lnTo>
                <a:lnTo>
                  <a:pt x="6647" y="6461"/>
                </a:lnTo>
                <a:lnTo>
                  <a:pt x="6647" y="6462"/>
                </a:lnTo>
                <a:lnTo>
                  <a:pt x="6646" y="6462"/>
                </a:lnTo>
                <a:lnTo>
                  <a:pt x="6644" y="6461"/>
                </a:lnTo>
                <a:lnTo>
                  <a:pt x="6643" y="6461"/>
                </a:lnTo>
                <a:lnTo>
                  <a:pt x="6643" y="6460"/>
                </a:lnTo>
                <a:lnTo>
                  <a:pt x="6642" y="6459"/>
                </a:lnTo>
                <a:lnTo>
                  <a:pt x="6641" y="6459"/>
                </a:lnTo>
                <a:lnTo>
                  <a:pt x="6641" y="6460"/>
                </a:lnTo>
                <a:lnTo>
                  <a:pt x="6641" y="6459"/>
                </a:lnTo>
                <a:lnTo>
                  <a:pt x="6640" y="6459"/>
                </a:lnTo>
                <a:lnTo>
                  <a:pt x="6640" y="6458"/>
                </a:lnTo>
                <a:lnTo>
                  <a:pt x="6639" y="6458"/>
                </a:lnTo>
                <a:lnTo>
                  <a:pt x="6638" y="6458"/>
                </a:lnTo>
                <a:lnTo>
                  <a:pt x="6638" y="6459"/>
                </a:lnTo>
                <a:lnTo>
                  <a:pt x="6639" y="6460"/>
                </a:lnTo>
                <a:lnTo>
                  <a:pt x="6639" y="6461"/>
                </a:lnTo>
                <a:lnTo>
                  <a:pt x="6640" y="6461"/>
                </a:lnTo>
                <a:lnTo>
                  <a:pt x="6641" y="6462"/>
                </a:lnTo>
                <a:lnTo>
                  <a:pt x="6640" y="6463"/>
                </a:lnTo>
                <a:lnTo>
                  <a:pt x="6640" y="6464"/>
                </a:lnTo>
                <a:lnTo>
                  <a:pt x="6639" y="6464"/>
                </a:lnTo>
                <a:lnTo>
                  <a:pt x="6637" y="6464"/>
                </a:lnTo>
                <a:lnTo>
                  <a:pt x="6636" y="6464"/>
                </a:lnTo>
                <a:lnTo>
                  <a:pt x="6635" y="6464"/>
                </a:lnTo>
                <a:lnTo>
                  <a:pt x="6635" y="6465"/>
                </a:lnTo>
                <a:lnTo>
                  <a:pt x="6636" y="6465"/>
                </a:lnTo>
                <a:lnTo>
                  <a:pt x="6636" y="6466"/>
                </a:lnTo>
                <a:lnTo>
                  <a:pt x="6636" y="6467"/>
                </a:lnTo>
                <a:lnTo>
                  <a:pt x="6635" y="6468"/>
                </a:lnTo>
                <a:lnTo>
                  <a:pt x="6634" y="6469"/>
                </a:lnTo>
                <a:lnTo>
                  <a:pt x="6633" y="6470"/>
                </a:lnTo>
                <a:lnTo>
                  <a:pt x="6633" y="6471"/>
                </a:lnTo>
                <a:lnTo>
                  <a:pt x="6634" y="6472"/>
                </a:lnTo>
                <a:lnTo>
                  <a:pt x="6635" y="6472"/>
                </a:lnTo>
                <a:lnTo>
                  <a:pt x="6636" y="6472"/>
                </a:lnTo>
                <a:lnTo>
                  <a:pt x="6636" y="6471"/>
                </a:lnTo>
                <a:lnTo>
                  <a:pt x="6637" y="6471"/>
                </a:lnTo>
                <a:lnTo>
                  <a:pt x="6638" y="6470"/>
                </a:lnTo>
                <a:lnTo>
                  <a:pt x="6639" y="6470"/>
                </a:lnTo>
                <a:lnTo>
                  <a:pt x="6639" y="6471"/>
                </a:lnTo>
                <a:lnTo>
                  <a:pt x="6640" y="6471"/>
                </a:lnTo>
                <a:lnTo>
                  <a:pt x="6641" y="6471"/>
                </a:lnTo>
                <a:lnTo>
                  <a:pt x="6643" y="6470"/>
                </a:lnTo>
                <a:lnTo>
                  <a:pt x="6644" y="6470"/>
                </a:lnTo>
                <a:lnTo>
                  <a:pt x="6645" y="6470"/>
                </a:lnTo>
                <a:lnTo>
                  <a:pt x="6646" y="6470"/>
                </a:lnTo>
                <a:lnTo>
                  <a:pt x="6647" y="6469"/>
                </a:lnTo>
                <a:lnTo>
                  <a:pt x="6647" y="6468"/>
                </a:lnTo>
                <a:lnTo>
                  <a:pt x="6649" y="6468"/>
                </a:lnTo>
                <a:lnTo>
                  <a:pt x="6650" y="6468"/>
                </a:lnTo>
                <a:lnTo>
                  <a:pt x="6651" y="6468"/>
                </a:lnTo>
                <a:lnTo>
                  <a:pt x="6652" y="6469"/>
                </a:lnTo>
                <a:lnTo>
                  <a:pt x="6651" y="6470"/>
                </a:lnTo>
                <a:lnTo>
                  <a:pt x="6651" y="6469"/>
                </a:lnTo>
                <a:lnTo>
                  <a:pt x="6651" y="6470"/>
                </a:lnTo>
                <a:lnTo>
                  <a:pt x="6651" y="6471"/>
                </a:lnTo>
                <a:lnTo>
                  <a:pt x="6651" y="6472"/>
                </a:lnTo>
                <a:lnTo>
                  <a:pt x="6650" y="6472"/>
                </a:lnTo>
                <a:lnTo>
                  <a:pt x="6649" y="6472"/>
                </a:lnTo>
                <a:lnTo>
                  <a:pt x="6649" y="6473"/>
                </a:lnTo>
                <a:lnTo>
                  <a:pt x="6649" y="6474"/>
                </a:lnTo>
                <a:lnTo>
                  <a:pt x="6649" y="6475"/>
                </a:lnTo>
                <a:lnTo>
                  <a:pt x="6649" y="6476"/>
                </a:lnTo>
                <a:lnTo>
                  <a:pt x="6649" y="6477"/>
                </a:lnTo>
                <a:lnTo>
                  <a:pt x="6648" y="6477"/>
                </a:lnTo>
                <a:lnTo>
                  <a:pt x="6647" y="6478"/>
                </a:lnTo>
                <a:lnTo>
                  <a:pt x="6646" y="6479"/>
                </a:lnTo>
                <a:lnTo>
                  <a:pt x="6644" y="6480"/>
                </a:lnTo>
                <a:lnTo>
                  <a:pt x="6642" y="6482"/>
                </a:lnTo>
                <a:lnTo>
                  <a:pt x="6641" y="6482"/>
                </a:lnTo>
                <a:lnTo>
                  <a:pt x="6639" y="6483"/>
                </a:lnTo>
                <a:lnTo>
                  <a:pt x="6638" y="6483"/>
                </a:lnTo>
                <a:lnTo>
                  <a:pt x="6637" y="6482"/>
                </a:lnTo>
                <a:lnTo>
                  <a:pt x="6637" y="6483"/>
                </a:lnTo>
                <a:lnTo>
                  <a:pt x="6636" y="6483"/>
                </a:lnTo>
                <a:lnTo>
                  <a:pt x="6636" y="6484"/>
                </a:lnTo>
                <a:lnTo>
                  <a:pt x="6635" y="6484"/>
                </a:lnTo>
                <a:lnTo>
                  <a:pt x="6635" y="6485"/>
                </a:lnTo>
                <a:lnTo>
                  <a:pt x="6635" y="6486"/>
                </a:lnTo>
                <a:lnTo>
                  <a:pt x="6635" y="6487"/>
                </a:lnTo>
                <a:lnTo>
                  <a:pt x="6635" y="6488"/>
                </a:lnTo>
                <a:lnTo>
                  <a:pt x="6635" y="6490"/>
                </a:lnTo>
                <a:lnTo>
                  <a:pt x="6635" y="6491"/>
                </a:lnTo>
                <a:lnTo>
                  <a:pt x="6636" y="6490"/>
                </a:lnTo>
                <a:lnTo>
                  <a:pt x="6639" y="6491"/>
                </a:lnTo>
                <a:lnTo>
                  <a:pt x="6640" y="6489"/>
                </a:lnTo>
                <a:lnTo>
                  <a:pt x="6640" y="6488"/>
                </a:lnTo>
                <a:lnTo>
                  <a:pt x="6640" y="6487"/>
                </a:lnTo>
                <a:lnTo>
                  <a:pt x="6641" y="6487"/>
                </a:lnTo>
                <a:lnTo>
                  <a:pt x="6642" y="6487"/>
                </a:lnTo>
                <a:lnTo>
                  <a:pt x="6643" y="6487"/>
                </a:lnTo>
                <a:lnTo>
                  <a:pt x="6644" y="6487"/>
                </a:lnTo>
                <a:lnTo>
                  <a:pt x="6646" y="6489"/>
                </a:lnTo>
                <a:lnTo>
                  <a:pt x="6647" y="6490"/>
                </a:lnTo>
                <a:lnTo>
                  <a:pt x="6648" y="6490"/>
                </a:lnTo>
                <a:lnTo>
                  <a:pt x="6648" y="6491"/>
                </a:lnTo>
                <a:lnTo>
                  <a:pt x="6651" y="6491"/>
                </a:lnTo>
                <a:lnTo>
                  <a:pt x="6653" y="6491"/>
                </a:lnTo>
                <a:lnTo>
                  <a:pt x="6653" y="6492"/>
                </a:lnTo>
                <a:lnTo>
                  <a:pt x="6654" y="6491"/>
                </a:lnTo>
                <a:lnTo>
                  <a:pt x="6655" y="6491"/>
                </a:lnTo>
                <a:lnTo>
                  <a:pt x="6656" y="6491"/>
                </a:lnTo>
                <a:lnTo>
                  <a:pt x="6656" y="6492"/>
                </a:lnTo>
                <a:lnTo>
                  <a:pt x="6655" y="6493"/>
                </a:lnTo>
                <a:lnTo>
                  <a:pt x="6656" y="6493"/>
                </a:lnTo>
                <a:lnTo>
                  <a:pt x="6656" y="6494"/>
                </a:lnTo>
                <a:lnTo>
                  <a:pt x="6657" y="6494"/>
                </a:lnTo>
                <a:lnTo>
                  <a:pt x="6658" y="6494"/>
                </a:lnTo>
                <a:lnTo>
                  <a:pt x="6658" y="6495"/>
                </a:lnTo>
                <a:lnTo>
                  <a:pt x="6659" y="6496"/>
                </a:lnTo>
                <a:lnTo>
                  <a:pt x="6660" y="6497"/>
                </a:lnTo>
                <a:lnTo>
                  <a:pt x="6659" y="6497"/>
                </a:lnTo>
                <a:lnTo>
                  <a:pt x="6658" y="6499"/>
                </a:lnTo>
                <a:lnTo>
                  <a:pt x="6658" y="6500"/>
                </a:lnTo>
                <a:lnTo>
                  <a:pt x="6657" y="6500"/>
                </a:lnTo>
                <a:lnTo>
                  <a:pt x="6656" y="6500"/>
                </a:lnTo>
                <a:lnTo>
                  <a:pt x="6654" y="6500"/>
                </a:lnTo>
                <a:lnTo>
                  <a:pt x="6654" y="6501"/>
                </a:lnTo>
                <a:lnTo>
                  <a:pt x="6654" y="6502"/>
                </a:lnTo>
                <a:lnTo>
                  <a:pt x="6654" y="6501"/>
                </a:lnTo>
                <a:lnTo>
                  <a:pt x="6653" y="6501"/>
                </a:lnTo>
                <a:lnTo>
                  <a:pt x="6652" y="6501"/>
                </a:lnTo>
                <a:lnTo>
                  <a:pt x="6652" y="6502"/>
                </a:lnTo>
                <a:lnTo>
                  <a:pt x="6652" y="6503"/>
                </a:lnTo>
                <a:lnTo>
                  <a:pt x="6651" y="6503"/>
                </a:lnTo>
                <a:lnTo>
                  <a:pt x="6649" y="6504"/>
                </a:lnTo>
                <a:lnTo>
                  <a:pt x="6648" y="6504"/>
                </a:lnTo>
                <a:lnTo>
                  <a:pt x="6648" y="6505"/>
                </a:lnTo>
                <a:lnTo>
                  <a:pt x="6647" y="6505"/>
                </a:lnTo>
                <a:lnTo>
                  <a:pt x="6647" y="6504"/>
                </a:lnTo>
                <a:lnTo>
                  <a:pt x="6646" y="6504"/>
                </a:lnTo>
                <a:lnTo>
                  <a:pt x="6645" y="6504"/>
                </a:lnTo>
                <a:lnTo>
                  <a:pt x="6644" y="6505"/>
                </a:lnTo>
                <a:lnTo>
                  <a:pt x="6643" y="6505"/>
                </a:lnTo>
                <a:lnTo>
                  <a:pt x="6642" y="6507"/>
                </a:lnTo>
                <a:lnTo>
                  <a:pt x="6642" y="6508"/>
                </a:lnTo>
                <a:lnTo>
                  <a:pt x="6643" y="6508"/>
                </a:lnTo>
                <a:lnTo>
                  <a:pt x="6642" y="6509"/>
                </a:lnTo>
                <a:lnTo>
                  <a:pt x="6641" y="6510"/>
                </a:lnTo>
                <a:lnTo>
                  <a:pt x="6641" y="6511"/>
                </a:lnTo>
                <a:lnTo>
                  <a:pt x="6640" y="6511"/>
                </a:lnTo>
                <a:lnTo>
                  <a:pt x="6638" y="6512"/>
                </a:lnTo>
                <a:lnTo>
                  <a:pt x="6637" y="6511"/>
                </a:lnTo>
                <a:lnTo>
                  <a:pt x="6636" y="6511"/>
                </a:lnTo>
                <a:lnTo>
                  <a:pt x="6636" y="6510"/>
                </a:lnTo>
                <a:lnTo>
                  <a:pt x="6636" y="6509"/>
                </a:lnTo>
                <a:lnTo>
                  <a:pt x="6636" y="6508"/>
                </a:lnTo>
                <a:lnTo>
                  <a:pt x="6634" y="6508"/>
                </a:lnTo>
                <a:lnTo>
                  <a:pt x="6634" y="6506"/>
                </a:lnTo>
                <a:lnTo>
                  <a:pt x="6634" y="6505"/>
                </a:lnTo>
                <a:lnTo>
                  <a:pt x="6634" y="6504"/>
                </a:lnTo>
                <a:lnTo>
                  <a:pt x="6633" y="6504"/>
                </a:lnTo>
                <a:lnTo>
                  <a:pt x="6633" y="6503"/>
                </a:lnTo>
                <a:lnTo>
                  <a:pt x="6632" y="6503"/>
                </a:lnTo>
                <a:lnTo>
                  <a:pt x="6633" y="6502"/>
                </a:lnTo>
                <a:lnTo>
                  <a:pt x="6633" y="6501"/>
                </a:lnTo>
                <a:lnTo>
                  <a:pt x="6632" y="6501"/>
                </a:lnTo>
                <a:lnTo>
                  <a:pt x="6632" y="6500"/>
                </a:lnTo>
                <a:lnTo>
                  <a:pt x="6632" y="6499"/>
                </a:lnTo>
                <a:lnTo>
                  <a:pt x="6633" y="6499"/>
                </a:lnTo>
                <a:lnTo>
                  <a:pt x="6633" y="6497"/>
                </a:lnTo>
                <a:lnTo>
                  <a:pt x="6633" y="6495"/>
                </a:lnTo>
                <a:lnTo>
                  <a:pt x="6632" y="6494"/>
                </a:lnTo>
                <a:lnTo>
                  <a:pt x="6632" y="6493"/>
                </a:lnTo>
                <a:lnTo>
                  <a:pt x="6631" y="6492"/>
                </a:lnTo>
                <a:lnTo>
                  <a:pt x="6630" y="6492"/>
                </a:lnTo>
                <a:lnTo>
                  <a:pt x="6629" y="6492"/>
                </a:lnTo>
                <a:lnTo>
                  <a:pt x="6629" y="6491"/>
                </a:lnTo>
                <a:lnTo>
                  <a:pt x="6628" y="6490"/>
                </a:lnTo>
                <a:lnTo>
                  <a:pt x="6627" y="6488"/>
                </a:lnTo>
                <a:lnTo>
                  <a:pt x="6626" y="6488"/>
                </a:lnTo>
                <a:lnTo>
                  <a:pt x="6624" y="6488"/>
                </a:lnTo>
                <a:lnTo>
                  <a:pt x="6623" y="6488"/>
                </a:lnTo>
                <a:lnTo>
                  <a:pt x="6622" y="6487"/>
                </a:lnTo>
                <a:lnTo>
                  <a:pt x="6622" y="6486"/>
                </a:lnTo>
                <a:lnTo>
                  <a:pt x="6622" y="6485"/>
                </a:lnTo>
                <a:lnTo>
                  <a:pt x="6622" y="6484"/>
                </a:lnTo>
                <a:lnTo>
                  <a:pt x="6621" y="6484"/>
                </a:lnTo>
                <a:lnTo>
                  <a:pt x="6621" y="6483"/>
                </a:lnTo>
                <a:lnTo>
                  <a:pt x="6620" y="6482"/>
                </a:lnTo>
                <a:lnTo>
                  <a:pt x="6619" y="6482"/>
                </a:lnTo>
                <a:lnTo>
                  <a:pt x="6618" y="6482"/>
                </a:lnTo>
                <a:lnTo>
                  <a:pt x="6618" y="6481"/>
                </a:lnTo>
                <a:lnTo>
                  <a:pt x="6617" y="6481"/>
                </a:lnTo>
                <a:lnTo>
                  <a:pt x="6616" y="6481"/>
                </a:lnTo>
                <a:lnTo>
                  <a:pt x="6615" y="6481"/>
                </a:lnTo>
                <a:lnTo>
                  <a:pt x="6613" y="6481"/>
                </a:lnTo>
                <a:lnTo>
                  <a:pt x="6612" y="6481"/>
                </a:lnTo>
                <a:lnTo>
                  <a:pt x="6610" y="6481"/>
                </a:lnTo>
                <a:lnTo>
                  <a:pt x="6610" y="6482"/>
                </a:lnTo>
                <a:lnTo>
                  <a:pt x="6609" y="6482"/>
                </a:lnTo>
                <a:lnTo>
                  <a:pt x="6608" y="6483"/>
                </a:lnTo>
                <a:lnTo>
                  <a:pt x="6607" y="6484"/>
                </a:lnTo>
                <a:lnTo>
                  <a:pt x="6606" y="6484"/>
                </a:lnTo>
                <a:lnTo>
                  <a:pt x="6605" y="6484"/>
                </a:lnTo>
                <a:lnTo>
                  <a:pt x="6605" y="6485"/>
                </a:lnTo>
                <a:lnTo>
                  <a:pt x="6604" y="6485"/>
                </a:lnTo>
                <a:lnTo>
                  <a:pt x="6603" y="6485"/>
                </a:lnTo>
                <a:lnTo>
                  <a:pt x="6603" y="6484"/>
                </a:lnTo>
                <a:lnTo>
                  <a:pt x="6602" y="6484"/>
                </a:lnTo>
                <a:lnTo>
                  <a:pt x="6599" y="6485"/>
                </a:lnTo>
                <a:lnTo>
                  <a:pt x="6598" y="6485"/>
                </a:lnTo>
                <a:lnTo>
                  <a:pt x="6597" y="6486"/>
                </a:lnTo>
                <a:lnTo>
                  <a:pt x="6597" y="6487"/>
                </a:lnTo>
                <a:lnTo>
                  <a:pt x="6597" y="6488"/>
                </a:lnTo>
                <a:lnTo>
                  <a:pt x="6597" y="6491"/>
                </a:lnTo>
                <a:lnTo>
                  <a:pt x="6595" y="6489"/>
                </a:lnTo>
                <a:lnTo>
                  <a:pt x="6594" y="6488"/>
                </a:lnTo>
                <a:lnTo>
                  <a:pt x="6593" y="6488"/>
                </a:lnTo>
                <a:lnTo>
                  <a:pt x="6592" y="6488"/>
                </a:lnTo>
                <a:lnTo>
                  <a:pt x="6591" y="6489"/>
                </a:lnTo>
                <a:lnTo>
                  <a:pt x="6586" y="6494"/>
                </a:lnTo>
                <a:lnTo>
                  <a:pt x="6585" y="6496"/>
                </a:lnTo>
                <a:lnTo>
                  <a:pt x="6585" y="6497"/>
                </a:lnTo>
                <a:lnTo>
                  <a:pt x="6584" y="6498"/>
                </a:lnTo>
                <a:lnTo>
                  <a:pt x="6583" y="6498"/>
                </a:lnTo>
                <a:lnTo>
                  <a:pt x="6582" y="6498"/>
                </a:lnTo>
                <a:lnTo>
                  <a:pt x="6581" y="6500"/>
                </a:lnTo>
                <a:lnTo>
                  <a:pt x="6581" y="6501"/>
                </a:lnTo>
                <a:lnTo>
                  <a:pt x="6581" y="6502"/>
                </a:lnTo>
                <a:lnTo>
                  <a:pt x="6582" y="6502"/>
                </a:lnTo>
                <a:lnTo>
                  <a:pt x="6585" y="6500"/>
                </a:lnTo>
                <a:lnTo>
                  <a:pt x="6586" y="6500"/>
                </a:lnTo>
                <a:lnTo>
                  <a:pt x="6586" y="6499"/>
                </a:lnTo>
                <a:lnTo>
                  <a:pt x="6586" y="6498"/>
                </a:lnTo>
                <a:lnTo>
                  <a:pt x="6587" y="6497"/>
                </a:lnTo>
                <a:lnTo>
                  <a:pt x="6587" y="6496"/>
                </a:lnTo>
                <a:lnTo>
                  <a:pt x="6588" y="6496"/>
                </a:lnTo>
                <a:lnTo>
                  <a:pt x="6589" y="6496"/>
                </a:lnTo>
                <a:lnTo>
                  <a:pt x="6590" y="6496"/>
                </a:lnTo>
                <a:lnTo>
                  <a:pt x="6591" y="6498"/>
                </a:lnTo>
                <a:lnTo>
                  <a:pt x="6592" y="6499"/>
                </a:lnTo>
                <a:lnTo>
                  <a:pt x="6591" y="6499"/>
                </a:lnTo>
                <a:lnTo>
                  <a:pt x="6591" y="6500"/>
                </a:lnTo>
                <a:lnTo>
                  <a:pt x="6591" y="6501"/>
                </a:lnTo>
                <a:lnTo>
                  <a:pt x="6593" y="6500"/>
                </a:lnTo>
                <a:lnTo>
                  <a:pt x="6594" y="6500"/>
                </a:lnTo>
                <a:lnTo>
                  <a:pt x="6595" y="6500"/>
                </a:lnTo>
                <a:lnTo>
                  <a:pt x="6595" y="6501"/>
                </a:lnTo>
                <a:lnTo>
                  <a:pt x="6594" y="6502"/>
                </a:lnTo>
                <a:lnTo>
                  <a:pt x="6593" y="6503"/>
                </a:lnTo>
                <a:lnTo>
                  <a:pt x="6594" y="6504"/>
                </a:lnTo>
                <a:lnTo>
                  <a:pt x="6595" y="6504"/>
                </a:lnTo>
                <a:lnTo>
                  <a:pt x="6595" y="6503"/>
                </a:lnTo>
                <a:lnTo>
                  <a:pt x="6596" y="6503"/>
                </a:lnTo>
                <a:lnTo>
                  <a:pt x="6597" y="6504"/>
                </a:lnTo>
                <a:lnTo>
                  <a:pt x="6599" y="6505"/>
                </a:lnTo>
                <a:lnTo>
                  <a:pt x="6600" y="6505"/>
                </a:lnTo>
                <a:lnTo>
                  <a:pt x="6601" y="6504"/>
                </a:lnTo>
                <a:lnTo>
                  <a:pt x="6602" y="6504"/>
                </a:lnTo>
                <a:lnTo>
                  <a:pt x="6603" y="6504"/>
                </a:lnTo>
                <a:lnTo>
                  <a:pt x="6604" y="6503"/>
                </a:lnTo>
                <a:lnTo>
                  <a:pt x="6605" y="6503"/>
                </a:lnTo>
                <a:lnTo>
                  <a:pt x="6605" y="6502"/>
                </a:lnTo>
                <a:lnTo>
                  <a:pt x="6605" y="6503"/>
                </a:lnTo>
                <a:lnTo>
                  <a:pt x="6605" y="6504"/>
                </a:lnTo>
                <a:lnTo>
                  <a:pt x="6604" y="6504"/>
                </a:lnTo>
                <a:lnTo>
                  <a:pt x="6603" y="6505"/>
                </a:lnTo>
                <a:lnTo>
                  <a:pt x="6603" y="6506"/>
                </a:lnTo>
                <a:lnTo>
                  <a:pt x="6602" y="6507"/>
                </a:lnTo>
                <a:lnTo>
                  <a:pt x="6601" y="6507"/>
                </a:lnTo>
                <a:lnTo>
                  <a:pt x="6600" y="6508"/>
                </a:lnTo>
                <a:lnTo>
                  <a:pt x="6600" y="6509"/>
                </a:lnTo>
                <a:lnTo>
                  <a:pt x="6597" y="6510"/>
                </a:lnTo>
                <a:lnTo>
                  <a:pt x="6594" y="6513"/>
                </a:lnTo>
                <a:lnTo>
                  <a:pt x="6593" y="6513"/>
                </a:lnTo>
                <a:lnTo>
                  <a:pt x="6592" y="6514"/>
                </a:lnTo>
                <a:lnTo>
                  <a:pt x="6592" y="6515"/>
                </a:lnTo>
                <a:lnTo>
                  <a:pt x="6591" y="6515"/>
                </a:lnTo>
                <a:lnTo>
                  <a:pt x="6590" y="6515"/>
                </a:lnTo>
                <a:lnTo>
                  <a:pt x="6589" y="6515"/>
                </a:lnTo>
                <a:lnTo>
                  <a:pt x="6587" y="6513"/>
                </a:lnTo>
                <a:lnTo>
                  <a:pt x="6586" y="6512"/>
                </a:lnTo>
                <a:lnTo>
                  <a:pt x="6583" y="6512"/>
                </a:lnTo>
                <a:lnTo>
                  <a:pt x="6582" y="6512"/>
                </a:lnTo>
                <a:lnTo>
                  <a:pt x="6582" y="6513"/>
                </a:lnTo>
                <a:lnTo>
                  <a:pt x="6582" y="6514"/>
                </a:lnTo>
                <a:lnTo>
                  <a:pt x="6581" y="6515"/>
                </a:lnTo>
                <a:lnTo>
                  <a:pt x="6580" y="6516"/>
                </a:lnTo>
                <a:lnTo>
                  <a:pt x="6580" y="6517"/>
                </a:lnTo>
                <a:lnTo>
                  <a:pt x="6579" y="6517"/>
                </a:lnTo>
                <a:lnTo>
                  <a:pt x="6578" y="6517"/>
                </a:lnTo>
                <a:lnTo>
                  <a:pt x="6577" y="6517"/>
                </a:lnTo>
                <a:lnTo>
                  <a:pt x="6576" y="6518"/>
                </a:lnTo>
                <a:lnTo>
                  <a:pt x="6576" y="6519"/>
                </a:lnTo>
                <a:lnTo>
                  <a:pt x="6577" y="6519"/>
                </a:lnTo>
                <a:lnTo>
                  <a:pt x="6578" y="6519"/>
                </a:lnTo>
                <a:lnTo>
                  <a:pt x="6579" y="6519"/>
                </a:lnTo>
                <a:lnTo>
                  <a:pt x="6580" y="6519"/>
                </a:lnTo>
                <a:lnTo>
                  <a:pt x="6581" y="6520"/>
                </a:lnTo>
                <a:lnTo>
                  <a:pt x="6583" y="6521"/>
                </a:lnTo>
                <a:lnTo>
                  <a:pt x="6584" y="6522"/>
                </a:lnTo>
                <a:lnTo>
                  <a:pt x="6584" y="6523"/>
                </a:lnTo>
                <a:lnTo>
                  <a:pt x="6584" y="6524"/>
                </a:lnTo>
                <a:lnTo>
                  <a:pt x="6584" y="6525"/>
                </a:lnTo>
                <a:lnTo>
                  <a:pt x="6585" y="6525"/>
                </a:lnTo>
                <a:lnTo>
                  <a:pt x="6585" y="6524"/>
                </a:lnTo>
                <a:lnTo>
                  <a:pt x="6585" y="6523"/>
                </a:lnTo>
                <a:lnTo>
                  <a:pt x="6586" y="6522"/>
                </a:lnTo>
                <a:lnTo>
                  <a:pt x="6586" y="6521"/>
                </a:lnTo>
                <a:lnTo>
                  <a:pt x="6588" y="6519"/>
                </a:lnTo>
                <a:lnTo>
                  <a:pt x="6589" y="6519"/>
                </a:lnTo>
                <a:lnTo>
                  <a:pt x="6594" y="6519"/>
                </a:lnTo>
                <a:lnTo>
                  <a:pt x="6594" y="6520"/>
                </a:lnTo>
                <a:lnTo>
                  <a:pt x="6594" y="6521"/>
                </a:lnTo>
                <a:lnTo>
                  <a:pt x="6595" y="6522"/>
                </a:lnTo>
                <a:lnTo>
                  <a:pt x="6596" y="6522"/>
                </a:lnTo>
                <a:lnTo>
                  <a:pt x="6596" y="6521"/>
                </a:lnTo>
                <a:lnTo>
                  <a:pt x="6597" y="6521"/>
                </a:lnTo>
                <a:lnTo>
                  <a:pt x="6597" y="6520"/>
                </a:lnTo>
                <a:lnTo>
                  <a:pt x="6597" y="6519"/>
                </a:lnTo>
                <a:lnTo>
                  <a:pt x="6596" y="6518"/>
                </a:lnTo>
                <a:lnTo>
                  <a:pt x="6596" y="6517"/>
                </a:lnTo>
                <a:lnTo>
                  <a:pt x="6596" y="6516"/>
                </a:lnTo>
                <a:lnTo>
                  <a:pt x="6596" y="6515"/>
                </a:lnTo>
                <a:lnTo>
                  <a:pt x="6597" y="6515"/>
                </a:lnTo>
                <a:lnTo>
                  <a:pt x="6598" y="6514"/>
                </a:lnTo>
                <a:lnTo>
                  <a:pt x="6599" y="6514"/>
                </a:lnTo>
                <a:lnTo>
                  <a:pt x="6599" y="6515"/>
                </a:lnTo>
                <a:lnTo>
                  <a:pt x="6599" y="6514"/>
                </a:lnTo>
                <a:lnTo>
                  <a:pt x="6600" y="6514"/>
                </a:lnTo>
                <a:lnTo>
                  <a:pt x="6600" y="6513"/>
                </a:lnTo>
                <a:lnTo>
                  <a:pt x="6600" y="6512"/>
                </a:lnTo>
                <a:lnTo>
                  <a:pt x="6601" y="6511"/>
                </a:lnTo>
                <a:lnTo>
                  <a:pt x="6602" y="6510"/>
                </a:lnTo>
                <a:lnTo>
                  <a:pt x="6603" y="6509"/>
                </a:lnTo>
                <a:lnTo>
                  <a:pt x="6603" y="6510"/>
                </a:lnTo>
                <a:lnTo>
                  <a:pt x="6604" y="6510"/>
                </a:lnTo>
                <a:lnTo>
                  <a:pt x="6604" y="6511"/>
                </a:lnTo>
                <a:lnTo>
                  <a:pt x="6605" y="6511"/>
                </a:lnTo>
                <a:lnTo>
                  <a:pt x="6605" y="6512"/>
                </a:lnTo>
                <a:lnTo>
                  <a:pt x="6604" y="6512"/>
                </a:lnTo>
                <a:lnTo>
                  <a:pt x="6604" y="6513"/>
                </a:lnTo>
                <a:lnTo>
                  <a:pt x="6606" y="6512"/>
                </a:lnTo>
                <a:lnTo>
                  <a:pt x="6607" y="6511"/>
                </a:lnTo>
                <a:lnTo>
                  <a:pt x="6607" y="6510"/>
                </a:lnTo>
                <a:lnTo>
                  <a:pt x="6606" y="6510"/>
                </a:lnTo>
                <a:lnTo>
                  <a:pt x="6607" y="6509"/>
                </a:lnTo>
                <a:lnTo>
                  <a:pt x="6607" y="6510"/>
                </a:lnTo>
                <a:lnTo>
                  <a:pt x="6607" y="6511"/>
                </a:lnTo>
                <a:lnTo>
                  <a:pt x="6608" y="6511"/>
                </a:lnTo>
                <a:lnTo>
                  <a:pt x="6608" y="6512"/>
                </a:lnTo>
                <a:lnTo>
                  <a:pt x="6607" y="6512"/>
                </a:lnTo>
                <a:lnTo>
                  <a:pt x="6607" y="6513"/>
                </a:lnTo>
                <a:lnTo>
                  <a:pt x="6607" y="6514"/>
                </a:lnTo>
                <a:lnTo>
                  <a:pt x="6606" y="6514"/>
                </a:lnTo>
                <a:lnTo>
                  <a:pt x="6607" y="6515"/>
                </a:lnTo>
                <a:lnTo>
                  <a:pt x="6607" y="6516"/>
                </a:lnTo>
                <a:lnTo>
                  <a:pt x="6607" y="6517"/>
                </a:lnTo>
                <a:lnTo>
                  <a:pt x="6607" y="6516"/>
                </a:lnTo>
                <a:lnTo>
                  <a:pt x="6606" y="6516"/>
                </a:lnTo>
                <a:lnTo>
                  <a:pt x="6606" y="6517"/>
                </a:lnTo>
                <a:lnTo>
                  <a:pt x="6607" y="6518"/>
                </a:lnTo>
                <a:lnTo>
                  <a:pt x="6607" y="6519"/>
                </a:lnTo>
                <a:lnTo>
                  <a:pt x="6606" y="6519"/>
                </a:lnTo>
                <a:lnTo>
                  <a:pt x="6607" y="6519"/>
                </a:lnTo>
                <a:lnTo>
                  <a:pt x="6608" y="6518"/>
                </a:lnTo>
                <a:lnTo>
                  <a:pt x="6608" y="6517"/>
                </a:lnTo>
                <a:lnTo>
                  <a:pt x="6609" y="6517"/>
                </a:lnTo>
                <a:lnTo>
                  <a:pt x="6610" y="6519"/>
                </a:lnTo>
                <a:lnTo>
                  <a:pt x="6609" y="6519"/>
                </a:lnTo>
                <a:lnTo>
                  <a:pt x="6609" y="6520"/>
                </a:lnTo>
                <a:lnTo>
                  <a:pt x="6610" y="6520"/>
                </a:lnTo>
                <a:lnTo>
                  <a:pt x="6611" y="6520"/>
                </a:lnTo>
                <a:lnTo>
                  <a:pt x="6611" y="6519"/>
                </a:lnTo>
                <a:lnTo>
                  <a:pt x="6610" y="6519"/>
                </a:lnTo>
                <a:lnTo>
                  <a:pt x="6610" y="6518"/>
                </a:lnTo>
                <a:lnTo>
                  <a:pt x="6610" y="6515"/>
                </a:lnTo>
                <a:lnTo>
                  <a:pt x="6610" y="6514"/>
                </a:lnTo>
                <a:lnTo>
                  <a:pt x="6611" y="6514"/>
                </a:lnTo>
                <a:lnTo>
                  <a:pt x="6611" y="6512"/>
                </a:lnTo>
                <a:lnTo>
                  <a:pt x="6612" y="6512"/>
                </a:lnTo>
                <a:lnTo>
                  <a:pt x="6613" y="6513"/>
                </a:lnTo>
                <a:lnTo>
                  <a:pt x="6613" y="6514"/>
                </a:lnTo>
                <a:lnTo>
                  <a:pt x="6612" y="6515"/>
                </a:lnTo>
                <a:lnTo>
                  <a:pt x="6613" y="6516"/>
                </a:lnTo>
                <a:lnTo>
                  <a:pt x="6613" y="6517"/>
                </a:lnTo>
                <a:lnTo>
                  <a:pt x="6615" y="6517"/>
                </a:lnTo>
                <a:lnTo>
                  <a:pt x="6616" y="6516"/>
                </a:lnTo>
                <a:lnTo>
                  <a:pt x="6617" y="6516"/>
                </a:lnTo>
                <a:lnTo>
                  <a:pt x="6618" y="6516"/>
                </a:lnTo>
                <a:lnTo>
                  <a:pt x="6619" y="6517"/>
                </a:lnTo>
                <a:lnTo>
                  <a:pt x="6618" y="6518"/>
                </a:lnTo>
                <a:lnTo>
                  <a:pt x="6618" y="6519"/>
                </a:lnTo>
                <a:lnTo>
                  <a:pt x="6619" y="6519"/>
                </a:lnTo>
                <a:lnTo>
                  <a:pt x="6620" y="6520"/>
                </a:lnTo>
                <a:lnTo>
                  <a:pt x="6620" y="6521"/>
                </a:lnTo>
                <a:lnTo>
                  <a:pt x="6619" y="6521"/>
                </a:lnTo>
                <a:lnTo>
                  <a:pt x="6618" y="6521"/>
                </a:lnTo>
                <a:lnTo>
                  <a:pt x="6618" y="6520"/>
                </a:lnTo>
                <a:lnTo>
                  <a:pt x="6616" y="6520"/>
                </a:lnTo>
                <a:lnTo>
                  <a:pt x="6615" y="6522"/>
                </a:lnTo>
                <a:lnTo>
                  <a:pt x="6614" y="6523"/>
                </a:lnTo>
                <a:lnTo>
                  <a:pt x="6615" y="6524"/>
                </a:lnTo>
                <a:lnTo>
                  <a:pt x="6616" y="6525"/>
                </a:lnTo>
                <a:lnTo>
                  <a:pt x="6616" y="6526"/>
                </a:lnTo>
                <a:lnTo>
                  <a:pt x="6617" y="6526"/>
                </a:lnTo>
                <a:lnTo>
                  <a:pt x="6618" y="6526"/>
                </a:lnTo>
                <a:lnTo>
                  <a:pt x="6618" y="6527"/>
                </a:lnTo>
                <a:lnTo>
                  <a:pt x="6618" y="6528"/>
                </a:lnTo>
                <a:lnTo>
                  <a:pt x="6618" y="6530"/>
                </a:lnTo>
                <a:lnTo>
                  <a:pt x="6618" y="6531"/>
                </a:lnTo>
                <a:lnTo>
                  <a:pt x="6617" y="6530"/>
                </a:lnTo>
                <a:lnTo>
                  <a:pt x="6617" y="6529"/>
                </a:lnTo>
                <a:lnTo>
                  <a:pt x="6616" y="6529"/>
                </a:lnTo>
                <a:lnTo>
                  <a:pt x="6615" y="6529"/>
                </a:lnTo>
                <a:lnTo>
                  <a:pt x="6615" y="6530"/>
                </a:lnTo>
                <a:lnTo>
                  <a:pt x="6616" y="6530"/>
                </a:lnTo>
                <a:lnTo>
                  <a:pt x="6617" y="6531"/>
                </a:lnTo>
                <a:lnTo>
                  <a:pt x="6616" y="6531"/>
                </a:lnTo>
                <a:lnTo>
                  <a:pt x="6615" y="6533"/>
                </a:lnTo>
                <a:lnTo>
                  <a:pt x="6614" y="6533"/>
                </a:lnTo>
                <a:lnTo>
                  <a:pt x="6613" y="6533"/>
                </a:lnTo>
                <a:lnTo>
                  <a:pt x="6613" y="6534"/>
                </a:lnTo>
                <a:lnTo>
                  <a:pt x="6613" y="6536"/>
                </a:lnTo>
                <a:lnTo>
                  <a:pt x="6613" y="6537"/>
                </a:lnTo>
                <a:lnTo>
                  <a:pt x="6612" y="6537"/>
                </a:lnTo>
                <a:lnTo>
                  <a:pt x="6611" y="6534"/>
                </a:lnTo>
                <a:lnTo>
                  <a:pt x="6610" y="6535"/>
                </a:lnTo>
                <a:lnTo>
                  <a:pt x="6609" y="6535"/>
                </a:lnTo>
                <a:lnTo>
                  <a:pt x="6609" y="6534"/>
                </a:lnTo>
                <a:lnTo>
                  <a:pt x="6608" y="6533"/>
                </a:lnTo>
                <a:lnTo>
                  <a:pt x="6607" y="6532"/>
                </a:lnTo>
                <a:lnTo>
                  <a:pt x="6607" y="6531"/>
                </a:lnTo>
                <a:lnTo>
                  <a:pt x="6608" y="6530"/>
                </a:lnTo>
                <a:lnTo>
                  <a:pt x="6607" y="6530"/>
                </a:lnTo>
                <a:lnTo>
                  <a:pt x="6607" y="6529"/>
                </a:lnTo>
                <a:lnTo>
                  <a:pt x="6604" y="6529"/>
                </a:lnTo>
                <a:lnTo>
                  <a:pt x="6603" y="6528"/>
                </a:lnTo>
                <a:lnTo>
                  <a:pt x="6601" y="6528"/>
                </a:lnTo>
                <a:lnTo>
                  <a:pt x="6600" y="6527"/>
                </a:lnTo>
                <a:lnTo>
                  <a:pt x="6598" y="6527"/>
                </a:lnTo>
                <a:lnTo>
                  <a:pt x="6596" y="6527"/>
                </a:lnTo>
                <a:lnTo>
                  <a:pt x="6596" y="6529"/>
                </a:lnTo>
                <a:lnTo>
                  <a:pt x="6596" y="6531"/>
                </a:lnTo>
                <a:lnTo>
                  <a:pt x="6596" y="6532"/>
                </a:lnTo>
                <a:lnTo>
                  <a:pt x="6596" y="6533"/>
                </a:lnTo>
                <a:lnTo>
                  <a:pt x="6596" y="6534"/>
                </a:lnTo>
                <a:lnTo>
                  <a:pt x="6597" y="6534"/>
                </a:lnTo>
                <a:lnTo>
                  <a:pt x="6597" y="6535"/>
                </a:lnTo>
                <a:lnTo>
                  <a:pt x="6597" y="6536"/>
                </a:lnTo>
                <a:lnTo>
                  <a:pt x="6596" y="6536"/>
                </a:lnTo>
                <a:lnTo>
                  <a:pt x="6596" y="6535"/>
                </a:lnTo>
                <a:lnTo>
                  <a:pt x="6595" y="6535"/>
                </a:lnTo>
                <a:lnTo>
                  <a:pt x="6595" y="6534"/>
                </a:lnTo>
                <a:lnTo>
                  <a:pt x="6595" y="6533"/>
                </a:lnTo>
                <a:lnTo>
                  <a:pt x="6595" y="6532"/>
                </a:lnTo>
                <a:lnTo>
                  <a:pt x="6594" y="6532"/>
                </a:lnTo>
                <a:lnTo>
                  <a:pt x="6594" y="6533"/>
                </a:lnTo>
                <a:lnTo>
                  <a:pt x="6593" y="6535"/>
                </a:lnTo>
                <a:lnTo>
                  <a:pt x="6592" y="6535"/>
                </a:lnTo>
                <a:lnTo>
                  <a:pt x="6592" y="6536"/>
                </a:lnTo>
                <a:lnTo>
                  <a:pt x="6593" y="6535"/>
                </a:lnTo>
                <a:lnTo>
                  <a:pt x="6594" y="6535"/>
                </a:lnTo>
                <a:lnTo>
                  <a:pt x="6595" y="6536"/>
                </a:lnTo>
                <a:lnTo>
                  <a:pt x="6595" y="6537"/>
                </a:lnTo>
                <a:lnTo>
                  <a:pt x="6595" y="6538"/>
                </a:lnTo>
                <a:lnTo>
                  <a:pt x="6597" y="6541"/>
                </a:lnTo>
                <a:lnTo>
                  <a:pt x="6598" y="6542"/>
                </a:lnTo>
                <a:lnTo>
                  <a:pt x="6601" y="6543"/>
                </a:lnTo>
                <a:lnTo>
                  <a:pt x="6602" y="6543"/>
                </a:lnTo>
                <a:lnTo>
                  <a:pt x="6603" y="6543"/>
                </a:lnTo>
                <a:lnTo>
                  <a:pt x="6604" y="6545"/>
                </a:lnTo>
                <a:lnTo>
                  <a:pt x="6605" y="6545"/>
                </a:lnTo>
                <a:lnTo>
                  <a:pt x="6605" y="6546"/>
                </a:lnTo>
                <a:lnTo>
                  <a:pt x="6604" y="6547"/>
                </a:lnTo>
                <a:lnTo>
                  <a:pt x="6603" y="6548"/>
                </a:lnTo>
                <a:lnTo>
                  <a:pt x="6602" y="6548"/>
                </a:lnTo>
                <a:lnTo>
                  <a:pt x="6601" y="6548"/>
                </a:lnTo>
                <a:lnTo>
                  <a:pt x="6601" y="6547"/>
                </a:lnTo>
                <a:lnTo>
                  <a:pt x="6600" y="6548"/>
                </a:lnTo>
                <a:lnTo>
                  <a:pt x="6600" y="6549"/>
                </a:lnTo>
                <a:lnTo>
                  <a:pt x="6600" y="6550"/>
                </a:lnTo>
                <a:lnTo>
                  <a:pt x="6601" y="6550"/>
                </a:lnTo>
                <a:lnTo>
                  <a:pt x="6602" y="6550"/>
                </a:lnTo>
                <a:lnTo>
                  <a:pt x="6603" y="6550"/>
                </a:lnTo>
                <a:lnTo>
                  <a:pt x="6603" y="6552"/>
                </a:lnTo>
                <a:lnTo>
                  <a:pt x="6604" y="6552"/>
                </a:lnTo>
                <a:lnTo>
                  <a:pt x="6604" y="6551"/>
                </a:lnTo>
                <a:lnTo>
                  <a:pt x="6604" y="6552"/>
                </a:lnTo>
                <a:lnTo>
                  <a:pt x="6604" y="6553"/>
                </a:lnTo>
                <a:lnTo>
                  <a:pt x="6603" y="6553"/>
                </a:lnTo>
                <a:lnTo>
                  <a:pt x="6602" y="6552"/>
                </a:lnTo>
                <a:lnTo>
                  <a:pt x="6601" y="6552"/>
                </a:lnTo>
                <a:lnTo>
                  <a:pt x="6600" y="6551"/>
                </a:lnTo>
                <a:lnTo>
                  <a:pt x="6599" y="6551"/>
                </a:lnTo>
                <a:lnTo>
                  <a:pt x="6599" y="6552"/>
                </a:lnTo>
                <a:lnTo>
                  <a:pt x="6599" y="6553"/>
                </a:lnTo>
                <a:lnTo>
                  <a:pt x="6598" y="6554"/>
                </a:lnTo>
                <a:lnTo>
                  <a:pt x="6597" y="6552"/>
                </a:lnTo>
                <a:lnTo>
                  <a:pt x="6596" y="6551"/>
                </a:lnTo>
                <a:lnTo>
                  <a:pt x="6596" y="6550"/>
                </a:lnTo>
                <a:lnTo>
                  <a:pt x="6597" y="6549"/>
                </a:lnTo>
                <a:lnTo>
                  <a:pt x="6596" y="6547"/>
                </a:lnTo>
                <a:lnTo>
                  <a:pt x="6595" y="6546"/>
                </a:lnTo>
                <a:lnTo>
                  <a:pt x="6594" y="6546"/>
                </a:lnTo>
                <a:lnTo>
                  <a:pt x="6593" y="6548"/>
                </a:lnTo>
                <a:lnTo>
                  <a:pt x="6592" y="6549"/>
                </a:lnTo>
                <a:lnTo>
                  <a:pt x="6591" y="6549"/>
                </a:lnTo>
                <a:lnTo>
                  <a:pt x="6590" y="6549"/>
                </a:lnTo>
                <a:lnTo>
                  <a:pt x="6590" y="6548"/>
                </a:lnTo>
                <a:lnTo>
                  <a:pt x="6589" y="6547"/>
                </a:lnTo>
                <a:lnTo>
                  <a:pt x="6588" y="6546"/>
                </a:lnTo>
                <a:lnTo>
                  <a:pt x="6587" y="6546"/>
                </a:lnTo>
                <a:lnTo>
                  <a:pt x="6586" y="6546"/>
                </a:lnTo>
                <a:lnTo>
                  <a:pt x="6585" y="6546"/>
                </a:lnTo>
                <a:lnTo>
                  <a:pt x="6582" y="6543"/>
                </a:lnTo>
                <a:lnTo>
                  <a:pt x="6582" y="6544"/>
                </a:lnTo>
                <a:lnTo>
                  <a:pt x="6582" y="6545"/>
                </a:lnTo>
                <a:lnTo>
                  <a:pt x="6582" y="6546"/>
                </a:lnTo>
                <a:lnTo>
                  <a:pt x="6582" y="6547"/>
                </a:lnTo>
                <a:lnTo>
                  <a:pt x="6581" y="6547"/>
                </a:lnTo>
                <a:lnTo>
                  <a:pt x="6580" y="6548"/>
                </a:lnTo>
                <a:lnTo>
                  <a:pt x="6579" y="6549"/>
                </a:lnTo>
                <a:lnTo>
                  <a:pt x="6578" y="6549"/>
                </a:lnTo>
                <a:lnTo>
                  <a:pt x="6577" y="6549"/>
                </a:lnTo>
                <a:lnTo>
                  <a:pt x="6576" y="6549"/>
                </a:lnTo>
                <a:lnTo>
                  <a:pt x="6575" y="6548"/>
                </a:lnTo>
                <a:lnTo>
                  <a:pt x="6574" y="6548"/>
                </a:lnTo>
                <a:lnTo>
                  <a:pt x="6575" y="6547"/>
                </a:lnTo>
                <a:lnTo>
                  <a:pt x="6575" y="6545"/>
                </a:lnTo>
                <a:lnTo>
                  <a:pt x="6574" y="6545"/>
                </a:lnTo>
                <a:lnTo>
                  <a:pt x="6573" y="6545"/>
                </a:lnTo>
                <a:lnTo>
                  <a:pt x="6571" y="6545"/>
                </a:lnTo>
                <a:lnTo>
                  <a:pt x="6570" y="6545"/>
                </a:lnTo>
                <a:lnTo>
                  <a:pt x="6568" y="6544"/>
                </a:lnTo>
                <a:lnTo>
                  <a:pt x="6569" y="6543"/>
                </a:lnTo>
                <a:lnTo>
                  <a:pt x="6568" y="6541"/>
                </a:lnTo>
                <a:lnTo>
                  <a:pt x="6567" y="6539"/>
                </a:lnTo>
                <a:lnTo>
                  <a:pt x="6566" y="6538"/>
                </a:lnTo>
                <a:lnTo>
                  <a:pt x="6566" y="6537"/>
                </a:lnTo>
                <a:lnTo>
                  <a:pt x="6565" y="6536"/>
                </a:lnTo>
                <a:lnTo>
                  <a:pt x="6565" y="6535"/>
                </a:lnTo>
                <a:lnTo>
                  <a:pt x="6564" y="6535"/>
                </a:lnTo>
                <a:lnTo>
                  <a:pt x="6563" y="6535"/>
                </a:lnTo>
                <a:lnTo>
                  <a:pt x="6562" y="6535"/>
                </a:lnTo>
                <a:lnTo>
                  <a:pt x="6561" y="6536"/>
                </a:lnTo>
                <a:lnTo>
                  <a:pt x="6560" y="6536"/>
                </a:lnTo>
                <a:lnTo>
                  <a:pt x="6560" y="6535"/>
                </a:lnTo>
                <a:lnTo>
                  <a:pt x="6559" y="6535"/>
                </a:lnTo>
                <a:lnTo>
                  <a:pt x="6558" y="6536"/>
                </a:lnTo>
                <a:lnTo>
                  <a:pt x="6558" y="6537"/>
                </a:lnTo>
                <a:lnTo>
                  <a:pt x="6557" y="6537"/>
                </a:lnTo>
                <a:lnTo>
                  <a:pt x="6556" y="6537"/>
                </a:lnTo>
                <a:lnTo>
                  <a:pt x="6555" y="6536"/>
                </a:lnTo>
                <a:lnTo>
                  <a:pt x="6555" y="6537"/>
                </a:lnTo>
                <a:lnTo>
                  <a:pt x="6554" y="6537"/>
                </a:lnTo>
                <a:lnTo>
                  <a:pt x="6553" y="6538"/>
                </a:lnTo>
                <a:lnTo>
                  <a:pt x="6552" y="6538"/>
                </a:lnTo>
                <a:lnTo>
                  <a:pt x="6550" y="6539"/>
                </a:lnTo>
                <a:lnTo>
                  <a:pt x="6549" y="6539"/>
                </a:lnTo>
                <a:lnTo>
                  <a:pt x="6548" y="6539"/>
                </a:lnTo>
                <a:lnTo>
                  <a:pt x="6548" y="6538"/>
                </a:lnTo>
                <a:lnTo>
                  <a:pt x="6547" y="6538"/>
                </a:lnTo>
                <a:lnTo>
                  <a:pt x="6546" y="6538"/>
                </a:lnTo>
                <a:lnTo>
                  <a:pt x="6546" y="6537"/>
                </a:lnTo>
                <a:lnTo>
                  <a:pt x="6546" y="6538"/>
                </a:lnTo>
                <a:lnTo>
                  <a:pt x="6545" y="6538"/>
                </a:lnTo>
                <a:lnTo>
                  <a:pt x="6544" y="6538"/>
                </a:lnTo>
                <a:lnTo>
                  <a:pt x="6543" y="6538"/>
                </a:lnTo>
                <a:lnTo>
                  <a:pt x="6541" y="6536"/>
                </a:lnTo>
                <a:lnTo>
                  <a:pt x="6540" y="6536"/>
                </a:lnTo>
                <a:lnTo>
                  <a:pt x="6539" y="6535"/>
                </a:lnTo>
                <a:lnTo>
                  <a:pt x="6538" y="6535"/>
                </a:lnTo>
                <a:lnTo>
                  <a:pt x="6538" y="6536"/>
                </a:lnTo>
                <a:lnTo>
                  <a:pt x="6539" y="6537"/>
                </a:lnTo>
                <a:lnTo>
                  <a:pt x="6537" y="6537"/>
                </a:lnTo>
                <a:lnTo>
                  <a:pt x="6536" y="6537"/>
                </a:lnTo>
                <a:lnTo>
                  <a:pt x="6535" y="6537"/>
                </a:lnTo>
                <a:lnTo>
                  <a:pt x="6534" y="6540"/>
                </a:lnTo>
                <a:lnTo>
                  <a:pt x="6533" y="6540"/>
                </a:lnTo>
                <a:lnTo>
                  <a:pt x="6532" y="6540"/>
                </a:lnTo>
                <a:lnTo>
                  <a:pt x="6531" y="6539"/>
                </a:lnTo>
                <a:lnTo>
                  <a:pt x="6529" y="6538"/>
                </a:lnTo>
                <a:lnTo>
                  <a:pt x="6528" y="6537"/>
                </a:lnTo>
                <a:lnTo>
                  <a:pt x="6528" y="6536"/>
                </a:lnTo>
                <a:lnTo>
                  <a:pt x="6529" y="6536"/>
                </a:lnTo>
                <a:lnTo>
                  <a:pt x="6529" y="6535"/>
                </a:lnTo>
                <a:lnTo>
                  <a:pt x="6528" y="6534"/>
                </a:lnTo>
                <a:lnTo>
                  <a:pt x="6527" y="6532"/>
                </a:lnTo>
                <a:lnTo>
                  <a:pt x="6527" y="6531"/>
                </a:lnTo>
                <a:lnTo>
                  <a:pt x="6526" y="6531"/>
                </a:lnTo>
                <a:lnTo>
                  <a:pt x="6525" y="6531"/>
                </a:lnTo>
                <a:lnTo>
                  <a:pt x="6525" y="6530"/>
                </a:lnTo>
                <a:lnTo>
                  <a:pt x="6527" y="6528"/>
                </a:lnTo>
                <a:lnTo>
                  <a:pt x="6528" y="6527"/>
                </a:lnTo>
                <a:lnTo>
                  <a:pt x="6529" y="6527"/>
                </a:lnTo>
                <a:lnTo>
                  <a:pt x="6530" y="6527"/>
                </a:lnTo>
                <a:lnTo>
                  <a:pt x="6531" y="6526"/>
                </a:lnTo>
                <a:lnTo>
                  <a:pt x="6532" y="6525"/>
                </a:lnTo>
                <a:lnTo>
                  <a:pt x="6533" y="6524"/>
                </a:lnTo>
                <a:lnTo>
                  <a:pt x="6534" y="6522"/>
                </a:lnTo>
                <a:lnTo>
                  <a:pt x="6534" y="6521"/>
                </a:lnTo>
                <a:lnTo>
                  <a:pt x="6536" y="6521"/>
                </a:lnTo>
                <a:lnTo>
                  <a:pt x="6537" y="6520"/>
                </a:lnTo>
                <a:lnTo>
                  <a:pt x="6538" y="6520"/>
                </a:lnTo>
                <a:lnTo>
                  <a:pt x="6538" y="6519"/>
                </a:lnTo>
                <a:lnTo>
                  <a:pt x="6539" y="6518"/>
                </a:lnTo>
                <a:lnTo>
                  <a:pt x="6539" y="6516"/>
                </a:lnTo>
                <a:lnTo>
                  <a:pt x="6540" y="6516"/>
                </a:lnTo>
                <a:lnTo>
                  <a:pt x="6541" y="6515"/>
                </a:lnTo>
                <a:lnTo>
                  <a:pt x="6541" y="6514"/>
                </a:lnTo>
                <a:lnTo>
                  <a:pt x="6541" y="6513"/>
                </a:lnTo>
                <a:lnTo>
                  <a:pt x="6542" y="6513"/>
                </a:lnTo>
                <a:lnTo>
                  <a:pt x="6543" y="6513"/>
                </a:lnTo>
                <a:lnTo>
                  <a:pt x="6544" y="6513"/>
                </a:lnTo>
                <a:lnTo>
                  <a:pt x="6544" y="6515"/>
                </a:lnTo>
                <a:lnTo>
                  <a:pt x="6544" y="6516"/>
                </a:lnTo>
                <a:lnTo>
                  <a:pt x="6545" y="6516"/>
                </a:lnTo>
                <a:lnTo>
                  <a:pt x="6545" y="6515"/>
                </a:lnTo>
                <a:lnTo>
                  <a:pt x="6546" y="6515"/>
                </a:lnTo>
                <a:lnTo>
                  <a:pt x="6546" y="6514"/>
                </a:lnTo>
                <a:lnTo>
                  <a:pt x="6547" y="6514"/>
                </a:lnTo>
                <a:lnTo>
                  <a:pt x="6547" y="6515"/>
                </a:lnTo>
                <a:lnTo>
                  <a:pt x="6547" y="6514"/>
                </a:lnTo>
                <a:lnTo>
                  <a:pt x="6548" y="6514"/>
                </a:lnTo>
                <a:lnTo>
                  <a:pt x="6548" y="6512"/>
                </a:lnTo>
                <a:lnTo>
                  <a:pt x="6548" y="6511"/>
                </a:lnTo>
                <a:lnTo>
                  <a:pt x="6548" y="6510"/>
                </a:lnTo>
                <a:lnTo>
                  <a:pt x="6549" y="6510"/>
                </a:lnTo>
                <a:lnTo>
                  <a:pt x="6549" y="6509"/>
                </a:lnTo>
                <a:lnTo>
                  <a:pt x="6550" y="6509"/>
                </a:lnTo>
                <a:lnTo>
                  <a:pt x="6549" y="6509"/>
                </a:lnTo>
                <a:lnTo>
                  <a:pt x="6548" y="6509"/>
                </a:lnTo>
                <a:lnTo>
                  <a:pt x="6548" y="6508"/>
                </a:lnTo>
                <a:lnTo>
                  <a:pt x="6547" y="6508"/>
                </a:lnTo>
                <a:lnTo>
                  <a:pt x="6547" y="6507"/>
                </a:lnTo>
                <a:lnTo>
                  <a:pt x="6546" y="6506"/>
                </a:lnTo>
                <a:lnTo>
                  <a:pt x="6544" y="6506"/>
                </a:lnTo>
                <a:lnTo>
                  <a:pt x="6543" y="6505"/>
                </a:lnTo>
                <a:lnTo>
                  <a:pt x="6542" y="6505"/>
                </a:lnTo>
                <a:lnTo>
                  <a:pt x="6541" y="6504"/>
                </a:lnTo>
                <a:lnTo>
                  <a:pt x="6541" y="6505"/>
                </a:lnTo>
                <a:lnTo>
                  <a:pt x="6540" y="6505"/>
                </a:lnTo>
                <a:lnTo>
                  <a:pt x="6541" y="6505"/>
                </a:lnTo>
                <a:lnTo>
                  <a:pt x="6540" y="6506"/>
                </a:lnTo>
                <a:lnTo>
                  <a:pt x="6533" y="6507"/>
                </a:lnTo>
                <a:lnTo>
                  <a:pt x="6532" y="6507"/>
                </a:lnTo>
                <a:lnTo>
                  <a:pt x="6532" y="6513"/>
                </a:lnTo>
                <a:lnTo>
                  <a:pt x="6530" y="6515"/>
                </a:lnTo>
                <a:lnTo>
                  <a:pt x="6529" y="6515"/>
                </a:lnTo>
                <a:lnTo>
                  <a:pt x="6529" y="6516"/>
                </a:lnTo>
                <a:lnTo>
                  <a:pt x="6527" y="6515"/>
                </a:lnTo>
                <a:lnTo>
                  <a:pt x="6526" y="6515"/>
                </a:lnTo>
                <a:lnTo>
                  <a:pt x="6524" y="6516"/>
                </a:lnTo>
                <a:lnTo>
                  <a:pt x="6524" y="6517"/>
                </a:lnTo>
                <a:lnTo>
                  <a:pt x="6523" y="6518"/>
                </a:lnTo>
                <a:lnTo>
                  <a:pt x="6522" y="6519"/>
                </a:lnTo>
                <a:lnTo>
                  <a:pt x="6523" y="6521"/>
                </a:lnTo>
                <a:lnTo>
                  <a:pt x="6521" y="6523"/>
                </a:lnTo>
                <a:lnTo>
                  <a:pt x="6519" y="6521"/>
                </a:lnTo>
                <a:lnTo>
                  <a:pt x="6518" y="6518"/>
                </a:lnTo>
                <a:lnTo>
                  <a:pt x="6517" y="6517"/>
                </a:lnTo>
                <a:lnTo>
                  <a:pt x="6516" y="6515"/>
                </a:lnTo>
                <a:lnTo>
                  <a:pt x="6516" y="6513"/>
                </a:lnTo>
                <a:lnTo>
                  <a:pt x="6516" y="6512"/>
                </a:lnTo>
                <a:lnTo>
                  <a:pt x="6515" y="6510"/>
                </a:lnTo>
                <a:lnTo>
                  <a:pt x="6516" y="6509"/>
                </a:lnTo>
                <a:lnTo>
                  <a:pt x="6518" y="6507"/>
                </a:lnTo>
                <a:lnTo>
                  <a:pt x="6519" y="6506"/>
                </a:lnTo>
                <a:lnTo>
                  <a:pt x="6519" y="6505"/>
                </a:lnTo>
                <a:lnTo>
                  <a:pt x="6520" y="6504"/>
                </a:lnTo>
                <a:lnTo>
                  <a:pt x="6517" y="6503"/>
                </a:lnTo>
                <a:lnTo>
                  <a:pt x="6517" y="6504"/>
                </a:lnTo>
                <a:lnTo>
                  <a:pt x="6516" y="6503"/>
                </a:lnTo>
                <a:lnTo>
                  <a:pt x="6515" y="6502"/>
                </a:lnTo>
                <a:lnTo>
                  <a:pt x="6515" y="6501"/>
                </a:lnTo>
                <a:lnTo>
                  <a:pt x="6514" y="6502"/>
                </a:lnTo>
                <a:lnTo>
                  <a:pt x="6516" y="6507"/>
                </a:lnTo>
                <a:lnTo>
                  <a:pt x="6515" y="6507"/>
                </a:lnTo>
                <a:lnTo>
                  <a:pt x="6514" y="6508"/>
                </a:lnTo>
                <a:lnTo>
                  <a:pt x="6512" y="6502"/>
                </a:lnTo>
                <a:lnTo>
                  <a:pt x="6512" y="6501"/>
                </a:lnTo>
                <a:lnTo>
                  <a:pt x="6511" y="6501"/>
                </a:lnTo>
                <a:lnTo>
                  <a:pt x="6509" y="6499"/>
                </a:lnTo>
                <a:lnTo>
                  <a:pt x="6510" y="6498"/>
                </a:lnTo>
                <a:lnTo>
                  <a:pt x="6508" y="6497"/>
                </a:lnTo>
                <a:lnTo>
                  <a:pt x="6508" y="6496"/>
                </a:lnTo>
                <a:lnTo>
                  <a:pt x="6506" y="6491"/>
                </a:lnTo>
                <a:lnTo>
                  <a:pt x="6503" y="6492"/>
                </a:lnTo>
                <a:lnTo>
                  <a:pt x="6501" y="6489"/>
                </a:lnTo>
                <a:lnTo>
                  <a:pt x="6498" y="6484"/>
                </a:lnTo>
                <a:lnTo>
                  <a:pt x="6494" y="6479"/>
                </a:lnTo>
                <a:lnTo>
                  <a:pt x="6494" y="6478"/>
                </a:lnTo>
                <a:lnTo>
                  <a:pt x="6493" y="6478"/>
                </a:lnTo>
                <a:lnTo>
                  <a:pt x="6491" y="6476"/>
                </a:lnTo>
                <a:lnTo>
                  <a:pt x="6491" y="6475"/>
                </a:lnTo>
                <a:lnTo>
                  <a:pt x="6491" y="6473"/>
                </a:lnTo>
                <a:lnTo>
                  <a:pt x="6491" y="6472"/>
                </a:lnTo>
                <a:lnTo>
                  <a:pt x="6491" y="6471"/>
                </a:lnTo>
                <a:lnTo>
                  <a:pt x="6491" y="6470"/>
                </a:lnTo>
                <a:lnTo>
                  <a:pt x="6491" y="6469"/>
                </a:lnTo>
                <a:lnTo>
                  <a:pt x="6491" y="6468"/>
                </a:lnTo>
                <a:lnTo>
                  <a:pt x="6491" y="6467"/>
                </a:lnTo>
                <a:lnTo>
                  <a:pt x="6492" y="6465"/>
                </a:lnTo>
                <a:lnTo>
                  <a:pt x="6492" y="6466"/>
                </a:lnTo>
                <a:lnTo>
                  <a:pt x="6491" y="6466"/>
                </a:lnTo>
                <a:lnTo>
                  <a:pt x="6490" y="6468"/>
                </a:lnTo>
                <a:lnTo>
                  <a:pt x="6489" y="6467"/>
                </a:lnTo>
                <a:lnTo>
                  <a:pt x="6486" y="6465"/>
                </a:lnTo>
                <a:lnTo>
                  <a:pt x="6484" y="6464"/>
                </a:lnTo>
                <a:lnTo>
                  <a:pt x="6484" y="6465"/>
                </a:lnTo>
                <a:lnTo>
                  <a:pt x="6483" y="6465"/>
                </a:lnTo>
                <a:lnTo>
                  <a:pt x="6482" y="6464"/>
                </a:lnTo>
                <a:lnTo>
                  <a:pt x="6483" y="6463"/>
                </a:lnTo>
                <a:lnTo>
                  <a:pt x="6482" y="6463"/>
                </a:lnTo>
                <a:lnTo>
                  <a:pt x="6482" y="6464"/>
                </a:lnTo>
                <a:lnTo>
                  <a:pt x="6483" y="6465"/>
                </a:lnTo>
                <a:lnTo>
                  <a:pt x="6483" y="6466"/>
                </a:lnTo>
                <a:lnTo>
                  <a:pt x="6482" y="6466"/>
                </a:lnTo>
                <a:lnTo>
                  <a:pt x="6482" y="6467"/>
                </a:lnTo>
                <a:lnTo>
                  <a:pt x="6476" y="6467"/>
                </a:lnTo>
                <a:lnTo>
                  <a:pt x="6474" y="6467"/>
                </a:lnTo>
                <a:lnTo>
                  <a:pt x="6473" y="6466"/>
                </a:lnTo>
                <a:lnTo>
                  <a:pt x="6473" y="6465"/>
                </a:lnTo>
                <a:lnTo>
                  <a:pt x="6472" y="6465"/>
                </a:lnTo>
                <a:lnTo>
                  <a:pt x="6472" y="6464"/>
                </a:lnTo>
                <a:lnTo>
                  <a:pt x="6469" y="6464"/>
                </a:lnTo>
                <a:lnTo>
                  <a:pt x="6464" y="6465"/>
                </a:lnTo>
                <a:lnTo>
                  <a:pt x="6465" y="6466"/>
                </a:lnTo>
                <a:lnTo>
                  <a:pt x="6463" y="6468"/>
                </a:lnTo>
                <a:lnTo>
                  <a:pt x="6461" y="6468"/>
                </a:lnTo>
                <a:lnTo>
                  <a:pt x="6458" y="6469"/>
                </a:lnTo>
                <a:lnTo>
                  <a:pt x="6456" y="6469"/>
                </a:lnTo>
                <a:lnTo>
                  <a:pt x="6455" y="6469"/>
                </a:lnTo>
                <a:lnTo>
                  <a:pt x="6453" y="6468"/>
                </a:lnTo>
                <a:lnTo>
                  <a:pt x="6452" y="6469"/>
                </a:lnTo>
                <a:lnTo>
                  <a:pt x="6453" y="6471"/>
                </a:lnTo>
                <a:lnTo>
                  <a:pt x="6455" y="6471"/>
                </a:lnTo>
                <a:lnTo>
                  <a:pt x="6456" y="6472"/>
                </a:lnTo>
                <a:lnTo>
                  <a:pt x="6456" y="6473"/>
                </a:lnTo>
                <a:lnTo>
                  <a:pt x="6457" y="6474"/>
                </a:lnTo>
                <a:lnTo>
                  <a:pt x="6459" y="6477"/>
                </a:lnTo>
                <a:lnTo>
                  <a:pt x="6459" y="6478"/>
                </a:lnTo>
                <a:lnTo>
                  <a:pt x="6461" y="6479"/>
                </a:lnTo>
                <a:lnTo>
                  <a:pt x="6462" y="6479"/>
                </a:lnTo>
                <a:lnTo>
                  <a:pt x="6463" y="6479"/>
                </a:lnTo>
                <a:lnTo>
                  <a:pt x="6463" y="6480"/>
                </a:lnTo>
                <a:lnTo>
                  <a:pt x="6464" y="6481"/>
                </a:lnTo>
                <a:lnTo>
                  <a:pt x="6465" y="6481"/>
                </a:lnTo>
                <a:lnTo>
                  <a:pt x="6466" y="6483"/>
                </a:lnTo>
                <a:lnTo>
                  <a:pt x="6467" y="6483"/>
                </a:lnTo>
                <a:lnTo>
                  <a:pt x="6467" y="6484"/>
                </a:lnTo>
                <a:lnTo>
                  <a:pt x="6469" y="6485"/>
                </a:lnTo>
                <a:lnTo>
                  <a:pt x="6470" y="6487"/>
                </a:lnTo>
                <a:lnTo>
                  <a:pt x="6472" y="6488"/>
                </a:lnTo>
                <a:lnTo>
                  <a:pt x="6472" y="6489"/>
                </a:lnTo>
                <a:lnTo>
                  <a:pt x="6472" y="6490"/>
                </a:lnTo>
                <a:lnTo>
                  <a:pt x="6472" y="6491"/>
                </a:lnTo>
                <a:lnTo>
                  <a:pt x="6472" y="6492"/>
                </a:lnTo>
                <a:lnTo>
                  <a:pt x="6473" y="6493"/>
                </a:lnTo>
                <a:lnTo>
                  <a:pt x="6473" y="6494"/>
                </a:lnTo>
                <a:lnTo>
                  <a:pt x="6475" y="6496"/>
                </a:lnTo>
                <a:lnTo>
                  <a:pt x="6473" y="6498"/>
                </a:lnTo>
                <a:lnTo>
                  <a:pt x="6469" y="6502"/>
                </a:lnTo>
                <a:lnTo>
                  <a:pt x="6468" y="6500"/>
                </a:lnTo>
                <a:lnTo>
                  <a:pt x="6466" y="6498"/>
                </a:lnTo>
                <a:lnTo>
                  <a:pt x="6464" y="6497"/>
                </a:lnTo>
                <a:lnTo>
                  <a:pt x="6463" y="6495"/>
                </a:lnTo>
                <a:lnTo>
                  <a:pt x="6462" y="6496"/>
                </a:lnTo>
                <a:lnTo>
                  <a:pt x="6462" y="6497"/>
                </a:lnTo>
                <a:lnTo>
                  <a:pt x="6461" y="6497"/>
                </a:lnTo>
                <a:lnTo>
                  <a:pt x="6460" y="6498"/>
                </a:lnTo>
                <a:lnTo>
                  <a:pt x="6459" y="6498"/>
                </a:lnTo>
                <a:lnTo>
                  <a:pt x="6459" y="6499"/>
                </a:lnTo>
                <a:lnTo>
                  <a:pt x="6460" y="6499"/>
                </a:lnTo>
                <a:lnTo>
                  <a:pt x="6458" y="6500"/>
                </a:lnTo>
                <a:lnTo>
                  <a:pt x="6455" y="6501"/>
                </a:lnTo>
                <a:lnTo>
                  <a:pt x="6456" y="6502"/>
                </a:lnTo>
                <a:lnTo>
                  <a:pt x="6457" y="6502"/>
                </a:lnTo>
                <a:lnTo>
                  <a:pt x="6458" y="6501"/>
                </a:lnTo>
                <a:lnTo>
                  <a:pt x="6463" y="6500"/>
                </a:lnTo>
                <a:lnTo>
                  <a:pt x="6464" y="6501"/>
                </a:lnTo>
                <a:lnTo>
                  <a:pt x="6465" y="6502"/>
                </a:lnTo>
                <a:lnTo>
                  <a:pt x="6467" y="6503"/>
                </a:lnTo>
                <a:lnTo>
                  <a:pt x="6467" y="6504"/>
                </a:lnTo>
                <a:lnTo>
                  <a:pt x="6468" y="6504"/>
                </a:lnTo>
                <a:lnTo>
                  <a:pt x="6468" y="6505"/>
                </a:lnTo>
                <a:lnTo>
                  <a:pt x="6469" y="6506"/>
                </a:lnTo>
                <a:lnTo>
                  <a:pt x="6469" y="6507"/>
                </a:lnTo>
                <a:lnTo>
                  <a:pt x="6469" y="6508"/>
                </a:lnTo>
                <a:lnTo>
                  <a:pt x="6469" y="6509"/>
                </a:lnTo>
                <a:lnTo>
                  <a:pt x="6469" y="6511"/>
                </a:lnTo>
                <a:lnTo>
                  <a:pt x="6469" y="6512"/>
                </a:lnTo>
                <a:lnTo>
                  <a:pt x="6470" y="6513"/>
                </a:lnTo>
                <a:lnTo>
                  <a:pt x="6470" y="6514"/>
                </a:lnTo>
                <a:lnTo>
                  <a:pt x="6470" y="6516"/>
                </a:lnTo>
                <a:lnTo>
                  <a:pt x="6468" y="6516"/>
                </a:lnTo>
                <a:lnTo>
                  <a:pt x="6467" y="6516"/>
                </a:lnTo>
                <a:lnTo>
                  <a:pt x="6467" y="6517"/>
                </a:lnTo>
                <a:lnTo>
                  <a:pt x="6466" y="6517"/>
                </a:lnTo>
                <a:lnTo>
                  <a:pt x="6465" y="6517"/>
                </a:lnTo>
                <a:lnTo>
                  <a:pt x="6464" y="6517"/>
                </a:lnTo>
                <a:lnTo>
                  <a:pt x="6464" y="6516"/>
                </a:lnTo>
                <a:lnTo>
                  <a:pt x="6464" y="6515"/>
                </a:lnTo>
                <a:lnTo>
                  <a:pt x="6463" y="6515"/>
                </a:lnTo>
                <a:lnTo>
                  <a:pt x="6463" y="6513"/>
                </a:lnTo>
                <a:lnTo>
                  <a:pt x="6463" y="6512"/>
                </a:lnTo>
                <a:lnTo>
                  <a:pt x="6462" y="6512"/>
                </a:lnTo>
                <a:lnTo>
                  <a:pt x="6462" y="6510"/>
                </a:lnTo>
                <a:lnTo>
                  <a:pt x="6462" y="6508"/>
                </a:lnTo>
                <a:lnTo>
                  <a:pt x="6462" y="6507"/>
                </a:lnTo>
                <a:lnTo>
                  <a:pt x="6459" y="6505"/>
                </a:lnTo>
                <a:lnTo>
                  <a:pt x="6459" y="6506"/>
                </a:lnTo>
                <a:lnTo>
                  <a:pt x="6460" y="6507"/>
                </a:lnTo>
                <a:lnTo>
                  <a:pt x="6461" y="6509"/>
                </a:lnTo>
                <a:lnTo>
                  <a:pt x="6461" y="6512"/>
                </a:lnTo>
                <a:lnTo>
                  <a:pt x="6462" y="6516"/>
                </a:lnTo>
                <a:lnTo>
                  <a:pt x="6463" y="6518"/>
                </a:lnTo>
                <a:lnTo>
                  <a:pt x="6463" y="6519"/>
                </a:lnTo>
                <a:lnTo>
                  <a:pt x="6463" y="6520"/>
                </a:lnTo>
                <a:lnTo>
                  <a:pt x="6462" y="6520"/>
                </a:lnTo>
                <a:lnTo>
                  <a:pt x="6461" y="6521"/>
                </a:lnTo>
                <a:lnTo>
                  <a:pt x="6461" y="6524"/>
                </a:lnTo>
                <a:lnTo>
                  <a:pt x="6463" y="6524"/>
                </a:lnTo>
                <a:lnTo>
                  <a:pt x="6463" y="6527"/>
                </a:lnTo>
                <a:lnTo>
                  <a:pt x="6463" y="6528"/>
                </a:lnTo>
                <a:lnTo>
                  <a:pt x="6463" y="6531"/>
                </a:lnTo>
                <a:lnTo>
                  <a:pt x="6463" y="6532"/>
                </a:lnTo>
                <a:lnTo>
                  <a:pt x="6461" y="6535"/>
                </a:lnTo>
                <a:lnTo>
                  <a:pt x="6460" y="6535"/>
                </a:lnTo>
                <a:lnTo>
                  <a:pt x="6460" y="6537"/>
                </a:lnTo>
                <a:lnTo>
                  <a:pt x="6460" y="6538"/>
                </a:lnTo>
                <a:lnTo>
                  <a:pt x="6461" y="6540"/>
                </a:lnTo>
                <a:lnTo>
                  <a:pt x="6461" y="6541"/>
                </a:lnTo>
                <a:lnTo>
                  <a:pt x="6462" y="6539"/>
                </a:lnTo>
                <a:lnTo>
                  <a:pt x="6465" y="6540"/>
                </a:lnTo>
                <a:lnTo>
                  <a:pt x="6467" y="6541"/>
                </a:lnTo>
                <a:lnTo>
                  <a:pt x="6469" y="6541"/>
                </a:lnTo>
                <a:lnTo>
                  <a:pt x="6469" y="6542"/>
                </a:lnTo>
                <a:lnTo>
                  <a:pt x="6470" y="6543"/>
                </a:lnTo>
                <a:lnTo>
                  <a:pt x="6470" y="6542"/>
                </a:lnTo>
                <a:lnTo>
                  <a:pt x="6471" y="6541"/>
                </a:lnTo>
                <a:lnTo>
                  <a:pt x="6472" y="6541"/>
                </a:lnTo>
                <a:lnTo>
                  <a:pt x="6472" y="6542"/>
                </a:lnTo>
                <a:lnTo>
                  <a:pt x="6472" y="6543"/>
                </a:lnTo>
                <a:lnTo>
                  <a:pt x="6472" y="6544"/>
                </a:lnTo>
                <a:lnTo>
                  <a:pt x="6473" y="6545"/>
                </a:lnTo>
                <a:lnTo>
                  <a:pt x="6472" y="6545"/>
                </a:lnTo>
                <a:lnTo>
                  <a:pt x="6472" y="6546"/>
                </a:lnTo>
                <a:lnTo>
                  <a:pt x="6472" y="6547"/>
                </a:lnTo>
                <a:lnTo>
                  <a:pt x="6471" y="6547"/>
                </a:lnTo>
                <a:lnTo>
                  <a:pt x="6470" y="6548"/>
                </a:lnTo>
                <a:lnTo>
                  <a:pt x="6468" y="6547"/>
                </a:lnTo>
                <a:lnTo>
                  <a:pt x="6468" y="6548"/>
                </a:lnTo>
                <a:lnTo>
                  <a:pt x="6467" y="6548"/>
                </a:lnTo>
                <a:lnTo>
                  <a:pt x="6466" y="6548"/>
                </a:lnTo>
                <a:lnTo>
                  <a:pt x="6466" y="6550"/>
                </a:lnTo>
                <a:lnTo>
                  <a:pt x="6467" y="6550"/>
                </a:lnTo>
                <a:lnTo>
                  <a:pt x="6468" y="6552"/>
                </a:lnTo>
                <a:lnTo>
                  <a:pt x="6469" y="6552"/>
                </a:lnTo>
                <a:lnTo>
                  <a:pt x="6469" y="6553"/>
                </a:lnTo>
                <a:lnTo>
                  <a:pt x="6469" y="6554"/>
                </a:lnTo>
                <a:lnTo>
                  <a:pt x="6469" y="6553"/>
                </a:lnTo>
                <a:lnTo>
                  <a:pt x="6470" y="6553"/>
                </a:lnTo>
                <a:lnTo>
                  <a:pt x="6470" y="6554"/>
                </a:lnTo>
                <a:lnTo>
                  <a:pt x="6469" y="6555"/>
                </a:lnTo>
                <a:lnTo>
                  <a:pt x="6468" y="6554"/>
                </a:lnTo>
                <a:lnTo>
                  <a:pt x="6467" y="6554"/>
                </a:lnTo>
                <a:lnTo>
                  <a:pt x="6466" y="6554"/>
                </a:lnTo>
                <a:lnTo>
                  <a:pt x="6465" y="6555"/>
                </a:lnTo>
                <a:lnTo>
                  <a:pt x="6465" y="6556"/>
                </a:lnTo>
                <a:lnTo>
                  <a:pt x="6464" y="6557"/>
                </a:lnTo>
                <a:lnTo>
                  <a:pt x="6464" y="6559"/>
                </a:lnTo>
                <a:lnTo>
                  <a:pt x="6464" y="6560"/>
                </a:lnTo>
                <a:lnTo>
                  <a:pt x="6464" y="6561"/>
                </a:lnTo>
                <a:lnTo>
                  <a:pt x="6465" y="6562"/>
                </a:lnTo>
                <a:lnTo>
                  <a:pt x="6465" y="6564"/>
                </a:lnTo>
                <a:lnTo>
                  <a:pt x="6466" y="6565"/>
                </a:lnTo>
                <a:lnTo>
                  <a:pt x="6467" y="6566"/>
                </a:lnTo>
                <a:lnTo>
                  <a:pt x="6467" y="6567"/>
                </a:lnTo>
                <a:lnTo>
                  <a:pt x="6468" y="6567"/>
                </a:lnTo>
                <a:lnTo>
                  <a:pt x="6468" y="6568"/>
                </a:lnTo>
                <a:lnTo>
                  <a:pt x="6468" y="6570"/>
                </a:lnTo>
                <a:lnTo>
                  <a:pt x="6467" y="6571"/>
                </a:lnTo>
                <a:lnTo>
                  <a:pt x="6466" y="6571"/>
                </a:lnTo>
                <a:lnTo>
                  <a:pt x="6465" y="6571"/>
                </a:lnTo>
                <a:lnTo>
                  <a:pt x="6463" y="6571"/>
                </a:lnTo>
                <a:lnTo>
                  <a:pt x="6463" y="6572"/>
                </a:lnTo>
                <a:lnTo>
                  <a:pt x="6462" y="6573"/>
                </a:lnTo>
                <a:lnTo>
                  <a:pt x="6461" y="6575"/>
                </a:lnTo>
                <a:lnTo>
                  <a:pt x="6462" y="6576"/>
                </a:lnTo>
                <a:lnTo>
                  <a:pt x="6463" y="6576"/>
                </a:lnTo>
                <a:lnTo>
                  <a:pt x="6464" y="6578"/>
                </a:lnTo>
                <a:lnTo>
                  <a:pt x="6463" y="6579"/>
                </a:lnTo>
                <a:lnTo>
                  <a:pt x="6463" y="6581"/>
                </a:lnTo>
                <a:lnTo>
                  <a:pt x="6462" y="6581"/>
                </a:lnTo>
                <a:lnTo>
                  <a:pt x="6462" y="6582"/>
                </a:lnTo>
                <a:lnTo>
                  <a:pt x="6461" y="6582"/>
                </a:lnTo>
                <a:lnTo>
                  <a:pt x="6460" y="6583"/>
                </a:lnTo>
                <a:lnTo>
                  <a:pt x="6458" y="6583"/>
                </a:lnTo>
                <a:lnTo>
                  <a:pt x="6457" y="6582"/>
                </a:lnTo>
                <a:lnTo>
                  <a:pt x="6458" y="6581"/>
                </a:lnTo>
                <a:lnTo>
                  <a:pt x="6459" y="6577"/>
                </a:lnTo>
                <a:lnTo>
                  <a:pt x="6458" y="6576"/>
                </a:lnTo>
                <a:lnTo>
                  <a:pt x="6458" y="6577"/>
                </a:lnTo>
                <a:lnTo>
                  <a:pt x="6458" y="6578"/>
                </a:lnTo>
                <a:lnTo>
                  <a:pt x="6458" y="6580"/>
                </a:lnTo>
                <a:lnTo>
                  <a:pt x="6457" y="6580"/>
                </a:lnTo>
                <a:lnTo>
                  <a:pt x="6457" y="6581"/>
                </a:lnTo>
                <a:lnTo>
                  <a:pt x="6456" y="6584"/>
                </a:lnTo>
                <a:lnTo>
                  <a:pt x="6457" y="6585"/>
                </a:lnTo>
                <a:lnTo>
                  <a:pt x="6458" y="6585"/>
                </a:lnTo>
                <a:lnTo>
                  <a:pt x="6459" y="6585"/>
                </a:lnTo>
                <a:lnTo>
                  <a:pt x="6459" y="6587"/>
                </a:lnTo>
                <a:lnTo>
                  <a:pt x="6461" y="6588"/>
                </a:lnTo>
                <a:lnTo>
                  <a:pt x="6461" y="6589"/>
                </a:lnTo>
                <a:lnTo>
                  <a:pt x="6462" y="6589"/>
                </a:lnTo>
                <a:lnTo>
                  <a:pt x="6462" y="6590"/>
                </a:lnTo>
                <a:lnTo>
                  <a:pt x="6462" y="6592"/>
                </a:lnTo>
                <a:lnTo>
                  <a:pt x="6462" y="6597"/>
                </a:lnTo>
                <a:lnTo>
                  <a:pt x="6462" y="6598"/>
                </a:lnTo>
                <a:lnTo>
                  <a:pt x="6462" y="6599"/>
                </a:lnTo>
                <a:lnTo>
                  <a:pt x="6463" y="6600"/>
                </a:lnTo>
                <a:lnTo>
                  <a:pt x="6464" y="6600"/>
                </a:lnTo>
                <a:lnTo>
                  <a:pt x="6464" y="6601"/>
                </a:lnTo>
                <a:lnTo>
                  <a:pt x="6463" y="6601"/>
                </a:lnTo>
                <a:lnTo>
                  <a:pt x="6464" y="6602"/>
                </a:lnTo>
                <a:lnTo>
                  <a:pt x="6464" y="6603"/>
                </a:lnTo>
                <a:lnTo>
                  <a:pt x="6462" y="6603"/>
                </a:lnTo>
                <a:lnTo>
                  <a:pt x="6462" y="6602"/>
                </a:lnTo>
                <a:lnTo>
                  <a:pt x="6461" y="6602"/>
                </a:lnTo>
                <a:lnTo>
                  <a:pt x="6460" y="6602"/>
                </a:lnTo>
                <a:lnTo>
                  <a:pt x="6459" y="6602"/>
                </a:lnTo>
                <a:lnTo>
                  <a:pt x="6458" y="6603"/>
                </a:lnTo>
                <a:lnTo>
                  <a:pt x="6455" y="6605"/>
                </a:lnTo>
                <a:lnTo>
                  <a:pt x="6453" y="6604"/>
                </a:lnTo>
                <a:lnTo>
                  <a:pt x="6452" y="6604"/>
                </a:lnTo>
                <a:lnTo>
                  <a:pt x="6450" y="6603"/>
                </a:lnTo>
                <a:lnTo>
                  <a:pt x="6450" y="6602"/>
                </a:lnTo>
                <a:lnTo>
                  <a:pt x="6449" y="6602"/>
                </a:lnTo>
                <a:lnTo>
                  <a:pt x="6448" y="6601"/>
                </a:lnTo>
                <a:lnTo>
                  <a:pt x="6447" y="6601"/>
                </a:lnTo>
                <a:lnTo>
                  <a:pt x="6446" y="6598"/>
                </a:lnTo>
                <a:lnTo>
                  <a:pt x="6445" y="6597"/>
                </a:lnTo>
                <a:lnTo>
                  <a:pt x="6445" y="6596"/>
                </a:lnTo>
                <a:lnTo>
                  <a:pt x="6442" y="6592"/>
                </a:lnTo>
                <a:lnTo>
                  <a:pt x="6440" y="6587"/>
                </a:lnTo>
                <a:lnTo>
                  <a:pt x="6439" y="6586"/>
                </a:lnTo>
                <a:lnTo>
                  <a:pt x="6438" y="6587"/>
                </a:lnTo>
                <a:lnTo>
                  <a:pt x="6437" y="6587"/>
                </a:lnTo>
                <a:lnTo>
                  <a:pt x="6435" y="6587"/>
                </a:lnTo>
                <a:lnTo>
                  <a:pt x="6436" y="6589"/>
                </a:lnTo>
                <a:lnTo>
                  <a:pt x="6434" y="6591"/>
                </a:lnTo>
                <a:lnTo>
                  <a:pt x="6433" y="6592"/>
                </a:lnTo>
                <a:lnTo>
                  <a:pt x="6430" y="6595"/>
                </a:lnTo>
                <a:lnTo>
                  <a:pt x="6428" y="6593"/>
                </a:lnTo>
                <a:lnTo>
                  <a:pt x="6427" y="6592"/>
                </a:lnTo>
                <a:lnTo>
                  <a:pt x="6427" y="6591"/>
                </a:lnTo>
                <a:lnTo>
                  <a:pt x="6426" y="6591"/>
                </a:lnTo>
                <a:lnTo>
                  <a:pt x="6426" y="6592"/>
                </a:lnTo>
                <a:lnTo>
                  <a:pt x="6427" y="6593"/>
                </a:lnTo>
                <a:lnTo>
                  <a:pt x="6428" y="6597"/>
                </a:lnTo>
                <a:lnTo>
                  <a:pt x="6429" y="6598"/>
                </a:lnTo>
                <a:lnTo>
                  <a:pt x="6430" y="6601"/>
                </a:lnTo>
                <a:lnTo>
                  <a:pt x="6430" y="6602"/>
                </a:lnTo>
                <a:lnTo>
                  <a:pt x="6430" y="6603"/>
                </a:lnTo>
                <a:lnTo>
                  <a:pt x="6430" y="6604"/>
                </a:lnTo>
                <a:lnTo>
                  <a:pt x="6432" y="6605"/>
                </a:lnTo>
                <a:lnTo>
                  <a:pt x="6434" y="6606"/>
                </a:lnTo>
                <a:lnTo>
                  <a:pt x="6435" y="6606"/>
                </a:lnTo>
                <a:lnTo>
                  <a:pt x="6436" y="6605"/>
                </a:lnTo>
                <a:lnTo>
                  <a:pt x="6437" y="6605"/>
                </a:lnTo>
                <a:lnTo>
                  <a:pt x="6437" y="6606"/>
                </a:lnTo>
                <a:lnTo>
                  <a:pt x="6438" y="6607"/>
                </a:lnTo>
                <a:lnTo>
                  <a:pt x="6437" y="6608"/>
                </a:lnTo>
                <a:lnTo>
                  <a:pt x="6436" y="6610"/>
                </a:lnTo>
                <a:lnTo>
                  <a:pt x="6435" y="6612"/>
                </a:lnTo>
                <a:lnTo>
                  <a:pt x="6435" y="6613"/>
                </a:lnTo>
                <a:lnTo>
                  <a:pt x="6436" y="6613"/>
                </a:lnTo>
                <a:lnTo>
                  <a:pt x="6435" y="6614"/>
                </a:lnTo>
                <a:lnTo>
                  <a:pt x="6434" y="6614"/>
                </a:lnTo>
                <a:lnTo>
                  <a:pt x="6434" y="6615"/>
                </a:lnTo>
                <a:lnTo>
                  <a:pt x="6434" y="6618"/>
                </a:lnTo>
                <a:lnTo>
                  <a:pt x="6435" y="6618"/>
                </a:lnTo>
                <a:lnTo>
                  <a:pt x="6436" y="6618"/>
                </a:lnTo>
                <a:lnTo>
                  <a:pt x="6437" y="6618"/>
                </a:lnTo>
                <a:lnTo>
                  <a:pt x="6437" y="6619"/>
                </a:lnTo>
                <a:lnTo>
                  <a:pt x="6437" y="6620"/>
                </a:lnTo>
                <a:lnTo>
                  <a:pt x="6436" y="6620"/>
                </a:lnTo>
                <a:lnTo>
                  <a:pt x="6436" y="6619"/>
                </a:lnTo>
                <a:lnTo>
                  <a:pt x="6435" y="6619"/>
                </a:lnTo>
                <a:lnTo>
                  <a:pt x="6434" y="6619"/>
                </a:lnTo>
                <a:lnTo>
                  <a:pt x="6434" y="6620"/>
                </a:lnTo>
                <a:lnTo>
                  <a:pt x="6433" y="6620"/>
                </a:lnTo>
                <a:lnTo>
                  <a:pt x="6432" y="6621"/>
                </a:lnTo>
                <a:lnTo>
                  <a:pt x="6431" y="6621"/>
                </a:lnTo>
                <a:lnTo>
                  <a:pt x="6431" y="6622"/>
                </a:lnTo>
                <a:lnTo>
                  <a:pt x="6431" y="6623"/>
                </a:lnTo>
                <a:lnTo>
                  <a:pt x="6430" y="6623"/>
                </a:lnTo>
                <a:lnTo>
                  <a:pt x="6429" y="6624"/>
                </a:lnTo>
                <a:lnTo>
                  <a:pt x="6428" y="6623"/>
                </a:lnTo>
                <a:lnTo>
                  <a:pt x="6427" y="6622"/>
                </a:lnTo>
                <a:lnTo>
                  <a:pt x="6426" y="6621"/>
                </a:lnTo>
                <a:lnTo>
                  <a:pt x="6425" y="6620"/>
                </a:lnTo>
                <a:lnTo>
                  <a:pt x="6422" y="6620"/>
                </a:lnTo>
                <a:lnTo>
                  <a:pt x="6421" y="6621"/>
                </a:lnTo>
                <a:lnTo>
                  <a:pt x="6420" y="6621"/>
                </a:lnTo>
                <a:lnTo>
                  <a:pt x="6419" y="6622"/>
                </a:lnTo>
                <a:lnTo>
                  <a:pt x="6418" y="6622"/>
                </a:lnTo>
                <a:lnTo>
                  <a:pt x="6417" y="6622"/>
                </a:lnTo>
                <a:lnTo>
                  <a:pt x="6416" y="6621"/>
                </a:lnTo>
                <a:lnTo>
                  <a:pt x="6415" y="6621"/>
                </a:lnTo>
                <a:lnTo>
                  <a:pt x="6415" y="6619"/>
                </a:lnTo>
                <a:lnTo>
                  <a:pt x="6415" y="6618"/>
                </a:lnTo>
                <a:lnTo>
                  <a:pt x="6416" y="6618"/>
                </a:lnTo>
                <a:lnTo>
                  <a:pt x="6415" y="6617"/>
                </a:lnTo>
                <a:lnTo>
                  <a:pt x="6414" y="6617"/>
                </a:lnTo>
                <a:lnTo>
                  <a:pt x="6413" y="6616"/>
                </a:lnTo>
                <a:lnTo>
                  <a:pt x="6412" y="6614"/>
                </a:lnTo>
                <a:lnTo>
                  <a:pt x="6412" y="6613"/>
                </a:lnTo>
                <a:lnTo>
                  <a:pt x="6412" y="6612"/>
                </a:lnTo>
                <a:lnTo>
                  <a:pt x="6412" y="6609"/>
                </a:lnTo>
                <a:lnTo>
                  <a:pt x="6411" y="6608"/>
                </a:lnTo>
                <a:lnTo>
                  <a:pt x="6409" y="6606"/>
                </a:lnTo>
                <a:lnTo>
                  <a:pt x="6408" y="6607"/>
                </a:lnTo>
                <a:lnTo>
                  <a:pt x="6409" y="6607"/>
                </a:lnTo>
                <a:lnTo>
                  <a:pt x="6410" y="6608"/>
                </a:lnTo>
                <a:lnTo>
                  <a:pt x="6410" y="6610"/>
                </a:lnTo>
                <a:lnTo>
                  <a:pt x="6410" y="6611"/>
                </a:lnTo>
                <a:lnTo>
                  <a:pt x="6410" y="6612"/>
                </a:lnTo>
                <a:lnTo>
                  <a:pt x="6411" y="6613"/>
                </a:lnTo>
                <a:lnTo>
                  <a:pt x="6410" y="6615"/>
                </a:lnTo>
                <a:lnTo>
                  <a:pt x="6408" y="6615"/>
                </a:lnTo>
                <a:lnTo>
                  <a:pt x="6408" y="6616"/>
                </a:lnTo>
                <a:lnTo>
                  <a:pt x="6408" y="6617"/>
                </a:lnTo>
                <a:lnTo>
                  <a:pt x="6407" y="6617"/>
                </a:lnTo>
                <a:lnTo>
                  <a:pt x="6405" y="6619"/>
                </a:lnTo>
                <a:lnTo>
                  <a:pt x="6405" y="6620"/>
                </a:lnTo>
                <a:lnTo>
                  <a:pt x="6406" y="6620"/>
                </a:lnTo>
                <a:lnTo>
                  <a:pt x="6407" y="6620"/>
                </a:lnTo>
                <a:lnTo>
                  <a:pt x="6408" y="6622"/>
                </a:lnTo>
                <a:lnTo>
                  <a:pt x="6407" y="6622"/>
                </a:lnTo>
                <a:lnTo>
                  <a:pt x="6407" y="6623"/>
                </a:lnTo>
                <a:lnTo>
                  <a:pt x="6408" y="6623"/>
                </a:lnTo>
                <a:lnTo>
                  <a:pt x="6408" y="6625"/>
                </a:lnTo>
                <a:lnTo>
                  <a:pt x="6411" y="6632"/>
                </a:lnTo>
                <a:lnTo>
                  <a:pt x="6412" y="6633"/>
                </a:lnTo>
                <a:lnTo>
                  <a:pt x="6413" y="6635"/>
                </a:lnTo>
                <a:lnTo>
                  <a:pt x="6413" y="6636"/>
                </a:lnTo>
                <a:lnTo>
                  <a:pt x="6414" y="6636"/>
                </a:lnTo>
                <a:lnTo>
                  <a:pt x="6414" y="6637"/>
                </a:lnTo>
                <a:lnTo>
                  <a:pt x="6415" y="6637"/>
                </a:lnTo>
                <a:lnTo>
                  <a:pt x="6415" y="6638"/>
                </a:lnTo>
                <a:lnTo>
                  <a:pt x="6416" y="6638"/>
                </a:lnTo>
                <a:lnTo>
                  <a:pt x="6417" y="6638"/>
                </a:lnTo>
                <a:lnTo>
                  <a:pt x="6418" y="6639"/>
                </a:lnTo>
                <a:lnTo>
                  <a:pt x="6417" y="6639"/>
                </a:lnTo>
                <a:lnTo>
                  <a:pt x="6417" y="6640"/>
                </a:lnTo>
                <a:lnTo>
                  <a:pt x="6416" y="6639"/>
                </a:lnTo>
                <a:lnTo>
                  <a:pt x="6415" y="6639"/>
                </a:lnTo>
                <a:lnTo>
                  <a:pt x="6415" y="6640"/>
                </a:lnTo>
                <a:lnTo>
                  <a:pt x="6414" y="6641"/>
                </a:lnTo>
                <a:lnTo>
                  <a:pt x="6414" y="6642"/>
                </a:lnTo>
                <a:lnTo>
                  <a:pt x="6416" y="6642"/>
                </a:lnTo>
                <a:lnTo>
                  <a:pt x="6416" y="6643"/>
                </a:lnTo>
                <a:lnTo>
                  <a:pt x="6415" y="6644"/>
                </a:lnTo>
                <a:lnTo>
                  <a:pt x="6414" y="6644"/>
                </a:lnTo>
                <a:lnTo>
                  <a:pt x="6414" y="6645"/>
                </a:lnTo>
                <a:lnTo>
                  <a:pt x="6413" y="6646"/>
                </a:lnTo>
                <a:lnTo>
                  <a:pt x="6412" y="6648"/>
                </a:lnTo>
                <a:lnTo>
                  <a:pt x="6411" y="6648"/>
                </a:lnTo>
                <a:lnTo>
                  <a:pt x="6409" y="6647"/>
                </a:lnTo>
                <a:lnTo>
                  <a:pt x="6408" y="6646"/>
                </a:lnTo>
                <a:lnTo>
                  <a:pt x="6407" y="6646"/>
                </a:lnTo>
                <a:lnTo>
                  <a:pt x="6407" y="6645"/>
                </a:lnTo>
                <a:lnTo>
                  <a:pt x="6406" y="6645"/>
                </a:lnTo>
                <a:lnTo>
                  <a:pt x="6405" y="6643"/>
                </a:lnTo>
                <a:lnTo>
                  <a:pt x="6403" y="6644"/>
                </a:lnTo>
                <a:lnTo>
                  <a:pt x="6403" y="6643"/>
                </a:lnTo>
                <a:lnTo>
                  <a:pt x="6403" y="6642"/>
                </a:lnTo>
                <a:lnTo>
                  <a:pt x="6402" y="6639"/>
                </a:lnTo>
                <a:lnTo>
                  <a:pt x="6404" y="6637"/>
                </a:lnTo>
                <a:lnTo>
                  <a:pt x="6404" y="6636"/>
                </a:lnTo>
                <a:lnTo>
                  <a:pt x="6405" y="6635"/>
                </a:lnTo>
                <a:lnTo>
                  <a:pt x="6404" y="6634"/>
                </a:lnTo>
                <a:lnTo>
                  <a:pt x="6403" y="6634"/>
                </a:lnTo>
                <a:lnTo>
                  <a:pt x="6402" y="6635"/>
                </a:lnTo>
                <a:lnTo>
                  <a:pt x="6402" y="6636"/>
                </a:lnTo>
                <a:lnTo>
                  <a:pt x="6401" y="6637"/>
                </a:lnTo>
                <a:lnTo>
                  <a:pt x="6401" y="6638"/>
                </a:lnTo>
                <a:lnTo>
                  <a:pt x="6400" y="6637"/>
                </a:lnTo>
                <a:lnTo>
                  <a:pt x="6399" y="6636"/>
                </a:lnTo>
                <a:lnTo>
                  <a:pt x="6400" y="6636"/>
                </a:lnTo>
                <a:lnTo>
                  <a:pt x="6400" y="6634"/>
                </a:lnTo>
                <a:lnTo>
                  <a:pt x="6401" y="6634"/>
                </a:lnTo>
                <a:lnTo>
                  <a:pt x="6402" y="6632"/>
                </a:lnTo>
                <a:lnTo>
                  <a:pt x="6401" y="6632"/>
                </a:lnTo>
                <a:lnTo>
                  <a:pt x="6402" y="6631"/>
                </a:lnTo>
                <a:lnTo>
                  <a:pt x="6401" y="6631"/>
                </a:lnTo>
                <a:lnTo>
                  <a:pt x="6401" y="6632"/>
                </a:lnTo>
                <a:lnTo>
                  <a:pt x="6400" y="6632"/>
                </a:lnTo>
                <a:lnTo>
                  <a:pt x="6400" y="6633"/>
                </a:lnTo>
                <a:lnTo>
                  <a:pt x="6398" y="6634"/>
                </a:lnTo>
                <a:lnTo>
                  <a:pt x="6398" y="6633"/>
                </a:lnTo>
                <a:lnTo>
                  <a:pt x="6397" y="6633"/>
                </a:lnTo>
                <a:lnTo>
                  <a:pt x="6395" y="6632"/>
                </a:lnTo>
                <a:lnTo>
                  <a:pt x="6394" y="6632"/>
                </a:lnTo>
                <a:lnTo>
                  <a:pt x="6393" y="6631"/>
                </a:lnTo>
                <a:lnTo>
                  <a:pt x="6393" y="6630"/>
                </a:lnTo>
                <a:lnTo>
                  <a:pt x="6391" y="6628"/>
                </a:lnTo>
                <a:lnTo>
                  <a:pt x="6389" y="6627"/>
                </a:lnTo>
                <a:lnTo>
                  <a:pt x="6390" y="6626"/>
                </a:lnTo>
                <a:lnTo>
                  <a:pt x="6389" y="6625"/>
                </a:lnTo>
                <a:lnTo>
                  <a:pt x="6387" y="6623"/>
                </a:lnTo>
                <a:lnTo>
                  <a:pt x="6386" y="6622"/>
                </a:lnTo>
                <a:lnTo>
                  <a:pt x="6384" y="6619"/>
                </a:lnTo>
                <a:lnTo>
                  <a:pt x="6383" y="6618"/>
                </a:lnTo>
                <a:lnTo>
                  <a:pt x="6382" y="6618"/>
                </a:lnTo>
                <a:lnTo>
                  <a:pt x="6380" y="6615"/>
                </a:lnTo>
                <a:lnTo>
                  <a:pt x="6379" y="6614"/>
                </a:lnTo>
                <a:lnTo>
                  <a:pt x="6379" y="6612"/>
                </a:lnTo>
                <a:lnTo>
                  <a:pt x="6379" y="6611"/>
                </a:lnTo>
                <a:lnTo>
                  <a:pt x="6378" y="6609"/>
                </a:lnTo>
                <a:lnTo>
                  <a:pt x="6378" y="6608"/>
                </a:lnTo>
                <a:lnTo>
                  <a:pt x="6378" y="6607"/>
                </a:lnTo>
                <a:lnTo>
                  <a:pt x="6378" y="6605"/>
                </a:lnTo>
                <a:lnTo>
                  <a:pt x="6379" y="6604"/>
                </a:lnTo>
                <a:lnTo>
                  <a:pt x="6379" y="6603"/>
                </a:lnTo>
                <a:lnTo>
                  <a:pt x="6380" y="6600"/>
                </a:lnTo>
                <a:lnTo>
                  <a:pt x="6379" y="6596"/>
                </a:lnTo>
                <a:lnTo>
                  <a:pt x="6379" y="6594"/>
                </a:lnTo>
                <a:lnTo>
                  <a:pt x="6378" y="6591"/>
                </a:lnTo>
                <a:lnTo>
                  <a:pt x="6377" y="6589"/>
                </a:lnTo>
                <a:lnTo>
                  <a:pt x="6376" y="6587"/>
                </a:lnTo>
                <a:lnTo>
                  <a:pt x="6376" y="6585"/>
                </a:lnTo>
                <a:lnTo>
                  <a:pt x="6377" y="6585"/>
                </a:lnTo>
                <a:lnTo>
                  <a:pt x="6378" y="6584"/>
                </a:lnTo>
                <a:lnTo>
                  <a:pt x="6379" y="6583"/>
                </a:lnTo>
                <a:lnTo>
                  <a:pt x="6379" y="6582"/>
                </a:lnTo>
                <a:lnTo>
                  <a:pt x="6380" y="6582"/>
                </a:lnTo>
                <a:lnTo>
                  <a:pt x="6380" y="6581"/>
                </a:lnTo>
                <a:lnTo>
                  <a:pt x="6379" y="6581"/>
                </a:lnTo>
                <a:lnTo>
                  <a:pt x="6378" y="6582"/>
                </a:lnTo>
                <a:lnTo>
                  <a:pt x="6377" y="6583"/>
                </a:lnTo>
                <a:lnTo>
                  <a:pt x="6375" y="6585"/>
                </a:lnTo>
                <a:lnTo>
                  <a:pt x="6375" y="6584"/>
                </a:lnTo>
                <a:lnTo>
                  <a:pt x="6374" y="6583"/>
                </a:lnTo>
                <a:lnTo>
                  <a:pt x="6373" y="6582"/>
                </a:lnTo>
                <a:lnTo>
                  <a:pt x="6373" y="6581"/>
                </a:lnTo>
                <a:lnTo>
                  <a:pt x="6372" y="6581"/>
                </a:lnTo>
                <a:lnTo>
                  <a:pt x="6371" y="6581"/>
                </a:lnTo>
                <a:lnTo>
                  <a:pt x="6372" y="6581"/>
                </a:lnTo>
                <a:lnTo>
                  <a:pt x="6372" y="6582"/>
                </a:lnTo>
                <a:lnTo>
                  <a:pt x="6372" y="6583"/>
                </a:lnTo>
                <a:lnTo>
                  <a:pt x="6372" y="6584"/>
                </a:lnTo>
                <a:lnTo>
                  <a:pt x="6373" y="6585"/>
                </a:lnTo>
                <a:lnTo>
                  <a:pt x="6373" y="6586"/>
                </a:lnTo>
                <a:lnTo>
                  <a:pt x="6372" y="6588"/>
                </a:lnTo>
                <a:lnTo>
                  <a:pt x="6372" y="6589"/>
                </a:lnTo>
                <a:lnTo>
                  <a:pt x="6373" y="6589"/>
                </a:lnTo>
                <a:lnTo>
                  <a:pt x="6373" y="6592"/>
                </a:lnTo>
                <a:lnTo>
                  <a:pt x="6373" y="6593"/>
                </a:lnTo>
                <a:lnTo>
                  <a:pt x="6371" y="6595"/>
                </a:lnTo>
                <a:lnTo>
                  <a:pt x="6373" y="6597"/>
                </a:lnTo>
                <a:lnTo>
                  <a:pt x="6371" y="6600"/>
                </a:lnTo>
                <a:lnTo>
                  <a:pt x="6369" y="6602"/>
                </a:lnTo>
                <a:lnTo>
                  <a:pt x="6369" y="6603"/>
                </a:lnTo>
                <a:lnTo>
                  <a:pt x="6363" y="6599"/>
                </a:lnTo>
                <a:lnTo>
                  <a:pt x="6361" y="6603"/>
                </a:lnTo>
                <a:lnTo>
                  <a:pt x="6361" y="6604"/>
                </a:lnTo>
                <a:lnTo>
                  <a:pt x="6363" y="6606"/>
                </a:lnTo>
                <a:lnTo>
                  <a:pt x="6362" y="6607"/>
                </a:lnTo>
                <a:lnTo>
                  <a:pt x="6362" y="6608"/>
                </a:lnTo>
                <a:lnTo>
                  <a:pt x="6362" y="6609"/>
                </a:lnTo>
                <a:lnTo>
                  <a:pt x="6362" y="6610"/>
                </a:lnTo>
                <a:lnTo>
                  <a:pt x="6362" y="6611"/>
                </a:lnTo>
                <a:lnTo>
                  <a:pt x="6360" y="6611"/>
                </a:lnTo>
                <a:lnTo>
                  <a:pt x="6360" y="6613"/>
                </a:lnTo>
                <a:lnTo>
                  <a:pt x="6362" y="6612"/>
                </a:lnTo>
                <a:lnTo>
                  <a:pt x="6362" y="6621"/>
                </a:lnTo>
                <a:lnTo>
                  <a:pt x="6363" y="6622"/>
                </a:lnTo>
                <a:lnTo>
                  <a:pt x="6363" y="6623"/>
                </a:lnTo>
                <a:lnTo>
                  <a:pt x="6365" y="6626"/>
                </a:lnTo>
                <a:lnTo>
                  <a:pt x="6365" y="6627"/>
                </a:lnTo>
                <a:lnTo>
                  <a:pt x="6365" y="6628"/>
                </a:lnTo>
                <a:lnTo>
                  <a:pt x="6364" y="6628"/>
                </a:lnTo>
                <a:lnTo>
                  <a:pt x="6365" y="6629"/>
                </a:lnTo>
                <a:lnTo>
                  <a:pt x="6365" y="6631"/>
                </a:lnTo>
                <a:lnTo>
                  <a:pt x="6364" y="6631"/>
                </a:lnTo>
                <a:lnTo>
                  <a:pt x="6364" y="6632"/>
                </a:lnTo>
                <a:lnTo>
                  <a:pt x="6364" y="6633"/>
                </a:lnTo>
                <a:lnTo>
                  <a:pt x="6365" y="6634"/>
                </a:lnTo>
                <a:lnTo>
                  <a:pt x="6366" y="6634"/>
                </a:lnTo>
                <a:lnTo>
                  <a:pt x="6366" y="6635"/>
                </a:lnTo>
                <a:lnTo>
                  <a:pt x="6366" y="6637"/>
                </a:lnTo>
                <a:lnTo>
                  <a:pt x="6365" y="6637"/>
                </a:lnTo>
                <a:lnTo>
                  <a:pt x="6365" y="6638"/>
                </a:lnTo>
                <a:lnTo>
                  <a:pt x="6364" y="6639"/>
                </a:lnTo>
                <a:lnTo>
                  <a:pt x="6364" y="6640"/>
                </a:lnTo>
                <a:lnTo>
                  <a:pt x="6363" y="6640"/>
                </a:lnTo>
                <a:lnTo>
                  <a:pt x="6362" y="6640"/>
                </a:lnTo>
                <a:lnTo>
                  <a:pt x="6361" y="6640"/>
                </a:lnTo>
                <a:lnTo>
                  <a:pt x="6360" y="6642"/>
                </a:lnTo>
                <a:lnTo>
                  <a:pt x="6359" y="6644"/>
                </a:lnTo>
                <a:lnTo>
                  <a:pt x="6359" y="6646"/>
                </a:lnTo>
                <a:lnTo>
                  <a:pt x="6359" y="6647"/>
                </a:lnTo>
                <a:lnTo>
                  <a:pt x="6358" y="6648"/>
                </a:lnTo>
                <a:lnTo>
                  <a:pt x="6358" y="6649"/>
                </a:lnTo>
                <a:lnTo>
                  <a:pt x="6357" y="6650"/>
                </a:lnTo>
                <a:lnTo>
                  <a:pt x="6356" y="6650"/>
                </a:lnTo>
                <a:lnTo>
                  <a:pt x="6355" y="6651"/>
                </a:lnTo>
                <a:lnTo>
                  <a:pt x="6354" y="6651"/>
                </a:lnTo>
                <a:lnTo>
                  <a:pt x="6354" y="6652"/>
                </a:lnTo>
                <a:lnTo>
                  <a:pt x="6354" y="6653"/>
                </a:lnTo>
                <a:lnTo>
                  <a:pt x="6353" y="6654"/>
                </a:lnTo>
                <a:lnTo>
                  <a:pt x="6352" y="6654"/>
                </a:lnTo>
                <a:lnTo>
                  <a:pt x="6351" y="6654"/>
                </a:lnTo>
                <a:lnTo>
                  <a:pt x="6350" y="6654"/>
                </a:lnTo>
                <a:lnTo>
                  <a:pt x="6349" y="6655"/>
                </a:lnTo>
                <a:lnTo>
                  <a:pt x="6348" y="6655"/>
                </a:lnTo>
                <a:lnTo>
                  <a:pt x="6348" y="6658"/>
                </a:lnTo>
                <a:lnTo>
                  <a:pt x="6347" y="6658"/>
                </a:lnTo>
                <a:lnTo>
                  <a:pt x="6346" y="6658"/>
                </a:lnTo>
                <a:lnTo>
                  <a:pt x="6344" y="6658"/>
                </a:lnTo>
                <a:lnTo>
                  <a:pt x="6342" y="6658"/>
                </a:lnTo>
                <a:lnTo>
                  <a:pt x="6341" y="6656"/>
                </a:lnTo>
                <a:lnTo>
                  <a:pt x="6341" y="6655"/>
                </a:lnTo>
                <a:lnTo>
                  <a:pt x="6341" y="6654"/>
                </a:lnTo>
                <a:lnTo>
                  <a:pt x="6341" y="6653"/>
                </a:lnTo>
                <a:lnTo>
                  <a:pt x="6340" y="6652"/>
                </a:lnTo>
                <a:lnTo>
                  <a:pt x="6338" y="6651"/>
                </a:lnTo>
                <a:lnTo>
                  <a:pt x="6337" y="6652"/>
                </a:lnTo>
                <a:lnTo>
                  <a:pt x="6336" y="6651"/>
                </a:lnTo>
                <a:lnTo>
                  <a:pt x="6336" y="6649"/>
                </a:lnTo>
                <a:lnTo>
                  <a:pt x="6335" y="6647"/>
                </a:lnTo>
                <a:lnTo>
                  <a:pt x="6334" y="6645"/>
                </a:lnTo>
                <a:lnTo>
                  <a:pt x="6333" y="6645"/>
                </a:lnTo>
                <a:lnTo>
                  <a:pt x="6333" y="6644"/>
                </a:lnTo>
                <a:lnTo>
                  <a:pt x="6333" y="6643"/>
                </a:lnTo>
                <a:lnTo>
                  <a:pt x="6334" y="6643"/>
                </a:lnTo>
                <a:lnTo>
                  <a:pt x="6333" y="6642"/>
                </a:lnTo>
                <a:lnTo>
                  <a:pt x="6332" y="6642"/>
                </a:lnTo>
                <a:lnTo>
                  <a:pt x="6331" y="6641"/>
                </a:lnTo>
                <a:lnTo>
                  <a:pt x="6328" y="6639"/>
                </a:lnTo>
                <a:lnTo>
                  <a:pt x="6327" y="6638"/>
                </a:lnTo>
                <a:lnTo>
                  <a:pt x="6326" y="6637"/>
                </a:lnTo>
                <a:lnTo>
                  <a:pt x="6326" y="6638"/>
                </a:lnTo>
                <a:lnTo>
                  <a:pt x="6327" y="6638"/>
                </a:lnTo>
                <a:lnTo>
                  <a:pt x="6327" y="6639"/>
                </a:lnTo>
                <a:lnTo>
                  <a:pt x="6327" y="6641"/>
                </a:lnTo>
                <a:lnTo>
                  <a:pt x="6325" y="6641"/>
                </a:lnTo>
                <a:lnTo>
                  <a:pt x="6324" y="6641"/>
                </a:lnTo>
                <a:lnTo>
                  <a:pt x="6323" y="6642"/>
                </a:lnTo>
                <a:lnTo>
                  <a:pt x="6322" y="6642"/>
                </a:lnTo>
                <a:lnTo>
                  <a:pt x="6321" y="6642"/>
                </a:lnTo>
                <a:lnTo>
                  <a:pt x="6320" y="6642"/>
                </a:lnTo>
                <a:lnTo>
                  <a:pt x="6319" y="6642"/>
                </a:lnTo>
                <a:lnTo>
                  <a:pt x="6318" y="6643"/>
                </a:lnTo>
                <a:lnTo>
                  <a:pt x="6317" y="6643"/>
                </a:lnTo>
                <a:lnTo>
                  <a:pt x="6316" y="6644"/>
                </a:lnTo>
                <a:lnTo>
                  <a:pt x="6315" y="6645"/>
                </a:lnTo>
                <a:lnTo>
                  <a:pt x="6314" y="6645"/>
                </a:lnTo>
                <a:lnTo>
                  <a:pt x="6313" y="6646"/>
                </a:lnTo>
                <a:lnTo>
                  <a:pt x="6313" y="6647"/>
                </a:lnTo>
                <a:lnTo>
                  <a:pt x="6313" y="6648"/>
                </a:lnTo>
                <a:lnTo>
                  <a:pt x="6312" y="6648"/>
                </a:lnTo>
                <a:lnTo>
                  <a:pt x="6312" y="6649"/>
                </a:lnTo>
                <a:lnTo>
                  <a:pt x="6312" y="6650"/>
                </a:lnTo>
                <a:lnTo>
                  <a:pt x="6312" y="6651"/>
                </a:lnTo>
                <a:lnTo>
                  <a:pt x="6313" y="6651"/>
                </a:lnTo>
                <a:lnTo>
                  <a:pt x="6313" y="6652"/>
                </a:lnTo>
                <a:lnTo>
                  <a:pt x="6312" y="6654"/>
                </a:lnTo>
                <a:lnTo>
                  <a:pt x="6310" y="6654"/>
                </a:lnTo>
                <a:lnTo>
                  <a:pt x="6309" y="6653"/>
                </a:lnTo>
                <a:lnTo>
                  <a:pt x="6308" y="6653"/>
                </a:lnTo>
                <a:lnTo>
                  <a:pt x="6307" y="6654"/>
                </a:lnTo>
                <a:lnTo>
                  <a:pt x="6306" y="6655"/>
                </a:lnTo>
                <a:lnTo>
                  <a:pt x="6305" y="6653"/>
                </a:lnTo>
                <a:lnTo>
                  <a:pt x="6305" y="6654"/>
                </a:lnTo>
                <a:lnTo>
                  <a:pt x="6304" y="6655"/>
                </a:lnTo>
                <a:lnTo>
                  <a:pt x="6303" y="6656"/>
                </a:lnTo>
                <a:lnTo>
                  <a:pt x="6303" y="6657"/>
                </a:lnTo>
                <a:lnTo>
                  <a:pt x="6302" y="6659"/>
                </a:lnTo>
                <a:lnTo>
                  <a:pt x="6302" y="6660"/>
                </a:lnTo>
                <a:lnTo>
                  <a:pt x="6301" y="6662"/>
                </a:lnTo>
                <a:lnTo>
                  <a:pt x="6300" y="6662"/>
                </a:lnTo>
                <a:lnTo>
                  <a:pt x="6299" y="6662"/>
                </a:lnTo>
                <a:lnTo>
                  <a:pt x="6299" y="6663"/>
                </a:lnTo>
                <a:lnTo>
                  <a:pt x="6298" y="6663"/>
                </a:lnTo>
                <a:lnTo>
                  <a:pt x="6297" y="6665"/>
                </a:lnTo>
                <a:lnTo>
                  <a:pt x="6296" y="6665"/>
                </a:lnTo>
                <a:lnTo>
                  <a:pt x="6296" y="6667"/>
                </a:lnTo>
                <a:lnTo>
                  <a:pt x="6295" y="6668"/>
                </a:lnTo>
                <a:lnTo>
                  <a:pt x="6294" y="6669"/>
                </a:lnTo>
                <a:lnTo>
                  <a:pt x="6294" y="6670"/>
                </a:lnTo>
                <a:lnTo>
                  <a:pt x="6294" y="6671"/>
                </a:lnTo>
                <a:lnTo>
                  <a:pt x="6294" y="6673"/>
                </a:lnTo>
                <a:lnTo>
                  <a:pt x="6294" y="6676"/>
                </a:lnTo>
                <a:lnTo>
                  <a:pt x="6293" y="6676"/>
                </a:lnTo>
                <a:lnTo>
                  <a:pt x="6292" y="6675"/>
                </a:lnTo>
                <a:lnTo>
                  <a:pt x="6291" y="6675"/>
                </a:lnTo>
                <a:lnTo>
                  <a:pt x="6290" y="6675"/>
                </a:lnTo>
                <a:lnTo>
                  <a:pt x="6289" y="6676"/>
                </a:lnTo>
                <a:lnTo>
                  <a:pt x="6290" y="6677"/>
                </a:lnTo>
                <a:lnTo>
                  <a:pt x="6291" y="6677"/>
                </a:lnTo>
                <a:lnTo>
                  <a:pt x="6291" y="6678"/>
                </a:lnTo>
                <a:lnTo>
                  <a:pt x="6290" y="6679"/>
                </a:lnTo>
                <a:lnTo>
                  <a:pt x="6289" y="6679"/>
                </a:lnTo>
                <a:lnTo>
                  <a:pt x="6289" y="6678"/>
                </a:lnTo>
                <a:lnTo>
                  <a:pt x="6288" y="6679"/>
                </a:lnTo>
                <a:lnTo>
                  <a:pt x="6288" y="6680"/>
                </a:lnTo>
                <a:lnTo>
                  <a:pt x="6287" y="6680"/>
                </a:lnTo>
                <a:lnTo>
                  <a:pt x="6286" y="6680"/>
                </a:lnTo>
                <a:lnTo>
                  <a:pt x="6285" y="6681"/>
                </a:lnTo>
                <a:lnTo>
                  <a:pt x="6284" y="6682"/>
                </a:lnTo>
                <a:lnTo>
                  <a:pt x="6281" y="6682"/>
                </a:lnTo>
                <a:lnTo>
                  <a:pt x="6280" y="6682"/>
                </a:lnTo>
                <a:lnTo>
                  <a:pt x="6280" y="6683"/>
                </a:lnTo>
                <a:lnTo>
                  <a:pt x="6279" y="6683"/>
                </a:lnTo>
                <a:lnTo>
                  <a:pt x="6277" y="6682"/>
                </a:lnTo>
                <a:lnTo>
                  <a:pt x="6276" y="6682"/>
                </a:lnTo>
                <a:lnTo>
                  <a:pt x="6275" y="6681"/>
                </a:lnTo>
                <a:lnTo>
                  <a:pt x="6274" y="6680"/>
                </a:lnTo>
                <a:lnTo>
                  <a:pt x="6275" y="6679"/>
                </a:lnTo>
                <a:lnTo>
                  <a:pt x="6274" y="6679"/>
                </a:lnTo>
                <a:lnTo>
                  <a:pt x="6273" y="6679"/>
                </a:lnTo>
                <a:lnTo>
                  <a:pt x="6272" y="6680"/>
                </a:lnTo>
                <a:lnTo>
                  <a:pt x="6269" y="6679"/>
                </a:lnTo>
                <a:lnTo>
                  <a:pt x="6268" y="6679"/>
                </a:lnTo>
                <a:lnTo>
                  <a:pt x="6267" y="6678"/>
                </a:lnTo>
                <a:lnTo>
                  <a:pt x="6266" y="6677"/>
                </a:lnTo>
                <a:lnTo>
                  <a:pt x="6265" y="6677"/>
                </a:lnTo>
                <a:lnTo>
                  <a:pt x="6264" y="6677"/>
                </a:lnTo>
                <a:lnTo>
                  <a:pt x="6263" y="6676"/>
                </a:lnTo>
                <a:lnTo>
                  <a:pt x="6262" y="6675"/>
                </a:lnTo>
                <a:lnTo>
                  <a:pt x="6261" y="6675"/>
                </a:lnTo>
                <a:lnTo>
                  <a:pt x="6260" y="6675"/>
                </a:lnTo>
                <a:lnTo>
                  <a:pt x="6260" y="6674"/>
                </a:lnTo>
                <a:lnTo>
                  <a:pt x="6259" y="6674"/>
                </a:lnTo>
                <a:lnTo>
                  <a:pt x="6258" y="6674"/>
                </a:lnTo>
                <a:lnTo>
                  <a:pt x="6257" y="6674"/>
                </a:lnTo>
                <a:lnTo>
                  <a:pt x="6256" y="6674"/>
                </a:lnTo>
                <a:lnTo>
                  <a:pt x="6255" y="6674"/>
                </a:lnTo>
                <a:lnTo>
                  <a:pt x="6254" y="6674"/>
                </a:lnTo>
                <a:lnTo>
                  <a:pt x="6253" y="6673"/>
                </a:lnTo>
                <a:lnTo>
                  <a:pt x="6252" y="6672"/>
                </a:lnTo>
                <a:lnTo>
                  <a:pt x="6252" y="6671"/>
                </a:lnTo>
                <a:lnTo>
                  <a:pt x="6251" y="6671"/>
                </a:lnTo>
                <a:lnTo>
                  <a:pt x="6251" y="6669"/>
                </a:lnTo>
                <a:lnTo>
                  <a:pt x="6250" y="6668"/>
                </a:lnTo>
                <a:lnTo>
                  <a:pt x="6250" y="6667"/>
                </a:lnTo>
                <a:lnTo>
                  <a:pt x="6250" y="6666"/>
                </a:lnTo>
                <a:lnTo>
                  <a:pt x="6250" y="6665"/>
                </a:lnTo>
                <a:lnTo>
                  <a:pt x="6250" y="6664"/>
                </a:lnTo>
                <a:lnTo>
                  <a:pt x="6249" y="6663"/>
                </a:lnTo>
                <a:lnTo>
                  <a:pt x="6250" y="6663"/>
                </a:lnTo>
                <a:lnTo>
                  <a:pt x="6250" y="6662"/>
                </a:lnTo>
                <a:lnTo>
                  <a:pt x="6249" y="6659"/>
                </a:lnTo>
                <a:lnTo>
                  <a:pt x="6249" y="6658"/>
                </a:lnTo>
                <a:lnTo>
                  <a:pt x="6249" y="6656"/>
                </a:lnTo>
                <a:lnTo>
                  <a:pt x="6249" y="6654"/>
                </a:lnTo>
                <a:lnTo>
                  <a:pt x="6249" y="6653"/>
                </a:lnTo>
                <a:lnTo>
                  <a:pt x="6250" y="6653"/>
                </a:lnTo>
                <a:lnTo>
                  <a:pt x="6250" y="6652"/>
                </a:lnTo>
                <a:lnTo>
                  <a:pt x="6251" y="6651"/>
                </a:lnTo>
                <a:lnTo>
                  <a:pt x="6252" y="6650"/>
                </a:lnTo>
                <a:lnTo>
                  <a:pt x="6253" y="6650"/>
                </a:lnTo>
                <a:lnTo>
                  <a:pt x="6254" y="6650"/>
                </a:lnTo>
                <a:lnTo>
                  <a:pt x="6254" y="6649"/>
                </a:lnTo>
                <a:lnTo>
                  <a:pt x="6255" y="6649"/>
                </a:lnTo>
                <a:lnTo>
                  <a:pt x="6256" y="6649"/>
                </a:lnTo>
                <a:lnTo>
                  <a:pt x="6257" y="6649"/>
                </a:lnTo>
                <a:lnTo>
                  <a:pt x="6259" y="6648"/>
                </a:lnTo>
                <a:lnTo>
                  <a:pt x="6260" y="6648"/>
                </a:lnTo>
                <a:lnTo>
                  <a:pt x="6260" y="6647"/>
                </a:lnTo>
                <a:lnTo>
                  <a:pt x="6262" y="6647"/>
                </a:lnTo>
                <a:lnTo>
                  <a:pt x="6263" y="6647"/>
                </a:lnTo>
                <a:lnTo>
                  <a:pt x="6264" y="6647"/>
                </a:lnTo>
                <a:lnTo>
                  <a:pt x="6265" y="6647"/>
                </a:lnTo>
                <a:lnTo>
                  <a:pt x="6265" y="6646"/>
                </a:lnTo>
                <a:lnTo>
                  <a:pt x="6265" y="6645"/>
                </a:lnTo>
                <a:lnTo>
                  <a:pt x="6265" y="6644"/>
                </a:lnTo>
                <a:lnTo>
                  <a:pt x="6265" y="6645"/>
                </a:lnTo>
                <a:lnTo>
                  <a:pt x="6265" y="6646"/>
                </a:lnTo>
                <a:lnTo>
                  <a:pt x="6264" y="6646"/>
                </a:lnTo>
                <a:lnTo>
                  <a:pt x="6262" y="6646"/>
                </a:lnTo>
                <a:lnTo>
                  <a:pt x="6261" y="6645"/>
                </a:lnTo>
                <a:lnTo>
                  <a:pt x="6260" y="6645"/>
                </a:lnTo>
                <a:lnTo>
                  <a:pt x="6259" y="6645"/>
                </a:lnTo>
                <a:lnTo>
                  <a:pt x="6257" y="6645"/>
                </a:lnTo>
                <a:lnTo>
                  <a:pt x="6256" y="6645"/>
                </a:lnTo>
                <a:lnTo>
                  <a:pt x="6255" y="6646"/>
                </a:lnTo>
                <a:lnTo>
                  <a:pt x="6256" y="6647"/>
                </a:lnTo>
                <a:lnTo>
                  <a:pt x="6255" y="6647"/>
                </a:lnTo>
                <a:lnTo>
                  <a:pt x="6254" y="6649"/>
                </a:lnTo>
                <a:lnTo>
                  <a:pt x="6253" y="6649"/>
                </a:lnTo>
                <a:lnTo>
                  <a:pt x="6252" y="6650"/>
                </a:lnTo>
                <a:lnTo>
                  <a:pt x="6251" y="6650"/>
                </a:lnTo>
                <a:lnTo>
                  <a:pt x="6250" y="6651"/>
                </a:lnTo>
                <a:lnTo>
                  <a:pt x="6249" y="6652"/>
                </a:lnTo>
                <a:lnTo>
                  <a:pt x="6248" y="6652"/>
                </a:lnTo>
                <a:lnTo>
                  <a:pt x="6248" y="6654"/>
                </a:lnTo>
                <a:lnTo>
                  <a:pt x="6248" y="6655"/>
                </a:lnTo>
                <a:lnTo>
                  <a:pt x="6248" y="6654"/>
                </a:lnTo>
                <a:lnTo>
                  <a:pt x="6247" y="6654"/>
                </a:lnTo>
                <a:lnTo>
                  <a:pt x="6247" y="6655"/>
                </a:lnTo>
                <a:lnTo>
                  <a:pt x="6247" y="6654"/>
                </a:lnTo>
                <a:lnTo>
                  <a:pt x="6246" y="6653"/>
                </a:lnTo>
                <a:lnTo>
                  <a:pt x="6246" y="6652"/>
                </a:lnTo>
                <a:lnTo>
                  <a:pt x="6246" y="6651"/>
                </a:lnTo>
                <a:lnTo>
                  <a:pt x="6245" y="6651"/>
                </a:lnTo>
                <a:lnTo>
                  <a:pt x="6245" y="6650"/>
                </a:lnTo>
                <a:lnTo>
                  <a:pt x="6245" y="6649"/>
                </a:lnTo>
                <a:lnTo>
                  <a:pt x="6244" y="6648"/>
                </a:lnTo>
                <a:lnTo>
                  <a:pt x="6243" y="6647"/>
                </a:lnTo>
                <a:lnTo>
                  <a:pt x="6243" y="6646"/>
                </a:lnTo>
                <a:lnTo>
                  <a:pt x="6243" y="6645"/>
                </a:lnTo>
                <a:lnTo>
                  <a:pt x="6241" y="6644"/>
                </a:lnTo>
                <a:lnTo>
                  <a:pt x="6241" y="6643"/>
                </a:lnTo>
                <a:lnTo>
                  <a:pt x="6241" y="6642"/>
                </a:lnTo>
                <a:lnTo>
                  <a:pt x="6241" y="6641"/>
                </a:lnTo>
                <a:lnTo>
                  <a:pt x="6241" y="6640"/>
                </a:lnTo>
                <a:lnTo>
                  <a:pt x="6240" y="6639"/>
                </a:lnTo>
                <a:lnTo>
                  <a:pt x="6239" y="6639"/>
                </a:lnTo>
                <a:lnTo>
                  <a:pt x="6239" y="6638"/>
                </a:lnTo>
                <a:lnTo>
                  <a:pt x="6239" y="6637"/>
                </a:lnTo>
                <a:lnTo>
                  <a:pt x="6239" y="6636"/>
                </a:lnTo>
                <a:lnTo>
                  <a:pt x="6240" y="6636"/>
                </a:lnTo>
                <a:lnTo>
                  <a:pt x="6240" y="6635"/>
                </a:lnTo>
                <a:lnTo>
                  <a:pt x="6241" y="6634"/>
                </a:lnTo>
                <a:lnTo>
                  <a:pt x="6241" y="6633"/>
                </a:lnTo>
                <a:lnTo>
                  <a:pt x="6240" y="6633"/>
                </a:lnTo>
                <a:lnTo>
                  <a:pt x="6240" y="6632"/>
                </a:lnTo>
                <a:lnTo>
                  <a:pt x="6241" y="6632"/>
                </a:lnTo>
                <a:lnTo>
                  <a:pt x="6243" y="6631"/>
                </a:lnTo>
                <a:lnTo>
                  <a:pt x="6243" y="6630"/>
                </a:lnTo>
                <a:lnTo>
                  <a:pt x="6243" y="6629"/>
                </a:lnTo>
                <a:lnTo>
                  <a:pt x="6243" y="6628"/>
                </a:lnTo>
                <a:lnTo>
                  <a:pt x="6243" y="6626"/>
                </a:lnTo>
                <a:lnTo>
                  <a:pt x="6243" y="6625"/>
                </a:lnTo>
                <a:lnTo>
                  <a:pt x="6242" y="6625"/>
                </a:lnTo>
                <a:lnTo>
                  <a:pt x="6242" y="6624"/>
                </a:lnTo>
                <a:lnTo>
                  <a:pt x="6243" y="6624"/>
                </a:lnTo>
                <a:lnTo>
                  <a:pt x="6243" y="6623"/>
                </a:lnTo>
                <a:lnTo>
                  <a:pt x="6242" y="6624"/>
                </a:lnTo>
                <a:lnTo>
                  <a:pt x="6242" y="6625"/>
                </a:lnTo>
                <a:lnTo>
                  <a:pt x="6243" y="6625"/>
                </a:lnTo>
                <a:lnTo>
                  <a:pt x="6242" y="6626"/>
                </a:lnTo>
                <a:lnTo>
                  <a:pt x="6242" y="6627"/>
                </a:lnTo>
                <a:lnTo>
                  <a:pt x="6243" y="6627"/>
                </a:lnTo>
                <a:lnTo>
                  <a:pt x="6243" y="6628"/>
                </a:lnTo>
                <a:lnTo>
                  <a:pt x="6242" y="6628"/>
                </a:lnTo>
                <a:lnTo>
                  <a:pt x="6242" y="6629"/>
                </a:lnTo>
                <a:lnTo>
                  <a:pt x="6241" y="6629"/>
                </a:lnTo>
                <a:lnTo>
                  <a:pt x="6241" y="6630"/>
                </a:lnTo>
                <a:lnTo>
                  <a:pt x="6240" y="6630"/>
                </a:lnTo>
                <a:lnTo>
                  <a:pt x="6239" y="6631"/>
                </a:lnTo>
                <a:lnTo>
                  <a:pt x="6239" y="6632"/>
                </a:lnTo>
                <a:lnTo>
                  <a:pt x="6239" y="6633"/>
                </a:lnTo>
                <a:lnTo>
                  <a:pt x="6239" y="6634"/>
                </a:lnTo>
                <a:lnTo>
                  <a:pt x="6238" y="6634"/>
                </a:lnTo>
                <a:lnTo>
                  <a:pt x="6238" y="6635"/>
                </a:lnTo>
                <a:lnTo>
                  <a:pt x="6237" y="6635"/>
                </a:lnTo>
                <a:lnTo>
                  <a:pt x="6237" y="6636"/>
                </a:lnTo>
                <a:lnTo>
                  <a:pt x="6238" y="6636"/>
                </a:lnTo>
                <a:lnTo>
                  <a:pt x="6238" y="6637"/>
                </a:lnTo>
                <a:lnTo>
                  <a:pt x="6238" y="6639"/>
                </a:lnTo>
                <a:lnTo>
                  <a:pt x="6238" y="6640"/>
                </a:lnTo>
                <a:lnTo>
                  <a:pt x="6239" y="6640"/>
                </a:lnTo>
                <a:lnTo>
                  <a:pt x="6240" y="6641"/>
                </a:lnTo>
                <a:lnTo>
                  <a:pt x="6240" y="6642"/>
                </a:lnTo>
                <a:lnTo>
                  <a:pt x="6240" y="6644"/>
                </a:lnTo>
                <a:lnTo>
                  <a:pt x="6241" y="6644"/>
                </a:lnTo>
                <a:lnTo>
                  <a:pt x="6241" y="6645"/>
                </a:lnTo>
                <a:lnTo>
                  <a:pt x="6241" y="6646"/>
                </a:lnTo>
                <a:lnTo>
                  <a:pt x="6242" y="6647"/>
                </a:lnTo>
                <a:lnTo>
                  <a:pt x="6242" y="6648"/>
                </a:lnTo>
                <a:lnTo>
                  <a:pt x="6242" y="6649"/>
                </a:lnTo>
                <a:lnTo>
                  <a:pt x="6242" y="6650"/>
                </a:lnTo>
                <a:lnTo>
                  <a:pt x="6243" y="6651"/>
                </a:lnTo>
                <a:lnTo>
                  <a:pt x="6244" y="6652"/>
                </a:lnTo>
                <a:lnTo>
                  <a:pt x="6244" y="6653"/>
                </a:lnTo>
                <a:lnTo>
                  <a:pt x="6245" y="6654"/>
                </a:lnTo>
                <a:lnTo>
                  <a:pt x="6245" y="6655"/>
                </a:lnTo>
                <a:lnTo>
                  <a:pt x="6244" y="6655"/>
                </a:lnTo>
                <a:lnTo>
                  <a:pt x="6245" y="6655"/>
                </a:lnTo>
                <a:lnTo>
                  <a:pt x="6245" y="6656"/>
                </a:lnTo>
                <a:lnTo>
                  <a:pt x="6245" y="6657"/>
                </a:lnTo>
                <a:lnTo>
                  <a:pt x="6246" y="6657"/>
                </a:lnTo>
                <a:lnTo>
                  <a:pt x="6246" y="6658"/>
                </a:lnTo>
                <a:lnTo>
                  <a:pt x="6246" y="6659"/>
                </a:lnTo>
                <a:lnTo>
                  <a:pt x="6246" y="6660"/>
                </a:lnTo>
                <a:lnTo>
                  <a:pt x="6247" y="6661"/>
                </a:lnTo>
                <a:lnTo>
                  <a:pt x="6247" y="6663"/>
                </a:lnTo>
                <a:lnTo>
                  <a:pt x="6247" y="6664"/>
                </a:lnTo>
                <a:lnTo>
                  <a:pt x="6247" y="6665"/>
                </a:lnTo>
                <a:lnTo>
                  <a:pt x="6247" y="6666"/>
                </a:lnTo>
                <a:lnTo>
                  <a:pt x="6247" y="6667"/>
                </a:lnTo>
                <a:lnTo>
                  <a:pt x="6247" y="6668"/>
                </a:lnTo>
                <a:lnTo>
                  <a:pt x="6248" y="6669"/>
                </a:lnTo>
                <a:lnTo>
                  <a:pt x="6248" y="6670"/>
                </a:lnTo>
                <a:lnTo>
                  <a:pt x="6249" y="6670"/>
                </a:lnTo>
                <a:lnTo>
                  <a:pt x="6249" y="6672"/>
                </a:lnTo>
                <a:lnTo>
                  <a:pt x="6249" y="6673"/>
                </a:lnTo>
                <a:lnTo>
                  <a:pt x="6249" y="6676"/>
                </a:lnTo>
                <a:lnTo>
                  <a:pt x="6249" y="6677"/>
                </a:lnTo>
                <a:lnTo>
                  <a:pt x="6250" y="6677"/>
                </a:lnTo>
                <a:lnTo>
                  <a:pt x="6250" y="6678"/>
                </a:lnTo>
                <a:lnTo>
                  <a:pt x="6249" y="6679"/>
                </a:lnTo>
                <a:lnTo>
                  <a:pt x="6249" y="6680"/>
                </a:lnTo>
                <a:lnTo>
                  <a:pt x="6250" y="6680"/>
                </a:lnTo>
                <a:lnTo>
                  <a:pt x="6250" y="6681"/>
                </a:lnTo>
                <a:lnTo>
                  <a:pt x="6251" y="6681"/>
                </a:lnTo>
                <a:lnTo>
                  <a:pt x="6250" y="6681"/>
                </a:lnTo>
                <a:lnTo>
                  <a:pt x="6250" y="6682"/>
                </a:lnTo>
                <a:lnTo>
                  <a:pt x="6249" y="6683"/>
                </a:lnTo>
                <a:lnTo>
                  <a:pt x="6249" y="6684"/>
                </a:lnTo>
                <a:lnTo>
                  <a:pt x="6249" y="6685"/>
                </a:lnTo>
                <a:lnTo>
                  <a:pt x="6249" y="6687"/>
                </a:lnTo>
                <a:lnTo>
                  <a:pt x="6249" y="6688"/>
                </a:lnTo>
                <a:lnTo>
                  <a:pt x="6249" y="6689"/>
                </a:lnTo>
                <a:lnTo>
                  <a:pt x="6248" y="6689"/>
                </a:lnTo>
                <a:lnTo>
                  <a:pt x="6247" y="6690"/>
                </a:lnTo>
                <a:lnTo>
                  <a:pt x="6246" y="6690"/>
                </a:lnTo>
                <a:lnTo>
                  <a:pt x="6244" y="6691"/>
                </a:lnTo>
                <a:lnTo>
                  <a:pt x="6243" y="6691"/>
                </a:lnTo>
                <a:lnTo>
                  <a:pt x="6241" y="6691"/>
                </a:lnTo>
                <a:lnTo>
                  <a:pt x="6240" y="6692"/>
                </a:lnTo>
                <a:lnTo>
                  <a:pt x="6239" y="6692"/>
                </a:lnTo>
                <a:lnTo>
                  <a:pt x="6239" y="6693"/>
                </a:lnTo>
                <a:lnTo>
                  <a:pt x="6238" y="6693"/>
                </a:lnTo>
                <a:lnTo>
                  <a:pt x="6238" y="6694"/>
                </a:lnTo>
                <a:lnTo>
                  <a:pt x="6239" y="6694"/>
                </a:lnTo>
                <a:lnTo>
                  <a:pt x="6238" y="6695"/>
                </a:lnTo>
                <a:lnTo>
                  <a:pt x="6237" y="6694"/>
                </a:lnTo>
                <a:lnTo>
                  <a:pt x="6236" y="6694"/>
                </a:lnTo>
                <a:lnTo>
                  <a:pt x="6235" y="6694"/>
                </a:lnTo>
                <a:lnTo>
                  <a:pt x="6234" y="6694"/>
                </a:lnTo>
                <a:lnTo>
                  <a:pt x="6234" y="6695"/>
                </a:lnTo>
                <a:lnTo>
                  <a:pt x="6233" y="6695"/>
                </a:lnTo>
                <a:lnTo>
                  <a:pt x="6232" y="6695"/>
                </a:lnTo>
                <a:lnTo>
                  <a:pt x="6232" y="6696"/>
                </a:lnTo>
                <a:lnTo>
                  <a:pt x="6232" y="6697"/>
                </a:lnTo>
                <a:lnTo>
                  <a:pt x="6231" y="6697"/>
                </a:lnTo>
                <a:lnTo>
                  <a:pt x="6230" y="6696"/>
                </a:lnTo>
                <a:lnTo>
                  <a:pt x="6229" y="6697"/>
                </a:lnTo>
                <a:lnTo>
                  <a:pt x="6228" y="6697"/>
                </a:lnTo>
                <a:lnTo>
                  <a:pt x="6227" y="6697"/>
                </a:lnTo>
                <a:lnTo>
                  <a:pt x="6226" y="6697"/>
                </a:lnTo>
                <a:lnTo>
                  <a:pt x="6223" y="6698"/>
                </a:lnTo>
                <a:lnTo>
                  <a:pt x="6222" y="6698"/>
                </a:lnTo>
                <a:lnTo>
                  <a:pt x="6221" y="6698"/>
                </a:lnTo>
                <a:lnTo>
                  <a:pt x="6220" y="6698"/>
                </a:lnTo>
                <a:lnTo>
                  <a:pt x="6219" y="6697"/>
                </a:lnTo>
                <a:lnTo>
                  <a:pt x="6218" y="6697"/>
                </a:lnTo>
                <a:lnTo>
                  <a:pt x="6217" y="6697"/>
                </a:lnTo>
                <a:lnTo>
                  <a:pt x="6218" y="6697"/>
                </a:lnTo>
                <a:lnTo>
                  <a:pt x="6218" y="6696"/>
                </a:lnTo>
                <a:lnTo>
                  <a:pt x="6219" y="6696"/>
                </a:lnTo>
                <a:lnTo>
                  <a:pt x="6218" y="6696"/>
                </a:lnTo>
                <a:lnTo>
                  <a:pt x="6218" y="6695"/>
                </a:lnTo>
                <a:lnTo>
                  <a:pt x="6218" y="6694"/>
                </a:lnTo>
                <a:lnTo>
                  <a:pt x="6218" y="6693"/>
                </a:lnTo>
                <a:lnTo>
                  <a:pt x="6217" y="6693"/>
                </a:lnTo>
                <a:lnTo>
                  <a:pt x="6217" y="6692"/>
                </a:lnTo>
                <a:lnTo>
                  <a:pt x="6216" y="6691"/>
                </a:lnTo>
                <a:lnTo>
                  <a:pt x="6215" y="6691"/>
                </a:lnTo>
                <a:lnTo>
                  <a:pt x="6214" y="6691"/>
                </a:lnTo>
                <a:lnTo>
                  <a:pt x="6214" y="6692"/>
                </a:lnTo>
                <a:lnTo>
                  <a:pt x="6212" y="6693"/>
                </a:lnTo>
                <a:lnTo>
                  <a:pt x="6212" y="6692"/>
                </a:lnTo>
                <a:lnTo>
                  <a:pt x="6212" y="6691"/>
                </a:lnTo>
                <a:lnTo>
                  <a:pt x="6211" y="6690"/>
                </a:lnTo>
                <a:lnTo>
                  <a:pt x="6210" y="6690"/>
                </a:lnTo>
                <a:lnTo>
                  <a:pt x="6209" y="6690"/>
                </a:lnTo>
                <a:lnTo>
                  <a:pt x="6208" y="6689"/>
                </a:lnTo>
                <a:lnTo>
                  <a:pt x="6208" y="6688"/>
                </a:lnTo>
                <a:lnTo>
                  <a:pt x="6208" y="6687"/>
                </a:lnTo>
                <a:lnTo>
                  <a:pt x="6209" y="6686"/>
                </a:lnTo>
                <a:lnTo>
                  <a:pt x="6209" y="6685"/>
                </a:lnTo>
                <a:lnTo>
                  <a:pt x="6208" y="6684"/>
                </a:lnTo>
                <a:lnTo>
                  <a:pt x="6208" y="6683"/>
                </a:lnTo>
                <a:lnTo>
                  <a:pt x="6209" y="6682"/>
                </a:lnTo>
                <a:lnTo>
                  <a:pt x="6209" y="6681"/>
                </a:lnTo>
                <a:lnTo>
                  <a:pt x="6208" y="6681"/>
                </a:lnTo>
                <a:lnTo>
                  <a:pt x="6207" y="6680"/>
                </a:lnTo>
                <a:lnTo>
                  <a:pt x="6206" y="6679"/>
                </a:lnTo>
                <a:lnTo>
                  <a:pt x="6205" y="6679"/>
                </a:lnTo>
                <a:lnTo>
                  <a:pt x="6204" y="6678"/>
                </a:lnTo>
                <a:lnTo>
                  <a:pt x="6202" y="6678"/>
                </a:lnTo>
                <a:lnTo>
                  <a:pt x="6200" y="6679"/>
                </a:lnTo>
                <a:lnTo>
                  <a:pt x="6198" y="6679"/>
                </a:lnTo>
                <a:lnTo>
                  <a:pt x="6196" y="6679"/>
                </a:lnTo>
                <a:lnTo>
                  <a:pt x="6193" y="6680"/>
                </a:lnTo>
                <a:lnTo>
                  <a:pt x="6191" y="6681"/>
                </a:lnTo>
                <a:lnTo>
                  <a:pt x="6189" y="6682"/>
                </a:lnTo>
                <a:lnTo>
                  <a:pt x="6189" y="6683"/>
                </a:lnTo>
                <a:lnTo>
                  <a:pt x="6188" y="6683"/>
                </a:lnTo>
                <a:lnTo>
                  <a:pt x="6186" y="6684"/>
                </a:lnTo>
                <a:lnTo>
                  <a:pt x="6185" y="6684"/>
                </a:lnTo>
                <a:lnTo>
                  <a:pt x="6184" y="6684"/>
                </a:lnTo>
                <a:lnTo>
                  <a:pt x="6183" y="6684"/>
                </a:lnTo>
                <a:lnTo>
                  <a:pt x="6179" y="6684"/>
                </a:lnTo>
                <a:lnTo>
                  <a:pt x="6178" y="6684"/>
                </a:lnTo>
                <a:lnTo>
                  <a:pt x="6177" y="6684"/>
                </a:lnTo>
                <a:lnTo>
                  <a:pt x="6177" y="6683"/>
                </a:lnTo>
                <a:lnTo>
                  <a:pt x="6176" y="6683"/>
                </a:lnTo>
                <a:lnTo>
                  <a:pt x="6175" y="6683"/>
                </a:lnTo>
                <a:lnTo>
                  <a:pt x="6174" y="6684"/>
                </a:lnTo>
                <a:lnTo>
                  <a:pt x="6175" y="6684"/>
                </a:lnTo>
                <a:lnTo>
                  <a:pt x="6177" y="6685"/>
                </a:lnTo>
                <a:lnTo>
                  <a:pt x="6178" y="6685"/>
                </a:lnTo>
                <a:lnTo>
                  <a:pt x="6179" y="6686"/>
                </a:lnTo>
                <a:lnTo>
                  <a:pt x="6180" y="6686"/>
                </a:lnTo>
                <a:lnTo>
                  <a:pt x="6181" y="6686"/>
                </a:lnTo>
                <a:lnTo>
                  <a:pt x="6179" y="6687"/>
                </a:lnTo>
                <a:lnTo>
                  <a:pt x="6178" y="6687"/>
                </a:lnTo>
                <a:lnTo>
                  <a:pt x="6177" y="6688"/>
                </a:lnTo>
                <a:lnTo>
                  <a:pt x="6176" y="6688"/>
                </a:lnTo>
                <a:lnTo>
                  <a:pt x="6175" y="6689"/>
                </a:lnTo>
                <a:lnTo>
                  <a:pt x="6174" y="6689"/>
                </a:lnTo>
                <a:lnTo>
                  <a:pt x="6173" y="6689"/>
                </a:lnTo>
                <a:lnTo>
                  <a:pt x="6172" y="6690"/>
                </a:lnTo>
                <a:lnTo>
                  <a:pt x="6171" y="6691"/>
                </a:lnTo>
                <a:lnTo>
                  <a:pt x="6170" y="6691"/>
                </a:lnTo>
                <a:lnTo>
                  <a:pt x="6169" y="6692"/>
                </a:lnTo>
                <a:lnTo>
                  <a:pt x="6168" y="6693"/>
                </a:lnTo>
                <a:lnTo>
                  <a:pt x="6167" y="6694"/>
                </a:lnTo>
                <a:lnTo>
                  <a:pt x="6165" y="6695"/>
                </a:lnTo>
                <a:lnTo>
                  <a:pt x="6164" y="6697"/>
                </a:lnTo>
                <a:lnTo>
                  <a:pt x="6163" y="6697"/>
                </a:lnTo>
                <a:lnTo>
                  <a:pt x="6163" y="6696"/>
                </a:lnTo>
                <a:lnTo>
                  <a:pt x="6164" y="6695"/>
                </a:lnTo>
                <a:lnTo>
                  <a:pt x="6164" y="6694"/>
                </a:lnTo>
                <a:lnTo>
                  <a:pt x="6165" y="6694"/>
                </a:lnTo>
                <a:lnTo>
                  <a:pt x="6166" y="6694"/>
                </a:lnTo>
                <a:lnTo>
                  <a:pt x="6166" y="6693"/>
                </a:lnTo>
                <a:lnTo>
                  <a:pt x="6165" y="6693"/>
                </a:lnTo>
                <a:lnTo>
                  <a:pt x="6164" y="6694"/>
                </a:lnTo>
                <a:lnTo>
                  <a:pt x="6163" y="6694"/>
                </a:lnTo>
                <a:lnTo>
                  <a:pt x="6163" y="6695"/>
                </a:lnTo>
                <a:lnTo>
                  <a:pt x="6162" y="6696"/>
                </a:lnTo>
                <a:lnTo>
                  <a:pt x="6162" y="6697"/>
                </a:lnTo>
                <a:lnTo>
                  <a:pt x="6161" y="6697"/>
                </a:lnTo>
                <a:lnTo>
                  <a:pt x="6161" y="6698"/>
                </a:lnTo>
                <a:lnTo>
                  <a:pt x="6160" y="6699"/>
                </a:lnTo>
                <a:lnTo>
                  <a:pt x="6160" y="6698"/>
                </a:lnTo>
                <a:lnTo>
                  <a:pt x="6161" y="6698"/>
                </a:lnTo>
                <a:lnTo>
                  <a:pt x="6160" y="6698"/>
                </a:lnTo>
                <a:lnTo>
                  <a:pt x="6159" y="6698"/>
                </a:lnTo>
                <a:lnTo>
                  <a:pt x="6158" y="6699"/>
                </a:lnTo>
                <a:lnTo>
                  <a:pt x="6158" y="6700"/>
                </a:lnTo>
                <a:lnTo>
                  <a:pt x="6157" y="6701"/>
                </a:lnTo>
                <a:lnTo>
                  <a:pt x="6157" y="6702"/>
                </a:lnTo>
                <a:lnTo>
                  <a:pt x="6156" y="6702"/>
                </a:lnTo>
                <a:lnTo>
                  <a:pt x="6155" y="6702"/>
                </a:lnTo>
                <a:lnTo>
                  <a:pt x="6154" y="6703"/>
                </a:lnTo>
                <a:lnTo>
                  <a:pt x="6153" y="6703"/>
                </a:lnTo>
                <a:lnTo>
                  <a:pt x="6153" y="6704"/>
                </a:lnTo>
                <a:lnTo>
                  <a:pt x="6152" y="6704"/>
                </a:lnTo>
                <a:lnTo>
                  <a:pt x="6152" y="6705"/>
                </a:lnTo>
                <a:lnTo>
                  <a:pt x="6151" y="6705"/>
                </a:lnTo>
                <a:lnTo>
                  <a:pt x="6150" y="6706"/>
                </a:lnTo>
                <a:lnTo>
                  <a:pt x="6149" y="6706"/>
                </a:lnTo>
                <a:lnTo>
                  <a:pt x="6148" y="6707"/>
                </a:lnTo>
                <a:lnTo>
                  <a:pt x="6147" y="6707"/>
                </a:lnTo>
                <a:lnTo>
                  <a:pt x="6146" y="6707"/>
                </a:lnTo>
                <a:lnTo>
                  <a:pt x="6145" y="6708"/>
                </a:lnTo>
                <a:lnTo>
                  <a:pt x="6144" y="6708"/>
                </a:lnTo>
                <a:lnTo>
                  <a:pt x="6142" y="6707"/>
                </a:lnTo>
                <a:lnTo>
                  <a:pt x="6141" y="6707"/>
                </a:lnTo>
                <a:lnTo>
                  <a:pt x="6140" y="6707"/>
                </a:lnTo>
                <a:lnTo>
                  <a:pt x="6140" y="6706"/>
                </a:lnTo>
                <a:lnTo>
                  <a:pt x="6139" y="6705"/>
                </a:lnTo>
                <a:lnTo>
                  <a:pt x="6139" y="6704"/>
                </a:lnTo>
                <a:lnTo>
                  <a:pt x="6140" y="6703"/>
                </a:lnTo>
                <a:lnTo>
                  <a:pt x="6140" y="6702"/>
                </a:lnTo>
                <a:lnTo>
                  <a:pt x="6140" y="6701"/>
                </a:lnTo>
                <a:lnTo>
                  <a:pt x="6140" y="6700"/>
                </a:lnTo>
                <a:lnTo>
                  <a:pt x="6140" y="6701"/>
                </a:lnTo>
                <a:lnTo>
                  <a:pt x="6139" y="6701"/>
                </a:lnTo>
                <a:lnTo>
                  <a:pt x="6139" y="6702"/>
                </a:lnTo>
                <a:lnTo>
                  <a:pt x="6139" y="6703"/>
                </a:lnTo>
                <a:lnTo>
                  <a:pt x="6138" y="6703"/>
                </a:lnTo>
                <a:lnTo>
                  <a:pt x="6137" y="6703"/>
                </a:lnTo>
                <a:lnTo>
                  <a:pt x="6138" y="6704"/>
                </a:lnTo>
                <a:lnTo>
                  <a:pt x="6137" y="6704"/>
                </a:lnTo>
                <a:lnTo>
                  <a:pt x="6136" y="6703"/>
                </a:lnTo>
                <a:lnTo>
                  <a:pt x="6135" y="6702"/>
                </a:lnTo>
                <a:lnTo>
                  <a:pt x="6136" y="6702"/>
                </a:lnTo>
                <a:lnTo>
                  <a:pt x="6136" y="6701"/>
                </a:lnTo>
                <a:lnTo>
                  <a:pt x="6136" y="6700"/>
                </a:lnTo>
                <a:lnTo>
                  <a:pt x="6137" y="6700"/>
                </a:lnTo>
                <a:lnTo>
                  <a:pt x="6138" y="6699"/>
                </a:lnTo>
                <a:lnTo>
                  <a:pt x="6139" y="6699"/>
                </a:lnTo>
                <a:lnTo>
                  <a:pt x="6140" y="6698"/>
                </a:lnTo>
                <a:lnTo>
                  <a:pt x="6140" y="6697"/>
                </a:lnTo>
                <a:lnTo>
                  <a:pt x="6139" y="6696"/>
                </a:lnTo>
                <a:lnTo>
                  <a:pt x="6137" y="6697"/>
                </a:lnTo>
                <a:lnTo>
                  <a:pt x="6137" y="6696"/>
                </a:lnTo>
                <a:lnTo>
                  <a:pt x="6138" y="6695"/>
                </a:lnTo>
                <a:lnTo>
                  <a:pt x="6139" y="6695"/>
                </a:lnTo>
                <a:lnTo>
                  <a:pt x="6140" y="6695"/>
                </a:lnTo>
                <a:lnTo>
                  <a:pt x="6141" y="6694"/>
                </a:lnTo>
                <a:lnTo>
                  <a:pt x="6140" y="6694"/>
                </a:lnTo>
                <a:lnTo>
                  <a:pt x="6139" y="6694"/>
                </a:lnTo>
                <a:lnTo>
                  <a:pt x="6138" y="6694"/>
                </a:lnTo>
                <a:lnTo>
                  <a:pt x="6137" y="6695"/>
                </a:lnTo>
                <a:lnTo>
                  <a:pt x="6137" y="6694"/>
                </a:lnTo>
                <a:lnTo>
                  <a:pt x="6136" y="6695"/>
                </a:lnTo>
                <a:lnTo>
                  <a:pt x="6136" y="6696"/>
                </a:lnTo>
                <a:lnTo>
                  <a:pt x="6135" y="6696"/>
                </a:lnTo>
                <a:lnTo>
                  <a:pt x="6135" y="6697"/>
                </a:lnTo>
                <a:lnTo>
                  <a:pt x="6134" y="6698"/>
                </a:lnTo>
                <a:lnTo>
                  <a:pt x="6133" y="6698"/>
                </a:lnTo>
                <a:lnTo>
                  <a:pt x="6133" y="6697"/>
                </a:lnTo>
                <a:lnTo>
                  <a:pt x="6133" y="6696"/>
                </a:lnTo>
                <a:lnTo>
                  <a:pt x="6133" y="6695"/>
                </a:lnTo>
                <a:lnTo>
                  <a:pt x="6133" y="6694"/>
                </a:lnTo>
                <a:lnTo>
                  <a:pt x="6133" y="6693"/>
                </a:lnTo>
                <a:lnTo>
                  <a:pt x="6133" y="6692"/>
                </a:lnTo>
                <a:lnTo>
                  <a:pt x="6134" y="6692"/>
                </a:lnTo>
                <a:lnTo>
                  <a:pt x="6133" y="6692"/>
                </a:lnTo>
                <a:lnTo>
                  <a:pt x="6132" y="6693"/>
                </a:lnTo>
                <a:lnTo>
                  <a:pt x="6132" y="6694"/>
                </a:lnTo>
                <a:lnTo>
                  <a:pt x="6131" y="6694"/>
                </a:lnTo>
                <a:lnTo>
                  <a:pt x="6131" y="6693"/>
                </a:lnTo>
                <a:lnTo>
                  <a:pt x="6130" y="6692"/>
                </a:lnTo>
                <a:lnTo>
                  <a:pt x="6131" y="6691"/>
                </a:lnTo>
                <a:lnTo>
                  <a:pt x="6131" y="6690"/>
                </a:lnTo>
                <a:lnTo>
                  <a:pt x="6132" y="6689"/>
                </a:lnTo>
                <a:lnTo>
                  <a:pt x="6132" y="6688"/>
                </a:lnTo>
                <a:lnTo>
                  <a:pt x="6131" y="6688"/>
                </a:lnTo>
                <a:lnTo>
                  <a:pt x="6131" y="6689"/>
                </a:lnTo>
                <a:lnTo>
                  <a:pt x="6130" y="6690"/>
                </a:lnTo>
                <a:lnTo>
                  <a:pt x="6129" y="6691"/>
                </a:lnTo>
                <a:lnTo>
                  <a:pt x="6128" y="6692"/>
                </a:lnTo>
                <a:lnTo>
                  <a:pt x="6127" y="6692"/>
                </a:lnTo>
                <a:lnTo>
                  <a:pt x="6127" y="6693"/>
                </a:lnTo>
                <a:lnTo>
                  <a:pt x="6126" y="6692"/>
                </a:lnTo>
                <a:lnTo>
                  <a:pt x="6125" y="6692"/>
                </a:lnTo>
                <a:lnTo>
                  <a:pt x="6125" y="6691"/>
                </a:lnTo>
                <a:lnTo>
                  <a:pt x="6125" y="6690"/>
                </a:lnTo>
                <a:lnTo>
                  <a:pt x="6124" y="6690"/>
                </a:lnTo>
                <a:lnTo>
                  <a:pt x="6123" y="6691"/>
                </a:lnTo>
                <a:lnTo>
                  <a:pt x="6122" y="6692"/>
                </a:lnTo>
                <a:lnTo>
                  <a:pt x="6122" y="6693"/>
                </a:lnTo>
                <a:lnTo>
                  <a:pt x="6120" y="6693"/>
                </a:lnTo>
                <a:lnTo>
                  <a:pt x="6119" y="6693"/>
                </a:lnTo>
                <a:lnTo>
                  <a:pt x="6118" y="6694"/>
                </a:lnTo>
                <a:lnTo>
                  <a:pt x="6117" y="6694"/>
                </a:lnTo>
                <a:lnTo>
                  <a:pt x="6116" y="6693"/>
                </a:lnTo>
                <a:lnTo>
                  <a:pt x="6115" y="6693"/>
                </a:lnTo>
                <a:lnTo>
                  <a:pt x="6114" y="6691"/>
                </a:lnTo>
                <a:lnTo>
                  <a:pt x="6114" y="6690"/>
                </a:lnTo>
                <a:lnTo>
                  <a:pt x="6115" y="6690"/>
                </a:lnTo>
                <a:lnTo>
                  <a:pt x="6114" y="6690"/>
                </a:lnTo>
                <a:lnTo>
                  <a:pt x="6114" y="6691"/>
                </a:lnTo>
                <a:lnTo>
                  <a:pt x="6114" y="6692"/>
                </a:lnTo>
                <a:lnTo>
                  <a:pt x="6114" y="6693"/>
                </a:lnTo>
                <a:lnTo>
                  <a:pt x="6113" y="6693"/>
                </a:lnTo>
                <a:lnTo>
                  <a:pt x="6112" y="6693"/>
                </a:lnTo>
                <a:lnTo>
                  <a:pt x="6112" y="6692"/>
                </a:lnTo>
                <a:lnTo>
                  <a:pt x="6111" y="6692"/>
                </a:lnTo>
                <a:lnTo>
                  <a:pt x="6111" y="6691"/>
                </a:lnTo>
                <a:lnTo>
                  <a:pt x="6111" y="6692"/>
                </a:lnTo>
                <a:lnTo>
                  <a:pt x="6110" y="6692"/>
                </a:lnTo>
                <a:lnTo>
                  <a:pt x="6111" y="6692"/>
                </a:lnTo>
                <a:lnTo>
                  <a:pt x="6112" y="6694"/>
                </a:lnTo>
                <a:lnTo>
                  <a:pt x="6113" y="6694"/>
                </a:lnTo>
                <a:lnTo>
                  <a:pt x="6114" y="6694"/>
                </a:lnTo>
                <a:lnTo>
                  <a:pt x="6115" y="6694"/>
                </a:lnTo>
                <a:lnTo>
                  <a:pt x="6116" y="6695"/>
                </a:lnTo>
                <a:lnTo>
                  <a:pt x="6116" y="6696"/>
                </a:lnTo>
                <a:lnTo>
                  <a:pt x="6114" y="6696"/>
                </a:lnTo>
                <a:lnTo>
                  <a:pt x="6115" y="6697"/>
                </a:lnTo>
                <a:lnTo>
                  <a:pt x="6115" y="6696"/>
                </a:lnTo>
                <a:lnTo>
                  <a:pt x="6116" y="6696"/>
                </a:lnTo>
                <a:lnTo>
                  <a:pt x="6117" y="6696"/>
                </a:lnTo>
                <a:lnTo>
                  <a:pt x="6117" y="6697"/>
                </a:lnTo>
                <a:lnTo>
                  <a:pt x="6117" y="6698"/>
                </a:lnTo>
                <a:lnTo>
                  <a:pt x="6118" y="6698"/>
                </a:lnTo>
                <a:lnTo>
                  <a:pt x="6119" y="6698"/>
                </a:lnTo>
                <a:lnTo>
                  <a:pt x="6118" y="6698"/>
                </a:lnTo>
                <a:lnTo>
                  <a:pt x="6118" y="6699"/>
                </a:lnTo>
                <a:lnTo>
                  <a:pt x="6117" y="6699"/>
                </a:lnTo>
                <a:lnTo>
                  <a:pt x="6117" y="6698"/>
                </a:lnTo>
                <a:lnTo>
                  <a:pt x="6117" y="6699"/>
                </a:lnTo>
                <a:lnTo>
                  <a:pt x="6118" y="6699"/>
                </a:lnTo>
                <a:lnTo>
                  <a:pt x="6119" y="6699"/>
                </a:lnTo>
                <a:lnTo>
                  <a:pt x="6120" y="6699"/>
                </a:lnTo>
                <a:lnTo>
                  <a:pt x="6121" y="6699"/>
                </a:lnTo>
                <a:lnTo>
                  <a:pt x="6121" y="6700"/>
                </a:lnTo>
                <a:lnTo>
                  <a:pt x="6120" y="6700"/>
                </a:lnTo>
                <a:lnTo>
                  <a:pt x="6120" y="6701"/>
                </a:lnTo>
                <a:lnTo>
                  <a:pt x="6121" y="6702"/>
                </a:lnTo>
                <a:lnTo>
                  <a:pt x="6121" y="6701"/>
                </a:lnTo>
                <a:lnTo>
                  <a:pt x="6121" y="6700"/>
                </a:lnTo>
                <a:lnTo>
                  <a:pt x="6122" y="6700"/>
                </a:lnTo>
                <a:lnTo>
                  <a:pt x="6122" y="6699"/>
                </a:lnTo>
                <a:lnTo>
                  <a:pt x="6124" y="6700"/>
                </a:lnTo>
                <a:lnTo>
                  <a:pt x="6126" y="6701"/>
                </a:lnTo>
                <a:lnTo>
                  <a:pt x="6127" y="6701"/>
                </a:lnTo>
                <a:lnTo>
                  <a:pt x="6129" y="6702"/>
                </a:lnTo>
                <a:lnTo>
                  <a:pt x="6130" y="6702"/>
                </a:lnTo>
                <a:lnTo>
                  <a:pt x="6131" y="6702"/>
                </a:lnTo>
                <a:lnTo>
                  <a:pt x="6131" y="6703"/>
                </a:lnTo>
                <a:lnTo>
                  <a:pt x="6131" y="6705"/>
                </a:lnTo>
                <a:lnTo>
                  <a:pt x="6131" y="6706"/>
                </a:lnTo>
                <a:lnTo>
                  <a:pt x="6131" y="6707"/>
                </a:lnTo>
                <a:lnTo>
                  <a:pt x="6131" y="6708"/>
                </a:lnTo>
                <a:lnTo>
                  <a:pt x="6131" y="6709"/>
                </a:lnTo>
                <a:lnTo>
                  <a:pt x="6130" y="6709"/>
                </a:lnTo>
                <a:lnTo>
                  <a:pt x="6130" y="6710"/>
                </a:lnTo>
                <a:lnTo>
                  <a:pt x="6131" y="6710"/>
                </a:lnTo>
                <a:lnTo>
                  <a:pt x="6131" y="6711"/>
                </a:lnTo>
                <a:lnTo>
                  <a:pt x="6131" y="6713"/>
                </a:lnTo>
                <a:lnTo>
                  <a:pt x="6130" y="6713"/>
                </a:lnTo>
                <a:lnTo>
                  <a:pt x="6130" y="6714"/>
                </a:lnTo>
                <a:lnTo>
                  <a:pt x="6129" y="6715"/>
                </a:lnTo>
                <a:lnTo>
                  <a:pt x="6129" y="6717"/>
                </a:lnTo>
                <a:lnTo>
                  <a:pt x="6128" y="6716"/>
                </a:lnTo>
                <a:lnTo>
                  <a:pt x="6127" y="6716"/>
                </a:lnTo>
                <a:lnTo>
                  <a:pt x="6126" y="6716"/>
                </a:lnTo>
                <a:lnTo>
                  <a:pt x="6126" y="6717"/>
                </a:lnTo>
                <a:lnTo>
                  <a:pt x="6127" y="6717"/>
                </a:lnTo>
                <a:lnTo>
                  <a:pt x="6127" y="6718"/>
                </a:lnTo>
                <a:lnTo>
                  <a:pt x="6128" y="6719"/>
                </a:lnTo>
                <a:lnTo>
                  <a:pt x="6128" y="6720"/>
                </a:lnTo>
                <a:lnTo>
                  <a:pt x="6130" y="6720"/>
                </a:lnTo>
                <a:lnTo>
                  <a:pt x="6131" y="6721"/>
                </a:lnTo>
                <a:lnTo>
                  <a:pt x="6132" y="6721"/>
                </a:lnTo>
                <a:lnTo>
                  <a:pt x="6131" y="6721"/>
                </a:lnTo>
                <a:lnTo>
                  <a:pt x="6129" y="6721"/>
                </a:lnTo>
                <a:lnTo>
                  <a:pt x="6125" y="6722"/>
                </a:lnTo>
                <a:lnTo>
                  <a:pt x="6123" y="6722"/>
                </a:lnTo>
                <a:lnTo>
                  <a:pt x="6122" y="6722"/>
                </a:lnTo>
                <a:lnTo>
                  <a:pt x="6120" y="6723"/>
                </a:lnTo>
                <a:lnTo>
                  <a:pt x="6119" y="6724"/>
                </a:lnTo>
                <a:lnTo>
                  <a:pt x="6118" y="6724"/>
                </a:lnTo>
                <a:lnTo>
                  <a:pt x="6116" y="6725"/>
                </a:lnTo>
                <a:lnTo>
                  <a:pt x="6115" y="6726"/>
                </a:lnTo>
                <a:lnTo>
                  <a:pt x="6112" y="6729"/>
                </a:lnTo>
                <a:lnTo>
                  <a:pt x="6112" y="6730"/>
                </a:lnTo>
                <a:lnTo>
                  <a:pt x="6111" y="6730"/>
                </a:lnTo>
                <a:lnTo>
                  <a:pt x="6111" y="6731"/>
                </a:lnTo>
                <a:lnTo>
                  <a:pt x="6110" y="6733"/>
                </a:lnTo>
                <a:lnTo>
                  <a:pt x="6110" y="6734"/>
                </a:lnTo>
                <a:lnTo>
                  <a:pt x="6110" y="6735"/>
                </a:lnTo>
                <a:lnTo>
                  <a:pt x="6111" y="6735"/>
                </a:lnTo>
                <a:lnTo>
                  <a:pt x="6110" y="6736"/>
                </a:lnTo>
                <a:lnTo>
                  <a:pt x="6111" y="6737"/>
                </a:lnTo>
                <a:lnTo>
                  <a:pt x="6111" y="6738"/>
                </a:lnTo>
                <a:lnTo>
                  <a:pt x="6111" y="6739"/>
                </a:lnTo>
                <a:lnTo>
                  <a:pt x="6111" y="6740"/>
                </a:lnTo>
                <a:lnTo>
                  <a:pt x="6110" y="6740"/>
                </a:lnTo>
                <a:lnTo>
                  <a:pt x="6109" y="6741"/>
                </a:lnTo>
                <a:lnTo>
                  <a:pt x="6108" y="6741"/>
                </a:lnTo>
                <a:lnTo>
                  <a:pt x="6106" y="6743"/>
                </a:lnTo>
                <a:lnTo>
                  <a:pt x="6106" y="6744"/>
                </a:lnTo>
                <a:lnTo>
                  <a:pt x="6105" y="6744"/>
                </a:lnTo>
                <a:lnTo>
                  <a:pt x="6105" y="6743"/>
                </a:lnTo>
                <a:lnTo>
                  <a:pt x="6105" y="6742"/>
                </a:lnTo>
                <a:lnTo>
                  <a:pt x="6104" y="6741"/>
                </a:lnTo>
                <a:lnTo>
                  <a:pt x="6104" y="6740"/>
                </a:lnTo>
                <a:lnTo>
                  <a:pt x="6103" y="6739"/>
                </a:lnTo>
                <a:lnTo>
                  <a:pt x="6101" y="6739"/>
                </a:lnTo>
                <a:lnTo>
                  <a:pt x="6100" y="6738"/>
                </a:lnTo>
                <a:lnTo>
                  <a:pt x="6099" y="6738"/>
                </a:lnTo>
                <a:lnTo>
                  <a:pt x="6098" y="6739"/>
                </a:lnTo>
                <a:lnTo>
                  <a:pt x="6099" y="6739"/>
                </a:lnTo>
                <a:lnTo>
                  <a:pt x="6100" y="6739"/>
                </a:lnTo>
                <a:lnTo>
                  <a:pt x="6100" y="6740"/>
                </a:lnTo>
                <a:lnTo>
                  <a:pt x="6101" y="6740"/>
                </a:lnTo>
                <a:lnTo>
                  <a:pt x="6102" y="6740"/>
                </a:lnTo>
                <a:lnTo>
                  <a:pt x="6103" y="6741"/>
                </a:lnTo>
                <a:lnTo>
                  <a:pt x="6104" y="6741"/>
                </a:lnTo>
                <a:lnTo>
                  <a:pt x="6104" y="6742"/>
                </a:lnTo>
                <a:lnTo>
                  <a:pt x="6103" y="6742"/>
                </a:lnTo>
                <a:lnTo>
                  <a:pt x="6103" y="6741"/>
                </a:lnTo>
                <a:lnTo>
                  <a:pt x="6102" y="6741"/>
                </a:lnTo>
                <a:lnTo>
                  <a:pt x="6101" y="6741"/>
                </a:lnTo>
                <a:lnTo>
                  <a:pt x="6100" y="6740"/>
                </a:lnTo>
                <a:lnTo>
                  <a:pt x="6098" y="6741"/>
                </a:lnTo>
                <a:lnTo>
                  <a:pt x="6097" y="6741"/>
                </a:lnTo>
                <a:lnTo>
                  <a:pt x="6096" y="6741"/>
                </a:lnTo>
                <a:lnTo>
                  <a:pt x="6095" y="6741"/>
                </a:lnTo>
                <a:lnTo>
                  <a:pt x="6094" y="6742"/>
                </a:lnTo>
                <a:lnTo>
                  <a:pt x="6093" y="6743"/>
                </a:lnTo>
                <a:lnTo>
                  <a:pt x="6092" y="6743"/>
                </a:lnTo>
                <a:lnTo>
                  <a:pt x="6091" y="6744"/>
                </a:lnTo>
                <a:lnTo>
                  <a:pt x="6090" y="6745"/>
                </a:lnTo>
                <a:lnTo>
                  <a:pt x="6089" y="6745"/>
                </a:lnTo>
                <a:lnTo>
                  <a:pt x="6089" y="6746"/>
                </a:lnTo>
                <a:lnTo>
                  <a:pt x="6087" y="6746"/>
                </a:lnTo>
                <a:lnTo>
                  <a:pt x="6087" y="6747"/>
                </a:lnTo>
                <a:lnTo>
                  <a:pt x="6086" y="6746"/>
                </a:lnTo>
                <a:lnTo>
                  <a:pt x="6086" y="6745"/>
                </a:lnTo>
                <a:lnTo>
                  <a:pt x="6087" y="6745"/>
                </a:lnTo>
                <a:lnTo>
                  <a:pt x="6087" y="6744"/>
                </a:lnTo>
                <a:lnTo>
                  <a:pt x="6087" y="6743"/>
                </a:lnTo>
                <a:lnTo>
                  <a:pt x="6086" y="6743"/>
                </a:lnTo>
                <a:lnTo>
                  <a:pt x="6085" y="6743"/>
                </a:lnTo>
                <a:lnTo>
                  <a:pt x="6083" y="6743"/>
                </a:lnTo>
                <a:lnTo>
                  <a:pt x="6083" y="6744"/>
                </a:lnTo>
                <a:lnTo>
                  <a:pt x="6081" y="6744"/>
                </a:lnTo>
                <a:lnTo>
                  <a:pt x="6080" y="6745"/>
                </a:lnTo>
                <a:lnTo>
                  <a:pt x="6079" y="6745"/>
                </a:lnTo>
                <a:lnTo>
                  <a:pt x="6077" y="6747"/>
                </a:lnTo>
                <a:lnTo>
                  <a:pt x="6076" y="6747"/>
                </a:lnTo>
                <a:lnTo>
                  <a:pt x="6075" y="6748"/>
                </a:lnTo>
                <a:lnTo>
                  <a:pt x="6074" y="6748"/>
                </a:lnTo>
                <a:lnTo>
                  <a:pt x="6074" y="6749"/>
                </a:lnTo>
                <a:lnTo>
                  <a:pt x="6073" y="6749"/>
                </a:lnTo>
                <a:lnTo>
                  <a:pt x="6073" y="6748"/>
                </a:lnTo>
                <a:lnTo>
                  <a:pt x="6073" y="6747"/>
                </a:lnTo>
                <a:lnTo>
                  <a:pt x="6072" y="6746"/>
                </a:lnTo>
                <a:lnTo>
                  <a:pt x="6071" y="6746"/>
                </a:lnTo>
                <a:lnTo>
                  <a:pt x="6070" y="6745"/>
                </a:lnTo>
                <a:lnTo>
                  <a:pt x="6070" y="6744"/>
                </a:lnTo>
                <a:lnTo>
                  <a:pt x="6071" y="6744"/>
                </a:lnTo>
                <a:lnTo>
                  <a:pt x="6072" y="6744"/>
                </a:lnTo>
                <a:lnTo>
                  <a:pt x="6073" y="6745"/>
                </a:lnTo>
                <a:lnTo>
                  <a:pt x="6074" y="6745"/>
                </a:lnTo>
                <a:lnTo>
                  <a:pt x="6075" y="6744"/>
                </a:lnTo>
                <a:lnTo>
                  <a:pt x="6074" y="6743"/>
                </a:lnTo>
                <a:lnTo>
                  <a:pt x="6073" y="6743"/>
                </a:lnTo>
                <a:lnTo>
                  <a:pt x="6072" y="6744"/>
                </a:lnTo>
                <a:lnTo>
                  <a:pt x="6071" y="6744"/>
                </a:lnTo>
                <a:lnTo>
                  <a:pt x="6071" y="6743"/>
                </a:lnTo>
                <a:lnTo>
                  <a:pt x="6072" y="6743"/>
                </a:lnTo>
                <a:lnTo>
                  <a:pt x="6071" y="6742"/>
                </a:lnTo>
                <a:lnTo>
                  <a:pt x="6070" y="6740"/>
                </a:lnTo>
                <a:lnTo>
                  <a:pt x="6069" y="6740"/>
                </a:lnTo>
                <a:lnTo>
                  <a:pt x="6069" y="6739"/>
                </a:lnTo>
                <a:lnTo>
                  <a:pt x="6068" y="6737"/>
                </a:lnTo>
                <a:lnTo>
                  <a:pt x="6068" y="6736"/>
                </a:lnTo>
                <a:lnTo>
                  <a:pt x="6067" y="6735"/>
                </a:lnTo>
                <a:lnTo>
                  <a:pt x="6067" y="6736"/>
                </a:lnTo>
                <a:lnTo>
                  <a:pt x="6067" y="6737"/>
                </a:lnTo>
                <a:lnTo>
                  <a:pt x="6067" y="6736"/>
                </a:lnTo>
                <a:lnTo>
                  <a:pt x="6066" y="6736"/>
                </a:lnTo>
                <a:lnTo>
                  <a:pt x="6066" y="6734"/>
                </a:lnTo>
                <a:lnTo>
                  <a:pt x="6066" y="6733"/>
                </a:lnTo>
                <a:lnTo>
                  <a:pt x="6065" y="6733"/>
                </a:lnTo>
                <a:lnTo>
                  <a:pt x="6065" y="6734"/>
                </a:lnTo>
                <a:lnTo>
                  <a:pt x="6064" y="6734"/>
                </a:lnTo>
                <a:lnTo>
                  <a:pt x="6065" y="6734"/>
                </a:lnTo>
                <a:lnTo>
                  <a:pt x="6065" y="6735"/>
                </a:lnTo>
                <a:lnTo>
                  <a:pt x="6065" y="6736"/>
                </a:lnTo>
                <a:lnTo>
                  <a:pt x="6066" y="6737"/>
                </a:lnTo>
                <a:lnTo>
                  <a:pt x="6067" y="6738"/>
                </a:lnTo>
                <a:lnTo>
                  <a:pt x="6067" y="6739"/>
                </a:lnTo>
                <a:lnTo>
                  <a:pt x="6067" y="6740"/>
                </a:lnTo>
                <a:lnTo>
                  <a:pt x="6066" y="6739"/>
                </a:lnTo>
                <a:lnTo>
                  <a:pt x="6066" y="6740"/>
                </a:lnTo>
                <a:lnTo>
                  <a:pt x="6066" y="6741"/>
                </a:lnTo>
                <a:lnTo>
                  <a:pt x="6065" y="6741"/>
                </a:lnTo>
                <a:lnTo>
                  <a:pt x="6066" y="6741"/>
                </a:lnTo>
                <a:lnTo>
                  <a:pt x="6066" y="6742"/>
                </a:lnTo>
                <a:lnTo>
                  <a:pt x="6067" y="6742"/>
                </a:lnTo>
                <a:lnTo>
                  <a:pt x="6068" y="6743"/>
                </a:lnTo>
                <a:lnTo>
                  <a:pt x="6069" y="6743"/>
                </a:lnTo>
                <a:lnTo>
                  <a:pt x="6068" y="6743"/>
                </a:lnTo>
                <a:lnTo>
                  <a:pt x="6067" y="6744"/>
                </a:lnTo>
                <a:lnTo>
                  <a:pt x="6066" y="6744"/>
                </a:lnTo>
                <a:lnTo>
                  <a:pt x="6065" y="6744"/>
                </a:lnTo>
                <a:lnTo>
                  <a:pt x="6065" y="6745"/>
                </a:lnTo>
                <a:lnTo>
                  <a:pt x="6064" y="6745"/>
                </a:lnTo>
                <a:lnTo>
                  <a:pt x="6063" y="6746"/>
                </a:lnTo>
                <a:lnTo>
                  <a:pt x="6063" y="6745"/>
                </a:lnTo>
                <a:lnTo>
                  <a:pt x="6062" y="6744"/>
                </a:lnTo>
                <a:lnTo>
                  <a:pt x="6061" y="6743"/>
                </a:lnTo>
                <a:lnTo>
                  <a:pt x="6060" y="6743"/>
                </a:lnTo>
                <a:lnTo>
                  <a:pt x="6060" y="6744"/>
                </a:lnTo>
                <a:lnTo>
                  <a:pt x="6059" y="6743"/>
                </a:lnTo>
                <a:lnTo>
                  <a:pt x="6058" y="6743"/>
                </a:lnTo>
                <a:lnTo>
                  <a:pt x="6056" y="6743"/>
                </a:lnTo>
                <a:lnTo>
                  <a:pt x="6055" y="6743"/>
                </a:lnTo>
                <a:lnTo>
                  <a:pt x="6054" y="6743"/>
                </a:lnTo>
                <a:lnTo>
                  <a:pt x="6054" y="6744"/>
                </a:lnTo>
                <a:lnTo>
                  <a:pt x="6055" y="6744"/>
                </a:lnTo>
                <a:lnTo>
                  <a:pt x="6056" y="6743"/>
                </a:lnTo>
                <a:lnTo>
                  <a:pt x="6057" y="6743"/>
                </a:lnTo>
                <a:lnTo>
                  <a:pt x="6058" y="6743"/>
                </a:lnTo>
                <a:lnTo>
                  <a:pt x="6058" y="6744"/>
                </a:lnTo>
                <a:lnTo>
                  <a:pt x="6058" y="6745"/>
                </a:lnTo>
                <a:lnTo>
                  <a:pt x="6059" y="6745"/>
                </a:lnTo>
                <a:lnTo>
                  <a:pt x="6060" y="6745"/>
                </a:lnTo>
                <a:lnTo>
                  <a:pt x="6060" y="6746"/>
                </a:lnTo>
                <a:lnTo>
                  <a:pt x="6061" y="6745"/>
                </a:lnTo>
                <a:lnTo>
                  <a:pt x="6062" y="6745"/>
                </a:lnTo>
                <a:lnTo>
                  <a:pt x="6062" y="6746"/>
                </a:lnTo>
                <a:lnTo>
                  <a:pt x="6061" y="6746"/>
                </a:lnTo>
                <a:lnTo>
                  <a:pt x="6060" y="6746"/>
                </a:lnTo>
                <a:lnTo>
                  <a:pt x="6058" y="6747"/>
                </a:lnTo>
                <a:lnTo>
                  <a:pt x="6057" y="6748"/>
                </a:lnTo>
                <a:lnTo>
                  <a:pt x="6056" y="6748"/>
                </a:lnTo>
                <a:lnTo>
                  <a:pt x="6055" y="6749"/>
                </a:lnTo>
                <a:lnTo>
                  <a:pt x="6054" y="6749"/>
                </a:lnTo>
                <a:lnTo>
                  <a:pt x="6053" y="6750"/>
                </a:lnTo>
                <a:lnTo>
                  <a:pt x="6052" y="6751"/>
                </a:lnTo>
                <a:lnTo>
                  <a:pt x="6051" y="6753"/>
                </a:lnTo>
                <a:lnTo>
                  <a:pt x="6050" y="6754"/>
                </a:lnTo>
                <a:lnTo>
                  <a:pt x="6049" y="6756"/>
                </a:lnTo>
                <a:lnTo>
                  <a:pt x="6048" y="6757"/>
                </a:lnTo>
                <a:lnTo>
                  <a:pt x="6046" y="6758"/>
                </a:lnTo>
                <a:lnTo>
                  <a:pt x="6044" y="6760"/>
                </a:lnTo>
                <a:lnTo>
                  <a:pt x="6043" y="6761"/>
                </a:lnTo>
                <a:lnTo>
                  <a:pt x="6042" y="6761"/>
                </a:lnTo>
                <a:lnTo>
                  <a:pt x="6042" y="6762"/>
                </a:lnTo>
                <a:lnTo>
                  <a:pt x="6042" y="6763"/>
                </a:lnTo>
                <a:lnTo>
                  <a:pt x="6041" y="6763"/>
                </a:lnTo>
                <a:lnTo>
                  <a:pt x="6040" y="6763"/>
                </a:lnTo>
                <a:lnTo>
                  <a:pt x="6039" y="6763"/>
                </a:lnTo>
                <a:lnTo>
                  <a:pt x="6039" y="6764"/>
                </a:lnTo>
                <a:lnTo>
                  <a:pt x="6037" y="6766"/>
                </a:lnTo>
                <a:lnTo>
                  <a:pt x="6037" y="6767"/>
                </a:lnTo>
                <a:lnTo>
                  <a:pt x="6036" y="6768"/>
                </a:lnTo>
                <a:lnTo>
                  <a:pt x="6035" y="6767"/>
                </a:lnTo>
                <a:lnTo>
                  <a:pt x="6034" y="6767"/>
                </a:lnTo>
                <a:lnTo>
                  <a:pt x="6034" y="6768"/>
                </a:lnTo>
                <a:lnTo>
                  <a:pt x="6033" y="6768"/>
                </a:lnTo>
                <a:lnTo>
                  <a:pt x="6033" y="6769"/>
                </a:lnTo>
                <a:lnTo>
                  <a:pt x="6032" y="6769"/>
                </a:lnTo>
                <a:lnTo>
                  <a:pt x="6032" y="6768"/>
                </a:lnTo>
                <a:lnTo>
                  <a:pt x="6033" y="6768"/>
                </a:lnTo>
                <a:lnTo>
                  <a:pt x="6033" y="6767"/>
                </a:lnTo>
                <a:lnTo>
                  <a:pt x="6032" y="6767"/>
                </a:lnTo>
                <a:lnTo>
                  <a:pt x="6032" y="6766"/>
                </a:lnTo>
                <a:lnTo>
                  <a:pt x="6033" y="6765"/>
                </a:lnTo>
                <a:lnTo>
                  <a:pt x="6032" y="6764"/>
                </a:lnTo>
                <a:lnTo>
                  <a:pt x="6032" y="6763"/>
                </a:lnTo>
                <a:lnTo>
                  <a:pt x="6031" y="6763"/>
                </a:lnTo>
                <a:lnTo>
                  <a:pt x="6032" y="6762"/>
                </a:lnTo>
                <a:lnTo>
                  <a:pt x="6032" y="6763"/>
                </a:lnTo>
                <a:lnTo>
                  <a:pt x="6033" y="6763"/>
                </a:lnTo>
                <a:lnTo>
                  <a:pt x="6033" y="6764"/>
                </a:lnTo>
                <a:lnTo>
                  <a:pt x="6034" y="6764"/>
                </a:lnTo>
                <a:lnTo>
                  <a:pt x="6035" y="6764"/>
                </a:lnTo>
                <a:lnTo>
                  <a:pt x="6036" y="6764"/>
                </a:lnTo>
                <a:lnTo>
                  <a:pt x="6037" y="6764"/>
                </a:lnTo>
                <a:lnTo>
                  <a:pt x="6038" y="6764"/>
                </a:lnTo>
                <a:lnTo>
                  <a:pt x="6038" y="6763"/>
                </a:lnTo>
                <a:lnTo>
                  <a:pt x="6038" y="6762"/>
                </a:lnTo>
                <a:lnTo>
                  <a:pt x="6038" y="6761"/>
                </a:lnTo>
                <a:lnTo>
                  <a:pt x="6037" y="6761"/>
                </a:lnTo>
                <a:lnTo>
                  <a:pt x="6037" y="6760"/>
                </a:lnTo>
                <a:lnTo>
                  <a:pt x="6036" y="6760"/>
                </a:lnTo>
                <a:lnTo>
                  <a:pt x="6037" y="6759"/>
                </a:lnTo>
                <a:lnTo>
                  <a:pt x="6037" y="6758"/>
                </a:lnTo>
                <a:lnTo>
                  <a:pt x="6038" y="6757"/>
                </a:lnTo>
                <a:lnTo>
                  <a:pt x="6038" y="6756"/>
                </a:lnTo>
                <a:lnTo>
                  <a:pt x="6039" y="6756"/>
                </a:lnTo>
                <a:lnTo>
                  <a:pt x="6040" y="6755"/>
                </a:lnTo>
                <a:lnTo>
                  <a:pt x="6039" y="6755"/>
                </a:lnTo>
                <a:lnTo>
                  <a:pt x="6038" y="6754"/>
                </a:lnTo>
                <a:lnTo>
                  <a:pt x="6038" y="6753"/>
                </a:lnTo>
                <a:lnTo>
                  <a:pt x="6037" y="6753"/>
                </a:lnTo>
                <a:lnTo>
                  <a:pt x="6036" y="6753"/>
                </a:lnTo>
                <a:lnTo>
                  <a:pt x="6035" y="6753"/>
                </a:lnTo>
                <a:lnTo>
                  <a:pt x="6036" y="6753"/>
                </a:lnTo>
                <a:lnTo>
                  <a:pt x="6036" y="6752"/>
                </a:lnTo>
                <a:lnTo>
                  <a:pt x="6035" y="6752"/>
                </a:lnTo>
                <a:lnTo>
                  <a:pt x="6034" y="6752"/>
                </a:lnTo>
                <a:lnTo>
                  <a:pt x="6033" y="6752"/>
                </a:lnTo>
                <a:lnTo>
                  <a:pt x="6033" y="6753"/>
                </a:lnTo>
                <a:lnTo>
                  <a:pt x="6033" y="6754"/>
                </a:lnTo>
                <a:lnTo>
                  <a:pt x="6032" y="6754"/>
                </a:lnTo>
                <a:lnTo>
                  <a:pt x="6031" y="6753"/>
                </a:lnTo>
                <a:lnTo>
                  <a:pt x="6030" y="6754"/>
                </a:lnTo>
                <a:lnTo>
                  <a:pt x="6030" y="6753"/>
                </a:lnTo>
                <a:lnTo>
                  <a:pt x="6029" y="6753"/>
                </a:lnTo>
                <a:lnTo>
                  <a:pt x="6028" y="6753"/>
                </a:lnTo>
                <a:lnTo>
                  <a:pt x="6027" y="6752"/>
                </a:lnTo>
                <a:lnTo>
                  <a:pt x="6026" y="6751"/>
                </a:lnTo>
                <a:lnTo>
                  <a:pt x="6026" y="6750"/>
                </a:lnTo>
                <a:lnTo>
                  <a:pt x="6025" y="6750"/>
                </a:lnTo>
                <a:lnTo>
                  <a:pt x="6024" y="6750"/>
                </a:lnTo>
                <a:lnTo>
                  <a:pt x="6023" y="6750"/>
                </a:lnTo>
                <a:lnTo>
                  <a:pt x="6022" y="6750"/>
                </a:lnTo>
                <a:lnTo>
                  <a:pt x="6022" y="6751"/>
                </a:lnTo>
                <a:lnTo>
                  <a:pt x="6021" y="6751"/>
                </a:lnTo>
                <a:lnTo>
                  <a:pt x="6020" y="6751"/>
                </a:lnTo>
                <a:lnTo>
                  <a:pt x="6019" y="6750"/>
                </a:lnTo>
                <a:lnTo>
                  <a:pt x="6018" y="6750"/>
                </a:lnTo>
                <a:lnTo>
                  <a:pt x="6018" y="6751"/>
                </a:lnTo>
                <a:lnTo>
                  <a:pt x="6019" y="6751"/>
                </a:lnTo>
                <a:lnTo>
                  <a:pt x="6020" y="6751"/>
                </a:lnTo>
                <a:lnTo>
                  <a:pt x="6019" y="6752"/>
                </a:lnTo>
                <a:lnTo>
                  <a:pt x="6019" y="6753"/>
                </a:lnTo>
                <a:lnTo>
                  <a:pt x="6018" y="6753"/>
                </a:lnTo>
                <a:lnTo>
                  <a:pt x="6019" y="6753"/>
                </a:lnTo>
                <a:lnTo>
                  <a:pt x="6020" y="6753"/>
                </a:lnTo>
                <a:lnTo>
                  <a:pt x="6021" y="6752"/>
                </a:lnTo>
                <a:lnTo>
                  <a:pt x="6022" y="6752"/>
                </a:lnTo>
                <a:lnTo>
                  <a:pt x="6024" y="6752"/>
                </a:lnTo>
                <a:lnTo>
                  <a:pt x="6025" y="6752"/>
                </a:lnTo>
                <a:lnTo>
                  <a:pt x="6026" y="6753"/>
                </a:lnTo>
                <a:lnTo>
                  <a:pt x="6026" y="6754"/>
                </a:lnTo>
                <a:lnTo>
                  <a:pt x="6027" y="6754"/>
                </a:lnTo>
                <a:lnTo>
                  <a:pt x="6028" y="6755"/>
                </a:lnTo>
                <a:lnTo>
                  <a:pt x="6028" y="6756"/>
                </a:lnTo>
                <a:lnTo>
                  <a:pt x="6027" y="6756"/>
                </a:lnTo>
                <a:lnTo>
                  <a:pt x="6026" y="6756"/>
                </a:lnTo>
                <a:lnTo>
                  <a:pt x="6025" y="6756"/>
                </a:lnTo>
                <a:lnTo>
                  <a:pt x="6024" y="6756"/>
                </a:lnTo>
                <a:lnTo>
                  <a:pt x="6023" y="6756"/>
                </a:lnTo>
                <a:lnTo>
                  <a:pt x="6022" y="6756"/>
                </a:lnTo>
                <a:lnTo>
                  <a:pt x="6020" y="6757"/>
                </a:lnTo>
                <a:lnTo>
                  <a:pt x="6018" y="6757"/>
                </a:lnTo>
                <a:lnTo>
                  <a:pt x="6018" y="6758"/>
                </a:lnTo>
                <a:lnTo>
                  <a:pt x="6017" y="6758"/>
                </a:lnTo>
                <a:lnTo>
                  <a:pt x="6016" y="6759"/>
                </a:lnTo>
                <a:lnTo>
                  <a:pt x="6014" y="6759"/>
                </a:lnTo>
                <a:lnTo>
                  <a:pt x="6013" y="6759"/>
                </a:lnTo>
                <a:lnTo>
                  <a:pt x="6012" y="6760"/>
                </a:lnTo>
                <a:lnTo>
                  <a:pt x="6010" y="6760"/>
                </a:lnTo>
                <a:lnTo>
                  <a:pt x="6009" y="6760"/>
                </a:lnTo>
                <a:lnTo>
                  <a:pt x="6009" y="6761"/>
                </a:lnTo>
                <a:lnTo>
                  <a:pt x="6009" y="6760"/>
                </a:lnTo>
                <a:lnTo>
                  <a:pt x="6008" y="6760"/>
                </a:lnTo>
                <a:lnTo>
                  <a:pt x="6007" y="6760"/>
                </a:lnTo>
                <a:lnTo>
                  <a:pt x="6006" y="6760"/>
                </a:lnTo>
                <a:lnTo>
                  <a:pt x="6005" y="6760"/>
                </a:lnTo>
                <a:lnTo>
                  <a:pt x="6004" y="6761"/>
                </a:lnTo>
                <a:lnTo>
                  <a:pt x="6003" y="6761"/>
                </a:lnTo>
                <a:lnTo>
                  <a:pt x="6002" y="6762"/>
                </a:lnTo>
                <a:lnTo>
                  <a:pt x="6002" y="6761"/>
                </a:lnTo>
                <a:lnTo>
                  <a:pt x="6001" y="6761"/>
                </a:lnTo>
                <a:lnTo>
                  <a:pt x="6001" y="6760"/>
                </a:lnTo>
                <a:lnTo>
                  <a:pt x="6000" y="6760"/>
                </a:lnTo>
                <a:lnTo>
                  <a:pt x="6000" y="6759"/>
                </a:lnTo>
                <a:lnTo>
                  <a:pt x="5999" y="6759"/>
                </a:lnTo>
                <a:lnTo>
                  <a:pt x="5999" y="6758"/>
                </a:lnTo>
                <a:lnTo>
                  <a:pt x="6001" y="6758"/>
                </a:lnTo>
                <a:lnTo>
                  <a:pt x="6001" y="6757"/>
                </a:lnTo>
                <a:lnTo>
                  <a:pt x="6000" y="6757"/>
                </a:lnTo>
                <a:lnTo>
                  <a:pt x="5999" y="6757"/>
                </a:lnTo>
                <a:lnTo>
                  <a:pt x="5999" y="6758"/>
                </a:lnTo>
                <a:lnTo>
                  <a:pt x="5998" y="6757"/>
                </a:lnTo>
                <a:lnTo>
                  <a:pt x="5997" y="6757"/>
                </a:lnTo>
                <a:lnTo>
                  <a:pt x="5996" y="6756"/>
                </a:lnTo>
                <a:lnTo>
                  <a:pt x="5996" y="6755"/>
                </a:lnTo>
                <a:lnTo>
                  <a:pt x="5997" y="6753"/>
                </a:lnTo>
                <a:lnTo>
                  <a:pt x="5998" y="6752"/>
                </a:lnTo>
                <a:lnTo>
                  <a:pt x="5997" y="6752"/>
                </a:lnTo>
                <a:lnTo>
                  <a:pt x="5997" y="6751"/>
                </a:lnTo>
                <a:lnTo>
                  <a:pt x="5996" y="6751"/>
                </a:lnTo>
                <a:lnTo>
                  <a:pt x="5994" y="6751"/>
                </a:lnTo>
                <a:lnTo>
                  <a:pt x="5992" y="6751"/>
                </a:lnTo>
                <a:lnTo>
                  <a:pt x="5991" y="6751"/>
                </a:lnTo>
                <a:lnTo>
                  <a:pt x="5990" y="6750"/>
                </a:lnTo>
                <a:lnTo>
                  <a:pt x="5990" y="6751"/>
                </a:lnTo>
                <a:lnTo>
                  <a:pt x="5989" y="6751"/>
                </a:lnTo>
                <a:lnTo>
                  <a:pt x="5988" y="6751"/>
                </a:lnTo>
                <a:lnTo>
                  <a:pt x="5988" y="6750"/>
                </a:lnTo>
                <a:lnTo>
                  <a:pt x="5989" y="6750"/>
                </a:lnTo>
                <a:lnTo>
                  <a:pt x="5989" y="6749"/>
                </a:lnTo>
                <a:lnTo>
                  <a:pt x="5988" y="6749"/>
                </a:lnTo>
                <a:lnTo>
                  <a:pt x="5988" y="6747"/>
                </a:lnTo>
                <a:lnTo>
                  <a:pt x="5989" y="6747"/>
                </a:lnTo>
                <a:lnTo>
                  <a:pt x="5988" y="6747"/>
                </a:lnTo>
                <a:lnTo>
                  <a:pt x="5988" y="6749"/>
                </a:lnTo>
                <a:lnTo>
                  <a:pt x="5987" y="6750"/>
                </a:lnTo>
                <a:lnTo>
                  <a:pt x="5986" y="6752"/>
                </a:lnTo>
                <a:lnTo>
                  <a:pt x="5985" y="6751"/>
                </a:lnTo>
                <a:lnTo>
                  <a:pt x="5985" y="6752"/>
                </a:lnTo>
                <a:lnTo>
                  <a:pt x="5984" y="6754"/>
                </a:lnTo>
                <a:lnTo>
                  <a:pt x="5983" y="6755"/>
                </a:lnTo>
                <a:lnTo>
                  <a:pt x="5982" y="6754"/>
                </a:lnTo>
                <a:lnTo>
                  <a:pt x="5982" y="6755"/>
                </a:lnTo>
                <a:lnTo>
                  <a:pt x="5983" y="6755"/>
                </a:lnTo>
                <a:lnTo>
                  <a:pt x="5983" y="6756"/>
                </a:lnTo>
                <a:lnTo>
                  <a:pt x="5982" y="6756"/>
                </a:lnTo>
                <a:lnTo>
                  <a:pt x="5982" y="6757"/>
                </a:lnTo>
                <a:lnTo>
                  <a:pt x="5984" y="6758"/>
                </a:lnTo>
                <a:lnTo>
                  <a:pt x="5984" y="6757"/>
                </a:lnTo>
                <a:lnTo>
                  <a:pt x="5985" y="6757"/>
                </a:lnTo>
                <a:lnTo>
                  <a:pt x="5986" y="6758"/>
                </a:lnTo>
                <a:lnTo>
                  <a:pt x="5985" y="6758"/>
                </a:lnTo>
                <a:lnTo>
                  <a:pt x="5985" y="6759"/>
                </a:lnTo>
                <a:lnTo>
                  <a:pt x="5985" y="6760"/>
                </a:lnTo>
                <a:lnTo>
                  <a:pt x="5986" y="6760"/>
                </a:lnTo>
                <a:lnTo>
                  <a:pt x="5987" y="6760"/>
                </a:lnTo>
                <a:lnTo>
                  <a:pt x="5987" y="6759"/>
                </a:lnTo>
                <a:lnTo>
                  <a:pt x="5987" y="6758"/>
                </a:lnTo>
                <a:lnTo>
                  <a:pt x="5988" y="6758"/>
                </a:lnTo>
                <a:lnTo>
                  <a:pt x="5989" y="6758"/>
                </a:lnTo>
                <a:lnTo>
                  <a:pt x="5990" y="6759"/>
                </a:lnTo>
                <a:lnTo>
                  <a:pt x="5991" y="6759"/>
                </a:lnTo>
                <a:lnTo>
                  <a:pt x="5991" y="6758"/>
                </a:lnTo>
                <a:lnTo>
                  <a:pt x="5992" y="6757"/>
                </a:lnTo>
                <a:lnTo>
                  <a:pt x="5993" y="6757"/>
                </a:lnTo>
                <a:lnTo>
                  <a:pt x="5995" y="6757"/>
                </a:lnTo>
                <a:lnTo>
                  <a:pt x="5996" y="6758"/>
                </a:lnTo>
                <a:lnTo>
                  <a:pt x="5997" y="6759"/>
                </a:lnTo>
                <a:lnTo>
                  <a:pt x="5999" y="6760"/>
                </a:lnTo>
                <a:lnTo>
                  <a:pt x="5999" y="6761"/>
                </a:lnTo>
                <a:lnTo>
                  <a:pt x="5998" y="6761"/>
                </a:lnTo>
                <a:lnTo>
                  <a:pt x="5996" y="6762"/>
                </a:lnTo>
                <a:lnTo>
                  <a:pt x="5994" y="6762"/>
                </a:lnTo>
                <a:lnTo>
                  <a:pt x="5991" y="6763"/>
                </a:lnTo>
                <a:lnTo>
                  <a:pt x="5989" y="6764"/>
                </a:lnTo>
                <a:lnTo>
                  <a:pt x="5986" y="6766"/>
                </a:lnTo>
                <a:lnTo>
                  <a:pt x="5984" y="6768"/>
                </a:lnTo>
                <a:lnTo>
                  <a:pt x="5983" y="6769"/>
                </a:lnTo>
                <a:lnTo>
                  <a:pt x="5982" y="6770"/>
                </a:lnTo>
                <a:lnTo>
                  <a:pt x="5981" y="6770"/>
                </a:lnTo>
                <a:lnTo>
                  <a:pt x="5981" y="6769"/>
                </a:lnTo>
                <a:lnTo>
                  <a:pt x="5980" y="6769"/>
                </a:lnTo>
                <a:lnTo>
                  <a:pt x="5978" y="6770"/>
                </a:lnTo>
                <a:lnTo>
                  <a:pt x="5977" y="6771"/>
                </a:lnTo>
                <a:lnTo>
                  <a:pt x="5976" y="6771"/>
                </a:lnTo>
                <a:lnTo>
                  <a:pt x="5975" y="6772"/>
                </a:lnTo>
                <a:lnTo>
                  <a:pt x="5974" y="6772"/>
                </a:lnTo>
                <a:lnTo>
                  <a:pt x="5973" y="6772"/>
                </a:lnTo>
                <a:lnTo>
                  <a:pt x="5973" y="6771"/>
                </a:lnTo>
                <a:lnTo>
                  <a:pt x="5972" y="6771"/>
                </a:lnTo>
                <a:lnTo>
                  <a:pt x="5973" y="6771"/>
                </a:lnTo>
                <a:lnTo>
                  <a:pt x="5973" y="6772"/>
                </a:lnTo>
                <a:lnTo>
                  <a:pt x="5972" y="6772"/>
                </a:lnTo>
                <a:lnTo>
                  <a:pt x="5971" y="6772"/>
                </a:lnTo>
                <a:lnTo>
                  <a:pt x="5970" y="6772"/>
                </a:lnTo>
                <a:lnTo>
                  <a:pt x="5969" y="6772"/>
                </a:lnTo>
                <a:lnTo>
                  <a:pt x="5969" y="6773"/>
                </a:lnTo>
                <a:lnTo>
                  <a:pt x="5968" y="6773"/>
                </a:lnTo>
                <a:lnTo>
                  <a:pt x="5967" y="6774"/>
                </a:lnTo>
                <a:lnTo>
                  <a:pt x="5965" y="6776"/>
                </a:lnTo>
                <a:lnTo>
                  <a:pt x="5964" y="6777"/>
                </a:lnTo>
                <a:lnTo>
                  <a:pt x="5963" y="6777"/>
                </a:lnTo>
                <a:lnTo>
                  <a:pt x="5963" y="6778"/>
                </a:lnTo>
                <a:lnTo>
                  <a:pt x="5963" y="6779"/>
                </a:lnTo>
                <a:lnTo>
                  <a:pt x="5962" y="6779"/>
                </a:lnTo>
                <a:lnTo>
                  <a:pt x="5961" y="6779"/>
                </a:lnTo>
                <a:lnTo>
                  <a:pt x="5960" y="6779"/>
                </a:lnTo>
                <a:lnTo>
                  <a:pt x="5959" y="6779"/>
                </a:lnTo>
                <a:lnTo>
                  <a:pt x="5958" y="6779"/>
                </a:lnTo>
                <a:lnTo>
                  <a:pt x="5957" y="6779"/>
                </a:lnTo>
                <a:lnTo>
                  <a:pt x="5956" y="6779"/>
                </a:lnTo>
                <a:lnTo>
                  <a:pt x="5956" y="6778"/>
                </a:lnTo>
                <a:lnTo>
                  <a:pt x="5955" y="6778"/>
                </a:lnTo>
                <a:lnTo>
                  <a:pt x="5954" y="6778"/>
                </a:lnTo>
                <a:lnTo>
                  <a:pt x="5953" y="6778"/>
                </a:lnTo>
                <a:lnTo>
                  <a:pt x="5952" y="6779"/>
                </a:lnTo>
                <a:lnTo>
                  <a:pt x="5951" y="6779"/>
                </a:lnTo>
                <a:lnTo>
                  <a:pt x="5950" y="6778"/>
                </a:lnTo>
                <a:lnTo>
                  <a:pt x="5949" y="6777"/>
                </a:lnTo>
                <a:lnTo>
                  <a:pt x="5948" y="6777"/>
                </a:lnTo>
                <a:lnTo>
                  <a:pt x="5947" y="6777"/>
                </a:lnTo>
                <a:lnTo>
                  <a:pt x="5946" y="6778"/>
                </a:lnTo>
                <a:lnTo>
                  <a:pt x="5945" y="6778"/>
                </a:lnTo>
                <a:lnTo>
                  <a:pt x="5945" y="6777"/>
                </a:lnTo>
                <a:lnTo>
                  <a:pt x="5944" y="6777"/>
                </a:lnTo>
                <a:lnTo>
                  <a:pt x="5942" y="6777"/>
                </a:lnTo>
                <a:lnTo>
                  <a:pt x="5942" y="6778"/>
                </a:lnTo>
                <a:lnTo>
                  <a:pt x="5940" y="6778"/>
                </a:lnTo>
                <a:lnTo>
                  <a:pt x="5939" y="6778"/>
                </a:lnTo>
                <a:lnTo>
                  <a:pt x="5938" y="6780"/>
                </a:lnTo>
                <a:lnTo>
                  <a:pt x="5937" y="6780"/>
                </a:lnTo>
                <a:lnTo>
                  <a:pt x="5937" y="6781"/>
                </a:lnTo>
                <a:lnTo>
                  <a:pt x="5936" y="6781"/>
                </a:lnTo>
                <a:lnTo>
                  <a:pt x="5935" y="6781"/>
                </a:lnTo>
                <a:lnTo>
                  <a:pt x="5934" y="6781"/>
                </a:lnTo>
                <a:lnTo>
                  <a:pt x="5934" y="6782"/>
                </a:lnTo>
                <a:lnTo>
                  <a:pt x="5934" y="6783"/>
                </a:lnTo>
                <a:lnTo>
                  <a:pt x="5933" y="6783"/>
                </a:lnTo>
                <a:lnTo>
                  <a:pt x="5932" y="6784"/>
                </a:lnTo>
                <a:lnTo>
                  <a:pt x="5931" y="6785"/>
                </a:lnTo>
                <a:lnTo>
                  <a:pt x="5931" y="6786"/>
                </a:lnTo>
                <a:lnTo>
                  <a:pt x="5930" y="6787"/>
                </a:lnTo>
                <a:lnTo>
                  <a:pt x="5928" y="6789"/>
                </a:lnTo>
                <a:lnTo>
                  <a:pt x="5927" y="6790"/>
                </a:lnTo>
                <a:lnTo>
                  <a:pt x="5926" y="6791"/>
                </a:lnTo>
                <a:lnTo>
                  <a:pt x="5926" y="6793"/>
                </a:lnTo>
                <a:lnTo>
                  <a:pt x="5925" y="6794"/>
                </a:lnTo>
                <a:lnTo>
                  <a:pt x="5924" y="6795"/>
                </a:lnTo>
                <a:lnTo>
                  <a:pt x="5923" y="6797"/>
                </a:lnTo>
                <a:lnTo>
                  <a:pt x="5922" y="6799"/>
                </a:lnTo>
                <a:lnTo>
                  <a:pt x="5921" y="6800"/>
                </a:lnTo>
                <a:lnTo>
                  <a:pt x="5921" y="6802"/>
                </a:lnTo>
                <a:lnTo>
                  <a:pt x="5920" y="6803"/>
                </a:lnTo>
                <a:lnTo>
                  <a:pt x="5920" y="6804"/>
                </a:lnTo>
                <a:lnTo>
                  <a:pt x="5920" y="6805"/>
                </a:lnTo>
                <a:lnTo>
                  <a:pt x="5919" y="6806"/>
                </a:lnTo>
                <a:lnTo>
                  <a:pt x="5919" y="6807"/>
                </a:lnTo>
                <a:lnTo>
                  <a:pt x="5918" y="6808"/>
                </a:lnTo>
                <a:lnTo>
                  <a:pt x="5918" y="6810"/>
                </a:lnTo>
                <a:lnTo>
                  <a:pt x="5917" y="6810"/>
                </a:lnTo>
                <a:lnTo>
                  <a:pt x="5916" y="6811"/>
                </a:lnTo>
                <a:lnTo>
                  <a:pt x="5915" y="6812"/>
                </a:lnTo>
                <a:lnTo>
                  <a:pt x="5915" y="6813"/>
                </a:lnTo>
                <a:lnTo>
                  <a:pt x="5914" y="6814"/>
                </a:lnTo>
                <a:lnTo>
                  <a:pt x="5913" y="6815"/>
                </a:lnTo>
                <a:lnTo>
                  <a:pt x="5912" y="6815"/>
                </a:lnTo>
                <a:lnTo>
                  <a:pt x="5911" y="6815"/>
                </a:lnTo>
                <a:lnTo>
                  <a:pt x="5910" y="6815"/>
                </a:lnTo>
                <a:lnTo>
                  <a:pt x="5910" y="6814"/>
                </a:lnTo>
                <a:lnTo>
                  <a:pt x="5910" y="6813"/>
                </a:lnTo>
                <a:lnTo>
                  <a:pt x="5909" y="6813"/>
                </a:lnTo>
                <a:lnTo>
                  <a:pt x="5909" y="6814"/>
                </a:lnTo>
                <a:lnTo>
                  <a:pt x="5909" y="6815"/>
                </a:lnTo>
                <a:lnTo>
                  <a:pt x="5909" y="6816"/>
                </a:lnTo>
                <a:lnTo>
                  <a:pt x="5906" y="6816"/>
                </a:lnTo>
                <a:lnTo>
                  <a:pt x="5905" y="6816"/>
                </a:lnTo>
                <a:lnTo>
                  <a:pt x="5904" y="6816"/>
                </a:lnTo>
                <a:lnTo>
                  <a:pt x="5903" y="6816"/>
                </a:lnTo>
                <a:lnTo>
                  <a:pt x="5902" y="6816"/>
                </a:lnTo>
                <a:lnTo>
                  <a:pt x="5901" y="6815"/>
                </a:lnTo>
                <a:lnTo>
                  <a:pt x="5900" y="6816"/>
                </a:lnTo>
                <a:lnTo>
                  <a:pt x="5899" y="6816"/>
                </a:lnTo>
                <a:lnTo>
                  <a:pt x="5898" y="6817"/>
                </a:lnTo>
                <a:lnTo>
                  <a:pt x="5897" y="6817"/>
                </a:lnTo>
                <a:lnTo>
                  <a:pt x="5897" y="6818"/>
                </a:lnTo>
                <a:lnTo>
                  <a:pt x="5896" y="6819"/>
                </a:lnTo>
                <a:lnTo>
                  <a:pt x="5895" y="6819"/>
                </a:lnTo>
                <a:lnTo>
                  <a:pt x="5894" y="6819"/>
                </a:lnTo>
                <a:lnTo>
                  <a:pt x="5894" y="6818"/>
                </a:lnTo>
                <a:lnTo>
                  <a:pt x="5893" y="6818"/>
                </a:lnTo>
                <a:lnTo>
                  <a:pt x="5892" y="6817"/>
                </a:lnTo>
                <a:lnTo>
                  <a:pt x="5891" y="6817"/>
                </a:lnTo>
                <a:lnTo>
                  <a:pt x="5890" y="6817"/>
                </a:lnTo>
                <a:lnTo>
                  <a:pt x="5889" y="6817"/>
                </a:lnTo>
                <a:lnTo>
                  <a:pt x="5887" y="6817"/>
                </a:lnTo>
                <a:lnTo>
                  <a:pt x="5886" y="6817"/>
                </a:lnTo>
                <a:lnTo>
                  <a:pt x="5885" y="6818"/>
                </a:lnTo>
                <a:lnTo>
                  <a:pt x="5885" y="6819"/>
                </a:lnTo>
                <a:lnTo>
                  <a:pt x="5884" y="6819"/>
                </a:lnTo>
                <a:lnTo>
                  <a:pt x="5883" y="6819"/>
                </a:lnTo>
                <a:lnTo>
                  <a:pt x="5882" y="6819"/>
                </a:lnTo>
                <a:lnTo>
                  <a:pt x="5881" y="6820"/>
                </a:lnTo>
                <a:lnTo>
                  <a:pt x="5881" y="6821"/>
                </a:lnTo>
                <a:lnTo>
                  <a:pt x="5881" y="6822"/>
                </a:lnTo>
                <a:lnTo>
                  <a:pt x="5880" y="6823"/>
                </a:lnTo>
                <a:lnTo>
                  <a:pt x="5879" y="6823"/>
                </a:lnTo>
                <a:lnTo>
                  <a:pt x="5878" y="6823"/>
                </a:lnTo>
                <a:lnTo>
                  <a:pt x="5877" y="6823"/>
                </a:lnTo>
                <a:lnTo>
                  <a:pt x="5876" y="6823"/>
                </a:lnTo>
                <a:lnTo>
                  <a:pt x="5876" y="6822"/>
                </a:lnTo>
                <a:lnTo>
                  <a:pt x="5876" y="6821"/>
                </a:lnTo>
                <a:lnTo>
                  <a:pt x="5876" y="6820"/>
                </a:lnTo>
                <a:lnTo>
                  <a:pt x="5877" y="6820"/>
                </a:lnTo>
                <a:lnTo>
                  <a:pt x="5877" y="6818"/>
                </a:lnTo>
                <a:lnTo>
                  <a:pt x="5878" y="6817"/>
                </a:lnTo>
                <a:lnTo>
                  <a:pt x="5878" y="6816"/>
                </a:lnTo>
                <a:lnTo>
                  <a:pt x="5879" y="6815"/>
                </a:lnTo>
                <a:lnTo>
                  <a:pt x="5879" y="6814"/>
                </a:lnTo>
                <a:lnTo>
                  <a:pt x="5879" y="6813"/>
                </a:lnTo>
                <a:lnTo>
                  <a:pt x="5879" y="6812"/>
                </a:lnTo>
                <a:lnTo>
                  <a:pt x="5878" y="6812"/>
                </a:lnTo>
                <a:lnTo>
                  <a:pt x="5876" y="6813"/>
                </a:lnTo>
                <a:lnTo>
                  <a:pt x="5876" y="6812"/>
                </a:lnTo>
                <a:lnTo>
                  <a:pt x="5876" y="6811"/>
                </a:lnTo>
                <a:lnTo>
                  <a:pt x="5875" y="6810"/>
                </a:lnTo>
                <a:lnTo>
                  <a:pt x="5874" y="6808"/>
                </a:lnTo>
                <a:lnTo>
                  <a:pt x="5875" y="6807"/>
                </a:lnTo>
                <a:lnTo>
                  <a:pt x="5875" y="6805"/>
                </a:lnTo>
                <a:lnTo>
                  <a:pt x="5876" y="6804"/>
                </a:lnTo>
                <a:lnTo>
                  <a:pt x="5876" y="6803"/>
                </a:lnTo>
                <a:lnTo>
                  <a:pt x="5877" y="6803"/>
                </a:lnTo>
                <a:lnTo>
                  <a:pt x="5878" y="6802"/>
                </a:lnTo>
                <a:lnTo>
                  <a:pt x="5878" y="6801"/>
                </a:lnTo>
                <a:lnTo>
                  <a:pt x="5879" y="6801"/>
                </a:lnTo>
                <a:lnTo>
                  <a:pt x="5879" y="6800"/>
                </a:lnTo>
                <a:lnTo>
                  <a:pt x="5878" y="6800"/>
                </a:lnTo>
                <a:lnTo>
                  <a:pt x="5878" y="6799"/>
                </a:lnTo>
                <a:lnTo>
                  <a:pt x="5877" y="6800"/>
                </a:lnTo>
                <a:lnTo>
                  <a:pt x="5876" y="6800"/>
                </a:lnTo>
                <a:lnTo>
                  <a:pt x="5876" y="6801"/>
                </a:lnTo>
                <a:lnTo>
                  <a:pt x="5875" y="6800"/>
                </a:lnTo>
                <a:lnTo>
                  <a:pt x="5874" y="6799"/>
                </a:lnTo>
                <a:lnTo>
                  <a:pt x="5873" y="6799"/>
                </a:lnTo>
                <a:lnTo>
                  <a:pt x="5873" y="6798"/>
                </a:lnTo>
                <a:lnTo>
                  <a:pt x="5873" y="6796"/>
                </a:lnTo>
                <a:lnTo>
                  <a:pt x="5873" y="6795"/>
                </a:lnTo>
                <a:lnTo>
                  <a:pt x="5874" y="6795"/>
                </a:lnTo>
                <a:lnTo>
                  <a:pt x="5874" y="6794"/>
                </a:lnTo>
                <a:lnTo>
                  <a:pt x="5873" y="6792"/>
                </a:lnTo>
                <a:lnTo>
                  <a:pt x="5873" y="6790"/>
                </a:lnTo>
                <a:lnTo>
                  <a:pt x="5874" y="6789"/>
                </a:lnTo>
                <a:lnTo>
                  <a:pt x="5874" y="6788"/>
                </a:lnTo>
                <a:lnTo>
                  <a:pt x="5875" y="6788"/>
                </a:lnTo>
                <a:lnTo>
                  <a:pt x="5875" y="6785"/>
                </a:lnTo>
                <a:lnTo>
                  <a:pt x="5875" y="6784"/>
                </a:lnTo>
                <a:lnTo>
                  <a:pt x="5874" y="6784"/>
                </a:lnTo>
                <a:lnTo>
                  <a:pt x="5874" y="6786"/>
                </a:lnTo>
                <a:lnTo>
                  <a:pt x="5873" y="6788"/>
                </a:lnTo>
                <a:lnTo>
                  <a:pt x="5872" y="6788"/>
                </a:lnTo>
                <a:lnTo>
                  <a:pt x="5871" y="6787"/>
                </a:lnTo>
                <a:lnTo>
                  <a:pt x="5870" y="6786"/>
                </a:lnTo>
                <a:lnTo>
                  <a:pt x="5869" y="6785"/>
                </a:lnTo>
                <a:lnTo>
                  <a:pt x="5868" y="6785"/>
                </a:lnTo>
                <a:lnTo>
                  <a:pt x="5867" y="6784"/>
                </a:lnTo>
                <a:lnTo>
                  <a:pt x="5866" y="6784"/>
                </a:lnTo>
                <a:lnTo>
                  <a:pt x="5866" y="6783"/>
                </a:lnTo>
                <a:lnTo>
                  <a:pt x="5865" y="6782"/>
                </a:lnTo>
                <a:lnTo>
                  <a:pt x="5865" y="6781"/>
                </a:lnTo>
                <a:lnTo>
                  <a:pt x="5865" y="6780"/>
                </a:lnTo>
                <a:lnTo>
                  <a:pt x="5864" y="6779"/>
                </a:lnTo>
                <a:lnTo>
                  <a:pt x="5864" y="6780"/>
                </a:lnTo>
                <a:lnTo>
                  <a:pt x="5863" y="6779"/>
                </a:lnTo>
                <a:lnTo>
                  <a:pt x="5862" y="6779"/>
                </a:lnTo>
                <a:lnTo>
                  <a:pt x="5862" y="6780"/>
                </a:lnTo>
                <a:lnTo>
                  <a:pt x="5864" y="6781"/>
                </a:lnTo>
                <a:lnTo>
                  <a:pt x="5865" y="6782"/>
                </a:lnTo>
                <a:lnTo>
                  <a:pt x="5865" y="6783"/>
                </a:lnTo>
                <a:lnTo>
                  <a:pt x="5865" y="6784"/>
                </a:lnTo>
                <a:lnTo>
                  <a:pt x="5865" y="6785"/>
                </a:lnTo>
                <a:lnTo>
                  <a:pt x="5866" y="6786"/>
                </a:lnTo>
                <a:lnTo>
                  <a:pt x="5867" y="6787"/>
                </a:lnTo>
                <a:lnTo>
                  <a:pt x="5868" y="6787"/>
                </a:lnTo>
                <a:lnTo>
                  <a:pt x="5868" y="6788"/>
                </a:lnTo>
                <a:lnTo>
                  <a:pt x="5868" y="6789"/>
                </a:lnTo>
                <a:lnTo>
                  <a:pt x="5869" y="6791"/>
                </a:lnTo>
                <a:lnTo>
                  <a:pt x="5869" y="6792"/>
                </a:lnTo>
                <a:lnTo>
                  <a:pt x="5870" y="6792"/>
                </a:lnTo>
                <a:lnTo>
                  <a:pt x="5870" y="6793"/>
                </a:lnTo>
                <a:lnTo>
                  <a:pt x="5871" y="6795"/>
                </a:lnTo>
                <a:lnTo>
                  <a:pt x="5871" y="6796"/>
                </a:lnTo>
                <a:lnTo>
                  <a:pt x="5870" y="6796"/>
                </a:lnTo>
                <a:lnTo>
                  <a:pt x="5868" y="6796"/>
                </a:lnTo>
                <a:lnTo>
                  <a:pt x="5867" y="6796"/>
                </a:lnTo>
                <a:lnTo>
                  <a:pt x="5867" y="6797"/>
                </a:lnTo>
                <a:lnTo>
                  <a:pt x="5867" y="6798"/>
                </a:lnTo>
                <a:lnTo>
                  <a:pt x="5867" y="6799"/>
                </a:lnTo>
                <a:lnTo>
                  <a:pt x="5868" y="6799"/>
                </a:lnTo>
                <a:lnTo>
                  <a:pt x="5869" y="6800"/>
                </a:lnTo>
                <a:lnTo>
                  <a:pt x="5868" y="6799"/>
                </a:lnTo>
                <a:lnTo>
                  <a:pt x="5869" y="6797"/>
                </a:lnTo>
                <a:lnTo>
                  <a:pt x="5870" y="6797"/>
                </a:lnTo>
                <a:lnTo>
                  <a:pt x="5870" y="6796"/>
                </a:lnTo>
                <a:lnTo>
                  <a:pt x="5871" y="6796"/>
                </a:lnTo>
                <a:lnTo>
                  <a:pt x="5871" y="6799"/>
                </a:lnTo>
                <a:lnTo>
                  <a:pt x="5871" y="6800"/>
                </a:lnTo>
                <a:lnTo>
                  <a:pt x="5872" y="6801"/>
                </a:lnTo>
                <a:lnTo>
                  <a:pt x="5872" y="6803"/>
                </a:lnTo>
                <a:lnTo>
                  <a:pt x="5871" y="6803"/>
                </a:lnTo>
                <a:lnTo>
                  <a:pt x="5871" y="6804"/>
                </a:lnTo>
                <a:lnTo>
                  <a:pt x="5870" y="6806"/>
                </a:lnTo>
                <a:lnTo>
                  <a:pt x="5870" y="6807"/>
                </a:lnTo>
                <a:lnTo>
                  <a:pt x="5869" y="6807"/>
                </a:lnTo>
                <a:lnTo>
                  <a:pt x="5868" y="6806"/>
                </a:lnTo>
                <a:lnTo>
                  <a:pt x="5868" y="6807"/>
                </a:lnTo>
                <a:lnTo>
                  <a:pt x="5868" y="6808"/>
                </a:lnTo>
                <a:lnTo>
                  <a:pt x="5868" y="6809"/>
                </a:lnTo>
                <a:lnTo>
                  <a:pt x="5869" y="6810"/>
                </a:lnTo>
                <a:lnTo>
                  <a:pt x="5869" y="6811"/>
                </a:lnTo>
                <a:lnTo>
                  <a:pt x="5869" y="6810"/>
                </a:lnTo>
                <a:lnTo>
                  <a:pt x="5869" y="6809"/>
                </a:lnTo>
                <a:lnTo>
                  <a:pt x="5870" y="6810"/>
                </a:lnTo>
                <a:lnTo>
                  <a:pt x="5871" y="6810"/>
                </a:lnTo>
                <a:lnTo>
                  <a:pt x="5871" y="6811"/>
                </a:lnTo>
                <a:lnTo>
                  <a:pt x="5871" y="6812"/>
                </a:lnTo>
                <a:lnTo>
                  <a:pt x="5871" y="6813"/>
                </a:lnTo>
                <a:lnTo>
                  <a:pt x="5872" y="6813"/>
                </a:lnTo>
                <a:lnTo>
                  <a:pt x="5874" y="6814"/>
                </a:lnTo>
                <a:lnTo>
                  <a:pt x="5874" y="6816"/>
                </a:lnTo>
                <a:lnTo>
                  <a:pt x="5875" y="6816"/>
                </a:lnTo>
                <a:lnTo>
                  <a:pt x="5874" y="6817"/>
                </a:lnTo>
                <a:lnTo>
                  <a:pt x="5874" y="6818"/>
                </a:lnTo>
                <a:lnTo>
                  <a:pt x="5873" y="6819"/>
                </a:lnTo>
                <a:lnTo>
                  <a:pt x="5873" y="6820"/>
                </a:lnTo>
                <a:lnTo>
                  <a:pt x="5873" y="6821"/>
                </a:lnTo>
                <a:lnTo>
                  <a:pt x="5873" y="6822"/>
                </a:lnTo>
                <a:lnTo>
                  <a:pt x="5873" y="6824"/>
                </a:lnTo>
                <a:lnTo>
                  <a:pt x="5873" y="6825"/>
                </a:lnTo>
                <a:lnTo>
                  <a:pt x="5872" y="6825"/>
                </a:lnTo>
                <a:lnTo>
                  <a:pt x="5871" y="6826"/>
                </a:lnTo>
                <a:lnTo>
                  <a:pt x="5871" y="6827"/>
                </a:lnTo>
                <a:lnTo>
                  <a:pt x="5871" y="6828"/>
                </a:lnTo>
                <a:lnTo>
                  <a:pt x="5871" y="6829"/>
                </a:lnTo>
                <a:lnTo>
                  <a:pt x="5871" y="6831"/>
                </a:lnTo>
                <a:lnTo>
                  <a:pt x="5871" y="6832"/>
                </a:lnTo>
                <a:lnTo>
                  <a:pt x="5871" y="6833"/>
                </a:lnTo>
                <a:lnTo>
                  <a:pt x="5870" y="6834"/>
                </a:lnTo>
                <a:lnTo>
                  <a:pt x="5870" y="6835"/>
                </a:lnTo>
                <a:lnTo>
                  <a:pt x="5868" y="6836"/>
                </a:lnTo>
                <a:lnTo>
                  <a:pt x="5868" y="6835"/>
                </a:lnTo>
                <a:lnTo>
                  <a:pt x="5866" y="6834"/>
                </a:lnTo>
                <a:lnTo>
                  <a:pt x="5866" y="6833"/>
                </a:lnTo>
                <a:lnTo>
                  <a:pt x="5865" y="6834"/>
                </a:lnTo>
                <a:lnTo>
                  <a:pt x="5864" y="6835"/>
                </a:lnTo>
                <a:lnTo>
                  <a:pt x="5864" y="6836"/>
                </a:lnTo>
                <a:lnTo>
                  <a:pt x="5864" y="6835"/>
                </a:lnTo>
                <a:lnTo>
                  <a:pt x="5863" y="6835"/>
                </a:lnTo>
                <a:lnTo>
                  <a:pt x="5863" y="6836"/>
                </a:lnTo>
                <a:lnTo>
                  <a:pt x="5863" y="6837"/>
                </a:lnTo>
                <a:lnTo>
                  <a:pt x="5863" y="6838"/>
                </a:lnTo>
                <a:lnTo>
                  <a:pt x="5862" y="6839"/>
                </a:lnTo>
                <a:lnTo>
                  <a:pt x="5861" y="6840"/>
                </a:lnTo>
                <a:lnTo>
                  <a:pt x="5860" y="6840"/>
                </a:lnTo>
                <a:lnTo>
                  <a:pt x="5860" y="6841"/>
                </a:lnTo>
                <a:lnTo>
                  <a:pt x="5859" y="6841"/>
                </a:lnTo>
                <a:lnTo>
                  <a:pt x="5858" y="6841"/>
                </a:lnTo>
                <a:lnTo>
                  <a:pt x="5857" y="6841"/>
                </a:lnTo>
                <a:lnTo>
                  <a:pt x="5856" y="6840"/>
                </a:lnTo>
                <a:lnTo>
                  <a:pt x="5856" y="6839"/>
                </a:lnTo>
                <a:lnTo>
                  <a:pt x="5856" y="6840"/>
                </a:lnTo>
                <a:lnTo>
                  <a:pt x="5855" y="6840"/>
                </a:lnTo>
                <a:lnTo>
                  <a:pt x="5854" y="6841"/>
                </a:lnTo>
                <a:lnTo>
                  <a:pt x="5853" y="6841"/>
                </a:lnTo>
                <a:lnTo>
                  <a:pt x="5853" y="6842"/>
                </a:lnTo>
                <a:lnTo>
                  <a:pt x="5852" y="6842"/>
                </a:lnTo>
                <a:lnTo>
                  <a:pt x="5852" y="6843"/>
                </a:lnTo>
                <a:lnTo>
                  <a:pt x="5851" y="6843"/>
                </a:lnTo>
                <a:lnTo>
                  <a:pt x="5851" y="6842"/>
                </a:lnTo>
                <a:lnTo>
                  <a:pt x="5850" y="6843"/>
                </a:lnTo>
                <a:lnTo>
                  <a:pt x="5849" y="6843"/>
                </a:lnTo>
                <a:lnTo>
                  <a:pt x="5848" y="6844"/>
                </a:lnTo>
                <a:lnTo>
                  <a:pt x="5847" y="6844"/>
                </a:lnTo>
                <a:lnTo>
                  <a:pt x="5847" y="6845"/>
                </a:lnTo>
                <a:lnTo>
                  <a:pt x="5846" y="6845"/>
                </a:lnTo>
                <a:lnTo>
                  <a:pt x="5844" y="6846"/>
                </a:lnTo>
                <a:lnTo>
                  <a:pt x="5844" y="6845"/>
                </a:lnTo>
                <a:lnTo>
                  <a:pt x="5843" y="6845"/>
                </a:lnTo>
                <a:lnTo>
                  <a:pt x="5843" y="6844"/>
                </a:lnTo>
                <a:lnTo>
                  <a:pt x="5842" y="6844"/>
                </a:lnTo>
                <a:lnTo>
                  <a:pt x="5841" y="6844"/>
                </a:lnTo>
                <a:lnTo>
                  <a:pt x="5840" y="6844"/>
                </a:lnTo>
                <a:lnTo>
                  <a:pt x="5841" y="6845"/>
                </a:lnTo>
                <a:lnTo>
                  <a:pt x="5842" y="6846"/>
                </a:lnTo>
                <a:lnTo>
                  <a:pt x="5842" y="6848"/>
                </a:lnTo>
                <a:lnTo>
                  <a:pt x="5841" y="6849"/>
                </a:lnTo>
                <a:lnTo>
                  <a:pt x="5840" y="6850"/>
                </a:lnTo>
                <a:lnTo>
                  <a:pt x="5840" y="6851"/>
                </a:lnTo>
                <a:lnTo>
                  <a:pt x="5840" y="6852"/>
                </a:lnTo>
                <a:lnTo>
                  <a:pt x="5840" y="6853"/>
                </a:lnTo>
                <a:lnTo>
                  <a:pt x="5840" y="6854"/>
                </a:lnTo>
                <a:lnTo>
                  <a:pt x="5839" y="6855"/>
                </a:lnTo>
                <a:lnTo>
                  <a:pt x="5839" y="6856"/>
                </a:lnTo>
                <a:lnTo>
                  <a:pt x="5838" y="6856"/>
                </a:lnTo>
                <a:lnTo>
                  <a:pt x="5838" y="6857"/>
                </a:lnTo>
                <a:lnTo>
                  <a:pt x="5837" y="6857"/>
                </a:lnTo>
                <a:lnTo>
                  <a:pt x="5837" y="6856"/>
                </a:lnTo>
                <a:lnTo>
                  <a:pt x="5837" y="6855"/>
                </a:lnTo>
                <a:lnTo>
                  <a:pt x="5837" y="6854"/>
                </a:lnTo>
                <a:lnTo>
                  <a:pt x="5837" y="6853"/>
                </a:lnTo>
                <a:lnTo>
                  <a:pt x="5836" y="6852"/>
                </a:lnTo>
                <a:lnTo>
                  <a:pt x="5836" y="6851"/>
                </a:lnTo>
                <a:lnTo>
                  <a:pt x="5836" y="6850"/>
                </a:lnTo>
                <a:lnTo>
                  <a:pt x="5835" y="6850"/>
                </a:lnTo>
                <a:lnTo>
                  <a:pt x="5836" y="6849"/>
                </a:lnTo>
                <a:lnTo>
                  <a:pt x="5836" y="6848"/>
                </a:lnTo>
                <a:lnTo>
                  <a:pt x="5836" y="6847"/>
                </a:lnTo>
                <a:lnTo>
                  <a:pt x="5836" y="6845"/>
                </a:lnTo>
                <a:lnTo>
                  <a:pt x="5836" y="6844"/>
                </a:lnTo>
                <a:lnTo>
                  <a:pt x="5837" y="6844"/>
                </a:lnTo>
                <a:lnTo>
                  <a:pt x="5837" y="6843"/>
                </a:lnTo>
                <a:lnTo>
                  <a:pt x="5838" y="6843"/>
                </a:lnTo>
                <a:lnTo>
                  <a:pt x="5836" y="6842"/>
                </a:lnTo>
                <a:lnTo>
                  <a:pt x="5835" y="6842"/>
                </a:lnTo>
                <a:lnTo>
                  <a:pt x="5835" y="6841"/>
                </a:lnTo>
                <a:lnTo>
                  <a:pt x="5834" y="6841"/>
                </a:lnTo>
                <a:lnTo>
                  <a:pt x="5833" y="6842"/>
                </a:lnTo>
                <a:lnTo>
                  <a:pt x="5832" y="6843"/>
                </a:lnTo>
                <a:lnTo>
                  <a:pt x="5833" y="6843"/>
                </a:lnTo>
                <a:lnTo>
                  <a:pt x="5834" y="6844"/>
                </a:lnTo>
                <a:lnTo>
                  <a:pt x="5834" y="6847"/>
                </a:lnTo>
                <a:lnTo>
                  <a:pt x="5834" y="6848"/>
                </a:lnTo>
                <a:lnTo>
                  <a:pt x="5835" y="6848"/>
                </a:lnTo>
                <a:lnTo>
                  <a:pt x="5835" y="6849"/>
                </a:lnTo>
                <a:lnTo>
                  <a:pt x="5835" y="6850"/>
                </a:lnTo>
                <a:lnTo>
                  <a:pt x="5834" y="6850"/>
                </a:lnTo>
                <a:lnTo>
                  <a:pt x="5834" y="6851"/>
                </a:lnTo>
                <a:lnTo>
                  <a:pt x="5832" y="6851"/>
                </a:lnTo>
                <a:lnTo>
                  <a:pt x="5831" y="6851"/>
                </a:lnTo>
                <a:lnTo>
                  <a:pt x="5830" y="6851"/>
                </a:lnTo>
                <a:lnTo>
                  <a:pt x="5830" y="6852"/>
                </a:lnTo>
                <a:lnTo>
                  <a:pt x="5830" y="6851"/>
                </a:lnTo>
                <a:lnTo>
                  <a:pt x="5831" y="6851"/>
                </a:lnTo>
                <a:lnTo>
                  <a:pt x="5831" y="6852"/>
                </a:lnTo>
                <a:lnTo>
                  <a:pt x="5832" y="6852"/>
                </a:lnTo>
                <a:lnTo>
                  <a:pt x="5833" y="6852"/>
                </a:lnTo>
                <a:lnTo>
                  <a:pt x="5833" y="6853"/>
                </a:lnTo>
                <a:lnTo>
                  <a:pt x="5833" y="6854"/>
                </a:lnTo>
                <a:lnTo>
                  <a:pt x="5833" y="6855"/>
                </a:lnTo>
                <a:lnTo>
                  <a:pt x="5833" y="6856"/>
                </a:lnTo>
                <a:lnTo>
                  <a:pt x="5832" y="6855"/>
                </a:lnTo>
                <a:lnTo>
                  <a:pt x="5832" y="6856"/>
                </a:lnTo>
                <a:lnTo>
                  <a:pt x="5831" y="6856"/>
                </a:lnTo>
                <a:lnTo>
                  <a:pt x="5831" y="6858"/>
                </a:lnTo>
                <a:lnTo>
                  <a:pt x="5830" y="6859"/>
                </a:lnTo>
                <a:lnTo>
                  <a:pt x="5829" y="6862"/>
                </a:lnTo>
                <a:lnTo>
                  <a:pt x="5829" y="6863"/>
                </a:lnTo>
                <a:lnTo>
                  <a:pt x="5828" y="6863"/>
                </a:lnTo>
                <a:lnTo>
                  <a:pt x="5828" y="6864"/>
                </a:lnTo>
                <a:lnTo>
                  <a:pt x="5829" y="6864"/>
                </a:lnTo>
                <a:lnTo>
                  <a:pt x="5830" y="6865"/>
                </a:lnTo>
                <a:lnTo>
                  <a:pt x="5829" y="6865"/>
                </a:lnTo>
                <a:lnTo>
                  <a:pt x="5828" y="6866"/>
                </a:lnTo>
                <a:lnTo>
                  <a:pt x="5828" y="6867"/>
                </a:lnTo>
                <a:lnTo>
                  <a:pt x="5828" y="6868"/>
                </a:lnTo>
                <a:lnTo>
                  <a:pt x="5827" y="6868"/>
                </a:lnTo>
                <a:lnTo>
                  <a:pt x="5827" y="6867"/>
                </a:lnTo>
                <a:lnTo>
                  <a:pt x="5826" y="6867"/>
                </a:lnTo>
                <a:lnTo>
                  <a:pt x="5825" y="6867"/>
                </a:lnTo>
                <a:lnTo>
                  <a:pt x="5825" y="6868"/>
                </a:lnTo>
                <a:lnTo>
                  <a:pt x="5826" y="6868"/>
                </a:lnTo>
                <a:lnTo>
                  <a:pt x="5826" y="6869"/>
                </a:lnTo>
                <a:lnTo>
                  <a:pt x="5827" y="6869"/>
                </a:lnTo>
                <a:lnTo>
                  <a:pt x="5828" y="6869"/>
                </a:lnTo>
                <a:lnTo>
                  <a:pt x="5828" y="6870"/>
                </a:lnTo>
                <a:lnTo>
                  <a:pt x="5828" y="6871"/>
                </a:lnTo>
                <a:lnTo>
                  <a:pt x="5828" y="6872"/>
                </a:lnTo>
                <a:lnTo>
                  <a:pt x="5828" y="6873"/>
                </a:lnTo>
                <a:lnTo>
                  <a:pt x="5827" y="6874"/>
                </a:lnTo>
                <a:lnTo>
                  <a:pt x="5827" y="6875"/>
                </a:lnTo>
                <a:lnTo>
                  <a:pt x="5827" y="6876"/>
                </a:lnTo>
                <a:lnTo>
                  <a:pt x="5827" y="6877"/>
                </a:lnTo>
                <a:lnTo>
                  <a:pt x="5827" y="6878"/>
                </a:lnTo>
                <a:lnTo>
                  <a:pt x="5827" y="6879"/>
                </a:lnTo>
                <a:lnTo>
                  <a:pt x="5827" y="6880"/>
                </a:lnTo>
                <a:lnTo>
                  <a:pt x="5828" y="6881"/>
                </a:lnTo>
                <a:lnTo>
                  <a:pt x="5828" y="6882"/>
                </a:lnTo>
                <a:lnTo>
                  <a:pt x="5828" y="6883"/>
                </a:lnTo>
                <a:lnTo>
                  <a:pt x="5829" y="6884"/>
                </a:lnTo>
                <a:lnTo>
                  <a:pt x="5829" y="6885"/>
                </a:lnTo>
                <a:lnTo>
                  <a:pt x="5830" y="6887"/>
                </a:lnTo>
                <a:lnTo>
                  <a:pt x="5831" y="6888"/>
                </a:lnTo>
                <a:lnTo>
                  <a:pt x="5831" y="6889"/>
                </a:lnTo>
                <a:lnTo>
                  <a:pt x="5832" y="6889"/>
                </a:lnTo>
                <a:lnTo>
                  <a:pt x="5832" y="6890"/>
                </a:lnTo>
                <a:lnTo>
                  <a:pt x="5833" y="6890"/>
                </a:lnTo>
                <a:lnTo>
                  <a:pt x="5833" y="6891"/>
                </a:lnTo>
                <a:lnTo>
                  <a:pt x="5833" y="6892"/>
                </a:lnTo>
                <a:lnTo>
                  <a:pt x="5834" y="6893"/>
                </a:lnTo>
                <a:lnTo>
                  <a:pt x="5833" y="6893"/>
                </a:lnTo>
                <a:lnTo>
                  <a:pt x="5833" y="6894"/>
                </a:lnTo>
                <a:lnTo>
                  <a:pt x="5832" y="6894"/>
                </a:lnTo>
                <a:lnTo>
                  <a:pt x="5832" y="6895"/>
                </a:lnTo>
                <a:lnTo>
                  <a:pt x="5831" y="6895"/>
                </a:lnTo>
                <a:lnTo>
                  <a:pt x="5831" y="6896"/>
                </a:lnTo>
                <a:lnTo>
                  <a:pt x="5830" y="6897"/>
                </a:lnTo>
                <a:lnTo>
                  <a:pt x="5831" y="6897"/>
                </a:lnTo>
                <a:lnTo>
                  <a:pt x="5831" y="6896"/>
                </a:lnTo>
                <a:lnTo>
                  <a:pt x="5832" y="6896"/>
                </a:lnTo>
                <a:lnTo>
                  <a:pt x="5833" y="6896"/>
                </a:lnTo>
                <a:lnTo>
                  <a:pt x="5834" y="6895"/>
                </a:lnTo>
                <a:lnTo>
                  <a:pt x="5835" y="6895"/>
                </a:lnTo>
                <a:lnTo>
                  <a:pt x="5836" y="6895"/>
                </a:lnTo>
                <a:lnTo>
                  <a:pt x="5836" y="6894"/>
                </a:lnTo>
                <a:lnTo>
                  <a:pt x="5838" y="6894"/>
                </a:lnTo>
                <a:lnTo>
                  <a:pt x="5839" y="6893"/>
                </a:lnTo>
                <a:lnTo>
                  <a:pt x="5840" y="6893"/>
                </a:lnTo>
                <a:lnTo>
                  <a:pt x="5841" y="6893"/>
                </a:lnTo>
                <a:lnTo>
                  <a:pt x="5842" y="6893"/>
                </a:lnTo>
                <a:lnTo>
                  <a:pt x="5843" y="6894"/>
                </a:lnTo>
                <a:lnTo>
                  <a:pt x="5844" y="6894"/>
                </a:lnTo>
                <a:lnTo>
                  <a:pt x="5844" y="6895"/>
                </a:lnTo>
                <a:lnTo>
                  <a:pt x="5845" y="6895"/>
                </a:lnTo>
                <a:lnTo>
                  <a:pt x="5846" y="6895"/>
                </a:lnTo>
                <a:lnTo>
                  <a:pt x="5847" y="6895"/>
                </a:lnTo>
                <a:lnTo>
                  <a:pt x="5847" y="6896"/>
                </a:lnTo>
                <a:lnTo>
                  <a:pt x="5848" y="6896"/>
                </a:lnTo>
                <a:lnTo>
                  <a:pt x="5848" y="6895"/>
                </a:lnTo>
                <a:lnTo>
                  <a:pt x="5849" y="6895"/>
                </a:lnTo>
                <a:lnTo>
                  <a:pt x="5850" y="6895"/>
                </a:lnTo>
                <a:lnTo>
                  <a:pt x="5851" y="6895"/>
                </a:lnTo>
                <a:lnTo>
                  <a:pt x="5852" y="6894"/>
                </a:lnTo>
                <a:lnTo>
                  <a:pt x="5856" y="6893"/>
                </a:lnTo>
                <a:lnTo>
                  <a:pt x="5858" y="6893"/>
                </a:lnTo>
                <a:lnTo>
                  <a:pt x="5859" y="6893"/>
                </a:lnTo>
                <a:lnTo>
                  <a:pt x="5859" y="6894"/>
                </a:lnTo>
                <a:lnTo>
                  <a:pt x="5860" y="6894"/>
                </a:lnTo>
                <a:lnTo>
                  <a:pt x="5860" y="6895"/>
                </a:lnTo>
                <a:lnTo>
                  <a:pt x="5861" y="6895"/>
                </a:lnTo>
                <a:lnTo>
                  <a:pt x="5862" y="6896"/>
                </a:lnTo>
                <a:lnTo>
                  <a:pt x="5863" y="6897"/>
                </a:lnTo>
                <a:lnTo>
                  <a:pt x="5864" y="6897"/>
                </a:lnTo>
                <a:lnTo>
                  <a:pt x="5865" y="6897"/>
                </a:lnTo>
                <a:lnTo>
                  <a:pt x="5866" y="6897"/>
                </a:lnTo>
                <a:lnTo>
                  <a:pt x="5867" y="6898"/>
                </a:lnTo>
                <a:lnTo>
                  <a:pt x="5868" y="6898"/>
                </a:lnTo>
                <a:lnTo>
                  <a:pt x="5869" y="6898"/>
                </a:lnTo>
                <a:lnTo>
                  <a:pt x="5869" y="6899"/>
                </a:lnTo>
                <a:lnTo>
                  <a:pt x="5870" y="6899"/>
                </a:lnTo>
                <a:lnTo>
                  <a:pt x="5871" y="6899"/>
                </a:lnTo>
                <a:lnTo>
                  <a:pt x="5870" y="6899"/>
                </a:lnTo>
                <a:lnTo>
                  <a:pt x="5870" y="6898"/>
                </a:lnTo>
                <a:lnTo>
                  <a:pt x="5869" y="6898"/>
                </a:lnTo>
                <a:lnTo>
                  <a:pt x="5869" y="6897"/>
                </a:lnTo>
                <a:lnTo>
                  <a:pt x="5870" y="6897"/>
                </a:lnTo>
                <a:lnTo>
                  <a:pt x="5870" y="6898"/>
                </a:lnTo>
                <a:lnTo>
                  <a:pt x="5871" y="6898"/>
                </a:lnTo>
                <a:lnTo>
                  <a:pt x="5871" y="6899"/>
                </a:lnTo>
                <a:lnTo>
                  <a:pt x="5872" y="6899"/>
                </a:lnTo>
                <a:lnTo>
                  <a:pt x="5872" y="6901"/>
                </a:lnTo>
                <a:lnTo>
                  <a:pt x="5872" y="6902"/>
                </a:lnTo>
                <a:lnTo>
                  <a:pt x="5872" y="6903"/>
                </a:lnTo>
                <a:lnTo>
                  <a:pt x="5871" y="6903"/>
                </a:lnTo>
                <a:lnTo>
                  <a:pt x="5871" y="6904"/>
                </a:lnTo>
                <a:lnTo>
                  <a:pt x="5872" y="6904"/>
                </a:lnTo>
                <a:lnTo>
                  <a:pt x="5872" y="6905"/>
                </a:lnTo>
                <a:lnTo>
                  <a:pt x="5873" y="6906"/>
                </a:lnTo>
                <a:lnTo>
                  <a:pt x="5873" y="6907"/>
                </a:lnTo>
                <a:lnTo>
                  <a:pt x="5872" y="6907"/>
                </a:lnTo>
                <a:lnTo>
                  <a:pt x="5873" y="6907"/>
                </a:lnTo>
                <a:lnTo>
                  <a:pt x="5873" y="6908"/>
                </a:lnTo>
                <a:lnTo>
                  <a:pt x="5873" y="6909"/>
                </a:lnTo>
                <a:lnTo>
                  <a:pt x="5874" y="6909"/>
                </a:lnTo>
                <a:lnTo>
                  <a:pt x="5874" y="6911"/>
                </a:lnTo>
                <a:lnTo>
                  <a:pt x="5873" y="6912"/>
                </a:lnTo>
                <a:lnTo>
                  <a:pt x="5873" y="6913"/>
                </a:lnTo>
                <a:lnTo>
                  <a:pt x="5873" y="6914"/>
                </a:lnTo>
                <a:lnTo>
                  <a:pt x="5873" y="6915"/>
                </a:lnTo>
                <a:lnTo>
                  <a:pt x="5873" y="6918"/>
                </a:lnTo>
                <a:lnTo>
                  <a:pt x="5873" y="6919"/>
                </a:lnTo>
                <a:lnTo>
                  <a:pt x="5872" y="6919"/>
                </a:lnTo>
                <a:lnTo>
                  <a:pt x="5872" y="6920"/>
                </a:lnTo>
                <a:lnTo>
                  <a:pt x="5871" y="6920"/>
                </a:lnTo>
                <a:lnTo>
                  <a:pt x="5871" y="6921"/>
                </a:lnTo>
                <a:lnTo>
                  <a:pt x="5869" y="6921"/>
                </a:lnTo>
                <a:lnTo>
                  <a:pt x="5868" y="6920"/>
                </a:lnTo>
                <a:lnTo>
                  <a:pt x="5867" y="6920"/>
                </a:lnTo>
                <a:lnTo>
                  <a:pt x="5867" y="6919"/>
                </a:lnTo>
                <a:lnTo>
                  <a:pt x="5867" y="6918"/>
                </a:lnTo>
                <a:lnTo>
                  <a:pt x="5866" y="6918"/>
                </a:lnTo>
                <a:lnTo>
                  <a:pt x="5866" y="6917"/>
                </a:lnTo>
                <a:lnTo>
                  <a:pt x="5865" y="6917"/>
                </a:lnTo>
                <a:lnTo>
                  <a:pt x="5864" y="6916"/>
                </a:lnTo>
                <a:lnTo>
                  <a:pt x="5864" y="6915"/>
                </a:lnTo>
                <a:lnTo>
                  <a:pt x="5864" y="6914"/>
                </a:lnTo>
                <a:lnTo>
                  <a:pt x="5863" y="6914"/>
                </a:lnTo>
                <a:lnTo>
                  <a:pt x="5863" y="6913"/>
                </a:lnTo>
                <a:lnTo>
                  <a:pt x="5863" y="6912"/>
                </a:lnTo>
                <a:lnTo>
                  <a:pt x="5863" y="6911"/>
                </a:lnTo>
                <a:lnTo>
                  <a:pt x="5862" y="6911"/>
                </a:lnTo>
                <a:lnTo>
                  <a:pt x="5862" y="6910"/>
                </a:lnTo>
                <a:lnTo>
                  <a:pt x="5862" y="6909"/>
                </a:lnTo>
                <a:lnTo>
                  <a:pt x="5861" y="6909"/>
                </a:lnTo>
                <a:lnTo>
                  <a:pt x="5861" y="6908"/>
                </a:lnTo>
                <a:lnTo>
                  <a:pt x="5861" y="6907"/>
                </a:lnTo>
                <a:lnTo>
                  <a:pt x="5860" y="6907"/>
                </a:lnTo>
                <a:lnTo>
                  <a:pt x="5860" y="6908"/>
                </a:lnTo>
                <a:lnTo>
                  <a:pt x="5861" y="6908"/>
                </a:lnTo>
                <a:lnTo>
                  <a:pt x="5861" y="6909"/>
                </a:lnTo>
                <a:lnTo>
                  <a:pt x="5861" y="6910"/>
                </a:lnTo>
                <a:lnTo>
                  <a:pt x="5861" y="6911"/>
                </a:lnTo>
                <a:lnTo>
                  <a:pt x="5861" y="6912"/>
                </a:lnTo>
                <a:lnTo>
                  <a:pt x="5862" y="6912"/>
                </a:lnTo>
                <a:lnTo>
                  <a:pt x="5862" y="6913"/>
                </a:lnTo>
                <a:lnTo>
                  <a:pt x="5861" y="6913"/>
                </a:lnTo>
                <a:lnTo>
                  <a:pt x="5861" y="6914"/>
                </a:lnTo>
                <a:lnTo>
                  <a:pt x="5860" y="6914"/>
                </a:lnTo>
                <a:lnTo>
                  <a:pt x="5859" y="6914"/>
                </a:lnTo>
                <a:lnTo>
                  <a:pt x="5859" y="6915"/>
                </a:lnTo>
                <a:lnTo>
                  <a:pt x="5858" y="6915"/>
                </a:lnTo>
                <a:lnTo>
                  <a:pt x="5858" y="6914"/>
                </a:lnTo>
                <a:lnTo>
                  <a:pt x="5858" y="6915"/>
                </a:lnTo>
                <a:lnTo>
                  <a:pt x="5859" y="6916"/>
                </a:lnTo>
                <a:lnTo>
                  <a:pt x="5858" y="6916"/>
                </a:lnTo>
                <a:lnTo>
                  <a:pt x="5858" y="6917"/>
                </a:lnTo>
                <a:lnTo>
                  <a:pt x="5858" y="6916"/>
                </a:lnTo>
                <a:lnTo>
                  <a:pt x="5857" y="6916"/>
                </a:lnTo>
                <a:lnTo>
                  <a:pt x="5857" y="6917"/>
                </a:lnTo>
                <a:lnTo>
                  <a:pt x="5858" y="6917"/>
                </a:lnTo>
                <a:lnTo>
                  <a:pt x="5859" y="6917"/>
                </a:lnTo>
                <a:lnTo>
                  <a:pt x="5859" y="6916"/>
                </a:lnTo>
                <a:lnTo>
                  <a:pt x="5859" y="6915"/>
                </a:lnTo>
                <a:lnTo>
                  <a:pt x="5860" y="6915"/>
                </a:lnTo>
                <a:lnTo>
                  <a:pt x="5861" y="6915"/>
                </a:lnTo>
                <a:lnTo>
                  <a:pt x="5861" y="6914"/>
                </a:lnTo>
                <a:lnTo>
                  <a:pt x="5861" y="6915"/>
                </a:lnTo>
                <a:lnTo>
                  <a:pt x="5861" y="6916"/>
                </a:lnTo>
                <a:lnTo>
                  <a:pt x="5862" y="6916"/>
                </a:lnTo>
                <a:lnTo>
                  <a:pt x="5862" y="6917"/>
                </a:lnTo>
                <a:lnTo>
                  <a:pt x="5861" y="6917"/>
                </a:lnTo>
                <a:lnTo>
                  <a:pt x="5862" y="6917"/>
                </a:lnTo>
                <a:lnTo>
                  <a:pt x="5862" y="6918"/>
                </a:lnTo>
                <a:lnTo>
                  <a:pt x="5861" y="6918"/>
                </a:lnTo>
                <a:lnTo>
                  <a:pt x="5861" y="6917"/>
                </a:lnTo>
                <a:lnTo>
                  <a:pt x="5861" y="6918"/>
                </a:lnTo>
                <a:lnTo>
                  <a:pt x="5861" y="6919"/>
                </a:lnTo>
                <a:lnTo>
                  <a:pt x="5862" y="6919"/>
                </a:lnTo>
                <a:lnTo>
                  <a:pt x="5863" y="6921"/>
                </a:lnTo>
                <a:lnTo>
                  <a:pt x="5863" y="6922"/>
                </a:lnTo>
                <a:lnTo>
                  <a:pt x="5862" y="6922"/>
                </a:lnTo>
                <a:lnTo>
                  <a:pt x="5863" y="6922"/>
                </a:lnTo>
                <a:lnTo>
                  <a:pt x="5863" y="6923"/>
                </a:lnTo>
                <a:lnTo>
                  <a:pt x="5862" y="6923"/>
                </a:lnTo>
                <a:lnTo>
                  <a:pt x="5862" y="6924"/>
                </a:lnTo>
                <a:lnTo>
                  <a:pt x="5861" y="6924"/>
                </a:lnTo>
                <a:lnTo>
                  <a:pt x="5860" y="6924"/>
                </a:lnTo>
                <a:lnTo>
                  <a:pt x="5859" y="6925"/>
                </a:lnTo>
                <a:lnTo>
                  <a:pt x="5858" y="6925"/>
                </a:lnTo>
                <a:lnTo>
                  <a:pt x="5858" y="6926"/>
                </a:lnTo>
                <a:lnTo>
                  <a:pt x="5857" y="6926"/>
                </a:lnTo>
                <a:lnTo>
                  <a:pt x="5857" y="6927"/>
                </a:lnTo>
                <a:lnTo>
                  <a:pt x="5857" y="6926"/>
                </a:lnTo>
                <a:lnTo>
                  <a:pt x="5856" y="6926"/>
                </a:lnTo>
                <a:lnTo>
                  <a:pt x="5856" y="6927"/>
                </a:lnTo>
                <a:lnTo>
                  <a:pt x="5856" y="6928"/>
                </a:lnTo>
                <a:lnTo>
                  <a:pt x="5857" y="6928"/>
                </a:lnTo>
                <a:lnTo>
                  <a:pt x="5857" y="6929"/>
                </a:lnTo>
                <a:lnTo>
                  <a:pt x="5857" y="6930"/>
                </a:lnTo>
                <a:lnTo>
                  <a:pt x="5857" y="6931"/>
                </a:lnTo>
                <a:lnTo>
                  <a:pt x="5856" y="6931"/>
                </a:lnTo>
                <a:lnTo>
                  <a:pt x="5855" y="6931"/>
                </a:lnTo>
                <a:lnTo>
                  <a:pt x="5854" y="6931"/>
                </a:lnTo>
                <a:lnTo>
                  <a:pt x="5854" y="6932"/>
                </a:lnTo>
                <a:lnTo>
                  <a:pt x="5855" y="6932"/>
                </a:lnTo>
                <a:lnTo>
                  <a:pt x="5856" y="6932"/>
                </a:lnTo>
                <a:lnTo>
                  <a:pt x="5857" y="6932"/>
                </a:lnTo>
                <a:lnTo>
                  <a:pt x="5858" y="6931"/>
                </a:lnTo>
                <a:lnTo>
                  <a:pt x="5858" y="6930"/>
                </a:lnTo>
                <a:lnTo>
                  <a:pt x="5858" y="6929"/>
                </a:lnTo>
                <a:lnTo>
                  <a:pt x="5858" y="6930"/>
                </a:lnTo>
                <a:lnTo>
                  <a:pt x="5859" y="6930"/>
                </a:lnTo>
                <a:lnTo>
                  <a:pt x="5859" y="6929"/>
                </a:lnTo>
                <a:lnTo>
                  <a:pt x="5860" y="6929"/>
                </a:lnTo>
                <a:lnTo>
                  <a:pt x="5860" y="6928"/>
                </a:lnTo>
                <a:lnTo>
                  <a:pt x="5861" y="6927"/>
                </a:lnTo>
                <a:lnTo>
                  <a:pt x="5862" y="6927"/>
                </a:lnTo>
                <a:lnTo>
                  <a:pt x="5862" y="6928"/>
                </a:lnTo>
                <a:lnTo>
                  <a:pt x="5863" y="6928"/>
                </a:lnTo>
                <a:lnTo>
                  <a:pt x="5863" y="6929"/>
                </a:lnTo>
                <a:lnTo>
                  <a:pt x="5864" y="6929"/>
                </a:lnTo>
                <a:lnTo>
                  <a:pt x="5864" y="6930"/>
                </a:lnTo>
                <a:lnTo>
                  <a:pt x="5864" y="6931"/>
                </a:lnTo>
                <a:lnTo>
                  <a:pt x="5863" y="6931"/>
                </a:lnTo>
                <a:lnTo>
                  <a:pt x="5863" y="6932"/>
                </a:lnTo>
                <a:lnTo>
                  <a:pt x="5863" y="6934"/>
                </a:lnTo>
                <a:lnTo>
                  <a:pt x="5863" y="6935"/>
                </a:lnTo>
                <a:lnTo>
                  <a:pt x="5863" y="6936"/>
                </a:lnTo>
                <a:lnTo>
                  <a:pt x="5863" y="6935"/>
                </a:lnTo>
                <a:lnTo>
                  <a:pt x="5864" y="6935"/>
                </a:lnTo>
                <a:lnTo>
                  <a:pt x="5864" y="6934"/>
                </a:lnTo>
                <a:lnTo>
                  <a:pt x="5863" y="6934"/>
                </a:lnTo>
                <a:lnTo>
                  <a:pt x="5863" y="6933"/>
                </a:lnTo>
                <a:lnTo>
                  <a:pt x="5863" y="6932"/>
                </a:lnTo>
                <a:lnTo>
                  <a:pt x="5864" y="6932"/>
                </a:lnTo>
                <a:lnTo>
                  <a:pt x="5864" y="6931"/>
                </a:lnTo>
                <a:lnTo>
                  <a:pt x="5864" y="6930"/>
                </a:lnTo>
                <a:lnTo>
                  <a:pt x="5864" y="6929"/>
                </a:lnTo>
                <a:lnTo>
                  <a:pt x="5865" y="6929"/>
                </a:lnTo>
                <a:lnTo>
                  <a:pt x="5864" y="6930"/>
                </a:lnTo>
                <a:lnTo>
                  <a:pt x="5865" y="6931"/>
                </a:lnTo>
                <a:lnTo>
                  <a:pt x="5866" y="6931"/>
                </a:lnTo>
                <a:lnTo>
                  <a:pt x="5866" y="6932"/>
                </a:lnTo>
                <a:lnTo>
                  <a:pt x="5867" y="6932"/>
                </a:lnTo>
                <a:lnTo>
                  <a:pt x="5868" y="6932"/>
                </a:lnTo>
                <a:lnTo>
                  <a:pt x="5868" y="6933"/>
                </a:lnTo>
                <a:lnTo>
                  <a:pt x="5869" y="6933"/>
                </a:lnTo>
                <a:lnTo>
                  <a:pt x="5869" y="6932"/>
                </a:lnTo>
                <a:lnTo>
                  <a:pt x="5870" y="6932"/>
                </a:lnTo>
                <a:lnTo>
                  <a:pt x="5870" y="6933"/>
                </a:lnTo>
                <a:lnTo>
                  <a:pt x="5870" y="6934"/>
                </a:lnTo>
                <a:lnTo>
                  <a:pt x="5870" y="6935"/>
                </a:lnTo>
                <a:lnTo>
                  <a:pt x="5871" y="6935"/>
                </a:lnTo>
                <a:lnTo>
                  <a:pt x="5871" y="6934"/>
                </a:lnTo>
                <a:lnTo>
                  <a:pt x="5871" y="6933"/>
                </a:lnTo>
                <a:lnTo>
                  <a:pt x="5870" y="6932"/>
                </a:lnTo>
                <a:lnTo>
                  <a:pt x="5870" y="6931"/>
                </a:lnTo>
                <a:lnTo>
                  <a:pt x="5871" y="6931"/>
                </a:lnTo>
                <a:lnTo>
                  <a:pt x="5871" y="6930"/>
                </a:lnTo>
                <a:lnTo>
                  <a:pt x="5872" y="6930"/>
                </a:lnTo>
                <a:lnTo>
                  <a:pt x="5872" y="6931"/>
                </a:lnTo>
                <a:lnTo>
                  <a:pt x="5872" y="6930"/>
                </a:lnTo>
                <a:lnTo>
                  <a:pt x="5873" y="6930"/>
                </a:lnTo>
                <a:lnTo>
                  <a:pt x="5873" y="6931"/>
                </a:lnTo>
                <a:lnTo>
                  <a:pt x="5873" y="6932"/>
                </a:lnTo>
                <a:lnTo>
                  <a:pt x="5873" y="6933"/>
                </a:lnTo>
                <a:lnTo>
                  <a:pt x="5873" y="6934"/>
                </a:lnTo>
                <a:lnTo>
                  <a:pt x="5874" y="6934"/>
                </a:lnTo>
                <a:lnTo>
                  <a:pt x="5876" y="6933"/>
                </a:lnTo>
                <a:lnTo>
                  <a:pt x="5876" y="6932"/>
                </a:lnTo>
                <a:lnTo>
                  <a:pt x="5877" y="6932"/>
                </a:lnTo>
                <a:lnTo>
                  <a:pt x="5877" y="6931"/>
                </a:lnTo>
                <a:lnTo>
                  <a:pt x="5878" y="6930"/>
                </a:lnTo>
                <a:lnTo>
                  <a:pt x="5879" y="6930"/>
                </a:lnTo>
                <a:lnTo>
                  <a:pt x="5880" y="6930"/>
                </a:lnTo>
                <a:lnTo>
                  <a:pt x="5880" y="6929"/>
                </a:lnTo>
                <a:lnTo>
                  <a:pt x="5881" y="6929"/>
                </a:lnTo>
                <a:lnTo>
                  <a:pt x="5881" y="6930"/>
                </a:lnTo>
                <a:lnTo>
                  <a:pt x="5882" y="6930"/>
                </a:lnTo>
                <a:lnTo>
                  <a:pt x="5882" y="6929"/>
                </a:lnTo>
                <a:lnTo>
                  <a:pt x="5881" y="6929"/>
                </a:lnTo>
                <a:lnTo>
                  <a:pt x="5882" y="6928"/>
                </a:lnTo>
                <a:lnTo>
                  <a:pt x="5883" y="6928"/>
                </a:lnTo>
                <a:lnTo>
                  <a:pt x="5884" y="6928"/>
                </a:lnTo>
                <a:lnTo>
                  <a:pt x="5884" y="6929"/>
                </a:lnTo>
                <a:lnTo>
                  <a:pt x="5885" y="6929"/>
                </a:lnTo>
                <a:lnTo>
                  <a:pt x="5885" y="6930"/>
                </a:lnTo>
                <a:lnTo>
                  <a:pt x="5885" y="6931"/>
                </a:lnTo>
                <a:lnTo>
                  <a:pt x="5886" y="6931"/>
                </a:lnTo>
                <a:lnTo>
                  <a:pt x="5886" y="6932"/>
                </a:lnTo>
                <a:lnTo>
                  <a:pt x="5887" y="6932"/>
                </a:lnTo>
                <a:lnTo>
                  <a:pt x="5887" y="6931"/>
                </a:lnTo>
                <a:lnTo>
                  <a:pt x="5886" y="6931"/>
                </a:lnTo>
                <a:lnTo>
                  <a:pt x="5886" y="6930"/>
                </a:lnTo>
                <a:lnTo>
                  <a:pt x="5887" y="6930"/>
                </a:lnTo>
                <a:lnTo>
                  <a:pt x="5887" y="6929"/>
                </a:lnTo>
                <a:lnTo>
                  <a:pt x="5886" y="6928"/>
                </a:lnTo>
                <a:lnTo>
                  <a:pt x="5887" y="6927"/>
                </a:lnTo>
                <a:lnTo>
                  <a:pt x="5887" y="6926"/>
                </a:lnTo>
                <a:lnTo>
                  <a:pt x="5888" y="6926"/>
                </a:lnTo>
                <a:lnTo>
                  <a:pt x="5887" y="6926"/>
                </a:lnTo>
                <a:lnTo>
                  <a:pt x="5887" y="6927"/>
                </a:lnTo>
                <a:lnTo>
                  <a:pt x="5888" y="6926"/>
                </a:lnTo>
                <a:lnTo>
                  <a:pt x="5888" y="6927"/>
                </a:lnTo>
                <a:lnTo>
                  <a:pt x="5889" y="6927"/>
                </a:lnTo>
                <a:lnTo>
                  <a:pt x="5889" y="6928"/>
                </a:lnTo>
                <a:lnTo>
                  <a:pt x="5889" y="6929"/>
                </a:lnTo>
                <a:lnTo>
                  <a:pt x="5890" y="6929"/>
                </a:lnTo>
                <a:lnTo>
                  <a:pt x="5890" y="6930"/>
                </a:lnTo>
                <a:lnTo>
                  <a:pt x="5890" y="6931"/>
                </a:lnTo>
                <a:lnTo>
                  <a:pt x="5891" y="6932"/>
                </a:lnTo>
                <a:lnTo>
                  <a:pt x="5891" y="6933"/>
                </a:lnTo>
                <a:lnTo>
                  <a:pt x="5892" y="6933"/>
                </a:lnTo>
                <a:lnTo>
                  <a:pt x="5892" y="6934"/>
                </a:lnTo>
                <a:lnTo>
                  <a:pt x="5892" y="6935"/>
                </a:lnTo>
                <a:lnTo>
                  <a:pt x="5892" y="6936"/>
                </a:lnTo>
                <a:lnTo>
                  <a:pt x="5893" y="6937"/>
                </a:lnTo>
                <a:lnTo>
                  <a:pt x="5893" y="6939"/>
                </a:lnTo>
                <a:lnTo>
                  <a:pt x="5894" y="6941"/>
                </a:lnTo>
                <a:lnTo>
                  <a:pt x="5894" y="6944"/>
                </a:lnTo>
                <a:lnTo>
                  <a:pt x="5893" y="6944"/>
                </a:lnTo>
                <a:lnTo>
                  <a:pt x="5893" y="6945"/>
                </a:lnTo>
                <a:lnTo>
                  <a:pt x="5892" y="6944"/>
                </a:lnTo>
                <a:lnTo>
                  <a:pt x="5891" y="6944"/>
                </a:lnTo>
                <a:lnTo>
                  <a:pt x="5890" y="6944"/>
                </a:lnTo>
                <a:lnTo>
                  <a:pt x="5889" y="6944"/>
                </a:lnTo>
                <a:lnTo>
                  <a:pt x="5890" y="6944"/>
                </a:lnTo>
                <a:lnTo>
                  <a:pt x="5889" y="6944"/>
                </a:lnTo>
                <a:lnTo>
                  <a:pt x="5889" y="6945"/>
                </a:lnTo>
                <a:lnTo>
                  <a:pt x="5888" y="6945"/>
                </a:lnTo>
                <a:lnTo>
                  <a:pt x="5887" y="6945"/>
                </a:lnTo>
                <a:lnTo>
                  <a:pt x="5886" y="6945"/>
                </a:lnTo>
                <a:lnTo>
                  <a:pt x="5886" y="6944"/>
                </a:lnTo>
                <a:lnTo>
                  <a:pt x="5885" y="6944"/>
                </a:lnTo>
                <a:lnTo>
                  <a:pt x="5885" y="6943"/>
                </a:lnTo>
                <a:lnTo>
                  <a:pt x="5886" y="6943"/>
                </a:lnTo>
                <a:lnTo>
                  <a:pt x="5886" y="6942"/>
                </a:lnTo>
                <a:lnTo>
                  <a:pt x="5885" y="6942"/>
                </a:lnTo>
                <a:lnTo>
                  <a:pt x="5885" y="6943"/>
                </a:lnTo>
                <a:lnTo>
                  <a:pt x="5885" y="6942"/>
                </a:lnTo>
                <a:lnTo>
                  <a:pt x="5884" y="6942"/>
                </a:lnTo>
                <a:lnTo>
                  <a:pt x="5885" y="6942"/>
                </a:lnTo>
                <a:lnTo>
                  <a:pt x="5885" y="6941"/>
                </a:lnTo>
                <a:lnTo>
                  <a:pt x="5884" y="6941"/>
                </a:lnTo>
                <a:lnTo>
                  <a:pt x="5884" y="6940"/>
                </a:lnTo>
                <a:lnTo>
                  <a:pt x="5884" y="6939"/>
                </a:lnTo>
                <a:lnTo>
                  <a:pt x="5884" y="6938"/>
                </a:lnTo>
                <a:lnTo>
                  <a:pt x="5884" y="6937"/>
                </a:lnTo>
                <a:lnTo>
                  <a:pt x="5884" y="6936"/>
                </a:lnTo>
                <a:lnTo>
                  <a:pt x="5883" y="6936"/>
                </a:lnTo>
                <a:lnTo>
                  <a:pt x="5883" y="6935"/>
                </a:lnTo>
                <a:lnTo>
                  <a:pt x="5883" y="6936"/>
                </a:lnTo>
                <a:lnTo>
                  <a:pt x="5882" y="6936"/>
                </a:lnTo>
                <a:lnTo>
                  <a:pt x="5882" y="6935"/>
                </a:lnTo>
                <a:lnTo>
                  <a:pt x="5881" y="6935"/>
                </a:lnTo>
                <a:lnTo>
                  <a:pt x="5881" y="6934"/>
                </a:lnTo>
                <a:lnTo>
                  <a:pt x="5880" y="6935"/>
                </a:lnTo>
                <a:lnTo>
                  <a:pt x="5879" y="6936"/>
                </a:lnTo>
                <a:lnTo>
                  <a:pt x="5878" y="6936"/>
                </a:lnTo>
                <a:lnTo>
                  <a:pt x="5878" y="6937"/>
                </a:lnTo>
                <a:lnTo>
                  <a:pt x="5877" y="6937"/>
                </a:lnTo>
                <a:lnTo>
                  <a:pt x="5876" y="6937"/>
                </a:lnTo>
                <a:lnTo>
                  <a:pt x="5876" y="6938"/>
                </a:lnTo>
                <a:lnTo>
                  <a:pt x="5877" y="6938"/>
                </a:lnTo>
                <a:lnTo>
                  <a:pt x="5877" y="6939"/>
                </a:lnTo>
                <a:lnTo>
                  <a:pt x="5876" y="6939"/>
                </a:lnTo>
                <a:lnTo>
                  <a:pt x="5876" y="6940"/>
                </a:lnTo>
                <a:lnTo>
                  <a:pt x="5876" y="6941"/>
                </a:lnTo>
                <a:lnTo>
                  <a:pt x="5877" y="6941"/>
                </a:lnTo>
                <a:lnTo>
                  <a:pt x="5877" y="6942"/>
                </a:lnTo>
                <a:lnTo>
                  <a:pt x="5877" y="6943"/>
                </a:lnTo>
                <a:lnTo>
                  <a:pt x="5878" y="6944"/>
                </a:lnTo>
                <a:lnTo>
                  <a:pt x="5879" y="6943"/>
                </a:lnTo>
                <a:lnTo>
                  <a:pt x="5879" y="6944"/>
                </a:lnTo>
                <a:lnTo>
                  <a:pt x="5879" y="6945"/>
                </a:lnTo>
                <a:lnTo>
                  <a:pt x="5878" y="6945"/>
                </a:lnTo>
                <a:lnTo>
                  <a:pt x="5878" y="6946"/>
                </a:lnTo>
                <a:lnTo>
                  <a:pt x="5879" y="6946"/>
                </a:lnTo>
                <a:lnTo>
                  <a:pt x="5879" y="6945"/>
                </a:lnTo>
                <a:lnTo>
                  <a:pt x="5880" y="6945"/>
                </a:lnTo>
                <a:lnTo>
                  <a:pt x="5881" y="6945"/>
                </a:lnTo>
                <a:lnTo>
                  <a:pt x="5884" y="6947"/>
                </a:lnTo>
                <a:lnTo>
                  <a:pt x="5884" y="6948"/>
                </a:lnTo>
                <a:lnTo>
                  <a:pt x="5885" y="6948"/>
                </a:lnTo>
                <a:lnTo>
                  <a:pt x="5886" y="6948"/>
                </a:lnTo>
                <a:lnTo>
                  <a:pt x="5887" y="6949"/>
                </a:lnTo>
                <a:lnTo>
                  <a:pt x="5887" y="6948"/>
                </a:lnTo>
                <a:lnTo>
                  <a:pt x="5888" y="6947"/>
                </a:lnTo>
                <a:lnTo>
                  <a:pt x="5889" y="6947"/>
                </a:lnTo>
                <a:lnTo>
                  <a:pt x="5889" y="6946"/>
                </a:lnTo>
                <a:lnTo>
                  <a:pt x="5890" y="6945"/>
                </a:lnTo>
                <a:lnTo>
                  <a:pt x="5891" y="6946"/>
                </a:lnTo>
                <a:lnTo>
                  <a:pt x="5893" y="6948"/>
                </a:lnTo>
                <a:lnTo>
                  <a:pt x="5894" y="6948"/>
                </a:lnTo>
                <a:lnTo>
                  <a:pt x="5894" y="6949"/>
                </a:lnTo>
                <a:lnTo>
                  <a:pt x="5895" y="6949"/>
                </a:lnTo>
                <a:lnTo>
                  <a:pt x="5895" y="6950"/>
                </a:lnTo>
                <a:lnTo>
                  <a:pt x="5895" y="6951"/>
                </a:lnTo>
                <a:lnTo>
                  <a:pt x="5896" y="6952"/>
                </a:lnTo>
                <a:lnTo>
                  <a:pt x="5897" y="6954"/>
                </a:lnTo>
                <a:lnTo>
                  <a:pt x="5897" y="6955"/>
                </a:lnTo>
                <a:lnTo>
                  <a:pt x="5896" y="6954"/>
                </a:lnTo>
                <a:lnTo>
                  <a:pt x="5897" y="6955"/>
                </a:lnTo>
                <a:lnTo>
                  <a:pt x="5898" y="6955"/>
                </a:lnTo>
                <a:lnTo>
                  <a:pt x="5899" y="6955"/>
                </a:lnTo>
                <a:lnTo>
                  <a:pt x="5899" y="6956"/>
                </a:lnTo>
                <a:lnTo>
                  <a:pt x="5899" y="6957"/>
                </a:lnTo>
                <a:lnTo>
                  <a:pt x="5900" y="6957"/>
                </a:lnTo>
                <a:lnTo>
                  <a:pt x="5900" y="6958"/>
                </a:lnTo>
                <a:lnTo>
                  <a:pt x="5900" y="6959"/>
                </a:lnTo>
                <a:lnTo>
                  <a:pt x="5901" y="6960"/>
                </a:lnTo>
                <a:lnTo>
                  <a:pt x="5901" y="6961"/>
                </a:lnTo>
                <a:lnTo>
                  <a:pt x="5902" y="6962"/>
                </a:lnTo>
                <a:lnTo>
                  <a:pt x="5903" y="6963"/>
                </a:lnTo>
                <a:lnTo>
                  <a:pt x="5903" y="6964"/>
                </a:lnTo>
                <a:lnTo>
                  <a:pt x="5903" y="6965"/>
                </a:lnTo>
                <a:lnTo>
                  <a:pt x="5904" y="6965"/>
                </a:lnTo>
                <a:lnTo>
                  <a:pt x="5904" y="6966"/>
                </a:lnTo>
                <a:lnTo>
                  <a:pt x="5903" y="6967"/>
                </a:lnTo>
                <a:lnTo>
                  <a:pt x="5903" y="6968"/>
                </a:lnTo>
                <a:lnTo>
                  <a:pt x="5902" y="6970"/>
                </a:lnTo>
                <a:lnTo>
                  <a:pt x="5902" y="6971"/>
                </a:lnTo>
                <a:lnTo>
                  <a:pt x="5902" y="6972"/>
                </a:lnTo>
                <a:lnTo>
                  <a:pt x="5902" y="6973"/>
                </a:lnTo>
                <a:lnTo>
                  <a:pt x="5902" y="6975"/>
                </a:lnTo>
                <a:lnTo>
                  <a:pt x="5901" y="6975"/>
                </a:lnTo>
                <a:lnTo>
                  <a:pt x="5900" y="6975"/>
                </a:lnTo>
                <a:lnTo>
                  <a:pt x="5900" y="6976"/>
                </a:lnTo>
                <a:lnTo>
                  <a:pt x="5899" y="6977"/>
                </a:lnTo>
                <a:lnTo>
                  <a:pt x="5898" y="6978"/>
                </a:lnTo>
                <a:lnTo>
                  <a:pt x="5898" y="6979"/>
                </a:lnTo>
                <a:lnTo>
                  <a:pt x="5897" y="6979"/>
                </a:lnTo>
                <a:lnTo>
                  <a:pt x="5896" y="6979"/>
                </a:lnTo>
                <a:lnTo>
                  <a:pt x="5896" y="6980"/>
                </a:lnTo>
                <a:lnTo>
                  <a:pt x="5895" y="6980"/>
                </a:lnTo>
                <a:lnTo>
                  <a:pt x="5894" y="6981"/>
                </a:lnTo>
                <a:lnTo>
                  <a:pt x="5894" y="6983"/>
                </a:lnTo>
                <a:lnTo>
                  <a:pt x="5893" y="6983"/>
                </a:lnTo>
                <a:lnTo>
                  <a:pt x="5893" y="6984"/>
                </a:lnTo>
                <a:lnTo>
                  <a:pt x="5893" y="6985"/>
                </a:lnTo>
                <a:lnTo>
                  <a:pt x="5893" y="6986"/>
                </a:lnTo>
                <a:lnTo>
                  <a:pt x="5892" y="6986"/>
                </a:lnTo>
                <a:lnTo>
                  <a:pt x="5892" y="6987"/>
                </a:lnTo>
                <a:lnTo>
                  <a:pt x="5892" y="6988"/>
                </a:lnTo>
                <a:lnTo>
                  <a:pt x="5893" y="6988"/>
                </a:lnTo>
                <a:lnTo>
                  <a:pt x="5893" y="6989"/>
                </a:lnTo>
                <a:lnTo>
                  <a:pt x="5892" y="6989"/>
                </a:lnTo>
                <a:lnTo>
                  <a:pt x="5892" y="6988"/>
                </a:lnTo>
                <a:lnTo>
                  <a:pt x="5891" y="6989"/>
                </a:lnTo>
                <a:lnTo>
                  <a:pt x="5890" y="6990"/>
                </a:lnTo>
                <a:lnTo>
                  <a:pt x="5890" y="6991"/>
                </a:lnTo>
                <a:lnTo>
                  <a:pt x="5889" y="6991"/>
                </a:lnTo>
                <a:lnTo>
                  <a:pt x="5889" y="6992"/>
                </a:lnTo>
                <a:lnTo>
                  <a:pt x="5888" y="6993"/>
                </a:lnTo>
                <a:lnTo>
                  <a:pt x="5888" y="6994"/>
                </a:lnTo>
                <a:lnTo>
                  <a:pt x="5887" y="6995"/>
                </a:lnTo>
                <a:lnTo>
                  <a:pt x="5887" y="6996"/>
                </a:lnTo>
                <a:lnTo>
                  <a:pt x="5886" y="6997"/>
                </a:lnTo>
                <a:lnTo>
                  <a:pt x="5885" y="6997"/>
                </a:lnTo>
                <a:lnTo>
                  <a:pt x="5885" y="6998"/>
                </a:lnTo>
                <a:lnTo>
                  <a:pt x="5884" y="6998"/>
                </a:lnTo>
                <a:lnTo>
                  <a:pt x="5883" y="6998"/>
                </a:lnTo>
                <a:lnTo>
                  <a:pt x="5883" y="6999"/>
                </a:lnTo>
                <a:lnTo>
                  <a:pt x="5882" y="6999"/>
                </a:lnTo>
                <a:lnTo>
                  <a:pt x="5882" y="7000"/>
                </a:lnTo>
                <a:lnTo>
                  <a:pt x="5881" y="7001"/>
                </a:lnTo>
                <a:lnTo>
                  <a:pt x="5880" y="7001"/>
                </a:lnTo>
                <a:lnTo>
                  <a:pt x="5878" y="7001"/>
                </a:lnTo>
                <a:lnTo>
                  <a:pt x="5876" y="7000"/>
                </a:lnTo>
                <a:lnTo>
                  <a:pt x="5875" y="7000"/>
                </a:lnTo>
                <a:lnTo>
                  <a:pt x="5875" y="7001"/>
                </a:lnTo>
                <a:lnTo>
                  <a:pt x="5874" y="7001"/>
                </a:lnTo>
                <a:lnTo>
                  <a:pt x="5874" y="7002"/>
                </a:lnTo>
                <a:lnTo>
                  <a:pt x="5873" y="7002"/>
                </a:lnTo>
                <a:lnTo>
                  <a:pt x="5873" y="7003"/>
                </a:lnTo>
                <a:lnTo>
                  <a:pt x="5873" y="7002"/>
                </a:lnTo>
                <a:lnTo>
                  <a:pt x="5872" y="7002"/>
                </a:lnTo>
                <a:lnTo>
                  <a:pt x="5872" y="7003"/>
                </a:lnTo>
                <a:lnTo>
                  <a:pt x="5871" y="7004"/>
                </a:lnTo>
                <a:lnTo>
                  <a:pt x="5871" y="7005"/>
                </a:lnTo>
                <a:lnTo>
                  <a:pt x="5869" y="7006"/>
                </a:lnTo>
                <a:lnTo>
                  <a:pt x="5867" y="7009"/>
                </a:lnTo>
                <a:lnTo>
                  <a:pt x="5866" y="7009"/>
                </a:lnTo>
                <a:lnTo>
                  <a:pt x="5864" y="7010"/>
                </a:lnTo>
                <a:lnTo>
                  <a:pt x="5863" y="7011"/>
                </a:lnTo>
                <a:lnTo>
                  <a:pt x="5861" y="7011"/>
                </a:lnTo>
                <a:lnTo>
                  <a:pt x="5861" y="7010"/>
                </a:lnTo>
                <a:lnTo>
                  <a:pt x="5860" y="7010"/>
                </a:lnTo>
                <a:lnTo>
                  <a:pt x="5859" y="7010"/>
                </a:lnTo>
                <a:lnTo>
                  <a:pt x="5859" y="7011"/>
                </a:lnTo>
                <a:lnTo>
                  <a:pt x="5858" y="7012"/>
                </a:lnTo>
                <a:lnTo>
                  <a:pt x="5857" y="7013"/>
                </a:lnTo>
                <a:lnTo>
                  <a:pt x="5858" y="7013"/>
                </a:lnTo>
                <a:lnTo>
                  <a:pt x="5858" y="7014"/>
                </a:lnTo>
                <a:lnTo>
                  <a:pt x="5858" y="7015"/>
                </a:lnTo>
                <a:lnTo>
                  <a:pt x="5858" y="7014"/>
                </a:lnTo>
                <a:lnTo>
                  <a:pt x="5857" y="7014"/>
                </a:lnTo>
                <a:lnTo>
                  <a:pt x="5857" y="7013"/>
                </a:lnTo>
                <a:lnTo>
                  <a:pt x="5856" y="7012"/>
                </a:lnTo>
                <a:lnTo>
                  <a:pt x="5856" y="7011"/>
                </a:lnTo>
                <a:lnTo>
                  <a:pt x="5856" y="7010"/>
                </a:lnTo>
                <a:lnTo>
                  <a:pt x="5855" y="7010"/>
                </a:lnTo>
                <a:lnTo>
                  <a:pt x="5853" y="7010"/>
                </a:lnTo>
                <a:lnTo>
                  <a:pt x="5852" y="7010"/>
                </a:lnTo>
                <a:lnTo>
                  <a:pt x="5852" y="7011"/>
                </a:lnTo>
                <a:lnTo>
                  <a:pt x="5851" y="7011"/>
                </a:lnTo>
                <a:lnTo>
                  <a:pt x="5851" y="7010"/>
                </a:lnTo>
                <a:lnTo>
                  <a:pt x="5851" y="7009"/>
                </a:lnTo>
                <a:lnTo>
                  <a:pt x="5851" y="7008"/>
                </a:lnTo>
                <a:lnTo>
                  <a:pt x="5848" y="7008"/>
                </a:lnTo>
                <a:lnTo>
                  <a:pt x="5845" y="7008"/>
                </a:lnTo>
                <a:lnTo>
                  <a:pt x="5845" y="7009"/>
                </a:lnTo>
                <a:lnTo>
                  <a:pt x="5846" y="7009"/>
                </a:lnTo>
                <a:lnTo>
                  <a:pt x="5847" y="7009"/>
                </a:lnTo>
                <a:lnTo>
                  <a:pt x="5847" y="7010"/>
                </a:lnTo>
                <a:lnTo>
                  <a:pt x="5848" y="7010"/>
                </a:lnTo>
                <a:lnTo>
                  <a:pt x="5847" y="7010"/>
                </a:lnTo>
                <a:lnTo>
                  <a:pt x="5846" y="7010"/>
                </a:lnTo>
                <a:lnTo>
                  <a:pt x="5845" y="7010"/>
                </a:lnTo>
                <a:lnTo>
                  <a:pt x="5844" y="7010"/>
                </a:lnTo>
                <a:lnTo>
                  <a:pt x="5843" y="7010"/>
                </a:lnTo>
                <a:lnTo>
                  <a:pt x="5843" y="7009"/>
                </a:lnTo>
                <a:lnTo>
                  <a:pt x="5842" y="7009"/>
                </a:lnTo>
                <a:lnTo>
                  <a:pt x="5841" y="7009"/>
                </a:lnTo>
                <a:lnTo>
                  <a:pt x="5840" y="7009"/>
                </a:lnTo>
                <a:lnTo>
                  <a:pt x="5840" y="7010"/>
                </a:lnTo>
                <a:lnTo>
                  <a:pt x="5840" y="7011"/>
                </a:lnTo>
                <a:lnTo>
                  <a:pt x="5840" y="7012"/>
                </a:lnTo>
                <a:lnTo>
                  <a:pt x="5840" y="7013"/>
                </a:lnTo>
                <a:lnTo>
                  <a:pt x="5840" y="7014"/>
                </a:lnTo>
                <a:lnTo>
                  <a:pt x="5840" y="7015"/>
                </a:lnTo>
                <a:lnTo>
                  <a:pt x="5839" y="7015"/>
                </a:lnTo>
                <a:lnTo>
                  <a:pt x="5838" y="7016"/>
                </a:lnTo>
                <a:lnTo>
                  <a:pt x="5837" y="7016"/>
                </a:lnTo>
                <a:lnTo>
                  <a:pt x="5832" y="7016"/>
                </a:lnTo>
                <a:lnTo>
                  <a:pt x="5831" y="7017"/>
                </a:lnTo>
                <a:lnTo>
                  <a:pt x="5827" y="7017"/>
                </a:lnTo>
                <a:lnTo>
                  <a:pt x="5827" y="7018"/>
                </a:lnTo>
                <a:lnTo>
                  <a:pt x="5826" y="7017"/>
                </a:lnTo>
                <a:lnTo>
                  <a:pt x="5826" y="7016"/>
                </a:lnTo>
                <a:lnTo>
                  <a:pt x="5826" y="7015"/>
                </a:lnTo>
                <a:lnTo>
                  <a:pt x="5826" y="7014"/>
                </a:lnTo>
                <a:lnTo>
                  <a:pt x="5825" y="7013"/>
                </a:lnTo>
                <a:lnTo>
                  <a:pt x="5825" y="7012"/>
                </a:lnTo>
                <a:lnTo>
                  <a:pt x="5822" y="7012"/>
                </a:lnTo>
                <a:lnTo>
                  <a:pt x="5820" y="7012"/>
                </a:lnTo>
                <a:lnTo>
                  <a:pt x="5818" y="7012"/>
                </a:lnTo>
                <a:lnTo>
                  <a:pt x="5816" y="7011"/>
                </a:lnTo>
                <a:lnTo>
                  <a:pt x="5815" y="7009"/>
                </a:lnTo>
                <a:lnTo>
                  <a:pt x="5815" y="7008"/>
                </a:lnTo>
                <a:lnTo>
                  <a:pt x="5814" y="7007"/>
                </a:lnTo>
                <a:lnTo>
                  <a:pt x="5812" y="7007"/>
                </a:lnTo>
                <a:lnTo>
                  <a:pt x="5810" y="7007"/>
                </a:lnTo>
                <a:lnTo>
                  <a:pt x="5810" y="7008"/>
                </a:lnTo>
                <a:lnTo>
                  <a:pt x="5811" y="7008"/>
                </a:lnTo>
                <a:lnTo>
                  <a:pt x="5811" y="7009"/>
                </a:lnTo>
                <a:lnTo>
                  <a:pt x="5810" y="7009"/>
                </a:lnTo>
                <a:lnTo>
                  <a:pt x="5810" y="7010"/>
                </a:lnTo>
                <a:lnTo>
                  <a:pt x="5809" y="7010"/>
                </a:lnTo>
                <a:lnTo>
                  <a:pt x="5807" y="7010"/>
                </a:lnTo>
                <a:lnTo>
                  <a:pt x="5806" y="7010"/>
                </a:lnTo>
                <a:lnTo>
                  <a:pt x="5805" y="7009"/>
                </a:lnTo>
                <a:lnTo>
                  <a:pt x="5805" y="7008"/>
                </a:lnTo>
                <a:lnTo>
                  <a:pt x="5805" y="7009"/>
                </a:lnTo>
                <a:lnTo>
                  <a:pt x="5804" y="7009"/>
                </a:lnTo>
                <a:lnTo>
                  <a:pt x="5804" y="7010"/>
                </a:lnTo>
                <a:lnTo>
                  <a:pt x="5805" y="7010"/>
                </a:lnTo>
                <a:lnTo>
                  <a:pt x="5805" y="7011"/>
                </a:lnTo>
                <a:lnTo>
                  <a:pt x="5805" y="7012"/>
                </a:lnTo>
                <a:lnTo>
                  <a:pt x="5803" y="7012"/>
                </a:lnTo>
                <a:lnTo>
                  <a:pt x="5802" y="7011"/>
                </a:lnTo>
                <a:lnTo>
                  <a:pt x="5802" y="7010"/>
                </a:lnTo>
                <a:lnTo>
                  <a:pt x="5800" y="7008"/>
                </a:lnTo>
                <a:lnTo>
                  <a:pt x="5799" y="7008"/>
                </a:lnTo>
                <a:lnTo>
                  <a:pt x="5798" y="7008"/>
                </a:lnTo>
                <a:lnTo>
                  <a:pt x="5798" y="7009"/>
                </a:lnTo>
                <a:lnTo>
                  <a:pt x="5798" y="7010"/>
                </a:lnTo>
                <a:lnTo>
                  <a:pt x="5797" y="7011"/>
                </a:lnTo>
                <a:lnTo>
                  <a:pt x="5796" y="7012"/>
                </a:lnTo>
                <a:lnTo>
                  <a:pt x="5795" y="7013"/>
                </a:lnTo>
                <a:lnTo>
                  <a:pt x="5792" y="7017"/>
                </a:lnTo>
                <a:lnTo>
                  <a:pt x="5791" y="7018"/>
                </a:lnTo>
                <a:lnTo>
                  <a:pt x="5790" y="7019"/>
                </a:lnTo>
                <a:lnTo>
                  <a:pt x="5790" y="7020"/>
                </a:lnTo>
                <a:lnTo>
                  <a:pt x="5790" y="7021"/>
                </a:lnTo>
                <a:lnTo>
                  <a:pt x="5789" y="7021"/>
                </a:lnTo>
                <a:lnTo>
                  <a:pt x="5789" y="7022"/>
                </a:lnTo>
                <a:lnTo>
                  <a:pt x="5788" y="7022"/>
                </a:lnTo>
                <a:lnTo>
                  <a:pt x="5787" y="7022"/>
                </a:lnTo>
                <a:lnTo>
                  <a:pt x="5787" y="7019"/>
                </a:lnTo>
                <a:lnTo>
                  <a:pt x="5787" y="7018"/>
                </a:lnTo>
                <a:lnTo>
                  <a:pt x="5786" y="7017"/>
                </a:lnTo>
                <a:lnTo>
                  <a:pt x="5787" y="7017"/>
                </a:lnTo>
                <a:lnTo>
                  <a:pt x="5787" y="7014"/>
                </a:lnTo>
                <a:lnTo>
                  <a:pt x="5787" y="7013"/>
                </a:lnTo>
                <a:lnTo>
                  <a:pt x="5789" y="7010"/>
                </a:lnTo>
                <a:lnTo>
                  <a:pt x="5790" y="7010"/>
                </a:lnTo>
                <a:lnTo>
                  <a:pt x="5790" y="7008"/>
                </a:lnTo>
                <a:lnTo>
                  <a:pt x="5789" y="7008"/>
                </a:lnTo>
                <a:lnTo>
                  <a:pt x="5789" y="7007"/>
                </a:lnTo>
                <a:lnTo>
                  <a:pt x="5788" y="7004"/>
                </a:lnTo>
                <a:lnTo>
                  <a:pt x="5788" y="7002"/>
                </a:lnTo>
                <a:lnTo>
                  <a:pt x="5788" y="7001"/>
                </a:lnTo>
                <a:lnTo>
                  <a:pt x="5787" y="7000"/>
                </a:lnTo>
                <a:lnTo>
                  <a:pt x="5787" y="6999"/>
                </a:lnTo>
                <a:lnTo>
                  <a:pt x="5787" y="6998"/>
                </a:lnTo>
                <a:lnTo>
                  <a:pt x="5786" y="6998"/>
                </a:lnTo>
                <a:lnTo>
                  <a:pt x="5785" y="6997"/>
                </a:lnTo>
                <a:lnTo>
                  <a:pt x="5784" y="6996"/>
                </a:lnTo>
                <a:lnTo>
                  <a:pt x="5783" y="6996"/>
                </a:lnTo>
                <a:lnTo>
                  <a:pt x="5783" y="6995"/>
                </a:lnTo>
                <a:lnTo>
                  <a:pt x="5782" y="6995"/>
                </a:lnTo>
                <a:lnTo>
                  <a:pt x="5781" y="6995"/>
                </a:lnTo>
                <a:lnTo>
                  <a:pt x="5780" y="6995"/>
                </a:lnTo>
                <a:lnTo>
                  <a:pt x="5780" y="6996"/>
                </a:lnTo>
                <a:lnTo>
                  <a:pt x="5779" y="6995"/>
                </a:lnTo>
                <a:lnTo>
                  <a:pt x="5778" y="6993"/>
                </a:lnTo>
                <a:lnTo>
                  <a:pt x="5777" y="6991"/>
                </a:lnTo>
                <a:lnTo>
                  <a:pt x="5777" y="6988"/>
                </a:lnTo>
                <a:lnTo>
                  <a:pt x="5776" y="6987"/>
                </a:lnTo>
                <a:lnTo>
                  <a:pt x="5777" y="6987"/>
                </a:lnTo>
                <a:lnTo>
                  <a:pt x="5778" y="6987"/>
                </a:lnTo>
                <a:lnTo>
                  <a:pt x="5779" y="6987"/>
                </a:lnTo>
                <a:lnTo>
                  <a:pt x="5780" y="6986"/>
                </a:lnTo>
                <a:lnTo>
                  <a:pt x="5781" y="6986"/>
                </a:lnTo>
                <a:lnTo>
                  <a:pt x="5781" y="6985"/>
                </a:lnTo>
                <a:lnTo>
                  <a:pt x="5781" y="6984"/>
                </a:lnTo>
                <a:lnTo>
                  <a:pt x="5781" y="6983"/>
                </a:lnTo>
                <a:lnTo>
                  <a:pt x="5781" y="6982"/>
                </a:lnTo>
                <a:lnTo>
                  <a:pt x="5783" y="6981"/>
                </a:lnTo>
                <a:lnTo>
                  <a:pt x="5785" y="6982"/>
                </a:lnTo>
                <a:lnTo>
                  <a:pt x="5786" y="6982"/>
                </a:lnTo>
                <a:lnTo>
                  <a:pt x="5786" y="6983"/>
                </a:lnTo>
                <a:lnTo>
                  <a:pt x="5787" y="6983"/>
                </a:lnTo>
                <a:lnTo>
                  <a:pt x="5788" y="6983"/>
                </a:lnTo>
                <a:lnTo>
                  <a:pt x="5788" y="6984"/>
                </a:lnTo>
                <a:lnTo>
                  <a:pt x="5789" y="6985"/>
                </a:lnTo>
                <a:lnTo>
                  <a:pt x="5790" y="6985"/>
                </a:lnTo>
                <a:lnTo>
                  <a:pt x="5790" y="6986"/>
                </a:lnTo>
                <a:lnTo>
                  <a:pt x="5791" y="6986"/>
                </a:lnTo>
                <a:lnTo>
                  <a:pt x="5792" y="6986"/>
                </a:lnTo>
                <a:lnTo>
                  <a:pt x="5793" y="6986"/>
                </a:lnTo>
                <a:lnTo>
                  <a:pt x="5794" y="6986"/>
                </a:lnTo>
                <a:lnTo>
                  <a:pt x="5795" y="6986"/>
                </a:lnTo>
                <a:lnTo>
                  <a:pt x="5796" y="6986"/>
                </a:lnTo>
                <a:lnTo>
                  <a:pt x="5796" y="6987"/>
                </a:lnTo>
                <a:lnTo>
                  <a:pt x="5795" y="6988"/>
                </a:lnTo>
                <a:lnTo>
                  <a:pt x="5794" y="6988"/>
                </a:lnTo>
                <a:lnTo>
                  <a:pt x="5794" y="6989"/>
                </a:lnTo>
                <a:lnTo>
                  <a:pt x="5794" y="6990"/>
                </a:lnTo>
                <a:lnTo>
                  <a:pt x="5795" y="6991"/>
                </a:lnTo>
                <a:lnTo>
                  <a:pt x="5796" y="6991"/>
                </a:lnTo>
                <a:lnTo>
                  <a:pt x="5796" y="6992"/>
                </a:lnTo>
                <a:lnTo>
                  <a:pt x="5796" y="6993"/>
                </a:lnTo>
                <a:lnTo>
                  <a:pt x="5797" y="6993"/>
                </a:lnTo>
                <a:lnTo>
                  <a:pt x="5797" y="6994"/>
                </a:lnTo>
                <a:lnTo>
                  <a:pt x="5798" y="6994"/>
                </a:lnTo>
                <a:lnTo>
                  <a:pt x="5798" y="6995"/>
                </a:lnTo>
                <a:lnTo>
                  <a:pt x="5798" y="6996"/>
                </a:lnTo>
                <a:lnTo>
                  <a:pt x="5797" y="6996"/>
                </a:lnTo>
                <a:lnTo>
                  <a:pt x="5797" y="6997"/>
                </a:lnTo>
                <a:lnTo>
                  <a:pt x="5798" y="6997"/>
                </a:lnTo>
                <a:lnTo>
                  <a:pt x="5798" y="6998"/>
                </a:lnTo>
                <a:lnTo>
                  <a:pt x="5799" y="6998"/>
                </a:lnTo>
                <a:lnTo>
                  <a:pt x="5799" y="6997"/>
                </a:lnTo>
                <a:lnTo>
                  <a:pt x="5799" y="6996"/>
                </a:lnTo>
                <a:lnTo>
                  <a:pt x="5800" y="6996"/>
                </a:lnTo>
                <a:lnTo>
                  <a:pt x="5801" y="6996"/>
                </a:lnTo>
                <a:lnTo>
                  <a:pt x="5800" y="6996"/>
                </a:lnTo>
                <a:lnTo>
                  <a:pt x="5800" y="6995"/>
                </a:lnTo>
                <a:lnTo>
                  <a:pt x="5799" y="6995"/>
                </a:lnTo>
                <a:lnTo>
                  <a:pt x="5799" y="6994"/>
                </a:lnTo>
                <a:lnTo>
                  <a:pt x="5799" y="6993"/>
                </a:lnTo>
                <a:lnTo>
                  <a:pt x="5799" y="6992"/>
                </a:lnTo>
                <a:lnTo>
                  <a:pt x="5799" y="6991"/>
                </a:lnTo>
                <a:lnTo>
                  <a:pt x="5798" y="6990"/>
                </a:lnTo>
                <a:lnTo>
                  <a:pt x="5797" y="6990"/>
                </a:lnTo>
                <a:lnTo>
                  <a:pt x="5798" y="6990"/>
                </a:lnTo>
                <a:lnTo>
                  <a:pt x="5798" y="6989"/>
                </a:lnTo>
                <a:lnTo>
                  <a:pt x="5799" y="6989"/>
                </a:lnTo>
                <a:lnTo>
                  <a:pt x="5800" y="6989"/>
                </a:lnTo>
                <a:lnTo>
                  <a:pt x="5800" y="6988"/>
                </a:lnTo>
                <a:lnTo>
                  <a:pt x="5800" y="6987"/>
                </a:lnTo>
                <a:lnTo>
                  <a:pt x="5801" y="6987"/>
                </a:lnTo>
                <a:lnTo>
                  <a:pt x="5802" y="6986"/>
                </a:lnTo>
                <a:lnTo>
                  <a:pt x="5803" y="6985"/>
                </a:lnTo>
                <a:lnTo>
                  <a:pt x="5803" y="6984"/>
                </a:lnTo>
                <a:lnTo>
                  <a:pt x="5803" y="6983"/>
                </a:lnTo>
                <a:lnTo>
                  <a:pt x="5803" y="6982"/>
                </a:lnTo>
                <a:lnTo>
                  <a:pt x="5802" y="6982"/>
                </a:lnTo>
                <a:lnTo>
                  <a:pt x="5802" y="6981"/>
                </a:lnTo>
                <a:lnTo>
                  <a:pt x="5803" y="6981"/>
                </a:lnTo>
                <a:lnTo>
                  <a:pt x="5802" y="6981"/>
                </a:lnTo>
                <a:lnTo>
                  <a:pt x="5802" y="6980"/>
                </a:lnTo>
                <a:lnTo>
                  <a:pt x="5801" y="6979"/>
                </a:lnTo>
                <a:lnTo>
                  <a:pt x="5800" y="6978"/>
                </a:lnTo>
                <a:lnTo>
                  <a:pt x="5799" y="6977"/>
                </a:lnTo>
                <a:lnTo>
                  <a:pt x="5798" y="6977"/>
                </a:lnTo>
                <a:lnTo>
                  <a:pt x="5797" y="6978"/>
                </a:lnTo>
                <a:lnTo>
                  <a:pt x="5797" y="6979"/>
                </a:lnTo>
                <a:lnTo>
                  <a:pt x="5797" y="6978"/>
                </a:lnTo>
                <a:lnTo>
                  <a:pt x="5797" y="6977"/>
                </a:lnTo>
                <a:lnTo>
                  <a:pt x="5796" y="6977"/>
                </a:lnTo>
                <a:lnTo>
                  <a:pt x="5796" y="6976"/>
                </a:lnTo>
                <a:lnTo>
                  <a:pt x="5796" y="6975"/>
                </a:lnTo>
                <a:lnTo>
                  <a:pt x="5795" y="6975"/>
                </a:lnTo>
                <a:lnTo>
                  <a:pt x="5795" y="6974"/>
                </a:lnTo>
                <a:lnTo>
                  <a:pt x="5794" y="6974"/>
                </a:lnTo>
                <a:lnTo>
                  <a:pt x="5794" y="6973"/>
                </a:lnTo>
                <a:lnTo>
                  <a:pt x="5795" y="6973"/>
                </a:lnTo>
                <a:lnTo>
                  <a:pt x="5795" y="6972"/>
                </a:lnTo>
                <a:lnTo>
                  <a:pt x="5794" y="6972"/>
                </a:lnTo>
                <a:lnTo>
                  <a:pt x="5793" y="6973"/>
                </a:lnTo>
                <a:lnTo>
                  <a:pt x="5793" y="6975"/>
                </a:lnTo>
                <a:lnTo>
                  <a:pt x="5792" y="6976"/>
                </a:lnTo>
                <a:lnTo>
                  <a:pt x="5792" y="6977"/>
                </a:lnTo>
                <a:lnTo>
                  <a:pt x="5792" y="6978"/>
                </a:lnTo>
                <a:lnTo>
                  <a:pt x="5791" y="6978"/>
                </a:lnTo>
                <a:lnTo>
                  <a:pt x="5791" y="6979"/>
                </a:lnTo>
                <a:lnTo>
                  <a:pt x="5790" y="6979"/>
                </a:lnTo>
                <a:lnTo>
                  <a:pt x="5789" y="6977"/>
                </a:lnTo>
                <a:lnTo>
                  <a:pt x="5790" y="6975"/>
                </a:lnTo>
                <a:lnTo>
                  <a:pt x="5790" y="6974"/>
                </a:lnTo>
                <a:lnTo>
                  <a:pt x="5789" y="6974"/>
                </a:lnTo>
                <a:lnTo>
                  <a:pt x="5789" y="6973"/>
                </a:lnTo>
                <a:lnTo>
                  <a:pt x="5788" y="6973"/>
                </a:lnTo>
                <a:lnTo>
                  <a:pt x="5788" y="6972"/>
                </a:lnTo>
                <a:lnTo>
                  <a:pt x="5788" y="6971"/>
                </a:lnTo>
                <a:lnTo>
                  <a:pt x="5788" y="6970"/>
                </a:lnTo>
                <a:lnTo>
                  <a:pt x="5789" y="6969"/>
                </a:lnTo>
                <a:lnTo>
                  <a:pt x="5788" y="6969"/>
                </a:lnTo>
                <a:lnTo>
                  <a:pt x="5788" y="6968"/>
                </a:lnTo>
                <a:lnTo>
                  <a:pt x="5788" y="6967"/>
                </a:lnTo>
                <a:lnTo>
                  <a:pt x="5787" y="6967"/>
                </a:lnTo>
                <a:lnTo>
                  <a:pt x="5787" y="6968"/>
                </a:lnTo>
                <a:lnTo>
                  <a:pt x="5787" y="6969"/>
                </a:lnTo>
                <a:lnTo>
                  <a:pt x="5787" y="6970"/>
                </a:lnTo>
                <a:lnTo>
                  <a:pt x="5786" y="6970"/>
                </a:lnTo>
                <a:lnTo>
                  <a:pt x="5786" y="6971"/>
                </a:lnTo>
                <a:lnTo>
                  <a:pt x="5786" y="6972"/>
                </a:lnTo>
                <a:lnTo>
                  <a:pt x="5786" y="6973"/>
                </a:lnTo>
                <a:lnTo>
                  <a:pt x="5786" y="6974"/>
                </a:lnTo>
                <a:lnTo>
                  <a:pt x="5787" y="6974"/>
                </a:lnTo>
                <a:lnTo>
                  <a:pt x="5787" y="6975"/>
                </a:lnTo>
                <a:lnTo>
                  <a:pt x="5788" y="6975"/>
                </a:lnTo>
                <a:lnTo>
                  <a:pt x="5788" y="6976"/>
                </a:lnTo>
                <a:lnTo>
                  <a:pt x="5787" y="6976"/>
                </a:lnTo>
                <a:lnTo>
                  <a:pt x="5787" y="6977"/>
                </a:lnTo>
                <a:lnTo>
                  <a:pt x="5786" y="6979"/>
                </a:lnTo>
                <a:lnTo>
                  <a:pt x="5785" y="6980"/>
                </a:lnTo>
                <a:lnTo>
                  <a:pt x="5785" y="6979"/>
                </a:lnTo>
                <a:lnTo>
                  <a:pt x="5784" y="6979"/>
                </a:lnTo>
                <a:lnTo>
                  <a:pt x="5784" y="6978"/>
                </a:lnTo>
                <a:lnTo>
                  <a:pt x="5785" y="6977"/>
                </a:lnTo>
                <a:lnTo>
                  <a:pt x="5785" y="6976"/>
                </a:lnTo>
                <a:lnTo>
                  <a:pt x="5785" y="6975"/>
                </a:lnTo>
                <a:lnTo>
                  <a:pt x="5784" y="6974"/>
                </a:lnTo>
                <a:lnTo>
                  <a:pt x="5784" y="6973"/>
                </a:lnTo>
                <a:lnTo>
                  <a:pt x="5783" y="6973"/>
                </a:lnTo>
                <a:lnTo>
                  <a:pt x="5783" y="6972"/>
                </a:lnTo>
                <a:lnTo>
                  <a:pt x="5783" y="6971"/>
                </a:lnTo>
                <a:lnTo>
                  <a:pt x="5782" y="6971"/>
                </a:lnTo>
                <a:lnTo>
                  <a:pt x="5782" y="6970"/>
                </a:lnTo>
                <a:lnTo>
                  <a:pt x="5781" y="6969"/>
                </a:lnTo>
                <a:lnTo>
                  <a:pt x="5780" y="6968"/>
                </a:lnTo>
                <a:lnTo>
                  <a:pt x="5779" y="6968"/>
                </a:lnTo>
                <a:lnTo>
                  <a:pt x="5779" y="6969"/>
                </a:lnTo>
                <a:lnTo>
                  <a:pt x="5778" y="6969"/>
                </a:lnTo>
                <a:lnTo>
                  <a:pt x="5777" y="6969"/>
                </a:lnTo>
                <a:lnTo>
                  <a:pt x="5776" y="6969"/>
                </a:lnTo>
                <a:lnTo>
                  <a:pt x="5775" y="6969"/>
                </a:lnTo>
                <a:lnTo>
                  <a:pt x="5775" y="6968"/>
                </a:lnTo>
                <a:lnTo>
                  <a:pt x="5776" y="6968"/>
                </a:lnTo>
                <a:lnTo>
                  <a:pt x="5776" y="6967"/>
                </a:lnTo>
                <a:lnTo>
                  <a:pt x="5775" y="6967"/>
                </a:lnTo>
                <a:lnTo>
                  <a:pt x="5774" y="6967"/>
                </a:lnTo>
                <a:lnTo>
                  <a:pt x="5774" y="6966"/>
                </a:lnTo>
                <a:lnTo>
                  <a:pt x="5773" y="6967"/>
                </a:lnTo>
                <a:lnTo>
                  <a:pt x="5772" y="6967"/>
                </a:lnTo>
                <a:lnTo>
                  <a:pt x="5771" y="6967"/>
                </a:lnTo>
                <a:lnTo>
                  <a:pt x="5770" y="6967"/>
                </a:lnTo>
                <a:lnTo>
                  <a:pt x="5769" y="6968"/>
                </a:lnTo>
                <a:lnTo>
                  <a:pt x="5768" y="6968"/>
                </a:lnTo>
                <a:lnTo>
                  <a:pt x="5768" y="6967"/>
                </a:lnTo>
                <a:lnTo>
                  <a:pt x="5769" y="6967"/>
                </a:lnTo>
                <a:lnTo>
                  <a:pt x="5768" y="6967"/>
                </a:lnTo>
                <a:lnTo>
                  <a:pt x="5768" y="6966"/>
                </a:lnTo>
                <a:lnTo>
                  <a:pt x="5767" y="6966"/>
                </a:lnTo>
                <a:lnTo>
                  <a:pt x="5767" y="6967"/>
                </a:lnTo>
                <a:lnTo>
                  <a:pt x="5767" y="6966"/>
                </a:lnTo>
                <a:lnTo>
                  <a:pt x="5766" y="6966"/>
                </a:lnTo>
                <a:lnTo>
                  <a:pt x="5765" y="6965"/>
                </a:lnTo>
                <a:lnTo>
                  <a:pt x="5765" y="6963"/>
                </a:lnTo>
                <a:lnTo>
                  <a:pt x="5765" y="6962"/>
                </a:lnTo>
                <a:lnTo>
                  <a:pt x="5764" y="6961"/>
                </a:lnTo>
                <a:lnTo>
                  <a:pt x="5764" y="6960"/>
                </a:lnTo>
                <a:lnTo>
                  <a:pt x="5763" y="6960"/>
                </a:lnTo>
                <a:lnTo>
                  <a:pt x="5763" y="6959"/>
                </a:lnTo>
                <a:lnTo>
                  <a:pt x="5764" y="6959"/>
                </a:lnTo>
                <a:lnTo>
                  <a:pt x="5765" y="6960"/>
                </a:lnTo>
                <a:lnTo>
                  <a:pt x="5766" y="6959"/>
                </a:lnTo>
                <a:lnTo>
                  <a:pt x="5767" y="6959"/>
                </a:lnTo>
                <a:lnTo>
                  <a:pt x="5768" y="6957"/>
                </a:lnTo>
                <a:lnTo>
                  <a:pt x="5769" y="6957"/>
                </a:lnTo>
                <a:lnTo>
                  <a:pt x="5768" y="6957"/>
                </a:lnTo>
                <a:lnTo>
                  <a:pt x="5767" y="6955"/>
                </a:lnTo>
                <a:lnTo>
                  <a:pt x="5767" y="6957"/>
                </a:lnTo>
                <a:lnTo>
                  <a:pt x="5767" y="6958"/>
                </a:lnTo>
                <a:lnTo>
                  <a:pt x="5766" y="6958"/>
                </a:lnTo>
                <a:lnTo>
                  <a:pt x="5766" y="6957"/>
                </a:lnTo>
                <a:lnTo>
                  <a:pt x="5767" y="6956"/>
                </a:lnTo>
                <a:lnTo>
                  <a:pt x="5767" y="6955"/>
                </a:lnTo>
                <a:lnTo>
                  <a:pt x="5766" y="6954"/>
                </a:lnTo>
                <a:lnTo>
                  <a:pt x="5766" y="6953"/>
                </a:lnTo>
                <a:lnTo>
                  <a:pt x="5766" y="6952"/>
                </a:lnTo>
                <a:lnTo>
                  <a:pt x="5765" y="6951"/>
                </a:lnTo>
                <a:lnTo>
                  <a:pt x="5764" y="6949"/>
                </a:lnTo>
                <a:lnTo>
                  <a:pt x="5764" y="6948"/>
                </a:lnTo>
                <a:lnTo>
                  <a:pt x="5763" y="6948"/>
                </a:lnTo>
                <a:lnTo>
                  <a:pt x="5763" y="6947"/>
                </a:lnTo>
                <a:lnTo>
                  <a:pt x="5762" y="6947"/>
                </a:lnTo>
                <a:lnTo>
                  <a:pt x="5762" y="6946"/>
                </a:lnTo>
                <a:lnTo>
                  <a:pt x="5761" y="6945"/>
                </a:lnTo>
                <a:lnTo>
                  <a:pt x="5761" y="6944"/>
                </a:lnTo>
                <a:lnTo>
                  <a:pt x="5760" y="6944"/>
                </a:lnTo>
                <a:lnTo>
                  <a:pt x="5759" y="6943"/>
                </a:lnTo>
                <a:lnTo>
                  <a:pt x="5759" y="6942"/>
                </a:lnTo>
                <a:lnTo>
                  <a:pt x="5758" y="6942"/>
                </a:lnTo>
                <a:lnTo>
                  <a:pt x="5757" y="6941"/>
                </a:lnTo>
                <a:lnTo>
                  <a:pt x="5756" y="6941"/>
                </a:lnTo>
                <a:lnTo>
                  <a:pt x="5755" y="6941"/>
                </a:lnTo>
                <a:lnTo>
                  <a:pt x="5755" y="6940"/>
                </a:lnTo>
                <a:lnTo>
                  <a:pt x="5754" y="6940"/>
                </a:lnTo>
                <a:lnTo>
                  <a:pt x="5754" y="6941"/>
                </a:lnTo>
                <a:lnTo>
                  <a:pt x="5753" y="6941"/>
                </a:lnTo>
                <a:lnTo>
                  <a:pt x="5753" y="6942"/>
                </a:lnTo>
                <a:lnTo>
                  <a:pt x="5753" y="6943"/>
                </a:lnTo>
                <a:lnTo>
                  <a:pt x="5752" y="6942"/>
                </a:lnTo>
                <a:lnTo>
                  <a:pt x="5751" y="6942"/>
                </a:lnTo>
                <a:lnTo>
                  <a:pt x="5750" y="6942"/>
                </a:lnTo>
                <a:lnTo>
                  <a:pt x="5749" y="6942"/>
                </a:lnTo>
                <a:lnTo>
                  <a:pt x="5749" y="6941"/>
                </a:lnTo>
                <a:lnTo>
                  <a:pt x="5750" y="6941"/>
                </a:lnTo>
                <a:lnTo>
                  <a:pt x="5750" y="6940"/>
                </a:lnTo>
                <a:lnTo>
                  <a:pt x="5750" y="6939"/>
                </a:lnTo>
                <a:lnTo>
                  <a:pt x="5749" y="6939"/>
                </a:lnTo>
                <a:lnTo>
                  <a:pt x="5749" y="6937"/>
                </a:lnTo>
                <a:lnTo>
                  <a:pt x="5748" y="6935"/>
                </a:lnTo>
                <a:lnTo>
                  <a:pt x="5748" y="6934"/>
                </a:lnTo>
                <a:lnTo>
                  <a:pt x="5749" y="6933"/>
                </a:lnTo>
                <a:lnTo>
                  <a:pt x="5751" y="6933"/>
                </a:lnTo>
                <a:lnTo>
                  <a:pt x="5752" y="6932"/>
                </a:lnTo>
                <a:lnTo>
                  <a:pt x="5752" y="6931"/>
                </a:lnTo>
                <a:lnTo>
                  <a:pt x="5752" y="6930"/>
                </a:lnTo>
                <a:lnTo>
                  <a:pt x="5753" y="6929"/>
                </a:lnTo>
                <a:lnTo>
                  <a:pt x="5754" y="6929"/>
                </a:lnTo>
                <a:lnTo>
                  <a:pt x="5755" y="6929"/>
                </a:lnTo>
                <a:lnTo>
                  <a:pt x="5756" y="6929"/>
                </a:lnTo>
                <a:lnTo>
                  <a:pt x="5756" y="6930"/>
                </a:lnTo>
                <a:lnTo>
                  <a:pt x="5757" y="6930"/>
                </a:lnTo>
                <a:lnTo>
                  <a:pt x="5757" y="6931"/>
                </a:lnTo>
                <a:lnTo>
                  <a:pt x="5758" y="6931"/>
                </a:lnTo>
                <a:lnTo>
                  <a:pt x="5758" y="6932"/>
                </a:lnTo>
                <a:lnTo>
                  <a:pt x="5759" y="6932"/>
                </a:lnTo>
                <a:lnTo>
                  <a:pt x="5759" y="6931"/>
                </a:lnTo>
                <a:lnTo>
                  <a:pt x="5760" y="6931"/>
                </a:lnTo>
                <a:lnTo>
                  <a:pt x="5760" y="6930"/>
                </a:lnTo>
                <a:lnTo>
                  <a:pt x="5761" y="6929"/>
                </a:lnTo>
                <a:lnTo>
                  <a:pt x="5762" y="6929"/>
                </a:lnTo>
                <a:lnTo>
                  <a:pt x="5762" y="6930"/>
                </a:lnTo>
                <a:lnTo>
                  <a:pt x="5762" y="6929"/>
                </a:lnTo>
                <a:lnTo>
                  <a:pt x="5763" y="6929"/>
                </a:lnTo>
                <a:lnTo>
                  <a:pt x="5763" y="6928"/>
                </a:lnTo>
                <a:lnTo>
                  <a:pt x="5762" y="6928"/>
                </a:lnTo>
                <a:lnTo>
                  <a:pt x="5763" y="6928"/>
                </a:lnTo>
                <a:lnTo>
                  <a:pt x="5763" y="6927"/>
                </a:lnTo>
                <a:lnTo>
                  <a:pt x="5762" y="6927"/>
                </a:lnTo>
                <a:lnTo>
                  <a:pt x="5762" y="6928"/>
                </a:lnTo>
                <a:lnTo>
                  <a:pt x="5761" y="6928"/>
                </a:lnTo>
                <a:lnTo>
                  <a:pt x="5761" y="6927"/>
                </a:lnTo>
                <a:lnTo>
                  <a:pt x="5762" y="6926"/>
                </a:lnTo>
                <a:lnTo>
                  <a:pt x="5763" y="6926"/>
                </a:lnTo>
                <a:lnTo>
                  <a:pt x="5764" y="6926"/>
                </a:lnTo>
                <a:lnTo>
                  <a:pt x="5764" y="6925"/>
                </a:lnTo>
                <a:lnTo>
                  <a:pt x="5763" y="6925"/>
                </a:lnTo>
                <a:lnTo>
                  <a:pt x="5762" y="6925"/>
                </a:lnTo>
                <a:lnTo>
                  <a:pt x="5760" y="6925"/>
                </a:lnTo>
                <a:lnTo>
                  <a:pt x="5759" y="6925"/>
                </a:lnTo>
                <a:lnTo>
                  <a:pt x="5758" y="6926"/>
                </a:lnTo>
                <a:lnTo>
                  <a:pt x="5758" y="6927"/>
                </a:lnTo>
                <a:lnTo>
                  <a:pt x="5758" y="6928"/>
                </a:lnTo>
                <a:lnTo>
                  <a:pt x="5758" y="6929"/>
                </a:lnTo>
                <a:lnTo>
                  <a:pt x="5758" y="6930"/>
                </a:lnTo>
                <a:lnTo>
                  <a:pt x="5759" y="6930"/>
                </a:lnTo>
                <a:lnTo>
                  <a:pt x="5759" y="6931"/>
                </a:lnTo>
                <a:lnTo>
                  <a:pt x="5758" y="6931"/>
                </a:lnTo>
                <a:lnTo>
                  <a:pt x="5757" y="6929"/>
                </a:lnTo>
                <a:lnTo>
                  <a:pt x="5757" y="6928"/>
                </a:lnTo>
                <a:lnTo>
                  <a:pt x="5757" y="6929"/>
                </a:lnTo>
                <a:lnTo>
                  <a:pt x="5756" y="6929"/>
                </a:lnTo>
                <a:lnTo>
                  <a:pt x="5755" y="6928"/>
                </a:lnTo>
                <a:lnTo>
                  <a:pt x="5754" y="6927"/>
                </a:lnTo>
                <a:lnTo>
                  <a:pt x="5753" y="6926"/>
                </a:lnTo>
                <a:lnTo>
                  <a:pt x="5752" y="6926"/>
                </a:lnTo>
                <a:lnTo>
                  <a:pt x="5752" y="6925"/>
                </a:lnTo>
                <a:lnTo>
                  <a:pt x="5751" y="6924"/>
                </a:lnTo>
                <a:lnTo>
                  <a:pt x="5751" y="6923"/>
                </a:lnTo>
                <a:lnTo>
                  <a:pt x="5750" y="6922"/>
                </a:lnTo>
                <a:lnTo>
                  <a:pt x="5749" y="6922"/>
                </a:lnTo>
                <a:lnTo>
                  <a:pt x="5749" y="6921"/>
                </a:lnTo>
                <a:lnTo>
                  <a:pt x="5748" y="6920"/>
                </a:lnTo>
                <a:lnTo>
                  <a:pt x="5749" y="6919"/>
                </a:lnTo>
                <a:lnTo>
                  <a:pt x="5749" y="6918"/>
                </a:lnTo>
                <a:lnTo>
                  <a:pt x="5750" y="6918"/>
                </a:lnTo>
                <a:lnTo>
                  <a:pt x="5750" y="6917"/>
                </a:lnTo>
                <a:lnTo>
                  <a:pt x="5750" y="6916"/>
                </a:lnTo>
                <a:lnTo>
                  <a:pt x="5750" y="6915"/>
                </a:lnTo>
                <a:lnTo>
                  <a:pt x="5750" y="6914"/>
                </a:lnTo>
                <a:lnTo>
                  <a:pt x="5751" y="6914"/>
                </a:lnTo>
                <a:lnTo>
                  <a:pt x="5751" y="6913"/>
                </a:lnTo>
                <a:lnTo>
                  <a:pt x="5751" y="6911"/>
                </a:lnTo>
                <a:lnTo>
                  <a:pt x="5751" y="6910"/>
                </a:lnTo>
                <a:lnTo>
                  <a:pt x="5751" y="6908"/>
                </a:lnTo>
                <a:lnTo>
                  <a:pt x="5750" y="6907"/>
                </a:lnTo>
                <a:lnTo>
                  <a:pt x="5750" y="6906"/>
                </a:lnTo>
                <a:lnTo>
                  <a:pt x="5749" y="6906"/>
                </a:lnTo>
                <a:lnTo>
                  <a:pt x="5746" y="6907"/>
                </a:lnTo>
                <a:lnTo>
                  <a:pt x="5747" y="6907"/>
                </a:lnTo>
                <a:lnTo>
                  <a:pt x="5747" y="6908"/>
                </a:lnTo>
                <a:lnTo>
                  <a:pt x="5746" y="6908"/>
                </a:lnTo>
                <a:lnTo>
                  <a:pt x="5745" y="6908"/>
                </a:lnTo>
                <a:lnTo>
                  <a:pt x="5745" y="6907"/>
                </a:lnTo>
                <a:lnTo>
                  <a:pt x="5744" y="6907"/>
                </a:lnTo>
                <a:lnTo>
                  <a:pt x="5744" y="6908"/>
                </a:lnTo>
                <a:lnTo>
                  <a:pt x="5744" y="6909"/>
                </a:lnTo>
                <a:lnTo>
                  <a:pt x="5744" y="6910"/>
                </a:lnTo>
                <a:lnTo>
                  <a:pt x="5744" y="6909"/>
                </a:lnTo>
                <a:lnTo>
                  <a:pt x="5743" y="6909"/>
                </a:lnTo>
                <a:lnTo>
                  <a:pt x="5743" y="6908"/>
                </a:lnTo>
                <a:lnTo>
                  <a:pt x="5742" y="6907"/>
                </a:lnTo>
                <a:lnTo>
                  <a:pt x="5742" y="6906"/>
                </a:lnTo>
                <a:lnTo>
                  <a:pt x="5741" y="6906"/>
                </a:lnTo>
                <a:lnTo>
                  <a:pt x="5741" y="6905"/>
                </a:lnTo>
                <a:lnTo>
                  <a:pt x="5740" y="6904"/>
                </a:lnTo>
                <a:lnTo>
                  <a:pt x="5739" y="6903"/>
                </a:lnTo>
                <a:lnTo>
                  <a:pt x="5739" y="6902"/>
                </a:lnTo>
                <a:lnTo>
                  <a:pt x="5738" y="6902"/>
                </a:lnTo>
                <a:lnTo>
                  <a:pt x="5737" y="6901"/>
                </a:lnTo>
                <a:lnTo>
                  <a:pt x="5737" y="6900"/>
                </a:lnTo>
                <a:lnTo>
                  <a:pt x="5736" y="6899"/>
                </a:lnTo>
                <a:lnTo>
                  <a:pt x="5735" y="6899"/>
                </a:lnTo>
                <a:lnTo>
                  <a:pt x="5735" y="6898"/>
                </a:lnTo>
                <a:lnTo>
                  <a:pt x="5734" y="6897"/>
                </a:lnTo>
                <a:lnTo>
                  <a:pt x="5733" y="6896"/>
                </a:lnTo>
                <a:lnTo>
                  <a:pt x="5733" y="6895"/>
                </a:lnTo>
                <a:lnTo>
                  <a:pt x="5733" y="6894"/>
                </a:lnTo>
                <a:lnTo>
                  <a:pt x="5733" y="6893"/>
                </a:lnTo>
                <a:lnTo>
                  <a:pt x="5732" y="6893"/>
                </a:lnTo>
                <a:lnTo>
                  <a:pt x="5732" y="6892"/>
                </a:lnTo>
                <a:lnTo>
                  <a:pt x="5732" y="6891"/>
                </a:lnTo>
                <a:lnTo>
                  <a:pt x="5731" y="6889"/>
                </a:lnTo>
                <a:lnTo>
                  <a:pt x="5731" y="6888"/>
                </a:lnTo>
                <a:lnTo>
                  <a:pt x="5731" y="6887"/>
                </a:lnTo>
                <a:lnTo>
                  <a:pt x="5731" y="6884"/>
                </a:lnTo>
                <a:lnTo>
                  <a:pt x="5731" y="6883"/>
                </a:lnTo>
                <a:lnTo>
                  <a:pt x="5731" y="6882"/>
                </a:lnTo>
                <a:lnTo>
                  <a:pt x="5731" y="6881"/>
                </a:lnTo>
                <a:lnTo>
                  <a:pt x="5731" y="6880"/>
                </a:lnTo>
                <a:lnTo>
                  <a:pt x="5731" y="6879"/>
                </a:lnTo>
                <a:lnTo>
                  <a:pt x="5731" y="6878"/>
                </a:lnTo>
                <a:lnTo>
                  <a:pt x="5732" y="6878"/>
                </a:lnTo>
                <a:lnTo>
                  <a:pt x="5733" y="6878"/>
                </a:lnTo>
                <a:lnTo>
                  <a:pt x="5734" y="6878"/>
                </a:lnTo>
                <a:lnTo>
                  <a:pt x="5734" y="6877"/>
                </a:lnTo>
                <a:lnTo>
                  <a:pt x="5733" y="6877"/>
                </a:lnTo>
                <a:lnTo>
                  <a:pt x="5733" y="6878"/>
                </a:lnTo>
                <a:lnTo>
                  <a:pt x="5732" y="6878"/>
                </a:lnTo>
                <a:lnTo>
                  <a:pt x="5732" y="6877"/>
                </a:lnTo>
                <a:lnTo>
                  <a:pt x="5732" y="6876"/>
                </a:lnTo>
                <a:lnTo>
                  <a:pt x="5733" y="6876"/>
                </a:lnTo>
                <a:lnTo>
                  <a:pt x="5733" y="6875"/>
                </a:lnTo>
                <a:lnTo>
                  <a:pt x="5733" y="6874"/>
                </a:lnTo>
                <a:lnTo>
                  <a:pt x="5733" y="6873"/>
                </a:lnTo>
                <a:lnTo>
                  <a:pt x="5733" y="6872"/>
                </a:lnTo>
                <a:lnTo>
                  <a:pt x="5734" y="6872"/>
                </a:lnTo>
                <a:lnTo>
                  <a:pt x="5734" y="6871"/>
                </a:lnTo>
                <a:lnTo>
                  <a:pt x="5734" y="6870"/>
                </a:lnTo>
                <a:lnTo>
                  <a:pt x="5734" y="6869"/>
                </a:lnTo>
                <a:lnTo>
                  <a:pt x="5734" y="6868"/>
                </a:lnTo>
                <a:lnTo>
                  <a:pt x="5735" y="6867"/>
                </a:lnTo>
                <a:lnTo>
                  <a:pt x="5735" y="6866"/>
                </a:lnTo>
                <a:lnTo>
                  <a:pt x="5736" y="6866"/>
                </a:lnTo>
                <a:lnTo>
                  <a:pt x="5737" y="6866"/>
                </a:lnTo>
                <a:lnTo>
                  <a:pt x="5737" y="6865"/>
                </a:lnTo>
                <a:lnTo>
                  <a:pt x="5737" y="6864"/>
                </a:lnTo>
                <a:lnTo>
                  <a:pt x="5737" y="6863"/>
                </a:lnTo>
                <a:lnTo>
                  <a:pt x="5738" y="6862"/>
                </a:lnTo>
                <a:lnTo>
                  <a:pt x="5738" y="6861"/>
                </a:lnTo>
                <a:lnTo>
                  <a:pt x="5738" y="6860"/>
                </a:lnTo>
                <a:lnTo>
                  <a:pt x="5738" y="6859"/>
                </a:lnTo>
                <a:lnTo>
                  <a:pt x="5738" y="6857"/>
                </a:lnTo>
                <a:lnTo>
                  <a:pt x="5738" y="6856"/>
                </a:lnTo>
                <a:lnTo>
                  <a:pt x="5738" y="6855"/>
                </a:lnTo>
                <a:lnTo>
                  <a:pt x="5737" y="6854"/>
                </a:lnTo>
                <a:lnTo>
                  <a:pt x="5735" y="6851"/>
                </a:lnTo>
                <a:lnTo>
                  <a:pt x="5735" y="6850"/>
                </a:lnTo>
                <a:lnTo>
                  <a:pt x="5734" y="6850"/>
                </a:lnTo>
                <a:lnTo>
                  <a:pt x="5732" y="6847"/>
                </a:lnTo>
                <a:lnTo>
                  <a:pt x="5731" y="6846"/>
                </a:lnTo>
                <a:lnTo>
                  <a:pt x="5731" y="6845"/>
                </a:lnTo>
                <a:lnTo>
                  <a:pt x="5731" y="6844"/>
                </a:lnTo>
                <a:lnTo>
                  <a:pt x="5732" y="6842"/>
                </a:lnTo>
                <a:lnTo>
                  <a:pt x="5734" y="6839"/>
                </a:lnTo>
                <a:lnTo>
                  <a:pt x="5737" y="6835"/>
                </a:lnTo>
                <a:lnTo>
                  <a:pt x="5739" y="6833"/>
                </a:lnTo>
                <a:lnTo>
                  <a:pt x="5740" y="6832"/>
                </a:lnTo>
                <a:lnTo>
                  <a:pt x="5740" y="6831"/>
                </a:lnTo>
                <a:lnTo>
                  <a:pt x="5741" y="6831"/>
                </a:lnTo>
                <a:lnTo>
                  <a:pt x="5741" y="6830"/>
                </a:lnTo>
                <a:lnTo>
                  <a:pt x="5742" y="6830"/>
                </a:lnTo>
                <a:lnTo>
                  <a:pt x="5743" y="6830"/>
                </a:lnTo>
                <a:lnTo>
                  <a:pt x="5743" y="6831"/>
                </a:lnTo>
                <a:lnTo>
                  <a:pt x="5742" y="6831"/>
                </a:lnTo>
                <a:lnTo>
                  <a:pt x="5742" y="6832"/>
                </a:lnTo>
                <a:lnTo>
                  <a:pt x="5743" y="6833"/>
                </a:lnTo>
                <a:lnTo>
                  <a:pt x="5743" y="6834"/>
                </a:lnTo>
                <a:lnTo>
                  <a:pt x="5744" y="6835"/>
                </a:lnTo>
                <a:lnTo>
                  <a:pt x="5744" y="6836"/>
                </a:lnTo>
                <a:lnTo>
                  <a:pt x="5745" y="6836"/>
                </a:lnTo>
                <a:lnTo>
                  <a:pt x="5746" y="6836"/>
                </a:lnTo>
                <a:lnTo>
                  <a:pt x="5747" y="6837"/>
                </a:lnTo>
                <a:lnTo>
                  <a:pt x="5748" y="6837"/>
                </a:lnTo>
                <a:lnTo>
                  <a:pt x="5748" y="6836"/>
                </a:lnTo>
                <a:lnTo>
                  <a:pt x="5747" y="6836"/>
                </a:lnTo>
                <a:lnTo>
                  <a:pt x="5746" y="6836"/>
                </a:lnTo>
                <a:lnTo>
                  <a:pt x="5745" y="6835"/>
                </a:lnTo>
                <a:lnTo>
                  <a:pt x="5744" y="6835"/>
                </a:lnTo>
                <a:lnTo>
                  <a:pt x="5745" y="6835"/>
                </a:lnTo>
                <a:lnTo>
                  <a:pt x="5745" y="6834"/>
                </a:lnTo>
                <a:lnTo>
                  <a:pt x="5744" y="6834"/>
                </a:lnTo>
                <a:lnTo>
                  <a:pt x="5744" y="6833"/>
                </a:lnTo>
                <a:lnTo>
                  <a:pt x="5743" y="6833"/>
                </a:lnTo>
                <a:lnTo>
                  <a:pt x="5743" y="6832"/>
                </a:lnTo>
                <a:lnTo>
                  <a:pt x="5743" y="6831"/>
                </a:lnTo>
                <a:lnTo>
                  <a:pt x="5744" y="6831"/>
                </a:lnTo>
                <a:lnTo>
                  <a:pt x="5744" y="6830"/>
                </a:lnTo>
                <a:lnTo>
                  <a:pt x="5745" y="6830"/>
                </a:lnTo>
                <a:lnTo>
                  <a:pt x="5746" y="6830"/>
                </a:lnTo>
                <a:lnTo>
                  <a:pt x="5746" y="6829"/>
                </a:lnTo>
                <a:lnTo>
                  <a:pt x="5747" y="6828"/>
                </a:lnTo>
                <a:lnTo>
                  <a:pt x="5747" y="6827"/>
                </a:lnTo>
                <a:lnTo>
                  <a:pt x="5748" y="6827"/>
                </a:lnTo>
                <a:lnTo>
                  <a:pt x="5748" y="6826"/>
                </a:lnTo>
                <a:lnTo>
                  <a:pt x="5749" y="6824"/>
                </a:lnTo>
                <a:lnTo>
                  <a:pt x="5749" y="6822"/>
                </a:lnTo>
                <a:lnTo>
                  <a:pt x="5749" y="6821"/>
                </a:lnTo>
                <a:lnTo>
                  <a:pt x="5749" y="6819"/>
                </a:lnTo>
                <a:lnTo>
                  <a:pt x="5749" y="6818"/>
                </a:lnTo>
                <a:lnTo>
                  <a:pt x="5749" y="6817"/>
                </a:lnTo>
                <a:lnTo>
                  <a:pt x="5749" y="6816"/>
                </a:lnTo>
                <a:lnTo>
                  <a:pt x="5748" y="6816"/>
                </a:lnTo>
                <a:lnTo>
                  <a:pt x="5748" y="6815"/>
                </a:lnTo>
                <a:lnTo>
                  <a:pt x="5748" y="6814"/>
                </a:lnTo>
                <a:lnTo>
                  <a:pt x="5747" y="6814"/>
                </a:lnTo>
                <a:lnTo>
                  <a:pt x="5747" y="6813"/>
                </a:lnTo>
                <a:lnTo>
                  <a:pt x="5748" y="6813"/>
                </a:lnTo>
                <a:lnTo>
                  <a:pt x="5748" y="6811"/>
                </a:lnTo>
                <a:lnTo>
                  <a:pt x="5749" y="6811"/>
                </a:lnTo>
                <a:lnTo>
                  <a:pt x="5749" y="6810"/>
                </a:lnTo>
                <a:lnTo>
                  <a:pt x="5749" y="6809"/>
                </a:lnTo>
                <a:lnTo>
                  <a:pt x="5749" y="6808"/>
                </a:lnTo>
                <a:lnTo>
                  <a:pt x="5748" y="6808"/>
                </a:lnTo>
                <a:lnTo>
                  <a:pt x="5748" y="6807"/>
                </a:lnTo>
                <a:lnTo>
                  <a:pt x="5748" y="6805"/>
                </a:lnTo>
                <a:lnTo>
                  <a:pt x="5748" y="6804"/>
                </a:lnTo>
                <a:lnTo>
                  <a:pt x="5748" y="6803"/>
                </a:lnTo>
                <a:lnTo>
                  <a:pt x="5747" y="6803"/>
                </a:lnTo>
                <a:lnTo>
                  <a:pt x="5747" y="6802"/>
                </a:lnTo>
                <a:lnTo>
                  <a:pt x="5747" y="6801"/>
                </a:lnTo>
                <a:lnTo>
                  <a:pt x="5746" y="6800"/>
                </a:lnTo>
                <a:lnTo>
                  <a:pt x="5745" y="6799"/>
                </a:lnTo>
                <a:lnTo>
                  <a:pt x="5745" y="6798"/>
                </a:lnTo>
                <a:lnTo>
                  <a:pt x="5746" y="6798"/>
                </a:lnTo>
                <a:lnTo>
                  <a:pt x="5747" y="6797"/>
                </a:lnTo>
                <a:lnTo>
                  <a:pt x="5748" y="6797"/>
                </a:lnTo>
                <a:lnTo>
                  <a:pt x="5748" y="6798"/>
                </a:lnTo>
                <a:lnTo>
                  <a:pt x="5749" y="6799"/>
                </a:lnTo>
                <a:lnTo>
                  <a:pt x="5749" y="6800"/>
                </a:lnTo>
                <a:lnTo>
                  <a:pt x="5750" y="6800"/>
                </a:lnTo>
                <a:lnTo>
                  <a:pt x="5751" y="6800"/>
                </a:lnTo>
                <a:lnTo>
                  <a:pt x="5751" y="6801"/>
                </a:lnTo>
                <a:lnTo>
                  <a:pt x="5752" y="6801"/>
                </a:lnTo>
                <a:lnTo>
                  <a:pt x="5752" y="6800"/>
                </a:lnTo>
                <a:lnTo>
                  <a:pt x="5751" y="6800"/>
                </a:lnTo>
                <a:lnTo>
                  <a:pt x="5751" y="6799"/>
                </a:lnTo>
                <a:lnTo>
                  <a:pt x="5751" y="6798"/>
                </a:lnTo>
                <a:lnTo>
                  <a:pt x="5752" y="6798"/>
                </a:lnTo>
                <a:lnTo>
                  <a:pt x="5753" y="6797"/>
                </a:lnTo>
                <a:lnTo>
                  <a:pt x="5754" y="6797"/>
                </a:lnTo>
                <a:lnTo>
                  <a:pt x="5755" y="6797"/>
                </a:lnTo>
                <a:lnTo>
                  <a:pt x="5757" y="6797"/>
                </a:lnTo>
                <a:lnTo>
                  <a:pt x="5758" y="6797"/>
                </a:lnTo>
                <a:lnTo>
                  <a:pt x="5759" y="6798"/>
                </a:lnTo>
                <a:lnTo>
                  <a:pt x="5759" y="6797"/>
                </a:lnTo>
                <a:lnTo>
                  <a:pt x="5760" y="6797"/>
                </a:lnTo>
                <a:lnTo>
                  <a:pt x="5764" y="6795"/>
                </a:lnTo>
                <a:lnTo>
                  <a:pt x="5766" y="6795"/>
                </a:lnTo>
                <a:lnTo>
                  <a:pt x="5768" y="6795"/>
                </a:lnTo>
                <a:lnTo>
                  <a:pt x="5770" y="6795"/>
                </a:lnTo>
                <a:lnTo>
                  <a:pt x="5771" y="6795"/>
                </a:lnTo>
                <a:lnTo>
                  <a:pt x="5772" y="6795"/>
                </a:lnTo>
                <a:lnTo>
                  <a:pt x="5775" y="6795"/>
                </a:lnTo>
                <a:lnTo>
                  <a:pt x="5775" y="6794"/>
                </a:lnTo>
                <a:lnTo>
                  <a:pt x="5774" y="6793"/>
                </a:lnTo>
                <a:lnTo>
                  <a:pt x="5773" y="6792"/>
                </a:lnTo>
                <a:lnTo>
                  <a:pt x="5772" y="6792"/>
                </a:lnTo>
                <a:lnTo>
                  <a:pt x="5772" y="6791"/>
                </a:lnTo>
                <a:lnTo>
                  <a:pt x="5772" y="6790"/>
                </a:lnTo>
                <a:lnTo>
                  <a:pt x="5772" y="6789"/>
                </a:lnTo>
                <a:lnTo>
                  <a:pt x="5772" y="6788"/>
                </a:lnTo>
                <a:lnTo>
                  <a:pt x="5773" y="6788"/>
                </a:lnTo>
                <a:lnTo>
                  <a:pt x="5774" y="6785"/>
                </a:lnTo>
                <a:lnTo>
                  <a:pt x="5773" y="6784"/>
                </a:lnTo>
                <a:lnTo>
                  <a:pt x="5773" y="6783"/>
                </a:lnTo>
                <a:lnTo>
                  <a:pt x="5774" y="6783"/>
                </a:lnTo>
                <a:lnTo>
                  <a:pt x="5775" y="6783"/>
                </a:lnTo>
                <a:lnTo>
                  <a:pt x="5776" y="6783"/>
                </a:lnTo>
                <a:lnTo>
                  <a:pt x="5777" y="6781"/>
                </a:lnTo>
                <a:lnTo>
                  <a:pt x="5778" y="6780"/>
                </a:lnTo>
                <a:lnTo>
                  <a:pt x="5778" y="6779"/>
                </a:lnTo>
                <a:lnTo>
                  <a:pt x="5777" y="6779"/>
                </a:lnTo>
                <a:lnTo>
                  <a:pt x="5776" y="6779"/>
                </a:lnTo>
                <a:lnTo>
                  <a:pt x="5776" y="6780"/>
                </a:lnTo>
                <a:lnTo>
                  <a:pt x="5775" y="6780"/>
                </a:lnTo>
                <a:lnTo>
                  <a:pt x="5775" y="6779"/>
                </a:lnTo>
                <a:lnTo>
                  <a:pt x="5774" y="6779"/>
                </a:lnTo>
                <a:lnTo>
                  <a:pt x="5774" y="6778"/>
                </a:lnTo>
                <a:lnTo>
                  <a:pt x="5775" y="6778"/>
                </a:lnTo>
                <a:lnTo>
                  <a:pt x="5775" y="6777"/>
                </a:lnTo>
                <a:lnTo>
                  <a:pt x="5774" y="6778"/>
                </a:lnTo>
                <a:lnTo>
                  <a:pt x="5774" y="6777"/>
                </a:lnTo>
                <a:lnTo>
                  <a:pt x="5774" y="6776"/>
                </a:lnTo>
                <a:lnTo>
                  <a:pt x="5773" y="6776"/>
                </a:lnTo>
                <a:lnTo>
                  <a:pt x="5773" y="6775"/>
                </a:lnTo>
                <a:lnTo>
                  <a:pt x="5773" y="6774"/>
                </a:lnTo>
                <a:lnTo>
                  <a:pt x="5774" y="6774"/>
                </a:lnTo>
                <a:lnTo>
                  <a:pt x="5774" y="6773"/>
                </a:lnTo>
                <a:lnTo>
                  <a:pt x="5775" y="6773"/>
                </a:lnTo>
                <a:lnTo>
                  <a:pt x="5775" y="6772"/>
                </a:lnTo>
                <a:lnTo>
                  <a:pt x="5774" y="6772"/>
                </a:lnTo>
                <a:lnTo>
                  <a:pt x="5772" y="6774"/>
                </a:lnTo>
                <a:lnTo>
                  <a:pt x="5771" y="6774"/>
                </a:lnTo>
                <a:lnTo>
                  <a:pt x="5771" y="6775"/>
                </a:lnTo>
                <a:lnTo>
                  <a:pt x="5770" y="6775"/>
                </a:lnTo>
                <a:lnTo>
                  <a:pt x="5769" y="6775"/>
                </a:lnTo>
                <a:lnTo>
                  <a:pt x="5768" y="6776"/>
                </a:lnTo>
                <a:lnTo>
                  <a:pt x="5767" y="6776"/>
                </a:lnTo>
                <a:lnTo>
                  <a:pt x="5766" y="6776"/>
                </a:lnTo>
                <a:lnTo>
                  <a:pt x="5764" y="6776"/>
                </a:lnTo>
                <a:lnTo>
                  <a:pt x="5763" y="6776"/>
                </a:lnTo>
                <a:lnTo>
                  <a:pt x="5762" y="6777"/>
                </a:lnTo>
                <a:lnTo>
                  <a:pt x="5759" y="6777"/>
                </a:lnTo>
                <a:lnTo>
                  <a:pt x="5757" y="6777"/>
                </a:lnTo>
                <a:lnTo>
                  <a:pt x="5757" y="6776"/>
                </a:lnTo>
                <a:lnTo>
                  <a:pt x="5756" y="6776"/>
                </a:lnTo>
                <a:lnTo>
                  <a:pt x="5755" y="6776"/>
                </a:lnTo>
                <a:lnTo>
                  <a:pt x="5754" y="6776"/>
                </a:lnTo>
                <a:lnTo>
                  <a:pt x="5753" y="6775"/>
                </a:lnTo>
                <a:lnTo>
                  <a:pt x="5752" y="6775"/>
                </a:lnTo>
                <a:lnTo>
                  <a:pt x="5752" y="6774"/>
                </a:lnTo>
                <a:lnTo>
                  <a:pt x="5750" y="6773"/>
                </a:lnTo>
                <a:lnTo>
                  <a:pt x="5751" y="6773"/>
                </a:lnTo>
                <a:lnTo>
                  <a:pt x="5751" y="6772"/>
                </a:lnTo>
                <a:lnTo>
                  <a:pt x="5751" y="6770"/>
                </a:lnTo>
                <a:lnTo>
                  <a:pt x="5751" y="6769"/>
                </a:lnTo>
                <a:lnTo>
                  <a:pt x="5751" y="6768"/>
                </a:lnTo>
                <a:lnTo>
                  <a:pt x="5750" y="6767"/>
                </a:lnTo>
                <a:lnTo>
                  <a:pt x="5750" y="6766"/>
                </a:lnTo>
                <a:lnTo>
                  <a:pt x="5749" y="6765"/>
                </a:lnTo>
                <a:lnTo>
                  <a:pt x="5749" y="6764"/>
                </a:lnTo>
                <a:lnTo>
                  <a:pt x="5749" y="6763"/>
                </a:lnTo>
                <a:lnTo>
                  <a:pt x="5750" y="6763"/>
                </a:lnTo>
                <a:lnTo>
                  <a:pt x="5749" y="6763"/>
                </a:lnTo>
                <a:lnTo>
                  <a:pt x="5749" y="6762"/>
                </a:lnTo>
                <a:lnTo>
                  <a:pt x="5750" y="6762"/>
                </a:lnTo>
                <a:lnTo>
                  <a:pt x="5750" y="6761"/>
                </a:lnTo>
                <a:lnTo>
                  <a:pt x="5749" y="6761"/>
                </a:lnTo>
                <a:lnTo>
                  <a:pt x="5748" y="6761"/>
                </a:lnTo>
                <a:lnTo>
                  <a:pt x="5747" y="6761"/>
                </a:lnTo>
                <a:lnTo>
                  <a:pt x="5745" y="6759"/>
                </a:lnTo>
                <a:lnTo>
                  <a:pt x="5745" y="6758"/>
                </a:lnTo>
                <a:lnTo>
                  <a:pt x="5745" y="6757"/>
                </a:lnTo>
                <a:lnTo>
                  <a:pt x="5744" y="6757"/>
                </a:lnTo>
                <a:lnTo>
                  <a:pt x="5744" y="6756"/>
                </a:lnTo>
                <a:lnTo>
                  <a:pt x="5744" y="6755"/>
                </a:lnTo>
                <a:lnTo>
                  <a:pt x="5744" y="6754"/>
                </a:lnTo>
                <a:lnTo>
                  <a:pt x="5745" y="6754"/>
                </a:lnTo>
                <a:lnTo>
                  <a:pt x="5746" y="6754"/>
                </a:lnTo>
                <a:lnTo>
                  <a:pt x="5746" y="6753"/>
                </a:lnTo>
                <a:lnTo>
                  <a:pt x="5746" y="6752"/>
                </a:lnTo>
                <a:lnTo>
                  <a:pt x="5746" y="6753"/>
                </a:lnTo>
                <a:lnTo>
                  <a:pt x="5745" y="6753"/>
                </a:lnTo>
                <a:lnTo>
                  <a:pt x="5744" y="6753"/>
                </a:lnTo>
                <a:lnTo>
                  <a:pt x="5744" y="6754"/>
                </a:lnTo>
                <a:lnTo>
                  <a:pt x="5743" y="6754"/>
                </a:lnTo>
                <a:lnTo>
                  <a:pt x="5742" y="6754"/>
                </a:lnTo>
                <a:lnTo>
                  <a:pt x="5742" y="6753"/>
                </a:lnTo>
                <a:lnTo>
                  <a:pt x="5742" y="6752"/>
                </a:lnTo>
                <a:lnTo>
                  <a:pt x="5741" y="6752"/>
                </a:lnTo>
                <a:lnTo>
                  <a:pt x="5741" y="6753"/>
                </a:lnTo>
                <a:lnTo>
                  <a:pt x="5741" y="6754"/>
                </a:lnTo>
                <a:lnTo>
                  <a:pt x="5741" y="6755"/>
                </a:lnTo>
                <a:lnTo>
                  <a:pt x="5740" y="6755"/>
                </a:lnTo>
                <a:lnTo>
                  <a:pt x="5740" y="6756"/>
                </a:lnTo>
                <a:lnTo>
                  <a:pt x="5741" y="6756"/>
                </a:lnTo>
                <a:lnTo>
                  <a:pt x="5741" y="6757"/>
                </a:lnTo>
                <a:lnTo>
                  <a:pt x="5741" y="6758"/>
                </a:lnTo>
                <a:lnTo>
                  <a:pt x="5742" y="6758"/>
                </a:lnTo>
                <a:lnTo>
                  <a:pt x="5742" y="6759"/>
                </a:lnTo>
                <a:lnTo>
                  <a:pt x="5742" y="6760"/>
                </a:lnTo>
                <a:lnTo>
                  <a:pt x="5743" y="6761"/>
                </a:lnTo>
                <a:lnTo>
                  <a:pt x="5743" y="6762"/>
                </a:lnTo>
                <a:lnTo>
                  <a:pt x="5743" y="6763"/>
                </a:lnTo>
                <a:lnTo>
                  <a:pt x="5743" y="6764"/>
                </a:lnTo>
                <a:lnTo>
                  <a:pt x="5744" y="6765"/>
                </a:lnTo>
                <a:lnTo>
                  <a:pt x="5744" y="6766"/>
                </a:lnTo>
                <a:lnTo>
                  <a:pt x="5744" y="6767"/>
                </a:lnTo>
                <a:lnTo>
                  <a:pt x="5745" y="6768"/>
                </a:lnTo>
                <a:lnTo>
                  <a:pt x="5745" y="6769"/>
                </a:lnTo>
                <a:lnTo>
                  <a:pt x="5746" y="6769"/>
                </a:lnTo>
                <a:lnTo>
                  <a:pt x="5746" y="6770"/>
                </a:lnTo>
                <a:lnTo>
                  <a:pt x="5746" y="6771"/>
                </a:lnTo>
                <a:lnTo>
                  <a:pt x="5746" y="6770"/>
                </a:lnTo>
                <a:lnTo>
                  <a:pt x="5745" y="6769"/>
                </a:lnTo>
                <a:lnTo>
                  <a:pt x="5744" y="6769"/>
                </a:lnTo>
                <a:lnTo>
                  <a:pt x="5744" y="6768"/>
                </a:lnTo>
                <a:lnTo>
                  <a:pt x="5743" y="6768"/>
                </a:lnTo>
                <a:lnTo>
                  <a:pt x="5743" y="6769"/>
                </a:lnTo>
                <a:lnTo>
                  <a:pt x="5743" y="6771"/>
                </a:lnTo>
                <a:lnTo>
                  <a:pt x="5743" y="6772"/>
                </a:lnTo>
                <a:lnTo>
                  <a:pt x="5744" y="6773"/>
                </a:lnTo>
                <a:lnTo>
                  <a:pt x="5744" y="6774"/>
                </a:lnTo>
                <a:lnTo>
                  <a:pt x="5744" y="6775"/>
                </a:lnTo>
                <a:lnTo>
                  <a:pt x="5743" y="6776"/>
                </a:lnTo>
                <a:lnTo>
                  <a:pt x="5742" y="6776"/>
                </a:lnTo>
                <a:lnTo>
                  <a:pt x="5741" y="6776"/>
                </a:lnTo>
                <a:lnTo>
                  <a:pt x="5741" y="6775"/>
                </a:lnTo>
                <a:lnTo>
                  <a:pt x="5740" y="6775"/>
                </a:lnTo>
                <a:lnTo>
                  <a:pt x="5739" y="6774"/>
                </a:lnTo>
                <a:lnTo>
                  <a:pt x="5738" y="6774"/>
                </a:lnTo>
                <a:lnTo>
                  <a:pt x="5738" y="6775"/>
                </a:lnTo>
                <a:lnTo>
                  <a:pt x="5737" y="6774"/>
                </a:lnTo>
                <a:lnTo>
                  <a:pt x="5736" y="6774"/>
                </a:lnTo>
                <a:lnTo>
                  <a:pt x="5735" y="6774"/>
                </a:lnTo>
                <a:lnTo>
                  <a:pt x="5736" y="6774"/>
                </a:lnTo>
                <a:lnTo>
                  <a:pt x="5736" y="6773"/>
                </a:lnTo>
                <a:lnTo>
                  <a:pt x="5735" y="6773"/>
                </a:lnTo>
                <a:lnTo>
                  <a:pt x="5735" y="6772"/>
                </a:lnTo>
                <a:lnTo>
                  <a:pt x="5734" y="6772"/>
                </a:lnTo>
                <a:lnTo>
                  <a:pt x="5733" y="6772"/>
                </a:lnTo>
                <a:lnTo>
                  <a:pt x="5732" y="6771"/>
                </a:lnTo>
                <a:lnTo>
                  <a:pt x="5731" y="6770"/>
                </a:lnTo>
                <a:lnTo>
                  <a:pt x="5730" y="6770"/>
                </a:lnTo>
                <a:lnTo>
                  <a:pt x="5730" y="6769"/>
                </a:lnTo>
                <a:lnTo>
                  <a:pt x="5729" y="6769"/>
                </a:lnTo>
                <a:lnTo>
                  <a:pt x="5728" y="6769"/>
                </a:lnTo>
                <a:lnTo>
                  <a:pt x="5727" y="6769"/>
                </a:lnTo>
                <a:lnTo>
                  <a:pt x="5727" y="6768"/>
                </a:lnTo>
                <a:lnTo>
                  <a:pt x="5726" y="6767"/>
                </a:lnTo>
                <a:lnTo>
                  <a:pt x="5725" y="6766"/>
                </a:lnTo>
                <a:lnTo>
                  <a:pt x="5724" y="6766"/>
                </a:lnTo>
                <a:lnTo>
                  <a:pt x="5724" y="6765"/>
                </a:lnTo>
                <a:lnTo>
                  <a:pt x="5723" y="6765"/>
                </a:lnTo>
                <a:lnTo>
                  <a:pt x="5723" y="6764"/>
                </a:lnTo>
                <a:lnTo>
                  <a:pt x="5724" y="6764"/>
                </a:lnTo>
                <a:lnTo>
                  <a:pt x="5725" y="6763"/>
                </a:lnTo>
                <a:lnTo>
                  <a:pt x="5725" y="6762"/>
                </a:lnTo>
                <a:lnTo>
                  <a:pt x="5726" y="6758"/>
                </a:lnTo>
                <a:lnTo>
                  <a:pt x="5726" y="6755"/>
                </a:lnTo>
                <a:lnTo>
                  <a:pt x="5727" y="6754"/>
                </a:lnTo>
                <a:lnTo>
                  <a:pt x="5727" y="6753"/>
                </a:lnTo>
                <a:lnTo>
                  <a:pt x="5726" y="6753"/>
                </a:lnTo>
                <a:lnTo>
                  <a:pt x="5726" y="6752"/>
                </a:lnTo>
                <a:lnTo>
                  <a:pt x="5725" y="6752"/>
                </a:lnTo>
                <a:lnTo>
                  <a:pt x="5726" y="6752"/>
                </a:lnTo>
                <a:lnTo>
                  <a:pt x="5726" y="6750"/>
                </a:lnTo>
                <a:lnTo>
                  <a:pt x="5725" y="6750"/>
                </a:lnTo>
                <a:lnTo>
                  <a:pt x="5725" y="6749"/>
                </a:lnTo>
                <a:lnTo>
                  <a:pt x="5726" y="6749"/>
                </a:lnTo>
                <a:lnTo>
                  <a:pt x="5726" y="6748"/>
                </a:lnTo>
                <a:lnTo>
                  <a:pt x="5727" y="6748"/>
                </a:lnTo>
                <a:lnTo>
                  <a:pt x="5726" y="6748"/>
                </a:lnTo>
                <a:lnTo>
                  <a:pt x="5727" y="6748"/>
                </a:lnTo>
                <a:lnTo>
                  <a:pt x="5727" y="6747"/>
                </a:lnTo>
                <a:lnTo>
                  <a:pt x="5726" y="6747"/>
                </a:lnTo>
                <a:lnTo>
                  <a:pt x="5726" y="6746"/>
                </a:lnTo>
                <a:lnTo>
                  <a:pt x="5727" y="6746"/>
                </a:lnTo>
                <a:lnTo>
                  <a:pt x="5728" y="6746"/>
                </a:lnTo>
                <a:lnTo>
                  <a:pt x="5727" y="6746"/>
                </a:lnTo>
                <a:lnTo>
                  <a:pt x="5726" y="6746"/>
                </a:lnTo>
                <a:lnTo>
                  <a:pt x="5725" y="6746"/>
                </a:lnTo>
                <a:lnTo>
                  <a:pt x="5725" y="6747"/>
                </a:lnTo>
                <a:lnTo>
                  <a:pt x="5724" y="6748"/>
                </a:lnTo>
                <a:lnTo>
                  <a:pt x="5723" y="6748"/>
                </a:lnTo>
                <a:lnTo>
                  <a:pt x="5722" y="6748"/>
                </a:lnTo>
                <a:lnTo>
                  <a:pt x="5722" y="6749"/>
                </a:lnTo>
                <a:lnTo>
                  <a:pt x="5721" y="6749"/>
                </a:lnTo>
                <a:lnTo>
                  <a:pt x="5720" y="6749"/>
                </a:lnTo>
                <a:lnTo>
                  <a:pt x="5720" y="6750"/>
                </a:lnTo>
                <a:lnTo>
                  <a:pt x="5720" y="6751"/>
                </a:lnTo>
                <a:lnTo>
                  <a:pt x="5719" y="6751"/>
                </a:lnTo>
                <a:lnTo>
                  <a:pt x="5719" y="6752"/>
                </a:lnTo>
                <a:lnTo>
                  <a:pt x="5719" y="6753"/>
                </a:lnTo>
                <a:lnTo>
                  <a:pt x="5719" y="6754"/>
                </a:lnTo>
                <a:lnTo>
                  <a:pt x="5719" y="6755"/>
                </a:lnTo>
                <a:lnTo>
                  <a:pt x="5719" y="6756"/>
                </a:lnTo>
                <a:lnTo>
                  <a:pt x="5720" y="6756"/>
                </a:lnTo>
                <a:lnTo>
                  <a:pt x="5720" y="6757"/>
                </a:lnTo>
                <a:lnTo>
                  <a:pt x="5719" y="6757"/>
                </a:lnTo>
                <a:lnTo>
                  <a:pt x="5718" y="6756"/>
                </a:lnTo>
                <a:lnTo>
                  <a:pt x="5716" y="6755"/>
                </a:lnTo>
                <a:lnTo>
                  <a:pt x="5715" y="6755"/>
                </a:lnTo>
                <a:lnTo>
                  <a:pt x="5715" y="6754"/>
                </a:lnTo>
                <a:lnTo>
                  <a:pt x="5714" y="6753"/>
                </a:lnTo>
                <a:lnTo>
                  <a:pt x="5714" y="6752"/>
                </a:lnTo>
                <a:lnTo>
                  <a:pt x="5715" y="6752"/>
                </a:lnTo>
                <a:lnTo>
                  <a:pt x="5715" y="6751"/>
                </a:lnTo>
                <a:lnTo>
                  <a:pt x="5715" y="6750"/>
                </a:lnTo>
                <a:lnTo>
                  <a:pt x="5715" y="6749"/>
                </a:lnTo>
                <a:lnTo>
                  <a:pt x="5714" y="6749"/>
                </a:lnTo>
                <a:lnTo>
                  <a:pt x="5713" y="6748"/>
                </a:lnTo>
                <a:lnTo>
                  <a:pt x="5713" y="6747"/>
                </a:lnTo>
                <a:lnTo>
                  <a:pt x="5713" y="6746"/>
                </a:lnTo>
                <a:lnTo>
                  <a:pt x="5712" y="6746"/>
                </a:lnTo>
                <a:lnTo>
                  <a:pt x="5712" y="6745"/>
                </a:lnTo>
                <a:lnTo>
                  <a:pt x="5713" y="6745"/>
                </a:lnTo>
                <a:lnTo>
                  <a:pt x="5713" y="6743"/>
                </a:lnTo>
                <a:lnTo>
                  <a:pt x="5713" y="6742"/>
                </a:lnTo>
                <a:lnTo>
                  <a:pt x="5713" y="6741"/>
                </a:lnTo>
                <a:lnTo>
                  <a:pt x="5714" y="6741"/>
                </a:lnTo>
                <a:lnTo>
                  <a:pt x="5714" y="6740"/>
                </a:lnTo>
                <a:lnTo>
                  <a:pt x="5715" y="6740"/>
                </a:lnTo>
                <a:lnTo>
                  <a:pt x="5713" y="6740"/>
                </a:lnTo>
                <a:lnTo>
                  <a:pt x="5713" y="6741"/>
                </a:lnTo>
                <a:lnTo>
                  <a:pt x="5712" y="6741"/>
                </a:lnTo>
                <a:lnTo>
                  <a:pt x="5711" y="6742"/>
                </a:lnTo>
                <a:lnTo>
                  <a:pt x="5711" y="6743"/>
                </a:lnTo>
                <a:lnTo>
                  <a:pt x="5710" y="6743"/>
                </a:lnTo>
                <a:lnTo>
                  <a:pt x="5710" y="6744"/>
                </a:lnTo>
                <a:lnTo>
                  <a:pt x="5709" y="6744"/>
                </a:lnTo>
                <a:lnTo>
                  <a:pt x="5708" y="6744"/>
                </a:lnTo>
                <a:lnTo>
                  <a:pt x="5708" y="6743"/>
                </a:lnTo>
                <a:lnTo>
                  <a:pt x="5708" y="6742"/>
                </a:lnTo>
                <a:lnTo>
                  <a:pt x="5708" y="6741"/>
                </a:lnTo>
                <a:lnTo>
                  <a:pt x="5708" y="6739"/>
                </a:lnTo>
                <a:lnTo>
                  <a:pt x="5707" y="6738"/>
                </a:lnTo>
                <a:lnTo>
                  <a:pt x="5707" y="6739"/>
                </a:lnTo>
                <a:lnTo>
                  <a:pt x="5706" y="6739"/>
                </a:lnTo>
                <a:lnTo>
                  <a:pt x="5706" y="6738"/>
                </a:lnTo>
                <a:lnTo>
                  <a:pt x="5707" y="6738"/>
                </a:lnTo>
                <a:lnTo>
                  <a:pt x="5707" y="6737"/>
                </a:lnTo>
                <a:lnTo>
                  <a:pt x="5707" y="6736"/>
                </a:lnTo>
                <a:lnTo>
                  <a:pt x="5706" y="6736"/>
                </a:lnTo>
                <a:lnTo>
                  <a:pt x="5705" y="6736"/>
                </a:lnTo>
                <a:lnTo>
                  <a:pt x="5704" y="6736"/>
                </a:lnTo>
                <a:lnTo>
                  <a:pt x="5704" y="6735"/>
                </a:lnTo>
                <a:lnTo>
                  <a:pt x="5705" y="6735"/>
                </a:lnTo>
                <a:lnTo>
                  <a:pt x="5706" y="6735"/>
                </a:lnTo>
                <a:lnTo>
                  <a:pt x="5706" y="6734"/>
                </a:lnTo>
                <a:lnTo>
                  <a:pt x="5705" y="6734"/>
                </a:lnTo>
                <a:lnTo>
                  <a:pt x="5705" y="6733"/>
                </a:lnTo>
                <a:lnTo>
                  <a:pt x="5704" y="6733"/>
                </a:lnTo>
                <a:lnTo>
                  <a:pt x="5704" y="6734"/>
                </a:lnTo>
                <a:lnTo>
                  <a:pt x="5704" y="6733"/>
                </a:lnTo>
                <a:lnTo>
                  <a:pt x="5703" y="6733"/>
                </a:lnTo>
                <a:lnTo>
                  <a:pt x="5704" y="6732"/>
                </a:lnTo>
                <a:lnTo>
                  <a:pt x="5705" y="6732"/>
                </a:lnTo>
                <a:lnTo>
                  <a:pt x="5705" y="6731"/>
                </a:lnTo>
                <a:lnTo>
                  <a:pt x="5705" y="6732"/>
                </a:lnTo>
                <a:lnTo>
                  <a:pt x="5704" y="6732"/>
                </a:lnTo>
                <a:lnTo>
                  <a:pt x="5703" y="6732"/>
                </a:lnTo>
                <a:lnTo>
                  <a:pt x="5703" y="6731"/>
                </a:lnTo>
                <a:lnTo>
                  <a:pt x="5704" y="6731"/>
                </a:lnTo>
                <a:lnTo>
                  <a:pt x="5703" y="6731"/>
                </a:lnTo>
                <a:lnTo>
                  <a:pt x="5702" y="6731"/>
                </a:lnTo>
                <a:lnTo>
                  <a:pt x="5702" y="6729"/>
                </a:lnTo>
                <a:lnTo>
                  <a:pt x="5703" y="6729"/>
                </a:lnTo>
                <a:lnTo>
                  <a:pt x="5703" y="6728"/>
                </a:lnTo>
                <a:lnTo>
                  <a:pt x="5703" y="6727"/>
                </a:lnTo>
                <a:lnTo>
                  <a:pt x="5703" y="6726"/>
                </a:lnTo>
                <a:lnTo>
                  <a:pt x="5704" y="6726"/>
                </a:lnTo>
                <a:lnTo>
                  <a:pt x="5704" y="6725"/>
                </a:lnTo>
                <a:lnTo>
                  <a:pt x="5705" y="6725"/>
                </a:lnTo>
                <a:lnTo>
                  <a:pt x="5705" y="6724"/>
                </a:lnTo>
                <a:lnTo>
                  <a:pt x="5706" y="6725"/>
                </a:lnTo>
                <a:lnTo>
                  <a:pt x="5706" y="6724"/>
                </a:lnTo>
                <a:lnTo>
                  <a:pt x="5707" y="6724"/>
                </a:lnTo>
                <a:lnTo>
                  <a:pt x="5708" y="6724"/>
                </a:lnTo>
                <a:lnTo>
                  <a:pt x="5709" y="6724"/>
                </a:lnTo>
                <a:lnTo>
                  <a:pt x="5708" y="6723"/>
                </a:lnTo>
                <a:lnTo>
                  <a:pt x="5709" y="6723"/>
                </a:lnTo>
                <a:lnTo>
                  <a:pt x="5709" y="6722"/>
                </a:lnTo>
                <a:lnTo>
                  <a:pt x="5710" y="6722"/>
                </a:lnTo>
                <a:lnTo>
                  <a:pt x="5710" y="6721"/>
                </a:lnTo>
                <a:lnTo>
                  <a:pt x="5711" y="6721"/>
                </a:lnTo>
                <a:lnTo>
                  <a:pt x="5711" y="6722"/>
                </a:lnTo>
                <a:lnTo>
                  <a:pt x="5711" y="6721"/>
                </a:lnTo>
                <a:lnTo>
                  <a:pt x="5711" y="6720"/>
                </a:lnTo>
                <a:lnTo>
                  <a:pt x="5711" y="6719"/>
                </a:lnTo>
                <a:lnTo>
                  <a:pt x="5711" y="6720"/>
                </a:lnTo>
                <a:lnTo>
                  <a:pt x="5710" y="6720"/>
                </a:lnTo>
                <a:lnTo>
                  <a:pt x="5709" y="6721"/>
                </a:lnTo>
                <a:lnTo>
                  <a:pt x="5709" y="6722"/>
                </a:lnTo>
                <a:lnTo>
                  <a:pt x="5709" y="6721"/>
                </a:lnTo>
                <a:lnTo>
                  <a:pt x="5708" y="6721"/>
                </a:lnTo>
                <a:lnTo>
                  <a:pt x="5708" y="6722"/>
                </a:lnTo>
                <a:lnTo>
                  <a:pt x="5707" y="6722"/>
                </a:lnTo>
                <a:lnTo>
                  <a:pt x="5707" y="6721"/>
                </a:lnTo>
                <a:lnTo>
                  <a:pt x="5708" y="6721"/>
                </a:lnTo>
                <a:lnTo>
                  <a:pt x="5708" y="6720"/>
                </a:lnTo>
                <a:lnTo>
                  <a:pt x="5707" y="6720"/>
                </a:lnTo>
                <a:lnTo>
                  <a:pt x="5707" y="6721"/>
                </a:lnTo>
                <a:lnTo>
                  <a:pt x="5706" y="6722"/>
                </a:lnTo>
                <a:lnTo>
                  <a:pt x="5706" y="6723"/>
                </a:lnTo>
                <a:lnTo>
                  <a:pt x="5705" y="6723"/>
                </a:lnTo>
                <a:lnTo>
                  <a:pt x="5705" y="6722"/>
                </a:lnTo>
                <a:lnTo>
                  <a:pt x="5704" y="6722"/>
                </a:lnTo>
                <a:lnTo>
                  <a:pt x="5703" y="6722"/>
                </a:lnTo>
                <a:lnTo>
                  <a:pt x="5702" y="6722"/>
                </a:lnTo>
                <a:lnTo>
                  <a:pt x="5702" y="6723"/>
                </a:lnTo>
                <a:lnTo>
                  <a:pt x="5701" y="6723"/>
                </a:lnTo>
                <a:lnTo>
                  <a:pt x="5701" y="6722"/>
                </a:lnTo>
                <a:lnTo>
                  <a:pt x="5701" y="6723"/>
                </a:lnTo>
                <a:lnTo>
                  <a:pt x="5700" y="6723"/>
                </a:lnTo>
                <a:lnTo>
                  <a:pt x="5700" y="6724"/>
                </a:lnTo>
                <a:lnTo>
                  <a:pt x="5698" y="6724"/>
                </a:lnTo>
                <a:lnTo>
                  <a:pt x="5698" y="6725"/>
                </a:lnTo>
                <a:lnTo>
                  <a:pt x="5697" y="6725"/>
                </a:lnTo>
                <a:lnTo>
                  <a:pt x="5697" y="6726"/>
                </a:lnTo>
                <a:lnTo>
                  <a:pt x="5698" y="6726"/>
                </a:lnTo>
                <a:lnTo>
                  <a:pt x="5697" y="6727"/>
                </a:lnTo>
                <a:lnTo>
                  <a:pt x="5696" y="6727"/>
                </a:lnTo>
                <a:lnTo>
                  <a:pt x="5696" y="6728"/>
                </a:lnTo>
                <a:lnTo>
                  <a:pt x="5697" y="6728"/>
                </a:lnTo>
                <a:lnTo>
                  <a:pt x="5697" y="6729"/>
                </a:lnTo>
                <a:lnTo>
                  <a:pt x="5696" y="6729"/>
                </a:lnTo>
                <a:lnTo>
                  <a:pt x="5695" y="6728"/>
                </a:lnTo>
                <a:lnTo>
                  <a:pt x="5695" y="6729"/>
                </a:lnTo>
                <a:lnTo>
                  <a:pt x="5694" y="6729"/>
                </a:lnTo>
                <a:lnTo>
                  <a:pt x="5693" y="6729"/>
                </a:lnTo>
                <a:lnTo>
                  <a:pt x="5692" y="6729"/>
                </a:lnTo>
                <a:lnTo>
                  <a:pt x="5693" y="6729"/>
                </a:lnTo>
                <a:lnTo>
                  <a:pt x="5693" y="6730"/>
                </a:lnTo>
                <a:lnTo>
                  <a:pt x="5693" y="6731"/>
                </a:lnTo>
                <a:lnTo>
                  <a:pt x="5694" y="6731"/>
                </a:lnTo>
                <a:lnTo>
                  <a:pt x="5694" y="6732"/>
                </a:lnTo>
                <a:lnTo>
                  <a:pt x="5693" y="6732"/>
                </a:lnTo>
                <a:lnTo>
                  <a:pt x="5693" y="6733"/>
                </a:lnTo>
                <a:lnTo>
                  <a:pt x="5693" y="6732"/>
                </a:lnTo>
                <a:lnTo>
                  <a:pt x="5694" y="6732"/>
                </a:lnTo>
                <a:lnTo>
                  <a:pt x="5695" y="6732"/>
                </a:lnTo>
                <a:lnTo>
                  <a:pt x="5696" y="6731"/>
                </a:lnTo>
                <a:lnTo>
                  <a:pt x="5696" y="6732"/>
                </a:lnTo>
                <a:lnTo>
                  <a:pt x="5696" y="6733"/>
                </a:lnTo>
                <a:lnTo>
                  <a:pt x="5697" y="6733"/>
                </a:lnTo>
                <a:lnTo>
                  <a:pt x="5697" y="6732"/>
                </a:lnTo>
                <a:lnTo>
                  <a:pt x="5698" y="6732"/>
                </a:lnTo>
                <a:lnTo>
                  <a:pt x="5698" y="6733"/>
                </a:lnTo>
                <a:lnTo>
                  <a:pt x="5699" y="6733"/>
                </a:lnTo>
                <a:lnTo>
                  <a:pt x="5698" y="6733"/>
                </a:lnTo>
                <a:lnTo>
                  <a:pt x="5697" y="6733"/>
                </a:lnTo>
                <a:lnTo>
                  <a:pt x="5698" y="6734"/>
                </a:lnTo>
                <a:lnTo>
                  <a:pt x="5698" y="6735"/>
                </a:lnTo>
                <a:lnTo>
                  <a:pt x="5697" y="6736"/>
                </a:lnTo>
                <a:lnTo>
                  <a:pt x="5698" y="6736"/>
                </a:lnTo>
                <a:lnTo>
                  <a:pt x="5699" y="6736"/>
                </a:lnTo>
                <a:lnTo>
                  <a:pt x="5699" y="6737"/>
                </a:lnTo>
                <a:lnTo>
                  <a:pt x="5699" y="6738"/>
                </a:lnTo>
                <a:lnTo>
                  <a:pt x="5699" y="6739"/>
                </a:lnTo>
                <a:lnTo>
                  <a:pt x="5698" y="6739"/>
                </a:lnTo>
                <a:lnTo>
                  <a:pt x="5697" y="6739"/>
                </a:lnTo>
                <a:lnTo>
                  <a:pt x="5696" y="6739"/>
                </a:lnTo>
                <a:lnTo>
                  <a:pt x="5695" y="6739"/>
                </a:lnTo>
                <a:lnTo>
                  <a:pt x="5694" y="6739"/>
                </a:lnTo>
                <a:lnTo>
                  <a:pt x="5693" y="6739"/>
                </a:lnTo>
                <a:lnTo>
                  <a:pt x="5692" y="6739"/>
                </a:lnTo>
                <a:lnTo>
                  <a:pt x="5692" y="6738"/>
                </a:lnTo>
                <a:lnTo>
                  <a:pt x="5691" y="6738"/>
                </a:lnTo>
                <a:lnTo>
                  <a:pt x="5690" y="6738"/>
                </a:lnTo>
                <a:lnTo>
                  <a:pt x="5689" y="6738"/>
                </a:lnTo>
                <a:lnTo>
                  <a:pt x="5690" y="6738"/>
                </a:lnTo>
                <a:lnTo>
                  <a:pt x="5691" y="6738"/>
                </a:lnTo>
                <a:lnTo>
                  <a:pt x="5691" y="6739"/>
                </a:lnTo>
                <a:lnTo>
                  <a:pt x="5692" y="6739"/>
                </a:lnTo>
                <a:lnTo>
                  <a:pt x="5692" y="6740"/>
                </a:lnTo>
                <a:lnTo>
                  <a:pt x="5693" y="6740"/>
                </a:lnTo>
                <a:lnTo>
                  <a:pt x="5695" y="6740"/>
                </a:lnTo>
                <a:lnTo>
                  <a:pt x="5696" y="6740"/>
                </a:lnTo>
                <a:lnTo>
                  <a:pt x="5698" y="6740"/>
                </a:lnTo>
                <a:lnTo>
                  <a:pt x="5699" y="6741"/>
                </a:lnTo>
                <a:lnTo>
                  <a:pt x="5700" y="6741"/>
                </a:lnTo>
                <a:lnTo>
                  <a:pt x="5700" y="6742"/>
                </a:lnTo>
                <a:lnTo>
                  <a:pt x="5701" y="6743"/>
                </a:lnTo>
                <a:lnTo>
                  <a:pt x="5701" y="6744"/>
                </a:lnTo>
                <a:lnTo>
                  <a:pt x="5702" y="6745"/>
                </a:lnTo>
                <a:lnTo>
                  <a:pt x="5703" y="6746"/>
                </a:lnTo>
                <a:lnTo>
                  <a:pt x="5704" y="6746"/>
                </a:lnTo>
                <a:lnTo>
                  <a:pt x="5704" y="6747"/>
                </a:lnTo>
                <a:lnTo>
                  <a:pt x="5705" y="6747"/>
                </a:lnTo>
                <a:lnTo>
                  <a:pt x="5706" y="6747"/>
                </a:lnTo>
                <a:lnTo>
                  <a:pt x="5706" y="6748"/>
                </a:lnTo>
                <a:lnTo>
                  <a:pt x="5706" y="6749"/>
                </a:lnTo>
                <a:lnTo>
                  <a:pt x="5707" y="6748"/>
                </a:lnTo>
                <a:lnTo>
                  <a:pt x="5707" y="6749"/>
                </a:lnTo>
                <a:lnTo>
                  <a:pt x="5706" y="6750"/>
                </a:lnTo>
                <a:lnTo>
                  <a:pt x="5706" y="6751"/>
                </a:lnTo>
                <a:lnTo>
                  <a:pt x="5707" y="6751"/>
                </a:lnTo>
                <a:lnTo>
                  <a:pt x="5708" y="6751"/>
                </a:lnTo>
                <a:lnTo>
                  <a:pt x="5709" y="6752"/>
                </a:lnTo>
                <a:lnTo>
                  <a:pt x="5710" y="6753"/>
                </a:lnTo>
                <a:lnTo>
                  <a:pt x="5709" y="6754"/>
                </a:lnTo>
                <a:lnTo>
                  <a:pt x="5709" y="6755"/>
                </a:lnTo>
                <a:lnTo>
                  <a:pt x="5708" y="6755"/>
                </a:lnTo>
                <a:lnTo>
                  <a:pt x="5708" y="6754"/>
                </a:lnTo>
                <a:lnTo>
                  <a:pt x="5707" y="6754"/>
                </a:lnTo>
                <a:lnTo>
                  <a:pt x="5707" y="6755"/>
                </a:lnTo>
                <a:lnTo>
                  <a:pt x="5708" y="6755"/>
                </a:lnTo>
                <a:lnTo>
                  <a:pt x="5708" y="6756"/>
                </a:lnTo>
                <a:lnTo>
                  <a:pt x="5708" y="6757"/>
                </a:lnTo>
                <a:lnTo>
                  <a:pt x="5708" y="6758"/>
                </a:lnTo>
                <a:lnTo>
                  <a:pt x="5707" y="6758"/>
                </a:lnTo>
                <a:lnTo>
                  <a:pt x="5706" y="6758"/>
                </a:lnTo>
                <a:lnTo>
                  <a:pt x="5705" y="6758"/>
                </a:lnTo>
                <a:lnTo>
                  <a:pt x="5705" y="6759"/>
                </a:lnTo>
                <a:lnTo>
                  <a:pt x="5706" y="6759"/>
                </a:lnTo>
                <a:lnTo>
                  <a:pt x="5705" y="6760"/>
                </a:lnTo>
                <a:lnTo>
                  <a:pt x="5705" y="6761"/>
                </a:lnTo>
                <a:lnTo>
                  <a:pt x="5705" y="6762"/>
                </a:lnTo>
                <a:lnTo>
                  <a:pt x="5705" y="6763"/>
                </a:lnTo>
                <a:lnTo>
                  <a:pt x="5705" y="6764"/>
                </a:lnTo>
                <a:lnTo>
                  <a:pt x="5705" y="6765"/>
                </a:lnTo>
                <a:lnTo>
                  <a:pt x="5704" y="6765"/>
                </a:lnTo>
                <a:lnTo>
                  <a:pt x="5704" y="6766"/>
                </a:lnTo>
                <a:lnTo>
                  <a:pt x="5703" y="6767"/>
                </a:lnTo>
                <a:lnTo>
                  <a:pt x="5703" y="6768"/>
                </a:lnTo>
                <a:lnTo>
                  <a:pt x="5702" y="6768"/>
                </a:lnTo>
                <a:lnTo>
                  <a:pt x="5702" y="6769"/>
                </a:lnTo>
                <a:lnTo>
                  <a:pt x="5704" y="6769"/>
                </a:lnTo>
                <a:lnTo>
                  <a:pt x="5703" y="6772"/>
                </a:lnTo>
                <a:lnTo>
                  <a:pt x="5704" y="6773"/>
                </a:lnTo>
                <a:lnTo>
                  <a:pt x="5704" y="6774"/>
                </a:lnTo>
                <a:lnTo>
                  <a:pt x="5698" y="6772"/>
                </a:lnTo>
                <a:lnTo>
                  <a:pt x="5697" y="6772"/>
                </a:lnTo>
                <a:lnTo>
                  <a:pt x="5696" y="6772"/>
                </a:lnTo>
                <a:lnTo>
                  <a:pt x="5695" y="6773"/>
                </a:lnTo>
                <a:lnTo>
                  <a:pt x="5694" y="6774"/>
                </a:lnTo>
                <a:lnTo>
                  <a:pt x="5693" y="6774"/>
                </a:lnTo>
                <a:lnTo>
                  <a:pt x="5692" y="6775"/>
                </a:lnTo>
                <a:lnTo>
                  <a:pt x="5691" y="6776"/>
                </a:lnTo>
                <a:lnTo>
                  <a:pt x="5690" y="6776"/>
                </a:lnTo>
                <a:lnTo>
                  <a:pt x="5689" y="6776"/>
                </a:lnTo>
                <a:lnTo>
                  <a:pt x="5689" y="6777"/>
                </a:lnTo>
                <a:lnTo>
                  <a:pt x="5688" y="6777"/>
                </a:lnTo>
                <a:lnTo>
                  <a:pt x="5687" y="6777"/>
                </a:lnTo>
                <a:lnTo>
                  <a:pt x="5686" y="6776"/>
                </a:lnTo>
                <a:lnTo>
                  <a:pt x="5685" y="6778"/>
                </a:lnTo>
                <a:lnTo>
                  <a:pt x="5685" y="6779"/>
                </a:lnTo>
                <a:lnTo>
                  <a:pt x="5684" y="6779"/>
                </a:lnTo>
                <a:lnTo>
                  <a:pt x="5682" y="6779"/>
                </a:lnTo>
                <a:lnTo>
                  <a:pt x="5681" y="6780"/>
                </a:lnTo>
                <a:lnTo>
                  <a:pt x="5680" y="6780"/>
                </a:lnTo>
                <a:lnTo>
                  <a:pt x="5679" y="6780"/>
                </a:lnTo>
                <a:lnTo>
                  <a:pt x="5678" y="6780"/>
                </a:lnTo>
                <a:lnTo>
                  <a:pt x="5677" y="6780"/>
                </a:lnTo>
                <a:lnTo>
                  <a:pt x="5675" y="6779"/>
                </a:lnTo>
                <a:lnTo>
                  <a:pt x="5674" y="6779"/>
                </a:lnTo>
                <a:lnTo>
                  <a:pt x="5673" y="6779"/>
                </a:lnTo>
                <a:lnTo>
                  <a:pt x="5672" y="6779"/>
                </a:lnTo>
                <a:lnTo>
                  <a:pt x="5672" y="6780"/>
                </a:lnTo>
                <a:lnTo>
                  <a:pt x="5671" y="6780"/>
                </a:lnTo>
                <a:lnTo>
                  <a:pt x="5668" y="6780"/>
                </a:lnTo>
                <a:lnTo>
                  <a:pt x="5667" y="6780"/>
                </a:lnTo>
                <a:lnTo>
                  <a:pt x="5667" y="6781"/>
                </a:lnTo>
                <a:lnTo>
                  <a:pt x="5666" y="6781"/>
                </a:lnTo>
                <a:lnTo>
                  <a:pt x="5665" y="6781"/>
                </a:lnTo>
                <a:lnTo>
                  <a:pt x="5664" y="6781"/>
                </a:lnTo>
                <a:lnTo>
                  <a:pt x="5663" y="6781"/>
                </a:lnTo>
                <a:lnTo>
                  <a:pt x="5662" y="6781"/>
                </a:lnTo>
                <a:lnTo>
                  <a:pt x="5661" y="6781"/>
                </a:lnTo>
                <a:lnTo>
                  <a:pt x="5662" y="6781"/>
                </a:lnTo>
                <a:lnTo>
                  <a:pt x="5662" y="6780"/>
                </a:lnTo>
                <a:lnTo>
                  <a:pt x="5662" y="6778"/>
                </a:lnTo>
                <a:lnTo>
                  <a:pt x="5661" y="6776"/>
                </a:lnTo>
                <a:lnTo>
                  <a:pt x="5660" y="6776"/>
                </a:lnTo>
                <a:lnTo>
                  <a:pt x="5661" y="6776"/>
                </a:lnTo>
                <a:lnTo>
                  <a:pt x="5661" y="6777"/>
                </a:lnTo>
                <a:lnTo>
                  <a:pt x="5661" y="6778"/>
                </a:lnTo>
                <a:lnTo>
                  <a:pt x="5661" y="6779"/>
                </a:lnTo>
                <a:lnTo>
                  <a:pt x="5660" y="6780"/>
                </a:lnTo>
                <a:lnTo>
                  <a:pt x="5660" y="6781"/>
                </a:lnTo>
                <a:lnTo>
                  <a:pt x="5658" y="6781"/>
                </a:lnTo>
                <a:lnTo>
                  <a:pt x="5658" y="6782"/>
                </a:lnTo>
                <a:lnTo>
                  <a:pt x="5656" y="6783"/>
                </a:lnTo>
                <a:lnTo>
                  <a:pt x="5655" y="6784"/>
                </a:lnTo>
                <a:lnTo>
                  <a:pt x="5653" y="6785"/>
                </a:lnTo>
                <a:lnTo>
                  <a:pt x="5652" y="6785"/>
                </a:lnTo>
                <a:lnTo>
                  <a:pt x="5651" y="6785"/>
                </a:lnTo>
                <a:lnTo>
                  <a:pt x="5650" y="6786"/>
                </a:lnTo>
                <a:lnTo>
                  <a:pt x="5648" y="6786"/>
                </a:lnTo>
                <a:lnTo>
                  <a:pt x="5646" y="6786"/>
                </a:lnTo>
                <a:lnTo>
                  <a:pt x="5645" y="6785"/>
                </a:lnTo>
                <a:lnTo>
                  <a:pt x="5644" y="6784"/>
                </a:lnTo>
                <a:lnTo>
                  <a:pt x="5643" y="6783"/>
                </a:lnTo>
                <a:lnTo>
                  <a:pt x="5644" y="6781"/>
                </a:lnTo>
                <a:lnTo>
                  <a:pt x="5644" y="6780"/>
                </a:lnTo>
                <a:lnTo>
                  <a:pt x="5645" y="6779"/>
                </a:lnTo>
                <a:lnTo>
                  <a:pt x="5645" y="6778"/>
                </a:lnTo>
                <a:lnTo>
                  <a:pt x="5645" y="6777"/>
                </a:lnTo>
                <a:lnTo>
                  <a:pt x="5645" y="6776"/>
                </a:lnTo>
                <a:lnTo>
                  <a:pt x="5644" y="6776"/>
                </a:lnTo>
                <a:lnTo>
                  <a:pt x="5644" y="6777"/>
                </a:lnTo>
                <a:lnTo>
                  <a:pt x="5644" y="6778"/>
                </a:lnTo>
                <a:lnTo>
                  <a:pt x="5644" y="6779"/>
                </a:lnTo>
                <a:lnTo>
                  <a:pt x="5643" y="6781"/>
                </a:lnTo>
                <a:lnTo>
                  <a:pt x="5642" y="6781"/>
                </a:lnTo>
                <a:lnTo>
                  <a:pt x="5642" y="6780"/>
                </a:lnTo>
                <a:lnTo>
                  <a:pt x="5641" y="6780"/>
                </a:lnTo>
                <a:lnTo>
                  <a:pt x="5641" y="6781"/>
                </a:lnTo>
                <a:lnTo>
                  <a:pt x="5642" y="6782"/>
                </a:lnTo>
                <a:lnTo>
                  <a:pt x="5642" y="6783"/>
                </a:lnTo>
                <a:lnTo>
                  <a:pt x="5642" y="6784"/>
                </a:lnTo>
                <a:lnTo>
                  <a:pt x="5642" y="6785"/>
                </a:lnTo>
                <a:lnTo>
                  <a:pt x="5642" y="6786"/>
                </a:lnTo>
                <a:lnTo>
                  <a:pt x="5642" y="6787"/>
                </a:lnTo>
                <a:lnTo>
                  <a:pt x="5642" y="6788"/>
                </a:lnTo>
                <a:lnTo>
                  <a:pt x="5641" y="6788"/>
                </a:lnTo>
                <a:lnTo>
                  <a:pt x="5640" y="6789"/>
                </a:lnTo>
                <a:lnTo>
                  <a:pt x="5638" y="6789"/>
                </a:lnTo>
                <a:lnTo>
                  <a:pt x="5638" y="6788"/>
                </a:lnTo>
                <a:lnTo>
                  <a:pt x="5637" y="6788"/>
                </a:lnTo>
                <a:lnTo>
                  <a:pt x="5635" y="6789"/>
                </a:lnTo>
                <a:lnTo>
                  <a:pt x="5634" y="6789"/>
                </a:lnTo>
                <a:lnTo>
                  <a:pt x="5634" y="6790"/>
                </a:lnTo>
                <a:lnTo>
                  <a:pt x="5633" y="6791"/>
                </a:lnTo>
                <a:lnTo>
                  <a:pt x="5632" y="6790"/>
                </a:lnTo>
                <a:lnTo>
                  <a:pt x="5630" y="6790"/>
                </a:lnTo>
                <a:lnTo>
                  <a:pt x="5630" y="6791"/>
                </a:lnTo>
                <a:lnTo>
                  <a:pt x="5629" y="6790"/>
                </a:lnTo>
                <a:lnTo>
                  <a:pt x="5628" y="6790"/>
                </a:lnTo>
                <a:lnTo>
                  <a:pt x="5628" y="6791"/>
                </a:lnTo>
                <a:lnTo>
                  <a:pt x="5629" y="6791"/>
                </a:lnTo>
                <a:lnTo>
                  <a:pt x="5630" y="6791"/>
                </a:lnTo>
                <a:lnTo>
                  <a:pt x="5630" y="6792"/>
                </a:lnTo>
                <a:lnTo>
                  <a:pt x="5629" y="6792"/>
                </a:lnTo>
                <a:lnTo>
                  <a:pt x="5629" y="6793"/>
                </a:lnTo>
                <a:lnTo>
                  <a:pt x="5628" y="6793"/>
                </a:lnTo>
                <a:lnTo>
                  <a:pt x="5627" y="6792"/>
                </a:lnTo>
                <a:lnTo>
                  <a:pt x="5626" y="6792"/>
                </a:lnTo>
                <a:lnTo>
                  <a:pt x="5625" y="6791"/>
                </a:lnTo>
                <a:lnTo>
                  <a:pt x="5624" y="6791"/>
                </a:lnTo>
                <a:lnTo>
                  <a:pt x="5623" y="6791"/>
                </a:lnTo>
                <a:lnTo>
                  <a:pt x="5623" y="6790"/>
                </a:lnTo>
                <a:lnTo>
                  <a:pt x="5622" y="6790"/>
                </a:lnTo>
                <a:lnTo>
                  <a:pt x="5621" y="6789"/>
                </a:lnTo>
                <a:lnTo>
                  <a:pt x="5621" y="6790"/>
                </a:lnTo>
                <a:lnTo>
                  <a:pt x="5620" y="6790"/>
                </a:lnTo>
                <a:lnTo>
                  <a:pt x="5619" y="6789"/>
                </a:lnTo>
                <a:lnTo>
                  <a:pt x="5618" y="6789"/>
                </a:lnTo>
                <a:lnTo>
                  <a:pt x="5617" y="6789"/>
                </a:lnTo>
                <a:lnTo>
                  <a:pt x="5617" y="6788"/>
                </a:lnTo>
                <a:lnTo>
                  <a:pt x="5616" y="6788"/>
                </a:lnTo>
                <a:lnTo>
                  <a:pt x="5615" y="6788"/>
                </a:lnTo>
                <a:lnTo>
                  <a:pt x="5616" y="6788"/>
                </a:lnTo>
                <a:lnTo>
                  <a:pt x="5615" y="6787"/>
                </a:lnTo>
                <a:lnTo>
                  <a:pt x="5614" y="6786"/>
                </a:lnTo>
                <a:lnTo>
                  <a:pt x="5613" y="6787"/>
                </a:lnTo>
                <a:lnTo>
                  <a:pt x="5612" y="6787"/>
                </a:lnTo>
                <a:lnTo>
                  <a:pt x="5611" y="6786"/>
                </a:lnTo>
                <a:lnTo>
                  <a:pt x="5611" y="6785"/>
                </a:lnTo>
                <a:lnTo>
                  <a:pt x="5610" y="6785"/>
                </a:lnTo>
                <a:lnTo>
                  <a:pt x="5609" y="6785"/>
                </a:lnTo>
                <a:lnTo>
                  <a:pt x="5608" y="6785"/>
                </a:lnTo>
                <a:lnTo>
                  <a:pt x="5608" y="6786"/>
                </a:lnTo>
                <a:lnTo>
                  <a:pt x="5607" y="6786"/>
                </a:lnTo>
                <a:lnTo>
                  <a:pt x="5607" y="6785"/>
                </a:lnTo>
                <a:lnTo>
                  <a:pt x="5606" y="6784"/>
                </a:lnTo>
                <a:lnTo>
                  <a:pt x="5606" y="6783"/>
                </a:lnTo>
                <a:lnTo>
                  <a:pt x="5607" y="6782"/>
                </a:lnTo>
                <a:lnTo>
                  <a:pt x="5608" y="6782"/>
                </a:lnTo>
                <a:lnTo>
                  <a:pt x="5608" y="6781"/>
                </a:lnTo>
                <a:lnTo>
                  <a:pt x="5608" y="6780"/>
                </a:lnTo>
                <a:lnTo>
                  <a:pt x="5609" y="6780"/>
                </a:lnTo>
                <a:lnTo>
                  <a:pt x="5610" y="6779"/>
                </a:lnTo>
                <a:lnTo>
                  <a:pt x="5612" y="6776"/>
                </a:lnTo>
                <a:lnTo>
                  <a:pt x="5613" y="6777"/>
                </a:lnTo>
                <a:lnTo>
                  <a:pt x="5614" y="6777"/>
                </a:lnTo>
                <a:lnTo>
                  <a:pt x="5615" y="6777"/>
                </a:lnTo>
                <a:lnTo>
                  <a:pt x="5616" y="6777"/>
                </a:lnTo>
                <a:lnTo>
                  <a:pt x="5617" y="6777"/>
                </a:lnTo>
                <a:lnTo>
                  <a:pt x="5618" y="6776"/>
                </a:lnTo>
                <a:lnTo>
                  <a:pt x="5621" y="6775"/>
                </a:lnTo>
                <a:lnTo>
                  <a:pt x="5624" y="6774"/>
                </a:lnTo>
                <a:lnTo>
                  <a:pt x="5625" y="6773"/>
                </a:lnTo>
                <a:lnTo>
                  <a:pt x="5626" y="6772"/>
                </a:lnTo>
                <a:lnTo>
                  <a:pt x="5627" y="6771"/>
                </a:lnTo>
                <a:lnTo>
                  <a:pt x="5628" y="6769"/>
                </a:lnTo>
                <a:lnTo>
                  <a:pt x="5629" y="6768"/>
                </a:lnTo>
                <a:lnTo>
                  <a:pt x="5629" y="6767"/>
                </a:lnTo>
                <a:lnTo>
                  <a:pt x="5630" y="6767"/>
                </a:lnTo>
                <a:lnTo>
                  <a:pt x="5630" y="6766"/>
                </a:lnTo>
                <a:lnTo>
                  <a:pt x="5629" y="6765"/>
                </a:lnTo>
                <a:lnTo>
                  <a:pt x="5629" y="6764"/>
                </a:lnTo>
                <a:lnTo>
                  <a:pt x="5628" y="6764"/>
                </a:lnTo>
                <a:lnTo>
                  <a:pt x="5628" y="6763"/>
                </a:lnTo>
                <a:lnTo>
                  <a:pt x="5628" y="6764"/>
                </a:lnTo>
                <a:lnTo>
                  <a:pt x="5627" y="6763"/>
                </a:lnTo>
                <a:lnTo>
                  <a:pt x="5627" y="6762"/>
                </a:lnTo>
                <a:lnTo>
                  <a:pt x="5627" y="6761"/>
                </a:lnTo>
                <a:lnTo>
                  <a:pt x="5626" y="6760"/>
                </a:lnTo>
                <a:lnTo>
                  <a:pt x="5626" y="6761"/>
                </a:lnTo>
                <a:lnTo>
                  <a:pt x="5625" y="6761"/>
                </a:lnTo>
                <a:lnTo>
                  <a:pt x="5625" y="6760"/>
                </a:lnTo>
                <a:lnTo>
                  <a:pt x="5626" y="6760"/>
                </a:lnTo>
                <a:lnTo>
                  <a:pt x="5626" y="6759"/>
                </a:lnTo>
                <a:lnTo>
                  <a:pt x="5626" y="6758"/>
                </a:lnTo>
                <a:lnTo>
                  <a:pt x="5626" y="6757"/>
                </a:lnTo>
                <a:lnTo>
                  <a:pt x="5625" y="6757"/>
                </a:lnTo>
                <a:lnTo>
                  <a:pt x="5625" y="6756"/>
                </a:lnTo>
                <a:lnTo>
                  <a:pt x="5624" y="6756"/>
                </a:lnTo>
                <a:lnTo>
                  <a:pt x="5624" y="6757"/>
                </a:lnTo>
                <a:lnTo>
                  <a:pt x="5623" y="6757"/>
                </a:lnTo>
                <a:lnTo>
                  <a:pt x="5622" y="6757"/>
                </a:lnTo>
                <a:lnTo>
                  <a:pt x="5622" y="6756"/>
                </a:lnTo>
                <a:lnTo>
                  <a:pt x="5621" y="6756"/>
                </a:lnTo>
                <a:lnTo>
                  <a:pt x="5620" y="6756"/>
                </a:lnTo>
                <a:lnTo>
                  <a:pt x="5619" y="6756"/>
                </a:lnTo>
                <a:lnTo>
                  <a:pt x="5619" y="6757"/>
                </a:lnTo>
                <a:lnTo>
                  <a:pt x="5618" y="6757"/>
                </a:lnTo>
                <a:lnTo>
                  <a:pt x="5617" y="6757"/>
                </a:lnTo>
                <a:lnTo>
                  <a:pt x="5616" y="6757"/>
                </a:lnTo>
                <a:lnTo>
                  <a:pt x="5617" y="6756"/>
                </a:lnTo>
                <a:lnTo>
                  <a:pt x="5616" y="6756"/>
                </a:lnTo>
                <a:lnTo>
                  <a:pt x="5615" y="6756"/>
                </a:lnTo>
                <a:lnTo>
                  <a:pt x="5615" y="6757"/>
                </a:lnTo>
                <a:lnTo>
                  <a:pt x="5615" y="6756"/>
                </a:lnTo>
                <a:lnTo>
                  <a:pt x="5614" y="6756"/>
                </a:lnTo>
                <a:lnTo>
                  <a:pt x="5613" y="6755"/>
                </a:lnTo>
                <a:lnTo>
                  <a:pt x="5612" y="6754"/>
                </a:lnTo>
                <a:lnTo>
                  <a:pt x="5611" y="6754"/>
                </a:lnTo>
                <a:lnTo>
                  <a:pt x="5611" y="6753"/>
                </a:lnTo>
                <a:lnTo>
                  <a:pt x="5611" y="6752"/>
                </a:lnTo>
                <a:lnTo>
                  <a:pt x="5611" y="6751"/>
                </a:lnTo>
                <a:lnTo>
                  <a:pt x="5611" y="6750"/>
                </a:lnTo>
                <a:lnTo>
                  <a:pt x="5611" y="6749"/>
                </a:lnTo>
                <a:lnTo>
                  <a:pt x="5611" y="6748"/>
                </a:lnTo>
                <a:lnTo>
                  <a:pt x="5611" y="6747"/>
                </a:lnTo>
                <a:lnTo>
                  <a:pt x="5612" y="6747"/>
                </a:lnTo>
                <a:lnTo>
                  <a:pt x="5614" y="6747"/>
                </a:lnTo>
                <a:lnTo>
                  <a:pt x="5614" y="6746"/>
                </a:lnTo>
                <a:lnTo>
                  <a:pt x="5615" y="6745"/>
                </a:lnTo>
                <a:lnTo>
                  <a:pt x="5615" y="6744"/>
                </a:lnTo>
                <a:lnTo>
                  <a:pt x="5615" y="6743"/>
                </a:lnTo>
                <a:lnTo>
                  <a:pt x="5616" y="6743"/>
                </a:lnTo>
                <a:lnTo>
                  <a:pt x="5617" y="6743"/>
                </a:lnTo>
                <a:lnTo>
                  <a:pt x="5618" y="6743"/>
                </a:lnTo>
                <a:lnTo>
                  <a:pt x="5618" y="6742"/>
                </a:lnTo>
                <a:lnTo>
                  <a:pt x="5618" y="6741"/>
                </a:lnTo>
                <a:lnTo>
                  <a:pt x="5619" y="6741"/>
                </a:lnTo>
                <a:lnTo>
                  <a:pt x="5620" y="6741"/>
                </a:lnTo>
                <a:lnTo>
                  <a:pt x="5620" y="6740"/>
                </a:lnTo>
                <a:lnTo>
                  <a:pt x="5619" y="6740"/>
                </a:lnTo>
                <a:lnTo>
                  <a:pt x="5619" y="6741"/>
                </a:lnTo>
                <a:lnTo>
                  <a:pt x="5618" y="6741"/>
                </a:lnTo>
                <a:lnTo>
                  <a:pt x="5618" y="6742"/>
                </a:lnTo>
                <a:lnTo>
                  <a:pt x="5617" y="6742"/>
                </a:lnTo>
                <a:lnTo>
                  <a:pt x="5616" y="6742"/>
                </a:lnTo>
                <a:lnTo>
                  <a:pt x="5616" y="6743"/>
                </a:lnTo>
                <a:lnTo>
                  <a:pt x="5615" y="6743"/>
                </a:lnTo>
                <a:lnTo>
                  <a:pt x="5614" y="6745"/>
                </a:lnTo>
                <a:lnTo>
                  <a:pt x="5614" y="6746"/>
                </a:lnTo>
                <a:lnTo>
                  <a:pt x="5613" y="6746"/>
                </a:lnTo>
                <a:lnTo>
                  <a:pt x="5612" y="6746"/>
                </a:lnTo>
                <a:lnTo>
                  <a:pt x="5611" y="6746"/>
                </a:lnTo>
                <a:lnTo>
                  <a:pt x="5611" y="6747"/>
                </a:lnTo>
                <a:lnTo>
                  <a:pt x="5610" y="6747"/>
                </a:lnTo>
                <a:lnTo>
                  <a:pt x="5610" y="6748"/>
                </a:lnTo>
                <a:lnTo>
                  <a:pt x="5610" y="6749"/>
                </a:lnTo>
                <a:lnTo>
                  <a:pt x="5610" y="6750"/>
                </a:lnTo>
                <a:lnTo>
                  <a:pt x="5610" y="6752"/>
                </a:lnTo>
                <a:lnTo>
                  <a:pt x="5610" y="6754"/>
                </a:lnTo>
                <a:lnTo>
                  <a:pt x="5609" y="6755"/>
                </a:lnTo>
                <a:lnTo>
                  <a:pt x="5608" y="6755"/>
                </a:lnTo>
                <a:lnTo>
                  <a:pt x="5608" y="6754"/>
                </a:lnTo>
                <a:lnTo>
                  <a:pt x="5607" y="6754"/>
                </a:lnTo>
                <a:lnTo>
                  <a:pt x="5607" y="6753"/>
                </a:lnTo>
                <a:lnTo>
                  <a:pt x="5606" y="6753"/>
                </a:lnTo>
                <a:lnTo>
                  <a:pt x="5605" y="6753"/>
                </a:lnTo>
                <a:lnTo>
                  <a:pt x="5606" y="6753"/>
                </a:lnTo>
                <a:lnTo>
                  <a:pt x="5606" y="6752"/>
                </a:lnTo>
                <a:lnTo>
                  <a:pt x="5607" y="6752"/>
                </a:lnTo>
                <a:lnTo>
                  <a:pt x="5606" y="6752"/>
                </a:lnTo>
                <a:lnTo>
                  <a:pt x="5606" y="6751"/>
                </a:lnTo>
                <a:lnTo>
                  <a:pt x="5607" y="6751"/>
                </a:lnTo>
                <a:lnTo>
                  <a:pt x="5607" y="6750"/>
                </a:lnTo>
                <a:lnTo>
                  <a:pt x="5608" y="6750"/>
                </a:lnTo>
                <a:lnTo>
                  <a:pt x="5609" y="6749"/>
                </a:lnTo>
                <a:lnTo>
                  <a:pt x="5609" y="6748"/>
                </a:lnTo>
                <a:lnTo>
                  <a:pt x="5610" y="6747"/>
                </a:lnTo>
                <a:lnTo>
                  <a:pt x="5610" y="6746"/>
                </a:lnTo>
                <a:lnTo>
                  <a:pt x="5610" y="6745"/>
                </a:lnTo>
                <a:lnTo>
                  <a:pt x="5610" y="6744"/>
                </a:lnTo>
                <a:lnTo>
                  <a:pt x="5610" y="6743"/>
                </a:lnTo>
                <a:lnTo>
                  <a:pt x="5610" y="6742"/>
                </a:lnTo>
                <a:lnTo>
                  <a:pt x="5611" y="6742"/>
                </a:lnTo>
                <a:lnTo>
                  <a:pt x="5612" y="6741"/>
                </a:lnTo>
                <a:lnTo>
                  <a:pt x="5613" y="6741"/>
                </a:lnTo>
                <a:lnTo>
                  <a:pt x="5613" y="6740"/>
                </a:lnTo>
                <a:lnTo>
                  <a:pt x="5612" y="6740"/>
                </a:lnTo>
                <a:lnTo>
                  <a:pt x="5611" y="6741"/>
                </a:lnTo>
                <a:lnTo>
                  <a:pt x="5610" y="6742"/>
                </a:lnTo>
                <a:lnTo>
                  <a:pt x="5609" y="6742"/>
                </a:lnTo>
                <a:lnTo>
                  <a:pt x="5609" y="6743"/>
                </a:lnTo>
                <a:lnTo>
                  <a:pt x="5609" y="6744"/>
                </a:lnTo>
                <a:lnTo>
                  <a:pt x="5609" y="6745"/>
                </a:lnTo>
                <a:lnTo>
                  <a:pt x="5609" y="6746"/>
                </a:lnTo>
                <a:lnTo>
                  <a:pt x="5608" y="6746"/>
                </a:lnTo>
                <a:lnTo>
                  <a:pt x="5608" y="6747"/>
                </a:lnTo>
                <a:lnTo>
                  <a:pt x="5607" y="6748"/>
                </a:lnTo>
                <a:lnTo>
                  <a:pt x="5606" y="6748"/>
                </a:lnTo>
                <a:lnTo>
                  <a:pt x="5606" y="6749"/>
                </a:lnTo>
                <a:lnTo>
                  <a:pt x="5605" y="6749"/>
                </a:lnTo>
                <a:lnTo>
                  <a:pt x="5604" y="6749"/>
                </a:lnTo>
                <a:lnTo>
                  <a:pt x="5603" y="6749"/>
                </a:lnTo>
                <a:lnTo>
                  <a:pt x="5602" y="6750"/>
                </a:lnTo>
                <a:lnTo>
                  <a:pt x="5601" y="6750"/>
                </a:lnTo>
                <a:lnTo>
                  <a:pt x="5600" y="6750"/>
                </a:lnTo>
                <a:lnTo>
                  <a:pt x="5600" y="6751"/>
                </a:lnTo>
                <a:lnTo>
                  <a:pt x="5599" y="6751"/>
                </a:lnTo>
                <a:lnTo>
                  <a:pt x="5599" y="6752"/>
                </a:lnTo>
                <a:lnTo>
                  <a:pt x="5597" y="6753"/>
                </a:lnTo>
                <a:lnTo>
                  <a:pt x="5597" y="6754"/>
                </a:lnTo>
                <a:lnTo>
                  <a:pt x="5595" y="6754"/>
                </a:lnTo>
                <a:lnTo>
                  <a:pt x="5594" y="6754"/>
                </a:lnTo>
                <a:lnTo>
                  <a:pt x="5593" y="6754"/>
                </a:lnTo>
                <a:lnTo>
                  <a:pt x="5592" y="6754"/>
                </a:lnTo>
                <a:lnTo>
                  <a:pt x="5591" y="6754"/>
                </a:lnTo>
                <a:lnTo>
                  <a:pt x="5591" y="6755"/>
                </a:lnTo>
                <a:lnTo>
                  <a:pt x="5590" y="6755"/>
                </a:lnTo>
                <a:lnTo>
                  <a:pt x="5589" y="6755"/>
                </a:lnTo>
                <a:lnTo>
                  <a:pt x="5589" y="6754"/>
                </a:lnTo>
                <a:lnTo>
                  <a:pt x="5588" y="6754"/>
                </a:lnTo>
                <a:lnTo>
                  <a:pt x="5587" y="6754"/>
                </a:lnTo>
                <a:lnTo>
                  <a:pt x="5586" y="6753"/>
                </a:lnTo>
                <a:lnTo>
                  <a:pt x="5585" y="6753"/>
                </a:lnTo>
                <a:lnTo>
                  <a:pt x="5584" y="6753"/>
                </a:lnTo>
                <a:lnTo>
                  <a:pt x="5583" y="6753"/>
                </a:lnTo>
                <a:lnTo>
                  <a:pt x="5582" y="6753"/>
                </a:lnTo>
                <a:lnTo>
                  <a:pt x="5582" y="6752"/>
                </a:lnTo>
                <a:lnTo>
                  <a:pt x="5581" y="6752"/>
                </a:lnTo>
                <a:lnTo>
                  <a:pt x="5580" y="6752"/>
                </a:lnTo>
                <a:lnTo>
                  <a:pt x="5579" y="6752"/>
                </a:lnTo>
                <a:lnTo>
                  <a:pt x="5579" y="6751"/>
                </a:lnTo>
                <a:lnTo>
                  <a:pt x="5579" y="6749"/>
                </a:lnTo>
                <a:lnTo>
                  <a:pt x="5579" y="6748"/>
                </a:lnTo>
                <a:lnTo>
                  <a:pt x="5578" y="6748"/>
                </a:lnTo>
                <a:lnTo>
                  <a:pt x="5578" y="6747"/>
                </a:lnTo>
                <a:lnTo>
                  <a:pt x="5577" y="6747"/>
                </a:lnTo>
                <a:lnTo>
                  <a:pt x="5577" y="6746"/>
                </a:lnTo>
                <a:lnTo>
                  <a:pt x="5576" y="6746"/>
                </a:lnTo>
                <a:lnTo>
                  <a:pt x="5576" y="6745"/>
                </a:lnTo>
                <a:lnTo>
                  <a:pt x="5575" y="6745"/>
                </a:lnTo>
                <a:lnTo>
                  <a:pt x="5575" y="6744"/>
                </a:lnTo>
                <a:lnTo>
                  <a:pt x="5576" y="6744"/>
                </a:lnTo>
                <a:lnTo>
                  <a:pt x="5576" y="6743"/>
                </a:lnTo>
                <a:lnTo>
                  <a:pt x="5575" y="6743"/>
                </a:lnTo>
                <a:lnTo>
                  <a:pt x="5574" y="6743"/>
                </a:lnTo>
                <a:lnTo>
                  <a:pt x="5573" y="6743"/>
                </a:lnTo>
                <a:lnTo>
                  <a:pt x="5572" y="6743"/>
                </a:lnTo>
                <a:lnTo>
                  <a:pt x="5572" y="6742"/>
                </a:lnTo>
                <a:lnTo>
                  <a:pt x="5571" y="6742"/>
                </a:lnTo>
                <a:lnTo>
                  <a:pt x="5571" y="6741"/>
                </a:lnTo>
                <a:lnTo>
                  <a:pt x="5570" y="6741"/>
                </a:lnTo>
                <a:lnTo>
                  <a:pt x="5570" y="6740"/>
                </a:lnTo>
                <a:lnTo>
                  <a:pt x="5568" y="6739"/>
                </a:lnTo>
                <a:lnTo>
                  <a:pt x="5567" y="6738"/>
                </a:lnTo>
                <a:lnTo>
                  <a:pt x="5567" y="6737"/>
                </a:lnTo>
                <a:lnTo>
                  <a:pt x="5567" y="6736"/>
                </a:lnTo>
                <a:lnTo>
                  <a:pt x="5567" y="6735"/>
                </a:lnTo>
                <a:lnTo>
                  <a:pt x="5568" y="6735"/>
                </a:lnTo>
                <a:lnTo>
                  <a:pt x="5569" y="6734"/>
                </a:lnTo>
                <a:lnTo>
                  <a:pt x="5570" y="6734"/>
                </a:lnTo>
                <a:lnTo>
                  <a:pt x="5571" y="6733"/>
                </a:lnTo>
                <a:lnTo>
                  <a:pt x="5570" y="6732"/>
                </a:lnTo>
                <a:lnTo>
                  <a:pt x="5570" y="6731"/>
                </a:lnTo>
                <a:lnTo>
                  <a:pt x="5570" y="6730"/>
                </a:lnTo>
                <a:lnTo>
                  <a:pt x="5569" y="6729"/>
                </a:lnTo>
                <a:lnTo>
                  <a:pt x="5569" y="6727"/>
                </a:lnTo>
                <a:lnTo>
                  <a:pt x="5569" y="6726"/>
                </a:lnTo>
                <a:lnTo>
                  <a:pt x="5570" y="6726"/>
                </a:lnTo>
                <a:lnTo>
                  <a:pt x="5571" y="6726"/>
                </a:lnTo>
                <a:lnTo>
                  <a:pt x="5572" y="6726"/>
                </a:lnTo>
                <a:lnTo>
                  <a:pt x="5572" y="6727"/>
                </a:lnTo>
                <a:lnTo>
                  <a:pt x="5573" y="6727"/>
                </a:lnTo>
                <a:lnTo>
                  <a:pt x="5574" y="6727"/>
                </a:lnTo>
                <a:lnTo>
                  <a:pt x="5575" y="6727"/>
                </a:lnTo>
                <a:lnTo>
                  <a:pt x="5575" y="6726"/>
                </a:lnTo>
                <a:lnTo>
                  <a:pt x="5576" y="6725"/>
                </a:lnTo>
                <a:lnTo>
                  <a:pt x="5577" y="6724"/>
                </a:lnTo>
                <a:lnTo>
                  <a:pt x="5578" y="6724"/>
                </a:lnTo>
                <a:lnTo>
                  <a:pt x="5577" y="6723"/>
                </a:lnTo>
                <a:lnTo>
                  <a:pt x="5577" y="6724"/>
                </a:lnTo>
                <a:lnTo>
                  <a:pt x="5576" y="6724"/>
                </a:lnTo>
                <a:lnTo>
                  <a:pt x="5575" y="6725"/>
                </a:lnTo>
                <a:lnTo>
                  <a:pt x="5573" y="6725"/>
                </a:lnTo>
                <a:lnTo>
                  <a:pt x="5574" y="6725"/>
                </a:lnTo>
                <a:lnTo>
                  <a:pt x="5574" y="6723"/>
                </a:lnTo>
                <a:lnTo>
                  <a:pt x="5574" y="6722"/>
                </a:lnTo>
                <a:lnTo>
                  <a:pt x="5575" y="6722"/>
                </a:lnTo>
                <a:lnTo>
                  <a:pt x="5575" y="6721"/>
                </a:lnTo>
                <a:lnTo>
                  <a:pt x="5574" y="6721"/>
                </a:lnTo>
                <a:lnTo>
                  <a:pt x="5574" y="6722"/>
                </a:lnTo>
                <a:lnTo>
                  <a:pt x="5574" y="6723"/>
                </a:lnTo>
                <a:lnTo>
                  <a:pt x="5573" y="6724"/>
                </a:lnTo>
                <a:lnTo>
                  <a:pt x="5572" y="6725"/>
                </a:lnTo>
                <a:lnTo>
                  <a:pt x="5570" y="6725"/>
                </a:lnTo>
                <a:lnTo>
                  <a:pt x="5570" y="6724"/>
                </a:lnTo>
                <a:lnTo>
                  <a:pt x="5570" y="6723"/>
                </a:lnTo>
                <a:lnTo>
                  <a:pt x="5569" y="6722"/>
                </a:lnTo>
                <a:lnTo>
                  <a:pt x="5569" y="6721"/>
                </a:lnTo>
                <a:lnTo>
                  <a:pt x="5569" y="6720"/>
                </a:lnTo>
                <a:lnTo>
                  <a:pt x="5570" y="6720"/>
                </a:lnTo>
                <a:lnTo>
                  <a:pt x="5569" y="6719"/>
                </a:lnTo>
                <a:lnTo>
                  <a:pt x="5568" y="6719"/>
                </a:lnTo>
                <a:lnTo>
                  <a:pt x="5568" y="6720"/>
                </a:lnTo>
                <a:lnTo>
                  <a:pt x="5567" y="6719"/>
                </a:lnTo>
                <a:lnTo>
                  <a:pt x="5566" y="6718"/>
                </a:lnTo>
                <a:lnTo>
                  <a:pt x="5566" y="6717"/>
                </a:lnTo>
                <a:lnTo>
                  <a:pt x="5566" y="6716"/>
                </a:lnTo>
                <a:lnTo>
                  <a:pt x="5566" y="6715"/>
                </a:lnTo>
                <a:lnTo>
                  <a:pt x="5565" y="6714"/>
                </a:lnTo>
                <a:lnTo>
                  <a:pt x="5564" y="6715"/>
                </a:lnTo>
                <a:lnTo>
                  <a:pt x="5563" y="6714"/>
                </a:lnTo>
                <a:lnTo>
                  <a:pt x="5563" y="6713"/>
                </a:lnTo>
                <a:lnTo>
                  <a:pt x="5562" y="6713"/>
                </a:lnTo>
                <a:lnTo>
                  <a:pt x="5561" y="6713"/>
                </a:lnTo>
                <a:lnTo>
                  <a:pt x="5562" y="6713"/>
                </a:lnTo>
                <a:lnTo>
                  <a:pt x="5562" y="6714"/>
                </a:lnTo>
                <a:lnTo>
                  <a:pt x="5563" y="6714"/>
                </a:lnTo>
                <a:lnTo>
                  <a:pt x="5563" y="6715"/>
                </a:lnTo>
                <a:lnTo>
                  <a:pt x="5563" y="6716"/>
                </a:lnTo>
                <a:lnTo>
                  <a:pt x="5564" y="6716"/>
                </a:lnTo>
                <a:lnTo>
                  <a:pt x="5565" y="6716"/>
                </a:lnTo>
                <a:lnTo>
                  <a:pt x="5566" y="6716"/>
                </a:lnTo>
                <a:lnTo>
                  <a:pt x="5565" y="6718"/>
                </a:lnTo>
                <a:lnTo>
                  <a:pt x="5565" y="6719"/>
                </a:lnTo>
                <a:lnTo>
                  <a:pt x="5565" y="6720"/>
                </a:lnTo>
                <a:lnTo>
                  <a:pt x="5564" y="6719"/>
                </a:lnTo>
                <a:lnTo>
                  <a:pt x="5563" y="6717"/>
                </a:lnTo>
                <a:lnTo>
                  <a:pt x="5561" y="6717"/>
                </a:lnTo>
                <a:lnTo>
                  <a:pt x="5562" y="6717"/>
                </a:lnTo>
                <a:lnTo>
                  <a:pt x="5563" y="6717"/>
                </a:lnTo>
                <a:lnTo>
                  <a:pt x="5563" y="6718"/>
                </a:lnTo>
                <a:lnTo>
                  <a:pt x="5564" y="6718"/>
                </a:lnTo>
                <a:lnTo>
                  <a:pt x="5564" y="6719"/>
                </a:lnTo>
                <a:lnTo>
                  <a:pt x="5564" y="6720"/>
                </a:lnTo>
                <a:lnTo>
                  <a:pt x="5564" y="6721"/>
                </a:lnTo>
                <a:lnTo>
                  <a:pt x="5565" y="6721"/>
                </a:lnTo>
                <a:lnTo>
                  <a:pt x="5566" y="6720"/>
                </a:lnTo>
                <a:lnTo>
                  <a:pt x="5567" y="6720"/>
                </a:lnTo>
                <a:lnTo>
                  <a:pt x="5567" y="6721"/>
                </a:lnTo>
                <a:lnTo>
                  <a:pt x="5568" y="6721"/>
                </a:lnTo>
                <a:lnTo>
                  <a:pt x="5568" y="6722"/>
                </a:lnTo>
                <a:lnTo>
                  <a:pt x="5567" y="6724"/>
                </a:lnTo>
                <a:lnTo>
                  <a:pt x="5567" y="6727"/>
                </a:lnTo>
                <a:lnTo>
                  <a:pt x="5567" y="6728"/>
                </a:lnTo>
                <a:lnTo>
                  <a:pt x="5566" y="6730"/>
                </a:lnTo>
                <a:lnTo>
                  <a:pt x="5565" y="6730"/>
                </a:lnTo>
                <a:lnTo>
                  <a:pt x="5564" y="6731"/>
                </a:lnTo>
                <a:lnTo>
                  <a:pt x="5565" y="6731"/>
                </a:lnTo>
                <a:lnTo>
                  <a:pt x="5566" y="6732"/>
                </a:lnTo>
                <a:lnTo>
                  <a:pt x="5566" y="6733"/>
                </a:lnTo>
                <a:lnTo>
                  <a:pt x="5566" y="6734"/>
                </a:lnTo>
                <a:lnTo>
                  <a:pt x="5565" y="6734"/>
                </a:lnTo>
                <a:lnTo>
                  <a:pt x="5564" y="6735"/>
                </a:lnTo>
                <a:lnTo>
                  <a:pt x="5563" y="6734"/>
                </a:lnTo>
                <a:lnTo>
                  <a:pt x="5562" y="6733"/>
                </a:lnTo>
                <a:lnTo>
                  <a:pt x="5561" y="6733"/>
                </a:lnTo>
                <a:lnTo>
                  <a:pt x="5561" y="6734"/>
                </a:lnTo>
                <a:lnTo>
                  <a:pt x="5562" y="6734"/>
                </a:lnTo>
                <a:lnTo>
                  <a:pt x="5563" y="6735"/>
                </a:lnTo>
                <a:lnTo>
                  <a:pt x="5564" y="6735"/>
                </a:lnTo>
                <a:lnTo>
                  <a:pt x="5564" y="6736"/>
                </a:lnTo>
                <a:lnTo>
                  <a:pt x="5563" y="6736"/>
                </a:lnTo>
                <a:lnTo>
                  <a:pt x="5563" y="6737"/>
                </a:lnTo>
                <a:lnTo>
                  <a:pt x="5563" y="6738"/>
                </a:lnTo>
                <a:lnTo>
                  <a:pt x="5564" y="6738"/>
                </a:lnTo>
                <a:lnTo>
                  <a:pt x="5565" y="6738"/>
                </a:lnTo>
                <a:lnTo>
                  <a:pt x="5565" y="6739"/>
                </a:lnTo>
                <a:lnTo>
                  <a:pt x="5565" y="6740"/>
                </a:lnTo>
                <a:lnTo>
                  <a:pt x="5566" y="6741"/>
                </a:lnTo>
                <a:lnTo>
                  <a:pt x="5566" y="6742"/>
                </a:lnTo>
                <a:lnTo>
                  <a:pt x="5566" y="6743"/>
                </a:lnTo>
                <a:lnTo>
                  <a:pt x="5566" y="6744"/>
                </a:lnTo>
                <a:lnTo>
                  <a:pt x="5566" y="6745"/>
                </a:lnTo>
                <a:lnTo>
                  <a:pt x="5567" y="6746"/>
                </a:lnTo>
                <a:lnTo>
                  <a:pt x="5568" y="6746"/>
                </a:lnTo>
                <a:lnTo>
                  <a:pt x="5570" y="6747"/>
                </a:lnTo>
                <a:lnTo>
                  <a:pt x="5571" y="6747"/>
                </a:lnTo>
                <a:lnTo>
                  <a:pt x="5571" y="6748"/>
                </a:lnTo>
                <a:lnTo>
                  <a:pt x="5570" y="6748"/>
                </a:lnTo>
                <a:lnTo>
                  <a:pt x="5570" y="6749"/>
                </a:lnTo>
                <a:lnTo>
                  <a:pt x="5571" y="6749"/>
                </a:lnTo>
                <a:lnTo>
                  <a:pt x="5571" y="6750"/>
                </a:lnTo>
                <a:lnTo>
                  <a:pt x="5570" y="6750"/>
                </a:lnTo>
                <a:lnTo>
                  <a:pt x="5569" y="6750"/>
                </a:lnTo>
                <a:lnTo>
                  <a:pt x="5568" y="6749"/>
                </a:lnTo>
                <a:lnTo>
                  <a:pt x="5567" y="6750"/>
                </a:lnTo>
                <a:lnTo>
                  <a:pt x="5568" y="6751"/>
                </a:lnTo>
                <a:lnTo>
                  <a:pt x="5567" y="6751"/>
                </a:lnTo>
                <a:lnTo>
                  <a:pt x="5564" y="6751"/>
                </a:lnTo>
                <a:lnTo>
                  <a:pt x="5563" y="6751"/>
                </a:lnTo>
                <a:lnTo>
                  <a:pt x="5562" y="6750"/>
                </a:lnTo>
                <a:lnTo>
                  <a:pt x="5561" y="6749"/>
                </a:lnTo>
                <a:lnTo>
                  <a:pt x="5561" y="6748"/>
                </a:lnTo>
                <a:lnTo>
                  <a:pt x="5560" y="6748"/>
                </a:lnTo>
                <a:lnTo>
                  <a:pt x="5560" y="6749"/>
                </a:lnTo>
                <a:lnTo>
                  <a:pt x="5559" y="6749"/>
                </a:lnTo>
                <a:lnTo>
                  <a:pt x="5558" y="6749"/>
                </a:lnTo>
                <a:lnTo>
                  <a:pt x="5557" y="6749"/>
                </a:lnTo>
                <a:lnTo>
                  <a:pt x="5556" y="6749"/>
                </a:lnTo>
                <a:lnTo>
                  <a:pt x="5555" y="6749"/>
                </a:lnTo>
                <a:lnTo>
                  <a:pt x="5554" y="6750"/>
                </a:lnTo>
                <a:lnTo>
                  <a:pt x="5553" y="6750"/>
                </a:lnTo>
                <a:lnTo>
                  <a:pt x="5553" y="6751"/>
                </a:lnTo>
                <a:lnTo>
                  <a:pt x="5552" y="6751"/>
                </a:lnTo>
                <a:lnTo>
                  <a:pt x="5552" y="6752"/>
                </a:lnTo>
                <a:lnTo>
                  <a:pt x="5551" y="6752"/>
                </a:lnTo>
                <a:lnTo>
                  <a:pt x="5550" y="6752"/>
                </a:lnTo>
                <a:lnTo>
                  <a:pt x="5549" y="6753"/>
                </a:lnTo>
                <a:lnTo>
                  <a:pt x="5548" y="6753"/>
                </a:lnTo>
                <a:lnTo>
                  <a:pt x="5548" y="6754"/>
                </a:lnTo>
                <a:lnTo>
                  <a:pt x="5547" y="6754"/>
                </a:lnTo>
                <a:lnTo>
                  <a:pt x="5547" y="6755"/>
                </a:lnTo>
                <a:lnTo>
                  <a:pt x="5547" y="6754"/>
                </a:lnTo>
                <a:lnTo>
                  <a:pt x="5546" y="6753"/>
                </a:lnTo>
                <a:lnTo>
                  <a:pt x="5545" y="6753"/>
                </a:lnTo>
                <a:lnTo>
                  <a:pt x="5545" y="6751"/>
                </a:lnTo>
                <a:lnTo>
                  <a:pt x="5545" y="6750"/>
                </a:lnTo>
                <a:lnTo>
                  <a:pt x="5545" y="6749"/>
                </a:lnTo>
                <a:lnTo>
                  <a:pt x="5545" y="6748"/>
                </a:lnTo>
                <a:lnTo>
                  <a:pt x="5544" y="6747"/>
                </a:lnTo>
                <a:lnTo>
                  <a:pt x="5543" y="6747"/>
                </a:lnTo>
                <a:lnTo>
                  <a:pt x="5543" y="6746"/>
                </a:lnTo>
                <a:lnTo>
                  <a:pt x="5542" y="6746"/>
                </a:lnTo>
                <a:lnTo>
                  <a:pt x="5541" y="6746"/>
                </a:lnTo>
                <a:lnTo>
                  <a:pt x="5540" y="6746"/>
                </a:lnTo>
                <a:lnTo>
                  <a:pt x="5540" y="6745"/>
                </a:lnTo>
                <a:lnTo>
                  <a:pt x="5540" y="6744"/>
                </a:lnTo>
                <a:lnTo>
                  <a:pt x="5540" y="6743"/>
                </a:lnTo>
                <a:lnTo>
                  <a:pt x="5541" y="6743"/>
                </a:lnTo>
                <a:lnTo>
                  <a:pt x="5541" y="6744"/>
                </a:lnTo>
                <a:lnTo>
                  <a:pt x="5543" y="6744"/>
                </a:lnTo>
                <a:lnTo>
                  <a:pt x="5543" y="6743"/>
                </a:lnTo>
                <a:lnTo>
                  <a:pt x="5542" y="6741"/>
                </a:lnTo>
                <a:lnTo>
                  <a:pt x="5541" y="6741"/>
                </a:lnTo>
                <a:lnTo>
                  <a:pt x="5541" y="6740"/>
                </a:lnTo>
                <a:lnTo>
                  <a:pt x="5540" y="6740"/>
                </a:lnTo>
                <a:lnTo>
                  <a:pt x="5540" y="6739"/>
                </a:lnTo>
                <a:lnTo>
                  <a:pt x="5540" y="6738"/>
                </a:lnTo>
                <a:lnTo>
                  <a:pt x="5539" y="6738"/>
                </a:lnTo>
                <a:lnTo>
                  <a:pt x="5539" y="6737"/>
                </a:lnTo>
                <a:lnTo>
                  <a:pt x="5540" y="6736"/>
                </a:lnTo>
                <a:lnTo>
                  <a:pt x="5540" y="6735"/>
                </a:lnTo>
                <a:lnTo>
                  <a:pt x="5541" y="6734"/>
                </a:lnTo>
                <a:lnTo>
                  <a:pt x="5540" y="6734"/>
                </a:lnTo>
                <a:lnTo>
                  <a:pt x="5540" y="6733"/>
                </a:lnTo>
                <a:lnTo>
                  <a:pt x="5541" y="6732"/>
                </a:lnTo>
                <a:lnTo>
                  <a:pt x="5541" y="6731"/>
                </a:lnTo>
                <a:lnTo>
                  <a:pt x="5541" y="6730"/>
                </a:lnTo>
                <a:lnTo>
                  <a:pt x="5541" y="6729"/>
                </a:lnTo>
                <a:lnTo>
                  <a:pt x="5540" y="6729"/>
                </a:lnTo>
                <a:lnTo>
                  <a:pt x="5540" y="6730"/>
                </a:lnTo>
                <a:lnTo>
                  <a:pt x="5540" y="6732"/>
                </a:lnTo>
                <a:lnTo>
                  <a:pt x="5539" y="6732"/>
                </a:lnTo>
                <a:lnTo>
                  <a:pt x="5538" y="6733"/>
                </a:lnTo>
                <a:lnTo>
                  <a:pt x="5538" y="6734"/>
                </a:lnTo>
                <a:lnTo>
                  <a:pt x="5537" y="6734"/>
                </a:lnTo>
                <a:lnTo>
                  <a:pt x="5537" y="6735"/>
                </a:lnTo>
                <a:lnTo>
                  <a:pt x="5537" y="6737"/>
                </a:lnTo>
                <a:lnTo>
                  <a:pt x="5536" y="6736"/>
                </a:lnTo>
                <a:lnTo>
                  <a:pt x="5535" y="6736"/>
                </a:lnTo>
                <a:lnTo>
                  <a:pt x="5535" y="6735"/>
                </a:lnTo>
                <a:lnTo>
                  <a:pt x="5535" y="6734"/>
                </a:lnTo>
                <a:lnTo>
                  <a:pt x="5534" y="6734"/>
                </a:lnTo>
                <a:lnTo>
                  <a:pt x="5533" y="6734"/>
                </a:lnTo>
                <a:lnTo>
                  <a:pt x="5533" y="6733"/>
                </a:lnTo>
                <a:lnTo>
                  <a:pt x="5532" y="6734"/>
                </a:lnTo>
                <a:lnTo>
                  <a:pt x="5531" y="6734"/>
                </a:lnTo>
                <a:lnTo>
                  <a:pt x="5531" y="6733"/>
                </a:lnTo>
                <a:lnTo>
                  <a:pt x="5530" y="6733"/>
                </a:lnTo>
                <a:lnTo>
                  <a:pt x="5530" y="6734"/>
                </a:lnTo>
                <a:lnTo>
                  <a:pt x="5533" y="6735"/>
                </a:lnTo>
                <a:lnTo>
                  <a:pt x="5533" y="6736"/>
                </a:lnTo>
                <a:lnTo>
                  <a:pt x="5533" y="6738"/>
                </a:lnTo>
                <a:lnTo>
                  <a:pt x="5532" y="6738"/>
                </a:lnTo>
                <a:lnTo>
                  <a:pt x="5532" y="6739"/>
                </a:lnTo>
                <a:lnTo>
                  <a:pt x="5534" y="6742"/>
                </a:lnTo>
                <a:lnTo>
                  <a:pt x="5530" y="6745"/>
                </a:lnTo>
                <a:lnTo>
                  <a:pt x="5529" y="6743"/>
                </a:lnTo>
                <a:lnTo>
                  <a:pt x="5528" y="6743"/>
                </a:lnTo>
                <a:lnTo>
                  <a:pt x="5526" y="6740"/>
                </a:lnTo>
                <a:lnTo>
                  <a:pt x="5526" y="6738"/>
                </a:lnTo>
                <a:lnTo>
                  <a:pt x="5526" y="6737"/>
                </a:lnTo>
                <a:lnTo>
                  <a:pt x="5526" y="6735"/>
                </a:lnTo>
                <a:lnTo>
                  <a:pt x="5526" y="6734"/>
                </a:lnTo>
                <a:lnTo>
                  <a:pt x="5526" y="6730"/>
                </a:lnTo>
                <a:lnTo>
                  <a:pt x="5526" y="6729"/>
                </a:lnTo>
                <a:lnTo>
                  <a:pt x="5527" y="6728"/>
                </a:lnTo>
                <a:lnTo>
                  <a:pt x="5527" y="6727"/>
                </a:lnTo>
                <a:lnTo>
                  <a:pt x="5527" y="6726"/>
                </a:lnTo>
                <a:lnTo>
                  <a:pt x="5528" y="6726"/>
                </a:lnTo>
                <a:lnTo>
                  <a:pt x="5528" y="6725"/>
                </a:lnTo>
                <a:lnTo>
                  <a:pt x="5527" y="6725"/>
                </a:lnTo>
                <a:lnTo>
                  <a:pt x="5527" y="6724"/>
                </a:lnTo>
                <a:lnTo>
                  <a:pt x="5528" y="6723"/>
                </a:lnTo>
                <a:lnTo>
                  <a:pt x="5529" y="6722"/>
                </a:lnTo>
                <a:lnTo>
                  <a:pt x="5529" y="6721"/>
                </a:lnTo>
                <a:lnTo>
                  <a:pt x="5531" y="6720"/>
                </a:lnTo>
                <a:lnTo>
                  <a:pt x="5531" y="6719"/>
                </a:lnTo>
                <a:lnTo>
                  <a:pt x="5532" y="6719"/>
                </a:lnTo>
                <a:lnTo>
                  <a:pt x="5532" y="6718"/>
                </a:lnTo>
                <a:lnTo>
                  <a:pt x="5532" y="6717"/>
                </a:lnTo>
                <a:lnTo>
                  <a:pt x="5533" y="6717"/>
                </a:lnTo>
                <a:lnTo>
                  <a:pt x="5532" y="6717"/>
                </a:lnTo>
                <a:lnTo>
                  <a:pt x="5531" y="6719"/>
                </a:lnTo>
                <a:lnTo>
                  <a:pt x="5530" y="6719"/>
                </a:lnTo>
                <a:lnTo>
                  <a:pt x="5530" y="6720"/>
                </a:lnTo>
                <a:lnTo>
                  <a:pt x="5529" y="6720"/>
                </a:lnTo>
                <a:lnTo>
                  <a:pt x="5529" y="6719"/>
                </a:lnTo>
                <a:lnTo>
                  <a:pt x="5529" y="6718"/>
                </a:lnTo>
                <a:lnTo>
                  <a:pt x="5528" y="6718"/>
                </a:lnTo>
                <a:lnTo>
                  <a:pt x="5528" y="6717"/>
                </a:lnTo>
                <a:lnTo>
                  <a:pt x="5528" y="6716"/>
                </a:lnTo>
                <a:lnTo>
                  <a:pt x="5527" y="6717"/>
                </a:lnTo>
                <a:lnTo>
                  <a:pt x="5528" y="6717"/>
                </a:lnTo>
                <a:lnTo>
                  <a:pt x="5528" y="6718"/>
                </a:lnTo>
                <a:lnTo>
                  <a:pt x="5528" y="6719"/>
                </a:lnTo>
                <a:lnTo>
                  <a:pt x="5528" y="6720"/>
                </a:lnTo>
                <a:lnTo>
                  <a:pt x="5528" y="6721"/>
                </a:lnTo>
                <a:lnTo>
                  <a:pt x="5528" y="6722"/>
                </a:lnTo>
                <a:lnTo>
                  <a:pt x="5527" y="6722"/>
                </a:lnTo>
                <a:lnTo>
                  <a:pt x="5527" y="6723"/>
                </a:lnTo>
                <a:lnTo>
                  <a:pt x="5526" y="6723"/>
                </a:lnTo>
                <a:lnTo>
                  <a:pt x="5526" y="6724"/>
                </a:lnTo>
                <a:lnTo>
                  <a:pt x="5526" y="6725"/>
                </a:lnTo>
                <a:lnTo>
                  <a:pt x="5525" y="6724"/>
                </a:lnTo>
                <a:lnTo>
                  <a:pt x="5525" y="6723"/>
                </a:lnTo>
                <a:lnTo>
                  <a:pt x="5524" y="6723"/>
                </a:lnTo>
                <a:lnTo>
                  <a:pt x="5524" y="6722"/>
                </a:lnTo>
                <a:lnTo>
                  <a:pt x="5523" y="6722"/>
                </a:lnTo>
                <a:lnTo>
                  <a:pt x="5524" y="6723"/>
                </a:lnTo>
                <a:lnTo>
                  <a:pt x="5524" y="6724"/>
                </a:lnTo>
                <a:lnTo>
                  <a:pt x="5525" y="6724"/>
                </a:lnTo>
                <a:lnTo>
                  <a:pt x="5525" y="6725"/>
                </a:lnTo>
                <a:lnTo>
                  <a:pt x="5526" y="6726"/>
                </a:lnTo>
                <a:lnTo>
                  <a:pt x="5525" y="6727"/>
                </a:lnTo>
                <a:lnTo>
                  <a:pt x="5525" y="6730"/>
                </a:lnTo>
                <a:lnTo>
                  <a:pt x="5524" y="6730"/>
                </a:lnTo>
                <a:lnTo>
                  <a:pt x="5524" y="6731"/>
                </a:lnTo>
                <a:lnTo>
                  <a:pt x="5523" y="6735"/>
                </a:lnTo>
                <a:lnTo>
                  <a:pt x="5523" y="6736"/>
                </a:lnTo>
                <a:lnTo>
                  <a:pt x="5522" y="6736"/>
                </a:lnTo>
                <a:lnTo>
                  <a:pt x="5522" y="6737"/>
                </a:lnTo>
                <a:lnTo>
                  <a:pt x="5521" y="6738"/>
                </a:lnTo>
                <a:lnTo>
                  <a:pt x="5521" y="6737"/>
                </a:lnTo>
                <a:lnTo>
                  <a:pt x="5520" y="6737"/>
                </a:lnTo>
                <a:lnTo>
                  <a:pt x="5520" y="6736"/>
                </a:lnTo>
                <a:lnTo>
                  <a:pt x="5519" y="6736"/>
                </a:lnTo>
                <a:lnTo>
                  <a:pt x="5518" y="6735"/>
                </a:lnTo>
                <a:lnTo>
                  <a:pt x="5518" y="6734"/>
                </a:lnTo>
                <a:lnTo>
                  <a:pt x="5517" y="6733"/>
                </a:lnTo>
                <a:lnTo>
                  <a:pt x="5518" y="6732"/>
                </a:lnTo>
                <a:lnTo>
                  <a:pt x="5518" y="6731"/>
                </a:lnTo>
                <a:lnTo>
                  <a:pt x="5518" y="6730"/>
                </a:lnTo>
                <a:lnTo>
                  <a:pt x="5518" y="6729"/>
                </a:lnTo>
                <a:lnTo>
                  <a:pt x="5517" y="6728"/>
                </a:lnTo>
                <a:lnTo>
                  <a:pt x="5517" y="6727"/>
                </a:lnTo>
                <a:lnTo>
                  <a:pt x="5517" y="6726"/>
                </a:lnTo>
                <a:lnTo>
                  <a:pt x="5517" y="6725"/>
                </a:lnTo>
                <a:lnTo>
                  <a:pt x="5517" y="6724"/>
                </a:lnTo>
                <a:lnTo>
                  <a:pt x="5516" y="6723"/>
                </a:lnTo>
                <a:lnTo>
                  <a:pt x="5515" y="6723"/>
                </a:lnTo>
                <a:lnTo>
                  <a:pt x="5514" y="6723"/>
                </a:lnTo>
                <a:lnTo>
                  <a:pt x="5514" y="6722"/>
                </a:lnTo>
                <a:lnTo>
                  <a:pt x="5513" y="6722"/>
                </a:lnTo>
                <a:lnTo>
                  <a:pt x="5512" y="6722"/>
                </a:lnTo>
                <a:lnTo>
                  <a:pt x="5512" y="6721"/>
                </a:lnTo>
                <a:lnTo>
                  <a:pt x="5512" y="6720"/>
                </a:lnTo>
                <a:lnTo>
                  <a:pt x="5511" y="6719"/>
                </a:lnTo>
                <a:lnTo>
                  <a:pt x="5511" y="6717"/>
                </a:lnTo>
                <a:lnTo>
                  <a:pt x="5512" y="6717"/>
                </a:lnTo>
                <a:lnTo>
                  <a:pt x="5513" y="6717"/>
                </a:lnTo>
                <a:lnTo>
                  <a:pt x="5514" y="6717"/>
                </a:lnTo>
                <a:lnTo>
                  <a:pt x="5514" y="6716"/>
                </a:lnTo>
                <a:lnTo>
                  <a:pt x="5514" y="6715"/>
                </a:lnTo>
                <a:lnTo>
                  <a:pt x="5515" y="6715"/>
                </a:lnTo>
                <a:lnTo>
                  <a:pt x="5515" y="6714"/>
                </a:lnTo>
                <a:lnTo>
                  <a:pt x="5515" y="6713"/>
                </a:lnTo>
                <a:lnTo>
                  <a:pt x="5516" y="6713"/>
                </a:lnTo>
                <a:lnTo>
                  <a:pt x="5517" y="6713"/>
                </a:lnTo>
                <a:lnTo>
                  <a:pt x="5517" y="6712"/>
                </a:lnTo>
                <a:lnTo>
                  <a:pt x="5518" y="6712"/>
                </a:lnTo>
                <a:lnTo>
                  <a:pt x="5518" y="6711"/>
                </a:lnTo>
                <a:lnTo>
                  <a:pt x="5519" y="6711"/>
                </a:lnTo>
                <a:lnTo>
                  <a:pt x="5518" y="6710"/>
                </a:lnTo>
                <a:lnTo>
                  <a:pt x="5518" y="6711"/>
                </a:lnTo>
                <a:lnTo>
                  <a:pt x="5518" y="6710"/>
                </a:lnTo>
                <a:lnTo>
                  <a:pt x="5518" y="6709"/>
                </a:lnTo>
                <a:lnTo>
                  <a:pt x="5519" y="6709"/>
                </a:lnTo>
                <a:lnTo>
                  <a:pt x="5520" y="6709"/>
                </a:lnTo>
                <a:lnTo>
                  <a:pt x="5520" y="6708"/>
                </a:lnTo>
                <a:lnTo>
                  <a:pt x="5520" y="6707"/>
                </a:lnTo>
                <a:lnTo>
                  <a:pt x="5519" y="6707"/>
                </a:lnTo>
                <a:lnTo>
                  <a:pt x="5519" y="6706"/>
                </a:lnTo>
                <a:lnTo>
                  <a:pt x="5518" y="6705"/>
                </a:lnTo>
                <a:lnTo>
                  <a:pt x="5518" y="6704"/>
                </a:lnTo>
                <a:lnTo>
                  <a:pt x="5519" y="6704"/>
                </a:lnTo>
                <a:lnTo>
                  <a:pt x="5519" y="6703"/>
                </a:lnTo>
                <a:lnTo>
                  <a:pt x="5520" y="6703"/>
                </a:lnTo>
                <a:lnTo>
                  <a:pt x="5521" y="6702"/>
                </a:lnTo>
                <a:lnTo>
                  <a:pt x="5522" y="6701"/>
                </a:lnTo>
                <a:lnTo>
                  <a:pt x="5523" y="6701"/>
                </a:lnTo>
                <a:lnTo>
                  <a:pt x="5523" y="6700"/>
                </a:lnTo>
                <a:lnTo>
                  <a:pt x="5524" y="6700"/>
                </a:lnTo>
                <a:lnTo>
                  <a:pt x="5523" y="6699"/>
                </a:lnTo>
                <a:lnTo>
                  <a:pt x="5523" y="6698"/>
                </a:lnTo>
                <a:lnTo>
                  <a:pt x="5522" y="6698"/>
                </a:lnTo>
                <a:lnTo>
                  <a:pt x="5521" y="6698"/>
                </a:lnTo>
                <a:lnTo>
                  <a:pt x="5520" y="6698"/>
                </a:lnTo>
                <a:lnTo>
                  <a:pt x="5519" y="6698"/>
                </a:lnTo>
                <a:lnTo>
                  <a:pt x="5519" y="6696"/>
                </a:lnTo>
                <a:lnTo>
                  <a:pt x="5518" y="6696"/>
                </a:lnTo>
                <a:lnTo>
                  <a:pt x="5518" y="6697"/>
                </a:lnTo>
                <a:lnTo>
                  <a:pt x="5518" y="6698"/>
                </a:lnTo>
                <a:lnTo>
                  <a:pt x="5517" y="6698"/>
                </a:lnTo>
                <a:lnTo>
                  <a:pt x="5517" y="6699"/>
                </a:lnTo>
                <a:lnTo>
                  <a:pt x="5516" y="6699"/>
                </a:lnTo>
                <a:lnTo>
                  <a:pt x="5515" y="6699"/>
                </a:lnTo>
                <a:lnTo>
                  <a:pt x="5514" y="6699"/>
                </a:lnTo>
                <a:lnTo>
                  <a:pt x="5512" y="6699"/>
                </a:lnTo>
                <a:lnTo>
                  <a:pt x="5511" y="6699"/>
                </a:lnTo>
                <a:lnTo>
                  <a:pt x="5510" y="6698"/>
                </a:lnTo>
                <a:lnTo>
                  <a:pt x="5509" y="6698"/>
                </a:lnTo>
                <a:lnTo>
                  <a:pt x="5508" y="6699"/>
                </a:lnTo>
                <a:lnTo>
                  <a:pt x="5507" y="6698"/>
                </a:lnTo>
                <a:lnTo>
                  <a:pt x="5507" y="6696"/>
                </a:lnTo>
                <a:lnTo>
                  <a:pt x="5508" y="6695"/>
                </a:lnTo>
                <a:lnTo>
                  <a:pt x="5508" y="6694"/>
                </a:lnTo>
                <a:lnTo>
                  <a:pt x="5509" y="6694"/>
                </a:lnTo>
                <a:lnTo>
                  <a:pt x="5508" y="6694"/>
                </a:lnTo>
                <a:lnTo>
                  <a:pt x="5507" y="6694"/>
                </a:lnTo>
                <a:lnTo>
                  <a:pt x="5507" y="6695"/>
                </a:lnTo>
                <a:lnTo>
                  <a:pt x="5506" y="6695"/>
                </a:lnTo>
                <a:lnTo>
                  <a:pt x="5506" y="6696"/>
                </a:lnTo>
                <a:lnTo>
                  <a:pt x="5505" y="6696"/>
                </a:lnTo>
                <a:lnTo>
                  <a:pt x="5505" y="6697"/>
                </a:lnTo>
                <a:lnTo>
                  <a:pt x="5505" y="6698"/>
                </a:lnTo>
                <a:lnTo>
                  <a:pt x="5505" y="6697"/>
                </a:lnTo>
                <a:lnTo>
                  <a:pt x="5505" y="6698"/>
                </a:lnTo>
                <a:lnTo>
                  <a:pt x="5504" y="6698"/>
                </a:lnTo>
                <a:lnTo>
                  <a:pt x="5504" y="6699"/>
                </a:lnTo>
                <a:lnTo>
                  <a:pt x="5503" y="6699"/>
                </a:lnTo>
                <a:lnTo>
                  <a:pt x="5503" y="6700"/>
                </a:lnTo>
                <a:lnTo>
                  <a:pt x="5502" y="6701"/>
                </a:lnTo>
                <a:lnTo>
                  <a:pt x="5501" y="6700"/>
                </a:lnTo>
                <a:lnTo>
                  <a:pt x="5500" y="6700"/>
                </a:lnTo>
                <a:lnTo>
                  <a:pt x="5499" y="6701"/>
                </a:lnTo>
                <a:lnTo>
                  <a:pt x="5498" y="6701"/>
                </a:lnTo>
                <a:lnTo>
                  <a:pt x="5498" y="6702"/>
                </a:lnTo>
                <a:lnTo>
                  <a:pt x="5499" y="6702"/>
                </a:lnTo>
                <a:lnTo>
                  <a:pt x="5499" y="6703"/>
                </a:lnTo>
                <a:lnTo>
                  <a:pt x="5499" y="6704"/>
                </a:lnTo>
                <a:lnTo>
                  <a:pt x="5498" y="6704"/>
                </a:lnTo>
                <a:lnTo>
                  <a:pt x="5496" y="6704"/>
                </a:lnTo>
                <a:lnTo>
                  <a:pt x="5494" y="6704"/>
                </a:lnTo>
                <a:lnTo>
                  <a:pt x="5495" y="6704"/>
                </a:lnTo>
                <a:lnTo>
                  <a:pt x="5496" y="6704"/>
                </a:lnTo>
                <a:lnTo>
                  <a:pt x="5496" y="6705"/>
                </a:lnTo>
                <a:lnTo>
                  <a:pt x="5497" y="6705"/>
                </a:lnTo>
                <a:lnTo>
                  <a:pt x="5497" y="6706"/>
                </a:lnTo>
                <a:lnTo>
                  <a:pt x="5497" y="6707"/>
                </a:lnTo>
                <a:lnTo>
                  <a:pt x="5497" y="6708"/>
                </a:lnTo>
                <a:lnTo>
                  <a:pt x="5496" y="6708"/>
                </a:lnTo>
                <a:lnTo>
                  <a:pt x="5496" y="6709"/>
                </a:lnTo>
                <a:lnTo>
                  <a:pt x="5495" y="6709"/>
                </a:lnTo>
                <a:lnTo>
                  <a:pt x="5494" y="6709"/>
                </a:lnTo>
                <a:lnTo>
                  <a:pt x="5494" y="6708"/>
                </a:lnTo>
                <a:lnTo>
                  <a:pt x="5493" y="6708"/>
                </a:lnTo>
                <a:lnTo>
                  <a:pt x="5492" y="6707"/>
                </a:lnTo>
                <a:lnTo>
                  <a:pt x="5491" y="6706"/>
                </a:lnTo>
                <a:lnTo>
                  <a:pt x="5491" y="6705"/>
                </a:lnTo>
                <a:lnTo>
                  <a:pt x="5491" y="6704"/>
                </a:lnTo>
                <a:lnTo>
                  <a:pt x="5491" y="6703"/>
                </a:lnTo>
                <a:lnTo>
                  <a:pt x="5490" y="6703"/>
                </a:lnTo>
                <a:lnTo>
                  <a:pt x="5490" y="6704"/>
                </a:lnTo>
                <a:lnTo>
                  <a:pt x="5490" y="6705"/>
                </a:lnTo>
                <a:lnTo>
                  <a:pt x="5490" y="6706"/>
                </a:lnTo>
                <a:lnTo>
                  <a:pt x="5491" y="6706"/>
                </a:lnTo>
                <a:lnTo>
                  <a:pt x="5491" y="6707"/>
                </a:lnTo>
                <a:lnTo>
                  <a:pt x="5492" y="6708"/>
                </a:lnTo>
                <a:lnTo>
                  <a:pt x="5493" y="6709"/>
                </a:lnTo>
                <a:lnTo>
                  <a:pt x="5493" y="6710"/>
                </a:lnTo>
                <a:lnTo>
                  <a:pt x="5494" y="6711"/>
                </a:lnTo>
                <a:lnTo>
                  <a:pt x="5494" y="6712"/>
                </a:lnTo>
                <a:lnTo>
                  <a:pt x="5495" y="6712"/>
                </a:lnTo>
                <a:lnTo>
                  <a:pt x="5495" y="6711"/>
                </a:lnTo>
                <a:lnTo>
                  <a:pt x="5496" y="6711"/>
                </a:lnTo>
                <a:lnTo>
                  <a:pt x="5496" y="6712"/>
                </a:lnTo>
                <a:lnTo>
                  <a:pt x="5498" y="6713"/>
                </a:lnTo>
                <a:lnTo>
                  <a:pt x="5498" y="6714"/>
                </a:lnTo>
                <a:lnTo>
                  <a:pt x="5499" y="6714"/>
                </a:lnTo>
                <a:lnTo>
                  <a:pt x="5499" y="6715"/>
                </a:lnTo>
                <a:lnTo>
                  <a:pt x="5499" y="6716"/>
                </a:lnTo>
                <a:lnTo>
                  <a:pt x="5499" y="6717"/>
                </a:lnTo>
                <a:lnTo>
                  <a:pt x="5500" y="6718"/>
                </a:lnTo>
                <a:lnTo>
                  <a:pt x="5500" y="6719"/>
                </a:lnTo>
                <a:lnTo>
                  <a:pt x="5501" y="6720"/>
                </a:lnTo>
                <a:lnTo>
                  <a:pt x="5501" y="6721"/>
                </a:lnTo>
                <a:lnTo>
                  <a:pt x="5501" y="6722"/>
                </a:lnTo>
                <a:lnTo>
                  <a:pt x="5502" y="6721"/>
                </a:lnTo>
                <a:lnTo>
                  <a:pt x="5502" y="6722"/>
                </a:lnTo>
                <a:lnTo>
                  <a:pt x="5501" y="6722"/>
                </a:lnTo>
                <a:lnTo>
                  <a:pt x="5501" y="6723"/>
                </a:lnTo>
                <a:lnTo>
                  <a:pt x="5501" y="6724"/>
                </a:lnTo>
                <a:lnTo>
                  <a:pt x="5502" y="6724"/>
                </a:lnTo>
                <a:lnTo>
                  <a:pt x="5502" y="6723"/>
                </a:lnTo>
                <a:lnTo>
                  <a:pt x="5503" y="6723"/>
                </a:lnTo>
                <a:lnTo>
                  <a:pt x="5503" y="6724"/>
                </a:lnTo>
                <a:lnTo>
                  <a:pt x="5504" y="6724"/>
                </a:lnTo>
                <a:lnTo>
                  <a:pt x="5504" y="6725"/>
                </a:lnTo>
                <a:lnTo>
                  <a:pt x="5504" y="6726"/>
                </a:lnTo>
                <a:lnTo>
                  <a:pt x="5505" y="6726"/>
                </a:lnTo>
                <a:lnTo>
                  <a:pt x="5505" y="6727"/>
                </a:lnTo>
                <a:lnTo>
                  <a:pt x="5506" y="6727"/>
                </a:lnTo>
                <a:lnTo>
                  <a:pt x="5507" y="6727"/>
                </a:lnTo>
                <a:lnTo>
                  <a:pt x="5508" y="6727"/>
                </a:lnTo>
                <a:lnTo>
                  <a:pt x="5509" y="6727"/>
                </a:lnTo>
                <a:lnTo>
                  <a:pt x="5509" y="6728"/>
                </a:lnTo>
                <a:lnTo>
                  <a:pt x="5508" y="6728"/>
                </a:lnTo>
                <a:lnTo>
                  <a:pt x="5508" y="6729"/>
                </a:lnTo>
                <a:lnTo>
                  <a:pt x="5507" y="6729"/>
                </a:lnTo>
                <a:lnTo>
                  <a:pt x="5507" y="6730"/>
                </a:lnTo>
                <a:lnTo>
                  <a:pt x="5506" y="6731"/>
                </a:lnTo>
                <a:lnTo>
                  <a:pt x="5505" y="6732"/>
                </a:lnTo>
                <a:lnTo>
                  <a:pt x="5504" y="6732"/>
                </a:lnTo>
                <a:lnTo>
                  <a:pt x="5504" y="6733"/>
                </a:lnTo>
                <a:lnTo>
                  <a:pt x="5503" y="6733"/>
                </a:lnTo>
                <a:lnTo>
                  <a:pt x="5502" y="6733"/>
                </a:lnTo>
                <a:lnTo>
                  <a:pt x="5501" y="6733"/>
                </a:lnTo>
                <a:lnTo>
                  <a:pt x="5501" y="6732"/>
                </a:lnTo>
                <a:lnTo>
                  <a:pt x="5502" y="6732"/>
                </a:lnTo>
                <a:lnTo>
                  <a:pt x="5501" y="6731"/>
                </a:lnTo>
                <a:lnTo>
                  <a:pt x="5501" y="6732"/>
                </a:lnTo>
                <a:lnTo>
                  <a:pt x="5501" y="6733"/>
                </a:lnTo>
                <a:lnTo>
                  <a:pt x="5501" y="6732"/>
                </a:lnTo>
                <a:lnTo>
                  <a:pt x="5500" y="6732"/>
                </a:lnTo>
                <a:lnTo>
                  <a:pt x="5500" y="6731"/>
                </a:lnTo>
                <a:lnTo>
                  <a:pt x="5500" y="6730"/>
                </a:lnTo>
                <a:lnTo>
                  <a:pt x="5500" y="6729"/>
                </a:lnTo>
                <a:lnTo>
                  <a:pt x="5501" y="6729"/>
                </a:lnTo>
                <a:lnTo>
                  <a:pt x="5501" y="6728"/>
                </a:lnTo>
                <a:lnTo>
                  <a:pt x="5500" y="6727"/>
                </a:lnTo>
                <a:lnTo>
                  <a:pt x="5499" y="6727"/>
                </a:lnTo>
                <a:lnTo>
                  <a:pt x="5500" y="6729"/>
                </a:lnTo>
                <a:lnTo>
                  <a:pt x="5500" y="6730"/>
                </a:lnTo>
                <a:lnTo>
                  <a:pt x="5500" y="6731"/>
                </a:lnTo>
                <a:lnTo>
                  <a:pt x="5499" y="6731"/>
                </a:lnTo>
                <a:lnTo>
                  <a:pt x="5499" y="6732"/>
                </a:lnTo>
                <a:lnTo>
                  <a:pt x="5500" y="6732"/>
                </a:lnTo>
                <a:lnTo>
                  <a:pt x="5500" y="6733"/>
                </a:lnTo>
                <a:lnTo>
                  <a:pt x="5501" y="6733"/>
                </a:lnTo>
                <a:lnTo>
                  <a:pt x="5501" y="6735"/>
                </a:lnTo>
                <a:lnTo>
                  <a:pt x="5501" y="6736"/>
                </a:lnTo>
                <a:lnTo>
                  <a:pt x="5500" y="6736"/>
                </a:lnTo>
                <a:lnTo>
                  <a:pt x="5500" y="6737"/>
                </a:lnTo>
                <a:lnTo>
                  <a:pt x="5501" y="6737"/>
                </a:lnTo>
                <a:lnTo>
                  <a:pt x="5501" y="6736"/>
                </a:lnTo>
                <a:lnTo>
                  <a:pt x="5502" y="6735"/>
                </a:lnTo>
                <a:lnTo>
                  <a:pt x="5502" y="6734"/>
                </a:lnTo>
                <a:lnTo>
                  <a:pt x="5502" y="6735"/>
                </a:lnTo>
                <a:lnTo>
                  <a:pt x="5502" y="6736"/>
                </a:lnTo>
                <a:lnTo>
                  <a:pt x="5503" y="6736"/>
                </a:lnTo>
                <a:lnTo>
                  <a:pt x="5504" y="6736"/>
                </a:lnTo>
                <a:lnTo>
                  <a:pt x="5504" y="6735"/>
                </a:lnTo>
                <a:lnTo>
                  <a:pt x="5504" y="6734"/>
                </a:lnTo>
                <a:lnTo>
                  <a:pt x="5505" y="6734"/>
                </a:lnTo>
                <a:lnTo>
                  <a:pt x="5506" y="6733"/>
                </a:lnTo>
                <a:lnTo>
                  <a:pt x="5506" y="6732"/>
                </a:lnTo>
                <a:lnTo>
                  <a:pt x="5507" y="6732"/>
                </a:lnTo>
                <a:lnTo>
                  <a:pt x="5509" y="6733"/>
                </a:lnTo>
                <a:lnTo>
                  <a:pt x="5509" y="6734"/>
                </a:lnTo>
                <a:lnTo>
                  <a:pt x="5508" y="6735"/>
                </a:lnTo>
                <a:lnTo>
                  <a:pt x="5508" y="6736"/>
                </a:lnTo>
                <a:lnTo>
                  <a:pt x="5507" y="6736"/>
                </a:lnTo>
                <a:lnTo>
                  <a:pt x="5507" y="6737"/>
                </a:lnTo>
                <a:lnTo>
                  <a:pt x="5508" y="6737"/>
                </a:lnTo>
                <a:lnTo>
                  <a:pt x="5508" y="6738"/>
                </a:lnTo>
                <a:lnTo>
                  <a:pt x="5507" y="6739"/>
                </a:lnTo>
                <a:lnTo>
                  <a:pt x="5506" y="6739"/>
                </a:lnTo>
                <a:lnTo>
                  <a:pt x="5505" y="6739"/>
                </a:lnTo>
                <a:lnTo>
                  <a:pt x="5505" y="6740"/>
                </a:lnTo>
                <a:lnTo>
                  <a:pt x="5506" y="6740"/>
                </a:lnTo>
                <a:lnTo>
                  <a:pt x="5507" y="6740"/>
                </a:lnTo>
                <a:lnTo>
                  <a:pt x="5507" y="6739"/>
                </a:lnTo>
                <a:lnTo>
                  <a:pt x="5508" y="6739"/>
                </a:lnTo>
                <a:lnTo>
                  <a:pt x="5508" y="6738"/>
                </a:lnTo>
                <a:lnTo>
                  <a:pt x="5509" y="6739"/>
                </a:lnTo>
                <a:lnTo>
                  <a:pt x="5509" y="6738"/>
                </a:lnTo>
                <a:lnTo>
                  <a:pt x="5510" y="6738"/>
                </a:lnTo>
                <a:lnTo>
                  <a:pt x="5510" y="6737"/>
                </a:lnTo>
                <a:lnTo>
                  <a:pt x="5510" y="6736"/>
                </a:lnTo>
                <a:lnTo>
                  <a:pt x="5511" y="6736"/>
                </a:lnTo>
                <a:lnTo>
                  <a:pt x="5512" y="6737"/>
                </a:lnTo>
                <a:lnTo>
                  <a:pt x="5513" y="6737"/>
                </a:lnTo>
                <a:lnTo>
                  <a:pt x="5513" y="6738"/>
                </a:lnTo>
                <a:lnTo>
                  <a:pt x="5513" y="6739"/>
                </a:lnTo>
                <a:lnTo>
                  <a:pt x="5513" y="6740"/>
                </a:lnTo>
                <a:lnTo>
                  <a:pt x="5513" y="6741"/>
                </a:lnTo>
                <a:lnTo>
                  <a:pt x="5513" y="6742"/>
                </a:lnTo>
                <a:lnTo>
                  <a:pt x="5513" y="6743"/>
                </a:lnTo>
                <a:lnTo>
                  <a:pt x="5513" y="6744"/>
                </a:lnTo>
                <a:lnTo>
                  <a:pt x="5512" y="6745"/>
                </a:lnTo>
                <a:lnTo>
                  <a:pt x="5512" y="6744"/>
                </a:lnTo>
                <a:lnTo>
                  <a:pt x="5510" y="6744"/>
                </a:lnTo>
                <a:lnTo>
                  <a:pt x="5509" y="6745"/>
                </a:lnTo>
                <a:lnTo>
                  <a:pt x="5509" y="6746"/>
                </a:lnTo>
                <a:lnTo>
                  <a:pt x="5508" y="6746"/>
                </a:lnTo>
                <a:lnTo>
                  <a:pt x="5508" y="6747"/>
                </a:lnTo>
                <a:lnTo>
                  <a:pt x="5509" y="6747"/>
                </a:lnTo>
                <a:lnTo>
                  <a:pt x="5510" y="6746"/>
                </a:lnTo>
                <a:lnTo>
                  <a:pt x="5510" y="6745"/>
                </a:lnTo>
                <a:lnTo>
                  <a:pt x="5511" y="6745"/>
                </a:lnTo>
                <a:lnTo>
                  <a:pt x="5511" y="6746"/>
                </a:lnTo>
                <a:lnTo>
                  <a:pt x="5510" y="6747"/>
                </a:lnTo>
                <a:lnTo>
                  <a:pt x="5510" y="6748"/>
                </a:lnTo>
                <a:lnTo>
                  <a:pt x="5510" y="6749"/>
                </a:lnTo>
                <a:lnTo>
                  <a:pt x="5509" y="6749"/>
                </a:lnTo>
                <a:lnTo>
                  <a:pt x="5508" y="6751"/>
                </a:lnTo>
                <a:lnTo>
                  <a:pt x="5507" y="6751"/>
                </a:lnTo>
                <a:lnTo>
                  <a:pt x="5506" y="6751"/>
                </a:lnTo>
                <a:lnTo>
                  <a:pt x="5506" y="6750"/>
                </a:lnTo>
                <a:lnTo>
                  <a:pt x="5507" y="6750"/>
                </a:lnTo>
                <a:lnTo>
                  <a:pt x="5506" y="6750"/>
                </a:lnTo>
                <a:lnTo>
                  <a:pt x="5505" y="6750"/>
                </a:lnTo>
                <a:lnTo>
                  <a:pt x="5505" y="6749"/>
                </a:lnTo>
                <a:lnTo>
                  <a:pt x="5505" y="6750"/>
                </a:lnTo>
                <a:lnTo>
                  <a:pt x="5505" y="6751"/>
                </a:lnTo>
                <a:lnTo>
                  <a:pt x="5506" y="6751"/>
                </a:lnTo>
                <a:lnTo>
                  <a:pt x="5507" y="6752"/>
                </a:lnTo>
                <a:lnTo>
                  <a:pt x="5506" y="6752"/>
                </a:lnTo>
                <a:lnTo>
                  <a:pt x="5506" y="6753"/>
                </a:lnTo>
                <a:lnTo>
                  <a:pt x="5506" y="6754"/>
                </a:lnTo>
                <a:lnTo>
                  <a:pt x="5506" y="6755"/>
                </a:lnTo>
                <a:lnTo>
                  <a:pt x="5505" y="6755"/>
                </a:lnTo>
                <a:lnTo>
                  <a:pt x="5506" y="6755"/>
                </a:lnTo>
                <a:lnTo>
                  <a:pt x="5505" y="6756"/>
                </a:lnTo>
                <a:lnTo>
                  <a:pt x="5504" y="6756"/>
                </a:lnTo>
                <a:lnTo>
                  <a:pt x="5504" y="6757"/>
                </a:lnTo>
                <a:lnTo>
                  <a:pt x="5505" y="6757"/>
                </a:lnTo>
                <a:lnTo>
                  <a:pt x="5504" y="6758"/>
                </a:lnTo>
                <a:lnTo>
                  <a:pt x="5504" y="6759"/>
                </a:lnTo>
                <a:lnTo>
                  <a:pt x="5503" y="6759"/>
                </a:lnTo>
                <a:lnTo>
                  <a:pt x="5499" y="6761"/>
                </a:lnTo>
                <a:lnTo>
                  <a:pt x="5498" y="6761"/>
                </a:lnTo>
                <a:lnTo>
                  <a:pt x="5497" y="6762"/>
                </a:lnTo>
                <a:lnTo>
                  <a:pt x="5496" y="6761"/>
                </a:lnTo>
                <a:lnTo>
                  <a:pt x="5496" y="6760"/>
                </a:lnTo>
                <a:lnTo>
                  <a:pt x="5496" y="6759"/>
                </a:lnTo>
                <a:lnTo>
                  <a:pt x="5497" y="6759"/>
                </a:lnTo>
                <a:lnTo>
                  <a:pt x="5497" y="6758"/>
                </a:lnTo>
                <a:lnTo>
                  <a:pt x="5498" y="6757"/>
                </a:lnTo>
                <a:lnTo>
                  <a:pt x="5498" y="6756"/>
                </a:lnTo>
                <a:lnTo>
                  <a:pt x="5499" y="6756"/>
                </a:lnTo>
                <a:lnTo>
                  <a:pt x="5499" y="6755"/>
                </a:lnTo>
                <a:lnTo>
                  <a:pt x="5498" y="6755"/>
                </a:lnTo>
                <a:lnTo>
                  <a:pt x="5498" y="6756"/>
                </a:lnTo>
                <a:lnTo>
                  <a:pt x="5497" y="6757"/>
                </a:lnTo>
                <a:lnTo>
                  <a:pt x="5496" y="6757"/>
                </a:lnTo>
                <a:lnTo>
                  <a:pt x="5496" y="6758"/>
                </a:lnTo>
                <a:lnTo>
                  <a:pt x="5496" y="6759"/>
                </a:lnTo>
                <a:lnTo>
                  <a:pt x="5495" y="6760"/>
                </a:lnTo>
                <a:lnTo>
                  <a:pt x="5495" y="6761"/>
                </a:lnTo>
                <a:lnTo>
                  <a:pt x="5496" y="6762"/>
                </a:lnTo>
                <a:lnTo>
                  <a:pt x="5496" y="6763"/>
                </a:lnTo>
                <a:lnTo>
                  <a:pt x="5496" y="6764"/>
                </a:lnTo>
                <a:lnTo>
                  <a:pt x="5495" y="6764"/>
                </a:lnTo>
                <a:lnTo>
                  <a:pt x="5494" y="6764"/>
                </a:lnTo>
                <a:lnTo>
                  <a:pt x="5494" y="6765"/>
                </a:lnTo>
                <a:lnTo>
                  <a:pt x="5495" y="6765"/>
                </a:lnTo>
                <a:lnTo>
                  <a:pt x="5496" y="6765"/>
                </a:lnTo>
                <a:lnTo>
                  <a:pt x="5496" y="6766"/>
                </a:lnTo>
                <a:lnTo>
                  <a:pt x="5494" y="6766"/>
                </a:lnTo>
                <a:lnTo>
                  <a:pt x="5493" y="6766"/>
                </a:lnTo>
                <a:lnTo>
                  <a:pt x="5492" y="6767"/>
                </a:lnTo>
                <a:lnTo>
                  <a:pt x="5491" y="6767"/>
                </a:lnTo>
                <a:lnTo>
                  <a:pt x="5490" y="6767"/>
                </a:lnTo>
                <a:lnTo>
                  <a:pt x="5490" y="6768"/>
                </a:lnTo>
                <a:lnTo>
                  <a:pt x="5489" y="6767"/>
                </a:lnTo>
                <a:lnTo>
                  <a:pt x="5486" y="6767"/>
                </a:lnTo>
                <a:lnTo>
                  <a:pt x="5485" y="6768"/>
                </a:lnTo>
                <a:lnTo>
                  <a:pt x="5484" y="6768"/>
                </a:lnTo>
                <a:lnTo>
                  <a:pt x="5483" y="6768"/>
                </a:lnTo>
                <a:lnTo>
                  <a:pt x="5482" y="6769"/>
                </a:lnTo>
                <a:lnTo>
                  <a:pt x="5482" y="6770"/>
                </a:lnTo>
                <a:lnTo>
                  <a:pt x="5482" y="6771"/>
                </a:lnTo>
                <a:lnTo>
                  <a:pt x="5477" y="6771"/>
                </a:lnTo>
                <a:lnTo>
                  <a:pt x="5476" y="6769"/>
                </a:lnTo>
                <a:lnTo>
                  <a:pt x="5476" y="6768"/>
                </a:lnTo>
                <a:lnTo>
                  <a:pt x="5478" y="6764"/>
                </a:lnTo>
                <a:lnTo>
                  <a:pt x="5481" y="6764"/>
                </a:lnTo>
                <a:lnTo>
                  <a:pt x="5481" y="6763"/>
                </a:lnTo>
                <a:lnTo>
                  <a:pt x="5481" y="6761"/>
                </a:lnTo>
                <a:lnTo>
                  <a:pt x="5480" y="6761"/>
                </a:lnTo>
                <a:lnTo>
                  <a:pt x="5479" y="6760"/>
                </a:lnTo>
                <a:lnTo>
                  <a:pt x="5479" y="6759"/>
                </a:lnTo>
                <a:lnTo>
                  <a:pt x="5480" y="6759"/>
                </a:lnTo>
                <a:lnTo>
                  <a:pt x="5481" y="6759"/>
                </a:lnTo>
                <a:lnTo>
                  <a:pt x="5482" y="6759"/>
                </a:lnTo>
                <a:lnTo>
                  <a:pt x="5483" y="6758"/>
                </a:lnTo>
                <a:lnTo>
                  <a:pt x="5484" y="6758"/>
                </a:lnTo>
                <a:lnTo>
                  <a:pt x="5485" y="6758"/>
                </a:lnTo>
                <a:lnTo>
                  <a:pt x="5486" y="6759"/>
                </a:lnTo>
                <a:lnTo>
                  <a:pt x="5487" y="6759"/>
                </a:lnTo>
                <a:lnTo>
                  <a:pt x="5487" y="6758"/>
                </a:lnTo>
                <a:lnTo>
                  <a:pt x="5487" y="6757"/>
                </a:lnTo>
                <a:lnTo>
                  <a:pt x="5488" y="6757"/>
                </a:lnTo>
                <a:lnTo>
                  <a:pt x="5489" y="6756"/>
                </a:lnTo>
                <a:lnTo>
                  <a:pt x="5489" y="6755"/>
                </a:lnTo>
                <a:lnTo>
                  <a:pt x="5490" y="6755"/>
                </a:lnTo>
                <a:lnTo>
                  <a:pt x="5489" y="6755"/>
                </a:lnTo>
                <a:lnTo>
                  <a:pt x="5488" y="6756"/>
                </a:lnTo>
                <a:lnTo>
                  <a:pt x="5486" y="6756"/>
                </a:lnTo>
                <a:lnTo>
                  <a:pt x="5486" y="6757"/>
                </a:lnTo>
                <a:lnTo>
                  <a:pt x="5485" y="6757"/>
                </a:lnTo>
                <a:lnTo>
                  <a:pt x="5485" y="6756"/>
                </a:lnTo>
                <a:lnTo>
                  <a:pt x="5484" y="6756"/>
                </a:lnTo>
                <a:lnTo>
                  <a:pt x="5484" y="6755"/>
                </a:lnTo>
                <a:lnTo>
                  <a:pt x="5483" y="6755"/>
                </a:lnTo>
                <a:lnTo>
                  <a:pt x="5484" y="6754"/>
                </a:lnTo>
                <a:lnTo>
                  <a:pt x="5485" y="6754"/>
                </a:lnTo>
                <a:lnTo>
                  <a:pt x="5485" y="6753"/>
                </a:lnTo>
                <a:lnTo>
                  <a:pt x="5485" y="6752"/>
                </a:lnTo>
                <a:lnTo>
                  <a:pt x="5484" y="6752"/>
                </a:lnTo>
                <a:lnTo>
                  <a:pt x="5484" y="6751"/>
                </a:lnTo>
                <a:lnTo>
                  <a:pt x="5485" y="6751"/>
                </a:lnTo>
                <a:lnTo>
                  <a:pt x="5485" y="6752"/>
                </a:lnTo>
                <a:lnTo>
                  <a:pt x="5486" y="6752"/>
                </a:lnTo>
                <a:lnTo>
                  <a:pt x="5486" y="6751"/>
                </a:lnTo>
                <a:lnTo>
                  <a:pt x="5487" y="6750"/>
                </a:lnTo>
                <a:lnTo>
                  <a:pt x="5487" y="6749"/>
                </a:lnTo>
                <a:lnTo>
                  <a:pt x="5488" y="6749"/>
                </a:lnTo>
                <a:lnTo>
                  <a:pt x="5488" y="6748"/>
                </a:lnTo>
                <a:lnTo>
                  <a:pt x="5489" y="6748"/>
                </a:lnTo>
                <a:lnTo>
                  <a:pt x="5489" y="6747"/>
                </a:lnTo>
                <a:lnTo>
                  <a:pt x="5490" y="6747"/>
                </a:lnTo>
                <a:lnTo>
                  <a:pt x="5491" y="6747"/>
                </a:lnTo>
                <a:lnTo>
                  <a:pt x="5491" y="6746"/>
                </a:lnTo>
                <a:lnTo>
                  <a:pt x="5492" y="6746"/>
                </a:lnTo>
                <a:lnTo>
                  <a:pt x="5492" y="6745"/>
                </a:lnTo>
                <a:lnTo>
                  <a:pt x="5493" y="6745"/>
                </a:lnTo>
                <a:lnTo>
                  <a:pt x="5494" y="6745"/>
                </a:lnTo>
                <a:lnTo>
                  <a:pt x="5494" y="6744"/>
                </a:lnTo>
                <a:lnTo>
                  <a:pt x="5493" y="6744"/>
                </a:lnTo>
                <a:lnTo>
                  <a:pt x="5492" y="6744"/>
                </a:lnTo>
                <a:lnTo>
                  <a:pt x="5491" y="6744"/>
                </a:lnTo>
                <a:lnTo>
                  <a:pt x="5490" y="6744"/>
                </a:lnTo>
                <a:lnTo>
                  <a:pt x="5490" y="6745"/>
                </a:lnTo>
                <a:lnTo>
                  <a:pt x="5489" y="6745"/>
                </a:lnTo>
                <a:lnTo>
                  <a:pt x="5488" y="6745"/>
                </a:lnTo>
                <a:lnTo>
                  <a:pt x="5488" y="6746"/>
                </a:lnTo>
                <a:lnTo>
                  <a:pt x="5487" y="6746"/>
                </a:lnTo>
                <a:lnTo>
                  <a:pt x="5487" y="6747"/>
                </a:lnTo>
                <a:lnTo>
                  <a:pt x="5486" y="6747"/>
                </a:lnTo>
                <a:lnTo>
                  <a:pt x="5486" y="6746"/>
                </a:lnTo>
                <a:lnTo>
                  <a:pt x="5485" y="6747"/>
                </a:lnTo>
                <a:lnTo>
                  <a:pt x="5485" y="6748"/>
                </a:lnTo>
                <a:lnTo>
                  <a:pt x="5484" y="6748"/>
                </a:lnTo>
                <a:lnTo>
                  <a:pt x="5483" y="6748"/>
                </a:lnTo>
                <a:lnTo>
                  <a:pt x="5483" y="6749"/>
                </a:lnTo>
                <a:lnTo>
                  <a:pt x="5483" y="6748"/>
                </a:lnTo>
                <a:lnTo>
                  <a:pt x="5484" y="6747"/>
                </a:lnTo>
                <a:lnTo>
                  <a:pt x="5484" y="6746"/>
                </a:lnTo>
                <a:lnTo>
                  <a:pt x="5485" y="6745"/>
                </a:lnTo>
                <a:lnTo>
                  <a:pt x="5485" y="6744"/>
                </a:lnTo>
                <a:lnTo>
                  <a:pt x="5486" y="6743"/>
                </a:lnTo>
                <a:lnTo>
                  <a:pt x="5486" y="6744"/>
                </a:lnTo>
                <a:lnTo>
                  <a:pt x="5487" y="6744"/>
                </a:lnTo>
                <a:lnTo>
                  <a:pt x="5487" y="6743"/>
                </a:lnTo>
                <a:lnTo>
                  <a:pt x="5487" y="6742"/>
                </a:lnTo>
                <a:lnTo>
                  <a:pt x="5486" y="6742"/>
                </a:lnTo>
                <a:lnTo>
                  <a:pt x="5486" y="6741"/>
                </a:lnTo>
                <a:lnTo>
                  <a:pt x="5487" y="6741"/>
                </a:lnTo>
                <a:lnTo>
                  <a:pt x="5488" y="6741"/>
                </a:lnTo>
                <a:lnTo>
                  <a:pt x="5488" y="6740"/>
                </a:lnTo>
                <a:lnTo>
                  <a:pt x="5487" y="6740"/>
                </a:lnTo>
                <a:lnTo>
                  <a:pt x="5487" y="6741"/>
                </a:lnTo>
                <a:lnTo>
                  <a:pt x="5487" y="6740"/>
                </a:lnTo>
                <a:lnTo>
                  <a:pt x="5486" y="6740"/>
                </a:lnTo>
                <a:lnTo>
                  <a:pt x="5485" y="6740"/>
                </a:lnTo>
                <a:lnTo>
                  <a:pt x="5484" y="6741"/>
                </a:lnTo>
                <a:lnTo>
                  <a:pt x="5485" y="6741"/>
                </a:lnTo>
                <a:lnTo>
                  <a:pt x="5484" y="6741"/>
                </a:lnTo>
                <a:lnTo>
                  <a:pt x="5484" y="6742"/>
                </a:lnTo>
                <a:lnTo>
                  <a:pt x="5484" y="6743"/>
                </a:lnTo>
                <a:lnTo>
                  <a:pt x="5484" y="6744"/>
                </a:lnTo>
                <a:lnTo>
                  <a:pt x="5483" y="6744"/>
                </a:lnTo>
                <a:lnTo>
                  <a:pt x="5482" y="6745"/>
                </a:lnTo>
                <a:lnTo>
                  <a:pt x="5481" y="6745"/>
                </a:lnTo>
                <a:lnTo>
                  <a:pt x="5480" y="6746"/>
                </a:lnTo>
                <a:lnTo>
                  <a:pt x="5479" y="6746"/>
                </a:lnTo>
                <a:lnTo>
                  <a:pt x="5479" y="6745"/>
                </a:lnTo>
                <a:lnTo>
                  <a:pt x="5479" y="6744"/>
                </a:lnTo>
                <a:lnTo>
                  <a:pt x="5478" y="6744"/>
                </a:lnTo>
                <a:lnTo>
                  <a:pt x="5478" y="6745"/>
                </a:lnTo>
                <a:lnTo>
                  <a:pt x="5477" y="6744"/>
                </a:lnTo>
                <a:lnTo>
                  <a:pt x="5476" y="6744"/>
                </a:lnTo>
                <a:lnTo>
                  <a:pt x="5475" y="6743"/>
                </a:lnTo>
                <a:lnTo>
                  <a:pt x="5475" y="6742"/>
                </a:lnTo>
                <a:lnTo>
                  <a:pt x="5475" y="6741"/>
                </a:lnTo>
                <a:lnTo>
                  <a:pt x="5474" y="6742"/>
                </a:lnTo>
                <a:lnTo>
                  <a:pt x="5473" y="6743"/>
                </a:lnTo>
                <a:lnTo>
                  <a:pt x="5472" y="6743"/>
                </a:lnTo>
                <a:lnTo>
                  <a:pt x="5472" y="6742"/>
                </a:lnTo>
                <a:lnTo>
                  <a:pt x="5470" y="6742"/>
                </a:lnTo>
                <a:lnTo>
                  <a:pt x="5469" y="6741"/>
                </a:lnTo>
                <a:lnTo>
                  <a:pt x="5468" y="6741"/>
                </a:lnTo>
                <a:lnTo>
                  <a:pt x="5468" y="6740"/>
                </a:lnTo>
                <a:lnTo>
                  <a:pt x="5469" y="6740"/>
                </a:lnTo>
                <a:lnTo>
                  <a:pt x="5469" y="6739"/>
                </a:lnTo>
                <a:lnTo>
                  <a:pt x="5470" y="6739"/>
                </a:lnTo>
                <a:lnTo>
                  <a:pt x="5469" y="6739"/>
                </a:lnTo>
                <a:lnTo>
                  <a:pt x="5469" y="6738"/>
                </a:lnTo>
                <a:lnTo>
                  <a:pt x="5469" y="6737"/>
                </a:lnTo>
                <a:lnTo>
                  <a:pt x="5469" y="6736"/>
                </a:lnTo>
                <a:lnTo>
                  <a:pt x="5468" y="6736"/>
                </a:lnTo>
                <a:lnTo>
                  <a:pt x="5468" y="6737"/>
                </a:lnTo>
                <a:lnTo>
                  <a:pt x="5467" y="6737"/>
                </a:lnTo>
                <a:lnTo>
                  <a:pt x="5467" y="6738"/>
                </a:lnTo>
                <a:lnTo>
                  <a:pt x="5467" y="6739"/>
                </a:lnTo>
                <a:lnTo>
                  <a:pt x="5466" y="6740"/>
                </a:lnTo>
                <a:lnTo>
                  <a:pt x="5467" y="6740"/>
                </a:lnTo>
                <a:lnTo>
                  <a:pt x="5468" y="6741"/>
                </a:lnTo>
                <a:lnTo>
                  <a:pt x="5468" y="6742"/>
                </a:lnTo>
                <a:lnTo>
                  <a:pt x="5468" y="6743"/>
                </a:lnTo>
                <a:lnTo>
                  <a:pt x="5468" y="6744"/>
                </a:lnTo>
                <a:lnTo>
                  <a:pt x="5468" y="6745"/>
                </a:lnTo>
                <a:lnTo>
                  <a:pt x="5468" y="6746"/>
                </a:lnTo>
                <a:lnTo>
                  <a:pt x="5467" y="6747"/>
                </a:lnTo>
                <a:lnTo>
                  <a:pt x="5468" y="6747"/>
                </a:lnTo>
                <a:lnTo>
                  <a:pt x="5467" y="6747"/>
                </a:lnTo>
                <a:lnTo>
                  <a:pt x="5467" y="6746"/>
                </a:lnTo>
                <a:lnTo>
                  <a:pt x="5467" y="6745"/>
                </a:lnTo>
                <a:lnTo>
                  <a:pt x="5467" y="6744"/>
                </a:lnTo>
                <a:lnTo>
                  <a:pt x="5466" y="6744"/>
                </a:lnTo>
                <a:lnTo>
                  <a:pt x="5466" y="6743"/>
                </a:lnTo>
                <a:lnTo>
                  <a:pt x="5467" y="6743"/>
                </a:lnTo>
                <a:lnTo>
                  <a:pt x="5467" y="6742"/>
                </a:lnTo>
                <a:lnTo>
                  <a:pt x="5467" y="6741"/>
                </a:lnTo>
                <a:lnTo>
                  <a:pt x="5467" y="6742"/>
                </a:lnTo>
                <a:lnTo>
                  <a:pt x="5466" y="6742"/>
                </a:lnTo>
                <a:lnTo>
                  <a:pt x="5466" y="6743"/>
                </a:lnTo>
                <a:lnTo>
                  <a:pt x="5465" y="6744"/>
                </a:lnTo>
                <a:lnTo>
                  <a:pt x="5465" y="6745"/>
                </a:lnTo>
                <a:lnTo>
                  <a:pt x="5464" y="6745"/>
                </a:lnTo>
                <a:lnTo>
                  <a:pt x="5464" y="6746"/>
                </a:lnTo>
                <a:lnTo>
                  <a:pt x="5464" y="6747"/>
                </a:lnTo>
                <a:lnTo>
                  <a:pt x="5464" y="6748"/>
                </a:lnTo>
                <a:lnTo>
                  <a:pt x="5465" y="6749"/>
                </a:lnTo>
                <a:lnTo>
                  <a:pt x="5466" y="6749"/>
                </a:lnTo>
                <a:lnTo>
                  <a:pt x="5466" y="6750"/>
                </a:lnTo>
                <a:lnTo>
                  <a:pt x="5467" y="6751"/>
                </a:lnTo>
                <a:lnTo>
                  <a:pt x="5467" y="6752"/>
                </a:lnTo>
                <a:lnTo>
                  <a:pt x="5466" y="6752"/>
                </a:lnTo>
                <a:lnTo>
                  <a:pt x="5466" y="6753"/>
                </a:lnTo>
                <a:lnTo>
                  <a:pt x="5465" y="6753"/>
                </a:lnTo>
                <a:lnTo>
                  <a:pt x="5465" y="6754"/>
                </a:lnTo>
                <a:lnTo>
                  <a:pt x="5465" y="6755"/>
                </a:lnTo>
                <a:lnTo>
                  <a:pt x="5466" y="6755"/>
                </a:lnTo>
                <a:lnTo>
                  <a:pt x="5466" y="6756"/>
                </a:lnTo>
                <a:lnTo>
                  <a:pt x="5465" y="6756"/>
                </a:lnTo>
                <a:lnTo>
                  <a:pt x="5464" y="6756"/>
                </a:lnTo>
                <a:lnTo>
                  <a:pt x="5463" y="6757"/>
                </a:lnTo>
                <a:lnTo>
                  <a:pt x="5463" y="6758"/>
                </a:lnTo>
                <a:lnTo>
                  <a:pt x="5462" y="6759"/>
                </a:lnTo>
                <a:lnTo>
                  <a:pt x="5462" y="6760"/>
                </a:lnTo>
                <a:lnTo>
                  <a:pt x="5463" y="6760"/>
                </a:lnTo>
                <a:lnTo>
                  <a:pt x="5463" y="6761"/>
                </a:lnTo>
                <a:lnTo>
                  <a:pt x="5464" y="6760"/>
                </a:lnTo>
                <a:lnTo>
                  <a:pt x="5465" y="6760"/>
                </a:lnTo>
                <a:lnTo>
                  <a:pt x="5466" y="6759"/>
                </a:lnTo>
                <a:lnTo>
                  <a:pt x="5467" y="6759"/>
                </a:lnTo>
                <a:lnTo>
                  <a:pt x="5467" y="6760"/>
                </a:lnTo>
                <a:lnTo>
                  <a:pt x="5467" y="6761"/>
                </a:lnTo>
                <a:lnTo>
                  <a:pt x="5466" y="6762"/>
                </a:lnTo>
                <a:lnTo>
                  <a:pt x="5465" y="6763"/>
                </a:lnTo>
                <a:lnTo>
                  <a:pt x="5465" y="6764"/>
                </a:lnTo>
                <a:lnTo>
                  <a:pt x="5463" y="6765"/>
                </a:lnTo>
                <a:lnTo>
                  <a:pt x="5462" y="6767"/>
                </a:lnTo>
                <a:lnTo>
                  <a:pt x="5461" y="6768"/>
                </a:lnTo>
                <a:lnTo>
                  <a:pt x="5460" y="6769"/>
                </a:lnTo>
                <a:lnTo>
                  <a:pt x="5461" y="6770"/>
                </a:lnTo>
                <a:lnTo>
                  <a:pt x="5461" y="6771"/>
                </a:lnTo>
                <a:lnTo>
                  <a:pt x="5459" y="6771"/>
                </a:lnTo>
                <a:lnTo>
                  <a:pt x="5458" y="6772"/>
                </a:lnTo>
                <a:lnTo>
                  <a:pt x="5456" y="6772"/>
                </a:lnTo>
                <a:lnTo>
                  <a:pt x="5455" y="6773"/>
                </a:lnTo>
                <a:lnTo>
                  <a:pt x="5455" y="6774"/>
                </a:lnTo>
                <a:lnTo>
                  <a:pt x="5455" y="6775"/>
                </a:lnTo>
                <a:lnTo>
                  <a:pt x="5454" y="6775"/>
                </a:lnTo>
                <a:lnTo>
                  <a:pt x="5453" y="6775"/>
                </a:lnTo>
                <a:lnTo>
                  <a:pt x="5453" y="6776"/>
                </a:lnTo>
                <a:lnTo>
                  <a:pt x="5451" y="6777"/>
                </a:lnTo>
                <a:lnTo>
                  <a:pt x="5449" y="6778"/>
                </a:lnTo>
                <a:lnTo>
                  <a:pt x="5448" y="6779"/>
                </a:lnTo>
                <a:lnTo>
                  <a:pt x="5447" y="6780"/>
                </a:lnTo>
                <a:lnTo>
                  <a:pt x="5446" y="6779"/>
                </a:lnTo>
                <a:lnTo>
                  <a:pt x="5445" y="6779"/>
                </a:lnTo>
                <a:lnTo>
                  <a:pt x="5445" y="6778"/>
                </a:lnTo>
                <a:lnTo>
                  <a:pt x="5447" y="6777"/>
                </a:lnTo>
                <a:lnTo>
                  <a:pt x="5447" y="6776"/>
                </a:lnTo>
                <a:lnTo>
                  <a:pt x="5448" y="6774"/>
                </a:lnTo>
                <a:lnTo>
                  <a:pt x="5449" y="6773"/>
                </a:lnTo>
                <a:lnTo>
                  <a:pt x="5450" y="6773"/>
                </a:lnTo>
                <a:lnTo>
                  <a:pt x="5451" y="6772"/>
                </a:lnTo>
                <a:lnTo>
                  <a:pt x="5451" y="6771"/>
                </a:lnTo>
                <a:lnTo>
                  <a:pt x="5454" y="6764"/>
                </a:lnTo>
                <a:lnTo>
                  <a:pt x="5455" y="6763"/>
                </a:lnTo>
                <a:lnTo>
                  <a:pt x="5455" y="6762"/>
                </a:lnTo>
                <a:lnTo>
                  <a:pt x="5456" y="6761"/>
                </a:lnTo>
                <a:lnTo>
                  <a:pt x="5456" y="6760"/>
                </a:lnTo>
                <a:lnTo>
                  <a:pt x="5455" y="6760"/>
                </a:lnTo>
                <a:lnTo>
                  <a:pt x="5455" y="6761"/>
                </a:lnTo>
                <a:lnTo>
                  <a:pt x="5454" y="6761"/>
                </a:lnTo>
                <a:lnTo>
                  <a:pt x="5454" y="6762"/>
                </a:lnTo>
                <a:lnTo>
                  <a:pt x="5453" y="6762"/>
                </a:lnTo>
                <a:lnTo>
                  <a:pt x="5452" y="6760"/>
                </a:lnTo>
                <a:lnTo>
                  <a:pt x="5452" y="6759"/>
                </a:lnTo>
                <a:lnTo>
                  <a:pt x="5452" y="6757"/>
                </a:lnTo>
                <a:lnTo>
                  <a:pt x="5451" y="6756"/>
                </a:lnTo>
                <a:lnTo>
                  <a:pt x="5450" y="6756"/>
                </a:lnTo>
                <a:lnTo>
                  <a:pt x="5449" y="6756"/>
                </a:lnTo>
                <a:lnTo>
                  <a:pt x="5448" y="6756"/>
                </a:lnTo>
                <a:lnTo>
                  <a:pt x="5447" y="6756"/>
                </a:lnTo>
                <a:lnTo>
                  <a:pt x="5448" y="6755"/>
                </a:lnTo>
                <a:lnTo>
                  <a:pt x="5448" y="6754"/>
                </a:lnTo>
                <a:lnTo>
                  <a:pt x="5447" y="6754"/>
                </a:lnTo>
                <a:lnTo>
                  <a:pt x="5447" y="6755"/>
                </a:lnTo>
                <a:lnTo>
                  <a:pt x="5446" y="6755"/>
                </a:lnTo>
                <a:lnTo>
                  <a:pt x="5446" y="6754"/>
                </a:lnTo>
                <a:lnTo>
                  <a:pt x="5445" y="6754"/>
                </a:lnTo>
                <a:lnTo>
                  <a:pt x="5445" y="6755"/>
                </a:lnTo>
                <a:lnTo>
                  <a:pt x="5446" y="6755"/>
                </a:lnTo>
                <a:lnTo>
                  <a:pt x="5446" y="6756"/>
                </a:lnTo>
                <a:lnTo>
                  <a:pt x="5445" y="6757"/>
                </a:lnTo>
                <a:lnTo>
                  <a:pt x="5445" y="6758"/>
                </a:lnTo>
                <a:lnTo>
                  <a:pt x="5444" y="6759"/>
                </a:lnTo>
                <a:lnTo>
                  <a:pt x="5443" y="6759"/>
                </a:lnTo>
                <a:lnTo>
                  <a:pt x="5443" y="6758"/>
                </a:lnTo>
                <a:lnTo>
                  <a:pt x="5442" y="6758"/>
                </a:lnTo>
                <a:lnTo>
                  <a:pt x="5441" y="6758"/>
                </a:lnTo>
                <a:lnTo>
                  <a:pt x="5441" y="6759"/>
                </a:lnTo>
                <a:lnTo>
                  <a:pt x="5440" y="6759"/>
                </a:lnTo>
                <a:lnTo>
                  <a:pt x="5439" y="6759"/>
                </a:lnTo>
                <a:lnTo>
                  <a:pt x="5439" y="6760"/>
                </a:lnTo>
                <a:lnTo>
                  <a:pt x="5438" y="6760"/>
                </a:lnTo>
                <a:lnTo>
                  <a:pt x="5437" y="6760"/>
                </a:lnTo>
                <a:lnTo>
                  <a:pt x="5437" y="6759"/>
                </a:lnTo>
                <a:lnTo>
                  <a:pt x="5436" y="6759"/>
                </a:lnTo>
                <a:lnTo>
                  <a:pt x="5436" y="6760"/>
                </a:lnTo>
                <a:lnTo>
                  <a:pt x="5437" y="6761"/>
                </a:lnTo>
                <a:lnTo>
                  <a:pt x="5438" y="6761"/>
                </a:lnTo>
                <a:lnTo>
                  <a:pt x="5439" y="6762"/>
                </a:lnTo>
                <a:lnTo>
                  <a:pt x="5438" y="6762"/>
                </a:lnTo>
                <a:lnTo>
                  <a:pt x="5438" y="6763"/>
                </a:lnTo>
                <a:lnTo>
                  <a:pt x="5437" y="6764"/>
                </a:lnTo>
                <a:lnTo>
                  <a:pt x="5436" y="6764"/>
                </a:lnTo>
                <a:lnTo>
                  <a:pt x="5435" y="6764"/>
                </a:lnTo>
                <a:lnTo>
                  <a:pt x="5434" y="6764"/>
                </a:lnTo>
                <a:lnTo>
                  <a:pt x="5433" y="6764"/>
                </a:lnTo>
                <a:lnTo>
                  <a:pt x="5433" y="6765"/>
                </a:lnTo>
                <a:lnTo>
                  <a:pt x="5434" y="6765"/>
                </a:lnTo>
                <a:lnTo>
                  <a:pt x="5434" y="6766"/>
                </a:lnTo>
                <a:lnTo>
                  <a:pt x="5433" y="6766"/>
                </a:lnTo>
                <a:lnTo>
                  <a:pt x="5432" y="6766"/>
                </a:lnTo>
                <a:lnTo>
                  <a:pt x="5432" y="6765"/>
                </a:lnTo>
                <a:lnTo>
                  <a:pt x="5431" y="6765"/>
                </a:lnTo>
                <a:lnTo>
                  <a:pt x="5431" y="6766"/>
                </a:lnTo>
                <a:lnTo>
                  <a:pt x="5431" y="6767"/>
                </a:lnTo>
                <a:lnTo>
                  <a:pt x="5431" y="6768"/>
                </a:lnTo>
                <a:lnTo>
                  <a:pt x="5432" y="6768"/>
                </a:lnTo>
                <a:lnTo>
                  <a:pt x="5433" y="6770"/>
                </a:lnTo>
                <a:lnTo>
                  <a:pt x="5434" y="6770"/>
                </a:lnTo>
                <a:lnTo>
                  <a:pt x="5435" y="6770"/>
                </a:lnTo>
                <a:lnTo>
                  <a:pt x="5436" y="6771"/>
                </a:lnTo>
                <a:lnTo>
                  <a:pt x="5437" y="6771"/>
                </a:lnTo>
                <a:lnTo>
                  <a:pt x="5438" y="6771"/>
                </a:lnTo>
                <a:lnTo>
                  <a:pt x="5438" y="6772"/>
                </a:lnTo>
                <a:lnTo>
                  <a:pt x="5439" y="6772"/>
                </a:lnTo>
                <a:lnTo>
                  <a:pt x="5440" y="6772"/>
                </a:lnTo>
                <a:lnTo>
                  <a:pt x="5441" y="6773"/>
                </a:lnTo>
                <a:lnTo>
                  <a:pt x="5440" y="6774"/>
                </a:lnTo>
                <a:lnTo>
                  <a:pt x="5438" y="6774"/>
                </a:lnTo>
                <a:lnTo>
                  <a:pt x="5435" y="6775"/>
                </a:lnTo>
                <a:lnTo>
                  <a:pt x="5434" y="6775"/>
                </a:lnTo>
                <a:lnTo>
                  <a:pt x="5432" y="6776"/>
                </a:lnTo>
                <a:lnTo>
                  <a:pt x="5431" y="6776"/>
                </a:lnTo>
                <a:lnTo>
                  <a:pt x="5428" y="6777"/>
                </a:lnTo>
                <a:lnTo>
                  <a:pt x="5427" y="6777"/>
                </a:lnTo>
                <a:lnTo>
                  <a:pt x="5427" y="6776"/>
                </a:lnTo>
                <a:lnTo>
                  <a:pt x="5429" y="6776"/>
                </a:lnTo>
                <a:lnTo>
                  <a:pt x="5430" y="6776"/>
                </a:lnTo>
                <a:lnTo>
                  <a:pt x="5430" y="6775"/>
                </a:lnTo>
                <a:lnTo>
                  <a:pt x="5430" y="6774"/>
                </a:lnTo>
                <a:lnTo>
                  <a:pt x="5430" y="6773"/>
                </a:lnTo>
                <a:lnTo>
                  <a:pt x="5429" y="6773"/>
                </a:lnTo>
                <a:lnTo>
                  <a:pt x="5429" y="6774"/>
                </a:lnTo>
                <a:lnTo>
                  <a:pt x="5428" y="6774"/>
                </a:lnTo>
                <a:lnTo>
                  <a:pt x="5426" y="6774"/>
                </a:lnTo>
                <a:lnTo>
                  <a:pt x="5425" y="6774"/>
                </a:lnTo>
                <a:lnTo>
                  <a:pt x="5424" y="6774"/>
                </a:lnTo>
                <a:lnTo>
                  <a:pt x="5424" y="6773"/>
                </a:lnTo>
                <a:lnTo>
                  <a:pt x="5424" y="6772"/>
                </a:lnTo>
                <a:lnTo>
                  <a:pt x="5425" y="6773"/>
                </a:lnTo>
                <a:lnTo>
                  <a:pt x="5421" y="6770"/>
                </a:lnTo>
                <a:lnTo>
                  <a:pt x="5420" y="6770"/>
                </a:lnTo>
                <a:lnTo>
                  <a:pt x="5420" y="6771"/>
                </a:lnTo>
                <a:lnTo>
                  <a:pt x="5421" y="6771"/>
                </a:lnTo>
                <a:lnTo>
                  <a:pt x="5421" y="6772"/>
                </a:lnTo>
                <a:lnTo>
                  <a:pt x="5420" y="6772"/>
                </a:lnTo>
                <a:lnTo>
                  <a:pt x="5420" y="6773"/>
                </a:lnTo>
                <a:lnTo>
                  <a:pt x="5419" y="6774"/>
                </a:lnTo>
                <a:lnTo>
                  <a:pt x="5417" y="6774"/>
                </a:lnTo>
                <a:lnTo>
                  <a:pt x="5416" y="6774"/>
                </a:lnTo>
                <a:lnTo>
                  <a:pt x="5416" y="6773"/>
                </a:lnTo>
                <a:lnTo>
                  <a:pt x="5415" y="6773"/>
                </a:lnTo>
                <a:lnTo>
                  <a:pt x="5415" y="6772"/>
                </a:lnTo>
                <a:lnTo>
                  <a:pt x="5414" y="6772"/>
                </a:lnTo>
                <a:lnTo>
                  <a:pt x="5413" y="6772"/>
                </a:lnTo>
                <a:lnTo>
                  <a:pt x="5412" y="6771"/>
                </a:lnTo>
                <a:lnTo>
                  <a:pt x="5411" y="6771"/>
                </a:lnTo>
                <a:lnTo>
                  <a:pt x="5409" y="6771"/>
                </a:lnTo>
                <a:lnTo>
                  <a:pt x="5408" y="6771"/>
                </a:lnTo>
                <a:lnTo>
                  <a:pt x="5407" y="6772"/>
                </a:lnTo>
                <a:lnTo>
                  <a:pt x="5406" y="6772"/>
                </a:lnTo>
                <a:lnTo>
                  <a:pt x="5406" y="6771"/>
                </a:lnTo>
                <a:lnTo>
                  <a:pt x="5405" y="6771"/>
                </a:lnTo>
                <a:lnTo>
                  <a:pt x="5405" y="6772"/>
                </a:lnTo>
                <a:lnTo>
                  <a:pt x="5404" y="6772"/>
                </a:lnTo>
                <a:lnTo>
                  <a:pt x="5403" y="6772"/>
                </a:lnTo>
                <a:lnTo>
                  <a:pt x="5402" y="6772"/>
                </a:lnTo>
                <a:lnTo>
                  <a:pt x="5401" y="6772"/>
                </a:lnTo>
                <a:lnTo>
                  <a:pt x="5400" y="6772"/>
                </a:lnTo>
                <a:lnTo>
                  <a:pt x="5400" y="6773"/>
                </a:lnTo>
                <a:lnTo>
                  <a:pt x="5399" y="6773"/>
                </a:lnTo>
                <a:lnTo>
                  <a:pt x="5399" y="6774"/>
                </a:lnTo>
                <a:lnTo>
                  <a:pt x="5398" y="6774"/>
                </a:lnTo>
                <a:lnTo>
                  <a:pt x="5397" y="6774"/>
                </a:lnTo>
                <a:lnTo>
                  <a:pt x="5396" y="6774"/>
                </a:lnTo>
                <a:lnTo>
                  <a:pt x="5395" y="6773"/>
                </a:lnTo>
                <a:lnTo>
                  <a:pt x="5395" y="6772"/>
                </a:lnTo>
                <a:lnTo>
                  <a:pt x="5394" y="6771"/>
                </a:lnTo>
                <a:lnTo>
                  <a:pt x="5394" y="6770"/>
                </a:lnTo>
                <a:lnTo>
                  <a:pt x="5394" y="6769"/>
                </a:lnTo>
                <a:lnTo>
                  <a:pt x="5393" y="6769"/>
                </a:lnTo>
                <a:lnTo>
                  <a:pt x="5393" y="6767"/>
                </a:lnTo>
                <a:lnTo>
                  <a:pt x="5392" y="6767"/>
                </a:lnTo>
                <a:lnTo>
                  <a:pt x="5392" y="6766"/>
                </a:lnTo>
                <a:lnTo>
                  <a:pt x="5391" y="6766"/>
                </a:lnTo>
                <a:lnTo>
                  <a:pt x="5391" y="6765"/>
                </a:lnTo>
                <a:lnTo>
                  <a:pt x="5390" y="6765"/>
                </a:lnTo>
                <a:lnTo>
                  <a:pt x="5390" y="6764"/>
                </a:lnTo>
                <a:lnTo>
                  <a:pt x="5389" y="6764"/>
                </a:lnTo>
                <a:lnTo>
                  <a:pt x="5388" y="6764"/>
                </a:lnTo>
                <a:lnTo>
                  <a:pt x="5387" y="6764"/>
                </a:lnTo>
                <a:lnTo>
                  <a:pt x="5386" y="6764"/>
                </a:lnTo>
                <a:lnTo>
                  <a:pt x="5386" y="6763"/>
                </a:lnTo>
                <a:lnTo>
                  <a:pt x="5386" y="6764"/>
                </a:lnTo>
                <a:lnTo>
                  <a:pt x="5385" y="6764"/>
                </a:lnTo>
                <a:lnTo>
                  <a:pt x="5385" y="6763"/>
                </a:lnTo>
                <a:lnTo>
                  <a:pt x="5384" y="6762"/>
                </a:lnTo>
                <a:lnTo>
                  <a:pt x="5383" y="6762"/>
                </a:lnTo>
                <a:lnTo>
                  <a:pt x="5383" y="6761"/>
                </a:lnTo>
                <a:lnTo>
                  <a:pt x="5384" y="6761"/>
                </a:lnTo>
                <a:lnTo>
                  <a:pt x="5383" y="6761"/>
                </a:lnTo>
                <a:lnTo>
                  <a:pt x="5384" y="6761"/>
                </a:lnTo>
                <a:lnTo>
                  <a:pt x="5383" y="6761"/>
                </a:lnTo>
                <a:lnTo>
                  <a:pt x="5383" y="6760"/>
                </a:lnTo>
                <a:lnTo>
                  <a:pt x="5382" y="6760"/>
                </a:lnTo>
                <a:lnTo>
                  <a:pt x="5382" y="6759"/>
                </a:lnTo>
                <a:lnTo>
                  <a:pt x="5383" y="6759"/>
                </a:lnTo>
                <a:lnTo>
                  <a:pt x="5383" y="6758"/>
                </a:lnTo>
                <a:lnTo>
                  <a:pt x="5382" y="6758"/>
                </a:lnTo>
                <a:lnTo>
                  <a:pt x="5382" y="6757"/>
                </a:lnTo>
                <a:lnTo>
                  <a:pt x="5383" y="6757"/>
                </a:lnTo>
                <a:lnTo>
                  <a:pt x="5383" y="6756"/>
                </a:lnTo>
                <a:lnTo>
                  <a:pt x="5382" y="6756"/>
                </a:lnTo>
                <a:lnTo>
                  <a:pt x="5381" y="6756"/>
                </a:lnTo>
                <a:lnTo>
                  <a:pt x="5381" y="6755"/>
                </a:lnTo>
                <a:lnTo>
                  <a:pt x="5381" y="6754"/>
                </a:lnTo>
                <a:lnTo>
                  <a:pt x="5380" y="6753"/>
                </a:lnTo>
                <a:lnTo>
                  <a:pt x="5379" y="6753"/>
                </a:lnTo>
                <a:lnTo>
                  <a:pt x="5379" y="6752"/>
                </a:lnTo>
                <a:lnTo>
                  <a:pt x="5378" y="6752"/>
                </a:lnTo>
                <a:lnTo>
                  <a:pt x="5377" y="6752"/>
                </a:lnTo>
                <a:lnTo>
                  <a:pt x="5377" y="6751"/>
                </a:lnTo>
                <a:lnTo>
                  <a:pt x="5376" y="6751"/>
                </a:lnTo>
                <a:lnTo>
                  <a:pt x="5376" y="6752"/>
                </a:lnTo>
                <a:lnTo>
                  <a:pt x="5375" y="6752"/>
                </a:lnTo>
                <a:lnTo>
                  <a:pt x="5374" y="6752"/>
                </a:lnTo>
                <a:lnTo>
                  <a:pt x="5374" y="6753"/>
                </a:lnTo>
                <a:lnTo>
                  <a:pt x="5373" y="6753"/>
                </a:lnTo>
                <a:lnTo>
                  <a:pt x="5372" y="6753"/>
                </a:lnTo>
                <a:lnTo>
                  <a:pt x="5372" y="6752"/>
                </a:lnTo>
                <a:lnTo>
                  <a:pt x="5371" y="6752"/>
                </a:lnTo>
                <a:lnTo>
                  <a:pt x="5371" y="6751"/>
                </a:lnTo>
                <a:lnTo>
                  <a:pt x="5370" y="6751"/>
                </a:lnTo>
                <a:lnTo>
                  <a:pt x="5369" y="6751"/>
                </a:lnTo>
                <a:lnTo>
                  <a:pt x="5369" y="6750"/>
                </a:lnTo>
                <a:lnTo>
                  <a:pt x="5368" y="6750"/>
                </a:lnTo>
                <a:lnTo>
                  <a:pt x="5366" y="6750"/>
                </a:lnTo>
                <a:lnTo>
                  <a:pt x="5366" y="6751"/>
                </a:lnTo>
                <a:lnTo>
                  <a:pt x="5365" y="6751"/>
                </a:lnTo>
                <a:lnTo>
                  <a:pt x="5364" y="6751"/>
                </a:lnTo>
                <a:lnTo>
                  <a:pt x="5363" y="6751"/>
                </a:lnTo>
                <a:lnTo>
                  <a:pt x="5362" y="6751"/>
                </a:lnTo>
                <a:lnTo>
                  <a:pt x="5362" y="6753"/>
                </a:lnTo>
                <a:lnTo>
                  <a:pt x="5360" y="6753"/>
                </a:lnTo>
                <a:lnTo>
                  <a:pt x="5359" y="6753"/>
                </a:lnTo>
                <a:lnTo>
                  <a:pt x="5359" y="6754"/>
                </a:lnTo>
                <a:lnTo>
                  <a:pt x="5358" y="6754"/>
                </a:lnTo>
                <a:lnTo>
                  <a:pt x="5357" y="6754"/>
                </a:lnTo>
                <a:lnTo>
                  <a:pt x="5356" y="6754"/>
                </a:lnTo>
                <a:lnTo>
                  <a:pt x="5355" y="6754"/>
                </a:lnTo>
                <a:lnTo>
                  <a:pt x="5354" y="6754"/>
                </a:lnTo>
                <a:lnTo>
                  <a:pt x="5354" y="6755"/>
                </a:lnTo>
                <a:lnTo>
                  <a:pt x="5353" y="6756"/>
                </a:lnTo>
                <a:lnTo>
                  <a:pt x="5352" y="6756"/>
                </a:lnTo>
                <a:lnTo>
                  <a:pt x="5352" y="6757"/>
                </a:lnTo>
                <a:lnTo>
                  <a:pt x="5351" y="6757"/>
                </a:lnTo>
                <a:lnTo>
                  <a:pt x="5350" y="6757"/>
                </a:lnTo>
                <a:lnTo>
                  <a:pt x="5350" y="6758"/>
                </a:lnTo>
                <a:lnTo>
                  <a:pt x="5349" y="6758"/>
                </a:lnTo>
                <a:lnTo>
                  <a:pt x="5348" y="6759"/>
                </a:lnTo>
                <a:lnTo>
                  <a:pt x="5347" y="6759"/>
                </a:lnTo>
                <a:lnTo>
                  <a:pt x="5346" y="6759"/>
                </a:lnTo>
                <a:lnTo>
                  <a:pt x="5346" y="6760"/>
                </a:lnTo>
                <a:lnTo>
                  <a:pt x="5346" y="6759"/>
                </a:lnTo>
                <a:lnTo>
                  <a:pt x="5345" y="6759"/>
                </a:lnTo>
                <a:lnTo>
                  <a:pt x="5345" y="6760"/>
                </a:lnTo>
                <a:lnTo>
                  <a:pt x="5344" y="6760"/>
                </a:lnTo>
                <a:lnTo>
                  <a:pt x="5344" y="6761"/>
                </a:lnTo>
                <a:lnTo>
                  <a:pt x="5343" y="6761"/>
                </a:lnTo>
                <a:lnTo>
                  <a:pt x="5343" y="6760"/>
                </a:lnTo>
                <a:lnTo>
                  <a:pt x="5343" y="6761"/>
                </a:lnTo>
                <a:lnTo>
                  <a:pt x="5342" y="6761"/>
                </a:lnTo>
                <a:lnTo>
                  <a:pt x="5341" y="6761"/>
                </a:lnTo>
                <a:lnTo>
                  <a:pt x="5341" y="6760"/>
                </a:lnTo>
                <a:lnTo>
                  <a:pt x="5340" y="6760"/>
                </a:lnTo>
                <a:lnTo>
                  <a:pt x="5339" y="6760"/>
                </a:lnTo>
                <a:lnTo>
                  <a:pt x="5339" y="6761"/>
                </a:lnTo>
                <a:lnTo>
                  <a:pt x="5338" y="6761"/>
                </a:lnTo>
                <a:lnTo>
                  <a:pt x="5337" y="6761"/>
                </a:lnTo>
                <a:lnTo>
                  <a:pt x="5335" y="6761"/>
                </a:lnTo>
                <a:lnTo>
                  <a:pt x="5333" y="6762"/>
                </a:lnTo>
                <a:lnTo>
                  <a:pt x="5331" y="6761"/>
                </a:lnTo>
                <a:lnTo>
                  <a:pt x="5330" y="6761"/>
                </a:lnTo>
                <a:lnTo>
                  <a:pt x="5328" y="6762"/>
                </a:lnTo>
                <a:lnTo>
                  <a:pt x="5327" y="6762"/>
                </a:lnTo>
                <a:lnTo>
                  <a:pt x="5326" y="6762"/>
                </a:lnTo>
                <a:lnTo>
                  <a:pt x="5325" y="6762"/>
                </a:lnTo>
                <a:lnTo>
                  <a:pt x="5325" y="6761"/>
                </a:lnTo>
                <a:lnTo>
                  <a:pt x="5324" y="6761"/>
                </a:lnTo>
                <a:lnTo>
                  <a:pt x="5324" y="6760"/>
                </a:lnTo>
                <a:lnTo>
                  <a:pt x="5323" y="6760"/>
                </a:lnTo>
                <a:lnTo>
                  <a:pt x="5322" y="6760"/>
                </a:lnTo>
                <a:lnTo>
                  <a:pt x="5321" y="6761"/>
                </a:lnTo>
                <a:lnTo>
                  <a:pt x="5320" y="6761"/>
                </a:lnTo>
                <a:lnTo>
                  <a:pt x="5319" y="6761"/>
                </a:lnTo>
                <a:lnTo>
                  <a:pt x="5319" y="6762"/>
                </a:lnTo>
                <a:lnTo>
                  <a:pt x="5318" y="6762"/>
                </a:lnTo>
                <a:lnTo>
                  <a:pt x="5318" y="6763"/>
                </a:lnTo>
                <a:lnTo>
                  <a:pt x="5317" y="6764"/>
                </a:lnTo>
                <a:lnTo>
                  <a:pt x="5317" y="6765"/>
                </a:lnTo>
                <a:lnTo>
                  <a:pt x="5316" y="6765"/>
                </a:lnTo>
                <a:lnTo>
                  <a:pt x="5316" y="6766"/>
                </a:lnTo>
                <a:lnTo>
                  <a:pt x="5316" y="6765"/>
                </a:lnTo>
                <a:lnTo>
                  <a:pt x="5315" y="6765"/>
                </a:lnTo>
                <a:lnTo>
                  <a:pt x="5314" y="6765"/>
                </a:lnTo>
                <a:lnTo>
                  <a:pt x="5312" y="6765"/>
                </a:lnTo>
                <a:lnTo>
                  <a:pt x="5311" y="6765"/>
                </a:lnTo>
                <a:lnTo>
                  <a:pt x="5310" y="6764"/>
                </a:lnTo>
                <a:lnTo>
                  <a:pt x="5309" y="6764"/>
                </a:lnTo>
                <a:lnTo>
                  <a:pt x="5308" y="6764"/>
                </a:lnTo>
                <a:lnTo>
                  <a:pt x="5308" y="6765"/>
                </a:lnTo>
                <a:lnTo>
                  <a:pt x="5308" y="6764"/>
                </a:lnTo>
                <a:lnTo>
                  <a:pt x="5307" y="6764"/>
                </a:lnTo>
                <a:lnTo>
                  <a:pt x="5306" y="6764"/>
                </a:lnTo>
                <a:lnTo>
                  <a:pt x="5305" y="6764"/>
                </a:lnTo>
                <a:lnTo>
                  <a:pt x="5306" y="6764"/>
                </a:lnTo>
                <a:lnTo>
                  <a:pt x="5306" y="6763"/>
                </a:lnTo>
                <a:lnTo>
                  <a:pt x="5307" y="6763"/>
                </a:lnTo>
                <a:lnTo>
                  <a:pt x="5307" y="6762"/>
                </a:lnTo>
                <a:lnTo>
                  <a:pt x="5307" y="6761"/>
                </a:lnTo>
                <a:lnTo>
                  <a:pt x="5307" y="6760"/>
                </a:lnTo>
                <a:lnTo>
                  <a:pt x="5307" y="6759"/>
                </a:lnTo>
                <a:lnTo>
                  <a:pt x="5306" y="6759"/>
                </a:lnTo>
                <a:lnTo>
                  <a:pt x="5307" y="6759"/>
                </a:lnTo>
                <a:lnTo>
                  <a:pt x="5306" y="6759"/>
                </a:lnTo>
                <a:lnTo>
                  <a:pt x="5305" y="6758"/>
                </a:lnTo>
                <a:lnTo>
                  <a:pt x="5305" y="6757"/>
                </a:lnTo>
                <a:lnTo>
                  <a:pt x="5305" y="6756"/>
                </a:lnTo>
                <a:lnTo>
                  <a:pt x="5305" y="6755"/>
                </a:lnTo>
                <a:lnTo>
                  <a:pt x="5304" y="6755"/>
                </a:lnTo>
                <a:lnTo>
                  <a:pt x="5304" y="6754"/>
                </a:lnTo>
                <a:lnTo>
                  <a:pt x="5305" y="6754"/>
                </a:lnTo>
                <a:lnTo>
                  <a:pt x="5304" y="6754"/>
                </a:lnTo>
                <a:lnTo>
                  <a:pt x="5304" y="6753"/>
                </a:lnTo>
                <a:lnTo>
                  <a:pt x="5304" y="6752"/>
                </a:lnTo>
                <a:lnTo>
                  <a:pt x="5303" y="6752"/>
                </a:lnTo>
                <a:lnTo>
                  <a:pt x="5303" y="6751"/>
                </a:lnTo>
                <a:lnTo>
                  <a:pt x="5302" y="6751"/>
                </a:lnTo>
                <a:lnTo>
                  <a:pt x="5301" y="6751"/>
                </a:lnTo>
                <a:lnTo>
                  <a:pt x="5300" y="6751"/>
                </a:lnTo>
                <a:lnTo>
                  <a:pt x="5299" y="6751"/>
                </a:lnTo>
                <a:lnTo>
                  <a:pt x="5299" y="6752"/>
                </a:lnTo>
                <a:lnTo>
                  <a:pt x="5298" y="6752"/>
                </a:lnTo>
                <a:lnTo>
                  <a:pt x="5298" y="6753"/>
                </a:lnTo>
                <a:lnTo>
                  <a:pt x="5297" y="6753"/>
                </a:lnTo>
                <a:lnTo>
                  <a:pt x="5296" y="6753"/>
                </a:lnTo>
                <a:lnTo>
                  <a:pt x="5296" y="6754"/>
                </a:lnTo>
                <a:lnTo>
                  <a:pt x="5295" y="6754"/>
                </a:lnTo>
                <a:lnTo>
                  <a:pt x="5294" y="6754"/>
                </a:lnTo>
                <a:lnTo>
                  <a:pt x="5294" y="6755"/>
                </a:lnTo>
                <a:lnTo>
                  <a:pt x="5293" y="6755"/>
                </a:lnTo>
                <a:lnTo>
                  <a:pt x="5293" y="6756"/>
                </a:lnTo>
                <a:lnTo>
                  <a:pt x="5292" y="6756"/>
                </a:lnTo>
                <a:lnTo>
                  <a:pt x="5292" y="6757"/>
                </a:lnTo>
                <a:lnTo>
                  <a:pt x="5292" y="6758"/>
                </a:lnTo>
                <a:lnTo>
                  <a:pt x="5291" y="6758"/>
                </a:lnTo>
                <a:lnTo>
                  <a:pt x="5291" y="6759"/>
                </a:lnTo>
                <a:lnTo>
                  <a:pt x="5290" y="6759"/>
                </a:lnTo>
                <a:lnTo>
                  <a:pt x="5290" y="6760"/>
                </a:lnTo>
                <a:lnTo>
                  <a:pt x="5289" y="6760"/>
                </a:lnTo>
                <a:lnTo>
                  <a:pt x="5288" y="6760"/>
                </a:lnTo>
                <a:lnTo>
                  <a:pt x="5288" y="6761"/>
                </a:lnTo>
                <a:lnTo>
                  <a:pt x="5288" y="6762"/>
                </a:lnTo>
                <a:lnTo>
                  <a:pt x="5288" y="6763"/>
                </a:lnTo>
                <a:lnTo>
                  <a:pt x="5287" y="6763"/>
                </a:lnTo>
                <a:lnTo>
                  <a:pt x="5287" y="6764"/>
                </a:lnTo>
                <a:lnTo>
                  <a:pt x="5286" y="6764"/>
                </a:lnTo>
                <a:lnTo>
                  <a:pt x="5286" y="6765"/>
                </a:lnTo>
                <a:lnTo>
                  <a:pt x="5285" y="6765"/>
                </a:lnTo>
                <a:lnTo>
                  <a:pt x="5284" y="6765"/>
                </a:lnTo>
                <a:lnTo>
                  <a:pt x="5284" y="6764"/>
                </a:lnTo>
                <a:lnTo>
                  <a:pt x="5283" y="6764"/>
                </a:lnTo>
                <a:lnTo>
                  <a:pt x="5282" y="6764"/>
                </a:lnTo>
                <a:lnTo>
                  <a:pt x="5281" y="6764"/>
                </a:lnTo>
                <a:lnTo>
                  <a:pt x="5281" y="6763"/>
                </a:lnTo>
                <a:lnTo>
                  <a:pt x="5280" y="6763"/>
                </a:lnTo>
                <a:lnTo>
                  <a:pt x="5281" y="6763"/>
                </a:lnTo>
                <a:lnTo>
                  <a:pt x="5281" y="6762"/>
                </a:lnTo>
                <a:lnTo>
                  <a:pt x="5281" y="6761"/>
                </a:lnTo>
                <a:lnTo>
                  <a:pt x="5281" y="6760"/>
                </a:lnTo>
                <a:lnTo>
                  <a:pt x="5280" y="6760"/>
                </a:lnTo>
                <a:lnTo>
                  <a:pt x="5280" y="6758"/>
                </a:lnTo>
                <a:lnTo>
                  <a:pt x="5281" y="6757"/>
                </a:lnTo>
                <a:lnTo>
                  <a:pt x="5281" y="6756"/>
                </a:lnTo>
                <a:lnTo>
                  <a:pt x="5282" y="6756"/>
                </a:lnTo>
                <a:lnTo>
                  <a:pt x="5281" y="6756"/>
                </a:lnTo>
                <a:lnTo>
                  <a:pt x="5281" y="6755"/>
                </a:lnTo>
                <a:lnTo>
                  <a:pt x="5281" y="6754"/>
                </a:lnTo>
                <a:lnTo>
                  <a:pt x="5281" y="6753"/>
                </a:lnTo>
                <a:lnTo>
                  <a:pt x="5280" y="6753"/>
                </a:lnTo>
                <a:lnTo>
                  <a:pt x="5281" y="6753"/>
                </a:lnTo>
                <a:lnTo>
                  <a:pt x="5281" y="6752"/>
                </a:lnTo>
                <a:lnTo>
                  <a:pt x="5280" y="6752"/>
                </a:lnTo>
                <a:lnTo>
                  <a:pt x="5281" y="6752"/>
                </a:lnTo>
                <a:lnTo>
                  <a:pt x="5281" y="6751"/>
                </a:lnTo>
                <a:lnTo>
                  <a:pt x="5280" y="6751"/>
                </a:lnTo>
                <a:lnTo>
                  <a:pt x="5280" y="6750"/>
                </a:lnTo>
                <a:lnTo>
                  <a:pt x="5279" y="6750"/>
                </a:lnTo>
                <a:lnTo>
                  <a:pt x="5279" y="6749"/>
                </a:lnTo>
                <a:lnTo>
                  <a:pt x="5278" y="6749"/>
                </a:lnTo>
                <a:lnTo>
                  <a:pt x="5278" y="6748"/>
                </a:lnTo>
                <a:lnTo>
                  <a:pt x="5279" y="6748"/>
                </a:lnTo>
                <a:lnTo>
                  <a:pt x="5278" y="6748"/>
                </a:lnTo>
                <a:lnTo>
                  <a:pt x="5278" y="6747"/>
                </a:lnTo>
                <a:lnTo>
                  <a:pt x="5277" y="6747"/>
                </a:lnTo>
                <a:lnTo>
                  <a:pt x="5276" y="6747"/>
                </a:lnTo>
                <a:lnTo>
                  <a:pt x="5276" y="6746"/>
                </a:lnTo>
                <a:lnTo>
                  <a:pt x="5276" y="6745"/>
                </a:lnTo>
                <a:lnTo>
                  <a:pt x="5276" y="6744"/>
                </a:lnTo>
                <a:lnTo>
                  <a:pt x="5275" y="6744"/>
                </a:lnTo>
                <a:lnTo>
                  <a:pt x="5274" y="6744"/>
                </a:lnTo>
                <a:lnTo>
                  <a:pt x="5274" y="6743"/>
                </a:lnTo>
                <a:lnTo>
                  <a:pt x="5273" y="6743"/>
                </a:lnTo>
                <a:lnTo>
                  <a:pt x="5274" y="6743"/>
                </a:lnTo>
                <a:lnTo>
                  <a:pt x="5274" y="6742"/>
                </a:lnTo>
                <a:lnTo>
                  <a:pt x="5273" y="6742"/>
                </a:lnTo>
                <a:lnTo>
                  <a:pt x="5273" y="6741"/>
                </a:lnTo>
                <a:lnTo>
                  <a:pt x="5273" y="6740"/>
                </a:lnTo>
                <a:lnTo>
                  <a:pt x="5273" y="6739"/>
                </a:lnTo>
                <a:lnTo>
                  <a:pt x="5272" y="6739"/>
                </a:lnTo>
                <a:lnTo>
                  <a:pt x="5271" y="6739"/>
                </a:lnTo>
                <a:lnTo>
                  <a:pt x="5271" y="6738"/>
                </a:lnTo>
                <a:lnTo>
                  <a:pt x="5270" y="6738"/>
                </a:lnTo>
                <a:lnTo>
                  <a:pt x="5270" y="6737"/>
                </a:lnTo>
                <a:lnTo>
                  <a:pt x="5270" y="6736"/>
                </a:lnTo>
                <a:lnTo>
                  <a:pt x="5269" y="6736"/>
                </a:lnTo>
                <a:lnTo>
                  <a:pt x="5268" y="6736"/>
                </a:lnTo>
                <a:lnTo>
                  <a:pt x="5268" y="6737"/>
                </a:lnTo>
                <a:lnTo>
                  <a:pt x="5267" y="6737"/>
                </a:lnTo>
                <a:lnTo>
                  <a:pt x="5266" y="6737"/>
                </a:lnTo>
                <a:lnTo>
                  <a:pt x="5267" y="6737"/>
                </a:lnTo>
                <a:lnTo>
                  <a:pt x="5267" y="6738"/>
                </a:lnTo>
                <a:lnTo>
                  <a:pt x="5266" y="6738"/>
                </a:lnTo>
                <a:lnTo>
                  <a:pt x="5265" y="6738"/>
                </a:lnTo>
                <a:lnTo>
                  <a:pt x="5264" y="6738"/>
                </a:lnTo>
                <a:lnTo>
                  <a:pt x="5263" y="6738"/>
                </a:lnTo>
                <a:lnTo>
                  <a:pt x="5263" y="6739"/>
                </a:lnTo>
                <a:lnTo>
                  <a:pt x="5262" y="6739"/>
                </a:lnTo>
                <a:lnTo>
                  <a:pt x="5262" y="6740"/>
                </a:lnTo>
                <a:lnTo>
                  <a:pt x="5261" y="6740"/>
                </a:lnTo>
                <a:lnTo>
                  <a:pt x="5261" y="6739"/>
                </a:lnTo>
                <a:lnTo>
                  <a:pt x="5261" y="6740"/>
                </a:lnTo>
                <a:lnTo>
                  <a:pt x="5260" y="6740"/>
                </a:lnTo>
                <a:lnTo>
                  <a:pt x="5260" y="6741"/>
                </a:lnTo>
                <a:lnTo>
                  <a:pt x="5259" y="6741"/>
                </a:lnTo>
                <a:lnTo>
                  <a:pt x="5259" y="6742"/>
                </a:lnTo>
                <a:lnTo>
                  <a:pt x="5259" y="6743"/>
                </a:lnTo>
                <a:lnTo>
                  <a:pt x="5259" y="6744"/>
                </a:lnTo>
                <a:lnTo>
                  <a:pt x="5258" y="6744"/>
                </a:lnTo>
                <a:lnTo>
                  <a:pt x="5257" y="6744"/>
                </a:lnTo>
                <a:lnTo>
                  <a:pt x="5257" y="6743"/>
                </a:lnTo>
                <a:lnTo>
                  <a:pt x="5256" y="6743"/>
                </a:lnTo>
                <a:lnTo>
                  <a:pt x="5255" y="6743"/>
                </a:lnTo>
                <a:lnTo>
                  <a:pt x="5254" y="6743"/>
                </a:lnTo>
                <a:lnTo>
                  <a:pt x="5253" y="6743"/>
                </a:lnTo>
                <a:lnTo>
                  <a:pt x="5252" y="6742"/>
                </a:lnTo>
                <a:lnTo>
                  <a:pt x="5251" y="6742"/>
                </a:lnTo>
                <a:lnTo>
                  <a:pt x="5251" y="6741"/>
                </a:lnTo>
                <a:lnTo>
                  <a:pt x="5250" y="6741"/>
                </a:lnTo>
                <a:lnTo>
                  <a:pt x="5249" y="6741"/>
                </a:lnTo>
                <a:lnTo>
                  <a:pt x="5249" y="6740"/>
                </a:lnTo>
                <a:lnTo>
                  <a:pt x="5249" y="6739"/>
                </a:lnTo>
                <a:lnTo>
                  <a:pt x="5249" y="6738"/>
                </a:lnTo>
                <a:lnTo>
                  <a:pt x="5248" y="6738"/>
                </a:lnTo>
                <a:lnTo>
                  <a:pt x="5248" y="6737"/>
                </a:lnTo>
                <a:lnTo>
                  <a:pt x="5248" y="6736"/>
                </a:lnTo>
                <a:lnTo>
                  <a:pt x="5247" y="6736"/>
                </a:lnTo>
                <a:lnTo>
                  <a:pt x="5247" y="6735"/>
                </a:lnTo>
                <a:lnTo>
                  <a:pt x="5246" y="6735"/>
                </a:lnTo>
                <a:lnTo>
                  <a:pt x="5245" y="6735"/>
                </a:lnTo>
                <a:lnTo>
                  <a:pt x="5244" y="6735"/>
                </a:lnTo>
                <a:lnTo>
                  <a:pt x="5244" y="6734"/>
                </a:lnTo>
                <a:lnTo>
                  <a:pt x="5244" y="6735"/>
                </a:lnTo>
                <a:lnTo>
                  <a:pt x="5243" y="6735"/>
                </a:lnTo>
                <a:lnTo>
                  <a:pt x="5242" y="6735"/>
                </a:lnTo>
                <a:lnTo>
                  <a:pt x="5242" y="6734"/>
                </a:lnTo>
                <a:lnTo>
                  <a:pt x="5242" y="6733"/>
                </a:lnTo>
                <a:lnTo>
                  <a:pt x="5241" y="6733"/>
                </a:lnTo>
                <a:lnTo>
                  <a:pt x="5240" y="6733"/>
                </a:lnTo>
                <a:lnTo>
                  <a:pt x="5239" y="6733"/>
                </a:lnTo>
                <a:lnTo>
                  <a:pt x="5239" y="6732"/>
                </a:lnTo>
                <a:lnTo>
                  <a:pt x="5239" y="6733"/>
                </a:lnTo>
                <a:lnTo>
                  <a:pt x="5238" y="6733"/>
                </a:lnTo>
                <a:lnTo>
                  <a:pt x="5238" y="6732"/>
                </a:lnTo>
                <a:lnTo>
                  <a:pt x="5237" y="6732"/>
                </a:lnTo>
                <a:lnTo>
                  <a:pt x="5237" y="6731"/>
                </a:lnTo>
                <a:lnTo>
                  <a:pt x="5237" y="6732"/>
                </a:lnTo>
                <a:lnTo>
                  <a:pt x="5237" y="6731"/>
                </a:lnTo>
                <a:lnTo>
                  <a:pt x="5237" y="6730"/>
                </a:lnTo>
                <a:lnTo>
                  <a:pt x="5236" y="6730"/>
                </a:lnTo>
                <a:lnTo>
                  <a:pt x="5235" y="6730"/>
                </a:lnTo>
                <a:lnTo>
                  <a:pt x="5235" y="6729"/>
                </a:lnTo>
                <a:lnTo>
                  <a:pt x="5234" y="6729"/>
                </a:lnTo>
                <a:lnTo>
                  <a:pt x="5234" y="6728"/>
                </a:lnTo>
                <a:lnTo>
                  <a:pt x="5233" y="6728"/>
                </a:lnTo>
                <a:lnTo>
                  <a:pt x="5233" y="6727"/>
                </a:lnTo>
                <a:lnTo>
                  <a:pt x="5233" y="6726"/>
                </a:lnTo>
                <a:lnTo>
                  <a:pt x="5232" y="6726"/>
                </a:lnTo>
                <a:lnTo>
                  <a:pt x="5231" y="6726"/>
                </a:lnTo>
                <a:lnTo>
                  <a:pt x="5230" y="6726"/>
                </a:lnTo>
                <a:lnTo>
                  <a:pt x="5229" y="6726"/>
                </a:lnTo>
                <a:lnTo>
                  <a:pt x="5229" y="6725"/>
                </a:lnTo>
                <a:lnTo>
                  <a:pt x="5229" y="6726"/>
                </a:lnTo>
                <a:lnTo>
                  <a:pt x="5229" y="6725"/>
                </a:lnTo>
                <a:lnTo>
                  <a:pt x="5228" y="6725"/>
                </a:lnTo>
                <a:lnTo>
                  <a:pt x="5228" y="6724"/>
                </a:lnTo>
                <a:lnTo>
                  <a:pt x="5227" y="6724"/>
                </a:lnTo>
                <a:lnTo>
                  <a:pt x="5227" y="6723"/>
                </a:lnTo>
                <a:lnTo>
                  <a:pt x="5226" y="6723"/>
                </a:lnTo>
                <a:lnTo>
                  <a:pt x="5225" y="6723"/>
                </a:lnTo>
                <a:lnTo>
                  <a:pt x="5225" y="6724"/>
                </a:lnTo>
                <a:lnTo>
                  <a:pt x="5225" y="6723"/>
                </a:lnTo>
                <a:lnTo>
                  <a:pt x="5223" y="6723"/>
                </a:lnTo>
                <a:lnTo>
                  <a:pt x="5222" y="6723"/>
                </a:lnTo>
                <a:lnTo>
                  <a:pt x="5221" y="6723"/>
                </a:lnTo>
                <a:lnTo>
                  <a:pt x="5220" y="6723"/>
                </a:lnTo>
                <a:lnTo>
                  <a:pt x="5219" y="6723"/>
                </a:lnTo>
                <a:lnTo>
                  <a:pt x="5218" y="6722"/>
                </a:lnTo>
                <a:lnTo>
                  <a:pt x="5217" y="6722"/>
                </a:lnTo>
                <a:lnTo>
                  <a:pt x="5216" y="6722"/>
                </a:lnTo>
                <a:lnTo>
                  <a:pt x="5216" y="6721"/>
                </a:lnTo>
                <a:lnTo>
                  <a:pt x="5215" y="6721"/>
                </a:lnTo>
                <a:lnTo>
                  <a:pt x="5214" y="6721"/>
                </a:lnTo>
                <a:lnTo>
                  <a:pt x="5214" y="6720"/>
                </a:lnTo>
                <a:lnTo>
                  <a:pt x="5213" y="6720"/>
                </a:lnTo>
                <a:lnTo>
                  <a:pt x="5212" y="6720"/>
                </a:lnTo>
                <a:lnTo>
                  <a:pt x="5212" y="6719"/>
                </a:lnTo>
                <a:lnTo>
                  <a:pt x="5212" y="6718"/>
                </a:lnTo>
                <a:lnTo>
                  <a:pt x="5212" y="6716"/>
                </a:lnTo>
                <a:lnTo>
                  <a:pt x="5212" y="6715"/>
                </a:lnTo>
                <a:lnTo>
                  <a:pt x="5213" y="6715"/>
                </a:lnTo>
                <a:lnTo>
                  <a:pt x="5213" y="6714"/>
                </a:lnTo>
                <a:lnTo>
                  <a:pt x="5214" y="6714"/>
                </a:lnTo>
                <a:lnTo>
                  <a:pt x="5214" y="6713"/>
                </a:lnTo>
                <a:lnTo>
                  <a:pt x="5215" y="6713"/>
                </a:lnTo>
                <a:lnTo>
                  <a:pt x="5215" y="6712"/>
                </a:lnTo>
                <a:lnTo>
                  <a:pt x="5216" y="6712"/>
                </a:lnTo>
                <a:lnTo>
                  <a:pt x="5217" y="6712"/>
                </a:lnTo>
                <a:lnTo>
                  <a:pt x="5217" y="6711"/>
                </a:lnTo>
                <a:lnTo>
                  <a:pt x="5217" y="6710"/>
                </a:lnTo>
                <a:lnTo>
                  <a:pt x="5218" y="6710"/>
                </a:lnTo>
                <a:lnTo>
                  <a:pt x="5219" y="6710"/>
                </a:lnTo>
                <a:lnTo>
                  <a:pt x="5219" y="6709"/>
                </a:lnTo>
                <a:lnTo>
                  <a:pt x="5220" y="6709"/>
                </a:lnTo>
                <a:lnTo>
                  <a:pt x="5221" y="6709"/>
                </a:lnTo>
                <a:lnTo>
                  <a:pt x="5221" y="6708"/>
                </a:lnTo>
                <a:lnTo>
                  <a:pt x="5221" y="6707"/>
                </a:lnTo>
                <a:lnTo>
                  <a:pt x="5222" y="6707"/>
                </a:lnTo>
                <a:lnTo>
                  <a:pt x="5222" y="6706"/>
                </a:lnTo>
                <a:lnTo>
                  <a:pt x="5223" y="6706"/>
                </a:lnTo>
                <a:lnTo>
                  <a:pt x="5222" y="6706"/>
                </a:lnTo>
                <a:lnTo>
                  <a:pt x="5222" y="6705"/>
                </a:lnTo>
                <a:lnTo>
                  <a:pt x="5222" y="6704"/>
                </a:lnTo>
                <a:lnTo>
                  <a:pt x="5222" y="6703"/>
                </a:lnTo>
                <a:lnTo>
                  <a:pt x="5221" y="6703"/>
                </a:lnTo>
                <a:lnTo>
                  <a:pt x="5221" y="6702"/>
                </a:lnTo>
                <a:lnTo>
                  <a:pt x="5222" y="6702"/>
                </a:lnTo>
                <a:lnTo>
                  <a:pt x="5221" y="6702"/>
                </a:lnTo>
                <a:lnTo>
                  <a:pt x="5221" y="6701"/>
                </a:lnTo>
                <a:lnTo>
                  <a:pt x="5220" y="6701"/>
                </a:lnTo>
                <a:lnTo>
                  <a:pt x="5220" y="6700"/>
                </a:lnTo>
                <a:lnTo>
                  <a:pt x="5220" y="6699"/>
                </a:lnTo>
                <a:lnTo>
                  <a:pt x="5219" y="6699"/>
                </a:lnTo>
                <a:lnTo>
                  <a:pt x="5218" y="6699"/>
                </a:lnTo>
                <a:lnTo>
                  <a:pt x="5217" y="6699"/>
                </a:lnTo>
                <a:lnTo>
                  <a:pt x="5217" y="6698"/>
                </a:lnTo>
                <a:lnTo>
                  <a:pt x="5216" y="6698"/>
                </a:lnTo>
                <a:lnTo>
                  <a:pt x="5215" y="6698"/>
                </a:lnTo>
                <a:lnTo>
                  <a:pt x="5215" y="6697"/>
                </a:lnTo>
                <a:lnTo>
                  <a:pt x="5215" y="6696"/>
                </a:lnTo>
                <a:lnTo>
                  <a:pt x="5214" y="6696"/>
                </a:lnTo>
                <a:lnTo>
                  <a:pt x="5213" y="6696"/>
                </a:lnTo>
                <a:lnTo>
                  <a:pt x="5212" y="6696"/>
                </a:lnTo>
                <a:lnTo>
                  <a:pt x="5211" y="6696"/>
                </a:lnTo>
                <a:lnTo>
                  <a:pt x="5210" y="6696"/>
                </a:lnTo>
                <a:lnTo>
                  <a:pt x="5210" y="6697"/>
                </a:lnTo>
                <a:lnTo>
                  <a:pt x="5210" y="6696"/>
                </a:lnTo>
                <a:lnTo>
                  <a:pt x="5209" y="6696"/>
                </a:lnTo>
                <a:lnTo>
                  <a:pt x="5209" y="6695"/>
                </a:lnTo>
                <a:lnTo>
                  <a:pt x="5208" y="6695"/>
                </a:lnTo>
                <a:lnTo>
                  <a:pt x="5208" y="6696"/>
                </a:lnTo>
                <a:lnTo>
                  <a:pt x="5208" y="6697"/>
                </a:lnTo>
                <a:lnTo>
                  <a:pt x="5207" y="6697"/>
                </a:lnTo>
                <a:lnTo>
                  <a:pt x="5207" y="6698"/>
                </a:lnTo>
                <a:lnTo>
                  <a:pt x="5208" y="6698"/>
                </a:lnTo>
                <a:lnTo>
                  <a:pt x="5207" y="6698"/>
                </a:lnTo>
                <a:lnTo>
                  <a:pt x="5207" y="6699"/>
                </a:lnTo>
                <a:lnTo>
                  <a:pt x="5207" y="6700"/>
                </a:lnTo>
                <a:lnTo>
                  <a:pt x="5206" y="6700"/>
                </a:lnTo>
                <a:lnTo>
                  <a:pt x="5206" y="6701"/>
                </a:lnTo>
                <a:lnTo>
                  <a:pt x="5205" y="6701"/>
                </a:lnTo>
                <a:lnTo>
                  <a:pt x="5204" y="6701"/>
                </a:lnTo>
                <a:lnTo>
                  <a:pt x="5203" y="6701"/>
                </a:lnTo>
                <a:lnTo>
                  <a:pt x="5203" y="6702"/>
                </a:lnTo>
                <a:lnTo>
                  <a:pt x="5203" y="6701"/>
                </a:lnTo>
                <a:lnTo>
                  <a:pt x="5202" y="6701"/>
                </a:lnTo>
                <a:lnTo>
                  <a:pt x="5202" y="6700"/>
                </a:lnTo>
                <a:lnTo>
                  <a:pt x="5202" y="6699"/>
                </a:lnTo>
                <a:lnTo>
                  <a:pt x="5201" y="6699"/>
                </a:lnTo>
                <a:lnTo>
                  <a:pt x="5200" y="6699"/>
                </a:lnTo>
                <a:lnTo>
                  <a:pt x="5199" y="6699"/>
                </a:lnTo>
                <a:lnTo>
                  <a:pt x="5198" y="6699"/>
                </a:lnTo>
                <a:lnTo>
                  <a:pt x="5198" y="6700"/>
                </a:lnTo>
                <a:lnTo>
                  <a:pt x="5197" y="6700"/>
                </a:lnTo>
                <a:lnTo>
                  <a:pt x="5197" y="6699"/>
                </a:lnTo>
                <a:lnTo>
                  <a:pt x="5197" y="6698"/>
                </a:lnTo>
                <a:lnTo>
                  <a:pt x="5197" y="6697"/>
                </a:lnTo>
                <a:lnTo>
                  <a:pt x="5196" y="6697"/>
                </a:lnTo>
                <a:lnTo>
                  <a:pt x="5196" y="6696"/>
                </a:lnTo>
                <a:lnTo>
                  <a:pt x="5196" y="6695"/>
                </a:lnTo>
                <a:lnTo>
                  <a:pt x="5195" y="6695"/>
                </a:lnTo>
                <a:lnTo>
                  <a:pt x="5195" y="6694"/>
                </a:lnTo>
                <a:lnTo>
                  <a:pt x="5196" y="6694"/>
                </a:lnTo>
                <a:lnTo>
                  <a:pt x="5196" y="6693"/>
                </a:lnTo>
                <a:lnTo>
                  <a:pt x="5195" y="6692"/>
                </a:lnTo>
                <a:lnTo>
                  <a:pt x="5195" y="6691"/>
                </a:lnTo>
                <a:lnTo>
                  <a:pt x="5194" y="6691"/>
                </a:lnTo>
                <a:lnTo>
                  <a:pt x="5193" y="6691"/>
                </a:lnTo>
                <a:lnTo>
                  <a:pt x="5192" y="6691"/>
                </a:lnTo>
                <a:lnTo>
                  <a:pt x="5191" y="6691"/>
                </a:lnTo>
                <a:lnTo>
                  <a:pt x="5190" y="6691"/>
                </a:lnTo>
                <a:lnTo>
                  <a:pt x="5190" y="6690"/>
                </a:lnTo>
                <a:lnTo>
                  <a:pt x="5189" y="6690"/>
                </a:lnTo>
                <a:lnTo>
                  <a:pt x="5189" y="6691"/>
                </a:lnTo>
                <a:lnTo>
                  <a:pt x="5189" y="6690"/>
                </a:lnTo>
                <a:lnTo>
                  <a:pt x="5188" y="6690"/>
                </a:lnTo>
                <a:lnTo>
                  <a:pt x="5187" y="6690"/>
                </a:lnTo>
                <a:lnTo>
                  <a:pt x="5187" y="6689"/>
                </a:lnTo>
                <a:lnTo>
                  <a:pt x="5186" y="6690"/>
                </a:lnTo>
                <a:lnTo>
                  <a:pt x="5185" y="6690"/>
                </a:lnTo>
                <a:lnTo>
                  <a:pt x="5185" y="6689"/>
                </a:lnTo>
                <a:lnTo>
                  <a:pt x="5184" y="6690"/>
                </a:lnTo>
                <a:lnTo>
                  <a:pt x="5184" y="6689"/>
                </a:lnTo>
                <a:lnTo>
                  <a:pt x="5183" y="6689"/>
                </a:lnTo>
                <a:lnTo>
                  <a:pt x="5183" y="6690"/>
                </a:lnTo>
                <a:lnTo>
                  <a:pt x="5182" y="6690"/>
                </a:lnTo>
                <a:lnTo>
                  <a:pt x="5182" y="6689"/>
                </a:lnTo>
                <a:lnTo>
                  <a:pt x="5181" y="6690"/>
                </a:lnTo>
                <a:lnTo>
                  <a:pt x="5180" y="6690"/>
                </a:lnTo>
                <a:lnTo>
                  <a:pt x="5180" y="6689"/>
                </a:lnTo>
                <a:lnTo>
                  <a:pt x="5179" y="6689"/>
                </a:lnTo>
                <a:lnTo>
                  <a:pt x="5178" y="6689"/>
                </a:lnTo>
                <a:lnTo>
                  <a:pt x="5178" y="6690"/>
                </a:lnTo>
                <a:lnTo>
                  <a:pt x="5178" y="6691"/>
                </a:lnTo>
                <a:lnTo>
                  <a:pt x="5177" y="6691"/>
                </a:lnTo>
                <a:lnTo>
                  <a:pt x="5176" y="6691"/>
                </a:lnTo>
                <a:lnTo>
                  <a:pt x="5175" y="6691"/>
                </a:lnTo>
                <a:lnTo>
                  <a:pt x="5174" y="6691"/>
                </a:lnTo>
                <a:lnTo>
                  <a:pt x="5173" y="6691"/>
                </a:lnTo>
                <a:lnTo>
                  <a:pt x="5173" y="6690"/>
                </a:lnTo>
                <a:lnTo>
                  <a:pt x="5173" y="6689"/>
                </a:lnTo>
                <a:lnTo>
                  <a:pt x="5173" y="6690"/>
                </a:lnTo>
                <a:lnTo>
                  <a:pt x="5172" y="6690"/>
                </a:lnTo>
                <a:lnTo>
                  <a:pt x="5171" y="6689"/>
                </a:lnTo>
                <a:lnTo>
                  <a:pt x="5171" y="6688"/>
                </a:lnTo>
                <a:lnTo>
                  <a:pt x="5171" y="6687"/>
                </a:lnTo>
                <a:lnTo>
                  <a:pt x="5170" y="6687"/>
                </a:lnTo>
                <a:lnTo>
                  <a:pt x="5170" y="6688"/>
                </a:lnTo>
                <a:lnTo>
                  <a:pt x="5170" y="6687"/>
                </a:lnTo>
                <a:lnTo>
                  <a:pt x="5169" y="6687"/>
                </a:lnTo>
                <a:lnTo>
                  <a:pt x="5169" y="6686"/>
                </a:lnTo>
                <a:lnTo>
                  <a:pt x="5169" y="6685"/>
                </a:lnTo>
                <a:lnTo>
                  <a:pt x="5168" y="6685"/>
                </a:lnTo>
                <a:lnTo>
                  <a:pt x="5167" y="6685"/>
                </a:lnTo>
                <a:lnTo>
                  <a:pt x="5167" y="6684"/>
                </a:lnTo>
                <a:lnTo>
                  <a:pt x="5166" y="6684"/>
                </a:lnTo>
                <a:lnTo>
                  <a:pt x="5165" y="6684"/>
                </a:lnTo>
                <a:lnTo>
                  <a:pt x="5165" y="6683"/>
                </a:lnTo>
                <a:lnTo>
                  <a:pt x="5165" y="6684"/>
                </a:lnTo>
                <a:lnTo>
                  <a:pt x="5164" y="6684"/>
                </a:lnTo>
                <a:lnTo>
                  <a:pt x="5163" y="6684"/>
                </a:lnTo>
                <a:lnTo>
                  <a:pt x="5162" y="6684"/>
                </a:lnTo>
                <a:lnTo>
                  <a:pt x="5161" y="6684"/>
                </a:lnTo>
                <a:lnTo>
                  <a:pt x="5161" y="6685"/>
                </a:lnTo>
                <a:lnTo>
                  <a:pt x="5160" y="6685"/>
                </a:lnTo>
                <a:lnTo>
                  <a:pt x="5159" y="6685"/>
                </a:lnTo>
                <a:lnTo>
                  <a:pt x="5160" y="6685"/>
                </a:lnTo>
                <a:lnTo>
                  <a:pt x="5160" y="6686"/>
                </a:lnTo>
                <a:lnTo>
                  <a:pt x="5159" y="6686"/>
                </a:lnTo>
                <a:lnTo>
                  <a:pt x="5159" y="6687"/>
                </a:lnTo>
                <a:lnTo>
                  <a:pt x="5158" y="6687"/>
                </a:lnTo>
                <a:lnTo>
                  <a:pt x="5158" y="6688"/>
                </a:lnTo>
                <a:lnTo>
                  <a:pt x="5158" y="6689"/>
                </a:lnTo>
                <a:lnTo>
                  <a:pt x="5158" y="6690"/>
                </a:lnTo>
                <a:lnTo>
                  <a:pt x="5157" y="6690"/>
                </a:lnTo>
                <a:lnTo>
                  <a:pt x="5157" y="6691"/>
                </a:lnTo>
                <a:lnTo>
                  <a:pt x="5156" y="6691"/>
                </a:lnTo>
                <a:lnTo>
                  <a:pt x="5156" y="6692"/>
                </a:lnTo>
                <a:lnTo>
                  <a:pt x="5155" y="6692"/>
                </a:lnTo>
                <a:lnTo>
                  <a:pt x="5155" y="6691"/>
                </a:lnTo>
                <a:lnTo>
                  <a:pt x="5154" y="6691"/>
                </a:lnTo>
                <a:lnTo>
                  <a:pt x="5154" y="6692"/>
                </a:lnTo>
                <a:lnTo>
                  <a:pt x="5154" y="6693"/>
                </a:lnTo>
                <a:lnTo>
                  <a:pt x="5153" y="6693"/>
                </a:lnTo>
                <a:lnTo>
                  <a:pt x="5153" y="6694"/>
                </a:lnTo>
                <a:lnTo>
                  <a:pt x="5152" y="6694"/>
                </a:lnTo>
                <a:lnTo>
                  <a:pt x="5151" y="6694"/>
                </a:lnTo>
                <a:lnTo>
                  <a:pt x="5151" y="6693"/>
                </a:lnTo>
                <a:lnTo>
                  <a:pt x="5152" y="6693"/>
                </a:lnTo>
                <a:lnTo>
                  <a:pt x="5152" y="6692"/>
                </a:lnTo>
                <a:lnTo>
                  <a:pt x="5151" y="6692"/>
                </a:lnTo>
                <a:lnTo>
                  <a:pt x="5152" y="6692"/>
                </a:lnTo>
                <a:lnTo>
                  <a:pt x="5151" y="6692"/>
                </a:lnTo>
                <a:lnTo>
                  <a:pt x="5151" y="6691"/>
                </a:lnTo>
                <a:lnTo>
                  <a:pt x="5150" y="6691"/>
                </a:lnTo>
                <a:lnTo>
                  <a:pt x="5150" y="6690"/>
                </a:lnTo>
                <a:lnTo>
                  <a:pt x="5149" y="6689"/>
                </a:lnTo>
                <a:lnTo>
                  <a:pt x="5150" y="6688"/>
                </a:lnTo>
                <a:lnTo>
                  <a:pt x="5149" y="6688"/>
                </a:lnTo>
                <a:lnTo>
                  <a:pt x="5149" y="6687"/>
                </a:lnTo>
                <a:lnTo>
                  <a:pt x="5150" y="6687"/>
                </a:lnTo>
                <a:lnTo>
                  <a:pt x="5149" y="6687"/>
                </a:lnTo>
                <a:lnTo>
                  <a:pt x="5150" y="6687"/>
                </a:lnTo>
                <a:lnTo>
                  <a:pt x="5150" y="6686"/>
                </a:lnTo>
                <a:lnTo>
                  <a:pt x="5149" y="6686"/>
                </a:lnTo>
                <a:lnTo>
                  <a:pt x="5150" y="6686"/>
                </a:lnTo>
                <a:lnTo>
                  <a:pt x="5150" y="6685"/>
                </a:lnTo>
                <a:lnTo>
                  <a:pt x="5151" y="6685"/>
                </a:lnTo>
                <a:lnTo>
                  <a:pt x="5151" y="6684"/>
                </a:lnTo>
                <a:lnTo>
                  <a:pt x="5152" y="6684"/>
                </a:lnTo>
                <a:lnTo>
                  <a:pt x="5152" y="6683"/>
                </a:lnTo>
                <a:lnTo>
                  <a:pt x="5153" y="6683"/>
                </a:lnTo>
                <a:lnTo>
                  <a:pt x="5153" y="6682"/>
                </a:lnTo>
                <a:lnTo>
                  <a:pt x="5153" y="6681"/>
                </a:lnTo>
                <a:lnTo>
                  <a:pt x="5154" y="6682"/>
                </a:lnTo>
                <a:lnTo>
                  <a:pt x="5154" y="6681"/>
                </a:lnTo>
                <a:lnTo>
                  <a:pt x="5154" y="6680"/>
                </a:lnTo>
                <a:lnTo>
                  <a:pt x="5154" y="6679"/>
                </a:lnTo>
                <a:lnTo>
                  <a:pt x="5153" y="6679"/>
                </a:lnTo>
                <a:lnTo>
                  <a:pt x="5154" y="6679"/>
                </a:lnTo>
                <a:lnTo>
                  <a:pt x="5153" y="6678"/>
                </a:lnTo>
                <a:lnTo>
                  <a:pt x="5152" y="6678"/>
                </a:lnTo>
                <a:lnTo>
                  <a:pt x="5152" y="6677"/>
                </a:lnTo>
                <a:lnTo>
                  <a:pt x="5152" y="6676"/>
                </a:lnTo>
                <a:lnTo>
                  <a:pt x="5152" y="6675"/>
                </a:lnTo>
                <a:lnTo>
                  <a:pt x="5153" y="6675"/>
                </a:lnTo>
                <a:lnTo>
                  <a:pt x="5153" y="6673"/>
                </a:lnTo>
                <a:lnTo>
                  <a:pt x="5154" y="6673"/>
                </a:lnTo>
                <a:lnTo>
                  <a:pt x="5154" y="6672"/>
                </a:lnTo>
                <a:lnTo>
                  <a:pt x="5153" y="6670"/>
                </a:lnTo>
                <a:lnTo>
                  <a:pt x="5153" y="6669"/>
                </a:lnTo>
                <a:lnTo>
                  <a:pt x="5154" y="6669"/>
                </a:lnTo>
                <a:lnTo>
                  <a:pt x="5154" y="6668"/>
                </a:lnTo>
                <a:lnTo>
                  <a:pt x="5155" y="6668"/>
                </a:lnTo>
                <a:lnTo>
                  <a:pt x="5154" y="6667"/>
                </a:lnTo>
                <a:lnTo>
                  <a:pt x="5155" y="6667"/>
                </a:lnTo>
                <a:lnTo>
                  <a:pt x="5154" y="6667"/>
                </a:lnTo>
                <a:lnTo>
                  <a:pt x="5154" y="6666"/>
                </a:lnTo>
                <a:lnTo>
                  <a:pt x="5153" y="6665"/>
                </a:lnTo>
                <a:lnTo>
                  <a:pt x="5152" y="6665"/>
                </a:lnTo>
                <a:lnTo>
                  <a:pt x="5152" y="6664"/>
                </a:lnTo>
                <a:lnTo>
                  <a:pt x="5151" y="6664"/>
                </a:lnTo>
                <a:lnTo>
                  <a:pt x="5151" y="6663"/>
                </a:lnTo>
                <a:lnTo>
                  <a:pt x="5151" y="6662"/>
                </a:lnTo>
                <a:lnTo>
                  <a:pt x="5151" y="6661"/>
                </a:lnTo>
                <a:lnTo>
                  <a:pt x="5151" y="6660"/>
                </a:lnTo>
                <a:lnTo>
                  <a:pt x="5151" y="6659"/>
                </a:lnTo>
                <a:lnTo>
                  <a:pt x="5150" y="6659"/>
                </a:lnTo>
                <a:lnTo>
                  <a:pt x="5150" y="6658"/>
                </a:lnTo>
                <a:lnTo>
                  <a:pt x="5151" y="6658"/>
                </a:lnTo>
                <a:lnTo>
                  <a:pt x="5151" y="6657"/>
                </a:lnTo>
                <a:lnTo>
                  <a:pt x="5151" y="6656"/>
                </a:lnTo>
                <a:lnTo>
                  <a:pt x="5151" y="6655"/>
                </a:lnTo>
                <a:lnTo>
                  <a:pt x="5152" y="6655"/>
                </a:lnTo>
                <a:lnTo>
                  <a:pt x="5153" y="6655"/>
                </a:lnTo>
                <a:lnTo>
                  <a:pt x="5153" y="6654"/>
                </a:lnTo>
                <a:lnTo>
                  <a:pt x="5153" y="6653"/>
                </a:lnTo>
                <a:lnTo>
                  <a:pt x="5152" y="6653"/>
                </a:lnTo>
                <a:lnTo>
                  <a:pt x="5152" y="6654"/>
                </a:lnTo>
                <a:lnTo>
                  <a:pt x="5151" y="6654"/>
                </a:lnTo>
                <a:lnTo>
                  <a:pt x="5150" y="6653"/>
                </a:lnTo>
                <a:lnTo>
                  <a:pt x="5149" y="6653"/>
                </a:lnTo>
                <a:lnTo>
                  <a:pt x="5149" y="6652"/>
                </a:lnTo>
                <a:lnTo>
                  <a:pt x="5148" y="6652"/>
                </a:lnTo>
                <a:lnTo>
                  <a:pt x="5148" y="6651"/>
                </a:lnTo>
                <a:lnTo>
                  <a:pt x="5147" y="6651"/>
                </a:lnTo>
                <a:lnTo>
                  <a:pt x="5147" y="6650"/>
                </a:lnTo>
                <a:lnTo>
                  <a:pt x="5147" y="6649"/>
                </a:lnTo>
                <a:lnTo>
                  <a:pt x="5146" y="6649"/>
                </a:lnTo>
                <a:lnTo>
                  <a:pt x="5147" y="6649"/>
                </a:lnTo>
                <a:lnTo>
                  <a:pt x="5147" y="6648"/>
                </a:lnTo>
                <a:lnTo>
                  <a:pt x="5148" y="6648"/>
                </a:lnTo>
                <a:lnTo>
                  <a:pt x="5148" y="6647"/>
                </a:lnTo>
                <a:lnTo>
                  <a:pt x="5148" y="6645"/>
                </a:lnTo>
                <a:lnTo>
                  <a:pt x="5149" y="6645"/>
                </a:lnTo>
                <a:lnTo>
                  <a:pt x="5150" y="6645"/>
                </a:lnTo>
                <a:lnTo>
                  <a:pt x="5151" y="6645"/>
                </a:lnTo>
                <a:lnTo>
                  <a:pt x="5151" y="6644"/>
                </a:lnTo>
                <a:lnTo>
                  <a:pt x="5152" y="6644"/>
                </a:lnTo>
                <a:lnTo>
                  <a:pt x="5152" y="6643"/>
                </a:lnTo>
                <a:lnTo>
                  <a:pt x="5151" y="6643"/>
                </a:lnTo>
                <a:lnTo>
                  <a:pt x="5152" y="6642"/>
                </a:lnTo>
                <a:lnTo>
                  <a:pt x="5152" y="6641"/>
                </a:lnTo>
                <a:lnTo>
                  <a:pt x="5151" y="6641"/>
                </a:lnTo>
                <a:lnTo>
                  <a:pt x="5152" y="6641"/>
                </a:lnTo>
                <a:lnTo>
                  <a:pt x="5151" y="6641"/>
                </a:lnTo>
                <a:lnTo>
                  <a:pt x="5151" y="6640"/>
                </a:lnTo>
                <a:lnTo>
                  <a:pt x="5151" y="6639"/>
                </a:lnTo>
                <a:lnTo>
                  <a:pt x="5150" y="6639"/>
                </a:lnTo>
                <a:lnTo>
                  <a:pt x="5151" y="6639"/>
                </a:lnTo>
                <a:lnTo>
                  <a:pt x="5151" y="6638"/>
                </a:lnTo>
                <a:lnTo>
                  <a:pt x="5150" y="6638"/>
                </a:lnTo>
                <a:lnTo>
                  <a:pt x="5150" y="6637"/>
                </a:lnTo>
                <a:lnTo>
                  <a:pt x="5150" y="6636"/>
                </a:lnTo>
                <a:lnTo>
                  <a:pt x="5150" y="6635"/>
                </a:lnTo>
                <a:lnTo>
                  <a:pt x="5150" y="6634"/>
                </a:lnTo>
                <a:lnTo>
                  <a:pt x="5149" y="6634"/>
                </a:lnTo>
                <a:lnTo>
                  <a:pt x="5149" y="6633"/>
                </a:lnTo>
                <a:lnTo>
                  <a:pt x="5149" y="6632"/>
                </a:lnTo>
                <a:lnTo>
                  <a:pt x="5150" y="6632"/>
                </a:lnTo>
                <a:lnTo>
                  <a:pt x="5150" y="6631"/>
                </a:lnTo>
                <a:lnTo>
                  <a:pt x="5150" y="6630"/>
                </a:lnTo>
                <a:lnTo>
                  <a:pt x="5149" y="6630"/>
                </a:lnTo>
                <a:lnTo>
                  <a:pt x="5148" y="6630"/>
                </a:lnTo>
                <a:lnTo>
                  <a:pt x="5148" y="6629"/>
                </a:lnTo>
                <a:lnTo>
                  <a:pt x="5147" y="6629"/>
                </a:lnTo>
                <a:lnTo>
                  <a:pt x="5146" y="6629"/>
                </a:lnTo>
                <a:lnTo>
                  <a:pt x="5145" y="6629"/>
                </a:lnTo>
                <a:lnTo>
                  <a:pt x="5145" y="6628"/>
                </a:lnTo>
                <a:lnTo>
                  <a:pt x="5145" y="6627"/>
                </a:lnTo>
                <a:lnTo>
                  <a:pt x="5146" y="6627"/>
                </a:lnTo>
                <a:lnTo>
                  <a:pt x="5145" y="6626"/>
                </a:lnTo>
                <a:lnTo>
                  <a:pt x="5145" y="6625"/>
                </a:lnTo>
                <a:lnTo>
                  <a:pt x="5145" y="6624"/>
                </a:lnTo>
                <a:lnTo>
                  <a:pt x="5145" y="6623"/>
                </a:lnTo>
                <a:lnTo>
                  <a:pt x="5144" y="6623"/>
                </a:lnTo>
                <a:lnTo>
                  <a:pt x="5144" y="6622"/>
                </a:lnTo>
                <a:lnTo>
                  <a:pt x="5144" y="6621"/>
                </a:lnTo>
                <a:lnTo>
                  <a:pt x="5143" y="6621"/>
                </a:lnTo>
                <a:lnTo>
                  <a:pt x="5143" y="6620"/>
                </a:lnTo>
                <a:lnTo>
                  <a:pt x="5144" y="6620"/>
                </a:lnTo>
                <a:lnTo>
                  <a:pt x="5144" y="6619"/>
                </a:lnTo>
                <a:lnTo>
                  <a:pt x="5143" y="6619"/>
                </a:lnTo>
                <a:lnTo>
                  <a:pt x="5142" y="6619"/>
                </a:lnTo>
                <a:lnTo>
                  <a:pt x="5142" y="6618"/>
                </a:lnTo>
                <a:lnTo>
                  <a:pt x="5141" y="6618"/>
                </a:lnTo>
                <a:lnTo>
                  <a:pt x="5140" y="6618"/>
                </a:lnTo>
                <a:lnTo>
                  <a:pt x="5139" y="6618"/>
                </a:lnTo>
                <a:lnTo>
                  <a:pt x="5139" y="6619"/>
                </a:lnTo>
                <a:lnTo>
                  <a:pt x="5138" y="6618"/>
                </a:lnTo>
                <a:lnTo>
                  <a:pt x="5138" y="6619"/>
                </a:lnTo>
                <a:lnTo>
                  <a:pt x="5137" y="6619"/>
                </a:lnTo>
                <a:lnTo>
                  <a:pt x="5136" y="6619"/>
                </a:lnTo>
                <a:lnTo>
                  <a:pt x="5135" y="6619"/>
                </a:lnTo>
                <a:lnTo>
                  <a:pt x="5135" y="6618"/>
                </a:lnTo>
                <a:lnTo>
                  <a:pt x="5134" y="6618"/>
                </a:lnTo>
                <a:lnTo>
                  <a:pt x="5133" y="6618"/>
                </a:lnTo>
                <a:lnTo>
                  <a:pt x="5133" y="6619"/>
                </a:lnTo>
                <a:lnTo>
                  <a:pt x="5133" y="6618"/>
                </a:lnTo>
                <a:lnTo>
                  <a:pt x="5132" y="6618"/>
                </a:lnTo>
                <a:lnTo>
                  <a:pt x="5131" y="6618"/>
                </a:lnTo>
                <a:lnTo>
                  <a:pt x="5130" y="6618"/>
                </a:lnTo>
                <a:lnTo>
                  <a:pt x="5130" y="6617"/>
                </a:lnTo>
                <a:lnTo>
                  <a:pt x="5130" y="6618"/>
                </a:lnTo>
                <a:lnTo>
                  <a:pt x="5129" y="6618"/>
                </a:lnTo>
                <a:lnTo>
                  <a:pt x="5128" y="6618"/>
                </a:lnTo>
                <a:lnTo>
                  <a:pt x="5128" y="6617"/>
                </a:lnTo>
                <a:lnTo>
                  <a:pt x="5127" y="6617"/>
                </a:lnTo>
                <a:lnTo>
                  <a:pt x="5127" y="6618"/>
                </a:lnTo>
                <a:lnTo>
                  <a:pt x="5126" y="6617"/>
                </a:lnTo>
                <a:lnTo>
                  <a:pt x="5124" y="6616"/>
                </a:lnTo>
                <a:lnTo>
                  <a:pt x="5125" y="6616"/>
                </a:lnTo>
                <a:lnTo>
                  <a:pt x="5125" y="6615"/>
                </a:lnTo>
                <a:lnTo>
                  <a:pt x="5125" y="6614"/>
                </a:lnTo>
                <a:lnTo>
                  <a:pt x="5125" y="6613"/>
                </a:lnTo>
                <a:lnTo>
                  <a:pt x="5126" y="6613"/>
                </a:lnTo>
                <a:lnTo>
                  <a:pt x="5127" y="6613"/>
                </a:lnTo>
                <a:lnTo>
                  <a:pt x="5127" y="6612"/>
                </a:lnTo>
                <a:lnTo>
                  <a:pt x="5128" y="6612"/>
                </a:lnTo>
                <a:lnTo>
                  <a:pt x="5129" y="6612"/>
                </a:lnTo>
                <a:lnTo>
                  <a:pt x="5129" y="6611"/>
                </a:lnTo>
                <a:lnTo>
                  <a:pt x="5129" y="6610"/>
                </a:lnTo>
                <a:lnTo>
                  <a:pt x="5129" y="6609"/>
                </a:lnTo>
                <a:lnTo>
                  <a:pt x="5129" y="6608"/>
                </a:lnTo>
                <a:lnTo>
                  <a:pt x="5130" y="6608"/>
                </a:lnTo>
                <a:lnTo>
                  <a:pt x="5129" y="6608"/>
                </a:lnTo>
                <a:lnTo>
                  <a:pt x="5129" y="6607"/>
                </a:lnTo>
                <a:lnTo>
                  <a:pt x="5128" y="6607"/>
                </a:lnTo>
                <a:lnTo>
                  <a:pt x="5128" y="6606"/>
                </a:lnTo>
                <a:lnTo>
                  <a:pt x="5127" y="6606"/>
                </a:lnTo>
                <a:lnTo>
                  <a:pt x="5127" y="6605"/>
                </a:lnTo>
                <a:lnTo>
                  <a:pt x="5126" y="6605"/>
                </a:lnTo>
                <a:lnTo>
                  <a:pt x="5126" y="6604"/>
                </a:lnTo>
                <a:lnTo>
                  <a:pt x="5126" y="6603"/>
                </a:lnTo>
                <a:lnTo>
                  <a:pt x="5125" y="6603"/>
                </a:lnTo>
                <a:lnTo>
                  <a:pt x="5125" y="6602"/>
                </a:lnTo>
                <a:lnTo>
                  <a:pt x="5125" y="6601"/>
                </a:lnTo>
                <a:lnTo>
                  <a:pt x="5126" y="6600"/>
                </a:lnTo>
                <a:lnTo>
                  <a:pt x="5125" y="6600"/>
                </a:lnTo>
                <a:lnTo>
                  <a:pt x="5125" y="6599"/>
                </a:lnTo>
                <a:lnTo>
                  <a:pt x="5126" y="6599"/>
                </a:lnTo>
                <a:lnTo>
                  <a:pt x="5125" y="6599"/>
                </a:lnTo>
                <a:lnTo>
                  <a:pt x="5126" y="6599"/>
                </a:lnTo>
                <a:lnTo>
                  <a:pt x="5125" y="6599"/>
                </a:lnTo>
                <a:lnTo>
                  <a:pt x="5125" y="6598"/>
                </a:lnTo>
                <a:lnTo>
                  <a:pt x="5126" y="6598"/>
                </a:lnTo>
                <a:lnTo>
                  <a:pt x="5126" y="6597"/>
                </a:lnTo>
                <a:lnTo>
                  <a:pt x="5125" y="6597"/>
                </a:lnTo>
                <a:lnTo>
                  <a:pt x="5124" y="6597"/>
                </a:lnTo>
                <a:lnTo>
                  <a:pt x="5124" y="6596"/>
                </a:lnTo>
                <a:lnTo>
                  <a:pt x="5124" y="6595"/>
                </a:lnTo>
                <a:lnTo>
                  <a:pt x="5124" y="6594"/>
                </a:lnTo>
                <a:lnTo>
                  <a:pt x="5124" y="6593"/>
                </a:lnTo>
                <a:lnTo>
                  <a:pt x="5125" y="6593"/>
                </a:lnTo>
                <a:lnTo>
                  <a:pt x="5125" y="6592"/>
                </a:lnTo>
                <a:lnTo>
                  <a:pt x="5126" y="6592"/>
                </a:lnTo>
                <a:lnTo>
                  <a:pt x="5126" y="6591"/>
                </a:lnTo>
                <a:lnTo>
                  <a:pt x="5127" y="6591"/>
                </a:lnTo>
                <a:lnTo>
                  <a:pt x="5127" y="6592"/>
                </a:lnTo>
                <a:lnTo>
                  <a:pt x="5128" y="6592"/>
                </a:lnTo>
                <a:lnTo>
                  <a:pt x="5128" y="6591"/>
                </a:lnTo>
                <a:lnTo>
                  <a:pt x="5129" y="6591"/>
                </a:lnTo>
                <a:lnTo>
                  <a:pt x="5129" y="6590"/>
                </a:lnTo>
                <a:lnTo>
                  <a:pt x="5128" y="6589"/>
                </a:lnTo>
                <a:lnTo>
                  <a:pt x="5129" y="6589"/>
                </a:lnTo>
                <a:lnTo>
                  <a:pt x="5129" y="6588"/>
                </a:lnTo>
                <a:lnTo>
                  <a:pt x="5128" y="6588"/>
                </a:lnTo>
                <a:lnTo>
                  <a:pt x="5128" y="6587"/>
                </a:lnTo>
                <a:lnTo>
                  <a:pt x="5129" y="6587"/>
                </a:lnTo>
                <a:lnTo>
                  <a:pt x="5128" y="6587"/>
                </a:lnTo>
                <a:lnTo>
                  <a:pt x="5128" y="6586"/>
                </a:lnTo>
                <a:lnTo>
                  <a:pt x="5128" y="6585"/>
                </a:lnTo>
                <a:lnTo>
                  <a:pt x="5128" y="6584"/>
                </a:lnTo>
                <a:lnTo>
                  <a:pt x="5128" y="6582"/>
                </a:lnTo>
                <a:lnTo>
                  <a:pt x="5129" y="6581"/>
                </a:lnTo>
                <a:lnTo>
                  <a:pt x="5129" y="6580"/>
                </a:lnTo>
                <a:lnTo>
                  <a:pt x="5130" y="6580"/>
                </a:lnTo>
                <a:lnTo>
                  <a:pt x="5130" y="6579"/>
                </a:lnTo>
                <a:lnTo>
                  <a:pt x="5130" y="6578"/>
                </a:lnTo>
                <a:lnTo>
                  <a:pt x="5130" y="6577"/>
                </a:lnTo>
                <a:lnTo>
                  <a:pt x="5130" y="6576"/>
                </a:lnTo>
                <a:lnTo>
                  <a:pt x="5131" y="6576"/>
                </a:lnTo>
                <a:lnTo>
                  <a:pt x="5131" y="6575"/>
                </a:lnTo>
                <a:lnTo>
                  <a:pt x="5131" y="6576"/>
                </a:lnTo>
                <a:lnTo>
                  <a:pt x="5131" y="6575"/>
                </a:lnTo>
                <a:lnTo>
                  <a:pt x="5132" y="6575"/>
                </a:lnTo>
                <a:lnTo>
                  <a:pt x="5132" y="6574"/>
                </a:lnTo>
                <a:lnTo>
                  <a:pt x="5132" y="6573"/>
                </a:lnTo>
                <a:lnTo>
                  <a:pt x="5132" y="6572"/>
                </a:lnTo>
                <a:lnTo>
                  <a:pt x="5132" y="6571"/>
                </a:lnTo>
                <a:lnTo>
                  <a:pt x="5132" y="6570"/>
                </a:lnTo>
                <a:lnTo>
                  <a:pt x="5133" y="6570"/>
                </a:lnTo>
                <a:lnTo>
                  <a:pt x="5133" y="6569"/>
                </a:lnTo>
                <a:lnTo>
                  <a:pt x="5133" y="6568"/>
                </a:lnTo>
                <a:lnTo>
                  <a:pt x="5132" y="6568"/>
                </a:lnTo>
                <a:lnTo>
                  <a:pt x="5132" y="6567"/>
                </a:lnTo>
                <a:lnTo>
                  <a:pt x="5133" y="6567"/>
                </a:lnTo>
                <a:lnTo>
                  <a:pt x="5133" y="6566"/>
                </a:lnTo>
                <a:lnTo>
                  <a:pt x="5132" y="6566"/>
                </a:lnTo>
                <a:lnTo>
                  <a:pt x="5133" y="6566"/>
                </a:lnTo>
                <a:lnTo>
                  <a:pt x="5133" y="6565"/>
                </a:lnTo>
                <a:lnTo>
                  <a:pt x="5134" y="6565"/>
                </a:lnTo>
                <a:lnTo>
                  <a:pt x="5135" y="6565"/>
                </a:lnTo>
                <a:lnTo>
                  <a:pt x="5136" y="6565"/>
                </a:lnTo>
                <a:lnTo>
                  <a:pt x="5136" y="6564"/>
                </a:lnTo>
                <a:lnTo>
                  <a:pt x="5136" y="6565"/>
                </a:lnTo>
                <a:lnTo>
                  <a:pt x="5137" y="6565"/>
                </a:lnTo>
                <a:lnTo>
                  <a:pt x="5137" y="6564"/>
                </a:lnTo>
                <a:lnTo>
                  <a:pt x="5137" y="6565"/>
                </a:lnTo>
                <a:lnTo>
                  <a:pt x="5138" y="6565"/>
                </a:lnTo>
                <a:lnTo>
                  <a:pt x="5138" y="6566"/>
                </a:lnTo>
                <a:lnTo>
                  <a:pt x="5138" y="6567"/>
                </a:lnTo>
                <a:lnTo>
                  <a:pt x="5139" y="6567"/>
                </a:lnTo>
                <a:lnTo>
                  <a:pt x="5139" y="6568"/>
                </a:lnTo>
                <a:lnTo>
                  <a:pt x="5139" y="6569"/>
                </a:lnTo>
                <a:lnTo>
                  <a:pt x="5140" y="6569"/>
                </a:lnTo>
                <a:lnTo>
                  <a:pt x="5140" y="6570"/>
                </a:lnTo>
                <a:lnTo>
                  <a:pt x="5141" y="6570"/>
                </a:lnTo>
                <a:lnTo>
                  <a:pt x="5142" y="6570"/>
                </a:lnTo>
                <a:lnTo>
                  <a:pt x="5143" y="6570"/>
                </a:lnTo>
                <a:lnTo>
                  <a:pt x="5144" y="6570"/>
                </a:lnTo>
                <a:lnTo>
                  <a:pt x="5145" y="6570"/>
                </a:lnTo>
                <a:lnTo>
                  <a:pt x="5146" y="6570"/>
                </a:lnTo>
                <a:lnTo>
                  <a:pt x="5146" y="6569"/>
                </a:lnTo>
                <a:lnTo>
                  <a:pt x="5147" y="6569"/>
                </a:lnTo>
                <a:lnTo>
                  <a:pt x="5147" y="6570"/>
                </a:lnTo>
                <a:lnTo>
                  <a:pt x="5148" y="6570"/>
                </a:lnTo>
                <a:lnTo>
                  <a:pt x="5148" y="6569"/>
                </a:lnTo>
                <a:lnTo>
                  <a:pt x="5149" y="6569"/>
                </a:lnTo>
                <a:lnTo>
                  <a:pt x="5149" y="6568"/>
                </a:lnTo>
                <a:lnTo>
                  <a:pt x="5150" y="6569"/>
                </a:lnTo>
                <a:lnTo>
                  <a:pt x="5151" y="6569"/>
                </a:lnTo>
                <a:lnTo>
                  <a:pt x="5152" y="6570"/>
                </a:lnTo>
                <a:lnTo>
                  <a:pt x="5153" y="6569"/>
                </a:lnTo>
                <a:lnTo>
                  <a:pt x="5154" y="6569"/>
                </a:lnTo>
                <a:lnTo>
                  <a:pt x="5154" y="6568"/>
                </a:lnTo>
                <a:lnTo>
                  <a:pt x="5155" y="6568"/>
                </a:lnTo>
                <a:lnTo>
                  <a:pt x="5155" y="6567"/>
                </a:lnTo>
                <a:lnTo>
                  <a:pt x="5155" y="6566"/>
                </a:lnTo>
                <a:lnTo>
                  <a:pt x="5156" y="6566"/>
                </a:lnTo>
                <a:lnTo>
                  <a:pt x="5156" y="6565"/>
                </a:lnTo>
                <a:lnTo>
                  <a:pt x="5156" y="6564"/>
                </a:lnTo>
                <a:lnTo>
                  <a:pt x="5155" y="6564"/>
                </a:lnTo>
                <a:lnTo>
                  <a:pt x="5155" y="6563"/>
                </a:lnTo>
                <a:lnTo>
                  <a:pt x="5155" y="6564"/>
                </a:lnTo>
                <a:lnTo>
                  <a:pt x="5154" y="6564"/>
                </a:lnTo>
                <a:lnTo>
                  <a:pt x="5154" y="6563"/>
                </a:lnTo>
                <a:lnTo>
                  <a:pt x="5153" y="6563"/>
                </a:lnTo>
                <a:lnTo>
                  <a:pt x="5153" y="6562"/>
                </a:lnTo>
                <a:lnTo>
                  <a:pt x="5154" y="6562"/>
                </a:lnTo>
                <a:lnTo>
                  <a:pt x="5155" y="6562"/>
                </a:lnTo>
                <a:lnTo>
                  <a:pt x="5155" y="6561"/>
                </a:lnTo>
                <a:lnTo>
                  <a:pt x="5155" y="6560"/>
                </a:lnTo>
                <a:lnTo>
                  <a:pt x="5156" y="6560"/>
                </a:lnTo>
                <a:lnTo>
                  <a:pt x="5156" y="6559"/>
                </a:lnTo>
                <a:lnTo>
                  <a:pt x="5156" y="6558"/>
                </a:lnTo>
                <a:lnTo>
                  <a:pt x="5155" y="6558"/>
                </a:lnTo>
                <a:lnTo>
                  <a:pt x="5155" y="6557"/>
                </a:lnTo>
                <a:lnTo>
                  <a:pt x="5155" y="6556"/>
                </a:lnTo>
                <a:lnTo>
                  <a:pt x="5156" y="6556"/>
                </a:lnTo>
                <a:lnTo>
                  <a:pt x="5156" y="6555"/>
                </a:lnTo>
                <a:lnTo>
                  <a:pt x="5157" y="6555"/>
                </a:lnTo>
                <a:lnTo>
                  <a:pt x="5156" y="6554"/>
                </a:lnTo>
                <a:lnTo>
                  <a:pt x="5157" y="6554"/>
                </a:lnTo>
                <a:lnTo>
                  <a:pt x="5157" y="6553"/>
                </a:lnTo>
                <a:lnTo>
                  <a:pt x="5157" y="6552"/>
                </a:lnTo>
                <a:lnTo>
                  <a:pt x="5158" y="6552"/>
                </a:lnTo>
                <a:lnTo>
                  <a:pt x="5158" y="6551"/>
                </a:lnTo>
                <a:lnTo>
                  <a:pt x="5159" y="6551"/>
                </a:lnTo>
                <a:lnTo>
                  <a:pt x="5160" y="6551"/>
                </a:lnTo>
                <a:lnTo>
                  <a:pt x="5160" y="6550"/>
                </a:lnTo>
                <a:lnTo>
                  <a:pt x="5161" y="6550"/>
                </a:lnTo>
                <a:lnTo>
                  <a:pt x="5161" y="6549"/>
                </a:lnTo>
                <a:lnTo>
                  <a:pt x="5162" y="6549"/>
                </a:lnTo>
                <a:lnTo>
                  <a:pt x="5162" y="6548"/>
                </a:lnTo>
                <a:lnTo>
                  <a:pt x="5161" y="6548"/>
                </a:lnTo>
                <a:lnTo>
                  <a:pt x="5161" y="6547"/>
                </a:lnTo>
                <a:lnTo>
                  <a:pt x="5160" y="6547"/>
                </a:lnTo>
                <a:lnTo>
                  <a:pt x="5160" y="6546"/>
                </a:lnTo>
                <a:lnTo>
                  <a:pt x="5161" y="6545"/>
                </a:lnTo>
                <a:lnTo>
                  <a:pt x="5162" y="6545"/>
                </a:lnTo>
                <a:lnTo>
                  <a:pt x="5163" y="6545"/>
                </a:lnTo>
                <a:lnTo>
                  <a:pt x="5163" y="6544"/>
                </a:lnTo>
                <a:lnTo>
                  <a:pt x="5163" y="6543"/>
                </a:lnTo>
                <a:lnTo>
                  <a:pt x="5164" y="6543"/>
                </a:lnTo>
                <a:lnTo>
                  <a:pt x="5165" y="6543"/>
                </a:lnTo>
                <a:lnTo>
                  <a:pt x="5165" y="6542"/>
                </a:lnTo>
                <a:lnTo>
                  <a:pt x="5164" y="6542"/>
                </a:lnTo>
                <a:lnTo>
                  <a:pt x="5163" y="6542"/>
                </a:lnTo>
                <a:lnTo>
                  <a:pt x="5163" y="6541"/>
                </a:lnTo>
                <a:lnTo>
                  <a:pt x="5162" y="6541"/>
                </a:lnTo>
                <a:lnTo>
                  <a:pt x="5162" y="6540"/>
                </a:lnTo>
                <a:lnTo>
                  <a:pt x="5163" y="6540"/>
                </a:lnTo>
                <a:lnTo>
                  <a:pt x="5162" y="6540"/>
                </a:lnTo>
                <a:lnTo>
                  <a:pt x="5162" y="6539"/>
                </a:lnTo>
                <a:lnTo>
                  <a:pt x="5162" y="6538"/>
                </a:lnTo>
                <a:lnTo>
                  <a:pt x="5163" y="6538"/>
                </a:lnTo>
                <a:lnTo>
                  <a:pt x="5163" y="6537"/>
                </a:lnTo>
                <a:lnTo>
                  <a:pt x="5162" y="6537"/>
                </a:lnTo>
                <a:lnTo>
                  <a:pt x="5162" y="6536"/>
                </a:lnTo>
                <a:lnTo>
                  <a:pt x="5163" y="6536"/>
                </a:lnTo>
                <a:lnTo>
                  <a:pt x="5164" y="6536"/>
                </a:lnTo>
                <a:lnTo>
                  <a:pt x="5165" y="6535"/>
                </a:lnTo>
                <a:lnTo>
                  <a:pt x="5165" y="6534"/>
                </a:lnTo>
                <a:lnTo>
                  <a:pt x="5166" y="6534"/>
                </a:lnTo>
                <a:lnTo>
                  <a:pt x="5167" y="6534"/>
                </a:lnTo>
                <a:lnTo>
                  <a:pt x="5167" y="6533"/>
                </a:lnTo>
                <a:lnTo>
                  <a:pt x="5167" y="6532"/>
                </a:lnTo>
                <a:lnTo>
                  <a:pt x="5166" y="6532"/>
                </a:lnTo>
                <a:lnTo>
                  <a:pt x="5166" y="6531"/>
                </a:lnTo>
                <a:lnTo>
                  <a:pt x="5167" y="6531"/>
                </a:lnTo>
                <a:lnTo>
                  <a:pt x="5167" y="6532"/>
                </a:lnTo>
                <a:lnTo>
                  <a:pt x="5168" y="6532"/>
                </a:lnTo>
                <a:lnTo>
                  <a:pt x="5168" y="6531"/>
                </a:lnTo>
                <a:lnTo>
                  <a:pt x="5169" y="6531"/>
                </a:lnTo>
                <a:lnTo>
                  <a:pt x="5170" y="6531"/>
                </a:lnTo>
                <a:lnTo>
                  <a:pt x="5171" y="6531"/>
                </a:lnTo>
                <a:lnTo>
                  <a:pt x="5171" y="6530"/>
                </a:lnTo>
                <a:lnTo>
                  <a:pt x="5172" y="6530"/>
                </a:lnTo>
                <a:lnTo>
                  <a:pt x="5173" y="6530"/>
                </a:lnTo>
                <a:lnTo>
                  <a:pt x="5173" y="6529"/>
                </a:lnTo>
                <a:lnTo>
                  <a:pt x="5174" y="6529"/>
                </a:lnTo>
                <a:lnTo>
                  <a:pt x="5173" y="6529"/>
                </a:lnTo>
                <a:lnTo>
                  <a:pt x="5173" y="6528"/>
                </a:lnTo>
                <a:lnTo>
                  <a:pt x="5173" y="6527"/>
                </a:lnTo>
                <a:lnTo>
                  <a:pt x="5174" y="6526"/>
                </a:lnTo>
                <a:lnTo>
                  <a:pt x="5175" y="6526"/>
                </a:lnTo>
                <a:lnTo>
                  <a:pt x="5175" y="6525"/>
                </a:lnTo>
                <a:lnTo>
                  <a:pt x="5175" y="6524"/>
                </a:lnTo>
                <a:lnTo>
                  <a:pt x="5176" y="6524"/>
                </a:lnTo>
                <a:lnTo>
                  <a:pt x="5176" y="6523"/>
                </a:lnTo>
                <a:lnTo>
                  <a:pt x="5175" y="6523"/>
                </a:lnTo>
                <a:lnTo>
                  <a:pt x="5174" y="6523"/>
                </a:lnTo>
                <a:lnTo>
                  <a:pt x="5174" y="6522"/>
                </a:lnTo>
                <a:lnTo>
                  <a:pt x="5173" y="6522"/>
                </a:lnTo>
                <a:lnTo>
                  <a:pt x="5173" y="6521"/>
                </a:lnTo>
                <a:lnTo>
                  <a:pt x="5172" y="6521"/>
                </a:lnTo>
                <a:lnTo>
                  <a:pt x="5172" y="6520"/>
                </a:lnTo>
                <a:lnTo>
                  <a:pt x="5171" y="6520"/>
                </a:lnTo>
                <a:lnTo>
                  <a:pt x="5170" y="6520"/>
                </a:lnTo>
                <a:lnTo>
                  <a:pt x="5169" y="6520"/>
                </a:lnTo>
                <a:lnTo>
                  <a:pt x="5169" y="6521"/>
                </a:lnTo>
                <a:lnTo>
                  <a:pt x="5168" y="6521"/>
                </a:lnTo>
                <a:lnTo>
                  <a:pt x="5168" y="6522"/>
                </a:lnTo>
                <a:lnTo>
                  <a:pt x="5167" y="6522"/>
                </a:lnTo>
                <a:lnTo>
                  <a:pt x="5167" y="6521"/>
                </a:lnTo>
                <a:lnTo>
                  <a:pt x="5167" y="6522"/>
                </a:lnTo>
                <a:lnTo>
                  <a:pt x="5166" y="6522"/>
                </a:lnTo>
                <a:lnTo>
                  <a:pt x="5165" y="6522"/>
                </a:lnTo>
                <a:lnTo>
                  <a:pt x="5165" y="6521"/>
                </a:lnTo>
                <a:lnTo>
                  <a:pt x="5164" y="6521"/>
                </a:lnTo>
                <a:lnTo>
                  <a:pt x="5163" y="6521"/>
                </a:lnTo>
                <a:lnTo>
                  <a:pt x="5163" y="6522"/>
                </a:lnTo>
                <a:lnTo>
                  <a:pt x="5162" y="6522"/>
                </a:lnTo>
                <a:lnTo>
                  <a:pt x="5162" y="6521"/>
                </a:lnTo>
                <a:lnTo>
                  <a:pt x="5163" y="6521"/>
                </a:lnTo>
                <a:lnTo>
                  <a:pt x="5163" y="6520"/>
                </a:lnTo>
                <a:lnTo>
                  <a:pt x="5163" y="6519"/>
                </a:lnTo>
                <a:lnTo>
                  <a:pt x="5162" y="6519"/>
                </a:lnTo>
                <a:lnTo>
                  <a:pt x="5161" y="6519"/>
                </a:lnTo>
                <a:lnTo>
                  <a:pt x="5161" y="6518"/>
                </a:lnTo>
                <a:lnTo>
                  <a:pt x="5160" y="6518"/>
                </a:lnTo>
                <a:lnTo>
                  <a:pt x="5159" y="6517"/>
                </a:lnTo>
                <a:lnTo>
                  <a:pt x="5158" y="6517"/>
                </a:lnTo>
                <a:lnTo>
                  <a:pt x="5158" y="6516"/>
                </a:lnTo>
                <a:lnTo>
                  <a:pt x="5157" y="6516"/>
                </a:lnTo>
                <a:lnTo>
                  <a:pt x="5157" y="6515"/>
                </a:lnTo>
                <a:lnTo>
                  <a:pt x="5156" y="6515"/>
                </a:lnTo>
                <a:lnTo>
                  <a:pt x="5155" y="6515"/>
                </a:lnTo>
                <a:lnTo>
                  <a:pt x="5155" y="6514"/>
                </a:lnTo>
                <a:lnTo>
                  <a:pt x="5154" y="6514"/>
                </a:lnTo>
                <a:lnTo>
                  <a:pt x="5154" y="6513"/>
                </a:lnTo>
                <a:lnTo>
                  <a:pt x="5153" y="6513"/>
                </a:lnTo>
                <a:lnTo>
                  <a:pt x="5153" y="6512"/>
                </a:lnTo>
                <a:lnTo>
                  <a:pt x="5152" y="6512"/>
                </a:lnTo>
                <a:lnTo>
                  <a:pt x="5151" y="6512"/>
                </a:lnTo>
                <a:lnTo>
                  <a:pt x="5151" y="6511"/>
                </a:lnTo>
                <a:lnTo>
                  <a:pt x="5152" y="6511"/>
                </a:lnTo>
                <a:lnTo>
                  <a:pt x="5153" y="6511"/>
                </a:lnTo>
                <a:lnTo>
                  <a:pt x="5153" y="6510"/>
                </a:lnTo>
                <a:lnTo>
                  <a:pt x="5153" y="6509"/>
                </a:lnTo>
                <a:lnTo>
                  <a:pt x="5152" y="6509"/>
                </a:lnTo>
                <a:lnTo>
                  <a:pt x="5152" y="6508"/>
                </a:lnTo>
                <a:lnTo>
                  <a:pt x="5151" y="6508"/>
                </a:lnTo>
                <a:lnTo>
                  <a:pt x="5151" y="6507"/>
                </a:lnTo>
                <a:lnTo>
                  <a:pt x="5150" y="6507"/>
                </a:lnTo>
                <a:lnTo>
                  <a:pt x="5149" y="6507"/>
                </a:lnTo>
                <a:lnTo>
                  <a:pt x="5148" y="6507"/>
                </a:lnTo>
                <a:lnTo>
                  <a:pt x="5148" y="6506"/>
                </a:lnTo>
                <a:lnTo>
                  <a:pt x="5147" y="6507"/>
                </a:lnTo>
                <a:lnTo>
                  <a:pt x="5146" y="6507"/>
                </a:lnTo>
                <a:lnTo>
                  <a:pt x="5145" y="6507"/>
                </a:lnTo>
                <a:lnTo>
                  <a:pt x="5145" y="6506"/>
                </a:lnTo>
                <a:lnTo>
                  <a:pt x="5145" y="6507"/>
                </a:lnTo>
                <a:lnTo>
                  <a:pt x="5144" y="6507"/>
                </a:lnTo>
                <a:lnTo>
                  <a:pt x="5144" y="6506"/>
                </a:lnTo>
                <a:lnTo>
                  <a:pt x="5144" y="6507"/>
                </a:lnTo>
                <a:lnTo>
                  <a:pt x="5144" y="6506"/>
                </a:lnTo>
                <a:lnTo>
                  <a:pt x="5143" y="6507"/>
                </a:lnTo>
                <a:lnTo>
                  <a:pt x="5143" y="6508"/>
                </a:lnTo>
                <a:lnTo>
                  <a:pt x="5143" y="6509"/>
                </a:lnTo>
                <a:lnTo>
                  <a:pt x="5143" y="6510"/>
                </a:lnTo>
                <a:lnTo>
                  <a:pt x="5142" y="6510"/>
                </a:lnTo>
                <a:lnTo>
                  <a:pt x="5142" y="6511"/>
                </a:lnTo>
                <a:lnTo>
                  <a:pt x="5141" y="6511"/>
                </a:lnTo>
                <a:lnTo>
                  <a:pt x="5141" y="6512"/>
                </a:lnTo>
                <a:lnTo>
                  <a:pt x="5140" y="6512"/>
                </a:lnTo>
                <a:lnTo>
                  <a:pt x="5140" y="6511"/>
                </a:lnTo>
                <a:lnTo>
                  <a:pt x="5139" y="6511"/>
                </a:lnTo>
                <a:lnTo>
                  <a:pt x="5139" y="6510"/>
                </a:lnTo>
                <a:lnTo>
                  <a:pt x="5138" y="6510"/>
                </a:lnTo>
                <a:lnTo>
                  <a:pt x="5138" y="6509"/>
                </a:lnTo>
                <a:lnTo>
                  <a:pt x="5138" y="6508"/>
                </a:lnTo>
                <a:lnTo>
                  <a:pt x="5137" y="6507"/>
                </a:lnTo>
                <a:lnTo>
                  <a:pt x="5137" y="6508"/>
                </a:lnTo>
                <a:lnTo>
                  <a:pt x="5137" y="6507"/>
                </a:lnTo>
                <a:lnTo>
                  <a:pt x="5136" y="6507"/>
                </a:lnTo>
                <a:lnTo>
                  <a:pt x="5136" y="6508"/>
                </a:lnTo>
                <a:lnTo>
                  <a:pt x="5136" y="6507"/>
                </a:lnTo>
                <a:lnTo>
                  <a:pt x="5136" y="6506"/>
                </a:lnTo>
                <a:lnTo>
                  <a:pt x="5135" y="6506"/>
                </a:lnTo>
                <a:lnTo>
                  <a:pt x="5134" y="6506"/>
                </a:lnTo>
                <a:lnTo>
                  <a:pt x="5133" y="6504"/>
                </a:lnTo>
                <a:lnTo>
                  <a:pt x="5133" y="6503"/>
                </a:lnTo>
                <a:lnTo>
                  <a:pt x="5132" y="6503"/>
                </a:lnTo>
                <a:lnTo>
                  <a:pt x="5132" y="6502"/>
                </a:lnTo>
                <a:lnTo>
                  <a:pt x="5133" y="6502"/>
                </a:lnTo>
                <a:lnTo>
                  <a:pt x="5132" y="6502"/>
                </a:lnTo>
                <a:lnTo>
                  <a:pt x="5132" y="6501"/>
                </a:lnTo>
                <a:lnTo>
                  <a:pt x="5131" y="6501"/>
                </a:lnTo>
                <a:lnTo>
                  <a:pt x="5131" y="6499"/>
                </a:lnTo>
                <a:lnTo>
                  <a:pt x="5131" y="6500"/>
                </a:lnTo>
                <a:lnTo>
                  <a:pt x="5131" y="6499"/>
                </a:lnTo>
                <a:lnTo>
                  <a:pt x="5130" y="6499"/>
                </a:lnTo>
                <a:lnTo>
                  <a:pt x="5129" y="6499"/>
                </a:lnTo>
                <a:lnTo>
                  <a:pt x="5129" y="6498"/>
                </a:lnTo>
                <a:lnTo>
                  <a:pt x="5128" y="6498"/>
                </a:lnTo>
                <a:lnTo>
                  <a:pt x="5128" y="6499"/>
                </a:lnTo>
                <a:lnTo>
                  <a:pt x="5127" y="6499"/>
                </a:lnTo>
                <a:lnTo>
                  <a:pt x="5127" y="6500"/>
                </a:lnTo>
                <a:lnTo>
                  <a:pt x="5126" y="6500"/>
                </a:lnTo>
                <a:lnTo>
                  <a:pt x="5125" y="6500"/>
                </a:lnTo>
                <a:lnTo>
                  <a:pt x="5125" y="6501"/>
                </a:lnTo>
                <a:lnTo>
                  <a:pt x="5124" y="6501"/>
                </a:lnTo>
                <a:lnTo>
                  <a:pt x="5123" y="6501"/>
                </a:lnTo>
                <a:lnTo>
                  <a:pt x="5123" y="6500"/>
                </a:lnTo>
                <a:lnTo>
                  <a:pt x="5123" y="6501"/>
                </a:lnTo>
                <a:lnTo>
                  <a:pt x="5122" y="6500"/>
                </a:lnTo>
                <a:lnTo>
                  <a:pt x="5121" y="6500"/>
                </a:lnTo>
                <a:lnTo>
                  <a:pt x="5120" y="6500"/>
                </a:lnTo>
                <a:lnTo>
                  <a:pt x="5120" y="6499"/>
                </a:lnTo>
                <a:lnTo>
                  <a:pt x="5120" y="6500"/>
                </a:lnTo>
                <a:lnTo>
                  <a:pt x="5120" y="6499"/>
                </a:lnTo>
                <a:lnTo>
                  <a:pt x="5120" y="6498"/>
                </a:lnTo>
                <a:lnTo>
                  <a:pt x="5119" y="6498"/>
                </a:lnTo>
                <a:lnTo>
                  <a:pt x="5119" y="6497"/>
                </a:lnTo>
                <a:lnTo>
                  <a:pt x="5118" y="6497"/>
                </a:lnTo>
                <a:lnTo>
                  <a:pt x="5117" y="6497"/>
                </a:lnTo>
                <a:lnTo>
                  <a:pt x="5117" y="6496"/>
                </a:lnTo>
                <a:lnTo>
                  <a:pt x="5116" y="6496"/>
                </a:lnTo>
                <a:lnTo>
                  <a:pt x="5116" y="6495"/>
                </a:lnTo>
                <a:lnTo>
                  <a:pt x="5115" y="6495"/>
                </a:lnTo>
                <a:lnTo>
                  <a:pt x="5115" y="6496"/>
                </a:lnTo>
                <a:lnTo>
                  <a:pt x="5114" y="6496"/>
                </a:lnTo>
                <a:lnTo>
                  <a:pt x="5113" y="6496"/>
                </a:lnTo>
                <a:lnTo>
                  <a:pt x="5113" y="6497"/>
                </a:lnTo>
                <a:lnTo>
                  <a:pt x="5113" y="6498"/>
                </a:lnTo>
                <a:lnTo>
                  <a:pt x="5113" y="6499"/>
                </a:lnTo>
                <a:lnTo>
                  <a:pt x="5112" y="6499"/>
                </a:lnTo>
                <a:lnTo>
                  <a:pt x="5112" y="6500"/>
                </a:lnTo>
                <a:lnTo>
                  <a:pt x="5111" y="6500"/>
                </a:lnTo>
                <a:lnTo>
                  <a:pt x="5112" y="6500"/>
                </a:lnTo>
                <a:lnTo>
                  <a:pt x="5112" y="6501"/>
                </a:lnTo>
                <a:lnTo>
                  <a:pt x="5111" y="6501"/>
                </a:lnTo>
                <a:lnTo>
                  <a:pt x="5111" y="6502"/>
                </a:lnTo>
                <a:lnTo>
                  <a:pt x="5112" y="6502"/>
                </a:lnTo>
                <a:lnTo>
                  <a:pt x="5112" y="6503"/>
                </a:lnTo>
                <a:lnTo>
                  <a:pt x="5112" y="6504"/>
                </a:lnTo>
                <a:lnTo>
                  <a:pt x="5111" y="6504"/>
                </a:lnTo>
                <a:lnTo>
                  <a:pt x="5110" y="6504"/>
                </a:lnTo>
                <a:lnTo>
                  <a:pt x="5109" y="6504"/>
                </a:lnTo>
                <a:lnTo>
                  <a:pt x="5110" y="6504"/>
                </a:lnTo>
                <a:lnTo>
                  <a:pt x="5110" y="6505"/>
                </a:lnTo>
                <a:lnTo>
                  <a:pt x="5109" y="6505"/>
                </a:lnTo>
                <a:lnTo>
                  <a:pt x="5108" y="6505"/>
                </a:lnTo>
                <a:lnTo>
                  <a:pt x="5108" y="6504"/>
                </a:lnTo>
                <a:lnTo>
                  <a:pt x="5108" y="6505"/>
                </a:lnTo>
                <a:lnTo>
                  <a:pt x="5108" y="6504"/>
                </a:lnTo>
                <a:lnTo>
                  <a:pt x="5107" y="6504"/>
                </a:lnTo>
                <a:lnTo>
                  <a:pt x="5107" y="6503"/>
                </a:lnTo>
                <a:lnTo>
                  <a:pt x="5107" y="6504"/>
                </a:lnTo>
                <a:lnTo>
                  <a:pt x="5106" y="6504"/>
                </a:lnTo>
                <a:lnTo>
                  <a:pt x="5106" y="6505"/>
                </a:lnTo>
                <a:lnTo>
                  <a:pt x="5105" y="6505"/>
                </a:lnTo>
                <a:lnTo>
                  <a:pt x="5105" y="6506"/>
                </a:lnTo>
                <a:lnTo>
                  <a:pt x="5104" y="6506"/>
                </a:lnTo>
                <a:lnTo>
                  <a:pt x="5104" y="6505"/>
                </a:lnTo>
                <a:lnTo>
                  <a:pt x="5103" y="6505"/>
                </a:lnTo>
                <a:lnTo>
                  <a:pt x="5102" y="6505"/>
                </a:lnTo>
                <a:lnTo>
                  <a:pt x="5101" y="6505"/>
                </a:lnTo>
                <a:lnTo>
                  <a:pt x="5101" y="6506"/>
                </a:lnTo>
                <a:lnTo>
                  <a:pt x="5101" y="6507"/>
                </a:lnTo>
                <a:lnTo>
                  <a:pt x="5100" y="6507"/>
                </a:lnTo>
                <a:lnTo>
                  <a:pt x="5100" y="6508"/>
                </a:lnTo>
                <a:lnTo>
                  <a:pt x="5099" y="6508"/>
                </a:lnTo>
                <a:lnTo>
                  <a:pt x="5099" y="6509"/>
                </a:lnTo>
                <a:lnTo>
                  <a:pt x="5098" y="6509"/>
                </a:lnTo>
                <a:lnTo>
                  <a:pt x="5098" y="6508"/>
                </a:lnTo>
                <a:lnTo>
                  <a:pt x="5098" y="6507"/>
                </a:lnTo>
                <a:lnTo>
                  <a:pt x="5097" y="6507"/>
                </a:lnTo>
                <a:lnTo>
                  <a:pt x="5096" y="6507"/>
                </a:lnTo>
                <a:lnTo>
                  <a:pt x="5095" y="6507"/>
                </a:lnTo>
                <a:lnTo>
                  <a:pt x="5095" y="6508"/>
                </a:lnTo>
                <a:lnTo>
                  <a:pt x="5095" y="6509"/>
                </a:lnTo>
                <a:lnTo>
                  <a:pt x="5095" y="6510"/>
                </a:lnTo>
                <a:lnTo>
                  <a:pt x="5096" y="6510"/>
                </a:lnTo>
                <a:lnTo>
                  <a:pt x="5095" y="6510"/>
                </a:lnTo>
                <a:lnTo>
                  <a:pt x="5094" y="6510"/>
                </a:lnTo>
                <a:lnTo>
                  <a:pt x="5094" y="6511"/>
                </a:lnTo>
                <a:lnTo>
                  <a:pt x="5094" y="6510"/>
                </a:lnTo>
                <a:lnTo>
                  <a:pt x="5093" y="6510"/>
                </a:lnTo>
                <a:lnTo>
                  <a:pt x="5093" y="6509"/>
                </a:lnTo>
                <a:lnTo>
                  <a:pt x="5092" y="6509"/>
                </a:lnTo>
                <a:lnTo>
                  <a:pt x="5092" y="6510"/>
                </a:lnTo>
                <a:lnTo>
                  <a:pt x="5092" y="6509"/>
                </a:lnTo>
                <a:lnTo>
                  <a:pt x="5092" y="6510"/>
                </a:lnTo>
                <a:lnTo>
                  <a:pt x="5091" y="6509"/>
                </a:lnTo>
                <a:lnTo>
                  <a:pt x="5090" y="6509"/>
                </a:lnTo>
                <a:lnTo>
                  <a:pt x="5089" y="6509"/>
                </a:lnTo>
                <a:lnTo>
                  <a:pt x="5088" y="6509"/>
                </a:lnTo>
                <a:lnTo>
                  <a:pt x="5087" y="6509"/>
                </a:lnTo>
                <a:lnTo>
                  <a:pt x="5086" y="6509"/>
                </a:lnTo>
                <a:lnTo>
                  <a:pt x="5086" y="6510"/>
                </a:lnTo>
                <a:lnTo>
                  <a:pt x="5086" y="6511"/>
                </a:lnTo>
                <a:lnTo>
                  <a:pt x="5085" y="6511"/>
                </a:lnTo>
                <a:lnTo>
                  <a:pt x="5085" y="6512"/>
                </a:lnTo>
                <a:lnTo>
                  <a:pt x="5086" y="6512"/>
                </a:lnTo>
                <a:lnTo>
                  <a:pt x="5085" y="6512"/>
                </a:lnTo>
                <a:lnTo>
                  <a:pt x="5085" y="6513"/>
                </a:lnTo>
                <a:lnTo>
                  <a:pt x="5085" y="6514"/>
                </a:lnTo>
                <a:lnTo>
                  <a:pt x="5084" y="6514"/>
                </a:lnTo>
                <a:lnTo>
                  <a:pt x="5084" y="6515"/>
                </a:lnTo>
                <a:lnTo>
                  <a:pt x="5083" y="6515"/>
                </a:lnTo>
                <a:lnTo>
                  <a:pt x="5082" y="6515"/>
                </a:lnTo>
                <a:lnTo>
                  <a:pt x="5082" y="6514"/>
                </a:lnTo>
                <a:lnTo>
                  <a:pt x="5082" y="6513"/>
                </a:lnTo>
                <a:lnTo>
                  <a:pt x="5081" y="6513"/>
                </a:lnTo>
                <a:lnTo>
                  <a:pt x="5081" y="6514"/>
                </a:lnTo>
                <a:lnTo>
                  <a:pt x="5081" y="6513"/>
                </a:lnTo>
                <a:lnTo>
                  <a:pt x="5080" y="6513"/>
                </a:lnTo>
                <a:lnTo>
                  <a:pt x="5080" y="6512"/>
                </a:lnTo>
                <a:lnTo>
                  <a:pt x="5079" y="6512"/>
                </a:lnTo>
                <a:lnTo>
                  <a:pt x="5079" y="6511"/>
                </a:lnTo>
                <a:lnTo>
                  <a:pt x="5078" y="6511"/>
                </a:lnTo>
                <a:lnTo>
                  <a:pt x="5078" y="6512"/>
                </a:lnTo>
                <a:lnTo>
                  <a:pt x="5077" y="6512"/>
                </a:lnTo>
                <a:lnTo>
                  <a:pt x="5077" y="6513"/>
                </a:lnTo>
                <a:lnTo>
                  <a:pt x="5077" y="6512"/>
                </a:lnTo>
                <a:lnTo>
                  <a:pt x="5076" y="6512"/>
                </a:lnTo>
                <a:lnTo>
                  <a:pt x="5076" y="6513"/>
                </a:lnTo>
                <a:lnTo>
                  <a:pt x="5075" y="6513"/>
                </a:lnTo>
                <a:lnTo>
                  <a:pt x="5075" y="6512"/>
                </a:lnTo>
                <a:lnTo>
                  <a:pt x="5074" y="6512"/>
                </a:lnTo>
                <a:lnTo>
                  <a:pt x="5074" y="6511"/>
                </a:lnTo>
                <a:lnTo>
                  <a:pt x="5073" y="6511"/>
                </a:lnTo>
                <a:lnTo>
                  <a:pt x="5072" y="6511"/>
                </a:lnTo>
                <a:lnTo>
                  <a:pt x="5072" y="6512"/>
                </a:lnTo>
                <a:lnTo>
                  <a:pt x="5071" y="6512"/>
                </a:lnTo>
                <a:lnTo>
                  <a:pt x="5070" y="6512"/>
                </a:lnTo>
                <a:lnTo>
                  <a:pt x="5069" y="6512"/>
                </a:lnTo>
                <a:lnTo>
                  <a:pt x="5069" y="6511"/>
                </a:lnTo>
                <a:lnTo>
                  <a:pt x="5068" y="6511"/>
                </a:lnTo>
                <a:lnTo>
                  <a:pt x="5067" y="6511"/>
                </a:lnTo>
                <a:lnTo>
                  <a:pt x="5066" y="6511"/>
                </a:lnTo>
                <a:lnTo>
                  <a:pt x="5066" y="6510"/>
                </a:lnTo>
                <a:lnTo>
                  <a:pt x="5065" y="6510"/>
                </a:lnTo>
                <a:lnTo>
                  <a:pt x="5066" y="6510"/>
                </a:lnTo>
                <a:lnTo>
                  <a:pt x="5067" y="6510"/>
                </a:lnTo>
                <a:lnTo>
                  <a:pt x="5067" y="6509"/>
                </a:lnTo>
                <a:lnTo>
                  <a:pt x="5066" y="6509"/>
                </a:lnTo>
                <a:lnTo>
                  <a:pt x="5065" y="6509"/>
                </a:lnTo>
                <a:lnTo>
                  <a:pt x="5065" y="6508"/>
                </a:lnTo>
                <a:lnTo>
                  <a:pt x="5064" y="6508"/>
                </a:lnTo>
                <a:lnTo>
                  <a:pt x="5064" y="6507"/>
                </a:lnTo>
                <a:lnTo>
                  <a:pt x="5065" y="6507"/>
                </a:lnTo>
                <a:lnTo>
                  <a:pt x="5065" y="6506"/>
                </a:lnTo>
                <a:lnTo>
                  <a:pt x="5065" y="6507"/>
                </a:lnTo>
                <a:lnTo>
                  <a:pt x="5066" y="6507"/>
                </a:lnTo>
                <a:lnTo>
                  <a:pt x="5066" y="6506"/>
                </a:lnTo>
                <a:lnTo>
                  <a:pt x="5066" y="6505"/>
                </a:lnTo>
                <a:lnTo>
                  <a:pt x="5066" y="6504"/>
                </a:lnTo>
                <a:lnTo>
                  <a:pt x="5066" y="6505"/>
                </a:lnTo>
                <a:lnTo>
                  <a:pt x="5067" y="6505"/>
                </a:lnTo>
                <a:lnTo>
                  <a:pt x="5067" y="6504"/>
                </a:lnTo>
                <a:lnTo>
                  <a:pt x="5067" y="6503"/>
                </a:lnTo>
                <a:lnTo>
                  <a:pt x="5066" y="6503"/>
                </a:lnTo>
                <a:lnTo>
                  <a:pt x="5066" y="6502"/>
                </a:lnTo>
                <a:lnTo>
                  <a:pt x="5065" y="6502"/>
                </a:lnTo>
                <a:lnTo>
                  <a:pt x="5065" y="6501"/>
                </a:lnTo>
                <a:lnTo>
                  <a:pt x="5064" y="6501"/>
                </a:lnTo>
                <a:lnTo>
                  <a:pt x="5064" y="6500"/>
                </a:lnTo>
                <a:lnTo>
                  <a:pt x="5063" y="6500"/>
                </a:lnTo>
                <a:lnTo>
                  <a:pt x="5063" y="6499"/>
                </a:lnTo>
                <a:lnTo>
                  <a:pt x="5062" y="6499"/>
                </a:lnTo>
                <a:lnTo>
                  <a:pt x="5062" y="6498"/>
                </a:lnTo>
                <a:lnTo>
                  <a:pt x="5062" y="6497"/>
                </a:lnTo>
                <a:lnTo>
                  <a:pt x="5061" y="6497"/>
                </a:lnTo>
                <a:lnTo>
                  <a:pt x="5061" y="6496"/>
                </a:lnTo>
                <a:lnTo>
                  <a:pt x="5061" y="6495"/>
                </a:lnTo>
                <a:lnTo>
                  <a:pt x="5062" y="6495"/>
                </a:lnTo>
                <a:lnTo>
                  <a:pt x="5061" y="6495"/>
                </a:lnTo>
                <a:lnTo>
                  <a:pt x="5060" y="6495"/>
                </a:lnTo>
                <a:lnTo>
                  <a:pt x="5060" y="6494"/>
                </a:lnTo>
                <a:lnTo>
                  <a:pt x="5059" y="6494"/>
                </a:lnTo>
                <a:lnTo>
                  <a:pt x="5059" y="6493"/>
                </a:lnTo>
                <a:lnTo>
                  <a:pt x="5058" y="6493"/>
                </a:lnTo>
                <a:lnTo>
                  <a:pt x="5058" y="6492"/>
                </a:lnTo>
                <a:lnTo>
                  <a:pt x="5057" y="6492"/>
                </a:lnTo>
                <a:lnTo>
                  <a:pt x="5057" y="6491"/>
                </a:lnTo>
                <a:lnTo>
                  <a:pt x="5056" y="6491"/>
                </a:lnTo>
                <a:lnTo>
                  <a:pt x="5056" y="6490"/>
                </a:lnTo>
                <a:lnTo>
                  <a:pt x="5055" y="6489"/>
                </a:lnTo>
                <a:lnTo>
                  <a:pt x="5054" y="6489"/>
                </a:lnTo>
                <a:lnTo>
                  <a:pt x="5054" y="6488"/>
                </a:lnTo>
                <a:lnTo>
                  <a:pt x="5054" y="6489"/>
                </a:lnTo>
                <a:lnTo>
                  <a:pt x="5053" y="6489"/>
                </a:lnTo>
                <a:lnTo>
                  <a:pt x="5053" y="6488"/>
                </a:lnTo>
                <a:lnTo>
                  <a:pt x="5052" y="6488"/>
                </a:lnTo>
                <a:lnTo>
                  <a:pt x="5051" y="6488"/>
                </a:lnTo>
                <a:lnTo>
                  <a:pt x="5051" y="6489"/>
                </a:lnTo>
                <a:lnTo>
                  <a:pt x="5050" y="6489"/>
                </a:lnTo>
                <a:lnTo>
                  <a:pt x="5049" y="6489"/>
                </a:lnTo>
                <a:lnTo>
                  <a:pt x="5048" y="6489"/>
                </a:lnTo>
                <a:lnTo>
                  <a:pt x="5047" y="6489"/>
                </a:lnTo>
                <a:lnTo>
                  <a:pt x="5047" y="6488"/>
                </a:lnTo>
                <a:lnTo>
                  <a:pt x="5046" y="6488"/>
                </a:lnTo>
                <a:lnTo>
                  <a:pt x="5045" y="6488"/>
                </a:lnTo>
                <a:lnTo>
                  <a:pt x="5045" y="6487"/>
                </a:lnTo>
                <a:lnTo>
                  <a:pt x="5044" y="6487"/>
                </a:lnTo>
                <a:lnTo>
                  <a:pt x="5043" y="6487"/>
                </a:lnTo>
                <a:lnTo>
                  <a:pt x="5042" y="6487"/>
                </a:lnTo>
                <a:lnTo>
                  <a:pt x="5041" y="6487"/>
                </a:lnTo>
                <a:lnTo>
                  <a:pt x="5041" y="6488"/>
                </a:lnTo>
                <a:lnTo>
                  <a:pt x="5040" y="6488"/>
                </a:lnTo>
                <a:lnTo>
                  <a:pt x="5039" y="6488"/>
                </a:lnTo>
                <a:lnTo>
                  <a:pt x="5039" y="6489"/>
                </a:lnTo>
                <a:lnTo>
                  <a:pt x="5038" y="6489"/>
                </a:lnTo>
                <a:lnTo>
                  <a:pt x="5038" y="6488"/>
                </a:lnTo>
                <a:lnTo>
                  <a:pt x="5037" y="6488"/>
                </a:lnTo>
                <a:lnTo>
                  <a:pt x="5036" y="6488"/>
                </a:lnTo>
                <a:lnTo>
                  <a:pt x="5036" y="6489"/>
                </a:lnTo>
                <a:lnTo>
                  <a:pt x="5035" y="6489"/>
                </a:lnTo>
                <a:lnTo>
                  <a:pt x="5035" y="6488"/>
                </a:lnTo>
                <a:lnTo>
                  <a:pt x="5035" y="6487"/>
                </a:lnTo>
                <a:lnTo>
                  <a:pt x="5034" y="6487"/>
                </a:lnTo>
                <a:lnTo>
                  <a:pt x="5034" y="6488"/>
                </a:lnTo>
                <a:lnTo>
                  <a:pt x="5033" y="6488"/>
                </a:lnTo>
                <a:lnTo>
                  <a:pt x="5033" y="6487"/>
                </a:lnTo>
                <a:lnTo>
                  <a:pt x="5033" y="6486"/>
                </a:lnTo>
                <a:lnTo>
                  <a:pt x="5032" y="6486"/>
                </a:lnTo>
                <a:lnTo>
                  <a:pt x="5031" y="6486"/>
                </a:lnTo>
                <a:lnTo>
                  <a:pt x="5030" y="6486"/>
                </a:lnTo>
                <a:lnTo>
                  <a:pt x="5030" y="6487"/>
                </a:lnTo>
                <a:lnTo>
                  <a:pt x="5029" y="6487"/>
                </a:lnTo>
                <a:lnTo>
                  <a:pt x="5029" y="6488"/>
                </a:lnTo>
                <a:lnTo>
                  <a:pt x="5028" y="6488"/>
                </a:lnTo>
                <a:lnTo>
                  <a:pt x="5027" y="6488"/>
                </a:lnTo>
                <a:lnTo>
                  <a:pt x="5027" y="6487"/>
                </a:lnTo>
                <a:lnTo>
                  <a:pt x="5026" y="6487"/>
                </a:lnTo>
                <a:lnTo>
                  <a:pt x="5026" y="6488"/>
                </a:lnTo>
                <a:lnTo>
                  <a:pt x="5025" y="6488"/>
                </a:lnTo>
                <a:lnTo>
                  <a:pt x="5024" y="6488"/>
                </a:lnTo>
                <a:lnTo>
                  <a:pt x="5024" y="6487"/>
                </a:lnTo>
                <a:lnTo>
                  <a:pt x="5023" y="6487"/>
                </a:lnTo>
                <a:lnTo>
                  <a:pt x="5023" y="6488"/>
                </a:lnTo>
                <a:lnTo>
                  <a:pt x="5022" y="6488"/>
                </a:lnTo>
                <a:lnTo>
                  <a:pt x="5022" y="6487"/>
                </a:lnTo>
                <a:lnTo>
                  <a:pt x="5021" y="6488"/>
                </a:lnTo>
                <a:lnTo>
                  <a:pt x="5020" y="6488"/>
                </a:lnTo>
                <a:lnTo>
                  <a:pt x="5019" y="6488"/>
                </a:lnTo>
                <a:lnTo>
                  <a:pt x="5018" y="6488"/>
                </a:lnTo>
                <a:lnTo>
                  <a:pt x="5017" y="6488"/>
                </a:lnTo>
                <a:lnTo>
                  <a:pt x="5017" y="6489"/>
                </a:lnTo>
                <a:lnTo>
                  <a:pt x="5017" y="6490"/>
                </a:lnTo>
                <a:lnTo>
                  <a:pt x="5017" y="6491"/>
                </a:lnTo>
                <a:lnTo>
                  <a:pt x="5018" y="6491"/>
                </a:lnTo>
                <a:lnTo>
                  <a:pt x="5018" y="6492"/>
                </a:lnTo>
                <a:lnTo>
                  <a:pt x="5018" y="6493"/>
                </a:lnTo>
                <a:lnTo>
                  <a:pt x="5018" y="6494"/>
                </a:lnTo>
                <a:lnTo>
                  <a:pt x="5017" y="6495"/>
                </a:lnTo>
                <a:lnTo>
                  <a:pt x="5017" y="6496"/>
                </a:lnTo>
                <a:lnTo>
                  <a:pt x="5017" y="6497"/>
                </a:lnTo>
                <a:lnTo>
                  <a:pt x="5016" y="6497"/>
                </a:lnTo>
                <a:lnTo>
                  <a:pt x="5016" y="6498"/>
                </a:lnTo>
                <a:lnTo>
                  <a:pt x="5015" y="6498"/>
                </a:lnTo>
                <a:lnTo>
                  <a:pt x="5014" y="6498"/>
                </a:lnTo>
                <a:lnTo>
                  <a:pt x="5013" y="6498"/>
                </a:lnTo>
                <a:lnTo>
                  <a:pt x="5013" y="6497"/>
                </a:lnTo>
                <a:lnTo>
                  <a:pt x="5012" y="6497"/>
                </a:lnTo>
                <a:lnTo>
                  <a:pt x="5011" y="6497"/>
                </a:lnTo>
                <a:lnTo>
                  <a:pt x="5011" y="6496"/>
                </a:lnTo>
                <a:lnTo>
                  <a:pt x="5010" y="6496"/>
                </a:lnTo>
                <a:lnTo>
                  <a:pt x="5009" y="6496"/>
                </a:lnTo>
                <a:lnTo>
                  <a:pt x="5008" y="6496"/>
                </a:lnTo>
                <a:lnTo>
                  <a:pt x="5008" y="6497"/>
                </a:lnTo>
                <a:lnTo>
                  <a:pt x="5008" y="6498"/>
                </a:lnTo>
                <a:lnTo>
                  <a:pt x="5007" y="6498"/>
                </a:lnTo>
                <a:lnTo>
                  <a:pt x="5007" y="6499"/>
                </a:lnTo>
                <a:lnTo>
                  <a:pt x="5006" y="6499"/>
                </a:lnTo>
                <a:lnTo>
                  <a:pt x="5005" y="6499"/>
                </a:lnTo>
                <a:lnTo>
                  <a:pt x="5005" y="6498"/>
                </a:lnTo>
                <a:lnTo>
                  <a:pt x="5004" y="6498"/>
                </a:lnTo>
                <a:lnTo>
                  <a:pt x="5004" y="6499"/>
                </a:lnTo>
                <a:lnTo>
                  <a:pt x="5004" y="6498"/>
                </a:lnTo>
                <a:lnTo>
                  <a:pt x="5003" y="6498"/>
                </a:lnTo>
                <a:lnTo>
                  <a:pt x="5003" y="6497"/>
                </a:lnTo>
                <a:lnTo>
                  <a:pt x="5002" y="6497"/>
                </a:lnTo>
                <a:lnTo>
                  <a:pt x="5001" y="6497"/>
                </a:lnTo>
                <a:lnTo>
                  <a:pt x="5001" y="6498"/>
                </a:lnTo>
                <a:lnTo>
                  <a:pt x="5000" y="6498"/>
                </a:lnTo>
                <a:lnTo>
                  <a:pt x="4999" y="6498"/>
                </a:lnTo>
                <a:lnTo>
                  <a:pt x="4999" y="6499"/>
                </a:lnTo>
                <a:lnTo>
                  <a:pt x="4998" y="6499"/>
                </a:lnTo>
                <a:lnTo>
                  <a:pt x="4998" y="6498"/>
                </a:lnTo>
                <a:lnTo>
                  <a:pt x="4998" y="6499"/>
                </a:lnTo>
                <a:lnTo>
                  <a:pt x="4997" y="6499"/>
                </a:lnTo>
                <a:lnTo>
                  <a:pt x="4996" y="6499"/>
                </a:lnTo>
                <a:lnTo>
                  <a:pt x="4995" y="6499"/>
                </a:lnTo>
                <a:lnTo>
                  <a:pt x="4995" y="6500"/>
                </a:lnTo>
                <a:lnTo>
                  <a:pt x="4995" y="6501"/>
                </a:lnTo>
                <a:lnTo>
                  <a:pt x="4994" y="6501"/>
                </a:lnTo>
                <a:lnTo>
                  <a:pt x="4994" y="6502"/>
                </a:lnTo>
                <a:lnTo>
                  <a:pt x="4995" y="6502"/>
                </a:lnTo>
                <a:lnTo>
                  <a:pt x="4995" y="6503"/>
                </a:lnTo>
                <a:lnTo>
                  <a:pt x="4994" y="6503"/>
                </a:lnTo>
                <a:lnTo>
                  <a:pt x="4993" y="6503"/>
                </a:lnTo>
                <a:lnTo>
                  <a:pt x="4992" y="6502"/>
                </a:lnTo>
                <a:lnTo>
                  <a:pt x="4992" y="6501"/>
                </a:lnTo>
                <a:lnTo>
                  <a:pt x="4992" y="6500"/>
                </a:lnTo>
                <a:lnTo>
                  <a:pt x="4992" y="6499"/>
                </a:lnTo>
                <a:lnTo>
                  <a:pt x="4991" y="6499"/>
                </a:lnTo>
                <a:lnTo>
                  <a:pt x="4990" y="6499"/>
                </a:lnTo>
                <a:lnTo>
                  <a:pt x="4990" y="6498"/>
                </a:lnTo>
                <a:lnTo>
                  <a:pt x="4989" y="6498"/>
                </a:lnTo>
                <a:lnTo>
                  <a:pt x="4989" y="6497"/>
                </a:lnTo>
                <a:lnTo>
                  <a:pt x="4989" y="6496"/>
                </a:lnTo>
                <a:lnTo>
                  <a:pt x="4988" y="6495"/>
                </a:lnTo>
                <a:lnTo>
                  <a:pt x="4987" y="6495"/>
                </a:lnTo>
                <a:lnTo>
                  <a:pt x="4987" y="6494"/>
                </a:lnTo>
                <a:lnTo>
                  <a:pt x="4988" y="6494"/>
                </a:lnTo>
                <a:lnTo>
                  <a:pt x="4988" y="6495"/>
                </a:lnTo>
                <a:lnTo>
                  <a:pt x="4988" y="6494"/>
                </a:lnTo>
                <a:lnTo>
                  <a:pt x="4989" y="6494"/>
                </a:lnTo>
                <a:lnTo>
                  <a:pt x="4989" y="6493"/>
                </a:lnTo>
                <a:lnTo>
                  <a:pt x="4989" y="6492"/>
                </a:lnTo>
                <a:lnTo>
                  <a:pt x="4988" y="6492"/>
                </a:lnTo>
                <a:lnTo>
                  <a:pt x="4987" y="6492"/>
                </a:lnTo>
                <a:lnTo>
                  <a:pt x="4987" y="6493"/>
                </a:lnTo>
                <a:lnTo>
                  <a:pt x="4987" y="6492"/>
                </a:lnTo>
                <a:lnTo>
                  <a:pt x="4987" y="6493"/>
                </a:lnTo>
                <a:lnTo>
                  <a:pt x="4986" y="6493"/>
                </a:lnTo>
                <a:lnTo>
                  <a:pt x="4986" y="6492"/>
                </a:lnTo>
                <a:lnTo>
                  <a:pt x="4987" y="6492"/>
                </a:lnTo>
                <a:lnTo>
                  <a:pt x="4987" y="6491"/>
                </a:lnTo>
                <a:lnTo>
                  <a:pt x="4986" y="6491"/>
                </a:lnTo>
                <a:lnTo>
                  <a:pt x="4986" y="6490"/>
                </a:lnTo>
                <a:lnTo>
                  <a:pt x="4985" y="6489"/>
                </a:lnTo>
                <a:lnTo>
                  <a:pt x="4985" y="6488"/>
                </a:lnTo>
                <a:lnTo>
                  <a:pt x="4984" y="6488"/>
                </a:lnTo>
                <a:lnTo>
                  <a:pt x="4984" y="6487"/>
                </a:lnTo>
                <a:lnTo>
                  <a:pt x="4984" y="6488"/>
                </a:lnTo>
                <a:lnTo>
                  <a:pt x="4983" y="6488"/>
                </a:lnTo>
                <a:lnTo>
                  <a:pt x="4983" y="6487"/>
                </a:lnTo>
                <a:lnTo>
                  <a:pt x="4982" y="6487"/>
                </a:lnTo>
                <a:lnTo>
                  <a:pt x="4982" y="6488"/>
                </a:lnTo>
                <a:lnTo>
                  <a:pt x="4981" y="6488"/>
                </a:lnTo>
                <a:lnTo>
                  <a:pt x="4981" y="6489"/>
                </a:lnTo>
                <a:lnTo>
                  <a:pt x="4980" y="6489"/>
                </a:lnTo>
                <a:lnTo>
                  <a:pt x="4980" y="6488"/>
                </a:lnTo>
                <a:lnTo>
                  <a:pt x="4979" y="6488"/>
                </a:lnTo>
                <a:lnTo>
                  <a:pt x="4979" y="6487"/>
                </a:lnTo>
                <a:lnTo>
                  <a:pt x="4978" y="6487"/>
                </a:lnTo>
                <a:lnTo>
                  <a:pt x="4977" y="6486"/>
                </a:lnTo>
                <a:lnTo>
                  <a:pt x="4976" y="6485"/>
                </a:lnTo>
                <a:lnTo>
                  <a:pt x="4976" y="6484"/>
                </a:lnTo>
                <a:lnTo>
                  <a:pt x="4976" y="6483"/>
                </a:lnTo>
                <a:lnTo>
                  <a:pt x="4975" y="6483"/>
                </a:lnTo>
                <a:lnTo>
                  <a:pt x="4975" y="6482"/>
                </a:lnTo>
                <a:lnTo>
                  <a:pt x="4974" y="6482"/>
                </a:lnTo>
                <a:lnTo>
                  <a:pt x="4973" y="6482"/>
                </a:lnTo>
                <a:lnTo>
                  <a:pt x="4973" y="6481"/>
                </a:lnTo>
                <a:lnTo>
                  <a:pt x="4972" y="6481"/>
                </a:lnTo>
                <a:lnTo>
                  <a:pt x="4971" y="6481"/>
                </a:lnTo>
                <a:lnTo>
                  <a:pt x="4970" y="6481"/>
                </a:lnTo>
                <a:lnTo>
                  <a:pt x="4971" y="6480"/>
                </a:lnTo>
                <a:lnTo>
                  <a:pt x="4970" y="6480"/>
                </a:lnTo>
                <a:lnTo>
                  <a:pt x="4969" y="6480"/>
                </a:lnTo>
                <a:lnTo>
                  <a:pt x="4968" y="6480"/>
                </a:lnTo>
                <a:lnTo>
                  <a:pt x="4967" y="6480"/>
                </a:lnTo>
                <a:lnTo>
                  <a:pt x="4966" y="6480"/>
                </a:lnTo>
                <a:lnTo>
                  <a:pt x="4966" y="6479"/>
                </a:lnTo>
                <a:lnTo>
                  <a:pt x="4967" y="6479"/>
                </a:lnTo>
                <a:lnTo>
                  <a:pt x="4966" y="6479"/>
                </a:lnTo>
                <a:lnTo>
                  <a:pt x="4965" y="6479"/>
                </a:lnTo>
                <a:lnTo>
                  <a:pt x="4965" y="6478"/>
                </a:lnTo>
                <a:lnTo>
                  <a:pt x="4965" y="6476"/>
                </a:lnTo>
                <a:lnTo>
                  <a:pt x="4964" y="6476"/>
                </a:lnTo>
                <a:lnTo>
                  <a:pt x="4964" y="6475"/>
                </a:lnTo>
                <a:lnTo>
                  <a:pt x="4964" y="6474"/>
                </a:lnTo>
                <a:lnTo>
                  <a:pt x="4963" y="6474"/>
                </a:lnTo>
                <a:lnTo>
                  <a:pt x="4962" y="6474"/>
                </a:lnTo>
                <a:lnTo>
                  <a:pt x="4962" y="6473"/>
                </a:lnTo>
                <a:lnTo>
                  <a:pt x="4962" y="6472"/>
                </a:lnTo>
                <a:lnTo>
                  <a:pt x="4961" y="6472"/>
                </a:lnTo>
                <a:lnTo>
                  <a:pt x="4961" y="6473"/>
                </a:lnTo>
                <a:lnTo>
                  <a:pt x="4961" y="6474"/>
                </a:lnTo>
                <a:lnTo>
                  <a:pt x="4962" y="6474"/>
                </a:lnTo>
                <a:lnTo>
                  <a:pt x="4961" y="6474"/>
                </a:lnTo>
                <a:lnTo>
                  <a:pt x="4960" y="6474"/>
                </a:lnTo>
                <a:lnTo>
                  <a:pt x="4959" y="6474"/>
                </a:lnTo>
                <a:lnTo>
                  <a:pt x="4958" y="6474"/>
                </a:lnTo>
                <a:lnTo>
                  <a:pt x="4957" y="6474"/>
                </a:lnTo>
                <a:lnTo>
                  <a:pt x="4956" y="6474"/>
                </a:lnTo>
                <a:lnTo>
                  <a:pt x="4955" y="6474"/>
                </a:lnTo>
                <a:lnTo>
                  <a:pt x="4955" y="6473"/>
                </a:lnTo>
                <a:lnTo>
                  <a:pt x="4954" y="6473"/>
                </a:lnTo>
                <a:lnTo>
                  <a:pt x="4953" y="6473"/>
                </a:lnTo>
                <a:lnTo>
                  <a:pt x="4953" y="6472"/>
                </a:lnTo>
                <a:lnTo>
                  <a:pt x="4952" y="6472"/>
                </a:lnTo>
                <a:lnTo>
                  <a:pt x="4950" y="6472"/>
                </a:lnTo>
                <a:lnTo>
                  <a:pt x="4950" y="6471"/>
                </a:lnTo>
                <a:lnTo>
                  <a:pt x="4949" y="6471"/>
                </a:lnTo>
                <a:lnTo>
                  <a:pt x="4949" y="6470"/>
                </a:lnTo>
                <a:lnTo>
                  <a:pt x="4948" y="6470"/>
                </a:lnTo>
                <a:lnTo>
                  <a:pt x="4947" y="6470"/>
                </a:lnTo>
                <a:lnTo>
                  <a:pt x="4947" y="6471"/>
                </a:lnTo>
                <a:lnTo>
                  <a:pt x="4947" y="6470"/>
                </a:lnTo>
                <a:lnTo>
                  <a:pt x="4946" y="6471"/>
                </a:lnTo>
                <a:lnTo>
                  <a:pt x="4946" y="6472"/>
                </a:lnTo>
                <a:lnTo>
                  <a:pt x="4945" y="6472"/>
                </a:lnTo>
                <a:lnTo>
                  <a:pt x="4945" y="6473"/>
                </a:lnTo>
                <a:lnTo>
                  <a:pt x="4944" y="6473"/>
                </a:lnTo>
                <a:lnTo>
                  <a:pt x="4943" y="6473"/>
                </a:lnTo>
                <a:lnTo>
                  <a:pt x="4943" y="6472"/>
                </a:lnTo>
                <a:lnTo>
                  <a:pt x="4942" y="6472"/>
                </a:lnTo>
                <a:lnTo>
                  <a:pt x="4942" y="6471"/>
                </a:lnTo>
                <a:lnTo>
                  <a:pt x="4941" y="6471"/>
                </a:lnTo>
                <a:lnTo>
                  <a:pt x="4940" y="6471"/>
                </a:lnTo>
                <a:lnTo>
                  <a:pt x="4939" y="6471"/>
                </a:lnTo>
                <a:lnTo>
                  <a:pt x="4939" y="6472"/>
                </a:lnTo>
                <a:lnTo>
                  <a:pt x="4939" y="6473"/>
                </a:lnTo>
                <a:lnTo>
                  <a:pt x="4938" y="6473"/>
                </a:lnTo>
                <a:lnTo>
                  <a:pt x="4937" y="6473"/>
                </a:lnTo>
                <a:lnTo>
                  <a:pt x="4936" y="6473"/>
                </a:lnTo>
                <a:lnTo>
                  <a:pt x="4935" y="6472"/>
                </a:lnTo>
                <a:lnTo>
                  <a:pt x="4934" y="6471"/>
                </a:lnTo>
                <a:lnTo>
                  <a:pt x="4934" y="6470"/>
                </a:lnTo>
                <a:lnTo>
                  <a:pt x="4933" y="6470"/>
                </a:lnTo>
                <a:lnTo>
                  <a:pt x="4933" y="6469"/>
                </a:lnTo>
                <a:lnTo>
                  <a:pt x="4933" y="6468"/>
                </a:lnTo>
                <a:lnTo>
                  <a:pt x="4933" y="6467"/>
                </a:lnTo>
                <a:lnTo>
                  <a:pt x="4934" y="6467"/>
                </a:lnTo>
                <a:lnTo>
                  <a:pt x="4934" y="6466"/>
                </a:lnTo>
                <a:lnTo>
                  <a:pt x="4933" y="6466"/>
                </a:lnTo>
                <a:lnTo>
                  <a:pt x="4934" y="6466"/>
                </a:lnTo>
                <a:lnTo>
                  <a:pt x="4934" y="6465"/>
                </a:lnTo>
                <a:lnTo>
                  <a:pt x="4933" y="6465"/>
                </a:lnTo>
                <a:lnTo>
                  <a:pt x="4934" y="6465"/>
                </a:lnTo>
                <a:lnTo>
                  <a:pt x="4934" y="6464"/>
                </a:lnTo>
                <a:lnTo>
                  <a:pt x="4933" y="6464"/>
                </a:lnTo>
                <a:lnTo>
                  <a:pt x="4933" y="6463"/>
                </a:lnTo>
                <a:lnTo>
                  <a:pt x="4934" y="6463"/>
                </a:lnTo>
                <a:lnTo>
                  <a:pt x="4934" y="6462"/>
                </a:lnTo>
                <a:lnTo>
                  <a:pt x="4933" y="6462"/>
                </a:lnTo>
                <a:lnTo>
                  <a:pt x="4933" y="6461"/>
                </a:lnTo>
                <a:lnTo>
                  <a:pt x="4933" y="6460"/>
                </a:lnTo>
                <a:lnTo>
                  <a:pt x="4934" y="6460"/>
                </a:lnTo>
                <a:lnTo>
                  <a:pt x="4934" y="6459"/>
                </a:lnTo>
                <a:lnTo>
                  <a:pt x="4934" y="6458"/>
                </a:lnTo>
                <a:lnTo>
                  <a:pt x="4933" y="6458"/>
                </a:lnTo>
                <a:lnTo>
                  <a:pt x="4934" y="6458"/>
                </a:lnTo>
                <a:lnTo>
                  <a:pt x="4934" y="6457"/>
                </a:lnTo>
                <a:lnTo>
                  <a:pt x="4935" y="6457"/>
                </a:lnTo>
                <a:lnTo>
                  <a:pt x="4935" y="6456"/>
                </a:lnTo>
                <a:lnTo>
                  <a:pt x="4935" y="6455"/>
                </a:lnTo>
                <a:lnTo>
                  <a:pt x="4935" y="6454"/>
                </a:lnTo>
                <a:lnTo>
                  <a:pt x="4934" y="6454"/>
                </a:lnTo>
                <a:lnTo>
                  <a:pt x="4934" y="6453"/>
                </a:lnTo>
                <a:lnTo>
                  <a:pt x="4933" y="6453"/>
                </a:lnTo>
                <a:lnTo>
                  <a:pt x="4933" y="6452"/>
                </a:lnTo>
                <a:lnTo>
                  <a:pt x="4932" y="6452"/>
                </a:lnTo>
                <a:lnTo>
                  <a:pt x="4932" y="6451"/>
                </a:lnTo>
                <a:lnTo>
                  <a:pt x="4932" y="6450"/>
                </a:lnTo>
                <a:lnTo>
                  <a:pt x="4932" y="6449"/>
                </a:lnTo>
                <a:lnTo>
                  <a:pt x="4931" y="6449"/>
                </a:lnTo>
                <a:lnTo>
                  <a:pt x="4930" y="6449"/>
                </a:lnTo>
                <a:lnTo>
                  <a:pt x="4930" y="6448"/>
                </a:lnTo>
                <a:lnTo>
                  <a:pt x="4929" y="6448"/>
                </a:lnTo>
                <a:lnTo>
                  <a:pt x="4928" y="6448"/>
                </a:lnTo>
                <a:lnTo>
                  <a:pt x="4927" y="6449"/>
                </a:lnTo>
                <a:lnTo>
                  <a:pt x="4926" y="6449"/>
                </a:lnTo>
                <a:lnTo>
                  <a:pt x="4926" y="6448"/>
                </a:lnTo>
                <a:lnTo>
                  <a:pt x="4925" y="6448"/>
                </a:lnTo>
                <a:lnTo>
                  <a:pt x="4925" y="6447"/>
                </a:lnTo>
                <a:lnTo>
                  <a:pt x="4924" y="6447"/>
                </a:lnTo>
                <a:lnTo>
                  <a:pt x="4923" y="6447"/>
                </a:lnTo>
                <a:lnTo>
                  <a:pt x="4923" y="6446"/>
                </a:lnTo>
                <a:lnTo>
                  <a:pt x="4922" y="6446"/>
                </a:lnTo>
                <a:lnTo>
                  <a:pt x="4921" y="6446"/>
                </a:lnTo>
                <a:lnTo>
                  <a:pt x="4921" y="6445"/>
                </a:lnTo>
                <a:lnTo>
                  <a:pt x="4921" y="6444"/>
                </a:lnTo>
                <a:lnTo>
                  <a:pt x="4921" y="6443"/>
                </a:lnTo>
                <a:lnTo>
                  <a:pt x="4920" y="6443"/>
                </a:lnTo>
                <a:lnTo>
                  <a:pt x="4920" y="6442"/>
                </a:lnTo>
                <a:lnTo>
                  <a:pt x="4920" y="6441"/>
                </a:lnTo>
                <a:lnTo>
                  <a:pt x="4920" y="6440"/>
                </a:lnTo>
                <a:lnTo>
                  <a:pt x="4919" y="6440"/>
                </a:lnTo>
                <a:lnTo>
                  <a:pt x="4919" y="6439"/>
                </a:lnTo>
                <a:lnTo>
                  <a:pt x="4918" y="6438"/>
                </a:lnTo>
                <a:lnTo>
                  <a:pt x="4918" y="6437"/>
                </a:lnTo>
                <a:lnTo>
                  <a:pt x="4917" y="6437"/>
                </a:lnTo>
                <a:lnTo>
                  <a:pt x="4916" y="6436"/>
                </a:lnTo>
                <a:lnTo>
                  <a:pt x="4916" y="6435"/>
                </a:lnTo>
                <a:lnTo>
                  <a:pt x="4915" y="6435"/>
                </a:lnTo>
                <a:lnTo>
                  <a:pt x="4915" y="6434"/>
                </a:lnTo>
                <a:lnTo>
                  <a:pt x="4915" y="6433"/>
                </a:lnTo>
                <a:lnTo>
                  <a:pt x="4914" y="6433"/>
                </a:lnTo>
                <a:lnTo>
                  <a:pt x="4914" y="6432"/>
                </a:lnTo>
                <a:lnTo>
                  <a:pt x="4913" y="6432"/>
                </a:lnTo>
                <a:lnTo>
                  <a:pt x="4913" y="6431"/>
                </a:lnTo>
                <a:lnTo>
                  <a:pt x="4912" y="6431"/>
                </a:lnTo>
                <a:lnTo>
                  <a:pt x="4912" y="6430"/>
                </a:lnTo>
                <a:lnTo>
                  <a:pt x="4911" y="6430"/>
                </a:lnTo>
                <a:lnTo>
                  <a:pt x="4911" y="6429"/>
                </a:lnTo>
                <a:lnTo>
                  <a:pt x="4911" y="6428"/>
                </a:lnTo>
                <a:lnTo>
                  <a:pt x="4911" y="6427"/>
                </a:lnTo>
                <a:lnTo>
                  <a:pt x="4910" y="6427"/>
                </a:lnTo>
                <a:lnTo>
                  <a:pt x="4910" y="6426"/>
                </a:lnTo>
                <a:lnTo>
                  <a:pt x="4909" y="6426"/>
                </a:lnTo>
                <a:lnTo>
                  <a:pt x="4908" y="6426"/>
                </a:lnTo>
                <a:lnTo>
                  <a:pt x="4908" y="6427"/>
                </a:lnTo>
                <a:lnTo>
                  <a:pt x="4907" y="6427"/>
                </a:lnTo>
                <a:lnTo>
                  <a:pt x="4908" y="6428"/>
                </a:lnTo>
                <a:lnTo>
                  <a:pt x="4907" y="6428"/>
                </a:lnTo>
                <a:lnTo>
                  <a:pt x="4907" y="6429"/>
                </a:lnTo>
                <a:lnTo>
                  <a:pt x="4906" y="6429"/>
                </a:lnTo>
                <a:lnTo>
                  <a:pt x="4905" y="6429"/>
                </a:lnTo>
                <a:lnTo>
                  <a:pt x="4904" y="6429"/>
                </a:lnTo>
                <a:lnTo>
                  <a:pt x="4904" y="6428"/>
                </a:lnTo>
                <a:lnTo>
                  <a:pt x="4903" y="6428"/>
                </a:lnTo>
                <a:lnTo>
                  <a:pt x="4903" y="6427"/>
                </a:lnTo>
                <a:lnTo>
                  <a:pt x="4902" y="6426"/>
                </a:lnTo>
                <a:lnTo>
                  <a:pt x="4901" y="6425"/>
                </a:lnTo>
                <a:lnTo>
                  <a:pt x="4900" y="6424"/>
                </a:lnTo>
                <a:lnTo>
                  <a:pt x="4900" y="6423"/>
                </a:lnTo>
                <a:lnTo>
                  <a:pt x="4900" y="6424"/>
                </a:lnTo>
                <a:lnTo>
                  <a:pt x="4899" y="6424"/>
                </a:lnTo>
                <a:lnTo>
                  <a:pt x="4898" y="6424"/>
                </a:lnTo>
                <a:lnTo>
                  <a:pt x="4898" y="6423"/>
                </a:lnTo>
                <a:lnTo>
                  <a:pt x="4897" y="6423"/>
                </a:lnTo>
                <a:lnTo>
                  <a:pt x="4897" y="6422"/>
                </a:lnTo>
                <a:lnTo>
                  <a:pt x="4896" y="6422"/>
                </a:lnTo>
                <a:lnTo>
                  <a:pt x="4896" y="6421"/>
                </a:lnTo>
                <a:lnTo>
                  <a:pt x="4896" y="6420"/>
                </a:lnTo>
                <a:lnTo>
                  <a:pt x="4895" y="6420"/>
                </a:lnTo>
                <a:lnTo>
                  <a:pt x="4895" y="6419"/>
                </a:lnTo>
                <a:lnTo>
                  <a:pt x="4894" y="6418"/>
                </a:lnTo>
                <a:lnTo>
                  <a:pt x="4893" y="6418"/>
                </a:lnTo>
                <a:lnTo>
                  <a:pt x="4893" y="6417"/>
                </a:lnTo>
                <a:lnTo>
                  <a:pt x="4893" y="6416"/>
                </a:lnTo>
                <a:lnTo>
                  <a:pt x="4893" y="6415"/>
                </a:lnTo>
                <a:lnTo>
                  <a:pt x="4893" y="6413"/>
                </a:lnTo>
                <a:lnTo>
                  <a:pt x="4892" y="6412"/>
                </a:lnTo>
                <a:lnTo>
                  <a:pt x="4891" y="6411"/>
                </a:lnTo>
                <a:lnTo>
                  <a:pt x="4890" y="6411"/>
                </a:lnTo>
                <a:lnTo>
                  <a:pt x="4890" y="6410"/>
                </a:lnTo>
                <a:lnTo>
                  <a:pt x="4889" y="6410"/>
                </a:lnTo>
                <a:lnTo>
                  <a:pt x="4889" y="6409"/>
                </a:lnTo>
                <a:lnTo>
                  <a:pt x="4889" y="6408"/>
                </a:lnTo>
                <a:lnTo>
                  <a:pt x="4888" y="6408"/>
                </a:lnTo>
                <a:lnTo>
                  <a:pt x="4887" y="6408"/>
                </a:lnTo>
                <a:lnTo>
                  <a:pt x="4887" y="6409"/>
                </a:lnTo>
                <a:lnTo>
                  <a:pt x="4886" y="6409"/>
                </a:lnTo>
                <a:lnTo>
                  <a:pt x="4886" y="6410"/>
                </a:lnTo>
                <a:lnTo>
                  <a:pt x="4885" y="6410"/>
                </a:lnTo>
                <a:lnTo>
                  <a:pt x="4884" y="6411"/>
                </a:lnTo>
                <a:lnTo>
                  <a:pt x="4884" y="6412"/>
                </a:lnTo>
                <a:lnTo>
                  <a:pt x="4883" y="6412"/>
                </a:lnTo>
                <a:lnTo>
                  <a:pt x="4883" y="6413"/>
                </a:lnTo>
                <a:lnTo>
                  <a:pt x="4882" y="6414"/>
                </a:lnTo>
                <a:lnTo>
                  <a:pt x="4881" y="6414"/>
                </a:lnTo>
                <a:lnTo>
                  <a:pt x="4881" y="6415"/>
                </a:lnTo>
                <a:lnTo>
                  <a:pt x="4881" y="6416"/>
                </a:lnTo>
                <a:lnTo>
                  <a:pt x="4881" y="6417"/>
                </a:lnTo>
                <a:lnTo>
                  <a:pt x="4880" y="6417"/>
                </a:lnTo>
                <a:lnTo>
                  <a:pt x="4880" y="6418"/>
                </a:lnTo>
                <a:lnTo>
                  <a:pt x="4879" y="6418"/>
                </a:lnTo>
                <a:lnTo>
                  <a:pt x="4878" y="6418"/>
                </a:lnTo>
                <a:lnTo>
                  <a:pt x="4877" y="6418"/>
                </a:lnTo>
                <a:lnTo>
                  <a:pt x="4876" y="6418"/>
                </a:lnTo>
                <a:lnTo>
                  <a:pt x="4875" y="6418"/>
                </a:lnTo>
                <a:lnTo>
                  <a:pt x="4875" y="6419"/>
                </a:lnTo>
                <a:lnTo>
                  <a:pt x="4874" y="6419"/>
                </a:lnTo>
                <a:lnTo>
                  <a:pt x="4874" y="6420"/>
                </a:lnTo>
                <a:lnTo>
                  <a:pt x="4874" y="6421"/>
                </a:lnTo>
                <a:lnTo>
                  <a:pt x="4875" y="6421"/>
                </a:lnTo>
                <a:lnTo>
                  <a:pt x="4875" y="6422"/>
                </a:lnTo>
                <a:lnTo>
                  <a:pt x="4876" y="6422"/>
                </a:lnTo>
                <a:lnTo>
                  <a:pt x="4876" y="6423"/>
                </a:lnTo>
                <a:lnTo>
                  <a:pt x="4875" y="6423"/>
                </a:lnTo>
                <a:lnTo>
                  <a:pt x="4875" y="6424"/>
                </a:lnTo>
                <a:lnTo>
                  <a:pt x="4874" y="6424"/>
                </a:lnTo>
                <a:lnTo>
                  <a:pt x="4874" y="6425"/>
                </a:lnTo>
                <a:lnTo>
                  <a:pt x="4874" y="6426"/>
                </a:lnTo>
                <a:lnTo>
                  <a:pt x="4874" y="6427"/>
                </a:lnTo>
                <a:lnTo>
                  <a:pt x="4873" y="6427"/>
                </a:lnTo>
                <a:lnTo>
                  <a:pt x="4873" y="6428"/>
                </a:lnTo>
                <a:lnTo>
                  <a:pt x="4872" y="6428"/>
                </a:lnTo>
                <a:lnTo>
                  <a:pt x="4872" y="6429"/>
                </a:lnTo>
                <a:lnTo>
                  <a:pt x="4871" y="6429"/>
                </a:lnTo>
                <a:lnTo>
                  <a:pt x="4871" y="6430"/>
                </a:lnTo>
                <a:lnTo>
                  <a:pt x="4872" y="6430"/>
                </a:lnTo>
                <a:lnTo>
                  <a:pt x="4872" y="6431"/>
                </a:lnTo>
                <a:lnTo>
                  <a:pt x="4873" y="6431"/>
                </a:lnTo>
                <a:lnTo>
                  <a:pt x="4872" y="6431"/>
                </a:lnTo>
                <a:lnTo>
                  <a:pt x="4872" y="6432"/>
                </a:lnTo>
                <a:lnTo>
                  <a:pt x="4872" y="6433"/>
                </a:lnTo>
                <a:lnTo>
                  <a:pt x="4871" y="6433"/>
                </a:lnTo>
                <a:lnTo>
                  <a:pt x="4872" y="6433"/>
                </a:lnTo>
                <a:lnTo>
                  <a:pt x="4872" y="6434"/>
                </a:lnTo>
                <a:lnTo>
                  <a:pt x="4871" y="6434"/>
                </a:lnTo>
                <a:lnTo>
                  <a:pt x="4870" y="6434"/>
                </a:lnTo>
                <a:lnTo>
                  <a:pt x="4869" y="6434"/>
                </a:lnTo>
                <a:lnTo>
                  <a:pt x="4869" y="6433"/>
                </a:lnTo>
                <a:lnTo>
                  <a:pt x="4870" y="6433"/>
                </a:lnTo>
                <a:lnTo>
                  <a:pt x="4869" y="6433"/>
                </a:lnTo>
                <a:lnTo>
                  <a:pt x="4869" y="6432"/>
                </a:lnTo>
                <a:lnTo>
                  <a:pt x="4868" y="6432"/>
                </a:lnTo>
                <a:lnTo>
                  <a:pt x="4868" y="6433"/>
                </a:lnTo>
                <a:lnTo>
                  <a:pt x="4867" y="6433"/>
                </a:lnTo>
                <a:lnTo>
                  <a:pt x="4866" y="6433"/>
                </a:lnTo>
                <a:lnTo>
                  <a:pt x="4867" y="6433"/>
                </a:lnTo>
                <a:lnTo>
                  <a:pt x="4866" y="6433"/>
                </a:lnTo>
                <a:lnTo>
                  <a:pt x="4866" y="6432"/>
                </a:lnTo>
                <a:lnTo>
                  <a:pt x="4865" y="6432"/>
                </a:lnTo>
                <a:lnTo>
                  <a:pt x="4864" y="6432"/>
                </a:lnTo>
                <a:lnTo>
                  <a:pt x="4864" y="6431"/>
                </a:lnTo>
                <a:lnTo>
                  <a:pt x="4864" y="6430"/>
                </a:lnTo>
                <a:lnTo>
                  <a:pt x="4863" y="6430"/>
                </a:lnTo>
                <a:lnTo>
                  <a:pt x="4863" y="6431"/>
                </a:lnTo>
                <a:lnTo>
                  <a:pt x="4863" y="6430"/>
                </a:lnTo>
                <a:lnTo>
                  <a:pt x="4863" y="6431"/>
                </a:lnTo>
                <a:lnTo>
                  <a:pt x="4862" y="6431"/>
                </a:lnTo>
                <a:lnTo>
                  <a:pt x="4861" y="6431"/>
                </a:lnTo>
                <a:lnTo>
                  <a:pt x="4861" y="6430"/>
                </a:lnTo>
                <a:lnTo>
                  <a:pt x="4861" y="6429"/>
                </a:lnTo>
                <a:lnTo>
                  <a:pt x="4860" y="6429"/>
                </a:lnTo>
                <a:lnTo>
                  <a:pt x="4859" y="6429"/>
                </a:lnTo>
                <a:lnTo>
                  <a:pt x="4859" y="6430"/>
                </a:lnTo>
                <a:lnTo>
                  <a:pt x="4858" y="6430"/>
                </a:lnTo>
                <a:lnTo>
                  <a:pt x="4859" y="6430"/>
                </a:lnTo>
                <a:lnTo>
                  <a:pt x="4858" y="6430"/>
                </a:lnTo>
                <a:lnTo>
                  <a:pt x="4858" y="6431"/>
                </a:lnTo>
                <a:lnTo>
                  <a:pt x="4858" y="6432"/>
                </a:lnTo>
                <a:lnTo>
                  <a:pt x="4857" y="6432"/>
                </a:lnTo>
                <a:lnTo>
                  <a:pt x="4856" y="6432"/>
                </a:lnTo>
                <a:lnTo>
                  <a:pt x="4856" y="6433"/>
                </a:lnTo>
                <a:lnTo>
                  <a:pt x="4856" y="6434"/>
                </a:lnTo>
                <a:lnTo>
                  <a:pt x="4855" y="6434"/>
                </a:lnTo>
                <a:lnTo>
                  <a:pt x="4854" y="6434"/>
                </a:lnTo>
                <a:lnTo>
                  <a:pt x="4853" y="6434"/>
                </a:lnTo>
                <a:lnTo>
                  <a:pt x="4853" y="6435"/>
                </a:lnTo>
                <a:lnTo>
                  <a:pt x="4852" y="6435"/>
                </a:lnTo>
                <a:lnTo>
                  <a:pt x="4851" y="6435"/>
                </a:lnTo>
                <a:lnTo>
                  <a:pt x="4850" y="6435"/>
                </a:lnTo>
                <a:lnTo>
                  <a:pt x="4851" y="6436"/>
                </a:lnTo>
                <a:lnTo>
                  <a:pt x="4850" y="6436"/>
                </a:lnTo>
                <a:lnTo>
                  <a:pt x="4849" y="6437"/>
                </a:lnTo>
                <a:lnTo>
                  <a:pt x="4848" y="6437"/>
                </a:lnTo>
                <a:lnTo>
                  <a:pt x="4847" y="6437"/>
                </a:lnTo>
                <a:lnTo>
                  <a:pt x="4846" y="6437"/>
                </a:lnTo>
                <a:lnTo>
                  <a:pt x="4845" y="6437"/>
                </a:lnTo>
                <a:lnTo>
                  <a:pt x="4846" y="6436"/>
                </a:lnTo>
                <a:lnTo>
                  <a:pt x="4846" y="6435"/>
                </a:lnTo>
                <a:lnTo>
                  <a:pt x="4845" y="6435"/>
                </a:lnTo>
                <a:lnTo>
                  <a:pt x="4845" y="6434"/>
                </a:lnTo>
                <a:lnTo>
                  <a:pt x="4844" y="6434"/>
                </a:lnTo>
                <a:lnTo>
                  <a:pt x="4843" y="6434"/>
                </a:lnTo>
                <a:lnTo>
                  <a:pt x="4843" y="6433"/>
                </a:lnTo>
                <a:lnTo>
                  <a:pt x="4842" y="6433"/>
                </a:lnTo>
                <a:lnTo>
                  <a:pt x="4842" y="6434"/>
                </a:lnTo>
                <a:lnTo>
                  <a:pt x="4841" y="6434"/>
                </a:lnTo>
                <a:lnTo>
                  <a:pt x="4840" y="6434"/>
                </a:lnTo>
                <a:lnTo>
                  <a:pt x="4840" y="6435"/>
                </a:lnTo>
                <a:lnTo>
                  <a:pt x="4839" y="6435"/>
                </a:lnTo>
                <a:lnTo>
                  <a:pt x="4839" y="6436"/>
                </a:lnTo>
                <a:lnTo>
                  <a:pt x="4839" y="6435"/>
                </a:lnTo>
                <a:lnTo>
                  <a:pt x="4838" y="6435"/>
                </a:lnTo>
                <a:lnTo>
                  <a:pt x="4838" y="6436"/>
                </a:lnTo>
                <a:lnTo>
                  <a:pt x="4838" y="6437"/>
                </a:lnTo>
                <a:lnTo>
                  <a:pt x="4837" y="6437"/>
                </a:lnTo>
                <a:lnTo>
                  <a:pt x="4836" y="6437"/>
                </a:lnTo>
                <a:lnTo>
                  <a:pt x="4836" y="6438"/>
                </a:lnTo>
                <a:lnTo>
                  <a:pt x="4836" y="6439"/>
                </a:lnTo>
                <a:lnTo>
                  <a:pt x="4835" y="6439"/>
                </a:lnTo>
                <a:lnTo>
                  <a:pt x="4835" y="6440"/>
                </a:lnTo>
                <a:lnTo>
                  <a:pt x="4834" y="6440"/>
                </a:lnTo>
                <a:lnTo>
                  <a:pt x="4833" y="6440"/>
                </a:lnTo>
                <a:lnTo>
                  <a:pt x="4833" y="6441"/>
                </a:lnTo>
                <a:lnTo>
                  <a:pt x="4832" y="6441"/>
                </a:lnTo>
                <a:lnTo>
                  <a:pt x="4832" y="6442"/>
                </a:lnTo>
                <a:lnTo>
                  <a:pt x="4832" y="6443"/>
                </a:lnTo>
                <a:lnTo>
                  <a:pt x="4831" y="6443"/>
                </a:lnTo>
                <a:lnTo>
                  <a:pt x="4830" y="6443"/>
                </a:lnTo>
                <a:lnTo>
                  <a:pt x="4829" y="6443"/>
                </a:lnTo>
                <a:lnTo>
                  <a:pt x="4828" y="6443"/>
                </a:lnTo>
                <a:lnTo>
                  <a:pt x="4827" y="6443"/>
                </a:lnTo>
                <a:lnTo>
                  <a:pt x="4827" y="6444"/>
                </a:lnTo>
                <a:lnTo>
                  <a:pt x="4826" y="6444"/>
                </a:lnTo>
                <a:lnTo>
                  <a:pt x="4826" y="6445"/>
                </a:lnTo>
                <a:lnTo>
                  <a:pt x="4827" y="6445"/>
                </a:lnTo>
                <a:lnTo>
                  <a:pt x="4826" y="6445"/>
                </a:lnTo>
                <a:lnTo>
                  <a:pt x="4826" y="6446"/>
                </a:lnTo>
                <a:lnTo>
                  <a:pt x="4825" y="6446"/>
                </a:lnTo>
                <a:lnTo>
                  <a:pt x="4824" y="6446"/>
                </a:lnTo>
                <a:lnTo>
                  <a:pt x="4824" y="6447"/>
                </a:lnTo>
                <a:lnTo>
                  <a:pt x="4824" y="6446"/>
                </a:lnTo>
                <a:lnTo>
                  <a:pt x="4823" y="6446"/>
                </a:lnTo>
                <a:lnTo>
                  <a:pt x="4822" y="6446"/>
                </a:lnTo>
                <a:lnTo>
                  <a:pt x="4821" y="6446"/>
                </a:lnTo>
                <a:lnTo>
                  <a:pt x="4821" y="6447"/>
                </a:lnTo>
                <a:lnTo>
                  <a:pt x="4820" y="6447"/>
                </a:lnTo>
                <a:lnTo>
                  <a:pt x="4819" y="6447"/>
                </a:lnTo>
                <a:lnTo>
                  <a:pt x="4819" y="6448"/>
                </a:lnTo>
                <a:lnTo>
                  <a:pt x="4819" y="6449"/>
                </a:lnTo>
                <a:lnTo>
                  <a:pt x="4819" y="6450"/>
                </a:lnTo>
                <a:lnTo>
                  <a:pt x="4818" y="6450"/>
                </a:lnTo>
                <a:lnTo>
                  <a:pt x="4818" y="6451"/>
                </a:lnTo>
                <a:lnTo>
                  <a:pt x="4818" y="6452"/>
                </a:lnTo>
                <a:lnTo>
                  <a:pt x="4817" y="6452"/>
                </a:lnTo>
                <a:lnTo>
                  <a:pt x="4817" y="6453"/>
                </a:lnTo>
                <a:lnTo>
                  <a:pt x="4817" y="6454"/>
                </a:lnTo>
                <a:lnTo>
                  <a:pt x="4818" y="6454"/>
                </a:lnTo>
                <a:lnTo>
                  <a:pt x="4817" y="6454"/>
                </a:lnTo>
                <a:lnTo>
                  <a:pt x="4817" y="6455"/>
                </a:lnTo>
                <a:lnTo>
                  <a:pt x="4817" y="6456"/>
                </a:lnTo>
                <a:lnTo>
                  <a:pt x="4817" y="6457"/>
                </a:lnTo>
                <a:lnTo>
                  <a:pt x="4816" y="6457"/>
                </a:lnTo>
                <a:lnTo>
                  <a:pt x="4816" y="6456"/>
                </a:lnTo>
                <a:lnTo>
                  <a:pt x="4815" y="6456"/>
                </a:lnTo>
                <a:lnTo>
                  <a:pt x="4814" y="6456"/>
                </a:lnTo>
                <a:lnTo>
                  <a:pt x="4814" y="6455"/>
                </a:lnTo>
                <a:lnTo>
                  <a:pt x="4813" y="6455"/>
                </a:lnTo>
                <a:lnTo>
                  <a:pt x="4813" y="6456"/>
                </a:lnTo>
                <a:lnTo>
                  <a:pt x="4813" y="6455"/>
                </a:lnTo>
                <a:lnTo>
                  <a:pt x="4812" y="6455"/>
                </a:lnTo>
                <a:lnTo>
                  <a:pt x="4813" y="6454"/>
                </a:lnTo>
                <a:lnTo>
                  <a:pt x="4812" y="6454"/>
                </a:lnTo>
                <a:lnTo>
                  <a:pt x="4812" y="6453"/>
                </a:lnTo>
                <a:lnTo>
                  <a:pt x="4811" y="6453"/>
                </a:lnTo>
                <a:lnTo>
                  <a:pt x="4811" y="6452"/>
                </a:lnTo>
                <a:lnTo>
                  <a:pt x="4811" y="6451"/>
                </a:lnTo>
                <a:lnTo>
                  <a:pt x="4810" y="6451"/>
                </a:lnTo>
                <a:lnTo>
                  <a:pt x="4809" y="6451"/>
                </a:lnTo>
                <a:lnTo>
                  <a:pt x="4808" y="6451"/>
                </a:lnTo>
                <a:lnTo>
                  <a:pt x="4807" y="6451"/>
                </a:lnTo>
                <a:lnTo>
                  <a:pt x="4806" y="6452"/>
                </a:lnTo>
                <a:lnTo>
                  <a:pt x="4805" y="6452"/>
                </a:lnTo>
                <a:lnTo>
                  <a:pt x="4805" y="6453"/>
                </a:lnTo>
                <a:lnTo>
                  <a:pt x="4804" y="6453"/>
                </a:lnTo>
                <a:lnTo>
                  <a:pt x="4804" y="6454"/>
                </a:lnTo>
                <a:lnTo>
                  <a:pt x="4804" y="6455"/>
                </a:lnTo>
                <a:lnTo>
                  <a:pt x="4805" y="6455"/>
                </a:lnTo>
                <a:lnTo>
                  <a:pt x="4805" y="6456"/>
                </a:lnTo>
                <a:lnTo>
                  <a:pt x="4804" y="6456"/>
                </a:lnTo>
                <a:lnTo>
                  <a:pt x="4804" y="6457"/>
                </a:lnTo>
                <a:lnTo>
                  <a:pt x="4804" y="6458"/>
                </a:lnTo>
                <a:lnTo>
                  <a:pt x="4804" y="6459"/>
                </a:lnTo>
                <a:lnTo>
                  <a:pt x="4804" y="6460"/>
                </a:lnTo>
                <a:lnTo>
                  <a:pt x="4803" y="6460"/>
                </a:lnTo>
                <a:lnTo>
                  <a:pt x="4803" y="6461"/>
                </a:lnTo>
                <a:lnTo>
                  <a:pt x="4804" y="6461"/>
                </a:lnTo>
                <a:lnTo>
                  <a:pt x="4803" y="6461"/>
                </a:lnTo>
                <a:lnTo>
                  <a:pt x="4803" y="6462"/>
                </a:lnTo>
                <a:lnTo>
                  <a:pt x="4802" y="6462"/>
                </a:lnTo>
                <a:lnTo>
                  <a:pt x="4801" y="6462"/>
                </a:lnTo>
                <a:lnTo>
                  <a:pt x="4800" y="6462"/>
                </a:lnTo>
                <a:lnTo>
                  <a:pt x="4800" y="6461"/>
                </a:lnTo>
                <a:lnTo>
                  <a:pt x="4800" y="6462"/>
                </a:lnTo>
                <a:lnTo>
                  <a:pt x="4799" y="6462"/>
                </a:lnTo>
                <a:lnTo>
                  <a:pt x="4799" y="6463"/>
                </a:lnTo>
                <a:lnTo>
                  <a:pt x="4798" y="6463"/>
                </a:lnTo>
                <a:lnTo>
                  <a:pt x="4797" y="6463"/>
                </a:lnTo>
                <a:lnTo>
                  <a:pt x="4796" y="6463"/>
                </a:lnTo>
                <a:lnTo>
                  <a:pt x="4796" y="6465"/>
                </a:lnTo>
                <a:lnTo>
                  <a:pt x="4796" y="6464"/>
                </a:lnTo>
                <a:lnTo>
                  <a:pt x="4795" y="6464"/>
                </a:lnTo>
                <a:lnTo>
                  <a:pt x="4794" y="6465"/>
                </a:lnTo>
                <a:lnTo>
                  <a:pt x="4793" y="6465"/>
                </a:lnTo>
                <a:lnTo>
                  <a:pt x="4793" y="6464"/>
                </a:lnTo>
                <a:lnTo>
                  <a:pt x="4793" y="6463"/>
                </a:lnTo>
                <a:lnTo>
                  <a:pt x="4792" y="6463"/>
                </a:lnTo>
                <a:lnTo>
                  <a:pt x="4791" y="6463"/>
                </a:lnTo>
                <a:lnTo>
                  <a:pt x="4791" y="6464"/>
                </a:lnTo>
                <a:lnTo>
                  <a:pt x="4790" y="6464"/>
                </a:lnTo>
                <a:lnTo>
                  <a:pt x="4790" y="6463"/>
                </a:lnTo>
                <a:lnTo>
                  <a:pt x="4790" y="6464"/>
                </a:lnTo>
                <a:lnTo>
                  <a:pt x="4789" y="6464"/>
                </a:lnTo>
                <a:lnTo>
                  <a:pt x="4789" y="6465"/>
                </a:lnTo>
                <a:lnTo>
                  <a:pt x="4789" y="6466"/>
                </a:lnTo>
                <a:lnTo>
                  <a:pt x="4789" y="6467"/>
                </a:lnTo>
                <a:lnTo>
                  <a:pt x="4790" y="6467"/>
                </a:lnTo>
                <a:lnTo>
                  <a:pt x="4790" y="6468"/>
                </a:lnTo>
                <a:lnTo>
                  <a:pt x="4790" y="6469"/>
                </a:lnTo>
                <a:lnTo>
                  <a:pt x="4790" y="6470"/>
                </a:lnTo>
                <a:lnTo>
                  <a:pt x="4791" y="6471"/>
                </a:lnTo>
                <a:lnTo>
                  <a:pt x="4792" y="6471"/>
                </a:lnTo>
                <a:lnTo>
                  <a:pt x="4792" y="6472"/>
                </a:lnTo>
                <a:lnTo>
                  <a:pt x="4791" y="6472"/>
                </a:lnTo>
                <a:lnTo>
                  <a:pt x="4791" y="6473"/>
                </a:lnTo>
                <a:lnTo>
                  <a:pt x="4792" y="6473"/>
                </a:lnTo>
                <a:lnTo>
                  <a:pt x="4792" y="6474"/>
                </a:lnTo>
                <a:lnTo>
                  <a:pt x="4792" y="6475"/>
                </a:lnTo>
                <a:lnTo>
                  <a:pt x="4791" y="6475"/>
                </a:lnTo>
                <a:lnTo>
                  <a:pt x="4792" y="6475"/>
                </a:lnTo>
                <a:lnTo>
                  <a:pt x="4791" y="6475"/>
                </a:lnTo>
                <a:lnTo>
                  <a:pt x="4791" y="6476"/>
                </a:lnTo>
                <a:lnTo>
                  <a:pt x="4792" y="6476"/>
                </a:lnTo>
                <a:lnTo>
                  <a:pt x="4793" y="6476"/>
                </a:lnTo>
                <a:lnTo>
                  <a:pt x="4793" y="6477"/>
                </a:lnTo>
                <a:lnTo>
                  <a:pt x="4793" y="6478"/>
                </a:lnTo>
                <a:lnTo>
                  <a:pt x="4793" y="6479"/>
                </a:lnTo>
                <a:lnTo>
                  <a:pt x="4793" y="6480"/>
                </a:lnTo>
                <a:lnTo>
                  <a:pt x="4793" y="6481"/>
                </a:lnTo>
                <a:lnTo>
                  <a:pt x="4794" y="6481"/>
                </a:lnTo>
                <a:lnTo>
                  <a:pt x="4794" y="6482"/>
                </a:lnTo>
                <a:lnTo>
                  <a:pt x="4794" y="6483"/>
                </a:lnTo>
                <a:lnTo>
                  <a:pt x="4794" y="6484"/>
                </a:lnTo>
                <a:lnTo>
                  <a:pt x="4795" y="6484"/>
                </a:lnTo>
                <a:lnTo>
                  <a:pt x="4794" y="6484"/>
                </a:lnTo>
                <a:lnTo>
                  <a:pt x="4794" y="6486"/>
                </a:lnTo>
                <a:lnTo>
                  <a:pt x="4795" y="6486"/>
                </a:lnTo>
                <a:lnTo>
                  <a:pt x="4795" y="6487"/>
                </a:lnTo>
                <a:lnTo>
                  <a:pt x="4794" y="6487"/>
                </a:lnTo>
                <a:lnTo>
                  <a:pt x="4794" y="6488"/>
                </a:lnTo>
                <a:lnTo>
                  <a:pt x="4795" y="6488"/>
                </a:lnTo>
                <a:lnTo>
                  <a:pt x="4795" y="6487"/>
                </a:lnTo>
                <a:lnTo>
                  <a:pt x="4795" y="6488"/>
                </a:lnTo>
                <a:lnTo>
                  <a:pt x="4796" y="6488"/>
                </a:lnTo>
                <a:lnTo>
                  <a:pt x="4796" y="6489"/>
                </a:lnTo>
                <a:lnTo>
                  <a:pt x="4796" y="6490"/>
                </a:lnTo>
                <a:lnTo>
                  <a:pt x="4797" y="6490"/>
                </a:lnTo>
                <a:lnTo>
                  <a:pt x="4798" y="6491"/>
                </a:lnTo>
                <a:lnTo>
                  <a:pt x="4798" y="6492"/>
                </a:lnTo>
                <a:lnTo>
                  <a:pt x="4798" y="6491"/>
                </a:lnTo>
                <a:lnTo>
                  <a:pt x="4799" y="6492"/>
                </a:lnTo>
                <a:lnTo>
                  <a:pt x="4799" y="6491"/>
                </a:lnTo>
                <a:lnTo>
                  <a:pt x="4800" y="6491"/>
                </a:lnTo>
                <a:lnTo>
                  <a:pt x="4800" y="6492"/>
                </a:lnTo>
                <a:lnTo>
                  <a:pt x="4800" y="6491"/>
                </a:lnTo>
                <a:lnTo>
                  <a:pt x="4800" y="6492"/>
                </a:lnTo>
                <a:lnTo>
                  <a:pt x="4800" y="6491"/>
                </a:lnTo>
                <a:lnTo>
                  <a:pt x="4800" y="6492"/>
                </a:lnTo>
                <a:lnTo>
                  <a:pt x="4801" y="6492"/>
                </a:lnTo>
                <a:lnTo>
                  <a:pt x="4801" y="6493"/>
                </a:lnTo>
                <a:lnTo>
                  <a:pt x="4800" y="6493"/>
                </a:lnTo>
                <a:lnTo>
                  <a:pt x="4801" y="6493"/>
                </a:lnTo>
                <a:lnTo>
                  <a:pt x="4800" y="6493"/>
                </a:lnTo>
                <a:lnTo>
                  <a:pt x="4800" y="6494"/>
                </a:lnTo>
                <a:lnTo>
                  <a:pt x="4801" y="6494"/>
                </a:lnTo>
                <a:lnTo>
                  <a:pt x="4801" y="6495"/>
                </a:lnTo>
                <a:lnTo>
                  <a:pt x="4801" y="6496"/>
                </a:lnTo>
                <a:lnTo>
                  <a:pt x="4801" y="6497"/>
                </a:lnTo>
                <a:lnTo>
                  <a:pt x="4801" y="6498"/>
                </a:lnTo>
                <a:lnTo>
                  <a:pt x="4801" y="6499"/>
                </a:lnTo>
                <a:lnTo>
                  <a:pt x="4800" y="6499"/>
                </a:lnTo>
                <a:lnTo>
                  <a:pt x="4799" y="6499"/>
                </a:lnTo>
                <a:lnTo>
                  <a:pt x="4798" y="6500"/>
                </a:lnTo>
                <a:lnTo>
                  <a:pt x="4797" y="6501"/>
                </a:lnTo>
                <a:lnTo>
                  <a:pt x="4797" y="6502"/>
                </a:lnTo>
                <a:lnTo>
                  <a:pt x="4796" y="6502"/>
                </a:lnTo>
                <a:lnTo>
                  <a:pt x="4796" y="6503"/>
                </a:lnTo>
                <a:lnTo>
                  <a:pt x="4795" y="6503"/>
                </a:lnTo>
                <a:lnTo>
                  <a:pt x="4795" y="6502"/>
                </a:lnTo>
                <a:lnTo>
                  <a:pt x="4794" y="6502"/>
                </a:lnTo>
                <a:lnTo>
                  <a:pt x="4794" y="6503"/>
                </a:lnTo>
                <a:lnTo>
                  <a:pt x="4793" y="6503"/>
                </a:lnTo>
                <a:lnTo>
                  <a:pt x="4792" y="6503"/>
                </a:lnTo>
                <a:lnTo>
                  <a:pt x="4791" y="6503"/>
                </a:lnTo>
                <a:lnTo>
                  <a:pt x="4791" y="6504"/>
                </a:lnTo>
                <a:lnTo>
                  <a:pt x="4790" y="6504"/>
                </a:lnTo>
                <a:lnTo>
                  <a:pt x="4789" y="6504"/>
                </a:lnTo>
                <a:lnTo>
                  <a:pt x="4789" y="6505"/>
                </a:lnTo>
                <a:lnTo>
                  <a:pt x="4788" y="6505"/>
                </a:lnTo>
                <a:lnTo>
                  <a:pt x="4788" y="6506"/>
                </a:lnTo>
                <a:lnTo>
                  <a:pt x="4787" y="6506"/>
                </a:lnTo>
                <a:lnTo>
                  <a:pt x="4787" y="6507"/>
                </a:lnTo>
                <a:lnTo>
                  <a:pt x="4786" y="6507"/>
                </a:lnTo>
                <a:lnTo>
                  <a:pt x="4786" y="6506"/>
                </a:lnTo>
                <a:lnTo>
                  <a:pt x="4785" y="6506"/>
                </a:lnTo>
                <a:lnTo>
                  <a:pt x="4784" y="6507"/>
                </a:lnTo>
                <a:lnTo>
                  <a:pt x="4784" y="6508"/>
                </a:lnTo>
                <a:lnTo>
                  <a:pt x="4783" y="6508"/>
                </a:lnTo>
                <a:lnTo>
                  <a:pt x="4783" y="6509"/>
                </a:lnTo>
                <a:lnTo>
                  <a:pt x="4783" y="6510"/>
                </a:lnTo>
                <a:lnTo>
                  <a:pt x="4782" y="6510"/>
                </a:lnTo>
                <a:lnTo>
                  <a:pt x="4782" y="6511"/>
                </a:lnTo>
                <a:lnTo>
                  <a:pt x="4782" y="6512"/>
                </a:lnTo>
                <a:lnTo>
                  <a:pt x="4782" y="6513"/>
                </a:lnTo>
                <a:lnTo>
                  <a:pt x="4782" y="6514"/>
                </a:lnTo>
                <a:lnTo>
                  <a:pt x="4781" y="6514"/>
                </a:lnTo>
                <a:lnTo>
                  <a:pt x="4781" y="6515"/>
                </a:lnTo>
                <a:lnTo>
                  <a:pt x="4780" y="6515"/>
                </a:lnTo>
                <a:lnTo>
                  <a:pt x="4780" y="6516"/>
                </a:lnTo>
                <a:lnTo>
                  <a:pt x="4779" y="6516"/>
                </a:lnTo>
                <a:lnTo>
                  <a:pt x="4778" y="6516"/>
                </a:lnTo>
                <a:lnTo>
                  <a:pt x="4777" y="6516"/>
                </a:lnTo>
                <a:lnTo>
                  <a:pt x="4776" y="6516"/>
                </a:lnTo>
                <a:lnTo>
                  <a:pt x="4776" y="6517"/>
                </a:lnTo>
                <a:lnTo>
                  <a:pt x="4775" y="6517"/>
                </a:lnTo>
                <a:lnTo>
                  <a:pt x="4774" y="6517"/>
                </a:lnTo>
                <a:lnTo>
                  <a:pt x="4774" y="6518"/>
                </a:lnTo>
                <a:lnTo>
                  <a:pt x="4775" y="6518"/>
                </a:lnTo>
                <a:lnTo>
                  <a:pt x="4776" y="6519"/>
                </a:lnTo>
                <a:lnTo>
                  <a:pt x="4776" y="6520"/>
                </a:lnTo>
                <a:lnTo>
                  <a:pt x="4776" y="6521"/>
                </a:lnTo>
                <a:lnTo>
                  <a:pt x="4777" y="6521"/>
                </a:lnTo>
                <a:lnTo>
                  <a:pt x="4777" y="6522"/>
                </a:lnTo>
                <a:lnTo>
                  <a:pt x="4776" y="6522"/>
                </a:lnTo>
                <a:lnTo>
                  <a:pt x="4776" y="6523"/>
                </a:lnTo>
                <a:lnTo>
                  <a:pt x="4775" y="6523"/>
                </a:lnTo>
                <a:lnTo>
                  <a:pt x="4774" y="6523"/>
                </a:lnTo>
                <a:lnTo>
                  <a:pt x="4773" y="6523"/>
                </a:lnTo>
                <a:lnTo>
                  <a:pt x="4772" y="6523"/>
                </a:lnTo>
                <a:lnTo>
                  <a:pt x="4771" y="6523"/>
                </a:lnTo>
                <a:lnTo>
                  <a:pt x="4771" y="6522"/>
                </a:lnTo>
                <a:lnTo>
                  <a:pt x="4770" y="6522"/>
                </a:lnTo>
                <a:lnTo>
                  <a:pt x="4769" y="6522"/>
                </a:lnTo>
                <a:lnTo>
                  <a:pt x="4769" y="6523"/>
                </a:lnTo>
                <a:lnTo>
                  <a:pt x="4768" y="6523"/>
                </a:lnTo>
                <a:lnTo>
                  <a:pt x="4767" y="6523"/>
                </a:lnTo>
                <a:lnTo>
                  <a:pt x="4766" y="6524"/>
                </a:lnTo>
                <a:lnTo>
                  <a:pt x="4766" y="6523"/>
                </a:lnTo>
                <a:lnTo>
                  <a:pt x="4765" y="6523"/>
                </a:lnTo>
                <a:lnTo>
                  <a:pt x="4765" y="6524"/>
                </a:lnTo>
                <a:lnTo>
                  <a:pt x="4764" y="6524"/>
                </a:lnTo>
                <a:lnTo>
                  <a:pt x="4764" y="6523"/>
                </a:lnTo>
                <a:lnTo>
                  <a:pt x="4763" y="6523"/>
                </a:lnTo>
                <a:lnTo>
                  <a:pt x="4763" y="6522"/>
                </a:lnTo>
                <a:lnTo>
                  <a:pt x="4762" y="6522"/>
                </a:lnTo>
                <a:lnTo>
                  <a:pt x="4762" y="6521"/>
                </a:lnTo>
                <a:lnTo>
                  <a:pt x="4761" y="6521"/>
                </a:lnTo>
                <a:lnTo>
                  <a:pt x="4761" y="6520"/>
                </a:lnTo>
                <a:lnTo>
                  <a:pt x="4760" y="6520"/>
                </a:lnTo>
                <a:lnTo>
                  <a:pt x="4759" y="6520"/>
                </a:lnTo>
                <a:lnTo>
                  <a:pt x="4758" y="6520"/>
                </a:lnTo>
                <a:lnTo>
                  <a:pt x="4758" y="6521"/>
                </a:lnTo>
                <a:lnTo>
                  <a:pt x="4757" y="6521"/>
                </a:lnTo>
                <a:lnTo>
                  <a:pt x="4757" y="6520"/>
                </a:lnTo>
                <a:lnTo>
                  <a:pt x="4756" y="6520"/>
                </a:lnTo>
                <a:lnTo>
                  <a:pt x="4756" y="6519"/>
                </a:lnTo>
                <a:lnTo>
                  <a:pt x="4756" y="6518"/>
                </a:lnTo>
                <a:lnTo>
                  <a:pt x="4755" y="6518"/>
                </a:lnTo>
                <a:lnTo>
                  <a:pt x="4755" y="6519"/>
                </a:lnTo>
                <a:lnTo>
                  <a:pt x="4754" y="6519"/>
                </a:lnTo>
                <a:lnTo>
                  <a:pt x="4754" y="6520"/>
                </a:lnTo>
                <a:lnTo>
                  <a:pt x="4754" y="6521"/>
                </a:lnTo>
                <a:lnTo>
                  <a:pt x="4755" y="6521"/>
                </a:lnTo>
                <a:lnTo>
                  <a:pt x="4755" y="6522"/>
                </a:lnTo>
                <a:lnTo>
                  <a:pt x="4755" y="6523"/>
                </a:lnTo>
                <a:lnTo>
                  <a:pt x="4754" y="6523"/>
                </a:lnTo>
                <a:lnTo>
                  <a:pt x="4754" y="6522"/>
                </a:lnTo>
                <a:lnTo>
                  <a:pt x="4754" y="6523"/>
                </a:lnTo>
                <a:lnTo>
                  <a:pt x="4754" y="6524"/>
                </a:lnTo>
                <a:lnTo>
                  <a:pt x="4753" y="6524"/>
                </a:lnTo>
                <a:lnTo>
                  <a:pt x="4753" y="6523"/>
                </a:lnTo>
                <a:lnTo>
                  <a:pt x="4753" y="6524"/>
                </a:lnTo>
                <a:lnTo>
                  <a:pt x="4752" y="6524"/>
                </a:lnTo>
                <a:lnTo>
                  <a:pt x="4751" y="6524"/>
                </a:lnTo>
                <a:lnTo>
                  <a:pt x="4750" y="6524"/>
                </a:lnTo>
                <a:lnTo>
                  <a:pt x="4750" y="6523"/>
                </a:lnTo>
                <a:lnTo>
                  <a:pt x="4751" y="6523"/>
                </a:lnTo>
                <a:lnTo>
                  <a:pt x="4751" y="6522"/>
                </a:lnTo>
                <a:lnTo>
                  <a:pt x="4752" y="6522"/>
                </a:lnTo>
                <a:lnTo>
                  <a:pt x="4752" y="6521"/>
                </a:lnTo>
                <a:lnTo>
                  <a:pt x="4751" y="6521"/>
                </a:lnTo>
                <a:lnTo>
                  <a:pt x="4751" y="6520"/>
                </a:lnTo>
                <a:lnTo>
                  <a:pt x="4751" y="6519"/>
                </a:lnTo>
                <a:lnTo>
                  <a:pt x="4750" y="6519"/>
                </a:lnTo>
                <a:lnTo>
                  <a:pt x="4751" y="6519"/>
                </a:lnTo>
                <a:lnTo>
                  <a:pt x="4750" y="6519"/>
                </a:lnTo>
                <a:lnTo>
                  <a:pt x="4751" y="6519"/>
                </a:lnTo>
                <a:lnTo>
                  <a:pt x="4751" y="6518"/>
                </a:lnTo>
                <a:lnTo>
                  <a:pt x="4750" y="6518"/>
                </a:lnTo>
                <a:lnTo>
                  <a:pt x="4749" y="6518"/>
                </a:lnTo>
                <a:lnTo>
                  <a:pt x="4749" y="6517"/>
                </a:lnTo>
                <a:lnTo>
                  <a:pt x="4748" y="6517"/>
                </a:lnTo>
                <a:lnTo>
                  <a:pt x="4747" y="6517"/>
                </a:lnTo>
                <a:lnTo>
                  <a:pt x="4746" y="6517"/>
                </a:lnTo>
                <a:lnTo>
                  <a:pt x="4746" y="6518"/>
                </a:lnTo>
                <a:lnTo>
                  <a:pt x="4745" y="6518"/>
                </a:lnTo>
                <a:lnTo>
                  <a:pt x="4745" y="6519"/>
                </a:lnTo>
                <a:lnTo>
                  <a:pt x="4744" y="6518"/>
                </a:lnTo>
                <a:lnTo>
                  <a:pt x="4744" y="6519"/>
                </a:lnTo>
                <a:lnTo>
                  <a:pt x="4743" y="6519"/>
                </a:lnTo>
                <a:lnTo>
                  <a:pt x="4742" y="6519"/>
                </a:lnTo>
                <a:lnTo>
                  <a:pt x="4741" y="6519"/>
                </a:lnTo>
                <a:lnTo>
                  <a:pt x="4740" y="6520"/>
                </a:lnTo>
                <a:lnTo>
                  <a:pt x="4741" y="6520"/>
                </a:lnTo>
                <a:lnTo>
                  <a:pt x="4742" y="6520"/>
                </a:lnTo>
                <a:lnTo>
                  <a:pt x="4742" y="6521"/>
                </a:lnTo>
                <a:lnTo>
                  <a:pt x="4741" y="6521"/>
                </a:lnTo>
                <a:lnTo>
                  <a:pt x="4740" y="6521"/>
                </a:lnTo>
                <a:lnTo>
                  <a:pt x="4740" y="6522"/>
                </a:lnTo>
                <a:lnTo>
                  <a:pt x="4739" y="6522"/>
                </a:lnTo>
                <a:lnTo>
                  <a:pt x="4738" y="6522"/>
                </a:lnTo>
                <a:lnTo>
                  <a:pt x="4738" y="6523"/>
                </a:lnTo>
                <a:lnTo>
                  <a:pt x="4737" y="6523"/>
                </a:lnTo>
                <a:lnTo>
                  <a:pt x="4737" y="6524"/>
                </a:lnTo>
                <a:lnTo>
                  <a:pt x="4737" y="6525"/>
                </a:lnTo>
                <a:lnTo>
                  <a:pt x="4736" y="6525"/>
                </a:lnTo>
                <a:lnTo>
                  <a:pt x="4736" y="6526"/>
                </a:lnTo>
                <a:lnTo>
                  <a:pt x="4736" y="6527"/>
                </a:lnTo>
                <a:lnTo>
                  <a:pt x="4735" y="6527"/>
                </a:lnTo>
                <a:lnTo>
                  <a:pt x="4736" y="6527"/>
                </a:lnTo>
                <a:lnTo>
                  <a:pt x="4735" y="6527"/>
                </a:lnTo>
                <a:lnTo>
                  <a:pt x="4735" y="6528"/>
                </a:lnTo>
                <a:lnTo>
                  <a:pt x="4735" y="6529"/>
                </a:lnTo>
                <a:lnTo>
                  <a:pt x="4734" y="6529"/>
                </a:lnTo>
                <a:lnTo>
                  <a:pt x="4734" y="6530"/>
                </a:lnTo>
                <a:lnTo>
                  <a:pt x="4733" y="6530"/>
                </a:lnTo>
                <a:lnTo>
                  <a:pt x="4732" y="6530"/>
                </a:lnTo>
                <a:lnTo>
                  <a:pt x="4731" y="6530"/>
                </a:lnTo>
                <a:lnTo>
                  <a:pt x="4731" y="6531"/>
                </a:lnTo>
                <a:lnTo>
                  <a:pt x="4732" y="6531"/>
                </a:lnTo>
                <a:lnTo>
                  <a:pt x="4731" y="6531"/>
                </a:lnTo>
                <a:lnTo>
                  <a:pt x="4731" y="6532"/>
                </a:lnTo>
                <a:lnTo>
                  <a:pt x="4730" y="6532"/>
                </a:lnTo>
                <a:lnTo>
                  <a:pt x="4730" y="6533"/>
                </a:lnTo>
                <a:lnTo>
                  <a:pt x="4729" y="6533"/>
                </a:lnTo>
                <a:lnTo>
                  <a:pt x="4728" y="6533"/>
                </a:lnTo>
                <a:lnTo>
                  <a:pt x="4728" y="6534"/>
                </a:lnTo>
                <a:lnTo>
                  <a:pt x="4728" y="6535"/>
                </a:lnTo>
                <a:lnTo>
                  <a:pt x="4727" y="6535"/>
                </a:lnTo>
                <a:lnTo>
                  <a:pt x="4726" y="6535"/>
                </a:lnTo>
                <a:lnTo>
                  <a:pt x="4726" y="6536"/>
                </a:lnTo>
                <a:lnTo>
                  <a:pt x="4725" y="6536"/>
                </a:lnTo>
                <a:lnTo>
                  <a:pt x="4725" y="6537"/>
                </a:lnTo>
                <a:lnTo>
                  <a:pt x="4724" y="6537"/>
                </a:lnTo>
                <a:lnTo>
                  <a:pt x="4723" y="6537"/>
                </a:lnTo>
                <a:lnTo>
                  <a:pt x="4723" y="6538"/>
                </a:lnTo>
                <a:lnTo>
                  <a:pt x="4722" y="6538"/>
                </a:lnTo>
                <a:lnTo>
                  <a:pt x="4721" y="6538"/>
                </a:lnTo>
                <a:lnTo>
                  <a:pt x="4720" y="6538"/>
                </a:lnTo>
                <a:lnTo>
                  <a:pt x="4720" y="6539"/>
                </a:lnTo>
                <a:lnTo>
                  <a:pt x="4719" y="6539"/>
                </a:lnTo>
                <a:lnTo>
                  <a:pt x="4718" y="6539"/>
                </a:lnTo>
                <a:lnTo>
                  <a:pt x="4718" y="6540"/>
                </a:lnTo>
                <a:lnTo>
                  <a:pt x="4717" y="6540"/>
                </a:lnTo>
                <a:lnTo>
                  <a:pt x="4716" y="6540"/>
                </a:lnTo>
                <a:lnTo>
                  <a:pt x="4716" y="6541"/>
                </a:lnTo>
                <a:lnTo>
                  <a:pt x="4716" y="6542"/>
                </a:lnTo>
                <a:lnTo>
                  <a:pt x="4715" y="6542"/>
                </a:lnTo>
                <a:lnTo>
                  <a:pt x="4714" y="6542"/>
                </a:lnTo>
                <a:lnTo>
                  <a:pt x="4714" y="6543"/>
                </a:lnTo>
                <a:lnTo>
                  <a:pt x="4714" y="6544"/>
                </a:lnTo>
                <a:lnTo>
                  <a:pt x="4713" y="6544"/>
                </a:lnTo>
                <a:lnTo>
                  <a:pt x="4713" y="6545"/>
                </a:lnTo>
                <a:lnTo>
                  <a:pt x="4714" y="6545"/>
                </a:lnTo>
                <a:lnTo>
                  <a:pt x="4713" y="6545"/>
                </a:lnTo>
                <a:lnTo>
                  <a:pt x="4713" y="6546"/>
                </a:lnTo>
                <a:lnTo>
                  <a:pt x="4713" y="6547"/>
                </a:lnTo>
                <a:lnTo>
                  <a:pt x="4712" y="6547"/>
                </a:lnTo>
                <a:lnTo>
                  <a:pt x="4711" y="6547"/>
                </a:lnTo>
                <a:lnTo>
                  <a:pt x="4710" y="6547"/>
                </a:lnTo>
                <a:lnTo>
                  <a:pt x="4709" y="6547"/>
                </a:lnTo>
                <a:lnTo>
                  <a:pt x="4709" y="6548"/>
                </a:lnTo>
                <a:lnTo>
                  <a:pt x="4709" y="6549"/>
                </a:lnTo>
                <a:lnTo>
                  <a:pt x="4708" y="6549"/>
                </a:lnTo>
                <a:lnTo>
                  <a:pt x="4707" y="6550"/>
                </a:lnTo>
                <a:lnTo>
                  <a:pt x="4706" y="6550"/>
                </a:lnTo>
                <a:lnTo>
                  <a:pt x="4706" y="6549"/>
                </a:lnTo>
                <a:lnTo>
                  <a:pt x="4705" y="6549"/>
                </a:lnTo>
                <a:lnTo>
                  <a:pt x="4704" y="6549"/>
                </a:lnTo>
                <a:lnTo>
                  <a:pt x="4703" y="6549"/>
                </a:lnTo>
                <a:lnTo>
                  <a:pt x="4703" y="6548"/>
                </a:lnTo>
                <a:lnTo>
                  <a:pt x="4703" y="6547"/>
                </a:lnTo>
                <a:lnTo>
                  <a:pt x="4702" y="6547"/>
                </a:lnTo>
                <a:lnTo>
                  <a:pt x="4702" y="6546"/>
                </a:lnTo>
                <a:lnTo>
                  <a:pt x="4702" y="6545"/>
                </a:lnTo>
                <a:lnTo>
                  <a:pt x="4701" y="6545"/>
                </a:lnTo>
                <a:lnTo>
                  <a:pt x="4701" y="6544"/>
                </a:lnTo>
                <a:lnTo>
                  <a:pt x="4701" y="6543"/>
                </a:lnTo>
                <a:lnTo>
                  <a:pt x="4700" y="6543"/>
                </a:lnTo>
                <a:lnTo>
                  <a:pt x="4700" y="6542"/>
                </a:lnTo>
                <a:lnTo>
                  <a:pt x="4699" y="6542"/>
                </a:lnTo>
                <a:lnTo>
                  <a:pt x="4698" y="6542"/>
                </a:lnTo>
                <a:lnTo>
                  <a:pt x="4698" y="6541"/>
                </a:lnTo>
                <a:lnTo>
                  <a:pt x="4696" y="6541"/>
                </a:lnTo>
                <a:lnTo>
                  <a:pt x="4695" y="6541"/>
                </a:lnTo>
                <a:lnTo>
                  <a:pt x="4694" y="6541"/>
                </a:lnTo>
                <a:lnTo>
                  <a:pt x="4693" y="6541"/>
                </a:lnTo>
                <a:lnTo>
                  <a:pt x="4692" y="6540"/>
                </a:lnTo>
                <a:lnTo>
                  <a:pt x="4691" y="6540"/>
                </a:lnTo>
                <a:lnTo>
                  <a:pt x="4691" y="6539"/>
                </a:lnTo>
                <a:lnTo>
                  <a:pt x="4690" y="6539"/>
                </a:lnTo>
                <a:lnTo>
                  <a:pt x="4689" y="6539"/>
                </a:lnTo>
                <a:lnTo>
                  <a:pt x="4688" y="6539"/>
                </a:lnTo>
                <a:lnTo>
                  <a:pt x="4688" y="6538"/>
                </a:lnTo>
                <a:lnTo>
                  <a:pt x="4688" y="6537"/>
                </a:lnTo>
                <a:lnTo>
                  <a:pt x="4688" y="6536"/>
                </a:lnTo>
                <a:lnTo>
                  <a:pt x="4687" y="6536"/>
                </a:lnTo>
                <a:lnTo>
                  <a:pt x="4687" y="6535"/>
                </a:lnTo>
                <a:lnTo>
                  <a:pt x="4686" y="6535"/>
                </a:lnTo>
                <a:lnTo>
                  <a:pt x="4686" y="6534"/>
                </a:lnTo>
                <a:lnTo>
                  <a:pt x="4686" y="6533"/>
                </a:lnTo>
                <a:lnTo>
                  <a:pt x="4685" y="6533"/>
                </a:lnTo>
                <a:lnTo>
                  <a:pt x="4685" y="6532"/>
                </a:lnTo>
                <a:lnTo>
                  <a:pt x="4685" y="6531"/>
                </a:lnTo>
                <a:lnTo>
                  <a:pt x="4686" y="6531"/>
                </a:lnTo>
                <a:lnTo>
                  <a:pt x="4686" y="6530"/>
                </a:lnTo>
                <a:lnTo>
                  <a:pt x="4686" y="6529"/>
                </a:lnTo>
                <a:lnTo>
                  <a:pt x="4686" y="6528"/>
                </a:lnTo>
                <a:lnTo>
                  <a:pt x="4687" y="6528"/>
                </a:lnTo>
                <a:lnTo>
                  <a:pt x="4687" y="6527"/>
                </a:lnTo>
                <a:lnTo>
                  <a:pt x="4687" y="6526"/>
                </a:lnTo>
                <a:lnTo>
                  <a:pt x="4687" y="6525"/>
                </a:lnTo>
                <a:lnTo>
                  <a:pt x="4688" y="6525"/>
                </a:lnTo>
                <a:lnTo>
                  <a:pt x="4688" y="6524"/>
                </a:lnTo>
                <a:lnTo>
                  <a:pt x="4687" y="6524"/>
                </a:lnTo>
                <a:lnTo>
                  <a:pt x="4687" y="6523"/>
                </a:lnTo>
                <a:lnTo>
                  <a:pt x="4688" y="6523"/>
                </a:lnTo>
                <a:lnTo>
                  <a:pt x="4688" y="6522"/>
                </a:lnTo>
                <a:lnTo>
                  <a:pt x="4688" y="6521"/>
                </a:lnTo>
                <a:lnTo>
                  <a:pt x="4688" y="6520"/>
                </a:lnTo>
                <a:lnTo>
                  <a:pt x="4688" y="6519"/>
                </a:lnTo>
                <a:lnTo>
                  <a:pt x="4687" y="6519"/>
                </a:lnTo>
                <a:lnTo>
                  <a:pt x="4686" y="6519"/>
                </a:lnTo>
                <a:lnTo>
                  <a:pt x="4686" y="6518"/>
                </a:lnTo>
                <a:lnTo>
                  <a:pt x="4685" y="6518"/>
                </a:lnTo>
                <a:lnTo>
                  <a:pt x="4685" y="6519"/>
                </a:lnTo>
                <a:lnTo>
                  <a:pt x="4684" y="6519"/>
                </a:lnTo>
                <a:lnTo>
                  <a:pt x="4683" y="6519"/>
                </a:lnTo>
                <a:lnTo>
                  <a:pt x="4683" y="6518"/>
                </a:lnTo>
                <a:lnTo>
                  <a:pt x="4682" y="6518"/>
                </a:lnTo>
                <a:lnTo>
                  <a:pt x="4682" y="6519"/>
                </a:lnTo>
                <a:lnTo>
                  <a:pt x="4681" y="6519"/>
                </a:lnTo>
                <a:lnTo>
                  <a:pt x="4681" y="6520"/>
                </a:lnTo>
                <a:lnTo>
                  <a:pt x="4680" y="6520"/>
                </a:lnTo>
                <a:lnTo>
                  <a:pt x="4679" y="6520"/>
                </a:lnTo>
                <a:lnTo>
                  <a:pt x="4679" y="6521"/>
                </a:lnTo>
                <a:lnTo>
                  <a:pt x="4678" y="6521"/>
                </a:lnTo>
                <a:lnTo>
                  <a:pt x="4677" y="6521"/>
                </a:lnTo>
                <a:lnTo>
                  <a:pt x="4676" y="6521"/>
                </a:lnTo>
                <a:lnTo>
                  <a:pt x="4675" y="6521"/>
                </a:lnTo>
                <a:lnTo>
                  <a:pt x="4675" y="6522"/>
                </a:lnTo>
                <a:lnTo>
                  <a:pt x="4674" y="6522"/>
                </a:lnTo>
                <a:lnTo>
                  <a:pt x="4673" y="6522"/>
                </a:lnTo>
                <a:lnTo>
                  <a:pt x="4673" y="6523"/>
                </a:lnTo>
                <a:lnTo>
                  <a:pt x="4672" y="6522"/>
                </a:lnTo>
                <a:lnTo>
                  <a:pt x="4671" y="6522"/>
                </a:lnTo>
                <a:lnTo>
                  <a:pt x="4670" y="6522"/>
                </a:lnTo>
                <a:lnTo>
                  <a:pt x="4670" y="6523"/>
                </a:lnTo>
                <a:lnTo>
                  <a:pt x="4669" y="6523"/>
                </a:lnTo>
                <a:lnTo>
                  <a:pt x="4668" y="6523"/>
                </a:lnTo>
                <a:lnTo>
                  <a:pt x="4668" y="6524"/>
                </a:lnTo>
                <a:lnTo>
                  <a:pt x="4667" y="6524"/>
                </a:lnTo>
                <a:lnTo>
                  <a:pt x="4666" y="6524"/>
                </a:lnTo>
                <a:lnTo>
                  <a:pt x="4666" y="6525"/>
                </a:lnTo>
                <a:lnTo>
                  <a:pt x="4665" y="6525"/>
                </a:lnTo>
                <a:lnTo>
                  <a:pt x="4664" y="6525"/>
                </a:lnTo>
                <a:lnTo>
                  <a:pt x="4664" y="6526"/>
                </a:lnTo>
                <a:lnTo>
                  <a:pt x="4663" y="6526"/>
                </a:lnTo>
                <a:lnTo>
                  <a:pt x="4662" y="6526"/>
                </a:lnTo>
                <a:lnTo>
                  <a:pt x="4662" y="6525"/>
                </a:lnTo>
                <a:lnTo>
                  <a:pt x="4661" y="6525"/>
                </a:lnTo>
                <a:lnTo>
                  <a:pt x="4661" y="6524"/>
                </a:lnTo>
                <a:lnTo>
                  <a:pt x="4660" y="6524"/>
                </a:lnTo>
                <a:lnTo>
                  <a:pt x="4660" y="6525"/>
                </a:lnTo>
                <a:lnTo>
                  <a:pt x="4658" y="6525"/>
                </a:lnTo>
                <a:lnTo>
                  <a:pt x="4658" y="6526"/>
                </a:lnTo>
                <a:lnTo>
                  <a:pt x="4657" y="6526"/>
                </a:lnTo>
                <a:lnTo>
                  <a:pt x="4657" y="6527"/>
                </a:lnTo>
                <a:lnTo>
                  <a:pt x="4657" y="6526"/>
                </a:lnTo>
                <a:lnTo>
                  <a:pt x="4657" y="6527"/>
                </a:lnTo>
                <a:lnTo>
                  <a:pt x="4656" y="6527"/>
                </a:lnTo>
                <a:lnTo>
                  <a:pt x="4656" y="6528"/>
                </a:lnTo>
                <a:lnTo>
                  <a:pt x="4655" y="6529"/>
                </a:lnTo>
                <a:lnTo>
                  <a:pt x="4654" y="6529"/>
                </a:lnTo>
                <a:lnTo>
                  <a:pt x="4654" y="6530"/>
                </a:lnTo>
                <a:lnTo>
                  <a:pt x="4654" y="6531"/>
                </a:lnTo>
                <a:lnTo>
                  <a:pt x="4654" y="6532"/>
                </a:lnTo>
                <a:lnTo>
                  <a:pt x="4653" y="6533"/>
                </a:lnTo>
                <a:lnTo>
                  <a:pt x="4652" y="6533"/>
                </a:lnTo>
                <a:lnTo>
                  <a:pt x="4652" y="6534"/>
                </a:lnTo>
                <a:lnTo>
                  <a:pt x="4651" y="6534"/>
                </a:lnTo>
                <a:lnTo>
                  <a:pt x="4652" y="6534"/>
                </a:lnTo>
                <a:lnTo>
                  <a:pt x="4652" y="6535"/>
                </a:lnTo>
                <a:lnTo>
                  <a:pt x="4651" y="6534"/>
                </a:lnTo>
                <a:lnTo>
                  <a:pt x="4651" y="6535"/>
                </a:lnTo>
                <a:lnTo>
                  <a:pt x="4650" y="6535"/>
                </a:lnTo>
                <a:lnTo>
                  <a:pt x="4649" y="6535"/>
                </a:lnTo>
                <a:lnTo>
                  <a:pt x="4649" y="6536"/>
                </a:lnTo>
                <a:lnTo>
                  <a:pt x="4648" y="6536"/>
                </a:lnTo>
                <a:lnTo>
                  <a:pt x="4648" y="6537"/>
                </a:lnTo>
                <a:lnTo>
                  <a:pt x="4648" y="6538"/>
                </a:lnTo>
                <a:lnTo>
                  <a:pt x="4647" y="6538"/>
                </a:lnTo>
                <a:lnTo>
                  <a:pt x="4647" y="6539"/>
                </a:lnTo>
                <a:lnTo>
                  <a:pt x="4646" y="6539"/>
                </a:lnTo>
                <a:lnTo>
                  <a:pt x="4647" y="6539"/>
                </a:lnTo>
                <a:lnTo>
                  <a:pt x="4646" y="6539"/>
                </a:lnTo>
                <a:lnTo>
                  <a:pt x="4646" y="6540"/>
                </a:lnTo>
                <a:lnTo>
                  <a:pt x="4645" y="6540"/>
                </a:lnTo>
                <a:lnTo>
                  <a:pt x="4645" y="6541"/>
                </a:lnTo>
                <a:lnTo>
                  <a:pt x="4644" y="6541"/>
                </a:lnTo>
                <a:lnTo>
                  <a:pt x="4644" y="6542"/>
                </a:lnTo>
                <a:lnTo>
                  <a:pt x="4644" y="6543"/>
                </a:lnTo>
                <a:lnTo>
                  <a:pt x="4644" y="6544"/>
                </a:lnTo>
                <a:lnTo>
                  <a:pt x="4644" y="6545"/>
                </a:lnTo>
                <a:lnTo>
                  <a:pt x="4643" y="6545"/>
                </a:lnTo>
                <a:lnTo>
                  <a:pt x="4643" y="6546"/>
                </a:lnTo>
                <a:lnTo>
                  <a:pt x="4643" y="6547"/>
                </a:lnTo>
                <a:lnTo>
                  <a:pt x="4642" y="6548"/>
                </a:lnTo>
                <a:lnTo>
                  <a:pt x="4642" y="6549"/>
                </a:lnTo>
                <a:lnTo>
                  <a:pt x="4642" y="6550"/>
                </a:lnTo>
                <a:lnTo>
                  <a:pt x="4643" y="6550"/>
                </a:lnTo>
                <a:lnTo>
                  <a:pt x="4643" y="6551"/>
                </a:lnTo>
                <a:lnTo>
                  <a:pt x="4643" y="6550"/>
                </a:lnTo>
                <a:lnTo>
                  <a:pt x="4644" y="6550"/>
                </a:lnTo>
                <a:lnTo>
                  <a:pt x="4644" y="6551"/>
                </a:lnTo>
                <a:lnTo>
                  <a:pt x="4644" y="6552"/>
                </a:lnTo>
                <a:lnTo>
                  <a:pt x="4643" y="6552"/>
                </a:lnTo>
                <a:lnTo>
                  <a:pt x="4643" y="6553"/>
                </a:lnTo>
                <a:lnTo>
                  <a:pt x="4643" y="6554"/>
                </a:lnTo>
                <a:lnTo>
                  <a:pt x="4643" y="6555"/>
                </a:lnTo>
                <a:lnTo>
                  <a:pt x="4642" y="6555"/>
                </a:lnTo>
                <a:lnTo>
                  <a:pt x="4642" y="6556"/>
                </a:lnTo>
                <a:lnTo>
                  <a:pt x="4643" y="6556"/>
                </a:lnTo>
                <a:lnTo>
                  <a:pt x="4642" y="6556"/>
                </a:lnTo>
                <a:lnTo>
                  <a:pt x="4642" y="6557"/>
                </a:lnTo>
                <a:lnTo>
                  <a:pt x="4642" y="6558"/>
                </a:lnTo>
                <a:lnTo>
                  <a:pt x="4642" y="6559"/>
                </a:lnTo>
                <a:lnTo>
                  <a:pt x="4642" y="6560"/>
                </a:lnTo>
                <a:lnTo>
                  <a:pt x="4642" y="6561"/>
                </a:lnTo>
                <a:lnTo>
                  <a:pt x="4642" y="6562"/>
                </a:lnTo>
                <a:lnTo>
                  <a:pt x="4641" y="6562"/>
                </a:lnTo>
                <a:lnTo>
                  <a:pt x="4641" y="6563"/>
                </a:lnTo>
                <a:lnTo>
                  <a:pt x="4641" y="6564"/>
                </a:lnTo>
                <a:lnTo>
                  <a:pt x="4641" y="6565"/>
                </a:lnTo>
                <a:lnTo>
                  <a:pt x="4641" y="6566"/>
                </a:lnTo>
                <a:lnTo>
                  <a:pt x="4640" y="6566"/>
                </a:lnTo>
                <a:lnTo>
                  <a:pt x="4640" y="6567"/>
                </a:lnTo>
                <a:lnTo>
                  <a:pt x="4640" y="6568"/>
                </a:lnTo>
                <a:lnTo>
                  <a:pt x="4639" y="6568"/>
                </a:lnTo>
                <a:lnTo>
                  <a:pt x="4639" y="6569"/>
                </a:lnTo>
                <a:lnTo>
                  <a:pt x="4639" y="6570"/>
                </a:lnTo>
                <a:lnTo>
                  <a:pt x="4639" y="6571"/>
                </a:lnTo>
                <a:lnTo>
                  <a:pt x="4639" y="6572"/>
                </a:lnTo>
                <a:lnTo>
                  <a:pt x="4639" y="6571"/>
                </a:lnTo>
                <a:lnTo>
                  <a:pt x="4638" y="6571"/>
                </a:lnTo>
                <a:lnTo>
                  <a:pt x="4638" y="6572"/>
                </a:lnTo>
                <a:lnTo>
                  <a:pt x="4637" y="6572"/>
                </a:lnTo>
                <a:lnTo>
                  <a:pt x="4638" y="6572"/>
                </a:lnTo>
                <a:lnTo>
                  <a:pt x="4638" y="6573"/>
                </a:lnTo>
                <a:lnTo>
                  <a:pt x="4639" y="6573"/>
                </a:lnTo>
                <a:lnTo>
                  <a:pt x="4639" y="6574"/>
                </a:lnTo>
                <a:lnTo>
                  <a:pt x="4639" y="6575"/>
                </a:lnTo>
                <a:lnTo>
                  <a:pt x="4638" y="6575"/>
                </a:lnTo>
                <a:lnTo>
                  <a:pt x="4638" y="6574"/>
                </a:lnTo>
                <a:lnTo>
                  <a:pt x="4638" y="6575"/>
                </a:lnTo>
                <a:lnTo>
                  <a:pt x="4639" y="6575"/>
                </a:lnTo>
                <a:lnTo>
                  <a:pt x="4638" y="6575"/>
                </a:lnTo>
                <a:lnTo>
                  <a:pt x="4638" y="6576"/>
                </a:lnTo>
                <a:lnTo>
                  <a:pt x="4639" y="6576"/>
                </a:lnTo>
                <a:lnTo>
                  <a:pt x="4639" y="6577"/>
                </a:lnTo>
                <a:lnTo>
                  <a:pt x="4639" y="6578"/>
                </a:lnTo>
                <a:lnTo>
                  <a:pt x="4638" y="6578"/>
                </a:lnTo>
                <a:lnTo>
                  <a:pt x="4639" y="6578"/>
                </a:lnTo>
                <a:lnTo>
                  <a:pt x="4639" y="6579"/>
                </a:lnTo>
                <a:lnTo>
                  <a:pt x="4639" y="6578"/>
                </a:lnTo>
                <a:lnTo>
                  <a:pt x="4638" y="6578"/>
                </a:lnTo>
                <a:lnTo>
                  <a:pt x="4638" y="6579"/>
                </a:lnTo>
                <a:lnTo>
                  <a:pt x="4637" y="6579"/>
                </a:lnTo>
                <a:lnTo>
                  <a:pt x="4637" y="6580"/>
                </a:lnTo>
                <a:lnTo>
                  <a:pt x="4638" y="6580"/>
                </a:lnTo>
                <a:lnTo>
                  <a:pt x="4638" y="6581"/>
                </a:lnTo>
                <a:lnTo>
                  <a:pt x="4638" y="6582"/>
                </a:lnTo>
                <a:lnTo>
                  <a:pt x="4638" y="6583"/>
                </a:lnTo>
                <a:lnTo>
                  <a:pt x="4637" y="6583"/>
                </a:lnTo>
                <a:lnTo>
                  <a:pt x="4637" y="6584"/>
                </a:lnTo>
                <a:lnTo>
                  <a:pt x="4636" y="6584"/>
                </a:lnTo>
                <a:lnTo>
                  <a:pt x="4636" y="6583"/>
                </a:lnTo>
                <a:lnTo>
                  <a:pt x="4635" y="6583"/>
                </a:lnTo>
                <a:lnTo>
                  <a:pt x="4634" y="6583"/>
                </a:lnTo>
                <a:lnTo>
                  <a:pt x="4634" y="6584"/>
                </a:lnTo>
                <a:lnTo>
                  <a:pt x="4633" y="6584"/>
                </a:lnTo>
                <a:lnTo>
                  <a:pt x="4633" y="6585"/>
                </a:lnTo>
                <a:lnTo>
                  <a:pt x="4632" y="6585"/>
                </a:lnTo>
                <a:lnTo>
                  <a:pt x="4632" y="6586"/>
                </a:lnTo>
                <a:lnTo>
                  <a:pt x="4631" y="6586"/>
                </a:lnTo>
                <a:lnTo>
                  <a:pt x="4631" y="6585"/>
                </a:lnTo>
                <a:lnTo>
                  <a:pt x="4630" y="6585"/>
                </a:lnTo>
                <a:lnTo>
                  <a:pt x="4629" y="6585"/>
                </a:lnTo>
                <a:lnTo>
                  <a:pt x="4629" y="6586"/>
                </a:lnTo>
                <a:lnTo>
                  <a:pt x="4628" y="6586"/>
                </a:lnTo>
                <a:lnTo>
                  <a:pt x="4628" y="6585"/>
                </a:lnTo>
                <a:lnTo>
                  <a:pt x="4627" y="6585"/>
                </a:lnTo>
                <a:lnTo>
                  <a:pt x="4627" y="6584"/>
                </a:lnTo>
                <a:lnTo>
                  <a:pt x="4626" y="6583"/>
                </a:lnTo>
                <a:lnTo>
                  <a:pt x="4626" y="6582"/>
                </a:lnTo>
                <a:lnTo>
                  <a:pt x="4625" y="6582"/>
                </a:lnTo>
                <a:lnTo>
                  <a:pt x="4624" y="6582"/>
                </a:lnTo>
                <a:lnTo>
                  <a:pt x="4623" y="6582"/>
                </a:lnTo>
                <a:lnTo>
                  <a:pt x="4623" y="6581"/>
                </a:lnTo>
                <a:lnTo>
                  <a:pt x="4623" y="6580"/>
                </a:lnTo>
                <a:lnTo>
                  <a:pt x="4622" y="6580"/>
                </a:lnTo>
                <a:lnTo>
                  <a:pt x="4622" y="6579"/>
                </a:lnTo>
                <a:lnTo>
                  <a:pt x="4621" y="6580"/>
                </a:lnTo>
                <a:lnTo>
                  <a:pt x="4620" y="6580"/>
                </a:lnTo>
                <a:lnTo>
                  <a:pt x="4620" y="6579"/>
                </a:lnTo>
                <a:lnTo>
                  <a:pt x="4620" y="6578"/>
                </a:lnTo>
                <a:lnTo>
                  <a:pt x="4618" y="6577"/>
                </a:lnTo>
                <a:lnTo>
                  <a:pt x="4618" y="6576"/>
                </a:lnTo>
                <a:lnTo>
                  <a:pt x="4617" y="6575"/>
                </a:lnTo>
                <a:lnTo>
                  <a:pt x="4616" y="6574"/>
                </a:lnTo>
                <a:lnTo>
                  <a:pt x="4616" y="6573"/>
                </a:lnTo>
                <a:lnTo>
                  <a:pt x="4615" y="6573"/>
                </a:lnTo>
                <a:lnTo>
                  <a:pt x="4614" y="6573"/>
                </a:lnTo>
                <a:lnTo>
                  <a:pt x="4614" y="6574"/>
                </a:lnTo>
                <a:lnTo>
                  <a:pt x="4613" y="6574"/>
                </a:lnTo>
                <a:lnTo>
                  <a:pt x="4612" y="6573"/>
                </a:lnTo>
                <a:lnTo>
                  <a:pt x="4612" y="6572"/>
                </a:lnTo>
                <a:lnTo>
                  <a:pt x="4611" y="6572"/>
                </a:lnTo>
                <a:lnTo>
                  <a:pt x="4611" y="6571"/>
                </a:lnTo>
                <a:lnTo>
                  <a:pt x="4610" y="6570"/>
                </a:lnTo>
                <a:lnTo>
                  <a:pt x="4610" y="6569"/>
                </a:lnTo>
                <a:lnTo>
                  <a:pt x="4609" y="6569"/>
                </a:lnTo>
                <a:lnTo>
                  <a:pt x="4608" y="6568"/>
                </a:lnTo>
                <a:lnTo>
                  <a:pt x="4607" y="6567"/>
                </a:lnTo>
                <a:lnTo>
                  <a:pt x="4606" y="6567"/>
                </a:lnTo>
                <a:lnTo>
                  <a:pt x="4606" y="6566"/>
                </a:lnTo>
                <a:lnTo>
                  <a:pt x="4605" y="6565"/>
                </a:lnTo>
                <a:lnTo>
                  <a:pt x="4605" y="6564"/>
                </a:lnTo>
                <a:lnTo>
                  <a:pt x="4604" y="6564"/>
                </a:lnTo>
                <a:lnTo>
                  <a:pt x="4603" y="6564"/>
                </a:lnTo>
                <a:lnTo>
                  <a:pt x="4603" y="6563"/>
                </a:lnTo>
                <a:lnTo>
                  <a:pt x="4602" y="6563"/>
                </a:lnTo>
                <a:lnTo>
                  <a:pt x="4602" y="6562"/>
                </a:lnTo>
                <a:lnTo>
                  <a:pt x="4602" y="6561"/>
                </a:lnTo>
                <a:lnTo>
                  <a:pt x="4601" y="6560"/>
                </a:lnTo>
                <a:lnTo>
                  <a:pt x="4601" y="6559"/>
                </a:lnTo>
                <a:lnTo>
                  <a:pt x="4600" y="6558"/>
                </a:lnTo>
                <a:lnTo>
                  <a:pt x="4599" y="6558"/>
                </a:lnTo>
                <a:lnTo>
                  <a:pt x="4599" y="6557"/>
                </a:lnTo>
                <a:lnTo>
                  <a:pt x="4599" y="6556"/>
                </a:lnTo>
                <a:lnTo>
                  <a:pt x="4598" y="6556"/>
                </a:lnTo>
                <a:lnTo>
                  <a:pt x="4598" y="6555"/>
                </a:lnTo>
                <a:lnTo>
                  <a:pt x="4597" y="6555"/>
                </a:lnTo>
                <a:lnTo>
                  <a:pt x="4597" y="6554"/>
                </a:lnTo>
                <a:lnTo>
                  <a:pt x="4596" y="6554"/>
                </a:lnTo>
                <a:lnTo>
                  <a:pt x="4596" y="6553"/>
                </a:lnTo>
                <a:lnTo>
                  <a:pt x="4595" y="6553"/>
                </a:lnTo>
                <a:lnTo>
                  <a:pt x="4595" y="6552"/>
                </a:lnTo>
                <a:lnTo>
                  <a:pt x="4594" y="6551"/>
                </a:lnTo>
                <a:lnTo>
                  <a:pt x="4594" y="6550"/>
                </a:lnTo>
                <a:lnTo>
                  <a:pt x="4593" y="6550"/>
                </a:lnTo>
                <a:lnTo>
                  <a:pt x="4593" y="6549"/>
                </a:lnTo>
                <a:lnTo>
                  <a:pt x="4592" y="6549"/>
                </a:lnTo>
                <a:lnTo>
                  <a:pt x="4592" y="6548"/>
                </a:lnTo>
                <a:lnTo>
                  <a:pt x="4591" y="6548"/>
                </a:lnTo>
                <a:lnTo>
                  <a:pt x="4591" y="6549"/>
                </a:lnTo>
                <a:lnTo>
                  <a:pt x="4590" y="6549"/>
                </a:lnTo>
                <a:lnTo>
                  <a:pt x="4589" y="6549"/>
                </a:lnTo>
                <a:lnTo>
                  <a:pt x="4589" y="6548"/>
                </a:lnTo>
                <a:lnTo>
                  <a:pt x="4589" y="6547"/>
                </a:lnTo>
                <a:lnTo>
                  <a:pt x="4588" y="6547"/>
                </a:lnTo>
                <a:lnTo>
                  <a:pt x="4587" y="6546"/>
                </a:lnTo>
                <a:lnTo>
                  <a:pt x="4586" y="6546"/>
                </a:lnTo>
                <a:lnTo>
                  <a:pt x="4586" y="6545"/>
                </a:lnTo>
                <a:lnTo>
                  <a:pt x="4587" y="6545"/>
                </a:lnTo>
                <a:lnTo>
                  <a:pt x="4587" y="6544"/>
                </a:lnTo>
                <a:lnTo>
                  <a:pt x="4586" y="6544"/>
                </a:lnTo>
                <a:lnTo>
                  <a:pt x="4586" y="6543"/>
                </a:lnTo>
                <a:lnTo>
                  <a:pt x="4585" y="6542"/>
                </a:lnTo>
                <a:lnTo>
                  <a:pt x="4585" y="6541"/>
                </a:lnTo>
                <a:lnTo>
                  <a:pt x="4584" y="6541"/>
                </a:lnTo>
                <a:lnTo>
                  <a:pt x="4583" y="6540"/>
                </a:lnTo>
                <a:lnTo>
                  <a:pt x="4582" y="6539"/>
                </a:lnTo>
                <a:lnTo>
                  <a:pt x="4581" y="6539"/>
                </a:lnTo>
                <a:lnTo>
                  <a:pt x="4581" y="6538"/>
                </a:lnTo>
                <a:lnTo>
                  <a:pt x="4580" y="6537"/>
                </a:lnTo>
                <a:lnTo>
                  <a:pt x="4579" y="6537"/>
                </a:lnTo>
                <a:lnTo>
                  <a:pt x="4578" y="6537"/>
                </a:lnTo>
                <a:lnTo>
                  <a:pt x="4578" y="6536"/>
                </a:lnTo>
                <a:lnTo>
                  <a:pt x="4577" y="6536"/>
                </a:lnTo>
                <a:lnTo>
                  <a:pt x="4576" y="6535"/>
                </a:lnTo>
                <a:lnTo>
                  <a:pt x="4576" y="6534"/>
                </a:lnTo>
                <a:lnTo>
                  <a:pt x="4576" y="6533"/>
                </a:lnTo>
                <a:lnTo>
                  <a:pt x="4575" y="6533"/>
                </a:lnTo>
                <a:lnTo>
                  <a:pt x="4574" y="6533"/>
                </a:lnTo>
                <a:lnTo>
                  <a:pt x="4574" y="6532"/>
                </a:lnTo>
                <a:lnTo>
                  <a:pt x="4573" y="6532"/>
                </a:lnTo>
                <a:lnTo>
                  <a:pt x="4573" y="6531"/>
                </a:lnTo>
                <a:lnTo>
                  <a:pt x="4573" y="6530"/>
                </a:lnTo>
                <a:lnTo>
                  <a:pt x="4573" y="6529"/>
                </a:lnTo>
                <a:lnTo>
                  <a:pt x="4572" y="6529"/>
                </a:lnTo>
                <a:lnTo>
                  <a:pt x="4572" y="6528"/>
                </a:lnTo>
                <a:lnTo>
                  <a:pt x="4571" y="6528"/>
                </a:lnTo>
                <a:lnTo>
                  <a:pt x="4570" y="6528"/>
                </a:lnTo>
                <a:lnTo>
                  <a:pt x="4570" y="6527"/>
                </a:lnTo>
                <a:lnTo>
                  <a:pt x="4569" y="6527"/>
                </a:lnTo>
                <a:lnTo>
                  <a:pt x="4568" y="6527"/>
                </a:lnTo>
                <a:lnTo>
                  <a:pt x="4569" y="6527"/>
                </a:lnTo>
                <a:lnTo>
                  <a:pt x="4569" y="6526"/>
                </a:lnTo>
                <a:lnTo>
                  <a:pt x="4568" y="6526"/>
                </a:lnTo>
                <a:lnTo>
                  <a:pt x="4568" y="6527"/>
                </a:lnTo>
                <a:lnTo>
                  <a:pt x="4567" y="6527"/>
                </a:lnTo>
                <a:lnTo>
                  <a:pt x="4567" y="6528"/>
                </a:lnTo>
                <a:lnTo>
                  <a:pt x="4568" y="6528"/>
                </a:lnTo>
                <a:lnTo>
                  <a:pt x="4568" y="6529"/>
                </a:lnTo>
                <a:lnTo>
                  <a:pt x="4567" y="6529"/>
                </a:lnTo>
                <a:lnTo>
                  <a:pt x="4567" y="6528"/>
                </a:lnTo>
                <a:lnTo>
                  <a:pt x="4566" y="6528"/>
                </a:lnTo>
                <a:lnTo>
                  <a:pt x="4567" y="6528"/>
                </a:lnTo>
                <a:lnTo>
                  <a:pt x="4566" y="6528"/>
                </a:lnTo>
                <a:lnTo>
                  <a:pt x="4565" y="6528"/>
                </a:lnTo>
                <a:lnTo>
                  <a:pt x="4565" y="6529"/>
                </a:lnTo>
                <a:lnTo>
                  <a:pt x="4564" y="6529"/>
                </a:lnTo>
                <a:lnTo>
                  <a:pt x="4564" y="6530"/>
                </a:lnTo>
                <a:lnTo>
                  <a:pt x="4564" y="6531"/>
                </a:lnTo>
                <a:lnTo>
                  <a:pt x="4563" y="6531"/>
                </a:lnTo>
                <a:lnTo>
                  <a:pt x="4563" y="6532"/>
                </a:lnTo>
                <a:lnTo>
                  <a:pt x="4563" y="6533"/>
                </a:lnTo>
                <a:lnTo>
                  <a:pt x="4562" y="6533"/>
                </a:lnTo>
                <a:lnTo>
                  <a:pt x="4562" y="6534"/>
                </a:lnTo>
                <a:lnTo>
                  <a:pt x="4562" y="6535"/>
                </a:lnTo>
                <a:lnTo>
                  <a:pt x="4562" y="6536"/>
                </a:lnTo>
                <a:lnTo>
                  <a:pt x="4561" y="6536"/>
                </a:lnTo>
                <a:lnTo>
                  <a:pt x="4560" y="6536"/>
                </a:lnTo>
                <a:lnTo>
                  <a:pt x="4560" y="6537"/>
                </a:lnTo>
                <a:lnTo>
                  <a:pt x="4560" y="6538"/>
                </a:lnTo>
                <a:lnTo>
                  <a:pt x="4559" y="6538"/>
                </a:lnTo>
                <a:lnTo>
                  <a:pt x="4559" y="6539"/>
                </a:lnTo>
                <a:lnTo>
                  <a:pt x="4558" y="6539"/>
                </a:lnTo>
                <a:lnTo>
                  <a:pt x="4557" y="6539"/>
                </a:lnTo>
                <a:lnTo>
                  <a:pt x="4557" y="6540"/>
                </a:lnTo>
                <a:lnTo>
                  <a:pt x="4557" y="6541"/>
                </a:lnTo>
                <a:lnTo>
                  <a:pt x="4556" y="6541"/>
                </a:lnTo>
                <a:lnTo>
                  <a:pt x="4556" y="6542"/>
                </a:lnTo>
                <a:lnTo>
                  <a:pt x="4555" y="6542"/>
                </a:lnTo>
                <a:lnTo>
                  <a:pt x="4555" y="6543"/>
                </a:lnTo>
                <a:lnTo>
                  <a:pt x="4555" y="6544"/>
                </a:lnTo>
                <a:lnTo>
                  <a:pt x="4554" y="6544"/>
                </a:lnTo>
                <a:lnTo>
                  <a:pt x="4554" y="6545"/>
                </a:lnTo>
                <a:lnTo>
                  <a:pt x="4553" y="6545"/>
                </a:lnTo>
                <a:lnTo>
                  <a:pt x="4553" y="6546"/>
                </a:lnTo>
                <a:lnTo>
                  <a:pt x="4553" y="6547"/>
                </a:lnTo>
                <a:lnTo>
                  <a:pt x="4554" y="6547"/>
                </a:lnTo>
                <a:lnTo>
                  <a:pt x="4554" y="6548"/>
                </a:lnTo>
                <a:lnTo>
                  <a:pt x="4554" y="6549"/>
                </a:lnTo>
                <a:lnTo>
                  <a:pt x="4554" y="6550"/>
                </a:lnTo>
                <a:lnTo>
                  <a:pt x="4555" y="6550"/>
                </a:lnTo>
                <a:lnTo>
                  <a:pt x="4555" y="6551"/>
                </a:lnTo>
                <a:lnTo>
                  <a:pt x="4556" y="6552"/>
                </a:lnTo>
                <a:lnTo>
                  <a:pt x="4556" y="6553"/>
                </a:lnTo>
                <a:lnTo>
                  <a:pt x="4556" y="6554"/>
                </a:lnTo>
                <a:lnTo>
                  <a:pt x="4556" y="6555"/>
                </a:lnTo>
                <a:lnTo>
                  <a:pt x="4555" y="6555"/>
                </a:lnTo>
                <a:lnTo>
                  <a:pt x="4555" y="6556"/>
                </a:lnTo>
                <a:lnTo>
                  <a:pt x="4555" y="6557"/>
                </a:lnTo>
                <a:lnTo>
                  <a:pt x="4555" y="6558"/>
                </a:lnTo>
                <a:lnTo>
                  <a:pt x="4554" y="6558"/>
                </a:lnTo>
                <a:lnTo>
                  <a:pt x="4553" y="6558"/>
                </a:lnTo>
                <a:lnTo>
                  <a:pt x="4552" y="6558"/>
                </a:lnTo>
                <a:lnTo>
                  <a:pt x="4552" y="6559"/>
                </a:lnTo>
                <a:lnTo>
                  <a:pt x="4551" y="6559"/>
                </a:lnTo>
                <a:lnTo>
                  <a:pt x="4551" y="6560"/>
                </a:lnTo>
                <a:lnTo>
                  <a:pt x="4551" y="6561"/>
                </a:lnTo>
                <a:lnTo>
                  <a:pt x="4550" y="6561"/>
                </a:lnTo>
                <a:lnTo>
                  <a:pt x="4550" y="6562"/>
                </a:lnTo>
                <a:lnTo>
                  <a:pt x="4550" y="6563"/>
                </a:lnTo>
                <a:lnTo>
                  <a:pt x="4550" y="6564"/>
                </a:lnTo>
                <a:lnTo>
                  <a:pt x="4549" y="6564"/>
                </a:lnTo>
                <a:lnTo>
                  <a:pt x="4549" y="6565"/>
                </a:lnTo>
                <a:lnTo>
                  <a:pt x="4548" y="6565"/>
                </a:lnTo>
                <a:lnTo>
                  <a:pt x="4548" y="6566"/>
                </a:lnTo>
                <a:lnTo>
                  <a:pt x="4547" y="6566"/>
                </a:lnTo>
                <a:lnTo>
                  <a:pt x="4547" y="6567"/>
                </a:lnTo>
                <a:lnTo>
                  <a:pt x="4546" y="6567"/>
                </a:lnTo>
                <a:lnTo>
                  <a:pt x="4545" y="6567"/>
                </a:lnTo>
                <a:lnTo>
                  <a:pt x="4545" y="6566"/>
                </a:lnTo>
                <a:lnTo>
                  <a:pt x="4544" y="6566"/>
                </a:lnTo>
                <a:lnTo>
                  <a:pt x="4543" y="6566"/>
                </a:lnTo>
                <a:lnTo>
                  <a:pt x="4543" y="6565"/>
                </a:lnTo>
                <a:lnTo>
                  <a:pt x="4542" y="6565"/>
                </a:lnTo>
                <a:lnTo>
                  <a:pt x="4542" y="6564"/>
                </a:lnTo>
                <a:lnTo>
                  <a:pt x="4543" y="6564"/>
                </a:lnTo>
                <a:lnTo>
                  <a:pt x="4542" y="6563"/>
                </a:lnTo>
                <a:lnTo>
                  <a:pt x="4541" y="6563"/>
                </a:lnTo>
                <a:lnTo>
                  <a:pt x="4540" y="6563"/>
                </a:lnTo>
                <a:lnTo>
                  <a:pt x="4540" y="6562"/>
                </a:lnTo>
                <a:lnTo>
                  <a:pt x="4539" y="6562"/>
                </a:lnTo>
                <a:lnTo>
                  <a:pt x="4539" y="6561"/>
                </a:lnTo>
                <a:lnTo>
                  <a:pt x="4538" y="6561"/>
                </a:lnTo>
                <a:lnTo>
                  <a:pt x="4538" y="6560"/>
                </a:lnTo>
                <a:lnTo>
                  <a:pt x="4537" y="6560"/>
                </a:lnTo>
                <a:lnTo>
                  <a:pt x="4537" y="6558"/>
                </a:lnTo>
                <a:lnTo>
                  <a:pt x="4536" y="6558"/>
                </a:lnTo>
                <a:lnTo>
                  <a:pt x="4536" y="6557"/>
                </a:lnTo>
                <a:lnTo>
                  <a:pt x="4535" y="6557"/>
                </a:lnTo>
                <a:lnTo>
                  <a:pt x="4535" y="6556"/>
                </a:lnTo>
                <a:lnTo>
                  <a:pt x="4534" y="6556"/>
                </a:lnTo>
                <a:lnTo>
                  <a:pt x="4535" y="6556"/>
                </a:lnTo>
                <a:lnTo>
                  <a:pt x="4535" y="6555"/>
                </a:lnTo>
                <a:lnTo>
                  <a:pt x="4534" y="6555"/>
                </a:lnTo>
                <a:lnTo>
                  <a:pt x="4535" y="6555"/>
                </a:lnTo>
                <a:lnTo>
                  <a:pt x="4534" y="6555"/>
                </a:lnTo>
                <a:lnTo>
                  <a:pt x="4534" y="6554"/>
                </a:lnTo>
                <a:lnTo>
                  <a:pt x="4533" y="6554"/>
                </a:lnTo>
                <a:lnTo>
                  <a:pt x="4533" y="6553"/>
                </a:lnTo>
                <a:lnTo>
                  <a:pt x="4533" y="6552"/>
                </a:lnTo>
                <a:lnTo>
                  <a:pt x="4533" y="6551"/>
                </a:lnTo>
                <a:lnTo>
                  <a:pt x="4533" y="6550"/>
                </a:lnTo>
                <a:lnTo>
                  <a:pt x="4534" y="6550"/>
                </a:lnTo>
                <a:lnTo>
                  <a:pt x="4533" y="6550"/>
                </a:lnTo>
                <a:lnTo>
                  <a:pt x="4533" y="6549"/>
                </a:lnTo>
                <a:lnTo>
                  <a:pt x="4532" y="6549"/>
                </a:lnTo>
                <a:lnTo>
                  <a:pt x="4532" y="6548"/>
                </a:lnTo>
                <a:lnTo>
                  <a:pt x="4531" y="6547"/>
                </a:lnTo>
                <a:lnTo>
                  <a:pt x="4530" y="6547"/>
                </a:lnTo>
                <a:lnTo>
                  <a:pt x="4530" y="6546"/>
                </a:lnTo>
                <a:lnTo>
                  <a:pt x="4529" y="6546"/>
                </a:lnTo>
                <a:lnTo>
                  <a:pt x="4529" y="6545"/>
                </a:lnTo>
                <a:lnTo>
                  <a:pt x="4528" y="6545"/>
                </a:lnTo>
                <a:lnTo>
                  <a:pt x="4529" y="6545"/>
                </a:lnTo>
                <a:lnTo>
                  <a:pt x="4529" y="6544"/>
                </a:lnTo>
                <a:lnTo>
                  <a:pt x="4528" y="6544"/>
                </a:lnTo>
                <a:lnTo>
                  <a:pt x="4528" y="6543"/>
                </a:lnTo>
                <a:lnTo>
                  <a:pt x="4529" y="6543"/>
                </a:lnTo>
                <a:lnTo>
                  <a:pt x="4528" y="6543"/>
                </a:lnTo>
                <a:lnTo>
                  <a:pt x="4528" y="6542"/>
                </a:lnTo>
                <a:lnTo>
                  <a:pt x="4527" y="6542"/>
                </a:lnTo>
                <a:lnTo>
                  <a:pt x="4528" y="6542"/>
                </a:lnTo>
                <a:lnTo>
                  <a:pt x="4528" y="6541"/>
                </a:lnTo>
                <a:lnTo>
                  <a:pt x="4528" y="6540"/>
                </a:lnTo>
                <a:lnTo>
                  <a:pt x="4528" y="6539"/>
                </a:lnTo>
                <a:lnTo>
                  <a:pt x="4528" y="6538"/>
                </a:lnTo>
                <a:lnTo>
                  <a:pt x="4529" y="6538"/>
                </a:lnTo>
                <a:lnTo>
                  <a:pt x="4530" y="6538"/>
                </a:lnTo>
                <a:lnTo>
                  <a:pt x="4530" y="6537"/>
                </a:lnTo>
                <a:lnTo>
                  <a:pt x="4530" y="6536"/>
                </a:lnTo>
                <a:lnTo>
                  <a:pt x="4530" y="6535"/>
                </a:lnTo>
                <a:lnTo>
                  <a:pt x="4529" y="6535"/>
                </a:lnTo>
                <a:lnTo>
                  <a:pt x="4529" y="6534"/>
                </a:lnTo>
                <a:lnTo>
                  <a:pt x="4528" y="6534"/>
                </a:lnTo>
                <a:lnTo>
                  <a:pt x="4528" y="6533"/>
                </a:lnTo>
                <a:lnTo>
                  <a:pt x="4527" y="6533"/>
                </a:lnTo>
                <a:lnTo>
                  <a:pt x="4526" y="6533"/>
                </a:lnTo>
                <a:lnTo>
                  <a:pt x="4526" y="6532"/>
                </a:lnTo>
                <a:lnTo>
                  <a:pt x="4525" y="6532"/>
                </a:lnTo>
                <a:lnTo>
                  <a:pt x="4526" y="6532"/>
                </a:lnTo>
                <a:lnTo>
                  <a:pt x="4526" y="6531"/>
                </a:lnTo>
                <a:lnTo>
                  <a:pt x="4525" y="6531"/>
                </a:lnTo>
                <a:lnTo>
                  <a:pt x="4525" y="6530"/>
                </a:lnTo>
                <a:lnTo>
                  <a:pt x="4524" y="6530"/>
                </a:lnTo>
                <a:lnTo>
                  <a:pt x="4523" y="6530"/>
                </a:lnTo>
                <a:lnTo>
                  <a:pt x="4523" y="6529"/>
                </a:lnTo>
                <a:lnTo>
                  <a:pt x="4522" y="6529"/>
                </a:lnTo>
                <a:lnTo>
                  <a:pt x="4521" y="6529"/>
                </a:lnTo>
                <a:lnTo>
                  <a:pt x="4520" y="6528"/>
                </a:lnTo>
                <a:lnTo>
                  <a:pt x="4520" y="6527"/>
                </a:lnTo>
                <a:lnTo>
                  <a:pt x="4519" y="6527"/>
                </a:lnTo>
                <a:lnTo>
                  <a:pt x="4518" y="6526"/>
                </a:lnTo>
                <a:lnTo>
                  <a:pt x="4517" y="6526"/>
                </a:lnTo>
                <a:lnTo>
                  <a:pt x="4517" y="6525"/>
                </a:lnTo>
                <a:lnTo>
                  <a:pt x="4516" y="6525"/>
                </a:lnTo>
                <a:lnTo>
                  <a:pt x="4515" y="6525"/>
                </a:lnTo>
                <a:lnTo>
                  <a:pt x="4515" y="6524"/>
                </a:lnTo>
                <a:lnTo>
                  <a:pt x="4514" y="6524"/>
                </a:lnTo>
                <a:lnTo>
                  <a:pt x="4513" y="6524"/>
                </a:lnTo>
                <a:lnTo>
                  <a:pt x="4512" y="6524"/>
                </a:lnTo>
                <a:lnTo>
                  <a:pt x="4511" y="6524"/>
                </a:lnTo>
                <a:lnTo>
                  <a:pt x="4510" y="6524"/>
                </a:lnTo>
                <a:lnTo>
                  <a:pt x="4510" y="6523"/>
                </a:lnTo>
                <a:lnTo>
                  <a:pt x="4509" y="6523"/>
                </a:lnTo>
                <a:lnTo>
                  <a:pt x="4508" y="6523"/>
                </a:lnTo>
                <a:lnTo>
                  <a:pt x="4507" y="6523"/>
                </a:lnTo>
                <a:lnTo>
                  <a:pt x="4507" y="6524"/>
                </a:lnTo>
                <a:lnTo>
                  <a:pt x="4507" y="6525"/>
                </a:lnTo>
                <a:lnTo>
                  <a:pt x="4507" y="6526"/>
                </a:lnTo>
                <a:lnTo>
                  <a:pt x="4507" y="6527"/>
                </a:lnTo>
                <a:lnTo>
                  <a:pt x="4507" y="6528"/>
                </a:lnTo>
                <a:lnTo>
                  <a:pt x="4507" y="6529"/>
                </a:lnTo>
                <a:lnTo>
                  <a:pt x="4506" y="6529"/>
                </a:lnTo>
                <a:lnTo>
                  <a:pt x="4506" y="6530"/>
                </a:lnTo>
                <a:lnTo>
                  <a:pt x="4506" y="6529"/>
                </a:lnTo>
                <a:lnTo>
                  <a:pt x="4506" y="6530"/>
                </a:lnTo>
                <a:lnTo>
                  <a:pt x="4506" y="6531"/>
                </a:lnTo>
                <a:lnTo>
                  <a:pt x="4505" y="6531"/>
                </a:lnTo>
                <a:lnTo>
                  <a:pt x="4505" y="6532"/>
                </a:lnTo>
                <a:lnTo>
                  <a:pt x="4505" y="6533"/>
                </a:lnTo>
                <a:lnTo>
                  <a:pt x="4504" y="6533"/>
                </a:lnTo>
                <a:lnTo>
                  <a:pt x="4504" y="6534"/>
                </a:lnTo>
                <a:lnTo>
                  <a:pt x="4504" y="6535"/>
                </a:lnTo>
                <a:lnTo>
                  <a:pt x="4503" y="6535"/>
                </a:lnTo>
                <a:lnTo>
                  <a:pt x="4503" y="6536"/>
                </a:lnTo>
                <a:lnTo>
                  <a:pt x="4502" y="6536"/>
                </a:lnTo>
                <a:lnTo>
                  <a:pt x="4501" y="6537"/>
                </a:lnTo>
                <a:lnTo>
                  <a:pt x="4501" y="6538"/>
                </a:lnTo>
                <a:lnTo>
                  <a:pt x="4501" y="6539"/>
                </a:lnTo>
                <a:lnTo>
                  <a:pt x="4500" y="6539"/>
                </a:lnTo>
                <a:lnTo>
                  <a:pt x="4501" y="6539"/>
                </a:lnTo>
                <a:lnTo>
                  <a:pt x="4501" y="6540"/>
                </a:lnTo>
                <a:lnTo>
                  <a:pt x="4501" y="6541"/>
                </a:lnTo>
                <a:lnTo>
                  <a:pt x="4501" y="6542"/>
                </a:lnTo>
                <a:lnTo>
                  <a:pt x="4501" y="6543"/>
                </a:lnTo>
                <a:lnTo>
                  <a:pt x="4501" y="6544"/>
                </a:lnTo>
                <a:lnTo>
                  <a:pt x="4500" y="6544"/>
                </a:lnTo>
                <a:lnTo>
                  <a:pt x="4500" y="6545"/>
                </a:lnTo>
                <a:lnTo>
                  <a:pt x="4500" y="6546"/>
                </a:lnTo>
                <a:lnTo>
                  <a:pt x="4500" y="6547"/>
                </a:lnTo>
                <a:lnTo>
                  <a:pt x="4500" y="6548"/>
                </a:lnTo>
                <a:lnTo>
                  <a:pt x="4499" y="6549"/>
                </a:lnTo>
                <a:lnTo>
                  <a:pt x="4499" y="6550"/>
                </a:lnTo>
                <a:lnTo>
                  <a:pt x="4498" y="6550"/>
                </a:lnTo>
                <a:lnTo>
                  <a:pt x="4497" y="6550"/>
                </a:lnTo>
                <a:lnTo>
                  <a:pt x="4496" y="6550"/>
                </a:lnTo>
                <a:lnTo>
                  <a:pt x="4496" y="6551"/>
                </a:lnTo>
                <a:lnTo>
                  <a:pt x="4495" y="6551"/>
                </a:lnTo>
                <a:lnTo>
                  <a:pt x="4495" y="6550"/>
                </a:lnTo>
                <a:lnTo>
                  <a:pt x="4494" y="6550"/>
                </a:lnTo>
                <a:lnTo>
                  <a:pt x="4494" y="6551"/>
                </a:lnTo>
                <a:lnTo>
                  <a:pt x="4493" y="6551"/>
                </a:lnTo>
                <a:lnTo>
                  <a:pt x="4493" y="6552"/>
                </a:lnTo>
                <a:lnTo>
                  <a:pt x="4492" y="6552"/>
                </a:lnTo>
                <a:lnTo>
                  <a:pt x="4492" y="6553"/>
                </a:lnTo>
                <a:lnTo>
                  <a:pt x="4491" y="6553"/>
                </a:lnTo>
                <a:lnTo>
                  <a:pt x="4490" y="6553"/>
                </a:lnTo>
                <a:lnTo>
                  <a:pt x="4490" y="6554"/>
                </a:lnTo>
                <a:lnTo>
                  <a:pt x="4490" y="6555"/>
                </a:lnTo>
                <a:lnTo>
                  <a:pt x="4489" y="6555"/>
                </a:lnTo>
                <a:lnTo>
                  <a:pt x="4489" y="6556"/>
                </a:lnTo>
                <a:lnTo>
                  <a:pt x="4489" y="6555"/>
                </a:lnTo>
                <a:lnTo>
                  <a:pt x="4488" y="6556"/>
                </a:lnTo>
                <a:lnTo>
                  <a:pt x="4487" y="6556"/>
                </a:lnTo>
                <a:lnTo>
                  <a:pt x="4487" y="6555"/>
                </a:lnTo>
                <a:lnTo>
                  <a:pt x="4486" y="6555"/>
                </a:lnTo>
                <a:lnTo>
                  <a:pt x="4486" y="6556"/>
                </a:lnTo>
                <a:lnTo>
                  <a:pt x="4485" y="6556"/>
                </a:lnTo>
                <a:lnTo>
                  <a:pt x="4485" y="6555"/>
                </a:lnTo>
                <a:lnTo>
                  <a:pt x="4484" y="6555"/>
                </a:lnTo>
                <a:lnTo>
                  <a:pt x="4483" y="6555"/>
                </a:lnTo>
                <a:lnTo>
                  <a:pt x="4482" y="6555"/>
                </a:lnTo>
                <a:lnTo>
                  <a:pt x="4482" y="6556"/>
                </a:lnTo>
                <a:lnTo>
                  <a:pt x="4481" y="6556"/>
                </a:lnTo>
                <a:lnTo>
                  <a:pt x="4481" y="6557"/>
                </a:lnTo>
                <a:lnTo>
                  <a:pt x="4481" y="6558"/>
                </a:lnTo>
                <a:lnTo>
                  <a:pt x="4481" y="6559"/>
                </a:lnTo>
                <a:lnTo>
                  <a:pt x="4480" y="6559"/>
                </a:lnTo>
                <a:lnTo>
                  <a:pt x="4479" y="6559"/>
                </a:lnTo>
                <a:lnTo>
                  <a:pt x="4479" y="6560"/>
                </a:lnTo>
                <a:lnTo>
                  <a:pt x="4478" y="6561"/>
                </a:lnTo>
                <a:lnTo>
                  <a:pt x="4478" y="6562"/>
                </a:lnTo>
                <a:lnTo>
                  <a:pt x="4477" y="6562"/>
                </a:lnTo>
                <a:lnTo>
                  <a:pt x="4477" y="6563"/>
                </a:lnTo>
                <a:lnTo>
                  <a:pt x="4477" y="6564"/>
                </a:lnTo>
                <a:lnTo>
                  <a:pt x="4477" y="6565"/>
                </a:lnTo>
                <a:lnTo>
                  <a:pt x="4476" y="6565"/>
                </a:lnTo>
                <a:lnTo>
                  <a:pt x="4476" y="6566"/>
                </a:lnTo>
                <a:lnTo>
                  <a:pt x="4476" y="6567"/>
                </a:lnTo>
                <a:lnTo>
                  <a:pt x="4477" y="6568"/>
                </a:lnTo>
                <a:lnTo>
                  <a:pt x="4477" y="6569"/>
                </a:lnTo>
                <a:lnTo>
                  <a:pt x="4478" y="6569"/>
                </a:lnTo>
                <a:lnTo>
                  <a:pt x="4478" y="6570"/>
                </a:lnTo>
                <a:lnTo>
                  <a:pt x="4479" y="6571"/>
                </a:lnTo>
                <a:lnTo>
                  <a:pt x="4479" y="6572"/>
                </a:lnTo>
                <a:lnTo>
                  <a:pt x="4480" y="6572"/>
                </a:lnTo>
                <a:lnTo>
                  <a:pt x="4480" y="6573"/>
                </a:lnTo>
                <a:lnTo>
                  <a:pt x="4481" y="6573"/>
                </a:lnTo>
                <a:lnTo>
                  <a:pt x="4480" y="6573"/>
                </a:lnTo>
                <a:lnTo>
                  <a:pt x="4480" y="6574"/>
                </a:lnTo>
                <a:lnTo>
                  <a:pt x="4479" y="6574"/>
                </a:lnTo>
                <a:lnTo>
                  <a:pt x="4478" y="6575"/>
                </a:lnTo>
                <a:lnTo>
                  <a:pt x="4477" y="6575"/>
                </a:lnTo>
                <a:lnTo>
                  <a:pt x="4477" y="6576"/>
                </a:lnTo>
                <a:lnTo>
                  <a:pt x="4476" y="6576"/>
                </a:lnTo>
                <a:lnTo>
                  <a:pt x="4476" y="6577"/>
                </a:lnTo>
                <a:lnTo>
                  <a:pt x="4475" y="6577"/>
                </a:lnTo>
                <a:lnTo>
                  <a:pt x="4474" y="6576"/>
                </a:lnTo>
                <a:lnTo>
                  <a:pt x="4473" y="6576"/>
                </a:lnTo>
                <a:lnTo>
                  <a:pt x="4473" y="6577"/>
                </a:lnTo>
                <a:lnTo>
                  <a:pt x="4472" y="6577"/>
                </a:lnTo>
                <a:lnTo>
                  <a:pt x="4471" y="6578"/>
                </a:lnTo>
                <a:lnTo>
                  <a:pt x="4471" y="6579"/>
                </a:lnTo>
                <a:lnTo>
                  <a:pt x="4470" y="6579"/>
                </a:lnTo>
                <a:lnTo>
                  <a:pt x="4469" y="6579"/>
                </a:lnTo>
                <a:lnTo>
                  <a:pt x="4469" y="6580"/>
                </a:lnTo>
                <a:lnTo>
                  <a:pt x="4468" y="6581"/>
                </a:lnTo>
                <a:lnTo>
                  <a:pt x="4467" y="6581"/>
                </a:lnTo>
                <a:lnTo>
                  <a:pt x="4467" y="6582"/>
                </a:lnTo>
                <a:lnTo>
                  <a:pt x="4466" y="6582"/>
                </a:lnTo>
                <a:lnTo>
                  <a:pt x="4465" y="6581"/>
                </a:lnTo>
                <a:lnTo>
                  <a:pt x="4464" y="6581"/>
                </a:lnTo>
                <a:lnTo>
                  <a:pt x="4464" y="6582"/>
                </a:lnTo>
                <a:lnTo>
                  <a:pt x="4463" y="6582"/>
                </a:lnTo>
                <a:lnTo>
                  <a:pt x="4462" y="6582"/>
                </a:lnTo>
                <a:lnTo>
                  <a:pt x="4461" y="6582"/>
                </a:lnTo>
                <a:lnTo>
                  <a:pt x="4461" y="6583"/>
                </a:lnTo>
                <a:lnTo>
                  <a:pt x="4461" y="6584"/>
                </a:lnTo>
                <a:lnTo>
                  <a:pt x="4460" y="6584"/>
                </a:lnTo>
                <a:lnTo>
                  <a:pt x="4461" y="6584"/>
                </a:lnTo>
                <a:lnTo>
                  <a:pt x="4460" y="6584"/>
                </a:lnTo>
                <a:lnTo>
                  <a:pt x="4460" y="6585"/>
                </a:lnTo>
                <a:lnTo>
                  <a:pt x="4460" y="6586"/>
                </a:lnTo>
                <a:lnTo>
                  <a:pt x="4459" y="6586"/>
                </a:lnTo>
                <a:lnTo>
                  <a:pt x="4459" y="6587"/>
                </a:lnTo>
                <a:lnTo>
                  <a:pt x="4459" y="6588"/>
                </a:lnTo>
                <a:lnTo>
                  <a:pt x="4460" y="6588"/>
                </a:lnTo>
                <a:lnTo>
                  <a:pt x="4459" y="6588"/>
                </a:lnTo>
                <a:lnTo>
                  <a:pt x="4459" y="6589"/>
                </a:lnTo>
                <a:lnTo>
                  <a:pt x="4459" y="6590"/>
                </a:lnTo>
                <a:lnTo>
                  <a:pt x="4460" y="6590"/>
                </a:lnTo>
                <a:lnTo>
                  <a:pt x="4460" y="6591"/>
                </a:lnTo>
                <a:lnTo>
                  <a:pt x="4460" y="6592"/>
                </a:lnTo>
                <a:lnTo>
                  <a:pt x="4461" y="6592"/>
                </a:lnTo>
                <a:lnTo>
                  <a:pt x="4461" y="6593"/>
                </a:lnTo>
                <a:lnTo>
                  <a:pt x="4460" y="6593"/>
                </a:lnTo>
                <a:lnTo>
                  <a:pt x="4460" y="6594"/>
                </a:lnTo>
                <a:lnTo>
                  <a:pt x="4460" y="6595"/>
                </a:lnTo>
                <a:lnTo>
                  <a:pt x="4460" y="6594"/>
                </a:lnTo>
                <a:lnTo>
                  <a:pt x="4460" y="6595"/>
                </a:lnTo>
                <a:lnTo>
                  <a:pt x="4459" y="6595"/>
                </a:lnTo>
                <a:lnTo>
                  <a:pt x="4458" y="6595"/>
                </a:lnTo>
                <a:lnTo>
                  <a:pt x="4457" y="6595"/>
                </a:lnTo>
                <a:lnTo>
                  <a:pt x="4457" y="6594"/>
                </a:lnTo>
                <a:lnTo>
                  <a:pt x="4456" y="6594"/>
                </a:lnTo>
                <a:lnTo>
                  <a:pt x="4456" y="6595"/>
                </a:lnTo>
                <a:lnTo>
                  <a:pt x="4455" y="6595"/>
                </a:lnTo>
                <a:lnTo>
                  <a:pt x="4454" y="6595"/>
                </a:lnTo>
                <a:lnTo>
                  <a:pt x="4454" y="6596"/>
                </a:lnTo>
                <a:lnTo>
                  <a:pt x="4454" y="6595"/>
                </a:lnTo>
                <a:lnTo>
                  <a:pt x="4453" y="6595"/>
                </a:lnTo>
                <a:lnTo>
                  <a:pt x="4452" y="6595"/>
                </a:lnTo>
                <a:lnTo>
                  <a:pt x="4451" y="6596"/>
                </a:lnTo>
                <a:lnTo>
                  <a:pt x="4450" y="6596"/>
                </a:lnTo>
                <a:lnTo>
                  <a:pt x="4450" y="6595"/>
                </a:lnTo>
                <a:lnTo>
                  <a:pt x="4449" y="6595"/>
                </a:lnTo>
                <a:lnTo>
                  <a:pt x="4449" y="6594"/>
                </a:lnTo>
                <a:lnTo>
                  <a:pt x="4448" y="6594"/>
                </a:lnTo>
                <a:lnTo>
                  <a:pt x="4448" y="6593"/>
                </a:lnTo>
                <a:lnTo>
                  <a:pt x="4447" y="6593"/>
                </a:lnTo>
                <a:lnTo>
                  <a:pt x="4447" y="6592"/>
                </a:lnTo>
                <a:lnTo>
                  <a:pt x="4446" y="6592"/>
                </a:lnTo>
                <a:lnTo>
                  <a:pt x="4445" y="6592"/>
                </a:lnTo>
                <a:lnTo>
                  <a:pt x="4444" y="6592"/>
                </a:lnTo>
                <a:lnTo>
                  <a:pt x="4443" y="6591"/>
                </a:lnTo>
                <a:lnTo>
                  <a:pt x="4444" y="6591"/>
                </a:lnTo>
                <a:lnTo>
                  <a:pt x="4444" y="6590"/>
                </a:lnTo>
                <a:lnTo>
                  <a:pt x="4443" y="6589"/>
                </a:lnTo>
                <a:lnTo>
                  <a:pt x="4443" y="6588"/>
                </a:lnTo>
                <a:lnTo>
                  <a:pt x="4442" y="6588"/>
                </a:lnTo>
                <a:lnTo>
                  <a:pt x="4441" y="6588"/>
                </a:lnTo>
                <a:lnTo>
                  <a:pt x="4440" y="6588"/>
                </a:lnTo>
                <a:lnTo>
                  <a:pt x="4440" y="6589"/>
                </a:lnTo>
                <a:lnTo>
                  <a:pt x="4440" y="6588"/>
                </a:lnTo>
                <a:lnTo>
                  <a:pt x="4439" y="6588"/>
                </a:lnTo>
                <a:lnTo>
                  <a:pt x="4439" y="6589"/>
                </a:lnTo>
                <a:lnTo>
                  <a:pt x="4439" y="6588"/>
                </a:lnTo>
                <a:lnTo>
                  <a:pt x="4439" y="6589"/>
                </a:lnTo>
                <a:lnTo>
                  <a:pt x="4438" y="6589"/>
                </a:lnTo>
                <a:lnTo>
                  <a:pt x="4438" y="6588"/>
                </a:lnTo>
                <a:lnTo>
                  <a:pt x="4437" y="6587"/>
                </a:lnTo>
                <a:lnTo>
                  <a:pt x="4436" y="6587"/>
                </a:lnTo>
                <a:lnTo>
                  <a:pt x="4436" y="6588"/>
                </a:lnTo>
                <a:lnTo>
                  <a:pt x="4435" y="6588"/>
                </a:lnTo>
                <a:lnTo>
                  <a:pt x="4435" y="6587"/>
                </a:lnTo>
                <a:lnTo>
                  <a:pt x="4434" y="6587"/>
                </a:lnTo>
                <a:lnTo>
                  <a:pt x="4433" y="6587"/>
                </a:lnTo>
                <a:lnTo>
                  <a:pt x="4432" y="6587"/>
                </a:lnTo>
                <a:lnTo>
                  <a:pt x="4431" y="6587"/>
                </a:lnTo>
                <a:lnTo>
                  <a:pt x="4431" y="6586"/>
                </a:lnTo>
                <a:lnTo>
                  <a:pt x="4431" y="6585"/>
                </a:lnTo>
                <a:lnTo>
                  <a:pt x="4431" y="6584"/>
                </a:lnTo>
                <a:lnTo>
                  <a:pt x="4431" y="6583"/>
                </a:lnTo>
                <a:lnTo>
                  <a:pt x="4430" y="6583"/>
                </a:lnTo>
                <a:lnTo>
                  <a:pt x="4430" y="6582"/>
                </a:lnTo>
                <a:lnTo>
                  <a:pt x="4429" y="6582"/>
                </a:lnTo>
                <a:lnTo>
                  <a:pt x="4428" y="6582"/>
                </a:lnTo>
                <a:lnTo>
                  <a:pt x="4428" y="6581"/>
                </a:lnTo>
                <a:lnTo>
                  <a:pt x="4428" y="6580"/>
                </a:lnTo>
                <a:lnTo>
                  <a:pt x="4428" y="6579"/>
                </a:lnTo>
                <a:lnTo>
                  <a:pt x="4427" y="6579"/>
                </a:lnTo>
                <a:lnTo>
                  <a:pt x="4427" y="6578"/>
                </a:lnTo>
                <a:lnTo>
                  <a:pt x="4426" y="6578"/>
                </a:lnTo>
                <a:lnTo>
                  <a:pt x="4425" y="6578"/>
                </a:lnTo>
                <a:lnTo>
                  <a:pt x="4425" y="6577"/>
                </a:lnTo>
                <a:lnTo>
                  <a:pt x="4424" y="6577"/>
                </a:lnTo>
                <a:lnTo>
                  <a:pt x="4424" y="6576"/>
                </a:lnTo>
                <a:lnTo>
                  <a:pt x="4425" y="6576"/>
                </a:lnTo>
                <a:lnTo>
                  <a:pt x="4425" y="6575"/>
                </a:lnTo>
                <a:lnTo>
                  <a:pt x="4426" y="6575"/>
                </a:lnTo>
                <a:lnTo>
                  <a:pt x="4425" y="6575"/>
                </a:lnTo>
                <a:lnTo>
                  <a:pt x="4425" y="6574"/>
                </a:lnTo>
                <a:lnTo>
                  <a:pt x="4424" y="6574"/>
                </a:lnTo>
                <a:lnTo>
                  <a:pt x="4424" y="6573"/>
                </a:lnTo>
                <a:lnTo>
                  <a:pt x="4424" y="6574"/>
                </a:lnTo>
                <a:lnTo>
                  <a:pt x="4424" y="6573"/>
                </a:lnTo>
                <a:lnTo>
                  <a:pt x="4423" y="6573"/>
                </a:lnTo>
                <a:lnTo>
                  <a:pt x="4423" y="6572"/>
                </a:lnTo>
                <a:lnTo>
                  <a:pt x="4422" y="6572"/>
                </a:lnTo>
                <a:lnTo>
                  <a:pt x="4422" y="6571"/>
                </a:lnTo>
                <a:lnTo>
                  <a:pt x="4423" y="6571"/>
                </a:lnTo>
                <a:lnTo>
                  <a:pt x="4423" y="6570"/>
                </a:lnTo>
                <a:lnTo>
                  <a:pt x="4422" y="6570"/>
                </a:lnTo>
                <a:lnTo>
                  <a:pt x="4422" y="6569"/>
                </a:lnTo>
                <a:lnTo>
                  <a:pt x="4421" y="6569"/>
                </a:lnTo>
                <a:lnTo>
                  <a:pt x="4421" y="6568"/>
                </a:lnTo>
                <a:lnTo>
                  <a:pt x="4421" y="6567"/>
                </a:lnTo>
                <a:lnTo>
                  <a:pt x="4422" y="6567"/>
                </a:lnTo>
                <a:lnTo>
                  <a:pt x="4422" y="6566"/>
                </a:lnTo>
                <a:lnTo>
                  <a:pt x="4422" y="6565"/>
                </a:lnTo>
                <a:lnTo>
                  <a:pt x="4422" y="6564"/>
                </a:lnTo>
                <a:lnTo>
                  <a:pt x="4421" y="6564"/>
                </a:lnTo>
                <a:lnTo>
                  <a:pt x="4421" y="6565"/>
                </a:lnTo>
                <a:lnTo>
                  <a:pt x="4421" y="6564"/>
                </a:lnTo>
                <a:lnTo>
                  <a:pt x="4420" y="6564"/>
                </a:lnTo>
                <a:lnTo>
                  <a:pt x="4421" y="6564"/>
                </a:lnTo>
                <a:lnTo>
                  <a:pt x="4420" y="6564"/>
                </a:lnTo>
                <a:lnTo>
                  <a:pt x="4420" y="6563"/>
                </a:lnTo>
                <a:lnTo>
                  <a:pt x="4419" y="6563"/>
                </a:lnTo>
                <a:lnTo>
                  <a:pt x="4419" y="6562"/>
                </a:lnTo>
                <a:lnTo>
                  <a:pt x="4420" y="6562"/>
                </a:lnTo>
                <a:lnTo>
                  <a:pt x="4419" y="6562"/>
                </a:lnTo>
                <a:lnTo>
                  <a:pt x="4418" y="6562"/>
                </a:lnTo>
                <a:lnTo>
                  <a:pt x="4418" y="6561"/>
                </a:lnTo>
                <a:lnTo>
                  <a:pt x="4418" y="6562"/>
                </a:lnTo>
                <a:lnTo>
                  <a:pt x="4417" y="6562"/>
                </a:lnTo>
                <a:lnTo>
                  <a:pt x="4417" y="6561"/>
                </a:lnTo>
                <a:lnTo>
                  <a:pt x="4416" y="6561"/>
                </a:lnTo>
                <a:lnTo>
                  <a:pt x="4416" y="6560"/>
                </a:lnTo>
                <a:lnTo>
                  <a:pt x="4415" y="6560"/>
                </a:lnTo>
                <a:lnTo>
                  <a:pt x="4415" y="6559"/>
                </a:lnTo>
                <a:lnTo>
                  <a:pt x="4414" y="6559"/>
                </a:lnTo>
                <a:lnTo>
                  <a:pt x="4413" y="6559"/>
                </a:lnTo>
                <a:lnTo>
                  <a:pt x="4413" y="6558"/>
                </a:lnTo>
                <a:lnTo>
                  <a:pt x="4412" y="6558"/>
                </a:lnTo>
                <a:lnTo>
                  <a:pt x="4412" y="6559"/>
                </a:lnTo>
                <a:lnTo>
                  <a:pt x="4411" y="6559"/>
                </a:lnTo>
                <a:lnTo>
                  <a:pt x="4410" y="6559"/>
                </a:lnTo>
                <a:lnTo>
                  <a:pt x="4409" y="6559"/>
                </a:lnTo>
                <a:lnTo>
                  <a:pt x="4408" y="6559"/>
                </a:lnTo>
                <a:lnTo>
                  <a:pt x="4407" y="6559"/>
                </a:lnTo>
                <a:lnTo>
                  <a:pt x="4407" y="6558"/>
                </a:lnTo>
                <a:lnTo>
                  <a:pt x="4406" y="6558"/>
                </a:lnTo>
                <a:lnTo>
                  <a:pt x="4405" y="6558"/>
                </a:lnTo>
                <a:lnTo>
                  <a:pt x="4405" y="6557"/>
                </a:lnTo>
                <a:lnTo>
                  <a:pt x="4405" y="6556"/>
                </a:lnTo>
                <a:lnTo>
                  <a:pt x="4404" y="6556"/>
                </a:lnTo>
                <a:lnTo>
                  <a:pt x="4405" y="6556"/>
                </a:lnTo>
                <a:lnTo>
                  <a:pt x="4405" y="6555"/>
                </a:lnTo>
                <a:lnTo>
                  <a:pt x="4406" y="6555"/>
                </a:lnTo>
                <a:lnTo>
                  <a:pt x="4405" y="6554"/>
                </a:lnTo>
                <a:lnTo>
                  <a:pt x="4404" y="6554"/>
                </a:lnTo>
                <a:lnTo>
                  <a:pt x="4403" y="6554"/>
                </a:lnTo>
                <a:lnTo>
                  <a:pt x="4401" y="6554"/>
                </a:lnTo>
                <a:lnTo>
                  <a:pt x="4401" y="6553"/>
                </a:lnTo>
                <a:lnTo>
                  <a:pt x="4400" y="6553"/>
                </a:lnTo>
                <a:lnTo>
                  <a:pt x="4400" y="6552"/>
                </a:lnTo>
                <a:lnTo>
                  <a:pt x="4399" y="6552"/>
                </a:lnTo>
                <a:lnTo>
                  <a:pt x="4399" y="6551"/>
                </a:lnTo>
                <a:lnTo>
                  <a:pt x="4399" y="6550"/>
                </a:lnTo>
                <a:lnTo>
                  <a:pt x="4399" y="6549"/>
                </a:lnTo>
                <a:lnTo>
                  <a:pt x="4398" y="6549"/>
                </a:lnTo>
                <a:lnTo>
                  <a:pt x="4398" y="6550"/>
                </a:lnTo>
                <a:lnTo>
                  <a:pt x="4398" y="6549"/>
                </a:lnTo>
                <a:lnTo>
                  <a:pt x="4397" y="6549"/>
                </a:lnTo>
                <a:lnTo>
                  <a:pt x="4397" y="6550"/>
                </a:lnTo>
                <a:lnTo>
                  <a:pt x="4397" y="6549"/>
                </a:lnTo>
                <a:lnTo>
                  <a:pt x="4396" y="6549"/>
                </a:lnTo>
                <a:lnTo>
                  <a:pt x="4396" y="6550"/>
                </a:lnTo>
                <a:lnTo>
                  <a:pt x="4395" y="6550"/>
                </a:lnTo>
                <a:lnTo>
                  <a:pt x="4395" y="6549"/>
                </a:lnTo>
                <a:lnTo>
                  <a:pt x="4394" y="6549"/>
                </a:lnTo>
                <a:lnTo>
                  <a:pt x="4394" y="6548"/>
                </a:lnTo>
                <a:lnTo>
                  <a:pt x="4394" y="6547"/>
                </a:lnTo>
                <a:lnTo>
                  <a:pt x="4393" y="6547"/>
                </a:lnTo>
                <a:lnTo>
                  <a:pt x="4392" y="6547"/>
                </a:lnTo>
                <a:lnTo>
                  <a:pt x="4391" y="6547"/>
                </a:lnTo>
                <a:lnTo>
                  <a:pt x="4391" y="6546"/>
                </a:lnTo>
                <a:lnTo>
                  <a:pt x="4391" y="6545"/>
                </a:lnTo>
                <a:lnTo>
                  <a:pt x="4391" y="6544"/>
                </a:lnTo>
                <a:lnTo>
                  <a:pt x="4390" y="6544"/>
                </a:lnTo>
                <a:lnTo>
                  <a:pt x="4390" y="6543"/>
                </a:lnTo>
                <a:lnTo>
                  <a:pt x="4389" y="6543"/>
                </a:lnTo>
                <a:lnTo>
                  <a:pt x="4388" y="6543"/>
                </a:lnTo>
                <a:lnTo>
                  <a:pt x="4388" y="6542"/>
                </a:lnTo>
                <a:lnTo>
                  <a:pt x="4387" y="6542"/>
                </a:lnTo>
                <a:lnTo>
                  <a:pt x="4386" y="6542"/>
                </a:lnTo>
                <a:lnTo>
                  <a:pt x="4386" y="6543"/>
                </a:lnTo>
                <a:lnTo>
                  <a:pt x="4385" y="6543"/>
                </a:lnTo>
                <a:lnTo>
                  <a:pt x="4384" y="6543"/>
                </a:lnTo>
                <a:lnTo>
                  <a:pt x="4383" y="6543"/>
                </a:lnTo>
                <a:lnTo>
                  <a:pt x="4383" y="6544"/>
                </a:lnTo>
                <a:lnTo>
                  <a:pt x="4382" y="6544"/>
                </a:lnTo>
                <a:lnTo>
                  <a:pt x="4381" y="6544"/>
                </a:lnTo>
                <a:lnTo>
                  <a:pt x="4381" y="6545"/>
                </a:lnTo>
                <a:lnTo>
                  <a:pt x="4381" y="6544"/>
                </a:lnTo>
                <a:lnTo>
                  <a:pt x="4380" y="6544"/>
                </a:lnTo>
                <a:lnTo>
                  <a:pt x="4380" y="6543"/>
                </a:lnTo>
                <a:lnTo>
                  <a:pt x="4379" y="6543"/>
                </a:lnTo>
                <a:lnTo>
                  <a:pt x="4379" y="6542"/>
                </a:lnTo>
                <a:lnTo>
                  <a:pt x="4378" y="6542"/>
                </a:lnTo>
                <a:lnTo>
                  <a:pt x="4378" y="6541"/>
                </a:lnTo>
                <a:lnTo>
                  <a:pt x="4377" y="6541"/>
                </a:lnTo>
                <a:lnTo>
                  <a:pt x="4376" y="6541"/>
                </a:lnTo>
                <a:lnTo>
                  <a:pt x="4376" y="6540"/>
                </a:lnTo>
                <a:lnTo>
                  <a:pt x="4375" y="6540"/>
                </a:lnTo>
                <a:lnTo>
                  <a:pt x="4375" y="6539"/>
                </a:lnTo>
                <a:lnTo>
                  <a:pt x="4375" y="6538"/>
                </a:lnTo>
                <a:lnTo>
                  <a:pt x="4374" y="6538"/>
                </a:lnTo>
                <a:lnTo>
                  <a:pt x="4373" y="6538"/>
                </a:lnTo>
                <a:lnTo>
                  <a:pt x="4373" y="6537"/>
                </a:lnTo>
                <a:lnTo>
                  <a:pt x="4372" y="6537"/>
                </a:lnTo>
                <a:lnTo>
                  <a:pt x="4373" y="6536"/>
                </a:lnTo>
                <a:lnTo>
                  <a:pt x="4372" y="6536"/>
                </a:lnTo>
                <a:lnTo>
                  <a:pt x="4371" y="6536"/>
                </a:lnTo>
                <a:lnTo>
                  <a:pt x="4370" y="6536"/>
                </a:lnTo>
                <a:lnTo>
                  <a:pt x="4369" y="6536"/>
                </a:lnTo>
                <a:lnTo>
                  <a:pt x="4369" y="6537"/>
                </a:lnTo>
                <a:lnTo>
                  <a:pt x="4368" y="6537"/>
                </a:lnTo>
                <a:lnTo>
                  <a:pt x="4368" y="6538"/>
                </a:lnTo>
                <a:lnTo>
                  <a:pt x="4368" y="6539"/>
                </a:lnTo>
                <a:lnTo>
                  <a:pt x="4367" y="6539"/>
                </a:lnTo>
                <a:lnTo>
                  <a:pt x="4368" y="6539"/>
                </a:lnTo>
                <a:lnTo>
                  <a:pt x="4367" y="6539"/>
                </a:lnTo>
                <a:lnTo>
                  <a:pt x="4367" y="6540"/>
                </a:lnTo>
                <a:lnTo>
                  <a:pt x="4368" y="6540"/>
                </a:lnTo>
                <a:lnTo>
                  <a:pt x="4367" y="6540"/>
                </a:lnTo>
                <a:lnTo>
                  <a:pt x="4367" y="6541"/>
                </a:lnTo>
                <a:lnTo>
                  <a:pt x="4366" y="6541"/>
                </a:lnTo>
                <a:lnTo>
                  <a:pt x="4365" y="6541"/>
                </a:lnTo>
                <a:lnTo>
                  <a:pt x="4364" y="6541"/>
                </a:lnTo>
                <a:lnTo>
                  <a:pt x="4364" y="6540"/>
                </a:lnTo>
                <a:lnTo>
                  <a:pt x="4364" y="6539"/>
                </a:lnTo>
                <a:lnTo>
                  <a:pt x="4364" y="6538"/>
                </a:lnTo>
                <a:lnTo>
                  <a:pt x="4363" y="6538"/>
                </a:lnTo>
                <a:lnTo>
                  <a:pt x="4364" y="6538"/>
                </a:lnTo>
                <a:lnTo>
                  <a:pt x="4364" y="6537"/>
                </a:lnTo>
                <a:lnTo>
                  <a:pt x="4363" y="6537"/>
                </a:lnTo>
                <a:lnTo>
                  <a:pt x="4363" y="6536"/>
                </a:lnTo>
                <a:lnTo>
                  <a:pt x="4362" y="6536"/>
                </a:lnTo>
                <a:lnTo>
                  <a:pt x="4361" y="6536"/>
                </a:lnTo>
                <a:lnTo>
                  <a:pt x="4361" y="6535"/>
                </a:lnTo>
                <a:lnTo>
                  <a:pt x="4361" y="6534"/>
                </a:lnTo>
                <a:lnTo>
                  <a:pt x="4360" y="6534"/>
                </a:lnTo>
                <a:lnTo>
                  <a:pt x="4361" y="6534"/>
                </a:lnTo>
                <a:lnTo>
                  <a:pt x="4360" y="6534"/>
                </a:lnTo>
                <a:lnTo>
                  <a:pt x="4360" y="6533"/>
                </a:lnTo>
                <a:lnTo>
                  <a:pt x="4361" y="6533"/>
                </a:lnTo>
                <a:lnTo>
                  <a:pt x="4360" y="6533"/>
                </a:lnTo>
                <a:lnTo>
                  <a:pt x="4360" y="6532"/>
                </a:lnTo>
                <a:lnTo>
                  <a:pt x="4359" y="6532"/>
                </a:lnTo>
                <a:lnTo>
                  <a:pt x="4359" y="6531"/>
                </a:lnTo>
                <a:lnTo>
                  <a:pt x="4358" y="6531"/>
                </a:lnTo>
                <a:lnTo>
                  <a:pt x="4358" y="6530"/>
                </a:lnTo>
                <a:lnTo>
                  <a:pt x="4357" y="6530"/>
                </a:lnTo>
                <a:lnTo>
                  <a:pt x="4357" y="6529"/>
                </a:lnTo>
                <a:lnTo>
                  <a:pt x="4356" y="6529"/>
                </a:lnTo>
                <a:lnTo>
                  <a:pt x="4355" y="6528"/>
                </a:lnTo>
                <a:lnTo>
                  <a:pt x="4354" y="6528"/>
                </a:lnTo>
                <a:lnTo>
                  <a:pt x="4354" y="6527"/>
                </a:lnTo>
                <a:lnTo>
                  <a:pt x="4353" y="6527"/>
                </a:lnTo>
                <a:lnTo>
                  <a:pt x="4353" y="6526"/>
                </a:lnTo>
                <a:lnTo>
                  <a:pt x="4352" y="6526"/>
                </a:lnTo>
                <a:lnTo>
                  <a:pt x="4351" y="6526"/>
                </a:lnTo>
                <a:lnTo>
                  <a:pt x="4350" y="6526"/>
                </a:lnTo>
                <a:lnTo>
                  <a:pt x="4349" y="6526"/>
                </a:lnTo>
                <a:lnTo>
                  <a:pt x="4348" y="6526"/>
                </a:lnTo>
                <a:lnTo>
                  <a:pt x="4348" y="6527"/>
                </a:lnTo>
                <a:lnTo>
                  <a:pt x="4347" y="6528"/>
                </a:lnTo>
                <a:lnTo>
                  <a:pt x="4347" y="6527"/>
                </a:lnTo>
                <a:lnTo>
                  <a:pt x="4346" y="6527"/>
                </a:lnTo>
                <a:lnTo>
                  <a:pt x="4345" y="6528"/>
                </a:lnTo>
                <a:lnTo>
                  <a:pt x="4344" y="6528"/>
                </a:lnTo>
                <a:lnTo>
                  <a:pt x="4343" y="6529"/>
                </a:lnTo>
                <a:lnTo>
                  <a:pt x="4343" y="6530"/>
                </a:lnTo>
                <a:lnTo>
                  <a:pt x="4342" y="6530"/>
                </a:lnTo>
                <a:lnTo>
                  <a:pt x="4342" y="6531"/>
                </a:lnTo>
                <a:lnTo>
                  <a:pt x="4342" y="6532"/>
                </a:lnTo>
                <a:lnTo>
                  <a:pt x="4342" y="6533"/>
                </a:lnTo>
                <a:lnTo>
                  <a:pt x="4342" y="6534"/>
                </a:lnTo>
                <a:lnTo>
                  <a:pt x="4343" y="6534"/>
                </a:lnTo>
                <a:lnTo>
                  <a:pt x="4343" y="6535"/>
                </a:lnTo>
                <a:lnTo>
                  <a:pt x="4342" y="6535"/>
                </a:lnTo>
                <a:lnTo>
                  <a:pt x="4342" y="6536"/>
                </a:lnTo>
                <a:lnTo>
                  <a:pt x="4341" y="6536"/>
                </a:lnTo>
                <a:lnTo>
                  <a:pt x="4341" y="6537"/>
                </a:lnTo>
                <a:lnTo>
                  <a:pt x="4340" y="6537"/>
                </a:lnTo>
                <a:lnTo>
                  <a:pt x="4340" y="6538"/>
                </a:lnTo>
                <a:lnTo>
                  <a:pt x="4340" y="6539"/>
                </a:lnTo>
                <a:lnTo>
                  <a:pt x="4339" y="6539"/>
                </a:lnTo>
                <a:lnTo>
                  <a:pt x="4339" y="6540"/>
                </a:lnTo>
                <a:lnTo>
                  <a:pt x="4339" y="6541"/>
                </a:lnTo>
                <a:lnTo>
                  <a:pt x="4338" y="6542"/>
                </a:lnTo>
                <a:lnTo>
                  <a:pt x="4337" y="6542"/>
                </a:lnTo>
                <a:lnTo>
                  <a:pt x="4337" y="6543"/>
                </a:lnTo>
                <a:lnTo>
                  <a:pt x="4336" y="6543"/>
                </a:lnTo>
                <a:lnTo>
                  <a:pt x="4335" y="6543"/>
                </a:lnTo>
                <a:lnTo>
                  <a:pt x="4335" y="6544"/>
                </a:lnTo>
                <a:lnTo>
                  <a:pt x="4334" y="6544"/>
                </a:lnTo>
                <a:lnTo>
                  <a:pt x="4333" y="6544"/>
                </a:lnTo>
                <a:lnTo>
                  <a:pt x="4333" y="6545"/>
                </a:lnTo>
                <a:lnTo>
                  <a:pt x="4333" y="6544"/>
                </a:lnTo>
                <a:lnTo>
                  <a:pt x="4332" y="6544"/>
                </a:lnTo>
                <a:lnTo>
                  <a:pt x="4331" y="6544"/>
                </a:lnTo>
                <a:lnTo>
                  <a:pt x="4331" y="6543"/>
                </a:lnTo>
                <a:lnTo>
                  <a:pt x="4330" y="6543"/>
                </a:lnTo>
                <a:lnTo>
                  <a:pt x="4330" y="6544"/>
                </a:lnTo>
                <a:lnTo>
                  <a:pt x="4329" y="6544"/>
                </a:lnTo>
                <a:lnTo>
                  <a:pt x="4329" y="6545"/>
                </a:lnTo>
                <a:lnTo>
                  <a:pt x="4329" y="6546"/>
                </a:lnTo>
                <a:lnTo>
                  <a:pt x="4329" y="6547"/>
                </a:lnTo>
                <a:lnTo>
                  <a:pt x="4329" y="6548"/>
                </a:lnTo>
                <a:lnTo>
                  <a:pt x="4330" y="6548"/>
                </a:lnTo>
                <a:lnTo>
                  <a:pt x="4330" y="6549"/>
                </a:lnTo>
                <a:lnTo>
                  <a:pt x="4331" y="6549"/>
                </a:lnTo>
                <a:lnTo>
                  <a:pt x="4331" y="6550"/>
                </a:lnTo>
                <a:lnTo>
                  <a:pt x="4332" y="6551"/>
                </a:lnTo>
                <a:lnTo>
                  <a:pt x="4332" y="6552"/>
                </a:lnTo>
                <a:lnTo>
                  <a:pt x="4332" y="6553"/>
                </a:lnTo>
                <a:lnTo>
                  <a:pt x="4333" y="6553"/>
                </a:lnTo>
                <a:lnTo>
                  <a:pt x="4334" y="6553"/>
                </a:lnTo>
                <a:lnTo>
                  <a:pt x="4335" y="6553"/>
                </a:lnTo>
                <a:lnTo>
                  <a:pt x="4335" y="6554"/>
                </a:lnTo>
                <a:lnTo>
                  <a:pt x="4335" y="6555"/>
                </a:lnTo>
                <a:lnTo>
                  <a:pt x="4334" y="6555"/>
                </a:lnTo>
                <a:lnTo>
                  <a:pt x="4334" y="6554"/>
                </a:lnTo>
                <a:lnTo>
                  <a:pt x="4333" y="6555"/>
                </a:lnTo>
                <a:lnTo>
                  <a:pt x="4332" y="6555"/>
                </a:lnTo>
                <a:lnTo>
                  <a:pt x="4332" y="6556"/>
                </a:lnTo>
                <a:lnTo>
                  <a:pt x="4331" y="6556"/>
                </a:lnTo>
                <a:lnTo>
                  <a:pt x="4331" y="6557"/>
                </a:lnTo>
                <a:lnTo>
                  <a:pt x="4330" y="6557"/>
                </a:lnTo>
                <a:lnTo>
                  <a:pt x="4330" y="6558"/>
                </a:lnTo>
                <a:lnTo>
                  <a:pt x="4329" y="6558"/>
                </a:lnTo>
                <a:lnTo>
                  <a:pt x="4329" y="6559"/>
                </a:lnTo>
                <a:lnTo>
                  <a:pt x="4329" y="6560"/>
                </a:lnTo>
                <a:lnTo>
                  <a:pt x="4328" y="6560"/>
                </a:lnTo>
                <a:lnTo>
                  <a:pt x="4328" y="6561"/>
                </a:lnTo>
                <a:lnTo>
                  <a:pt x="4327" y="6561"/>
                </a:lnTo>
                <a:lnTo>
                  <a:pt x="4327" y="6562"/>
                </a:lnTo>
                <a:lnTo>
                  <a:pt x="4326" y="6563"/>
                </a:lnTo>
                <a:lnTo>
                  <a:pt x="4325" y="6563"/>
                </a:lnTo>
                <a:lnTo>
                  <a:pt x="4324" y="6563"/>
                </a:lnTo>
                <a:lnTo>
                  <a:pt x="4323" y="6563"/>
                </a:lnTo>
                <a:lnTo>
                  <a:pt x="4322" y="6563"/>
                </a:lnTo>
                <a:lnTo>
                  <a:pt x="4321" y="6563"/>
                </a:lnTo>
                <a:lnTo>
                  <a:pt x="4321" y="6564"/>
                </a:lnTo>
                <a:lnTo>
                  <a:pt x="4321" y="6565"/>
                </a:lnTo>
                <a:lnTo>
                  <a:pt x="4322" y="6565"/>
                </a:lnTo>
                <a:lnTo>
                  <a:pt x="4322" y="6566"/>
                </a:lnTo>
                <a:lnTo>
                  <a:pt x="4322" y="6567"/>
                </a:lnTo>
                <a:lnTo>
                  <a:pt x="4323" y="6567"/>
                </a:lnTo>
                <a:lnTo>
                  <a:pt x="4323" y="6568"/>
                </a:lnTo>
                <a:lnTo>
                  <a:pt x="4322" y="6568"/>
                </a:lnTo>
                <a:lnTo>
                  <a:pt x="4322" y="6569"/>
                </a:lnTo>
                <a:lnTo>
                  <a:pt x="4321" y="6569"/>
                </a:lnTo>
                <a:lnTo>
                  <a:pt x="4320" y="6569"/>
                </a:lnTo>
                <a:lnTo>
                  <a:pt x="4319" y="6569"/>
                </a:lnTo>
                <a:lnTo>
                  <a:pt x="4319" y="6570"/>
                </a:lnTo>
                <a:lnTo>
                  <a:pt x="4318" y="6570"/>
                </a:lnTo>
                <a:lnTo>
                  <a:pt x="4317" y="6570"/>
                </a:lnTo>
                <a:lnTo>
                  <a:pt x="4316" y="6570"/>
                </a:lnTo>
                <a:lnTo>
                  <a:pt x="4316" y="6571"/>
                </a:lnTo>
                <a:lnTo>
                  <a:pt x="4317" y="6571"/>
                </a:lnTo>
                <a:lnTo>
                  <a:pt x="4316" y="6571"/>
                </a:lnTo>
                <a:lnTo>
                  <a:pt x="4317" y="6571"/>
                </a:lnTo>
                <a:lnTo>
                  <a:pt x="4317" y="6572"/>
                </a:lnTo>
                <a:lnTo>
                  <a:pt x="4316" y="6572"/>
                </a:lnTo>
                <a:lnTo>
                  <a:pt x="4315" y="6572"/>
                </a:lnTo>
                <a:lnTo>
                  <a:pt x="4316" y="6572"/>
                </a:lnTo>
                <a:lnTo>
                  <a:pt x="4315" y="6573"/>
                </a:lnTo>
                <a:lnTo>
                  <a:pt x="4314" y="6573"/>
                </a:lnTo>
                <a:lnTo>
                  <a:pt x="4314" y="6574"/>
                </a:lnTo>
                <a:lnTo>
                  <a:pt x="4314" y="6573"/>
                </a:lnTo>
                <a:lnTo>
                  <a:pt x="4314" y="6574"/>
                </a:lnTo>
                <a:lnTo>
                  <a:pt x="4313" y="6574"/>
                </a:lnTo>
                <a:lnTo>
                  <a:pt x="4313" y="6575"/>
                </a:lnTo>
                <a:lnTo>
                  <a:pt x="4312" y="6575"/>
                </a:lnTo>
                <a:lnTo>
                  <a:pt x="4312" y="6576"/>
                </a:lnTo>
                <a:lnTo>
                  <a:pt x="4311" y="6577"/>
                </a:lnTo>
                <a:lnTo>
                  <a:pt x="4312" y="6577"/>
                </a:lnTo>
                <a:lnTo>
                  <a:pt x="4311" y="6577"/>
                </a:lnTo>
                <a:lnTo>
                  <a:pt x="4311" y="6578"/>
                </a:lnTo>
                <a:lnTo>
                  <a:pt x="4311" y="6579"/>
                </a:lnTo>
                <a:lnTo>
                  <a:pt x="4310" y="6579"/>
                </a:lnTo>
                <a:lnTo>
                  <a:pt x="4310" y="6580"/>
                </a:lnTo>
                <a:lnTo>
                  <a:pt x="4309" y="6580"/>
                </a:lnTo>
                <a:lnTo>
                  <a:pt x="4309" y="6581"/>
                </a:lnTo>
                <a:lnTo>
                  <a:pt x="4308" y="6581"/>
                </a:lnTo>
                <a:lnTo>
                  <a:pt x="4308" y="6582"/>
                </a:lnTo>
                <a:lnTo>
                  <a:pt x="4307" y="6582"/>
                </a:lnTo>
                <a:lnTo>
                  <a:pt x="4307" y="6583"/>
                </a:lnTo>
                <a:lnTo>
                  <a:pt x="4307" y="6584"/>
                </a:lnTo>
                <a:lnTo>
                  <a:pt x="4307" y="6585"/>
                </a:lnTo>
                <a:lnTo>
                  <a:pt x="4308" y="6585"/>
                </a:lnTo>
                <a:lnTo>
                  <a:pt x="4307" y="6585"/>
                </a:lnTo>
                <a:lnTo>
                  <a:pt x="4306" y="6585"/>
                </a:lnTo>
                <a:lnTo>
                  <a:pt x="4305" y="6585"/>
                </a:lnTo>
                <a:lnTo>
                  <a:pt x="4305" y="6586"/>
                </a:lnTo>
                <a:lnTo>
                  <a:pt x="4305" y="6587"/>
                </a:lnTo>
                <a:lnTo>
                  <a:pt x="4305" y="6588"/>
                </a:lnTo>
                <a:lnTo>
                  <a:pt x="4304" y="6588"/>
                </a:lnTo>
                <a:lnTo>
                  <a:pt x="4303" y="6588"/>
                </a:lnTo>
                <a:lnTo>
                  <a:pt x="4303" y="6589"/>
                </a:lnTo>
                <a:lnTo>
                  <a:pt x="4302" y="6589"/>
                </a:lnTo>
                <a:lnTo>
                  <a:pt x="4302" y="6590"/>
                </a:lnTo>
                <a:lnTo>
                  <a:pt x="4303" y="6590"/>
                </a:lnTo>
                <a:lnTo>
                  <a:pt x="4303" y="6591"/>
                </a:lnTo>
                <a:lnTo>
                  <a:pt x="4304" y="6592"/>
                </a:lnTo>
                <a:lnTo>
                  <a:pt x="4304" y="6593"/>
                </a:lnTo>
                <a:lnTo>
                  <a:pt x="4304" y="6594"/>
                </a:lnTo>
                <a:lnTo>
                  <a:pt x="4305" y="6594"/>
                </a:lnTo>
                <a:lnTo>
                  <a:pt x="4305" y="6595"/>
                </a:lnTo>
                <a:lnTo>
                  <a:pt x="4305" y="6596"/>
                </a:lnTo>
                <a:lnTo>
                  <a:pt x="4306" y="6596"/>
                </a:lnTo>
                <a:lnTo>
                  <a:pt x="4305" y="6597"/>
                </a:lnTo>
                <a:lnTo>
                  <a:pt x="4305" y="6598"/>
                </a:lnTo>
                <a:lnTo>
                  <a:pt x="4304" y="6598"/>
                </a:lnTo>
                <a:lnTo>
                  <a:pt x="4305" y="6598"/>
                </a:lnTo>
                <a:lnTo>
                  <a:pt x="4304" y="6598"/>
                </a:lnTo>
                <a:lnTo>
                  <a:pt x="4303" y="6598"/>
                </a:lnTo>
                <a:lnTo>
                  <a:pt x="4302" y="6598"/>
                </a:lnTo>
                <a:lnTo>
                  <a:pt x="4302" y="6597"/>
                </a:lnTo>
                <a:lnTo>
                  <a:pt x="4301" y="6597"/>
                </a:lnTo>
                <a:lnTo>
                  <a:pt x="4301" y="6596"/>
                </a:lnTo>
                <a:lnTo>
                  <a:pt x="4300" y="6596"/>
                </a:lnTo>
                <a:lnTo>
                  <a:pt x="4301" y="6596"/>
                </a:lnTo>
                <a:lnTo>
                  <a:pt x="4300" y="6596"/>
                </a:lnTo>
                <a:lnTo>
                  <a:pt x="4300" y="6595"/>
                </a:lnTo>
                <a:lnTo>
                  <a:pt x="4299" y="6596"/>
                </a:lnTo>
                <a:lnTo>
                  <a:pt x="4299" y="6595"/>
                </a:lnTo>
                <a:lnTo>
                  <a:pt x="4298" y="6595"/>
                </a:lnTo>
                <a:lnTo>
                  <a:pt x="4298" y="6596"/>
                </a:lnTo>
                <a:lnTo>
                  <a:pt x="4297" y="6596"/>
                </a:lnTo>
                <a:lnTo>
                  <a:pt x="4297" y="6595"/>
                </a:lnTo>
                <a:lnTo>
                  <a:pt x="4297" y="6596"/>
                </a:lnTo>
                <a:lnTo>
                  <a:pt x="4296" y="6596"/>
                </a:lnTo>
                <a:lnTo>
                  <a:pt x="4295" y="6595"/>
                </a:lnTo>
                <a:lnTo>
                  <a:pt x="4294" y="6595"/>
                </a:lnTo>
                <a:lnTo>
                  <a:pt x="4293" y="6595"/>
                </a:lnTo>
                <a:lnTo>
                  <a:pt x="4292" y="6595"/>
                </a:lnTo>
                <a:lnTo>
                  <a:pt x="4292" y="6594"/>
                </a:lnTo>
                <a:lnTo>
                  <a:pt x="4291" y="6594"/>
                </a:lnTo>
                <a:lnTo>
                  <a:pt x="4290" y="6594"/>
                </a:lnTo>
                <a:lnTo>
                  <a:pt x="4289" y="6594"/>
                </a:lnTo>
                <a:lnTo>
                  <a:pt x="4288" y="6594"/>
                </a:lnTo>
                <a:lnTo>
                  <a:pt x="4287" y="6594"/>
                </a:lnTo>
                <a:lnTo>
                  <a:pt x="4287" y="6595"/>
                </a:lnTo>
                <a:lnTo>
                  <a:pt x="4286" y="6595"/>
                </a:lnTo>
                <a:lnTo>
                  <a:pt x="4285" y="6595"/>
                </a:lnTo>
                <a:lnTo>
                  <a:pt x="4284" y="6595"/>
                </a:lnTo>
                <a:lnTo>
                  <a:pt x="4284" y="6596"/>
                </a:lnTo>
                <a:lnTo>
                  <a:pt x="4284" y="6597"/>
                </a:lnTo>
                <a:lnTo>
                  <a:pt x="4283" y="6598"/>
                </a:lnTo>
                <a:lnTo>
                  <a:pt x="4283" y="6599"/>
                </a:lnTo>
                <a:lnTo>
                  <a:pt x="4283" y="6598"/>
                </a:lnTo>
                <a:lnTo>
                  <a:pt x="4283" y="6599"/>
                </a:lnTo>
                <a:lnTo>
                  <a:pt x="4282" y="6599"/>
                </a:lnTo>
                <a:lnTo>
                  <a:pt x="4282" y="6600"/>
                </a:lnTo>
                <a:lnTo>
                  <a:pt x="4282" y="6601"/>
                </a:lnTo>
                <a:lnTo>
                  <a:pt x="4282" y="6600"/>
                </a:lnTo>
                <a:lnTo>
                  <a:pt x="4281" y="6600"/>
                </a:lnTo>
                <a:lnTo>
                  <a:pt x="4280" y="6600"/>
                </a:lnTo>
                <a:lnTo>
                  <a:pt x="4280" y="6599"/>
                </a:lnTo>
                <a:lnTo>
                  <a:pt x="4279" y="6599"/>
                </a:lnTo>
                <a:lnTo>
                  <a:pt x="4279" y="6598"/>
                </a:lnTo>
                <a:lnTo>
                  <a:pt x="4279" y="6597"/>
                </a:lnTo>
                <a:lnTo>
                  <a:pt x="4278" y="6597"/>
                </a:lnTo>
                <a:lnTo>
                  <a:pt x="4278" y="6596"/>
                </a:lnTo>
                <a:lnTo>
                  <a:pt x="4279" y="6596"/>
                </a:lnTo>
                <a:lnTo>
                  <a:pt x="4278" y="6596"/>
                </a:lnTo>
                <a:lnTo>
                  <a:pt x="4278" y="6595"/>
                </a:lnTo>
                <a:lnTo>
                  <a:pt x="4279" y="6595"/>
                </a:lnTo>
                <a:lnTo>
                  <a:pt x="4279" y="6594"/>
                </a:lnTo>
                <a:lnTo>
                  <a:pt x="4278" y="6594"/>
                </a:lnTo>
                <a:lnTo>
                  <a:pt x="4278" y="6593"/>
                </a:lnTo>
                <a:lnTo>
                  <a:pt x="4277" y="6593"/>
                </a:lnTo>
                <a:lnTo>
                  <a:pt x="4276" y="6593"/>
                </a:lnTo>
                <a:lnTo>
                  <a:pt x="4275" y="6593"/>
                </a:lnTo>
                <a:lnTo>
                  <a:pt x="4275" y="6592"/>
                </a:lnTo>
                <a:lnTo>
                  <a:pt x="4274" y="6592"/>
                </a:lnTo>
                <a:lnTo>
                  <a:pt x="4274" y="6591"/>
                </a:lnTo>
                <a:lnTo>
                  <a:pt x="4274" y="6592"/>
                </a:lnTo>
                <a:lnTo>
                  <a:pt x="4273" y="6592"/>
                </a:lnTo>
                <a:lnTo>
                  <a:pt x="4273" y="6591"/>
                </a:lnTo>
                <a:lnTo>
                  <a:pt x="4272" y="6591"/>
                </a:lnTo>
                <a:lnTo>
                  <a:pt x="4271" y="6592"/>
                </a:lnTo>
                <a:lnTo>
                  <a:pt x="4270" y="6592"/>
                </a:lnTo>
                <a:lnTo>
                  <a:pt x="4269" y="6591"/>
                </a:lnTo>
                <a:lnTo>
                  <a:pt x="4268" y="6591"/>
                </a:lnTo>
                <a:lnTo>
                  <a:pt x="4267" y="6591"/>
                </a:lnTo>
                <a:lnTo>
                  <a:pt x="4267" y="6590"/>
                </a:lnTo>
                <a:lnTo>
                  <a:pt x="4266" y="6590"/>
                </a:lnTo>
                <a:lnTo>
                  <a:pt x="4265" y="6590"/>
                </a:lnTo>
                <a:lnTo>
                  <a:pt x="4265" y="6589"/>
                </a:lnTo>
                <a:lnTo>
                  <a:pt x="4264" y="6589"/>
                </a:lnTo>
                <a:lnTo>
                  <a:pt x="4264" y="6588"/>
                </a:lnTo>
                <a:lnTo>
                  <a:pt x="4263" y="6588"/>
                </a:lnTo>
                <a:lnTo>
                  <a:pt x="4263" y="6589"/>
                </a:lnTo>
                <a:lnTo>
                  <a:pt x="4262" y="6589"/>
                </a:lnTo>
                <a:lnTo>
                  <a:pt x="4261" y="6589"/>
                </a:lnTo>
                <a:lnTo>
                  <a:pt x="4260" y="6589"/>
                </a:lnTo>
                <a:lnTo>
                  <a:pt x="4259" y="6589"/>
                </a:lnTo>
                <a:lnTo>
                  <a:pt x="4258" y="6589"/>
                </a:lnTo>
                <a:lnTo>
                  <a:pt x="4259" y="6589"/>
                </a:lnTo>
                <a:lnTo>
                  <a:pt x="4258" y="6589"/>
                </a:lnTo>
                <a:lnTo>
                  <a:pt x="4258" y="6590"/>
                </a:lnTo>
                <a:lnTo>
                  <a:pt x="4257" y="6590"/>
                </a:lnTo>
                <a:lnTo>
                  <a:pt x="4257" y="6591"/>
                </a:lnTo>
                <a:lnTo>
                  <a:pt x="4256" y="6591"/>
                </a:lnTo>
                <a:lnTo>
                  <a:pt x="4255" y="6591"/>
                </a:lnTo>
                <a:lnTo>
                  <a:pt x="4254" y="6591"/>
                </a:lnTo>
                <a:lnTo>
                  <a:pt x="4254" y="6592"/>
                </a:lnTo>
                <a:lnTo>
                  <a:pt x="4254" y="6593"/>
                </a:lnTo>
                <a:lnTo>
                  <a:pt x="4253" y="6593"/>
                </a:lnTo>
                <a:lnTo>
                  <a:pt x="4252" y="6593"/>
                </a:lnTo>
                <a:lnTo>
                  <a:pt x="4252" y="6594"/>
                </a:lnTo>
                <a:lnTo>
                  <a:pt x="4251" y="6594"/>
                </a:lnTo>
                <a:lnTo>
                  <a:pt x="4251" y="6593"/>
                </a:lnTo>
                <a:lnTo>
                  <a:pt x="4250" y="6594"/>
                </a:lnTo>
                <a:lnTo>
                  <a:pt x="4250" y="6593"/>
                </a:lnTo>
                <a:lnTo>
                  <a:pt x="4249" y="6593"/>
                </a:lnTo>
                <a:lnTo>
                  <a:pt x="4249" y="6594"/>
                </a:lnTo>
                <a:lnTo>
                  <a:pt x="4248" y="6594"/>
                </a:lnTo>
                <a:lnTo>
                  <a:pt x="4248" y="6593"/>
                </a:lnTo>
                <a:lnTo>
                  <a:pt x="4247" y="6593"/>
                </a:lnTo>
                <a:lnTo>
                  <a:pt x="4246" y="6592"/>
                </a:lnTo>
                <a:lnTo>
                  <a:pt x="4246" y="6591"/>
                </a:lnTo>
                <a:lnTo>
                  <a:pt x="4245" y="6591"/>
                </a:lnTo>
                <a:lnTo>
                  <a:pt x="4244" y="6591"/>
                </a:lnTo>
                <a:lnTo>
                  <a:pt x="4243" y="6591"/>
                </a:lnTo>
                <a:lnTo>
                  <a:pt x="4243" y="6592"/>
                </a:lnTo>
                <a:lnTo>
                  <a:pt x="4242" y="6592"/>
                </a:lnTo>
                <a:lnTo>
                  <a:pt x="4241" y="6592"/>
                </a:lnTo>
                <a:lnTo>
                  <a:pt x="4240" y="6592"/>
                </a:lnTo>
                <a:lnTo>
                  <a:pt x="4240" y="6591"/>
                </a:lnTo>
                <a:lnTo>
                  <a:pt x="4239" y="6591"/>
                </a:lnTo>
                <a:lnTo>
                  <a:pt x="4238" y="6591"/>
                </a:lnTo>
                <a:lnTo>
                  <a:pt x="4237" y="6591"/>
                </a:lnTo>
                <a:lnTo>
                  <a:pt x="4237" y="6593"/>
                </a:lnTo>
                <a:lnTo>
                  <a:pt x="4238" y="6593"/>
                </a:lnTo>
                <a:lnTo>
                  <a:pt x="4238" y="6594"/>
                </a:lnTo>
                <a:lnTo>
                  <a:pt x="4238" y="6595"/>
                </a:lnTo>
                <a:lnTo>
                  <a:pt x="4237" y="6595"/>
                </a:lnTo>
                <a:lnTo>
                  <a:pt x="4237" y="6596"/>
                </a:lnTo>
                <a:lnTo>
                  <a:pt x="4237" y="6597"/>
                </a:lnTo>
                <a:lnTo>
                  <a:pt x="4237" y="6598"/>
                </a:lnTo>
                <a:lnTo>
                  <a:pt x="4238" y="6598"/>
                </a:lnTo>
                <a:lnTo>
                  <a:pt x="4237" y="6598"/>
                </a:lnTo>
                <a:lnTo>
                  <a:pt x="4237" y="6599"/>
                </a:lnTo>
                <a:lnTo>
                  <a:pt x="4237" y="6600"/>
                </a:lnTo>
                <a:lnTo>
                  <a:pt x="4236" y="6600"/>
                </a:lnTo>
                <a:lnTo>
                  <a:pt x="4236" y="6601"/>
                </a:lnTo>
                <a:lnTo>
                  <a:pt x="4235" y="6601"/>
                </a:lnTo>
                <a:lnTo>
                  <a:pt x="4235" y="6602"/>
                </a:lnTo>
                <a:lnTo>
                  <a:pt x="4235" y="6603"/>
                </a:lnTo>
                <a:lnTo>
                  <a:pt x="4234" y="6603"/>
                </a:lnTo>
                <a:lnTo>
                  <a:pt x="4234" y="6602"/>
                </a:lnTo>
                <a:lnTo>
                  <a:pt x="4233" y="6602"/>
                </a:lnTo>
                <a:lnTo>
                  <a:pt x="4233" y="6601"/>
                </a:lnTo>
                <a:lnTo>
                  <a:pt x="4232" y="6601"/>
                </a:lnTo>
                <a:lnTo>
                  <a:pt x="4232" y="6602"/>
                </a:lnTo>
                <a:lnTo>
                  <a:pt x="4231" y="6602"/>
                </a:lnTo>
                <a:lnTo>
                  <a:pt x="4231" y="6601"/>
                </a:lnTo>
                <a:lnTo>
                  <a:pt x="4231" y="6602"/>
                </a:lnTo>
                <a:lnTo>
                  <a:pt x="4231" y="6601"/>
                </a:lnTo>
                <a:lnTo>
                  <a:pt x="4230" y="6601"/>
                </a:lnTo>
                <a:lnTo>
                  <a:pt x="4229" y="6601"/>
                </a:lnTo>
                <a:lnTo>
                  <a:pt x="4228" y="6601"/>
                </a:lnTo>
                <a:lnTo>
                  <a:pt x="4228" y="6600"/>
                </a:lnTo>
                <a:lnTo>
                  <a:pt x="4227" y="6600"/>
                </a:lnTo>
                <a:lnTo>
                  <a:pt x="4227" y="6599"/>
                </a:lnTo>
                <a:lnTo>
                  <a:pt x="4226" y="6599"/>
                </a:lnTo>
                <a:lnTo>
                  <a:pt x="4226" y="6598"/>
                </a:lnTo>
                <a:lnTo>
                  <a:pt x="4227" y="6598"/>
                </a:lnTo>
                <a:lnTo>
                  <a:pt x="4226" y="6598"/>
                </a:lnTo>
                <a:lnTo>
                  <a:pt x="4225" y="6598"/>
                </a:lnTo>
                <a:lnTo>
                  <a:pt x="4225" y="6597"/>
                </a:lnTo>
                <a:lnTo>
                  <a:pt x="4224" y="6597"/>
                </a:lnTo>
                <a:lnTo>
                  <a:pt x="4224" y="6596"/>
                </a:lnTo>
                <a:lnTo>
                  <a:pt x="4223" y="6596"/>
                </a:lnTo>
                <a:lnTo>
                  <a:pt x="4223" y="6595"/>
                </a:lnTo>
                <a:lnTo>
                  <a:pt x="4222" y="6595"/>
                </a:lnTo>
                <a:lnTo>
                  <a:pt x="4222" y="6594"/>
                </a:lnTo>
                <a:lnTo>
                  <a:pt x="4222" y="6593"/>
                </a:lnTo>
                <a:lnTo>
                  <a:pt x="4221" y="6593"/>
                </a:lnTo>
                <a:lnTo>
                  <a:pt x="4221" y="6592"/>
                </a:lnTo>
                <a:lnTo>
                  <a:pt x="4221" y="6590"/>
                </a:lnTo>
                <a:lnTo>
                  <a:pt x="4221" y="6589"/>
                </a:lnTo>
                <a:lnTo>
                  <a:pt x="4221" y="6588"/>
                </a:lnTo>
                <a:lnTo>
                  <a:pt x="4221" y="6587"/>
                </a:lnTo>
                <a:lnTo>
                  <a:pt x="4221" y="6586"/>
                </a:lnTo>
                <a:lnTo>
                  <a:pt x="4220" y="6586"/>
                </a:lnTo>
                <a:lnTo>
                  <a:pt x="4221" y="6586"/>
                </a:lnTo>
                <a:lnTo>
                  <a:pt x="4220" y="6586"/>
                </a:lnTo>
                <a:lnTo>
                  <a:pt x="4220" y="6585"/>
                </a:lnTo>
                <a:lnTo>
                  <a:pt x="4219" y="6585"/>
                </a:lnTo>
                <a:lnTo>
                  <a:pt x="4218" y="6585"/>
                </a:lnTo>
                <a:lnTo>
                  <a:pt x="4219" y="6585"/>
                </a:lnTo>
                <a:lnTo>
                  <a:pt x="4218" y="6585"/>
                </a:lnTo>
                <a:lnTo>
                  <a:pt x="4218" y="6584"/>
                </a:lnTo>
                <a:lnTo>
                  <a:pt x="4218" y="6583"/>
                </a:lnTo>
                <a:lnTo>
                  <a:pt x="4218" y="6582"/>
                </a:lnTo>
                <a:lnTo>
                  <a:pt x="4217" y="6582"/>
                </a:lnTo>
                <a:lnTo>
                  <a:pt x="4216" y="6582"/>
                </a:lnTo>
                <a:lnTo>
                  <a:pt x="4215" y="6581"/>
                </a:lnTo>
                <a:lnTo>
                  <a:pt x="4215" y="6580"/>
                </a:lnTo>
                <a:lnTo>
                  <a:pt x="4215" y="6579"/>
                </a:lnTo>
                <a:lnTo>
                  <a:pt x="4214" y="6579"/>
                </a:lnTo>
                <a:lnTo>
                  <a:pt x="4214" y="6578"/>
                </a:lnTo>
                <a:lnTo>
                  <a:pt x="4213" y="6578"/>
                </a:lnTo>
                <a:lnTo>
                  <a:pt x="4212" y="6578"/>
                </a:lnTo>
                <a:lnTo>
                  <a:pt x="4212" y="6577"/>
                </a:lnTo>
                <a:lnTo>
                  <a:pt x="4211" y="6577"/>
                </a:lnTo>
                <a:lnTo>
                  <a:pt x="4210" y="6577"/>
                </a:lnTo>
                <a:lnTo>
                  <a:pt x="4209" y="6577"/>
                </a:lnTo>
                <a:lnTo>
                  <a:pt x="4209" y="6576"/>
                </a:lnTo>
                <a:lnTo>
                  <a:pt x="4209" y="6577"/>
                </a:lnTo>
                <a:lnTo>
                  <a:pt x="4208" y="6577"/>
                </a:lnTo>
                <a:lnTo>
                  <a:pt x="4208" y="6578"/>
                </a:lnTo>
                <a:lnTo>
                  <a:pt x="4207" y="6578"/>
                </a:lnTo>
                <a:lnTo>
                  <a:pt x="4207" y="6579"/>
                </a:lnTo>
                <a:lnTo>
                  <a:pt x="4208" y="6579"/>
                </a:lnTo>
                <a:lnTo>
                  <a:pt x="4207" y="6579"/>
                </a:lnTo>
                <a:lnTo>
                  <a:pt x="4206" y="6579"/>
                </a:lnTo>
                <a:lnTo>
                  <a:pt x="4205" y="6579"/>
                </a:lnTo>
                <a:lnTo>
                  <a:pt x="4205" y="6578"/>
                </a:lnTo>
                <a:lnTo>
                  <a:pt x="4204" y="6578"/>
                </a:lnTo>
                <a:lnTo>
                  <a:pt x="4203" y="6578"/>
                </a:lnTo>
                <a:lnTo>
                  <a:pt x="4203" y="6579"/>
                </a:lnTo>
                <a:lnTo>
                  <a:pt x="4203" y="6580"/>
                </a:lnTo>
                <a:lnTo>
                  <a:pt x="4202" y="6580"/>
                </a:lnTo>
                <a:lnTo>
                  <a:pt x="4202" y="6581"/>
                </a:lnTo>
                <a:lnTo>
                  <a:pt x="4202" y="6582"/>
                </a:lnTo>
                <a:lnTo>
                  <a:pt x="4201" y="6582"/>
                </a:lnTo>
                <a:lnTo>
                  <a:pt x="4200" y="6582"/>
                </a:lnTo>
                <a:lnTo>
                  <a:pt x="4200" y="6581"/>
                </a:lnTo>
                <a:lnTo>
                  <a:pt x="4200" y="6582"/>
                </a:lnTo>
                <a:lnTo>
                  <a:pt x="4199" y="6582"/>
                </a:lnTo>
                <a:lnTo>
                  <a:pt x="4199" y="6583"/>
                </a:lnTo>
                <a:lnTo>
                  <a:pt x="4198" y="6583"/>
                </a:lnTo>
                <a:lnTo>
                  <a:pt x="4199" y="6583"/>
                </a:lnTo>
                <a:lnTo>
                  <a:pt x="4198" y="6583"/>
                </a:lnTo>
                <a:lnTo>
                  <a:pt x="4197" y="6583"/>
                </a:lnTo>
                <a:lnTo>
                  <a:pt x="4196" y="6583"/>
                </a:lnTo>
                <a:lnTo>
                  <a:pt x="4195" y="6583"/>
                </a:lnTo>
                <a:lnTo>
                  <a:pt x="4194" y="6583"/>
                </a:lnTo>
                <a:lnTo>
                  <a:pt x="4194" y="6582"/>
                </a:lnTo>
                <a:lnTo>
                  <a:pt x="4193" y="6582"/>
                </a:lnTo>
                <a:lnTo>
                  <a:pt x="4192" y="6582"/>
                </a:lnTo>
                <a:lnTo>
                  <a:pt x="4192" y="6583"/>
                </a:lnTo>
                <a:lnTo>
                  <a:pt x="4192" y="6584"/>
                </a:lnTo>
                <a:lnTo>
                  <a:pt x="4192" y="6585"/>
                </a:lnTo>
                <a:lnTo>
                  <a:pt x="4193" y="6585"/>
                </a:lnTo>
                <a:lnTo>
                  <a:pt x="4193" y="6586"/>
                </a:lnTo>
                <a:lnTo>
                  <a:pt x="4192" y="6586"/>
                </a:lnTo>
                <a:lnTo>
                  <a:pt x="4191" y="6586"/>
                </a:lnTo>
                <a:lnTo>
                  <a:pt x="4191" y="6587"/>
                </a:lnTo>
                <a:lnTo>
                  <a:pt x="4191" y="6588"/>
                </a:lnTo>
                <a:lnTo>
                  <a:pt x="4191" y="6589"/>
                </a:lnTo>
                <a:lnTo>
                  <a:pt x="4191" y="6590"/>
                </a:lnTo>
                <a:lnTo>
                  <a:pt x="4191" y="6591"/>
                </a:lnTo>
                <a:lnTo>
                  <a:pt x="4190" y="6591"/>
                </a:lnTo>
                <a:lnTo>
                  <a:pt x="4190" y="6592"/>
                </a:lnTo>
                <a:lnTo>
                  <a:pt x="4190" y="6593"/>
                </a:lnTo>
                <a:lnTo>
                  <a:pt x="4191" y="6593"/>
                </a:lnTo>
                <a:lnTo>
                  <a:pt x="4190" y="6593"/>
                </a:lnTo>
                <a:lnTo>
                  <a:pt x="4190" y="6594"/>
                </a:lnTo>
                <a:lnTo>
                  <a:pt x="4189" y="6594"/>
                </a:lnTo>
                <a:lnTo>
                  <a:pt x="4188" y="6594"/>
                </a:lnTo>
                <a:lnTo>
                  <a:pt x="4188" y="6595"/>
                </a:lnTo>
                <a:lnTo>
                  <a:pt x="4187" y="6595"/>
                </a:lnTo>
                <a:lnTo>
                  <a:pt x="4187" y="6596"/>
                </a:lnTo>
                <a:lnTo>
                  <a:pt x="4188" y="6596"/>
                </a:lnTo>
                <a:lnTo>
                  <a:pt x="4188" y="6597"/>
                </a:lnTo>
                <a:lnTo>
                  <a:pt x="4188" y="6598"/>
                </a:lnTo>
                <a:lnTo>
                  <a:pt x="4188" y="6599"/>
                </a:lnTo>
                <a:lnTo>
                  <a:pt x="4189" y="6599"/>
                </a:lnTo>
                <a:lnTo>
                  <a:pt x="4189" y="6600"/>
                </a:lnTo>
                <a:lnTo>
                  <a:pt x="4189" y="6601"/>
                </a:lnTo>
                <a:lnTo>
                  <a:pt x="4190" y="6601"/>
                </a:lnTo>
                <a:lnTo>
                  <a:pt x="4191" y="6601"/>
                </a:lnTo>
                <a:lnTo>
                  <a:pt x="4191" y="6603"/>
                </a:lnTo>
                <a:lnTo>
                  <a:pt x="4191" y="6604"/>
                </a:lnTo>
                <a:lnTo>
                  <a:pt x="4190" y="6604"/>
                </a:lnTo>
                <a:lnTo>
                  <a:pt x="4189" y="6604"/>
                </a:lnTo>
                <a:lnTo>
                  <a:pt x="4189" y="6605"/>
                </a:lnTo>
                <a:lnTo>
                  <a:pt x="4188" y="6605"/>
                </a:lnTo>
                <a:lnTo>
                  <a:pt x="4187" y="6605"/>
                </a:lnTo>
                <a:lnTo>
                  <a:pt x="4187" y="6606"/>
                </a:lnTo>
                <a:lnTo>
                  <a:pt x="4186" y="6606"/>
                </a:lnTo>
                <a:lnTo>
                  <a:pt x="4186" y="6607"/>
                </a:lnTo>
                <a:lnTo>
                  <a:pt x="4187" y="6607"/>
                </a:lnTo>
                <a:lnTo>
                  <a:pt x="4187" y="6608"/>
                </a:lnTo>
                <a:lnTo>
                  <a:pt x="4187" y="6609"/>
                </a:lnTo>
                <a:lnTo>
                  <a:pt x="4187" y="6610"/>
                </a:lnTo>
                <a:lnTo>
                  <a:pt x="4187" y="6611"/>
                </a:lnTo>
                <a:lnTo>
                  <a:pt x="4187" y="6612"/>
                </a:lnTo>
                <a:lnTo>
                  <a:pt x="4186" y="6612"/>
                </a:lnTo>
                <a:lnTo>
                  <a:pt x="4186" y="6613"/>
                </a:lnTo>
                <a:lnTo>
                  <a:pt x="4185" y="6613"/>
                </a:lnTo>
                <a:lnTo>
                  <a:pt x="4185" y="6614"/>
                </a:lnTo>
                <a:lnTo>
                  <a:pt x="4184" y="6614"/>
                </a:lnTo>
                <a:lnTo>
                  <a:pt x="4183" y="6615"/>
                </a:lnTo>
                <a:lnTo>
                  <a:pt x="4184" y="6615"/>
                </a:lnTo>
                <a:lnTo>
                  <a:pt x="4183" y="6616"/>
                </a:lnTo>
                <a:lnTo>
                  <a:pt x="4183" y="6617"/>
                </a:lnTo>
                <a:lnTo>
                  <a:pt x="4182" y="6617"/>
                </a:lnTo>
                <a:lnTo>
                  <a:pt x="4182" y="6618"/>
                </a:lnTo>
                <a:lnTo>
                  <a:pt x="4182" y="6619"/>
                </a:lnTo>
                <a:lnTo>
                  <a:pt x="4182" y="6620"/>
                </a:lnTo>
                <a:lnTo>
                  <a:pt x="4183" y="6620"/>
                </a:lnTo>
                <a:lnTo>
                  <a:pt x="4182" y="6621"/>
                </a:lnTo>
                <a:lnTo>
                  <a:pt x="4182" y="6622"/>
                </a:lnTo>
                <a:lnTo>
                  <a:pt x="4182" y="6623"/>
                </a:lnTo>
                <a:lnTo>
                  <a:pt x="4181" y="6623"/>
                </a:lnTo>
                <a:lnTo>
                  <a:pt x="4180" y="6623"/>
                </a:lnTo>
                <a:lnTo>
                  <a:pt x="4180" y="6622"/>
                </a:lnTo>
                <a:lnTo>
                  <a:pt x="4179" y="6622"/>
                </a:lnTo>
                <a:lnTo>
                  <a:pt x="4178" y="6622"/>
                </a:lnTo>
                <a:lnTo>
                  <a:pt x="4178" y="6623"/>
                </a:lnTo>
                <a:lnTo>
                  <a:pt x="4177" y="6623"/>
                </a:lnTo>
                <a:lnTo>
                  <a:pt x="4177" y="6624"/>
                </a:lnTo>
                <a:lnTo>
                  <a:pt x="4176" y="6623"/>
                </a:lnTo>
                <a:lnTo>
                  <a:pt x="4176" y="6624"/>
                </a:lnTo>
                <a:lnTo>
                  <a:pt x="4175" y="6624"/>
                </a:lnTo>
                <a:lnTo>
                  <a:pt x="4175" y="6623"/>
                </a:lnTo>
                <a:lnTo>
                  <a:pt x="4174" y="6623"/>
                </a:lnTo>
                <a:lnTo>
                  <a:pt x="4173" y="6623"/>
                </a:lnTo>
                <a:lnTo>
                  <a:pt x="4172" y="6622"/>
                </a:lnTo>
                <a:lnTo>
                  <a:pt x="4172" y="6623"/>
                </a:lnTo>
                <a:lnTo>
                  <a:pt x="4171" y="6623"/>
                </a:lnTo>
                <a:lnTo>
                  <a:pt x="4171" y="6622"/>
                </a:lnTo>
                <a:lnTo>
                  <a:pt x="4171" y="6623"/>
                </a:lnTo>
                <a:lnTo>
                  <a:pt x="4171" y="6624"/>
                </a:lnTo>
                <a:lnTo>
                  <a:pt x="4170" y="6624"/>
                </a:lnTo>
                <a:lnTo>
                  <a:pt x="4170" y="6625"/>
                </a:lnTo>
                <a:lnTo>
                  <a:pt x="4169" y="6625"/>
                </a:lnTo>
                <a:lnTo>
                  <a:pt x="4169" y="6626"/>
                </a:lnTo>
                <a:lnTo>
                  <a:pt x="4168" y="6626"/>
                </a:lnTo>
                <a:lnTo>
                  <a:pt x="4168" y="6627"/>
                </a:lnTo>
                <a:lnTo>
                  <a:pt x="4168" y="6628"/>
                </a:lnTo>
                <a:lnTo>
                  <a:pt x="4167" y="6628"/>
                </a:lnTo>
                <a:lnTo>
                  <a:pt x="4167" y="6629"/>
                </a:lnTo>
                <a:lnTo>
                  <a:pt x="4168" y="6629"/>
                </a:lnTo>
                <a:lnTo>
                  <a:pt x="4168" y="6630"/>
                </a:lnTo>
                <a:lnTo>
                  <a:pt x="4167" y="6630"/>
                </a:lnTo>
                <a:lnTo>
                  <a:pt x="4167" y="6631"/>
                </a:lnTo>
                <a:lnTo>
                  <a:pt x="4168" y="6631"/>
                </a:lnTo>
                <a:lnTo>
                  <a:pt x="4167" y="6631"/>
                </a:lnTo>
                <a:lnTo>
                  <a:pt x="4168" y="6632"/>
                </a:lnTo>
                <a:lnTo>
                  <a:pt x="4169" y="6632"/>
                </a:lnTo>
                <a:lnTo>
                  <a:pt x="4169" y="6633"/>
                </a:lnTo>
                <a:lnTo>
                  <a:pt x="4170" y="6633"/>
                </a:lnTo>
                <a:lnTo>
                  <a:pt x="4170" y="6634"/>
                </a:lnTo>
                <a:lnTo>
                  <a:pt x="4171" y="6634"/>
                </a:lnTo>
                <a:lnTo>
                  <a:pt x="4171" y="6635"/>
                </a:lnTo>
                <a:lnTo>
                  <a:pt x="4171" y="6636"/>
                </a:lnTo>
                <a:lnTo>
                  <a:pt x="4171" y="6637"/>
                </a:lnTo>
                <a:lnTo>
                  <a:pt x="4171" y="6638"/>
                </a:lnTo>
                <a:lnTo>
                  <a:pt x="4172" y="6639"/>
                </a:lnTo>
                <a:lnTo>
                  <a:pt x="4172" y="6640"/>
                </a:lnTo>
                <a:lnTo>
                  <a:pt x="4173" y="6640"/>
                </a:lnTo>
                <a:lnTo>
                  <a:pt x="4174" y="6640"/>
                </a:lnTo>
                <a:lnTo>
                  <a:pt x="4174" y="6641"/>
                </a:lnTo>
                <a:lnTo>
                  <a:pt x="4174" y="6642"/>
                </a:lnTo>
                <a:lnTo>
                  <a:pt x="4174" y="6643"/>
                </a:lnTo>
                <a:lnTo>
                  <a:pt x="4174" y="6644"/>
                </a:lnTo>
                <a:lnTo>
                  <a:pt x="4175" y="6644"/>
                </a:lnTo>
                <a:lnTo>
                  <a:pt x="4175" y="6645"/>
                </a:lnTo>
                <a:lnTo>
                  <a:pt x="4176" y="6645"/>
                </a:lnTo>
                <a:lnTo>
                  <a:pt x="4176" y="6646"/>
                </a:lnTo>
                <a:lnTo>
                  <a:pt x="4177" y="6646"/>
                </a:lnTo>
                <a:lnTo>
                  <a:pt x="4177" y="6647"/>
                </a:lnTo>
                <a:lnTo>
                  <a:pt x="4176" y="6647"/>
                </a:lnTo>
                <a:lnTo>
                  <a:pt x="4176" y="6648"/>
                </a:lnTo>
                <a:lnTo>
                  <a:pt x="4175" y="6648"/>
                </a:lnTo>
                <a:lnTo>
                  <a:pt x="4175" y="6649"/>
                </a:lnTo>
                <a:lnTo>
                  <a:pt x="4176" y="6649"/>
                </a:lnTo>
                <a:lnTo>
                  <a:pt x="4176" y="6650"/>
                </a:lnTo>
                <a:lnTo>
                  <a:pt x="4176" y="6651"/>
                </a:lnTo>
                <a:lnTo>
                  <a:pt x="4177" y="6651"/>
                </a:lnTo>
                <a:lnTo>
                  <a:pt x="4177" y="6652"/>
                </a:lnTo>
                <a:lnTo>
                  <a:pt x="4176" y="6652"/>
                </a:lnTo>
                <a:lnTo>
                  <a:pt x="4175" y="6652"/>
                </a:lnTo>
                <a:lnTo>
                  <a:pt x="4174" y="6652"/>
                </a:lnTo>
                <a:lnTo>
                  <a:pt x="4174" y="6651"/>
                </a:lnTo>
                <a:lnTo>
                  <a:pt x="4174" y="6652"/>
                </a:lnTo>
                <a:lnTo>
                  <a:pt x="4173" y="6652"/>
                </a:lnTo>
                <a:lnTo>
                  <a:pt x="4172" y="6652"/>
                </a:lnTo>
                <a:lnTo>
                  <a:pt x="4171" y="6652"/>
                </a:lnTo>
                <a:lnTo>
                  <a:pt x="4171" y="6653"/>
                </a:lnTo>
                <a:lnTo>
                  <a:pt x="4171" y="6654"/>
                </a:lnTo>
                <a:lnTo>
                  <a:pt x="4171" y="6655"/>
                </a:lnTo>
                <a:lnTo>
                  <a:pt x="4172" y="6656"/>
                </a:lnTo>
                <a:lnTo>
                  <a:pt x="4171" y="6656"/>
                </a:lnTo>
                <a:lnTo>
                  <a:pt x="4172" y="6656"/>
                </a:lnTo>
                <a:lnTo>
                  <a:pt x="4172" y="6657"/>
                </a:lnTo>
                <a:lnTo>
                  <a:pt x="4171" y="6657"/>
                </a:lnTo>
                <a:lnTo>
                  <a:pt x="4172" y="6657"/>
                </a:lnTo>
                <a:lnTo>
                  <a:pt x="4173" y="6657"/>
                </a:lnTo>
                <a:lnTo>
                  <a:pt x="4173" y="6658"/>
                </a:lnTo>
                <a:lnTo>
                  <a:pt x="4173" y="6659"/>
                </a:lnTo>
                <a:lnTo>
                  <a:pt x="4173" y="6660"/>
                </a:lnTo>
                <a:lnTo>
                  <a:pt x="4174" y="6660"/>
                </a:lnTo>
                <a:lnTo>
                  <a:pt x="4174" y="6661"/>
                </a:lnTo>
                <a:lnTo>
                  <a:pt x="4175" y="6661"/>
                </a:lnTo>
                <a:lnTo>
                  <a:pt x="4175" y="6662"/>
                </a:lnTo>
                <a:lnTo>
                  <a:pt x="4174" y="6662"/>
                </a:lnTo>
                <a:lnTo>
                  <a:pt x="4174" y="6663"/>
                </a:lnTo>
                <a:lnTo>
                  <a:pt x="4175" y="6663"/>
                </a:lnTo>
                <a:lnTo>
                  <a:pt x="4175" y="6664"/>
                </a:lnTo>
                <a:lnTo>
                  <a:pt x="4174" y="6664"/>
                </a:lnTo>
                <a:lnTo>
                  <a:pt x="4174" y="6665"/>
                </a:lnTo>
                <a:lnTo>
                  <a:pt x="4175" y="6665"/>
                </a:lnTo>
                <a:lnTo>
                  <a:pt x="4176" y="6665"/>
                </a:lnTo>
                <a:lnTo>
                  <a:pt x="4176" y="6666"/>
                </a:lnTo>
                <a:lnTo>
                  <a:pt x="4177" y="6666"/>
                </a:lnTo>
                <a:lnTo>
                  <a:pt x="4177" y="6667"/>
                </a:lnTo>
                <a:lnTo>
                  <a:pt x="4177" y="6668"/>
                </a:lnTo>
                <a:lnTo>
                  <a:pt x="4178" y="6668"/>
                </a:lnTo>
                <a:lnTo>
                  <a:pt x="4178" y="6669"/>
                </a:lnTo>
                <a:lnTo>
                  <a:pt x="4178" y="6670"/>
                </a:lnTo>
                <a:lnTo>
                  <a:pt x="4177" y="6670"/>
                </a:lnTo>
                <a:lnTo>
                  <a:pt x="4178" y="6670"/>
                </a:lnTo>
                <a:lnTo>
                  <a:pt x="4178" y="6671"/>
                </a:lnTo>
                <a:lnTo>
                  <a:pt x="4178" y="6672"/>
                </a:lnTo>
                <a:lnTo>
                  <a:pt x="4179" y="6672"/>
                </a:lnTo>
                <a:lnTo>
                  <a:pt x="4178" y="6672"/>
                </a:lnTo>
                <a:lnTo>
                  <a:pt x="4179" y="6672"/>
                </a:lnTo>
                <a:lnTo>
                  <a:pt x="4179" y="6673"/>
                </a:lnTo>
                <a:lnTo>
                  <a:pt x="4178" y="6673"/>
                </a:lnTo>
                <a:lnTo>
                  <a:pt x="4179" y="6673"/>
                </a:lnTo>
                <a:lnTo>
                  <a:pt x="4179" y="6674"/>
                </a:lnTo>
                <a:lnTo>
                  <a:pt x="4180" y="6674"/>
                </a:lnTo>
                <a:lnTo>
                  <a:pt x="4180" y="6675"/>
                </a:lnTo>
                <a:lnTo>
                  <a:pt x="4181" y="6675"/>
                </a:lnTo>
                <a:lnTo>
                  <a:pt x="4181" y="6676"/>
                </a:lnTo>
                <a:lnTo>
                  <a:pt x="4180" y="6676"/>
                </a:lnTo>
                <a:lnTo>
                  <a:pt x="4180" y="6677"/>
                </a:lnTo>
                <a:lnTo>
                  <a:pt x="4179" y="6677"/>
                </a:lnTo>
                <a:lnTo>
                  <a:pt x="4179" y="6678"/>
                </a:lnTo>
                <a:lnTo>
                  <a:pt x="4178" y="6679"/>
                </a:lnTo>
                <a:lnTo>
                  <a:pt x="4179" y="6679"/>
                </a:lnTo>
                <a:lnTo>
                  <a:pt x="4178" y="6680"/>
                </a:lnTo>
                <a:lnTo>
                  <a:pt x="4178" y="6681"/>
                </a:lnTo>
                <a:lnTo>
                  <a:pt x="4178" y="6682"/>
                </a:lnTo>
                <a:lnTo>
                  <a:pt x="4178" y="6683"/>
                </a:lnTo>
                <a:lnTo>
                  <a:pt x="4177" y="6683"/>
                </a:lnTo>
                <a:lnTo>
                  <a:pt x="4176" y="6683"/>
                </a:lnTo>
                <a:lnTo>
                  <a:pt x="4175" y="6683"/>
                </a:lnTo>
                <a:lnTo>
                  <a:pt x="4175" y="6684"/>
                </a:lnTo>
                <a:lnTo>
                  <a:pt x="4176" y="6684"/>
                </a:lnTo>
                <a:lnTo>
                  <a:pt x="4177" y="6684"/>
                </a:lnTo>
                <a:lnTo>
                  <a:pt x="4178" y="6684"/>
                </a:lnTo>
                <a:lnTo>
                  <a:pt x="4179" y="6684"/>
                </a:lnTo>
                <a:lnTo>
                  <a:pt x="4179" y="6685"/>
                </a:lnTo>
                <a:lnTo>
                  <a:pt x="4180" y="6685"/>
                </a:lnTo>
                <a:lnTo>
                  <a:pt x="4180" y="6686"/>
                </a:lnTo>
                <a:lnTo>
                  <a:pt x="4180" y="6687"/>
                </a:lnTo>
                <a:lnTo>
                  <a:pt x="4181" y="6687"/>
                </a:lnTo>
                <a:lnTo>
                  <a:pt x="4182" y="6687"/>
                </a:lnTo>
                <a:lnTo>
                  <a:pt x="4183" y="6687"/>
                </a:lnTo>
                <a:lnTo>
                  <a:pt x="4184" y="6687"/>
                </a:lnTo>
                <a:lnTo>
                  <a:pt x="4184" y="6688"/>
                </a:lnTo>
                <a:lnTo>
                  <a:pt x="4185" y="6688"/>
                </a:lnTo>
                <a:lnTo>
                  <a:pt x="4185" y="6689"/>
                </a:lnTo>
                <a:lnTo>
                  <a:pt x="4186" y="6689"/>
                </a:lnTo>
                <a:lnTo>
                  <a:pt x="4186" y="6690"/>
                </a:lnTo>
                <a:lnTo>
                  <a:pt x="4186" y="6691"/>
                </a:lnTo>
                <a:lnTo>
                  <a:pt x="4187" y="6691"/>
                </a:lnTo>
                <a:lnTo>
                  <a:pt x="4187" y="6692"/>
                </a:lnTo>
                <a:lnTo>
                  <a:pt x="4188" y="6692"/>
                </a:lnTo>
                <a:lnTo>
                  <a:pt x="4189" y="6692"/>
                </a:lnTo>
                <a:lnTo>
                  <a:pt x="4189" y="6691"/>
                </a:lnTo>
                <a:lnTo>
                  <a:pt x="4189" y="6692"/>
                </a:lnTo>
                <a:lnTo>
                  <a:pt x="4189" y="6691"/>
                </a:lnTo>
                <a:lnTo>
                  <a:pt x="4190" y="6691"/>
                </a:lnTo>
                <a:lnTo>
                  <a:pt x="4189" y="6691"/>
                </a:lnTo>
                <a:lnTo>
                  <a:pt x="4190" y="6691"/>
                </a:lnTo>
                <a:lnTo>
                  <a:pt x="4190" y="6690"/>
                </a:lnTo>
                <a:lnTo>
                  <a:pt x="4191" y="6690"/>
                </a:lnTo>
                <a:lnTo>
                  <a:pt x="4191" y="6689"/>
                </a:lnTo>
                <a:lnTo>
                  <a:pt x="4192" y="6689"/>
                </a:lnTo>
                <a:lnTo>
                  <a:pt x="4192" y="6690"/>
                </a:lnTo>
                <a:lnTo>
                  <a:pt x="4193" y="6690"/>
                </a:lnTo>
                <a:lnTo>
                  <a:pt x="4193" y="6689"/>
                </a:lnTo>
                <a:lnTo>
                  <a:pt x="4193" y="6690"/>
                </a:lnTo>
                <a:lnTo>
                  <a:pt x="4194" y="6690"/>
                </a:lnTo>
                <a:lnTo>
                  <a:pt x="4194" y="6691"/>
                </a:lnTo>
                <a:lnTo>
                  <a:pt x="4194" y="6692"/>
                </a:lnTo>
                <a:lnTo>
                  <a:pt x="4194" y="6693"/>
                </a:lnTo>
                <a:lnTo>
                  <a:pt x="4195" y="6693"/>
                </a:lnTo>
                <a:lnTo>
                  <a:pt x="4195" y="6694"/>
                </a:lnTo>
                <a:lnTo>
                  <a:pt x="4195" y="6695"/>
                </a:lnTo>
                <a:lnTo>
                  <a:pt x="4194" y="6695"/>
                </a:lnTo>
                <a:lnTo>
                  <a:pt x="4194" y="6696"/>
                </a:lnTo>
                <a:lnTo>
                  <a:pt x="4194" y="6697"/>
                </a:lnTo>
                <a:lnTo>
                  <a:pt x="4193" y="6697"/>
                </a:lnTo>
                <a:lnTo>
                  <a:pt x="4193" y="6698"/>
                </a:lnTo>
                <a:lnTo>
                  <a:pt x="4193" y="6699"/>
                </a:lnTo>
                <a:lnTo>
                  <a:pt x="4194" y="6699"/>
                </a:lnTo>
                <a:lnTo>
                  <a:pt x="4194" y="6700"/>
                </a:lnTo>
                <a:lnTo>
                  <a:pt x="4195" y="6700"/>
                </a:lnTo>
                <a:lnTo>
                  <a:pt x="4195" y="6701"/>
                </a:lnTo>
                <a:lnTo>
                  <a:pt x="4195" y="6702"/>
                </a:lnTo>
                <a:lnTo>
                  <a:pt x="4196" y="6702"/>
                </a:lnTo>
                <a:lnTo>
                  <a:pt x="4197" y="6702"/>
                </a:lnTo>
                <a:lnTo>
                  <a:pt x="4198" y="6702"/>
                </a:lnTo>
                <a:lnTo>
                  <a:pt x="4198" y="6703"/>
                </a:lnTo>
                <a:lnTo>
                  <a:pt x="4199" y="6703"/>
                </a:lnTo>
                <a:lnTo>
                  <a:pt x="4200" y="6703"/>
                </a:lnTo>
                <a:lnTo>
                  <a:pt x="4200" y="6704"/>
                </a:lnTo>
                <a:lnTo>
                  <a:pt x="4201" y="6704"/>
                </a:lnTo>
                <a:lnTo>
                  <a:pt x="4201" y="6705"/>
                </a:lnTo>
                <a:lnTo>
                  <a:pt x="4201" y="6706"/>
                </a:lnTo>
                <a:lnTo>
                  <a:pt x="4200" y="6706"/>
                </a:lnTo>
                <a:lnTo>
                  <a:pt x="4200" y="6707"/>
                </a:lnTo>
                <a:lnTo>
                  <a:pt x="4200" y="6708"/>
                </a:lnTo>
                <a:lnTo>
                  <a:pt x="4200" y="6709"/>
                </a:lnTo>
                <a:lnTo>
                  <a:pt x="4201" y="6709"/>
                </a:lnTo>
                <a:lnTo>
                  <a:pt x="4201" y="6710"/>
                </a:lnTo>
                <a:lnTo>
                  <a:pt x="4202" y="6710"/>
                </a:lnTo>
                <a:lnTo>
                  <a:pt x="4202" y="6711"/>
                </a:lnTo>
                <a:lnTo>
                  <a:pt x="4203" y="6711"/>
                </a:lnTo>
                <a:lnTo>
                  <a:pt x="4203" y="6712"/>
                </a:lnTo>
                <a:lnTo>
                  <a:pt x="4204" y="6712"/>
                </a:lnTo>
                <a:lnTo>
                  <a:pt x="4204" y="6711"/>
                </a:lnTo>
                <a:lnTo>
                  <a:pt x="4204" y="6712"/>
                </a:lnTo>
                <a:lnTo>
                  <a:pt x="4205" y="6712"/>
                </a:lnTo>
                <a:lnTo>
                  <a:pt x="4206" y="6712"/>
                </a:lnTo>
                <a:lnTo>
                  <a:pt x="4207" y="6712"/>
                </a:lnTo>
                <a:lnTo>
                  <a:pt x="4208" y="6712"/>
                </a:lnTo>
                <a:lnTo>
                  <a:pt x="4208" y="6713"/>
                </a:lnTo>
                <a:lnTo>
                  <a:pt x="4207" y="6713"/>
                </a:lnTo>
                <a:lnTo>
                  <a:pt x="4208" y="6713"/>
                </a:lnTo>
                <a:lnTo>
                  <a:pt x="4208" y="6714"/>
                </a:lnTo>
                <a:lnTo>
                  <a:pt x="4209" y="6714"/>
                </a:lnTo>
                <a:lnTo>
                  <a:pt x="4209" y="6715"/>
                </a:lnTo>
                <a:lnTo>
                  <a:pt x="4208" y="6715"/>
                </a:lnTo>
                <a:lnTo>
                  <a:pt x="4207" y="6715"/>
                </a:lnTo>
                <a:lnTo>
                  <a:pt x="4207" y="6716"/>
                </a:lnTo>
                <a:lnTo>
                  <a:pt x="4207" y="6717"/>
                </a:lnTo>
                <a:lnTo>
                  <a:pt x="4207" y="6718"/>
                </a:lnTo>
                <a:lnTo>
                  <a:pt x="4206" y="6718"/>
                </a:lnTo>
                <a:lnTo>
                  <a:pt x="4206" y="6719"/>
                </a:lnTo>
                <a:lnTo>
                  <a:pt x="4207" y="6719"/>
                </a:lnTo>
                <a:lnTo>
                  <a:pt x="4206" y="6719"/>
                </a:lnTo>
                <a:lnTo>
                  <a:pt x="4206" y="6720"/>
                </a:lnTo>
                <a:lnTo>
                  <a:pt x="4206" y="6721"/>
                </a:lnTo>
                <a:lnTo>
                  <a:pt x="4205" y="6721"/>
                </a:lnTo>
                <a:lnTo>
                  <a:pt x="4205" y="6722"/>
                </a:lnTo>
                <a:lnTo>
                  <a:pt x="4204" y="6722"/>
                </a:lnTo>
                <a:lnTo>
                  <a:pt x="4204" y="6723"/>
                </a:lnTo>
                <a:lnTo>
                  <a:pt x="4204" y="6724"/>
                </a:lnTo>
                <a:lnTo>
                  <a:pt x="4204" y="6725"/>
                </a:lnTo>
                <a:lnTo>
                  <a:pt x="4204" y="6726"/>
                </a:lnTo>
                <a:lnTo>
                  <a:pt x="4204" y="6727"/>
                </a:lnTo>
                <a:lnTo>
                  <a:pt x="4204" y="6728"/>
                </a:lnTo>
                <a:lnTo>
                  <a:pt x="4203" y="6728"/>
                </a:lnTo>
                <a:lnTo>
                  <a:pt x="4202" y="6728"/>
                </a:lnTo>
                <a:lnTo>
                  <a:pt x="4202" y="6729"/>
                </a:lnTo>
                <a:lnTo>
                  <a:pt x="4201" y="6729"/>
                </a:lnTo>
                <a:lnTo>
                  <a:pt x="4201" y="6730"/>
                </a:lnTo>
                <a:lnTo>
                  <a:pt x="4202" y="6730"/>
                </a:lnTo>
                <a:lnTo>
                  <a:pt x="4201" y="6730"/>
                </a:lnTo>
                <a:lnTo>
                  <a:pt x="4201" y="6731"/>
                </a:lnTo>
                <a:lnTo>
                  <a:pt x="4201" y="6732"/>
                </a:lnTo>
                <a:lnTo>
                  <a:pt x="4201" y="6733"/>
                </a:lnTo>
                <a:lnTo>
                  <a:pt x="4201" y="6734"/>
                </a:lnTo>
                <a:lnTo>
                  <a:pt x="4202" y="6734"/>
                </a:lnTo>
                <a:lnTo>
                  <a:pt x="4203" y="6734"/>
                </a:lnTo>
                <a:lnTo>
                  <a:pt x="4204" y="6734"/>
                </a:lnTo>
                <a:lnTo>
                  <a:pt x="4204" y="6735"/>
                </a:lnTo>
                <a:lnTo>
                  <a:pt x="4205" y="6736"/>
                </a:lnTo>
                <a:lnTo>
                  <a:pt x="4206" y="6736"/>
                </a:lnTo>
                <a:lnTo>
                  <a:pt x="4206" y="6737"/>
                </a:lnTo>
                <a:lnTo>
                  <a:pt x="4206" y="6738"/>
                </a:lnTo>
                <a:lnTo>
                  <a:pt x="4206" y="6739"/>
                </a:lnTo>
                <a:lnTo>
                  <a:pt x="4206" y="6740"/>
                </a:lnTo>
                <a:lnTo>
                  <a:pt x="4205" y="6740"/>
                </a:lnTo>
                <a:lnTo>
                  <a:pt x="4206" y="6740"/>
                </a:lnTo>
                <a:lnTo>
                  <a:pt x="4206" y="6741"/>
                </a:lnTo>
                <a:lnTo>
                  <a:pt x="4206" y="6742"/>
                </a:lnTo>
                <a:lnTo>
                  <a:pt x="4206" y="6743"/>
                </a:lnTo>
                <a:lnTo>
                  <a:pt x="4206" y="6744"/>
                </a:lnTo>
                <a:lnTo>
                  <a:pt x="4206" y="6745"/>
                </a:lnTo>
                <a:lnTo>
                  <a:pt x="4206" y="6746"/>
                </a:lnTo>
                <a:lnTo>
                  <a:pt x="4206" y="6747"/>
                </a:lnTo>
                <a:lnTo>
                  <a:pt x="4205" y="6747"/>
                </a:lnTo>
                <a:lnTo>
                  <a:pt x="4205" y="6748"/>
                </a:lnTo>
                <a:lnTo>
                  <a:pt x="4206" y="6748"/>
                </a:lnTo>
                <a:lnTo>
                  <a:pt x="4207" y="6748"/>
                </a:lnTo>
                <a:lnTo>
                  <a:pt x="4208" y="6748"/>
                </a:lnTo>
                <a:lnTo>
                  <a:pt x="4208" y="6749"/>
                </a:lnTo>
                <a:lnTo>
                  <a:pt x="4207" y="6749"/>
                </a:lnTo>
                <a:lnTo>
                  <a:pt x="4207" y="6750"/>
                </a:lnTo>
                <a:lnTo>
                  <a:pt x="4207" y="6751"/>
                </a:lnTo>
                <a:lnTo>
                  <a:pt x="4207" y="6752"/>
                </a:lnTo>
                <a:lnTo>
                  <a:pt x="4208" y="6752"/>
                </a:lnTo>
                <a:lnTo>
                  <a:pt x="4209" y="6752"/>
                </a:lnTo>
                <a:lnTo>
                  <a:pt x="4209" y="6751"/>
                </a:lnTo>
                <a:lnTo>
                  <a:pt x="4210" y="6751"/>
                </a:lnTo>
                <a:lnTo>
                  <a:pt x="4211" y="6751"/>
                </a:lnTo>
                <a:lnTo>
                  <a:pt x="4212" y="6751"/>
                </a:lnTo>
                <a:lnTo>
                  <a:pt x="4212" y="6750"/>
                </a:lnTo>
                <a:lnTo>
                  <a:pt x="4213" y="6750"/>
                </a:lnTo>
                <a:lnTo>
                  <a:pt x="4213" y="6751"/>
                </a:lnTo>
                <a:lnTo>
                  <a:pt x="4213" y="6752"/>
                </a:lnTo>
                <a:lnTo>
                  <a:pt x="4213" y="6753"/>
                </a:lnTo>
                <a:lnTo>
                  <a:pt x="4213" y="6754"/>
                </a:lnTo>
                <a:lnTo>
                  <a:pt x="4213" y="6755"/>
                </a:lnTo>
                <a:lnTo>
                  <a:pt x="4214" y="6755"/>
                </a:lnTo>
                <a:lnTo>
                  <a:pt x="4214" y="6754"/>
                </a:lnTo>
                <a:lnTo>
                  <a:pt x="4215" y="6754"/>
                </a:lnTo>
                <a:lnTo>
                  <a:pt x="4216" y="6754"/>
                </a:lnTo>
                <a:lnTo>
                  <a:pt x="4217" y="6754"/>
                </a:lnTo>
                <a:lnTo>
                  <a:pt x="4217" y="6755"/>
                </a:lnTo>
                <a:lnTo>
                  <a:pt x="4218" y="6755"/>
                </a:lnTo>
                <a:lnTo>
                  <a:pt x="4218" y="6756"/>
                </a:lnTo>
                <a:lnTo>
                  <a:pt x="4217" y="6756"/>
                </a:lnTo>
                <a:lnTo>
                  <a:pt x="4218" y="6756"/>
                </a:lnTo>
                <a:lnTo>
                  <a:pt x="4217" y="6756"/>
                </a:lnTo>
                <a:lnTo>
                  <a:pt x="4217" y="6757"/>
                </a:lnTo>
                <a:lnTo>
                  <a:pt x="4217" y="6758"/>
                </a:lnTo>
                <a:lnTo>
                  <a:pt x="4216" y="6758"/>
                </a:lnTo>
                <a:lnTo>
                  <a:pt x="4216" y="6759"/>
                </a:lnTo>
                <a:lnTo>
                  <a:pt x="4216" y="6760"/>
                </a:lnTo>
                <a:lnTo>
                  <a:pt x="4216" y="6761"/>
                </a:lnTo>
                <a:lnTo>
                  <a:pt x="4216" y="6762"/>
                </a:lnTo>
                <a:lnTo>
                  <a:pt x="4215" y="6762"/>
                </a:lnTo>
                <a:lnTo>
                  <a:pt x="4214" y="6762"/>
                </a:lnTo>
                <a:lnTo>
                  <a:pt x="4213" y="6762"/>
                </a:lnTo>
                <a:lnTo>
                  <a:pt x="4212" y="6762"/>
                </a:lnTo>
                <a:lnTo>
                  <a:pt x="4212" y="6763"/>
                </a:lnTo>
                <a:lnTo>
                  <a:pt x="4212" y="6764"/>
                </a:lnTo>
                <a:lnTo>
                  <a:pt x="4211" y="6764"/>
                </a:lnTo>
                <a:lnTo>
                  <a:pt x="4210" y="6764"/>
                </a:lnTo>
                <a:lnTo>
                  <a:pt x="4209" y="6764"/>
                </a:lnTo>
                <a:lnTo>
                  <a:pt x="4208" y="6764"/>
                </a:lnTo>
                <a:lnTo>
                  <a:pt x="4207" y="6764"/>
                </a:lnTo>
                <a:lnTo>
                  <a:pt x="4206" y="6764"/>
                </a:lnTo>
                <a:lnTo>
                  <a:pt x="4206" y="6763"/>
                </a:lnTo>
                <a:lnTo>
                  <a:pt x="4205" y="6763"/>
                </a:lnTo>
                <a:lnTo>
                  <a:pt x="4204" y="6763"/>
                </a:lnTo>
                <a:lnTo>
                  <a:pt x="4204" y="6762"/>
                </a:lnTo>
                <a:lnTo>
                  <a:pt x="4204" y="6763"/>
                </a:lnTo>
                <a:lnTo>
                  <a:pt x="4202" y="6763"/>
                </a:lnTo>
                <a:lnTo>
                  <a:pt x="4201" y="6763"/>
                </a:lnTo>
                <a:lnTo>
                  <a:pt x="4201" y="6764"/>
                </a:lnTo>
                <a:lnTo>
                  <a:pt x="4201" y="6765"/>
                </a:lnTo>
                <a:lnTo>
                  <a:pt x="4201" y="6766"/>
                </a:lnTo>
                <a:lnTo>
                  <a:pt x="4201" y="6767"/>
                </a:lnTo>
                <a:lnTo>
                  <a:pt x="4202" y="6767"/>
                </a:lnTo>
                <a:lnTo>
                  <a:pt x="4203" y="6767"/>
                </a:lnTo>
                <a:lnTo>
                  <a:pt x="4204" y="6767"/>
                </a:lnTo>
                <a:lnTo>
                  <a:pt x="4203" y="6767"/>
                </a:lnTo>
                <a:lnTo>
                  <a:pt x="4203" y="6768"/>
                </a:lnTo>
                <a:lnTo>
                  <a:pt x="4203" y="6769"/>
                </a:lnTo>
                <a:lnTo>
                  <a:pt x="4202" y="6769"/>
                </a:lnTo>
                <a:lnTo>
                  <a:pt x="4202" y="6770"/>
                </a:lnTo>
                <a:lnTo>
                  <a:pt x="4202" y="6771"/>
                </a:lnTo>
                <a:lnTo>
                  <a:pt x="4202" y="6772"/>
                </a:lnTo>
                <a:lnTo>
                  <a:pt x="4202" y="6773"/>
                </a:lnTo>
                <a:lnTo>
                  <a:pt x="4203" y="6773"/>
                </a:lnTo>
                <a:lnTo>
                  <a:pt x="4203" y="6774"/>
                </a:lnTo>
                <a:lnTo>
                  <a:pt x="4204" y="6774"/>
                </a:lnTo>
                <a:lnTo>
                  <a:pt x="4205" y="6774"/>
                </a:lnTo>
                <a:lnTo>
                  <a:pt x="4205" y="6775"/>
                </a:lnTo>
                <a:lnTo>
                  <a:pt x="4206" y="6776"/>
                </a:lnTo>
                <a:lnTo>
                  <a:pt x="4205" y="6777"/>
                </a:lnTo>
                <a:lnTo>
                  <a:pt x="4204" y="6777"/>
                </a:lnTo>
                <a:lnTo>
                  <a:pt x="4204" y="6778"/>
                </a:lnTo>
                <a:lnTo>
                  <a:pt x="4203" y="6778"/>
                </a:lnTo>
                <a:lnTo>
                  <a:pt x="4203" y="6779"/>
                </a:lnTo>
                <a:lnTo>
                  <a:pt x="4203" y="6780"/>
                </a:lnTo>
                <a:lnTo>
                  <a:pt x="4202" y="6780"/>
                </a:lnTo>
                <a:lnTo>
                  <a:pt x="4201" y="6780"/>
                </a:lnTo>
                <a:lnTo>
                  <a:pt x="4201" y="6781"/>
                </a:lnTo>
                <a:lnTo>
                  <a:pt x="4200" y="6781"/>
                </a:lnTo>
                <a:lnTo>
                  <a:pt x="4199" y="6781"/>
                </a:lnTo>
                <a:lnTo>
                  <a:pt x="4199" y="6782"/>
                </a:lnTo>
                <a:lnTo>
                  <a:pt x="4198" y="6782"/>
                </a:lnTo>
                <a:lnTo>
                  <a:pt x="4198" y="6783"/>
                </a:lnTo>
                <a:lnTo>
                  <a:pt x="4197" y="6783"/>
                </a:lnTo>
                <a:lnTo>
                  <a:pt x="4198" y="6783"/>
                </a:lnTo>
                <a:lnTo>
                  <a:pt x="4198" y="6784"/>
                </a:lnTo>
                <a:lnTo>
                  <a:pt x="4199" y="6784"/>
                </a:lnTo>
                <a:lnTo>
                  <a:pt x="4198" y="6784"/>
                </a:lnTo>
                <a:lnTo>
                  <a:pt x="4199" y="6784"/>
                </a:lnTo>
                <a:lnTo>
                  <a:pt x="4199" y="6785"/>
                </a:lnTo>
                <a:lnTo>
                  <a:pt x="4199" y="6786"/>
                </a:lnTo>
                <a:lnTo>
                  <a:pt x="4200" y="6787"/>
                </a:lnTo>
                <a:lnTo>
                  <a:pt x="4199" y="6787"/>
                </a:lnTo>
                <a:lnTo>
                  <a:pt x="4198" y="6788"/>
                </a:lnTo>
                <a:lnTo>
                  <a:pt x="4199" y="6788"/>
                </a:lnTo>
                <a:lnTo>
                  <a:pt x="4200" y="6788"/>
                </a:lnTo>
                <a:lnTo>
                  <a:pt x="4200" y="6789"/>
                </a:lnTo>
                <a:lnTo>
                  <a:pt x="4201" y="6789"/>
                </a:lnTo>
                <a:lnTo>
                  <a:pt x="4201" y="6790"/>
                </a:lnTo>
                <a:lnTo>
                  <a:pt x="4201" y="6791"/>
                </a:lnTo>
                <a:lnTo>
                  <a:pt x="4201" y="6792"/>
                </a:lnTo>
                <a:lnTo>
                  <a:pt x="4200" y="6792"/>
                </a:lnTo>
                <a:lnTo>
                  <a:pt x="4200" y="6793"/>
                </a:lnTo>
                <a:lnTo>
                  <a:pt x="4199" y="6793"/>
                </a:lnTo>
                <a:lnTo>
                  <a:pt x="4199" y="6794"/>
                </a:lnTo>
                <a:lnTo>
                  <a:pt x="4200" y="6794"/>
                </a:lnTo>
                <a:lnTo>
                  <a:pt x="4200" y="6795"/>
                </a:lnTo>
                <a:lnTo>
                  <a:pt x="4200" y="6796"/>
                </a:lnTo>
                <a:lnTo>
                  <a:pt x="4200" y="6797"/>
                </a:lnTo>
                <a:lnTo>
                  <a:pt x="4200" y="6798"/>
                </a:lnTo>
                <a:lnTo>
                  <a:pt x="4199" y="6798"/>
                </a:lnTo>
                <a:lnTo>
                  <a:pt x="4199" y="6797"/>
                </a:lnTo>
                <a:lnTo>
                  <a:pt x="4198" y="6797"/>
                </a:lnTo>
                <a:lnTo>
                  <a:pt x="4198" y="6798"/>
                </a:lnTo>
                <a:lnTo>
                  <a:pt x="4198" y="6799"/>
                </a:lnTo>
                <a:lnTo>
                  <a:pt x="4197" y="6800"/>
                </a:lnTo>
                <a:lnTo>
                  <a:pt x="4197" y="6801"/>
                </a:lnTo>
                <a:lnTo>
                  <a:pt x="4198" y="6801"/>
                </a:lnTo>
                <a:lnTo>
                  <a:pt x="4198" y="6802"/>
                </a:lnTo>
                <a:lnTo>
                  <a:pt x="4197" y="6802"/>
                </a:lnTo>
                <a:lnTo>
                  <a:pt x="4198" y="6802"/>
                </a:lnTo>
                <a:lnTo>
                  <a:pt x="4198" y="6803"/>
                </a:lnTo>
                <a:lnTo>
                  <a:pt x="4198" y="6804"/>
                </a:lnTo>
                <a:lnTo>
                  <a:pt x="4198" y="6805"/>
                </a:lnTo>
                <a:lnTo>
                  <a:pt x="4197" y="6805"/>
                </a:lnTo>
                <a:lnTo>
                  <a:pt x="4197" y="6806"/>
                </a:lnTo>
                <a:lnTo>
                  <a:pt x="4198" y="6806"/>
                </a:lnTo>
                <a:lnTo>
                  <a:pt x="4198" y="6807"/>
                </a:lnTo>
                <a:lnTo>
                  <a:pt x="4197" y="6807"/>
                </a:lnTo>
                <a:lnTo>
                  <a:pt x="4196" y="6807"/>
                </a:lnTo>
                <a:lnTo>
                  <a:pt x="4196" y="6808"/>
                </a:lnTo>
                <a:lnTo>
                  <a:pt x="4195" y="6808"/>
                </a:lnTo>
                <a:lnTo>
                  <a:pt x="4195" y="6809"/>
                </a:lnTo>
                <a:lnTo>
                  <a:pt x="4195" y="6810"/>
                </a:lnTo>
                <a:lnTo>
                  <a:pt x="4195" y="6811"/>
                </a:lnTo>
                <a:lnTo>
                  <a:pt x="4196" y="6811"/>
                </a:lnTo>
                <a:lnTo>
                  <a:pt x="4196" y="6812"/>
                </a:lnTo>
                <a:lnTo>
                  <a:pt x="4196" y="6813"/>
                </a:lnTo>
                <a:lnTo>
                  <a:pt x="4196" y="6814"/>
                </a:lnTo>
                <a:lnTo>
                  <a:pt x="4196" y="6815"/>
                </a:lnTo>
                <a:lnTo>
                  <a:pt x="4197" y="6815"/>
                </a:lnTo>
                <a:lnTo>
                  <a:pt x="4197" y="6816"/>
                </a:lnTo>
                <a:lnTo>
                  <a:pt x="4197" y="6817"/>
                </a:lnTo>
                <a:lnTo>
                  <a:pt x="4197" y="6818"/>
                </a:lnTo>
                <a:lnTo>
                  <a:pt x="4198" y="6818"/>
                </a:lnTo>
                <a:lnTo>
                  <a:pt x="4198" y="6819"/>
                </a:lnTo>
                <a:lnTo>
                  <a:pt x="4199" y="6819"/>
                </a:lnTo>
                <a:lnTo>
                  <a:pt x="4199" y="6820"/>
                </a:lnTo>
                <a:lnTo>
                  <a:pt x="4200" y="6820"/>
                </a:lnTo>
                <a:lnTo>
                  <a:pt x="4200" y="6821"/>
                </a:lnTo>
                <a:lnTo>
                  <a:pt x="4200" y="6822"/>
                </a:lnTo>
                <a:lnTo>
                  <a:pt x="4201" y="6822"/>
                </a:lnTo>
                <a:lnTo>
                  <a:pt x="4202" y="6822"/>
                </a:lnTo>
                <a:lnTo>
                  <a:pt x="4203" y="6822"/>
                </a:lnTo>
                <a:lnTo>
                  <a:pt x="4203" y="6821"/>
                </a:lnTo>
                <a:lnTo>
                  <a:pt x="4204" y="6821"/>
                </a:lnTo>
                <a:lnTo>
                  <a:pt x="4205" y="6821"/>
                </a:lnTo>
                <a:lnTo>
                  <a:pt x="4206" y="6821"/>
                </a:lnTo>
                <a:lnTo>
                  <a:pt x="4206" y="6822"/>
                </a:lnTo>
                <a:lnTo>
                  <a:pt x="4207" y="6822"/>
                </a:lnTo>
                <a:lnTo>
                  <a:pt x="4208" y="6822"/>
                </a:lnTo>
                <a:lnTo>
                  <a:pt x="4209" y="6822"/>
                </a:lnTo>
                <a:lnTo>
                  <a:pt x="4208" y="6823"/>
                </a:lnTo>
                <a:lnTo>
                  <a:pt x="4209" y="6823"/>
                </a:lnTo>
                <a:lnTo>
                  <a:pt x="4209" y="6824"/>
                </a:lnTo>
                <a:lnTo>
                  <a:pt x="4209" y="6825"/>
                </a:lnTo>
                <a:lnTo>
                  <a:pt x="4209" y="6826"/>
                </a:lnTo>
                <a:lnTo>
                  <a:pt x="4209" y="6827"/>
                </a:lnTo>
                <a:lnTo>
                  <a:pt x="4210" y="6827"/>
                </a:lnTo>
                <a:lnTo>
                  <a:pt x="4210" y="6828"/>
                </a:lnTo>
                <a:lnTo>
                  <a:pt x="4211" y="6828"/>
                </a:lnTo>
                <a:lnTo>
                  <a:pt x="4211" y="6829"/>
                </a:lnTo>
                <a:lnTo>
                  <a:pt x="4211" y="6828"/>
                </a:lnTo>
                <a:lnTo>
                  <a:pt x="4212" y="6828"/>
                </a:lnTo>
                <a:lnTo>
                  <a:pt x="4213" y="6828"/>
                </a:lnTo>
                <a:lnTo>
                  <a:pt x="4214" y="6828"/>
                </a:lnTo>
                <a:lnTo>
                  <a:pt x="4214" y="6829"/>
                </a:lnTo>
                <a:lnTo>
                  <a:pt x="4215" y="6829"/>
                </a:lnTo>
                <a:lnTo>
                  <a:pt x="4215" y="6828"/>
                </a:lnTo>
                <a:lnTo>
                  <a:pt x="4215" y="6829"/>
                </a:lnTo>
                <a:lnTo>
                  <a:pt x="4216" y="6829"/>
                </a:lnTo>
                <a:lnTo>
                  <a:pt x="4217" y="6829"/>
                </a:lnTo>
                <a:lnTo>
                  <a:pt x="4217" y="6830"/>
                </a:lnTo>
                <a:lnTo>
                  <a:pt x="4216" y="6830"/>
                </a:lnTo>
                <a:lnTo>
                  <a:pt x="4216" y="6831"/>
                </a:lnTo>
                <a:lnTo>
                  <a:pt x="4216" y="6832"/>
                </a:lnTo>
                <a:lnTo>
                  <a:pt x="4216" y="6833"/>
                </a:lnTo>
                <a:lnTo>
                  <a:pt x="4215" y="6833"/>
                </a:lnTo>
                <a:lnTo>
                  <a:pt x="4216" y="6833"/>
                </a:lnTo>
                <a:lnTo>
                  <a:pt x="4216" y="6834"/>
                </a:lnTo>
                <a:lnTo>
                  <a:pt x="4215" y="6834"/>
                </a:lnTo>
                <a:lnTo>
                  <a:pt x="4215" y="6835"/>
                </a:lnTo>
                <a:lnTo>
                  <a:pt x="4215" y="6836"/>
                </a:lnTo>
                <a:lnTo>
                  <a:pt x="4216" y="6836"/>
                </a:lnTo>
                <a:lnTo>
                  <a:pt x="4216" y="6837"/>
                </a:lnTo>
                <a:lnTo>
                  <a:pt x="4216" y="6838"/>
                </a:lnTo>
                <a:lnTo>
                  <a:pt x="4216" y="6839"/>
                </a:lnTo>
                <a:lnTo>
                  <a:pt x="4215" y="6839"/>
                </a:lnTo>
                <a:lnTo>
                  <a:pt x="4214" y="6839"/>
                </a:lnTo>
                <a:lnTo>
                  <a:pt x="4213" y="6839"/>
                </a:lnTo>
                <a:lnTo>
                  <a:pt x="4213" y="6838"/>
                </a:lnTo>
                <a:lnTo>
                  <a:pt x="4211" y="6838"/>
                </a:lnTo>
                <a:lnTo>
                  <a:pt x="4210" y="6838"/>
                </a:lnTo>
                <a:lnTo>
                  <a:pt x="4209" y="6838"/>
                </a:lnTo>
                <a:lnTo>
                  <a:pt x="4208" y="6838"/>
                </a:lnTo>
                <a:lnTo>
                  <a:pt x="4208" y="6839"/>
                </a:lnTo>
                <a:lnTo>
                  <a:pt x="4207" y="6839"/>
                </a:lnTo>
                <a:lnTo>
                  <a:pt x="4207" y="6840"/>
                </a:lnTo>
                <a:lnTo>
                  <a:pt x="4206" y="6840"/>
                </a:lnTo>
                <a:lnTo>
                  <a:pt x="4206" y="6841"/>
                </a:lnTo>
                <a:lnTo>
                  <a:pt x="4205" y="6841"/>
                </a:lnTo>
                <a:lnTo>
                  <a:pt x="4205" y="6842"/>
                </a:lnTo>
                <a:lnTo>
                  <a:pt x="4205" y="6843"/>
                </a:lnTo>
                <a:lnTo>
                  <a:pt x="4206" y="6844"/>
                </a:lnTo>
                <a:lnTo>
                  <a:pt x="4205" y="6844"/>
                </a:lnTo>
                <a:lnTo>
                  <a:pt x="4205" y="6845"/>
                </a:lnTo>
                <a:lnTo>
                  <a:pt x="4205" y="6846"/>
                </a:lnTo>
                <a:lnTo>
                  <a:pt x="4204" y="6846"/>
                </a:lnTo>
                <a:lnTo>
                  <a:pt x="4204" y="6847"/>
                </a:lnTo>
                <a:lnTo>
                  <a:pt x="4203" y="6847"/>
                </a:lnTo>
                <a:lnTo>
                  <a:pt x="4203" y="6848"/>
                </a:lnTo>
                <a:lnTo>
                  <a:pt x="4202" y="6848"/>
                </a:lnTo>
                <a:lnTo>
                  <a:pt x="4202" y="6849"/>
                </a:lnTo>
                <a:lnTo>
                  <a:pt x="4201" y="6849"/>
                </a:lnTo>
                <a:lnTo>
                  <a:pt x="4201" y="6850"/>
                </a:lnTo>
                <a:lnTo>
                  <a:pt x="4200" y="6850"/>
                </a:lnTo>
                <a:lnTo>
                  <a:pt x="4200" y="6851"/>
                </a:lnTo>
                <a:lnTo>
                  <a:pt x="4199" y="6851"/>
                </a:lnTo>
                <a:lnTo>
                  <a:pt x="4198" y="6851"/>
                </a:lnTo>
                <a:lnTo>
                  <a:pt x="4197" y="6851"/>
                </a:lnTo>
                <a:lnTo>
                  <a:pt x="4196" y="6851"/>
                </a:lnTo>
                <a:lnTo>
                  <a:pt x="4195" y="6851"/>
                </a:lnTo>
                <a:lnTo>
                  <a:pt x="4194" y="6851"/>
                </a:lnTo>
                <a:lnTo>
                  <a:pt x="4193" y="6851"/>
                </a:lnTo>
                <a:lnTo>
                  <a:pt x="4192" y="6851"/>
                </a:lnTo>
                <a:lnTo>
                  <a:pt x="4191" y="6851"/>
                </a:lnTo>
                <a:lnTo>
                  <a:pt x="4191" y="6850"/>
                </a:lnTo>
                <a:lnTo>
                  <a:pt x="4190" y="6850"/>
                </a:lnTo>
                <a:lnTo>
                  <a:pt x="4189" y="6850"/>
                </a:lnTo>
                <a:lnTo>
                  <a:pt x="4188" y="6850"/>
                </a:lnTo>
                <a:lnTo>
                  <a:pt x="4188" y="6849"/>
                </a:lnTo>
                <a:lnTo>
                  <a:pt x="4187" y="6849"/>
                </a:lnTo>
                <a:lnTo>
                  <a:pt x="4187" y="6848"/>
                </a:lnTo>
                <a:lnTo>
                  <a:pt x="4188" y="6848"/>
                </a:lnTo>
                <a:lnTo>
                  <a:pt x="4189" y="6848"/>
                </a:lnTo>
                <a:lnTo>
                  <a:pt x="4189" y="6847"/>
                </a:lnTo>
                <a:lnTo>
                  <a:pt x="4189" y="6846"/>
                </a:lnTo>
                <a:lnTo>
                  <a:pt x="4188" y="6845"/>
                </a:lnTo>
                <a:lnTo>
                  <a:pt x="4187" y="6845"/>
                </a:lnTo>
                <a:lnTo>
                  <a:pt x="4187" y="6844"/>
                </a:lnTo>
                <a:lnTo>
                  <a:pt x="4186" y="6844"/>
                </a:lnTo>
                <a:lnTo>
                  <a:pt x="4186" y="6843"/>
                </a:lnTo>
                <a:lnTo>
                  <a:pt x="4185" y="6843"/>
                </a:lnTo>
                <a:lnTo>
                  <a:pt x="4185" y="6842"/>
                </a:lnTo>
                <a:lnTo>
                  <a:pt x="4185" y="6841"/>
                </a:lnTo>
                <a:lnTo>
                  <a:pt x="4184" y="6841"/>
                </a:lnTo>
                <a:lnTo>
                  <a:pt x="4184" y="6840"/>
                </a:lnTo>
                <a:lnTo>
                  <a:pt x="4184" y="6839"/>
                </a:lnTo>
                <a:lnTo>
                  <a:pt x="4183" y="6839"/>
                </a:lnTo>
                <a:lnTo>
                  <a:pt x="4181" y="6839"/>
                </a:lnTo>
                <a:lnTo>
                  <a:pt x="4180" y="6839"/>
                </a:lnTo>
                <a:lnTo>
                  <a:pt x="4179" y="6840"/>
                </a:lnTo>
                <a:lnTo>
                  <a:pt x="4178" y="6840"/>
                </a:lnTo>
                <a:lnTo>
                  <a:pt x="4177" y="6840"/>
                </a:lnTo>
                <a:lnTo>
                  <a:pt x="4177" y="6839"/>
                </a:lnTo>
                <a:lnTo>
                  <a:pt x="4176" y="6839"/>
                </a:lnTo>
                <a:lnTo>
                  <a:pt x="4175" y="6839"/>
                </a:lnTo>
                <a:lnTo>
                  <a:pt x="4175" y="6840"/>
                </a:lnTo>
                <a:lnTo>
                  <a:pt x="4174" y="6841"/>
                </a:lnTo>
                <a:lnTo>
                  <a:pt x="4173" y="6841"/>
                </a:lnTo>
                <a:lnTo>
                  <a:pt x="4173" y="6842"/>
                </a:lnTo>
                <a:lnTo>
                  <a:pt x="4173" y="6843"/>
                </a:lnTo>
                <a:lnTo>
                  <a:pt x="4172" y="6843"/>
                </a:lnTo>
                <a:lnTo>
                  <a:pt x="4171" y="6844"/>
                </a:lnTo>
                <a:lnTo>
                  <a:pt x="4170" y="6843"/>
                </a:lnTo>
                <a:lnTo>
                  <a:pt x="4169" y="6843"/>
                </a:lnTo>
                <a:lnTo>
                  <a:pt x="4168" y="6843"/>
                </a:lnTo>
                <a:lnTo>
                  <a:pt x="4168" y="6842"/>
                </a:lnTo>
                <a:lnTo>
                  <a:pt x="4167" y="6842"/>
                </a:lnTo>
                <a:lnTo>
                  <a:pt x="4167" y="6841"/>
                </a:lnTo>
                <a:lnTo>
                  <a:pt x="4167" y="6840"/>
                </a:lnTo>
                <a:lnTo>
                  <a:pt x="4168" y="6840"/>
                </a:lnTo>
                <a:lnTo>
                  <a:pt x="4168" y="6839"/>
                </a:lnTo>
                <a:lnTo>
                  <a:pt x="4168" y="6838"/>
                </a:lnTo>
                <a:lnTo>
                  <a:pt x="4169" y="6838"/>
                </a:lnTo>
                <a:lnTo>
                  <a:pt x="4170" y="6838"/>
                </a:lnTo>
                <a:lnTo>
                  <a:pt x="4170" y="6837"/>
                </a:lnTo>
                <a:lnTo>
                  <a:pt x="4170" y="6836"/>
                </a:lnTo>
                <a:lnTo>
                  <a:pt x="4170" y="6835"/>
                </a:lnTo>
                <a:lnTo>
                  <a:pt x="4169" y="6835"/>
                </a:lnTo>
                <a:lnTo>
                  <a:pt x="4170" y="6835"/>
                </a:lnTo>
                <a:lnTo>
                  <a:pt x="4170" y="6834"/>
                </a:lnTo>
                <a:lnTo>
                  <a:pt x="4171" y="6834"/>
                </a:lnTo>
                <a:lnTo>
                  <a:pt x="4172" y="6834"/>
                </a:lnTo>
                <a:lnTo>
                  <a:pt x="4172" y="6833"/>
                </a:lnTo>
                <a:lnTo>
                  <a:pt x="4172" y="6832"/>
                </a:lnTo>
                <a:lnTo>
                  <a:pt x="4171" y="6832"/>
                </a:lnTo>
                <a:lnTo>
                  <a:pt x="4171" y="6831"/>
                </a:lnTo>
                <a:lnTo>
                  <a:pt x="4170" y="6831"/>
                </a:lnTo>
                <a:lnTo>
                  <a:pt x="4169" y="6831"/>
                </a:lnTo>
                <a:lnTo>
                  <a:pt x="4168" y="6832"/>
                </a:lnTo>
                <a:lnTo>
                  <a:pt x="4167" y="6832"/>
                </a:lnTo>
                <a:lnTo>
                  <a:pt x="4167" y="6831"/>
                </a:lnTo>
                <a:lnTo>
                  <a:pt x="4166" y="6831"/>
                </a:lnTo>
                <a:lnTo>
                  <a:pt x="4165" y="6831"/>
                </a:lnTo>
                <a:lnTo>
                  <a:pt x="4165" y="6830"/>
                </a:lnTo>
                <a:lnTo>
                  <a:pt x="4164" y="6830"/>
                </a:lnTo>
                <a:lnTo>
                  <a:pt x="4163" y="6830"/>
                </a:lnTo>
                <a:lnTo>
                  <a:pt x="4162" y="6830"/>
                </a:lnTo>
                <a:lnTo>
                  <a:pt x="4162" y="6829"/>
                </a:lnTo>
                <a:lnTo>
                  <a:pt x="4161" y="6829"/>
                </a:lnTo>
                <a:lnTo>
                  <a:pt x="4161" y="6828"/>
                </a:lnTo>
                <a:lnTo>
                  <a:pt x="4161" y="6829"/>
                </a:lnTo>
                <a:lnTo>
                  <a:pt x="4161" y="6828"/>
                </a:lnTo>
                <a:lnTo>
                  <a:pt x="4160" y="6828"/>
                </a:lnTo>
                <a:lnTo>
                  <a:pt x="4159" y="6828"/>
                </a:lnTo>
                <a:lnTo>
                  <a:pt x="4158" y="6828"/>
                </a:lnTo>
                <a:lnTo>
                  <a:pt x="4157" y="6828"/>
                </a:lnTo>
                <a:lnTo>
                  <a:pt x="4157" y="6827"/>
                </a:lnTo>
                <a:lnTo>
                  <a:pt x="4156" y="6827"/>
                </a:lnTo>
                <a:lnTo>
                  <a:pt x="4156" y="6828"/>
                </a:lnTo>
                <a:lnTo>
                  <a:pt x="4155" y="6828"/>
                </a:lnTo>
                <a:lnTo>
                  <a:pt x="4155" y="6829"/>
                </a:lnTo>
                <a:lnTo>
                  <a:pt x="4155" y="6828"/>
                </a:lnTo>
                <a:lnTo>
                  <a:pt x="4154" y="6828"/>
                </a:lnTo>
                <a:lnTo>
                  <a:pt x="4153" y="6828"/>
                </a:lnTo>
                <a:lnTo>
                  <a:pt x="4152" y="6828"/>
                </a:lnTo>
                <a:lnTo>
                  <a:pt x="4152" y="6829"/>
                </a:lnTo>
                <a:lnTo>
                  <a:pt x="4151" y="6829"/>
                </a:lnTo>
                <a:lnTo>
                  <a:pt x="4150" y="6829"/>
                </a:lnTo>
                <a:lnTo>
                  <a:pt x="4150" y="6828"/>
                </a:lnTo>
                <a:lnTo>
                  <a:pt x="4149" y="6828"/>
                </a:lnTo>
                <a:lnTo>
                  <a:pt x="4148" y="6829"/>
                </a:lnTo>
                <a:lnTo>
                  <a:pt x="4148" y="6828"/>
                </a:lnTo>
                <a:lnTo>
                  <a:pt x="4147" y="6828"/>
                </a:lnTo>
                <a:lnTo>
                  <a:pt x="4147" y="6829"/>
                </a:lnTo>
                <a:lnTo>
                  <a:pt x="4147" y="6828"/>
                </a:lnTo>
                <a:lnTo>
                  <a:pt x="4147" y="6829"/>
                </a:lnTo>
                <a:lnTo>
                  <a:pt x="4146" y="6830"/>
                </a:lnTo>
                <a:lnTo>
                  <a:pt x="4145" y="6830"/>
                </a:lnTo>
                <a:lnTo>
                  <a:pt x="4144" y="6830"/>
                </a:lnTo>
                <a:lnTo>
                  <a:pt x="4143" y="6830"/>
                </a:lnTo>
                <a:lnTo>
                  <a:pt x="4143" y="6831"/>
                </a:lnTo>
                <a:lnTo>
                  <a:pt x="4142" y="6831"/>
                </a:lnTo>
                <a:lnTo>
                  <a:pt x="4142" y="6832"/>
                </a:lnTo>
                <a:lnTo>
                  <a:pt x="4142" y="6833"/>
                </a:lnTo>
                <a:lnTo>
                  <a:pt x="4141" y="6833"/>
                </a:lnTo>
                <a:lnTo>
                  <a:pt x="4141" y="6832"/>
                </a:lnTo>
                <a:lnTo>
                  <a:pt x="4140" y="6832"/>
                </a:lnTo>
                <a:lnTo>
                  <a:pt x="4138" y="6832"/>
                </a:lnTo>
                <a:lnTo>
                  <a:pt x="4138" y="6831"/>
                </a:lnTo>
                <a:lnTo>
                  <a:pt x="4137" y="6831"/>
                </a:lnTo>
                <a:lnTo>
                  <a:pt x="4136" y="6831"/>
                </a:lnTo>
                <a:lnTo>
                  <a:pt x="4135" y="6831"/>
                </a:lnTo>
                <a:lnTo>
                  <a:pt x="4135" y="6832"/>
                </a:lnTo>
                <a:lnTo>
                  <a:pt x="4134" y="6832"/>
                </a:lnTo>
                <a:lnTo>
                  <a:pt x="4133" y="6832"/>
                </a:lnTo>
                <a:lnTo>
                  <a:pt x="4132" y="6832"/>
                </a:lnTo>
                <a:lnTo>
                  <a:pt x="4131" y="6832"/>
                </a:lnTo>
                <a:lnTo>
                  <a:pt x="4131" y="6831"/>
                </a:lnTo>
                <a:lnTo>
                  <a:pt x="4130" y="6831"/>
                </a:lnTo>
                <a:lnTo>
                  <a:pt x="4130" y="6832"/>
                </a:lnTo>
                <a:lnTo>
                  <a:pt x="4129" y="6832"/>
                </a:lnTo>
                <a:lnTo>
                  <a:pt x="4128" y="6832"/>
                </a:lnTo>
                <a:lnTo>
                  <a:pt x="4128" y="6833"/>
                </a:lnTo>
                <a:lnTo>
                  <a:pt x="4127" y="6833"/>
                </a:lnTo>
                <a:lnTo>
                  <a:pt x="4126" y="6833"/>
                </a:lnTo>
                <a:lnTo>
                  <a:pt x="4126" y="6834"/>
                </a:lnTo>
                <a:lnTo>
                  <a:pt x="4126" y="6833"/>
                </a:lnTo>
                <a:lnTo>
                  <a:pt x="4125" y="6833"/>
                </a:lnTo>
                <a:lnTo>
                  <a:pt x="4125" y="6834"/>
                </a:lnTo>
                <a:lnTo>
                  <a:pt x="4125" y="6833"/>
                </a:lnTo>
                <a:lnTo>
                  <a:pt x="4124" y="6833"/>
                </a:lnTo>
                <a:lnTo>
                  <a:pt x="4124" y="6834"/>
                </a:lnTo>
                <a:lnTo>
                  <a:pt x="4124" y="6835"/>
                </a:lnTo>
                <a:lnTo>
                  <a:pt x="4123" y="6835"/>
                </a:lnTo>
                <a:lnTo>
                  <a:pt x="4123" y="6836"/>
                </a:lnTo>
                <a:lnTo>
                  <a:pt x="4122" y="6835"/>
                </a:lnTo>
                <a:lnTo>
                  <a:pt x="4121" y="6836"/>
                </a:lnTo>
                <a:lnTo>
                  <a:pt x="4120" y="6836"/>
                </a:lnTo>
                <a:lnTo>
                  <a:pt x="4120" y="6837"/>
                </a:lnTo>
                <a:lnTo>
                  <a:pt x="4119" y="6837"/>
                </a:lnTo>
                <a:lnTo>
                  <a:pt x="4118" y="6837"/>
                </a:lnTo>
                <a:lnTo>
                  <a:pt x="4118" y="6838"/>
                </a:lnTo>
                <a:lnTo>
                  <a:pt x="4117" y="6838"/>
                </a:lnTo>
                <a:lnTo>
                  <a:pt x="4117" y="6839"/>
                </a:lnTo>
                <a:lnTo>
                  <a:pt x="4116" y="6839"/>
                </a:lnTo>
                <a:lnTo>
                  <a:pt x="4116" y="6838"/>
                </a:lnTo>
                <a:lnTo>
                  <a:pt x="4115" y="6838"/>
                </a:lnTo>
                <a:lnTo>
                  <a:pt x="4114" y="6838"/>
                </a:lnTo>
                <a:lnTo>
                  <a:pt x="4113" y="6838"/>
                </a:lnTo>
                <a:lnTo>
                  <a:pt x="4113" y="6839"/>
                </a:lnTo>
                <a:lnTo>
                  <a:pt x="4112" y="6839"/>
                </a:lnTo>
                <a:lnTo>
                  <a:pt x="4112" y="6840"/>
                </a:lnTo>
                <a:lnTo>
                  <a:pt x="4111" y="6840"/>
                </a:lnTo>
                <a:lnTo>
                  <a:pt x="4111" y="6841"/>
                </a:lnTo>
                <a:lnTo>
                  <a:pt x="4110" y="6841"/>
                </a:lnTo>
                <a:lnTo>
                  <a:pt x="4109" y="6841"/>
                </a:lnTo>
                <a:lnTo>
                  <a:pt x="4109" y="6842"/>
                </a:lnTo>
                <a:lnTo>
                  <a:pt x="4108" y="6841"/>
                </a:lnTo>
                <a:lnTo>
                  <a:pt x="4108" y="6840"/>
                </a:lnTo>
                <a:lnTo>
                  <a:pt x="4107" y="6840"/>
                </a:lnTo>
                <a:lnTo>
                  <a:pt x="4107" y="6839"/>
                </a:lnTo>
                <a:lnTo>
                  <a:pt x="4107" y="6838"/>
                </a:lnTo>
                <a:lnTo>
                  <a:pt x="4106" y="6838"/>
                </a:lnTo>
                <a:lnTo>
                  <a:pt x="4106" y="6837"/>
                </a:lnTo>
                <a:lnTo>
                  <a:pt x="4105" y="6837"/>
                </a:lnTo>
                <a:lnTo>
                  <a:pt x="4104" y="6837"/>
                </a:lnTo>
                <a:lnTo>
                  <a:pt x="4103" y="6837"/>
                </a:lnTo>
                <a:lnTo>
                  <a:pt x="4102" y="6836"/>
                </a:lnTo>
                <a:lnTo>
                  <a:pt x="4101" y="6836"/>
                </a:lnTo>
                <a:lnTo>
                  <a:pt x="4101" y="6835"/>
                </a:lnTo>
                <a:lnTo>
                  <a:pt x="4102" y="6835"/>
                </a:lnTo>
                <a:lnTo>
                  <a:pt x="4102" y="6834"/>
                </a:lnTo>
                <a:lnTo>
                  <a:pt x="4102" y="6833"/>
                </a:lnTo>
                <a:lnTo>
                  <a:pt x="4102" y="6832"/>
                </a:lnTo>
                <a:lnTo>
                  <a:pt x="4101" y="6832"/>
                </a:lnTo>
                <a:lnTo>
                  <a:pt x="4100" y="6831"/>
                </a:lnTo>
                <a:lnTo>
                  <a:pt x="4099" y="6831"/>
                </a:lnTo>
                <a:lnTo>
                  <a:pt x="4099" y="6832"/>
                </a:lnTo>
                <a:lnTo>
                  <a:pt x="4099" y="6831"/>
                </a:lnTo>
                <a:lnTo>
                  <a:pt x="4098" y="6831"/>
                </a:lnTo>
                <a:lnTo>
                  <a:pt x="4098" y="6830"/>
                </a:lnTo>
                <a:lnTo>
                  <a:pt x="4097" y="6829"/>
                </a:lnTo>
                <a:lnTo>
                  <a:pt x="4097" y="6830"/>
                </a:lnTo>
                <a:lnTo>
                  <a:pt x="4096" y="6830"/>
                </a:lnTo>
                <a:lnTo>
                  <a:pt x="4096" y="6829"/>
                </a:lnTo>
                <a:lnTo>
                  <a:pt x="4095" y="6829"/>
                </a:lnTo>
                <a:lnTo>
                  <a:pt x="4096" y="6829"/>
                </a:lnTo>
                <a:lnTo>
                  <a:pt x="4096" y="6828"/>
                </a:lnTo>
                <a:lnTo>
                  <a:pt x="4097" y="6828"/>
                </a:lnTo>
                <a:lnTo>
                  <a:pt x="4097" y="6827"/>
                </a:lnTo>
                <a:lnTo>
                  <a:pt x="4098" y="6827"/>
                </a:lnTo>
                <a:lnTo>
                  <a:pt x="4098" y="6826"/>
                </a:lnTo>
                <a:lnTo>
                  <a:pt x="4097" y="6826"/>
                </a:lnTo>
                <a:lnTo>
                  <a:pt x="4097" y="6825"/>
                </a:lnTo>
                <a:lnTo>
                  <a:pt x="4098" y="6825"/>
                </a:lnTo>
                <a:lnTo>
                  <a:pt x="4099" y="6825"/>
                </a:lnTo>
                <a:lnTo>
                  <a:pt x="4099" y="6824"/>
                </a:lnTo>
                <a:lnTo>
                  <a:pt x="4099" y="6823"/>
                </a:lnTo>
                <a:lnTo>
                  <a:pt x="4100" y="6823"/>
                </a:lnTo>
                <a:lnTo>
                  <a:pt x="4101" y="6823"/>
                </a:lnTo>
                <a:lnTo>
                  <a:pt x="4101" y="6822"/>
                </a:lnTo>
                <a:lnTo>
                  <a:pt x="4101" y="6821"/>
                </a:lnTo>
                <a:lnTo>
                  <a:pt x="4102" y="6821"/>
                </a:lnTo>
                <a:lnTo>
                  <a:pt x="4102" y="6820"/>
                </a:lnTo>
                <a:lnTo>
                  <a:pt x="4102" y="6819"/>
                </a:lnTo>
                <a:lnTo>
                  <a:pt x="4102" y="6818"/>
                </a:lnTo>
                <a:lnTo>
                  <a:pt x="4103" y="6818"/>
                </a:lnTo>
                <a:lnTo>
                  <a:pt x="4103" y="6817"/>
                </a:lnTo>
                <a:lnTo>
                  <a:pt x="4102" y="6817"/>
                </a:lnTo>
                <a:lnTo>
                  <a:pt x="4102" y="6816"/>
                </a:lnTo>
                <a:lnTo>
                  <a:pt x="4102" y="6815"/>
                </a:lnTo>
                <a:lnTo>
                  <a:pt x="4101" y="6815"/>
                </a:lnTo>
                <a:lnTo>
                  <a:pt x="4100" y="6815"/>
                </a:lnTo>
                <a:lnTo>
                  <a:pt x="4100" y="6814"/>
                </a:lnTo>
                <a:lnTo>
                  <a:pt x="4100" y="6815"/>
                </a:lnTo>
                <a:lnTo>
                  <a:pt x="4100" y="6814"/>
                </a:lnTo>
                <a:lnTo>
                  <a:pt x="4099" y="6814"/>
                </a:lnTo>
                <a:lnTo>
                  <a:pt x="4099" y="6815"/>
                </a:lnTo>
                <a:lnTo>
                  <a:pt x="4099" y="6814"/>
                </a:lnTo>
                <a:lnTo>
                  <a:pt x="4098" y="6814"/>
                </a:lnTo>
                <a:lnTo>
                  <a:pt x="4097" y="6814"/>
                </a:lnTo>
                <a:lnTo>
                  <a:pt x="4096" y="6814"/>
                </a:lnTo>
                <a:lnTo>
                  <a:pt x="4096" y="6813"/>
                </a:lnTo>
                <a:lnTo>
                  <a:pt x="4096" y="6812"/>
                </a:lnTo>
                <a:lnTo>
                  <a:pt x="4095" y="6812"/>
                </a:lnTo>
                <a:lnTo>
                  <a:pt x="4094" y="6812"/>
                </a:lnTo>
                <a:lnTo>
                  <a:pt x="4093" y="6812"/>
                </a:lnTo>
                <a:lnTo>
                  <a:pt x="4092" y="6812"/>
                </a:lnTo>
                <a:lnTo>
                  <a:pt x="4092" y="6811"/>
                </a:lnTo>
                <a:lnTo>
                  <a:pt x="4091" y="6811"/>
                </a:lnTo>
                <a:lnTo>
                  <a:pt x="4091" y="6810"/>
                </a:lnTo>
                <a:lnTo>
                  <a:pt x="4090" y="6810"/>
                </a:lnTo>
                <a:lnTo>
                  <a:pt x="4090" y="6809"/>
                </a:lnTo>
                <a:lnTo>
                  <a:pt x="4090" y="6808"/>
                </a:lnTo>
                <a:lnTo>
                  <a:pt x="4090" y="6807"/>
                </a:lnTo>
                <a:lnTo>
                  <a:pt x="4089" y="6807"/>
                </a:lnTo>
                <a:lnTo>
                  <a:pt x="4090" y="6807"/>
                </a:lnTo>
                <a:lnTo>
                  <a:pt x="4090" y="6806"/>
                </a:lnTo>
                <a:lnTo>
                  <a:pt x="4090" y="6805"/>
                </a:lnTo>
                <a:lnTo>
                  <a:pt x="4089" y="6805"/>
                </a:lnTo>
                <a:lnTo>
                  <a:pt x="4089" y="6804"/>
                </a:lnTo>
                <a:lnTo>
                  <a:pt x="4088" y="6804"/>
                </a:lnTo>
                <a:lnTo>
                  <a:pt x="4088" y="6803"/>
                </a:lnTo>
                <a:lnTo>
                  <a:pt x="4087" y="6803"/>
                </a:lnTo>
                <a:lnTo>
                  <a:pt x="4087" y="6802"/>
                </a:lnTo>
                <a:lnTo>
                  <a:pt x="4087" y="6801"/>
                </a:lnTo>
                <a:lnTo>
                  <a:pt x="4086" y="6801"/>
                </a:lnTo>
                <a:lnTo>
                  <a:pt x="4087" y="6801"/>
                </a:lnTo>
                <a:lnTo>
                  <a:pt x="4087" y="6800"/>
                </a:lnTo>
                <a:lnTo>
                  <a:pt x="4087" y="6799"/>
                </a:lnTo>
                <a:lnTo>
                  <a:pt x="4086" y="6799"/>
                </a:lnTo>
                <a:lnTo>
                  <a:pt x="4086" y="6800"/>
                </a:lnTo>
                <a:lnTo>
                  <a:pt x="4086" y="6799"/>
                </a:lnTo>
                <a:lnTo>
                  <a:pt x="4085" y="6799"/>
                </a:lnTo>
                <a:lnTo>
                  <a:pt x="4085" y="6798"/>
                </a:lnTo>
                <a:lnTo>
                  <a:pt x="4085" y="6797"/>
                </a:lnTo>
                <a:lnTo>
                  <a:pt x="4084" y="6797"/>
                </a:lnTo>
                <a:lnTo>
                  <a:pt x="4084" y="6796"/>
                </a:lnTo>
                <a:lnTo>
                  <a:pt x="4083" y="6796"/>
                </a:lnTo>
                <a:lnTo>
                  <a:pt x="4083" y="6795"/>
                </a:lnTo>
                <a:lnTo>
                  <a:pt x="4083" y="6794"/>
                </a:lnTo>
                <a:lnTo>
                  <a:pt x="4082" y="6794"/>
                </a:lnTo>
                <a:lnTo>
                  <a:pt x="4082" y="6793"/>
                </a:lnTo>
                <a:lnTo>
                  <a:pt x="4083" y="6793"/>
                </a:lnTo>
                <a:lnTo>
                  <a:pt x="4084" y="6793"/>
                </a:lnTo>
                <a:lnTo>
                  <a:pt x="4084" y="6792"/>
                </a:lnTo>
                <a:lnTo>
                  <a:pt x="4085" y="6792"/>
                </a:lnTo>
                <a:lnTo>
                  <a:pt x="4086" y="6792"/>
                </a:lnTo>
                <a:lnTo>
                  <a:pt x="4087" y="6792"/>
                </a:lnTo>
                <a:lnTo>
                  <a:pt x="4088" y="6792"/>
                </a:lnTo>
                <a:lnTo>
                  <a:pt x="4089" y="6792"/>
                </a:lnTo>
                <a:lnTo>
                  <a:pt x="4089" y="6793"/>
                </a:lnTo>
                <a:lnTo>
                  <a:pt x="4090" y="6793"/>
                </a:lnTo>
                <a:lnTo>
                  <a:pt x="4090" y="6792"/>
                </a:lnTo>
                <a:lnTo>
                  <a:pt x="4091" y="6792"/>
                </a:lnTo>
                <a:lnTo>
                  <a:pt x="4091" y="6791"/>
                </a:lnTo>
                <a:lnTo>
                  <a:pt x="4092" y="6791"/>
                </a:lnTo>
                <a:lnTo>
                  <a:pt x="4093" y="6791"/>
                </a:lnTo>
                <a:lnTo>
                  <a:pt x="4093" y="6790"/>
                </a:lnTo>
                <a:lnTo>
                  <a:pt x="4092" y="6790"/>
                </a:lnTo>
                <a:lnTo>
                  <a:pt x="4093" y="6790"/>
                </a:lnTo>
                <a:lnTo>
                  <a:pt x="4093" y="6789"/>
                </a:lnTo>
                <a:lnTo>
                  <a:pt x="4094" y="6789"/>
                </a:lnTo>
                <a:lnTo>
                  <a:pt x="4094" y="6788"/>
                </a:lnTo>
                <a:lnTo>
                  <a:pt x="4094" y="6787"/>
                </a:lnTo>
                <a:lnTo>
                  <a:pt x="4094" y="6786"/>
                </a:lnTo>
                <a:lnTo>
                  <a:pt x="4093" y="6785"/>
                </a:lnTo>
                <a:lnTo>
                  <a:pt x="4093" y="6784"/>
                </a:lnTo>
                <a:lnTo>
                  <a:pt x="4093" y="6783"/>
                </a:lnTo>
                <a:lnTo>
                  <a:pt x="4093" y="6782"/>
                </a:lnTo>
                <a:lnTo>
                  <a:pt x="4093" y="6781"/>
                </a:lnTo>
                <a:lnTo>
                  <a:pt x="4092" y="6781"/>
                </a:lnTo>
                <a:lnTo>
                  <a:pt x="4093" y="6781"/>
                </a:lnTo>
                <a:lnTo>
                  <a:pt x="4093" y="6780"/>
                </a:lnTo>
                <a:lnTo>
                  <a:pt x="4094" y="6780"/>
                </a:lnTo>
                <a:lnTo>
                  <a:pt x="4094" y="6779"/>
                </a:lnTo>
                <a:lnTo>
                  <a:pt x="4095" y="6779"/>
                </a:lnTo>
                <a:lnTo>
                  <a:pt x="4096" y="6779"/>
                </a:lnTo>
                <a:lnTo>
                  <a:pt x="4096" y="6778"/>
                </a:lnTo>
                <a:lnTo>
                  <a:pt x="4097" y="6778"/>
                </a:lnTo>
                <a:lnTo>
                  <a:pt x="4097" y="6777"/>
                </a:lnTo>
                <a:lnTo>
                  <a:pt x="4098" y="6777"/>
                </a:lnTo>
                <a:lnTo>
                  <a:pt x="4098" y="6776"/>
                </a:lnTo>
                <a:lnTo>
                  <a:pt x="4099" y="6776"/>
                </a:lnTo>
                <a:lnTo>
                  <a:pt x="4098" y="6776"/>
                </a:lnTo>
                <a:lnTo>
                  <a:pt x="4098" y="6775"/>
                </a:lnTo>
                <a:lnTo>
                  <a:pt x="4098" y="6776"/>
                </a:lnTo>
                <a:lnTo>
                  <a:pt x="4098" y="6775"/>
                </a:lnTo>
                <a:lnTo>
                  <a:pt x="4097" y="6775"/>
                </a:lnTo>
                <a:lnTo>
                  <a:pt x="4097" y="6776"/>
                </a:lnTo>
                <a:lnTo>
                  <a:pt x="4096" y="6776"/>
                </a:lnTo>
                <a:lnTo>
                  <a:pt x="4097" y="6775"/>
                </a:lnTo>
                <a:lnTo>
                  <a:pt x="4096" y="6775"/>
                </a:lnTo>
                <a:lnTo>
                  <a:pt x="4096" y="6774"/>
                </a:lnTo>
                <a:lnTo>
                  <a:pt x="4096" y="6773"/>
                </a:lnTo>
                <a:lnTo>
                  <a:pt x="4096" y="6772"/>
                </a:lnTo>
                <a:lnTo>
                  <a:pt x="4095" y="6772"/>
                </a:lnTo>
                <a:lnTo>
                  <a:pt x="4095" y="6771"/>
                </a:lnTo>
                <a:lnTo>
                  <a:pt x="4096" y="6771"/>
                </a:lnTo>
                <a:lnTo>
                  <a:pt x="4096" y="6770"/>
                </a:lnTo>
                <a:lnTo>
                  <a:pt x="4096" y="6769"/>
                </a:lnTo>
                <a:lnTo>
                  <a:pt x="4097" y="6769"/>
                </a:lnTo>
                <a:lnTo>
                  <a:pt x="4098" y="6769"/>
                </a:lnTo>
                <a:lnTo>
                  <a:pt x="4098" y="6768"/>
                </a:lnTo>
                <a:lnTo>
                  <a:pt x="4097" y="6768"/>
                </a:lnTo>
                <a:lnTo>
                  <a:pt x="4097" y="6767"/>
                </a:lnTo>
                <a:lnTo>
                  <a:pt x="4096" y="6767"/>
                </a:lnTo>
                <a:lnTo>
                  <a:pt x="4097" y="6767"/>
                </a:lnTo>
                <a:lnTo>
                  <a:pt x="4097" y="6766"/>
                </a:lnTo>
                <a:lnTo>
                  <a:pt x="4097" y="6765"/>
                </a:lnTo>
                <a:lnTo>
                  <a:pt x="4097" y="6764"/>
                </a:lnTo>
                <a:lnTo>
                  <a:pt x="4096" y="6764"/>
                </a:lnTo>
                <a:lnTo>
                  <a:pt x="4095" y="6764"/>
                </a:lnTo>
                <a:lnTo>
                  <a:pt x="4094" y="6764"/>
                </a:lnTo>
                <a:lnTo>
                  <a:pt x="4093" y="6764"/>
                </a:lnTo>
                <a:lnTo>
                  <a:pt x="4092" y="6764"/>
                </a:lnTo>
                <a:lnTo>
                  <a:pt x="4091" y="6764"/>
                </a:lnTo>
                <a:lnTo>
                  <a:pt x="4091" y="6763"/>
                </a:lnTo>
                <a:lnTo>
                  <a:pt x="4090" y="6763"/>
                </a:lnTo>
                <a:lnTo>
                  <a:pt x="4089" y="6763"/>
                </a:lnTo>
                <a:lnTo>
                  <a:pt x="4088" y="6763"/>
                </a:lnTo>
                <a:lnTo>
                  <a:pt x="4087" y="6763"/>
                </a:lnTo>
                <a:lnTo>
                  <a:pt x="4086" y="6763"/>
                </a:lnTo>
                <a:lnTo>
                  <a:pt x="4086" y="6762"/>
                </a:lnTo>
                <a:lnTo>
                  <a:pt x="4085" y="6763"/>
                </a:lnTo>
                <a:lnTo>
                  <a:pt x="4085" y="6762"/>
                </a:lnTo>
                <a:lnTo>
                  <a:pt x="4084" y="6762"/>
                </a:lnTo>
                <a:lnTo>
                  <a:pt x="4084" y="6763"/>
                </a:lnTo>
                <a:lnTo>
                  <a:pt x="4084" y="6762"/>
                </a:lnTo>
                <a:lnTo>
                  <a:pt x="4084" y="6761"/>
                </a:lnTo>
                <a:lnTo>
                  <a:pt x="4083" y="6761"/>
                </a:lnTo>
                <a:lnTo>
                  <a:pt x="4084" y="6760"/>
                </a:lnTo>
                <a:lnTo>
                  <a:pt x="4084" y="6759"/>
                </a:lnTo>
                <a:lnTo>
                  <a:pt x="4085" y="6758"/>
                </a:lnTo>
                <a:lnTo>
                  <a:pt x="4085" y="6757"/>
                </a:lnTo>
                <a:lnTo>
                  <a:pt x="4086" y="6757"/>
                </a:lnTo>
                <a:lnTo>
                  <a:pt x="4087" y="6757"/>
                </a:lnTo>
                <a:lnTo>
                  <a:pt x="4088" y="6757"/>
                </a:lnTo>
                <a:lnTo>
                  <a:pt x="4089" y="6757"/>
                </a:lnTo>
                <a:lnTo>
                  <a:pt x="4089" y="6756"/>
                </a:lnTo>
                <a:lnTo>
                  <a:pt x="4090" y="6756"/>
                </a:lnTo>
                <a:lnTo>
                  <a:pt x="4090" y="6754"/>
                </a:lnTo>
                <a:lnTo>
                  <a:pt x="4089" y="6754"/>
                </a:lnTo>
                <a:lnTo>
                  <a:pt x="4089" y="6753"/>
                </a:lnTo>
                <a:lnTo>
                  <a:pt x="4088" y="6752"/>
                </a:lnTo>
                <a:lnTo>
                  <a:pt x="4088" y="6751"/>
                </a:lnTo>
                <a:lnTo>
                  <a:pt x="4088" y="6750"/>
                </a:lnTo>
                <a:lnTo>
                  <a:pt x="4088" y="6749"/>
                </a:lnTo>
                <a:lnTo>
                  <a:pt x="4088" y="6748"/>
                </a:lnTo>
                <a:lnTo>
                  <a:pt x="4088" y="6747"/>
                </a:lnTo>
                <a:lnTo>
                  <a:pt x="4088" y="6746"/>
                </a:lnTo>
                <a:lnTo>
                  <a:pt x="4088" y="6745"/>
                </a:lnTo>
                <a:lnTo>
                  <a:pt x="4087" y="6745"/>
                </a:lnTo>
                <a:lnTo>
                  <a:pt x="4086" y="6745"/>
                </a:lnTo>
                <a:lnTo>
                  <a:pt x="4086" y="6743"/>
                </a:lnTo>
                <a:lnTo>
                  <a:pt x="4086" y="6742"/>
                </a:lnTo>
                <a:lnTo>
                  <a:pt x="4087" y="6742"/>
                </a:lnTo>
                <a:lnTo>
                  <a:pt x="4087" y="6741"/>
                </a:lnTo>
                <a:lnTo>
                  <a:pt x="4086" y="6741"/>
                </a:lnTo>
                <a:lnTo>
                  <a:pt x="4085" y="6741"/>
                </a:lnTo>
                <a:lnTo>
                  <a:pt x="4084" y="6741"/>
                </a:lnTo>
                <a:lnTo>
                  <a:pt x="4084" y="6740"/>
                </a:lnTo>
                <a:lnTo>
                  <a:pt x="4083" y="6740"/>
                </a:lnTo>
                <a:lnTo>
                  <a:pt x="4083" y="6739"/>
                </a:lnTo>
                <a:lnTo>
                  <a:pt x="4082" y="6739"/>
                </a:lnTo>
                <a:lnTo>
                  <a:pt x="4082" y="6738"/>
                </a:lnTo>
                <a:lnTo>
                  <a:pt x="4082" y="6737"/>
                </a:lnTo>
                <a:lnTo>
                  <a:pt x="4081" y="6737"/>
                </a:lnTo>
                <a:lnTo>
                  <a:pt x="4080" y="6737"/>
                </a:lnTo>
                <a:lnTo>
                  <a:pt x="4080" y="6736"/>
                </a:lnTo>
                <a:lnTo>
                  <a:pt x="4080" y="6735"/>
                </a:lnTo>
                <a:lnTo>
                  <a:pt x="4080" y="6734"/>
                </a:lnTo>
                <a:lnTo>
                  <a:pt x="4081" y="6733"/>
                </a:lnTo>
                <a:lnTo>
                  <a:pt x="4081" y="6731"/>
                </a:lnTo>
                <a:lnTo>
                  <a:pt x="4080" y="6731"/>
                </a:lnTo>
                <a:lnTo>
                  <a:pt x="4080" y="6730"/>
                </a:lnTo>
                <a:lnTo>
                  <a:pt x="4080" y="6729"/>
                </a:lnTo>
                <a:lnTo>
                  <a:pt x="4080" y="6728"/>
                </a:lnTo>
                <a:lnTo>
                  <a:pt x="4080" y="6727"/>
                </a:lnTo>
                <a:lnTo>
                  <a:pt x="4080" y="6726"/>
                </a:lnTo>
                <a:lnTo>
                  <a:pt x="4079" y="6726"/>
                </a:lnTo>
                <a:lnTo>
                  <a:pt x="4079" y="6725"/>
                </a:lnTo>
                <a:lnTo>
                  <a:pt x="4079" y="6724"/>
                </a:lnTo>
                <a:lnTo>
                  <a:pt x="4079" y="6723"/>
                </a:lnTo>
                <a:lnTo>
                  <a:pt x="4080" y="6723"/>
                </a:lnTo>
                <a:lnTo>
                  <a:pt x="4080" y="6722"/>
                </a:lnTo>
                <a:lnTo>
                  <a:pt x="4080" y="6721"/>
                </a:lnTo>
                <a:lnTo>
                  <a:pt x="4081" y="6721"/>
                </a:lnTo>
                <a:lnTo>
                  <a:pt x="4082" y="6720"/>
                </a:lnTo>
                <a:lnTo>
                  <a:pt x="4081" y="6720"/>
                </a:lnTo>
                <a:lnTo>
                  <a:pt x="4081" y="6719"/>
                </a:lnTo>
                <a:lnTo>
                  <a:pt x="4081" y="6720"/>
                </a:lnTo>
                <a:lnTo>
                  <a:pt x="4080" y="6720"/>
                </a:lnTo>
                <a:lnTo>
                  <a:pt x="4079" y="6720"/>
                </a:lnTo>
                <a:lnTo>
                  <a:pt x="4078" y="6720"/>
                </a:lnTo>
                <a:lnTo>
                  <a:pt x="4078" y="6719"/>
                </a:lnTo>
                <a:lnTo>
                  <a:pt x="4077" y="6719"/>
                </a:lnTo>
                <a:lnTo>
                  <a:pt x="4077" y="6720"/>
                </a:lnTo>
                <a:lnTo>
                  <a:pt x="4076" y="6720"/>
                </a:lnTo>
                <a:lnTo>
                  <a:pt x="4076" y="6719"/>
                </a:lnTo>
                <a:lnTo>
                  <a:pt x="4075" y="6719"/>
                </a:lnTo>
                <a:lnTo>
                  <a:pt x="4075" y="6720"/>
                </a:lnTo>
                <a:lnTo>
                  <a:pt x="4074" y="6720"/>
                </a:lnTo>
                <a:lnTo>
                  <a:pt x="4074" y="6721"/>
                </a:lnTo>
                <a:lnTo>
                  <a:pt x="4073" y="6721"/>
                </a:lnTo>
                <a:lnTo>
                  <a:pt x="4073" y="6722"/>
                </a:lnTo>
                <a:lnTo>
                  <a:pt x="4072" y="6722"/>
                </a:lnTo>
                <a:lnTo>
                  <a:pt x="4071" y="6722"/>
                </a:lnTo>
                <a:lnTo>
                  <a:pt x="4071" y="6723"/>
                </a:lnTo>
                <a:lnTo>
                  <a:pt x="4070" y="6723"/>
                </a:lnTo>
                <a:lnTo>
                  <a:pt x="4070" y="6724"/>
                </a:lnTo>
                <a:lnTo>
                  <a:pt x="4069" y="6724"/>
                </a:lnTo>
                <a:lnTo>
                  <a:pt x="4069" y="6725"/>
                </a:lnTo>
                <a:lnTo>
                  <a:pt x="4068" y="6725"/>
                </a:lnTo>
                <a:lnTo>
                  <a:pt x="4067" y="6725"/>
                </a:lnTo>
                <a:lnTo>
                  <a:pt x="4067" y="6726"/>
                </a:lnTo>
                <a:lnTo>
                  <a:pt x="4066" y="6726"/>
                </a:lnTo>
                <a:lnTo>
                  <a:pt x="4066" y="6727"/>
                </a:lnTo>
                <a:lnTo>
                  <a:pt x="4066" y="6728"/>
                </a:lnTo>
                <a:lnTo>
                  <a:pt x="4065" y="6728"/>
                </a:lnTo>
                <a:lnTo>
                  <a:pt x="4064" y="6728"/>
                </a:lnTo>
                <a:lnTo>
                  <a:pt x="4064" y="6729"/>
                </a:lnTo>
                <a:lnTo>
                  <a:pt x="4063" y="6729"/>
                </a:lnTo>
                <a:lnTo>
                  <a:pt x="4062" y="6729"/>
                </a:lnTo>
                <a:lnTo>
                  <a:pt x="4061" y="6729"/>
                </a:lnTo>
                <a:lnTo>
                  <a:pt x="4061" y="6730"/>
                </a:lnTo>
                <a:lnTo>
                  <a:pt x="4061" y="6731"/>
                </a:lnTo>
                <a:lnTo>
                  <a:pt x="4060" y="6731"/>
                </a:lnTo>
                <a:lnTo>
                  <a:pt x="4060" y="6732"/>
                </a:lnTo>
                <a:lnTo>
                  <a:pt x="4060" y="6733"/>
                </a:lnTo>
                <a:lnTo>
                  <a:pt x="4059" y="6733"/>
                </a:lnTo>
                <a:lnTo>
                  <a:pt x="4059" y="6732"/>
                </a:lnTo>
                <a:lnTo>
                  <a:pt x="4058" y="6732"/>
                </a:lnTo>
                <a:lnTo>
                  <a:pt x="4058" y="6733"/>
                </a:lnTo>
                <a:lnTo>
                  <a:pt x="4057" y="6733"/>
                </a:lnTo>
                <a:lnTo>
                  <a:pt x="4056" y="6733"/>
                </a:lnTo>
                <a:lnTo>
                  <a:pt x="4055" y="6733"/>
                </a:lnTo>
                <a:lnTo>
                  <a:pt x="4054" y="6733"/>
                </a:lnTo>
                <a:lnTo>
                  <a:pt x="4053" y="6733"/>
                </a:lnTo>
                <a:lnTo>
                  <a:pt x="4053" y="6734"/>
                </a:lnTo>
                <a:lnTo>
                  <a:pt x="4052" y="6734"/>
                </a:lnTo>
                <a:lnTo>
                  <a:pt x="4051" y="6734"/>
                </a:lnTo>
                <a:lnTo>
                  <a:pt x="4050" y="6734"/>
                </a:lnTo>
                <a:lnTo>
                  <a:pt x="4049" y="6734"/>
                </a:lnTo>
                <a:lnTo>
                  <a:pt x="4049" y="6733"/>
                </a:lnTo>
                <a:lnTo>
                  <a:pt x="4049" y="6734"/>
                </a:lnTo>
                <a:lnTo>
                  <a:pt x="4048" y="6734"/>
                </a:lnTo>
                <a:lnTo>
                  <a:pt x="4046" y="6734"/>
                </a:lnTo>
                <a:lnTo>
                  <a:pt x="4045" y="6734"/>
                </a:lnTo>
                <a:lnTo>
                  <a:pt x="4045" y="6735"/>
                </a:lnTo>
                <a:lnTo>
                  <a:pt x="4044" y="6735"/>
                </a:lnTo>
                <a:lnTo>
                  <a:pt x="4043" y="6736"/>
                </a:lnTo>
                <a:lnTo>
                  <a:pt x="4042" y="6736"/>
                </a:lnTo>
                <a:lnTo>
                  <a:pt x="4042" y="6735"/>
                </a:lnTo>
                <a:lnTo>
                  <a:pt x="4041" y="6735"/>
                </a:lnTo>
                <a:lnTo>
                  <a:pt x="4040" y="6735"/>
                </a:lnTo>
                <a:lnTo>
                  <a:pt x="4040" y="6736"/>
                </a:lnTo>
                <a:lnTo>
                  <a:pt x="4041" y="6736"/>
                </a:lnTo>
                <a:lnTo>
                  <a:pt x="4041" y="6737"/>
                </a:lnTo>
                <a:lnTo>
                  <a:pt x="4040" y="6737"/>
                </a:lnTo>
                <a:lnTo>
                  <a:pt x="4040" y="6736"/>
                </a:lnTo>
                <a:lnTo>
                  <a:pt x="4039" y="6736"/>
                </a:lnTo>
                <a:lnTo>
                  <a:pt x="4038" y="6736"/>
                </a:lnTo>
                <a:lnTo>
                  <a:pt x="4037" y="6736"/>
                </a:lnTo>
                <a:lnTo>
                  <a:pt x="4036" y="6736"/>
                </a:lnTo>
                <a:lnTo>
                  <a:pt x="4035" y="6736"/>
                </a:lnTo>
                <a:lnTo>
                  <a:pt x="4035" y="6737"/>
                </a:lnTo>
                <a:lnTo>
                  <a:pt x="4034" y="6737"/>
                </a:lnTo>
                <a:lnTo>
                  <a:pt x="4034" y="6738"/>
                </a:lnTo>
                <a:lnTo>
                  <a:pt x="4033" y="6738"/>
                </a:lnTo>
                <a:lnTo>
                  <a:pt x="4032" y="6738"/>
                </a:lnTo>
                <a:lnTo>
                  <a:pt x="4033" y="6738"/>
                </a:lnTo>
                <a:lnTo>
                  <a:pt x="4032" y="6739"/>
                </a:lnTo>
                <a:lnTo>
                  <a:pt x="4032" y="6738"/>
                </a:lnTo>
                <a:lnTo>
                  <a:pt x="4032" y="6739"/>
                </a:lnTo>
                <a:lnTo>
                  <a:pt x="4032" y="6740"/>
                </a:lnTo>
                <a:lnTo>
                  <a:pt x="4031" y="6740"/>
                </a:lnTo>
                <a:lnTo>
                  <a:pt x="4031" y="6741"/>
                </a:lnTo>
                <a:lnTo>
                  <a:pt x="4030" y="6741"/>
                </a:lnTo>
                <a:lnTo>
                  <a:pt x="4030" y="6742"/>
                </a:lnTo>
                <a:lnTo>
                  <a:pt x="4029" y="6742"/>
                </a:lnTo>
                <a:lnTo>
                  <a:pt x="4029" y="6743"/>
                </a:lnTo>
                <a:lnTo>
                  <a:pt x="4029" y="6744"/>
                </a:lnTo>
                <a:lnTo>
                  <a:pt x="4028" y="6744"/>
                </a:lnTo>
                <a:lnTo>
                  <a:pt x="4028" y="6745"/>
                </a:lnTo>
                <a:lnTo>
                  <a:pt x="4027" y="6745"/>
                </a:lnTo>
                <a:lnTo>
                  <a:pt x="4028" y="6745"/>
                </a:lnTo>
                <a:lnTo>
                  <a:pt x="4027" y="6745"/>
                </a:lnTo>
                <a:lnTo>
                  <a:pt x="4026" y="6745"/>
                </a:lnTo>
                <a:lnTo>
                  <a:pt x="4025" y="6745"/>
                </a:lnTo>
                <a:lnTo>
                  <a:pt x="4025" y="6746"/>
                </a:lnTo>
                <a:lnTo>
                  <a:pt x="4025" y="6745"/>
                </a:lnTo>
                <a:lnTo>
                  <a:pt x="4025" y="6746"/>
                </a:lnTo>
                <a:lnTo>
                  <a:pt x="4024" y="6746"/>
                </a:lnTo>
                <a:lnTo>
                  <a:pt x="4024" y="6747"/>
                </a:lnTo>
                <a:lnTo>
                  <a:pt x="4023" y="6747"/>
                </a:lnTo>
                <a:lnTo>
                  <a:pt x="4022" y="6748"/>
                </a:lnTo>
                <a:lnTo>
                  <a:pt x="4022" y="6749"/>
                </a:lnTo>
                <a:lnTo>
                  <a:pt x="4021" y="6749"/>
                </a:lnTo>
                <a:lnTo>
                  <a:pt x="4020" y="6749"/>
                </a:lnTo>
                <a:lnTo>
                  <a:pt x="4021" y="6749"/>
                </a:lnTo>
                <a:lnTo>
                  <a:pt x="4020" y="6749"/>
                </a:lnTo>
                <a:lnTo>
                  <a:pt x="4020" y="6750"/>
                </a:lnTo>
                <a:lnTo>
                  <a:pt x="4020" y="6751"/>
                </a:lnTo>
                <a:lnTo>
                  <a:pt x="4019" y="6751"/>
                </a:lnTo>
                <a:lnTo>
                  <a:pt x="4019" y="6752"/>
                </a:lnTo>
                <a:lnTo>
                  <a:pt x="4018" y="6753"/>
                </a:lnTo>
                <a:lnTo>
                  <a:pt x="4018" y="6754"/>
                </a:lnTo>
                <a:lnTo>
                  <a:pt x="4018" y="6755"/>
                </a:lnTo>
                <a:lnTo>
                  <a:pt x="4017" y="6755"/>
                </a:lnTo>
                <a:lnTo>
                  <a:pt x="4017" y="6756"/>
                </a:lnTo>
                <a:lnTo>
                  <a:pt x="4017" y="6757"/>
                </a:lnTo>
                <a:lnTo>
                  <a:pt x="4017" y="6758"/>
                </a:lnTo>
                <a:lnTo>
                  <a:pt x="4016" y="6758"/>
                </a:lnTo>
                <a:lnTo>
                  <a:pt x="4016" y="6759"/>
                </a:lnTo>
                <a:lnTo>
                  <a:pt x="4015" y="6759"/>
                </a:lnTo>
                <a:lnTo>
                  <a:pt x="4015" y="6758"/>
                </a:lnTo>
                <a:lnTo>
                  <a:pt x="4014" y="6758"/>
                </a:lnTo>
                <a:lnTo>
                  <a:pt x="4014" y="6759"/>
                </a:lnTo>
                <a:lnTo>
                  <a:pt x="4014" y="6758"/>
                </a:lnTo>
                <a:lnTo>
                  <a:pt x="4013" y="6758"/>
                </a:lnTo>
                <a:lnTo>
                  <a:pt x="4013" y="6759"/>
                </a:lnTo>
                <a:lnTo>
                  <a:pt x="4012" y="6759"/>
                </a:lnTo>
                <a:lnTo>
                  <a:pt x="4012" y="6760"/>
                </a:lnTo>
                <a:lnTo>
                  <a:pt x="4012" y="6761"/>
                </a:lnTo>
                <a:lnTo>
                  <a:pt x="4011" y="6761"/>
                </a:lnTo>
                <a:lnTo>
                  <a:pt x="4011" y="6760"/>
                </a:lnTo>
                <a:lnTo>
                  <a:pt x="4010" y="6761"/>
                </a:lnTo>
                <a:lnTo>
                  <a:pt x="4009" y="6761"/>
                </a:lnTo>
                <a:lnTo>
                  <a:pt x="4009" y="6762"/>
                </a:lnTo>
                <a:lnTo>
                  <a:pt x="4008" y="6762"/>
                </a:lnTo>
                <a:lnTo>
                  <a:pt x="4008" y="6763"/>
                </a:lnTo>
                <a:lnTo>
                  <a:pt x="4007" y="6763"/>
                </a:lnTo>
                <a:lnTo>
                  <a:pt x="4007" y="6764"/>
                </a:lnTo>
                <a:lnTo>
                  <a:pt x="4007" y="6765"/>
                </a:lnTo>
                <a:lnTo>
                  <a:pt x="4006" y="6766"/>
                </a:lnTo>
                <a:lnTo>
                  <a:pt x="4006" y="6767"/>
                </a:lnTo>
                <a:lnTo>
                  <a:pt x="4005" y="6767"/>
                </a:lnTo>
                <a:lnTo>
                  <a:pt x="4005" y="6768"/>
                </a:lnTo>
                <a:lnTo>
                  <a:pt x="4004" y="6768"/>
                </a:lnTo>
                <a:lnTo>
                  <a:pt x="4004" y="6769"/>
                </a:lnTo>
                <a:lnTo>
                  <a:pt x="4003" y="6769"/>
                </a:lnTo>
                <a:lnTo>
                  <a:pt x="4003" y="6770"/>
                </a:lnTo>
                <a:lnTo>
                  <a:pt x="4002" y="6770"/>
                </a:lnTo>
                <a:lnTo>
                  <a:pt x="4001" y="6770"/>
                </a:lnTo>
                <a:lnTo>
                  <a:pt x="4000" y="6769"/>
                </a:lnTo>
                <a:lnTo>
                  <a:pt x="3999" y="6769"/>
                </a:lnTo>
                <a:lnTo>
                  <a:pt x="3998" y="6769"/>
                </a:lnTo>
                <a:lnTo>
                  <a:pt x="3997" y="6769"/>
                </a:lnTo>
                <a:lnTo>
                  <a:pt x="3997" y="6770"/>
                </a:lnTo>
                <a:lnTo>
                  <a:pt x="3996" y="6770"/>
                </a:lnTo>
                <a:lnTo>
                  <a:pt x="3996" y="6771"/>
                </a:lnTo>
                <a:lnTo>
                  <a:pt x="3995" y="6771"/>
                </a:lnTo>
                <a:lnTo>
                  <a:pt x="3995" y="6772"/>
                </a:lnTo>
                <a:lnTo>
                  <a:pt x="3995" y="6773"/>
                </a:lnTo>
                <a:lnTo>
                  <a:pt x="3994" y="6773"/>
                </a:lnTo>
                <a:lnTo>
                  <a:pt x="3994" y="6774"/>
                </a:lnTo>
                <a:lnTo>
                  <a:pt x="3994" y="6775"/>
                </a:lnTo>
                <a:lnTo>
                  <a:pt x="3993" y="6775"/>
                </a:lnTo>
                <a:lnTo>
                  <a:pt x="3992" y="6775"/>
                </a:lnTo>
                <a:lnTo>
                  <a:pt x="3992" y="6776"/>
                </a:lnTo>
                <a:lnTo>
                  <a:pt x="3991" y="6776"/>
                </a:lnTo>
                <a:lnTo>
                  <a:pt x="3991" y="6775"/>
                </a:lnTo>
                <a:lnTo>
                  <a:pt x="3990" y="6775"/>
                </a:lnTo>
                <a:lnTo>
                  <a:pt x="3989" y="6775"/>
                </a:lnTo>
                <a:lnTo>
                  <a:pt x="3988" y="6775"/>
                </a:lnTo>
                <a:lnTo>
                  <a:pt x="3987" y="6775"/>
                </a:lnTo>
                <a:lnTo>
                  <a:pt x="3986" y="6775"/>
                </a:lnTo>
                <a:lnTo>
                  <a:pt x="3986" y="6776"/>
                </a:lnTo>
                <a:lnTo>
                  <a:pt x="3985" y="6776"/>
                </a:lnTo>
                <a:lnTo>
                  <a:pt x="3984" y="6776"/>
                </a:lnTo>
                <a:lnTo>
                  <a:pt x="3983" y="6776"/>
                </a:lnTo>
                <a:lnTo>
                  <a:pt x="3983" y="6777"/>
                </a:lnTo>
                <a:lnTo>
                  <a:pt x="3982" y="6777"/>
                </a:lnTo>
                <a:lnTo>
                  <a:pt x="3981" y="6778"/>
                </a:lnTo>
                <a:lnTo>
                  <a:pt x="3980" y="6778"/>
                </a:lnTo>
                <a:lnTo>
                  <a:pt x="3979" y="6778"/>
                </a:lnTo>
                <a:lnTo>
                  <a:pt x="3978" y="6778"/>
                </a:lnTo>
                <a:lnTo>
                  <a:pt x="3978" y="6779"/>
                </a:lnTo>
                <a:lnTo>
                  <a:pt x="3977" y="6779"/>
                </a:lnTo>
                <a:lnTo>
                  <a:pt x="3977" y="6780"/>
                </a:lnTo>
                <a:lnTo>
                  <a:pt x="3976" y="6780"/>
                </a:lnTo>
                <a:lnTo>
                  <a:pt x="3976" y="6781"/>
                </a:lnTo>
                <a:lnTo>
                  <a:pt x="3976" y="6780"/>
                </a:lnTo>
                <a:lnTo>
                  <a:pt x="3975" y="6780"/>
                </a:lnTo>
                <a:lnTo>
                  <a:pt x="3975" y="6781"/>
                </a:lnTo>
                <a:lnTo>
                  <a:pt x="3974" y="6781"/>
                </a:lnTo>
                <a:lnTo>
                  <a:pt x="3973" y="6781"/>
                </a:lnTo>
                <a:lnTo>
                  <a:pt x="3973" y="6780"/>
                </a:lnTo>
                <a:lnTo>
                  <a:pt x="3972" y="6780"/>
                </a:lnTo>
                <a:lnTo>
                  <a:pt x="3972" y="6779"/>
                </a:lnTo>
                <a:lnTo>
                  <a:pt x="3971" y="6779"/>
                </a:lnTo>
                <a:lnTo>
                  <a:pt x="3970" y="6779"/>
                </a:lnTo>
                <a:lnTo>
                  <a:pt x="3969" y="6779"/>
                </a:lnTo>
                <a:lnTo>
                  <a:pt x="3969" y="6778"/>
                </a:lnTo>
                <a:lnTo>
                  <a:pt x="3968" y="6778"/>
                </a:lnTo>
                <a:lnTo>
                  <a:pt x="3968" y="6777"/>
                </a:lnTo>
                <a:lnTo>
                  <a:pt x="3967" y="6777"/>
                </a:lnTo>
                <a:lnTo>
                  <a:pt x="3967" y="6776"/>
                </a:lnTo>
                <a:lnTo>
                  <a:pt x="3966" y="6776"/>
                </a:lnTo>
                <a:lnTo>
                  <a:pt x="3965" y="6776"/>
                </a:lnTo>
                <a:lnTo>
                  <a:pt x="3964" y="6776"/>
                </a:lnTo>
                <a:lnTo>
                  <a:pt x="3963" y="6776"/>
                </a:lnTo>
                <a:lnTo>
                  <a:pt x="3962" y="6776"/>
                </a:lnTo>
                <a:lnTo>
                  <a:pt x="3961" y="6776"/>
                </a:lnTo>
                <a:lnTo>
                  <a:pt x="3961" y="6777"/>
                </a:lnTo>
                <a:lnTo>
                  <a:pt x="3960" y="6777"/>
                </a:lnTo>
                <a:lnTo>
                  <a:pt x="3959" y="6777"/>
                </a:lnTo>
                <a:lnTo>
                  <a:pt x="3959" y="6778"/>
                </a:lnTo>
                <a:lnTo>
                  <a:pt x="3958" y="6778"/>
                </a:lnTo>
                <a:lnTo>
                  <a:pt x="3958" y="6777"/>
                </a:lnTo>
                <a:lnTo>
                  <a:pt x="3958" y="6778"/>
                </a:lnTo>
                <a:lnTo>
                  <a:pt x="3957" y="6778"/>
                </a:lnTo>
                <a:lnTo>
                  <a:pt x="3957" y="6779"/>
                </a:lnTo>
                <a:lnTo>
                  <a:pt x="3956" y="6779"/>
                </a:lnTo>
                <a:lnTo>
                  <a:pt x="3956" y="6778"/>
                </a:lnTo>
                <a:lnTo>
                  <a:pt x="3955" y="6778"/>
                </a:lnTo>
                <a:lnTo>
                  <a:pt x="3955" y="6777"/>
                </a:lnTo>
                <a:lnTo>
                  <a:pt x="3955" y="6776"/>
                </a:lnTo>
                <a:lnTo>
                  <a:pt x="3954" y="6776"/>
                </a:lnTo>
                <a:lnTo>
                  <a:pt x="3954" y="6775"/>
                </a:lnTo>
                <a:lnTo>
                  <a:pt x="3953" y="6775"/>
                </a:lnTo>
                <a:lnTo>
                  <a:pt x="3954" y="6775"/>
                </a:lnTo>
                <a:lnTo>
                  <a:pt x="3953" y="6775"/>
                </a:lnTo>
                <a:lnTo>
                  <a:pt x="3953" y="6774"/>
                </a:lnTo>
                <a:lnTo>
                  <a:pt x="3953" y="6773"/>
                </a:lnTo>
                <a:lnTo>
                  <a:pt x="3952" y="6773"/>
                </a:lnTo>
                <a:lnTo>
                  <a:pt x="3952" y="6772"/>
                </a:lnTo>
                <a:lnTo>
                  <a:pt x="3952" y="6771"/>
                </a:lnTo>
                <a:lnTo>
                  <a:pt x="3952" y="6769"/>
                </a:lnTo>
                <a:lnTo>
                  <a:pt x="3952" y="6768"/>
                </a:lnTo>
                <a:lnTo>
                  <a:pt x="3952" y="6767"/>
                </a:lnTo>
                <a:lnTo>
                  <a:pt x="3951" y="6767"/>
                </a:lnTo>
                <a:lnTo>
                  <a:pt x="3950" y="6767"/>
                </a:lnTo>
                <a:lnTo>
                  <a:pt x="3950" y="6766"/>
                </a:lnTo>
                <a:lnTo>
                  <a:pt x="3949" y="6766"/>
                </a:lnTo>
                <a:lnTo>
                  <a:pt x="3949" y="6765"/>
                </a:lnTo>
                <a:lnTo>
                  <a:pt x="3949" y="6764"/>
                </a:lnTo>
                <a:lnTo>
                  <a:pt x="3948" y="6764"/>
                </a:lnTo>
                <a:lnTo>
                  <a:pt x="3948" y="6763"/>
                </a:lnTo>
                <a:lnTo>
                  <a:pt x="3948" y="6762"/>
                </a:lnTo>
                <a:lnTo>
                  <a:pt x="3947" y="6762"/>
                </a:lnTo>
                <a:lnTo>
                  <a:pt x="3947" y="6761"/>
                </a:lnTo>
                <a:lnTo>
                  <a:pt x="3946" y="6761"/>
                </a:lnTo>
                <a:lnTo>
                  <a:pt x="3946" y="6762"/>
                </a:lnTo>
                <a:lnTo>
                  <a:pt x="3945" y="6762"/>
                </a:lnTo>
                <a:lnTo>
                  <a:pt x="3944" y="6762"/>
                </a:lnTo>
                <a:lnTo>
                  <a:pt x="3943" y="6762"/>
                </a:lnTo>
                <a:lnTo>
                  <a:pt x="3942" y="6763"/>
                </a:lnTo>
                <a:lnTo>
                  <a:pt x="3941" y="6763"/>
                </a:lnTo>
                <a:lnTo>
                  <a:pt x="3940" y="6763"/>
                </a:lnTo>
                <a:lnTo>
                  <a:pt x="3940" y="6764"/>
                </a:lnTo>
                <a:lnTo>
                  <a:pt x="3939" y="6764"/>
                </a:lnTo>
                <a:lnTo>
                  <a:pt x="3938" y="6764"/>
                </a:lnTo>
                <a:lnTo>
                  <a:pt x="3937" y="6764"/>
                </a:lnTo>
                <a:lnTo>
                  <a:pt x="3937" y="6763"/>
                </a:lnTo>
                <a:lnTo>
                  <a:pt x="3936" y="6763"/>
                </a:lnTo>
                <a:lnTo>
                  <a:pt x="3935" y="6763"/>
                </a:lnTo>
                <a:lnTo>
                  <a:pt x="3934" y="6763"/>
                </a:lnTo>
                <a:lnTo>
                  <a:pt x="3933" y="6763"/>
                </a:lnTo>
                <a:lnTo>
                  <a:pt x="3932" y="6763"/>
                </a:lnTo>
                <a:lnTo>
                  <a:pt x="3931" y="6762"/>
                </a:lnTo>
                <a:lnTo>
                  <a:pt x="3931" y="6763"/>
                </a:lnTo>
                <a:lnTo>
                  <a:pt x="3930" y="6763"/>
                </a:lnTo>
                <a:lnTo>
                  <a:pt x="3930" y="6764"/>
                </a:lnTo>
                <a:lnTo>
                  <a:pt x="3929" y="6764"/>
                </a:lnTo>
                <a:lnTo>
                  <a:pt x="3929" y="6765"/>
                </a:lnTo>
                <a:lnTo>
                  <a:pt x="3928" y="6765"/>
                </a:lnTo>
                <a:lnTo>
                  <a:pt x="3928" y="6766"/>
                </a:lnTo>
                <a:lnTo>
                  <a:pt x="3927" y="6766"/>
                </a:lnTo>
                <a:lnTo>
                  <a:pt x="3927" y="6767"/>
                </a:lnTo>
                <a:lnTo>
                  <a:pt x="3926" y="6767"/>
                </a:lnTo>
                <a:lnTo>
                  <a:pt x="3926" y="6768"/>
                </a:lnTo>
                <a:lnTo>
                  <a:pt x="3925" y="6768"/>
                </a:lnTo>
                <a:lnTo>
                  <a:pt x="3925" y="6769"/>
                </a:lnTo>
                <a:lnTo>
                  <a:pt x="3924" y="6769"/>
                </a:lnTo>
                <a:lnTo>
                  <a:pt x="3925" y="6769"/>
                </a:lnTo>
                <a:lnTo>
                  <a:pt x="3924" y="6769"/>
                </a:lnTo>
                <a:lnTo>
                  <a:pt x="3924" y="6770"/>
                </a:lnTo>
                <a:lnTo>
                  <a:pt x="3923" y="6770"/>
                </a:lnTo>
                <a:lnTo>
                  <a:pt x="3922" y="6770"/>
                </a:lnTo>
                <a:lnTo>
                  <a:pt x="3922" y="6771"/>
                </a:lnTo>
                <a:lnTo>
                  <a:pt x="3921" y="6771"/>
                </a:lnTo>
                <a:lnTo>
                  <a:pt x="3921" y="6772"/>
                </a:lnTo>
                <a:lnTo>
                  <a:pt x="3920" y="6772"/>
                </a:lnTo>
                <a:lnTo>
                  <a:pt x="3919" y="6772"/>
                </a:lnTo>
                <a:lnTo>
                  <a:pt x="3918" y="6772"/>
                </a:lnTo>
                <a:lnTo>
                  <a:pt x="3918" y="6771"/>
                </a:lnTo>
                <a:lnTo>
                  <a:pt x="3917" y="6771"/>
                </a:lnTo>
                <a:lnTo>
                  <a:pt x="3917" y="6772"/>
                </a:lnTo>
                <a:lnTo>
                  <a:pt x="3916" y="6772"/>
                </a:lnTo>
                <a:lnTo>
                  <a:pt x="3916" y="6773"/>
                </a:lnTo>
                <a:lnTo>
                  <a:pt x="3915" y="6773"/>
                </a:lnTo>
                <a:lnTo>
                  <a:pt x="3916" y="6773"/>
                </a:lnTo>
                <a:lnTo>
                  <a:pt x="3915" y="6773"/>
                </a:lnTo>
                <a:lnTo>
                  <a:pt x="3915" y="6774"/>
                </a:lnTo>
                <a:lnTo>
                  <a:pt x="3915" y="6773"/>
                </a:lnTo>
                <a:lnTo>
                  <a:pt x="3915" y="6774"/>
                </a:lnTo>
                <a:lnTo>
                  <a:pt x="3914" y="6774"/>
                </a:lnTo>
                <a:lnTo>
                  <a:pt x="3914" y="6773"/>
                </a:lnTo>
                <a:lnTo>
                  <a:pt x="3914" y="6774"/>
                </a:lnTo>
                <a:lnTo>
                  <a:pt x="3913" y="6774"/>
                </a:lnTo>
                <a:lnTo>
                  <a:pt x="3913" y="6773"/>
                </a:lnTo>
                <a:lnTo>
                  <a:pt x="3912" y="6773"/>
                </a:lnTo>
                <a:lnTo>
                  <a:pt x="3912" y="6774"/>
                </a:lnTo>
                <a:lnTo>
                  <a:pt x="3911" y="6774"/>
                </a:lnTo>
                <a:lnTo>
                  <a:pt x="3911" y="6775"/>
                </a:lnTo>
                <a:lnTo>
                  <a:pt x="3911" y="6774"/>
                </a:lnTo>
                <a:lnTo>
                  <a:pt x="3911" y="6775"/>
                </a:lnTo>
                <a:lnTo>
                  <a:pt x="3910" y="6775"/>
                </a:lnTo>
                <a:lnTo>
                  <a:pt x="3910" y="6774"/>
                </a:lnTo>
                <a:lnTo>
                  <a:pt x="3909" y="6774"/>
                </a:lnTo>
                <a:lnTo>
                  <a:pt x="3908" y="6774"/>
                </a:lnTo>
                <a:lnTo>
                  <a:pt x="3908" y="6773"/>
                </a:lnTo>
                <a:lnTo>
                  <a:pt x="3907" y="6773"/>
                </a:lnTo>
                <a:lnTo>
                  <a:pt x="3907" y="6772"/>
                </a:lnTo>
                <a:lnTo>
                  <a:pt x="3908" y="6772"/>
                </a:lnTo>
                <a:lnTo>
                  <a:pt x="3908" y="6771"/>
                </a:lnTo>
                <a:lnTo>
                  <a:pt x="3907" y="6771"/>
                </a:lnTo>
                <a:lnTo>
                  <a:pt x="3907" y="6770"/>
                </a:lnTo>
                <a:lnTo>
                  <a:pt x="3906" y="6770"/>
                </a:lnTo>
                <a:lnTo>
                  <a:pt x="3905" y="6770"/>
                </a:lnTo>
                <a:lnTo>
                  <a:pt x="3905" y="6769"/>
                </a:lnTo>
                <a:lnTo>
                  <a:pt x="3905" y="6768"/>
                </a:lnTo>
                <a:lnTo>
                  <a:pt x="3904" y="6768"/>
                </a:lnTo>
                <a:lnTo>
                  <a:pt x="3904" y="6767"/>
                </a:lnTo>
                <a:lnTo>
                  <a:pt x="3904" y="6766"/>
                </a:lnTo>
                <a:lnTo>
                  <a:pt x="3903" y="6766"/>
                </a:lnTo>
                <a:lnTo>
                  <a:pt x="3903" y="6765"/>
                </a:lnTo>
                <a:lnTo>
                  <a:pt x="3902" y="6765"/>
                </a:lnTo>
                <a:lnTo>
                  <a:pt x="3902" y="6764"/>
                </a:lnTo>
                <a:lnTo>
                  <a:pt x="3901" y="6764"/>
                </a:lnTo>
                <a:lnTo>
                  <a:pt x="3900" y="6764"/>
                </a:lnTo>
                <a:lnTo>
                  <a:pt x="3899" y="6764"/>
                </a:lnTo>
                <a:lnTo>
                  <a:pt x="3898" y="6764"/>
                </a:lnTo>
                <a:lnTo>
                  <a:pt x="3898" y="6765"/>
                </a:lnTo>
                <a:lnTo>
                  <a:pt x="3898" y="6766"/>
                </a:lnTo>
                <a:lnTo>
                  <a:pt x="3897" y="6766"/>
                </a:lnTo>
                <a:lnTo>
                  <a:pt x="3897" y="6767"/>
                </a:lnTo>
                <a:lnTo>
                  <a:pt x="3897" y="6768"/>
                </a:lnTo>
                <a:lnTo>
                  <a:pt x="3897" y="6769"/>
                </a:lnTo>
                <a:lnTo>
                  <a:pt x="3896" y="6769"/>
                </a:lnTo>
                <a:lnTo>
                  <a:pt x="3896" y="6770"/>
                </a:lnTo>
                <a:lnTo>
                  <a:pt x="3895" y="6770"/>
                </a:lnTo>
                <a:lnTo>
                  <a:pt x="3895" y="6769"/>
                </a:lnTo>
                <a:lnTo>
                  <a:pt x="3894" y="6769"/>
                </a:lnTo>
                <a:lnTo>
                  <a:pt x="3894" y="6768"/>
                </a:lnTo>
                <a:lnTo>
                  <a:pt x="3893" y="6768"/>
                </a:lnTo>
                <a:lnTo>
                  <a:pt x="3893" y="6767"/>
                </a:lnTo>
                <a:lnTo>
                  <a:pt x="3892" y="6767"/>
                </a:lnTo>
                <a:lnTo>
                  <a:pt x="3891" y="6767"/>
                </a:lnTo>
                <a:lnTo>
                  <a:pt x="3891" y="6766"/>
                </a:lnTo>
                <a:lnTo>
                  <a:pt x="3890" y="6766"/>
                </a:lnTo>
                <a:lnTo>
                  <a:pt x="3889" y="6766"/>
                </a:lnTo>
                <a:lnTo>
                  <a:pt x="3889" y="6765"/>
                </a:lnTo>
                <a:lnTo>
                  <a:pt x="3888" y="6765"/>
                </a:lnTo>
                <a:lnTo>
                  <a:pt x="3888" y="6764"/>
                </a:lnTo>
                <a:lnTo>
                  <a:pt x="3888" y="6763"/>
                </a:lnTo>
                <a:lnTo>
                  <a:pt x="3887" y="6763"/>
                </a:lnTo>
                <a:lnTo>
                  <a:pt x="3887" y="6762"/>
                </a:lnTo>
                <a:lnTo>
                  <a:pt x="3887" y="6761"/>
                </a:lnTo>
                <a:lnTo>
                  <a:pt x="3888" y="6761"/>
                </a:lnTo>
                <a:lnTo>
                  <a:pt x="3888" y="6760"/>
                </a:lnTo>
                <a:lnTo>
                  <a:pt x="3888" y="6759"/>
                </a:lnTo>
                <a:lnTo>
                  <a:pt x="3887" y="6759"/>
                </a:lnTo>
                <a:lnTo>
                  <a:pt x="3887" y="6758"/>
                </a:lnTo>
                <a:lnTo>
                  <a:pt x="3887" y="6757"/>
                </a:lnTo>
                <a:lnTo>
                  <a:pt x="3887" y="6756"/>
                </a:lnTo>
                <a:lnTo>
                  <a:pt x="3888" y="6756"/>
                </a:lnTo>
                <a:lnTo>
                  <a:pt x="3888" y="6754"/>
                </a:lnTo>
                <a:lnTo>
                  <a:pt x="3888" y="6753"/>
                </a:lnTo>
                <a:lnTo>
                  <a:pt x="3888" y="6752"/>
                </a:lnTo>
                <a:lnTo>
                  <a:pt x="3887" y="6752"/>
                </a:lnTo>
                <a:lnTo>
                  <a:pt x="3887" y="6751"/>
                </a:lnTo>
                <a:lnTo>
                  <a:pt x="3886" y="6750"/>
                </a:lnTo>
                <a:lnTo>
                  <a:pt x="3885" y="6749"/>
                </a:lnTo>
                <a:lnTo>
                  <a:pt x="3885" y="6748"/>
                </a:lnTo>
                <a:lnTo>
                  <a:pt x="3885" y="6747"/>
                </a:lnTo>
                <a:lnTo>
                  <a:pt x="3886" y="6747"/>
                </a:lnTo>
                <a:lnTo>
                  <a:pt x="3886" y="6746"/>
                </a:lnTo>
                <a:lnTo>
                  <a:pt x="3887" y="6746"/>
                </a:lnTo>
                <a:lnTo>
                  <a:pt x="3887" y="6745"/>
                </a:lnTo>
                <a:lnTo>
                  <a:pt x="3888" y="6745"/>
                </a:lnTo>
                <a:lnTo>
                  <a:pt x="3889" y="6744"/>
                </a:lnTo>
                <a:lnTo>
                  <a:pt x="3890" y="6744"/>
                </a:lnTo>
                <a:lnTo>
                  <a:pt x="3890" y="6743"/>
                </a:lnTo>
                <a:lnTo>
                  <a:pt x="3891" y="6743"/>
                </a:lnTo>
                <a:lnTo>
                  <a:pt x="3891" y="6742"/>
                </a:lnTo>
                <a:lnTo>
                  <a:pt x="3891" y="6741"/>
                </a:lnTo>
                <a:lnTo>
                  <a:pt x="3891" y="6740"/>
                </a:lnTo>
                <a:lnTo>
                  <a:pt x="3892" y="6740"/>
                </a:lnTo>
                <a:lnTo>
                  <a:pt x="3892" y="6739"/>
                </a:lnTo>
                <a:lnTo>
                  <a:pt x="3893" y="6739"/>
                </a:lnTo>
                <a:lnTo>
                  <a:pt x="3893" y="6738"/>
                </a:lnTo>
                <a:lnTo>
                  <a:pt x="3894" y="6738"/>
                </a:lnTo>
                <a:lnTo>
                  <a:pt x="3894" y="6737"/>
                </a:lnTo>
                <a:lnTo>
                  <a:pt x="3896" y="6737"/>
                </a:lnTo>
                <a:lnTo>
                  <a:pt x="3897" y="6737"/>
                </a:lnTo>
                <a:lnTo>
                  <a:pt x="3898" y="6737"/>
                </a:lnTo>
                <a:lnTo>
                  <a:pt x="3898" y="6736"/>
                </a:lnTo>
                <a:lnTo>
                  <a:pt x="3898" y="6735"/>
                </a:lnTo>
                <a:lnTo>
                  <a:pt x="3898" y="6734"/>
                </a:lnTo>
                <a:lnTo>
                  <a:pt x="3897" y="6734"/>
                </a:lnTo>
                <a:lnTo>
                  <a:pt x="3897" y="6733"/>
                </a:lnTo>
                <a:lnTo>
                  <a:pt x="3896" y="6732"/>
                </a:lnTo>
                <a:lnTo>
                  <a:pt x="3897" y="6732"/>
                </a:lnTo>
                <a:lnTo>
                  <a:pt x="3896" y="6732"/>
                </a:lnTo>
                <a:lnTo>
                  <a:pt x="3895" y="6731"/>
                </a:lnTo>
                <a:lnTo>
                  <a:pt x="3895" y="6730"/>
                </a:lnTo>
                <a:lnTo>
                  <a:pt x="3894" y="6730"/>
                </a:lnTo>
                <a:lnTo>
                  <a:pt x="3893" y="6730"/>
                </a:lnTo>
                <a:lnTo>
                  <a:pt x="3893" y="6729"/>
                </a:lnTo>
                <a:lnTo>
                  <a:pt x="3894" y="6729"/>
                </a:lnTo>
                <a:lnTo>
                  <a:pt x="3893" y="6729"/>
                </a:lnTo>
                <a:lnTo>
                  <a:pt x="3893" y="6728"/>
                </a:lnTo>
                <a:lnTo>
                  <a:pt x="3892" y="6728"/>
                </a:lnTo>
                <a:lnTo>
                  <a:pt x="3892" y="6727"/>
                </a:lnTo>
                <a:lnTo>
                  <a:pt x="3891" y="6727"/>
                </a:lnTo>
                <a:lnTo>
                  <a:pt x="3891" y="6726"/>
                </a:lnTo>
                <a:lnTo>
                  <a:pt x="3890" y="6726"/>
                </a:lnTo>
                <a:lnTo>
                  <a:pt x="3889" y="6726"/>
                </a:lnTo>
                <a:lnTo>
                  <a:pt x="3889" y="6725"/>
                </a:lnTo>
                <a:lnTo>
                  <a:pt x="3888" y="6725"/>
                </a:lnTo>
                <a:lnTo>
                  <a:pt x="3888" y="6726"/>
                </a:lnTo>
                <a:lnTo>
                  <a:pt x="3887" y="6726"/>
                </a:lnTo>
                <a:lnTo>
                  <a:pt x="3887" y="6727"/>
                </a:lnTo>
                <a:lnTo>
                  <a:pt x="3886" y="6727"/>
                </a:lnTo>
                <a:lnTo>
                  <a:pt x="3885" y="6726"/>
                </a:lnTo>
                <a:lnTo>
                  <a:pt x="3885" y="6725"/>
                </a:lnTo>
                <a:lnTo>
                  <a:pt x="3884" y="6725"/>
                </a:lnTo>
                <a:lnTo>
                  <a:pt x="3884" y="6726"/>
                </a:lnTo>
                <a:lnTo>
                  <a:pt x="3883" y="6726"/>
                </a:lnTo>
                <a:lnTo>
                  <a:pt x="3882" y="6727"/>
                </a:lnTo>
                <a:lnTo>
                  <a:pt x="3882" y="6728"/>
                </a:lnTo>
                <a:lnTo>
                  <a:pt x="3882" y="6727"/>
                </a:lnTo>
                <a:lnTo>
                  <a:pt x="3881" y="6727"/>
                </a:lnTo>
                <a:lnTo>
                  <a:pt x="3881" y="6728"/>
                </a:lnTo>
                <a:lnTo>
                  <a:pt x="3880" y="6728"/>
                </a:lnTo>
                <a:lnTo>
                  <a:pt x="3880" y="6727"/>
                </a:lnTo>
                <a:lnTo>
                  <a:pt x="3879" y="6727"/>
                </a:lnTo>
                <a:lnTo>
                  <a:pt x="3879" y="6728"/>
                </a:lnTo>
                <a:lnTo>
                  <a:pt x="3878" y="6728"/>
                </a:lnTo>
                <a:lnTo>
                  <a:pt x="3878" y="6729"/>
                </a:lnTo>
                <a:lnTo>
                  <a:pt x="3877" y="6729"/>
                </a:lnTo>
                <a:lnTo>
                  <a:pt x="3876" y="6730"/>
                </a:lnTo>
                <a:lnTo>
                  <a:pt x="3875" y="6730"/>
                </a:lnTo>
                <a:lnTo>
                  <a:pt x="3875" y="6731"/>
                </a:lnTo>
                <a:lnTo>
                  <a:pt x="3875" y="6732"/>
                </a:lnTo>
                <a:lnTo>
                  <a:pt x="3875" y="6733"/>
                </a:lnTo>
                <a:lnTo>
                  <a:pt x="3875" y="6732"/>
                </a:lnTo>
                <a:lnTo>
                  <a:pt x="3874" y="6732"/>
                </a:lnTo>
                <a:lnTo>
                  <a:pt x="3875" y="6732"/>
                </a:lnTo>
                <a:lnTo>
                  <a:pt x="3874" y="6732"/>
                </a:lnTo>
                <a:lnTo>
                  <a:pt x="3874" y="6731"/>
                </a:lnTo>
                <a:lnTo>
                  <a:pt x="3874" y="6730"/>
                </a:lnTo>
                <a:lnTo>
                  <a:pt x="3873" y="6730"/>
                </a:lnTo>
                <a:lnTo>
                  <a:pt x="3872" y="6730"/>
                </a:lnTo>
                <a:lnTo>
                  <a:pt x="3872" y="6731"/>
                </a:lnTo>
                <a:lnTo>
                  <a:pt x="3872" y="6730"/>
                </a:lnTo>
                <a:lnTo>
                  <a:pt x="3871" y="6730"/>
                </a:lnTo>
                <a:lnTo>
                  <a:pt x="3871" y="6729"/>
                </a:lnTo>
                <a:lnTo>
                  <a:pt x="3872" y="6728"/>
                </a:lnTo>
                <a:lnTo>
                  <a:pt x="3872" y="6727"/>
                </a:lnTo>
                <a:lnTo>
                  <a:pt x="3871" y="6727"/>
                </a:lnTo>
                <a:lnTo>
                  <a:pt x="3871" y="6726"/>
                </a:lnTo>
                <a:lnTo>
                  <a:pt x="3870" y="6726"/>
                </a:lnTo>
                <a:lnTo>
                  <a:pt x="3869" y="6727"/>
                </a:lnTo>
                <a:lnTo>
                  <a:pt x="3868" y="6727"/>
                </a:lnTo>
                <a:lnTo>
                  <a:pt x="3868" y="6726"/>
                </a:lnTo>
                <a:lnTo>
                  <a:pt x="3867" y="6726"/>
                </a:lnTo>
                <a:lnTo>
                  <a:pt x="3866" y="6726"/>
                </a:lnTo>
                <a:lnTo>
                  <a:pt x="3866" y="6725"/>
                </a:lnTo>
                <a:lnTo>
                  <a:pt x="3865" y="6725"/>
                </a:lnTo>
                <a:lnTo>
                  <a:pt x="3864" y="6725"/>
                </a:lnTo>
                <a:lnTo>
                  <a:pt x="3864" y="6724"/>
                </a:lnTo>
                <a:lnTo>
                  <a:pt x="3864" y="6723"/>
                </a:lnTo>
                <a:lnTo>
                  <a:pt x="3863" y="6723"/>
                </a:lnTo>
                <a:lnTo>
                  <a:pt x="3863" y="6722"/>
                </a:lnTo>
                <a:lnTo>
                  <a:pt x="3862" y="6722"/>
                </a:lnTo>
                <a:lnTo>
                  <a:pt x="3862" y="6721"/>
                </a:lnTo>
                <a:lnTo>
                  <a:pt x="3863" y="6721"/>
                </a:lnTo>
                <a:lnTo>
                  <a:pt x="3862" y="6721"/>
                </a:lnTo>
                <a:lnTo>
                  <a:pt x="3862" y="6719"/>
                </a:lnTo>
                <a:lnTo>
                  <a:pt x="3862" y="6718"/>
                </a:lnTo>
                <a:lnTo>
                  <a:pt x="3862" y="6717"/>
                </a:lnTo>
                <a:lnTo>
                  <a:pt x="3861" y="6717"/>
                </a:lnTo>
                <a:lnTo>
                  <a:pt x="3861" y="6716"/>
                </a:lnTo>
                <a:lnTo>
                  <a:pt x="3862" y="6716"/>
                </a:lnTo>
                <a:lnTo>
                  <a:pt x="3862" y="6715"/>
                </a:lnTo>
                <a:lnTo>
                  <a:pt x="3861" y="6715"/>
                </a:lnTo>
                <a:lnTo>
                  <a:pt x="3861" y="6714"/>
                </a:lnTo>
                <a:lnTo>
                  <a:pt x="3861" y="6713"/>
                </a:lnTo>
                <a:lnTo>
                  <a:pt x="3860" y="6713"/>
                </a:lnTo>
                <a:lnTo>
                  <a:pt x="3860" y="6712"/>
                </a:lnTo>
                <a:lnTo>
                  <a:pt x="3861" y="6712"/>
                </a:lnTo>
                <a:lnTo>
                  <a:pt x="3860" y="6712"/>
                </a:lnTo>
                <a:lnTo>
                  <a:pt x="3860" y="6711"/>
                </a:lnTo>
                <a:lnTo>
                  <a:pt x="3860" y="6710"/>
                </a:lnTo>
                <a:lnTo>
                  <a:pt x="3859" y="6710"/>
                </a:lnTo>
                <a:lnTo>
                  <a:pt x="3859" y="6709"/>
                </a:lnTo>
                <a:lnTo>
                  <a:pt x="3859" y="6707"/>
                </a:lnTo>
                <a:lnTo>
                  <a:pt x="3859" y="6706"/>
                </a:lnTo>
                <a:lnTo>
                  <a:pt x="3859" y="6705"/>
                </a:lnTo>
                <a:lnTo>
                  <a:pt x="3858" y="6705"/>
                </a:lnTo>
                <a:lnTo>
                  <a:pt x="3858" y="6704"/>
                </a:lnTo>
                <a:lnTo>
                  <a:pt x="3857" y="6704"/>
                </a:lnTo>
                <a:lnTo>
                  <a:pt x="3857" y="6703"/>
                </a:lnTo>
                <a:lnTo>
                  <a:pt x="3857" y="6702"/>
                </a:lnTo>
                <a:lnTo>
                  <a:pt x="3856" y="6702"/>
                </a:lnTo>
                <a:lnTo>
                  <a:pt x="3856" y="6701"/>
                </a:lnTo>
                <a:lnTo>
                  <a:pt x="3856" y="6700"/>
                </a:lnTo>
                <a:lnTo>
                  <a:pt x="3856" y="6699"/>
                </a:lnTo>
                <a:lnTo>
                  <a:pt x="3857" y="6698"/>
                </a:lnTo>
                <a:lnTo>
                  <a:pt x="3856" y="6698"/>
                </a:lnTo>
                <a:lnTo>
                  <a:pt x="3856" y="6697"/>
                </a:lnTo>
                <a:lnTo>
                  <a:pt x="3857" y="6697"/>
                </a:lnTo>
                <a:lnTo>
                  <a:pt x="3857" y="6696"/>
                </a:lnTo>
                <a:lnTo>
                  <a:pt x="3857" y="6695"/>
                </a:lnTo>
                <a:lnTo>
                  <a:pt x="3857" y="6694"/>
                </a:lnTo>
                <a:lnTo>
                  <a:pt x="3857" y="6693"/>
                </a:lnTo>
                <a:lnTo>
                  <a:pt x="3857" y="6692"/>
                </a:lnTo>
                <a:lnTo>
                  <a:pt x="3857" y="6691"/>
                </a:lnTo>
                <a:lnTo>
                  <a:pt x="3858" y="6691"/>
                </a:lnTo>
                <a:lnTo>
                  <a:pt x="3858" y="6690"/>
                </a:lnTo>
                <a:lnTo>
                  <a:pt x="3859" y="6690"/>
                </a:lnTo>
                <a:lnTo>
                  <a:pt x="3860" y="6690"/>
                </a:lnTo>
                <a:lnTo>
                  <a:pt x="3860" y="6689"/>
                </a:lnTo>
                <a:lnTo>
                  <a:pt x="3860" y="6688"/>
                </a:lnTo>
                <a:lnTo>
                  <a:pt x="3860" y="6687"/>
                </a:lnTo>
                <a:lnTo>
                  <a:pt x="3860" y="6686"/>
                </a:lnTo>
                <a:lnTo>
                  <a:pt x="3860" y="6685"/>
                </a:lnTo>
                <a:lnTo>
                  <a:pt x="3860" y="6684"/>
                </a:lnTo>
                <a:lnTo>
                  <a:pt x="3860" y="6683"/>
                </a:lnTo>
                <a:lnTo>
                  <a:pt x="3861" y="6683"/>
                </a:lnTo>
                <a:lnTo>
                  <a:pt x="3862" y="6683"/>
                </a:lnTo>
                <a:lnTo>
                  <a:pt x="3862" y="6682"/>
                </a:lnTo>
                <a:lnTo>
                  <a:pt x="3863" y="6682"/>
                </a:lnTo>
                <a:lnTo>
                  <a:pt x="3864" y="6681"/>
                </a:lnTo>
                <a:lnTo>
                  <a:pt x="3864" y="6680"/>
                </a:lnTo>
                <a:lnTo>
                  <a:pt x="3865" y="6680"/>
                </a:lnTo>
                <a:lnTo>
                  <a:pt x="3865" y="6679"/>
                </a:lnTo>
                <a:lnTo>
                  <a:pt x="3864" y="6679"/>
                </a:lnTo>
                <a:lnTo>
                  <a:pt x="3864" y="6678"/>
                </a:lnTo>
                <a:lnTo>
                  <a:pt x="3864" y="6677"/>
                </a:lnTo>
                <a:lnTo>
                  <a:pt x="3865" y="6677"/>
                </a:lnTo>
                <a:lnTo>
                  <a:pt x="3865" y="6676"/>
                </a:lnTo>
                <a:lnTo>
                  <a:pt x="3865" y="6675"/>
                </a:lnTo>
                <a:lnTo>
                  <a:pt x="3866" y="6675"/>
                </a:lnTo>
                <a:lnTo>
                  <a:pt x="3866" y="6674"/>
                </a:lnTo>
                <a:lnTo>
                  <a:pt x="3866" y="6673"/>
                </a:lnTo>
                <a:lnTo>
                  <a:pt x="3866" y="6672"/>
                </a:lnTo>
                <a:lnTo>
                  <a:pt x="3867" y="6672"/>
                </a:lnTo>
                <a:lnTo>
                  <a:pt x="3867" y="6671"/>
                </a:lnTo>
                <a:lnTo>
                  <a:pt x="3868" y="6671"/>
                </a:lnTo>
                <a:lnTo>
                  <a:pt x="3868" y="6670"/>
                </a:lnTo>
                <a:lnTo>
                  <a:pt x="3868" y="6669"/>
                </a:lnTo>
                <a:lnTo>
                  <a:pt x="3867" y="6669"/>
                </a:lnTo>
                <a:lnTo>
                  <a:pt x="3867" y="6668"/>
                </a:lnTo>
                <a:lnTo>
                  <a:pt x="3867" y="6667"/>
                </a:lnTo>
                <a:lnTo>
                  <a:pt x="3866" y="6667"/>
                </a:lnTo>
                <a:lnTo>
                  <a:pt x="3866" y="6666"/>
                </a:lnTo>
                <a:lnTo>
                  <a:pt x="3866" y="6665"/>
                </a:lnTo>
                <a:lnTo>
                  <a:pt x="3865" y="6665"/>
                </a:lnTo>
                <a:lnTo>
                  <a:pt x="3864" y="6664"/>
                </a:lnTo>
                <a:lnTo>
                  <a:pt x="3864" y="6663"/>
                </a:lnTo>
                <a:lnTo>
                  <a:pt x="3863" y="6663"/>
                </a:lnTo>
                <a:lnTo>
                  <a:pt x="3863" y="6662"/>
                </a:lnTo>
                <a:lnTo>
                  <a:pt x="3862" y="6662"/>
                </a:lnTo>
                <a:lnTo>
                  <a:pt x="3862" y="6661"/>
                </a:lnTo>
                <a:lnTo>
                  <a:pt x="3862" y="6660"/>
                </a:lnTo>
                <a:lnTo>
                  <a:pt x="3861" y="6660"/>
                </a:lnTo>
                <a:lnTo>
                  <a:pt x="3861" y="6659"/>
                </a:lnTo>
                <a:lnTo>
                  <a:pt x="3861" y="6658"/>
                </a:lnTo>
                <a:lnTo>
                  <a:pt x="3861" y="6657"/>
                </a:lnTo>
                <a:lnTo>
                  <a:pt x="3861" y="6656"/>
                </a:lnTo>
                <a:lnTo>
                  <a:pt x="3862" y="6656"/>
                </a:lnTo>
                <a:lnTo>
                  <a:pt x="3862" y="6655"/>
                </a:lnTo>
                <a:lnTo>
                  <a:pt x="3863" y="6655"/>
                </a:lnTo>
                <a:lnTo>
                  <a:pt x="3863" y="6654"/>
                </a:lnTo>
                <a:lnTo>
                  <a:pt x="3864" y="6654"/>
                </a:lnTo>
                <a:lnTo>
                  <a:pt x="3864" y="6653"/>
                </a:lnTo>
                <a:lnTo>
                  <a:pt x="3863" y="6653"/>
                </a:lnTo>
                <a:lnTo>
                  <a:pt x="3862" y="6653"/>
                </a:lnTo>
                <a:lnTo>
                  <a:pt x="3862" y="6654"/>
                </a:lnTo>
                <a:lnTo>
                  <a:pt x="3861" y="6654"/>
                </a:lnTo>
                <a:lnTo>
                  <a:pt x="3860" y="6654"/>
                </a:lnTo>
                <a:lnTo>
                  <a:pt x="3860" y="6653"/>
                </a:lnTo>
                <a:lnTo>
                  <a:pt x="3859" y="6653"/>
                </a:lnTo>
                <a:lnTo>
                  <a:pt x="3858" y="6653"/>
                </a:lnTo>
                <a:lnTo>
                  <a:pt x="3858" y="6652"/>
                </a:lnTo>
                <a:lnTo>
                  <a:pt x="3857" y="6652"/>
                </a:lnTo>
                <a:lnTo>
                  <a:pt x="3856" y="6652"/>
                </a:lnTo>
                <a:lnTo>
                  <a:pt x="3855" y="6652"/>
                </a:lnTo>
                <a:lnTo>
                  <a:pt x="3853" y="6652"/>
                </a:lnTo>
                <a:lnTo>
                  <a:pt x="3853" y="6653"/>
                </a:lnTo>
                <a:lnTo>
                  <a:pt x="3853" y="6652"/>
                </a:lnTo>
                <a:lnTo>
                  <a:pt x="3852" y="6652"/>
                </a:lnTo>
                <a:lnTo>
                  <a:pt x="3852" y="6651"/>
                </a:lnTo>
                <a:lnTo>
                  <a:pt x="3851" y="6651"/>
                </a:lnTo>
                <a:lnTo>
                  <a:pt x="3851" y="6650"/>
                </a:lnTo>
                <a:lnTo>
                  <a:pt x="3850" y="6650"/>
                </a:lnTo>
                <a:lnTo>
                  <a:pt x="3849" y="6650"/>
                </a:lnTo>
                <a:lnTo>
                  <a:pt x="3848" y="6650"/>
                </a:lnTo>
                <a:lnTo>
                  <a:pt x="3847" y="6650"/>
                </a:lnTo>
                <a:lnTo>
                  <a:pt x="3846" y="6650"/>
                </a:lnTo>
                <a:lnTo>
                  <a:pt x="3845" y="6650"/>
                </a:lnTo>
                <a:lnTo>
                  <a:pt x="3845" y="6651"/>
                </a:lnTo>
                <a:lnTo>
                  <a:pt x="3844" y="6651"/>
                </a:lnTo>
                <a:lnTo>
                  <a:pt x="3843" y="6651"/>
                </a:lnTo>
                <a:lnTo>
                  <a:pt x="3843" y="6652"/>
                </a:lnTo>
                <a:lnTo>
                  <a:pt x="3843" y="6653"/>
                </a:lnTo>
                <a:lnTo>
                  <a:pt x="3844" y="6654"/>
                </a:lnTo>
                <a:lnTo>
                  <a:pt x="3844" y="6655"/>
                </a:lnTo>
                <a:lnTo>
                  <a:pt x="3845" y="6655"/>
                </a:lnTo>
                <a:lnTo>
                  <a:pt x="3846" y="6655"/>
                </a:lnTo>
                <a:lnTo>
                  <a:pt x="3846" y="6656"/>
                </a:lnTo>
                <a:lnTo>
                  <a:pt x="3845" y="6656"/>
                </a:lnTo>
                <a:lnTo>
                  <a:pt x="3844" y="6656"/>
                </a:lnTo>
                <a:lnTo>
                  <a:pt x="3843" y="6656"/>
                </a:lnTo>
                <a:lnTo>
                  <a:pt x="3843" y="6657"/>
                </a:lnTo>
                <a:lnTo>
                  <a:pt x="3843" y="6658"/>
                </a:lnTo>
                <a:lnTo>
                  <a:pt x="3842" y="6658"/>
                </a:lnTo>
                <a:lnTo>
                  <a:pt x="3841" y="6658"/>
                </a:lnTo>
                <a:lnTo>
                  <a:pt x="3840" y="6658"/>
                </a:lnTo>
                <a:lnTo>
                  <a:pt x="3839" y="6658"/>
                </a:lnTo>
                <a:lnTo>
                  <a:pt x="3838" y="6658"/>
                </a:lnTo>
                <a:lnTo>
                  <a:pt x="3837" y="6658"/>
                </a:lnTo>
                <a:lnTo>
                  <a:pt x="3837" y="6657"/>
                </a:lnTo>
                <a:lnTo>
                  <a:pt x="3837" y="6656"/>
                </a:lnTo>
                <a:lnTo>
                  <a:pt x="3838" y="6656"/>
                </a:lnTo>
                <a:lnTo>
                  <a:pt x="3837" y="6656"/>
                </a:lnTo>
                <a:lnTo>
                  <a:pt x="3837" y="6655"/>
                </a:lnTo>
                <a:lnTo>
                  <a:pt x="3836" y="6655"/>
                </a:lnTo>
                <a:lnTo>
                  <a:pt x="3836" y="6654"/>
                </a:lnTo>
                <a:lnTo>
                  <a:pt x="3835" y="6654"/>
                </a:lnTo>
                <a:lnTo>
                  <a:pt x="3834" y="6654"/>
                </a:lnTo>
                <a:lnTo>
                  <a:pt x="3834" y="6653"/>
                </a:lnTo>
                <a:lnTo>
                  <a:pt x="3833" y="6653"/>
                </a:lnTo>
                <a:lnTo>
                  <a:pt x="3833" y="6652"/>
                </a:lnTo>
                <a:lnTo>
                  <a:pt x="3832" y="6652"/>
                </a:lnTo>
                <a:lnTo>
                  <a:pt x="3831" y="6652"/>
                </a:lnTo>
                <a:lnTo>
                  <a:pt x="3830" y="6652"/>
                </a:lnTo>
                <a:lnTo>
                  <a:pt x="3829" y="6652"/>
                </a:lnTo>
                <a:lnTo>
                  <a:pt x="3828" y="6652"/>
                </a:lnTo>
                <a:lnTo>
                  <a:pt x="3827" y="6652"/>
                </a:lnTo>
                <a:lnTo>
                  <a:pt x="3827" y="6651"/>
                </a:lnTo>
                <a:lnTo>
                  <a:pt x="3826" y="6651"/>
                </a:lnTo>
                <a:lnTo>
                  <a:pt x="3826" y="6650"/>
                </a:lnTo>
                <a:lnTo>
                  <a:pt x="3825" y="6650"/>
                </a:lnTo>
                <a:lnTo>
                  <a:pt x="3824" y="6649"/>
                </a:lnTo>
                <a:lnTo>
                  <a:pt x="3824" y="6648"/>
                </a:lnTo>
                <a:lnTo>
                  <a:pt x="3823" y="6648"/>
                </a:lnTo>
                <a:lnTo>
                  <a:pt x="3822" y="6648"/>
                </a:lnTo>
                <a:lnTo>
                  <a:pt x="3821" y="6648"/>
                </a:lnTo>
                <a:lnTo>
                  <a:pt x="3820" y="6648"/>
                </a:lnTo>
                <a:lnTo>
                  <a:pt x="3819" y="6648"/>
                </a:lnTo>
                <a:lnTo>
                  <a:pt x="3818" y="6648"/>
                </a:lnTo>
                <a:lnTo>
                  <a:pt x="3818" y="6649"/>
                </a:lnTo>
                <a:lnTo>
                  <a:pt x="3817" y="6648"/>
                </a:lnTo>
                <a:lnTo>
                  <a:pt x="3817" y="6649"/>
                </a:lnTo>
                <a:lnTo>
                  <a:pt x="3816" y="6649"/>
                </a:lnTo>
                <a:lnTo>
                  <a:pt x="3815" y="6650"/>
                </a:lnTo>
                <a:lnTo>
                  <a:pt x="3816" y="6651"/>
                </a:lnTo>
                <a:lnTo>
                  <a:pt x="3816" y="6652"/>
                </a:lnTo>
                <a:lnTo>
                  <a:pt x="3815" y="6653"/>
                </a:lnTo>
                <a:lnTo>
                  <a:pt x="3815" y="6654"/>
                </a:lnTo>
                <a:lnTo>
                  <a:pt x="3814" y="6654"/>
                </a:lnTo>
                <a:lnTo>
                  <a:pt x="3813" y="6654"/>
                </a:lnTo>
                <a:lnTo>
                  <a:pt x="3812" y="6653"/>
                </a:lnTo>
                <a:lnTo>
                  <a:pt x="3812" y="6654"/>
                </a:lnTo>
                <a:lnTo>
                  <a:pt x="3812" y="6653"/>
                </a:lnTo>
                <a:lnTo>
                  <a:pt x="3811" y="6653"/>
                </a:lnTo>
                <a:lnTo>
                  <a:pt x="3810" y="6653"/>
                </a:lnTo>
                <a:lnTo>
                  <a:pt x="3810" y="6652"/>
                </a:lnTo>
                <a:lnTo>
                  <a:pt x="3809" y="6653"/>
                </a:lnTo>
                <a:lnTo>
                  <a:pt x="3809" y="6652"/>
                </a:lnTo>
                <a:lnTo>
                  <a:pt x="3810" y="6652"/>
                </a:lnTo>
                <a:lnTo>
                  <a:pt x="3810" y="6651"/>
                </a:lnTo>
                <a:lnTo>
                  <a:pt x="3811" y="6651"/>
                </a:lnTo>
                <a:lnTo>
                  <a:pt x="3811" y="6650"/>
                </a:lnTo>
                <a:lnTo>
                  <a:pt x="3811" y="6649"/>
                </a:lnTo>
                <a:lnTo>
                  <a:pt x="3810" y="6649"/>
                </a:lnTo>
                <a:lnTo>
                  <a:pt x="3811" y="6649"/>
                </a:lnTo>
                <a:lnTo>
                  <a:pt x="3811" y="6648"/>
                </a:lnTo>
                <a:lnTo>
                  <a:pt x="3811" y="6647"/>
                </a:lnTo>
                <a:lnTo>
                  <a:pt x="3810" y="6647"/>
                </a:lnTo>
                <a:lnTo>
                  <a:pt x="3810" y="6646"/>
                </a:lnTo>
                <a:lnTo>
                  <a:pt x="3809" y="6646"/>
                </a:lnTo>
                <a:lnTo>
                  <a:pt x="3809" y="6647"/>
                </a:lnTo>
                <a:lnTo>
                  <a:pt x="3808" y="6647"/>
                </a:lnTo>
                <a:lnTo>
                  <a:pt x="3807" y="6647"/>
                </a:lnTo>
                <a:lnTo>
                  <a:pt x="3807" y="6646"/>
                </a:lnTo>
                <a:lnTo>
                  <a:pt x="3806" y="6646"/>
                </a:lnTo>
                <a:lnTo>
                  <a:pt x="3806" y="6645"/>
                </a:lnTo>
                <a:lnTo>
                  <a:pt x="3805" y="6645"/>
                </a:lnTo>
                <a:lnTo>
                  <a:pt x="3805" y="6644"/>
                </a:lnTo>
                <a:lnTo>
                  <a:pt x="3805" y="6643"/>
                </a:lnTo>
                <a:lnTo>
                  <a:pt x="3804" y="6643"/>
                </a:lnTo>
                <a:lnTo>
                  <a:pt x="3803" y="6643"/>
                </a:lnTo>
                <a:lnTo>
                  <a:pt x="3803" y="6642"/>
                </a:lnTo>
                <a:lnTo>
                  <a:pt x="3803" y="6641"/>
                </a:lnTo>
                <a:lnTo>
                  <a:pt x="3803" y="6640"/>
                </a:lnTo>
                <a:lnTo>
                  <a:pt x="3802" y="6640"/>
                </a:lnTo>
                <a:lnTo>
                  <a:pt x="3801" y="6640"/>
                </a:lnTo>
                <a:lnTo>
                  <a:pt x="3800" y="6640"/>
                </a:lnTo>
                <a:lnTo>
                  <a:pt x="3799" y="6640"/>
                </a:lnTo>
                <a:lnTo>
                  <a:pt x="3799" y="6641"/>
                </a:lnTo>
                <a:lnTo>
                  <a:pt x="3798" y="6641"/>
                </a:lnTo>
                <a:lnTo>
                  <a:pt x="3798" y="6642"/>
                </a:lnTo>
                <a:lnTo>
                  <a:pt x="3797" y="6642"/>
                </a:lnTo>
                <a:lnTo>
                  <a:pt x="3797" y="6641"/>
                </a:lnTo>
                <a:lnTo>
                  <a:pt x="3797" y="6642"/>
                </a:lnTo>
                <a:lnTo>
                  <a:pt x="3796" y="6641"/>
                </a:lnTo>
                <a:lnTo>
                  <a:pt x="3796" y="6642"/>
                </a:lnTo>
                <a:lnTo>
                  <a:pt x="3795" y="6642"/>
                </a:lnTo>
                <a:lnTo>
                  <a:pt x="3795" y="6641"/>
                </a:lnTo>
                <a:lnTo>
                  <a:pt x="3795" y="6640"/>
                </a:lnTo>
                <a:lnTo>
                  <a:pt x="3794" y="6640"/>
                </a:lnTo>
                <a:lnTo>
                  <a:pt x="3794" y="6639"/>
                </a:lnTo>
                <a:lnTo>
                  <a:pt x="3793" y="6639"/>
                </a:lnTo>
                <a:lnTo>
                  <a:pt x="3793" y="6638"/>
                </a:lnTo>
                <a:lnTo>
                  <a:pt x="3792" y="6638"/>
                </a:lnTo>
                <a:lnTo>
                  <a:pt x="3791" y="6638"/>
                </a:lnTo>
                <a:lnTo>
                  <a:pt x="3791" y="6639"/>
                </a:lnTo>
                <a:lnTo>
                  <a:pt x="3790" y="6639"/>
                </a:lnTo>
                <a:lnTo>
                  <a:pt x="3789" y="6640"/>
                </a:lnTo>
                <a:lnTo>
                  <a:pt x="3788" y="6640"/>
                </a:lnTo>
                <a:lnTo>
                  <a:pt x="3788" y="6639"/>
                </a:lnTo>
                <a:lnTo>
                  <a:pt x="3787" y="6639"/>
                </a:lnTo>
                <a:lnTo>
                  <a:pt x="3787" y="6638"/>
                </a:lnTo>
                <a:lnTo>
                  <a:pt x="3786" y="6638"/>
                </a:lnTo>
                <a:lnTo>
                  <a:pt x="3786" y="6637"/>
                </a:lnTo>
                <a:lnTo>
                  <a:pt x="3785" y="6637"/>
                </a:lnTo>
                <a:lnTo>
                  <a:pt x="3785" y="6638"/>
                </a:lnTo>
                <a:lnTo>
                  <a:pt x="3784" y="6638"/>
                </a:lnTo>
                <a:lnTo>
                  <a:pt x="3784" y="6639"/>
                </a:lnTo>
                <a:lnTo>
                  <a:pt x="3784" y="6638"/>
                </a:lnTo>
                <a:lnTo>
                  <a:pt x="3783" y="6638"/>
                </a:lnTo>
                <a:lnTo>
                  <a:pt x="3782" y="6638"/>
                </a:lnTo>
                <a:lnTo>
                  <a:pt x="3781" y="6638"/>
                </a:lnTo>
                <a:lnTo>
                  <a:pt x="3780" y="6638"/>
                </a:lnTo>
                <a:lnTo>
                  <a:pt x="3780" y="6639"/>
                </a:lnTo>
                <a:lnTo>
                  <a:pt x="3779" y="6640"/>
                </a:lnTo>
                <a:lnTo>
                  <a:pt x="3779" y="6641"/>
                </a:lnTo>
                <a:lnTo>
                  <a:pt x="3779" y="6640"/>
                </a:lnTo>
                <a:lnTo>
                  <a:pt x="3778" y="6640"/>
                </a:lnTo>
                <a:lnTo>
                  <a:pt x="3778" y="6639"/>
                </a:lnTo>
                <a:lnTo>
                  <a:pt x="3777" y="6639"/>
                </a:lnTo>
                <a:lnTo>
                  <a:pt x="3776" y="6639"/>
                </a:lnTo>
                <a:lnTo>
                  <a:pt x="3776" y="6638"/>
                </a:lnTo>
                <a:lnTo>
                  <a:pt x="3775" y="6638"/>
                </a:lnTo>
                <a:lnTo>
                  <a:pt x="3775" y="6637"/>
                </a:lnTo>
                <a:lnTo>
                  <a:pt x="3774" y="6637"/>
                </a:lnTo>
                <a:lnTo>
                  <a:pt x="3774" y="6636"/>
                </a:lnTo>
                <a:lnTo>
                  <a:pt x="3773" y="6636"/>
                </a:lnTo>
                <a:lnTo>
                  <a:pt x="3773" y="6635"/>
                </a:lnTo>
                <a:lnTo>
                  <a:pt x="3774" y="6635"/>
                </a:lnTo>
                <a:lnTo>
                  <a:pt x="3773" y="6634"/>
                </a:lnTo>
                <a:lnTo>
                  <a:pt x="3772" y="6634"/>
                </a:lnTo>
                <a:lnTo>
                  <a:pt x="3771" y="6634"/>
                </a:lnTo>
                <a:lnTo>
                  <a:pt x="3771" y="6633"/>
                </a:lnTo>
                <a:lnTo>
                  <a:pt x="3771" y="6632"/>
                </a:lnTo>
                <a:lnTo>
                  <a:pt x="3770" y="6632"/>
                </a:lnTo>
                <a:lnTo>
                  <a:pt x="3769" y="6632"/>
                </a:lnTo>
                <a:lnTo>
                  <a:pt x="3769" y="6633"/>
                </a:lnTo>
                <a:lnTo>
                  <a:pt x="3768" y="6633"/>
                </a:lnTo>
                <a:lnTo>
                  <a:pt x="3767" y="6634"/>
                </a:lnTo>
                <a:lnTo>
                  <a:pt x="3766" y="6634"/>
                </a:lnTo>
                <a:lnTo>
                  <a:pt x="3766" y="6635"/>
                </a:lnTo>
                <a:lnTo>
                  <a:pt x="3766" y="6636"/>
                </a:lnTo>
                <a:lnTo>
                  <a:pt x="3765" y="6636"/>
                </a:lnTo>
                <a:lnTo>
                  <a:pt x="3764" y="6636"/>
                </a:lnTo>
                <a:lnTo>
                  <a:pt x="3764" y="6637"/>
                </a:lnTo>
                <a:lnTo>
                  <a:pt x="3763" y="6637"/>
                </a:lnTo>
                <a:lnTo>
                  <a:pt x="3763" y="6636"/>
                </a:lnTo>
                <a:lnTo>
                  <a:pt x="3762" y="6637"/>
                </a:lnTo>
                <a:lnTo>
                  <a:pt x="3762" y="6638"/>
                </a:lnTo>
                <a:lnTo>
                  <a:pt x="3761" y="6638"/>
                </a:lnTo>
                <a:lnTo>
                  <a:pt x="3760" y="6638"/>
                </a:lnTo>
                <a:lnTo>
                  <a:pt x="3760" y="6637"/>
                </a:lnTo>
                <a:lnTo>
                  <a:pt x="3759" y="6637"/>
                </a:lnTo>
                <a:lnTo>
                  <a:pt x="3758" y="6637"/>
                </a:lnTo>
                <a:lnTo>
                  <a:pt x="3758" y="6638"/>
                </a:lnTo>
                <a:lnTo>
                  <a:pt x="3757" y="6638"/>
                </a:lnTo>
                <a:lnTo>
                  <a:pt x="3757" y="6639"/>
                </a:lnTo>
                <a:lnTo>
                  <a:pt x="3756" y="6639"/>
                </a:lnTo>
                <a:lnTo>
                  <a:pt x="3756" y="6638"/>
                </a:lnTo>
                <a:lnTo>
                  <a:pt x="3756" y="6639"/>
                </a:lnTo>
                <a:lnTo>
                  <a:pt x="3755" y="6639"/>
                </a:lnTo>
                <a:lnTo>
                  <a:pt x="3754" y="6639"/>
                </a:lnTo>
                <a:lnTo>
                  <a:pt x="3753" y="6639"/>
                </a:lnTo>
                <a:lnTo>
                  <a:pt x="3753" y="6638"/>
                </a:lnTo>
                <a:lnTo>
                  <a:pt x="3752" y="6638"/>
                </a:lnTo>
                <a:lnTo>
                  <a:pt x="3751" y="6638"/>
                </a:lnTo>
                <a:lnTo>
                  <a:pt x="3750" y="6637"/>
                </a:lnTo>
                <a:lnTo>
                  <a:pt x="3749" y="6637"/>
                </a:lnTo>
                <a:lnTo>
                  <a:pt x="3748" y="6637"/>
                </a:lnTo>
                <a:lnTo>
                  <a:pt x="3748" y="6638"/>
                </a:lnTo>
                <a:lnTo>
                  <a:pt x="3747" y="6639"/>
                </a:lnTo>
                <a:lnTo>
                  <a:pt x="3746" y="6639"/>
                </a:lnTo>
                <a:lnTo>
                  <a:pt x="3745" y="6639"/>
                </a:lnTo>
                <a:lnTo>
                  <a:pt x="3744" y="6639"/>
                </a:lnTo>
                <a:lnTo>
                  <a:pt x="3744" y="6638"/>
                </a:lnTo>
                <a:lnTo>
                  <a:pt x="3743" y="6638"/>
                </a:lnTo>
                <a:lnTo>
                  <a:pt x="3743" y="6639"/>
                </a:lnTo>
                <a:lnTo>
                  <a:pt x="3742" y="6638"/>
                </a:lnTo>
                <a:lnTo>
                  <a:pt x="3741" y="6638"/>
                </a:lnTo>
                <a:lnTo>
                  <a:pt x="3741" y="6639"/>
                </a:lnTo>
                <a:lnTo>
                  <a:pt x="3740" y="6639"/>
                </a:lnTo>
                <a:lnTo>
                  <a:pt x="3740" y="6638"/>
                </a:lnTo>
                <a:lnTo>
                  <a:pt x="3739" y="6638"/>
                </a:lnTo>
                <a:lnTo>
                  <a:pt x="3739" y="6637"/>
                </a:lnTo>
                <a:lnTo>
                  <a:pt x="3738" y="6637"/>
                </a:lnTo>
                <a:lnTo>
                  <a:pt x="3737" y="6637"/>
                </a:lnTo>
                <a:lnTo>
                  <a:pt x="3736" y="6637"/>
                </a:lnTo>
                <a:lnTo>
                  <a:pt x="3736" y="6636"/>
                </a:lnTo>
                <a:lnTo>
                  <a:pt x="3735" y="6636"/>
                </a:lnTo>
                <a:lnTo>
                  <a:pt x="3736" y="6636"/>
                </a:lnTo>
                <a:lnTo>
                  <a:pt x="3735" y="6636"/>
                </a:lnTo>
                <a:lnTo>
                  <a:pt x="3735" y="6635"/>
                </a:lnTo>
                <a:lnTo>
                  <a:pt x="3734" y="6635"/>
                </a:lnTo>
                <a:lnTo>
                  <a:pt x="3733" y="6635"/>
                </a:lnTo>
                <a:lnTo>
                  <a:pt x="3732" y="6635"/>
                </a:lnTo>
                <a:lnTo>
                  <a:pt x="3732" y="6636"/>
                </a:lnTo>
                <a:lnTo>
                  <a:pt x="3731" y="6636"/>
                </a:lnTo>
                <a:lnTo>
                  <a:pt x="3731" y="6637"/>
                </a:lnTo>
                <a:lnTo>
                  <a:pt x="3730" y="6637"/>
                </a:lnTo>
                <a:lnTo>
                  <a:pt x="3729" y="6636"/>
                </a:lnTo>
                <a:lnTo>
                  <a:pt x="3729" y="6635"/>
                </a:lnTo>
                <a:lnTo>
                  <a:pt x="3728" y="6635"/>
                </a:lnTo>
                <a:lnTo>
                  <a:pt x="3727" y="6635"/>
                </a:lnTo>
                <a:lnTo>
                  <a:pt x="3727" y="6634"/>
                </a:lnTo>
                <a:lnTo>
                  <a:pt x="3727" y="6635"/>
                </a:lnTo>
                <a:lnTo>
                  <a:pt x="3726" y="6634"/>
                </a:lnTo>
                <a:lnTo>
                  <a:pt x="3725" y="6634"/>
                </a:lnTo>
                <a:lnTo>
                  <a:pt x="3724" y="6634"/>
                </a:lnTo>
                <a:lnTo>
                  <a:pt x="3724" y="6633"/>
                </a:lnTo>
                <a:lnTo>
                  <a:pt x="3723" y="6633"/>
                </a:lnTo>
                <a:lnTo>
                  <a:pt x="3722" y="6633"/>
                </a:lnTo>
                <a:lnTo>
                  <a:pt x="3721" y="6633"/>
                </a:lnTo>
                <a:lnTo>
                  <a:pt x="3721" y="6632"/>
                </a:lnTo>
                <a:lnTo>
                  <a:pt x="3720" y="6632"/>
                </a:lnTo>
                <a:lnTo>
                  <a:pt x="3720" y="6631"/>
                </a:lnTo>
                <a:lnTo>
                  <a:pt x="3719" y="6631"/>
                </a:lnTo>
                <a:lnTo>
                  <a:pt x="3719" y="6630"/>
                </a:lnTo>
                <a:lnTo>
                  <a:pt x="3719" y="6631"/>
                </a:lnTo>
                <a:lnTo>
                  <a:pt x="3718" y="6631"/>
                </a:lnTo>
                <a:lnTo>
                  <a:pt x="3717" y="6631"/>
                </a:lnTo>
                <a:lnTo>
                  <a:pt x="3717" y="6630"/>
                </a:lnTo>
                <a:lnTo>
                  <a:pt x="3716" y="6630"/>
                </a:lnTo>
                <a:lnTo>
                  <a:pt x="3716" y="6629"/>
                </a:lnTo>
                <a:lnTo>
                  <a:pt x="3715" y="6629"/>
                </a:lnTo>
                <a:lnTo>
                  <a:pt x="3715" y="6628"/>
                </a:lnTo>
                <a:lnTo>
                  <a:pt x="3714" y="6628"/>
                </a:lnTo>
                <a:lnTo>
                  <a:pt x="3714" y="6627"/>
                </a:lnTo>
                <a:lnTo>
                  <a:pt x="3713" y="6627"/>
                </a:lnTo>
                <a:lnTo>
                  <a:pt x="3713" y="6626"/>
                </a:lnTo>
                <a:lnTo>
                  <a:pt x="3712" y="6626"/>
                </a:lnTo>
                <a:lnTo>
                  <a:pt x="3711" y="6626"/>
                </a:lnTo>
                <a:lnTo>
                  <a:pt x="3711" y="6625"/>
                </a:lnTo>
                <a:lnTo>
                  <a:pt x="3710" y="6625"/>
                </a:lnTo>
                <a:lnTo>
                  <a:pt x="3710" y="6624"/>
                </a:lnTo>
                <a:lnTo>
                  <a:pt x="3709" y="6624"/>
                </a:lnTo>
                <a:lnTo>
                  <a:pt x="3709" y="6623"/>
                </a:lnTo>
                <a:lnTo>
                  <a:pt x="3709" y="6622"/>
                </a:lnTo>
                <a:lnTo>
                  <a:pt x="3710" y="6622"/>
                </a:lnTo>
                <a:lnTo>
                  <a:pt x="3711" y="6623"/>
                </a:lnTo>
                <a:lnTo>
                  <a:pt x="3711" y="6622"/>
                </a:lnTo>
                <a:lnTo>
                  <a:pt x="3712" y="6622"/>
                </a:lnTo>
                <a:lnTo>
                  <a:pt x="3713" y="6622"/>
                </a:lnTo>
                <a:lnTo>
                  <a:pt x="3713" y="6623"/>
                </a:lnTo>
                <a:lnTo>
                  <a:pt x="3714" y="6623"/>
                </a:lnTo>
                <a:lnTo>
                  <a:pt x="3715" y="6623"/>
                </a:lnTo>
                <a:lnTo>
                  <a:pt x="3716" y="6623"/>
                </a:lnTo>
                <a:lnTo>
                  <a:pt x="3717" y="6623"/>
                </a:lnTo>
                <a:lnTo>
                  <a:pt x="3717" y="6622"/>
                </a:lnTo>
                <a:lnTo>
                  <a:pt x="3718" y="6622"/>
                </a:lnTo>
                <a:lnTo>
                  <a:pt x="3717" y="6621"/>
                </a:lnTo>
                <a:lnTo>
                  <a:pt x="3716" y="6622"/>
                </a:lnTo>
                <a:lnTo>
                  <a:pt x="3715" y="6622"/>
                </a:lnTo>
                <a:lnTo>
                  <a:pt x="3715" y="6621"/>
                </a:lnTo>
                <a:lnTo>
                  <a:pt x="3714" y="6621"/>
                </a:lnTo>
                <a:lnTo>
                  <a:pt x="3713" y="6621"/>
                </a:lnTo>
                <a:lnTo>
                  <a:pt x="3713" y="6620"/>
                </a:lnTo>
                <a:lnTo>
                  <a:pt x="3713" y="6619"/>
                </a:lnTo>
                <a:lnTo>
                  <a:pt x="3713" y="6618"/>
                </a:lnTo>
                <a:lnTo>
                  <a:pt x="3714" y="6617"/>
                </a:lnTo>
                <a:lnTo>
                  <a:pt x="3715" y="6616"/>
                </a:lnTo>
                <a:lnTo>
                  <a:pt x="3716" y="6616"/>
                </a:lnTo>
                <a:lnTo>
                  <a:pt x="3716" y="6614"/>
                </a:lnTo>
                <a:lnTo>
                  <a:pt x="3717" y="6614"/>
                </a:lnTo>
                <a:lnTo>
                  <a:pt x="3717" y="6615"/>
                </a:lnTo>
                <a:lnTo>
                  <a:pt x="3717" y="6614"/>
                </a:lnTo>
                <a:lnTo>
                  <a:pt x="3717" y="6613"/>
                </a:lnTo>
                <a:lnTo>
                  <a:pt x="3718" y="6613"/>
                </a:lnTo>
                <a:lnTo>
                  <a:pt x="3718" y="6612"/>
                </a:lnTo>
                <a:lnTo>
                  <a:pt x="3719" y="6612"/>
                </a:lnTo>
                <a:lnTo>
                  <a:pt x="3719" y="6611"/>
                </a:lnTo>
                <a:lnTo>
                  <a:pt x="3719" y="6610"/>
                </a:lnTo>
                <a:lnTo>
                  <a:pt x="3720" y="6610"/>
                </a:lnTo>
                <a:lnTo>
                  <a:pt x="3720" y="6609"/>
                </a:lnTo>
                <a:lnTo>
                  <a:pt x="3721" y="6609"/>
                </a:lnTo>
                <a:lnTo>
                  <a:pt x="3722" y="6609"/>
                </a:lnTo>
                <a:lnTo>
                  <a:pt x="3723" y="6609"/>
                </a:lnTo>
                <a:lnTo>
                  <a:pt x="3723" y="6608"/>
                </a:lnTo>
                <a:lnTo>
                  <a:pt x="3724" y="6608"/>
                </a:lnTo>
                <a:lnTo>
                  <a:pt x="3724" y="6607"/>
                </a:lnTo>
                <a:lnTo>
                  <a:pt x="3725" y="6607"/>
                </a:lnTo>
                <a:lnTo>
                  <a:pt x="3725" y="6606"/>
                </a:lnTo>
                <a:lnTo>
                  <a:pt x="3725" y="6605"/>
                </a:lnTo>
                <a:lnTo>
                  <a:pt x="3725" y="6604"/>
                </a:lnTo>
                <a:lnTo>
                  <a:pt x="3724" y="6604"/>
                </a:lnTo>
                <a:lnTo>
                  <a:pt x="3724" y="6603"/>
                </a:lnTo>
                <a:lnTo>
                  <a:pt x="3725" y="6603"/>
                </a:lnTo>
                <a:lnTo>
                  <a:pt x="3725" y="6602"/>
                </a:lnTo>
                <a:lnTo>
                  <a:pt x="3725" y="6601"/>
                </a:lnTo>
                <a:lnTo>
                  <a:pt x="3725" y="6600"/>
                </a:lnTo>
                <a:lnTo>
                  <a:pt x="3725" y="6598"/>
                </a:lnTo>
                <a:lnTo>
                  <a:pt x="3725" y="6597"/>
                </a:lnTo>
                <a:lnTo>
                  <a:pt x="3726" y="6597"/>
                </a:lnTo>
                <a:lnTo>
                  <a:pt x="3726" y="6596"/>
                </a:lnTo>
                <a:lnTo>
                  <a:pt x="3726" y="6595"/>
                </a:lnTo>
                <a:lnTo>
                  <a:pt x="3727" y="6594"/>
                </a:lnTo>
                <a:lnTo>
                  <a:pt x="3728" y="6594"/>
                </a:lnTo>
                <a:lnTo>
                  <a:pt x="3728" y="6593"/>
                </a:lnTo>
                <a:lnTo>
                  <a:pt x="3729" y="6593"/>
                </a:lnTo>
                <a:lnTo>
                  <a:pt x="3729" y="6592"/>
                </a:lnTo>
                <a:lnTo>
                  <a:pt x="3729" y="6591"/>
                </a:lnTo>
                <a:lnTo>
                  <a:pt x="3730" y="6590"/>
                </a:lnTo>
                <a:lnTo>
                  <a:pt x="3730" y="6589"/>
                </a:lnTo>
                <a:lnTo>
                  <a:pt x="3731" y="6589"/>
                </a:lnTo>
                <a:lnTo>
                  <a:pt x="3732" y="6589"/>
                </a:lnTo>
                <a:lnTo>
                  <a:pt x="3732" y="6588"/>
                </a:lnTo>
                <a:lnTo>
                  <a:pt x="3733" y="6588"/>
                </a:lnTo>
                <a:lnTo>
                  <a:pt x="3734" y="6588"/>
                </a:lnTo>
                <a:lnTo>
                  <a:pt x="3734" y="6587"/>
                </a:lnTo>
                <a:lnTo>
                  <a:pt x="3734" y="6586"/>
                </a:lnTo>
                <a:lnTo>
                  <a:pt x="3734" y="6585"/>
                </a:lnTo>
                <a:lnTo>
                  <a:pt x="3735" y="6585"/>
                </a:lnTo>
                <a:lnTo>
                  <a:pt x="3734" y="6585"/>
                </a:lnTo>
                <a:lnTo>
                  <a:pt x="3734" y="6584"/>
                </a:lnTo>
                <a:lnTo>
                  <a:pt x="3734" y="6583"/>
                </a:lnTo>
                <a:lnTo>
                  <a:pt x="3733" y="6583"/>
                </a:lnTo>
                <a:lnTo>
                  <a:pt x="3733" y="6582"/>
                </a:lnTo>
                <a:lnTo>
                  <a:pt x="3732" y="6582"/>
                </a:lnTo>
                <a:lnTo>
                  <a:pt x="3732" y="6581"/>
                </a:lnTo>
                <a:lnTo>
                  <a:pt x="3731" y="6581"/>
                </a:lnTo>
                <a:lnTo>
                  <a:pt x="3730" y="6581"/>
                </a:lnTo>
                <a:lnTo>
                  <a:pt x="3730" y="6580"/>
                </a:lnTo>
                <a:lnTo>
                  <a:pt x="3730" y="6579"/>
                </a:lnTo>
                <a:lnTo>
                  <a:pt x="3729" y="6579"/>
                </a:lnTo>
                <a:lnTo>
                  <a:pt x="3729" y="6578"/>
                </a:lnTo>
                <a:lnTo>
                  <a:pt x="3730" y="6578"/>
                </a:lnTo>
                <a:lnTo>
                  <a:pt x="3730" y="6577"/>
                </a:lnTo>
                <a:lnTo>
                  <a:pt x="3731" y="6577"/>
                </a:lnTo>
                <a:lnTo>
                  <a:pt x="3732" y="6577"/>
                </a:lnTo>
                <a:lnTo>
                  <a:pt x="3733" y="6577"/>
                </a:lnTo>
                <a:lnTo>
                  <a:pt x="3734" y="6577"/>
                </a:lnTo>
                <a:lnTo>
                  <a:pt x="3735" y="6576"/>
                </a:lnTo>
                <a:lnTo>
                  <a:pt x="3736" y="6576"/>
                </a:lnTo>
                <a:lnTo>
                  <a:pt x="3736" y="6575"/>
                </a:lnTo>
                <a:lnTo>
                  <a:pt x="3737" y="6575"/>
                </a:lnTo>
                <a:lnTo>
                  <a:pt x="3738" y="6575"/>
                </a:lnTo>
                <a:lnTo>
                  <a:pt x="3738" y="6574"/>
                </a:lnTo>
                <a:lnTo>
                  <a:pt x="3739" y="6574"/>
                </a:lnTo>
                <a:lnTo>
                  <a:pt x="3739" y="6573"/>
                </a:lnTo>
                <a:lnTo>
                  <a:pt x="3740" y="6573"/>
                </a:lnTo>
                <a:lnTo>
                  <a:pt x="3740" y="6572"/>
                </a:lnTo>
                <a:lnTo>
                  <a:pt x="3741" y="6572"/>
                </a:lnTo>
                <a:lnTo>
                  <a:pt x="3741" y="6571"/>
                </a:lnTo>
                <a:lnTo>
                  <a:pt x="3741" y="6570"/>
                </a:lnTo>
                <a:lnTo>
                  <a:pt x="3742" y="6570"/>
                </a:lnTo>
                <a:lnTo>
                  <a:pt x="3742" y="6569"/>
                </a:lnTo>
                <a:lnTo>
                  <a:pt x="3743" y="6569"/>
                </a:lnTo>
                <a:lnTo>
                  <a:pt x="3744" y="6569"/>
                </a:lnTo>
                <a:lnTo>
                  <a:pt x="3744" y="6568"/>
                </a:lnTo>
                <a:lnTo>
                  <a:pt x="3745" y="6568"/>
                </a:lnTo>
                <a:lnTo>
                  <a:pt x="3746" y="6568"/>
                </a:lnTo>
                <a:lnTo>
                  <a:pt x="3746" y="6567"/>
                </a:lnTo>
                <a:lnTo>
                  <a:pt x="3747" y="6567"/>
                </a:lnTo>
                <a:lnTo>
                  <a:pt x="3747" y="6566"/>
                </a:lnTo>
                <a:lnTo>
                  <a:pt x="3748" y="6566"/>
                </a:lnTo>
                <a:lnTo>
                  <a:pt x="3748" y="6565"/>
                </a:lnTo>
                <a:lnTo>
                  <a:pt x="3749" y="6565"/>
                </a:lnTo>
                <a:lnTo>
                  <a:pt x="3749" y="6564"/>
                </a:lnTo>
                <a:lnTo>
                  <a:pt x="3750" y="6564"/>
                </a:lnTo>
                <a:lnTo>
                  <a:pt x="3750" y="6563"/>
                </a:lnTo>
                <a:lnTo>
                  <a:pt x="3751" y="6563"/>
                </a:lnTo>
                <a:lnTo>
                  <a:pt x="3751" y="6562"/>
                </a:lnTo>
                <a:lnTo>
                  <a:pt x="3752" y="6562"/>
                </a:lnTo>
                <a:lnTo>
                  <a:pt x="3752" y="6561"/>
                </a:lnTo>
                <a:lnTo>
                  <a:pt x="3753" y="6561"/>
                </a:lnTo>
                <a:lnTo>
                  <a:pt x="3753" y="6560"/>
                </a:lnTo>
                <a:lnTo>
                  <a:pt x="3754" y="6560"/>
                </a:lnTo>
                <a:lnTo>
                  <a:pt x="3755" y="6559"/>
                </a:lnTo>
                <a:lnTo>
                  <a:pt x="3756" y="6559"/>
                </a:lnTo>
                <a:lnTo>
                  <a:pt x="3756" y="6557"/>
                </a:lnTo>
                <a:lnTo>
                  <a:pt x="3756" y="6556"/>
                </a:lnTo>
                <a:lnTo>
                  <a:pt x="3755" y="6556"/>
                </a:lnTo>
                <a:lnTo>
                  <a:pt x="3754" y="6556"/>
                </a:lnTo>
                <a:lnTo>
                  <a:pt x="3754" y="6555"/>
                </a:lnTo>
                <a:lnTo>
                  <a:pt x="3753" y="6555"/>
                </a:lnTo>
                <a:lnTo>
                  <a:pt x="3753" y="6554"/>
                </a:lnTo>
                <a:lnTo>
                  <a:pt x="3752" y="6554"/>
                </a:lnTo>
                <a:lnTo>
                  <a:pt x="3752" y="6553"/>
                </a:lnTo>
                <a:lnTo>
                  <a:pt x="3752" y="6552"/>
                </a:lnTo>
                <a:lnTo>
                  <a:pt x="3752" y="6550"/>
                </a:lnTo>
                <a:lnTo>
                  <a:pt x="3752" y="6549"/>
                </a:lnTo>
                <a:lnTo>
                  <a:pt x="3753" y="6549"/>
                </a:lnTo>
                <a:lnTo>
                  <a:pt x="3753" y="6548"/>
                </a:lnTo>
                <a:lnTo>
                  <a:pt x="3754" y="6548"/>
                </a:lnTo>
                <a:lnTo>
                  <a:pt x="3754" y="6547"/>
                </a:lnTo>
                <a:lnTo>
                  <a:pt x="3754" y="6546"/>
                </a:lnTo>
                <a:lnTo>
                  <a:pt x="3755" y="6546"/>
                </a:lnTo>
                <a:lnTo>
                  <a:pt x="3755" y="6545"/>
                </a:lnTo>
                <a:lnTo>
                  <a:pt x="3756" y="6545"/>
                </a:lnTo>
                <a:lnTo>
                  <a:pt x="3756" y="6544"/>
                </a:lnTo>
                <a:lnTo>
                  <a:pt x="3757" y="6543"/>
                </a:lnTo>
                <a:lnTo>
                  <a:pt x="3757" y="6542"/>
                </a:lnTo>
                <a:lnTo>
                  <a:pt x="3757" y="6541"/>
                </a:lnTo>
                <a:lnTo>
                  <a:pt x="3757" y="6540"/>
                </a:lnTo>
                <a:lnTo>
                  <a:pt x="3757" y="6539"/>
                </a:lnTo>
                <a:lnTo>
                  <a:pt x="3756" y="6539"/>
                </a:lnTo>
                <a:lnTo>
                  <a:pt x="3756" y="6538"/>
                </a:lnTo>
                <a:lnTo>
                  <a:pt x="3756" y="6537"/>
                </a:lnTo>
                <a:lnTo>
                  <a:pt x="3755" y="6537"/>
                </a:lnTo>
                <a:lnTo>
                  <a:pt x="3755" y="6536"/>
                </a:lnTo>
                <a:lnTo>
                  <a:pt x="3756" y="6536"/>
                </a:lnTo>
                <a:lnTo>
                  <a:pt x="3756" y="6535"/>
                </a:lnTo>
                <a:lnTo>
                  <a:pt x="3755" y="6535"/>
                </a:lnTo>
                <a:lnTo>
                  <a:pt x="3755" y="6534"/>
                </a:lnTo>
                <a:lnTo>
                  <a:pt x="3755" y="6533"/>
                </a:lnTo>
                <a:lnTo>
                  <a:pt x="3754" y="6533"/>
                </a:lnTo>
                <a:lnTo>
                  <a:pt x="3754" y="6532"/>
                </a:lnTo>
                <a:lnTo>
                  <a:pt x="3754" y="6531"/>
                </a:lnTo>
                <a:lnTo>
                  <a:pt x="3754" y="6529"/>
                </a:lnTo>
                <a:lnTo>
                  <a:pt x="3754" y="6528"/>
                </a:lnTo>
                <a:lnTo>
                  <a:pt x="3753" y="6528"/>
                </a:lnTo>
                <a:lnTo>
                  <a:pt x="3754" y="6528"/>
                </a:lnTo>
                <a:lnTo>
                  <a:pt x="3754" y="6527"/>
                </a:lnTo>
                <a:lnTo>
                  <a:pt x="3753" y="6527"/>
                </a:lnTo>
                <a:lnTo>
                  <a:pt x="3753" y="6526"/>
                </a:lnTo>
                <a:lnTo>
                  <a:pt x="3754" y="6526"/>
                </a:lnTo>
                <a:lnTo>
                  <a:pt x="3754" y="6525"/>
                </a:lnTo>
                <a:lnTo>
                  <a:pt x="3753" y="6525"/>
                </a:lnTo>
                <a:lnTo>
                  <a:pt x="3754" y="6525"/>
                </a:lnTo>
                <a:lnTo>
                  <a:pt x="3754" y="6524"/>
                </a:lnTo>
                <a:lnTo>
                  <a:pt x="3753" y="6524"/>
                </a:lnTo>
                <a:lnTo>
                  <a:pt x="3753" y="6523"/>
                </a:lnTo>
                <a:lnTo>
                  <a:pt x="3752" y="6523"/>
                </a:lnTo>
                <a:lnTo>
                  <a:pt x="3752" y="6522"/>
                </a:lnTo>
                <a:lnTo>
                  <a:pt x="3752" y="6523"/>
                </a:lnTo>
                <a:lnTo>
                  <a:pt x="3751" y="6523"/>
                </a:lnTo>
                <a:lnTo>
                  <a:pt x="3751" y="6522"/>
                </a:lnTo>
                <a:lnTo>
                  <a:pt x="3752" y="6522"/>
                </a:lnTo>
                <a:lnTo>
                  <a:pt x="3752" y="6521"/>
                </a:lnTo>
                <a:lnTo>
                  <a:pt x="3751" y="6521"/>
                </a:lnTo>
                <a:lnTo>
                  <a:pt x="3751" y="6519"/>
                </a:lnTo>
                <a:lnTo>
                  <a:pt x="3751" y="6518"/>
                </a:lnTo>
                <a:lnTo>
                  <a:pt x="3751" y="6517"/>
                </a:lnTo>
                <a:lnTo>
                  <a:pt x="3750" y="6517"/>
                </a:lnTo>
                <a:lnTo>
                  <a:pt x="3750" y="6516"/>
                </a:lnTo>
                <a:lnTo>
                  <a:pt x="3750" y="6515"/>
                </a:lnTo>
                <a:lnTo>
                  <a:pt x="3750" y="6514"/>
                </a:lnTo>
                <a:lnTo>
                  <a:pt x="3749" y="6514"/>
                </a:lnTo>
                <a:lnTo>
                  <a:pt x="3748" y="6514"/>
                </a:lnTo>
                <a:lnTo>
                  <a:pt x="3748" y="6513"/>
                </a:lnTo>
                <a:lnTo>
                  <a:pt x="3748" y="6512"/>
                </a:lnTo>
                <a:lnTo>
                  <a:pt x="3747" y="6512"/>
                </a:lnTo>
                <a:lnTo>
                  <a:pt x="3747" y="6511"/>
                </a:lnTo>
                <a:lnTo>
                  <a:pt x="3746" y="6511"/>
                </a:lnTo>
                <a:lnTo>
                  <a:pt x="3746" y="6510"/>
                </a:lnTo>
                <a:lnTo>
                  <a:pt x="3746" y="6509"/>
                </a:lnTo>
                <a:lnTo>
                  <a:pt x="3747" y="6509"/>
                </a:lnTo>
                <a:lnTo>
                  <a:pt x="3747" y="6508"/>
                </a:lnTo>
                <a:lnTo>
                  <a:pt x="3748" y="6508"/>
                </a:lnTo>
                <a:lnTo>
                  <a:pt x="3748" y="6507"/>
                </a:lnTo>
                <a:lnTo>
                  <a:pt x="3748" y="6506"/>
                </a:lnTo>
                <a:lnTo>
                  <a:pt x="3749" y="6506"/>
                </a:lnTo>
                <a:lnTo>
                  <a:pt x="3750" y="6506"/>
                </a:lnTo>
                <a:lnTo>
                  <a:pt x="3751" y="6506"/>
                </a:lnTo>
                <a:lnTo>
                  <a:pt x="3751" y="6505"/>
                </a:lnTo>
                <a:lnTo>
                  <a:pt x="3752" y="6505"/>
                </a:lnTo>
                <a:lnTo>
                  <a:pt x="3753" y="6505"/>
                </a:lnTo>
                <a:lnTo>
                  <a:pt x="3754" y="6505"/>
                </a:lnTo>
                <a:lnTo>
                  <a:pt x="3755" y="6505"/>
                </a:lnTo>
                <a:lnTo>
                  <a:pt x="3755" y="6504"/>
                </a:lnTo>
                <a:lnTo>
                  <a:pt x="3756" y="6504"/>
                </a:lnTo>
                <a:lnTo>
                  <a:pt x="3757" y="6504"/>
                </a:lnTo>
                <a:lnTo>
                  <a:pt x="3758" y="6504"/>
                </a:lnTo>
                <a:lnTo>
                  <a:pt x="3759" y="6504"/>
                </a:lnTo>
                <a:lnTo>
                  <a:pt x="3759" y="6505"/>
                </a:lnTo>
                <a:lnTo>
                  <a:pt x="3759" y="6504"/>
                </a:lnTo>
                <a:lnTo>
                  <a:pt x="3760" y="6504"/>
                </a:lnTo>
                <a:lnTo>
                  <a:pt x="3760" y="6503"/>
                </a:lnTo>
                <a:lnTo>
                  <a:pt x="3760" y="6502"/>
                </a:lnTo>
                <a:lnTo>
                  <a:pt x="3760" y="6501"/>
                </a:lnTo>
                <a:lnTo>
                  <a:pt x="3760" y="6500"/>
                </a:lnTo>
                <a:lnTo>
                  <a:pt x="3760" y="6499"/>
                </a:lnTo>
                <a:lnTo>
                  <a:pt x="3760" y="6498"/>
                </a:lnTo>
                <a:lnTo>
                  <a:pt x="3761" y="6498"/>
                </a:lnTo>
                <a:lnTo>
                  <a:pt x="3761" y="6497"/>
                </a:lnTo>
                <a:lnTo>
                  <a:pt x="3761" y="6496"/>
                </a:lnTo>
                <a:lnTo>
                  <a:pt x="3761" y="6495"/>
                </a:lnTo>
                <a:lnTo>
                  <a:pt x="3761" y="6494"/>
                </a:lnTo>
                <a:lnTo>
                  <a:pt x="3762" y="6494"/>
                </a:lnTo>
                <a:lnTo>
                  <a:pt x="3762" y="6493"/>
                </a:lnTo>
                <a:lnTo>
                  <a:pt x="3762" y="6492"/>
                </a:lnTo>
                <a:lnTo>
                  <a:pt x="3763" y="6492"/>
                </a:lnTo>
                <a:lnTo>
                  <a:pt x="3764" y="6492"/>
                </a:lnTo>
                <a:lnTo>
                  <a:pt x="3765" y="6492"/>
                </a:lnTo>
                <a:lnTo>
                  <a:pt x="3766" y="6492"/>
                </a:lnTo>
                <a:lnTo>
                  <a:pt x="3767" y="6492"/>
                </a:lnTo>
                <a:lnTo>
                  <a:pt x="3767" y="6491"/>
                </a:lnTo>
                <a:lnTo>
                  <a:pt x="3768" y="6491"/>
                </a:lnTo>
                <a:lnTo>
                  <a:pt x="3768" y="6490"/>
                </a:lnTo>
                <a:lnTo>
                  <a:pt x="3769" y="6490"/>
                </a:lnTo>
                <a:lnTo>
                  <a:pt x="3770" y="6490"/>
                </a:lnTo>
                <a:lnTo>
                  <a:pt x="3770" y="6489"/>
                </a:lnTo>
                <a:lnTo>
                  <a:pt x="3771" y="6489"/>
                </a:lnTo>
                <a:lnTo>
                  <a:pt x="3771" y="6488"/>
                </a:lnTo>
                <a:lnTo>
                  <a:pt x="3772" y="6488"/>
                </a:lnTo>
                <a:lnTo>
                  <a:pt x="3772" y="6489"/>
                </a:lnTo>
                <a:lnTo>
                  <a:pt x="3772" y="6488"/>
                </a:lnTo>
                <a:lnTo>
                  <a:pt x="3773" y="6488"/>
                </a:lnTo>
                <a:lnTo>
                  <a:pt x="3774" y="6488"/>
                </a:lnTo>
                <a:lnTo>
                  <a:pt x="3775" y="6489"/>
                </a:lnTo>
                <a:lnTo>
                  <a:pt x="3775" y="6488"/>
                </a:lnTo>
                <a:lnTo>
                  <a:pt x="3775" y="6487"/>
                </a:lnTo>
                <a:lnTo>
                  <a:pt x="3774" y="6487"/>
                </a:lnTo>
                <a:lnTo>
                  <a:pt x="3774" y="6486"/>
                </a:lnTo>
                <a:lnTo>
                  <a:pt x="3773" y="6486"/>
                </a:lnTo>
                <a:lnTo>
                  <a:pt x="3773" y="6485"/>
                </a:lnTo>
                <a:lnTo>
                  <a:pt x="3773" y="6484"/>
                </a:lnTo>
                <a:lnTo>
                  <a:pt x="3773" y="6482"/>
                </a:lnTo>
                <a:lnTo>
                  <a:pt x="3773" y="6481"/>
                </a:lnTo>
                <a:lnTo>
                  <a:pt x="3772" y="6481"/>
                </a:lnTo>
                <a:lnTo>
                  <a:pt x="3772" y="6480"/>
                </a:lnTo>
                <a:lnTo>
                  <a:pt x="3772" y="6479"/>
                </a:lnTo>
                <a:lnTo>
                  <a:pt x="3772" y="6478"/>
                </a:lnTo>
                <a:lnTo>
                  <a:pt x="3772" y="6477"/>
                </a:lnTo>
                <a:lnTo>
                  <a:pt x="3771" y="6477"/>
                </a:lnTo>
                <a:lnTo>
                  <a:pt x="3772" y="6477"/>
                </a:lnTo>
                <a:lnTo>
                  <a:pt x="3772" y="6476"/>
                </a:lnTo>
                <a:lnTo>
                  <a:pt x="3771" y="6476"/>
                </a:lnTo>
                <a:lnTo>
                  <a:pt x="3771" y="6475"/>
                </a:lnTo>
                <a:lnTo>
                  <a:pt x="3771" y="6474"/>
                </a:lnTo>
                <a:lnTo>
                  <a:pt x="3772" y="6474"/>
                </a:lnTo>
                <a:lnTo>
                  <a:pt x="3772" y="6473"/>
                </a:lnTo>
                <a:lnTo>
                  <a:pt x="3771" y="6473"/>
                </a:lnTo>
                <a:lnTo>
                  <a:pt x="3771" y="6472"/>
                </a:lnTo>
                <a:lnTo>
                  <a:pt x="3772" y="6471"/>
                </a:lnTo>
                <a:lnTo>
                  <a:pt x="3772" y="6469"/>
                </a:lnTo>
                <a:lnTo>
                  <a:pt x="3773" y="6469"/>
                </a:lnTo>
                <a:lnTo>
                  <a:pt x="3773" y="6470"/>
                </a:lnTo>
                <a:lnTo>
                  <a:pt x="3774" y="6470"/>
                </a:lnTo>
                <a:lnTo>
                  <a:pt x="3775" y="6470"/>
                </a:lnTo>
                <a:lnTo>
                  <a:pt x="3775" y="6471"/>
                </a:lnTo>
                <a:lnTo>
                  <a:pt x="3776" y="6471"/>
                </a:lnTo>
                <a:lnTo>
                  <a:pt x="3776" y="6472"/>
                </a:lnTo>
                <a:lnTo>
                  <a:pt x="3777" y="6472"/>
                </a:lnTo>
                <a:lnTo>
                  <a:pt x="3778" y="6472"/>
                </a:lnTo>
                <a:lnTo>
                  <a:pt x="3779" y="6473"/>
                </a:lnTo>
                <a:lnTo>
                  <a:pt x="3779" y="6474"/>
                </a:lnTo>
                <a:lnTo>
                  <a:pt x="3780" y="6474"/>
                </a:lnTo>
                <a:lnTo>
                  <a:pt x="3780" y="6475"/>
                </a:lnTo>
                <a:lnTo>
                  <a:pt x="3781" y="6475"/>
                </a:lnTo>
                <a:lnTo>
                  <a:pt x="3781" y="6476"/>
                </a:lnTo>
                <a:lnTo>
                  <a:pt x="3782" y="6476"/>
                </a:lnTo>
                <a:lnTo>
                  <a:pt x="3783" y="6476"/>
                </a:lnTo>
                <a:lnTo>
                  <a:pt x="3784" y="6476"/>
                </a:lnTo>
                <a:lnTo>
                  <a:pt x="3784" y="6477"/>
                </a:lnTo>
                <a:lnTo>
                  <a:pt x="3785" y="6477"/>
                </a:lnTo>
                <a:lnTo>
                  <a:pt x="3786" y="6477"/>
                </a:lnTo>
                <a:lnTo>
                  <a:pt x="3787" y="6477"/>
                </a:lnTo>
                <a:lnTo>
                  <a:pt x="3787" y="6478"/>
                </a:lnTo>
                <a:lnTo>
                  <a:pt x="3788" y="6478"/>
                </a:lnTo>
                <a:lnTo>
                  <a:pt x="3789" y="6478"/>
                </a:lnTo>
                <a:lnTo>
                  <a:pt x="3789" y="6479"/>
                </a:lnTo>
                <a:lnTo>
                  <a:pt x="3790" y="6479"/>
                </a:lnTo>
                <a:lnTo>
                  <a:pt x="3790" y="6478"/>
                </a:lnTo>
                <a:lnTo>
                  <a:pt x="3791" y="6478"/>
                </a:lnTo>
                <a:lnTo>
                  <a:pt x="3791" y="6477"/>
                </a:lnTo>
                <a:lnTo>
                  <a:pt x="3792" y="6477"/>
                </a:lnTo>
                <a:lnTo>
                  <a:pt x="3792" y="6478"/>
                </a:lnTo>
                <a:lnTo>
                  <a:pt x="3793" y="6478"/>
                </a:lnTo>
                <a:lnTo>
                  <a:pt x="3794" y="6478"/>
                </a:lnTo>
                <a:lnTo>
                  <a:pt x="3794" y="6477"/>
                </a:lnTo>
                <a:lnTo>
                  <a:pt x="3794" y="6476"/>
                </a:lnTo>
                <a:lnTo>
                  <a:pt x="3795" y="6476"/>
                </a:lnTo>
                <a:lnTo>
                  <a:pt x="3795" y="6475"/>
                </a:lnTo>
                <a:lnTo>
                  <a:pt x="3795" y="6474"/>
                </a:lnTo>
                <a:lnTo>
                  <a:pt x="3795" y="6473"/>
                </a:lnTo>
                <a:lnTo>
                  <a:pt x="3796" y="6473"/>
                </a:lnTo>
                <a:lnTo>
                  <a:pt x="3796" y="6472"/>
                </a:lnTo>
                <a:lnTo>
                  <a:pt x="3795" y="6472"/>
                </a:lnTo>
                <a:lnTo>
                  <a:pt x="3795" y="6471"/>
                </a:lnTo>
                <a:lnTo>
                  <a:pt x="3795" y="6470"/>
                </a:lnTo>
                <a:lnTo>
                  <a:pt x="3795" y="6469"/>
                </a:lnTo>
                <a:lnTo>
                  <a:pt x="3794" y="6469"/>
                </a:lnTo>
                <a:lnTo>
                  <a:pt x="3794" y="6468"/>
                </a:lnTo>
                <a:lnTo>
                  <a:pt x="3794" y="6467"/>
                </a:lnTo>
                <a:lnTo>
                  <a:pt x="3793" y="6467"/>
                </a:lnTo>
                <a:lnTo>
                  <a:pt x="3792" y="6466"/>
                </a:lnTo>
                <a:lnTo>
                  <a:pt x="3791" y="6466"/>
                </a:lnTo>
                <a:lnTo>
                  <a:pt x="3790" y="6466"/>
                </a:lnTo>
                <a:lnTo>
                  <a:pt x="3790" y="6465"/>
                </a:lnTo>
                <a:lnTo>
                  <a:pt x="3790" y="6464"/>
                </a:lnTo>
                <a:lnTo>
                  <a:pt x="3791" y="6464"/>
                </a:lnTo>
                <a:lnTo>
                  <a:pt x="3790" y="6464"/>
                </a:lnTo>
                <a:lnTo>
                  <a:pt x="3790" y="6463"/>
                </a:lnTo>
                <a:lnTo>
                  <a:pt x="3790" y="6462"/>
                </a:lnTo>
                <a:lnTo>
                  <a:pt x="3789" y="6462"/>
                </a:lnTo>
                <a:lnTo>
                  <a:pt x="3789" y="6461"/>
                </a:lnTo>
                <a:lnTo>
                  <a:pt x="3788" y="6461"/>
                </a:lnTo>
                <a:lnTo>
                  <a:pt x="3788" y="6460"/>
                </a:lnTo>
                <a:lnTo>
                  <a:pt x="3788" y="6459"/>
                </a:lnTo>
                <a:lnTo>
                  <a:pt x="3788" y="6458"/>
                </a:lnTo>
                <a:lnTo>
                  <a:pt x="3788" y="6457"/>
                </a:lnTo>
                <a:lnTo>
                  <a:pt x="3788" y="6456"/>
                </a:lnTo>
                <a:lnTo>
                  <a:pt x="3788" y="6455"/>
                </a:lnTo>
                <a:lnTo>
                  <a:pt x="3788" y="6454"/>
                </a:lnTo>
                <a:lnTo>
                  <a:pt x="3787" y="6454"/>
                </a:lnTo>
                <a:lnTo>
                  <a:pt x="3787" y="6453"/>
                </a:lnTo>
                <a:lnTo>
                  <a:pt x="3788" y="6453"/>
                </a:lnTo>
                <a:lnTo>
                  <a:pt x="3789" y="6453"/>
                </a:lnTo>
                <a:lnTo>
                  <a:pt x="3788" y="6453"/>
                </a:lnTo>
                <a:lnTo>
                  <a:pt x="3788" y="6452"/>
                </a:lnTo>
                <a:lnTo>
                  <a:pt x="3788" y="6451"/>
                </a:lnTo>
                <a:lnTo>
                  <a:pt x="3789" y="6451"/>
                </a:lnTo>
                <a:lnTo>
                  <a:pt x="3789" y="6450"/>
                </a:lnTo>
                <a:lnTo>
                  <a:pt x="3789" y="6449"/>
                </a:lnTo>
                <a:lnTo>
                  <a:pt x="3790" y="6449"/>
                </a:lnTo>
                <a:lnTo>
                  <a:pt x="3790" y="6448"/>
                </a:lnTo>
                <a:lnTo>
                  <a:pt x="3791" y="6448"/>
                </a:lnTo>
                <a:lnTo>
                  <a:pt x="3791" y="6447"/>
                </a:lnTo>
                <a:lnTo>
                  <a:pt x="3790" y="6447"/>
                </a:lnTo>
                <a:lnTo>
                  <a:pt x="3790" y="6446"/>
                </a:lnTo>
                <a:lnTo>
                  <a:pt x="3790" y="6445"/>
                </a:lnTo>
                <a:lnTo>
                  <a:pt x="3790" y="6444"/>
                </a:lnTo>
                <a:lnTo>
                  <a:pt x="3789" y="6444"/>
                </a:lnTo>
                <a:lnTo>
                  <a:pt x="3790" y="6443"/>
                </a:lnTo>
                <a:lnTo>
                  <a:pt x="3789" y="6443"/>
                </a:lnTo>
                <a:lnTo>
                  <a:pt x="3788" y="6443"/>
                </a:lnTo>
                <a:lnTo>
                  <a:pt x="3788" y="6442"/>
                </a:lnTo>
                <a:lnTo>
                  <a:pt x="3787" y="6441"/>
                </a:lnTo>
                <a:lnTo>
                  <a:pt x="3786" y="6441"/>
                </a:lnTo>
                <a:lnTo>
                  <a:pt x="3786" y="6442"/>
                </a:lnTo>
                <a:lnTo>
                  <a:pt x="3785" y="6442"/>
                </a:lnTo>
                <a:lnTo>
                  <a:pt x="3784" y="6442"/>
                </a:lnTo>
                <a:lnTo>
                  <a:pt x="3784" y="6441"/>
                </a:lnTo>
                <a:lnTo>
                  <a:pt x="3783" y="6441"/>
                </a:lnTo>
                <a:lnTo>
                  <a:pt x="3782" y="6441"/>
                </a:lnTo>
                <a:lnTo>
                  <a:pt x="3781" y="6440"/>
                </a:lnTo>
                <a:lnTo>
                  <a:pt x="3781" y="6441"/>
                </a:lnTo>
                <a:lnTo>
                  <a:pt x="3780" y="6441"/>
                </a:lnTo>
                <a:lnTo>
                  <a:pt x="3779" y="6441"/>
                </a:lnTo>
                <a:lnTo>
                  <a:pt x="3778" y="6441"/>
                </a:lnTo>
                <a:lnTo>
                  <a:pt x="3778" y="6440"/>
                </a:lnTo>
                <a:lnTo>
                  <a:pt x="3778" y="6441"/>
                </a:lnTo>
                <a:lnTo>
                  <a:pt x="3777" y="6441"/>
                </a:lnTo>
                <a:lnTo>
                  <a:pt x="3776" y="6441"/>
                </a:lnTo>
                <a:lnTo>
                  <a:pt x="3776" y="6440"/>
                </a:lnTo>
                <a:lnTo>
                  <a:pt x="3776" y="6441"/>
                </a:lnTo>
                <a:lnTo>
                  <a:pt x="3776" y="6440"/>
                </a:lnTo>
                <a:lnTo>
                  <a:pt x="3775" y="6440"/>
                </a:lnTo>
                <a:lnTo>
                  <a:pt x="3774" y="6440"/>
                </a:lnTo>
                <a:lnTo>
                  <a:pt x="3773" y="6440"/>
                </a:lnTo>
                <a:lnTo>
                  <a:pt x="3773" y="6441"/>
                </a:lnTo>
                <a:lnTo>
                  <a:pt x="3773" y="6440"/>
                </a:lnTo>
                <a:lnTo>
                  <a:pt x="3772" y="6440"/>
                </a:lnTo>
                <a:lnTo>
                  <a:pt x="3771" y="6439"/>
                </a:lnTo>
                <a:lnTo>
                  <a:pt x="3770" y="6439"/>
                </a:lnTo>
                <a:lnTo>
                  <a:pt x="3770" y="6438"/>
                </a:lnTo>
                <a:lnTo>
                  <a:pt x="3769" y="6438"/>
                </a:lnTo>
                <a:lnTo>
                  <a:pt x="3768" y="6438"/>
                </a:lnTo>
                <a:lnTo>
                  <a:pt x="3768" y="6437"/>
                </a:lnTo>
                <a:lnTo>
                  <a:pt x="3768" y="6438"/>
                </a:lnTo>
                <a:lnTo>
                  <a:pt x="3767" y="6438"/>
                </a:lnTo>
                <a:lnTo>
                  <a:pt x="3766" y="6437"/>
                </a:lnTo>
                <a:lnTo>
                  <a:pt x="3765" y="6437"/>
                </a:lnTo>
                <a:lnTo>
                  <a:pt x="3764" y="6437"/>
                </a:lnTo>
                <a:lnTo>
                  <a:pt x="3763" y="6437"/>
                </a:lnTo>
                <a:lnTo>
                  <a:pt x="3763" y="6436"/>
                </a:lnTo>
                <a:lnTo>
                  <a:pt x="3763" y="6435"/>
                </a:lnTo>
                <a:lnTo>
                  <a:pt x="3762" y="6435"/>
                </a:lnTo>
                <a:lnTo>
                  <a:pt x="3761" y="6435"/>
                </a:lnTo>
                <a:lnTo>
                  <a:pt x="3761" y="6434"/>
                </a:lnTo>
                <a:lnTo>
                  <a:pt x="3760" y="6434"/>
                </a:lnTo>
                <a:lnTo>
                  <a:pt x="3760" y="6433"/>
                </a:lnTo>
                <a:lnTo>
                  <a:pt x="3760" y="6432"/>
                </a:lnTo>
                <a:lnTo>
                  <a:pt x="3760" y="6431"/>
                </a:lnTo>
                <a:lnTo>
                  <a:pt x="3759" y="6431"/>
                </a:lnTo>
                <a:lnTo>
                  <a:pt x="3759" y="6430"/>
                </a:lnTo>
                <a:lnTo>
                  <a:pt x="3759" y="6431"/>
                </a:lnTo>
                <a:lnTo>
                  <a:pt x="3758" y="6431"/>
                </a:lnTo>
                <a:lnTo>
                  <a:pt x="3758" y="6430"/>
                </a:lnTo>
                <a:lnTo>
                  <a:pt x="3757" y="6430"/>
                </a:lnTo>
                <a:lnTo>
                  <a:pt x="3757" y="6429"/>
                </a:lnTo>
                <a:lnTo>
                  <a:pt x="3756" y="6429"/>
                </a:lnTo>
                <a:lnTo>
                  <a:pt x="3755" y="6429"/>
                </a:lnTo>
                <a:lnTo>
                  <a:pt x="3754" y="6429"/>
                </a:lnTo>
                <a:lnTo>
                  <a:pt x="3753" y="6429"/>
                </a:lnTo>
                <a:lnTo>
                  <a:pt x="3753" y="6430"/>
                </a:lnTo>
                <a:lnTo>
                  <a:pt x="3753" y="6431"/>
                </a:lnTo>
                <a:lnTo>
                  <a:pt x="3752" y="6431"/>
                </a:lnTo>
                <a:lnTo>
                  <a:pt x="3752" y="6432"/>
                </a:lnTo>
                <a:lnTo>
                  <a:pt x="3752" y="6433"/>
                </a:lnTo>
                <a:lnTo>
                  <a:pt x="3752" y="6434"/>
                </a:lnTo>
                <a:lnTo>
                  <a:pt x="3751" y="6434"/>
                </a:lnTo>
                <a:lnTo>
                  <a:pt x="3750" y="6434"/>
                </a:lnTo>
                <a:lnTo>
                  <a:pt x="3749" y="6435"/>
                </a:lnTo>
                <a:lnTo>
                  <a:pt x="3748" y="6436"/>
                </a:lnTo>
                <a:lnTo>
                  <a:pt x="3748" y="6435"/>
                </a:lnTo>
                <a:lnTo>
                  <a:pt x="3747" y="6435"/>
                </a:lnTo>
                <a:lnTo>
                  <a:pt x="3747" y="6434"/>
                </a:lnTo>
                <a:lnTo>
                  <a:pt x="3746" y="6434"/>
                </a:lnTo>
                <a:lnTo>
                  <a:pt x="3745" y="6434"/>
                </a:lnTo>
                <a:lnTo>
                  <a:pt x="3744" y="6434"/>
                </a:lnTo>
                <a:lnTo>
                  <a:pt x="3744" y="6435"/>
                </a:lnTo>
                <a:lnTo>
                  <a:pt x="3743" y="6435"/>
                </a:lnTo>
                <a:lnTo>
                  <a:pt x="3743" y="6436"/>
                </a:lnTo>
                <a:lnTo>
                  <a:pt x="3742" y="6436"/>
                </a:lnTo>
                <a:lnTo>
                  <a:pt x="3742" y="6435"/>
                </a:lnTo>
                <a:lnTo>
                  <a:pt x="3741" y="6435"/>
                </a:lnTo>
                <a:lnTo>
                  <a:pt x="3741" y="6436"/>
                </a:lnTo>
                <a:lnTo>
                  <a:pt x="3740" y="6436"/>
                </a:lnTo>
                <a:lnTo>
                  <a:pt x="3740" y="6437"/>
                </a:lnTo>
                <a:lnTo>
                  <a:pt x="3740" y="6438"/>
                </a:lnTo>
                <a:lnTo>
                  <a:pt x="3740" y="6439"/>
                </a:lnTo>
                <a:lnTo>
                  <a:pt x="3739" y="6439"/>
                </a:lnTo>
                <a:lnTo>
                  <a:pt x="3738" y="6439"/>
                </a:lnTo>
                <a:lnTo>
                  <a:pt x="3737" y="6439"/>
                </a:lnTo>
                <a:lnTo>
                  <a:pt x="3736" y="6439"/>
                </a:lnTo>
                <a:lnTo>
                  <a:pt x="3736" y="6438"/>
                </a:lnTo>
                <a:lnTo>
                  <a:pt x="3735" y="6438"/>
                </a:lnTo>
                <a:lnTo>
                  <a:pt x="3735" y="6437"/>
                </a:lnTo>
                <a:lnTo>
                  <a:pt x="3735" y="6436"/>
                </a:lnTo>
                <a:lnTo>
                  <a:pt x="3734" y="6436"/>
                </a:lnTo>
                <a:lnTo>
                  <a:pt x="3734" y="6437"/>
                </a:lnTo>
                <a:lnTo>
                  <a:pt x="3733" y="6437"/>
                </a:lnTo>
                <a:lnTo>
                  <a:pt x="3732" y="6437"/>
                </a:lnTo>
                <a:lnTo>
                  <a:pt x="3731" y="6437"/>
                </a:lnTo>
                <a:lnTo>
                  <a:pt x="3731" y="6436"/>
                </a:lnTo>
                <a:lnTo>
                  <a:pt x="3730" y="6435"/>
                </a:lnTo>
                <a:lnTo>
                  <a:pt x="3730" y="6434"/>
                </a:lnTo>
                <a:lnTo>
                  <a:pt x="3730" y="6433"/>
                </a:lnTo>
                <a:lnTo>
                  <a:pt x="3729" y="6433"/>
                </a:lnTo>
                <a:lnTo>
                  <a:pt x="3728" y="6432"/>
                </a:lnTo>
                <a:lnTo>
                  <a:pt x="3728" y="6433"/>
                </a:lnTo>
                <a:lnTo>
                  <a:pt x="3727" y="6433"/>
                </a:lnTo>
                <a:lnTo>
                  <a:pt x="3727" y="6434"/>
                </a:lnTo>
                <a:lnTo>
                  <a:pt x="3726" y="6434"/>
                </a:lnTo>
                <a:lnTo>
                  <a:pt x="3725" y="6433"/>
                </a:lnTo>
                <a:lnTo>
                  <a:pt x="3723" y="6433"/>
                </a:lnTo>
                <a:lnTo>
                  <a:pt x="3722" y="6433"/>
                </a:lnTo>
                <a:lnTo>
                  <a:pt x="3721" y="6433"/>
                </a:lnTo>
                <a:lnTo>
                  <a:pt x="3720" y="6433"/>
                </a:lnTo>
                <a:lnTo>
                  <a:pt x="3719" y="6433"/>
                </a:lnTo>
                <a:lnTo>
                  <a:pt x="3719" y="6432"/>
                </a:lnTo>
                <a:lnTo>
                  <a:pt x="3718" y="6432"/>
                </a:lnTo>
                <a:lnTo>
                  <a:pt x="3718" y="6433"/>
                </a:lnTo>
                <a:lnTo>
                  <a:pt x="3717" y="6433"/>
                </a:lnTo>
                <a:lnTo>
                  <a:pt x="3716" y="6433"/>
                </a:lnTo>
                <a:lnTo>
                  <a:pt x="3716" y="6434"/>
                </a:lnTo>
                <a:lnTo>
                  <a:pt x="3715" y="6434"/>
                </a:lnTo>
                <a:lnTo>
                  <a:pt x="3714" y="6434"/>
                </a:lnTo>
                <a:lnTo>
                  <a:pt x="3713" y="6433"/>
                </a:lnTo>
                <a:lnTo>
                  <a:pt x="3712" y="6433"/>
                </a:lnTo>
                <a:lnTo>
                  <a:pt x="3712" y="6434"/>
                </a:lnTo>
                <a:lnTo>
                  <a:pt x="3712" y="6435"/>
                </a:lnTo>
                <a:lnTo>
                  <a:pt x="3711" y="6435"/>
                </a:lnTo>
                <a:lnTo>
                  <a:pt x="3710" y="6435"/>
                </a:lnTo>
                <a:lnTo>
                  <a:pt x="3710" y="6434"/>
                </a:lnTo>
                <a:lnTo>
                  <a:pt x="3709" y="6434"/>
                </a:lnTo>
                <a:lnTo>
                  <a:pt x="3709" y="6433"/>
                </a:lnTo>
                <a:lnTo>
                  <a:pt x="3708" y="6433"/>
                </a:lnTo>
                <a:lnTo>
                  <a:pt x="3707" y="6433"/>
                </a:lnTo>
                <a:lnTo>
                  <a:pt x="3707" y="6432"/>
                </a:lnTo>
                <a:lnTo>
                  <a:pt x="3706" y="6432"/>
                </a:lnTo>
                <a:lnTo>
                  <a:pt x="3705" y="6432"/>
                </a:lnTo>
                <a:lnTo>
                  <a:pt x="3705" y="6431"/>
                </a:lnTo>
                <a:lnTo>
                  <a:pt x="3704" y="6431"/>
                </a:lnTo>
                <a:lnTo>
                  <a:pt x="3703" y="6431"/>
                </a:lnTo>
                <a:lnTo>
                  <a:pt x="3703" y="6430"/>
                </a:lnTo>
                <a:lnTo>
                  <a:pt x="3702" y="6430"/>
                </a:lnTo>
                <a:lnTo>
                  <a:pt x="3701" y="6429"/>
                </a:lnTo>
                <a:lnTo>
                  <a:pt x="3700" y="6429"/>
                </a:lnTo>
                <a:lnTo>
                  <a:pt x="3700" y="6428"/>
                </a:lnTo>
                <a:lnTo>
                  <a:pt x="3700" y="6427"/>
                </a:lnTo>
                <a:lnTo>
                  <a:pt x="3700" y="6426"/>
                </a:lnTo>
                <a:lnTo>
                  <a:pt x="3701" y="6426"/>
                </a:lnTo>
                <a:lnTo>
                  <a:pt x="3701" y="6425"/>
                </a:lnTo>
                <a:lnTo>
                  <a:pt x="3700" y="6425"/>
                </a:lnTo>
                <a:lnTo>
                  <a:pt x="3700" y="6424"/>
                </a:lnTo>
                <a:lnTo>
                  <a:pt x="3701" y="6424"/>
                </a:lnTo>
                <a:lnTo>
                  <a:pt x="3700" y="6424"/>
                </a:lnTo>
                <a:lnTo>
                  <a:pt x="3701" y="6424"/>
                </a:lnTo>
                <a:lnTo>
                  <a:pt x="3701" y="6423"/>
                </a:lnTo>
                <a:lnTo>
                  <a:pt x="3702" y="6423"/>
                </a:lnTo>
                <a:lnTo>
                  <a:pt x="3702" y="6422"/>
                </a:lnTo>
                <a:lnTo>
                  <a:pt x="3702" y="6421"/>
                </a:lnTo>
                <a:lnTo>
                  <a:pt x="3702" y="6420"/>
                </a:lnTo>
                <a:lnTo>
                  <a:pt x="3703" y="6420"/>
                </a:lnTo>
                <a:lnTo>
                  <a:pt x="3703" y="6419"/>
                </a:lnTo>
                <a:lnTo>
                  <a:pt x="3703" y="6418"/>
                </a:lnTo>
                <a:lnTo>
                  <a:pt x="3703" y="6419"/>
                </a:lnTo>
                <a:lnTo>
                  <a:pt x="3702" y="6419"/>
                </a:lnTo>
                <a:lnTo>
                  <a:pt x="3702" y="6420"/>
                </a:lnTo>
                <a:lnTo>
                  <a:pt x="3701" y="6420"/>
                </a:lnTo>
                <a:lnTo>
                  <a:pt x="3700" y="6420"/>
                </a:lnTo>
                <a:lnTo>
                  <a:pt x="3699" y="6420"/>
                </a:lnTo>
                <a:lnTo>
                  <a:pt x="3698" y="6420"/>
                </a:lnTo>
                <a:lnTo>
                  <a:pt x="3698" y="6421"/>
                </a:lnTo>
                <a:lnTo>
                  <a:pt x="3698" y="6420"/>
                </a:lnTo>
                <a:lnTo>
                  <a:pt x="3697" y="6420"/>
                </a:lnTo>
                <a:lnTo>
                  <a:pt x="3696" y="6420"/>
                </a:lnTo>
                <a:lnTo>
                  <a:pt x="3695" y="6420"/>
                </a:lnTo>
                <a:lnTo>
                  <a:pt x="3694" y="6420"/>
                </a:lnTo>
                <a:lnTo>
                  <a:pt x="3693" y="6420"/>
                </a:lnTo>
                <a:lnTo>
                  <a:pt x="3692" y="6420"/>
                </a:lnTo>
                <a:lnTo>
                  <a:pt x="3691" y="6420"/>
                </a:lnTo>
                <a:lnTo>
                  <a:pt x="3691" y="6419"/>
                </a:lnTo>
                <a:lnTo>
                  <a:pt x="3690" y="6419"/>
                </a:lnTo>
                <a:lnTo>
                  <a:pt x="3688" y="6419"/>
                </a:lnTo>
                <a:lnTo>
                  <a:pt x="3688" y="6418"/>
                </a:lnTo>
                <a:lnTo>
                  <a:pt x="3687" y="6418"/>
                </a:lnTo>
                <a:lnTo>
                  <a:pt x="3686" y="6418"/>
                </a:lnTo>
                <a:lnTo>
                  <a:pt x="3685" y="6418"/>
                </a:lnTo>
                <a:lnTo>
                  <a:pt x="3684" y="6418"/>
                </a:lnTo>
                <a:lnTo>
                  <a:pt x="3684" y="6417"/>
                </a:lnTo>
                <a:lnTo>
                  <a:pt x="3683" y="6417"/>
                </a:lnTo>
                <a:lnTo>
                  <a:pt x="3683" y="6416"/>
                </a:lnTo>
                <a:lnTo>
                  <a:pt x="3682" y="6416"/>
                </a:lnTo>
                <a:lnTo>
                  <a:pt x="3681" y="6416"/>
                </a:lnTo>
                <a:lnTo>
                  <a:pt x="3681" y="6415"/>
                </a:lnTo>
                <a:lnTo>
                  <a:pt x="3680" y="6415"/>
                </a:lnTo>
                <a:lnTo>
                  <a:pt x="3678" y="6415"/>
                </a:lnTo>
                <a:lnTo>
                  <a:pt x="3678" y="6414"/>
                </a:lnTo>
                <a:lnTo>
                  <a:pt x="3677" y="6414"/>
                </a:lnTo>
                <a:lnTo>
                  <a:pt x="3676" y="6414"/>
                </a:lnTo>
                <a:lnTo>
                  <a:pt x="3675" y="6414"/>
                </a:lnTo>
                <a:lnTo>
                  <a:pt x="3674" y="6414"/>
                </a:lnTo>
                <a:lnTo>
                  <a:pt x="3673" y="6414"/>
                </a:lnTo>
                <a:lnTo>
                  <a:pt x="3673" y="6415"/>
                </a:lnTo>
                <a:lnTo>
                  <a:pt x="3671" y="6415"/>
                </a:lnTo>
                <a:lnTo>
                  <a:pt x="3670" y="6415"/>
                </a:lnTo>
                <a:lnTo>
                  <a:pt x="3670" y="6414"/>
                </a:lnTo>
                <a:lnTo>
                  <a:pt x="3670" y="6413"/>
                </a:lnTo>
                <a:lnTo>
                  <a:pt x="3670" y="6412"/>
                </a:lnTo>
                <a:lnTo>
                  <a:pt x="3671" y="6412"/>
                </a:lnTo>
                <a:lnTo>
                  <a:pt x="3671" y="6411"/>
                </a:lnTo>
                <a:lnTo>
                  <a:pt x="3672" y="6411"/>
                </a:lnTo>
                <a:lnTo>
                  <a:pt x="3672" y="6410"/>
                </a:lnTo>
                <a:lnTo>
                  <a:pt x="3672" y="6409"/>
                </a:lnTo>
                <a:lnTo>
                  <a:pt x="3671" y="6409"/>
                </a:lnTo>
                <a:lnTo>
                  <a:pt x="3671" y="6408"/>
                </a:lnTo>
                <a:lnTo>
                  <a:pt x="3672" y="6408"/>
                </a:lnTo>
                <a:lnTo>
                  <a:pt x="3673" y="6408"/>
                </a:lnTo>
                <a:lnTo>
                  <a:pt x="3673" y="6407"/>
                </a:lnTo>
                <a:lnTo>
                  <a:pt x="3674" y="6407"/>
                </a:lnTo>
                <a:lnTo>
                  <a:pt x="3674" y="6406"/>
                </a:lnTo>
                <a:lnTo>
                  <a:pt x="3675" y="6406"/>
                </a:lnTo>
                <a:lnTo>
                  <a:pt x="3675" y="6405"/>
                </a:lnTo>
                <a:lnTo>
                  <a:pt x="3675" y="6404"/>
                </a:lnTo>
                <a:lnTo>
                  <a:pt x="3675" y="6403"/>
                </a:lnTo>
                <a:lnTo>
                  <a:pt x="3675" y="6402"/>
                </a:lnTo>
                <a:lnTo>
                  <a:pt x="3676" y="6402"/>
                </a:lnTo>
                <a:lnTo>
                  <a:pt x="3675" y="6402"/>
                </a:lnTo>
                <a:lnTo>
                  <a:pt x="3675" y="6401"/>
                </a:lnTo>
                <a:lnTo>
                  <a:pt x="3676" y="6401"/>
                </a:lnTo>
                <a:lnTo>
                  <a:pt x="3676" y="6400"/>
                </a:lnTo>
                <a:lnTo>
                  <a:pt x="3677" y="6400"/>
                </a:lnTo>
                <a:lnTo>
                  <a:pt x="3677" y="6399"/>
                </a:lnTo>
                <a:lnTo>
                  <a:pt x="3678" y="6399"/>
                </a:lnTo>
                <a:lnTo>
                  <a:pt x="3678" y="6398"/>
                </a:lnTo>
                <a:lnTo>
                  <a:pt x="3679" y="6398"/>
                </a:lnTo>
                <a:lnTo>
                  <a:pt x="3679" y="6397"/>
                </a:lnTo>
                <a:lnTo>
                  <a:pt x="3679" y="6396"/>
                </a:lnTo>
                <a:lnTo>
                  <a:pt x="3679" y="6395"/>
                </a:lnTo>
                <a:lnTo>
                  <a:pt x="3679" y="6394"/>
                </a:lnTo>
                <a:lnTo>
                  <a:pt x="3679" y="6393"/>
                </a:lnTo>
                <a:lnTo>
                  <a:pt x="3678" y="6393"/>
                </a:lnTo>
                <a:lnTo>
                  <a:pt x="3678" y="6392"/>
                </a:lnTo>
                <a:lnTo>
                  <a:pt x="3679" y="6392"/>
                </a:lnTo>
                <a:lnTo>
                  <a:pt x="3680" y="6392"/>
                </a:lnTo>
                <a:lnTo>
                  <a:pt x="3680" y="6393"/>
                </a:lnTo>
                <a:lnTo>
                  <a:pt x="3681" y="6393"/>
                </a:lnTo>
                <a:lnTo>
                  <a:pt x="3681" y="6392"/>
                </a:lnTo>
                <a:lnTo>
                  <a:pt x="3681" y="6391"/>
                </a:lnTo>
                <a:lnTo>
                  <a:pt x="3681" y="6390"/>
                </a:lnTo>
                <a:lnTo>
                  <a:pt x="3682" y="6390"/>
                </a:lnTo>
                <a:lnTo>
                  <a:pt x="3683" y="6390"/>
                </a:lnTo>
                <a:lnTo>
                  <a:pt x="3683" y="6389"/>
                </a:lnTo>
                <a:lnTo>
                  <a:pt x="3682" y="6389"/>
                </a:lnTo>
                <a:lnTo>
                  <a:pt x="3682" y="6388"/>
                </a:lnTo>
                <a:lnTo>
                  <a:pt x="3682" y="6389"/>
                </a:lnTo>
                <a:lnTo>
                  <a:pt x="3681" y="6389"/>
                </a:lnTo>
                <a:lnTo>
                  <a:pt x="3681" y="6388"/>
                </a:lnTo>
                <a:lnTo>
                  <a:pt x="3680" y="6388"/>
                </a:lnTo>
                <a:lnTo>
                  <a:pt x="3680" y="6387"/>
                </a:lnTo>
                <a:lnTo>
                  <a:pt x="3679" y="6387"/>
                </a:lnTo>
                <a:lnTo>
                  <a:pt x="3680" y="6387"/>
                </a:lnTo>
                <a:lnTo>
                  <a:pt x="3679" y="6387"/>
                </a:lnTo>
                <a:lnTo>
                  <a:pt x="3679" y="6386"/>
                </a:lnTo>
                <a:lnTo>
                  <a:pt x="3678" y="6385"/>
                </a:lnTo>
                <a:lnTo>
                  <a:pt x="3677" y="6385"/>
                </a:lnTo>
                <a:lnTo>
                  <a:pt x="3677" y="6384"/>
                </a:lnTo>
                <a:lnTo>
                  <a:pt x="3676" y="6384"/>
                </a:lnTo>
                <a:lnTo>
                  <a:pt x="3675" y="6384"/>
                </a:lnTo>
                <a:lnTo>
                  <a:pt x="3674" y="6384"/>
                </a:lnTo>
                <a:lnTo>
                  <a:pt x="3673" y="6384"/>
                </a:lnTo>
                <a:lnTo>
                  <a:pt x="3672" y="6384"/>
                </a:lnTo>
                <a:lnTo>
                  <a:pt x="3672" y="6385"/>
                </a:lnTo>
                <a:lnTo>
                  <a:pt x="3671" y="6385"/>
                </a:lnTo>
                <a:lnTo>
                  <a:pt x="3671" y="6384"/>
                </a:lnTo>
                <a:lnTo>
                  <a:pt x="3671" y="6385"/>
                </a:lnTo>
                <a:lnTo>
                  <a:pt x="3670" y="6385"/>
                </a:lnTo>
                <a:lnTo>
                  <a:pt x="3671" y="6385"/>
                </a:lnTo>
                <a:lnTo>
                  <a:pt x="3671" y="6384"/>
                </a:lnTo>
                <a:lnTo>
                  <a:pt x="3671" y="6383"/>
                </a:lnTo>
                <a:lnTo>
                  <a:pt x="3672" y="6383"/>
                </a:lnTo>
                <a:lnTo>
                  <a:pt x="3673" y="6383"/>
                </a:lnTo>
                <a:lnTo>
                  <a:pt x="3673" y="6382"/>
                </a:lnTo>
                <a:lnTo>
                  <a:pt x="3674" y="6382"/>
                </a:lnTo>
                <a:lnTo>
                  <a:pt x="3674" y="6381"/>
                </a:lnTo>
                <a:lnTo>
                  <a:pt x="3674" y="6380"/>
                </a:lnTo>
                <a:lnTo>
                  <a:pt x="3675" y="6380"/>
                </a:lnTo>
                <a:lnTo>
                  <a:pt x="3675" y="6379"/>
                </a:lnTo>
                <a:lnTo>
                  <a:pt x="3675" y="6380"/>
                </a:lnTo>
                <a:lnTo>
                  <a:pt x="3676" y="6380"/>
                </a:lnTo>
                <a:lnTo>
                  <a:pt x="3677" y="6380"/>
                </a:lnTo>
                <a:lnTo>
                  <a:pt x="3677" y="6381"/>
                </a:lnTo>
                <a:lnTo>
                  <a:pt x="3678" y="6381"/>
                </a:lnTo>
                <a:lnTo>
                  <a:pt x="3678" y="6380"/>
                </a:lnTo>
                <a:lnTo>
                  <a:pt x="3679" y="6380"/>
                </a:lnTo>
                <a:lnTo>
                  <a:pt x="3678" y="6380"/>
                </a:lnTo>
                <a:lnTo>
                  <a:pt x="3678" y="6379"/>
                </a:lnTo>
                <a:lnTo>
                  <a:pt x="3679" y="6379"/>
                </a:lnTo>
                <a:lnTo>
                  <a:pt x="3679" y="6378"/>
                </a:lnTo>
                <a:lnTo>
                  <a:pt x="3679" y="6377"/>
                </a:lnTo>
                <a:lnTo>
                  <a:pt x="3678" y="6377"/>
                </a:lnTo>
                <a:lnTo>
                  <a:pt x="3678" y="6376"/>
                </a:lnTo>
                <a:lnTo>
                  <a:pt x="3679" y="6376"/>
                </a:lnTo>
                <a:lnTo>
                  <a:pt x="3679" y="6375"/>
                </a:lnTo>
                <a:lnTo>
                  <a:pt x="3678" y="6374"/>
                </a:lnTo>
                <a:lnTo>
                  <a:pt x="3678" y="6373"/>
                </a:lnTo>
                <a:lnTo>
                  <a:pt x="3678" y="6372"/>
                </a:lnTo>
                <a:lnTo>
                  <a:pt x="3677" y="6372"/>
                </a:lnTo>
                <a:lnTo>
                  <a:pt x="3677" y="6371"/>
                </a:lnTo>
                <a:lnTo>
                  <a:pt x="3678" y="6371"/>
                </a:lnTo>
                <a:lnTo>
                  <a:pt x="3678" y="6370"/>
                </a:lnTo>
                <a:lnTo>
                  <a:pt x="3678" y="6369"/>
                </a:lnTo>
                <a:lnTo>
                  <a:pt x="3679" y="6369"/>
                </a:lnTo>
                <a:lnTo>
                  <a:pt x="3679" y="6368"/>
                </a:lnTo>
                <a:lnTo>
                  <a:pt x="3679" y="6367"/>
                </a:lnTo>
                <a:lnTo>
                  <a:pt x="3679" y="6366"/>
                </a:lnTo>
                <a:lnTo>
                  <a:pt x="3678" y="6366"/>
                </a:lnTo>
                <a:lnTo>
                  <a:pt x="3678" y="6365"/>
                </a:lnTo>
                <a:lnTo>
                  <a:pt x="3678" y="6364"/>
                </a:lnTo>
                <a:lnTo>
                  <a:pt x="3677" y="6364"/>
                </a:lnTo>
                <a:lnTo>
                  <a:pt x="3677" y="6363"/>
                </a:lnTo>
                <a:lnTo>
                  <a:pt x="3676" y="6363"/>
                </a:lnTo>
                <a:lnTo>
                  <a:pt x="3676" y="6362"/>
                </a:lnTo>
                <a:lnTo>
                  <a:pt x="3676" y="6361"/>
                </a:lnTo>
                <a:lnTo>
                  <a:pt x="3675" y="6361"/>
                </a:lnTo>
                <a:lnTo>
                  <a:pt x="3675" y="6360"/>
                </a:lnTo>
                <a:lnTo>
                  <a:pt x="3675" y="6359"/>
                </a:lnTo>
                <a:lnTo>
                  <a:pt x="3675" y="6358"/>
                </a:lnTo>
                <a:lnTo>
                  <a:pt x="3675" y="6357"/>
                </a:lnTo>
                <a:lnTo>
                  <a:pt x="3674" y="6357"/>
                </a:lnTo>
                <a:lnTo>
                  <a:pt x="3674" y="6356"/>
                </a:lnTo>
                <a:lnTo>
                  <a:pt x="3673" y="6356"/>
                </a:lnTo>
                <a:lnTo>
                  <a:pt x="3673" y="6355"/>
                </a:lnTo>
                <a:lnTo>
                  <a:pt x="3673" y="6354"/>
                </a:lnTo>
                <a:lnTo>
                  <a:pt x="3672" y="6354"/>
                </a:lnTo>
                <a:lnTo>
                  <a:pt x="3672" y="6353"/>
                </a:lnTo>
                <a:lnTo>
                  <a:pt x="3671" y="6353"/>
                </a:lnTo>
                <a:lnTo>
                  <a:pt x="3670" y="6353"/>
                </a:lnTo>
                <a:lnTo>
                  <a:pt x="3669" y="6353"/>
                </a:lnTo>
                <a:lnTo>
                  <a:pt x="3668" y="6353"/>
                </a:lnTo>
                <a:lnTo>
                  <a:pt x="3667" y="6353"/>
                </a:lnTo>
                <a:lnTo>
                  <a:pt x="3666" y="6353"/>
                </a:lnTo>
                <a:lnTo>
                  <a:pt x="3666" y="6354"/>
                </a:lnTo>
                <a:lnTo>
                  <a:pt x="3667" y="6354"/>
                </a:lnTo>
                <a:lnTo>
                  <a:pt x="3666" y="6354"/>
                </a:lnTo>
                <a:lnTo>
                  <a:pt x="3665" y="6354"/>
                </a:lnTo>
                <a:lnTo>
                  <a:pt x="3664" y="6354"/>
                </a:lnTo>
                <a:lnTo>
                  <a:pt x="3663" y="6354"/>
                </a:lnTo>
                <a:lnTo>
                  <a:pt x="3662" y="6354"/>
                </a:lnTo>
                <a:lnTo>
                  <a:pt x="3662" y="6353"/>
                </a:lnTo>
                <a:lnTo>
                  <a:pt x="3663" y="6353"/>
                </a:lnTo>
                <a:lnTo>
                  <a:pt x="3662" y="6353"/>
                </a:lnTo>
                <a:lnTo>
                  <a:pt x="3661" y="6353"/>
                </a:lnTo>
                <a:lnTo>
                  <a:pt x="3661" y="6352"/>
                </a:lnTo>
                <a:lnTo>
                  <a:pt x="3661" y="6351"/>
                </a:lnTo>
                <a:lnTo>
                  <a:pt x="3661" y="6350"/>
                </a:lnTo>
                <a:lnTo>
                  <a:pt x="3661" y="6349"/>
                </a:lnTo>
                <a:lnTo>
                  <a:pt x="3661" y="6348"/>
                </a:lnTo>
                <a:lnTo>
                  <a:pt x="3660" y="6348"/>
                </a:lnTo>
                <a:lnTo>
                  <a:pt x="3660" y="6347"/>
                </a:lnTo>
                <a:lnTo>
                  <a:pt x="3660" y="6346"/>
                </a:lnTo>
                <a:lnTo>
                  <a:pt x="3659" y="6346"/>
                </a:lnTo>
                <a:lnTo>
                  <a:pt x="3659" y="6345"/>
                </a:lnTo>
                <a:lnTo>
                  <a:pt x="3660" y="6345"/>
                </a:lnTo>
                <a:lnTo>
                  <a:pt x="3660" y="6344"/>
                </a:lnTo>
                <a:lnTo>
                  <a:pt x="3659" y="6344"/>
                </a:lnTo>
                <a:lnTo>
                  <a:pt x="3659" y="6343"/>
                </a:lnTo>
                <a:lnTo>
                  <a:pt x="3659" y="6342"/>
                </a:lnTo>
                <a:lnTo>
                  <a:pt x="3659" y="6341"/>
                </a:lnTo>
                <a:lnTo>
                  <a:pt x="3660" y="6341"/>
                </a:lnTo>
                <a:lnTo>
                  <a:pt x="3660" y="6340"/>
                </a:lnTo>
                <a:lnTo>
                  <a:pt x="3661" y="6339"/>
                </a:lnTo>
                <a:lnTo>
                  <a:pt x="3662" y="6339"/>
                </a:lnTo>
                <a:lnTo>
                  <a:pt x="3662" y="6338"/>
                </a:lnTo>
                <a:lnTo>
                  <a:pt x="3663" y="6338"/>
                </a:lnTo>
                <a:lnTo>
                  <a:pt x="3664" y="6338"/>
                </a:lnTo>
                <a:lnTo>
                  <a:pt x="3664" y="6337"/>
                </a:lnTo>
                <a:lnTo>
                  <a:pt x="3665" y="6337"/>
                </a:lnTo>
                <a:lnTo>
                  <a:pt x="3665" y="6336"/>
                </a:lnTo>
                <a:lnTo>
                  <a:pt x="3666" y="6336"/>
                </a:lnTo>
                <a:lnTo>
                  <a:pt x="3666" y="6335"/>
                </a:lnTo>
                <a:lnTo>
                  <a:pt x="3666" y="6334"/>
                </a:lnTo>
                <a:lnTo>
                  <a:pt x="3667" y="6334"/>
                </a:lnTo>
                <a:lnTo>
                  <a:pt x="3668" y="6334"/>
                </a:lnTo>
                <a:lnTo>
                  <a:pt x="3669" y="6334"/>
                </a:lnTo>
                <a:lnTo>
                  <a:pt x="3670" y="6334"/>
                </a:lnTo>
                <a:lnTo>
                  <a:pt x="3670" y="6333"/>
                </a:lnTo>
                <a:lnTo>
                  <a:pt x="3671" y="6333"/>
                </a:lnTo>
                <a:lnTo>
                  <a:pt x="3671" y="6332"/>
                </a:lnTo>
                <a:lnTo>
                  <a:pt x="3672" y="6332"/>
                </a:lnTo>
                <a:lnTo>
                  <a:pt x="3673" y="6332"/>
                </a:lnTo>
                <a:lnTo>
                  <a:pt x="3674" y="6332"/>
                </a:lnTo>
                <a:lnTo>
                  <a:pt x="3674" y="6331"/>
                </a:lnTo>
                <a:lnTo>
                  <a:pt x="3675" y="6331"/>
                </a:lnTo>
                <a:lnTo>
                  <a:pt x="3675" y="6330"/>
                </a:lnTo>
                <a:lnTo>
                  <a:pt x="3676" y="6330"/>
                </a:lnTo>
                <a:lnTo>
                  <a:pt x="3676" y="6329"/>
                </a:lnTo>
                <a:lnTo>
                  <a:pt x="3676" y="6328"/>
                </a:lnTo>
                <a:lnTo>
                  <a:pt x="3676" y="6327"/>
                </a:lnTo>
                <a:lnTo>
                  <a:pt x="3676" y="6326"/>
                </a:lnTo>
                <a:lnTo>
                  <a:pt x="3675" y="6326"/>
                </a:lnTo>
                <a:lnTo>
                  <a:pt x="3674" y="6325"/>
                </a:lnTo>
                <a:lnTo>
                  <a:pt x="3673" y="6325"/>
                </a:lnTo>
                <a:lnTo>
                  <a:pt x="3672" y="6325"/>
                </a:lnTo>
                <a:lnTo>
                  <a:pt x="3671" y="6324"/>
                </a:lnTo>
                <a:lnTo>
                  <a:pt x="3671" y="6323"/>
                </a:lnTo>
                <a:lnTo>
                  <a:pt x="3670" y="6323"/>
                </a:lnTo>
                <a:lnTo>
                  <a:pt x="3669" y="6323"/>
                </a:lnTo>
                <a:lnTo>
                  <a:pt x="3669" y="6322"/>
                </a:lnTo>
                <a:lnTo>
                  <a:pt x="3669" y="6321"/>
                </a:lnTo>
                <a:lnTo>
                  <a:pt x="3668" y="6321"/>
                </a:lnTo>
                <a:lnTo>
                  <a:pt x="3669" y="6321"/>
                </a:lnTo>
                <a:lnTo>
                  <a:pt x="3669" y="6320"/>
                </a:lnTo>
                <a:lnTo>
                  <a:pt x="3669" y="6319"/>
                </a:lnTo>
                <a:lnTo>
                  <a:pt x="3668" y="6319"/>
                </a:lnTo>
                <a:lnTo>
                  <a:pt x="3668" y="6318"/>
                </a:lnTo>
                <a:lnTo>
                  <a:pt x="3668" y="6317"/>
                </a:lnTo>
                <a:lnTo>
                  <a:pt x="3668" y="6316"/>
                </a:lnTo>
                <a:lnTo>
                  <a:pt x="3667" y="6316"/>
                </a:lnTo>
                <a:lnTo>
                  <a:pt x="3667" y="6315"/>
                </a:lnTo>
                <a:lnTo>
                  <a:pt x="3667" y="6314"/>
                </a:lnTo>
                <a:lnTo>
                  <a:pt x="3668" y="6314"/>
                </a:lnTo>
                <a:lnTo>
                  <a:pt x="3668" y="6313"/>
                </a:lnTo>
                <a:lnTo>
                  <a:pt x="3667" y="6313"/>
                </a:lnTo>
                <a:lnTo>
                  <a:pt x="3668" y="6313"/>
                </a:lnTo>
                <a:lnTo>
                  <a:pt x="3667" y="6312"/>
                </a:lnTo>
                <a:lnTo>
                  <a:pt x="3667" y="6311"/>
                </a:lnTo>
                <a:lnTo>
                  <a:pt x="3666" y="6311"/>
                </a:lnTo>
                <a:lnTo>
                  <a:pt x="3666" y="6310"/>
                </a:lnTo>
                <a:lnTo>
                  <a:pt x="3666" y="6311"/>
                </a:lnTo>
                <a:lnTo>
                  <a:pt x="3665" y="6311"/>
                </a:lnTo>
                <a:lnTo>
                  <a:pt x="3664" y="6310"/>
                </a:lnTo>
                <a:lnTo>
                  <a:pt x="3664" y="6308"/>
                </a:lnTo>
                <a:lnTo>
                  <a:pt x="3664" y="6307"/>
                </a:lnTo>
                <a:lnTo>
                  <a:pt x="3664" y="6306"/>
                </a:lnTo>
                <a:lnTo>
                  <a:pt x="3665" y="6305"/>
                </a:lnTo>
                <a:lnTo>
                  <a:pt x="3666" y="6304"/>
                </a:lnTo>
                <a:lnTo>
                  <a:pt x="3666" y="6303"/>
                </a:lnTo>
                <a:lnTo>
                  <a:pt x="3665" y="6302"/>
                </a:lnTo>
                <a:lnTo>
                  <a:pt x="3665" y="6301"/>
                </a:lnTo>
                <a:lnTo>
                  <a:pt x="3665" y="6300"/>
                </a:lnTo>
                <a:lnTo>
                  <a:pt x="3664" y="6300"/>
                </a:lnTo>
                <a:lnTo>
                  <a:pt x="3664" y="6299"/>
                </a:lnTo>
                <a:lnTo>
                  <a:pt x="3664" y="6298"/>
                </a:lnTo>
                <a:lnTo>
                  <a:pt x="3663" y="6298"/>
                </a:lnTo>
                <a:lnTo>
                  <a:pt x="3663" y="6297"/>
                </a:lnTo>
                <a:lnTo>
                  <a:pt x="3662" y="6297"/>
                </a:lnTo>
                <a:lnTo>
                  <a:pt x="3662" y="6296"/>
                </a:lnTo>
                <a:lnTo>
                  <a:pt x="3662" y="6295"/>
                </a:lnTo>
                <a:lnTo>
                  <a:pt x="3663" y="6295"/>
                </a:lnTo>
                <a:lnTo>
                  <a:pt x="3662" y="6295"/>
                </a:lnTo>
                <a:lnTo>
                  <a:pt x="3662" y="6294"/>
                </a:lnTo>
                <a:lnTo>
                  <a:pt x="3661" y="6294"/>
                </a:lnTo>
                <a:lnTo>
                  <a:pt x="3661" y="6293"/>
                </a:lnTo>
                <a:lnTo>
                  <a:pt x="3660" y="6293"/>
                </a:lnTo>
                <a:lnTo>
                  <a:pt x="3660" y="6292"/>
                </a:lnTo>
                <a:lnTo>
                  <a:pt x="3659" y="6292"/>
                </a:lnTo>
                <a:lnTo>
                  <a:pt x="3658" y="6292"/>
                </a:lnTo>
                <a:lnTo>
                  <a:pt x="3657" y="6292"/>
                </a:lnTo>
                <a:lnTo>
                  <a:pt x="3657" y="6293"/>
                </a:lnTo>
                <a:lnTo>
                  <a:pt x="3656" y="6293"/>
                </a:lnTo>
                <a:lnTo>
                  <a:pt x="3655" y="6293"/>
                </a:lnTo>
                <a:lnTo>
                  <a:pt x="3654" y="6293"/>
                </a:lnTo>
                <a:lnTo>
                  <a:pt x="3653" y="6293"/>
                </a:lnTo>
                <a:lnTo>
                  <a:pt x="3652" y="6293"/>
                </a:lnTo>
                <a:lnTo>
                  <a:pt x="3652" y="6292"/>
                </a:lnTo>
                <a:lnTo>
                  <a:pt x="3651" y="6291"/>
                </a:lnTo>
                <a:lnTo>
                  <a:pt x="3650" y="6291"/>
                </a:lnTo>
                <a:lnTo>
                  <a:pt x="3650" y="6290"/>
                </a:lnTo>
                <a:lnTo>
                  <a:pt x="3648" y="6290"/>
                </a:lnTo>
                <a:lnTo>
                  <a:pt x="3647" y="6290"/>
                </a:lnTo>
                <a:lnTo>
                  <a:pt x="3647" y="6289"/>
                </a:lnTo>
                <a:lnTo>
                  <a:pt x="3646" y="6289"/>
                </a:lnTo>
                <a:lnTo>
                  <a:pt x="3646" y="6290"/>
                </a:lnTo>
                <a:lnTo>
                  <a:pt x="3645" y="6290"/>
                </a:lnTo>
                <a:lnTo>
                  <a:pt x="3644" y="6290"/>
                </a:lnTo>
                <a:lnTo>
                  <a:pt x="3643" y="6290"/>
                </a:lnTo>
                <a:lnTo>
                  <a:pt x="3642" y="6290"/>
                </a:lnTo>
                <a:lnTo>
                  <a:pt x="3642" y="6289"/>
                </a:lnTo>
                <a:lnTo>
                  <a:pt x="3641" y="6289"/>
                </a:lnTo>
                <a:lnTo>
                  <a:pt x="3641" y="6288"/>
                </a:lnTo>
                <a:lnTo>
                  <a:pt x="3641" y="6287"/>
                </a:lnTo>
                <a:lnTo>
                  <a:pt x="3640" y="6287"/>
                </a:lnTo>
                <a:lnTo>
                  <a:pt x="3640" y="6286"/>
                </a:lnTo>
                <a:lnTo>
                  <a:pt x="3640" y="6287"/>
                </a:lnTo>
                <a:lnTo>
                  <a:pt x="3640" y="6286"/>
                </a:lnTo>
                <a:lnTo>
                  <a:pt x="3639" y="6286"/>
                </a:lnTo>
                <a:lnTo>
                  <a:pt x="3638" y="6286"/>
                </a:lnTo>
                <a:lnTo>
                  <a:pt x="3638" y="6285"/>
                </a:lnTo>
                <a:lnTo>
                  <a:pt x="3639" y="6285"/>
                </a:lnTo>
                <a:lnTo>
                  <a:pt x="3639" y="6284"/>
                </a:lnTo>
                <a:lnTo>
                  <a:pt x="3640" y="6284"/>
                </a:lnTo>
                <a:lnTo>
                  <a:pt x="3640" y="6285"/>
                </a:lnTo>
                <a:lnTo>
                  <a:pt x="3641" y="6285"/>
                </a:lnTo>
                <a:lnTo>
                  <a:pt x="3641" y="6284"/>
                </a:lnTo>
                <a:lnTo>
                  <a:pt x="3642" y="6284"/>
                </a:lnTo>
                <a:lnTo>
                  <a:pt x="3642" y="6283"/>
                </a:lnTo>
                <a:lnTo>
                  <a:pt x="3643" y="6283"/>
                </a:lnTo>
                <a:lnTo>
                  <a:pt x="3643" y="6282"/>
                </a:lnTo>
                <a:lnTo>
                  <a:pt x="3643" y="6281"/>
                </a:lnTo>
                <a:lnTo>
                  <a:pt x="3644" y="6281"/>
                </a:lnTo>
                <a:lnTo>
                  <a:pt x="3644" y="6280"/>
                </a:lnTo>
                <a:lnTo>
                  <a:pt x="3644" y="6279"/>
                </a:lnTo>
                <a:lnTo>
                  <a:pt x="3644" y="6278"/>
                </a:lnTo>
                <a:lnTo>
                  <a:pt x="3643" y="6278"/>
                </a:lnTo>
                <a:lnTo>
                  <a:pt x="3642" y="6278"/>
                </a:lnTo>
                <a:lnTo>
                  <a:pt x="3642" y="6277"/>
                </a:lnTo>
                <a:lnTo>
                  <a:pt x="3642" y="6276"/>
                </a:lnTo>
                <a:lnTo>
                  <a:pt x="3643" y="6276"/>
                </a:lnTo>
                <a:lnTo>
                  <a:pt x="3643" y="6275"/>
                </a:lnTo>
                <a:lnTo>
                  <a:pt x="3643" y="6274"/>
                </a:lnTo>
                <a:lnTo>
                  <a:pt x="3644" y="6274"/>
                </a:lnTo>
                <a:lnTo>
                  <a:pt x="3643" y="6274"/>
                </a:lnTo>
                <a:lnTo>
                  <a:pt x="3643" y="6273"/>
                </a:lnTo>
                <a:lnTo>
                  <a:pt x="3644" y="6273"/>
                </a:lnTo>
                <a:lnTo>
                  <a:pt x="3643" y="6273"/>
                </a:lnTo>
                <a:lnTo>
                  <a:pt x="3643" y="6272"/>
                </a:lnTo>
                <a:lnTo>
                  <a:pt x="3643" y="6270"/>
                </a:lnTo>
                <a:lnTo>
                  <a:pt x="3643" y="6269"/>
                </a:lnTo>
                <a:lnTo>
                  <a:pt x="3642" y="6269"/>
                </a:lnTo>
                <a:lnTo>
                  <a:pt x="3641" y="6269"/>
                </a:lnTo>
                <a:lnTo>
                  <a:pt x="3641" y="6268"/>
                </a:lnTo>
                <a:lnTo>
                  <a:pt x="3642" y="6268"/>
                </a:lnTo>
                <a:lnTo>
                  <a:pt x="3642" y="6267"/>
                </a:lnTo>
                <a:lnTo>
                  <a:pt x="3642" y="6266"/>
                </a:lnTo>
                <a:lnTo>
                  <a:pt x="3641" y="6266"/>
                </a:lnTo>
                <a:lnTo>
                  <a:pt x="3641" y="6265"/>
                </a:lnTo>
                <a:lnTo>
                  <a:pt x="3641" y="6266"/>
                </a:lnTo>
                <a:lnTo>
                  <a:pt x="3641" y="6265"/>
                </a:lnTo>
                <a:lnTo>
                  <a:pt x="3641" y="6264"/>
                </a:lnTo>
                <a:lnTo>
                  <a:pt x="3641" y="6263"/>
                </a:lnTo>
                <a:lnTo>
                  <a:pt x="3642" y="6263"/>
                </a:lnTo>
                <a:lnTo>
                  <a:pt x="3642" y="6262"/>
                </a:lnTo>
                <a:lnTo>
                  <a:pt x="3643" y="6262"/>
                </a:lnTo>
                <a:lnTo>
                  <a:pt x="3643" y="6261"/>
                </a:lnTo>
                <a:lnTo>
                  <a:pt x="3643" y="6260"/>
                </a:lnTo>
                <a:lnTo>
                  <a:pt x="3644" y="6260"/>
                </a:lnTo>
                <a:lnTo>
                  <a:pt x="3645" y="6260"/>
                </a:lnTo>
                <a:lnTo>
                  <a:pt x="3646" y="6260"/>
                </a:lnTo>
                <a:lnTo>
                  <a:pt x="3646" y="6259"/>
                </a:lnTo>
                <a:lnTo>
                  <a:pt x="3645" y="6259"/>
                </a:lnTo>
                <a:lnTo>
                  <a:pt x="3645" y="6258"/>
                </a:lnTo>
                <a:lnTo>
                  <a:pt x="3644" y="6258"/>
                </a:lnTo>
                <a:lnTo>
                  <a:pt x="3645" y="6258"/>
                </a:lnTo>
                <a:lnTo>
                  <a:pt x="3645" y="6257"/>
                </a:lnTo>
                <a:lnTo>
                  <a:pt x="3644" y="6257"/>
                </a:lnTo>
                <a:lnTo>
                  <a:pt x="3645" y="6257"/>
                </a:lnTo>
                <a:lnTo>
                  <a:pt x="3645" y="6256"/>
                </a:lnTo>
                <a:lnTo>
                  <a:pt x="3644" y="6256"/>
                </a:lnTo>
                <a:lnTo>
                  <a:pt x="3643" y="6256"/>
                </a:lnTo>
                <a:lnTo>
                  <a:pt x="3642" y="6256"/>
                </a:lnTo>
                <a:lnTo>
                  <a:pt x="3641" y="6256"/>
                </a:lnTo>
                <a:lnTo>
                  <a:pt x="3640" y="6256"/>
                </a:lnTo>
                <a:lnTo>
                  <a:pt x="3640" y="6255"/>
                </a:lnTo>
                <a:lnTo>
                  <a:pt x="3641" y="6255"/>
                </a:lnTo>
                <a:lnTo>
                  <a:pt x="3640" y="6255"/>
                </a:lnTo>
                <a:lnTo>
                  <a:pt x="3640" y="6254"/>
                </a:lnTo>
                <a:lnTo>
                  <a:pt x="3641" y="6254"/>
                </a:lnTo>
                <a:lnTo>
                  <a:pt x="3641" y="6253"/>
                </a:lnTo>
                <a:lnTo>
                  <a:pt x="3642" y="6253"/>
                </a:lnTo>
                <a:lnTo>
                  <a:pt x="3643" y="6253"/>
                </a:lnTo>
                <a:lnTo>
                  <a:pt x="3643" y="6252"/>
                </a:lnTo>
                <a:lnTo>
                  <a:pt x="3643" y="6251"/>
                </a:lnTo>
                <a:lnTo>
                  <a:pt x="3644" y="6251"/>
                </a:lnTo>
                <a:lnTo>
                  <a:pt x="3645" y="6251"/>
                </a:lnTo>
                <a:lnTo>
                  <a:pt x="3645" y="6250"/>
                </a:lnTo>
                <a:lnTo>
                  <a:pt x="3646" y="6250"/>
                </a:lnTo>
                <a:lnTo>
                  <a:pt x="3647" y="6250"/>
                </a:lnTo>
                <a:lnTo>
                  <a:pt x="3647" y="6251"/>
                </a:lnTo>
                <a:lnTo>
                  <a:pt x="3647" y="6252"/>
                </a:lnTo>
                <a:lnTo>
                  <a:pt x="3648" y="6252"/>
                </a:lnTo>
                <a:lnTo>
                  <a:pt x="3649" y="6252"/>
                </a:lnTo>
                <a:lnTo>
                  <a:pt x="3649" y="6253"/>
                </a:lnTo>
                <a:lnTo>
                  <a:pt x="3650" y="6253"/>
                </a:lnTo>
                <a:lnTo>
                  <a:pt x="3650" y="6254"/>
                </a:lnTo>
                <a:lnTo>
                  <a:pt x="3650" y="6253"/>
                </a:lnTo>
                <a:lnTo>
                  <a:pt x="3651" y="6253"/>
                </a:lnTo>
                <a:lnTo>
                  <a:pt x="3652" y="6253"/>
                </a:lnTo>
                <a:lnTo>
                  <a:pt x="3652" y="6252"/>
                </a:lnTo>
                <a:lnTo>
                  <a:pt x="3653" y="6252"/>
                </a:lnTo>
                <a:lnTo>
                  <a:pt x="3653" y="6251"/>
                </a:lnTo>
                <a:lnTo>
                  <a:pt x="3654" y="6251"/>
                </a:lnTo>
                <a:lnTo>
                  <a:pt x="3655" y="6251"/>
                </a:lnTo>
                <a:lnTo>
                  <a:pt x="3655" y="6250"/>
                </a:lnTo>
                <a:lnTo>
                  <a:pt x="3656" y="6250"/>
                </a:lnTo>
                <a:lnTo>
                  <a:pt x="3656" y="6249"/>
                </a:lnTo>
                <a:lnTo>
                  <a:pt x="3656" y="6248"/>
                </a:lnTo>
                <a:lnTo>
                  <a:pt x="3657" y="6248"/>
                </a:lnTo>
                <a:lnTo>
                  <a:pt x="3658" y="6248"/>
                </a:lnTo>
                <a:lnTo>
                  <a:pt x="3658" y="6247"/>
                </a:lnTo>
                <a:lnTo>
                  <a:pt x="3657" y="6247"/>
                </a:lnTo>
                <a:lnTo>
                  <a:pt x="3657" y="6246"/>
                </a:lnTo>
                <a:lnTo>
                  <a:pt x="3658" y="6246"/>
                </a:lnTo>
                <a:lnTo>
                  <a:pt x="3657" y="6246"/>
                </a:lnTo>
                <a:lnTo>
                  <a:pt x="3657" y="6245"/>
                </a:lnTo>
                <a:lnTo>
                  <a:pt x="3658" y="6245"/>
                </a:lnTo>
                <a:lnTo>
                  <a:pt x="3658" y="6244"/>
                </a:lnTo>
                <a:lnTo>
                  <a:pt x="3659" y="6244"/>
                </a:lnTo>
                <a:lnTo>
                  <a:pt x="3659" y="6243"/>
                </a:lnTo>
                <a:lnTo>
                  <a:pt x="3659" y="6242"/>
                </a:lnTo>
                <a:lnTo>
                  <a:pt x="3660" y="6242"/>
                </a:lnTo>
                <a:lnTo>
                  <a:pt x="3660" y="6243"/>
                </a:lnTo>
                <a:lnTo>
                  <a:pt x="3661" y="6243"/>
                </a:lnTo>
                <a:lnTo>
                  <a:pt x="3662" y="6243"/>
                </a:lnTo>
                <a:lnTo>
                  <a:pt x="3663" y="6243"/>
                </a:lnTo>
                <a:lnTo>
                  <a:pt x="3664" y="6243"/>
                </a:lnTo>
                <a:lnTo>
                  <a:pt x="3665" y="6243"/>
                </a:lnTo>
                <a:lnTo>
                  <a:pt x="3666" y="6243"/>
                </a:lnTo>
                <a:lnTo>
                  <a:pt x="3665" y="6243"/>
                </a:lnTo>
                <a:lnTo>
                  <a:pt x="3666" y="6243"/>
                </a:lnTo>
                <a:lnTo>
                  <a:pt x="3666" y="6242"/>
                </a:lnTo>
                <a:lnTo>
                  <a:pt x="3666" y="6241"/>
                </a:lnTo>
                <a:lnTo>
                  <a:pt x="3667" y="6241"/>
                </a:lnTo>
                <a:lnTo>
                  <a:pt x="3667" y="6240"/>
                </a:lnTo>
                <a:lnTo>
                  <a:pt x="3668" y="6240"/>
                </a:lnTo>
                <a:lnTo>
                  <a:pt x="3668" y="6239"/>
                </a:lnTo>
                <a:lnTo>
                  <a:pt x="3669" y="6239"/>
                </a:lnTo>
                <a:lnTo>
                  <a:pt x="3670" y="6239"/>
                </a:lnTo>
                <a:lnTo>
                  <a:pt x="3671" y="6239"/>
                </a:lnTo>
                <a:lnTo>
                  <a:pt x="3671" y="6238"/>
                </a:lnTo>
                <a:lnTo>
                  <a:pt x="3672" y="6238"/>
                </a:lnTo>
                <a:lnTo>
                  <a:pt x="3673" y="6238"/>
                </a:lnTo>
                <a:lnTo>
                  <a:pt x="3674" y="6238"/>
                </a:lnTo>
                <a:lnTo>
                  <a:pt x="3674" y="6237"/>
                </a:lnTo>
                <a:lnTo>
                  <a:pt x="3675" y="6237"/>
                </a:lnTo>
                <a:lnTo>
                  <a:pt x="3675" y="6236"/>
                </a:lnTo>
                <a:lnTo>
                  <a:pt x="3676" y="6236"/>
                </a:lnTo>
                <a:lnTo>
                  <a:pt x="3676" y="6235"/>
                </a:lnTo>
                <a:lnTo>
                  <a:pt x="3677" y="6235"/>
                </a:lnTo>
                <a:lnTo>
                  <a:pt x="3678" y="6235"/>
                </a:lnTo>
                <a:lnTo>
                  <a:pt x="3678" y="6234"/>
                </a:lnTo>
                <a:lnTo>
                  <a:pt x="3678" y="6233"/>
                </a:lnTo>
                <a:lnTo>
                  <a:pt x="3678" y="6232"/>
                </a:lnTo>
                <a:lnTo>
                  <a:pt x="3678" y="6231"/>
                </a:lnTo>
                <a:lnTo>
                  <a:pt x="3679" y="6231"/>
                </a:lnTo>
                <a:lnTo>
                  <a:pt x="3680" y="6231"/>
                </a:lnTo>
                <a:lnTo>
                  <a:pt x="3681" y="6231"/>
                </a:lnTo>
                <a:lnTo>
                  <a:pt x="3681" y="6230"/>
                </a:lnTo>
                <a:lnTo>
                  <a:pt x="3682" y="6230"/>
                </a:lnTo>
                <a:lnTo>
                  <a:pt x="3682" y="6229"/>
                </a:lnTo>
                <a:lnTo>
                  <a:pt x="3682" y="6230"/>
                </a:lnTo>
                <a:lnTo>
                  <a:pt x="3682" y="6229"/>
                </a:lnTo>
                <a:lnTo>
                  <a:pt x="3683" y="6229"/>
                </a:lnTo>
                <a:lnTo>
                  <a:pt x="3683" y="6228"/>
                </a:lnTo>
                <a:lnTo>
                  <a:pt x="3684" y="6228"/>
                </a:lnTo>
                <a:lnTo>
                  <a:pt x="3684" y="6227"/>
                </a:lnTo>
                <a:lnTo>
                  <a:pt x="3684" y="6226"/>
                </a:lnTo>
                <a:lnTo>
                  <a:pt x="3683" y="6225"/>
                </a:lnTo>
                <a:lnTo>
                  <a:pt x="3682" y="6225"/>
                </a:lnTo>
                <a:lnTo>
                  <a:pt x="3683" y="6225"/>
                </a:lnTo>
                <a:lnTo>
                  <a:pt x="3683" y="6224"/>
                </a:lnTo>
                <a:lnTo>
                  <a:pt x="3683" y="6223"/>
                </a:lnTo>
                <a:lnTo>
                  <a:pt x="3682" y="6223"/>
                </a:lnTo>
                <a:lnTo>
                  <a:pt x="3682" y="6222"/>
                </a:lnTo>
                <a:lnTo>
                  <a:pt x="3683" y="6222"/>
                </a:lnTo>
                <a:lnTo>
                  <a:pt x="3682" y="6222"/>
                </a:lnTo>
                <a:lnTo>
                  <a:pt x="3682" y="6221"/>
                </a:lnTo>
                <a:lnTo>
                  <a:pt x="3682" y="6220"/>
                </a:lnTo>
                <a:lnTo>
                  <a:pt x="3682" y="6219"/>
                </a:lnTo>
                <a:lnTo>
                  <a:pt x="3681" y="6219"/>
                </a:lnTo>
                <a:lnTo>
                  <a:pt x="3681" y="6218"/>
                </a:lnTo>
                <a:lnTo>
                  <a:pt x="3680" y="6218"/>
                </a:lnTo>
                <a:lnTo>
                  <a:pt x="3680" y="6219"/>
                </a:lnTo>
                <a:lnTo>
                  <a:pt x="3679" y="6219"/>
                </a:lnTo>
                <a:lnTo>
                  <a:pt x="3679" y="6220"/>
                </a:lnTo>
                <a:lnTo>
                  <a:pt x="3678" y="6220"/>
                </a:lnTo>
                <a:lnTo>
                  <a:pt x="3678" y="6221"/>
                </a:lnTo>
                <a:lnTo>
                  <a:pt x="3677" y="6221"/>
                </a:lnTo>
                <a:lnTo>
                  <a:pt x="3676" y="6222"/>
                </a:lnTo>
                <a:lnTo>
                  <a:pt x="3675" y="6222"/>
                </a:lnTo>
                <a:lnTo>
                  <a:pt x="3674" y="6222"/>
                </a:lnTo>
                <a:lnTo>
                  <a:pt x="3673" y="6222"/>
                </a:lnTo>
                <a:lnTo>
                  <a:pt x="3672" y="6222"/>
                </a:lnTo>
                <a:lnTo>
                  <a:pt x="3671" y="6222"/>
                </a:lnTo>
                <a:lnTo>
                  <a:pt x="3671" y="6221"/>
                </a:lnTo>
                <a:lnTo>
                  <a:pt x="3670" y="6221"/>
                </a:lnTo>
                <a:lnTo>
                  <a:pt x="3669" y="6221"/>
                </a:lnTo>
                <a:lnTo>
                  <a:pt x="3668" y="6221"/>
                </a:lnTo>
                <a:lnTo>
                  <a:pt x="3667" y="6221"/>
                </a:lnTo>
                <a:lnTo>
                  <a:pt x="3666" y="6221"/>
                </a:lnTo>
                <a:lnTo>
                  <a:pt x="3665" y="6221"/>
                </a:lnTo>
                <a:lnTo>
                  <a:pt x="3663" y="6221"/>
                </a:lnTo>
                <a:lnTo>
                  <a:pt x="3661" y="6221"/>
                </a:lnTo>
                <a:lnTo>
                  <a:pt x="3660" y="6221"/>
                </a:lnTo>
                <a:lnTo>
                  <a:pt x="3660" y="6222"/>
                </a:lnTo>
                <a:lnTo>
                  <a:pt x="3659" y="6222"/>
                </a:lnTo>
                <a:lnTo>
                  <a:pt x="3658" y="6222"/>
                </a:lnTo>
                <a:lnTo>
                  <a:pt x="3657" y="6222"/>
                </a:lnTo>
                <a:lnTo>
                  <a:pt x="3656" y="6222"/>
                </a:lnTo>
                <a:lnTo>
                  <a:pt x="3656" y="6221"/>
                </a:lnTo>
                <a:lnTo>
                  <a:pt x="3655" y="6221"/>
                </a:lnTo>
                <a:lnTo>
                  <a:pt x="3654" y="6222"/>
                </a:lnTo>
                <a:lnTo>
                  <a:pt x="3653" y="6222"/>
                </a:lnTo>
                <a:lnTo>
                  <a:pt x="3653" y="6221"/>
                </a:lnTo>
                <a:lnTo>
                  <a:pt x="3652" y="6221"/>
                </a:lnTo>
                <a:lnTo>
                  <a:pt x="3650" y="6221"/>
                </a:lnTo>
                <a:lnTo>
                  <a:pt x="3649" y="6221"/>
                </a:lnTo>
                <a:lnTo>
                  <a:pt x="3649" y="6222"/>
                </a:lnTo>
                <a:lnTo>
                  <a:pt x="3648" y="6223"/>
                </a:lnTo>
                <a:lnTo>
                  <a:pt x="3647" y="6224"/>
                </a:lnTo>
                <a:lnTo>
                  <a:pt x="3647" y="6225"/>
                </a:lnTo>
                <a:lnTo>
                  <a:pt x="3646" y="6225"/>
                </a:lnTo>
                <a:lnTo>
                  <a:pt x="3645" y="6225"/>
                </a:lnTo>
                <a:lnTo>
                  <a:pt x="3644" y="6226"/>
                </a:lnTo>
                <a:lnTo>
                  <a:pt x="3643" y="6226"/>
                </a:lnTo>
                <a:lnTo>
                  <a:pt x="3642" y="6226"/>
                </a:lnTo>
                <a:lnTo>
                  <a:pt x="3641" y="6226"/>
                </a:lnTo>
                <a:lnTo>
                  <a:pt x="3641" y="6225"/>
                </a:lnTo>
                <a:lnTo>
                  <a:pt x="3640" y="6225"/>
                </a:lnTo>
                <a:lnTo>
                  <a:pt x="3639" y="6225"/>
                </a:lnTo>
                <a:lnTo>
                  <a:pt x="3638" y="6225"/>
                </a:lnTo>
                <a:lnTo>
                  <a:pt x="3638" y="6224"/>
                </a:lnTo>
                <a:lnTo>
                  <a:pt x="3637" y="6224"/>
                </a:lnTo>
                <a:lnTo>
                  <a:pt x="3636" y="6225"/>
                </a:lnTo>
                <a:lnTo>
                  <a:pt x="3635" y="6225"/>
                </a:lnTo>
                <a:lnTo>
                  <a:pt x="3634" y="6225"/>
                </a:lnTo>
                <a:lnTo>
                  <a:pt x="3634" y="6226"/>
                </a:lnTo>
                <a:lnTo>
                  <a:pt x="3633" y="6226"/>
                </a:lnTo>
                <a:lnTo>
                  <a:pt x="3632" y="6227"/>
                </a:lnTo>
                <a:lnTo>
                  <a:pt x="3631" y="6228"/>
                </a:lnTo>
                <a:lnTo>
                  <a:pt x="3630" y="6228"/>
                </a:lnTo>
                <a:lnTo>
                  <a:pt x="3629" y="6228"/>
                </a:lnTo>
                <a:lnTo>
                  <a:pt x="3628" y="6228"/>
                </a:lnTo>
                <a:lnTo>
                  <a:pt x="3627" y="6228"/>
                </a:lnTo>
                <a:lnTo>
                  <a:pt x="3627" y="6229"/>
                </a:lnTo>
                <a:lnTo>
                  <a:pt x="3626" y="6229"/>
                </a:lnTo>
                <a:lnTo>
                  <a:pt x="3626" y="6228"/>
                </a:lnTo>
                <a:lnTo>
                  <a:pt x="3627" y="6228"/>
                </a:lnTo>
                <a:lnTo>
                  <a:pt x="3626" y="6228"/>
                </a:lnTo>
                <a:lnTo>
                  <a:pt x="3626" y="6227"/>
                </a:lnTo>
                <a:lnTo>
                  <a:pt x="3626" y="6226"/>
                </a:lnTo>
                <a:lnTo>
                  <a:pt x="3626" y="6227"/>
                </a:lnTo>
                <a:lnTo>
                  <a:pt x="3626" y="6226"/>
                </a:lnTo>
                <a:lnTo>
                  <a:pt x="3625" y="6226"/>
                </a:lnTo>
                <a:lnTo>
                  <a:pt x="3624" y="6226"/>
                </a:lnTo>
                <a:lnTo>
                  <a:pt x="3624" y="6225"/>
                </a:lnTo>
                <a:lnTo>
                  <a:pt x="3623" y="6225"/>
                </a:lnTo>
                <a:lnTo>
                  <a:pt x="3622" y="6225"/>
                </a:lnTo>
                <a:lnTo>
                  <a:pt x="3622" y="6224"/>
                </a:lnTo>
                <a:lnTo>
                  <a:pt x="3621" y="6224"/>
                </a:lnTo>
                <a:lnTo>
                  <a:pt x="3621" y="6223"/>
                </a:lnTo>
                <a:lnTo>
                  <a:pt x="3620" y="6223"/>
                </a:lnTo>
                <a:lnTo>
                  <a:pt x="3620" y="6222"/>
                </a:lnTo>
                <a:lnTo>
                  <a:pt x="3619" y="6222"/>
                </a:lnTo>
                <a:lnTo>
                  <a:pt x="3620" y="6222"/>
                </a:lnTo>
                <a:lnTo>
                  <a:pt x="3619" y="6222"/>
                </a:lnTo>
                <a:lnTo>
                  <a:pt x="3619" y="6221"/>
                </a:lnTo>
                <a:lnTo>
                  <a:pt x="3619" y="6219"/>
                </a:lnTo>
                <a:lnTo>
                  <a:pt x="3618" y="6219"/>
                </a:lnTo>
                <a:lnTo>
                  <a:pt x="3617" y="6219"/>
                </a:lnTo>
                <a:lnTo>
                  <a:pt x="3616" y="6219"/>
                </a:lnTo>
                <a:lnTo>
                  <a:pt x="3615" y="6219"/>
                </a:lnTo>
                <a:lnTo>
                  <a:pt x="3614" y="6219"/>
                </a:lnTo>
                <a:lnTo>
                  <a:pt x="3613" y="6219"/>
                </a:lnTo>
                <a:lnTo>
                  <a:pt x="3612" y="6219"/>
                </a:lnTo>
                <a:lnTo>
                  <a:pt x="3611" y="6219"/>
                </a:lnTo>
                <a:lnTo>
                  <a:pt x="3610" y="6219"/>
                </a:lnTo>
                <a:lnTo>
                  <a:pt x="3609" y="6219"/>
                </a:lnTo>
                <a:lnTo>
                  <a:pt x="3608" y="6219"/>
                </a:lnTo>
                <a:lnTo>
                  <a:pt x="3607" y="6219"/>
                </a:lnTo>
                <a:lnTo>
                  <a:pt x="3606" y="6219"/>
                </a:lnTo>
                <a:lnTo>
                  <a:pt x="3605" y="6219"/>
                </a:lnTo>
                <a:lnTo>
                  <a:pt x="3604" y="6219"/>
                </a:lnTo>
                <a:lnTo>
                  <a:pt x="3604" y="6218"/>
                </a:lnTo>
                <a:lnTo>
                  <a:pt x="3603" y="6218"/>
                </a:lnTo>
                <a:lnTo>
                  <a:pt x="3602" y="6218"/>
                </a:lnTo>
                <a:lnTo>
                  <a:pt x="3600" y="6218"/>
                </a:lnTo>
                <a:lnTo>
                  <a:pt x="3600" y="6219"/>
                </a:lnTo>
                <a:lnTo>
                  <a:pt x="3600" y="6218"/>
                </a:lnTo>
                <a:lnTo>
                  <a:pt x="3600" y="6219"/>
                </a:lnTo>
                <a:lnTo>
                  <a:pt x="3599" y="6219"/>
                </a:lnTo>
                <a:lnTo>
                  <a:pt x="3599" y="6218"/>
                </a:lnTo>
                <a:lnTo>
                  <a:pt x="3599" y="6219"/>
                </a:lnTo>
                <a:lnTo>
                  <a:pt x="3599" y="6218"/>
                </a:lnTo>
                <a:lnTo>
                  <a:pt x="3598" y="6218"/>
                </a:lnTo>
                <a:lnTo>
                  <a:pt x="3598" y="6219"/>
                </a:lnTo>
                <a:lnTo>
                  <a:pt x="3597" y="6219"/>
                </a:lnTo>
                <a:lnTo>
                  <a:pt x="3596" y="6219"/>
                </a:lnTo>
                <a:lnTo>
                  <a:pt x="3594" y="6219"/>
                </a:lnTo>
                <a:lnTo>
                  <a:pt x="3593" y="6219"/>
                </a:lnTo>
                <a:lnTo>
                  <a:pt x="3592" y="6219"/>
                </a:lnTo>
                <a:lnTo>
                  <a:pt x="3591" y="6219"/>
                </a:lnTo>
                <a:lnTo>
                  <a:pt x="3590" y="6219"/>
                </a:lnTo>
                <a:lnTo>
                  <a:pt x="3589" y="6219"/>
                </a:lnTo>
                <a:lnTo>
                  <a:pt x="3589" y="6220"/>
                </a:lnTo>
                <a:lnTo>
                  <a:pt x="3585" y="6220"/>
                </a:lnTo>
                <a:lnTo>
                  <a:pt x="3584" y="6220"/>
                </a:lnTo>
                <a:lnTo>
                  <a:pt x="3583" y="6220"/>
                </a:lnTo>
                <a:lnTo>
                  <a:pt x="3583" y="6221"/>
                </a:lnTo>
                <a:lnTo>
                  <a:pt x="3583" y="6222"/>
                </a:lnTo>
                <a:lnTo>
                  <a:pt x="3583" y="6223"/>
                </a:lnTo>
                <a:lnTo>
                  <a:pt x="3582" y="6223"/>
                </a:lnTo>
                <a:lnTo>
                  <a:pt x="3583" y="6223"/>
                </a:lnTo>
                <a:lnTo>
                  <a:pt x="3583" y="6222"/>
                </a:lnTo>
                <a:lnTo>
                  <a:pt x="3582" y="6222"/>
                </a:lnTo>
                <a:lnTo>
                  <a:pt x="3582" y="6221"/>
                </a:lnTo>
                <a:lnTo>
                  <a:pt x="3581" y="6221"/>
                </a:lnTo>
                <a:lnTo>
                  <a:pt x="3581" y="6222"/>
                </a:lnTo>
                <a:lnTo>
                  <a:pt x="3580" y="6222"/>
                </a:lnTo>
                <a:lnTo>
                  <a:pt x="3579" y="6222"/>
                </a:lnTo>
                <a:lnTo>
                  <a:pt x="3578" y="6222"/>
                </a:lnTo>
                <a:lnTo>
                  <a:pt x="3578" y="6221"/>
                </a:lnTo>
                <a:lnTo>
                  <a:pt x="3578" y="6222"/>
                </a:lnTo>
                <a:lnTo>
                  <a:pt x="3577" y="6221"/>
                </a:lnTo>
                <a:lnTo>
                  <a:pt x="3576" y="6221"/>
                </a:lnTo>
                <a:lnTo>
                  <a:pt x="3575" y="6221"/>
                </a:lnTo>
                <a:lnTo>
                  <a:pt x="3574" y="6221"/>
                </a:lnTo>
                <a:lnTo>
                  <a:pt x="3573" y="6221"/>
                </a:lnTo>
                <a:lnTo>
                  <a:pt x="3572" y="6221"/>
                </a:lnTo>
                <a:lnTo>
                  <a:pt x="3571" y="6221"/>
                </a:lnTo>
                <a:lnTo>
                  <a:pt x="3571" y="6222"/>
                </a:lnTo>
                <a:lnTo>
                  <a:pt x="3571" y="6221"/>
                </a:lnTo>
                <a:lnTo>
                  <a:pt x="3570" y="6221"/>
                </a:lnTo>
                <a:lnTo>
                  <a:pt x="3570" y="6220"/>
                </a:lnTo>
                <a:lnTo>
                  <a:pt x="3569" y="6220"/>
                </a:lnTo>
                <a:lnTo>
                  <a:pt x="3568" y="6220"/>
                </a:lnTo>
                <a:lnTo>
                  <a:pt x="3568" y="6219"/>
                </a:lnTo>
                <a:lnTo>
                  <a:pt x="3567" y="6219"/>
                </a:lnTo>
                <a:lnTo>
                  <a:pt x="3566" y="6219"/>
                </a:lnTo>
                <a:lnTo>
                  <a:pt x="3565" y="6219"/>
                </a:lnTo>
                <a:lnTo>
                  <a:pt x="3564" y="6219"/>
                </a:lnTo>
                <a:lnTo>
                  <a:pt x="3563" y="6219"/>
                </a:lnTo>
                <a:lnTo>
                  <a:pt x="3562" y="6219"/>
                </a:lnTo>
                <a:lnTo>
                  <a:pt x="3561" y="6219"/>
                </a:lnTo>
                <a:lnTo>
                  <a:pt x="3561" y="6218"/>
                </a:lnTo>
                <a:lnTo>
                  <a:pt x="3560" y="6218"/>
                </a:lnTo>
                <a:lnTo>
                  <a:pt x="3559" y="6218"/>
                </a:lnTo>
                <a:lnTo>
                  <a:pt x="3558" y="6218"/>
                </a:lnTo>
                <a:lnTo>
                  <a:pt x="3558" y="6217"/>
                </a:lnTo>
                <a:lnTo>
                  <a:pt x="3558" y="6218"/>
                </a:lnTo>
                <a:lnTo>
                  <a:pt x="3558" y="6217"/>
                </a:lnTo>
                <a:lnTo>
                  <a:pt x="3557" y="6218"/>
                </a:lnTo>
                <a:lnTo>
                  <a:pt x="3556" y="6218"/>
                </a:lnTo>
                <a:lnTo>
                  <a:pt x="3555" y="6218"/>
                </a:lnTo>
                <a:lnTo>
                  <a:pt x="3555" y="6219"/>
                </a:lnTo>
                <a:lnTo>
                  <a:pt x="3554" y="6219"/>
                </a:lnTo>
                <a:lnTo>
                  <a:pt x="3554" y="6220"/>
                </a:lnTo>
                <a:lnTo>
                  <a:pt x="3553" y="6220"/>
                </a:lnTo>
                <a:lnTo>
                  <a:pt x="3552" y="6220"/>
                </a:lnTo>
                <a:lnTo>
                  <a:pt x="3551" y="6220"/>
                </a:lnTo>
                <a:lnTo>
                  <a:pt x="3550" y="6220"/>
                </a:lnTo>
                <a:lnTo>
                  <a:pt x="3550" y="6219"/>
                </a:lnTo>
                <a:lnTo>
                  <a:pt x="3549" y="6219"/>
                </a:lnTo>
                <a:lnTo>
                  <a:pt x="3548" y="6219"/>
                </a:lnTo>
                <a:lnTo>
                  <a:pt x="3547" y="6219"/>
                </a:lnTo>
                <a:lnTo>
                  <a:pt x="3547" y="6220"/>
                </a:lnTo>
                <a:lnTo>
                  <a:pt x="3548" y="6220"/>
                </a:lnTo>
                <a:lnTo>
                  <a:pt x="3547" y="6220"/>
                </a:lnTo>
                <a:lnTo>
                  <a:pt x="3545" y="6220"/>
                </a:lnTo>
                <a:lnTo>
                  <a:pt x="3544" y="6220"/>
                </a:lnTo>
                <a:lnTo>
                  <a:pt x="3543" y="6221"/>
                </a:lnTo>
                <a:lnTo>
                  <a:pt x="3539" y="6221"/>
                </a:lnTo>
                <a:lnTo>
                  <a:pt x="3538" y="6221"/>
                </a:lnTo>
                <a:lnTo>
                  <a:pt x="3538" y="6220"/>
                </a:lnTo>
                <a:lnTo>
                  <a:pt x="3537" y="6220"/>
                </a:lnTo>
                <a:lnTo>
                  <a:pt x="3536" y="6220"/>
                </a:lnTo>
                <a:lnTo>
                  <a:pt x="3536" y="6221"/>
                </a:lnTo>
                <a:lnTo>
                  <a:pt x="3535" y="6221"/>
                </a:lnTo>
                <a:lnTo>
                  <a:pt x="3534" y="6221"/>
                </a:lnTo>
                <a:lnTo>
                  <a:pt x="3534" y="6222"/>
                </a:lnTo>
                <a:lnTo>
                  <a:pt x="3534" y="6221"/>
                </a:lnTo>
                <a:lnTo>
                  <a:pt x="3533" y="6222"/>
                </a:lnTo>
                <a:lnTo>
                  <a:pt x="3533" y="6221"/>
                </a:lnTo>
                <a:lnTo>
                  <a:pt x="3533" y="6222"/>
                </a:lnTo>
                <a:lnTo>
                  <a:pt x="3533" y="6221"/>
                </a:lnTo>
                <a:lnTo>
                  <a:pt x="3532" y="6222"/>
                </a:lnTo>
                <a:lnTo>
                  <a:pt x="3532" y="6223"/>
                </a:lnTo>
                <a:lnTo>
                  <a:pt x="3531" y="6223"/>
                </a:lnTo>
                <a:lnTo>
                  <a:pt x="3530" y="6223"/>
                </a:lnTo>
                <a:lnTo>
                  <a:pt x="3529" y="6223"/>
                </a:lnTo>
                <a:lnTo>
                  <a:pt x="3528" y="6223"/>
                </a:lnTo>
                <a:lnTo>
                  <a:pt x="3527" y="6223"/>
                </a:lnTo>
                <a:lnTo>
                  <a:pt x="3526" y="6223"/>
                </a:lnTo>
                <a:lnTo>
                  <a:pt x="3526" y="6224"/>
                </a:lnTo>
                <a:lnTo>
                  <a:pt x="3525" y="6224"/>
                </a:lnTo>
                <a:lnTo>
                  <a:pt x="3524" y="6224"/>
                </a:lnTo>
                <a:lnTo>
                  <a:pt x="3524" y="6223"/>
                </a:lnTo>
                <a:lnTo>
                  <a:pt x="3524" y="6224"/>
                </a:lnTo>
                <a:lnTo>
                  <a:pt x="3523" y="6224"/>
                </a:lnTo>
                <a:lnTo>
                  <a:pt x="3522" y="6224"/>
                </a:lnTo>
                <a:lnTo>
                  <a:pt x="3522" y="6225"/>
                </a:lnTo>
                <a:lnTo>
                  <a:pt x="3522" y="6224"/>
                </a:lnTo>
                <a:lnTo>
                  <a:pt x="3522" y="6225"/>
                </a:lnTo>
                <a:lnTo>
                  <a:pt x="3521" y="6225"/>
                </a:lnTo>
                <a:lnTo>
                  <a:pt x="3520" y="6225"/>
                </a:lnTo>
                <a:lnTo>
                  <a:pt x="3520" y="6226"/>
                </a:lnTo>
                <a:lnTo>
                  <a:pt x="3519" y="6226"/>
                </a:lnTo>
                <a:lnTo>
                  <a:pt x="3519" y="6227"/>
                </a:lnTo>
                <a:lnTo>
                  <a:pt x="3518" y="6227"/>
                </a:lnTo>
                <a:lnTo>
                  <a:pt x="3517" y="6227"/>
                </a:lnTo>
                <a:lnTo>
                  <a:pt x="3517" y="6228"/>
                </a:lnTo>
                <a:lnTo>
                  <a:pt x="3517" y="6227"/>
                </a:lnTo>
                <a:lnTo>
                  <a:pt x="3516" y="6227"/>
                </a:lnTo>
                <a:lnTo>
                  <a:pt x="3516" y="6228"/>
                </a:lnTo>
                <a:lnTo>
                  <a:pt x="3515" y="6228"/>
                </a:lnTo>
                <a:lnTo>
                  <a:pt x="3515" y="6229"/>
                </a:lnTo>
                <a:lnTo>
                  <a:pt x="3515" y="6228"/>
                </a:lnTo>
                <a:lnTo>
                  <a:pt x="3514" y="6228"/>
                </a:lnTo>
                <a:lnTo>
                  <a:pt x="3514" y="6229"/>
                </a:lnTo>
                <a:lnTo>
                  <a:pt x="3513" y="6229"/>
                </a:lnTo>
                <a:lnTo>
                  <a:pt x="3513" y="6230"/>
                </a:lnTo>
                <a:lnTo>
                  <a:pt x="3512" y="6230"/>
                </a:lnTo>
                <a:lnTo>
                  <a:pt x="3512" y="6231"/>
                </a:lnTo>
                <a:lnTo>
                  <a:pt x="3511" y="6231"/>
                </a:lnTo>
                <a:lnTo>
                  <a:pt x="3510" y="6231"/>
                </a:lnTo>
                <a:lnTo>
                  <a:pt x="3508" y="6231"/>
                </a:lnTo>
                <a:lnTo>
                  <a:pt x="3508" y="6232"/>
                </a:lnTo>
                <a:lnTo>
                  <a:pt x="3507" y="6232"/>
                </a:lnTo>
                <a:lnTo>
                  <a:pt x="3506" y="6232"/>
                </a:lnTo>
                <a:lnTo>
                  <a:pt x="3505" y="6232"/>
                </a:lnTo>
                <a:lnTo>
                  <a:pt x="3505" y="6233"/>
                </a:lnTo>
                <a:lnTo>
                  <a:pt x="3504" y="6233"/>
                </a:lnTo>
                <a:lnTo>
                  <a:pt x="3503" y="6233"/>
                </a:lnTo>
                <a:lnTo>
                  <a:pt x="3502" y="6233"/>
                </a:lnTo>
                <a:lnTo>
                  <a:pt x="3501" y="6233"/>
                </a:lnTo>
                <a:lnTo>
                  <a:pt x="3500" y="6233"/>
                </a:lnTo>
                <a:lnTo>
                  <a:pt x="3500" y="6232"/>
                </a:lnTo>
                <a:lnTo>
                  <a:pt x="3500" y="6233"/>
                </a:lnTo>
                <a:lnTo>
                  <a:pt x="3499" y="6233"/>
                </a:lnTo>
                <a:lnTo>
                  <a:pt x="3498" y="6233"/>
                </a:lnTo>
                <a:lnTo>
                  <a:pt x="3497" y="6233"/>
                </a:lnTo>
                <a:lnTo>
                  <a:pt x="3496" y="6234"/>
                </a:lnTo>
                <a:lnTo>
                  <a:pt x="3495" y="6234"/>
                </a:lnTo>
                <a:lnTo>
                  <a:pt x="3495" y="6235"/>
                </a:lnTo>
                <a:lnTo>
                  <a:pt x="3494" y="6236"/>
                </a:lnTo>
                <a:lnTo>
                  <a:pt x="3493" y="6236"/>
                </a:lnTo>
                <a:lnTo>
                  <a:pt x="3493" y="6237"/>
                </a:lnTo>
                <a:lnTo>
                  <a:pt x="3492" y="6237"/>
                </a:lnTo>
                <a:lnTo>
                  <a:pt x="3492" y="6238"/>
                </a:lnTo>
                <a:lnTo>
                  <a:pt x="3493" y="6238"/>
                </a:lnTo>
                <a:lnTo>
                  <a:pt x="3493" y="6239"/>
                </a:lnTo>
                <a:lnTo>
                  <a:pt x="3493" y="6240"/>
                </a:lnTo>
                <a:lnTo>
                  <a:pt x="3494" y="6240"/>
                </a:lnTo>
                <a:lnTo>
                  <a:pt x="3495" y="6240"/>
                </a:lnTo>
                <a:lnTo>
                  <a:pt x="3495" y="6241"/>
                </a:lnTo>
                <a:lnTo>
                  <a:pt x="3494" y="6241"/>
                </a:lnTo>
                <a:lnTo>
                  <a:pt x="3494" y="6242"/>
                </a:lnTo>
                <a:lnTo>
                  <a:pt x="3494" y="6241"/>
                </a:lnTo>
                <a:lnTo>
                  <a:pt x="3493" y="6242"/>
                </a:lnTo>
                <a:lnTo>
                  <a:pt x="3492" y="6242"/>
                </a:lnTo>
                <a:lnTo>
                  <a:pt x="3491" y="6242"/>
                </a:lnTo>
                <a:lnTo>
                  <a:pt x="3491" y="6241"/>
                </a:lnTo>
                <a:lnTo>
                  <a:pt x="3490" y="6241"/>
                </a:lnTo>
                <a:lnTo>
                  <a:pt x="3489" y="6241"/>
                </a:lnTo>
                <a:lnTo>
                  <a:pt x="3489" y="6240"/>
                </a:lnTo>
                <a:lnTo>
                  <a:pt x="3488" y="6240"/>
                </a:lnTo>
                <a:lnTo>
                  <a:pt x="3487" y="6240"/>
                </a:lnTo>
                <a:lnTo>
                  <a:pt x="3487" y="6241"/>
                </a:lnTo>
                <a:lnTo>
                  <a:pt x="3486" y="6241"/>
                </a:lnTo>
                <a:lnTo>
                  <a:pt x="3486" y="6242"/>
                </a:lnTo>
                <a:lnTo>
                  <a:pt x="3485" y="6242"/>
                </a:lnTo>
                <a:lnTo>
                  <a:pt x="3485" y="6241"/>
                </a:lnTo>
                <a:lnTo>
                  <a:pt x="3484" y="6241"/>
                </a:lnTo>
                <a:lnTo>
                  <a:pt x="3484" y="6242"/>
                </a:lnTo>
                <a:lnTo>
                  <a:pt x="3484" y="6243"/>
                </a:lnTo>
                <a:lnTo>
                  <a:pt x="3484" y="6244"/>
                </a:lnTo>
                <a:lnTo>
                  <a:pt x="3483" y="6244"/>
                </a:lnTo>
                <a:lnTo>
                  <a:pt x="3482" y="6244"/>
                </a:lnTo>
                <a:lnTo>
                  <a:pt x="3482" y="6243"/>
                </a:lnTo>
                <a:lnTo>
                  <a:pt x="3482" y="6242"/>
                </a:lnTo>
                <a:lnTo>
                  <a:pt x="3482" y="6241"/>
                </a:lnTo>
                <a:lnTo>
                  <a:pt x="3481" y="6241"/>
                </a:lnTo>
                <a:lnTo>
                  <a:pt x="3481" y="6242"/>
                </a:lnTo>
                <a:lnTo>
                  <a:pt x="3480" y="6242"/>
                </a:lnTo>
                <a:lnTo>
                  <a:pt x="3480" y="6243"/>
                </a:lnTo>
                <a:lnTo>
                  <a:pt x="3481" y="6243"/>
                </a:lnTo>
                <a:lnTo>
                  <a:pt x="3481" y="6244"/>
                </a:lnTo>
                <a:lnTo>
                  <a:pt x="3481" y="6245"/>
                </a:lnTo>
                <a:lnTo>
                  <a:pt x="3480" y="6245"/>
                </a:lnTo>
                <a:lnTo>
                  <a:pt x="3479" y="6245"/>
                </a:lnTo>
                <a:lnTo>
                  <a:pt x="3479" y="6246"/>
                </a:lnTo>
                <a:lnTo>
                  <a:pt x="3479" y="6247"/>
                </a:lnTo>
                <a:lnTo>
                  <a:pt x="3478" y="6247"/>
                </a:lnTo>
                <a:lnTo>
                  <a:pt x="3478" y="6246"/>
                </a:lnTo>
                <a:lnTo>
                  <a:pt x="3478" y="6245"/>
                </a:lnTo>
                <a:lnTo>
                  <a:pt x="3479" y="6245"/>
                </a:lnTo>
                <a:lnTo>
                  <a:pt x="3479" y="6244"/>
                </a:lnTo>
                <a:lnTo>
                  <a:pt x="3479" y="6243"/>
                </a:lnTo>
                <a:lnTo>
                  <a:pt x="3478" y="6243"/>
                </a:lnTo>
                <a:lnTo>
                  <a:pt x="3478" y="6244"/>
                </a:lnTo>
                <a:lnTo>
                  <a:pt x="3478" y="6245"/>
                </a:lnTo>
                <a:lnTo>
                  <a:pt x="3477" y="6245"/>
                </a:lnTo>
                <a:lnTo>
                  <a:pt x="3476" y="6245"/>
                </a:lnTo>
                <a:lnTo>
                  <a:pt x="3475" y="6244"/>
                </a:lnTo>
                <a:lnTo>
                  <a:pt x="3475" y="6245"/>
                </a:lnTo>
                <a:lnTo>
                  <a:pt x="3475" y="6246"/>
                </a:lnTo>
                <a:lnTo>
                  <a:pt x="3475" y="6247"/>
                </a:lnTo>
                <a:lnTo>
                  <a:pt x="3474" y="6247"/>
                </a:lnTo>
                <a:lnTo>
                  <a:pt x="3473" y="6247"/>
                </a:lnTo>
                <a:lnTo>
                  <a:pt x="3472" y="6247"/>
                </a:lnTo>
                <a:lnTo>
                  <a:pt x="3472" y="6248"/>
                </a:lnTo>
                <a:lnTo>
                  <a:pt x="3471" y="6248"/>
                </a:lnTo>
                <a:lnTo>
                  <a:pt x="3470" y="6248"/>
                </a:lnTo>
                <a:lnTo>
                  <a:pt x="3470" y="6249"/>
                </a:lnTo>
                <a:lnTo>
                  <a:pt x="3469" y="6249"/>
                </a:lnTo>
                <a:lnTo>
                  <a:pt x="3469" y="6250"/>
                </a:lnTo>
                <a:lnTo>
                  <a:pt x="3470" y="6250"/>
                </a:lnTo>
                <a:lnTo>
                  <a:pt x="3469" y="6251"/>
                </a:lnTo>
                <a:lnTo>
                  <a:pt x="3468" y="6251"/>
                </a:lnTo>
                <a:lnTo>
                  <a:pt x="3469" y="6251"/>
                </a:lnTo>
                <a:lnTo>
                  <a:pt x="3469" y="6252"/>
                </a:lnTo>
                <a:lnTo>
                  <a:pt x="3469" y="6253"/>
                </a:lnTo>
                <a:lnTo>
                  <a:pt x="3468" y="6253"/>
                </a:lnTo>
                <a:lnTo>
                  <a:pt x="3467" y="6253"/>
                </a:lnTo>
                <a:lnTo>
                  <a:pt x="3466" y="6253"/>
                </a:lnTo>
                <a:lnTo>
                  <a:pt x="3466" y="6254"/>
                </a:lnTo>
                <a:lnTo>
                  <a:pt x="3466" y="6255"/>
                </a:lnTo>
                <a:lnTo>
                  <a:pt x="3465" y="6255"/>
                </a:lnTo>
                <a:lnTo>
                  <a:pt x="3465" y="6254"/>
                </a:lnTo>
                <a:lnTo>
                  <a:pt x="3464" y="6254"/>
                </a:lnTo>
                <a:lnTo>
                  <a:pt x="3463" y="6255"/>
                </a:lnTo>
                <a:lnTo>
                  <a:pt x="3462" y="6255"/>
                </a:lnTo>
                <a:lnTo>
                  <a:pt x="3461" y="6255"/>
                </a:lnTo>
                <a:lnTo>
                  <a:pt x="3461" y="6256"/>
                </a:lnTo>
                <a:lnTo>
                  <a:pt x="3460" y="6256"/>
                </a:lnTo>
                <a:lnTo>
                  <a:pt x="3460" y="6257"/>
                </a:lnTo>
                <a:lnTo>
                  <a:pt x="3460" y="6258"/>
                </a:lnTo>
                <a:lnTo>
                  <a:pt x="3459" y="6258"/>
                </a:lnTo>
                <a:lnTo>
                  <a:pt x="3459" y="6257"/>
                </a:lnTo>
                <a:lnTo>
                  <a:pt x="3458" y="6257"/>
                </a:lnTo>
                <a:lnTo>
                  <a:pt x="3457" y="6258"/>
                </a:lnTo>
                <a:lnTo>
                  <a:pt x="3457" y="6259"/>
                </a:lnTo>
                <a:lnTo>
                  <a:pt x="3458" y="6259"/>
                </a:lnTo>
                <a:lnTo>
                  <a:pt x="3459" y="6259"/>
                </a:lnTo>
                <a:lnTo>
                  <a:pt x="3459" y="6260"/>
                </a:lnTo>
                <a:lnTo>
                  <a:pt x="3459" y="6261"/>
                </a:lnTo>
                <a:lnTo>
                  <a:pt x="3458" y="6261"/>
                </a:lnTo>
                <a:lnTo>
                  <a:pt x="3457" y="6261"/>
                </a:lnTo>
                <a:lnTo>
                  <a:pt x="3456" y="6261"/>
                </a:lnTo>
                <a:lnTo>
                  <a:pt x="3456" y="6260"/>
                </a:lnTo>
                <a:lnTo>
                  <a:pt x="3455" y="6260"/>
                </a:lnTo>
                <a:lnTo>
                  <a:pt x="3454" y="6260"/>
                </a:lnTo>
                <a:lnTo>
                  <a:pt x="3454" y="6259"/>
                </a:lnTo>
                <a:lnTo>
                  <a:pt x="3455" y="6259"/>
                </a:lnTo>
                <a:lnTo>
                  <a:pt x="3455" y="6258"/>
                </a:lnTo>
                <a:lnTo>
                  <a:pt x="3454" y="6258"/>
                </a:lnTo>
                <a:lnTo>
                  <a:pt x="3455" y="6258"/>
                </a:lnTo>
                <a:lnTo>
                  <a:pt x="3453" y="6258"/>
                </a:lnTo>
                <a:lnTo>
                  <a:pt x="3453" y="6259"/>
                </a:lnTo>
                <a:lnTo>
                  <a:pt x="3453" y="6260"/>
                </a:lnTo>
                <a:lnTo>
                  <a:pt x="3453" y="6261"/>
                </a:lnTo>
                <a:lnTo>
                  <a:pt x="3452" y="6261"/>
                </a:lnTo>
                <a:lnTo>
                  <a:pt x="3452" y="6262"/>
                </a:lnTo>
                <a:lnTo>
                  <a:pt x="3452" y="6261"/>
                </a:lnTo>
                <a:lnTo>
                  <a:pt x="3451" y="6261"/>
                </a:lnTo>
                <a:lnTo>
                  <a:pt x="3451" y="6262"/>
                </a:lnTo>
                <a:lnTo>
                  <a:pt x="3450" y="6262"/>
                </a:lnTo>
                <a:lnTo>
                  <a:pt x="3450" y="6263"/>
                </a:lnTo>
                <a:lnTo>
                  <a:pt x="3449" y="6263"/>
                </a:lnTo>
                <a:lnTo>
                  <a:pt x="3449" y="6262"/>
                </a:lnTo>
                <a:lnTo>
                  <a:pt x="3449" y="6261"/>
                </a:lnTo>
                <a:lnTo>
                  <a:pt x="3449" y="6260"/>
                </a:lnTo>
                <a:lnTo>
                  <a:pt x="3448" y="6260"/>
                </a:lnTo>
                <a:lnTo>
                  <a:pt x="3448" y="6261"/>
                </a:lnTo>
                <a:lnTo>
                  <a:pt x="3448" y="6262"/>
                </a:lnTo>
                <a:lnTo>
                  <a:pt x="3447" y="6262"/>
                </a:lnTo>
                <a:lnTo>
                  <a:pt x="3447" y="6263"/>
                </a:lnTo>
                <a:lnTo>
                  <a:pt x="3446" y="6263"/>
                </a:lnTo>
                <a:lnTo>
                  <a:pt x="3446" y="6264"/>
                </a:lnTo>
                <a:lnTo>
                  <a:pt x="3446" y="6265"/>
                </a:lnTo>
                <a:lnTo>
                  <a:pt x="3446" y="6264"/>
                </a:lnTo>
                <a:lnTo>
                  <a:pt x="3445" y="6264"/>
                </a:lnTo>
                <a:lnTo>
                  <a:pt x="3445" y="6263"/>
                </a:lnTo>
                <a:lnTo>
                  <a:pt x="3445" y="6262"/>
                </a:lnTo>
                <a:lnTo>
                  <a:pt x="3445" y="6261"/>
                </a:lnTo>
                <a:lnTo>
                  <a:pt x="3444" y="6261"/>
                </a:lnTo>
                <a:lnTo>
                  <a:pt x="3444" y="6260"/>
                </a:lnTo>
                <a:lnTo>
                  <a:pt x="3445" y="6260"/>
                </a:lnTo>
                <a:lnTo>
                  <a:pt x="3445" y="6259"/>
                </a:lnTo>
                <a:lnTo>
                  <a:pt x="3444" y="6259"/>
                </a:lnTo>
                <a:lnTo>
                  <a:pt x="3444" y="6258"/>
                </a:lnTo>
                <a:lnTo>
                  <a:pt x="3444" y="6257"/>
                </a:lnTo>
                <a:lnTo>
                  <a:pt x="3443" y="6257"/>
                </a:lnTo>
                <a:lnTo>
                  <a:pt x="3442" y="6257"/>
                </a:lnTo>
                <a:lnTo>
                  <a:pt x="3442" y="6256"/>
                </a:lnTo>
                <a:lnTo>
                  <a:pt x="3441" y="6256"/>
                </a:lnTo>
                <a:lnTo>
                  <a:pt x="3441" y="6255"/>
                </a:lnTo>
                <a:lnTo>
                  <a:pt x="3441" y="6254"/>
                </a:lnTo>
                <a:lnTo>
                  <a:pt x="3440" y="6254"/>
                </a:lnTo>
                <a:lnTo>
                  <a:pt x="3439" y="6254"/>
                </a:lnTo>
                <a:lnTo>
                  <a:pt x="3438" y="6254"/>
                </a:lnTo>
                <a:lnTo>
                  <a:pt x="3437" y="6253"/>
                </a:lnTo>
                <a:lnTo>
                  <a:pt x="3437" y="6252"/>
                </a:lnTo>
                <a:lnTo>
                  <a:pt x="3436" y="6252"/>
                </a:lnTo>
                <a:lnTo>
                  <a:pt x="3436" y="6251"/>
                </a:lnTo>
                <a:lnTo>
                  <a:pt x="3435" y="6251"/>
                </a:lnTo>
                <a:lnTo>
                  <a:pt x="3434" y="6251"/>
                </a:lnTo>
                <a:lnTo>
                  <a:pt x="3434" y="6250"/>
                </a:lnTo>
                <a:lnTo>
                  <a:pt x="3433" y="6250"/>
                </a:lnTo>
                <a:lnTo>
                  <a:pt x="3433" y="6249"/>
                </a:lnTo>
                <a:lnTo>
                  <a:pt x="3433" y="6250"/>
                </a:lnTo>
                <a:lnTo>
                  <a:pt x="3432" y="6250"/>
                </a:lnTo>
                <a:lnTo>
                  <a:pt x="3431" y="6250"/>
                </a:lnTo>
                <a:lnTo>
                  <a:pt x="3431" y="6249"/>
                </a:lnTo>
                <a:lnTo>
                  <a:pt x="3430" y="6248"/>
                </a:lnTo>
                <a:lnTo>
                  <a:pt x="3429" y="6248"/>
                </a:lnTo>
                <a:lnTo>
                  <a:pt x="3429" y="6247"/>
                </a:lnTo>
                <a:lnTo>
                  <a:pt x="3428" y="6248"/>
                </a:lnTo>
                <a:lnTo>
                  <a:pt x="3427" y="6247"/>
                </a:lnTo>
                <a:lnTo>
                  <a:pt x="3426" y="6247"/>
                </a:lnTo>
                <a:lnTo>
                  <a:pt x="3426" y="6246"/>
                </a:lnTo>
                <a:lnTo>
                  <a:pt x="3425" y="6246"/>
                </a:lnTo>
                <a:lnTo>
                  <a:pt x="3425" y="6245"/>
                </a:lnTo>
                <a:lnTo>
                  <a:pt x="3425" y="6244"/>
                </a:lnTo>
                <a:lnTo>
                  <a:pt x="3425" y="6243"/>
                </a:lnTo>
                <a:lnTo>
                  <a:pt x="3426" y="6243"/>
                </a:lnTo>
                <a:lnTo>
                  <a:pt x="3426" y="6242"/>
                </a:lnTo>
                <a:lnTo>
                  <a:pt x="3427" y="6242"/>
                </a:lnTo>
                <a:lnTo>
                  <a:pt x="3427" y="6241"/>
                </a:lnTo>
                <a:lnTo>
                  <a:pt x="3428" y="6241"/>
                </a:lnTo>
                <a:lnTo>
                  <a:pt x="3428" y="6240"/>
                </a:lnTo>
                <a:lnTo>
                  <a:pt x="3429" y="6240"/>
                </a:lnTo>
                <a:lnTo>
                  <a:pt x="3430" y="6240"/>
                </a:lnTo>
                <a:lnTo>
                  <a:pt x="3431" y="6239"/>
                </a:lnTo>
                <a:lnTo>
                  <a:pt x="3432" y="6239"/>
                </a:lnTo>
                <a:lnTo>
                  <a:pt x="3433" y="6238"/>
                </a:lnTo>
                <a:lnTo>
                  <a:pt x="3433" y="6237"/>
                </a:lnTo>
                <a:lnTo>
                  <a:pt x="3434" y="6237"/>
                </a:lnTo>
                <a:lnTo>
                  <a:pt x="3434" y="6236"/>
                </a:lnTo>
                <a:lnTo>
                  <a:pt x="3434" y="6235"/>
                </a:lnTo>
                <a:lnTo>
                  <a:pt x="3435" y="6235"/>
                </a:lnTo>
                <a:lnTo>
                  <a:pt x="3436" y="6235"/>
                </a:lnTo>
                <a:lnTo>
                  <a:pt x="3437" y="6235"/>
                </a:lnTo>
                <a:lnTo>
                  <a:pt x="3437" y="6234"/>
                </a:lnTo>
                <a:lnTo>
                  <a:pt x="3438" y="6234"/>
                </a:lnTo>
                <a:lnTo>
                  <a:pt x="3439" y="6234"/>
                </a:lnTo>
                <a:lnTo>
                  <a:pt x="3439" y="6233"/>
                </a:lnTo>
                <a:lnTo>
                  <a:pt x="3440" y="6233"/>
                </a:lnTo>
                <a:lnTo>
                  <a:pt x="3441" y="6233"/>
                </a:lnTo>
                <a:lnTo>
                  <a:pt x="3442" y="6233"/>
                </a:lnTo>
                <a:lnTo>
                  <a:pt x="3442" y="6232"/>
                </a:lnTo>
                <a:lnTo>
                  <a:pt x="3443" y="6232"/>
                </a:lnTo>
                <a:lnTo>
                  <a:pt x="3444" y="6232"/>
                </a:lnTo>
                <a:lnTo>
                  <a:pt x="3445" y="6232"/>
                </a:lnTo>
                <a:lnTo>
                  <a:pt x="3445" y="6231"/>
                </a:lnTo>
                <a:lnTo>
                  <a:pt x="3444" y="6231"/>
                </a:lnTo>
                <a:lnTo>
                  <a:pt x="3444" y="6230"/>
                </a:lnTo>
                <a:lnTo>
                  <a:pt x="3444" y="6229"/>
                </a:lnTo>
                <a:lnTo>
                  <a:pt x="3444" y="6228"/>
                </a:lnTo>
                <a:lnTo>
                  <a:pt x="3445" y="6228"/>
                </a:lnTo>
                <a:lnTo>
                  <a:pt x="3445" y="6229"/>
                </a:lnTo>
                <a:lnTo>
                  <a:pt x="3446" y="6229"/>
                </a:lnTo>
                <a:lnTo>
                  <a:pt x="3446" y="6227"/>
                </a:lnTo>
                <a:lnTo>
                  <a:pt x="3446" y="6226"/>
                </a:lnTo>
                <a:lnTo>
                  <a:pt x="3446" y="6225"/>
                </a:lnTo>
                <a:lnTo>
                  <a:pt x="3447" y="6225"/>
                </a:lnTo>
                <a:lnTo>
                  <a:pt x="3447" y="6224"/>
                </a:lnTo>
                <a:lnTo>
                  <a:pt x="3446" y="6224"/>
                </a:lnTo>
                <a:lnTo>
                  <a:pt x="3446" y="6223"/>
                </a:lnTo>
                <a:lnTo>
                  <a:pt x="3447" y="6223"/>
                </a:lnTo>
                <a:lnTo>
                  <a:pt x="3448" y="6223"/>
                </a:lnTo>
                <a:lnTo>
                  <a:pt x="3448" y="6224"/>
                </a:lnTo>
                <a:lnTo>
                  <a:pt x="3449" y="6224"/>
                </a:lnTo>
                <a:lnTo>
                  <a:pt x="3449" y="6223"/>
                </a:lnTo>
                <a:lnTo>
                  <a:pt x="3450" y="6223"/>
                </a:lnTo>
                <a:lnTo>
                  <a:pt x="3450" y="6222"/>
                </a:lnTo>
                <a:lnTo>
                  <a:pt x="3450" y="6221"/>
                </a:lnTo>
                <a:lnTo>
                  <a:pt x="3451" y="6221"/>
                </a:lnTo>
                <a:lnTo>
                  <a:pt x="3451" y="6220"/>
                </a:lnTo>
                <a:lnTo>
                  <a:pt x="3452" y="6220"/>
                </a:lnTo>
                <a:lnTo>
                  <a:pt x="3453" y="6220"/>
                </a:lnTo>
                <a:lnTo>
                  <a:pt x="3453" y="6219"/>
                </a:lnTo>
                <a:lnTo>
                  <a:pt x="3454" y="6219"/>
                </a:lnTo>
                <a:lnTo>
                  <a:pt x="3455" y="6219"/>
                </a:lnTo>
                <a:lnTo>
                  <a:pt x="3456" y="6218"/>
                </a:lnTo>
                <a:lnTo>
                  <a:pt x="3456" y="6217"/>
                </a:lnTo>
                <a:lnTo>
                  <a:pt x="3457" y="6217"/>
                </a:lnTo>
                <a:lnTo>
                  <a:pt x="3456" y="6217"/>
                </a:lnTo>
                <a:lnTo>
                  <a:pt x="3457" y="6217"/>
                </a:lnTo>
                <a:lnTo>
                  <a:pt x="3457" y="6216"/>
                </a:lnTo>
                <a:lnTo>
                  <a:pt x="3458" y="6216"/>
                </a:lnTo>
                <a:lnTo>
                  <a:pt x="3458" y="6215"/>
                </a:lnTo>
                <a:lnTo>
                  <a:pt x="3458" y="6214"/>
                </a:lnTo>
                <a:lnTo>
                  <a:pt x="3459" y="6214"/>
                </a:lnTo>
                <a:lnTo>
                  <a:pt x="3459" y="6215"/>
                </a:lnTo>
                <a:lnTo>
                  <a:pt x="3460" y="6215"/>
                </a:lnTo>
                <a:lnTo>
                  <a:pt x="3461" y="6214"/>
                </a:lnTo>
                <a:lnTo>
                  <a:pt x="3461" y="6213"/>
                </a:lnTo>
                <a:lnTo>
                  <a:pt x="3462" y="6213"/>
                </a:lnTo>
                <a:lnTo>
                  <a:pt x="3462" y="6212"/>
                </a:lnTo>
                <a:lnTo>
                  <a:pt x="3463" y="6212"/>
                </a:lnTo>
                <a:lnTo>
                  <a:pt x="3464" y="6212"/>
                </a:lnTo>
                <a:lnTo>
                  <a:pt x="3465" y="6212"/>
                </a:lnTo>
                <a:lnTo>
                  <a:pt x="3465" y="6211"/>
                </a:lnTo>
                <a:lnTo>
                  <a:pt x="3466" y="6211"/>
                </a:lnTo>
                <a:lnTo>
                  <a:pt x="3465" y="6211"/>
                </a:lnTo>
                <a:lnTo>
                  <a:pt x="3465" y="6210"/>
                </a:lnTo>
                <a:lnTo>
                  <a:pt x="3466" y="6209"/>
                </a:lnTo>
                <a:lnTo>
                  <a:pt x="3466" y="6208"/>
                </a:lnTo>
                <a:lnTo>
                  <a:pt x="3467" y="6208"/>
                </a:lnTo>
                <a:lnTo>
                  <a:pt x="3467" y="6207"/>
                </a:lnTo>
                <a:lnTo>
                  <a:pt x="3467" y="6206"/>
                </a:lnTo>
                <a:lnTo>
                  <a:pt x="3468" y="6206"/>
                </a:lnTo>
                <a:lnTo>
                  <a:pt x="3468" y="6205"/>
                </a:lnTo>
                <a:lnTo>
                  <a:pt x="3467" y="6205"/>
                </a:lnTo>
                <a:lnTo>
                  <a:pt x="3467" y="6204"/>
                </a:lnTo>
                <a:lnTo>
                  <a:pt x="3468" y="6204"/>
                </a:lnTo>
                <a:lnTo>
                  <a:pt x="3468" y="6203"/>
                </a:lnTo>
                <a:lnTo>
                  <a:pt x="3469" y="6203"/>
                </a:lnTo>
                <a:lnTo>
                  <a:pt x="3468" y="6203"/>
                </a:lnTo>
                <a:lnTo>
                  <a:pt x="3468" y="6202"/>
                </a:lnTo>
                <a:lnTo>
                  <a:pt x="3469" y="6202"/>
                </a:lnTo>
                <a:lnTo>
                  <a:pt x="3470" y="6202"/>
                </a:lnTo>
                <a:lnTo>
                  <a:pt x="3471" y="6201"/>
                </a:lnTo>
                <a:lnTo>
                  <a:pt x="3470" y="6201"/>
                </a:lnTo>
                <a:lnTo>
                  <a:pt x="3471" y="6201"/>
                </a:lnTo>
                <a:lnTo>
                  <a:pt x="3471" y="6200"/>
                </a:lnTo>
                <a:lnTo>
                  <a:pt x="3470" y="6200"/>
                </a:lnTo>
                <a:lnTo>
                  <a:pt x="3470" y="6199"/>
                </a:lnTo>
                <a:lnTo>
                  <a:pt x="3470" y="6198"/>
                </a:lnTo>
                <a:lnTo>
                  <a:pt x="3469" y="6198"/>
                </a:lnTo>
                <a:lnTo>
                  <a:pt x="3469" y="6197"/>
                </a:lnTo>
                <a:lnTo>
                  <a:pt x="3468" y="6197"/>
                </a:lnTo>
                <a:lnTo>
                  <a:pt x="3467" y="6196"/>
                </a:lnTo>
                <a:lnTo>
                  <a:pt x="3467" y="6197"/>
                </a:lnTo>
                <a:lnTo>
                  <a:pt x="3466" y="6197"/>
                </a:lnTo>
                <a:lnTo>
                  <a:pt x="3466" y="6196"/>
                </a:lnTo>
                <a:lnTo>
                  <a:pt x="3466" y="6195"/>
                </a:lnTo>
                <a:lnTo>
                  <a:pt x="3466" y="6193"/>
                </a:lnTo>
                <a:lnTo>
                  <a:pt x="3466" y="6192"/>
                </a:lnTo>
                <a:lnTo>
                  <a:pt x="3467" y="6191"/>
                </a:lnTo>
                <a:lnTo>
                  <a:pt x="3467" y="6188"/>
                </a:lnTo>
                <a:lnTo>
                  <a:pt x="3468" y="6186"/>
                </a:lnTo>
                <a:lnTo>
                  <a:pt x="3469" y="6185"/>
                </a:lnTo>
                <a:lnTo>
                  <a:pt x="3470" y="6184"/>
                </a:lnTo>
                <a:lnTo>
                  <a:pt x="3471" y="6184"/>
                </a:lnTo>
                <a:lnTo>
                  <a:pt x="3472" y="6184"/>
                </a:lnTo>
                <a:lnTo>
                  <a:pt x="3473" y="6183"/>
                </a:lnTo>
                <a:lnTo>
                  <a:pt x="3474" y="6183"/>
                </a:lnTo>
                <a:lnTo>
                  <a:pt x="3475" y="6182"/>
                </a:lnTo>
                <a:lnTo>
                  <a:pt x="3475" y="6181"/>
                </a:lnTo>
                <a:lnTo>
                  <a:pt x="3474" y="6181"/>
                </a:lnTo>
                <a:lnTo>
                  <a:pt x="3474" y="6180"/>
                </a:lnTo>
                <a:lnTo>
                  <a:pt x="3473" y="6180"/>
                </a:lnTo>
                <a:lnTo>
                  <a:pt x="3473" y="6179"/>
                </a:lnTo>
                <a:lnTo>
                  <a:pt x="3472" y="6179"/>
                </a:lnTo>
                <a:lnTo>
                  <a:pt x="3472" y="6178"/>
                </a:lnTo>
                <a:lnTo>
                  <a:pt x="3472" y="6177"/>
                </a:lnTo>
                <a:lnTo>
                  <a:pt x="3471" y="6177"/>
                </a:lnTo>
                <a:lnTo>
                  <a:pt x="3470" y="6177"/>
                </a:lnTo>
                <a:lnTo>
                  <a:pt x="3470" y="6176"/>
                </a:lnTo>
                <a:lnTo>
                  <a:pt x="3469" y="6176"/>
                </a:lnTo>
                <a:lnTo>
                  <a:pt x="3468" y="6176"/>
                </a:lnTo>
                <a:lnTo>
                  <a:pt x="3468" y="6175"/>
                </a:lnTo>
                <a:lnTo>
                  <a:pt x="3468" y="6174"/>
                </a:lnTo>
                <a:lnTo>
                  <a:pt x="3467" y="6174"/>
                </a:lnTo>
                <a:lnTo>
                  <a:pt x="3466" y="6174"/>
                </a:lnTo>
                <a:lnTo>
                  <a:pt x="3465" y="6174"/>
                </a:lnTo>
                <a:lnTo>
                  <a:pt x="3464" y="6174"/>
                </a:lnTo>
                <a:lnTo>
                  <a:pt x="3463" y="6174"/>
                </a:lnTo>
                <a:lnTo>
                  <a:pt x="3463" y="6175"/>
                </a:lnTo>
                <a:lnTo>
                  <a:pt x="3462" y="6175"/>
                </a:lnTo>
                <a:lnTo>
                  <a:pt x="3462" y="6174"/>
                </a:lnTo>
                <a:lnTo>
                  <a:pt x="3461" y="6174"/>
                </a:lnTo>
                <a:lnTo>
                  <a:pt x="3460" y="6174"/>
                </a:lnTo>
                <a:lnTo>
                  <a:pt x="3459" y="6174"/>
                </a:lnTo>
                <a:lnTo>
                  <a:pt x="3459" y="6173"/>
                </a:lnTo>
                <a:lnTo>
                  <a:pt x="3458" y="6173"/>
                </a:lnTo>
                <a:lnTo>
                  <a:pt x="3457" y="6173"/>
                </a:lnTo>
                <a:lnTo>
                  <a:pt x="3456" y="6173"/>
                </a:lnTo>
                <a:lnTo>
                  <a:pt x="3456" y="6171"/>
                </a:lnTo>
                <a:lnTo>
                  <a:pt x="3456" y="6170"/>
                </a:lnTo>
                <a:lnTo>
                  <a:pt x="3456" y="6169"/>
                </a:lnTo>
                <a:lnTo>
                  <a:pt x="3456" y="6168"/>
                </a:lnTo>
                <a:lnTo>
                  <a:pt x="3455" y="6167"/>
                </a:lnTo>
                <a:lnTo>
                  <a:pt x="3456" y="6166"/>
                </a:lnTo>
                <a:lnTo>
                  <a:pt x="3456" y="6165"/>
                </a:lnTo>
                <a:lnTo>
                  <a:pt x="3457" y="6165"/>
                </a:lnTo>
                <a:lnTo>
                  <a:pt x="3457" y="6164"/>
                </a:lnTo>
                <a:lnTo>
                  <a:pt x="3458" y="6164"/>
                </a:lnTo>
                <a:lnTo>
                  <a:pt x="3458" y="6163"/>
                </a:lnTo>
                <a:lnTo>
                  <a:pt x="3457" y="6163"/>
                </a:lnTo>
                <a:lnTo>
                  <a:pt x="3459" y="6164"/>
                </a:lnTo>
                <a:lnTo>
                  <a:pt x="3460" y="6164"/>
                </a:lnTo>
                <a:lnTo>
                  <a:pt x="3460" y="6165"/>
                </a:lnTo>
                <a:lnTo>
                  <a:pt x="3461" y="6165"/>
                </a:lnTo>
                <a:lnTo>
                  <a:pt x="3461" y="6164"/>
                </a:lnTo>
                <a:lnTo>
                  <a:pt x="3461" y="6165"/>
                </a:lnTo>
                <a:lnTo>
                  <a:pt x="3461" y="6164"/>
                </a:lnTo>
                <a:lnTo>
                  <a:pt x="3462" y="6164"/>
                </a:lnTo>
                <a:lnTo>
                  <a:pt x="3463" y="6164"/>
                </a:lnTo>
                <a:lnTo>
                  <a:pt x="3464" y="6164"/>
                </a:lnTo>
                <a:lnTo>
                  <a:pt x="3465" y="6163"/>
                </a:lnTo>
                <a:lnTo>
                  <a:pt x="3465" y="6162"/>
                </a:lnTo>
                <a:lnTo>
                  <a:pt x="3466" y="6162"/>
                </a:lnTo>
                <a:lnTo>
                  <a:pt x="3467" y="6161"/>
                </a:lnTo>
                <a:lnTo>
                  <a:pt x="3467" y="6160"/>
                </a:lnTo>
                <a:lnTo>
                  <a:pt x="3467" y="6159"/>
                </a:lnTo>
                <a:lnTo>
                  <a:pt x="3467" y="6158"/>
                </a:lnTo>
                <a:lnTo>
                  <a:pt x="3466" y="6158"/>
                </a:lnTo>
                <a:lnTo>
                  <a:pt x="3466" y="6157"/>
                </a:lnTo>
                <a:lnTo>
                  <a:pt x="3465" y="6157"/>
                </a:lnTo>
                <a:lnTo>
                  <a:pt x="3464" y="6157"/>
                </a:lnTo>
                <a:lnTo>
                  <a:pt x="3465" y="6157"/>
                </a:lnTo>
                <a:lnTo>
                  <a:pt x="3465" y="6156"/>
                </a:lnTo>
                <a:lnTo>
                  <a:pt x="3464" y="6156"/>
                </a:lnTo>
                <a:lnTo>
                  <a:pt x="3463" y="6156"/>
                </a:lnTo>
                <a:lnTo>
                  <a:pt x="3462" y="6156"/>
                </a:lnTo>
                <a:lnTo>
                  <a:pt x="3462" y="6155"/>
                </a:lnTo>
                <a:lnTo>
                  <a:pt x="3462" y="6154"/>
                </a:lnTo>
                <a:lnTo>
                  <a:pt x="3462" y="6153"/>
                </a:lnTo>
                <a:lnTo>
                  <a:pt x="3461" y="6153"/>
                </a:lnTo>
                <a:lnTo>
                  <a:pt x="3461" y="6152"/>
                </a:lnTo>
                <a:lnTo>
                  <a:pt x="3460" y="6152"/>
                </a:lnTo>
                <a:lnTo>
                  <a:pt x="3460" y="6151"/>
                </a:lnTo>
                <a:lnTo>
                  <a:pt x="3461" y="6151"/>
                </a:lnTo>
                <a:lnTo>
                  <a:pt x="3461" y="6150"/>
                </a:lnTo>
                <a:lnTo>
                  <a:pt x="3462" y="6150"/>
                </a:lnTo>
                <a:lnTo>
                  <a:pt x="3461" y="6150"/>
                </a:lnTo>
                <a:lnTo>
                  <a:pt x="3461" y="6149"/>
                </a:lnTo>
                <a:lnTo>
                  <a:pt x="3461" y="6148"/>
                </a:lnTo>
                <a:lnTo>
                  <a:pt x="3460" y="6147"/>
                </a:lnTo>
                <a:lnTo>
                  <a:pt x="3460" y="6146"/>
                </a:lnTo>
                <a:lnTo>
                  <a:pt x="3460" y="6145"/>
                </a:lnTo>
                <a:lnTo>
                  <a:pt x="3461" y="6145"/>
                </a:lnTo>
                <a:lnTo>
                  <a:pt x="3461" y="6144"/>
                </a:lnTo>
                <a:lnTo>
                  <a:pt x="3460" y="6144"/>
                </a:lnTo>
                <a:lnTo>
                  <a:pt x="3461" y="6144"/>
                </a:lnTo>
                <a:lnTo>
                  <a:pt x="3461" y="6143"/>
                </a:lnTo>
                <a:lnTo>
                  <a:pt x="3460" y="6143"/>
                </a:lnTo>
                <a:lnTo>
                  <a:pt x="3460" y="6142"/>
                </a:lnTo>
                <a:lnTo>
                  <a:pt x="3459" y="6142"/>
                </a:lnTo>
                <a:lnTo>
                  <a:pt x="3459" y="6141"/>
                </a:lnTo>
                <a:lnTo>
                  <a:pt x="3459" y="6142"/>
                </a:lnTo>
                <a:lnTo>
                  <a:pt x="3458" y="6142"/>
                </a:lnTo>
                <a:lnTo>
                  <a:pt x="3457" y="6142"/>
                </a:lnTo>
                <a:lnTo>
                  <a:pt x="3456" y="6142"/>
                </a:lnTo>
                <a:lnTo>
                  <a:pt x="3455" y="6143"/>
                </a:lnTo>
                <a:lnTo>
                  <a:pt x="3455" y="6142"/>
                </a:lnTo>
                <a:lnTo>
                  <a:pt x="3454" y="6142"/>
                </a:lnTo>
                <a:lnTo>
                  <a:pt x="3454" y="6143"/>
                </a:lnTo>
                <a:lnTo>
                  <a:pt x="3453" y="6143"/>
                </a:lnTo>
                <a:lnTo>
                  <a:pt x="3452" y="6143"/>
                </a:lnTo>
                <a:lnTo>
                  <a:pt x="3451" y="6143"/>
                </a:lnTo>
                <a:lnTo>
                  <a:pt x="3450" y="6143"/>
                </a:lnTo>
                <a:lnTo>
                  <a:pt x="3449" y="6143"/>
                </a:lnTo>
                <a:lnTo>
                  <a:pt x="3448" y="6143"/>
                </a:lnTo>
                <a:lnTo>
                  <a:pt x="3448" y="6144"/>
                </a:lnTo>
                <a:lnTo>
                  <a:pt x="3447" y="6144"/>
                </a:lnTo>
                <a:lnTo>
                  <a:pt x="3447" y="6143"/>
                </a:lnTo>
                <a:lnTo>
                  <a:pt x="3446" y="6142"/>
                </a:lnTo>
                <a:lnTo>
                  <a:pt x="3446" y="6143"/>
                </a:lnTo>
                <a:lnTo>
                  <a:pt x="3445" y="6143"/>
                </a:lnTo>
                <a:lnTo>
                  <a:pt x="3444" y="6144"/>
                </a:lnTo>
                <a:lnTo>
                  <a:pt x="3444" y="6143"/>
                </a:lnTo>
                <a:lnTo>
                  <a:pt x="3443" y="6143"/>
                </a:lnTo>
                <a:lnTo>
                  <a:pt x="3442" y="6143"/>
                </a:lnTo>
                <a:lnTo>
                  <a:pt x="3441" y="6143"/>
                </a:lnTo>
                <a:lnTo>
                  <a:pt x="3441" y="6142"/>
                </a:lnTo>
                <a:lnTo>
                  <a:pt x="3441" y="6143"/>
                </a:lnTo>
                <a:lnTo>
                  <a:pt x="3440" y="6143"/>
                </a:lnTo>
                <a:lnTo>
                  <a:pt x="3439" y="6143"/>
                </a:lnTo>
                <a:lnTo>
                  <a:pt x="3438" y="6143"/>
                </a:lnTo>
                <a:lnTo>
                  <a:pt x="3437" y="6143"/>
                </a:lnTo>
                <a:lnTo>
                  <a:pt x="3436" y="6143"/>
                </a:lnTo>
                <a:lnTo>
                  <a:pt x="3435" y="6143"/>
                </a:lnTo>
                <a:lnTo>
                  <a:pt x="3434" y="6143"/>
                </a:lnTo>
                <a:lnTo>
                  <a:pt x="3434" y="6144"/>
                </a:lnTo>
                <a:lnTo>
                  <a:pt x="3434" y="6143"/>
                </a:lnTo>
                <a:lnTo>
                  <a:pt x="3433" y="6143"/>
                </a:lnTo>
                <a:lnTo>
                  <a:pt x="3434" y="6143"/>
                </a:lnTo>
                <a:lnTo>
                  <a:pt x="3434" y="6142"/>
                </a:lnTo>
                <a:lnTo>
                  <a:pt x="3433" y="6142"/>
                </a:lnTo>
                <a:lnTo>
                  <a:pt x="3433" y="6141"/>
                </a:lnTo>
                <a:lnTo>
                  <a:pt x="3434" y="6141"/>
                </a:lnTo>
                <a:lnTo>
                  <a:pt x="3434" y="6140"/>
                </a:lnTo>
                <a:lnTo>
                  <a:pt x="3434" y="6139"/>
                </a:lnTo>
                <a:lnTo>
                  <a:pt x="3435" y="6139"/>
                </a:lnTo>
                <a:lnTo>
                  <a:pt x="3434" y="6139"/>
                </a:lnTo>
                <a:lnTo>
                  <a:pt x="3435" y="6139"/>
                </a:lnTo>
                <a:lnTo>
                  <a:pt x="3435" y="6138"/>
                </a:lnTo>
                <a:lnTo>
                  <a:pt x="3436" y="6138"/>
                </a:lnTo>
                <a:lnTo>
                  <a:pt x="3436" y="6137"/>
                </a:lnTo>
                <a:lnTo>
                  <a:pt x="3436" y="6136"/>
                </a:lnTo>
                <a:lnTo>
                  <a:pt x="3437" y="6136"/>
                </a:lnTo>
                <a:lnTo>
                  <a:pt x="3437" y="6135"/>
                </a:lnTo>
                <a:lnTo>
                  <a:pt x="3437" y="6134"/>
                </a:lnTo>
                <a:lnTo>
                  <a:pt x="3438" y="6134"/>
                </a:lnTo>
                <a:lnTo>
                  <a:pt x="3438" y="6133"/>
                </a:lnTo>
                <a:lnTo>
                  <a:pt x="3439" y="6132"/>
                </a:lnTo>
                <a:lnTo>
                  <a:pt x="3439" y="6131"/>
                </a:lnTo>
                <a:lnTo>
                  <a:pt x="3439" y="6130"/>
                </a:lnTo>
                <a:lnTo>
                  <a:pt x="3439" y="6129"/>
                </a:lnTo>
                <a:lnTo>
                  <a:pt x="3439" y="6128"/>
                </a:lnTo>
                <a:lnTo>
                  <a:pt x="3439" y="6127"/>
                </a:lnTo>
                <a:lnTo>
                  <a:pt x="3439" y="6126"/>
                </a:lnTo>
                <a:lnTo>
                  <a:pt x="3440" y="6126"/>
                </a:lnTo>
                <a:lnTo>
                  <a:pt x="3440" y="6125"/>
                </a:lnTo>
                <a:lnTo>
                  <a:pt x="3440" y="6123"/>
                </a:lnTo>
                <a:lnTo>
                  <a:pt x="3440" y="6121"/>
                </a:lnTo>
                <a:lnTo>
                  <a:pt x="3441" y="6121"/>
                </a:lnTo>
                <a:lnTo>
                  <a:pt x="3441" y="6120"/>
                </a:lnTo>
                <a:lnTo>
                  <a:pt x="3441" y="6119"/>
                </a:lnTo>
                <a:lnTo>
                  <a:pt x="3441" y="6118"/>
                </a:lnTo>
                <a:lnTo>
                  <a:pt x="3441" y="6117"/>
                </a:lnTo>
                <a:lnTo>
                  <a:pt x="3441" y="6116"/>
                </a:lnTo>
                <a:lnTo>
                  <a:pt x="3441" y="6115"/>
                </a:lnTo>
                <a:lnTo>
                  <a:pt x="3442" y="6115"/>
                </a:lnTo>
                <a:lnTo>
                  <a:pt x="3442" y="6114"/>
                </a:lnTo>
                <a:lnTo>
                  <a:pt x="3442" y="6112"/>
                </a:lnTo>
                <a:lnTo>
                  <a:pt x="3442" y="6111"/>
                </a:lnTo>
                <a:lnTo>
                  <a:pt x="3443" y="6111"/>
                </a:lnTo>
                <a:lnTo>
                  <a:pt x="3443" y="6110"/>
                </a:lnTo>
                <a:lnTo>
                  <a:pt x="3443" y="6109"/>
                </a:lnTo>
                <a:lnTo>
                  <a:pt x="3443" y="6108"/>
                </a:lnTo>
                <a:lnTo>
                  <a:pt x="3443" y="6107"/>
                </a:lnTo>
                <a:lnTo>
                  <a:pt x="3444" y="6107"/>
                </a:lnTo>
                <a:lnTo>
                  <a:pt x="3443" y="6107"/>
                </a:lnTo>
                <a:lnTo>
                  <a:pt x="3443" y="6106"/>
                </a:lnTo>
                <a:lnTo>
                  <a:pt x="3443" y="6104"/>
                </a:lnTo>
                <a:lnTo>
                  <a:pt x="3443" y="6103"/>
                </a:lnTo>
                <a:lnTo>
                  <a:pt x="3443" y="6102"/>
                </a:lnTo>
                <a:lnTo>
                  <a:pt x="3443" y="6101"/>
                </a:lnTo>
                <a:lnTo>
                  <a:pt x="3443" y="6100"/>
                </a:lnTo>
                <a:lnTo>
                  <a:pt x="3443" y="6099"/>
                </a:lnTo>
                <a:lnTo>
                  <a:pt x="3444" y="6099"/>
                </a:lnTo>
                <a:lnTo>
                  <a:pt x="3445" y="6099"/>
                </a:lnTo>
                <a:lnTo>
                  <a:pt x="3445" y="6098"/>
                </a:lnTo>
                <a:lnTo>
                  <a:pt x="3444" y="6098"/>
                </a:lnTo>
                <a:lnTo>
                  <a:pt x="3444" y="6097"/>
                </a:lnTo>
                <a:lnTo>
                  <a:pt x="3444" y="6096"/>
                </a:lnTo>
                <a:lnTo>
                  <a:pt x="3444" y="6095"/>
                </a:lnTo>
                <a:lnTo>
                  <a:pt x="3444" y="6094"/>
                </a:lnTo>
                <a:lnTo>
                  <a:pt x="3444" y="6093"/>
                </a:lnTo>
                <a:lnTo>
                  <a:pt x="3444" y="6091"/>
                </a:lnTo>
                <a:lnTo>
                  <a:pt x="3444" y="6090"/>
                </a:lnTo>
                <a:lnTo>
                  <a:pt x="3444" y="6089"/>
                </a:lnTo>
                <a:lnTo>
                  <a:pt x="3444" y="6088"/>
                </a:lnTo>
                <a:lnTo>
                  <a:pt x="3444" y="6087"/>
                </a:lnTo>
                <a:lnTo>
                  <a:pt x="3444" y="6086"/>
                </a:lnTo>
                <a:lnTo>
                  <a:pt x="3444" y="6085"/>
                </a:lnTo>
                <a:lnTo>
                  <a:pt x="3444" y="6084"/>
                </a:lnTo>
                <a:lnTo>
                  <a:pt x="3443" y="6084"/>
                </a:lnTo>
                <a:lnTo>
                  <a:pt x="3443" y="6085"/>
                </a:lnTo>
                <a:lnTo>
                  <a:pt x="3443" y="6084"/>
                </a:lnTo>
                <a:lnTo>
                  <a:pt x="3442" y="6084"/>
                </a:lnTo>
                <a:lnTo>
                  <a:pt x="3441" y="6083"/>
                </a:lnTo>
                <a:lnTo>
                  <a:pt x="3441" y="6082"/>
                </a:lnTo>
                <a:lnTo>
                  <a:pt x="3441" y="6081"/>
                </a:lnTo>
                <a:lnTo>
                  <a:pt x="3442" y="6081"/>
                </a:lnTo>
                <a:lnTo>
                  <a:pt x="3442" y="6080"/>
                </a:lnTo>
                <a:lnTo>
                  <a:pt x="3443" y="6080"/>
                </a:lnTo>
                <a:lnTo>
                  <a:pt x="3444" y="6080"/>
                </a:lnTo>
                <a:lnTo>
                  <a:pt x="3444" y="6079"/>
                </a:lnTo>
                <a:lnTo>
                  <a:pt x="3445" y="6079"/>
                </a:lnTo>
                <a:lnTo>
                  <a:pt x="3445" y="6077"/>
                </a:lnTo>
                <a:lnTo>
                  <a:pt x="3446" y="6076"/>
                </a:lnTo>
                <a:lnTo>
                  <a:pt x="3447" y="6076"/>
                </a:lnTo>
                <a:lnTo>
                  <a:pt x="3448" y="6076"/>
                </a:lnTo>
                <a:lnTo>
                  <a:pt x="3448" y="6077"/>
                </a:lnTo>
                <a:lnTo>
                  <a:pt x="3449" y="6077"/>
                </a:lnTo>
                <a:lnTo>
                  <a:pt x="3449" y="6076"/>
                </a:lnTo>
                <a:lnTo>
                  <a:pt x="3450" y="6076"/>
                </a:lnTo>
                <a:lnTo>
                  <a:pt x="3451" y="6076"/>
                </a:lnTo>
                <a:lnTo>
                  <a:pt x="3451" y="6075"/>
                </a:lnTo>
                <a:lnTo>
                  <a:pt x="3452" y="6075"/>
                </a:lnTo>
                <a:lnTo>
                  <a:pt x="3453" y="6075"/>
                </a:lnTo>
                <a:lnTo>
                  <a:pt x="3454" y="6075"/>
                </a:lnTo>
                <a:lnTo>
                  <a:pt x="3455" y="6075"/>
                </a:lnTo>
                <a:lnTo>
                  <a:pt x="3455" y="6074"/>
                </a:lnTo>
                <a:lnTo>
                  <a:pt x="3456" y="6074"/>
                </a:lnTo>
                <a:lnTo>
                  <a:pt x="3457" y="6074"/>
                </a:lnTo>
                <a:lnTo>
                  <a:pt x="3457" y="6073"/>
                </a:lnTo>
                <a:lnTo>
                  <a:pt x="3458" y="6073"/>
                </a:lnTo>
                <a:lnTo>
                  <a:pt x="3459" y="6073"/>
                </a:lnTo>
                <a:lnTo>
                  <a:pt x="3460" y="6073"/>
                </a:lnTo>
                <a:lnTo>
                  <a:pt x="3460" y="6072"/>
                </a:lnTo>
                <a:lnTo>
                  <a:pt x="3461" y="6072"/>
                </a:lnTo>
                <a:lnTo>
                  <a:pt x="3462" y="6071"/>
                </a:lnTo>
                <a:lnTo>
                  <a:pt x="3463" y="6071"/>
                </a:lnTo>
                <a:lnTo>
                  <a:pt x="3463" y="6070"/>
                </a:lnTo>
                <a:lnTo>
                  <a:pt x="3463" y="6069"/>
                </a:lnTo>
                <a:lnTo>
                  <a:pt x="3464" y="6069"/>
                </a:lnTo>
                <a:lnTo>
                  <a:pt x="3464" y="6068"/>
                </a:lnTo>
                <a:lnTo>
                  <a:pt x="3465" y="6068"/>
                </a:lnTo>
                <a:lnTo>
                  <a:pt x="3465" y="6067"/>
                </a:lnTo>
                <a:lnTo>
                  <a:pt x="3466" y="6067"/>
                </a:lnTo>
                <a:lnTo>
                  <a:pt x="3466" y="6066"/>
                </a:lnTo>
                <a:lnTo>
                  <a:pt x="3467" y="6066"/>
                </a:lnTo>
                <a:lnTo>
                  <a:pt x="3467" y="6065"/>
                </a:lnTo>
                <a:lnTo>
                  <a:pt x="3467" y="6066"/>
                </a:lnTo>
                <a:lnTo>
                  <a:pt x="3468" y="6066"/>
                </a:lnTo>
                <a:lnTo>
                  <a:pt x="3468" y="6065"/>
                </a:lnTo>
                <a:lnTo>
                  <a:pt x="3468" y="6066"/>
                </a:lnTo>
                <a:lnTo>
                  <a:pt x="3469" y="6066"/>
                </a:lnTo>
                <a:lnTo>
                  <a:pt x="3469" y="6065"/>
                </a:lnTo>
                <a:lnTo>
                  <a:pt x="3470" y="6065"/>
                </a:lnTo>
                <a:lnTo>
                  <a:pt x="3470" y="6064"/>
                </a:lnTo>
                <a:lnTo>
                  <a:pt x="3471" y="6064"/>
                </a:lnTo>
                <a:lnTo>
                  <a:pt x="3471" y="6063"/>
                </a:lnTo>
                <a:lnTo>
                  <a:pt x="3472" y="6063"/>
                </a:lnTo>
                <a:lnTo>
                  <a:pt x="3472" y="6064"/>
                </a:lnTo>
                <a:lnTo>
                  <a:pt x="3473" y="6064"/>
                </a:lnTo>
                <a:lnTo>
                  <a:pt x="3473" y="6065"/>
                </a:lnTo>
                <a:lnTo>
                  <a:pt x="3474" y="6065"/>
                </a:lnTo>
                <a:lnTo>
                  <a:pt x="3475" y="6065"/>
                </a:lnTo>
                <a:lnTo>
                  <a:pt x="3475" y="6066"/>
                </a:lnTo>
                <a:lnTo>
                  <a:pt x="3476" y="6066"/>
                </a:lnTo>
                <a:lnTo>
                  <a:pt x="3476" y="6067"/>
                </a:lnTo>
                <a:lnTo>
                  <a:pt x="3477" y="6067"/>
                </a:lnTo>
                <a:lnTo>
                  <a:pt x="3477" y="6066"/>
                </a:lnTo>
                <a:lnTo>
                  <a:pt x="3478" y="6066"/>
                </a:lnTo>
                <a:lnTo>
                  <a:pt x="3478" y="6067"/>
                </a:lnTo>
                <a:lnTo>
                  <a:pt x="3478" y="6066"/>
                </a:lnTo>
                <a:lnTo>
                  <a:pt x="3479" y="6066"/>
                </a:lnTo>
                <a:lnTo>
                  <a:pt x="3479" y="6067"/>
                </a:lnTo>
                <a:lnTo>
                  <a:pt x="3480" y="6067"/>
                </a:lnTo>
                <a:lnTo>
                  <a:pt x="3481" y="6067"/>
                </a:lnTo>
                <a:lnTo>
                  <a:pt x="3482" y="6067"/>
                </a:lnTo>
                <a:lnTo>
                  <a:pt x="3483" y="6067"/>
                </a:lnTo>
                <a:lnTo>
                  <a:pt x="3483" y="6068"/>
                </a:lnTo>
                <a:lnTo>
                  <a:pt x="3483" y="6067"/>
                </a:lnTo>
                <a:lnTo>
                  <a:pt x="3484" y="6067"/>
                </a:lnTo>
                <a:lnTo>
                  <a:pt x="3485" y="6067"/>
                </a:lnTo>
                <a:lnTo>
                  <a:pt x="3485" y="6066"/>
                </a:lnTo>
                <a:lnTo>
                  <a:pt x="3486" y="6066"/>
                </a:lnTo>
                <a:lnTo>
                  <a:pt x="3486" y="6065"/>
                </a:lnTo>
                <a:lnTo>
                  <a:pt x="3487" y="6065"/>
                </a:lnTo>
                <a:lnTo>
                  <a:pt x="3487" y="6064"/>
                </a:lnTo>
                <a:lnTo>
                  <a:pt x="3488" y="6064"/>
                </a:lnTo>
                <a:lnTo>
                  <a:pt x="3489" y="6063"/>
                </a:lnTo>
                <a:lnTo>
                  <a:pt x="3489" y="6062"/>
                </a:lnTo>
                <a:lnTo>
                  <a:pt x="3489" y="6061"/>
                </a:lnTo>
                <a:lnTo>
                  <a:pt x="3488" y="6061"/>
                </a:lnTo>
                <a:lnTo>
                  <a:pt x="3488" y="6059"/>
                </a:lnTo>
                <a:lnTo>
                  <a:pt x="3488" y="6058"/>
                </a:lnTo>
                <a:lnTo>
                  <a:pt x="3487" y="6058"/>
                </a:lnTo>
                <a:lnTo>
                  <a:pt x="3487" y="6057"/>
                </a:lnTo>
                <a:lnTo>
                  <a:pt x="3486" y="6057"/>
                </a:lnTo>
                <a:lnTo>
                  <a:pt x="3486" y="6056"/>
                </a:lnTo>
                <a:lnTo>
                  <a:pt x="3485" y="6056"/>
                </a:lnTo>
                <a:lnTo>
                  <a:pt x="3485" y="6055"/>
                </a:lnTo>
                <a:lnTo>
                  <a:pt x="3484" y="6056"/>
                </a:lnTo>
                <a:lnTo>
                  <a:pt x="3483" y="6056"/>
                </a:lnTo>
                <a:lnTo>
                  <a:pt x="3482" y="6056"/>
                </a:lnTo>
                <a:lnTo>
                  <a:pt x="3482" y="6055"/>
                </a:lnTo>
                <a:lnTo>
                  <a:pt x="3481" y="6054"/>
                </a:lnTo>
                <a:lnTo>
                  <a:pt x="3480" y="6054"/>
                </a:lnTo>
                <a:lnTo>
                  <a:pt x="3480" y="6053"/>
                </a:lnTo>
                <a:lnTo>
                  <a:pt x="3480" y="6052"/>
                </a:lnTo>
                <a:lnTo>
                  <a:pt x="3479" y="6052"/>
                </a:lnTo>
                <a:lnTo>
                  <a:pt x="3479" y="6051"/>
                </a:lnTo>
                <a:lnTo>
                  <a:pt x="3478" y="6051"/>
                </a:lnTo>
                <a:lnTo>
                  <a:pt x="3478" y="6050"/>
                </a:lnTo>
                <a:lnTo>
                  <a:pt x="3477" y="6050"/>
                </a:lnTo>
                <a:lnTo>
                  <a:pt x="3477" y="6049"/>
                </a:lnTo>
                <a:lnTo>
                  <a:pt x="3477" y="6047"/>
                </a:lnTo>
                <a:lnTo>
                  <a:pt x="3477" y="6046"/>
                </a:lnTo>
                <a:lnTo>
                  <a:pt x="3478" y="6046"/>
                </a:lnTo>
                <a:lnTo>
                  <a:pt x="3478" y="6045"/>
                </a:lnTo>
                <a:lnTo>
                  <a:pt x="3478" y="6044"/>
                </a:lnTo>
                <a:lnTo>
                  <a:pt x="3478" y="6043"/>
                </a:lnTo>
                <a:lnTo>
                  <a:pt x="3478" y="6042"/>
                </a:lnTo>
                <a:lnTo>
                  <a:pt x="3478" y="6041"/>
                </a:lnTo>
                <a:lnTo>
                  <a:pt x="3478" y="6040"/>
                </a:lnTo>
                <a:lnTo>
                  <a:pt x="3478" y="6039"/>
                </a:lnTo>
                <a:lnTo>
                  <a:pt x="3477" y="6039"/>
                </a:lnTo>
                <a:lnTo>
                  <a:pt x="3477" y="6038"/>
                </a:lnTo>
                <a:lnTo>
                  <a:pt x="3476" y="6038"/>
                </a:lnTo>
                <a:lnTo>
                  <a:pt x="3476" y="6037"/>
                </a:lnTo>
                <a:lnTo>
                  <a:pt x="3476" y="6036"/>
                </a:lnTo>
                <a:lnTo>
                  <a:pt x="3476" y="6035"/>
                </a:lnTo>
                <a:lnTo>
                  <a:pt x="3476" y="6034"/>
                </a:lnTo>
                <a:lnTo>
                  <a:pt x="3476" y="6033"/>
                </a:lnTo>
                <a:lnTo>
                  <a:pt x="3477" y="6032"/>
                </a:lnTo>
                <a:lnTo>
                  <a:pt x="3476" y="6032"/>
                </a:lnTo>
                <a:lnTo>
                  <a:pt x="3477" y="6032"/>
                </a:lnTo>
                <a:lnTo>
                  <a:pt x="3477" y="6031"/>
                </a:lnTo>
                <a:lnTo>
                  <a:pt x="3477" y="6030"/>
                </a:lnTo>
                <a:lnTo>
                  <a:pt x="3477" y="6029"/>
                </a:lnTo>
                <a:lnTo>
                  <a:pt x="3477" y="6028"/>
                </a:lnTo>
                <a:lnTo>
                  <a:pt x="3477" y="6027"/>
                </a:lnTo>
                <a:lnTo>
                  <a:pt x="3477" y="6026"/>
                </a:lnTo>
                <a:lnTo>
                  <a:pt x="3478" y="6026"/>
                </a:lnTo>
                <a:lnTo>
                  <a:pt x="3478" y="6025"/>
                </a:lnTo>
                <a:lnTo>
                  <a:pt x="3479" y="6024"/>
                </a:lnTo>
                <a:lnTo>
                  <a:pt x="3478" y="6024"/>
                </a:lnTo>
                <a:lnTo>
                  <a:pt x="3478" y="6023"/>
                </a:lnTo>
                <a:lnTo>
                  <a:pt x="3479" y="6023"/>
                </a:lnTo>
                <a:lnTo>
                  <a:pt x="3479" y="6022"/>
                </a:lnTo>
                <a:lnTo>
                  <a:pt x="3479" y="6021"/>
                </a:lnTo>
                <a:lnTo>
                  <a:pt x="3479" y="6020"/>
                </a:lnTo>
                <a:lnTo>
                  <a:pt x="3479" y="6019"/>
                </a:lnTo>
                <a:lnTo>
                  <a:pt x="3479" y="6018"/>
                </a:lnTo>
                <a:lnTo>
                  <a:pt x="3479" y="6017"/>
                </a:lnTo>
                <a:lnTo>
                  <a:pt x="3478" y="6017"/>
                </a:lnTo>
                <a:lnTo>
                  <a:pt x="3478" y="6016"/>
                </a:lnTo>
                <a:lnTo>
                  <a:pt x="3478" y="6015"/>
                </a:lnTo>
                <a:lnTo>
                  <a:pt x="3479" y="6015"/>
                </a:lnTo>
                <a:lnTo>
                  <a:pt x="3479" y="6014"/>
                </a:lnTo>
                <a:lnTo>
                  <a:pt x="3480" y="6014"/>
                </a:lnTo>
                <a:lnTo>
                  <a:pt x="3480" y="6015"/>
                </a:lnTo>
                <a:lnTo>
                  <a:pt x="3481" y="6015"/>
                </a:lnTo>
                <a:lnTo>
                  <a:pt x="3481" y="6016"/>
                </a:lnTo>
                <a:lnTo>
                  <a:pt x="3482" y="6016"/>
                </a:lnTo>
                <a:lnTo>
                  <a:pt x="3482" y="6015"/>
                </a:lnTo>
                <a:lnTo>
                  <a:pt x="3483" y="6015"/>
                </a:lnTo>
                <a:lnTo>
                  <a:pt x="3483" y="6014"/>
                </a:lnTo>
                <a:lnTo>
                  <a:pt x="3483" y="6013"/>
                </a:lnTo>
                <a:lnTo>
                  <a:pt x="3484" y="6013"/>
                </a:lnTo>
                <a:lnTo>
                  <a:pt x="3485" y="6013"/>
                </a:lnTo>
                <a:lnTo>
                  <a:pt x="3485" y="6012"/>
                </a:lnTo>
                <a:lnTo>
                  <a:pt x="3486" y="6012"/>
                </a:lnTo>
                <a:lnTo>
                  <a:pt x="3486" y="6011"/>
                </a:lnTo>
                <a:lnTo>
                  <a:pt x="3486" y="6010"/>
                </a:lnTo>
                <a:lnTo>
                  <a:pt x="3487" y="6010"/>
                </a:lnTo>
                <a:lnTo>
                  <a:pt x="3487" y="6009"/>
                </a:lnTo>
                <a:lnTo>
                  <a:pt x="3488" y="6009"/>
                </a:lnTo>
                <a:lnTo>
                  <a:pt x="3488" y="6008"/>
                </a:lnTo>
                <a:lnTo>
                  <a:pt x="3489" y="6008"/>
                </a:lnTo>
                <a:lnTo>
                  <a:pt x="3489" y="6007"/>
                </a:lnTo>
                <a:lnTo>
                  <a:pt x="3489" y="6006"/>
                </a:lnTo>
                <a:lnTo>
                  <a:pt x="3490" y="6005"/>
                </a:lnTo>
                <a:lnTo>
                  <a:pt x="3490" y="6004"/>
                </a:lnTo>
                <a:lnTo>
                  <a:pt x="3491" y="6004"/>
                </a:lnTo>
                <a:lnTo>
                  <a:pt x="3491" y="6003"/>
                </a:lnTo>
                <a:lnTo>
                  <a:pt x="3491" y="6002"/>
                </a:lnTo>
                <a:lnTo>
                  <a:pt x="3492" y="6001"/>
                </a:lnTo>
                <a:lnTo>
                  <a:pt x="3493" y="6001"/>
                </a:lnTo>
                <a:lnTo>
                  <a:pt x="3493" y="6000"/>
                </a:lnTo>
                <a:lnTo>
                  <a:pt x="3494" y="6000"/>
                </a:lnTo>
                <a:lnTo>
                  <a:pt x="3494" y="5999"/>
                </a:lnTo>
                <a:lnTo>
                  <a:pt x="3494" y="5998"/>
                </a:lnTo>
                <a:lnTo>
                  <a:pt x="3493" y="5998"/>
                </a:lnTo>
                <a:lnTo>
                  <a:pt x="3494" y="5998"/>
                </a:lnTo>
                <a:lnTo>
                  <a:pt x="3494" y="5997"/>
                </a:lnTo>
                <a:lnTo>
                  <a:pt x="3495" y="5997"/>
                </a:lnTo>
                <a:lnTo>
                  <a:pt x="3495" y="5996"/>
                </a:lnTo>
                <a:lnTo>
                  <a:pt x="3494" y="5996"/>
                </a:lnTo>
                <a:lnTo>
                  <a:pt x="3495" y="5996"/>
                </a:lnTo>
                <a:lnTo>
                  <a:pt x="3495" y="5995"/>
                </a:lnTo>
                <a:lnTo>
                  <a:pt x="3495" y="5994"/>
                </a:lnTo>
                <a:lnTo>
                  <a:pt x="3496" y="5994"/>
                </a:lnTo>
                <a:lnTo>
                  <a:pt x="3496" y="5993"/>
                </a:lnTo>
                <a:lnTo>
                  <a:pt x="3496" y="5992"/>
                </a:lnTo>
                <a:lnTo>
                  <a:pt x="3496" y="5991"/>
                </a:lnTo>
                <a:lnTo>
                  <a:pt x="3497" y="5991"/>
                </a:lnTo>
                <a:lnTo>
                  <a:pt x="3497" y="5990"/>
                </a:lnTo>
                <a:lnTo>
                  <a:pt x="3497" y="5989"/>
                </a:lnTo>
                <a:lnTo>
                  <a:pt x="3498" y="5989"/>
                </a:lnTo>
                <a:lnTo>
                  <a:pt x="3498" y="5988"/>
                </a:lnTo>
                <a:lnTo>
                  <a:pt x="3498" y="5987"/>
                </a:lnTo>
                <a:lnTo>
                  <a:pt x="3498" y="5986"/>
                </a:lnTo>
                <a:lnTo>
                  <a:pt x="3499" y="5986"/>
                </a:lnTo>
                <a:lnTo>
                  <a:pt x="3499" y="5985"/>
                </a:lnTo>
                <a:lnTo>
                  <a:pt x="3499" y="5984"/>
                </a:lnTo>
                <a:lnTo>
                  <a:pt x="3500" y="5984"/>
                </a:lnTo>
                <a:lnTo>
                  <a:pt x="3500" y="5983"/>
                </a:lnTo>
                <a:lnTo>
                  <a:pt x="3501" y="5983"/>
                </a:lnTo>
                <a:lnTo>
                  <a:pt x="3501" y="5982"/>
                </a:lnTo>
                <a:lnTo>
                  <a:pt x="3500" y="5982"/>
                </a:lnTo>
                <a:lnTo>
                  <a:pt x="3501" y="5982"/>
                </a:lnTo>
                <a:lnTo>
                  <a:pt x="3501" y="5981"/>
                </a:lnTo>
                <a:lnTo>
                  <a:pt x="3502" y="5981"/>
                </a:lnTo>
                <a:lnTo>
                  <a:pt x="3502" y="5980"/>
                </a:lnTo>
                <a:lnTo>
                  <a:pt x="3502" y="5979"/>
                </a:lnTo>
                <a:lnTo>
                  <a:pt x="3503" y="5979"/>
                </a:lnTo>
                <a:lnTo>
                  <a:pt x="3503" y="5978"/>
                </a:lnTo>
                <a:lnTo>
                  <a:pt x="3504" y="5978"/>
                </a:lnTo>
                <a:lnTo>
                  <a:pt x="3505" y="5978"/>
                </a:lnTo>
                <a:lnTo>
                  <a:pt x="3505" y="5979"/>
                </a:lnTo>
                <a:lnTo>
                  <a:pt x="3506" y="5979"/>
                </a:lnTo>
                <a:lnTo>
                  <a:pt x="3506" y="5980"/>
                </a:lnTo>
                <a:lnTo>
                  <a:pt x="3507" y="5980"/>
                </a:lnTo>
                <a:lnTo>
                  <a:pt x="3508" y="5980"/>
                </a:lnTo>
                <a:lnTo>
                  <a:pt x="3508" y="5979"/>
                </a:lnTo>
                <a:lnTo>
                  <a:pt x="3508" y="5980"/>
                </a:lnTo>
                <a:lnTo>
                  <a:pt x="3509" y="5980"/>
                </a:lnTo>
                <a:lnTo>
                  <a:pt x="3509" y="5981"/>
                </a:lnTo>
                <a:lnTo>
                  <a:pt x="3509" y="5980"/>
                </a:lnTo>
                <a:lnTo>
                  <a:pt x="3509" y="5981"/>
                </a:lnTo>
                <a:lnTo>
                  <a:pt x="3510" y="5981"/>
                </a:lnTo>
                <a:lnTo>
                  <a:pt x="3510" y="5982"/>
                </a:lnTo>
                <a:lnTo>
                  <a:pt x="3510" y="5983"/>
                </a:lnTo>
                <a:lnTo>
                  <a:pt x="3510" y="5984"/>
                </a:lnTo>
                <a:lnTo>
                  <a:pt x="3511" y="5984"/>
                </a:lnTo>
                <a:lnTo>
                  <a:pt x="3511" y="5985"/>
                </a:lnTo>
                <a:lnTo>
                  <a:pt x="3512" y="5985"/>
                </a:lnTo>
                <a:lnTo>
                  <a:pt x="3512" y="5986"/>
                </a:lnTo>
                <a:lnTo>
                  <a:pt x="3513" y="5986"/>
                </a:lnTo>
                <a:lnTo>
                  <a:pt x="3513" y="5987"/>
                </a:lnTo>
                <a:lnTo>
                  <a:pt x="3513" y="5988"/>
                </a:lnTo>
                <a:lnTo>
                  <a:pt x="3513" y="5989"/>
                </a:lnTo>
                <a:lnTo>
                  <a:pt x="3514" y="5989"/>
                </a:lnTo>
                <a:lnTo>
                  <a:pt x="3514" y="5990"/>
                </a:lnTo>
                <a:lnTo>
                  <a:pt x="3515" y="5990"/>
                </a:lnTo>
                <a:lnTo>
                  <a:pt x="3516" y="5991"/>
                </a:lnTo>
                <a:lnTo>
                  <a:pt x="3517" y="5991"/>
                </a:lnTo>
                <a:lnTo>
                  <a:pt x="3518" y="5991"/>
                </a:lnTo>
                <a:lnTo>
                  <a:pt x="3518" y="5990"/>
                </a:lnTo>
                <a:lnTo>
                  <a:pt x="3518" y="5991"/>
                </a:lnTo>
                <a:lnTo>
                  <a:pt x="3519" y="5991"/>
                </a:lnTo>
                <a:lnTo>
                  <a:pt x="3519" y="5990"/>
                </a:lnTo>
                <a:lnTo>
                  <a:pt x="3520" y="5990"/>
                </a:lnTo>
                <a:lnTo>
                  <a:pt x="3521" y="5990"/>
                </a:lnTo>
                <a:lnTo>
                  <a:pt x="3521" y="5991"/>
                </a:lnTo>
                <a:lnTo>
                  <a:pt x="3521" y="5990"/>
                </a:lnTo>
                <a:lnTo>
                  <a:pt x="3521" y="5991"/>
                </a:lnTo>
                <a:lnTo>
                  <a:pt x="3521" y="5990"/>
                </a:lnTo>
                <a:lnTo>
                  <a:pt x="3522" y="5990"/>
                </a:lnTo>
                <a:lnTo>
                  <a:pt x="3523" y="5989"/>
                </a:lnTo>
                <a:lnTo>
                  <a:pt x="3523" y="5988"/>
                </a:lnTo>
                <a:lnTo>
                  <a:pt x="3524" y="5988"/>
                </a:lnTo>
                <a:lnTo>
                  <a:pt x="3524" y="5987"/>
                </a:lnTo>
                <a:lnTo>
                  <a:pt x="3525" y="5987"/>
                </a:lnTo>
                <a:lnTo>
                  <a:pt x="3525" y="5986"/>
                </a:lnTo>
                <a:lnTo>
                  <a:pt x="3526" y="5986"/>
                </a:lnTo>
                <a:lnTo>
                  <a:pt x="3527" y="5986"/>
                </a:lnTo>
                <a:lnTo>
                  <a:pt x="3527" y="5985"/>
                </a:lnTo>
                <a:lnTo>
                  <a:pt x="3528" y="5985"/>
                </a:lnTo>
                <a:lnTo>
                  <a:pt x="3528" y="5984"/>
                </a:lnTo>
                <a:lnTo>
                  <a:pt x="3529" y="5984"/>
                </a:lnTo>
                <a:lnTo>
                  <a:pt x="3529" y="5983"/>
                </a:lnTo>
                <a:lnTo>
                  <a:pt x="3530" y="5983"/>
                </a:lnTo>
                <a:lnTo>
                  <a:pt x="3530" y="5982"/>
                </a:lnTo>
                <a:lnTo>
                  <a:pt x="3531" y="5982"/>
                </a:lnTo>
                <a:lnTo>
                  <a:pt x="3531" y="5981"/>
                </a:lnTo>
                <a:lnTo>
                  <a:pt x="3531" y="5980"/>
                </a:lnTo>
                <a:lnTo>
                  <a:pt x="3532" y="5980"/>
                </a:lnTo>
                <a:lnTo>
                  <a:pt x="3533" y="5980"/>
                </a:lnTo>
                <a:lnTo>
                  <a:pt x="3533" y="5979"/>
                </a:lnTo>
                <a:lnTo>
                  <a:pt x="3532" y="5979"/>
                </a:lnTo>
                <a:lnTo>
                  <a:pt x="3533" y="5979"/>
                </a:lnTo>
                <a:lnTo>
                  <a:pt x="3533" y="5978"/>
                </a:lnTo>
                <a:lnTo>
                  <a:pt x="3534" y="5978"/>
                </a:lnTo>
                <a:lnTo>
                  <a:pt x="3534" y="5977"/>
                </a:lnTo>
                <a:lnTo>
                  <a:pt x="3534" y="5976"/>
                </a:lnTo>
                <a:lnTo>
                  <a:pt x="3534" y="5975"/>
                </a:lnTo>
                <a:lnTo>
                  <a:pt x="3534" y="5974"/>
                </a:lnTo>
                <a:lnTo>
                  <a:pt x="3535" y="5974"/>
                </a:lnTo>
                <a:lnTo>
                  <a:pt x="3535" y="5973"/>
                </a:lnTo>
                <a:lnTo>
                  <a:pt x="3536" y="5973"/>
                </a:lnTo>
                <a:lnTo>
                  <a:pt x="3537" y="5973"/>
                </a:lnTo>
                <a:lnTo>
                  <a:pt x="3538" y="5973"/>
                </a:lnTo>
                <a:lnTo>
                  <a:pt x="3538" y="5974"/>
                </a:lnTo>
                <a:lnTo>
                  <a:pt x="3539" y="5974"/>
                </a:lnTo>
                <a:lnTo>
                  <a:pt x="3540" y="5974"/>
                </a:lnTo>
                <a:lnTo>
                  <a:pt x="3541" y="5974"/>
                </a:lnTo>
                <a:lnTo>
                  <a:pt x="3542" y="5974"/>
                </a:lnTo>
                <a:lnTo>
                  <a:pt x="3543" y="5974"/>
                </a:lnTo>
                <a:lnTo>
                  <a:pt x="3544" y="5974"/>
                </a:lnTo>
                <a:lnTo>
                  <a:pt x="3544" y="5973"/>
                </a:lnTo>
                <a:lnTo>
                  <a:pt x="3545" y="5973"/>
                </a:lnTo>
                <a:lnTo>
                  <a:pt x="3546" y="5973"/>
                </a:lnTo>
                <a:lnTo>
                  <a:pt x="3546" y="5972"/>
                </a:lnTo>
                <a:lnTo>
                  <a:pt x="3546" y="5971"/>
                </a:lnTo>
                <a:lnTo>
                  <a:pt x="3547" y="5971"/>
                </a:lnTo>
                <a:lnTo>
                  <a:pt x="3546" y="5971"/>
                </a:lnTo>
                <a:lnTo>
                  <a:pt x="3546" y="5970"/>
                </a:lnTo>
                <a:lnTo>
                  <a:pt x="3547" y="5970"/>
                </a:lnTo>
                <a:lnTo>
                  <a:pt x="3547" y="5969"/>
                </a:lnTo>
                <a:lnTo>
                  <a:pt x="3548" y="5969"/>
                </a:lnTo>
                <a:lnTo>
                  <a:pt x="3548" y="5968"/>
                </a:lnTo>
                <a:lnTo>
                  <a:pt x="3549" y="5968"/>
                </a:lnTo>
                <a:lnTo>
                  <a:pt x="3549" y="5969"/>
                </a:lnTo>
                <a:lnTo>
                  <a:pt x="3549" y="5968"/>
                </a:lnTo>
                <a:lnTo>
                  <a:pt x="3550" y="5968"/>
                </a:lnTo>
                <a:lnTo>
                  <a:pt x="3550" y="5967"/>
                </a:lnTo>
                <a:lnTo>
                  <a:pt x="3550" y="5966"/>
                </a:lnTo>
                <a:lnTo>
                  <a:pt x="3551" y="5966"/>
                </a:lnTo>
                <a:lnTo>
                  <a:pt x="3551" y="5965"/>
                </a:lnTo>
                <a:lnTo>
                  <a:pt x="3552" y="5965"/>
                </a:lnTo>
                <a:lnTo>
                  <a:pt x="3552" y="5964"/>
                </a:lnTo>
                <a:lnTo>
                  <a:pt x="3552" y="5963"/>
                </a:lnTo>
                <a:lnTo>
                  <a:pt x="3552" y="5962"/>
                </a:lnTo>
                <a:lnTo>
                  <a:pt x="3552" y="5961"/>
                </a:lnTo>
                <a:lnTo>
                  <a:pt x="3552" y="5960"/>
                </a:lnTo>
                <a:lnTo>
                  <a:pt x="3553" y="5960"/>
                </a:lnTo>
                <a:lnTo>
                  <a:pt x="3553" y="5959"/>
                </a:lnTo>
                <a:lnTo>
                  <a:pt x="3552" y="5959"/>
                </a:lnTo>
                <a:lnTo>
                  <a:pt x="3553" y="5959"/>
                </a:lnTo>
                <a:lnTo>
                  <a:pt x="3553" y="5958"/>
                </a:lnTo>
                <a:lnTo>
                  <a:pt x="3553" y="5957"/>
                </a:lnTo>
                <a:lnTo>
                  <a:pt x="3553" y="5956"/>
                </a:lnTo>
                <a:lnTo>
                  <a:pt x="3554" y="5956"/>
                </a:lnTo>
                <a:lnTo>
                  <a:pt x="3554" y="5957"/>
                </a:lnTo>
                <a:lnTo>
                  <a:pt x="3555" y="5957"/>
                </a:lnTo>
                <a:lnTo>
                  <a:pt x="3555" y="5958"/>
                </a:lnTo>
                <a:lnTo>
                  <a:pt x="3556" y="5958"/>
                </a:lnTo>
                <a:lnTo>
                  <a:pt x="3557" y="5958"/>
                </a:lnTo>
                <a:lnTo>
                  <a:pt x="3558" y="5958"/>
                </a:lnTo>
                <a:lnTo>
                  <a:pt x="3559" y="5958"/>
                </a:lnTo>
                <a:lnTo>
                  <a:pt x="3560" y="5958"/>
                </a:lnTo>
                <a:lnTo>
                  <a:pt x="3560" y="5957"/>
                </a:lnTo>
                <a:lnTo>
                  <a:pt x="3561" y="5957"/>
                </a:lnTo>
                <a:lnTo>
                  <a:pt x="3561" y="5956"/>
                </a:lnTo>
                <a:lnTo>
                  <a:pt x="3561" y="5955"/>
                </a:lnTo>
                <a:lnTo>
                  <a:pt x="3562" y="5955"/>
                </a:lnTo>
                <a:lnTo>
                  <a:pt x="3562" y="5954"/>
                </a:lnTo>
                <a:lnTo>
                  <a:pt x="3562" y="5953"/>
                </a:lnTo>
                <a:lnTo>
                  <a:pt x="3562" y="5952"/>
                </a:lnTo>
                <a:lnTo>
                  <a:pt x="3563" y="5952"/>
                </a:lnTo>
                <a:lnTo>
                  <a:pt x="3563" y="5951"/>
                </a:lnTo>
                <a:lnTo>
                  <a:pt x="3562" y="5951"/>
                </a:lnTo>
                <a:lnTo>
                  <a:pt x="3562" y="5950"/>
                </a:lnTo>
                <a:lnTo>
                  <a:pt x="3561" y="5949"/>
                </a:lnTo>
                <a:lnTo>
                  <a:pt x="3562" y="5949"/>
                </a:lnTo>
                <a:lnTo>
                  <a:pt x="3563" y="5949"/>
                </a:lnTo>
                <a:lnTo>
                  <a:pt x="3563" y="5948"/>
                </a:lnTo>
                <a:lnTo>
                  <a:pt x="3564" y="5947"/>
                </a:lnTo>
                <a:lnTo>
                  <a:pt x="3564" y="5946"/>
                </a:lnTo>
                <a:lnTo>
                  <a:pt x="3564" y="5945"/>
                </a:lnTo>
                <a:lnTo>
                  <a:pt x="3564" y="5944"/>
                </a:lnTo>
                <a:lnTo>
                  <a:pt x="3564" y="5943"/>
                </a:lnTo>
                <a:lnTo>
                  <a:pt x="3563" y="5943"/>
                </a:lnTo>
                <a:lnTo>
                  <a:pt x="3564" y="5943"/>
                </a:lnTo>
                <a:lnTo>
                  <a:pt x="3564" y="5942"/>
                </a:lnTo>
                <a:lnTo>
                  <a:pt x="3564" y="5941"/>
                </a:lnTo>
                <a:lnTo>
                  <a:pt x="3563" y="5941"/>
                </a:lnTo>
                <a:lnTo>
                  <a:pt x="3563" y="5940"/>
                </a:lnTo>
                <a:lnTo>
                  <a:pt x="3562" y="5940"/>
                </a:lnTo>
                <a:lnTo>
                  <a:pt x="3563" y="5940"/>
                </a:lnTo>
                <a:lnTo>
                  <a:pt x="3562" y="5940"/>
                </a:lnTo>
                <a:lnTo>
                  <a:pt x="3562" y="5939"/>
                </a:lnTo>
                <a:lnTo>
                  <a:pt x="3562" y="5938"/>
                </a:lnTo>
                <a:lnTo>
                  <a:pt x="3561" y="5938"/>
                </a:lnTo>
                <a:lnTo>
                  <a:pt x="3561" y="5937"/>
                </a:lnTo>
                <a:lnTo>
                  <a:pt x="3561" y="5936"/>
                </a:lnTo>
                <a:lnTo>
                  <a:pt x="3560" y="5935"/>
                </a:lnTo>
                <a:lnTo>
                  <a:pt x="3561" y="5935"/>
                </a:lnTo>
                <a:lnTo>
                  <a:pt x="3560" y="5935"/>
                </a:lnTo>
                <a:lnTo>
                  <a:pt x="3560" y="5934"/>
                </a:lnTo>
                <a:lnTo>
                  <a:pt x="3559" y="5934"/>
                </a:lnTo>
                <a:lnTo>
                  <a:pt x="3559" y="5933"/>
                </a:lnTo>
                <a:lnTo>
                  <a:pt x="3559" y="5932"/>
                </a:lnTo>
                <a:lnTo>
                  <a:pt x="3560" y="5932"/>
                </a:lnTo>
                <a:lnTo>
                  <a:pt x="3560" y="5931"/>
                </a:lnTo>
                <a:lnTo>
                  <a:pt x="3561" y="5931"/>
                </a:lnTo>
                <a:lnTo>
                  <a:pt x="3562" y="5931"/>
                </a:lnTo>
                <a:lnTo>
                  <a:pt x="3563" y="5931"/>
                </a:lnTo>
                <a:lnTo>
                  <a:pt x="3564" y="5931"/>
                </a:lnTo>
                <a:lnTo>
                  <a:pt x="3564" y="5930"/>
                </a:lnTo>
                <a:lnTo>
                  <a:pt x="3564" y="5931"/>
                </a:lnTo>
                <a:lnTo>
                  <a:pt x="3564" y="5930"/>
                </a:lnTo>
                <a:lnTo>
                  <a:pt x="3565" y="5930"/>
                </a:lnTo>
                <a:lnTo>
                  <a:pt x="3565" y="5929"/>
                </a:lnTo>
                <a:lnTo>
                  <a:pt x="3565" y="5928"/>
                </a:lnTo>
                <a:lnTo>
                  <a:pt x="3566" y="5928"/>
                </a:lnTo>
                <a:lnTo>
                  <a:pt x="3566" y="5927"/>
                </a:lnTo>
                <a:lnTo>
                  <a:pt x="3566" y="5926"/>
                </a:lnTo>
                <a:lnTo>
                  <a:pt x="3567" y="5926"/>
                </a:lnTo>
                <a:lnTo>
                  <a:pt x="3569" y="5926"/>
                </a:lnTo>
                <a:lnTo>
                  <a:pt x="3569" y="5925"/>
                </a:lnTo>
                <a:lnTo>
                  <a:pt x="3570" y="5925"/>
                </a:lnTo>
                <a:lnTo>
                  <a:pt x="3570" y="5924"/>
                </a:lnTo>
                <a:lnTo>
                  <a:pt x="3569" y="5924"/>
                </a:lnTo>
                <a:lnTo>
                  <a:pt x="3570" y="5924"/>
                </a:lnTo>
                <a:lnTo>
                  <a:pt x="3570" y="5923"/>
                </a:lnTo>
                <a:lnTo>
                  <a:pt x="3571" y="5923"/>
                </a:lnTo>
                <a:lnTo>
                  <a:pt x="3571" y="5922"/>
                </a:lnTo>
                <a:lnTo>
                  <a:pt x="3571" y="5921"/>
                </a:lnTo>
                <a:lnTo>
                  <a:pt x="3572" y="5921"/>
                </a:lnTo>
                <a:lnTo>
                  <a:pt x="3571" y="5921"/>
                </a:lnTo>
                <a:lnTo>
                  <a:pt x="3571" y="5920"/>
                </a:lnTo>
                <a:lnTo>
                  <a:pt x="3571" y="5919"/>
                </a:lnTo>
                <a:lnTo>
                  <a:pt x="3570" y="5919"/>
                </a:lnTo>
                <a:lnTo>
                  <a:pt x="3571" y="5919"/>
                </a:lnTo>
                <a:lnTo>
                  <a:pt x="3570" y="5919"/>
                </a:lnTo>
                <a:lnTo>
                  <a:pt x="3570" y="5918"/>
                </a:lnTo>
                <a:lnTo>
                  <a:pt x="3571" y="5918"/>
                </a:lnTo>
                <a:lnTo>
                  <a:pt x="3571" y="5917"/>
                </a:lnTo>
                <a:lnTo>
                  <a:pt x="3570" y="5917"/>
                </a:lnTo>
                <a:lnTo>
                  <a:pt x="3571" y="5917"/>
                </a:lnTo>
                <a:lnTo>
                  <a:pt x="3570" y="5916"/>
                </a:lnTo>
                <a:lnTo>
                  <a:pt x="3570" y="5915"/>
                </a:lnTo>
                <a:lnTo>
                  <a:pt x="3570" y="5914"/>
                </a:lnTo>
                <a:lnTo>
                  <a:pt x="3569" y="5914"/>
                </a:lnTo>
                <a:lnTo>
                  <a:pt x="3569" y="5913"/>
                </a:lnTo>
                <a:lnTo>
                  <a:pt x="3569" y="5912"/>
                </a:lnTo>
                <a:lnTo>
                  <a:pt x="3569" y="5911"/>
                </a:lnTo>
                <a:lnTo>
                  <a:pt x="3569" y="5910"/>
                </a:lnTo>
                <a:lnTo>
                  <a:pt x="3568" y="5910"/>
                </a:lnTo>
                <a:lnTo>
                  <a:pt x="3569" y="5910"/>
                </a:lnTo>
                <a:lnTo>
                  <a:pt x="3570" y="5910"/>
                </a:lnTo>
                <a:lnTo>
                  <a:pt x="3571" y="5910"/>
                </a:lnTo>
                <a:lnTo>
                  <a:pt x="3572" y="5911"/>
                </a:lnTo>
                <a:lnTo>
                  <a:pt x="3572" y="5912"/>
                </a:lnTo>
                <a:lnTo>
                  <a:pt x="3572" y="5913"/>
                </a:lnTo>
                <a:lnTo>
                  <a:pt x="3573" y="5913"/>
                </a:lnTo>
                <a:lnTo>
                  <a:pt x="3574" y="5913"/>
                </a:lnTo>
                <a:lnTo>
                  <a:pt x="3575" y="5912"/>
                </a:lnTo>
                <a:lnTo>
                  <a:pt x="3576" y="5912"/>
                </a:lnTo>
                <a:lnTo>
                  <a:pt x="3577" y="5913"/>
                </a:lnTo>
                <a:lnTo>
                  <a:pt x="3577" y="5914"/>
                </a:lnTo>
                <a:lnTo>
                  <a:pt x="3578" y="5914"/>
                </a:lnTo>
                <a:lnTo>
                  <a:pt x="3579" y="5914"/>
                </a:lnTo>
                <a:lnTo>
                  <a:pt x="3580" y="5914"/>
                </a:lnTo>
                <a:lnTo>
                  <a:pt x="3580" y="5915"/>
                </a:lnTo>
                <a:lnTo>
                  <a:pt x="3581" y="5915"/>
                </a:lnTo>
                <a:lnTo>
                  <a:pt x="3581" y="5914"/>
                </a:lnTo>
                <a:lnTo>
                  <a:pt x="3582" y="5914"/>
                </a:lnTo>
                <a:lnTo>
                  <a:pt x="3583" y="5915"/>
                </a:lnTo>
                <a:lnTo>
                  <a:pt x="3584" y="5915"/>
                </a:lnTo>
                <a:lnTo>
                  <a:pt x="3584" y="5916"/>
                </a:lnTo>
                <a:lnTo>
                  <a:pt x="3585" y="5916"/>
                </a:lnTo>
                <a:lnTo>
                  <a:pt x="3586" y="5916"/>
                </a:lnTo>
                <a:lnTo>
                  <a:pt x="3586" y="5917"/>
                </a:lnTo>
                <a:lnTo>
                  <a:pt x="3586" y="5918"/>
                </a:lnTo>
                <a:lnTo>
                  <a:pt x="3587" y="5918"/>
                </a:lnTo>
                <a:lnTo>
                  <a:pt x="3588" y="5918"/>
                </a:lnTo>
                <a:lnTo>
                  <a:pt x="3588" y="5919"/>
                </a:lnTo>
                <a:lnTo>
                  <a:pt x="3588" y="5920"/>
                </a:lnTo>
                <a:lnTo>
                  <a:pt x="3589" y="5920"/>
                </a:lnTo>
                <a:lnTo>
                  <a:pt x="3589" y="5921"/>
                </a:lnTo>
                <a:lnTo>
                  <a:pt x="3590" y="5921"/>
                </a:lnTo>
                <a:lnTo>
                  <a:pt x="3590" y="5922"/>
                </a:lnTo>
                <a:lnTo>
                  <a:pt x="3591" y="5922"/>
                </a:lnTo>
                <a:lnTo>
                  <a:pt x="3591" y="5923"/>
                </a:lnTo>
                <a:lnTo>
                  <a:pt x="3592" y="5923"/>
                </a:lnTo>
                <a:lnTo>
                  <a:pt x="3591" y="5923"/>
                </a:lnTo>
                <a:lnTo>
                  <a:pt x="3592" y="5923"/>
                </a:lnTo>
                <a:lnTo>
                  <a:pt x="3592" y="5924"/>
                </a:lnTo>
                <a:lnTo>
                  <a:pt x="3591" y="5924"/>
                </a:lnTo>
                <a:lnTo>
                  <a:pt x="3591" y="5925"/>
                </a:lnTo>
                <a:lnTo>
                  <a:pt x="3592" y="5925"/>
                </a:lnTo>
                <a:lnTo>
                  <a:pt x="3592" y="5926"/>
                </a:lnTo>
                <a:lnTo>
                  <a:pt x="3592" y="5927"/>
                </a:lnTo>
                <a:lnTo>
                  <a:pt x="3593" y="5927"/>
                </a:lnTo>
                <a:lnTo>
                  <a:pt x="3593" y="5928"/>
                </a:lnTo>
                <a:lnTo>
                  <a:pt x="3594" y="5928"/>
                </a:lnTo>
                <a:lnTo>
                  <a:pt x="3595" y="5928"/>
                </a:lnTo>
                <a:lnTo>
                  <a:pt x="3595" y="5927"/>
                </a:lnTo>
                <a:lnTo>
                  <a:pt x="3596" y="5926"/>
                </a:lnTo>
                <a:lnTo>
                  <a:pt x="3596" y="5925"/>
                </a:lnTo>
                <a:lnTo>
                  <a:pt x="3597" y="5925"/>
                </a:lnTo>
                <a:lnTo>
                  <a:pt x="3598" y="5925"/>
                </a:lnTo>
                <a:lnTo>
                  <a:pt x="3598" y="5924"/>
                </a:lnTo>
                <a:lnTo>
                  <a:pt x="3599" y="5924"/>
                </a:lnTo>
                <a:lnTo>
                  <a:pt x="3599" y="5923"/>
                </a:lnTo>
                <a:lnTo>
                  <a:pt x="3600" y="5923"/>
                </a:lnTo>
                <a:lnTo>
                  <a:pt x="3600" y="5922"/>
                </a:lnTo>
                <a:lnTo>
                  <a:pt x="3601" y="5922"/>
                </a:lnTo>
                <a:lnTo>
                  <a:pt x="3602" y="5922"/>
                </a:lnTo>
                <a:lnTo>
                  <a:pt x="3602" y="5923"/>
                </a:lnTo>
                <a:lnTo>
                  <a:pt x="3603" y="5923"/>
                </a:lnTo>
                <a:lnTo>
                  <a:pt x="3604" y="5923"/>
                </a:lnTo>
                <a:lnTo>
                  <a:pt x="3604" y="5922"/>
                </a:lnTo>
                <a:lnTo>
                  <a:pt x="3605" y="5922"/>
                </a:lnTo>
                <a:lnTo>
                  <a:pt x="3605" y="5921"/>
                </a:lnTo>
                <a:lnTo>
                  <a:pt x="3606" y="5921"/>
                </a:lnTo>
                <a:lnTo>
                  <a:pt x="3606" y="5920"/>
                </a:lnTo>
                <a:lnTo>
                  <a:pt x="3607" y="5920"/>
                </a:lnTo>
                <a:lnTo>
                  <a:pt x="3607" y="5919"/>
                </a:lnTo>
                <a:lnTo>
                  <a:pt x="3609" y="5919"/>
                </a:lnTo>
                <a:lnTo>
                  <a:pt x="3610" y="5919"/>
                </a:lnTo>
                <a:lnTo>
                  <a:pt x="3611" y="5919"/>
                </a:lnTo>
                <a:lnTo>
                  <a:pt x="3611" y="5918"/>
                </a:lnTo>
                <a:lnTo>
                  <a:pt x="3612" y="5918"/>
                </a:lnTo>
                <a:lnTo>
                  <a:pt x="3612" y="5917"/>
                </a:lnTo>
                <a:lnTo>
                  <a:pt x="3613" y="5916"/>
                </a:lnTo>
                <a:lnTo>
                  <a:pt x="3613" y="5915"/>
                </a:lnTo>
                <a:lnTo>
                  <a:pt x="3612" y="5915"/>
                </a:lnTo>
                <a:lnTo>
                  <a:pt x="3613" y="5915"/>
                </a:lnTo>
                <a:lnTo>
                  <a:pt x="3613" y="5914"/>
                </a:lnTo>
                <a:lnTo>
                  <a:pt x="3612" y="5914"/>
                </a:lnTo>
                <a:lnTo>
                  <a:pt x="3612" y="5913"/>
                </a:lnTo>
                <a:lnTo>
                  <a:pt x="3613" y="5912"/>
                </a:lnTo>
                <a:lnTo>
                  <a:pt x="3612" y="5912"/>
                </a:lnTo>
                <a:lnTo>
                  <a:pt x="3612" y="5911"/>
                </a:lnTo>
                <a:lnTo>
                  <a:pt x="3612" y="5910"/>
                </a:lnTo>
                <a:lnTo>
                  <a:pt x="3613" y="5910"/>
                </a:lnTo>
                <a:lnTo>
                  <a:pt x="3613" y="5909"/>
                </a:lnTo>
                <a:lnTo>
                  <a:pt x="3613" y="5908"/>
                </a:lnTo>
                <a:lnTo>
                  <a:pt x="3613" y="5907"/>
                </a:lnTo>
                <a:lnTo>
                  <a:pt x="3614" y="5907"/>
                </a:lnTo>
                <a:lnTo>
                  <a:pt x="3614" y="5906"/>
                </a:lnTo>
                <a:lnTo>
                  <a:pt x="3614" y="5905"/>
                </a:lnTo>
                <a:lnTo>
                  <a:pt x="3615" y="5905"/>
                </a:lnTo>
                <a:lnTo>
                  <a:pt x="3615" y="5904"/>
                </a:lnTo>
                <a:lnTo>
                  <a:pt x="3616" y="5904"/>
                </a:lnTo>
                <a:lnTo>
                  <a:pt x="3616" y="5903"/>
                </a:lnTo>
                <a:lnTo>
                  <a:pt x="3617" y="5903"/>
                </a:lnTo>
                <a:lnTo>
                  <a:pt x="3618" y="5903"/>
                </a:lnTo>
                <a:lnTo>
                  <a:pt x="3618" y="5902"/>
                </a:lnTo>
                <a:lnTo>
                  <a:pt x="3619" y="5902"/>
                </a:lnTo>
                <a:lnTo>
                  <a:pt x="3620" y="5902"/>
                </a:lnTo>
                <a:lnTo>
                  <a:pt x="3621" y="5902"/>
                </a:lnTo>
                <a:lnTo>
                  <a:pt x="3622" y="5902"/>
                </a:lnTo>
                <a:lnTo>
                  <a:pt x="3622" y="5901"/>
                </a:lnTo>
                <a:lnTo>
                  <a:pt x="3622" y="5902"/>
                </a:lnTo>
                <a:lnTo>
                  <a:pt x="3623" y="5902"/>
                </a:lnTo>
                <a:lnTo>
                  <a:pt x="3623" y="5901"/>
                </a:lnTo>
                <a:lnTo>
                  <a:pt x="3623" y="5900"/>
                </a:lnTo>
                <a:lnTo>
                  <a:pt x="3624" y="5900"/>
                </a:lnTo>
                <a:lnTo>
                  <a:pt x="3624" y="5899"/>
                </a:lnTo>
                <a:lnTo>
                  <a:pt x="3624" y="5898"/>
                </a:lnTo>
                <a:lnTo>
                  <a:pt x="3625" y="5898"/>
                </a:lnTo>
                <a:lnTo>
                  <a:pt x="3625" y="5897"/>
                </a:lnTo>
                <a:lnTo>
                  <a:pt x="3625" y="5896"/>
                </a:lnTo>
                <a:lnTo>
                  <a:pt x="3624" y="5896"/>
                </a:lnTo>
                <a:lnTo>
                  <a:pt x="3624" y="5895"/>
                </a:lnTo>
                <a:lnTo>
                  <a:pt x="3624" y="5894"/>
                </a:lnTo>
                <a:lnTo>
                  <a:pt x="3624" y="5893"/>
                </a:lnTo>
                <a:lnTo>
                  <a:pt x="3624" y="5892"/>
                </a:lnTo>
                <a:lnTo>
                  <a:pt x="3624" y="5891"/>
                </a:lnTo>
                <a:lnTo>
                  <a:pt x="3624" y="5890"/>
                </a:lnTo>
                <a:lnTo>
                  <a:pt x="3625" y="5890"/>
                </a:lnTo>
                <a:lnTo>
                  <a:pt x="3625" y="5889"/>
                </a:lnTo>
                <a:lnTo>
                  <a:pt x="3626" y="5889"/>
                </a:lnTo>
                <a:lnTo>
                  <a:pt x="3626" y="5888"/>
                </a:lnTo>
                <a:lnTo>
                  <a:pt x="3627" y="5888"/>
                </a:lnTo>
                <a:lnTo>
                  <a:pt x="3628" y="5888"/>
                </a:lnTo>
                <a:lnTo>
                  <a:pt x="3628" y="5887"/>
                </a:lnTo>
                <a:lnTo>
                  <a:pt x="3628" y="5886"/>
                </a:lnTo>
                <a:lnTo>
                  <a:pt x="3628" y="5885"/>
                </a:lnTo>
                <a:lnTo>
                  <a:pt x="3627" y="5885"/>
                </a:lnTo>
                <a:lnTo>
                  <a:pt x="3627" y="5884"/>
                </a:lnTo>
                <a:lnTo>
                  <a:pt x="3627" y="5883"/>
                </a:lnTo>
                <a:lnTo>
                  <a:pt x="3627" y="5882"/>
                </a:lnTo>
                <a:lnTo>
                  <a:pt x="3628" y="5882"/>
                </a:lnTo>
                <a:lnTo>
                  <a:pt x="3628" y="5881"/>
                </a:lnTo>
                <a:lnTo>
                  <a:pt x="3629" y="5881"/>
                </a:lnTo>
                <a:lnTo>
                  <a:pt x="3629" y="5880"/>
                </a:lnTo>
                <a:lnTo>
                  <a:pt x="3630" y="5880"/>
                </a:lnTo>
                <a:lnTo>
                  <a:pt x="3630" y="5879"/>
                </a:lnTo>
                <a:lnTo>
                  <a:pt x="3630" y="5878"/>
                </a:lnTo>
                <a:lnTo>
                  <a:pt x="3630" y="5877"/>
                </a:lnTo>
                <a:lnTo>
                  <a:pt x="3631" y="5877"/>
                </a:lnTo>
                <a:lnTo>
                  <a:pt x="3631" y="5876"/>
                </a:lnTo>
                <a:lnTo>
                  <a:pt x="3632" y="5876"/>
                </a:lnTo>
                <a:lnTo>
                  <a:pt x="3633" y="5876"/>
                </a:lnTo>
                <a:lnTo>
                  <a:pt x="3634" y="5876"/>
                </a:lnTo>
                <a:lnTo>
                  <a:pt x="3634" y="5875"/>
                </a:lnTo>
                <a:lnTo>
                  <a:pt x="3635" y="5875"/>
                </a:lnTo>
                <a:lnTo>
                  <a:pt x="3635" y="5874"/>
                </a:lnTo>
                <a:lnTo>
                  <a:pt x="3636" y="5874"/>
                </a:lnTo>
                <a:lnTo>
                  <a:pt x="3636" y="5873"/>
                </a:lnTo>
                <a:lnTo>
                  <a:pt x="3635" y="5873"/>
                </a:lnTo>
                <a:lnTo>
                  <a:pt x="3636" y="5873"/>
                </a:lnTo>
                <a:lnTo>
                  <a:pt x="3635" y="5873"/>
                </a:lnTo>
                <a:lnTo>
                  <a:pt x="3635" y="5872"/>
                </a:lnTo>
                <a:lnTo>
                  <a:pt x="3636" y="5872"/>
                </a:lnTo>
                <a:lnTo>
                  <a:pt x="3637" y="5871"/>
                </a:lnTo>
                <a:lnTo>
                  <a:pt x="3638" y="5871"/>
                </a:lnTo>
                <a:lnTo>
                  <a:pt x="3638" y="5870"/>
                </a:lnTo>
                <a:lnTo>
                  <a:pt x="3639" y="5870"/>
                </a:lnTo>
                <a:lnTo>
                  <a:pt x="3640" y="5870"/>
                </a:lnTo>
                <a:lnTo>
                  <a:pt x="3641" y="5870"/>
                </a:lnTo>
                <a:lnTo>
                  <a:pt x="3641" y="5871"/>
                </a:lnTo>
                <a:lnTo>
                  <a:pt x="3642" y="5871"/>
                </a:lnTo>
                <a:lnTo>
                  <a:pt x="3642" y="5870"/>
                </a:lnTo>
                <a:lnTo>
                  <a:pt x="3643" y="5870"/>
                </a:lnTo>
                <a:lnTo>
                  <a:pt x="3644" y="5870"/>
                </a:lnTo>
                <a:lnTo>
                  <a:pt x="3645" y="5871"/>
                </a:lnTo>
                <a:lnTo>
                  <a:pt x="3646" y="5871"/>
                </a:lnTo>
                <a:lnTo>
                  <a:pt x="3646" y="5872"/>
                </a:lnTo>
                <a:lnTo>
                  <a:pt x="3647" y="5872"/>
                </a:lnTo>
                <a:lnTo>
                  <a:pt x="3647" y="5873"/>
                </a:lnTo>
                <a:lnTo>
                  <a:pt x="3646" y="5873"/>
                </a:lnTo>
                <a:lnTo>
                  <a:pt x="3646" y="5874"/>
                </a:lnTo>
                <a:lnTo>
                  <a:pt x="3647" y="5874"/>
                </a:lnTo>
                <a:lnTo>
                  <a:pt x="3647" y="5875"/>
                </a:lnTo>
                <a:lnTo>
                  <a:pt x="3647" y="5874"/>
                </a:lnTo>
                <a:lnTo>
                  <a:pt x="3648" y="5874"/>
                </a:lnTo>
                <a:lnTo>
                  <a:pt x="3648" y="5875"/>
                </a:lnTo>
                <a:lnTo>
                  <a:pt x="3649" y="5875"/>
                </a:lnTo>
                <a:lnTo>
                  <a:pt x="3649" y="5876"/>
                </a:lnTo>
                <a:lnTo>
                  <a:pt x="3650" y="5876"/>
                </a:lnTo>
                <a:lnTo>
                  <a:pt x="3650" y="5877"/>
                </a:lnTo>
                <a:lnTo>
                  <a:pt x="3651" y="5877"/>
                </a:lnTo>
                <a:lnTo>
                  <a:pt x="3652" y="5877"/>
                </a:lnTo>
                <a:lnTo>
                  <a:pt x="3653" y="5877"/>
                </a:lnTo>
                <a:lnTo>
                  <a:pt x="3653" y="5878"/>
                </a:lnTo>
                <a:lnTo>
                  <a:pt x="3653" y="5879"/>
                </a:lnTo>
                <a:lnTo>
                  <a:pt x="3654" y="5879"/>
                </a:lnTo>
                <a:lnTo>
                  <a:pt x="3654" y="5878"/>
                </a:lnTo>
                <a:lnTo>
                  <a:pt x="3655" y="5878"/>
                </a:lnTo>
                <a:lnTo>
                  <a:pt x="3655" y="5879"/>
                </a:lnTo>
                <a:lnTo>
                  <a:pt x="3656" y="5879"/>
                </a:lnTo>
                <a:lnTo>
                  <a:pt x="3656" y="5880"/>
                </a:lnTo>
                <a:lnTo>
                  <a:pt x="3657" y="5880"/>
                </a:lnTo>
                <a:lnTo>
                  <a:pt x="3657" y="5881"/>
                </a:lnTo>
                <a:lnTo>
                  <a:pt x="3658" y="5881"/>
                </a:lnTo>
                <a:lnTo>
                  <a:pt x="3658" y="5880"/>
                </a:lnTo>
                <a:lnTo>
                  <a:pt x="3658" y="5879"/>
                </a:lnTo>
                <a:lnTo>
                  <a:pt x="3659" y="5879"/>
                </a:lnTo>
                <a:lnTo>
                  <a:pt x="3660" y="5879"/>
                </a:lnTo>
                <a:lnTo>
                  <a:pt x="3660" y="5878"/>
                </a:lnTo>
                <a:lnTo>
                  <a:pt x="3661" y="5878"/>
                </a:lnTo>
                <a:lnTo>
                  <a:pt x="3661" y="5877"/>
                </a:lnTo>
                <a:lnTo>
                  <a:pt x="3662" y="5877"/>
                </a:lnTo>
                <a:lnTo>
                  <a:pt x="3663" y="5877"/>
                </a:lnTo>
                <a:lnTo>
                  <a:pt x="3664" y="5877"/>
                </a:lnTo>
                <a:lnTo>
                  <a:pt x="3664" y="5876"/>
                </a:lnTo>
                <a:lnTo>
                  <a:pt x="3665" y="5876"/>
                </a:lnTo>
                <a:lnTo>
                  <a:pt x="3665" y="5875"/>
                </a:lnTo>
                <a:lnTo>
                  <a:pt x="3665" y="5874"/>
                </a:lnTo>
                <a:lnTo>
                  <a:pt x="3666" y="5874"/>
                </a:lnTo>
                <a:lnTo>
                  <a:pt x="3666" y="5873"/>
                </a:lnTo>
                <a:lnTo>
                  <a:pt x="3666" y="5872"/>
                </a:lnTo>
                <a:lnTo>
                  <a:pt x="3667" y="5872"/>
                </a:lnTo>
                <a:lnTo>
                  <a:pt x="3668" y="5872"/>
                </a:lnTo>
                <a:lnTo>
                  <a:pt x="3669" y="5872"/>
                </a:lnTo>
                <a:lnTo>
                  <a:pt x="3669" y="5871"/>
                </a:lnTo>
                <a:lnTo>
                  <a:pt x="3670" y="5871"/>
                </a:lnTo>
                <a:lnTo>
                  <a:pt x="3670" y="5870"/>
                </a:lnTo>
                <a:lnTo>
                  <a:pt x="3671" y="5870"/>
                </a:lnTo>
                <a:lnTo>
                  <a:pt x="3671" y="5869"/>
                </a:lnTo>
                <a:lnTo>
                  <a:pt x="3671" y="5868"/>
                </a:lnTo>
                <a:lnTo>
                  <a:pt x="3671" y="5867"/>
                </a:lnTo>
                <a:lnTo>
                  <a:pt x="3671" y="5866"/>
                </a:lnTo>
                <a:lnTo>
                  <a:pt x="3671" y="5865"/>
                </a:lnTo>
                <a:lnTo>
                  <a:pt x="3671" y="5864"/>
                </a:lnTo>
                <a:lnTo>
                  <a:pt x="3671" y="5863"/>
                </a:lnTo>
                <a:lnTo>
                  <a:pt x="3671" y="5862"/>
                </a:lnTo>
                <a:lnTo>
                  <a:pt x="3671" y="5861"/>
                </a:lnTo>
                <a:lnTo>
                  <a:pt x="3671" y="5860"/>
                </a:lnTo>
                <a:lnTo>
                  <a:pt x="3670" y="5860"/>
                </a:lnTo>
                <a:lnTo>
                  <a:pt x="3669" y="5859"/>
                </a:lnTo>
                <a:lnTo>
                  <a:pt x="3668" y="5859"/>
                </a:lnTo>
                <a:lnTo>
                  <a:pt x="3668" y="5858"/>
                </a:lnTo>
                <a:lnTo>
                  <a:pt x="3668" y="5857"/>
                </a:lnTo>
                <a:lnTo>
                  <a:pt x="3668" y="5856"/>
                </a:lnTo>
                <a:lnTo>
                  <a:pt x="3668" y="5855"/>
                </a:lnTo>
                <a:lnTo>
                  <a:pt x="3668" y="5854"/>
                </a:lnTo>
                <a:lnTo>
                  <a:pt x="3668" y="5853"/>
                </a:lnTo>
                <a:lnTo>
                  <a:pt x="3667" y="5853"/>
                </a:lnTo>
                <a:lnTo>
                  <a:pt x="3667" y="5852"/>
                </a:lnTo>
                <a:lnTo>
                  <a:pt x="3666" y="5851"/>
                </a:lnTo>
                <a:lnTo>
                  <a:pt x="3665" y="5851"/>
                </a:lnTo>
                <a:lnTo>
                  <a:pt x="3665" y="5850"/>
                </a:lnTo>
                <a:lnTo>
                  <a:pt x="3664" y="5850"/>
                </a:lnTo>
                <a:lnTo>
                  <a:pt x="3664" y="5849"/>
                </a:lnTo>
                <a:lnTo>
                  <a:pt x="3663" y="5849"/>
                </a:lnTo>
                <a:lnTo>
                  <a:pt x="3664" y="5849"/>
                </a:lnTo>
                <a:lnTo>
                  <a:pt x="3663" y="5848"/>
                </a:lnTo>
                <a:lnTo>
                  <a:pt x="3664" y="5848"/>
                </a:lnTo>
                <a:lnTo>
                  <a:pt x="3663" y="5848"/>
                </a:lnTo>
                <a:lnTo>
                  <a:pt x="3662" y="5848"/>
                </a:lnTo>
                <a:lnTo>
                  <a:pt x="3662" y="5847"/>
                </a:lnTo>
                <a:lnTo>
                  <a:pt x="3661" y="5847"/>
                </a:lnTo>
                <a:lnTo>
                  <a:pt x="3661" y="5846"/>
                </a:lnTo>
                <a:lnTo>
                  <a:pt x="3661" y="5845"/>
                </a:lnTo>
                <a:lnTo>
                  <a:pt x="3660" y="5845"/>
                </a:lnTo>
                <a:lnTo>
                  <a:pt x="3659" y="5845"/>
                </a:lnTo>
                <a:lnTo>
                  <a:pt x="3658" y="5845"/>
                </a:lnTo>
                <a:lnTo>
                  <a:pt x="3658" y="5846"/>
                </a:lnTo>
                <a:lnTo>
                  <a:pt x="3658" y="5845"/>
                </a:lnTo>
                <a:lnTo>
                  <a:pt x="3657" y="5845"/>
                </a:lnTo>
                <a:lnTo>
                  <a:pt x="3656" y="5845"/>
                </a:lnTo>
                <a:lnTo>
                  <a:pt x="3655" y="5845"/>
                </a:lnTo>
                <a:lnTo>
                  <a:pt x="3656" y="5844"/>
                </a:lnTo>
                <a:lnTo>
                  <a:pt x="3656" y="5843"/>
                </a:lnTo>
                <a:lnTo>
                  <a:pt x="3656" y="5842"/>
                </a:lnTo>
                <a:lnTo>
                  <a:pt x="3655" y="5842"/>
                </a:lnTo>
                <a:lnTo>
                  <a:pt x="3655" y="5841"/>
                </a:lnTo>
                <a:lnTo>
                  <a:pt x="3655" y="5839"/>
                </a:lnTo>
                <a:lnTo>
                  <a:pt x="3655" y="5838"/>
                </a:lnTo>
                <a:lnTo>
                  <a:pt x="3655" y="5837"/>
                </a:lnTo>
                <a:lnTo>
                  <a:pt x="3654" y="5837"/>
                </a:lnTo>
                <a:lnTo>
                  <a:pt x="3655" y="5837"/>
                </a:lnTo>
                <a:lnTo>
                  <a:pt x="3655" y="5836"/>
                </a:lnTo>
                <a:lnTo>
                  <a:pt x="3655" y="5835"/>
                </a:lnTo>
                <a:lnTo>
                  <a:pt x="3654" y="5835"/>
                </a:lnTo>
                <a:lnTo>
                  <a:pt x="3654" y="5834"/>
                </a:lnTo>
                <a:lnTo>
                  <a:pt x="3654" y="5833"/>
                </a:lnTo>
                <a:lnTo>
                  <a:pt x="3654" y="5832"/>
                </a:lnTo>
                <a:lnTo>
                  <a:pt x="3654" y="5831"/>
                </a:lnTo>
                <a:lnTo>
                  <a:pt x="3654" y="5830"/>
                </a:lnTo>
                <a:lnTo>
                  <a:pt x="3654" y="5829"/>
                </a:lnTo>
                <a:lnTo>
                  <a:pt x="3654" y="5828"/>
                </a:lnTo>
                <a:lnTo>
                  <a:pt x="3654" y="5827"/>
                </a:lnTo>
                <a:lnTo>
                  <a:pt x="3654" y="5826"/>
                </a:lnTo>
                <a:lnTo>
                  <a:pt x="3653" y="5826"/>
                </a:lnTo>
                <a:lnTo>
                  <a:pt x="3653" y="5825"/>
                </a:lnTo>
                <a:lnTo>
                  <a:pt x="3653" y="5824"/>
                </a:lnTo>
                <a:lnTo>
                  <a:pt x="3652" y="5824"/>
                </a:lnTo>
                <a:lnTo>
                  <a:pt x="3651" y="5824"/>
                </a:lnTo>
                <a:lnTo>
                  <a:pt x="3650" y="5824"/>
                </a:lnTo>
                <a:lnTo>
                  <a:pt x="3651" y="5824"/>
                </a:lnTo>
                <a:lnTo>
                  <a:pt x="3651" y="5823"/>
                </a:lnTo>
                <a:lnTo>
                  <a:pt x="3651" y="5822"/>
                </a:lnTo>
                <a:lnTo>
                  <a:pt x="3652" y="5822"/>
                </a:lnTo>
                <a:lnTo>
                  <a:pt x="3652" y="5821"/>
                </a:lnTo>
                <a:lnTo>
                  <a:pt x="3651" y="5821"/>
                </a:lnTo>
                <a:lnTo>
                  <a:pt x="3651" y="5820"/>
                </a:lnTo>
                <a:lnTo>
                  <a:pt x="3652" y="5820"/>
                </a:lnTo>
                <a:lnTo>
                  <a:pt x="3651" y="5820"/>
                </a:lnTo>
                <a:lnTo>
                  <a:pt x="3652" y="5820"/>
                </a:lnTo>
                <a:lnTo>
                  <a:pt x="3652" y="5819"/>
                </a:lnTo>
                <a:lnTo>
                  <a:pt x="3651" y="5819"/>
                </a:lnTo>
                <a:lnTo>
                  <a:pt x="3651" y="5818"/>
                </a:lnTo>
                <a:lnTo>
                  <a:pt x="3651" y="5817"/>
                </a:lnTo>
                <a:lnTo>
                  <a:pt x="3650" y="5817"/>
                </a:lnTo>
                <a:lnTo>
                  <a:pt x="3650" y="5816"/>
                </a:lnTo>
                <a:lnTo>
                  <a:pt x="3650" y="5815"/>
                </a:lnTo>
                <a:lnTo>
                  <a:pt x="3650" y="5814"/>
                </a:lnTo>
                <a:lnTo>
                  <a:pt x="3651" y="5814"/>
                </a:lnTo>
                <a:lnTo>
                  <a:pt x="3651" y="5813"/>
                </a:lnTo>
                <a:lnTo>
                  <a:pt x="3652" y="5813"/>
                </a:lnTo>
                <a:lnTo>
                  <a:pt x="3652" y="5812"/>
                </a:lnTo>
                <a:lnTo>
                  <a:pt x="3652" y="5811"/>
                </a:lnTo>
                <a:lnTo>
                  <a:pt x="3652" y="5810"/>
                </a:lnTo>
                <a:lnTo>
                  <a:pt x="3653" y="5810"/>
                </a:lnTo>
                <a:lnTo>
                  <a:pt x="3653" y="5811"/>
                </a:lnTo>
                <a:lnTo>
                  <a:pt x="3654" y="5811"/>
                </a:lnTo>
                <a:lnTo>
                  <a:pt x="3654" y="5812"/>
                </a:lnTo>
                <a:lnTo>
                  <a:pt x="3655" y="5812"/>
                </a:lnTo>
                <a:lnTo>
                  <a:pt x="3656" y="5812"/>
                </a:lnTo>
                <a:lnTo>
                  <a:pt x="3657" y="5812"/>
                </a:lnTo>
                <a:lnTo>
                  <a:pt x="3657" y="5811"/>
                </a:lnTo>
                <a:lnTo>
                  <a:pt x="3658" y="5811"/>
                </a:lnTo>
                <a:lnTo>
                  <a:pt x="3658" y="5810"/>
                </a:lnTo>
                <a:lnTo>
                  <a:pt x="3659" y="5810"/>
                </a:lnTo>
                <a:lnTo>
                  <a:pt x="3660" y="5809"/>
                </a:lnTo>
                <a:lnTo>
                  <a:pt x="3661" y="5809"/>
                </a:lnTo>
                <a:lnTo>
                  <a:pt x="3661" y="5810"/>
                </a:lnTo>
                <a:lnTo>
                  <a:pt x="3662" y="5810"/>
                </a:lnTo>
                <a:lnTo>
                  <a:pt x="3663" y="5810"/>
                </a:lnTo>
                <a:lnTo>
                  <a:pt x="3664" y="5810"/>
                </a:lnTo>
                <a:lnTo>
                  <a:pt x="3665" y="5811"/>
                </a:lnTo>
                <a:lnTo>
                  <a:pt x="3665" y="5812"/>
                </a:lnTo>
                <a:lnTo>
                  <a:pt x="3666" y="5812"/>
                </a:lnTo>
                <a:lnTo>
                  <a:pt x="3666" y="5813"/>
                </a:lnTo>
                <a:lnTo>
                  <a:pt x="3666" y="5814"/>
                </a:lnTo>
                <a:lnTo>
                  <a:pt x="3667" y="5815"/>
                </a:lnTo>
                <a:lnTo>
                  <a:pt x="3667" y="5816"/>
                </a:lnTo>
                <a:lnTo>
                  <a:pt x="3666" y="5816"/>
                </a:lnTo>
                <a:lnTo>
                  <a:pt x="3666" y="5817"/>
                </a:lnTo>
                <a:lnTo>
                  <a:pt x="3666" y="5818"/>
                </a:lnTo>
                <a:lnTo>
                  <a:pt x="3665" y="5818"/>
                </a:lnTo>
                <a:lnTo>
                  <a:pt x="3665" y="5820"/>
                </a:lnTo>
                <a:lnTo>
                  <a:pt x="3665" y="5821"/>
                </a:lnTo>
                <a:lnTo>
                  <a:pt x="3665" y="5822"/>
                </a:lnTo>
                <a:lnTo>
                  <a:pt x="3667" y="5822"/>
                </a:lnTo>
                <a:lnTo>
                  <a:pt x="3667" y="5821"/>
                </a:lnTo>
                <a:lnTo>
                  <a:pt x="3667" y="5820"/>
                </a:lnTo>
                <a:lnTo>
                  <a:pt x="3668" y="5820"/>
                </a:lnTo>
                <a:lnTo>
                  <a:pt x="3669" y="5820"/>
                </a:lnTo>
                <a:lnTo>
                  <a:pt x="3669" y="5819"/>
                </a:lnTo>
                <a:lnTo>
                  <a:pt x="3670" y="5819"/>
                </a:lnTo>
                <a:lnTo>
                  <a:pt x="3671" y="5818"/>
                </a:lnTo>
                <a:lnTo>
                  <a:pt x="3671" y="5817"/>
                </a:lnTo>
                <a:lnTo>
                  <a:pt x="3672" y="5817"/>
                </a:lnTo>
                <a:lnTo>
                  <a:pt x="3673" y="5817"/>
                </a:lnTo>
                <a:lnTo>
                  <a:pt x="3673" y="5818"/>
                </a:lnTo>
                <a:lnTo>
                  <a:pt x="3673" y="5817"/>
                </a:lnTo>
                <a:lnTo>
                  <a:pt x="3673" y="5816"/>
                </a:lnTo>
                <a:lnTo>
                  <a:pt x="3674" y="5816"/>
                </a:lnTo>
                <a:lnTo>
                  <a:pt x="3675" y="5816"/>
                </a:lnTo>
                <a:lnTo>
                  <a:pt x="3675" y="5815"/>
                </a:lnTo>
                <a:lnTo>
                  <a:pt x="3676" y="5815"/>
                </a:lnTo>
                <a:lnTo>
                  <a:pt x="3676" y="5814"/>
                </a:lnTo>
                <a:lnTo>
                  <a:pt x="3677" y="5814"/>
                </a:lnTo>
                <a:lnTo>
                  <a:pt x="3676" y="5814"/>
                </a:lnTo>
                <a:lnTo>
                  <a:pt x="3676" y="5812"/>
                </a:lnTo>
                <a:lnTo>
                  <a:pt x="3676" y="5811"/>
                </a:lnTo>
                <a:lnTo>
                  <a:pt x="3675" y="5811"/>
                </a:lnTo>
                <a:lnTo>
                  <a:pt x="3675" y="5810"/>
                </a:lnTo>
                <a:lnTo>
                  <a:pt x="3675" y="5809"/>
                </a:lnTo>
                <a:lnTo>
                  <a:pt x="3675" y="5808"/>
                </a:lnTo>
                <a:lnTo>
                  <a:pt x="3676" y="5808"/>
                </a:lnTo>
                <a:lnTo>
                  <a:pt x="3677" y="5808"/>
                </a:lnTo>
                <a:lnTo>
                  <a:pt x="3678" y="5808"/>
                </a:lnTo>
                <a:lnTo>
                  <a:pt x="3678" y="5807"/>
                </a:lnTo>
                <a:lnTo>
                  <a:pt x="3679" y="5807"/>
                </a:lnTo>
                <a:lnTo>
                  <a:pt x="3679" y="5806"/>
                </a:lnTo>
                <a:lnTo>
                  <a:pt x="3679" y="5805"/>
                </a:lnTo>
                <a:lnTo>
                  <a:pt x="3680" y="5805"/>
                </a:lnTo>
                <a:lnTo>
                  <a:pt x="3680" y="5804"/>
                </a:lnTo>
                <a:lnTo>
                  <a:pt x="3680" y="5803"/>
                </a:lnTo>
                <a:lnTo>
                  <a:pt x="3680" y="5802"/>
                </a:lnTo>
                <a:lnTo>
                  <a:pt x="3679" y="5801"/>
                </a:lnTo>
                <a:lnTo>
                  <a:pt x="3679" y="5800"/>
                </a:lnTo>
                <a:lnTo>
                  <a:pt x="3678" y="5800"/>
                </a:lnTo>
                <a:lnTo>
                  <a:pt x="3678" y="5799"/>
                </a:lnTo>
                <a:lnTo>
                  <a:pt x="3678" y="5798"/>
                </a:lnTo>
                <a:lnTo>
                  <a:pt x="3679" y="5798"/>
                </a:lnTo>
                <a:lnTo>
                  <a:pt x="3679" y="5797"/>
                </a:lnTo>
                <a:lnTo>
                  <a:pt x="3678" y="5797"/>
                </a:lnTo>
                <a:lnTo>
                  <a:pt x="3678" y="5796"/>
                </a:lnTo>
                <a:lnTo>
                  <a:pt x="3678" y="5795"/>
                </a:lnTo>
                <a:lnTo>
                  <a:pt x="3677" y="5795"/>
                </a:lnTo>
                <a:lnTo>
                  <a:pt x="3677" y="5794"/>
                </a:lnTo>
                <a:lnTo>
                  <a:pt x="3677" y="5793"/>
                </a:lnTo>
                <a:lnTo>
                  <a:pt x="3676" y="5793"/>
                </a:lnTo>
                <a:lnTo>
                  <a:pt x="3676" y="5792"/>
                </a:lnTo>
                <a:lnTo>
                  <a:pt x="3676" y="5791"/>
                </a:lnTo>
                <a:lnTo>
                  <a:pt x="3675" y="5791"/>
                </a:lnTo>
                <a:lnTo>
                  <a:pt x="3674" y="5791"/>
                </a:lnTo>
                <a:lnTo>
                  <a:pt x="3674" y="5792"/>
                </a:lnTo>
                <a:lnTo>
                  <a:pt x="3673" y="5792"/>
                </a:lnTo>
                <a:lnTo>
                  <a:pt x="3673" y="5793"/>
                </a:lnTo>
                <a:lnTo>
                  <a:pt x="3673" y="5792"/>
                </a:lnTo>
                <a:lnTo>
                  <a:pt x="3672" y="5792"/>
                </a:lnTo>
                <a:lnTo>
                  <a:pt x="3672" y="5791"/>
                </a:lnTo>
                <a:lnTo>
                  <a:pt x="3671" y="5791"/>
                </a:lnTo>
                <a:lnTo>
                  <a:pt x="3670" y="5791"/>
                </a:lnTo>
                <a:lnTo>
                  <a:pt x="3669" y="5791"/>
                </a:lnTo>
                <a:lnTo>
                  <a:pt x="3669" y="5790"/>
                </a:lnTo>
                <a:lnTo>
                  <a:pt x="3670" y="5790"/>
                </a:lnTo>
                <a:lnTo>
                  <a:pt x="3670" y="5789"/>
                </a:lnTo>
                <a:lnTo>
                  <a:pt x="3671" y="5789"/>
                </a:lnTo>
                <a:lnTo>
                  <a:pt x="3671" y="5788"/>
                </a:lnTo>
                <a:lnTo>
                  <a:pt x="3671" y="5787"/>
                </a:lnTo>
                <a:lnTo>
                  <a:pt x="3671" y="5786"/>
                </a:lnTo>
                <a:lnTo>
                  <a:pt x="3671" y="5785"/>
                </a:lnTo>
                <a:lnTo>
                  <a:pt x="3671" y="5784"/>
                </a:lnTo>
                <a:lnTo>
                  <a:pt x="3671" y="5783"/>
                </a:lnTo>
                <a:lnTo>
                  <a:pt x="3671" y="5782"/>
                </a:lnTo>
                <a:lnTo>
                  <a:pt x="3671" y="5781"/>
                </a:lnTo>
                <a:lnTo>
                  <a:pt x="3672" y="5781"/>
                </a:lnTo>
                <a:lnTo>
                  <a:pt x="3672" y="5780"/>
                </a:lnTo>
                <a:lnTo>
                  <a:pt x="3673" y="5780"/>
                </a:lnTo>
                <a:lnTo>
                  <a:pt x="3673" y="5779"/>
                </a:lnTo>
                <a:lnTo>
                  <a:pt x="3672" y="5779"/>
                </a:lnTo>
                <a:lnTo>
                  <a:pt x="3672" y="5778"/>
                </a:lnTo>
                <a:lnTo>
                  <a:pt x="3672" y="5777"/>
                </a:lnTo>
                <a:lnTo>
                  <a:pt x="3673" y="5777"/>
                </a:lnTo>
                <a:lnTo>
                  <a:pt x="3673" y="5776"/>
                </a:lnTo>
                <a:lnTo>
                  <a:pt x="3674" y="5776"/>
                </a:lnTo>
                <a:lnTo>
                  <a:pt x="3675" y="5775"/>
                </a:lnTo>
                <a:lnTo>
                  <a:pt x="3676" y="5775"/>
                </a:lnTo>
                <a:lnTo>
                  <a:pt x="3676" y="5774"/>
                </a:lnTo>
                <a:lnTo>
                  <a:pt x="3677" y="5774"/>
                </a:lnTo>
                <a:lnTo>
                  <a:pt x="3677" y="5773"/>
                </a:lnTo>
                <a:lnTo>
                  <a:pt x="3678" y="5773"/>
                </a:lnTo>
                <a:lnTo>
                  <a:pt x="3678" y="5772"/>
                </a:lnTo>
                <a:lnTo>
                  <a:pt x="3679" y="5772"/>
                </a:lnTo>
                <a:lnTo>
                  <a:pt x="3679" y="5771"/>
                </a:lnTo>
                <a:lnTo>
                  <a:pt x="3680" y="5771"/>
                </a:lnTo>
                <a:lnTo>
                  <a:pt x="3680" y="5770"/>
                </a:lnTo>
                <a:lnTo>
                  <a:pt x="3681" y="5770"/>
                </a:lnTo>
                <a:lnTo>
                  <a:pt x="3681" y="5769"/>
                </a:lnTo>
                <a:lnTo>
                  <a:pt x="3682" y="5769"/>
                </a:lnTo>
                <a:lnTo>
                  <a:pt x="3682" y="5768"/>
                </a:lnTo>
                <a:lnTo>
                  <a:pt x="3682" y="5767"/>
                </a:lnTo>
                <a:lnTo>
                  <a:pt x="3681" y="5767"/>
                </a:lnTo>
                <a:lnTo>
                  <a:pt x="3681" y="5766"/>
                </a:lnTo>
                <a:lnTo>
                  <a:pt x="3681" y="5765"/>
                </a:lnTo>
                <a:lnTo>
                  <a:pt x="3681" y="5764"/>
                </a:lnTo>
                <a:lnTo>
                  <a:pt x="3682" y="5764"/>
                </a:lnTo>
                <a:lnTo>
                  <a:pt x="3682" y="5763"/>
                </a:lnTo>
                <a:lnTo>
                  <a:pt x="3683" y="5762"/>
                </a:lnTo>
                <a:lnTo>
                  <a:pt x="3684" y="5762"/>
                </a:lnTo>
                <a:lnTo>
                  <a:pt x="3684" y="5761"/>
                </a:lnTo>
                <a:lnTo>
                  <a:pt x="3684" y="5760"/>
                </a:lnTo>
                <a:lnTo>
                  <a:pt x="3684" y="5759"/>
                </a:lnTo>
                <a:lnTo>
                  <a:pt x="3684" y="5758"/>
                </a:lnTo>
                <a:lnTo>
                  <a:pt x="3685" y="5758"/>
                </a:lnTo>
                <a:lnTo>
                  <a:pt x="3685" y="5757"/>
                </a:lnTo>
                <a:lnTo>
                  <a:pt x="3685" y="5756"/>
                </a:lnTo>
                <a:lnTo>
                  <a:pt x="3685" y="5755"/>
                </a:lnTo>
                <a:lnTo>
                  <a:pt x="3686" y="5755"/>
                </a:lnTo>
                <a:lnTo>
                  <a:pt x="3686" y="5754"/>
                </a:lnTo>
                <a:lnTo>
                  <a:pt x="3686" y="5753"/>
                </a:lnTo>
                <a:lnTo>
                  <a:pt x="3685" y="5753"/>
                </a:lnTo>
                <a:lnTo>
                  <a:pt x="3685" y="5752"/>
                </a:lnTo>
                <a:lnTo>
                  <a:pt x="3684" y="5752"/>
                </a:lnTo>
                <a:lnTo>
                  <a:pt x="3684" y="5751"/>
                </a:lnTo>
                <a:lnTo>
                  <a:pt x="3685" y="5751"/>
                </a:lnTo>
                <a:lnTo>
                  <a:pt x="3685" y="5750"/>
                </a:lnTo>
                <a:lnTo>
                  <a:pt x="3686" y="5750"/>
                </a:lnTo>
                <a:lnTo>
                  <a:pt x="3686" y="5749"/>
                </a:lnTo>
                <a:lnTo>
                  <a:pt x="3685" y="5749"/>
                </a:lnTo>
                <a:lnTo>
                  <a:pt x="3685" y="5748"/>
                </a:lnTo>
                <a:lnTo>
                  <a:pt x="3686" y="5748"/>
                </a:lnTo>
                <a:lnTo>
                  <a:pt x="3686" y="5747"/>
                </a:lnTo>
                <a:lnTo>
                  <a:pt x="3686" y="5746"/>
                </a:lnTo>
                <a:lnTo>
                  <a:pt x="3686" y="5745"/>
                </a:lnTo>
                <a:lnTo>
                  <a:pt x="3687" y="5745"/>
                </a:lnTo>
                <a:lnTo>
                  <a:pt x="3687" y="5744"/>
                </a:lnTo>
                <a:lnTo>
                  <a:pt x="3686" y="5744"/>
                </a:lnTo>
                <a:lnTo>
                  <a:pt x="3686" y="5743"/>
                </a:lnTo>
                <a:lnTo>
                  <a:pt x="3687" y="5743"/>
                </a:lnTo>
                <a:lnTo>
                  <a:pt x="3687" y="5742"/>
                </a:lnTo>
                <a:lnTo>
                  <a:pt x="3687" y="5741"/>
                </a:lnTo>
                <a:lnTo>
                  <a:pt x="3688" y="5741"/>
                </a:lnTo>
                <a:lnTo>
                  <a:pt x="3688" y="5740"/>
                </a:lnTo>
                <a:lnTo>
                  <a:pt x="3688" y="5739"/>
                </a:lnTo>
                <a:lnTo>
                  <a:pt x="3688" y="5738"/>
                </a:lnTo>
                <a:lnTo>
                  <a:pt x="3687" y="5738"/>
                </a:lnTo>
                <a:lnTo>
                  <a:pt x="3687" y="5737"/>
                </a:lnTo>
                <a:lnTo>
                  <a:pt x="3687" y="5736"/>
                </a:lnTo>
                <a:lnTo>
                  <a:pt x="3688" y="5736"/>
                </a:lnTo>
                <a:lnTo>
                  <a:pt x="3688" y="5735"/>
                </a:lnTo>
                <a:lnTo>
                  <a:pt x="3688" y="5734"/>
                </a:lnTo>
                <a:lnTo>
                  <a:pt x="3688" y="5733"/>
                </a:lnTo>
                <a:lnTo>
                  <a:pt x="3688" y="5732"/>
                </a:lnTo>
                <a:lnTo>
                  <a:pt x="3688" y="5731"/>
                </a:lnTo>
                <a:lnTo>
                  <a:pt x="3688" y="5730"/>
                </a:lnTo>
                <a:lnTo>
                  <a:pt x="3688" y="5729"/>
                </a:lnTo>
                <a:lnTo>
                  <a:pt x="3688" y="5728"/>
                </a:lnTo>
                <a:lnTo>
                  <a:pt x="3688" y="5727"/>
                </a:lnTo>
                <a:lnTo>
                  <a:pt x="3688" y="5726"/>
                </a:lnTo>
                <a:lnTo>
                  <a:pt x="3689" y="5726"/>
                </a:lnTo>
                <a:lnTo>
                  <a:pt x="3689" y="5725"/>
                </a:lnTo>
                <a:lnTo>
                  <a:pt x="3689" y="5724"/>
                </a:lnTo>
                <a:lnTo>
                  <a:pt x="3690" y="5724"/>
                </a:lnTo>
                <a:lnTo>
                  <a:pt x="3691" y="5724"/>
                </a:lnTo>
                <a:lnTo>
                  <a:pt x="3691" y="5723"/>
                </a:lnTo>
                <a:lnTo>
                  <a:pt x="3692" y="5723"/>
                </a:lnTo>
                <a:lnTo>
                  <a:pt x="3692" y="5722"/>
                </a:lnTo>
                <a:lnTo>
                  <a:pt x="3692" y="5721"/>
                </a:lnTo>
                <a:lnTo>
                  <a:pt x="3693" y="5721"/>
                </a:lnTo>
                <a:lnTo>
                  <a:pt x="3693" y="5720"/>
                </a:lnTo>
                <a:lnTo>
                  <a:pt x="3693" y="5719"/>
                </a:lnTo>
                <a:lnTo>
                  <a:pt x="3694" y="5719"/>
                </a:lnTo>
                <a:lnTo>
                  <a:pt x="3694" y="5718"/>
                </a:lnTo>
                <a:lnTo>
                  <a:pt x="3694" y="5717"/>
                </a:lnTo>
                <a:lnTo>
                  <a:pt x="3693" y="5717"/>
                </a:lnTo>
                <a:lnTo>
                  <a:pt x="3693" y="5715"/>
                </a:lnTo>
                <a:lnTo>
                  <a:pt x="3694" y="5715"/>
                </a:lnTo>
                <a:lnTo>
                  <a:pt x="3694" y="5714"/>
                </a:lnTo>
                <a:lnTo>
                  <a:pt x="3694" y="5713"/>
                </a:lnTo>
                <a:lnTo>
                  <a:pt x="3693" y="5713"/>
                </a:lnTo>
                <a:lnTo>
                  <a:pt x="3693" y="5712"/>
                </a:lnTo>
                <a:lnTo>
                  <a:pt x="3693" y="5711"/>
                </a:lnTo>
                <a:lnTo>
                  <a:pt x="3692" y="5711"/>
                </a:lnTo>
                <a:lnTo>
                  <a:pt x="3692" y="5710"/>
                </a:lnTo>
                <a:lnTo>
                  <a:pt x="3692" y="5709"/>
                </a:lnTo>
                <a:lnTo>
                  <a:pt x="3692" y="5708"/>
                </a:lnTo>
                <a:lnTo>
                  <a:pt x="3692" y="5707"/>
                </a:lnTo>
                <a:lnTo>
                  <a:pt x="3691" y="5707"/>
                </a:lnTo>
                <a:lnTo>
                  <a:pt x="3691" y="5706"/>
                </a:lnTo>
                <a:lnTo>
                  <a:pt x="3691" y="5705"/>
                </a:lnTo>
                <a:lnTo>
                  <a:pt x="3692" y="5705"/>
                </a:lnTo>
                <a:lnTo>
                  <a:pt x="3692" y="5704"/>
                </a:lnTo>
                <a:lnTo>
                  <a:pt x="3692" y="5703"/>
                </a:lnTo>
                <a:lnTo>
                  <a:pt x="3692" y="5702"/>
                </a:lnTo>
                <a:lnTo>
                  <a:pt x="3693" y="5702"/>
                </a:lnTo>
                <a:lnTo>
                  <a:pt x="3693" y="5701"/>
                </a:lnTo>
                <a:lnTo>
                  <a:pt x="3693" y="5700"/>
                </a:lnTo>
                <a:lnTo>
                  <a:pt x="3691" y="5700"/>
                </a:lnTo>
                <a:lnTo>
                  <a:pt x="3690" y="5700"/>
                </a:lnTo>
                <a:lnTo>
                  <a:pt x="3690" y="5699"/>
                </a:lnTo>
                <a:lnTo>
                  <a:pt x="3690" y="5698"/>
                </a:lnTo>
                <a:lnTo>
                  <a:pt x="3689" y="5698"/>
                </a:lnTo>
                <a:lnTo>
                  <a:pt x="3689" y="5697"/>
                </a:lnTo>
                <a:lnTo>
                  <a:pt x="3689" y="5696"/>
                </a:lnTo>
                <a:lnTo>
                  <a:pt x="3688" y="5696"/>
                </a:lnTo>
                <a:lnTo>
                  <a:pt x="3688" y="5695"/>
                </a:lnTo>
                <a:lnTo>
                  <a:pt x="3689" y="5695"/>
                </a:lnTo>
                <a:lnTo>
                  <a:pt x="3689" y="5694"/>
                </a:lnTo>
                <a:lnTo>
                  <a:pt x="3689" y="5693"/>
                </a:lnTo>
                <a:lnTo>
                  <a:pt x="3690" y="5693"/>
                </a:lnTo>
                <a:lnTo>
                  <a:pt x="3690" y="5692"/>
                </a:lnTo>
                <a:lnTo>
                  <a:pt x="3690" y="5691"/>
                </a:lnTo>
                <a:lnTo>
                  <a:pt x="3691" y="5691"/>
                </a:lnTo>
                <a:lnTo>
                  <a:pt x="3690" y="5691"/>
                </a:lnTo>
                <a:lnTo>
                  <a:pt x="3690" y="5690"/>
                </a:lnTo>
                <a:lnTo>
                  <a:pt x="3690" y="5689"/>
                </a:lnTo>
                <a:lnTo>
                  <a:pt x="3691" y="5689"/>
                </a:lnTo>
                <a:lnTo>
                  <a:pt x="3691" y="5687"/>
                </a:lnTo>
                <a:lnTo>
                  <a:pt x="3691" y="5685"/>
                </a:lnTo>
                <a:lnTo>
                  <a:pt x="3692" y="5685"/>
                </a:lnTo>
                <a:lnTo>
                  <a:pt x="3692" y="5684"/>
                </a:lnTo>
                <a:lnTo>
                  <a:pt x="3692" y="5683"/>
                </a:lnTo>
                <a:lnTo>
                  <a:pt x="3692" y="5682"/>
                </a:lnTo>
                <a:lnTo>
                  <a:pt x="3692" y="5681"/>
                </a:lnTo>
                <a:lnTo>
                  <a:pt x="3692" y="5680"/>
                </a:lnTo>
                <a:lnTo>
                  <a:pt x="3692" y="5679"/>
                </a:lnTo>
                <a:lnTo>
                  <a:pt x="3693" y="5679"/>
                </a:lnTo>
                <a:lnTo>
                  <a:pt x="3693" y="5678"/>
                </a:lnTo>
                <a:lnTo>
                  <a:pt x="3693" y="5677"/>
                </a:lnTo>
                <a:lnTo>
                  <a:pt x="3693" y="5676"/>
                </a:lnTo>
                <a:lnTo>
                  <a:pt x="3692" y="5676"/>
                </a:lnTo>
                <a:lnTo>
                  <a:pt x="3692" y="5675"/>
                </a:lnTo>
                <a:lnTo>
                  <a:pt x="3692" y="5674"/>
                </a:lnTo>
                <a:lnTo>
                  <a:pt x="3691" y="5674"/>
                </a:lnTo>
                <a:lnTo>
                  <a:pt x="3691" y="5673"/>
                </a:lnTo>
                <a:lnTo>
                  <a:pt x="3691" y="5672"/>
                </a:lnTo>
                <a:lnTo>
                  <a:pt x="3690" y="5672"/>
                </a:lnTo>
                <a:lnTo>
                  <a:pt x="3690" y="5671"/>
                </a:lnTo>
                <a:lnTo>
                  <a:pt x="3690" y="5670"/>
                </a:lnTo>
                <a:lnTo>
                  <a:pt x="3689" y="5670"/>
                </a:lnTo>
                <a:lnTo>
                  <a:pt x="3689" y="5669"/>
                </a:lnTo>
                <a:lnTo>
                  <a:pt x="3689" y="5668"/>
                </a:lnTo>
                <a:lnTo>
                  <a:pt x="3688" y="5668"/>
                </a:lnTo>
                <a:lnTo>
                  <a:pt x="3688" y="5667"/>
                </a:lnTo>
                <a:lnTo>
                  <a:pt x="3688" y="5666"/>
                </a:lnTo>
                <a:lnTo>
                  <a:pt x="3689" y="5666"/>
                </a:lnTo>
                <a:lnTo>
                  <a:pt x="3689" y="5665"/>
                </a:lnTo>
                <a:lnTo>
                  <a:pt x="3690" y="5665"/>
                </a:lnTo>
                <a:lnTo>
                  <a:pt x="3690" y="5664"/>
                </a:lnTo>
                <a:lnTo>
                  <a:pt x="3691" y="5664"/>
                </a:lnTo>
                <a:lnTo>
                  <a:pt x="3691" y="5663"/>
                </a:lnTo>
                <a:lnTo>
                  <a:pt x="3692" y="5663"/>
                </a:lnTo>
                <a:lnTo>
                  <a:pt x="3692" y="5662"/>
                </a:lnTo>
                <a:lnTo>
                  <a:pt x="3693" y="5662"/>
                </a:lnTo>
                <a:lnTo>
                  <a:pt x="3693" y="5661"/>
                </a:lnTo>
                <a:lnTo>
                  <a:pt x="3693" y="5660"/>
                </a:lnTo>
                <a:lnTo>
                  <a:pt x="3693" y="5659"/>
                </a:lnTo>
                <a:lnTo>
                  <a:pt x="3693" y="5658"/>
                </a:lnTo>
                <a:lnTo>
                  <a:pt x="3693" y="5657"/>
                </a:lnTo>
                <a:lnTo>
                  <a:pt x="3693" y="5656"/>
                </a:lnTo>
                <a:lnTo>
                  <a:pt x="3693" y="5655"/>
                </a:lnTo>
                <a:lnTo>
                  <a:pt x="3693" y="5654"/>
                </a:lnTo>
                <a:lnTo>
                  <a:pt x="3693" y="5653"/>
                </a:lnTo>
                <a:lnTo>
                  <a:pt x="3693" y="5652"/>
                </a:lnTo>
                <a:lnTo>
                  <a:pt x="3692" y="5652"/>
                </a:lnTo>
                <a:lnTo>
                  <a:pt x="3692" y="5651"/>
                </a:lnTo>
                <a:lnTo>
                  <a:pt x="3691" y="5651"/>
                </a:lnTo>
                <a:lnTo>
                  <a:pt x="3691" y="5650"/>
                </a:lnTo>
                <a:lnTo>
                  <a:pt x="3692" y="5650"/>
                </a:lnTo>
                <a:lnTo>
                  <a:pt x="3692" y="5649"/>
                </a:lnTo>
                <a:lnTo>
                  <a:pt x="3692" y="5648"/>
                </a:lnTo>
                <a:lnTo>
                  <a:pt x="3692" y="5647"/>
                </a:lnTo>
                <a:lnTo>
                  <a:pt x="3691" y="5646"/>
                </a:lnTo>
                <a:lnTo>
                  <a:pt x="3692" y="5646"/>
                </a:lnTo>
                <a:lnTo>
                  <a:pt x="3691" y="5646"/>
                </a:lnTo>
                <a:lnTo>
                  <a:pt x="3691" y="5645"/>
                </a:lnTo>
                <a:lnTo>
                  <a:pt x="3691" y="5644"/>
                </a:lnTo>
                <a:lnTo>
                  <a:pt x="3690" y="5644"/>
                </a:lnTo>
                <a:lnTo>
                  <a:pt x="3690" y="5643"/>
                </a:lnTo>
                <a:lnTo>
                  <a:pt x="3691" y="5642"/>
                </a:lnTo>
                <a:lnTo>
                  <a:pt x="3691" y="5641"/>
                </a:lnTo>
                <a:lnTo>
                  <a:pt x="3691" y="5640"/>
                </a:lnTo>
                <a:lnTo>
                  <a:pt x="3692" y="5640"/>
                </a:lnTo>
                <a:lnTo>
                  <a:pt x="3692" y="5639"/>
                </a:lnTo>
                <a:lnTo>
                  <a:pt x="3692" y="5638"/>
                </a:lnTo>
                <a:lnTo>
                  <a:pt x="3692" y="5637"/>
                </a:lnTo>
                <a:lnTo>
                  <a:pt x="3691" y="5637"/>
                </a:lnTo>
                <a:lnTo>
                  <a:pt x="3690" y="5637"/>
                </a:lnTo>
                <a:lnTo>
                  <a:pt x="3690" y="5636"/>
                </a:lnTo>
                <a:lnTo>
                  <a:pt x="3690" y="5635"/>
                </a:lnTo>
                <a:lnTo>
                  <a:pt x="3691" y="5635"/>
                </a:lnTo>
                <a:lnTo>
                  <a:pt x="3692" y="5635"/>
                </a:lnTo>
                <a:lnTo>
                  <a:pt x="3692" y="5634"/>
                </a:lnTo>
                <a:lnTo>
                  <a:pt x="3693" y="5634"/>
                </a:lnTo>
                <a:lnTo>
                  <a:pt x="3693" y="5633"/>
                </a:lnTo>
                <a:lnTo>
                  <a:pt x="3694" y="5633"/>
                </a:lnTo>
                <a:lnTo>
                  <a:pt x="3695" y="5633"/>
                </a:lnTo>
                <a:lnTo>
                  <a:pt x="3696" y="5633"/>
                </a:lnTo>
                <a:lnTo>
                  <a:pt x="3696" y="5631"/>
                </a:lnTo>
                <a:lnTo>
                  <a:pt x="3696" y="5630"/>
                </a:lnTo>
                <a:lnTo>
                  <a:pt x="3697" y="5630"/>
                </a:lnTo>
                <a:lnTo>
                  <a:pt x="3697" y="5629"/>
                </a:lnTo>
                <a:lnTo>
                  <a:pt x="3697" y="5628"/>
                </a:lnTo>
                <a:lnTo>
                  <a:pt x="3697" y="5627"/>
                </a:lnTo>
                <a:lnTo>
                  <a:pt x="3697" y="5626"/>
                </a:lnTo>
                <a:lnTo>
                  <a:pt x="3696" y="5626"/>
                </a:lnTo>
                <a:lnTo>
                  <a:pt x="3696" y="5625"/>
                </a:lnTo>
                <a:lnTo>
                  <a:pt x="3695" y="5625"/>
                </a:lnTo>
                <a:lnTo>
                  <a:pt x="3694" y="5624"/>
                </a:lnTo>
                <a:lnTo>
                  <a:pt x="3694" y="5623"/>
                </a:lnTo>
                <a:lnTo>
                  <a:pt x="3694" y="5622"/>
                </a:lnTo>
                <a:lnTo>
                  <a:pt x="3693" y="5622"/>
                </a:lnTo>
                <a:lnTo>
                  <a:pt x="3692" y="5622"/>
                </a:lnTo>
                <a:lnTo>
                  <a:pt x="3691" y="5622"/>
                </a:lnTo>
                <a:lnTo>
                  <a:pt x="3690" y="5622"/>
                </a:lnTo>
                <a:lnTo>
                  <a:pt x="3689" y="5622"/>
                </a:lnTo>
                <a:lnTo>
                  <a:pt x="3688" y="5622"/>
                </a:lnTo>
                <a:lnTo>
                  <a:pt x="3688" y="5621"/>
                </a:lnTo>
                <a:lnTo>
                  <a:pt x="3688" y="5620"/>
                </a:lnTo>
                <a:lnTo>
                  <a:pt x="3687" y="5620"/>
                </a:lnTo>
                <a:lnTo>
                  <a:pt x="3687" y="5619"/>
                </a:lnTo>
                <a:lnTo>
                  <a:pt x="3688" y="5619"/>
                </a:lnTo>
                <a:lnTo>
                  <a:pt x="3688" y="5618"/>
                </a:lnTo>
                <a:lnTo>
                  <a:pt x="3688" y="5617"/>
                </a:lnTo>
                <a:lnTo>
                  <a:pt x="3688" y="5616"/>
                </a:lnTo>
                <a:lnTo>
                  <a:pt x="3687" y="5615"/>
                </a:lnTo>
                <a:lnTo>
                  <a:pt x="3687" y="5614"/>
                </a:lnTo>
                <a:lnTo>
                  <a:pt x="3687" y="5613"/>
                </a:lnTo>
                <a:lnTo>
                  <a:pt x="3688" y="5613"/>
                </a:lnTo>
                <a:lnTo>
                  <a:pt x="3688" y="5612"/>
                </a:lnTo>
                <a:lnTo>
                  <a:pt x="3688" y="5611"/>
                </a:lnTo>
                <a:lnTo>
                  <a:pt x="3688" y="5610"/>
                </a:lnTo>
                <a:lnTo>
                  <a:pt x="3688" y="5609"/>
                </a:lnTo>
                <a:lnTo>
                  <a:pt x="3687" y="5609"/>
                </a:lnTo>
                <a:lnTo>
                  <a:pt x="3688" y="5609"/>
                </a:lnTo>
                <a:lnTo>
                  <a:pt x="3688" y="5608"/>
                </a:lnTo>
                <a:lnTo>
                  <a:pt x="3689" y="5608"/>
                </a:lnTo>
                <a:lnTo>
                  <a:pt x="3688" y="5607"/>
                </a:lnTo>
                <a:lnTo>
                  <a:pt x="3688" y="5606"/>
                </a:lnTo>
                <a:lnTo>
                  <a:pt x="3688" y="5605"/>
                </a:lnTo>
                <a:lnTo>
                  <a:pt x="3688" y="5604"/>
                </a:lnTo>
                <a:lnTo>
                  <a:pt x="3688" y="5603"/>
                </a:lnTo>
                <a:lnTo>
                  <a:pt x="3687" y="5603"/>
                </a:lnTo>
                <a:lnTo>
                  <a:pt x="3687" y="5602"/>
                </a:lnTo>
                <a:lnTo>
                  <a:pt x="3688" y="5602"/>
                </a:lnTo>
                <a:lnTo>
                  <a:pt x="3688" y="5601"/>
                </a:lnTo>
                <a:lnTo>
                  <a:pt x="3688" y="5600"/>
                </a:lnTo>
                <a:lnTo>
                  <a:pt x="3687" y="5600"/>
                </a:lnTo>
                <a:lnTo>
                  <a:pt x="3687" y="5599"/>
                </a:lnTo>
                <a:lnTo>
                  <a:pt x="3687" y="5598"/>
                </a:lnTo>
                <a:lnTo>
                  <a:pt x="3687" y="5597"/>
                </a:lnTo>
                <a:lnTo>
                  <a:pt x="3686" y="5597"/>
                </a:lnTo>
                <a:lnTo>
                  <a:pt x="3686" y="5596"/>
                </a:lnTo>
                <a:lnTo>
                  <a:pt x="3685" y="5596"/>
                </a:lnTo>
                <a:lnTo>
                  <a:pt x="3685" y="5595"/>
                </a:lnTo>
                <a:lnTo>
                  <a:pt x="3686" y="5595"/>
                </a:lnTo>
                <a:lnTo>
                  <a:pt x="3686" y="5594"/>
                </a:lnTo>
                <a:lnTo>
                  <a:pt x="3686" y="5593"/>
                </a:lnTo>
                <a:lnTo>
                  <a:pt x="3686" y="5592"/>
                </a:lnTo>
                <a:lnTo>
                  <a:pt x="3687" y="5592"/>
                </a:lnTo>
                <a:lnTo>
                  <a:pt x="3688" y="5592"/>
                </a:lnTo>
                <a:lnTo>
                  <a:pt x="3688" y="5591"/>
                </a:lnTo>
                <a:lnTo>
                  <a:pt x="3691" y="5591"/>
                </a:lnTo>
                <a:lnTo>
                  <a:pt x="3691" y="5590"/>
                </a:lnTo>
                <a:lnTo>
                  <a:pt x="3692" y="5590"/>
                </a:lnTo>
                <a:lnTo>
                  <a:pt x="3691" y="5590"/>
                </a:lnTo>
                <a:lnTo>
                  <a:pt x="3691" y="5589"/>
                </a:lnTo>
                <a:lnTo>
                  <a:pt x="3690" y="5589"/>
                </a:lnTo>
                <a:lnTo>
                  <a:pt x="3691" y="5588"/>
                </a:lnTo>
                <a:lnTo>
                  <a:pt x="3691" y="5587"/>
                </a:lnTo>
                <a:lnTo>
                  <a:pt x="3692" y="5587"/>
                </a:lnTo>
                <a:lnTo>
                  <a:pt x="3693" y="5587"/>
                </a:lnTo>
                <a:lnTo>
                  <a:pt x="3693" y="5586"/>
                </a:lnTo>
                <a:lnTo>
                  <a:pt x="3692" y="5585"/>
                </a:lnTo>
                <a:lnTo>
                  <a:pt x="3691" y="5585"/>
                </a:lnTo>
                <a:lnTo>
                  <a:pt x="3691" y="5584"/>
                </a:lnTo>
                <a:lnTo>
                  <a:pt x="3690" y="5584"/>
                </a:lnTo>
                <a:lnTo>
                  <a:pt x="3690" y="5583"/>
                </a:lnTo>
                <a:lnTo>
                  <a:pt x="3691" y="5583"/>
                </a:lnTo>
                <a:lnTo>
                  <a:pt x="3691" y="5582"/>
                </a:lnTo>
                <a:lnTo>
                  <a:pt x="3691" y="5581"/>
                </a:lnTo>
                <a:lnTo>
                  <a:pt x="3691" y="5580"/>
                </a:lnTo>
                <a:lnTo>
                  <a:pt x="3692" y="5580"/>
                </a:lnTo>
                <a:lnTo>
                  <a:pt x="3693" y="5580"/>
                </a:lnTo>
                <a:lnTo>
                  <a:pt x="3693" y="5579"/>
                </a:lnTo>
                <a:lnTo>
                  <a:pt x="3694" y="5579"/>
                </a:lnTo>
                <a:lnTo>
                  <a:pt x="3694" y="5578"/>
                </a:lnTo>
                <a:lnTo>
                  <a:pt x="3694" y="5576"/>
                </a:lnTo>
                <a:lnTo>
                  <a:pt x="3694" y="5575"/>
                </a:lnTo>
                <a:lnTo>
                  <a:pt x="3694" y="5574"/>
                </a:lnTo>
                <a:lnTo>
                  <a:pt x="3695" y="5574"/>
                </a:lnTo>
                <a:lnTo>
                  <a:pt x="3695" y="5573"/>
                </a:lnTo>
                <a:lnTo>
                  <a:pt x="3695" y="5572"/>
                </a:lnTo>
                <a:lnTo>
                  <a:pt x="3695" y="5571"/>
                </a:lnTo>
                <a:lnTo>
                  <a:pt x="3696" y="5571"/>
                </a:lnTo>
                <a:lnTo>
                  <a:pt x="3695" y="5571"/>
                </a:lnTo>
                <a:lnTo>
                  <a:pt x="3695" y="5570"/>
                </a:lnTo>
                <a:lnTo>
                  <a:pt x="3696" y="5570"/>
                </a:lnTo>
                <a:lnTo>
                  <a:pt x="3696" y="5569"/>
                </a:lnTo>
                <a:lnTo>
                  <a:pt x="3695" y="5569"/>
                </a:lnTo>
                <a:lnTo>
                  <a:pt x="3695" y="5568"/>
                </a:lnTo>
                <a:lnTo>
                  <a:pt x="3694" y="5568"/>
                </a:lnTo>
                <a:lnTo>
                  <a:pt x="3694" y="5566"/>
                </a:lnTo>
                <a:lnTo>
                  <a:pt x="3695" y="5566"/>
                </a:lnTo>
                <a:lnTo>
                  <a:pt x="3695" y="5565"/>
                </a:lnTo>
                <a:lnTo>
                  <a:pt x="3694" y="5565"/>
                </a:lnTo>
                <a:lnTo>
                  <a:pt x="3694" y="5564"/>
                </a:lnTo>
                <a:lnTo>
                  <a:pt x="3693" y="5564"/>
                </a:lnTo>
                <a:lnTo>
                  <a:pt x="3692" y="5564"/>
                </a:lnTo>
                <a:lnTo>
                  <a:pt x="3692" y="5563"/>
                </a:lnTo>
                <a:lnTo>
                  <a:pt x="3691" y="5563"/>
                </a:lnTo>
                <a:lnTo>
                  <a:pt x="3691" y="5562"/>
                </a:lnTo>
                <a:lnTo>
                  <a:pt x="3690" y="5562"/>
                </a:lnTo>
                <a:lnTo>
                  <a:pt x="3690" y="5561"/>
                </a:lnTo>
                <a:lnTo>
                  <a:pt x="3690" y="5560"/>
                </a:lnTo>
                <a:lnTo>
                  <a:pt x="3689" y="5560"/>
                </a:lnTo>
                <a:lnTo>
                  <a:pt x="3689" y="5559"/>
                </a:lnTo>
                <a:lnTo>
                  <a:pt x="3689" y="5558"/>
                </a:lnTo>
                <a:lnTo>
                  <a:pt x="3690" y="5558"/>
                </a:lnTo>
                <a:lnTo>
                  <a:pt x="3690" y="5557"/>
                </a:lnTo>
                <a:lnTo>
                  <a:pt x="3690" y="5556"/>
                </a:lnTo>
                <a:lnTo>
                  <a:pt x="3690" y="5555"/>
                </a:lnTo>
                <a:lnTo>
                  <a:pt x="3690" y="5554"/>
                </a:lnTo>
                <a:lnTo>
                  <a:pt x="3690" y="5553"/>
                </a:lnTo>
                <a:lnTo>
                  <a:pt x="3690" y="5552"/>
                </a:lnTo>
                <a:lnTo>
                  <a:pt x="3690" y="5551"/>
                </a:lnTo>
                <a:lnTo>
                  <a:pt x="3689" y="5551"/>
                </a:lnTo>
                <a:lnTo>
                  <a:pt x="3689" y="5550"/>
                </a:lnTo>
                <a:lnTo>
                  <a:pt x="3688" y="5550"/>
                </a:lnTo>
                <a:lnTo>
                  <a:pt x="3688" y="5549"/>
                </a:lnTo>
                <a:lnTo>
                  <a:pt x="3687" y="5549"/>
                </a:lnTo>
                <a:lnTo>
                  <a:pt x="3687" y="5548"/>
                </a:lnTo>
                <a:lnTo>
                  <a:pt x="3687" y="5547"/>
                </a:lnTo>
                <a:lnTo>
                  <a:pt x="3688" y="5547"/>
                </a:lnTo>
                <a:lnTo>
                  <a:pt x="3688" y="5546"/>
                </a:lnTo>
                <a:lnTo>
                  <a:pt x="3688" y="5545"/>
                </a:lnTo>
                <a:lnTo>
                  <a:pt x="3688" y="5544"/>
                </a:lnTo>
                <a:lnTo>
                  <a:pt x="3689" y="5544"/>
                </a:lnTo>
                <a:lnTo>
                  <a:pt x="3690" y="5544"/>
                </a:lnTo>
                <a:lnTo>
                  <a:pt x="3691" y="5544"/>
                </a:lnTo>
                <a:lnTo>
                  <a:pt x="3691" y="5542"/>
                </a:lnTo>
                <a:lnTo>
                  <a:pt x="3691" y="5541"/>
                </a:lnTo>
                <a:lnTo>
                  <a:pt x="3690" y="5541"/>
                </a:lnTo>
                <a:lnTo>
                  <a:pt x="3690" y="5540"/>
                </a:lnTo>
                <a:lnTo>
                  <a:pt x="3690" y="5539"/>
                </a:lnTo>
                <a:lnTo>
                  <a:pt x="3689" y="5539"/>
                </a:lnTo>
                <a:lnTo>
                  <a:pt x="3689" y="5538"/>
                </a:lnTo>
                <a:lnTo>
                  <a:pt x="3689" y="5537"/>
                </a:lnTo>
                <a:lnTo>
                  <a:pt x="3688" y="5537"/>
                </a:lnTo>
                <a:lnTo>
                  <a:pt x="3688" y="5536"/>
                </a:lnTo>
                <a:lnTo>
                  <a:pt x="3688" y="5535"/>
                </a:lnTo>
                <a:lnTo>
                  <a:pt x="3689" y="5535"/>
                </a:lnTo>
                <a:lnTo>
                  <a:pt x="3689" y="5534"/>
                </a:lnTo>
                <a:lnTo>
                  <a:pt x="3689" y="5533"/>
                </a:lnTo>
                <a:lnTo>
                  <a:pt x="3690" y="5533"/>
                </a:lnTo>
                <a:lnTo>
                  <a:pt x="3690" y="5532"/>
                </a:lnTo>
                <a:lnTo>
                  <a:pt x="3689" y="5532"/>
                </a:lnTo>
                <a:lnTo>
                  <a:pt x="3689" y="5531"/>
                </a:lnTo>
                <a:lnTo>
                  <a:pt x="3690" y="5531"/>
                </a:lnTo>
                <a:lnTo>
                  <a:pt x="3690" y="5530"/>
                </a:lnTo>
                <a:lnTo>
                  <a:pt x="3691" y="5530"/>
                </a:lnTo>
                <a:lnTo>
                  <a:pt x="3692" y="5530"/>
                </a:lnTo>
                <a:lnTo>
                  <a:pt x="3692" y="5529"/>
                </a:lnTo>
                <a:lnTo>
                  <a:pt x="3692" y="5528"/>
                </a:lnTo>
                <a:lnTo>
                  <a:pt x="3691" y="5527"/>
                </a:lnTo>
                <a:lnTo>
                  <a:pt x="3691" y="5526"/>
                </a:lnTo>
                <a:lnTo>
                  <a:pt x="3691" y="5524"/>
                </a:lnTo>
                <a:lnTo>
                  <a:pt x="3692" y="5524"/>
                </a:lnTo>
                <a:lnTo>
                  <a:pt x="3692" y="5523"/>
                </a:lnTo>
                <a:lnTo>
                  <a:pt x="3693" y="5523"/>
                </a:lnTo>
                <a:lnTo>
                  <a:pt x="3693" y="5522"/>
                </a:lnTo>
                <a:lnTo>
                  <a:pt x="3692" y="5522"/>
                </a:lnTo>
                <a:lnTo>
                  <a:pt x="3692" y="5521"/>
                </a:lnTo>
                <a:lnTo>
                  <a:pt x="3691" y="5521"/>
                </a:lnTo>
                <a:lnTo>
                  <a:pt x="3690" y="5521"/>
                </a:lnTo>
                <a:lnTo>
                  <a:pt x="3689" y="5521"/>
                </a:lnTo>
                <a:lnTo>
                  <a:pt x="3689" y="5520"/>
                </a:lnTo>
                <a:lnTo>
                  <a:pt x="3689" y="5519"/>
                </a:lnTo>
                <a:lnTo>
                  <a:pt x="3688" y="5519"/>
                </a:lnTo>
                <a:lnTo>
                  <a:pt x="3688" y="5518"/>
                </a:lnTo>
                <a:lnTo>
                  <a:pt x="3688" y="5517"/>
                </a:lnTo>
                <a:lnTo>
                  <a:pt x="3687" y="5517"/>
                </a:lnTo>
                <a:lnTo>
                  <a:pt x="3687" y="5516"/>
                </a:lnTo>
                <a:lnTo>
                  <a:pt x="3686" y="5516"/>
                </a:lnTo>
                <a:lnTo>
                  <a:pt x="3686" y="5515"/>
                </a:lnTo>
                <a:lnTo>
                  <a:pt x="3685" y="5515"/>
                </a:lnTo>
                <a:lnTo>
                  <a:pt x="3685" y="5516"/>
                </a:lnTo>
                <a:lnTo>
                  <a:pt x="3684" y="5516"/>
                </a:lnTo>
                <a:lnTo>
                  <a:pt x="3684" y="5517"/>
                </a:lnTo>
                <a:lnTo>
                  <a:pt x="3683" y="5517"/>
                </a:lnTo>
                <a:lnTo>
                  <a:pt x="3683" y="5518"/>
                </a:lnTo>
                <a:lnTo>
                  <a:pt x="3683" y="5519"/>
                </a:lnTo>
                <a:lnTo>
                  <a:pt x="3682" y="5519"/>
                </a:lnTo>
                <a:lnTo>
                  <a:pt x="3682" y="5520"/>
                </a:lnTo>
                <a:lnTo>
                  <a:pt x="3682" y="5519"/>
                </a:lnTo>
                <a:lnTo>
                  <a:pt x="3681" y="5519"/>
                </a:lnTo>
                <a:lnTo>
                  <a:pt x="3680" y="5519"/>
                </a:lnTo>
                <a:lnTo>
                  <a:pt x="3680" y="5518"/>
                </a:lnTo>
                <a:lnTo>
                  <a:pt x="3679" y="5518"/>
                </a:lnTo>
                <a:lnTo>
                  <a:pt x="3678" y="5518"/>
                </a:lnTo>
                <a:lnTo>
                  <a:pt x="3678" y="5517"/>
                </a:lnTo>
                <a:lnTo>
                  <a:pt x="3677" y="5517"/>
                </a:lnTo>
                <a:lnTo>
                  <a:pt x="3676" y="5517"/>
                </a:lnTo>
                <a:lnTo>
                  <a:pt x="3675" y="5517"/>
                </a:lnTo>
                <a:lnTo>
                  <a:pt x="3675" y="5516"/>
                </a:lnTo>
                <a:lnTo>
                  <a:pt x="3674" y="5517"/>
                </a:lnTo>
                <a:lnTo>
                  <a:pt x="3673" y="5517"/>
                </a:lnTo>
                <a:lnTo>
                  <a:pt x="3673" y="5518"/>
                </a:lnTo>
                <a:lnTo>
                  <a:pt x="3673" y="5519"/>
                </a:lnTo>
                <a:lnTo>
                  <a:pt x="3672" y="5519"/>
                </a:lnTo>
                <a:lnTo>
                  <a:pt x="3671" y="5519"/>
                </a:lnTo>
                <a:lnTo>
                  <a:pt x="3671" y="5518"/>
                </a:lnTo>
                <a:lnTo>
                  <a:pt x="3671" y="5517"/>
                </a:lnTo>
                <a:lnTo>
                  <a:pt x="3671" y="5516"/>
                </a:lnTo>
                <a:lnTo>
                  <a:pt x="3671" y="5515"/>
                </a:lnTo>
                <a:lnTo>
                  <a:pt x="3672" y="5515"/>
                </a:lnTo>
                <a:lnTo>
                  <a:pt x="3672" y="5514"/>
                </a:lnTo>
                <a:lnTo>
                  <a:pt x="3671" y="5514"/>
                </a:lnTo>
                <a:lnTo>
                  <a:pt x="3671" y="5513"/>
                </a:lnTo>
                <a:lnTo>
                  <a:pt x="3671" y="5512"/>
                </a:lnTo>
                <a:lnTo>
                  <a:pt x="3671" y="5511"/>
                </a:lnTo>
                <a:lnTo>
                  <a:pt x="3670" y="5511"/>
                </a:lnTo>
                <a:lnTo>
                  <a:pt x="3670" y="5510"/>
                </a:lnTo>
                <a:lnTo>
                  <a:pt x="3670" y="5509"/>
                </a:lnTo>
                <a:lnTo>
                  <a:pt x="3669" y="5509"/>
                </a:lnTo>
                <a:lnTo>
                  <a:pt x="3669" y="5508"/>
                </a:lnTo>
                <a:lnTo>
                  <a:pt x="3669" y="5507"/>
                </a:lnTo>
                <a:lnTo>
                  <a:pt x="3669" y="5506"/>
                </a:lnTo>
                <a:lnTo>
                  <a:pt x="3668" y="5506"/>
                </a:lnTo>
                <a:lnTo>
                  <a:pt x="3668" y="5505"/>
                </a:lnTo>
                <a:lnTo>
                  <a:pt x="3668" y="5504"/>
                </a:lnTo>
                <a:lnTo>
                  <a:pt x="3668" y="5503"/>
                </a:lnTo>
                <a:lnTo>
                  <a:pt x="3667" y="5503"/>
                </a:lnTo>
                <a:lnTo>
                  <a:pt x="3667" y="5502"/>
                </a:lnTo>
                <a:lnTo>
                  <a:pt x="3666" y="5502"/>
                </a:lnTo>
                <a:lnTo>
                  <a:pt x="3666" y="5503"/>
                </a:lnTo>
                <a:lnTo>
                  <a:pt x="3665" y="5503"/>
                </a:lnTo>
                <a:lnTo>
                  <a:pt x="3665" y="5504"/>
                </a:lnTo>
                <a:lnTo>
                  <a:pt x="3665" y="5503"/>
                </a:lnTo>
                <a:lnTo>
                  <a:pt x="3665" y="5504"/>
                </a:lnTo>
                <a:lnTo>
                  <a:pt x="3664" y="5504"/>
                </a:lnTo>
                <a:lnTo>
                  <a:pt x="3663" y="5504"/>
                </a:lnTo>
                <a:lnTo>
                  <a:pt x="3663" y="5505"/>
                </a:lnTo>
                <a:lnTo>
                  <a:pt x="3663" y="5506"/>
                </a:lnTo>
                <a:lnTo>
                  <a:pt x="3663" y="5507"/>
                </a:lnTo>
                <a:lnTo>
                  <a:pt x="3662" y="5507"/>
                </a:lnTo>
                <a:lnTo>
                  <a:pt x="3661" y="5507"/>
                </a:lnTo>
                <a:lnTo>
                  <a:pt x="3660" y="5506"/>
                </a:lnTo>
                <a:lnTo>
                  <a:pt x="3659" y="5506"/>
                </a:lnTo>
                <a:lnTo>
                  <a:pt x="3658" y="5506"/>
                </a:lnTo>
                <a:lnTo>
                  <a:pt x="3658" y="5505"/>
                </a:lnTo>
                <a:lnTo>
                  <a:pt x="3658" y="5504"/>
                </a:lnTo>
                <a:lnTo>
                  <a:pt x="3657" y="5504"/>
                </a:lnTo>
                <a:lnTo>
                  <a:pt x="3656" y="5504"/>
                </a:lnTo>
                <a:lnTo>
                  <a:pt x="3655" y="5504"/>
                </a:lnTo>
                <a:lnTo>
                  <a:pt x="3655" y="5503"/>
                </a:lnTo>
                <a:lnTo>
                  <a:pt x="3654" y="5503"/>
                </a:lnTo>
                <a:lnTo>
                  <a:pt x="3654" y="5504"/>
                </a:lnTo>
                <a:lnTo>
                  <a:pt x="3654" y="5503"/>
                </a:lnTo>
                <a:lnTo>
                  <a:pt x="3653" y="5503"/>
                </a:lnTo>
                <a:lnTo>
                  <a:pt x="3652" y="5503"/>
                </a:lnTo>
                <a:lnTo>
                  <a:pt x="3651" y="5503"/>
                </a:lnTo>
                <a:lnTo>
                  <a:pt x="3651" y="5502"/>
                </a:lnTo>
                <a:lnTo>
                  <a:pt x="3650" y="5502"/>
                </a:lnTo>
                <a:lnTo>
                  <a:pt x="3650" y="5501"/>
                </a:lnTo>
                <a:lnTo>
                  <a:pt x="3650" y="5500"/>
                </a:lnTo>
                <a:lnTo>
                  <a:pt x="3649" y="5499"/>
                </a:lnTo>
                <a:lnTo>
                  <a:pt x="3648" y="5499"/>
                </a:lnTo>
                <a:lnTo>
                  <a:pt x="3648" y="5498"/>
                </a:lnTo>
                <a:lnTo>
                  <a:pt x="3647" y="5498"/>
                </a:lnTo>
                <a:lnTo>
                  <a:pt x="3647" y="5497"/>
                </a:lnTo>
                <a:lnTo>
                  <a:pt x="3646" y="5497"/>
                </a:lnTo>
                <a:lnTo>
                  <a:pt x="3645" y="5497"/>
                </a:lnTo>
                <a:lnTo>
                  <a:pt x="3645" y="5498"/>
                </a:lnTo>
                <a:lnTo>
                  <a:pt x="3644" y="5498"/>
                </a:lnTo>
                <a:lnTo>
                  <a:pt x="3644" y="5499"/>
                </a:lnTo>
                <a:lnTo>
                  <a:pt x="3645" y="5499"/>
                </a:lnTo>
                <a:lnTo>
                  <a:pt x="3645" y="5500"/>
                </a:lnTo>
                <a:lnTo>
                  <a:pt x="3645" y="5501"/>
                </a:lnTo>
                <a:lnTo>
                  <a:pt x="3645" y="5502"/>
                </a:lnTo>
                <a:lnTo>
                  <a:pt x="3645" y="5503"/>
                </a:lnTo>
                <a:lnTo>
                  <a:pt x="3646" y="5503"/>
                </a:lnTo>
                <a:lnTo>
                  <a:pt x="3646" y="5504"/>
                </a:lnTo>
                <a:lnTo>
                  <a:pt x="3645" y="5504"/>
                </a:lnTo>
                <a:lnTo>
                  <a:pt x="3645" y="5505"/>
                </a:lnTo>
                <a:lnTo>
                  <a:pt x="3646" y="5505"/>
                </a:lnTo>
                <a:lnTo>
                  <a:pt x="3645" y="5505"/>
                </a:lnTo>
                <a:lnTo>
                  <a:pt x="3645" y="5506"/>
                </a:lnTo>
                <a:lnTo>
                  <a:pt x="3644" y="5506"/>
                </a:lnTo>
                <a:lnTo>
                  <a:pt x="3644" y="5507"/>
                </a:lnTo>
                <a:lnTo>
                  <a:pt x="3644" y="5508"/>
                </a:lnTo>
                <a:lnTo>
                  <a:pt x="3643" y="5508"/>
                </a:lnTo>
                <a:lnTo>
                  <a:pt x="3644" y="5508"/>
                </a:lnTo>
                <a:lnTo>
                  <a:pt x="3644" y="5509"/>
                </a:lnTo>
                <a:lnTo>
                  <a:pt x="3644" y="5510"/>
                </a:lnTo>
                <a:lnTo>
                  <a:pt x="3644" y="5511"/>
                </a:lnTo>
                <a:lnTo>
                  <a:pt x="3643" y="5511"/>
                </a:lnTo>
                <a:lnTo>
                  <a:pt x="3643" y="5512"/>
                </a:lnTo>
                <a:lnTo>
                  <a:pt x="3643" y="5513"/>
                </a:lnTo>
                <a:lnTo>
                  <a:pt x="3644" y="5513"/>
                </a:lnTo>
                <a:lnTo>
                  <a:pt x="3644" y="5517"/>
                </a:lnTo>
                <a:lnTo>
                  <a:pt x="3643" y="5517"/>
                </a:lnTo>
                <a:lnTo>
                  <a:pt x="3643" y="5518"/>
                </a:lnTo>
                <a:lnTo>
                  <a:pt x="3643" y="5519"/>
                </a:lnTo>
                <a:lnTo>
                  <a:pt x="3643" y="5520"/>
                </a:lnTo>
                <a:lnTo>
                  <a:pt x="3642" y="5520"/>
                </a:lnTo>
                <a:lnTo>
                  <a:pt x="3642" y="5521"/>
                </a:lnTo>
                <a:lnTo>
                  <a:pt x="3641" y="5521"/>
                </a:lnTo>
                <a:lnTo>
                  <a:pt x="3640" y="5521"/>
                </a:lnTo>
                <a:lnTo>
                  <a:pt x="3639" y="5521"/>
                </a:lnTo>
                <a:lnTo>
                  <a:pt x="3639" y="5522"/>
                </a:lnTo>
                <a:lnTo>
                  <a:pt x="3638" y="5522"/>
                </a:lnTo>
                <a:lnTo>
                  <a:pt x="3637" y="5522"/>
                </a:lnTo>
                <a:lnTo>
                  <a:pt x="3637" y="5523"/>
                </a:lnTo>
                <a:lnTo>
                  <a:pt x="3637" y="5524"/>
                </a:lnTo>
                <a:lnTo>
                  <a:pt x="3636" y="5524"/>
                </a:lnTo>
                <a:lnTo>
                  <a:pt x="3636" y="5525"/>
                </a:lnTo>
                <a:lnTo>
                  <a:pt x="3636" y="5526"/>
                </a:lnTo>
                <a:lnTo>
                  <a:pt x="3635" y="5526"/>
                </a:lnTo>
                <a:lnTo>
                  <a:pt x="3635" y="5527"/>
                </a:lnTo>
                <a:lnTo>
                  <a:pt x="3634" y="5527"/>
                </a:lnTo>
                <a:lnTo>
                  <a:pt x="3634" y="5528"/>
                </a:lnTo>
                <a:lnTo>
                  <a:pt x="3633" y="5528"/>
                </a:lnTo>
                <a:lnTo>
                  <a:pt x="3632" y="5528"/>
                </a:lnTo>
                <a:lnTo>
                  <a:pt x="3631" y="5528"/>
                </a:lnTo>
                <a:lnTo>
                  <a:pt x="3630" y="5528"/>
                </a:lnTo>
                <a:lnTo>
                  <a:pt x="3630" y="5527"/>
                </a:lnTo>
                <a:lnTo>
                  <a:pt x="3629" y="5527"/>
                </a:lnTo>
                <a:lnTo>
                  <a:pt x="3628" y="5527"/>
                </a:lnTo>
                <a:lnTo>
                  <a:pt x="3627" y="5527"/>
                </a:lnTo>
                <a:lnTo>
                  <a:pt x="3626" y="5527"/>
                </a:lnTo>
                <a:lnTo>
                  <a:pt x="3626" y="5528"/>
                </a:lnTo>
                <a:lnTo>
                  <a:pt x="3626" y="5527"/>
                </a:lnTo>
                <a:lnTo>
                  <a:pt x="3626" y="5528"/>
                </a:lnTo>
                <a:lnTo>
                  <a:pt x="3626" y="5527"/>
                </a:lnTo>
                <a:lnTo>
                  <a:pt x="3625" y="5527"/>
                </a:lnTo>
                <a:lnTo>
                  <a:pt x="3624" y="5526"/>
                </a:lnTo>
                <a:lnTo>
                  <a:pt x="3623" y="5525"/>
                </a:lnTo>
                <a:lnTo>
                  <a:pt x="3622" y="5525"/>
                </a:lnTo>
                <a:lnTo>
                  <a:pt x="3622" y="5524"/>
                </a:lnTo>
                <a:lnTo>
                  <a:pt x="3622" y="5523"/>
                </a:lnTo>
                <a:lnTo>
                  <a:pt x="3623" y="5523"/>
                </a:lnTo>
                <a:lnTo>
                  <a:pt x="3622" y="5523"/>
                </a:lnTo>
                <a:lnTo>
                  <a:pt x="3622" y="5522"/>
                </a:lnTo>
                <a:lnTo>
                  <a:pt x="3622" y="5521"/>
                </a:lnTo>
                <a:lnTo>
                  <a:pt x="3621" y="5521"/>
                </a:lnTo>
                <a:lnTo>
                  <a:pt x="3621" y="5520"/>
                </a:lnTo>
                <a:lnTo>
                  <a:pt x="3621" y="5519"/>
                </a:lnTo>
                <a:lnTo>
                  <a:pt x="3621" y="5516"/>
                </a:lnTo>
                <a:lnTo>
                  <a:pt x="3621" y="5515"/>
                </a:lnTo>
                <a:lnTo>
                  <a:pt x="3621" y="5514"/>
                </a:lnTo>
                <a:lnTo>
                  <a:pt x="3621" y="5513"/>
                </a:lnTo>
                <a:lnTo>
                  <a:pt x="3622" y="5513"/>
                </a:lnTo>
                <a:lnTo>
                  <a:pt x="3622" y="5512"/>
                </a:lnTo>
                <a:lnTo>
                  <a:pt x="3622" y="5511"/>
                </a:lnTo>
                <a:lnTo>
                  <a:pt x="3621" y="5511"/>
                </a:lnTo>
                <a:lnTo>
                  <a:pt x="3621" y="5510"/>
                </a:lnTo>
                <a:lnTo>
                  <a:pt x="3620" y="5510"/>
                </a:lnTo>
                <a:lnTo>
                  <a:pt x="3620" y="5509"/>
                </a:lnTo>
                <a:lnTo>
                  <a:pt x="3620" y="5508"/>
                </a:lnTo>
                <a:lnTo>
                  <a:pt x="3620" y="5506"/>
                </a:lnTo>
                <a:lnTo>
                  <a:pt x="3620" y="5505"/>
                </a:lnTo>
                <a:lnTo>
                  <a:pt x="3620" y="5504"/>
                </a:lnTo>
                <a:lnTo>
                  <a:pt x="3621" y="5504"/>
                </a:lnTo>
                <a:lnTo>
                  <a:pt x="3621" y="5503"/>
                </a:lnTo>
                <a:lnTo>
                  <a:pt x="3621" y="5502"/>
                </a:lnTo>
                <a:lnTo>
                  <a:pt x="3620" y="5502"/>
                </a:lnTo>
                <a:lnTo>
                  <a:pt x="3618" y="5502"/>
                </a:lnTo>
                <a:lnTo>
                  <a:pt x="3618" y="5501"/>
                </a:lnTo>
                <a:lnTo>
                  <a:pt x="3618" y="5500"/>
                </a:lnTo>
                <a:lnTo>
                  <a:pt x="3618" y="5499"/>
                </a:lnTo>
                <a:lnTo>
                  <a:pt x="3618" y="5498"/>
                </a:lnTo>
                <a:lnTo>
                  <a:pt x="3618" y="5497"/>
                </a:lnTo>
                <a:lnTo>
                  <a:pt x="3618" y="5496"/>
                </a:lnTo>
                <a:lnTo>
                  <a:pt x="3617" y="5496"/>
                </a:lnTo>
                <a:lnTo>
                  <a:pt x="3616" y="5496"/>
                </a:lnTo>
                <a:lnTo>
                  <a:pt x="3615" y="5496"/>
                </a:lnTo>
                <a:lnTo>
                  <a:pt x="3615" y="5495"/>
                </a:lnTo>
                <a:lnTo>
                  <a:pt x="3615" y="5494"/>
                </a:lnTo>
                <a:lnTo>
                  <a:pt x="3615" y="5493"/>
                </a:lnTo>
                <a:lnTo>
                  <a:pt x="3614" y="5493"/>
                </a:lnTo>
                <a:lnTo>
                  <a:pt x="3614" y="5492"/>
                </a:lnTo>
                <a:lnTo>
                  <a:pt x="3613" y="5492"/>
                </a:lnTo>
                <a:lnTo>
                  <a:pt x="3613" y="5491"/>
                </a:lnTo>
                <a:lnTo>
                  <a:pt x="3612" y="5491"/>
                </a:lnTo>
                <a:lnTo>
                  <a:pt x="3611" y="5490"/>
                </a:lnTo>
                <a:lnTo>
                  <a:pt x="3610" y="5490"/>
                </a:lnTo>
                <a:lnTo>
                  <a:pt x="3610" y="5489"/>
                </a:lnTo>
                <a:lnTo>
                  <a:pt x="3609" y="5489"/>
                </a:lnTo>
                <a:lnTo>
                  <a:pt x="3610" y="5489"/>
                </a:lnTo>
                <a:lnTo>
                  <a:pt x="3610" y="5488"/>
                </a:lnTo>
                <a:lnTo>
                  <a:pt x="3610" y="5487"/>
                </a:lnTo>
                <a:lnTo>
                  <a:pt x="3610" y="5486"/>
                </a:lnTo>
                <a:lnTo>
                  <a:pt x="3609" y="5486"/>
                </a:lnTo>
                <a:lnTo>
                  <a:pt x="3609" y="5485"/>
                </a:lnTo>
                <a:lnTo>
                  <a:pt x="3608" y="5485"/>
                </a:lnTo>
                <a:lnTo>
                  <a:pt x="3608" y="5484"/>
                </a:lnTo>
                <a:lnTo>
                  <a:pt x="3608" y="5483"/>
                </a:lnTo>
                <a:lnTo>
                  <a:pt x="3609" y="5483"/>
                </a:lnTo>
                <a:lnTo>
                  <a:pt x="3608" y="5482"/>
                </a:lnTo>
                <a:lnTo>
                  <a:pt x="3609" y="5482"/>
                </a:lnTo>
                <a:lnTo>
                  <a:pt x="3610" y="5482"/>
                </a:lnTo>
                <a:lnTo>
                  <a:pt x="3610" y="5481"/>
                </a:lnTo>
                <a:lnTo>
                  <a:pt x="3611" y="5481"/>
                </a:lnTo>
                <a:lnTo>
                  <a:pt x="3611" y="5480"/>
                </a:lnTo>
                <a:lnTo>
                  <a:pt x="3612" y="5480"/>
                </a:lnTo>
                <a:lnTo>
                  <a:pt x="3612" y="5479"/>
                </a:lnTo>
                <a:lnTo>
                  <a:pt x="3612" y="5478"/>
                </a:lnTo>
                <a:lnTo>
                  <a:pt x="3611" y="5478"/>
                </a:lnTo>
                <a:lnTo>
                  <a:pt x="3611" y="5477"/>
                </a:lnTo>
                <a:lnTo>
                  <a:pt x="3610" y="5477"/>
                </a:lnTo>
                <a:lnTo>
                  <a:pt x="3609" y="5477"/>
                </a:lnTo>
                <a:lnTo>
                  <a:pt x="3609" y="5476"/>
                </a:lnTo>
                <a:lnTo>
                  <a:pt x="3609" y="5475"/>
                </a:lnTo>
                <a:lnTo>
                  <a:pt x="3608" y="5475"/>
                </a:lnTo>
                <a:lnTo>
                  <a:pt x="3608" y="5474"/>
                </a:lnTo>
                <a:lnTo>
                  <a:pt x="3608" y="5473"/>
                </a:lnTo>
                <a:lnTo>
                  <a:pt x="3608" y="5472"/>
                </a:lnTo>
                <a:lnTo>
                  <a:pt x="3608" y="5471"/>
                </a:lnTo>
                <a:lnTo>
                  <a:pt x="3608" y="5470"/>
                </a:lnTo>
                <a:lnTo>
                  <a:pt x="3609" y="5470"/>
                </a:lnTo>
                <a:lnTo>
                  <a:pt x="3609" y="5469"/>
                </a:lnTo>
                <a:lnTo>
                  <a:pt x="3609" y="5468"/>
                </a:lnTo>
                <a:lnTo>
                  <a:pt x="3610" y="5468"/>
                </a:lnTo>
                <a:lnTo>
                  <a:pt x="3610" y="5467"/>
                </a:lnTo>
                <a:lnTo>
                  <a:pt x="3609" y="5467"/>
                </a:lnTo>
                <a:lnTo>
                  <a:pt x="3609" y="5466"/>
                </a:lnTo>
                <a:lnTo>
                  <a:pt x="3609" y="5465"/>
                </a:lnTo>
                <a:lnTo>
                  <a:pt x="3610" y="5465"/>
                </a:lnTo>
                <a:lnTo>
                  <a:pt x="3610" y="5464"/>
                </a:lnTo>
                <a:lnTo>
                  <a:pt x="3609" y="5464"/>
                </a:lnTo>
                <a:lnTo>
                  <a:pt x="3608" y="5464"/>
                </a:lnTo>
                <a:lnTo>
                  <a:pt x="3607" y="5464"/>
                </a:lnTo>
                <a:lnTo>
                  <a:pt x="3607" y="5463"/>
                </a:lnTo>
                <a:lnTo>
                  <a:pt x="3606" y="5463"/>
                </a:lnTo>
                <a:lnTo>
                  <a:pt x="3606" y="5462"/>
                </a:lnTo>
                <a:lnTo>
                  <a:pt x="3605" y="5462"/>
                </a:lnTo>
                <a:lnTo>
                  <a:pt x="3604" y="5462"/>
                </a:lnTo>
                <a:lnTo>
                  <a:pt x="3604" y="5461"/>
                </a:lnTo>
                <a:lnTo>
                  <a:pt x="3603" y="5461"/>
                </a:lnTo>
                <a:lnTo>
                  <a:pt x="3603" y="5460"/>
                </a:lnTo>
                <a:lnTo>
                  <a:pt x="3602" y="5460"/>
                </a:lnTo>
                <a:lnTo>
                  <a:pt x="3601" y="5459"/>
                </a:lnTo>
                <a:lnTo>
                  <a:pt x="3601" y="5458"/>
                </a:lnTo>
                <a:lnTo>
                  <a:pt x="3601" y="5457"/>
                </a:lnTo>
                <a:lnTo>
                  <a:pt x="3601" y="5456"/>
                </a:lnTo>
                <a:lnTo>
                  <a:pt x="3600" y="5456"/>
                </a:lnTo>
                <a:lnTo>
                  <a:pt x="3600" y="5455"/>
                </a:lnTo>
                <a:lnTo>
                  <a:pt x="3601" y="5455"/>
                </a:lnTo>
                <a:lnTo>
                  <a:pt x="3602" y="5455"/>
                </a:lnTo>
                <a:lnTo>
                  <a:pt x="3601" y="5454"/>
                </a:lnTo>
                <a:lnTo>
                  <a:pt x="3601" y="5453"/>
                </a:lnTo>
                <a:lnTo>
                  <a:pt x="3602" y="5453"/>
                </a:lnTo>
                <a:lnTo>
                  <a:pt x="3602" y="5452"/>
                </a:lnTo>
                <a:lnTo>
                  <a:pt x="3603" y="5452"/>
                </a:lnTo>
                <a:lnTo>
                  <a:pt x="3603" y="5451"/>
                </a:lnTo>
                <a:lnTo>
                  <a:pt x="3604" y="5451"/>
                </a:lnTo>
                <a:lnTo>
                  <a:pt x="3604" y="5452"/>
                </a:lnTo>
                <a:lnTo>
                  <a:pt x="3604" y="5451"/>
                </a:lnTo>
                <a:lnTo>
                  <a:pt x="3605" y="5451"/>
                </a:lnTo>
                <a:lnTo>
                  <a:pt x="3605" y="5452"/>
                </a:lnTo>
                <a:lnTo>
                  <a:pt x="3606" y="5452"/>
                </a:lnTo>
                <a:lnTo>
                  <a:pt x="3606" y="5451"/>
                </a:lnTo>
                <a:lnTo>
                  <a:pt x="3606" y="5450"/>
                </a:lnTo>
                <a:lnTo>
                  <a:pt x="3606" y="5449"/>
                </a:lnTo>
                <a:lnTo>
                  <a:pt x="3607" y="5449"/>
                </a:lnTo>
                <a:lnTo>
                  <a:pt x="3607" y="5448"/>
                </a:lnTo>
                <a:lnTo>
                  <a:pt x="3607" y="5447"/>
                </a:lnTo>
                <a:lnTo>
                  <a:pt x="3607" y="5446"/>
                </a:lnTo>
                <a:lnTo>
                  <a:pt x="3606" y="5446"/>
                </a:lnTo>
                <a:lnTo>
                  <a:pt x="3607" y="5446"/>
                </a:lnTo>
                <a:lnTo>
                  <a:pt x="3607" y="5445"/>
                </a:lnTo>
                <a:lnTo>
                  <a:pt x="3606" y="5444"/>
                </a:lnTo>
                <a:lnTo>
                  <a:pt x="3606" y="5443"/>
                </a:lnTo>
                <a:lnTo>
                  <a:pt x="3606" y="5441"/>
                </a:lnTo>
                <a:lnTo>
                  <a:pt x="3605" y="5441"/>
                </a:lnTo>
                <a:lnTo>
                  <a:pt x="3605" y="5440"/>
                </a:lnTo>
                <a:lnTo>
                  <a:pt x="3605" y="5439"/>
                </a:lnTo>
                <a:lnTo>
                  <a:pt x="3605" y="5438"/>
                </a:lnTo>
                <a:lnTo>
                  <a:pt x="3605" y="5437"/>
                </a:lnTo>
                <a:lnTo>
                  <a:pt x="3605" y="5438"/>
                </a:lnTo>
                <a:lnTo>
                  <a:pt x="3604" y="5438"/>
                </a:lnTo>
                <a:lnTo>
                  <a:pt x="3604" y="5437"/>
                </a:lnTo>
                <a:lnTo>
                  <a:pt x="3603" y="5437"/>
                </a:lnTo>
                <a:lnTo>
                  <a:pt x="3603" y="5438"/>
                </a:lnTo>
                <a:lnTo>
                  <a:pt x="3602" y="5437"/>
                </a:lnTo>
                <a:lnTo>
                  <a:pt x="3602" y="5438"/>
                </a:lnTo>
                <a:lnTo>
                  <a:pt x="3601" y="5438"/>
                </a:lnTo>
                <a:lnTo>
                  <a:pt x="3599" y="5438"/>
                </a:lnTo>
                <a:lnTo>
                  <a:pt x="3599" y="5437"/>
                </a:lnTo>
                <a:lnTo>
                  <a:pt x="3598" y="5436"/>
                </a:lnTo>
                <a:lnTo>
                  <a:pt x="3597" y="5436"/>
                </a:lnTo>
                <a:lnTo>
                  <a:pt x="3597" y="5435"/>
                </a:lnTo>
                <a:lnTo>
                  <a:pt x="3597" y="5434"/>
                </a:lnTo>
                <a:lnTo>
                  <a:pt x="3596" y="5434"/>
                </a:lnTo>
                <a:lnTo>
                  <a:pt x="3597" y="5434"/>
                </a:lnTo>
                <a:lnTo>
                  <a:pt x="3597" y="5433"/>
                </a:lnTo>
                <a:lnTo>
                  <a:pt x="3596" y="5433"/>
                </a:lnTo>
                <a:lnTo>
                  <a:pt x="3596" y="5432"/>
                </a:lnTo>
                <a:lnTo>
                  <a:pt x="3596" y="5431"/>
                </a:lnTo>
                <a:lnTo>
                  <a:pt x="3596" y="5430"/>
                </a:lnTo>
                <a:lnTo>
                  <a:pt x="3596" y="5429"/>
                </a:lnTo>
                <a:lnTo>
                  <a:pt x="3596" y="5428"/>
                </a:lnTo>
                <a:lnTo>
                  <a:pt x="3595" y="5428"/>
                </a:lnTo>
                <a:lnTo>
                  <a:pt x="3596" y="5427"/>
                </a:lnTo>
                <a:lnTo>
                  <a:pt x="3596" y="5426"/>
                </a:lnTo>
                <a:lnTo>
                  <a:pt x="3597" y="5426"/>
                </a:lnTo>
                <a:lnTo>
                  <a:pt x="3597" y="5425"/>
                </a:lnTo>
                <a:lnTo>
                  <a:pt x="3597" y="5423"/>
                </a:lnTo>
                <a:lnTo>
                  <a:pt x="3598" y="5421"/>
                </a:lnTo>
                <a:lnTo>
                  <a:pt x="3598" y="5418"/>
                </a:lnTo>
                <a:lnTo>
                  <a:pt x="3598" y="5417"/>
                </a:lnTo>
                <a:lnTo>
                  <a:pt x="3598" y="5416"/>
                </a:lnTo>
                <a:lnTo>
                  <a:pt x="3599" y="5414"/>
                </a:lnTo>
                <a:lnTo>
                  <a:pt x="3600" y="5413"/>
                </a:lnTo>
                <a:lnTo>
                  <a:pt x="3600" y="5411"/>
                </a:lnTo>
                <a:lnTo>
                  <a:pt x="3601" y="5410"/>
                </a:lnTo>
                <a:lnTo>
                  <a:pt x="3602" y="5408"/>
                </a:lnTo>
                <a:lnTo>
                  <a:pt x="3602" y="5405"/>
                </a:lnTo>
                <a:lnTo>
                  <a:pt x="3601" y="5404"/>
                </a:lnTo>
                <a:lnTo>
                  <a:pt x="3601" y="5403"/>
                </a:lnTo>
                <a:lnTo>
                  <a:pt x="3601" y="5402"/>
                </a:lnTo>
                <a:lnTo>
                  <a:pt x="3600" y="5401"/>
                </a:lnTo>
                <a:lnTo>
                  <a:pt x="3600" y="5399"/>
                </a:lnTo>
                <a:lnTo>
                  <a:pt x="3599" y="5397"/>
                </a:lnTo>
                <a:lnTo>
                  <a:pt x="3598" y="5396"/>
                </a:lnTo>
                <a:lnTo>
                  <a:pt x="3598" y="5394"/>
                </a:lnTo>
                <a:lnTo>
                  <a:pt x="3597" y="5393"/>
                </a:lnTo>
                <a:lnTo>
                  <a:pt x="3595" y="5391"/>
                </a:lnTo>
                <a:lnTo>
                  <a:pt x="3594" y="5391"/>
                </a:lnTo>
                <a:lnTo>
                  <a:pt x="3593" y="5390"/>
                </a:lnTo>
                <a:lnTo>
                  <a:pt x="3592" y="5390"/>
                </a:lnTo>
                <a:lnTo>
                  <a:pt x="3591" y="5389"/>
                </a:lnTo>
                <a:lnTo>
                  <a:pt x="3591" y="5387"/>
                </a:lnTo>
                <a:lnTo>
                  <a:pt x="3591" y="5385"/>
                </a:lnTo>
                <a:lnTo>
                  <a:pt x="3591" y="5384"/>
                </a:lnTo>
                <a:lnTo>
                  <a:pt x="3590" y="5383"/>
                </a:lnTo>
                <a:lnTo>
                  <a:pt x="3588" y="5382"/>
                </a:lnTo>
                <a:lnTo>
                  <a:pt x="3585" y="5382"/>
                </a:lnTo>
                <a:lnTo>
                  <a:pt x="3584" y="5383"/>
                </a:lnTo>
                <a:lnTo>
                  <a:pt x="3584" y="5384"/>
                </a:lnTo>
                <a:lnTo>
                  <a:pt x="3583" y="5385"/>
                </a:lnTo>
                <a:lnTo>
                  <a:pt x="3582" y="5385"/>
                </a:lnTo>
                <a:lnTo>
                  <a:pt x="3581" y="5385"/>
                </a:lnTo>
                <a:lnTo>
                  <a:pt x="3580" y="5385"/>
                </a:lnTo>
                <a:lnTo>
                  <a:pt x="3578" y="5384"/>
                </a:lnTo>
                <a:lnTo>
                  <a:pt x="3577" y="5382"/>
                </a:lnTo>
                <a:lnTo>
                  <a:pt x="3577" y="5380"/>
                </a:lnTo>
                <a:lnTo>
                  <a:pt x="3577" y="5379"/>
                </a:lnTo>
                <a:lnTo>
                  <a:pt x="3577" y="5377"/>
                </a:lnTo>
                <a:lnTo>
                  <a:pt x="3578" y="5375"/>
                </a:lnTo>
                <a:lnTo>
                  <a:pt x="3579" y="5373"/>
                </a:lnTo>
                <a:lnTo>
                  <a:pt x="3579" y="5372"/>
                </a:lnTo>
                <a:lnTo>
                  <a:pt x="3579" y="5370"/>
                </a:lnTo>
                <a:lnTo>
                  <a:pt x="3578" y="5369"/>
                </a:lnTo>
                <a:lnTo>
                  <a:pt x="3576" y="5366"/>
                </a:lnTo>
                <a:lnTo>
                  <a:pt x="3575" y="5364"/>
                </a:lnTo>
                <a:lnTo>
                  <a:pt x="3573" y="5363"/>
                </a:lnTo>
                <a:lnTo>
                  <a:pt x="3572" y="5363"/>
                </a:lnTo>
                <a:lnTo>
                  <a:pt x="3570" y="5362"/>
                </a:lnTo>
                <a:lnTo>
                  <a:pt x="3568" y="5362"/>
                </a:lnTo>
                <a:lnTo>
                  <a:pt x="3568" y="5361"/>
                </a:lnTo>
                <a:lnTo>
                  <a:pt x="3568" y="5360"/>
                </a:lnTo>
                <a:lnTo>
                  <a:pt x="3569" y="5360"/>
                </a:lnTo>
                <a:lnTo>
                  <a:pt x="3569" y="5359"/>
                </a:lnTo>
                <a:lnTo>
                  <a:pt x="3570" y="5358"/>
                </a:lnTo>
                <a:lnTo>
                  <a:pt x="3569" y="5356"/>
                </a:lnTo>
                <a:lnTo>
                  <a:pt x="3568" y="5356"/>
                </a:lnTo>
                <a:lnTo>
                  <a:pt x="3567" y="5356"/>
                </a:lnTo>
                <a:lnTo>
                  <a:pt x="3566" y="5355"/>
                </a:lnTo>
                <a:lnTo>
                  <a:pt x="3566" y="5353"/>
                </a:lnTo>
                <a:lnTo>
                  <a:pt x="3564" y="5352"/>
                </a:lnTo>
                <a:lnTo>
                  <a:pt x="3563" y="5350"/>
                </a:lnTo>
                <a:lnTo>
                  <a:pt x="3562" y="5349"/>
                </a:lnTo>
                <a:lnTo>
                  <a:pt x="3562" y="5348"/>
                </a:lnTo>
                <a:lnTo>
                  <a:pt x="3561" y="5347"/>
                </a:lnTo>
                <a:lnTo>
                  <a:pt x="3559" y="5347"/>
                </a:lnTo>
                <a:lnTo>
                  <a:pt x="3557" y="5347"/>
                </a:lnTo>
                <a:lnTo>
                  <a:pt x="3556" y="5347"/>
                </a:lnTo>
                <a:lnTo>
                  <a:pt x="3555" y="5347"/>
                </a:lnTo>
                <a:lnTo>
                  <a:pt x="3553" y="5348"/>
                </a:lnTo>
                <a:lnTo>
                  <a:pt x="3551" y="5349"/>
                </a:lnTo>
                <a:lnTo>
                  <a:pt x="3550" y="5350"/>
                </a:lnTo>
                <a:lnTo>
                  <a:pt x="3550" y="5352"/>
                </a:lnTo>
                <a:lnTo>
                  <a:pt x="3549" y="5353"/>
                </a:lnTo>
                <a:lnTo>
                  <a:pt x="3549" y="5354"/>
                </a:lnTo>
                <a:lnTo>
                  <a:pt x="3548" y="5354"/>
                </a:lnTo>
                <a:lnTo>
                  <a:pt x="3547" y="5354"/>
                </a:lnTo>
                <a:lnTo>
                  <a:pt x="3545" y="5353"/>
                </a:lnTo>
                <a:lnTo>
                  <a:pt x="3544" y="5353"/>
                </a:lnTo>
                <a:lnTo>
                  <a:pt x="3542" y="5353"/>
                </a:lnTo>
                <a:lnTo>
                  <a:pt x="3541" y="5353"/>
                </a:lnTo>
                <a:lnTo>
                  <a:pt x="3540" y="5353"/>
                </a:lnTo>
                <a:lnTo>
                  <a:pt x="3539" y="5350"/>
                </a:lnTo>
                <a:lnTo>
                  <a:pt x="3539" y="5347"/>
                </a:lnTo>
                <a:lnTo>
                  <a:pt x="3538" y="5346"/>
                </a:lnTo>
                <a:lnTo>
                  <a:pt x="3537" y="5344"/>
                </a:lnTo>
                <a:lnTo>
                  <a:pt x="3536" y="5343"/>
                </a:lnTo>
                <a:lnTo>
                  <a:pt x="3535" y="5343"/>
                </a:lnTo>
                <a:lnTo>
                  <a:pt x="3534" y="5343"/>
                </a:lnTo>
                <a:lnTo>
                  <a:pt x="3533" y="5342"/>
                </a:lnTo>
                <a:lnTo>
                  <a:pt x="3532" y="5342"/>
                </a:lnTo>
                <a:lnTo>
                  <a:pt x="3532" y="5340"/>
                </a:lnTo>
                <a:lnTo>
                  <a:pt x="3532" y="5339"/>
                </a:lnTo>
                <a:lnTo>
                  <a:pt x="3531" y="5338"/>
                </a:lnTo>
                <a:lnTo>
                  <a:pt x="3532" y="5337"/>
                </a:lnTo>
                <a:lnTo>
                  <a:pt x="3532" y="5336"/>
                </a:lnTo>
                <a:lnTo>
                  <a:pt x="3532" y="5335"/>
                </a:lnTo>
                <a:lnTo>
                  <a:pt x="3531" y="5334"/>
                </a:lnTo>
                <a:lnTo>
                  <a:pt x="3531" y="5333"/>
                </a:lnTo>
                <a:lnTo>
                  <a:pt x="3531" y="5331"/>
                </a:lnTo>
                <a:lnTo>
                  <a:pt x="3532" y="5330"/>
                </a:lnTo>
                <a:lnTo>
                  <a:pt x="3532" y="5329"/>
                </a:lnTo>
                <a:lnTo>
                  <a:pt x="3532" y="5328"/>
                </a:lnTo>
                <a:lnTo>
                  <a:pt x="3532" y="5326"/>
                </a:lnTo>
                <a:lnTo>
                  <a:pt x="3532" y="5325"/>
                </a:lnTo>
                <a:lnTo>
                  <a:pt x="3532" y="5324"/>
                </a:lnTo>
                <a:lnTo>
                  <a:pt x="3531" y="5322"/>
                </a:lnTo>
                <a:lnTo>
                  <a:pt x="3530" y="5320"/>
                </a:lnTo>
                <a:lnTo>
                  <a:pt x="3529" y="5318"/>
                </a:lnTo>
                <a:lnTo>
                  <a:pt x="3528" y="5317"/>
                </a:lnTo>
                <a:lnTo>
                  <a:pt x="3525" y="5316"/>
                </a:lnTo>
                <a:lnTo>
                  <a:pt x="3524" y="5316"/>
                </a:lnTo>
                <a:lnTo>
                  <a:pt x="3524" y="5315"/>
                </a:lnTo>
                <a:lnTo>
                  <a:pt x="3524" y="5314"/>
                </a:lnTo>
                <a:lnTo>
                  <a:pt x="3524" y="5313"/>
                </a:lnTo>
                <a:lnTo>
                  <a:pt x="3522" y="5312"/>
                </a:lnTo>
                <a:lnTo>
                  <a:pt x="3521" y="5312"/>
                </a:lnTo>
                <a:lnTo>
                  <a:pt x="3521" y="5311"/>
                </a:lnTo>
                <a:lnTo>
                  <a:pt x="3520" y="5311"/>
                </a:lnTo>
                <a:lnTo>
                  <a:pt x="3520" y="5310"/>
                </a:lnTo>
                <a:lnTo>
                  <a:pt x="3519" y="5309"/>
                </a:lnTo>
                <a:lnTo>
                  <a:pt x="3516" y="5309"/>
                </a:lnTo>
                <a:lnTo>
                  <a:pt x="3515" y="5309"/>
                </a:lnTo>
                <a:lnTo>
                  <a:pt x="3514" y="5310"/>
                </a:lnTo>
                <a:lnTo>
                  <a:pt x="3513" y="5311"/>
                </a:lnTo>
                <a:lnTo>
                  <a:pt x="3513" y="5312"/>
                </a:lnTo>
                <a:lnTo>
                  <a:pt x="3512" y="5312"/>
                </a:lnTo>
                <a:lnTo>
                  <a:pt x="3510" y="5312"/>
                </a:lnTo>
                <a:lnTo>
                  <a:pt x="3509" y="5312"/>
                </a:lnTo>
                <a:lnTo>
                  <a:pt x="3508" y="5312"/>
                </a:lnTo>
                <a:lnTo>
                  <a:pt x="3508" y="5311"/>
                </a:lnTo>
                <a:lnTo>
                  <a:pt x="3508" y="5310"/>
                </a:lnTo>
                <a:lnTo>
                  <a:pt x="3508" y="5309"/>
                </a:lnTo>
                <a:lnTo>
                  <a:pt x="3508" y="5308"/>
                </a:lnTo>
                <a:lnTo>
                  <a:pt x="3506" y="5307"/>
                </a:lnTo>
                <a:lnTo>
                  <a:pt x="3505" y="5306"/>
                </a:lnTo>
                <a:lnTo>
                  <a:pt x="3503" y="5306"/>
                </a:lnTo>
                <a:lnTo>
                  <a:pt x="3502" y="5308"/>
                </a:lnTo>
                <a:lnTo>
                  <a:pt x="3501" y="5309"/>
                </a:lnTo>
                <a:lnTo>
                  <a:pt x="3500" y="5310"/>
                </a:lnTo>
                <a:lnTo>
                  <a:pt x="3499" y="5310"/>
                </a:lnTo>
                <a:lnTo>
                  <a:pt x="3498" y="5312"/>
                </a:lnTo>
                <a:lnTo>
                  <a:pt x="3497" y="5313"/>
                </a:lnTo>
                <a:lnTo>
                  <a:pt x="3495" y="5314"/>
                </a:lnTo>
                <a:lnTo>
                  <a:pt x="3494" y="5315"/>
                </a:lnTo>
                <a:lnTo>
                  <a:pt x="3493" y="5315"/>
                </a:lnTo>
                <a:lnTo>
                  <a:pt x="3492" y="5315"/>
                </a:lnTo>
                <a:lnTo>
                  <a:pt x="3491" y="5316"/>
                </a:lnTo>
                <a:lnTo>
                  <a:pt x="3491" y="5317"/>
                </a:lnTo>
                <a:lnTo>
                  <a:pt x="3491" y="5319"/>
                </a:lnTo>
                <a:lnTo>
                  <a:pt x="3491" y="5321"/>
                </a:lnTo>
                <a:lnTo>
                  <a:pt x="3491" y="5322"/>
                </a:lnTo>
                <a:lnTo>
                  <a:pt x="3492" y="5323"/>
                </a:lnTo>
                <a:lnTo>
                  <a:pt x="3493" y="5324"/>
                </a:lnTo>
                <a:lnTo>
                  <a:pt x="3493" y="5325"/>
                </a:lnTo>
                <a:lnTo>
                  <a:pt x="3493" y="5326"/>
                </a:lnTo>
                <a:lnTo>
                  <a:pt x="3492" y="5327"/>
                </a:lnTo>
                <a:lnTo>
                  <a:pt x="3491" y="5328"/>
                </a:lnTo>
                <a:lnTo>
                  <a:pt x="3490" y="5328"/>
                </a:lnTo>
                <a:lnTo>
                  <a:pt x="3489" y="5329"/>
                </a:lnTo>
                <a:lnTo>
                  <a:pt x="3489" y="5330"/>
                </a:lnTo>
                <a:lnTo>
                  <a:pt x="3490" y="5331"/>
                </a:lnTo>
                <a:lnTo>
                  <a:pt x="3490" y="5332"/>
                </a:lnTo>
                <a:lnTo>
                  <a:pt x="3490" y="5333"/>
                </a:lnTo>
                <a:lnTo>
                  <a:pt x="3489" y="5335"/>
                </a:lnTo>
                <a:lnTo>
                  <a:pt x="3488" y="5335"/>
                </a:lnTo>
                <a:lnTo>
                  <a:pt x="3486" y="5337"/>
                </a:lnTo>
                <a:lnTo>
                  <a:pt x="3485" y="5338"/>
                </a:lnTo>
                <a:lnTo>
                  <a:pt x="3486" y="5340"/>
                </a:lnTo>
                <a:lnTo>
                  <a:pt x="3486" y="5341"/>
                </a:lnTo>
                <a:lnTo>
                  <a:pt x="3486" y="5342"/>
                </a:lnTo>
                <a:lnTo>
                  <a:pt x="3487" y="5343"/>
                </a:lnTo>
                <a:lnTo>
                  <a:pt x="3486" y="5344"/>
                </a:lnTo>
                <a:lnTo>
                  <a:pt x="3487" y="5345"/>
                </a:lnTo>
                <a:lnTo>
                  <a:pt x="3487" y="5346"/>
                </a:lnTo>
                <a:lnTo>
                  <a:pt x="3488" y="5347"/>
                </a:lnTo>
                <a:lnTo>
                  <a:pt x="3489" y="5348"/>
                </a:lnTo>
                <a:lnTo>
                  <a:pt x="3490" y="5348"/>
                </a:lnTo>
                <a:lnTo>
                  <a:pt x="3491" y="5349"/>
                </a:lnTo>
                <a:lnTo>
                  <a:pt x="3491" y="5350"/>
                </a:lnTo>
                <a:lnTo>
                  <a:pt x="3490" y="5351"/>
                </a:lnTo>
                <a:lnTo>
                  <a:pt x="3489" y="5352"/>
                </a:lnTo>
                <a:lnTo>
                  <a:pt x="3487" y="5352"/>
                </a:lnTo>
                <a:lnTo>
                  <a:pt x="3485" y="5352"/>
                </a:lnTo>
                <a:lnTo>
                  <a:pt x="3484" y="5352"/>
                </a:lnTo>
                <a:lnTo>
                  <a:pt x="3483" y="5353"/>
                </a:lnTo>
                <a:lnTo>
                  <a:pt x="3482" y="5353"/>
                </a:lnTo>
                <a:lnTo>
                  <a:pt x="3482" y="5354"/>
                </a:lnTo>
                <a:lnTo>
                  <a:pt x="3482" y="5355"/>
                </a:lnTo>
                <a:lnTo>
                  <a:pt x="3482" y="5356"/>
                </a:lnTo>
                <a:lnTo>
                  <a:pt x="3483" y="5358"/>
                </a:lnTo>
                <a:lnTo>
                  <a:pt x="3483" y="5359"/>
                </a:lnTo>
                <a:lnTo>
                  <a:pt x="3482" y="5359"/>
                </a:lnTo>
                <a:lnTo>
                  <a:pt x="3482" y="5360"/>
                </a:lnTo>
                <a:lnTo>
                  <a:pt x="3480" y="5361"/>
                </a:lnTo>
                <a:lnTo>
                  <a:pt x="3478" y="5360"/>
                </a:lnTo>
                <a:lnTo>
                  <a:pt x="3477" y="5359"/>
                </a:lnTo>
                <a:lnTo>
                  <a:pt x="3476" y="5357"/>
                </a:lnTo>
                <a:lnTo>
                  <a:pt x="3475" y="5356"/>
                </a:lnTo>
                <a:lnTo>
                  <a:pt x="3473" y="5355"/>
                </a:lnTo>
                <a:lnTo>
                  <a:pt x="3472" y="5356"/>
                </a:lnTo>
                <a:lnTo>
                  <a:pt x="3471" y="5356"/>
                </a:lnTo>
                <a:lnTo>
                  <a:pt x="3470" y="5358"/>
                </a:lnTo>
                <a:lnTo>
                  <a:pt x="3469" y="5358"/>
                </a:lnTo>
                <a:lnTo>
                  <a:pt x="3469" y="5359"/>
                </a:lnTo>
                <a:lnTo>
                  <a:pt x="3469" y="5360"/>
                </a:lnTo>
                <a:lnTo>
                  <a:pt x="3470" y="5361"/>
                </a:lnTo>
                <a:lnTo>
                  <a:pt x="3471" y="5363"/>
                </a:lnTo>
                <a:lnTo>
                  <a:pt x="3471" y="5364"/>
                </a:lnTo>
                <a:lnTo>
                  <a:pt x="3471" y="5365"/>
                </a:lnTo>
                <a:lnTo>
                  <a:pt x="3470" y="5365"/>
                </a:lnTo>
                <a:lnTo>
                  <a:pt x="3467" y="5366"/>
                </a:lnTo>
                <a:lnTo>
                  <a:pt x="3465" y="5367"/>
                </a:lnTo>
                <a:lnTo>
                  <a:pt x="3464" y="5366"/>
                </a:lnTo>
                <a:lnTo>
                  <a:pt x="3463" y="5366"/>
                </a:lnTo>
                <a:lnTo>
                  <a:pt x="3462" y="5366"/>
                </a:lnTo>
                <a:lnTo>
                  <a:pt x="3461" y="5366"/>
                </a:lnTo>
                <a:lnTo>
                  <a:pt x="3460" y="5366"/>
                </a:lnTo>
                <a:lnTo>
                  <a:pt x="3459" y="5367"/>
                </a:lnTo>
                <a:lnTo>
                  <a:pt x="3459" y="5368"/>
                </a:lnTo>
                <a:lnTo>
                  <a:pt x="3459" y="5370"/>
                </a:lnTo>
                <a:lnTo>
                  <a:pt x="3459" y="5372"/>
                </a:lnTo>
                <a:lnTo>
                  <a:pt x="3460" y="5372"/>
                </a:lnTo>
                <a:lnTo>
                  <a:pt x="3461" y="5373"/>
                </a:lnTo>
                <a:lnTo>
                  <a:pt x="3461" y="5374"/>
                </a:lnTo>
                <a:lnTo>
                  <a:pt x="3461" y="5375"/>
                </a:lnTo>
                <a:lnTo>
                  <a:pt x="3460" y="5378"/>
                </a:lnTo>
                <a:lnTo>
                  <a:pt x="3460" y="5379"/>
                </a:lnTo>
                <a:lnTo>
                  <a:pt x="3460" y="5380"/>
                </a:lnTo>
                <a:lnTo>
                  <a:pt x="3460" y="5381"/>
                </a:lnTo>
                <a:lnTo>
                  <a:pt x="3460" y="5382"/>
                </a:lnTo>
                <a:lnTo>
                  <a:pt x="3459" y="5382"/>
                </a:lnTo>
                <a:lnTo>
                  <a:pt x="3458" y="5384"/>
                </a:lnTo>
                <a:lnTo>
                  <a:pt x="3455" y="5385"/>
                </a:lnTo>
                <a:lnTo>
                  <a:pt x="3454" y="5385"/>
                </a:lnTo>
                <a:lnTo>
                  <a:pt x="3454" y="5386"/>
                </a:lnTo>
                <a:lnTo>
                  <a:pt x="3454" y="5387"/>
                </a:lnTo>
                <a:lnTo>
                  <a:pt x="3456" y="5389"/>
                </a:lnTo>
                <a:lnTo>
                  <a:pt x="3456" y="5390"/>
                </a:lnTo>
                <a:lnTo>
                  <a:pt x="3456" y="5391"/>
                </a:lnTo>
                <a:lnTo>
                  <a:pt x="3456" y="5392"/>
                </a:lnTo>
                <a:lnTo>
                  <a:pt x="3455" y="5392"/>
                </a:lnTo>
                <a:lnTo>
                  <a:pt x="3454" y="5393"/>
                </a:lnTo>
                <a:lnTo>
                  <a:pt x="3451" y="5394"/>
                </a:lnTo>
                <a:lnTo>
                  <a:pt x="3450" y="5395"/>
                </a:lnTo>
                <a:lnTo>
                  <a:pt x="3449" y="5396"/>
                </a:lnTo>
                <a:lnTo>
                  <a:pt x="3449" y="5397"/>
                </a:lnTo>
                <a:lnTo>
                  <a:pt x="3449" y="5400"/>
                </a:lnTo>
                <a:lnTo>
                  <a:pt x="3449" y="5401"/>
                </a:lnTo>
                <a:lnTo>
                  <a:pt x="3450" y="5402"/>
                </a:lnTo>
                <a:lnTo>
                  <a:pt x="3451" y="5402"/>
                </a:lnTo>
                <a:lnTo>
                  <a:pt x="3453" y="5402"/>
                </a:lnTo>
                <a:lnTo>
                  <a:pt x="3455" y="5402"/>
                </a:lnTo>
                <a:lnTo>
                  <a:pt x="3456" y="5402"/>
                </a:lnTo>
                <a:lnTo>
                  <a:pt x="3458" y="5402"/>
                </a:lnTo>
                <a:lnTo>
                  <a:pt x="3460" y="5401"/>
                </a:lnTo>
                <a:lnTo>
                  <a:pt x="3461" y="5401"/>
                </a:lnTo>
                <a:lnTo>
                  <a:pt x="3462" y="5402"/>
                </a:lnTo>
                <a:lnTo>
                  <a:pt x="3461" y="5403"/>
                </a:lnTo>
                <a:lnTo>
                  <a:pt x="3461" y="5404"/>
                </a:lnTo>
                <a:lnTo>
                  <a:pt x="3460" y="5405"/>
                </a:lnTo>
                <a:lnTo>
                  <a:pt x="3460" y="5406"/>
                </a:lnTo>
                <a:lnTo>
                  <a:pt x="3461" y="5407"/>
                </a:lnTo>
                <a:lnTo>
                  <a:pt x="3461" y="5408"/>
                </a:lnTo>
                <a:lnTo>
                  <a:pt x="3462" y="5409"/>
                </a:lnTo>
                <a:lnTo>
                  <a:pt x="3463" y="5409"/>
                </a:lnTo>
                <a:lnTo>
                  <a:pt x="3464" y="5409"/>
                </a:lnTo>
                <a:lnTo>
                  <a:pt x="3465" y="5409"/>
                </a:lnTo>
                <a:lnTo>
                  <a:pt x="3466" y="5411"/>
                </a:lnTo>
                <a:lnTo>
                  <a:pt x="3467" y="5412"/>
                </a:lnTo>
                <a:lnTo>
                  <a:pt x="3467" y="5413"/>
                </a:lnTo>
                <a:lnTo>
                  <a:pt x="3466" y="5414"/>
                </a:lnTo>
                <a:lnTo>
                  <a:pt x="3465" y="5415"/>
                </a:lnTo>
                <a:lnTo>
                  <a:pt x="3464" y="5416"/>
                </a:lnTo>
                <a:lnTo>
                  <a:pt x="3463" y="5416"/>
                </a:lnTo>
                <a:lnTo>
                  <a:pt x="3462" y="5417"/>
                </a:lnTo>
                <a:lnTo>
                  <a:pt x="3462" y="5418"/>
                </a:lnTo>
                <a:lnTo>
                  <a:pt x="3462" y="5419"/>
                </a:lnTo>
                <a:lnTo>
                  <a:pt x="3461" y="5420"/>
                </a:lnTo>
                <a:lnTo>
                  <a:pt x="3460" y="5421"/>
                </a:lnTo>
                <a:lnTo>
                  <a:pt x="3460" y="5422"/>
                </a:lnTo>
                <a:lnTo>
                  <a:pt x="3460" y="5424"/>
                </a:lnTo>
                <a:lnTo>
                  <a:pt x="3460" y="5425"/>
                </a:lnTo>
                <a:lnTo>
                  <a:pt x="3460" y="5426"/>
                </a:lnTo>
                <a:lnTo>
                  <a:pt x="3459" y="5427"/>
                </a:lnTo>
                <a:lnTo>
                  <a:pt x="3459" y="5428"/>
                </a:lnTo>
                <a:lnTo>
                  <a:pt x="3459" y="5429"/>
                </a:lnTo>
                <a:lnTo>
                  <a:pt x="3460" y="5430"/>
                </a:lnTo>
                <a:lnTo>
                  <a:pt x="3460" y="5431"/>
                </a:lnTo>
                <a:lnTo>
                  <a:pt x="3461" y="5431"/>
                </a:lnTo>
                <a:lnTo>
                  <a:pt x="3462" y="5431"/>
                </a:lnTo>
                <a:lnTo>
                  <a:pt x="3462" y="5432"/>
                </a:lnTo>
                <a:lnTo>
                  <a:pt x="3461" y="5432"/>
                </a:lnTo>
                <a:lnTo>
                  <a:pt x="3460" y="5433"/>
                </a:lnTo>
                <a:lnTo>
                  <a:pt x="3459" y="5433"/>
                </a:lnTo>
                <a:lnTo>
                  <a:pt x="3458" y="5433"/>
                </a:lnTo>
                <a:lnTo>
                  <a:pt x="3458" y="5434"/>
                </a:lnTo>
                <a:lnTo>
                  <a:pt x="3459" y="5435"/>
                </a:lnTo>
                <a:lnTo>
                  <a:pt x="3459" y="5436"/>
                </a:lnTo>
                <a:lnTo>
                  <a:pt x="3460" y="5437"/>
                </a:lnTo>
                <a:lnTo>
                  <a:pt x="3460" y="5438"/>
                </a:lnTo>
                <a:lnTo>
                  <a:pt x="3460" y="5439"/>
                </a:lnTo>
                <a:lnTo>
                  <a:pt x="3459" y="5440"/>
                </a:lnTo>
                <a:lnTo>
                  <a:pt x="3458" y="5440"/>
                </a:lnTo>
                <a:lnTo>
                  <a:pt x="3457" y="5440"/>
                </a:lnTo>
                <a:lnTo>
                  <a:pt x="3457" y="5441"/>
                </a:lnTo>
                <a:lnTo>
                  <a:pt x="3456" y="5441"/>
                </a:lnTo>
                <a:lnTo>
                  <a:pt x="3456" y="5440"/>
                </a:lnTo>
                <a:lnTo>
                  <a:pt x="3455" y="5440"/>
                </a:lnTo>
                <a:lnTo>
                  <a:pt x="3454" y="5440"/>
                </a:lnTo>
                <a:lnTo>
                  <a:pt x="3453" y="5439"/>
                </a:lnTo>
                <a:lnTo>
                  <a:pt x="3452" y="5439"/>
                </a:lnTo>
                <a:lnTo>
                  <a:pt x="3450" y="5439"/>
                </a:lnTo>
                <a:lnTo>
                  <a:pt x="3449" y="5438"/>
                </a:lnTo>
                <a:lnTo>
                  <a:pt x="3449" y="5437"/>
                </a:lnTo>
                <a:lnTo>
                  <a:pt x="3449" y="5436"/>
                </a:lnTo>
                <a:lnTo>
                  <a:pt x="3449" y="5435"/>
                </a:lnTo>
                <a:lnTo>
                  <a:pt x="3449" y="5434"/>
                </a:lnTo>
                <a:lnTo>
                  <a:pt x="3448" y="5433"/>
                </a:lnTo>
                <a:lnTo>
                  <a:pt x="3448" y="5432"/>
                </a:lnTo>
                <a:lnTo>
                  <a:pt x="3447" y="5432"/>
                </a:lnTo>
                <a:lnTo>
                  <a:pt x="3447" y="5431"/>
                </a:lnTo>
                <a:lnTo>
                  <a:pt x="3446" y="5431"/>
                </a:lnTo>
                <a:lnTo>
                  <a:pt x="3445" y="5432"/>
                </a:lnTo>
                <a:lnTo>
                  <a:pt x="3444" y="5432"/>
                </a:lnTo>
                <a:lnTo>
                  <a:pt x="3443" y="5432"/>
                </a:lnTo>
                <a:lnTo>
                  <a:pt x="3442" y="5433"/>
                </a:lnTo>
                <a:lnTo>
                  <a:pt x="3441" y="5433"/>
                </a:lnTo>
                <a:lnTo>
                  <a:pt x="3440" y="5434"/>
                </a:lnTo>
                <a:lnTo>
                  <a:pt x="3439" y="5434"/>
                </a:lnTo>
                <a:lnTo>
                  <a:pt x="3438" y="5435"/>
                </a:lnTo>
                <a:lnTo>
                  <a:pt x="3437" y="5435"/>
                </a:lnTo>
                <a:lnTo>
                  <a:pt x="3436" y="5435"/>
                </a:lnTo>
                <a:lnTo>
                  <a:pt x="3435" y="5436"/>
                </a:lnTo>
                <a:lnTo>
                  <a:pt x="3434" y="5437"/>
                </a:lnTo>
                <a:lnTo>
                  <a:pt x="3433" y="5438"/>
                </a:lnTo>
                <a:lnTo>
                  <a:pt x="3432" y="5439"/>
                </a:lnTo>
                <a:lnTo>
                  <a:pt x="3432" y="5440"/>
                </a:lnTo>
                <a:lnTo>
                  <a:pt x="3431" y="5440"/>
                </a:lnTo>
                <a:lnTo>
                  <a:pt x="3430" y="5440"/>
                </a:lnTo>
                <a:lnTo>
                  <a:pt x="3430" y="5441"/>
                </a:lnTo>
                <a:lnTo>
                  <a:pt x="3429" y="5441"/>
                </a:lnTo>
                <a:lnTo>
                  <a:pt x="3429" y="5442"/>
                </a:lnTo>
                <a:lnTo>
                  <a:pt x="3428" y="5442"/>
                </a:lnTo>
                <a:lnTo>
                  <a:pt x="3427" y="5443"/>
                </a:lnTo>
                <a:lnTo>
                  <a:pt x="3426" y="5444"/>
                </a:lnTo>
                <a:lnTo>
                  <a:pt x="3425" y="5445"/>
                </a:lnTo>
                <a:lnTo>
                  <a:pt x="3424" y="5446"/>
                </a:lnTo>
                <a:lnTo>
                  <a:pt x="3424" y="5447"/>
                </a:lnTo>
                <a:lnTo>
                  <a:pt x="3423" y="5447"/>
                </a:lnTo>
                <a:lnTo>
                  <a:pt x="3422" y="5447"/>
                </a:lnTo>
                <a:lnTo>
                  <a:pt x="3422" y="5448"/>
                </a:lnTo>
                <a:lnTo>
                  <a:pt x="3421" y="5448"/>
                </a:lnTo>
                <a:lnTo>
                  <a:pt x="3421" y="5449"/>
                </a:lnTo>
                <a:lnTo>
                  <a:pt x="3420" y="5450"/>
                </a:lnTo>
                <a:lnTo>
                  <a:pt x="3420" y="5451"/>
                </a:lnTo>
                <a:lnTo>
                  <a:pt x="3419" y="5451"/>
                </a:lnTo>
                <a:lnTo>
                  <a:pt x="3418" y="5451"/>
                </a:lnTo>
                <a:lnTo>
                  <a:pt x="3417" y="5451"/>
                </a:lnTo>
                <a:lnTo>
                  <a:pt x="3416" y="5452"/>
                </a:lnTo>
                <a:lnTo>
                  <a:pt x="3415" y="5452"/>
                </a:lnTo>
                <a:lnTo>
                  <a:pt x="3414" y="5452"/>
                </a:lnTo>
                <a:lnTo>
                  <a:pt x="3414" y="5453"/>
                </a:lnTo>
                <a:lnTo>
                  <a:pt x="3414" y="5454"/>
                </a:lnTo>
                <a:lnTo>
                  <a:pt x="3413" y="5454"/>
                </a:lnTo>
                <a:lnTo>
                  <a:pt x="3413" y="5455"/>
                </a:lnTo>
                <a:lnTo>
                  <a:pt x="3412" y="5455"/>
                </a:lnTo>
                <a:lnTo>
                  <a:pt x="3411" y="5455"/>
                </a:lnTo>
                <a:lnTo>
                  <a:pt x="3410" y="5455"/>
                </a:lnTo>
                <a:lnTo>
                  <a:pt x="3409" y="5456"/>
                </a:lnTo>
                <a:lnTo>
                  <a:pt x="3408" y="5456"/>
                </a:lnTo>
                <a:lnTo>
                  <a:pt x="3407" y="5456"/>
                </a:lnTo>
                <a:lnTo>
                  <a:pt x="3407" y="5460"/>
                </a:lnTo>
                <a:lnTo>
                  <a:pt x="3407" y="5461"/>
                </a:lnTo>
                <a:lnTo>
                  <a:pt x="3407" y="5463"/>
                </a:lnTo>
                <a:lnTo>
                  <a:pt x="3406" y="5463"/>
                </a:lnTo>
                <a:lnTo>
                  <a:pt x="3406" y="5464"/>
                </a:lnTo>
                <a:lnTo>
                  <a:pt x="3405" y="5464"/>
                </a:lnTo>
                <a:lnTo>
                  <a:pt x="3406" y="5464"/>
                </a:lnTo>
                <a:lnTo>
                  <a:pt x="3406" y="5463"/>
                </a:lnTo>
                <a:lnTo>
                  <a:pt x="3405" y="5462"/>
                </a:lnTo>
                <a:lnTo>
                  <a:pt x="3405" y="5460"/>
                </a:lnTo>
                <a:lnTo>
                  <a:pt x="3404" y="5459"/>
                </a:lnTo>
                <a:lnTo>
                  <a:pt x="3404" y="5458"/>
                </a:lnTo>
                <a:lnTo>
                  <a:pt x="3404" y="5457"/>
                </a:lnTo>
                <a:lnTo>
                  <a:pt x="3404" y="5456"/>
                </a:lnTo>
                <a:lnTo>
                  <a:pt x="3403" y="5456"/>
                </a:lnTo>
                <a:lnTo>
                  <a:pt x="3403" y="5455"/>
                </a:lnTo>
                <a:lnTo>
                  <a:pt x="3403" y="5454"/>
                </a:lnTo>
                <a:lnTo>
                  <a:pt x="3402" y="5453"/>
                </a:lnTo>
                <a:lnTo>
                  <a:pt x="3401" y="5452"/>
                </a:lnTo>
                <a:lnTo>
                  <a:pt x="3400" y="5451"/>
                </a:lnTo>
                <a:lnTo>
                  <a:pt x="3400" y="5450"/>
                </a:lnTo>
                <a:lnTo>
                  <a:pt x="3399" y="5450"/>
                </a:lnTo>
                <a:lnTo>
                  <a:pt x="3399" y="5449"/>
                </a:lnTo>
                <a:lnTo>
                  <a:pt x="3399" y="5448"/>
                </a:lnTo>
                <a:lnTo>
                  <a:pt x="3399" y="5447"/>
                </a:lnTo>
                <a:lnTo>
                  <a:pt x="3398" y="5447"/>
                </a:lnTo>
                <a:lnTo>
                  <a:pt x="3397" y="5447"/>
                </a:lnTo>
                <a:lnTo>
                  <a:pt x="3396" y="5447"/>
                </a:lnTo>
                <a:lnTo>
                  <a:pt x="3396" y="5448"/>
                </a:lnTo>
                <a:lnTo>
                  <a:pt x="3395" y="5449"/>
                </a:lnTo>
                <a:lnTo>
                  <a:pt x="3394" y="5449"/>
                </a:lnTo>
                <a:lnTo>
                  <a:pt x="3394" y="5448"/>
                </a:lnTo>
                <a:lnTo>
                  <a:pt x="3393" y="5448"/>
                </a:lnTo>
                <a:lnTo>
                  <a:pt x="3392" y="5448"/>
                </a:lnTo>
                <a:lnTo>
                  <a:pt x="3391" y="5449"/>
                </a:lnTo>
                <a:lnTo>
                  <a:pt x="3390" y="5449"/>
                </a:lnTo>
                <a:lnTo>
                  <a:pt x="3389" y="5449"/>
                </a:lnTo>
                <a:lnTo>
                  <a:pt x="3389" y="5448"/>
                </a:lnTo>
                <a:lnTo>
                  <a:pt x="3389" y="5447"/>
                </a:lnTo>
                <a:lnTo>
                  <a:pt x="3388" y="5446"/>
                </a:lnTo>
                <a:lnTo>
                  <a:pt x="3388" y="5445"/>
                </a:lnTo>
                <a:lnTo>
                  <a:pt x="3387" y="5444"/>
                </a:lnTo>
                <a:lnTo>
                  <a:pt x="3387" y="5443"/>
                </a:lnTo>
                <a:lnTo>
                  <a:pt x="3387" y="5442"/>
                </a:lnTo>
                <a:lnTo>
                  <a:pt x="3386" y="5442"/>
                </a:lnTo>
                <a:lnTo>
                  <a:pt x="3386" y="5441"/>
                </a:lnTo>
                <a:lnTo>
                  <a:pt x="3386" y="5440"/>
                </a:lnTo>
                <a:lnTo>
                  <a:pt x="3385" y="5439"/>
                </a:lnTo>
                <a:lnTo>
                  <a:pt x="3385" y="5438"/>
                </a:lnTo>
                <a:lnTo>
                  <a:pt x="3384" y="5438"/>
                </a:lnTo>
                <a:lnTo>
                  <a:pt x="3384" y="5437"/>
                </a:lnTo>
                <a:lnTo>
                  <a:pt x="3383" y="5437"/>
                </a:lnTo>
                <a:lnTo>
                  <a:pt x="3382" y="5437"/>
                </a:lnTo>
                <a:lnTo>
                  <a:pt x="3381" y="5436"/>
                </a:lnTo>
                <a:lnTo>
                  <a:pt x="3380" y="5436"/>
                </a:lnTo>
                <a:lnTo>
                  <a:pt x="3380" y="5435"/>
                </a:lnTo>
                <a:lnTo>
                  <a:pt x="3379" y="5435"/>
                </a:lnTo>
                <a:lnTo>
                  <a:pt x="3379" y="5434"/>
                </a:lnTo>
                <a:lnTo>
                  <a:pt x="3378" y="5434"/>
                </a:lnTo>
                <a:lnTo>
                  <a:pt x="3377" y="5433"/>
                </a:lnTo>
                <a:lnTo>
                  <a:pt x="3376" y="5433"/>
                </a:lnTo>
                <a:lnTo>
                  <a:pt x="3375" y="5433"/>
                </a:lnTo>
                <a:lnTo>
                  <a:pt x="3374" y="5433"/>
                </a:lnTo>
                <a:lnTo>
                  <a:pt x="3373" y="5433"/>
                </a:lnTo>
                <a:lnTo>
                  <a:pt x="3372" y="5433"/>
                </a:lnTo>
                <a:lnTo>
                  <a:pt x="3371" y="5433"/>
                </a:lnTo>
                <a:lnTo>
                  <a:pt x="3371" y="5434"/>
                </a:lnTo>
                <a:lnTo>
                  <a:pt x="3370" y="5434"/>
                </a:lnTo>
                <a:lnTo>
                  <a:pt x="3369" y="5434"/>
                </a:lnTo>
                <a:lnTo>
                  <a:pt x="3369" y="5433"/>
                </a:lnTo>
                <a:lnTo>
                  <a:pt x="3368" y="5433"/>
                </a:lnTo>
                <a:lnTo>
                  <a:pt x="3367" y="5433"/>
                </a:lnTo>
                <a:lnTo>
                  <a:pt x="3366" y="5433"/>
                </a:lnTo>
                <a:lnTo>
                  <a:pt x="3365" y="5433"/>
                </a:lnTo>
                <a:lnTo>
                  <a:pt x="3364" y="5433"/>
                </a:lnTo>
                <a:lnTo>
                  <a:pt x="3364" y="5432"/>
                </a:lnTo>
                <a:lnTo>
                  <a:pt x="3363" y="5431"/>
                </a:lnTo>
                <a:lnTo>
                  <a:pt x="3362" y="5430"/>
                </a:lnTo>
                <a:lnTo>
                  <a:pt x="3361" y="5430"/>
                </a:lnTo>
                <a:lnTo>
                  <a:pt x="3361" y="5429"/>
                </a:lnTo>
                <a:lnTo>
                  <a:pt x="3360" y="5429"/>
                </a:lnTo>
                <a:lnTo>
                  <a:pt x="3359" y="5429"/>
                </a:lnTo>
                <a:lnTo>
                  <a:pt x="3359" y="5428"/>
                </a:lnTo>
                <a:lnTo>
                  <a:pt x="3358" y="5427"/>
                </a:lnTo>
                <a:lnTo>
                  <a:pt x="3358" y="5426"/>
                </a:lnTo>
                <a:lnTo>
                  <a:pt x="3357" y="5426"/>
                </a:lnTo>
                <a:lnTo>
                  <a:pt x="3356" y="5425"/>
                </a:lnTo>
                <a:lnTo>
                  <a:pt x="3356" y="5424"/>
                </a:lnTo>
                <a:lnTo>
                  <a:pt x="3356" y="5423"/>
                </a:lnTo>
                <a:lnTo>
                  <a:pt x="3356" y="5422"/>
                </a:lnTo>
                <a:lnTo>
                  <a:pt x="3355" y="5422"/>
                </a:lnTo>
                <a:lnTo>
                  <a:pt x="3355" y="5421"/>
                </a:lnTo>
                <a:lnTo>
                  <a:pt x="3354" y="5421"/>
                </a:lnTo>
                <a:lnTo>
                  <a:pt x="3353" y="5421"/>
                </a:lnTo>
                <a:lnTo>
                  <a:pt x="3352" y="5421"/>
                </a:lnTo>
                <a:lnTo>
                  <a:pt x="3351" y="5420"/>
                </a:lnTo>
                <a:lnTo>
                  <a:pt x="3350" y="5420"/>
                </a:lnTo>
                <a:lnTo>
                  <a:pt x="3349" y="5419"/>
                </a:lnTo>
                <a:lnTo>
                  <a:pt x="3348" y="5418"/>
                </a:lnTo>
                <a:lnTo>
                  <a:pt x="3348" y="5417"/>
                </a:lnTo>
                <a:lnTo>
                  <a:pt x="3347" y="5417"/>
                </a:lnTo>
                <a:lnTo>
                  <a:pt x="3346" y="5417"/>
                </a:lnTo>
                <a:lnTo>
                  <a:pt x="3345" y="5416"/>
                </a:lnTo>
                <a:lnTo>
                  <a:pt x="3344" y="5416"/>
                </a:lnTo>
                <a:lnTo>
                  <a:pt x="3343" y="5416"/>
                </a:lnTo>
                <a:lnTo>
                  <a:pt x="3343" y="5415"/>
                </a:lnTo>
                <a:lnTo>
                  <a:pt x="3342" y="5415"/>
                </a:lnTo>
                <a:lnTo>
                  <a:pt x="3342" y="5414"/>
                </a:lnTo>
                <a:lnTo>
                  <a:pt x="3341" y="5414"/>
                </a:lnTo>
                <a:lnTo>
                  <a:pt x="3341" y="5413"/>
                </a:lnTo>
                <a:lnTo>
                  <a:pt x="3340" y="5413"/>
                </a:lnTo>
                <a:lnTo>
                  <a:pt x="3340" y="5414"/>
                </a:lnTo>
                <a:lnTo>
                  <a:pt x="3339" y="5414"/>
                </a:lnTo>
                <a:lnTo>
                  <a:pt x="3339" y="5415"/>
                </a:lnTo>
                <a:lnTo>
                  <a:pt x="3338" y="5415"/>
                </a:lnTo>
                <a:lnTo>
                  <a:pt x="3336" y="5415"/>
                </a:lnTo>
                <a:lnTo>
                  <a:pt x="3335" y="5414"/>
                </a:lnTo>
                <a:lnTo>
                  <a:pt x="3334" y="5413"/>
                </a:lnTo>
                <a:lnTo>
                  <a:pt x="3333" y="5412"/>
                </a:lnTo>
                <a:lnTo>
                  <a:pt x="3332" y="5412"/>
                </a:lnTo>
                <a:lnTo>
                  <a:pt x="3332" y="5411"/>
                </a:lnTo>
                <a:lnTo>
                  <a:pt x="3331" y="5410"/>
                </a:lnTo>
                <a:lnTo>
                  <a:pt x="3331" y="5409"/>
                </a:lnTo>
                <a:lnTo>
                  <a:pt x="3330" y="5409"/>
                </a:lnTo>
                <a:lnTo>
                  <a:pt x="3330" y="5407"/>
                </a:lnTo>
                <a:lnTo>
                  <a:pt x="3329" y="5407"/>
                </a:lnTo>
                <a:lnTo>
                  <a:pt x="3329" y="5406"/>
                </a:lnTo>
                <a:lnTo>
                  <a:pt x="3328" y="5406"/>
                </a:lnTo>
                <a:lnTo>
                  <a:pt x="3328" y="5405"/>
                </a:lnTo>
                <a:lnTo>
                  <a:pt x="3328" y="5404"/>
                </a:lnTo>
                <a:lnTo>
                  <a:pt x="3328" y="5403"/>
                </a:lnTo>
                <a:lnTo>
                  <a:pt x="3328" y="5402"/>
                </a:lnTo>
                <a:lnTo>
                  <a:pt x="3328" y="5400"/>
                </a:lnTo>
                <a:lnTo>
                  <a:pt x="3327" y="5398"/>
                </a:lnTo>
                <a:lnTo>
                  <a:pt x="3325" y="5397"/>
                </a:lnTo>
                <a:lnTo>
                  <a:pt x="3324" y="5395"/>
                </a:lnTo>
                <a:lnTo>
                  <a:pt x="3323" y="5395"/>
                </a:lnTo>
                <a:lnTo>
                  <a:pt x="3321" y="5394"/>
                </a:lnTo>
                <a:lnTo>
                  <a:pt x="3320" y="5394"/>
                </a:lnTo>
                <a:lnTo>
                  <a:pt x="3320" y="5393"/>
                </a:lnTo>
                <a:lnTo>
                  <a:pt x="3319" y="5391"/>
                </a:lnTo>
                <a:lnTo>
                  <a:pt x="3318" y="5390"/>
                </a:lnTo>
                <a:lnTo>
                  <a:pt x="3316" y="5390"/>
                </a:lnTo>
                <a:lnTo>
                  <a:pt x="3314" y="5390"/>
                </a:lnTo>
                <a:lnTo>
                  <a:pt x="3313" y="5389"/>
                </a:lnTo>
                <a:lnTo>
                  <a:pt x="3313" y="5388"/>
                </a:lnTo>
                <a:lnTo>
                  <a:pt x="3312" y="5387"/>
                </a:lnTo>
                <a:lnTo>
                  <a:pt x="3311" y="5387"/>
                </a:lnTo>
                <a:lnTo>
                  <a:pt x="3310" y="5387"/>
                </a:lnTo>
                <a:lnTo>
                  <a:pt x="3309" y="5387"/>
                </a:lnTo>
                <a:lnTo>
                  <a:pt x="3308" y="5386"/>
                </a:lnTo>
                <a:lnTo>
                  <a:pt x="3307" y="5387"/>
                </a:lnTo>
                <a:lnTo>
                  <a:pt x="3305" y="5389"/>
                </a:lnTo>
                <a:lnTo>
                  <a:pt x="3305" y="5388"/>
                </a:lnTo>
                <a:lnTo>
                  <a:pt x="3305" y="5387"/>
                </a:lnTo>
                <a:lnTo>
                  <a:pt x="3304" y="5386"/>
                </a:lnTo>
                <a:lnTo>
                  <a:pt x="3303" y="5382"/>
                </a:lnTo>
                <a:lnTo>
                  <a:pt x="3303" y="5380"/>
                </a:lnTo>
                <a:lnTo>
                  <a:pt x="3303" y="5378"/>
                </a:lnTo>
                <a:lnTo>
                  <a:pt x="3302" y="5377"/>
                </a:lnTo>
                <a:lnTo>
                  <a:pt x="3301" y="5374"/>
                </a:lnTo>
                <a:lnTo>
                  <a:pt x="3299" y="5370"/>
                </a:lnTo>
                <a:lnTo>
                  <a:pt x="3298" y="5370"/>
                </a:lnTo>
                <a:lnTo>
                  <a:pt x="3297" y="5369"/>
                </a:lnTo>
                <a:lnTo>
                  <a:pt x="3295" y="5368"/>
                </a:lnTo>
                <a:lnTo>
                  <a:pt x="3294" y="5368"/>
                </a:lnTo>
                <a:lnTo>
                  <a:pt x="3292" y="5368"/>
                </a:lnTo>
                <a:lnTo>
                  <a:pt x="3289" y="5369"/>
                </a:lnTo>
                <a:lnTo>
                  <a:pt x="3288" y="5369"/>
                </a:lnTo>
                <a:lnTo>
                  <a:pt x="3288" y="5370"/>
                </a:lnTo>
                <a:lnTo>
                  <a:pt x="3288" y="5371"/>
                </a:lnTo>
                <a:lnTo>
                  <a:pt x="3288" y="5373"/>
                </a:lnTo>
                <a:lnTo>
                  <a:pt x="3288" y="5374"/>
                </a:lnTo>
                <a:lnTo>
                  <a:pt x="3288" y="5375"/>
                </a:lnTo>
                <a:lnTo>
                  <a:pt x="3287" y="5375"/>
                </a:lnTo>
                <a:lnTo>
                  <a:pt x="3285" y="5375"/>
                </a:lnTo>
                <a:lnTo>
                  <a:pt x="3282" y="5375"/>
                </a:lnTo>
                <a:lnTo>
                  <a:pt x="3281" y="5375"/>
                </a:lnTo>
                <a:lnTo>
                  <a:pt x="3280" y="5374"/>
                </a:lnTo>
                <a:lnTo>
                  <a:pt x="3279" y="5374"/>
                </a:lnTo>
                <a:lnTo>
                  <a:pt x="3279" y="5373"/>
                </a:lnTo>
                <a:lnTo>
                  <a:pt x="3277" y="5373"/>
                </a:lnTo>
                <a:lnTo>
                  <a:pt x="3276" y="5373"/>
                </a:lnTo>
                <a:lnTo>
                  <a:pt x="3275" y="5373"/>
                </a:lnTo>
                <a:lnTo>
                  <a:pt x="3274" y="5372"/>
                </a:lnTo>
                <a:lnTo>
                  <a:pt x="3273" y="5371"/>
                </a:lnTo>
                <a:lnTo>
                  <a:pt x="3272" y="5371"/>
                </a:lnTo>
                <a:lnTo>
                  <a:pt x="3271" y="5370"/>
                </a:lnTo>
                <a:lnTo>
                  <a:pt x="3270" y="5370"/>
                </a:lnTo>
                <a:lnTo>
                  <a:pt x="3270" y="5369"/>
                </a:lnTo>
                <a:lnTo>
                  <a:pt x="3269" y="5368"/>
                </a:lnTo>
                <a:lnTo>
                  <a:pt x="3269" y="5365"/>
                </a:lnTo>
                <a:lnTo>
                  <a:pt x="3269" y="5364"/>
                </a:lnTo>
                <a:lnTo>
                  <a:pt x="3268" y="5361"/>
                </a:lnTo>
                <a:lnTo>
                  <a:pt x="3268" y="5358"/>
                </a:lnTo>
                <a:lnTo>
                  <a:pt x="3269" y="5355"/>
                </a:lnTo>
                <a:lnTo>
                  <a:pt x="3268" y="5353"/>
                </a:lnTo>
                <a:lnTo>
                  <a:pt x="3267" y="5351"/>
                </a:lnTo>
                <a:lnTo>
                  <a:pt x="3266" y="5351"/>
                </a:lnTo>
                <a:lnTo>
                  <a:pt x="3262" y="5351"/>
                </a:lnTo>
                <a:lnTo>
                  <a:pt x="3259" y="5351"/>
                </a:lnTo>
                <a:lnTo>
                  <a:pt x="3257" y="5351"/>
                </a:lnTo>
                <a:lnTo>
                  <a:pt x="3257" y="5352"/>
                </a:lnTo>
                <a:lnTo>
                  <a:pt x="3255" y="5352"/>
                </a:lnTo>
                <a:lnTo>
                  <a:pt x="3253" y="5353"/>
                </a:lnTo>
                <a:lnTo>
                  <a:pt x="3249" y="5353"/>
                </a:lnTo>
                <a:lnTo>
                  <a:pt x="3246" y="5353"/>
                </a:lnTo>
                <a:lnTo>
                  <a:pt x="3243" y="5353"/>
                </a:lnTo>
                <a:lnTo>
                  <a:pt x="3240" y="5353"/>
                </a:lnTo>
                <a:lnTo>
                  <a:pt x="3239" y="5352"/>
                </a:lnTo>
                <a:lnTo>
                  <a:pt x="3238" y="5352"/>
                </a:lnTo>
                <a:lnTo>
                  <a:pt x="3236" y="5352"/>
                </a:lnTo>
                <a:lnTo>
                  <a:pt x="3235" y="5352"/>
                </a:lnTo>
                <a:lnTo>
                  <a:pt x="3233" y="5353"/>
                </a:lnTo>
                <a:lnTo>
                  <a:pt x="3232" y="5354"/>
                </a:lnTo>
                <a:lnTo>
                  <a:pt x="3230" y="5355"/>
                </a:lnTo>
                <a:lnTo>
                  <a:pt x="3229" y="5355"/>
                </a:lnTo>
                <a:lnTo>
                  <a:pt x="3226" y="5355"/>
                </a:lnTo>
                <a:lnTo>
                  <a:pt x="3222" y="5355"/>
                </a:lnTo>
                <a:lnTo>
                  <a:pt x="3218" y="5354"/>
                </a:lnTo>
                <a:lnTo>
                  <a:pt x="3217" y="5354"/>
                </a:lnTo>
                <a:lnTo>
                  <a:pt x="3216" y="5354"/>
                </a:lnTo>
                <a:lnTo>
                  <a:pt x="3215" y="5354"/>
                </a:lnTo>
                <a:lnTo>
                  <a:pt x="3215" y="5353"/>
                </a:lnTo>
                <a:lnTo>
                  <a:pt x="3214" y="5353"/>
                </a:lnTo>
                <a:lnTo>
                  <a:pt x="3213" y="5351"/>
                </a:lnTo>
                <a:lnTo>
                  <a:pt x="3212" y="5351"/>
                </a:lnTo>
                <a:lnTo>
                  <a:pt x="3212" y="5350"/>
                </a:lnTo>
                <a:lnTo>
                  <a:pt x="3212" y="5349"/>
                </a:lnTo>
                <a:lnTo>
                  <a:pt x="3211" y="5348"/>
                </a:lnTo>
                <a:lnTo>
                  <a:pt x="3211" y="5347"/>
                </a:lnTo>
                <a:lnTo>
                  <a:pt x="3210" y="5346"/>
                </a:lnTo>
                <a:lnTo>
                  <a:pt x="3209" y="5346"/>
                </a:lnTo>
                <a:lnTo>
                  <a:pt x="3209" y="5345"/>
                </a:lnTo>
                <a:lnTo>
                  <a:pt x="3208" y="5345"/>
                </a:lnTo>
                <a:lnTo>
                  <a:pt x="3207" y="5344"/>
                </a:lnTo>
                <a:lnTo>
                  <a:pt x="3206" y="5344"/>
                </a:lnTo>
                <a:lnTo>
                  <a:pt x="3205" y="5344"/>
                </a:lnTo>
                <a:lnTo>
                  <a:pt x="3203" y="5344"/>
                </a:lnTo>
                <a:lnTo>
                  <a:pt x="3203" y="5343"/>
                </a:lnTo>
                <a:lnTo>
                  <a:pt x="3202" y="5343"/>
                </a:lnTo>
                <a:lnTo>
                  <a:pt x="3202" y="5341"/>
                </a:lnTo>
                <a:lnTo>
                  <a:pt x="3202" y="5338"/>
                </a:lnTo>
                <a:lnTo>
                  <a:pt x="3201" y="5338"/>
                </a:lnTo>
                <a:lnTo>
                  <a:pt x="3202" y="5337"/>
                </a:lnTo>
                <a:lnTo>
                  <a:pt x="3202" y="5336"/>
                </a:lnTo>
                <a:lnTo>
                  <a:pt x="3201" y="5335"/>
                </a:lnTo>
                <a:lnTo>
                  <a:pt x="3200" y="5334"/>
                </a:lnTo>
                <a:lnTo>
                  <a:pt x="3199" y="5334"/>
                </a:lnTo>
                <a:lnTo>
                  <a:pt x="3199" y="5333"/>
                </a:lnTo>
                <a:lnTo>
                  <a:pt x="3198" y="5333"/>
                </a:lnTo>
                <a:lnTo>
                  <a:pt x="3198" y="5332"/>
                </a:lnTo>
                <a:lnTo>
                  <a:pt x="3198" y="5331"/>
                </a:lnTo>
                <a:lnTo>
                  <a:pt x="3197" y="5331"/>
                </a:lnTo>
                <a:lnTo>
                  <a:pt x="3196" y="5331"/>
                </a:lnTo>
                <a:lnTo>
                  <a:pt x="3195" y="5332"/>
                </a:lnTo>
                <a:lnTo>
                  <a:pt x="3194" y="5332"/>
                </a:lnTo>
                <a:lnTo>
                  <a:pt x="3194" y="5333"/>
                </a:lnTo>
                <a:lnTo>
                  <a:pt x="3193" y="5333"/>
                </a:lnTo>
                <a:lnTo>
                  <a:pt x="3191" y="5332"/>
                </a:lnTo>
                <a:lnTo>
                  <a:pt x="3190" y="5332"/>
                </a:lnTo>
                <a:lnTo>
                  <a:pt x="3189" y="5331"/>
                </a:lnTo>
                <a:lnTo>
                  <a:pt x="3188" y="5331"/>
                </a:lnTo>
                <a:lnTo>
                  <a:pt x="3187" y="5331"/>
                </a:lnTo>
                <a:lnTo>
                  <a:pt x="3187" y="5332"/>
                </a:lnTo>
                <a:lnTo>
                  <a:pt x="3186" y="5332"/>
                </a:lnTo>
                <a:lnTo>
                  <a:pt x="3186" y="5333"/>
                </a:lnTo>
                <a:lnTo>
                  <a:pt x="3185" y="5333"/>
                </a:lnTo>
                <a:lnTo>
                  <a:pt x="3184" y="5334"/>
                </a:lnTo>
                <a:lnTo>
                  <a:pt x="3183" y="5335"/>
                </a:lnTo>
                <a:lnTo>
                  <a:pt x="3182" y="5335"/>
                </a:lnTo>
                <a:lnTo>
                  <a:pt x="3182" y="5336"/>
                </a:lnTo>
                <a:lnTo>
                  <a:pt x="3181" y="5336"/>
                </a:lnTo>
                <a:lnTo>
                  <a:pt x="3180" y="5336"/>
                </a:lnTo>
                <a:lnTo>
                  <a:pt x="3179" y="5335"/>
                </a:lnTo>
                <a:lnTo>
                  <a:pt x="3178" y="5334"/>
                </a:lnTo>
                <a:lnTo>
                  <a:pt x="3177" y="5334"/>
                </a:lnTo>
                <a:lnTo>
                  <a:pt x="3177" y="5333"/>
                </a:lnTo>
                <a:lnTo>
                  <a:pt x="3176" y="5334"/>
                </a:lnTo>
                <a:lnTo>
                  <a:pt x="3175" y="5334"/>
                </a:lnTo>
                <a:lnTo>
                  <a:pt x="3173" y="5334"/>
                </a:lnTo>
                <a:lnTo>
                  <a:pt x="3173" y="5333"/>
                </a:lnTo>
                <a:lnTo>
                  <a:pt x="3172" y="5333"/>
                </a:lnTo>
                <a:lnTo>
                  <a:pt x="3171" y="5334"/>
                </a:lnTo>
                <a:lnTo>
                  <a:pt x="3169" y="5335"/>
                </a:lnTo>
                <a:lnTo>
                  <a:pt x="3168" y="5335"/>
                </a:lnTo>
                <a:lnTo>
                  <a:pt x="3167" y="5335"/>
                </a:lnTo>
                <a:lnTo>
                  <a:pt x="3167" y="5336"/>
                </a:lnTo>
                <a:lnTo>
                  <a:pt x="3166" y="5336"/>
                </a:lnTo>
                <a:lnTo>
                  <a:pt x="3165" y="5336"/>
                </a:lnTo>
                <a:lnTo>
                  <a:pt x="3162" y="5336"/>
                </a:lnTo>
                <a:lnTo>
                  <a:pt x="3161" y="5336"/>
                </a:lnTo>
                <a:lnTo>
                  <a:pt x="3161" y="5337"/>
                </a:lnTo>
                <a:lnTo>
                  <a:pt x="3160" y="5337"/>
                </a:lnTo>
                <a:lnTo>
                  <a:pt x="3159" y="5337"/>
                </a:lnTo>
                <a:lnTo>
                  <a:pt x="3158" y="5338"/>
                </a:lnTo>
                <a:lnTo>
                  <a:pt x="3157" y="5338"/>
                </a:lnTo>
                <a:lnTo>
                  <a:pt x="3157" y="5339"/>
                </a:lnTo>
                <a:lnTo>
                  <a:pt x="3156" y="5339"/>
                </a:lnTo>
                <a:lnTo>
                  <a:pt x="3155" y="5340"/>
                </a:lnTo>
                <a:lnTo>
                  <a:pt x="3154" y="5340"/>
                </a:lnTo>
                <a:lnTo>
                  <a:pt x="3153" y="5341"/>
                </a:lnTo>
                <a:lnTo>
                  <a:pt x="3152" y="5341"/>
                </a:lnTo>
                <a:lnTo>
                  <a:pt x="3151" y="5342"/>
                </a:lnTo>
                <a:lnTo>
                  <a:pt x="3150" y="5342"/>
                </a:lnTo>
                <a:lnTo>
                  <a:pt x="3149" y="5343"/>
                </a:lnTo>
                <a:lnTo>
                  <a:pt x="3148" y="5343"/>
                </a:lnTo>
                <a:lnTo>
                  <a:pt x="3147" y="5344"/>
                </a:lnTo>
                <a:lnTo>
                  <a:pt x="3146" y="5344"/>
                </a:lnTo>
                <a:lnTo>
                  <a:pt x="3145" y="5344"/>
                </a:lnTo>
                <a:lnTo>
                  <a:pt x="3144" y="5345"/>
                </a:lnTo>
                <a:lnTo>
                  <a:pt x="3143" y="5345"/>
                </a:lnTo>
                <a:lnTo>
                  <a:pt x="3142" y="5346"/>
                </a:lnTo>
                <a:lnTo>
                  <a:pt x="3141" y="5346"/>
                </a:lnTo>
                <a:lnTo>
                  <a:pt x="3140" y="5346"/>
                </a:lnTo>
                <a:lnTo>
                  <a:pt x="3138" y="5347"/>
                </a:lnTo>
                <a:lnTo>
                  <a:pt x="3137" y="5348"/>
                </a:lnTo>
                <a:lnTo>
                  <a:pt x="3135" y="5348"/>
                </a:lnTo>
                <a:lnTo>
                  <a:pt x="3135" y="5349"/>
                </a:lnTo>
                <a:lnTo>
                  <a:pt x="3133" y="5349"/>
                </a:lnTo>
                <a:lnTo>
                  <a:pt x="3132" y="5349"/>
                </a:lnTo>
                <a:lnTo>
                  <a:pt x="3131" y="5349"/>
                </a:lnTo>
                <a:lnTo>
                  <a:pt x="3129" y="5349"/>
                </a:lnTo>
                <a:lnTo>
                  <a:pt x="3129" y="5350"/>
                </a:lnTo>
                <a:lnTo>
                  <a:pt x="3128" y="5350"/>
                </a:lnTo>
                <a:lnTo>
                  <a:pt x="3127" y="5350"/>
                </a:lnTo>
                <a:lnTo>
                  <a:pt x="3126" y="5350"/>
                </a:lnTo>
                <a:lnTo>
                  <a:pt x="3125" y="5350"/>
                </a:lnTo>
                <a:lnTo>
                  <a:pt x="3124" y="5351"/>
                </a:lnTo>
                <a:lnTo>
                  <a:pt x="3122" y="5351"/>
                </a:lnTo>
                <a:lnTo>
                  <a:pt x="3121" y="5351"/>
                </a:lnTo>
                <a:lnTo>
                  <a:pt x="3119" y="5351"/>
                </a:lnTo>
                <a:lnTo>
                  <a:pt x="3118" y="5351"/>
                </a:lnTo>
                <a:lnTo>
                  <a:pt x="3117" y="5351"/>
                </a:lnTo>
                <a:lnTo>
                  <a:pt x="3116" y="5352"/>
                </a:lnTo>
                <a:lnTo>
                  <a:pt x="3115" y="5352"/>
                </a:lnTo>
                <a:lnTo>
                  <a:pt x="3114" y="5353"/>
                </a:lnTo>
                <a:lnTo>
                  <a:pt x="3113" y="5353"/>
                </a:lnTo>
                <a:lnTo>
                  <a:pt x="3112" y="5354"/>
                </a:lnTo>
                <a:lnTo>
                  <a:pt x="3111" y="5354"/>
                </a:lnTo>
                <a:lnTo>
                  <a:pt x="3110" y="5354"/>
                </a:lnTo>
                <a:lnTo>
                  <a:pt x="3109" y="5355"/>
                </a:lnTo>
                <a:lnTo>
                  <a:pt x="3108" y="5355"/>
                </a:lnTo>
                <a:lnTo>
                  <a:pt x="3108" y="5356"/>
                </a:lnTo>
                <a:lnTo>
                  <a:pt x="3107" y="5356"/>
                </a:lnTo>
                <a:lnTo>
                  <a:pt x="3106" y="5357"/>
                </a:lnTo>
                <a:lnTo>
                  <a:pt x="3106" y="5358"/>
                </a:lnTo>
                <a:lnTo>
                  <a:pt x="3105" y="5358"/>
                </a:lnTo>
                <a:lnTo>
                  <a:pt x="3105" y="5359"/>
                </a:lnTo>
                <a:lnTo>
                  <a:pt x="3104" y="5362"/>
                </a:lnTo>
                <a:lnTo>
                  <a:pt x="3103" y="5362"/>
                </a:lnTo>
                <a:lnTo>
                  <a:pt x="3103" y="5363"/>
                </a:lnTo>
                <a:lnTo>
                  <a:pt x="3103" y="5364"/>
                </a:lnTo>
                <a:lnTo>
                  <a:pt x="3103" y="5365"/>
                </a:lnTo>
                <a:lnTo>
                  <a:pt x="3102" y="5366"/>
                </a:lnTo>
                <a:lnTo>
                  <a:pt x="3102" y="5367"/>
                </a:lnTo>
                <a:lnTo>
                  <a:pt x="3101" y="5368"/>
                </a:lnTo>
                <a:lnTo>
                  <a:pt x="3101" y="5369"/>
                </a:lnTo>
                <a:lnTo>
                  <a:pt x="3100" y="5369"/>
                </a:lnTo>
                <a:lnTo>
                  <a:pt x="3100" y="5370"/>
                </a:lnTo>
                <a:lnTo>
                  <a:pt x="3100" y="5371"/>
                </a:lnTo>
                <a:lnTo>
                  <a:pt x="3100" y="5372"/>
                </a:lnTo>
                <a:lnTo>
                  <a:pt x="3100" y="5373"/>
                </a:lnTo>
                <a:lnTo>
                  <a:pt x="3099" y="5374"/>
                </a:lnTo>
                <a:lnTo>
                  <a:pt x="3099" y="5375"/>
                </a:lnTo>
                <a:lnTo>
                  <a:pt x="3098" y="5376"/>
                </a:lnTo>
                <a:lnTo>
                  <a:pt x="3097" y="5377"/>
                </a:lnTo>
                <a:lnTo>
                  <a:pt x="3096" y="5378"/>
                </a:lnTo>
                <a:lnTo>
                  <a:pt x="3095" y="5378"/>
                </a:lnTo>
                <a:lnTo>
                  <a:pt x="3094" y="5379"/>
                </a:lnTo>
                <a:lnTo>
                  <a:pt x="3093" y="5379"/>
                </a:lnTo>
                <a:lnTo>
                  <a:pt x="3092" y="5379"/>
                </a:lnTo>
                <a:lnTo>
                  <a:pt x="3092" y="5380"/>
                </a:lnTo>
                <a:lnTo>
                  <a:pt x="3091" y="5380"/>
                </a:lnTo>
                <a:lnTo>
                  <a:pt x="3091" y="5381"/>
                </a:lnTo>
                <a:lnTo>
                  <a:pt x="3090" y="5382"/>
                </a:lnTo>
                <a:lnTo>
                  <a:pt x="3089" y="5384"/>
                </a:lnTo>
                <a:lnTo>
                  <a:pt x="3088" y="5384"/>
                </a:lnTo>
                <a:lnTo>
                  <a:pt x="3087" y="5386"/>
                </a:lnTo>
                <a:lnTo>
                  <a:pt x="3086" y="5387"/>
                </a:lnTo>
                <a:lnTo>
                  <a:pt x="3085" y="5388"/>
                </a:lnTo>
                <a:lnTo>
                  <a:pt x="3084" y="5389"/>
                </a:lnTo>
                <a:lnTo>
                  <a:pt x="3084" y="5390"/>
                </a:lnTo>
                <a:lnTo>
                  <a:pt x="3083" y="5391"/>
                </a:lnTo>
                <a:lnTo>
                  <a:pt x="3083" y="5392"/>
                </a:lnTo>
                <a:lnTo>
                  <a:pt x="3082" y="5392"/>
                </a:lnTo>
                <a:lnTo>
                  <a:pt x="3082" y="5393"/>
                </a:lnTo>
                <a:lnTo>
                  <a:pt x="3081" y="5393"/>
                </a:lnTo>
                <a:lnTo>
                  <a:pt x="3081" y="5394"/>
                </a:lnTo>
                <a:lnTo>
                  <a:pt x="3080" y="5394"/>
                </a:lnTo>
                <a:lnTo>
                  <a:pt x="3080" y="5395"/>
                </a:lnTo>
                <a:lnTo>
                  <a:pt x="3079" y="5395"/>
                </a:lnTo>
                <a:lnTo>
                  <a:pt x="3079" y="5396"/>
                </a:lnTo>
                <a:lnTo>
                  <a:pt x="3077" y="5398"/>
                </a:lnTo>
                <a:lnTo>
                  <a:pt x="3076" y="5398"/>
                </a:lnTo>
                <a:lnTo>
                  <a:pt x="3075" y="5399"/>
                </a:lnTo>
                <a:lnTo>
                  <a:pt x="3074" y="5399"/>
                </a:lnTo>
                <a:lnTo>
                  <a:pt x="3073" y="5400"/>
                </a:lnTo>
                <a:lnTo>
                  <a:pt x="3072" y="5400"/>
                </a:lnTo>
                <a:lnTo>
                  <a:pt x="3071" y="5400"/>
                </a:lnTo>
                <a:lnTo>
                  <a:pt x="3070" y="5401"/>
                </a:lnTo>
                <a:lnTo>
                  <a:pt x="3069" y="5401"/>
                </a:lnTo>
                <a:lnTo>
                  <a:pt x="3067" y="5401"/>
                </a:lnTo>
                <a:lnTo>
                  <a:pt x="3066" y="5401"/>
                </a:lnTo>
                <a:lnTo>
                  <a:pt x="3065" y="5402"/>
                </a:lnTo>
                <a:lnTo>
                  <a:pt x="3064" y="5402"/>
                </a:lnTo>
                <a:lnTo>
                  <a:pt x="3063" y="5403"/>
                </a:lnTo>
                <a:lnTo>
                  <a:pt x="3062" y="5403"/>
                </a:lnTo>
                <a:lnTo>
                  <a:pt x="3061" y="5404"/>
                </a:lnTo>
                <a:lnTo>
                  <a:pt x="3060" y="5404"/>
                </a:lnTo>
                <a:lnTo>
                  <a:pt x="3059" y="5404"/>
                </a:lnTo>
                <a:lnTo>
                  <a:pt x="3059" y="5405"/>
                </a:lnTo>
                <a:lnTo>
                  <a:pt x="3058" y="5405"/>
                </a:lnTo>
                <a:lnTo>
                  <a:pt x="3056" y="5406"/>
                </a:lnTo>
                <a:lnTo>
                  <a:pt x="3055" y="5406"/>
                </a:lnTo>
                <a:lnTo>
                  <a:pt x="3054" y="5407"/>
                </a:lnTo>
                <a:lnTo>
                  <a:pt x="3052" y="5408"/>
                </a:lnTo>
                <a:lnTo>
                  <a:pt x="3051" y="5408"/>
                </a:lnTo>
                <a:lnTo>
                  <a:pt x="3050" y="5408"/>
                </a:lnTo>
                <a:lnTo>
                  <a:pt x="3049" y="5409"/>
                </a:lnTo>
                <a:lnTo>
                  <a:pt x="3047" y="5410"/>
                </a:lnTo>
                <a:lnTo>
                  <a:pt x="3045" y="5410"/>
                </a:lnTo>
                <a:lnTo>
                  <a:pt x="3045" y="5411"/>
                </a:lnTo>
                <a:lnTo>
                  <a:pt x="3044" y="5411"/>
                </a:lnTo>
                <a:lnTo>
                  <a:pt x="3043" y="5411"/>
                </a:lnTo>
                <a:lnTo>
                  <a:pt x="3042" y="5411"/>
                </a:lnTo>
                <a:lnTo>
                  <a:pt x="3041" y="5411"/>
                </a:lnTo>
                <a:lnTo>
                  <a:pt x="3040" y="5412"/>
                </a:lnTo>
                <a:lnTo>
                  <a:pt x="3039" y="5412"/>
                </a:lnTo>
                <a:lnTo>
                  <a:pt x="3038" y="5412"/>
                </a:lnTo>
                <a:lnTo>
                  <a:pt x="3037" y="5412"/>
                </a:lnTo>
                <a:lnTo>
                  <a:pt x="3035" y="5412"/>
                </a:lnTo>
                <a:lnTo>
                  <a:pt x="3034" y="5413"/>
                </a:lnTo>
                <a:lnTo>
                  <a:pt x="3033" y="5413"/>
                </a:lnTo>
                <a:lnTo>
                  <a:pt x="3032" y="5413"/>
                </a:lnTo>
                <a:lnTo>
                  <a:pt x="3031" y="5413"/>
                </a:lnTo>
                <a:lnTo>
                  <a:pt x="3031" y="5414"/>
                </a:lnTo>
                <a:lnTo>
                  <a:pt x="3030" y="5414"/>
                </a:lnTo>
                <a:lnTo>
                  <a:pt x="3030" y="5415"/>
                </a:lnTo>
                <a:lnTo>
                  <a:pt x="3029" y="5415"/>
                </a:lnTo>
                <a:lnTo>
                  <a:pt x="3028" y="5416"/>
                </a:lnTo>
                <a:lnTo>
                  <a:pt x="3027" y="5416"/>
                </a:lnTo>
                <a:lnTo>
                  <a:pt x="3026" y="5416"/>
                </a:lnTo>
                <a:lnTo>
                  <a:pt x="3025" y="5416"/>
                </a:lnTo>
                <a:lnTo>
                  <a:pt x="3024" y="5416"/>
                </a:lnTo>
                <a:lnTo>
                  <a:pt x="3022" y="5416"/>
                </a:lnTo>
                <a:lnTo>
                  <a:pt x="3021" y="5416"/>
                </a:lnTo>
                <a:lnTo>
                  <a:pt x="3020" y="5416"/>
                </a:lnTo>
                <a:lnTo>
                  <a:pt x="3020" y="5417"/>
                </a:lnTo>
                <a:lnTo>
                  <a:pt x="3019" y="5417"/>
                </a:lnTo>
                <a:lnTo>
                  <a:pt x="3019" y="5416"/>
                </a:lnTo>
                <a:lnTo>
                  <a:pt x="3018" y="5416"/>
                </a:lnTo>
                <a:lnTo>
                  <a:pt x="3017" y="5417"/>
                </a:lnTo>
                <a:lnTo>
                  <a:pt x="3017" y="5418"/>
                </a:lnTo>
                <a:lnTo>
                  <a:pt x="3017" y="5419"/>
                </a:lnTo>
                <a:lnTo>
                  <a:pt x="3016" y="5419"/>
                </a:lnTo>
                <a:lnTo>
                  <a:pt x="3015" y="5419"/>
                </a:lnTo>
                <a:lnTo>
                  <a:pt x="3015" y="5420"/>
                </a:lnTo>
                <a:lnTo>
                  <a:pt x="3014" y="5420"/>
                </a:lnTo>
                <a:lnTo>
                  <a:pt x="3013" y="5420"/>
                </a:lnTo>
                <a:lnTo>
                  <a:pt x="3012" y="5420"/>
                </a:lnTo>
                <a:lnTo>
                  <a:pt x="3011" y="5420"/>
                </a:lnTo>
                <a:lnTo>
                  <a:pt x="3010" y="5419"/>
                </a:lnTo>
                <a:lnTo>
                  <a:pt x="3009" y="5419"/>
                </a:lnTo>
                <a:lnTo>
                  <a:pt x="3008" y="5419"/>
                </a:lnTo>
                <a:lnTo>
                  <a:pt x="3006" y="5418"/>
                </a:lnTo>
                <a:lnTo>
                  <a:pt x="3005" y="5418"/>
                </a:lnTo>
                <a:lnTo>
                  <a:pt x="3004" y="5418"/>
                </a:lnTo>
                <a:lnTo>
                  <a:pt x="3003" y="5418"/>
                </a:lnTo>
                <a:lnTo>
                  <a:pt x="3002" y="5417"/>
                </a:lnTo>
                <a:lnTo>
                  <a:pt x="3001" y="5417"/>
                </a:lnTo>
                <a:lnTo>
                  <a:pt x="3000" y="5417"/>
                </a:lnTo>
                <a:lnTo>
                  <a:pt x="2999" y="5417"/>
                </a:lnTo>
                <a:lnTo>
                  <a:pt x="2999" y="5418"/>
                </a:lnTo>
                <a:lnTo>
                  <a:pt x="2998" y="5418"/>
                </a:lnTo>
                <a:lnTo>
                  <a:pt x="2998" y="5419"/>
                </a:lnTo>
                <a:lnTo>
                  <a:pt x="2997" y="5419"/>
                </a:lnTo>
                <a:lnTo>
                  <a:pt x="2997" y="5418"/>
                </a:lnTo>
                <a:lnTo>
                  <a:pt x="2996" y="5418"/>
                </a:lnTo>
                <a:lnTo>
                  <a:pt x="2995" y="5418"/>
                </a:lnTo>
                <a:lnTo>
                  <a:pt x="2994" y="5418"/>
                </a:lnTo>
                <a:lnTo>
                  <a:pt x="2994" y="5419"/>
                </a:lnTo>
                <a:lnTo>
                  <a:pt x="2993" y="5419"/>
                </a:lnTo>
                <a:lnTo>
                  <a:pt x="2992" y="5419"/>
                </a:lnTo>
                <a:lnTo>
                  <a:pt x="2991" y="5420"/>
                </a:lnTo>
                <a:lnTo>
                  <a:pt x="2990" y="5419"/>
                </a:lnTo>
                <a:lnTo>
                  <a:pt x="2989" y="5419"/>
                </a:lnTo>
                <a:lnTo>
                  <a:pt x="2989" y="5418"/>
                </a:lnTo>
                <a:lnTo>
                  <a:pt x="2988" y="5418"/>
                </a:lnTo>
                <a:lnTo>
                  <a:pt x="2987" y="5418"/>
                </a:lnTo>
                <a:lnTo>
                  <a:pt x="2987" y="5417"/>
                </a:lnTo>
                <a:lnTo>
                  <a:pt x="2986" y="5417"/>
                </a:lnTo>
                <a:lnTo>
                  <a:pt x="2986" y="5416"/>
                </a:lnTo>
                <a:lnTo>
                  <a:pt x="2987" y="5416"/>
                </a:lnTo>
                <a:lnTo>
                  <a:pt x="2987" y="5415"/>
                </a:lnTo>
                <a:lnTo>
                  <a:pt x="2987" y="5414"/>
                </a:lnTo>
                <a:lnTo>
                  <a:pt x="2986" y="5414"/>
                </a:lnTo>
                <a:lnTo>
                  <a:pt x="2985" y="5413"/>
                </a:lnTo>
                <a:lnTo>
                  <a:pt x="2984" y="5413"/>
                </a:lnTo>
                <a:lnTo>
                  <a:pt x="2983" y="5413"/>
                </a:lnTo>
                <a:lnTo>
                  <a:pt x="2982" y="5413"/>
                </a:lnTo>
                <a:lnTo>
                  <a:pt x="2981" y="5413"/>
                </a:lnTo>
                <a:lnTo>
                  <a:pt x="2980" y="5413"/>
                </a:lnTo>
                <a:lnTo>
                  <a:pt x="2979" y="5413"/>
                </a:lnTo>
                <a:lnTo>
                  <a:pt x="2978" y="5413"/>
                </a:lnTo>
                <a:lnTo>
                  <a:pt x="2977" y="5413"/>
                </a:lnTo>
                <a:lnTo>
                  <a:pt x="2977" y="5414"/>
                </a:lnTo>
                <a:lnTo>
                  <a:pt x="2976" y="5414"/>
                </a:lnTo>
                <a:lnTo>
                  <a:pt x="2976" y="5415"/>
                </a:lnTo>
                <a:lnTo>
                  <a:pt x="2975" y="5415"/>
                </a:lnTo>
                <a:lnTo>
                  <a:pt x="2976" y="5416"/>
                </a:lnTo>
                <a:lnTo>
                  <a:pt x="2975" y="5416"/>
                </a:lnTo>
                <a:lnTo>
                  <a:pt x="2975" y="5417"/>
                </a:lnTo>
                <a:lnTo>
                  <a:pt x="2974" y="5418"/>
                </a:lnTo>
                <a:lnTo>
                  <a:pt x="2973" y="5418"/>
                </a:lnTo>
                <a:lnTo>
                  <a:pt x="2972" y="5418"/>
                </a:lnTo>
                <a:lnTo>
                  <a:pt x="2971" y="5418"/>
                </a:lnTo>
                <a:lnTo>
                  <a:pt x="2971" y="5419"/>
                </a:lnTo>
                <a:lnTo>
                  <a:pt x="2970" y="5419"/>
                </a:lnTo>
                <a:lnTo>
                  <a:pt x="2969" y="5419"/>
                </a:lnTo>
                <a:lnTo>
                  <a:pt x="2969" y="5418"/>
                </a:lnTo>
                <a:lnTo>
                  <a:pt x="2968" y="5418"/>
                </a:lnTo>
                <a:lnTo>
                  <a:pt x="2967" y="5418"/>
                </a:lnTo>
                <a:lnTo>
                  <a:pt x="2967" y="5419"/>
                </a:lnTo>
                <a:lnTo>
                  <a:pt x="2966" y="5419"/>
                </a:lnTo>
                <a:lnTo>
                  <a:pt x="2965" y="5419"/>
                </a:lnTo>
                <a:lnTo>
                  <a:pt x="2964" y="5419"/>
                </a:lnTo>
                <a:lnTo>
                  <a:pt x="2963" y="5419"/>
                </a:lnTo>
                <a:lnTo>
                  <a:pt x="2962" y="5420"/>
                </a:lnTo>
                <a:lnTo>
                  <a:pt x="2961" y="5421"/>
                </a:lnTo>
                <a:lnTo>
                  <a:pt x="2960" y="5421"/>
                </a:lnTo>
                <a:lnTo>
                  <a:pt x="2959" y="5421"/>
                </a:lnTo>
                <a:lnTo>
                  <a:pt x="2958" y="5421"/>
                </a:lnTo>
                <a:lnTo>
                  <a:pt x="2957" y="5421"/>
                </a:lnTo>
                <a:lnTo>
                  <a:pt x="2956" y="5421"/>
                </a:lnTo>
                <a:lnTo>
                  <a:pt x="2955" y="5421"/>
                </a:lnTo>
                <a:lnTo>
                  <a:pt x="2955" y="5422"/>
                </a:lnTo>
                <a:lnTo>
                  <a:pt x="2954" y="5423"/>
                </a:lnTo>
                <a:lnTo>
                  <a:pt x="2954" y="5424"/>
                </a:lnTo>
                <a:lnTo>
                  <a:pt x="2953" y="5424"/>
                </a:lnTo>
                <a:lnTo>
                  <a:pt x="2952" y="5425"/>
                </a:lnTo>
                <a:lnTo>
                  <a:pt x="2951" y="5425"/>
                </a:lnTo>
                <a:lnTo>
                  <a:pt x="2950" y="5425"/>
                </a:lnTo>
                <a:lnTo>
                  <a:pt x="2949" y="5425"/>
                </a:lnTo>
                <a:lnTo>
                  <a:pt x="2949" y="5426"/>
                </a:lnTo>
                <a:lnTo>
                  <a:pt x="2948" y="5426"/>
                </a:lnTo>
                <a:lnTo>
                  <a:pt x="2947" y="5426"/>
                </a:lnTo>
                <a:lnTo>
                  <a:pt x="2946" y="5427"/>
                </a:lnTo>
                <a:lnTo>
                  <a:pt x="2945" y="5427"/>
                </a:lnTo>
                <a:lnTo>
                  <a:pt x="2943" y="5427"/>
                </a:lnTo>
                <a:lnTo>
                  <a:pt x="2942" y="5427"/>
                </a:lnTo>
                <a:lnTo>
                  <a:pt x="2941" y="5427"/>
                </a:lnTo>
                <a:lnTo>
                  <a:pt x="2940" y="5427"/>
                </a:lnTo>
                <a:lnTo>
                  <a:pt x="2939" y="5427"/>
                </a:lnTo>
                <a:lnTo>
                  <a:pt x="2938" y="5427"/>
                </a:lnTo>
                <a:lnTo>
                  <a:pt x="2937" y="5427"/>
                </a:lnTo>
                <a:lnTo>
                  <a:pt x="2936" y="5427"/>
                </a:lnTo>
                <a:lnTo>
                  <a:pt x="2936" y="5428"/>
                </a:lnTo>
                <a:lnTo>
                  <a:pt x="2936" y="5429"/>
                </a:lnTo>
                <a:lnTo>
                  <a:pt x="2936" y="5430"/>
                </a:lnTo>
                <a:lnTo>
                  <a:pt x="2936" y="5431"/>
                </a:lnTo>
                <a:lnTo>
                  <a:pt x="2936" y="5432"/>
                </a:lnTo>
                <a:lnTo>
                  <a:pt x="2935" y="5433"/>
                </a:lnTo>
                <a:lnTo>
                  <a:pt x="2934" y="5433"/>
                </a:lnTo>
                <a:lnTo>
                  <a:pt x="2933" y="5434"/>
                </a:lnTo>
                <a:lnTo>
                  <a:pt x="2932" y="5434"/>
                </a:lnTo>
                <a:lnTo>
                  <a:pt x="2931" y="5434"/>
                </a:lnTo>
                <a:lnTo>
                  <a:pt x="2930" y="5434"/>
                </a:lnTo>
                <a:lnTo>
                  <a:pt x="2930" y="5435"/>
                </a:lnTo>
                <a:lnTo>
                  <a:pt x="2929" y="5435"/>
                </a:lnTo>
                <a:lnTo>
                  <a:pt x="2929" y="5436"/>
                </a:lnTo>
                <a:lnTo>
                  <a:pt x="2928" y="5436"/>
                </a:lnTo>
                <a:lnTo>
                  <a:pt x="2928" y="5437"/>
                </a:lnTo>
                <a:lnTo>
                  <a:pt x="2927" y="5437"/>
                </a:lnTo>
                <a:lnTo>
                  <a:pt x="2927" y="5438"/>
                </a:lnTo>
                <a:lnTo>
                  <a:pt x="2926" y="5439"/>
                </a:lnTo>
                <a:lnTo>
                  <a:pt x="2925" y="5440"/>
                </a:lnTo>
                <a:lnTo>
                  <a:pt x="2924" y="5441"/>
                </a:lnTo>
                <a:lnTo>
                  <a:pt x="2923" y="5441"/>
                </a:lnTo>
                <a:lnTo>
                  <a:pt x="2923" y="5442"/>
                </a:lnTo>
                <a:lnTo>
                  <a:pt x="2922" y="5442"/>
                </a:lnTo>
                <a:lnTo>
                  <a:pt x="2921" y="5444"/>
                </a:lnTo>
                <a:lnTo>
                  <a:pt x="2919" y="5444"/>
                </a:lnTo>
                <a:lnTo>
                  <a:pt x="2919" y="5445"/>
                </a:lnTo>
                <a:lnTo>
                  <a:pt x="2918" y="5445"/>
                </a:lnTo>
                <a:lnTo>
                  <a:pt x="2917" y="5445"/>
                </a:lnTo>
                <a:lnTo>
                  <a:pt x="2916" y="5445"/>
                </a:lnTo>
                <a:lnTo>
                  <a:pt x="2915" y="5446"/>
                </a:lnTo>
                <a:lnTo>
                  <a:pt x="2914" y="5446"/>
                </a:lnTo>
                <a:lnTo>
                  <a:pt x="2913" y="5446"/>
                </a:lnTo>
                <a:lnTo>
                  <a:pt x="2912" y="5446"/>
                </a:lnTo>
                <a:lnTo>
                  <a:pt x="2910" y="5447"/>
                </a:lnTo>
                <a:lnTo>
                  <a:pt x="2909" y="5447"/>
                </a:lnTo>
                <a:lnTo>
                  <a:pt x="2907" y="5447"/>
                </a:lnTo>
                <a:lnTo>
                  <a:pt x="2906" y="5448"/>
                </a:lnTo>
                <a:lnTo>
                  <a:pt x="2905" y="5448"/>
                </a:lnTo>
                <a:lnTo>
                  <a:pt x="2904" y="5448"/>
                </a:lnTo>
                <a:lnTo>
                  <a:pt x="2903" y="5448"/>
                </a:lnTo>
                <a:lnTo>
                  <a:pt x="2901" y="5449"/>
                </a:lnTo>
                <a:lnTo>
                  <a:pt x="2899" y="5450"/>
                </a:lnTo>
                <a:lnTo>
                  <a:pt x="2898" y="5450"/>
                </a:lnTo>
                <a:lnTo>
                  <a:pt x="2898" y="5451"/>
                </a:lnTo>
                <a:lnTo>
                  <a:pt x="2897" y="5451"/>
                </a:lnTo>
                <a:lnTo>
                  <a:pt x="2896" y="5453"/>
                </a:lnTo>
                <a:lnTo>
                  <a:pt x="2895" y="5453"/>
                </a:lnTo>
                <a:lnTo>
                  <a:pt x="2894" y="5454"/>
                </a:lnTo>
                <a:lnTo>
                  <a:pt x="2893" y="5455"/>
                </a:lnTo>
                <a:lnTo>
                  <a:pt x="2892" y="5455"/>
                </a:lnTo>
                <a:lnTo>
                  <a:pt x="2891" y="5456"/>
                </a:lnTo>
                <a:lnTo>
                  <a:pt x="2890" y="5457"/>
                </a:lnTo>
                <a:lnTo>
                  <a:pt x="2889" y="5457"/>
                </a:lnTo>
                <a:lnTo>
                  <a:pt x="2889" y="5458"/>
                </a:lnTo>
                <a:lnTo>
                  <a:pt x="2888" y="5458"/>
                </a:lnTo>
                <a:lnTo>
                  <a:pt x="2887" y="5458"/>
                </a:lnTo>
                <a:lnTo>
                  <a:pt x="2886" y="5458"/>
                </a:lnTo>
                <a:lnTo>
                  <a:pt x="2885" y="5459"/>
                </a:lnTo>
                <a:lnTo>
                  <a:pt x="2884" y="5459"/>
                </a:lnTo>
                <a:lnTo>
                  <a:pt x="2884" y="5460"/>
                </a:lnTo>
                <a:lnTo>
                  <a:pt x="2883" y="5460"/>
                </a:lnTo>
                <a:lnTo>
                  <a:pt x="2882" y="5461"/>
                </a:lnTo>
                <a:lnTo>
                  <a:pt x="2881" y="5462"/>
                </a:lnTo>
                <a:lnTo>
                  <a:pt x="2880" y="5463"/>
                </a:lnTo>
                <a:lnTo>
                  <a:pt x="2879" y="5464"/>
                </a:lnTo>
                <a:lnTo>
                  <a:pt x="2878" y="5465"/>
                </a:lnTo>
                <a:lnTo>
                  <a:pt x="2877" y="5465"/>
                </a:lnTo>
                <a:lnTo>
                  <a:pt x="2876" y="5466"/>
                </a:lnTo>
                <a:lnTo>
                  <a:pt x="2875" y="5467"/>
                </a:lnTo>
                <a:lnTo>
                  <a:pt x="2873" y="5469"/>
                </a:lnTo>
                <a:lnTo>
                  <a:pt x="2872" y="5470"/>
                </a:lnTo>
                <a:lnTo>
                  <a:pt x="2871" y="5471"/>
                </a:lnTo>
                <a:lnTo>
                  <a:pt x="2870" y="5471"/>
                </a:lnTo>
                <a:lnTo>
                  <a:pt x="2869" y="5472"/>
                </a:lnTo>
                <a:lnTo>
                  <a:pt x="2868" y="5472"/>
                </a:lnTo>
                <a:lnTo>
                  <a:pt x="2867" y="5473"/>
                </a:lnTo>
                <a:lnTo>
                  <a:pt x="2865" y="5474"/>
                </a:lnTo>
                <a:lnTo>
                  <a:pt x="2864" y="5474"/>
                </a:lnTo>
                <a:lnTo>
                  <a:pt x="2864" y="5475"/>
                </a:lnTo>
                <a:lnTo>
                  <a:pt x="2862" y="5476"/>
                </a:lnTo>
                <a:lnTo>
                  <a:pt x="2861" y="5477"/>
                </a:lnTo>
                <a:lnTo>
                  <a:pt x="2860" y="5478"/>
                </a:lnTo>
                <a:lnTo>
                  <a:pt x="2860" y="5479"/>
                </a:lnTo>
                <a:lnTo>
                  <a:pt x="2859" y="5479"/>
                </a:lnTo>
                <a:lnTo>
                  <a:pt x="2857" y="5480"/>
                </a:lnTo>
                <a:lnTo>
                  <a:pt x="2857" y="5481"/>
                </a:lnTo>
                <a:lnTo>
                  <a:pt x="2855" y="5482"/>
                </a:lnTo>
                <a:lnTo>
                  <a:pt x="2855" y="5483"/>
                </a:lnTo>
                <a:lnTo>
                  <a:pt x="2854" y="5483"/>
                </a:lnTo>
                <a:lnTo>
                  <a:pt x="2853" y="5485"/>
                </a:lnTo>
                <a:lnTo>
                  <a:pt x="2851" y="5486"/>
                </a:lnTo>
                <a:lnTo>
                  <a:pt x="2851" y="5487"/>
                </a:lnTo>
                <a:lnTo>
                  <a:pt x="2849" y="5488"/>
                </a:lnTo>
                <a:lnTo>
                  <a:pt x="2848" y="5489"/>
                </a:lnTo>
                <a:lnTo>
                  <a:pt x="2847" y="5490"/>
                </a:lnTo>
                <a:lnTo>
                  <a:pt x="2846" y="5491"/>
                </a:lnTo>
                <a:lnTo>
                  <a:pt x="2844" y="5492"/>
                </a:lnTo>
                <a:lnTo>
                  <a:pt x="2844" y="5493"/>
                </a:lnTo>
                <a:lnTo>
                  <a:pt x="2843" y="5494"/>
                </a:lnTo>
                <a:lnTo>
                  <a:pt x="2842" y="5494"/>
                </a:lnTo>
                <a:lnTo>
                  <a:pt x="2842" y="5495"/>
                </a:lnTo>
                <a:lnTo>
                  <a:pt x="2841" y="5496"/>
                </a:lnTo>
                <a:lnTo>
                  <a:pt x="2840" y="5496"/>
                </a:lnTo>
                <a:lnTo>
                  <a:pt x="2839" y="5497"/>
                </a:lnTo>
                <a:lnTo>
                  <a:pt x="2839" y="5498"/>
                </a:lnTo>
                <a:lnTo>
                  <a:pt x="2838" y="5499"/>
                </a:lnTo>
                <a:lnTo>
                  <a:pt x="2837" y="5499"/>
                </a:lnTo>
                <a:lnTo>
                  <a:pt x="2837" y="5500"/>
                </a:lnTo>
                <a:lnTo>
                  <a:pt x="2836" y="5501"/>
                </a:lnTo>
                <a:lnTo>
                  <a:pt x="2835" y="5502"/>
                </a:lnTo>
                <a:lnTo>
                  <a:pt x="2834" y="5503"/>
                </a:lnTo>
                <a:lnTo>
                  <a:pt x="2833" y="5503"/>
                </a:lnTo>
                <a:lnTo>
                  <a:pt x="2832" y="5505"/>
                </a:lnTo>
                <a:lnTo>
                  <a:pt x="2831" y="5505"/>
                </a:lnTo>
                <a:lnTo>
                  <a:pt x="2830" y="5506"/>
                </a:lnTo>
                <a:lnTo>
                  <a:pt x="2829" y="5507"/>
                </a:lnTo>
                <a:lnTo>
                  <a:pt x="2828" y="5507"/>
                </a:lnTo>
                <a:lnTo>
                  <a:pt x="2827" y="5508"/>
                </a:lnTo>
                <a:lnTo>
                  <a:pt x="2826" y="5509"/>
                </a:lnTo>
                <a:lnTo>
                  <a:pt x="2823" y="5513"/>
                </a:lnTo>
                <a:lnTo>
                  <a:pt x="2822" y="5513"/>
                </a:lnTo>
                <a:lnTo>
                  <a:pt x="2821" y="5515"/>
                </a:lnTo>
                <a:lnTo>
                  <a:pt x="2820" y="5515"/>
                </a:lnTo>
                <a:lnTo>
                  <a:pt x="2820" y="5516"/>
                </a:lnTo>
                <a:lnTo>
                  <a:pt x="2816" y="5520"/>
                </a:lnTo>
                <a:lnTo>
                  <a:pt x="2815" y="5521"/>
                </a:lnTo>
                <a:lnTo>
                  <a:pt x="2815" y="5522"/>
                </a:lnTo>
                <a:lnTo>
                  <a:pt x="2813" y="5523"/>
                </a:lnTo>
                <a:lnTo>
                  <a:pt x="2812" y="5524"/>
                </a:lnTo>
                <a:lnTo>
                  <a:pt x="2812" y="5525"/>
                </a:lnTo>
                <a:lnTo>
                  <a:pt x="2811" y="5525"/>
                </a:lnTo>
                <a:lnTo>
                  <a:pt x="2810" y="5528"/>
                </a:lnTo>
                <a:lnTo>
                  <a:pt x="2809" y="5530"/>
                </a:lnTo>
                <a:lnTo>
                  <a:pt x="2809" y="5531"/>
                </a:lnTo>
                <a:lnTo>
                  <a:pt x="2809" y="5533"/>
                </a:lnTo>
                <a:lnTo>
                  <a:pt x="2810" y="5534"/>
                </a:lnTo>
                <a:lnTo>
                  <a:pt x="2810" y="5535"/>
                </a:lnTo>
                <a:lnTo>
                  <a:pt x="2810" y="5536"/>
                </a:lnTo>
                <a:lnTo>
                  <a:pt x="2809" y="5537"/>
                </a:lnTo>
                <a:lnTo>
                  <a:pt x="2809" y="5539"/>
                </a:lnTo>
                <a:lnTo>
                  <a:pt x="2809" y="5540"/>
                </a:lnTo>
                <a:lnTo>
                  <a:pt x="2809" y="5542"/>
                </a:lnTo>
                <a:lnTo>
                  <a:pt x="2809" y="5543"/>
                </a:lnTo>
                <a:lnTo>
                  <a:pt x="2807" y="5546"/>
                </a:lnTo>
                <a:lnTo>
                  <a:pt x="2806" y="5550"/>
                </a:lnTo>
                <a:lnTo>
                  <a:pt x="2805" y="5551"/>
                </a:lnTo>
                <a:lnTo>
                  <a:pt x="2805" y="5552"/>
                </a:lnTo>
                <a:lnTo>
                  <a:pt x="2804" y="5553"/>
                </a:lnTo>
                <a:lnTo>
                  <a:pt x="2803" y="5554"/>
                </a:lnTo>
                <a:lnTo>
                  <a:pt x="2802" y="5554"/>
                </a:lnTo>
                <a:lnTo>
                  <a:pt x="2800" y="5554"/>
                </a:lnTo>
                <a:lnTo>
                  <a:pt x="2798" y="5554"/>
                </a:lnTo>
                <a:lnTo>
                  <a:pt x="2797" y="5554"/>
                </a:lnTo>
                <a:lnTo>
                  <a:pt x="2796" y="5554"/>
                </a:lnTo>
                <a:lnTo>
                  <a:pt x="2794" y="5554"/>
                </a:lnTo>
                <a:lnTo>
                  <a:pt x="2792" y="5555"/>
                </a:lnTo>
                <a:lnTo>
                  <a:pt x="2791" y="5555"/>
                </a:lnTo>
                <a:lnTo>
                  <a:pt x="2790" y="5555"/>
                </a:lnTo>
                <a:lnTo>
                  <a:pt x="2788" y="5555"/>
                </a:lnTo>
                <a:lnTo>
                  <a:pt x="2786" y="5555"/>
                </a:lnTo>
                <a:lnTo>
                  <a:pt x="2785" y="5555"/>
                </a:lnTo>
                <a:lnTo>
                  <a:pt x="2784" y="5556"/>
                </a:lnTo>
                <a:lnTo>
                  <a:pt x="2783" y="5556"/>
                </a:lnTo>
                <a:lnTo>
                  <a:pt x="2781" y="5557"/>
                </a:lnTo>
                <a:lnTo>
                  <a:pt x="2780" y="5558"/>
                </a:lnTo>
                <a:lnTo>
                  <a:pt x="2779" y="5558"/>
                </a:lnTo>
                <a:lnTo>
                  <a:pt x="2778" y="5559"/>
                </a:lnTo>
                <a:lnTo>
                  <a:pt x="2776" y="5560"/>
                </a:lnTo>
                <a:lnTo>
                  <a:pt x="2775" y="5560"/>
                </a:lnTo>
                <a:lnTo>
                  <a:pt x="2774" y="5561"/>
                </a:lnTo>
                <a:lnTo>
                  <a:pt x="2773" y="5561"/>
                </a:lnTo>
                <a:lnTo>
                  <a:pt x="2772" y="5561"/>
                </a:lnTo>
                <a:lnTo>
                  <a:pt x="2771" y="5562"/>
                </a:lnTo>
                <a:lnTo>
                  <a:pt x="2770" y="5562"/>
                </a:lnTo>
                <a:lnTo>
                  <a:pt x="2769" y="5562"/>
                </a:lnTo>
                <a:lnTo>
                  <a:pt x="2768" y="5563"/>
                </a:lnTo>
                <a:lnTo>
                  <a:pt x="2767" y="5563"/>
                </a:lnTo>
                <a:lnTo>
                  <a:pt x="2766" y="5563"/>
                </a:lnTo>
                <a:lnTo>
                  <a:pt x="2765" y="5564"/>
                </a:lnTo>
                <a:lnTo>
                  <a:pt x="2763" y="5564"/>
                </a:lnTo>
                <a:lnTo>
                  <a:pt x="2762" y="5564"/>
                </a:lnTo>
                <a:lnTo>
                  <a:pt x="2761" y="5565"/>
                </a:lnTo>
                <a:lnTo>
                  <a:pt x="2760" y="5565"/>
                </a:lnTo>
                <a:lnTo>
                  <a:pt x="2759" y="5565"/>
                </a:lnTo>
                <a:lnTo>
                  <a:pt x="2757" y="5565"/>
                </a:lnTo>
                <a:lnTo>
                  <a:pt x="2756" y="5565"/>
                </a:lnTo>
                <a:lnTo>
                  <a:pt x="2754" y="5565"/>
                </a:lnTo>
                <a:lnTo>
                  <a:pt x="2753" y="5565"/>
                </a:lnTo>
                <a:lnTo>
                  <a:pt x="2751" y="5565"/>
                </a:lnTo>
                <a:lnTo>
                  <a:pt x="2750" y="5565"/>
                </a:lnTo>
                <a:lnTo>
                  <a:pt x="2750" y="5566"/>
                </a:lnTo>
                <a:lnTo>
                  <a:pt x="2747" y="5566"/>
                </a:lnTo>
                <a:lnTo>
                  <a:pt x="2746" y="5565"/>
                </a:lnTo>
                <a:lnTo>
                  <a:pt x="2745" y="5565"/>
                </a:lnTo>
                <a:lnTo>
                  <a:pt x="2744" y="5566"/>
                </a:lnTo>
                <a:lnTo>
                  <a:pt x="2743" y="5566"/>
                </a:lnTo>
                <a:lnTo>
                  <a:pt x="2743" y="5565"/>
                </a:lnTo>
                <a:lnTo>
                  <a:pt x="2743" y="5566"/>
                </a:lnTo>
                <a:lnTo>
                  <a:pt x="2742" y="5566"/>
                </a:lnTo>
                <a:lnTo>
                  <a:pt x="2741" y="5566"/>
                </a:lnTo>
                <a:lnTo>
                  <a:pt x="2740" y="5566"/>
                </a:lnTo>
                <a:lnTo>
                  <a:pt x="2739" y="5566"/>
                </a:lnTo>
                <a:lnTo>
                  <a:pt x="2735" y="5566"/>
                </a:lnTo>
                <a:lnTo>
                  <a:pt x="2734" y="5566"/>
                </a:lnTo>
                <a:lnTo>
                  <a:pt x="2733" y="5566"/>
                </a:lnTo>
                <a:lnTo>
                  <a:pt x="2732" y="5565"/>
                </a:lnTo>
                <a:lnTo>
                  <a:pt x="2730" y="5565"/>
                </a:lnTo>
                <a:lnTo>
                  <a:pt x="2729" y="5565"/>
                </a:lnTo>
                <a:lnTo>
                  <a:pt x="2728" y="5565"/>
                </a:lnTo>
                <a:lnTo>
                  <a:pt x="2727" y="5565"/>
                </a:lnTo>
                <a:lnTo>
                  <a:pt x="2726" y="5565"/>
                </a:lnTo>
                <a:lnTo>
                  <a:pt x="2724" y="5565"/>
                </a:lnTo>
                <a:lnTo>
                  <a:pt x="2722" y="5564"/>
                </a:lnTo>
                <a:lnTo>
                  <a:pt x="2721" y="5564"/>
                </a:lnTo>
                <a:lnTo>
                  <a:pt x="2720" y="5564"/>
                </a:lnTo>
                <a:lnTo>
                  <a:pt x="2719" y="5564"/>
                </a:lnTo>
                <a:lnTo>
                  <a:pt x="2718" y="5564"/>
                </a:lnTo>
                <a:lnTo>
                  <a:pt x="2712" y="5564"/>
                </a:lnTo>
                <a:lnTo>
                  <a:pt x="2711" y="5564"/>
                </a:lnTo>
                <a:lnTo>
                  <a:pt x="2708" y="5564"/>
                </a:lnTo>
                <a:lnTo>
                  <a:pt x="2701" y="5564"/>
                </a:lnTo>
                <a:lnTo>
                  <a:pt x="2700" y="5564"/>
                </a:lnTo>
                <a:lnTo>
                  <a:pt x="2697" y="5564"/>
                </a:lnTo>
                <a:lnTo>
                  <a:pt x="2696" y="5564"/>
                </a:lnTo>
                <a:lnTo>
                  <a:pt x="2694" y="5564"/>
                </a:lnTo>
                <a:lnTo>
                  <a:pt x="2693" y="5564"/>
                </a:lnTo>
                <a:lnTo>
                  <a:pt x="2691" y="5564"/>
                </a:lnTo>
                <a:lnTo>
                  <a:pt x="2690" y="5564"/>
                </a:lnTo>
                <a:lnTo>
                  <a:pt x="2688" y="5565"/>
                </a:lnTo>
                <a:lnTo>
                  <a:pt x="2685" y="5565"/>
                </a:lnTo>
                <a:lnTo>
                  <a:pt x="2681" y="5565"/>
                </a:lnTo>
                <a:lnTo>
                  <a:pt x="2680" y="5565"/>
                </a:lnTo>
                <a:lnTo>
                  <a:pt x="2679" y="5565"/>
                </a:lnTo>
                <a:lnTo>
                  <a:pt x="2678" y="5565"/>
                </a:lnTo>
                <a:lnTo>
                  <a:pt x="2677" y="5565"/>
                </a:lnTo>
                <a:lnTo>
                  <a:pt x="2676" y="5565"/>
                </a:lnTo>
                <a:lnTo>
                  <a:pt x="2673" y="5565"/>
                </a:lnTo>
                <a:lnTo>
                  <a:pt x="2672" y="5565"/>
                </a:lnTo>
                <a:lnTo>
                  <a:pt x="2671" y="5565"/>
                </a:lnTo>
                <a:lnTo>
                  <a:pt x="2670" y="5565"/>
                </a:lnTo>
                <a:lnTo>
                  <a:pt x="2668" y="5565"/>
                </a:lnTo>
                <a:lnTo>
                  <a:pt x="2667" y="5565"/>
                </a:lnTo>
                <a:lnTo>
                  <a:pt x="2666" y="5565"/>
                </a:lnTo>
                <a:lnTo>
                  <a:pt x="2665" y="5565"/>
                </a:lnTo>
                <a:lnTo>
                  <a:pt x="2664" y="5565"/>
                </a:lnTo>
                <a:lnTo>
                  <a:pt x="2663" y="5565"/>
                </a:lnTo>
                <a:lnTo>
                  <a:pt x="2662" y="5565"/>
                </a:lnTo>
                <a:lnTo>
                  <a:pt x="2661" y="5565"/>
                </a:lnTo>
                <a:lnTo>
                  <a:pt x="2660" y="5564"/>
                </a:lnTo>
                <a:lnTo>
                  <a:pt x="2659" y="5564"/>
                </a:lnTo>
                <a:lnTo>
                  <a:pt x="2657" y="5563"/>
                </a:lnTo>
                <a:lnTo>
                  <a:pt x="2657" y="5562"/>
                </a:lnTo>
                <a:lnTo>
                  <a:pt x="2655" y="5561"/>
                </a:lnTo>
                <a:lnTo>
                  <a:pt x="2654" y="5561"/>
                </a:lnTo>
                <a:lnTo>
                  <a:pt x="2653" y="5560"/>
                </a:lnTo>
                <a:lnTo>
                  <a:pt x="2652" y="5560"/>
                </a:lnTo>
                <a:lnTo>
                  <a:pt x="2651" y="5559"/>
                </a:lnTo>
                <a:lnTo>
                  <a:pt x="2650" y="5559"/>
                </a:lnTo>
                <a:lnTo>
                  <a:pt x="2650" y="5558"/>
                </a:lnTo>
                <a:lnTo>
                  <a:pt x="2649" y="5558"/>
                </a:lnTo>
                <a:lnTo>
                  <a:pt x="2648" y="5558"/>
                </a:lnTo>
                <a:lnTo>
                  <a:pt x="2647" y="5557"/>
                </a:lnTo>
                <a:lnTo>
                  <a:pt x="2646" y="5557"/>
                </a:lnTo>
                <a:lnTo>
                  <a:pt x="2645" y="5557"/>
                </a:lnTo>
                <a:lnTo>
                  <a:pt x="2644" y="5557"/>
                </a:lnTo>
                <a:lnTo>
                  <a:pt x="2643" y="5557"/>
                </a:lnTo>
                <a:lnTo>
                  <a:pt x="2642" y="5556"/>
                </a:lnTo>
                <a:lnTo>
                  <a:pt x="2641" y="5556"/>
                </a:lnTo>
                <a:lnTo>
                  <a:pt x="2640" y="5556"/>
                </a:lnTo>
                <a:lnTo>
                  <a:pt x="2639" y="5555"/>
                </a:lnTo>
                <a:lnTo>
                  <a:pt x="2638" y="5555"/>
                </a:lnTo>
                <a:lnTo>
                  <a:pt x="2637" y="5555"/>
                </a:lnTo>
                <a:lnTo>
                  <a:pt x="2636" y="5555"/>
                </a:lnTo>
                <a:lnTo>
                  <a:pt x="2636" y="5554"/>
                </a:lnTo>
                <a:lnTo>
                  <a:pt x="2635" y="5554"/>
                </a:lnTo>
                <a:lnTo>
                  <a:pt x="2634" y="5554"/>
                </a:lnTo>
                <a:lnTo>
                  <a:pt x="2633" y="5554"/>
                </a:lnTo>
                <a:lnTo>
                  <a:pt x="2632" y="5554"/>
                </a:lnTo>
                <a:lnTo>
                  <a:pt x="2630" y="5554"/>
                </a:lnTo>
                <a:lnTo>
                  <a:pt x="2629" y="5554"/>
                </a:lnTo>
                <a:lnTo>
                  <a:pt x="2628" y="5554"/>
                </a:lnTo>
                <a:lnTo>
                  <a:pt x="2627" y="5554"/>
                </a:lnTo>
                <a:lnTo>
                  <a:pt x="2627" y="5555"/>
                </a:lnTo>
                <a:lnTo>
                  <a:pt x="2626" y="5555"/>
                </a:lnTo>
                <a:lnTo>
                  <a:pt x="2625" y="5555"/>
                </a:lnTo>
                <a:lnTo>
                  <a:pt x="2624" y="5555"/>
                </a:lnTo>
                <a:lnTo>
                  <a:pt x="2623" y="5555"/>
                </a:lnTo>
                <a:lnTo>
                  <a:pt x="2622" y="5556"/>
                </a:lnTo>
                <a:lnTo>
                  <a:pt x="2621" y="5556"/>
                </a:lnTo>
                <a:lnTo>
                  <a:pt x="2620" y="5556"/>
                </a:lnTo>
                <a:lnTo>
                  <a:pt x="2619" y="5557"/>
                </a:lnTo>
                <a:lnTo>
                  <a:pt x="2618" y="5557"/>
                </a:lnTo>
                <a:lnTo>
                  <a:pt x="2617" y="5557"/>
                </a:lnTo>
                <a:lnTo>
                  <a:pt x="2616" y="5557"/>
                </a:lnTo>
                <a:lnTo>
                  <a:pt x="2615" y="5557"/>
                </a:lnTo>
                <a:lnTo>
                  <a:pt x="2614" y="5557"/>
                </a:lnTo>
                <a:lnTo>
                  <a:pt x="2613" y="5557"/>
                </a:lnTo>
                <a:lnTo>
                  <a:pt x="2613" y="5556"/>
                </a:lnTo>
                <a:lnTo>
                  <a:pt x="2612" y="5556"/>
                </a:lnTo>
                <a:lnTo>
                  <a:pt x="2611" y="5555"/>
                </a:lnTo>
                <a:lnTo>
                  <a:pt x="2610" y="5555"/>
                </a:lnTo>
                <a:lnTo>
                  <a:pt x="2610" y="5554"/>
                </a:lnTo>
                <a:lnTo>
                  <a:pt x="2609" y="5554"/>
                </a:lnTo>
                <a:lnTo>
                  <a:pt x="2608" y="5553"/>
                </a:lnTo>
                <a:lnTo>
                  <a:pt x="2607" y="5553"/>
                </a:lnTo>
                <a:lnTo>
                  <a:pt x="2606" y="5552"/>
                </a:lnTo>
                <a:lnTo>
                  <a:pt x="2605" y="5551"/>
                </a:lnTo>
                <a:lnTo>
                  <a:pt x="2604" y="5550"/>
                </a:lnTo>
                <a:lnTo>
                  <a:pt x="2603" y="5550"/>
                </a:lnTo>
                <a:lnTo>
                  <a:pt x="2602" y="5550"/>
                </a:lnTo>
                <a:lnTo>
                  <a:pt x="2602" y="5549"/>
                </a:lnTo>
                <a:lnTo>
                  <a:pt x="2599" y="5547"/>
                </a:lnTo>
                <a:lnTo>
                  <a:pt x="2598" y="5547"/>
                </a:lnTo>
                <a:lnTo>
                  <a:pt x="2598" y="5546"/>
                </a:lnTo>
                <a:lnTo>
                  <a:pt x="2596" y="5545"/>
                </a:lnTo>
                <a:lnTo>
                  <a:pt x="2595" y="5544"/>
                </a:lnTo>
                <a:lnTo>
                  <a:pt x="2594" y="5543"/>
                </a:lnTo>
                <a:lnTo>
                  <a:pt x="2593" y="5543"/>
                </a:lnTo>
                <a:lnTo>
                  <a:pt x="2592" y="5543"/>
                </a:lnTo>
                <a:lnTo>
                  <a:pt x="2591" y="5542"/>
                </a:lnTo>
                <a:lnTo>
                  <a:pt x="2590" y="5542"/>
                </a:lnTo>
                <a:lnTo>
                  <a:pt x="2589" y="5542"/>
                </a:lnTo>
                <a:lnTo>
                  <a:pt x="2588" y="5542"/>
                </a:lnTo>
                <a:lnTo>
                  <a:pt x="2587" y="5542"/>
                </a:lnTo>
                <a:lnTo>
                  <a:pt x="2586" y="5542"/>
                </a:lnTo>
                <a:lnTo>
                  <a:pt x="2578" y="5542"/>
                </a:lnTo>
                <a:lnTo>
                  <a:pt x="2577" y="5542"/>
                </a:lnTo>
                <a:lnTo>
                  <a:pt x="2576" y="5542"/>
                </a:lnTo>
                <a:lnTo>
                  <a:pt x="2575" y="5542"/>
                </a:lnTo>
                <a:lnTo>
                  <a:pt x="2573" y="5542"/>
                </a:lnTo>
                <a:lnTo>
                  <a:pt x="2572" y="5542"/>
                </a:lnTo>
                <a:lnTo>
                  <a:pt x="2571" y="5543"/>
                </a:lnTo>
                <a:lnTo>
                  <a:pt x="2570" y="5543"/>
                </a:lnTo>
                <a:lnTo>
                  <a:pt x="2569" y="5543"/>
                </a:lnTo>
                <a:lnTo>
                  <a:pt x="2568" y="5543"/>
                </a:lnTo>
                <a:lnTo>
                  <a:pt x="2567" y="5543"/>
                </a:lnTo>
                <a:lnTo>
                  <a:pt x="2567" y="5544"/>
                </a:lnTo>
                <a:lnTo>
                  <a:pt x="2566" y="5544"/>
                </a:lnTo>
                <a:lnTo>
                  <a:pt x="2565" y="5544"/>
                </a:lnTo>
                <a:lnTo>
                  <a:pt x="2564" y="5544"/>
                </a:lnTo>
                <a:lnTo>
                  <a:pt x="2564" y="5545"/>
                </a:lnTo>
                <a:lnTo>
                  <a:pt x="2563" y="5545"/>
                </a:lnTo>
                <a:lnTo>
                  <a:pt x="2562" y="5545"/>
                </a:lnTo>
                <a:lnTo>
                  <a:pt x="2561" y="5545"/>
                </a:lnTo>
                <a:lnTo>
                  <a:pt x="2560" y="5545"/>
                </a:lnTo>
                <a:lnTo>
                  <a:pt x="2559" y="5545"/>
                </a:lnTo>
                <a:lnTo>
                  <a:pt x="2558" y="5546"/>
                </a:lnTo>
                <a:lnTo>
                  <a:pt x="2557" y="5546"/>
                </a:lnTo>
                <a:lnTo>
                  <a:pt x="2556" y="5546"/>
                </a:lnTo>
                <a:lnTo>
                  <a:pt x="2555" y="5546"/>
                </a:lnTo>
                <a:lnTo>
                  <a:pt x="2554" y="5546"/>
                </a:lnTo>
                <a:lnTo>
                  <a:pt x="2553" y="5546"/>
                </a:lnTo>
                <a:lnTo>
                  <a:pt x="2553" y="5547"/>
                </a:lnTo>
                <a:lnTo>
                  <a:pt x="2552" y="5547"/>
                </a:lnTo>
                <a:lnTo>
                  <a:pt x="2551" y="5547"/>
                </a:lnTo>
                <a:lnTo>
                  <a:pt x="2550" y="5547"/>
                </a:lnTo>
                <a:lnTo>
                  <a:pt x="2549" y="5547"/>
                </a:lnTo>
                <a:lnTo>
                  <a:pt x="2547" y="5547"/>
                </a:lnTo>
                <a:lnTo>
                  <a:pt x="2546" y="5547"/>
                </a:lnTo>
                <a:lnTo>
                  <a:pt x="2544" y="5547"/>
                </a:lnTo>
                <a:lnTo>
                  <a:pt x="2543" y="5547"/>
                </a:lnTo>
                <a:lnTo>
                  <a:pt x="2541" y="5547"/>
                </a:lnTo>
                <a:lnTo>
                  <a:pt x="2540" y="5547"/>
                </a:lnTo>
                <a:lnTo>
                  <a:pt x="2538" y="5547"/>
                </a:lnTo>
                <a:lnTo>
                  <a:pt x="2538" y="5548"/>
                </a:lnTo>
                <a:lnTo>
                  <a:pt x="2537" y="5548"/>
                </a:lnTo>
                <a:lnTo>
                  <a:pt x="2536" y="5548"/>
                </a:lnTo>
                <a:lnTo>
                  <a:pt x="2533" y="5548"/>
                </a:lnTo>
                <a:lnTo>
                  <a:pt x="2532" y="5548"/>
                </a:lnTo>
                <a:lnTo>
                  <a:pt x="2531" y="5548"/>
                </a:lnTo>
                <a:lnTo>
                  <a:pt x="2530" y="5548"/>
                </a:lnTo>
                <a:lnTo>
                  <a:pt x="2529" y="5548"/>
                </a:lnTo>
                <a:lnTo>
                  <a:pt x="2525" y="5548"/>
                </a:lnTo>
                <a:lnTo>
                  <a:pt x="2525" y="5549"/>
                </a:lnTo>
                <a:lnTo>
                  <a:pt x="2524" y="5549"/>
                </a:lnTo>
                <a:lnTo>
                  <a:pt x="2523" y="5549"/>
                </a:lnTo>
                <a:lnTo>
                  <a:pt x="2522" y="5549"/>
                </a:lnTo>
                <a:lnTo>
                  <a:pt x="2521" y="5549"/>
                </a:lnTo>
                <a:lnTo>
                  <a:pt x="2520" y="5549"/>
                </a:lnTo>
                <a:lnTo>
                  <a:pt x="2519" y="5549"/>
                </a:lnTo>
                <a:lnTo>
                  <a:pt x="2518" y="5549"/>
                </a:lnTo>
                <a:lnTo>
                  <a:pt x="2517" y="5549"/>
                </a:lnTo>
                <a:lnTo>
                  <a:pt x="2516" y="5549"/>
                </a:lnTo>
                <a:lnTo>
                  <a:pt x="2515" y="5550"/>
                </a:lnTo>
                <a:lnTo>
                  <a:pt x="2514" y="5550"/>
                </a:lnTo>
                <a:lnTo>
                  <a:pt x="2513" y="5550"/>
                </a:lnTo>
                <a:lnTo>
                  <a:pt x="2512" y="5551"/>
                </a:lnTo>
                <a:lnTo>
                  <a:pt x="2511" y="5551"/>
                </a:lnTo>
                <a:lnTo>
                  <a:pt x="2510" y="5551"/>
                </a:lnTo>
                <a:lnTo>
                  <a:pt x="2508" y="5551"/>
                </a:lnTo>
                <a:lnTo>
                  <a:pt x="2507" y="5551"/>
                </a:lnTo>
                <a:lnTo>
                  <a:pt x="2506" y="5551"/>
                </a:lnTo>
                <a:lnTo>
                  <a:pt x="2504" y="5551"/>
                </a:lnTo>
                <a:lnTo>
                  <a:pt x="2503" y="5552"/>
                </a:lnTo>
                <a:lnTo>
                  <a:pt x="2502" y="5552"/>
                </a:lnTo>
                <a:lnTo>
                  <a:pt x="2501" y="5552"/>
                </a:lnTo>
                <a:lnTo>
                  <a:pt x="2500" y="5552"/>
                </a:lnTo>
                <a:lnTo>
                  <a:pt x="2499" y="5552"/>
                </a:lnTo>
                <a:lnTo>
                  <a:pt x="2498" y="5552"/>
                </a:lnTo>
                <a:lnTo>
                  <a:pt x="2496" y="5551"/>
                </a:lnTo>
                <a:lnTo>
                  <a:pt x="2494" y="5551"/>
                </a:lnTo>
                <a:lnTo>
                  <a:pt x="2493" y="5551"/>
                </a:lnTo>
                <a:lnTo>
                  <a:pt x="2492" y="5551"/>
                </a:lnTo>
                <a:lnTo>
                  <a:pt x="2491" y="5551"/>
                </a:lnTo>
                <a:lnTo>
                  <a:pt x="2490" y="5551"/>
                </a:lnTo>
                <a:lnTo>
                  <a:pt x="2489" y="5550"/>
                </a:lnTo>
                <a:lnTo>
                  <a:pt x="2488" y="5550"/>
                </a:lnTo>
                <a:lnTo>
                  <a:pt x="2487" y="5550"/>
                </a:lnTo>
                <a:lnTo>
                  <a:pt x="2486" y="5550"/>
                </a:lnTo>
                <a:lnTo>
                  <a:pt x="2486" y="5549"/>
                </a:lnTo>
                <a:lnTo>
                  <a:pt x="2487" y="5549"/>
                </a:lnTo>
                <a:lnTo>
                  <a:pt x="2488" y="5548"/>
                </a:lnTo>
                <a:lnTo>
                  <a:pt x="2489" y="5548"/>
                </a:lnTo>
                <a:lnTo>
                  <a:pt x="2490" y="5547"/>
                </a:lnTo>
                <a:lnTo>
                  <a:pt x="2490" y="5546"/>
                </a:lnTo>
                <a:lnTo>
                  <a:pt x="2490" y="5545"/>
                </a:lnTo>
                <a:lnTo>
                  <a:pt x="2491" y="5544"/>
                </a:lnTo>
                <a:lnTo>
                  <a:pt x="2491" y="5543"/>
                </a:lnTo>
                <a:lnTo>
                  <a:pt x="2491" y="5542"/>
                </a:lnTo>
                <a:lnTo>
                  <a:pt x="2492" y="5542"/>
                </a:lnTo>
                <a:lnTo>
                  <a:pt x="2492" y="5541"/>
                </a:lnTo>
                <a:lnTo>
                  <a:pt x="2492" y="5540"/>
                </a:lnTo>
                <a:lnTo>
                  <a:pt x="2493" y="5539"/>
                </a:lnTo>
                <a:lnTo>
                  <a:pt x="2493" y="5538"/>
                </a:lnTo>
                <a:lnTo>
                  <a:pt x="2493" y="5537"/>
                </a:lnTo>
                <a:lnTo>
                  <a:pt x="2493" y="5536"/>
                </a:lnTo>
                <a:lnTo>
                  <a:pt x="2493" y="5535"/>
                </a:lnTo>
                <a:lnTo>
                  <a:pt x="2494" y="5534"/>
                </a:lnTo>
                <a:lnTo>
                  <a:pt x="2494" y="5533"/>
                </a:lnTo>
                <a:lnTo>
                  <a:pt x="2494" y="5531"/>
                </a:lnTo>
                <a:lnTo>
                  <a:pt x="2495" y="5531"/>
                </a:lnTo>
                <a:lnTo>
                  <a:pt x="2495" y="5530"/>
                </a:lnTo>
                <a:lnTo>
                  <a:pt x="2495" y="5529"/>
                </a:lnTo>
                <a:lnTo>
                  <a:pt x="2496" y="5529"/>
                </a:lnTo>
                <a:lnTo>
                  <a:pt x="2496" y="5528"/>
                </a:lnTo>
                <a:lnTo>
                  <a:pt x="2495" y="5527"/>
                </a:lnTo>
                <a:lnTo>
                  <a:pt x="2495" y="5526"/>
                </a:lnTo>
                <a:lnTo>
                  <a:pt x="2493" y="5525"/>
                </a:lnTo>
                <a:lnTo>
                  <a:pt x="2493" y="5524"/>
                </a:lnTo>
                <a:lnTo>
                  <a:pt x="2493" y="5523"/>
                </a:lnTo>
                <a:lnTo>
                  <a:pt x="2493" y="5522"/>
                </a:lnTo>
                <a:lnTo>
                  <a:pt x="2493" y="5521"/>
                </a:lnTo>
                <a:lnTo>
                  <a:pt x="2493" y="5520"/>
                </a:lnTo>
                <a:lnTo>
                  <a:pt x="2493" y="5519"/>
                </a:lnTo>
                <a:lnTo>
                  <a:pt x="2492" y="5519"/>
                </a:lnTo>
                <a:lnTo>
                  <a:pt x="2492" y="5518"/>
                </a:lnTo>
                <a:lnTo>
                  <a:pt x="2491" y="5518"/>
                </a:lnTo>
                <a:lnTo>
                  <a:pt x="2491" y="5517"/>
                </a:lnTo>
                <a:lnTo>
                  <a:pt x="2490" y="5517"/>
                </a:lnTo>
                <a:lnTo>
                  <a:pt x="2489" y="5517"/>
                </a:lnTo>
                <a:lnTo>
                  <a:pt x="2489" y="5516"/>
                </a:lnTo>
                <a:lnTo>
                  <a:pt x="2489" y="5515"/>
                </a:lnTo>
                <a:lnTo>
                  <a:pt x="2489" y="5514"/>
                </a:lnTo>
                <a:lnTo>
                  <a:pt x="2490" y="5514"/>
                </a:lnTo>
                <a:lnTo>
                  <a:pt x="2490" y="5513"/>
                </a:lnTo>
                <a:lnTo>
                  <a:pt x="2490" y="5512"/>
                </a:lnTo>
                <a:lnTo>
                  <a:pt x="2489" y="5511"/>
                </a:lnTo>
                <a:lnTo>
                  <a:pt x="2488" y="5511"/>
                </a:lnTo>
                <a:lnTo>
                  <a:pt x="2488" y="5510"/>
                </a:lnTo>
                <a:lnTo>
                  <a:pt x="2487" y="5510"/>
                </a:lnTo>
                <a:lnTo>
                  <a:pt x="2486" y="5509"/>
                </a:lnTo>
                <a:lnTo>
                  <a:pt x="2485" y="5509"/>
                </a:lnTo>
                <a:lnTo>
                  <a:pt x="2484" y="5509"/>
                </a:lnTo>
                <a:lnTo>
                  <a:pt x="2484" y="5508"/>
                </a:lnTo>
                <a:lnTo>
                  <a:pt x="2484" y="5507"/>
                </a:lnTo>
                <a:lnTo>
                  <a:pt x="2483" y="5507"/>
                </a:lnTo>
                <a:lnTo>
                  <a:pt x="2483" y="5506"/>
                </a:lnTo>
                <a:lnTo>
                  <a:pt x="2483" y="5505"/>
                </a:lnTo>
                <a:lnTo>
                  <a:pt x="2483" y="5504"/>
                </a:lnTo>
                <a:lnTo>
                  <a:pt x="2482" y="5503"/>
                </a:lnTo>
                <a:lnTo>
                  <a:pt x="2482" y="5502"/>
                </a:lnTo>
                <a:lnTo>
                  <a:pt x="2483" y="5501"/>
                </a:lnTo>
                <a:lnTo>
                  <a:pt x="2483" y="5500"/>
                </a:lnTo>
                <a:lnTo>
                  <a:pt x="2482" y="5500"/>
                </a:lnTo>
                <a:lnTo>
                  <a:pt x="2482" y="5499"/>
                </a:lnTo>
                <a:lnTo>
                  <a:pt x="2483" y="5499"/>
                </a:lnTo>
                <a:lnTo>
                  <a:pt x="2482" y="5498"/>
                </a:lnTo>
                <a:lnTo>
                  <a:pt x="2482" y="5497"/>
                </a:lnTo>
                <a:lnTo>
                  <a:pt x="2482" y="5496"/>
                </a:lnTo>
                <a:lnTo>
                  <a:pt x="2482" y="5495"/>
                </a:lnTo>
                <a:lnTo>
                  <a:pt x="2483" y="5495"/>
                </a:lnTo>
                <a:lnTo>
                  <a:pt x="2483" y="5494"/>
                </a:lnTo>
                <a:lnTo>
                  <a:pt x="2484" y="5494"/>
                </a:lnTo>
                <a:lnTo>
                  <a:pt x="2484" y="5493"/>
                </a:lnTo>
                <a:lnTo>
                  <a:pt x="2485" y="5492"/>
                </a:lnTo>
                <a:lnTo>
                  <a:pt x="2485" y="5491"/>
                </a:lnTo>
                <a:lnTo>
                  <a:pt x="2485" y="5490"/>
                </a:lnTo>
                <a:lnTo>
                  <a:pt x="2484" y="5489"/>
                </a:lnTo>
                <a:lnTo>
                  <a:pt x="2485" y="5489"/>
                </a:lnTo>
                <a:lnTo>
                  <a:pt x="2485" y="5488"/>
                </a:lnTo>
                <a:lnTo>
                  <a:pt x="2485" y="5487"/>
                </a:lnTo>
                <a:lnTo>
                  <a:pt x="2484" y="5487"/>
                </a:lnTo>
                <a:lnTo>
                  <a:pt x="2484" y="5486"/>
                </a:lnTo>
                <a:lnTo>
                  <a:pt x="2484" y="5485"/>
                </a:lnTo>
                <a:lnTo>
                  <a:pt x="2484" y="5484"/>
                </a:lnTo>
                <a:lnTo>
                  <a:pt x="2485" y="5484"/>
                </a:lnTo>
                <a:lnTo>
                  <a:pt x="2486" y="5483"/>
                </a:lnTo>
                <a:lnTo>
                  <a:pt x="2486" y="5482"/>
                </a:lnTo>
                <a:lnTo>
                  <a:pt x="2487" y="5482"/>
                </a:lnTo>
                <a:lnTo>
                  <a:pt x="2488" y="5482"/>
                </a:lnTo>
                <a:lnTo>
                  <a:pt x="2489" y="5482"/>
                </a:lnTo>
                <a:lnTo>
                  <a:pt x="2490" y="5481"/>
                </a:lnTo>
                <a:lnTo>
                  <a:pt x="2491" y="5481"/>
                </a:lnTo>
                <a:lnTo>
                  <a:pt x="2491" y="5480"/>
                </a:lnTo>
                <a:lnTo>
                  <a:pt x="2491" y="5479"/>
                </a:lnTo>
                <a:lnTo>
                  <a:pt x="2491" y="5478"/>
                </a:lnTo>
                <a:lnTo>
                  <a:pt x="2492" y="5477"/>
                </a:lnTo>
                <a:lnTo>
                  <a:pt x="2492" y="5476"/>
                </a:lnTo>
                <a:lnTo>
                  <a:pt x="2493" y="5476"/>
                </a:lnTo>
                <a:lnTo>
                  <a:pt x="2493" y="5475"/>
                </a:lnTo>
                <a:lnTo>
                  <a:pt x="2494" y="5473"/>
                </a:lnTo>
                <a:lnTo>
                  <a:pt x="2494" y="5472"/>
                </a:lnTo>
                <a:lnTo>
                  <a:pt x="2493" y="5471"/>
                </a:lnTo>
                <a:lnTo>
                  <a:pt x="2493" y="5470"/>
                </a:lnTo>
                <a:lnTo>
                  <a:pt x="2492" y="5470"/>
                </a:lnTo>
                <a:lnTo>
                  <a:pt x="2492" y="5469"/>
                </a:lnTo>
                <a:lnTo>
                  <a:pt x="2491" y="5468"/>
                </a:lnTo>
                <a:lnTo>
                  <a:pt x="2491" y="5469"/>
                </a:lnTo>
                <a:lnTo>
                  <a:pt x="2490" y="5468"/>
                </a:lnTo>
                <a:lnTo>
                  <a:pt x="2488" y="5468"/>
                </a:lnTo>
                <a:lnTo>
                  <a:pt x="2488" y="5467"/>
                </a:lnTo>
                <a:lnTo>
                  <a:pt x="2489" y="5467"/>
                </a:lnTo>
                <a:lnTo>
                  <a:pt x="2489" y="5466"/>
                </a:lnTo>
                <a:lnTo>
                  <a:pt x="2490" y="5466"/>
                </a:lnTo>
                <a:lnTo>
                  <a:pt x="2490" y="5465"/>
                </a:lnTo>
                <a:lnTo>
                  <a:pt x="2492" y="5465"/>
                </a:lnTo>
                <a:lnTo>
                  <a:pt x="2493" y="5465"/>
                </a:lnTo>
                <a:lnTo>
                  <a:pt x="2493" y="5464"/>
                </a:lnTo>
                <a:lnTo>
                  <a:pt x="2494" y="5464"/>
                </a:lnTo>
                <a:lnTo>
                  <a:pt x="2495" y="5464"/>
                </a:lnTo>
                <a:lnTo>
                  <a:pt x="2496" y="5464"/>
                </a:lnTo>
                <a:lnTo>
                  <a:pt x="2496" y="5465"/>
                </a:lnTo>
                <a:lnTo>
                  <a:pt x="2497" y="5465"/>
                </a:lnTo>
                <a:lnTo>
                  <a:pt x="2497" y="5466"/>
                </a:lnTo>
                <a:lnTo>
                  <a:pt x="2498" y="5466"/>
                </a:lnTo>
                <a:lnTo>
                  <a:pt x="2499" y="5466"/>
                </a:lnTo>
                <a:lnTo>
                  <a:pt x="2500" y="5466"/>
                </a:lnTo>
                <a:lnTo>
                  <a:pt x="2501" y="5466"/>
                </a:lnTo>
                <a:lnTo>
                  <a:pt x="2502" y="5466"/>
                </a:lnTo>
                <a:lnTo>
                  <a:pt x="2503" y="5466"/>
                </a:lnTo>
                <a:lnTo>
                  <a:pt x="2504" y="5465"/>
                </a:lnTo>
                <a:lnTo>
                  <a:pt x="2504" y="5464"/>
                </a:lnTo>
                <a:lnTo>
                  <a:pt x="2504" y="5463"/>
                </a:lnTo>
                <a:lnTo>
                  <a:pt x="2504" y="5462"/>
                </a:lnTo>
                <a:lnTo>
                  <a:pt x="2503" y="5462"/>
                </a:lnTo>
                <a:lnTo>
                  <a:pt x="2503" y="5461"/>
                </a:lnTo>
                <a:lnTo>
                  <a:pt x="2503" y="5460"/>
                </a:lnTo>
                <a:lnTo>
                  <a:pt x="2503" y="5459"/>
                </a:lnTo>
                <a:lnTo>
                  <a:pt x="2502" y="5457"/>
                </a:lnTo>
                <a:lnTo>
                  <a:pt x="2502" y="5456"/>
                </a:lnTo>
                <a:lnTo>
                  <a:pt x="2501" y="5455"/>
                </a:lnTo>
                <a:lnTo>
                  <a:pt x="2501" y="5454"/>
                </a:lnTo>
                <a:lnTo>
                  <a:pt x="2501" y="5453"/>
                </a:lnTo>
                <a:lnTo>
                  <a:pt x="2500" y="5453"/>
                </a:lnTo>
                <a:lnTo>
                  <a:pt x="2500" y="5452"/>
                </a:lnTo>
                <a:lnTo>
                  <a:pt x="2500" y="5451"/>
                </a:lnTo>
                <a:lnTo>
                  <a:pt x="2500" y="5450"/>
                </a:lnTo>
                <a:lnTo>
                  <a:pt x="2499" y="5449"/>
                </a:lnTo>
                <a:lnTo>
                  <a:pt x="2499" y="5448"/>
                </a:lnTo>
                <a:lnTo>
                  <a:pt x="2498" y="5447"/>
                </a:lnTo>
                <a:lnTo>
                  <a:pt x="2498" y="5446"/>
                </a:lnTo>
                <a:lnTo>
                  <a:pt x="2498" y="5445"/>
                </a:lnTo>
                <a:lnTo>
                  <a:pt x="2498" y="5444"/>
                </a:lnTo>
                <a:lnTo>
                  <a:pt x="2497" y="5444"/>
                </a:lnTo>
                <a:lnTo>
                  <a:pt x="2497" y="5443"/>
                </a:lnTo>
                <a:lnTo>
                  <a:pt x="2497" y="5442"/>
                </a:lnTo>
                <a:lnTo>
                  <a:pt x="2496" y="5440"/>
                </a:lnTo>
                <a:lnTo>
                  <a:pt x="2496" y="5439"/>
                </a:lnTo>
                <a:lnTo>
                  <a:pt x="2496" y="5438"/>
                </a:lnTo>
                <a:lnTo>
                  <a:pt x="2495" y="5438"/>
                </a:lnTo>
                <a:lnTo>
                  <a:pt x="2495" y="5437"/>
                </a:lnTo>
                <a:lnTo>
                  <a:pt x="2495" y="5436"/>
                </a:lnTo>
                <a:lnTo>
                  <a:pt x="2494" y="5432"/>
                </a:lnTo>
                <a:lnTo>
                  <a:pt x="2493" y="5432"/>
                </a:lnTo>
                <a:lnTo>
                  <a:pt x="2493" y="5431"/>
                </a:lnTo>
                <a:lnTo>
                  <a:pt x="2493" y="5430"/>
                </a:lnTo>
                <a:lnTo>
                  <a:pt x="2492" y="5430"/>
                </a:lnTo>
                <a:lnTo>
                  <a:pt x="2491" y="5430"/>
                </a:lnTo>
                <a:lnTo>
                  <a:pt x="2490" y="5429"/>
                </a:lnTo>
                <a:lnTo>
                  <a:pt x="2490" y="5428"/>
                </a:lnTo>
                <a:lnTo>
                  <a:pt x="2490" y="5427"/>
                </a:lnTo>
                <a:lnTo>
                  <a:pt x="2490" y="5426"/>
                </a:lnTo>
                <a:lnTo>
                  <a:pt x="2490" y="5425"/>
                </a:lnTo>
                <a:lnTo>
                  <a:pt x="2490" y="5424"/>
                </a:lnTo>
                <a:lnTo>
                  <a:pt x="2490" y="5423"/>
                </a:lnTo>
                <a:lnTo>
                  <a:pt x="2490" y="5422"/>
                </a:lnTo>
                <a:lnTo>
                  <a:pt x="2490" y="5421"/>
                </a:lnTo>
                <a:lnTo>
                  <a:pt x="2489" y="5421"/>
                </a:lnTo>
                <a:lnTo>
                  <a:pt x="2488" y="5422"/>
                </a:lnTo>
                <a:lnTo>
                  <a:pt x="2487" y="5422"/>
                </a:lnTo>
                <a:lnTo>
                  <a:pt x="2487" y="5423"/>
                </a:lnTo>
                <a:lnTo>
                  <a:pt x="2486" y="5424"/>
                </a:lnTo>
                <a:lnTo>
                  <a:pt x="2485" y="5424"/>
                </a:lnTo>
                <a:lnTo>
                  <a:pt x="2484" y="5425"/>
                </a:lnTo>
                <a:lnTo>
                  <a:pt x="2483" y="5425"/>
                </a:lnTo>
                <a:lnTo>
                  <a:pt x="2480" y="5427"/>
                </a:lnTo>
                <a:lnTo>
                  <a:pt x="2478" y="5427"/>
                </a:lnTo>
                <a:lnTo>
                  <a:pt x="2476" y="5427"/>
                </a:lnTo>
                <a:lnTo>
                  <a:pt x="2474" y="5427"/>
                </a:lnTo>
                <a:lnTo>
                  <a:pt x="2473" y="5427"/>
                </a:lnTo>
                <a:lnTo>
                  <a:pt x="2470" y="5425"/>
                </a:lnTo>
                <a:lnTo>
                  <a:pt x="2469" y="5425"/>
                </a:lnTo>
                <a:lnTo>
                  <a:pt x="2468" y="5425"/>
                </a:lnTo>
                <a:lnTo>
                  <a:pt x="2466" y="5426"/>
                </a:lnTo>
                <a:lnTo>
                  <a:pt x="2465" y="5427"/>
                </a:lnTo>
                <a:lnTo>
                  <a:pt x="2462" y="5427"/>
                </a:lnTo>
                <a:lnTo>
                  <a:pt x="2459" y="5427"/>
                </a:lnTo>
                <a:lnTo>
                  <a:pt x="2458" y="5427"/>
                </a:lnTo>
                <a:lnTo>
                  <a:pt x="2456" y="5427"/>
                </a:lnTo>
                <a:lnTo>
                  <a:pt x="2454" y="5428"/>
                </a:lnTo>
                <a:lnTo>
                  <a:pt x="2453" y="5428"/>
                </a:lnTo>
                <a:lnTo>
                  <a:pt x="2453" y="5429"/>
                </a:lnTo>
                <a:lnTo>
                  <a:pt x="2452" y="5429"/>
                </a:lnTo>
                <a:lnTo>
                  <a:pt x="2451" y="5430"/>
                </a:lnTo>
                <a:lnTo>
                  <a:pt x="2450" y="5430"/>
                </a:lnTo>
                <a:lnTo>
                  <a:pt x="2449" y="5430"/>
                </a:lnTo>
                <a:lnTo>
                  <a:pt x="2448" y="5429"/>
                </a:lnTo>
                <a:lnTo>
                  <a:pt x="2447" y="5428"/>
                </a:lnTo>
                <a:lnTo>
                  <a:pt x="2445" y="5428"/>
                </a:lnTo>
                <a:lnTo>
                  <a:pt x="2444" y="5428"/>
                </a:lnTo>
                <a:lnTo>
                  <a:pt x="2445" y="5428"/>
                </a:lnTo>
                <a:lnTo>
                  <a:pt x="2445" y="5427"/>
                </a:lnTo>
                <a:lnTo>
                  <a:pt x="2446" y="5427"/>
                </a:lnTo>
                <a:lnTo>
                  <a:pt x="2448" y="5425"/>
                </a:lnTo>
                <a:lnTo>
                  <a:pt x="2449" y="5424"/>
                </a:lnTo>
                <a:lnTo>
                  <a:pt x="2447" y="5423"/>
                </a:lnTo>
                <a:lnTo>
                  <a:pt x="2445" y="5421"/>
                </a:lnTo>
                <a:lnTo>
                  <a:pt x="2443" y="5421"/>
                </a:lnTo>
                <a:lnTo>
                  <a:pt x="2442" y="5419"/>
                </a:lnTo>
                <a:lnTo>
                  <a:pt x="2441" y="5418"/>
                </a:lnTo>
                <a:lnTo>
                  <a:pt x="2439" y="5416"/>
                </a:lnTo>
                <a:lnTo>
                  <a:pt x="2438" y="5415"/>
                </a:lnTo>
                <a:lnTo>
                  <a:pt x="2437" y="5415"/>
                </a:lnTo>
                <a:lnTo>
                  <a:pt x="2436" y="5415"/>
                </a:lnTo>
                <a:lnTo>
                  <a:pt x="2435" y="5415"/>
                </a:lnTo>
                <a:lnTo>
                  <a:pt x="2433" y="5415"/>
                </a:lnTo>
                <a:lnTo>
                  <a:pt x="2432" y="5415"/>
                </a:lnTo>
                <a:lnTo>
                  <a:pt x="2431" y="5414"/>
                </a:lnTo>
                <a:lnTo>
                  <a:pt x="2430" y="5413"/>
                </a:lnTo>
                <a:lnTo>
                  <a:pt x="2429" y="5412"/>
                </a:lnTo>
                <a:lnTo>
                  <a:pt x="2428" y="5412"/>
                </a:lnTo>
                <a:lnTo>
                  <a:pt x="2427" y="5410"/>
                </a:lnTo>
                <a:lnTo>
                  <a:pt x="2427" y="5409"/>
                </a:lnTo>
                <a:lnTo>
                  <a:pt x="2426" y="5407"/>
                </a:lnTo>
                <a:lnTo>
                  <a:pt x="2425" y="5406"/>
                </a:lnTo>
                <a:lnTo>
                  <a:pt x="2423" y="5406"/>
                </a:lnTo>
                <a:lnTo>
                  <a:pt x="2422" y="5405"/>
                </a:lnTo>
                <a:lnTo>
                  <a:pt x="2421" y="5405"/>
                </a:lnTo>
                <a:lnTo>
                  <a:pt x="2420" y="5403"/>
                </a:lnTo>
                <a:lnTo>
                  <a:pt x="2420" y="5402"/>
                </a:lnTo>
                <a:lnTo>
                  <a:pt x="2420" y="5401"/>
                </a:lnTo>
                <a:lnTo>
                  <a:pt x="2420" y="5400"/>
                </a:lnTo>
                <a:lnTo>
                  <a:pt x="2419" y="5399"/>
                </a:lnTo>
                <a:lnTo>
                  <a:pt x="2417" y="5400"/>
                </a:lnTo>
                <a:lnTo>
                  <a:pt x="2416" y="5399"/>
                </a:lnTo>
                <a:lnTo>
                  <a:pt x="2416" y="5398"/>
                </a:lnTo>
                <a:lnTo>
                  <a:pt x="2416" y="5397"/>
                </a:lnTo>
                <a:lnTo>
                  <a:pt x="2415" y="5397"/>
                </a:lnTo>
                <a:lnTo>
                  <a:pt x="2415" y="5396"/>
                </a:lnTo>
                <a:lnTo>
                  <a:pt x="2415" y="5395"/>
                </a:lnTo>
                <a:lnTo>
                  <a:pt x="2415" y="5394"/>
                </a:lnTo>
                <a:lnTo>
                  <a:pt x="2414" y="5393"/>
                </a:lnTo>
                <a:lnTo>
                  <a:pt x="2413" y="5392"/>
                </a:lnTo>
                <a:lnTo>
                  <a:pt x="2413" y="5391"/>
                </a:lnTo>
                <a:lnTo>
                  <a:pt x="2412" y="5390"/>
                </a:lnTo>
                <a:lnTo>
                  <a:pt x="2413" y="5389"/>
                </a:lnTo>
                <a:lnTo>
                  <a:pt x="2414" y="5387"/>
                </a:lnTo>
                <a:lnTo>
                  <a:pt x="2415" y="5387"/>
                </a:lnTo>
                <a:lnTo>
                  <a:pt x="2416" y="5387"/>
                </a:lnTo>
                <a:lnTo>
                  <a:pt x="2416" y="5386"/>
                </a:lnTo>
                <a:lnTo>
                  <a:pt x="2416" y="5385"/>
                </a:lnTo>
                <a:lnTo>
                  <a:pt x="2415" y="5384"/>
                </a:lnTo>
                <a:lnTo>
                  <a:pt x="2415" y="5383"/>
                </a:lnTo>
                <a:lnTo>
                  <a:pt x="2414" y="5382"/>
                </a:lnTo>
                <a:lnTo>
                  <a:pt x="2413" y="5382"/>
                </a:lnTo>
                <a:lnTo>
                  <a:pt x="2413" y="5381"/>
                </a:lnTo>
                <a:lnTo>
                  <a:pt x="2413" y="5380"/>
                </a:lnTo>
                <a:lnTo>
                  <a:pt x="2414" y="5379"/>
                </a:lnTo>
                <a:lnTo>
                  <a:pt x="2414" y="5378"/>
                </a:lnTo>
                <a:lnTo>
                  <a:pt x="2415" y="5377"/>
                </a:lnTo>
                <a:lnTo>
                  <a:pt x="2415" y="5376"/>
                </a:lnTo>
                <a:lnTo>
                  <a:pt x="2416" y="5375"/>
                </a:lnTo>
                <a:lnTo>
                  <a:pt x="2417" y="5374"/>
                </a:lnTo>
                <a:lnTo>
                  <a:pt x="2418" y="5374"/>
                </a:lnTo>
                <a:lnTo>
                  <a:pt x="2418" y="5373"/>
                </a:lnTo>
                <a:lnTo>
                  <a:pt x="2419" y="5373"/>
                </a:lnTo>
                <a:lnTo>
                  <a:pt x="2420" y="5373"/>
                </a:lnTo>
                <a:lnTo>
                  <a:pt x="2420" y="5372"/>
                </a:lnTo>
                <a:lnTo>
                  <a:pt x="2420" y="5371"/>
                </a:lnTo>
                <a:lnTo>
                  <a:pt x="2421" y="5371"/>
                </a:lnTo>
                <a:lnTo>
                  <a:pt x="2421" y="5370"/>
                </a:lnTo>
                <a:lnTo>
                  <a:pt x="2422" y="5370"/>
                </a:lnTo>
                <a:lnTo>
                  <a:pt x="2423" y="5369"/>
                </a:lnTo>
                <a:lnTo>
                  <a:pt x="2424" y="5369"/>
                </a:lnTo>
                <a:lnTo>
                  <a:pt x="2425" y="5369"/>
                </a:lnTo>
                <a:lnTo>
                  <a:pt x="2425" y="5368"/>
                </a:lnTo>
                <a:lnTo>
                  <a:pt x="2426" y="5368"/>
                </a:lnTo>
                <a:lnTo>
                  <a:pt x="2427" y="5367"/>
                </a:lnTo>
                <a:lnTo>
                  <a:pt x="2427" y="5366"/>
                </a:lnTo>
                <a:lnTo>
                  <a:pt x="2427" y="5365"/>
                </a:lnTo>
                <a:lnTo>
                  <a:pt x="2427" y="5364"/>
                </a:lnTo>
                <a:lnTo>
                  <a:pt x="2428" y="5364"/>
                </a:lnTo>
                <a:lnTo>
                  <a:pt x="2428" y="5363"/>
                </a:lnTo>
                <a:lnTo>
                  <a:pt x="2429" y="5362"/>
                </a:lnTo>
                <a:lnTo>
                  <a:pt x="2429" y="5361"/>
                </a:lnTo>
                <a:lnTo>
                  <a:pt x="2430" y="5360"/>
                </a:lnTo>
                <a:lnTo>
                  <a:pt x="2429" y="5359"/>
                </a:lnTo>
                <a:lnTo>
                  <a:pt x="2429" y="5358"/>
                </a:lnTo>
                <a:lnTo>
                  <a:pt x="2430" y="5358"/>
                </a:lnTo>
                <a:lnTo>
                  <a:pt x="2430" y="5357"/>
                </a:lnTo>
                <a:lnTo>
                  <a:pt x="2431" y="5357"/>
                </a:lnTo>
                <a:lnTo>
                  <a:pt x="2431" y="5356"/>
                </a:lnTo>
                <a:lnTo>
                  <a:pt x="2431" y="5355"/>
                </a:lnTo>
                <a:lnTo>
                  <a:pt x="2431" y="5354"/>
                </a:lnTo>
                <a:lnTo>
                  <a:pt x="2432" y="5354"/>
                </a:lnTo>
                <a:lnTo>
                  <a:pt x="2431" y="5353"/>
                </a:lnTo>
                <a:lnTo>
                  <a:pt x="2431" y="5352"/>
                </a:lnTo>
                <a:lnTo>
                  <a:pt x="2431" y="5351"/>
                </a:lnTo>
                <a:lnTo>
                  <a:pt x="2431" y="5350"/>
                </a:lnTo>
                <a:lnTo>
                  <a:pt x="2431" y="5349"/>
                </a:lnTo>
                <a:lnTo>
                  <a:pt x="2431" y="5348"/>
                </a:lnTo>
                <a:lnTo>
                  <a:pt x="2431" y="5347"/>
                </a:lnTo>
                <a:lnTo>
                  <a:pt x="2431" y="5346"/>
                </a:lnTo>
                <a:lnTo>
                  <a:pt x="2430" y="5346"/>
                </a:lnTo>
                <a:lnTo>
                  <a:pt x="2430" y="5345"/>
                </a:lnTo>
                <a:lnTo>
                  <a:pt x="2429" y="5345"/>
                </a:lnTo>
                <a:lnTo>
                  <a:pt x="2429" y="5344"/>
                </a:lnTo>
                <a:lnTo>
                  <a:pt x="2428" y="5344"/>
                </a:lnTo>
                <a:lnTo>
                  <a:pt x="2428" y="5343"/>
                </a:lnTo>
                <a:lnTo>
                  <a:pt x="2428" y="5342"/>
                </a:lnTo>
                <a:lnTo>
                  <a:pt x="2427" y="5342"/>
                </a:lnTo>
                <a:lnTo>
                  <a:pt x="2426" y="5342"/>
                </a:lnTo>
                <a:lnTo>
                  <a:pt x="2425" y="5342"/>
                </a:lnTo>
                <a:lnTo>
                  <a:pt x="2425" y="5343"/>
                </a:lnTo>
                <a:lnTo>
                  <a:pt x="2424" y="5343"/>
                </a:lnTo>
                <a:lnTo>
                  <a:pt x="2424" y="5342"/>
                </a:lnTo>
                <a:lnTo>
                  <a:pt x="2423" y="5342"/>
                </a:lnTo>
                <a:lnTo>
                  <a:pt x="2423" y="5343"/>
                </a:lnTo>
                <a:lnTo>
                  <a:pt x="2422" y="5343"/>
                </a:lnTo>
                <a:lnTo>
                  <a:pt x="2421" y="5344"/>
                </a:lnTo>
                <a:lnTo>
                  <a:pt x="2421" y="5343"/>
                </a:lnTo>
                <a:lnTo>
                  <a:pt x="2420" y="5343"/>
                </a:lnTo>
                <a:lnTo>
                  <a:pt x="2420" y="5342"/>
                </a:lnTo>
                <a:lnTo>
                  <a:pt x="2419" y="5342"/>
                </a:lnTo>
                <a:lnTo>
                  <a:pt x="2417" y="5342"/>
                </a:lnTo>
                <a:lnTo>
                  <a:pt x="2417" y="5341"/>
                </a:lnTo>
                <a:lnTo>
                  <a:pt x="2416" y="5341"/>
                </a:lnTo>
                <a:lnTo>
                  <a:pt x="2416" y="5340"/>
                </a:lnTo>
                <a:lnTo>
                  <a:pt x="2415" y="5340"/>
                </a:lnTo>
                <a:lnTo>
                  <a:pt x="2415" y="5339"/>
                </a:lnTo>
                <a:lnTo>
                  <a:pt x="2416" y="5338"/>
                </a:lnTo>
                <a:lnTo>
                  <a:pt x="2416" y="5337"/>
                </a:lnTo>
                <a:lnTo>
                  <a:pt x="2417" y="5337"/>
                </a:lnTo>
                <a:lnTo>
                  <a:pt x="2417" y="5336"/>
                </a:lnTo>
                <a:lnTo>
                  <a:pt x="2418" y="5336"/>
                </a:lnTo>
                <a:lnTo>
                  <a:pt x="2418" y="5335"/>
                </a:lnTo>
                <a:lnTo>
                  <a:pt x="2418" y="5334"/>
                </a:lnTo>
                <a:lnTo>
                  <a:pt x="2419" y="5334"/>
                </a:lnTo>
                <a:lnTo>
                  <a:pt x="2420" y="5334"/>
                </a:lnTo>
                <a:lnTo>
                  <a:pt x="2420" y="5333"/>
                </a:lnTo>
                <a:lnTo>
                  <a:pt x="2421" y="5333"/>
                </a:lnTo>
                <a:lnTo>
                  <a:pt x="2422" y="5333"/>
                </a:lnTo>
                <a:lnTo>
                  <a:pt x="2423" y="5333"/>
                </a:lnTo>
                <a:lnTo>
                  <a:pt x="2424" y="5333"/>
                </a:lnTo>
                <a:lnTo>
                  <a:pt x="2424" y="5334"/>
                </a:lnTo>
                <a:lnTo>
                  <a:pt x="2424" y="5335"/>
                </a:lnTo>
                <a:lnTo>
                  <a:pt x="2425" y="5335"/>
                </a:lnTo>
                <a:lnTo>
                  <a:pt x="2426" y="5334"/>
                </a:lnTo>
                <a:lnTo>
                  <a:pt x="2427" y="5333"/>
                </a:lnTo>
                <a:lnTo>
                  <a:pt x="2427" y="5334"/>
                </a:lnTo>
                <a:lnTo>
                  <a:pt x="2428" y="5334"/>
                </a:lnTo>
                <a:lnTo>
                  <a:pt x="2428" y="5335"/>
                </a:lnTo>
                <a:lnTo>
                  <a:pt x="2429" y="5334"/>
                </a:lnTo>
                <a:lnTo>
                  <a:pt x="2430" y="5333"/>
                </a:lnTo>
                <a:lnTo>
                  <a:pt x="2430" y="5332"/>
                </a:lnTo>
                <a:lnTo>
                  <a:pt x="2430" y="5331"/>
                </a:lnTo>
                <a:lnTo>
                  <a:pt x="2431" y="5330"/>
                </a:lnTo>
                <a:lnTo>
                  <a:pt x="2430" y="5330"/>
                </a:lnTo>
                <a:lnTo>
                  <a:pt x="2430" y="5329"/>
                </a:lnTo>
                <a:lnTo>
                  <a:pt x="2430" y="5328"/>
                </a:lnTo>
                <a:lnTo>
                  <a:pt x="2429" y="5328"/>
                </a:lnTo>
                <a:lnTo>
                  <a:pt x="2429" y="5327"/>
                </a:lnTo>
                <a:lnTo>
                  <a:pt x="2428" y="5327"/>
                </a:lnTo>
                <a:lnTo>
                  <a:pt x="2428" y="5326"/>
                </a:lnTo>
                <a:lnTo>
                  <a:pt x="2427" y="5326"/>
                </a:lnTo>
                <a:lnTo>
                  <a:pt x="2427" y="5325"/>
                </a:lnTo>
                <a:lnTo>
                  <a:pt x="2426" y="5325"/>
                </a:lnTo>
                <a:lnTo>
                  <a:pt x="2426" y="5324"/>
                </a:lnTo>
                <a:lnTo>
                  <a:pt x="2425" y="5324"/>
                </a:lnTo>
                <a:lnTo>
                  <a:pt x="2424" y="5324"/>
                </a:lnTo>
                <a:lnTo>
                  <a:pt x="2424" y="5325"/>
                </a:lnTo>
                <a:lnTo>
                  <a:pt x="2424" y="5324"/>
                </a:lnTo>
                <a:lnTo>
                  <a:pt x="2423" y="5324"/>
                </a:lnTo>
                <a:lnTo>
                  <a:pt x="2423" y="5325"/>
                </a:lnTo>
                <a:lnTo>
                  <a:pt x="2422" y="5325"/>
                </a:lnTo>
                <a:lnTo>
                  <a:pt x="2422" y="5326"/>
                </a:lnTo>
                <a:lnTo>
                  <a:pt x="2421" y="5326"/>
                </a:lnTo>
                <a:lnTo>
                  <a:pt x="2420" y="5325"/>
                </a:lnTo>
                <a:lnTo>
                  <a:pt x="2419" y="5325"/>
                </a:lnTo>
                <a:lnTo>
                  <a:pt x="2419" y="5323"/>
                </a:lnTo>
                <a:lnTo>
                  <a:pt x="2419" y="5322"/>
                </a:lnTo>
                <a:lnTo>
                  <a:pt x="2419" y="5321"/>
                </a:lnTo>
                <a:lnTo>
                  <a:pt x="2418" y="5321"/>
                </a:lnTo>
                <a:lnTo>
                  <a:pt x="2417" y="5321"/>
                </a:lnTo>
                <a:lnTo>
                  <a:pt x="2417" y="5320"/>
                </a:lnTo>
                <a:lnTo>
                  <a:pt x="2416" y="5320"/>
                </a:lnTo>
                <a:lnTo>
                  <a:pt x="2415" y="5320"/>
                </a:lnTo>
                <a:lnTo>
                  <a:pt x="2415" y="5319"/>
                </a:lnTo>
                <a:lnTo>
                  <a:pt x="2414" y="5318"/>
                </a:lnTo>
                <a:lnTo>
                  <a:pt x="2413" y="5318"/>
                </a:lnTo>
                <a:lnTo>
                  <a:pt x="2413" y="5317"/>
                </a:lnTo>
                <a:lnTo>
                  <a:pt x="2412" y="5317"/>
                </a:lnTo>
                <a:lnTo>
                  <a:pt x="2412" y="5316"/>
                </a:lnTo>
                <a:lnTo>
                  <a:pt x="2410" y="5316"/>
                </a:lnTo>
                <a:lnTo>
                  <a:pt x="2409" y="5315"/>
                </a:lnTo>
                <a:lnTo>
                  <a:pt x="2408" y="5315"/>
                </a:lnTo>
                <a:lnTo>
                  <a:pt x="2408" y="5314"/>
                </a:lnTo>
                <a:lnTo>
                  <a:pt x="2408" y="5313"/>
                </a:lnTo>
                <a:lnTo>
                  <a:pt x="2409" y="5313"/>
                </a:lnTo>
                <a:lnTo>
                  <a:pt x="2409" y="5312"/>
                </a:lnTo>
                <a:lnTo>
                  <a:pt x="2409" y="5311"/>
                </a:lnTo>
                <a:lnTo>
                  <a:pt x="2410" y="5310"/>
                </a:lnTo>
                <a:lnTo>
                  <a:pt x="2409" y="5309"/>
                </a:lnTo>
                <a:lnTo>
                  <a:pt x="2409" y="5308"/>
                </a:lnTo>
                <a:lnTo>
                  <a:pt x="2409" y="5307"/>
                </a:lnTo>
                <a:lnTo>
                  <a:pt x="2408" y="5307"/>
                </a:lnTo>
                <a:lnTo>
                  <a:pt x="2407" y="5307"/>
                </a:lnTo>
                <a:lnTo>
                  <a:pt x="2407" y="5306"/>
                </a:lnTo>
                <a:lnTo>
                  <a:pt x="2407" y="5305"/>
                </a:lnTo>
                <a:lnTo>
                  <a:pt x="2407" y="5304"/>
                </a:lnTo>
                <a:lnTo>
                  <a:pt x="2407" y="5303"/>
                </a:lnTo>
                <a:lnTo>
                  <a:pt x="2406" y="5303"/>
                </a:lnTo>
                <a:lnTo>
                  <a:pt x="2406" y="5302"/>
                </a:lnTo>
                <a:lnTo>
                  <a:pt x="2406" y="5301"/>
                </a:lnTo>
                <a:lnTo>
                  <a:pt x="2405" y="5301"/>
                </a:lnTo>
                <a:lnTo>
                  <a:pt x="2405" y="5300"/>
                </a:lnTo>
                <a:lnTo>
                  <a:pt x="2404" y="5300"/>
                </a:lnTo>
                <a:lnTo>
                  <a:pt x="2403" y="5300"/>
                </a:lnTo>
                <a:lnTo>
                  <a:pt x="2402" y="5300"/>
                </a:lnTo>
                <a:lnTo>
                  <a:pt x="2402" y="5301"/>
                </a:lnTo>
                <a:lnTo>
                  <a:pt x="2401" y="5301"/>
                </a:lnTo>
                <a:lnTo>
                  <a:pt x="2400" y="5300"/>
                </a:lnTo>
                <a:lnTo>
                  <a:pt x="2401" y="5299"/>
                </a:lnTo>
                <a:lnTo>
                  <a:pt x="2400" y="5299"/>
                </a:lnTo>
                <a:lnTo>
                  <a:pt x="2400" y="5298"/>
                </a:lnTo>
                <a:lnTo>
                  <a:pt x="2399" y="5298"/>
                </a:lnTo>
                <a:lnTo>
                  <a:pt x="2399" y="5297"/>
                </a:lnTo>
                <a:lnTo>
                  <a:pt x="2398" y="5297"/>
                </a:lnTo>
                <a:lnTo>
                  <a:pt x="2398" y="5298"/>
                </a:lnTo>
                <a:lnTo>
                  <a:pt x="2398" y="5297"/>
                </a:lnTo>
                <a:lnTo>
                  <a:pt x="2397" y="5297"/>
                </a:lnTo>
                <a:lnTo>
                  <a:pt x="2396" y="5297"/>
                </a:lnTo>
                <a:lnTo>
                  <a:pt x="2396" y="5296"/>
                </a:lnTo>
                <a:lnTo>
                  <a:pt x="2396" y="5295"/>
                </a:lnTo>
                <a:lnTo>
                  <a:pt x="2395" y="5295"/>
                </a:lnTo>
                <a:lnTo>
                  <a:pt x="2394" y="5294"/>
                </a:lnTo>
                <a:lnTo>
                  <a:pt x="2393" y="5294"/>
                </a:lnTo>
                <a:lnTo>
                  <a:pt x="2392" y="5294"/>
                </a:lnTo>
                <a:lnTo>
                  <a:pt x="2392" y="5293"/>
                </a:lnTo>
                <a:lnTo>
                  <a:pt x="2391" y="5293"/>
                </a:lnTo>
                <a:lnTo>
                  <a:pt x="2391" y="5292"/>
                </a:lnTo>
                <a:lnTo>
                  <a:pt x="2390" y="5292"/>
                </a:lnTo>
                <a:lnTo>
                  <a:pt x="2390" y="5291"/>
                </a:lnTo>
                <a:lnTo>
                  <a:pt x="2389" y="5290"/>
                </a:lnTo>
                <a:lnTo>
                  <a:pt x="2388" y="5290"/>
                </a:lnTo>
                <a:lnTo>
                  <a:pt x="2387" y="5290"/>
                </a:lnTo>
                <a:lnTo>
                  <a:pt x="2386" y="5290"/>
                </a:lnTo>
                <a:lnTo>
                  <a:pt x="2386" y="5289"/>
                </a:lnTo>
                <a:lnTo>
                  <a:pt x="2386" y="5288"/>
                </a:lnTo>
                <a:lnTo>
                  <a:pt x="2386" y="5287"/>
                </a:lnTo>
                <a:lnTo>
                  <a:pt x="2385" y="5286"/>
                </a:lnTo>
                <a:lnTo>
                  <a:pt x="2384" y="5286"/>
                </a:lnTo>
                <a:lnTo>
                  <a:pt x="2384" y="5287"/>
                </a:lnTo>
                <a:lnTo>
                  <a:pt x="2383" y="5287"/>
                </a:lnTo>
                <a:lnTo>
                  <a:pt x="2383" y="5286"/>
                </a:lnTo>
                <a:lnTo>
                  <a:pt x="2382" y="5286"/>
                </a:lnTo>
                <a:lnTo>
                  <a:pt x="2380" y="5286"/>
                </a:lnTo>
                <a:lnTo>
                  <a:pt x="2380" y="5287"/>
                </a:lnTo>
                <a:lnTo>
                  <a:pt x="2380" y="5288"/>
                </a:lnTo>
                <a:lnTo>
                  <a:pt x="2379" y="5288"/>
                </a:lnTo>
                <a:lnTo>
                  <a:pt x="2380" y="5289"/>
                </a:lnTo>
                <a:lnTo>
                  <a:pt x="2380" y="5290"/>
                </a:lnTo>
                <a:lnTo>
                  <a:pt x="2380" y="5291"/>
                </a:lnTo>
                <a:lnTo>
                  <a:pt x="2379" y="5291"/>
                </a:lnTo>
                <a:lnTo>
                  <a:pt x="2379" y="5292"/>
                </a:lnTo>
                <a:lnTo>
                  <a:pt x="2378" y="5292"/>
                </a:lnTo>
                <a:lnTo>
                  <a:pt x="2378" y="5293"/>
                </a:lnTo>
                <a:lnTo>
                  <a:pt x="2377" y="5293"/>
                </a:lnTo>
                <a:lnTo>
                  <a:pt x="2377" y="5292"/>
                </a:lnTo>
                <a:lnTo>
                  <a:pt x="2376" y="5292"/>
                </a:lnTo>
                <a:lnTo>
                  <a:pt x="2376" y="5293"/>
                </a:lnTo>
                <a:lnTo>
                  <a:pt x="2375" y="5293"/>
                </a:lnTo>
                <a:lnTo>
                  <a:pt x="2374" y="5294"/>
                </a:lnTo>
                <a:lnTo>
                  <a:pt x="2374" y="5295"/>
                </a:lnTo>
                <a:lnTo>
                  <a:pt x="2373" y="5295"/>
                </a:lnTo>
                <a:lnTo>
                  <a:pt x="2372" y="5296"/>
                </a:lnTo>
                <a:lnTo>
                  <a:pt x="2373" y="5296"/>
                </a:lnTo>
                <a:lnTo>
                  <a:pt x="2373" y="5297"/>
                </a:lnTo>
                <a:lnTo>
                  <a:pt x="2372" y="5297"/>
                </a:lnTo>
                <a:lnTo>
                  <a:pt x="2372" y="5298"/>
                </a:lnTo>
                <a:lnTo>
                  <a:pt x="2372" y="5299"/>
                </a:lnTo>
                <a:lnTo>
                  <a:pt x="2371" y="5299"/>
                </a:lnTo>
                <a:lnTo>
                  <a:pt x="2371" y="5300"/>
                </a:lnTo>
                <a:lnTo>
                  <a:pt x="2370" y="5300"/>
                </a:lnTo>
                <a:lnTo>
                  <a:pt x="2369" y="5300"/>
                </a:lnTo>
                <a:lnTo>
                  <a:pt x="2369" y="5301"/>
                </a:lnTo>
                <a:lnTo>
                  <a:pt x="2369" y="5302"/>
                </a:lnTo>
                <a:lnTo>
                  <a:pt x="2368" y="5302"/>
                </a:lnTo>
                <a:lnTo>
                  <a:pt x="2368" y="5303"/>
                </a:lnTo>
                <a:lnTo>
                  <a:pt x="2367" y="5303"/>
                </a:lnTo>
                <a:lnTo>
                  <a:pt x="2367" y="5302"/>
                </a:lnTo>
                <a:lnTo>
                  <a:pt x="2366" y="5302"/>
                </a:lnTo>
                <a:lnTo>
                  <a:pt x="2365" y="5302"/>
                </a:lnTo>
                <a:lnTo>
                  <a:pt x="2365" y="5301"/>
                </a:lnTo>
                <a:lnTo>
                  <a:pt x="2364" y="5300"/>
                </a:lnTo>
                <a:lnTo>
                  <a:pt x="2363" y="5300"/>
                </a:lnTo>
                <a:lnTo>
                  <a:pt x="2363" y="5299"/>
                </a:lnTo>
                <a:lnTo>
                  <a:pt x="2363" y="5298"/>
                </a:lnTo>
                <a:lnTo>
                  <a:pt x="2362" y="5299"/>
                </a:lnTo>
                <a:lnTo>
                  <a:pt x="2362" y="5298"/>
                </a:lnTo>
                <a:lnTo>
                  <a:pt x="2361" y="5298"/>
                </a:lnTo>
                <a:lnTo>
                  <a:pt x="2360" y="5298"/>
                </a:lnTo>
                <a:lnTo>
                  <a:pt x="2360" y="5299"/>
                </a:lnTo>
                <a:lnTo>
                  <a:pt x="2359" y="5299"/>
                </a:lnTo>
                <a:lnTo>
                  <a:pt x="2358" y="5299"/>
                </a:lnTo>
                <a:lnTo>
                  <a:pt x="2357" y="5298"/>
                </a:lnTo>
                <a:lnTo>
                  <a:pt x="2357" y="5299"/>
                </a:lnTo>
                <a:lnTo>
                  <a:pt x="2356" y="5299"/>
                </a:lnTo>
                <a:lnTo>
                  <a:pt x="2356" y="5300"/>
                </a:lnTo>
                <a:lnTo>
                  <a:pt x="2355" y="5300"/>
                </a:lnTo>
                <a:lnTo>
                  <a:pt x="2354" y="5300"/>
                </a:lnTo>
                <a:lnTo>
                  <a:pt x="2354" y="5301"/>
                </a:lnTo>
                <a:lnTo>
                  <a:pt x="2354" y="5300"/>
                </a:lnTo>
                <a:lnTo>
                  <a:pt x="2351" y="5300"/>
                </a:lnTo>
                <a:lnTo>
                  <a:pt x="2351" y="5301"/>
                </a:lnTo>
                <a:lnTo>
                  <a:pt x="2351" y="5302"/>
                </a:lnTo>
                <a:lnTo>
                  <a:pt x="2351" y="5303"/>
                </a:lnTo>
                <a:lnTo>
                  <a:pt x="2352" y="5303"/>
                </a:lnTo>
                <a:lnTo>
                  <a:pt x="2352" y="5304"/>
                </a:lnTo>
                <a:lnTo>
                  <a:pt x="2352" y="5305"/>
                </a:lnTo>
                <a:lnTo>
                  <a:pt x="2351" y="5306"/>
                </a:lnTo>
                <a:lnTo>
                  <a:pt x="2351" y="5307"/>
                </a:lnTo>
                <a:lnTo>
                  <a:pt x="2350" y="5307"/>
                </a:lnTo>
                <a:lnTo>
                  <a:pt x="2349" y="5308"/>
                </a:lnTo>
                <a:lnTo>
                  <a:pt x="2348" y="5308"/>
                </a:lnTo>
                <a:lnTo>
                  <a:pt x="2347" y="5309"/>
                </a:lnTo>
                <a:lnTo>
                  <a:pt x="2346" y="5309"/>
                </a:lnTo>
                <a:lnTo>
                  <a:pt x="2345" y="5309"/>
                </a:lnTo>
                <a:lnTo>
                  <a:pt x="2344" y="5310"/>
                </a:lnTo>
                <a:lnTo>
                  <a:pt x="2344" y="5311"/>
                </a:lnTo>
                <a:lnTo>
                  <a:pt x="2343" y="5312"/>
                </a:lnTo>
                <a:lnTo>
                  <a:pt x="2342" y="5313"/>
                </a:lnTo>
                <a:lnTo>
                  <a:pt x="2341" y="5313"/>
                </a:lnTo>
                <a:lnTo>
                  <a:pt x="2340" y="5313"/>
                </a:lnTo>
                <a:lnTo>
                  <a:pt x="2339" y="5313"/>
                </a:lnTo>
                <a:lnTo>
                  <a:pt x="2338" y="5314"/>
                </a:lnTo>
                <a:lnTo>
                  <a:pt x="2337" y="5314"/>
                </a:lnTo>
                <a:lnTo>
                  <a:pt x="2336" y="5315"/>
                </a:lnTo>
                <a:lnTo>
                  <a:pt x="2335" y="5315"/>
                </a:lnTo>
                <a:lnTo>
                  <a:pt x="2334" y="5316"/>
                </a:lnTo>
                <a:lnTo>
                  <a:pt x="2334" y="5317"/>
                </a:lnTo>
                <a:lnTo>
                  <a:pt x="2333" y="5318"/>
                </a:lnTo>
                <a:lnTo>
                  <a:pt x="2333" y="5319"/>
                </a:lnTo>
                <a:lnTo>
                  <a:pt x="2332" y="5320"/>
                </a:lnTo>
                <a:lnTo>
                  <a:pt x="2332" y="5321"/>
                </a:lnTo>
                <a:lnTo>
                  <a:pt x="2331" y="5321"/>
                </a:lnTo>
                <a:lnTo>
                  <a:pt x="2331" y="5322"/>
                </a:lnTo>
                <a:lnTo>
                  <a:pt x="2330" y="5322"/>
                </a:lnTo>
                <a:lnTo>
                  <a:pt x="2329" y="5322"/>
                </a:lnTo>
                <a:lnTo>
                  <a:pt x="2329" y="5321"/>
                </a:lnTo>
                <a:lnTo>
                  <a:pt x="2328" y="5321"/>
                </a:lnTo>
                <a:lnTo>
                  <a:pt x="2326" y="5320"/>
                </a:lnTo>
                <a:lnTo>
                  <a:pt x="2325" y="5320"/>
                </a:lnTo>
                <a:lnTo>
                  <a:pt x="2324" y="5320"/>
                </a:lnTo>
                <a:lnTo>
                  <a:pt x="2324" y="5321"/>
                </a:lnTo>
                <a:lnTo>
                  <a:pt x="2323" y="5321"/>
                </a:lnTo>
                <a:lnTo>
                  <a:pt x="2323" y="5322"/>
                </a:lnTo>
                <a:lnTo>
                  <a:pt x="2322" y="5322"/>
                </a:lnTo>
                <a:lnTo>
                  <a:pt x="2321" y="5323"/>
                </a:lnTo>
                <a:lnTo>
                  <a:pt x="2320" y="5323"/>
                </a:lnTo>
                <a:lnTo>
                  <a:pt x="2319" y="5324"/>
                </a:lnTo>
                <a:lnTo>
                  <a:pt x="2318" y="5324"/>
                </a:lnTo>
                <a:lnTo>
                  <a:pt x="2318" y="5325"/>
                </a:lnTo>
                <a:lnTo>
                  <a:pt x="2317" y="5325"/>
                </a:lnTo>
                <a:lnTo>
                  <a:pt x="2316" y="5325"/>
                </a:lnTo>
                <a:lnTo>
                  <a:pt x="2315" y="5325"/>
                </a:lnTo>
                <a:lnTo>
                  <a:pt x="2315" y="5324"/>
                </a:lnTo>
                <a:lnTo>
                  <a:pt x="2314" y="5324"/>
                </a:lnTo>
                <a:lnTo>
                  <a:pt x="2313" y="5324"/>
                </a:lnTo>
                <a:lnTo>
                  <a:pt x="2311" y="5324"/>
                </a:lnTo>
                <a:lnTo>
                  <a:pt x="2310" y="5324"/>
                </a:lnTo>
                <a:lnTo>
                  <a:pt x="2310" y="5323"/>
                </a:lnTo>
                <a:lnTo>
                  <a:pt x="2309" y="5323"/>
                </a:lnTo>
                <a:lnTo>
                  <a:pt x="2308" y="5323"/>
                </a:lnTo>
                <a:lnTo>
                  <a:pt x="2308" y="5322"/>
                </a:lnTo>
                <a:lnTo>
                  <a:pt x="2307" y="5322"/>
                </a:lnTo>
                <a:lnTo>
                  <a:pt x="2306" y="5322"/>
                </a:lnTo>
                <a:lnTo>
                  <a:pt x="2306" y="5321"/>
                </a:lnTo>
                <a:lnTo>
                  <a:pt x="2305" y="5321"/>
                </a:lnTo>
                <a:lnTo>
                  <a:pt x="2304" y="5321"/>
                </a:lnTo>
                <a:lnTo>
                  <a:pt x="2303" y="5321"/>
                </a:lnTo>
                <a:lnTo>
                  <a:pt x="2303" y="5320"/>
                </a:lnTo>
                <a:lnTo>
                  <a:pt x="2302" y="5320"/>
                </a:lnTo>
                <a:lnTo>
                  <a:pt x="2302" y="5319"/>
                </a:lnTo>
                <a:lnTo>
                  <a:pt x="2301" y="5319"/>
                </a:lnTo>
                <a:lnTo>
                  <a:pt x="2301" y="5318"/>
                </a:lnTo>
                <a:lnTo>
                  <a:pt x="2300" y="5318"/>
                </a:lnTo>
                <a:lnTo>
                  <a:pt x="2299" y="5318"/>
                </a:lnTo>
                <a:lnTo>
                  <a:pt x="2298" y="5318"/>
                </a:lnTo>
                <a:lnTo>
                  <a:pt x="2297" y="5318"/>
                </a:lnTo>
                <a:lnTo>
                  <a:pt x="2296" y="5318"/>
                </a:lnTo>
                <a:lnTo>
                  <a:pt x="2296" y="5317"/>
                </a:lnTo>
                <a:lnTo>
                  <a:pt x="2296" y="5316"/>
                </a:lnTo>
                <a:lnTo>
                  <a:pt x="2295" y="5316"/>
                </a:lnTo>
                <a:lnTo>
                  <a:pt x="2295" y="5315"/>
                </a:lnTo>
                <a:lnTo>
                  <a:pt x="2295" y="5314"/>
                </a:lnTo>
                <a:lnTo>
                  <a:pt x="2294" y="5314"/>
                </a:lnTo>
                <a:lnTo>
                  <a:pt x="2294" y="5313"/>
                </a:lnTo>
                <a:lnTo>
                  <a:pt x="2294" y="5312"/>
                </a:lnTo>
                <a:lnTo>
                  <a:pt x="2294" y="5311"/>
                </a:lnTo>
                <a:lnTo>
                  <a:pt x="2293" y="5311"/>
                </a:lnTo>
                <a:lnTo>
                  <a:pt x="2293" y="5310"/>
                </a:lnTo>
                <a:lnTo>
                  <a:pt x="2293" y="5309"/>
                </a:lnTo>
                <a:lnTo>
                  <a:pt x="2292" y="5309"/>
                </a:lnTo>
                <a:lnTo>
                  <a:pt x="2291" y="5309"/>
                </a:lnTo>
                <a:lnTo>
                  <a:pt x="2291" y="5310"/>
                </a:lnTo>
                <a:lnTo>
                  <a:pt x="2290" y="5310"/>
                </a:lnTo>
                <a:lnTo>
                  <a:pt x="2289" y="5310"/>
                </a:lnTo>
                <a:lnTo>
                  <a:pt x="2289" y="5308"/>
                </a:lnTo>
                <a:lnTo>
                  <a:pt x="2289" y="5307"/>
                </a:lnTo>
                <a:lnTo>
                  <a:pt x="2288" y="5307"/>
                </a:lnTo>
                <a:lnTo>
                  <a:pt x="2288" y="5306"/>
                </a:lnTo>
                <a:lnTo>
                  <a:pt x="2289" y="5306"/>
                </a:lnTo>
                <a:lnTo>
                  <a:pt x="2288" y="5306"/>
                </a:lnTo>
                <a:lnTo>
                  <a:pt x="2288" y="5305"/>
                </a:lnTo>
                <a:lnTo>
                  <a:pt x="2288" y="5304"/>
                </a:lnTo>
                <a:lnTo>
                  <a:pt x="2288" y="5303"/>
                </a:lnTo>
                <a:lnTo>
                  <a:pt x="2287" y="5303"/>
                </a:lnTo>
                <a:lnTo>
                  <a:pt x="2287" y="5302"/>
                </a:lnTo>
                <a:lnTo>
                  <a:pt x="2287" y="5301"/>
                </a:lnTo>
                <a:lnTo>
                  <a:pt x="2287" y="5300"/>
                </a:lnTo>
                <a:lnTo>
                  <a:pt x="2286" y="5300"/>
                </a:lnTo>
                <a:lnTo>
                  <a:pt x="2286" y="5299"/>
                </a:lnTo>
                <a:lnTo>
                  <a:pt x="2286" y="5298"/>
                </a:lnTo>
                <a:lnTo>
                  <a:pt x="2286" y="5297"/>
                </a:lnTo>
                <a:lnTo>
                  <a:pt x="2286" y="5296"/>
                </a:lnTo>
                <a:lnTo>
                  <a:pt x="2286" y="5295"/>
                </a:lnTo>
                <a:lnTo>
                  <a:pt x="2286" y="5294"/>
                </a:lnTo>
                <a:lnTo>
                  <a:pt x="2286" y="5292"/>
                </a:lnTo>
                <a:lnTo>
                  <a:pt x="2286" y="5291"/>
                </a:lnTo>
                <a:lnTo>
                  <a:pt x="2287" y="5290"/>
                </a:lnTo>
                <a:lnTo>
                  <a:pt x="2287" y="5289"/>
                </a:lnTo>
                <a:lnTo>
                  <a:pt x="2287" y="5288"/>
                </a:lnTo>
                <a:lnTo>
                  <a:pt x="2288" y="5288"/>
                </a:lnTo>
                <a:lnTo>
                  <a:pt x="2288" y="5287"/>
                </a:lnTo>
                <a:lnTo>
                  <a:pt x="2289" y="5286"/>
                </a:lnTo>
                <a:lnTo>
                  <a:pt x="2289" y="5285"/>
                </a:lnTo>
                <a:lnTo>
                  <a:pt x="2290" y="5284"/>
                </a:lnTo>
                <a:lnTo>
                  <a:pt x="2290" y="5283"/>
                </a:lnTo>
                <a:lnTo>
                  <a:pt x="2289" y="5283"/>
                </a:lnTo>
                <a:lnTo>
                  <a:pt x="2288" y="5283"/>
                </a:lnTo>
                <a:lnTo>
                  <a:pt x="2288" y="5282"/>
                </a:lnTo>
                <a:lnTo>
                  <a:pt x="2288" y="5281"/>
                </a:lnTo>
                <a:lnTo>
                  <a:pt x="2289" y="5280"/>
                </a:lnTo>
                <a:lnTo>
                  <a:pt x="2289" y="5279"/>
                </a:lnTo>
                <a:lnTo>
                  <a:pt x="2289" y="5278"/>
                </a:lnTo>
                <a:lnTo>
                  <a:pt x="2290" y="5278"/>
                </a:lnTo>
                <a:lnTo>
                  <a:pt x="2289" y="5277"/>
                </a:lnTo>
                <a:lnTo>
                  <a:pt x="2288" y="5276"/>
                </a:lnTo>
                <a:lnTo>
                  <a:pt x="2288" y="5277"/>
                </a:lnTo>
                <a:lnTo>
                  <a:pt x="2287" y="5277"/>
                </a:lnTo>
                <a:lnTo>
                  <a:pt x="2286" y="5277"/>
                </a:lnTo>
                <a:lnTo>
                  <a:pt x="2285" y="5276"/>
                </a:lnTo>
                <a:lnTo>
                  <a:pt x="2284" y="5275"/>
                </a:lnTo>
                <a:lnTo>
                  <a:pt x="2284" y="5276"/>
                </a:lnTo>
                <a:lnTo>
                  <a:pt x="2283" y="5276"/>
                </a:lnTo>
                <a:lnTo>
                  <a:pt x="2283" y="5275"/>
                </a:lnTo>
                <a:lnTo>
                  <a:pt x="2282" y="5275"/>
                </a:lnTo>
                <a:lnTo>
                  <a:pt x="2281" y="5274"/>
                </a:lnTo>
                <a:lnTo>
                  <a:pt x="2280" y="5274"/>
                </a:lnTo>
                <a:lnTo>
                  <a:pt x="2279" y="5274"/>
                </a:lnTo>
                <a:lnTo>
                  <a:pt x="2279" y="5273"/>
                </a:lnTo>
                <a:lnTo>
                  <a:pt x="2279" y="5272"/>
                </a:lnTo>
                <a:lnTo>
                  <a:pt x="2278" y="5272"/>
                </a:lnTo>
                <a:lnTo>
                  <a:pt x="2277" y="5272"/>
                </a:lnTo>
                <a:lnTo>
                  <a:pt x="2277" y="5271"/>
                </a:lnTo>
                <a:lnTo>
                  <a:pt x="2276" y="5271"/>
                </a:lnTo>
                <a:lnTo>
                  <a:pt x="2277" y="5271"/>
                </a:lnTo>
                <a:lnTo>
                  <a:pt x="2277" y="5270"/>
                </a:lnTo>
                <a:lnTo>
                  <a:pt x="2276" y="5270"/>
                </a:lnTo>
                <a:lnTo>
                  <a:pt x="2275" y="5269"/>
                </a:lnTo>
                <a:lnTo>
                  <a:pt x="2274" y="5269"/>
                </a:lnTo>
                <a:lnTo>
                  <a:pt x="2273" y="5269"/>
                </a:lnTo>
                <a:lnTo>
                  <a:pt x="2273" y="5268"/>
                </a:lnTo>
                <a:lnTo>
                  <a:pt x="2272" y="5268"/>
                </a:lnTo>
                <a:lnTo>
                  <a:pt x="2272" y="5267"/>
                </a:lnTo>
                <a:lnTo>
                  <a:pt x="2271" y="5267"/>
                </a:lnTo>
                <a:lnTo>
                  <a:pt x="2270" y="5267"/>
                </a:lnTo>
                <a:lnTo>
                  <a:pt x="2269" y="5267"/>
                </a:lnTo>
                <a:lnTo>
                  <a:pt x="2270" y="5268"/>
                </a:lnTo>
                <a:lnTo>
                  <a:pt x="2269" y="5268"/>
                </a:lnTo>
                <a:lnTo>
                  <a:pt x="2269" y="5269"/>
                </a:lnTo>
                <a:lnTo>
                  <a:pt x="2268" y="5269"/>
                </a:lnTo>
                <a:lnTo>
                  <a:pt x="2267" y="5269"/>
                </a:lnTo>
                <a:lnTo>
                  <a:pt x="2267" y="5270"/>
                </a:lnTo>
                <a:lnTo>
                  <a:pt x="2266" y="5270"/>
                </a:lnTo>
                <a:lnTo>
                  <a:pt x="2265" y="5270"/>
                </a:lnTo>
                <a:lnTo>
                  <a:pt x="2265" y="5271"/>
                </a:lnTo>
                <a:lnTo>
                  <a:pt x="2264" y="5271"/>
                </a:lnTo>
                <a:lnTo>
                  <a:pt x="2263" y="5271"/>
                </a:lnTo>
                <a:lnTo>
                  <a:pt x="2262" y="5271"/>
                </a:lnTo>
                <a:lnTo>
                  <a:pt x="2262" y="5272"/>
                </a:lnTo>
                <a:lnTo>
                  <a:pt x="2261" y="5272"/>
                </a:lnTo>
                <a:lnTo>
                  <a:pt x="2260" y="5272"/>
                </a:lnTo>
                <a:lnTo>
                  <a:pt x="2259" y="5272"/>
                </a:lnTo>
                <a:lnTo>
                  <a:pt x="2258" y="5272"/>
                </a:lnTo>
                <a:lnTo>
                  <a:pt x="2257" y="5272"/>
                </a:lnTo>
                <a:lnTo>
                  <a:pt x="2257" y="5271"/>
                </a:lnTo>
                <a:lnTo>
                  <a:pt x="2257" y="5272"/>
                </a:lnTo>
                <a:lnTo>
                  <a:pt x="2256" y="5272"/>
                </a:lnTo>
                <a:lnTo>
                  <a:pt x="2255" y="5273"/>
                </a:lnTo>
                <a:lnTo>
                  <a:pt x="2254" y="5273"/>
                </a:lnTo>
                <a:lnTo>
                  <a:pt x="2254" y="5274"/>
                </a:lnTo>
                <a:lnTo>
                  <a:pt x="2253" y="5274"/>
                </a:lnTo>
                <a:lnTo>
                  <a:pt x="2252" y="5275"/>
                </a:lnTo>
                <a:lnTo>
                  <a:pt x="2251" y="5275"/>
                </a:lnTo>
                <a:lnTo>
                  <a:pt x="2251" y="5276"/>
                </a:lnTo>
                <a:lnTo>
                  <a:pt x="2250" y="5276"/>
                </a:lnTo>
                <a:lnTo>
                  <a:pt x="2250" y="5275"/>
                </a:lnTo>
                <a:lnTo>
                  <a:pt x="2250" y="5274"/>
                </a:lnTo>
                <a:lnTo>
                  <a:pt x="2249" y="5274"/>
                </a:lnTo>
                <a:lnTo>
                  <a:pt x="2249" y="5273"/>
                </a:lnTo>
                <a:lnTo>
                  <a:pt x="2249" y="5272"/>
                </a:lnTo>
                <a:lnTo>
                  <a:pt x="2248" y="5272"/>
                </a:lnTo>
                <a:lnTo>
                  <a:pt x="2248" y="5271"/>
                </a:lnTo>
                <a:lnTo>
                  <a:pt x="2247" y="5270"/>
                </a:lnTo>
                <a:lnTo>
                  <a:pt x="2246" y="5269"/>
                </a:lnTo>
                <a:lnTo>
                  <a:pt x="2245" y="5269"/>
                </a:lnTo>
                <a:lnTo>
                  <a:pt x="2244" y="5268"/>
                </a:lnTo>
                <a:lnTo>
                  <a:pt x="2243" y="5268"/>
                </a:lnTo>
                <a:lnTo>
                  <a:pt x="2242" y="5268"/>
                </a:lnTo>
                <a:lnTo>
                  <a:pt x="2241" y="5267"/>
                </a:lnTo>
                <a:lnTo>
                  <a:pt x="2241" y="5266"/>
                </a:lnTo>
                <a:lnTo>
                  <a:pt x="2240" y="5266"/>
                </a:lnTo>
                <a:lnTo>
                  <a:pt x="2239" y="5266"/>
                </a:lnTo>
                <a:lnTo>
                  <a:pt x="2239" y="5265"/>
                </a:lnTo>
                <a:lnTo>
                  <a:pt x="2238" y="5265"/>
                </a:lnTo>
                <a:lnTo>
                  <a:pt x="2237" y="5265"/>
                </a:lnTo>
                <a:lnTo>
                  <a:pt x="2236" y="5265"/>
                </a:lnTo>
                <a:lnTo>
                  <a:pt x="2236" y="5266"/>
                </a:lnTo>
                <a:lnTo>
                  <a:pt x="2235" y="5266"/>
                </a:lnTo>
                <a:lnTo>
                  <a:pt x="2234" y="5266"/>
                </a:lnTo>
                <a:lnTo>
                  <a:pt x="2234" y="5267"/>
                </a:lnTo>
                <a:lnTo>
                  <a:pt x="2233" y="5267"/>
                </a:lnTo>
                <a:lnTo>
                  <a:pt x="2232" y="5267"/>
                </a:lnTo>
                <a:lnTo>
                  <a:pt x="2231" y="5267"/>
                </a:lnTo>
                <a:lnTo>
                  <a:pt x="2230" y="5267"/>
                </a:lnTo>
                <a:lnTo>
                  <a:pt x="2229" y="5267"/>
                </a:lnTo>
                <a:lnTo>
                  <a:pt x="2228" y="5267"/>
                </a:lnTo>
                <a:lnTo>
                  <a:pt x="2227" y="5266"/>
                </a:lnTo>
                <a:lnTo>
                  <a:pt x="2227" y="5265"/>
                </a:lnTo>
                <a:lnTo>
                  <a:pt x="2226" y="5264"/>
                </a:lnTo>
                <a:lnTo>
                  <a:pt x="2225" y="5263"/>
                </a:lnTo>
                <a:lnTo>
                  <a:pt x="2224" y="5263"/>
                </a:lnTo>
                <a:lnTo>
                  <a:pt x="2224" y="5262"/>
                </a:lnTo>
                <a:lnTo>
                  <a:pt x="2223" y="5262"/>
                </a:lnTo>
                <a:lnTo>
                  <a:pt x="2222" y="5262"/>
                </a:lnTo>
                <a:lnTo>
                  <a:pt x="2221" y="5262"/>
                </a:lnTo>
                <a:lnTo>
                  <a:pt x="2221" y="5261"/>
                </a:lnTo>
                <a:lnTo>
                  <a:pt x="2220" y="5261"/>
                </a:lnTo>
                <a:lnTo>
                  <a:pt x="2219" y="5261"/>
                </a:lnTo>
                <a:lnTo>
                  <a:pt x="2219" y="5262"/>
                </a:lnTo>
                <a:lnTo>
                  <a:pt x="2218" y="5262"/>
                </a:lnTo>
                <a:lnTo>
                  <a:pt x="2217" y="5262"/>
                </a:lnTo>
                <a:lnTo>
                  <a:pt x="2215" y="5262"/>
                </a:lnTo>
                <a:lnTo>
                  <a:pt x="2214" y="5262"/>
                </a:lnTo>
                <a:lnTo>
                  <a:pt x="2214" y="5261"/>
                </a:lnTo>
                <a:lnTo>
                  <a:pt x="2214" y="5260"/>
                </a:lnTo>
                <a:lnTo>
                  <a:pt x="2214" y="5259"/>
                </a:lnTo>
                <a:lnTo>
                  <a:pt x="2214" y="5258"/>
                </a:lnTo>
                <a:lnTo>
                  <a:pt x="2214" y="5257"/>
                </a:lnTo>
                <a:lnTo>
                  <a:pt x="2213" y="5257"/>
                </a:lnTo>
                <a:lnTo>
                  <a:pt x="2213" y="5256"/>
                </a:lnTo>
                <a:lnTo>
                  <a:pt x="2213" y="5255"/>
                </a:lnTo>
                <a:lnTo>
                  <a:pt x="2213" y="5254"/>
                </a:lnTo>
                <a:lnTo>
                  <a:pt x="2212" y="5254"/>
                </a:lnTo>
                <a:lnTo>
                  <a:pt x="2212" y="5253"/>
                </a:lnTo>
                <a:lnTo>
                  <a:pt x="2211" y="5253"/>
                </a:lnTo>
                <a:lnTo>
                  <a:pt x="2211" y="5252"/>
                </a:lnTo>
                <a:lnTo>
                  <a:pt x="2210" y="5252"/>
                </a:lnTo>
                <a:lnTo>
                  <a:pt x="2210" y="5251"/>
                </a:lnTo>
                <a:lnTo>
                  <a:pt x="2210" y="5250"/>
                </a:lnTo>
                <a:lnTo>
                  <a:pt x="2209" y="5250"/>
                </a:lnTo>
                <a:lnTo>
                  <a:pt x="2209" y="5249"/>
                </a:lnTo>
                <a:lnTo>
                  <a:pt x="2209" y="5248"/>
                </a:lnTo>
                <a:lnTo>
                  <a:pt x="2209" y="5247"/>
                </a:lnTo>
                <a:lnTo>
                  <a:pt x="2208" y="5247"/>
                </a:lnTo>
                <a:lnTo>
                  <a:pt x="2208" y="5246"/>
                </a:lnTo>
                <a:lnTo>
                  <a:pt x="2207" y="5246"/>
                </a:lnTo>
                <a:lnTo>
                  <a:pt x="2206" y="5246"/>
                </a:lnTo>
                <a:lnTo>
                  <a:pt x="2204" y="5246"/>
                </a:lnTo>
                <a:lnTo>
                  <a:pt x="2204" y="5245"/>
                </a:lnTo>
                <a:lnTo>
                  <a:pt x="2203" y="5244"/>
                </a:lnTo>
                <a:lnTo>
                  <a:pt x="2203" y="5243"/>
                </a:lnTo>
                <a:lnTo>
                  <a:pt x="2203" y="5242"/>
                </a:lnTo>
                <a:lnTo>
                  <a:pt x="2203" y="5241"/>
                </a:lnTo>
                <a:lnTo>
                  <a:pt x="2202" y="5241"/>
                </a:lnTo>
                <a:lnTo>
                  <a:pt x="2201" y="5241"/>
                </a:lnTo>
                <a:lnTo>
                  <a:pt x="2200" y="5241"/>
                </a:lnTo>
                <a:lnTo>
                  <a:pt x="2199" y="5241"/>
                </a:lnTo>
                <a:lnTo>
                  <a:pt x="2198" y="5241"/>
                </a:lnTo>
                <a:lnTo>
                  <a:pt x="2196" y="5241"/>
                </a:lnTo>
                <a:lnTo>
                  <a:pt x="2196" y="5242"/>
                </a:lnTo>
                <a:lnTo>
                  <a:pt x="2195" y="5242"/>
                </a:lnTo>
                <a:lnTo>
                  <a:pt x="2195" y="5241"/>
                </a:lnTo>
                <a:lnTo>
                  <a:pt x="2194" y="5241"/>
                </a:lnTo>
                <a:lnTo>
                  <a:pt x="2193" y="5241"/>
                </a:lnTo>
                <a:lnTo>
                  <a:pt x="2192" y="5241"/>
                </a:lnTo>
                <a:lnTo>
                  <a:pt x="2191" y="5241"/>
                </a:lnTo>
                <a:lnTo>
                  <a:pt x="2190" y="5241"/>
                </a:lnTo>
                <a:lnTo>
                  <a:pt x="2190" y="5242"/>
                </a:lnTo>
                <a:lnTo>
                  <a:pt x="2190" y="5241"/>
                </a:lnTo>
                <a:lnTo>
                  <a:pt x="2189" y="5241"/>
                </a:lnTo>
                <a:lnTo>
                  <a:pt x="2188" y="5240"/>
                </a:lnTo>
                <a:lnTo>
                  <a:pt x="2187" y="5240"/>
                </a:lnTo>
                <a:lnTo>
                  <a:pt x="2187" y="5239"/>
                </a:lnTo>
                <a:lnTo>
                  <a:pt x="2186" y="5238"/>
                </a:lnTo>
                <a:lnTo>
                  <a:pt x="2185" y="5237"/>
                </a:lnTo>
                <a:lnTo>
                  <a:pt x="2184" y="5237"/>
                </a:lnTo>
                <a:lnTo>
                  <a:pt x="2183" y="5236"/>
                </a:lnTo>
                <a:lnTo>
                  <a:pt x="2184" y="5236"/>
                </a:lnTo>
                <a:lnTo>
                  <a:pt x="2184" y="5235"/>
                </a:lnTo>
                <a:lnTo>
                  <a:pt x="2184" y="5234"/>
                </a:lnTo>
                <a:lnTo>
                  <a:pt x="2184" y="5233"/>
                </a:lnTo>
                <a:lnTo>
                  <a:pt x="2183" y="5233"/>
                </a:lnTo>
                <a:lnTo>
                  <a:pt x="2183" y="5232"/>
                </a:lnTo>
                <a:lnTo>
                  <a:pt x="2182" y="5232"/>
                </a:lnTo>
                <a:lnTo>
                  <a:pt x="2181" y="5231"/>
                </a:lnTo>
                <a:lnTo>
                  <a:pt x="2181" y="5230"/>
                </a:lnTo>
                <a:lnTo>
                  <a:pt x="2180" y="5230"/>
                </a:lnTo>
                <a:lnTo>
                  <a:pt x="2179" y="5230"/>
                </a:lnTo>
                <a:lnTo>
                  <a:pt x="2178" y="5230"/>
                </a:lnTo>
                <a:lnTo>
                  <a:pt x="2177" y="5229"/>
                </a:lnTo>
                <a:lnTo>
                  <a:pt x="2176" y="5229"/>
                </a:lnTo>
                <a:lnTo>
                  <a:pt x="2175" y="5229"/>
                </a:lnTo>
                <a:lnTo>
                  <a:pt x="2174" y="5229"/>
                </a:lnTo>
                <a:lnTo>
                  <a:pt x="2173" y="5229"/>
                </a:lnTo>
                <a:lnTo>
                  <a:pt x="2173" y="5230"/>
                </a:lnTo>
                <a:lnTo>
                  <a:pt x="2173" y="5232"/>
                </a:lnTo>
                <a:lnTo>
                  <a:pt x="2173" y="5233"/>
                </a:lnTo>
                <a:lnTo>
                  <a:pt x="2173" y="5234"/>
                </a:lnTo>
                <a:lnTo>
                  <a:pt x="2172" y="5234"/>
                </a:lnTo>
                <a:lnTo>
                  <a:pt x="2172" y="5235"/>
                </a:lnTo>
                <a:lnTo>
                  <a:pt x="2171" y="5235"/>
                </a:lnTo>
                <a:lnTo>
                  <a:pt x="2171" y="5236"/>
                </a:lnTo>
                <a:lnTo>
                  <a:pt x="2170" y="5236"/>
                </a:lnTo>
                <a:lnTo>
                  <a:pt x="2170" y="5237"/>
                </a:lnTo>
                <a:lnTo>
                  <a:pt x="2169" y="5237"/>
                </a:lnTo>
                <a:lnTo>
                  <a:pt x="2169" y="5238"/>
                </a:lnTo>
                <a:lnTo>
                  <a:pt x="2168" y="5239"/>
                </a:lnTo>
                <a:lnTo>
                  <a:pt x="2168" y="5238"/>
                </a:lnTo>
                <a:lnTo>
                  <a:pt x="2168" y="5237"/>
                </a:lnTo>
                <a:lnTo>
                  <a:pt x="2167" y="5237"/>
                </a:lnTo>
                <a:lnTo>
                  <a:pt x="2166" y="5236"/>
                </a:lnTo>
                <a:lnTo>
                  <a:pt x="2165" y="5235"/>
                </a:lnTo>
                <a:lnTo>
                  <a:pt x="2164" y="5235"/>
                </a:lnTo>
                <a:lnTo>
                  <a:pt x="2163" y="5235"/>
                </a:lnTo>
                <a:lnTo>
                  <a:pt x="2162" y="5235"/>
                </a:lnTo>
                <a:lnTo>
                  <a:pt x="2161" y="5235"/>
                </a:lnTo>
                <a:lnTo>
                  <a:pt x="2161" y="5236"/>
                </a:lnTo>
                <a:lnTo>
                  <a:pt x="2160" y="5235"/>
                </a:lnTo>
                <a:lnTo>
                  <a:pt x="2160" y="5236"/>
                </a:lnTo>
                <a:lnTo>
                  <a:pt x="2159" y="5236"/>
                </a:lnTo>
                <a:lnTo>
                  <a:pt x="2159" y="5237"/>
                </a:lnTo>
                <a:lnTo>
                  <a:pt x="2158" y="5237"/>
                </a:lnTo>
                <a:lnTo>
                  <a:pt x="2158" y="5238"/>
                </a:lnTo>
                <a:lnTo>
                  <a:pt x="2157" y="5238"/>
                </a:lnTo>
                <a:lnTo>
                  <a:pt x="2156" y="5238"/>
                </a:lnTo>
                <a:lnTo>
                  <a:pt x="2156" y="5237"/>
                </a:lnTo>
                <a:lnTo>
                  <a:pt x="2155" y="5237"/>
                </a:lnTo>
                <a:lnTo>
                  <a:pt x="2155" y="5236"/>
                </a:lnTo>
                <a:lnTo>
                  <a:pt x="2155" y="5235"/>
                </a:lnTo>
                <a:lnTo>
                  <a:pt x="2155" y="5234"/>
                </a:lnTo>
                <a:lnTo>
                  <a:pt x="2155" y="5233"/>
                </a:lnTo>
                <a:lnTo>
                  <a:pt x="2154" y="5233"/>
                </a:lnTo>
                <a:lnTo>
                  <a:pt x="2154" y="5232"/>
                </a:lnTo>
                <a:lnTo>
                  <a:pt x="2154" y="5231"/>
                </a:lnTo>
                <a:lnTo>
                  <a:pt x="2153" y="5231"/>
                </a:lnTo>
                <a:lnTo>
                  <a:pt x="2152" y="5231"/>
                </a:lnTo>
                <a:lnTo>
                  <a:pt x="2152" y="5230"/>
                </a:lnTo>
                <a:lnTo>
                  <a:pt x="2151" y="5230"/>
                </a:lnTo>
                <a:lnTo>
                  <a:pt x="2151" y="5229"/>
                </a:lnTo>
                <a:lnTo>
                  <a:pt x="2151" y="5228"/>
                </a:lnTo>
                <a:lnTo>
                  <a:pt x="2150" y="5228"/>
                </a:lnTo>
                <a:lnTo>
                  <a:pt x="2150" y="5227"/>
                </a:lnTo>
                <a:lnTo>
                  <a:pt x="2149" y="5226"/>
                </a:lnTo>
                <a:lnTo>
                  <a:pt x="2148" y="5226"/>
                </a:lnTo>
                <a:lnTo>
                  <a:pt x="2148" y="5225"/>
                </a:lnTo>
                <a:lnTo>
                  <a:pt x="2147" y="5225"/>
                </a:lnTo>
                <a:lnTo>
                  <a:pt x="2146" y="5225"/>
                </a:lnTo>
                <a:lnTo>
                  <a:pt x="2145" y="5225"/>
                </a:lnTo>
                <a:lnTo>
                  <a:pt x="2144" y="5225"/>
                </a:lnTo>
                <a:lnTo>
                  <a:pt x="2144" y="5226"/>
                </a:lnTo>
                <a:lnTo>
                  <a:pt x="2144" y="5225"/>
                </a:lnTo>
                <a:lnTo>
                  <a:pt x="2143" y="5225"/>
                </a:lnTo>
                <a:lnTo>
                  <a:pt x="2143" y="5224"/>
                </a:lnTo>
                <a:lnTo>
                  <a:pt x="2142" y="5225"/>
                </a:lnTo>
                <a:lnTo>
                  <a:pt x="2141" y="5225"/>
                </a:lnTo>
                <a:lnTo>
                  <a:pt x="2140" y="5225"/>
                </a:lnTo>
                <a:lnTo>
                  <a:pt x="2139" y="5225"/>
                </a:lnTo>
                <a:lnTo>
                  <a:pt x="2138" y="5225"/>
                </a:lnTo>
                <a:lnTo>
                  <a:pt x="2138" y="5224"/>
                </a:lnTo>
                <a:lnTo>
                  <a:pt x="2137" y="5224"/>
                </a:lnTo>
                <a:lnTo>
                  <a:pt x="2137" y="5225"/>
                </a:lnTo>
                <a:lnTo>
                  <a:pt x="2136" y="5225"/>
                </a:lnTo>
                <a:lnTo>
                  <a:pt x="2135" y="5225"/>
                </a:lnTo>
                <a:lnTo>
                  <a:pt x="2134" y="5225"/>
                </a:lnTo>
                <a:lnTo>
                  <a:pt x="2133" y="5225"/>
                </a:lnTo>
                <a:lnTo>
                  <a:pt x="2133" y="5224"/>
                </a:lnTo>
                <a:lnTo>
                  <a:pt x="2133" y="5223"/>
                </a:lnTo>
                <a:lnTo>
                  <a:pt x="2132" y="5222"/>
                </a:lnTo>
                <a:lnTo>
                  <a:pt x="2132" y="5221"/>
                </a:lnTo>
                <a:lnTo>
                  <a:pt x="2132" y="5220"/>
                </a:lnTo>
                <a:lnTo>
                  <a:pt x="2131" y="5220"/>
                </a:lnTo>
                <a:lnTo>
                  <a:pt x="2131" y="5219"/>
                </a:lnTo>
                <a:lnTo>
                  <a:pt x="2130" y="5219"/>
                </a:lnTo>
                <a:lnTo>
                  <a:pt x="2130" y="5218"/>
                </a:lnTo>
                <a:lnTo>
                  <a:pt x="2130" y="5217"/>
                </a:lnTo>
                <a:lnTo>
                  <a:pt x="2130" y="5216"/>
                </a:lnTo>
                <a:lnTo>
                  <a:pt x="2129" y="5216"/>
                </a:lnTo>
                <a:lnTo>
                  <a:pt x="2129" y="5215"/>
                </a:lnTo>
                <a:lnTo>
                  <a:pt x="2128" y="5215"/>
                </a:lnTo>
                <a:lnTo>
                  <a:pt x="2128" y="5214"/>
                </a:lnTo>
                <a:lnTo>
                  <a:pt x="2127" y="5214"/>
                </a:lnTo>
                <a:lnTo>
                  <a:pt x="2127" y="5215"/>
                </a:lnTo>
                <a:lnTo>
                  <a:pt x="2124" y="5215"/>
                </a:lnTo>
                <a:lnTo>
                  <a:pt x="2124" y="5214"/>
                </a:lnTo>
                <a:lnTo>
                  <a:pt x="2124" y="5213"/>
                </a:lnTo>
                <a:lnTo>
                  <a:pt x="2123" y="5213"/>
                </a:lnTo>
                <a:lnTo>
                  <a:pt x="2123" y="5212"/>
                </a:lnTo>
                <a:lnTo>
                  <a:pt x="2123" y="5211"/>
                </a:lnTo>
                <a:lnTo>
                  <a:pt x="2122" y="5211"/>
                </a:lnTo>
                <a:lnTo>
                  <a:pt x="2121" y="5211"/>
                </a:lnTo>
                <a:lnTo>
                  <a:pt x="2120" y="5211"/>
                </a:lnTo>
                <a:lnTo>
                  <a:pt x="2119" y="5211"/>
                </a:lnTo>
                <a:lnTo>
                  <a:pt x="2118" y="5210"/>
                </a:lnTo>
                <a:lnTo>
                  <a:pt x="2118" y="5209"/>
                </a:lnTo>
                <a:lnTo>
                  <a:pt x="2117" y="5209"/>
                </a:lnTo>
                <a:lnTo>
                  <a:pt x="2117" y="5210"/>
                </a:lnTo>
                <a:lnTo>
                  <a:pt x="2117" y="5211"/>
                </a:lnTo>
                <a:lnTo>
                  <a:pt x="2116" y="5211"/>
                </a:lnTo>
                <a:lnTo>
                  <a:pt x="2116" y="5212"/>
                </a:lnTo>
                <a:lnTo>
                  <a:pt x="2115" y="5212"/>
                </a:lnTo>
                <a:lnTo>
                  <a:pt x="2114" y="5212"/>
                </a:lnTo>
                <a:lnTo>
                  <a:pt x="2114" y="5213"/>
                </a:lnTo>
                <a:lnTo>
                  <a:pt x="2113" y="5213"/>
                </a:lnTo>
                <a:lnTo>
                  <a:pt x="2112" y="5213"/>
                </a:lnTo>
                <a:lnTo>
                  <a:pt x="2112" y="5214"/>
                </a:lnTo>
                <a:lnTo>
                  <a:pt x="2112" y="5215"/>
                </a:lnTo>
                <a:lnTo>
                  <a:pt x="2113" y="5215"/>
                </a:lnTo>
                <a:lnTo>
                  <a:pt x="2113" y="5216"/>
                </a:lnTo>
                <a:lnTo>
                  <a:pt x="2114" y="5216"/>
                </a:lnTo>
                <a:lnTo>
                  <a:pt x="2114" y="5217"/>
                </a:lnTo>
                <a:lnTo>
                  <a:pt x="2113" y="5217"/>
                </a:lnTo>
                <a:lnTo>
                  <a:pt x="2113" y="5218"/>
                </a:lnTo>
                <a:lnTo>
                  <a:pt x="2112" y="5218"/>
                </a:lnTo>
                <a:lnTo>
                  <a:pt x="2112" y="5219"/>
                </a:lnTo>
                <a:lnTo>
                  <a:pt x="2111" y="5219"/>
                </a:lnTo>
                <a:lnTo>
                  <a:pt x="2111" y="5220"/>
                </a:lnTo>
                <a:lnTo>
                  <a:pt x="2110" y="5219"/>
                </a:lnTo>
                <a:lnTo>
                  <a:pt x="2110" y="5220"/>
                </a:lnTo>
                <a:lnTo>
                  <a:pt x="2109" y="5220"/>
                </a:lnTo>
                <a:lnTo>
                  <a:pt x="2108" y="5220"/>
                </a:lnTo>
                <a:lnTo>
                  <a:pt x="2108" y="5219"/>
                </a:lnTo>
                <a:lnTo>
                  <a:pt x="2107" y="5219"/>
                </a:lnTo>
                <a:lnTo>
                  <a:pt x="2107" y="5220"/>
                </a:lnTo>
                <a:lnTo>
                  <a:pt x="2106" y="5220"/>
                </a:lnTo>
                <a:lnTo>
                  <a:pt x="2105" y="5220"/>
                </a:lnTo>
                <a:lnTo>
                  <a:pt x="2105" y="5221"/>
                </a:lnTo>
                <a:lnTo>
                  <a:pt x="2104" y="5221"/>
                </a:lnTo>
                <a:lnTo>
                  <a:pt x="2103" y="5222"/>
                </a:lnTo>
                <a:lnTo>
                  <a:pt x="2102" y="5222"/>
                </a:lnTo>
                <a:lnTo>
                  <a:pt x="2101" y="5222"/>
                </a:lnTo>
                <a:lnTo>
                  <a:pt x="2101" y="5221"/>
                </a:lnTo>
                <a:lnTo>
                  <a:pt x="2100" y="5221"/>
                </a:lnTo>
                <a:lnTo>
                  <a:pt x="2099" y="5221"/>
                </a:lnTo>
                <a:lnTo>
                  <a:pt x="2099" y="5220"/>
                </a:lnTo>
                <a:lnTo>
                  <a:pt x="2098" y="5220"/>
                </a:lnTo>
                <a:lnTo>
                  <a:pt x="2097" y="5220"/>
                </a:lnTo>
                <a:lnTo>
                  <a:pt x="2097" y="5219"/>
                </a:lnTo>
                <a:lnTo>
                  <a:pt x="2096" y="5219"/>
                </a:lnTo>
                <a:lnTo>
                  <a:pt x="2095" y="5219"/>
                </a:lnTo>
                <a:lnTo>
                  <a:pt x="2094" y="5219"/>
                </a:lnTo>
                <a:lnTo>
                  <a:pt x="2094" y="5220"/>
                </a:lnTo>
                <a:lnTo>
                  <a:pt x="2093" y="5220"/>
                </a:lnTo>
                <a:lnTo>
                  <a:pt x="2093" y="5221"/>
                </a:lnTo>
                <a:lnTo>
                  <a:pt x="2092" y="5221"/>
                </a:lnTo>
                <a:lnTo>
                  <a:pt x="2091" y="5221"/>
                </a:lnTo>
                <a:lnTo>
                  <a:pt x="2091" y="5220"/>
                </a:lnTo>
                <a:lnTo>
                  <a:pt x="2091" y="5221"/>
                </a:lnTo>
                <a:lnTo>
                  <a:pt x="2090" y="5221"/>
                </a:lnTo>
                <a:lnTo>
                  <a:pt x="2089" y="5221"/>
                </a:lnTo>
                <a:lnTo>
                  <a:pt x="2088" y="5220"/>
                </a:lnTo>
                <a:lnTo>
                  <a:pt x="2087" y="5220"/>
                </a:lnTo>
                <a:lnTo>
                  <a:pt x="2086" y="5220"/>
                </a:lnTo>
                <a:lnTo>
                  <a:pt x="2086" y="5221"/>
                </a:lnTo>
                <a:lnTo>
                  <a:pt x="2085" y="5221"/>
                </a:lnTo>
                <a:lnTo>
                  <a:pt x="2084" y="5221"/>
                </a:lnTo>
                <a:lnTo>
                  <a:pt x="2083" y="5221"/>
                </a:lnTo>
                <a:lnTo>
                  <a:pt x="2083" y="5220"/>
                </a:lnTo>
                <a:lnTo>
                  <a:pt x="2082" y="5220"/>
                </a:lnTo>
                <a:lnTo>
                  <a:pt x="2081" y="5220"/>
                </a:lnTo>
                <a:lnTo>
                  <a:pt x="2080" y="5220"/>
                </a:lnTo>
                <a:lnTo>
                  <a:pt x="2080" y="5221"/>
                </a:lnTo>
                <a:lnTo>
                  <a:pt x="2081" y="5221"/>
                </a:lnTo>
                <a:lnTo>
                  <a:pt x="2080" y="5221"/>
                </a:lnTo>
                <a:lnTo>
                  <a:pt x="2079" y="5222"/>
                </a:lnTo>
                <a:lnTo>
                  <a:pt x="2080" y="5222"/>
                </a:lnTo>
                <a:lnTo>
                  <a:pt x="2080" y="5223"/>
                </a:lnTo>
                <a:lnTo>
                  <a:pt x="2079" y="5223"/>
                </a:lnTo>
                <a:lnTo>
                  <a:pt x="2078" y="5223"/>
                </a:lnTo>
                <a:lnTo>
                  <a:pt x="2078" y="5224"/>
                </a:lnTo>
                <a:lnTo>
                  <a:pt x="2077" y="5224"/>
                </a:lnTo>
                <a:lnTo>
                  <a:pt x="2077" y="5225"/>
                </a:lnTo>
                <a:lnTo>
                  <a:pt x="2076" y="5225"/>
                </a:lnTo>
                <a:lnTo>
                  <a:pt x="2076" y="5226"/>
                </a:lnTo>
                <a:lnTo>
                  <a:pt x="2075" y="5226"/>
                </a:lnTo>
                <a:lnTo>
                  <a:pt x="2075" y="5227"/>
                </a:lnTo>
                <a:lnTo>
                  <a:pt x="2074" y="5227"/>
                </a:lnTo>
                <a:lnTo>
                  <a:pt x="2074" y="5228"/>
                </a:lnTo>
                <a:lnTo>
                  <a:pt x="2074" y="5229"/>
                </a:lnTo>
                <a:lnTo>
                  <a:pt x="2073" y="5229"/>
                </a:lnTo>
                <a:lnTo>
                  <a:pt x="2072" y="5228"/>
                </a:lnTo>
                <a:lnTo>
                  <a:pt x="2071" y="5228"/>
                </a:lnTo>
                <a:lnTo>
                  <a:pt x="2071" y="5229"/>
                </a:lnTo>
                <a:lnTo>
                  <a:pt x="2070" y="5229"/>
                </a:lnTo>
                <a:lnTo>
                  <a:pt x="2070" y="5230"/>
                </a:lnTo>
                <a:lnTo>
                  <a:pt x="2070" y="5231"/>
                </a:lnTo>
                <a:lnTo>
                  <a:pt x="2069" y="5231"/>
                </a:lnTo>
                <a:lnTo>
                  <a:pt x="2069" y="5232"/>
                </a:lnTo>
                <a:lnTo>
                  <a:pt x="2068" y="5233"/>
                </a:lnTo>
                <a:lnTo>
                  <a:pt x="2067" y="5233"/>
                </a:lnTo>
                <a:lnTo>
                  <a:pt x="2067" y="5234"/>
                </a:lnTo>
                <a:lnTo>
                  <a:pt x="2066" y="5234"/>
                </a:lnTo>
                <a:lnTo>
                  <a:pt x="2066" y="5235"/>
                </a:lnTo>
                <a:lnTo>
                  <a:pt x="2066" y="5234"/>
                </a:lnTo>
                <a:lnTo>
                  <a:pt x="2065" y="5234"/>
                </a:lnTo>
                <a:lnTo>
                  <a:pt x="2065" y="5233"/>
                </a:lnTo>
                <a:lnTo>
                  <a:pt x="2064" y="5233"/>
                </a:lnTo>
                <a:lnTo>
                  <a:pt x="2063" y="5233"/>
                </a:lnTo>
                <a:lnTo>
                  <a:pt x="2063" y="5232"/>
                </a:lnTo>
                <a:lnTo>
                  <a:pt x="2062" y="5232"/>
                </a:lnTo>
                <a:lnTo>
                  <a:pt x="2062" y="5233"/>
                </a:lnTo>
                <a:lnTo>
                  <a:pt x="2061" y="5233"/>
                </a:lnTo>
                <a:lnTo>
                  <a:pt x="2061" y="5234"/>
                </a:lnTo>
                <a:lnTo>
                  <a:pt x="2061" y="5235"/>
                </a:lnTo>
                <a:lnTo>
                  <a:pt x="2060" y="5235"/>
                </a:lnTo>
                <a:lnTo>
                  <a:pt x="2060" y="5236"/>
                </a:lnTo>
                <a:lnTo>
                  <a:pt x="2059" y="5236"/>
                </a:lnTo>
                <a:lnTo>
                  <a:pt x="2059" y="5237"/>
                </a:lnTo>
                <a:lnTo>
                  <a:pt x="2058" y="5237"/>
                </a:lnTo>
                <a:lnTo>
                  <a:pt x="2057" y="5238"/>
                </a:lnTo>
                <a:lnTo>
                  <a:pt x="2056" y="5238"/>
                </a:lnTo>
                <a:lnTo>
                  <a:pt x="2056" y="5239"/>
                </a:lnTo>
                <a:lnTo>
                  <a:pt x="2055" y="5240"/>
                </a:lnTo>
                <a:lnTo>
                  <a:pt x="2054" y="5240"/>
                </a:lnTo>
                <a:lnTo>
                  <a:pt x="2054" y="5241"/>
                </a:lnTo>
                <a:lnTo>
                  <a:pt x="2054" y="5242"/>
                </a:lnTo>
                <a:lnTo>
                  <a:pt x="2054" y="5241"/>
                </a:lnTo>
                <a:lnTo>
                  <a:pt x="2054" y="5242"/>
                </a:lnTo>
                <a:lnTo>
                  <a:pt x="2053" y="5242"/>
                </a:lnTo>
                <a:lnTo>
                  <a:pt x="2052" y="5242"/>
                </a:lnTo>
                <a:lnTo>
                  <a:pt x="2052" y="5243"/>
                </a:lnTo>
                <a:lnTo>
                  <a:pt x="2051" y="5243"/>
                </a:lnTo>
                <a:lnTo>
                  <a:pt x="2052" y="5243"/>
                </a:lnTo>
                <a:lnTo>
                  <a:pt x="2052" y="5244"/>
                </a:lnTo>
                <a:lnTo>
                  <a:pt x="2052" y="5245"/>
                </a:lnTo>
                <a:lnTo>
                  <a:pt x="2053" y="5245"/>
                </a:lnTo>
                <a:lnTo>
                  <a:pt x="2053" y="5246"/>
                </a:lnTo>
                <a:lnTo>
                  <a:pt x="2053" y="5247"/>
                </a:lnTo>
                <a:lnTo>
                  <a:pt x="2052" y="5247"/>
                </a:lnTo>
                <a:lnTo>
                  <a:pt x="2051" y="5247"/>
                </a:lnTo>
                <a:lnTo>
                  <a:pt x="2051" y="5248"/>
                </a:lnTo>
                <a:lnTo>
                  <a:pt x="2050" y="5248"/>
                </a:lnTo>
                <a:lnTo>
                  <a:pt x="2049" y="5248"/>
                </a:lnTo>
                <a:lnTo>
                  <a:pt x="2049" y="5249"/>
                </a:lnTo>
                <a:lnTo>
                  <a:pt x="2049" y="5250"/>
                </a:lnTo>
                <a:lnTo>
                  <a:pt x="2049" y="5251"/>
                </a:lnTo>
                <a:lnTo>
                  <a:pt x="2049" y="5252"/>
                </a:lnTo>
                <a:lnTo>
                  <a:pt x="2048" y="5252"/>
                </a:lnTo>
                <a:lnTo>
                  <a:pt x="2048" y="5253"/>
                </a:lnTo>
                <a:lnTo>
                  <a:pt x="2048" y="5254"/>
                </a:lnTo>
                <a:lnTo>
                  <a:pt x="2048" y="5255"/>
                </a:lnTo>
                <a:lnTo>
                  <a:pt x="2047" y="5255"/>
                </a:lnTo>
                <a:lnTo>
                  <a:pt x="2047" y="5256"/>
                </a:lnTo>
                <a:lnTo>
                  <a:pt x="2046" y="5256"/>
                </a:lnTo>
                <a:lnTo>
                  <a:pt x="2046" y="5257"/>
                </a:lnTo>
                <a:lnTo>
                  <a:pt x="2045" y="5257"/>
                </a:lnTo>
                <a:lnTo>
                  <a:pt x="2045" y="5258"/>
                </a:lnTo>
                <a:lnTo>
                  <a:pt x="2045" y="5259"/>
                </a:lnTo>
                <a:lnTo>
                  <a:pt x="2044" y="5259"/>
                </a:lnTo>
                <a:lnTo>
                  <a:pt x="2044" y="5260"/>
                </a:lnTo>
                <a:lnTo>
                  <a:pt x="2042" y="5260"/>
                </a:lnTo>
                <a:lnTo>
                  <a:pt x="2041" y="5261"/>
                </a:lnTo>
                <a:lnTo>
                  <a:pt x="2040" y="5262"/>
                </a:lnTo>
                <a:lnTo>
                  <a:pt x="2040" y="5263"/>
                </a:lnTo>
                <a:lnTo>
                  <a:pt x="2040" y="5264"/>
                </a:lnTo>
                <a:lnTo>
                  <a:pt x="2039" y="5264"/>
                </a:lnTo>
                <a:lnTo>
                  <a:pt x="2038" y="5264"/>
                </a:lnTo>
                <a:lnTo>
                  <a:pt x="2037" y="5264"/>
                </a:lnTo>
                <a:lnTo>
                  <a:pt x="2037" y="5265"/>
                </a:lnTo>
                <a:lnTo>
                  <a:pt x="2036" y="5266"/>
                </a:lnTo>
                <a:lnTo>
                  <a:pt x="2037" y="5266"/>
                </a:lnTo>
                <a:lnTo>
                  <a:pt x="2036" y="5267"/>
                </a:lnTo>
                <a:lnTo>
                  <a:pt x="2035" y="5267"/>
                </a:lnTo>
                <a:lnTo>
                  <a:pt x="2035" y="5268"/>
                </a:lnTo>
                <a:lnTo>
                  <a:pt x="2035" y="5269"/>
                </a:lnTo>
                <a:lnTo>
                  <a:pt x="2035" y="5270"/>
                </a:lnTo>
                <a:lnTo>
                  <a:pt x="2034" y="5270"/>
                </a:lnTo>
                <a:lnTo>
                  <a:pt x="2033" y="5270"/>
                </a:lnTo>
                <a:lnTo>
                  <a:pt x="2033" y="5271"/>
                </a:lnTo>
                <a:lnTo>
                  <a:pt x="2032" y="5271"/>
                </a:lnTo>
                <a:lnTo>
                  <a:pt x="2031" y="5271"/>
                </a:lnTo>
                <a:lnTo>
                  <a:pt x="2031" y="5272"/>
                </a:lnTo>
                <a:lnTo>
                  <a:pt x="2031" y="5273"/>
                </a:lnTo>
                <a:lnTo>
                  <a:pt x="2030" y="5273"/>
                </a:lnTo>
                <a:lnTo>
                  <a:pt x="2029" y="5273"/>
                </a:lnTo>
                <a:lnTo>
                  <a:pt x="2028" y="5273"/>
                </a:lnTo>
                <a:lnTo>
                  <a:pt x="2027" y="5274"/>
                </a:lnTo>
                <a:lnTo>
                  <a:pt x="2026" y="5274"/>
                </a:lnTo>
                <a:lnTo>
                  <a:pt x="2025" y="5274"/>
                </a:lnTo>
                <a:lnTo>
                  <a:pt x="2024" y="5274"/>
                </a:lnTo>
                <a:lnTo>
                  <a:pt x="2024" y="5275"/>
                </a:lnTo>
                <a:lnTo>
                  <a:pt x="2023" y="5275"/>
                </a:lnTo>
                <a:lnTo>
                  <a:pt x="2023" y="5276"/>
                </a:lnTo>
                <a:lnTo>
                  <a:pt x="2022" y="5276"/>
                </a:lnTo>
                <a:lnTo>
                  <a:pt x="2021" y="5276"/>
                </a:lnTo>
                <a:lnTo>
                  <a:pt x="2020" y="5276"/>
                </a:lnTo>
                <a:lnTo>
                  <a:pt x="2020" y="5275"/>
                </a:lnTo>
                <a:lnTo>
                  <a:pt x="2019" y="5275"/>
                </a:lnTo>
                <a:lnTo>
                  <a:pt x="2018" y="5275"/>
                </a:lnTo>
                <a:lnTo>
                  <a:pt x="2017" y="5275"/>
                </a:lnTo>
                <a:lnTo>
                  <a:pt x="2016" y="5276"/>
                </a:lnTo>
                <a:lnTo>
                  <a:pt x="2016" y="5277"/>
                </a:lnTo>
                <a:lnTo>
                  <a:pt x="2015" y="5277"/>
                </a:lnTo>
                <a:lnTo>
                  <a:pt x="2015" y="5278"/>
                </a:lnTo>
                <a:lnTo>
                  <a:pt x="2014" y="5278"/>
                </a:lnTo>
                <a:lnTo>
                  <a:pt x="2013" y="5278"/>
                </a:lnTo>
                <a:lnTo>
                  <a:pt x="2013" y="5279"/>
                </a:lnTo>
                <a:lnTo>
                  <a:pt x="2013" y="5280"/>
                </a:lnTo>
                <a:lnTo>
                  <a:pt x="2012" y="5280"/>
                </a:lnTo>
                <a:lnTo>
                  <a:pt x="2012" y="5281"/>
                </a:lnTo>
                <a:lnTo>
                  <a:pt x="2011" y="5282"/>
                </a:lnTo>
                <a:lnTo>
                  <a:pt x="2010" y="5282"/>
                </a:lnTo>
                <a:lnTo>
                  <a:pt x="2010" y="5283"/>
                </a:lnTo>
                <a:lnTo>
                  <a:pt x="2009" y="5283"/>
                </a:lnTo>
                <a:lnTo>
                  <a:pt x="2009" y="5284"/>
                </a:lnTo>
                <a:lnTo>
                  <a:pt x="2008" y="5284"/>
                </a:lnTo>
                <a:lnTo>
                  <a:pt x="2007" y="5284"/>
                </a:lnTo>
                <a:lnTo>
                  <a:pt x="2006" y="5284"/>
                </a:lnTo>
                <a:lnTo>
                  <a:pt x="2005" y="5284"/>
                </a:lnTo>
                <a:lnTo>
                  <a:pt x="2004" y="5284"/>
                </a:lnTo>
                <a:lnTo>
                  <a:pt x="2004" y="5286"/>
                </a:lnTo>
                <a:lnTo>
                  <a:pt x="2003" y="5286"/>
                </a:lnTo>
                <a:lnTo>
                  <a:pt x="2003" y="5287"/>
                </a:lnTo>
                <a:lnTo>
                  <a:pt x="2003" y="5288"/>
                </a:lnTo>
                <a:lnTo>
                  <a:pt x="2002" y="5288"/>
                </a:lnTo>
                <a:lnTo>
                  <a:pt x="2001" y="5288"/>
                </a:lnTo>
                <a:lnTo>
                  <a:pt x="2001" y="5289"/>
                </a:lnTo>
                <a:lnTo>
                  <a:pt x="2001" y="5290"/>
                </a:lnTo>
                <a:lnTo>
                  <a:pt x="2000" y="5290"/>
                </a:lnTo>
                <a:lnTo>
                  <a:pt x="2001" y="5290"/>
                </a:lnTo>
                <a:lnTo>
                  <a:pt x="2000" y="5290"/>
                </a:lnTo>
                <a:lnTo>
                  <a:pt x="2000" y="5291"/>
                </a:lnTo>
                <a:lnTo>
                  <a:pt x="2000" y="5292"/>
                </a:lnTo>
                <a:lnTo>
                  <a:pt x="2000" y="5293"/>
                </a:lnTo>
                <a:lnTo>
                  <a:pt x="2000" y="5294"/>
                </a:lnTo>
                <a:lnTo>
                  <a:pt x="2001" y="5295"/>
                </a:lnTo>
                <a:lnTo>
                  <a:pt x="2000" y="5295"/>
                </a:lnTo>
                <a:lnTo>
                  <a:pt x="2000" y="5296"/>
                </a:lnTo>
                <a:lnTo>
                  <a:pt x="1999" y="5296"/>
                </a:lnTo>
                <a:lnTo>
                  <a:pt x="2000" y="5297"/>
                </a:lnTo>
                <a:lnTo>
                  <a:pt x="2001" y="5297"/>
                </a:lnTo>
                <a:lnTo>
                  <a:pt x="2001" y="5298"/>
                </a:lnTo>
                <a:lnTo>
                  <a:pt x="2000" y="5298"/>
                </a:lnTo>
                <a:lnTo>
                  <a:pt x="2000" y="5299"/>
                </a:lnTo>
                <a:lnTo>
                  <a:pt x="1999" y="5299"/>
                </a:lnTo>
                <a:lnTo>
                  <a:pt x="1997" y="5299"/>
                </a:lnTo>
                <a:lnTo>
                  <a:pt x="1996" y="5299"/>
                </a:lnTo>
                <a:lnTo>
                  <a:pt x="1995" y="5299"/>
                </a:lnTo>
                <a:lnTo>
                  <a:pt x="1994" y="5299"/>
                </a:lnTo>
                <a:lnTo>
                  <a:pt x="1994" y="5300"/>
                </a:lnTo>
                <a:lnTo>
                  <a:pt x="1994" y="5301"/>
                </a:lnTo>
                <a:lnTo>
                  <a:pt x="1994" y="5302"/>
                </a:lnTo>
                <a:lnTo>
                  <a:pt x="1993" y="5302"/>
                </a:lnTo>
                <a:lnTo>
                  <a:pt x="1993" y="5303"/>
                </a:lnTo>
                <a:lnTo>
                  <a:pt x="1992" y="5303"/>
                </a:lnTo>
                <a:lnTo>
                  <a:pt x="1992" y="5304"/>
                </a:lnTo>
                <a:lnTo>
                  <a:pt x="1991" y="5304"/>
                </a:lnTo>
                <a:lnTo>
                  <a:pt x="1991" y="5305"/>
                </a:lnTo>
                <a:lnTo>
                  <a:pt x="1991" y="5306"/>
                </a:lnTo>
                <a:lnTo>
                  <a:pt x="1990" y="5306"/>
                </a:lnTo>
                <a:lnTo>
                  <a:pt x="1990" y="5307"/>
                </a:lnTo>
                <a:lnTo>
                  <a:pt x="1990" y="5308"/>
                </a:lnTo>
                <a:lnTo>
                  <a:pt x="1989" y="5308"/>
                </a:lnTo>
                <a:lnTo>
                  <a:pt x="1988" y="5309"/>
                </a:lnTo>
                <a:lnTo>
                  <a:pt x="1987" y="5309"/>
                </a:lnTo>
                <a:lnTo>
                  <a:pt x="1987" y="5310"/>
                </a:lnTo>
                <a:lnTo>
                  <a:pt x="1986" y="5310"/>
                </a:lnTo>
                <a:lnTo>
                  <a:pt x="1986" y="5311"/>
                </a:lnTo>
                <a:lnTo>
                  <a:pt x="1985" y="5311"/>
                </a:lnTo>
                <a:lnTo>
                  <a:pt x="1984" y="5311"/>
                </a:lnTo>
                <a:lnTo>
                  <a:pt x="1983" y="5312"/>
                </a:lnTo>
                <a:lnTo>
                  <a:pt x="1983" y="5313"/>
                </a:lnTo>
                <a:lnTo>
                  <a:pt x="1982" y="5313"/>
                </a:lnTo>
                <a:lnTo>
                  <a:pt x="1982" y="5314"/>
                </a:lnTo>
                <a:lnTo>
                  <a:pt x="1982" y="5315"/>
                </a:lnTo>
                <a:lnTo>
                  <a:pt x="1981" y="5315"/>
                </a:lnTo>
                <a:lnTo>
                  <a:pt x="1980" y="5315"/>
                </a:lnTo>
                <a:lnTo>
                  <a:pt x="1980" y="5316"/>
                </a:lnTo>
                <a:lnTo>
                  <a:pt x="1980" y="5317"/>
                </a:lnTo>
                <a:lnTo>
                  <a:pt x="1980" y="5318"/>
                </a:lnTo>
                <a:lnTo>
                  <a:pt x="1979" y="5318"/>
                </a:lnTo>
                <a:lnTo>
                  <a:pt x="1979" y="5319"/>
                </a:lnTo>
                <a:lnTo>
                  <a:pt x="1980" y="5320"/>
                </a:lnTo>
                <a:lnTo>
                  <a:pt x="1981" y="5320"/>
                </a:lnTo>
                <a:lnTo>
                  <a:pt x="1981" y="5321"/>
                </a:lnTo>
                <a:lnTo>
                  <a:pt x="1982" y="5321"/>
                </a:lnTo>
                <a:lnTo>
                  <a:pt x="1982" y="5322"/>
                </a:lnTo>
                <a:lnTo>
                  <a:pt x="1981" y="5322"/>
                </a:lnTo>
                <a:lnTo>
                  <a:pt x="1982" y="5322"/>
                </a:lnTo>
                <a:lnTo>
                  <a:pt x="1982" y="5323"/>
                </a:lnTo>
                <a:lnTo>
                  <a:pt x="1982" y="5324"/>
                </a:lnTo>
                <a:lnTo>
                  <a:pt x="1983" y="5324"/>
                </a:lnTo>
                <a:lnTo>
                  <a:pt x="1982" y="5325"/>
                </a:lnTo>
                <a:lnTo>
                  <a:pt x="1983" y="5326"/>
                </a:lnTo>
                <a:lnTo>
                  <a:pt x="1984" y="5326"/>
                </a:lnTo>
                <a:lnTo>
                  <a:pt x="1984" y="5327"/>
                </a:lnTo>
                <a:lnTo>
                  <a:pt x="1984" y="5328"/>
                </a:lnTo>
                <a:lnTo>
                  <a:pt x="1983" y="5328"/>
                </a:lnTo>
                <a:lnTo>
                  <a:pt x="1983" y="5329"/>
                </a:lnTo>
                <a:lnTo>
                  <a:pt x="1982" y="5329"/>
                </a:lnTo>
                <a:lnTo>
                  <a:pt x="1982" y="5330"/>
                </a:lnTo>
                <a:lnTo>
                  <a:pt x="1981" y="5331"/>
                </a:lnTo>
                <a:lnTo>
                  <a:pt x="1980" y="5331"/>
                </a:lnTo>
                <a:lnTo>
                  <a:pt x="1979" y="5331"/>
                </a:lnTo>
                <a:lnTo>
                  <a:pt x="1978" y="5331"/>
                </a:lnTo>
                <a:lnTo>
                  <a:pt x="1978" y="5332"/>
                </a:lnTo>
                <a:lnTo>
                  <a:pt x="1977" y="5333"/>
                </a:lnTo>
                <a:lnTo>
                  <a:pt x="1975" y="5333"/>
                </a:lnTo>
                <a:lnTo>
                  <a:pt x="1974" y="5333"/>
                </a:lnTo>
                <a:lnTo>
                  <a:pt x="1973" y="5333"/>
                </a:lnTo>
                <a:lnTo>
                  <a:pt x="1973" y="5334"/>
                </a:lnTo>
                <a:lnTo>
                  <a:pt x="1972" y="5334"/>
                </a:lnTo>
                <a:lnTo>
                  <a:pt x="1972" y="5335"/>
                </a:lnTo>
                <a:lnTo>
                  <a:pt x="1972" y="5336"/>
                </a:lnTo>
                <a:lnTo>
                  <a:pt x="1971" y="5336"/>
                </a:lnTo>
                <a:lnTo>
                  <a:pt x="1972" y="5337"/>
                </a:lnTo>
                <a:lnTo>
                  <a:pt x="1972" y="5338"/>
                </a:lnTo>
                <a:lnTo>
                  <a:pt x="1972" y="5339"/>
                </a:lnTo>
                <a:lnTo>
                  <a:pt x="1971" y="5340"/>
                </a:lnTo>
                <a:lnTo>
                  <a:pt x="1970" y="5340"/>
                </a:lnTo>
                <a:lnTo>
                  <a:pt x="1969" y="5340"/>
                </a:lnTo>
                <a:lnTo>
                  <a:pt x="1969" y="5341"/>
                </a:lnTo>
                <a:lnTo>
                  <a:pt x="1970" y="5341"/>
                </a:lnTo>
                <a:lnTo>
                  <a:pt x="1971" y="5341"/>
                </a:lnTo>
                <a:lnTo>
                  <a:pt x="1972" y="5342"/>
                </a:lnTo>
                <a:lnTo>
                  <a:pt x="1972" y="5343"/>
                </a:lnTo>
                <a:lnTo>
                  <a:pt x="1972" y="5345"/>
                </a:lnTo>
                <a:lnTo>
                  <a:pt x="1972" y="5346"/>
                </a:lnTo>
                <a:lnTo>
                  <a:pt x="1973" y="5347"/>
                </a:lnTo>
                <a:lnTo>
                  <a:pt x="1973" y="5348"/>
                </a:lnTo>
                <a:lnTo>
                  <a:pt x="1973" y="5349"/>
                </a:lnTo>
                <a:lnTo>
                  <a:pt x="1973" y="5350"/>
                </a:lnTo>
                <a:lnTo>
                  <a:pt x="1972" y="5350"/>
                </a:lnTo>
                <a:lnTo>
                  <a:pt x="1972" y="5351"/>
                </a:lnTo>
                <a:lnTo>
                  <a:pt x="1972" y="5353"/>
                </a:lnTo>
                <a:lnTo>
                  <a:pt x="1972" y="5354"/>
                </a:lnTo>
                <a:lnTo>
                  <a:pt x="1972" y="5355"/>
                </a:lnTo>
                <a:lnTo>
                  <a:pt x="1974" y="5357"/>
                </a:lnTo>
                <a:lnTo>
                  <a:pt x="1975" y="5358"/>
                </a:lnTo>
                <a:lnTo>
                  <a:pt x="1975" y="5359"/>
                </a:lnTo>
                <a:lnTo>
                  <a:pt x="1975" y="5360"/>
                </a:lnTo>
                <a:lnTo>
                  <a:pt x="1975" y="5361"/>
                </a:lnTo>
                <a:lnTo>
                  <a:pt x="1974" y="5362"/>
                </a:lnTo>
                <a:lnTo>
                  <a:pt x="1974" y="5363"/>
                </a:lnTo>
                <a:lnTo>
                  <a:pt x="1973" y="5364"/>
                </a:lnTo>
                <a:lnTo>
                  <a:pt x="1973" y="5365"/>
                </a:lnTo>
                <a:lnTo>
                  <a:pt x="1973" y="5366"/>
                </a:lnTo>
                <a:lnTo>
                  <a:pt x="1972" y="5366"/>
                </a:lnTo>
                <a:lnTo>
                  <a:pt x="1971" y="5367"/>
                </a:lnTo>
                <a:lnTo>
                  <a:pt x="1971" y="5368"/>
                </a:lnTo>
                <a:lnTo>
                  <a:pt x="1969" y="5370"/>
                </a:lnTo>
                <a:lnTo>
                  <a:pt x="1969" y="5371"/>
                </a:lnTo>
                <a:lnTo>
                  <a:pt x="1968" y="5371"/>
                </a:lnTo>
                <a:lnTo>
                  <a:pt x="1968" y="5372"/>
                </a:lnTo>
                <a:lnTo>
                  <a:pt x="1968" y="5373"/>
                </a:lnTo>
                <a:lnTo>
                  <a:pt x="1967" y="5373"/>
                </a:lnTo>
                <a:lnTo>
                  <a:pt x="1967" y="5374"/>
                </a:lnTo>
                <a:lnTo>
                  <a:pt x="1966" y="5375"/>
                </a:lnTo>
                <a:lnTo>
                  <a:pt x="1966" y="5376"/>
                </a:lnTo>
                <a:lnTo>
                  <a:pt x="1965" y="5377"/>
                </a:lnTo>
                <a:lnTo>
                  <a:pt x="1965" y="5378"/>
                </a:lnTo>
                <a:lnTo>
                  <a:pt x="1964" y="5378"/>
                </a:lnTo>
                <a:lnTo>
                  <a:pt x="1964" y="5379"/>
                </a:lnTo>
                <a:lnTo>
                  <a:pt x="1963" y="5379"/>
                </a:lnTo>
                <a:lnTo>
                  <a:pt x="1963" y="5380"/>
                </a:lnTo>
                <a:lnTo>
                  <a:pt x="1962" y="5380"/>
                </a:lnTo>
                <a:lnTo>
                  <a:pt x="1961" y="5381"/>
                </a:lnTo>
                <a:lnTo>
                  <a:pt x="1960" y="5382"/>
                </a:lnTo>
                <a:lnTo>
                  <a:pt x="1959" y="5383"/>
                </a:lnTo>
                <a:lnTo>
                  <a:pt x="1958" y="5384"/>
                </a:lnTo>
                <a:lnTo>
                  <a:pt x="1957" y="5384"/>
                </a:lnTo>
                <a:lnTo>
                  <a:pt x="1956" y="5385"/>
                </a:lnTo>
                <a:lnTo>
                  <a:pt x="1955" y="5385"/>
                </a:lnTo>
                <a:lnTo>
                  <a:pt x="1954" y="5385"/>
                </a:lnTo>
                <a:lnTo>
                  <a:pt x="1953" y="5385"/>
                </a:lnTo>
                <a:lnTo>
                  <a:pt x="1953" y="5386"/>
                </a:lnTo>
                <a:lnTo>
                  <a:pt x="1952" y="5386"/>
                </a:lnTo>
                <a:lnTo>
                  <a:pt x="1951" y="5387"/>
                </a:lnTo>
                <a:lnTo>
                  <a:pt x="1950" y="5387"/>
                </a:lnTo>
                <a:lnTo>
                  <a:pt x="1949" y="5388"/>
                </a:lnTo>
                <a:lnTo>
                  <a:pt x="1948" y="5388"/>
                </a:lnTo>
                <a:lnTo>
                  <a:pt x="1948" y="5389"/>
                </a:lnTo>
                <a:lnTo>
                  <a:pt x="1948" y="5390"/>
                </a:lnTo>
                <a:lnTo>
                  <a:pt x="1948" y="5391"/>
                </a:lnTo>
                <a:lnTo>
                  <a:pt x="1947" y="5391"/>
                </a:lnTo>
                <a:lnTo>
                  <a:pt x="1947" y="5392"/>
                </a:lnTo>
                <a:lnTo>
                  <a:pt x="1947" y="5393"/>
                </a:lnTo>
                <a:lnTo>
                  <a:pt x="1947" y="5394"/>
                </a:lnTo>
                <a:lnTo>
                  <a:pt x="1947" y="5395"/>
                </a:lnTo>
                <a:lnTo>
                  <a:pt x="1946" y="5396"/>
                </a:lnTo>
                <a:lnTo>
                  <a:pt x="1946" y="5397"/>
                </a:lnTo>
                <a:lnTo>
                  <a:pt x="1945" y="5397"/>
                </a:lnTo>
                <a:lnTo>
                  <a:pt x="1944" y="5397"/>
                </a:lnTo>
                <a:lnTo>
                  <a:pt x="1942" y="5397"/>
                </a:lnTo>
                <a:lnTo>
                  <a:pt x="1942" y="5396"/>
                </a:lnTo>
                <a:lnTo>
                  <a:pt x="1941" y="5396"/>
                </a:lnTo>
                <a:lnTo>
                  <a:pt x="1941" y="5395"/>
                </a:lnTo>
                <a:lnTo>
                  <a:pt x="1941" y="5394"/>
                </a:lnTo>
                <a:lnTo>
                  <a:pt x="1940" y="5394"/>
                </a:lnTo>
                <a:lnTo>
                  <a:pt x="1940" y="5393"/>
                </a:lnTo>
                <a:lnTo>
                  <a:pt x="1939" y="5392"/>
                </a:lnTo>
                <a:lnTo>
                  <a:pt x="1939" y="5391"/>
                </a:lnTo>
                <a:lnTo>
                  <a:pt x="1938" y="5390"/>
                </a:lnTo>
                <a:lnTo>
                  <a:pt x="1938" y="5389"/>
                </a:lnTo>
                <a:lnTo>
                  <a:pt x="1937" y="5389"/>
                </a:lnTo>
                <a:lnTo>
                  <a:pt x="1937" y="5388"/>
                </a:lnTo>
                <a:lnTo>
                  <a:pt x="1937" y="5387"/>
                </a:lnTo>
                <a:lnTo>
                  <a:pt x="1936" y="5387"/>
                </a:lnTo>
                <a:lnTo>
                  <a:pt x="1936" y="5386"/>
                </a:lnTo>
                <a:lnTo>
                  <a:pt x="1935" y="5386"/>
                </a:lnTo>
                <a:lnTo>
                  <a:pt x="1935" y="5385"/>
                </a:lnTo>
                <a:lnTo>
                  <a:pt x="1934" y="5385"/>
                </a:lnTo>
                <a:lnTo>
                  <a:pt x="1934" y="5384"/>
                </a:lnTo>
                <a:lnTo>
                  <a:pt x="1933" y="5384"/>
                </a:lnTo>
                <a:lnTo>
                  <a:pt x="1933" y="5383"/>
                </a:lnTo>
                <a:lnTo>
                  <a:pt x="1931" y="5382"/>
                </a:lnTo>
                <a:lnTo>
                  <a:pt x="1930" y="5382"/>
                </a:lnTo>
                <a:lnTo>
                  <a:pt x="1929" y="5382"/>
                </a:lnTo>
                <a:lnTo>
                  <a:pt x="1929" y="5381"/>
                </a:lnTo>
                <a:lnTo>
                  <a:pt x="1930" y="5380"/>
                </a:lnTo>
                <a:lnTo>
                  <a:pt x="1930" y="5379"/>
                </a:lnTo>
                <a:lnTo>
                  <a:pt x="1931" y="5379"/>
                </a:lnTo>
                <a:lnTo>
                  <a:pt x="1931" y="5378"/>
                </a:lnTo>
                <a:lnTo>
                  <a:pt x="1932" y="5378"/>
                </a:lnTo>
                <a:lnTo>
                  <a:pt x="1932" y="5377"/>
                </a:lnTo>
                <a:lnTo>
                  <a:pt x="1932" y="5376"/>
                </a:lnTo>
                <a:lnTo>
                  <a:pt x="1933" y="5375"/>
                </a:lnTo>
                <a:lnTo>
                  <a:pt x="1933" y="5374"/>
                </a:lnTo>
                <a:lnTo>
                  <a:pt x="1932" y="5374"/>
                </a:lnTo>
                <a:lnTo>
                  <a:pt x="1932" y="5373"/>
                </a:lnTo>
                <a:lnTo>
                  <a:pt x="1932" y="5372"/>
                </a:lnTo>
                <a:lnTo>
                  <a:pt x="1932" y="5371"/>
                </a:lnTo>
                <a:lnTo>
                  <a:pt x="1931" y="5371"/>
                </a:lnTo>
                <a:lnTo>
                  <a:pt x="1930" y="5370"/>
                </a:lnTo>
                <a:lnTo>
                  <a:pt x="1930" y="5369"/>
                </a:lnTo>
                <a:lnTo>
                  <a:pt x="1929" y="5369"/>
                </a:lnTo>
                <a:lnTo>
                  <a:pt x="1928" y="5369"/>
                </a:lnTo>
                <a:lnTo>
                  <a:pt x="1928" y="5368"/>
                </a:lnTo>
                <a:lnTo>
                  <a:pt x="1928" y="5367"/>
                </a:lnTo>
                <a:lnTo>
                  <a:pt x="1927" y="5367"/>
                </a:lnTo>
                <a:lnTo>
                  <a:pt x="1926" y="5366"/>
                </a:lnTo>
                <a:lnTo>
                  <a:pt x="1927" y="5365"/>
                </a:lnTo>
                <a:lnTo>
                  <a:pt x="1926" y="5365"/>
                </a:lnTo>
                <a:lnTo>
                  <a:pt x="1926" y="5364"/>
                </a:lnTo>
                <a:lnTo>
                  <a:pt x="1927" y="5364"/>
                </a:lnTo>
                <a:lnTo>
                  <a:pt x="1927" y="5363"/>
                </a:lnTo>
                <a:lnTo>
                  <a:pt x="1926" y="5363"/>
                </a:lnTo>
                <a:lnTo>
                  <a:pt x="1926" y="5362"/>
                </a:lnTo>
                <a:lnTo>
                  <a:pt x="1925" y="5362"/>
                </a:lnTo>
                <a:lnTo>
                  <a:pt x="1924" y="5362"/>
                </a:lnTo>
                <a:lnTo>
                  <a:pt x="1924" y="5361"/>
                </a:lnTo>
                <a:lnTo>
                  <a:pt x="1924" y="5360"/>
                </a:lnTo>
                <a:lnTo>
                  <a:pt x="1924" y="5359"/>
                </a:lnTo>
                <a:lnTo>
                  <a:pt x="1924" y="5358"/>
                </a:lnTo>
                <a:lnTo>
                  <a:pt x="1924" y="5357"/>
                </a:lnTo>
                <a:lnTo>
                  <a:pt x="1923" y="5357"/>
                </a:lnTo>
                <a:lnTo>
                  <a:pt x="1922" y="5357"/>
                </a:lnTo>
                <a:lnTo>
                  <a:pt x="1921" y="5357"/>
                </a:lnTo>
                <a:lnTo>
                  <a:pt x="1920" y="5357"/>
                </a:lnTo>
                <a:lnTo>
                  <a:pt x="1920" y="5358"/>
                </a:lnTo>
                <a:lnTo>
                  <a:pt x="1919" y="5358"/>
                </a:lnTo>
                <a:lnTo>
                  <a:pt x="1919" y="5357"/>
                </a:lnTo>
                <a:lnTo>
                  <a:pt x="1919" y="5356"/>
                </a:lnTo>
                <a:lnTo>
                  <a:pt x="1918" y="5356"/>
                </a:lnTo>
                <a:lnTo>
                  <a:pt x="1918" y="5355"/>
                </a:lnTo>
                <a:lnTo>
                  <a:pt x="1917" y="5355"/>
                </a:lnTo>
                <a:lnTo>
                  <a:pt x="1917" y="5353"/>
                </a:lnTo>
                <a:lnTo>
                  <a:pt x="1917" y="5352"/>
                </a:lnTo>
                <a:lnTo>
                  <a:pt x="1916" y="5352"/>
                </a:lnTo>
                <a:lnTo>
                  <a:pt x="1915" y="5352"/>
                </a:lnTo>
                <a:lnTo>
                  <a:pt x="1915" y="5351"/>
                </a:lnTo>
                <a:lnTo>
                  <a:pt x="1915" y="5350"/>
                </a:lnTo>
                <a:lnTo>
                  <a:pt x="1915" y="5349"/>
                </a:lnTo>
                <a:lnTo>
                  <a:pt x="1915" y="5348"/>
                </a:lnTo>
                <a:lnTo>
                  <a:pt x="1916" y="5348"/>
                </a:lnTo>
                <a:lnTo>
                  <a:pt x="1915" y="5348"/>
                </a:lnTo>
                <a:lnTo>
                  <a:pt x="1914" y="5348"/>
                </a:lnTo>
                <a:lnTo>
                  <a:pt x="1914" y="5347"/>
                </a:lnTo>
                <a:lnTo>
                  <a:pt x="1913" y="5347"/>
                </a:lnTo>
                <a:lnTo>
                  <a:pt x="1913" y="5346"/>
                </a:lnTo>
                <a:lnTo>
                  <a:pt x="1913" y="5345"/>
                </a:lnTo>
                <a:lnTo>
                  <a:pt x="1913" y="5344"/>
                </a:lnTo>
                <a:lnTo>
                  <a:pt x="1914" y="5344"/>
                </a:lnTo>
                <a:lnTo>
                  <a:pt x="1913" y="5344"/>
                </a:lnTo>
                <a:lnTo>
                  <a:pt x="1914" y="5344"/>
                </a:lnTo>
                <a:lnTo>
                  <a:pt x="1914" y="5343"/>
                </a:lnTo>
                <a:lnTo>
                  <a:pt x="1913" y="5343"/>
                </a:lnTo>
                <a:lnTo>
                  <a:pt x="1913" y="5342"/>
                </a:lnTo>
                <a:lnTo>
                  <a:pt x="1912" y="5342"/>
                </a:lnTo>
                <a:lnTo>
                  <a:pt x="1912" y="5341"/>
                </a:lnTo>
                <a:lnTo>
                  <a:pt x="1912" y="5340"/>
                </a:lnTo>
                <a:lnTo>
                  <a:pt x="1912" y="5339"/>
                </a:lnTo>
                <a:lnTo>
                  <a:pt x="1912" y="5338"/>
                </a:lnTo>
                <a:lnTo>
                  <a:pt x="1911" y="5338"/>
                </a:lnTo>
                <a:lnTo>
                  <a:pt x="1912" y="5338"/>
                </a:lnTo>
                <a:lnTo>
                  <a:pt x="1912" y="5337"/>
                </a:lnTo>
                <a:lnTo>
                  <a:pt x="1913" y="5337"/>
                </a:lnTo>
                <a:lnTo>
                  <a:pt x="1913" y="5336"/>
                </a:lnTo>
                <a:lnTo>
                  <a:pt x="1913" y="5335"/>
                </a:lnTo>
                <a:lnTo>
                  <a:pt x="1914" y="5334"/>
                </a:lnTo>
                <a:lnTo>
                  <a:pt x="1914" y="5333"/>
                </a:lnTo>
                <a:lnTo>
                  <a:pt x="1913" y="5333"/>
                </a:lnTo>
                <a:lnTo>
                  <a:pt x="1914" y="5332"/>
                </a:lnTo>
                <a:lnTo>
                  <a:pt x="1914" y="5331"/>
                </a:lnTo>
                <a:lnTo>
                  <a:pt x="1914" y="5330"/>
                </a:lnTo>
                <a:lnTo>
                  <a:pt x="1915" y="5330"/>
                </a:lnTo>
                <a:lnTo>
                  <a:pt x="1915" y="5329"/>
                </a:lnTo>
                <a:lnTo>
                  <a:pt x="1916" y="5329"/>
                </a:lnTo>
                <a:lnTo>
                  <a:pt x="1915" y="5329"/>
                </a:lnTo>
                <a:lnTo>
                  <a:pt x="1915" y="5327"/>
                </a:lnTo>
                <a:lnTo>
                  <a:pt x="1916" y="5327"/>
                </a:lnTo>
                <a:lnTo>
                  <a:pt x="1916" y="5326"/>
                </a:lnTo>
                <a:lnTo>
                  <a:pt x="1915" y="5326"/>
                </a:lnTo>
                <a:lnTo>
                  <a:pt x="1914" y="5326"/>
                </a:lnTo>
                <a:lnTo>
                  <a:pt x="1914" y="5325"/>
                </a:lnTo>
                <a:lnTo>
                  <a:pt x="1914" y="5324"/>
                </a:lnTo>
                <a:lnTo>
                  <a:pt x="1913" y="5324"/>
                </a:lnTo>
                <a:lnTo>
                  <a:pt x="1913" y="5323"/>
                </a:lnTo>
                <a:lnTo>
                  <a:pt x="1914" y="5323"/>
                </a:lnTo>
                <a:lnTo>
                  <a:pt x="1914" y="5322"/>
                </a:lnTo>
                <a:lnTo>
                  <a:pt x="1913" y="5322"/>
                </a:lnTo>
                <a:lnTo>
                  <a:pt x="1914" y="5321"/>
                </a:lnTo>
                <a:lnTo>
                  <a:pt x="1914" y="5320"/>
                </a:lnTo>
                <a:lnTo>
                  <a:pt x="1913" y="5320"/>
                </a:lnTo>
                <a:lnTo>
                  <a:pt x="1913" y="5319"/>
                </a:lnTo>
                <a:lnTo>
                  <a:pt x="1913" y="5318"/>
                </a:lnTo>
                <a:lnTo>
                  <a:pt x="1912" y="5318"/>
                </a:lnTo>
                <a:lnTo>
                  <a:pt x="1913" y="5318"/>
                </a:lnTo>
                <a:lnTo>
                  <a:pt x="1913" y="5317"/>
                </a:lnTo>
                <a:lnTo>
                  <a:pt x="1914" y="5317"/>
                </a:lnTo>
                <a:lnTo>
                  <a:pt x="1915" y="5317"/>
                </a:lnTo>
                <a:lnTo>
                  <a:pt x="1915" y="5318"/>
                </a:lnTo>
                <a:lnTo>
                  <a:pt x="1916" y="5318"/>
                </a:lnTo>
                <a:lnTo>
                  <a:pt x="1916" y="5317"/>
                </a:lnTo>
                <a:lnTo>
                  <a:pt x="1917" y="5317"/>
                </a:lnTo>
                <a:lnTo>
                  <a:pt x="1918" y="5317"/>
                </a:lnTo>
                <a:lnTo>
                  <a:pt x="1918" y="5315"/>
                </a:lnTo>
                <a:lnTo>
                  <a:pt x="1917" y="5315"/>
                </a:lnTo>
                <a:lnTo>
                  <a:pt x="1918" y="5315"/>
                </a:lnTo>
                <a:lnTo>
                  <a:pt x="1918" y="5314"/>
                </a:lnTo>
                <a:lnTo>
                  <a:pt x="1919" y="5314"/>
                </a:lnTo>
                <a:lnTo>
                  <a:pt x="1920" y="5314"/>
                </a:lnTo>
                <a:lnTo>
                  <a:pt x="1920" y="5313"/>
                </a:lnTo>
                <a:lnTo>
                  <a:pt x="1921" y="5313"/>
                </a:lnTo>
                <a:lnTo>
                  <a:pt x="1921" y="5312"/>
                </a:lnTo>
                <a:lnTo>
                  <a:pt x="1922" y="5312"/>
                </a:lnTo>
                <a:lnTo>
                  <a:pt x="1921" y="5312"/>
                </a:lnTo>
                <a:lnTo>
                  <a:pt x="1921" y="5311"/>
                </a:lnTo>
                <a:lnTo>
                  <a:pt x="1921" y="5310"/>
                </a:lnTo>
                <a:lnTo>
                  <a:pt x="1922" y="5310"/>
                </a:lnTo>
                <a:lnTo>
                  <a:pt x="1922" y="5309"/>
                </a:lnTo>
                <a:lnTo>
                  <a:pt x="1923" y="5309"/>
                </a:lnTo>
                <a:lnTo>
                  <a:pt x="1923" y="5308"/>
                </a:lnTo>
                <a:lnTo>
                  <a:pt x="1922" y="5308"/>
                </a:lnTo>
                <a:lnTo>
                  <a:pt x="1922" y="5307"/>
                </a:lnTo>
                <a:lnTo>
                  <a:pt x="1922" y="5306"/>
                </a:lnTo>
                <a:lnTo>
                  <a:pt x="1922" y="5305"/>
                </a:lnTo>
                <a:lnTo>
                  <a:pt x="1923" y="5305"/>
                </a:lnTo>
                <a:lnTo>
                  <a:pt x="1923" y="5304"/>
                </a:lnTo>
                <a:lnTo>
                  <a:pt x="1924" y="5304"/>
                </a:lnTo>
                <a:lnTo>
                  <a:pt x="1924" y="5303"/>
                </a:lnTo>
                <a:lnTo>
                  <a:pt x="1925" y="5303"/>
                </a:lnTo>
                <a:lnTo>
                  <a:pt x="1925" y="5304"/>
                </a:lnTo>
                <a:lnTo>
                  <a:pt x="1926" y="5304"/>
                </a:lnTo>
                <a:lnTo>
                  <a:pt x="1926" y="5303"/>
                </a:lnTo>
                <a:lnTo>
                  <a:pt x="1927" y="5303"/>
                </a:lnTo>
                <a:lnTo>
                  <a:pt x="1928" y="5303"/>
                </a:lnTo>
                <a:lnTo>
                  <a:pt x="1928" y="5302"/>
                </a:lnTo>
                <a:lnTo>
                  <a:pt x="1929" y="5302"/>
                </a:lnTo>
                <a:lnTo>
                  <a:pt x="1929" y="5301"/>
                </a:lnTo>
                <a:lnTo>
                  <a:pt x="1930" y="5301"/>
                </a:lnTo>
                <a:lnTo>
                  <a:pt x="1930" y="5300"/>
                </a:lnTo>
                <a:lnTo>
                  <a:pt x="1931" y="5300"/>
                </a:lnTo>
                <a:lnTo>
                  <a:pt x="1931" y="5299"/>
                </a:lnTo>
                <a:lnTo>
                  <a:pt x="1931" y="5298"/>
                </a:lnTo>
                <a:lnTo>
                  <a:pt x="1931" y="5297"/>
                </a:lnTo>
                <a:lnTo>
                  <a:pt x="1930" y="5297"/>
                </a:lnTo>
                <a:lnTo>
                  <a:pt x="1930" y="5296"/>
                </a:lnTo>
                <a:lnTo>
                  <a:pt x="1931" y="5296"/>
                </a:lnTo>
                <a:lnTo>
                  <a:pt x="1931" y="5295"/>
                </a:lnTo>
                <a:lnTo>
                  <a:pt x="1932" y="5295"/>
                </a:lnTo>
                <a:lnTo>
                  <a:pt x="1932" y="5294"/>
                </a:lnTo>
                <a:lnTo>
                  <a:pt x="1932" y="5293"/>
                </a:lnTo>
                <a:lnTo>
                  <a:pt x="1931" y="5293"/>
                </a:lnTo>
                <a:lnTo>
                  <a:pt x="1931" y="5292"/>
                </a:lnTo>
                <a:lnTo>
                  <a:pt x="1930" y="5292"/>
                </a:lnTo>
                <a:lnTo>
                  <a:pt x="1930" y="5291"/>
                </a:lnTo>
                <a:lnTo>
                  <a:pt x="1931" y="5291"/>
                </a:lnTo>
                <a:lnTo>
                  <a:pt x="1931" y="5290"/>
                </a:lnTo>
                <a:lnTo>
                  <a:pt x="1932" y="5290"/>
                </a:lnTo>
                <a:lnTo>
                  <a:pt x="1933" y="5290"/>
                </a:lnTo>
                <a:lnTo>
                  <a:pt x="1934" y="5290"/>
                </a:lnTo>
                <a:lnTo>
                  <a:pt x="1934" y="5289"/>
                </a:lnTo>
                <a:lnTo>
                  <a:pt x="1934" y="5288"/>
                </a:lnTo>
                <a:lnTo>
                  <a:pt x="1935" y="5288"/>
                </a:lnTo>
                <a:lnTo>
                  <a:pt x="1935" y="5287"/>
                </a:lnTo>
                <a:lnTo>
                  <a:pt x="1935" y="5286"/>
                </a:lnTo>
                <a:lnTo>
                  <a:pt x="1936" y="5285"/>
                </a:lnTo>
                <a:lnTo>
                  <a:pt x="1937" y="5285"/>
                </a:lnTo>
                <a:lnTo>
                  <a:pt x="1936" y="5285"/>
                </a:lnTo>
                <a:lnTo>
                  <a:pt x="1936" y="5284"/>
                </a:lnTo>
                <a:lnTo>
                  <a:pt x="1936" y="5283"/>
                </a:lnTo>
                <a:lnTo>
                  <a:pt x="1935" y="5283"/>
                </a:lnTo>
                <a:lnTo>
                  <a:pt x="1935" y="5282"/>
                </a:lnTo>
                <a:lnTo>
                  <a:pt x="1935" y="5281"/>
                </a:lnTo>
                <a:lnTo>
                  <a:pt x="1935" y="5280"/>
                </a:lnTo>
                <a:lnTo>
                  <a:pt x="1935" y="5279"/>
                </a:lnTo>
                <a:lnTo>
                  <a:pt x="1936" y="5279"/>
                </a:lnTo>
                <a:lnTo>
                  <a:pt x="1936" y="5278"/>
                </a:lnTo>
                <a:lnTo>
                  <a:pt x="1936" y="5277"/>
                </a:lnTo>
                <a:lnTo>
                  <a:pt x="1936" y="5276"/>
                </a:lnTo>
                <a:lnTo>
                  <a:pt x="1937" y="5276"/>
                </a:lnTo>
                <a:lnTo>
                  <a:pt x="1937" y="5275"/>
                </a:lnTo>
                <a:lnTo>
                  <a:pt x="1937" y="5274"/>
                </a:lnTo>
                <a:lnTo>
                  <a:pt x="1937" y="5273"/>
                </a:lnTo>
                <a:lnTo>
                  <a:pt x="1938" y="5273"/>
                </a:lnTo>
                <a:lnTo>
                  <a:pt x="1937" y="5273"/>
                </a:lnTo>
                <a:lnTo>
                  <a:pt x="1938" y="5273"/>
                </a:lnTo>
                <a:lnTo>
                  <a:pt x="1938" y="5272"/>
                </a:lnTo>
                <a:lnTo>
                  <a:pt x="1937" y="5272"/>
                </a:lnTo>
                <a:lnTo>
                  <a:pt x="1938" y="5272"/>
                </a:lnTo>
                <a:lnTo>
                  <a:pt x="1938" y="5271"/>
                </a:lnTo>
                <a:lnTo>
                  <a:pt x="1937" y="5271"/>
                </a:lnTo>
                <a:lnTo>
                  <a:pt x="1937" y="5270"/>
                </a:lnTo>
                <a:lnTo>
                  <a:pt x="1938" y="5270"/>
                </a:lnTo>
                <a:lnTo>
                  <a:pt x="1938" y="5269"/>
                </a:lnTo>
                <a:lnTo>
                  <a:pt x="1939" y="5269"/>
                </a:lnTo>
                <a:lnTo>
                  <a:pt x="1940" y="5269"/>
                </a:lnTo>
                <a:lnTo>
                  <a:pt x="1940" y="5268"/>
                </a:lnTo>
                <a:lnTo>
                  <a:pt x="1941" y="5268"/>
                </a:lnTo>
                <a:lnTo>
                  <a:pt x="1942" y="5268"/>
                </a:lnTo>
                <a:lnTo>
                  <a:pt x="1942" y="5267"/>
                </a:lnTo>
                <a:lnTo>
                  <a:pt x="1943" y="5267"/>
                </a:lnTo>
                <a:lnTo>
                  <a:pt x="1943" y="5266"/>
                </a:lnTo>
                <a:lnTo>
                  <a:pt x="1942" y="5266"/>
                </a:lnTo>
                <a:lnTo>
                  <a:pt x="1942" y="5265"/>
                </a:lnTo>
                <a:lnTo>
                  <a:pt x="1943" y="5265"/>
                </a:lnTo>
                <a:lnTo>
                  <a:pt x="1943" y="5264"/>
                </a:lnTo>
                <a:lnTo>
                  <a:pt x="1944" y="5263"/>
                </a:lnTo>
                <a:lnTo>
                  <a:pt x="1944" y="5262"/>
                </a:lnTo>
                <a:lnTo>
                  <a:pt x="1944" y="5261"/>
                </a:lnTo>
                <a:lnTo>
                  <a:pt x="1943" y="5261"/>
                </a:lnTo>
                <a:lnTo>
                  <a:pt x="1943" y="5258"/>
                </a:lnTo>
                <a:lnTo>
                  <a:pt x="1943" y="5257"/>
                </a:lnTo>
                <a:lnTo>
                  <a:pt x="1944" y="5257"/>
                </a:lnTo>
                <a:lnTo>
                  <a:pt x="1944" y="5256"/>
                </a:lnTo>
                <a:lnTo>
                  <a:pt x="1944" y="5255"/>
                </a:lnTo>
                <a:lnTo>
                  <a:pt x="1943" y="5254"/>
                </a:lnTo>
                <a:lnTo>
                  <a:pt x="1943" y="5253"/>
                </a:lnTo>
                <a:lnTo>
                  <a:pt x="1943" y="5252"/>
                </a:lnTo>
                <a:lnTo>
                  <a:pt x="1943" y="5251"/>
                </a:lnTo>
                <a:lnTo>
                  <a:pt x="1943" y="5250"/>
                </a:lnTo>
                <a:lnTo>
                  <a:pt x="1942" y="5250"/>
                </a:lnTo>
                <a:lnTo>
                  <a:pt x="1942" y="5249"/>
                </a:lnTo>
                <a:lnTo>
                  <a:pt x="1942" y="5248"/>
                </a:lnTo>
                <a:lnTo>
                  <a:pt x="1940" y="5248"/>
                </a:lnTo>
                <a:lnTo>
                  <a:pt x="1940" y="5247"/>
                </a:lnTo>
                <a:lnTo>
                  <a:pt x="1939" y="5247"/>
                </a:lnTo>
                <a:lnTo>
                  <a:pt x="1938" y="5247"/>
                </a:lnTo>
                <a:lnTo>
                  <a:pt x="1937" y="5247"/>
                </a:lnTo>
                <a:lnTo>
                  <a:pt x="1938" y="5246"/>
                </a:lnTo>
                <a:lnTo>
                  <a:pt x="1938" y="5245"/>
                </a:lnTo>
                <a:lnTo>
                  <a:pt x="1938" y="5244"/>
                </a:lnTo>
                <a:lnTo>
                  <a:pt x="1939" y="5244"/>
                </a:lnTo>
                <a:lnTo>
                  <a:pt x="1939" y="5243"/>
                </a:lnTo>
                <a:lnTo>
                  <a:pt x="1939" y="5242"/>
                </a:lnTo>
                <a:lnTo>
                  <a:pt x="1939" y="5240"/>
                </a:lnTo>
                <a:lnTo>
                  <a:pt x="1940" y="5240"/>
                </a:lnTo>
                <a:lnTo>
                  <a:pt x="1940" y="5239"/>
                </a:lnTo>
                <a:lnTo>
                  <a:pt x="1940" y="5238"/>
                </a:lnTo>
                <a:lnTo>
                  <a:pt x="1940" y="5236"/>
                </a:lnTo>
                <a:lnTo>
                  <a:pt x="1940" y="5235"/>
                </a:lnTo>
                <a:lnTo>
                  <a:pt x="1941" y="5235"/>
                </a:lnTo>
                <a:lnTo>
                  <a:pt x="1940" y="5235"/>
                </a:lnTo>
                <a:lnTo>
                  <a:pt x="1940" y="5234"/>
                </a:lnTo>
                <a:lnTo>
                  <a:pt x="1940" y="5233"/>
                </a:lnTo>
                <a:lnTo>
                  <a:pt x="1940" y="5232"/>
                </a:lnTo>
                <a:lnTo>
                  <a:pt x="1939" y="5232"/>
                </a:lnTo>
                <a:lnTo>
                  <a:pt x="1940" y="5231"/>
                </a:lnTo>
                <a:lnTo>
                  <a:pt x="1940" y="5230"/>
                </a:lnTo>
                <a:lnTo>
                  <a:pt x="1940" y="5229"/>
                </a:lnTo>
                <a:lnTo>
                  <a:pt x="1939" y="5229"/>
                </a:lnTo>
                <a:lnTo>
                  <a:pt x="1939" y="5228"/>
                </a:lnTo>
                <a:lnTo>
                  <a:pt x="1938" y="5228"/>
                </a:lnTo>
                <a:lnTo>
                  <a:pt x="1938" y="5227"/>
                </a:lnTo>
                <a:lnTo>
                  <a:pt x="1937" y="5227"/>
                </a:lnTo>
                <a:lnTo>
                  <a:pt x="1936" y="5226"/>
                </a:lnTo>
                <a:lnTo>
                  <a:pt x="1935" y="5225"/>
                </a:lnTo>
                <a:lnTo>
                  <a:pt x="1935" y="5224"/>
                </a:lnTo>
                <a:lnTo>
                  <a:pt x="1934" y="5223"/>
                </a:lnTo>
                <a:lnTo>
                  <a:pt x="1934" y="5222"/>
                </a:lnTo>
                <a:lnTo>
                  <a:pt x="1934" y="5221"/>
                </a:lnTo>
                <a:lnTo>
                  <a:pt x="1933" y="5221"/>
                </a:lnTo>
                <a:lnTo>
                  <a:pt x="1932" y="5221"/>
                </a:lnTo>
                <a:lnTo>
                  <a:pt x="1932" y="5220"/>
                </a:lnTo>
                <a:lnTo>
                  <a:pt x="1931" y="5220"/>
                </a:lnTo>
                <a:lnTo>
                  <a:pt x="1931" y="5219"/>
                </a:lnTo>
                <a:lnTo>
                  <a:pt x="1930" y="5219"/>
                </a:lnTo>
                <a:lnTo>
                  <a:pt x="1930" y="5218"/>
                </a:lnTo>
                <a:lnTo>
                  <a:pt x="1930" y="5217"/>
                </a:lnTo>
                <a:lnTo>
                  <a:pt x="1929" y="5216"/>
                </a:lnTo>
                <a:lnTo>
                  <a:pt x="1929" y="5215"/>
                </a:lnTo>
                <a:lnTo>
                  <a:pt x="1928" y="5215"/>
                </a:lnTo>
                <a:lnTo>
                  <a:pt x="1928" y="5214"/>
                </a:lnTo>
                <a:lnTo>
                  <a:pt x="1927" y="5214"/>
                </a:lnTo>
                <a:lnTo>
                  <a:pt x="1926" y="5214"/>
                </a:lnTo>
                <a:lnTo>
                  <a:pt x="1925" y="5214"/>
                </a:lnTo>
                <a:lnTo>
                  <a:pt x="1924" y="5214"/>
                </a:lnTo>
                <a:lnTo>
                  <a:pt x="1923" y="5214"/>
                </a:lnTo>
                <a:lnTo>
                  <a:pt x="1921" y="5213"/>
                </a:lnTo>
                <a:lnTo>
                  <a:pt x="1920" y="5213"/>
                </a:lnTo>
                <a:lnTo>
                  <a:pt x="1919" y="5213"/>
                </a:lnTo>
                <a:lnTo>
                  <a:pt x="1918" y="5213"/>
                </a:lnTo>
                <a:lnTo>
                  <a:pt x="1917" y="5212"/>
                </a:lnTo>
                <a:lnTo>
                  <a:pt x="1915" y="5212"/>
                </a:lnTo>
                <a:lnTo>
                  <a:pt x="1914" y="5213"/>
                </a:lnTo>
                <a:lnTo>
                  <a:pt x="1913" y="5213"/>
                </a:lnTo>
                <a:lnTo>
                  <a:pt x="1913" y="5212"/>
                </a:lnTo>
                <a:lnTo>
                  <a:pt x="1912" y="5212"/>
                </a:lnTo>
                <a:lnTo>
                  <a:pt x="1912" y="5211"/>
                </a:lnTo>
                <a:lnTo>
                  <a:pt x="1913" y="5211"/>
                </a:lnTo>
                <a:lnTo>
                  <a:pt x="1913" y="5210"/>
                </a:lnTo>
                <a:lnTo>
                  <a:pt x="1912" y="5210"/>
                </a:lnTo>
                <a:lnTo>
                  <a:pt x="1912" y="5209"/>
                </a:lnTo>
                <a:lnTo>
                  <a:pt x="1911" y="5209"/>
                </a:lnTo>
                <a:lnTo>
                  <a:pt x="1911" y="5208"/>
                </a:lnTo>
                <a:lnTo>
                  <a:pt x="1910" y="5207"/>
                </a:lnTo>
                <a:lnTo>
                  <a:pt x="1910" y="5206"/>
                </a:lnTo>
                <a:lnTo>
                  <a:pt x="1909" y="5205"/>
                </a:lnTo>
                <a:lnTo>
                  <a:pt x="1909" y="5204"/>
                </a:lnTo>
                <a:lnTo>
                  <a:pt x="1909" y="5203"/>
                </a:lnTo>
                <a:lnTo>
                  <a:pt x="1909" y="5202"/>
                </a:lnTo>
                <a:lnTo>
                  <a:pt x="1908" y="5202"/>
                </a:lnTo>
                <a:lnTo>
                  <a:pt x="1908" y="5203"/>
                </a:lnTo>
                <a:lnTo>
                  <a:pt x="1907" y="5203"/>
                </a:lnTo>
                <a:lnTo>
                  <a:pt x="1906" y="5203"/>
                </a:lnTo>
                <a:lnTo>
                  <a:pt x="1905" y="5204"/>
                </a:lnTo>
                <a:lnTo>
                  <a:pt x="1905" y="5205"/>
                </a:lnTo>
                <a:lnTo>
                  <a:pt x="1905" y="5206"/>
                </a:lnTo>
                <a:lnTo>
                  <a:pt x="1904" y="5206"/>
                </a:lnTo>
                <a:lnTo>
                  <a:pt x="1903" y="5206"/>
                </a:lnTo>
                <a:lnTo>
                  <a:pt x="1902" y="5206"/>
                </a:lnTo>
                <a:lnTo>
                  <a:pt x="1901" y="5207"/>
                </a:lnTo>
                <a:lnTo>
                  <a:pt x="1902" y="5207"/>
                </a:lnTo>
                <a:lnTo>
                  <a:pt x="1901" y="5207"/>
                </a:lnTo>
                <a:lnTo>
                  <a:pt x="1900" y="5207"/>
                </a:lnTo>
                <a:lnTo>
                  <a:pt x="1899" y="5207"/>
                </a:lnTo>
                <a:lnTo>
                  <a:pt x="1898" y="5208"/>
                </a:lnTo>
                <a:lnTo>
                  <a:pt x="1897" y="5207"/>
                </a:lnTo>
                <a:lnTo>
                  <a:pt x="1896" y="5206"/>
                </a:lnTo>
                <a:lnTo>
                  <a:pt x="1895" y="5206"/>
                </a:lnTo>
                <a:lnTo>
                  <a:pt x="1894" y="5206"/>
                </a:lnTo>
                <a:lnTo>
                  <a:pt x="1894" y="5207"/>
                </a:lnTo>
                <a:lnTo>
                  <a:pt x="1893" y="5207"/>
                </a:lnTo>
                <a:lnTo>
                  <a:pt x="1893" y="5208"/>
                </a:lnTo>
                <a:lnTo>
                  <a:pt x="1893" y="5209"/>
                </a:lnTo>
                <a:lnTo>
                  <a:pt x="1892" y="5210"/>
                </a:lnTo>
                <a:lnTo>
                  <a:pt x="1892" y="5211"/>
                </a:lnTo>
                <a:lnTo>
                  <a:pt x="1893" y="5211"/>
                </a:lnTo>
                <a:lnTo>
                  <a:pt x="1892" y="5212"/>
                </a:lnTo>
                <a:lnTo>
                  <a:pt x="1892" y="5213"/>
                </a:lnTo>
                <a:lnTo>
                  <a:pt x="1891" y="5213"/>
                </a:lnTo>
                <a:lnTo>
                  <a:pt x="1891" y="5214"/>
                </a:lnTo>
                <a:lnTo>
                  <a:pt x="1891" y="5216"/>
                </a:lnTo>
                <a:lnTo>
                  <a:pt x="1890" y="5216"/>
                </a:lnTo>
                <a:lnTo>
                  <a:pt x="1890" y="5217"/>
                </a:lnTo>
                <a:lnTo>
                  <a:pt x="1889" y="5217"/>
                </a:lnTo>
                <a:lnTo>
                  <a:pt x="1888" y="5217"/>
                </a:lnTo>
                <a:lnTo>
                  <a:pt x="1888" y="5216"/>
                </a:lnTo>
                <a:lnTo>
                  <a:pt x="1887" y="5216"/>
                </a:lnTo>
                <a:lnTo>
                  <a:pt x="1887" y="5215"/>
                </a:lnTo>
                <a:lnTo>
                  <a:pt x="1886" y="5215"/>
                </a:lnTo>
                <a:lnTo>
                  <a:pt x="1886" y="5216"/>
                </a:lnTo>
                <a:lnTo>
                  <a:pt x="1886" y="5215"/>
                </a:lnTo>
                <a:lnTo>
                  <a:pt x="1885" y="5214"/>
                </a:lnTo>
                <a:lnTo>
                  <a:pt x="1884" y="5214"/>
                </a:lnTo>
                <a:lnTo>
                  <a:pt x="1883" y="5214"/>
                </a:lnTo>
                <a:lnTo>
                  <a:pt x="1883" y="5213"/>
                </a:lnTo>
                <a:lnTo>
                  <a:pt x="1883" y="5212"/>
                </a:lnTo>
                <a:lnTo>
                  <a:pt x="1882" y="5213"/>
                </a:lnTo>
                <a:lnTo>
                  <a:pt x="1882" y="5212"/>
                </a:lnTo>
                <a:lnTo>
                  <a:pt x="1880" y="5212"/>
                </a:lnTo>
                <a:lnTo>
                  <a:pt x="1880" y="5213"/>
                </a:lnTo>
                <a:lnTo>
                  <a:pt x="1879" y="5213"/>
                </a:lnTo>
                <a:lnTo>
                  <a:pt x="1878" y="5213"/>
                </a:lnTo>
                <a:lnTo>
                  <a:pt x="1878" y="5214"/>
                </a:lnTo>
                <a:lnTo>
                  <a:pt x="1877" y="5214"/>
                </a:lnTo>
                <a:lnTo>
                  <a:pt x="1876" y="5214"/>
                </a:lnTo>
                <a:lnTo>
                  <a:pt x="1877" y="5215"/>
                </a:lnTo>
                <a:lnTo>
                  <a:pt x="1877" y="5216"/>
                </a:lnTo>
                <a:lnTo>
                  <a:pt x="1876" y="5216"/>
                </a:lnTo>
                <a:lnTo>
                  <a:pt x="1876" y="5217"/>
                </a:lnTo>
                <a:lnTo>
                  <a:pt x="1875" y="5218"/>
                </a:lnTo>
                <a:lnTo>
                  <a:pt x="1874" y="5218"/>
                </a:lnTo>
                <a:lnTo>
                  <a:pt x="1873" y="5218"/>
                </a:lnTo>
                <a:lnTo>
                  <a:pt x="1872" y="5218"/>
                </a:lnTo>
                <a:lnTo>
                  <a:pt x="1871" y="5218"/>
                </a:lnTo>
                <a:lnTo>
                  <a:pt x="1871" y="5219"/>
                </a:lnTo>
                <a:lnTo>
                  <a:pt x="1870" y="5219"/>
                </a:lnTo>
                <a:lnTo>
                  <a:pt x="1869" y="5219"/>
                </a:lnTo>
                <a:lnTo>
                  <a:pt x="1869" y="5218"/>
                </a:lnTo>
                <a:lnTo>
                  <a:pt x="1868" y="5218"/>
                </a:lnTo>
                <a:lnTo>
                  <a:pt x="1868" y="5219"/>
                </a:lnTo>
                <a:lnTo>
                  <a:pt x="1867" y="5219"/>
                </a:lnTo>
                <a:lnTo>
                  <a:pt x="1867" y="5220"/>
                </a:lnTo>
                <a:lnTo>
                  <a:pt x="1866" y="5220"/>
                </a:lnTo>
                <a:lnTo>
                  <a:pt x="1865" y="5220"/>
                </a:lnTo>
                <a:lnTo>
                  <a:pt x="1865" y="5221"/>
                </a:lnTo>
                <a:lnTo>
                  <a:pt x="1865" y="5222"/>
                </a:lnTo>
                <a:lnTo>
                  <a:pt x="1864" y="5222"/>
                </a:lnTo>
                <a:lnTo>
                  <a:pt x="1864" y="5223"/>
                </a:lnTo>
                <a:lnTo>
                  <a:pt x="1865" y="5223"/>
                </a:lnTo>
                <a:lnTo>
                  <a:pt x="1864" y="5223"/>
                </a:lnTo>
                <a:lnTo>
                  <a:pt x="1863" y="5223"/>
                </a:lnTo>
                <a:lnTo>
                  <a:pt x="1862" y="5223"/>
                </a:lnTo>
                <a:lnTo>
                  <a:pt x="1862" y="5224"/>
                </a:lnTo>
                <a:lnTo>
                  <a:pt x="1861" y="5224"/>
                </a:lnTo>
                <a:lnTo>
                  <a:pt x="1860" y="5224"/>
                </a:lnTo>
                <a:lnTo>
                  <a:pt x="1860" y="5223"/>
                </a:lnTo>
                <a:lnTo>
                  <a:pt x="1859" y="5223"/>
                </a:lnTo>
                <a:lnTo>
                  <a:pt x="1859" y="5222"/>
                </a:lnTo>
                <a:lnTo>
                  <a:pt x="1858" y="5222"/>
                </a:lnTo>
                <a:lnTo>
                  <a:pt x="1858" y="5221"/>
                </a:lnTo>
                <a:lnTo>
                  <a:pt x="1857" y="5220"/>
                </a:lnTo>
                <a:lnTo>
                  <a:pt x="1857" y="5221"/>
                </a:lnTo>
                <a:lnTo>
                  <a:pt x="1856" y="5220"/>
                </a:lnTo>
                <a:lnTo>
                  <a:pt x="1856" y="5221"/>
                </a:lnTo>
                <a:lnTo>
                  <a:pt x="1855" y="5221"/>
                </a:lnTo>
                <a:lnTo>
                  <a:pt x="1855" y="5220"/>
                </a:lnTo>
                <a:lnTo>
                  <a:pt x="1855" y="5221"/>
                </a:lnTo>
                <a:lnTo>
                  <a:pt x="1853" y="5221"/>
                </a:lnTo>
                <a:lnTo>
                  <a:pt x="1853" y="5220"/>
                </a:lnTo>
                <a:lnTo>
                  <a:pt x="1852" y="5220"/>
                </a:lnTo>
                <a:lnTo>
                  <a:pt x="1851" y="5220"/>
                </a:lnTo>
                <a:lnTo>
                  <a:pt x="1851" y="5221"/>
                </a:lnTo>
                <a:lnTo>
                  <a:pt x="1850" y="5221"/>
                </a:lnTo>
                <a:lnTo>
                  <a:pt x="1850" y="5222"/>
                </a:lnTo>
                <a:lnTo>
                  <a:pt x="1849" y="5222"/>
                </a:lnTo>
                <a:lnTo>
                  <a:pt x="1848" y="5221"/>
                </a:lnTo>
                <a:lnTo>
                  <a:pt x="1847" y="5221"/>
                </a:lnTo>
                <a:lnTo>
                  <a:pt x="1847" y="5222"/>
                </a:lnTo>
                <a:lnTo>
                  <a:pt x="1846" y="5222"/>
                </a:lnTo>
                <a:lnTo>
                  <a:pt x="1846" y="5223"/>
                </a:lnTo>
                <a:lnTo>
                  <a:pt x="1845" y="5223"/>
                </a:lnTo>
                <a:lnTo>
                  <a:pt x="1844" y="5223"/>
                </a:lnTo>
                <a:lnTo>
                  <a:pt x="1843" y="5223"/>
                </a:lnTo>
                <a:lnTo>
                  <a:pt x="1842" y="5223"/>
                </a:lnTo>
                <a:lnTo>
                  <a:pt x="1841" y="5223"/>
                </a:lnTo>
                <a:lnTo>
                  <a:pt x="1840" y="5224"/>
                </a:lnTo>
                <a:lnTo>
                  <a:pt x="1840" y="5225"/>
                </a:lnTo>
                <a:lnTo>
                  <a:pt x="1839" y="5225"/>
                </a:lnTo>
                <a:lnTo>
                  <a:pt x="1838" y="5225"/>
                </a:lnTo>
                <a:lnTo>
                  <a:pt x="1837" y="5224"/>
                </a:lnTo>
                <a:lnTo>
                  <a:pt x="1837" y="5225"/>
                </a:lnTo>
                <a:lnTo>
                  <a:pt x="1836" y="5225"/>
                </a:lnTo>
                <a:lnTo>
                  <a:pt x="1836" y="5226"/>
                </a:lnTo>
                <a:lnTo>
                  <a:pt x="1835" y="5226"/>
                </a:lnTo>
                <a:lnTo>
                  <a:pt x="1834" y="5226"/>
                </a:lnTo>
                <a:lnTo>
                  <a:pt x="1834" y="5224"/>
                </a:lnTo>
                <a:lnTo>
                  <a:pt x="1834" y="5223"/>
                </a:lnTo>
                <a:lnTo>
                  <a:pt x="1833" y="5223"/>
                </a:lnTo>
                <a:lnTo>
                  <a:pt x="1833" y="5222"/>
                </a:lnTo>
                <a:lnTo>
                  <a:pt x="1833" y="5221"/>
                </a:lnTo>
                <a:lnTo>
                  <a:pt x="1833" y="5220"/>
                </a:lnTo>
                <a:lnTo>
                  <a:pt x="1832" y="5221"/>
                </a:lnTo>
                <a:lnTo>
                  <a:pt x="1831" y="5221"/>
                </a:lnTo>
                <a:lnTo>
                  <a:pt x="1831" y="5222"/>
                </a:lnTo>
                <a:lnTo>
                  <a:pt x="1830" y="5222"/>
                </a:lnTo>
                <a:lnTo>
                  <a:pt x="1829" y="5222"/>
                </a:lnTo>
                <a:lnTo>
                  <a:pt x="1829" y="5221"/>
                </a:lnTo>
                <a:lnTo>
                  <a:pt x="1828" y="5221"/>
                </a:lnTo>
                <a:lnTo>
                  <a:pt x="1828" y="5222"/>
                </a:lnTo>
                <a:lnTo>
                  <a:pt x="1827" y="5222"/>
                </a:lnTo>
                <a:lnTo>
                  <a:pt x="1827" y="5223"/>
                </a:lnTo>
                <a:lnTo>
                  <a:pt x="1827" y="5224"/>
                </a:lnTo>
                <a:lnTo>
                  <a:pt x="1826" y="5224"/>
                </a:lnTo>
                <a:lnTo>
                  <a:pt x="1826" y="5225"/>
                </a:lnTo>
                <a:lnTo>
                  <a:pt x="1825" y="5225"/>
                </a:lnTo>
                <a:lnTo>
                  <a:pt x="1825" y="5224"/>
                </a:lnTo>
                <a:lnTo>
                  <a:pt x="1824" y="5224"/>
                </a:lnTo>
                <a:lnTo>
                  <a:pt x="1823" y="5224"/>
                </a:lnTo>
                <a:lnTo>
                  <a:pt x="1822" y="5224"/>
                </a:lnTo>
                <a:lnTo>
                  <a:pt x="1822" y="5223"/>
                </a:lnTo>
                <a:lnTo>
                  <a:pt x="1821" y="5223"/>
                </a:lnTo>
                <a:lnTo>
                  <a:pt x="1821" y="5222"/>
                </a:lnTo>
                <a:lnTo>
                  <a:pt x="1820" y="5222"/>
                </a:lnTo>
                <a:lnTo>
                  <a:pt x="1820" y="5221"/>
                </a:lnTo>
                <a:lnTo>
                  <a:pt x="1819" y="5221"/>
                </a:lnTo>
                <a:lnTo>
                  <a:pt x="1818" y="5220"/>
                </a:lnTo>
                <a:lnTo>
                  <a:pt x="1817" y="5220"/>
                </a:lnTo>
                <a:lnTo>
                  <a:pt x="1817" y="5219"/>
                </a:lnTo>
                <a:lnTo>
                  <a:pt x="1816" y="5219"/>
                </a:lnTo>
                <a:lnTo>
                  <a:pt x="1815" y="5220"/>
                </a:lnTo>
                <a:lnTo>
                  <a:pt x="1814" y="5220"/>
                </a:lnTo>
                <a:lnTo>
                  <a:pt x="1814" y="5221"/>
                </a:lnTo>
                <a:lnTo>
                  <a:pt x="1813" y="5221"/>
                </a:lnTo>
                <a:lnTo>
                  <a:pt x="1814" y="5222"/>
                </a:lnTo>
                <a:lnTo>
                  <a:pt x="1814" y="5223"/>
                </a:lnTo>
                <a:lnTo>
                  <a:pt x="1814" y="5224"/>
                </a:lnTo>
                <a:lnTo>
                  <a:pt x="1813" y="5224"/>
                </a:lnTo>
                <a:lnTo>
                  <a:pt x="1813" y="5225"/>
                </a:lnTo>
                <a:lnTo>
                  <a:pt x="1812" y="5225"/>
                </a:lnTo>
                <a:lnTo>
                  <a:pt x="1812" y="5226"/>
                </a:lnTo>
                <a:lnTo>
                  <a:pt x="1811" y="5226"/>
                </a:lnTo>
                <a:lnTo>
                  <a:pt x="1810" y="5227"/>
                </a:lnTo>
                <a:lnTo>
                  <a:pt x="1810" y="5228"/>
                </a:lnTo>
                <a:lnTo>
                  <a:pt x="1810" y="5230"/>
                </a:lnTo>
                <a:lnTo>
                  <a:pt x="1811" y="5230"/>
                </a:lnTo>
                <a:lnTo>
                  <a:pt x="1811" y="5231"/>
                </a:lnTo>
                <a:lnTo>
                  <a:pt x="1811" y="5232"/>
                </a:lnTo>
                <a:lnTo>
                  <a:pt x="1812" y="5232"/>
                </a:lnTo>
                <a:lnTo>
                  <a:pt x="1812" y="5233"/>
                </a:lnTo>
                <a:lnTo>
                  <a:pt x="1812" y="5234"/>
                </a:lnTo>
                <a:lnTo>
                  <a:pt x="1813" y="5234"/>
                </a:lnTo>
                <a:lnTo>
                  <a:pt x="1812" y="5234"/>
                </a:lnTo>
                <a:lnTo>
                  <a:pt x="1812" y="5235"/>
                </a:lnTo>
                <a:lnTo>
                  <a:pt x="1811" y="5235"/>
                </a:lnTo>
                <a:lnTo>
                  <a:pt x="1810" y="5235"/>
                </a:lnTo>
                <a:lnTo>
                  <a:pt x="1810" y="5236"/>
                </a:lnTo>
                <a:lnTo>
                  <a:pt x="1809" y="5236"/>
                </a:lnTo>
                <a:lnTo>
                  <a:pt x="1808" y="5236"/>
                </a:lnTo>
                <a:lnTo>
                  <a:pt x="1808" y="5237"/>
                </a:lnTo>
                <a:lnTo>
                  <a:pt x="1807" y="5237"/>
                </a:lnTo>
                <a:lnTo>
                  <a:pt x="1806" y="5237"/>
                </a:lnTo>
                <a:lnTo>
                  <a:pt x="1805" y="5237"/>
                </a:lnTo>
                <a:lnTo>
                  <a:pt x="1804" y="5237"/>
                </a:lnTo>
                <a:lnTo>
                  <a:pt x="1804" y="5236"/>
                </a:lnTo>
                <a:lnTo>
                  <a:pt x="1803" y="5236"/>
                </a:lnTo>
                <a:lnTo>
                  <a:pt x="1803" y="5235"/>
                </a:lnTo>
                <a:lnTo>
                  <a:pt x="1804" y="5235"/>
                </a:lnTo>
                <a:lnTo>
                  <a:pt x="1804" y="5234"/>
                </a:lnTo>
                <a:lnTo>
                  <a:pt x="1804" y="5232"/>
                </a:lnTo>
                <a:lnTo>
                  <a:pt x="1803" y="5232"/>
                </a:lnTo>
                <a:lnTo>
                  <a:pt x="1803" y="5231"/>
                </a:lnTo>
                <a:lnTo>
                  <a:pt x="1802" y="5231"/>
                </a:lnTo>
                <a:lnTo>
                  <a:pt x="1801" y="5231"/>
                </a:lnTo>
                <a:lnTo>
                  <a:pt x="1800" y="5231"/>
                </a:lnTo>
                <a:lnTo>
                  <a:pt x="1800" y="5232"/>
                </a:lnTo>
                <a:lnTo>
                  <a:pt x="1799" y="5232"/>
                </a:lnTo>
                <a:lnTo>
                  <a:pt x="1798" y="5232"/>
                </a:lnTo>
                <a:lnTo>
                  <a:pt x="1798" y="5231"/>
                </a:lnTo>
                <a:lnTo>
                  <a:pt x="1798" y="5230"/>
                </a:lnTo>
                <a:lnTo>
                  <a:pt x="1797" y="5230"/>
                </a:lnTo>
                <a:lnTo>
                  <a:pt x="1797" y="5229"/>
                </a:lnTo>
                <a:lnTo>
                  <a:pt x="1796" y="5229"/>
                </a:lnTo>
                <a:lnTo>
                  <a:pt x="1795" y="5228"/>
                </a:lnTo>
                <a:lnTo>
                  <a:pt x="1795" y="5227"/>
                </a:lnTo>
                <a:lnTo>
                  <a:pt x="1794" y="5227"/>
                </a:lnTo>
                <a:lnTo>
                  <a:pt x="1793" y="5227"/>
                </a:lnTo>
                <a:lnTo>
                  <a:pt x="1793" y="5228"/>
                </a:lnTo>
                <a:lnTo>
                  <a:pt x="1792" y="5228"/>
                </a:lnTo>
                <a:lnTo>
                  <a:pt x="1792" y="5229"/>
                </a:lnTo>
                <a:lnTo>
                  <a:pt x="1792" y="5228"/>
                </a:lnTo>
                <a:lnTo>
                  <a:pt x="1791" y="5228"/>
                </a:lnTo>
                <a:lnTo>
                  <a:pt x="1790" y="5228"/>
                </a:lnTo>
                <a:lnTo>
                  <a:pt x="1789" y="5228"/>
                </a:lnTo>
                <a:lnTo>
                  <a:pt x="1788" y="5228"/>
                </a:lnTo>
                <a:lnTo>
                  <a:pt x="1788" y="5229"/>
                </a:lnTo>
                <a:lnTo>
                  <a:pt x="1787" y="5229"/>
                </a:lnTo>
                <a:lnTo>
                  <a:pt x="1786" y="5229"/>
                </a:lnTo>
                <a:lnTo>
                  <a:pt x="1786" y="5230"/>
                </a:lnTo>
                <a:lnTo>
                  <a:pt x="1785" y="5230"/>
                </a:lnTo>
                <a:lnTo>
                  <a:pt x="1785" y="5229"/>
                </a:lnTo>
                <a:lnTo>
                  <a:pt x="1784" y="5229"/>
                </a:lnTo>
                <a:lnTo>
                  <a:pt x="1783" y="5228"/>
                </a:lnTo>
                <a:lnTo>
                  <a:pt x="1782" y="5228"/>
                </a:lnTo>
                <a:lnTo>
                  <a:pt x="1782" y="5227"/>
                </a:lnTo>
                <a:lnTo>
                  <a:pt x="1782" y="5226"/>
                </a:lnTo>
                <a:lnTo>
                  <a:pt x="1781" y="5226"/>
                </a:lnTo>
                <a:lnTo>
                  <a:pt x="1781" y="5225"/>
                </a:lnTo>
                <a:lnTo>
                  <a:pt x="1781" y="5224"/>
                </a:lnTo>
                <a:lnTo>
                  <a:pt x="1780" y="5224"/>
                </a:lnTo>
                <a:lnTo>
                  <a:pt x="1779" y="5224"/>
                </a:lnTo>
                <a:lnTo>
                  <a:pt x="1778" y="5224"/>
                </a:lnTo>
                <a:lnTo>
                  <a:pt x="1778" y="5223"/>
                </a:lnTo>
                <a:lnTo>
                  <a:pt x="1777" y="5223"/>
                </a:lnTo>
                <a:lnTo>
                  <a:pt x="1777" y="5222"/>
                </a:lnTo>
                <a:lnTo>
                  <a:pt x="1775" y="5222"/>
                </a:lnTo>
                <a:lnTo>
                  <a:pt x="1774" y="5222"/>
                </a:lnTo>
                <a:lnTo>
                  <a:pt x="1774" y="5221"/>
                </a:lnTo>
                <a:lnTo>
                  <a:pt x="1773" y="5221"/>
                </a:lnTo>
                <a:lnTo>
                  <a:pt x="1772" y="5221"/>
                </a:lnTo>
                <a:lnTo>
                  <a:pt x="1772" y="5222"/>
                </a:lnTo>
                <a:lnTo>
                  <a:pt x="1771" y="5222"/>
                </a:lnTo>
                <a:lnTo>
                  <a:pt x="1770" y="5222"/>
                </a:lnTo>
                <a:lnTo>
                  <a:pt x="1769" y="5222"/>
                </a:lnTo>
                <a:lnTo>
                  <a:pt x="1768" y="5222"/>
                </a:lnTo>
                <a:lnTo>
                  <a:pt x="1768" y="5221"/>
                </a:lnTo>
                <a:lnTo>
                  <a:pt x="1767" y="5221"/>
                </a:lnTo>
                <a:lnTo>
                  <a:pt x="1766" y="5221"/>
                </a:lnTo>
                <a:lnTo>
                  <a:pt x="1765" y="5221"/>
                </a:lnTo>
                <a:lnTo>
                  <a:pt x="1765" y="5220"/>
                </a:lnTo>
                <a:lnTo>
                  <a:pt x="1765" y="5219"/>
                </a:lnTo>
                <a:lnTo>
                  <a:pt x="1764" y="5219"/>
                </a:lnTo>
                <a:lnTo>
                  <a:pt x="1764" y="5218"/>
                </a:lnTo>
                <a:lnTo>
                  <a:pt x="1765" y="5218"/>
                </a:lnTo>
                <a:lnTo>
                  <a:pt x="1764" y="5218"/>
                </a:lnTo>
                <a:lnTo>
                  <a:pt x="1764" y="5217"/>
                </a:lnTo>
                <a:lnTo>
                  <a:pt x="1764" y="5216"/>
                </a:lnTo>
                <a:lnTo>
                  <a:pt x="1765" y="5216"/>
                </a:lnTo>
                <a:lnTo>
                  <a:pt x="1765" y="5215"/>
                </a:lnTo>
                <a:lnTo>
                  <a:pt x="1765" y="5214"/>
                </a:lnTo>
                <a:lnTo>
                  <a:pt x="1765" y="5213"/>
                </a:lnTo>
                <a:lnTo>
                  <a:pt x="1764" y="5213"/>
                </a:lnTo>
                <a:lnTo>
                  <a:pt x="1763" y="5213"/>
                </a:lnTo>
                <a:lnTo>
                  <a:pt x="1762" y="5213"/>
                </a:lnTo>
                <a:lnTo>
                  <a:pt x="1762" y="5212"/>
                </a:lnTo>
                <a:lnTo>
                  <a:pt x="1761" y="5212"/>
                </a:lnTo>
                <a:lnTo>
                  <a:pt x="1760" y="5212"/>
                </a:lnTo>
                <a:lnTo>
                  <a:pt x="1760" y="5213"/>
                </a:lnTo>
                <a:lnTo>
                  <a:pt x="1759" y="5214"/>
                </a:lnTo>
                <a:lnTo>
                  <a:pt x="1759" y="5215"/>
                </a:lnTo>
                <a:lnTo>
                  <a:pt x="1758" y="5215"/>
                </a:lnTo>
                <a:lnTo>
                  <a:pt x="1759" y="5215"/>
                </a:lnTo>
                <a:lnTo>
                  <a:pt x="1759" y="5216"/>
                </a:lnTo>
                <a:lnTo>
                  <a:pt x="1759" y="5217"/>
                </a:lnTo>
                <a:lnTo>
                  <a:pt x="1758" y="5217"/>
                </a:lnTo>
                <a:lnTo>
                  <a:pt x="1758" y="5218"/>
                </a:lnTo>
                <a:lnTo>
                  <a:pt x="1757" y="5218"/>
                </a:lnTo>
                <a:lnTo>
                  <a:pt x="1756" y="5217"/>
                </a:lnTo>
                <a:lnTo>
                  <a:pt x="1756" y="5218"/>
                </a:lnTo>
                <a:lnTo>
                  <a:pt x="1755" y="5218"/>
                </a:lnTo>
                <a:lnTo>
                  <a:pt x="1754" y="5218"/>
                </a:lnTo>
                <a:lnTo>
                  <a:pt x="1754" y="5219"/>
                </a:lnTo>
                <a:lnTo>
                  <a:pt x="1754" y="5220"/>
                </a:lnTo>
                <a:lnTo>
                  <a:pt x="1753" y="5220"/>
                </a:lnTo>
                <a:lnTo>
                  <a:pt x="1752" y="5220"/>
                </a:lnTo>
                <a:lnTo>
                  <a:pt x="1752" y="5221"/>
                </a:lnTo>
                <a:lnTo>
                  <a:pt x="1751" y="5221"/>
                </a:lnTo>
                <a:lnTo>
                  <a:pt x="1750" y="5221"/>
                </a:lnTo>
                <a:lnTo>
                  <a:pt x="1750" y="5222"/>
                </a:lnTo>
                <a:lnTo>
                  <a:pt x="1749" y="5222"/>
                </a:lnTo>
                <a:lnTo>
                  <a:pt x="1749" y="5223"/>
                </a:lnTo>
                <a:lnTo>
                  <a:pt x="1749" y="5224"/>
                </a:lnTo>
                <a:lnTo>
                  <a:pt x="1748" y="5224"/>
                </a:lnTo>
                <a:lnTo>
                  <a:pt x="1748" y="5225"/>
                </a:lnTo>
                <a:lnTo>
                  <a:pt x="1748" y="5226"/>
                </a:lnTo>
                <a:lnTo>
                  <a:pt x="1748" y="5227"/>
                </a:lnTo>
                <a:lnTo>
                  <a:pt x="1748" y="5228"/>
                </a:lnTo>
                <a:lnTo>
                  <a:pt x="1747" y="5228"/>
                </a:lnTo>
                <a:lnTo>
                  <a:pt x="1746" y="5228"/>
                </a:lnTo>
                <a:lnTo>
                  <a:pt x="1745" y="5229"/>
                </a:lnTo>
                <a:lnTo>
                  <a:pt x="1745" y="5230"/>
                </a:lnTo>
                <a:lnTo>
                  <a:pt x="1744" y="5230"/>
                </a:lnTo>
                <a:lnTo>
                  <a:pt x="1744" y="5231"/>
                </a:lnTo>
                <a:lnTo>
                  <a:pt x="1743" y="5231"/>
                </a:lnTo>
                <a:lnTo>
                  <a:pt x="1743" y="5232"/>
                </a:lnTo>
                <a:lnTo>
                  <a:pt x="1743" y="5233"/>
                </a:lnTo>
                <a:lnTo>
                  <a:pt x="1742" y="5233"/>
                </a:lnTo>
                <a:lnTo>
                  <a:pt x="1741" y="5233"/>
                </a:lnTo>
                <a:lnTo>
                  <a:pt x="1740" y="5233"/>
                </a:lnTo>
                <a:lnTo>
                  <a:pt x="1740" y="5234"/>
                </a:lnTo>
                <a:lnTo>
                  <a:pt x="1739" y="5234"/>
                </a:lnTo>
                <a:lnTo>
                  <a:pt x="1739" y="5235"/>
                </a:lnTo>
                <a:lnTo>
                  <a:pt x="1738" y="5236"/>
                </a:lnTo>
                <a:lnTo>
                  <a:pt x="1738" y="5237"/>
                </a:lnTo>
                <a:lnTo>
                  <a:pt x="1738" y="5238"/>
                </a:lnTo>
                <a:lnTo>
                  <a:pt x="1737" y="5238"/>
                </a:lnTo>
                <a:lnTo>
                  <a:pt x="1736" y="5238"/>
                </a:lnTo>
                <a:lnTo>
                  <a:pt x="1735" y="5237"/>
                </a:lnTo>
                <a:lnTo>
                  <a:pt x="1734" y="5237"/>
                </a:lnTo>
                <a:lnTo>
                  <a:pt x="1734" y="5236"/>
                </a:lnTo>
                <a:lnTo>
                  <a:pt x="1733" y="5236"/>
                </a:lnTo>
                <a:lnTo>
                  <a:pt x="1733" y="5237"/>
                </a:lnTo>
                <a:lnTo>
                  <a:pt x="1732" y="5236"/>
                </a:lnTo>
                <a:lnTo>
                  <a:pt x="1731" y="5236"/>
                </a:lnTo>
                <a:lnTo>
                  <a:pt x="1730" y="5236"/>
                </a:lnTo>
                <a:lnTo>
                  <a:pt x="1729" y="5236"/>
                </a:lnTo>
                <a:lnTo>
                  <a:pt x="1728" y="5236"/>
                </a:lnTo>
                <a:lnTo>
                  <a:pt x="1727" y="5236"/>
                </a:lnTo>
                <a:lnTo>
                  <a:pt x="1726" y="5236"/>
                </a:lnTo>
                <a:lnTo>
                  <a:pt x="1726" y="5235"/>
                </a:lnTo>
                <a:lnTo>
                  <a:pt x="1726" y="5234"/>
                </a:lnTo>
                <a:lnTo>
                  <a:pt x="1726" y="5233"/>
                </a:lnTo>
                <a:lnTo>
                  <a:pt x="1727" y="5232"/>
                </a:lnTo>
                <a:lnTo>
                  <a:pt x="1727" y="5231"/>
                </a:lnTo>
                <a:lnTo>
                  <a:pt x="1727" y="5230"/>
                </a:lnTo>
                <a:lnTo>
                  <a:pt x="1728" y="5230"/>
                </a:lnTo>
                <a:lnTo>
                  <a:pt x="1727" y="5230"/>
                </a:lnTo>
                <a:lnTo>
                  <a:pt x="1726" y="5230"/>
                </a:lnTo>
                <a:lnTo>
                  <a:pt x="1724" y="5230"/>
                </a:lnTo>
                <a:lnTo>
                  <a:pt x="1723" y="5230"/>
                </a:lnTo>
                <a:lnTo>
                  <a:pt x="1721" y="5230"/>
                </a:lnTo>
                <a:lnTo>
                  <a:pt x="1721" y="5231"/>
                </a:lnTo>
                <a:lnTo>
                  <a:pt x="1720" y="5231"/>
                </a:lnTo>
                <a:lnTo>
                  <a:pt x="1720" y="5232"/>
                </a:lnTo>
                <a:lnTo>
                  <a:pt x="1719" y="5232"/>
                </a:lnTo>
                <a:lnTo>
                  <a:pt x="1718" y="5232"/>
                </a:lnTo>
                <a:lnTo>
                  <a:pt x="1717" y="5232"/>
                </a:lnTo>
                <a:lnTo>
                  <a:pt x="1717" y="5233"/>
                </a:lnTo>
                <a:lnTo>
                  <a:pt x="1716" y="5234"/>
                </a:lnTo>
                <a:lnTo>
                  <a:pt x="1716" y="5233"/>
                </a:lnTo>
                <a:lnTo>
                  <a:pt x="1716" y="5232"/>
                </a:lnTo>
                <a:lnTo>
                  <a:pt x="1715" y="5232"/>
                </a:lnTo>
                <a:lnTo>
                  <a:pt x="1715" y="5231"/>
                </a:lnTo>
                <a:lnTo>
                  <a:pt x="1714" y="5231"/>
                </a:lnTo>
                <a:lnTo>
                  <a:pt x="1713" y="5231"/>
                </a:lnTo>
                <a:lnTo>
                  <a:pt x="1713" y="5230"/>
                </a:lnTo>
                <a:lnTo>
                  <a:pt x="1713" y="5229"/>
                </a:lnTo>
                <a:lnTo>
                  <a:pt x="1714" y="5228"/>
                </a:lnTo>
                <a:lnTo>
                  <a:pt x="1714" y="5227"/>
                </a:lnTo>
                <a:lnTo>
                  <a:pt x="1713" y="5227"/>
                </a:lnTo>
                <a:lnTo>
                  <a:pt x="1713" y="5225"/>
                </a:lnTo>
                <a:lnTo>
                  <a:pt x="1713" y="5224"/>
                </a:lnTo>
                <a:lnTo>
                  <a:pt x="1713" y="5223"/>
                </a:lnTo>
                <a:lnTo>
                  <a:pt x="1713" y="5222"/>
                </a:lnTo>
                <a:lnTo>
                  <a:pt x="1712" y="5222"/>
                </a:lnTo>
                <a:lnTo>
                  <a:pt x="1711" y="5222"/>
                </a:lnTo>
                <a:lnTo>
                  <a:pt x="1710" y="5221"/>
                </a:lnTo>
                <a:lnTo>
                  <a:pt x="1709" y="5221"/>
                </a:lnTo>
                <a:lnTo>
                  <a:pt x="1709" y="5220"/>
                </a:lnTo>
                <a:lnTo>
                  <a:pt x="1709" y="5221"/>
                </a:lnTo>
                <a:lnTo>
                  <a:pt x="1708" y="5221"/>
                </a:lnTo>
                <a:lnTo>
                  <a:pt x="1707" y="5221"/>
                </a:lnTo>
                <a:lnTo>
                  <a:pt x="1707" y="5222"/>
                </a:lnTo>
                <a:lnTo>
                  <a:pt x="1707" y="5223"/>
                </a:lnTo>
                <a:lnTo>
                  <a:pt x="1706" y="5223"/>
                </a:lnTo>
                <a:lnTo>
                  <a:pt x="1706" y="5224"/>
                </a:lnTo>
                <a:lnTo>
                  <a:pt x="1705" y="5224"/>
                </a:lnTo>
                <a:lnTo>
                  <a:pt x="1705" y="5225"/>
                </a:lnTo>
                <a:lnTo>
                  <a:pt x="1704" y="5225"/>
                </a:lnTo>
                <a:lnTo>
                  <a:pt x="1704" y="5224"/>
                </a:lnTo>
                <a:lnTo>
                  <a:pt x="1703" y="5224"/>
                </a:lnTo>
                <a:lnTo>
                  <a:pt x="1702" y="5224"/>
                </a:lnTo>
                <a:lnTo>
                  <a:pt x="1701" y="5224"/>
                </a:lnTo>
                <a:lnTo>
                  <a:pt x="1700" y="5223"/>
                </a:lnTo>
                <a:lnTo>
                  <a:pt x="1699" y="5223"/>
                </a:lnTo>
                <a:lnTo>
                  <a:pt x="1698" y="5223"/>
                </a:lnTo>
                <a:lnTo>
                  <a:pt x="1697" y="5223"/>
                </a:lnTo>
                <a:lnTo>
                  <a:pt x="1696" y="5223"/>
                </a:lnTo>
                <a:lnTo>
                  <a:pt x="1696" y="5222"/>
                </a:lnTo>
                <a:lnTo>
                  <a:pt x="1696" y="5223"/>
                </a:lnTo>
                <a:lnTo>
                  <a:pt x="1695" y="5223"/>
                </a:lnTo>
                <a:lnTo>
                  <a:pt x="1694" y="5223"/>
                </a:lnTo>
                <a:lnTo>
                  <a:pt x="1693" y="5223"/>
                </a:lnTo>
                <a:lnTo>
                  <a:pt x="1693" y="5224"/>
                </a:lnTo>
                <a:lnTo>
                  <a:pt x="1692" y="5224"/>
                </a:lnTo>
                <a:lnTo>
                  <a:pt x="1692" y="5225"/>
                </a:lnTo>
                <a:lnTo>
                  <a:pt x="1691" y="5225"/>
                </a:lnTo>
                <a:lnTo>
                  <a:pt x="1690" y="5225"/>
                </a:lnTo>
                <a:lnTo>
                  <a:pt x="1690" y="5226"/>
                </a:lnTo>
                <a:lnTo>
                  <a:pt x="1689" y="5226"/>
                </a:lnTo>
                <a:lnTo>
                  <a:pt x="1688" y="5226"/>
                </a:lnTo>
                <a:lnTo>
                  <a:pt x="1687" y="5226"/>
                </a:lnTo>
                <a:lnTo>
                  <a:pt x="1687" y="5225"/>
                </a:lnTo>
                <a:lnTo>
                  <a:pt x="1686" y="5225"/>
                </a:lnTo>
                <a:lnTo>
                  <a:pt x="1686" y="5224"/>
                </a:lnTo>
                <a:lnTo>
                  <a:pt x="1685" y="5224"/>
                </a:lnTo>
                <a:lnTo>
                  <a:pt x="1684" y="5224"/>
                </a:lnTo>
                <a:lnTo>
                  <a:pt x="1684" y="5223"/>
                </a:lnTo>
                <a:lnTo>
                  <a:pt x="1683" y="5223"/>
                </a:lnTo>
                <a:lnTo>
                  <a:pt x="1682" y="5223"/>
                </a:lnTo>
                <a:lnTo>
                  <a:pt x="1682" y="5222"/>
                </a:lnTo>
                <a:lnTo>
                  <a:pt x="1681" y="5222"/>
                </a:lnTo>
                <a:lnTo>
                  <a:pt x="1680" y="5222"/>
                </a:lnTo>
                <a:lnTo>
                  <a:pt x="1681" y="5222"/>
                </a:lnTo>
                <a:lnTo>
                  <a:pt x="1681" y="5221"/>
                </a:lnTo>
                <a:lnTo>
                  <a:pt x="1683" y="5221"/>
                </a:lnTo>
                <a:lnTo>
                  <a:pt x="1684" y="5221"/>
                </a:lnTo>
                <a:lnTo>
                  <a:pt x="1684" y="5222"/>
                </a:lnTo>
                <a:lnTo>
                  <a:pt x="1685" y="5222"/>
                </a:lnTo>
                <a:lnTo>
                  <a:pt x="1686" y="5222"/>
                </a:lnTo>
                <a:lnTo>
                  <a:pt x="1686" y="5221"/>
                </a:lnTo>
                <a:lnTo>
                  <a:pt x="1686" y="5220"/>
                </a:lnTo>
                <a:lnTo>
                  <a:pt x="1686" y="5219"/>
                </a:lnTo>
                <a:lnTo>
                  <a:pt x="1685" y="5219"/>
                </a:lnTo>
                <a:lnTo>
                  <a:pt x="1685" y="5218"/>
                </a:lnTo>
                <a:lnTo>
                  <a:pt x="1684" y="5218"/>
                </a:lnTo>
                <a:lnTo>
                  <a:pt x="1684" y="5217"/>
                </a:lnTo>
                <a:lnTo>
                  <a:pt x="1683" y="5217"/>
                </a:lnTo>
                <a:lnTo>
                  <a:pt x="1683" y="5218"/>
                </a:lnTo>
                <a:lnTo>
                  <a:pt x="1682" y="5218"/>
                </a:lnTo>
                <a:lnTo>
                  <a:pt x="1681" y="5218"/>
                </a:lnTo>
                <a:lnTo>
                  <a:pt x="1681" y="5219"/>
                </a:lnTo>
                <a:lnTo>
                  <a:pt x="1681" y="5218"/>
                </a:lnTo>
                <a:lnTo>
                  <a:pt x="1680" y="5218"/>
                </a:lnTo>
                <a:lnTo>
                  <a:pt x="1680" y="5219"/>
                </a:lnTo>
                <a:lnTo>
                  <a:pt x="1679" y="5219"/>
                </a:lnTo>
                <a:lnTo>
                  <a:pt x="1678" y="5219"/>
                </a:lnTo>
                <a:lnTo>
                  <a:pt x="1677" y="5219"/>
                </a:lnTo>
                <a:lnTo>
                  <a:pt x="1676" y="5219"/>
                </a:lnTo>
                <a:lnTo>
                  <a:pt x="1675" y="5219"/>
                </a:lnTo>
                <a:lnTo>
                  <a:pt x="1675" y="5220"/>
                </a:lnTo>
                <a:lnTo>
                  <a:pt x="1674" y="5220"/>
                </a:lnTo>
                <a:lnTo>
                  <a:pt x="1674" y="5221"/>
                </a:lnTo>
                <a:lnTo>
                  <a:pt x="1673" y="5221"/>
                </a:lnTo>
                <a:lnTo>
                  <a:pt x="1673" y="5222"/>
                </a:lnTo>
                <a:lnTo>
                  <a:pt x="1671" y="5222"/>
                </a:lnTo>
                <a:lnTo>
                  <a:pt x="1671" y="5221"/>
                </a:lnTo>
                <a:lnTo>
                  <a:pt x="1670" y="5221"/>
                </a:lnTo>
                <a:lnTo>
                  <a:pt x="1670" y="5222"/>
                </a:lnTo>
                <a:lnTo>
                  <a:pt x="1669" y="5221"/>
                </a:lnTo>
                <a:lnTo>
                  <a:pt x="1668" y="5221"/>
                </a:lnTo>
                <a:lnTo>
                  <a:pt x="1667" y="5221"/>
                </a:lnTo>
                <a:lnTo>
                  <a:pt x="1666" y="5221"/>
                </a:lnTo>
                <a:lnTo>
                  <a:pt x="1665" y="5221"/>
                </a:lnTo>
                <a:lnTo>
                  <a:pt x="1665" y="5220"/>
                </a:lnTo>
                <a:lnTo>
                  <a:pt x="1664" y="5220"/>
                </a:lnTo>
                <a:lnTo>
                  <a:pt x="1664" y="5219"/>
                </a:lnTo>
                <a:lnTo>
                  <a:pt x="1663" y="5219"/>
                </a:lnTo>
                <a:lnTo>
                  <a:pt x="1663" y="5218"/>
                </a:lnTo>
                <a:lnTo>
                  <a:pt x="1663" y="5217"/>
                </a:lnTo>
                <a:lnTo>
                  <a:pt x="1662" y="5217"/>
                </a:lnTo>
                <a:lnTo>
                  <a:pt x="1661" y="5217"/>
                </a:lnTo>
                <a:lnTo>
                  <a:pt x="1661" y="5216"/>
                </a:lnTo>
                <a:lnTo>
                  <a:pt x="1660" y="5216"/>
                </a:lnTo>
                <a:lnTo>
                  <a:pt x="1659" y="5216"/>
                </a:lnTo>
                <a:lnTo>
                  <a:pt x="1658" y="5216"/>
                </a:lnTo>
                <a:lnTo>
                  <a:pt x="1658" y="5215"/>
                </a:lnTo>
                <a:lnTo>
                  <a:pt x="1657" y="5215"/>
                </a:lnTo>
                <a:lnTo>
                  <a:pt x="1657" y="5214"/>
                </a:lnTo>
                <a:lnTo>
                  <a:pt x="1656" y="5214"/>
                </a:lnTo>
                <a:lnTo>
                  <a:pt x="1656" y="5215"/>
                </a:lnTo>
                <a:lnTo>
                  <a:pt x="1656" y="5214"/>
                </a:lnTo>
                <a:lnTo>
                  <a:pt x="1655" y="5214"/>
                </a:lnTo>
                <a:lnTo>
                  <a:pt x="1655" y="5215"/>
                </a:lnTo>
                <a:lnTo>
                  <a:pt x="1654" y="5215"/>
                </a:lnTo>
                <a:lnTo>
                  <a:pt x="1653" y="5215"/>
                </a:lnTo>
                <a:lnTo>
                  <a:pt x="1652" y="5215"/>
                </a:lnTo>
                <a:lnTo>
                  <a:pt x="1652" y="5216"/>
                </a:lnTo>
                <a:lnTo>
                  <a:pt x="1651" y="5216"/>
                </a:lnTo>
                <a:lnTo>
                  <a:pt x="1651" y="5217"/>
                </a:lnTo>
                <a:lnTo>
                  <a:pt x="1650" y="5217"/>
                </a:lnTo>
                <a:lnTo>
                  <a:pt x="1650" y="5218"/>
                </a:lnTo>
                <a:lnTo>
                  <a:pt x="1649" y="5218"/>
                </a:lnTo>
                <a:lnTo>
                  <a:pt x="1649" y="5219"/>
                </a:lnTo>
                <a:lnTo>
                  <a:pt x="1648" y="5219"/>
                </a:lnTo>
                <a:lnTo>
                  <a:pt x="1647" y="5219"/>
                </a:lnTo>
                <a:lnTo>
                  <a:pt x="1647" y="5218"/>
                </a:lnTo>
                <a:lnTo>
                  <a:pt x="1646" y="5218"/>
                </a:lnTo>
                <a:lnTo>
                  <a:pt x="1645" y="5218"/>
                </a:lnTo>
                <a:lnTo>
                  <a:pt x="1644" y="5218"/>
                </a:lnTo>
                <a:lnTo>
                  <a:pt x="1643" y="5218"/>
                </a:lnTo>
                <a:lnTo>
                  <a:pt x="1642" y="5218"/>
                </a:lnTo>
                <a:lnTo>
                  <a:pt x="1641" y="5218"/>
                </a:lnTo>
                <a:lnTo>
                  <a:pt x="1641" y="5217"/>
                </a:lnTo>
                <a:lnTo>
                  <a:pt x="1641" y="5218"/>
                </a:lnTo>
                <a:lnTo>
                  <a:pt x="1640" y="5218"/>
                </a:lnTo>
                <a:lnTo>
                  <a:pt x="1639" y="5218"/>
                </a:lnTo>
                <a:lnTo>
                  <a:pt x="1639" y="5217"/>
                </a:lnTo>
                <a:lnTo>
                  <a:pt x="1638" y="5217"/>
                </a:lnTo>
                <a:lnTo>
                  <a:pt x="1637" y="5217"/>
                </a:lnTo>
                <a:lnTo>
                  <a:pt x="1637" y="5216"/>
                </a:lnTo>
                <a:lnTo>
                  <a:pt x="1636" y="5216"/>
                </a:lnTo>
                <a:lnTo>
                  <a:pt x="1636" y="5215"/>
                </a:lnTo>
                <a:lnTo>
                  <a:pt x="1635" y="5215"/>
                </a:lnTo>
                <a:lnTo>
                  <a:pt x="1635" y="5214"/>
                </a:lnTo>
                <a:lnTo>
                  <a:pt x="1634" y="5214"/>
                </a:lnTo>
                <a:lnTo>
                  <a:pt x="1634" y="5213"/>
                </a:lnTo>
                <a:lnTo>
                  <a:pt x="1633" y="5213"/>
                </a:lnTo>
                <a:lnTo>
                  <a:pt x="1632" y="5213"/>
                </a:lnTo>
                <a:lnTo>
                  <a:pt x="1631" y="5213"/>
                </a:lnTo>
                <a:lnTo>
                  <a:pt x="1631" y="5212"/>
                </a:lnTo>
                <a:lnTo>
                  <a:pt x="1630" y="5212"/>
                </a:lnTo>
                <a:lnTo>
                  <a:pt x="1630" y="5211"/>
                </a:lnTo>
                <a:lnTo>
                  <a:pt x="1629" y="5211"/>
                </a:lnTo>
                <a:lnTo>
                  <a:pt x="1629" y="5210"/>
                </a:lnTo>
                <a:lnTo>
                  <a:pt x="1629" y="5209"/>
                </a:lnTo>
                <a:lnTo>
                  <a:pt x="1629" y="5208"/>
                </a:lnTo>
                <a:lnTo>
                  <a:pt x="1629" y="5207"/>
                </a:lnTo>
                <a:lnTo>
                  <a:pt x="1629" y="5206"/>
                </a:lnTo>
                <a:lnTo>
                  <a:pt x="1629" y="5205"/>
                </a:lnTo>
                <a:lnTo>
                  <a:pt x="1629" y="5204"/>
                </a:lnTo>
                <a:lnTo>
                  <a:pt x="1629" y="5203"/>
                </a:lnTo>
                <a:lnTo>
                  <a:pt x="1628" y="5203"/>
                </a:lnTo>
                <a:lnTo>
                  <a:pt x="1627" y="5203"/>
                </a:lnTo>
                <a:lnTo>
                  <a:pt x="1627" y="5202"/>
                </a:lnTo>
                <a:lnTo>
                  <a:pt x="1626" y="5202"/>
                </a:lnTo>
                <a:lnTo>
                  <a:pt x="1627" y="5201"/>
                </a:lnTo>
                <a:lnTo>
                  <a:pt x="1626" y="5201"/>
                </a:lnTo>
                <a:lnTo>
                  <a:pt x="1626" y="5200"/>
                </a:lnTo>
                <a:lnTo>
                  <a:pt x="1626" y="5199"/>
                </a:lnTo>
                <a:lnTo>
                  <a:pt x="1626" y="5198"/>
                </a:lnTo>
                <a:lnTo>
                  <a:pt x="1625" y="5198"/>
                </a:lnTo>
                <a:lnTo>
                  <a:pt x="1625" y="5197"/>
                </a:lnTo>
                <a:lnTo>
                  <a:pt x="1626" y="5197"/>
                </a:lnTo>
                <a:lnTo>
                  <a:pt x="1625" y="5197"/>
                </a:lnTo>
                <a:lnTo>
                  <a:pt x="1626" y="5197"/>
                </a:lnTo>
                <a:lnTo>
                  <a:pt x="1626" y="5196"/>
                </a:lnTo>
                <a:lnTo>
                  <a:pt x="1626" y="5195"/>
                </a:lnTo>
                <a:lnTo>
                  <a:pt x="1625" y="5195"/>
                </a:lnTo>
                <a:lnTo>
                  <a:pt x="1625" y="5194"/>
                </a:lnTo>
                <a:lnTo>
                  <a:pt x="1624" y="5194"/>
                </a:lnTo>
                <a:lnTo>
                  <a:pt x="1624" y="5193"/>
                </a:lnTo>
                <a:lnTo>
                  <a:pt x="1623" y="5193"/>
                </a:lnTo>
                <a:lnTo>
                  <a:pt x="1623" y="5192"/>
                </a:lnTo>
                <a:lnTo>
                  <a:pt x="1622" y="5192"/>
                </a:lnTo>
                <a:lnTo>
                  <a:pt x="1622" y="5190"/>
                </a:lnTo>
                <a:lnTo>
                  <a:pt x="1621" y="5190"/>
                </a:lnTo>
                <a:lnTo>
                  <a:pt x="1621" y="5189"/>
                </a:lnTo>
                <a:lnTo>
                  <a:pt x="1621" y="5188"/>
                </a:lnTo>
                <a:lnTo>
                  <a:pt x="1620" y="5188"/>
                </a:lnTo>
                <a:lnTo>
                  <a:pt x="1620" y="5187"/>
                </a:lnTo>
                <a:lnTo>
                  <a:pt x="1619" y="5187"/>
                </a:lnTo>
                <a:lnTo>
                  <a:pt x="1618" y="5187"/>
                </a:lnTo>
                <a:lnTo>
                  <a:pt x="1617" y="5187"/>
                </a:lnTo>
                <a:lnTo>
                  <a:pt x="1617" y="5186"/>
                </a:lnTo>
                <a:lnTo>
                  <a:pt x="1617" y="5185"/>
                </a:lnTo>
                <a:lnTo>
                  <a:pt x="1616" y="5185"/>
                </a:lnTo>
                <a:lnTo>
                  <a:pt x="1615" y="5185"/>
                </a:lnTo>
                <a:lnTo>
                  <a:pt x="1614" y="5185"/>
                </a:lnTo>
                <a:lnTo>
                  <a:pt x="1613" y="5185"/>
                </a:lnTo>
                <a:lnTo>
                  <a:pt x="1612" y="5185"/>
                </a:lnTo>
                <a:lnTo>
                  <a:pt x="1611" y="5185"/>
                </a:lnTo>
                <a:lnTo>
                  <a:pt x="1610" y="5185"/>
                </a:lnTo>
                <a:lnTo>
                  <a:pt x="1609" y="5185"/>
                </a:lnTo>
                <a:lnTo>
                  <a:pt x="1609" y="5184"/>
                </a:lnTo>
                <a:lnTo>
                  <a:pt x="1608" y="5184"/>
                </a:lnTo>
                <a:lnTo>
                  <a:pt x="1607" y="5184"/>
                </a:lnTo>
                <a:lnTo>
                  <a:pt x="1607" y="5183"/>
                </a:lnTo>
                <a:lnTo>
                  <a:pt x="1606" y="5183"/>
                </a:lnTo>
                <a:lnTo>
                  <a:pt x="1605" y="5183"/>
                </a:lnTo>
                <a:lnTo>
                  <a:pt x="1604" y="5183"/>
                </a:lnTo>
                <a:lnTo>
                  <a:pt x="1604" y="5182"/>
                </a:lnTo>
                <a:lnTo>
                  <a:pt x="1603" y="5182"/>
                </a:lnTo>
                <a:lnTo>
                  <a:pt x="1603" y="5181"/>
                </a:lnTo>
                <a:lnTo>
                  <a:pt x="1602" y="5181"/>
                </a:lnTo>
                <a:lnTo>
                  <a:pt x="1602" y="5180"/>
                </a:lnTo>
                <a:lnTo>
                  <a:pt x="1602" y="5179"/>
                </a:lnTo>
                <a:lnTo>
                  <a:pt x="1603" y="5179"/>
                </a:lnTo>
                <a:lnTo>
                  <a:pt x="1603" y="5178"/>
                </a:lnTo>
                <a:lnTo>
                  <a:pt x="1602" y="5178"/>
                </a:lnTo>
                <a:lnTo>
                  <a:pt x="1602" y="5177"/>
                </a:lnTo>
                <a:lnTo>
                  <a:pt x="1602" y="5176"/>
                </a:lnTo>
                <a:lnTo>
                  <a:pt x="1601" y="5176"/>
                </a:lnTo>
                <a:lnTo>
                  <a:pt x="1601" y="5175"/>
                </a:lnTo>
                <a:lnTo>
                  <a:pt x="1600" y="5175"/>
                </a:lnTo>
                <a:lnTo>
                  <a:pt x="1599" y="5175"/>
                </a:lnTo>
                <a:lnTo>
                  <a:pt x="1599" y="5174"/>
                </a:lnTo>
                <a:lnTo>
                  <a:pt x="1598" y="5174"/>
                </a:lnTo>
                <a:lnTo>
                  <a:pt x="1597" y="5174"/>
                </a:lnTo>
                <a:lnTo>
                  <a:pt x="1597" y="5173"/>
                </a:lnTo>
                <a:lnTo>
                  <a:pt x="1596" y="5173"/>
                </a:lnTo>
                <a:lnTo>
                  <a:pt x="1595" y="5173"/>
                </a:lnTo>
                <a:lnTo>
                  <a:pt x="1595" y="5172"/>
                </a:lnTo>
                <a:lnTo>
                  <a:pt x="1596" y="5172"/>
                </a:lnTo>
                <a:lnTo>
                  <a:pt x="1595" y="5172"/>
                </a:lnTo>
                <a:lnTo>
                  <a:pt x="1595" y="5171"/>
                </a:lnTo>
                <a:lnTo>
                  <a:pt x="1594" y="5171"/>
                </a:lnTo>
                <a:lnTo>
                  <a:pt x="1594" y="5170"/>
                </a:lnTo>
                <a:lnTo>
                  <a:pt x="1593" y="5170"/>
                </a:lnTo>
                <a:lnTo>
                  <a:pt x="1593" y="5169"/>
                </a:lnTo>
                <a:lnTo>
                  <a:pt x="1593" y="5168"/>
                </a:lnTo>
                <a:lnTo>
                  <a:pt x="1594" y="5168"/>
                </a:lnTo>
                <a:lnTo>
                  <a:pt x="1594" y="5167"/>
                </a:lnTo>
                <a:lnTo>
                  <a:pt x="1593" y="5167"/>
                </a:lnTo>
                <a:lnTo>
                  <a:pt x="1593" y="5166"/>
                </a:lnTo>
                <a:lnTo>
                  <a:pt x="1592" y="5166"/>
                </a:lnTo>
                <a:lnTo>
                  <a:pt x="1591" y="5166"/>
                </a:lnTo>
                <a:lnTo>
                  <a:pt x="1591" y="5165"/>
                </a:lnTo>
                <a:lnTo>
                  <a:pt x="1590" y="5165"/>
                </a:lnTo>
                <a:lnTo>
                  <a:pt x="1590" y="5166"/>
                </a:lnTo>
                <a:lnTo>
                  <a:pt x="1589" y="5166"/>
                </a:lnTo>
                <a:lnTo>
                  <a:pt x="1589" y="5167"/>
                </a:lnTo>
                <a:lnTo>
                  <a:pt x="1588" y="5167"/>
                </a:lnTo>
                <a:lnTo>
                  <a:pt x="1587" y="5167"/>
                </a:lnTo>
                <a:lnTo>
                  <a:pt x="1586" y="5167"/>
                </a:lnTo>
                <a:lnTo>
                  <a:pt x="1585" y="5167"/>
                </a:lnTo>
                <a:lnTo>
                  <a:pt x="1585" y="5166"/>
                </a:lnTo>
                <a:lnTo>
                  <a:pt x="1584" y="5166"/>
                </a:lnTo>
                <a:lnTo>
                  <a:pt x="1582" y="5166"/>
                </a:lnTo>
                <a:lnTo>
                  <a:pt x="1582" y="5165"/>
                </a:lnTo>
                <a:lnTo>
                  <a:pt x="1580" y="5165"/>
                </a:lnTo>
                <a:lnTo>
                  <a:pt x="1579" y="5165"/>
                </a:lnTo>
                <a:lnTo>
                  <a:pt x="1579" y="5164"/>
                </a:lnTo>
                <a:lnTo>
                  <a:pt x="1578" y="5164"/>
                </a:lnTo>
                <a:lnTo>
                  <a:pt x="1577" y="5163"/>
                </a:lnTo>
                <a:lnTo>
                  <a:pt x="1578" y="5163"/>
                </a:lnTo>
                <a:lnTo>
                  <a:pt x="1578" y="5162"/>
                </a:lnTo>
                <a:lnTo>
                  <a:pt x="1577" y="5162"/>
                </a:lnTo>
                <a:lnTo>
                  <a:pt x="1577" y="5161"/>
                </a:lnTo>
                <a:lnTo>
                  <a:pt x="1576" y="5161"/>
                </a:lnTo>
                <a:lnTo>
                  <a:pt x="1575" y="5161"/>
                </a:lnTo>
                <a:lnTo>
                  <a:pt x="1574" y="5161"/>
                </a:lnTo>
                <a:lnTo>
                  <a:pt x="1574" y="5160"/>
                </a:lnTo>
                <a:lnTo>
                  <a:pt x="1573" y="5160"/>
                </a:lnTo>
                <a:lnTo>
                  <a:pt x="1573" y="5159"/>
                </a:lnTo>
                <a:lnTo>
                  <a:pt x="1573" y="5158"/>
                </a:lnTo>
                <a:lnTo>
                  <a:pt x="1573" y="5157"/>
                </a:lnTo>
                <a:lnTo>
                  <a:pt x="1574" y="5157"/>
                </a:lnTo>
                <a:lnTo>
                  <a:pt x="1574" y="5156"/>
                </a:lnTo>
                <a:lnTo>
                  <a:pt x="1574" y="5155"/>
                </a:lnTo>
                <a:lnTo>
                  <a:pt x="1574" y="5154"/>
                </a:lnTo>
                <a:lnTo>
                  <a:pt x="1575" y="5154"/>
                </a:lnTo>
                <a:lnTo>
                  <a:pt x="1576" y="5154"/>
                </a:lnTo>
                <a:lnTo>
                  <a:pt x="1576" y="5153"/>
                </a:lnTo>
                <a:lnTo>
                  <a:pt x="1576" y="5152"/>
                </a:lnTo>
                <a:lnTo>
                  <a:pt x="1575" y="5152"/>
                </a:lnTo>
                <a:lnTo>
                  <a:pt x="1574" y="5152"/>
                </a:lnTo>
                <a:lnTo>
                  <a:pt x="1574" y="5151"/>
                </a:lnTo>
                <a:lnTo>
                  <a:pt x="1574" y="5150"/>
                </a:lnTo>
                <a:lnTo>
                  <a:pt x="1574" y="5149"/>
                </a:lnTo>
                <a:lnTo>
                  <a:pt x="1574" y="5148"/>
                </a:lnTo>
                <a:lnTo>
                  <a:pt x="1573" y="5148"/>
                </a:lnTo>
                <a:lnTo>
                  <a:pt x="1573" y="5147"/>
                </a:lnTo>
                <a:lnTo>
                  <a:pt x="1573" y="5146"/>
                </a:lnTo>
                <a:lnTo>
                  <a:pt x="1572" y="5146"/>
                </a:lnTo>
                <a:lnTo>
                  <a:pt x="1571" y="5146"/>
                </a:lnTo>
                <a:lnTo>
                  <a:pt x="1570" y="5145"/>
                </a:lnTo>
                <a:lnTo>
                  <a:pt x="1569" y="5145"/>
                </a:lnTo>
                <a:lnTo>
                  <a:pt x="1567" y="5145"/>
                </a:lnTo>
                <a:lnTo>
                  <a:pt x="1567" y="5144"/>
                </a:lnTo>
                <a:lnTo>
                  <a:pt x="1566" y="5144"/>
                </a:lnTo>
                <a:lnTo>
                  <a:pt x="1565" y="5144"/>
                </a:lnTo>
                <a:lnTo>
                  <a:pt x="1564" y="5144"/>
                </a:lnTo>
                <a:lnTo>
                  <a:pt x="1563" y="5144"/>
                </a:lnTo>
                <a:lnTo>
                  <a:pt x="1561" y="5144"/>
                </a:lnTo>
                <a:lnTo>
                  <a:pt x="1561" y="5145"/>
                </a:lnTo>
                <a:lnTo>
                  <a:pt x="1560" y="5145"/>
                </a:lnTo>
                <a:lnTo>
                  <a:pt x="1559" y="5145"/>
                </a:lnTo>
                <a:lnTo>
                  <a:pt x="1559" y="5146"/>
                </a:lnTo>
                <a:lnTo>
                  <a:pt x="1559" y="5147"/>
                </a:lnTo>
                <a:lnTo>
                  <a:pt x="1558" y="5147"/>
                </a:lnTo>
                <a:lnTo>
                  <a:pt x="1558" y="5148"/>
                </a:lnTo>
                <a:lnTo>
                  <a:pt x="1557" y="5149"/>
                </a:lnTo>
                <a:lnTo>
                  <a:pt x="1556" y="5149"/>
                </a:lnTo>
                <a:lnTo>
                  <a:pt x="1554" y="5149"/>
                </a:lnTo>
                <a:lnTo>
                  <a:pt x="1554" y="5150"/>
                </a:lnTo>
                <a:lnTo>
                  <a:pt x="1553" y="5150"/>
                </a:lnTo>
                <a:lnTo>
                  <a:pt x="1553" y="5149"/>
                </a:lnTo>
                <a:lnTo>
                  <a:pt x="1552" y="5149"/>
                </a:lnTo>
                <a:lnTo>
                  <a:pt x="1552" y="5148"/>
                </a:lnTo>
                <a:lnTo>
                  <a:pt x="1550" y="5148"/>
                </a:lnTo>
                <a:lnTo>
                  <a:pt x="1549" y="5148"/>
                </a:lnTo>
                <a:lnTo>
                  <a:pt x="1549" y="5147"/>
                </a:lnTo>
                <a:lnTo>
                  <a:pt x="1548" y="5146"/>
                </a:lnTo>
                <a:lnTo>
                  <a:pt x="1548" y="5145"/>
                </a:lnTo>
                <a:lnTo>
                  <a:pt x="1549" y="5145"/>
                </a:lnTo>
                <a:lnTo>
                  <a:pt x="1550" y="5144"/>
                </a:lnTo>
                <a:lnTo>
                  <a:pt x="1549" y="5144"/>
                </a:lnTo>
                <a:lnTo>
                  <a:pt x="1549" y="5143"/>
                </a:lnTo>
                <a:lnTo>
                  <a:pt x="1549" y="5142"/>
                </a:lnTo>
                <a:lnTo>
                  <a:pt x="1548" y="5142"/>
                </a:lnTo>
                <a:lnTo>
                  <a:pt x="1547" y="5141"/>
                </a:lnTo>
                <a:lnTo>
                  <a:pt x="1547" y="5140"/>
                </a:lnTo>
                <a:lnTo>
                  <a:pt x="1546" y="5140"/>
                </a:lnTo>
                <a:lnTo>
                  <a:pt x="1545" y="5140"/>
                </a:lnTo>
                <a:lnTo>
                  <a:pt x="1545" y="5139"/>
                </a:lnTo>
                <a:lnTo>
                  <a:pt x="1544" y="5139"/>
                </a:lnTo>
                <a:lnTo>
                  <a:pt x="1543" y="5139"/>
                </a:lnTo>
                <a:lnTo>
                  <a:pt x="1543" y="5140"/>
                </a:lnTo>
                <a:lnTo>
                  <a:pt x="1542" y="5140"/>
                </a:lnTo>
                <a:lnTo>
                  <a:pt x="1542" y="5141"/>
                </a:lnTo>
                <a:lnTo>
                  <a:pt x="1542" y="5142"/>
                </a:lnTo>
                <a:lnTo>
                  <a:pt x="1542" y="5143"/>
                </a:lnTo>
                <a:lnTo>
                  <a:pt x="1542" y="5144"/>
                </a:lnTo>
                <a:lnTo>
                  <a:pt x="1541" y="5144"/>
                </a:lnTo>
                <a:lnTo>
                  <a:pt x="1541" y="5145"/>
                </a:lnTo>
                <a:lnTo>
                  <a:pt x="1540" y="5145"/>
                </a:lnTo>
                <a:lnTo>
                  <a:pt x="1540" y="5146"/>
                </a:lnTo>
                <a:lnTo>
                  <a:pt x="1541" y="5146"/>
                </a:lnTo>
                <a:lnTo>
                  <a:pt x="1541" y="5147"/>
                </a:lnTo>
                <a:lnTo>
                  <a:pt x="1541" y="5148"/>
                </a:lnTo>
                <a:lnTo>
                  <a:pt x="1540" y="5148"/>
                </a:lnTo>
                <a:lnTo>
                  <a:pt x="1539" y="5148"/>
                </a:lnTo>
                <a:lnTo>
                  <a:pt x="1539" y="5149"/>
                </a:lnTo>
                <a:lnTo>
                  <a:pt x="1539" y="5150"/>
                </a:lnTo>
                <a:lnTo>
                  <a:pt x="1538" y="5150"/>
                </a:lnTo>
                <a:lnTo>
                  <a:pt x="1538" y="5151"/>
                </a:lnTo>
                <a:lnTo>
                  <a:pt x="1537" y="5151"/>
                </a:lnTo>
                <a:lnTo>
                  <a:pt x="1537" y="5150"/>
                </a:lnTo>
                <a:lnTo>
                  <a:pt x="1536" y="5150"/>
                </a:lnTo>
                <a:lnTo>
                  <a:pt x="1535" y="5150"/>
                </a:lnTo>
                <a:lnTo>
                  <a:pt x="1535" y="5151"/>
                </a:lnTo>
                <a:lnTo>
                  <a:pt x="1535" y="5152"/>
                </a:lnTo>
                <a:lnTo>
                  <a:pt x="1534" y="5152"/>
                </a:lnTo>
                <a:lnTo>
                  <a:pt x="1534" y="5153"/>
                </a:lnTo>
                <a:lnTo>
                  <a:pt x="1534" y="5154"/>
                </a:lnTo>
                <a:lnTo>
                  <a:pt x="1533" y="5154"/>
                </a:lnTo>
                <a:lnTo>
                  <a:pt x="1534" y="5154"/>
                </a:lnTo>
                <a:lnTo>
                  <a:pt x="1534" y="5155"/>
                </a:lnTo>
                <a:lnTo>
                  <a:pt x="1533" y="5155"/>
                </a:lnTo>
                <a:lnTo>
                  <a:pt x="1533" y="5156"/>
                </a:lnTo>
                <a:lnTo>
                  <a:pt x="1532" y="5156"/>
                </a:lnTo>
                <a:lnTo>
                  <a:pt x="1531" y="5156"/>
                </a:lnTo>
                <a:lnTo>
                  <a:pt x="1532" y="5156"/>
                </a:lnTo>
                <a:lnTo>
                  <a:pt x="1532" y="5157"/>
                </a:lnTo>
                <a:lnTo>
                  <a:pt x="1531" y="5157"/>
                </a:lnTo>
                <a:lnTo>
                  <a:pt x="1531" y="5158"/>
                </a:lnTo>
                <a:lnTo>
                  <a:pt x="1531" y="5159"/>
                </a:lnTo>
                <a:lnTo>
                  <a:pt x="1530" y="5159"/>
                </a:lnTo>
                <a:lnTo>
                  <a:pt x="1530" y="5160"/>
                </a:lnTo>
                <a:lnTo>
                  <a:pt x="1530" y="5161"/>
                </a:lnTo>
                <a:lnTo>
                  <a:pt x="1529" y="5161"/>
                </a:lnTo>
                <a:lnTo>
                  <a:pt x="1529" y="5162"/>
                </a:lnTo>
                <a:lnTo>
                  <a:pt x="1529" y="5163"/>
                </a:lnTo>
                <a:lnTo>
                  <a:pt x="1529" y="5164"/>
                </a:lnTo>
                <a:lnTo>
                  <a:pt x="1529" y="5165"/>
                </a:lnTo>
                <a:lnTo>
                  <a:pt x="1530" y="5165"/>
                </a:lnTo>
                <a:lnTo>
                  <a:pt x="1529" y="5165"/>
                </a:lnTo>
                <a:lnTo>
                  <a:pt x="1529" y="5166"/>
                </a:lnTo>
                <a:lnTo>
                  <a:pt x="1528" y="5166"/>
                </a:lnTo>
                <a:lnTo>
                  <a:pt x="1528" y="5167"/>
                </a:lnTo>
                <a:lnTo>
                  <a:pt x="1528" y="5168"/>
                </a:lnTo>
                <a:lnTo>
                  <a:pt x="1528" y="5169"/>
                </a:lnTo>
                <a:lnTo>
                  <a:pt x="1528" y="5168"/>
                </a:lnTo>
                <a:lnTo>
                  <a:pt x="1527" y="5168"/>
                </a:lnTo>
                <a:lnTo>
                  <a:pt x="1526" y="5168"/>
                </a:lnTo>
                <a:lnTo>
                  <a:pt x="1525" y="5168"/>
                </a:lnTo>
                <a:lnTo>
                  <a:pt x="1524" y="5168"/>
                </a:lnTo>
                <a:lnTo>
                  <a:pt x="1524" y="5169"/>
                </a:lnTo>
                <a:lnTo>
                  <a:pt x="1523" y="5169"/>
                </a:lnTo>
                <a:lnTo>
                  <a:pt x="1522" y="5169"/>
                </a:lnTo>
                <a:lnTo>
                  <a:pt x="1521" y="5169"/>
                </a:lnTo>
                <a:lnTo>
                  <a:pt x="1520" y="5169"/>
                </a:lnTo>
                <a:lnTo>
                  <a:pt x="1519" y="5169"/>
                </a:lnTo>
                <a:lnTo>
                  <a:pt x="1519" y="5170"/>
                </a:lnTo>
                <a:lnTo>
                  <a:pt x="1519" y="5171"/>
                </a:lnTo>
                <a:lnTo>
                  <a:pt x="1519" y="5172"/>
                </a:lnTo>
                <a:lnTo>
                  <a:pt x="1518" y="5173"/>
                </a:lnTo>
                <a:lnTo>
                  <a:pt x="1517" y="5173"/>
                </a:lnTo>
                <a:lnTo>
                  <a:pt x="1517" y="5174"/>
                </a:lnTo>
                <a:lnTo>
                  <a:pt x="1516" y="5174"/>
                </a:lnTo>
                <a:lnTo>
                  <a:pt x="1516" y="5175"/>
                </a:lnTo>
                <a:lnTo>
                  <a:pt x="1515" y="5175"/>
                </a:lnTo>
                <a:lnTo>
                  <a:pt x="1514" y="5175"/>
                </a:lnTo>
                <a:lnTo>
                  <a:pt x="1514" y="5176"/>
                </a:lnTo>
                <a:lnTo>
                  <a:pt x="1513" y="5176"/>
                </a:lnTo>
                <a:lnTo>
                  <a:pt x="1512" y="5176"/>
                </a:lnTo>
                <a:lnTo>
                  <a:pt x="1512" y="5175"/>
                </a:lnTo>
                <a:lnTo>
                  <a:pt x="1511" y="5175"/>
                </a:lnTo>
                <a:lnTo>
                  <a:pt x="1510" y="5175"/>
                </a:lnTo>
                <a:lnTo>
                  <a:pt x="1508" y="5175"/>
                </a:lnTo>
                <a:lnTo>
                  <a:pt x="1508" y="5174"/>
                </a:lnTo>
                <a:lnTo>
                  <a:pt x="1507" y="5174"/>
                </a:lnTo>
                <a:lnTo>
                  <a:pt x="1507" y="5173"/>
                </a:lnTo>
                <a:lnTo>
                  <a:pt x="1507" y="5172"/>
                </a:lnTo>
                <a:lnTo>
                  <a:pt x="1506" y="5172"/>
                </a:lnTo>
                <a:lnTo>
                  <a:pt x="1506" y="5171"/>
                </a:lnTo>
                <a:lnTo>
                  <a:pt x="1505" y="5171"/>
                </a:lnTo>
                <a:lnTo>
                  <a:pt x="1505" y="5170"/>
                </a:lnTo>
                <a:lnTo>
                  <a:pt x="1504" y="5170"/>
                </a:lnTo>
                <a:lnTo>
                  <a:pt x="1504" y="5169"/>
                </a:lnTo>
                <a:lnTo>
                  <a:pt x="1504" y="5168"/>
                </a:lnTo>
                <a:lnTo>
                  <a:pt x="1503" y="5168"/>
                </a:lnTo>
                <a:lnTo>
                  <a:pt x="1503" y="5167"/>
                </a:lnTo>
                <a:lnTo>
                  <a:pt x="1502" y="5167"/>
                </a:lnTo>
                <a:lnTo>
                  <a:pt x="1501" y="5167"/>
                </a:lnTo>
                <a:lnTo>
                  <a:pt x="1500" y="5167"/>
                </a:lnTo>
                <a:lnTo>
                  <a:pt x="1500" y="5166"/>
                </a:lnTo>
                <a:lnTo>
                  <a:pt x="1499" y="5166"/>
                </a:lnTo>
                <a:lnTo>
                  <a:pt x="1499" y="5167"/>
                </a:lnTo>
                <a:lnTo>
                  <a:pt x="1498" y="5167"/>
                </a:lnTo>
                <a:lnTo>
                  <a:pt x="1497" y="5167"/>
                </a:lnTo>
                <a:lnTo>
                  <a:pt x="1497" y="5166"/>
                </a:lnTo>
                <a:lnTo>
                  <a:pt x="1497" y="5165"/>
                </a:lnTo>
                <a:lnTo>
                  <a:pt x="1497" y="5164"/>
                </a:lnTo>
                <a:lnTo>
                  <a:pt x="1496" y="5164"/>
                </a:lnTo>
                <a:lnTo>
                  <a:pt x="1497" y="5164"/>
                </a:lnTo>
                <a:lnTo>
                  <a:pt x="1497" y="5163"/>
                </a:lnTo>
                <a:lnTo>
                  <a:pt x="1497" y="5162"/>
                </a:lnTo>
                <a:lnTo>
                  <a:pt x="1496" y="5162"/>
                </a:lnTo>
                <a:lnTo>
                  <a:pt x="1496" y="5161"/>
                </a:lnTo>
                <a:lnTo>
                  <a:pt x="1497" y="5161"/>
                </a:lnTo>
                <a:lnTo>
                  <a:pt x="1496" y="5161"/>
                </a:lnTo>
                <a:lnTo>
                  <a:pt x="1496" y="5162"/>
                </a:lnTo>
                <a:lnTo>
                  <a:pt x="1495" y="5162"/>
                </a:lnTo>
                <a:lnTo>
                  <a:pt x="1495" y="5163"/>
                </a:lnTo>
                <a:lnTo>
                  <a:pt x="1494" y="5163"/>
                </a:lnTo>
                <a:lnTo>
                  <a:pt x="1493" y="5164"/>
                </a:lnTo>
                <a:lnTo>
                  <a:pt x="1492" y="5164"/>
                </a:lnTo>
                <a:lnTo>
                  <a:pt x="1492" y="5163"/>
                </a:lnTo>
                <a:lnTo>
                  <a:pt x="1492" y="5162"/>
                </a:lnTo>
                <a:lnTo>
                  <a:pt x="1491" y="5162"/>
                </a:lnTo>
                <a:lnTo>
                  <a:pt x="1491" y="5161"/>
                </a:lnTo>
                <a:lnTo>
                  <a:pt x="1490" y="5161"/>
                </a:lnTo>
                <a:lnTo>
                  <a:pt x="1490" y="5160"/>
                </a:lnTo>
                <a:lnTo>
                  <a:pt x="1490" y="5159"/>
                </a:lnTo>
                <a:lnTo>
                  <a:pt x="1490" y="5158"/>
                </a:lnTo>
                <a:lnTo>
                  <a:pt x="1490" y="5157"/>
                </a:lnTo>
                <a:lnTo>
                  <a:pt x="1489" y="5157"/>
                </a:lnTo>
                <a:lnTo>
                  <a:pt x="1487" y="5157"/>
                </a:lnTo>
                <a:lnTo>
                  <a:pt x="1487" y="5156"/>
                </a:lnTo>
                <a:lnTo>
                  <a:pt x="1486" y="5156"/>
                </a:lnTo>
                <a:lnTo>
                  <a:pt x="1485" y="5156"/>
                </a:lnTo>
                <a:lnTo>
                  <a:pt x="1483" y="5156"/>
                </a:lnTo>
                <a:lnTo>
                  <a:pt x="1482" y="5156"/>
                </a:lnTo>
                <a:lnTo>
                  <a:pt x="1481" y="5156"/>
                </a:lnTo>
                <a:lnTo>
                  <a:pt x="1480" y="5156"/>
                </a:lnTo>
                <a:lnTo>
                  <a:pt x="1479" y="5156"/>
                </a:lnTo>
                <a:lnTo>
                  <a:pt x="1479" y="5155"/>
                </a:lnTo>
                <a:lnTo>
                  <a:pt x="1478" y="5155"/>
                </a:lnTo>
                <a:lnTo>
                  <a:pt x="1478" y="5154"/>
                </a:lnTo>
                <a:lnTo>
                  <a:pt x="1478" y="5153"/>
                </a:lnTo>
                <a:lnTo>
                  <a:pt x="1478" y="5152"/>
                </a:lnTo>
                <a:lnTo>
                  <a:pt x="1478" y="5150"/>
                </a:lnTo>
                <a:lnTo>
                  <a:pt x="1478" y="5148"/>
                </a:lnTo>
                <a:lnTo>
                  <a:pt x="1478" y="5147"/>
                </a:lnTo>
                <a:lnTo>
                  <a:pt x="1478" y="5146"/>
                </a:lnTo>
                <a:lnTo>
                  <a:pt x="1479" y="5146"/>
                </a:lnTo>
                <a:lnTo>
                  <a:pt x="1479" y="5145"/>
                </a:lnTo>
                <a:lnTo>
                  <a:pt x="1479" y="5144"/>
                </a:lnTo>
                <a:lnTo>
                  <a:pt x="1480" y="5144"/>
                </a:lnTo>
                <a:lnTo>
                  <a:pt x="1480" y="5143"/>
                </a:lnTo>
                <a:lnTo>
                  <a:pt x="1479" y="5143"/>
                </a:lnTo>
                <a:lnTo>
                  <a:pt x="1479" y="5142"/>
                </a:lnTo>
                <a:lnTo>
                  <a:pt x="1479" y="5141"/>
                </a:lnTo>
                <a:lnTo>
                  <a:pt x="1479" y="5140"/>
                </a:lnTo>
                <a:lnTo>
                  <a:pt x="1479" y="5139"/>
                </a:lnTo>
                <a:lnTo>
                  <a:pt x="1479" y="5138"/>
                </a:lnTo>
                <a:lnTo>
                  <a:pt x="1478" y="5138"/>
                </a:lnTo>
                <a:lnTo>
                  <a:pt x="1478" y="5137"/>
                </a:lnTo>
                <a:lnTo>
                  <a:pt x="1478" y="5136"/>
                </a:lnTo>
                <a:lnTo>
                  <a:pt x="1479" y="5136"/>
                </a:lnTo>
                <a:lnTo>
                  <a:pt x="1478" y="5136"/>
                </a:lnTo>
                <a:lnTo>
                  <a:pt x="1478" y="5135"/>
                </a:lnTo>
                <a:lnTo>
                  <a:pt x="1479" y="5135"/>
                </a:lnTo>
                <a:lnTo>
                  <a:pt x="1478" y="5135"/>
                </a:lnTo>
                <a:lnTo>
                  <a:pt x="1478" y="5134"/>
                </a:lnTo>
                <a:lnTo>
                  <a:pt x="1478" y="5133"/>
                </a:lnTo>
                <a:lnTo>
                  <a:pt x="1478" y="5132"/>
                </a:lnTo>
                <a:lnTo>
                  <a:pt x="1479" y="5132"/>
                </a:lnTo>
                <a:lnTo>
                  <a:pt x="1479" y="5131"/>
                </a:lnTo>
                <a:lnTo>
                  <a:pt x="1479" y="5130"/>
                </a:lnTo>
                <a:lnTo>
                  <a:pt x="1480" y="5130"/>
                </a:lnTo>
                <a:lnTo>
                  <a:pt x="1480" y="5131"/>
                </a:lnTo>
                <a:lnTo>
                  <a:pt x="1481" y="5131"/>
                </a:lnTo>
                <a:lnTo>
                  <a:pt x="1482" y="5131"/>
                </a:lnTo>
                <a:lnTo>
                  <a:pt x="1482" y="5130"/>
                </a:lnTo>
                <a:lnTo>
                  <a:pt x="1482" y="5129"/>
                </a:lnTo>
                <a:lnTo>
                  <a:pt x="1482" y="5128"/>
                </a:lnTo>
                <a:lnTo>
                  <a:pt x="1482" y="5127"/>
                </a:lnTo>
                <a:lnTo>
                  <a:pt x="1482" y="5126"/>
                </a:lnTo>
                <a:lnTo>
                  <a:pt x="1481" y="5126"/>
                </a:lnTo>
                <a:lnTo>
                  <a:pt x="1481" y="5125"/>
                </a:lnTo>
                <a:lnTo>
                  <a:pt x="1481" y="5124"/>
                </a:lnTo>
                <a:lnTo>
                  <a:pt x="1480" y="5124"/>
                </a:lnTo>
                <a:lnTo>
                  <a:pt x="1480" y="5123"/>
                </a:lnTo>
                <a:lnTo>
                  <a:pt x="1480" y="5122"/>
                </a:lnTo>
                <a:lnTo>
                  <a:pt x="1479" y="5122"/>
                </a:lnTo>
                <a:lnTo>
                  <a:pt x="1479" y="5121"/>
                </a:lnTo>
                <a:lnTo>
                  <a:pt x="1479" y="5120"/>
                </a:lnTo>
                <a:lnTo>
                  <a:pt x="1479" y="5119"/>
                </a:lnTo>
                <a:lnTo>
                  <a:pt x="1479" y="5118"/>
                </a:lnTo>
                <a:lnTo>
                  <a:pt x="1480" y="5118"/>
                </a:lnTo>
                <a:lnTo>
                  <a:pt x="1480" y="5117"/>
                </a:lnTo>
                <a:lnTo>
                  <a:pt x="1479" y="5117"/>
                </a:lnTo>
                <a:lnTo>
                  <a:pt x="1479" y="5116"/>
                </a:lnTo>
                <a:lnTo>
                  <a:pt x="1479" y="5115"/>
                </a:lnTo>
                <a:lnTo>
                  <a:pt x="1479" y="5114"/>
                </a:lnTo>
                <a:lnTo>
                  <a:pt x="1478" y="5114"/>
                </a:lnTo>
                <a:lnTo>
                  <a:pt x="1477" y="5114"/>
                </a:lnTo>
                <a:lnTo>
                  <a:pt x="1476" y="5114"/>
                </a:lnTo>
                <a:lnTo>
                  <a:pt x="1476" y="5116"/>
                </a:lnTo>
                <a:lnTo>
                  <a:pt x="1476" y="5117"/>
                </a:lnTo>
                <a:lnTo>
                  <a:pt x="1476" y="5118"/>
                </a:lnTo>
                <a:lnTo>
                  <a:pt x="1476" y="5119"/>
                </a:lnTo>
                <a:lnTo>
                  <a:pt x="1476" y="5120"/>
                </a:lnTo>
                <a:lnTo>
                  <a:pt x="1475" y="5120"/>
                </a:lnTo>
                <a:lnTo>
                  <a:pt x="1474" y="5120"/>
                </a:lnTo>
                <a:lnTo>
                  <a:pt x="1473" y="5120"/>
                </a:lnTo>
                <a:lnTo>
                  <a:pt x="1472" y="5120"/>
                </a:lnTo>
                <a:lnTo>
                  <a:pt x="1472" y="5121"/>
                </a:lnTo>
                <a:lnTo>
                  <a:pt x="1471" y="5121"/>
                </a:lnTo>
                <a:lnTo>
                  <a:pt x="1470" y="5121"/>
                </a:lnTo>
                <a:lnTo>
                  <a:pt x="1469" y="5121"/>
                </a:lnTo>
                <a:lnTo>
                  <a:pt x="1469" y="5122"/>
                </a:lnTo>
                <a:lnTo>
                  <a:pt x="1469" y="5123"/>
                </a:lnTo>
                <a:lnTo>
                  <a:pt x="1468" y="5123"/>
                </a:lnTo>
                <a:lnTo>
                  <a:pt x="1468" y="5124"/>
                </a:lnTo>
                <a:lnTo>
                  <a:pt x="1468" y="5123"/>
                </a:lnTo>
                <a:lnTo>
                  <a:pt x="1467" y="5123"/>
                </a:lnTo>
                <a:lnTo>
                  <a:pt x="1467" y="5124"/>
                </a:lnTo>
                <a:lnTo>
                  <a:pt x="1467" y="5125"/>
                </a:lnTo>
                <a:lnTo>
                  <a:pt x="1466" y="5125"/>
                </a:lnTo>
                <a:lnTo>
                  <a:pt x="1466" y="5126"/>
                </a:lnTo>
                <a:lnTo>
                  <a:pt x="1466" y="5127"/>
                </a:lnTo>
                <a:lnTo>
                  <a:pt x="1465" y="5127"/>
                </a:lnTo>
                <a:lnTo>
                  <a:pt x="1465" y="5128"/>
                </a:lnTo>
                <a:lnTo>
                  <a:pt x="1464" y="5128"/>
                </a:lnTo>
                <a:lnTo>
                  <a:pt x="1463" y="5128"/>
                </a:lnTo>
                <a:lnTo>
                  <a:pt x="1462" y="5128"/>
                </a:lnTo>
                <a:lnTo>
                  <a:pt x="1462" y="5127"/>
                </a:lnTo>
                <a:lnTo>
                  <a:pt x="1461" y="5127"/>
                </a:lnTo>
                <a:lnTo>
                  <a:pt x="1460" y="5126"/>
                </a:lnTo>
                <a:lnTo>
                  <a:pt x="1459" y="5126"/>
                </a:lnTo>
                <a:lnTo>
                  <a:pt x="1458" y="5126"/>
                </a:lnTo>
                <a:lnTo>
                  <a:pt x="1458" y="5127"/>
                </a:lnTo>
                <a:lnTo>
                  <a:pt x="1457" y="5127"/>
                </a:lnTo>
                <a:lnTo>
                  <a:pt x="1457" y="5128"/>
                </a:lnTo>
                <a:lnTo>
                  <a:pt x="1457" y="5129"/>
                </a:lnTo>
                <a:lnTo>
                  <a:pt x="1457" y="5130"/>
                </a:lnTo>
                <a:lnTo>
                  <a:pt x="1457" y="5131"/>
                </a:lnTo>
                <a:lnTo>
                  <a:pt x="1458" y="5131"/>
                </a:lnTo>
                <a:lnTo>
                  <a:pt x="1458" y="5132"/>
                </a:lnTo>
                <a:lnTo>
                  <a:pt x="1458" y="5133"/>
                </a:lnTo>
                <a:lnTo>
                  <a:pt x="1458" y="5134"/>
                </a:lnTo>
                <a:lnTo>
                  <a:pt x="1457" y="5134"/>
                </a:lnTo>
                <a:lnTo>
                  <a:pt x="1457" y="5135"/>
                </a:lnTo>
                <a:lnTo>
                  <a:pt x="1456" y="5135"/>
                </a:lnTo>
                <a:lnTo>
                  <a:pt x="1456" y="5136"/>
                </a:lnTo>
                <a:lnTo>
                  <a:pt x="1456" y="5137"/>
                </a:lnTo>
                <a:lnTo>
                  <a:pt x="1456" y="5138"/>
                </a:lnTo>
                <a:lnTo>
                  <a:pt x="1456" y="5139"/>
                </a:lnTo>
                <a:lnTo>
                  <a:pt x="1456" y="5140"/>
                </a:lnTo>
                <a:lnTo>
                  <a:pt x="1455" y="5140"/>
                </a:lnTo>
                <a:lnTo>
                  <a:pt x="1454" y="5140"/>
                </a:lnTo>
                <a:lnTo>
                  <a:pt x="1454" y="5141"/>
                </a:lnTo>
                <a:lnTo>
                  <a:pt x="1454" y="5142"/>
                </a:lnTo>
                <a:lnTo>
                  <a:pt x="1454" y="5143"/>
                </a:lnTo>
                <a:lnTo>
                  <a:pt x="1454" y="5144"/>
                </a:lnTo>
                <a:lnTo>
                  <a:pt x="1455" y="5144"/>
                </a:lnTo>
                <a:lnTo>
                  <a:pt x="1455" y="5145"/>
                </a:lnTo>
                <a:lnTo>
                  <a:pt x="1455" y="5146"/>
                </a:lnTo>
                <a:lnTo>
                  <a:pt x="1456" y="5146"/>
                </a:lnTo>
                <a:lnTo>
                  <a:pt x="1456" y="5147"/>
                </a:lnTo>
                <a:lnTo>
                  <a:pt x="1456" y="5148"/>
                </a:lnTo>
                <a:lnTo>
                  <a:pt x="1456" y="5149"/>
                </a:lnTo>
                <a:lnTo>
                  <a:pt x="1457" y="5149"/>
                </a:lnTo>
                <a:lnTo>
                  <a:pt x="1457" y="5150"/>
                </a:lnTo>
                <a:lnTo>
                  <a:pt x="1456" y="5150"/>
                </a:lnTo>
                <a:lnTo>
                  <a:pt x="1457" y="5150"/>
                </a:lnTo>
                <a:lnTo>
                  <a:pt x="1457" y="5152"/>
                </a:lnTo>
                <a:lnTo>
                  <a:pt x="1456" y="5152"/>
                </a:lnTo>
                <a:lnTo>
                  <a:pt x="1457" y="5152"/>
                </a:lnTo>
                <a:lnTo>
                  <a:pt x="1457" y="5153"/>
                </a:lnTo>
                <a:lnTo>
                  <a:pt x="1457" y="5154"/>
                </a:lnTo>
                <a:lnTo>
                  <a:pt x="1456" y="5154"/>
                </a:lnTo>
                <a:lnTo>
                  <a:pt x="1456" y="5155"/>
                </a:lnTo>
                <a:lnTo>
                  <a:pt x="1456" y="5156"/>
                </a:lnTo>
                <a:lnTo>
                  <a:pt x="1457" y="5156"/>
                </a:lnTo>
                <a:lnTo>
                  <a:pt x="1457" y="5157"/>
                </a:lnTo>
                <a:lnTo>
                  <a:pt x="1457" y="5158"/>
                </a:lnTo>
                <a:lnTo>
                  <a:pt x="1458" y="5158"/>
                </a:lnTo>
                <a:lnTo>
                  <a:pt x="1458" y="5159"/>
                </a:lnTo>
                <a:lnTo>
                  <a:pt x="1459" y="5159"/>
                </a:lnTo>
                <a:lnTo>
                  <a:pt x="1459" y="5160"/>
                </a:lnTo>
                <a:lnTo>
                  <a:pt x="1458" y="5160"/>
                </a:lnTo>
                <a:lnTo>
                  <a:pt x="1459" y="5160"/>
                </a:lnTo>
                <a:lnTo>
                  <a:pt x="1458" y="5160"/>
                </a:lnTo>
                <a:lnTo>
                  <a:pt x="1458" y="5161"/>
                </a:lnTo>
                <a:lnTo>
                  <a:pt x="1457" y="5161"/>
                </a:lnTo>
                <a:lnTo>
                  <a:pt x="1456" y="5161"/>
                </a:lnTo>
                <a:lnTo>
                  <a:pt x="1455" y="5161"/>
                </a:lnTo>
                <a:lnTo>
                  <a:pt x="1454" y="5161"/>
                </a:lnTo>
                <a:lnTo>
                  <a:pt x="1454" y="5162"/>
                </a:lnTo>
                <a:lnTo>
                  <a:pt x="1454" y="5161"/>
                </a:lnTo>
                <a:lnTo>
                  <a:pt x="1453" y="5161"/>
                </a:lnTo>
                <a:lnTo>
                  <a:pt x="1453" y="5162"/>
                </a:lnTo>
                <a:lnTo>
                  <a:pt x="1452" y="5162"/>
                </a:lnTo>
                <a:lnTo>
                  <a:pt x="1451" y="5162"/>
                </a:lnTo>
                <a:lnTo>
                  <a:pt x="1450" y="5162"/>
                </a:lnTo>
                <a:lnTo>
                  <a:pt x="1450" y="5163"/>
                </a:lnTo>
                <a:lnTo>
                  <a:pt x="1449" y="5163"/>
                </a:lnTo>
                <a:lnTo>
                  <a:pt x="1448" y="5163"/>
                </a:lnTo>
                <a:lnTo>
                  <a:pt x="1447" y="5163"/>
                </a:lnTo>
                <a:lnTo>
                  <a:pt x="1447" y="5164"/>
                </a:lnTo>
                <a:lnTo>
                  <a:pt x="1447" y="5165"/>
                </a:lnTo>
                <a:lnTo>
                  <a:pt x="1446" y="5165"/>
                </a:lnTo>
                <a:lnTo>
                  <a:pt x="1446" y="5164"/>
                </a:lnTo>
                <a:lnTo>
                  <a:pt x="1445" y="5164"/>
                </a:lnTo>
                <a:lnTo>
                  <a:pt x="1444" y="5164"/>
                </a:lnTo>
                <a:lnTo>
                  <a:pt x="1444" y="5163"/>
                </a:lnTo>
                <a:lnTo>
                  <a:pt x="1443" y="5163"/>
                </a:lnTo>
                <a:lnTo>
                  <a:pt x="1442" y="5163"/>
                </a:lnTo>
                <a:lnTo>
                  <a:pt x="1441" y="5163"/>
                </a:lnTo>
                <a:lnTo>
                  <a:pt x="1441" y="5162"/>
                </a:lnTo>
                <a:lnTo>
                  <a:pt x="1440" y="5162"/>
                </a:lnTo>
                <a:lnTo>
                  <a:pt x="1439" y="5162"/>
                </a:lnTo>
                <a:lnTo>
                  <a:pt x="1439" y="5161"/>
                </a:lnTo>
                <a:lnTo>
                  <a:pt x="1438" y="5161"/>
                </a:lnTo>
                <a:lnTo>
                  <a:pt x="1438" y="5160"/>
                </a:lnTo>
                <a:lnTo>
                  <a:pt x="1437" y="5160"/>
                </a:lnTo>
                <a:lnTo>
                  <a:pt x="1436" y="5160"/>
                </a:lnTo>
                <a:lnTo>
                  <a:pt x="1435" y="5160"/>
                </a:lnTo>
                <a:lnTo>
                  <a:pt x="1435" y="5159"/>
                </a:lnTo>
                <a:lnTo>
                  <a:pt x="1434" y="5159"/>
                </a:lnTo>
                <a:lnTo>
                  <a:pt x="1434" y="5158"/>
                </a:lnTo>
                <a:lnTo>
                  <a:pt x="1433" y="5158"/>
                </a:lnTo>
                <a:lnTo>
                  <a:pt x="1432" y="5158"/>
                </a:lnTo>
                <a:lnTo>
                  <a:pt x="1432" y="5157"/>
                </a:lnTo>
                <a:lnTo>
                  <a:pt x="1431" y="5157"/>
                </a:lnTo>
                <a:lnTo>
                  <a:pt x="1431" y="5156"/>
                </a:lnTo>
                <a:lnTo>
                  <a:pt x="1431" y="5155"/>
                </a:lnTo>
                <a:lnTo>
                  <a:pt x="1430" y="5155"/>
                </a:lnTo>
                <a:lnTo>
                  <a:pt x="1429" y="5154"/>
                </a:lnTo>
                <a:lnTo>
                  <a:pt x="1429" y="5153"/>
                </a:lnTo>
                <a:lnTo>
                  <a:pt x="1428" y="5153"/>
                </a:lnTo>
                <a:lnTo>
                  <a:pt x="1427" y="5153"/>
                </a:lnTo>
                <a:lnTo>
                  <a:pt x="1427" y="5152"/>
                </a:lnTo>
                <a:lnTo>
                  <a:pt x="1428" y="5152"/>
                </a:lnTo>
                <a:lnTo>
                  <a:pt x="1428" y="5151"/>
                </a:lnTo>
                <a:lnTo>
                  <a:pt x="1429" y="5151"/>
                </a:lnTo>
                <a:lnTo>
                  <a:pt x="1429" y="5150"/>
                </a:lnTo>
                <a:lnTo>
                  <a:pt x="1430" y="5150"/>
                </a:lnTo>
                <a:lnTo>
                  <a:pt x="1430" y="5149"/>
                </a:lnTo>
                <a:lnTo>
                  <a:pt x="1430" y="5148"/>
                </a:lnTo>
                <a:lnTo>
                  <a:pt x="1431" y="5148"/>
                </a:lnTo>
                <a:lnTo>
                  <a:pt x="1431" y="5147"/>
                </a:lnTo>
                <a:lnTo>
                  <a:pt x="1432" y="5147"/>
                </a:lnTo>
                <a:lnTo>
                  <a:pt x="1432" y="5146"/>
                </a:lnTo>
                <a:lnTo>
                  <a:pt x="1433" y="5146"/>
                </a:lnTo>
                <a:lnTo>
                  <a:pt x="1433" y="5145"/>
                </a:lnTo>
                <a:lnTo>
                  <a:pt x="1434" y="5145"/>
                </a:lnTo>
                <a:lnTo>
                  <a:pt x="1434" y="5144"/>
                </a:lnTo>
                <a:lnTo>
                  <a:pt x="1435" y="5144"/>
                </a:lnTo>
                <a:lnTo>
                  <a:pt x="1435" y="5143"/>
                </a:lnTo>
                <a:lnTo>
                  <a:pt x="1435" y="5142"/>
                </a:lnTo>
                <a:lnTo>
                  <a:pt x="1434" y="5142"/>
                </a:lnTo>
                <a:lnTo>
                  <a:pt x="1434" y="5141"/>
                </a:lnTo>
                <a:lnTo>
                  <a:pt x="1433" y="5141"/>
                </a:lnTo>
                <a:lnTo>
                  <a:pt x="1433" y="5142"/>
                </a:lnTo>
                <a:lnTo>
                  <a:pt x="1433" y="5141"/>
                </a:lnTo>
                <a:lnTo>
                  <a:pt x="1432" y="5141"/>
                </a:lnTo>
                <a:lnTo>
                  <a:pt x="1432" y="5140"/>
                </a:lnTo>
                <a:lnTo>
                  <a:pt x="1432" y="5139"/>
                </a:lnTo>
                <a:lnTo>
                  <a:pt x="1431" y="5139"/>
                </a:lnTo>
                <a:lnTo>
                  <a:pt x="1431" y="5138"/>
                </a:lnTo>
                <a:lnTo>
                  <a:pt x="1431" y="5137"/>
                </a:lnTo>
                <a:lnTo>
                  <a:pt x="1430" y="5137"/>
                </a:lnTo>
                <a:lnTo>
                  <a:pt x="1430" y="5136"/>
                </a:lnTo>
                <a:lnTo>
                  <a:pt x="1429" y="5136"/>
                </a:lnTo>
                <a:lnTo>
                  <a:pt x="1429" y="5135"/>
                </a:lnTo>
                <a:lnTo>
                  <a:pt x="1429" y="5136"/>
                </a:lnTo>
                <a:lnTo>
                  <a:pt x="1428" y="5136"/>
                </a:lnTo>
                <a:lnTo>
                  <a:pt x="1428" y="5135"/>
                </a:lnTo>
                <a:lnTo>
                  <a:pt x="1428" y="5134"/>
                </a:lnTo>
                <a:lnTo>
                  <a:pt x="1427" y="5134"/>
                </a:lnTo>
                <a:lnTo>
                  <a:pt x="1427" y="5133"/>
                </a:lnTo>
                <a:lnTo>
                  <a:pt x="1427" y="5132"/>
                </a:lnTo>
                <a:lnTo>
                  <a:pt x="1427" y="5131"/>
                </a:lnTo>
                <a:lnTo>
                  <a:pt x="1426" y="5131"/>
                </a:lnTo>
                <a:lnTo>
                  <a:pt x="1426" y="5130"/>
                </a:lnTo>
                <a:lnTo>
                  <a:pt x="1426" y="5129"/>
                </a:lnTo>
                <a:lnTo>
                  <a:pt x="1425" y="5129"/>
                </a:lnTo>
                <a:lnTo>
                  <a:pt x="1424" y="5129"/>
                </a:lnTo>
                <a:lnTo>
                  <a:pt x="1424" y="5128"/>
                </a:lnTo>
                <a:lnTo>
                  <a:pt x="1423" y="5128"/>
                </a:lnTo>
                <a:lnTo>
                  <a:pt x="1423" y="5127"/>
                </a:lnTo>
                <a:lnTo>
                  <a:pt x="1424" y="5127"/>
                </a:lnTo>
                <a:lnTo>
                  <a:pt x="1424" y="5126"/>
                </a:lnTo>
                <a:lnTo>
                  <a:pt x="1423" y="5126"/>
                </a:lnTo>
                <a:lnTo>
                  <a:pt x="1423" y="5125"/>
                </a:lnTo>
                <a:lnTo>
                  <a:pt x="1423" y="5124"/>
                </a:lnTo>
                <a:lnTo>
                  <a:pt x="1424" y="5124"/>
                </a:lnTo>
                <a:lnTo>
                  <a:pt x="1424" y="5123"/>
                </a:lnTo>
                <a:lnTo>
                  <a:pt x="1425" y="5123"/>
                </a:lnTo>
                <a:lnTo>
                  <a:pt x="1425" y="5122"/>
                </a:lnTo>
                <a:lnTo>
                  <a:pt x="1425" y="5121"/>
                </a:lnTo>
                <a:lnTo>
                  <a:pt x="1425" y="5120"/>
                </a:lnTo>
                <a:lnTo>
                  <a:pt x="1425" y="5119"/>
                </a:lnTo>
                <a:lnTo>
                  <a:pt x="1425" y="5118"/>
                </a:lnTo>
                <a:lnTo>
                  <a:pt x="1425" y="5117"/>
                </a:lnTo>
                <a:lnTo>
                  <a:pt x="1425" y="5116"/>
                </a:lnTo>
                <a:lnTo>
                  <a:pt x="1424" y="5116"/>
                </a:lnTo>
                <a:lnTo>
                  <a:pt x="1424" y="5115"/>
                </a:lnTo>
                <a:lnTo>
                  <a:pt x="1423" y="5115"/>
                </a:lnTo>
                <a:lnTo>
                  <a:pt x="1422" y="5115"/>
                </a:lnTo>
                <a:lnTo>
                  <a:pt x="1422" y="5114"/>
                </a:lnTo>
                <a:lnTo>
                  <a:pt x="1421" y="5114"/>
                </a:lnTo>
                <a:lnTo>
                  <a:pt x="1421" y="5113"/>
                </a:lnTo>
                <a:lnTo>
                  <a:pt x="1421" y="5112"/>
                </a:lnTo>
                <a:lnTo>
                  <a:pt x="1421" y="5111"/>
                </a:lnTo>
                <a:lnTo>
                  <a:pt x="1421" y="5110"/>
                </a:lnTo>
                <a:lnTo>
                  <a:pt x="1422" y="5110"/>
                </a:lnTo>
                <a:lnTo>
                  <a:pt x="1422" y="5109"/>
                </a:lnTo>
                <a:lnTo>
                  <a:pt x="1422" y="5108"/>
                </a:lnTo>
                <a:lnTo>
                  <a:pt x="1421" y="5108"/>
                </a:lnTo>
                <a:lnTo>
                  <a:pt x="1420" y="5108"/>
                </a:lnTo>
                <a:lnTo>
                  <a:pt x="1420" y="5107"/>
                </a:lnTo>
                <a:lnTo>
                  <a:pt x="1420" y="5106"/>
                </a:lnTo>
                <a:lnTo>
                  <a:pt x="1420" y="5105"/>
                </a:lnTo>
                <a:lnTo>
                  <a:pt x="1419" y="5105"/>
                </a:lnTo>
                <a:lnTo>
                  <a:pt x="1419" y="5104"/>
                </a:lnTo>
                <a:lnTo>
                  <a:pt x="1419" y="5102"/>
                </a:lnTo>
                <a:lnTo>
                  <a:pt x="1419" y="5101"/>
                </a:lnTo>
                <a:lnTo>
                  <a:pt x="1419" y="5100"/>
                </a:lnTo>
                <a:lnTo>
                  <a:pt x="1418" y="5100"/>
                </a:lnTo>
                <a:lnTo>
                  <a:pt x="1417" y="5100"/>
                </a:lnTo>
                <a:lnTo>
                  <a:pt x="1416" y="5100"/>
                </a:lnTo>
                <a:lnTo>
                  <a:pt x="1416" y="5099"/>
                </a:lnTo>
                <a:lnTo>
                  <a:pt x="1415" y="5099"/>
                </a:lnTo>
                <a:lnTo>
                  <a:pt x="1415" y="5098"/>
                </a:lnTo>
                <a:lnTo>
                  <a:pt x="1414" y="5097"/>
                </a:lnTo>
                <a:lnTo>
                  <a:pt x="1414" y="5096"/>
                </a:lnTo>
                <a:lnTo>
                  <a:pt x="1414" y="5095"/>
                </a:lnTo>
                <a:lnTo>
                  <a:pt x="1413" y="5095"/>
                </a:lnTo>
                <a:lnTo>
                  <a:pt x="1413" y="5096"/>
                </a:lnTo>
                <a:lnTo>
                  <a:pt x="1412" y="5096"/>
                </a:lnTo>
                <a:lnTo>
                  <a:pt x="1411" y="5096"/>
                </a:lnTo>
                <a:lnTo>
                  <a:pt x="1411" y="5095"/>
                </a:lnTo>
                <a:lnTo>
                  <a:pt x="1410" y="5095"/>
                </a:lnTo>
                <a:lnTo>
                  <a:pt x="1410" y="5094"/>
                </a:lnTo>
                <a:lnTo>
                  <a:pt x="1409" y="5094"/>
                </a:lnTo>
                <a:lnTo>
                  <a:pt x="1409" y="5093"/>
                </a:lnTo>
                <a:lnTo>
                  <a:pt x="1408" y="5093"/>
                </a:lnTo>
                <a:lnTo>
                  <a:pt x="1407" y="5092"/>
                </a:lnTo>
                <a:lnTo>
                  <a:pt x="1408" y="5092"/>
                </a:lnTo>
                <a:lnTo>
                  <a:pt x="1408" y="5091"/>
                </a:lnTo>
                <a:lnTo>
                  <a:pt x="1407" y="5091"/>
                </a:lnTo>
                <a:lnTo>
                  <a:pt x="1407" y="5090"/>
                </a:lnTo>
                <a:lnTo>
                  <a:pt x="1407" y="5089"/>
                </a:lnTo>
                <a:lnTo>
                  <a:pt x="1406" y="5089"/>
                </a:lnTo>
                <a:lnTo>
                  <a:pt x="1406" y="5088"/>
                </a:lnTo>
                <a:lnTo>
                  <a:pt x="1405" y="5088"/>
                </a:lnTo>
                <a:lnTo>
                  <a:pt x="1405" y="5087"/>
                </a:lnTo>
                <a:lnTo>
                  <a:pt x="1404" y="5087"/>
                </a:lnTo>
                <a:lnTo>
                  <a:pt x="1404" y="5086"/>
                </a:lnTo>
                <a:lnTo>
                  <a:pt x="1404" y="5084"/>
                </a:lnTo>
                <a:lnTo>
                  <a:pt x="1404" y="5083"/>
                </a:lnTo>
                <a:lnTo>
                  <a:pt x="1404" y="5082"/>
                </a:lnTo>
                <a:lnTo>
                  <a:pt x="1404" y="5081"/>
                </a:lnTo>
                <a:lnTo>
                  <a:pt x="1404" y="5080"/>
                </a:lnTo>
                <a:lnTo>
                  <a:pt x="1404" y="5079"/>
                </a:lnTo>
                <a:lnTo>
                  <a:pt x="1404" y="5078"/>
                </a:lnTo>
                <a:lnTo>
                  <a:pt x="1404" y="5077"/>
                </a:lnTo>
                <a:lnTo>
                  <a:pt x="1404" y="5076"/>
                </a:lnTo>
                <a:lnTo>
                  <a:pt x="1404" y="5075"/>
                </a:lnTo>
                <a:lnTo>
                  <a:pt x="1403" y="5075"/>
                </a:lnTo>
                <a:lnTo>
                  <a:pt x="1403" y="5074"/>
                </a:lnTo>
                <a:lnTo>
                  <a:pt x="1404" y="5074"/>
                </a:lnTo>
                <a:lnTo>
                  <a:pt x="1404" y="5073"/>
                </a:lnTo>
                <a:lnTo>
                  <a:pt x="1404" y="5072"/>
                </a:lnTo>
                <a:lnTo>
                  <a:pt x="1404" y="5071"/>
                </a:lnTo>
                <a:lnTo>
                  <a:pt x="1405" y="5071"/>
                </a:lnTo>
                <a:lnTo>
                  <a:pt x="1405" y="5070"/>
                </a:lnTo>
                <a:lnTo>
                  <a:pt x="1405" y="5069"/>
                </a:lnTo>
                <a:lnTo>
                  <a:pt x="1405" y="5068"/>
                </a:lnTo>
                <a:lnTo>
                  <a:pt x="1404" y="5068"/>
                </a:lnTo>
                <a:lnTo>
                  <a:pt x="1404" y="5067"/>
                </a:lnTo>
                <a:lnTo>
                  <a:pt x="1404" y="5066"/>
                </a:lnTo>
                <a:lnTo>
                  <a:pt x="1405" y="5066"/>
                </a:lnTo>
                <a:lnTo>
                  <a:pt x="1405" y="5065"/>
                </a:lnTo>
                <a:lnTo>
                  <a:pt x="1405" y="5064"/>
                </a:lnTo>
                <a:lnTo>
                  <a:pt x="1404" y="5064"/>
                </a:lnTo>
                <a:lnTo>
                  <a:pt x="1405" y="5064"/>
                </a:lnTo>
                <a:lnTo>
                  <a:pt x="1405" y="5063"/>
                </a:lnTo>
                <a:lnTo>
                  <a:pt x="1404" y="5063"/>
                </a:lnTo>
                <a:lnTo>
                  <a:pt x="1404" y="5062"/>
                </a:lnTo>
                <a:lnTo>
                  <a:pt x="1404" y="5061"/>
                </a:lnTo>
                <a:lnTo>
                  <a:pt x="1404" y="5060"/>
                </a:lnTo>
                <a:lnTo>
                  <a:pt x="1404" y="5059"/>
                </a:lnTo>
                <a:lnTo>
                  <a:pt x="1404" y="5058"/>
                </a:lnTo>
                <a:lnTo>
                  <a:pt x="1405" y="5058"/>
                </a:lnTo>
                <a:lnTo>
                  <a:pt x="1404" y="5058"/>
                </a:lnTo>
                <a:lnTo>
                  <a:pt x="1404" y="5057"/>
                </a:lnTo>
                <a:lnTo>
                  <a:pt x="1404" y="5056"/>
                </a:lnTo>
                <a:lnTo>
                  <a:pt x="1403" y="5056"/>
                </a:lnTo>
                <a:lnTo>
                  <a:pt x="1403" y="5055"/>
                </a:lnTo>
                <a:lnTo>
                  <a:pt x="1402" y="5055"/>
                </a:lnTo>
                <a:lnTo>
                  <a:pt x="1401" y="5055"/>
                </a:lnTo>
                <a:lnTo>
                  <a:pt x="1401" y="5054"/>
                </a:lnTo>
                <a:lnTo>
                  <a:pt x="1400" y="5054"/>
                </a:lnTo>
                <a:lnTo>
                  <a:pt x="1400" y="5055"/>
                </a:lnTo>
                <a:lnTo>
                  <a:pt x="1399" y="5055"/>
                </a:lnTo>
                <a:lnTo>
                  <a:pt x="1398" y="5055"/>
                </a:lnTo>
                <a:lnTo>
                  <a:pt x="1397" y="5062"/>
                </a:lnTo>
                <a:lnTo>
                  <a:pt x="1397" y="5061"/>
                </a:lnTo>
                <a:lnTo>
                  <a:pt x="1396" y="5061"/>
                </a:lnTo>
                <a:lnTo>
                  <a:pt x="1394" y="5061"/>
                </a:lnTo>
                <a:lnTo>
                  <a:pt x="1394" y="5062"/>
                </a:lnTo>
                <a:lnTo>
                  <a:pt x="1394" y="5063"/>
                </a:lnTo>
                <a:lnTo>
                  <a:pt x="1393" y="5063"/>
                </a:lnTo>
                <a:lnTo>
                  <a:pt x="1393" y="5064"/>
                </a:lnTo>
                <a:lnTo>
                  <a:pt x="1393" y="5065"/>
                </a:lnTo>
                <a:lnTo>
                  <a:pt x="1392" y="5065"/>
                </a:lnTo>
                <a:lnTo>
                  <a:pt x="1391" y="5066"/>
                </a:lnTo>
                <a:lnTo>
                  <a:pt x="1390" y="5067"/>
                </a:lnTo>
                <a:lnTo>
                  <a:pt x="1391" y="5067"/>
                </a:lnTo>
                <a:lnTo>
                  <a:pt x="1391" y="5068"/>
                </a:lnTo>
                <a:lnTo>
                  <a:pt x="1391" y="5069"/>
                </a:lnTo>
                <a:lnTo>
                  <a:pt x="1392" y="5069"/>
                </a:lnTo>
                <a:lnTo>
                  <a:pt x="1392" y="5070"/>
                </a:lnTo>
                <a:lnTo>
                  <a:pt x="1391" y="5070"/>
                </a:lnTo>
                <a:lnTo>
                  <a:pt x="1390" y="5070"/>
                </a:lnTo>
                <a:lnTo>
                  <a:pt x="1390" y="5071"/>
                </a:lnTo>
                <a:lnTo>
                  <a:pt x="1389" y="5071"/>
                </a:lnTo>
                <a:lnTo>
                  <a:pt x="1389" y="5072"/>
                </a:lnTo>
                <a:lnTo>
                  <a:pt x="1388" y="5072"/>
                </a:lnTo>
                <a:lnTo>
                  <a:pt x="1388" y="5073"/>
                </a:lnTo>
                <a:lnTo>
                  <a:pt x="1387" y="5073"/>
                </a:lnTo>
                <a:lnTo>
                  <a:pt x="1387" y="5074"/>
                </a:lnTo>
                <a:lnTo>
                  <a:pt x="1386" y="5074"/>
                </a:lnTo>
                <a:lnTo>
                  <a:pt x="1386" y="5075"/>
                </a:lnTo>
                <a:lnTo>
                  <a:pt x="1385" y="5075"/>
                </a:lnTo>
                <a:lnTo>
                  <a:pt x="1384" y="5075"/>
                </a:lnTo>
                <a:lnTo>
                  <a:pt x="1384" y="5076"/>
                </a:lnTo>
                <a:lnTo>
                  <a:pt x="1383" y="5076"/>
                </a:lnTo>
                <a:lnTo>
                  <a:pt x="1383" y="5077"/>
                </a:lnTo>
                <a:lnTo>
                  <a:pt x="1382" y="5077"/>
                </a:lnTo>
                <a:lnTo>
                  <a:pt x="1381" y="5077"/>
                </a:lnTo>
                <a:lnTo>
                  <a:pt x="1380" y="5077"/>
                </a:lnTo>
                <a:lnTo>
                  <a:pt x="1380" y="5076"/>
                </a:lnTo>
                <a:lnTo>
                  <a:pt x="1380" y="5075"/>
                </a:lnTo>
                <a:lnTo>
                  <a:pt x="1379" y="5075"/>
                </a:lnTo>
                <a:lnTo>
                  <a:pt x="1379" y="5074"/>
                </a:lnTo>
                <a:lnTo>
                  <a:pt x="1380" y="5074"/>
                </a:lnTo>
                <a:lnTo>
                  <a:pt x="1380" y="5073"/>
                </a:lnTo>
                <a:lnTo>
                  <a:pt x="1379" y="5073"/>
                </a:lnTo>
                <a:lnTo>
                  <a:pt x="1379" y="5072"/>
                </a:lnTo>
                <a:lnTo>
                  <a:pt x="1380" y="5072"/>
                </a:lnTo>
                <a:lnTo>
                  <a:pt x="1380" y="5071"/>
                </a:lnTo>
                <a:lnTo>
                  <a:pt x="1380" y="5070"/>
                </a:lnTo>
                <a:lnTo>
                  <a:pt x="1380" y="5069"/>
                </a:lnTo>
                <a:lnTo>
                  <a:pt x="1380" y="5068"/>
                </a:lnTo>
                <a:lnTo>
                  <a:pt x="1381" y="5068"/>
                </a:lnTo>
                <a:lnTo>
                  <a:pt x="1381" y="5067"/>
                </a:lnTo>
                <a:lnTo>
                  <a:pt x="1380" y="5067"/>
                </a:lnTo>
                <a:lnTo>
                  <a:pt x="1379" y="5067"/>
                </a:lnTo>
                <a:lnTo>
                  <a:pt x="1379" y="5066"/>
                </a:lnTo>
                <a:lnTo>
                  <a:pt x="1378" y="5066"/>
                </a:lnTo>
                <a:lnTo>
                  <a:pt x="1378" y="5067"/>
                </a:lnTo>
                <a:lnTo>
                  <a:pt x="1377" y="5067"/>
                </a:lnTo>
                <a:lnTo>
                  <a:pt x="1377" y="5066"/>
                </a:lnTo>
                <a:lnTo>
                  <a:pt x="1376" y="5066"/>
                </a:lnTo>
                <a:lnTo>
                  <a:pt x="1375" y="5066"/>
                </a:lnTo>
                <a:lnTo>
                  <a:pt x="1375" y="5065"/>
                </a:lnTo>
                <a:lnTo>
                  <a:pt x="1374" y="5065"/>
                </a:lnTo>
                <a:lnTo>
                  <a:pt x="1373" y="5064"/>
                </a:lnTo>
                <a:lnTo>
                  <a:pt x="1372" y="5064"/>
                </a:lnTo>
                <a:lnTo>
                  <a:pt x="1372" y="5063"/>
                </a:lnTo>
                <a:lnTo>
                  <a:pt x="1371" y="5063"/>
                </a:lnTo>
                <a:lnTo>
                  <a:pt x="1371" y="5062"/>
                </a:lnTo>
                <a:lnTo>
                  <a:pt x="1370" y="5062"/>
                </a:lnTo>
                <a:lnTo>
                  <a:pt x="1369" y="5061"/>
                </a:lnTo>
                <a:lnTo>
                  <a:pt x="1368" y="5060"/>
                </a:lnTo>
                <a:lnTo>
                  <a:pt x="1368" y="5059"/>
                </a:lnTo>
                <a:lnTo>
                  <a:pt x="1367" y="5059"/>
                </a:lnTo>
                <a:lnTo>
                  <a:pt x="1366" y="5059"/>
                </a:lnTo>
                <a:lnTo>
                  <a:pt x="1366" y="5058"/>
                </a:lnTo>
                <a:lnTo>
                  <a:pt x="1365" y="5058"/>
                </a:lnTo>
                <a:lnTo>
                  <a:pt x="1364" y="5058"/>
                </a:lnTo>
                <a:lnTo>
                  <a:pt x="1363" y="5058"/>
                </a:lnTo>
                <a:lnTo>
                  <a:pt x="1362" y="5058"/>
                </a:lnTo>
                <a:lnTo>
                  <a:pt x="1361" y="5058"/>
                </a:lnTo>
                <a:lnTo>
                  <a:pt x="1361" y="5057"/>
                </a:lnTo>
                <a:lnTo>
                  <a:pt x="1360" y="5057"/>
                </a:lnTo>
                <a:lnTo>
                  <a:pt x="1359" y="5057"/>
                </a:lnTo>
                <a:lnTo>
                  <a:pt x="1358" y="5057"/>
                </a:lnTo>
                <a:lnTo>
                  <a:pt x="1358" y="5056"/>
                </a:lnTo>
                <a:lnTo>
                  <a:pt x="1357" y="5056"/>
                </a:lnTo>
                <a:lnTo>
                  <a:pt x="1356" y="5056"/>
                </a:lnTo>
                <a:lnTo>
                  <a:pt x="1355" y="5056"/>
                </a:lnTo>
                <a:lnTo>
                  <a:pt x="1354" y="5056"/>
                </a:lnTo>
                <a:lnTo>
                  <a:pt x="1353" y="5056"/>
                </a:lnTo>
                <a:lnTo>
                  <a:pt x="1352" y="5056"/>
                </a:lnTo>
                <a:lnTo>
                  <a:pt x="1351" y="5056"/>
                </a:lnTo>
                <a:lnTo>
                  <a:pt x="1350" y="5056"/>
                </a:lnTo>
                <a:lnTo>
                  <a:pt x="1349" y="5056"/>
                </a:lnTo>
                <a:lnTo>
                  <a:pt x="1349" y="5057"/>
                </a:lnTo>
                <a:lnTo>
                  <a:pt x="1349" y="5059"/>
                </a:lnTo>
                <a:lnTo>
                  <a:pt x="1348" y="5059"/>
                </a:lnTo>
                <a:lnTo>
                  <a:pt x="1348" y="5060"/>
                </a:lnTo>
                <a:lnTo>
                  <a:pt x="1347" y="5060"/>
                </a:lnTo>
                <a:lnTo>
                  <a:pt x="1347" y="5061"/>
                </a:lnTo>
                <a:lnTo>
                  <a:pt x="1346" y="5061"/>
                </a:lnTo>
                <a:lnTo>
                  <a:pt x="1345" y="5061"/>
                </a:lnTo>
                <a:lnTo>
                  <a:pt x="1345" y="5062"/>
                </a:lnTo>
                <a:lnTo>
                  <a:pt x="1344" y="5062"/>
                </a:lnTo>
                <a:lnTo>
                  <a:pt x="1344" y="5063"/>
                </a:lnTo>
                <a:lnTo>
                  <a:pt x="1343" y="5063"/>
                </a:lnTo>
                <a:lnTo>
                  <a:pt x="1343" y="5064"/>
                </a:lnTo>
                <a:lnTo>
                  <a:pt x="1342" y="5064"/>
                </a:lnTo>
                <a:lnTo>
                  <a:pt x="1341" y="5064"/>
                </a:lnTo>
                <a:lnTo>
                  <a:pt x="1341" y="5065"/>
                </a:lnTo>
                <a:lnTo>
                  <a:pt x="1341" y="5064"/>
                </a:lnTo>
                <a:lnTo>
                  <a:pt x="1340" y="5064"/>
                </a:lnTo>
                <a:lnTo>
                  <a:pt x="1340" y="5063"/>
                </a:lnTo>
                <a:lnTo>
                  <a:pt x="1339" y="5063"/>
                </a:lnTo>
                <a:lnTo>
                  <a:pt x="1338" y="5063"/>
                </a:lnTo>
                <a:lnTo>
                  <a:pt x="1337" y="5063"/>
                </a:lnTo>
                <a:lnTo>
                  <a:pt x="1337" y="5062"/>
                </a:lnTo>
                <a:lnTo>
                  <a:pt x="1336" y="5062"/>
                </a:lnTo>
                <a:lnTo>
                  <a:pt x="1336" y="5061"/>
                </a:lnTo>
                <a:lnTo>
                  <a:pt x="1336" y="5060"/>
                </a:lnTo>
                <a:lnTo>
                  <a:pt x="1336" y="5059"/>
                </a:lnTo>
                <a:lnTo>
                  <a:pt x="1335" y="5059"/>
                </a:lnTo>
                <a:lnTo>
                  <a:pt x="1335" y="5058"/>
                </a:lnTo>
                <a:lnTo>
                  <a:pt x="1334" y="5058"/>
                </a:lnTo>
                <a:lnTo>
                  <a:pt x="1334" y="5059"/>
                </a:lnTo>
                <a:lnTo>
                  <a:pt x="1333" y="5059"/>
                </a:lnTo>
                <a:lnTo>
                  <a:pt x="1332" y="5059"/>
                </a:lnTo>
                <a:lnTo>
                  <a:pt x="1331" y="5059"/>
                </a:lnTo>
                <a:lnTo>
                  <a:pt x="1331" y="5060"/>
                </a:lnTo>
                <a:lnTo>
                  <a:pt x="1331" y="5059"/>
                </a:lnTo>
                <a:lnTo>
                  <a:pt x="1331" y="5060"/>
                </a:lnTo>
                <a:lnTo>
                  <a:pt x="1330" y="5060"/>
                </a:lnTo>
                <a:lnTo>
                  <a:pt x="1329" y="5060"/>
                </a:lnTo>
                <a:lnTo>
                  <a:pt x="1328" y="5060"/>
                </a:lnTo>
                <a:lnTo>
                  <a:pt x="1327" y="5060"/>
                </a:lnTo>
                <a:lnTo>
                  <a:pt x="1326" y="5060"/>
                </a:lnTo>
                <a:lnTo>
                  <a:pt x="1325" y="5060"/>
                </a:lnTo>
                <a:lnTo>
                  <a:pt x="1324" y="5060"/>
                </a:lnTo>
                <a:lnTo>
                  <a:pt x="1323" y="5059"/>
                </a:lnTo>
                <a:lnTo>
                  <a:pt x="1323" y="5058"/>
                </a:lnTo>
                <a:lnTo>
                  <a:pt x="1323" y="5057"/>
                </a:lnTo>
                <a:lnTo>
                  <a:pt x="1322" y="5057"/>
                </a:lnTo>
                <a:lnTo>
                  <a:pt x="1321" y="5057"/>
                </a:lnTo>
                <a:lnTo>
                  <a:pt x="1321" y="5058"/>
                </a:lnTo>
                <a:lnTo>
                  <a:pt x="1320" y="5058"/>
                </a:lnTo>
                <a:lnTo>
                  <a:pt x="1320" y="5057"/>
                </a:lnTo>
                <a:lnTo>
                  <a:pt x="1320" y="5056"/>
                </a:lnTo>
                <a:lnTo>
                  <a:pt x="1319" y="5056"/>
                </a:lnTo>
                <a:lnTo>
                  <a:pt x="1319" y="5055"/>
                </a:lnTo>
                <a:lnTo>
                  <a:pt x="1319" y="5054"/>
                </a:lnTo>
                <a:lnTo>
                  <a:pt x="1319" y="5053"/>
                </a:lnTo>
                <a:lnTo>
                  <a:pt x="1318" y="5053"/>
                </a:lnTo>
                <a:lnTo>
                  <a:pt x="1318" y="5052"/>
                </a:lnTo>
                <a:lnTo>
                  <a:pt x="1317" y="5051"/>
                </a:lnTo>
                <a:lnTo>
                  <a:pt x="1316" y="5050"/>
                </a:lnTo>
                <a:lnTo>
                  <a:pt x="1315" y="5049"/>
                </a:lnTo>
                <a:lnTo>
                  <a:pt x="1314" y="5048"/>
                </a:lnTo>
                <a:lnTo>
                  <a:pt x="1314" y="5047"/>
                </a:lnTo>
                <a:lnTo>
                  <a:pt x="1313" y="5047"/>
                </a:lnTo>
                <a:lnTo>
                  <a:pt x="1313" y="5046"/>
                </a:lnTo>
                <a:lnTo>
                  <a:pt x="1312" y="5046"/>
                </a:lnTo>
                <a:lnTo>
                  <a:pt x="1311" y="5046"/>
                </a:lnTo>
                <a:lnTo>
                  <a:pt x="1311" y="5047"/>
                </a:lnTo>
                <a:lnTo>
                  <a:pt x="1310" y="5047"/>
                </a:lnTo>
                <a:lnTo>
                  <a:pt x="1310" y="5048"/>
                </a:lnTo>
                <a:lnTo>
                  <a:pt x="1309" y="5048"/>
                </a:lnTo>
                <a:lnTo>
                  <a:pt x="1309" y="5049"/>
                </a:lnTo>
                <a:lnTo>
                  <a:pt x="1308" y="5049"/>
                </a:lnTo>
                <a:lnTo>
                  <a:pt x="1308" y="5048"/>
                </a:lnTo>
                <a:lnTo>
                  <a:pt x="1307" y="5048"/>
                </a:lnTo>
                <a:lnTo>
                  <a:pt x="1306" y="5048"/>
                </a:lnTo>
                <a:lnTo>
                  <a:pt x="1306" y="5047"/>
                </a:lnTo>
                <a:lnTo>
                  <a:pt x="1305" y="5047"/>
                </a:lnTo>
                <a:lnTo>
                  <a:pt x="1305" y="5046"/>
                </a:lnTo>
                <a:lnTo>
                  <a:pt x="1304" y="5046"/>
                </a:lnTo>
                <a:lnTo>
                  <a:pt x="1303" y="5046"/>
                </a:lnTo>
                <a:lnTo>
                  <a:pt x="1301" y="5046"/>
                </a:lnTo>
                <a:lnTo>
                  <a:pt x="1300" y="5046"/>
                </a:lnTo>
                <a:lnTo>
                  <a:pt x="1300" y="5045"/>
                </a:lnTo>
                <a:lnTo>
                  <a:pt x="1300" y="5044"/>
                </a:lnTo>
                <a:lnTo>
                  <a:pt x="1299" y="5044"/>
                </a:lnTo>
                <a:lnTo>
                  <a:pt x="1298" y="5044"/>
                </a:lnTo>
                <a:lnTo>
                  <a:pt x="1297" y="5044"/>
                </a:lnTo>
                <a:lnTo>
                  <a:pt x="1297" y="5043"/>
                </a:lnTo>
                <a:lnTo>
                  <a:pt x="1297" y="5042"/>
                </a:lnTo>
                <a:lnTo>
                  <a:pt x="1296" y="5042"/>
                </a:lnTo>
                <a:lnTo>
                  <a:pt x="1296" y="5041"/>
                </a:lnTo>
                <a:lnTo>
                  <a:pt x="1297" y="5041"/>
                </a:lnTo>
                <a:lnTo>
                  <a:pt x="1297" y="5040"/>
                </a:lnTo>
                <a:lnTo>
                  <a:pt x="1297" y="5039"/>
                </a:lnTo>
                <a:lnTo>
                  <a:pt x="1298" y="5039"/>
                </a:lnTo>
                <a:lnTo>
                  <a:pt x="1298" y="5038"/>
                </a:lnTo>
                <a:lnTo>
                  <a:pt x="1298" y="5037"/>
                </a:lnTo>
                <a:lnTo>
                  <a:pt x="1299" y="5037"/>
                </a:lnTo>
                <a:lnTo>
                  <a:pt x="1300" y="5037"/>
                </a:lnTo>
                <a:lnTo>
                  <a:pt x="1300" y="5036"/>
                </a:lnTo>
                <a:lnTo>
                  <a:pt x="1300" y="5035"/>
                </a:lnTo>
                <a:lnTo>
                  <a:pt x="1300" y="5034"/>
                </a:lnTo>
                <a:lnTo>
                  <a:pt x="1301" y="5034"/>
                </a:lnTo>
                <a:lnTo>
                  <a:pt x="1301" y="5033"/>
                </a:lnTo>
                <a:lnTo>
                  <a:pt x="1301" y="5032"/>
                </a:lnTo>
                <a:lnTo>
                  <a:pt x="1301" y="5031"/>
                </a:lnTo>
                <a:lnTo>
                  <a:pt x="1300" y="5031"/>
                </a:lnTo>
                <a:lnTo>
                  <a:pt x="1300" y="5030"/>
                </a:lnTo>
                <a:lnTo>
                  <a:pt x="1300" y="5029"/>
                </a:lnTo>
                <a:lnTo>
                  <a:pt x="1301" y="5028"/>
                </a:lnTo>
                <a:lnTo>
                  <a:pt x="1301" y="5026"/>
                </a:lnTo>
                <a:lnTo>
                  <a:pt x="1300" y="5026"/>
                </a:lnTo>
                <a:lnTo>
                  <a:pt x="1300" y="5025"/>
                </a:lnTo>
                <a:lnTo>
                  <a:pt x="1301" y="5025"/>
                </a:lnTo>
                <a:lnTo>
                  <a:pt x="1300" y="5025"/>
                </a:lnTo>
                <a:lnTo>
                  <a:pt x="1300" y="5024"/>
                </a:lnTo>
                <a:lnTo>
                  <a:pt x="1301" y="5024"/>
                </a:lnTo>
                <a:lnTo>
                  <a:pt x="1301" y="5023"/>
                </a:lnTo>
                <a:lnTo>
                  <a:pt x="1301" y="5022"/>
                </a:lnTo>
                <a:lnTo>
                  <a:pt x="1300" y="5022"/>
                </a:lnTo>
                <a:lnTo>
                  <a:pt x="1300" y="5021"/>
                </a:lnTo>
                <a:lnTo>
                  <a:pt x="1299" y="5021"/>
                </a:lnTo>
                <a:lnTo>
                  <a:pt x="1299" y="5020"/>
                </a:lnTo>
                <a:lnTo>
                  <a:pt x="1299" y="5019"/>
                </a:lnTo>
                <a:lnTo>
                  <a:pt x="1300" y="5019"/>
                </a:lnTo>
                <a:lnTo>
                  <a:pt x="1300" y="5018"/>
                </a:lnTo>
                <a:lnTo>
                  <a:pt x="1301" y="5018"/>
                </a:lnTo>
                <a:lnTo>
                  <a:pt x="1301" y="5017"/>
                </a:lnTo>
                <a:lnTo>
                  <a:pt x="1302" y="5017"/>
                </a:lnTo>
                <a:lnTo>
                  <a:pt x="1302" y="5016"/>
                </a:lnTo>
                <a:lnTo>
                  <a:pt x="1302" y="5015"/>
                </a:lnTo>
                <a:lnTo>
                  <a:pt x="1303" y="5015"/>
                </a:lnTo>
                <a:lnTo>
                  <a:pt x="1303" y="5014"/>
                </a:lnTo>
                <a:lnTo>
                  <a:pt x="1304" y="5014"/>
                </a:lnTo>
                <a:lnTo>
                  <a:pt x="1305" y="5014"/>
                </a:lnTo>
                <a:lnTo>
                  <a:pt x="1306" y="5014"/>
                </a:lnTo>
                <a:lnTo>
                  <a:pt x="1306" y="5015"/>
                </a:lnTo>
                <a:lnTo>
                  <a:pt x="1307" y="5015"/>
                </a:lnTo>
                <a:lnTo>
                  <a:pt x="1308" y="5015"/>
                </a:lnTo>
                <a:lnTo>
                  <a:pt x="1309" y="5015"/>
                </a:lnTo>
                <a:lnTo>
                  <a:pt x="1309" y="5014"/>
                </a:lnTo>
                <a:lnTo>
                  <a:pt x="1310" y="5014"/>
                </a:lnTo>
                <a:lnTo>
                  <a:pt x="1310" y="5013"/>
                </a:lnTo>
                <a:lnTo>
                  <a:pt x="1311" y="5013"/>
                </a:lnTo>
                <a:lnTo>
                  <a:pt x="1311" y="5012"/>
                </a:lnTo>
                <a:lnTo>
                  <a:pt x="1311" y="5011"/>
                </a:lnTo>
                <a:lnTo>
                  <a:pt x="1312" y="5010"/>
                </a:lnTo>
                <a:lnTo>
                  <a:pt x="1313" y="5010"/>
                </a:lnTo>
                <a:lnTo>
                  <a:pt x="1313" y="5009"/>
                </a:lnTo>
                <a:lnTo>
                  <a:pt x="1313" y="5007"/>
                </a:lnTo>
                <a:lnTo>
                  <a:pt x="1314" y="5007"/>
                </a:lnTo>
                <a:lnTo>
                  <a:pt x="1314" y="5006"/>
                </a:lnTo>
                <a:lnTo>
                  <a:pt x="1315" y="5006"/>
                </a:lnTo>
                <a:lnTo>
                  <a:pt x="1316" y="5006"/>
                </a:lnTo>
                <a:lnTo>
                  <a:pt x="1316" y="5007"/>
                </a:lnTo>
                <a:lnTo>
                  <a:pt x="1317" y="5007"/>
                </a:lnTo>
                <a:lnTo>
                  <a:pt x="1318" y="5006"/>
                </a:lnTo>
                <a:lnTo>
                  <a:pt x="1318" y="5005"/>
                </a:lnTo>
                <a:lnTo>
                  <a:pt x="1318" y="5004"/>
                </a:lnTo>
                <a:lnTo>
                  <a:pt x="1318" y="5003"/>
                </a:lnTo>
                <a:lnTo>
                  <a:pt x="1319" y="5003"/>
                </a:lnTo>
                <a:lnTo>
                  <a:pt x="1318" y="5003"/>
                </a:lnTo>
                <a:lnTo>
                  <a:pt x="1318" y="5002"/>
                </a:lnTo>
                <a:lnTo>
                  <a:pt x="1318" y="5001"/>
                </a:lnTo>
                <a:lnTo>
                  <a:pt x="1319" y="5001"/>
                </a:lnTo>
                <a:lnTo>
                  <a:pt x="1319" y="5000"/>
                </a:lnTo>
                <a:lnTo>
                  <a:pt x="1320" y="5000"/>
                </a:lnTo>
                <a:lnTo>
                  <a:pt x="1319" y="4999"/>
                </a:lnTo>
                <a:lnTo>
                  <a:pt x="1319" y="4998"/>
                </a:lnTo>
                <a:lnTo>
                  <a:pt x="1318" y="4998"/>
                </a:lnTo>
                <a:lnTo>
                  <a:pt x="1318" y="4997"/>
                </a:lnTo>
                <a:lnTo>
                  <a:pt x="1319" y="4997"/>
                </a:lnTo>
                <a:lnTo>
                  <a:pt x="1319" y="4996"/>
                </a:lnTo>
                <a:lnTo>
                  <a:pt x="1319" y="4995"/>
                </a:lnTo>
                <a:lnTo>
                  <a:pt x="1318" y="4995"/>
                </a:lnTo>
                <a:lnTo>
                  <a:pt x="1318" y="4994"/>
                </a:lnTo>
                <a:lnTo>
                  <a:pt x="1318" y="4993"/>
                </a:lnTo>
                <a:lnTo>
                  <a:pt x="1319" y="4993"/>
                </a:lnTo>
                <a:lnTo>
                  <a:pt x="1320" y="4993"/>
                </a:lnTo>
                <a:lnTo>
                  <a:pt x="1320" y="4992"/>
                </a:lnTo>
                <a:lnTo>
                  <a:pt x="1321" y="4992"/>
                </a:lnTo>
                <a:lnTo>
                  <a:pt x="1321" y="4991"/>
                </a:lnTo>
                <a:lnTo>
                  <a:pt x="1322" y="4991"/>
                </a:lnTo>
                <a:lnTo>
                  <a:pt x="1322" y="4990"/>
                </a:lnTo>
                <a:lnTo>
                  <a:pt x="1323" y="4990"/>
                </a:lnTo>
                <a:lnTo>
                  <a:pt x="1323" y="4989"/>
                </a:lnTo>
                <a:lnTo>
                  <a:pt x="1323" y="4988"/>
                </a:lnTo>
                <a:lnTo>
                  <a:pt x="1322" y="4988"/>
                </a:lnTo>
                <a:lnTo>
                  <a:pt x="1322" y="4987"/>
                </a:lnTo>
                <a:lnTo>
                  <a:pt x="1321" y="4987"/>
                </a:lnTo>
                <a:lnTo>
                  <a:pt x="1322" y="4986"/>
                </a:lnTo>
                <a:lnTo>
                  <a:pt x="1322" y="4985"/>
                </a:lnTo>
                <a:lnTo>
                  <a:pt x="1321" y="4985"/>
                </a:lnTo>
                <a:lnTo>
                  <a:pt x="1321" y="4984"/>
                </a:lnTo>
                <a:lnTo>
                  <a:pt x="1320" y="4984"/>
                </a:lnTo>
                <a:lnTo>
                  <a:pt x="1319" y="4984"/>
                </a:lnTo>
                <a:lnTo>
                  <a:pt x="1318" y="4984"/>
                </a:lnTo>
                <a:lnTo>
                  <a:pt x="1317" y="4984"/>
                </a:lnTo>
                <a:lnTo>
                  <a:pt x="1317" y="4983"/>
                </a:lnTo>
                <a:lnTo>
                  <a:pt x="1317" y="4982"/>
                </a:lnTo>
                <a:lnTo>
                  <a:pt x="1316" y="4982"/>
                </a:lnTo>
                <a:lnTo>
                  <a:pt x="1316" y="4981"/>
                </a:lnTo>
                <a:lnTo>
                  <a:pt x="1315" y="4981"/>
                </a:lnTo>
                <a:lnTo>
                  <a:pt x="1315" y="4980"/>
                </a:lnTo>
                <a:lnTo>
                  <a:pt x="1315" y="4979"/>
                </a:lnTo>
                <a:lnTo>
                  <a:pt x="1314" y="4978"/>
                </a:lnTo>
                <a:lnTo>
                  <a:pt x="1314" y="4977"/>
                </a:lnTo>
                <a:lnTo>
                  <a:pt x="1314" y="4976"/>
                </a:lnTo>
                <a:lnTo>
                  <a:pt x="1313" y="4976"/>
                </a:lnTo>
                <a:lnTo>
                  <a:pt x="1313" y="4975"/>
                </a:lnTo>
                <a:lnTo>
                  <a:pt x="1312" y="4975"/>
                </a:lnTo>
                <a:lnTo>
                  <a:pt x="1312" y="4974"/>
                </a:lnTo>
                <a:lnTo>
                  <a:pt x="1311" y="4974"/>
                </a:lnTo>
                <a:lnTo>
                  <a:pt x="1311" y="4973"/>
                </a:lnTo>
                <a:lnTo>
                  <a:pt x="1310" y="4974"/>
                </a:lnTo>
                <a:lnTo>
                  <a:pt x="1309" y="4974"/>
                </a:lnTo>
                <a:lnTo>
                  <a:pt x="1308" y="4974"/>
                </a:lnTo>
                <a:lnTo>
                  <a:pt x="1307" y="4974"/>
                </a:lnTo>
                <a:lnTo>
                  <a:pt x="1307" y="4975"/>
                </a:lnTo>
                <a:lnTo>
                  <a:pt x="1306" y="4975"/>
                </a:lnTo>
                <a:lnTo>
                  <a:pt x="1305" y="4975"/>
                </a:lnTo>
                <a:lnTo>
                  <a:pt x="1304" y="4975"/>
                </a:lnTo>
                <a:lnTo>
                  <a:pt x="1304" y="4974"/>
                </a:lnTo>
                <a:lnTo>
                  <a:pt x="1303" y="4974"/>
                </a:lnTo>
                <a:lnTo>
                  <a:pt x="1303" y="4973"/>
                </a:lnTo>
                <a:lnTo>
                  <a:pt x="1302" y="4973"/>
                </a:lnTo>
                <a:lnTo>
                  <a:pt x="1302" y="4972"/>
                </a:lnTo>
                <a:lnTo>
                  <a:pt x="1301" y="4972"/>
                </a:lnTo>
                <a:lnTo>
                  <a:pt x="1300" y="4972"/>
                </a:lnTo>
                <a:lnTo>
                  <a:pt x="1300" y="4973"/>
                </a:lnTo>
                <a:lnTo>
                  <a:pt x="1300" y="4974"/>
                </a:lnTo>
                <a:lnTo>
                  <a:pt x="1298" y="4974"/>
                </a:lnTo>
                <a:lnTo>
                  <a:pt x="1298" y="4975"/>
                </a:lnTo>
                <a:lnTo>
                  <a:pt x="1297" y="4975"/>
                </a:lnTo>
                <a:lnTo>
                  <a:pt x="1297" y="4976"/>
                </a:lnTo>
                <a:lnTo>
                  <a:pt x="1295" y="4976"/>
                </a:lnTo>
                <a:lnTo>
                  <a:pt x="1295" y="4977"/>
                </a:lnTo>
                <a:lnTo>
                  <a:pt x="1294" y="4977"/>
                </a:lnTo>
                <a:lnTo>
                  <a:pt x="1294" y="4978"/>
                </a:lnTo>
                <a:lnTo>
                  <a:pt x="1293" y="4978"/>
                </a:lnTo>
                <a:lnTo>
                  <a:pt x="1293" y="4979"/>
                </a:lnTo>
                <a:lnTo>
                  <a:pt x="1292" y="4979"/>
                </a:lnTo>
                <a:lnTo>
                  <a:pt x="1291" y="4979"/>
                </a:lnTo>
                <a:lnTo>
                  <a:pt x="1291" y="4980"/>
                </a:lnTo>
                <a:lnTo>
                  <a:pt x="1290" y="4980"/>
                </a:lnTo>
                <a:lnTo>
                  <a:pt x="1290" y="4981"/>
                </a:lnTo>
                <a:lnTo>
                  <a:pt x="1289" y="4981"/>
                </a:lnTo>
                <a:lnTo>
                  <a:pt x="1289" y="4982"/>
                </a:lnTo>
                <a:lnTo>
                  <a:pt x="1288" y="4982"/>
                </a:lnTo>
                <a:lnTo>
                  <a:pt x="1288" y="4983"/>
                </a:lnTo>
                <a:lnTo>
                  <a:pt x="1287" y="4983"/>
                </a:lnTo>
                <a:lnTo>
                  <a:pt x="1286" y="4983"/>
                </a:lnTo>
                <a:lnTo>
                  <a:pt x="1286" y="4984"/>
                </a:lnTo>
                <a:lnTo>
                  <a:pt x="1286" y="4985"/>
                </a:lnTo>
                <a:lnTo>
                  <a:pt x="1285" y="4985"/>
                </a:lnTo>
                <a:lnTo>
                  <a:pt x="1286" y="4985"/>
                </a:lnTo>
                <a:lnTo>
                  <a:pt x="1286" y="4986"/>
                </a:lnTo>
                <a:lnTo>
                  <a:pt x="1286" y="4987"/>
                </a:lnTo>
                <a:lnTo>
                  <a:pt x="1285" y="4987"/>
                </a:lnTo>
                <a:lnTo>
                  <a:pt x="1285" y="4988"/>
                </a:lnTo>
                <a:lnTo>
                  <a:pt x="1284" y="4988"/>
                </a:lnTo>
                <a:lnTo>
                  <a:pt x="1283" y="4988"/>
                </a:lnTo>
                <a:lnTo>
                  <a:pt x="1282" y="4988"/>
                </a:lnTo>
                <a:lnTo>
                  <a:pt x="1281" y="4988"/>
                </a:lnTo>
                <a:lnTo>
                  <a:pt x="1280" y="4988"/>
                </a:lnTo>
                <a:lnTo>
                  <a:pt x="1279" y="4988"/>
                </a:lnTo>
                <a:lnTo>
                  <a:pt x="1279" y="4989"/>
                </a:lnTo>
                <a:lnTo>
                  <a:pt x="1278" y="4989"/>
                </a:lnTo>
                <a:lnTo>
                  <a:pt x="1278" y="4988"/>
                </a:lnTo>
                <a:lnTo>
                  <a:pt x="1278" y="4987"/>
                </a:lnTo>
                <a:lnTo>
                  <a:pt x="1278" y="4986"/>
                </a:lnTo>
                <a:lnTo>
                  <a:pt x="1277" y="4986"/>
                </a:lnTo>
                <a:lnTo>
                  <a:pt x="1277" y="4985"/>
                </a:lnTo>
                <a:lnTo>
                  <a:pt x="1276" y="4985"/>
                </a:lnTo>
                <a:lnTo>
                  <a:pt x="1276" y="4986"/>
                </a:lnTo>
                <a:lnTo>
                  <a:pt x="1275" y="4985"/>
                </a:lnTo>
                <a:lnTo>
                  <a:pt x="1274" y="4985"/>
                </a:lnTo>
                <a:lnTo>
                  <a:pt x="1273" y="4985"/>
                </a:lnTo>
                <a:lnTo>
                  <a:pt x="1272" y="4985"/>
                </a:lnTo>
                <a:lnTo>
                  <a:pt x="1272" y="4986"/>
                </a:lnTo>
                <a:lnTo>
                  <a:pt x="1271" y="4986"/>
                </a:lnTo>
                <a:lnTo>
                  <a:pt x="1271" y="4985"/>
                </a:lnTo>
                <a:lnTo>
                  <a:pt x="1270" y="4985"/>
                </a:lnTo>
                <a:lnTo>
                  <a:pt x="1270" y="4984"/>
                </a:lnTo>
                <a:lnTo>
                  <a:pt x="1270" y="4985"/>
                </a:lnTo>
                <a:lnTo>
                  <a:pt x="1269" y="4985"/>
                </a:lnTo>
                <a:lnTo>
                  <a:pt x="1268" y="4985"/>
                </a:lnTo>
                <a:lnTo>
                  <a:pt x="1267" y="4986"/>
                </a:lnTo>
                <a:lnTo>
                  <a:pt x="1265" y="4986"/>
                </a:lnTo>
                <a:lnTo>
                  <a:pt x="1264" y="4986"/>
                </a:lnTo>
                <a:lnTo>
                  <a:pt x="1263" y="4986"/>
                </a:lnTo>
                <a:lnTo>
                  <a:pt x="1263" y="4987"/>
                </a:lnTo>
                <a:lnTo>
                  <a:pt x="1262" y="4987"/>
                </a:lnTo>
                <a:lnTo>
                  <a:pt x="1261" y="4987"/>
                </a:lnTo>
                <a:lnTo>
                  <a:pt x="1260" y="4986"/>
                </a:lnTo>
                <a:lnTo>
                  <a:pt x="1259" y="4985"/>
                </a:lnTo>
                <a:lnTo>
                  <a:pt x="1258" y="4984"/>
                </a:lnTo>
                <a:lnTo>
                  <a:pt x="1257" y="4983"/>
                </a:lnTo>
                <a:lnTo>
                  <a:pt x="1256" y="4983"/>
                </a:lnTo>
                <a:lnTo>
                  <a:pt x="1256" y="4982"/>
                </a:lnTo>
                <a:lnTo>
                  <a:pt x="1255" y="4982"/>
                </a:lnTo>
                <a:lnTo>
                  <a:pt x="1255" y="4981"/>
                </a:lnTo>
                <a:lnTo>
                  <a:pt x="1254" y="4981"/>
                </a:lnTo>
                <a:lnTo>
                  <a:pt x="1254" y="4980"/>
                </a:lnTo>
                <a:lnTo>
                  <a:pt x="1253" y="4980"/>
                </a:lnTo>
                <a:lnTo>
                  <a:pt x="1252" y="4979"/>
                </a:lnTo>
                <a:lnTo>
                  <a:pt x="1251" y="4978"/>
                </a:lnTo>
                <a:lnTo>
                  <a:pt x="1250" y="4977"/>
                </a:lnTo>
                <a:lnTo>
                  <a:pt x="1249" y="4977"/>
                </a:lnTo>
                <a:lnTo>
                  <a:pt x="1248" y="4977"/>
                </a:lnTo>
                <a:lnTo>
                  <a:pt x="1248" y="4976"/>
                </a:lnTo>
                <a:lnTo>
                  <a:pt x="1247" y="4976"/>
                </a:lnTo>
                <a:lnTo>
                  <a:pt x="1246" y="4976"/>
                </a:lnTo>
                <a:lnTo>
                  <a:pt x="1246" y="4975"/>
                </a:lnTo>
                <a:lnTo>
                  <a:pt x="1245" y="4975"/>
                </a:lnTo>
                <a:lnTo>
                  <a:pt x="1245" y="4974"/>
                </a:lnTo>
                <a:lnTo>
                  <a:pt x="1244" y="4974"/>
                </a:lnTo>
                <a:lnTo>
                  <a:pt x="1243" y="4974"/>
                </a:lnTo>
                <a:lnTo>
                  <a:pt x="1242" y="4974"/>
                </a:lnTo>
                <a:lnTo>
                  <a:pt x="1242" y="4973"/>
                </a:lnTo>
                <a:lnTo>
                  <a:pt x="1241" y="4973"/>
                </a:lnTo>
                <a:lnTo>
                  <a:pt x="1240" y="4973"/>
                </a:lnTo>
                <a:lnTo>
                  <a:pt x="1240" y="4972"/>
                </a:lnTo>
                <a:lnTo>
                  <a:pt x="1240" y="4971"/>
                </a:lnTo>
                <a:lnTo>
                  <a:pt x="1240" y="4970"/>
                </a:lnTo>
                <a:lnTo>
                  <a:pt x="1239" y="4970"/>
                </a:lnTo>
                <a:lnTo>
                  <a:pt x="1238" y="4969"/>
                </a:lnTo>
                <a:lnTo>
                  <a:pt x="1237" y="4969"/>
                </a:lnTo>
                <a:lnTo>
                  <a:pt x="1236" y="4969"/>
                </a:lnTo>
                <a:lnTo>
                  <a:pt x="1236" y="4968"/>
                </a:lnTo>
                <a:lnTo>
                  <a:pt x="1237" y="4968"/>
                </a:lnTo>
                <a:lnTo>
                  <a:pt x="1237" y="4967"/>
                </a:lnTo>
                <a:lnTo>
                  <a:pt x="1238" y="4966"/>
                </a:lnTo>
                <a:lnTo>
                  <a:pt x="1237" y="4966"/>
                </a:lnTo>
                <a:lnTo>
                  <a:pt x="1237" y="4965"/>
                </a:lnTo>
                <a:lnTo>
                  <a:pt x="1237" y="4964"/>
                </a:lnTo>
                <a:lnTo>
                  <a:pt x="1238" y="4964"/>
                </a:lnTo>
                <a:lnTo>
                  <a:pt x="1238" y="4963"/>
                </a:lnTo>
                <a:lnTo>
                  <a:pt x="1239" y="4963"/>
                </a:lnTo>
                <a:lnTo>
                  <a:pt x="1239" y="4962"/>
                </a:lnTo>
                <a:lnTo>
                  <a:pt x="1239" y="4961"/>
                </a:lnTo>
                <a:lnTo>
                  <a:pt x="1238" y="4961"/>
                </a:lnTo>
                <a:lnTo>
                  <a:pt x="1237" y="4961"/>
                </a:lnTo>
                <a:lnTo>
                  <a:pt x="1237" y="4960"/>
                </a:lnTo>
                <a:lnTo>
                  <a:pt x="1236" y="4960"/>
                </a:lnTo>
                <a:lnTo>
                  <a:pt x="1236" y="4959"/>
                </a:lnTo>
                <a:lnTo>
                  <a:pt x="1236" y="4960"/>
                </a:lnTo>
                <a:lnTo>
                  <a:pt x="1236" y="4959"/>
                </a:lnTo>
                <a:lnTo>
                  <a:pt x="1235" y="4959"/>
                </a:lnTo>
                <a:lnTo>
                  <a:pt x="1234" y="4959"/>
                </a:lnTo>
                <a:lnTo>
                  <a:pt x="1234" y="4958"/>
                </a:lnTo>
                <a:lnTo>
                  <a:pt x="1233" y="4958"/>
                </a:lnTo>
                <a:lnTo>
                  <a:pt x="1233" y="4957"/>
                </a:lnTo>
                <a:lnTo>
                  <a:pt x="1234" y="4957"/>
                </a:lnTo>
                <a:lnTo>
                  <a:pt x="1233" y="4956"/>
                </a:lnTo>
                <a:lnTo>
                  <a:pt x="1233" y="4955"/>
                </a:lnTo>
                <a:lnTo>
                  <a:pt x="1232" y="4955"/>
                </a:lnTo>
                <a:lnTo>
                  <a:pt x="1232" y="4954"/>
                </a:lnTo>
                <a:lnTo>
                  <a:pt x="1231" y="4954"/>
                </a:lnTo>
                <a:lnTo>
                  <a:pt x="1231" y="4953"/>
                </a:lnTo>
                <a:lnTo>
                  <a:pt x="1231" y="4952"/>
                </a:lnTo>
                <a:lnTo>
                  <a:pt x="1231" y="4951"/>
                </a:lnTo>
                <a:lnTo>
                  <a:pt x="1232" y="4951"/>
                </a:lnTo>
                <a:lnTo>
                  <a:pt x="1231" y="4951"/>
                </a:lnTo>
                <a:lnTo>
                  <a:pt x="1231" y="4950"/>
                </a:lnTo>
                <a:lnTo>
                  <a:pt x="1231" y="4949"/>
                </a:lnTo>
                <a:lnTo>
                  <a:pt x="1230" y="4949"/>
                </a:lnTo>
                <a:lnTo>
                  <a:pt x="1230" y="4948"/>
                </a:lnTo>
                <a:lnTo>
                  <a:pt x="1229" y="4947"/>
                </a:lnTo>
                <a:lnTo>
                  <a:pt x="1228" y="4947"/>
                </a:lnTo>
                <a:lnTo>
                  <a:pt x="1228" y="4946"/>
                </a:lnTo>
                <a:lnTo>
                  <a:pt x="1227" y="4946"/>
                </a:lnTo>
                <a:lnTo>
                  <a:pt x="1227" y="4945"/>
                </a:lnTo>
                <a:lnTo>
                  <a:pt x="1226" y="4945"/>
                </a:lnTo>
                <a:lnTo>
                  <a:pt x="1225" y="4945"/>
                </a:lnTo>
                <a:lnTo>
                  <a:pt x="1225" y="4946"/>
                </a:lnTo>
                <a:lnTo>
                  <a:pt x="1224" y="4946"/>
                </a:lnTo>
                <a:lnTo>
                  <a:pt x="1224" y="4945"/>
                </a:lnTo>
                <a:lnTo>
                  <a:pt x="1223" y="4945"/>
                </a:lnTo>
                <a:lnTo>
                  <a:pt x="1222" y="4945"/>
                </a:lnTo>
                <a:lnTo>
                  <a:pt x="1221" y="4945"/>
                </a:lnTo>
                <a:lnTo>
                  <a:pt x="1220" y="4945"/>
                </a:lnTo>
                <a:lnTo>
                  <a:pt x="1220" y="4944"/>
                </a:lnTo>
                <a:lnTo>
                  <a:pt x="1219" y="4944"/>
                </a:lnTo>
                <a:lnTo>
                  <a:pt x="1218" y="4944"/>
                </a:lnTo>
                <a:lnTo>
                  <a:pt x="1218" y="4943"/>
                </a:lnTo>
                <a:lnTo>
                  <a:pt x="1218" y="4942"/>
                </a:lnTo>
                <a:lnTo>
                  <a:pt x="1217" y="4942"/>
                </a:lnTo>
                <a:lnTo>
                  <a:pt x="1217" y="4941"/>
                </a:lnTo>
                <a:lnTo>
                  <a:pt x="1216" y="4941"/>
                </a:lnTo>
                <a:lnTo>
                  <a:pt x="1217" y="4940"/>
                </a:lnTo>
                <a:lnTo>
                  <a:pt x="1216" y="4940"/>
                </a:lnTo>
                <a:lnTo>
                  <a:pt x="1215" y="4940"/>
                </a:lnTo>
                <a:lnTo>
                  <a:pt x="1215" y="4941"/>
                </a:lnTo>
                <a:lnTo>
                  <a:pt x="1214" y="4941"/>
                </a:lnTo>
                <a:lnTo>
                  <a:pt x="1213" y="4941"/>
                </a:lnTo>
                <a:lnTo>
                  <a:pt x="1212" y="4941"/>
                </a:lnTo>
                <a:lnTo>
                  <a:pt x="1211" y="4941"/>
                </a:lnTo>
                <a:lnTo>
                  <a:pt x="1210" y="4941"/>
                </a:lnTo>
                <a:lnTo>
                  <a:pt x="1210" y="4940"/>
                </a:lnTo>
                <a:lnTo>
                  <a:pt x="1209" y="4940"/>
                </a:lnTo>
                <a:lnTo>
                  <a:pt x="1209" y="4939"/>
                </a:lnTo>
                <a:lnTo>
                  <a:pt x="1209" y="4940"/>
                </a:lnTo>
                <a:lnTo>
                  <a:pt x="1208" y="4940"/>
                </a:lnTo>
                <a:lnTo>
                  <a:pt x="1207" y="4940"/>
                </a:lnTo>
                <a:lnTo>
                  <a:pt x="1206" y="4940"/>
                </a:lnTo>
                <a:lnTo>
                  <a:pt x="1206" y="4941"/>
                </a:lnTo>
                <a:lnTo>
                  <a:pt x="1205" y="4941"/>
                </a:lnTo>
                <a:lnTo>
                  <a:pt x="1204" y="4941"/>
                </a:lnTo>
                <a:lnTo>
                  <a:pt x="1204" y="4940"/>
                </a:lnTo>
                <a:lnTo>
                  <a:pt x="1203" y="4939"/>
                </a:lnTo>
                <a:lnTo>
                  <a:pt x="1203" y="4938"/>
                </a:lnTo>
                <a:lnTo>
                  <a:pt x="1202" y="4938"/>
                </a:lnTo>
                <a:lnTo>
                  <a:pt x="1201" y="4937"/>
                </a:lnTo>
                <a:lnTo>
                  <a:pt x="1200" y="4937"/>
                </a:lnTo>
                <a:lnTo>
                  <a:pt x="1200" y="4936"/>
                </a:lnTo>
                <a:lnTo>
                  <a:pt x="1200" y="4935"/>
                </a:lnTo>
                <a:lnTo>
                  <a:pt x="1199" y="4935"/>
                </a:lnTo>
                <a:lnTo>
                  <a:pt x="1199" y="4934"/>
                </a:lnTo>
                <a:lnTo>
                  <a:pt x="1198" y="4934"/>
                </a:lnTo>
                <a:lnTo>
                  <a:pt x="1198" y="4933"/>
                </a:lnTo>
                <a:lnTo>
                  <a:pt x="1197" y="4933"/>
                </a:lnTo>
                <a:lnTo>
                  <a:pt x="1197" y="4932"/>
                </a:lnTo>
                <a:lnTo>
                  <a:pt x="1196" y="4932"/>
                </a:lnTo>
                <a:lnTo>
                  <a:pt x="1197" y="4931"/>
                </a:lnTo>
                <a:lnTo>
                  <a:pt x="1198" y="4931"/>
                </a:lnTo>
                <a:lnTo>
                  <a:pt x="1198" y="4930"/>
                </a:lnTo>
                <a:lnTo>
                  <a:pt x="1199" y="4930"/>
                </a:lnTo>
                <a:lnTo>
                  <a:pt x="1199" y="4929"/>
                </a:lnTo>
                <a:lnTo>
                  <a:pt x="1198" y="4929"/>
                </a:lnTo>
                <a:lnTo>
                  <a:pt x="1199" y="4929"/>
                </a:lnTo>
                <a:lnTo>
                  <a:pt x="1199" y="4928"/>
                </a:lnTo>
                <a:lnTo>
                  <a:pt x="1199" y="4927"/>
                </a:lnTo>
                <a:lnTo>
                  <a:pt x="1198" y="4927"/>
                </a:lnTo>
                <a:lnTo>
                  <a:pt x="1198" y="4926"/>
                </a:lnTo>
                <a:lnTo>
                  <a:pt x="1197" y="4926"/>
                </a:lnTo>
                <a:lnTo>
                  <a:pt x="1197" y="4925"/>
                </a:lnTo>
                <a:lnTo>
                  <a:pt x="1197" y="4924"/>
                </a:lnTo>
                <a:lnTo>
                  <a:pt x="1197" y="4923"/>
                </a:lnTo>
                <a:lnTo>
                  <a:pt x="1198" y="4923"/>
                </a:lnTo>
                <a:lnTo>
                  <a:pt x="1198" y="4922"/>
                </a:lnTo>
                <a:lnTo>
                  <a:pt x="1199" y="4922"/>
                </a:lnTo>
                <a:lnTo>
                  <a:pt x="1198" y="4922"/>
                </a:lnTo>
                <a:lnTo>
                  <a:pt x="1198" y="4921"/>
                </a:lnTo>
                <a:lnTo>
                  <a:pt x="1197" y="4921"/>
                </a:lnTo>
                <a:lnTo>
                  <a:pt x="1197" y="4920"/>
                </a:lnTo>
                <a:lnTo>
                  <a:pt x="1196" y="4920"/>
                </a:lnTo>
                <a:lnTo>
                  <a:pt x="1196" y="4919"/>
                </a:lnTo>
                <a:lnTo>
                  <a:pt x="1195" y="4919"/>
                </a:lnTo>
                <a:lnTo>
                  <a:pt x="1194" y="4919"/>
                </a:lnTo>
                <a:lnTo>
                  <a:pt x="1193" y="4919"/>
                </a:lnTo>
                <a:lnTo>
                  <a:pt x="1193" y="4918"/>
                </a:lnTo>
                <a:lnTo>
                  <a:pt x="1193" y="4917"/>
                </a:lnTo>
                <a:lnTo>
                  <a:pt x="1194" y="4917"/>
                </a:lnTo>
                <a:lnTo>
                  <a:pt x="1194" y="4916"/>
                </a:lnTo>
                <a:lnTo>
                  <a:pt x="1195" y="4916"/>
                </a:lnTo>
                <a:lnTo>
                  <a:pt x="1195" y="4915"/>
                </a:lnTo>
                <a:lnTo>
                  <a:pt x="1195" y="4914"/>
                </a:lnTo>
                <a:lnTo>
                  <a:pt x="1194" y="4914"/>
                </a:lnTo>
                <a:lnTo>
                  <a:pt x="1194" y="4913"/>
                </a:lnTo>
                <a:lnTo>
                  <a:pt x="1193" y="4913"/>
                </a:lnTo>
                <a:lnTo>
                  <a:pt x="1193" y="4912"/>
                </a:lnTo>
                <a:lnTo>
                  <a:pt x="1192" y="4912"/>
                </a:lnTo>
                <a:lnTo>
                  <a:pt x="1191" y="4912"/>
                </a:lnTo>
                <a:lnTo>
                  <a:pt x="1191" y="4911"/>
                </a:lnTo>
                <a:lnTo>
                  <a:pt x="1190" y="4911"/>
                </a:lnTo>
                <a:lnTo>
                  <a:pt x="1189" y="4911"/>
                </a:lnTo>
                <a:lnTo>
                  <a:pt x="1188" y="4911"/>
                </a:lnTo>
                <a:lnTo>
                  <a:pt x="1186" y="4911"/>
                </a:lnTo>
                <a:lnTo>
                  <a:pt x="1186" y="4910"/>
                </a:lnTo>
                <a:lnTo>
                  <a:pt x="1185" y="4910"/>
                </a:lnTo>
                <a:lnTo>
                  <a:pt x="1185" y="4909"/>
                </a:lnTo>
                <a:lnTo>
                  <a:pt x="1185" y="4908"/>
                </a:lnTo>
                <a:lnTo>
                  <a:pt x="1184" y="4908"/>
                </a:lnTo>
                <a:lnTo>
                  <a:pt x="1183" y="4908"/>
                </a:lnTo>
                <a:lnTo>
                  <a:pt x="1183" y="4909"/>
                </a:lnTo>
                <a:lnTo>
                  <a:pt x="1182" y="4909"/>
                </a:lnTo>
                <a:lnTo>
                  <a:pt x="1181" y="4909"/>
                </a:lnTo>
                <a:lnTo>
                  <a:pt x="1181" y="4910"/>
                </a:lnTo>
                <a:lnTo>
                  <a:pt x="1181" y="4909"/>
                </a:lnTo>
                <a:lnTo>
                  <a:pt x="1181" y="4908"/>
                </a:lnTo>
                <a:lnTo>
                  <a:pt x="1180" y="4908"/>
                </a:lnTo>
                <a:lnTo>
                  <a:pt x="1179" y="4908"/>
                </a:lnTo>
                <a:lnTo>
                  <a:pt x="1179" y="4907"/>
                </a:lnTo>
                <a:lnTo>
                  <a:pt x="1178" y="4907"/>
                </a:lnTo>
                <a:lnTo>
                  <a:pt x="1177" y="4907"/>
                </a:lnTo>
                <a:lnTo>
                  <a:pt x="1177" y="4906"/>
                </a:lnTo>
                <a:lnTo>
                  <a:pt x="1176" y="4906"/>
                </a:lnTo>
                <a:lnTo>
                  <a:pt x="1176" y="4905"/>
                </a:lnTo>
                <a:lnTo>
                  <a:pt x="1175" y="4905"/>
                </a:lnTo>
                <a:lnTo>
                  <a:pt x="1175" y="4904"/>
                </a:lnTo>
                <a:lnTo>
                  <a:pt x="1174" y="4904"/>
                </a:lnTo>
                <a:lnTo>
                  <a:pt x="1174" y="4903"/>
                </a:lnTo>
                <a:lnTo>
                  <a:pt x="1173" y="4903"/>
                </a:lnTo>
                <a:lnTo>
                  <a:pt x="1173" y="4902"/>
                </a:lnTo>
                <a:lnTo>
                  <a:pt x="1173" y="4901"/>
                </a:lnTo>
                <a:lnTo>
                  <a:pt x="1173" y="4900"/>
                </a:lnTo>
                <a:lnTo>
                  <a:pt x="1172" y="4900"/>
                </a:lnTo>
                <a:lnTo>
                  <a:pt x="1171" y="4900"/>
                </a:lnTo>
                <a:lnTo>
                  <a:pt x="1171" y="4901"/>
                </a:lnTo>
                <a:lnTo>
                  <a:pt x="1170" y="4901"/>
                </a:lnTo>
                <a:lnTo>
                  <a:pt x="1169" y="4901"/>
                </a:lnTo>
                <a:lnTo>
                  <a:pt x="1168" y="4901"/>
                </a:lnTo>
                <a:lnTo>
                  <a:pt x="1168" y="4900"/>
                </a:lnTo>
                <a:lnTo>
                  <a:pt x="1167" y="4900"/>
                </a:lnTo>
                <a:lnTo>
                  <a:pt x="1166" y="4900"/>
                </a:lnTo>
                <a:lnTo>
                  <a:pt x="1165" y="4900"/>
                </a:lnTo>
                <a:lnTo>
                  <a:pt x="1165" y="4899"/>
                </a:lnTo>
                <a:lnTo>
                  <a:pt x="1166" y="4898"/>
                </a:lnTo>
                <a:lnTo>
                  <a:pt x="1166" y="4897"/>
                </a:lnTo>
                <a:lnTo>
                  <a:pt x="1165" y="4897"/>
                </a:lnTo>
                <a:lnTo>
                  <a:pt x="1165" y="4896"/>
                </a:lnTo>
                <a:lnTo>
                  <a:pt x="1165" y="4895"/>
                </a:lnTo>
                <a:lnTo>
                  <a:pt x="1166" y="4895"/>
                </a:lnTo>
                <a:lnTo>
                  <a:pt x="1166" y="4894"/>
                </a:lnTo>
                <a:lnTo>
                  <a:pt x="1166" y="4893"/>
                </a:lnTo>
                <a:lnTo>
                  <a:pt x="1166" y="4892"/>
                </a:lnTo>
                <a:lnTo>
                  <a:pt x="1167" y="4892"/>
                </a:lnTo>
                <a:lnTo>
                  <a:pt x="1167" y="4891"/>
                </a:lnTo>
                <a:lnTo>
                  <a:pt x="1167" y="4890"/>
                </a:lnTo>
                <a:lnTo>
                  <a:pt x="1168" y="4890"/>
                </a:lnTo>
                <a:lnTo>
                  <a:pt x="1168" y="4889"/>
                </a:lnTo>
                <a:lnTo>
                  <a:pt x="1168" y="4888"/>
                </a:lnTo>
                <a:lnTo>
                  <a:pt x="1169" y="4888"/>
                </a:lnTo>
                <a:lnTo>
                  <a:pt x="1169" y="4887"/>
                </a:lnTo>
                <a:lnTo>
                  <a:pt x="1169" y="4886"/>
                </a:lnTo>
                <a:lnTo>
                  <a:pt x="1170" y="4886"/>
                </a:lnTo>
                <a:lnTo>
                  <a:pt x="1170" y="4885"/>
                </a:lnTo>
                <a:lnTo>
                  <a:pt x="1171" y="4885"/>
                </a:lnTo>
                <a:lnTo>
                  <a:pt x="1171" y="4884"/>
                </a:lnTo>
                <a:lnTo>
                  <a:pt x="1171" y="4883"/>
                </a:lnTo>
                <a:lnTo>
                  <a:pt x="1171" y="4882"/>
                </a:lnTo>
                <a:lnTo>
                  <a:pt x="1171" y="4881"/>
                </a:lnTo>
                <a:lnTo>
                  <a:pt x="1172" y="4880"/>
                </a:lnTo>
                <a:lnTo>
                  <a:pt x="1172" y="4879"/>
                </a:lnTo>
                <a:lnTo>
                  <a:pt x="1172" y="4878"/>
                </a:lnTo>
                <a:lnTo>
                  <a:pt x="1173" y="4878"/>
                </a:lnTo>
                <a:lnTo>
                  <a:pt x="1173" y="4877"/>
                </a:lnTo>
                <a:lnTo>
                  <a:pt x="1174" y="4877"/>
                </a:lnTo>
                <a:lnTo>
                  <a:pt x="1174" y="4876"/>
                </a:lnTo>
                <a:lnTo>
                  <a:pt x="1175" y="4876"/>
                </a:lnTo>
                <a:lnTo>
                  <a:pt x="1175" y="4875"/>
                </a:lnTo>
                <a:lnTo>
                  <a:pt x="1175" y="4874"/>
                </a:lnTo>
                <a:lnTo>
                  <a:pt x="1175" y="4873"/>
                </a:lnTo>
                <a:lnTo>
                  <a:pt x="1174" y="4873"/>
                </a:lnTo>
                <a:lnTo>
                  <a:pt x="1175" y="4873"/>
                </a:lnTo>
                <a:lnTo>
                  <a:pt x="1175" y="4872"/>
                </a:lnTo>
                <a:lnTo>
                  <a:pt x="1175" y="4871"/>
                </a:lnTo>
                <a:lnTo>
                  <a:pt x="1175" y="4870"/>
                </a:lnTo>
                <a:lnTo>
                  <a:pt x="1174" y="4870"/>
                </a:lnTo>
                <a:lnTo>
                  <a:pt x="1173" y="4870"/>
                </a:lnTo>
                <a:lnTo>
                  <a:pt x="1173" y="4869"/>
                </a:lnTo>
                <a:lnTo>
                  <a:pt x="1173" y="4868"/>
                </a:lnTo>
                <a:lnTo>
                  <a:pt x="1172" y="4868"/>
                </a:lnTo>
                <a:lnTo>
                  <a:pt x="1172" y="4867"/>
                </a:lnTo>
                <a:lnTo>
                  <a:pt x="1171" y="4867"/>
                </a:lnTo>
                <a:lnTo>
                  <a:pt x="1170" y="4867"/>
                </a:lnTo>
                <a:lnTo>
                  <a:pt x="1169" y="4867"/>
                </a:lnTo>
                <a:lnTo>
                  <a:pt x="1168" y="4867"/>
                </a:lnTo>
                <a:lnTo>
                  <a:pt x="1167" y="4867"/>
                </a:lnTo>
                <a:lnTo>
                  <a:pt x="1166" y="4868"/>
                </a:lnTo>
                <a:lnTo>
                  <a:pt x="1166" y="4867"/>
                </a:lnTo>
                <a:lnTo>
                  <a:pt x="1165" y="4867"/>
                </a:lnTo>
                <a:lnTo>
                  <a:pt x="1166" y="4867"/>
                </a:lnTo>
                <a:lnTo>
                  <a:pt x="1166" y="4866"/>
                </a:lnTo>
                <a:lnTo>
                  <a:pt x="1166" y="4865"/>
                </a:lnTo>
                <a:lnTo>
                  <a:pt x="1166" y="4864"/>
                </a:lnTo>
                <a:lnTo>
                  <a:pt x="1166" y="4863"/>
                </a:lnTo>
                <a:lnTo>
                  <a:pt x="1166" y="4862"/>
                </a:lnTo>
                <a:lnTo>
                  <a:pt x="1166" y="4861"/>
                </a:lnTo>
                <a:lnTo>
                  <a:pt x="1166" y="4860"/>
                </a:lnTo>
                <a:lnTo>
                  <a:pt x="1167" y="4860"/>
                </a:lnTo>
                <a:lnTo>
                  <a:pt x="1167" y="4859"/>
                </a:lnTo>
                <a:lnTo>
                  <a:pt x="1168" y="4859"/>
                </a:lnTo>
                <a:lnTo>
                  <a:pt x="1168" y="4858"/>
                </a:lnTo>
                <a:lnTo>
                  <a:pt x="1169" y="4858"/>
                </a:lnTo>
                <a:lnTo>
                  <a:pt x="1168" y="4858"/>
                </a:lnTo>
                <a:lnTo>
                  <a:pt x="1168" y="4857"/>
                </a:lnTo>
                <a:lnTo>
                  <a:pt x="1169" y="4857"/>
                </a:lnTo>
                <a:lnTo>
                  <a:pt x="1170" y="4856"/>
                </a:lnTo>
                <a:lnTo>
                  <a:pt x="1170" y="4854"/>
                </a:lnTo>
                <a:lnTo>
                  <a:pt x="1170" y="4853"/>
                </a:lnTo>
                <a:lnTo>
                  <a:pt x="1170" y="4852"/>
                </a:lnTo>
                <a:lnTo>
                  <a:pt x="1171" y="4852"/>
                </a:lnTo>
                <a:lnTo>
                  <a:pt x="1170" y="4852"/>
                </a:lnTo>
                <a:lnTo>
                  <a:pt x="1169" y="4852"/>
                </a:lnTo>
                <a:lnTo>
                  <a:pt x="1169" y="4851"/>
                </a:lnTo>
                <a:lnTo>
                  <a:pt x="1168" y="4851"/>
                </a:lnTo>
                <a:lnTo>
                  <a:pt x="1167" y="4851"/>
                </a:lnTo>
                <a:lnTo>
                  <a:pt x="1167" y="4850"/>
                </a:lnTo>
                <a:lnTo>
                  <a:pt x="1166" y="4850"/>
                </a:lnTo>
                <a:lnTo>
                  <a:pt x="1166" y="4849"/>
                </a:lnTo>
                <a:lnTo>
                  <a:pt x="1166" y="4848"/>
                </a:lnTo>
                <a:lnTo>
                  <a:pt x="1167" y="4847"/>
                </a:lnTo>
                <a:lnTo>
                  <a:pt x="1167" y="4846"/>
                </a:lnTo>
                <a:lnTo>
                  <a:pt x="1167" y="4845"/>
                </a:lnTo>
                <a:lnTo>
                  <a:pt x="1166" y="4844"/>
                </a:lnTo>
                <a:lnTo>
                  <a:pt x="1166" y="4843"/>
                </a:lnTo>
                <a:lnTo>
                  <a:pt x="1166" y="4842"/>
                </a:lnTo>
                <a:lnTo>
                  <a:pt x="1167" y="4842"/>
                </a:lnTo>
                <a:lnTo>
                  <a:pt x="1167" y="4841"/>
                </a:lnTo>
                <a:lnTo>
                  <a:pt x="1167" y="4840"/>
                </a:lnTo>
                <a:lnTo>
                  <a:pt x="1167" y="4839"/>
                </a:lnTo>
                <a:lnTo>
                  <a:pt x="1167" y="4838"/>
                </a:lnTo>
                <a:lnTo>
                  <a:pt x="1167" y="4837"/>
                </a:lnTo>
                <a:lnTo>
                  <a:pt x="1167" y="4836"/>
                </a:lnTo>
                <a:lnTo>
                  <a:pt x="1168" y="4836"/>
                </a:lnTo>
                <a:lnTo>
                  <a:pt x="1169" y="4836"/>
                </a:lnTo>
                <a:lnTo>
                  <a:pt x="1169" y="4835"/>
                </a:lnTo>
                <a:lnTo>
                  <a:pt x="1170" y="4835"/>
                </a:lnTo>
                <a:lnTo>
                  <a:pt x="1171" y="4835"/>
                </a:lnTo>
                <a:lnTo>
                  <a:pt x="1172" y="4835"/>
                </a:lnTo>
                <a:lnTo>
                  <a:pt x="1173" y="4835"/>
                </a:lnTo>
                <a:lnTo>
                  <a:pt x="1173" y="4834"/>
                </a:lnTo>
                <a:lnTo>
                  <a:pt x="1174" y="4834"/>
                </a:lnTo>
                <a:lnTo>
                  <a:pt x="1174" y="4833"/>
                </a:lnTo>
                <a:lnTo>
                  <a:pt x="1174" y="4832"/>
                </a:lnTo>
                <a:lnTo>
                  <a:pt x="1174" y="4831"/>
                </a:lnTo>
                <a:lnTo>
                  <a:pt x="1175" y="4831"/>
                </a:lnTo>
                <a:lnTo>
                  <a:pt x="1175" y="4830"/>
                </a:lnTo>
                <a:lnTo>
                  <a:pt x="1176" y="4830"/>
                </a:lnTo>
                <a:lnTo>
                  <a:pt x="1176" y="4829"/>
                </a:lnTo>
                <a:lnTo>
                  <a:pt x="1175" y="4828"/>
                </a:lnTo>
                <a:lnTo>
                  <a:pt x="1174" y="4828"/>
                </a:lnTo>
                <a:lnTo>
                  <a:pt x="1173" y="4828"/>
                </a:lnTo>
                <a:lnTo>
                  <a:pt x="1172" y="4828"/>
                </a:lnTo>
                <a:lnTo>
                  <a:pt x="1171" y="4828"/>
                </a:lnTo>
                <a:lnTo>
                  <a:pt x="1170" y="4828"/>
                </a:lnTo>
                <a:lnTo>
                  <a:pt x="1170" y="4827"/>
                </a:lnTo>
                <a:lnTo>
                  <a:pt x="1169" y="4827"/>
                </a:lnTo>
                <a:lnTo>
                  <a:pt x="1168" y="4827"/>
                </a:lnTo>
                <a:lnTo>
                  <a:pt x="1167" y="4827"/>
                </a:lnTo>
                <a:lnTo>
                  <a:pt x="1166" y="4827"/>
                </a:lnTo>
                <a:lnTo>
                  <a:pt x="1165" y="4827"/>
                </a:lnTo>
                <a:lnTo>
                  <a:pt x="1164" y="4826"/>
                </a:lnTo>
                <a:lnTo>
                  <a:pt x="1163" y="4826"/>
                </a:lnTo>
                <a:lnTo>
                  <a:pt x="1163" y="4825"/>
                </a:lnTo>
                <a:lnTo>
                  <a:pt x="1162" y="4825"/>
                </a:lnTo>
                <a:lnTo>
                  <a:pt x="1161" y="4825"/>
                </a:lnTo>
                <a:lnTo>
                  <a:pt x="1161" y="4824"/>
                </a:lnTo>
                <a:lnTo>
                  <a:pt x="1161" y="4823"/>
                </a:lnTo>
                <a:lnTo>
                  <a:pt x="1161" y="4822"/>
                </a:lnTo>
                <a:lnTo>
                  <a:pt x="1162" y="4822"/>
                </a:lnTo>
                <a:lnTo>
                  <a:pt x="1161" y="4822"/>
                </a:lnTo>
                <a:lnTo>
                  <a:pt x="1161" y="4821"/>
                </a:lnTo>
                <a:lnTo>
                  <a:pt x="1162" y="4821"/>
                </a:lnTo>
                <a:lnTo>
                  <a:pt x="1163" y="4821"/>
                </a:lnTo>
                <a:lnTo>
                  <a:pt x="1163" y="4820"/>
                </a:lnTo>
                <a:lnTo>
                  <a:pt x="1163" y="4819"/>
                </a:lnTo>
                <a:lnTo>
                  <a:pt x="1163" y="4818"/>
                </a:lnTo>
                <a:lnTo>
                  <a:pt x="1162" y="4818"/>
                </a:lnTo>
                <a:lnTo>
                  <a:pt x="1162" y="4817"/>
                </a:lnTo>
                <a:lnTo>
                  <a:pt x="1162" y="4816"/>
                </a:lnTo>
                <a:lnTo>
                  <a:pt x="1161" y="4816"/>
                </a:lnTo>
                <a:lnTo>
                  <a:pt x="1161" y="4815"/>
                </a:lnTo>
                <a:lnTo>
                  <a:pt x="1160" y="4815"/>
                </a:lnTo>
                <a:lnTo>
                  <a:pt x="1160" y="4814"/>
                </a:lnTo>
                <a:lnTo>
                  <a:pt x="1159" y="4814"/>
                </a:lnTo>
                <a:lnTo>
                  <a:pt x="1158" y="4814"/>
                </a:lnTo>
                <a:lnTo>
                  <a:pt x="1157" y="4814"/>
                </a:lnTo>
                <a:lnTo>
                  <a:pt x="1157" y="4815"/>
                </a:lnTo>
                <a:lnTo>
                  <a:pt x="1156" y="4815"/>
                </a:lnTo>
                <a:lnTo>
                  <a:pt x="1155" y="4815"/>
                </a:lnTo>
                <a:lnTo>
                  <a:pt x="1154" y="4815"/>
                </a:lnTo>
                <a:lnTo>
                  <a:pt x="1154" y="4814"/>
                </a:lnTo>
                <a:lnTo>
                  <a:pt x="1153" y="4814"/>
                </a:lnTo>
                <a:lnTo>
                  <a:pt x="1153" y="4813"/>
                </a:lnTo>
                <a:lnTo>
                  <a:pt x="1153" y="4812"/>
                </a:lnTo>
                <a:lnTo>
                  <a:pt x="1152" y="4812"/>
                </a:lnTo>
                <a:lnTo>
                  <a:pt x="1153" y="4812"/>
                </a:lnTo>
                <a:lnTo>
                  <a:pt x="1152" y="4812"/>
                </a:lnTo>
                <a:lnTo>
                  <a:pt x="1152" y="4811"/>
                </a:lnTo>
                <a:lnTo>
                  <a:pt x="1151" y="4811"/>
                </a:lnTo>
                <a:lnTo>
                  <a:pt x="1150" y="4811"/>
                </a:lnTo>
                <a:lnTo>
                  <a:pt x="1149" y="4811"/>
                </a:lnTo>
                <a:lnTo>
                  <a:pt x="1149" y="4812"/>
                </a:lnTo>
                <a:lnTo>
                  <a:pt x="1148" y="4812"/>
                </a:lnTo>
                <a:lnTo>
                  <a:pt x="1148" y="4813"/>
                </a:lnTo>
                <a:lnTo>
                  <a:pt x="1147" y="4813"/>
                </a:lnTo>
                <a:lnTo>
                  <a:pt x="1147" y="4812"/>
                </a:lnTo>
                <a:lnTo>
                  <a:pt x="1146" y="4812"/>
                </a:lnTo>
                <a:lnTo>
                  <a:pt x="1145" y="4811"/>
                </a:lnTo>
                <a:lnTo>
                  <a:pt x="1144" y="4811"/>
                </a:lnTo>
                <a:lnTo>
                  <a:pt x="1144" y="4810"/>
                </a:lnTo>
                <a:lnTo>
                  <a:pt x="1143" y="4810"/>
                </a:lnTo>
                <a:lnTo>
                  <a:pt x="1142" y="4810"/>
                </a:lnTo>
                <a:lnTo>
                  <a:pt x="1142" y="4809"/>
                </a:lnTo>
                <a:lnTo>
                  <a:pt x="1141" y="4809"/>
                </a:lnTo>
                <a:lnTo>
                  <a:pt x="1142" y="4809"/>
                </a:lnTo>
                <a:lnTo>
                  <a:pt x="1142" y="4808"/>
                </a:lnTo>
                <a:lnTo>
                  <a:pt x="1143" y="4808"/>
                </a:lnTo>
                <a:lnTo>
                  <a:pt x="1144" y="4808"/>
                </a:lnTo>
                <a:lnTo>
                  <a:pt x="1144" y="4807"/>
                </a:lnTo>
                <a:lnTo>
                  <a:pt x="1144" y="4806"/>
                </a:lnTo>
                <a:lnTo>
                  <a:pt x="1143" y="4806"/>
                </a:lnTo>
                <a:lnTo>
                  <a:pt x="1143" y="4805"/>
                </a:lnTo>
                <a:lnTo>
                  <a:pt x="1142" y="4805"/>
                </a:lnTo>
                <a:lnTo>
                  <a:pt x="1142" y="4804"/>
                </a:lnTo>
                <a:lnTo>
                  <a:pt x="1141" y="4803"/>
                </a:lnTo>
                <a:lnTo>
                  <a:pt x="1139" y="4802"/>
                </a:lnTo>
                <a:lnTo>
                  <a:pt x="1138" y="4802"/>
                </a:lnTo>
                <a:lnTo>
                  <a:pt x="1137" y="4802"/>
                </a:lnTo>
                <a:lnTo>
                  <a:pt x="1136" y="4804"/>
                </a:lnTo>
                <a:lnTo>
                  <a:pt x="1135" y="4804"/>
                </a:lnTo>
                <a:lnTo>
                  <a:pt x="1134" y="4804"/>
                </a:lnTo>
                <a:lnTo>
                  <a:pt x="1133" y="4803"/>
                </a:lnTo>
                <a:lnTo>
                  <a:pt x="1132" y="4803"/>
                </a:lnTo>
                <a:lnTo>
                  <a:pt x="1131" y="4802"/>
                </a:lnTo>
                <a:lnTo>
                  <a:pt x="1130" y="4802"/>
                </a:lnTo>
                <a:lnTo>
                  <a:pt x="1130" y="4801"/>
                </a:lnTo>
                <a:lnTo>
                  <a:pt x="1129" y="4801"/>
                </a:lnTo>
                <a:lnTo>
                  <a:pt x="1128" y="4801"/>
                </a:lnTo>
                <a:lnTo>
                  <a:pt x="1127" y="4801"/>
                </a:lnTo>
                <a:lnTo>
                  <a:pt x="1127" y="4802"/>
                </a:lnTo>
                <a:lnTo>
                  <a:pt x="1126" y="4802"/>
                </a:lnTo>
                <a:lnTo>
                  <a:pt x="1126" y="4801"/>
                </a:lnTo>
                <a:lnTo>
                  <a:pt x="1125" y="4801"/>
                </a:lnTo>
                <a:lnTo>
                  <a:pt x="1124" y="4801"/>
                </a:lnTo>
                <a:lnTo>
                  <a:pt x="1123" y="4802"/>
                </a:lnTo>
                <a:lnTo>
                  <a:pt x="1122" y="4802"/>
                </a:lnTo>
                <a:lnTo>
                  <a:pt x="1121" y="4802"/>
                </a:lnTo>
                <a:lnTo>
                  <a:pt x="1120" y="4802"/>
                </a:lnTo>
                <a:lnTo>
                  <a:pt x="1119" y="4802"/>
                </a:lnTo>
                <a:lnTo>
                  <a:pt x="1119" y="4803"/>
                </a:lnTo>
                <a:lnTo>
                  <a:pt x="1118" y="4803"/>
                </a:lnTo>
                <a:lnTo>
                  <a:pt x="1118" y="4804"/>
                </a:lnTo>
                <a:lnTo>
                  <a:pt x="1117" y="4804"/>
                </a:lnTo>
                <a:lnTo>
                  <a:pt x="1116" y="4804"/>
                </a:lnTo>
                <a:lnTo>
                  <a:pt x="1115" y="4804"/>
                </a:lnTo>
                <a:lnTo>
                  <a:pt x="1115" y="4803"/>
                </a:lnTo>
                <a:lnTo>
                  <a:pt x="1114" y="4803"/>
                </a:lnTo>
                <a:lnTo>
                  <a:pt x="1113" y="4803"/>
                </a:lnTo>
                <a:lnTo>
                  <a:pt x="1113" y="4802"/>
                </a:lnTo>
                <a:lnTo>
                  <a:pt x="1112" y="4802"/>
                </a:lnTo>
                <a:lnTo>
                  <a:pt x="1111" y="4802"/>
                </a:lnTo>
                <a:lnTo>
                  <a:pt x="1111" y="4803"/>
                </a:lnTo>
                <a:lnTo>
                  <a:pt x="1110" y="4803"/>
                </a:lnTo>
                <a:lnTo>
                  <a:pt x="1110" y="4804"/>
                </a:lnTo>
                <a:lnTo>
                  <a:pt x="1110" y="4805"/>
                </a:lnTo>
                <a:lnTo>
                  <a:pt x="1109" y="4805"/>
                </a:lnTo>
                <a:lnTo>
                  <a:pt x="1109" y="4806"/>
                </a:lnTo>
                <a:lnTo>
                  <a:pt x="1108" y="4806"/>
                </a:lnTo>
                <a:lnTo>
                  <a:pt x="1108" y="4805"/>
                </a:lnTo>
                <a:lnTo>
                  <a:pt x="1108" y="4806"/>
                </a:lnTo>
                <a:lnTo>
                  <a:pt x="1107" y="4806"/>
                </a:lnTo>
                <a:lnTo>
                  <a:pt x="1107" y="4807"/>
                </a:lnTo>
                <a:lnTo>
                  <a:pt x="1107" y="4808"/>
                </a:lnTo>
                <a:lnTo>
                  <a:pt x="1107" y="4809"/>
                </a:lnTo>
                <a:lnTo>
                  <a:pt x="1107" y="4810"/>
                </a:lnTo>
                <a:lnTo>
                  <a:pt x="1107" y="4811"/>
                </a:lnTo>
                <a:lnTo>
                  <a:pt x="1106" y="4811"/>
                </a:lnTo>
                <a:lnTo>
                  <a:pt x="1106" y="4812"/>
                </a:lnTo>
                <a:lnTo>
                  <a:pt x="1105" y="4812"/>
                </a:lnTo>
                <a:lnTo>
                  <a:pt x="1104" y="4812"/>
                </a:lnTo>
                <a:lnTo>
                  <a:pt x="1103" y="4812"/>
                </a:lnTo>
                <a:lnTo>
                  <a:pt x="1102" y="4812"/>
                </a:lnTo>
                <a:lnTo>
                  <a:pt x="1102" y="4811"/>
                </a:lnTo>
                <a:lnTo>
                  <a:pt x="1102" y="4812"/>
                </a:lnTo>
                <a:lnTo>
                  <a:pt x="1101" y="4812"/>
                </a:lnTo>
                <a:lnTo>
                  <a:pt x="1101" y="4813"/>
                </a:lnTo>
                <a:lnTo>
                  <a:pt x="1100" y="4813"/>
                </a:lnTo>
                <a:lnTo>
                  <a:pt x="1100" y="4812"/>
                </a:lnTo>
                <a:lnTo>
                  <a:pt x="1099" y="4812"/>
                </a:lnTo>
                <a:lnTo>
                  <a:pt x="1098" y="4812"/>
                </a:lnTo>
                <a:lnTo>
                  <a:pt x="1098" y="4811"/>
                </a:lnTo>
                <a:lnTo>
                  <a:pt x="1097" y="4811"/>
                </a:lnTo>
                <a:lnTo>
                  <a:pt x="1096" y="4811"/>
                </a:lnTo>
                <a:lnTo>
                  <a:pt x="1095" y="4811"/>
                </a:lnTo>
                <a:lnTo>
                  <a:pt x="1095" y="4810"/>
                </a:lnTo>
                <a:lnTo>
                  <a:pt x="1094" y="4810"/>
                </a:lnTo>
                <a:lnTo>
                  <a:pt x="1094" y="4811"/>
                </a:lnTo>
                <a:lnTo>
                  <a:pt x="1093" y="4811"/>
                </a:lnTo>
                <a:lnTo>
                  <a:pt x="1093" y="4810"/>
                </a:lnTo>
                <a:lnTo>
                  <a:pt x="1092" y="4810"/>
                </a:lnTo>
                <a:lnTo>
                  <a:pt x="1091" y="4810"/>
                </a:lnTo>
                <a:lnTo>
                  <a:pt x="1091" y="4811"/>
                </a:lnTo>
                <a:lnTo>
                  <a:pt x="1090" y="4811"/>
                </a:lnTo>
                <a:lnTo>
                  <a:pt x="1089" y="4811"/>
                </a:lnTo>
                <a:lnTo>
                  <a:pt x="1089" y="4812"/>
                </a:lnTo>
                <a:lnTo>
                  <a:pt x="1088" y="4812"/>
                </a:lnTo>
                <a:lnTo>
                  <a:pt x="1088" y="4813"/>
                </a:lnTo>
                <a:lnTo>
                  <a:pt x="1087" y="4813"/>
                </a:lnTo>
                <a:lnTo>
                  <a:pt x="1087" y="4814"/>
                </a:lnTo>
                <a:lnTo>
                  <a:pt x="1086" y="4814"/>
                </a:lnTo>
                <a:lnTo>
                  <a:pt x="1086" y="4815"/>
                </a:lnTo>
                <a:lnTo>
                  <a:pt x="1085" y="4815"/>
                </a:lnTo>
                <a:lnTo>
                  <a:pt x="1084" y="4816"/>
                </a:lnTo>
                <a:lnTo>
                  <a:pt x="1083" y="4816"/>
                </a:lnTo>
                <a:lnTo>
                  <a:pt x="1082" y="4816"/>
                </a:lnTo>
                <a:lnTo>
                  <a:pt x="1081" y="4816"/>
                </a:lnTo>
                <a:lnTo>
                  <a:pt x="1080" y="4816"/>
                </a:lnTo>
                <a:lnTo>
                  <a:pt x="1080" y="4817"/>
                </a:lnTo>
                <a:lnTo>
                  <a:pt x="1080" y="4818"/>
                </a:lnTo>
                <a:lnTo>
                  <a:pt x="1080" y="4819"/>
                </a:lnTo>
                <a:lnTo>
                  <a:pt x="1080" y="4820"/>
                </a:lnTo>
                <a:lnTo>
                  <a:pt x="1080" y="4821"/>
                </a:lnTo>
                <a:lnTo>
                  <a:pt x="1079" y="4821"/>
                </a:lnTo>
                <a:lnTo>
                  <a:pt x="1078" y="4822"/>
                </a:lnTo>
                <a:lnTo>
                  <a:pt x="1077" y="4823"/>
                </a:lnTo>
                <a:lnTo>
                  <a:pt x="1077" y="4822"/>
                </a:lnTo>
                <a:lnTo>
                  <a:pt x="1076" y="4822"/>
                </a:lnTo>
                <a:lnTo>
                  <a:pt x="1076" y="4823"/>
                </a:lnTo>
                <a:lnTo>
                  <a:pt x="1076" y="4824"/>
                </a:lnTo>
                <a:lnTo>
                  <a:pt x="1075" y="4824"/>
                </a:lnTo>
                <a:lnTo>
                  <a:pt x="1074" y="4824"/>
                </a:lnTo>
                <a:lnTo>
                  <a:pt x="1073" y="4824"/>
                </a:lnTo>
                <a:lnTo>
                  <a:pt x="1073" y="4823"/>
                </a:lnTo>
                <a:lnTo>
                  <a:pt x="1073" y="4822"/>
                </a:lnTo>
                <a:lnTo>
                  <a:pt x="1072" y="4822"/>
                </a:lnTo>
                <a:lnTo>
                  <a:pt x="1072" y="4821"/>
                </a:lnTo>
                <a:lnTo>
                  <a:pt x="1071" y="4821"/>
                </a:lnTo>
                <a:lnTo>
                  <a:pt x="1071" y="4820"/>
                </a:lnTo>
                <a:lnTo>
                  <a:pt x="1071" y="4819"/>
                </a:lnTo>
                <a:lnTo>
                  <a:pt x="1070" y="4819"/>
                </a:lnTo>
                <a:lnTo>
                  <a:pt x="1070" y="4818"/>
                </a:lnTo>
                <a:lnTo>
                  <a:pt x="1070" y="4819"/>
                </a:lnTo>
                <a:lnTo>
                  <a:pt x="1069" y="4819"/>
                </a:lnTo>
                <a:lnTo>
                  <a:pt x="1067" y="4819"/>
                </a:lnTo>
                <a:lnTo>
                  <a:pt x="1066" y="4819"/>
                </a:lnTo>
                <a:lnTo>
                  <a:pt x="1066" y="4818"/>
                </a:lnTo>
                <a:lnTo>
                  <a:pt x="1065" y="4818"/>
                </a:lnTo>
                <a:lnTo>
                  <a:pt x="1065" y="4817"/>
                </a:lnTo>
                <a:lnTo>
                  <a:pt x="1065" y="4816"/>
                </a:lnTo>
                <a:lnTo>
                  <a:pt x="1064" y="4815"/>
                </a:lnTo>
                <a:lnTo>
                  <a:pt x="1064" y="4814"/>
                </a:lnTo>
                <a:lnTo>
                  <a:pt x="1065" y="4814"/>
                </a:lnTo>
                <a:lnTo>
                  <a:pt x="1065" y="4813"/>
                </a:lnTo>
                <a:lnTo>
                  <a:pt x="1065" y="4812"/>
                </a:lnTo>
                <a:lnTo>
                  <a:pt x="1064" y="4812"/>
                </a:lnTo>
                <a:lnTo>
                  <a:pt x="1062" y="4812"/>
                </a:lnTo>
                <a:lnTo>
                  <a:pt x="1062" y="4813"/>
                </a:lnTo>
                <a:lnTo>
                  <a:pt x="1061" y="4813"/>
                </a:lnTo>
                <a:lnTo>
                  <a:pt x="1061" y="4812"/>
                </a:lnTo>
                <a:lnTo>
                  <a:pt x="1060" y="4812"/>
                </a:lnTo>
                <a:lnTo>
                  <a:pt x="1059" y="4811"/>
                </a:lnTo>
                <a:lnTo>
                  <a:pt x="1059" y="4810"/>
                </a:lnTo>
                <a:lnTo>
                  <a:pt x="1058" y="4810"/>
                </a:lnTo>
                <a:lnTo>
                  <a:pt x="1058" y="4809"/>
                </a:lnTo>
                <a:lnTo>
                  <a:pt x="1059" y="4809"/>
                </a:lnTo>
                <a:lnTo>
                  <a:pt x="1058" y="4809"/>
                </a:lnTo>
                <a:lnTo>
                  <a:pt x="1058" y="4808"/>
                </a:lnTo>
                <a:lnTo>
                  <a:pt x="1057" y="4808"/>
                </a:lnTo>
                <a:lnTo>
                  <a:pt x="1057" y="4807"/>
                </a:lnTo>
                <a:lnTo>
                  <a:pt x="1057" y="4806"/>
                </a:lnTo>
                <a:lnTo>
                  <a:pt x="1057" y="4805"/>
                </a:lnTo>
                <a:lnTo>
                  <a:pt x="1058" y="4805"/>
                </a:lnTo>
                <a:lnTo>
                  <a:pt x="1058" y="4804"/>
                </a:lnTo>
                <a:lnTo>
                  <a:pt x="1058" y="4803"/>
                </a:lnTo>
                <a:lnTo>
                  <a:pt x="1057" y="4803"/>
                </a:lnTo>
                <a:lnTo>
                  <a:pt x="1058" y="4803"/>
                </a:lnTo>
                <a:lnTo>
                  <a:pt x="1058" y="4802"/>
                </a:lnTo>
                <a:lnTo>
                  <a:pt x="1058" y="4801"/>
                </a:lnTo>
                <a:lnTo>
                  <a:pt x="1057" y="4801"/>
                </a:lnTo>
                <a:lnTo>
                  <a:pt x="1057" y="4800"/>
                </a:lnTo>
                <a:lnTo>
                  <a:pt x="1058" y="4800"/>
                </a:lnTo>
                <a:lnTo>
                  <a:pt x="1057" y="4800"/>
                </a:lnTo>
                <a:lnTo>
                  <a:pt x="1057" y="4799"/>
                </a:lnTo>
                <a:lnTo>
                  <a:pt x="1057" y="4800"/>
                </a:lnTo>
                <a:lnTo>
                  <a:pt x="1056" y="4800"/>
                </a:lnTo>
                <a:lnTo>
                  <a:pt x="1056" y="4799"/>
                </a:lnTo>
                <a:lnTo>
                  <a:pt x="1055" y="4798"/>
                </a:lnTo>
                <a:lnTo>
                  <a:pt x="1054" y="4798"/>
                </a:lnTo>
                <a:lnTo>
                  <a:pt x="1054" y="4797"/>
                </a:lnTo>
                <a:lnTo>
                  <a:pt x="1055" y="4796"/>
                </a:lnTo>
                <a:lnTo>
                  <a:pt x="1055" y="4795"/>
                </a:lnTo>
                <a:lnTo>
                  <a:pt x="1054" y="4795"/>
                </a:lnTo>
                <a:lnTo>
                  <a:pt x="1054" y="4794"/>
                </a:lnTo>
                <a:lnTo>
                  <a:pt x="1053" y="4794"/>
                </a:lnTo>
                <a:lnTo>
                  <a:pt x="1053" y="4793"/>
                </a:lnTo>
                <a:lnTo>
                  <a:pt x="1053" y="4794"/>
                </a:lnTo>
                <a:lnTo>
                  <a:pt x="1052" y="4794"/>
                </a:lnTo>
                <a:lnTo>
                  <a:pt x="1051" y="4794"/>
                </a:lnTo>
                <a:lnTo>
                  <a:pt x="1051" y="4795"/>
                </a:lnTo>
                <a:lnTo>
                  <a:pt x="1050" y="4795"/>
                </a:lnTo>
                <a:lnTo>
                  <a:pt x="1050" y="4794"/>
                </a:lnTo>
                <a:lnTo>
                  <a:pt x="1050" y="4793"/>
                </a:lnTo>
                <a:lnTo>
                  <a:pt x="1050" y="4792"/>
                </a:lnTo>
                <a:lnTo>
                  <a:pt x="1049" y="4792"/>
                </a:lnTo>
                <a:lnTo>
                  <a:pt x="1049" y="4791"/>
                </a:lnTo>
                <a:lnTo>
                  <a:pt x="1049" y="4790"/>
                </a:lnTo>
                <a:lnTo>
                  <a:pt x="1048" y="4790"/>
                </a:lnTo>
                <a:lnTo>
                  <a:pt x="1048" y="4789"/>
                </a:lnTo>
                <a:lnTo>
                  <a:pt x="1049" y="4789"/>
                </a:lnTo>
                <a:lnTo>
                  <a:pt x="1048" y="4789"/>
                </a:lnTo>
                <a:lnTo>
                  <a:pt x="1047" y="4789"/>
                </a:lnTo>
                <a:lnTo>
                  <a:pt x="1047" y="4788"/>
                </a:lnTo>
                <a:lnTo>
                  <a:pt x="1048" y="4788"/>
                </a:lnTo>
                <a:lnTo>
                  <a:pt x="1048" y="4787"/>
                </a:lnTo>
                <a:lnTo>
                  <a:pt x="1047" y="4787"/>
                </a:lnTo>
                <a:lnTo>
                  <a:pt x="1047" y="4786"/>
                </a:lnTo>
                <a:lnTo>
                  <a:pt x="1047" y="4785"/>
                </a:lnTo>
                <a:lnTo>
                  <a:pt x="1048" y="4785"/>
                </a:lnTo>
                <a:lnTo>
                  <a:pt x="1048" y="4784"/>
                </a:lnTo>
                <a:lnTo>
                  <a:pt x="1048" y="4783"/>
                </a:lnTo>
                <a:lnTo>
                  <a:pt x="1049" y="4783"/>
                </a:lnTo>
                <a:lnTo>
                  <a:pt x="1049" y="4782"/>
                </a:lnTo>
                <a:lnTo>
                  <a:pt x="1049" y="4781"/>
                </a:lnTo>
                <a:lnTo>
                  <a:pt x="1049" y="4780"/>
                </a:lnTo>
                <a:lnTo>
                  <a:pt x="1049" y="4779"/>
                </a:lnTo>
                <a:lnTo>
                  <a:pt x="1049" y="4778"/>
                </a:lnTo>
                <a:lnTo>
                  <a:pt x="1048" y="4778"/>
                </a:lnTo>
                <a:lnTo>
                  <a:pt x="1047" y="4778"/>
                </a:lnTo>
                <a:lnTo>
                  <a:pt x="1047" y="4777"/>
                </a:lnTo>
                <a:lnTo>
                  <a:pt x="1046" y="4776"/>
                </a:lnTo>
                <a:lnTo>
                  <a:pt x="1045" y="4776"/>
                </a:lnTo>
                <a:lnTo>
                  <a:pt x="1045" y="4775"/>
                </a:lnTo>
                <a:lnTo>
                  <a:pt x="1046" y="4775"/>
                </a:lnTo>
                <a:lnTo>
                  <a:pt x="1046" y="4774"/>
                </a:lnTo>
                <a:lnTo>
                  <a:pt x="1045" y="4774"/>
                </a:lnTo>
                <a:lnTo>
                  <a:pt x="1045" y="4773"/>
                </a:lnTo>
                <a:lnTo>
                  <a:pt x="1046" y="4773"/>
                </a:lnTo>
                <a:lnTo>
                  <a:pt x="1046" y="4772"/>
                </a:lnTo>
                <a:lnTo>
                  <a:pt x="1046" y="4771"/>
                </a:lnTo>
                <a:lnTo>
                  <a:pt x="1045" y="4771"/>
                </a:lnTo>
                <a:lnTo>
                  <a:pt x="1046" y="4771"/>
                </a:lnTo>
                <a:lnTo>
                  <a:pt x="1047" y="4771"/>
                </a:lnTo>
                <a:lnTo>
                  <a:pt x="1048" y="4771"/>
                </a:lnTo>
                <a:lnTo>
                  <a:pt x="1048" y="4770"/>
                </a:lnTo>
                <a:lnTo>
                  <a:pt x="1048" y="4768"/>
                </a:lnTo>
                <a:lnTo>
                  <a:pt x="1048" y="4767"/>
                </a:lnTo>
                <a:lnTo>
                  <a:pt x="1049" y="4767"/>
                </a:lnTo>
                <a:lnTo>
                  <a:pt x="1048" y="4767"/>
                </a:lnTo>
                <a:lnTo>
                  <a:pt x="1048" y="4766"/>
                </a:lnTo>
                <a:lnTo>
                  <a:pt x="1048" y="4765"/>
                </a:lnTo>
                <a:lnTo>
                  <a:pt x="1048" y="4763"/>
                </a:lnTo>
                <a:lnTo>
                  <a:pt x="1047" y="4763"/>
                </a:lnTo>
                <a:lnTo>
                  <a:pt x="1047" y="4762"/>
                </a:lnTo>
                <a:lnTo>
                  <a:pt x="1046" y="4762"/>
                </a:lnTo>
                <a:lnTo>
                  <a:pt x="1045" y="4762"/>
                </a:lnTo>
                <a:lnTo>
                  <a:pt x="1044" y="4762"/>
                </a:lnTo>
                <a:lnTo>
                  <a:pt x="1043" y="4762"/>
                </a:lnTo>
                <a:lnTo>
                  <a:pt x="1043" y="4761"/>
                </a:lnTo>
                <a:lnTo>
                  <a:pt x="1042" y="4761"/>
                </a:lnTo>
                <a:lnTo>
                  <a:pt x="1042" y="4760"/>
                </a:lnTo>
                <a:lnTo>
                  <a:pt x="1041" y="4760"/>
                </a:lnTo>
                <a:lnTo>
                  <a:pt x="1041" y="4759"/>
                </a:lnTo>
                <a:lnTo>
                  <a:pt x="1041" y="4758"/>
                </a:lnTo>
                <a:lnTo>
                  <a:pt x="1040" y="4758"/>
                </a:lnTo>
                <a:lnTo>
                  <a:pt x="1040" y="4757"/>
                </a:lnTo>
                <a:lnTo>
                  <a:pt x="1040" y="4756"/>
                </a:lnTo>
                <a:lnTo>
                  <a:pt x="1041" y="4756"/>
                </a:lnTo>
                <a:lnTo>
                  <a:pt x="1041" y="4755"/>
                </a:lnTo>
                <a:lnTo>
                  <a:pt x="1040" y="4755"/>
                </a:lnTo>
                <a:lnTo>
                  <a:pt x="1039" y="4755"/>
                </a:lnTo>
                <a:lnTo>
                  <a:pt x="1039" y="4754"/>
                </a:lnTo>
                <a:lnTo>
                  <a:pt x="1039" y="4753"/>
                </a:lnTo>
                <a:lnTo>
                  <a:pt x="1038" y="4753"/>
                </a:lnTo>
                <a:lnTo>
                  <a:pt x="1038" y="4752"/>
                </a:lnTo>
                <a:lnTo>
                  <a:pt x="1038" y="4751"/>
                </a:lnTo>
                <a:lnTo>
                  <a:pt x="1037" y="4751"/>
                </a:lnTo>
                <a:lnTo>
                  <a:pt x="1038" y="4751"/>
                </a:lnTo>
                <a:lnTo>
                  <a:pt x="1038" y="4750"/>
                </a:lnTo>
                <a:lnTo>
                  <a:pt x="1038" y="4749"/>
                </a:lnTo>
                <a:lnTo>
                  <a:pt x="1039" y="4749"/>
                </a:lnTo>
                <a:lnTo>
                  <a:pt x="1039" y="4748"/>
                </a:lnTo>
                <a:lnTo>
                  <a:pt x="1039" y="4747"/>
                </a:lnTo>
                <a:lnTo>
                  <a:pt x="1039" y="4746"/>
                </a:lnTo>
                <a:lnTo>
                  <a:pt x="1039" y="4745"/>
                </a:lnTo>
                <a:lnTo>
                  <a:pt x="1038" y="4745"/>
                </a:lnTo>
                <a:lnTo>
                  <a:pt x="1038" y="4744"/>
                </a:lnTo>
                <a:lnTo>
                  <a:pt x="1037" y="4744"/>
                </a:lnTo>
                <a:lnTo>
                  <a:pt x="1037" y="4743"/>
                </a:lnTo>
                <a:lnTo>
                  <a:pt x="1036" y="4743"/>
                </a:lnTo>
                <a:lnTo>
                  <a:pt x="1035" y="4743"/>
                </a:lnTo>
                <a:lnTo>
                  <a:pt x="1035" y="4742"/>
                </a:lnTo>
                <a:lnTo>
                  <a:pt x="1034" y="4742"/>
                </a:lnTo>
                <a:lnTo>
                  <a:pt x="1033" y="4742"/>
                </a:lnTo>
                <a:lnTo>
                  <a:pt x="1033" y="4743"/>
                </a:lnTo>
                <a:lnTo>
                  <a:pt x="1032" y="4743"/>
                </a:lnTo>
                <a:lnTo>
                  <a:pt x="1031" y="4742"/>
                </a:lnTo>
                <a:lnTo>
                  <a:pt x="1030" y="4742"/>
                </a:lnTo>
                <a:lnTo>
                  <a:pt x="1029" y="4742"/>
                </a:lnTo>
                <a:lnTo>
                  <a:pt x="1028" y="4742"/>
                </a:lnTo>
                <a:lnTo>
                  <a:pt x="1028" y="4741"/>
                </a:lnTo>
                <a:lnTo>
                  <a:pt x="1027" y="4741"/>
                </a:lnTo>
                <a:lnTo>
                  <a:pt x="1027" y="4740"/>
                </a:lnTo>
                <a:lnTo>
                  <a:pt x="1026" y="4740"/>
                </a:lnTo>
                <a:lnTo>
                  <a:pt x="1027" y="4740"/>
                </a:lnTo>
                <a:lnTo>
                  <a:pt x="1027" y="4739"/>
                </a:lnTo>
                <a:lnTo>
                  <a:pt x="1026" y="4739"/>
                </a:lnTo>
                <a:lnTo>
                  <a:pt x="1027" y="4739"/>
                </a:lnTo>
                <a:lnTo>
                  <a:pt x="1027" y="4738"/>
                </a:lnTo>
                <a:lnTo>
                  <a:pt x="1027" y="4737"/>
                </a:lnTo>
                <a:lnTo>
                  <a:pt x="1027" y="4736"/>
                </a:lnTo>
                <a:lnTo>
                  <a:pt x="1027" y="4735"/>
                </a:lnTo>
                <a:lnTo>
                  <a:pt x="1027" y="4734"/>
                </a:lnTo>
                <a:lnTo>
                  <a:pt x="1026" y="4734"/>
                </a:lnTo>
                <a:lnTo>
                  <a:pt x="1026" y="4733"/>
                </a:lnTo>
                <a:lnTo>
                  <a:pt x="1026" y="4732"/>
                </a:lnTo>
                <a:lnTo>
                  <a:pt x="1026" y="4731"/>
                </a:lnTo>
                <a:lnTo>
                  <a:pt x="1027" y="4731"/>
                </a:lnTo>
                <a:lnTo>
                  <a:pt x="1027" y="4730"/>
                </a:lnTo>
                <a:lnTo>
                  <a:pt x="1026" y="4730"/>
                </a:lnTo>
                <a:lnTo>
                  <a:pt x="1027" y="4730"/>
                </a:lnTo>
                <a:lnTo>
                  <a:pt x="1028" y="4730"/>
                </a:lnTo>
                <a:lnTo>
                  <a:pt x="1029" y="4730"/>
                </a:lnTo>
                <a:lnTo>
                  <a:pt x="1029" y="4731"/>
                </a:lnTo>
                <a:lnTo>
                  <a:pt x="1030" y="4731"/>
                </a:lnTo>
                <a:lnTo>
                  <a:pt x="1030" y="4730"/>
                </a:lnTo>
                <a:lnTo>
                  <a:pt x="1031" y="4730"/>
                </a:lnTo>
                <a:lnTo>
                  <a:pt x="1031" y="4731"/>
                </a:lnTo>
                <a:lnTo>
                  <a:pt x="1031" y="4730"/>
                </a:lnTo>
                <a:lnTo>
                  <a:pt x="1032" y="4730"/>
                </a:lnTo>
                <a:lnTo>
                  <a:pt x="1032" y="4729"/>
                </a:lnTo>
                <a:lnTo>
                  <a:pt x="1031" y="4729"/>
                </a:lnTo>
                <a:lnTo>
                  <a:pt x="1031" y="4728"/>
                </a:lnTo>
                <a:lnTo>
                  <a:pt x="1030" y="4728"/>
                </a:lnTo>
                <a:lnTo>
                  <a:pt x="1029" y="4728"/>
                </a:lnTo>
                <a:lnTo>
                  <a:pt x="1029" y="4727"/>
                </a:lnTo>
                <a:lnTo>
                  <a:pt x="1028" y="4727"/>
                </a:lnTo>
                <a:lnTo>
                  <a:pt x="1028" y="4726"/>
                </a:lnTo>
                <a:lnTo>
                  <a:pt x="1027" y="4726"/>
                </a:lnTo>
                <a:lnTo>
                  <a:pt x="1027" y="4725"/>
                </a:lnTo>
                <a:lnTo>
                  <a:pt x="1026" y="4725"/>
                </a:lnTo>
                <a:lnTo>
                  <a:pt x="1025" y="4725"/>
                </a:lnTo>
                <a:lnTo>
                  <a:pt x="1024" y="4725"/>
                </a:lnTo>
                <a:lnTo>
                  <a:pt x="1023" y="4724"/>
                </a:lnTo>
                <a:lnTo>
                  <a:pt x="1023" y="4723"/>
                </a:lnTo>
                <a:lnTo>
                  <a:pt x="1022" y="4723"/>
                </a:lnTo>
                <a:lnTo>
                  <a:pt x="1022" y="4722"/>
                </a:lnTo>
                <a:lnTo>
                  <a:pt x="1021" y="4722"/>
                </a:lnTo>
                <a:lnTo>
                  <a:pt x="1021" y="4721"/>
                </a:lnTo>
                <a:lnTo>
                  <a:pt x="1022" y="4721"/>
                </a:lnTo>
                <a:lnTo>
                  <a:pt x="1022" y="4720"/>
                </a:lnTo>
                <a:lnTo>
                  <a:pt x="1022" y="4719"/>
                </a:lnTo>
                <a:lnTo>
                  <a:pt x="1022" y="4718"/>
                </a:lnTo>
                <a:lnTo>
                  <a:pt x="1021" y="4718"/>
                </a:lnTo>
                <a:lnTo>
                  <a:pt x="1020" y="4718"/>
                </a:lnTo>
                <a:lnTo>
                  <a:pt x="1020" y="4717"/>
                </a:lnTo>
                <a:lnTo>
                  <a:pt x="1019" y="4717"/>
                </a:lnTo>
                <a:lnTo>
                  <a:pt x="1019" y="4718"/>
                </a:lnTo>
                <a:lnTo>
                  <a:pt x="1019" y="4716"/>
                </a:lnTo>
                <a:lnTo>
                  <a:pt x="1018" y="4716"/>
                </a:lnTo>
                <a:lnTo>
                  <a:pt x="1018" y="4717"/>
                </a:lnTo>
                <a:lnTo>
                  <a:pt x="1017" y="4717"/>
                </a:lnTo>
                <a:lnTo>
                  <a:pt x="1017" y="4718"/>
                </a:lnTo>
                <a:lnTo>
                  <a:pt x="1017" y="4719"/>
                </a:lnTo>
                <a:lnTo>
                  <a:pt x="1016" y="4719"/>
                </a:lnTo>
                <a:lnTo>
                  <a:pt x="1015" y="4719"/>
                </a:lnTo>
                <a:lnTo>
                  <a:pt x="1015" y="4720"/>
                </a:lnTo>
                <a:lnTo>
                  <a:pt x="1014" y="4720"/>
                </a:lnTo>
                <a:lnTo>
                  <a:pt x="1014" y="4719"/>
                </a:lnTo>
                <a:lnTo>
                  <a:pt x="1013" y="4719"/>
                </a:lnTo>
                <a:lnTo>
                  <a:pt x="1013" y="4718"/>
                </a:lnTo>
                <a:lnTo>
                  <a:pt x="1012" y="4719"/>
                </a:lnTo>
                <a:lnTo>
                  <a:pt x="1012" y="4718"/>
                </a:lnTo>
                <a:lnTo>
                  <a:pt x="1012" y="4717"/>
                </a:lnTo>
                <a:lnTo>
                  <a:pt x="1012" y="4716"/>
                </a:lnTo>
                <a:lnTo>
                  <a:pt x="1013" y="4716"/>
                </a:lnTo>
                <a:lnTo>
                  <a:pt x="1013" y="4715"/>
                </a:lnTo>
                <a:lnTo>
                  <a:pt x="1013" y="4714"/>
                </a:lnTo>
                <a:lnTo>
                  <a:pt x="1014" y="4714"/>
                </a:lnTo>
                <a:lnTo>
                  <a:pt x="1013" y="4714"/>
                </a:lnTo>
                <a:lnTo>
                  <a:pt x="1013" y="4713"/>
                </a:lnTo>
                <a:lnTo>
                  <a:pt x="1012" y="4713"/>
                </a:lnTo>
                <a:lnTo>
                  <a:pt x="1012" y="4712"/>
                </a:lnTo>
                <a:lnTo>
                  <a:pt x="1011" y="4712"/>
                </a:lnTo>
                <a:lnTo>
                  <a:pt x="1010" y="4712"/>
                </a:lnTo>
                <a:lnTo>
                  <a:pt x="1010" y="4711"/>
                </a:lnTo>
                <a:lnTo>
                  <a:pt x="1010" y="4712"/>
                </a:lnTo>
                <a:lnTo>
                  <a:pt x="1009" y="4712"/>
                </a:lnTo>
                <a:lnTo>
                  <a:pt x="1008" y="4712"/>
                </a:lnTo>
                <a:lnTo>
                  <a:pt x="1007" y="4712"/>
                </a:lnTo>
                <a:lnTo>
                  <a:pt x="1007" y="4711"/>
                </a:lnTo>
                <a:lnTo>
                  <a:pt x="1007" y="4710"/>
                </a:lnTo>
                <a:lnTo>
                  <a:pt x="1006" y="4710"/>
                </a:lnTo>
                <a:lnTo>
                  <a:pt x="1006" y="4711"/>
                </a:lnTo>
                <a:lnTo>
                  <a:pt x="1006" y="4712"/>
                </a:lnTo>
                <a:lnTo>
                  <a:pt x="1005" y="4712"/>
                </a:lnTo>
                <a:lnTo>
                  <a:pt x="1004" y="4712"/>
                </a:lnTo>
                <a:lnTo>
                  <a:pt x="1003" y="4711"/>
                </a:lnTo>
                <a:lnTo>
                  <a:pt x="1003" y="4712"/>
                </a:lnTo>
                <a:lnTo>
                  <a:pt x="1002" y="4712"/>
                </a:lnTo>
                <a:lnTo>
                  <a:pt x="1000" y="4712"/>
                </a:lnTo>
                <a:lnTo>
                  <a:pt x="1000" y="4713"/>
                </a:lnTo>
                <a:lnTo>
                  <a:pt x="1001" y="4714"/>
                </a:lnTo>
                <a:lnTo>
                  <a:pt x="1000" y="4714"/>
                </a:lnTo>
                <a:lnTo>
                  <a:pt x="999" y="4714"/>
                </a:lnTo>
                <a:lnTo>
                  <a:pt x="999" y="4713"/>
                </a:lnTo>
                <a:lnTo>
                  <a:pt x="998" y="4713"/>
                </a:lnTo>
                <a:lnTo>
                  <a:pt x="998" y="4712"/>
                </a:lnTo>
                <a:lnTo>
                  <a:pt x="997" y="4712"/>
                </a:lnTo>
                <a:lnTo>
                  <a:pt x="997" y="4711"/>
                </a:lnTo>
                <a:lnTo>
                  <a:pt x="997" y="4710"/>
                </a:lnTo>
                <a:lnTo>
                  <a:pt x="996" y="4710"/>
                </a:lnTo>
                <a:lnTo>
                  <a:pt x="997" y="4710"/>
                </a:lnTo>
                <a:lnTo>
                  <a:pt x="997" y="4709"/>
                </a:lnTo>
                <a:lnTo>
                  <a:pt x="997" y="4708"/>
                </a:lnTo>
                <a:lnTo>
                  <a:pt x="996" y="4708"/>
                </a:lnTo>
                <a:lnTo>
                  <a:pt x="995" y="4708"/>
                </a:lnTo>
                <a:lnTo>
                  <a:pt x="995" y="4707"/>
                </a:lnTo>
                <a:lnTo>
                  <a:pt x="994" y="4707"/>
                </a:lnTo>
                <a:lnTo>
                  <a:pt x="993" y="4707"/>
                </a:lnTo>
                <a:lnTo>
                  <a:pt x="993" y="4705"/>
                </a:lnTo>
                <a:lnTo>
                  <a:pt x="993" y="4704"/>
                </a:lnTo>
                <a:lnTo>
                  <a:pt x="993" y="4703"/>
                </a:lnTo>
                <a:lnTo>
                  <a:pt x="993" y="4702"/>
                </a:lnTo>
                <a:lnTo>
                  <a:pt x="993" y="4701"/>
                </a:lnTo>
                <a:lnTo>
                  <a:pt x="992" y="4701"/>
                </a:lnTo>
                <a:lnTo>
                  <a:pt x="992" y="4702"/>
                </a:lnTo>
                <a:lnTo>
                  <a:pt x="991" y="4702"/>
                </a:lnTo>
                <a:lnTo>
                  <a:pt x="990" y="4702"/>
                </a:lnTo>
                <a:lnTo>
                  <a:pt x="990" y="4701"/>
                </a:lnTo>
                <a:lnTo>
                  <a:pt x="991" y="4701"/>
                </a:lnTo>
                <a:lnTo>
                  <a:pt x="991" y="4700"/>
                </a:lnTo>
                <a:lnTo>
                  <a:pt x="990" y="4700"/>
                </a:lnTo>
                <a:lnTo>
                  <a:pt x="990" y="4699"/>
                </a:lnTo>
                <a:lnTo>
                  <a:pt x="990" y="4698"/>
                </a:lnTo>
                <a:lnTo>
                  <a:pt x="989" y="4698"/>
                </a:lnTo>
                <a:lnTo>
                  <a:pt x="989" y="4697"/>
                </a:lnTo>
                <a:lnTo>
                  <a:pt x="988" y="4697"/>
                </a:lnTo>
                <a:lnTo>
                  <a:pt x="988" y="4698"/>
                </a:lnTo>
                <a:lnTo>
                  <a:pt x="987" y="4698"/>
                </a:lnTo>
                <a:lnTo>
                  <a:pt x="986" y="4698"/>
                </a:lnTo>
                <a:lnTo>
                  <a:pt x="986" y="4697"/>
                </a:lnTo>
                <a:lnTo>
                  <a:pt x="985" y="4697"/>
                </a:lnTo>
                <a:lnTo>
                  <a:pt x="984" y="4697"/>
                </a:lnTo>
                <a:lnTo>
                  <a:pt x="982" y="4697"/>
                </a:lnTo>
                <a:lnTo>
                  <a:pt x="981" y="4697"/>
                </a:lnTo>
                <a:lnTo>
                  <a:pt x="980" y="4697"/>
                </a:lnTo>
                <a:lnTo>
                  <a:pt x="980" y="4696"/>
                </a:lnTo>
                <a:lnTo>
                  <a:pt x="979" y="4696"/>
                </a:lnTo>
                <a:lnTo>
                  <a:pt x="979" y="4695"/>
                </a:lnTo>
                <a:lnTo>
                  <a:pt x="979" y="4694"/>
                </a:lnTo>
                <a:lnTo>
                  <a:pt x="978" y="4694"/>
                </a:lnTo>
                <a:lnTo>
                  <a:pt x="978" y="4693"/>
                </a:lnTo>
                <a:lnTo>
                  <a:pt x="979" y="4693"/>
                </a:lnTo>
                <a:lnTo>
                  <a:pt x="979" y="4692"/>
                </a:lnTo>
                <a:lnTo>
                  <a:pt x="979" y="4691"/>
                </a:lnTo>
                <a:lnTo>
                  <a:pt x="980" y="4691"/>
                </a:lnTo>
                <a:lnTo>
                  <a:pt x="980" y="4690"/>
                </a:lnTo>
                <a:lnTo>
                  <a:pt x="979" y="4690"/>
                </a:lnTo>
                <a:lnTo>
                  <a:pt x="979" y="4689"/>
                </a:lnTo>
                <a:lnTo>
                  <a:pt x="978" y="4688"/>
                </a:lnTo>
                <a:lnTo>
                  <a:pt x="978" y="4687"/>
                </a:lnTo>
                <a:lnTo>
                  <a:pt x="978" y="4688"/>
                </a:lnTo>
                <a:lnTo>
                  <a:pt x="977" y="4688"/>
                </a:lnTo>
                <a:lnTo>
                  <a:pt x="976" y="4688"/>
                </a:lnTo>
                <a:lnTo>
                  <a:pt x="976" y="4687"/>
                </a:lnTo>
                <a:lnTo>
                  <a:pt x="975" y="4687"/>
                </a:lnTo>
                <a:lnTo>
                  <a:pt x="975" y="4686"/>
                </a:lnTo>
                <a:lnTo>
                  <a:pt x="975" y="4687"/>
                </a:lnTo>
                <a:lnTo>
                  <a:pt x="974" y="4687"/>
                </a:lnTo>
                <a:lnTo>
                  <a:pt x="973" y="4687"/>
                </a:lnTo>
                <a:lnTo>
                  <a:pt x="972" y="4687"/>
                </a:lnTo>
                <a:lnTo>
                  <a:pt x="972" y="4686"/>
                </a:lnTo>
                <a:lnTo>
                  <a:pt x="970" y="4686"/>
                </a:lnTo>
                <a:lnTo>
                  <a:pt x="970" y="4687"/>
                </a:lnTo>
                <a:lnTo>
                  <a:pt x="970" y="4688"/>
                </a:lnTo>
                <a:lnTo>
                  <a:pt x="969" y="4688"/>
                </a:lnTo>
                <a:lnTo>
                  <a:pt x="968" y="4688"/>
                </a:lnTo>
                <a:lnTo>
                  <a:pt x="967" y="4688"/>
                </a:lnTo>
                <a:lnTo>
                  <a:pt x="966" y="4688"/>
                </a:lnTo>
                <a:lnTo>
                  <a:pt x="966" y="4689"/>
                </a:lnTo>
                <a:lnTo>
                  <a:pt x="964" y="4689"/>
                </a:lnTo>
                <a:lnTo>
                  <a:pt x="964" y="4688"/>
                </a:lnTo>
                <a:lnTo>
                  <a:pt x="963" y="4688"/>
                </a:lnTo>
                <a:lnTo>
                  <a:pt x="963" y="4687"/>
                </a:lnTo>
                <a:lnTo>
                  <a:pt x="962" y="4687"/>
                </a:lnTo>
                <a:lnTo>
                  <a:pt x="961" y="4687"/>
                </a:lnTo>
                <a:lnTo>
                  <a:pt x="961" y="4686"/>
                </a:lnTo>
                <a:lnTo>
                  <a:pt x="961" y="4687"/>
                </a:lnTo>
                <a:lnTo>
                  <a:pt x="960" y="4687"/>
                </a:lnTo>
                <a:lnTo>
                  <a:pt x="959" y="4687"/>
                </a:lnTo>
                <a:lnTo>
                  <a:pt x="959" y="4686"/>
                </a:lnTo>
                <a:lnTo>
                  <a:pt x="958" y="4686"/>
                </a:lnTo>
                <a:lnTo>
                  <a:pt x="958" y="4685"/>
                </a:lnTo>
                <a:lnTo>
                  <a:pt x="958" y="4684"/>
                </a:lnTo>
                <a:lnTo>
                  <a:pt x="957" y="4684"/>
                </a:lnTo>
                <a:lnTo>
                  <a:pt x="958" y="4683"/>
                </a:lnTo>
                <a:lnTo>
                  <a:pt x="958" y="4682"/>
                </a:lnTo>
                <a:lnTo>
                  <a:pt x="959" y="4682"/>
                </a:lnTo>
                <a:lnTo>
                  <a:pt x="959" y="4681"/>
                </a:lnTo>
                <a:lnTo>
                  <a:pt x="959" y="4680"/>
                </a:lnTo>
                <a:lnTo>
                  <a:pt x="958" y="4680"/>
                </a:lnTo>
                <a:lnTo>
                  <a:pt x="958" y="4679"/>
                </a:lnTo>
                <a:lnTo>
                  <a:pt x="957" y="4679"/>
                </a:lnTo>
                <a:lnTo>
                  <a:pt x="956" y="4679"/>
                </a:lnTo>
                <a:lnTo>
                  <a:pt x="955" y="4679"/>
                </a:lnTo>
                <a:lnTo>
                  <a:pt x="954" y="4679"/>
                </a:lnTo>
                <a:lnTo>
                  <a:pt x="954" y="4678"/>
                </a:lnTo>
                <a:lnTo>
                  <a:pt x="953" y="4678"/>
                </a:lnTo>
                <a:lnTo>
                  <a:pt x="953" y="4677"/>
                </a:lnTo>
                <a:lnTo>
                  <a:pt x="952" y="4677"/>
                </a:lnTo>
                <a:lnTo>
                  <a:pt x="951" y="4677"/>
                </a:lnTo>
                <a:lnTo>
                  <a:pt x="951" y="4676"/>
                </a:lnTo>
                <a:lnTo>
                  <a:pt x="950" y="4676"/>
                </a:lnTo>
                <a:lnTo>
                  <a:pt x="950" y="4675"/>
                </a:lnTo>
                <a:lnTo>
                  <a:pt x="951" y="4675"/>
                </a:lnTo>
                <a:lnTo>
                  <a:pt x="951" y="4674"/>
                </a:lnTo>
                <a:lnTo>
                  <a:pt x="951" y="4673"/>
                </a:lnTo>
                <a:lnTo>
                  <a:pt x="950" y="4673"/>
                </a:lnTo>
                <a:lnTo>
                  <a:pt x="950" y="4672"/>
                </a:lnTo>
                <a:lnTo>
                  <a:pt x="950" y="4671"/>
                </a:lnTo>
                <a:lnTo>
                  <a:pt x="950" y="4670"/>
                </a:lnTo>
                <a:lnTo>
                  <a:pt x="950" y="4669"/>
                </a:lnTo>
                <a:lnTo>
                  <a:pt x="950" y="4668"/>
                </a:lnTo>
                <a:lnTo>
                  <a:pt x="949" y="4668"/>
                </a:lnTo>
                <a:lnTo>
                  <a:pt x="949" y="4667"/>
                </a:lnTo>
                <a:lnTo>
                  <a:pt x="948" y="4667"/>
                </a:lnTo>
                <a:lnTo>
                  <a:pt x="947" y="4667"/>
                </a:lnTo>
                <a:lnTo>
                  <a:pt x="947" y="4666"/>
                </a:lnTo>
                <a:lnTo>
                  <a:pt x="945" y="4666"/>
                </a:lnTo>
                <a:lnTo>
                  <a:pt x="944" y="4666"/>
                </a:lnTo>
                <a:lnTo>
                  <a:pt x="944" y="4667"/>
                </a:lnTo>
                <a:lnTo>
                  <a:pt x="944" y="4666"/>
                </a:lnTo>
                <a:lnTo>
                  <a:pt x="943" y="4666"/>
                </a:lnTo>
                <a:lnTo>
                  <a:pt x="942" y="4666"/>
                </a:lnTo>
                <a:lnTo>
                  <a:pt x="942" y="4667"/>
                </a:lnTo>
                <a:lnTo>
                  <a:pt x="941" y="4667"/>
                </a:lnTo>
                <a:lnTo>
                  <a:pt x="940" y="4667"/>
                </a:lnTo>
                <a:lnTo>
                  <a:pt x="939" y="4667"/>
                </a:lnTo>
                <a:lnTo>
                  <a:pt x="939" y="4666"/>
                </a:lnTo>
                <a:lnTo>
                  <a:pt x="939" y="4665"/>
                </a:lnTo>
                <a:lnTo>
                  <a:pt x="939" y="4664"/>
                </a:lnTo>
                <a:lnTo>
                  <a:pt x="940" y="4664"/>
                </a:lnTo>
                <a:lnTo>
                  <a:pt x="940" y="4663"/>
                </a:lnTo>
                <a:lnTo>
                  <a:pt x="941" y="4663"/>
                </a:lnTo>
                <a:lnTo>
                  <a:pt x="941" y="4662"/>
                </a:lnTo>
                <a:lnTo>
                  <a:pt x="941" y="4661"/>
                </a:lnTo>
                <a:lnTo>
                  <a:pt x="942" y="4660"/>
                </a:lnTo>
                <a:lnTo>
                  <a:pt x="943" y="4661"/>
                </a:lnTo>
                <a:lnTo>
                  <a:pt x="944" y="4661"/>
                </a:lnTo>
                <a:lnTo>
                  <a:pt x="945" y="4660"/>
                </a:lnTo>
                <a:lnTo>
                  <a:pt x="946" y="4660"/>
                </a:lnTo>
                <a:lnTo>
                  <a:pt x="947" y="4660"/>
                </a:lnTo>
                <a:lnTo>
                  <a:pt x="947" y="4659"/>
                </a:lnTo>
                <a:lnTo>
                  <a:pt x="947" y="4658"/>
                </a:lnTo>
                <a:lnTo>
                  <a:pt x="947" y="4659"/>
                </a:lnTo>
                <a:lnTo>
                  <a:pt x="948" y="4659"/>
                </a:lnTo>
                <a:lnTo>
                  <a:pt x="948" y="4658"/>
                </a:lnTo>
                <a:lnTo>
                  <a:pt x="949" y="4658"/>
                </a:lnTo>
                <a:lnTo>
                  <a:pt x="949" y="4657"/>
                </a:lnTo>
                <a:lnTo>
                  <a:pt x="948" y="4657"/>
                </a:lnTo>
                <a:lnTo>
                  <a:pt x="948" y="4656"/>
                </a:lnTo>
                <a:lnTo>
                  <a:pt x="948" y="4655"/>
                </a:lnTo>
                <a:lnTo>
                  <a:pt x="948" y="4654"/>
                </a:lnTo>
                <a:lnTo>
                  <a:pt x="948" y="4653"/>
                </a:lnTo>
                <a:lnTo>
                  <a:pt x="948" y="4652"/>
                </a:lnTo>
                <a:lnTo>
                  <a:pt x="947" y="4652"/>
                </a:lnTo>
                <a:lnTo>
                  <a:pt x="946" y="4652"/>
                </a:lnTo>
                <a:lnTo>
                  <a:pt x="946" y="4651"/>
                </a:lnTo>
                <a:lnTo>
                  <a:pt x="945" y="4651"/>
                </a:lnTo>
                <a:lnTo>
                  <a:pt x="945" y="4650"/>
                </a:lnTo>
                <a:lnTo>
                  <a:pt x="945" y="4649"/>
                </a:lnTo>
                <a:lnTo>
                  <a:pt x="945" y="4648"/>
                </a:lnTo>
                <a:lnTo>
                  <a:pt x="944" y="4648"/>
                </a:lnTo>
                <a:lnTo>
                  <a:pt x="943" y="4648"/>
                </a:lnTo>
                <a:lnTo>
                  <a:pt x="942" y="4648"/>
                </a:lnTo>
                <a:lnTo>
                  <a:pt x="942" y="4649"/>
                </a:lnTo>
                <a:lnTo>
                  <a:pt x="941" y="4649"/>
                </a:lnTo>
                <a:lnTo>
                  <a:pt x="940" y="4649"/>
                </a:lnTo>
                <a:lnTo>
                  <a:pt x="939" y="4649"/>
                </a:lnTo>
                <a:lnTo>
                  <a:pt x="938" y="4649"/>
                </a:lnTo>
                <a:lnTo>
                  <a:pt x="938" y="4650"/>
                </a:lnTo>
                <a:lnTo>
                  <a:pt x="938" y="4649"/>
                </a:lnTo>
                <a:lnTo>
                  <a:pt x="937" y="4649"/>
                </a:lnTo>
                <a:lnTo>
                  <a:pt x="937" y="4650"/>
                </a:lnTo>
                <a:lnTo>
                  <a:pt x="936" y="4650"/>
                </a:lnTo>
                <a:lnTo>
                  <a:pt x="935" y="4649"/>
                </a:lnTo>
                <a:lnTo>
                  <a:pt x="935" y="4650"/>
                </a:lnTo>
                <a:lnTo>
                  <a:pt x="934" y="4650"/>
                </a:lnTo>
                <a:lnTo>
                  <a:pt x="933" y="4650"/>
                </a:lnTo>
                <a:lnTo>
                  <a:pt x="932" y="4649"/>
                </a:lnTo>
                <a:lnTo>
                  <a:pt x="931" y="4649"/>
                </a:lnTo>
                <a:lnTo>
                  <a:pt x="930" y="4649"/>
                </a:lnTo>
                <a:lnTo>
                  <a:pt x="930" y="4648"/>
                </a:lnTo>
                <a:lnTo>
                  <a:pt x="930" y="4647"/>
                </a:lnTo>
                <a:lnTo>
                  <a:pt x="931" y="4647"/>
                </a:lnTo>
                <a:lnTo>
                  <a:pt x="932" y="4647"/>
                </a:lnTo>
                <a:lnTo>
                  <a:pt x="933" y="4647"/>
                </a:lnTo>
                <a:lnTo>
                  <a:pt x="933" y="4646"/>
                </a:lnTo>
                <a:lnTo>
                  <a:pt x="933" y="4645"/>
                </a:lnTo>
                <a:lnTo>
                  <a:pt x="934" y="4645"/>
                </a:lnTo>
                <a:lnTo>
                  <a:pt x="934" y="4644"/>
                </a:lnTo>
                <a:lnTo>
                  <a:pt x="935" y="4644"/>
                </a:lnTo>
                <a:lnTo>
                  <a:pt x="935" y="4643"/>
                </a:lnTo>
                <a:lnTo>
                  <a:pt x="936" y="4643"/>
                </a:lnTo>
                <a:lnTo>
                  <a:pt x="935" y="4643"/>
                </a:lnTo>
                <a:lnTo>
                  <a:pt x="935" y="4642"/>
                </a:lnTo>
                <a:lnTo>
                  <a:pt x="935" y="4641"/>
                </a:lnTo>
                <a:lnTo>
                  <a:pt x="934" y="4641"/>
                </a:lnTo>
                <a:lnTo>
                  <a:pt x="933" y="4641"/>
                </a:lnTo>
                <a:lnTo>
                  <a:pt x="933" y="4640"/>
                </a:lnTo>
                <a:lnTo>
                  <a:pt x="932" y="4640"/>
                </a:lnTo>
                <a:lnTo>
                  <a:pt x="931" y="4640"/>
                </a:lnTo>
                <a:lnTo>
                  <a:pt x="931" y="4639"/>
                </a:lnTo>
                <a:lnTo>
                  <a:pt x="930" y="4639"/>
                </a:lnTo>
                <a:lnTo>
                  <a:pt x="930" y="4638"/>
                </a:lnTo>
                <a:lnTo>
                  <a:pt x="929" y="4637"/>
                </a:lnTo>
                <a:lnTo>
                  <a:pt x="930" y="4637"/>
                </a:lnTo>
                <a:lnTo>
                  <a:pt x="930" y="4636"/>
                </a:lnTo>
                <a:lnTo>
                  <a:pt x="929" y="4636"/>
                </a:lnTo>
                <a:lnTo>
                  <a:pt x="929" y="4635"/>
                </a:lnTo>
                <a:lnTo>
                  <a:pt x="929" y="4634"/>
                </a:lnTo>
                <a:lnTo>
                  <a:pt x="929" y="4633"/>
                </a:lnTo>
                <a:lnTo>
                  <a:pt x="928" y="4633"/>
                </a:lnTo>
                <a:lnTo>
                  <a:pt x="928" y="4632"/>
                </a:lnTo>
                <a:lnTo>
                  <a:pt x="928" y="4631"/>
                </a:lnTo>
                <a:lnTo>
                  <a:pt x="928" y="4630"/>
                </a:lnTo>
                <a:lnTo>
                  <a:pt x="927" y="4630"/>
                </a:lnTo>
                <a:lnTo>
                  <a:pt x="927" y="4629"/>
                </a:lnTo>
                <a:lnTo>
                  <a:pt x="926" y="4629"/>
                </a:lnTo>
                <a:lnTo>
                  <a:pt x="926" y="4628"/>
                </a:lnTo>
                <a:lnTo>
                  <a:pt x="926" y="4627"/>
                </a:lnTo>
                <a:lnTo>
                  <a:pt x="925" y="4627"/>
                </a:lnTo>
                <a:lnTo>
                  <a:pt x="926" y="4627"/>
                </a:lnTo>
                <a:lnTo>
                  <a:pt x="926" y="4626"/>
                </a:lnTo>
                <a:lnTo>
                  <a:pt x="925" y="4626"/>
                </a:lnTo>
                <a:lnTo>
                  <a:pt x="925" y="4625"/>
                </a:lnTo>
                <a:lnTo>
                  <a:pt x="926" y="4625"/>
                </a:lnTo>
                <a:lnTo>
                  <a:pt x="926" y="4624"/>
                </a:lnTo>
                <a:lnTo>
                  <a:pt x="926" y="4623"/>
                </a:lnTo>
                <a:lnTo>
                  <a:pt x="926" y="4622"/>
                </a:lnTo>
                <a:lnTo>
                  <a:pt x="925" y="4622"/>
                </a:lnTo>
                <a:lnTo>
                  <a:pt x="924" y="4622"/>
                </a:lnTo>
                <a:lnTo>
                  <a:pt x="924" y="4621"/>
                </a:lnTo>
                <a:lnTo>
                  <a:pt x="924" y="4620"/>
                </a:lnTo>
                <a:lnTo>
                  <a:pt x="923" y="4620"/>
                </a:lnTo>
                <a:lnTo>
                  <a:pt x="922" y="4619"/>
                </a:lnTo>
                <a:lnTo>
                  <a:pt x="922" y="4618"/>
                </a:lnTo>
                <a:lnTo>
                  <a:pt x="921" y="4618"/>
                </a:lnTo>
                <a:lnTo>
                  <a:pt x="920" y="4618"/>
                </a:lnTo>
                <a:lnTo>
                  <a:pt x="920" y="4619"/>
                </a:lnTo>
                <a:lnTo>
                  <a:pt x="919" y="4620"/>
                </a:lnTo>
                <a:lnTo>
                  <a:pt x="919" y="4621"/>
                </a:lnTo>
                <a:lnTo>
                  <a:pt x="918" y="4621"/>
                </a:lnTo>
                <a:lnTo>
                  <a:pt x="917" y="4621"/>
                </a:lnTo>
                <a:lnTo>
                  <a:pt x="917" y="4622"/>
                </a:lnTo>
                <a:lnTo>
                  <a:pt x="915" y="4622"/>
                </a:lnTo>
                <a:lnTo>
                  <a:pt x="914" y="4622"/>
                </a:lnTo>
                <a:lnTo>
                  <a:pt x="914" y="4621"/>
                </a:lnTo>
                <a:lnTo>
                  <a:pt x="913" y="4620"/>
                </a:lnTo>
                <a:lnTo>
                  <a:pt x="913" y="4619"/>
                </a:lnTo>
                <a:lnTo>
                  <a:pt x="912" y="4619"/>
                </a:lnTo>
                <a:lnTo>
                  <a:pt x="912" y="4618"/>
                </a:lnTo>
                <a:lnTo>
                  <a:pt x="911" y="4618"/>
                </a:lnTo>
                <a:lnTo>
                  <a:pt x="911" y="4617"/>
                </a:lnTo>
                <a:lnTo>
                  <a:pt x="912" y="4617"/>
                </a:lnTo>
                <a:lnTo>
                  <a:pt x="912" y="4616"/>
                </a:lnTo>
                <a:lnTo>
                  <a:pt x="912" y="4615"/>
                </a:lnTo>
                <a:lnTo>
                  <a:pt x="911" y="4615"/>
                </a:lnTo>
                <a:lnTo>
                  <a:pt x="911" y="4614"/>
                </a:lnTo>
                <a:lnTo>
                  <a:pt x="910" y="4614"/>
                </a:lnTo>
                <a:lnTo>
                  <a:pt x="910" y="4613"/>
                </a:lnTo>
                <a:lnTo>
                  <a:pt x="910" y="4614"/>
                </a:lnTo>
                <a:lnTo>
                  <a:pt x="909" y="4614"/>
                </a:lnTo>
                <a:lnTo>
                  <a:pt x="908" y="4614"/>
                </a:lnTo>
                <a:lnTo>
                  <a:pt x="908" y="4613"/>
                </a:lnTo>
                <a:lnTo>
                  <a:pt x="907" y="4613"/>
                </a:lnTo>
                <a:lnTo>
                  <a:pt x="907" y="4612"/>
                </a:lnTo>
                <a:lnTo>
                  <a:pt x="907" y="4611"/>
                </a:lnTo>
                <a:lnTo>
                  <a:pt x="906" y="4611"/>
                </a:lnTo>
                <a:lnTo>
                  <a:pt x="905" y="4611"/>
                </a:lnTo>
                <a:lnTo>
                  <a:pt x="905" y="4610"/>
                </a:lnTo>
                <a:lnTo>
                  <a:pt x="904" y="4610"/>
                </a:lnTo>
                <a:lnTo>
                  <a:pt x="904" y="4609"/>
                </a:lnTo>
                <a:lnTo>
                  <a:pt x="904" y="4608"/>
                </a:lnTo>
                <a:lnTo>
                  <a:pt x="904" y="4607"/>
                </a:lnTo>
                <a:lnTo>
                  <a:pt x="903" y="4607"/>
                </a:lnTo>
                <a:lnTo>
                  <a:pt x="903" y="4606"/>
                </a:lnTo>
                <a:lnTo>
                  <a:pt x="902" y="4606"/>
                </a:lnTo>
                <a:lnTo>
                  <a:pt x="902" y="4605"/>
                </a:lnTo>
                <a:lnTo>
                  <a:pt x="902" y="4604"/>
                </a:lnTo>
                <a:lnTo>
                  <a:pt x="901" y="4604"/>
                </a:lnTo>
                <a:lnTo>
                  <a:pt x="901" y="4603"/>
                </a:lnTo>
                <a:lnTo>
                  <a:pt x="901" y="4602"/>
                </a:lnTo>
                <a:lnTo>
                  <a:pt x="900" y="4602"/>
                </a:lnTo>
                <a:lnTo>
                  <a:pt x="899" y="4602"/>
                </a:lnTo>
                <a:lnTo>
                  <a:pt x="899" y="4603"/>
                </a:lnTo>
                <a:lnTo>
                  <a:pt x="899" y="4602"/>
                </a:lnTo>
                <a:lnTo>
                  <a:pt x="898" y="4602"/>
                </a:lnTo>
                <a:lnTo>
                  <a:pt x="898" y="4601"/>
                </a:lnTo>
                <a:lnTo>
                  <a:pt x="897" y="4601"/>
                </a:lnTo>
                <a:lnTo>
                  <a:pt x="897" y="4602"/>
                </a:lnTo>
                <a:lnTo>
                  <a:pt x="897" y="4603"/>
                </a:lnTo>
                <a:lnTo>
                  <a:pt x="897" y="4604"/>
                </a:lnTo>
                <a:lnTo>
                  <a:pt x="896" y="4604"/>
                </a:lnTo>
                <a:lnTo>
                  <a:pt x="896" y="4603"/>
                </a:lnTo>
                <a:lnTo>
                  <a:pt x="895" y="4603"/>
                </a:lnTo>
                <a:lnTo>
                  <a:pt x="895" y="4604"/>
                </a:lnTo>
                <a:lnTo>
                  <a:pt x="894" y="4604"/>
                </a:lnTo>
                <a:lnTo>
                  <a:pt x="894" y="4603"/>
                </a:lnTo>
                <a:lnTo>
                  <a:pt x="894" y="4602"/>
                </a:lnTo>
                <a:lnTo>
                  <a:pt x="894" y="4601"/>
                </a:lnTo>
                <a:lnTo>
                  <a:pt x="894" y="4600"/>
                </a:lnTo>
                <a:lnTo>
                  <a:pt x="893" y="4600"/>
                </a:lnTo>
                <a:lnTo>
                  <a:pt x="892" y="4600"/>
                </a:lnTo>
                <a:lnTo>
                  <a:pt x="892" y="4599"/>
                </a:lnTo>
                <a:lnTo>
                  <a:pt x="892" y="4598"/>
                </a:lnTo>
                <a:lnTo>
                  <a:pt x="892" y="4597"/>
                </a:lnTo>
                <a:lnTo>
                  <a:pt x="891" y="4597"/>
                </a:lnTo>
                <a:lnTo>
                  <a:pt x="891" y="4596"/>
                </a:lnTo>
                <a:lnTo>
                  <a:pt x="891" y="4595"/>
                </a:lnTo>
                <a:lnTo>
                  <a:pt x="890" y="4595"/>
                </a:lnTo>
                <a:lnTo>
                  <a:pt x="889" y="4595"/>
                </a:lnTo>
                <a:lnTo>
                  <a:pt x="889" y="4594"/>
                </a:lnTo>
                <a:lnTo>
                  <a:pt x="888" y="4595"/>
                </a:lnTo>
                <a:lnTo>
                  <a:pt x="888" y="4596"/>
                </a:lnTo>
                <a:lnTo>
                  <a:pt x="887" y="4596"/>
                </a:lnTo>
                <a:lnTo>
                  <a:pt x="886" y="4596"/>
                </a:lnTo>
                <a:lnTo>
                  <a:pt x="885" y="4596"/>
                </a:lnTo>
                <a:lnTo>
                  <a:pt x="885" y="4595"/>
                </a:lnTo>
                <a:lnTo>
                  <a:pt x="884" y="4595"/>
                </a:lnTo>
                <a:lnTo>
                  <a:pt x="884" y="4594"/>
                </a:lnTo>
                <a:lnTo>
                  <a:pt x="883" y="4594"/>
                </a:lnTo>
                <a:lnTo>
                  <a:pt x="883" y="4593"/>
                </a:lnTo>
                <a:lnTo>
                  <a:pt x="883" y="4592"/>
                </a:lnTo>
                <a:lnTo>
                  <a:pt x="883" y="4591"/>
                </a:lnTo>
                <a:lnTo>
                  <a:pt x="883" y="4590"/>
                </a:lnTo>
                <a:lnTo>
                  <a:pt x="882" y="4590"/>
                </a:lnTo>
                <a:lnTo>
                  <a:pt x="881" y="4590"/>
                </a:lnTo>
                <a:lnTo>
                  <a:pt x="880" y="4590"/>
                </a:lnTo>
                <a:lnTo>
                  <a:pt x="880" y="4589"/>
                </a:lnTo>
                <a:lnTo>
                  <a:pt x="879" y="4589"/>
                </a:lnTo>
                <a:lnTo>
                  <a:pt x="879" y="4588"/>
                </a:lnTo>
                <a:lnTo>
                  <a:pt x="878" y="4588"/>
                </a:lnTo>
                <a:lnTo>
                  <a:pt x="878" y="4587"/>
                </a:lnTo>
                <a:lnTo>
                  <a:pt x="878" y="4586"/>
                </a:lnTo>
                <a:lnTo>
                  <a:pt x="877" y="4586"/>
                </a:lnTo>
                <a:lnTo>
                  <a:pt x="876" y="4586"/>
                </a:lnTo>
                <a:lnTo>
                  <a:pt x="876" y="4587"/>
                </a:lnTo>
                <a:lnTo>
                  <a:pt x="875" y="4587"/>
                </a:lnTo>
                <a:lnTo>
                  <a:pt x="874" y="4587"/>
                </a:lnTo>
                <a:lnTo>
                  <a:pt x="873" y="4587"/>
                </a:lnTo>
                <a:lnTo>
                  <a:pt x="873" y="4586"/>
                </a:lnTo>
                <a:lnTo>
                  <a:pt x="872" y="4586"/>
                </a:lnTo>
                <a:lnTo>
                  <a:pt x="871" y="4586"/>
                </a:lnTo>
                <a:lnTo>
                  <a:pt x="871" y="4587"/>
                </a:lnTo>
                <a:lnTo>
                  <a:pt x="871" y="4586"/>
                </a:lnTo>
                <a:lnTo>
                  <a:pt x="870" y="4586"/>
                </a:lnTo>
                <a:lnTo>
                  <a:pt x="869" y="4586"/>
                </a:lnTo>
                <a:lnTo>
                  <a:pt x="869" y="4585"/>
                </a:lnTo>
                <a:lnTo>
                  <a:pt x="868" y="4585"/>
                </a:lnTo>
                <a:lnTo>
                  <a:pt x="867" y="4585"/>
                </a:lnTo>
                <a:lnTo>
                  <a:pt x="866" y="4585"/>
                </a:lnTo>
                <a:lnTo>
                  <a:pt x="864" y="4585"/>
                </a:lnTo>
                <a:lnTo>
                  <a:pt x="864" y="4584"/>
                </a:lnTo>
                <a:lnTo>
                  <a:pt x="864" y="4583"/>
                </a:lnTo>
                <a:lnTo>
                  <a:pt x="864" y="4582"/>
                </a:lnTo>
                <a:lnTo>
                  <a:pt x="864" y="4581"/>
                </a:lnTo>
                <a:lnTo>
                  <a:pt x="865" y="4581"/>
                </a:lnTo>
                <a:lnTo>
                  <a:pt x="866" y="4581"/>
                </a:lnTo>
                <a:lnTo>
                  <a:pt x="867" y="4580"/>
                </a:lnTo>
                <a:lnTo>
                  <a:pt x="867" y="4579"/>
                </a:lnTo>
                <a:lnTo>
                  <a:pt x="867" y="4578"/>
                </a:lnTo>
                <a:lnTo>
                  <a:pt x="868" y="4578"/>
                </a:lnTo>
                <a:lnTo>
                  <a:pt x="868" y="4577"/>
                </a:lnTo>
                <a:lnTo>
                  <a:pt x="869" y="4577"/>
                </a:lnTo>
                <a:lnTo>
                  <a:pt x="869" y="4576"/>
                </a:lnTo>
                <a:lnTo>
                  <a:pt x="868" y="4576"/>
                </a:lnTo>
                <a:lnTo>
                  <a:pt x="868" y="4575"/>
                </a:lnTo>
                <a:lnTo>
                  <a:pt x="867" y="4575"/>
                </a:lnTo>
                <a:lnTo>
                  <a:pt x="867" y="4574"/>
                </a:lnTo>
                <a:lnTo>
                  <a:pt x="868" y="4574"/>
                </a:lnTo>
                <a:lnTo>
                  <a:pt x="868" y="4573"/>
                </a:lnTo>
                <a:lnTo>
                  <a:pt x="868" y="4572"/>
                </a:lnTo>
                <a:lnTo>
                  <a:pt x="869" y="4572"/>
                </a:lnTo>
                <a:lnTo>
                  <a:pt x="870" y="4572"/>
                </a:lnTo>
                <a:lnTo>
                  <a:pt x="871" y="4572"/>
                </a:lnTo>
                <a:lnTo>
                  <a:pt x="872" y="4572"/>
                </a:lnTo>
                <a:lnTo>
                  <a:pt x="872" y="4571"/>
                </a:lnTo>
                <a:lnTo>
                  <a:pt x="872" y="4570"/>
                </a:lnTo>
                <a:lnTo>
                  <a:pt x="873" y="4570"/>
                </a:lnTo>
                <a:lnTo>
                  <a:pt x="873" y="4569"/>
                </a:lnTo>
                <a:lnTo>
                  <a:pt x="874" y="4569"/>
                </a:lnTo>
                <a:lnTo>
                  <a:pt x="874" y="4568"/>
                </a:lnTo>
                <a:lnTo>
                  <a:pt x="873" y="4568"/>
                </a:lnTo>
                <a:lnTo>
                  <a:pt x="873" y="4567"/>
                </a:lnTo>
                <a:lnTo>
                  <a:pt x="872" y="4567"/>
                </a:lnTo>
                <a:lnTo>
                  <a:pt x="871" y="4567"/>
                </a:lnTo>
                <a:lnTo>
                  <a:pt x="871" y="4566"/>
                </a:lnTo>
                <a:lnTo>
                  <a:pt x="870" y="4566"/>
                </a:lnTo>
                <a:lnTo>
                  <a:pt x="870" y="4565"/>
                </a:lnTo>
                <a:lnTo>
                  <a:pt x="871" y="4565"/>
                </a:lnTo>
                <a:lnTo>
                  <a:pt x="871" y="4564"/>
                </a:lnTo>
                <a:lnTo>
                  <a:pt x="872" y="4564"/>
                </a:lnTo>
                <a:lnTo>
                  <a:pt x="872" y="4563"/>
                </a:lnTo>
                <a:lnTo>
                  <a:pt x="872" y="4562"/>
                </a:lnTo>
                <a:lnTo>
                  <a:pt x="872" y="4560"/>
                </a:lnTo>
                <a:lnTo>
                  <a:pt x="871" y="4560"/>
                </a:lnTo>
                <a:lnTo>
                  <a:pt x="870" y="4560"/>
                </a:lnTo>
                <a:lnTo>
                  <a:pt x="868" y="4560"/>
                </a:lnTo>
                <a:lnTo>
                  <a:pt x="868" y="4559"/>
                </a:lnTo>
                <a:lnTo>
                  <a:pt x="867" y="4559"/>
                </a:lnTo>
                <a:lnTo>
                  <a:pt x="867" y="4558"/>
                </a:lnTo>
                <a:lnTo>
                  <a:pt x="866" y="4558"/>
                </a:lnTo>
                <a:lnTo>
                  <a:pt x="866" y="4557"/>
                </a:lnTo>
                <a:lnTo>
                  <a:pt x="865" y="4557"/>
                </a:lnTo>
                <a:lnTo>
                  <a:pt x="865" y="4556"/>
                </a:lnTo>
                <a:lnTo>
                  <a:pt x="865" y="4555"/>
                </a:lnTo>
                <a:lnTo>
                  <a:pt x="864" y="4555"/>
                </a:lnTo>
                <a:lnTo>
                  <a:pt x="864" y="4554"/>
                </a:lnTo>
                <a:lnTo>
                  <a:pt x="864" y="4553"/>
                </a:lnTo>
                <a:lnTo>
                  <a:pt x="865" y="4553"/>
                </a:lnTo>
                <a:lnTo>
                  <a:pt x="865" y="4552"/>
                </a:lnTo>
                <a:lnTo>
                  <a:pt x="864" y="4552"/>
                </a:lnTo>
                <a:lnTo>
                  <a:pt x="864" y="4551"/>
                </a:lnTo>
                <a:lnTo>
                  <a:pt x="863" y="4551"/>
                </a:lnTo>
                <a:lnTo>
                  <a:pt x="862" y="4551"/>
                </a:lnTo>
                <a:lnTo>
                  <a:pt x="861" y="4550"/>
                </a:lnTo>
                <a:lnTo>
                  <a:pt x="861" y="4549"/>
                </a:lnTo>
                <a:lnTo>
                  <a:pt x="860" y="4548"/>
                </a:lnTo>
                <a:lnTo>
                  <a:pt x="860" y="4547"/>
                </a:lnTo>
                <a:lnTo>
                  <a:pt x="861" y="4547"/>
                </a:lnTo>
                <a:lnTo>
                  <a:pt x="861" y="4546"/>
                </a:lnTo>
                <a:lnTo>
                  <a:pt x="861" y="4545"/>
                </a:lnTo>
                <a:lnTo>
                  <a:pt x="862" y="4545"/>
                </a:lnTo>
                <a:lnTo>
                  <a:pt x="862" y="4544"/>
                </a:lnTo>
                <a:lnTo>
                  <a:pt x="864" y="4544"/>
                </a:lnTo>
                <a:lnTo>
                  <a:pt x="864" y="4543"/>
                </a:lnTo>
                <a:lnTo>
                  <a:pt x="864" y="4542"/>
                </a:lnTo>
                <a:lnTo>
                  <a:pt x="865" y="4542"/>
                </a:lnTo>
                <a:lnTo>
                  <a:pt x="865" y="4541"/>
                </a:lnTo>
                <a:lnTo>
                  <a:pt x="864" y="4541"/>
                </a:lnTo>
                <a:lnTo>
                  <a:pt x="864" y="4540"/>
                </a:lnTo>
                <a:lnTo>
                  <a:pt x="864" y="4539"/>
                </a:lnTo>
                <a:lnTo>
                  <a:pt x="865" y="4539"/>
                </a:lnTo>
                <a:lnTo>
                  <a:pt x="865" y="4538"/>
                </a:lnTo>
                <a:lnTo>
                  <a:pt x="866" y="4538"/>
                </a:lnTo>
                <a:lnTo>
                  <a:pt x="866" y="4537"/>
                </a:lnTo>
                <a:lnTo>
                  <a:pt x="866" y="4536"/>
                </a:lnTo>
                <a:lnTo>
                  <a:pt x="867" y="4536"/>
                </a:lnTo>
                <a:lnTo>
                  <a:pt x="868" y="4536"/>
                </a:lnTo>
                <a:lnTo>
                  <a:pt x="868" y="4535"/>
                </a:lnTo>
                <a:lnTo>
                  <a:pt x="868" y="4534"/>
                </a:lnTo>
                <a:lnTo>
                  <a:pt x="867" y="4534"/>
                </a:lnTo>
                <a:lnTo>
                  <a:pt x="867" y="4533"/>
                </a:lnTo>
                <a:lnTo>
                  <a:pt x="867" y="4532"/>
                </a:lnTo>
                <a:lnTo>
                  <a:pt x="868" y="4531"/>
                </a:lnTo>
                <a:lnTo>
                  <a:pt x="867" y="4531"/>
                </a:lnTo>
                <a:lnTo>
                  <a:pt x="867" y="4530"/>
                </a:lnTo>
                <a:lnTo>
                  <a:pt x="867" y="4529"/>
                </a:lnTo>
                <a:lnTo>
                  <a:pt x="866" y="4529"/>
                </a:lnTo>
                <a:lnTo>
                  <a:pt x="866" y="4528"/>
                </a:lnTo>
                <a:lnTo>
                  <a:pt x="867" y="4528"/>
                </a:lnTo>
                <a:lnTo>
                  <a:pt x="867" y="4527"/>
                </a:lnTo>
                <a:lnTo>
                  <a:pt x="867" y="4526"/>
                </a:lnTo>
                <a:lnTo>
                  <a:pt x="866" y="4526"/>
                </a:lnTo>
                <a:lnTo>
                  <a:pt x="866" y="4525"/>
                </a:lnTo>
                <a:lnTo>
                  <a:pt x="865" y="4525"/>
                </a:lnTo>
                <a:lnTo>
                  <a:pt x="864" y="4525"/>
                </a:lnTo>
                <a:lnTo>
                  <a:pt x="864" y="4524"/>
                </a:lnTo>
                <a:lnTo>
                  <a:pt x="864" y="4523"/>
                </a:lnTo>
                <a:lnTo>
                  <a:pt x="863" y="4523"/>
                </a:lnTo>
                <a:lnTo>
                  <a:pt x="863" y="4522"/>
                </a:lnTo>
                <a:lnTo>
                  <a:pt x="862" y="4522"/>
                </a:lnTo>
                <a:lnTo>
                  <a:pt x="861" y="4522"/>
                </a:lnTo>
                <a:lnTo>
                  <a:pt x="861" y="4523"/>
                </a:lnTo>
                <a:lnTo>
                  <a:pt x="861" y="4522"/>
                </a:lnTo>
                <a:lnTo>
                  <a:pt x="860" y="4522"/>
                </a:lnTo>
                <a:lnTo>
                  <a:pt x="860" y="4523"/>
                </a:lnTo>
                <a:lnTo>
                  <a:pt x="859" y="4523"/>
                </a:lnTo>
                <a:lnTo>
                  <a:pt x="859" y="4524"/>
                </a:lnTo>
                <a:lnTo>
                  <a:pt x="858" y="4524"/>
                </a:lnTo>
                <a:lnTo>
                  <a:pt x="858" y="4525"/>
                </a:lnTo>
                <a:lnTo>
                  <a:pt x="857" y="4525"/>
                </a:lnTo>
                <a:lnTo>
                  <a:pt x="857" y="4526"/>
                </a:lnTo>
                <a:lnTo>
                  <a:pt x="856" y="4526"/>
                </a:lnTo>
                <a:lnTo>
                  <a:pt x="856" y="4525"/>
                </a:lnTo>
                <a:lnTo>
                  <a:pt x="855" y="4525"/>
                </a:lnTo>
                <a:lnTo>
                  <a:pt x="855" y="4524"/>
                </a:lnTo>
                <a:lnTo>
                  <a:pt x="854" y="4524"/>
                </a:lnTo>
                <a:lnTo>
                  <a:pt x="854" y="4525"/>
                </a:lnTo>
                <a:lnTo>
                  <a:pt x="853" y="4525"/>
                </a:lnTo>
                <a:lnTo>
                  <a:pt x="853" y="4524"/>
                </a:lnTo>
                <a:lnTo>
                  <a:pt x="852" y="4524"/>
                </a:lnTo>
                <a:lnTo>
                  <a:pt x="852" y="4523"/>
                </a:lnTo>
                <a:lnTo>
                  <a:pt x="851" y="4523"/>
                </a:lnTo>
                <a:lnTo>
                  <a:pt x="850" y="4523"/>
                </a:lnTo>
                <a:lnTo>
                  <a:pt x="850" y="4524"/>
                </a:lnTo>
                <a:lnTo>
                  <a:pt x="850" y="4525"/>
                </a:lnTo>
                <a:lnTo>
                  <a:pt x="850" y="4526"/>
                </a:lnTo>
                <a:lnTo>
                  <a:pt x="849" y="4526"/>
                </a:lnTo>
                <a:lnTo>
                  <a:pt x="849" y="4525"/>
                </a:lnTo>
                <a:lnTo>
                  <a:pt x="848" y="4525"/>
                </a:lnTo>
                <a:lnTo>
                  <a:pt x="848" y="4526"/>
                </a:lnTo>
                <a:lnTo>
                  <a:pt x="847" y="4526"/>
                </a:lnTo>
                <a:lnTo>
                  <a:pt x="847" y="4527"/>
                </a:lnTo>
                <a:lnTo>
                  <a:pt x="846" y="4527"/>
                </a:lnTo>
                <a:lnTo>
                  <a:pt x="846" y="4526"/>
                </a:lnTo>
                <a:lnTo>
                  <a:pt x="845" y="4526"/>
                </a:lnTo>
                <a:lnTo>
                  <a:pt x="845" y="4525"/>
                </a:lnTo>
                <a:lnTo>
                  <a:pt x="844" y="4525"/>
                </a:lnTo>
                <a:lnTo>
                  <a:pt x="844" y="4524"/>
                </a:lnTo>
                <a:lnTo>
                  <a:pt x="843" y="4524"/>
                </a:lnTo>
                <a:lnTo>
                  <a:pt x="843" y="4523"/>
                </a:lnTo>
                <a:lnTo>
                  <a:pt x="843" y="4522"/>
                </a:lnTo>
                <a:lnTo>
                  <a:pt x="842" y="4522"/>
                </a:lnTo>
                <a:lnTo>
                  <a:pt x="841" y="4522"/>
                </a:lnTo>
                <a:lnTo>
                  <a:pt x="841" y="4521"/>
                </a:lnTo>
                <a:lnTo>
                  <a:pt x="842" y="4521"/>
                </a:lnTo>
                <a:lnTo>
                  <a:pt x="842" y="4520"/>
                </a:lnTo>
                <a:lnTo>
                  <a:pt x="842" y="4519"/>
                </a:lnTo>
                <a:lnTo>
                  <a:pt x="841" y="4519"/>
                </a:lnTo>
                <a:lnTo>
                  <a:pt x="841" y="4518"/>
                </a:lnTo>
                <a:lnTo>
                  <a:pt x="840" y="4518"/>
                </a:lnTo>
                <a:lnTo>
                  <a:pt x="840" y="4517"/>
                </a:lnTo>
                <a:lnTo>
                  <a:pt x="839" y="4517"/>
                </a:lnTo>
                <a:lnTo>
                  <a:pt x="839" y="4518"/>
                </a:lnTo>
                <a:lnTo>
                  <a:pt x="839" y="4519"/>
                </a:lnTo>
                <a:lnTo>
                  <a:pt x="838" y="4519"/>
                </a:lnTo>
                <a:lnTo>
                  <a:pt x="837" y="4519"/>
                </a:lnTo>
                <a:lnTo>
                  <a:pt x="836" y="4518"/>
                </a:lnTo>
                <a:lnTo>
                  <a:pt x="835" y="4518"/>
                </a:lnTo>
                <a:lnTo>
                  <a:pt x="835" y="4517"/>
                </a:lnTo>
                <a:lnTo>
                  <a:pt x="835" y="4518"/>
                </a:lnTo>
                <a:lnTo>
                  <a:pt x="834" y="4518"/>
                </a:lnTo>
                <a:lnTo>
                  <a:pt x="834" y="4517"/>
                </a:lnTo>
                <a:lnTo>
                  <a:pt x="833" y="4517"/>
                </a:lnTo>
                <a:lnTo>
                  <a:pt x="832" y="4517"/>
                </a:lnTo>
                <a:lnTo>
                  <a:pt x="832" y="4516"/>
                </a:lnTo>
                <a:lnTo>
                  <a:pt x="831" y="4516"/>
                </a:lnTo>
                <a:lnTo>
                  <a:pt x="831" y="4515"/>
                </a:lnTo>
                <a:lnTo>
                  <a:pt x="830" y="4515"/>
                </a:lnTo>
                <a:lnTo>
                  <a:pt x="830" y="4514"/>
                </a:lnTo>
                <a:lnTo>
                  <a:pt x="829" y="4514"/>
                </a:lnTo>
                <a:lnTo>
                  <a:pt x="829" y="4513"/>
                </a:lnTo>
                <a:lnTo>
                  <a:pt x="829" y="4512"/>
                </a:lnTo>
                <a:lnTo>
                  <a:pt x="828" y="4512"/>
                </a:lnTo>
                <a:lnTo>
                  <a:pt x="828" y="4511"/>
                </a:lnTo>
                <a:lnTo>
                  <a:pt x="828" y="4510"/>
                </a:lnTo>
                <a:lnTo>
                  <a:pt x="827" y="4510"/>
                </a:lnTo>
                <a:lnTo>
                  <a:pt x="826" y="4510"/>
                </a:lnTo>
                <a:lnTo>
                  <a:pt x="826" y="4509"/>
                </a:lnTo>
                <a:lnTo>
                  <a:pt x="825" y="4509"/>
                </a:lnTo>
                <a:lnTo>
                  <a:pt x="824" y="4509"/>
                </a:lnTo>
                <a:lnTo>
                  <a:pt x="824" y="4510"/>
                </a:lnTo>
                <a:lnTo>
                  <a:pt x="823" y="4510"/>
                </a:lnTo>
                <a:lnTo>
                  <a:pt x="823" y="4509"/>
                </a:lnTo>
                <a:lnTo>
                  <a:pt x="822" y="4509"/>
                </a:lnTo>
                <a:lnTo>
                  <a:pt x="821" y="4509"/>
                </a:lnTo>
                <a:lnTo>
                  <a:pt x="820" y="4509"/>
                </a:lnTo>
                <a:lnTo>
                  <a:pt x="819" y="4509"/>
                </a:lnTo>
                <a:lnTo>
                  <a:pt x="819" y="4508"/>
                </a:lnTo>
                <a:lnTo>
                  <a:pt x="819" y="4507"/>
                </a:lnTo>
                <a:lnTo>
                  <a:pt x="818" y="4507"/>
                </a:lnTo>
                <a:lnTo>
                  <a:pt x="818" y="4506"/>
                </a:lnTo>
                <a:lnTo>
                  <a:pt x="817" y="4506"/>
                </a:lnTo>
                <a:lnTo>
                  <a:pt x="816" y="4506"/>
                </a:lnTo>
                <a:lnTo>
                  <a:pt x="816" y="4505"/>
                </a:lnTo>
                <a:lnTo>
                  <a:pt x="815" y="4505"/>
                </a:lnTo>
                <a:lnTo>
                  <a:pt x="814" y="4505"/>
                </a:lnTo>
                <a:lnTo>
                  <a:pt x="813" y="4505"/>
                </a:lnTo>
                <a:lnTo>
                  <a:pt x="812" y="4505"/>
                </a:lnTo>
                <a:lnTo>
                  <a:pt x="811" y="4505"/>
                </a:lnTo>
                <a:lnTo>
                  <a:pt x="811" y="4504"/>
                </a:lnTo>
                <a:lnTo>
                  <a:pt x="810" y="4504"/>
                </a:lnTo>
                <a:lnTo>
                  <a:pt x="809" y="4504"/>
                </a:lnTo>
                <a:lnTo>
                  <a:pt x="809" y="4503"/>
                </a:lnTo>
                <a:lnTo>
                  <a:pt x="808" y="4503"/>
                </a:lnTo>
                <a:lnTo>
                  <a:pt x="807" y="4503"/>
                </a:lnTo>
                <a:lnTo>
                  <a:pt x="807" y="4502"/>
                </a:lnTo>
                <a:lnTo>
                  <a:pt x="806" y="4502"/>
                </a:lnTo>
                <a:lnTo>
                  <a:pt x="806" y="4501"/>
                </a:lnTo>
                <a:lnTo>
                  <a:pt x="805" y="4501"/>
                </a:lnTo>
                <a:lnTo>
                  <a:pt x="805" y="4500"/>
                </a:lnTo>
                <a:lnTo>
                  <a:pt x="805" y="4499"/>
                </a:lnTo>
                <a:lnTo>
                  <a:pt x="805" y="4498"/>
                </a:lnTo>
                <a:lnTo>
                  <a:pt x="804" y="4498"/>
                </a:lnTo>
                <a:lnTo>
                  <a:pt x="804" y="4497"/>
                </a:lnTo>
                <a:lnTo>
                  <a:pt x="803" y="4497"/>
                </a:lnTo>
                <a:lnTo>
                  <a:pt x="802" y="4497"/>
                </a:lnTo>
                <a:lnTo>
                  <a:pt x="802" y="4496"/>
                </a:lnTo>
                <a:lnTo>
                  <a:pt x="801" y="4496"/>
                </a:lnTo>
                <a:lnTo>
                  <a:pt x="801" y="4495"/>
                </a:lnTo>
                <a:lnTo>
                  <a:pt x="800" y="4495"/>
                </a:lnTo>
                <a:lnTo>
                  <a:pt x="800" y="4494"/>
                </a:lnTo>
                <a:lnTo>
                  <a:pt x="800" y="4493"/>
                </a:lnTo>
                <a:lnTo>
                  <a:pt x="799" y="4493"/>
                </a:lnTo>
                <a:lnTo>
                  <a:pt x="798" y="4493"/>
                </a:lnTo>
                <a:lnTo>
                  <a:pt x="797" y="4493"/>
                </a:lnTo>
                <a:lnTo>
                  <a:pt x="797" y="4492"/>
                </a:lnTo>
                <a:lnTo>
                  <a:pt x="796" y="4492"/>
                </a:lnTo>
                <a:lnTo>
                  <a:pt x="796" y="4491"/>
                </a:lnTo>
                <a:lnTo>
                  <a:pt x="795" y="4491"/>
                </a:lnTo>
                <a:lnTo>
                  <a:pt x="794" y="4490"/>
                </a:lnTo>
                <a:lnTo>
                  <a:pt x="793" y="4490"/>
                </a:lnTo>
                <a:lnTo>
                  <a:pt x="793" y="4489"/>
                </a:lnTo>
                <a:lnTo>
                  <a:pt x="792" y="4489"/>
                </a:lnTo>
                <a:lnTo>
                  <a:pt x="792" y="4488"/>
                </a:lnTo>
                <a:lnTo>
                  <a:pt x="791" y="4488"/>
                </a:lnTo>
                <a:lnTo>
                  <a:pt x="791" y="4487"/>
                </a:lnTo>
                <a:lnTo>
                  <a:pt x="790" y="4487"/>
                </a:lnTo>
                <a:lnTo>
                  <a:pt x="789" y="4487"/>
                </a:lnTo>
                <a:lnTo>
                  <a:pt x="789" y="4486"/>
                </a:lnTo>
                <a:lnTo>
                  <a:pt x="788" y="4486"/>
                </a:lnTo>
                <a:lnTo>
                  <a:pt x="788" y="4487"/>
                </a:lnTo>
                <a:lnTo>
                  <a:pt x="788" y="4488"/>
                </a:lnTo>
                <a:lnTo>
                  <a:pt x="788" y="4490"/>
                </a:lnTo>
                <a:lnTo>
                  <a:pt x="788" y="4491"/>
                </a:lnTo>
                <a:lnTo>
                  <a:pt x="787" y="4491"/>
                </a:lnTo>
                <a:lnTo>
                  <a:pt x="787" y="4492"/>
                </a:lnTo>
                <a:lnTo>
                  <a:pt x="786" y="4492"/>
                </a:lnTo>
                <a:lnTo>
                  <a:pt x="785" y="4492"/>
                </a:lnTo>
                <a:lnTo>
                  <a:pt x="785" y="4493"/>
                </a:lnTo>
                <a:lnTo>
                  <a:pt x="784" y="4493"/>
                </a:lnTo>
                <a:lnTo>
                  <a:pt x="784" y="4492"/>
                </a:lnTo>
                <a:lnTo>
                  <a:pt x="783" y="4492"/>
                </a:lnTo>
                <a:lnTo>
                  <a:pt x="783" y="4491"/>
                </a:lnTo>
                <a:lnTo>
                  <a:pt x="782" y="4491"/>
                </a:lnTo>
                <a:lnTo>
                  <a:pt x="782" y="4490"/>
                </a:lnTo>
                <a:lnTo>
                  <a:pt x="781" y="4490"/>
                </a:lnTo>
                <a:lnTo>
                  <a:pt x="781" y="4489"/>
                </a:lnTo>
                <a:lnTo>
                  <a:pt x="780" y="4489"/>
                </a:lnTo>
                <a:lnTo>
                  <a:pt x="780" y="4488"/>
                </a:lnTo>
                <a:lnTo>
                  <a:pt x="779" y="4488"/>
                </a:lnTo>
                <a:lnTo>
                  <a:pt x="778" y="4487"/>
                </a:lnTo>
                <a:lnTo>
                  <a:pt x="778" y="4488"/>
                </a:lnTo>
                <a:lnTo>
                  <a:pt x="777" y="4488"/>
                </a:lnTo>
                <a:lnTo>
                  <a:pt x="777" y="4489"/>
                </a:lnTo>
                <a:lnTo>
                  <a:pt x="777" y="4490"/>
                </a:lnTo>
                <a:lnTo>
                  <a:pt x="776" y="4490"/>
                </a:lnTo>
                <a:lnTo>
                  <a:pt x="776" y="4492"/>
                </a:lnTo>
                <a:lnTo>
                  <a:pt x="775" y="4492"/>
                </a:lnTo>
                <a:lnTo>
                  <a:pt x="775" y="4493"/>
                </a:lnTo>
                <a:lnTo>
                  <a:pt x="774" y="4493"/>
                </a:lnTo>
                <a:lnTo>
                  <a:pt x="774" y="4494"/>
                </a:lnTo>
                <a:lnTo>
                  <a:pt x="774" y="4495"/>
                </a:lnTo>
                <a:lnTo>
                  <a:pt x="774" y="4496"/>
                </a:lnTo>
                <a:lnTo>
                  <a:pt x="773" y="4496"/>
                </a:lnTo>
                <a:lnTo>
                  <a:pt x="773" y="4497"/>
                </a:lnTo>
                <a:lnTo>
                  <a:pt x="774" y="4497"/>
                </a:lnTo>
                <a:lnTo>
                  <a:pt x="774" y="4498"/>
                </a:lnTo>
                <a:lnTo>
                  <a:pt x="774" y="4499"/>
                </a:lnTo>
                <a:lnTo>
                  <a:pt x="773" y="4499"/>
                </a:lnTo>
                <a:lnTo>
                  <a:pt x="773" y="4498"/>
                </a:lnTo>
                <a:lnTo>
                  <a:pt x="772" y="4498"/>
                </a:lnTo>
                <a:lnTo>
                  <a:pt x="771" y="4498"/>
                </a:lnTo>
                <a:lnTo>
                  <a:pt x="770" y="4498"/>
                </a:lnTo>
                <a:lnTo>
                  <a:pt x="770" y="4497"/>
                </a:lnTo>
                <a:lnTo>
                  <a:pt x="769" y="4497"/>
                </a:lnTo>
                <a:lnTo>
                  <a:pt x="769" y="4496"/>
                </a:lnTo>
                <a:lnTo>
                  <a:pt x="768" y="4496"/>
                </a:lnTo>
                <a:lnTo>
                  <a:pt x="767" y="4496"/>
                </a:lnTo>
                <a:lnTo>
                  <a:pt x="767" y="4495"/>
                </a:lnTo>
                <a:lnTo>
                  <a:pt x="766" y="4495"/>
                </a:lnTo>
                <a:lnTo>
                  <a:pt x="765" y="4495"/>
                </a:lnTo>
                <a:lnTo>
                  <a:pt x="765" y="4494"/>
                </a:lnTo>
                <a:lnTo>
                  <a:pt x="764" y="4494"/>
                </a:lnTo>
                <a:lnTo>
                  <a:pt x="763" y="4494"/>
                </a:lnTo>
                <a:lnTo>
                  <a:pt x="763" y="4493"/>
                </a:lnTo>
                <a:lnTo>
                  <a:pt x="762" y="4493"/>
                </a:lnTo>
                <a:lnTo>
                  <a:pt x="761" y="4492"/>
                </a:lnTo>
                <a:lnTo>
                  <a:pt x="761" y="4491"/>
                </a:lnTo>
                <a:lnTo>
                  <a:pt x="761" y="4490"/>
                </a:lnTo>
                <a:lnTo>
                  <a:pt x="761" y="4489"/>
                </a:lnTo>
                <a:lnTo>
                  <a:pt x="760" y="4489"/>
                </a:lnTo>
                <a:lnTo>
                  <a:pt x="760" y="4488"/>
                </a:lnTo>
                <a:lnTo>
                  <a:pt x="759" y="4488"/>
                </a:lnTo>
                <a:lnTo>
                  <a:pt x="759" y="4487"/>
                </a:lnTo>
                <a:lnTo>
                  <a:pt x="758" y="4487"/>
                </a:lnTo>
                <a:lnTo>
                  <a:pt x="758" y="4486"/>
                </a:lnTo>
                <a:lnTo>
                  <a:pt x="757" y="4486"/>
                </a:lnTo>
                <a:lnTo>
                  <a:pt x="757" y="4485"/>
                </a:lnTo>
                <a:lnTo>
                  <a:pt x="757" y="4484"/>
                </a:lnTo>
                <a:lnTo>
                  <a:pt x="756" y="4484"/>
                </a:lnTo>
                <a:lnTo>
                  <a:pt x="756" y="4485"/>
                </a:lnTo>
                <a:lnTo>
                  <a:pt x="756" y="4486"/>
                </a:lnTo>
                <a:lnTo>
                  <a:pt x="755" y="4486"/>
                </a:lnTo>
                <a:lnTo>
                  <a:pt x="755" y="4485"/>
                </a:lnTo>
                <a:lnTo>
                  <a:pt x="755" y="4484"/>
                </a:lnTo>
                <a:lnTo>
                  <a:pt x="755" y="4483"/>
                </a:lnTo>
                <a:lnTo>
                  <a:pt x="754" y="4483"/>
                </a:lnTo>
                <a:lnTo>
                  <a:pt x="753" y="4483"/>
                </a:lnTo>
                <a:lnTo>
                  <a:pt x="752" y="4483"/>
                </a:lnTo>
                <a:lnTo>
                  <a:pt x="751" y="4483"/>
                </a:lnTo>
                <a:lnTo>
                  <a:pt x="751" y="4484"/>
                </a:lnTo>
                <a:lnTo>
                  <a:pt x="750" y="4484"/>
                </a:lnTo>
                <a:lnTo>
                  <a:pt x="750" y="4485"/>
                </a:lnTo>
                <a:lnTo>
                  <a:pt x="750" y="4486"/>
                </a:lnTo>
                <a:lnTo>
                  <a:pt x="749" y="4487"/>
                </a:lnTo>
                <a:lnTo>
                  <a:pt x="749" y="4488"/>
                </a:lnTo>
                <a:lnTo>
                  <a:pt x="750" y="4488"/>
                </a:lnTo>
                <a:lnTo>
                  <a:pt x="751" y="4488"/>
                </a:lnTo>
                <a:lnTo>
                  <a:pt x="751" y="4489"/>
                </a:lnTo>
                <a:lnTo>
                  <a:pt x="752" y="4489"/>
                </a:lnTo>
                <a:lnTo>
                  <a:pt x="752" y="4490"/>
                </a:lnTo>
                <a:lnTo>
                  <a:pt x="752" y="4491"/>
                </a:lnTo>
                <a:lnTo>
                  <a:pt x="753" y="4491"/>
                </a:lnTo>
                <a:lnTo>
                  <a:pt x="753" y="4492"/>
                </a:lnTo>
                <a:lnTo>
                  <a:pt x="752" y="4492"/>
                </a:lnTo>
                <a:lnTo>
                  <a:pt x="752" y="4493"/>
                </a:lnTo>
                <a:lnTo>
                  <a:pt x="751" y="4493"/>
                </a:lnTo>
                <a:lnTo>
                  <a:pt x="750" y="4493"/>
                </a:lnTo>
                <a:lnTo>
                  <a:pt x="749" y="4493"/>
                </a:lnTo>
                <a:lnTo>
                  <a:pt x="748" y="4493"/>
                </a:lnTo>
                <a:lnTo>
                  <a:pt x="748" y="4492"/>
                </a:lnTo>
                <a:lnTo>
                  <a:pt x="747" y="4492"/>
                </a:lnTo>
                <a:lnTo>
                  <a:pt x="746" y="4493"/>
                </a:lnTo>
                <a:lnTo>
                  <a:pt x="747" y="4493"/>
                </a:lnTo>
                <a:lnTo>
                  <a:pt x="747" y="4494"/>
                </a:lnTo>
                <a:lnTo>
                  <a:pt x="747" y="4495"/>
                </a:lnTo>
                <a:lnTo>
                  <a:pt x="747" y="4496"/>
                </a:lnTo>
                <a:lnTo>
                  <a:pt x="748" y="4496"/>
                </a:lnTo>
                <a:lnTo>
                  <a:pt x="747" y="4497"/>
                </a:lnTo>
                <a:lnTo>
                  <a:pt x="747" y="4498"/>
                </a:lnTo>
                <a:lnTo>
                  <a:pt x="747" y="4499"/>
                </a:lnTo>
                <a:lnTo>
                  <a:pt x="747" y="4500"/>
                </a:lnTo>
                <a:lnTo>
                  <a:pt x="746" y="4500"/>
                </a:lnTo>
                <a:lnTo>
                  <a:pt x="746" y="4501"/>
                </a:lnTo>
                <a:lnTo>
                  <a:pt x="745" y="4501"/>
                </a:lnTo>
                <a:lnTo>
                  <a:pt x="745" y="4502"/>
                </a:lnTo>
                <a:lnTo>
                  <a:pt x="745" y="4503"/>
                </a:lnTo>
                <a:lnTo>
                  <a:pt x="746" y="4503"/>
                </a:lnTo>
                <a:lnTo>
                  <a:pt x="746" y="4504"/>
                </a:lnTo>
                <a:lnTo>
                  <a:pt x="747" y="4504"/>
                </a:lnTo>
                <a:lnTo>
                  <a:pt x="748" y="4505"/>
                </a:lnTo>
                <a:lnTo>
                  <a:pt x="748" y="4506"/>
                </a:lnTo>
                <a:lnTo>
                  <a:pt x="748" y="4507"/>
                </a:lnTo>
                <a:lnTo>
                  <a:pt x="747" y="4507"/>
                </a:lnTo>
                <a:lnTo>
                  <a:pt x="746" y="4507"/>
                </a:lnTo>
                <a:lnTo>
                  <a:pt x="746" y="4508"/>
                </a:lnTo>
                <a:lnTo>
                  <a:pt x="745" y="4508"/>
                </a:lnTo>
                <a:lnTo>
                  <a:pt x="744" y="4508"/>
                </a:lnTo>
                <a:lnTo>
                  <a:pt x="744" y="4509"/>
                </a:lnTo>
                <a:lnTo>
                  <a:pt x="744" y="4510"/>
                </a:lnTo>
                <a:lnTo>
                  <a:pt x="743" y="4510"/>
                </a:lnTo>
                <a:lnTo>
                  <a:pt x="744" y="4510"/>
                </a:lnTo>
                <a:lnTo>
                  <a:pt x="746" y="4510"/>
                </a:lnTo>
                <a:lnTo>
                  <a:pt x="746" y="4511"/>
                </a:lnTo>
                <a:lnTo>
                  <a:pt x="746" y="4512"/>
                </a:lnTo>
                <a:lnTo>
                  <a:pt x="745" y="4512"/>
                </a:lnTo>
                <a:lnTo>
                  <a:pt x="745" y="4513"/>
                </a:lnTo>
                <a:lnTo>
                  <a:pt x="744" y="4513"/>
                </a:lnTo>
                <a:lnTo>
                  <a:pt x="744" y="4514"/>
                </a:lnTo>
                <a:lnTo>
                  <a:pt x="744" y="4515"/>
                </a:lnTo>
                <a:lnTo>
                  <a:pt x="743" y="4515"/>
                </a:lnTo>
                <a:lnTo>
                  <a:pt x="742" y="4515"/>
                </a:lnTo>
                <a:lnTo>
                  <a:pt x="742" y="4516"/>
                </a:lnTo>
                <a:lnTo>
                  <a:pt x="741" y="4516"/>
                </a:lnTo>
                <a:lnTo>
                  <a:pt x="740" y="4516"/>
                </a:lnTo>
                <a:lnTo>
                  <a:pt x="741" y="4517"/>
                </a:lnTo>
                <a:lnTo>
                  <a:pt x="741" y="4518"/>
                </a:lnTo>
                <a:lnTo>
                  <a:pt x="740" y="4519"/>
                </a:lnTo>
                <a:lnTo>
                  <a:pt x="739" y="4519"/>
                </a:lnTo>
                <a:lnTo>
                  <a:pt x="739" y="4520"/>
                </a:lnTo>
                <a:lnTo>
                  <a:pt x="739" y="4521"/>
                </a:lnTo>
                <a:lnTo>
                  <a:pt x="740" y="4521"/>
                </a:lnTo>
                <a:lnTo>
                  <a:pt x="740" y="4523"/>
                </a:lnTo>
                <a:lnTo>
                  <a:pt x="739" y="4523"/>
                </a:lnTo>
                <a:lnTo>
                  <a:pt x="739" y="4524"/>
                </a:lnTo>
                <a:lnTo>
                  <a:pt x="739" y="4525"/>
                </a:lnTo>
                <a:lnTo>
                  <a:pt x="738" y="4525"/>
                </a:lnTo>
                <a:lnTo>
                  <a:pt x="737" y="4525"/>
                </a:lnTo>
                <a:lnTo>
                  <a:pt x="737" y="4526"/>
                </a:lnTo>
                <a:lnTo>
                  <a:pt x="736" y="4526"/>
                </a:lnTo>
                <a:lnTo>
                  <a:pt x="735" y="4526"/>
                </a:lnTo>
                <a:lnTo>
                  <a:pt x="734" y="4527"/>
                </a:lnTo>
                <a:lnTo>
                  <a:pt x="734" y="4528"/>
                </a:lnTo>
                <a:lnTo>
                  <a:pt x="733" y="4528"/>
                </a:lnTo>
                <a:lnTo>
                  <a:pt x="733" y="4529"/>
                </a:lnTo>
                <a:lnTo>
                  <a:pt x="731" y="4529"/>
                </a:lnTo>
                <a:lnTo>
                  <a:pt x="730" y="4529"/>
                </a:lnTo>
                <a:lnTo>
                  <a:pt x="729" y="4530"/>
                </a:lnTo>
                <a:lnTo>
                  <a:pt x="728" y="4530"/>
                </a:lnTo>
                <a:lnTo>
                  <a:pt x="728" y="4531"/>
                </a:lnTo>
                <a:lnTo>
                  <a:pt x="727" y="4531"/>
                </a:lnTo>
                <a:lnTo>
                  <a:pt x="727" y="4532"/>
                </a:lnTo>
                <a:lnTo>
                  <a:pt x="726" y="4532"/>
                </a:lnTo>
                <a:lnTo>
                  <a:pt x="726" y="4533"/>
                </a:lnTo>
                <a:lnTo>
                  <a:pt x="725" y="4533"/>
                </a:lnTo>
                <a:lnTo>
                  <a:pt x="724" y="4533"/>
                </a:lnTo>
                <a:lnTo>
                  <a:pt x="723" y="4533"/>
                </a:lnTo>
                <a:lnTo>
                  <a:pt x="722" y="4533"/>
                </a:lnTo>
                <a:lnTo>
                  <a:pt x="722" y="4532"/>
                </a:lnTo>
                <a:lnTo>
                  <a:pt x="722" y="4531"/>
                </a:lnTo>
                <a:lnTo>
                  <a:pt x="722" y="4530"/>
                </a:lnTo>
                <a:lnTo>
                  <a:pt x="721" y="4530"/>
                </a:lnTo>
                <a:lnTo>
                  <a:pt x="721" y="4531"/>
                </a:lnTo>
                <a:lnTo>
                  <a:pt x="720" y="4531"/>
                </a:lnTo>
                <a:lnTo>
                  <a:pt x="719" y="4531"/>
                </a:lnTo>
                <a:lnTo>
                  <a:pt x="718" y="4531"/>
                </a:lnTo>
                <a:lnTo>
                  <a:pt x="717" y="4531"/>
                </a:lnTo>
                <a:lnTo>
                  <a:pt x="716" y="4531"/>
                </a:lnTo>
                <a:lnTo>
                  <a:pt x="715" y="4530"/>
                </a:lnTo>
                <a:lnTo>
                  <a:pt x="715" y="4531"/>
                </a:lnTo>
                <a:lnTo>
                  <a:pt x="714" y="4531"/>
                </a:lnTo>
                <a:lnTo>
                  <a:pt x="713" y="4531"/>
                </a:lnTo>
                <a:lnTo>
                  <a:pt x="712" y="4531"/>
                </a:lnTo>
                <a:lnTo>
                  <a:pt x="712" y="4532"/>
                </a:lnTo>
                <a:lnTo>
                  <a:pt x="713" y="4532"/>
                </a:lnTo>
                <a:lnTo>
                  <a:pt x="713" y="4533"/>
                </a:lnTo>
                <a:lnTo>
                  <a:pt x="713" y="4534"/>
                </a:lnTo>
                <a:lnTo>
                  <a:pt x="714" y="4534"/>
                </a:lnTo>
                <a:lnTo>
                  <a:pt x="714" y="4535"/>
                </a:lnTo>
                <a:lnTo>
                  <a:pt x="714" y="4536"/>
                </a:lnTo>
                <a:lnTo>
                  <a:pt x="715" y="4536"/>
                </a:lnTo>
                <a:lnTo>
                  <a:pt x="715" y="4537"/>
                </a:lnTo>
                <a:lnTo>
                  <a:pt x="716" y="4537"/>
                </a:lnTo>
                <a:lnTo>
                  <a:pt x="716" y="4539"/>
                </a:lnTo>
                <a:lnTo>
                  <a:pt x="716" y="4540"/>
                </a:lnTo>
                <a:lnTo>
                  <a:pt x="716" y="4541"/>
                </a:lnTo>
                <a:lnTo>
                  <a:pt x="715" y="4541"/>
                </a:lnTo>
                <a:lnTo>
                  <a:pt x="715" y="4542"/>
                </a:lnTo>
                <a:lnTo>
                  <a:pt x="715" y="4543"/>
                </a:lnTo>
                <a:lnTo>
                  <a:pt x="715" y="4544"/>
                </a:lnTo>
                <a:lnTo>
                  <a:pt x="715" y="4546"/>
                </a:lnTo>
                <a:lnTo>
                  <a:pt x="714" y="4546"/>
                </a:lnTo>
                <a:lnTo>
                  <a:pt x="714" y="4547"/>
                </a:lnTo>
                <a:lnTo>
                  <a:pt x="714" y="4548"/>
                </a:lnTo>
                <a:lnTo>
                  <a:pt x="713" y="4548"/>
                </a:lnTo>
                <a:lnTo>
                  <a:pt x="713" y="4549"/>
                </a:lnTo>
                <a:lnTo>
                  <a:pt x="712" y="4549"/>
                </a:lnTo>
                <a:lnTo>
                  <a:pt x="711" y="4550"/>
                </a:lnTo>
                <a:lnTo>
                  <a:pt x="711" y="4551"/>
                </a:lnTo>
                <a:lnTo>
                  <a:pt x="710" y="4551"/>
                </a:lnTo>
                <a:lnTo>
                  <a:pt x="710" y="4552"/>
                </a:lnTo>
                <a:lnTo>
                  <a:pt x="710" y="4553"/>
                </a:lnTo>
                <a:lnTo>
                  <a:pt x="709" y="4553"/>
                </a:lnTo>
                <a:lnTo>
                  <a:pt x="708" y="4553"/>
                </a:lnTo>
                <a:lnTo>
                  <a:pt x="707" y="4553"/>
                </a:lnTo>
                <a:lnTo>
                  <a:pt x="706" y="4553"/>
                </a:lnTo>
                <a:lnTo>
                  <a:pt x="705" y="4553"/>
                </a:lnTo>
                <a:lnTo>
                  <a:pt x="705" y="4554"/>
                </a:lnTo>
                <a:lnTo>
                  <a:pt x="704" y="4554"/>
                </a:lnTo>
                <a:lnTo>
                  <a:pt x="703" y="4554"/>
                </a:lnTo>
                <a:lnTo>
                  <a:pt x="704" y="4554"/>
                </a:lnTo>
                <a:lnTo>
                  <a:pt x="704" y="4555"/>
                </a:lnTo>
                <a:lnTo>
                  <a:pt x="705" y="4555"/>
                </a:lnTo>
                <a:lnTo>
                  <a:pt x="705" y="4556"/>
                </a:lnTo>
                <a:lnTo>
                  <a:pt x="706" y="4556"/>
                </a:lnTo>
                <a:lnTo>
                  <a:pt x="706" y="4557"/>
                </a:lnTo>
                <a:lnTo>
                  <a:pt x="705" y="4557"/>
                </a:lnTo>
                <a:lnTo>
                  <a:pt x="705" y="4558"/>
                </a:lnTo>
                <a:lnTo>
                  <a:pt x="704" y="4558"/>
                </a:lnTo>
                <a:lnTo>
                  <a:pt x="703" y="4558"/>
                </a:lnTo>
                <a:lnTo>
                  <a:pt x="702" y="4558"/>
                </a:lnTo>
                <a:lnTo>
                  <a:pt x="701" y="4558"/>
                </a:lnTo>
                <a:lnTo>
                  <a:pt x="700" y="4558"/>
                </a:lnTo>
                <a:lnTo>
                  <a:pt x="699" y="4558"/>
                </a:lnTo>
                <a:lnTo>
                  <a:pt x="699" y="4557"/>
                </a:lnTo>
                <a:lnTo>
                  <a:pt x="699" y="4556"/>
                </a:lnTo>
                <a:lnTo>
                  <a:pt x="698" y="4556"/>
                </a:lnTo>
                <a:lnTo>
                  <a:pt x="698" y="4555"/>
                </a:lnTo>
                <a:lnTo>
                  <a:pt x="697" y="4555"/>
                </a:lnTo>
                <a:lnTo>
                  <a:pt x="697" y="4554"/>
                </a:lnTo>
                <a:lnTo>
                  <a:pt x="696" y="4554"/>
                </a:lnTo>
                <a:lnTo>
                  <a:pt x="695" y="4554"/>
                </a:lnTo>
                <a:lnTo>
                  <a:pt x="695" y="4555"/>
                </a:lnTo>
                <a:lnTo>
                  <a:pt x="694" y="4555"/>
                </a:lnTo>
                <a:lnTo>
                  <a:pt x="694" y="4556"/>
                </a:lnTo>
                <a:lnTo>
                  <a:pt x="693" y="4556"/>
                </a:lnTo>
                <a:lnTo>
                  <a:pt x="693" y="4555"/>
                </a:lnTo>
                <a:lnTo>
                  <a:pt x="692" y="4555"/>
                </a:lnTo>
                <a:lnTo>
                  <a:pt x="691" y="4555"/>
                </a:lnTo>
                <a:lnTo>
                  <a:pt x="690" y="4555"/>
                </a:lnTo>
                <a:lnTo>
                  <a:pt x="689" y="4555"/>
                </a:lnTo>
                <a:lnTo>
                  <a:pt x="689" y="4554"/>
                </a:lnTo>
                <a:lnTo>
                  <a:pt x="688" y="4554"/>
                </a:lnTo>
                <a:lnTo>
                  <a:pt x="687" y="4554"/>
                </a:lnTo>
                <a:lnTo>
                  <a:pt x="687" y="4553"/>
                </a:lnTo>
                <a:lnTo>
                  <a:pt x="686" y="4553"/>
                </a:lnTo>
                <a:lnTo>
                  <a:pt x="685" y="4553"/>
                </a:lnTo>
                <a:lnTo>
                  <a:pt x="684" y="4552"/>
                </a:lnTo>
                <a:lnTo>
                  <a:pt x="683" y="4552"/>
                </a:lnTo>
                <a:lnTo>
                  <a:pt x="683" y="4551"/>
                </a:lnTo>
                <a:lnTo>
                  <a:pt x="684" y="4550"/>
                </a:lnTo>
                <a:lnTo>
                  <a:pt x="683" y="4550"/>
                </a:lnTo>
                <a:lnTo>
                  <a:pt x="684" y="4550"/>
                </a:lnTo>
                <a:lnTo>
                  <a:pt x="683" y="4550"/>
                </a:lnTo>
                <a:lnTo>
                  <a:pt x="683" y="4549"/>
                </a:lnTo>
                <a:lnTo>
                  <a:pt x="683" y="4548"/>
                </a:lnTo>
                <a:lnTo>
                  <a:pt x="682" y="4548"/>
                </a:lnTo>
                <a:lnTo>
                  <a:pt x="682" y="4547"/>
                </a:lnTo>
                <a:lnTo>
                  <a:pt x="682" y="4546"/>
                </a:lnTo>
                <a:lnTo>
                  <a:pt x="681" y="4545"/>
                </a:lnTo>
                <a:lnTo>
                  <a:pt x="680" y="4545"/>
                </a:lnTo>
                <a:lnTo>
                  <a:pt x="680" y="4544"/>
                </a:lnTo>
                <a:lnTo>
                  <a:pt x="680" y="4543"/>
                </a:lnTo>
                <a:lnTo>
                  <a:pt x="681" y="4542"/>
                </a:lnTo>
                <a:lnTo>
                  <a:pt x="681" y="4541"/>
                </a:lnTo>
                <a:lnTo>
                  <a:pt x="682" y="4541"/>
                </a:lnTo>
                <a:lnTo>
                  <a:pt x="682" y="4540"/>
                </a:lnTo>
                <a:lnTo>
                  <a:pt x="682" y="4539"/>
                </a:lnTo>
                <a:lnTo>
                  <a:pt x="683" y="4539"/>
                </a:lnTo>
                <a:lnTo>
                  <a:pt x="684" y="4538"/>
                </a:lnTo>
                <a:lnTo>
                  <a:pt x="684" y="4537"/>
                </a:lnTo>
                <a:lnTo>
                  <a:pt x="684" y="4536"/>
                </a:lnTo>
                <a:lnTo>
                  <a:pt x="683" y="4536"/>
                </a:lnTo>
                <a:lnTo>
                  <a:pt x="683" y="4535"/>
                </a:lnTo>
                <a:lnTo>
                  <a:pt x="684" y="4535"/>
                </a:lnTo>
                <a:lnTo>
                  <a:pt x="683" y="4535"/>
                </a:lnTo>
                <a:lnTo>
                  <a:pt x="683" y="4534"/>
                </a:lnTo>
                <a:lnTo>
                  <a:pt x="682" y="4534"/>
                </a:lnTo>
                <a:lnTo>
                  <a:pt x="681" y="4534"/>
                </a:lnTo>
                <a:lnTo>
                  <a:pt x="680" y="4534"/>
                </a:lnTo>
                <a:lnTo>
                  <a:pt x="680" y="4533"/>
                </a:lnTo>
                <a:lnTo>
                  <a:pt x="681" y="4533"/>
                </a:lnTo>
                <a:lnTo>
                  <a:pt x="681" y="4532"/>
                </a:lnTo>
                <a:lnTo>
                  <a:pt x="681" y="4531"/>
                </a:lnTo>
                <a:lnTo>
                  <a:pt x="682" y="4531"/>
                </a:lnTo>
                <a:lnTo>
                  <a:pt x="682" y="4529"/>
                </a:lnTo>
                <a:lnTo>
                  <a:pt x="681" y="4529"/>
                </a:lnTo>
                <a:lnTo>
                  <a:pt x="681" y="4528"/>
                </a:lnTo>
                <a:lnTo>
                  <a:pt x="682" y="4528"/>
                </a:lnTo>
                <a:lnTo>
                  <a:pt x="682" y="4527"/>
                </a:lnTo>
                <a:lnTo>
                  <a:pt x="682" y="4526"/>
                </a:lnTo>
                <a:lnTo>
                  <a:pt x="682" y="4525"/>
                </a:lnTo>
                <a:lnTo>
                  <a:pt x="683" y="4525"/>
                </a:lnTo>
                <a:lnTo>
                  <a:pt x="682" y="4525"/>
                </a:lnTo>
                <a:lnTo>
                  <a:pt x="682" y="4524"/>
                </a:lnTo>
                <a:lnTo>
                  <a:pt x="683" y="4524"/>
                </a:lnTo>
                <a:lnTo>
                  <a:pt x="683" y="4523"/>
                </a:lnTo>
                <a:lnTo>
                  <a:pt x="682" y="4523"/>
                </a:lnTo>
                <a:lnTo>
                  <a:pt x="682" y="4522"/>
                </a:lnTo>
                <a:lnTo>
                  <a:pt x="681" y="4522"/>
                </a:lnTo>
                <a:lnTo>
                  <a:pt x="681" y="4521"/>
                </a:lnTo>
                <a:lnTo>
                  <a:pt x="680" y="4521"/>
                </a:lnTo>
                <a:lnTo>
                  <a:pt x="680" y="4520"/>
                </a:lnTo>
                <a:lnTo>
                  <a:pt x="680" y="4519"/>
                </a:lnTo>
                <a:lnTo>
                  <a:pt x="679" y="4519"/>
                </a:lnTo>
                <a:lnTo>
                  <a:pt x="679" y="4518"/>
                </a:lnTo>
                <a:lnTo>
                  <a:pt x="680" y="4518"/>
                </a:lnTo>
                <a:lnTo>
                  <a:pt x="679" y="4518"/>
                </a:lnTo>
                <a:lnTo>
                  <a:pt x="679" y="4517"/>
                </a:lnTo>
                <a:lnTo>
                  <a:pt x="679" y="4516"/>
                </a:lnTo>
                <a:lnTo>
                  <a:pt x="678" y="4516"/>
                </a:lnTo>
                <a:lnTo>
                  <a:pt x="678" y="4515"/>
                </a:lnTo>
                <a:lnTo>
                  <a:pt x="678" y="4513"/>
                </a:lnTo>
                <a:lnTo>
                  <a:pt x="677" y="4512"/>
                </a:lnTo>
                <a:lnTo>
                  <a:pt x="677" y="4511"/>
                </a:lnTo>
                <a:lnTo>
                  <a:pt x="678" y="4511"/>
                </a:lnTo>
                <a:lnTo>
                  <a:pt x="679" y="4511"/>
                </a:lnTo>
                <a:lnTo>
                  <a:pt x="679" y="4510"/>
                </a:lnTo>
                <a:lnTo>
                  <a:pt x="680" y="4510"/>
                </a:lnTo>
                <a:lnTo>
                  <a:pt x="679" y="4510"/>
                </a:lnTo>
                <a:lnTo>
                  <a:pt x="679" y="4509"/>
                </a:lnTo>
                <a:lnTo>
                  <a:pt x="679" y="4508"/>
                </a:lnTo>
                <a:lnTo>
                  <a:pt x="678" y="4508"/>
                </a:lnTo>
                <a:lnTo>
                  <a:pt x="677" y="4508"/>
                </a:lnTo>
                <a:lnTo>
                  <a:pt x="677" y="4507"/>
                </a:lnTo>
                <a:lnTo>
                  <a:pt x="678" y="4507"/>
                </a:lnTo>
                <a:lnTo>
                  <a:pt x="678" y="4506"/>
                </a:lnTo>
                <a:lnTo>
                  <a:pt x="677" y="4506"/>
                </a:lnTo>
                <a:lnTo>
                  <a:pt x="677" y="4505"/>
                </a:lnTo>
                <a:lnTo>
                  <a:pt x="678" y="4505"/>
                </a:lnTo>
                <a:lnTo>
                  <a:pt x="678" y="4504"/>
                </a:lnTo>
                <a:lnTo>
                  <a:pt x="678" y="4503"/>
                </a:lnTo>
                <a:lnTo>
                  <a:pt x="679" y="4503"/>
                </a:lnTo>
                <a:lnTo>
                  <a:pt x="679" y="4502"/>
                </a:lnTo>
                <a:lnTo>
                  <a:pt x="678" y="4501"/>
                </a:lnTo>
                <a:lnTo>
                  <a:pt x="677" y="4501"/>
                </a:lnTo>
                <a:lnTo>
                  <a:pt x="677" y="4500"/>
                </a:lnTo>
                <a:lnTo>
                  <a:pt x="676" y="4500"/>
                </a:lnTo>
                <a:lnTo>
                  <a:pt x="676" y="4499"/>
                </a:lnTo>
                <a:lnTo>
                  <a:pt x="676" y="4498"/>
                </a:lnTo>
                <a:lnTo>
                  <a:pt x="675" y="4498"/>
                </a:lnTo>
                <a:lnTo>
                  <a:pt x="675" y="4497"/>
                </a:lnTo>
                <a:lnTo>
                  <a:pt x="674" y="4497"/>
                </a:lnTo>
                <a:lnTo>
                  <a:pt x="674" y="4496"/>
                </a:lnTo>
                <a:lnTo>
                  <a:pt x="673" y="4496"/>
                </a:lnTo>
                <a:lnTo>
                  <a:pt x="672" y="4496"/>
                </a:lnTo>
                <a:lnTo>
                  <a:pt x="672" y="4495"/>
                </a:lnTo>
                <a:lnTo>
                  <a:pt x="671" y="4495"/>
                </a:lnTo>
                <a:lnTo>
                  <a:pt x="670" y="4495"/>
                </a:lnTo>
                <a:lnTo>
                  <a:pt x="669" y="4495"/>
                </a:lnTo>
                <a:lnTo>
                  <a:pt x="668" y="4495"/>
                </a:lnTo>
                <a:lnTo>
                  <a:pt x="668" y="4494"/>
                </a:lnTo>
                <a:lnTo>
                  <a:pt x="667" y="4494"/>
                </a:lnTo>
                <a:lnTo>
                  <a:pt x="665" y="4494"/>
                </a:lnTo>
                <a:lnTo>
                  <a:pt x="664" y="4494"/>
                </a:lnTo>
                <a:lnTo>
                  <a:pt x="664" y="4495"/>
                </a:lnTo>
                <a:lnTo>
                  <a:pt x="663" y="4494"/>
                </a:lnTo>
                <a:lnTo>
                  <a:pt x="662" y="4493"/>
                </a:lnTo>
                <a:lnTo>
                  <a:pt x="663" y="4492"/>
                </a:lnTo>
                <a:lnTo>
                  <a:pt x="663" y="4491"/>
                </a:lnTo>
                <a:lnTo>
                  <a:pt x="663" y="4490"/>
                </a:lnTo>
                <a:lnTo>
                  <a:pt x="662" y="4490"/>
                </a:lnTo>
                <a:lnTo>
                  <a:pt x="662" y="4489"/>
                </a:lnTo>
                <a:lnTo>
                  <a:pt x="661" y="4489"/>
                </a:lnTo>
                <a:lnTo>
                  <a:pt x="661" y="4488"/>
                </a:lnTo>
                <a:lnTo>
                  <a:pt x="661" y="4487"/>
                </a:lnTo>
                <a:lnTo>
                  <a:pt x="660" y="4487"/>
                </a:lnTo>
                <a:lnTo>
                  <a:pt x="661" y="4486"/>
                </a:lnTo>
                <a:lnTo>
                  <a:pt x="661" y="4485"/>
                </a:lnTo>
                <a:lnTo>
                  <a:pt x="659" y="4485"/>
                </a:lnTo>
                <a:lnTo>
                  <a:pt x="657" y="4485"/>
                </a:lnTo>
                <a:lnTo>
                  <a:pt x="656" y="4485"/>
                </a:lnTo>
                <a:lnTo>
                  <a:pt x="655" y="4485"/>
                </a:lnTo>
                <a:lnTo>
                  <a:pt x="655" y="4484"/>
                </a:lnTo>
                <a:lnTo>
                  <a:pt x="655" y="4483"/>
                </a:lnTo>
                <a:lnTo>
                  <a:pt x="654" y="4483"/>
                </a:lnTo>
                <a:lnTo>
                  <a:pt x="654" y="4482"/>
                </a:lnTo>
                <a:lnTo>
                  <a:pt x="654" y="4481"/>
                </a:lnTo>
                <a:lnTo>
                  <a:pt x="653" y="4481"/>
                </a:lnTo>
                <a:lnTo>
                  <a:pt x="652" y="4481"/>
                </a:lnTo>
                <a:lnTo>
                  <a:pt x="651" y="4480"/>
                </a:lnTo>
                <a:lnTo>
                  <a:pt x="650" y="4480"/>
                </a:lnTo>
                <a:lnTo>
                  <a:pt x="649" y="4480"/>
                </a:lnTo>
                <a:lnTo>
                  <a:pt x="648" y="4480"/>
                </a:lnTo>
                <a:lnTo>
                  <a:pt x="647" y="4480"/>
                </a:lnTo>
                <a:lnTo>
                  <a:pt x="647" y="4479"/>
                </a:lnTo>
                <a:lnTo>
                  <a:pt x="647" y="4478"/>
                </a:lnTo>
                <a:lnTo>
                  <a:pt x="646" y="4478"/>
                </a:lnTo>
                <a:lnTo>
                  <a:pt x="645" y="4478"/>
                </a:lnTo>
                <a:lnTo>
                  <a:pt x="645" y="4477"/>
                </a:lnTo>
                <a:lnTo>
                  <a:pt x="644" y="4477"/>
                </a:lnTo>
                <a:lnTo>
                  <a:pt x="644" y="4476"/>
                </a:lnTo>
                <a:lnTo>
                  <a:pt x="644" y="4475"/>
                </a:lnTo>
                <a:lnTo>
                  <a:pt x="643" y="4474"/>
                </a:lnTo>
                <a:lnTo>
                  <a:pt x="643" y="4473"/>
                </a:lnTo>
                <a:lnTo>
                  <a:pt x="642" y="4473"/>
                </a:lnTo>
                <a:lnTo>
                  <a:pt x="642" y="4472"/>
                </a:lnTo>
                <a:lnTo>
                  <a:pt x="642" y="4471"/>
                </a:lnTo>
                <a:lnTo>
                  <a:pt x="643" y="4471"/>
                </a:lnTo>
                <a:lnTo>
                  <a:pt x="643" y="4470"/>
                </a:lnTo>
                <a:lnTo>
                  <a:pt x="642" y="4470"/>
                </a:lnTo>
                <a:lnTo>
                  <a:pt x="641" y="4469"/>
                </a:lnTo>
                <a:lnTo>
                  <a:pt x="641" y="4468"/>
                </a:lnTo>
                <a:lnTo>
                  <a:pt x="641" y="4467"/>
                </a:lnTo>
                <a:lnTo>
                  <a:pt x="640" y="4467"/>
                </a:lnTo>
                <a:lnTo>
                  <a:pt x="640" y="4466"/>
                </a:lnTo>
                <a:lnTo>
                  <a:pt x="639" y="4466"/>
                </a:lnTo>
                <a:lnTo>
                  <a:pt x="639" y="4465"/>
                </a:lnTo>
                <a:lnTo>
                  <a:pt x="639" y="4464"/>
                </a:lnTo>
                <a:lnTo>
                  <a:pt x="638" y="4464"/>
                </a:lnTo>
                <a:lnTo>
                  <a:pt x="638" y="4463"/>
                </a:lnTo>
                <a:lnTo>
                  <a:pt x="638" y="4462"/>
                </a:lnTo>
                <a:lnTo>
                  <a:pt x="637" y="4461"/>
                </a:lnTo>
                <a:lnTo>
                  <a:pt x="637" y="4460"/>
                </a:lnTo>
                <a:lnTo>
                  <a:pt x="636" y="4459"/>
                </a:lnTo>
                <a:lnTo>
                  <a:pt x="636" y="4458"/>
                </a:lnTo>
                <a:lnTo>
                  <a:pt x="635" y="4458"/>
                </a:lnTo>
                <a:lnTo>
                  <a:pt x="635" y="4457"/>
                </a:lnTo>
                <a:lnTo>
                  <a:pt x="634" y="4456"/>
                </a:lnTo>
                <a:lnTo>
                  <a:pt x="634" y="4455"/>
                </a:lnTo>
                <a:lnTo>
                  <a:pt x="633" y="4455"/>
                </a:lnTo>
                <a:lnTo>
                  <a:pt x="633" y="4454"/>
                </a:lnTo>
                <a:lnTo>
                  <a:pt x="632" y="4454"/>
                </a:lnTo>
                <a:lnTo>
                  <a:pt x="631" y="4454"/>
                </a:lnTo>
                <a:lnTo>
                  <a:pt x="631" y="4455"/>
                </a:lnTo>
                <a:lnTo>
                  <a:pt x="630" y="4454"/>
                </a:lnTo>
                <a:lnTo>
                  <a:pt x="629" y="4454"/>
                </a:lnTo>
                <a:lnTo>
                  <a:pt x="629" y="4453"/>
                </a:lnTo>
                <a:lnTo>
                  <a:pt x="629" y="4452"/>
                </a:lnTo>
                <a:lnTo>
                  <a:pt x="628" y="4452"/>
                </a:lnTo>
                <a:lnTo>
                  <a:pt x="628" y="4451"/>
                </a:lnTo>
                <a:lnTo>
                  <a:pt x="628" y="4450"/>
                </a:lnTo>
                <a:lnTo>
                  <a:pt x="627" y="4450"/>
                </a:lnTo>
                <a:lnTo>
                  <a:pt x="627" y="4449"/>
                </a:lnTo>
                <a:lnTo>
                  <a:pt x="626" y="4448"/>
                </a:lnTo>
                <a:lnTo>
                  <a:pt x="626" y="4447"/>
                </a:lnTo>
                <a:lnTo>
                  <a:pt x="625" y="4447"/>
                </a:lnTo>
                <a:lnTo>
                  <a:pt x="625" y="4446"/>
                </a:lnTo>
                <a:lnTo>
                  <a:pt x="624" y="4446"/>
                </a:lnTo>
                <a:lnTo>
                  <a:pt x="624" y="4445"/>
                </a:lnTo>
                <a:lnTo>
                  <a:pt x="623" y="4445"/>
                </a:lnTo>
                <a:lnTo>
                  <a:pt x="622" y="4445"/>
                </a:lnTo>
                <a:lnTo>
                  <a:pt x="622" y="4444"/>
                </a:lnTo>
                <a:lnTo>
                  <a:pt x="622" y="4443"/>
                </a:lnTo>
                <a:lnTo>
                  <a:pt x="621" y="4443"/>
                </a:lnTo>
                <a:lnTo>
                  <a:pt x="622" y="4443"/>
                </a:lnTo>
                <a:lnTo>
                  <a:pt x="621" y="4443"/>
                </a:lnTo>
                <a:lnTo>
                  <a:pt x="621" y="4442"/>
                </a:lnTo>
                <a:lnTo>
                  <a:pt x="620" y="4442"/>
                </a:lnTo>
                <a:lnTo>
                  <a:pt x="619" y="4442"/>
                </a:lnTo>
                <a:lnTo>
                  <a:pt x="619" y="4441"/>
                </a:lnTo>
                <a:lnTo>
                  <a:pt x="618" y="4441"/>
                </a:lnTo>
                <a:lnTo>
                  <a:pt x="618" y="4439"/>
                </a:lnTo>
                <a:lnTo>
                  <a:pt x="617" y="4439"/>
                </a:lnTo>
                <a:lnTo>
                  <a:pt x="616" y="4439"/>
                </a:lnTo>
                <a:lnTo>
                  <a:pt x="615" y="4439"/>
                </a:lnTo>
                <a:lnTo>
                  <a:pt x="614" y="4439"/>
                </a:lnTo>
                <a:lnTo>
                  <a:pt x="613" y="4439"/>
                </a:lnTo>
                <a:lnTo>
                  <a:pt x="612" y="4439"/>
                </a:lnTo>
                <a:lnTo>
                  <a:pt x="611" y="4439"/>
                </a:lnTo>
                <a:lnTo>
                  <a:pt x="611" y="4440"/>
                </a:lnTo>
                <a:lnTo>
                  <a:pt x="610" y="4440"/>
                </a:lnTo>
                <a:lnTo>
                  <a:pt x="609" y="4440"/>
                </a:lnTo>
                <a:lnTo>
                  <a:pt x="610" y="4441"/>
                </a:lnTo>
                <a:lnTo>
                  <a:pt x="609" y="4441"/>
                </a:lnTo>
                <a:lnTo>
                  <a:pt x="608" y="4441"/>
                </a:lnTo>
                <a:lnTo>
                  <a:pt x="607" y="4441"/>
                </a:lnTo>
                <a:lnTo>
                  <a:pt x="606" y="4441"/>
                </a:lnTo>
                <a:lnTo>
                  <a:pt x="606" y="4440"/>
                </a:lnTo>
                <a:lnTo>
                  <a:pt x="605" y="4440"/>
                </a:lnTo>
                <a:lnTo>
                  <a:pt x="605" y="4439"/>
                </a:lnTo>
                <a:lnTo>
                  <a:pt x="604" y="4438"/>
                </a:lnTo>
                <a:lnTo>
                  <a:pt x="604" y="4437"/>
                </a:lnTo>
                <a:lnTo>
                  <a:pt x="604" y="4436"/>
                </a:lnTo>
                <a:lnTo>
                  <a:pt x="604" y="4435"/>
                </a:lnTo>
                <a:lnTo>
                  <a:pt x="603" y="4435"/>
                </a:lnTo>
                <a:lnTo>
                  <a:pt x="602" y="4435"/>
                </a:lnTo>
                <a:lnTo>
                  <a:pt x="602" y="4434"/>
                </a:lnTo>
                <a:lnTo>
                  <a:pt x="601" y="4434"/>
                </a:lnTo>
                <a:lnTo>
                  <a:pt x="601" y="4433"/>
                </a:lnTo>
                <a:lnTo>
                  <a:pt x="601" y="4432"/>
                </a:lnTo>
                <a:lnTo>
                  <a:pt x="601" y="4431"/>
                </a:lnTo>
                <a:lnTo>
                  <a:pt x="600" y="4431"/>
                </a:lnTo>
                <a:lnTo>
                  <a:pt x="599" y="4431"/>
                </a:lnTo>
                <a:lnTo>
                  <a:pt x="599" y="4430"/>
                </a:lnTo>
                <a:lnTo>
                  <a:pt x="598" y="4430"/>
                </a:lnTo>
                <a:lnTo>
                  <a:pt x="597" y="4430"/>
                </a:lnTo>
                <a:lnTo>
                  <a:pt x="596" y="4430"/>
                </a:lnTo>
                <a:lnTo>
                  <a:pt x="596" y="4429"/>
                </a:lnTo>
                <a:lnTo>
                  <a:pt x="595" y="4429"/>
                </a:lnTo>
                <a:lnTo>
                  <a:pt x="594" y="4428"/>
                </a:lnTo>
                <a:lnTo>
                  <a:pt x="593" y="4427"/>
                </a:lnTo>
                <a:lnTo>
                  <a:pt x="592" y="4427"/>
                </a:lnTo>
                <a:lnTo>
                  <a:pt x="592" y="4426"/>
                </a:lnTo>
                <a:lnTo>
                  <a:pt x="592" y="4425"/>
                </a:lnTo>
                <a:lnTo>
                  <a:pt x="591" y="4425"/>
                </a:lnTo>
                <a:lnTo>
                  <a:pt x="591" y="4424"/>
                </a:lnTo>
                <a:lnTo>
                  <a:pt x="590" y="4424"/>
                </a:lnTo>
                <a:lnTo>
                  <a:pt x="590" y="4423"/>
                </a:lnTo>
                <a:lnTo>
                  <a:pt x="589" y="4423"/>
                </a:lnTo>
                <a:lnTo>
                  <a:pt x="589" y="4422"/>
                </a:lnTo>
                <a:lnTo>
                  <a:pt x="588" y="4422"/>
                </a:lnTo>
                <a:lnTo>
                  <a:pt x="588" y="4421"/>
                </a:lnTo>
                <a:lnTo>
                  <a:pt x="589" y="4421"/>
                </a:lnTo>
                <a:lnTo>
                  <a:pt x="589" y="4420"/>
                </a:lnTo>
                <a:lnTo>
                  <a:pt x="588" y="4420"/>
                </a:lnTo>
                <a:lnTo>
                  <a:pt x="587" y="4420"/>
                </a:lnTo>
                <a:lnTo>
                  <a:pt x="587" y="4421"/>
                </a:lnTo>
                <a:lnTo>
                  <a:pt x="586" y="4421"/>
                </a:lnTo>
                <a:lnTo>
                  <a:pt x="585" y="4421"/>
                </a:lnTo>
                <a:lnTo>
                  <a:pt x="584" y="4421"/>
                </a:lnTo>
                <a:lnTo>
                  <a:pt x="584" y="4420"/>
                </a:lnTo>
                <a:lnTo>
                  <a:pt x="583" y="4420"/>
                </a:lnTo>
                <a:lnTo>
                  <a:pt x="582" y="4420"/>
                </a:lnTo>
                <a:lnTo>
                  <a:pt x="582" y="4419"/>
                </a:lnTo>
                <a:lnTo>
                  <a:pt x="581" y="4418"/>
                </a:lnTo>
                <a:lnTo>
                  <a:pt x="580" y="4418"/>
                </a:lnTo>
                <a:lnTo>
                  <a:pt x="579" y="4418"/>
                </a:lnTo>
                <a:lnTo>
                  <a:pt x="577" y="4418"/>
                </a:lnTo>
                <a:lnTo>
                  <a:pt x="576" y="4418"/>
                </a:lnTo>
                <a:lnTo>
                  <a:pt x="576" y="4417"/>
                </a:lnTo>
                <a:lnTo>
                  <a:pt x="576" y="4416"/>
                </a:lnTo>
                <a:lnTo>
                  <a:pt x="575" y="4416"/>
                </a:lnTo>
                <a:lnTo>
                  <a:pt x="575" y="4415"/>
                </a:lnTo>
                <a:lnTo>
                  <a:pt x="576" y="4415"/>
                </a:lnTo>
                <a:lnTo>
                  <a:pt x="575" y="4415"/>
                </a:lnTo>
                <a:lnTo>
                  <a:pt x="575" y="4414"/>
                </a:lnTo>
                <a:lnTo>
                  <a:pt x="574" y="4413"/>
                </a:lnTo>
                <a:lnTo>
                  <a:pt x="574" y="4412"/>
                </a:lnTo>
                <a:lnTo>
                  <a:pt x="573" y="4412"/>
                </a:lnTo>
                <a:lnTo>
                  <a:pt x="574" y="4412"/>
                </a:lnTo>
                <a:lnTo>
                  <a:pt x="574" y="4411"/>
                </a:lnTo>
                <a:lnTo>
                  <a:pt x="574" y="4410"/>
                </a:lnTo>
                <a:lnTo>
                  <a:pt x="574" y="4408"/>
                </a:lnTo>
                <a:lnTo>
                  <a:pt x="573" y="4408"/>
                </a:lnTo>
                <a:lnTo>
                  <a:pt x="572" y="4408"/>
                </a:lnTo>
                <a:lnTo>
                  <a:pt x="572" y="4407"/>
                </a:lnTo>
                <a:lnTo>
                  <a:pt x="571" y="4407"/>
                </a:lnTo>
                <a:lnTo>
                  <a:pt x="570" y="4406"/>
                </a:lnTo>
                <a:lnTo>
                  <a:pt x="569" y="4406"/>
                </a:lnTo>
                <a:lnTo>
                  <a:pt x="568" y="4406"/>
                </a:lnTo>
                <a:lnTo>
                  <a:pt x="568" y="4405"/>
                </a:lnTo>
                <a:lnTo>
                  <a:pt x="566" y="4405"/>
                </a:lnTo>
                <a:lnTo>
                  <a:pt x="566" y="4406"/>
                </a:lnTo>
                <a:lnTo>
                  <a:pt x="566" y="4405"/>
                </a:lnTo>
                <a:lnTo>
                  <a:pt x="565" y="4405"/>
                </a:lnTo>
                <a:lnTo>
                  <a:pt x="564" y="4405"/>
                </a:lnTo>
                <a:lnTo>
                  <a:pt x="563" y="4405"/>
                </a:lnTo>
                <a:lnTo>
                  <a:pt x="563" y="4404"/>
                </a:lnTo>
                <a:lnTo>
                  <a:pt x="562" y="4403"/>
                </a:lnTo>
                <a:lnTo>
                  <a:pt x="562" y="4402"/>
                </a:lnTo>
                <a:lnTo>
                  <a:pt x="561" y="4402"/>
                </a:lnTo>
                <a:lnTo>
                  <a:pt x="560" y="4402"/>
                </a:lnTo>
                <a:lnTo>
                  <a:pt x="560" y="4401"/>
                </a:lnTo>
                <a:lnTo>
                  <a:pt x="559" y="4401"/>
                </a:lnTo>
                <a:lnTo>
                  <a:pt x="558" y="4401"/>
                </a:lnTo>
                <a:lnTo>
                  <a:pt x="558" y="4400"/>
                </a:lnTo>
                <a:lnTo>
                  <a:pt x="557" y="4400"/>
                </a:lnTo>
                <a:lnTo>
                  <a:pt x="557" y="4399"/>
                </a:lnTo>
                <a:lnTo>
                  <a:pt x="556" y="4399"/>
                </a:lnTo>
                <a:lnTo>
                  <a:pt x="556" y="4398"/>
                </a:lnTo>
                <a:lnTo>
                  <a:pt x="555" y="4398"/>
                </a:lnTo>
                <a:lnTo>
                  <a:pt x="554" y="4398"/>
                </a:lnTo>
                <a:lnTo>
                  <a:pt x="554" y="4399"/>
                </a:lnTo>
                <a:lnTo>
                  <a:pt x="553" y="4399"/>
                </a:lnTo>
                <a:lnTo>
                  <a:pt x="552" y="4399"/>
                </a:lnTo>
                <a:lnTo>
                  <a:pt x="552" y="4400"/>
                </a:lnTo>
                <a:lnTo>
                  <a:pt x="551" y="4399"/>
                </a:lnTo>
                <a:lnTo>
                  <a:pt x="550" y="4400"/>
                </a:lnTo>
                <a:lnTo>
                  <a:pt x="549" y="4400"/>
                </a:lnTo>
                <a:lnTo>
                  <a:pt x="548" y="4399"/>
                </a:lnTo>
                <a:lnTo>
                  <a:pt x="547" y="4399"/>
                </a:lnTo>
                <a:lnTo>
                  <a:pt x="547" y="4400"/>
                </a:lnTo>
                <a:lnTo>
                  <a:pt x="546" y="4400"/>
                </a:lnTo>
                <a:lnTo>
                  <a:pt x="545" y="4401"/>
                </a:lnTo>
                <a:lnTo>
                  <a:pt x="544" y="4401"/>
                </a:lnTo>
                <a:lnTo>
                  <a:pt x="543" y="4401"/>
                </a:lnTo>
                <a:lnTo>
                  <a:pt x="543" y="4402"/>
                </a:lnTo>
                <a:lnTo>
                  <a:pt x="543" y="4401"/>
                </a:lnTo>
                <a:lnTo>
                  <a:pt x="542" y="4401"/>
                </a:lnTo>
                <a:lnTo>
                  <a:pt x="541" y="4401"/>
                </a:lnTo>
                <a:lnTo>
                  <a:pt x="541" y="4400"/>
                </a:lnTo>
                <a:lnTo>
                  <a:pt x="540" y="4400"/>
                </a:lnTo>
                <a:lnTo>
                  <a:pt x="539" y="4399"/>
                </a:lnTo>
                <a:lnTo>
                  <a:pt x="539" y="4398"/>
                </a:lnTo>
                <a:lnTo>
                  <a:pt x="538" y="4397"/>
                </a:lnTo>
                <a:lnTo>
                  <a:pt x="537" y="4397"/>
                </a:lnTo>
                <a:lnTo>
                  <a:pt x="536" y="4396"/>
                </a:lnTo>
                <a:lnTo>
                  <a:pt x="536" y="4395"/>
                </a:lnTo>
                <a:lnTo>
                  <a:pt x="536" y="4392"/>
                </a:lnTo>
                <a:lnTo>
                  <a:pt x="535" y="4392"/>
                </a:lnTo>
                <a:lnTo>
                  <a:pt x="534" y="4391"/>
                </a:lnTo>
                <a:lnTo>
                  <a:pt x="533" y="4391"/>
                </a:lnTo>
                <a:lnTo>
                  <a:pt x="532" y="4391"/>
                </a:lnTo>
                <a:lnTo>
                  <a:pt x="531" y="4390"/>
                </a:lnTo>
                <a:lnTo>
                  <a:pt x="530" y="4390"/>
                </a:lnTo>
                <a:lnTo>
                  <a:pt x="530" y="4389"/>
                </a:lnTo>
                <a:lnTo>
                  <a:pt x="530" y="4388"/>
                </a:lnTo>
                <a:lnTo>
                  <a:pt x="530" y="4387"/>
                </a:lnTo>
                <a:lnTo>
                  <a:pt x="530" y="4385"/>
                </a:lnTo>
                <a:lnTo>
                  <a:pt x="530" y="4384"/>
                </a:lnTo>
                <a:lnTo>
                  <a:pt x="530" y="4383"/>
                </a:lnTo>
                <a:lnTo>
                  <a:pt x="530" y="4382"/>
                </a:lnTo>
                <a:lnTo>
                  <a:pt x="530" y="4381"/>
                </a:lnTo>
                <a:lnTo>
                  <a:pt x="530" y="4380"/>
                </a:lnTo>
                <a:lnTo>
                  <a:pt x="529" y="4380"/>
                </a:lnTo>
                <a:lnTo>
                  <a:pt x="529" y="4379"/>
                </a:lnTo>
                <a:lnTo>
                  <a:pt x="528" y="4378"/>
                </a:lnTo>
                <a:lnTo>
                  <a:pt x="528" y="4377"/>
                </a:lnTo>
                <a:lnTo>
                  <a:pt x="529" y="4377"/>
                </a:lnTo>
                <a:lnTo>
                  <a:pt x="529" y="4375"/>
                </a:lnTo>
                <a:lnTo>
                  <a:pt x="528" y="4375"/>
                </a:lnTo>
                <a:lnTo>
                  <a:pt x="527" y="4375"/>
                </a:lnTo>
                <a:lnTo>
                  <a:pt x="527" y="4374"/>
                </a:lnTo>
                <a:lnTo>
                  <a:pt x="527" y="4373"/>
                </a:lnTo>
                <a:lnTo>
                  <a:pt x="526" y="4373"/>
                </a:lnTo>
                <a:lnTo>
                  <a:pt x="526" y="4372"/>
                </a:lnTo>
                <a:lnTo>
                  <a:pt x="525" y="4372"/>
                </a:lnTo>
                <a:lnTo>
                  <a:pt x="525" y="4371"/>
                </a:lnTo>
                <a:lnTo>
                  <a:pt x="524" y="4370"/>
                </a:lnTo>
                <a:lnTo>
                  <a:pt x="523" y="4370"/>
                </a:lnTo>
                <a:lnTo>
                  <a:pt x="522" y="4370"/>
                </a:lnTo>
                <a:lnTo>
                  <a:pt x="522" y="4369"/>
                </a:lnTo>
                <a:lnTo>
                  <a:pt x="521" y="4369"/>
                </a:lnTo>
                <a:lnTo>
                  <a:pt x="521" y="4368"/>
                </a:lnTo>
                <a:lnTo>
                  <a:pt x="521" y="4367"/>
                </a:lnTo>
                <a:lnTo>
                  <a:pt x="521" y="4366"/>
                </a:lnTo>
                <a:lnTo>
                  <a:pt x="521" y="4365"/>
                </a:lnTo>
                <a:lnTo>
                  <a:pt x="522" y="4365"/>
                </a:lnTo>
                <a:lnTo>
                  <a:pt x="523" y="4365"/>
                </a:lnTo>
                <a:lnTo>
                  <a:pt x="523" y="4364"/>
                </a:lnTo>
                <a:lnTo>
                  <a:pt x="524" y="4364"/>
                </a:lnTo>
                <a:lnTo>
                  <a:pt x="524" y="4363"/>
                </a:lnTo>
                <a:lnTo>
                  <a:pt x="524" y="4362"/>
                </a:lnTo>
                <a:lnTo>
                  <a:pt x="523" y="4362"/>
                </a:lnTo>
                <a:lnTo>
                  <a:pt x="523" y="4361"/>
                </a:lnTo>
                <a:lnTo>
                  <a:pt x="523" y="4360"/>
                </a:lnTo>
                <a:lnTo>
                  <a:pt x="523" y="4359"/>
                </a:lnTo>
                <a:lnTo>
                  <a:pt x="523" y="4358"/>
                </a:lnTo>
                <a:lnTo>
                  <a:pt x="522" y="4358"/>
                </a:lnTo>
                <a:lnTo>
                  <a:pt x="522" y="4357"/>
                </a:lnTo>
                <a:lnTo>
                  <a:pt x="522" y="4356"/>
                </a:lnTo>
                <a:lnTo>
                  <a:pt x="521" y="4356"/>
                </a:lnTo>
                <a:lnTo>
                  <a:pt x="522" y="4356"/>
                </a:lnTo>
                <a:lnTo>
                  <a:pt x="522" y="4355"/>
                </a:lnTo>
                <a:lnTo>
                  <a:pt x="523" y="4355"/>
                </a:lnTo>
                <a:lnTo>
                  <a:pt x="523" y="4354"/>
                </a:lnTo>
                <a:lnTo>
                  <a:pt x="524" y="4354"/>
                </a:lnTo>
                <a:lnTo>
                  <a:pt x="524" y="4353"/>
                </a:lnTo>
                <a:lnTo>
                  <a:pt x="523" y="4353"/>
                </a:lnTo>
                <a:lnTo>
                  <a:pt x="523" y="4352"/>
                </a:lnTo>
                <a:lnTo>
                  <a:pt x="523" y="4351"/>
                </a:lnTo>
                <a:lnTo>
                  <a:pt x="524" y="4351"/>
                </a:lnTo>
                <a:lnTo>
                  <a:pt x="524" y="4350"/>
                </a:lnTo>
                <a:lnTo>
                  <a:pt x="525" y="4350"/>
                </a:lnTo>
                <a:lnTo>
                  <a:pt x="524" y="4350"/>
                </a:lnTo>
                <a:lnTo>
                  <a:pt x="524" y="4349"/>
                </a:lnTo>
                <a:lnTo>
                  <a:pt x="523" y="4349"/>
                </a:lnTo>
                <a:lnTo>
                  <a:pt x="522" y="4349"/>
                </a:lnTo>
                <a:lnTo>
                  <a:pt x="522" y="4348"/>
                </a:lnTo>
                <a:lnTo>
                  <a:pt x="523" y="4348"/>
                </a:lnTo>
                <a:lnTo>
                  <a:pt x="522" y="4348"/>
                </a:lnTo>
                <a:lnTo>
                  <a:pt x="522" y="4347"/>
                </a:lnTo>
                <a:lnTo>
                  <a:pt x="522" y="4346"/>
                </a:lnTo>
                <a:lnTo>
                  <a:pt x="521" y="4346"/>
                </a:lnTo>
                <a:lnTo>
                  <a:pt x="520" y="4346"/>
                </a:lnTo>
                <a:lnTo>
                  <a:pt x="520" y="4345"/>
                </a:lnTo>
                <a:lnTo>
                  <a:pt x="519" y="4345"/>
                </a:lnTo>
                <a:lnTo>
                  <a:pt x="519" y="4344"/>
                </a:lnTo>
                <a:lnTo>
                  <a:pt x="518" y="4344"/>
                </a:lnTo>
                <a:lnTo>
                  <a:pt x="518" y="4343"/>
                </a:lnTo>
                <a:lnTo>
                  <a:pt x="517" y="4343"/>
                </a:lnTo>
                <a:lnTo>
                  <a:pt x="516" y="4343"/>
                </a:lnTo>
                <a:lnTo>
                  <a:pt x="515" y="4342"/>
                </a:lnTo>
                <a:lnTo>
                  <a:pt x="515" y="4341"/>
                </a:lnTo>
                <a:lnTo>
                  <a:pt x="515" y="4340"/>
                </a:lnTo>
                <a:lnTo>
                  <a:pt x="515" y="4339"/>
                </a:lnTo>
                <a:lnTo>
                  <a:pt x="516" y="4339"/>
                </a:lnTo>
                <a:lnTo>
                  <a:pt x="517" y="4340"/>
                </a:lnTo>
                <a:lnTo>
                  <a:pt x="518" y="4340"/>
                </a:lnTo>
                <a:lnTo>
                  <a:pt x="518" y="4339"/>
                </a:lnTo>
                <a:lnTo>
                  <a:pt x="519" y="4339"/>
                </a:lnTo>
                <a:lnTo>
                  <a:pt x="519" y="4338"/>
                </a:lnTo>
                <a:lnTo>
                  <a:pt x="519" y="4337"/>
                </a:lnTo>
                <a:lnTo>
                  <a:pt x="519" y="4336"/>
                </a:lnTo>
                <a:lnTo>
                  <a:pt x="519" y="4335"/>
                </a:lnTo>
                <a:lnTo>
                  <a:pt x="518" y="4335"/>
                </a:lnTo>
                <a:lnTo>
                  <a:pt x="518" y="4334"/>
                </a:lnTo>
                <a:lnTo>
                  <a:pt x="517" y="4334"/>
                </a:lnTo>
                <a:lnTo>
                  <a:pt x="517" y="4333"/>
                </a:lnTo>
                <a:lnTo>
                  <a:pt x="517" y="4332"/>
                </a:lnTo>
                <a:lnTo>
                  <a:pt x="517" y="4331"/>
                </a:lnTo>
                <a:lnTo>
                  <a:pt x="517" y="4330"/>
                </a:lnTo>
                <a:lnTo>
                  <a:pt x="516" y="4330"/>
                </a:lnTo>
                <a:lnTo>
                  <a:pt x="515" y="4330"/>
                </a:lnTo>
                <a:lnTo>
                  <a:pt x="515" y="4329"/>
                </a:lnTo>
                <a:lnTo>
                  <a:pt x="514" y="4330"/>
                </a:lnTo>
                <a:lnTo>
                  <a:pt x="513" y="4330"/>
                </a:lnTo>
                <a:lnTo>
                  <a:pt x="513" y="4329"/>
                </a:lnTo>
                <a:lnTo>
                  <a:pt x="512" y="4329"/>
                </a:lnTo>
                <a:lnTo>
                  <a:pt x="512" y="4330"/>
                </a:lnTo>
                <a:lnTo>
                  <a:pt x="511" y="4330"/>
                </a:lnTo>
                <a:lnTo>
                  <a:pt x="510" y="4330"/>
                </a:lnTo>
                <a:lnTo>
                  <a:pt x="509" y="4330"/>
                </a:lnTo>
                <a:lnTo>
                  <a:pt x="508" y="4330"/>
                </a:lnTo>
                <a:lnTo>
                  <a:pt x="507" y="4330"/>
                </a:lnTo>
                <a:lnTo>
                  <a:pt x="506" y="4330"/>
                </a:lnTo>
                <a:lnTo>
                  <a:pt x="506" y="4329"/>
                </a:lnTo>
                <a:lnTo>
                  <a:pt x="505" y="4329"/>
                </a:lnTo>
                <a:lnTo>
                  <a:pt x="506" y="4329"/>
                </a:lnTo>
                <a:lnTo>
                  <a:pt x="506" y="4327"/>
                </a:lnTo>
                <a:lnTo>
                  <a:pt x="506" y="4326"/>
                </a:lnTo>
                <a:lnTo>
                  <a:pt x="506" y="4325"/>
                </a:lnTo>
                <a:lnTo>
                  <a:pt x="505" y="4325"/>
                </a:lnTo>
                <a:lnTo>
                  <a:pt x="504" y="4324"/>
                </a:lnTo>
                <a:lnTo>
                  <a:pt x="504" y="4323"/>
                </a:lnTo>
                <a:lnTo>
                  <a:pt x="504" y="4322"/>
                </a:lnTo>
                <a:lnTo>
                  <a:pt x="504" y="4321"/>
                </a:lnTo>
                <a:lnTo>
                  <a:pt x="504" y="4320"/>
                </a:lnTo>
                <a:lnTo>
                  <a:pt x="504" y="4319"/>
                </a:lnTo>
                <a:lnTo>
                  <a:pt x="503" y="4319"/>
                </a:lnTo>
                <a:lnTo>
                  <a:pt x="503" y="4318"/>
                </a:lnTo>
                <a:lnTo>
                  <a:pt x="503" y="4317"/>
                </a:lnTo>
                <a:lnTo>
                  <a:pt x="502" y="4317"/>
                </a:lnTo>
                <a:lnTo>
                  <a:pt x="502" y="4316"/>
                </a:lnTo>
                <a:lnTo>
                  <a:pt x="502" y="4315"/>
                </a:lnTo>
                <a:lnTo>
                  <a:pt x="502" y="4314"/>
                </a:lnTo>
                <a:lnTo>
                  <a:pt x="501" y="4314"/>
                </a:lnTo>
                <a:lnTo>
                  <a:pt x="501" y="4313"/>
                </a:lnTo>
                <a:lnTo>
                  <a:pt x="501" y="4312"/>
                </a:lnTo>
                <a:lnTo>
                  <a:pt x="501" y="4311"/>
                </a:lnTo>
                <a:lnTo>
                  <a:pt x="501" y="4310"/>
                </a:lnTo>
                <a:lnTo>
                  <a:pt x="500" y="4310"/>
                </a:lnTo>
                <a:lnTo>
                  <a:pt x="500" y="4309"/>
                </a:lnTo>
                <a:lnTo>
                  <a:pt x="500" y="4308"/>
                </a:lnTo>
                <a:lnTo>
                  <a:pt x="499" y="4308"/>
                </a:lnTo>
                <a:lnTo>
                  <a:pt x="499" y="4307"/>
                </a:lnTo>
                <a:lnTo>
                  <a:pt x="498" y="4307"/>
                </a:lnTo>
                <a:lnTo>
                  <a:pt x="497" y="4307"/>
                </a:lnTo>
                <a:lnTo>
                  <a:pt x="497" y="4308"/>
                </a:lnTo>
                <a:lnTo>
                  <a:pt x="496" y="4308"/>
                </a:lnTo>
                <a:lnTo>
                  <a:pt x="496" y="4307"/>
                </a:lnTo>
                <a:lnTo>
                  <a:pt x="495" y="4307"/>
                </a:lnTo>
                <a:lnTo>
                  <a:pt x="494" y="4307"/>
                </a:lnTo>
                <a:lnTo>
                  <a:pt x="494" y="4306"/>
                </a:lnTo>
                <a:lnTo>
                  <a:pt x="495" y="4306"/>
                </a:lnTo>
                <a:lnTo>
                  <a:pt x="494" y="4306"/>
                </a:lnTo>
                <a:lnTo>
                  <a:pt x="494" y="4305"/>
                </a:lnTo>
                <a:lnTo>
                  <a:pt x="493" y="4305"/>
                </a:lnTo>
                <a:lnTo>
                  <a:pt x="492" y="4304"/>
                </a:lnTo>
                <a:lnTo>
                  <a:pt x="492" y="4303"/>
                </a:lnTo>
                <a:lnTo>
                  <a:pt x="491" y="4303"/>
                </a:lnTo>
                <a:lnTo>
                  <a:pt x="491" y="4302"/>
                </a:lnTo>
                <a:lnTo>
                  <a:pt x="491" y="4301"/>
                </a:lnTo>
                <a:lnTo>
                  <a:pt x="491" y="4300"/>
                </a:lnTo>
                <a:lnTo>
                  <a:pt x="490" y="4299"/>
                </a:lnTo>
                <a:lnTo>
                  <a:pt x="489" y="4299"/>
                </a:lnTo>
                <a:lnTo>
                  <a:pt x="489" y="4298"/>
                </a:lnTo>
                <a:lnTo>
                  <a:pt x="488" y="4298"/>
                </a:lnTo>
                <a:lnTo>
                  <a:pt x="488" y="4297"/>
                </a:lnTo>
                <a:lnTo>
                  <a:pt x="487" y="4297"/>
                </a:lnTo>
                <a:lnTo>
                  <a:pt x="486" y="4296"/>
                </a:lnTo>
                <a:lnTo>
                  <a:pt x="486" y="4297"/>
                </a:lnTo>
                <a:lnTo>
                  <a:pt x="485" y="4297"/>
                </a:lnTo>
                <a:lnTo>
                  <a:pt x="485" y="4298"/>
                </a:lnTo>
                <a:lnTo>
                  <a:pt x="485" y="4299"/>
                </a:lnTo>
                <a:lnTo>
                  <a:pt x="485" y="4300"/>
                </a:lnTo>
                <a:lnTo>
                  <a:pt x="484" y="4300"/>
                </a:lnTo>
                <a:lnTo>
                  <a:pt x="484" y="4301"/>
                </a:lnTo>
                <a:lnTo>
                  <a:pt x="484" y="4300"/>
                </a:lnTo>
                <a:lnTo>
                  <a:pt x="483" y="4300"/>
                </a:lnTo>
                <a:lnTo>
                  <a:pt x="482" y="4300"/>
                </a:lnTo>
                <a:lnTo>
                  <a:pt x="481" y="4300"/>
                </a:lnTo>
                <a:lnTo>
                  <a:pt x="480" y="4301"/>
                </a:lnTo>
                <a:lnTo>
                  <a:pt x="479" y="4301"/>
                </a:lnTo>
                <a:lnTo>
                  <a:pt x="478" y="4301"/>
                </a:lnTo>
                <a:lnTo>
                  <a:pt x="477" y="4301"/>
                </a:lnTo>
                <a:lnTo>
                  <a:pt x="476" y="4301"/>
                </a:lnTo>
                <a:lnTo>
                  <a:pt x="476" y="4302"/>
                </a:lnTo>
                <a:lnTo>
                  <a:pt x="475" y="4302"/>
                </a:lnTo>
                <a:lnTo>
                  <a:pt x="474" y="4302"/>
                </a:lnTo>
                <a:lnTo>
                  <a:pt x="473" y="4302"/>
                </a:lnTo>
                <a:lnTo>
                  <a:pt x="473" y="4303"/>
                </a:lnTo>
                <a:lnTo>
                  <a:pt x="473" y="4304"/>
                </a:lnTo>
                <a:lnTo>
                  <a:pt x="472" y="4304"/>
                </a:lnTo>
                <a:lnTo>
                  <a:pt x="472" y="4303"/>
                </a:lnTo>
                <a:lnTo>
                  <a:pt x="472" y="4302"/>
                </a:lnTo>
                <a:lnTo>
                  <a:pt x="472" y="4301"/>
                </a:lnTo>
                <a:lnTo>
                  <a:pt x="471" y="4301"/>
                </a:lnTo>
                <a:lnTo>
                  <a:pt x="471" y="4300"/>
                </a:lnTo>
                <a:lnTo>
                  <a:pt x="470" y="4300"/>
                </a:lnTo>
                <a:lnTo>
                  <a:pt x="470" y="4299"/>
                </a:lnTo>
                <a:lnTo>
                  <a:pt x="469" y="4299"/>
                </a:lnTo>
                <a:lnTo>
                  <a:pt x="468" y="4299"/>
                </a:lnTo>
                <a:lnTo>
                  <a:pt x="468" y="4298"/>
                </a:lnTo>
                <a:lnTo>
                  <a:pt x="467" y="4297"/>
                </a:lnTo>
                <a:lnTo>
                  <a:pt x="466" y="4297"/>
                </a:lnTo>
                <a:lnTo>
                  <a:pt x="466" y="4296"/>
                </a:lnTo>
                <a:lnTo>
                  <a:pt x="466" y="4295"/>
                </a:lnTo>
                <a:lnTo>
                  <a:pt x="465" y="4294"/>
                </a:lnTo>
                <a:lnTo>
                  <a:pt x="465" y="4293"/>
                </a:lnTo>
                <a:lnTo>
                  <a:pt x="464" y="4293"/>
                </a:lnTo>
                <a:lnTo>
                  <a:pt x="465" y="4292"/>
                </a:lnTo>
                <a:lnTo>
                  <a:pt x="464" y="4292"/>
                </a:lnTo>
                <a:lnTo>
                  <a:pt x="465" y="4292"/>
                </a:lnTo>
                <a:lnTo>
                  <a:pt x="465" y="4291"/>
                </a:lnTo>
                <a:lnTo>
                  <a:pt x="464" y="4291"/>
                </a:lnTo>
                <a:lnTo>
                  <a:pt x="464" y="4290"/>
                </a:lnTo>
                <a:lnTo>
                  <a:pt x="463" y="4290"/>
                </a:lnTo>
                <a:lnTo>
                  <a:pt x="463" y="4289"/>
                </a:lnTo>
                <a:lnTo>
                  <a:pt x="463" y="4288"/>
                </a:lnTo>
                <a:lnTo>
                  <a:pt x="462" y="4288"/>
                </a:lnTo>
                <a:lnTo>
                  <a:pt x="462" y="4287"/>
                </a:lnTo>
                <a:lnTo>
                  <a:pt x="462" y="4286"/>
                </a:lnTo>
                <a:lnTo>
                  <a:pt x="463" y="4286"/>
                </a:lnTo>
                <a:lnTo>
                  <a:pt x="463" y="4285"/>
                </a:lnTo>
                <a:lnTo>
                  <a:pt x="462" y="4285"/>
                </a:lnTo>
                <a:lnTo>
                  <a:pt x="462" y="4284"/>
                </a:lnTo>
                <a:lnTo>
                  <a:pt x="462" y="4283"/>
                </a:lnTo>
                <a:lnTo>
                  <a:pt x="461" y="4283"/>
                </a:lnTo>
                <a:lnTo>
                  <a:pt x="462" y="4283"/>
                </a:lnTo>
                <a:lnTo>
                  <a:pt x="461" y="4282"/>
                </a:lnTo>
                <a:lnTo>
                  <a:pt x="462" y="4282"/>
                </a:lnTo>
                <a:lnTo>
                  <a:pt x="462" y="4281"/>
                </a:lnTo>
                <a:lnTo>
                  <a:pt x="462" y="4280"/>
                </a:lnTo>
                <a:lnTo>
                  <a:pt x="461" y="4280"/>
                </a:lnTo>
                <a:lnTo>
                  <a:pt x="461" y="4279"/>
                </a:lnTo>
                <a:lnTo>
                  <a:pt x="460" y="4279"/>
                </a:lnTo>
                <a:lnTo>
                  <a:pt x="459" y="4279"/>
                </a:lnTo>
                <a:lnTo>
                  <a:pt x="459" y="4278"/>
                </a:lnTo>
                <a:lnTo>
                  <a:pt x="458" y="4278"/>
                </a:lnTo>
                <a:lnTo>
                  <a:pt x="457" y="4278"/>
                </a:lnTo>
                <a:lnTo>
                  <a:pt x="456" y="4278"/>
                </a:lnTo>
                <a:lnTo>
                  <a:pt x="456" y="4277"/>
                </a:lnTo>
                <a:lnTo>
                  <a:pt x="456" y="4278"/>
                </a:lnTo>
                <a:lnTo>
                  <a:pt x="455" y="4278"/>
                </a:lnTo>
                <a:lnTo>
                  <a:pt x="454" y="4278"/>
                </a:lnTo>
                <a:lnTo>
                  <a:pt x="453" y="4278"/>
                </a:lnTo>
                <a:lnTo>
                  <a:pt x="453" y="4277"/>
                </a:lnTo>
                <a:lnTo>
                  <a:pt x="453" y="4278"/>
                </a:lnTo>
                <a:lnTo>
                  <a:pt x="452" y="4278"/>
                </a:lnTo>
                <a:lnTo>
                  <a:pt x="451" y="4278"/>
                </a:lnTo>
                <a:lnTo>
                  <a:pt x="450" y="4278"/>
                </a:lnTo>
                <a:lnTo>
                  <a:pt x="449" y="4278"/>
                </a:lnTo>
                <a:lnTo>
                  <a:pt x="448" y="4278"/>
                </a:lnTo>
                <a:lnTo>
                  <a:pt x="448" y="4277"/>
                </a:lnTo>
                <a:lnTo>
                  <a:pt x="448" y="4276"/>
                </a:lnTo>
                <a:lnTo>
                  <a:pt x="448" y="4275"/>
                </a:lnTo>
                <a:lnTo>
                  <a:pt x="448" y="4274"/>
                </a:lnTo>
                <a:lnTo>
                  <a:pt x="448" y="4273"/>
                </a:lnTo>
                <a:lnTo>
                  <a:pt x="448" y="4272"/>
                </a:lnTo>
                <a:lnTo>
                  <a:pt x="448" y="4271"/>
                </a:lnTo>
                <a:lnTo>
                  <a:pt x="449" y="4271"/>
                </a:lnTo>
                <a:lnTo>
                  <a:pt x="449" y="4268"/>
                </a:lnTo>
                <a:lnTo>
                  <a:pt x="449" y="4267"/>
                </a:lnTo>
                <a:lnTo>
                  <a:pt x="448" y="4267"/>
                </a:lnTo>
                <a:lnTo>
                  <a:pt x="447" y="4267"/>
                </a:lnTo>
                <a:lnTo>
                  <a:pt x="446" y="4267"/>
                </a:lnTo>
                <a:lnTo>
                  <a:pt x="445" y="4267"/>
                </a:lnTo>
                <a:lnTo>
                  <a:pt x="444" y="4267"/>
                </a:lnTo>
                <a:lnTo>
                  <a:pt x="444" y="4268"/>
                </a:lnTo>
                <a:lnTo>
                  <a:pt x="443" y="4268"/>
                </a:lnTo>
                <a:lnTo>
                  <a:pt x="443" y="4269"/>
                </a:lnTo>
                <a:lnTo>
                  <a:pt x="441" y="4269"/>
                </a:lnTo>
                <a:lnTo>
                  <a:pt x="441" y="4270"/>
                </a:lnTo>
                <a:lnTo>
                  <a:pt x="440" y="4270"/>
                </a:lnTo>
                <a:lnTo>
                  <a:pt x="440" y="4271"/>
                </a:lnTo>
                <a:lnTo>
                  <a:pt x="439" y="4271"/>
                </a:lnTo>
                <a:lnTo>
                  <a:pt x="439" y="4272"/>
                </a:lnTo>
                <a:lnTo>
                  <a:pt x="438" y="4272"/>
                </a:lnTo>
                <a:lnTo>
                  <a:pt x="437" y="4272"/>
                </a:lnTo>
                <a:lnTo>
                  <a:pt x="437" y="4273"/>
                </a:lnTo>
                <a:lnTo>
                  <a:pt x="436" y="4273"/>
                </a:lnTo>
                <a:lnTo>
                  <a:pt x="435" y="4273"/>
                </a:lnTo>
                <a:lnTo>
                  <a:pt x="435" y="4272"/>
                </a:lnTo>
                <a:lnTo>
                  <a:pt x="434" y="4272"/>
                </a:lnTo>
                <a:lnTo>
                  <a:pt x="434" y="4273"/>
                </a:lnTo>
                <a:lnTo>
                  <a:pt x="433" y="4273"/>
                </a:lnTo>
                <a:lnTo>
                  <a:pt x="432" y="4273"/>
                </a:lnTo>
                <a:lnTo>
                  <a:pt x="431" y="4273"/>
                </a:lnTo>
                <a:lnTo>
                  <a:pt x="431" y="4272"/>
                </a:lnTo>
                <a:lnTo>
                  <a:pt x="431" y="4273"/>
                </a:lnTo>
                <a:lnTo>
                  <a:pt x="430" y="4273"/>
                </a:lnTo>
                <a:lnTo>
                  <a:pt x="429" y="4274"/>
                </a:lnTo>
                <a:lnTo>
                  <a:pt x="428" y="4274"/>
                </a:lnTo>
                <a:lnTo>
                  <a:pt x="428" y="4275"/>
                </a:lnTo>
                <a:lnTo>
                  <a:pt x="428" y="4276"/>
                </a:lnTo>
                <a:lnTo>
                  <a:pt x="427" y="4276"/>
                </a:lnTo>
                <a:lnTo>
                  <a:pt x="428" y="4276"/>
                </a:lnTo>
                <a:lnTo>
                  <a:pt x="428" y="4277"/>
                </a:lnTo>
                <a:lnTo>
                  <a:pt x="429" y="4278"/>
                </a:lnTo>
                <a:lnTo>
                  <a:pt x="430" y="4278"/>
                </a:lnTo>
                <a:lnTo>
                  <a:pt x="430" y="4279"/>
                </a:lnTo>
                <a:lnTo>
                  <a:pt x="431" y="4279"/>
                </a:lnTo>
                <a:lnTo>
                  <a:pt x="430" y="4279"/>
                </a:lnTo>
                <a:lnTo>
                  <a:pt x="430" y="4280"/>
                </a:lnTo>
                <a:lnTo>
                  <a:pt x="429" y="4280"/>
                </a:lnTo>
                <a:lnTo>
                  <a:pt x="429" y="4281"/>
                </a:lnTo>
                <a:lnTo>
                  <a:pt x="429" y="4282"/>
                </a:lnTo>
                <a:lnTo>
                  <a:pt x="429" y="4283"/>
                </a:lnTo>
                <a:lnTo>
                  <a:pt x="429" y="4284"/>
                </a:lnTo>
                <a:lnTo>
                  <a:pt x="428" y="4285"/>
                </a:lnTo>
                <a:lnTo>
                  <a:pt x="427" y="4285"/>
                </a:lnTo>
                <a:lnTo>
                  <a:pt x="427" y="4286"/>
                </a:lnTo>
                <a:lnTo>
                  <a:pt x="426" y="4286"/>
                </a:lnTo>
                <a:lnTo>
                  <a:pt x="426" y="4285"/>
                </a:lnTo>
                <a:lnTo>
                  <a:pt x="425" y="4285"/>
                </a:lnTo>
                <a:lnTo>
                  <a:pt x="425" y="4284"/>
                </a:lnTo>
                <a:lnTo>
                  <a:pt x="424" y="4284"/>
                </a:lnTo>
                <a:lnTo>
                  <a:pt x="424" y="4283"/>
                </a:lnTo>
                <a:lnTo>
                  <a:pt x="423" y="4283"/>
                </a:lnTo>
                <a:lnTo>
                  <a:pt x="422" y="4283"/>
                </a:lnTo>
                <a:lnTo>
                  <a:pt x="421" y="4283"/>
                </a:lnTo>
                <a:lnTo>
                  <a:pt x="418" y="4283"/>
                </a:lnTo>
                <a:lnTo>
                  <a:pt x="418" y="4284"/>
                </a:lnTo>
                <a:lnTo>
                  <a:pt x="417" y="4284"/>
                </a:lnTo>
                <a:lnTo>
                  <a:pt x="416" y="4284"/>
                </a:lnTo>
                <a:lnTo>
                  <a:pt x="415" y="4284"/>
                </a:lnTo>
                <a:lnTo>
                  <a:pt x="414" y="4284"/>
                </a:lnTo>
                <a:lnTo>
                  <a:pt x="413" y="4284"/>
                </a:lnTo>
                <a:lnTo>
                  <a:pt x="412" y="4283"/>
                </a:lnTo>
                <a:lnTo>
                  <a:pt x="411" y="4283"/>
                </a:lnTo>
                <a:lnTo>
                  <a:pt x="410" y="4283"/>
                </a:lnTo>
                <a:lnTo>
                  <a:pt x="410" y="4282"/>
                </a:lnTo>
                <a:lnTo>
                  <a:pt x="410" y="4281"/>
                </a:lnTo>
                <a:lnTo>
                  <a:pt x="410" y="4280"/>
                </a:lnTo>
                <a:lnTo>
                  <a:pt x="409" y="4280"/>
                </a:lnTo>
                <a:lnTo>
                  <a:pt x="409" y="4279"/>
                </a:lnTo>
                <a:lnTo>
                  <a:pt x="409" y="4278"/>
                </a:lnTo>
                <a:lnTo>
                  <a:pt x="410" y="4277"/>
                </a:lnTo>
                <a:lnTo>
                  <a:pt x="410" y="4276"/>
                </a:lnTo>
                <a:lnTo>
                  <a:pt x="410" y="4275"/>
                </a:lnTo>
                <a:lnTo>
                  <a:pt x="409" y="4275"/>
                </a:lnTo>
                <a:lnTo>
                  <a:pt x="409" y="4273"/>
                </a:lnTo>
                <a:lnTo>
                  <a:pt x="410" y="4273"/>
                </a:lnTo>
                <a:lnTo>
                  <a:pt x="410" y="4272"/>
                </a:lnTo>
                <a:lnTo>
                  <a:pt x="410" y="4271"/>
                </a:lnTo>
                <a:lnTo>
                  <a:pt x="409" y="4271"/>
                </a:lnTo>
                <a:lnTo>
                  <a:pt x="409" y="4270"/>
                </a:lnTo>
                <a:lnTo>
                  <a:pt x="408" y="4270"/>
                </a:lnTo>
                <a:lnTo>
                  <a:pt x="408" y="4269"/>
                </a:lnTo>
                <a:lnTo>
                  <a:pt x="407" y="4268"/>
                </a:lnTo>
                <a:lnTo>
                  <a:pt x="406" y="4268"/>
                </a:lnTo>
                <a:lnTo>
                  <a:pt x="406" y="4267"/>
                </a:lnTo>
                <a:lnTo>
                  <a:pt x="405" y="4267"/>
                </a:lnTo>
                <a:lnTo>
                  <a:pt x="404" y="4268"/>
                </a:lnTo>
                <a:lnTo>
                  <a:pt x="403" y="4268"/>
                </a:lnTo>
                <a:lnTo>
                  <a:pt x="403" y="4269"/>
                </a:lnTo>
                <a:lnTo>
                  <a:pt x="402" y="4269"/>
                </a:lnTo>
                <a:lnTo>
                  <a:pt x="402" y="4270"/>
                </a:lnTo>
                <a:lnTo>
                  <a:pt x="401" y="4270"/>
                </a:lnTo>
                <a:lnTo>
                  <a:pt x="401" y="4269"/>
                </a:lnTo>
                <a:lnTo>
                  <a:pt x="400" y="4269"/>
                </a:lnTo>
                <a:lnTo>
                  <a:pt x="399" y="4269"/>
                </a:lnTo>
                <a:lnTo>
                  <a:pt x="399" y="4268"/>
                </a:lnTo>
                <a:lnTo>
                  <a:pt x="398" y="4268"/>
                </a:lnTo>
                <a:lnTo>
                  <a:pt x="397" y="4268"/>
                </a:lnTo>
                <a:lnTo>
                  <a:pt x="396" y="4269"/>
                </a:lnTo>
                <a:lnTo>
                  <a:pt x="395" y="4269"/>
                </a:lnTo>
                <a:lnTo>
                  <a:pt x="394" y="4269"/>
                </a:lnTo>
                <a:lnTo>
                  <a:pt x="393" y="4269"/>
                </a:lnTo>
                <a:lnTo>
                  <a:pt x="392" y="4269"/>
                </a:lnTo>
                <a:lnTo>
                  <a:pt x="391" y="4269"/>
                </a:lnTo>
                <a:lnTo>
                  <a:pt x="391" y="4268"/>
                </a:lnTo>
                <a:lnTo>
                  <a:pt x="391" y="4267"/>
                </a:lnTo>
                <a:lnTo>
                  <a:pt x="391" y="4266"/>
                </a:lnTo>
                <a:lnTo>
                  <a:pt x="390" y="4266"/>
                </a:lnTo>
                <a:lnTo>
                  <a:pt x="390" y="4265"/>
                </a:lnTo>
                <a:lnTo>
                  <a:pt x="389" y="4265"/>
                </a:lnTo>
                <a:lnTo>
                  <a:pt x="389" y="4264"/>
                </a:lnTo>
                <a:lnTo>
                  <a:pt x="388" y="4264"/>
                </a:lnTo>
                <a:lnTo>
                  <a:pt x="388" y="4263"/>
                </a:lnTo>
                <a:lnTo>
                  <a:pt x="388" y="4262"/>
                </a:lnTo>
                <a:lnTo>
                  <a:pt x="388" y="4261"/>
                </a:lnTo>
                <a:lnTo>
                  <a:pt x="387" y="4260"/>
                </a:lnTo>
                <a:lnTo>
                  <a:pt x="386" y="4260"/>
                </a:lnTo>
                <a:lnTo>
                  <a:pt x="386" y="4259"/>
                </a:lnTo>
                <a:lnTo>
                  <a:pt x="385" y="4258"/>
                </a:lnTo>
                <a:lnTo>
                  <a:pt x="384" y="4258"/>
                </a:lnTo>
                <a:lnTo>
                  <a:pt x="384" y="4257"/>
                </a:lnTo>
                <a:lnTo>
                  <a:pt x="383" y="4257"/>
                </a:lnTo>
                <a:lnTo>
                  <a:pt x="382" y="4257"/>
                </a:lnTo>
                <a:lnTo>
                  <a:pt x="382" y="4256"/>
                </a:lnTo>
                <a:lnTo>
                  <a:pt x="381" y="4256"/>
                </a:lnTo>
                <a:lnTo>
                  <a:pt x="381" y="4255"/>
                </a:lnTo>
                <a:lnTo>
                  <a:pt x="380" y="4255"/>
                </a:lnTo>
                <a:lnTo>
                  <a:pt x="379" y="4255"/>
                </a:lnTo>
                <a:lnTo>
                  <a:pt x="379" y="4254"/>
                </a:lnTo>
                <a:lnTo>
                  <a:pt x="379" y="4253"/>
                </a:lnTo>
                <a:lnTo>
                  <a:pt x="379" y="4252"/>
                </a:lnTo>
                <a:lnTo>
                  <a:pt x="378" y="4252"/>
                </a:lnTo>
                <a:lnTo>
                  <a:pt x="377" y="4251"/>
                </a:lnTo>
                <a:lnTo>
                  <a:pt x="378" y="4251"/>
                </a:lnTo>
                <a:lnTo>
                  <a:pt x="378" y="4250"/>
                </a:lnTo>
                <a:lnTo>
                  <a:pt x="378" y="4249"/>
                </a:lnTo>
                <a:lnTo>
                  <a:pt x="378" y="4248"/>
                </a:lnTo>
                <a:lnTo>
                  <a:pt x="378" y="4247"/>
                </a:lnTo>
                <a:lnTo>
                  <a:pt x="379" y="4247"/>
                </a:lnTo>
                <a:lnTo>
                  <a:pt x="379" y="4246"/>
                </a:lnTo>
                <a:lnTo>
                  <a:pt x="379" y="4245"/>
                </a:lnTo>
                <a:lnTo>
                  <a:pt x="379" y="4244"/>
                </a:lnTo>
                <a:lnTo>
                  <a:pt x="378" y="4243"/>
                </a:lnTo>
                <a:lnTo>
                  <a:pt x="378" y="4242"/>
                </a:lnTo>
                <a:lnTo>
                  <a:pt x="377" y="4242"/>
                </a:lnTo>
                <a:lnTo>
                  <a:pt x="377" y="4241"/>
                </a:lnTo>
                <a:lnTo>
                  <a:pt x="376" y="4241"/>
                </a:lnTo>
                <a:lnTo>
                  <a:pt x="376" y="4240"/>
                </a:lnTo>
                <a:lnTo>
                  <a:pt x="377" y="4239"/>
                </a:lnTo>
                <a:lnTo>
                  <a:pt x="377" y="4238"/>
                </a:lnTo>
                <a:lnTo>
                  <a:pt x="378" y="4238"/>
                </a:lnTo>
                <a:lnTo>
                  <a:pt x="378" y="4237"/>
                </a:lnTo>
                <a:lnTo>
                  <a:pt x="379" y="4237"/>
                </a:lnTo>
                <a:lnTo>
                  <a:pt x="379" y="4236"/>
                </a:lnTo>
                <a:lnTo>
                  <a:pt x="379" y="4235"/>
                </a:lnTo>
                <a:lnTo>
                  <a:pt x="380" y="4235"/>
                </a:lnTo>
                <a:lnTo>
                  <a:pt x="380" y="4234"/>
                </a:lnTo>
                <a:lnTo>
                  <a:pt x="381" y="4234"/>
                </a:lnTo>
                <a:lnTo>
                  <a:pt x="382" y="4234"/>
                </a:lnTo>
                <a:lnTo>
                  <a:pt x="382" y="4233"/>
                </a:lnTo>
                <a:lnTo>
                  <a:pt x="382" y="4232"/>
                </a:lnTo>
                <a:lnTo>
                  <a:pt x="383" y="4231"/>
                </a:lnTo>
                <a:lnTo>
                  <a:pt x="383" y="4230"/>
                </a:lnTo>
                <a:lnTo>
                  <a:pt x="383" y="4229"/>
                </a:lnTo>
                <a:lnTo>
                  <a:pt x="383" y="4228"/>
                </a:lnTo>
                <a:lnTo>
                  <a:pt x="383" y="4227"/>
                </a:lnTo>
                <a:lnTo>
                  <a:pt x="382" y="4227"/>
                </a:lnTo>
                <a:lnTo>
                  <a:pt x="381" y="4227"/>
                </a:lnTo>
                <a:lnTo>
                  <a:pt x="381" y="4226"/>
                </a:lnTo>
                <a:lnTo>
                  <a:pt x="380" y="4226"/>
                </a:lnTo>
                <a:lnTo>
                  <a:pt x="380" y="4225"/>
                </a:lnTo>
                <a:lnTo>
                  <a:pt x="379" y="4225"/>
                </a:lnTo>
                <a:lnTo>
                  <a:pt x="379" y="4224"/>
                </a:lnTo>
                <a:lnTo>
                  <a:pt x="379" y="4223"/>
                </a:lnTo>
                <a:lnTo>
                  <a:pt x="378" y="4222"/>
                </a:lnTo>
                <a:lnTo>
                  <a:pt x="378" y="4221"/>
                </a:lnTo>
                <a:lnTo>
                  <a:pt x="378" y="4220"/>
                </a:lnTo>
                <a:lnTo>
                  <a:pt x="378" y="4219"/>
                </a:lnTo>
                <a:lnTo>
                  <a:pt x="379" y="4219"/>
                </a:lnTo>
                <a:lnTo>
                  <a:pt x="379" y="4218"/>
                </a:lnTo>
                <a:lnTo>
                  <a:pt x="378" y="4218"/>
                </a:lnTo>
                <a:lnTo>
                  <a:pt x="377" y="4217"/>
                </a:lnTo>
                <a:lnTo>
                  <a:pt x="376" y="4217"/>
                </a:lnTo>
                <a:lnTo>
                  <a:pt x="375" y="4216"/>
                </a:lnTo>
                <a:lnTo>
                  <a:pt x="375" y="4215"/>
                </a:lnTo>
                <a:lnTo>
                  <a:pt x="375" y="4214"/>
                </a:lnTo>
                <a:lnTo>
                  <a:pt x="375" y="4213"/>
                </a:lnTo>
                <a:lnTo>
                  <a:pt x="375" y="4212"/>
                </a:lnTo>
                <a:lnTo>
                  <a:pt x="375" y="4211"/>
                </a:lnTo>
                <a:lnTo>
                  <a:pt x="375" y="4210"/>
                </a:lnTo>
                <a:lnTo>
                  <a:pt x="375" y="4209"/>
                </a:lnTo>
                <a:lnTo>
                  <a:pt x="374" y="4209"/>
                </a:lnTo>
                <a:lnTo>
                  <a:pt x="374" y="4208"/>
                </a:lnTo>
                <a:lnTo>
                  <a:pt x="373" y="4208"/>
                </a:lnTo>
                <a:lnTo>
                  <a:pt x="373" y="4207"/>
                </a:lnTo>
                <a:lnTo>
                  <a:pt x="372" y="4207"/>
                </a:lnTo>
                <a:lnTo>
                  <a:pt x="372" y="4206"/>
                </a:lnTo>
                <a:lnTo>
                  <a:pt x="371" y="4205"/>
                </a:lnTo>
                <a:lnTo>
                  <a:pt x="371" y="4204"/>
                </a:lnTo>
                <a:lnTo>
                  <a:pt x="372" y="4203"/>
                </a:lnTo>
                <a:lnTo>
                  <a:pt x="371" y="4203"/>
                </a:lnTo>
                <a:lnTo>
                  <a:pt x="371" y="4202"/>
                </a:lnTo>
                <a:lnTo>
                  <a:pt x="371" y="4201"/>
                </a:lnTo>
                <a:lnTo>
                  <a:pt x="371" y="4200"/>
                </a:lnTo>
                <a:lnTo>
                  <a:pt x="371" y="4199"/>
                </a:lnTo>
                <a:lnTo>
                  <a:pt x="371" y="4198"/>
                </a:lnTo>
                <a:lnTo>
                  <a:pt x="371" y="4197"/>
                </a:lnTo>
                <a:lnTo>
                  <a:pt x="370" y="4197"/>
                </a:lnTo>
                <a:lnTo>
                  <a:pt x="370" y="4196"/>
                </a:lnTo>
                <a:lnTo>
                  <a:pt x="370" y="4195"/>
                </a:lnTo>
                <a:lnTo>
                  <a:pt x="370" y="4194"/>
                </a:lnTo>
                <a:lnTo>
                  <a:pt x="369" y="4194"/>
                </a:lnTo>
                <a:lnTo>
                  <a:pt x="368" y="4194"/>
                </a:lnTo>
                <a:lnTo>
                  <a:pt x="368" y="4195"/>
                </a:lnTo>
                <a:lnTo>
                  <a:pt x="367" y="4195"/>
                </a:lnTo>
                <a:lnTo>
                  <a:pt x="367" y="4196"/>
                </a:lnTo>
                <a:lnTo>
                  <a:pt x="367" y="4197"/>
                </a:lnTo>
                <a:lnTo>
                  <a:pt x="368" y="4197"/>
                </a:lnTo>
                <a:lnTo>
                  <a:pt x="368" y="4198"/>
                </a:lnTo>
                <a:lnTo>
                  <a:pt x="367" y="4198"/>
                </a:lnTo>
                <a:lnTo>
                  <a:pt x="366" y="4198"/>
                </a:lnTo>
                <a:lnTo>
                  <a:pt x="365" y="4197"/>
                </a:lnTo>
                <a:lnTo>
                  <a:pt x="364" y="4198"/>
                </a:lnTo>
                <a:lnTo>
                  <a:pt x="363" y="4197"/>
                </a:lnTo>
                <a:lnTo>
                  <a:pt x="362" y="4197"/>
                </a:lnTo>
                <a:lnTo>
                  <a:pt x="362" y="4196"/>
                </a:lnTo>
                <a:lnTo>
                  <a:pt x="361" y="4196"/>
                </a:lnTo>
                <a:lnTo>
                  <a:pt x="361" y="4195"/>
                </a:lnTo>
                <a:lnTo>
                  <a:pt x="361" y="4194"/>
                </a:lnTo>
                <a:lnTo>
                  <a:pt x="359" y="4194"/>
                </a:lnTo>
                <a:lnTo>
                  <a:pt x="359" y="4193"/>
                </a:lnTo>
                <a:lnTo>
                  <a:pt x="358" y="4193"/>
                </a:lnTo>
                <a:lnTo>
                  <a:pt x="357" y="4193"/>
                </a:lnTo>
                <a:lnTo>
                  <a:pt x="356" y="4192"/>
                </a:lnTo>
                <a:lnTo>
                  <a:pt x="355" y="4191"/>
                </a:lnTo>
                <a:lnTo>
                  <a:pt x="356" y="4191"/>
                </a:lnTo>
                <a:lnTo>
                  <a:pt x="356" y="4190"/>
                </a:lnTo>
                <a:lnTo>
                  <a:pt x="356" y="4189"/>
                </a:lnTo>
                <a:lnTo>
                  <a:pt x="355" y="4189"/>
                </a:lnTo>
                <a:lnTo>
                  <a:pt x="355" y="4188"/>
                </a:lnTo>
                <a:lnTo>
                  <a:pt x="354" y="4188"/>
                </a:lnTo>
                <a:lnTo>
                  <a:pt x="355" y="4187"/>
                </a:lnTo>
                <a:lnTo>
                  <a:pt x="356" y="4187"/>
                </a:lnTo>
                <a:lnTo>
                  <a:pt x="356" y="4186"/>
                </a:lnTo>
                <a:lnTo>
                  <a:pt x="355" y="4186"/>
                </a:lnTo>
                <a:lnTo>
                  <a:pt x="355" y="4185"/>
                </a:lnTo>
                <a:lnTo>
                  <a:pt x="354" y="4185"/>
                </a:lnTo>
                <a:lnTo>
                  <a:pt x="355" y="4185"/>
                </a:lnTo>
                <a:lnTo>
                  <a:pt x="355" y="4184"/>
                </a:lnTo>
                <a:lnTo>
                  <a:pt x="356" y="4184"/>
                </a:lnTo>
                <a:lnTo>
                  <a:pt x="356" y="4183"/>
                </a:lnTo>
                <a:lnTo>
                  <a:pt x="355" y="4182"/>
                </a:lnTo>
                <a:lnTo>
                  <a:pt x="355" y="4181"/>
                </a:lnTo>
                <a:lnTo>
                  <a:pt x="354" y="4181"/>
                </a:lnTo>
                <a:lnTo>
                  <a:pt x="354" y="4180"/>
                </a:lnTo>
                <a:lnTo>
                  <a:pt x="353" y="4180"/>
                </a:lnTo>
                <a:lnTo>
                  <a:pt x="353" y="4179"/>
                </a:lnTo>
                <a:lnTo>
                  <a:pt x="354" y="4179"/>
                </a:lnTo>
                <a:lnTo>
                  <a:pt x="354" y="4178"/>
                </a:lnTo>
                <a:lnTo>
                  <a:pt x="355" y="4178"/>
                </a:lnTo>
                <a:lnTo>
                  <a:pt x="355" y="4177"/>
                </a:lnTo>
                <a:lnTo>
                  <a:pt x="355" y="4176"/>
                </a:lnTo>
                <a:lnTo>
                  <a:pt x="355" y="4175"/>
                </a:lnTo>
                <a:lnTo>
                  <a:pt x="356" y="4175"/>
                </a:lnTo>
                <a:lnTo>
                  <a:pt x="356" y="4174"/>
                </a:lnTo>
                <a:lnTo>
                  <a:pt x="357" y="4174"/>
                </a:lnTo>
                <a:lnTo>
                  <a:pt x="357" y="4173"/>
                </a:lnTo>
                <a:lnTo>
                  <a:pt x="358" y="4173"/>
                </a:lnTo>
                <a:lnTo>
                  <a:pt x="358" y="4172"/>
                </a:lnTo>
                <a:lnTo>
                  <a:pt x="359" y="4172"/>
                </a:lnTo>
                <a:lnTo>
                  <a:pt x="359" y="4171"/>
                </a:lnTo>
                <a:lnTo>
                  <a:pt x="360" y="4171"/>
                </a:lnTo>
                <a:lnTo>
                  <a:pt x="360" y="4170"/>
                </a:lnTo>
                <a:lnTo>
                  <a:pt x="361" y="4170"/>
                </a:lnTo>
                <a:lnTo>
                  <a:pt x="361" y="4169"/>
                </a:lnTo>
                <a:lnTo>
                  <a:pt x="362" y="4169"/>
                </a:lnTo>
                <a:lnTo>
                  <a:pt x="362" y="4168"/>
                </a:lnTo>
                <a:lnTo>
                  <a:pt x="363" y="4168"/>
                </a:lnTo>
                <a:lnTo>
                  <a:pt x="363" y="4167"/>
                </a:lnTo>
                <a:lnTo>
                  <a:pt x="364" y="4167"/>
                </a:lnTo>
                <a:lnTo>
                  <a:pt x="365" y="4167"/>
                </a:lnTo>
                <a:lnTo>
                  <a:pt x="365" y="4166"/>
                </a:lnTo>
                <a:lnTo>
                  <a:pt x="365" y="4165"/>
                </a:lnTo>
                <a:lnTo>
                  <a:pt x="364" y="4165"/>
                </a:lnTo>
                <a:lnTo>
                  <a:pt x="364" y="4164"/>
                </a:lnTo>
                <a:lnTo>
                  <a:pt x="363" y="4164"/>
                </a:lnTo>
                <a:lnTo>
                  <a:pt x="363" y="4163"/>
                </a:lnTo>
                <a:lnTo>
                  <a:pt x="362" y="4163"/>
                </a:lnTo>
                <a:lnTo>
                  <a:pt x="362" y="4162"/>
                </a:lnTo>
                <a:lnTo>
                  <a:pt x="363" y="4162"/>
                </a:lnTo>
                <a:lnTo>
                  <a:pt x="363" y="4161"/>
                </a:lnTo>
                <a:lnTo>
                  <a:pt x="362" y="4161"/>
                </a:lnTo>
                <a:lnTo>
                  <a:pt x="362" y="4160"/>
                </a:lnTo>
                <a:lnTo>
                  <a:pt x="362" y="4159"/>
                </a:lnTo>
                <a:lnTo>
                  <a:pt x="362" y="4158"/>
                </a:lnTo>
                <a:lnTo>
                  <a:pt x="362" y="4157"/>
                </a:lnTo>
                <a:lnTo>
                  <a:pt x="361" y="4157"/>
                </a:lnTo>
                <a:lnTo>
                  <a:pt x="361" y="4156"/>
                </a:lnTo>
                <a:lnTo>
                  <a:pt x="360" y="4156"/>
                </a:lnTo>
                <a:lnTo>
                  <a:pt x="360" y="4155"/>
                </a:lnTo>
                <a:lnTo>
                  <a:pt x="359" y="4155"/>
                </a:lnTo>
                <a:lnTo>
                  <a:pt x="358" y="4156"/>
                </a:lnTo>
                <a:lnTo>
                  <a:pt x="358" y="4155"/>
                </a:lnTo>
                <a:lnTo>
                  <a:pt x="357" y="4155"/>
                </a:lnTo>
                <a:lnTo>
                  <a:pt x="356" y="4155"/>
                </a:lnTo>
                <a:lnTo>
                  <a:pt x="356" y="4154"/>
                </a:lnTo>
                <a:lnTo>
                  <a:pt x="356" y="4153"/>
                </a:lnTo>
                <a:lnTo>
                  <a:pt x="356" y="4152"/>
                </a:lnTo>
                <a:lnTo>
                  <a:pt x="356" y="4151"/>
                </a:lnTo>
                <a:lnTo>
                  <a:pt x="356" y="4150"/>
                </a:lnTo>
                <a:lnTo>
                  <a:pt x="356" y="4149"/>
                </a:lnTo>
                <a:lnTo>
                  <a:pt x="357" y="4149"/>
                </a:lnTo>
                <a:lnTo>
                  <a:pt x="357" y="4148"/>
                </a:lnTo>
                <a:lnTo>
                  <a:pt x="358" y="4148"/>
                </a:lnTo>
                <a:lnTo>
                  <a:pt x="358" y="4147"/>
                </a:lnTo>
                <a:lnTo>
                  <a:pt x="359" y="4146"/>
                </a:lnTo>
                <a:lnTo>
                  <a:pt x="359" y="4145"/>
                </a:lnTo>
                <a:lnTo>
                  <a:pt x="360" y="4145"/>
                </a:lnTo>
                <a:lnTo>
                  <a:pt x="360" y="4144"/>
                </a:lnTo>
                <a:lnTo>
                  <a:pt x="361" y="4144"/>
                </a:lnTo>
                <a:lnTo>
                  <a:pt x="362" y="4144"/>
                </a:lnTo>
                <a:lnTo>
                  <a:pt x="363" y="4144"/>
                </a:lnTo>
                <a:lnTo>
                  <a:pt x="364" y="4144"/>
                </a:lnTo>
                <a:lnTo>
                  <a:pt x="365" y="4144"/>
                </a:lnTo>
                <a:lnTo>
                  <a:pt x="365" y="4143"/>
                </a:lnTo>
                <a:lnTo>
                  <a:pt x="366" y="4143"/>
                </a:lnTo>
                <a:lnTo>
                  <a:pt x="366" y="4144"/>
                </a:lnTo>
                <a:lnTo>
                  <a:pt x="367" y="4145"/>
                </a:lnTo>
                <a:lnTo>
                  <a:pt x="368" y="4144"/>
                </a:lnTo>
                <a:lnTo>
                  <a:pt x="368" y="4143"/>
                </a:lnTo>
                <a:lnTo>
                  <a:pt x="369" y="4143"/>
                </a:lnTo>
                <a:lnTo>
                  <a:pt x="370" y="4143"/>
                </a:lnTo>
                <a:lnTo>
                  <a:pt x="370" y="4142"/>
                </a:lnTo>
                <a:lnTo>
                  <a:pt x="371" y="4142"/>
                </a:lnTo>
                <a:lnTo>
                  <a:pt x="372" y="4142"/>
                </a:lnTo>
                <a:lnTo>
                  <a:pt x="373" y="4142"/>
                </a:lnTo>
                <a:lnTo>
                  <a:pt x="373" y="4141"/>
                </a:lnTo>
                <a:lnTo>
                  <a:pt x="374" y="4141"/>
                </a:lnTo>
                <a:lnTo>
                  <a:pt x="374" y="4140"/>
                </a:lnTo>
                <a:lnTo>
                  <a:pt x="374" y="4139"/>
                </a:lnTo>
                <a:lnTo>
                  <a:pt x="375" y="4140"/>
                </a:lnTo>
                <a:lnTo>
                  <a:pt x="376" y="4140"/>
                </a:lnTo>
                <a:lnTo>
                  <a:pt x="377" y="4140"/>
                </a:lnTo>
                <a:lnTo>
                  <a:pt x="377" y="4139"/>
                </a:lnTo>
                <a:lnTo>
                  <a:pt x="378" y="4139"/>
                </a:lnTo>
                <a:lnTo>
                  <a:pt x="378" y="4138"/>
                </a:lnTo>
                <a:lnTo>
                  <a:pt x="379" y="4138"/>
                </a:lnTo>
                <a:lnTo>
                  <a:pt x="379" y="4137"/>
                </a:lnTo>
                <a:lnTo>
                  <a:pt x="380" y="4137"/>
                </a:lnTo>
                <a:lnTo>
                  <a:pt x="381" y="4137"/>
                </a:lnTo>
                <a:lnTo>
                  <a:pt x="381" y="4136"/>
                </a:lnTo>
                <a:lnTo>
                  <a:pt x="382" y="4136"/>
                </a:lnTo>
                <a:lnTo>
                  <a:pt x="382" y="4135"/>
                </a:lnTo>
                <a:lnTo>
                  <a:pt x="383" y="4135"/>
                </a:lnTo>
                <a:lnTo>
                  <a:pt x="382" y="4135"/>
                </a:lnTo>
                <a:lnTo>
                  <a:pt x="382" y="4133"/>
                </a:lnTo>
                <a:lnTo>
                  <a:pt x="383" y="4133"/>
                </a:lnTo>
                <a:lnTo>
                  <a:pt x="382" y="4133"/>
                </a:lnTo>
                <a:lnTo>
                  <a:pt x="382" y="4132"/>
                </a:lnTo>
                <a:lnTo>
                  <a:pt x="381" y="4131"/>
                </a:lnTo>
                <a:lnTo>
                  <a:pt x="381" y="4130"/>
                </a:lnTo>
                <a:lnTo>
                  <a:pt x="380" y="4130"/>
                </a:lnTo>
                <a:lnTo>
                  <a:pt x="380" y="4129"/>
                </a:lnTo>
                <a:lnTo>
                  <a:pt x="380" y="4128"/>
                </a:lnTo>
                <a:lnTo>
                  <a:pt x="379" y="4128"/>
                </a:lnTo>
                <a:lnTo>
                  <a:pt x="379" y="4127"/>
                </a:lnTo>
                <a:lnTo>
                  <a:pt x="378" y="4127"/>
                </a:lnTo>
                <a:lnTo>
                  <a:pt x="378" y="4126"/>
                </a:lnTo>
                <a:lnTo>
                  <a:pt x="377" y="4125"/>
                </a:lnTo>
                <a:lnTo>
                  <a:pt x="377" y="4124"/>
                </a:lnTo>
                <a:lnTo>
                  <a:pt x="377" y="4123"/>
                </a:lnTo>
                <a:lnTo>
                  <a:pt x="378" y="4122"/>
                </a:lnTo>
                <a:lnTo>
                  <a:pt x="378" y="4121"/>
                </a:lnTo>
                <a:lnTo>
                  <a:pt x="378" y="4120"/>
                </a:lnTo>
                <a:lnTo>
                  <a:pt x="379" y="4120"/>
                </a:lnTo>
                <a:lnTo>
                  <a:pt x="379" y="4119"/>
                </a:lnTo>
                <a:lnTo>
                  <a:pt x="379" y="4118"/>
                </a:lnTo>
                <a:lnTo>
                  <a:pt x="378" y="4118"/>
                </a:lnTo>
                <a:lnTo>
                  <a:pt x="377" y="4118"/>
                </a:lnTo>
                <a:lnTo>
                  <a:pt x="377" y="4119"/>
                </a:lnTo>
                <a:lnTo>
                  <a:pt x="376" y="4119"/>
                </a:lnTo>
                <a:lnTo>
                  <a:pt x="376" y="4118"/>
                </a:lnTo>
                <a:lnTo>
                  <a:pt x="374" y="4118"/>
                </a:lnTo>
                <a:lnTo>
                  <a:pt x="373" y="4118"/>
                </a:lnTo>
                <a:lnTo>
                  <a:pt x="372" y="4118"/>
                </a:lnTo>
                <a:lnTo>
                  <a:pt x="371" y="4117"/>
                </a:lnTo>
                <a:lnTo>
                  <a:pt x="371" y="4116"/>
                </a:lnTo>
                <a:lnTo>
                  <a:pt x="371" y="4115"/>
                </a:lnTo>
                <a:lnTo>
                  <a:pt x="372" y="4115"/>
                </a:lnTo>
                <a:lnTo>
                  <a:pt x="371" y="4114"/>
                </a:lnTo>
                <a:lnTo>
                  <a:pt x="372" y="4114"/>
                </a:lnTo>
                <a:lnTo>
                  <a:pt x="372" y="4113"/>
                </a:lnTo>
                <a:lnTo>
                  <a:pt x="371" y="4112"/>
                </a:lnTo>
                <a:lnTo>
                  <a:pt x="371" y="4111"/>
                </a:lnTo>
                <a:lnTo>
                  <a:pt x="371" y="4110"/>
                </a:lnTo>
                <a:lnTo>
                  <a:pt x="371" y="4109"/>
                </a:lnTo>
                <a:lnTo>
                  <a:pt x="371" y="4108"/>
                </a:lnTo>
                <a:lnTo>
                  <a:pt x="371" y="4107"/>
                </a:lnTo>
                <a:lnTo>
                  <a:pt x="370" y="4107"/>
                </a:lnTo>
                <a:lnTo>
                  <a:pt x="370" y="4106"/>
                </a:lnTo>
                <a:lnTo>
                  <a:pt x="370" y="4105"/>
                </a:lnTo>
                <a:lnTo>
                  <a:pt x="370" y="4104"/>
                </a:lnTo>
                <a:lnTo>
                  <a:pt x="370" y="4103"/>
                </a:lnTo>
                <a:lnTo>
                  <a:pt x="371" y="4103"/>
                </a:lnTo>
                <a:lnTo>
                  <a:pt x="371" y="4102"/>
                </a:lnTo>
                <a:lnTo>
                  <a:pt x="370" y="4102"/>
                </a:lnTo>
                <a:lnTo>
                  <a:pt x="370" y="4101"/>
                </a:lnTo>
                <a:lnTo>
                  <a:pt x="370" y="4100"/>
                </a:lnTo>
                <a:lnTo>
                  <a:pt x="371" y="4100"/>
                </a:lnTo>
                <a:lnTo>
                  <a:pt x="371" y="4099"/>
                </a:lnTo>
                <a:lnTo>
                  <a:pt x="370" y="4099"/>
                </a:lnTo>
                <a:lnTo>
                  <a:pt x="370" y="4098"/>
                </a:lnTo>
                <a:lnTo>
                  <a:pt x="370" y="4097"/>
                </a:lnTo>
                <a:lnTo>
                  <a:pt x="369" y="4097"/>
                </a:lnTo>
                <a:lnTo>
                  <a:pt x="369" y="4096"/>
                </a:lnTo>
                <a:lnTo>
                  <a:pt x="368" y="4096"/>
                </a:lnTo>
                <a:lnTo>
                  <a:pt x="368" y="4095"/>
                </a:lnTo>
                <a:lnTo>
                  <a:pt x="368" y="4094"/>
                </a:lnTo>
                <a:lnTo>
                  <a:pt x="368" y="4093"/>
                </a:lnTo>
                <a:lnTo>
                  <a:pt x="367" y="4093"/>
                </a:lnTo>
                <a:lnTo>
                  <a:pt x="366" y="4093"/>
                </a:lnTo>
                <a:lnTo>
                  <a:pt x="366" y="4092"/>
                </a:lnTo>
                <a:lnTo>
                  <a:pt x="365" y="4092"/>
                </a:lnTo>
                <a:lnTo>
                  <a:pt x="365" y="4091"/>
                </a:lnTo>
                <a:lnTo>
                  <a:pt x="364" y="4091"/>
                </a:lnTo>
                <a:lnTo>
                  <a:pt x="364" y="4090"/>
                </a:lnTo>
                <a:lnTo>
                  <a:pt x="364" y="4089"/>
                </a:lnTo>
                <a:lnTo>
                  <a:pt x="363" y="4089"/>
                </a:lnTo>
                <a:lnTo>
                  <a:pt x="363" y="4088"/>
                </a:lnTo>
                <a:lnTo>
                  <a:pt x="363" y="4087"/>
                </a:lnTo>
                <a:lnTo>
                  <a:pt x="362" y="4087"/>
                </a:lnTo>
                <a:lnTo>
                  <a:pt x="362" y="4086"/>
                </a:lnTo>
                <a:lnTo>
                  <a:pt x="362" y="4085"/>
                </a:lnTo>
                <a:lnTo>
                  <a:pt x="362" y="4084"/>
                </a:lnTo>
                <a:lnTo>
                  <a:pt x="362" y="4083"/>
                </a:lnTo>
                <a:lnTo>
                  <a:pt x="362" y="4082"/>
                </a:lnTo>
                <a:lnTo>
                  <a:pt x="362" y="4081"/>
                </a:lnTo>
                <a:lnTo>
                  <a:pt x="363" y="4081"/>
                </a:lnTo>
                <a:lnTo>
                  <a:pt x="363" y="4080"/>
                </a:lnTo>
                <a:lnTo>
                  <a:pt x="364" y="4080"/>
                </a:lnTo>
                <a:lnTo>
                  <a:pt x="364" y="4079"/>
                </a:lnTo>
                <a:lnTo>
                  <a:pt x="365" y="4079"/>
                </a:lnTo>
                <a:lnTo>
                  <a:pt x="365" y="4078"/>
                </a:lnTo>
                <a:lnTo>
                  <a:pt x="366" y="4078"/>
                </a:lnTo>
                <a:lnTo>
                  <a:pt x="366" y="4077"/>
                </a:lnTo>
                <a:lnTo>
                  <a:pt x="367" y="4077"/>
                </a:lnTo>
                <a:lnTo>
                  <a:pt x="367" y="4076"/>
                </a:lnTo>
                <a:lnTo>
                  <a:pt x="368" y="4076"/>
                </a:lnTo>
                <a:lnTo>
                  <a:pt x="369" y="4076"/>
                </a:lnTo>
                <a:lnTo>
                  <a:pt x="370" y="4076"/>
                </a:lnTo>
                <a:lnTo>
                  <a:pt x="371" y="4076"/>
                </a:lnTo>
                <a:lnTo>
                  <a:pt x="371" y="4075"/>
                </a:lnTo>
                <a:lnTo>
                  <a:pt x="372" y="4075"/>
                </a:lnTo>
                <a:lnTo>
                  <a:pt x="373" y="4075"/>
                </a:lnTo>
                <a:lnTo>
                  <a:pt x="373" y="4074"/>
                </a:lnTo>
                <a:lnTo>
                  <a:pt x="374" y="4074"/>
                </a:lnTo>
                <a:lnTo>
                  <a:pt x="374" y="4075"/>
                </a:lnTo>
                <a:lnTo>
                  <a:pt x="375" y="4075"/>
                </a:lnTo>
                <a:lnTo>
                  <a:pt x="376" y="4075"/>
                </a:lnTo>
                <a:lnTo>
                  <a:pt x="377" y="4075"/>
                </a:lnTo>
                <a:lnTo>
                  <a:pt x="377" y="4074"/>
                </a:lnTo>
                <a:lnTo>
                  <a:pt x="378" y="4074"/>
                </a:lnTo>
                <a:lnTo>
                  <a:pt x="378" y="4075"/>
                </a:lnTo>
                <a:lnTo>
                  <a:pt x="379" y="4075"/>
                </a:lnTo>
                <a:lnTo>
                  <a:pt x="380" y="4075"/>
                </a:lnTo>
                <a:lnTo>
                  <a:pt x="381" y="4074"/>
                </a:lnTo>
                <a:lnTo>
                  <a:pt x="382" y="4074"/>
                </a:lnTo>
                <a:lnTo>
                  <a:pt x="381" y="4074"/>
                </a:lnTo>
                <a:lnTo>
                  <a:pt x="381" y="4073"/>
                </a:lnTo>
                <a:lnTo>
                  <a:pt x="382" y="4073"/>
                </a:lnTo>
                <a:lnTo>
                  <a:pt x="381" y="4073"/>
                </a:lnTo>
                <a:lnTo>
                  <a:pt x="381" y="4072"/>
                </a:lnTo>
                <a:lnTo>
                  <a:pt x="382" y="4072"/>
                </a:lnTo>
                <a:lnTo>
                  <a:pt x="382" y="4071"/>
                </a:lnTo>
                <a:lnTo>
                  <a:pt x="383" y="4071"/>
                </a:lnTo>
                <a:lnTo>
                  <a:pt x="383" y="4070"/>
                </a:lnTo>
                <a:lnTo>
                  <a:pt x="384" y="4070"/>
                </a:lnTo>
                <a:lnTo>
                  <a:pt x="384" y="4069"/>
                </a:lnTo>
                <a:lnTo>
                  <a:pt x="385" y="4069"/>
                </a:lnTo>
                <a:lnTo>
                  <a:pt x="386" y="4069"/>
                </a:lnTo>
                <a:lnTo>
                  <a:pt x="386" y="4068"/>
                </a:lnTo>
                <a:lnTo>
                  <a:pt x="387" y="4068"/>
                </a:lnTo>
                <a:lnTo>
                  <a:pt x="387" y="4066"/>
                </a:lnTo>
                <a:lnTo>
                  <a:pt x="388" y="4065"/>
                </a:lnTo>
                <a:lnTo>
                  <a:pt x="388" y="4064"/>
                </a:lnTo>
                <a:lnTo>
                  <a:pt x="387" y="4064"/>
                </a:lnTo>
                <a:lnTo>
                  <a:pt x="387" y="4063"/>
                </a:lnTo>
                <a:lnTo>
                  <a:pt x="386" y="4063"/>
                </a:lnTo>
                <a:lnTo>
                  <a:pt x="385" y="4062"/>
                </a:lnTo>
                <a:lnTo>
                  <a:pt x="384" y="4062"/>
                </a:lnTo>
                <a:lnTo>
                  <a:pt x="384" y="4061"/>
                </a:lnTo>
                <a:lnTo>
                  <a:pt x="383" y="4061"/>
                </a:lnTo>
                <a:lnTo>
                  <a:pt x="383" y="4060"/>
                </a:lnTo>
                <a:lnTo>
                  <a:pt x="383" y="4059"/>
                </a:lnTo>
                <a:lnTo>
                  <a:pt x="384" y="4059"/>
                </a:lnTo>
                <a:lnTo>
                  <a:pt x="384" y="4058"/>
                </a:lnTo>
                <a:lnTo>
                  <a:pt x="383" y="4058"/>
                </a:lnTo>
                <a:lnTo>
                  <a:pt x="383" y="4057"/>
                </a:lnTo>
                <a:lnTo>
                  <a:pt x="382" y="4057"/>
                </a:lnTo>
                <a:lnTo>
                  <a:pt x="382" y="4056"/>
                </a:lnTo>
                <a:lnTo>
                  <a:pt x="381" y="4056"/>
                </a:lnTo>
                <a:lnTo>
                  <a:pt x="381" y="4055"/>
                </a:lnTo>
                <a:lnTo>
                  <a:pt x="381" y="4054"/>
                </a:lnTo>
                <a:lnTo>
                  <a:pt x="380" y="4054"/>
                </a:lnTo>
                <a:lnTo>
                  <a:pt x="380" y="4053"/>
                </a:lnTo>
                <a:lnTo>
                  <a:pt x="380" y="4052"/>
                </a:lnTo>
                <a:lnTo>
                  <a:pt x="379" y="4052"/>
                </a:lnTo>
                <a:lnTo>
                  <a:pt x="379" y="4051"/>
                </a:lnTo>
                <a:lnTo>
                  <a:pt x="378" y="4051"/>
                </a:lnTo>
                <a:lnTo>
                  <a:pt x="377" y="4051"/>
                </a:lnTo>
                <a:lnTo>
                  <a:pt x="377" y="4050"/>
                </a:lnTo>
                <a:lnTo>
                  <a:pt x="376" y="4050"/>
                </a:lnTo>
                <a:lnTo>
                  <a:pt x="375" y="4049"/>
                </a:lnTo>
                <a:lnTo>
                  <a:pt x="374" y="4049"/>
                </a:lnTo>
                <a:lnTo>
                  <a:pt x="374" y="4048"/>
                </a:lnTo>
                <a:lnTo>
                  <a:pt x="373" y="4048"/>
                </a:lnTo>
                <a:lnTo>
                  <a:pt x="372" y="4047"/>
                </a:lnTo>
                <a:lnTo>
                  <a:pt x="372" y="4046"/>
                </a:lnTo>
                <a:lnTo>
                  <a:pt x="371" y="4046"/>
                </a:lnTo>
                <a:lnTo>
                  <a:pt x="371" y="4045"/>
                </a:lnTo>
                <a:lnTo>
                  <a:pt x="370" y="4045"/>
                </a:lnTo>
                <a:lnTo>
                  <a:pt x="370" y="4044"/>
                </a:lnTo>
                <a:lnTo>
                  <a:pt x="369" y="4044"/>
                </a:lnTo>
                <a:lnTo>
                  <a:pt x="369" y="4043"/>
                </a:lnTo>
                <a:lnTo>
                  <a:pt x="368" y="4043"/>
                </a:lnTo>
                <a:lnTo>
                  <a:pt x="367" y="4043"/>
                </a:lnTo>
                <a:lnTo>
                  <a:pt x="367" y="4042"/>
                </a:lnTo>
                <a:lnTo>
                  <a:pt x="366" y="4042"/>
                </a:lnTo>
                <a:lnTo>
                  <a:pt x="365" y="4041"/>
                </a:lnTo>
                <a:lnTo>
                  <a:pt x="365" y="4040"/>
                </a:lnTo>
                <a:lnTo>
                  <a:pt x="364" y="4040"/>
                </a:lnTo>
                <a:lnTo>
                  <a:pt x="363" y="4040"/>
                </a:lnTo>
                <a:lnTo>
                  <a:pt x="364" y="4040"/>
                </a:lnTo>
                <a:lnTo>
                  <a:pt x="364" y="4039"/>
                </a:lnTo>
                <a:lnTo>
                  <a:pt x="364" y="4038"/>
                </a:lnTo>
                <a:lnTo>
                  <a:pt x="364" y="4037"/>
                </a:lnTo>
                <a:lnTo>
                  <a:pt x="365" y="4037"/>
                </a:lnTo>
                <a:lnTo>
                  <a:pt x="365" y="4036"/>
                </a:lnTo>
                <a:lnTo>
                  <a:pt x="366" y="4036"/>
                </a:lnTo>
                <a:lnTo>
                  <a:pt x="367" y="4036"/>
                </a:lnTo>
                <a:lnTo>
                  <a:pt x="367" y="4035"/>
                </a:lnTo>
                <a:lnTo>
                  <a:pt x="367" y="4034"/>
                </a:lnTo>
                <a:lnTo>
                  <a:pt x="367" y="4033"/>
                </a:lnTo>
                <a:lnTo>
                  <a:pt x="366" y="4033"/>
                </a:lnTo>
                <a:lnTo>
                  <a:pt x="366" y="4032"/>
                </a:lnTo>
                <a:lnTo>
                  <a:pt x="365" y="4032"/>
                </a:lnTo>
                <a:lnTo>
                  <a:pt x="364" y="4032"/>
                </a:lnTo>
                <a:lnTo>
                  <a:pt x="364" y="4033"/>
                </a:lnTo>
                <a:lnTo>
                  <a:pt x="363" y="4032"/>
                </a:lnTo>
                <a:lnTo>
                  <a:pt x="362" y="4032"/>
                </a:lnTo>
                <a:lnTo>
                  <a:pt x="360" y="4032"/>
                </a:lnTo>
                <a:lnTo>
                  <a:pt x="359" y="4032"/>
                </a:lnTo>
                <a:lnTo>
                  <a:pt x="358" y="4032"/>
                </a:lnTo>
                <a:lnTo>
                  <a:pt x="358" y="4031"/>
                </a:lnTo>
                <a:lnTo>
                  <a:pt x="357" y="4031"/>
                </a:lnTo>
                <a:lnTo>
                  <a:pt x="356" y="4031"/>
                </a:lnTo>
                <a:lnTo>
                  <a:pt x="356" y="4030"/>
                </a:lnTo>
                <a:lnTo>
                  <a:pt x="357" y="4030"/>
                </a:lnTo>
                <a:lnTo>
                  <a:pt x="357" y="4029"/>
                </a:lnTo>
                <a:lnTo>
                  <a:pt x="357" y="4028"/>
                </a:lnTo>
                <a:lnTo>
                  <a:pt x="357" y="4027"/>
                </a:lnTo>
                <a:lnTo>
                  <a:pt x="358" y="4027"/>
                </a:lnTo>
                <a:lnTo>
                  <a:pt x="358" y="4026"/>
                </a:lnTo>
                <a:lnTo>
                  <a:pt x="358" y="4025"/>
                </a:lnTo>
                <a:lnTo>
                  <a:pt x="358" y="4024"/>
                </a:lnTo>
                <a:lnTo>
                  <a:pt x="359" y="4024"/>
                </a:lnTo>
                <a:lnTo>
                  <a:pt x="359" y="4023"/>
                </a:lnTo>
                <a:lnTo>
                  <a:pt x="360" y="4022"/>
                </a:lnTo>
                <a:lnTo>
                  <a:pt x="359" y="4022"/>
                </a:lnTo>
                <a:lnTo>
                  <a:pt x="359" y="4021"/>
                </a:lnTo>
                <a:lnTo>
                  <a:pt x="358" y="4021"/>
                </a:lnTo>
                <a:lnTo>
                  <a:pt x="358" y="4020"/>
                </a:lnTo>
                <a:lnTo>
                  <a:pt x="357" y="4020"/>
                </a:lnTo>
                <a:lnTo>
                  <a:pt x="357" y="4019"/>
                </a:lnTo>
                <a:lnTo>
                  <a:pt x="357" y="4018"/>
                </a:lnTo>
                <a:lnTo>
                  <a:pt x="357" y="4017"/>
                </a:lnTo>
                <a:lnTo>
                  <a:pt x="356" y="4017"/>
                </a:lnTo>
                <a:lnTo>
                  <a:pt x="356" y="4016"/>
                </a:lnTo>
                <a:lnTo>
                  <a:pt x="356" y="4015"/>
                </a:lnTo>
                <a:lnTo>
                  <a:pt x="356" y="4014"/>
                </a:lnTo>
                <a:lnTo>
                  <a:pt x="357" y="4014"/>
                </a:lnTo>
                <a:lnTo>
                  <a:pt x="356" y="4014"/>
                </a:lnTo>
                <a:lnTo>
                  <a:pt x="356" y="4013"/>
                </a:lnTo>
                <a:lnTo>
                  <a:pt x="356" y="4012"/>
                </a:lnTo>
                <a:lnTo>
                  <a:pt x="355" y="4012"/>
                </a:lnTo>
                <a:lnTo>
                  <a:pt x="354" y="4012"/>
                </a:lnTo>
                <a:lnTo>
                  <a:pt x="353" y="4012"/>
                </a:lnTo>
                <a:lnTo>
                  <a:pt x="353" y="4013"/>
                </a:lnTo>
                <a:lnTo>
                  <a:pt x="352" y="4013"/>
                </a:lnTo>
                <a:lnTo>
                  <a:pt x="351" y="4013"/>
                </a:lnTo>
                <a:lnTo>
                  <a:pt x="350" y="4013"/>
                </a:lnTo>
                <a:lnTo>
                  <a:pt x="349" y="4013"/>
                </a:lnTo>
                <a:lnTo>
                  <a:pt x="348" y="4014"/>
                </a:lnTo>
                <a:lnTo>
                  <a:pt x="348" y="4013"/>
                </a:lnTo>
                <a:lnTo>
                  <a:pt x="347" y="4013"/>
                </a:lnTo>
                <a:lnTo>
                  <a:pt x="347" y="4012"/>
                </a:lnTo>
                <a:lnTo>
                  <a:pt x="347" y="4011"/>
                </a:lnTo>
                <a:lnTo>
                  <a:pt x="347" y="4010"/>
                </a:lnTo>
                <a:lnTo>
                  <a:pt x="346" y="4009"/>
                </a:lnTo>
                <a:lnTo>
                  <a:pt x="346" y="4008"/>
                </a:lnTo>
                <a:lnTo>
                  <a:pt x="346" y="4007"/>
                </a:lnTo>
                <a:lnTo>
                  <a:pt x="347" y="4007"/>
                </a:lnTo>
                <a:lnTo>
                  <a:pt x="347" y="4006"/>
                </a:lnTo>
                <a:lnTo>
                  <a:pt x="347" y="4005"/>
                </a:lnTo>
                <a:lnTo>
                  <a:pt x="347" y="4004"/>
                </a:lnTo>
                <a:lnTo>
                  <a:pt x="347" y="4003"/>
                </a:lnTo>
                <a:lnTo>
                  <a:pt x="346" y="4003"/>
                </a:lnTo>
                <a:lnTo>
                  <a:pt x="347" y="4003"/>
                </a:lnTo>
                <a:lnTo>
                  <a:pt x="347" y="4002"/>
                </a:lnTo>
                <a:lnTo>
                  <a:pt x="347" y="4001"/>
                </a:lnTo>
                <a:lnTo>
                  <a:pt x="347" y="4000"/>
                </a:lnTo>
                <a:lnTo>
                  <a:pt x="348" y="4000"/>
                </a:lnTo>
                <a:lnTo>
                  <a:pt x="347" y="4000"/>
                </a:lnTo>
                <a:lnTo>
                  <a:pt x="347" y="3999"/>
                </a:lnTo>
                <a:lnTo>
                  <a:pt x="346" y="3999"/>
                </a:lnTo>
                <a:lnTo>
                  <a:pt x="346" y="3998"/>
                </a:lnTo>
                <a:lnTo>
                  <a:pt x="346" y="3996"/>
                </a:lnTo>
                <a:lnTo>
                  <a:pt x="347" y="3996"/>
                </a:lnTo>
                <a:lnTo>
                  <a:pt x="348" y="3995"/>
                </a:lnTo>
                <a:lnTo>
                  <a:pt x="349" y="3995"/>
                </a:lnTo>
                <a:lnTo>
                  <a:pt x="350" y="3995"/>
                </a:lnTo>
                <a:lnTo>
                  <a:pt x="350" y="3994"/>
                </a:lnTo>
                <a:lnTo>
                  <a:pt x="351" y="3994"/>
                </a:lnTo>
                <a:lnTo>
                  <a:pt x="351" y="3993"/>
                </a:lnTo>
                <a:lnTo>
                  <a:pt x="352" y="3994"/>
                </a:lnTo>
                <a:lnTo>
                  <a:pt x="352" y="3993"/>
                </a:lnTo>
                <a:lnTo>
                  <a:pt x="353" y="3993"/>
                </a:lnTo>
                <a:lnTo>
                  <a:pt x="355" y="3993"/>
                </a:lnTo>
                <a:lnTo>
                  <a:pt x="355" y="3992"/>
                </a:lnTo>
                <a:lnTo>
                  <a:pt x="355" y="3991"/>
                </a:lnTo>
                <a:lnTo>
                  <a:pt x="356" y="3991"/>
                </a:lnTo>
                <a:lnTo>
                  <a:pt x="357" y="3991"/>
                </a:lnTo>
                <a:lnTo>
                  <a:pt x="358" y="3991"/>
                </a:lnTo>
                <a:lnTo>
                  <a:pt x="358" y="3990"/>
                </a:lnTo>
                <a:lnTo>
                  <a:pt x="358" y="3989"/>
                </a:lnTo>
                <a:lnTo>
                  <a:pt x="359" y="3989"/>
                </a:lnTo>
                <a:lnTo>
                  <a:pt x="359" y="3988"/>
                </a:lnTo>
                <a:lnTo>
                  <a:pt x="359" y="3987"/>
                </a:lnTo>
                <a:lnTo>
                  <a:pt x="360" y="3987"/>
                </a:lnTo>
                <a:lnTo>
                  <a:pt x="360" y="3986"/>
                </a:lnTo>
                <a:lnTo>
                  <a:pt x="360" y="3985"/>
                </a:lnTo>
                <a:lnTo>
                  <a:pt x="361" y="3985"/>
                </a:lnTo>
                <a:lnTo>
                  <a:pt x="361" y="3984"/>
                </a:lnTo>
                <a:lnTo>
                  <a:pt x="362" y="3984"/>
                </a:lnTo>
                <a:lnTo>
                  <a:pt x="362" y="3983"/>
                </a:lnTo>
                <a:lnTo>
                  <a:pt x="362" y="3982"/>
                </a:lnTo>
                <a:lnTo>
                  <a:pt x="363" y="3982"/>
                </a:lnTo>
                <a:lnTo>
                  <a:pt x="364" y="3982"/>
                </a:lnTo>
                <a:lnTo>
                  <a:pt x="365" y="3982"/>
                </a:lnTo>
                <a:lnTo>
                  <a:pt x="365" y="3981"/>
                </a:lnTo>
                <a:lnTo>
                  <a:pt x="364" y="3981"/>
                </a:lnTo>
                <a:lnTo>
                  <a:pt x="364" y="3980"/>
                </a:lnTo>
                <a:lnTo>
                  <a:pt x="364" y="3979"/>
                </a:lnTo>
                <a:lnTo>
                  <a:pt x="364" y="3978"/>
                </a:lnTo>
                <a:lnTo>
                  <a:pt x="364" y="3977"/>
                </a:lnTo>
                <a:lnTo>
                  <a:pt x="364" y="3976"/>
                </a:lnTo>
                <a:lnTo>
                  <a:pt x="363" y="3976"/>
                </a:lnTo>
                <a:lnTo>
                  <a:pt x="362" y="3976"/>
                </a:lnTo>
                <a:lnTo>
                  <a:pt x="362" y="3975"/>
                </a:lnTo>
                <a:lnTo>
                  <a:pt x="361" y="3975"/>
                </a:lnTo>
                <a:lnTo>
                  <a:pt x="361" y="3974"/>
                </a:lnTo>
                <a:lnTo>
                  <a:pt x="361" y="3973"/>
                </a:lnTo>
                <a:lnTo>
                  <a:pt x="362" y="3973"/>
                </a:lnTo>
                <a:lnTo>
                  <a:pt x="362" y="3972"/>
                </a:lnTo>
                <a:lnTo>
                  <a:pt x="363" y="3972"/>
                </a:lnTo>
                <a:lnTo>
                  <a:pt x="363" y="3971"/>
                </a:lnTo>
                <a:lnTo>
                  <a:pt x="363" y="3970"/>
                </a:lnTo>
                <a:lnTo>
                  <a:pt x="364" y="3969"/>
                </a:lnTo>
                <a:lnTo>
                  <a:pt x="364" y="3968"/>
                </a:lnTo>
                <a:lnTo>
                  <a:pt x="363" y="3968"/>
                </a:lnTo>
                <a:lnTo>
                  <a:pt x="363" y="3967"/>
                </a:lnTo>
                <a:lnTo>
                  <a:pt x="362" y="3967"/>
                </a:lnTo>
                <a:lnTo>
                  <a:pt x="361" y="3967"/>
                </a:lnTo>
                <a:lnTo>
                  <a:pt x="361" y="3965"/>
                </a:lnTo>
                <a:lnTo>
                  <a:pt x="361" y="3964"/>
                </a:lnTo>
                <a:lnTo>
                  <a:pt x="360" y="3964"/>
                </a:lnTo>
                <a:lnTo>
                  <a:pt x="360" y="3963"/>
                </a:lnTo>
                <a:lnTo>
                  <a:pt x="360" y="3962"/>
                </a:lnTo>
                <a:lnTo>
                  <a:pt x="360" y="3961"/>
                </a:lnTo>
                <a:lnTo>
                  <a:pt x="361" y="3961"/>
                </a:lnTo>
                <a:lnTo>
                  <a:pt x="363" y="3961"/>
                </a:lnTo>
                <a:lnTo>
                  <a:pt x="363" y="3960"/>
                </a:lnTo>
                <a:lnTo>
                  <a:pt x="364" y="3960"/>
                </a:lnTo>
                <a:lnTo>
                  <a:pt x="364" y="3959"/>
                </a:lnTo>
                <a:lnTo>
                  <a:pt x="364" y="3958"/>
                </a:lnTo>
                <a:lnTo>
                  <a:pt x="364" y="3956"/>
                </a:lnTo>
                <a:lnTo>
                  <a:pt x="365" y="3956"/>
                </a:lnTo>
                <a:lnTo>
                  <a:pt x="365" y="3955"/>
                </a:lnTo>
                <a:lnTo>
                  <a:pt x="365" y="3954"/>
                </a:lnTo>
                <a:lnTo>
                  <a:pt x="366" y="3954"/>
                </a:lnTo>
                <a:lnTo>
                  <a:pt x="366" y="3953"/>
                </a:lnTo>
                <a:lnTo>
                  <a:pt x="366" y="3952"/>
                </a:lnTo>
                <a:lnTo>
                  <a:pt x="366" y="3951"/>
                </a:lnTo>
                <a:lnTo>
                  <a:pt x="365" y="3951"/>
                </a:lnTo>
                <a:lnTo>
                  <a:pt x="365" y="3950"/>
                </a:lnTo>
                <a:lnTo>
                  <a:pt x="365" y="3949"/>
                </a:lnTo>
                <a:lnTo>
                  <a:pt x="364" y="3948"/>
                </a:lnTo>
                <a:lnTo>
                  <a:pt x="364" y="3947"/>
                </a:lnTo>
                <a:lnTo>
                  <a:pt x="363" y="3947"/>
                </a:lnTo>
                <a:lnTo>
                  <a:pt x="364" y="3946"/>
                </a:lnTo>
                <a:lnTo>
                  <a:pt x="365" y="3946"/>
                </a:lnTo>
                <a:lnTo>
                  <a:pt x="365" y="3945"/>
                </a:lnTo>
                <a:lnTo>
                  <a:pt x="364" y="3945"/>
                </a:lnTo>
                <a:lnTo>
                  <a:pt x="364" y="3944"/>
                </a:lnTo>
                <a:lnTo>
                  <a:pt x="363" y="3944"/>
                </a:lnTo>
                <a:lnTo>
                  <a:pt x="363" y="3943"/>
                </a:lnTo>
                <a:lnTo>
                  <a:pt x="363" y="3942"/>
                </a:lnTo>
                <a:lnTo>
                  <a:pt x="363" y="3941"/>
                </a:lnTo>
                <a:lnTo>
                  <a:pt x="362" y="3941"/>
                </a:lnTo>
                <a:lnTo>
                  <a:pt x="362" y="3940"/>
                </a:lnTo>
                <a:lnTo>
                  <a:pt x="362" y="3939"/>
                </a:lnTo>
                <a:lnTo>
                  <a:pt x="362" y="3938"/>
                </a:lnTo>
                <a:lnTo>
                  <a:pt x="362" y="3937"/>
                </a:lnTo>
                <a:lnTo>
                  <a:pt x="362" y="3936"/>
                </a:lnTo>
                <a:lnTo>
                  <a:pt x="362" y="3935"/>
                </a:lnTo>
                <a:lnTo>
                  <a:pt x="361" y="3935"/>
                </a:lnTo>
                <a:lnTo>
                  <a:pt x="361" y="3934"/>
                </a:lnTo>
                <a:lnTo>
                  <a:pt x="360" y="3934"/>
                </a:lnTo>
                <a:lnTo>
                  <a:pt x="360" y="3933"/>
                </a:lnTo>
                <a:lnTo>
                  <a:pt x="359" y="3933"/>
                </a:lnTo>
                <a:lnTo>
                  <a:pt x="359" y="3932"/>
                </a:lnTo>
                <a:lnTo>
                  <a:pt x="359" y="3931"/>
                </a:lnTo>
                <a:lnTo>
                  <a:pt x="358" y="3931"/>
                </a:lnTo>
                <a:lnTo>
                  <a:pt x="358" y="3930"/>
                </a:lnTo>
                <a:lnTo>
                  <a:pt x="358" y="3929"/>
                </a:lnTo>
                <a:lnTo>
                  <a:pt x="359" y="3929"/>
                </a:lnTo>
                <a:lnTo>
                  <a:pt x="360" y="3929"/>
                </a:lnTo>
                <a:lnTo>
                  <a:pt x="360" y="3928"/>
                </a:lnTo>
                <a:lnTo>
                  <a:pt x="361" y="3928"/>
                </a:lnTo>
                <a:lnTo>
                  <a:pt x="361" y="3927"/>
                </a:lnTo>
                <a:lnTo>
                  <a:pt x="362" y="3927"/>
                </a:lnTo>
                <a:lnTo>
                  <a:pt x="362" y="3926"/>
                </a:lnTo>
                <a:lnTo>
                  <a:pt x="363" y="3926"/>
                </a:lnTo>
                <a:lnTo>
                  <a:pt x="363" y="3925"/>
                </a:lnTo>
                <a:lnTo>
                  <a:pt x="364" y="3924"/>
                </a:lnTo>
                <a:lnTo>
                  <a:pt x="365" y="3924"/>
                </a:lnTo>
                <a:lnTo>
                  <a:pt x="366" y="3925"/>
                </a:lnTo>
                <a:lnTo>
                  <a:pt x="367" y="3925"/>
                </a:lnTo>
                <a:lnTo>
                  <a:pt x="367" y="3924"/>
                </a:lnTo>
                <a:lnTo>
                  <a:pt x="368" y="3924"/>
                </a:lnTo>
                <a:lnTo>
                  <a:pt x="368" y="3925"/>
                </a:lnTo>
                <a:lnTo>
                  <a:pt x="369" y="3925"/>
                </a:lnTo>
                <a:lnTo>
                  <a:pt x="370" y="3924"/>
                </a:lnTo>
                <a:lnTo>
                  <a:pt x="371" y="3924"/>
                </a:lnTo>
                <a:lnTo>
                  <a:pt x="371" y="3923"/>
                </a:lnTo>
                <a:lnTo>
                  <a:pt x="371" y="3924"/>
                </a:lnTo>
                <a:lnTo>
                  <a:pt x="372" y="3924"/>
                </a:lnTo>
                <a:lnTo>
                  <a:pt x="373" y="3924"/>
                </a:lnTo>
                <a:lnTo>
                  <a:pt x="373" y="3925"/>
                </a:lnTo>
                <a:lnTo>
                  <a:pt x="374" y="3925"/>
                </a:lnTo>
                <a:lnTo>
                  <a:pt x="375" y="3925"/>
                </a:lnTo>
                <a:lnTo>
                  <a:pt x="376" y="3925"/>
                </a:lnTo>
                <a:lnTo>
                  <a:pt x="377" y="3925"/>
                </a:lnTo>
                <a:lnTo>
                  <a:pt x="377" y="3924"/>
                </a:lnTo>
                <a:lnTo>
                  <a:pt x="377" y="3925"/>
                </a:lnTo>
                <a:lnTo>
                  <a:pt x="378" y="3925"/>
                </a:lnTo>
                <a:lnTo>
                  <a:pt x="379" y="3925"/>
                </a:lnTo>
                <a:lnTo>
                  <a:pt x="379" y="3924"/>
                </a:lnTo>
                <a:lnTo>
                  <a:pt x="380" y="3924"/>
                </a:lnTo>
                <a:lnTo>
                  <a:pt x="380" y="3923"/>
                </a:lnTo>
                <a:lnTo>
                  <a:pt x="381" y="3923"/>
                </a:lnTo>
                <a:lnTo>
                  <a:pt x="381" y="3922"/>
                </a:lnTo>
                <a:lnTo>
                  <a:pt x="382" y="3922"/>
                </a:lnTo>
                <a:lnTo>
                  <a:pt x="382" y="3921"/>
                </a:lnTo>
                <a:lnTo>
                  <a:pt x="382" y="3920"/>
                </a:lnTo>
                <a:lnTo>
                  <a:pt x="382" y="3919"/>
                </a:lnTo>
                <a:lnTo>
                  <a:pt x="383" y="3919"/>
                </a:lnTo>
                <a:lnTo>
                  <a:pt x="383" y="3920"/>
                </a:lnTo>
                <a:lnTo>
                  <a:pt x="384" y="3920"/>
                </a:lnTo>
                <a:lnTo>
                  <a:pt x="384" y="3919"/>
                </a:lnTo>
                <a:lnTo>
                  <a:pt x="384" y="3918"/>
                </a:lnTo>
                <a:lnTo>
                  <a:pt x="385" y="3918"/>
                </a:lnTo>
                <a:lnTo>
                  <a:pt x="385" y="3919"/>
                </a:lnTo>
                <a:lnTo>
                  <a:pt x="384" y="3919"/>
                </a:lnTo>
                <a:lnTo>
                  <a:pt x="384" y="3920"/>
                </a:lnTo>
                <a:lnTo>
                  <a:pt x="385" y="3920"/>
                </a:lnTo>
                <a:lnTo>
                  <a:pt x="386" y="3920"/>
                </a:lnTo>
                <a:lnTo>
                  <a:pt x="386" y="3921"/>
                </a:lnTo>
                <a:lnTo>
                  <a:pt x="387" y="3921"/>
                </a:lnTo>
                <a:lnTo>
                  <a:pt x="388" y="3921"/>
                </a:lnTo>
                <a:lnTo>
                  <a:pt x="388" y="3920"/>
                </a:lnTo>
                <a:lnTo>
                  <a:pt x="389" y="3920"/>
                </a:lnTo>
                <a:lnTo>
                  <a:pt x="389" y="3921"/>
                </a:lnTo>
                <a:lnTo>
                  <a:pt x="389" y="3920"/>
                </a:lnTo>
                <a:lnTo>
                  <a:pt x="390" y="3920"/>
                </a:lnTo>
                <a:lnTo>
                  <a:pt x="390" y="3919"/>
                </a:lnTo>
                <a:lnTo>
                  <a:pt x="390" y="3920"/>
                </a:lnTo>
                <a:lnTo>
                  <a:pt x="390" y="3921"/>
                </a:lnTo>
                <a:lnTo>
                  <a:pt x="391" y="3921"/>
                </a:lnTo>
                <a:lnTo>
                  <a:pt x="392" y="3920"/>
                </a:lnTo>
                <a:lnTo>
                  <a:pt x="393" y="3920"/>
                </a:lnTo>
                <a:lnTo>
                  <a:pt x="393" y="3921"/>
                </a:lnTo>
                <a:lnTo>
                  <a:pt x="394" y="3921"/>
                </a:lnTo>
                <a:lnTo>
                  <a:pt x="394" y="3920"/>
                </a:lnTo>
                <a:lnTo>
                  <a:pt x="394" y="3919"/>
                </a:lnTo>
                <a:lnTo>
                  <a:pt x="394" y="3918"/>
                </a:lnTo>
                <a:lnTo>
                  <a:pt x="394" y="3917"/>
                </a:lnTo>
                <a:lnTo>
                  <a:pt x="395" y="3917"/>
                </a:lnTo>
                <a:lnTo>
                  <a:pt x="396" y="3917"/>
                </a:lnTo>
                <a:lnTo>
                  <a:pt x="397" y="3918"/>
                </a:lnTo>
                <a:lnTo>
                  <a:pt x="398" y="3918"/>
                </a:lnTo>
                <a:lnTo>
                  <a:pt x="398" y="3919"/>
                </a:lnTo>
                <a:lnTo>
                  <a:pt x="399" y="3919"/>
                </a:lnTo>
                <a:lnTo>
                  <a:pt x="399" y="3920"/>
                </a:lnTo>
                <a:lnTo>
                  <a:pt x="400" y="3920"/>
                </a:lnTo>
                <a:lnTo>
                  <a:pt x="401" y="3920"/>
                </a:lnTo>
                <a:lnTo>
                  <a:pt x="401" y="3921"/>
                </a:lnTo>
                <a:lnTo>
                  <a:pt x="402" y="3921"/>
                </a:lnTo>
                <a:lnTo>
                  <a:pt x="402" y="3920"/>
                </a:lnTo>
                <a:lnTo>
                  <a:pt x="403" y="3920"/>
                </a:lnTo>
                <a:lnTo>
                  <a:pt x="403" y="3919"/>
                </a:lnTo>
                <a:lnTo>
                  <a:pt x="404" y="3919"/>
                </a:lnTo>
                <a:lnTo>
                  <a:pt x="404" y="3918"/>
                </a:lnTo>
                <a:lnTo>
                  <a:pt x="405" y="3918"/>
                </a:lnTo>
                <a:lnTo>
                  <a:pt x="406" y="3918"/>
                </a:lnTo>
                <a:lnTo>
                  <a:pt x="406" y="3917"/>
                </a:lnTo>
                <a:lnTo>
                  <a:pt x="407" y="3917"/>
                </a:lnTo>
                <a:lnTo>
                  <a:pt x="408" y="3917"/>
                </a:lnTo>
                <a:lnTo>
                  <a:pt x="410" y="3917"/>
                </a:lnTo>
                <a:lnTo>
                  <a:pt x="410" y="3916"/>
                </a:lnTo>
                <a:lnTo>
                  <a:pt x="411" y="3916"/>
                </a:lnTo>
                <a:lnTo>
                  <a:pt x="412" y="3916"/>
                </a:lnTo>
                <a:lnTo>
                  <a:pt x="413" y="3915"/>
                </a:lnTo>
                <a:lnTo>
                  <a:pt x="413" y="3914"/>
                </a:lnTo>
                <a:lnTo>
                  <a:pt x="413" y="3913"/>
                </a:lnTo>
                <a:lnTo>
                  <a:pt x="414" y="3913"/>
                </a:lnTo>
                <a:lnTo>
                  <a:pt x="415" y="3913"/>
                </a:lnTo>
                <a:lnTo>
                  <a:pt x="416" y="3913"/>
                </a:lnTo>
                <a:lnTo>
                  <a:pt x="417" y="3913"/>
                </a:lnTo>
                <a:lnTo>
                  <a:pt x="418" y="3913"/>
                </a:lnTo>
                <a:lnTo>
                  <a:pt x="419" y="3913"/>
                </a:lnTo>
                <a:lnTo>
                  <a:pt x="419" y="3912"/>
                </a:lnTo>
                <a:lnTo>
                  <a:pt x="420" y="3912"/>
                </a:lnTo>
                <a:lnTo>
                  <a:pt x="420" y="3911"/>
                </a:lnTo>
                <a:lnTo>
                  <a:pt x="420" y="3910"/>
                </a:lnTo>
                <a:lnTo>
                  <a:pt x="421" y="3910"/>
                </a:lnTo>
                <a:lnTo>
                  <a:pt x="421" y="3911"/>
                </a:lnTo>
                <a:lnTo>
                  <a:pt x="422" y="3911"/>
                </a:lnTo>
                <a:lnTo>
                  <a:pt x="422" y="3910"/>
                </a:lnTo>
                <a:lnTo>
                  <a:pt x="423" y="3910"/>
                </a:lnTo>
                <a:lnTo>
                  <a:pt x="424" y="3910"/>
                </a:lnTo>
                <a:lnTo>
                  <a:pt x="424" y="3911"/>
                </a:lnTo>
                <a:lnTo>
                  <a:pt x="425" y="3910"/>
                </a:lnTo>
                <a:lnTo>
                  <a:pt x="425" y="3911"/>
                </a:lnTo>
                <a:lnTo>
                  <a:pt x="425" y="3912"/>
                </a:lnTo>
                <a:lnTo>
                  <a:pt x="424" y="3913"/>
                </a:lnTo>
                <a:lnTo>
                  <a:pt x="424" y="3914"/>
                </a:lnTo>
                <a:lnTo>
                  <a:pt x="425" y="3914"/>
                </a:lnTo>
                <a:lnTo>
                  <a:pt x="425" y="3915"/>
                </a:lnTo>
                <a:lnTo>
                  <a:pt x="425" y="3916"/>
                </a:lnTo>
                <a:lnTo>
                  <a:pt x="424" y="3916"/>
                </a:lnTo>
                <a:lnTo>
                  <a:pt x="424" y="3917"/>
                </a:lnTo>
                <a:lnTo>
                  <a:pt x="423" y="3917"/>
                </a:lnTo>
                <a:lnTo>
                  <a:pt x="423" y="3918"/>
                </a:lnTo>
                <a:lnTo>
                  <a:pt x="423" y="3919"/>
                </a:lnTo>
                <a:lnTo>
                  <a:pt x="422" y="3919"/>
                </a:lnTo>
                <a:lnTo>
                  <a:pt x="422" y="3920"/>
                </a:lnTo>
                <a:lnTo>
                  <a:pt x="422" y="3921"/>
                </a:lnTo>
                <a:lnTo>
                  <a:pt x="422" y="3922"/>
                </a:lnTo>
                <a:lnTo>
                  <a:pt x="422" y="3923"/>
                </a:lnTo>
                <a:lnTo>
                  <a:pt x="423" y="3923"/>
                </a:lnTo>
                <a:lnTo>
                  <a:pt x="423" y="3924"/>
                </a:lnTo>
                <a:lnTo>
                  <a:pt x="423" y="3925"/>
                </a:lnTo>
                <a:lnTo>
                  <a:pt x="424" y="3926"/>
                </a:lnTo>
                <a:lnTo>
                  <a:pt x="425" y="3927"/>
                </a:lnTo>
                <a:lnTo>
                  <a:pt x="425" y="3929"/>
                </a:lnTo>
                <a:lnTo>
                  <a:pt x="425" y="3930"/>
                </a:lnTo>
                <a:lnTo>
                  <a:pt x="426" y="3930"/>
                </a:lnTo>
                <a:lnTo>
                  <a:pt x="426" y="3931"/>
                </a:lnTo>
                <a:lnTo>
                  <a:pt x="426" y="3932"/>
                </a:lnTo>
                <a:lnTo>
                  <a:pt x="425" y="3932"/>
                </a:lnTo>
                <a:lnTo>
                  <a:pt x="425" y="3933"/>
                </a:lnTo>
                <a:lnTo>
                  <a:pt x="425" y="3934"/>
                </a:lnTo>
                <a:lnTo>
                  <a:pt x="424" y="3935"/>
                </a:lnTo>
                <a:lnTo>
                  <a:pt x="424" y="3936"/>
                </a:lnTo>
                <a:lnTo>
                  <a:pt x="423" y="3937"/>
                </a:lnTo>
                <a:lnTo>
                  <a:pt x="422" y="3937"/>
                </a:lnTo>
                <a:lnTo>
                  <a:pt x="421" y="3937"/>
                </a:lnTo>
                <a:lnTo>
                  <a:pt x="421" y="3938"/>
                </a:lnTo>
                <a:lnTo>
                  <a:pt x="420" y="3939"/>
                </a:lnTo>
                <a:lnTo>
                  <a:pt x="419" y="3939"/>
                </a:lnTo>
                <a:lnTo>
                  <a:pt x="419" y="3940"/>
                </a:lnTo>
                <a:lnTo>
                  <a:pt x="420" y="3940"/>
                </a:lnTo>
                <a:lnTo>
                  <a:pt x="419" y="3940"/>
                </a:lnTo>
                <a:lnTo>
                  <a:pt x="420" y="3940"/>
                </a:lnTo>
                <a:lnTo>
                  <a:pt x="420" y="3941"/>
                </a:lnTo>
                <a:lnTo>
                  <a:pt x="420" y="3942"/>
                </a:lnTo>
                <a:lnTo>
                  <a:pt x="419" y="3941"/>
                </a:lnTo>
                <a:lnTo>
                  <a:pt x="419" y="3942"/>
                </a:lnTo>
                <a:lnTo>
                  <a:pt x="420" y="3942"/>
                </a:lnTo>
                <a:lnTo>
                  <a:pt x="420" y="3944"/>
                </a:lnTo>
                <a:lnTo>
                  <a:pt x="420" y="3945"/>
                </a:lnTo>
                <a:lnTo>
                  <a:pt x="420" y="3946"/>
                </a:lnTo>
                <a:lnTo>
                  <a:pt x="419" y="3946"/>
                </a:lnTo>
                <a:lnTo>
                  <a:pt x="420" y="3946"/>
                </a:lnTo>
                <a:lnTo>
                  <a:pt x="420" y="3947"/>
                </a:lnTo>
                <a:lnTo>
                  <a:pt x="419" y="3947"/>
                </a:lnTo>
                <a:lnTo>
                  <a:pt x="419" y="3948"/>
                </a:lnTo>
                <a:lnTo>
                  <a:pt x="420" y="3948"/>
                </a:lnTo>
                <a:lnTo>
                  <a:pt x="419" y="3948"/>
                </a:lnTo>
                <a:lnTo>
                  <a:pt x="419" y="3949"/>
                </a:lnTo>
                <a:lnTo>
                  <a:pt x="420" y="3949"/>
                </a:lnTo>
                <a:lnTo>
                  <a:pt x="420" y="3950"/>
                </a:lnTo>
                <a:lnTo>
                  <a:pt x="420" y="3951"/>
                </a:lnTo>
                <a:lnTo>
                  <a:pt x="421" y="3951"/>
                </a:lnTo>
                <a:lnTo>
                  <a:pt x="420" y="3951"/>
                </a:lnTo>
                <a:lnTo>
                  <a:pt x="420" y="3952"/>
                </a:lnTo>
                <a:lnTo>
                  <a:pt x="420" y="3953"/>
                </a:lnTo>
                <a:lnTo>
                  <a:pt x="420" y="3954"/>
                </a:lnTo>
                <a:lnTo>
                  <a:pt x="419" y="3954"/>
                </a:lnTo>
                <a:lnTo>
                  <a:pt x="419" y="3955"/>
                </a:lnTo>
                <a:lnTo>
                  <a:pt x="419" y="3956"/>
                </a:lnTo>
                <a:lnTo>
                  <a:pt x="419" y="3957"/>
                </a:lnTo>
                <a:lnTo>
                  <a:pt x="419" y="3958"/>
                </a:lnTo>
                <a:lnTo>
                  <a:pt x="418" y="3958"/>
                </a:lnTo>
                <a:lnTo>
                  <a:pt x="419" y="3958"/>
                </a:lnTo>
                <a:lnTo>
                  <a:pt x="419" y="3959"/>
                </a:lnTo>
                <a:lnTo>
                  <a:pt x="420" y="3959"/>
                </a:lnTo>
                <a:lnTo>
                  <a:pt x="421" y="3959"/>
                </a:lnTo>
                <a:lnTo>
                  <a:pt x="421" y="3960"/>
                </a:lnTo>
                <a:lnTo>
                  <a:pt x="421" y="3961"/>
                </a:lnTo>
                <a:lnTo>
                  <a:pt x="421" y="3962"/>
                </a:lnTo>
                <a:lnTo>
                  <a:pt x="421" y="3963"/>
                </a:lnTo>
                <a:lnTo>
                  <a:pt x="421" y="3964"/>
                </a:lnTo>
                <a:lnTo>
                  <a:pt x="421" y="3965"/>
                </a:lnTo>
                <a:lnTo>
                  <a:pt x="421" y="3966"/>
                </a:lnTo>
                <a:lnTo>
                  <a:pt x="421" y="3967"/>
                </a:lnTo>
                <a:lnTo>
                  <a:pt x="421" y="3968"/>
                </a:lnTo>
                <a:lnTo>
                  <a:pt x="422" y="3968"/>
                </a:lnTo>
                <a:lnTo>
                  <a:pt x="422" y="3969"/>
                </a:lnTo>
                <a:lnTo>
                  <a:pt x="423" y="3969"/>
                </a:lnTo>
                <a:lnTo>
                  <a:pt x="423" y="3970"/>
                </a:lnTo>
                <a:lnTo>
                  <a:pt x="424" y="3970"/>
                </a:lnTo>
                <a:lnTo>
                  <a:pt x="424" y="3971"/>
                </a:lnTo>
                <a:lnTo>
                  <a:pt x="424" y="3972"/>
                </a:lnTo>
                <a:lnTo>
                  <a:pt x="424" y="3973"/>
                </a:lnTo>
                <a:lnTo>
                  <a:pt x="424" y="3974"/>
                </a:lnTo>
                <a:lnTo>
                  <a:pt x="425" y="3974"/>
                </a:lnTo>
                <a:lnTo>
                  <a:pt x="425" y="3975"/>
                </a:lnTo>
                <a:lnTo>
                  <a:pt x="426" y="3975"/>
                </a:lnTo>
                <a:lnTo>
                  <a:pt x="426" y="3974"/>
                </a:lnTo>
                <a:lnTo>
                  <a:pt x="427" y="3974"/>
                </a:lnTo>
                <a:lnTo>
                  <a:pt x="427" y="3975"/>
                </a:lnTo>
                <a:lnTo>
                  <a:pt x="427" y="3974"/>
                </a:lnTo>
                <a:lnTo>
                  <a:pt x="428" y="3974"/>
                </a:lnTo>
                <a:lnTo>
                  <a:pt x="428" y="3975"/>
                </a:lnTo>
                <a:lnTo>
                  <a:pt x="429" y="3975"/>
                </a:lnTo>
                <a:lnTo>
                  <a:pt x="430" y="3975"/>
                </a:lnTo>
                <a:lnTo>
                  <a:pt x="430" y="3976"/>
                </a:lnTo>
                <a:lnTo>
                  <a:pt x="430" y="3977"/>
                </a:lnTo>
                <a:lnTo>
                  <a:pt x="430" y="3978"/>
                </a:lnTo>
                <a:lnTo>
                  <a:pt x="431" y="3978"/>
                </a:lnTo>
                <a:lnTo>
                  <a:pt x="431" y="3979"/>
                </a:lnTo>
                <a:lnTo>
                  <a:pt x="433" y="3979"/>
                </a:lnTo>
                <a:lnTo>
                  <a:pt x="433" y="3980"/>
                </a:lnTo>
                <a:lnTo>
                  <a:pt x="434" y="3980"/>
                </a:lnTo>
                <a:lnTo>
                  <a:pt x="434" y="3981"/>
                </a:lnTo>
                <a:lnTo>
                  <a:pt x="434" y="3982"/>
                </a:lnTo>
                <a:lnTo>
                  <a:pt x="434" y="3983"/>
                </a:lnTo>
                <a:lnTo>
                  <a:pt x="433" y="3983"/>
                </a:lnTo>
                <a:lnTo>
                  <a:pt x="434" y="3983"/>
                </a:lnTo>
                <a:lnTo>
                  <a:pt x="434" y="3984"/>
                </a:lnTo>
                <a:lnTo>
                  <a:pt x="434" y="3985"/>
                </a:lnTo>
                <a:lnTo>
                  <a:pt x="434" y="3986"/>
                </a:lnTo>
                <a:lnTo>
                  <a:pt x="435" y="3986"/>
                </a:lnTo>
                <a:lnTo>
                  <a:pt x="435" y="3987"/>
                </a:lnTo>
                <a:lnTo>
                  <a:pt x="436" y="3987"/>
                </a:lnTo>
                <a:lnTo>
                  <a:pt x="436" y="3988"/>
                </a:lnTo>
                <a:lnTo>
                  <a:pt x="437" y="3988"/>
                </a:lnTo>
                <a:lnTo>
                  <a:pt x="437" y="3989"/>
                </a:lnTo>
                <a:lnTo>
                  <a:pt x="438" y="3989"/>
                </a:lnTo>
                <a:lnTo>
                  <a:pt x="438" y="3990"/>
                </a:lnTo>
                <a:lnTo>
                  <a:pt x="439" y="3990"/>
                </a:lnTo>
                <a:lnTo>
                  <a:pt x="439" y="3991"/>
                </a:lnTo>
                <a:lnTo>
                  <a:pt x="440" y="3992"/>
                </a:lnTo>
                <a:lnTo>
                  <a:pt x="440" y="3993"/>
                </a:lnTo>
                <a:lnTo>
                  <a:pt x="441" y="3993"/>
                </a:lnTo>
                <a:lnTo>
                  <a:pt x="441" y="3994"/>
                </a:lnTo>
                <a:lnTo>
                  <a:pt x="441" y="3995"/>
                </a:lnTo>
                <a:lnTo>
                  <a:pt x="442" y="3995"/>
                </a:lnTo>
                <a:lnTo>
                  <a:pt x="443" y="3995"/>
                </a:lnTo>
                <a:lnTo>
                  <a:pt x="443" y="3994"/>
                </a:lnTo>
                <a:lnTo>
                  <a:pt x="444" y="3994"/>
                </a:lnTo>
                <a:lnTo>
                  <a:pt x="444" y="3993"/>
                </a:lnTo>
                <a:lnTo>
                  <a:pt x="445" y="3992"/>
                </a:lnTo>
                <a:lnTo>
                  <a:pt x="445" y="3991"/>
                </a:lnTo>
                <a:lnTo>
                  <a:pt x="446" y="3991"/>
                </a:lnTo>
                <a:lnTo>
                  <a:pt x="446" y="3990"/>
                </a:lnTo>
                <a:lnTo>
                  <a:pt x="447" y="3989"/>
                </a:lnTo>
                <a:lnTo>
                  <a:pt x="448" y="3989"/>
                </a:lnTo>
                <a:lnTo>
                  <a:pt x="449" y="3989"/>
                </a:lnTo>
                <a:lnTo>
                  <a:pt x="449" y="3988"/>
                </a:lnTo>
                <a:lnTo>
                  <a:pt x="450" y="3988"/>
                </a:lnTo>
                <a:lnTo>
                  <a:pt x="451" y="3988"/>
                </a:lnTo>
                <a:lnTo>
                  <a:pt x="452" y="3988"/>
                </a:lnTo>
                <a:lnTo>
                  <a:pt x="453" y="3988"/>
                </a:lnTo>
                <a:lnTo>
                  <a:pt x="454" y="3988"/>
                </a:lnTo>
                <a:lnTo>
                  <a:pt x="454" y="3989"/>
                </a:lnTo>
                <a:lnTo>
                  <a:pt x="455" y="3989"/>
                </a:lnTo>
                <a:lnTo>
                  <a:pt x="456" y="3989"/>
                </a:lnTo>
                <a:lnTo>
                  <a:pt x="458" y="3989"/>
                </a:lnTo>
                <a:lnTo>
                  <a:pt x="459" y="3989"/>
                </a:lnTo>
                <a:lnTo>
                  <a:pt x="460" y="3989"/>
                </a:lnTo>
                <a:lnTo>
                  <a:pt x="461" y="3990"/>
                </a:lnTo>
                <a:lnTo>
                  <a:pt x="462" y="3990"/>
                </a:lnTo>
                <a:lnTo>
                  <a:pt x="462" y="3991"/>
                </a:lnTo>
                <a:lnTo>
                  <a:pt x="463" y="3991"/>
                </a:lnTo>
                <a:lnTo>
                  <a:pt x="463" y="3992"/>
                </a:lnTo>
                <a:lnTo>
                  <a:pt x="463" y="3993"/>
                </a:lnTo>
                <a:lnTo>
                  <a:pt x="464" y="3993"/>
                </a:lnTo>
                <a:lnTo>
                  <a:pt x="464" y="3994"/>
                </a:lnTo>
                <a:lnTo>
                  <a:pt x="465" y="3994"/>
                </a:lnTo>
                <a:lnTo>
                  <a:pt x="466" y="3994"/>
                </a:lnTo>
                <a:lnTo>
                  <a:pt x="466" y="3993"/>
                </a:lnTo>
                <a:lnTo>
                  <a:pt x="466" y="3992"/>
                </a:lnTo>
                <a:lnTo>
                  <a:pt x="466" y="3991"/>
                </a:lnTo>
                <a:lnTo>
                  <a:pt x="467" y="3991"/>
                </a:lnTo>
                <a:lnTo>
                  <a:pt x="467" y="3990"/>
                </a:lnTo>
                <a:lnTo>
                  <a:pt x="467" y="3989"/>
                </a:lnTo>
                <a:lnTo>
                  <a:pt x="467" y="3988"/>
                </a:lnTo>
                <a:lnTo>
                  <a:pt x="468" y="3988"/>
                </a:lnTo>
                <a:lnTo>
                  <a:pt x="468" y="3987"/>
                </a:lnTo>
                <a:lnTo>
                  <a:pt x="469" y="3987"/>
                </a:lnTo>
                <a:lnTo>
                  <a:pt x="470" y="3986"/>
                </a:lnTo>
                <a:lnTo>
                  <a:pt x="470" y="3985"/>
                </a:lnTo>
                <a:lnTo>
                  <a:pt x="471" y="3985"/>
                </a:lnTo>
                <a:lnTo>
                  <a:pt x="472" y="3985"/>
                </a:lnTo>
                <a:lnTo>
                  <a:pt x="472" y="3984"/>
                </a:lnTo>
                <a:lnTo>
                  <a:pt x="472" y="3983"/>
                </a:lnTo>
                <a:lnTo>
                  <a:pt x="472" y="3982"/>
                </a:lnTo>
                <a:lnTo>
                  <a:pt x="472" y="3981"/>
                </a:lnTo>
                <a:lnTo>
                  <a:pt x="472" y="3980"/>
                </a:lnTo>
                <a:lnTo>
                  <a:pt x="473" y="3980"/>
                </a:lnTo>
                <a:lnTo>
                  <a:pt x="473" y="3979"/>
                </a:lnTo>
                <a:lnTo>
                  <a:pt x="473" y="3978"/>
                </a:lnTo>
                <a:lnTo>
                  <a:pt x="473" y="3977"/>
                </a:lnTo>
                <a:lnTo>
                  <a:pt x="474" y="3977"/>
                </a:lnTo>
                <a:lnTo>
                  <a:pt x="475" y="3977"/>
                </a:lnTo>
                <a:lnTo>
                  <a:pt x="475" y="3976"/>
                </a:lnTo>
                <a:lnTo>
                  <a:pt x="476" y="3976"/>
                </a:lnTo>
                <a:lnTo>
                  <a:pt x="476" y="3975"/>
                </a:lnTo>
                <a:lnTo>
                  <a:pt x="476" y="3974"/>
                </a:lnTo>
                <a:lnTo>
                  <a:pt x="476" y="3973"/>
                </a:lnTo>
                <a:lnTo>
                  <a:pt x="477" y="3973"/>
                </a:lnTo>
                <a:lnTo>
                  <a:pt x="477" y="3974"/>
                </a:lnTo>
                <a:lnTo>
                  <a:pt x="478" y="3974"/>
                </a:lnTo>
                <a:lnTo>
                  <a:pt x="479" y="3975"/>
                </a:lnTo>
                <a:lnTo>
                  <a:pt x="480" y="3974"/>
                </a:lnTo>
                <a:lnTo>
                  <a:pt x="480" y="3973"/>
                </a:lnTo>
                <a:lnTo>
                  <a:pt x="480" y="3972"/>
                </a:lnTo>
                <a:lnTo>
                  <a:pt x="481" y="3972"/>
                </a:lnTo>
                <a:lnTo>
                  <a:pt x="482" y="3971"/>
                </a:lnTo>
                <a:lnTo>
                  <a:pt x="482" y="3972"/>
                </a:lnTo>
                <a:lnTo>
                  <a:pt x="483" y="3972"/>
                </a:lnTo>
                <a:lnTo>
                  <a:pt x="484" y="3972"/>
                </a:lnTo>
                <a:lnTo>
                  <a:pt x="486" y="3972"/>
                </a:lnTo>
                <a:lnTo>
                  <a:pt x="486" y="3971"/>
                </a:lnTo>
                <a:lnTo>
                  <a:pt x="486" y="3970"/>
                </a:lnTo>
                <a:lnTo>
                  <a:pt x="486" y="3969"/>
                </a:lnTo>
                <a:lnTo>
                  <a:pt x="487" y="3969"/>
                </a:lnTo>
                <a:lnTo>
                  <a:pt x="488" y="3969"/>
                </a:lnTo>
                <a:lnTo>
                  <a:pt x="489" y="3969"/>
                </a:lnTo>
                <a:lnTo>
                  <a:pt x="489" y="3970"/>
                </a:lnTo>
                <a:lnTo>
                  <a:pt x="490" y="3970"/>
                </a:lnTo>
                <a:lnTo>
                  <a:pt x="490" y="3971"/>
                </a:lnTo>
                <a:lnTo>
                  <a:pt x="491" y="3971"/>
                </a:lnTo>
                <a:lnTo>
                  <a:pt x="492" y="3971"/>
                </a:lnTo>
                <a:lnTo>
                  <a:pt x="493" y="3971"/>
                </a:lnTo>
                <a:lnTo>
                  <a:pt x="493" y="3972"/>
                </a:lnTo>
                <a:lnTo>
                  <a:pt x="493" y="3971"/>
                </a:lnTo>
                <a:lnTo>
                  <a:pt x="493" y="3970"/>
                </a:lnTo>
                <a:lnTo>
                  <a:pt x="493" y="3969"/>
                </a:lnTo>
                <a:lnTo>
                  <a:pt x="494" y="3969"/>
                </a:lnTo>
                <a:lnTo>
                  <a:pt x="494" y="3968"/>
                </a:lnTo>
                <a:lnTo>
                  <a:pt x="494" y="3969"/>
                </a:lnTo>
                <a:lnTo>
                  <a:pt x="495" y="3969"/>
                </a:lnTo>
                <a:lnTo>
                  <a:pt x="495" y="3970"/>
                </a:lnTo>
                <a:lnTo>
                  <a:pt x="496" y="3970"/>
                </a:lnTo>
                <a:lnTo>
                  <a:pt x="496" y="3971"/>
                </a:lnTo>
                <a:lnTo>
                  <a:pt x="497" y="3971"/>
                </a:lnTo>
                <a:lnTo>
                  <a:pt x="498" y="3971"/>
                </a:lnTo>
                <a:lnTo>
                  <a:pt x="499" y="3971"/>
                </a:lnTo>
                <a:lnTo>
                  <a:pt x="498" y="3971"/>
                </a:lnTo>
                <a:lnTo>
                  <a:pt x="498" y="3970"/>
                </a:lnTo>
                <a:lnTo>
                  <a:pt x="499" y="3969"/>
                </a:lnTo>
                <a:lnTo>
                  <a:pt x="499" y="3968"/>
                </a:lnTo>
                <a:lnTo>
                  <a:pt x="500" y="3968"/>
                </a:lnTo>
                <a:lnTo>
                  <a:pt x="500" y="3967"/>
                </a:lnTo>
                <a:lnTo>
                  <a:pt x="500" y="3968"/>
                </a:lnTo>
                <a:lnTo>
                  <a:pt x="501" y="3968"/>
                </a:lnTo>
                <a:lnTo>
                  <a:pt x="502" y="3968"/>
                </a:lnTo>
                <a:lnTo>
                  <a:pt x="502" y="3967"/>
                </a:lnTo>
                <a:lnTo>
                  <a:pt x="503" y="3967"/>
                </a:lnTo>
                <a:lnTo>
                  <a:pt x="503" y="3966"/>
                </a:lnTo>
                <a:lnTo>
                  <a:pt x="504" y="3966"/>
                </a:lnTo>
                <a:lnTo>
                  <a:pt x="504" y="3965"/>
                </a:lnTo>
                <a:lnTo>
                  <a:pt x="504" y="3964"/>
                </a:lnTo>
                <a:lnTo>
                  <a:pt x="503" y="3964"/>
                </a:lnTo>
                <a:lnTo>
                  <a:pt x="503" y="3963"/>
                </a:lnTo>
                <a:lnTo>
                  <a:pt x="504" y="3963"/>
                </a:lnTo>
                <a:lnTo>
                  <a:pt x="504" y="3962"/>
                </a:lnTo>
                <a:lnTo>
                  <a:pt x="505" y="3962"/>
                </a:lnTo>
                <a:lnTo>
                  <a:pt x="505" y="3961"/>
                </a:lnTo>
                <a:lnTo>
                  <a:pt x="506" y="3961"/>
                </a:lnTo>
                <a:lnTo>
                  <a:pt x="506" y="3960"/>
                </a:lnTo>
                <a:lnTo>
                  <a:pt x="507" y="3960"/>
                </a:lnTo>
                <a:lnTo>
                  <a:pt x="507" y="3959"/>
                </a:lnTo>
                <a:lnTo>
                  <a:pt x="508" y="3959"/>
                </a:lnTo>
                <a:lnTo>
                  <a:pt x="508" y="3958"/>
                </a:lnTo>
                <a:lnTo>
                  <a:pt x="508" y="3957"/>
                </a:lnTo>
                <a:lnTo>
                  <a:pt x="509" y="3957"/>
                </a:lnTo>
                <a:lnTo>
                  <a:pt x="509" y="3956"/>
                </a:lnTo>
                <a:lnTo>
                  <a:pt x="509" y="3957"/>
                </a:lnTo>
                <a:lnTo>
                  <a:pt x="510" y="3957"/>
                </a:lnTo>
                <a:lnTo>
                  <a:pt x="511" y="3957"/>
                </a:lnTo>
                <a:lnTo>
                  <a:pt x="511" y="3956"/>
                </a:lnTo>
                <a:lnTo>
                  <a:pt x="512" y="3956"/>
                </a:lnTo>
                <a:lnTo>
                  <a:pt x="511" y="3956"/>
                </a:lnTo>
                <a:lnTo>
                  <a:pt x="511" y="3955"/>
                </a:lnTo>
                <a:lnTo>
                  <a:pt x="511" y="3954"/>
                </a:lnTo>
                <a:lnTo>
                  <a:pt x="511" y="3952"/>
                </a:lnTo>
                <a:lnTo>
                  <a:pt x="511" y="3951"/>
                </a:lnTo>
                <a:lnTo>
                  <a:pt x="510" y="3951"/>
                </a:lnTo>
                <a:lnTo>
                  <a:pt x="511" y="3950"/>
                </a:lnTo>
                <a:lnTo>
                  <a:pt x="512" y="3949"/>
                </a:lnTo>
                <a:lnTo>
                  <a:pt x="512" y="3948"/>
                </a:lnTo>
                <a:lnTo>
                  <a:pt x="511" y="3948"/>
                </a:lnTo>
                <a:lnTo>
                  <a:pt x="511" y="3947"/>
                </a:lnTo>
                <a:lnTo>
                  <a:pt x="511" y="3946"/>
                </a:lnTo>
                <a:lnTo>
                  <a:pt x="511" y="3945"/>
                </a:lnTo>
                <a:lnTo>
                  <a:pt x="510" y="3945"/>
                </a:lnTo>
                <a:lnTo>
                  <a:pt x="510" y="3944"/>
                </a:lnTo>
                <a:lnTo>
                  <a:pt x="510" y="3943"/>
                </a:lnTo>
                <a:lnTo>
                  <a:pt x="510" y="3942"/>
                </a:lnTo>
                <a:lnTo>
                  <a:pt x="510" y="3941"/>
                </a:lnTo>
                <a:lnTo>
                  <a:pt x="509" y="3941"/>
                </a:lnTo>
                <a:lnTo>
                  <a:pt x="509" y="3940"/>
                </a:lnTo>
                <a:lnTo>
                  <a:pt x="510" y="3939"/>
                </a:lnTo>
                <a:lnTo>
                  <a:pt x="510" y="3938"/>
                </a:lnTo>
                <a:lnTo>
                  <a:pt x="511" y="3938"/>
                </a:lnTo>
                <a:lnTo>
                  <a:pt x="512" y="3938"/>
                </a:lnTo>
                <a:lnTo>
                  <a:pt x="512" y="3937"/>
                </a:lnTo>
                <a:lnTo>
                  <a:pt x="513" y="3937"/>
                </a:lnTo>
                <a:lnTo>
                  <a:pt x="513" y="3936"/>
                </a:lnTo>
                <a:lnTo>
                  <a:pt x="513" y="3935"/>
                </a:lnTo>
                <a:lnTo>
                  <a:pt x="513" y="3934"/>
                </a:lnTo>
                <a:lnTo>
                  <a:pt x="513" y="3933"/>
                </a:lnTo>
                <a:lnTo>
                  <a:pt x="514" y="3933"/>
                </a:lnTo>
                <a:lnTo>
                  <a:pt x="515" y="3933"/>
                </a:lnTo>
                <a:lnTo>
                  <a:pt x="515" y="3932"/>
                </a:lnTo>
                <a:lnTo>
                  <a:pt x="516" y="3932"/>
                </a:lnTo>
                <a:lnTo>
                  <a:pt x="516" y="3931"/>
                </a:lnTo>
                <a:lnTo>
                  <a:pt x="517" y="3931"/>
                </a:lnTo>
                <a:lnTo>
                  <a:pt x="517" y="3930"/>
                </a:lnTo>
                <a:lnTo>
                  <a:pt x="516" y="3930"/>
                </a:lnTo>
                <a:lnTo>
                  <a:pt x="516" y="3929"/>
                </a:lnTo>
                <a:lnTo>
                  <a:pt x="516" y="3928"/>
                </a:lnTo>
                <a:lnTo>
                  <a:pt x="516" y="3927"/>
                </a:lnTo>
                <a:lnTo>
                  <a:pt x="516" y="3926"/>
                </a:lnTo>
                <a:lnTo>
                  <a:pt x="515" y="3926"/>
                </a:lnTo>
                <a:lnTo>
                  <a:pt x="516" y="3925"/>
                </a:lnTo>
                <a:lnTo>
                  <a:pt x="516" y="3924"/>
                </a:lnTo>
                <a:lnTo>
                  <a:pt x="516" y="3923"/>
                </a:lnTo>
                <a:lnTo>
                  <a:pt x="515" y="3923"/>
                </a:lnTo>
                <a:lnTo>
                  <a:pt x="515" y="3922"/>
                </a:lnTo>
                <a:lnTo>
                  <a:pt x="516" y="3921"/>
                </a:lnTo>
                <a:lnTo>
                  <a:pt x="516" y="3920"/>
                </a:lnTo>
                <a:lnTo>
                  <a:pt x="516" y="3919"/>
                </a:lnTo>
                <a:lnTo>
                  <a:pt x="515" y="3919"/>
                </a:lnTo>
                <a:lnTo>
                  <a:pt x="515" y="3918"/>
                </a:lnTo>
                <a:lnTo>
                  <a:pt x="514" y="3918"/>
                </a:lnTo>
                <a:lnTo>
                  <a:pt x="514" y="3917"/>
                </a:lnTo>
                <a:lnTo>
                  <a:pt x="513" y="3917"/>
                </a:lnTo>
                <a:lnTo>
                  <a:pt x="512" y="3917"/>
                </a:lnTo>
                <a:lnTo>
                  <a:pt x="512" y="3916"/>
                </a:lnTo>
                <a:lnTo>
                  <a:pt x="511" y="3916"/>
                </a:lnTo>
                <a:lnTo>
                  <a:pt x="510" y="3917"/>
                </a:lnTo>
                <a:lnTo>
                  <a:pt x="509" y="3917"/>
                </a:lnTo>
                <a:lnTo>
                  <a:pt x="509" y="3916"/>
                </a:lnTo>
                <a:lnTo>
                  <a:pt x="508" y="3916"/>
                </a:lnTo>
                <a:lnTo>
                  <a:pt x="508" y="3915"/>
                </a:lnTo>
                <a:lnTo>
                  <a:pt x="508" y="3914"/>
                </a:lnTo>
                <a:lnTo>
                  <a:pt x="509" y="3913"/>
                </a:lnTo>
                <a:lnTo>
                  <a:pt x="509" y="3912"/>
                </a:lnTo>
                <a:lnTo>
                  <a:pt x="509" y="3911"/>
                </a:lnTo>
                <a:lnTo>
                  <a:pt x="510" y="3911"/>
                </a:lnTo>
                <a:lnTo>
                  <a:pt x="510" y="3910"/>
                </a:lnTo>
                <a:lnTo>
                  <a:pt x="510" y="3909"/>
                </a:lnTo>
                <a:lnTo>
                  <a:pt x="511" y="3909"/>
                </a:lnTo>
                <a:lnTo>
                  <a:pt x="511" y="3908"/>
                </a:lnTo>
                <a:lnTo>
                  <a:pt x="510" y="3908"/>
                </a:lnTo>
                <a:lnTo>
                  <a:pt x="510" y="3907"/>
                </a:lnTo>
                <a:lnTo>
                  <a:pt x="511" y="3907"/>
                </a:lnTo>
                <a:lnTo>
                  <a:pt x="511" y="3906"/>
                </a:lnTo>
                <a:lnTo>
                  <a:pt x="512" y="3905"/>
                </a:lnTo>
                <a:lnTo>
                  <a:pt x="513" y="3905"/>
                </a:lnTo>
                <a:lnTo>
                  <a:pt x="513" y="3904"/>
                </a:lnTo>
                <a:lnTo>
                  <a:pt x="513" y="3903"/>
                </a:lnTo>
                <a:lnTo>
                  <a:pt x="512" y="3903"/>
                </a:lnTo>
                <a:lnTo>
                  <a:pt x="512" y="3902"/>
                </a:lnTo>
                <a:lnTo>
                  <a:pt x="512" y="3901"/>
                </a:lnTo>
                <a:lnTo>
                  <a:pt x="513" y="3901"/>
                </a:lnTo>
                <a:lnTo>
                  <a:pt x="513" y="3900"/>
                </a:lnTo>
                <a:lnTo>
                  <a:pt x="514" y="3900"/>
                </a:lnTo>
                <a:lnTo>
                  <a:pt x="514" y="3899"/>
                </a:lnTo>
                <a:lnTo>
                  <a:pt x="514" y="3898"/>
                </a:lnTo>
                <a:lnTo>
                  <a:pt x="515" y="3898"/>
                </a:lnTo>
                <a:lnTo>
                  <a:pt x="515" y="3897"/>
                </a:lnTo>
                <a:lnTo>
                  <a:pt x="514" y="3897"/>
                </a:lnTo>
                <a:lnTo>
                  <a:pt x="514" y="3896"/>
                </a:lnTo>
                <a:lnTo>
                  <a:pt x="514" y="3895"/>
                </a:lnTo>
                <a:lnTo>
                  <a:pt x="514" y="3894"/>
                </a:lnTo>
                <a:lnTo>
                  <a:pt x="515" y="3894"/>
                </a:lnTo>
                <a:lnTo>
                  <a:pt x="515" y="3893"/>
                </a:lnTo>
                <a:lnTo>
                  <a:pt x="516" y="3893"/>
                </a:lnTo>
                <a:lnTo>
                  <a:pt x="516" y="3892"/>
                </a:lnTo>
                <a:lnTo>
                  <a:pt x="516" y="3891"/>
                </a:lnTo>
                <a:lnTo>
                  <a:pt x="517" y="3890"/>
                </a:lnTo>
                <a:lnTo>
                  <a:pt x="518" y="3889"/>
                </a:lnTo>
                <a:lnTo>
                  <a:pt x="519" y="3888"/>
                </a:lnTo>
                <a:lnTo>
                  <a:pt x="520" y="3887"/>
                </a:lnTo>
                <a:lnTo>
                  <a:pt x="520" y="3886"/>
                </a:lnTo>
                <a:lnTo>
                  <a:pt x="521" y="3886"/>
                </a:lnTo>
                <a:lnTo>
                  <a:pt x="521" y="3885"/>
                </a:lnTo>
                <a:lnTo>
                  <a:pt x="520" y="3884"/>
                </a:lnTo>
                <a:lnTo>
                  <a:pt x="520" y="3883"/>
                </a:lnTo>
                <a:lnTo>
                  <a:pt x="519" y="3883"/>
                </a:lnTo>
                <a:lnTo>
                  <a:pt x="519" y="3882"/>
                </a:lnTo>
                <a:lnTo>
                  <a:pt x="518" y="3882"/>
                </a:lnTo>
                <a:lnTo>
                  <a:pt x="518" y="3881"/>
                </a:lnTo>
                <a:lnTo>
                  <a:pt x="518" y="3880"/>
                </a:lnTo>
                <a:lnTo>
                  <a:pt x="517" y="3880"/>
                </a:lnTo>
                <a:lnTo>
                  <a:pt x="517" y="3881"/>
                </a:lnTo>
                <a:lnTo>
                  <a:pt x="516" y="3881"/>
                </a:lnTo>
                <a:lnTo>
                  <a:pt x="515" y="3881"/>
                </a:lnTo>
                <a:lnTo>
                  <a:pt x="515" y="3880"/>
                </a:lnTo>
                <a:lnTo>
                  <a:pt x="514" y="3879"/>
                </a:lnTo>
                <a:lnTo>
                  <a:pt x="514" y="3878"/>
                </a:lnTo>
                <a:lnTo>
                  <a:pt x="514" y="3877"/>
                </a:lnTo>
                <a:lnTo>
                  <a:pt x="514" y="3876"/>
                </a:lnTo>
                <a:lnTo>
                  <a:pt x="513" y="3876"/>
                </a:lnTo>
                <a:lnTo>
                  <a:pt x="513" y="3875"/>
                </a:lnTo>
                <a:lnTo>
                  <a:pt x="512" y="3875"/>
                </a:lnTo>
                <a:lnTo>
                  <a:pt x="511" y="3875"/>
                </a:lnTo>
                <a:lnTo>
                  <a:pt x="510" y="3874"/>
                </a:lnTo>
                <a:lnTo>
                  <a:pt x="511" y="3873"/>
                </a:lnTo>
                <a:lnTo>
                  <a:pt x="511" y="3872"/>
                </a:lnTo>
                <a:lnTo>
                  <a:pt x="510" y="3872"/>
                </a:lnTo>
                <a:lnTo>
                  <a:pt x="510" y="3871"/>
                </a:lnTo>
                <a:lnTo>
                  <a:pt x="510" y="3870"/>
                </a:lnTo>
                <a:lnTo>
                  <a:pt x="510" y="3869"/>
                </a:lnTo>
                <a:lnTo>
                  <a:pt x="510" y="3868"/>
                </a:lnTo>
                <a:lnTo>
                  <a:pt x="510" y="3867"/>
                </a:lnTo>
                <a:lnTo>
                  <a:pt x="510" y="3866"/>
                </a:lnTo>
                <a:lnTo>
                  <a:pt x="510" y="3865"/>
                </a:lnTo>
                <a:lnTo>
                  <a:pt x="510" y="3864"/>
                </a:lnTo>
                <a:lnTo>
                  <a:pt x="510" y="3863"/>
                </a:lnTo>
                <a:lnTo>
                  <a:pt x="510" y="3861"/>
                </a:lnTo>
                <a:lnTo>
                  <a:pt x="510" y="3860"/>
                </a:lnTo>
                <a:lnTo>
                  <a:pt x="510" y="3859"/>
                </a:lnTo>
                <a:lnTo>
                  <a:pt x="510" y="3858"/>
                </a:lnTo>
                <a:lnTo>
                  <a:pt x="511" y="3857"/>
                </a:lnTo>
                <a:lnTo>
                  <a:pt x="511" y="3856"/>
                </a:lnTo>
                <a:lnTo>
                  <a:pt x="511" y="3855"/>
                </a:lnTo>
                <a:lnTo>
                  <a:pt x="511" y="3854"/>
                </a:lnTo>
                <a:lnTo>
                  <a:pt x="511" y="3853"/>
                </a:lnTo>
                <a:lnTo>
                  <a:pt x="511" y="3852"/>
                </a:lnTo>
                <a:lnTo>
                  <a:pt x="511" y="3851"/>
                </a:lnTo>
                <a:lnTo>
                  <a:pt x="511" y="3850"/>
                </a:lnTo>
                <a:lnTo>
                  <a:pt x="511" y="3849"/>
                </a:lnTo>
                <a:lnTo>
                  <a:pt x="511" y="3848"/>
                </a:lnTo>
                <a:lnTo>
                  <a:pt x="512" y="3848"/>
                </a:lnTo>
                <a:lnTo>
                  <a:pt x="512" y="3847"/>
                </a:lnTo>
                <a:lnTo>
                  <a:pt x="512" y="3846"/>
                </a:lnTo>
                <a:lnTo>
                  <a:pt x="512" y="3845"/>
                </a:lnTo>
                <a:lnTo>
                  <a:pt x="513" y="3845"/>
                </a:lnTo>
                <a:lnTo>
                  <a:pt x="513" y="3844"/>
                </a:lnTo>
                <a:lnTo>
                  <a:pt x="514" y="3843"/>
                </a:lnTo>
                <a:lnTo>
                  <a:pt x="514" y="3842"/>
                </a:lnTo>
                <a:lnTo>
                  <a:pt x="514" y="3841"/>
                </a:lnTo>
                <a:lnTo>
                  <a:pt x="515" y="3841"/>
                </a:lnTo>
                <a:lnTo>
                  <a:pt x="515" y="3840"/>
                </a:lnTo>
                <a:lnTo>
                  <a:pt x="516" y="3839"/>
                </a:lnTo>
                <a:lnTo>
                  <a:pt x="516" y="3838"/>
                </a:lnTo>
                <a:lnTo>
                  <a:pt x="517" y="3838"/>
                </a:lnTo>
                <a:lnTo>
                  <a:pt x="517" y="3837"/>
                </a:lnTo>
                <a:lnTo>
                  <a:pt x="518" y="3837"/>
                </a:lnTo>
                <a:lnTo>
                  <a:pt x="519" y="3837"/>
                </a:lnTo>
                <a:lnTo>
                  <a:pt x="519" y="3836"/>
                </a:lnTo>
                <a:lnTo>
                  <a:pt x="518" y="3836"/>
                </a:lnTo>
                <a:lnTo>
                  <a:pt x="518" y="3835"/>
                </a:lnTo>
                <a:lnTo>
                  <a:pt x="517" y="3835"/>
                </a:lnTo>
                <a:lnTo>
                  <a:pt x="517" y="3834"/>
                </a:lnTo>
                <a:lnTo>
                  <a:pt x="517" y="3833"/>
                </a:lnTo>
                <a:lnTo>
                  <a:pt x="516" y="3833"/>
                </a:lnTo>
                <a:lnTo>
                  <a:pt x="516" y="3832"/>
                </a:lnTo>
                <a:lnTo>
                  <a:pt x="516" y="3831"/>
                </a:lnTo>
                <a:lnTo>
                  <a:pt x="515" y="3831"/>
                </a:lnTo>
                <a:lnTo>
                  <a:pt x="515" y="3830"/>
                </a:lnTo>
                <a:lnTo>
                  <a:pt x="515" y="3829"/>
                </a:lnTo>
                <a:lnTo>
                  <a:pt x="514" y="3829"/>
                </a:lnTo>
                <a:lnTo>
                  <a:pt x="514" y="3828"/>
                </a:lnTo>
                <a:lnTo>
                  <a:pt x="513" y="3828"/>
                </a:lnTo>
                <a:lnTo>
                  <a:pt x="513" y="3829"/>
                </a:lnTo>
                <a:lnTo>
                  <a:pt x="512" y="3829"/>
                </a:lnTo>
                <a:lnTo>
                  <a:pt x="512" y="3828"/>
                </a:lnTo>
                <a:lnTo>
                  <a:pt x="511" y="3828"/>
                </a:lnTo>
                <a:lnTo>
                  <a:pt x="511" y="3827"/>
                </a:lnTo>
                <a:lnTo>
                  <a:pt x="510" y="3827"/>
                </a:lnTo>
                <a:lnTo>
                  <a:pt x="510" y="3826"/>
                </a:lnTo>
                <a:lnTo>
                  <a:pt x="509" y="3826"/>
                </a:lnTo>
                <a:lnTo>
                  <a:pt x="509" y="3825"/>
                </a:lnTo>
                <a:lnTo>
                  <a:pt x="508" y="3824"/>
                </a:lnTo>
                <a:lnTo>
                  <a:pt x="508" y="3823"/>
                </a:lnTo>
                <a:lnTo>
                  <a:pt x="507" y="3823"/>
                </a:lnTo>
                <a:lnTo>
                  <a:pt x="507" y="3822"/>
                </a:lnTo>
                <a:lnTo>
                  <a:pt x="506" y="3822"/>
                </a:lnTo>
                <a:lnTo>
                  <a:pt x="506" y="3821"/>
                </a:lnTo>
                <a:lnTo>
                  <a:pt x="506" y="3820"/>
                </a:lnTo>
                <a:lnTo>
                  <a:pt x="506" y="3819"/>
                </a:lnTo>
                <a:lnTo>
                  <a:pt x="507" y="3819"/>
                </a:lnTo>
                <a:lnTo>
                  <a:pt x="508" y="3819"/>
                </a:lnTo>
                <a:lnTo>
                  <a:pt x="508" y="3818"/>
                </a:lnTo>
                <a:lnTo>
                  <a:pt x="509" y="3818"/>
                </a:lnTo>
                <a:lnTo>
                  <a:pt x="508" y="3817"/>
                </a:lnTo>
                <a:lnTo>
                  <a:pt x="508" y="3816"/>
                </a:lnTo>
                <a:lnTo>
                  <a:pt x="507" y="3816"/>
                </a:lnTo>
                <a:lnTo>
                  <a:pt x="507" y="3815"/>
                </a:lnTo>
                <a:lnTo>
                  <a:pt x="506" y="3815"/>
                </a:lnTo>
                <a:lnTo>
                  <a:pt x="506" y="3814"/>
                </a:lnTo>
                <a:lnTo>
                  <a:pt x="505" y="3814"/>
                </a:lnTo>
                <a:lnTo>
                  <a:pt x="505" y="3813"/>
                </a:lnTo>
                <a:lnTo>
                  <a:pt x="504" y="3813"/>
                </a:lnTo>
                <a:lnTo>
                  <a:pt x="504" y="3812"/>
                </a:lnTo>
                <a:lnTo>
                  <a:pt x="503" y="3812"/>
                </a:lnTo>
                <a:lnTo>
                  <a:pt x="503" y="3811"/>
                </a:lnTo>
                <a:lnTo>
                  <a:pt x="503" y="3810"/>
                </a:lnTo>
                <a:lnTo>
                  <a:pt x="503" y="3809"/>
                </a:lnTo>
                <a:lnTo>
                  <a:pt x="504" y="3809"/>
                </a:lnTo>
                <a:lnTo>
                  <a:pt x="504" y="3808"/>
                </a:lnTo>
                <a:lnTo>
                  <a:pt x="504" y="3807"/>
                </a:lnTo>
                <a:lnTo>
                  <a:pt x="505" y="3807"/>
                </a:lnTo>
                <a:lnTo>
                  <a:pt x="504" y="3807"/>
                </a:lnTo>
                <a:lnTo>
                  <a:pt x="504" y="3806"/>
                </a:lnTo>
                <a:lnTo>
                  <a:pt x="504" y="3805"/>
                </a:lnTo>
                <a:lnTo>
                  <a:pt x="505" y="3804"/>
                </a:lnTo>
                <a:lnTo>
                  <a:pt x="505" y="3803"/>
                </a:lnTo>
                <a:lnTo>
                  <a:pt x="504" y="3803"/>
                </a:lnTo>
                <a:lnTo>
                  <a:pt x="504" y="3802"/>
                </a:lnTo>
                <a:lnTo>
                  <a:pt x="503" y="3802"/>
                </a:lnTo>
                <a:lnTo>
                  <a:pt x="504" y="3801"/>
                </a:lnTo>
                <a:lnTo>
                  <a:pt x="504" y="3800"/>
                </a:lnTo>
                <a:lnTo>
                  <a:pt x="503" y="3800"/>
                </a:lnTo>
                <a:lnTo>
                  <a:pt x="503" y="3799"/>
                </a:lnTo>
                <a:lnTo>
                  <a:pt x="503" y="3800"/>
                </a:lnTo>
                <a:lnTo>
                  <a:pt x="502" y="3800"/>
                </a:lnTo>
                <a:lnTo>
                  <a:pt x="502" y="3799"/>
                </a:lnTo>
                <a:lnTo>
                  <a:pt x="501" y="3799"/>
                </a:lnTo>
                <a:lnTo>
                  <a:pt x="501" y="3798"/>
                </a:lnTo>
                <a:lnTo>
                  <a:pt x="500" y="3798"/>
                </a:lnTo>
                <a:lnTo>
                  <a:pt x="499" y="3798"/>
                </a:lnTo>
                <a:lnTo>
                  <a:pt x="498" y="3798"/>
                </a:lnTo>
                <a:lnTo>
                  <a:pt x="497" y="3798"/>
                </a:lnTo>
                <a:lnTo>
                  <a:pt x="497" y="3797"/>
                </a:lnTo>
                <a:lnTo>
                  <a:pt x="497" y="3796"/>
                </a:lnTo>
                <a:lnTo>
                  <a:pt x="496" y="3795"/>
                </a:lnTo>
                <a:lnTo>
                  <a:pt x="495" y="3795"/>
                </a:lnTo>
                <a:lnTo>
                  <a:pt x="495" y="3794"/>
                </a:lnTo>
                <a:lnTo>
                  <a:pt x="495" y="3793"/>
                </a:lnTo>
                <a:lnTo>
                  <a:pt x="495" y="3792"/>
                </a:lnTo>
                <a:lnTo>
                  <a:pt x="494" y="3792"/>
                </a:lnTo>
                <a:lnTo>
                  <a:pt x="495" y="3792"/>
                </a:lnTo>
                <a:lnTo>
                  <a:pt x="494" y="3792"/>
                </a:lnTo>
                <a:lnTo>
                  <a:pt x="494" y="3791"/>
                </a:lnTo>
                <a:lnTo>
                  <a:pt x="494" y="3790"/>
                </a:lnTo>
                <a:lnTo>
                  <a:pt x="495" y="3790"/>
                </a:lnTo>
                <a:lnTo>
                  <a:pt x="495" y="3789"/>
                </a:lnTo>
                <a:lnTo>
                  <a:pt x="494" y="3789"/>
                </a:lnTo>
                <a:lnTo>
                  <a:pt x="494" y="3788"/>
                </a:lnTo>
                <a:lnTo>
                  <a:pt x="495" y="3788"/>
                </a:lnTo>
                <a:lnTo>
                  <a:pt x="495" y="3787"/>
                </a:lnTo>
                <a:lnTo>
                  <a:pt x="495" y="3786"/>
                </a:lnTo>
                <a:lnTo>
                  <a:pt x="494" y="3785"/>
                </a:lnTo>
                <a:lnTo>
                  <a:pt x="493" y="3785"/>
                </a:lnTo>
                <a:lnTo>
                  <a:pt x="493" y="3784"/>
                </a:lnTo>
                <a:lnTo>
                  <a:pt x="493" y="3783"/>
                </a:lnTo>
                <a:lnTo>
                  <a:pt x="492" y="3783"/>
                </a:lnTo>
                <a:lnTo>
                  <a:pt x="492" y="3782"/>
                </a:lnTo>
                <a:lnTo>
                  <a:pt x="491" y="3782"/>
                </a:lnTo>
                <a:lnTo>
                  <a:pt x="491" y="3781"/>
                </a:lnTo>
                <a:lnTo>
                  <a:pt x="490" y="3780"/>
                </a:lnTo>
                <a:lnTo>
                  <a:pt x="489" y="3780"/>
                </a:lnTo>
                <a:lnTo>
                  <a:pt x="489" y="3778"/>
                </a:lnTo>
                <a:lnTo>
                  <a:pt x="489" y="3777"/>
                </a:lnTo>
                <a:lnTo>
                  <a:pt x="488" y="3777"/>
                </a:lnTo>
                <a:lnTo>
                  <a:pt x="488" y="3776"/>
                </a:lnTo>
                <a:lnTo>
                  <a:pt x="487" y="3776"/>
                </a:lnTo>
                <a:lnTo>
                  <a:pt x="486" y="3776"/>
                </a:lnTo>
                <a:lnTo>
                  <a:pt x="486" y="3775"/>
                </a:lnTo>
                <a:lnTo>
                  <a:pt x="485" y="3775"/>
                </a:lnTo>
                <a:lnTo>
                  <a:pt x="484" y="3775"/>
                </a:lnTo>
                <a:lnTo>
                  <a:pt x="484" y="3774"/>
                </a:lnTo>
                <a:lnTo>
                  <a:pt x="483" y="3774"/>
                </a:lnTo>
                <a:lnTo>
                  <a:pt x="482" y="3774"/>
                </a:lnTo>
                <a:lnTo>
                  <a:pt x="481" y="3774"/>
                </a:lnTo>
                <a:lnTo>
                  <a:pt x="481" y="3773"/>
                </a:lnTo>
                <a:lnTo>
                  <a:pt x="480" y="3773"/>
                </a:lnTo>
                <a:lnTo>
                  <a:pt x="480" y="3772"/>
                </a:lnTo>
                <a:lnTo>
                  <a:pt x="480" y="3771"/>
                </a:lnTo>
                <a:lnTo>
                  <a:pt x="479" y="3771"/>
                </a:lnTo>
                <a:lnTo>
                  <a:pt x="479" y="3770"/>
                </a:lnTo>
                <a:lnTo>
                  <a:pt x="479" y="3769"/>
                </a:lnTo>
                <a:lnTo>
                  <a:pt x="480" y="3769"/>
                </a:lnTo>
                <a:lnTo>
                  <a:pt x="480" y="3768"/>
                </a:lnTo>
                <a:lnTo>
                  <a:pt x="479" y="3768"/>
                </a:lnTo>
                <a:lnTo>
                  <a:pt x="479" y="3767"/>
                </a:lnTo>
                <a:lnTo>
                  <a:pt x="479" y="3766"/>
                </a:lnTo>
                <a:lnTo>
                  <a:pt x="478" y="3765"/>
                </a:lnTo>
                <a:lnTo>
                  <a:pt x="478" y="3764"/>
                </a:lnTo>
                <a:lnTo>
                  <a:pt x="477" y="3764"/>
                </a:lnTo>
                <a:lnTo>
                  <a:pt x="477" y="3763"/>
                </a:lnTo>
                <a:lnTo>
                  <a:pt x="478" y="3763"/>
                </a:lnTo>
                <a:lnTo>
                  <a:pt x="477" y="3762"/>
                </a:lnTo>
                <a:lnTo>
                  <a:pt x="477" y="3761"/>
                </a:lnTo>
                <a:lnTo>
                  <a:pt x="477" y="3760"/>
                </a:lnTo>
                <a:lnTo>
                  <a:pt x="478" y="3760"/>
                </a:lnTo>
                <a:lnTo>
                  <a:pt x="478" y="3759"/>
                </a:lnTo>
                <a:lnTo>
                  <a:pt x="479" y="3759"/>
                </a:lnTo>
                <a:lnTo>
                  <a:pt x="478" y="3759"/>
                </a:lnTo>
                <a:lnTo>
                  <a:pt x="478" y="3758"/>
                </a:lnTo>
                <a:lnTo>
                  <a:pt x="477" y="3758"/>
                </a:lnTo>
                <a:lnTo>
                  <a:pt x="477" y="3757"/>
                </a:lnTo>
                <a:lnTo>
                  <a:pt x="477" y="3756"/>
                </a:lnTo>
                <a:lnTo>
                  <a:pt x="477" y="3755"/>
                </a:lnTo>
                <a:lnTo>
                  <a:pt x="476" y="3755"/>
                </a:lnTo>
                <a:lnTo>
                  <a:pt x="476" y="3754"/>
                </a:lnTo>
                <a:lnTo>
                  <a:pt x="475" y="3754"/>
                </a:lnTo>
                <a:lnTo>
                  <a:pt x="475" y="3753"/>
                </a:lnTo>
                <a:lnTo>
                  <a:pt x="475" y="3752"/>
                </a:lnTo>
                <a:lnTo>
                  <a:pt x="474" y="3752"/>
                </a:lnTo>
                <a:lnTo>
                  <a:pt x="474" y="3751"/>
                </a:lnTo>
                <a:lnTo>
                  <a:pt x="474" y="3750"/>
                </a:lnTo>
                <a:lnTo>
                  <a:pt x="474" y="3749"/>
                </a:lnTo>
                <a:lnTo>
                  <a:pt x="474" y="3748"/>
                </a:lnTo>
                <a:lnTo>
                  <a:pt x="473" y="3748"/>
                </a:lnTo>
                <a:lnTo>
                  <a:pt x="473" y="3747"/>
                </a:lnTo>
                <a:lnTo>
                  <a:pt x="472" y="3747"/>
                </a:lnTo>
                <a:lnTo>
                  <a:pt x="472" y="3746"/>
                </a:lnTo>
                <a:lnTo>
                  <a:pt x="472" y="3745"/>
                </a:lnTo>
                <a:lnTo>
                  <a:pt x="472" y="3744"/>
                </a:lnTo>
                <a:lnTo>
                  <a:pt x="471" y="3743"/>
                </a:lnTo>
                <a:lnTo>
                  <a:pt x="471" y="3742"/>
                </a:lnTo>
                <a:lnTo>
                  <a:pt x="470" y="3742"/>
                </a:lnTo>
                <a:lnTo>
                  <a:pt x="470" y="3741"/>
                </a:lnTo>
                <a:lnTo>
                  <a:pt x="470" y="3739"/>
                </a:lnTo>
                <a:lnTo>
                  <a:pt x="470" y="3738"/>
                </a:lnTo>
                <a:lnTo>
                  <a:pt x="471" y="3738"/>
                </a:lnTo>
                <a:lnTo>
                  <a:pt x="471" y="3737"/>
                </a:lnTo>
                <a:lnTo>
                  <a:pt x="472" y="3737"/>
                </a:lnTo>
                <a:lnTo>
                  <a:pt x="472" y="3736"/>
                </a:lnTo>
                <a:lnTo>
                  <a:pt x="472" y="3735"/>
                </a:lnTo>
                <a:lnTo>
                  <a:pt x="472" y="3734"/>
                </a:lnTo>
                <a:lnTo>
                  <a:pt x="472" y="3733"/>
                </a:lnTo>
                <a:lnTo>
                  <a:pt x="473" y="3733"/>
                </a:lnTo>
                <a:lnTo>
                  <a:pt x="473" y="3732"/>
                </a:lnTo>
                <a:lnTo>
                  <a:pt x="474" y="3732"/>
                </a:lnTo>
                <a:lnTo>
                  <a:pt x="474" y="3731"/>
                </a:lnTo>
                <a:lnTo>
                  <a:pt x="475" y="3731"/>
                </a:lnTo>
                <a:lnTo>
                  <a:pt x="476" y="3730"/>
                </a:lnTo>
                <a:lnTo>
                  <a:pt x="476" y="3729"/>
                </a:lnTo>
                <a:lnTo>
                  <a:pt x="477" y="3729"/>
                </a:lnTo>
                <a:lnTo>
                  <a:pt x="477" y="3728"/>
                </a:lnTo>
                <a:lnTo>
                  <a:pt x="476" y="3727"/>
                </a:lnTo>
                <a:lnTo>
                  <a:pt x="474" y="3727"/>
                </a:lnTo>
                <a:lnTo>
                  <a:pt x="473" y="3727"/>
                </a:lnTo>
                <a:lnTo>
                  <a:pt x="472" y="3727"/>
                </a:lnTo>
                <a:lnTo>
                  <a:pt x="471" y="3727"/>
                </a:lnTo>
                <a:lnTo>
                  <a:pt x="470" y="3727"/>
                </a:lnTo>
                <a:lnTo>
                  <a:pt x="470" y="3726"/>
                </a:lnTo>
                <a:lnTo>
                  <a:pt x="470" y="3725"/>
                </a:lnTo>
                <a:lnTo>
                  <a:pt x="469" y="3725"/>
                </a:lnTo>
                <a:lnTo>
                  <a:pt x="468" y="3724"/>
                </a:lnTo>
                <a:lnTo>
                  <a:pt x="468" y="3723"/>
                </a:lnTo>
                <a:lnTo>
                  <a:pt x="468" y="3722"/>
                </a:lnTo>
                <a:lnTo>
                  <a:pt x="468" y="3721"/>
                </a:lnTo>
                <a:lnTo>
                  <a:pt x="468" y="3720"/>
                </a:lnTo>
                <a:lnTo>
                  <a:pt x="467" y="3719"/>
                </a:lnTo>
                <a:lnTo>
                  <a:pt x="466" y="3719"/>
                </a:lnTo>
                <a:lnTo>
                  <a:pt x="466" y="3718"/>
                </a:lnTo>
                <a:lnTo>
                  <a:pt x="467" y="3718"/>
                </a:lnTo>
                <a:lnTo>
                  <a:pt x="467" y="3717"/>
                </a:lnTo>
                <a:lnTo>
                  <a:pt x="466" y="3717"/>
                </a:lnTo>
                <a:lnTo>
                  <a:pt x="466" y="3716"/>
                </a:lnTo>
                <a:lnTo>
                  <a:pt x="467" y="3716"/>
                </a:lnTo>
                <a:lnTo>
                  <a:pt x="468" y="3715"/>
                </a:lnTo>
                <a:lnTo>
                  <a:pt x="468" y="3716"/>
                </a:lnTo>
                <a:lnTo>
                  <a:pt x="469" y="3716"/>
                </a:lnTo>
                <a:lnTo>
                  <a:pt x="470" y="3716"/>
                </a:lnTo>
                <a:lnTo>
                  <a:pt x="471" y="3716"/>
                </a:lnTo>
                <a:lnTo>
                  <a:pt x="472" y="3716"/>
                </a:lnTo>
                <a:lnTo>
                  <a:pt x="473" y="3716"/>
                </a:lnTo>
                <a:lnTo>
                  <a:pt x="473" y="3715"/>
                </a:lnTo>
                <a:lnTo>
                  <a:pt x="474" y="3715"/>
                </a:lnTo>
                <a:lnTo>
                  <a:pt x="475" y="3715"/>
                </a:lnTo>
                <a:lnTo>
                  <a:pt x="476" y="3715"/>
                </a:lnTo>
                <a:lnTo>
                  <a:pt x="477" y="3715"/>
                </a:lnTo>
                <a:lnTo>
                  <a:pt x="478" y="3715"/>
                </a:lnTo>
                <a:lnTo>
                  <a:pt x="478" y="3714"/>
                </a:lnTo>
                <a:lnTo>
                  <a:pt x="479" y="3714"/>
                </a:lnTo>
                <a:lnTo>
                  <a:pt x="480" y="3714"/>
                </a:lnTo>
                <a:lnTo>
                  <a:pt x="480" y="3713"/>
                </a:lnTo>
                <a:lnTo>
                  <a:pt x="481" y="3713"/>
                </a:lnTo>
                <a:lnTo>
                  <a:pt x="482" y="3713"/>
                </a:lnTo>
                <a:lnTo>
                  <a:pt x="482" y="3712"/>
                </a:lnTo>
                <a:lnTo>
                  <a:pt x="483" y="3712"/>
                </a:lnTo>
                <a:lnTo>
                  <a:pt x="484" y="3712"/>
                </a:lnTo>
                <a:lnTo>
                  <a:pt x="484" y="3711"/>
                </a:lnTo>
                <a:lnTo>
                  <a:pt x="485" y="3711"/>
                </a:lnTo>
                <a:lnTo>
                  <a:pt x="486" y="3711"/>
                </a:lnTo>
                <a:lnTo>
                  <a:pt x="487" y="3710"/>
                </a:lnTo>
                <a:lnTo>
                  <a:pt x="488" y="3710"/>
                </a:lnTo>
                <a:lnTo>
                  <a:pt x="488" y="3709"/>
                </a:lnTo>
                <a:lnTo>
                  <a:pt x="487" y="3709"/>
                </a:lnTo>
                <a:lnTo>
                  <a:pt x="487" y="3708"/>
                </a:lnTo>
                <a:lnTo>
                  <a:pt x="487" y="3707"/>
                </a:lnTo>
                <a:lnTo>
                  <a:pt x="486" y="3707"/>
                </a:lnTo>
                <a:lnTo>
                  <a:pt x="486" y="3706"/>
                </a:lnTo>
                <a:lnTo>
                  <a:pt x="486" y="3705"/>
                </a:lnTo>
                <a:lnTo>
                  <a:pt x="487" y="3705"/>
                </a:lnTo>
                <a:lnTo>
                  <a:pt x="486" y="3704"/>
                </a:lnTo>
                <a:lnTo>
                  <a:pt x="486" y="3703"/>
                </a:lnTo>
                <a:lnTo>
                  <a:pt x="485" y="3703"/>
                </a:lnTo>
                <a:lnTo>
                  <a:pt x="485" y="3702"/>
                </a:lnTo>
                <a:lnTo>
                  <a:pt x="485" y="3701"/>
                </a:lnTo>
                <a:lnTo>
                  <a:pt x="485" y="3700"/>
                </a:lnTo>
                <a:lnTo>
                  <a:pt x="485" y="3699"/>
                </a:lnTo>
                <a:lnTo>
                  <a:pt x="486" y="3699"/>
                </a:lnTo>
                <a:lnTo>
                  <a:pt x="486" y="3698"/>
                </a:lnTo>
                <a:lnTo>
                  <a:pt x="486" y="3697"/>
                </a:lnTo>
                <a:lnTo>
                  <a:pt x="485" y="3697"/>
                </a:lnTo>
                <a:lnTo>
                  <a:pt x="485" y="3696"/>
                </a:lnTo>
                <a:lnTo>
                  <a:pt x="485" y="3695"/>
                </a:lnTo>
                <a:lnTo>
                  <a:pt x="486" y="3695"/>
                </a:lnTo>
                <a:lnTo>
                  <a:pt x="486" y="3694"/>
                </a:lnTo>
                <a:lnTo>
                  <a:pt x="486" y="3693"/>
                </a:lnTo>
                <a:lnTo>
                  <a:pt x="487" y="3693"/>
                </a:lnTo>
                <a:lnTo>
                  <a:pt x="487" y="3692"/>
                </a:lnTo>
                <a:lnTo>
                  <a:pt x="487" y="3691"/>
                </a:lnTo>
                <a:lnTo>
                  <a:pt x="488" y="3691"/>
                </a:lnTo>
                <a:lnTo>
                  <a:pt x="488" y="3690"/>
                </a:lnTo>
                <a:lnTo>
                  <a:pt x="488" y="3689"/>
                </a:lnTo>
                <a:lnTo>
                  <a:pt x="488" y="3688"/>
                </a:lnTo>
                <a:lnTo>
                  <a:pt x="489" y="3688"/>
                </a:lnTo>
                <a:lnTo>
                  <a:pt x="489" y="3687"/>
                </a:lnTo>
                <a:lnTo>
                  <a:pt x="489" y="3686"/>
                </a:lnTo>
                <a:lnTo>
                  <a:pt x="490" y="3686"/>
                </a:lnTo>
                <a:lnTo>
                  <a:pt x="490" y="3685"/>
                </a:lnTo>
                <a:lnTo>
                  <a:pt x="490" y="3684"/>
                </a:lnTo>
                <a:lnTo>
                  <a:pt x="489" y="3684"/>
                </a:lnTo>
                <a:lnTo>
                  <a:pt x="489" y="3683"/>
                </a:lnTo>
                <a:lnTo>
                  <a:pt x="490" y="3683"/>
                </a:lnTo>
                <a:lnTo>
                  <a:pt x="490" y="3682"/>
                </a:lnTo>
                <a:lnTo>
                  <a:pt x="490" y="3681"/>
                </a:lnTo>
                <a:lnTo>
                  <a:pt x="490" y="3680"/>
                </a:lnTo>
                <a:lnTo>
                  <a:pt x="490" y="3678"/>
                </a:lnTo>
                <a:lnTo>
                  <a:pt x="490" y="3677"/>
                </a:lnTo>
                <a:lnTo>
                  <a:pt x="490" y="3676"/>
                </a:lnTo>
                <a:lnTo>
                  <a:pt x="490" y="3675"/>
                </a:lnTo>
                <a:lnTo>
                  <a:pt x="491" y="3675"/>
                </a:lnTo>
                <a:lnTo>
                  <a:pt x="492" y="3675"/>
                </a:lnTo>
                <a:lnTo>
                  <a:pt x="492" y="3674"/>
                </a:lnTo>
                <a:lnTo>
                  <a:pt x="492" y="3673"/>
                </a:lnTo>
                <a:lnTo>
                  <a:pt x="492" y="3672"/>
                </a:lnTo>
                <a:lnTo>
                  <a:pt x="493" y="3672"/>
                </a:lnTo>
                <a:lnTo>
                  <a:pt x="493" y="3670"/>
                </a:lnTo>
                <a:lnTo>
                  <a:pt x="492" y="3670"/>
                </a:lnTo>
                <a:lnTo>
                  <a:pt x="491" y="3670"/>
                </a:lnTo>
                <a:lnTo>
                  <a:pt x="491" y="3669"/>
                </a:lnTo>
                <a:lnTo>
                  <a:pt x="491" y="3668"/>
                </a:lnTo>
                <a:lnTo>
                  <a:pt x="490" y="3668"/>
                </a:lnTo>
                <a:lnTo>
                  <a:pt x="489" y="3668"/>
                </a:lnTo>
                <a:lnTo>
                  <a:pt x="489" y="3667"/>
                </a:lnTo>
                <a:lnTo>
                  <a:pt x="488" y="3667"/>
                </a:lnTo>
                <a:lnTo>
                  <a:pt x="489" y="3666"/>
                </a:lnTo>
                <a:lnTo>
                  <a:pt x="490" y="3665"/>
                </a:lnTo>
                <a:lnTo>
                  <a:pt x="490" y="3664"/>
                </a:lnTo>
                <a:lnTo>
                  <a:pt x="491" y="3663"/>
                </a:lnTo>
                <a:lnTo>
                  <a:pt x="491" y="3662"/>
                </a:lnTo>
                <a:lnTo>
                  <a:pt x="491" y="3661"/>
                </a:lnTo>
                <a:lnTo>
                  <a:pt x="491" y="3660"/>
                </a:lnTo>
                <a:lnTo>
                  <a:pt x="492" y="3660"/>
                </a:lnTo>
                <a:lnTo>
                  <a:pt x="492" y="3659"/>
                </a:lnTo>
                <a:lnTo>
                  <a:pt x="492" y="3658"/>
                </a:lnTo>
                <a:lnTo>
                  <a:pt x="493" y="3658"/>
                </a:lnTo>
                <a:lnTo>
                  <a:pt x="493" y="3657"/>
                </a:lnTo>
                <a:lnTo>
                  <a:pt x="494" y="3657"/>
                </a:lnTo>
                <a:lnTo>
                  <a:pt x="493" y="3656"/>
                </a:lnTo>
                <a:lnTo>
                  <a:pt x="494" y="3656"/>
                </a:lnTo>
                <a:lnTo>
                  <a:pt x="494" y="3655"/>
                </a:lnTo>
                <a:lnTo>
                  <a:pt x="494" y="3654"/>
                </a:lnTo>
                <a:lnTo>
                  <a:pt x="494" y="3653"/>
                </a:lnTo>
                <a:lnTo>
                  <a:pt x="494" y="3652"/>
                </a:lnTo>
                <a:lnTo>
                  <a:pt x="495" y="3652"/>
                </a:lnTo>
                <a:lnTo>
                  <a:pt x="494" y="3651"/>
                </a:lnTo>
                <a:lnTo>
                  <a:pt x="493" y="3650"/>
                </a:lnTo>
                <a:lnTo>
                  <a:pt x="493" y="3649"/>
                </a:lnTo>
                <a:lnTo>
                  <a:pt x="493" y="3648"/>
                </a:lnTo>
                <a:lnTo>
                  <a:pt x="492" y="3648"/>
                </a:lnTo>
                <a:lnTo>
                  <a:pt x="491" y="3648"/>
                </a:lnTo>
                <a:lnTo>
                  <a:pt x="491" y="3647"/>
                </a:lnTo>
                <a:lnTo>
                  <a:pt x="490" y="3647"/>
                </a:lnTo>
                <a:lnTo>
                  <a:pt x="490" y="3646"/>
                </a:lnTo>
                <a:lnTo>
                  <a:pt x="490" y="3645"/>
                </a:lnTo>
                <a:lnTo>
                  <a:pt x="489" y="3645"/>
                </a:lnTo>
                <a:lnTo>
                  <a:pt x="487" y="3645"/>
                </a:lnTo>
                <a:lnTo>
                  <a:pt x="486" y="3645"/>
                </a:lnTo>
                <a:lnTo>
                  <a:pt x="486" y="3644"/>
                </a:lnTo>
                <a:lnTo>
                  <a:pt x="485" y="3644"/>
                </a:lnTo>
                <a:lnTo>
                  <a:pt x="485" y="3643"/>
                </a:lnTo>
                <a:lnTo>
                  <a:pt x="485" y="3642"/>
                </a:lnTo>
                <a:lnTo>
                  <a:pt x="484" y="3642"/>
                </a:lnTo>
                <a:lnTo>
                  <a:pt x="483" y="3642"/>
                </a:lnTo>
                <a:lnTo>
                  <a:pt x="483" y="3640"/>
                </a:lnTo>
                <a:lnTo>
                  <a:pt x="483" y="3639"/>
                </a:lnTo>
                <a:lnTo>
                  <a:pt x="483" y="3638"/>
                </a:lnTo>
                <a:lnTo>
                  <a:pt x="484" y="3638"/>
                </a:lnTo>
                <a:lnTo>
                  <a:pt x="484" y="3637"/>
                </a:lnTo>
                <a:lnTo>
                  <a:pt x="483" y="3637"/>
                </a:lnTo>
                <a:lnTo>
                  <a:pt x="484" y="3637"/>
                </a:lnTo>
                <a:lnTo>
                  <a:pt x="485" y="3637"/>
                </a:lnTo>
                <a:lnTo>
                  <a:pt x="486" y="3637"/>
                </a:lnTo>
                <a:lnTo>
                  <a:pt x="487" y="3636"/>
                </a:lnTo>
                <a:lnTo>
                  <a:pt x="486" y="3636"/>
                </a:lnTo>
                <a:lnTo>
                  <a:pt x="486" y="3635"/>
                </a:lnTo>
                <a:lnTo>
                  <a:pt x="486" y="3634"/>
                </a:lnTo>
                <a:lnTo>
                  <a:pt x="485" y="3633"/>
                </a:lnTo>
                <a:lnTo>
                  <a:pt x="486" y="3632"/>
                </a:lnTo>
                <a:lnTo>
                  <a:pt x="487" y="3631"/>
                </a:lnTo>
                <a:lnTo>
                  <a:pt x="488" y="3631"/>
                </a:lnTo>
                <a:lnTo>
                  <a:pt x="488" y="3630"/>
                </a:lnTo>
                <a:lnTo>
                  <a:pt x="489" y="3631"/>
                </a:lnTo>
                <a:lnTo>
                  <a:pt x="489" y="3632"/>
                </a:lnTo>
                <a:lnTo>
                  <a:pt x="489" y="3633"/>
                </a:lnTo>
                <a:lnTo>
                  <a:pt x="490" y="3634"/>
                </a:lnTo>
                <a:lnTo>
                  <a:pt x="490" y="3633"/>
                </a:lnTo>
                <a:lnTo>
                  <a:pt x="491" y="3633"/>
                </a:lnTo>
                <a:lnTo>
                  <a:pt x="491" y="3634"/>
                </a:lnTo>
                <a:lnTo>
                  <a:pt x="491" y="3633"/>
                </a:lnTo>
                <a:lnTo>
                  <a:pt x="492" y="3633"/>
                </a:lnTo>
                <a:lnTo>
                  <a:pt x="491" y="3632"/>
                </a:lnTo>
                <a:lnTo>
                  <a:pt x="492" y="3632"/>
                </a:lnTo>
                <a:lnTo>
                  <a:pt x="494" y="3632"/>
                </a:lnTo>
                <a:lnTo>
                  <a:pt x="495" y="3632"/>
                </a:lnTo>
                <a:lnTo>
                  <a:pt x="495" y="3633"/>
                </a:lnTo>
                <a:lnTo>
                  <a:pt x="496" y="3633"/>
                </a:lnTo>
                <a:lnTo>
                  <a:pt x="497" y="3633"/>
                </a:lnTo>
                <a:lnTo>
                  <a:pt x="497" y="3634"/>
                </a:lnTo>
                <a:lnTo>
                  <a:pt x="498" y="3633"/>
                </a:lnTo>
                <a:lnTo>
                  <a:pt x="498" y="3634"/>
                </a:lnTo>
                <a:lnTo>
                  <a:pt x="499" y="3634"/>
                </a:lnTo>
                <a:lnTo>
                  <a:pt x="500" y="3633"/>
                </a:lnTo>
                <a:lnTo>
                  <a:pt x="500" y="3634"/>
                </a:lnTo>
                <a:lnTo>
                  <a:pt x="501" y="3634"/>
                </a:lnTo>
                <a:lnTo>
                  <a:pt x="501" y="3633"/>
                </a:lnTo>
                <a:lnTo>
                  <a:pt x="502" y="3633"/>
                </a:lnTo>
                <a:lnTo>
                  <a:pt x="503" y="3633"/>
                </a:lnTo>
                <a:lnTo>
                  <a:pt x="503" y="3632"/>
                </a:lnTo>
                <a:lnTo>
                  <a:pt x="503" y="3631"/>
                </a:lnTo>
                <a:lnTo>
                  <a:pt x="504" y="3631"/>
                </a:lnTo>
                <a:lnTo>
                  <a:pt x="504" y="3632"/>
                </a:lnTo>
                <a:lnTo>
                  <a:pt x="505" y="3632"/>
                </a:lnTo>
                <a:lnTo>
                  <a:pt x="505" y="3631"/>
                </a:lnTo>
                <a:lnTo>
                  <a:pt x="506" y="3631"/>
                </a:lnTo>
                <a:lnTo>
                  <a:pt x="507" y="3630"/>
                </a:lnTo>
                <a:lnTo>
                  <a:pt x="508" y="3630"/>
                </a:lnTo>
                <a:lnTo>
                  <a:pt x="508" y="3629"/>
                </a:lnTo>
                <a:lnTo>
                  <a:pt x="509" y="3629"/>
                </a:lnTo>
                <a:lnTo>
                  <a:pt x="509" y="3628"/>
                </a:lnTo>
                <a:lnTo>
                  <a:pt x="510" y="3628"/>
                </a:lnTo>
                <a:lnTo>
                  <a:pt x="510" y="3627"/>
                </a:lnTo>
                <a:lnTo>
                  <a:pt x="511" y="3627"/>
                </a:lnTo>
                <a:lnTo>
                  <a:pt x="512" y="3627"/>
                </a:lnTo>
                <a:lnTo>
                  <a:pt x="512" y="3628"/>
                </a:lnTo>
                <a:lnTo>
                  <a:pt x="513" y="3629"/>
                </a:lnTo>
                <a:lnTo>
                  <a:pt x="514" y="3629"/>
                </a:lnTo>
                <a:lnTo>
                  <a:pt x="514" y="3630"/>
                </a:lnTo>
                <a:lnTo>
                  <a:pt x="515" y="3630"/>
                </a:lnTo>
                <a:lnTo>
                  <a:pt x="515" y="3631"/>
                </a:lnTo>
                <a:lnTo>
                  <a:pt x="516" y="3631"/>
                </a:lnTo>
                <a:lnTo>
                  <a:pt x="517" y="3630"/>
                </a:lnTo>
                <a:lnTo>
                  <a:pt x="517" y="3629"/>
                </a:lnTo>
                <a:lnTo>
                  <a:pt x="518" y="3629"/>
                </a:lnTo>
                <a:lnTo>
                  <a:pt x="518" y="3628"/>
                </a:lnTo>
                <a:lnTo>
                  <a:pt x="519" y="3628"/>
                </a:lnTo>
                <a:lnTo>
                  <a:pt x="520" y="3628"/>
                </a:lnTo>
                <a:lnTo>
                  <a:pt x="520" y="3629"/>
                </a:lnTo>
                <a:lnTo>
                  <a:pt x="521" y="3629"/>
                </a:lnTo>
                <a:lnTo>
                  <a:pt x="521" y="3628"/>
                </a:lnTo>
                <a:lnTo>
                  <a:pt x="521" y="3627"/>
                </a:lnTo>
                <a:lnTo>
                  <a:pt x="522" y="3627"/>
                </a:lnTo>
                <a:lnTo>
                  <a:pt x="522" y="3626"/>
                </a:lnTo>
                <a:lnTo>
                  <a:pt x="522" y="3625"/>
                </a:lnTo>
                <a:lnTo>
                  <a:pt x="523" y="3625"/>
                </a:lnTo>
                <a:lnTo>
                  <a:pt x="523" y="3624"/>
                </a:lnTo>
                <a:lnTo>
                  <a:pt x="524" y="3624"/>
                </a:lnTo>
                <a:lnTo>
                  <a:pt x="524" y="3625"/>
                </a:lnTo>
                <a:lnTo>
                  <a:pt x="525" y="3625"/>
                </a:lnTo>
                <a:lnTo>
                  <a:pt x="525" y="3626"/>
                </a:lnTo>
                <a:lnTo>
                  <a:pt x="526" y="3627"/>
                </a:lnTo>
                <a:lnTo>
                  <a:pt x="526" y="3628"/>
                </a:lnTo>
                <a:lnTo>
                  <a:pt x="526" y="3629"/>
                </a:lnTo>
                <a:lnTo>
                  <a:pt x="527" y="3629"/>
                </a:lnTo>
                <a:lnTo>
                  <a:pt x="528" y="3629"/>
                </a:lnTo>
                <a:lnTo>
                  <a:pt x="528" y="3630"/>
                </a:lnTo>
                <a:lnTo>
                  <a:pt x="528" y="3631"/>
                </a:lnTo>
                <a:lnTo>
                  <a:pt x="529" y="3631"/>
                </a:lnTo>
                <a:lnTo>
                  <a:pt x="530" y="3630"/>
                </a:lnTo>
                <a:lnTo>
                  <a:pt x="529" y="3630"/>
                </a:lnTo>
                <a:lnTo>
                  <a:pt x="530" y="3630"/>
                </a:lnTo>
                <a:lnTo>
                  <a:pt x="530" y="3629"/>
                </a:lnTo>
                <a:lnTo>
                  <a:pt x="531" y="3629"/>
                </a:lnTo>
                <a:lnTo>
                  <a:pt x="532" y="3629"/>
                </a:lnTo>
                <a:lnTo>
                  <a:pt x="533" y="3629"/>
                </a:lnTo>
                <a:lnTo>
                  <a:pt x="533" y="3628"/>
                </a:lnTo>
                <a:lnTo>
                  <a:pt x="533" y="3627"/>
                </a:lnTo>
                <a:lnTo>
                  <a:pt x="534" y="3627"/>
                </a:lnTo>
                <a:lnTo>
                  <a:pt x="533" y="3626"/>
                </a:lnTo>
                <a:lnTo>
                  <a:pt x="533" y="3625"/>
                </a:lnTo>
                <a:lnTo>
                  <a:pt x="534" y="3625"/>
                </a:lnTo>
                <a:lnTo>
                  <a:pt x="534" y="3624"/>
                </a:lnTo>
                <a:lnTo>
                  <a:pt x="535" y="3623"/>
                </a:lnTo>
                <a:lnTo>
                  <a:pt x="536" y="3623"/>
                </a:lnTo>
                <a:lnTo>
                  <a:pt x="536" y="3622"/>
                </a:lnTo>
                <a:lnTo>
                  <a:pt x="536" y="3621"/>
                </a:lnTo>
                <a:lnTo>
                  <a:pt x="537" y="3621"/>
                </a:lnTo>
                <a:lnTo>
                  <a:pt x="537" y="3620"/>
                </a:lnTo>
                <a:lnTo>
                  <a:pt x="537" y="3619"/>
                </a:lnTo>
                <a:lnTo>
                  <a:pt x="538" y="3619"/>
                </a:lnTo>
                <a:lnTo>
                  <a:pt x="538" y="3618"/>
                </a:lnTo>
                <a:lnTo>
                  <a:pt x="538" y="3617"/>
                </a:lnTo>
                <a:lnTo>
                  <a:pt x="539" y="3617"/>
                </a:lnTo>
                <a:lnTo>
                  <a:pt x="539" y="3616"/>
                </a:lnTo>
                <a:lnTo>
                  <a:pt x="540" y="3616"/>
                </a:lnTo>
                <a:lnTo>
                  <a:pt x="541" y="3616"/>
                </a:lnTo>
                <a:lnTo>
                  <a:pt x="541" y="3615"/>
                </a:lnTo>
                <a:lnTo>
                  <a:pt x="542" y="3615"/>
                </a:lnTo>
                <a:lnTo>
                  <a:pt x="542" y="3614"/>
                </a:lnTo>
                <a:lnTo>
                  <a:pt x="543" y="3614"/>
                </a:lnTo>
                <a:lnTo>
                  <a:pt x="543" y="3613"/>
                </a:lnTo>
                <a:lnTo>
                  <a:pt x="543" y="3612"/>
                </a:lnTo>
                <a:lnTo>
                  <a:pt x="544" y="3612"/>
                </a:lnTo>
                <a:lnTo>
                  <a:pt x="544" y="3611"/>
                </a:lnTo>
                <a:lnTo>
                  <a:pt x="545" y="3610"/>
                </a:lnTo>
                <a:lnTo>
                  <a:pt x="544" y="3610"/>
                </a:lnTo>
                <a:lnTo>
                  <a:pt x="545" y="3610"/>
                </a:lnTo>
                <a:lnTo>
                  <a:pt x="545" y="3609"/>
                </a:lnTo>
                <a:lnTo>
                  <a:pt x="545" y="3608"/>
                </a:lnTo>
                <a:lnTo>
                  <a:pt x="546" y="3608"/>
                </a:lnTo>
                <a:lnTo>
                  <a:pt x="546" y="3607"/>
                </a:lnTo>
                <a:lnTo>
                  <a:pt x="546" y="3606"/>
                </a:lnTo>
                <a:lnTo>
                  <a:pt x="547" y="3606"/>
                </a:lnTo>
                <a:lnTo>
                  <a:pt x="547" y="3605"/>
                </a:lnTo>
                <a:lnTo>
                  <a:pt x="548" y="3605"/>
                </a:lnTo>
                <a:lnTo>
                  <a:pt x="548" y="3604"/>
                </a:lnTo>
                <a:lnTo>
                  <a:pt x="549" y="3604"/>
                </a:lnTo>
                <a:lnTo>
                  <a:pt x="549" y="3603"/>
                </a:lnTo>
                <a:lnTo>
                  <a:pt x="550" y="3603"/>
                </a:lnTo>
                <a:lnTo>
                  <a:pt x="550" y="3602"/>
                </a:lnTo>
                <a:lnTo>
                  <a:pt x="549" y="3602"/>
                </a:lnTo>
                <a:lnTo>
                  <a:pt x="549" y="3601"/>
                </a:lnTo>
                <a:lnTo>
                  <a:pt x="549" y="3600"/>
                </a:lnTo>
                <a:lnTo>
                  <a:pt x="549" y="3599"/>
                </a:lnTo>
                <a:lnTo>
                  <a:pt x="550" y="3599"/>
                </a:lnTo>
                <a:lnTo>
                  <a:pt x="551" y="3600"/>
                </a:lnTo>
                <a:lnTo>
                  <a:pt x="553" y="3600"/>
                </a:lnTo>
                <a:lnTo>
                  <a:pt x="554" y="3600"/>
                </a:lnTo>
                <a:lnTo>
                  <a:pt x="554" y="3601"/>
                </a:lnTo>
                <a:lnTo>
                  <a:pt x="555" y="3601"/>
                </a:lnTo>
                <a:lnTo>
                  <a:pt x="556" y="3601"/>
                </a:lnTo>
                <a:lnTo>
                  <a:pt x="557" y="3601"/>
                </a:lnTo>
                <a:lnTo>
                  <a:pt x="558" y="3601"/>
                </a:lnTo>
                <a:lnTo>
                  <a:pt x="559" y="3601"/>
                </a:lnTo>
                <a:lnTo>
                  <a:pt x="560" y="3601"/>
                </a:lnTo>
                <a:lnTo>
                  <a:pt x="560" y="3600"/>
                </a:lnTo>
                <a:lnTo>
                  <a:pt x="561" y="3600"/>
                </a:lnTo>
                <a:lnTo>
                  <a:pt x="561" y="3599"/>
                </a:lnTo>
                <a:lnTo>
                  <a:pt x="561" y="3598"/>
                </a:lnTo>
                <a:lnTo>
                  <a:pt x="560" y="3598"/>
                </a:lnTo>
                <a:lnTo>
                  <a:pt x="561" y="3598"/>
                </a:lnTo>
                <a:lnTo>
                  <a:pt x="560" y="3598"/>
                </a:lnTo>
                <a:lnTo>
                  <a:pt x="560" y="3597"/>
                </a:lnTo>
                <a:lnTo>
                  <a:pt x="559" y="3597"/>
                </a:lnTo>
                <a:lnTo>
                  <a:pt x="558" y="3596"/>
                </a:lnTo>
                <a:lnTo>
                  <a:pt x="558" y="3595"/>
                </a:lnTo>
                <a:lnTo>
                  <a:pt x="557" y="3595"/>
                </a:lnTo>
                <a:lnTo>
                  <a:pt x="557" y="3594"/>
                </a:lnTo>
                <a:lnTo>
                  <a:pt x="556" y="3594"/>
                </a:lnTo>
                <a:lnTo>
                  <a:pt x="555" y="3593"/>
                </a:lnTo>
                <a:lnTo>
                  <a:pt x="555" y="3592"/>
                </a:lnTo>
                <a:lnTo>
                  <a:pt x="554" y="3592"/>
                </a:lnTo>
                <a:lnTo>
                  <a:pt x="553" y="3592"/>
                </a:lnTo>
                <a:lnTo>
                  <a:pt x="553" y="3591"/>
                </a:lnTo>
                <a:lnTo>
                  <a:pt x="552" y="3591"/>
                </a:lnTo>
                <a:lnTo>
                  <a:pt x="552" y="3590"/>
                </a:lnTo>
                <a:lnTo>
                  <a:pt x="551" y="3589"/>
                </a:lnTo>
                <a:lnTo>
                  <a:pt x="551" y="3588"/>
                </a:lnTo>
                <a:lnTo>
                  <a:pt x="550" y="3588"/>
                </a:lnTo>
                <a:lnTo>
                  <a:pt x="550" y="3587"/>
                </a:lnTo>
                <a:lnTo>
                  <a:pt x="550" y="3586"/>
                </a:lnTo>
                <a:lnTo>
                  <a:pt x="551" y="3586"/>
                </a:lnTo>
                <a:lnTo>
                  <a:pt x="551" y="3585"/>
                </a:lnTo>
                <a:lnTo>
                  <a:pt x="551" y="3584"/>
                </a:lnTo>
                <a:lnTo>
                  <a:pt x="550" y="3584"/>
                </a:lnTo>
                <a:lnTo>
                  <a:pt x="550" y="3583"/>
                </a:lnTo>
                <a:lnTo>
                  <a:pt x="549" y="3583"/>
                </a:lnTo>
                <a:lnTo>
                  <a:pt x="548" y="3583"/>
                </a:lnTo>
                <a:lnTo>
                  <a:pt x="548" y="3584"/>
                </a:lnTo>
                <a:lnTo>
                  <a:pt x="547" y="3584"/>
                </a:lnTo>
                <a:lnTo>
                  <a:pt x="546" y="3584"/>
                </a:lnTo>
                <a:lnTo>
                  <a:pt x="546" y="3585"/>
                </a:lnTo>
                <a:lnTo>
                  <a:pt x="545" y="3585"/>
                </a:lnTo>
                <a:lnTo>
                  <a:pt x="546" y="3585"/>
                </a:lnTo>
                <a:lnTo>
                  <a:pt x="545" y="3585"/>
                </a:lnTo>
                <a:lnTo>
                  <a:pt x="545" y="3586"/>
                </a:lnTo>
                <a:lnTo>
                  <a:pt x="544" y="3586"/>
                </a:lnTo>
                <a:lnTo>
                  <a:pt x="544" y="3587"/>
                </a:lnTo>
                <a:lnTo>
                  <a:pt x="544" y="3586"/>
                </a:lnTo>
                <a:lnTo>
                  <a:pt x="542" y="3586"/>
                </a:lnTo>
                <a:lnTo>
                  <a:pt x="541" y="3586"/>
                </a:lnTo>
                <a:lnTo>
                  <a:pt x="541" y="3587"/>
                </a:lnTo>
                <a:lnTo>
                  <a:pt x="540" y="3587"/>
                </a:lnTo>
                <a:lnTo>
                  <a:pt x="541" y="3587"/>
                </a:lnTo>
                <a:lnTo>
                  <a:pt x="540" y="3587"/>
                </a:lnTo>
                <a:lnTo>
                  <a:pt x="540" y="3588"/>
                </a:lnTo>
                <a:lnTo>
                  <a:pt x="539" y="3588"/>
                </a:lnTo>
                <a:lnTo>
                  <a:pt x="539" y="3587"/>
                </a:lnTo>
                <a:lnTo>
                  <a:pt x="538" y="3587"/>
                </a:lnTo>
                <a:lnTo>
                  <a:pt x="537" y="3586"/>
                </a:lnTo>
                <a:lnTo>
                  <a:pt x="537" y="3585"/>
                </a:lnTo>
                <a:lnTo>
                  <a:pt x="537" y="3584"/>
                </a:lnTo>
                <a:lnTo>
                  <a:pt x="536" y="3584"/>
                </a:lnTo>
                <a:lnTo>
                  <a:pt x="536" y="3583"/>
                </a:lnTo>
                <a:lnTo>
                  <a:pt x="536" y="3582"/>
                </a:lnTo>
                <a:lnTo>
                  <a:pt x="535" y="3582"/>
                </a:lnTo>
                <a:lnTo>
                  <a:pt x="536" y="3581"/>
                </a:lnTo>
                <a:lnTo>
                  <a:pt x="537" y="3580"/>
                </a:lnTo>
                <a:lnTo>
                  <a:pt x="538" y="3580"/>
                </a:lnTo>
                <a:lnTo>
                  <a:pt x="538" y="3579"/>
                </a:lnTo>
                <a:lnTo>
                  <a:pt x="538" y="3578"/>
                </a:lnTo>
                <a:lnTo>
                  <a:pt x="537" y="3578"/>
                </a:lnTo>
                <a:lnTo>
                  <a:pt x="537" y="3577"/>
                </a:lnTo>
                <a:lnTo>
                  <a:pt x="536" y="3576"/>
                </a:lnTo>
                <a:lnTo>
                  <a:pt x="535" y="3575"/>
                </a:lnTo>
                <a:lnTo>
                  <a:pt x="535" y="3574"/>
                </a:lnTo>
                <a:lnTo>
                  <a:pt x="534" y="3573"/>
                </a:lnTo>
                <a:lnTo>
                  <a:pt x="533" y="3573"/>
                </a:lnTo>
                <a:lnTo>
                  <a:pt x="532" y="3573"/>
                </a:lnTo>
                <a:lnTo>
                  <a:pt x="532" y="3572"/>
                </a:lnTo>
                <a:lnTo>
                  <a:pt x="531" y="3572"/>
                </a:lnTo>
                <a:lnTo>
                  <a:pt x="530" y="3572"/>
                </a:lnTo>
                <a:lnTo>
                  <a:pt x="530" y="3571"/>
                </a:lnTo>
                <a:lnTo>
                  <a:pt x="529" y="3571"/>
                </a:lnTo>
                <a:lnTo>
                  <a:pt x="530" y="3570"/>
                </a:lnTo>
                <a:lnTo>
                  <a:pt x="529" y="3570"/>
                </a:lnTo>
                <a:lnTo>
                  <a:pt x="529" y="3569"/>
                </a:lnTo>
                <a:lnTo>
                  <a:pt x="528" y="3569"/>
                </a:lnTo>
                <a:lnTo>
                  <a:pt x="529" y="3569"/>
                </a:lnTo>
                <a:lnTo>
                  <a:pt x="529" y="3568"/>
                </a:lnTo>
                <a:lnTo>
                  <a:pt x="528" y="3568"/>
                </a:lnTo>
                <a:lnTo>
                  <a:pt x="529" y="3568"/>
                </a:lnTo>
                <a:lnTo>
                  <a:pt x="528" y="3567"/>
                </a:lnTo>
                <a:lnTo>
                  <a:pt x="527" y="3567"/>
                </a:lnTo>
                <a:lnTo>
                  <a:pt x="527" y="3566"/>
                </a:lnTo>
                <a:lnTo>
                  <a:pt x="526" y="3566"/>
                </a:lnTo>
                <a:lnTo>
                  <a:pt x="526" y="3565"/>
                </a:lnTo>
                <a:lnTo>
                  <a:pt x="525" y="3565"/>
                </a:lnTo>
                <a:lnTo>
                  <a:pt x="524" y="3565"/>
                </a:lnTo>
                <a:lnTo>
                  <a:pt x="524" y="3566"/>
                </a:lnTo>
                <a:lnTo>
                  <a:pt x="523" y="3565"/>
                </a:lnTo>
                <a:lnTo>
                  <a:pt x="522" y="3565"/>
                </a:lnTo>
                <a:lnTo>
                  <a:pt x="522" y="3564"/>
                </a:lnTo>
                <a:lnTo>
                  <a:pt x="522" y="3563"/>
                </a:lnTo>
                <a:lnTo>
                  <a:pt x="521" y="3563"/>
                </a:lnTo>
                <a:lnTo>
                  <a:pt x="521" y="3562"/>
                </a:lnTo>
                <a:lnTo>
                  <a:pt x="520" y="3562"/>
                </a:lnTo>
                <a:lnTo>
                  <a:pt x="519" y="3561"/>
                </a:lnTo>
                <a:lnTo>
                  <a:pt x="519" y="3560"/>
                </a:lnTo>
                <a:lnTo>
                  <a:pt x="520" y="3560"/>
                </a:lnTo>
                <a:lnTo>
                  <a:pt x="521" y="3560"/>
                </a:lnTo>
                <a:lnTo>
                  <a:pt x="522" y="3559"/>
                </a:lnTo>
                <a:lnTo>
                  <a:pt x="522" y="3558"/>
                </a:lnTo>
                <a:lnTo>
                  <a:pt x="523" y="3557"/>
                </a:lnTo>
                <a:lnTo>
                  <a:pt x="524" y="3557"/>
                </a:lnTo>
                <a:lnTo>
                  <a:pt x="524" y="3556"/>
                </a:lnTo>
                <a:lnTo>
                  <a:pt x="523" y="3556"/>
                </a:lnTo>
                <a:lnTo>
                  <a:pt x="523" y="3555"/>
                </a:lnTo>
                <a:lnTo>
                  <a:pt x="522" y="3555"/>
                </a:lnTo>
                <a:lnTo>
                  <a:pt x="522" y="3554"/>
                </a:lnTo>
                <a:lnTo>
                  <a:pt x="521" y="3554"/>
                </a:lnTo>
                <a:lnTo>
                  <a:pt x="521" y="3553"/>
                </a:lnTo>
                <a:lnTo>
                  <a:pt x="520" y="3553"/>
                </a:lnTo>
                <a:lnTo>
                  <a:pt x="520" y="3552"/>
                </a:lnTo>
                <a:lnTo>
                  <a:pt x="519" y="3552"/>
                </a:lnTo>
                <a:lnTo>
                  <a:pt x="519" y="3551"/>
                </a:lnTo>
                <a:lnTo>
                  <a:pt x="518" y="3551"/>
                </a:lnTo>
                <a:lnTo>
                  <a:pt x="518" y="3550"/>
                </a:lnTo>
                <a:lnTo>
                  <a:pt x="518" y="3549"/>
                </a:lnTo>
                <a:lnTo>
                  <a:pt x="518" y="3548"/>
                </a:lnTo>
                <a:lnTo>
                  <a:pt x="518" y="3547"/>
                </a:lnTo>
                <a:lnTo>
                  <a:pt x="518" y="3546"/>
                </a:lnTo>
                <a:lnTo>
                  <a:pt x="518" y="3545"/>
                </a:lnTo>
                <a:lnTo>
                  <a:pt x="517" y="3545"/>
                </a:lnTo>
                <a:lnTo>
                  <a:pt x="516" y="3545"/>
                </a:lnTo>
                <a:lnTo>
                  <a:pt x="516" y="3544"/>
                </a:lnTo>
                <a:lnTo>
                  <a:pt x="515" y="3544"/>
                </a:lnTo>
                <a:lnTo>
                  <a:pt x="514" y="3544"/>
                </a:lnTo>
                <a:lnTo>
                  <a:pt x="514" y="3543"/>
                </a:lnTo>
                <a:lnTo>
                  <a:pt x="513" y="3543"/>
                </a:lnTo>
                <a:lnTo>
                  <a:pt x="512" y="3543"/>
                </a:lnTo>
                <a:lnTo>
                  <a:pt x="512" y="3542"/>
                </a:lnTo>
                <a:lnTo>
                  <a:pt x="511" y="3542"/>
                </a:lnTo>
                <a:lnTo>
                  <a:pt x="511" y="3541"/>
                </a:lnTo>
                <a:lnTo>
                  <a:pt x="510" y="3541"/>
                </a:lnTo>
                <a:lnTo>
                  <a:pt x="510" y="3540"/>
                </a:lnTo>
                <a:lnTo>
                  <a:pt x="509" y="3540"/>
                </a:lnTo>
                <a:lnTo>
                  <a:pt x="508" y="3540"/>
                </a:lnTo>
                <a:lnTo>
                  <a:pt x="508" y="3539"/>
                </a:lnTo>
                <a:lnTo>
                  <a:pt x="507" y="3539"/>
                </a:lnTo>
                <a:lnTo>
                  <a:pt x="506" y="3539"/>
                </a:lnTo>
                <a:lnTo>
                  <a:pt x="505" y="3539"/>
                </a:lnTo>
                <a:lnTo>
                  <a:pt x="504" y="3539"/>
                </a:lnTo>
                <a:lnTo>
                  <a:pt x="504" y="3538"/>
                </a:lnTo>
                <a:lnTo>
                  <a:pt x="503" y="3538"/>
                </a:lnTo>
                <a:lnTo>
                  <a:pt x="503" y="3539"/>
                </a:lnTo>
                <a:lnTo>
                  <a:pt x="502" y="3539"/>
                </a:lnTo>
                <a:lnTo>
                  <a:pt x="501" y="3539"/>
                </a:lnTo>
                <a:lnTo>
                  <a:pt x="501" y="3540"/>
                </a:lnTo>
                <a:lnTo>
                  <a:pt x="500" y="3540"/>
                </a:lnTo>
                <a:lnTo>
                  <a:pt x="499" y="3539"/>
                </a:lnTo>
                <a:lnTo>
                  <a:pt x="499" y="3540"/>
                </a:lnTo>
                <a:lnTo>
                  <a:pt x="499" y="3541"/>
                </a:lnTo>
                <a:lnTo>
                  <a:pt x="499" y="3542"/>
                </a:lnTo>
                <a:lnTo>
                  <a:pt x="498" y="3542"/>
                </a:lnTo>
                <a:lnTo>
                  <a:pt x="498" y="3543"/>
                </a:lnTo>
                <a:lnTo>
                  <a:pt x="498" y="3544"/>
                </a:lnTo>
                <a:lnTo>
                  <a:pt x="496" y="3544"/>
                </a:lnTo>
                <a:lnTo>
                  <a:pt x="496" y="3543"/>
                </a:lnTo>
                <a:lnTo>
                  <a:pt x="495" y="3543"/>
                </a:lnTo>
                <a:lnTo>
                  <a:pt x="495" y="3542"/>
                </a:lnTo>
                <a:lnTo>
                  <a:pt x="494" y="3542"/>
                </a:lnTo>
                <a:lnTo>
                  <a:pt x="493" y="3542"/>
                </a:lnTo>
                <a:lnTo>
                  <a:pt x="493" y="3541"/>
                </a:lnTo>
                <a:lnTo>
                  <a:pt x="494" y="3541"/>
                </a:lnTo>
                <a:lnTo>
                  <a:pt x="493" y="3541"/>
                </a:lnTo>
                <a:lnTo>
                  <a:pt x="493" y="3540"/>
                </a:lnTo>
                <a:lnTo>
                  <a:pt x="493" y="3539"/>
                </a:lnTo>
                <a:lnTo>
                  <a:pt x="494" y="3539"/>
                </a:lnTo>
                <a:lnTo>
                  <a:pt x="494" y="3538"/>
                </a:lnTo>
                <a:lnTo>
                  <a:pt x="494" y="3537"/>
                </a:lnTo>
                <a:lnTo>
                  <a:pt x="495" y="3536"/>
                </a:lnTo>
                <a:lnTo>
                  <a:pt x="495" y="3535"/>
                </a:lnTo>
                <a:lnTo>
                  <a:pt x="495" y="3534"/>
                </a:lnTo>
                <a:lnTo>
                  <a:pt x="496" y="3534"/>
                </a:lnTo>
                <a:lnTo>
                  <a:pt x="496" y="3533"/>
                </a:lnTo>
                <a:lnTo>
                  <a:pt x="496" y="3532"/>
                </a:lnTo>
                <a:lnTo>
                  <a:pt x="495" y="3532"/>
                </a:lnTo>
                <a:lnTo>
                  <a:pt x="495" y="3531"/>
                </a:lnTo>
                <a:lnTo>
                  <a:pt x="495" y="3530"/>
                </a:lnTo>
                <a:lnTo>
                  <a:pt x="495" y="3529"/>
                </a:lnTo>
                <a:lnTo>
                  <a:pt x="496" y="3529"/>
                </a:lnTo>
                <a:lnTo>
                  <a:pt x="495" y="3529"/>
                </a:lnTo>
                <a:lnTo>
                  <a:pt x="494" y="3529"/>
                </a:lnTo>
                <a:lnTo>
                  <a:pt x="493" y="3529"/>
                </a:lnTo>
                <a:lnTo>
                  <a:pt x="493" y="3528"/>
                </a:lnTo>
                <a:lnTo>
                  <a:pt x="492" y="3527"/>
                </a:lnTo>
                <a:lnTo>
                  <a:pt x="491" y="3527"/>
                </a:lnTo>
                <a:lnTo>
                  <a:pt x="490" y="3527"/>
                </a:lnTo>
                <a:lnTo>
                  <a:pt x="489" y="3527"/>
                </a:lnTo>
                <a:lnTo>
                  <a:pt x="489" y="3526"/>
                </a:lnTo>
                <a:lnTo>
                  <a:pt x="488" y="3526"/>
                </a:lnTo>
                <a:lnTo>
                  <a:pt x="488" y="3525"/>
                </a:lnTo>
                <a:lnTo>
                  <a:pt x="487" y="3524"/>
                </a:lnTo>
                <a:lnTo>
                  <a:pt x="487" y="3525"/>
                </a:lnTo>
                <a:lnTo>
                  <a:pt x="486" y="3525"/>
                </a:lnTo>
                <a:lnTo>
                  <a:pt x="485" y="3525"/>
                </a:lnTo>
                <a:lnTo>
                  <a:pt x="484" y="3525"/>
                </a:lnTo>
                <a:lnTo>
                  <a:pt x="484" y="3526"/>
                </a:lnTo>
                <a:lnTo>
                  <a:pt x="483" y="3526"/>
                </a:lnTo>
                <a:lnTo>
                  <a:pt x="483" y="3527"/>
                </a:lnTo>
                <a:lnTo>
                  <a:pt x="482" y="3527"/>
                </a:lnTo>
                <a:lnTo>
                  <a:pt x="482" y="3526"/>
                </a:lnTo>
                <a:lnTo>
                  <a:pt x="481" y="3526"/>
                </a:lnTo>
                <a:lnTo>
                  <a:pt x="480" y="3526"/>
                </a:lnTo>
                <a:lnTo>
                  <a:pt x="479" y="3527"/>
                </a:lnTo>
                <a:lnTo>
                  <a:pt x="478" y="3527"/>
                </a:lnTo>
                <a:lnTo>
                  <a:pt x="478" y="3528"/>
                </a:lnTo>
                <a:lnTo>
                  <a:pt x="478" y="3529"/>
                </a:lnTo>
                <a:lnTo>
                  <a:pt x="477" y="3529"/>
                </a:lnTo>
                <a:lnTo>
                  <a:pt x="477" y="3530"/>
                </a:lnTo>
                <a:lnTo>
                  <a:pt x="476" y="3530"/>
                </a:lnTo>
                <a:lnTo>
                  <a:pt x="475" y="3530"/>
                </a:lnTo>
                <a:lnTo>
                  <a:pt x="475" y="3529"/>
                </a:lnTo>
                <a:lnTo>
                  <a:pt x="475" y="3528"/>
                </a:lnTo>
                <a:lnTo>
                  <a:pt x="475" y="3527"/>
                </a:lnTo>
                <a:lnTo>
                  <a:pt x="475" y="3526"/>
                </a:lnTo>
                <a:lnTo>
                  <a:pt x="475" y="3525"/>
                </a:lnTo>
                <a:lnTo>
                  <a:pt x="476" y="3525"/>
                </a:lnTo>
                <a:lnTo>
                  <a:pt x="476" y="3524"/>
                </a:lnTo>
                <a:lnTo>
                  <a:pt x="476" y="3523"/>
                </a:lnTo>
                <a:lnTo>
                  <a:pt x="476" y="3522"/>
                </a:lnTo>
                <a:lnTo>
                  <a:pt x="477" y="3522"/>
                </a:lnTo>
                <a:lnTo>
                  <a:pt x="477" y="3521"/>
                </a:lnTo>
                <a:lnTo>
                  <a:pt x="477" y="3520"/>
                </a:lnTo>
                <a:lnTo>
                  <a:pt x="476" y="3520"/>
                </a:lnTo>
                <a:lnTo>
                  <a:pt x="476" y="3519"/>
                </a:lnTo>
                <a:lnTo>
                  <a:pt x="475" y="3519"/>
                </a:lnTo>
                <a:lnTo>
                  <a:pt x="475" y="3518"/>
                </a:lnTo>
                <a:lnTo>
                  <a:pt x="474" y="3518"/>
                </a:lnTo>
                <a:lnTo>
                  <a:pt x="473" y="3518"/>
                </a:lnTo>
                <a:lnTo>
                  <a:pt x="473" y="3517"/>
                </a:lnTo>
                <a:lnTo>
                  <a:pt x="472" y="3517"/>
                </a:lnTo>
                <a:lnTo>
                  <a:pt x="472" y="3516"/>
                </a:lnTo>
                <a:lnTo>
                  <a:pt x="471" y="3516"/>
                </a:lnTo>
                <a:lnTo>
                  <a:pt x="471" y="3515"/>
                </a:lnTo>
                <a:lnTo>
                  <a:pt x="470" y="3515"/>
                </a:lnTo>
                <a:lnTo>
                  <a:pt x="469" y="3515"/>
                </a:lnTo>
                <a:lnTo>
                  <a:pt x="468" y="3515"/>
                </a:lnTo>
                <a:lnTo>
                  <a:pt x="468" y="3514"/>
                </a:lnTo>
                <a:lnTo>
                  <a:pt x="467" y="3514"/>
                </a:lnTo>
                <a:lnTo>
                  <a:pt x="466" y="3514"/>
                </a:lnTo>
                <a:lnTo>
                  <a:pt x="465" y="3514"/>
                </a:lnTo>
                <a:lnTo>
                  <a:pt x="464" y="3514"/>
                </a:lnTo>
                <a:lnTo>
                  <a:pt x="463" y="3514"/>
                </a:lnTo>
                <a:lnTo>
                  <a:pt x="463" y="3513"/>
                </a:lnTo>
                <a:lnTo>
                  <a:pt x="462" y="3513"/>
                </a:lnTo>
                <a:lnTo>
                  <a:pt x="462" y="3512"/>
                </a:lnTo>
                <a:lnTo>
                  <a:pt x="462" y="3511"/>
                </a:lnTo>
                <a:lnTo>
                  <a:pt x="461" y="3511"/>
                </a:lnTo>
                <a:lnTo>
                  <a:pt x="460" y="3511"/>
                </a:lnTo>
                <a:lnTo>
                  <a:pt x="460" y="3510"/>
                </a:lnTo>
                <a:lnTo>
                  <a:pt x="459" y="3510"/>
                </a:lnTo>
                <a:lnTo>
                  <a:pt x="458" y="3510"/>
                </a:lnTo>
                <a:lnTo>
                  <a:pt x="457" y="3509"/>
                </a:lnTo>
                <a:lnTo>
                  <a:pt x="456" y="3509"/>
                </a:lnTo>
                <a:lnTo>
                  <a:pt x="456" y="3508"/>
                </a:lnTo>
                <a:lnTo>
                  <a:pt x="455" y="3508"/>
                </a:lnTo>
                <a:lnTo>
                  <a:pt x="455" y="3507"/>
                </a:lnTo>
                <a:lnTo>
                  <a:pt x="455" y="3506"/>
                </a:lnTo>
                <a:lnTo>
                  <a:pt x="454" y="3506"/>
                </a:lnTo>
                <a:lnTo>
                  <a:pt x="454" y="3505"/>
                </a:lnTo>
                <a:lnTo>
                  <a:pt x="454" y="3504"/>
                </a:lnTo>
                <a:lnTo>
                  <a:pt x="454" y="3503"/>
                </a:lnTo>
                <a:lnTo>
                  <a:pt x="454" y="3502"/>
                </a:lnTo>
                <a:lnTo>
                  <a:pt x="454" y="3501"/>
                </a:lnTo>
                <a:lnTo>
                  <a:pt x="454" y="3500"/>
                </a:lnTo>
                <a:lnTo>
                  <a:pt x="454" y="3499"/>
                </a:lnTo>
                <a:lnTo>
                  <a:pt x="454" y="3498"/>
                </a:lnTo>
                <a:lnTo>
                  <a:pt x="455" y="3498"/>
                </a:lnTo>
                <a:lnTo>
                  <a:pt x="456" y="3498"/>
                </a:lnTo>
                <a:lnTo>
                  <a:pt x="456" y="3497"/>
                </a:lnTo>
                <a:lnTo>
                  <a:pt x="457" y="3496"/>
                </a:lnTo>
                <a:lnTo>
                  <a:pt x="457" y="3495"/>
                </a:lnTo>
                <a:lnTo>
                  <a:pt x="457" y="3494"/>
                </a:lnTo>
                <a:lnTo>
                  <a:pt x="458" y="3494"/>
                </a:lnTo>
                <a:lnTo>
                  <a:pt x="458" y="3493"/>
                </a:lnTo>
                <a:lnTo>
                  <a:pt x="458" y="3492"/>
                </a:lnTo>
                <a:lnTo>
                  <a:pt x="458" y="3491"/>
                </a:lnTo>
                <a:lnTo>
                  <a:pt x="457" y="3491"/>
                </a:lnTo>
                <a:lnTo>
                  <a:pt x="457" y="3490"/>
                </a:lnTo>
                <a:lnTo>
                  <a:pt x="456" y="3490"/>
                </a:lnTo>
                <a:lnTo>
                  <a:pt x="456" y="3489"/>
                </a:lnTo>
                <a:lnTo>
                  <a:pt x="455" y="3489"/>
                </a:lnTo>
                <a:lnTo>
                  <a:pt x="454" y="3488"/>
                </a:lnTo>
                <a:lnTo>
                  <a:pt x="453" y="3487"/>
                </a:lnTo>
                <a:lnTo>
                  <a:pt x="452" y="3487"/>
                </a:lnTo>
                <a:lnTo>
                  <a:pt x="452" y="3486"/>
                </a:lnTo>
                <a:lnTo>
                  <a:pt x="452" y="3487"/>
                </a:lnTo>
                <a:lnTo>
                  <a:pt x="452" y="3486"/>
                </a:lnTo>
                <a:lnTo>
                  <a:pt x="451" y="3486"/>
                </a:lnTo>
                <a:lnTo>
                  <a:pt x="451" y="3485"/>
                </a:lnTo>
                <a:lnTo>
                  <a:pt x="450" y="3485"/>
                </a:lnTo>
                <a:lnTo>
                  <a:pt x="449" y="3485"/>
                </a:lnTo>
                <a:lnTo>
                  <a:pt x="449" y="3484"/>
                </a:lnTo>
                <a:lnTo>
                  <a:pt x="449" y="3483"/>
                </a:lnTo>
                <a:lnTo>
                  <a:pt x="449" y="3482"/>
                </a:lnTo>
                <a:lnTo>
                  <a:pt x="449" y="3481"/>
                </a:lnTo>
                <a:lnTo>
                  <a:pt x="449" y="3480"/>
                </a:lnTo>
                <a:lnTo>
                  <a:pt x="449" y="3479"/>
                </a:lnTo>
                <a:lnTo>
                  <a:pt x="450" y="3479"/>
                </a:lnTo>
                <a:lnTo>
                  <a:pt x="450" y="3478"/>
                </a:lnTo>
                <a:lnTo>
                  <a:pt x="450" y="3477"/>
                </a:lnTo>
                <a:lnTo>
                  <a:pt x="451" y="3477"/>
                </a:lnTo>
                <a:lnTo>
                  <a:pt x="451" y="3476"/>
                </a:lnTo>
                <a:lnTo>
                  <a:pt x="452" y="3476"/>
                </a:lnTo>
                <a:lnTo>
                  <a:pt x="452" y="3475"/>
                </a:lnTo>
                <a:lnTo>
                  <a:pt x="453" y="3475"/>
                </a:lnTo>
                <a:lnTo>
                  <a:pt x="454" y="3475"/>
                </a:lnTo>
                <a:lnTo>
                  <a:pt x="455" y="3475"/>
                </a:lnTo>
                <a:lnTo>
                  <a:pt x="455" y="3474"/>
                </a:lnTo>
                <a:lnTo>
                  <a:pt x="455" y="3473"/>
                </a:lnTo>
                <a:lnTo>
                  <a:pt x="455" y="3472"/>
                </a:lnTo>
                <a:lnTo>
                  <a:pt x="456" y="3472"/>
                </a:lnTo>
                <a:lnTo>
                  <a:pt x="456" y="3471"/>
                </a:lnTo>
                <a:lnTo>
                  <a:pt x="456" y="3470"/>
                </a:lnTo>
                <a:lnTo>
                  <a:pt x="457" y="3470"/>
                </a:lnTo>
                <a:lnTo>
                  <a:pt x="457" y="3469"/>
                </a:lnTo>
                <a:lnTo>
                  <a:pt x="457" y="3468"/>
                </a:lnTo>
                <a:lnTo>
                  <a:pt x="457" y="3467"/>
                </a:lnTo>
                <a:lnTo>
                  <a:pt x="456" y="3467"/>
                </a:lnTo>
                <a:lnTo>
                  <a:pt x="457" y="3467"/>
                </a:lnTo>
                <a:lnTo>
                  <a:pt x="457" y="3466"/>
                </a:lnTo>
                <a:lnTo>
                  <a:pt x="457" y="3465"/>
                </a:lnTo>
                <a:lnTo>
                  <a:pt x="458" y="3465"/>
                </a:lnTo>
                <a:lnTo>
                  <a:pt x="458" y="3464"/>
                </a:lnTo>
                <a:lnTo>
                  <a:pt x="459" y="3463"/>
                </a:lnTo>
                <a:lnTo>
                  <a:pt x="459" y="3462"/>
                </a:lnTo>
                <a:lnTo>
                  <a:pt x="459" y="3461"/>
                </a:lnTo>
                <a:lnTo>
                  <a:pt x="460" y="3461"/>
                </a:lnTo>
                <a:lnTo>
                  <a:pt x="459" y="3460"/>
                </a:lnTo>
                <a:lnTo>
                  <a:pt x="459" y="3459"/>
                </a:lnTo>
                <a:lnTo>
                  <a:pt x="459" y="3458"/>
                </a:lnTo>
                <a:lnTo>
                  <a:pt x="460" y="3458"/>
                </a:lnTo>
                <a:lnTo>
                  <a:pt x="460" y="3457"/>
                </a:lnTo>
                <a:lnTo>
                  <a:pt x="461" y="3457"/>
                </a:lnTo>
                <a:lnTo>
                  <a:pt x="461" y="3456"/>
                </a:lnTo>
                <a:lnTo>
                  <a:pt x="461" y="3455"/>
                </a:lnTo>
                <a:lnTo>
                  <a:pt x="462" y="3455"/>
                </a:lnTo>
                <a:lnTo>
                  <a:pt x="462" y="3454"/>
                </a:lnTo>
                <a:lnTo>
                  <a:pt x="462" y="3453"/>
                </a:lnTo>
                <a:lnTo>
                  <a:pt x="461" y="3453"/>
                </a:lnTo>
                <a:lnTo>
                  <a:pt x="461" y="3452"/>
                </a:lnTo>
                <a:lnTo>
                  <a:pt x="461" y="3451"/>
                </a:lnTo>
                <a:lnTo>
                  <a:pt x="460" y="3451"/>
                </a:lnTo>
                <a:lnTo>
                  <a:pt x="459" y="3451"/>
                </a:lnTo>
                <a:lnTo>
                  <a:pt x="459" y="3450"/>
                </a:lnTo>
                <a:lnTo>
                  <a:pt x="458" y="3450"/>
                </a:lnTo>
                <a:lnTo>
                  <a:pt x="457" y="3450"/>
                </a:lnTo>
                <a:lnTo>
                  <a:pt x="457" y="3449"/>
                </a:lnTo>
                <a:lnTo>
                  <a:pt x="458" y="3448"/>
                </a:lnTo>
                <a:lnTo>
                  <a:pt x="459" y="3448"/>
                </a:lnTo>
                <a:lnTo>
                  <a:pt x="459" y="3447"/>
                </a:lnTo>
                <a:lnTo>
                  <a:pt x="458" y="3446"/>
                </a:lnTo>
                <a:lnTo>
                  <a:pt x="457" y="3446"/>
                </a:lnTo>
                <a:lnTo>
                  <a:pt x="457" y="3445"/>
                </a:lnTo>
                <a:lnTo>
                  <a:pt x="457" y="3444"/>
                </a:lnTo>
                <a:lnTo>
                  <a:pt x="456" y="3444"/>
                </a:lnTo>
                <a:lnTo>
                  <a:pt x="456" y="3443"/>
                </a:lnTo>
                <a:lnTo>
                  <a:pt x="456" y="3442"/>
                </a:lnTo>
                <a:lnTo>
                  <a:pt x="455" y="3442"/>
                </a:lnTo>
                <a:lnTo>
                  <a:pt x="455" y="3441"/>
                </a:lnTo>
                <a:lnTo>
                  <a:pt x="455" y="3440"/>
                </a:lnTo>
                <a:lnTo>
                  <a:pt x="455" y="3439"/>
                </a:lnTo>
                <a:lnTo>
                  <a:pt x="456" y="3439"/>
                </a:lnTo>
                <a:lnTo>
                  <a:pt x="456" y="3438"/>
                </a:lnTo>
                <a:lnTo>
                  <a:pt x="456" y="3439"/>
                </a:lnTo>
                <a:lnTo>
                  <a:pt x="457" y="3439"/>
                </a:lnTo>
                <a:lnTo>
                  <a:pt x="458" y="3438"/>
                </a:lnTo>
                <a:lnTo>
                  <a:pt x="459" y="3438"/>
                </a:lnTo>
                <a:lnTo>
                  <a:pt x="460" y="3438"/>
                </a:lnTo>
                <a:lnTo>
                  <a:pt x="460" y="3437"/>
                </a:lnTo>
                <a:lnTo>
                  <a:pt x="461" y="3437"/>
                </a:lnTo>
                <a:lnTo>
                  <a:pt x="461" y="3436"/>
                </a:lnTo>
                <a:lnTo>
                  <a:pt x="461" y="3435"/>
                </a:lnTo>
                <a:lnTo>
                  <a:pt x="461" y="3434"/>
                </a:lnTo>
                <a:lnTo>
                  <a:pt x="462" y="3434"/>
                </a:lnTo>
                <a:lnTo>
                  <a:pt x="462" y="3433"/>
                </a:lnTo>
                <a:lnTo>
                  <a:pt x="461" y="3433"/>
                </a:lnTo>
                <a:lnTo>
                  <a:pt x="460" y="3432"/>
                </a:lnTo>
                <a:lnTo>
                  <a:pt x="460" y="3431"/>
                </a:lnTo>
                <a:lnTo>
                  <a:pt x="459" y="3431"/>
                </a:lnTo>
                <a:lnTo>
                  <a:pt x="459" y="3430"/>
                </a:lnTo>
                <a:lnTo>
                  <a:pt x="458" y="3430"/>
                </a:lnTo>
                <a:lnTo>
                  <a:pt x="458" y="3429"/>
                </a:lnTo>
                <a:lnTo>
                  <a:pt x="458" y="3430"/>
                </a:lnTo>
                <a:lnTo>
                  <a:pt x="457" y="3430"/>
                </a:lnTo>
                <a:lnTo>
                  <a:pt x="457" y="3429"/>
                </a:lnTo>
                <a:lnTo>
                  <a:pt x="456" y="3429"/>
                </a:lnTo>
                <a:lnTo>
                  <a:pt x="455" y="3429"/>
                </a:lnTo>
                <a:lnTo>
                  <a:pt x="455" y="3428"/>
                </a:lnTo>
                <a:lnTo>
                  <a:pt x="455" y="3427"/>
                </a:lnTo>
                <a:lnTo>
                  <a:pt x="455" y="3426"/>
                </a:lnTo>
                <a:lnTo>
                  <a:pt x="454" y="3426"/>
                </a:lnTo>
                <a:lnTo>
                  <a:pt x="454" y="3425"/>
                </a:lnTo>
                <a:lnTo>
                  <a:pt x="454" y="3424"/>
                </a:lnTo>
                <a:lnTo>
                  <a:pt x="454" y="3423"/>
                </a:lnTo>
                <a:lnTo>
                  <a:pt x="453" y="3422"/>
                </a:lnTo>
                <a:lnTo>
                  <a:pt x="452" y="3421"/>
                </a:lnTo>
                <a:lnTo>
                  <a:pt x="453" y="3421"/>
                </a:lnTo>
                <a:lnTo>
                  <a:pt x="453" y="3420"/>
                </a:lnTo>
                <a:lnTo>
                  <a:pt x="452" y="3419"/>
                </a:lnTo>
                <a:lnTo>
                  <a:pt x="451" y="3418"/>
                </a:lnTo>
                <a:lnTo>
                  <a:pt x="451" y="3417"/>
                </a:lnTo>
                <a:lnTo>
                  <a:pt x="452" y="3416"/>
                </a:lnTo>
                <a:lnTo>
                  <a:pt x="453" y="3416"/>
                </a:lnTo>
                <a:lnTo>
                  <a:pt x="453" y="3415"/>
                </a:lnTo>
                <a:lnTo>
                  <a:pt x="454" y="3415"/>
                </a:lnTo>
                <a:lnTo>
                  <a:pt x="455" y="3415"/>
                </a:lnTo>
                <a:lnTo>
                  <a:pt x="456" y="3415"/>
                </a:lnTo>
                <a:lnTo>
                  <a:pt x="456" y="3414"/>
                </a:lnTo>
                <a:lnTo>
                  <a:pt x="455" y="3414"/>
                </a:lnTo>
                <a:lnTo>
                  <a:pt x="455" y="3413"/>
                </a:lnTo>
                <a:lnTo>
                  <a:pt x="456" y="3413"/>
                </a:lnTo>
                <a:lnTo>
                  <a:pt x="457" y="3412"/>
                </a:lnTo>
                <a:lnTo>
                  <a:pt x="458" y="3412"/>
                </a:lnTo>
                <a:lnTo>
                  <a:pt x="458" y="3411"/>
                </a:lnTo>
                <a:lnTo>
                  <a:pt x="457" y="3410"/>
                </a:lnTo>
                <a:lnTo>
                  <a:pt x="457" y="3409"/>
                </a:lnTo>
                <a:lnTo>
                  <a:pt x="457" y="3408"/>
                </a:lnTo>
                <a:lnTo>
                  <a:pt x="457" y="3407"/>
                </a:lnTo>
                <a:lnTo>
                  <a:pt x="457" y="3406"/>
                </a:lnTo>
                <a:lnTo>
                  <a:pt x="458" y="3406"/>
                </a:lnTo>
                <a:lnTo>
                  <a:pt x="457" y="3405"/>
                </a:lnTo>
                <a:lnTo>
                  <a:pt x="456" y="3404"/>
                </a:lnTo>
                <a:lnTo>
                  <a:pt x="455" y="3404"/>
                </a:lnTo>
                <a:lnTo>
                  <a:pt x="455" y="3403"/>
                </a:lnTo>
                <a:lnTo>
                  <a:pt x="454" y="3403"/>
                </a:lnTo>
                <a:lnTo>
                  <a:pt x="453" y="3403"/>
                </a:lnTo>
                <a:lnTo>
                  <a:pt x="453" y="3404"/>
                </a:lnTo>
                <a:lnTo>
                  <a:pt x="452" y="3404"/>
                </a:lnTo>
                <a:lnTo>
                  <a:pt x="452" y="3403"/>
                </a:lnTo>
                <a:lnTo>
                  <a:pt x="451" y="3403"/>
                </a:lnTo>
                <a:lnTo>
                  <a:pt x="450" y="3403"/>
                </a:lnTo>
                <a:lnTo>
                  <a:pt x="449" y="3403"/>
                </a:lnTo>
                <a:lnTo>
                  <a:pt x="449" y="3404"/>
                </a:lnTo>
                <a:lnTo>
                  <a:pt x="448" y="3404"/>
                </a:lnTo>
                <a:lnTo>
                  <a:pt x="448" y="3403"/>
                </a:lnTo>
                <a:lnTo>
                  <a:pt x="447" y="3403"/>
                </a:lnTo>
                <a:lnTo>
                  <a:pt x="447" y="3402"/>
                </a:lnTo>
                <a:lnTo>
                  <a:pt x="446" y="3401"/>
                </a:lnTo>
                <a:lnTo>
                  <a:pt x="446" y="3400"/>
                </a:lnTo>
                <a:lnTo>
                  <a:pt x="446" y="3399"/>
                </a:lnTo>
                <a:lnTo>
                  <a:pt x="445" y="3399"/>
                </a:lnTo>
                <a:lnTo>
                  <a:pt x="446" y="3398"/>
                </a:lnTo>
                <a:lnTo>
                  <a:pt x="447" y="3398"/>
                </a:lnTo>
                <a:lnTo>
                  <a:pt x="447" y="3397"/>
                </a:lnTo>
                <a:lnTo>
                  <a:pt x="447" y="3396"/>
                </a:lnTo>
                <a:lnTo>
                  <a:pt x="447" y="3395"/>
                </a:lnTo>
                <a:lnTo>
                  <a:pt x="448" y="3395"/>
                </a:lnTo>
                <a:lnTo>
                  <a:pt x="448" y="3394"/>
                </a:lnTo>
                <a:lnTo>
                  <a:pt x="447" y="3393"/>
                </a:lnTo>
                <a:lnTo>
                  <a:pt x="447" y="3392"/>
                </a:lnTo>
                <a:lnTo>
                  <a:pt x="448" y="3392"/>
                </a:lnTo>
                <a:lnTo>
                  <a:pt x="448" y="3391"/>
                </a:lnTo>
                <a:lnTo>
                  <a:pt x="448" y="3390"/>
                </a:lnTo>
                <a:lnTo>
                  <a:pt x="448" y="3389"/>
                </a:lnTo>
                <a:lnTo>
                  <a:pt x="449" y="3389"/>
                </a:lnTo>
                <a:lnTo>
                  <a:pt x="450" y="3388"/>
                </a:lnTo>
                <a:lnTo>
                  <a:pt x="450" y="3386"/>
                </a:lnTo>
                <a:lnTo>
                  <a:pt x="449" y="3386"/>
                </a:lnTo>
                <a:lnTo>
                  <a:pt x="449" y="3385"/>
                </a:lnTo>
                <a:lnTo>
                  <a:pt x="450" y="3385"/>
                </a:lnTo>
                <a:lnTo>
                  <a:pt x="450" y="3384"/>
                </a:lnTo>
                <a:lnTo>
                  <a:pt x="449" y="3384"/>
                </a:lnTo>
                <a:lnTo>
                  <a:pt x="449" y="3383"/>
                </a:lnTo>
                <a:lnTo>
                  <a:pt x="449" y="3382"/>
                </a:lnTo>
                <a:lnTo>
                  <a:pt x="448" y="3381"/>
                </a:lnTo>
                <a:lnTo>
                  <a:pt x="448" y="3380"/>
                </a:lnTo>
                <a:lnTo>
                  <a:pt x="447" y="3380"/>
                </a:lnTo>
                <a:lnTo>
                  <a:pt x="447" y="3379"/>
                </a:lnTo>
                <a:lnTo>
                  <a:pt x="447" y="3378"/>
                </a:lnTo>
                <a:lnTo>
                  <a:pt x="447" y="3377"/>
                </a:lnTo>
                <a:lnTo>
                  <a:pt x="446" y="3377"/>
                </a:lnTo>
                <a:lnTo>
                  <a:pt x="445" y="3377"/>
                </a:lnTo>
                <a:lnTo>
                  <a:pt x="445" y="3376"/>
                </a:lnTo>
                <a:lnTo>
                  <a:pt x="445" y="3375"/>
                </a:lnTo>
                <a:lnTo>
                  <a:pt x="446" y="3375"/>
                </a:lnTo>
                <a:lnTo>
                  <a:pt x="446" y="3374"/>
                </a:lnTo>
                <a:lnTo>
                  <a:pt x="445" y="3374"/>
                </a:lnTo>
                <a:lnTo>
                  <a:pt x="444" y="3374"/>
                </a:lnTo>
                <a:lnTo>
                  <a:pt x="445" y="3373"/>
                </a:lnTo>
                <a:lnTo>
                  <a:pt x="445" y="3372"/>
                </a:lnTo>
                <a:lnTo>
                  <a:pt x="445" y="3371"/>
                </a:lnTo>
                <a:lnTo>
                  <a:pt x="445" y="3370"/>
                </a:lnTo>
                <a:lnTo>
                  <a:pt x="446" y="3369"/>
                </a:lnTo>
                <a:lnTo>
                  <a:pt x="446" y="3368"/>
                </a:lnTo>
                <a:lnTo>
                  <a:pt x="446" y="3367"/>
                </a:lnTo>
                <a:lnTo>
                  <a:pt x="447" y="3367"/>
                </a:lnTo>
                <a:lnTo>
                  <a:pt x="447" y="3366"/>
                </a:lnTo>
                <a:lnTo>
                  <a:pt x="448" y="3366"/>
                </a:lnTo>
                <a:lnTo>
                  <a:pt x="448" y="3365"/>
                </a:lnTo>
                <a:lnTo>
                  <a:pt x="448" y="3364"/>
                </a:lnTo>
                <a:lnTo>
                  <a:pt x="448" y="3362"/>
                </a:lnTo>
                <a:lnTo>
                  <a:pt x="449" y="3360"/>
                </a:lnTo>
                <a:lnTo>
                  <a:pt x="449" y="3359"/>
                </a:lnTo>
                <a:lnTo>
                  <a:pt x="450" y="3358"/>
                </a:lnTo>
                <a:lnTo>
                  <a:pt x="450" y="3357"/>
                </a:lnTo>
                <a:lnTo>
                  <a:pt x="450" y="3356"/>
                </a:lnTo>
                <a:lnTo>
                  <a:pt x="451" y="3356"/>
                </a:lnTo>
                <a:lnTo>
                  <a:pt x="451" y="3355"/>
                </a:lnTo>
                <a:lnTo>
                  <a:pt x="451" y="3354"/>
                </a:lnTo>
                <a:lnTo>
                  <a:pt x="452" y="3353"/>
                </a:lnTo>
                <a:lnTo>
                  <a:pt x="452" y="3352"/>
                </a:lnTo>
                <a:lnTo>
                  <a:pt x="452" y="3350"/>
                </a:lnTo>
                <a:lnTo>
                  <a:pt x="453" y="3350"/>
                </a:lnTo>
                <a:lnTo>
                  <a:pt x="453" y="3349"/>
                </a:lnTo>
                <a:lnTo>
                  <a:pt x="453" y="3348"/>
                </a:lnTo>
                <a:lnTo>
                  <a:pt x="453" y="3347"/>
                </a:lnTo>
                <a:lnTo>
                  <a:pt x="454" y="3347"/>
                </a:lnTo>
                <a:lnTo>
                  <a:pt x="455" y="3347"/>
                </a:lnTo>
                <a:lnTo>
                  <a:pt x="456" y="3347"/>
                </a:lnTo>
                <a:lnTo>
                  <a:pt x="458" y="3346"/>
                </a:lnTo>
                <a:lnTo>
                  <a:pt x="459" y="3345"/>
                </a:lnTo>
                <a:lnTo>
                  <a:pt x="460" y="3344"/>
                </a:lnTo>
                <a:lnTo>
                  <a:pt x="461" y="3343"/>
                </a:lnTo>
                <a:lnTo>
                  <a:pt x="462" y="3342"/>
                </a:lnTo>
                <a:lnTo>
                  <a:pt x="463" y="3342"/>
                </a:lnTo>
                <a:lnTo>
                  <a:pt x="464" y="3341"/>
                </a:lnTo>
                <a:lnTo>
                  <a:pt x="465" y="3341"/>
                </a:lnTo>
                <a:lnTo>
                  <a:pt x="465" y="3340"/>
                </a:lnTo>
                <a:lnTo>
                  <a:pt x="466" y="3340"/>
                </a:lnTo>
                <a:lnTo>
                  <a:pt x="467" y="3339"/>
                </a:lnTo>
                <a:lnTo>
                  <a:pt x="468" y="3339"/>
                </a:lnTo>
                <a:lnTo>
                  <a:pt x="469" y="3339"/>
                </a:lnTo>
                <a:lnTo>
                  <a:pt x="470" y="3339"/>
                </a:lnTo>
                <a:lnTo>
                  <a:pt x="472" y="3337"/>
                </a:lnTo>
                <a:lnTo>
                  <a:pt x="472" y="3336"/>
                </a:lnTo>
                <a:lnTo>
                  <a:pt x="473" y="3334"/>
                </a:lnTo>
                <a:lnTo>
                  <a:pt x="473" y="3332"/>
                </a:lnTo>
                <a:lnTo>
                  <a:pt x="474" y="3332"/>
                </a:lnTo>
                <a:lnTo>
                  <a:pt x="474" y="3331"/>
                </a:lnTo>
                <a:lnTo>
                  <a:pt x="475" y="3330"/>
                </a:lnTo>
                <a:lnTo>
                  <a:pt x="477" y="3329"/>
                </a:lnTo>
                <a:lnTo>
                  <a:pt x="478" y="3329"/>
                </a:lnTo>
                <a:lnTo>
                  <a:pt x="478" y="3328"/>
                </a:lnTo>
                <a:lnTo>
                  <a:pt x="479" y="3328"/>
                </a:lnTo>
                <a:lnTo>
                  <a:pt x="480" y="3327"/>
                </a:lnTo>
                <a:lnTo>
                  <a:pt x="479" y="3327"/>
                </a:lnTo>
                <a:lnTo>
                  <a:pt x="479" y="3326"/>
                </a:lnTo>
                <a:lnTo>
                  <a:pt x="478" y="3326"/>
                </a:lnTo>
                <a:lnTo>
                  <a:pt x="477" y="3326"/>
                </a:lnTo>
                <a:lnTo>
                  <a:pt x="477" y="3325"/>
                </a:lnTo>
                <a:lnTo>
                  <a:pt x="476" y="3325"/>
                </a:lnTo>
                <a:lnTo>
                  <a:pt x="475" y="3325"/>
                </a:lnTo>
                <a:lnTo>
                  <a:pt x="475" y="3324"/>
                </a:lnTo>
                <a:lnTo>
                  <a:pt x="474" y="3324"/>
                </a:lnTo>
                <a:lnTo>
                  <a:pt x="473" y="3324"/>
                </a:lnTo>
                <a:lnTo>
                  <a:pt x="472" y="3324"/>
                </a:lnTo>
                <a:lnTo>
                  <a:pt x="471" y="3324"/>
                </a:lnTo>
                <a:lnTo>
                  <a:pt x="470" y="3324"/>
                </a:lnTo>
                <a:lnTo>
                  <a:pt x="469" y="3325"/>
                </a:lnTo>
                <a:lnTo>
                  <a:pt x="468" y="3325"/>
                </a:lnTo>
                <a:lnTo>
                  <a:pt x="468" y="3324"/>
                </a:lnTo>
                <a:lnTo>
                  <a:pt x="467" y="3324"/>
                </a:lnTo>
                <a:lnTo>
                  <a:pt x="466" y="3324"/>
                </a:lnTo>
                <a:lnTo>
                  <a:pt x="465" y="3324"/>
                </a:lnTo>
                <a:lnTo>
                  <a:pt x="464" y="3324"/>
                </a:lnTo>
                <a:lnTo>
                  <a:pt x="464" y="3325"/>
                </a:lnTo>
                <a:lnTo>
                  <a:pt x="463" y="3326"/>
                </a:lnTo>
                <a:lnTo>
                  <a:pt x="463" y="3327"/>
                </a:lnTo>
                <a:lnTo>
                  <a:pt x="462" y="3327"/>
                </a:lnTo>
                <a:lnTo>
                  <a:pt x="461" y="3327"/>
                </a:lnTo>
                <a:lnTo>
                  <a:pt x="461" y="3326"/>
                </a:lnTo>
                <a:lnTo>
                  <a:pt x="460" y="3325"/>
                </a:lnTo>
                <a:lnTo>
                  <a:pt x="460" y="3324"/>
                </a:lnTo>
                <a:lnTo>
                  <a:pt x="459" y="3324"/>
                </a:lnTo>
                <a:lnTo>
                  <a:pt x="459" y="3322"/>
                </a:lnTo>
                <a:lnTo>
                  <a:pt x="459" y="3321"/>
                </a:lnTo>
                <a:lnTo>
                  <a:pt x="459" y="3320"/>
                </a:lnTo>
                <a:lnTo>
                  <a:pt x="458" y="3320"/>
                </a:lnTo>
                <a:lnTo>
                  <a:pt x="457" y="3320"/>
                </a:lnTo>
                <a:lnTo>
                  <a:pt x="456" y="3320"/>
                </a:lnTo>
                <a:lnTo>
                  <a:pt x="455" y="3320"/>
                </a:lnTo>
                <a:lnTo>
                  <a:pt x="454" y="3320"/>
                </a:lnTo>
                <a:lnTo>
                  <a:pt x="452" y="3321"/>
                </a:lnTo>
                <a:lnTo>
                  <a:pt x="451" y="3321"/>
                </a:lnTo>
                <a:lnTo>
                  <a:pt x="449" y="3320"/>
                </a:lnTo>
                <a:lnTo>
                  <a:pt x="448" y="3319"/>
                </a:lnTo>
                <a:lnTo>
                  <a:pt x="448" y="3318"/>
                </a:lnTo>
                <a:lnTo>
                  <a:pt x="447" y="3317"/>
                </a:lnTo>
                <a:lnTo>
                  <a:pt x="446" y="3317"/>
                </a:lnTo>
                <a:lnTo>
                  <a:pt x="445" y="3317"/>
                </a:lnTo>
                <a:lnTo>
                  <a:pt x="445" y="3318"/>
                </a:lnTo>
                <a:lnTo>
                  <a:pt x="445" y="3319"/>
                </a:lnTo>
                <a:lnTo>
                  <a:pt x="444" y="3320"/>
                </a:lnTo>
                <a:lnTo>
                  <a:pt x="444" y="3321"/>
                </a:lnTo>
                <a:lnTo>
                  <a:pt x="443" y="3322"/>
                </a:lnTo>
                <a:lnTo>
                  <a:pt x="442" y="3322"/>
                </a:lnTo>
                <a:lnTo>
                  <a:pt x="441" y="3321"/>
                </a:lnTo>
                <a:lnTo>
                  <a:pt x="440" y="3319"/>
                </a:lnTo>
                <a:lnTo>
                  <a:pt x="439" y="3316"/>
                </a:lnTo>
                <a:lnTo>
                  <a:pt x="438" y="3314"/>
                </a:lnTo>
                <a:lnTo>
                  <a:pt x="437" y="3313"/>
                </a:lnTo>
                <a:lnTo>
                  <a:pt x="436" y="3314"/>
                </a:lnTo>
                <a:lnTo>
                  <a:pt x="435" y="3315"/>
                </a:lnTo>
                <a:lnTo>
                  <a:pt x="434" y="3313"/>
                </a:lnTo>
                <a:lnTo>
                  <a:pt x="432" y="3310"/>
                </a:lnTo>
                <a:lnTo>
                  <a:pt x="432" y="3309"/>
                </a:lnTo>
                <a:lnTo>
                  <a:pt x="431" y="3307"/>
                </a:lnTo>
                <a:lnTo>
                  <a:pt x="430" y="3307"/>
                </a:lnTo>
                <a:lnTo>
                  <a:pt x="429" y="3307"/>
                </a:lnTo>
                <a:lnTo>
                  <a:pt x="429" y="3308"/>
                </a:lnTo>
                <a:lnTo>
                  <a:pt x="428" y="3309"/>
                </a:lnTo>
                <a:lnTo>
                  <a:pt x="428" y="3310"/>
                </a:lnTo>
                <a:lnTo>
                  <a:pt x="427" y="3311"/>
                </a:lnTo>
                <a:lnTo>
                  <a:pt x="426" y="3312"/>
                </a:lnTo>
                <a:lnTo>
                  <a:pt x="425" y="3311"/>
                </a:lnTo>
                <a:lnTo>
                  <a:pt x="423" y="3310"/>
                </a:lnTo>
                <a:lnTo>
                  <a:pt x="421" y="3309"/>
                </a:lnTo>
                <a:lnTo>
                  <a:pt x="420" y="3309"/>
                </a:lnTo>
                <a:lnTo>
                  <a:pt x="418" y="3310"/>
                </a:lnTo>
                <a:lnTo>
                  <a:pt x="417" y="3311"/>
                </a:lnTo>
                <a:lnTo>
                  <a:pt x="416" y="3311"/>
                </a:lnTo>
                <a:lnTo>
                  <a:pt x="415" y="3312"/>
                </a:lnTo>
                <a:lnTo>
                  <a:pt x="415" y="3313"/>
                </a:lnTo>
                <a:lnTo>
                  <a:pt x="415" y="3314"/>
                </a:lnTo>
                <a:lnTo>
                  <a:pt x="414" y="3315"/>
                </a:lnTo>
                <a:lnTo>
                  <a:pt x="413" y="3315"/>
                </a:lnTo>
                <a:lnTo>
                  <a:pt x="412" y="3315"/>
                </a:lnTo>
                <a:lnTo>
                  <a:pt x="410" y="3314"/>
                </a:lnTo>
                <a:lnTo>
                  <a:pt x="409" y="3315"/>
                </a:lnTo>
                <a:lnTo>
                  <a:pt x="408" y="3315"/>
                </a:lnTo>
                <a:lnTo>
                  <a:pt x="407" y="3316"/>
                </a:lnTo>
                <a:lnTo>
                  <a:pt x="407" y="3315"/>
                </a:lnTo>
                <a:lnTo>
                  <a:pt x="406" y="3313"/>
                </a:lnTo>
                <a:lnTo>
                  <a:pt x="405" y="3311"/>
                </a:lnTo>
                <a:lnTo>
                  <a:pt x="404" y="3309"/>
                </a:lnTo>
                <a:lnTo>
                  <a:pt x="403" y="3309"/>
                </a:lnTo>
                <a:lnTo>
                  <a:pt x="403" y="3308"/>
                </a:lnTo>
                <a:lnTo>
                  <a:pt x="402" y="3308"/>
                </a:lnTo>
                <a:lnTo>
                  <a:pt x="401" y="3308"/>
                </a:lnTo>
                <a:lnTo>
                  <a:pt x="401" y="3309"/>
                </a:lnTo>
                <a:lnTo>
                  <a:pt x="400" y="3311"/>
                </a:lnTo>
                <a:lnTo>
                  <a:pt x="400" y="3312"/>
                </a:lnTo>
                <a:lnTo>
                  <a:pt x="399" y="3312"/>
                </a:lnTo>
                <a:lnTo>
                  <a:pt x="397" y="3310"/>
                </a:lnTo>
                <a:lnTo>
                  <a:pt x="395" y="3309"/>
                </a:lnTo>
                <a:lnTo>
                  <a:pt x="394" y="3308"/>
                </a:lnTo>
                <a:lnTo>
                  <a:pt x="393" y="3308"/>
                </a:lnTo>
                <a:lnTo>
                  <a:pt x="392" y="3309"/>
                </a:lnTo>
                <a:lnTo>
                  <a:pt x="391" y="3308"/>
                </a:lnTo>
                <a:lnTo>
                  <a:pt x="392" y="3306"/>
                </a:lnTo>
                <a:lnTo>
                  <a:pt x="392" y="3305"/>
                </a:lnTo>
                <a:lnTo>
                  <a:pt x="391" y="3305"/>
                </a:lnTo>
                <a:lnTo>
                  <a:pt x="388" y="3303"/>
                </a:lnTo>
                <a:lnTo>
                  <a:pt x="385" y="3302"/>
                </a:lnTo>
                <a:lnTo>
                  <a:pt x="383" y="3301"/>
                </a:lnTo>
                <a:lnTo>
                  <a:pt x="382" y="3301"/>
                </a:lnTo>
                <a:lnTo>
                  <a:pt x="380" y="3301"/>
                </a:lnTo>
                <a:lnTo>
                  <a:pt x="378" y="3301"/>
                </a:lnTo>
                <a:lnTo>
                  <a:pt x="377" y="3301"/>
                </a:lnTo>
                <a:lnTo>
                  <a:pt x="374" y="3301"/>
                </a:lnTo>
                <a:lnTo>
                  <a:pt x="373" y="3301"/>
                </a:lnTo>
                <a:lnTo>
                  <a:pt x="371" y="3302"/>
                </a:lnTo>
                <a:lnTo>
                  <a:pt x="370" y="3302"/>
                </a:lnTo>
                <a:lnTo>
                  <a:pt x="369" y="3302"/>
                </a:lnTo>
                <a:lnTo>
                  <a:pt x="368" y="3302"/>
                </a:lnTo>
                <a:lnTo>
                  <a:pt x="367" y="3301"/>
                </a:lnTo>
                <a:lnTo>
                  <a:pt x="366" y="3300"/>
                </a:lnTo>
                <a:lnTo>
                  <a:pt x="365" y="3299"/>
                </a:lnTo>
                <a:lnTo>
                  <a:pt x="362" y="3298"/>
                </a:lnTo>
                <a:lnTo>
                  <a:pt x="360" y="3298"/>
                </a:lnTo>
                <a:lnTo>
                  <a:pt x="360" y="3297"/>
                </a:lnTo>
                <a:lnTo>
                  <a:pt x="359" y="3295"/>
                </a:lnTo>
                <a:lnTo>
                  <a:pt x="359" y="3294"/>
                </a:lnTo>
                <a:lnTo>
                  <a:pt x="360" y="3293"/>
                </a:lnTo>
                <a:lnTo>
                  <a:pt x="360" y="3292"/>
                </a:lnTo>
                <a:lnTo>
                  <a:pt x="359" y="3292"/>
                </a:lnTo>
                <a:lnTo>
                  <a:pt x="358" y="3292"/>
                </a:lnTo>
                <a:lnTo>
                  <a:pt x="357" y="3292"/>
                </a:lnTo>
                <a:lnTo>
                  <a:pt x="356" y="3291"/>
                </a:lnTo>
                <a:lnTo>
                  <a:pt x="356" y="3289"/>
                </a:lnTo>
                <a:lnTo>
                  <a:pt x="356" y="3287"/>
                </a:lnTo>
                <a:lnTo>
                  <a:pt x="356" y="3285"/>
                </a:lnTo>
                <a:lnTo>
                  <a:pt x="355" y="3284"/>
                </a:lnTo>
                <a:lnTo>
                  <a:pt x="354" y="3282"/>
                </a:lnTo>
                <a:lnTo>
                  <a:pt x="352" y="3281"/>
                </a:lnTo>
                <a:lnTo>
                  <a:pt x="352" y="3280"/>
                </a:lnTo>
                <a:lnTo>
                  <a:pt x="351" y="3279"/>
                </a:lnTo>
                <a:lnTo>
                  <a:pt x="350" y="3279"/>
                </a:lnTo>
                <a:lnTo>
                  <a:pt x="349" y="3280"/>
                </a:lnTo>
                <a:lnTo>
                  <a:pt x="347" y="3279"/>
                </a:lnTo>
                <a:lnTo>
                  <a:pt x="345" y="3279"/>
                </a:lnTo>
                <a:lnTo>
                  <a:pt x="343" y="3279"/>
                </a:lnTo>
                <a:lnTo>
                  <a:pt x="341" y="3279"/>
                </a:lnTo>
                <a:lnTo>
                  <a:pt x="340" y="3280"/>
                </a:lnTo>
                <a:lnTo>
                  <a:pt x="338" y="3280"/>
                </a:lnTo>
                <a:lnTo>
                  <a:pt x="337" y="3281"/>
                </a:lnTo>
                <a:lnTo>
                  <a:pt x="336" y="3281"/>
                </a:lnTo>
                <a:lnTo>
                  <a:pt x="334" y="3280"/>
                </a:lnTo>
                <a:lnTo>
                  <a:pt x="332" y="3279"/>
                </a:lnTo>
                <a:lnTo>
                  <a:pt x="331" y="3278"/>
                </a:lnTo>
                <a:lnTo>
                  <a:pt x="331" y="3277"/>
                </a:lnTo>
                <a:lnTo>
                  <a:pt x="330" y="3275"/>
                </a:lnTo>
                <a:lnTo>
                  <a:pt x="329" y="3275"/>
                </a:lnTo>
                <a:lnTo>
                  <a:pt x="328" y="3274"/>
                </a:lnTo>
                <a:lnTo>
                  <a:pt x="327" y="3273"/>
                </a:lnTo>
                <a:lnTo>
                  <a:pt x="326" y="3272"/>
                </a:lnTo>
                <a:lnTo>
                  <a:pt x="325" y="3270"/>
                </a:lnTo>
                <a:lnTo>
                  <a:pt x="324" y="3269"/>
                </a:lnTo>
                <a:lnTo>
                  <a:pt x="322" y="3268"/>
                </a:lnTo>
                <a:lnTo>
                  <a:pt x="321" y="3266"/>
                </a:lnTo>
                <a:lnTo>
                  <a:pt x="320" y="3266"/>
                </a:lnTo>
                <a:lnTo>
                  <a:pt x="319" y="3263"/>
                </a:lnTo>
                <a:lnTo>
                  <a:pt x="318" y="3260"/>
                </a:lnTo>
                <a:lnTo>
                  <a:pt x="317" y="3258"/>
                </a:lnTo>
                <a:lnTo>
                  <a:pt x="315" y="3258"/>
                </a:lnTo>
                <a:lnTo>
                  <a:pt x="315" y="3257"/>
                </a:lnTo>
                <a:lnTo>
                  <a:pt x="314" y="3257"/>
                </a:lnTo>
                <a:lnTo>
                  <a:pt x="313" y="3256"/>
                </a:lnTo>
                <a:lnTo>
                  <a:pt x="311" y="3255"/>
                </a:lnTo>
                <a:lnTo>
                  <a:pt x="310" y="3254"/>
                </a:lnTo>
                <a:lnTo>
                  <a:pt x="309" y="3253"/>
                </a:lnTo>
                <a:lnTo>
                  <a:pt x="308" y="3252"/>
                </a:lnTo>
                <a:lnTo>
                  <a:pt x="307" y="3253"/>
                </a:lnTo>
                <a:lnTo>
                  <a:pt x="306" y="3253"/>
                </a:lnTo>
                <a:lnTo>
                  <a:pt x="305" y="3254"/>
                </a:lnTo>
                <a:lnTo>
                  <a:pt x="304" y="3254"/>
                </a:lnTo>
                <a:lnTo>
                  <a:pt x="303" y="3254"/>
                </a:lnTo>
                <a:lnTo>
                  <a:pt x="303" y="3253"/>
                </a:lnTo>
                <a:lnTo>
                  <a:pt x="302" y="3254"/>
                </a:lnTo>
                <a:lnTo>
                  <a:pt x="301" y="3254"/>
                </a:lnTo>
                <a:lnTo>
                  <a:pt x="300" y="3254"/>
                </a:lnTo>
                <a:lnTo>
                  <a:pt x="300" y="3253"/>
                </a:lnTo>
                <a:lnTo>
                  <a:pt x="298" y="3252"/>
                </a:lnTo>
                <a:lnTo>
                  <a:pt x="297" y="3250"/>
                </a:lnTo>
                <a:lnTo>
                  <a:pt x="295" y="3249"/>
                </a:lnTo>
                <a:lnTo>
                  <a:pt x="293" y="3248"/>
                </a:lnTo>
                <a:lnTo>
                  <a:pt x="292" y="3246"/>
                </a:lnTo>
                <a:lnTo>
                  <a:pt x="292" y="3244"/>
                </a:lnTo>
                <a:lnTo>
                  <a:pt x="292" y="3243"/>
                </a:lnTo>
                <a:lnTo>
                  <a:pt x="290" y="3241"/>
                </a:lnTo>
                <a:lnTo>
                  <a:pt x="289" y="3240"/>
                </a:lnTo>
                <a:lnTo>
                  <a:pt x="288" y="3238"/>
                </a:lnTo>
                <a:lnTo>
                  <a:pt x="287" y="3235"/>
                </a:lnTo>
                <a:lnTo>
                  <a:pt x="287" y="3234"/>
                </a:lnTo>
                <a:lnTo>
                  <a:pt x="286" y="3234"/>
                </a:lnTo>
                <a:lnTo>
                  <a:pt x="285" y="3234"/>
                </a:lnTo>
                <a:lnTo>
                  <a:pt x="283" y="3233"/>
                </a:lnTo>
                <a:lnTo>
                  <a:pt x="276" y="3233"/>
                </a:lnTo>
                <a:lnTo>
                  <a:pt x="275" y="3233"/>
                </a:lnTo>
                <a:lnTo>
                  <a:pt x="274" y="3233"/>
                </a:lnTo>
                <a:lnTo>
                  <a:pt x="273" y="3232"/>
                </a:lnTo>
                <a:lnTo>
                  <a:pt x="273" y="3231"/>
                </a:lnTo>
                <a:lnTo>
                  <a:pt x="273" y="3230"/>
                </a:lnTo>
                <a:lnTo>
                  <a:pt x="273" y="3228"/>
                </a:lnTo>
                <a:lnTo>
                  <a:pt x="273" y="3227"/>
                </a:lnTo>
                <a:lnTo>
                  <a:pt x="272" y="3226"/>
                </a:lnTo>
                <a:lnTo>
                  <a:pt x="271" y="3223"/>
                </a:lnTo>
                <a:lnTo>
                  <a:pt x="270" y="3221"/>
                </a:lnTo>
                <a:lnTo>
                  <a:pt x="270" y="3220"/>
                </a:lnTo>
                <a:lnTo>
                  <a:pt x="269" y="3219"/>
                </a:lnTo>
                <a:lnTo>
                  <a:pt x="268" y="3217"/>
                </a:lnTo>
                <a:lnTo>
                  <a:pt x="267" y="3217"/>
                </a:lnTo>
                <a:lnTo>
                  <a:pt x="267" y="3215"/>
                </a:lnTo>
                <a:lnTo>
                  <a:pt x="268" y="3214"/>
                </a:lnTo>
                <a:lnTo>
                  <a:pt x="268" y="3211"/>
                </a:lnTo>
                <a:lnTo>
                  <a:pt x="267" y="3210"/>
                </a:lnTo>
                <a:lnTo>
                  <a:pt x="265" y="3209"/>
                </a:lnTo>
                <a:lnTo>
                  <a:pt x="263" y="3209"/>
                </a:lnTo>
                <a:lnTo>
                  <a:pt x="262" y="3208"/>
                </a:lnTo>
                <a:lnTo>
                  <a:pt x="261" y="3207"/>
                </a:lnTo>
                <a:lnTo>
                  <a:pt x="261" y="3206"/>
                </a:lnTo>
                <a:lnTo>
                  <a:pt x="261" y="3205"/>
                </a:lnTo>
                <a:lnTo>
                  <a:pt x="260" y="3204"/>
                </a:lnTo>
                <a:lnTo>
                  <a:pt x="259" y="3204"/>
                </a:lnTo>
                <a:lnTo>
                  <a:pt x="258" y="3205"/>
                </a:lnTo>
                <a:lnTo>
                  <a:pt x="257" y="3205"/>
                </a:lnTo>
                <a:lnTo>
                  <a:pt x="256" y="3204"/>
                </a:lnTo>
                <a:lnTo>
                  <a:pt x="254" y="3203"/>
                </a:lnTo>
                <a:lnTo>
                  <a:pt x="253" y="3202"/>
                </a:lnTo>
                <a:lnTo>
                  <a:pt x="253" y="3201"/>
                </a:lnTo>
                <a:lnTo>
                  <a:pt x="253" y="3200"/>
                </a:lnTo>
                <a:lnTo>
                  <a:pt x="253" y="3198"/>
                </a:lnTo>
                <a:lnTo>
                  <a:pt x="253" y="3197"/>
                </a:lnTo>
                <a:lnTo>
                  <a:pt x="252" y="3195"/>
                </a:lnTo>
                <a:lnTo>
                  <a:pt x="252" y="3193"/>
                </a:lnTo>
                <a:lnTo>
                  <a:pt x="252" y="3192"/>
                </a:lnTo>
                <a:lnTo>
                  <a:pt x="252" y="3190"/>
                </a:lnTo>
                <a:lnTo>
                  <a:pt x="254" y="3189"/>
                </a:lnTo>
                <a:lnTo>
                  <a:pt x="256" y="3188"/>
                </a:lnTo>
                <a:lnTo>
                  <a:pt x="257" y="3188"/>
                </a:lnTo>
                <a:lnTo>
                  <a:pt x="257" y="3187"/>
                </a:lnTo>
                <a:lnTo>
                  <a:pt x="257" y="3186"/>
                </a:lnTo>
                <a:lnTo>
                  <a:pt x="257" y="3184"/>
                </a:lnTo>
                <a:lnTo>
                  <a:pt x="257" y="3182"/>
                </a:lnTo>
                <a:lnTo>
                  <a:pt x="258" y="3181"/>
                </a:lnTo>
                <a:lnTo>
                  <a:pt x="259" y="3179"/>
                </a:lnTo>
                <a:lnTo>
                  <a:pt x="261" y="3178"/>
                </a:lnTo>
                <a:lnTo>
                  <a:pt x="261" y="3177"/>
                </a:lnTo>
                <a:lnTo>
                  <a:pt x="261" y="3176"/>
                </a:lnTo>
                <a:lnTo>
                  <a:pt x="261" y="3174"/>
                </a:lnTo>
                <a:lnTo>
                  <a:pt x="260" y="3172"/>
                </a:lnTo>
                <a:lnTo>
                  <a:pt x="260" y="3171"/>
                </a:lnTo>
                <a:lnTo>
                  <a:pt x="259" y="3170"/>
                </a:lnTo>
                <a:lnTo>
                  <a:pt x="258" y="3170"/>
                </a:lnTo>
                <a:lnTo>
                  <a:pt x="257" y="3169"/>
                </a:lnTo>
                <a:lnTo>
                  <a:pt x="255" y="3170"/>
                </a:lnTo>
                <a:lnTo>
                  <a:pt x="254" y="3171"/>
                </a:lnTo>
                <a:lnTo>
                  <a:pt x="254" y="3173"/>
                </a:lnTo>
                <a:lnTo>
                  <a:pt x="253" y="3174"/>
                </a:lnTo>
                <a:lnTo>
                  <a:pt x="251" y="3174"/>
                </a:lnTo>
                <a:lnTo>
                  <a:pt x="250" y="3175"/>
                </a:lnTo>
                <a:lnTo>
                  <a:pt x="248" y="3176"/>
                </a:lnTo>
                <a:lnTo>
                  <a:pt x="247" y="3176"/>
                </a:lnTo>
                <a:lnTo>
                  <a:pt x="246" y="3175"/>
                </a:lnTo>
                <a:lnTo>
                  <a:pt x="245" y="3174"/>
                </a:lnTo>
                <a:lnTo>
                  <a:pt x="244" y="3173"/>
                </a:lnTo>
                <a:lnTo>
                  <a:pt x="242" y="3173"/>
                </a:lnTo>
                <a:lnTo>
                  <a:pt x="240" y="3173"/>
                </a:lnTo>
                <a:lnTo>
                  <a:pt x="239" y="3173"/>
                </a:lnTo>
                <a:lnTo>
                  <a:pt x="238" y="3174"/>
                </a:lnTo>
                <a:lnTo>
                  <a:pt x="237" y="3175"/>
                </a:lnTo>
                <a:lnTo>
                  <a:pt x="235" y="3176"/>
                </a:lnTo>
                <a:lnTo>
                  <a:pt x="234" y="3177"/>
                </a:lnTo>
                <a:lnTo>
                  <a:pt x="233" y="3178"/>
                </a:lnTo>
                <a:lnTo>
                  <a:pt x="232" y="3178"/>
                </a:lnTo>
                <a:lnTo>
                  <a:pt x="231" y="3177"/>
                </a:lnTo>
                <a:lnTo>
                  <a:pt x="229" y="3176"/>
                </a:lnTo>
                <a:lnTo>
                  <a:pt x="226" y="3175"/>
                </a:lnTo>
                <a:lnTo>
                  <a:pt x="225" y="3174"/>
                </a:lnTo>
                <a:lnTo>
                  <a:pt x="223" y="3173"/>
                </a:lnTo>
                <a:lnTo>
                  <a:pt x="222" y="3174"/>
                </a:lnTo>
                <a:lnTo>
                  <a:pt x="221" y="3175"/>
                </a:lnTo>
                <a:lnTo>
                  <a:pt x="221" y="3176"/>
                </a:lnTo>
                <a:lnTo>
                  <a:pt x="221" y="3178"/>
                </a:lnTo>
                <a:lnTo>
                  <a:pt x="221" y="3180"/>
                </a:lnTo>
                <a:lnTo>
                  <a:pt x="221" y="3181"/>
                </a:lnTo>
                <a:lnTo>
                  <a:pt x="219" y="3180"/>
                </a:lnTo>
                <a:lnTo>
                  <a:pt x="218" y="3178"/>
                </a:lnTo>
                <a:lnTo>
                  <a:pt x="216" y="3177"/>
                </a:lnTo>
                <a:lnTo>
                  <a:pt x="215" y="3177"/>
                </a:lnTo>
                <a:lnTo>
                  <a:pt x="214" y="3177"/>
                </a:lnTo>
                <a:lnTo>
                  <a:pt x="213" y="3176"/>
                </a:lnTo>
                <a:lnTo>
                  <a:pt x="212" y="3176"/>
                </a:lnTo>
                <a:lnTo>
                  <a:pt x="212" y="3174"/>
                </a:lnTo>
                <a:lnTo>
                  <a:pt x="211" y="3174"/>
                </a:lnTo>
                <a:lnTo>
                  <a:pt x="209" y="3174"/>
                </a:lnTo>
                <a:lnTo>
                  <a:pt x="207" y="3173"/>
                </a:lnTo>
                <a:lnTo>
                  <a:pt x="205" y="3173"/>
                </a:lnTo>
                <a:lnTo>
                  <a:pt x="203" y="3172"/>
                </a:lnTo>
                <a:lnTo>
                  <a:pt x="200" y="3172"/>
                </a:lnTo>
                <a:lnTo>
                  <a:pt x="199" y="3173"/>
                </a:lnTo>
                <a:lnTo>
                  <a:pt x="198" y="3173"/>
                </a:lnTo>
                <a:lnTo>
                  <a:pt x="197" y="3173"/>
                </a:lnTo>
                <a:lnTo>
                  <a:pt x="195" y="3173"/>
                </a:lnTo>
                <a:lnTo>
                  <a:pt x="193" y="3173"/>
                </a:lnTo>
                <a:lnTo>
                  <a:pt x="191" y="3172"/>
                </a:lnTo>
                <a:lnTo>
                  <a:pt x="190" y="3171"/>
                </a:lnTo>
                <a:lnTo>
                  <a:pt x="189" y="3171"/>
                </a:lnTo>
                <a:lnTo>
                  <a:pt x="188" y="3169"/>
                </a:lnTo>
                <a:lnTo>
                  <a:pt x="187" y="3168"/>
                </a:lnTo>
                <a:lnTo>
                  <a:pt x="188" y="3167"/>
                </a:lnTo>
                <a:lnTo>
                  <a:pt x="189" y="3165"/>
                </a:lnTo>
                <a:lnTo>
                  <a:pt x="190" y="3163"/>
                </a:lnTo>
                <a:lnTo>
                  <a:pt x="191" y="3162"/>
                </a:lnTo>
                <a:lnTo>
                  <a:pt x="191" y="3159"/>
                </a:lnTo>
                <a:lnTo>
                  <a:pt x="192" y="3157"/>
                </a:lnTo>
                <a:lnTo>
                  <a:pt x="194" y="3155"/>
                </a:lnTo>
                <a:lnTo>
                  <a:pt x="194" y="3154"/>
                </a:lnTo>
                <a:lnTo>
                  <a:pt x="194" y="3152"/>
                </a:lnTo>
                <a:lnTo>
                  <a:pt x="194" y="3150"/>
                </a:lnTo>
                <a:lnTo>
                  <a:pt x="194" y="3148"/>
                </a:lnTo>
                <a:lnTo>
                  <a:pt x="193" y="3146"/>
                </a:lnTo>
                <a:lnTo>
                  <a:pt x="192" y="3144"/>
                </a:lnTo>
                <a:lnTo>
                  <a:pt x="191" y="3140"/>
                </a:lnTo>
                <a:lnTo>
                  <a:pt x="190" y="3136"/>
                </a:lnTo>
                <a:lnTo>
                  <a:pt x="190" y="3135"/>
                </a:lnTo>
                <a:lnTo>
                  <a:pt x="190" y="3134"/>
                </a:lnTo>
                <a:lnTo>
                  <a:pt x="190" y="3133"/>
                </a:lnTo>
                <a:lnTo>
                  <a:pt x="191" y="3131"/>
                </a:lnTo>
                <a:lnTo>
                  <a:pt x="191" y="3130"/>
                </a:lnTo>
                <a:lnTo>
                  <a:pt x="191" y="3129"/>
                </a:lnTo>
                <a:lnTo>
                  <a:pt x="190" y="3129"/>
                </a:lnTo>
                <a:lnTo>
                  <a:pt x="189" y="3128"/>
                </a:lnTo>
                <a:lnTo>
                  <a:pt x="187" y="3127"/>
                </a:lnTo>
                <a:lnTo>
                  <a:pt x="186" y="3126"/>
                </a:lnTo>
                <a:lnTo>
                  <a:pt x="184" y="3126"/>
                </a:lnTo>
                <a:lnTo>
                  <a:pt x="183" y="3125"/>
                </a:lnTo>
                <a:lnTo>
                  <a:pt x="182" y="3126"/>
                </a:lnTo>
                <a:lnTo>
                  <a:pt x="181" y="3126"/>
                </a:lnTo>
                <a:lnTo>
                  <a:pt x="180" y="3126"/>
                </a:lnTo>
                <a:lnTo>
                  <a:pt x="180" y="3127"/>
                </a:lnTo>
                <a:lnTo>
                  <a:pt x="179" y="3127"/>
                </a:lnTo>
                <a:lnTo>
                  <a:pt x="178" y="3127"/>
                </a:lnTo>
                <a:lnTo>
                  <a:pt x="178" y="3126"/>
                </a:lnTo>
                <a:lnTo>
                  <a:pt x="177" y="3126"/>
                </a:lnTo>
                <a:lnTo>
                  <a:pt x="176" y="3126"/>
                </a:lnTo>
                <a:lnTo>
                  <a:pt x="175" y="3125"/>
                </a:lnTo>
                <a:lnTo>
                  <a:pt x="175" y="3124"/>
                </a:lnTo>
                <a:lnTo>
                  <a:pt x="174" y="3123"/>
                </a:lnTo>
                <a:lnTo>
                  <a:pt x="173" y="3122"/>
                </a:lnTo>
                <a:lnTo>
                  <a:pt x="172" y="3120"/>
                </a:lnTo>
                <a:lnTo>
                  <a:pt x="171" y="3117"/>
                </a:lnTo>
                <a:lnTo>
                  <a:pt x="171" y="3115"/>
                </a:lnTo>
                <a:lnTo>
                  <a:pt x="171" y="3114"/>
                </a:lnTo>
                <a:lnTo>
                  <a:pt x="172" y="3114"/>
                </a:lnTo>
                <a:lnTo>
                  <a:pt x="172" y="3113"/>
                </a:lnTo>
                <a:lnTo>
                  <a:pt x="171" y="3113"/>
                </a:lnTo>
                <a:lnTo>
                  <a:pt x="171" y="3112"/>
                </a:lnTo>
                <a:lnTo>
                  <a:pt x="172" y="3111"/>
                </a:lnTo>
                <a:lnTo>
                  <a:pt x="172" y="3110"/>
                </a:lnTo>
                <a:lnTo>
                  <a:pt x="171" y="3109"/>
                </a:lnTo>
                <a:lnTo>
                  <a:pt x="171" y="3108"/>
                </a:lnTo>
                <a:lnTo>
                  <a:pt x="171" y="3106"/>
                </a:lnTo>
                <a:lnTo>
                  <a:pt x="172" y="3105"/>
                </a:lnTo>
                <a:lnTo>
                  <a:pt x="173" y="3104"/>
                </a:lnTo>
                <a:lnTo>
                  <a:pt x="173" y="3103"/>
                </a:lnTo>
                <a:lnTo>
                  <a:pt x="172" y="3101"/>
                </a:lnTo>
                <a:lnTo>
                  <a:pt x="172" y="3100"/>
                </a:lnTo>
                <a:lnTo>
                  <a:pt x="172" y="3099"/>
                </a:lnTo>
                <a:lnTo>
                  <a:pt x="172" y="3098"/>
                </a:lnTo>
                <a:lnTo>
                  <a:pt x="174" y="3099"/>
                </a:lnTo>
                <a:lnTo>
                  <a:pt x="176" y="3098"/>
                </a:lnTo>
                <a:lnTo>
                  <a:pt x="178" y="3098"/>
                </a:lnTo>
                <a:lnTo>
                  <a:pt x="179" y="3098"/>
                </a:lnTo>
                <a:lnTo>
                  <a:pt x="179" y="3097"/>
                </a:lnTo>
                <a:lnTo>
                  <a:pt x="178" y="3096"/>
                </a:lnTo>
                <a:lnTo>
                  <a:pt x="179" y="3096"/>
                </a:lnTo>
                <a:lnTo>
                  <a:pt x="179" y="3095"/>
                </a:lnTo>
                <a:lnTo>
                  <a:pt x="180" y="3095"/>
                </a:lnTo>
                <a:lnTo>
                  <a:pt x="182" y="3096"/>
                </a:lnTo>
                <a:lnTo>
                  <a:pt x="183" y="3096"/>
                </a:lnTo>
                <a:lnTo>
                  <a:pt x="184" y="3096"/>
                </a:lnTo>
                <a:lnTo>
                  <a:pt x="185" y="3096"/>
                </a:lnTo>
                <a:lnTo>
                  <a:pt x="186" y="3096"/>
                </a:lnTo>
                <a:lnTo>
                  <a:pt x="187" y="3095"/>
                </a:lnTo>
                <a:lnTo>
                  <a:pt x="187" y="3094"/>
                </a:lnTo>
                <a:lnTo>
                  <a:pt x="188" y="3091"/>
                </a:lnTo>
                <a:lnTo>
                  <a:pt x="188" y="3090"/>
                </a:lnTo>
                <a:lnTo>
                  <a:pt x="188" y="3087"/>
                </a:lnTo>
                <a:lnTo>
                  <a:pt x="189" y="3087"/>
                </a:lnTo>
                <a:lnTo>
                  <a:pt x="189" y="3086"/>
                </a:lnTo>
                <a:lnTo>
                  <a:pt x="189" y="3084"/>
                </a:lnTo>
                <a:lnTo>
                  <a:pt x="189" y="3083"/>
                </a:lnTo>
                <a:lnTo>
                  <a:pt x="190" y="3083"/>
                </a:lnTo>
                <a:lnTo>
                  <a:pt x="191" y="3083"/>
                </a:lnTo>
                <a:lnTo>
                  <a:pt x="193" y="3084"/>
                </a:lnTo>
                <a:lnTo>
                  <a:pt x="195" y="3085"/>
                </a:lnTo>
                <a:lnTo>
                  <a:pt x="196" y="3086"/>
                </a:lnTo>
                <a:lnTo>
                  <a:pt x="197" y="3087"/>
                </a:lnTo>
                <a:lnTo>
                  <a:pt x="198" y="3086"/>
                </a:lnTo>
                <a:lnTo>
                  <a:pt x="199" y="3085"/>
                </a:lnTo>
                <a:lnTo>
                  <a:pt x="199" y="3083"/>
                </a:lnTo>
                <a:lnTo>
                  <a:pt x="197" y="3081"/>
                </a:lnTo>
                <a:lnTo>
                  <a:pt x="197" y="3079"/>
                </a:lnTo>
                <a:lnTo>
                  <a:pt x="196" y="3078"/>
                </a:lnTo>
                <a:lnTo>
                  <a:pt x="196" y="3077"/>
                </a:lnTo>
                <a:lnTo>
                  <a:pt x="195" y="3075"/>
                </a:lnTo>
                <a:lnTo>
                  <a:pt x="195" y="3073"/>
                </a:lnTo>
                <a:lnTo>
                  <a:pt x="196" y="3072"/>
                </a:lnTo>
                <a:lnTo>
                  <a:pt x="195" y="3070"/>
                </a:lnTo>
                <a:lnTo>
                  <a:pt x="195" y="3069"/>
                </a:lnTo>
                <a:lnTo>
                  <a:pt x="193" y="3068"/>
                </a:lnTo>
                <a:lnTo>
                  <a:pt x="193" y="3067"/>
                </a:lnTo>
                <a:lnTo>
                  <a:pt x="192" y="3066"/>
                </a:lnTo>
                <a:lnTo>
                  <a:pt x="192" y="3065"/>
                </a:lnTo>
                <a:lnTo>
                  <a:pt x="192" y="3063"/>
                </a:lnTo>
                <a:lnTo>
                  <a:pt x="192" y="3061"/>
                </a:lnTo>
                <a:lnTo>
                  <a:pt x="192" y="3060"/>
                </a:lnTo>
                <a:lnTo>
                  <a:pt x="193" y="3060"/>
                </a:lnTo>
                <a:lnTo>
                  <a:pt x="193" y="3058"/>
                </a:lnTo>
                <a:lnTo>
                  <a:pt x="196" y="3056"/>
                </a:lnTo>
                <a:lnTo>
                  <a:pt x="196" y="3055"/>
                </a:lnTo>
                <a:lnTo>
                  <a:pt x="198" y="3054"/>
                </a:lnTo>
                <a:lnTo>
                  <a:pt x="200" y="3053"/>
                </a:lnTo>
                <a:lnTo>
                  <a:pt x="201" y="3052"/>
                </a:lnTo>
                <a:lnTo>
                  <a:pt x="203" y="3052"/>
                </a:lnTo>
                <a:lnTo>
                  <a:pt x="203" y="3050"/>
                </a:lnTo>
                <a:lnTo>
                  <a:pt x="204" y="3046"/>
                </a:lnTo>
                <a:lnTo>
                  <a:pt x="204" y="3044"/>
                </a:lnTo>
                <a:lnTo>
                  <a:pt x="204" y="3043"/>
                </a:lnTo>
                <a:lnTo>
                  <a:pt x="203" y="3041"/>
                </a:lnTo>
                <a:lnTo>
                  <a:pt x="203" y="3039"/>
                </a:lnTo>
                <a:lnTo>
                  <a:pt x="203" y="3038"/>
                </a:lnTo>
                <a:lnTo>
                  <a:pt x="203" y="3037"/>
                </a:lnTo>
                <a:lnTo>
                  <a:pt x="204" y="3037"/>
                </a:lnTo>
                <a:lnTo>
                  <a:pt x="204" y="3036"/>
                </a:lnTo>
                <a:lnTo>
                  <a:pt x="204" y="3035"/>
                </a:lnTo>
                <a:lnTo>
                  <a:pt x="203" y="3034"/>
                </a:lnTo>
                <a:lnTo>
                  <a:pt x="202" y="3033"/>
                </a:lnTo>
                <a:lnTo>
                  <a:pt x="202" y="3032"/>
                </a:lnTo>
                <a:lnTo>
                  <a:pt x="203" y="3030"/>
                </a:lnTo>
                <a:lnTo>
                  <a:pt x="203" y="3029"/>
                </a:lnTo>
                <a:lnTo>
                  <a:pt x="202" y="3028"/>
                </a:lnTo>
                <a:lnTo>
                  <a:pt x="202" y="3027"/>
                </a:lnTo>
                <a:lnTo>
                  <a:pt x="201" y="3026"/>
                </a:lnTo>
                <a:lnTo>
                  <a:pt x="200" y="3025"/>
                </a:lnTo>
                <a:lnTo>
                  <a:pt x="200" y="3023"/>
                </a:lnTo>
                <a:lnTo>
                  <a:pt x="200" y="3021"/>
                </a:lnTo>
                <a:lnTo>
                  <a:pt x="200" y="3020"/>
                </a:lnTo>
                <a:lnTo>
                  <a:pt x="200" y="3019"/>
                </a:lnTo>
                <a:lnTo>
                  <a:pt x="200" y="3017"/>
                </a:lnTo>
                <a:lnTo>
                  <a:pt x="199" y="3015"/>
                </a:lnTo>
                <a:lnTo>
                  <a:pt x="199" y="3013"/>
                </a:lnTo>
                <a:lnTo>
                  <a:pt x="198" y="3012"/>
                </a:lnTo>
                <a:lnTo>
                  <a:pt x="198" y="3011"/>
                </a:lnTo>
                <a:lnTo>
                  <a:pt x="198" y="3010"/>
                </a:lnTo>
                <a:lnTo>
                  <a:pt x="199" y="3010"/>
                </a:lnTo>
                <a:lnTo>
                  <a:pt x="199" y="3009"/>
                </a:lnTo>
                <a:lnTo>
                  <a:pt x="200" y="3008"/>
                </a:lnTo>
                <a:lnTo>
                  <a:pt x="201" y="3006"/>
                </a:lnTo>
                <a:lnTo>
                  <a:pt x="201" y="3005"/>
                </a:lnTo>
                <a:lnTo>
                  <a:pt x="200" y="3004"/>
                </a:lnTo>
                <a:lnTo>
                  <a:pt x="199" y="3001"/>
                </a:lnTo>
                <a:lnTo>
                  <a:pt x="198" y="3000"/>
                </a:lnTo>
                <a:lnTo>
                  <a:pt x="198" y="2999"/>
                </a:lnTo>
                <a:lnTo>
                  <a:pt x="198" y="2998"/>
                </a:lnTo>
                <a:lnTo>
                  <a:pt x="197" y="2998"/>
                </a:lnTo>
                <a:lnTo>
                  <a:pt x="196" y="2997"/>
                </a:lnTo>
                <a:lnTo>
                  <a:pt x="195" y="2996"/>
                </a:lnTo>
                <a:lnTo>
                  <a:pt x="194" y="2993"/>
                </a:lnTo>
                <a:lnTo>
                  <a:pt x="194" y="2992"/>
                </a:lnTo>
                <a:lnTo>
                  <a:pt x="193" y="2989"/>
                </a:lnTo>
                <a:lnTo>
                  <a:pt x="190" y="2985"/>
                </a:lnTo>
                <a:lnTo>
                  <a:pt x="189" y="2982"/>
                </a:lnTo>
                <a:lnTo>
                  <a:pt x="187" y="2981"/>
                </a:lnTo>
                <a:lnTo>
                  <a:pt x="186" y="2980"/>
                </a:lnTo>
                <a:lnTo>
                  <a:pt x="186" y="2978"/>
                </a:lnTo>
                <a:lnTo>
                  <a:pt x="185" y="2978"/>
                </a:lnTo>
                <a:lnTo>
                  <a:pt x="185" y="2977"/>
                </a:lnTo>
                <a:lnTo>
                  <a:pt x="184" y="2976"/>
                </a:lnTo>
                <a:lnTo>
                  <a:pt x="185" y="2975"/>
                </a:lnTo>
                <a:lnTo>
                  <a:pt x="184" y="2975"/>
                </a:lnTo>
                <a:lnTo>
                  <a:pt x="183" y="2974"/>
                </a:lnTo>
                <a:lnTo>
                  <a:pt x="182" y="2974"/>
                </a:lnTo>
                <a:lnTo>
                  <a:pt x="181" y="2973"/>
                </a:lnTo>
                <a:lnTo>
                  <a:pt x="181" y="2972"/>
                </a:lnTo>
                <a:lnTo>
                  <a:pt x="180" y="2971"/>
                </a:lnTo>
                <a:lnTo>
                  <a:pt x="179" y="2969"/>
                </a:lnTo>
                <a:lnTo>
                  <a:pt x="178" y="2968"/>
                </a:lnTo>
                <a:lnTo>
                  <a:pt x="177" y="2967"/>
                </a:lnTo>
                <a:lnTo>
                  <a:pt x="177" y="2966"/>
                </a:lnTo>
                <a:lnTo>
                  <a:pt x="176" y="2966"/>
                </a:lnTo>
                <a:lnTo>
                  <a:pt x="175" y="2966"/>
                </a:lnTo>
                <a:lnTo>
                  <a:pt x="174" y="2966"/>
                </a:lnTo>
                <a:lnTo>
                  <a:pt x="173" y="2966"/>
                </a:lnTo>
                <a:lnTo>
                  <a:pt x="172" y="2966"/>
                </a:lnTo>
                <a:lnTo>
                  <a:pt x="172" y="2964"/>
                </a:lnTo>
                <a:lnTo>
                  <a:pt x="171" y="2962"/>
                </a:lnTo>
                <a:lnTo>
                  <a:pt x="170" y="2961"/>
                </a:lnTo>
                <a:lnTo>
                  <a:pt x="168" y="2960"/>
                </a:lnTo>
                <a:lnTo>
                  <a:pt x="167" y="2959"/>
                </a:lnTo>
                <a:lnTo>
                  <a:pt x="165" y="2958"/>
                </a:lnTo>
                <a:lnTo>
                  <a:pt x="164" y="2958"/>
                </a:lnTo>
                <a:lnTo>
                  <a:pt x="162" y="2958"/>
                </a:lnTo>
                <a:lnTo>
                  <a:pt x="160" y="2957"/>
                </a:lnTo>
                <a:lnTo>
                  <a:pt x="158" y="2957"/>
                </a:lnTo>
                <a:lnTo>
                  <a:pt x="157" y="2958"/>
                </a:lnTo>
                <a:lnTo>
                  <a:pt x="156" y="2958"/>
                </a:lnTo>
                <a:lnTo>
                  <a:pt x="155" y="2958"/>
                </a:lnTo>
                <a:lnTo>
                  <a:pt x="155" y="2957"/>
                </a:lnTo>
                <a:lnTo>
                  <a:pt x="154" y="2956"/>
                </a:lnTo>
                <a:lnTo>
                  <a:pt x="154" y="2955"/>
                </a:lnTo>
                <a:lnTo>
                  <a:pt x="153" y="2954"/>
                </a:lnTo>
                <a:lnTo>
                  <a:pt x="151" y="2954"/>
                </a:lnTo>
                <a:lnTo>
                  <a:pt x="150" y="2954"/>
                </a:lnTo>
                <a:lnTo>
                  <a:pt x="149" y="2953"/>
                </a:lnTo>
                <a:lnTo>
                  <a:pt x="148" y="2954"/>
                </a:lnTo>
                <a:lnTo>
                  <a:pt x="148" y="2955"/>
                </a:lnTo>
                <a:lnTo>
                  <a:pt x="147" y="2957"/>
                </a:lnTo>
                <a:lnTo>
                  <a:pt x="146" y="2960"/>
                </a:lnTo>
                <a:lnTo>
                  <a:pt x="146" y="2961"/>
                </a:lnTo>
                <a:lnTo>
                  <a:pt x="145" y="2962"/>
                </a:lnTo>
                <a:lnTo>
                  <a:pt x="144" y="2962"/>
                </a:lnTo>
                <a:lnTo>
                  <a:pt x="144" y="2961"/>
                </a:lnTo>
                <a:lnTo>
                  <a:pt x="143" y="2960"/>
                </a:lnTo>
                <a:lnTo>
                  <a:pt x="142" y="2959"/>
                </a:lnTo>
                <a:lnTo>
                  <a:pt x="142" y="2958"/>
                </a:lnTo>
                <a:lnTo>
                  <a:pt x="142" y="2957"/>
                </a:lnTo>
                <a:lnTo>
                  <a:pt x="141" y="2957"/>
                </a:lnTo>
                <a:lnTo>
                  <a:pt x="139" y="2958"/>
                </a:lnTo>
                <a:lnTo>
                  <a:pt x="137" y="2959"/>
                </a:lnTo>
                <a:lnTo>
                  <a:pt x="136" y="2960"/>
                </a:lnTo>
                <a:lnTo>
                  <a:pt x="135" y="2960"/>
                </a:lnTo>
                <a:lnTo>
                  <a:pt x="134" y="2959"/>
                </a:lnTo>
                <a:lnTo>
                  <a:pt x="133" y="2959"/>
                </a:lnTo>
                <a:lnTo>
                  <a:pt x="133" y="2957"/>
                </a:lnTo>
                <a:lnTo>
                  <a:pt x="133" y="2955"/>
                </a:lnTo>
                <a:lnTo>
                  <a:pt x="133" y="2954"/>
                </a:lnTo>
                <a:lnTo>
                  <a:pt x="133" y="2953"/>
                </a:lnTo>
                <a:lnTo>
                  <a:pt x="132" y="2951"/>
                </a:lnTo>
                <a:lnTo>
                  <a:pt x="132" y="2949"/>
                </a:lnTo>
                <a:lnTo>
                  <a:pt x="132" y="2946"/>
                </a:lnTo>
                <a:lnTo>
                  <a:pt x="132" y="2945"/>
                </a:lnTo>
                <a:lnTo>
                  <a:pt x="133" y="2943"/>
                </a:lnTo>
                <a:lnTo>
                  <a:pt x="133" y="2942"/>
                </a:lnTo>
                <a:lnTo>
                  <a:pt x="134" y="2940"/>
                </a:lnTo>
                <a:lnTo>
                  <a:pt x="134" y="2939"/>
                </a:lnTo>
                <a:lnTo>
                  <a:pt x="136" y="2937"/>
                </a:lnTo>
                <a:lnTo>
                  <a:pt x="137" y="2936"/>
                </a:lnTo>
                <a:lnTo>
                  <a:pt x="137" y="2935"/>
                </a:lnTo>
                <a:lnTo>
                  <a:pt x="137" y="2934"/>
                </a:lnTo>
                <a:lnTo>
                  <a:pt x="137" y="2933"/>
                </a:lnTo>
                <a:lnTo>
                  <a:pt x="137" y="2931"/>
                </a:lnTo>
                <a:lnTo>
                  <a:pt x="138" y="2931"/>
                </a:lnTo>
                <a:lnTo>
                  <a:pt x="138" y="2928"/>
                </a:lnTo>
                <a:lnTo>
                  <a:pt x="138" y="2927"/>
                </a:lnTo>
                <a:lnTo>
                  <a:pt x="138" y="2926"/>
                </a:lnTo>
                <a:lnTo>
                  <a:pt x="138" y="2925"/>
                </a:lnTo>
                <a:lnTo>
                  <a:pt x="138" y="2924"/>
                </a:lnTo>
                <a:lnTo>
                  <a:pt x="137" y="2923"/>
                </a:lnTo>
                <a:lnTo>
                  <a:pt x="135" y="2921"/>
                </a:lnTo>
                <a:lnTo>
                  <a:pt x="135" y="2920"/>
                </a:lnTo>
                <a:lnTo>
                  <a:pt x="135" y="2919"/>
                </a:lnTo>
                <a:lnTo>
                  <a:pt x="135" y="2918"/>
                </a:lnTo>
                <a:lnTo>
                  <a:pt x="136" y="2917"/>
                </a:lnTo>
                <a:lnTo>
                  <a:pt x="137" y="2916"/>
                </a:lnTo>
                <a:lnTo>
                  <a:pt x="137" y="2915"/>
                </a:lnTo>
                <a:lnTo>
                  <a:pt x="138" y="2915"/>
                </a:lnTo>
                <a:lnTo>
                  <a:pt x="139" y="2915"/>
                </a:lnTo>
                <a:lnTo>
                  <a:pt x="140" y="2915"/>
                </a:lnTo>
                <a:lnTo>
                  <a:pt x="141" y="2914"/>
                </a:lnTo>
                <a:lnTo>
                  <a:pt x="141" y="2913"/>
                </a:lnTo>
                <a:lnTo>
                  <a:pt x="140" y="2911"/>
                </a:lnTo>
                <a:lnTo>
                  <a:pt x="139" y="2910"/>
                </a:lnTo>
                <a:lnTo>
                  <a:pt x="138" y="2910"/>
                </a:lnTo>
                <a:lnTo>
                  <a:pt x="136" y="2910"/>
                </a:lnTo>
                <a:lnTo>
                  <a:pt x="135" y="2909"/>
                </a:lnTo>
                <a:lnTo>
                  <a:pt x="133" y="2907"/>
                </a:lnTo>
                <a:lnTo>
                  <a:pt x="132" y="2907"/>
                </a:lnTo>
                <a:lnTo>
                  <a:pt x="130" y="2906"/>
                </a:lnTo>
                <a:lnTo>
                  <a:pt x="128" y="2904"/>
                </a:lnTo>
                <a:lnTo>
                  <a:pt x="127" y="2903"/>
                </a:lnTo>
                <a:lnTo>
                  <a:pt x="126" y="2903"/>
                </a:lnTo>
                <a:lnTo>
                  <a:pt x="125" y="2902"/>
                </a:lnTo>
                <a:lnTo>
                  <a:pt x="123" y="2901"/>
                </a:lnTo>
                <a:lnTo>
                  <a:pt x="120" y="2901"/>
                </a:lnTo>
                <a:lnTo>
                  <a:pt x="119" y="2901"/>
                </a:lnTo>
                <a:lnTo>
                  <a:pt x="117" y="2901"/>
                </a:lnTo>
                <a:lnTo>
                  <a:pt x="115" y="2901"/>
                </a:lnTo>
                <a:lnTo>
                  <a:pt x="114" y="2901"/>
                </a:lnTo>
                <a:lnTo>
                  <a:pt x="114" y="2900"/>
                </a:lnTo>
                <a:lnTo>
                  <a:pt x="113" y="2899"/>
                </a:lnTo>
                <a:lnTo>
                  <a:pt x="113" y="2898"/>
                </a:lnTo>
                <a:lnTo>
                  <a:pt x="111" y="2897"/>
                </a:lnTo>
                <a:lnTo>
                  <a:pt x="109" y="2896"/>
                </a:lnTo>
                <a:lnTo>
                  <a:pt x="107" y="2894"/>
                </a:lnTo>
                <a:lnTo>
                  <a:pt x="106" y="2893"/>
                </a:lnTo>
                <a:lnTo>
                  <a:pt x="106" y="2892"/>
                </a:lnTo>
                <a:lnTo>
                  <a:pt x="106" y="2891"/>
                </a:lnTo>
                <a:lnTo>
                  <a:pt x="107" y="2889"/>
                </a:lnTo>
                <a:lnTo>
                  <a:pt x="107" y="2888"/>
                </a:lnTo>
                <a:lnTo>
                  <a:pt x="107" y="2887"/>
                </a:lnTo>
                <a:lnTo>
                  <a:pt x="106" y="2886"/>
                </a:lnTo>
                <a:lnTo>
                  <a:pt x="106" y="2885"/>
                </a:lnTo>
                <a:lnTo>
                  <a:pt x="105" y="2885"/>
                </a:lnTo>
                <a:lnTo>
                  <a:pt x="105" y="2884"/>
                </a:lnTo>
                <a:lnTo>
                  <a:pt x="103" y="2884"/>
                </a:lnTo>
                <a:lnTo>
                  <a:pt x="102" y="2884"/>
                </a:lnTo>
                <a:lnTo>
                  <a:pt x="102" y="2885"/>
                </a:lnTo>
                <a:lnTo>
                  <a:pt x="102" y="2886"/>
                </a:lnTo>
                <a:lnTo>
                  <a:pt x="101" y="2886"/>
                </a:lnTo>
                <a:lnTo>
                  <a:pt x="100" y="2886"/>
                </a:lnTo>
                <a:lnTo>
                  <a:pt x="99" y="2886"/>
                </a:lnTo>
                <a:lnTo>
                  <a:pt x="98" y="2886"/>
                </a:lnTo>
                <a:lnTo>
                  <a:pt x="96" y="2885"/>
                </a:lnTo>
                <a:lnTo>
                  <a:pt x="95" y="2885"/>
                </a:lnTo>
                <a:lnTo>
                  <a:pt x="94" y="2885"/>
                </a:lnTo>
                <a:lnTo>
                  <a:pt x="93" y="2885"/>
                </a:lnTo>
                <a:lnTo>
                  <a:pt x="92" y="2885"/>
                </a:lnTo>
                <a:lnTo>
                  <a:pt x="91" y="2885"/>
                </a:lnTo>
                <a:lnTo>
                  <a:pt x="90" y="2884"/>
                </a:lnTo>
                <a:lnTo>
                  <a:pt x="89" y="2883"/>
                </a:lnTo>
                <a:lnTo>
                  <a:pt x="88" y="2882"/>
                </a:lnTo>
                <a:lnTo>
                  <a:pt x="87" y="2881"/>
                </a:lnTo>
                <a:lnTo>
                  <a:pt x="86" y="2881"/>
                </a:lnTo>
                <a:lnTo>
                  <a:pt x="85" y="2881"/>
                </a:lnTo>
                <a:lnTo>
                  <a:pt x="84" y="2882"/>
                </a:lnTo>
                <a:lnTo>
                  <a:pt x="83" y="2883"/>
                </a:lnTo>
                <a:lnTo>
                  <a:pt x="81" y="2883"/>
                </a:lnTo>
                <a:lnTo>
                  <a:pt x="80" y="2884"/>
                </a:lnTo>
                <a:lnTo>
                  <a:pt x="79" y="2883"/>
                </a:lnTo>
                <a:lnTo>
                  <a:pt x="78" y="2883"/>
                </a:lnTo>
                <a:lnTo>
                  <a:pt x="77" y="2882"/>
                </a:lnTo>
                <a:lnTo>
                  <a:pt x="76" y="2882"/>
                </a:lnTo>
                <a:lnTo>
                  <a:pt x="75" y="2882"/>
                </a:lnTo>
                <a:lnTo>
                  <a:pt x="74" y="2883"/>
                </a:lnTo>
                <a:lnTo>
                  <a:pt x="73" y="2882"/>
                </a:lnTo>
                <a:lnTo>
                  <a:pt x="72" y="2883"/>
                </a:lnTo>
                <a:lnTo>
                  <a:pt x="71" y="2882"/>
                </a:lnTo>
                <a:lnTo>
                  <a:pt x="71" y="2883"/>
                </a:lnTo>
                <a:lnTo>
                  <a:pt x="70" y="2883"/>
                </a:lnTo>
                <a:lnTo>
                  <a:pt x="69" y="2883"/>
                </a:lnTo>
                <a:lnTo>
                  <a:pt x="68" y="2884"/>
                </a:lnTo>
                <a:lnTo>
                  <a:pt x="67" y="2885"/>
                </a:lnTo>
                <a:lnTo>
                  <a:pt x="67" y="2886"/>
                </a:lnTo>
                <a:lnTo>
                  <a:pt x="67" y="2887"/>
                </a:lnTo>
                <a:lnTo>
                  <a:pt x="67" y="2888"/>
                </a:lnTo>
                <a:lnTo>
                  <a:pt x="67" y="2889"/>
                </a:lnTo>
                <a:lnTo>
                  <a:pt x="67" y="2890"/>
                </a:lnTo>
                <a:lnTo>
                  <a:pt x="66" y="2890"/>
                </a:lnTo>
                <a:lnTo>
                  <a:pt x="65" y="2889"/>
                </a:lnTo>
                <a:lnTo>
                  <a:pt x="64" y="2890"/>
                </a:lnTo>
                <a:lnTo>
                  <a:pt x="64" y="2891"/>
                </a:lnTo>
                <a:lnTo>
                  <a:pt x="64" y="2892"/>
                </a:lnTo>
                <a:lnTo>
                  <a:pt x="62" y="2891"/>
                </a:lnTo>
                <a:lnTo>
                  <a:pt x="61" y="2891"/>
                </a:lnTo>
                <a:lnTo>
                  <a:pt x="61" y="2890"/>
                </a:lnTo>
                <a:lnTo>
                  <a:pt x="60" y="2889"/>
                </a:lnTo>
                <a:lnTo>
                  <a:pt x="60" y="2887"/>
                </a:lnTo>
                <a:lnTo>
                  <a:pt x="60" y="2885"/>
                </a:lnTo>
                <a:lnTo>
                  <a:pt x="60" y="2884"/>
                </a:lnTo>
                <a:lnTo>
                  <a:pt x="60" y="2883"/>
                </a:lnTo>
                <a:lnTo>
                  <a:pt x="59" y="2879"/>
                </a:lnTo>
                <a:lnTo>
                  <a:pt x="59" y="2875"/>
                </a:lnTo>
                <a:lnTo>
                  <a:pt x="59" y="2874"/>
                </a:lnTo>
                <a:lnTo>
                  <a:pt x="59" y="2872"/>
                </a:lnTo>
                <a:lnTo>
                  <a:pt x="59" y="2870"/>
                </a:lnTo>
                <a:lnTo>
                  <a:pt x="60" y="2868"/>
                </a:lnTo>
                <a:lnTo>
                  <a:pt x="60" y="2867"/>
                </a:lnTo>
                <a:lnTo>
                  <a:pt x="60" y="2865"/>
                </a:lnTo>
                <a:lnTo>
                  <a:pt x="61" y="2864"/>
                </a:lnTo>
                <a:lnTo>
                  <a:pt x="60" y="2864"/>
                </a:lnTo>
                <a:lnTo>
                  <a:pt x="57" y="2863"/>
                </a:lnTo>
                <a:lnTo>
                  <a:pt x="54" y="2862"/>
                </a:lnTo>
                <a:lnTo>
                  <a:pt x="53" y="2862"/>
                </a:lnTo>
                <a:lnTo>
                  <a:pt x="52" y="2863"/>
                </a:lnTo>
                <a:lnTo>
                  <a:pt x="52" y="2864"/>
                </a:lnTo>
                <a:lnTo>
                  <a:pt x="51" y="2865"/>
                </a:lnTo>
                <a:lnTo>
                  <a:pt x="51" y="2866"/>
                </a:lnTo>
                <a:lnTo>
                  <a:pt x="50" y="2867"/>
                </a:lnTo>
                <a:lnTo>
                  <a:pt x="49" y="2867"/>
                </a:lnTo>
                <a:lnTo>
                  <a:pt x="47" y="2866"/>
                </a:lnTo>
                <a:lnTo>
                  <a:pt x="46" y="2866"/>
                </a:lnTo>
                <a:lnTo>
                  <a:pt x="45" y="2866"/>
                </a:lnTo>
                <a:lnTo>
                  <a:pt x="44" y="2865"/>
                </a:lnTo>
                <a:lnTo>
                  <a:pt x="42" y="2864"/>
                </a:lnTo>
                <a:lnTo>
                  <a:pt x="41" y="2863"/>
                </a:lnTo>
                <a:lnTo>
                  <a:pt x="40" y="2861"/>
                </a:lnTo>
                <a:lnTo>
                  <a:pt x="41" y="2859"/>
                </a:lnTo>
                <a:lnTo>
                  <a:pt x="41" y="2858"/>
                </a:lnTo>
                <a:lnTo>
                  <a:pt x="42" y="2857"/>
                </a:lnTo>
                <a:lnTo>
                  <a:pt x="42" y="2856"/>
                </a:lnTo>
                <a:lnTo>
                  <a:pt x="41" y="2856"/>
                </a:lnTo>
                <a:lnTo>
                  <a:pt x="40" y="2854"/>
                </a:lnTo>
                <a:lnTo>
                  <a:pt x="41" y="2851"/>
                </a:lnTo>
                <a:lnTo>
                  <a:pt x="41" y="2850"/>
                </a:lnTo>
                <a:lnTo>
                  <a:pt x="40" y="2850"/>
                </a:lnTo>
                <a:lnTo>
                  <a:pt x="38" y="2850"/>
                </a:lnTo>
                <a:lnTo>
                  <a:pt x="37" y="2851"/>
                </a:lnTo>
                <a:lnTo>
                  <a:pt x="36" y="2851"/>
                </a:lnTo>
                <a:lnTo>
                  <a:pt x="34" y="2851"/>
                </a:lnTo>
                <a:lnTo>
                  <a:pt x="32" y="2852"/>
                </a:lnTo>
                <a:lnTo>
                  <a:pt x="31" y="2851"/>
                </a:lnTo>
                <a:lnTo>
                  <a:pt x="29" y="2851"/>
                </a:lnTo>
                <a:lnTo>
                  <a:pt x="28" y="2852"/>
                </a:lnTo>
                <a:lnTo>
                  <a:pt x="27" y="2852"/>
                </a:lnTo>
                <a:lnTo>
                  <a:pt x="26" y="2853"/>
                </a:lnTo>
                <a:lnTo>
                  <a:pt x="25" y="2854"/>
                </a:lnTo>
                <a:lnTo>
                  <a:pt x="24" y="2855"/>
                </a:lnTo>
                <a:lnTo>
                  <a:pt x="22" y="2855"/>
                </a:lnTo>
                <a:lnTo>
                  <a:pt x="20" y="2855"/>
                </a:lnTo>
                <a:lnTo>
                  <a:pt x="17" y="2855"/>
                </a:lnTo>
                <a:lnTo>
                  <a:pt x="16" y="2856"/>
                </a:lnTo>
                <a:lnTo>
                  <a:pt x="16" y="2854"/>
                </a:lnTo>
                <a:lnTo>
                  <a:pt x="15" y="2851"/>
                </a:lnTo>
                <a:lnTo>
                  <a:pt x="14" y="2850"/>
                </a:lnTo>
                <a:lnTo>
                  <a:pt x="14" y="2849"/>
                </a:lnTo>
                <a:lnTo>
                  <a:pt x="14" y="2848"/>
                </a:lnTo>
                <a:lnTo>
                  <a:pt x="14" y="2847"/>
                </a:lnTo>
                <a:lnTo>
                  <a:pt x="14" y="2846"/>
                </a:lnTo>
                <a:lnTo>
                  <a:pt x="14" y="2845"/>
                </a:lnTo>
                <a:lnTo>
                  <a:pt x="13" y="2844"/>
                </a:lnTo>
                <a:lnTo>
                  <a:pt x="13" y="2843"/>
                </a:lnTo>
                <a:lnTo>
                  <a:pt x="12" y="2843"/>
                </a:lnTo>
                <a:lnTo>
                  <a:pt x="11" y="2844"/>
                </a:lnTo>
                <a:lnTo>
                  <a:pt x="10" y="2845"/>
                </a:lnTo>
                <a:lnTo>
                  <a:pt x="9" y="2846"/>
                </a:lnTo>
                <a:lnTo>
                  <a:pt x="8" y="2845"/>
                </a:lnTo>
                <a:lnTo>
                  <a:pt x="8" y="2844"/>
                </a:lnTo>
                <a:lnTo>
                  <a:pt x="8" y="2843"/>
                </a:lnTo>
                <a:lnTo>
                  <a:pt x="8" y="2842"/>
                </a:lnTo>
                <a:lnTo>
                  <a:pt x="9" y="2841"/>
                </a:lnTo>
                <a:lnTo>
                  <a:pt x="9" y="2839"/>
                </a:lnTo>
                <a:lnTo>
                  <a:pt x="10" y="2838"/>
                </a:lnTo>
                <a:lnTo>
                  <a:pt x="10" y="2836"/>
                </a:lnTo>
                <a:lnTo>
                  <a:pt x="10" y="2835"/>
                </a:lnTo>
                <a:lnTo>
                  <a:pt x="9" y="2834"/>
                </a:lnTo>
                <a:lnTo>
                  <a:pt x="8" y="2833"/>
                </a:lnTo>
                <a:lnTo>
                  <a:pt x="7" y="2831"/>
                </a:lnTo>
                <a:lnTo>
                  <a:pt x="6" y="2831"/>
                </a:lnTo>
                <a:lnTo>
                  <a:pt x="6" y="2830"/>
                </a:lnTo>
                <a:lnTo>
                  <a:pt x="6" y="2829"/>
                </a:lnTo>
                <a:lnTo>
                  <a:pt x="7" y="2829"/>
                </a:lnTo>
                <a:lnTo>
                  <a:pt x="7" y="2828"/>
                </a:lnTo>
                <a:lnTo>
                  <a:pt x="8" y="2827"/>
                </a:lnTo>
                <a:lnTo>
                  <a:pt x="9" y="2827"/>
                </a:lnTo>
                <a:lnTo>
                  <a:pt x="11" y="2826"/>
                </a:lnTo>
                <a:lnTo>
                  <a:pt x="12" y="2826"/>
                </a:lnTo>
                <a:lnTo>
                  <a:pt x="13" y="2825"/>
                </a:lnTo>
                <a:lnTo>
                  <a:pt x="13" y="2823"/>
                </a:lnTo>
                <a:lnTo>
                  <a:pt x="14" y="2823"/>
                </a:lnTo>
                <a:lnTo>
                  <a:pt x="14" y="2822"/>
                </a:lnTo>
                <a:lnTo>
                  <a:pt x="13" y="2820"/>
                </a:lnTo>
                <a:lnTo>
                  <a:pt x="12" y="2819"/>
                </a:lnTo>
                <a:lnTo>
                  <a:pt x="12" y="2818"/>
                </a:lnTo>
                <a:lnTo>
                  <a:pt x="13" y="2817"/>
                </a:lnTo>
                <a:lnTo>
                  <a:pt x="14" y="2817"/>
                </a:lnTo>
                <a:lnTo>
                  <a:pt x="16" y="2816"/>
                </a:lnTo>
                <a:lnTo>
                  <a:pt x="17" y="2816"/>
                </a:lnTo>
                <a:lnTo>
                  <a:pt x="17" y="2815"/>
                </a:lnTo>
                <a:lnTo>
                  <a:pt x="18" y="2814"/>
                </a:lnTo>
                <a:lnTo>
                  <a:pt x="20" y="2812"/>
                </a:lnTo>
                <a:lnTo>
                  <a:pt x="21" y="2811"/>
                </a:lnTo>
                <a:lnTo>
                  <a:pt x="22" y="2811"/>
                </a:lnTo>
                <a:lnTo>
                  <a:pt x="23" y="2811"/>
                </a:lnTo>
                <a:lnTo>
                  <a:pt x="25" y="2811"/>
                </a:lnTo>
                <a:lnTo>
                  <a:pt x="27" y="2812"/>
                </a:lnTo>
                <a:lnTo>
                  <a:pt x="28" y="2813"/>
                </a:lnTo>
                <a:lnTo>
                  <a:pt x="29" y="2814"/>
                </a:lnTo>
                <a:lnTo>
                  <a:pt x="30" y="2815"/>
                </a:lnTo>
                <a:lnTo>
                  <a:pt x="30" y="2816"/>
                </a:lnTo>
                <a:lnTo>
                  <a:pt x="31" y="2816"/>
                </a:lnTo>
                <a:lnTo>
                  <a:pt x="32" y="2817"/>
                </a:lnTo>
                <a:lnTo>
                  <a:pt x="33" y="2816"/>
                </a:lnTo>
                <a:lnTo>
                  <a:pt x="34" y="2815"/>
                </a:lnTo>
                <a:lnTo>
                  <a:pt x="34" y="2814"/>
                </a:lnTo>
                <a:lnTo>
                  <a:pt x="35" y="2812"/>
                </a:lnTo>
                <a:lnTo>
                  <a:pt x="36" y="2812"/>
                </a:lnTo>
                <a:lnTo>
                  <a:pt x="37" y="2812"/>
                </a:lnTo>
                <a:lnTo>
                  <a:pt x="37" y="2813"/>
                </a:lnTo>
                <a:lnTo>
                  <a:pt x="38" y="2813"/>
                </a:lnTo>
                <a:lnTo>
                  <a:pt x="38" y="2814"/>
                </a:lnTo>
                <a:lnTo>
                  <a:pt x="39" y="2813"/>
                </a:lnTo>
                <a:lnTo>
                  <a:pt x="40" y="2812"/>
                </a:lnTo>
                <a:lnTo>
                  <a:pt x="41" y="2812"/>
                </a:lnTo>
                <a:lnTo>
                  <a:pt x="41" y="2813"/>
                </a:lnTo>
                <a:lnTo>
                  <a:pt x="42" y="2814"/>
                </a:lnTo>
                <a:lnTo>
                  <a:pt x="42" y="2816"/>
                </a:lnTo>
                <a:lnTo>
                  <a:pt x="42" y="2817"/>
                </a:lnTo>
                <a:lnTo>
                  <a:pt x="42" y="2818"/>
                </a:lnTo>
                <a:lnTo>
                  <a:pt x="43" y="2819"/>
                </a:lnTo>
                <a:lnTo>
                  <a:pt x="44" y="2819"/>
                </a:lnTo>
                <a:lnTo>
                  <a:pt x="45" y="2819"/>
                </a:lnTo>
                <a:lnTo>
                  <a:pt x="46" y="2818"/>
                </a:lnTo>
                <a:lnTo>
                  <a:pt x="48" y="2816"/>
                </a:lnTo>
                <a:lnTo>
                  <a:pt x="50" y="2815"/>
                </a:lnTo>
                <a:lnTo>
                  <a:pt x="52" y="2814"/>
                </a:lnTo>
                <a:lnTo>
                  <a:pt x="54" y="2814"/>
                </a:lnTo>
                <a:lnTo>
                  <a:pt x="55" y="2813"/>
                </a:lnTo>
                <a:lnTo>
                  <a:pt x="56" y="2813"/>
                </a:lnTo>
                <a:lnTo>
                  <a:pt x="58" y="2813"/>
                </a:lnTo>
                <a:lnTo>
                  <a:pt x="59" y="2814"/>
                </a:lnTo>
                <a:lnTo>
                  <a:pt x="60" y="2815"/>
                </a:lnTo>
                <a:lnTo>
                  <a:pt x="60" y="2816"/>
                </a:lnTo>
                <a:lnTo>
                  <a:pt x="62" y="2819"/>
                </a:lnTo>
                <a:lnTo>
                  <a:pt x="62" y="2820"/>
                </a:lnTo>
                <a:lnTo>
                  <a:pt x="63" y="2821"/>
                </a:lnTo>
                <a:lnTo>
                  <a:pt x="63" y="2822"/>
                </a:lnTo>
                <a:lnTo>
                  <a:pt x="64" y="2823"/>
                </a:lnTo>
                <a:lnTo>
                  <a:pt x="65" y="2824"/>
                </a:lnTo>
                <a:lnTo>
                  <a:pt x="65" y="2825"/>
                </a:lnTo>
                <a:lnTo>
                  <a:pt x="65" y="2826"/>
                </a:lnTo>
                <a:lnTo>
                  <a:pt x="65" y="2828"/>
                </a:lnTo>
                <a:lnTo>
                  <a:pt x="65" y="2829"/>
                </a:lnTo>
                <a:lnTo>
                  <a:pt x="65" y="2830"/>
                </a:lnTo>
                <a:lnTo>
                  <a:pt x="66" y="2831"/>
                </a:lnTo>
                <a:lnTo>
                  <a:pt x="67" y="2831"/>
                </a:lnTo>
                <a:lnTo>
                  <a:pt x="70" y="2831"/>
                </a:lnTo>
                <a:lnTo>
                  <a:pt x="71" y="2832"/>
                </a:lnTo>
                <a:lnTo>
                  <a:pt x="72" y="2832"/>
                </a:lnTo>
                <a:lnTo>
                  <a:pt x="73" y="2832"/>
                </a:lnTo>
                <a:lnTo>
                  <a:pt x="74" y="2832"/>
                </a:lnTo>
                <a:lnTo>
                  <a:pt x="75" y="2832"/>
                </a:lnTo>
                <a:lnTo>
                  <a:pt x="76" y="2832"/>
                </a:lnTo>
                <a:lnTo>
                  <a:pt x="78" y="2832"/>
                </a:lnTo>
                <a:lnTo>
                  <a:pt x="79" y="2831"/>
                </a:lnTo>
                <a:lnTo>
                  <a:pt x="80" y="2832"/>
                </a:lnTo>
                <a:lnTo>
                  <a:pt x="81" y="2831"/>
                </a:lnTo>
                <a:lnTo>
                  <a:pt x="82" y="2831"/>
                </a:lnTo>
                <a:lnTo>
                  <a:pt x="83" y="2830"/>
                </a:lnTo>
                <a:lnTo>
                  <a:pt x="83" y="2829"/>
                </a:lnTo>
                <a:lnTo>
                  <a:pt x="84" y="2827"/>
                </a:lnTo>
                <a:lnTo>
                  <a:pt x="85" y="2826"/>
                </a:lnTo>
                <a:lnTo>
                  <a:pt x="86" y="2825"/>
                </a:lnTo>
                <a:lnTo>
                  <a:pt x="87" y="2824"/>
                </a:lnTo>
                <a:lnTo>
                  <a:pt x="88" y="2823"/>
                </a:lnTo>
                <a:lnTo>
                  <a:pt x="90" y="2824"/>
                </a:lnTo>
                <a:lnTo>
                  <a:pt x="92" y="2824"/>
                </a:lnTo>
                <a:lnTo>
                  <a:pt x="95" y="2825"/>
                </a:lnTo>
                <a:lnTo>
                  <a:pt x="96" y="2825"/>
                </a:lnTo>
                <a:lnTo>
                  <a:pt x="97" y="2825"/>
                </a:lnTo>
                <a:lnTo>
                  <a:pt x="98" y="2825"/>
                </a:lnTo>
                <a:lnTo>
                  <a:pt x="99" y="2825"/>
                </a:lnTo>
                <a:lnTo>
                  <a:pt x="100" y="2825"/>
                </a:lnTo>
                <a:lnTo>
                  <a:pt x="102" y="2825"/>
                </a:lnTo>
                <a:lnTo>
                  <a:pt x="103" y="2825"/>
                </a:lnTo>
                <a:lnTo>
                  <a:pt x="104" y="2824"/>
                </a:lnTo>
                <a:lnTo>
                  <a:pt x="107" y="2824"/>
                </a:lnTo>
                <a:lnTo>
                  <a:pt x="110" y="2823"/>
                </a:lnTo>
                <a:lnTo>
                  <a:pt x="112" y="2823"/>
                </a:lnTo>
                <a:lnTo>
                  <a:pt x="113" y="2823"/>
                </a:lnTo>
                <a:lnTo>
                  <a:pt x="114" y="2824"/>
                </a:lnTo>
                <a:lnTo>
                  <a:pt x="115" y="2825"/>
                </a:lnTo>
                <a:lnTo>
                  <a:pt x="116" y="2825"/>
                </a:lnTo>
                <a:lnTo>
                  <a:pt x="117" y="2825"/>
                </a:lnTo>
                <a:lnTo>
                  <a:pt x="118" y="2825"/>
                </a:lnTo>
                <a:lnTo>
                  <a:pt x="119" y="2824"/>
                </a:lnTo>
                <a:lnTo>
                  <a:pt x="120" y="2823"/>
                </a:lnTo>
                <a:lnTo>
                  <a:pt x="121" y="2822"/>
                </a:lnTo>
                <a:lnTo>
                  <a:pt x="122" y="2820"/>
                </a:lnTo>
                <a:lnTo>
                  <a:pt x="123" y="2819"/>
                </a:lnTo>
                <a:lnTo>
                  <a:pt x="124" y="2818"/>
                </a:lnTo>
                <a:lnTo>
                  <a:pt x="124" y="2817"/>
                </a:lnTo>
                <a:lnTo>
                  <a:pt x="124" y="2816"/>
                </a:lnTo>
                <a:lnTo>
                  <a:pt x="124" y="2815"/>
                </a:lnTo>
                <a:lnTo>
                  <a:pt x="124" y="2813"/>
                </a:lnTo>
                <a:lnTo>
                  <a:pt x="125" y="2811"/>
                </a:lnTo>
                <a:lnTo>
                  <a:pt x="126" y="2811"/>
                </a:lnTo>
                <a:lnTo>
                  <a:pt x="129" y="2810"/>
                </a:lnTo>
                <a:lnTo>
                  <a:pt x="129" y="2809"/>
                </a:lnTo>
                <a:lnTo>
                  <a:pt x="129" y="2808"/>
                </a:lnTo>
                <a:lnTo>
                  <a:pt x="130" y="2805"/>
                </a:lnTo>
                <a:lnTo>
                  <a:pt x="129" y="2798"/>
                </a:lnTo>
                <a:lnTo>
                  <a:pt x="128" y="2796"/>
                </a:lnTo>
                <a:lnTo>
                  <a:pt x="127" y="2793"/>
                </a:lnTo>
                <a:lnTo>
                  <a:pt x="126" y="2793"/>
                </a:lnTo>
                <a:lnTo>
                  <a:pt x="125" y="2790"/>
                </a:lnTo>
                <a:lnTo>
                  <a:pt x="124" y="2789"/>
                </a:lnTo>
                <a:lnTo>
                  <a:pt x="124" y="2787"/>
                </a:lnTo>
                <a:lnTo>
                  <a:pt x="124" y="2786"/>
                </a:lnTo>
                <a:lnTo>
                  <a:pt x="124" y="2785"/>
                </a:lnTo>
                <a:lnTo>
                  <a:pt x="124" y="2784"/>
                </a:lnTo>
                <a:lnTo>
                  <a:pt x="123" y="2783"/>
                </a:lnTo>
                <a:lnTo>
                  <a:pt x="122" y="2783"/>
                </a:lnTo>
                <a:lnTo>
                  <a:pt x="119" y="2783"/>
                </a:lnTo>
                <a:lnTo>
                  <a:pt x="118" y="2784"/>
                </a:lnTo>
                <a:lnTo>
                  <a:pt x="117" y="2784"/>
                </a:lnTo>
                <a:lnTo>
                  <a:pt x="116" y="2783"/>
                </a:lnTo>
                <a:lnTo>
                  <a:pt x="114" y="2782"/>
                </a:lnTo>
                <a:lnTo>
                  <a:pt x="113" y="2781"/>
                </a:lnTo>
                <a:lnTo>
                  <a:pt x="112" y="2780"/>
                </a:lnTo>
                <a:lnTo>
                  <a:pt x="112" y="2779"/>
                </a:lnTo>
                <a:lnTo>
                  <a:pt x="113" y="2779"/>
                </a:lnTo>
                <a:lnTo>
                  <a:pt x="113" y="2778"/>
                </a:lnTo>
                <a:lnTo>
                  <a:pt x="114" y="2777"/>
                </a:lnTo>
                <a:lnTo>
                  <a:pt x="113" y="2776"/>
                </a:lnTo>
                <a:lnTo>
                  <a:pt x="112" y="2774"/>
                </a:lnTo>
                <a:lnTo>
                  <a:pt x="106" y="2769"/>
                </a:lnTo>
                <a:lnTo>
                  <a:pt x="106" y="2768"/>
                </a:lnTo>
                <a:lnTo>
                  <a:pt x="106" y="2767"/>
                </a:lnTo>
                <a:lnTo>
                  <a:pt x="105" y="2766"/>
                </a:lnTo>
                <a:lnTo>
                  <a:pt x="105" y="2765"/>
                </a:lnTo>
                <a:lnTo>
                  <a:pt x="105" y="2762"/>
                </a:lnTo>
                <a:lnTo>
                  <a:pt x="106" y="2759"/>
                </a:lnTo>
                <a:lnTo>
                  <a:pt x="106" y="2758"/>
                </a:lnTo>
                <a:lnTo>
                  <a:pt x="106" y="2755"/>
                </a:lnTo>
                <a:lnTo>
                  <a:pt x="106" y="2753"/>
                </a:lnTo>
                <a:lnTo>
                  <a:pt x="106" y="2751"/>
                </a:lnTo>
                <a:lnTo>
                  <a:pt x="105" y="2747"/>
                </a:lnTo>
                <a:lnTo>
                  <a:pt x="105" y="2746"/>
                </a:lnTo>
                <a:lnTo>
                  <a:pt x="106" y="2745"/>
                </a:lnTo>
                <a:lnTo>
                  <a:pt x="106" y="2744"/>
                </a:lnTo>
                <a:lnTo>
                  <a:pt x="107" y="2744"/>
                </a:lnTo>
                <a:lnTo>
                  <a:pt x="107" y="2743"/>
                </a:lnTo>
                <a:lnTo>
                  <a:pt x="108" y="2743"/>
                </a:lnTo>
                <a:lnTo>
                  <a:pt x="109" y="2743"/>
                </a:lnTo>
                <a:lnTo>
                  <a:pt x="110" y="2742"/>
                </a:lnTo>
                <a:lnTo>
                  <a:pt x="111" y="2741"/>
                </a:lnTo>
                <a:lnTo>
                  <a:pt x="112" y="2737"/>
                </a:lnTo>
                <a:lnTo>
                  <a:pt x="113" y="2736"/>
                </a:lnTo>
                <a:lnTo>
                  <a:pt x="114" y="2736"/>
                </a:lnTo>
                <a:lnTo>
                  <a:pt x="115" y="2736"/>
                </a:lnTo>
                <a:lnTo>
                  <a:pt x="116" y="2736"/>
                </a:lnTo>
                <a:lnTo>
                  <a:pt x="118" y="2735"/>
                </a:lnTo>
                <a:lnTo>
                  <a:pt x="120" y="2734"/>
                </a:lnTo>
                <a:lnTo>
                  <a:pt x="122" y="2732"/>
                </a:lnTo>
                <a:lnTo>
                  <a:pt x="123" y="2731"/>
                </a:lnTo>
                <a:lnTo>
                  <a:pt x="125" y="2730"/>
                </a:lnTo>
                <a:lnTo>
                  <a:pt x="126" y="2730"/>
                </a:lnTo>
                <a:lnTo>
                  <a:pt x="127" y="2730"/>
                </a:lnTo>
                <a:lnTo>
                  <a:pt x="128" y="2729"/>
                </a:lnTo>
                <a:lnTo>
                  <a:pt x="129" y="2729"/>
                </a:lnTo>
                <a:lnTo>
                  <a:pt x="130" y="2728"/>
                </a:lnTo>
                <a:lnTo>
                  <a:pt x="130" y="2727"/>
                </a:lnTo>
                <a:lnTo>
                  <a:pt x="130" y="2725"/>
                </a:lnTo>
                <a:lnTo>
                  <a:pt x="129" y="2724"/>
                </a:lnTo>
                <a:lnTo>
                  <a:pt x="129" y="2723"/>
                </a:lnTo>
                <a:lnTo>
                  <a:pt x="128" y="2722"/>
                </a:lnTo>
                <a:lnTo>
                  <a:pt x="127" y="2721"/>
                </a:lnTo>
                <a:lnTo>
                  <a:pt x="127" y="2720"/>
                </a:lnTo>
                <a:lnTo>
                  <a:pt x="125" y="2718"/>
                </a:lnTo>
                <a:lnTo>
                  <a:pt x="122" y="2715"/>
                </a:lnTo>
                <a:lnTo>
                  <a:pt x="121" y="2713"/>
                </a:lnTo>
                <a:lnTo>
                  <a:pt x="120" y="2712"/>
                </a:lnTo>
                <a:lnTo>
                  <a:pt x="120" y="2710"/>
                </a:lnTo>
                <a:lnTo>
                  <a:pt x="121" y="2709"/>
                </a:lnTo>
                <a:lnTo>
                  <a:pt x="122" y="2708"/>
                </a:lnTo>
                <a:lnTo>
                  <a:pt x="123" y="2707"/>
                </a:lnTo>
                <a:lnTo>
                  <a:pt x="125" y="2704"/>
                </a:lnTo>
                <a:lnTo>
                  <a:pt x="125" y="2702"/>
                </a:lnTo>
                <a:lnTo>
                  <a:pt x="125" y="2699"/>
                </a:lnTo>
                <a:lnTo>
                  <a:pt x="124" y="2697"/>
                </a:lnTo>
                <a:lnTo>
                  <a:pt x="125" y="2696"/>
                </a:lnTo>
                <a:lnTo>
                  <a:pt x="125" y="2694"/>
                </a:lnTo>
                <a:lnTo>
                  <a:pt x="126" y="2692"/>
                </a:lnTo>
                <a:lnTo>
                  <a:pt x="126" y="2688"/>
                </a:lnTo>
                <a:lnTo>
                  <a:pt x="127" y="2686"/>
                </a:lnTo>
                <a:lnTo>
                  <a:pt x="127" y="2685"/>
                </a:lnTo>
                <a:lnTo>
                  <a:pt x="128" y="2684"/>
                </a:lnTo>
                <a:lnTo>
                  <a:pt x="129" y="2683"/>
                </a:lnTo>
                <a:lnTo>
                  <a:pt x="131" y="2680"/>
                </a:lnTo>
                <a:lnTo>
                  <a:pt x="131" y="2678"/>
                </a:lnTo>
                <a:lnTo>
                  <a:pt x="132" y="2677"/>
                </a:lnTo>
                <a:lnTo>
                  <a:pt x="133" y="2674"/>
                </a:lnTo>
                <a:lnTo>
                  <a:pt x="132" y="2673"/>
                </a:lnTo>
                <a:lnTo>
                  <a:pt x="131" y="2673"/>
                </a:lnTo>
                <a:lnTo>
                  <a:pt x="130" y="2673"/>
                </a:lnTo>
                <a:lnTo>
                  <a:pt x="130" y="2672"/>
                </a:lnTo>
                <a:lnTo>
                  <a:pt x="128" y="2673"/>
                </a:lnTo>
                <a:lnTo>
                  <a:pt x="127" y="2672"/>
                </a:lnTo>
                <a:lnTo>
                  <a:pt x="126" y="2672"/>
                </a:lnTo>
                <a:lnTo>
                  <a:pt x="125" y="2671"/>
                </a:lnTo>
                <a:lnTo>
                  <a:pt x="124" y="2669"/>
                </a:lnTo>
                <a:lnTo>
                  <a:pt x="125" y="2667"/>
                </a:lnTo>
                <a:lnTo>
                  <a:pt x="125" y="2665"/>
                </a:lnTo>
                <a:lnTo>
                  <a:pt x="124" y="2663"/>
                </a:lnTo>
                <a:lnTo>
                  <a:pt x="123" y="2661"/>
                </a:lnTo>
                <a:lnTo>
                  <a:pt x="123" y="2660"/>
                </a:lnTo>
                <a:lnTo>
                  <a:pt x="121" y="2655"/>
                </a:lnTo>
                <a:lnTo>
                  <a:pt x="122" y="2654"/>
                </a:lnTo>
                <a:lnTo>
                  <a:pt x="122" y="2652"/>
                </a:lnTo>
                <a:lnTo>
                  <a:pt x="122" y="2649"/>
                </a:lnTo>
                <a:lnTo>
                  <a:pt x="123" y="2648"/>
                </a:lnTo>
                <a:lnTo>
                  <a:pt x="123" y="2645"/>
                </a:lnTo>
                <a:lnTo>
                  <a:pt x="123" y="2643"/>
                </a:lnTo>
                <a:lnTo>
                  <a:pt x="125" y="2639"/>
                </a:lnTo>
                <a:lnTo>
                  <a:pt x="127" y="2635"/>
                </a:lnTo>
                <a:lnTo>
                  <a:pt x="128" y="2632"/>
                </a:lnTo>
                <a:lnTo>
                  <a:pt x="128" y="2630"/>
                </a:lnTo>
                <a:lnTo>
                  <a:pt x="128" y="2626"/>
                </a:lnTo>
                <a:lnTo>
                  <a:pt x="128" y="2622"/>
                </a:lnTo>
                <a:lnTo>
                  <a:pt x="128" y="2621"/>
                </a:lnTo>
                <a:lnTo>
                  <a:pt x="128" y="2619"/>
                </a:lnTo>
                <a:lnTo>
                  <a:pt x="129" y="2619"/>
                </a:lnTo>
                <a:lnTo>
                  <a:pt x="130" y="2618"/>
                </a:lnTo>
                <a:lnTo>
                  <a:pt x="131" y="2618"/>
                </a:lnTo>
                <a:lnTo>
                  <a:pt x="131" y="2617"/>
                </a:lnTo>
                <a:lnTo>
                  <a:pt x="131" y="2616"/>
                </a:lnTo>
                <a:lnTo>
                  <a:pt x="131" y="2615"/>
                </a:lnTo>
                <a:lnTo>
                  <a:pt x="131" y="2611"/>
                </a:lnTo>
                <a:lnTo>
                  <a:pt x="131" y="2608"/>
                </a:lnTo>
                <a:lnTo>
                  <a:pt x="132" y="2607"/>
                </a:lnTo>
                <a:lnTo>
                  <a:pt x="136" y="2604"/>
                </a:lnTo>
                <a:lnTo>
                  <a:pt x="137" y="2603"/>
                </a:lnTo>
                <a:lnTo>
                  <a:pt x="138" y="2602"/>
                </a:lnTo>
                <a:lnTo>
                  <a:pt x="139" y="2603"/>
                </a:lnTo>
                <a:lnTo>
                  <a:pt x="140" y="2603"/>
                </a:lnTo>
                <a:lnTo>
                  <a:pt x="140" y="2602"/>
                </a:lnTo>
                <a:lnTo>
                  <a:pt x="141" y="2602"/>
                </a:lnTo>
                <a:lnTo>
                  <a:pt x="142" y="2601"/>
                </a:lnTo>
                <a:lnTo>
                  <a:pt x="145" y="2598"/>
                </a:lnTo>
                <a:lnTo>
                  <a:pt x="147" y="2595"/>
                </a:lnTo>
                <a:lnTo>
                  <a:pt x="149" y="2593"/>
                </a:lnTo>
                <a:lnTo>
                  <a:pt x="149" y="2591"/>
                </a:lnTo>
                <a:lnTo>
                  <a:pt x="150" y="2590"/>
                </a:lnTo>
                <a:lnTo>
                  <a:pt x="150" y="2589"/>
                </a:lnTo>
                <a:lnTo>
                  <a:pt x="150" y="2586"/>
                </a:lnTo>
                <a:lnTo>
                  <a:pt x="151" y="2583"/>
                </a:lnTo>
                <a:lnTo>
                  <a:pt x="151" y="2582"/>
                </a:lnTo>
                <a:lnTo>
                  <a:pt x="151" y="2580"/>
                </a:lnTo>
                <a:lnTo>
                  <a:pt x="151" y="2579"/>
                </a:lnTo>
                <a:lnTo>
                  <a:pt x="150" y="2578"/>
                </a:lnTo>
                <a:lnTo>
                  <a:pt x="149" y="2578"/>
                </a:lnTo>
                <a:lnTo>
                  <a:pt x="148" y="2578"/>
                </a:lnTo>
                <a:lnTo>
                  <a:pt x="147" y="2578"/>
                </a:lnTo>
                <a:lnTo>
                  <a:pt x="146" y="2577"/>
                </a:lnTo>
                <a:lnTo>
                  <a:pt x="145" y="2575"/>
                </a:lnTo>
                <a:lnTo>
                  <a:pt x="145" y="2573"/>
                </a:lnTo>
                <a:lnTo>
                  <a:pt x="145" y="2571"/>
                </a:lnTo>
                <a:lnTo>
                  <a:pt x="145" y="2568"/>
                </a:lnTo>
                <a:lnTo>
                  <a:pt x="144" y="2566"/>
                </a:lnTo>
                <a:lnTo>
                  <a:pt x="142" y="2566"/>
                </a:lnTo>
                <a:lnTo>
                  <a:pt x="141" y="2566"/>
                </a:lnTo>
                <a:lnTo>
                  <a:pt x="139" y="2565"/>
                </a:lnTo>
                <a:lnTo>
                  <a:pt x="136" y="2565"/>
                </a:lnTo>
                <a:lnTo>
                  <a:pt x="135" y="2564"/>
                </a:lnTo>
                <a:lnTo>
                  <a:pt x="134" y="2563"/>
                </a:lnTo>
                <a:lnTo>
                  <a:pt x="133" y="2562"/>
                </a:lnTo>
                <a:lnTo>
                  <a:pt x="132" y="2559"/>
                </a:lnTo>
                <a:lnTo>
                  <a:pt x="131" y="2558"/>
                </a:lnTo>
                <a:lnTo>
                  <a:pt x="130" y="2556"/>
                </a:lnTo>
                <a:lnTo>
                  <a:pt x="128" y="2552"/>
                </a:lnTo>
                <a:lnTo>
                  <a:pt x="127" y="2551"/>
                </a:lnTo>
                <a:lnTo>
                  <a:pt x="125" y="2548"/>
                </a:lnTo>
                <a:lnTo>
                  <a:pt x="125" y="2547"/>
                </a:lnTo>
                <a:lnTo>
                  <a:pt x="124" y="2546"/>
                </a:lnTo>
                <a:lnTo>
                  <a:pt x="123" y="2545"/>
                </a:lnTo>
                <a:lnTo>
                  <a:pt x="122" y="2546"/>
                </a:lnTo>
                <a:lnTo>
                  <a:pt x="121" y="2547"/>
                </a:lnTo>
                <a:lnTo>
                  <a:pt x="120" y="2546"/>
                </a:lnTo>
                <a:lnTo>
                  <a:pt x="119" y="2546"/>
                </a:lnTo>
                <a:lnTo>
                  <a:pt x="118" y="2545"/>
                </a:lnTo>
                <a:lnTo>
                  <a:pt x="118" y="2544"/>
                </a:lnTo>
                <a:lnTo>
                  <a:pt x="117" y="2544"/>
                </a:lnTo>
                <a:lnTo>
                  <a:pt x="115" y="2542"/>
                </a:lnTo>
                <a:lnTo>
                  <a:pt x="113" y="2542"/>
                </a:lnTo>
                <a:lnTo>
                  <a:pt x="113" y="2541"/>
                </a:lnTo>
                <a:lnTo>
                  <a:pt x="112" y="2541"/>
                </a:lnTo>
                <a:lnTo>
                  <a:pt x="112" y="2540"/>
                </a:lnTo>
                <a:lnTo>
                  <a:pt x="111" y="2540"/>
                </a:lnTo>
                <a:lnTo>
                  <a:pt x="111" y="2539"/>
                </a:lnTo>
                <a:lnTo>
                  <a:pt x="110" y="2538"/>
                </a:lnTo>
                <a:lnTo>
                  <a:pt x="110" y="2537"/>
                </a:lnTo>
                <a:lnTo>
                  <a:pt x="109" y="2536"/>
                </a:lnTo>
                <a:lnTo>
                  <a:pt x="109" y="2535"/>
                </a:lnTo>
                <a:lnTo>
                  <a:pt x="107" y="2534"/>
                </a:lnTo>
                <a:lnTo>
                  <a:pt x="105" y="2533"/>
                </a:lnTo>
                <a:lnTo>
                  <a:pt x="103" y="2533"/>
                </a:lnTo>
                <a:lnTo>
                  <a:pt x="102" y="2533"/>
                </a:lnTo>
                <a:lnTo>
                  <a:pt x="100" y="2532"/>
                </a:lnTo>
                <a:lnTo>
                  <a:pt x="99" y="2531"/>
                </a:lnTo>
                <a:lnTo>
                  <a:pt x="97" y="2529"/>
                </a:lnTo>
                <a:lnTo>
                  <a:pt x="95" y="2527"/>
                </a:lnTo>
                <a:lnTo>
                  <a:pt x="94" y="2526"/>
                </a:lnTo>
                <a:lnTo>
                  <a:pt x="92" y="2525"/>
                </a:lnTo>
                <a:lnTo>
                  <a:pt x="91" y="2525"/>
                </a:lnTo>
                <a:lnTo>
                  <a:pt x="90" y="2525"/>
                </a:lnTo>
                <a:lnTo>
                  <a:pt x="89" y="2524"/>
                </a:lnTo>
                <a:lnTo>
                  <a:pt x="86" y="2523"/>
                </a:lnTo>
                <a:lnTo>
                  <a:pt x="82" y="2522"/>
                </a:lnTo>
                <a:lnTo>
                  <a:pt x="80" y="2521"/>
                </a:lnTo>
                <a:lnTo>
                  <a:pt x="79" y="2521"/>
                </a:lnTo>
                <a:lnTo>
                  <a:pt x="78" y="2521"/>
                </a:lnTo>
                <a:lnTo>
                  <a:pt x="76" y="2519"/>
                </a:lnTo>
                <a:lnTo>
                  <a:pt x="74" y="2518"/>
                </a:lnTo>
                <a:lnTo>
                  <a:pt x="72" y="2517"/>
                </a:lnTo>
                <a:lnTo>
                  <a:pt x="70" y="2517"/>
                </a:lnTo>
                <a:lnTo>
                  <a:pt x="67" y="2516"/>
                </a:lnTo>
                <a:lnTo>
                  <a:pt x="64" y="2514"/>
                </a:lnTo>
                <a:lnTo>
                  <a:pt x="63" y="2513"/>
                </a:lnTo>
                <a:lnTo>
                  <a:pt x="60" y="2511"/>
                </a:lnTo>
                <a:lnTo>
                  <a:pt x="58" y="2511"/>
                </a:lnTo>
                <a:lnTo>
                  <a:pt x="57" y="2510"/>
                </a:lnTo>
                <a:lnTo>
                  <a:pt x="56" y="2509"/>
                </a:lnTo>
                <a:lnTo>
                  <a:pt x="55" y="2508"/>
                </a:lnTo>
                <a:lnTo>
                  <a:pt x="55" y="2509"/>
                </a:lnTo>
                <a:lnTo>
                  <a:pt x="54" y="2509"/>
                </a:lnTo>
                <a:lnTo>
                  <a:pt x="52" y="2511"/>
                </a:lnTo>
                <a:lnTo>
                  <a:pt x="51" y="2511"/>
                </a:lnTo>
                <a:lnTo>
                  <a:pt x="50" y="2513"/>
                </a:lnTo>
                <a:lnTo>
                  <a:pt x="49" y="2515"/>
                </a:lnTo>
                <a:lnTo>
                  <a:pt x="48" y="2518"/>
                </a:lnTo>
                <a:lnTo>
                  <a:pt x="48" y="2519"/>
                </a:lnTo>
                <a:lnTo>
                  <a:pt x="47" y="2519"/>
                </a:lnTo>
                <a:lnTo>
                  <a:pt x="46" y="2519"/>
                </a:lnTo>
                <a:lnTo>
                  <a:pt x="45" y="2519"/>
                </a:lnTo>
                <a:lnTo>
                  <a:pt x="44" y="2519"/>
                </a:lnTo>
                <a:lnTo>
                  <a:pt x="43" y="2518"/>
                </a:lnTo>
                <a:lnTo>
                  <a:pt x="42" y="2518"/>
                </a:lnTo>
                <a:lnTo>
                  <a:pt x="42" y="2519"/>
                </a:lnTo>
                <a:lnTo>
                  <a:pt x="41" y="2520"/>
                </a:lnTo>
                <a:lnTo>
                  <a:pt x="40" y="2521"/>
                </a:lnTo>
                <a:lnTo>
                  <a:pt x="39" y="2522"/>
                </a:lnTo>
                <a:lnTo>
                  <a:pt x="38" y="2522"/>
                </a:lnTo>
                <a:lnTo>
                  <a:pt x="38" y="2523"/>
                </a:lnTo>
                <a:lnTo>
                  <a:pt x="38" y="2524"/>
                </a:lnTo>
                <a:lnTo>
                  <a:pt x="38" y="2526"/>
                </a:lnTo>
                <a:lnTo>
                  <a:pt x="39" y="2530"/>
                </a:lnTo>
                <a:lnTo>
                  <a:pt x="39" y="2531"/>
                </a:lnTo>
                <a:lnTo>
                  <a:pt x="39" y="2532"/>
                </a:lnTo>
                <a:lnTo>
                  <a:pt x="38" y="2532"/>
                </a:lnTo>
                <a:lnTo>
                  <a:pt x="36" y="2531"/>
                </a:lnTo>
                <a:lnTo>
                  <a:pt x="33" y="2530"/>
                </a:lnTo>
                <a:lnTo>
                  <a:pt x="32" y="2530"/>
                </a:lnTo>
                <a:lnTo>
                  <a:pt x="31" y="2530"/>
                </a:lnTo>
                <a:lnTo>
                  <a:pt x="29" y="2530"/>
                </a:lnTo>
                <a:lnTo>
                  <a:pt x="28" y="2531"/>
                </a:lnTo>
                <a:lnTo>
                  <a:pt x="26" y="2531"/>
                </a:lnTo>
                <a:lnTo>
                  <a:pt x="24" y="2531"/>
                </a:lnTo>
                <a:lnTo>
                  <a:pt x="23" y="2531"/>
                </a:lnTo>
                <a:lnTo>
                  <a:pt x="23" y="2530"/>
                </a:lnTo>
                <a:lnTo>
                  <a:pt x="22" y="2529"/>
                </a:lnTo>
                <a:lnTo>
                  <a:pt x="21" y="2528"/>
                </a:lnTo>
                <a:lnTo>
                  <a:pt x="20" y="2528"/>
                </a:lnTo>
                <a:lnTo>
                  <a:pt x="19" y="2528"/>
                </a:lnTo>
                <a:lnTo>
                  <a:pt x="18" y="2528"/>
                </a:lnTo>
                <a:lnTo>
                  <a:pt x="16" y="2527"/>
                </a:lnTo>
                <a:lnTo>
                  <a:pt x="14" y="2526"/>
                </a:lnTo>
                <a:lnTo>
                  <a:pt x="13" y="2525"/>
                </a:lnTo>
                <a:lnTo>
                  <a:pt x="13" y="2524"/>
                </a:lnTo>
                <a:lnTo>
                  <a:pt x="12" y="2523"/>
                </a:lnTo>
                <a:lnTo>
                  <a:pt x="12" y="2521"/>
                </a:lnTo>
                <a:lnTo>
                  <a:pt x="13" y="2518"/>
                </a:lnTo>
                <a:lnTo>
                  <a:pt x="13" y="2517"/>
                </a:lnTo>
                <a:lnTo>
                  <a:pt x="12" y="2516"/>
                </a:lnTo>
                <a:lnTo>
                  <a:pt x="12" y="2515"/>
                </a:lnTo>
                <a:lnTo>
                  <a:pt x="11" y="2515"/>
                </a:lnTo>
                <a:lnTo>
                  <a:pt x="10" y="2515"/>
                </a:lnTo>
                <a:lnTo>
                  <a:pt x="9" y="2515"/>
                </a:lnTo>
                <a:lnTo>
                  <a:pt x="8" y="2514"/>
                </a:lnTo>
                <a:lnTo>
                  <a:pt x="7" y="2514"/>
                </a:lnTo>
                <a:lnTo>
                  <a:pt x="6" y="2513"/>
                </a:lnTo>
                <a:lnTo>
                  <a:pt x="5" y="2511"/>
                </a:lnTo>
                <a:lnTo>
                  <a:pt x="4" y="2510"/>
                </a:lnTo>
                <a:lnTo>
                  <a:pt x="2" y="2508"/>
                </a:lnTo>
                <a:lnTo>
                  <a:pt x="1" y="2506"/>
                </a:lnTo>
                <a:lnTo>
                  <a:pt x="0" y="2505"/>
                </a:lnTo>
                <a:lnTo>
                  <a:pt x="1" y="2504"/>
                </a:lnTo>
                <a:lnTo>
                  <a:pt x="2" y="2503"/>
                </a:lnTo>
                <a:lnTo>
                  <a:pt x="2" y="2502"/>
                </a:lnTo>
                <a:lnTo>
                  <a:pt x="3" y="2501"/>
                </a:lnTo>
                <a:lnTo>
                  <a:pt x="3" y="2500"/>
                </a:lnTo>
                <a:lnTo>
                  <a:pt x="3" y="2499"/>
                </a:lnTo>
                <a:lnTo>
                  <a:pt x="2" y="2498"/>
                </a:lnTo>
                <a:lnTo>
                  <a:pt x="2" y="2497"/>
                </a:lnTo>
                <a:lnTo>
                  <a:pt x="2" y="2496"/>
                </a:lnTo>
                <a:lnTo>
                  <a:pt x="2" y="2495"/>
                </a:lnTo>
                <a:lnTo>
                  <a:pt x="2" y="2493"/>
                </a:lnTo>
                <a:lnTo>
                  <a:pt x="1" y="2491"/>
                </a:lnTo>
                <a:lnTo>
                  <a:pt x="1" y="2490"/>
                </a:lnTo>
                <a:lnTo>
                  <a:pt x="1" y="2488"/>
                </a:lnTo>
                <a:lnTo>
                  <a:pt x="1" y="2485"/>
                </a:lnTo>
                <a:lnTo>
                  <a:pt x="1" y="2484"/>
                </a:lnTo>
                <a:lnTo>
                  <a:pt x="2" y="2483"/>
                </a:lnTo>
                <a:lnTo>
                  <a:pt x="1" y="2482"/>
                </a:lnTo>
                <a:lnTo>
                  <a:pt x="0" y="2482"/>
                </a:lnTo>
                <a:lnTo>
                  <a:pt x="0" y="2481"/>
                </a:lnTo>
                <a:lnTo>
                  <a:pt x="0" y="2480"/>
                </a:lnTo>
                <a:lnTo>
                  <a:pt x="1" y="2478"/>
                </a:lnTo>
                <a:lnTo>
                  <a:pt x="2" y="2476"/>
                </a:lnTo>
                <a:lnTo>
                  <a:pt x="2" y="2474"/>
                </a:lnTo>
                <a:lnTo>
                  <a:pt x="3" y="2473"/>
                </a:lnTo>
                <a:lnTo>
                  <a:pt x="4" y="2472"/>
                </a:lnTo>
                <a:lnTo>
                  <a:pt x="5" y="2472"/>
                </a:lnTo>
                <a:lnTo>
                  <a:pt x="5" y="2471"/>
                </a:lnTo>
                <a:lnTo>
                  <a:pt x="5" y="2470"/>
                </a:lnTo>
                <a:lnTo>
                  <a:pt x="5" y="2467"/>
                </a:lnTo>
                <a:lnTo>
                  <a:pt x="4" y="2467"/>
                </a:lnTo>
                <a:lnTo>
                  <a:pt x="4" y="2466"/>
                </a:lnTo>
                <a:lnTo>
                  <a:pt x="5" y="2465"/>
                </a:lnTo>
                <a:lnTo>
                  <a:pt x="5" y="2463"/>
                </a:lnTo>
                <a:lnTo>
                  <a:pt x="5" y="2462"/>
                </a:lnTo>
                <a:lnTo>
                  <a:pt x="4" y="2461"/>
                </a:lnTo>
                <a:lnTo>
                  <a:pt x="4" y="2459"/>
                </a:lnTo>
                <a:lnTo>
                  <a:pt x="3" y="2458"/>
                </a:lnTo>
                <a:lnTo>
                  <a:pt x="4" y="2456"/>
                </a:lnTo>
                <a:lnTo>
                  <a:pt x="3" y="2455"/>
                </a:lnTo>
                <a:lnTo>
                  <a:pt x="2" y="2454"/>
                </a:lnTo>
                <a:lnTo>
                  <a:pt x="1" y="2452"/>
                </a:lnTo>
                <a:lnTo>
                  <a:pt x="1" y="2451"/>
                </a:lnTo>
                <a:lnTo>
                  <a:pt x="1" y="2449"/>
                </a:lnTo>
                <a:lnTo>
                  <a:pt x="2" y="2447"/>
                </a:lnTo>
                <a:lnTo>
                  <a:pt x="4" y="2445"/>
                </a:lnTo>
                <a:lnTo>
                  <a:pt x="5" y="2444"/>
                </a:lnTo>
                <a:lnTo>
                  <a:pt x="5" y="2443"/>
                </a:lnTo>
                <a:lnTo>
                  <a:pt x="6" y="2443"/>
                </a:lnTo>
                <a:lnTo>
                  <a:pt x="7" y="2443"/>
                </a:lnTo>
                <a:lnTo>
                  <a:pt x="8" y="2443"/>
                </a:lnTo>
                <a:lnTo>
                  <a:pt x="8" y="2442"/>
                </a:lnTo>
                <a:lnTo>
                  <a:pt x="9" y="2441"/>
                </a:lnTo>
                <a:lnTo>
                  <a:pt x="10" y="2439"/>
                </a:lnTo>
                <a:lnTo>
                  <a:pt x="11" y="2438"/>
                </a:lnTo>
                <a:lnTo>
                  <a:pt x="12" y="2438"/>
                </a:lnTo>
                <a:lnTo>
                  <a:pt x="13" y="2438"/>
                </a:lnTo>
                <a:lnTo>
                  <a:pt x="14" y="2439"/>
                </a:lnTo>
                <a:lnTo>
                  <a:pt x="15" y="2439"/>
                </a:lnTo>
                <a:lnTo>
                  <a:pt x="15" y="2438"/>
                </a:lnTo>
                <a:lnTo>
                  <a:pt x="16" y="2438"/>
                </a:lnTo>
                <a:lnTo>
                  <a:pt x="16" y="2437"/>
                </a:lnTo>
                <a:lnTo>
                  <a:pt x="17" y="2438"/>
                </a:lnTo>
                <a:lnTo>
                  <a:pt x="18" y="2440"/>
                </a:lnTo>
                <a:lnTo>
                  <a:pt x="19" y="2440"/>
                </a:lnTo>
                <a:lnTo>
                  <a:pt x="21" y="2441"/>
                </a:lnTo>
                <a:lnTo>
                  <a:pt x="22" y="2441"/>
                </a:lnTo>
                <a:lnTo>
                  <a:pt x="22" y="2442"/>
                </a:lnTo>
                <a:lnTo>
                  <a:pt x="22" y="2444"/>
                </a:lnTo>
                <a:lnTo>
                  <a:pt x="22" y="2445"/>
                </a:lnTo>
                <a:lnTo>
                  <a:pt x="23" y="2445"/>
                </a:lnTo>
                <a:lnTo>
                  <a:pt x="24" y="2445"/>
                </a:lnTo>
                <a:lnTo>
                  <a:pt x="25" y="2444"/>
                </a:lnTo>
                <a:lnTo>
                  <a:pt x="28" y="2441"/>
                </a:lnTo>
                <a:lnTo>
                  <a:pt x="28" y="2440"/>
                </a:lnTo>
                <a:lnTo>
                  <a:pt x="29" y="2440"/>
                </a:lnTo>
                <a:lnTo>
                  <a:pt x="29" y="2439"/>
                </a:lnTo>
                <a:lnTo>
                  <a:pt x="29" y="2436"/>
                </a:lnTo>
                <a:lnTo>
                  <a:pt x="30" y="2433"/>
                </a:lnTo>
                <a:lnTo>
                  <a:pt x="30" y="2432"/>
                </a:lnTo>
                <a:lnTo>
                  <a:pt x="30" y="2431"/>
                </a:lnTo>
                <a:lnTo>
                  <a:pt x="31" y="2429"/>
                </a:lnTo>
                <a:lnTo>
                  <a:pt x="31" y="2428"/>
                </a:lnTo>
                <a:lnTo>
                  <a:pt x="31" y="2427"/>
                </a:lnTo>
                <a:lnTo>
                  <a:pt x="30" y="2425"/>
                </a:lnTo>
                <a:lnTo>
                  <a:pt x="30" y="2423"/>
                </a:lnTo>
                <a:lnTo>
                  <a:pt x="30" y="2421"/>
                </a:lnTo>
                <a:lnTo>
                  <a:pt x="30" y="2420"/>
                </a:lnTo>
                <a:lnTo>
                  <a:pt x="29" y="2420"/>
                </a:lnTo>
                <a:lnTo>
                  <a:pt x="28" y="2420"/>
                </a:lnTo>
                <a:lnTo>
                  <a:pt x="27" y="2420"/>
                </a:lnTo>
                <a:lnTo>
                  <a:pt x="26" y="2420"/>
                </a:lnTo>
                <a:lnTo>
                  <a:pt x="25" y="2421"/>
                </a:lnTo>
                <a:lnTo>
                  <a:pt x="24" y="2422"/>
                </a:lnTo>
                <a:lnTo>
                  <a:pt x="23" y="2421"/>
                </a:lnTo>
                <a:lnTo>
                  <a:pt x="22" y="2421"/>
                </a:lnTo>
                <a:lnTo>
                  <a:pt x="21" y="2421"/>
                </a:lnTo>
                <a:lnTo>
                  <a:pt x="19" y="2421"/>
                </a:lnTo>
                <a:lnTo>
                  <a:pt x="17" y="2421"/>
                </a:lnTo>
                <a:lnTo>
                  <a:pt x="17" y="2420"/>
                </a:lnTo>
                <a:lnTo>
                  <a:pt x="17" y="2418"/>
                </a:lnTo>
                <a:lnTo>
                  <a:pt x="18" y="2417"/>
                </a:lnTo>
                <a:lnTo>
                  <a:pt x="18" y="2416"/>
                </a:lnTo>
                <a:lnTo>
                  <a:pt x="18" y="2414"/>
                </a:lnTo>
                <a:lnTo>
                  <a:pt x="18" y="2411"/>
                </a:lnTo>
                <a:lnTo>
                  <a:pt x="17" y="2410"/>
                </a:lnTo>
                <a:lnTo>
                  <a:pt x="17" y="2409"/>
                </a:lnTo>
                <a:lnTo>
                  <a:pt x="17" y="2408"/>
                </a:lnTo>
                <a:lnTo>
                  <a:pt x="18" y="2407"/>
                </a:lnTo>
                <a:lnTo>
                  <a:pt x="18" y="2406"/>
                </a:lnTo>
                <a:lnTo>
                  <a:pt x="20" y="2402"/>
                </a:lnTo>
                <a:lnTo>
                  <a:pt x="20" y="2401"/>
                </a:lnTo>
                <a:lnTo>
                  <a:pt x="20" y="2398"/>
                </a:lnTo>
                <a:lnTo>
                  <a:pt x="19" y="2397"/>
                </a:lnTo>
                <a:lnTo>
                  <a:pt x="19" y="2396"/>
                </a:lnTo>
                <a:lnTo>
                  <a:pt x="18" y="2396"/>
                </a:lnTo>
                <a:lnTo>
                  <a:pt x="18" y="2395"/>
                </a:lnTo>
                <a:lnTo>
                  <a:pt x="18" y="2394"/>
                </a:lnTo>
                <a:lnTo>
                  <a:pt x="18" y="2393"/>
                </a:lnTo>
                <a:lnTo>
                  <a:pt x="18" y="2392"/>
                </a:lnTo>
                <a:lnTo>
                  <a:pt x="18" y="2391"/>
                </a:lnTo>
                <a:lnTo>
                  <a:pt x="17" y="2391"/>
                </a:lnTo>
                <a:lnTo>
                  <a:pt x="16" y="2391"/>
                </a:lnTo>
                <a:lnTo>
                  <a:pt x="15" y="2391"/>
                </a:lnTo>
                <a:lnTo>
                  <a:pt x="14" y="2390"/>
                </a:lnTo>
                <a:lnTo>
                  <a:pt x="13" y="2389"/>
                </a:lnTo>
                <a:lnTo>
                  <a:pt x="14" y="2388"/>
                </a:lnTo>
                <a:lnTo>
                  <a:pt x="14" y="2386"/>
                </a:lnTo>
                <a:lnTo>
                  <a:pt x="15" y="2385"/>
                </a:lnTo>
                <a:lnTo>
                  <a:pt x="15" y="2384"/>
                </a:lnTo>
                <a:lnTo>
                  <a:pt x="15" y="2383"/>
                </a:lnTo>
                <a:lnTo>
                  <a:pt x="14" y="2383"/>
                </a:lnTo>
                <a:lnTo>
                  <a:pt x="14" y="2382"/>
                </a:lnTo>
                <a:lnTo>
                  <a:pt x="14" y="2381"/>
                </a:lnTo>
                <a:lnTo>
                  <a:pt x="14" y="2380"/>
                </a:lnTo>
                <a:lnTo>
                  <a:pt x="15" y="2377"/>
                </a:lnTo>
                <a:lnTo>
                  <a:pt x="15" y="2376"/>
                </a:lnTo>
                <a:lnTo>
                  <a:pt x="15" y="2375"/>
                </a:lnTo>
                <a:lnTo>
                  <a:pt x="14" y="2373"/>
                </a:lnTo>
                <a:lnTo>
                  <a:pt x="13" y="2372"/>
                </a:lnTo>
                <a:lnTo>
                  <a:pt x="13" y="2371"/>
                </a:lnTo>
                <a:lnTo>
                  <a:pt x="12" y="2371"/>
                </a:lnTo>
                <a:lnTo>
                  <a:pt x="10" y="2371"/>
                </a:lnTo>
                <a:lnTo>
                  <a:pt x="8" y="2371"/>
                </a:lnTo>
                <a:lnTo>
                  <a:pt x="7" y="2370"/>
                </a:lnTo>
                <a:lnTo>
                  <a:pt x="7" y="2369"/>
                </a:lnTo>
                <a:lnTo>
                  <a:pt x="7" y="2368"/>
                </a:lnTo>
                <a:lnTo>
                  <a:pt x="7" y="2367"/>
                </a:lnTo>
                <a:lnTo>
                  <a:pt x="7" y="2365"/>
                </a:lnTo>
                <a:lnTo>
                  <a:pt x="7" y="2364"/>
                </a:lnTo>
                <a:lnTo>
                  <a:pt x="8" y="2364"/>
                </a:lnTo>
                <a:lnTo>
                  <a:pt x="7" y="2363"/>
                </a:lnTo>
                <a:lnTo>
                  <a:pt x="5" y="2362"/>
                </a:lnTo>
                <a:lnTo>
                  <a:pt x="4" y="2362"/>
                </a:lnTo>
                <a:lnTo>
                  <a:pt x="5" y="2361"/>
                </a:lnTo>
                <a:lnTo>
                  <a:pt x="6" y="2360"/>
                </a:lnTo>
                <a:lnTo>
                  <a:pt x="7" y="2359"/>
                </a:lnTo>
                <a:lnTo>
                  <a:pt x="8" y="2358"/>
                </a:lnTo>
                <a:lnTo>
                  <a:pt x="8" y="2357"/>
                </a:lnTo>
                <a:lnTo>
                  <a:pt x="8" y="2356"/>
                </a:lnTo>
                <a:lnTo>
                  <a:pt x="8" y="2355"/>
                </a:lnTo>
                <a:lnTo>
                  <a:pt x="7" y="2354"/>
                </a:lnTo>
                <a:lnTo>
                  <a:pt x="7" y="2353"/>
                </a:lnTo>
                <a:lnTo>
                  <a:pt x="8" y="2352"/>
                </a:lnTo>
                <a:lnTo>
                  <a:pt x="8" y="2351"/>
                </a:lnTo>
                <a:lnTo>
                  <a:pt x="9" y="2350"/>
                </a:lnTo>
                <a:lnTo>
                  <a:pt x="10" y="2349"/>
                </a:lnTo>
                <a:lnTo>
                  <a:pt x="11" y="2347"/>
                </a:lnTo>
                <a:lnTo>
                  <a:pt x="11" y="2346"/>
                </a:lnTo>
                <a:lnTo>
                  <a:pt x="9" y="2342"/>
                </a:lnTo>
                <a:lnTo>
                  <a:pt x="6" y="2340"/>
                </a:lnTo>
                <a:lnTo>
                  <a:pt x="5" y="2339"/>
                </a:lnTo>
                <a:lnTo>
                  <a:pt x="6" y="2338"/>
                </a:lnTo>
                <a:lnTo>
                  <a:pt x="7" y="2338"/>
                </a:lnTo>
                <a:lnTo>
                  <a:pt x="8" y="2338"/>
                </a:lnTo>
                <a:lnTo>
                  <a:pt x="9" y="2338"/>
                </a:lnTo>
                <a:lnTo>
                  <a:pt x="12" y="2338"/>
                </a:lnTo>
                <a:lnTo>
                  <a:pt x="14" y="2339"/>
                </a:lnTo>
                <a:lnTo>
                  <a:pt x="18" y="2339"/>
                </a:lnTo>
                <a:lnTo>
                  <a:pt x="19" y="2338"/>
                </a:lnTo>
                <a:lnTo>
                  <a:pt x="21" y="2335"/>
                </a:lnTo>
                <a:lnTo>
                  <a:pt x="23" y="2332"/>
                </a:lnTo>
                <a:lnTo>
                  <a:pt x="24" y="2330"/>
                </a:lnTo>
                <a:lnTo>
                  <a:pt x="25" y="2328"/>
                </a:lnTo>
                <a:lnTo>
                  <a:pt x="26" y="2328"/>
                </a:lnTo>
                <a:lnTo>
                  <a:pt x="27" y="2328"/>
                </a:lnTo>
                <a:lnTo>
                  <a:pt x="28" y="2327"/>
                </a:lnTo>
                <a:lnTo>
                  <a:pt x="30" y="2327"/>
                </a:lnTo>
                <a:lnTo>
                  <a:pt x="32" y="2327"/>
                </a:lnTo>
                <a:lnTo>
                  <a:pt x="33" y="2327"/>
                </a:lnTo>
                <a:lnTo>
                  <a:pt x="34" y="2328"/>
                </a:lnTo>
                <a:lnTo>
                  <a:pt x="37" y="2330"/>
                </a:lnTo>
                <a:lnTo>
                  <a:pt x="40" y="2331"/>
                </a:lnTo>
                <a:lnTo>
                  <a:pt x="42" y="2333"/>
                </a:lnTo>
                <a:lnTo>
                  <a:pt x="45" y="2334"/>
                </a:lnTo>
                <a:lnTo>
                  <a:pt x="47" y="2335"/>
                </a:lnTo>
                <a:lnTo>
                  <a:pt x="48" y="2335"/>
                </a:lnTo>
                <a:lnTo>
                  <a:pt x="52" y="2335"/>
                </a:lnTo>
                <a:lnTo>
                  <a:pt x="54" y="2335"/>
                </a:lnTo>
                <a:lnTo>
                  <a:pt x="57" y="2337"/>
                </a:lnTo>
                <a:lnTo>
                  <a:pt x="60" y="2337"/>
                </a:lnTo>
                <a:lnTo>
                  <a:pt x="63" y="2337"/>
                </a:lnTo>
                <a:lnTo>
                  <a:pt x="64" y="2337"/>
                </a:lnTo>
                <a:lnTo>
                  <a:pt x="65" y="2337"/>
                </a:lnTo>
                <a:lnTo>
                  <a:pt x="66" y="2337"/>
                </a:lnTo>
                <a:lnTo>
                  <a:pt x="66" y="2336"/>
                </a:lnTo>
                <a:lnTo>
                  <a:pt x="66" y="2335"/>
                </a:lnTo>
                <a:lnTo>
                  <a:pt x="67" y="2334"/>
                </a:lnTo>
                <a:lnTo>
                  <a:pt x="68" y="2333"/>
                </a:lnTo>
                <a:lnTo>
                  <a:pt x="69" y="2332"/>
                </a:lnTo>
                <a:lnTo>
                  <a:pt x="70" y="2330"/>
                </a:lnTo>
                <a:lnTo>
                  <a:pt x="72" y="2329"/>
                </a:lnTo>
                <a:lnTo>
                  <a:pt x="73" y="2328"/>
                </a:lnTo>
                <a:lnTo>
                  <a:pt x="73" y="2327"/>
                </a:lnTo>
                <a:lnTo>
                  <a:pt x="72" y="2326"/>
                </a:lnTo>
                <a:lnTo>
                  <a:pt x="72" y="2325"/>
                </a:lnTo>
                <a:lnTo>
                  <a:pt x="73" y="2325"/>
                </a:lnTo>
                <a:lnTo>
                  <a:pt x="74" y="2324"/>
                </a:lnTo>
                <a:lnTo>
                  <a:pt x="75" y="2323"/>
                </a:lnTo>
                <a:lnTo>
                  <a:pt x="77" y="2323"/>
                </a:lnTo>
                <a:lnTo>
                  <a:pt x="78" y="2322"/>
                </a:lnTo>
                <a:lnTo>
                  <a:pt x="79" y="2322"/>
                </a:lnTo>
                <a:lnTo>
                  <a:pt x="79" y="2321"/>
                </a:lnTo>
                <a:lnTo>
                  <a:pt x="79" y="2319"/>
                </a:lnTo>
                <a:lnTo>
                  <a:pt x="80" y="2319"/>
                </a:lnTo>
                <a:lnTo>
                  <a:pt x="80" y="2318"/>
                </a:lnTo>
                <a:lnTo>
                  <a:pt x="80" y="2317"/>
                </a:lnTo>
                <a:lnTo>
                  <a:pt x="82" y="2318"/>
                </a:lnTo>
                <a:lnTo>
                  <a:pt x="83" y="2318"/>
                </a:lnTo>
                <a:lnTo>
                  <a:pt x="84" y="2318"/>
                </a:lnTo>
                <a:lnTo>
                  <a:pt x="85" y="2318"/>
                </a:lnTo>
                <a:lnTo>
                  <a:pt x="86" y="2317"/>
                </a:lnTo>
                <a:lnTo>
                  <a:pt x="87" y="2315"/>
                </a:lnTo>
                <a:lnTo>
                  <a:pt x="88" y="2312"/>
                </a:lnTo>
                <a:lnTo>
                  <a:pt x="88" y="2310"/>
                </a:lnTo>
                <a:lnTo>
                  <a:pt x="88" y="2308"/>
                </a:lnTo>
                <a:lnTo>
                  <a:pt x="89" y="2306"/>
                </a:lnTo>
                <a:lnTo>
                  <a:pt x="88" y="2305"/>
                </a:lnTo>
                <a:lnTo>
                  <a:pt x="88" y="2303"/>
                </a:lnTo>
                <a:lnTo>
                  <a:pt x="88" y="2301"/>
                </a:lnTo>
                <a:lnTo>
                  <a:pt x="88" y="2299"/>
                </a:lnTo>
                <a:lnTo>
                  <a:pt x="89" y="2297"/>
                </a:lnTo>
                <a:lnTo>
                  <a:pt x="89" y="2296"/>
                </a:lnTo>
                <a:lnTo>
                  <a:pt x="89" y="2295"/>
                </a:lnTo>
                <a:lnTo>
                  <a:pt x="89" y="2294"/>
                </a:lnTo>
                <a:lnTo>
                  <a:pt x="88" y="2293"/>
                </a:lnTo>
                <a:lnTo>
                  <a:pt x="88" y="2292"/>
                </a:lnTo>
                <a:lnTo>
                  <a:pt x="89" y="2292"/>
                </a:lnTo>
                <a:lnTo>
                  <a:pt x="90" y="2292"/>
                </a:lnTo>
                <a:lnTo>
                  <a:pt x="90" y="2291"/>
                </a:lnTo>
                <a:lnTo>
                  <a:pt x="89" y="2290"/>
                </a:lnTo>
                <a:lnTo>
                  <a:pt x="89" y="2289"/>
                </a:lnTo>
                <a:lnTo>
                  <a:pt x="89" y="2288"/>
                </a:lnTo>
                <a:lnTo>
                  <a:pt x="89" y="2287"/>
                </a:lnTo>
                <a:lnTo>
                  <a:pt x="89" y="2286"/>
                </a:lnTo>
                <a:lnTo>
                  <a:pt x="88" y="2286"/>
                </a:lnTo>
                <a:lnTo>
                  <a:pt x="87" y="2285"/>
                </a:lnTo>
                <a:lnTo>
                  <a:pt x="86" y="2285"/>
                </a:lnTo>
                <a:lnTo>
                  <a:pt x="85" y="2284"/>
                </a:lnTo>
                <a:lnTo>
                  <a:pt x="84" y="2284"/>
                </a:lnTo>
                <a:lnTo>
                  <a:pt x="84" y="2283"/>
                </a:lnTo>
                <a:lnTo>
                  <a:pt x="84" y="2282"/>
                </a:lnTo>
                <a:lnTo>
                  <a:pt x="83" y="2281"/>
                </a:lnTo>
                <a:lnTo>
                  <a:pt x="82" y="2281"/>
                </a:lnTo>
                <a:lnTo>
                  <a:pt x="81" y="2282"/>
                </a:lnTo>
                <a:lnTo>
                  <a:pt x="80" y="2282"/>
                </a:lnTo>
                <a:lnTo>
                  <a:pt x="80" y="2281"/>
                </a:lnTo>
                <a:lnTo>
                  <a:pt x="80" y="2280"/>
                </a:lnTo>
                <a:lnTo>
                  <a:pt x="81" y="2276"/>
                </a:lnTo>
                <a:lnTo>
                  <a:pt x="83" y="2273"/>
                </a:lnTo>
                <a:lnTo>
                  <a:pt x="83" y="2271"/>
                </a:lnTo>
                <a:lnTo>
                  <a:pt x="84" y="2269"/>
                </a:lnTo>
                <a:lnTo>
                  <a:pt x="85" y="2268"/>
                </a:lnTo>
                <a:lnTo>
                  <a:pt x="88" y="2265"/>
                </a:lnTo>
                <a:lnTo>
                  <a:pt x="90" y="2264"/>
                </a:lnTo>
                <a:lnTo>
                  <a:pt x="93" y="2263"/>
                </a:lnTo>
                <a:lnTo>
                  <a:pt x="94" y="2263"/>
                </a:lnTo>
                <a:lnTo>
                  <a:pt x="95" y="2263"/>
                </a:lnTo>
                <a:lnTo>
                  <a:pt x="97" y="2262"/>
                </a:lnTo>
                <a:lnTo>
                  <a:pt x="98" y="2261"/>
                </a:lnTo>
                <a:lnTo>
                  <a:pt x="99" y="2260"/>
                </a:lnTo>
                <a:lnTo>
                  <a:pt x="99" y="2259"/>
                </a:lnTo>
                <a:lnTo>
                  <a:pt x="100" y="2257"/>
                </a:lnTo>
                <a:lnTo>
                  <a:pt x="100" y="2255"/>
                </a:lnTo>
                <a:lnTo>
                  <a:pt x="100" y="2254"/>
                </a:lnTo>
                <a:lnTo>
                  <a:pt x="100" y="2253"/>
                </a:lnTo>
                <a:lnTo>
                  <a:pt x="101" y="2252"/>
                </a:lnTo>
                <a:lnTo>
                  <a:pt x="101" y="2251"/>
                </a:lnTo>
                <a:lnTo>
                  <a:pt x="101" y="2250"/>
                </a:lnTo>
                <a:lnTo>
                  <a:pt x="103" y="2249"/>
                </a:lnTo>
                <a:lnTo>
                  <a:pt x="106" y="2246"/>
                </a:lnTo>
                <a:lnTo>
                  <a:pt x="108" y="2245"/>
                </a:lnTo>
                <a:lnTo>
                  <a:pt x="110" y="2244"/>
                </a:lnTo>
                <a:lnTo>
                  <a:pt x="113" y="2240"/>
                </a:lnTo>
                <a:lnTo>
                  <a:pt x="114" y="2240"/>
                </a:lnTo>
                <a:lnTo>
                  <a:pt x="115" y="2239"/>
                </a:lnTo>
                <a:lnTo>
                  <a:pt x="115" y="2238"/>
                </a:lnTo>
                <a:lnTo>
                  <a:pt x="115" y="2237"/>
                </a:lnTo>
                <a:lnTo>
                  <a:pt x="115" y="2236"/>
                </a:lnTo>
                <a:lnTo>
                  <a:pt x="114" y="2236"/>
                </a:lnTo>
                <a:lnTo>
                  <a:pt x="113" y="2235"/>
                </a:lnTo>
                <a:lnTo>
                  <a:pt x="112" y="2234"/>
                </a:lnTo>
                <a:lnTo>
                  <a:pt x="111" y="2233"/>
                </a:lnTo>
                <a:lnTo>
                  <a:pt x="112" y="2233"/>
                </a:lnTo>
                <a:lnTo>
                  <a:pt x="113" y="2232"/>
                </a:lnTo>
                <a:lnTo>
                  <a:pt x="115" y="2232"/>
                </a:lnTo>
                <a:lnTo>
                  <a:pt x="120" y="2232"/>
                </a:lnTo>
                <a:lnTo>
                  <a:pt x="122" y="2231"/>
                </a:lnTo>
                <a:lnTo>
                  <a:pt x="123" y="2230"/>
                </a:lnTo>
                <a:lnTo>
                  <a:pt x="123" y="2229"/>
                </a:lnTo>
                <a:lnTo>
                  <a:pt x="125" y="2227"/>
                </a:lnTo>
                <a:lnTo>
                  <a:pt x="126" y="2225"/>
                </a:lnTo>
                <a:lnTo>
                  <a:pt x="128" y="2224"/>
                </a:lnTo>
                <a:lnTo>
                  <a:pt x="131" y="2223"/>
                </a:lnTo>
                <a:lnTo>
                  <a:pt x="132" y="2224"/>
                </a:lnTo>
                <a:lnTo>
                  <a:pt x="134" y="2226"/>
                </a:lnTo>
                <a:lnTo>
                  <a:pt x="135" y="2228"/>
                </a:lnTo>
                <a:lnTo>
                  <a:pt x="136" y="2228"/>
                </a:lnTo>
                <a:lnTo>
                  <a:pt x="137" y="2228"/>
                </a:lnTo>
                <a:lnTo>
                  <a:pt x="139" y="2229"/>
                </a:lnTo>
                <a:lnTo>
                  <a:pt x="140" y="2228"/>
                </a:lnTo>
                <a:lnTo>
                  <a:pt x="142" y="2226"/>
                </a:lnTo>
                <a:lnTo>
                  <a:pt x="144" y="2225"/>
                </a:lnTo>
                <a:lnTo>
                  <a:pt x="146" y="2225"/>
                </a:lnTo>
                <a:lnTo>
                  <a:pt x="149" y="2225"/>
                </a:lnTo>
                <a:lnTo>
                  <a:pt x="153" y="2226"/>
                </a:lnTo>
                <a:lnTo>
                  <a:pt x="155" y="2226"/>
                </a:lnTo>
                <a:lnTo>
                  <a:pt x="157" y="2226"/>
                </a:lnTo>
                <a:lnTo>
                  <a:pt x="161" y="2227"/>
                </a:lnTo>
                <a:lnTo>
                  <a:pt x="164" y="2227"/>
                </a:lnTo>
                <a:lnTo>
                  <a:pt x="165" y="2227"/>
                </a:lnTo>
                <a:lnTo>
                  <a:pt x="166" y="2228"/>
                </a:lnTo>
                <a:lnTo>
                  <a:pt x="166" y="2230"/>
                </a:lnTo>
                <a:lnTo>
                  <a:pt x="166" y="2232"/>
                </a:lnTo>
                <a:lnTo>
                  <a:pt x="166" y="2233"/>
                </a:lnTo>
                <a:lnTo>
                  <a:pt x="167" y="2234"/>
                </a:lnTo>
                <a:lnTo>
                  <a:pt x="168" y="2233"/>
                </a:lnTo>
                <a:lnTo>
                  <a:pt x="170" y="2233"/>
                </a:lnTo>
                <a:lnTo>
                  <a:pt x="171" y="2234"/>
                </a:lnTo>
                <a:lnTo>
                  <a:pt x="172" y="2234"/>
                </a:lnTo>
                <a:lnTo>
                  <a:pt x="173" y="2235"/>
                </a:lnTo>
                <a:lnTo>
                  <a:pt x="174" y="2237"/>
                </a:lnTo>
                <a:lnTo>
                  <a:pt x="175" y="2238"/>
                </a:lnTo>
                <a:lnTo>
                  <a:pt x="176" y="2238"/>
                </a:lnTo>
                <a:lnTo>
                  <a:pt x="179" y="2238"/>
                </a:lnTo>
                <a:lnTo>
                  <a:pt x="184" y="2235"/>
                </a:lnTo>
                <a:lnTo>
                  <a:pt x="188" y="2234"/>
                </a:lnTo>
                <a:lnTo>
                  <a:pt x="192" y="2233"/>
                </a:lnTo>
                <a:lnTo>
                  <a:pt x="195" y="2232"/>
                </a:lnTo>
                <a:lnTo>
                  <a:pt x="198" y="2229"/>
                </a:lnTo>
                <a:lnTo>
                  <a:pt x="202" y="2226"/>
                </a:lnTo>
                <a:lnTo>
                  <a:pt x="206" y="2224"/>
                </a:lnTo>
                <a:lnTo>
                  <a:pt x="210" y="2224"/>
                </a:lnTo>
                <a:lnTo>
                  <a:pt x="212" y="2222"/>
                </a:lnTo>
                <a:lnTo>
                  <a:pt x="213" y="2222"/>
                </a:lnTo>
                <a:lnTo>
                  <a:pt x="215" y="2220"/>
                </a:lnTo>
                <a:lnTo>
                  <a:pt x="218" y="2217"/>
                </a:lnTo>
                <a:lnTo>
                  <a:pt x="222" y="2214"/>
                </a:lnTo>
                <a:lnTo>
                  <a:pt x="225" y="2213"/>
                </a:lnTo>
                <a:lnTo>
                  <a:pt x="227" y="2213"/>
                </a:lnTo>
                <a:lnTo>
                  <a:pt x="229" y="2214"/>
                </a:lnTo>
                <a:lnTo>
                  <a:pt x="230" y="2216"/>
                </a:lnTo>
                <a:lnTo>
                  <a:pt x="231" y="2217"/>
                </a:lnTo>
                <a:lnTo>
                  <a:pt x="233" y="2217"/>
                </a:lnTo>
                <a:lnTo>
                  <a:pt x="234" y="2217"/>
                </a:lnTo>
                <a:lnTo>
                  <a:pt x="237" y="2215"/>
                </a:lnTo>
                <a:lnTo>
                  <a:pt x="238" y="2215"/>
                </a:lnTo>
                <a:lnTo>
                  <a:pt x="238" y="2214"/>
                </a:lnTo>
                <a:lnTo>
                  <a:pt x="240" y="2212"/>
                </a:lnTo>
                <a:lnTo>
                  <a:pt x="242" y="2209"/>
                </a:lnTo>
                <a:lnTo>
                  <a:pt x="243" y="2206"/>
                </a:lnTo>
                <a:lnTo>
                  <a:pt x="244" y="2204"/>
                </a:lnTo>
                <a:lnTo>
                  <a:pt x="246" y="2205"/>
                </a:lnTo>
                <a:lnTo>
                  <a:pt x="250" y="2206"/>
                </a:lnTo>
                <a:lnTo>
                  <a:pt x="253" y="2207"/>
                </a:lnTo>
                <a:lnTo>
                  <a:pt x="256" y="2208"/>
                </a:lnTo>
                <a:lnTo>
                  <a:pt x="259" y="2209"/>
                </a:lnTo>
                <a:lnTo>
                  <a:pt x="261" y="2210"/>
                </a:lnTo>
                <a:lnTo>
                  <a:pt x="264" y="2213"/>
                </a:lnTo>
                <a:lnTo>
                  <a:pt x="266" y="2215"/>
                </a:lnTo>
                <a:lnTo>
                  <a:pt x="267" y="2216"/>
                </a:lnTo>
                <a:lnTo>
                  <a:pt x="268" y="2216"/>
                </a:lnTo>
                <a:lnTo>
                  <a:pt x="271" y="2215"/>
                </a:lnTo>
                <a:lnTo>
                  <a:pt x="273" y="2215"/>
                </a:lnTo>
                <a:lnTo>
                  <a:pt x="274" y="2215"/>
                </a:lnTo>
                <a:lnTo>
                  <a:pt x="274" y="2214"/>
                </a:lnTo>
                <a:lnTo>
                  <a:pt x="274" y="2213"/>
                </a:lnTo>
                <a:lnTo>
                  <a:pt x="274" y="2212"/>
                </a:lnTo>
                <a:lnTo>
                  <a:pt x="272" y="2210"/>
                </a:lnTo>
                <a:lnTo>
                  <a:pt x="271" y="2209"/>
                </a:lnTo>
                <a:lnTo>
                  <a:pt x="270" y="2207"/>
                </a:lnTo>
                <a:lnTo>
                  <a:pt x="270" y="2205"/>
                </a:lnTo>
                <a:lnTo>
                  <a:pt x="269" y="2203"/>
                </a:lnTo>
                <a:lnTo>
                  <a:pt x="269" y="2201"/>
                </a:lnTo>
                <a:lnTo>
                  <a:pt x="268" y="2201"/>
                </a:lnTo>
                <a:lnTo>
                  <a:pt x="268" y="2199"/>
                </a:lnTo>
                <a:lnTo>
                  <a:pt x="266" y="2197"/>
                </a:lnTo>
                <a:lnTo>
                  <a:pt x="265" y="2193"/>
                </a:lnTo>
                <a:lnTo>
                  <a:pt x="263" y="2191"/>
                </a:lnTo>
                <a:lnTo>
                  <a:pt x="263" y="2189"/>
                </a:lnTo>
                <a:lnTo>
                  <a:pt x="264" y="2188"/>
                </a:lnTo>
                <a:lnTo>
                  <a:pt x="265" y="2188"/>
                </a:lnTo>
                <a:lnTo>
                  <a:pt x="266" y="2187"/>
                </a:lnTo>
                <a:lnTo>
                  <a:pt x="267" y="2187"/>
                </a:lnTo>
                <a:lnTo>
                  <a:pt x="268" y="2185"/>
                </a:lnTo>
                <a:lnTo>
                  <a:pt x="269" y="2181"/>
                </a:lnTo>
                <a:lnTo>
                  <a:pt x="270" y="2178"/>
                </a:lnTo>
                <a:lnTo>
                  <a:pt x="272" y="2177"/>
                </a:lnTo>
                <a:lnTo>
                  <a:pt x="273" y="2176"/>
                </a:lnTo>
                <a:lnTo>
                  <a:pt x="274" y="2176"/>
                </a:lnTo>
                <a:lnTo>
                  <a:pt x="276" y="2176"/>
                </a:lnTo>
                <a:lnTo>
                  <a:pt x="277" y="2178"/>
                </a:lnTo>
                <a:lnTo>
                  <a:pt x="278" y="2179"/>
                </a:lnTo>
                <a:lnTo>
                  <a:pt x="280" y="2180"/>
                </a:lnTo>
                <a:lnTo>
                  <a:pt x="282" y="2181"/>
                </a:lnTo>
                <a:lnTo>
                  <a:pt x="283" y="2183"/>
                </a:lnTo>
                <a:lnTo>
                  <a:pt x="285" y="2187"/>
                </a:lnTo>
                <a:lnTo>
                  <a:pt x="287" y="2190"/>
                </a:lnTo>
                <a:lnTo>
                  <a:pt x="289" y="2192"/>
                </a:lnTo>
                <a:lnTo>
                  <a:pt x="289" y="2193"/>
                </a:lnTo>
                <a:lnTo>
                  <a:pt x="291" y="2195"/>
                </a:lnTo>
                <a:lnTo>
                  <a:pt x="292" y="2196"/>
                </a:lnTo>
                <a:lnTo>
                  <a:pt x="293" y="2196"/>
                </a:lnTo>
                <a:lnTo>
                  <a:pt x="295" y="2196"/>
                </a:lnTo>
                <a:lnTo>
                  <a:pt x="297" y="2195"/>
                </a:lnTo>
                <a:lnTo>
                  <a:pt x="298" y="2195"/>
                </a:lnTo>
                <a:lnTo>
                  <a:pt x="300" y="2198"/>
                </a:lnTo>
                <a:lnTo>
                  <a:pt x="301" y="2200"/>
                </a:lnTo>
                <a:lnTo>
                  <a:pt x="304" y="2202"/>
                </a:lnTo>
                <a:lnTo>
                  <a:pt x="307" y="2203"/>
                </a:lnTo>
                <a:lnTo>
                  <a:pt x="308" y="2204"/>
                </a:lnTo>
                <a:lnTo>
                  <a:pt x="310" y="2203"/>
                </a:lnTo>
                <a:lnTo>
                  <a:pt x="312" y="2202"/>
                </a:lnTo>
                <a:lnTo>
                  <a:pt x="313" y="2201"/>
                </a:lnTo>
                <a:lnTo>
                  <a:pt x="315" y="2201"/>
                </a:lnTo>
                <a:lnTo>
                  <a:pt x="316" y="2202"/>
                </a:lnTo>
                <a:lnTo>
                  <a:pt x="317" y="2203"/>
                </a:lnTo>
                <a:lnTo>
                  <a:pt x="318" y="2204"/>
                </a:lnTo>
                <a:lnTo>
                  <a:pt x="323" y="2207"/>
                </a:lnTo>
                <a:lnTo>
                  <a:pt x="324" y="2207"/>
                </a:lnTo>
                <a:lnTo>
                  <a:pt x="326" y="2208"/>
                </a:lnTo>
                <a:lnTo>
                  <a:pt x="329" y="2208"/>
                </a:lnTo>
                <a:lnTo>
                  <a:pt x="331" y="2206"/>
                </a:lnTo>
                <a:lnTo>
                  <a:pt x="332" y="2205"/>
                </a:lnTo>
                <a:lnTo>
                  <a:pt x="333" y="2205"/>
                </a:lnTo>
                <a:lnTo>
                  <a:pt x="334" y="2204"/>
                </a:lnTo>
                <a:lnTo>
                  <a:pt x="335" y="2203"/>
                </a:lnTo>
                <a:lnTo>
                  <a:pt x="338" y="2204"/>
                </a:lnTo>
                <a:lnTo>
                  <a:pt x="340" y="2203"/>
                </a:lnTo>
                <a:lnTo>
                  <a:pt x="341" y="2202"/>
                </a:lnTo>
                <a:lnTo>
                  <a:pt x="342" y="2200"/>
                </a:lnTo>
                <a:lnTo>
                  <a:pt x="345" y="2199"/>
                </a:lnTo>
                <a:lnTo>
                  <a:pt x="349" y="2197"/>
                </a:lnTo>
                <a:lnTo>
                  <a:pt x="350" y="2196"/>
                </a:lnTo>
                <a:lnTo>
                  <a:pt x="353" y="2196"/>
                </a:lnTo>
                <a:lnTo>
                  <a:pt x="354" y="2195"/>
                </a:lnTo>
                <a:lnTo>
                  <a:pt x="356" y="2195"/>
                </a:lnTo>
                <a:lnTo>
                  <a:pt x="359" y="2195"/>
                </a:lnTo>
                <a:lnTo>
                  <a:pt x="360" y="2195"/>
                </a:lnTo>
                <a:lnTo>
                  <a:pt x="361" y="2195"/>
                </a:lnTo>
                <a:lnTo>
                  <a:pt x="364" y="2194"/>
                </a:lnTo>
                <a:lnTo>
                  <a:pt x="365" y="2193"/>
                </a:lnTo>
                <a:lnTo>
                  <a:pt x="367" y="2192"/>
                </a:lnTo>
                <a:lnTo>
                  <a:pt x="368" y="2191"/>
                </a:lnTo>
                <a:lnTo>
                  <a:pt x="370" y="2191"/>
                </a:lnTo>
                <a:lnTo>
                  <a:pt x="371" y="2190"/>
                </a:lnTo>
                <a:lnTo>
                  <a:pt x="371" y="2189"/>
                </a:lnTo>
                <a:lnTo>
                  <a:pt x="372" y="2189"/>
                </a:lnTo>
                <a:lnTo>
                  <a:pt x="376" y="2187"/>
                </a:lnTo>
                <a:lnTo>
                  <a:pt x="381" y="2185"/>
                </a:lnTo>
                <a:lnTo>
                  <a:pt x="385" y="2183"/>
                </a:lnTo>
                <a:lnTo>
                  <a:pt x="387" y="2183"/>
                </a:lnTo>
                <a:lnTo>
                  <a:pt x="389" y="2182"/>
                </a:lnTo>
                <a:lnTo>
                  <a:pt x="391" y="2182"/>
                </a:lnTo>
                <a:lnTo>
                  <a:pt x="392" y="2182"/>
                </a:lnTo>
                <a:lnTo>
                  <a:pt x="394" y="2183"/>
                </a:lnTo>
                <a:lnTo>
                  <a:pt x="394" y="2184"/>
                </a:lnTo>
                <a:lnTo>
                  <a:pt x="394" y="2185"/>
                </a:lnTo>
                <a:lnTo>
                  <a:pt x="395" y="2186"/>
                </a:lnTo>
                <a:lnTo>
                  <a:pt x="395" y="2187"/>
                </a:lnTo>
                <a:lnTo>
                  <a:pt x="395" y="2188"/>
                </a:lnTo>
                <a:lnTo>
                  <a:pt x="396" y="2189"/>
                </a:lnTo>
                <a:lnTo>
                  <a:pt x="396" y="2190"/>
                </a:lnTo>
                <a:lnTo>
                  <a:pt x="397" y="2191"/>
                </a:lnTo>
                <a:lnTo>
                  <a:pt x="397" y="2192"/>
                </a:lnTo>
                <a:lnTo>
                  <a:pt x="397" y="2193"/>
                </a:lnTo>
                <a:lnTo>
                  <a:pt x="396" y="2193"/>
                </a:lnTo>
                <a:lnTo>
                  <a:pt x="395" y="2194"/>
                </a:lnTo>
                <a:lnTo>
                  <a:pt x="394" y="2197"/>
                </a:lnTo>
                <a:lnTo>
                  <a:pt x="394" y="2199"/>
                </a:lnTo>
                <a:lnTo>
                  <a:pt x="392" y="2204"/>
                </a:lnTo>
                <a:lnTo>
                  <a:pt x="392" y="2206"/>
                </a:lnTo>
                <a:lnTo>
                  <a:pt x="392" y="2207"/>
                </a:lnTo>
                <a:lnTo>
                  <a:pt x="392" y="2209"/>
                </a:lnTo>
                <a:lnTo>
                  <a:pt x="393" y="2211"/>
                </a:lnTo>
                <a:lnTo>
                  <a:pt x="392" y="2213"/>
                </a:lnTo>
                <a:lnTo>
                  <a:pt x="392" y="2214"/>
                </a:lnTo>
                <a:lnTo>
                  <a:pt x="393" y="2216"/>
                </a:lnTo>
                <a:lnTo>
                  <a:pt x="394" y="2217"/>
                </a:lnTo>
                <a:lnTo>
                  <a:pt x="395" y="2217"/>
                </a:lnTo>
                <a:lnTo>
                  <a:pt x="396" y="2218"/>
                </a:lnTo>
                <a:lnTo>
                  <a:pt x="397" y="2219"/>
                </a:lnTo>
                <a:lnTo>
                  <a:pt x="398" y="2220"/>
                </a:lnTo>
                <a:lnTo>
                  <a:pt x="398" y="2221"/>
                </a:lnTo>
                <a:lnTo>
                  <a:pt x="399" y="2222"/>
                </a:lnTo>
                <a:lnTo>
                  <a:pt x="401" y="2223"/>
                </a:lnTo>
                <a:lnTo>
                  <a:pt x="402" y="2225"/>
                </a:lnTo>
                <a:lnTo>
                  <a:pt x="402" y="2226"/>
                </a:lnTo>
                <a:lnTo>
                  <a:pt x="402" y="2227"/>
                </a:lnTo>
                <a:lnTo>
                  <a:pt x="401" y="2227"/>
                </a:lnTo>
                <a:lnTo>
                  <a:pt x="400" y="2227"/>
                </a:lnTo>
                <a:lnTo>
                  <a:pt x="400" y="2228"/>
                </a:lnTo>
                <a:lnTo>
                  <a:pt x="399" y="2229"/>
                </a:lnTo>
                <a:lnTo>
                  <a:pt x="399" y="2230"/>
                </a:lnTo>
                <a:lnTo>
                  <a:pt x="398" y="2231"/>
                </a:lnTo>
                <a:lnTo>
                  <a:pt x="396" y="2232"/>
                </a:lnTo>
                <a:lnTo>
                  <a:pt x="394" y="2233"/>
                </a:lnTo>
                <a:lnTo>
                  <a:pt x="393" y="2233"/>
                </a:lnTo>
                <a:lnTo>
                  <a:pt x="392" y="2234"/>
                </a:lnTo>
                <a:lnTo>
                  <a:pt x="391" y="2236"/>
                </a:lnTo>
                <a:lnTo>
                  <a:pt x="391" y="2237"/>
                </a:lnTo>
                <a:lnTo>
                  <a:pt x="390" y="2238"/>
                </a:lnTo>
                <a:lnTo>
                  <a:pt x="389" y="2239"/>
                </a:lnTo>
                <a:lnTo>
                  <a:pt x="389" y="2241"/>
                </a:lnTo>
                <a:lnTo>
                  <a:pt x="388" y="2242"/>
                </a:lnTo>
                <a:lnTo>
                  <a:pt x="387" y="2244"/>
                </a:lnTo>
                <a:lnTo>
                  <a:pt x="386" y="2245"/>
                </a:lnTo>
                <a:lnTo>
                  <a:pt x="386" y="2246"/>
                </a:lnTo>
                <a:lnTo>
                  <a:pt x="387" y="2248"/>
                </a:lnTo>
                <a:lnTo>
                  <a:pt x="388" y="2249"/>
                </a:lnTo>
                <a:lnTo>
                  <a:pt x="388" y="2251"/>
                </a:lnTo>
                <a:lnTo>
                  <a:pt x="388" y="2255"/>
                </a:lnTo>
                <a:lnTo>
                  <a:pt x="388" y="2256"/>
                </a:lnTo>
                <a:lnTo>
                  <a:pt x="389" y="2257"/>
                </a:lnTo>
                <a:lnTo>
                  <a:pt x="388" y="2258"/>
                </a:lnTo>
                <a:lnTo>
                  <a:pt x="387" y="2259"/>
                </a:lnTo>
                <a:lnTo>
                  <a:pt x="387" y="2260"/>
                </a:lnTo>
                <a:lnTo>
                  <a:pt x="386" y="2260"/>
                </a:lnTo>
                <a:lnTo>
                  <a:pt x="386" y="2261"/>
                </a:lnTo>
                <a:lnTo>
                  <a:pt x="386" y="2262"/>
                </a:lnTo>
                <a:lnTo>
                  <a:pt x="387" y="2263"/>
                </a:lnTo>
                <a:lnTo>
                  <a:pt x="388" y="2263"/>
                </a:lnTo>
                <a:lnTo>
                  <a:pt x="389" y="2263"/>
                </a:lnTo>
                <a:lnTo>
                  <a:pt x="390" y="2263"/>
                </a:lnTo>
                <a:lnTo>
                  <a:pt x="391" y="2262"/>
                </a:lnTo>
                <a:lnTo>
                  <a:pt x="392" y="2261"/>
                </a:lnTo>
                <a:lnTo>
                  <a:pt x="393" y="2261"/>
                </a:lnTo>
                <a:lnTo>
                  <a:pt x="394" y="2262"/>
                </a:lnTo>
                <a:lnTo>
                  <a:pt x="395" y="2261"/>
                </a:lnTo>
                <a:lnTo>
                  <a:pt x="397" y="2261"/>
                </a:lnTo>
                <a:lnTo>
                  <a:pt x="398" y="2261"/>
                </a:lnTo>
                <a:lnTo>
                  <a:pt x="398" y="2262"/>
                </a:lnTo>
                <a:lnTo>
                  <a:pt x="399" y="2263"/>
                </a:lnTo>
                <a:lnTo>
                  <a:pt x="400" y="2262"/>
                </a:lnTo>
                <a:lnTo>
                  <a:pt x="402" y="2261"/>
                </a:lnTo>
                <a:lnTo>
                  <a:pt x="405" y="2260"/>
                </a:lnTo>
                <a:lnTo>
                  <a:pt x="406" y="2260"/>
                </a:lnTo>
                <a:lnTo>
                  <a:pt x="407" y="2259"/>
                </a:lnTo>
                <a:lnTo>
                  <a:pt x="408" y="2259"/>
                </a:lnTo>
                <a:lnTo>
                  <a:pt x="408" y="2260"/>
                </a:lnTo>
                <a:lnTo>
                  <a:pt x="408" y="2261"/>
                </a:lnTo>
                <a:lnTo>
                  <a:pt x="408" y="2262"/>
                </a:lnTo>
                <a:lnTo>
                  <a:pt x="409" y="2263"/>
                </a:lnTo>
                <a:lnTo>
                  <a:pt x="411" y="2264"/>
                </a:lnTo>
                <a:lnTo>
                  <a:pt x="413" y="2264"/>
                </a:lnTo>
                <a:lnTo>
                  <a:pt x="416" y="2266"/>
                </a:lnTo>
                <a:lnTo>
                  <a:pt x="417" y="2267"/>
                </a:lnTo>
                <a:lnTo>
                  <a:pt x="418" y="2268"/>
                </a:lnTo>
                <a:lnTo>
                  <a:pt x="419" y="2270"/>
                </a:lnTo>
                <a:lnTo>
                  <a:pt x="420" y="2270"/>
                </a:lnTo>
                <a:lnTo>
                  <a:pt x="420" y="2269"/>
                </a:lnTo>
                <a:lnTo>
                  <a:pt x="422" y="2266"/>
                </a:lnTo>
                <a:lnTo>
                  <a:pt x="422" y="2265"/>
                </a:lnTo>
                <a:lnTo>
                  <a:pt x="422" y="2263"/>
                </a:lnTo>
                <a:lnTo>
                  <a:pt x="424" y="2262"/>
                </a:lnTo>
                <a:lnTo>
                  <a:pt x="425" y="2261"/>
                </a:lnTo>
                <a:lnTo>
                  <a:pt x="426" y="2261"/>
                </a:lnTo>
                <a:lnTo>
                  <a:pt x="427" y="2260"/>
                </a:lnTo>
                <a:lnTo>
                  <a:pt x="428" y="2259"/>
                </a:lnTo>
                <a:lnTo>
                  <a:pt x="429" y="2257"/>
                </a:lnTo>
                <a:lnTo>
                  <a:pt x="429" y="2256"/>
                </a:lnTo>
                <a:lnTo>
                  <a:pt x="429" y="2255"/>
                </a:lnTo>
                <a:lnTo>
                  <a:pt x="430" y="2255"/>
                </a:lnTo>
                <a:lnTo>
                  <a:pt x="432" y="2255"/>
                </a:lnTo>
                <a:lnTo>
                  <a:pt x="433" y="2255"/>
                </a:lnTo>
                <a:lnTo>
                  <a:pt x="435" y="2256"/>
                </a:lnTo>
                <a:lnTo>
                  <a:pt x="435" y="2257"/>
                </a:lnTo>
                <a:lnTo>
                  <a:pt x="435" y="2258"/>
                </a:lnTo>
                <a:lnTo>
                  <a:pt x="437" y="2260"/>
                </a:lnTo>
                <a:lnTo>
                  <a:pt x="438" y="2261"/>
                </a:lnTo>
                <a:lnTo>
                  <a:pt x="438" y="2262"/>
                </a:lnTo>
                <a:lnTo>
                  <a:pt x="439" y="2263"/>
                </a:lnTo>
                <a:lnTo>
                  <a:pt x="441" y="2263"/>
                </a:lnTo>
                <a:lnTo>
                  <a:pt x="442" y="2263"/>
                </a:lnTo>
                <a:lnTo>
                  <a:pt x="442" y="2262"/>
                </a:lnTo>
                <a:lnTo>
                  <a:pt x="442" y="2260"/>
                </a:lnTo>
                <a:lnTo>
                  <a:pt x="442" y="2258"/>
                </a:lnTo>
                <a:lnTo>
                  <a:pt x="443" y="2257"/>
                </a:lnTo>
                <a:lnTo>
                  <a:pt x="444" y="2256"/>
                </a:lnTo>
                <a:lnTo>
                  <a:pt x="445" y="2257"/>
                </a:lnTo>
                <a:lnTo>
                  <a:pt x="446" y="2257"/>
                </a:lnTo>
                <a:lnTo>
                  <a:pt x="447" y="2256"/>
                </a:lnTo>
                <a:lnTo>
                  <a:pt x="448" y="2257"/>
                </a:lnTo>
                <a:lnTo>
                  <a:pt x="450" y="2257"/>
                </a:lnTo>
                <a:lnTo>
                  <a:pt x="451" y="2258"/>
                </a:lnTo>
                <a:lnTo>
                  <a:pt x="451" y="2259"/>
                </a:lnTo>
                <a:lnTo>
                  <a:pt x="453" y="2258"/>
                </a:lnTo>
                <a:lnTo>
                  <a:pt x="454" y="2258"/>
                </a:lnTo>
                <a:lnTo>
                  <a:pt x="457" y="2259"/>
                </a:lnTo>
                <a:lnTo>
                  <a:pt x="458" y="2260"/>
                </a:lnTo>
                <a:lnTo>
                  <a:pt x="460" y="2263"/>
                </a:lnTo>
                <a:lnTo>
                  <a:pt x="462" y="2264"/>
                </a:lnTo>
                <a:lnTo>
                  <a:pt x="463" y="2264"/>
                </a:lnTo>
                <a:lnTo>
                  <a:pt x="464" y="2264"/>
                </a:lnTo>
                <a:lnTo>
                  <a:pt x="468" y="2263"/>
                </a:lnTo>
                <a:lnTo>
                  <a:pt x="470" y="2261"/>
                </a:lnTo>
                <a:lnTo>
                  <a:pt x="472" y="2260"/>
                </a:lnTo>
                <a:lnTo>
                  <a:pt x="473" y="2260"/>
                </a:lnTo>
                <a:lnTo>
                  <a:pt x="475" y="2259"/>
                </a:lnTo>
                <a:lnTo>
                  <a:pt x="476" y="2259"/>
                </a:lnTo>
                <a:lnTo>
                  <a:pt x="477" y="2258"/>
                </a:lnTo>
                <a:lnTo>
                  <a:pt x="479" y="2257"/>
                </a:lnTo>
                <a:lnTo>
                  <a:pt x="480" y="2257"/>
                </a:lnTo>
                <a:lnTo>
                  <a:pt x="481" y="2257"/>
                </a:lnTo>
                <a:lnTo>
                  <a:pt x="481" y="2258"/>
                </a:lnTo>
                <a:lnTo>
                  <a:pt x="481" y="2259"/>
                </a:lnTo>
                <a:lnTo>
                  <a:pt x="481" y="2260"/>
                </a:lnTo>
                <a:lnTo>
                  <a:pt x="480" y="2261"/>
                </a:lnTo>
                <a:lnTo>
                  <a:pt x="479" y="2262"/>
                </a:lnTo>
                <a:lnTo>
                  <a:pt x="479" y="2263"/>
                </a:lnTo>
                <a:lnTo>
                  <a:pt x="480" y="2263"/>
                </a:lnTo>
                <a:lnTo>
                  <a:pt x="480" y="2264"/>
                </a:lnTo>
                <a:lnTo>
                  <a:pt x="481" y="2264"/>
                </a:lnTo>
                <a:lnTo>
                  <a:pt x="482" y="2264"/>
                </a:lnTo>
                <a:lnTo>
                  <a:pt x="483" y="2265"/>
                </a:lnTo>
                <a:lnTo>
                  <a:pt x="484" y="2266"/>
                </a:lnTo>
                <a:lnTo>
                  <a:pt x="484" y="2267"/>
                </a:lnTo>
                <a:lnTo>
                  <a:pt x="484" y="2268"/>
                </a:lnTo>
                <a:lnTo>
                  <a:pt x="484" y="2269"/>
                </a:lnTo>
                <a:lnTo>
                  <a:pt x="483" y="2271"/>
                </a:lnTo>
                <a:lnTo>
                  <a:pt x="483" y="2273"/>
                </a:lnTo>
                <a:lnTo>
                  <a:pt x="482" y="2274"/>
                </a:lnTo>
                <a:lnTo>
                  <a:pt x="482" y="2276"/>
                </a:lnTo>
                <a:lnTo>
                  <a:pt x="482" y="2277"/>
                </a:lnTo>
                <a:lnTo>
                  <a:pt x="483" y="2278"/>
                </a:lnTo>
                <a:lnTo>
                  <a:pt x="483" y="2279"/>
                </a:lnTo>
                <a:lnTo>
                  <a:pt x="484" y="2279"/>
                </a:lnTo>
                <a:lnTo>
                  <a:pt x="485" y="2277"/>
                </a:lnTo>
                <a:lnTo>
                  <a:pt x="485" y="2276"/>
                </a:lnTo>
                <a:lnTo>
                  <a:pt x="486" y="2276"/>
                </a:lnTo>
                <a:lnTo>
                  <a:pt x="487" y="2275"/>
                </a:lnTo>
                <a:lnTo>
                  <a:pt x="488" y="2273"/>
                </a:lnTo>
                <a:lnTo>
                  <a:pt x="490" y="2272"/>
                </a:lnTo>
                <a:lnTo>
                  <a:pt x="491" y="2271"/>
                </a:lnTo>
                <a:lnTo>
                  <a:pt x="492" y="2271"/>
                </a:lnTo>
                <a:lnTo>
                  <a:pt x="493" y="2272"/>
                </a:lnTo>
                <a:lnTo>
                  <a:pt x="492" y="2273"/>
                </a:lnTo>
                <a:lnTo>
                  <a:pt x="493" y="2274"/>
                </a:lnTo>
                <a:lnTo>
                  <a:pt x="494" y="2274"/>
                </a:lnTo>
                <a:lnTo>
                  <a:pt x="495" y="2274"/>
                </a:lnTo>
                <a:lnTo>
                  <a:pt x="497" y="2273"/>
                </a:lnTo>
                <a:lnTo>
                  <a:pt x="499" y="2274"/>
                </a:lnTo>
                <a:lnTo>
                  <a:pt x="500" y="2274"/>
                </a:lnTo>
                <a:lnTo>
                  <a:pt x="501" y="2273"/>
                </a:lnTo>
                <a:lnTo>
                  <a:pt x="502" y="2272"/>
                </a:lnTo>
                <a:lnTo>
                  <a:pt x="505" y="2271"/>
                </a:lnTo>
                <a:lnTo>
                  <a:pt x="506" y="2270"/>
                </a:lnTo>
                <a:lnTo>
                  <a:pt x="508" y="2268"/>
                </a:lnTo>
                <a:lnTo>
                  <a:pt x="510" y="2268"/>
                </a:lnTo>
                <a:lnTo>
                  <a:pt x="512" y="2269"/>
                </a:lnTo>
                <a:lnTo>
                  <a:pt x="513" y="2269"/>
                </a:lnTo>
                <a:lnTo>
                  <a:pt x="514" y="2268"/>
                </a:lnTo>
                <a:lnTo>
                  <a:pt x="515" y="2266"/>
                </a:lnTo>
                <a:lnTo>
                  <a:pt x="515" y="2265"/>
                </a:lnTo>
                <a:lnTo>
                  <a:pt x="518" y="2264"/>
                </a:lnTo>
                <a:lnTo>
                  <a:pt x="520" y="2264"/>
                </a:lnTo>
                <a:lnTo>
                  <a:pt x="520" y="2263"/>
                </a:lnTo>
                <a:lnTo>
                  <a:pt x="521" y="2262"/>
                </a:lnTo>
                <a:lnTo>
                  <a:pt x="522" y="2258"/>
                </a:lnTo>
                <a:lnTo>
                  <a:pt x="523" y="2256"/>
                </a:lnTo>
                <a:lnTo>
                  <a:pt x="523" y="2254"/>
                </a:lnTo>
                <a:lnTo>
                  <a:pt x="523" y="2253"/>
                </a:lnTo>
                <a:lnTo>
                  <a:pt x="525" y="2251"/>
                </a:lnTo>
                <a:lnTo>
                  <a:pt x="527" y="2248"/>
                </a:lnTo>
                <a:lnTo>
                  <a:pt x="531" y="2245"/>
                </a:lnTo>
                <a:lnTo>
                  <a:pt x="533" y="2244"/>
                </a:lnTo>
                <a:lnTo>
                  <a:pt x="535" y="2243"/>
                </a:lnTo>
                <a:lnTo>
                  <a:pt x="536" y="2243"/>
                </a:lnTo>
                <a:lnTo>
                  <a:pt x="538" y="2240"/>
                </a:lnTo>
                <a:lnTo>
                  <a:pt x="538" y="2239"/>
                </a:lnTo>
                <a:lnTo>
                  <a:pt x="540" y="2238"/>
                </a:lnTo>
                <a:lnTo>
                  <a:pt x="543" y="2237"/>
                </a:lnTo>
                <a:lnTo>
                  <a:pt x="544" y="2237"/>
                </a:lnTo>
                <a:lnTo>
                  <a:pt x="547" y="2237"/>
                </a:lnTo>
                <a:lnTo>
                  <a:pt x="547" y="2236"/>
                </a:lnTo>
                <a:lnTo>
                  <a:pt x="548" y="2235"/>
                </a:lnTo>
                <a:lnTo>
                  <a:pt x="547" y="2233"/>
                </a:lnTo>
                <a:lnTo>
                  <a:pt x="547" y="2232"/>
                </a:lnTo>
                <a:lnTo>
                  <a:pt x="548" y="2230"/>
                </a:lnTo>
                <a:lnTo>
                  <a:pt x="549" y="2229"/>
                </a:lnTo>
                <a:lnTo>
                  <a:pt x="550" y="2229"/>
                </a:lnTo>
                <a:lnTo>
                  <a:pt x="550" y="2227"/>
                </a:lnTo>
                <a:lnTo>
                  <a:pt x="550" y="2225"/>
                </a:lnTo>
                <a:lnTo>
                  <a:pt x="551" y="2225"/>
                </a:lnTo>
                <a:lnTo>
                  <a:pt x="552" y="2224"/>
                </a:lnTo>
                <a:lnTo>
                  <a:pt x="553" y="2224"/>
                </a:lnTo>
                <a:lnTo>
                  <a:pt x="554" y="2223"/>
                </a:lnTo>
                <a:lnTo>
                  <a:pt x="553" y="2220"/>
                </a:lnTo>
                <a:lnTo>
                  <a:pt x="552" y="2218"/>
                </a:lnTo>
                <a:lnTo>
                  <a:pt x="552" y="2216"/>
                </a:lnTo>
                <a:lnTo>
                  <a:pt x="552" y="2214"/>
                </a:lnTo>
                <a:lnTo>
                  <a:pt x="552" y="2213"/>
                </a:lnTo>
                <a:lnTo>
                  <a:pt x="552" y="2212"/>
                </a:lnTo>
                <a:lnTo>
                  <a:pt x="552" y="2210"/>
                </a:lnTo>
                <a:lnTo>
                  <a:pt x="553" y="2209"/>
                </a:lnTo>
                <a:lnTo>
                  <a:pt x="554" y="2208"/>
                </a:lnTo>
                <a:lnTo>
                  <a:pt x="555" y="2208"/>
                </a:lnTo>
                <a:lnTo>
                  <a:pt x="556" y="2208"/>
                </a:lnTo>
                <a:lnTo>
                  <a:pt x="557" y="2207"/>
                </a:lnTo>
                <a:lnTo>
                  <a:pt x="557" y="2206"/>
                </a:lnTo>
                <a:lnTo>
                  <a:pt x="558" y="2206"/>
                </a:lnTo>
                <a:lnTo>
                  <a:pt x="560" y="2206"/>
                </a:lnTo>
                <a:lnTo>
                  <a:pt x="560" y="2207"/>
                </a:lnTo>
                <a:lnTo>
                  <a:pt x="561" y="2207"/>
                </a:lnTo>
                <a:lnTo>
                  <a:pt x="562" y="2206"/>
                </a:lnTo>
                <a:lnTo>
                  <a:pt x="563" y="2205"/>
                </a:lnTo>
                <a:lnTo>
                  <a:pt x="565" y="2204"/>
                </a:lnTo>
                <a:lnTo>
                  <a:pt x="566" y="2203"/>
                </a:lnTo>
                <a:lnTo>
                  <a:pt x="566" y="2202"/>
                </a:lnTo>
                <a:lnTo>
                  <a:pt x="567" y="2201"/>
                </a:lnTo>
                <a:lnTo>
                  <a:pt x="569" y="2201"/>
                </a:lnTo>
                <a:lnTo>
                  <a:pt x="569" y="2200"/>
                </a:lnTo>
                <a:lnTo>
                  <a:pt x="569" y="2199"/>
                </a:lnTo>
                <a:lnTo>
                  <a:pt x="568" y="2197"/>
                </a:lnTo>
                <a:lnTo>
                  <a:pt x="568" y="2196"/>
                </a:lnTo>
                <a:lnTo>
                  <a:pt x="569" y="2196"/>
                </a:lnTo>
                <a:lnTo>
                  <a:pt x="570" y="2195"/>
                </a:lnTo>
                <a:lnTo>
                  <a:pt x="571" y="2196"/>
                </a:lnTo>
                <a:lnTo>
                  <a:pt x="571" y="2195"/>
                </a:lnTo>
                <a:lnTo>
                  <a:pt x="571" y="2194"/>
                </a:lnTo>
                <a:lnTo>
                  <a:pt x="571" y="2193"/>
                </a:lnTo>
                <a:lnTo>
                  <a:pt x="572" y="2192"/>
                </a:lnTo>
                <a:lnTo>
                  <a:pt x="573" y="2190"/>
                </a:lnTo>
                <a:lnTo>
                  <a:pt x="573" y="2189"/>
                </a:lnTo>
                <a:lnTo>
                  <a:pt x="574" y="2187"/>
                </a:lnTo>
                <a:lnTo>
                  <a:pt x="574" y="2186"/>
                </a:lnTo>
                <a:lnTo>
                  <a:pt x="574" y="2185"/>
                </a:lnTo>
                <a:lnTo>
                  <a:pt x="576" y="2182"/>
                </a:lnTo>
                <a:lnTo>
                  <a:pt x="578" y="2180"/>
                </a:lnTo>
                <a:lnTo>
                  <a:pt x="579" y="2179"/>
                </a:lnTo>
                <a:lnTo>
                  <a:pt x="580" y="2177"/>
                </a:lnTo>
                <a:lnTo>
                  <a:pt x="581" y="2175"/>
                </a:lnTo>
                <a:lnTo>
                  <a:pt x="582" y="2175"/>
                </a:lnTo>
                <a:lnTo>
                  <a:pt x="583" y="2174"/>
                </a:lnTo>
                <a:lnTo>
                  <a:pt x="584" y="2175"/>
                </a:lnTo>
                <a:lnTo>
                  <a:pt x="586" y="2176"/>
                </a:lnTo>
                <a:lnTo>
                  <a:pt x="587" y="2176"/>
                </a:lnTo>
                <a:lnTo>
                  <a:pt x="588" y="2174"/>
                </a:lnTo>
                <a:lnTo>
                  <a:pt x="590" y="2174"/>
                </a:lnTo>
                <a:lnTo>
                  <a:pt x="592" y="2174"/>
                </a:lnTo>
                <a:lnTo>
                  <a:pt x="593" y="2174"/>
                </a:lnTo>
                <a:lnTo>
                  <a:pt x="594" y="2174"/>
                </a:lnTo>
                <a:lnTo>
                  <a:pt x="595" y="2175"/>
                </a:lnTo>
                <a:lnTo>
                  <a:pt x="596" y="2174"/>
                </a:lnTo>
                <a:lnTo>
                  <a:pt x="597" y="2173"/>
                </a:lnTo>
                <a:lnTo>
                  <a:pt x="597" y="2172"/>
                </a:lnTo>
                <a:lnTo>
                  <a:pt x="597" y="2171"/>
                </a:lnTo>
                <a:lnTo>
                  <a:pt x="598" y="2170"/>
                </a:lnTo>
                <a:lnTo>
                  <a:pt x="600" y="2169"/>
                </a:lnTo>
                <a:lnTo>
                  <a:pt x="601" y="2167"/>
                </a:lnTo>
                <a:lnTo>
                  <a:pt x="602" y="2166"/>
                </a:lnTo>
                <a:lnTo>
                  <a:pt x="603" y="2166"/>
                </a:lnTo>
                <a:lnTo>
                  <a:pt x="604" y="2166"/>
                </a:lnTo>
                <a:lnTo>
                  <a:pt x="605" y="2167"/>
                </a:lnTo>
                <a:lnTo>
                  <a:pt x="605" y="2168"/>
                </a:lnTo>
                <a:lnTo>
                  <a:pt x="606" y="2168"/>
                </a:lnTo>
                <a:lnTo>
                  <a:pt x="608" y="2168"/>
                </a:lnTo>
                <a:lnTo>
                  <a:pt x="612" y="2168"/>
                </a:lnTo>
                <a:lnTo>
                  <a:pt x="614" y="2167"/>
                </a:lnTo>
                <a:lnTo>
                  <a:pt x="615" y="2166"/>
                </a:lnTo>
                <a:lnTo>
                  <a:pt x="617" y="2164"/>
                </a:lnTo>
                <a:lnTo>
                  <a:pt x="618" y="2163"/>
                </a:lnTo>
                <a:lnTo>
                  <a:pt x="620" y="2162"/>
                </a:lnTo>
                <a:lnTo>
                  <a:pt x="622" y="2162"/>
                </a:lnTo>
                <a:lnTo>
                  <a:pt x="623" y="2162"/>
                </a:lnTo>
                <a:lnTo>
                  <a:pt x="624" y="2162"/>
                </a:lnTo>
                <a:lnTo>
                  <a:pt x="624" y="2164"/>
                </a:lnTo>
                <a:lnTo>
                  <a:pt x="624" y="2165"/>
                </a:lnTo>
                <a:lnTo>
                  <a:pt x="625" y="2166"/>
                </a:lnTo>
                <a:lnTo>
                  <a:pt x="627" y="2166"/>
                </a:lnTo>
                <a:lnTo>
                  <a:pt x="630" y="2167"/>
                </a:lnTo>
                <a:lnTo>
                  <a:pt x="634" y="2167"/>
                </a:lnTo>
                <a:lnTo>
                  <a:pt x="636" y="2168"/>
                </a:lnTo>
                <a:lnTo>
                  <a:pt x="637" y="2169"/>
                </a:lnTo>
                <a:lnTo>
                  <a:pt x="638" y="2170"/>
                </a:lnTo>
                <a:lnTo>
                  <a:pt x="638" y="2171"/>
                </a:lnTo>
                <a:lnTo>
                  <a:pt x="638" y="2172"/>
                </a:lnTo>
                <a:lnTo>
                  <a:pt x="637" y="2173"/>
                </a:lnTo>
                <a:lnTo>
                  <a:pt x="637" y="2174"/>
                </a:lnTo>
                <a:lnTo>
                  <a:pt x="637" y="2175"/>
                </a:lnTo>
                <a:lnTo>
                  <a:pt x="638" y="2175"/>
                </a:lnTo>
                <a:lnTo>
                  <a:pt x="640" y="2176"/>
                </a:lnTo>
                <a:lnTo>
                  <a:pt x="640" y="2177"/>
                </a:lnTo>
                <a:lnTo>
                  <a:pt x="641" y="2178"/>
                </a:lnTo>
                <a:lnTo>
                  <a:pt x="642" y="2179"/>
                </a:lnTo>
                <a:lnTo>
                  <a:pt x="644" y="2182"/>
                </a:lnTo>
                <a:lnTo>
                  <a:pt x="645" y="2182"/>
                </a:lnTo>
                <a:lnTo>
                  <a:pt x="647" y="2182"/>
                </a:lnTo>
                <a:lnTo>
                  <a:pt x="648" y="2181"/>
                </a:lnTo>
                <a:lnTo>
                  <a:pt x="651" y="2181"/>
                </a:lnTo>
                <a:lnTo>
                  <a:pt x="653" y="2181"/>
                </a:lnTo>
                <a:lnTo>
                  <a:pt x="654" y="2181"/>
                </a:lnTo>
                <a:lnTo>
                  <a:pt x="655" y="2181"/>
                </a:lnTo>
                <a:lnTo>
                  <a:pt x="656" y="2182"/>
                </a:lnTo>
                <a:lnTo>
                  <a:pt x="657" y="2182"/>
                </a:lnTo>
                <a:lnTo>
                  <a:pt x="657" y="2183"/>
                </a:lnTo>
                <a:lnTo>
                  <a:pt x="658" y="2184"/>
                </a:lnTo>
                <a:lnTo>
                  <a:pt x="659" y="2184"/>
                </a:lnTo>
                <a:lnTo>
                  <a:pt x="659" y="2185"/>
                </a:lnTo>
                <a:lnTo>
                  <a:pt x="659" y="2186"/>
                </a:lnTo>
                <a:lnTo>
                  <a:pt x="659" y="2187"/>
                </a:lnTo>
                <a:lnTo>
                  <a:pt x="660" y="2187"/>
                </a:lnTo>
                <a:lnTo>
                  <a:pt x="662" y="2188"/>
                </a:lnTo>
                <a:lnTo>
                  <a:pt x="664" y="2188"/>
                </a:lnTo>
                <a:lnTo>
                  <a:pt x="666" y="2187"/>
                </a:lnTo>
                <a:lnTo>
                  <a:pt x="668" y="2186"/>
                </a:lnTo>
                <a:lnTo>
                  <a:pt x="671" y="2185"/>
                </a:lnTo>
                <a:lnTo>
                  <a:pt x="673" y="2185"/>
                </a:lnTo>
                <a:lnTo>
                  <a:pt x="674" y="2183"/>
                </a:lnTo>
                <a:lnTo>
                  <a:pt x="675" y="2183"/>
                </a:lnTo>
                <a:lnTo>
                  <a:pt x="676" y="2184"/>
                </a:lnTo>
                <a:lnTo>
                  <a:pt x="677" y="2185"/>
                </a:lnTo>
                <a:lnTo>
                  <a:pt x="677" y="2186"/>
                </a:lnTo>
                <a:lnTo>
                  <a:pt x="678" y="2187"/>
                </a:lnTo>
                <a:lnTo>
                  <a:pt x="679" y="2187"/>
                </a:lnTo>
                <a:lnTo>
                  <a:pt x="680" y="2186"/>
                </a:lnTo>
                <a:lnTo>
                  <a:pt x="681" y="2187"/>
                </a:lnTo>
                <a:lnTo>
                  <a:pt x="682" y="2187"/>
                </a:lnTo>
                <a:lnTo>
                  <a:pt x="682" y="2188"/>
                </a:lnTo>
                <a:lnTo>
                  <a:pt x="682" y="2189"/>
                </a:lnTo>
                <a:lnTo>
                  <a:pt x="683" y="2189"/>
                </a:lnTo>
                <a:lnTo>
                  <a:pt x="684" y="2190"/>
                </a:lnTo>
                <a:lnTo>
                  <a:pt x="684" y="2191"/>
                </a:lnTo>
                <a:lnTo>
                  <a:pt x="686" y="2191"/>
                </a:lnTo>
                <a:lnTo>
                  <a:pt x="688" y="2191"/>
                </a:lnTo>
                <a:lnTo>
                  <a:pt x="689" y="2192"/>
                </a:lnTo>
                <a:lnTo>
                  <a:pt x="689" y="2193"/>
                </a:lnTo>
                <a:lnTo>
                  <a:pt x="688" y="2194"/>
                </a:lnTo>
                <a:lnTo>
                  <a:pt x="688" y="2195"/>
                </a:lnTo>
                <a:lnTo>
                  <a:pt x="688" y="2196"/>
                </a:lnTo>
                <a:lnTo>
                  <a:pt x="688" y="2197"/>
                </a:lnTo>
                <a:lnTo>
                  <a:pt x="690" y="2198"/>
                </a:lnTo>
                <a:lnTo>
                  <a:pt x="692" y="2198"/>
                </a:lnTo>
                <a:lnTo>
                  <a:pt x="694" y="2198"/>
                </a:lnTo>
                <a:lnTo>
                  <a:pt x="696" y="2198"/>
                </a:lnTo>
                <a:lnTo>
                  <a:pt x="697" y="2198"/>
                </a:lnTo>
                <a:lnTo>
                  <a:pt x="698" y="2199"/>
                </a:lnTo>
                <a:lnTo>
                  <a:pt x="699" y="2199"/>
                </a:lnTo>
                <a:lnTo>
                  <a:pt x="700" y="2199"/>
                </a:lnTo>
                <a:lnTo>
                  <a:pt x="701" y="2199"/>
                </a:lnTo>
                <a:lnTo>
                  <a:pt x="702" y="2200"/>
                </a:lnTo>
                <a:lnTo>
                  <a:pt x="703" y="2201"/>
                </a:lnTo>
                <a:lnTo>
                  <a:pt x="704" y="2201"/>
                </a:lnTo>
                <a:lnTo>
                  <a:pt x="705" y="2201"/>
                </a:lnTo>
                <a:lnTo>
                  <a:pt x="707" y="2201"/>
                </a:lnTo>
                <a:lnTo>
                  <a:pt x="709" y="2200"/>
                </a:lnTo>
                <a:lnTo>
                  <a:pt x="711" y="2201"/>
                </a:lnTo>
                <a:lnTo>
                  <a:pt x="713" y="2201"/>
                </a:lnTo>
                <a:lnTo>
                  <a:pt x="714" y="2201"/>
                </a:lnTo>
                <a:lnTo>
                  <a:pt x="715" y="2200"/>
                </a:lnTo>
                <a:lnTo>
                  <a:pt x="715" y="2201"/>
                </a:lnTo>
                <a:lnTo>
                  <a:pt x="716" y="2201"/>
                </a:lnTo>
                <a:lnTo>
                  <a:pt x="717" y="2202"/>
                </a:lnTo>
                <a:lnTo>
                  <a:pt x="718" y="2203"/>
                </a:lnTo>
                <a:lnTo>
                  <a:pt x="721" y="2204"/>
                </a:lnTo>
                <a:lnTo>
                  <a:pt x="723" y="2203"/>
                </a:lnTo>
                <a:lnTo>
                  <a:pt x="724" y="2203"/>
                </a:lnTo>
                <a:lnTo>
                  <a:pt x="726" y="2203"/>
                </a:lnTo>
                <a:lnTo>
                  <a:pt x="727" y="2203"/>
                </a:lnTo>
                <a:lnTo>
                  <a:pt x="728" y="2202"/>
                </a:lnTo>
                <a:lnTo>
                  <a:pt x="728" y="2201"/>
                </a:lnTo>
                <a:lnTo>
                  <a:pt x="729" y="2201"/>
                </a:lnTo>
                <a:lnTo>
                  <a:pt x="731" y="2204"/>
                </a:lnTo>
                <a:lnTo>
                  <a:pt x="732" y="2204"/>
                </a:lnTo>
                <a:lnTo>
                  <a:pt x="733" y="2204"/>
                </a:lnTo>
                <a:lnTo>
                  <a:pt x="734" y="2204"/>
                </a:lnTo>
                <a:lnTo>
                  <a:pt x="734" y="2203"/>
                </a:lnTo>
                <a:lnTo>
                  <a:pt x="735" y="2202"/>
                </a:lnTo>
                <a:lnTo>
                  <a:pt x="736" y="2201"/>
                </a:lnTo>
                <a:lnTo>
                  <a:pt x="737" y="2200"/>
                </a:lnTo>
                <a:lnTo>
                  <a:pt x="738" y="2200"/>
                </a:lnTo>
                <a:lnTo>
                  <a:pt x="739" y="2200"/>
                </a:lnTo>
                <a:lnTo>
                  <a:pt x="740" y="2201"/>
                </a:lnTo>
                <a:lnTo>
                  <a:pt x="741" y="2201"/>
                </a:lnTo>
                <a:lnTo>
                  <a:pt x="742" y="2201"/>
                </a:lnTo>
                <a:lnTo>
                  <a:pt x="742" y="2200"/>
                </a:lnTo>
                <a:lnTo>
                  <a:pt x="743" y="2200"/>
                </a:lnTo>
                <a:lnTo>
                  <a:pt x="743" y="2198"/>
                </a:lnTo>
                <a:lnTo>
                  <a:pt x="743" y="2196"/>
                </a:lnTo>
                <a:lnTo>
                  <a:pt x="742" y="2195"/>
                </a:lnTo>
                <a:lnTo>
                  <a:pt x="742" y="2193"/>
                </a:lnTo>
                <a:lnTo>
                  <a:pt x="742" y="2191"/>
                </a:lnTo>
                <a:lnTo>
                  <a:pt x="742" y="2189"/>
                </a:lnTo>
                <a:lnTo>
                  <a:pt x="743" y="2188"/>
                </a:lnTo>
                <a:lnTo>
                  <a:pt x="743" y="2187"/>
                </a:lnTo>
                <a:lnTo>
                  <a:pt x="744" y="2186"/>
                </a:lnTo>
                <a:lnTo>
                  <a:pt x="744" y="2185"/>
                </a:lnTo>
                <a:lnTo>
                  <a:pt x="747" y="2182"/>
                </a:lnTo>
                <a:lnTo>
                  <a:pt x="749" y="2181"/>
                </a:lnTo>
                <a:lnTo>
                  <a:pt x="750" y="2181"/>
                </a:lnTo>
                <a:lnTo>
                  <a:pt x="751" y="2181"/>
                </a:lnTo>
                <a:lnTo>
                  <a:pt x="751" y="2180"/>
                </a:lnTo>
                <a:lnTo>
                  <a:pt x="752" y="2180"/>
                </a:lnTo>
                <a:lnTo>
                  <a:pt x="757" y="2179"/>
                </a:lnTo>
                <a:lnTo>
                  <a:pt x="758" y="2179"/>
                </a:lnTo>
                <a:lnTo>
                  <a:pt x="759" y="2178"/>
                </a:lnTo>
                <a:lnTo>
                  <a:pt x="760" y="2178"/>
                </a:lnTo>
                <a:lnTo>
                  <a:pt x="761" y="2177"/>
                </a:lnTo>
                <a:lnTo>
                  <a:pt x="762" y="2177"/>
                </a:lnTo>
                <a:lnTo>
                  <a:pt x="765" y="2177"/>
                </a:lnTo>
                <a:lnTo>
                  <a:pt x="770" y="2178"/>
                </a:lnTo>
                <a:lnTo>
                  <a:pt x="771" y="2179"/>
                </a:lnTo>
                <a:lnTo>
                  <a:pt x="772" y="2179"/>
                </a:lnTo>
                <a:lnTo>
                  <a:pt x="772" y="2180"/>
                </a:lnTo>
                <a:lnTo>
                  <a:pt x="773" y="2180"/>
                </a:lnTo>
                <a:lnTo>
                  <a:pt x="774" y="2180"/>
                </a:lnTo>
                <a:lnTo>
                  <a:pt x="775" y="2180"/>
                </a:lnTo>
                <a:lnTo>
                  <a:pt x="776" y="2179"/>
                </a:lnTo>
                <a:lnTo>
                  <a:pt x="777" y="2179"/>
                </a:lnTo>
                <a:lnTo>
                  <a:pt x="777" y="2180"/>
                </a:lnTo>
                <a:lnTo>
                  <a:pt x="778" y="2180"/>
                </a:lnTo>
                <a:lnTo>
                  <a:pt x="779" y="2180"/>
                </a:lnTo>
                <a:lnTo>
                  <a:pt x="781" y="2180"/>
                </a:lnTo>
                <a:lnTo>
                  <a:pt x="783" y="2180"/>
                </a:lnTo>
                <a:lnTo>
                  <a:pt x="787" y="2179"/>
                </a:lnTo>
                <a:lnTo>
                  <a:pt x="789" y="2179"/>
                </a:lnTo>
                <a:lnTo>
                  <a:pt x="791" y="2178"/>
                </a:lnTo>
                <a:lnTo>
                  <a:pt x="792" y="2179"/>
                </a:lnTo>
                <a:lnTo>
                  <a:pt x="793" y="2179"/>
                </a:lnTo>
                <a:lnTo>
                  <a:pt x="794" y="2179"/>
                </a:lnTo>
                <a:lnTo>
                  <a:pt x="796" y="2179"/>
                </a:lnTo>
                <a:lnTo>
                  <a:pt x="798" y="2177"/>
                </a:lnTo>
                <a:lnTo>
                  <a:pt x="798" y="2176"/>
                </a:lnTo>
                <a:lnTo>
                  <a:pt x="799" y="2174"/>
                </a:lnTo>
                <a:lnTo>
                  <a:pt x="800" y="2173"/>
                </a:lnTo>
                <a:lnTo>
                  <a:pt x="803" y="2164"/>
                </a:lnTo>
                <a:lnTo>
                  <a:pt x="804" y="2162"/>
                </a:lnTo>
                <a:lnTo>
                  <a:pt x="805" y="2161"/>
                </a:lnTo>
                <a:lnTo>
                  <a:pt x="807" y="2159"/>
                </a:lnTo>
                <a:lnTo>
                  <a:pt x="808" y="2158"/>
                </a:lnTo>
                <a:lnTo>
                  <a:pt x="808" y="2157"/>
                </a:lnTo>
                <a:lnTo>
                  <a:pt x="808" y="2153"/>
                </a:lnTo>
                <a:lnTo>
                  <a:pt x="808" y="2152"/>
                </a:lnTo>
                <a:lnTo>
                  <a:pt x="809" y="2150"/>
                </a:lnTo>
                <a:lnTo>
                  <a:pt x="810" y="2149"/>
                </a:lnTo>
                <a:lnTo>
                  <a:pt x="813" y="2148"/>
                </a:lnTo>
                <a:lnTo>
                  <a:pt x="818" y="2148"/>
                </a:lnTo>
                <a:lnTo>
                  <a:pt x="821" y="2148"/>
                </a:lnTo>
                <a:lnTo>
                  <a:pt x="823" y="2148"/>
                </a:lnTo>
                <a:lnTo>
                  <a:pt x="827" y="2150"/>
                </a:lnTo>
                <a:lnTo>
                  <a:pt x="828" y="2152"/>
                </a:lnTo>
                <a:lnTo>
                  <a:pt x="829" y="2151"/>
                </a:lnTo>
                <a:lnTo>
                  <a:pt x="831" y="2151"/>
                </a:lnTo>
                <a:lnTo>
                  <a:pt x="832" y="2152"/>
                </a:lnTo>
                <a:lnTo>
                  <a:pt x="833" y="2152"/>
                </a:lnTo>
                <a:lnTo>
                  <a:pt x="834" y="2153"/>
                </a:lnTo>
                <a:lnTo>
                  <a:pt x="834" y="2154"/>
                </a:lnTo>
                <a:lnTo>
                  <a:pt x="835" y="2154"/>
                </a:lnTo>
                <a:lnTo>
                  <a:pt x="836" y="2154"/>
                </a:lnTo>
                <a:lnTo>
                  <a:pt x="837" y="2153"/>
                </a:lnTo>
                <a:lnTo>
                  <a:pt x="838" y="2153"/>
                </a:lnTo>
                <a:lnTo>
                  <a:pt x="841" y="2154"/>
                </a:lnTo>
                <a:lnTo>
                  <a:pt x="842" y="2155"/>
                </a:lnTo>
                <a:lnTo>
                  <a:pt x="843" y="2155"/>
                </a:lnTo>
                <a:lnTo>
                  <a:pt x="845" y="2154"/>
                </a:lnTo>
                <a:lnTo>
                  <a:pt x="845" y="2152"/>
                </a:lnTo>
                <a:lnTo>
                  <a:pt x="846" y="2152"/>
                </a:lnTo>
                <a:lnTo>
                  <a:pt x="848" y="2152"/>
                </a:lnTo>
                <a:lnTo>
                  <a:pt x="849" y="2152"/>
                </a:lnTo>
                <a:lnTo>
                  <a:pt x="850" y="2153"/>
                </a:lnTo>
                <a:lnTo>
                  <a:pt x="851" y="2153"/>
                </a:lnTo>
                <a:lnTo>
                  <a:pt x="854" y="2154"/>
                </a:lnTo>
                <a:lnTo>
                  <a:pt x="856" y="2153"/>
                </a:lnTo>
                <a:lnTo>
                  <a:pt x="858" y="2152"/>
                </a:lnTo>
                <a:lnTo>
                  <a:pt x="860" y="2153"/>
                </a:lnTo>
                <a:lnTo>
                  <a:pt x="863" y="2152"/>
                </a:lnTo>
                <a:lnTo>
                  <a:pt x="866" y="2151"/>
                </a:lnTo>
                <a:lnTo>
                  <a:pt x="868" y="2151"/>
                </a:lnTo>
                <a:lnTo>
                  <a:pt x="868" y="2150"/>
                </a:lnTo>
                <a:lnTo>
                  <a:pt x="869" y="2149"/>
                </a:lnTo>
                <a:lnTo>
                  <a:pt x="870" y="2147"/>
                </a:lnTo>
                <a:lnTo>
                  <a:pt x="873" y="2146"/>
                </a:lnTo>
                <a:lnTo>
                  <a:pt x="874" y="2145"/>
                </a:lnTo>
                <a:lnTo>
                  <a:pt x="875" y="2145"/>
                </a:lnTo>
                <a:lnTo>
                  <a:pt x="876" y="2145"/>
                </a:lnTo>
                <a:lnTo>
                  <a:pt x="877" y="2145"/>
                </a:lnTo>
                <a:lnTo>
                  <a:pt x="877" y="2147"/>
                </a:lnTo>
                <a:lnTo>
                  <a:pt x="878" y="2147"/>
                </a:lnTo>
                <a:lnTo>
                  <a:pt x="879" y="2148"/>
                </a:lnTo>
                <a:lnTo>
                  <a:pt x="881" y="2148"/>
                </a:lnTo>
                <a:lnTo>
                  <a:pt x="882" y="2148"/>
                </a:lnTo>
                <a:lnTo>
                  <a:pt x="883" y="2148"/>
                </a:lnTo>
                <a:lnTo>
                  <a:pt x="884" y="2149"/>
                </a:lnTo>
                <a:lnTo>
                  <a:pt x="885" y="2150"/>
                </a:lnTo>
                <a:lnTo>
                  <a:pt x="886" y="2150"/>
                </a:lnTo>
                <a:lnTo>
                  <a:pt x="887" y="2150"/>
                </a:lnTo>
                <a:lnTo>
                  <a:pt x="887" y="2148"/>
                </a:lnTo>
                <a:lnTo>
                  <a:pt x="889" y="2146"/>
                </a:lnTo>
                <a:lnTo>
                  <a:pt x="891" y="2145"/>
                </a:lnTo>
                <a:lnTo>
                  <a:pt x="893" y="2144"/>
                </a:lnTo>
                <a:lnTo>
                  <a:pt x="896" y="2143"/>
                </a:lnTo>
                <a:lnTo>
                  <a:pt x="897" y="2143"/>
                </a:lnTo>
                <a:lnTo>
                  <a:pt x="897" y="2142"/>
                </a:lnTo>
                <a:lnTo>
                  <a:pt x="897" y="2140"/>
                </a:lnTo>
                <a:lnTo>
                  <a:pt x="897" y="2138"/>
                </a:lnTo>
                <a:lnTo>
                  <a:pt x="897" y="2137"/>
                </a:lnTo>
                <a:lnTo>
                  <a:pt x="899" y="2136"/>
                </a:lnTo>
                <a:lnTo>
                  <a:pt x="900" y="2136"/>
                </a:lnTo>
                <a:lnTo>
                  <a:pt x="902" y="2136"/>
                </a:lnTo>
                <a:lnTo>
                  <a:pt x="905" y="2136"/>
                </a:lnTo>
                <a:lnTo>
                  <a:pt x="908" y="2137"/>
                </a:lnTo>
                <a:lnTo>
                  <a:pt x="910" y="2137"/>
                </a:lnTo>
                <a:lnTo>
                  <a:pt x="912" y="2137"/>
                </a:lnTo>
                <a:lnTo>
                  <a:pt x="913" y="2137"/>
                </a:lnTo>
                <a:lnTo>
                  <a:pt x="914" y="2137"/>
                </a:lnTo>
                <a:lnTo>
                  <a:pt x="914" y="2138"/>
                </a:lnTo>
                <a:lnTo>
                  <a:pt x="915" y="2139"/>
                </a:lnTo>
                <a:lnTo>
                  <a:pt x="916" y="2138"/>
                </a:lnTo>
                <a:lnTo>
                  <a:pt x="918" y="2137"/>
                </a:lnTo>
                <a:lnTo>
                  <a:pt x="921" y="2136"/>
                </a:lnTo>
                <a:lnTo>
                  <a:pt x="922" y="2135"/>
                </a:lnTo>
                <a:lnTo>
                  <a:pt x="923" y="2134"/>
                </a:lnTo>
                <a:lnTo>
                  <a:pt x="925" y="2134"/>
                </a:lnTo>
                <a:lnTo>
                  <a:pt x="926" y="2135"/>
                </a:lnTo>
                <a:lnTo>
                  <a:pt x="927" y="2135"/>
                </a:lnTo>
                <a:lnTo>
                  <a:pt x="929" y="2134"/>
                </a:lnTo>
                <a:lnTo>
                  <a:pt x="932" y="2132"/>
                </a:lnTo>
                <a:lnTo>
                  <a:pt x="933" y="2131"/>
                </a:lnTo>
                <a:lnTo>
                  <a:pt x="934" y="2130"/>
                </a:lnTo>
                <a:lnTo>
                  <a:pt x="935" y="2130"/>
                </a:lnTo>
                <a:lnTo>
                  <a:pt x="936" y="2130"/>
                </a:lnTo>
                <a:lnTo>
                  <a:pt x="936" y="2129"/>
                </a:lnTo>
                <a:lnTo>
                  <a:pt x="936" y="2128"/>
                </a:lnTo>
                <a:lnTo>
                  <a:pt x="937" y="2128"/>
                </a:lnTo>
                <a:lnTo>
                  <a:pt x="938" y="2128"/>
                </a:lnTo>
                <a:lnTo>
                  <a:pt x="939" y="2127"/>
                </a:lnTo>
                <a:lnTo>
                  <a:pt x="940" y="2126"/>
                </a:lnTo>
                <a:lnTo>
                  <a:pt x="942" y="2126"/>
                </a:lnTo>
                <a:lnTo>
                  <a:pt x="943" y="2126"/>
                </a:lnTo>
                <a:lnTo>
                  <a:pt x="945" y="2126"/>
                </a:lnTo>
                <a:lnTo>
                  <a:pt x="947" y="2125"/>
                </a:lnTo>
                <a:lnTo>
                  <a:pt x="948" y="2126"/>
                </a:lnTo>
                <a:lnTo>
                  <a:pt x="949" y="2126"/>
                </a:lnTo>
                <a:lnTo>
                  <a:pt x="950" y="2127"/>
                </a:lnTo>
                <a:lnTo>
                  <a:pt x="951" y="2127"/>
                </a:lnTo>
                <a:lnTo>
                  <a:pt x="952" y="2127"/>
                </a:lnTo>
                <a:lnTo>
                  <a:pt x="953" y="2125"/>
                </a:lnTo>
                <a:lnTo>
                  <a:pt x="954" y="2125"/>
                </a:lnTo>
                <a:lnTo>
                  <a:pt x="954" y="2124"/>
                </a:lnTo>
                <a:lnTo>
                  <a:pt x="955" y="2124"/>
                </a:lnTo>
                <a:lnTo>
                  <a:pt x="956" y="2123"/>
                </a:lnTo>
                <a:lnTo>
                  <a:pt x="957" y="2123"/>
                </a:lnTo>
                <a:lnTo>
                  <a:pt x="959" y="2123"/>
                </a:lnTo>
                <a:lnTo>
                  <a:pt x="963" y="2123"/>
                </a:lnTo>
                <a:lnTo>
                  <a:pt x="964" y="2123"/>
                </a:lnTo>
                <a:lnTo>
                  <a:pt x="965" y="2122"/>
                </a:lnTo>
                <a:lnTo>
                  <a:pt x="967" y="2122"/>
                </a:lnTo>
                <a:lnTo>
                  <a:pt x="967" y="2121"/>
                </a:lnTo>
                <a:lnTo>
                  <a:pt x="968" y="2121"/>
                </a:lnTo>
                <a:lnTo>
                  <a:pt x="969" y="2119"/>
                </a:lnTo>
                <a:lnTo>
                  <a:pt x="971" y="2118"/>
                </a:lnTo>
                <a:lnTo>
                  <a:pt x="974" y="2119"/>
                </a:lnTo>
                <a:lnTo>
                  <a:pt x="977" y="2120"/>
                </a:lnTo>
                <a:lnTo>
                  <a:pt x="979" y="2121"/>
                </a:lnTo>
                <a:lnTo>
                  <a:pt x="981" y="2121"/>
                </a:lnTo>
                <a:lnTo>
                  <a:pt x="982" y="2121"/>
                </a:lnTo>
                <a:lnTo>
                  <a:pt x="984" y="2120"/>
                </a:lnTo>
                <a:lnTo>
                  <a:pt x="986" y="2120"/>
                </a:lnTo>
                <a:lnTo>
                  <a:pt x="987" y="2119"/>
                </a:lnTo>
                <a:lnTo>
                  <a:pt x="990" y="2116"/>
                </a:lnTo>
                <a:lnTo>
                  <a:pt x="991" y="2116"/>
                </a:lnTo>
                <a:lnTo>
                  <a:pt x="992" y="2115"/>
                </a:lnTo>
                <a:lnTo>
                  <a:pt x="993" y="2115"/>
                </a:lnTo>
                <a:lnTo>
                  <a:pt x="994" y="2114"/>
                </a:lnTo>
                <a:lnTo>
                  <a:pt x="994" y="2113"/>
                </a:lnTo>
                <a:lnTo>
                  <a:pt x="994" y="2112"/>
                </a:lnTo>
                <a:lnTo>
                  <a:pt x="997" y="2112"/>
                </a:lnTo>
                <a:lnTo>
                  <a:pt x="999" y="2111"/>
                </a:lnTo>
                <a:lnTo>
                  <a:pt x="1001" y="2110"/>
                </a:lnTo>
                <a:lnTo>
                  <a:pt x="1002" y="2109"/>
                </a:lnTo>
                <a:lnTo>
                  <a:pt x="1003" y="2108"/>
                </a:lnTo>
                <a:lnTo>
                  <a:pt x="1004" y="2109"/>
                </a:lnTo>
                <a:lnTo>
                  <a:pt x="1004" y="2110"/>
                </a:lnTo>
                <a:lnTo>
                  <a:pt x="1005" y="2111"/>
                </a:lnTo>
                <a:lnTo>
                  <a:pt x="1006" y="2112"/>
                </a:lnTo>
                <a:lnTo>
                  <a:pt x="1006" y="2113"/>
                </a:lnTo>
                <a:lnTo>
                  <a:pt x="1007" y="2113"/>
                </a:lnTo>
                <a:lnTo>
                  <a:pt x="1008" y="2112"/>
                </a:lnTo>
                <a:lnTo>
                  <a:pt x="1009" y="2111"/>
                </a:lnTo>
                <a:lnTo>
                  <a:pt x="1011" y="2110"/>
                </a:lnTo>
                <a:lnTo>
                  <a:pt x="1014" y="2108"/>
                </a:lnTo>
                <a:lnTo>
                  <a:pt x="1016" y="2107"/>
                </a:lnTo>
                <a:lnTo>
                  <a:pt x="1018" y="2106"/>
                </a:lnTo>
                <a:lnTo>
                  <a:pt x="1020" y="2106"/>
                </a:lnTo>
                <a:lnTo>
                  <a:pt x="1022" y="2106"/>
                </a:lnTo>
                <a:lnTo>
                  <a:pt x="1024" y="2106"/>
                </a:lnTo>
                <a:lnTo>
                  <a:pt x="1026" y="2106"/>
                </a:lnTo>
                <a:lnTo>
                  <a:pt x="1027" y="2107"/>
                </a:lnTo>
                <a:lnTo>
                  <a:pt x="1028" y="2107"/>
                </a:lnTo>
                <a:lnTo>
                  <a:pt x="1028" y="2108"/>
                </a:lnTo>
                <a:lnTo>
                  <a:pt x="1028" y="2109"/>
                </a:lnTo>
                <a:lnTo>
                  <a:pt x="1029" y="2109"/>
                </a:lnTo>
                <a:lnTo>
                  <a:pt x="1030" y="2110"/>
                </a:lnTo>
                <a:lnTo>
                  <a:pt x="1031" y="2111"/>
                </a:lnTo>
                <a:lnTo>
                  <a:pt x="1035" y="2112"/>
                </a:lnTo>
                <a:lnTo>
                  <a:pt x="1037" y="2112"/>
                </a:lnTo>
                <a:lnTo>
                  <a:pt x="1040" y="2112"/>
                </a:lnTo>
                <a:lnTo>
                  <a:pt x="1043" y="2112"/>
                </a:lnTo>
                <a:lnTo>
                  <a:pt x="1046" y="2111"/>
                </a:lnTo>
                <a:lnTo>
                  <a:pt x="1047" y="2111"/>
                </a:lnTo>
                <a:lnTo>
                  <a:pt x="1048" y="2110"/>
                </a:lnTo>
                <a:lnTo>
                  <a:pt x="1048" y="2109"/>
                </a:lnTo>
                <a:lnTo>
                  <a:pt x="1050" y="2108"/>
                </a:lnTo>
                <a:lnTo>
                  <a:pt x="1052" y="2106"/>
                </a:lnTo>
                <a:lnTo>
                  <a:pt x="1053" y="2105"/>
                </a:lnTo>
                <a:lnTo>
                  <a:pt x="1056" y="2106"/>
                </a:lnTo>
                <a:lnTo>
                  <a:pt x="1059" y="2106"/>
                </a:lnTo>
                <a:lnTo>
                  <a:pt x="1062" y="2106"/>
                </a:lnTo>
                <a:lnTo>
                  <a:pt x="1063" y="2106"/>
                </a:lnTo>
                <a:lnTo>
                  <a:pt x="1065" y="2106"/>
                </a:lnTo>
                <a:lnTo>
                  <a:pt x="1068" y="2106"/>
                </a:lnTo>
                <a:lnTo>
                  <a:pt x="1069" y="2107"/>
                </a:lnTo>
                <a:lnTo>
                  <a:pt x="1071" y="2108"/>
                </a:lnTo>
                <a:lnTo>
                  <a:pt x="1072" y="2108"/>
                </a:lnTo>
                <a:lnTo>
                  <a:pt x="1072" y="2109"/>
                </a:lnTo>
                <a:lnTo>
                  <a:pt x="1073" y="2109"/>
                </a:lnTo>
                <a:lnTo>
                  <a:pt x="1074" y="2108"/>
                </a:lnTo>
                <a:lnTo>
                  <a:pt x="1075" y="2107"/>
                </a:lnTo>
                <a:lnTo>
                  <a:pt x="1076" y="2106"/>
                </a:lnTo>
                <a:lnTo>
                  <a:pt x="1078" y="2105"/>
                </a:lnTo>
                <a:lnTo>
                  <a:pt x="1079" y="2103"/>
                </a:lnTo>
                <a:lnTo>
                  <a:pt x="1080" y="2102"/>
                </a:lnTo>
                <a:lnTo>
                  <a:pt x="1080" y="2101"/>
                </a:lnTo>
                <a:lnTo>
                  <a:pt x="1081" y="2099"/>
                </a:lnTo>
                <a:lnTo>
                  <a:pt x="1081" y="2098"/>
                </a:lnTo>
                <a:lnTo>
                  <a:pt x="1082" y="2097"/>
                </a:lnTo>
                <a:lnTo>
                  <a:pt x="1084" y="2096"/>
                </a:lnTo>
                <a:lnTo>
                  <a:pt x="1086" y="2096"/>
                </a:lnTo>
                <a:lnTo>
                  <a:pt x="1088" y="2094"/>
                </a:lnTo>
                <a:lnTo>
                  <a:pt x="1089" y="2094"/>
                </a:lnTo>
                <a:lnTo>
                  <a:pt x="1090" y="2093"/>
                </a:lnTo>
                <a:lnTo>
                  <a:pt x="1090" y="2091"/>
                </a:lnTo>
                <a:lnTo>
                  <a:pt x="1090" y="2090"/>
                </a:lnTo>
                <a:lnTo>
                  <a:pt x="1090" y="2088"/>
                </a:lnTo>
                <a:lnTo>
                  <a:pt x="1091" y="2088"/>
                </a:lnTo>
                <a:lnTo>
                  <a:pt x="1091" y="2087"/>
                </a:lnTo>
                <a:lnTo>
                  <a:pt x="1093" y="2086"/>
                </a:lnTo>
                <a:lnTo>
                  <a:pt x="1095" y="2086"/>
                </a:lnTo>
                <a:lnTo>
                  <a:pt x="1097" y="2085"/>
                </a:lnTo>
                <a:lnTo>
                  <a:pt x="1099" y="2085"/>
                </a:lnTo>
                <a:lnTo>
                  <a:pt x="1102" y="2084"/>
                </a:lnTo>
                <a:lnTo>
                  <a:pt x="1103" y="2085"/>
                </a:lnTo>
                <a:lnTo>
                  <a:pt x="1105" y="2085"/>
                </a:lnTo>
                <a:lnTo>
                  <a:pt x="1107" y="2085"/>
                </a:lnTo>
                <a:lnTo>
                  <a:pt x="1108" y="2086"/>
                </a:lnTo>
                <a:lnTo>
                  <a:pt x="1110" y="2087"/>
                </a:lnTo>
                <a:lnTo>
                  <a:pt x="1112" y="2087"/>
                </a:lnTo>
                <a:lnTo>
                  <a:pt x="1113" y="2088"/>
                </a:lnTo>
                <a:lnTo>
                  <a:pt x="1115" y="2088"/>
                </a:lnTo>
                <a:lnTo>
                  <a:pt x="1118" y="2088"/>
                </a:lnTo>
                <a:lnTo>
                  <a:pt x="1121" y="2089"/>
                </a:lnTo>
                <a:lnTo>
                  <a:pt x="1123" y="2089"/>
                </a:lnTo>
                <a:lnTo>
                  <a:pt x="1125" y="2090"/>
                </a:lnTo>
                <a:lnTo>
                  <a:pt x="1127" y="2090"/>
                </a:lnTo>
                <a:lnTo>
                  <a:pt x="1127" y="2091"/>
                </a:lnTo>
                <a:lnTo>
                  <a:pt x="1130" y="2092"/>
                </a:lnTo>
                <a:lnTo>
                  <a:pt x="1132" y="2094"/>
                </a:lnTo>
                <a:lnTo>
                  <a:pt x="1134" y="2094"/>
                </a:lnTo>
                <a:lnTo>
                  <a:pt x="1135" y="2095"/>
                </a:lnTo>
                <a:lnTo>
                  <a:pt x="1136" y="2094"/>
                </a:lnTo>
                <a:lnTo>
                  <a:pt x="1137" y="2094"/>
                </a:lnTo>
                <a:lnTo>
                  <a:pt x="1137" y="2093"/>
                </a:lnTo>
                <a:lnTo>
                  <a:pt x="1137" y="2091"/>
                </a:lnTo>
                <a:lnTo>
                  <a:pt x="1138" y="2090"/>
                </a:lnTo>
                <a:lnTo>
                  <a:pt x="1142" y="2088"/>
                </a:lnTo>
                <a:lnTo>
                  <a:pt x="1143" y="2087"/>
                </a:lnTo>
                <a:lnTo>
                  <a:pt x="1143" y="2085"/>
                </a:lnTo>
                <a:lnTo>
                  <a:pt x="1142" y="2084"/>
                </a:lnTo>
                <a:lnTo>
                  <a:pt x="1141" y="2083"/>
                </a:lnTo>
                <a:lnTo>
                  <a:pt x="1140" y="2080"/>
                </a:lnTo>
                <a:lnTo>
                  <a:pt x="1140" y="2077"/>
                </a:lnTo>
                <a:lnTo>
                  <a:pt x="1139" y="2073"/>
                </a:lnTo>
                <a:lnTo>
                  <a:pt x="1139" y="2072"/>
                </a:lnTo>
                <a:lnTo>
                  <a:pt x="1139" y="2071"/>
                </a:lnTo>
                <a:lnTo>
                  <a:pt x="1140" y="2071"/>
                </a:lnTo>
                <a:lnTo>
                  <a:pt x="1142" y="2072"/>
                </a:lnTo>
                <a:lnTo>
                  <a:pt x="1143" y="2071"/>
                </a:lnTo>
                <a:lnTo>
                  <a:pt x="1144" y="2069"/>
                </a:lnTo>
                <a:lnTo>
                  <a:pt x="1145" y="2064"/>
                </a:lnTo>
                <a:lnTo>
                  <a:pt x="1146" y="2062"/>
                </a:lnTo>
                <a:lnTo>
                  <a:pt x="1148" y="2061"/>
                </a:lnTo>
                <a:lnTo>
                  <a:pt x="1150" y="2061"/>
                </a:lnTo>
                <a:lnTo>
                  <a:pt x="1153" y="2062"/>
                </a:lnTo>
                <a:lnTo>
                  <a:pt x="1156" y="2062"/>
                </a:lnTo>
                <a:lnTo>
                  <a:pt x="1159" y="2061"/>
                </a:lnTo>
                <a:lnTo>
                  <a:pt x="1161" y="2061"/>
                </a:lnTo>
                <a:lnTo>
                  <a:pt x="1163" y="2061"/>
                </a:lnTo>
                <a:lnTo>
                  <a:pt x="1164" y="2060"/>
                </a:lnTo>
                <a:lnTo>
                  <a:pt x="1165" y="2059"/>
                </a:lnTo>
                <a:lnTo>
                  <a:pt x="1166" y="2056"/>
                </a:lnTo>
                <a:lnTo>
                  <a:pt x="1167" y="2054"/>
                </a:lnTo>
                <a:lnTo>
                  <a:pt x="1167" y="2052"/>
                </a:lnTo>
                <a:lnTo>
                  <a:pt x="1165" y="2049"/>
                </a:lnTo>
                <a:lnTo>
                  <a:pt x="1166" y="2047"/>
                </a:lnTo>
                <a:lnTo>
                  <a:pt x="1166" y="2046"/>
                </a:lnTo>
                <a:lnTo>
                  <a:pt x="1167" y="2045"/>
                </a:lnTo>
                <a:lnTo>
                  <a:pt x="1168" y="2044"/>
                </a:lnTo>
                <a:lnTo>
                  <a:pt x="1168" y="2043"/>
                </a:lnTo>
                <a:lnTo>
                  <a:pt x="1168" y="2042"/>
                </a:lnTo>
                <a:lnTo>
                  <a:pt x="1166" y="2039"/>
                </a:lnTo>
                <a:lnTo>
                  <a:pt x="1164" y="2036"/>
                </a:lnTo>
                <a:lnTo>
                  <a:pt x="1163" y="2035"/>
                </a:lnTo>
                <a:lnTo>
                  <a:pt x="1163" y="2033"/>
                </a:lnTo>
                <a:lnTo>
                  <a:pt x="1164" y="2030"/>
                </a:lnTo>
                <a:lnTo>
                  <a:pt x="1165" y="2026"/>
                </a:lnTo>
                <a:lnTo>
                  <a:pt x="1165" y="2023"/>
                </a:lnTo>
                <a:lnTo>
                  <a:pt x="1164" y="2020"/>
                </a:lnTo>
                <a:lnTo>
                  <a:pt x="1163" y="2018"/>
                </a:lnTo>
                <a:lnTo>
                  <a:pt x="1164" y="2017"/>
                </a:lnTo>
                <a:lnTo>
                  <a:pt x="1165" y="2013"/>
                </a:lnTo>
                <a:lnTo>
                  <a:pt x="1166" y="2010"/>
                </a:lnTo>
                <a:lnTo>
                  <a:pt x="1168" y="2008"/>
                </a:lnTo>
                <a:lnTo>
                  <a:pt x="1171" y="2007"/>
                </a:lnTo>
                <a:lnTo>
                  <a:pt x="1177" y="2005"/>
                </a:lnTo>
                <a:lnTo>
                  <a:pt x="1178" y="2005"/>
                </a:lnTo>
                <a:lnTo>
                  <a:pt x="1178" y="2004"/>
                </a:lnTo>
                <a:lnTo>
                  <a:pt x="1177" y="2003"/>
                </a:lnTo>
                <a:lnTo>
                  <a:pt x="1176" y="2003"/>
                </a:lnTo>
                <a:lnTo>
                  <a:pt x="1175" y="2003"/>
                </a:lnTo>
                <a:lnTo>
                  <a:pt x="1174" y="2003"/>
                </a:lnTo>
                <a:lnTo>
                  <a:pt x="1174" y="2002"/>
                </a:lnTo>
                <a:lnTo>
                  <a:pt x="1173" y="2001"/>
                </a:lnTo>
                <a:lnTo>
                  <a:pt x="1173" y="2000"/>
                </a:lnTo>
                <a:lnTo>
                  <a:pt x="1172" y="1999"/>
                </a:lnTo>
                <a:lnTo>
                  <a:pt x="1172" y="1998"/>
                </a:lnTo>
                <a:lnTo>
                  <a:pt x="1171" y="1998"/>
                </a:lnTo>
                <a:lnTo>
                  <a:pt x="1171" y="1997"/>
                </a:lnTo>
                <a:lnTo>
                  <a:pt x="1170" y="1995"/>
                </a:lnTo>
                <a:lnTo>
                  <a:pt x="1170" y="1994"/>
                </a:lnTo>
                <a:lnTo>
                  <a:pt x="1170" y="1992"/>
                </a:lnTo>
                <a:lnTo>
                  <a:pt x="1169" y="1988"/>
                </a:lnTo>
                <a:lnTo>
                  <a:pt x="1168" y="1985"/>
                </a:lnTo>
                <a:lnTo>
                  <a:pt x="1168" y="1984"/>
                </a:lnTo>
                <a:lnTo>
                  <a:pt x="1167" y="1979"/>
                </a:lnTo>
                <a:lnTo>
                  <a:pt x="1167" y="1977"/>
                </a:lnTo>
                <a:lnTo>
                  <a:pt x="1168" y="1975"/>
                </a:lnTo>
                <a:lnTo>
                  <a:pt x="1169" y="1974"/>
                </a:lnTo>
                <a:lnTo>
                  <a:pt x="1170" y="1971"/>
                </a:lnTo>
                <a:lnTo>
                  <a:pt x="1171" y="1969"/>
                </a:lnTo>
                <a:lnTo>
                  <a:pt x="1172" y="1968"/>
                </a:lnTo>
                <a:lnTo>
                  <a:pt x="1172" y="1967"/>
                </a:lnTo>
                <a:lnTo>
                  <a:pt x="1176" y="1966"/>
                </a:lnTo>
                <a:lnTo>
                  <a:pt x="1180" y="1965"/>
                </a:lnTo>
                <a:lnTo>
                  <a:pt x="1180" y="1961"/>
                </a:lnTo>
                <a:lnTo>
                  <a:pt x="1189" y="1949"/>
                </a:lnTo>
                <a:lnTo>
                  <a:pt x="1191" y="1941"/>
                </a:lnTo>
                <a:lnTo>
                  <a:pt x="1192" y="1940"/>
                </a:lnTo>
                <a:lnTo>
                  <a:pt x="1193" y="1939"/>
                </a:lnTo>
                <a:lnTo>
                  <a:pt x="1194" y="1939"/>
                </a:lnTo>
                <a:lnTo>
                  <a:pt x="1195" y="1939"/>
                </a:lnTo>
                <a:lnTo>
                  <a:pt x="1195" y="1940"/>
                </a:lnTo>
                <a:lnTo>
                  <a:pt x="1196" y="1940"/>
                </a:lnTo>
                <a:lnTo>
                  <a:pt x="1197" y="1940"/>
                </a:lnTo>
                <a:lnTo>
                  <a:pt x="1198" y="1940"/>
                </a:lnTo>
                <a:lnTo>
                  <a:pt x="1200" y="1940"/>
                </a:lnTo>
                <a:lnTo>
                  <a:pt x="1201" y="1940"/>
                </a:lnTo>
                <a:lnTo>
                  <a:pt x="1202" y="1941"/>
                </a:lnTo>
                <a:lnTo>
                  <a:pt x="1201" y="1941"/>
                </a:lnTo>
                <a:lnTo>
                  <a:pt x="1201" y="1942"/>
                </a:lnTo>
                <a:lnTo>
                  <a:pt x="1201" y="1943"/>
                </a:lnTo>
                <a:lnTo>
                  <a:pt x="1202" y="1943"/>
                </a:lnTo>
                <a:lnTo>
                  <a:pt x="1205" y="1944"/>
                </a:lnTo>
                <a:lnTo>
                  <a:pt x="1205" y="1943"/>
                </a:lnTo>
                <a:lnTo>
                  <a:pt x="1206" y="1943"/>
                </a:lnTo>
                <a:lnTo>
                  <a:pt x="1207" y="1943"/>
                </a:lnTo>
                <a:lnTo>
                  <a:pt x="1207" y="1944"/>
                </a:lnTo>
                <a:lnTo>
                  <a:pt x="1208" y="1944"/>
                </a:lnTo>
                <a:lnTo>
                  <a:pt x="1209" y="1943"/>
                </a:lnTo>
                <a:lnTo>
                  <a:pt x="1210" y="1942"/>
                </a:lnTo>
                <a:lnTo>
                  <a:pt x="1211" y="1942"/>
                </a:lnTo>
                <a:lnTo>
                  <a:pt x="1211" y="1943"/>
                </a:lnTo>
                <a:lnTo>
                  <a:pt x="1211" y="1944"/>
                </a:lnTo>
                <a:lnTo>
                  <a:pt x="1212" y="1944"/>
                </a:lnTo>
                <a:lnTo>
                  <a:pt x="1213" y="1944"/>
                </a:lnTo>
                <a:lnTo>
                  <a:pt x="1214" y="1943"/>
                </a:lnTo>
                <a:lnTo>
                  <a:pt x="1215" y="1943"/>
                </a:lnTo>
                <a:lnTo>
                  <a:pt x="1215" y="1942"/>
                </a:lnTo>
                <a:lnTo>
                  <a:pt x="1216" y="1941"/>
                </a:lnTo>
                <a:lnTo>
                  <a:pt x="1218" y="1941"/>
                </a:lnTo>
                <a:lnTo>
                  <a:pt x="1219" y="1940"/>
                </a:lnTo>
                <a:lnTo>
                  <a:pt x="1220" y="1940"/>
                </a:lnTo>
                <a:lnTo>
                  <a:pt x="1220" y="1941"/>
                </a:lnTo>
                <a:lnTo>
                  <a:pt x="1221" y="1941"/>
                </a:lnTo>
                <a:lnTo>
                  <a:pt x="1222" y="1941"/>
                </a:lnTo>
                <a:lnTo>
                  <a:pt x="1223" y="1940"/>
                </a:lnTo>
                <a:lnTo>
                  <a:pt x="1224" y="1940"/>
                </a:lnTo>
                <a:lnTo>
                  <a:pt x="1225" y="1940"/>
                </a:lnTo>
                <a:lnTo>
                  <a:pt x="1226" y="1940"/>
                </a:lnTo>
                <a:lnTo>
                  <a:pt x="1227" y="1940"/>
                </a:lnTo>
                <a:lnTo>
                  <a:pt x="1227" y="1939"/>
                </a:lnTo>
                <a:lnTo>
                  <a:pt x="1228" y="1939"/>
                </a:lnTo>
                <a:lnTo>
                  <a:pt x="1229" y="1939"/>
                </a:lnTo>
                <a:lnTo>
                  <a:pt x="1230" y="1940"/>
                </a:lnTo>
                <a:lnTo>
                  <a:pt x="1231" y="1940"/>
                </a:lnTo>
                <a:lnTo>
                  <a:pt x="1232" y="1939"/>
                </a:lnTo>
                <a:lnTo>
                  <a:pt x="1233" y="1939"/>
                </a:lnTo>
                <a:lnTo>
                  <a:pt x="1235" y="1939"/>
                </a:lnTo>
                <a:lnTo>
                  <a:pt x="1236" y="1940"/>
                </a:lnTo>
                <a:lnTo>
                  <a:pt x="1236" y="1939"/>
                </a:lnTo>
                <a:lnTo>
                  <a:pt x="1237" y="1939"/>
                </a:lnTo>
                <a:lnTo>
                  <a:pt x="1238" y="1939"/>
                </a:lnTo>
                <a:lnTo>
                  <a:pt x="1239" y="1939"/>
                </a:lnTo>
                <a:lnTo>
                  <a:pt x="1239" y="1940"/>
                </a:lnTo>
                <a:lnTo>
                  <a:pt x="1239" y="1939"/>
                </a:lnTo>
                <a:lnTo>
                  <a:pt x="1240" y="1938"/>
                </a:lnTo>
                <a:lnTo>
                  <a:pt x="1240" y="1939"/>
                </a:lnTo>
                <a:lnTo>
                  <a:pt x="1241" y="1939"/>
                </a:lnTo>
                <a:lnTo>
                  <a:pt x="1242" y="1940"/>
                </a:lnTo>
                <a:lnTo>
                  <a:pt x="1243" y="1939"/>
                </a:lnTo>
                <a:lnTo>
                  <a:pt x="1244" y="1939"/>
                </a:lnTo>
                <a:lnTo>
                  <a:pt x="1244" y="1938"/>
                </a:lnTo>
                <a:lnTo>
                  <a:pt x="1244" y="1937"/>
                </a:lnTo>
                <a:lnTo>
                  <a:pt x="1244" y="1936"/>
                </a:lnTo>
                <a:lnTo>
                  <a:pt x="1243" y="1934"/>
                </a:lnTo>
                <a:lnTo>
                  <a:pt x="1242" y="1933"/>
                </a:lnTo>
                <a:lnTo>
                  <a:pt x="1241" y="1932"/>
                </a:lnTo>
                <a:lnTo>
                  <a:pt x="1240" y="1930"/>
                </a:lnTo>
                <a:lnTo>
                  <a:pt x="1238" y="1929"/>
                </a:lnTo>
                <a:lnTo>
                  <a:pt x="1237" y="1928"/>
                </a:lnTo>
                <a:lnTo>
                  <a:pt x="1236" y="1927"/>
                </a:lnTo>
                <a:lnTo>
                  <a:pt x="1234" y="1927"/>
                </a:lnTo>
                <a:lnTo>
                  <a:pt x="1232" y="1926"/>
                </a:lnTo>
                <a:lnTo>
                  <a:pt x="1231" y="1925"/>
                </a:lnTo>
                <a:lnTo>
                  <a:pt x="1230" y="1925"/>
                </a:lnTo>
                <a:lnTo>
                  <a:pt x="1229" y="1924"/>
                </a:lnTo>
                <a:lnTo>
                  <a:pt x="1228" y="1923"/>
                </a:lnTo>
                <a:lnTo>
                  <a:pt x="1226" y="1920"/>
                </a:lnTo>
                <a:lnTo>
                  <a:pt x="1225" y="1920"/>
                </a:lnTo>
                <a:lnTo>
                  <a:pt x="1225" y="1919"/>
                </a:lnTo>
                <a:lnTo>
                  <a:pt x="1223" y="1917"/>
                </a:lnTo>
                <a:lnTo>
                  <a:pt x="1222" y="1915"/>
                </a:lnTo>
                <a:lnTo>
                  <a:pt x="1220" y="1912"/>
                </a:lnTo>
                <a:lnTo>
                  <a:pt x="1220" y="1911"/>
                </a:lnTo>
                <a:lnTo>
                  <a:pt x="1219" y="1910"/>
                </a:lnTo>
                <a:lnTo>
                  <a:pt x="1219" y="1909"/>
                </a:lnTo>
                <a:lnTo>
                  <a:pt x="1218" y="1907"/>
                </a:lnTo>
                <a:lnTo>
                  <a:pt x="1218" y="1906"/>
                </a:lnTo>
                <a:lnTo>
                  <a:pt x="1218" y="1905"/>
                </a:lnTo>
                <a:lnTo>
                  <a:pt x="1220" y="1903"/>
                </a:lnTo>
                <a:lnTo>
                  <a:pt x="1222" y="1901"/>
                </a:lnTo>
                <a:lnTo>
                  <a:pt x="1225" y="1900"/>
                </a:lnTo>
                <a:lnTo>
                  <a:pt x="1228" y="1899"/>
                </a:lnTo>
                <a:lnTo>
                  <a:pt x="1230" y="1899"/>
                </a:lnTo>
                <a:lnTo>
                  <a:pt x="1233" y="1899"/>
                </a:lnTo>
                <a:lnTo>
                  <a:pt x="1236" y="1899"/>
                </a:lnTo>
                <a:lnTo>
                  <a:pt x="1240" y="1898"/>
                </a:lnTo>
                <a:lnTo>
                  <a:pt x="1244" y="1897"/>
                </a:lnTo>
                <a:lnTo>
                  <a:pt x="1245" y="1896"/>
                </a:lnTo>
                <a:lnTo>
                  <a:pt x="1248" y="1896"/>
                </a:lnTo>
                <a:lnTo>
                  <a:pt x="1251" y="1893"/>
                </a:lnTo>
                <a:lnTo>
                  <a:pt x="1252" y="1893"/>
                </a:lnTo>
                <a:lnTo>
                  <a:pt x="1253" y="1891"/>
                </a:lnTo>
                <a:lnTo>
                  <a:pt x="1255" y="1891"/>
                </a:lnTo>
                <a:lnTo>
                  <a:pt x="1257" y="1891"/>
                </a:lnTo>
                <a:lnTo>
                  <a:pt x="1259" y="1890"/>
                </a:lnTo>
                <a:lnTo>
                  <a:pt x="1261" y="1890"/>
                </a:lnTo>
                <a:lnTo>
                  <a:pt x="1264" y="1890"/>
                </a:lnTo>
                <a:lnTo>
                  <a:pt x="1266" y="1891"/>
                </a:lnTo>
                <a:lnTo>
                  <a:pt x="1267" y="1891"/>
                </a:lnTo>
                <a:lnTo>
                  <a:pt x="1270" y="1893"/>
                </a:lnTo>
                <a:lnTo>
                  <a:pt x="1272" y="1894"/>
                </a:lnTo>
                <a:lnTo>
                  <a:pt x="1272" y="1895"/>
                </a:lnTo>
                <a:lnTo>
                  <a:pt x="1273" y="1896"/>
                </a:lnTo>
                <a:lnTo>
                  <a:pt x="1274" y="1896"/>
                </a:lnTo>
                <a:lnTo>
                  <a:pt x="1276" y="1894"/>
                </a:lnTo>
                <a:lnTo>
                  <a:pt x="1277" y="1894"/>
                </a:lnTo>
                <a:lnTo>
                  <a:pt x="1279" y="1894"/>
                </a:lnTo>
                <a:lnTo>
                  <a:pt x="1280" y="1896"/>
                </a:lnTo>
                <a:lnTo>
                  <a:pt x="1281" y="1897"/>
                </a:lnTo>
                <a:lnTo>
                  <a:pt x="1282" y="1897"/>
                </a:lnTo>
                <a:lnTo>
                  <a:pt x="1283" y="1897"/>
                </a:lnTo>
                <a:lnTo>
                  <a:pt x="1284" y="1897"/>
                </a:lnTo>
                <a:lnTo>
                  <a:pt x="1284" y="1896"/>
                </a:lnTo>
                <a:lnTo>
                  <a:pt x="1284" y="1894"/>
                </a:lnTo>
                <a:lnTo>
                  <a:pt x="1285" y="1893"/>
                </a:lnTo>
                <a:lnTo>
                  <a:pt x="1285" y="1892"/>
                </a:lnTo>
                <a:lnTo>
                  <a:pt x="1286" y="1892"/>
                </a:lnTo>
                <a:lnTo>
                  <a:pt x="1286" y="1891"/>
                </a:lnTo>
                <a:lnTo>
                  <a:pt x="1286" y="1890"/>
                </a:lnTo>
                <a:lnTo>
                  <a:pt x="1287" y="1888"/>
                </a:lnTo>
                <a:lnTo>
                  <a:pt x="1286" y="1886"/>
                </a:lnTo>
                <a:lnTo>
                  <a:pt x="1286" y="1882"/>
                </a:lnTo>
                <a:lnTo>
                  <a:pt x="1286" y="1881"/>
                </a:lnTo>
                <a:lnTo>
                  <a:pt x="1288" y="1876"/>
                </a:lnTo>
                <a:lnTo>
                  <a:pt x="1287" y="1875"/>
                </a:lnTo>
                <a:lnTo>
                  <a:pt x="1286" y="1873"/>
                </a:lnTo>
                <a:lnTo>
                  <a:pt x="1286" y="1871"/>
                </a:lnTo>
                <a:lnTo>
                  <a:pt x="1286" y="1870"/>
                </a:lnTo>
                <a:lnTo>
                  <a:pt x="1287" y="1868"/>
                </a:lnTo>
                <a:lnTo>
                  <a:pt x="1288" y="1867"/>
                </a:lnTo>
                <a:lnTo>
                  <a:pt x="1289" y="1865"/>
                </a:lnTo>
                <a:lnTo>
                  <a:pt x="1289" y="1864"/>
                </a:lnTo>
                <a:lnTo>
                  <a:pt x="1289" y="1863"/>
                </a:lnTo>
                <a:lnTo>
                  <a:pt x="1289" y="1862"/>
                </a:lnTo>
                <a:lnTo>
                  <a:pt x="1289" y="1861"/>
                </a:lnTo>
                <a:lnTo>
                  <a:pt x="1288" y="1860"/>
                </a:lnTo>
                <a:lnTo>
                  <a:pt x="1285" y="1860"/>
                </a:lnTo>
                <a:lnTo>
                  <a:pt x="1284" y="1860"/>
                </a:lnTo>
                <a:lnTo>
                  <a:pt x="1282" y="1860"/>
                </a:lnTo>
                <a:lnTo>
                  <a:pt x="1280" y="1858"/>
                </a:lnTo>
                <a:lnTo>
                  <a:pt x="1279" y="1858"/>
                </a:lnTo>
                <a:lnTo>
                  <a:pt x="1278" y="1857"/>
                </a:lnTo>
                <a:lnTo>
                  <a:pt x="1278" y="1856"/>
                </a:lnTo>
                <a:lnTo>
                  <a:pt x="1278" y="1854"/>
                </a:lnTo>
                <a:lnTo>
                  <a:pt x="1280" y="1852"/>
                </a:lnTo>
                <a:lnTo>
                  <a:pt x="1281" y="1850"/>
                </a:lnTo>
                <a:lnTo>
                  <a:pt x="1282" y="1849"/>
                </a:lnTo>
                <a:lnTo>
                  <a:pt x="1285" y="1847"/>
                </a:lnTo>
                <a:lnTo>
                  <a:pt x="1286" y="1846"/>
                </a:lnTo>
                <a:lnTo>
                  <a:pt x="1288" y="1845"/>
                </a:lnTo>
                <a:lnTo>
                  <a:pt x="1288" y="1842"/>
                </a:lnTo>
                <a:lnTo>
                  <a:pt x="1289" y="1840"/>
                </a:lnTo>
                <a:lnTo>
                  <a:pt x="1290" y="1838"/>
                </a:lnTo>
                <a:lnTo>
                  <a:pt x="1291" y="1837"/>
                </a:lnTo>
                <a:lnTo>
                  <a:pt x="1291" y="1836"/>
                </a:lnTo>
                <a:lnTo>
                  <a:pt x="1292" y="1835"/>
                </a:lnTo>
                <a:lnTo>
                  <a:pt x="1293" y="1835"/>
                </a:lnTo>
                <a:lnTo>
                  <a:pt x="1294" y="1834"/>
                </a:lnTo>
                <a:lnTo>
                  <a:pt x="1294" y="1833"/>
                </a:lnTo>
                <a:lnTo>
                  <a:pt x="1296" y="1825"/>
                </a:lnTo>
                <a:lnTo>
                  <a:pt x="1291" y="1805"/>
                </a:lnTo>
                <a:lnTo>
                  <a:pt x="1285" y="1781"/>
                </a:lnTo>
                <a:lnTo>
                  <a:pt x="1279" y="1752"/>
                </a:lnTo>
                <a:lnTo>
                  <a:pt x="1279" y="1750"/>
                </a:lnTo>
                <a:lnTo>
                  <a:pt x="1279" y="1749"/>
                </a:lnTo>
                <a:lnTo>
                  <a:pt x="1280" y="1747"/>
                </a:lnTo>
                <a:lnTo>
                  <a:pt x="1280" y="1746"/>
                </a:lnTo>
                <a:lnTo>
                  <a:pt x="1280" y="1745"/>
                </a:lnTo>
                <a:lnTo>
                  <a:pt x="1280" y="1744"/>
                </a:lnTo>
                <a:lnTo>
                  <a:pt x="1280" y="1743"/>
                </a:lnTo>
                <a:lnTo>
                  <a:pt x="1281" y="1743"/>
                </a:lnTo>
                <a:lnTo>
                  <a:pt x="1281" y="1742"/>
                </a:lnTo>
                <a:lnTo>
                  <a:pt x="1280" y="1742"/>
                </a:lnTo>
                <a:lnTo>
                  <a:pt x="1280" y="1741"/>
                </a:lnTo>
                <a:lnTo>
                  <a:pt x="1280" y="1740"/>
                </a:lnTo>
                <a:lnTo>
                  <a:pt x="1280" y="1739"/>
                </a:lnTo>
                <a:lnTo>
                  <a:pt x="1281" y="1738"/>
                </a:lnTo>
                <a:lnTo>
                  <a:pt x="1281" y="1736"/>
                </a:lnTo>
                <a:lnTo>
                  <a:pt x="1281" y="1735"/>
                </a:lnTo>
                <a:lnTo>
                  <a:pt x="1282" y="1735"/>
                </a:lnTo>
                <a:lnTo>
                  <a:pt x="1281" y="1734"/>
                </a:lnTo>
                <a:lnTo>
                  <a:pt x="1281" y="1733"/>
                </a:lnTo>
                <a:lnTo>
                  <a:pt x="1281" y="1732"/>
                </a:lnTo>
                <a:lnTo>
                  <a:pt x="1280" y="1732"/>
                </a:lnTo>
                <a:lnTo>
                  <a:pt x="1280" y="1731"/>
                </a:lnTo>
                <a:lnTo>
                  <a:pt x="1280" y="1730"/>
                </a:lnTo>
                <a:lnTo>
                  <a:pt x="1280" y="1729"/>
                </a:lnTo>
                <a:lnTo>
                  <a:pt x="1279" y="1728"/>
                </a:lnTo>
                <a:lnTo>
                  <a:pt x="1279" y="1727"/>
                </a:lnTo>
                <a:lnTo>
                  <a:pt x="1279" y="1726"/>
                </a:lnTo>
                <a:lnTo>
                  <a:pt x="1279" y="1725"/>
                </a:lnTo>
                <a:lnTo>
                  <a:pt x="1279" y="1724"/>
                </a:lnTo>
                <a:lnTo>
                  <a:pt x="1281" y="1723"/>
                </a:lnTo>
                <a:lnTo>
                  <a:pt x="1281" y="1722"/>
                </a:lnTo>
                <a:lnTo>
                  <a:pt x="1280" y="1721"/>
                </a:lnTo>
                <a:lnTo>
                  <a:pt x="1280" y="1720"/>
                </a:lnTo>
                <a:lnTo>
                  <a:pt x="1279" y="1719"/>
                </a:lnTo>
                <a:lnTo>
                  <a:pt x="1278" y="1718"/>
                </a:lnTo>
                <a:lnTo>
                  <a:pt x="1278" y="1717"/>
                </a:lnTo>
                <a:lnTo>
                  <a:pt x="1279" y="1715"/>
                </a:lnTo>
                <a:lnTo>
                  <a:pt x="1279" y="1713"/>
                </a:lnTo>
                <a:lnTo>
                  <a:pt x="1279" y="1712"/>
                </a:lnTo>
                <a:lnTo>
                  <a:pt x="1279" y="1711"/>
                </a:lnTo>
                <a:lnTo>
                  <a:pt x="1279" y="1709"/>
                </a:lnTo>
                <a:lnTo>
                  <a:pt x="1280" y="1706"/>
                </a:lnTo>
                <a:lnTo>
                  <a:pt x="1281" y="1706"/>
                </a:lnTo>
                <a:lnTo>
                  <a:pt x="1281" y="1705"/>
                </a:lnTo>
                <a:lnTo>
                  <a:pt x="1281" y="1704"/>
                </a:lnTo>
                <a:lnTo>
                  <a:pt x="1281" y="1702"/>
                </a:lnTo>
                <a:lnTo>
                  <a:pt x="1281" y="1699"/>
                </a:lnTo>
                <a:lnTo>
                  <a:pt x="1281" y="1698"/>
                </a:lnTo>
                <a:lnTo>
                  <a:pt x="1281" y="1697"/>
                </a:lnTo>
                <a:lnTo>
                  <a:pt x="1281" y="1695"/>
                </a:lnTo>
                <a:lnTo>
                  <a:pt x="1281" y="1694"/>
                </a:lnTo>
                <a:lnTo>
                  <a:pt x="1279" y="1692"/>
                </a:lnTo>
                <a:lnTo>
                  <a:pt x="1277" y="1690"/>
                </a:lnTo>
                <a:lnTo>
                  <a:pt x="1277" y="1689"/>
                </a:lnTo>
                <a:lnTo>
                  <a:pt x="1276" y="1688"/>
                </a:lnTo>
                <a:lnTo>
                  <a:pt x="1276" y="1687"/>
                </a:lnTo>
                <a:lnTo>
                  <a:pt x="1276" y="1686"/>
                </a:lnTo>
                <a:lnTo>
                  <a:pt x="1277" y="1685"/>
                </a:lnTo>
                <a:lnTo>
                  <a:pt x="1278" y="1683"/>
                </a:lnTo>
                <a:lnTo>
                  <a:pt x="1279" y="1683"/>
                </a:lnTo>
                <a:lnTo>
                  <a:pt x="1279" y="1679"/>
                </a:lnTo>
                <a:lnTo>
                  <a:pt x="1281" y="1671"/>
                </a:lnTo>
                <a:lnTo>
                  <a:pt x="1282" y="1668"/>
                </a:lnTo>
                <a:lnTo>
                  <a:pt x="1283" y="1664"/>
                </a:lnTo>
                <a:lnTo>
                  <a:pt x="1284" y="1663"/>
                </a:lnTo>
                <a:lnTo>
                  <a:pt x="1285" y="1660"/>
                </a:lnTo>
                <a:lnTo>
                  <a:pt x="1286" y="1658"/>
                </a:lnTo>
                <a:lnTo>
                  <a:pt x="1286" y="1654"/>
                </a:lnTo>
                <a:lnTo>
                  <a:pt x="1286" y="1652"/>
                </a:lnTo>
                <a:lnTo>
                  <a:pt x="1286" y="1651"/>
                </a:lnTo>
                <a:lnTo>
                  <a:pt x="1286" y="1650"/>
                </a:lnTo>
                <a:lnTo>
                  <a:pt x="1286" y="1648"/>
                </a:lnTo>
                <a:lnTo>
                  <a:pt x="1286" y="1641"/>
                </a:lnTo>
                <a:lnTo>
                  <a:pt x="1288" y="1635"/>
                </a:lnTo>
                <a:lnTo>
                  <a:pt x="1288" y="1630"/>
                </a:lnTo>
                <a:lnTo>
                  <a:pt x="1289" y="1626"/>
                </a:lnTo>
                <a:lnTo>
                  <a:pt x="1289" y="1620"/>
                </a:lnTo>
                <a:lnTo>
                  <a:pt x="1288" y="1616"/>
                </a:lnTo>
                <a:lnTo>
                  <a:pt x="1288" y="1613"/>
                </a:lnTo>
                <a:lnTo>
                  <a:pt x="1288" y="1612"/>
                </a:lnTo>
                <a:lnTo>
                  <a:pt x="1289" y="1611"/>
                </a:lnTo>
                <a:lnTo>
                  <a:pt x="1291" y="1609"/>
                </a:lnTo>
                <a:lnTo>
                  <a:pt x="1293" y="1606"/>
                </a:lnTo>
                <a:lnTo>
                  <a:pt x="1294" y="1603"/>
                </a:lnTo>
                <a:lnTo>
                  <a:pt x="1296" y="1600"/>
                </a:lnTo>
                <a:lnTo>
                  <a:pt x="1298" y="1597"/>
                </a:lnTo>
                <a:lnTo>
                  <a:pt x="1299" y="1595"/>
                </a:lnTo>
                <a:lnTo>
                  <a:pt x="1301" y="1591"/>
                </a:lnTo>
                <a:lnTo>
                  <a:pt x="1303" y="1589"/>
                </a:lnTo>
                <a:lnTo>
                  <a:pt x="1303" y="1587"/>
                </a:lnTo>
                <a:lnTo>
                  <a:pt x="1303" y="1586"/>
                </a:lnTo>
                <a:lnTo>
                  <a:pt x="1302" y="1582"/>
                </a:lnTo>
                <a:lnTo>
                  <a:pt x="1300" y="1578"/>
                </a:lnTo>
                <a:lnTo>
                  <a:pt x="1298" y="1572"/>
                </a:lnTo>
                <a:lnTo>
                  <a:pt x="1298" y="1571"/>
                </a:lnTo>
                <a:lnTo>
                  <a:pt x="1296" y="1568"/>
                </a:lnTo>
                <a:lnTo>
                  <a:pt x="1295" y="1566"/>
                </a:lnTo>
                <a:lnTo>
                  <a:pt x="1294" y="1566"/>
                </a:lnTo>
                <a:lnTo>
                  <a:pt x="1289" y="1561"/>
                </a:lnTo>
                <a:lnTo>
                  <a:pt x="1287" y="1561"/>
                </a:lnTo>
                <a:lnTo>
                  <a:pt x="1285" y="1559"/>
                </a:lnTo>
                <a:lnTo>
                  <a:pt x="1284" y="1558"/>
                </a:lnTo>
                <a:lnTo>
                  <a:pt x="1283" y="1556"/>
                </a:lnTo>
                <a:lnTo>
                  <a:pt x="1282" y="1553"/>
                </a:lnTo>
                <a:lnTo>
                  <a:pt x="1281" y="1552"/>
                </a:lnTo>
                <a:lnTo>
                  <a:pt x="1282" y="1550"/>
                </a:lnTo>
                <a:lnTo>
                  <a:pt x="1282" y="1549"/>
                </a:lnTo>
                <a:lnTo>
                  <a:pt x="1282" y="1548"/>
                </a:lnTo>
                <a:lnTo>
                  <a:pt x="1281" y="1546"/>
                </a:lnTo>
                <a:lnTo>
                  <a:pt x="1281" y="1544"/>
                </a:lnTo>
                <a:lnTo>
                  <a:pt x="1281" y="1543"/>
                </a:lnTo>
                <a:lnTo>
                  <a:pt x="1281" y="1541"/>
                </a:lnTo>
                <a:lnTo>
                  <a:pt x="1282" y="1540"/>
                </a:lnTo>
                <a:lnTo>
                  <a:pt x="1283" y="1539"/>
                </a:lnTo>
                <a:lnTo>
                  <a:pt x="1282" y="1538"/>
                </a:lnTo>
                <a:lnTo>
                  <a:pt x="1282" y="1536"/>
                </a:lnTo>
                <a:lnTo>
                  <a:pt x="1281" y="1533"/>
                </a:lnTo>
                <a:lnTo>
                  <a:pt x="1280" y="1532"/>
                </a:lnTo>
                <a:lnTo>
                  <a:pt x="1279" y="1533"/>
                </a:lnTo>
                <a:lnTo>
                  <a:pt x="1279" y="1534"/>
                </a:lnTo>
                <a:lnTo>
                  <a:pt x="1278" y="1536"/>
                </a:lnTo>
                <a:lnTo>
                  <a:pt x="1276" y="1536"/>
                </a:lnTo>
                <a:lnTo>
                  <a:pt x="1275" y="1537"/>
                </a:lnTo>
                <a:lnTo>
                  <a:pt x="1274" y="1537"/>
                </a:lnTo>
                <a:lnTo>
                  <a:pt x="1271" y="1537"/>
                </a:lnTo>
                <a:lnTo>
                  <a:pt x="1270" y="1536"/>
                </a:lnTo>
                <a:lnTo>
                  <a:pt x="1265" y="1535"/>
                </a:lnTo>
                <a:lnTo>
                  <a:pt x="1262" y="1536"/>
                </a:lnTo>
                <a:lnTo>
                  <a:pt x="1259" y="1536"/>
                </a:lnTo>
                <a:lnTo>
                  <a:pt x="1258" y="1536"/>
                </a:lnTo>
                <a:lnTo>
                  <a:pt x="1257" y="1537"/>
                </a:lnTo>
                <a:lnTo>
                  <a:pt x="1256" y="1537"/>
                </a:lnTo>
                <a:lnTo>
                  <a:pt x="1255" y="1537"/>
                </a:lnTo>
                <a:lnTo>
                  <a:pt x="1255" y="1536"/>
                </a:lnTo>
                <a:lnTo>
                  <a:pt x="1255" y="1535"/>
                </a:lnTo>
                <a:lnTo>
                  <a:pt x="1256" y="1534"/>
                </a:lnTo>
                <a:lnTo>
                  <a:pt x="1256" y="1532"/>
                </a:lnTo>
                <a:lnTo>
                  <a:pt x="1256" y="1531"/>
                </a:lnTo>
                <a:lnTo>
                  <a:pt x="1255" y="1528"/>
                </a:lnTo>
                <a:lnTo>
                  <a:pt x="1254" y="1528"/>
                </a:lnTo>
                <a:lnTo>
                  <a:pt x="1252" y="1525"/>
                </a:lnTo>
                <a:lnTo>
                  <a:pt x="1251" y="1524"/>
                </a:lnTo>
                <a:lnTo>
                  <a:pt x="1251" y="1522"/>
                </a:lnTo>
                <a:lnTo>
                  <a:pt x="1252" y="1521"/>
                </a:lnTo>
                <a:lnTo>
                  <a:pt x="1253" y="1520"/>
                </a:lnTo>
                <a:lnTo>
                  <a:pt x="1255" y="1520"/>
                </a:lnTo>
                <a:lnTo>
                  <a:pt x="1255" y="1519"/>
                </a:lnTo>
                <a:lnTo>
                  <a:pt x="1255" y="1518"/>
                </a:lnTo>
                <a:lnTo>
                  <a:pt x="1253" y="1517"/>
                </a:lnTo>
                <a:lnTo>
                  <a:pt x="1251" y="1515"/>
                </a:lnTo>
                <a:lnTo>
                  <a:pt x="1250" y="1514"/>
                </a:lnTo>
                <a:lnTo>
                  <a:pt x="1249" y="1514"/>
                </a:lnTo>
                <a:lnTo>
                  <a:pt x="1247" y="1513"/>
                </a:lnTo>
                <a:lnTo>
                  <a:pt x="1246" y="1513"/>
                </a:lnTo>
                <a:lnTo>
                  <a:pt x="1245" y="1513"/>
                </a:lnTo>
                <a:lnTo>
                  <a:pt x="1245" y="1511"/>
                </a:lnTo>
                <a:lnTo>
                  <a:pt x="1246" y="1510"/>
                </a:lnTo>
                <a:lnTo>
                  <a:pt x="1248" y="1509"/>
                </a:lnTo>
                <a:lnTo>
                  <a:pt x="1249" y="1508"/>
                </a:lnTo>
                <a:lnTo>
                  <a:pt x="1252" y="1507"/>
                </a:lnTo>
                <a:lnTo>
                  <a:pt x="1254" y="1507"/>
                </a:lnTo>
                <a:lnTo>
                  <a:pt x="1255" y="1507"/>
                </a:lnTo>
                <a:lnTo>
                  <a:pt x="1256" y="1504"/>
                </a:lnTo>
                <a:lnTo>
                  <a:pt x="1257" y="1503"/>
                </a:lnTo>
                <a:lnTo>
                  <a:pt x="1259" y="1502"/>
                </a:lnTo>
                <a:lnTo>
                  <a:pt x="1261" y="1502"/>
                </a:lnTo>
                <a:lnTo>
                  <a:pt x="1262" y="1502"/>
                </a:lnTo>
                <a:lnTo>
                  <a:pt x="1264" y="1501"/>
                </a:lnTo>
                <a:lnTo>
                  <a:pt x="1265" y="1500"/>
                </a:lnTo>
                <a:lnTo>
                  <a:pt x="1268" y="1499"/>
                </a:lnTo>
                <a:lnTo>
                  <a:pt x="1270" y="1498"/>
                </a:lnTo>
                <a:lnTo>
                  <a:pt x="1273" y="1497"/>
                </a:lnTo>
                <a:lnTo>
                  <a:pt x="1274" y="1495"/>
                </a:lnTo>
                <a:lnTo>
                  <a:pt x="1276" y="1492"/>
                </a:lnTo>
                <a:lnTo>
                  <a:pt x="1278" y="1492"/>
                </a:lnTo>
                <a:lnTo>
                  <a:pt x="1280" y="1491"/>
                </a:lnTo>
                <a:lnTo>
                  <a:pt x="1282" y="1490"/>
                </a:lnTo>
                <a:lnTo>
                  <a:pt x="1283" y="1489"/>
                </a:lnTo>
                <a:lnTo>
                  <a:pt x="1284" y="1490"/>
                </a:lnTo>
                <a:lnTo>
                  <a:pt x="1286" y="1491"/>
                </a:lnTo>
                <a:lnTo>
                  <a:pt x="1286" y="1492"/>
                </a:lnTo>
                <a:lnTo>
                  <a:pt x="1287" y="1492"/>
                </a:lnTo>
                <a:lnTo>
                  <a:pt x="1288" y="1492"/>
                </a:lnTo>
                <a:lnTo>
                  <a:pt x="1288" y="1490"/>
                </a:lnTo>
                <a:lnTo>
                  <a:pt x="1289" y="1489"/>
                </a:lnTo>
                <a:lnTo>
                  <a:pt x="1290" y="1490"/>
                </a:lnTo>
                <a:lnTo>
                  <a:pt x="1291" y="1490"/>
                </a:lnTo>
                <a:lnTo>
                  <a:pt x="1292" y="1491"/>
                </a:lnTo>
                <a:lnTo>
                  <a:pt x="1294" y="1497"/>
                </a:lnTo>
                <a:lnTo>
                  <a:pt x="1296" y="1498"/>
                </a:lnTo>
                <a:lnTo>
                  <a:pt x="1299" y="1498"/>
                </a:lnTo>
                <a:lnTo>
                  <a:pt x="1302" y="1498"/>
                </a:lnTo>
                <a:lnTo>
                  <a:pt x="1304" y="1497"/>
                </a:lnTo>
                <a:lnTo>
                  <a:pt x="1306" y="1495"/>
                </a:lnTo>
                <a:lnTo>
                  <a:pt x="1308" y="1494"/>
                </a:lnTo>
                <a:lnTo>
                  <a:pt x="1311" y="1493"/>
                </a:lnTo>
                <a:lnTo>
                  <a:pt x="1314" y="1493"/>
                </a:lnTo>
                <a:lnTo>
                  <a:pt x="1315" y="1494"/>
                </a:lnTo>
                <a:lnTo>
                  <a:pt x="1315" y="1495"/>
                </a:lnTo>
                <a:lnTo>
                  <a:pt x="1315" y="1497"/>
                </a:lnTo>
                <a:lnTo>
                  <a:pt x="1316" y="1499"/>
                </a:lnTo>
                <a:lnTo>
                  <a:pt x="1317" y="1500"/>
                </a:lnTo>
                <a:lnTo>
                  <a:pt x="1320" y="1501"/>
                </a:lnTo>
                <a:lnTo>
                  <a:pt x="1323" y="1501"/>
                </a:lnTo>
                <a:lnTo>
                  <a:pt x="1325" y="1499"/>
                </a:lnTo>
                <a:lnTo>
                  <a:pt x="1329" y="1498"/>
                </a:lnTo>
                <a:lnTo>
                  <a:pt x="1331" y="1497"/>
                </a:lnTo>
                <a:lnTo>
                  <a:pt x="1332" y="1496"/>
                </a:lnTo>
                <a:lnTo>
                  <a:pt x="1333" y="1493"/>
                </a:lnTo>
                <a:lnTo>
                  <a:pt x="1333" y="1492"/>
                </a:lnTo>
                <a:lnTo>
                  <a:pt x="1337" y="1490"/>
                </a:lnTo>
                <a:lnTo>
                  <a:pt x="1340" y="1488"/>
                </a:lnTo>
                <a:lnTo>
                  <a:pt x="1341" y="1488"/>
                </a:lnTo>
                <a:lnTo>
                  <a:pt x="1342" y="1489"/>
                </a:lnTo>
                <a:lnTo>
                  <a:pt x="1342" y="1490"/>
                </a:lnTo>
                <a:lnTo>
                  <a:pt x="1342" y="1491"/>
                </a:lnTo>
                <a:lnTo>
                  <a:pt x="1343" y="1492"/>
                </a:lnTo>
                <a:lnTo>
                  <a:pt x="1344" y="1493"/>
                </a:lnTo>
                <a:lnTo>
                  <a:pt x="1347" y="1493"/>
                </a:lnTo>
                <a:lnTo>
                  <a:pt x="1349" y="1493"/>
                </a:lnTo>
                <a:lnTo>
                  <a:pt x="1351" y="1494"/>
                </a:lnTo>
                <a:lnTo>
                  <a:pt x="1353" y="1496"/>
                </a:lnTo>
                <a:lnTo>
                  <a:pt x="1355" y="1496"/>
                </a:lnTo>
                <a:lnTo>
                  <a:pt x="1356" y="1496"/>
                </a:lnTo>
                <a:lnTo>
                  <a:pt x="1359" y="1495"/>
                </a:lnTo>
                <a:lnTo>
                  <a:pt x="1362" y="1495"/>
                </a:lnTo>
                <a:lnTo>
                  <a:pt x="1368" y="1494"/>
                </a:lnTo>
                <a:lnTo>
                  <a:pt x="1370" y="1494"/>
                </a:lnTo>
                <a:lnTo>
                  <a:pt x="1371" y="1493"/>
                </a:lnTo>
                <a:lnTo>
                  <a:pt x="1374" y="1492"/>
                </a:lnTo>
                <a:lnTo>
                  <a:pt x="1375" y="1491"/>
                </a:lnTo>
                <a:lnTo>
                  <a:pt x="1375" y="1490"/>
                </a:lnTo>
                <a:lnTo>
                  <a:pt x="1375" y="1489"/>
                </a:lnTo>
                <a:lnTo>
                  <a:pt x="1374" y="1488"/>
                </a:lnTo>
                <a:lnTo>
                  <a:pt x="1374" y="1487"/>
                </a:lnTo>
                <a:lnTo>
                  <a:pt x="1374" y="1486"/>
                </a:lnTo>
                <a:lnTo>
                  <a:pt x="1375" y="1486"/>
                </a:lnTo>
                <a:lnTo>
                  <a:pt x="1376" y="1486"/>
                </a:lnTo>
                <a:lnTo>
                  <a:pt x="1377" y="1487"/>
                </a:lnTo>
                <a:lnTo>
                  <a:pt x="1377" y="1488"/>
                </a:lnTo>
                <a:lnTo>
                  <a:pt x="1378" y="1489"/>
                </a:lnTo>
                <a:lnTo>
                  <a:pt x="1379" y="1491"/>
                </a:lnTo>
                <a:lnTo>
                  <a:pt x="1380" y="1492"/>
                </a:lnTo>
                <a:lnTo>
                  <a:pt x="1381" y="1493"/>
                </a:lnTo>
                <a:lnTo>
                  <a:pt x="1382" y="1493"/>
                </a:lnTo>
                <a:lnTo>
                  <a:pt x="1385" y="1494"/>
                </a:lnTo>
                <a:lnTo>
                  <a:pt x="1387" y="1494"/>
                </a:lnTo>
                <a:lnTo>
                  <a:pt x="1389" y="1496"/>
                </a:lnTo>
                <a:lnTo>
                  <a:pt x="1390" y="1497"/>
                </a:lnTo>
                <a:lnTo>
                  <a:pt x="1390" y="1500"/>
                </a:lnTo>
                <a:lnTo>
                  <a:pt x="1391" y="1501"/>
                </a:lnTo>
                <a:lnTo>
                  <a:pt x="1392" y="1501"/>
                </a:lnTo>
                <a:lnTo>
                  <a:pt x="1394" y="1501"/>
                </a:lnTo>
                <a:lnTo>
                  <a:pt x="1396" y="1502"/>
                </a:lnTo>
                <a:lnTo>
                  <a:pt x="1398" y="1502"/>
                </a:lnTo>
                <a:lnTo>
                  <a:pt x="1402" y="1499"/>
                </a:lnTo>
                <a:lnTo>
                  <a:pt x="1404" y="1497"/>
                </a:lnTo>
                <a:lnTo>
                  <a:pt x="1406" y="1497"/>
                </a:lnTo>
                <a:lnTo>
                  <a:pt x="1408" y="1497"/>
                </a:lnTo>
                <a:lnTo>
                  <a:pt x="1410" y="1497"/>
                </a:lnTo>
                <a:lnTo>
                  <a:pt x="1411" y="1498"/>
                </a:lnTo>
                <a:lnTo>
                  <a:pt x="1413" y="1499"/>
                </a:lnTo>
                <a:lnTo>
                  <a:pt x="1417" y="1499"/>
                </a:lnTo>
                <a:lnTo>
                  <a:pt x="1420" y="1498"/>
                </a:lnTo>
                <a:lnTo>
                  <a:pt x="1423" y="1498"/>
                </a:lnTo>
                <a:lnTo>
                  <a:pt x="1425" y="1497"/>
                </a:lnTo>
                <a:lnTo>
                  <a:pt x="1427" y="1496"/>
                </a:lnTo>
                <a:lnTo>
                  <a:pt x="1427" y="1495"/>
                </a:lnTo>
                <a:lnTo>
                  <a:pt x="1430" y="1494"/>
                </a:lnTo>
                <a:lnTo>
                  <a:pt x="1431" y="1492"/>
                </a:lnTo>
                <a:lnTo>
                  <a:pt x="1431" y="1491"/>
                </a:lnTo>
                <a:lnTo>
                  <a:pt x="1432" y="1491"/>
                </a:lnTo>
                <a:lnTo>
                  <a:pt x="1434" y="1491"/>
                </a:lnTo>
                <a:lnTo>
                  <a:pt x="1435" y="1492"/>
                </a:lnTo>
                <a:lnTo>
                  <a:pt x="1436" y="1493"/>
                </a:lnTo>
                <a:lnTo>
                  <a:pt x="1437" y="1494"/>
                </a:lnTo>
                <a:lnTo>
                  <a:pt x="1438" y="1495"/>
                </a:lnTo>
                <a:lnTo>
                  <a:pt x="1439" y="1495"/>
                </a:lnTo>
                <a:lnTo>
                  <a:pt x="1440" y="1494"/>
                </a:lnTo>
                <a:lnTo>
                  <a:pt x="1440" y="1493"/>
                </a:lnTo>
                <a:lnTo>
                  <a:pt x="1440" y="1492"/>
                </a:lnTo>
                <a:lnTo>
                  <a:pt x="1441" y="1492"/>
                </a:lnTo>
                <a:lnTo>
                  <a:pt x="1442" y="1491"/>
                </a:lnTo>
                <a:lnTo>
                  <a:pt x="1446" y="1491"/>
                </a:lnTo>
                <a:lnTo>
                  <a:pt x="1447" y="1492"/>
                </a:lnTo>
                <a:lnTo>
                  <a:pt x="1448" y="1491"/>
                </a:lnTo>
                <a:lnTo>
                  <a:pt x="1449" y="1490"/>
                </a:lnTo>
                <a:lnTo>
                  <a:pt x="1450" y="1490"/>
                </a:lnTo>
                <a:lnTo>
                  <a:pt x="1451" y="1491"/>
                </a:lnTo>
                <a:lnTo>
                  <a:pt x="1452" y="1491"/>
                </a:lnTo>
                <a:lnTo>
                  <a:pt x="1453" y="1493"/>
                </a:lnTo>
                <a:lnTo>
                  <a:pt x="1455" y="1494"/>
                </a:lnTo>
                <a:lnTo>
                  <a:pt x="1457" y="1493"/>
                </a:lnTo>
                <a:lnTo>
                  <a:pt x="1461" y="1491"/>
                </a:lnTo>
                <a:lnTo>
                  <a:pt x="1463" y="1491"/>
                </a:lnTo>
                <a:lnTo>
                  <a:pt x="1466" y="1490"/>
                </a:lnTo>
                <a:lnTo>
                  <a:pt x="1468" y="1491"/>
                </a:lnTo>
                <a:lnTo>
                  <a:pt x="1470" y="1492"/>
                </a:lnTo>
                <a:lnTo>
                  <a:pt x="1471" y="1493"/>
                </a:lnTo>
                <a:lnTo>
                  <a:pt x="1471" y="1492"/>
                </a:lnTo>
                <a:lnTo>
                  <a:pt x="1472" y="1491"/>
                </a:lnTo>
                <a:lnTo>
                  <a:pt x="1474" y="1490"/>
                </a:lnTo>
                <a:lnTo>
                  <a:pt x="1476" y="1490"/>
                </a:lnTo>
                <a:lnTo>
                  <a:pt x="1479" y="1490"/>
                </a:lnTo>
                <a:lnTo>
                  <a:pt x="1480" y="1490"/>
                </a:lnTo>
                <a:lnTo>
                  <a:pt x="1480" y="1492"/>
                </a:lnTo>
                <a:lnTo>
                  <a:pt x="1481" y="1493"/>
                </a:lnTo>
                <a:lnTo>
                  <a:pt x="1481" y="1494"/>
                </a:lnTo>
                <a:lnTo>
                  <a:pt x="1483" y="1494"/>
                </a:lnTo>
                <a:lnTo>
                  <a:pt x="1485" y="1494"/>
                </a:lnTo>
                <a:lnTo>
                  <a:pt x="1488" y="1492"/>
                </a:lnTo>
                <a:lnTo>
                  <a:pt x="1489" y="1492"/>
                </a:lnTo>
                <a:lnTo>
                  <a:pt x="1491" y="1493"/>
                </a:lnTo>
                <a:lnTo>
                  <a:pt x="1493" y="1492"/>
                </a:lnTo>
                <a:lnTo>
                  <a:pt x="1493" y="1491"/>
                </a:lnTo>
                <a:lnTo>
                  <a:pt x="1495" y="1488"/>
                </a:lnTo>
                <a:lnTo>
                  <a:pt x="1496" y="1488"/>
                </a:lnTo>
                <a:lnTo>
                  <a:pt x="1500" y="1489"/>
                </a:lnTo>
                <a:lnTo>
                  <a:pt x="1501" y="1487"/>
                </a:lnTo>
                <a:lnTo>
                  <a:pt x="1501" y="1485"/>
                </a:lnTo>
                <a:lnTo>
                  <a:pt x="1502" y="1484"/>
                </a:lnTo>
                <a:lnTo>
                  <a:pt x="1503" y="1484"/>
                </a:lnTo>
                <a:lnTo>
                  <a:pt x="1506" y="1483"/>
                </a:lnTo>
                <a:lnTo>
                  <a:pt x="1509" y="1482"/>
                </a:lnTo>
                <a:lnTo>
                  <a:pt x="1512" y="1481"/>
                </a:lnTo>
                <a:lnTo>
                  <a:pt x="1514" y="1482"/>
                </a:lnTo>
                <a:lnTo>
                  <a:pt x="1516" y="1483"/>
                </a:lnTo>
                <a:lnTo>
                  <a:pt x="1518" y="1482"/>
                </a:lnTo>
                <a:lnTo>
                  <a:pt x="1520" y="1482"/>
                </a:lnTo>
                <a:lnTo>
                  <a:pt x="1521" y="1481"/>
                </a:lnTo>
                <a:lnTo>
                  <a:pt x="1522" y="1482"/>
                </a:lnTo>
                <a:lnTo>
                  <a:pt x="1523" y="1483"/>
                </a:lnTo>
                <a:lnTo>
                  <a:pt x="1524" y="1483"/>
                </a:lnTo>
                <a:lnTo>
                  <a:pt x="1525" y="1483"/>
                </a:lnTo>
                <a:lnTo>
                  <a:pt x="1526" y="1482"/>
                </a:lnTo>
                <a:lnTo>
                  <a:pt x="1527" y="1482"/>
                </a:lnTo>
                <a:lnTo>
                  <a:pt x="1528" y="1481"/>
                </a:lnTo>
                <a:lnTo>
                  <a:pt x="1529" y="1481"/>
                </a:lnTo>
                <a:lnTo>
                  <a:pt x="1532" y="1482"/>
                </a:lnTo>
                <a:lnTo>
                  <a:pt x="1533" y="1481"/>
                </a:lnTo>
                <a:lnTo>
                  <a:pt x="1534" y="1483"/>
                </a:lnTo>
                <a:lnTo>
                  <a:pt x="1535" y="1485"/>
                </a:lnTo>
                <a:lnTo>
                  <a:pt x="1536" y="1487"/>
                </a:lnTo>
                <a:lnTo>
                  <a:pt x="1536" y="1488"/>
                </a:lnTo>
                <a:lnTo>
                  <a:pt x="1537" y="1492"/>
                </a:lnTo>
                <a:lnTo>
                  <a:pt x="1537" y="1495"/>
                </a:lnTo>
                <a:lnTo>
                  <a:pt x="1539" y="1500"/>
                </a:lnTo>
                <a:lnTo>
                  <a:pt x="1541" y="1503"/>
                </a:lnTo>
                <a:lnTo>
                  <a:pt x="1541" y="1504"/>
                </a:lnTo>
                <a:lnTo>
                  <a:pt x="1542" y="1504"/>
                </a:lnTo>
                <a:lnTo>
                  <a:pt x="1542" y="1505"/>
                </a:lnTo>
                <a:lnTo>
                  <a:pt x="1543" y="1507"/>
                </a:lnTo>
                <a:lnTo>
                  <a:pt x="1544" y="1509"/>
                </a:lnTo>
                <a:lnTo>
                  <a:pt x="1545" y="1512"/>
                </a:lnTo>
                <a:lnTo>
                  <a:pt x="1545" y="1514"/>
                </a:lnTo>
                <a:lnTo>
                  <a:pt x="1546" y="1516"/>
                </a:lnTo>
                <a:lnTo>
                  <a:pt x="1547" y="1516"/>
                </a:lnTo>
                <a:lnTo>
                  <a:pt x="1550" y="1516"/>
                </a:lnTo>
                <a:lnTo>
                  <a:pt x="1552" y="1516"/>
                </a:lnTo>
                <a:lnTo>
                  <a:pt x="1555" y="1517"/>
                </a:lnTo>
                <a:lnTo>
                  <a:pt x="1558" y="1517"/>
                </a:lnTo>
                <a:lnTo>
                  <a:pt x="1559" y="1516"/>
                </a:lnTo>
                <a:lnTo>
                  <a:pt x="1561" y="1516"/>
                </a:lnTo>
                <a:lnTo>
                  <a:pt x="1562" y="1516"/>
                </a:lnTo>
                <a:lnTo>
                  <a:pt x="1563" y="1516"/>
                </a:lnTo>
                <a:lnTo>
                  <a:pt x="1564" y="1516"/>
                </a:lnTo>
                <a:lnTo>
                  <a:pt x="1566" y="1516"/>
                </a:lnTo>
                <a:lnTo>
                  <a:pt x="1569" y="1517"/>
                </a:lnTo>
                <a:lnTo>
                  <a:pt x="1570" y="1518"/>
                </a:lnTo>
                <a:lnTo>
                  <a:pt x="1569" y="1520"/>
                </a:lnTo>
                <a:lnTo>
                  <a:pt x="1569" y="1521"/>
                </a:lnTo>
                <a:lnTo>
                  <a:pt x="1568" y="1522"/>
                </a:lnTo>
                <a:lnTo>
                  <a:pt x="1568" y="1523"/>
                </a:lnTo>
                <a:lnTo>
                  <a:pt x="1568" y="1524"/>
                </a:lnTo>
                <a:lnTo>
                  <a:pt x="1569" y="1525"/>
                </a:lnTo>
                <a:lnTo>
                  <a:pt x="1570" y="1526"/>
                </a:lnTo>
                <a:lnTo>
                  <a:pt x="1570" y="1527"/>
                </a:lnTo>
                <a:lnTo>
                  <a:pt x="1571" y="1527"/>
                </a:lnTo>
                <a:lnTo>
                  <a:pt x="1573" y="1526"/>
                </a:lnTo>
                <a:lnTo>
                  <a:pt x="1575" y="1526"/>
                </a:lnTo>
                <a:lnTo>
                  <a:pt x="1577" y="1525"/>
                </a:lnTo>
                <a:lnTo>
                  <a:pt x="1579" y="1525"/>
                </a:lnTo>
                <a:lnTo>
                  <a:pt x="1580" y="1526"/>
                </a:lnTo>
                <a:lnTo>
                  <a:pt x="1582" y="1526"/>
                </a:lnTo>
                <a:lnTo>
                  <a:pt x="1583" y="1525"/>
                </a:lnTo>
                <a:lnTo>
                  <a:pt x="1585" y="1525"/>
                </a:lnTo>
                <a:lnTo>
                  <a:pt x="1588" y="1525"/>
                </a:lnTo>
                <a:lnTo>
                  <a:pt x="1592" y="1525"/>
                </a:lnTo>
                <a:lnTo>
                  <a:pt x="1594" y="1525"/>
                </a:lnTo>
                <a:lnTo>
                  <a:pt x="1595" y="1525"/>
                </a:lnTo>
                <a:lnTo>
                  <a:pt x="1596" y="1525"/>
                </a:lnTo>
                <a:lnTo>
                  <a:pt x="1598" y="1526"/>
                </a:lnTo>
                <a:lnTo>
                  <a:pt x="1605" y="1534"/>
                </a:lnTo>
                <a:lnTo>
                  <a:pt x="1611" y="1538"/>
                </a:lnTo>
                <a:lnTo>
                  <a:pt x="1621" y="1545"/>
                </a:lnTo>
                <a:lnTo>
                  <a:pt x="1632" y="1543"/>
                </a:lnTo>
                <a:lnTo>
                  <a:pt x="1638" y="1539"/>
                </a:lnTo>
                <a:lnTo>
                  <a:pt x="1645" y="1515"/>
                </a:lnTo>
                <a:lnTo>
                  <a:pt x="1642" y="1504"/>
                </a:lnTo>
                <a:lnTo>
                  <a:pt x="1641" y="1498"/>
                </a:lnTo>
                <a:lnTo>
                  <a:pt x="1629" y="1487"/>
                </a:lnTo>
                <a:lnTo>
                  <a:pt x="1610" y="1466"/>
                </a:lnTo>
                <a:lnTo>
                  <a:pt x="1610" y="1464"/>
                </a:lnTo>
                <a:lnTo>
                  <a:pt x="1611" y="1450"/>
                </a:lnTo>
                <a:lnTo>
                  <a:pt x="1615" y="1445"/>
                </a:lnTo>
                <a:lnTo>
                  <a:pt x="1616" y="1443"/>
                </a:lnTo>
                <a:lnTo>
                  <a:pt x="1618" y="1434"/>
                </a:lnTo>
                <a:lnTo>
                  <a:pt x="1619" y="1431"/>
                </a:lnTo>
                <a:lnTo>
                  <a:pt x="1620" y="1429"/>
                </a:lnTo>
                <a:lnTo>
                  <a:pt x="1625" y="1425"/>
                </a:lnTo>
                <a:lnTo>
                  <a:pt x="1626" y="1423"/>
                </a:lnTo>
                <a:lnTo>
                  <a:pt x="1628" y="1422"/>
                </a:lnTo>
                <a:lnTo>
                  <a:pt x="1629" y="1419"/>
                </a:lnTo>
                <a:lnTo>
                  <a:pt x="1631" y="1414"/>
                </a:lnTo>
                <a:lnTo>
                  <a:pt x="1631" y="1413"/>
                </a:lnTo>
                <a:lnTo>
                  <a:pt x="1632" y="1411"/>
                </a:lnTo>
                <a:lnTo>
                  <a:pt x="1633" y="1409"/>
                </a:lnTo>
                <a:lnTo>
                  <a:pt x="1633" y="1406"/>
                </a:lnTo>
                <a:lnTo>
                  <a:pt x="1633" y="1404"/>
                </a:lnTo>
                <a:lnTo>
                  <a:pt x="1633" y="1402"/>
                </a:lnTo>
                <a:lnTo>
                  <a:pt x="1633" y="1401"/>
                </a:lnTo>
                <a:lnTo>
                  <a:pt x="1633" y="1399"/>
                </a:lnTo>
                <a:lnTo>
                  <a:pt x="1634" y="1398"/>
                </a:lnTo>
                <a:lnTo>
                  <a:pt x="1635" y="1395"/>
                </a:lnTo>
                <a:lnTo>
                  <a:pt x="1636" y="1389"/>
                </a:lnTo>
                <a:lnTo>
                  <a:pt x="1637" y="1388"/>
                </a:lnTo>
                <a:lnTo>
                  <a:pt x="1643" y="1385"/>
                </a:lnTo>
                <a:lnTo>
                  <a:pt x="1646" y="1384"/>
                </a:lnTo>
                <a:lnTo>
                  <a:pt x="1648" y="1384"/>
                </a:lnTo>
                <a:lnTo>
                  <a:pt x="1651" y="1385"/>
                </a:lnTo>
                <a:lnTo>
                  <a:pt x="1655" y="1384"/>
                </a:lnTo>
                <a:lnTo>
                  <a:pt x="1672" y="1350"/>
                </a:lnTo>
                <a:lnTo>
                  <a:pt x="1690" y="1326"/>
                </a:lnTo>
                <a:lnTo>
                  <a:pt x="1715" y="1290"/>
                </a:lnTo>
                <a:lnTo>
                  <a:pt x="1727" y="1270"/>
                </a:lnTo>
                <a:lnTo>
                  <a:pt x="1732" y="1255"/>
                </a:lnTo>
                <a:lnTo>
                  <a:pt x="1742" y="1237"/>
                </a:lnTo>
                <a:lnTo>
                  <a:pt x="1750" y="1234"/>
                </a:lnTo>
                <a:lnTo>
                  <a:pt x="1750" y="1229"/>
                </a:lnTo>
                <a:lnTo>
                  <a:pt x="1763" y="1206"/>
                </a:lnTo>
                <a:lnTo>
                  <a:pt x="1765" y="1201"/>
                </a:lnTo>
                <a:lnTo>
                  <a:pt x="1766" y="1197"/>
                </a:lnTo>
                <a:lnTo>
                  <a:pt x="1767" y="1193"/>
                </a:lnTo>
                <a:lnTo>
                  <a:pt x="1768" y="1193"/>
                </a:lnTo>
                <a:lnTo>
                  <a:pt x="1768" y="1192"/>
                </a:lnTo>
                <a:lnTo>
                  <a:pt x="1771" y="1190"/>
                </a:lnTo>
                <a:lnTo>
                  <a:pt x="1774" y="1188"/>
                </a:lnTo>
                <a:lnTo>
                  <a:pt x="1777" y="1185"/>
                </a:lnTo>
                <a:lnTo>
                  <a:pt x="1777" y="1184"/>
                </a:lnTo>
                <a:lnTo>
                  <a:pt x="1778" y="1182"/>
                </a:lnTo>
                <a:lnTo>
                  <a:pt x="1779" y="1179"/>
                </a:lnTo>
                <a:lnTo>
                  <a:pt x="1782" y="1176"/>
                </a:lnTo>
                <a:lnTo>
                  <a:pt x="1782" y="1175"/>
                </a:lnTo>
                <a:lnTo>
                  <a:pt x="1783" y="1173"/>
                </a:lnTo>
                <a:lnTo>
                  <a:pt x="1784" y="1171"/>
                </a:lnTo>
                <a:lnTo>
                  <a:pt x="1785" y="1170"/>
                </a:lnTo>
                <a:lnTo>
                  <a:pt x="1786" y="1167"/>
                </a:lnTo>
                <a:lnTo>
                  <a:pt x="1787" y="1165"/>
                </a:lnTo>
                <a:lnTo>
                  <a:pt x="1787" y="1163"/>
                </a:lnTo>
                <a:lnTo>
                  <a:pt x="1787" y="1162"/>
                </a:lnTo>
                <a:lnTo>
                  <a:pt x="1788" y="1158"/>
                </a:lnTo>
                <a:lnTo>
                  <a:pt x="1789" y="1156"/>
                </a:lnTo>
                <a:lnTo>
                  <a:pt x="1789" y="1154"/>
                </a:lnTo>
                <a:lnTo>
                  <a:pt x="1790" y="1154"/>
                </a:lnTo>
                <a:lnTo>
                  <a:pt x="1791" y="1155"/>
                </a:lnTo>
                <a:lnTo>
                  <a:pt x="1792" y="1155"/>
                </a:lnTo>
                <a:lnTo>
                  <a:pt x="1793" y="1155"/>
                </a:lnTo>
                <a:lnTo>
                  <a:pt x="1794" y="1155"/>
                </a:lnTo>
                <a:lnTo>
                  <a:pt x="1796" y="1154"/>
                </a:lnTo>
                <a:lnTo>
                  <a:pt x="1798" y="1155"/>
                </a:lnTo>
                <a:lnTo>
                  <a:pt x="1800" y="1156"/>
                </a:lnTo>
                <a:lnTo>
                  <a:pt x="1801" y="1156"/>
                </a:lnTo>
                <a:lnTo>
                  <a:pt x="1803" y="1155"/>
                </a:lnTo>
                <a:lnTo>
                  <a:pt x="1805" y="1154"/>
                </a:lnTo>
                <a:lnTo>
                  <a:pt x="1806" y="1154"/>
                </a:lnTo>
                <a:lnTo>
                  <a:pt x="1807" y="1155"/>
                </a:lnTo>
                <a:lnTo>
                  <a:pt x="1809" y="1158"/>
                </a:lnTo>
                <a:lnTo>
                  <a:pt x="1810" y="1159"/>
                </a:lnTo>
                <a:lnTo>
                  <a:pt x="1813" y="1160"/>
                </a:lnTo>
                <a:lnTo>
                  <a:pt x="1813" y="1161"/>
                </a:lnTo>
                <a:lnTo>
                  <a:pt x="1814" y="1163"/>
                </a:lnTo>
                <a:lnTo>
                  <a:pt x="1814" y="1165"/>
                </a:lnTo>
                <a:lnTo>
                  <a:pt x="1814" y="1166"/>
                </a:lnTo>
                <a:lnTo>
                  <a:pt x="1815" y="1167"/>
                </a:lnTo>
                <a:lnTo>
                  <a:pt x="1816" y="1167"/>
                </a:lnTo>
                <a:lnTo>
                  <a:pt x="1816" y="1168"/>
                </a:lnTo>
                <a:lnTo>
                  <a:pt x="1817" y="1169"/>
                </a:lnTo>
                <a:lnTo>
                  <a:pt x="1819" y="1170"/>
                </a:lnTo>
                <a:lnTo>
                  <a:pt x="1822" y="1171"/>
                </a:lnTo>
                <a:lnTo>
                  <a:pt x="1824" y="1171"/>
                </a:lnTo>
                <a:lnTo>
                  <a:pt x="1826" y="1171"/>
                </a:lnTo>
                <a:lnTo>
                  <a:pt x="1826" y="1172"/>
                </a:lnTo>
                <a:lnTo>
                  <a:pt x="1827" y="1173"/>
                </a:lnTo>
                <a:lnTo>
                  <a:pt x="1828" y="1173"/>
                </a:lnTo>
                <a:lnTo>
                  <a:pt x="1829" y="1173"/>
                </a:lnTo>
                <a:lnTo>
                  <a:pt x="1830" y="1173"/>
                </a:lnTo>
                <a:lnTo>
                  <a:pt x="1831" y="1173"/>
                </a:lnTo>
                <a:lnTo>
                  <a:pt x="1832" y="1173"/>
                </a:lnTo>
                <a:lnTo>
                  <a:pt x="1833" y="1173"/>
                </a:lnTo>
                <a:lnTo>
                  <a:pt x="1833" y="1174"/>
                </a:lnTo>
                <a:lnTo>
                  <a:pt x="1833" y="1175"/>
                </a:lnTo>
                <a:lnTo>
                  <a:pt x="1834" y="1176"/>
                </a:lnTo>
                <a:lnTo>
                  <a:pt x="1835" y="1178"/>
                </a:lnTo>
                <a:lnTo>
                  <a:pt x="1836" y="1180"/>
                </a:lnTo>
                <a:lnTo>
                  <a:pt x="1836" y="1182"/>
                </a:lnTo>
                <a:lnTo>
                  <a:pt x="1837" y="1184"/>
                </a:lnTo>
                <a:lnTo>
                  <a:pt x="1838" y="1185"/>
                </a:lnTo>
                <a:lnTo>
                  <a:pt x="1838" y="1186"/>
                </a:lnTo>
                <a:lnTo>
                  <a:pt x="1839" y="1186"/>
                </a:lnTo>
                <a:lnTo>
                  <a:pt x="1841" y="1185"/>
                </a:lnTo>
                <a:lnTo>
                  <a:pt x="1843" y="1185"/>
                </a:lnTo>
                <a:lnTo>
                  <a:pt x="1845" y="1185"/>
                </a:lnTo>
                <a:lnTo>
                  <a:pt x="1845" y="1186"/>
                </a:lnTo>
                <a:lnTo>
                  <a:pt x="1845" y="1187"/>
                </a:lnTo>
                <a:lnTo>
                  <a:pt x="1846" y="1188"/>
                </a:lnTo>
                <a:lnTo>
                  <a:pt x="1846" y="1189"/>
                </a:lnTo>
                <a:lnTo>
                  <a:pt x="1847" y="1190"/>
                </a:lnTo>
                <a:lnTo>
                  <a:pt x="1847" y="1191"/>
                </a:lnTo>
                <a:lnTo>
                  <a:pt x="1849" y="1191"/>
                </a:lnTo>
                <a:lnTo>
                  <a:pt x="1850" y="1191"/>
                </a:lnTo>
                <a:lnTo>
                  <a:pt x="1850" y="1192"/>
                </a:lnTo>
                <a:lnTo>
                  <a:pt x="1851" y="1193"/>
                </a:lnTo>
                <a:lnTo>
                  <a:pt x="1852" y="1195"/>
                </a:lnTo>
                <a:lnTo>
                  <a:pt x="1852" y="1196"/>
                </a:lnTo>
                <a:lnTo>
                  <a:pt x="1853" y="1197"/>
                </a:lnTo>
                <a:lnTo>
                  <a:pt x="1854" y="1198"/>
                </a:lnTo>
                <a:lnTo>
                  <a:pt x="1856" y="1198"/>
                </a:lnTo>
                <a:lnTo>
                  <a:pt x="1857" y="1198"/>
                </a:lnTo>
                <a:lnTo>
                  <a:pt x="1857" y="1199"/>
                </a:lnTo>
                <a:lnTo>
                  <a:pt x="1857" y="1200"/>
                </a:lnTo>
                <a:lnTo>
                  <a:pt x="1856" y="1201"/>
                </a:lnTo>
                <a:lnTo>
                  <a:pt x="1856" y="1202"/>
                </a:lnTo>
                <a:lnTo>
                  <a:pt x="1858" y="1203"/>
                </a:lnTo>
                <a:lnTo>
                  <a:pt x="1859" y="1203"/>
                </a:lnTo>
                <a:lnTo>
                  <a:pt x="1860" y="1204"/>
                </a:lnTo>
                <a:lnTo>
                  <a:pt x="1862" y="1206"/>
                </a:lnTo>
                <a:lnTo>
                  <a:pt x="1864" y="1207"/>
                </a:lnTo>
                <a:lnTo>
                  <a:pt x="1865" y="1208"/>
                </a:lnTo>
                <a:lnTo>
                  <a:pt x="1866" y="1208"/>
                </a:lnTo>
                <a:lnTo>
                  <a:pt x="1868" y="1209"/>
                </a:lnTo>
                <a:lnTo>
                  <a:pt x="1872" y="1211"/>
                </a:lnTo>
                <a:lnTo>
                  <a:pt x="1872" y="1212"/>
                </a:lnTo>
                <a:lnTo>
                  <a:pt x="1872" y="1213"/>
                </a:lnTo>
                <a:lnTo>
                  <a:pt x="1872" y="1214"/>
                </a:lnTo>
                <a:lnTo>
                  <a:pt x="1872" y="1215"/>
                </a:lnTo>
                <a:lnTo>
                  <a:pt x="1872" y="1216"/>
                </a:lnTo>
                <a:lnTo>
                  <a:pt x="1873" y="1216"/>
                </a:lnTo>
                <a:lnTo>
                  <a:pt x="1874" y="1215"/>
                </a:lnTo>
                <a:lnTo>
                  <a:pt x="1875" y="1214"/>
                </a:lnTo>
                <a:lnTo>
                  <a:pt x="1877" y="1214"/>
                </a:lnTo>
                <a:lnTo>
                  <a:pt x="1878" y="1214"/>
                </a:lnTo>
                <a:lnTo>
                  <a:pt x="1879" y="1214"/>
                </a:lnTo>
                <a:lnTo>
                  <a:pt x="1882" y="1216"/>
                </a:lnTo>
                <a:lnTo>
                  <a:pt x="1883" y="1216"/>
                </a:lnTo>
                <a:lnTo>
                  <a:pt x="1884" y="1217"/>
                </a:lnTo>
                <a:lnTo>
                  <a:pt x="1885" y="1218"/>
                </a:lnTo>
                <a:lnTo>
                  <a:pt x="1887" y="1220"/>
                </a:lnTo>
                <a:lnTo>
                  <a:pt x="1889" y="1221"/>
                </a:lnTo>
                <a:lnTo>
                  <a:pt x="1890" y="1222"/>
                </a:lnTo>
                <a:lnTo>
                  <a:pt x="1891" y="1223"/>
                </a:lnTo>
                <a:lnTo>
                  <a:pt x="1892" y="1224"/>
                </a:lnTo>
                <a:lnTo>
                  <a:pt x="1894" y="1224"/>
                </a:lnTo>
                <a:lnTo>
                  <a:pt x="1895" y="1225"/>
                </a:lnTo>
                <a:lnTo>
                  <a:pt x="1895" y="1227"/>
                </a:lnTo>
                <a:lnTo>
                  <a:pt x="1896" y="1227"/>
                </a:lnTo>
                <a:lnTo>
                  <a:pt x="1897" y="1228"/>
                </a:lnTo>
                <a:lnTo>
                  <a:pt x="1898" y="1227"/>
                </a:lnTo>
                <a:lnTo>
                  <a:pt x="1899" y="1228"/>
                </a:lnTo>
                <a:lnTo>
                  <a:pt x="1899" y="1230"/>
                </a:lnTo>
                <a:lnTo>
                  <a:pt x="1900" y="1231"/>
                </a:lnTo>
                <a:lnTo>
                  <a:pt x="1900" y="1232"/>
                </a:lnTo>
                <a:lnTo>
                  <a:pt x="1901" y="1231"/>
                </a:lnTo>
                <a:lnTo>
                  <a:pt x="1902" y="1230"/>
                </a:lnTo>
                <a:lnTo>
                  <a:pt x="1904" y="1229"/>
                </a:lnTo>
                <a:lnTo>
                  <a:pt x="1905" y="1228"/>
                </a:lnTo>
                <a:lnTo>
                  <a:pt x="1906" y="1229"/>
                </a:lnTo>
                <a:lnTo>
                  <a:pt x="1907" y="1229"/>
                </a:lnTo>
                <a:lnTo>
                  <a:pt x="1908" y="1230"/>
                </a:lnTo>
                <a:lnTo>
                  <a:pt x="1910" y="1230"/>
                </a:lnTo>
                <a:lnTo>
                  <a:pt x="1911" y="1229"/>
                </a:lnTo>
                <a:lnTo>
                  <a:pt x="1912" y="1229"/>
                </a:lnTo>
                <a:lnTo>
                  <a:pt x="1912" y="1230"/>
                </a:lnTo>
                <a:lnTo>
                  <a:pt x="1913" y="1230"/>
                </a:lnTo>
                <a:lnTo>
                  <a:pt x="1915" y="1232"/>
                </a:lnTo>
                <a:lnTo>
                  <a:pt x="1919" y="1235"/>
                </a:lnTo>
                <a:lnTo>
                  <a:pt x="1924" y="1237"/>
                </a:lnTo>
                <a:lnTo>
                  <a:pt x="1929" y="1237"/>
                </a:lnTo>
                <a:lnTo>
                  <a:pt x="1932" y="1236"/>
                </a:lnTo>
                <a:lnTo>
                  <a:pt x="1936" y="1234"/>
                </a:lnTo>
                <a:lnTo>
                  <a:pt x="1939" y="1232"/>
                </a:lnTo>
                <a:lnTo>
                  <a:pt x="1940" y="1233"/>
                </a:lnTo>
                <a:lnTo>
                  <a:pt x="1942" y="1233"/>
                </a:lnTo>
                <a:lnTo>
                  <a:pt x="1945" y="1234"/>
                </a:lnTo>
                <a:lnTo>
                  <a:pt x="1945" y="1235"/>
                </a:lnTo>
                <a:lnTo>
                  <a:pt x="1946" y="1235"/>
                </a:lnTo>
                <a:lnTo>
                  <a:pt x="1949" y="1235"/>
                </a:lnTo>
                <a:lnTo>
                  <a:pt x="1951" y="1236"/>
                </a:lnTo>
                <a:lnTo>
                  <a:pt x="1952" y="1237"/>
                </a:lnTo>
                <a:lnTo>
                  <a:pt x="1954" y="1237"/>
                </a:lnTo>
                <a:lnTo>
                  <a:pt x="1956" y="1237"/>
                </a:lnTo>
                <a:lnTo>
                  <a:pt x="1958" y="1236"/>
                </a:lnTo>
                <a:lnTo>
                  <a:pt x="1959" y="1236"/>
                </a:lnTo>
                <a:lnTo>
                  <a:pt x="1959" y="1238"/>
                </a:lnTo>
                <a:lnTo>
                  <a:pt x="1960" y="1238"/>
                </a:lnTo>
                <a:lnTo>
                  <a:pt x="1960" y="1239"/>
                </a:lnTo>
                <a:lnTo>
                  <a:pt x="1961" y="1239"/>
                </a:lnTo>
                <a:lnTo>
                  <a:pt x="1964" y="1239"/>
                </a:lnTo>
                <a:lnTo>
                  <a:pt x="1966" y="1239"/>
                </a:lnTo>
                <a:lnTo>
                  <a:pt x="1970" y="1238"/>
                </a:lnTo>
                <a:lnTo>
                  <a:pt x="1971" y="1238"/>
                </a:lnTo>
                <a:lnTo>
                  <a:pt x="1973" y="1239"/>
                </a:lnTo>
                <a:lnTo>
                  <a:pt x="1974" y="1239"/>
                </a:lnTo>
                <a:lnTo>
                  <a:pt x="1974" y="1240"/>
                </a:lnTo>
                <a:lnTo>
                  <a:pt x="1975" y="1242"/>
                </a:lnTo>
                <a:lnTo>
                  <a:pt x="1976" y="1243"/>
                </a:lnTo>
                <a:lnTo>
                  <a:pt x="1978" y="1244"/>
                </a:lnTo>
                <a:lnTo>
                  <a:pt x="1980" y="1247"/>
                </a:lnTo>
                <a:lnTo>
                  <a:pt x="1981" y="1248"/>
                </a:lnTo>
                <a:lnTo>
                  <a:pt x="1984" y="1247"/>
                </a:lnTo>
                <a:lnTo>
                  <a:pt x="1987" y="1246"/>
                </a:lnTo>
                <a:lnTo>
                  <a:pt x="1989" y="1245"/>
                </a:lnTo>
                <a:lnTo>
                  <a:pt x="1993" y="1245"/>
                </a:lnTo>
                <a:lnTo>
                  <a:pt x="1995" y="1246"/>
                </a:lnTo>
                <a:lnTo>
                  <a:pt x="1998" y="1247"/>
                </a:lnTo>
                <a:lnTo>
                  <a:pt x="1999" y="1247"/>
                </a:lnTo>
                <a:lnTo>
                  <a:pt x="2001" y="1246"/>
                </a:lnTo>
                <a:lnTo>
                  <a:pt x="2002" y="1246"/>
                </a:lnTo>
                <a:lnTo>
                  <a:pt x="2003" y="1247"/>
                </a:lnTo>
                <a:lnTo>
                  <a:pt x="2004" y="1247"/>
                </a:lnTo>
                <a:lnTo>
                  <a:pt x="2005" y="1246"/>
                </a:lnTo>
                <a:lnTo>
                  <a:pt x="2006" y="1246"/>
                </a:lnTo>
                <a:lnTo>
                  <a:pt x="2011" y="1246"/>
                </a:lnTo>
                <a:lnTo>
                  <a:pt x="2015" y="1247"/>
                </a:lnTo>
                <a:lnTo>
                  <a:pt x="2015" y="1248"/>
                </a:lnTo>
                <a:lnTo>
                  <a:pt x="2016" y="1251"/>
                </a:lnTo>
                <a:lnTo>
                  <a:pt x="2017" y="1253"/>
                </a:lnTo>
                <a:lnTo>
                  <a:pt x="2020" y="1256"/>
                </a:lnTo>
                <a:lnTo>
                  <a:pt x="2022" y="1257"/>
                </a:lnTo>
                <a:lnTo>
                  <a:pt x="2025" y="1259"/>
                </a:lnTo>
                <a:lnTo>
                  <a:pt x="2026" y="1260"/>
                </a:lnTo>
                <a:lnTo>
                  <a:pt x="2027" y="1261"/>
                </a:lnTo>
                <a:lnTo>
                  <a:pt x="2026" y="1263"/>
                </a:lnTo>
                <a:lnTo>
                  <a:pt x="2027" y="1265"/>
                </a:lnTo>
                <a:lnTo>
                  <a:pt x="2028" y="1267"/>
                </a:lnTo>
                <a:lnTo>
                  <a:pt x="2031" y="1274"/>
                </a:lnTo>
                <a:lnTo>
                  <a:pt x="2033" y="1276"/>
                </a:lnTo>
                <a:lnTo>
                  <a:pt x="2033" y="1279"/>
                </a:lnTo>
                <a:lnTo>
                  <a:pt x="2034" y="1282"/>
                </a:lnTo>
                <a:lnTo>
                  <a:pt x="2035" y="1282"/>
                </a:lnTo>
                <a:lnTo>
                  <a:pt x="2036" y="1282"/>
                </a:lnTo>
                <a:lnTo>
                  <a:pt x="2041" y="1279"/>
                </a:lnTo>
                <a:lnTo>
                  <a:pt x="2041" y="1276"/>
                </a:lnTo>
                <a:lnTo>
                  <a:pt x="2042" y="1275"/>
                </a:lnTo>
                <a:lnTo>
                  <a:pt x="2043" y="1273"/>
                </a:lnTo>
                <a:lnTo>
                  <a:pt x="2045" y="1272"/>
                </a:lnTo>
                <a:lnTo>
                  <a:pt x="2046" y="1271"/>
                </a:lnTo>
                <a:lnTo>
                  <a:pt x="2048" y="1271"/>
                </a:lnTo>
                <a:lnTo>
                  <a:pt x="2050" y="1271"/>
                </a:lnTo>
                <a:lnTo>
                  <a:pt x="2052" y="1271"/>
                </a:lnTo>
                <a:lnTo>
                  <a:pt x="2055" y="1272"/>
                </a:lnTo>
                <a:lnTo>
                  <a:pt x="2056" y="1271"/>
                </a:lnTo>
                <a:lnTo>
                  <a:pt x="2058" y="1270"/>
                </a:lnTo>
                <a:lnTo>
                  <a:pt x="2058" y="1269"/>
                </a:lnTo>
                <a:lnTo>
                  <a:pt x="2060" y="1267"/>
                </a:lnTo>
                <a:lnTo>
                  <a:pt x="2063" y="1265"/>
                </a:lnTo>
                <a:lnTo>
                  <a:pt x="2066" y="1263"/>
                </a:lnTo>
                <a:lnTo>
                  <a:pt x="2068" y="1262"/>
                </a:lnTo>
                <a:lnTo>
                  <a:pt x="2070" y="1262"/>
                </a:lnTo>
                <a:lnTo>
                  <a:pt x="2072" y="1262"/>
                </a:lnTo>
                <a:lnTo>
                  <a:pt x="2074" y="1260"/>
                </a:lnTo>
                <a:lnTo>
                  <a:pt x="2076" y="1256"/>
                </a:lnTo>
                <a:lnTo>
                  <a:pt x="2077" y="1256"/>
                </a:lnTo>
                <a:lnTo>
                  <a:pt x="2079" y="1253"/>
                </a:lnTo>
                <a:lnTo>
                  <a:pt x="2080" y="1252"/>
                </a:lnTo>
                <a:lnTo>
                  <a:pt x="2081" y="1251"/>
                </a:lnTo>
                <a:lnTo>
                  <a:pt x="2084" y="1251"/>
                </a:lnTo>
                <a:lnTo>
                  <a:pt x="2087" y="1252"/>
                </a:lnTo>
                <a:lnTo>
                  <a:pt x="2088" y="1252"/>
                </a:lnTo>
                <a:lnTo>
                  <a:pt x="2089" y="1252"/>
                </a:lnTo>
                <a:lnTo>
                  <a:pt x="2089" y="1250"/>
                </a:lnTo>
                <a:lnTo>
                  <a:pt x="2090" y="1250"/>
                </a:lnTo>
                <a:lnTo>
                  <a:pt x="2092" y="1252"/>
                </a:lnTo>
                <a:lnTo>
                  <a:pt x="2093" y="1254"/>
                </a:lnTo>
                <a:lnTo>
                  <a:pt x="2094" y="1255"/>
                </a:lnTo>
                <a:lnTo>
                  <a:pt x="2095" y="1256"/>
                </a:lnTo>
                <a:lnTo>
                  <a:pt x="2096" y="1256"/>
                </a:lnTo>
                <a:lnTo>
                  <a:pt x="2098" y="1256"/>
                </a:lnTo>
                <a:lnTo>
                  <a:pt x="2100" y="1255"/>
                </a:lnTo>
                <a:lnTo>
                  <a:pt x="2101" y="1255"/>
                </a:lnTo>
                <a:lnTo>
                  <a:pt x="2101" y="1256"/>
                </a:lnTo>
                <a:lnTo>
                  <a:pt x="2102" y="1256"/>
                </a:lnTo>
                <a:lnTo>
                  <a:pt x="2103" y="1257"/>
                </a:lnTo>
                <a:lnTo>
                  <a:pt x="2105" y="1257"/>
                </a:lnTo>
                <a:lnTo>
                  <a:pt x="2107" y="1256"/>
                </a:lnTo>
                <a:lnTo>
                  <a:pt x="2110" y="1256"/>
                </a:lnTo>
                <a:lnTo>
                  <a:pt x="2113" y="1256"/>
                </a:lnTo>
                <a:lnTo>
                  <a:pt x="2114" y="1256"/>
                </a:lnTo>
                <a:lnTo>
                  <a:pt x="2115" y="1256"/>
                </a:lnTo>
                <a:lnTo>
                  <a:pt x="2117" y="1258"/>
                </a:lnTo>
                <a:lnTo>
                  <a:pt x="2120" y="1259"/>
                </a:lnTo>
                <a:lnTo>
                  <a:pt x="2123" y="1259"/>
                </a:lnTo>
                <a:lnTo>
                  <a:pt x="2125" y="1260"/>
                </a:lnTo>
                <a:lnTo>
                  <a:pt x="2126" y="1259"/>
                </a:lnTo>
                <a:lnTo>
                  <a:pt x="2126" y="1258"/>
                </a:lnTo>
                <a:lnTo>
                  <a:pt x="2127" y="1253"/>
                </a:lnTo>
                <a:lnTo>
                  <a:pt x="2127" y="1252"/>
                </a:lnTo>
                <a:lnTo>
                  <a:pt x="2129" y="1248"/>
                </a:lnTo>
                <a:lnTo>
                  <a:pt x="2132" y="1246"/>
                </a:lnTo>
                <a:lnTo>
                  <a:pt x="2134" y="1244"/>
                </a:lnTo>
                <a:lnTo>
                  <a:pt x="2135" y="1243"/>
                </a:lnTo>
                <a:lnTo>
                  <a:pt x="2140" y="1238"/>
                </a:lnTo>
                <a:lnTo>
                  <a:pt x="2145" y="1234"/>
                </a:lnTo>
                <a:lnTo>
                  <a:pt x="2148" y="1231"/>
                </a:lnTo>
                <a:lnTo>
                  <a:pt x="2149" y="1230"/>
                </a:lnTo>
                <a:lnTo>
                  <a:pt x="2152" y="1228"/>
                </a:lnTo>
                <a:lnTo>
                  <a:pt x="2153" y="1227"/>
                </a:lnTo>
                <a:lnTo>
                  <a:pt x="2154" y="1226"/>
                </a:lnTo>
                <a:lnTo>
                  <a:pt x="2154" y="1224"/>
                </a:lnTo>
                <a:lnTo>
                  <a:pt x="2154" y="1222"/>
                </a:lnTo>
                <a:lnTo>
                  <a:pt x="2155" y="1221"/>
                </a:lnTo>
                <a:lnTo>
                  <a:pt x="2155" y="1220"/>
                </a:lnTo>
                <a:lnTo>
                  <a:pt x="2156" y="1219"/>
                </a:lnTo>
                <a:lnTo>
                  <a:pt x="2156" y="1217"/>
                </a:lnTo>
                <a:lnTo>
                  <a:pt x="2156" y="1215"/>
                </a:lnTo>
                <a:lnTo>
                  <a:pt x="2155" y="1213"/>
                </a:lnTo>
                <a:lnTo>
                  <a:pt x="2154" y="1212"/>
                </a:lnTo>
                <a:lnTo>
                  <a:pt x="2154" y="1211"/>
                </a:lnTo>
                <a:lnTo>
                  <a:pt x="2154" y="1210"/>
                </a:lnTo>
                <a:lnTo>
                  <a:pt x="2154" y="1209"/>
                </a:lnTo>
                <a:lnTo>
                  <a:pt x="2155" y="1208"/>
                </a:lnTo>
                <a:lnTo>
                  <a:pt x="2155" y="1207"/>
                </a:lnTo>
                <a:lnTo>
                  <a:pt x="2156" y="1206"/>
                </a:lnTo>
                <a:lnTo>
                  <a:pt x="2157" y="1205"/>
                </a:lnTo>
                <a:lnTo>
                  <a:pt x="2157" y="1204"/>
                </a:lnTo>
                <a:lnTo>
                  <a:pt x="2158" y="1202"/>
                </a:lnTo>
                <a:lnTo>
                  <a:pt x="2159" y="1201"/>
                </a:lnTo>
                <a:lnTo>
                  <a:pt x="2160" y="1200"/>
                </a:lnTo>
                <a:lnTo>
                  <a:pt x="2160" y="1199"/>
                </a:lnTo>
                <a:lnTo>
                  <a:pt x="2160" y="1197"/>
                </a:lnTo>
                <a:lnTo>
                  <a:pt x="2160" y="1192"/>
                </a:lnTo>
                <a:lnTo>
                  <a:pt x="2160" y="1189"/>
                </a:lnTo>
                <a:lnTo>
                  <a:pt x="2161" y="1187"/>
                </a:lnTo>
                <a:lnTo>
                  <a:pt x="2160" y="1186"/>
                </a:lnTo>
                <a:lnTo>
                  <a:pt x="2160" y="1185"/>
                </a:lnTo>
                <a:lnTo>
                  <a:pt x="2159" y="1185"/>
                </a:lnTo>
                <a:lnTo>
                  <a:pt x="2159" y="1184"/>
                </a:lnTo>
                <a:lnTo>
                  <a:pt x="2157" y="1182"/>
                </a:lnTo>
                <a:lnTo>
                  <a:pt x="2156" y="1180"/>
                </a:lnTo>
                <a:lnTo>
                  <a:pt x="2155" y="1177"/>
                </a:lnTo>
                <a:lnTo>
                  <a:pt x="2155" y="1176"/>
                </a:lnTo>
                <a:lnTo>
                  <a:pt x="2155" y="1175"/>
                </a:lnTo>
                <a:lnTo>
                  <a:pt x="2155" y="1173"/>
                </a:lnTo>
                <a:lnTo>
                  <a:pt x="2154" y="1173"/>
                </a:lnTo>
                <a:lnTo>
                  <a:pt x="2153" y="1172"/>
                </a:lnTo>
                <a:lnTo>
                  <a:pt x="2154" y="1171"/>
                </a:lnTo>
                <a:lnTo>
                  <a:pt x="2153" y="1171"/>
                </a:lnTo>
                <a:lnTo>
                  <a:pt x="2154" y="1169"/>
                </a:lnTo>
                <a:lnTo>
                  <a:pt x="2155" y="1165"/>
                </a:lnTo>
                <a:lnTo>
                  <a:pt x="2155" y="1164"/>
                </a:lnTo>
                <a:lnTo>
                  <a:pt x="2156" y="1159"/>
                </a:lnTo>
                <a:lnTo>
                  <a:pt x="2156" y="1154"/>
                </a:lnTo>
                <a:lnTo>
                  <a:pt x="2157" y="1150"/>
                </a:lnTo>
                <a:lnTo>
                  <a:pt x="2157" y="1146"/>
                </a:lnTo>
                <a:lnTo>
                  <a:pt x="2161" y="1106"/>
                </a:lnTo>
                <a:lnTo>
                  <a:pt x="2163" y="1082"/>
                </a:lnTo>
                <a:lnTo>
                  <a:pt x="2163" y="1081"/>
                </a:lnTo>
                <a:lnTo>
                  <a:pt x="2163" y="1078"/>
                </a:lnTo>
                <a:lnTo>
                  <a:pt x="2163" y="1075"/>
                </a:lnTo>
                <a:lnTo>
                  <a:pt x="2163" y="1074"/>
                </a:lnTo>
                <a:lnTo>
                  <a:pt x="2163" y="1073"/>
                </a:lnTo>
                <a:lnTo>
                  <a:pt x="2163" y="1072"/>
                </a:lnTo>
                <a:lnTo>
                  <a:pt x="2163" y="1071"/>
                </a:lnTo>
                <a:lnTo>
                  <a:pt x="2164" y="1070"/>
                </a:lnTo>
                <a:lnTo>
                  <a:pt x="2164" y="1068"/>
                </a:lnTo>
                <a:lnTo>
                  <a:pt x="2164" y="1067"/>
                </a:lnTo>
                <a:lnTo>
                  <a:pt x="2163" y="1066"/>
                </a:lnTo>
                <a:lnTo>
                  <a:pt x="2162" y="1066"/>
                </a:lnTo>
                <a:lnTo>
                  <a:pt x="2162" y="1065"/>
                </a:lnTo>
                <a:lnTo>
                  <a:pt x="2163" y="1065"/>
                </a:lnTo>
                <a:lnTo>
                  <a:pt x="2163" y="1064"/>
                </a:lnTo>
                <a:lnTo>
                  <a:pt x="2164" y="1063"/>
                </a:lnTo>
                <a:lnTo>
                  <a:pt x="2164" y="1062"/>
                </a:lnTo>
                <a:lnTo>
                  <a:pt x="2164" y="1061"/>
                </a:lnTo>
                <a:lnTo>
                  <a:pt x="2165" y="1061"/>
                </a:lnTo>
                <a:lnTo>
                  <a:pt x="2165" y="1060"/>
                </a:lnTo>
                <a:lnTo>
                  <a:pt x="2166" y="1060"/>
                </a:lnTo>
                <a:lnTo>
                  <a:pt x="2166" y="1058"/>
                </a:lnTo>
                <a:lnTo>
                  <a:pt x="2166" y="1057"/>
                </a:lnTo>
                <a:lnTo>
                  <a:pt x="2166" y="1056"/>
                </a:lnTo>
                <a:lnTo>
                  <a:pt x="2167" y="1056"/>
                </a:lnTo>
                <a:lnTo>
                  <a:pt x="2167" y="1055"/>
                </a:lnTo>
                <a:lnTo>
                  <a:pt x="2167" y="1054"/>
                </a:lnTo>
                <a:lnTo>
                  <a:pt x="2167" y="1053"/>
                </a:lnTo>
                <a:lnTo>
                  <a:pt x="2168" y="1053"/>
                </a:lnTo>
                <a:lnTo>
                  <a:pt x="2168" y="1052"/>
                </a:lnTo>
                <a:lnTo>
                  <a:pt x="2168" y="1051"/>
                </a:lnTo>
                <a:lnTo>
                  <a:pt x="2168" y="1050"/>
                </a:lnTo>
                <a:lnTo>
                  <a:pt x="2169" y="1050"/>
                </a:lnTo>
                <a:lnTo>
                  <a:pt x="2170" y="1050"/>
                </a:lnTo>
                <a:lnTo>
                  <a:pt x="2170" y="1049"/>
                </a:lnTo>
                <a:lnTo>
                  <a:pt x="2169" y="1049"/>
                </a:lnTo>
                <a:lnTo>
                  <a:pt x="2169" y="1048"/>
                </a:lnTo>
                <a:lnTo>
                  <a:pt x="2169" y="1047"/>
                </a:lnTo>
                <a:lnTo>
                  <a:pt x="2170" y="1047"/>
                </a:lnTo>
                <a:lnTo>
                  <a:pt x="2170" y="1046"/>
                </a:lnTo>
                <a:lnTo>
                  <a:pt x="2171" y="1046"/>
                </a:lnTo>
                <a:lnTo>
                  <a:pt x="2171" y="1045"/>
                </a:lnTo>
                <a:lnTo>
                  <a:pt x="2172" y="1045"/>
                </a:lnTo>
                <a:lnTo>
                  <a:pt x="2172" y="1044"/>
                </a:lnTo>
                <a:lnTo>
                  <a:pt x="2172" y="1043"/>
                </a:lnTo>
                <a:lnTo>
                  <a:pt x="2173" y="1041"/>
                </a:lnTo>
                <a:lnTo>
                  <a:pt x="2173" y="1040"/>
                </a:lnTo>
                <a:lnTo>
                  <a:pt x="2174" y="1040"/>
                </a:lnTo>
                <a:lnTo>
                  <a:pt x="2175" y="1039"/>
                </a:lnTo>
                <a:lnTo>
                  <a:pt x="2175" y="1038"/>
                </a:lnTo>
                <a:lnTo>
                  <a:pt x="2176" y="1038"/>
                </a:lnTo>
                <a:lnTo>
                  <a:pt x="2176" y="1037"/>
                </a:lnTo>
                <a:lnTo>
                  <a:pt x="2177" y="1035"/>
                </a:lnTo>
                <a:lnTo>
                  <a:pt x="2177" y="1034"/>
                </a:lnTo>
                <a:lnTo>
                  <a:pt x="2178" y="1033"/>
                </a:lnTo>
                <a:lnTo>
                  <a:pt x="2179" y="1032"/>
                </a:lnTo>
                <a:lnTo>
                  <a:pt x="2180" y="1032"/>
                </a:lnTo>
                <a:lnTo>
                  <a:pt x="2181" y="1031"/>
                </a:lnTo>
                <a:lnTo>
                  <a:pt x="2182" y="1031"/>
                </a:lnTo>
                <a:lnTo>
                  <a:pt x="2182" y="1032"/>
                </a:lnTo>
                <a:lnTo>
                  <a:pt x="2183" y="1032"/>
                </a:lnTo>
                <a:lnTo>
                  <a:pt x="2183" y="1031"/>
                </a:lnTo>
                <a:lnTo>
                  <a:pt x="2183" y="1030"/>
                </a:lnTo>
                <a:lnTo>
                  <a:pt x="2184" y="1029"/>
                </a:lnTo>
                <a:lnTo>
                  <a:pt x="2185" y="1028"/>
                </a:lnTo>
                <a:lnTo>
                  <a:pt x="2186" y="1027"/>
                </a:lnTo>
                <a:lnTo>
                  <a:pt x="2187" y="1026"/>
                </a:lnTo>
                <a:lnTo>
                  <a:pt x="2188" y="1025"/>
                </a:lnTo>
                <a:lnTo>
                  <a:pt x="2189" y="1025"/>
                </a:lnTo>
                <a:lnTo>
                  <a:pt x="2190" y="1024"/>
                </a:lnTo>
                <a:lnTo>
                  <a:pt x="2190" y="1023"/>
                </a:lnTo>
                <a:lnTo>
                  <a:pt x="2191" y="1023"/>
                </a:lnTo>
                <a:lnTo>
                  <a:pt x="2191" y="1022"/>
                </a:lnTo>
                <a:lnTo>
                  <a:pt x="2192" y="1021"/>
                </a:lnTo>
                <a:lnTo>
                  <a:pt x="2192" y="1020"/>
                </a:lnTo>
                <a:lnTo>
                  <a:pt x="2194" y="1019"/>
                </a:lnTo>
                <a:lnTo>
                  <a:pt x="2194" y="1018"/>
                </a:lnTo>
                <a:lnTo>
                  <a:pt x="2194" y="1017"/>
                </a:lnTo>
                <a:lnTo>
                  <a:pt x="2195" y="1016"/>
                </a:lnTo>
                <a:lnTo>
                  <a:pt x="2195" y="1015"/>
                </a:lnTo>
                <a:lnTo>
                  <a:pt x="2196" y="1014"/>
                </a:lnTo>
                <a:lnTo>
                  <a:pt x="2196" y="1013"/>
                </a:lnTo>
                <a:lnTo>
                  <a:pt x="2196" y="1012"/>
                </a:lnTo>
                <a:lnTo>
                  <a:pt x="2197" y="1011"/>
                </a:lnTo>
                <a:lnTo>
                  <a:pt x="2197" y="1010"/>
                </a:lnTo>
                <a:lnTo>
                  <a:pt x="2197" y="1009"/>
                </a:lnTo>
                <a:lnTo>
                  <a:pt x="2199" y="1006"/>
                </a:lnTo>
                <a:lnTo>
                  <a:pt x="2201" y="1005"/>
                </a:lnTo>
                <a:lnTo>
                  <a:pt x="2201" y="1004"/>
                </a:lnTo>
                <a:lnTo>
                  <a:pt x="2201" y="1003"/>
                </a:lnTo>
                <a:lnTo>
                  <a:pt x="2202" y="1003"/>
                </a:lnTo>
                <a:lnTo>
                  <a:pt x="2204" y="1001"/>
                </a:lnTo>
                <a:lnTo>
                  <a:pt x="2206" y="999"/>
                </a:lnTo>
                <a:lnTo>
                  <a:pt x="2207" y="998"/>
                </a:lnTo>
                <a:lnTo>
                  <a:pt x="2208" y="997"/>
                </a:lnTo>
                <a:lnTo>
                  <a:pt x="2210" y="996"/>
                </a:lnTo>
                <a:lnTo>
                  <a:pt x="2212" y="995"/>
                </a:lnTo>
                <a:lnTo>
                  <a:pt x="2213" y="995"/>
                </a:lnTo>
                <a:lnTo>
                  <a:pt x="2213" y="994"/>
                </a:lnTo>
                <a:lnTo>
                  <a:pt x="2214" y="994"/>
                </a:lnTo>
                <a:lnTo>
                  <a:pt x="2214" y="995"/>
                </a:lnTo>
                <a:lnTo>
                  <a:pt x="2216" y="994"/>
                </a:lnTo>
                <a:lnTo>
                  <a:pt x="2218" y="993"/>
                </a:lnTo>
                <a:lnTo>
                  <a:pt x="2219" y="994"/>
                </a:lnTo>
                <a:lnTo>
                  <a:pt x="2220" y="994"/>
                </a:lnTo>
                <a:lnTo>
                  <a:pt x="2222" y="994"/>
                </a:lnTo>
                <a:lnTo>
                  <a:pt x="2223" y="993"/>
                </a:lnTo>
                <a:lnTo>
                  <a:pt x="2224" y="994"/>
                </a:lnTo>
                <a:lnTo>
                  <a:pt x="2225" y="994"/>
                </a:lnTo>
                <a:lnTo>
                  <a:pt x="2226" y="994"/>
                </a:lnTo>
                <a:lnTo>
                  <a:pt x="2227" y="994"/>
                </a:lnTo>
                <a:lnTo>
                  <a:pt x="2228" y="994"/>
                </a:lnTo>
                <a:lnTo>
                  <a:pt x="2230" y="994"/>
                </a:lnTo>
                <a:lnTo>
                  <a:pt x="2231" y="994"/>
                </a:lnTo>
                <a:lnTo>
                  <a:pt x="2251" y="997"/>
                </a:lnTo>
                <a:lnTo>
                  <a:pt x="2272" y="1003"/>
                </a:lnTo>
                <a:lnTo>
                  <a:pt x="2273" y="1002"/>
                </a:lnTo>
                <a:lnTo>
                  <a:pt x="2274" y="1002"/>
                </a:lnTo>
                <a:lnTo>
                  <a:pt x="2275" y="1001"/>
                </a:lnTo>
                <a:lnTo>
                  <a:pt x="2276" y="1001"/>
                </a:lnTo>
                <a:lnTo>
                  <a:pt x="2277" y="1000"/>
                </a:lnTo>
                <a:lnTo>
                  <a:pt x="2278" y="999"/>
                </a:lnTo>
                <a:lnTo>
                  <a:pt x="2280" y="999"/>
                </a:lnTo>
                <a:lnTo>
                  <a:pt x="2281" y="998"/>
                </a:lnTo>
                <a:lnTo>
                  <a:pt x="2281" y="997"/>
                </a:lnTo>
                <a:lnTo>
                  <a:pt x="2282" y="996"/>
                </a:lnTo>
                <a:lnTo>
                  <a:pt x="2283" y="996"/>
                </a:lnTo>
                <a:lnTo>
                  <a:pt x="2285" y="994"/>
                </a:lnTo>
                <a:lnTo>
                  <a:pt x="2286" y="993"/>
                </a:lnTo>
                <a:lnTo>
                  <a:pt x="2287" y="994"/>
                </a:lnTo>
                <a:lnTo>
                  <a:pt x="2288" y="994"/>
                </a:lnTo>
                <a:lnTo>
                  <a:pt x="2289" y="994"/>
                </a:lnTo>
                <a:lnTo>
                  <a:pt x="2291" y="994"/>
                </a:lnTo>
                <a:lnTo>
                  <a:pt x="2292" y="994"/>
                </a:lnTo>
                <a:lnTo>
                  <a:pt x="2293" y="994"/>
                </a:lnTo>
                <a:lnTo>
                  <a:pt x="2294" y="993"/>
                </a:lnTo>
                <a:lnTo>
                  <a:pt x="2295" y="992"/>
                </a:lnTo>
                <a:lnTo>
                  <a:pt x="2295" y="993"/>
                </a:lnTo>
                <a:lnTo>
                  <a:pt x="2296" y="993"/>
                </a:lnTo>
                <a:lnTo>
                  <a:pt x="2296" y="994"/>
                </a:lnTo>
                <a:lnTo>
                  <a:pt x="2296" y="995"/>
                </a:lnTo>
                <a:lnTo>
                  <a:pt x="2296" y="996"/>
                </a:lnTo>
                <a:lnTo>
                  <a:pt x="2297" y="997"/>
                </a:lnTo>
                <a:lnTo>
                  <a:pt x="2298" y="998"/>
                </a:lnTo>
                <a:lnTo>
                  <a:pt x="2324" y="990"/>
                </a:lnTo>
                <a:lnTo>
                  <a:pt x="2325" y="990"/>
                </a:lnTo>
                <a:lnTo>
                  <a:pt x="2326" y="990"/>
                </a:lnTo>
                <a:lnTo>
                  <a:pt x="2327" y="988"/>
                </a:lnTo>
                <a:lnTo>
                  <a:pt x="2328" y="987"/>
                </a:lnTo>
                <a:lnTo>
                  <a:pt x="2328" y="985"/>
                </a:lnTo>
                <a:lnTo>
                  <a:pt x="2328" y="984"/>
                </a:lnTo>
                <a:lnTo>
                  <a:pt x="2328" y="983"/>
                </a:lnTo>
                <a:lnTo>
                  <a:pt x="2329" y="982"/>
                </a:lnTo>
                <a:lnTo>
                  <a:pt x="2330" y="981"/>
                </a:lnTo>
                <a:lnTo>
                  <a:pt x="2330" y="980"/>
                </a:lnTo>
                <a:lnTo>
                  <a:pt x="2331" y="980"/>
                </a:lnTo>
                <a:lnTo>
                  <a:pt x="2331" y="979"/>
                </a:lnTo>
                <a:lnTo>
                  <a:pt x="2332" y="979"/>
                </a:lnTo>
                <a:lnTo>
                  <a:pt x="2333" y="979"/>
                </a:lnTo>
                <a:lnTo>
                  <a:pt x="2333" y="978"/>
                </a:lnTo>
                <a:lnTo>
                  <a:pt x="2334" y="978"/>
                </a:lnTo>
                <a:lnTo>
                  <a:pt x="2334" y="976"/>
                </a:lnTo>
                <a:lnTo>
                  <a:pt x="2334" y="975"/>
                </a:lnTo>
                <a:lnTo>
                  <a:pt x="2335" y="975"/>
                </a:lnTo>
                <a:lnTo>
                  <a:pt x="2336" y="974"/>
                </a:lnTo>
                <a:lnTo>
                  <a:pt x="2337" y="974"/>
                </a:lnTo>
                <a:lnTo>
                  <a:pt x="2340" y="974"/>
                </a:lnTo>
                <a:lnTo>
                  <a:pt x="2342" y="973"/>
                </a:lnTo>
                <a:lnTo>
                  <a:pt x="2343" y="972"/>
                </a:lnTo>
                <a:lnTo>
                  <a:pt x="2345" y="970"/>
                </a:lnTo>
                <a:lnTo>
                  <a:pt x="2345" y="969"/>
                </a:lnTo>
                <a:lnTo>
                  <a:pt x="2345" y="967"/>
                </a:lnTo>
                <a:lnTo>
                  <a:pt x="2347" y="966"/>
                </a:lnTo>
                <a:lnTo>
                  <a:pt x="2350" y="965"/>
                </a:lnTo>
                <a:lnTo>
                  <a:pt x="2353" y="963"/>
                </a:lnTo>
                <a:lnTo>
                  <a:pt x="2356" y="960"/>
                </a:lnTo>
                <a:lnTo>
                  <a:pt x="2357" y="959"/>
                </a:lnTo>
                <a:lnTo>
                  <a:pt x="2358" y="958"/>
                </a:lnTo>
                <a:lnTo>
                  <a:pt x="2358" y="956"/>
                </a:lnTo>
                <a:lnTo>
                  <a:pt x="2358" y="954"/>
                </a:lnTo>
                <a:lnTo>
                  <a:pt x="2358" y="953"/>
                </a:lnTo>
                <a:lnTo>
                  <a:pt x="2357" y="951"/>
                </a:lnTo>
                <a:lnTo>
                  <a:pt x="2357" y="949"/>
                </a:lnTo>
                <a:lnTo>
                  <a:pt x="2357" y="947"/>
                </a:lnTo>
                <a:lnTo>
                  <a:pt x="2358" y="944"/>
                </a:lnTo>
                <a:lnTo>
                  <a:pt x="2358" y="943"/>
                </a:lnTo>
                <a:lnTo>
                  <a:pt x="2358" y="942"/>
                </a:lnTo>
                <a:lnTo>
                  <a:pt x="2359" y="941"/>
                </a:lnTo>
                <a:lnTo>
                  <a:pt x="2360" y="941"/>
                </a:lnTo>
                <a:lnTo>
                  <a:pt x="2364" y="939"/>
                </a:lnTo>
                <a:lnTo>
                  <a:pt x="2366" y="938"/>
                </a:lnTo>
                <a:lnTo>
                  <a:pt x="2367" y="938"/>
                </a:lnTo>
                <a:lnTo>
                  <a:pt x="2367" y="937"/>
                </a:lnTo>
                <a:lnTo>
                  <a:pt x="2367" y="936"/>
                </a:lnTo>
                <a:lnTo>
                  <a:pt x="2368" y="935"/>
                </a:lnTo>
                <a:lnTo>
                  <a:pt x="2368" y="934"/>
                </a:lnTo>
                <a:lnTo>
                  <a:pt x="2367" y="933"/>
                </a:lnTo>
                <a:lnTo>
                  <a:pt x="2367" y="932"/>
                </a:lnTo>
                <a:lnTo>
                  <a:pt x="2366" y="931"/>
                </a:lnTo>
                <a:lnTo>
                  <a:pt x="2366" y="930"/>
                </a:lnTo>
                <a:lnTo>
                  <a:pt x="2365" y="929"/>
                </a:lnTo>
                <a:lnTo>
                  <a:pt x="2364" y="927"/>
                </a:lnTo>
                <a:lnTo>
                  <a:pt x="2364" y="926"/>
                </a:lnTo>
                <a:lnTo>
                  <a:pt x="2363" y="926"/>
                </a:lnTo>
                <a:lnTo>
                  <a:pt x="2363" y="925"/>
                </a:lnTo>
                <a:lnTo>
                  <a:pt x="2362" y="925"/>
                </a:lnTo>
                <a:lnTo>
                  <a:pt x="2362" y="923"/>
                </a:lnTo>
                <a:lnTo>
                  <a:pt x="2360" y="920"/>
                </a:lnTo>
                <a:lnTo>
                  <a:pt x="2359" y="920"/>
                </a:lnTo>
                <a:lnTo>
                  <a:pt x="2359" y="919"/>
                </a:lnTo>
                <a:lnTo>
                  <a:pt x="2360" y="919"/>
                </a:lnTo>
                <a:lnTo>
                  <a:pt x="2360" y="918"/>
                </a:lnTo>
                <a:lnTo>
                  <a:pt x="2360" y="917"/>
                </a:lnTo>
                <a:lnTo>
                  <a:pt x="2360" y="916"/>
                </a:lnTo>
                <a:lnTo>
                  <a:pt x="2360" y="913"/>
                </a:lnTo>
                <a:lnTo>
                  <a:pt x="2360" y="911"/>
                </a:lnTo>
                <a:lnTo>
                  <a:pt x="2360" y="910"/>
                </a:lnTo>
                <a:lnTo>
                  <a:pt x="2361" y="908"/>
                </a:lnTo>
                <a:lnTo>
                  <a:pt x="2361" y="906"/>
                </a:lnTo>
                <a:lnTo>
                  <a:pt x="2361" y="905"/>
                </a:lnTo>
                <a:lnTo>
                  <a:pt x="2361" y="904"/>
                </a:lnTo>
                <a:lnTo>
                  <a:pt x="2362" y="903"/>
                </a:lnTo>
                <a:lnTo>
                  <a:pt x="2362" y="902"/>
                </a:lnTo>
                <a:lnTo>
                  <a:pt x="2363" y="902"/>
                </a:lnTo>
                <a:lnTo>
                  <a:pt x="2363" y="901"/>
                </a:lnTo>
                <a:lnTo>
                  <a:pt x="2365" y="900"/>
                </a:lnTo>
                <a:lnTo>
                  <a:pt x="2366" y="899"/>
                </a:lnTo>
                <a:lnTo>
                  <a:pt x="2367" y="898"/>
                </a:lnTo>
                <a:lnTo>
                  <a:pt x="2368" y="898"/>
                </a:lnTo>
                <a:lnTo>
                  <a:pt x="2369" y="898"/>
                </a:lnTo>
                <a:lnTo>
                  <a:pt x="2370" y="897"/>
                </a:lnTo>
                <a:lnTo>
                  <a:pt x="2371" y="897"/>
                </a:lnTo>
                <a:lnTo>
                  <a:pt x="2372" y="896"/>
                </a:lnTo>
                <a:lnTo>
                  <a:pt x="2373" y="896"/>
                </a:lnTo>
                <a:lnTo>
                  <a:pt x="2375" y="895"/>
                </a:lnTo>
                <a:lnTo>
                  <a:pt x="2377" y="895"/>
                </a:lnTo>
                <a:lnTo>
                  <a:pt x="2377" y="894"/>
                </a:lnTo>
                <a:lnTo>
                  <a:pt x="2378" y="893"/>
                </a:lnTo>
                <a:lnTo>
                  <a:pt x="2379" y="893"/>
                </a:lnTo>
                <a:lnTo>
                  <a:pt x="2379" y="892"/>
                </a:lnTo>
                <a:lnTo>
                  <a:pt x="2379" y="891"/>
                </a:lnTo>
                <a:lnTo>
                  <a:pt x="2379" y="890"/>
                </a:lnTo>
                <a:lnTo>
                  <a:pt x="2379" y="889"/>
                </a:lnTo>
                <a:lnTo>
                  <a:pt x="2379" y="888"/>
                </a:lnTo>
                <a:lnTo>
                  <a:pt x="2380" y="886"/>
                </a:lnTo>
                <a:lnTo>
                  <a:pt x="2380" y="885"/>
                </a:lnTo>
                <a:lnTo>
                  <a:pt x="2381" y="884"/>
                </a:lnTo>
                <a:lnTo>
                  <a:pt x="2382" y="883"/>
                </a:lnTo>
                <a:lnTo>
                  <a:pt x="2383" y="883"/>
                </a:lnTo>
                <a:lnTo>
                  <a:pt x="2383" y="882"/>
                </a:lnTo>
                <a:lnTo>
                  <a:pt x="2384" y="882"/>
                </a:lnTo>
                <a:lnTo>
                  <a:pt x="2385" y="882"/>
                </a:lnTo>
                <a:lnTo>
                  <a:pt x="2385" y="881"/>
                </a:lnTo>
                <a:lnTo>
                  <a:pt x="2386" y="881"/>
                </a:lnTo>
                <a:lnTo>
                  <a:pt x="2386" y="880"/>
                </a:lnTo>
                <a:lnTo>
                  <a:pt x="2387" y="880"/>
                </a:lnTo>
                <a:lnTo>
                  <a:pt x="2388" y="880"/>
                </a:lnTo>
                <a:lnTo>
                  <a:pt x="2390" y="880"/>
                </a:lnTo>
                <a:lnTo>
                  <a:pt x="2391" y="880"/>
                </a:lnTo>
                <a:lnTo>
                  <a:pt x="2392" y="881"/>
                </a:lnTo>
                <a:lnTo>
                  <a:pt x="2393" y="881"/>
                </a:lnTo>
                <a:lnTo>
                  <a:pt x="2395" y="881"/>
                </a:lnTo>
                <a:lnTo>
                  <a:pt x="2396" y="881"/>
                </a:lnTo>
                <a:lnTo>
                  <a:pt x="2398" y="881"/>
                </a:lnTo>
                <a:lnTo>
                  <a:pt x="2399" y="881"/>
                </a:lnTo>
                <a:lnTo>
                  <a:pt x="2400" y="881"/>
                </a:lnTo>
                <a:lnTo>
                  <a:pt x="2401" y="880"/>
                </a:lnTo>
                <a:lnTo>
                  <a:pt x="2403" y="880"/>
                </a:lnTo>
                <a:lnTo>
                  <a:pt x="2404" y="881"/>
                </a:lnTo>
                <a:lnTo>
                  <a:pt x="2405" y="881"/>
                </a:lnTo>
                <a:lnTo>
                  <a:pt x="2407" y="883"/>
                </a:lnTo>
                <a:lnTo>
                  <a:pt x="2408" y="883"/>
                </a:lnTo>
                <a:lnTo>
                  <a:pt x="2408" y="884"/>
                </a:lnTo>
                <a:lnTo>
                  <a:pt x="2409" y="883"/>
                </a:lnTo>
                <a:lnTo>
                  <a:pt x="2410" y="883"/>
                </a:lnTo>
                <a:lnTo>
                  <a:pt x="2412" y="884"/>
                </a:lnTo>
                <a:lnTo>
                  <a:pt x="2413" y="884"/>
                </a:lnTo>
                <a:lnTo>
                  <a:pt x="2414" y="884"/>
                </a:lnTo>
                <a:lnTo>
                  <a:pt x="2416" y="882"/>
                </a:lnTo>
                <a:lnTo>
                  <a:pt x="2417" y="881"/>
                </a:lnTo>
                <a:lnTo>
                  <a:pt x="2418" y="881"/>
                </a:lnTo>
                <a:lnTo>
                  <a:pt x="2421" y="881"/>
                </a:lnTo>
                <a:lnTo>
                  <a:pt x="2423" y="883"/>
                </a:lnTo>
                <a:lnTo>
                  <a:pt x="2424" y="884"/>
                </a:lnTo>
                <a:lnTo>
                  <a:pt x="2429" y="886"/>
                </a:lnTo>
                <a:lnTo>
                  <a:pt x="2430" y="886"/>
                </a:lnTo>
                <a:lnTo>
                  <a:pt x="2432" y="892"/>
                </a:lnTo>
                <a:lnTo>
                  <a:pt x="2438" y="892"/>
                </a:lnTo>
                <a:lnTo>
                  <a:pt x="2440" y="892"/>
                </a:lnTo>
                <a:lnTo>
                  <a:pt x="2442" y="895"/>
                </a:lnTo>
                <a:lnTo>
                  <a:pt x="2445" y="895"/>
                </a:lnTo>
                <a:lnTo>
                  <a:pt x="2451" y="898"/>
                </a:lnTo>
                <a:lnTo>
                  <a:pt x="2453" y="900"/>
                </a:lnTo>
                <a:lnTo>
                  <a:pt x="2454" y="902"/>
                </a:lnTo>
                <a:lnTo>
                  <a:pt x="2455" y="903"/>
                </a:lnTo>
                <a:lnTo>
                  <a:pt x="2458" y="904"/>
                </a:lnTo>
                <a:lnTo>
                  <a:pt x="2459" y="904"/>
                </a:lnTo>
                <a:lnTo>
                  <a:pt x="2462" y="902"/>
                </a:lnTo>
                <a:lnTo>
                  <a:pt x="2463" y="903"/>
                </a:lnTo>
                <a:lnTo>
                  <a:pt x="2465" y="903"/>
                </a:lnTo>
                <a:lnTo>
                  <a:pt x="2467" y="901"/>
                </a:lnTo>
                <a:lnTo>
                  <a:pt x="2468" y="901"/>
                </a:lnTo>
                <a:lnTo>
                  <a:pt x="2469" y="901"/>
                </a:lnTo>
                <a:lnTo>
                  <a:pt x="2469" y="900"/>
                </a:lnTo>
                <a:lnTo>
                  <a:pt x="2469" y="899"/>
                </a:lnTo>
                <a:lnTo>
                  <a:pt x="2469" y="898"/>
                </a:lnTo>
                <a:lnTo>
                  <a:pt x="2467" y="895"/>
                </a:lnTo>
                <a:lnTo>
                  <a:pt x="2467" y="894"/>
                </a:lnTo>
                <a:lnTo>
                  <a:pt x="2468" y="893"/>
                </a:lnTo>
                <a:lnTo>
                  <a:pt x="2469" y="893"/>
                </a:lnTo>
                <a:lnTo>
                  <a:pt x="2470" y="892"/>
                </a:lnTo>
                <a:lnTo>
                  <a:pt x="2474" y="893"/>
                </a:lnTo>
                <a:lnTo>
                  <a:pt x="2477" y="894"/>
                </a:lnTo>
                <a:lnTo>
                  <a:pt x="2478" y="894"/>
                </a:lnTo>
                <a:lnTo>
                  <a:pt x="2481" y="893"/>
                </a:lnTo>
                <a:lnTo>
                  <a:pt x="2483" y="893"/>
                </a:lnTo>
                <a:lnTo>
                  <a:pt x="2484" y="893"/>
                </a:lnTo>
                <a:lnTo>
                  <a:pt x="2486" y="894"/>
                </a:lnTo>
                <a:lnTo>
                  <a:pt x="2487" y="894"/>
                </a:lnTo>
                <a:lnTo>
                  <a:pt x="2488" y="893"/>
                </a:lnTo>
                <a:lnTo>
                  <a:pt x="2489" y="893"/>
                </a:lnTo>
                <a:lnTo>
                  <a:pt x="2491" y="894"/>
                </a:lnTo>
                <a:lnTo>
                  <a:pt x="2492" y="894"/>
                </a:lnTo>
                <a:lnTo>
                  <a:pt x="2493" y="894"/>
                </a:lnTo>
                <a:lnTo>
                  <a:pt x="2494" y="893"/>
                </a:lnTo>
                <a:lnTo>
                  <a:pt x="2495" y="891"/>
                </a:lnTo>
                <a:lnTo>
                  <a:pt x="2496" y="890"/>
                </a:lnTo>
                <a:lnTo>
                  <a:pt x="2497" y="890"/>
                </a:lnTo>
                <a:lnTo>
                  <a:pt x="2499" y="890"/>
                </a:lnTo>
                <a:lnTo>
                  <a:pt x="2502" y="890"/>
                </a:lnTo>
                <a:lnTo>
                  <a:pt x="2503" y="891"/>
                </a:lnTo>
                <a:lnTo>
                  <a:pt x="2505" y="892"/>
                </a:lnTo>
                <a:lnTo>
                  <a:pt x="2506" y="893"/>
                </a:lnTo>
                <a:lnTo>
                  <a:pt x="2507" y="892"/>
                </a:lnTo>
                <a:lnTo>
                  <a:pt x="2508" y="891"/>
                </a:lnTo>
                <a:lnTo>
                  <a:pt x="2509" y="891"/>
                </a:lnTo>
                <a:lnTo>
                  <a:pt x="2510" y="892"/>
                </a:lnTo>
                <a:lnTo>
                  <a:pt x="2513" y="894"/>
                </a:lnTo>
                <a:lnTo>
                  <a:pt x="2512" y="898"/>
                </a:lnTo>
                <a:lnTo>
                  <a:pt x="2512" y="899"/>
                </a:lnTo>
                <a:lnTo>
                  <a:pt x="2514" y="899"/>
                </a:lnTo>
                <a:lnTo>
                  <a:pt x="2515" y="900"/>
                </a:lnTo>
                <a:lnTo>
                  <a:pt x="2515" y="901"/>
                </a:lnTo>
                <a:lnTo>
                  <a:pt x="2516" y="903"/>
                </a:lnTo>
                <a:lnTo>
                  <a:pt x="2517" y="905"/>
                </a:lnTo>
                <a:lnTo>
                  <a:pt x="2517" y="906"/>
                </a:lnTo>
                <a:lnTo>
                  <a:pt x="2517" y="907"/>
                </a:lnTo>
                <a:lnTo>
                  <a:pt x="2517" y="908"/>
                </a:lnTo>
                <a:lnTo>
                  <a:pt x="2516" y="909"/>
                </a:lnTo>
                <a:lnTo>
                  <a:pt x="2515" y="909"/>
                </a:lnTo>
                <a:lnTo>
                  <a:pt x="2514" y="910"/>
                </a:lnTo>
                <a:lnTo>
                  <a:pt x="2513" y="910"/>
                </a:lnTo>
                <a:lnTo>
                  <a:pt x="2513" y="911"/>
                </a:lnTo>
                <a:lnTo>
                  <a:pt x="2513" y="912"/>
                </a:lnTo>
                <a:lnTo>
                  <a:pt x="2513" y="913"/>
                </a:lnTo>
                <a:lnTo>
                  <a:pt x="2513" y="914"/>
                </a:lnTo>
                <a:lnTo>
                  <a:pt x="2514" y="915"/>
                </a:lnTo>
                <a:lnTo>
                  <a:pt x="2513" y="916"/>
                </a:lnTo>
                <a:lnTo>
                  <a:pt x="2511" y="917"/>
                </a:lnTo>
                <a:lnTo>
                  <a:pt x="2510" y="917"/>
                </a:lnTo>
                <a:lnTo>
                  <a:pt x="2510" y="918"/>
                </a:lnTo>
                <a:lnTo>
                  <a:pt x="2510" y="920"/>
                </a:lnTo>
                <a:lnTo>
                  <a:pt x="2511" y="921"/>
                </a:lnTo>
                <a:lnTo>
                  <a:pt x="2512" y="922"/>
                </a:lnTo>
                <a:lnTo>
                  <a:pt x="2513" y="923"/>
                </a:lnTo>
                <a:lnTo>
                  <a:pt x="2515" y="923"/>
                </a:lnTo>
                <a:lnTo>
                  <a:pt x="2515" y="924"/>
                </a:lnTo>
                <a:lnTo>
                  <a:pt x="2516" y="925"/>
                </a:lnTo>
                <a:lnTo>
                  <a:pt x="2515" y="926"/>
                </a:lnTo>
                <a:lnTo>
                  <a:pt x="2515" y="928"/>
                </a:lnTo>
                <a:lnTo>
                  <a:pt x="2515" y="930"/>
                </a:lnTo>
                <a:lnTo>
                  <a:pt x="2515" y="931"/>
                </a:lnTo>
                <a:lnTo>
                  <a:pt x="2515" y="932"/>
                </a:lnTo>
                <a:lnTo>
                  <a:pt x="2516" y="932"/>
                </a:lnTo>
                <a:lnTo>
                  <a:pt x="2517" y="933"/>
                </a:lnTo>
                <a:lnTo>
                  <a:pt x="2518" y="933"/>
                </a:lnTo>
                <a:lnTo>
                  <a:pt x="2518" y="934"/>
                </a:lnTo>
                <a:lnTo>
                  <a:pt x="2518" y="935"/>
                </a:lnTo>
                <a:lnTo>
                  <a:pt x="2515" y="935"/>
                </a:lnTo>
                <a:lnTo>
                  <a:pt x="2513" y="936"/>
                </a:lnTo>
                <a:lnTo>
                  <a:pt x="2512" y="937"/>
                </a:lnTo>
                <a:lnTo>
                  <a:pt x="2512" y="939"/>
                </a:lnTo>
                <a:lnTo>
                  <a:pt x="2512" y="940"/>
                </a:lnTo>
                <a:lnTo>
                  <a:pt x="2511" y="941"/>
                </a:lnTo>
                <a:lnTo>
                  <a:pt x="2510" y="941"/>
                </a:lnTo>
                <a:lnTo>
                  <a:pt x="2508" y="940"/>
                </a:lnTo>
                <a:lnTo>
                  <a:pt x="2506" y="939"/>
                </a:lnTo>
                <a:lnTo>
                  <a:pt x="2504" y="939"/>
                </a:lnTo>
                <a:lnTo>
                  <a:pt x="2503" y="940"/>
                </a:lnTo>
                <a:lnTo>
                  <a:pt x="2502" y="942"/>
                </a:lnTo>
                <a:lnTo>
                  <a:pt x="2501" y="942"/>
                </a:lnTo>
                <a:lnTo>
                  <a:pt x="2499" y="942"/>
                </a:lnTo>
                <a:lnTo>
                  <a:pt x="2498" y="942"/>
                </a:lnTo>
                <a:lnTo>
                  <a:pt x="2497" y="942"/>
                </a:lnTo>
                <a:lnTo>
                  <a:pt x="2496" y="942"/>
                </a:lnTo>
                <a:lnTo>
                  <a:pt x="2495" y="942"/>
                </a:lnTo>
                <a:lnTo>
                  <a:pt x="2495" y="944"/>
                </a:lnTo>
                <a:lnTo>
                  <a:pt x="2495" y="945"/>
                </a:lnTo>
                <a:lnTo>
                  <a:pt x="2495" y="946"/>
                </a:lnTo>
                <a:lnTo>
                  <a:pt x="2493" y="948"/>
                </a:lnTo>
                <a:lnTo>
                  <a:pt x="2492" y="950"/>
                </a:lnTo>
                <a:lnTo>
                  <a:pt x="2491" y="951"/>
                </a:lnTo>
                <a:lnTo>
                  <a:pt x="2491" y="952"/>
                </a:lnTo>
                <a:lnTo>
                  <a:pt x="2492" y="952"/>
                </a:lnTo>
                <a:lnTo>
                  <a:pt x="2492" y="953"/>
                </a:lnTo>
                <a:lnTo>
                  <a:pt x="2493" y="953"/>
                </a:lnTo>
                <a:lnTo>
                  <a:pt x="2494" y="953"/>
                </a:lnTo>
                <a:lnTo>
                  <a:pt x="2496" y="954"/>
                </a:lnTo>
                <a:lnTo>
                  <a:pt x="2497" y="954"/>
                </a:lnTo>
                <a:lnTo>
                  <a:pt x="2498" y="955"/>
                </a:lnTo>
                <a:lnTo>
                  <a:pt x="2498" y="956"/>
                </a:lnTo>
                <a:lnTo>
                  <a:pt x="2498" y="958"/>
                </a:lnTo>
                <a:lnTo>
                  <a:pt x="2498" y="959"/>
                </a:lnTo>
                <a:lnTo>
                  <a:pt x="2500" y="960"/>
                </a:lnTo>
                <a:lnTo>
                  <a:pt x="2501" y="961"/>
                </a:lnTo>
                <a:lnTo>
                  <a:pt x="2502" y="963"/>
                </a:lnTo>
                <a:lnTo>
                  <a:pt x="2501" y="963"/>
                </a:lnTo>
                <a:lnTo>
                  <a:pt x="2499" y="963"/>
                </a:lnTo>
                <a:lnTo>
                  <a:pt x="2498" y="963"/>
                </a:lnTo>
                <a:lnTo>
                  <a:pt x="2497" y="964"/>
                </a:lnTo>
                <a:lnTo>
                  <a:pt x="2498" y="964"/>
                </a:lnTo>
                <a:lnTo>
                  <a:pt x="2499" y="966"/>
                </a:lnTo>
                <a:lnTo>
                  <a:pt x="2500" y="968"/>
                </a:lnTo>
                <a:lnTo>
                  <a:pt x="2500" y="969"/>
                </a:lnTo>
                <a:lnTo>
                  <a:pt x="2501" y="969"/>
                </a:lnTo>
                <a:lnTo>
                  <a:pt x="2503" y="969"/>
                </a:lnTo>
                <a:lnTo>
                  <a:pt x="2505" y="969"/>
                </a:lnTo>
                <a:lnTo>
                  <a:pt x="2507" y="970"/>
                </a:lnTo>
                <a:lnTo>
                  <a:pt x="2509" y="973"/>
                </a:lnTo>
                <a:lnTo>
                  <a:pt x="2511" y="975"/>
                </a:lnTo>
                <a:lnTo>
                  <a:pt x="2513" y="978"/>
                </a:lnTo>
                <a:lnTo>
                  <a:pt x="2514" y="980"/>
                </a:lnTo>
                <a:lnTo>
                  <a:pt x="2516" y="978"/>
                </a:lnTo>
                <a:lnTo>
                  <a:pt x="2517" y="977"/>
                </a:lnTo>
                <a:lnTo>
                  <a:pt x="2518" y="977"/>
                </a:lnTo>
                <a:lnTo>
                  <a:pt x="2520" y="978"/>
                </a:lnTo>
                <a:lnTo>
                  <a:pt x="2523" y="981"/>
                </a:lnTo>
                <a:lnTo>
                  <a:pt x="2525" y="983"/>
                </a:lnTo>
                <a:lnTo>
                  <a:pt x="2527" y="985"/>
                </a:lnTo>
                <a:lnTo>
                  <a:pt x="2528" y="986"/>
                </a:lnTo>
                <a:lnTo>
                  <a:pt x="2529" y="988"/>
                </a:lnTo>
                <a:lnTo>
                  <a:pt x="2529" y="989"/>
                </a:lnTo>
                <a:lnTo>
                  <a:pt x="2529" y="990"/>
                </a:lnTo>
                <a:lnTo>
                  <a:pt x="2529" y="991"/>
                </a:lnTo>
                <a:lnTo>
                  <a:pt x="2529" y="992"/>
                </a:lnTo>
                <a:lnTo>
                  <a:pt x="2529" y="991"/>
                </a:lnTo>
                <a:lnTo>
                  <a:pt x="2530" y="991"/>
                </a:lnTo>
                <a:lnTo>
                  <a:pt x="2532" y="991"/>
                </a:lnTo>
                <a:lnTo>
                  <a:pt x="2533" y="991"/>
                </a:lnTo>
                <a:lnTo>
                  <a:pt x="2534" y="992"/>
                </a:lnTo>
                <a:lnTo>
                  <a:pt x="2533" y="993"/>
                </a:lnTo>
                <a:lnTo>
                  <a:pt x="2533" y="995"/>
                </a:lnTo>
                <a:lnTo>
                  <a:pt x="2531" y="997"/>
                </a:lnTo>
                <a:lnTo>
                  <a:pt x="2528" y="998"/>
                </a:lnTo>
                <a:lnTo>
                  <a:pt x="2527" y="999"/>
                </a:lnTo>
                <a:lnTo>
                  <a:pt x="2526" y="1000"/>
                </a:lnTo>
                <a:lnTo>
                  <a:pt x="2523" y="1002"/>
                </a:lnTo>
                <a:lnTo>
                  <a:pt x="2522" y="1003"/>
                </a:lnTo>
                <a:lnTo>
                  <a:pt x="2521" y="1004"/>
                </a:lnTo>
                <a:lnTo>
                  <a:pt x="2522" y="1006"/>
                </a:lnTo>
                <a:lnTo>
                  <a:pt x="2521" y="1007"/>
                </a:lnTo>
                <a:lnTo>
                  <a:pt x="2520" y="1008"/>
                </a:lnTo>
                <a:lnTo>
                  <a:pt x="2517" y="1010"/>
                </a:lnTo>
                <a:lnTo>
                  <a:pt x="2515" y="1010"/>
                </a:lnTo>
                <a:lnTo>
                  <a:pt x="2514" y="1011"/>
                </a:lnTo>
                <a:lnTo>
                  <a:pt x="2512" y="1011"/>
                </a:lnTo>
                <a:lnTo>
                  <a:pt x="2511" y="1012"/>
                </a:lnTo>
                <a:lnTo>
                  <a:pt x="2511" y="1013"/>
                </a:lnTo>
                <a:lnTo>
                  <a:pt x="2511" y="1015"/>
                </a:lnTo>
                <a:lnTo>
                  <a:pt x="2512" y="1017"/>
                </a:lnTo>
                <a:lnTo>
                  <a:pt x="2513" y="1017"/>
                </a:lnTo>
                <a:lnTo>
                  <a:pt x="2513" y="1018"/>
                </a:lnTo>
                <a:lnTo>
                  <a:pt x="2514" y="1018"/>
                </a:lnTo>
                <a:lnTo>
                  <a:pt x="2514" y="1019"/>
                </a:lnTo>
                <a:lnTo>
                  <a:pt x="2515" y="1019"/>
                </a:lnTo>
                <a:lnTo>
                  <a:pt x="2516" y="1020"/>
                </a:lnTo>
                <a:lnTo>
                  <a:pt x="2518" y="1021"/>
                </a:lnTo>
                <a:lnTo>
                  <a:pt x="2519" y="1022"/>
                </a:lnTo>
                <a:lnTo>
                  <a:pt x="2519" y="1023"/>
                </a:lnTo>
                <a:lnTo>
                  <a:pt x="2520" y="1024"/>
                </a:lnTo>
                <a:lnTo>
                  <a:pt x="2521" y="1024"/>
                </a:lnTo>
                <a:lnTo>
                  <a:pt x="2522" y="1024"/>
                </a:lnTo>
                <a:lnTo>
                  <a:pt x="2523" y="1025"/>
                </a:lnTo>
                <a:lnTo>
                  <a:pt x="2524" y="1025"/>
                </a:lnTo>
                <a:lnTo>
                  <a:pt x="2525" y="1025"/>
                </a:lnTo>
                <a:lnTo>
                  <a:pt x="2526" y="1025"/>
                </a:lnTo>
                <a:lnTo>
                  <a:pt x="2528" y="1025"/>
                </a:lnTo>
                <a:lnTo>
                  <a:pt x="2529" y="1026"/>
                </a:lnTo>
                <a:lnTo>
                  <a:pt x="2530" y="1026"/>
                </a:lnTo>
                <a:lnTo>
                  <a:pt x="2530" y="1028"/>
                </a:lnTo>
                <a:lnTo>
                  <a:pt x="2530" y="1029"/>
                </a:lnTo>
                <a:lnTo>
                  <a:pt x="2531" y="1030"/>
                </a:lnTo>
                <a:lnTo>
                  <a:pt x="2531" y="1031"/>
                </a:lnTo>
                <a:lnTo>
                  <a:pt x="2532" y="1031"/>
                </a:lnTo>
                <a:lnTo>
                  <a:pt x="2533" y="1030"/>
                </a:lnTo>
                <a:lnTo>
                  <a:pt x="2534" y="1030"/>
                </a:lnTo>
                <a:lnTo>
                  <a:pt x="2535" y="1031"/>
                </a:lnTo>
                <a:lnTo>
                  <a:pt x="2537" y="1036"/>
                </a:lnTo>
                <a:lnTo>
                  <a:pt x="2538" y="1037"/>
                </a:lnTo>
                <a:lnTo>
                  <a:pt x="2540" y="1039"/>
                </a:lnTo>
                <a:lnTo>
                  <a:pt x="2541" y="1038"/>
                </a:lnTo>
                <a:lnTo>
                  <a:pt x="2543" y="1037"/>
                </a:lnTo>
                <a:lnTo>
                  <a:pt x="2545" y="1039"/>
                </a:lnTo>
                <a:lnTo>
                  <a:pt x="2547" y="1039"/>
                </a:lnTo>
                <a:lnTo>
                  <a:pt x="2549" y="1040"/>
                </a:lnTo>
                <a:lnTo>
                  <a:pt x="2553" y="1043"/>
                </a:lnTo>
                <a:lnTo>
                  <a:pt x="2555" y="1044"/>
                </a:lnTo>
                <a:lnTo>
                  <a:pt x="2558" y="1046"/>
                </a:lnTo>
                <a:lnTo>
                  <a:pt x="2560" y="1048"/>
                </a:lnTo>
                <a:lnTo>
                  <a:pt x="2560" y="1049"/>
                </a:lnTo>
                <a:lnTo>
                  <a:pt x="2559" y="1051"/>
                </a:lnTo>
                <a:lnTo>
                  <a:pt x="2559" y="1052"/>
                </a:lnTo>
                <a:lnTo>
                  <a:pt x="2559" y="1053"/>
                </a:lnTo>
                <a:lnTo>
                  <a:pt x="2559" y="1054"/>
                </a:lnTo>
                <a:lnTo>
                  <a:pt x="2560" y="1055"/>
                </a:lnTo>
                <a:lnTo>
                  <a:pt x="2563" y="1057"/>
                </a:lnTo>
                <a:lnTo>
                  <a:pt x="2565" y="1059"/>
                </a:lnTo>
                <a:lnTo>
                  <a:pt x="2567" y="1061"/>
                </a:lnTo>
                <a:lnTo>
                  <a:pt x="2568" y="1062"/>
                </a:lnTo>
                <a:lnTo>
                  <a:pt x="2569" y="1064"/>
                </a:lnTo>
                <a:lnTo>
                  <a:pt x="2570" y="1065"/>
                </a:lnTo>
                <a:lnTo>
                  <a:pt x="2572" y="1065"/>
                </a:lnTo>
                <a:lnTo>
                  <a:pt x="2575" y="1063"/>
                </a:lnTo>
                <a:lnTo>
                  <a:pt x="2577" y="1062"/>
                </a:lnTo>
                <a:lnTo>
                  <a:pt x="2578" y="1062"/>
                </a:lnTo>
                <a:lnTo>
                  <a:pt x="2580" y="1062"/>
                </a:lnTo>
                <a:lnTo>
                  <a:pt x="2580" y="1064"/>
                </a:lnTo>
                <a:lnTo>
                  <a:pt x="2580" y="1065"/>
                </a:lnTo>
                <a:lnTo>
                  <a:pt x="2580" y="1066"/>
                </a:lnTo>
                <a:lnTo>
                  <a:pt x="2580" y="1068"/>
                </a:lnTo>
                <a:lnTo>
                  <a:pt x="2580" y="1069"/>
                </a:lnTo>
                <a:lnTo>
                  <a:pt x="2581" y="1071"/>
                </a:lnTo>
                <a:lnTo>
                  <a:pt x="2581" y="1072"/>
                </a:lnTo>
                <a:lnTo>
                  <a:pt x="2583" y="1072"/>
                </a:lnTo>
                <a:lnTo>
                  <a:pt x="2585" y="1072"/>
                </a:lnTo>
                <a:lnTo>
                  <a:pt x="2586" y="1072"/>
                </a:lnTo>
                <a:lnTo>
                  <a:pt x="2586" y="1073"/>
                </a:lnTo>
                <a:lnTo>
                  <a:pt x="2585" y="1075"/>
                </a:lnTo>
                <a:lnTo>
                  <a:pt x="2586" y="1075"/>
                </a:lnTo>
                <a:lnTo>
                  <a:pt x="2586" y="1076"/>
                </a:lnTo>
                <a:lnTo>
                  <a:pt x="2587" y="1077"/>
                </a:lnTo>
                <a:lnTo>
                  <a:pt x="2589" y="1078"/>
                </a:lnTo>
                <a:lnTo>
                  <a:pt x="2590" y="1079"/>
                </a:lnTo>
                <a:lnTo>
                  <a:pt x="2590" y="1080"/>
                </a:lnTo>
                <a:lnTo>
                  <a:pt x="2588" y="1083"/>
                </a:lnTo>
                <a:lnTo>
                  <a:pt x="2585" y="1086"/>
                </a:lnTo>
                <a:lnTo>
                  <a:pt x="2584" y="1087"/>
                </a:lnTo>
                <a:lnTo>
                  <a:pt x="2584" y="1089"/>
                </a:lnTo>
                <a:lnTo>
                  <a:pt x="2583" y="1089"/>
                </a:lnTo>
                <a:lnTo>
                  <a:pt x="2584" y="1091"/>
                </a:lnTo>
                <a:lnTo>
                  <a:pt x="2585" y="1092"/>
                </a:lnTo>
                <a:lnTo>
                  <a:pt x="2585" y="1093"/>
                </a:lnTo>
                <a:lnTo>
                  <a:pt x="2585" y="1095"/>
                </a:lnTo>
                <a:lnTo>
                  <a:pt x="2585" y="1097"/>
                </a:lnTo>
                <a:lnTo>
                  <a:pt x="2585" y="1099"/>
                </a:lnTo>
                <a:lnTo>
                  <a:pt x="2585" y="1100"/>
                </a:lnTo>
                <a:lnTo>
                  <a:pt x="2585" y="1102"/>
                </a:lnTo>
                <a:lnTo>
                  <a:pt x="2585" y="1103"/>
                </a:lnTo>
                <a:lnTo>
                  <a:pt x="2586" y="1104"/>
                </a:lnTo>
                <a:lnTo>
                  <a:pt x="2587" y="1104"/>
                </a:lnTo>
                <a:lnTo>
                  <a:pt x="2588" y="1106"/>
                </a:lnTo>
                <a:lnTo>
                  <a:pt x="2589" y="1107"/>
                </a:lnTo>
                <a:lnTo>
                  <a:pt x="2589" y="1108"/>
                </a:lnTo>
                <a:lnTo>
                  <a:pt x="2588" y="1108"/>
                </a:lnTo>
                <a:lnTo>
                  <a:pt x="2588" y="1109"/>
                </a:lnTo>
                <a:lnTo>
                  <a:pt x="2589" y="1111"/>
                </a:lnTo>
                <a:lnTo>
                  <a:pt x="2590" y="1112"/>
                </a:lnTo>
                <a:lnTo>
                  <a:pt x="2591" y="1113"/>
                </a:lnTo>
                <a:lnTo>
                  <a:pt x="2593" y="1114"/>
                </a:lnTo>
                <a:lnTo>
                  <a:pt x="2595" y="1113"/>
                </a:lnTo>
                <a:lnTo>
                  <a:pt x="2596" y="1113"/>
                </a:lnTo>
                <a:lnTo>
                  <a:pt x="2597" y="1113"/>
                </a:lnTo>
                <a:lnTo>
                  <a:pt x="2598" y="1113"/>
                </a:lnTo>
                <a:lnTo>
                  <a:pt x="2599" y="1114"/>
                </a:lnTo>
                <a:lnTo>
                  <a:pt x="2599" y="1116"/>
                </a:lnTo>
                <a:lnTo>
                  <a:pt x="2599" y="1117"/>
                </a:lnTo>
                <a:lnTo>
                  <a:pt x="2600" y="1117"/>
                </a:lnTo>
                <a:lnTo>
                  <a:pt x="2603" y="1119"/>
                </a:lnTo>
                <a:lnTo>
                  <a:pt x="2603" y="1120"/>
                </a:lnTo>
                <a:lnTo>
                  <a:pt x="2604" y="1121"/>
                </a:lnTo>
                <a:lnTo>
                  <a:pt x="2605" y="1122"/>
                </a:lnTo>
                <a:lnTo>
                  <a:pt x="2606" y="1123"/>
                </a:lnTo>
                <a:lnTo>
                  <a:pt x="2607" y="1124"/>
                </a:lnTo>
                <a:lnTo>
                  <a:pt x="2609" y="1125"/>
                </a:lnTo>
                <a:lnTo>
                  <a:pt x="2610" y="1126"/>
                </a:lnTo>
                <a:lnTo>
                  <a:pt x="2610" y="1129"/>
                </a:lnTo>
                <a:lnTo>
                  <a:pt x="2611" y="1130"/>
                </a:lnTo>
                <a:lnTo>
                  <a:pt x="2612" y="1131"/>
                </a:lnTo>
                <a:lnTo>
                  <a:pt x="2613" y="1130"/>
                </a:lnTo>
                <a:lnTo>
                  <a:pt x="2615" y="1130"/>
                </a:lnTo>
                <a:lnTo>
                  <a:pt x="2616" y="1130"/>
                </a:lnTo>
                <a:lnTo>
                  <a:pt x="2619" y="1131"/>
                </a:lnTo>
                <a:lnTo>
                  <a:pt x="2622" y="1131"/>
                </a:lnTo>
                <a:lnTo>
                  <a:pt x="2624" y="1131"/>
                </a:lnTo>
                <a:lnTo>
                  <a:pt x="2626" y="1132"/>
                </a:lnTo>
                <a:lnTo>
                  <a:pt x="2627" y="1132"/>
                </a:lnTo>
                <a:lnTo>
                  <a:pt x="2627" y="1133"/>
                </a:lnTo>
                <a:lnTo>
                  <a:pt x="2627" y="1134"/>
                </a:lnTo>
                <a:lnTo>
                  <a:pt x="2628" y="1136"/>
                </a:lnTo>
                <a:lnTo>
                  <a:pt x="2629" y="1136"/>
                </a:lnTo>
                <a:lnTo>
                  <a:pt x="2629" y="1137"/>
                </a:lnTo>
                <a:lnTo>
                  <a:pt x="2636" y="1144"/>
                </a:lnTo>
                <a:lnTo>
                  <a:pt x="2638" y="1148"/>
                </a:lnTo>
                <a:lnTo>
                  <a:pt x="2638" y="1150"/>
                </a:lnTo>
                <a:lnTo>
                  <a:pt x="2638" y="1153"/>
                </a:lnTo>
                <a:lnTo>
                  <a:pt x="2638" y="1154"/>
                </a:lnTo>
                <a:lnTo>
                  <a:pt x="2638" y="1155"/>
                </a:lnTo>
                <a:lnTo>
                  <a:pt x="2639" y="1155"/>
                </a:lnTo>
                <a:lnTo>
                  <a:pt x="2639" y="1156"/>
                </a:lnTo>
                <a:lnTo>
                  <a:pt x="2640" y="1157"/>
                </a:lnTo>
                <a:lnTo>
                  <a:pt x="2640" y="1158"/>
                </a:lnTo>
                <a:lnTo>
                  <a:pt x="2640" y="1159"/>
                </a:lnTo>
                <a:lnTo>
                  <a:pt x="2640" y="1160"/>
                </a:lnTo>
                <a:lnTo>
                  <a:pt x="2641" y="1160"/>
                </a:lnTo>
                <a:lnTo>
                  <a:pt x="2642" y="1160"/>
                </a:lnTo>
                <a:lnTo>
                  <a:pt x="2645" y="1161"/>
                </a:lnTo>
                <a:lnTo>
                  <a:pt x="2648" y="1161"/>
                </a:lnTo>
                <a:lnTo>
                  <a:pt x="2651" y="1160"/>
                </a:lnTo>
                <a:lnTo>
                  <a:pt x="2653" y="1160"/>
                </a:lnTo>
                <a:lnTo>
                  <a:pt x="2654" y="1161"/>
                </a:lnTo>
                <a:lnTo>
                  <a:pt x="2656" y="1162"/>
                </a:lnTo>
                <a:lnTo>
                  <a:pt x="2658" y="1163"/>
                </a:lnTo>
                <a:lnTo>
                  <a:pt x="2659" y="1164"/>
                </a:lnTo>
                <a:lnTo>
                  <a:pt x="2661" y="1165"/>
                </a:lnTo>
                <a:lnTo>
                  <a:pt x="2664" y="1164"/>
                </a:lnTo>
                <a:lnTo>
                  <a:pt x="2665" y="1164"/>
                </a:lnTo>
                <a:lnTo>
                  <a:pt x="2666" y="1163"/>
                </a:lnTo>
                <a:lnTo>
                  <a:pt x="2668" y="1164"/>
                </a:lnTo>
                <a:lnTo>
                  <a:pt x="2670" y="1163"/>
                </a:lnTo>
                <a:lnTo>
                  <a:pt x="2671" y="1162"/>
                </a:lnTo>
                <a:lnTo>
                  <a:pt x="2671" y="1161"/>
                </a:lnTo>
                <a:lnTo>
                  <a:pt x="2672" y="1159"/>
                </a:lnTo>
                <a:lnTo>
                  <a:pt x="2673" y="1158"/>
                </a:lnTo>
                <a:lnTo>
                  <a:pt x="2677" y="1158"/>
                </a:lnTo>
                <a:lnTo>
                  <a:pt x="2680" y="1158"/>
                </a:lnTo>
                <a:lnTo>
                  <a:pt x="2682" y="1158"/>
                </a:lnTo>
                <a:lnTo>
                  <a:pt x="2683" y="1156"/>
                </a:lnTo>
                <a:lnTo>
                  <a:pt x="2685" y="1155"/>
                </a:lnTo>
                <a:lnTo>
                  <a:pt x="2686" y="1156"/>
                </a:lnTo>
                <a:lnTo>
                  <a:pt x="2687" y="1157"/>
                </a:lnTo>
                <a:lnTo>
                  <a:pt x="2694" y="1158"/>
                </a:lnTo>
                <a:lnTo>
                  <a:pt x="2697" y="1160"/>
                </a:lnTo>
                <a:lnTo>
                  <a:pt x="2698" y="1161"/>
                </a:lnTo>
                <a:lnTo>
                  <a:pt x="2699" y="1161"/>
                </a:lnTo>
                <a:lnTo>
                  <a:pt x="2705" y="1160"/>
                </a:lnTo>
                <a:lnTo>
                  <a:pt x="2707" y="1160"/>
                </a:lnTo>
                <a:lnTo>
                  <a:pt x="2710" y="1160"/>
                </a:lnTo>
                <a:lnTo>
                  <a:pt x="2712" y="1162"/>
                </a:lnTo>
                <a:lnTo>
                  <a:pt x="2713" y="1165"/>
                </a:lnTo>
                <a:lnTo>
                  <a:pt x="2713" y="1166"/>
                </a:lnTo>
                <a:lnTo>
                  <a:pt x="2713" y="1168"/>
                </a:lnTo>
                <a:lnTo>
                  <a:pt x="2712" y="1168"/>
                </a:lnTo>
                <a:lnTo>
                  <a:pt x="2712" y="1171"/>
                </a:lnTo>
                <a:lnTo>
                  <a:pt x="2712" y="1172"/>
                </a:lnTo>
                <a:lnTo>
                  <a:pt x="2711" y="1175"/>
                </a:lnTo>
                <a:lnTo>
                  <a:pt x="2712" y="1176"/>
                </a:lnTo>
                <a:lnTo>
                  <a:pt x="2713" y="1178"/>
                </a:lnTo>
                <a:lnTo>
                  <a:pt x="2714" y="1178"/>
                </a:lnTo>
                <a:lnTo>
                  <a:pt x="2715" y="1179"/>
                </a:lnTo>
                <a:lnTo>
                  <a:pt x="2717" y="1180"/>
                </a:lnTo>
                <a:lnTo>
                  <a:pt x="2718" y="1181"/>
                </a:lnTo>
                <a:lnTo>
                  <a:pt x="2717" y="1185"/>
                </a:lnTo>
                <a:lnTo>
                  <a:pt x="2717" y="1186"/>
                </a:lnTo>
                <a:lnTo>
                  <a:pt x="2717" y="1187"/>
                </a:lnTo>
                <a:lnTo>
                  <a:pt x="2718" y="1188"/>
                </a:lnTo>
                <a:lnTo>
                  <a:pt x="2722" y="1189"/>
                </a:lnTo>
                <a:lnTo>
                  <a:pt x="2723" y="1190"/>
                </a:lnTo>
                <a:lnTo>
                  <a:pt x="2726" y="1191"/>
                </a:lnTo>
                <a:lnTo>
                  <a:pt x="2728" y="1192"/>
                </a:lnTo>
                <a:lnTo>
                  <a:pt x="2729" y="1193"/>
                </a:lnTo>
                <a:lnTo>
                  <a:pt x="2729" y="1194"/>
                </a:lnTo>
                <a:lnTo>
                  <a:pt x="2730" y="1195"/>
                </a:lnTo>
                <a:lnTo>
                  <a:pt x="2730" y="1196"/>
                </a:lnTo>
                <a:lnTo>
                  <a:pt x="2729" y="1199"/>
                </a:lnTo>
                <a:lnTo>
                  <a:pt x="2730" y="1201"/>
                </a:lnTo>
                <a:lnTo>
                  <a:pt x="2730" y="1203"/>
                </a:lnTo>
                <a:lnTo>
                  <a:pt x="2730" y="1204"/>
                </a:lnTo>
                <a:lnTo>
                  <a:pt x="2730" y="1205"/>
                </a:lnTo>
                <a:lnTo>
                  <a:pt x="2731" y="1206"/>
                </a:lnTo>
                <a:lnTo>
                  <a:pt x="2731" y="1207"/>
                </a:lnTo>
                <a:lnTo>
                  <a:pt x="2733" y="1206"/>
                </a:lnTo>
                <a:lnTo>
                  <a:pt x="2735" y="1206"/>
                </a:lnTo>
                <a:lnTo>
                  <a:pt x="2737" y="1206"/>
                </a:lnTo>
                <a:lnTo>
                  <a:pt x="2739" y="1207"/>
                </a:lnTo>
                <a:lnTo>
                  <a:pt x="2742" y="1208"/>
                </a:lnTo>
                <a:lnTo>
                  <a:pt x="2744" y="1209"/>
                </a:lnTo>
                <a:lnTo>
                  <a:pt x="2745" y="1209"/>
                </a:lnTo>
                <a:lnTo>
                  <a:pt x="2746" y="1208"/>
                </a:lnTo>
                <a:lnTo>
                  <a:pt x="2747" y="1207"/>
                </a:lnTo>
                <a:lnTo>
                  <a:pt x="2748" y="1207"/>
                </a:lnTo>
                <a:lnTo>
                  <a:pt x="2749" y="1207"/>
                </a:lnTo>
                <a:lnTo>
                  <a:pt x="2750" y="1208"/>
                </a:lnTo>
                <a:lnTo>
                  <a:pt x="2751" y="1208"/>
                </a:lnTo>
                <a:lnTo>
                  <a:pt x="2754" y="1209"/>
                </a:lnTo>
                <a:lnTo>
                  <a:pt x="2756" y="1210"/>
                </a:lnTo>
                <a:lnTo>
                  <a:pt x="2757" y="1209"/>
                </a:lnTo>
                <a:lnTo>
                  <a:pt x="2758" y="1208"/>
                </a:lnTo>
                <a:lnTo>
                  <a:pt x="2758" y="1205"/>
                </a:lnTo>
                <a:lnTo>
                  <a:pt x="2758" y="1203"/>
                </a:lnTo>
                <a:lnTo>
                  <a:pt x="2759" y="1200"/>
                </a:lnTo>
                <a:lnTo>
                  <a:pt x="2759" y="1199"/>
                </a:lnTo>
                <a:lnTo>
                  <a:pt x="2760" y="1199"/>
                </a:lnTo>
                <a:lnTo>
                  <a:pt x="2760" y="1200"/>
                </a:lnTo>
                <a:lnTo>
                  <a:pt x="2763" y="1201"/>
                </a:lnTo>
                <a:lnTo>
                  <a:pt x="2764" y="1201"/>
                </a:lnTo>
                <a:lnTo>
                  <a:pt x="2765" y="1201"/>
                </a:lnTo>
                <a:lnTo>
                  <a:pt x="2767" y="1202"/>
                </a:lnTo>
                <a:lnTo>
                  <a:pt x="2769" y="1203"/>
                </a:lnTo>
                <a:lnTo>
                  <a:pt x="2770" y="1203"/>
                </a:lnTo>
                <a:lnTo>
                  <a:pt x="2771" y="1203"/>
                </a:lnTo>
                <a:lnTo>
                  <a:pt x="2773" y="1202"/>
                </a:lnTo>
                <a:lnTo>
                  <a:pt x="2774" y="1202"/>
                </a:lnTo>
                <a:lnTo>
                  <a:pt x="2775" y="1204"/>
                </a:lnTo>
                <a:lnTo>
                  <a:pt x="2775" y="1205"/>
                </a:lnTo>
                <a:lnTo>
                  <a:pt x="2775" y="1206"/>
                </a:lnTo>
                <a:lnTo>
                  <a:pt x="2775" y="1209"/>
                </a:lnTo>
                <a:lnTo>
                  <a:pt x="2774" y="1212"/>
                </a:lnTo>
                <a:lnTo>
                  <a:pt x="2773" y="1214"/>
                </a:lnTo>
                <a:lnTo>
                  <a:pt x="2772" y="1218"/>
                </a:lnTo>
                <a:lnTo>
                  <a:pt x="2772" y="1220"/>
                </a:lnTo>
                <a:lnTo>
                  <a:pt x="2772" y="1222"/>
                </a:lnTo>
                <a:lnTo>
                  <a:pt x="2772" y="1224"/>
                </a:lnTo>
                <a:lnTo>
                  <a:pt x="2773" y="1226"/>
                </a:lnTo>
                <a:lnTo>
                  <a:pt x="2774" y="1229"/>
                </a:lnTo>
                <a:lnTo>
                  <a:pt x="2776" y="1230"/>
                </a:lnTo>
                <a:lnTo>
                  <a:pt x="2778" y="1235"/>
                </a:lnTo>
                <a:lnTo>
                  <a:pt x="2780" y="1236"/>
                </a:lnTo>
                <a:lnTo>
                  <a:pt x="2784" y="1236"/>
                </a:lnTo>
                <a:lnTo>
                  <a:pt x="2786" y="1237"/>
                </a:lnTo>
                <a:lnTo>
                  <a:pt x="2787" y="1238"/>
                </a:lnTo>
                <a:lnTo>
                  <a:pt x="2788" y="1240"/>
                </a:lnTo>
                <a:lnTo>
                  <a:pt x="2789" y="1241"/>
                </a:lnTo>
                <a:lnTo>
                  <a:pt x="2790" y="1242"/>
                </a:lnTo>
                <a:lnTo>
                  <a:pt x="2791" y="1242"/>
                </a:lnTo>
                <a:lnTo>
                  <a:pt x="2792" y="1241"/>
                </a:lnTo>
                <a:lnTo>
                  <a:pt x="2793" y="1241"/>
                </a:lnTo>
                <a:lnTo>
                  <a:pt x="2793" y="1242"/>
                </a:lnTo>
                <a:lnTo>
                  <a:pt x="2795" y="1244"/>
                </a:lnTo>
                <a:lnTo>
                  <a:pt x="2799" y="1246"/>
                </a:lnTo>
                <a:lnTo>
                  <a:pt x="2802" y="1247"/>
                </a:lnTo>
                <a:lnTo>
                  <a:pt x="2806" y="1250"/>
                </a:lnTo>
                <a:lnTo>
                  <a:pt x="2807" y="1252"/>
                </a:lnTo>
                <a:lnTo>
                  <a:pt x="2808" y="1253"/>
                </a:lnTo>
                <a:lnTo>
                  <a:pt x="2809" y="1255"/>
                </a:lnTo>
                <a:lnTo>
                  <a:pt x="2811" y="1256"/>
                </a:lnTo>
                <a:lnTo>
                  <a:pt x="2811" y="1257"/>
                </a:lnTo>
                <a:lnTo>
                  <a:pt x="2807" y="1256"/>
                </a:lnTo>
                <a:lnTo>
                  <a:pt x="2806" y="1256"/>
                </a:lnTo>
                <a:lnTo>
                  <a:pt x="2805" y="1256"/>
                </a:lnTo>
                <a:lnTo>
                  <a:pt x="2805" y="1257"/>
                </a:lnTo>
                <a:lnTo>
                  <a:pt x="2804" y="1258"/>
                </a:lnTo>
                <a:lnTo>
                  <a:pt x="2805" y="1259"/>
                </a:lnTo>
                <a:lnTo>
                  <a:pt x="2805" y="1260"/>
                </a:lnTo>
                <a:lnTo>
                  <a:pt x="2808" y="1265"/>
                </a:lnTo>
                <a:lnTo>
                  <a:pt x="2808" y="1270"/>
                </a:lnTo>
                <a:lnTo>
                  <a:pt x="2809" y="1273"/>
                </a:lnTo>
                <a:lnTo>
                  <a:pt x="2809" y="1276"/>
                </a:lnTo>
                <a:lnTo>
                  <a:pt x="2809" y="1277"/>
                </a:lnTo>
                <a:lnTo>
                  <a:pt x="2810" y="1279"/>
                </a:lnTo>
                <a:lnTo>
                  <a:pt x="2813" y="1282"/>
                </a:lnTo>
                <a:lnTo>
                  <a:pt x="2816" y="1286"/>
                </a:lnTo>
                <a:lnTo>
                  <a:pt x="2817" y="1288"/>
                </a:lnTo>
                <a:lnTo>
                  <a:pt x="2817" y="1291"/>
                </a:lnTo>
                <a:lnTo>
                  <a:pt x="2817" y="1294"/>
                </a:lnTo>
                <a:lnTo>
                  <a:pt x="2817" y="1296"/>
                </a:lnTo>
                <a:lnTo>
                  <a:pt x="2816" y="1297"/>
                </a:lnTo>
                <a:lnTo>
                  <a:pt x="2816" y="1298"/>
                </a:lnTo>
                <a:lnTo>
                  <a:pt x="2815" y="1298"/>
                </a:lnTo>
                <a:lnTo>
                  <a:pt x="2814" y="1299"/>
                </a:lnTo>
                <a:lnTo>
                  <a:pt x="2814" y="1300"/>
                </a:lnTo>
                <a:lnTo>
                  <a:pt x="2814" y="1301"/>
                </a:lnTo>
                <a:lnTo>
                  <a:pt x="2814" y="1302"/>
                </a:lnTo>
                <a:lnTo>
                  <a:pt x="2814" y="1304"/>
                </a:lnTo>
                <a:lnTo>
                  <a:pt x="2813" y="1305"/>
                </a:lnTo>
                <a:lnTo>
                  <a:pt x="2814" y="1306"/>
                </a:lnTo>
                <a:lnTo>
                  <a:pt x="2814" y="1307"/>
                </a:lnTo>
                <a:lnTo>
                  <a:pt x="2815" y="1307"/>
                </a:lnTo>
                <a:lnTo>
                  <a:pt x="2818" y="1308"/>
                </a:lnTo>
                <a:lnTo>
                  <a:pt x="2819" y="1308"/>
                </a:lnTo>
                <a:lnTo>
                  <a:pt x="2819" y="1309"/>
                </a:lnTo>
                <a:lnTo>
                  <a:pt x="2820" y="1311"/>
                </a:lnTo>
                <a:lnTo>
                  <a:pt x="2821" y="1312"/>
                </a:lnTo>
                <a:lnTo>
                  <a:pt x="2821" y="1313"/>
                </a:lnTo>
                <a:lnTo>
                  <a:pt x="2821" y="1314"/>
                </a:lnTo>
                <a:lnTo>
                  <a:pt x="2819" y="1315"/>
                </a:lnTo>
                <a:lnTo>
                  <a:pt x="2818" y="1317"/>
                </a:lnTo>
                <a:lnTo>
                  <a:pt x="2817" y="1318"/>
                </a:lnTo>
                <a:lnTo>
                  <a:pt x="2817" y="1319"/>
                </a:lnTo>
                <a:lnTo>
                  <a:pt x="2818" y="1321"/>
                </a:lnTo>
                <a:lnTo>
                  <a:pt x="2817" y="1322"/>
                </a:lnTo>
                <a:lnTo>
                  <a:pt x="2816" y="1323"/>
                </a:lnTo>
                <a:lnTo>
                  <a:pt x="2815" y="1324"/>
                </a:lnTo>
                <a:lnTo>
                  <a:pt x="2814" y="1324"/>
                </a:lnTo>
                <a:lnTo>
                  <a:pt x="2815" y="1326"/>
                </a:lnTo>
                <a:lnTo>
                  <a:pt x="2817" y="1330"/>
                </a:lnTo>
                <a:lnTo>
                  <a:pt x="2818" y="1334"/>
                </a:lnTo>
                <a:lnTo>
                  <a:pt x="2819" y="1341"/>
                </a:lnTo>
                <a:lnTo>
                  <a:pt x="2820" y="1342"/>
                </a:lnTo>
                <a:lnTo>
                  <a:pt x="2821" y="1343"/>
                </a:lnTo>
                <a:lnTo>
                  <a:pt x="2822" y="1344"/>
                </a:lnTo>
                <a:lnTo>
                  <a:pt x="2821" y="1346"/>
                </a:lnTo>
                <a:lnTo>
                  <a:pt x="2821" y="1349"/>
                </a:lnTo>
                <a:lnTo>
                  <a:pt x="2824" y="1353"/>
                </a:lnTo>
                <a:lnTo>
                  <a:pt x="2825" y="1357"/>
                </a:lnTo>
                <a:lnTo>
                  <a:pt x="2826" y="1358"/>
                </a:lnTo>
                <a:lnTo>
                  <a:pt x="2827" y="1360"/>
                </a:lnTo>
                <a:lnTo>
                  <a:pt x="2828" y="1361"/>
                </a:lnTo>
                <a:lnTo>
                  <a:pt x="2829" y="1364"/>
                </a:lnTo>
                <a:lnTo>
                  <a:pt x="2829" y="1365"/>
                </a:lnTo>
                <a:lnTo>
                  <a:pt x="2831" y="1365"/>
                </a:lnTo>
                <a:lnTo>
                  <a:pt x="2832" y="1366"/>
                </a:lnTo>
                <a:lnTo>
                  <a:pt x="2832" y="1367"/>
                </a:lnTo>
                <a:lnTo>
                  <a:pt x="2831" y="1368"/>
                </a:lnTo>
                <a:lnTo>
                  <a:pt x="2831" y="1370"/>
                </a:lnTo>
                <a:lnTo>
                  <a:pt x="2832" y="1373"/>
                </a:lnTo>
                <a:lnTo>
                  <a:pt x="2833" y="1374"/>
                </a:lnTo>
                <a:lnTo>
                  <a:pt x="2835" y="1376"/>
                </a:lnTo>
                <a:lnTo>
                  <a:pt x="2835" y="1377"/>
                </a:lnTo>
                <a:lnTo>
                  <a:pt x="2836" y="1380"/>
                </a:lnTo>
                <a:lnTo>
                  <a:pt x="2837" y="1383"/>
                </a:lnTo>
                <a:lnTo>
                  <a:pt x="2839" y="1385"/>
                </a:lnTo>
                <a:lnTo>
                  <a:pt x="2840" y="1388"/>
                </a:lnTo>
                <a:lnTo>
                  <a:pt x="2841" y="1390"/>
                </a:lnTo>
                <a:lnTo>
                  <a:pt x="2842" y="1392"/>
                </a:lnTo>
                <a:lnTo>
                  <a:pt x="2842" y="1393"/>
                </a:lnTo>
                <a:lnTo>
                  <a:pt x="2842" y="1395"/>
                </a:lnTo>
                <a:lnTo>
                  <a:pt x="2843" y="1396"/>
                </a:lnTo>
                <a:lnTo>
                  <a:pt x="2845" y="1396"/>
                </a:lnTo>
                <a:lnTo>
                  <a:pt x="2847" y="1396"/>
                </a:lnTo>
                <a:lnTo>
                  <a:pt x="2849" y="1396"/>
                </a:lnTo>
                <a:lnTo>
                  <a:pt x="2852" y="1397"/>
                </a:lnTo>
                <a:lnTo>
                  <a:pt x="2854" y="1399"/>
                </a:lnTo>
                <a:lnTo>
                  <a:pt x="2855" y="1400"/>
                </a:lnTo>
                <a:lnTo>
                  <a:pt x="2856" y="1402"/>
                </a:lnTo>
                <a:lnTo>
                  <a:pt x="2858" y="1404"/>
                </a:lnTo>
                <a:lnTo>
                  <a:pt x="2860" y="1404"/>
                </a:lnTo>
                <a:lnTo>
                  <a:pt x="2861" y="1406"/>
                </a:lnTo>
                <a:lnTo>
                  <a:pt x="2861" y="1407"/>
                </a:lnTo>
                <a:lnTo>
                  <a:pt x="2863" y="1409"/>
                </a:lnTo>
                <a:lnTo>
                  <a:pt x="2863" y="1411"/>
                </a:lnTo>
                <a:lnTo>
                  <a:pt x="2862" y="1413"/>
                </a:lnTo>
                <a:lnTo>
                  <a:pt x="2862" y="1414"/>
                </a:lnTo>
                <a:lnTo>
                  <a:pt x="2862" y="1415"/>
                </a:lnTo>
                <a:lnTo>
                  <a:pt x="2862" y="1416"/>
                </a:lnTo>
                <a:lnTo>
                  <a:pt x="2862" y="1417"/>
                </a:lnTo>
                <a:lnTo>
                  <a:pt x="2863" y="1419"/>
                </a:lnTo>
                <a:lnTo>
                  <a:pt x="2863" y="1420"/>
                </a:lnTo>
                <a:lnTo>
                  <a:pt x="2864" y="1421"/>
                </a:lnTo>
                <a:lnTo>
                  <a:pt x="2866" y="1422"/>
                </a:lnTo>
                <a:lnTo>
                  <a:pt x="2866" y="1423"/>
                </a:lnTo>
                <a:lnTo>
                  <a:pt x="2865" y="1428"/>
                </a:lnTo>
                <a:lnTo>
                  <a:pt x="2864" y="1430"/>
                </a:lnTo>
                <a:lnTo>
                  <a:pt x="2863" y="1432"/>
                </a:lnTo>
                <a:lnTo>
                  <a:pt x="2863" y="1433"/>
                </a:lnTo>
                <a:lnTo>
                  <a:pt x="2866" y="1439"/>
                </a:lnTo>
                <a:lnTo>
                  <a:pt x="2868" y="1440"/>
                </a:lnTo>
                <a:lnTo>
                  <a:pt x="2868" y="1441"/>
                </a:lnTo>
                <a:lnTo>
                  <a:pt x="2868" y="1442"/>
                </a:lnTo>
                <a:lnTo>
                  <a:pt x="2868" y="1445"/>
                </a:lnTo>
                <a:lnTo>
                  <a:pt x="2869" y="1445"/>
                </a:lnTo>
                <a:lnTo>
                  <a:pt x="2870" y="1446"/>
                </a:lnTo>
                <a:lnTo>
                  <a:pt x="2871" y="1447"/>
                </a:lnTo>
                <a:lnTo>
                  <a:pt x="2872" y="1448"/>
                </a:lnTo>
                <a:lnTo>
                  <a:pt x="2872" y="1449"/>
                </a:lnTo>
                <a:lnTo>
                  <a:pt x="2872" y="1450"/>
                </a:lnTo>
                <a:lnTo>
                  <a:pt x="2874" y="1456"/>
                </a:lnTo>
                <a:lnTo>
                  <a:pt x="2875" y="1458"/>
                </a:lnTo>
                <a:lnTo>
                  <a:pt x="2871" y="1467"/>
                </a:lnTo>
                <a:lnTo>
                  <a:pt x="2867" y="1478"/>
                </a:lnTo>
                <a:lnTo>
                  <a:pt x="2866" y="1483"/>
                </a:lnTo>
                <a:lnTo>
                  <a:pt x="2866" y="1484"/>
                </a:lnTo>
                <a:lnTo>
                  <a:pt x="2867" y="1485"/>
                </a:lnTo>
                <a:lnTo>
                  <a:pt x="2873" y="1486"/>
                </a:lnTo>
                <a:lnTo>
                  <a:pt x="2873" y="1487"/>
                </a:lnTo>
                <a:lnTo>
                  <a:pt x="2873" y="1488"/>
                </a:lnTo>
                <a:lnTo>
                  <a:pt x="2873" y="1491"/>
                </a:lnTo>
                <a:lnTo>
                  <a:pt x="2873" y="1492"/>
                </a:lnTo>
                <a:lnTo>
                  <a:pt x="2871" y="1494"/>
                </a:lnTo>
                <a:lnTo>
                  <a:pt x="2871" y="1495"/>
                </a:lnTo>
                <a:lnTo>
                  <a:pt x="2870" y="1497"/>
                </a:lnTo>
                <a:lnTo>
                  <a:pt x="2869" y="1500"/>
                </a:lnTo>
                <a:lnTo>
                  <a:pt x="2866" y="1501"/>
                </a:lnTo>
                <a:lnTo>
                  <a:pt x="2866" y="1502"/>
                </a:lnTo>
                <a:lnTo>
                  <a:pt x="2866" y="1504"/>
                </a:lnTo>
                <a:lnTo>
                  <a:pt x="2864" y="1506"/>
                </a:lnTo>
                <a:lnTo>
                  <a:pt x="2863" y="1508"/>
                </a:lnTo>
                <a:lnTo>
                  <a:pt x="2863" y="1513"/>
                </a:lnTo>
                <a:lnTo>
                  <a:pt x="2859" y="1515"/>
                </a:lnTo>
                <a:lnTo>
                  <a:pt x="2858" y="1516"/>
                </a:lnTo>
                <a:lnTo>
                  <a:pt x="2858" y="1518"/>
                </a:lnTo>
                <a:lnTo>
                  <a:pt x="2857" y="1520"/>
                </a:lnTo>
                <a:lnTo>
                  <a:pt x="2856" y="1523"/>
                </a:lnTo>
                <a:lnTo>
                  <a:pt x="2855" y="1525"/>
                </a:lnTo>
                <a:lnTo>
                  <a:pt x="2853" y="1527"/>
                </a:lnTo>
                <a:lnTo>
                  <a:pt x="2850" y="1530"/>
                </a:lnTo>
                <a:lnTo>
                  <a:pt x="2847" y="1532"/>
                </a:lnTo>
                <a:lnTo>
                  <a:pt x="2845" y="1534"/>
                </a:lnTo>
                <a:lnTo>
                  <a:pt x="2844" y="1534"/>
                </a:lnTo>
                <a:lnTo>
                  <a:pt x="2844" y="1535"/>
                </a:lnTo>
                <a:lnTo>
                  <a:pt x="2843" y="1536"/>
                </a:lnTo>
                <a:lnTo>
                  <a:pt x="2842" y="1536"/>
                </a:lnTo>
                <a:lnTo>
                  <a:pt x="2841" y="1537"/>
                </a:lnTo>
                <a:lnTo>
                  <a:pt x="2841" y="1539"/>
                </a:lnTo>
                <a:lnTo>
                  <a:pt x="2843" y="1543"/>
                </a:lnTo>
                <a:lnTo>
                  <a:pt x="2844" y="1545"/>
                </a:lnTo>
                <a:lnTo>
                  <a:pt x="2844" y="1546"/>
                </a:lnTo>
                <a:lnTo>
                  <a:pt x="2847" y="1553"/>
                </a:lnTo>
                <a:lnTo>
                  <a:pt x="2845" y="1556"/>
                </a:lnTo>
                <a:lnTo>
                  <a:pt x="2849" y="1570"/>
                </a:lnTo>
                <a:lnTo>
                  <a:pt x="2853" y="1576"/>
                </a:lnTo>
                <a:lnTo>
                  <a:pt x="2851" y="1586"/>
                </a:lnTo>
                <a:lnTo>
                  <a:pt x="2850" y="1588"/>
                </a:lnTo>
                <a:lnTo>
                  <a:pt x="2850" y="1589"/>
                </a:lnTo>
                <a:lnTo>
                  <a:pt x="2851" y="1590"/>
                </a:lnTo>
                <a:lnTo>
                  <a:pt x="2852" y="1591"/>
                </a:lnTo>
                <a:lnTo>
                  <a:pt x="2852" y="1594"/>
                </a:lnTo>
                <a:lnTo>
                  <a:pt x="2851" y="1596"/>
                </a:lnTo>
                <a:lnTo>
                  <a:pt x="2851" y="1597"/>
                </a:lnTo>
                <a:lnTo>
                  <a:pt x="2849" y="1599"/>
                </a:lnTo>
                <a:lnTo>
                  <a:pt x="2847" y="1601"/>
                </a:lnTo>
                <a:lnTo>
                  <a:pt x="2845" y="1602"/>
                </a:lnTo>
                <a:lnTo>
                  <a:pt x="2837" y="1609"/>
                </a:lnTo>
                <a:lnTo>
                  <a:pt x="2832" y="1613"/>
                </a:lnTo>
                <a:lnTo>
                  <a:pt x="2829" y="1616"/>
                </a:lnTo>
                <a:lnTo>
                  <a:pt x="2822" y="1622"/>
                </a:lnTo>
                <a:lnTo>
                  <a:pt x="2809" y="1637"/>
                </a:lnTo>
                <a:lnTo>
                  <a:pt x="2799" y="1652"/>
                </a:lnTo>
                <a:lnTo>
                  <a:pt x="2790" y="1676"/>
                </a:lnTo>
                <a:lnTo>
                  <a:pt x="2787" y="1688"/>
                </a:lnTo>
                <a:lnTo>
                  <a:pt x="2786" y="1694"/>
                </a:lnTo>
                <a:lnTo>
                  <a:pt x="2786" y="1699"/>
                </a:lnTo>
                <a:lnTo>
                  <a:pt x="2787" y="1702"/>
                </a:lnTo>
                <a:lnTo>
                  <a:pt x="2787" y="1703"/>
                </a:lnTo>
                <a:lnTo>
                  <a:pt x="2789" y="1704"/>
                </a:lnTo>
                <a:lnTo>
                  <a:pt x="2791" y="1706"/>
                </a:lnTo>
                <a:lnTo>
                  <a:pt x="2794" y="1709"/>
                </a:lnTo>
                <a:lnTo>
                  <a:pt x="2797" y="1712"/>
                </a:lnTo>
                <a:lnTo>
                  <a:pt x="2798" y="1713"/>
                </a:lnTo>
                <a:lnTo>
                  <a:pt x="2798" y="1718"/>
                </a:lnTo>
                <a:lnTo>
                  <a:pt x="2798" y="1721"/>
                </a:lnTo>
                <a:lnTo>
                  <a:pt x="2799" y="1727"/>
                </a:lnTo>
                <a:lnTo>
                  <a:pt x="2800" y="1735"/>
                </a:lnTo>
                <a:lnTo>
                  <a:pt x="2800" y="1739"/>
                </a:lnTo>
                <a:lnTo>
                  <a:pt x="2799" y="1742"/>
                </a:lnTo>
                <a:lnTo>
                  <a:pt x="2803" y="1741"/>
                </a:lnTo>
                <a:lnTo>
                  <a:pt x="2808" y="1746"/>
                </a:lnTo>
                <a:lnTo>
                  <a:pt x="2810" y="1753"/>
                </a:lnTo>
                <a:lnTo>
                  <a:pt x="2805" y="1761"/>
                </a:lnTo>
                <a:lnTo>
                  <a:pt x="2807" y="1763"/>
                </a:lnTo>
                <a:lnTo>
                  <a:pt x="2806" y="1764"/>
                </a:lnTo>
                <a:lnTo>
                  <a:pt x="2818" y="1764"/>
                </a:lnTo>
                <a:lnTo>
                  <a:pt x="2823" y="1761"/>
                </a:lnTo>
                <a:lnTo>
                  <a:pt x="2827" y="1762"/>
                </a:lnTo>
                <a:lnTo>
                  <a:pt x="2831" y="1764"/>
                </a:lnTo>
                <a:lnTo>
                  <a:pt x="2836" y="1763"/>
                </a:lnTo>
                <a:lnTo>
                  <a:pt x="2838" y="1763"/>
                </a:lnTo>
                <a:lnTo>
                  <a:pt x="2840" y="1765"/>
                </a:lnTo>
                <a:lnTo>
                  <a:pt x="2842" y="1764"/>
                </a:lnTo>
                <a:lnTo>
                  <a:pt x="2844" y="1766"/>
                </a:lnTo>
                <a:lnTo>
                  <a:pt x="2848" y="1768"/>
                </a:lnTo>
                <a:lnTo>
                  <a:pt x="2847" y="1771"/>
                </a:lnTo>
                <a:lnTo>
                  <a:pt x="2848" y="1772"/>
                </a:lnTo>
                <a:lnTo>
                  <a:pt x="2848" y="1773"/>
                </a:lnTo>
                <a:lnTo>
                  <a:pt x="2850" y="1776"/>
                </a:lnTo>
                <a:lnTo>
                  <a:pt x="2850" y="1777"/>
                </a:lnTo>
                <a:lnTo>
                  <a:pt x="2852" y="1778"/>
                </a:lnTo>
                <a:lnTo>
                  <a:pt x="2854" y="1778"/>
                </a:lnTo>
                <a:lnTo>
                  <a:pt x="2855" y="1779"/>
                </a:lnTo>
                <a:lnTo>
                  <a:pt x="2856" y="1781"/>
                </a:lnTo>
                <a:lnTo>
                  <a:pt x="2856" y="1782"/>
                </a:lnTo>
                <a:lnTo>
                  <a:pt x="2856" y="1783"/>
                </a:lnTo>
                <a:lnTo>
                  <a:pt x="2858" y="1783"/>
                </a:lnTo>
                <a:lnTo>
                  <a:pt x="2861" y="1784"/>
                </a:lnTo>
                <a:lnTo>
                  <a:pt x="2864" y="1785"/>
                </a:lnTo>
                <a:lnTo>
                  <a:pt x="2869" y="1786"/>
                </a:lnTo>
                <a:lnTo>
                  <a:pt x="2871" y="1788"/>
                </a:lnTo>
                <a:lnTo>
                  <a:pt x="2874" y="1790"/>
                </a:lnTo>
                <a:lnTo>
                  <a:pt x="2876" y="1790"/>
                </a:lnTo>
                <a:lnTo>
                  <a:pt x="2877" y="1787"/>
                </a:lnTo>
                <a:lnTo>
                  <a:pt x="2883" y="1782"/>
                </a:lnTo>
                <a:lnTo>
                  <a:pt x="2884" y="1782"/>
                </a:lnTo>
                <a:lnTo>
                  <a:pt x="2886" y="1782"/>
                </a:lnTo>
                <a:lnTo>
                  <a:pt x="2887" y="1784"/>
                </a:lnTo>
                <a:lnTo>
                  <a:pt x="2889" y="1787"/>
                </a:lnTo>
                <a:lnTo>
                  <a:pt x="2891" y="1790"/>
                </a:lnTo>
                <a:lnTo>
                  <a:pt x="2892" y="1793"/>
                </a:lnTo>
                <a:lnTo>
                  <a:pt x="2892" y="1794"/>
                </a:lnTo>
                <a:lnTo>
                  <a:pt x="2892" y="1795"/>
                </a:lnTo>
                <a:lnTo>
                  <a:pt x="2897" y="1798"/>
                </a:lnTo>
                <a:lnTo>
                  <a:pt x="2900" y="1802"/>
                </a:lnTo>
                <a:lnTo>
                  <a:pt x="2902" y="1801"/>
                </a:lnTo>
                <a:lnTo>
                  <a:pt x="2903" y="1800"/>
                </a:lnTo>
                <a:lnTo>
                  <a:pt x="2908" y="1804"/>
                </a:lnTo>
                <a:lnTo>
                  <a:pt x="2915" y="1805"/>
                </a:lnTo>
                <a:lnTo>
                  <a:pt x="2917" y="1805"/>
                </a:lnTo>
                <a:lnTo>
                  <a:pt x="2920" y="1806"/>
                </a:lnTo>
                <a:lnTo>
                  <a:pt x="2922" y="1805"/>
                </a:lnTo>
                <a:lnTo>
                  <a:pt x="2935" y="1804"/>
                </a:lnTo>
                <a:lnTo>
                  <a:pt x="2947" y="1807"/>
                </a:lnTo>
                <a:lnTo>
                  <a:pt x="2954" y="1807"/>
                </a:lnTo>
                <a:lnTo>
                  <a:pt x="2958" y="1808"/>
                </a:lnTo>
                <a:lnTo>
                  <a:pt x="2961" y="1808"/>
                </a:lnTo>
                <a:lnTo>
                  <a:pt x="2963" y="1808"/>
                </a:lnTo>
                <a:lnTo>
                  <a:pt x="2970" y="1809"/>
                </a:lnTo>
                <a:lnTo>
                  <a:pt x="2977" y="1810"/>
                </a:lnTo>
                <a:lnTo>
                  <a:pt x="2983" y="1816"/>
                </a:lnTo>
                <a:lnTo>
                  <a:pt x="2990" y="1822"/>
                </a:lnTo>
                <a:lnTo>
                  <a:pt x="2995" y="1826"/>
                </a:lnTo>
                <a:lnTo>
                  <a:pt x="2997" y="1825"/>
                </a:lnTo>
                <a:lnTo>
                  <a:pt x="2999" y="1826"/>
                </a:lnTo>
                <a:lnTo>
                  <a:pt x="3006" y="1825"/>
                </a:lnTo>
                <a:lnTo>
                  <a:pt x="3010" y="1828"/>
                </a:lnTo>
                <a:lnTo>
                  <a:pt x="3020" y="1829"/>
                </a:lnTo>
                <a:lnTo>
                  <a:pt x="3030" y="1834"/>
                </a:lnTo>
                <a:lnTo>
                  <a:pt x="3035" y="1833"/>
                </a:lnTo>
                <a:lnTo>
                  <a:pt x="3039" y="1831"/>
                </a:lnTo>
                <a:lnTo>
                  <a:pt x="3042" y="1832"/>
                </a:lnTo>
                <a:lnTo>
                  <a:pt x="3046" y="1832"/>
                </a:lnTo>
                <a:lnTo>
                  <a:pt x="3049" y="1832"/>
                </a:lnTo>
                <a:lnTo>
                  <a:pt x="3054" y="1832"/>
                </a:lnTo>
                <a:lnTo>
                  <a:pt x="3059" y="1832"/>
                </a:lnTo>
                <a:lnTo>
                  <a:pt x="3063" y="1831"/>
                </a:lnTo>
                <a:lnTo>
                  <a:pt x="3065" y="1831"/>
                </a:lnTo>
                <a:lnTo>
                  <a:pt x="3066" y="1831"/>
                </a:lnTo>
                <a:lnTo>
                  <a:pt x="3069" y="1830"/>
                </a:lnTo>
                <a:lnTo>
                  <a:pt x="3073" y="1830"/>
                </a:lnTo>
                <a:lnTo>
                  <a:pt x="3082" y="1833"/>
                </a:lnTo>
                <a:lnTo>
                  <a:pt x="3087" y="1831"/>
                </a:lnTo>
                <a:lnTo>
                  <a:pt x="3088" y="1831"/>
                </a:lnTo>
                <a:lnTo>
                  <a:pt x="3090" y="1833"/>
                </a:lnTo>
                <a:lnTo>
                  <a:pt x="3091" y="1834"/>
                </a:lnTo>
                <a:lnTo>
                  <a:pt x="3093" y="1834"/>
                </a:lnTo>
                <a:lnTo>
                  <a:pt x="3094" y="1837"/>
                </a:lnTo>
                <a:lnTo>
                  <a:pt x="3094" y="1838"/>
                </a:lnTo>
                <a:lnTo>
                  <a:pt x="3095" y="1838"/>
                </a:lnTo>
                <a:lnTo>
                  <a:pt x="3100" y="1839"/>
                </a:lnTo>
                <a:lnTo>
                  <a:pt x="3100" y="1840"/>
                </a:lnTo>
                <a:lnTo>
                  <a:pt x="3101" y="1841"/>
                </a:lnTo>
                <a:lnTo>
                  <a:pt x="3101" y="1842"/>
                </a:lnTo>
                <a:lnTo>
                  <a:pt x="3102" y="1842"/>
                </a:lnTo>
                <a:lnTo>
                  <a:pt x="3103" y="1842"/>
                </a:lnTo>
                <a:lnTo>
                  <a:pt x="3104" y="1841"/>
                </a:lnTo>
                <a:lnTo>
                  <a:pt x="3106" y="1841"/>
                </a:lnTo>
                <a:lnTo>
                  <a:pt x="3107" y="1841"/>
                </a:lnTo>
                <a:lnTo>
                  <a:pt x="3109" y="1840"/>
                </a:lnTo>
                <a:lnTo>
                  <a:pt x="3111" y="1840"/>
                </a:lnTo>
                <a:lnTo>
                  <a:pt x="3112" y="1841"/>
                </a:lnTo>
                <a:lnTo>
                  <a:pt x="3116" y="1843"/>
                </a:lnTo>
                <a:lnTo>
                  <a:pt x="3117" y="1843"/>
                </a:lnTo>
                <a:lnTo>
                  <a:pt x="3124" y="1843"/>
                </a:lnTo>
                <a:lnTo>
                  <a:pt x="3126" y="1843"/>
                </a:lnTo>
                <a:lnTo>
                  <a:pt x="3128" y="1843"/>
                </a:lnTo>
                <a:lnTo>
                  <a:pt x="3137" y="1848"/>
                </a:lnTo>
                <a:lnTo>
                  <a:pt x="3139" y="1849"/>
                </a:lnTo>
                <a:lnTo>
                  <a:pt x="3141" y="1850"/>
                </a:lnTo>
                <a:lnTo>
                  <a:pt x="3144" y="1851"/>
                </a:lnTo>
                <a:lnTo>
                  <a:pt x="3147" y="1852"/>
                </a:lnTo>
                <a:lnTo>
                  <a:pt x="3148" y="1852"/>
                </a:lnTo>
                <a:lnTo>
                  <a:pt x="3148" y="1850"/>
                </a:lnTo>
                <a:lnTo>
                  <a:pt x="3149" y="1850"/>
                </a:lnTo>
                <a:lnTo>
                  <a:pt x="3152" y="1851"/>
                </a:lnTo>
                <a:lnTo>
                  <a:pt x="3155" y="1852"/>
                </a:lnTo>
                <a:lnTo>
                  <a:pt x="3156" y="1853"/>
                </a:lnTo>
                <a:lnTo>
                  <a:pt x="3158" y="1854"/>
                </a:lnTo>
                <a:lnTo>
                  <a:pt x="3160" y="1854"/>
                </a:lnTo>
                <a:lnTo>
                  <a:pt x="3161" y="1855"/>
                </a:lnTo>
                <a:lnTo>
                  <a:pt x="3161" y="1856"/>
                </a:lnTo>
                <a:lnTo>
                  <a:pt x="3162" y="1857"/>
                </a:lnTo>
                <a:lnTo>
                  <a:pt x="3164" y="1859"/>
                </a:lnTo>
                <a:lnTo>
                  <a:pt x="3165" y="1860"/>
                </a:lnTo>
                <a:lnTo>
                  <a:pt x="3167" y="1859"/>
                </a:lnTo>
                <a:lnTo>
                  <a:pt x="3169" y="1860"/>
                </a:lnTo>
                <a:lnTo>
                  <a:pt x="3171" y="1859"/>
                </a:lnTo>
                <a:lnTo>
                  <a:pt x="3172" y="1859"/>
                </a:lnTo>
                <a:lnTo>
                  <a:pt x="3173" y="1860"/>
                </a:lnTo>
                <a:lnTo>
                  <a:pt x="3174" y="1861"/>
                </a:lnTo>
                <a:lnTo>
                  <a:pt x="3175" y="1860"/>
                </a:lnTo>
                <a:lnTo>
                  <a:pt x="3175" y="1858"/>
                </a:lnTo>
                <a:lnTo>
                  <a:pt x="3176" y="1858"/>
                </a:lnTo>
                <a:lnTo>
                  <a:pt x="3177" y="1860"/>
                </a:lnTo>
                <a:lnTo>
                  <a:pt x="3181" y="1863"/>
                </a:lnTo>
                <a:lnTo>
                  <a:pt x="3184" y="1865"/>
                </a:lnTo>
                <a:lnTo>
                  <a:pt x="3186" y="1866"/>
                </a:lnTo>
                <a:lnTo>
                  <a:pt x="3190" y="1868"/>
                </a:lnTo>
                <a:lnTo>
                  <a:pt x="3193" y="1870"/>
                </a:lnTo>
                <a:lnTo>
                  <a:pt x="3195" y="1871"/>
                </a:lnTo>
                <a:lnTo>
                  <a:pt x="3197" y="1873"/>
                </a:lnTo>
                <a:lnTo>
                  <a:pt x="3199" y="1875"/>
                </a:lnTo>
                <a:lnTo>
                  <a:pt x="3200" y="1875"/>
                </a:lnTo>
                <a:lnTo>
                  <a:pt x="3203" y="1876"/>
                </a:lnTo>
                <a:lnTo>
                  <a:pt x="3203" y="1878"/>
                </a:lnTo>
                <a:lnTo>
                  <a:pt x="3203" y="1881"/>
                </a:lnTo>
                <a:lnTo>
                  <a:pt x="3204" y="1882"/>
                </a:lnTo>
                <a:lnTo>
                  <a:pt x="3205" y="1884"/>
                </a:lnTo>
                <a:lnTo>
                  <a:pt x="3209" y="1886"/>
                </a:lnTo>
                <a:lnTo>
                  <a:pt x="3215" y="1891"/>
                </a:lnTo>
                <a:lnTo>
                  <a:pt x="3218" y="1892"/>
                </a:lnTo>
                <a:lnTo>
                  <a:pt x="3228" y="1899"/>
                </a:lnTo>
                <a:lnTo>
                  <a:pt x="3234" y="1904"/>
                </a:lnTo>
                <a:lnTo>
                  <a:pt x="3239" y="1907"/>
                </a:lnTo>
                <a:lnTo>
                  <a:pt x="3244" y="1911"/>
                </a:lnTo>
                <a:lnTo>
                  <a:pt x="3249" y="1915"/>
                </a:lnTo>
                <a:lnTo>
                  <a:pt x="3261" y="1926"/>
                </a:lnTo>
                <a:lnTo>
                  <a:pt x="3266" y="1928"/>
                </a:lnTo>
                <a:lnTo>
                  <a:pt x="3270" y="1931"/>
                </a:lnTo>
                <a:lnTo>
                  <a:pt x="3271" y="1933"/>
                </a:lnTo>
                <a:lnTo>
                  <a:pt x="3271" y="1935"/>
                </a:lnTo>
                <a:lnTo>
                  <a:pt x="3275" y="1942"/>
                </a:lnTo>
                <a:lnTo>
                  <a:pt x="3278" y="1945"/>
                </a:lnTo>
                <a:lnTo>
                  <a:pt x="3284" y="1949"/>
                </a:lnTo>
                <a:lnTo>
                  <a:pt x="3285" y="1950"/>
                </a:lnTo>
                <a:lnTo>
                  <a:pt x="3286" y="1954"/>
                </a:lnTo>
                <a:lnTo>
                  <a:pt x="3287" y="1958"/>
                </a:lnTo>
                <a:lnTo>
                  <a:pt x="3287" y="1960"/>
                </a:lnTo>
                <a:lnTo>
                  <a:pt x="3286" y="1962"/>
                </a:lnTo>
                <a:lnTo>
                  <a:pt x="3286" y="1963"/>
                </a:lnTo>
                <a:lnTo>
                  <a:pt x="3287" y="1964"/>
                </a:lnTo>
                <a:lnTo>
                  <a:pt x="3291" y="1963"/>
                </a:lnTo>
                <a:lnTo>
                  <a:pt x="3294" y="1964"/>
                </a:lnTo>
                <a:lnTo>
                  <a:pt x="3299" y="1965"/>
                </a:lnTo>
                <a:lnTo>
                  <a:pt x="3305" y="1968"/>
                </a:lnTo>
                <a:lnTo>
                  <a:pt x="3312" y="1976"/>
                </a:lnTo>
                <a:lnTo>
                  <a:pt x="3322" y="1981"/>
                </a:lnTo>
                <a:lnTo>
                  <a:pt x="3330" y="1994"/>
                </a:lnTo>
                <a:lnTo>
                  <a:pt x="3332" y="1996"/>
                </a:lnTo>
                <a:lnTo>
                  <a:pt x="3335" y="2003"/>
                </a:lnTo>
                <a:lnTo>
                  <a:pt x="3337" y="2006"/>
                </a:lnTo>
                <a:lnTo>
                  <a:pt x="3340" y="2006"/>
                </a:lnTo>
                <a:lnTo>
                  <a:pt x="3342" y="2006"/>
                </a:lnTo>
                <a:lnTo>
                  <a:pt x="3344" y="2006"/>
                </a:lnTo>
                <a:lnTo>
                  <a:pt x="3346" y="2008"/>
                </a:lnTo>
                <a:lnTo>
                  <a:pt x="3348" y="2009"/>
                </a:lnTo>
                <a:lnTo>
                  <a:pt x="3349" y="2010"/>
                </a:lnTo>
                <a:lnTo>
                  <a:pt x="3351" y="2011"/>
                </a:lnTo>
                <a:lnTo>
                  <a:pt x="3353" y="2012"/>
                </a:lnTo>
                <a:lnTo>
                  <a:pt x="3355" y="2013"/>
                </a:lnTo>
                <a:lnTo>
                  <a:pt x="3358" y="2014"/>
                </a:lnTo>
                <a:lnTo>
                  <a:pt x="3359" y="2014"/>
                </a:lnTo>
                <a:lnTo>
                  <a:pt x="3360" y="2014"/>
                </a:lnTo>
                <a:lnTo>
                  <a:pt x="3360" y="2015"/>
                </a:lnTo>
                <a:lnTo>
                  <a:pt x="3361" y="2016"/>
                </a:lnTo>
                <a:lnTo>
                  <a:pt x="3363" y="2016"/>
                </a:lnTo>
                <a:lnTo>
                  <a:pt x="3364" y="2017"/>
                </a:lnTo>
                <a:lnTo>
                  <a:pt x="3366" y="2018"/>
                </a:lnTo>
                <a:lnTo>
                  <a:pt x="3367" y="2019"/>
                </a:lnTo>
                <a:lnTo>
                  <a:pt x="3367" y="2021"/>
                </a:lnTo>
                <a:lnTo>
                  <a:pt x="3368" y="2022"/>
                </a:lnTo>
                <a:lnTo>
                  <a:pt x="3371" y="2025"/>
                </a:lnTo>
                <a:lnTo>
                  <a:pt x="3374" y="2028"/>
                </a:lnTo>
                <a:lnTo>
                  <a:pt x="3379" y="2027"/>
                </a:lnTo>
                <a:lnTo>
                  <a:pt x="3392" y="2026"/>
                </a:lnTo>
                <a:lnTo>
                  <a:pt x="3402" y="2027"/>
                </a:lnTo>
                <a:lnTo>
                  <a:pt x="3420" y="2026"/>
                </a:lnTo>
                <a:lnTo>
                  <a:pt x="3434" y="2025"/>
                </a:lnTo>
                <a:lnTo>
                  <a:pt x="3437" y="2028"/>
                </a:lnTo>
                <a:lnTo>
                  <a:pt x="3436" y="2031"/>
                </a:lnTo>
                <a:lnTo>
                  <a:pt x="3433" y="2035"/>
                </a:lnTo>
                <a:lnTo>
                  <a:pt x="3427" y="2039"/>
                </a:lnTo>
                <a:lnTo>
                  <a:pt x="3424" y="2050"/>
                </a:lnTo>
                <a:lnTo>
                  <a:pt x="3421" y="2067"/>
                </a:lnTo>
                <a:lnTo>
                  <a:pt x="3416" y="2079"/>
                </a:lnTo>
                <a:lnTo>
                  <a:pt x="3424" y="2080"/>
                </a:lnTo>
                <a:lnTo>
                  <a:pt x="3431" y="2084"/>
                </a:lnTo>
                <a:lnTo>
                  <a:pt x="3438" y="2085"/>
                </a:lnTo>
                <a:lnTo>
                  <a:pt x="3445" y="2086"/>
                </a:lnTo>
                <a:lnTo>
                  <a:pt x="3445" y="2087"/>
                </a:lnTo>
                <a:lnTo>
                  <a:pt x="3448" y="2095"/>
                </a:lnTo>
                <a:lnTo>
                  <a:pt x="3450" y="2099"/>
                </a:lnTo>
                <a:lnTo>
                  <a:pt x="3451" y="2103"/>
                </a:lnTo>
                <a:lnTo>
                  <a:pt x="3452" y="2107"/>
                </a:lnTo>
                <a:lnTo>
                  <a:pt x="3454" y="2112"/>
                </a:lnTo>
                <a:lnTo>
                  <a:pt x="3456" y="2119"/>
                </a:lnTo>
                <a:lnTo>
                  <a:pt x="3459" y="2135"/>
                </a:lnTo>
                <a:lnTo>
                  <a:pt x="3462" y="2146"/>
                </a:lnTo>
                <a:lnTo>
                  <a:pt x="3465" y="2158"/>
                </a:lnTo>
                <a:lnTo>
                  <a:pt x="3466" y="2161"/>
                </a:lnTo>
                <a:lnTo>
                  <a:pt x="3467" y="2169"/>
                </a:lnTo>
                <a:lnTo>
                  <a:pt x="3468" y="2173"/>
                </a:lnTo>
                <a:lnTo>
                  <a:pt x="3477" y="2199"/>
                </a:lnTo>
                <a:lnTo>
                  <a:pt x="3482" y="2212"/>
                </a:lnTo>
                <a:lnTo>
                  <a:pt x="3483" y="2240"/>
                </a:lnTo>
                <a:lnTo>
                  <a:pt x="3487" y="2249"/>
                </a:lnTo>
                <a:lnTo>
                  <a:pt x="3490" y="2254"/>
                </a:lnTo>
                <a:lnTo>
                  <a:pt x="3499" y="2264"/>
                </a:lnTo>
                <a:lnTo>
                  <a:pt x="3499" y="2265"/>
                </a:lnTo>
                <a:lnTo>
                  <a:pt x="3514" y="2283"/>
                </a:lnTo>
                <a:lnTo>
                  <a:pt x="3547" y="2325"/>
                </a:lnTo>
                <a:lnTo>
                  <a:pt x="3547" y="2361"/>
                </a:lnTo>
                <a:lnTo>
                  <a:pt x="3554" y="2361"/>
                </a:lnTo>
                <a:lnTo>
                  <a:pt x="3558" y="2361"/>
                </a:lnTo>
                <a:lnTo>
                  <a:pt x="3561" y="2360"/>
                </a:lnTo>
                <a:lnTo>
                  <a:pt x="3565" y="2360"/>
                </a:lnTo>
                <a:lnTo>
                  <a:pt x="3566" y="2360"/>
                </a:lnTo>
                <a:lnTo>
                  <a:pt x="3570" y="2360"/>
                </a:lnTo>
                <a:lnTo>
                  <a:pt x="3572" y="2360"/>
                </a:lnTo>
                <a:lnTo>
                  <a:pt x="3574" y="2360"/>
                </a:lnTo>
                <a:lnTo>
                  <a:pt x="3578" y="2360"/>
                </a:lnTo>
                <a:lnTo>
                  <a:pt x="3581" y="2360"/>
                </a:lnTo>
                <a:lnTo>
                  <a:pt x="3586" y="2360"/>
                </a:lnTo>
                <a:lnTo>
                  <a:pt x="3602" y="2359"/>
                </a:lnTo>
                <a:lnTo>
                  <a:pt x="3612" y="2360"/>
                </a:lnTo>
                <a:lnTo>
                  <a:pt x="3620" y="2361"/>
                </a:lnTo>
                <a:lnTo>
                  <a:pt x="3636" y="2362"/>
                </a:lnTo>
                <a:lnTo>
                  <a:pt x="3643" y="2361"/>
                </a:lnTo>
                <a:lnTo>
                  <a:pt x="3645" y="2360"/>
                </a:lnTo>
                <a:lnTo>
                  <a:pt x="3646" y="2360"/>
                </a:lnTo>
                <a:lnTo>
                  <a:pt x="3648" y="2360"/>
                </a:lnTo>
                <a:lnTo>
                  <a:pt x="3650" y="2359"/>
                </a:lnTo>
                <a:lnTo>
                  <a:pt x="3655" y="2358"/>
                </a:lnTo>
                <a:lnTo>
                  <a:pt x="3659" y="2357"/>
                </a:lnTo>
                <a:lnTo>
                  <a:pt x="3662" y="2357"/>
                </a:lnTo>
                <a:lnTo>
                  <a:pt x="3663" y="2356"/>
                </a:lnTo>
                <a:lnTo>
                  <a:pt x="3665" y="2356"/>
                </a:lnTo>
                <a:lnTo>
                  <a:pt x="3741" y="2376"/>
                </a:lnTo>
                <a:lnTo>
                  <a:pt x="3770" y="2384"/>
                </a:lnTo>
                <a:lnTo>
                  <a:pt x="3815" y="2397"/>
                </a:lnTo>
                <a:lnTo>
                  <a:pt x="3866" y="2403"/>
                </a:lnTo>
                <a:lnTo>
                  <a:pt x="3882" y="2406"/>
                </a:lnTo>
                <a:lnTo>
                  <a:pt x="3916" y="2412"/>
                </a:lnTo>
                <a:lnTo>
                  <a:pt x="3926" y="2414"/>
                </a:lnTo>
                <a:lnTo>
                  <a:pt x="3934" y="2415"/>
                </a:lnTo>
                <a:lnTo>
                  <a:pt x="4008" y="2426"/>
                </a:lnTo>
                <a:lnTo>
                  <a:pt x="4078" y="2413"/>
                </a:lnTo>
                <a:lnTo>
                  <a:pt x="4122" y="2418"/>
                </a:lnTo>
                <a:lnTo>
                  <a:pt x="4123" y="2417"/>
                </a:lnTo>
                <a:lnTo>
                  <a:pt x="4131" y="2407"/>
                </a:lnTo>
                <a:lnTo>
                  <a:pt x="4209" y="2414"/>
                </a:lnTo>
                <a:lnTo>
                  <a:pt x="4294" y="2442"/>
                </a:lnTo>
                <a:lnTo>
                  <a:pt x="4315" y="2448"/>
                </a:lnTo>
                <a:lnTo>
                  <a:pt x="4350" y="2454"/>
                </a:lnTo>
                <a:lnTo>
                  <a:pt x="4378" y="2497"/>
                </a:lnTo>
                <a:lnTo>
                  <a:pt x="4389" y="2513"/>
                </a:lnTo>
                <a:lnTo>
                  <a:pt x="4444" y="2531"/>
                </a:lnTo>
                <a:lnTo>
                  <a:pt x="4459" y="2528"/>
                </a:lnTo>
                <a:lnTo>
                  <a:pt x="4473" y="2530"/>
                </a:lnTo>
                <a:lnTo>
                  <a:pt x="4484" y="2530"/>
                </a:lnTo>
                <a:lnTo>
                  <a:pt x="4515" y="2550"/>
                </a:lnTo>
                <a:lnTo>
                  <a:pt x="4526" y="2556"/>
                </a:lnTo>
                <a:lnTo>
                  <a:pt x="4589" y="2589"/>
                </a:lnTo>
                <a:lnTo>
                  <a:pt x="4604" y="2593"/>
                </a:lnTo>
                <a:lnTo>
                  <a:pt x="4638" y="2601"/>
                </a:lnTo>
                <a:lnTo>
                  <a:pt x="4655" y="2607"/>
                </a:lnTo>
                <a:lnTo>
                  <a:pt x="4687" y="2606"/>
                </a:lnTo>
                <a:lnTo>
                  <a:pt x="4722" y="2599"/>
                </a:lnTo>
                <a:lnTo>
                  <a:pt x="4755" y="2592"/>
                </a:lnTo>
                <a:lnTo>
                  <a:pt x="4754" y="2637"/>
                </a:lnTo>
                <a:lnTo>
                  <a:pt x="4779" y="2640"/>
                </a:lnTo>
                <a:lnTo>
                  <a:pt x="4814" y="2638"/>
                </a:lnTo>
                <a:lnTo>
                  <a:pt x="4827" y="2654"/>
                </a:lnTo>
                <a:lnTo>
                  <a:pt x="4861" y="2618"/>
                </a:lnTo>
                <a:lnTo>
                  <a:pt x="4870" y="2619"/>
                </a:lnTo>
                <a:lnTo>
                  <a:pt x="4881" y="2612"/>
                </a:lnTo>
                <a:lnTo>
                  <a:pt x="4884" y="2609"/>
                </a:lnTo>
                <a:lnTo>
                  <a:pt x="4899" y="2600"/>
                </a:lnTo>
                <a:lnTo>
                  <a:pt x="4914" y="2590"/>
                </a:lnTo>
                <a:lnTo>
                  <a:pt x="4934" y="2579"/>
                </a:lnTo>
                <a:lnTo>
                  <a:pt x="4960" y="2568"/>
                </a:lnTo>
                <a:lnTo>
                  <a:pt x="4988" y="2554"/>
                </a:lnTo>
                <a:lnTo>
                  <a:pt x="5032" y="2532"/>
                </a:lnTo>
                <a:lnTo>
                  <a:pt x="5067" y="2514"/>
                </a:lnTo>
                <a:lnTo>
                  <a:pt x="5093" y="2503"/>
                </a:lnTo>
                <a:lnTo>
                  <a:pt x="5133" y="2497"/>
                </a:lnTo>
                <a:lnTo>
                  <a:pt x="5165" y="2486"/>
                </a:lnTo>
                <a:lnTo>
                  <a:pt x="5168" y="2477"/>
                </a:lnTo>
                <a:lnTo>
                  <a:pt x="5194" y="2466"/>
                </a:lnTo>
                <a:lnTo>
                  <a:pt x="5199" y="2467"/>
                </a:lnTo>
                <a:lnTo>
                  <a:pt x="5210" y="2475"/>
                </a:lnTo>
                <a:lnTo>
                  <a:pt x="5234" y="2474"/>
                </a:lnTo>
                <a:lnTo>
                  <a:pt x="5264" y="2476"/>
                </a:lnTo>
                <a:lnTo>
                  <a:pt x="5268" y="2474"/>
                </a:lnTo>
                <a:lnTo>
                  <a:pt x="5271" y="2474"/>
                </a:lnTo>
                <a:lnTo>
                  <a:pt x="5275" y="2472"/>
                </a:lnTo>
                <a:lnTo>
                  <a:pt x="5277" y="2470"/>
                </a:lnTo>
                <a:lnTo>
                  <a:pt x="5287" y="2469"/>
                </a:lnTo>
                <a:lnTo>
                  <a:pt x="5310" y="2463"/>
                </a:lnTo>
                <a:lnTo>
                  <a:pt x="5318" y="2468"/>
                </a:lnTo>
                <a:lnTo>
                  <a:pt x="5345" y="2466"/>
                </a:lnTo>
                <a:lnTo>
                  <a:pt x="5353" y="2465"/>
                </a:lnTo>
                <a:lnTo>
                  <a:pt x="5379" y="2471"/>
                </a:lnTo>
                <a:lnTo>
                  <a:pt x="5392" y="2470"/>
                </a:lnTo>
                <a:lnTo>
                  <a:pt x="5398" y="2472"/>
                </a:lnTo>
                <a:lnTo>
                  <a:pt x="5400" y="2474"/>
                </a:lnTo>
                <a:lnTo>
                  <a:pt x="5416" y="2464"/>
                </a:lnTo>
                <a:lnTo>
                  <a:pt x="5421" y="2461"/>
                </a:lnTo>
                <a:lnTo>
                  <a:pt x="5422" y="2460"/>
                </a:lnTo>
                <a:lnTo>
                  <a:pt x="5424" y="2462"/>
                </a:lnTo>
                <a:lnTo>
                  <a:pt x="5426" y="2459"/>
                </a:lnTo>
                <a:lnTo>
                  <a:pt x="5460" y="2462"/>
                </a:lnTo>
                <a:lnTo>
                  <a:pt x="5466" y="2463"/>
                </a:lnTo>
                <a:lnTo>
                  <a:pt x="5469" y="2461"/>
                </a:lnTo>
                <a:lnTo>
                  <a:pt x="5478" y="2460"/>
                </a:lnTo>
                <a:lnTo>
                  <a:pt x="5480" y="2459"/>
                </a:lnTo>
                <a:lnTo>
                  <a:pt x="5482" y="2459"/>
                </a:lnTo>
                <a:lnTo>
                  <a:pt x="5484" y="2459"/>
                </a:lnTo>
                <a:lnTo>
                  <a:pt x="5489" y="2458"/>
                </a:lnTo>
                <a:lnTo>
                  <a:pt x="5495" y="2457"/>
                </a:lnTo>
                <a:lnTo>
                  <a:pt x="5497" y="2454"/>
                </a:lnTo>
                <a:lnTo>
                  <a:pt x="5500" y="2454"/>
                </a:lnTo>
                <a:lnTo>
                  <a:pt x="5503" y="2453"/>
                </a:lnTo>
                <a:lnTo>
                  <a:pt x="5523" y="2434"/>
                </a:lnTo>
                <a:lnTo>
                  <a:pt x="5529" y="2431"/>
                </a:lnTo>
                <a:lnTo>
                  <a:pt x="5556" y="2417"/>
                </a:lnTo>
                <a:lnTo>
                  <a:pt x="5567" y="2416"/>
                </a:lnTo>
                <a:lnTo>
                  <a:pt x="5586" y="2414"/>
                </a:lnTo>
                <a:lnTo>
                  <a:pt x="5590" y="2407"/>
                </a:lnTo>
                <a:lnTo>
                  <a:pt x="5595" y="2405"/>
                </a:lnTo>
                <a:lnTo>
                  <a:pt x="5611" y="2397"/>
                </a:lnTo>
                <a:lnTo>
                  <a:pt x="5615" y="2395"/>
                </a:lnTo>
                <a:lnTo>
                  <a:pt x="5619" y="2393"/>
                </a:lnTo>
                <a:lnTo>
                  <a:pt x="5634" y="2383"/>
                </a:lnTo>
                <a:lnTo>
                  <a:pt x="5637" y="2371"/>
                </a:lnTo>
                <a:lnTo>
                  <a:pt x="5654" y="2355"/>
                </a:lnTo>
                <a:lnTo>
                  <a:pt x="5660" y="2349"/>
                </a:lnTo>
                <a:lnTo>
                  <a:pt x="5668" y="2332"/>
                </a:lnTo>
                <a:lnTo>
                  <a:pt x="5667" y="2328"/>
                </a:lnTo>
                <a:lnTo>
                  <a:pt x="5674" y="2317"/>
                </a:lnTo>
                <a:lnTo>
                  <a:pt x="5679" y="2314"/>
                </a:lnTo>
                <a:lnTo>
                  <a:pt x="5694" y="2292"/>
                </a:lnTo>
                <a:lnTo>
                  <a:pt x="5712" y="2265"/>
                </a:lnTo>
                <a:lnTo>
                  <a:pt x="5719" y="2260"/>
                </a:lnTo>
                <a:lnTo>
                  <a:pt x="5719" y="2259"/>
                </a:lnTo>
                <a:lnTo>
                  <a:pt x="5723" y="2257"/>
                </a:lnTo>
                <a:lnTo>
                  <a:pt x="5731" y="2253"/>
                </a:lnTo>
                <a:lnTo>
                  <a:pt x="5736" y="2250"/>
                </a:lnTo>
                <a:lnTo>
                  <a:pt x="5748" y="2244"/>
                </a:lnTo>
                <a:lnTo>
                  <a:pt x="5755" y="2241"/>
                </a:lnTo>
                <a:lnTo>
                  <a:pt x="5759" y="2240"/>
                </a:lnTo>
                <a:lnTo>
                  <a:pt x="5761" y="2239"/>
                </a:lnTo>
                <a:lnTo>
                  <a:pt x="5766" y="2232"/>
                </a:lnTo>
                <a:lnTo>
                  <a:pt x="5775" y="2227"/>
                </a:lnTo>
                <a:lnTo>
                  <a:pt x="5783" y="2227"/>
                </a:lnTo>
                <a:lnTo>
                  <a:pt x="5791" y="2227"/>
                </a:lnTo>
                <a:lnTo>
                  <a:pt x="5797" y="2221"/>
                </a:lnTo>
                <a:lnTo>
                  <a:pt x="5813" y="2199"/>
                </a:lnTo>
                <a:lnTo>
                  <a:pt x="5821" y="2187"/>
                </a:lnTo>
                <a:lnTo>
                  <a:pt x="5836" y="2185"/>
                </a:lnTo>
                <a:lnTo>
                  <a:pt x="5841" y="2182"/>
                </a:lnTo>
                <a:lnTo>
                  <a:pt x="5844" y="2181"/>
                </a:lnTo>
                <a:lnTo>
                  <a:pt x="5846" y="2170"/>
                </a:lnTo>
                <a:lnTo>
                  <a:pt x="5845" y="2159"/>
                </a:lnTo>
                <a:lnTo>
                  <a:pt x="5844" y="2154"/>
                </a:lnTo>
                <a:lnTo>
                  <a:pt x="5829" y="2131"/>
                </a:lnTo>
                <a:lnTo>
                  <a:pt x="5816" y="2119"/>
                </a:lnTo>
                <a:lnTo>
                  <a:pt x="5815" y="2118"/>
                </a:lnTo>
                <a:lnTo>
                  <a:pt x="5810" y="2117"/>
                </a:lnTo>
                <a:lnTo>
                  <a:pt x="5806" y="2115"/>
                </a:lnTo>
                <a:lnTo>
                  <a:pt x="5801" y="2111"/>
                </a:lnTo>
                <a:lnTo>
                  <a:pt x="5797" y="2108"/>
                </a:lnTo>
                <a:lnTo>
                  <a:pt x="5794" y="2104"/>
                </a:lnTo>
                <a:lnTo>
                  <a:pt x="5789" y="2098"/>
                </a:lnTo>
                <a:lnTo>
                  <a:pt x="5786" y="2093"/>
                </a:lnTo>
                <a:lnTo>
                  <a:pt x="5784" y="2091"/>
                </a:lnTo>
                <a:lnTo>
                  <a:pt x="5781" y="2088"/>
                </a:lnTo>
                <a:lnTo>
                  <a:pt x="5779" y="2084"/>
                </a:lnTo>
                <a:lnTo>
                  <a:pt x="5777" y="2078"/>
                </a:lnTo>
                <a:lnTo>
                  <a:pt x="5776" y="2072"/>
                </a:lnTo>
                <a:lnTo>
                  <a:pt x="5776" y="2067"/>
                </a:lnTo>
                <a:lnTo>
                  <a:pt x="5773" y="2064"/>
                </a:lnTo>
                <a:lnTo>
                  <a:pt x="5768" y="2060"/>
                </a:lnTo>
                <a:lnTo>
                  <a:pt x="5760" y="2057"/>
                </a:lnTo>
                <a:lnTo>
                  <a:pt x="5757" y="2049"/>
                </a:lnTo>
                <a:lnTo>
                  <a:pt x="5758" y="2042"/>
                </a:lnTo>
                <a:lnTo>
                  <a:pt x="5764" y="2023"/>
                </a:lnTo>
                <a:lnTo>
                  <a:pt x="5770" y="2018"/>
                </a:lnTo>
                <a:lnTo>
                  <a:pt x="5771" y="2008"/>
                </a:lnTo>
                <a:lnTo>
                  <a:pt x="5775" y="2005"/>
                </a:lnTo>
                <a:lnTo>
                  <a:pt x="5777" y="2003"/>
                </a:lnTo>
                <a:lnTo>
                  <a:pt x="5774" y="1989"/>
                </a:lnTo>
                <a:lnTo>
                  <a:pt x="5777" y="1976"/>
                </a:lnTo>
                <a:lnTo>
                  <a:pt x="5780" y="1967"/>
                </a:lnTo>
                <a:lnTo>
                  <a:pt x="5782" y="1961"/>
                </a:lnTo>
                <a:lnTo>
                  <a:pt x="5788" y="1948"/>
                </a:lnTo>
                <a:lnTo>
                  <a:pt x="5791" y="1941"/>
                </a:lnTo>
                <a:lnTo>
                  <a:pt x="5797" y="1926"/>
                </a:lnTo>
                <a:lnTo>
                  <a:pt x="5800" y="1919"/>
                </a:lnTo>
                <a:lnTo>
                  <a:pt x="5816" y="1903"/>
                </a:lnTo>
                <a:lnTo>
                  <a:pt x="5825" y="1898"/>
                </a:lnTo>
                <a:lnTo>
                  <a:pt x="5832" y="1893"/>
                </a:lnTo>
                <a:lnTo>
                  <a:pt x="5841" y="1892"/>
                </a:lnTo>
                <a:lnTo>
                  <a:pt x="5848" y="1896"/>
                </a:lnTo>
                <a:lnTo>
                  <a:pt x="5889" y="1894"/>
                </a:lnTo>
                <a:lnTo>
                  <a:pt x="5893" y="1892"/>
                </a:lnTo>
                <a:lnTo>
                  <a:pt x="5910" y="1906"/>
                </a:lnTo>
                <a:lnTo>
                  <a:pt x="5920" y="1919"/>
                </a:lnTo>
                <a:lnTo>
                  <a:pt x="5937" y="1929"/>
                </a:lnTo>
                <a:lnTo>
                  <a:pt x="5958" y="1935"/>
                </a:lnTo>
                <a:lnTo>
                  <a:pt x="5969" y="1934"/>
                </a:lnTo>
                <a:lnTo>
                  <a:pt x="5980" y="1936"/>
                </a:lnTo>
                <a:lnTo>
                  <a:pt x="5982" y="1936"/>
                </a:lnTo>
                <a:lnTo>
                  <a:pt x="5997" y="1941"/>
                </a:lnTo>
                <a:lnTo>
                  <a:pt x="6020" y="1941"/>
                </a:lnTo>
                <a:lnTo>
                  <a:pt x="6052" y="1941"/>
                </a:lnTo>
                <a:lnTo>
                  <a:pt x="6059" y="1944"/>
                </a:lnTo>
                <a:lnTo>
                  <a:pt x="6071" y="1945"/>
                </a:lnTo>
                <a:lnTo>
                  <a:pt x="6082" y="1936"/>
                </a:lnTo>
                <a:lnTo>
                  <a:pt x="6088" y="1929"/>
                </a:lnTo>
                <a:lnTo>
                  <a:pt x="6093" y="1922"/>
                </a:lnTo>
                <a:lnTo>
                  <a:pt x="6102" y="1919"/>
                </a:lnTo>
                <a:lnTo>
                  <a:pt x="6102" y="1917"/>
                </a:lnTo>
                <a:lnTo>
                  <a:pt x="6103" y="1916"/>
                </a:lnTo>
                <a:lnTo>
                  <a:pt x="6104" y="1916"/>
                </a:lnTo>
                <a:lnTo>
                  <a:pt x="6105" y="1915"/>
                </a:lnTo>
                <a:lnTo>
                  <a:pt x="6105" y="1914"/>
                </a:lnTo>
                <a:lnTo>
                  <a:pt x="6105" y="1913"/>
                </a:lnTo>
                <a:lnTo>
                  <a:pt x="6106" y="1912"/>
                </a:lnTo>
                <a:lnTo>
                  <a:pt x="6107" y="1911"/>
                </a:lnTo>
                <a:lnTo>
                  <a:pt x="6107" y="1910"/>
                </a:lnTo>
                <a:lnTo>
                  <a:pt x="6107" y="1908"/>
                </a:lnTo>
                <a:lnTo>
                  <a:pt x="6108" y="1908"/>
                </a:lnTo>
                <a:lnTo>
                  <a:pt x="6109" y="1907"/>
                </a:lnTo>
                <a:lnTo>
                  <a:pt x="6112" y="1907"/>
                </a:lnTo>
                <a:lnTo>
                  <a:pt x="6115" y="1906"/>
                </a:lnTo>
                <a:lnTo>
                  <a:pt x="6116" y="1905"/>
                </a:lnTo>
                <a:lnTo>
                  <a:pt x="6122" y="1904"/>
                </a:lnTo>
                <a:lnTo>
                  <a:pt x="6130" y="1902"/>
                </a:lnTo>
                <a:lnTo>
                  <a:pt x="6137" y="1896"/>
                </a:lnTo>
                <a:lnTo>
                  <a:pt x="6142" y="1888"/>
                </a:lnTo>
                <a:lnTo>
                  <a:pt x="6143" y="1886"/>
                </a:lnTo>
                <a:lnTo>
                  <a:pt x="6144" y="1879"/>
                </a:lnTo>
                <a:lnTo>
                  <a:pt x="6146" y="1879"/>
                </a:lnTo>
                <a:lnTo>
                  <a:pt x="6154" y="1870"/>
                </a:lnTo>
                <a:lnTo>
                  <a:pt x="6164" y="1861"/>
                </a:lnTo>
                <a:lnTo>
                  <a:pt x="6166" y="1860"/>
                </a:lnTo>
                <a:lnTo>
                  <a:pt x="6167" y="1860"/>
                </a:lnTo>
                <a:lnTo>
                  <a:pt x="6175" y="1846"/>
                </a:lnTo>
                <a:lnTo>
                  <a:pt x="6181" y="1839"/>
                </a:lnTo>
                <a:lnTo>
                  <a:pt x="6182" y="1837"/>
                </a:lnTo>
                <a:lnTo>
                  <a:pt x="6189" y="1823"/>
                </a:lnTo>
                <a:lnTo>
                  <a:pt x="6191" y="1814"/>
                </a:lnTo>
                <a:lnTo>
                  <a:pt x="6191" y="1802"/>
                </a:lnTo>
                <a:lnTo>
                  <a:pt x="6217" y="1789"/>
                </a:lnTo>
                <a:lnTo>
                  <a:pt x="6218" y="1789"/>
                </a:lnTo>
                <a:lnTo>
                  <a:pt x="6245" y="1798"/>
                </a:lnTo>
                <a:lnTo>
                  <a:pt x="6252" y="1798"/>
                </a:lnTo>
                <a:lnTo>
                  <a:pt x="6256" y="1797"/>
                </a:lnTo>
                <a:lnTo>
                  <a:pt x="6257" y="1797"/>
                </a:lnTo>
                <a:lnTo>
                  <a:pt x="6258" y="1796"/>
                </a:lnTo>
                <a:lnTo>
                  <a:pt x="6261" y="1796"/>
                </a:lnTo>
                <a:lnTo>
                  <a:pt x="6266" y="1794"/>
                </a:lnTo>
                <a:lnTo>
                  <a:pt x="6270" y="1794"/>
                </a:lnTo>
                <a:lnTo>
                  <a:pt x="6279" y="1791"/>
                </a:lnTo>
                <a:lnTo>
                  <a:pt x="6307" y="1789"/>
                </a:lnTo>
                <a:lnTo>
                  <a:pt x="6309" y="1788"/>
                </a:lnTo>
                <a:lnTo>
                  <a:pt x="6334" y="1778"/>
                </a:lnTo>
                <a:lnTo>
                  <a:pt x="6353" y="1770"/>
                </a:lnTo>
                <a:lnTo>
                  <a:pt x="6358" y="1765"/>
                </a:lnTo>
                <a:lnTo>
                  <a:pt x="6376" y="1742"/>
                </a:lnTo>
                <a:lnTo>
                  <a:pt x="6384" y="1731"/>
                </a:lnTo>
                <a:lnTo>
                  <a:pt x="6393" y="1726"/>
                </a:lnTo>
                <a:lnTo>
                  <a:pt x="6396" y="1724"/>
                </a:lnTo>
                <a:lnTo>
                  <a:pt x="6396" y="1720"/>
                </a:lnTo>
                <a:lnTo>
                  <a:pt x="6398" y="1718"/>
                </a:lnTo>
                <a:lnTo>
                  <a:pt x="6404" y="1718"/>
                </a:lnTo>
                <a:lnTo>
                  <a:pt x="6409" y="1719"/>
                </a:lnTo>
                <a:lnTo>
                  <a:pt x="6411" y="1717"/>
                </a:lnTo>
                <a:lnTo>
                  <a:pt x="6416" y="1716"/>
                </a:lnTo>
                <a:lnTo>
                  <a:pt x="6420" y="1711"/>
                </a:lnTo>
                <a:lnTo>
                  <a:pt x="6421" y="1708"/>
                </a:lnTo>
                <a:lnTo>
                  <a:pt x="6422" y="1704"/>
                </a:lnTo>
                <a:lnTo>
                  <a:pt x="6423" y="1701"/>
                </a:lnTo>
                <a:lnTo>
                  <a:pt x="6427" y="1697"/>
                </a:lnTo>
                <a:lnTo>
                  <a:pt x="6430" y="1696"/>
                </a:lnTo>
                <a:lnTo>
                  <a:pt x="6427" y="1686"/>
                </a:lnTo>
                <a:lnTo>
                  <a:pt x="6428" y="1684"/>
                </a:lnTo>
                <a:lnTo>
                  <a:pt x="6425" y="1679"/>
                </a:lnTo>
                <a:lnTo>
                  <a:pt x="6421" y="1677"/>
                </a:lnTo>
                <a:lnTo>
                  <a:pt x="6423" y="1658"/>
                </a:lnTo>
                <a:lnTo>
                  <a:pt x="6426" y="1650"/>
                </a:lnTo>
                <a:lnTo>
                  <a:pt x="6439" y="1622"/>
                </a:lnTo>
                <a:lnTo>
                  <a:pt x="6442" y="1621"/>
                </a:lnTo>
                <a:lnTo>
                  <a:pt x="6454" y="1600"/>
                </a:lnTo>
                <a:lnTo>
                  <a:pt x="6458" y="1595"/>
                </a:lnTo>
                <a:lnTo>
                  <a:pt x="6460" y="1587"/>
                </a:lnTo>
                <a:lnTo>
                  <a:pt x="6462" y="1584"/>
                </a:lnTo>
                <a:lnTo>
                  <a:pt x="6472" y="1579"/>
                </a:lnTo>
                <a:lnTo>
                  <a:pt x="6482" y="1576"/>
                </a:lnTo>
                <a:lnTo>
                  <a:pt x="6485" y="1575"/>
                </a:lnTo>
                <a:lnTo>
                  <a:pt x="6486" y="1572"/>
                </a:lnTo>
                <a:lnTo>
                  <a:pt x="6487" y="1571"/>
                </a:lnTo>
                <a:lnTo>
                  <a:pt x="6489" y="1571"/>
                </a:lnTo>
                <a:lnTo>
                  <a:pt x="6490" y="1570"/>
                </a:lnTo>
                <a:lnTo>
                  <a:pt x="6491" y="1567"/>
                </a:lnTo>
                <a:lnTo>
                  <a:pt x="6491" y="1565"/>
                </a:lnTo>
                <a:lnTo>
                  <a:pt x="6492" y="1564"/>
                </a:lnTo>
                <a:lnTo>
                  <a:pt x="6493" y="1564"/>
                </a:lnTo>
                <a:lnTo>
                  <a:pt x="6502" y="1565"/>
                </a:lnTo>
                <a:lnTo>
                  <a:pt x="6517" y="1565"/>
                </a:lnTo>
                <a:lnTo>
                  <a:pt x="6520" y="1565"/>
                </a:lnTo>
                <a:lnTo>
                  <a:pt x="6529" y="1565"/>
                </a:lnTo>
                <a:lnTo>
                  <a:pt x="6551" y="1561"/>
                </a:lnTo>
                <a:lnTo>
                  <a:pt x="6568" y="1559"/>
                </a:lnTo>
                <a:lnTo>
                  <a:pt x="6569" y="1552"/>
                </a:lnTo>
                <a:lnTo>
                  <a:pt x="6567" y="1548"/>
                </a:lnTo>
                <a:lnTo>
                  <a:pt x="6569" y="1536"/>
                </a:lnTo>
                <a:lnTo>
                  <a:pt x="6574" y="1524"/>
                </a:lnTo>
                <a:lnTo>
                  <a:pt x="6569" y="1514"/>
                </a:lnTo>
                <a:lnTo>
                  <a:pt x="6574" y="1512"/>
                </a:lnTo>
                <a:lnTo>
                  <a:pt x="6579" y="1509"/>
                </a:lnTo>
                <a:lnTo>
                  <a:pt x="6582" y="1509"/>
                </a:lnTo>
                <a:lnTo>
                  <a:pt x="6587" y="1508"/>
                </a:lnTo>
                <a:lnTo>
                  <a:pt x="6591" y="1509"/>
                </a:lnTo>
                <a:lnTo>
                  <a:pt x="6593" y="1506"/>
                </a:lnTo>
                <a:lnTo>
                  <a:pt x="6597" y="1508"/>
                </a:lnTo>
                <a:lnTo>
                  <a:pt x="6599" y="1509"/>
                </a:lnTo>
                <a:lnTo>
                  <a:pt x="6601" y="1511"/>
                </a:lnTo>
                <a:lnTo>
                  <a:pt x="6601" y="1514"/>
                </a:lnTo>
                <a:lnTo>
                  <a:pt x="6602" y="1516"/>
                </a:lnTo>
                <a:lnTo>
                  <a:pt x="6606" y="1519"/>
                </a:lnTo>
                <a:lnTo>
                  <a:pt x="6610" y="1522"/>
                </a:lnTo>
                <a:lnTo>
                  <a:pt x="6613" y="1521"/>
                </a:lnTo>
                <a:lnTo>
                  <a:pt x="6617" y="1520"/>
                </a:lnTo>
                <a:lnTo>
                  <a:pt x="6619" y="1518"/>
                </a:lnTo>
                <a:lnTo>
                  <a:pt x="6619" y="1517"/>
                </a:lnTo>
                <a:lnTo>
                  <a:pt x="6620" y="1517"/>
                </a:lnTo>
                <a:lnTo>
                  <a:pt x="6625" y="1517"/>
                </a:lnTo>
                <a:lnTo>
                  <a:pt x="6628" y="1517"/>
                </a:lnTo>
                <a:lnTo>
                  <a:pt x="6630" y="1515"/>
                </a:lnTo>
                <a:lnTo>
                  <a:pt x="6632" y="1514"/>
                </a:lnTo>
                <a:lnTo>
                  <a:pt x="6633" y="1512"/>
                </a:lnTo>
                <a:lnTo>
                  <a:pt x="6631" y="1509"/>
                </a:lnTo>
                <a:lnTo>
                  <a:pt x="6631" y="1508"/>
                </a:lnTo>
                <a:lnTo>
                  <a:pt x="6632" y="1507"/>
                </a:lnTo>
                <a:lnTo>
                  <a:pt x="6635" y="1506"/>
                </a:lnTo>
                <a:lnTo>
                  <a:pt x="6635" y="1505"/>
                </a:lnTo>
                <a:lnTo>
                  <a:pt x="6636" y="1502"/>
                </a:lnTo>
                <a:lnTo>
                  <a:pt x="6638" y="1499"/>
                </a:lnTo>
                <a:lnTo>
                  <a:pt x="6639" y="1498"/>
                </a:lnTo>
                <a:lnTo>
                  <a:pt x="6642" y="1497"/>
                </a:lnTo>
                <a:lnTo>
                  <a:pt x="6645" y="1497"/>
                </a:lnTo>
                <a:lnTo>
                  <a:pt x="6646" y="1497"/>
                </a:lnTo>
                <a:lnTo>
                  <a:pt x="6648" y="1496"/>
                </a:lnTo>
                <a:lnTo>
                  <a:pt x="6648" y="1493"/>
                </a:lnTo>
                <a:lnTo>
                  <a:pt x="6650" y="1493"/>
                </a:lnTo>
                <a:lnTo>
                  <a:pt x="6654" y="1493"/>
                </a:lnTo>
                <a:lnTo>
                  <a:pt x="6655" y="1493"/>
                </a:lnTo>
                <a:lnTo>
                  <a:pt x="6657" y="1492"/>
                </a:lnTo>
                <a:lnTo>
                  <a:pt x="6665" y="1481"/>
                </a:lnTo>
                <a:lnTo>
                  <a:pt x="6668" y="1480"/>
                </a:lnTo>
                <a:lnTo>
                  <a:pt x="6673" y="1480"/>
                </a:lnTo>
                <a:lnTo>
                  <a:pt x="6675" y="1479"/>
                </a:lnTo>
                <a:lnTo>
                  <a:pt x="6678" y="1476"/>
                </a:lnTo>
                <a:lnTo>
                  <a:pt x="6679" y="1473"/>
                </a:lnTo>
                <a:lnTo>
                  <a:pt x="6681" y="1472"/>
                </a:lnTo>
                <a:lnTo>
                  <a:pt x="6685" y="1471"/>
                </a:lnTo>
                <a:lnTo>
                  <a:pt x="6690" y="1466"/>
                </a:lnTo>
                <a:lnTo>
                  <a:pt x="6703" y="1466"/>
                </a:lnTo>
                <a:lnTo>
                  <a:pt x="6709" y="1470"/>
                </a:lnTo>
                <a:lnTo>
                  <a:pt x="6730" y="1470"/>
                </a:lnTo>
                <a:lnTo>
                  <a:pt x="6735" y="1463"/>
                </a:lnTo>
                <a:lnTo>
                  <a:pt x="6737" y="1462"/>
                </a:lnTo>
                <a:lnTo>
                  <a:pt x="6739" y="1463"/>
                </a:lnTo>
                <a:lnTo>
                  <a:pt x="6741" y="1467"/>
                </a:lnTo>
                <a:lnTo>
                  <a:pt x="6748" y="1467"/>
                </a:lnTo>
                <a:lnTo>
                  <a:pt x="6757" y="1468"/>
                </a:lnTo>
                <a:lnTo>
                  <a:pt x="6758" y="1467"/>
                </a:lnTo>
                <a:lnTo>
                  <a:pt x="6759" y="1465"/>
                </a:lnTo>
                <a:lnTo>
                  <a:pt x="6758" y="1463"/>
                </a:lnTo>
                <a:lnTo>
                  <a:pt x="6756" y="1461"/>
                </a:lnTo>
                <a:lnTo>
                  <a:pt x="6763" y="1449"/>
                </a:lnTo>
                <a:lnTo>
                  <a:pt x="6767" y="1449"/>
                </a:lnTo>
                <a:lnTo>
                  <a:pt x="6771" y="1447"/>
                </a:lnTo>
                <a:lnTo>
                  <a:pt x="6772" y="1447"/>
                </a:lnTo>
                <a:lnTo>
                  <a:pt x="6773" y="1449"/>
                </a:lnTo>
                <a:lnTo>
                  <a:pt x="6774" y="1453"/>
                </a:lnTo>
                <a:lnTo>
                  <a:pt x="6773" y="1455"/>
                </a:lnTo>
                <a:lnTo>
                  <a:pt x="6775" y="1457"/>
                </a:lnTo>
                <a:lnTo>
                  <a:pt x="6779" y="1457"/>
                </a:lnTo>
                <a:lnTo>
                  <a:pt x="6781" y="1454"/>
                </a:lnTo>
                <a:lnTo>
                  <a:pt x="6786" y="1451"/>
                </a:lnTo>
                <a:lnTo>
                  <a:pt x="6789" y="1456"/>
                </a:lnTo>
                <a:lnTo>
                  <a:pt x="6796" y="1463"/>
                </a:lnTo>
                <a:lnTo>
                  <a:pt x="6802" y="1468"/>
                </a:lnTo>
                <a:lnTo>
                  <a:pt x="6804" y="1470"/>
                </a:lnTo>
                <a:lnTo>
                  <a:pt x="6805" y="1469"/>
                </a:lnTo>
                <a:lnTo>
                  <a:pt x="6809" y="1466"/>
                </a:lnTo>
                <a:lnTo>
                  <a:pt x="6810" y="1466"/>
                </a:lnTo>
                <a:lnTo>
                  <a:pt x="6816" y="1467"/>
                </a:lnTo>
                <a:lnTo>
                  <a:pt x="6821" y="1466"/>
                </a:lnTo>
                <a:lnTo>
                  <a:pt x="6824" y="1466"/>
                </a:lnTo>
                <a:lnTo>
                  <a:pt x="6825" y="1468"/>
                </a:lnTo>
                <a:lnTo>
                  <a:pt x="6829" y="1469"/>
                </a:lnTo>
                <a:lnTo>
                  <a:pt x="6833" y="1473"/>
                </a:lnTo>
                <a:lnTo>
                  <a:pt x="6834" y="1473"/>
                </a:lnTo>
                <a:lnTo>
                  <a:pt x="6837" y="1470"/>
                </a:lnTo>
                <a:lnTo>
                  <a:pt x="6839" y="1470"/>
                </a:lnTo>
                <a:lnTo>
                  <a:pt x="6840" y="1471"/>
                </a:lnTo>
                <a:lnTo>
                  <a:pt x="6841" y="1473"/>
                </a:lnTo>
                <a:lnTo>
                  <a:pt x="6843" y="1472"/>
                </a:lnTo>
                <a:lnTo>
                  <a:pt x="6844" y="1470"/>
                </a:lnTo>
                <a:lnTo>
                  <a:pt x="6848" y="1464"/>
                </a:lnTo>
                <a:lnTo>
                  <a:pt x="6856" y="1465"/>
                </a:lnTo>
                <a:lnTo>
                  <a:pt x="6858" y="1464"/>
                </a:lnTo>
                <a:lnTo>
                  <a:pt x="6860" y="1463"/>
                </a:lnTo>
                <a:lnTo>
                  <a:pt x="6866" y="1463"/>
                </a:lnTo>
                <a:lnTo>
                  <a:pt x="6870" y="1465"/>
                </a:lnTo>
                <a:lnTo>
                  <a:pt x="6874" y="1465"/>
                </a:lnTo>
                <a:lnTo>
                  <a:pt x="6878" y="1463"/>
                </a:lnTo>
                <a:lnTo>
                  <a:pt x="6879" y="1462"/>
                </a:lnTo>
                <a:lnTo>
                  <a:pt x="6881" y="1463"/>
                </a:lnTo>
                <a:lnTo>
                  <a:pt x="6883" y="1464"/>
                </a:lnTo>
                <a:lnTo>
                  <a:pt x="6884" y="1466"/>
                </a:lnTo>
                <a:lnTo>
                  <a:pt x="6885" y="1468"/>
                </a:lnTo>
                <a:lnTo>
                  <a:pt x="6884" y="1470"/>
                </a:lnTo>
                <a:lnTo>
                  <a:pt x="6889" y="1466"/>
                </a:lnTo>
                <a:lnTo>
                  <a:pt x="6891" y="1464"/>
                </a:lnTo>
                <a:lnTo>
                  <a:pt x="6892" y="1462"/>
                </a:lnTo>
                <a:lnTo>
                  <a:pt x="6895" y="1462"/>
                </a:lnTo>
                <a:lnTo>
                  <a:pt x="6897" y="1461"/>
                </a:lnTo>
                <a:lnTo>
                  <a:pt x="6898" y="1456"/>
                </a:lnTo>
                <a:lnTo>
                  <a:pt x="6900" y="1453"/>
                </a:lnTo>
                <a:lnTo>
                  <a:pt x="6900" y="1450"/>
                </a:lnTo>
                <a:lnTo>
                  <a:pt x="6898" y="1448"/>
                </a:lnTo>
                <a:lnTo>
                  <a:pt x="6909" y="1449"/>
                </a:lnTo>
                <a:lnTo>
                  <a:pt x="6910" y="1449"/>
                </a:lnTo>
                <a:lnTo>
                  <a:pt x="6914" y="1448"/>
                </a:lnTo>
                <a:lnTo>
                  <a:pt x="6913" y="1444"/>
                </a:lnTo>
                <a:lnTo>
                  <a:pt x="6914" y="1443"/>
                </a:lnTo>
                <a:lnTo>
                  <a:pt x="6915" y="1441"/>
                </a:lnTo>
                <a:lnTo>
                  <a:pt x="6916" y="1439"/>
                </a:lnTo>
                <a:lnTo>
                  <a:pt x="6913" y="1435"/>
                </a:lnTo>
                <a:lnTo>
                  <a:pt x="6912" y="1431"/>
                </a:lnTo>
                <a:lnTo>
                  <a:pt x="6911" y="1430"/>
                </a:lnTo>
                <a:lnTo>
                  <a:pt x="6911" y="1428"/>
                </a:lnTo>
                <a:lnTo>
                  <a:pt x="6914" y="1423"/>
                </a:lnTo>
                <a:lnTo>
                  <a:pt x="6914" y="1421"/>
                </a:lnTo>
                <a:lnTo>
                  <a:pt x="6911" y="1416"/>
                </a:lnTo>
                <a:lnTo>
                  <a:pt x="6911" y="1413"/>
                </a:lnTo>
                <a:lnTo>
                  <a:pt x="6912" y="1411"/>
                </a:lnTo>
                <a:lnTo>
                  <a:pt x="6909" y="1411"/>
                </a:lnTo>
                <a:lnTo>
                  <a:pt x="6908" y="1403"/>
                </a:lnTo>
                <a:lnTo>
                  <a:pt x="6909" y="1400"/>
                </a:lnTo>
                <a:lnTo>
                  <a:pt x="6899" y="1399"/>
                </a:lnTo>
                <a:lnTo>
                  <a:pt x="6897" y="1394"/>
                </a:lnTo>
                <a:lnTo>
                  <a:pt x="6900" y="1390"/>
                </a:lnTo>
                <a:lnTo>
                  <a:pt x="6896" y="1390"/>
                </a:lnTo>
                <a:lnTo>
                  <a:pt x="6890" y="1384"/>
                </a:lnTo>
                <a:lnTo>
                  <a:pt x="6889" y="1383"/>
                </a:lnTo>
                <a:lnTo>
                  <a:pt x="6887" y="1381"/>
                </a:lnTo>
                <a:lnTo>
                  <a:pt x="6886" y="1379"/>
                </a:lnTo>
                <a:lnTo>
                  <a:pt x="6886" y="1378"/>
                </a:lnTo>
                <a:lnTo>
                  <a:pt x="6886" y="1377"/>
                </a:lnTo>
                <a:lnTo>
                  <a:pt x="6886" y="1376"/>
                </a:lnTo>
                <a:lnTo>
                  <a:pt x="6886" y="1375"/>
                </a:lnTo>
                <a:lnTo>
                  <a:pt x="6888" y="1372"/>
                </a:lnTo>
                <a:lnTo>
                  <a:pt x="6880" y="1359"/>
                </a:lnTo>
                <a:lnTo>
                  <a:pt x="6879" y="1357"/>
                </a:lnTo>
                <a:lnTo>
                  <a:pt x="6874" y="1351"/>
                </a:lnTo>
                <a:lnTo>
                  <a:pt x="6873" y="1349"/>
                </a:lnTo>
                <a:lnTo>
                  <a:pt x="6872" y="1349"/>
                </a:lnTo>
                <a:lnTo>
                  <a:pt x="6869" y="1346"/>
                </a:lnTo>
                <a:lnTo>
                  <a:pt x="6867" y="1345"/>
                </a:lnTo>
                <a:lnTo>
                  <a:pt x="6865" y="1343"/>
                </a:lnTo>
                <a:lnTo>
                  <a:pt x="6862" y="1340"/>
                </a:lnTo>
                <a:lnTo>
                  <a:pt x="6861" y="1340"/>
                </a:lnTo>
                <a:lnTo>
                  <a:pt x="6861" y="1339"/>
                </a:lnTo>
                <a:lnTo>
                  <a:pt x="6860" y="1338"/>
                </a:lnTo>
                <a:lnTo>
                  <a:pt x="6859" y="1338"/>
                </a:lnTo>
                <a:lnTo>
                  <a:pt x="6858" y="1337"/>
                </a:lnTo>
                <a:lnTo>
                  <a:pt x="6857" y="1337"/>
                </a:lnTo>
                <a:lnTo>
                  <a:pt x="6855" y="1337"/>
                </a:lnTo>
                <a:lnTo>
                  <a:pt x="6854" y="1337"/>
                </a:lnTo>
                <a:lnTo>
                  <a:pt x="6853" y="1337"/>
                </a:lnTo>
                <a:lnTo>
                  <a:pt x="6852" y="1337"/>
                </a:lnTo>
                <a:lnTo>
                  <a:pt x="6851" y="1338"/>
                </a:lnTo>
                <a:lnTo>
                  <a:pt x="6850" y="1338"/>
                </a:lnTo>
                <a:lnTo>
                  <a:pt x="6849" y="1338"/>
                </a:lnTo>
                <a:lnTo>
                  <a:pt x="6848" y="1338"/>
                </a:lnTo>
                <a:lnTo>
                  <a:pt x="6848" y="1337"/>
                </a:lnTo>
                <a:lnTo>
                  <a:pt x="6847" y="1337"/>
                </a:lnTo>
                <a:lnTo>
                  <a:pt x="6847" y="1336"/>
                </a:lnTo>
                <a:lnTo>
                  <a:pt x="6848" y="1336"/>
                </a:lnTo>
                <a:lnTo>
                  <a:pt x="6848" y="1335"/>
                </a:lnTo>
                <a:lnTo>
                  <a:pt x="6848" y="1334"/>
                </a:lnTo>
                <a:lnTo>
                  <a:pt x="6848" y="1333"/>
                </a:lnTo>
                <a:lnTo>
                  <a:pt x="6848" y="1332"/>
                </a:lnTo>
                <a:lnTo>
                  <a:pt x="6847" y="1332"/>
                </a:lnTo>
                <a:lnTo>
                  <a:pt x="6847" y="1333"/>
                </a:lnTo>
                <a:lnTo>
                  <a:pt x="6848" y="1333"/>
                </a:lnTo>
                <a:lnTo>
                  <a:pt x="6847" y="1333"/>
                </a:lnTo>
                <a:lnTo>
                  <a:pt x="6847" y="1332"/>
                </a:lnTo>
                <a:lnTo>
                  <a:pt x="6846" y="1332"/>
                </a:lnTo>
                <a:lnTo>
                  <a:pt x="6847" y="1331"/>
                </a:lnTo>
                <a:lnTo>
                  <a:pt x="6847" y="1332"/>
                </a:lnTo>
                <a:lnTo>
                  <a:pt x="6848" y="1332"/>
                </a:lnTo>
                <a:lnTo>
                  <a:pt x="6848" y="1331"/>
                </a:lnTo>
                <a:lnTo>
                  <a:pt x="6848" y="1330"/>
                </a:lnTo>
                <a:lnTo>
                  <a:pt x="6847" y="1331"/>
                </a:lnTo>
                <a:lnTo>
                  <a:pt x="6848" y="1331"/>
                </a:lnTo>
                <a:lnTo>
                  <a:pt x="6847" y="1331"/>
                </a:lnTo>
                <a:lnTo>
                  <a:pt x="6847" y="1330"/>
                </a:lnTo>
                <a:lnTo>
                  <a:pt x="6847" y="1331"/>
                </a:lnTo>
                <a:lnTo>
                  <a:pt x="6848" y="1330"/>
                </a:lnTo>
                <a:lnTo>
                  <a:pt x="6847" y="1330"/>
                </a:lnTo>
                <a:lnTo>
                  <a:pt x="6846" y="1330"/>
                </a:lnTo>
                <a:lnTo>
                  <a:pt x="6846" y="1329"/>
                </a:lnTo>
                <a:lnTo>
                  <a:pt x="6846" y="1328"/>
                </a:lnTo>
                <a:lnTo>
                  <a:pt x="6846" y="1327"/>
                </a:lnTo>
                <a:lnTo>
                  <a:pt x="6845" y="1327"/>
                </a:lnTo>
                <a:lnTo>
                  <a:pt x="6844" y="1328"/>
                </a:lnTo>
                <a:lnTo>
                  <a:pt x="6843" y="1328"/>
                </a:lnTo>
                <a:lnTo>
                  <a:pt x="6843" y="1327"/>
                </a:lnTo>
                <a:lnTo>
                  <a:pt x="6843" y="1326"/>
                </a:lnTo>
                <a:lnTo>
                  <a:pt x="6842" y="1327"/>
                </a:lnTo>
                <a:lnTo>
                  <a:pt x="6843" y="1327"/>
                </a:lnTo>
                <a:lnTo>
                  <a:pt x="6842" y="1327"/>
                </a:lnTo>
                <a:lnTo>
                  <a:pt x="6841" y="1326"/>
                </a:lnTo>
                <a:lnTo>
                  <a:pt x="6842" y="1326"/>
                </a:lnTo>
                <a:lnTo>
                  <a:pt x="6842" y="1325"/>
                </a:lnTo>
                <a:lnTo>
                  <a:pt x="6841" y="1325"/>
                </a:lnTo>
                <a:lnTo>
                  <a:pt x="6840" y="1324"/>
                </a:lnTo>
                <a:lnTo>
                  <a:pt x="6839" y="1324"/>
                </a:lnTo>
                <a:lnTo>
                  <a:pt x="6838" y="1324"/>
                </a:lnTo>
                <a:lnTo>
                  <a:pt x="6838" y="1323"/>
                </a:lnTo>
                <a:lnTo>
                  <a:pt x="6838" y="1324"/>
                </a:lnTo>
                <a:lnTo>
                  <a:pt x="6837" y="1324"/>
                </a:lnTo>
                <a:lnTo>
                  <a:pt x="6836" y="1324"/>
                </a:lnTo>
                <a:lnTo>
                  <a:pt x="6836" y="1323"/>
                </a:lnTo>
                <a:lnTo>
                  <a:pt x="6835" y="1323"/>
                </a:lnTo>
                <a:lnTo>
                  <a:pt x="6835" y="1322"/>
                </a:lnTo>
                <a:lnTo>
                  <a:pt x="6834" y="1322"/>
                </a:lnTo>
                <a:lnTo>
                  <a:pt x="6834" y="1321"/>
                </a:lnTo>
                <a:lnTo>
                  <a:pt x="6833" y="1321"/>
                </a:lnTo>
                <a:lnTo>
                  <a:pt x="6832" y="1321"/>
                </a:lnTo>
                <a:lnTo>
                  <a:pt x="6831" y="1321"/>
                </a:lnTo>
                <a:lnTo>
                  <a:pt x="6831" y="1320"/>
                </a:lnTo>
                <a:lnTo>
                  <a:pt x="6831" y="1319"/>
                </a:lnTo>
                <a:lnTo>
                  <a:pt x="6831" y="1320"/>
                </a:lnTo>
                <a:lnTo>
                  <a:pt x="6830" y="1320"/>
                </a:lnTo>
                <a:lnTo>
                  <a:pt x="6830" y="1319"/>
                </a:lnTo>
                <a:lnTo>
                  <a:pt x="6830" y="1318"/>
                </a:lnTo>
                <a:lnTo>
                  <a:pt x="6829" y="1318"/>
                </a:lnTo>
                <a:lnTo>
                  <a:pt x="6828" y="1318"/>
                </a:lnTo>
                <a:lnTo>
                  <a:pt x="6828" y="1317"/>
                </a:lnTo>
                <a:lnTo>
                  <a:pt x="6828" y="1316"/>
                </a:lnTo>
                <a:lnTo>
                  <a:pt x="6827" y="1314"/>
                </a:lnTo>
                <a:lnTo>
                  <a:pt x="6826" y="1314"/>
                </a:lnTo>
                <a:lnTo>
                  <a:pt x="6826" y="1315"/>
                </a:lnTo>
                <a:lnTo>
                  <a:pt x="6825" y="1315"/>
                </a:lnTo>
                <a:lnTo>
                  <a:pt x="6825" y="1314"/>
                </a:lnTo>
                <a:lnTo>
                  <a:pt x="6824" y="1314"/>
                </a:lnTo>
                <a:lnTo>
                  <a:pt x="6824" y="1313"/>
                </a:lnTo>
                <a:lnTo>
                  <a:pt x="6823" y="1313"/>
                </a:lnTo>
                <a:lnTo>
                  <a:pt x="6822" y="1312"/>
                </a:lnTo>
                <a:lnTo>
                  <a:pt x="6820" y="1312"/>
                </a:lnTo>
                <a:lnTo>
                  <a:pt x="6820" y="1311"/>
                </a:lnTo>
                <a:lnTo>
                  <a:pt x="6819" y="1312"/>
                </a:lnTo>
                <a:lnTo>
                  <a:pt x="6819" y="1311"/>
                </a:lnTo>
                <a:lnTo>
                  <a:pt x="6818" y="1311"/>
                </a:lnTo>
                <a:lnTo>
                  <a:pt x="6819" y="1310"/>
                </a:lnTo>
                <a:lnTo>
                  <a:pt x="6818" y="1310"/>
                </a:lnTo>
                <a:lnTo>
                  <a:pt x="6817" y="1310"/>
                </a:lnTo>
                <a:lnTo>
                  <a:pt x="6818" y="1310"/>
                </a:lnTo>
                <a:lnTo>
                  <a:pt x="6818" y="1309"/>
                </a:lnTo>
                <a:lnTo>
                  <a:pt x="6817" y="1309"/>
                </a:lnTo>
                <a:lnTo>
                  <a:pt x="6816" y="1309"/>
                </a:lnTo>
                <a:lnTo>
                  <a:pt x="6816" y="1308"/>
                </a:lnTo>
                <a:lnTo>
                  <a:pt x="6816" y="1307"/>
                </a:lnTo>
                <a:lnTo>
                  <a:pt x="6815" y="1306"/>
                </a:lnTo>
                <a:lnTo>
                  <a:pt x="6814" y="1306"/>
                </a:lnTo>
                <a:lnTo>
                  <a:pt x="6814" y="1307"/>
                </a:lnTo>
                <a:lnTo>
                  <a:pt x="6814" y="1306"/>
                </a:lnTo>
                <a:lnTo>
                  <a:pt x="6814" y="1305"/>
                </a:lnTo>
                <a:lnTo>
                  <a:pt x="6813" y="1306"/>
                </a:lnTo>
                <a:lnTo>
                  <a:pt x="6812" y="1305"/>
                </a:lnTo>
                <a:lnTo>
                  <a:pt x="6812" y="1306"/>
                </a:lnTo>
                <a:lnTo>
                  <a:pt x="6812" y="1307"/>
                </a:lnTo>
                <a:lnTo>
                  <a:pt x="6811" y="1307"/>
                </a:lnTo>
                <a:lnTo>
                  <a:pt x="6810" y="1307"/>
                </a:lnTo>
                <a:lnTo>
                  <a:pt x="6810" y="1306"/>
                </a:lnTo>
                <a:lnTo>
                  <a:pt x="6814" y="1296"/>
                </a:lnTo>
                <a:lnTo>
                  <a:pt x="6810" y="1295"/>
                </a:lnTo>
                <a:lnTo>
                  <a:pt x="6791" y="1290"/>
                </a:lnTo>
                <a:lnTo>
                  <a:pt x="6790" y="1290"/>
                </a:lnTo>
                <a:lnTo>
                  <a:pt x="6783" y="1287"/>
                </a:lnTo>
                <a:lnTo>
                  <a:pt x="6781" y="1282"/>
                </a:lnTo>
                <a:lnTo>
                  <a:pt x="6779" y="1273"/>
                </a:lnTo>
                <a:lnTo>
                  <a:pt x="6779" y="1271"/>
                </a:lnTo>
                <a:lnTo>
                  <a:pt x="6777" y="1263"/>
                </a:lnTo>
                <a:lnTo>
                  <a:pt x="6767" y="1261"/>
                </a:lnTo>
                <a:lnTo>
                  <a:pt x="6759" y="1258"/>
                </a:lnTo>
                <a:lnTo>
                  <a:pt x="6749" y="1255"/>
                </a:lnTo>
                <a:lnTo>
                  <a:pt x="6725" y="1248"/>
                </a:lnTo>
                <a:lnTo>
                  <a:pt x="6723" y="1246"/>
                </a:lnTo>
                <a:lnTo>
                  <a:pt x="6706" y="1226"/>
                </a:lnTo>
                <a:lnTo>
                  <a:pt x="6691" y="1209"/>
                </a:lnTo>
                <a:lnTo>
                  <a:pt x="6690" y="1207"/>
                </a:lnTo>
                <a:lnTo>
                  <a:pt x="6687" y="1208"/>
                </a:lnTo>
                <a:lnTo>
                  <a:pt x="6675" y="1208"/>
                </a:lnTo>
                <a:lnTo>
                  <a:pt x="6674" y="1208"/>
                </a:lnTo>
                <a:lnTo>
                  <a:pt x="6674" y="1209"/>
                </a:lnTo>
                <a:lnTo>
                  <a:pt x="6673" y="1209"/>
                </a:lnTo>
                <a:lnTo>
                  <a:pt x="6673" y="1208"/>
                </a:lnTo>
                <a:lnTo>
                  <a:pt x="6672" y="1207"/>
                </a:lnTo>
                <a:lnTo>
                  <a:pt x="6671" y="1206"/>
                </a:lnTo>
                <a:lnTo>
                  <a:pt x="6670" y="1205"/>
                </a:lnTo>
                <a:lnTo>
                  <a:pt x="6670" y="1206"/>
                </a:lnTo>
                <a:lnTo>
                  <a:pt x="6669" y="1206"/>
                </a:lnTo>
                <a:lnTo>
                  <a:pt x="6669" y="1207"/>
                </a:lnTo>
                <a:lnTo>
                  <a:pt x="6667" y="1207"/>
                </a:lnTo>
                <a:lnTo>
                  <a:pt x="6666" y="1207"/>
                </a:lnTo>
                <a:lnTo>
                  <a:pt x="6665" y="1207"/>
                </a:lnTo>
                <a:lnTo>
                  <a:pt x="6664" y="1206"/>
                </a:lnTo>
                <a:lnTo>
                  <a:pt x="6663" y="1206"/>
                </a:lnTo>
                <a:lnTo>
                  <a:pt x="6662" y="1207"/>
                </a:lnTo>
                <a:lnTo>
                  <a:pt x="6662" y="1208"/>
                </a:lnTo>
                <a:lnTo>
                  <a:pt x="6661" y="1208"/>
                </a:lnTo>
                <a:lnTo>
                  <a:pt x="6661" y="1209"/>
                </a:lnTo>
                <a:lnTo>
                  <a:pt x="6660" y="1209"/>
                </a:lnTo>
                <a:lnTo>
                  <a:pt x="6660" y="1208"/>
                </a:lnTo>
                <a:lnTo>
                  <a:pt x="6659" y="1208"/>
                </a:lnTo>
                <a:lnTo>
                  <a:pt x="6659" y="1209"/>
                </a:lnTo>
                <a:lnTo>
                  <a:pt x="6658" y="1209"/>
                </a:lnTo>
                <a:lnTo>
                  <a:pt x="6657" y="1209"/>
                </a:lnTo>
                <a:lnTo>
                  <a:pt x="6656" y="1209"/>
                </a:lnTo>
                <a:lnTo>
                  <a:pt x="6656" y="1208"/>
                </a:lnTo>
                <a:lnTo>
                  <a:pt x="6655" y="1208"/>
                </a:lnTo>
                <a:lnTo>
                  <a:pt x="6654" y="1208"/>
                </a:lnTo>
                <a:lnTo>
                  <a:pt x="6654" y="1209"/>
                </a:lnTo>
                <a:lnTo>
                  <a:pt x="6655" y="1209"/>
                </a:lnTo>
                <a:lnTo>
                  <a:pt x="6654" y="1209"/>
                </a:lnTo>
                <a:lnTo>
                  <a:pt x="6654" y="1210"/>
                </a:lnTo>
                <a:lnTo>
                  <a:pt x="6653" y="1210"/>
                </a:lnTo>
                <a:lnTo>
                  <a:pt x="6652" y="1209"/>
                </a:lnTo>
                <a:lnTo>
                  <a:pt x="6651" y="1209"/>
                </a:lnTo>
                <a:lnTo>
                  <a:pt x="6650" y="1208"/>
                </a:lnTo>
                <a:lnTo>
                  <a:pt x="6649" y="1208"/>
                </a:lnTo>
                <a:lnTo>
                  <a:pt x="6648" y="1208"/>
                </a:lnTo>
                <a:lnTo>
                  <a:pt x="6648" y="1207"/>
                </a:lnTo>
                <a:lnTo>
                  <a:pt x="6648" y="1206"/>
                </a:lnTo>
                <a:lnTo>
                  <a:pt x="6647" y="1206"/>
                </a:lnTo>
                <a:lnTo>
                  <a:pt x="6646" y="1206"/>
                </a:lnTo>
                <a:lnTo>
                  <a:pt x="6645" y="1206"/>
                </a:lnTo>
                <a:lnTo>
                  <a:pt x="6644" y="1206"/>
                </a:lnTo>
                <a:lnTo>
                  <a:pt x="6644" y="1205"/>
                </a:lnTo>
                <a:lnTo>
                  <a:pt x="6644" y="1204"/>
                </a:lnTo>
                <a:lnTo>
                  <a:pt x="6644" y="1203"/>
                </a:lnTo>
                <a:lnTo>
                  <a:pt x="6643" y="1204"/>
                </a:lnTo>
                <a:lnTo>
                  <a:pt x="6642" y="1204"/>
                </a:lnTo>
                <a:lnTo>
                  <a:pt x="6641" y="1204"/>
                </a:lnTo>
                <a:lnTo>
                  <a:pt x="6640" y="1204"/>
                </a:lnTo>
                <a:lnTo>
                  <a:pt x="6639" y="1203"/>
                </a:lnTo>
                <a:lnTo>
                  <a:pt x="6639" y="1204"/>
                </a:lnTo>
                <a:lnTo>
                  <a:pt x="6638" y="1204"/>
                </a:lnTo>
                <a:lnTo>
                  <a:pt x="6637" y="1205"/>
                </a:lnTo>
                <a:lnTo>
                  <a:pt x="6637" y="1204"/>
                </a:lnTo>
                <a:lnTo>
                  <a:pt x="6636" y="1203"/>
                </a:lnTo>
                <a:lnTo>
                  <a:pt x="6635" y="1203"/>
                </a:lnTo>
                <a:lnTo>
                  <a:pt x="6635" y="1204"/>
                </a:lnTo>
                <a:lnTo>
                  <a:pt x="6634" y="1204"/>
                </a:lnTo>
                <a:lnTo>
                  <a:pt x="6633" y="1204"/>
                </a:lnTo>
                <a:lnTo>
                  <a:pt x="6633" y="1205"/>
                </a:lnTo>
                <a:lnTo>
                  <a:pt x="6632" y="1206"/>
                </a:lnTo>
                <a:lnTo>
                  <a:pt x="6631" y="1206"/>
                </a:lnTo>
                <a:lnTo>
                  <a:pt x="6631" y="1207"/>
                </a:lnTo>
                <a:lnTo>
                  <a:pt x="6630" y="1207"/>
                </a:lnTo>
                <a:lnTo>
                  <a:pt x="6629" y="1206"/>
                </a:lnTo>
                <a:lnTo>
                  <a:pt x="6629" y="1205"/>
                </a:lnTo>
                <a:lnTo>
                  <a:pt x="6628" y="1204"/>
                </a:lnTo>
                <a:lnTo>
                  <a:pt x="6628" y="1205"/>
                </a:lnTo>
                <a:lnTo>
                  <a:pt x="6627" y="1205"/>
                </a:lnTo>
                <a:lnTo>
                  <a:pt x="6627" y="1206"/>
                </a:lnTo>
                <a:lnTo>
                  <a:pt x="6626" y="1207"/>
                </a:lnTo>
                <a:lnTo>
                  <a:pt x="6627" y="1208"/>
                </a:lnTo>
                <a:lnTo>
                  <a:pt x="6626" y="1208"/>
                </a:lnTo>
                <a:lnTo>
                  <a:pt x="6625" y="1208"/>
                </a:lnTo>
                <a:lnTo>
                  <a:pt x="6625" y="1209"/>
                </a:lnTo>
                <a:lnTo>
                  <a:pt x="6624" y="1209"/>
                </a:lnTo>
                <a:lnTo>
                  <a:pt x="6623" y="1209"/>
                </a:lnTo>
                <a:lnTo>
                  <a:pt x="6623" y="1210"/>
                </a:lnTo>
                <a:lnTo>
                  <a:pt x="6622" y="1210"/>
                </a:lnTo>
                <a:lnTo>
                  <a:pt x="6621" y="1210"/>
                </a:lnTo>
                <a:lnTo>
                  <a:pt x="6621" y="1211"/>
                </a:lnTo>
                <a:lnTo>
                  <a:pt x="6620" y="1211"/>
                </a:lnTo>
                <a:lnTo>
                  <a:pt x="6620" y="1210"/>
                </a:lnTo>
                <a:lnTo>
                  <a:pt x="6620" y="1211"/>
                </a:lnTo>
                <a:lnTo>
                  <a:pt x="6619" y="1211"/>
                </a:lnTo>
                <a:lnTo>
                  <a:pt x="6618" y="1211"/>
                </a:lnTo>
                <a:lnTo>
                  <a:pt x="6618" y="1212"/>
                </a:lnTo>
                <a:lnTo>
                  <a:pt x="6619" y="1212"/>
                </a:lnTo>
                <a:lnTo>
                  <a:pt x="6619" y="1213"/>
                </a:lnTo>
                <a:lnTo>
                  <a:pt x="6618" y="1213"/>
                </a:lnTo>
                <a:lnTo>
                  <a:pt x="6618" y="1212"/>
                </a:lnTo>
                <a:lnTo>
                  <a:pt x="6617" y="1213"/>
                </a:lnTo>
                <a:lnTo>
                  <a:pt x="6616" y="1213"/>
                </a:lnTo>
                <a:lnTo>
                  <a:pt x="6615" y="1213"/>
                </a:lnTo>
                <a:lnTo>
                  <a:pt x="6614" y="1213"/>
                </a:lnTo>
                <a:lnTo>
                  <a:pt x="6613" y="1213"/>
                </a:lnTo>
                <a:lnTo>
                  <a:pt x="6613" y="1214"/>
                </a:lnTo>
                <a:lnTo>
                  <a:pt x="6612" y="1214"/>
                </a:lnTo>
                <a:lnTo>
                  <a:pt x="6611" y="1213"/>
                </a:lnTo>
                <a:lnTo>
                  <a:pt x="6610" y="1213"/>
                </a:lnTo>
                <a:lnTo>
                  <a:pt x="6609" y="1213"/>
                </a:lnTo>
                <a:lnTo>
                  <a:pt x="6609" y="1214"/>
                </a:lnTo>
                <a:lnTo>
                  <a:pt x="6608" y="1214"/>
                </a:lnTo>
                <a:lnTo>
                  <a:pt x="6608" y="1213"/>
                </a:lnTo>
                <a:lnTo>
                  <a:pt x="6607" y="1213"/>
                </a:lnTo>
                <a:lnTo>
                  <a:pt x="6607" y="1214"/>
                </a:lnTo>
                <a:lnTo>
                  <a:pt x="6607" y="1215"/>
                </a:lnTo>
                <a:lnTo>
                  <a:pt x="6606" y="1215"/>
                </a:lnTo>
                <a:lnTo>
                  <a:pt x="6605" y="1214"/>
                </a:lnTo>
                <a:lnTo>
                  <a:pt x="6604" y="1214"/>
                </a:lnTo>
                <a:lnTo>
                  <a:pt x="6603" y="1214"/>
                </a:lnTo>
                <a:lnTo>
                  <a:pt x="6602" y="1214"/>
                </a:lnTo>
                <a:lnTo>
                  <a:pt x="6602" y="1213"/>
                </a:lnTo>
                <a:lnTo>
                  <a:pt x="6601" y="1213"/>
                </a:lnTo>
                <a:lnTo>
                  <a:pt x="6600" y="1213"/>
                </a:lnTo>
                <a:lnTo>
                  <a:pt x="6599" y="1214"/>
                </a:lnTo>
                <a:lnTo>
                  <a:pt x="6599" y="1213"/>
                </a:lnTo>
                <a:lnTo>
                  <a:pt x="6598" y="1212"/>
                </a:lnTo>
                <a:lnTo>
                  <a:pt x="6597" y="1212"/>
                </a:lnTo>
                <a:lnTo>
                  <a:pt x="6587" y="1216"/>
                </a:lnTo>
                <a:lnTo>
                  <a:pt x="6586" y="1216"/>
                </a:lnTo>
                <a:lnTo>
                  <a:pt x="6585" y="1219"/>
                </a:lnTo>
                <a:lnTo>
                  <a:pt x="6584" y="1220"/>
                </a:lnTo>
                <a:lnTo>
                  <a:pt x="6554" y="1269"/>
                </a:lnTo>
                <a:lnTo>
                  <a:pt x="6554" y="1270"/>
                </a:lnTo>
                <a:lnTo>
                  <a:pt x="6554" y="1272"/>
                </a:lnTo>
                <a:lnTo>
                  <a:pt x="6552" y="1273"/>
                </a:lnTo>
                <a:lnTo>
                  <a:pt x="6549" y="1274"/>
                </a:lnTo>
                <a:lnTo>
                  <a:pt x="6549" y="1275"/>
                </a:lnTo>
                <a:lnTo>
                  <a:pt x="6538" y="1300"/>
                </a:lnTo>
                <a:lnTo>
                  <a:pt x="6493" y="1268"/>
                </a:lnTo>
                <a:lnTo>
                  <a:pt x="6480" y="1263"/>
                </a:lnTo>
                <a:lnTo>
                  <a:pt x="6462" y="1257"/>
                </a:lnTo>
                <a:lnTo>
                  <a:pt x="6450" y="1257"/>
                </a:lnTo>
                <a:lnTo>
                  <a:pt x="6434" y="1261"/>
                </a:lnTo>
                <a:lnTo>
                  <a:pt x="6404" y="1276"/>
                </a:lnTo>
                <a:lnTo>
                  <a:pt x="6378" y="1270"/>
                </a:lnTo>
                <a:lnTo>
                  <a:pt x="6359" y="1285"/>
                </a:lnTo>
                <a:lnTo>
                  <a:pt x="6346" y="1306"/>
                </a:lnTo>
                <a:lnTo>
                  <a:pt x="6342" y="1313"/>
                </a:lnTo>
                <a:lnTo>
                  <a:pt x="6338" y="1315"/>
                </a:lnTo>
                <a:lnTo>
                  <a:pt x="6282" y="1272"/>
                </a:lnTo>
                <a:lnTo>
                  <a:pt x="6281" y="1263"/>
                </a:lnTo>
                <a:lnTo>
                  <a:pt x="6279" y="1255"/>
                </a:lnTo>
                <a:lnTo>
                  <a:pt x="6276" y="1245"/>
                </a:lnTo>
                <a:lnTo>
                  <a:pt x="6273" y="1236"/>
                </a:lnTo>
                <a:lnTo>
                  <a:pt x="6273" y="1235"/>
                </a:lnTo>
                <a:lnTo>
                  <a:pt x="6272" y="1235"/>
                </a:lnTo>
                <a:lnTo>
                  <a:pt x="6272" y="1234"/>
                </a:lnTo>
                <a:lnTo>
                  <a:pt x="6272" y="1233"/>
                </a:lnTo>
                <a:lnTo>
                  <a:pt x="6273" y="1231"/>
                </a:lnTo>
                <a:lnTo>
                  <a:pt x="6274" y="1230"/>
                </a:lnTo>
                <a:lnTo>
                  <a:pt x="6274" y="1229"/>
                </a:lnTo>
                <a:lnTo>
                  <a:pt x="6273" y="1229"/>
                </a:lnTo>
                <a:lnTo>
                  <a:pt x="6272" y="1228"/>
                </a:lnTo>
                <a:lnTo>
                  <a:pt x="6272" y="1226"/>
                </a:lnTo>
                <a:lnTo>
                  <a:pt x="6308" y="1200"/>
                </a:lnTo>
                <a:lnTo>
                  <a:pt x="6299" y="1147"/>
                </a:lnTo>
                <a:lnTo>
                  <a:pt x="6331" y="1083"/>
                </a:lnTo>
                <a:lnTo>
                  <a:pt x="6331" y="1082"/>
                </a:lnTo>
                <a:lnTo>
                  <a:pt x="6326" y="1073"/>
                </a:lnTo>
                <a:lnTo>
                  <a:pt x="6394" y="866"/>
                </a:lnTo>
                <a:lnTo>
                  <a:pt x="6394" y="865"/>
                </a:lnTo>
                <a:lnTo>
                  <a:pt x="6417" y="877"/>
                </a:lnTo>
                <a:lnTo>
                  <a:pt x="6443" y="891"/>
                </a:lnTo>
                <a:lnTo>
                  <a:pt x="6452" y="894"/>
                </a:lnTo>
                <a:lnTo>
                  <a:pt x="6473" y="900"/>
                </a:lnTo>
                <a:lnTo>
                  <a:pt x="6500" y="897"/>
                </a:lnTo>
                <a:lnTo>
                  <a:pt x="6522" y="906"/>
                </a:lnTo>
                <a:lnTo>
                  <a:pt x="6547" y="914"/>
                </a:lnTo>
                <a:lnTo>
                  <a:pt x="6548" y="914"/>
                </a:lnTo>
                <a:lnTo>
                  <a:pt x="6548" y="913"/>
                </a:lnTo>
                <a:lnTo>
                  <a:pt x="6547" y="913"/>
                </a:lnTo>
                <a:lnTo>
                  <a:pt x="6547" y="911"/>
                </a:lnTo>
                <a:lnTo>
                  <a:pt x="6548" y="911"/>
                </a:lnTo>
                <a:lnTo>
                  <a:pt x="6548" y="910"/>
                </a:lnTo>
                <a:lnTo>
                  <a:pt x="6549" y="910"/>
                </a:lnTo>
                <a:lnTo>
                  <a:pt x="6549" y="909"/>
                </a:lnTo>
                <a:lnTo>
                  <a:pt x="6550" y="909"/>
                </a:lnTo>
                <a:lnTo>
                  <a:pt x="6550" y="908"/>
                </a:lnTo>
                <a:lnTo>
                  <a:pt x="6551" y="908"/>
                </a:lnTo>
                <a:lnTo>
                  <a:pt x="6551" y="907"/>
                </a:lnTo>
                <a:lnTo>
                  <a:pt x="6552" y="906"/>
                </a:lnTo>
                <a:lnTo>
                  <a:pt x="6551" y="905"/>
                </a:lnTo>
                <a:lnTo>
                  <a:pt x="6551" y="904"/>
                </a:lnTo>
                <a:lnTo>
                  <a:pt x="6552" y="903"/>
                </a:lnTo>
                <a:lnTo>
                  <a:pt x="6553" y="902"/>
                </a:lnTo>
                <a:lnTo>
                  <a:pt x="6553" y="901"/>
                </a:lnTo>
                <a:lnTo>
                  <a:pt x="6552" y="901"/>
                </a:lnTo>
                <a:lnTo>
                  <a:pt x="6553" y="900"/>
                </a:lnTo>
                <a:lnTo>
                  <a:pt x="6553" y="898"/>
                </a:lnTo>
                <a:lnTo>
                  <a:pt x="6555" y="897"/>
                </a:lnTo>
                <a:lnTo>
                  <a:pt x="6555" y="898"/>
                </a:lnTo>
                <a:lnTo>
                  <a:pt x="6556" y="897"/>
                </a:lnTo>
                <a:lnTo>
                  <a:pt x="6557" y="897"/>
                </a:lnTo>
                <a:lnTo>
                  <a:pt x="6558" y="897"/>
                </a:lnTo>
                <a:lnTo>
                  <a:pt x="6559" y="897"/>
                </a:lnTo>
                <a:lnTo>
                  <a:pt x="6560" y="897"/>
                </a:lnTo>
                <a:lnTo>
                  <a:pt x="6560" y="896"/>
                </a:lnTo>
                <a:lnTo>
                  <a:pt x="6561" y="896"/>
                </a:lnTo>
                <a:lnTo>
                  <a:pt x="6562" y="896"/>
                </a:lnTo>
                <a:lnTo>
                  <a:pt x="6563" y="896"/>
                </a:lnTo>
                <a:lnTo>
                  <a:pt x="6564" y="896"/>
                </a:lnTo>
                <a:lnTo>
                  <a:pt x="6564" y="895"/>
                </a:lnTo>
                <a:lnTo>
                  <a:pt x="6564" y="894"/>
                </a:lnTo>
                <a:lnTo>
                  <a:pt x="6564" y="893"/>
                </a:lnTo>
                <a:lnTo>
                  <a:pt x="6565" y="893"/>
                </a:lnTo>
                <a:lnTo>
                  <a:pt x="6566" y="893"/>
                </a:lnTo>
                <a:lnTo>
                  <a:pt x="6567" y="893"/>
                </a:lnTo>
                <a:lnTo>
                  <a:pt x="6567" y="892"/>
                </a:lnTo>
                <a:lnTo>
                  <a:pt x="6567" y="891"/>
                </a:lnTo>
                <a:lnTo>
                  <a:pt x="6568" y="890"/>
                </a:lnTo>
                <a:lnTo>
                  <a:pt x="6569" y="890"/>
                </a:lnTo>
                <a:lnTo>
                  <a:pt x="6570" y="890"/>
                </a:lnTo>
                <a:lnTo>
                  <a:pt x="6570" y="891"/>
                </a:lnTo>
                <a:lnTo>
                  <a:pt x="6571" y="891"/>
                </a:lnTo>
                <a:lnTo>
                  <a:pt x="6572" y="891"/>
                </a:lnTo>
                <a:lnTo>
                  <a:pt x="6573" y="891"/>
                </a:lnTo>
                <a:lnTo>
                  <a:pt x="6574" y="891"/>
                </a:lnTo>
                <a:lnTo>
                  <a:pt x="6575" y="891"/>
                </a:lnTo>
                <a:lnTo>
                  <a:pt x="6576" y="891"/>
                </a:lnTo>
                <a:lnTo>
                  <a:pt x="6577" y="891"/>
                </a:lnTo>
                <a:lnTo>
                  <a:pt x="6578" y="891"/>
                </a:lnTo>
                <a:lnTo>
                  <a:pt x="6578" y="890"/>
                </a:lnTo>
                <a:lnTo>
                  <a:pt x="6579" y="890"/>
                </a:lnTo>
                <a:lnTo>
                  <a:pt x="6581" y="889"/>
                </a:lnTo>
                <a:lnTo>
                  <a:pt x="6581" y="887"/>
                </a:lnTo>
                <a:lnTo>
                  <a:pt x="6582" y="886"/>
                </a:lnTo>
                <a:lnTo>
                  <a:pt x="6582" y="885"/>
                </a:lnTo>
                <a:lnTo>
                  <a:pt x="6583" y="885"/>
                </a:lnTo>
                <a:lnTo>
                  <a:pt x="6583" y="884"/>
                </a:lnTo>
                <a:lnTo>
                  <a:pt x="6583" y="883"/>
                </a:lnTo>
                <a:lnTo>
                  <a:pt x="6583" y="882"/>
                </a:lnTo>
                <a:lnTo>
                  <a:pt x="6584" y="882"/>
                </a:lnTo>
                <a:lnTo>
                  <a:pt x="6584" y="881"/>
                </a:lnTo>
                <a:lnTo>
                  <a:pt x="6584" y="880"/>
                </a:lnTo>
                <a:lnTo>
                  <a:pt x="6584" y="878"/>
                </a:lnTo>
                <a:lnTo>
                  <a:pt x="6585" y="878"/>
                </a:lnTo>
                <a:lnTo>
                  <a:pt x="6587" y="879"/>
                </a:lnTo>
                <a:lnTo>
                  <a:pt x="6588" y="879"/>
                </a:lnTo>
                <a:lnTo>
                  <a:pt x="6589" y="880"/>
                </a:lnTo>
                <a:lnTo>
                  <a:pt x="6591" y="880"/>
                </a:lnTo>
                <a:lnTo>
                  <a:pt x="6591" y="879"/>
                </a:lnTo>
                <a:lnTo>
                  <a:pt x="6592" y="879"/>
                </a:lnTo>
                <a:lnTo>
                  <a:pt x="6591" y="879"/>
                </a:lnTo>
                <a:lnTo>
                  <a:pt x="6591" y="878"/>
                </a:lnTo>
                <a:lnTo>
                  <a:pt x="6591" y="877"/>
                </a:lnTo>
                <a:lnTo>
                  <a:pt x="6592" y="877"/>
                </a:lnTo>
                <a:lnTo>
                  <a:pt x="6592" y="876"/>
                </a:lnTo>
                <a:lnTo>
                  <a:pt x="6592" y="875"/>
                </a:lnTo>
                <a:lnTo>
                  <a:pt x="6592" y="874"/>
                </a:lnTo>
                <a:lnTo>
                  <a:pt x="6593" y="874"/>
                </a:lnTo>
                <a:lnTo>
                  <a:pt x="6593" y="875"/>
                </a:lnTo>
                <a:lnTo>
                  <a:pt x="6594" y="875"/>
                </a:lnTo>
                <a:lnTo>
                  <a:pt x="6594" y="874"/>
                </a:lnTo>
                <a:lnTo>
                  <a:pt x="6595" y="874"/>
                </a:lnTo>
                <a:lnTo>
                  <a:pt x="6596" y="873"/>
                </a:lnTo>
                <a:lnTo>
                  <a:pt x="6596" y="872"/>
                </a:lnTo>
                <a:lnTo>
                  <a:pt x="6596" y="871"/>
                </a:lnTo>
                <a:lnTo>
                  <a:pt x="6596" y="870"/>
                </a:lnTo>
                <a:lnTo>
                  <a:pt x="6596" y="869"/>
                </a:lnTo>
                <a:lnTo>
                  <a:pt x="6595" y="869"/>
                </a:lnTo>
                <a:lnTo>
                  <a:pt x="6595" y="868"/>
                </a:lnTo>
                <a:lnTo>
                  <a:pt x="6596" y="867"/>
                </a:lnTo>
                <a:lnTo>
                  <a:pt x="6597" y="867"/>
                </a:lnTo>
                <a:lnTo>
                  <a:pt x="6598" y="867"/>
                </a:lnTo>
                <a:lnTo>
                  <a:pt x="6598" y="866"/>
                </a:lnTo>
                <a:lnTo>
                  <a:pt x="6598" y="865"/>
                </a:lnTo>
                <a:lnTo>
                  <a:pt x="6598" y="864"/>
                </a:lnTo>
                <a:lnTo>
                  <a:pt x="6599" y="864"/>
                </a:lnTo>
                <a:lnTo>
                  <a:pt x="6599" y="863"/>
                </a:lnTo>
                <a:lnTo>
                  <a:pt x="6598" y="863"/>
                </a:lnTo>
                <a:lnTo>
                  <a:pt x="6598" y="862"/>
                </a:lnTo>
                <a:lnTo>
                  <a:pt x="6599" y="862"/>
                </a:lnTo>
                <a:lnTo>
                  <a:pt x="6600" y="862"/>
                </a:lnTo>
                <a:lnTo>
                  <a:pt x="6600" y="863"/>
                </a:lnTo>
                <a:lnTo>
                  <a:pt x="6600" y="862"/>
                </a:lnTo>
                <a:lnTo>
                  <a:pt x="6601" y="861"/>
                </a:lnTo>
                <a:lnTo>
                  <a:pt x="6602" y="861"/>
                </a:lnTo>
                <a:lnTo>
                  <a:pt x="6603" y="861"/>
                </a:lnTo>
                <a:lnTo>
                  <a:pt x="6604" y="861"/>
                </a:lnTo>
                <a:lnTo>
                  <a:pt x="6605" y="860"/>
                </a:lnTo>
                <a:lnTo>
                  <a:pt x="6606" y="859"/>
                </a:lnTo>
                <a:lnTo>
                  <a:pt x="6605" y="859"/>
                </a:lnTo>
                <a:lnTo>
                  <a:pt x="6605" y="858"/>
                </a:lnTo>
                <a:lnTo>
                  <a:pt x="6606" y="858"/>
                </a:lnTo>
                <a:lnTo>
                  <a:pt x="6607" y="858"/>
                </a:lnTo>
                <a:lnTo>
                  <a:pt x="6606" y="858"/>
                </a:lnTo>
                <a:lnTo>
                  <a:pt x="6606" y="857"/>
                </a:lnTo>
                <a:lnTo>
                  <a:pt x="6607" y="857"/>
                </a:lnTo>
                <a:lnTo>
                  <a:pt x="6607" y="856"/>
                </a:lnTo>
                <a:lnTo>
                  <a:pt x="6608" y="855"/>
                </a:lnTo>
                <a:lnTo>
                  <a:pt x="6607" y="855"/>
                </a:lnTo>
                <a:lnTo>
                  <a:pt x="6607" y="854"/>
                </a:lnTo>
                <a:lnTo>
                  <a:pt x="6608" y="854"/>
                </a:lnTo>
                <a:lnTo>
                  <a:pt x="6609" y="854"/>
                </a:lnTo>
                <a:lnTo>
                  <a:pt x="6609" y="855"/>
                </a:lnTo>
                <a:lnTo>
                  <a:pt x="6610" y="855"/>
                </a:lnTo>
                <a:lnTo>
                  <a:pt x="6611" y="855"/>
                </a:lnTo>
                <a:lnTo>
                  <a:pt x="6611" y="854"/>
                </a:lnTo>
                <a:lnTo>
                  <a:pt x="6610" y="854"/>
                </a:lnTo>
                <a:lnTo>
                  <a:pt x="6611" y="853"/>
                </a:lnTo>
                <a:lnTo>
                  <a:pt x="6612" y="853"/>
                </a:lnTo>
                <a:lnTo>
                  <a:pt x="6612" y="852"/>
                </a:lnTo>
                <a:lnTo>
                  <a:pt x="6613" y="852"/>
                </a:lnTo>
                <a:lnTo>
                  <a:pt x="6613" y="853"/>
                </a:lnTo>
                <a:lnTo>
                  <a:pt x="6614" y="853"/>
                </a:lnTo>
                <a:lnTo>
                  <a:pt x="6614" y="852"/>
                </a:lnTo>
                <a:lnTo>
                  <a:pt x="6615" y="852"/>
                </a:lnTo>
                <a:lnTo>
                  <a:pt x="6616" y="852"/>
                </a:lnTo>
                <a:lnTo>
                  <a:pt x="6616" y="851"/>
                </a:lnTo>
                <a:lnTo>
                  <a:pt x="6617" y="852"/>
                </a:lnTo>
                <a:lnTo>
                  <a:pt x="6617" y="851"/>
                </a:lnTo>
                <a:lnTo>
                  <a:pt x="6617" y="850"/>
                </a:lnTo>
                <a:lnTo>
                  <a:pt x="6616" y="850"/>
                </a:lnTo>
                <a:lnTo>
                  <a:pt x="6616" y="849"/>
                </a:lnTo>
                <a:lnTo>
                  <a:pt x="6617" y="849"/>
                </a:lnTo>
                <a:lnTo>
                  <a:pt x="6617" y="848"/>
                </a:lnTo>
                <a:lnTo>
                  <a:pt x="6616" y="848"/>
                </a:lnTo>
                <a:lnTo>
                  <a:pt x="6616" y="847"/>
                </a:lnTo>
                <a:lnTo>
                  <a:pt x="6616" y="846"/>
                </a:lnTo>
                <a:lnTo>
                  <a:pt x="6617" y="846"/>
                </a:lnTo>
                <a:lnTo>
                  <a:pt x="6617" y="847"/>
                </a:lnTo>
                <a:lnTo>
                  <a:pt x="6618" y="847"/>
                </a:lnTo>
                <a:lnTo>
                  <a:pt x="6618" y="846"/>
                </a:lnTo>
                <a:lnTo>
                  <a:pt x="6618" y="845"/>
                </a:lnTo>
                <a:lnTo>
                  <a:pt x="6617" y="845"/>
                </a:lnTo>
                <a:lnTo>
                  <a:pt x="6617" y="844"/>
                </a:lnTo>
                <a:lnTo>
                  <a:pt x="6617" y="843"/>
                </a:lnTo>
                <a:lnTo>
                  <a:pt x="6616" y="844"/>
                </a:lnTo>
                <a:lnTo>
                  <a:pt x="6616" y="843"/>
                </a:lnTo>
                <a:lnTo>
                  <a:pt x="6615" y="842"/>
                </a:lnTo>
                <a:lnTo>
                  <a:pt x="6616" y="842"/>
                </a:lnTo>
                <a:lnTo>
                  <a:pt x="6617" y="842"/>
                </a:lnTo>
                <a:lnTo>
                  <a:pt x="6617" y="841"/>
                </a:lnTo>
                <a:lnTo>
                  <a:pt x="6618" y="841"/>
                </a:lnTo>
                <a:lnTo>
                  <a:pt x="6618" y="842"/>
                </a:lnTo>
                <a:lnTo>
                  <a:pt x="6619" y="842"/>
                </a:lnTo>
                <a:lnTo>
                  <a:pt x="6620" y="842"/>
                </a:lnTo>
                <a:lnTo>
                  <a:pt x="6621" y="842"/>
                </a:lnTo>
                <a:lnTo>
                  <a:pt x="6622" y="841"/>
                </a:lnTo>
                <a:lnTo>
                  <a:pt x="6621" y="841"/>
                </a:lnTo>
                <a:lnTo>
                  <a:pt x="6622" y="840"/>
                </a:lnTo>
                <a:lnTo>
                  <a:pt x="6622" y="839"/>
                </a:lnTo>
                <a:lnTo>
                  <a:pt x="6623" y="839"/>
                </a:lnTo>
                <a:lnTo>
                  <a:pt x="6623" y="840"/>
                </a:lnTo>
                <a:lnTo>
                  <a:pt x="6624" y="839"/>
                </a:lnTo>
                <a:lnTo>
                  <a:pt x="6625" y="839"/>
                </a:lnTo>
                <a:lnTo>
                  <a:pt x="6626" y="839"/>
                </a:lnTo>
                <a:lnTo>
                  <a:pt x="6626" y="840"/>
                </a:lnTo>
                <a:lnTo>
                  <a:pt x="6627" y="841"/>
                </a:lnTo>
                <a:lnTo>
                  <a:pt x="6628" y="840"/>
                </a:lnTo>
                <a:lnTo>
                  <a:pt x="6629" y="840"/>
                </a:lnTo>
                <a:lnTo>
                  <a:pt x="6628" y="840"/>
                </a:lnTo>
                <a:lnTo>
                  <a:pt x="6628" y="839"/>
                </a:lnTo>
                <a:lnTo>
                  <a:pt x="6628" y="838"/>
                </a:lnTo>
                <a:lnTo>
                  <a:pt x="6627" y="838"/>
                </a:lnTo>
                <a:lnTo>
                  <a:pt x="6627" y="837"/>
                </a:lnTo>
                <a:lnTo>
                  <a:pt x="6628" y="837"/>
                </a:lnTo>
                <a:lnTo>
                  <a:pt x="6629" y="838"/>
                </a:lnTo>
                <a:lnTo>
                  <a:pt x="6630" y="837"/>
                </a:lnTo>
                <a:lnTo>
                  <a:pt x="6630" y="836"/>
                </a:lnTo>
                <a:lnTo>
                  <a:pt x="6629" y="836"/>
                </a:lnTo>
                <a:lnTo>
                  <a:pt x="6628" y="836"/>
                </a:lnTo>
                <a:lnTo>
                  <a:pt x="6628" y="834"/>
                </a:lnTo>
                <a:lnTo>
                  <a:pt x="6629" y="834"/>
                </a:lnTo>
                <a:lnTo>
                  <a:pt x="6628" y="834"/>
                </a:lnTo>
                <a:lnTo>
                  <a:pt x="6628" y="833"/>
                </a:lnTo>
                <a:lnTo>
                  <a:pt x="6628" y="832"/>
                </a:lnTo>
                <a:lnTo>
                  <a:pt x="6628" y="831"/>
                </a:lnTo>
                <a:lnTo>
                  <a:pt x="6629" y="831"/>
                </a:lnTo>
                <a:lnTo>
                  <a:pt x="6629" y="830"/>
                </a:lnTo>
                <a:lnTo>
                  <a:pt x="6630" y="829"/>
                </a:lnTo>
                <a:lnTo>
                  <a:pt x="6631" y="829"/>
                </a:lnTo>
                <a:lnTo>
                  <a:pt x="6631" y="830"/>
                </a:lnTo>
                <a:lnTo>
                  <a:pt x="6632" y="829"/>
                </a:lnTo>
                <a:lnTo>
                  <a:pt x="6632" y="828"/>
                </a:lnTo>
                <a:lnTo>
                  <a:pt x="6633" y="828"/>
                </a:lnTo>
                <a:lnTo>
                  <a:pt x="6633" y="827"/>
                </a:lnTo>
                <a:lnTo>
                  <a:pt x="6632" y="827"/>
                </a:lnTo>
                <a:lnTo>
                  <a:pt x="6633" y="827"/>
                </a:lnTo>
                <a:lnTo>
                  <a:pt x="6633" y="826"/>
                </a:lnTo>
                <a:lnTo>
                  <a:pt x="6632" y="826"/>
                </a:lnTo>
                <a:lnTo>
                  <a:pt x="6633" y="825"/>
                </a:lnTo>
                <a:lnTo>
                  <a:pt x="6633" y="824"/>
                </a:lnTo>
                <a:lnTo>
                  <a:pt x="6634" y="824"/>
                </a:lnTo>
                <a:lnTo>
                  <a:pt x="6635" y="824"/>
                </a:lnTo>
                <a:lnTo>
                  <a:pt x="6636" y="823"/>
                </a:lnTo>
                <a:lnTo>
                  <a:pt x="6637" y="823"/>
                </a:lnTo>
                <a:lnTo>
                  <a:pt x="6637" y="824"/>
                </a:lnTo>
                <a:lnTo>
                  <a:pt x="6637" y="823"/>
                </a:lnTo>
                <a:lnTo>
                  <a:pt x="6636" y="823"/>
                </a:lnTo>
                <a:lnTo>
                  <a:pt x="6635" y="823"/>
                </a:lnTo>
                <a:lnTo>
                  <a:pt x="6635" y="822"/>
                </a:lnTo>
                <a:lnTo>
                  <a:pt x="6636" y="822"/>
                </a:lnTo>
                <a:lnTo>
                  <a:pt x="6637" y="822"/>
                </a:lnTo>
                <a:lnTo>
                  <a:pt x="6637" y="821"/>
                </a:lnTo>
                <a:lnTo>
                  <a:pt x="6636" y="821"/>
                </a:lnTo>
                <a:lnTo>
                  <a:pt x="6636" y="820"/>
                </a:lnTo>
                <a:lnTo>
                  <a:pt x="6637" y="819"/>
                </a:lnTo>
                <a:lnTo>
                  <a:pt x="6637" y="818"/>
                </a:lnTo>
                <a:lnTo>
                  <a:pt x="6638" y="818"/>
                </a:lnTo>
                <a:lnTo>
                  <a:pt x="6639" y="819"/>
                </a:lnTo>
                <a:lnTo>
                  <a:pt x="6639" y="818"/>
                </a:lnTo>
                <a:lnTo>
                  <a:pt x="6640" y="818"/>
                </a:lnTo>
                <a:lnTo>
                  <a:pt x="6640" y="817"/>
                </a:lnTo>
                <a:lnTo>
                  <a:pt x="6641" y="817"/>
                </a:lnTo>
                <a:lnTo>
                  <a:pt x="6641" y="818"/>
                </a:lnTo>
                <a:lnTo>
                  <a:pt x="6642" y="818"/>
                </a:lnTo>
                <a:lnTo>
                  <a:pt x="6643" y="818"/>
                </a:lnTo>
                <a:lnTo>
                  <a:pt x="6644" y="818"/>
                </a:lnTo>
                <a:lnTo>
                  <a:pt x="6643" y="818"/>
                </a:lnTo>
                <a:lnTo>
                  <a:pt x="6643" y="817"/>
                </a:lnTo>
                <a:lnTo>
                  <a:pt x="6642" y="817"/>
                </a:lnTo>
                <a:lnTo>
                  <a:pt x="6642" y="816"/>
                </a:lnTo>
                <a:lnTo>
                  <a:pt x="6643" y="816"/>
                </a:lnTo>
                <a:lnTo>
                  <a:pt x="6644" y="816"/>
                </a:lnTo>
                <a:lnTo>
                  <a:pt x="6644" y="815"/>
                </a:lnTo>
                <a:lnTo>
                  <a:pt x="6643" y="815"/>
                </a:lnTo>
                <a:lnTo>
                  <a:pt x="6643" y="814"/>
                </a:lnTo>
                <a:lnTo>
                  <a:pt x="6644" y="813"/>
                </a:lnTo>
                <a:lnTo>
                  <a:pt x="6644" y="814"/>
                </a:lnTo>
                <a:lnTo>
                  <a:pt x="6644" y="815"/>
                </a:lnTo>
                <a:lnTo>
                  <a:pt x="6645" y="815"/>
                </a:lnTo>
                <a:lnTo>
                  <a:pt x="6646" y="815"/>
                </a:lnTo>
                <a:lnTo>
                  <a:pt x="6647" y="815"/>
                </a:lnTo>
                <a:lnTo>
                  <a:pt x="6648" y="815"/>
                </a:lnTo>
                <a:lnTo>
                  <a:pt x="6648" y="814"/>
                </a:lnTo>
                <a:lnTo>
                  <a:pt x="6648" y="813"/>
                </a:lnTo>
                <a:lnTo>
                  <a:pt x="6647" y="813"/>
                </a:lnTo>
                <a:lnTo>
                  <a:pt x="6647" y="812"/>
                </a:lnTo>
                <a:lnTo>
                  <a:pt x="6648" y="812"/>
                </a:lnTo>
                <a:lnTo>
                  <a:pt x="6649" y="812"/>
                </a:lnTo>
                <a:lnTo>
                  <a:pt x="6649" y="813"/>
                </a:lnTo>
                <a:lnTo>
                  <a:pt x="6650" y="812"/>
                </a:lnTo>
                <a:lnTo>
                  <a:pt x="6651" y="812"/>
                </a:lnTo>
                <a:lnTo>
                  <a:pt x="6652" y="811"/>
                </a:lnTo>
                <a:lnTo>
                  <a:pt x="6653" y="811"/>
                </a:lnTo>
                <a:lnTo>
                  <a:pt x="6653" y="812"/>
                </a:lnTo>
                <a:lnTo>
                  <a:pt x="6654" y="812"/>
                </a:lnTo>
                <a:lnTo>
                  <a:pt x="6655" y="812"/>
                </a:lnTo>
                <a:lnTo>
                  <a:pt x="6655" y="811"/>
                </a:lnTo>
                <a:lnTo>
                  <a:pt x="6654" y="811"/>
                </a:lnTo>
                <a:lnTo>
                  <a:pt x="6655" y="811"/>
                </a:lnTo>
                <a:lnTo>
                  <a:pt x="6655" y="812"/>
                </a:lnTo>
                <a:lnTo>
                  <a:pt x="6656" y="812"/>
                </a:lnTo>
                <a:lnTo>
                  <a:pt x="6656" y="811"/>
                </a:lnTo>
                <a:lnTo>
                  <a:pt x="6657" y="811"/>
                </a:lnTo>
                <a:lnTo>
                  <a:pt x="6657" y="812"/>
                </a:lnTo>
                <a:lnTo>
                  <a:pt x="6658" y="812"/>
                </a:lnTo>
                <a:lnTo>
                  <a:pt x="6658" y="811"/>
                </a:lnTo>
                <a:lnTo>
                  <a:pt x="6659" y="811"/>
                </a:lnTo>
                <a:lnTo>
                  <a:pt x="6659" y="812"/>
                </a:lnTo>
                <a:lnTo>
                  <a:pt x="6660" y="812"/>
                </a:lnTo>
                <a:lnTo>
                  <a:pt x="6660" y="811"/>
                </a:lnTo>
                <a:lnTo>
                  <a:pt x="6661" y="811"/>
                </a:lnTo>
                <a:lnTo>
                  <a:pt x="6661" y="810"/>
                </a:lnTo>
                <a:lnTo>
                  <a:pt x="6662" y="809"/>
                </a:lnTo>
                <a:lnTo>
                  <a:pt x="6663" y="809"/>
                </a:lnTo>
                <a:lnTo>
                  <a:pt x="6665" y="810"/>
                </a:lnTo>
                <a:lnTo>
                  <a:pt x="6665" y="809"/>
                </a:lnTo>
                <a:lnTo>
                  <a:pt x="6666" y="809"/>
                </a:lnTo>
                <a:lnTo>
                  <a:pt x="6666" y="808"/>
                </a:lnTo>
                <a:lnTo>
                  <a:pt x="6665" y="808"/>
                </a:lnTo>
                <a:lnTo>
                  <a:pt x="6666" y="808"/>
                </a:lnTo>
                <a:lnTo>
                  <a:pt x="6667" y="807"/>
                </a:lnTo>
                <a:lnTo>
                  <a:pt x="6667" y="806"/>
                </a:lnTo>
                <a:lnTo>
                  <a:pt x="6668" y="806"/>
                </a:lnTo>
                <a:lnTo>
                  <a:pt x="6669" y="806"/>
                </a:lnTo>
                <a:lnTo>
                  <a:pt x="6669" y="807"/>
                </a:lnTo>
                <a:lnTo>
                  <a:pt x="6670" y="807"/>
                </a:lnTo>
                <a:lnTo>
                  <a:pt x="6671" y="807"/>
                </a:lnTo>
                <a:lnTo>
                  <a:pt x="6672" y="807"/>
                </a:lnTo>
                <a:lnTo>
                  <a:pt x="6671" y="807"/>
                </a:lnTo>
                <a:lnTo>
                  <a:pt x="6672" y="807"/>
                </a:lnTo>
                <a:lnTo>
                  <a:pt x="6672" y="806"/>
                </a:lnTo>
                <a:lnTo>
                  <a:pt x="6673" y="806"/>
                </a:lnTo>
                <a:lnTo>
                  <a:pt x="6673" y="805"/>
                </a:lnTo>
                <a:lnTo>
                  <a:pt x="6674" y="805"/>
                </a:lnTo>
                <a:lnTo>
                  <a:pt x="6675" y="805"/>
                </a:lnTo>
                <a:lnTo>
                  <a:pt x="6675" y="804"/>
                </a:lnTo>
                <a:lnTo>
                  <a:pt x="6676" y="804"/>
                </a:lnTo>
                <a:lnTo>
                  <a:pt x="6677" y="804"/>
                </a:lnTo>
                <a:lnTo>
                  <a:pt x="6677" y="803"/>
                </a:lnTo>
                <a:lnTo>
                  <a:pt x="6676" y="803"/>
                </a:lnTo>
                <a:lnTo>
                  <a:pt x="6676" y="802"/>
                </a:lnTo>
                <a:lnTo>
                  <a:pt x="6677" y="802"/>
                </a:lnTo>
                <a:lnTo>
                  <a:pt x="6677" y="803"/>
                </a:lnTo>
                <a:lnTo>
                  <a:pt x="6678" y="803"/>
                </a:lnTo>
                <a:lnTo>
                  <a:pt x="6679" y="803"/>
                </a:lnTo>
                <a:lnTo>
                  <a:pt x="6679" y="802"/>
                </a:lnTo>
                <a:lnTo>
                  <a:pt x="6680" y="802"/>
                </a:lnTo>
                <a:lnTo>
                  <a:pt x="6680" y="803"/>
                </a:lnTo>
                <a:lnTo>
                  <a:pt x="6681" y="802"/>
                </a:lnTo>
                <a:lnTo>
                  <a:pt x="6682" y="802"/>
                </a:lnTo>
                <a:lnTo>
                  <a:pt x="6682" y="801"/>
                </a:lnTo>
                <a:lnTo>
                  <a:pt x="6682" y="800"/>
                </a:lnTo>
                <a:lnTo>
                  <a:pt x="6683" y="800"/>
                </a:lnTo>
                <a:lnTo>
                  <a:pt x="6684" y="800"/>
                </a:lnTo>
                <a:lnTo>
                  <a:pt x="6685" y="800"/>
                </a:lnTo>
                <a:lnTo>
                  <a:pt x="6686" y="800"/>
                </a:lnTo>
                <a:lnTo>
                  <a:pt x="6686" y="799"/>
                </a:lnTo>
                <a:lnTo>
                  <a:pt x="6687" y="799"/>
                </a:lnTo>
                <a:lnTo>
                  <a:pt x="6687" y="800"/>
                </a:lnTo>
                <a:lnTo>
                  <a:pt x="6687" y="799"/>
                </a:lnTo>
                <a:lnTo>
                  <a:pt x="6688" y="799"/>
                </a:lnTo>
                <a:lnTo>
                  <a:pt x="6689" y="799"/>
                </a:lnTo>
                <a:lnTo>
                  <a:pt x="6690" y="799"/>
                </a:lnTo>
                <a:lnTo>
                  <a:pt x="6690" y="800"/>
                </a:lnTo>
                <a:lnTo>
                  <a:pt x="6689" y="800"/>
                </a:lnTo>
                <a:lnTo>
                  <a:pt x="6690" y="801"/>
                </a:lnTo>
                <a:lnTo>
                  <a:pt x="6691" y="801"/>
                </a:lnTo>
                <a:lnTo>
                  <a:pt x="6691" y="800"/>
                </a:lnTo>
                <a:lnTo>
                  <a:pt x="6691" y="801"/>
                </a:lnTo>
                <a:lnTo>
                  <a:pt x="6692" y="801"/>
                </a:lnTo>
                <a:lnTo>
                  <a:pt x="6693" y="801"/>
                </a:lnTo>
                <a:lnTo>
                  <a:pt x="6693" y="800"/>
                </a:lnTo>
                <a:lnTo>
                  <a:pt x="6694" y="800"/>
                </a:lnTo>
                <a:lnTo>
                  <a:pt x="6695" y="800"/>
                </a:lnTo>
                <a:lnTo>
                  <a:pt x="6696" y="799"/>
                </a:lnTo>
                <a:lnTo>
                  <a:pt x="6696" y="798"/>
                </a:lnTo>
                <a:lnTo>
                  <a:pt x="6697" y="798"/>
                </a:lnTo>
                <a:lnTo>
                  <a:pt x="6698" y="798"/>
                </a:lnTo>
                <a:lnTo>
                  <a:pt x="6699" y="798"/>
                </a:lnTo>
                <a:lnTo>
                  <a:pt x="6699" y="799"/>
                </a:lnTo>
                <a:lnTo>
                  <a:pt x="6700" y="799"/>
                </a:lnTo>
                <a:lnTo>
                  <a:pt x="6700" y="798"/>
                </a:lnTo>
                <a:lnTo>
                  <a:pt x="6701" y="797"/>
                </a:lnTo>
                <a:lnTo>
                  <a:pt x="6702" y="797"/>
                </a:lnTo>
                <a:lnTo>
                  <a:pt x="6703" y="797"/>
                </a:lnTo>
                <a:lnTo>
                  <a:pt x="6704" y="797"/>
                </a:lnTo>
                <a:lnTo>
                  <a:pt x="6705" y="797"/>
                </a:lnTo>
                <a:lnTo>
                  <a:pt x="6705" y="796"/>
                </a:lnTo>
                <a:lnTo>
                  <a:pt x="6706" y="796"/>
                </a:lnTo>
                <a:lnTo>
                  <a:pt x="6707" y="795"/>
                </a:lnTo>
                <a:lnTo>
                  <a:pt x="6707" y="794"/>
                </a:lnTo>
                <a:lnTo>
                  <a:pt x="6708" y="793"/>
                </a:lnTo>
                <a:lnTo>
                  <a:pt x="6709" y="792"/>
                </a:lnTo>
                <a:lnTo>
                  <a:pt x="6708" y="792"/>
                </a:lnTo>
                <a:lnTo>
                  <a:pt x="6708" y="791"/>
                </a:lnTo>
                <a:lnTo>
                  <a:pt x="6708" y="790"/>
                </a:lnTo>
                <a:lnTo>
                  <a:pt x="6708" y="789"/>
                </a:lnTo>
                <a:lnTo>
                  <a:pt x="6709" y="789"/>
                </a:lnTo>
                <a:lnTo>
                  <a:pt x="6710" y="789"/>
                </a:lnTo>
                <a:lnTo>
                  <a:pt x="6711" y="789"/>
                </a:lnTo>
                <a:lnTo>
                  <a:pt x="6710" y="788"/>
                </a:lnTo>
                <a:lnTo>
                  <a:pt x="6710" y="787"/>
                </a:lnTo>
                <a:lnTo>
                  <a:pt x="6711" y="787"/>
                </a:lnTo>
                <a:lnTo>
                  <a:pt x="6712" y="788"/>
                </a:lnTo>
                <a:lnTo>
                  <a:pt x="6713" y="788"/>
                </a:lnTo>
                <a:lnTo>
                  <a:pt x="6713" y="787"/>
                </a:lnTo>
                <a:lnTo>
                  <a:pt x="6713" y="786"/>
                </a:lnTo>
                <a:lnTo>
                  <a:pt x="6713" y="785"/>
                </a:lnTo>
                <a:lnTo>
                  <a:pt x="6714" y="784"/>
                </a:lnTo>
                <a:lnTo>
                  <a:pt x="6714" y="783"/>
                </a:lnTo>
                <a:lnTo>
                  <a:pt x="6714" y="782"/>
                </a:lnTo>
                <a:lnTo>
                  <a:pt x="6714" y="780"/>
                </a:lnTo>
                <a:lnTo>
                  <a:pt x="6715" y="780"/>
                </a:lnTo>
                <a:lnTo>
                  <a:pt x="6716" y="779"/>
                </a:lnTo>
                <a:lnTo>
                  <a:pt x="6715" y="779"/>
                </a:lnTo>
                <a:lnTo>
                  <a:pt x="6715" y="778"/>
                </a:lnTo>
                <a:lnTo>
                  <a:pt x="6714" y="778"/>
                </a:lnTo>
                <a:lnTo>
                  <a:pt x="6715" y="778"/>
                </a:lnTo>
                <a:lnTo>
                  <a:pt x="6716" y="777"/>
                </a:lnTo>
                <a:lnTo>
                  <a:pt x="6715" y="777"/>
                </a:lnTo>
                <a:lnTo>
                  <a:pt x="6715" y="776"/>
                </a:lnTo>
                <a:lnTo>
                  <a:pt x="6714" y="776"/>
                </a:lnTo>
                <a:lnTo>
                  <a:pt x="6714" y="775"/>
                </a:lnTo>
                <a:lnTo>
                  <a:pt x="6715" y="775"/>
                </a:lnTo>
                <a:lnTo>
                  <a:pt x="6716" y="775"/>
                </a:lnTo>
                <a:lnTo>
                  <a:pt x="6716" y="776"/>
                </a:lnTo>
                <a:lnTo>
                  <a:pt x="6717" y="776"/>
                </a:lnTo>
                <a:lnTo>
                  <a:pt x="6718" y="776"/>
                </a:lnTo>
                <a:lnTo>
                  <a:pt x="6719" y="776"/>
                </a:lnTo>
                <a:lnTo>
                  <a:pt x="6720" y="776"/>
                </a:lnTo>
                <a:lnTo>
                  <a:pt x="6720" y="777"/>
                </a:lnTo>
                <a:lnTo>
                  <a:pt x="6721" y="777"/>
                </a:lnTo>
                <a:lnTo>
                  <a:pt x="6721" y="776"/>
                </a:lnTo>
                <a:lnTo>
                  <a:pt x="6721" y="775"/>
                </a:lnTo>
                <a:lnTo>
                  <a:pt x="6722" y="774"/>
                </a:lnTo>
                <a:lnTo>
                  <a:pt x="6722" y="773"/>
                </a:lnTo>
                <a:lnTo>
                  <a:pt x="6723" y="773"/>
                </a:lnTo>
                <a:lnTo>
                  <a:pt x="6723" y="772"/>
                </a:lnTo>
                <a:lnTo>
                  <a:pt x="6723" y="771"/>
                </a:lnTo>
                <a:lnTo>
                  <a:pt x="6724" y="771"/>
                </a:lnTo>
                <a:lnTo>
                  <a:pt x="6725" y="771"/>
                </a:lnTo>
                <a:lnTo>
                  <a:pt x="6725" y="770"/>
                </a:lnTo>
                <a:lnTo>
                  <a:pt x="6725" y="769"/>
                </a:lnTo>
                <a:lnTo>
                  <a:pt x="6726" y="769"/>
                </a:lnTo>
                <a:lnTo>
                  <a:pt x="6727" y="769"/>
                </a:lnTo>
                <a:lnTo>
                  <a:pt x="6728" y="769"/>
                </a:lnTo>
                <a:lnTo>
                  <a:pt x="6728" y="768"/>
                </a:lnTo>
                <a:lnTo>
                  <a:pt x="6728" y="767"/>
                </a:lnTo>
                <a:lnTo>
                  <a:pt x="6728" y="766"/>
                </a:lnTo>
                <a:lnTo>
                  <a:pt x="6727" y="764"/>
                </a:lnTo>
                <a:lnTo>
                  <a:pt x="6727" y="763"/>
                </a:lnTo>
                <a:lnTo>
                  <a:pt x="6728" y="763"/>
                </a:lnTo>
                <a:lnTo>
                  <a:pt x="6729" y="763"/>
                </a:lnTo>
                <a:lnTo>
                  <a:pt x="6730" y="762"/>
                </a:lnTo>
                <a:lnTo>
                  <a:pt x="6730" y="761"/>
                </a:lnTo>
                <a:lnTo>
                  <a:pt x="6730" y="760"/>
                </a:lnTo>
                <a:lnTo>
                  <a:pt x="6729" y="759"/>
                </a:lnTo>
                <a:lnTo>
                  <a:pt x="6729" y="758"/>
                </a:lnTo>
                <a:lnTo>
                  <a:pt x="6730" y="757"/>
                </a:lnTo>
                <a:lnTo>
                  <a:pt x="6731" y="757"/>
                </a:lnTo>
                <a:lnTo>
                  <a:pt x="6732" y="757"/>
                </a:lnTo>
                <a:lnTo>
                  <a:pt x="6733" y="757"/>
                </a:lnTo>
                <a:lnTo>
                  <a:pt x="6733" y="756"/>
                </a:lnTo>
                <a:lnTo>
                  <a:pt x="6732" y="756"/>
                </a:lnTo>
                <a:lnTo>
                  <a:pt x="6732" y="755"/>
                </a:lnTo>
                <a:lnTo>
                  <a:pt x="6731" y="754"/>
                </a:lnTo>
                <a:lnTo>
                  <a:pt x="6731" y="753"/>
                </a:lnTo>
                <a:lnTo>
                  <a:pt x="6732" y="753"/>
                </a:lnTo>
                <a:lnTo>
                  <a:pt x="6732" y="752"/>
                </a:lnTo>
                <a:lnTo>
                  <a:pt x="6733" y="751"/>
                </a:lnTo>
                <a:lnTo>
                  <a:pt x="6734" y="751"/>
                </a:lnTo>
                <a:lnTo>
                  <a:pt x="6734" y="750"/>
                </a:lnTo>
                <a:lnTo>
                  <a:pt x="6733" y="749"/>
                </a:lnTo>
                <a:lnTo>
                  <a:pt x="6732" y="749"/>
                </a:lnTo>
                <a:lnTo>
                  <a:pt x="6731" y="748"/>
                </a:lnTo>
                <a:lnTo>
                  <a:pt x="6730" y="748"/>
                </a:lnTo>
                <a:lnTo>
                  <a:pt x="6729" y="748"/>
                </a:lnTo>
                <a:lnTo>
                  <a:pt x="6729" y="747"/>
                </a:lnTo>
                <a:lnTo>
                  <a:pt x="6728" y="747"/>
                </a:lnTo>
                <a:lnTo>
                  <a:pt x="6728" y="746"/>
                </a:lnTo>
                <a:lnTo>
                  <a:pt x="6728" y="745"/>
                </a:lnTo>
                <a:lnTo>
                  <a:pt x="6728" y="744"/>
                </a:lnTo>
                <a:lnTo>
                  <a:pt x="6728" y="743"/>
                </a:lnTo>
                <a:lnTo>
                  <a:pt x="6728" y="742"/>
                </a:lnTo>
                <a:lnTo>
                  <a:pt x="6729" y="742"/>
                </a:lnTo>
                <a:lnTo>
                  <a:pt x="6730" y="741"/>
                </a:lnTo>
                <a:lnTo>
                  <a:pt x="6730" y="740"/>
                </a:lnTo>
                <a:lnTo>
                  <a:pt x="6729" y="739"/>
                </a:lnTo>
                <a:lnTo>
                  <a:pt x="6729" y="738"/>
                </a:lnTo>
                <a:lnTo>
                  <a:pt x="6730" y="738"/>
                </a:lnTo>
                <a:lnTo>
                  <a:pt x="6730" y="739"/>
                </a:lnTo>
                <a:lnTo>
                  <a:pt x="6731" y="739"/>
                </a:lnTo>
                <a:lnTo>
                  <a:pt x="6731" y="738"/>
                </a:lnTo>
                <a:lnTo>
                  <a:pt x="6730" y="738"/>
                </a:lnTo>
                <a:lnTo>
                  <a:pt x="6730" y="737"/>
                </a:lnTo>
                <a:lnTo>
                  <a:pt x="6729" y="737"/>
                </a:lnTo>
                <a:lnTo>
                  <a:pt x="6729" y="738"/>
                </a:lnTo>
                <a:lnTo>
                  <a:pt x="6728" y="737"/>
                </a:lnTo>
                <a:lnTo>
                  <a:pt x="6729" y="736"/>
                </a:lnTo>
                <a:lnTo>
                  <a:pt x="6729" y="735"/>
                </a:lnTo>
                <a:lnTo>
                  <a:pt x="6729" y="734"/>
                </a:lnTo>
                <a:lnTo>
                  <a:pt x="6728" y="735"/>
                </a:lnTo>
                <a:lnTo>
                  <a:pt x="6728" y="734"/>
                </a:lnTo>
                <a:lnTo>
                  <a:pt x="6727" y="734"/>
                </a:lnTo>
                <a:lnTo>
                  <a:pt x="6727" y="733"/>
                </a:lnTo>
                <a:lnTo>
                  <a:pt x="6728" y="733"/>
                </a:lnTo>
                <a:lnTo>
                  <a:pt x="6729" y="733"/>
                </a:lnTo>
                <a:lnTo>
                  <a:pt x="6730" y="733"/>
                </a:lnTo>
                <a:lnTo>
                  <a:pt x="6730" y="732"/>
                </a:lnTo>
                <a:lnTo>
                  <a:pt x="6730" y="731"/>
                </a:lnTo>
                <a:lnTo>
                  <a:pt x="6729" y="730"/>
                </a:lnTo>
                <a:lnTo>
                  <a:pt x="6730" y="730"/>
                </a:lnTo>
                <a:lnTo>
                  <a:pt x="6730" y="729"/>
                </a:lnTo>
                <a:lnTo>
                  <a:pt x="6730" y="728"/>
                </a:lnTo>
                <a:lnTo>
                  <a:pt x="6731" y="728"/>
                </a:lnTo>
                <a:lnTo>
                  <a:pt x="6732" y="728"/>
                </a:lnTo>
                <a:lnTo>
                  <a:pt x="6732" y="727"/>
                </a:lnTo>
                <a:lnTo>
                  <a:pt x="6733" y="727"/>
                </a:lnTo>
                <a:lnTo>
                  <a:pt x="6733" y="726"/>
                </a:lnTo>
                <a:lnTo>
                  <a:pt x="6733" y="725"/>
                </a:lnTo>
                <a:lnTo>
                  <a:pt x="6734" y="725"/>
                </a:lnTo>
                <a:lnTo>
                  <a:pt x="6733" y="724"/>
                </a:lnTo>
                <a:lnTo>
                  <a:pt x="6733" y="725"/>
                </a:lnTo>
                <a:lnTo>
                  <a:pt x="6732" y="725"/>
                </a:lnTo>
                <a:lnTo>
                  <a:pt x="6731" y="725"/>
                </a:lnTo>
                <a:lnTo>
                  <a:pt x="6730" y="725"/>
                </a:lnTo>
                <a:lnTo>
                  <a:pt x="6730" y="724"/>
                </a:lnTo>
                <a:lnTo>
                  <a:pt x="6730" y="723"/>
                </a:lnTo>
                <a:lnTo>
                  <a:pt x="6731" y="723"/>
                </a:lnTo>
                <a:lnTo>
                  <a:pt x="6732" y="723"/>
                </a:lnTo>
                <a:lnTo>
                  <a:pt x="6731" y="721"/>
                </a:lnTo>
                <a:lnTo>
                  <a:pt x="6730" y="721"/>
                </a:lnTo>
                <a:lnTo>
                  <a:pt x="6730" y="720"/>
                </a:lnTo>
                <a:lnTo>
                  <a:pt x="6731" y="720"/>
                </a:lnTo>
                <a:lnTo>
                  <a:pt x="6731" y="719"/>
                </a:lnTo>
                <a:lnTo>
                  <a:pt x="6730" y="719"/>
                </a:lnTo>
                <a:lnTo>
                  <a:pt x="6729" y="719"/>
                </a:lnTo>
                <a:lnTo>
                  <a:pt x="6729" y="718"/>
                </a:lnTo>
                <a:lnTo>
                  <a:pt x="6728" y="718"/>
                </a:lnTo>
                <a:lnTo>
                  <a:pt x="6727" y="719"/>
                </a:lnTo>
                <a:lnTo>
                  <a:pt x="6726" y="718"/>
                </a:lnTo>
                <a:lnTo>
                  <a:pt x="6725" y="718"/>
                </a:lnTo>
                <a:lnTo>
                  <a:pt x="6725" y="719"/>
                </a:lnTo>
                <a:lnTo>
                  <a:pt x="6724" y="719"/>
                </a:lnTo>
                <a:lnTo>
                  <a:pt x="6725" y="720"/>
                </a:lnTo>
                <a:lnTo>
                  <a:pt x="6724" y="720"/>
                </a:lnTo>
                <a:lnTo>
                  <a:pt x="6723" y="720"/>
                </a:lnTo>
                <a:lnTo>
                  <a:pt x="6723" y="719"/>
                </a:lnTo>
                <a:lnTo>
                  <a:pt x="6722" y="719"/>
                </a:lnTo>
                <a:lnTo>
                  <a:pt x="6722" y="720"/>
                </a:lnTo>
                <a:lnTo>
                  <a:pt x="6723" y="721"/>
                </a:lnTo>
                <a:lnTo>
                  <a:pt x="6722" y="722"/>
                </a:lnTo>
                <a:lnTo>
                  <a:pt x="6722" y="721"/>
                </a:lnTo>
                <a:lnTo>
                  <a:pt x="6722" y="720"/>
                </a:lnTo>
                <a:lnTo>
                  <a:pt x="6721" y="720"/>
                </a:lnTo>
                <a:lnTo>
                  <a:pt x="6721" y="719"/>
                </a:lnTo>
                <a:lnTo>
                  <a:pt x="6720" y="719"/>
                </a:lnTo>
                <a:lnTo>
                  <a:pt x="6719" y="719"/>
                </a:lnTo>
                <a:lnTo>
                  <a:pt x="6719" y="718"/>
                </a:lnTo>
                <a:lnTo>
                  <a:pt x="6718" y="718"/>
                </a:lnTo>
                <a:lnTo>
                  <a:pt x="6718" y="719"/>
                </a:lnTo>
                <a:lnTo>
                  <a:pt x="6717" y="719"/>
                </a:lnTo>
                <a:lnTo>
                  <a:pt x="6717" y="720"/>
                </a:lnTo>
                <a:lnTo>
                  <a:pt x="6718" y="720"/>
                </a:lnTo>
                <a:lnTo>
                  <a:pt x="6718" y="721"/>
                </a:lnTo>
                <a:lnTo>
                  <a:pt x="6717" y="721"/>
                </a:lnTo>
                <a:lnTo>
                  <a:pt x="6716" y="721"/>
                </a:lnTo>
                <a:lnTo>
                  <a:pt x="6716" y="722"/>
                </a:lnTo>
                <a:lnTo>
                  <a:pt x="6717" y="722"/>
                </a:lnTo>
                <a:lnTo>
                  <a:pt x="6716" y="723"/>
                </a:lnTo>
                <a:lnTo>
                  <a:pt x="6715" y="723"/>
                </a:lnTo>
                <a:lnTo>
                  <a:pt x="6714" y="723"/>
                </a:lnTo>
                <a:lnTo>
                  <a:pt x="6713" y="723"/>
                </a:lnTo>
                <a:lnTo>
                  <a:pt x="6713" y="722"/>
                </a:lnTo>
                <a:lnTo>
                  <a:pt x="6713" y="721"/>
                </a:lnTo>
                <a:lnTo>
                  <a:pt x="6713" y="719"/>
                </a:lnTo>
                <a:lnTo>
                  <a:pt x="6712" y="719"/>
                </a:lnTo>
                <a:lnTo>
                  <a:pt x="6710" y="720"/>
                </a:lnTo>
                <a:lnTo>
                  <a:pt x="6709" y="720"/>
                </a:lnTo>
                <a:lnTo>
                  <a:pt x="6709" y="721"/>
                </a:lnTo>
                <a:lnTo>
                  <a:pt x="6708" y="721"/>
                </a:lnTo>
                <a:lnTo>
                  <a:pt x="6708" y="722"/>
                </a:lnTo>
                <a:lnTo>
                  <a:pt x="6708" y="723"/>
                </a:lnTo>
                <a:lnTo>
                  <a:pt x="6707" y="723"/>
                </a:lnTo>
                <a:lnTo>
                  <a:pt x="6706" y="723"/>
                </a:lnTo>
                <a:lnTo>
                  <a:pt x="6706" y="722"/>
                </a:lnTo>
                <a:lnTo>
                  <a:pt x="6707" y="722"/>
                </a:lnTo>
                <a:lnTo>
                  <a:pt x="6707" y="721"/>
                </a:lnTo>
                <a:lnTo>
                  <a:pt x="6708" y="721"/>
                </a:lnTo>
                <a:lnTo>
                  <a:pt x="6708" y="720"/>
                </a:lnTo>
                <a:lnTo>
                  <a:pt x="6707" y="720"/>
                </a:lnTo>
                <a:lnTo>
                  <a:pt x="6706" y="721"/>
                </a:lnTo>
                <a:lnTo>
                  <a:pt x="6705" y="721"/>
                </a:lnTo>
                <a:lnTo>
                  <a:pt x="6703" y="721"/>
                </a:lnTo>
                <a:lnTo>
                  <a:pt x="6702" y="721"/>
                </a:lnTo>
                <a:lnTo>
                  <a:pt x="6703" y="720"/>
                </a:lnTo>
                <a:lnTo>
                  <a:pt x="6703" y="719"/>
                </a:lnTo>
                <a:lnTo>
                  <a:pt x="6704" y="719"/>
                </a:lnTo>
                <a:lnTo>
                  <a:pt x="6705" y="718"/>
                </a:lnTo>
                <a:lnTo>
                  <a:pt x="6704" y="717"/>
                </a:lnTo>
                <a:lnTo>
                  <a:pt x="6703" y="717"/>
                </a:lnTo>
                <a:lnTo>
                  <a:pt x="6703" y="718"/>
                </a:lnTo>
                <a:lnTo>
                  <a:pt x="6702" y="718"/>
                </a:lnTo>
                <a:lnTo>
                  <a:pt x="6702" y="717"/>
                </a:lnTo>
                <a:lnTo>
                  <a:pt x="6701" y="717"/>
                </a:lnTo>
                <a:lnTo>
                  <a:pt x="6701" y="716"/>
                </a:lnTo>
                <a:lnTo>
                  <a:pt x="6701" y="715"/>
                </a:lnTo>
                <a:lnTo>
                  <a:pt x="6700" y="715"/>
                </a:lnTo>
                <a:lnTo>
                  <a:pt x="6700" y="716"/>
                </a:lnTo>
                <a:lnTo>
                  <a:pt x="6700" y="717"/>
                </a:lnTo>
                <a:lnTo>
                  <a:pt x="6700" y="718"/>
                </a:lnTo>
                <a:lnTo>
                  <a:pt x="6699" y="718"/>
                </a:lnTo>
                <a:lnTo>
                  <a:pt x="6698" y="718"/>
                </a:lnTo>
                <a:lnTo>
                  <a:pt x="6698" y="717"/>
                </a:lnTo>
                <a:lnTo>
                  <a:pt x="6698" y="716"/>
                </a:lnTo>
                <a:lnTo>
                  <a:pt x="6698" y="715"/>
                </a:lnTo>
                <a:lnTo>
                  <a:pt x="6699" y="715"/>
                </a:lnTo>
                <a:lnTo>
                  <a:pt x="6699" y="714"/>
                </a:lnTo>
                <a:lnTo>
                  <a:pt x="6699" y="713"/>
                </a:lnTo>
                <a:lnTo>
                  <a:pt x="6700" y="713"/>
                </a:lnTo>
                <a:lnTo>
                  <a:pt x="6700" y="712"/>
                </a:lnTo>
                <a:lnTo>
                  <a:pt x="6700" y="711"/>
                </a:lnTo>
                <a:lnTo>
                  <a:pt x="6701" y="711"/>
                </a:lnTo>
                <a:lnTo>
                  <a:pt x="6702" y="711"/>
                </a:lnTo>
                <a:lnTo>
                  <a:pt x="6702" y="710"/>
                </a:lnTo>
                <a:lnTo>
                  <a:pt x="6702" y="709"/>
                </a:lnTo>
                <a:lnTo>
                  <a:pt x="6703" y="709"/>
                </a:lnTo>
                <a:lnTo>
                  <a:pt x="6704" y="709"/>
                </a:lnTo>
                <a:lnTo>
                  <a:pt x="6704" y="708"/>
                </a:lnTo>
                <a:lnTo>
                  <a:pt x="6705" y="708"/>
                </a:lnTo>
                <a:lnTo>
                  <a:pt x="6705" y="709"/>
                </a:lnTo>
                <a:lnTo>
                  <a:pt x="6706" y="709"/>
                </a:lnTo>
                <a:lnTo>
                  <a:pt x="6706" y="710"/>
                </a:lnTo>
                <a:lnTo>
                  <a:pt x="6707" y="710"/>
                </a:lnTo>
                <a:lnTo>
                  <a:pt x="6708" y="711"/>
                </a:lnTo>
                <a:lnTo>
                  <a:pt x="6708" y="710"/>
                </a:lnTo>
                <a:lnTo>
                  <a:pt x="6709" y="710"/>
                </a:lnTo>
                <a:lnTo>
                  <a:pt x="6709" y="709"/>
                </a:lnTo>
                <a:lnTo>
                  <a:pt x="6708" y="708"/>
                </a:lnTo>
                <a:lnTo>
                  <a:pt x="6708" y="707"/>
                </a:lnTo>
                <a:lnTo>
                  <a:pt x="6709" y="707"/>
                </a:lnTo>
                <a:lnTo>
                  <a:pt x="6709" y="706"/>
                </a:lnTo>
                <a:lnTo>
                  <a:pt x="6710" y="706"/>
                </a:lnTo>
                <a:lnTo>
                  <a:pt x="6709" y="706"/>
                </a:lnTo>
                <a:lnTo>
                  <a:pt x="6709" y="705"/>
                </a:lnTo>
                <a:lnTo>
                  <a:pt x="6709" y="704"/>
                </a:lnTo>
                <a:lnTo>
                  <a:pt x="6710" y="704"/>
                </a:lnTo>
                <a:lnTo>
                  <a:pt x="6710" y="703"/>
                </a:lnTo>
                <a:lnTo>
                  <a:pt x="6710" y="704"/>
                </a:lnTo>
                <a:lnTo>
                  <a:pt x="6711" y="704"/>
                </a:lnTo>
                <a:lnTo>
                  <a:pt x="6712" y="703"/>
                </a:lnTo>
                <a:lnTo>
                  <a:pt x="6712" y="702"/>
                </a:lnTo>
                <a:lnTo>
                  <a:pt x="6712" y="701"/>
                </a:lnTo>
                <a:lnTo>
                  <a:pt x="6711" y="701"/>
                </a:lnTo>
                <a:lnTo>
                  <a:pt x="6711" y="700"/>
                </a:lnTo>
                <a:lnTo>
                  <a:pt x="6711" y="699"/>
                </a:lnTo>
                <a:lnTo>
                  <a:pt x="6712" y="699"/>
                </a:lnTo>
                <a:lnTo>
                  <a:pt x="6712" y="698"/>
                </a:lnTo>
                <a:lnTo>
                  <a:pt x="6713" y="698"/>
                </a:lnTo>
                <a:lnTo>
                  <a:pt x="6714" y="698"/>
                </a:lnTo>
                <a:lnTo>
                  <a:pt x="6714" y="697"/>
                </a:lnTo>
                <a:lnTo>
                  <a:pt x="6713" y="696"/>
                </a:lnTo>
                <a:lnTo>
                  <a:pt x="6713" y="695"/>
                </a:lnTo>
                <a:lnTo>
                  <a:pt x="6713" y="694"/>
                </a:lnTo>
                <a:lnTo>
                  <a:pt x="6712" y="693"/>
                </a:lnTo>
                <a:lnTo>
                  <a:pt x="6711" y="693"/>
                </a:lnTo>
                <a:lnTo>
                  <a:pt x="6710" y="693"/>
                </a:lnTo>
                <a:lnTo>
                  <a:pt x="6709" y="693"/>
                </a:lnTo>
                <a:lnTo>
                  <a:pt x="6709" y="692"/>
                </a:lnTo>
                <a:lnTo>
                  <a:pt x="6709" y="691"/>
                </a:lnTo>
                <a:lnTo>
                  <a:pt x="6711" y="691"/>
                </a:lnTo>
                <a:lnTo>
                  <a:pt x="6711" y="690"/>
                </a:lnTo>
                <a:lnTo>
                  <a:pt x="6712" y="690"/>
                </a:lnTo>
                <a:lnTo>
                  <a:pt x="6712" y="689"/>
                </a:lnTo>
                <a:lnTo>
                  <a:pt x="6712" y="688"/>
                </a:lnTo>
                <a:lnTo>
                  <a:pt x="6712" y="687"/>
                </a:lnTo>
                <a:lnTo>
                  <a:pt x="6712" y="686"/>
                </a:lnTo>
                <a:lnTo>
                  <a:pt x="6712" y="685"/>
                </a:lnTo>
                <a:lnTo>
                  <a:pt x="6712" y="684"/>
                </a:lnTo>
                <a:lnTo>
                  <a:pt x="6712" y="683"/>
                </a:lnTo>
                <a:lnTo>
                  <a:pt x="6713" y="683"/>
                </a:lnTo>
                <a:lnTo>
                  <a:pt x="6713" y="682"/>
                </a:lnTo>
                <a:lnTo>
                  <a:pt x="6714" y="681"/>
                </a:lnTo>
                <a:lnTo>
                  <a:pt x="6713" y="680"/>
                </a:lnTo>
                <a:lnTo>
                  <a:pt x="6712" y="680"/>
                </a:lnTo>
                <a:lnTo>
                  <a:pt x="6711" y="680"/>
                </a:lnTo>
                <a:lnTo>
                  <a:pt x="6711" y="679"/>
                </a:lnTo>
                <a:lnTo>
                  <a:pt x="6711" y="678"/>
                </a:lnTo>
                <a:lnTo>
                  <a:pt x="6712" y="677"/>
                </a:lnTo>
                <a:lnTo>
                  <a:pt x="6713" y="677"/>
                </a:lnTo>
                <a:lnTo>
                  <a:pt x="6714" y="677"/>
                </a:lnTo>
                <a:lnTo>
                  <a:pt x="6715" y="676"/>
                </a:lnTo>
                <a:lnTo>
                  <a:pt x="6715" y="675"/>
                </a:lnTo>
                <a:lnTo>
                  <a:pt x="6715" y="674"/>
                </a:lnTo>
                <a:lnTo>
                  <a:pt x="6714" y="674"/>
                </a:lnTo>
                <a:lnTo>
                  <a:pt x="6713" y="673"/>
                </a:lnTo>
                <a:lnTo>
                  <a:pt x="6713" y="672"/>
                </a:lnTo>
                <a:lnTo>
                  <a:pt x="6712" y="671"/>
                </a:lnTo>
                <a:lnTo>
                  <a:pt x="6712" y="670"/>
                </a:lnTo>
                <a:lnTo>
                  <a:pt x="6713" y="669"/>
                </a:lnTo>
                <a:lnTo>
                  <a:pt x="6713" y="668"/>
                </a:lnTo>
                <a:lnTo>
                  <a:pt x="6714" y="668"/>
                </a:lnTo>
                <a:lnTo>
                  <a:pt x="6715" y="668"/>
                </a:lnTo>
                <a:lnTo>
                  <a:pt x="6716" y="668"/>
                </a:lnTo>
                <a:lnTo>
                  <a:pt x="6716" y="667"/>
                </a:lnTo>
                <a:lnTo>
                  <a:pt x="6717" y="666"/>
                </a:lnTo>
                <a:lnTo>
                  <a:pt x="6718" y="666"/>
                </a:lnTo>
                <a:lnTo>
                  <a:pt x="6718" y="665"/>
                </a:lnTo>
                <a:lnTo>
                  <a:pt x="6718" y="664"/>
                </a:lnTo>
                <a:lnTo>
                  <a:pt x="6718" y="663"/>
                </a:lnTo>
                <a:lnTo>
                  <a:pt x="6718" y="662"/>
                </a:lnTo>
                <a:lnTo>
                  <a:pt x="6719" y="662"/>
                </a:lnTo>
                <a:lnTo>
                  <a:pt x="6719" y="663"/>
                </a:lnTo>
                <a:lnTo>
                  <a:pt x="6720" y="664"/>
                </a:lnTo>
                <a:lnTo>
                  <a:pt x="6721" y="664"/>
                </a:lnTo>
                <a:lnTo>
                  <a:pt x="6722" y="663"/>
                </a:lnTo>
                <a:lnTo>
                  <a:pt x="6722" y="662"/>
                </a:lnTo>
                <a:lnTo>
                  <a:pt x="6722" y="661"/>
                </a:lnTo>
                <a:lnTo>
                  <a:pt x="6723" y="661"/>
                </a:lnTo>
                <a:lnTo>
                  <a:pt x="6723" y="660"/>
                </a:lnTo>
                <a:lnTo>
                  <a:pt x="6723" y="659"/>
                </a:lnTo>
                <a:lnTo>
                  <a:pt x="6723" y="658"/>
                </a:lnTo>
                <a:lnTo>
                  <a:pt x="6724" y="657"/>
                </a:lnTo>
                <a:lnTo>
                  <a:pt x="6725" y="657"/>
                </a:lnTo>
                <a:lnTo>
                  <a:pt x="6725" y="656"/>
                </a:lnTo>
                <a:lnTo>
                  <a:pt x="6724" y="656"/>
                </a:lnTo>
                <a:lnTo>
                  <a:pt x="6724" y="655"/>
                </a:lnTo>
                <a:lnTo>
                  <a:pt x="6723" y="655"/>
                </a:lnTo>
                <a:lnTo>
                  <a:pt x="6723" y="654"/>
                </a:lnTo>
                <a:lnTo>
                  <a:pt x="6723" y="653"/>
                </a:lnTo>
                <a:lnTo>
                  <a:pt x="6724" y="653"/>
                </a:lnTo>
                <a:lnTo>
                  <a:pt x="6725" y="653"/>
                </a:lnTo>
                <a:lnTo>
                  <a:pt x="6726" y="653"/>
                </a:lnTo>
                <a:lnTo>
                  <a:pt x="6726" y="652"/>
                </a:lnTo>
                <a:lnTo>
                  <a:pt x="6727" y="652"/>
                </a:lnTo>
                <a:lnTo>
                  <a:pt x="6728" y="652"/>
                </a:lnTo>
                <a:lnTo>
                  <a:pt x="6729" y="652"/>
                </a:lnTo>
                <a:lnTo>
                  <a:pt x="6730" y="652"/>
                </a:lnTo>
                <a:lnTo>
                  <a:pt x="6730" y="651"/>
                </a:lnTo>
                <a:lnTo>
                  <a:pt x="6731" y="650"/>
                </a:lnTo>
                <a:lnTo>
                  <a:pt x="6731" y="648"/>
                </a:lnTo>
                <a:lnTo>
                  <a:pt x="6731" y="647"/>
                </a:lnTo>
                <a:lnTo>
                  <a:pt x="6731" y="646"/>
                </a:lnTo>
                <a:lnTo>
                  <a:pt x="6732" y="646"/>
                </a:lnTo>
                <a:lnTo>
                  <a:pt x="6733" y="645"/>
                </a:lnTo>
                <a:lnTo>
                  <a:pt x="6733" y="644"/>
                </a:lnTo>
                <a:lnTo>
                  <a:pt x="6733" y="643"/>
                </a:lnTo>
                <a:lnTo>
                  <a:pt x="6734" y="643"/>
                </a:lnTo>
                <a:lnTo>
                  <a:pt x="6734" y="642"/>
                </a:lnTo>
                <a:lnTo>
                  <a:pt x="6734" y="641"/>
                </a:lnTo>
                <a:lnTo>
                  <a:pt x="6734" y="640"/>
                </a:lnTo>
                <a:lnTo>
                  <a:pt x="6735" y="640"/>
                </a:lnTo>
                <a:lnTo>
                  <a:pt x="6735" y="639"/>
                </a:lnTo>
                <a:lnTo>
                  <a:pt x="6736" y="639"/>
                </a:lnTo>
                <a:lnTo>
                  <a:pt x="6736" y="638"/>
                </a:lnTo>
                <a:lnTo>
                  <a:pt x="6736" y="637"/>
                </a:lnTo>
                <a:lnTo>
                  <a:pt x="6736" y="636"/>
                </a:lnTo>
                <a:lnTo>
                  <a:pt x="6736" y="635"/>
                </a:lnTo>
                <a:lnTo>
                  <a:pt x="6737" y="635"/>
                </a:lnTo>
                <a:lnTo>
                  <a:pt x="6737" y="634"/>
                </a:lnTo>
                <a:lnTo>
                  <a:pt x="6735" y="633"/>
                </a:lnTo>
                <a:lnTo>
                  <a:pt x="6735" y="632"/>
                </a:lnTo>
                <a:lnTo>
                  <a:pt x="6736" y="632"/>
                </a:lnTo>
                <a:lnTo>
                  <a:pt x="6737" y="632"/>
                </a:lnTo>
                <a:lnTo>
                  <a:pt x="6736" y="631"/>
                </a:lnTo>
                <a:lnTo>
                  <a:pt x="6736" y="630"/>
                </a:lnTo>
                <a:lnTo>
                  <a:pt x="6737" y="630"/>
                </a:lnTo>
                <a:lnTo>
                  <a:pt x="6737" y="629"/>
                </a:lnTo>
                <a:lnTo>
                  <a:pt x="6738" y="629"/>
                </a:lnTo>
                <a:lnTo>
                  <a:pt x="6737" y="629"/>
                </a:lnTo>
                <a:lnTo>
                  <a:pt x="6737" y="628"/>
                </a:lnTo>
                <a:lnTo>
                  <a:pt x="6736" y="626"/>
                </a:lnTo>
                <a:lnTo>
                  <a:pt x="6736" y="625"/>
                </a:lnTo>
                <a:lnTo>
                  <a:pt x="6737" y="625"/>
                </a:lnTo>
                <a:lnTo>
                  <a:pt x="6736" y="624"/>
                </a:lnTo>
                <a:lnTo>
                  <a:pt x="6736" y="623"/>
                </a:lnTo>
                <a:lnTo>
                  <a:pt x="6735" y="623"/>
                </a:lnTo>
                <a:lnTo>
                  <a:pt x="6734" y="622"/>
                </a:lnTo>
                <a:lnTo>
                  <a:pt x="6733" y="621"/>
                </a:lnTo>
                <a:lnTo>
                  <a:pt x="6733" y="619"/>
                </a:lnTo>
                <a:lnTo>
                  <a:pt x="6733" y="618"/>
                </a:lnTo>
                <a:lnTo>
                  <a:pt x="6733" y="617"/>
                </a:lnTo>
                <a:lnTo>
                  <a:pt x="6734" y="617"/>
                </a:lnTo>
                <a:lnTo>
                  <a:pt x="6734" y="616"/>
                </a:lnTo>
                <a:lnTo>
                  <a:pt x="6733" y="615"/>
                </a:lnTo>
                <a:lnTo>
                  <a:pt x="6732" y="615"/>
                </a:lnTo>
                <a:lnTo>
                  <a:pt x="6732" y="614"/>
                </a:lnTo>
                <a:lnTo>
                  <a:pt x="6731" y="614"/>
                </a:lnTo>
                <a:lnTo>
                  <a:pt x="6731" y="613"/>
                </a:lnTo>
                <a:lnTo>
                  <a:pt x="6731" y="612"/>
                </a:lnTo>
                <a:lnTo>
                  <a:pt x="6732" y="612"/>
                </a:lnTo>
                <a:lnTo>
                  <a:pt x="6732" y="611"/>
                </a:lnTo>
                <a:lnTo>
                  <a:pt x="6733" y="611"/>
                </a:lnTo>
                <a:lnTo>
                  <a:pt x="6734" y="609"/>
                </a:lnTo>
                <a:lnTo>
                  <a:pt x="6734" y="608"/>
                </a:lnTo>
                <a:lnTo>
                  <a:pt x="6735" y="607"/>
                </a:lnTo>
                <a:lnTo>
                  <a:pt x="6735" y="606"/>
                </a:lnTo>
                <a:lnTo>
                  <a:pt x="6736" y="605"/>
                </a:lnTo>
                <a:lnTo>
                  <a:pt x="6736" y="604"/>
                </a:lnTo>
                <a:lnTo>
                  <a:pt x="6737" y="604"/>
                </a:lnTo>
                <a:lnTo>
                  <a:pt x="6737" y="603"/>
                </a:lnTo>
                <a:lnTo>
                  <a:pt x="6738" y="603"/>
                </a:lnTo>
                <a:lnTo>
                  <a:pt x="6738" y="602"/>
                </a:lnTo>
                <a:lnTo>
                  <a:pt x="6739" y="602"/>
                </a:lnTo>
                <a:lnTo>
                  <a:pt x="6739" y="601"/>
                </a:lnTo>
                <a:lnTo>
                  <a:pt x="6739" y="600"/>
                </a:lnTo>
                <a:lnTo>
                  <a:pt x="6740" y="600"/>
                </a:lnTo>
                <a:lnTo>
                  <a:pt x="6740" y="599"/>
                </a:lnTo>
                <a:lnTo>
                  <a:pt x="6740" y="597"/>
                </a:lnTo>
                <a:lnTo>
                  <a:pt x="6741" y="597"/>
                </a:lnTo>
                <a:lnTo>
                  <a:pt x="6741" y="596"/>
                </a:lnTo>
                <a:lnTo>
                  <a:pt x="6741" y="594"/>
                </a:lnTo>
                <a:lnTo>
                  <a:pt x="6741" y="593"/>
                </a:lnTo>
                <a:lnTo>
                  <a:pt x="6742" y="593"/>
                </a:lnTo>
                <a:lnTo>
                  <a:pt x="6742" y="591"/>
                </a:lnTo>
                <a:lnTo>
                  <a:pt x="6741" y="591"/>
                </a:lnTo>
                <a:lnTo>
                  <a:pt x="6742" y="590"/>
                </a:lnTo>
                <a:lnTo>
                  <a:pt x="6742" y="589"/>
                </a:lnTo>
                <a:lnTo>
                  <a:pt x="6743" y="588"/>
                </a:lnTo>
                <a:lnTo>
                  <a:pt x="6744" y="588"/>
                </a:lnTo>
                <a:lnTo>
                  <a:pt x="6745" y="587"/>
                </a:lnTo>
                <a:lnTo>
                  <a:pt x="6746" y="587"/>
                </a:lnTo>
                <a:lnTo>
                  <a:pt x="6746" y="586"/>
                </a:lnTo>
                <a:lnTo>
                  <a:pt x="6746" y="585"/>
                </a:lnTo>
                <a:lnTo>
                  <a:pt x="6745" y="585"/>
                </a:lnTo>
                <a:lnTo>
                  <a:pt x="6745" y="584"/>
                </a:lnTo>
                <a:lnTo>
                  <a:pt x="6746" y="584"/>
                </a:lnTo>
                <a:lnTo>
                  <a:pt x="6746" y="583"/>
                </a:lnTo>
                <a:lnTo>
                  <a:pt x="6747" y="583"/>
                </a:lnTo>
                <a:lnTo>
                  <a:pt x="6748" y="583"/>
                </a:lnTo>
                <a:lnTo>
                  <a:pt x="6749" y="582"/>
                </a:lnTo>
                <a:lnTo>
                  <a:pt x="6750" y="582"/>
                </a:lnTo>
                <a:lnTo>
                  <a:pt x="6751" y="582"/>
                </a:lnTo>
                <a:lnTo>
                  <a:pt x="6752" y="581"/>
                </a:lnTo>
                <a:lnTo>
                  <a:pt x="6752" y="580"/>
                </a:lnTo>
                <a:lnTo>
                  <a:pt x="6753" y="580"/>
                </a:lnTo>
                <a:lnTo>
                  <a:pt x="6753" y="579"/>
                </a:lnTo>
                <a:lnTo>
                  <a:pt x="6753" y="578"/>
                </a:lnTo>
                <a:lnTo>
                  <a:pt x="6752" y="578"/>
                </a:lnTo>
                <a:lnTo>
                  <a:pt x="6752" y="577"/>
                </a:lnTo>
                <a:lnTo>
                  <a:pt x="6753" y="577"/>
                </a:lnTo>
                <a:lnTo>
                  <a:pt x="6754" y="577"/>
                </a:lnTo>
                <a:lnTo>
                  <a:pt x="6754" y="576"/>
                </a:lnTo>
                <a:lnTo>
                  <a:pt x="6755" y="575"/>
                </a:lnTo>
                <a:lnTo>
                  <a:pt x="6755" y="574"/>
                </a:lnTo>
                <a:lnTo>
                  <a:pt x="6756" y="574"/>
                </a:lnTo>
                <a:lnTo>
                  <a:pt x="6757" y="574"/>
                </a:lnTo>
                <a:lnTo>
                  <a:pt x="6757" y="572"/>
                </a:lnTo>
                <a:lnTo>
                  <a:pt x="6757" y="571"/>
                </a:lnTo>
                <a:lnTo>
                  <a:pt x="6757" y="570"/>
                </a:lnTo>
                <a:lnTo>
                  <a:pt x="6756" y="570"/>
                </a:lnTo>
                <a:lnTo>
                  <a:pt x="6755" y="570"/>
                </a:lnTo>
                <a:lnTo>
                  <a:pt x="6755" y="569"/>
                </a:lnTo>
                <a:lnTo>
                  <a:pt x="6756" y="568"/>
                </a:lnTo>
                <a:lnTo>
                  <a:pt x="6757" y="569"/>
                </a:lnTo>
                <a:lnTo>
                  <a:pt x="6758" y="569"/>
                </a:lnTo>
                <a:lnTo>
                  <a:pt x="6758" y="568"/>
                </a:lnTo>
                <a:lnTo>
                  <a:pt x="6759" y="568"/>
                </a:lnTo>
                <a:lnTo>
                  <a:pt x="6759" y="567"/>
                </a:lnTo>
                <a:lnTo>
                  <a:pt x="6758" y="567"/>
                </a:lnTo>
                <a:lnTo>
                  <a:pt x="6758" y="566"/>
                </a:lnTo>
                <a:lnTo>
                  <a:pt x="6758" y="565"/>
                </a:lnTo>
                <a:lnTo>
                  <a:pt x="6759" y="565"/>
                </a:lnTo>
                <a:lnTo>
                  <a:pt x="6760" y="565"/>
                </a:lnTo>
                <a:lnTo>
                  <a:pt x="6761" y="565"/>
                </a:lnTo>
                <a:lnTo>
                  <a:pt x="6761" y="564"/>
                </a:lnTo>
                <a:lnTo>
                  <a:pt x="6761" y="563"/>
                </a:lnTo>
                <a:lnTo>
                  <a:pt x="6760" y="563"/>
                </a:lnTo>
                <a:lnTo>
                  <a:pt x="6760" y="562"/>
                </a:lnTo>
                <a:lnTo>
                  <a:pt x="6759" y="561"/>
                </a:lnTo>
                <a:lnTo>
                  <a:pt x="6758" y="560"/>
                </a:lnTo>
                <a:lnTo>
                  <a:pt x="6759" y="559"/>
                </a:lnTo>
                <a:lnTo>
                  <a:pt x="6759" y="558"/>
                </a:lnTo>
                <a:lnTo>
                  <a:pt x="6760" y="558"/>
                </a:lnTo>
                <a:lnTo>
                  <a:pt x="6761" y="558"/>
                </a:lnTo>
                <a:lnTo>
                  <a:pt x="6761" y="556"/>
                </a:lnTo>
                <a:lnTo>
                  <a:pt x="6761" y="555"/>
                </a:lnTo>
                <a:lnTo>
                  <a:pt x="6761" y="554"/>
                </a:lnTo>
                <a:lnTo>
                  <a:pt x="6761" y="553"/>
                </a:lnTo>
                <a:lnTo>
                  <a:pt x="6761" y="552"/>
                </a:lnTo>
                <a:lnTo>
                  <a:pt x="6761" y="551"/>
                </a:lnTo>
                <a:lnTo>
                  <a:pt x="6760" y="551"/>
                </a:lnTo>
                <a:lnTo>
                  <a:pt x="6759" y="551"/>
                </a:lnTo>
                <a:lnTo>
                  <a:pt x="6758" y="551"/>
                </a:lnTo>
                <a:lnTo>
                  <a:pt x="6758" y="550"/>
                </a:lnTo>
                <a:lnTo>
                  <a:pt x="6759" y="550"/>
                </a:lnTo>
                <a:lnTo>
                  <a:pt x="6759" y="549"/>
                </a:lnTo>
                <a:lnTo>
                  <a:pt x="6759" y="550"/>
                </a:lnTo>
                <a:lnTo>
                  <a:pt x="6760" y="550"/>
                </a:lnTo>
                <a:lnTo>
                  <a:pt x="6761" y="550"/>
                </a:lnTo>
                <a:lnTo>
                  <a:pt x="6761" y="549"/>
                </a:lnTo>
                <a:lnTo>
                  <a:pt x="6762" y="549"/>
                </a:lnTo>
                <a:lnTo>
                  <a:pt x="6761" y="549"/>
                </a:lnTo>
                <a:lnTo>
                  <a:pt x="6761" y="548"/>
                </a:lnTo>
                <a:lnTo>
                  <a:pt x="6761" y="547"/>
                </a:lnTo>
                <a:lnTo>
                  <a:pt x="6760" y="547"/>
                </a:lnTo>
                <a:lnTo>
                  <a:pt x="6759" y="546"/>
                </a:lnTo>
                <a:lnTo>
                  <a:pt x="6759" y="545"/>
                </a:lnTo>
                <a:lnTo>
                  <a:pt x="6758" y="544"/>
                </a:lnTo>
                <a:lnTo>
                  <a:pt x="6758" y="543"/>
                </a:lnTo>
                <a:lnTo>
                  <a:pt x="6758" y="542"/>
                </a:lnTo>
                <a:lnTo>
                  <a:pt x="6757" y="541"/>
                </a:lnTo>
                <a:lnTo>
                  <a:pt x="6757" y="540"/>
                </a:lnTo>
                <a:lnTo>
                  <a:pt x="6757" y="539"/>
                </a:lnTo>
                <a:lnTo>
                  <a:pt x="6758" y="539"/>
                </a:lnTo>
                <a:lnTo>
                  <a:pt x="6758" y="538"/>
                </a:lnTo>
                <a:lnTo>
                  <a:pt x="6759" y="538"/>
                </a:lnTo>
                <a:lnTo>
                  <a:pt x="6760" y="538"/>
                </a:lnTo>
                <a:lnTo>
                  <a:pt x="6761" y="538"/>
                </a:lnTo>
                <a:lnTo>
                  <a:pt x="6762" y="538"/>
                </a:lnTo>
                <a:lnTo>
                  <a:pt x="6762" y="539"/>
                </a:lnTo>
                <a:lnTo>
                  <a:pt x="6763" y="539"/>
                </a:lnTo>
                <a:lnTo>
                  <a:pt x="6764" y="539"/>
                </a:lnTo>
                <a:lnTo>
                  <a:pt x="6765" y="539"/>
                </a:lnTo>
                <a:lnTo>
                  <a:pt x="6765" y="538"/>
                </a:lnTo>
                <a:lnTo>
                  <a:pt x="6765" y="537"/>
                </a:lnTo>
                <a:lnTo>
                  <a:pt x="6764" y="537"/>
                </a:lnTo>
                <a:lnTo>
                  <a:pt x="6763" y="536"/>
                </a:lnTo>
                <a:lnTo>
                  <a:pt x="6762" y="535"/>
                </a:lnTo>
                <a:lnTo>
                  <a:pt x="6761" y="535"/>
                </a:lnTo>
                <a:lnTo>
                  <a:pt x="6761" y="534"/>
                </a:lnTo>
                <a:lnTo>
                  <a:pt x="6760" y="534"/>
                </a:lnTo>
                <a:lnTo>
                  <a:pt x="6760" y="533"/>
                </a:lnTo>
                <a:lnTo>
                  <a:pt x="6761" y="532"/>
                </a:lnTo>
                <a:lnTo>
                  <a:pt x="6762" y="531"/>
                </a:lnTo>
                <a:lnTo>
                  <a:pt x="6763" y="531"/>
                </a:lnTo>
                <a:lnTo>
                  <a:pt x="6763" y="530"/>
                </a:lnTo>
                <a:lnTo>
                  <a:pt x="6764" y="530"/>
                </a:lnTo>
                <a:lnTo>
                  <a:pt x="6764" y="529"/>
                </a:lnTo>
                <a:lnTo>
                  <a:pt x="6763" y="529"/>
                </a:lnTo>
                <a:lnTo>
                  <a:pt x="6763" y="528"/>
                </a:lnTo>
                <a:lnTo>
                  <a:pt x="6762" y="528"/>
                </a:lnTo>
                <a:lnTo>
                  <a:pt x="6762" y="527"/>
                </a:lnTo>
                <a:lnTo>
                  <a:pt x="6761" y="527"/>
                </a:lnTo>
                <a:lnTo>
                  <a:pt x="6761" y="526"/>
                </a:lnTo>
                <a:lnTo>
                  <a:pt x="6761" y="525"/>
                </a:lnTo>
                <a:lnTo>
                  <a:pt x="6762" y="524"/>
                </a:lnTo>
                <a:lnTo>
                  <a:pt x="6763" y="524"/>
                </a:lnTo>
                <a:lnTo>
                  <a:pt x="6764" y="523"/>
                </a:lnTo>
                <a:lnTo>
                  <a:pt x="6765" y="523"/>
                </a:lnTo>
                <a:lnTo>
                  <a:pt x="6766" y="522"/>
                </a:lnTo>
                <a:lnTo>
                  <a:pt x="6767" y="522"/>
                </a:lnTo>
                <a:lnTo>
                  <a:pt x="6768" y="522"/>
                </a:lnTo>
                <a:lnTo>
                  <a:pt x="6769" y="522"/>
                </a:lnTo>
                <a:lnTo>
                  <a:pt x="6770" y="522"/>
                </a:lnTo>
                <a:lnTo>
                  <a:pt x="6770" y="521"/>
                </a:lnTo>
                <a:lnTo>
                  <a:pt x="6770" y="520"/>
                </a:lnTo>
                <a:lnTo>
                  <a:pt x="6770" y="519"/>
                </a:lnTo>
                <a:lnTo>
                  <a:pt x="6770" y="518"/>
                </a:lnTo>
                <a:lnTo>
                  <a:pt x="6770" y="517"/>
                </a:lnTo>
                <a:lnTo>
                  <a:pt x="6769" y="516"/>
                </a:lnTo>
                <a:lnTo>
                  <a:pt x="6769" y="515"/>
                </a:lnTo>
                <a:lnTo>
                  <a:pt x="6769" y="514"/>
                </a:lnTo>
                <a:lnTo>
                  <a:pt x="6769" y="513"/>
                </a:lnTo>
                <a:lnTo>
                  <a:pt x="6770" y="512"/>
                </a:lnTo>
                <a:lnTo>
                  <a:pt x="6771" y="511"/>
                </a:lnTo>
                <a:lnTo>
                  <a:pt x="6772" y="511"/>
                </a:lnTo>
                <a:lnTo>
                  <a:pt x="6773" y="511"/>
                </a:lnTo>
                <a:lnTo>
                  <a:pt x="6774" y="511"/>
                </a:lnTo>
                <a:lnTo>
                  <a:pt x="6774" y="510"/>
                </a:lnTo>
                <a:lnTo>
                  <a:pt x="6775" y="510"/>
                </a:lnTo>
                <a:lnTo>
                  <a:pt x="6776" y="509"/>
                </a:lnTo>
                <a:lnTo>
                  <a:pt x="6776" y="508"/>
                </a:lnTo>
                <a:lnTo>
                  <a:pt x="6776" y="507"/>
                </a:lnTo>
                <a:lnTo>
                  <a:pt x="6776" y="506"/>
                </a:lnTo>
                <a:lnTo>
                  <a:pt x="6775" y="506"/>
                </a:lnTo>
                <a:lnTo>
                  <a:pt x="6773" y="506"/>
                </a:lnTo>
                <a:lnTo>
                  <a:pt x="6772" y="506"/>
                </a:lnTo>
                <a:lnTo>
                  <a:pt x="6772" y="505"/>
                </a:lnTo>
                <a:lnTo>
                  <a:pt x="6771" y="505"/>
                </a:lnTo>
                <a:lnTo>
                  <a:pt x="6771" y="504"/>
                </a:lnTo>
                <a:lnTo>
                  <a:pt x="6771" y="503"/>
                </a:lnTo>
                <a:lnTo>
                  <a:pt x="6771" y="502"/>
                </a:lnTo>
                <a:lnTo>
                  <a:pt x="6772" y="501"/>
                </a:lnTo>
                <a:lnTo>
                  <a:pt x="6773" y="501"/>
                </a:lnTo>
                <a:lnTo>
                  <a:pt x="6774" y="501"/>
                </a:lnTo>
                <a:lnTo>
                  <a:pt x="6774" y="500"/>
                </a:lnTo>
                <a:lnTo>
                  <a:pt x="6775" y="500"/>
                </a:lnTo>
                <a:lnTo>
                  <a:pt x="6775" y="501"/>
                </a:lnTo>
                <a:lnTo>
                  <a:pt x="6776" y="500"/>
                </a:lnTo>
                <a:lnTo>
                  <a:pt x="6777" y="500"/>
                </a:lnTo>
                <a:lnTo>
                  <a:pt x="6778" y="500"/>
                </a:lnTo>
                <a:lnTo>
                  <a:pt x="6778" y="499"/>
                </a:lnTo>
                <a:lnTo>
                  <a:pt x="6778" y="498"/>
                </a:lnTo>
                <a:lnTo>
                  <a:pt x="6779" y="498"/>
                </a:lnTo>
                <a:lnTo>
                  <a:pt x="6779" y="497"/>
                </a:lnTo>
                <a:lnTo>
                  <a:pt x="6778" y="497"/>
                </a:lnTo>
                <a:lnTo>
                  <a:pt x="6778" y="496"/>
                </a:lnTo>
                <a:lnTo>
                  <a:pt x="6778" y="495"/>
                </a:lnTo>
                <a:lnTo>
                  <a:pt x="6778" y="494"/>
                </a:lnTo>
                <a:lnTo>
                  <a:pt x="6778" y="493"/>
                </a:lnTo>
                <a:lnTo>
                  <a:pt x="6778" y="492"/>
                </a:lnTo>
                <a:lnTo>
                  <a:pt x="6778" y="491"/>
                </a:lnTo>
                <a:lnTo>
                  <a:pt x="6778" y="490"/>
                </a:lnTo>
                <a:lnTo>
                  <a:pt x="6779" y="490"/>
                </a:lnTo>
                <a:lnTo>
                  <a:pt x="6780" y="490"/>
                </a:lnTo>
                <a:lnTo>
                  <a:pt x="6780" y="489"/>
                </a:lnTo>
                <a:lnTo>
                  <a:pt x="6781" y="489"/>
                </a:lnTo>
                <a:lnTo>
                  <a:pt x="6781" y="488"/>
                </a:lnTo>
                <a:lnTo>
                  <a:pt x="6781" y="487"/>
                </a:lnTo>
                <a:lnTo>
                  <a:pt x="6780" y="487"/>
                </a:lnTo>
                <a:lnTo>
                  <a:pt x="6780" y="486"/>
                </a:lnTo>
                <a:lnTo>
                  <a:pt x="6780" y="485"/>
                </a:lnTo>
                <a:lnTo>
                  <a:pt x="6779" y="485"/>
                </a:lnTo>
                <a:lnTo>
                  <a:pt x="6779" y="484"/>
                </a:lnTo>
                <a:lnTo>
                  <a:pt x="6778" y="484"/>
                </a:lnTo>
                <a:lnTo>
                  <a:pt x="6778" y="483"/>
                </a:lnTo>
                <a:lnTo>
                  <a:pt x="6777" y="483"/>
                </a:lnTo>
                <a:lnTo>
                  <a:pt x="6777" y="482"/>
                </a:lnTo>
                <a:lnTo>
                  <a:pt x="6778" y="481"/>
                </a:lnTo>
                <a:lnTo>
                  <a:pt x="6778" y="480"/>
                </a:lnTo>
                <a:lnTo>
                  <a:pt x="6778" y="479"/>
                </a:lnTo>
                <a:lnTo>
                  <a:pt x="6777" y="479"/>
                </a:lnTo>
                <a:lnTo>
                  <a:pt x="6777" y="478"/>
                </a:lnTo>
                <a:lnTo>
                  <a:pt x="6778" y="478"/>
                </a:lnTo>
                <a:lnTo>
                  <a:pt x="6778" y="477"/>
                </a:lnTo>
                <a:lnTo>
                  <a:pt x="6779" y="477"/>
                </a:lnTo>
                <a:lnTo>
                  <a:pt x="6779" y="476"/>
                </a:lnTo>
                <a:lnTo>
                  <a:pt x="6780" y="476"/>
                </a:lnTo>
                <a:lnTo>
                  <a:pt x="6780" y="475"/>
                </a:lnTo>
                <a:lnTo>
                  <a:pt x="6781" y="475"/>
                </a:lnTo>
                <a:lnTo>
                  <a:pt x="6781" y="474"/>
                </a:lnTo>
                <a:lnTo>
                  <a:pt x="6781" y="473"/>
                </a:lnTo>
                <a:lnTo>
                  <a:pt x="6782" y="473"/>
                </a:lnTo>
                <a:lnTo>
                  <a:pt x="6782" y="472"/>
                </a:lnTo>
                <a:lnTo>
                  <a:pt x="6782" y="470"/>
                </a:lnTo>
                <a:lnTo>
                  <a:pt x="6782" y="469"/>
                </a:lnTo>
                <a:lnTo>
                  <a:pt x="6783" y="469"/>
                </a:lnTo>
                <a:lnTo>
                  <a:pt x="6784" y="468"/>
                </a:lnTo>
                <a:lnTo>
                  <a:pt x="6784" y="467"/>
                </a:lnTo>
                <a:lnTo>
                  <a:pt x="6784" y="466"/>
                </a:lnTo>
                <a:lnTo>
                  <a:pt x="6784" y="465"/>
                </a:lnTo>
                <a:lnTo>
                  <a:pt x="6783" y="465"/>
                </a:lnTo>
                <a:lnTo>
                  <a:pt x="6784" y="465"/>
                </a:lnTo>
                <a:lnTo>
                  <a:pt x="6783" y="464"/>
                </a:lnTo>
                <a:lnTo>
                  <a:pt x="6783" y="463"/>
                </a:lnTo>
                <a:lnTo>
                  <a:pt x="6782" y="463"/>
                </a:lnTo>
                <a:lnTo>
                  <a:pt x="6781" y="462"/>
                </a:lnTo>
                <a:lnTo>
                  <a:pt x="6781" y="461"/>
                </a:lnTo>
                <a:lnTo>
                  <a:pt x="6781" y="460"/>
                </a:lnTo>
                <a:lnTo>
                  <a:pt x="6782" y="460"/>
                </a:lnTo>
                <a:lnTo>
                  <a:pt x="6782" y="459"/>
                </a:lnTo>
                <a:lnTo>
                  <a:pt x="6782" y="458"/>
                </a:lnTo>
                <a:lnTo>
                  <a:pt x="6782" y="457"/>
                </a:lnTo>
                <a:lnTo>
                  <a:pt x="6782" y="456"/>
                </a:lnTo>
                <a:lnTo>
                  <a:pt x="6782" y="455"/>
                </a:lnTo>
                <a:lnTo>
                  <a:pt x="6783" y="455"/>
                </a:lnTo>
                <a:lnTo>
                  <a:pt x="6783" y="454"/>
                </a:lnTo>
                <a:lnTo>
                  <a:pt x="6783" y="453"/>
                </a:lnTo>
                <a:lnTo>
                  <a:pt x="6782" y="452"/>
                </a:lnTo>
                <a:lnTo>
                  <a:pt x="6783" y="452"/>
                </a:lnTo>
                <a:lnTo>
                  <a:pt x="6783" y="451"/>
                </a:lnTo>
                <a:lnTo>
                  <a:pt x="6783" y="450"/>
                </a:lnTo>
                <a:lnTo>
                  <a:pt x="6784" y="450"/>
                </a:lnTo>
                <a:lnTo>
                  <a:pt x="6785" y="449"/>
                </a:lnTo>
                <a:lnTo>
                  <a:pt x="6786" y="449"/>
                </a:lnTo>
                <a:lnTo>
                  <a:pt x="6787" y="448"/>
                </a:lnTo>
                <a:lnTo>
                  <a:pt x="6788" y="448"/>
                </a:lnTo>
                <a:lnTo>
                  <a:pt x="6788" y="447"/>
                </a:lnTo>
                <a:lnTo>
                  <a:pt x="6788" y="446"/>
                </a:lnTo>
                <a:lnTo>
                  <a:pt x="6787" y="446"/>
                </a:lnTo>
                <a:lnTo>
                  <a:pt x="6787" y="445"/>
                </a:lnTo>
                <a:lnTo>
                  <a:pt x="6786" y="445"/>
                </a:lnTo>
                <a:lnTo>
                  <a:pt x="6786" y="444"/>
                </a:lnTo>
                <a:lnTo>
                  <a:pt x="6786" y="443"/>
                </a:lnTo>
                <a:lnTo>
                  <a:pt x="6785" y="443"/>
                </a:lnTo>
                <a:lnTo>
                  <a:pt x="6785" y="442"/>
                </a:lnTo>
                <a:lnTo>
                  <a:pt x="6785" y="441"/>
                </a:lnTo>
                <a:lnTo>
                  <a:pt x="6786" y="441"/>
                </a:lnTo>
                <a:lnTo>
                  <a:pt x="6787" y="441"/>
                </a:lnTo>
                <a:lnTo>
                  <a:pt x="6787" y="442"/>
                </a:lnTo>
                <a:lnTo>
                  <a:pt x="6788" y="442"/>
                </a:lnTo>
                <a:lnTo>
                  <a:pt x="6789" y="442"/>
                </a:lnTo>
                <a:lnTo>
                  <a:pt x="6790" y="442"/>
                </a:lnTo>
                <a:lnTo>
                  <a:pt x="6791" y="442"/>
                </a:lnTo>
                <a:lnTo>
                  <a:pt x="6792" y="442"/>
                </a:lnTo>
                <a:lnTo>
                  <a:pt x="6793" y="442"/>
                </a:lnTo>
                <a:lnTo>
                  <a:pt x="6793" y="441"/>
                </a:lnTo>
                <a:lnTo>
                  <a:pt x="6794" y="441"/>
                </a:lnTo>
                <a:lnTo>
                  <a:pt x="6795" y="441"/>
                </a:lnTo>
                <a:lnTo>
                  <a:pt x="6796" y="440"/>
                </a:lnTo>
                <a:lnTo>
                  <a:pt x="6797" y="439"/>
                </a:lnTo>
                <a:lnTo>
                  <a:pt x="6797" y="438"/>
                </a:lnTo>
                <a:lnTo>
                  <a:pt x="6798" y="438"/>
                </a:lnTo>
                <a:lnTo>
                  <a:pt x="6798" y="437"/>
                </a:lnTo>
                <a:lnTo>
                  <a:pt x="6799" y="436"/>
                </a:lnTo>
                <a:lnTo>
                  <a:pt x="6799" y="435"/>
                </a:lnTo>
                <a:lnTo>
                  <a:pt x="6800" y="435"/>
                </a:lnTo>
                <a:lnTo>
                  <a:pt x="6800" y="434"/>
                </a:lnTo>
                <a:lnTo>
                  <a:pt x="6800" y="433"/>
                </a:lnTo>
                <a:lnTo>
                  <a:pt x="6801" y="433"/>
                </a:lnTo>
                <a:lnTo>
                  <a:pt x="6801" y="432"/>
                </a:lnTo>
                <a:lnTo>
                  <a:pt x="6802" y="432"/>
                </a:lnTo>
                <a:lnTo>
                  <a:pt x="6802" y="430"/>
                </a:lnTo>
                <a:lnTo>
                  <a:pt x="6803" y="430"/>
                </a:lnTo>
                <a:lnTo>
                  <a:pt x="6803" y="429"/>
                </a:lnTo>
                <a:lnTo>
                  <a:pt x="6804" y="429"/>
                </a:lnTo>
                <a:lnTo>
                  <a:pt x="6805" y="429"/>
                </a:lnTo>
                <a:lnTo>
                  <a:pt x="6805" y="428"/>
                </a:lnTo>
                <a:lnTo>
                  <a:pt x="6806" y="428"/>
                </a:lnTo>
                <a:lnTo>
                  <a:pt x="6806" y="427"/>
                </a:lnTo>
                <a:lnTo>
                  <a:pt x="6806" y="425"/>
                </a:lnTo>
                <a:lnTo>
                  <a:pt x="6806" y="424"/>
                </a:lnTo>
                <a:lnTo>
                  <a:pt x="6807" y="424"/>
                </a:lnTo>
                <a:lnTo>
                  <a:pt x="6808" y="424"/>
                </a:lnTo>
                <a:lnTo>
                  <a:pt x="6809" y="424"/>
                </a:lnTo>
                <a:lnTo>
                  <a:pt x="6809" y="423"/>
                </a:lnTo>
                <a:lnTo>
                  <a:pt x="6809" y="422"/>
                </a:lnTo>
                <a:lnTo>
                  <a:pt x="6810" y="421"/>
                </a:lnTo>
                <a:lnTo>
                  <a:pt x="6810" y="419"/>
                </a:lnTo>
                <a:lnTo>
                  <a:pt x="6811" y="419"/>
                </a:lnTo>
                <a:lnTo>
                  <a:pt x="6811" y="418"/>
                </a:lnTo>
                <a:lnTo>
                  <a:pt x="6811" y="417"/>
                </a:lnTo>
                <a:lnTo>
                  <a:pt x="6811" y="416"/>
                </a:lnTo>
                <a:lnTo>
                  <a:pt x="6812" y="416"/>
                </a:lnTo>
                <a:lnTo>
                  <a:pt x="6813" y="416"/>
                </a:lnTo>
                <a:lnTo>
                  <a:pt x="6814" y="416"/>
                </a:lnTo>
                <a:lnTo>
                  <a:pt x="6814" y="415"/>
                </a:lnTo>
                <a:lnTo>
                  <a:pt x="6815" y="415"/>
                </a:lnTo>
                <a:lnTo>
                  <a:pt x="6816" y="415"/>
                </a:lnTo>
                <a:lnTo>
                  <a:pt x="6817" y="415"/>
                </a:lnTo>
                <a:lnTo>
                  <a:pt x="6817" y="414"/>
                </a:lnTo>
                <a:lnTo>
                  <a:pt x="6817" y="413"/>
                </a:lnTo>
                <a:lnTo>
                  <a:pt x="6817" y="412"/>
                </a:lnTo>
                <a:lnTo>
                  <a:pt x="6818" y="412"/>
                </a:lnTo>
                <a:lnTo>
                  <a:pt x="6818" y="411"/>
                </a:lnTo>
                <a:lnTo>
                  <a:pt x="6818" y="410"/>
                </a:lnTo>
                <a:lnTo>
                  <a:pt x="6819" y="410"/>
                </a:lnTo>
                <a:lnTo>
                  <a:pt x="6820" y="410"/>
                </a:lnTo>
                <a:lnTo>
                  <a:pt x="6821" y="410"/>
                </a:lnTo>
                <a:lnTo>
                  <a:pt x="6822" y="410"/>
                </a:lnTo>
                <a:lnTo>
                  <a:pt x="6822" y="409"/>
                </a:lnTo>
                <a:lnTo>
                  <a:pt x="6822" y="408"/>
                </a:lnTo>
                <a:lnTo>
                  <a:pt x="6821" y="408"/>
                </a:lnTo>
                <a:lnTo>
                  <a:pt x="6821" y="407"/>
                </a:lnTo>
                <a:lnTo>
                  <a:pt x="6820" y="407"/>
                </a:lnTo>
                <a:lnTo>
                  <a:pt x="6820" y="406"/>
                </a:lnTo>
                <a:lnTo>
                  <a:pt x="6820" y="405"/>
                </a:lnTo>
                <a:lnTo>
                  <a:pt x="6821" y="405"/>
                </a:lnTo>
                <a:lnTo>
                  <a:pt x="6822" y="405"/>
                </a:lnTo>
                <a:lnTo>
                  <a:pt x="6822" y="404"/>
                </a:lnTo>
                <a:lnTo>
                  <a:pt x="6823" y="404"/>
                </a:lnTo>
                <a:lnTo>
                  <a:pt x="6824" y="404"/>
                </a:lnTo>
                <a:lnTo>
                  <a:pt x="6825" y="404"/>
                </a:lnTo>
                <a:lnTo>
                  <a:pt x="6825" y="403"/>
                </a:lnTo>
                <a:lnTo>
                  <a:pt x="6826" y="403"/>
                </a:lnTo>
                <a:lnTo>
                  <a:pt x="6827" y="403"/>
                </a:lnTo>
                <a:lnTo>
                  <a:pt x="6827" y="402"/>
                </a:lnTo>
                <a:lnTo>
                  <a:pt x="6828" y="402"/>
                </a:lnTo>
                <a:lnTo>
                  <a:pt x="6828" y="401"/>
                </a:lnTo>
                <a:lnTo>
                  <a:pt x="6829" y="401"/>
                </a:lnTo>
                <a:lnTo>
                  <a:pt x="6829" y="400"/>
                </a:lnTo>
                <a:lnTo>
                  <a:pt x="6830" y="400"/>
                </a:lnTo>
                <a:lnTo>
                  <a:pt x="6830" y="399"/>
                </a:lnTo>
                <a:lnTo>
                  <a:pt x="6830" y="398"/>
                </a:lnTo>
                <a:lnTo>
                  <a:pt x="6830" y="397"/>
                </a:lnTo>
                <a:lnTo>
                  <a:pt x="6829" y="397"/>
                </a:lnTo>
                <a:lnTo>
                  <a:pt x="6829" y="396"/>
                </a:lnTo>
                <a:lnTo>
                  <a:pt x="6828" y="396"/>
                </a:lnTo>
                <a:lnTo>
                  <a:pt x="6828" y="395"/>
                </a:lnTo>
                <a:lnTo>
                  <a:pt x="6828" y="394"/>
                </a:lnTo>
                <a:lnTo>
                  <a:pt x="6829" y="394"/>
                </a:lnTo>
                <a:lnTo>
                  <a:pt x="6829" y="393"/>
                </a:lnTo>
                <a:lnTo>
                  <a:pt x="6830" y="393"/>
                </a:lnTo>
                <a:lnTo>
                  <a:pt x="6831" y="393"/>
                </a:lnTo>
                <a:lnTo>
                  <a:pt x="6833" y="393"/>
                </a:lnTo>
                <a:lnTo>
                  <a:pt x="6834" y="393"/>
                </a:lnTo>
                <a:lnTo>
                  <a:pt x="6834" y="394"/>
                </a:lnTo>
                <a:lnTo>
                  <a:pt x="6835" y="394"/>
                </a:lnTo>
                <a:lnTo>
                  <a:pt x="6836" y="394"/>
                </a:lnTo>
                <a:lnTo>
                  <a:pt x="6837" y="394"/>
                </a:lnTo>
                <a:lnTo>
                  <a:pt x="6837" y="393"/>
                </a:lnTo>
                <a:lnTo>
                  <a:pt x="6838" y="393"/>
                </a:lnTo>
                <a:lnTo>
                  <a:pt x="6838" y="392"/>
                </a:lnTo>
                <a:lnTo>
                  <a:pt x="6838" y="391"/>
                </a:lnTo>
                <a:lnTo>
                  <a:pt x="6838" y="390"/>
                </a:lnTo>
                <a:lnTo>
                  <a:pt x="6838" y="389"/>
                </a:lnTo>
                <a:lnTo>
                  <a:pt x="6837" y="389"/>
                </a:lnTo>
                <a:lnTo>
                  <a:pt x="6837" y="388"/>
                </a:lnTo>
                <a:lnTo>
                  <a:pt x="6838" y="387"/>
                </a:lnTo>
                <a:lnTo>
                  <a:pt x="6838" y="386"/>
                </a:lnTo>
                <a:lnTo>
                  <a:pt x="6839" y="386"/>
                </a:lnTo>
                <a:lnTo>
                  <a:pt x="6839" y="387"/>
                </a:lnTo>
                <a:lnTo>
                  <a:pt x="6840" y="387"/>
                </a:lnTo>
                <a:lnTo>
                  <a:pt x="6842" y="387"/>
                </a:lnTo>
                <a:lnTo>
                  <a:pt x="6842" y="386"/>
                </a:lnTo>
                <a:lnTo>
                  <a:pt x="6843" y="386"/>
                </a:lnTo>
                <a:lnTo>
                  <a:pt x="6844" y="385"/>
                </a:lnTo>
                <a:lnTo>
                  <a:pt x="6845" y="385"/>
                </a:lnTo>
                <a:lnTo>
                  <a:pt x="6845" y="384"/>
                </a:lnTo>
                <a:lnTo>
                  <a:pt x="6846" y="384"/>
                </a:lnTo>
                <a:lnTo>
                  <a:pt x="6847" y="384"/>
                </a:lnTo>
                <a:lnTo>
                  <a:pt x="6847" y="383"/>
                </a:lnTo>
                <a:lnTo>
                  <a:pt x="6848" y="383"/>
                </a:lnTo>
                <a:lnTo>
                  <a:pt x="6849" y="383"/>
                </a:lnTo>
                <a:lnTo>
                  <a:pt x="6850" y="382"/>
                </a:lnTo>
                <a:lnTo>
                  <a:pt x="6851" y="382"/>
                </a:lnTo>
                <a:lnTo>
                  <a:pt x="6851" y="381"/>
                </a:lnTo>
                <a:lnTo>
                  <a:pt x="6851" y="380"/>
                </a:lnTo>
                <a:lnTo>
                  <a:pt x="6851" y="378"/>
                </a:lnTo>
                <a:lnTo>
                  <a:pt x="6850" y="377"/>
                </a:lnTo>
                <a:lnTo>
                  <a:pt x="6850" y="376"/>
                </a:lnTo>
                <a:lnTo>
                  <a:pt x="6850" y="375"/>
                </a:lnTo>
                <a:lnTo>
                  <a:pt x="6851" y="375"/>
                </a:lnTo>
                <a:lnTo>
                  <a:pt x="6851" y="374"/>
                </a:lnTo>
                <a:lnTo>
                  <a:pt x="6851" y="373"/>
                </a:lnTo>
                <a:lnTo>
                  <a:pt x="6852" y="373"/>
                </a:lnTo>
                <a:lnTo>
                  <a:pt x="6853" y="372"/>
                </a:lnTo>
                <a:lnTo>
                  <a:pt x="6854" y="372"/>
                </a:lnTo>
                <a:lnTo>
                  <a:pt x="6854" y="371"/>
                </a:lnTo>
                <a:lnTo>
                  <a:pt x="6854" y="370"/>
                </a:lnTo>
                <a:lnTo>
                  <a:pt x="6855" y="370"/>
                </a:lnTo>
                <a:lnTo>
                  <a:pt x="6855" y="369"/>
                </a:lnTo>
                <a:lnTo>
                  <a:pt x="6855" y="368"/>
                </a:lnTo>
                <a:lnTo>
                  <a:pt x="6855" y="367"/>
                </a:lnTo>
                <a:lnTo>
                  <a:pt x="6856" y="366"/>
                </a:lnTo>
                <a:lnTo>
                  <a:pt x="6856" y="365"/>
                </a:lnTo>
                <a:lnTo>
                  <a:pt x="6856" y="363"/>
                </a:lnTo>
                <a:lnTo>
                  <a:pt x="6855" y="363"/>
                </a:lnTo>
                <a:lnTo>
                  <a:pt x="6854" y="362"/>
                </a:lnTo>
                <a:lnTo>
                  <a:pt x="6853" y="362"/>
                </a:lnTo>
                <a:lnTo>
                  <a:pt x="6852" y="362"/>
                </a:lnTo>
                <a:lnTo>
                  <a:pt x="6851" y="361"/>
                </a:lnTo>
                <a:lnTo>
                  <a:pt x="6851" y="360"/>
                </a:lnTo>
                <a:lnTo>
                  <a:pt x="6851" y="359"/>
                </a:lnTo>
                <a:lnTo>
                  <a:pt x="6851" y="357"/>
                </a:lnTo>
                <a:lnTo>
                  <a:pt x="6852" y="355"/>
                </a:lnTo>
                <a:lnTo>
                  <a:pt x="6853" y="354"/>
                </a:lnTo>
                <a:lnTo>
                  <a:pt x="6853" y="353"/>
                </a:lnTo>
                <a:lnTo>
                  <a:pt x="6853" y="352"/>
                </a:lnTo>
                <a:lnTo>
                  <a:pt x="6854" y="352"/>
                </a:lnTo>
                <a:lnTo>
                  <a:pt x="6855" y="350"/>
                </a:lnTo>
                <a:lnTo>
                  <a:pt x="6856" y="350"/>
                </a:lnTo>
                <a:lnTo>
                  <a:pt x="6857" y="350"/>
                </a:lnTo>
                <a:lnTo>
                  <a:pt x="6858" y="350"/>
                </a:lnTo>
                <a:lnTo>
                  <a:pt x="6858" y="349"/>
                </a:lnTo>
                <a:lnTo>
                  <a:pt x="6858" y="348"/>
                </a:lnTo>
                <a:lnTo>
                  <a:pt x="6857" y="348"/>
                </a:lnTo>
                <a:lnTo>
                  <a:pt x="6856" y="348"/>
                </a:lnTo>
                <a:lnTo>
                  <a:pt x="6856" y="347"/>
                </a:lnTo>
                <a:lnTo>
                  <a:pt x="6857" y="347"/>
                </a:lnTo>
                <a:lnTo>
                  <a:pt x="6857" y="346"/>
                </a:lnTo>
                <a:lnTo>
                  <a:pt x="6857" y="345"/>
                </a:lnTo>
                <a:lnTo>
                  <a:pt x="6858" y="345"/>
                </a:lnTo>
                <a:lnTo>
                  <a:pt x="6859" y="344"/>
                </a:lnTo>
                <a:lnTo>
                  <a:pt x="6859" y="343"/>
                </a:lnTo>
                <a:lnTo>
                  <a:pt x="6859" y="342"/>
                </a:lnTo>
                <a:lnTo>
                  <a:pt x="6859" y="341"/>
                </a:lnTo>
                <a:lnTo>
                  <a:pt x="6859" y="340"/>
                </a:lnTo>
                <a:lnTo>
                  <a:pt x="6858" y="340"/>
                </a:lnTo>
                <a:lnTo>
                  <a:pt x="6858" y="339"/>
                </a:lnTo>
                <a:lnTo>
                  <a:pt x="6857" y="339"/>
                </a:lnTo>
                <a:lnTo>
                  <a:pt x="6857" y="338"/>
                </a:lnTo>
                <a:lnTo>
                  <a:pt x="6857" y="337"/>
                </a:lnTo>
                <a:lnTo>
                  <a:pt x="6858" y="337"/>
                </a:lnTo>
                <a:lnTo>
                  <a:pt x="6859" y="335"/>
                </a:lnTo>
                <a:lnTo>
                  <a:pt x="6860" y="335"/>
                </a:lnTo>
                <a:lnTo>
                  <a:pt x="6860" y="334"/>
                </a:lnTo>
                <a:lnTo>
                  <a:pt x="6860" y="333"/>
                </a:lnTo>
                <a:lnTo>
                  <a:pt x="6860" y="332"/>
                </a:lnTo>
                <a:lnTo>
                  <a:pt x="6859" y="332"/>
                </a:lnTo>
                <a:lnTo>
                  <a:pt x="6859" y="331"/>
                </a:lnTo>
                <a:lnTo>
                  <a:pt x="6858" y="331"/>
                </a:lnTo>
                <a:lnTo>
                  <a:pt x="6857" y="330"/>
                </a:lnTo>
                <a:lnTo>
                  <a:pt x="6856" y="329"/>
                </a:lnTo>
                <a:lnTo>
                  <a:pt x="6856" y="328"/>
                </a:lnTo>
                <a:lnTo>
                  <a:pt x="6855" y="328"/>
                </a:lnTo>
                <a:lnTo>
                  <a:pt x="6855" y="327"/>
                </a:lnTo>
                <a:lnTo>
                  <a:pt x="6854" y="327"/>
                </a:lnTo>
                <a:lnTo>
                  <a:pt x="6853" y="325"/>
                </a:lnTo>
                <a:lnTo>
                  <a:pt x="6853" y="324"/>
                </a:lnTo>
                <a:lnTo>
                  <a:pt x="6853" y="323"/>
                </a:lnTo>
                <a:lnTo>
                  <a:pt x="6852" y="323"/>
                </a:lnTo>
                <a:lnTo>
                  <a:pt x="6852" y="322"/>
                </a:lnTo>
                <a:lnTo>
                  <a:pt x="6852" y="321"/>
                </a:lnTo>
                <a:lnTo>
                  <a:pt x="6853" y="320"/>
                </a:lnTo>
                <a:lnTo>
                  <a:pt x="6853" y="319"/>
                </a:lnTo>
                <a:lnTo>
                  <a:pt x="6853" y="318"/>
                </a:lnTo>
                <a:lnTo>
                  <a:pt x="6854" y="318"/>
                </a:lnTo>
                <a:lnTo>
                  <a:pt x="6854" y="317"/>
                </a:lnTo>
                <a:lnTo>
                  <a:pt x="6854" y="316"/>
                </a:lnTo>
                <a:lnTo>
                  <a:pt x="6853" y="315"/>
                </a:lnTo>
                <a:lnTo>
                  <a:pt x="6852" y="315"/>
                </a:lnTo>
                <a:lnTo>
                  <a:pt x="6852" y="314"/>
                </a:lnTo>
                <a:lnTo>
                  <a:pt x="6850" y="314"/>
                </a:lnTo>
                <a:lnTo>
                  <a:pt x="6850" y="315"/>
                </a:lnTo>
                <a:lnTo>
                  <a:pt x="6849" y="315"/>
                </a:lnTo>
                <a:lnTo>
                  <a:pt x="6848" y="315"/>
                </a:lnTo>
                <a:lnTo>
                  <a:pt x="6847" y="315"/>
                </a:lnTo>
                <a:lnTo>
                  <a:pt x="6847" y="314"/>
                </a:lnTo>
                <a:lnTo>
                  <a:pt x="6846" y="312"/>
                </a:lnTo>
                <a:lnTo>
                  <a:pt x="6846" y="311"/>
                </a:lnTo>
                <a:lnTo>
                  <a:pt x="6845" y="311"/>
                </a:lnTo>
                <a:lnTo>
                  <a:pt x="6845" y="310"/>
                </a:lnTo>
                <a:lnTo>
                  <a:pt x="6844" y="310"/>
                </a:lnTo>
                <a:lnTo>
                  <a:pt x="6843" y="309"/>
                </a:lnTo>
                <a:lnTo>
                  <a:pt x="6842" y="309"/>
                </a:lnTo>
                <a:lnTo>
                  <a:pt x="6841" y="309"/>
                </a:lnTo>
                <a:lnTo>
                  <a:pt x="6840" y="309"/>
                </a:lnTo>
                <a:lnTo>
                  <a:pt x="6839" y="309"/>
                </a:lnTo>
                <a:lnTo>
                  <a:pt x="6839" y="308"/>
                </a:lnTo>
                <a:lnTo>
                  <a:pt x="6838" y="308"/>
                </a:lnTo>
                <a:lnTo>
                  <a:pt x="6838" y="307"/>
                </a:lnTo>
                <a:lnTo>
                  <a:pt x="6836" y="306"/>
                </a:lnTo>
                <a:lnTo>
                  <a:pt x="6835" y="306"/>
                </a:lnTo>
                <a:lnTo>
                  <a:pt x="6835" y="304"/>
                </a:lnTo>
                <a:lnTo>
                  <a:pt x="6834" y="304"/>
                </a:lnTo>
                <a:lnTo>
                  <a:pt x="6834" y="302"/>
                </a:lnTo>
                <a:lnTo>
                  <a:pt x="6834" y="301"/>
                </a:lnTo>
                <a:lnTo>
                  <a:pt x="6834" y="300"/>
                </a:lnTo>
                <a:lnTo>
                  <a:pt x="6833" y="300"/>
                </a:lnTo>
                <a:lnTo>
                  <a:pt x="6833" y="299"/>
                </a:lnTo>
                <a:lnTo>
                  <a:pt x="6832" y="298"/>
                </a:lnTo>
                <a:lnTo>
                  <a:pt x="6833" y="297"/>
                </a:lnTo>
                <a:lnTo>
                  <a:pt x="6834" y="297"/>
                </a:lnTo>
                <a:lnTo>
                  <a:pt x="6835" y="297"/>
                </a:lnTo>
                <a:lnTo>
                  <a:pt x="6836" y="296"/>
                </a:lnTo>
                <a:lnTo>
                  <a:pt x="6836" y="295"/>
                </a:lnTo>
                <a:lnTo>
                  <a:pt x="6836" y="294"/>
                </a:lnTo>
                <a:lnTo>
                  <a:pt x="6836" y="293"/>
                </a:lnTo>
                <a:lnTo>
                  <a:pt x="6835" y="293"/>
                </a:lnTo>
                <a:lnTo>
                  <a:pt x="6835" y="292"/>
                </a:lnTo>
                <a:lnTo>
                  <a:pt x="6835" y="291"/>
                </a:lnTo>
                <a:lnTo>
                  <a:pt x="6836" y="289"/>
                </a:lnTo>
                <a:lnTo>
                  <a:pt x="6837" y="289"/>
                </a:lnTo>
                <a:lnTo>
                  <a:pt x="6837" y="288"/>
                </a:lnTo>
                <a:lnTo>
                  <a:pt x="6837" y="287"/>
                </a:lnTo>
                <a:lnTo>
                  <a:pt x="6837" y="286"/>
                </a:lnTo>
                <a:lnTo>
                  <a:pt x="6837" y="285"/>
                </a:lnTo>
                <a:lnTo>
                  <a:pt x="6838" y="285"/>
                </a:lnTo>
                <a:lnTo>
                  <a:pt x="6838" y="284"/>
                </a:lnTo>
                <a:lnTo>
                  <a:pt x="6839" y="283"/>
                </a:lnTo>
                <a:lnTo>
                  <a:pt x="6839" y="282"/>
                </a:lnTo>
                <a:lnTo>
                  <a:pt x="6839" y="280"/>
                </a:lnTo>
                <a:lnTo>
                  <a:pt x="6838" y="279"/>
                </a:lnTo>
                <a:lnTo>
                  <a:pt x="6838" y="278"/>
                </a:lnTo>
                <a:lnTo>
                  <a:pt x="6837" y="276"/>
                </a:lnTo>
                <a:lnTo>
                  <a:pt x="6837" y="275"/>
                </a:lnTo>
                <a:lnTo>
                  <a:pt x="6837" y="274"/>
                </a:lnTo>
                <a:lnTo>
                  <a:pt x="6837" y="273"/>
                </a:lnTo>
                <a:lnTo>
                  <a:pt x="6838" y="273"/>
                </a:lnTo>
                <a:lnTo>
                  <a:pt x="6838" y="272"/>
                </a:lnTo>
                <a:lnTo>
                  <a:pt x="6839" y="272"/>
                </a:lnTo>
                <a:lnTo>
                  <a:pt x="6839" y="271"/>
                </a:lnTo>
                <a:lnTo>
                  <a:pt x="6839" y="270"/>
                </a:lnTo>
                <a:lnTo>
                  <a:pt x="6839" y="269"/>
                </a:lnTo>
                <a:lnTo>
                  <a:pt x="6838" y="268"/>
                </a:lnTo>
                <a:lnTo>
                  <a:pt x="6837" y="268"/>
                </a:lnTo>
                <a:lnTo>
                  <a:pt x="6837" y="267"/>
                </a:lnTo>
                <a:lnTo>
                  <a:pt x="6836" y="267"/>
                </a:lnTo>
                <a:lnTo>
                  <a:pt x="6836" y="266"/>
                </a:lnTo>
                <a:lnTo>
                  <a:pt x="6836" y="265"/>
                </a:lnTo>
                <a:lnTo>
                  <a:pt x="6837" y="265"/>
                </a:lnTo>
                <a:lnTo>
                  <a:pt x="6837" y="264"/>
                </a:lnTo>
                <a:lnTo>
                  <a:pt x="6838" y="264"/>
                </a:lnTo>
                <a:lnTo>
                  <a:pt x="6839" y="264"/>
                </a:lnTo>
                <a:lnTo>
                  <a:pt x="6839" y="263"/>
                </a:lnTo>
                <a:lnTo>
                  <a:pt x="6840" y="263"/>
                </a:lnTo>
                <a:lnTo>
                  <a:pt x="6841" y="262"/>
                </a:lnTo>
                <a:lnTo>
                  <a:pt x="6841" y="261"/>
                </a:lnTo>
                <a:lnTo>
                  <a:pt x="6841" y="260"/>
                </a:lnTo>
                <a:lnTo>
                  <a:pt x="6841" y="259"/>
                </a:lnTo>
                <a:lnTo>
                  <a:pt x="6840" y="259"/>
                </a:lnTo>
                <a:lnTo>
                  <a:pt x="6840" y="258"/>
                </a:lnTo>
                <a:lnTo>
                  <a:pt x="6839" y="258"/>
                </a:lnTo>
                <a:lnTo>
                  <a:pt x="6838" y="258"/>
                </a:lnTo>
                <a:lnTo>
                  <a:pt x="6837" y="258"/>
                </a:lnTo>
                <a:lnTo>
                  <a:pt x="6836" y="259"/>
                </a:lnTo>
                <a:lnTo>
                  <a:pt x="6835" y="259"/>
                </a:lnTo>
                <a:lnTo>
                  <a:pt x="6834" y="259"/>
                </a:lnTo>
                <a:lnTo>
                  <a:pt x="6834" y="258"/>
                </a:lnTo>
                <a:lnTo>
                  <a:pt x="6833" y="257"/>
                </a:lnTo>
                <a:lnTo>
                  <a:pt x="6832" y="256"/>
                </a:lnTo>
                <a:lnTo>
                  <a:pt x="6831" y="256"/>
                </a:lnTo>
                <a:lnTo>
                  <a:pt x="6830" y="256"/>
                </a:lnTo>
                <a:lnTo>
                  <a:pt x="6829" y="256"/>
                </a:lnTo>
                <a:lnTo>
                  <a:pt x="6827" y="256"/>
                </a:lnTo>
                <a:lnTo>
                  <a:pt x="6826" y="256"/>
                </a:lnTo>
                <a:lnTo>
                  <a:pt x="6825" y="255"/>
                </a:lnTo>
                <a:lnTo>
                  <a:pt x="6824" y="254"/>
                </a:lnTo>
                <a:lnTo>
                  <a:pt x="6824" y="253"/>
                </a:lnTo>
                <a:lnTo>
                  <a:pt x="6823" y="253"/>
                </a:lnTo>
                <a:lnTo>
                  <a:pt x="6823" y="252"/>
                </a:lnTo>
                <a:lnTo>
                  <a:pt x="6822" y="252"/>
                </a:lnTo>
                <a:lnTo>
                  <a:pt x="6821" y="252"/>
                </a:lnTo>
                <a:lnTo>
                  <a:pt x="6820" y="252"/>
                </a:lnTo>
                <a:lnTo>
                  <a:pt x="6819" y="253"/>
                </a:lnTo>
                <a:lnTo>
                  <a:pt x="6818" y="253"/>
                </a:lnTo>
                <a:lnTo>
                  <a:pt x="6818" y="252"/>
                </a:lnTo>
                <a:lnTo>
                  <a:pt x="6817" y="252"/>
                </a:lnTo>
                <a:lnTo>
                  <a:pt x="6816" y="251"/>
                </a:lnTo>
                <a:lnTo>
                  <a:pt x="6815" y="251"/>
                </a:lnTo>
                <a:lnTo>
                  <a:pt x="6814" y="250"/>
                </a:lnTo>
                <a:lnTo>
                  <a:pt x="6812" y="250"/>
                </a:lnTo>
                <a:lnTo>
                  <a:pt x="6810" y="249"/>
                </a:lnTo>
                <a:lnTo>
                  <a:pt x="6808" y="248"/>
                </a:lnTo>
                <a:lnTo>
                  <a:pt x="6807" y="247"/>
                </a:lnTo>
                <a:lnTo>
                  <a:pt x="6805" y="246"/>
                </a:lnTo>
                <a:lnTo>
                  <a:pt x="6804" y="245"/>
                </a:lnTo>
                <a:lnTo>
                  <a:pt x="6803" y="245"/>
                </a:lnTo>
                <a:lnTo>
                  <a:pt x="6802" y="245"/>
                </a:lnTo>
                <a:lnTo>
                  <a:pt x="6801" y="246"/>
                </a:lnTo>
                <a:lnTo>
                  <a:pt x="6800" y="246"/>
                </a:lnTo>
                <a:lnTo>
                  <a:pt x="6800" y="247"/>
                </a:lnTo>
                <a:lnTo>
                  <a:pt x="6800" y="248"/>
                </a:lnTo>
                <a:lnTo>
                  <a:pt x="6799" y="248"/>
                </a:lnTo>
                <a:lnTo>
                  <a:pt x="6798" y="249"/>
                </a:lnTo>
                <a:lnTo>
                  <a:pt x="6798" y="250"/>
                </a:lnTo>
                <a:lnTo>
                  <a:pt x="6797" y="250"/>
                </a:lnTo>
                <a:lnTo>
                  <a:pt x="6797" y="251"/>
                </a:lnTo>
                <a:lnTo>
                  <a:pt x="6796" y="251"/>
                </a:lnTo>
                <a:lnTo>
                  <a:pt x="6796" y="252"/>
                </a:lnTo>
                <a:lnTo>
                  <a:pt x="6795" y="252"/>
                </a:lnTo>
                <a:lnTo>
                  <a:pt x="6794" y="252"/>
                </a:lnTo>
                <a:lnTo>
                  <a:pt x="6793" y="252"/>
                </a:lnTo>
                <a:lnTo>
                  <a:pt x="6792" y="252"/>
                </a:lnTo>
                <a:lnTo>
                  <a:pt x="6791" y="252"/>
                </a:lnTo>
                <a:lnTo>
                  <a:pt x="6789" y="252"/>
                </a:lnTo>
                <a:lnTo>
                  <a:pt x="6788" y="252"/>
                </a:lnTo>
                <a:lnTo>
                  <a:pt x="6787" y="252"/>
                </a:lnTo>
                <a:lnTo>
                  <a:pt x="6787" y="253"/>
                </a:lnTo>
                <a:lnTo>
                  <a:pt x="6786" y="253"/>
                </a:lnTo>
                <a:lnTo>
                  <a:pt x="6785" y="253"/>
                </a:lnTo>
                <a:lnTo>
                  <a:pt x="6784" y="253"/>
                </a:lnTo>
                <a:lnTo>
                  <a:pt x="6784" y="252"/>
                </a:lnTo>
                <a:lnTo>
                  <a:pt x="6783" y="252"/>
                </a:lnTo>
                <a:lnTo>
                  <a:pt x="6782" y="252"/>
                </a:lnTo>
                <a:lnTo>
                  <a:pt x="6782" y="253"/>
                </a:lnTo>
                <a:lnTo>
                  <a:pt x="6781" y="253"/>
                </a:lnTo>
                <a:lnTo>
                  <a:pt x="6780" y="254"/>
                </a:lnTo>
                <a:lnTo>
                  <a:pt x="6780" y="255"/>
                </a:lnTo>
                <a:lnTo>
                  <a:pt x="6779" y="255"/>
                </a:lnTo>
                <a:lnTo>
                  <a:pt x="6779" y="256"/>
                </a:lnTo>
                <a:lnTo>
                  <a:pt x="6778" y="256"/>
                </a:lnTo>
                <a:lnTo>
                  <a:pt x="6778" y="257"/>
                </a:lnTo>
                <a:lnTo>
                  <a:pt x="6777" y="257"/>
                </a:lnTo>
                <a:lnTo>
                  <a:pt x="6776" y="258"/>
                </a:lnTo>
                <a:lnTo>
                  <a:pt x="6775" y="259"/>
                </a:lnTo>
                <a:lnTo>
                  <a:pt x="6774" y="260"/>
                </a:lnTo>
                <a:lnTo>
                  <a:pt x="6774" y="261"/>
                </a:lnTo>
                <a:lnTo>
                  <a:pt x="6773" y="261"/>
                </a:lnTo>
                <a:lnTo>
                  <a:pt x="6773" y="262"/>
                </a:lnTo>
                <a:lnTo>
                  <a:pt x="6772" y="263"/>
                </a:lnTo>
                <a:lnTo>
                  <a:pt x="6771" y="263"/>
                </a:lnTo>
                <a:lnTo>
                  <a:pt x="6769" y="263"/>
                </a:lnTo>
                <a:lnTo>
                  <a:pt x="6767" y="263"/>
                </a:lnTo>
                <a:lnTo>
                  <a:pt x="6762" y="263"/>
                </a:lnTo>
                <a:lnTo>
                  <a:pt x="6761" y="263"/>
                </a:lnTo>
                <a:lnTo>
                  <a:pt x="6760" y="264"/>
                </a:lnTo>
                <a:lnTo>
                  <a:pt x="6760" y="263"/>
                </a:lnTo>
                <a:lnTo>
                  <a:pt x="6759" y="263"/>
                </a:lnTo>
                <a:lnTo>
                  <a:pt x="6759" y="264"/>
                </a:lnTo>
                <a:lnTo>
                  <a:pt x="6758" y="264"/>
                </a:lnTo>
                <a:lnTo>
                  <a:pt x="6756" y="264"/>
                </a:lnTo>
                <a:lnTo>
                  <a:pt x="6755" y="264"/>
                </a:lnTo>
                <a:lnTo>
                  <a:pt x="6754" y="263"/>
                </a:lnTo>
                <a:lnTo>
                  <a:pt x="6753" y="263"/>
                </a:lnTo>
                <a:lnTo>
                  <a:pt x="6753" y="262"/>
                </a:lnTo>
                <a:lnTo>
                  <a:pt x="6752" y="262"/>
                </a:lnTo>
                <a:lnTo>
                  <a:pt x="6751" y="260"/>
                </a:lnTo>
                <a:lnTo>
                  <a:pt x="6751" y="259"/>
                </a:lnTo>
                <a:lnTo>
                  <a:pt x="6751" y="258"/>
                </a:lnTo>
                <a:lnTo>
                  <a:pt x="6751" y="257"/>
                </a:lnTo>
                <a:lnTo>
                  <a:pt x="6750" y="257"/>
                </a:lnTo>
                <a:lnTo>
                  <a:pt x="6750" y="256"/>
                </a:lnTo>
                <a:lnTo>
                  <a:pt x="6750" y="255"/>
                </a:lnTo>
                <a:lnTo>
                  <a:pt x="6749" y="255"/>
                </a:lnTo>
                <a:lnTo>
                  <a:pt x="6749" y="254"/>
                </a:lnTo>
                <a:lnTo>
                  <a:pt x="6749" y="253"/>
                </a:lnTo>
                <a:lnTo>
                  <a:pt x="6750" y="251"/>
                </a:lnTo>
                <a:lnTo>
                  <a:pt x="6750" y="250"/>
                </a:lnTo>
                <a:lnTo>
                  <a:pt x="6750" y="249"/>
                </a:lnTo>
                <a:lnTo>
                  <a:pt x="6750" y="248"/>
                </a:lnTo>
                <a:lnTo>
                  <a:pt x="6750" y="247"/>
                </a:lnTo>
                <a:lnTo>
                  <a:pt x="6750" y="245"/>
                </a:lnTo>
                <a:lnTo>
                  <a:pt x="6750" y="244"/>
                </a:lnTo>
                <a:lnTo>
                  <a:pt x="6751" y="244"/>
                </a:lnTo>
                <a:lnTo>
                  <a:pt x="6751" y="243"/>
                </a:lnTo>
                <a:lnTo>
                  <a:pt x="6751" y="242"/>
                </a:lnTo>
                <a:lnTo>
                  <a:pt x="6752" y="242"/>
                </a:lnTo>
                <a:lnTo>
                  <a:pt x="6752" y="241"/>
                </a:lnTo>
                <a:lnTo>
                  <a:pt x="6752" y="240"/>
                </a:lnTo>
                <a:lnTo>
                  <a:pt x="6751" y="240"/>
                </a:lnTo>
                <a:lnTo>
                  <a:pt x="6751" y="239"/>
                </a:lnTo>
                <a:lnTo>
                  <a:pt x="6750" y="239"/>
                </a:lnTo>
                <a:lnTo>
                  <a:pt x="6750" y="238"/>
                </a:lnTo>
                <a:lnTo>
                  <a:pt x="6750" y="237"/>
                </a:lnTo>
                <a:lnTo>
                  <a:pt x="6750" y="236"/>
                </a:lnTo>
                <a:lnTo>
                  <a:pt x="6749" y="235"/>
                </a:lnTo>
                <a:lnTo>
                  <a:pt x="6749" y="234"/>
                </a:lnTo>
                <a:lnTo>
                  <a:pt x="6748" y="233"/>
                </a:lnTo>
                <a:lnTo>
                  <a:pt x="6747" y="232"/>
                </a:lnTo>
                <a:lnTo>
                  <a:pt x="6747" y="231"/>
                </a:lnTo>
                <a:lnTo>
                  <a:pt x="6746" y="231"/>
                </a:lnTo>
                <a:lnTo>
                  <a:pt x="6746" y="230"/>
                </a:lnTo>
                <a:lnTo>
                  <a:pt x="6745" y="230"/>
                </a:lnTo>
                <a:lnTo>
                  <a:pt x="6745" y="229"/>
                </a:lnTo>
                <a:lnTo>
                  <a:pt x="6745" y="228"/>
                </a:lnTo>
                <a:lnTo>
                  <a:pt x="6745" y="227"/>
                </a:lnTo>
                <a:lnTo>
                  <a:pt x="6746" y="227"/>
                </a:lnTo>
                <a:lnTo>
                  <a:pt x="6746" y="226"/>
                </a:lnTo>
                <a:lnTo>
                  <a:pt x="6747" y="226"/>
                </a:lnTo>
                <a:lnTo>
                  <a:pt x="6748" y="226"/>
                </a:lnTo>
                <a:lnTo>
                  <a:pt x="6749" y="226"/>
                </a:lnTo>
                <a:lnTo>
                  <a:pt x="6750" y="226"/>
                </a:lnTo>
                <a:lnTo>
                  <a:pt x="6750" y="225"/>
                </a:lnTo>
                <a:lnTo>
                  <a:pt x="6751" y="225"/>
                </a:lnTo>
                <a:lnTo>
                  <a:pt x="6752" y="225"/>
                </a:lnTo>
                <a:lnTo>
                  <a:pt x="6753" y="224"/>
                </a:lnTo>
                <a:lnTo>
                  <a:pt x="6753" y="223"/>
                </a:lnTo>
                <a:lnTo>
                  <a:pt x="6753" y="222"/>
                </a:lnTo>
                <a:lnTo>
                  <a:pt x="6754" y="222"/>
                </a:lnTo>
                <a:lnTo>
                  <a:pt x="6754" y="221"/>
                </a:lnTo>
                <a:lnTo>
                  <a:pt x="6755" y="221"/>
                </a:lnTo>
                <a:lnTo>
                  <a:pt x="6756" y="220"/>
                </a:lnTo>
                <a:lnTo>
                  <a:pt x="6757" y="220"/>
                </a:lnTo>
                <a:lnTo>
                  <a:pt x="6757" y="219"/>
                </a:lnTo>
                <a:lnTo>
                  <a:pt x="6757" y="218"/>
                </a:lnTo>
                <a:lnTo>
                  <a:pt x="6758" y="218"/>
                </a:lnTo>
                <a:lnTo>
                  <a:pt x="6759" y="218"/>
                </a:lnTo>
                <a:lnTo>
                  <a:pt x="6760" y="218"/>
                </a:lnTo>
                <a:lnTo>
                  <a:pt x="6761" y="218"/>
                </a:lnTo>
                <a:lnTo>
                  <a:pt x="6763" y="219"/>
                </a:lnTo>
                <a:lnTo>
                  <a:pt x="6763" y="218"/>
                </a:lnTo>
                <a:lnTo>
                  <a:pt x="6764" y="218"/>
                </a:lnTo>
                <a:lnTo>
                  <a:pt x="6764" y="217"/>
                </a:lnTo>
                <a:lnTo>
                  <a:pt x="6764" y="216"/>
                </a:lnTo>
                <a:lnTo>
                  <a:pt x="6764" y="215"/>
                </a:lnTo>
                <a:lnTo>
                  <a:pt x="6765" y="215"/>
                </a:lnTo>
                <a:lnTo>
                  <a:pt x="6765" y="214"/>
                </a:lnTo>
                <a:lnTo>
                  <a:pt x="6765" y="213"/>
                </a:lnTo>
                <a:lnTo>
                  <a:pt x="6766" y="213"/>
                </a:lnTo>
                <a:lnTo>
                  <a:pt x="6766" y="212"/>
                </a:lnTo>
                <a:lnTo>
                  <a:pt x="6767" y="212"/>
                </a:lnTo>
                <a:lnTo>
                  <a:pt x="6767" y="211"/>
                </a:lnTo>
                <a:lnTo>
                  <a:pt x="6768" y="210"/>
                </a:lnTo>
                <a:lnTo>
                  <a:pt x="6769" y="210"/>
                </a:lnTo>
                <a:lnTo>
                  <a:pt x="6769" y="209"/>
                </a:lnTo>
                <a:lnTo>
                  <a:pt x="6770" y="208"/>
                </a:lnTo>
                <a:lnTo>
                  <a:pt x="6771" y="208"/>
                </a:lnTo>
                <a:lnTo>
                  <a:pt x="6771" y="207"/>
                </a:lnTo>
                <a:lnTo>
                  <a:pt x="6772" y="207"/>
                </a:lnTo>
                <a:lnTo>
                  <a:pt x="6773" y="207"/>
                </a:lnTo>
                <a:lnTo>
                  <a:pt x="6773" y="206"/>
                </a:lnTo>
                <a:lnTo>
                  <a:pt x="6774" y="206"/>
                </a:lnTo>
                <a:lnTo>
                  <a:pt x="6775" y="206"/>
                </a:lnTo>
                <a:lnTo>
                  <a:pt x="6775" y="205"/>
                </a:lnTo>
                <a:lnTo>
                  <a:pt x="6776" y="204"/>
                </a:lnTo>
                <a:lnTo>
                  <a:pt x="6776" y="203"/>
                </a:lnTo>
                <a:lnTo>
                  <a:pt x="6775" y="203"/>
                </a:lnTo>
                <a:lnTo>
                  <a:pt x="6775" y="202"/>
                </a:lnTo>
                <a:lnTo>
                  <a:pt x="6775" y="201"/>
                </a:lnTo>
                <a:lnTo>
                  <a:pt x="6775" y="200"/>
                </a:lnTo>
                <a:lnTo>
                  <a:pt x="6775" y="199"/>
                </a:lnTo>
                <a:lnTo>
                  <a:pt x="6776" y="198"/>
                </a:lnTo>
                <a:lnTo>
                  <a:pt x="6777" y="198"/>
                </a:lnTo>
                <a:lnTo>
                  <a:pt x="6778" y="198"/>
                </a:lnTo>
                <a:lnTo>
                  <a:pt x="6780" y="197"/>
                </a:lnTo>
                <a:lnTo>
                  <a:pt x="6781" y="197"/>
                </a:lnTo>
                <a:lnTo>
                  <a:pt x="6781" y="196"/>
                </a:lnTo>
                <a:lnTo>
                  <a:pt x="6781" y="195"/>
                </a:lnTo>
                <a:lnTo>
                  <a:pt x="6781" y="194"/>
                </a:lnTo>
                <a:lnTo>
                  <a:pt x="6781" y="192"/>
                </a:lnTo>
                <a:lnTo>
                  <a:pt x="6781" y="191"/>
                </a:lnTo>
                <a:lnTo>
                  <a:pt x="6781" y="190"/>
                </a:lnTo>
                <a:lnTo>
                  <a:pt x="6781" y="189"/>
                </a:lnTo>
                <a:lnTo>
                  <a:pt x="6782" y="189"/>
                </a:lnTo>
                <a:lnTo>
                  <a:pt x="6782" y="188"/>
                </a:lnTo>
                <a:lnTo>
                  <a:pt x="6783" y="188"/>
                </a:lnTo>
                <a:lnTo>
                  <a:pt x="6783" y="187"/>
                </a:lnTo>
                <a:lnTo>
                  <a:pt x="6784" y="187"/>
                </a:lnTo>
                <a:lnTo>
                  <a:pt x="6785" y="187"/>
                </a:lnTo>
                <a:lnTo>
                  <a:pt x="6785" y="186"/>
                </a:lnTo>
                <a:lnTo>
                  <a:pt x="6786" y="186"/>
                </a:lnTo>
                <a:lnTo>
                  <a:pt x="6787" y="185"/>
                </a:lnTo>
                <a:lnTo>
                  <a:pt x="6787" y="184"/>
                </a:lnTo>
                <a:lnTo>
                  <a:pt x="6788" y="184"/>
                </a:lnTo>
                <a:lnTo>
                  <a:pt x="6788" y="181"/>
                </a:lnTo>
                <a:lnTo>
                  <a:pt x="6788" y="180"/>
                </a:lnTo>
                <a:lnTo>
                  <a:pt x="6788" y="179"/>
                </a:lnTo>
                <a:lnTo>
                  <a:pt x="6789" y="179"/>
                </a:lnTo>
                <a:lnTo>
                  <a:pt x="6789" y="178"/>
                </a:lnTo>
                <a:lnTo>
                  <a:pt x="6789" y="177"/>
                </a:lnTo>
                <a:lnTo>
                  <a:pt x="6790" y="176"/>
                </a:lnTo>
                <a:lnTo>
                  <a:pt x="6790" y="175"/>
                </a:lnTo>
                <a:lnTo>
                  <a:pt x="6791" y="174"/>
                </a:lnTo>
                <a:lnTo>
                  <a:pt x="6792" y="173"/>
                </a:lnTo>
                <a:lnTo>
                  <a:pt x="6792" y="172"/>
                </a:lnTo>
                <a:lnTo>
                  <a:pt x="6793" y="172"/>
                </a:lnTo>
                <a:lnTo>
                  <a:pt x="6794" y="171"/>
                </a:lnTo>
                <a:lnTo>
                  <a:pt x="6795" y="170"/>
                </a:lnTo>
                <a:lnTo>
                  <a:pt x="6796" y="170"/>
                </a:lnTo>
                <a:lnTo>
                  <a:pt x="6796" y="169"/>
                </a:lnTo>
                <a:lnTo>
                  <a:pt x="6797" y="168"/>
                </a:lnTo>
                <a:lnTo>
                  <a:pt x="6797" y="167"/>
                </a:lnTo>
                <a:lnTo>
                  <a:pt x="6797" y="166"/>
                </a:lnTo>
                <a:lnTo>
                  <a:pt x="6798" y="166"/>
                </a:lnTo>
                <a:lnTo>
                  <a:pt x="6799" y="166"/>
                </a:lnTo>
                <a:lnTo>
                  <a:pt x="6799" y="165"/>
                </a:lnTo>
                <a:lnTo>
                  <a:pt x="6800" y="165"/>
                </a:lnTo>
                <a:lnTo>
                  <a:pt x="6800" y="163"/>
                </a:lnTo>
                <a:lnTo>
                  <a:pt x="6800" y="161"/>
                </a:lnTo>
                <a:lnTo>
                  <a:pt x="6800" y="160"/>
                </a:lnTo>
                <a:lnTo>
                  <a:pt x="6801" y="160"/>
                </a:lnTo>
                <a:lnTo>
                  <a:pt x="6801" y="159"/>
                </a:lnTo>
                <a:lnTo>
                  <a:pt x="6802" y="158"/>
                </a:lnTo>
                <a:lnTo>
                  <a:pt x="6802" y="157"/>
                </a:lnTo>
                <a:lnTo>
                  <a:pt x="6803" y="157"/>
                </a:lnTo>
                <a:lnTo>
                  <a:pt x="6804" y="157"/>
                </a:lnTo>
                <a:lnTo>
                  <a:pt x="6804" y="156"/>
                </a:lnTo>
                <a:lnTo>
                  <a:pt x="6805" y="156"/>
                </a:lnTo>
                <a:lnTo>
                  <a:pt x="6806" y="156"/>
                </a:lnTo>
                <a:lnTo>
                  <a:pt x="6806" y="155"/>
                </a:lnTo>
                <a:lnTo>
                  <a:pt x="6807" y="154"/>
                </a:lnTo>
                <a:lnTo>
                  <a:pt x="6807" y="153"/>
                </a:lnTo>
                <a:lnTo>
                  <a:pt x="6808" y="153"/>
                </a:lnTo>
                <a:lnTo>
                  <a:pt x="6809" y="153"/>
                </a:lnTo>
                <a:lnTo>
                  <a:pt x="6809" y="152"/>
                </a:lnTo>
                <a:lnTo>
                  <a:pt x="6810" y="152"/>
                </a:lnTo>
                <a:lnTo>
                  <a:pt x="6811" y="152"/>
                </a:lnTo>
                <a:lnTo>
                  <a:pt x="6812" y="151"/>
                </a:lnTo>
                <a:lnTo>
                  <a:pt x="6812" y="150"/>
                </a:lnTo>
                <a:lnTo>
                  <a:pt x="6812" y="149"/>
                </a:lnTo>
                <a:lnTo>
                  <a:pt x="6813" y="149"/>
                </a:lnTo>
                <a:lnTo>
                  <a:pt x="6812" y="148"/>
                </a:lnTo>
                <a:lnTo>
                  <a:pt x="6812" y="147"/>
                </a:lnTo>
                <a:lnTo>
                  <a:pt x="6813" y="146"/>
                </a:lnTo>
                <a:lnTo>
                  <a:pt x="6813" y="145"/>
                </a:lnTo>
                <a:lnTo>
                  <a:pt x="6813" y="144"/>
                </a:lnTo>
                <a:lnTo>
                  <a:pt x="6814" y="144"/>
                </a:lnTo>
                <a:lnTo>
                  <a:pt x="6815" y="144"/>
                </a:lnTo>
                <a:lnTo>
                  <a:pt x="6816" y="144"/>
                </a:lnTo>
                <a:lnTo>
                  <a:pt x="6816" y="143"/>
                </a:lnTo>
                <a:lnTo>
                  <a:pt x="6817" y="143"/>
                </a:lnTo>
                <a:lnTo>
                  <a:pt x="6817" y="142"/>
                </a:lnTo>
                <a:lnTo>
                  <a:pt x="6817" y="141"/>
                </a:lnTo>
                <a:lnTo>
                  <a:pt x="6817" y="140"/>
                </a:lnTo>
                <a:lnTo>
                  <a:pt x="6817" y="139"/>
                </a:lnTo>
                <a:lnTo>
                  <a:pt x="6817" y="138"/>
                </a:lnTo>
                <a:lnTo>
                  <a:pt x="6816" y="137"/>
                </a:lnTo>
                <a:lnTo>
                  <a:pt x="6816" y="136"/>
                </a:lnTo>
                <a:lnTo>
                  <a:pt x="6817" y="136"/>
                </a:lnTo>
                <a:lnTo>
                  <a:pt x="6818" y="135"/>
                </a:lnTo>
                <a:lnTo>
                  <a:pt x="6818" y="134"/>
                </a:lnTo>
                <a:lnTo>
                  <a:pt x="6819" y="133"/>
                </a:lnTo>
                <a:lnTo>
                  <a:pt x="6820" y="132"/>
                </a:lnTo>
                <a:lnTo>
                  <a:pt x="6820" y="131"/>
                </a:lnTo>
                <a:lnTo>
                  <a:pt x="6820" y="130"/>
                </a:lnTo>
                <a:lnTo>
                  <a:pt x="6823" y="128"/>
                </a:lnTo>
                <a:lnTo>
                  <a:pt x="6824" y="128"/>
                </a:lnTo>
                <a:lnTo>
                  <a:pt x="6825" y="127"/>
                </a:lnTo>
                <a:lnTo>
                  <a:pt x="6827" y="125"/>
                </a:lnTo>
                <a:lnTo>
                  <a:pt x="6828" y="124"/>
                </a:lnTo>
                <a:lnTo>
                  <a:pt x="6828" y="123"/>
                </a:lnTo>
                <a:lnTo>
                  <a:pt x="6829" y="123"/>
                </a:lnTo>
                <a:lnTo>
                  <a:pt x="6829" y="122"/>
                </a:lnTo>
                <a:lnTo>
                  <a:pt x="6829" y="121"/>
                </a:lnTo>
                <a:lnTo>
                  <a:pt x="6830" y="121"/>
                </a:lnTo>
                <a:lnTo>
                  <a:pt x="6831" y="121"/>
                </a:lnTo>
                <a:lnTo>
                  <a:pt x="6832" y="121"/>
                </a:lnTo>
                <a:lnTo>
                  <a:pt x="6833" y="121"/>
                </a:lnTo>
                <a:lnTo>
                  <a:pt x="6833" y="120"/>
                </a:lnTo>
                <a:lnTo>
                  <a:pt x="6832" y="119"/>
                </a:lnTo>
                <a:lnTo>
                  <a:pt x="6831" y="118"/>
                </a:lnTo>
                <a:lnTo>
                  <a:pt x="6831" y="117"/>
                </a:lnTo>
                <a:lnTo>
                  <a:pt x="6830" y="117"/>
                </a:lnTo>
                <a:lnTo>
                  <a:pt x="6829" y="116"/>
                </a:lnTo>
                <a:lnTo>
                  <a:pt x="6830" y="115"/>
                </a:lnTo>
                <a:lnTo>
                  <a:pt x="6831" y="115"/>
                </a:lnTo>
                <a:lnTo>
                  <a:pt x="6831" y="114"/>
                </a:lnTo>
                <a:lnTo>
                  <a:pt x="6832" y="114"/>
                </a:lnTo>
                <a:lnTo>
                  <a:pt x="6833" y="114"/>
                </a:lnTo>
                <a:lnTo>
                  <a:pt x="6834" y="113"/>
                </a:lnTo>
                <a:lnTo>
                  <a:pt x="6835" y="113"/>
                </a:lnTo>
                <a:lnTo>
                  <a:pt x="6835" y="112"/>
                </a:lnTo>
                <a:lnTo>
                  <a:pt x="6836" y="112"/>
                </a:lnTo>
                <a:lnTo>
                  <a:pt x="6837" y="112"/>
                </a:lnTo>
                <a:lnTo>
                  <a:pt x="6837" y="111"/>
                </a:lnTo>
                <a:lnTo>
                  <a:pt x="6836" y="110"/>
                </a:lnTo>
                <a:lnTo>
                  <a:pt x="6836" y="109"/>
                </a:lnTo>
                <a:lnTo>
                  <a:pt x="6837" y="109"/>
                </a:lnTo>
                <a:lnTo>
                  <a:pt x="6838" y="110"/>
                </a:lnTo>
                <a:lnTo>
                  <a:pt x="6839" y="110"/>
                </a:lnTo>
                <a:lnTo>
                  <a:pt x="6840" y="110"/>
                </a:lnTo>
                <a:lnTo>
                  <a:pt x="6841" y="110"/>
                </a:lnTo>
                <a:lnTo>
                  <a:pt x="6842" y="110"/>
                </a:lnTo>
                <a:lnTo>
                  <a:pt x="6843" y="110"/>
                </a:lnTo>
                <a:lnTo>
                  <a:pt x="6843" y="109"/>
                </a:lnTo>
                <a:lnTo>
                  <a:pt x="6844" y="109"/>
                </a:lnTo>
                <a:lnTo>
                  <a:pt x="6844" y="108"/>
                </a:lnTo>
                <a:lnTo>
                  <a:pt x="6845" y="107"/>
                </a:lnTo>
                <a:lnTo>
                  <a:pt x="6846" y="107"/>
                </a:lnTo>
                <a:lnTo>
                  <a:pt x="6847" y="107"/>
                </a:lnTo>
                <a:lnTo>
                  <a:pt x="6848" y="107"/>
                </a:lnTo>
                <a:lnTo>
                  <a:pt x="6849" y="108"/>
                </a:lnTo>
                <a:lnTo>
                  <a:pt x="6850" y="108"/>
                </a:lnTo>
                <a:lnTo>
                  <a:pt x="6851" y="108"/>
                </a:lnTo>
                <a:lnTo>
                  <a:pt x="6852" y="107"/>
                </a:lnTo>
                <a:lnTo>
                  <a:pt x="6854" y="107"/>
                </a:lnTo>
                <a:lnTo>
                  <a:pt x="6855" y="107"/>
                </a:lnTo>
                <a:lnTo>
                  <a:pt x="6857" y="107"/>
                </a:lnTo>
                <a:lnTo>
                  <a:pt x="6858" y="107"/>
                </a:lnTo>
                <a:lnTo>
                  <a:pt x="6858" y="106"/>
                </a:lnTo>
                <a:lnTo>
                  <a:pt x="6859" y="104"/>
                </a:lnTo>
                <a:lnTo>
                  <a:pt x="6860" y="104"/>
                </a:lnTo>
                <a:lnTo>
                  <a:pt x="6860" y="103"/>
                </a:lnTo>
                <a:lnTo>
                  <a:pt x="6861" y="103"/>
                </a:lnTo>
                <a:lnTo>
                  <a:pt x="6862" y="103"/>
                </a:lnTo>
                <a:lnTo>
                  <a:pt x="6863" y="103"/>
                </a:lnTo>
                <a:lnTo>
                  <a:pt x="6863" y="104"/>
                </a:lnTo>
                <a:lnTo>
                  <a:pt x="6864" y="104"/>
                </a:lnTo>
                <a:lnTo>
                  <a:pt x="6865" y="104"/>
                </a:lnTo>
                <a:lnTo>
                  <a:pt x="6866" y="104"/>
                </a:lnTo>
                <a:lnTo>
                  <a:pt x="6866" y="105"/>
                </a:lnTo>
                <a:lnTo>
                  <a:pt x="6866" y="106"/>
                </a:lnTo>
                <a:lnTo>
                  <a:pt x="6866" y="107"/>
                </a:lnTo>
                <a:lnTo>
                  <a:pt x="6867" y="107"/>
                </a:lnTo>
                <a:lnTo>
                  <a:pt x="6867" y="108"/>
                </a:lnTo>
                <a:lnTo>
                  <a:pt x="6868" y="108"/>
                </a:lnTo>
                <a:lnTo>
                  <a:pt x="6869" y="108"/>
                </a:lnTo>
                <a:lnTo>
                  <a:pt x="6869" y="107"/>
                </a:lnTo>
                <a:lnTo>
                  <a:pt x="6870" y="107"/>
                </a:lnTo>
                <a:lnTo>
                  <a:pt x="6870" y="106"/>
                </a:lnTo>
                <a:lnTo>
                  <a:pt x="6871" y="106"/>
                </a:lnTo>
                <a:lnTo>
                  <a:pt x="6872" y="106"/>
                </a:lnTo>
                <a:lnTo>
                  <a:pt x="6873" y="106"/>
                </a:lnTo>
                <a:lnTo>
                  <a:pt x="6874" y="106"/>
                </a:lnTo>
                <a:lnTo>
                  <a:pt x="6874" y="105"/>
                </a:lnTo>
                <a:lnTo>
                  <a:pt x="6877" y="105"/>
                </a:lnTo>
                <a:lnTo>
                  <a:pt x="6878" y="105"/>
                </a:lnTo>
                <a:lnTo>
                  <a:pt x="6879" y="105"/>
                </a:lnTo>
                <a:lnTo>
                  <a:pt x="6880" y="105"/>
                </a:lnTo>
                <a:lnTo>
                  <a:pt x="6881" y="105"/>
                </a:lnTo>
                <a:lnTo>
                  <a:pt x="6882" y="104"/>
                </a:lnTo>
                <a:lnTo>
                  <a:pt x="6882" y="103"/>
                </a:lnTo>
                <a:lnTo>
                  <a:pt x="6883" y="102"/>
                </a:lnTo>
                <a:lnTo>
                  <a:pt x="6884" y="102"/>
                </a:lnTo>
                <a:lnTo>
                  <a:pt x="6885" y="102"/>
                </a:lnTo>
                <a:lnTo>
                  <a:pt x="6886" y="102"/>
                </a:lnTo>
                <a:lnTo>
                  <a:pt x="6887" y="102"/>
                </a:lnTo>
                <a:lnTo>
                  <a:pt x="6887" y="101"/>
                </a:lnTo>
                <a:lnTo>
                  <a:pt x="6888" y="101"/>
                </a:lnTo>
                <a:lnTo>
                  <a:pt x="6888" y="100"/>
                </a:lnTo>
                <a:lnTo>
                  <a:pt x="6889" y="99"/>
                </a:lnTo>
                <a:lnTo>
                  <a:pt x="6890" y="99"/>
                </a:lnTo>
                <a:lnTo>
                  <a:pt x="6890" y="98"/>
                </a:lnTo>
                <a:lnTo>
                  <a:pt x="6891" y="97"/>
                </a:lnTo>
                <a:lnTo>
                  <a:pt x="6891" y="95"/>
                </a:lnTo>
                <a:lnTo>
                  <a:pt x="6892" y="94"/>
                </a:lnTo>
                <a:lnTo>
                  <a:pt x="6893" y="94"/>
                </a:lnTo>
                <a:lnTo>
                  <a:pt x="6894" y="94"/>
                </a:lnTo>
                <a:lnTo>
                  <a:pt x="6895" y="94"/>
                </a:lnTo>
                <a:lnTo>
                  <a:pt x="6896" y="93"/>
                </a:lnTo>
                <a:lnTo>
                  <a:pt x="6897" y="93"/>
                </a:lnTo>
                <a:lnTo>
                  <a:pt x="6898" y="94"/>
                </a:lnTo>
                <a:lnTo>
                  <a:pt x="6900" y="94"/>
                </a:lnTo>
                <a:lnTo>
                  <a:pt x="6901" y="94"/>
                </a:lnTo>
                <a:lnTo>
                  <a:pt x="6902" y="94"/>
                </a:lnTo>
                <a:lnTo>
                  <a:pt x="6903" y="94"/>
                </a:lnTo>
                <a:lnTo>
                  <a:pt x="6903" y="93"/>
                </a:lnTo>
                <a:lnTo>
                  <a:pt x="6903" y="92"/>
                </a:lnTo>
                <a:lnTo>
                  <a:pt x="6904" y="92"/>
                </a:lnTo>
                <a:lnTo>
                  <a:pt x="6905" y="92"/>
                </a:lnTo>
                <a:lnTo>
                  <a:pt x="6906" y="92"/>
                </a:lnTo>
                <a:lnTo>
                  <a:pt x="6907" y="92"/>
                </a:lnTo>
                <a:lnTo>
                  <a:pt x="6909" y="91"/>
                </a:lnTo>
                <a:lnTo>
                  <a:pt x="6910" y="90"/>
                </a:lnTo>
                <a:lnTo>
                  <a:pt x="6911" y="89"/>
                </a:lnTo>
                <a:lnTo>
                  <a:pt x="6912" y="89"/>
                </a:lnTo>
                <a:lnTo>
                  <a:pt x="6913" y="89"/>
                </a:lnTo>
                <a:lnTo>
                  <a:pt x="6913" y="88"/>
                </a:lnTo>
                <a:lnTo>
                  <a:pt x="6914" y="88"/>
                </a:lnTo>
                <a:lnTo>
                  <a:pt x="6915" y="88"/>
                </a:lnTo>
                <a:lnTo>
                  <a:pt x="6916" y="88"/>
                </a:lnTo>
                <a:lnTo>
                  <a:pt x="6916" y="87"/>
                </a:lnTo>
                <a:lnTo>
                  <a:pt x="6917" y="87"/>
                </a:lnTo>
                <a:lnTo>
                  <a:pt x="6917" y="86"/>
                </a:lnTo>
                <a:lnTo>
                  <a:pt x="6918" y="86"/>
                </a:lnTo>
                <a:lnTo>
                  <a:pt x="6919" y="86"/>
                </a:lnTo>
                <a:lnTo>
                  <a:pt x="6920" y="86"/>
                </a:lnTo>
                <a:lnTo>
                  <a:pt x="6920" y="85"/>
                </a:lnTo>
                <a:lnTo>
                  <a:pt x="6921" y="85"/>
                </a:lnTo>
                <a:lnTo>
                  <a:pt x="6922" y="84"/>
                </a:lnTo>
                <a:lnTo>
                  <a:pt x="6923" y="84"/>
                </a:lnTo>
                <a:lnTo>
                  <a:pt x="6924" y="83"/>
                </a:lnTo>
                <a:lnTo>
                  <a:pt x="6925" y="83"/>
                </a:lnTo>
                <a:lnTo>
                  <a:pt x="6925" y="82"/>
                </a:lnTo>
                <a:lnTo>
                  <a:pt x="6926" y="82"/>
                </a:lnTo>
                <a:lnTo>
                  <a:pt x="6927" y="81"/>
                </a:lnTo>
                <a:lnTo>
                  <a:pt x="6927" y="80"/>
                </a:lnTo>
                <a:lnTo>
                  <a:pt x="6928" y="79"/>
                </a:lnTo>
                <a:lnTo>
                  <a:pt x="6929" y="79"/>
                </a:lnTo>
                <a:lnTo>
                  <a:pt x="6929" y="78"/>
                </a:lnTo>
                <a:lnTo>
                  <a:pt x="6930" y="78"/>
                </a:lnTo>
                <a:lnTo>
                  <a:pt x="6931" y="78"/>
                </a:lnTo>
                <a:lnTo>
                  <a:pt x="6931" y="77"/>
                </a:lnTo>
                <a:lnTo>
                  <a:pt x="6932" y="77"/>
                </a:lnTo>
                <a:lnTo>
                  <a:pt x="6932" y="76"/>
                </a:lnTo>
                <a:lnTo>
                  <a:pt x="6933" y="76"/>
                </a:lnTo>
                <a:lnTo>
                  <a:pt x="6933" y="75"/>
                </a:lnTo>
                <a:lnTo>
                  <a:pt x="6934" y="74"/>
                </a:lnTo>
                <a:lnTo>
                  <a:pt x="6935" y="73"/>
                </a:lnTo>
                <a:lnTo>
                  <a:pt x="6937" y="73"/>
                </a:lnTo>
                <a:lnTo>
                  <a:pt x="6938" y="73"/>
                </a:lnTo>
                <a:lnTo>
                  <a:pt x="6939" y="74"/>
                </a:lnTo>
                <a:lnTo>
                  <a:pt x="6940" y="74"/>
                </a:lnTo>
                <a:lnTo>
                  <a:pt x="6941" y="74"/>
                </a:lnTo>
                <a:lnTo>
                  <a:pt x="6941" y="73"/>
                </a:lnTo>
                <a:lnTo>
                  <a:pt x="6942" y="73"/>
                </a:lnTo>
                <a:lnTo>
                  <a:pt x="6943" y="73"/>
                </a:lnTo>
                <a:lnTo>
                  <a:pt x="6943" y="72"/>
                </a:lnTo>
                <a:lnTo>
                  <a:pt x="6944" y="72"/>
                </a:lnTo>
                <a:lnTo>
                  <a:pt x="6944" y="71"/>
                </a:lnTo>
                <a:lnTo>
                  <a:pt x="6945" y="71"/>
                </a:lnTo>
                <a:lnTo>
                  <a:pt x="6946" y="70"/>
                </a:lnTo>
                <a:lnTo>
                  <a:pt x="6946" y="69"/>
                </a:lnTo>
                <a:lnTo>
                  <a:pt x="6947" y="69"/>
                </a:lnTo>
                <a:lnTo>
                  <a:pt x="6948" y="69"/>
                </a:lnTo>
                <a:lnTo>
                  <a:pt x="6948" y="68"/>
                </a:lnTo>
                <a:lnTo>
                  <a:pt x="6949" y="68"/>
                </a:lnTo>
                <a:lnTo>
                  <a:pt x="6949" y="67"/>
                </a:lnTo>
                <a:lnTo>
                  <a:pt x="6950" y="67"/>
                </a:lnTo>
                <a:lnTo>
                  <a:pt x="6950" y="66"/>
                </a:lnTo>
                <a:lnTo>
                  <a:pt x="6951" y="66"/>
                </a:lnTo>
                <a:lnTo>
                  <a:pt x="6952" y="66"/>
                </a:lnTo>
                <a:lnTo>
                  <a:pt x="6952" y="65"/>
                </a:lnTo>
                <a:lnTo>
                  <a:pt x="6953" y="65"/>
                </a:lnTo>
                <a:lnTo>
                  <a:pt x="6954" y="65"/>
                </a:lnTo>
                <a:lnTo>
                  <a:pt x="6955" y="63"/>
                </a:lnTo>
                <a:lnTo>
                  <a:pt x="6956" y="63"/>
                </a:lnTo>
                <a:lnTo>
                  <a:pt x="6957" y="63"/>
                </a:lnTo>
                <a:lnTo>
                  <a:pt x="6958" y="63"/>
                </a:lnTo>
                <a:lnTo>
                  <a:pt x="6961" y="63"/>
                </a:lnTo>
                <a:lnTo>
                  <a:pt x="6962" y="63"/>
                </a:lnTo>
                <a:lnTo>
                  <a:pt x="6962" y="62"/>
                </a:lnTo>
                <a:lnTo>
                  <a:pt x="6963" y="62"/>
                </a:lnTo>
                <a:lnTo>
                  <a:pt x="6964" y="62"/>
                </a:lnTo>
                <a:lnTo>
                  <a:pt x="6964" y="61"/>
                </a:lnTo>
                <a:lnTo>
                  <a:pt x="6965" y="61"/>
                </a:lnTo>
                <a:lnTo>
                  <a:pt x="6967" y="61"/>
                </a:lnTo>
                <a:lnTo>
                  <a:pt x="6967" y="60"/>
                </a:lnTo>
                <a:lnTo>
                  <a:pt x="6968" y="60"/>
                </a:lnTo>
                <a:lnTo>
                  <a:pt x="6969" y="60"/>
                </a:lnTo>
                <a:lnTo>
                  <a:pt x="6970" y="60"/>
                </a:lnTo>
                <a:lnTo>
                  <a:pt x="6971" y="60"/>
                </a:lnTo>
                <a:lnTo>
                  <a:pt x="6972" y="60"/>
                </a:lnTo>
                <a:lnTo>
                  <a:pt x="6973" y="59"/>
                </a:lnTo>
                <a:lnTo>
                  <a:pt x="6974" y="59"/>
                </a:lnTo>
                <a:lnTo>
                  <a:pt x="6974" y="60"/>
                </a:lnTo>
                <a:lnTo>
                  <a:pt x="6976" y="60"/>
                </a:lnTo>
                <a:lnTo>
                  <a:pt x="6981" y="60"/>
                </a:lnTo>
                <a:lnTo>
                  <a:pt x="6982" y="60"/>
                </a:lnTo>
                <a:lnTo>
                  <a:pt x="6983" y="59"/>
                </a:lnTo>
                <a:lnTo>
                  <a:pt x="6984" y="59"/>
                </a:lnTo>
                <a:lnTo>
                  <a:pt x="6985" y="59"/>
                </a:lnTo>
                <a:lnTo>
                  <a:pt x="6985" y="58"/>
                </a:lnTo>
                <a:lnTo>
                  <a:pt x="6986" y="58"/>
                </a:lnTo>
                <a:lnTo>
                  <a:pt x="6986" y="57"/>
                </a:lnTo>
                <a:lnTo>
                  <a:pt x="6987" y="57"/>
                </a:lnTo>
                <a:lnTo>
                  <a:pt x="6988" y="55"/>
                </a:lnTo>
                <a:lnTo>
                  <a:pt x="6988" y="54"/>
                </a:lnTo>
                <a:lnTo>
                  <a:pt x="6989" y="53"/>
                </a:lnTo>
                <a:lnTo>
                  <a:pt x="6989" y="52"/>
                </a:lnTo>
                <a:lnTo>
                  <a:pt x="6990" y="51"/>
                </a:lnTo>
                <a:lnTo>
                  <a:pt x="6990" y="50"/>
                </a:lnTo>
                <a:lnTo>
                  <a:pt x="6990" y="49"/>
                </a:lnTo>
                <a:lnTo>
                  <a:pt x="6991" y="49"/>
                </a:lnTo>
                <a:lnTo>
                  <a:pt x="6991" y="48"/>
                </a:lnTo>
                <a:lnTo>
                  <a:pt x="6992" y="48"/>
                </a:lnTo>
                <a:lnTo>
                  <a:pt x="6992" y="47"/>
                </a:lnTo>
                <a:lnTo>
                  <a:pt x="6993" y="47"/>
                </a:lnTo>
                <a:lnTo>
                  <a:pt x="6994" y="48"/>
                </a:lnTo>
                <a:lnTo>
                  <a:pt x="6995" y="48"/>
                </a:lnTo>
                <a:lnTo>
                  <a:pt x="6996" y="48"/>
                </a:lnTo>
                <a:lnTo>
                  <a:pt x="6997" y="48"/>
                </a:lnTo>
                <a:lnTo>
                  <a:pt x="6998" y="48"/>
                </a:lnTo>
                <a:lnTo>
                  <a:pt x="6998" y="49"/>
                </a:lnTo>
                <a:lnTo>
                  <a:pt x="6999" y="49"/>
                </a:lnTo>
                <a:lnTo>
                  <a:pt x="6999" y="48"/>
                </a:lnTo>
                <a:lnTo>
                  <a:pt x="7000" y="48"/>
                </a:lnTo>
                <a:lnTo>
                  <a:pt x="7001" y="48"/>
                </a:lnTo>
                <a:lnTo>
                  <a:pt x="7002" y="48"/>
                </a:lnTo>
                <a:lnTo>
                  <a:pt x="7002" y="47"/>
                </a:lnTo>
                <a:lnTo>
                  <a:pt x="7003" y="47"/>
                </a:lnTo>
                <a:lnTo>
                  <a:pt x="7004" y="46"/>
                </a:lnTo>
                <a:lnTo>
                  <a:pt x="7005" y="46"/>
                </a:lnTo>
                <a:lnTo>
                  <a:pt x="7005" y="45"/>
                </a:lnTo>
                <a:lnTo>
                  <a:pt x="7006" y="45"/>
                </a:lnTo>
                <a:lnTo>
                  <a:pt x="7006" y="44"/>
                </a:lnTo>
                <a:lnTo>
                  <a:pt x="7007" y="44"/>
                </a:lnTo>
                <a:lnTo>
                  <a:pt x="7007" y="43"/>
                </a:lnTo>
                <a:lnTo>
                  <a:pt x="7008" y="43"/>
                </a:lnTo>
                <a:lnTo>
                  <a:pt x="7008" y="42"/>
                </a:lnTo>
                <a:lnTo>
                  <a:pt x="7008" y="41"/>
                </a:lnTo>
                <a:lnTo>
                  <a:pt x="7009" y="40"/>
                </a:lnTo>
                <a:lnTo>
                  <a:pt x="7009" y="39"/>
                </a:lnTo>
                <a:lnTo>
                  <a:pt x="7010" y="39"/>
                </a:lnTo>
                <a:lnTo>
                  <a:pt x="7011" y="39"/>
                </a:lnTo>
                <a:lnTo>
                  <a:pt x="7011" y="38"/>
                </a:lnTo>
                <a:lnTo>
                  <a:pt x="7012" y="38"/>
                </a:lnTo>
                <a:lnTo>
                  <a:pt x="7013" y="38"/>
                </a:lnTo>
                <a:lnTo>
                  <a:pt x="7014" y="38"/>
                </a:lnTo>
                <a:lnTo>
                  <a:pt x="7014" y="39"/>
                </a:lnTo>
                <a:lnTo>
                  <a:pt x="7015" y="39"/>
                </a:lnTo>
                <a:lnTo>
                  <a:pt x="7015" y="40"/>
                </a:lnTo>
                <a:lnTo>
                  <a:pt x="7016" y="40"/>
                </a:lnTo>
                <a:lnTo>
                  <a:pt x="7016" y="41"/>
                </a:lnTo>
                <a:lnTo>
                  <a:pt x="7016" y="42"/>
                </a:lnTo>
                <a:lnTo>
                  <a:pt x="7017" y="42"/>
                </a:lnTo>
                <a:lnTo>
                  <a:pt x="7017" y="43"/>
                </a:lnTo>
                <a:lnTo>
                  <a:pt x="7018" y="44"/>
                </a:lnTo>
                <a:lnTo>
                  <a:pt x="7019" y="44"/>
                </a:lnTo>
                <a:lnTo>
                  <a:pt x="7019" y="45"/>
                </a:lnTo>
                <a:lnTo>
                  <a:pt x="7020" y="45"/>
                </a:lnTo>
                <a:lnTo>
                  <a:pt x="7021" y="45"/>
                </a:lnTo>
                <a:lnTo>
                  <a:pt x="7022" y="45"/>
                </a:lnTo>
                <a:lnTo>
                  <a:pt x="7022" y="46"/>
                </a:lnTo>
                <a:lnTo>
                  <a:pt x="7023" y="46"/>
                </a:lnTo>
                <a:lnTo>
                  <a:pt x="7023" y="47"/>
                </a:lnTo>
                <a:lnTo>
                  <a:pt x="7024" y="47"/>
                </a:lnTo>
                <a:lnTo>
                  <a:pt x="7025" y="47"/>
                </a:lnTo>
                <a:lnTo>
                  <a:pt x="7026" y="47"/>
                </a:lnTo>
                <a:lnTo>
                  <a:pt x="7027" y="47"/>
                </a:lnTo>
                <a:lnTo>
                  <a:pt x="7028" y="47"/>
                </a:lnTo>
                <a:lnTo>
                  <a:pt x="7029" y="47"/>
                </a:lnTo>
                <a:lnTo>
                  <a:pt x="7029" y="46"/>
                </a:lnTo>
                <a:lnTo>
                  <a:pt x="7030" y="46"/>
                </a:lnTo>
                <a:lnTo>
                  <a:pt x="7031" y="45"/>
                </a:lnTo>
                <a:lnTo>
                  <a:pt x="7031" y="44"/>
                </a:lnTo>
                <a:lnTo>
                  <a:pt x="7032" y="44"/>
                </a:lnTo>
                <a:lnTo>
                  <a:pt x="7033" y="43"/>
                </a:lnTo>
                <a:lnTo>
                  <a:pt x="7034" y="43"/>
                </a:lnTo>
                <a:lnTo>
                  <a:pt x="7035" y="43"/>
                </a:lnTo>
                <a:lnTo>
                  <a:pt x="7036" y="43"/>
                </a:lnTo>
                <a:lnTo>
                  <a:pt x="7037" y="43"/>
                </a:lnTo>
                <a:lnTo>
                  <a:pt x="7037" y="44"/>
                </a:lnTo>
                <a:lnTo>
                  <a:pt x="7037" y="43"/>
                </a:lnTo>
                <a:lnTo>
                  <a:pt x="7038" y="43"/>
                </a:lnTo>
                <a:lnTo>
                  <a:pt x="7039" y="43"/>
                </a:lnTo>
                <a:lnTo>
                  <a:pt x="7041" y="42"/>
                </a:lnTo>
                <a:lnTo>
                  <a:pt x="7042" y="41"/>
                </a:lnTo>
                <a:lnTo>
                  <a:pt x="7043" y="41"/>
                </a:lnTo>
                <a:lnTo>
                  <a:pt x="7044" y="40"/>
                </a:lnTo>
                <a:lnTo>
                  <a:pt x="7045" y="40"/>
                </a:lnTo>
                <a:lnTo>
                  <a:pt x="7046" y="40"/>
                </a:lnTo>
                <a:lnTo>
                  <a:pt x="7047" y="40"/>
                </a:lnTo>
                <a:lnTo>
                  <a:pt x="7048" y="40"/>
                </a:lnTo>
                <a:lnTo>
                  <a:pt x="7048" y="39"/>
                </a:lnTo>
                <a:lnTo>
                  <a:pt x="7049" y="39"/>
                </a:lnTo>
                <a:lnTo>
                  <a:pt x="7050" y="39"/>
                </a:lnTo>
                <a:lnTo>
                  <a:pt x="7051" y="39"/>
                </a:lnTo>
                <a:lnTo>
                  <a:pt x="7051" y="40"/>
                </a:lnTo>
                <a:lnTo>
                  <a:pt x="7052" y="39"/>
                </a:lnTo>
                <a:lnTo>
                  <a:pt x="7053" y="39"/>
                </a:lnTo>
                <a:lnTo>
                  <a:pt x="7056" y="39"/>
                </a:lnTo>
                <a:lnTo>
                  <a:pt x="7058" y="38"/>
                </a:lnTo>
                <a:lnTo>
                  <a:pt x="7061" y="38"/>
                </a:lnTo>
                <a:lnTo>
                  <a:pt x="7063" y="37"/>
                </a:lnTo>
                <a:lnTo>
                  <a:pt x="7065" y="36"/>
                </a:lnTo>
                <a:lnTo>
                  <a:pt x="7068" y="36"/>
                </a:lnTo>
                <a:lnTo>
                  <a:pt x="7069" y="36"/>
                </a:lnTo>
                <a:lnTo>
                  <a:pt x="7072" y="36"/>
                </a:lnTo>
                <a:lnTo>
                  <a:pt x="7073" y="36"/>
                </a:lnTo>
                <a:lnTo>
                  <a:pt x="7074" y="36"/>
                </a:lnTo>
                <a:lnTo>
                  <a:pt x="7075" y="36"/>
                </a:lnTo>
                <a:lnTo>
                  <a:pt x="7076" y="36"/>
                </a:lnTo>
                <a:lnTo>
                  <a:pt x="7077" y="35"/>
                </a:lnTo>
                <a:lnTo>
                  <a:pt x="7078" y="35"/>
                </a:lnTo>
                <a:lnTo>
                  <a:pt x="7079" y="35"/>
                </a:lnTo>
                <a:lnTo>
                  <a:pt x="7080" y="35"/>
                </a:lnTo>
                <a:lnTo>
                  <a:pt x="7080" y="34"/>
                </a:lnTo>
                <a:lnTo>
                  <a:pt x="7083" y="33"/>
                </a:lnTo>
                <a:lnTo>
                  <a:pt x="7084" y="33"/>
                </a:lnTo>
                <a:lnTo>
                  <a:pt x="7085" y="32"/>
                </a:lnTo>
                <a:lnTo>
                  <a:pt x="7085" y="31"/>
                </a:lnTo>
                <a:lnTo>
                  <a:pt x="7086" y="31"/>
                </a:lnTo>
                <a:lnTo>
                  <a:pt x="7089" y="28"/>
                </a:lnTo>
                <a:lnTo>
                  <a:pt x="7092" y="26"/>
                </a:lnTo>
                <a:lnTo>
                  <a:pt x="7093" y="26"/>
                </a:lnTo>
                <a:lnTo>
                  <a:pt x="7094" y="26"/>
                </a:lnTo>
                <a:lnTo>
                  <a:pt x="7094" y="25"/>
                </a:lnTo>
                <a:lnTo>
                  <a:pt x="7095" y="25"/>
                </a:lnTo>
                <a:lnTo>
                  <a:pt x="7096" y="24"/>
                </a:lnTo>
                <a:lnTo>
                  <a:pt x="7097" y="24"/>
                </a:lnTo>
                <a:lnTo>
                  <a:pt x="7097" y="23"/>
                </a:lnTo>
                <a:lnTo>
                  <a:pt x="7098" y="23"/>
                </a:lnTo>
                <a:lnTo>
                  <a:pt x="7099" y="23"/>
                </a:lnTo>
                <a:lnTo>
                  <a:pt x="7099" y="22"/>
                </a:lnTo>
                <a:lnTo>
                  <a:pt x="7100" y="22"/>
                </a:lnTo>
                <a:lnTo>
                  <a:pt x="7100" y="21"/>
                </a:lnTo>
                <a:lnTo>
                  <a:pt x="7101" y="21"/>
                </a:lnTo>
                <a:lnTo>
                  <a:pt x="7102" y="21"/>
                </a:lnTo>
                <a:lnTo>
                  <a:pt x="7103" y="20"/>
                </a:lnTo>
                <a:lnTo>
                  <a:pt x="7104" y="20"/>
                </a:lnTo>
                <a:lnTo>
                  <a:pt x="7105" y="20"/>
                </a:lnTo>
                <a:lnTo>
                  <a:pt x="7106" y="20"/>
                </a:lnTo>
                <a:lnTo>
                  <a:pt x="7108" y="20"/>
                </a:lnTo>
                <a:lnTo>
                  <a:pt x="7108" y="21"/>
                </a:lnTo>
                <a:lnTo>
                  <a:pt x="7109" y="21"/>
                </a:lnTo>
                <a:lnTo>
                  <a:pt x="7110" y="21"/>
                </a:lnTo>
                <a:lnTo>
                  <a:pt x="7111" y="21"/>
                </a:lnTo>
                <a:lnTo>
                  <a:pt x="7112" y="21"/>
                </a:lnTo>
                <a:lnTo>
                  <a:pt x="7113" y="21"/>
                </a:lnTo>
                <a:lnTo>
                  <a:pt x="7113" y="20"/>
                </a:lnTo>
                <a:lnTo>
                  <a:pt x="7114" y="20"/>
                </a:lnTo>
                <a:lnTo>
                  <a:pt x="7115" y="19"/>
                </a:lnTo>
                <a:lnTo>
                  <a:pt x="7116" y="19"/>
                </a:lnTo>
                <a:lnTo>
                  <a:pt x="7116" y="18"/>
                </a:lnTo>
                <a:lnTo>
                  <a:pt x="7116" y="17"/>
                </a:lnTo>
                <a:lnTo>
                  <a:pt x="7117" y="15"/>
                </a:lnTo>
                <a:lnTo>
                  <a:pt x="7118" y="14"/>
                </a:lnTo>
                <a:lnTo>
                  <a:pt x="7118" y="13"/>
                </a:lnTo>
                <a:lnTo>
                  <a:pt x="7119" y="13"/>
                </a:lnTo>
                <a:lnTo>
                  <a:pt x="7119" y="12"/>
                </a:lnTo>
                <a:lnTo>
                  <a:pt x="7119" y="11"/>
                </a:lnTo>
                <a:lnTo>
                  <a:pt x="7120" y="11"/>
                </a:lnTo>
                <a:lnTo>
                  <a:pt x="7120" y="10"/>
                </a:lnTo>
                <a:lnTo>
                  <a:pt x="7121" y="9"/>
                </a:lnTo>
                <a:lnTo>
                  <a:pt x="7122" y="8"/>
                </a:lnTo>
                <a:lnTo>
                  <a:pt x="7123" y="7"/>
                </a:lnTo>
                <a:lnTo>
                  <a:pt x="7125" y="6"/>
                </a:lnTo>
                <a:lnTo>
                  <a:pt x="7126" y="5"/>
                </a:lnTo>
                <a:lnTo>
                  <a:pt x="7127" y="5"/>
                </a:lnTo>
                <a:lnTo>
                  <a:pt x="7128" y="5"/>
                </a:lnTo>
                <a:lnTo>
                  <a:pt x="7130" y="5"/>
                </a:lnTo>
                <a:lnTo>
                  <a:pt x="7131" y="5"/>
                </a:lnTo>
                <a:lnTo>
                  <a:pt x="7132" y="6"/>
                </a:lnTo>
                <a:lnTo>
                  <a:pt x="7135" y="6"/>
                </a:lnTo>
                <a:lnTo>
                  <a:pt x="7138" y="7"/>
                </a:lnTo>
                <a:lnTo>
                  <a:pt x="7140" y="7"/>
                </a:lnTo>
                <a:lnTo>
                  <a:pt x="7142" y="7"/>
                </a:lnTo>
                <a:lnTo>
                  <a:pt x="7144" y="7"/>
                </a:lnTo>
                <a:lnTo>
                  <a:pt x="7145" y="7"/>
                </a:lnTo>
                <a:lnTo>
                  <a:pt x="7146" y="7"/>
                </a:lnTo>
                <a:lnTo>
                  <a:pt x="7147" y="7"/>
                </a:lnTo>
                <a:lnTo>
                  <a:pt x="7148" y="7"/>
                </a:lnTo>
                <a:lnTo>
                  <a:pt x="7148" y="6"/>
                </a:lnTo>
                <a:lnTo>
                  <a:pt x="7148" y="7"/>
                </a:lnTo>
                <a:lnTo>
                  <a:pt x="7148" y="6"/>
                </a:lnTo>
                <a:lnTo>
                  <a:pt x="7148" y="7"/>
                </a:lnTo>
                <a:lnTo>
                  <a:pt x="7149" y="6"/>
                </a:lnTo>
                <a:lnTo>
                  <a:pt x="7150" y="6"/>
                </a:lnTo>
                <a:lnTo>
                  <a:pt x="7150" y="7"/>
                </a:lnTo>
                <a:lnTo>
                  <a:pt x="7151" y="7"/>
                </a:lnTo>
                <a:lnTo>
                  <a:pt x="7151" y="8"/>
                </a:lnTo>
                <a:lnTo>
                  <a:pt x="7151" y="9"/>
                </a:lnTo>
                <a:lnTo>
                  <a:pt x="7152" y="9"/>
                </a:lnTo>
                <a:lnTo>
                  <a:pt x="7152" y="10"/>
                </a:lnTo>
                <a:lnTo>
                  <a:pt x="7152" y="11"/>
                </a:lnTo>
                <a:lnTo>
                  <a:pt x="7152" y="12"/>
                </a:lnTo>
                <a:lnTo>
                  <a:pt x="7153" y="12"/>
                </a:lnTo>
                <a:lnTo>
                  <a:pt x="7154" y="13"/>
                </a:lnTo>
                <a:lnTo>
                  <a:pt x="7155" y="13"/>
                </a:lnTo>
                <a:lnTo>
                  <a:pt x="7156" y="13"/>
                </a:lnTo>
                <a:lnTo>
                  <a:pt x="7157" y="13"/>
                </a:lnTo>
                <a:lnTo>
                  <a:pt x="7157" y="12"/>
                </a:lnTo>
                <a:lnTo>
                  <a:pt x="7157" y="10"/>
                </a:lnTo>
                <a:lnTo>
                  <a:pt x="7157" y="9"/>
                </a:lnTo>
                <a:lnTo>
                  <a:pt x="7156" y="9"/>
                </a:lnTo>
                <a:lnTo>
                  <a:pt x="7155" y="9"/>
                </a:lnTo>
                <a:lnTo>
                  <a:pt x="7155" y="8"/>
                </a:lnTo>
                <a:lnTo>
                  <a:pt x="7154" y="8"/>
                </a:lnTo>
                <a:lnTo>
                  <a:pt x="7154" y="7"/>
                </a:lnTo>
                <a:lnTo>
                  <a:pt x="7154" y="6"/>
                </a:lnTo>
                <a:lnTo>
                  <a:pt x="7154" y="5"/>
                </a:lnTo>
                <a:lnTo>
                  <a:pt x="7154" y="4"/>
                </a:lnTo>
                <a:lnTo>
                  <a:pt x="7154" y="3"/>
                </a:lnTo>
                <a:lnTo>
                  <a:pt x="7155" y="2"/>
                </a:lnTo>
                <a:lnTo>
                  <a:pt x="7156" y="1"/>
                </a:lnTo>
                <a:lnTo>
                  <a:pt x="7157" y="1"/>
                </a:lnTo>
                <a:lnTo>
                  <a:pt x="7157" y="0"/>
                </a:lnTo>
                <a:lnTo>
                  <a:pt x="7158" y="0"/>
                </a:lnTo>
                <a:lnTo>
                  <a:pt x="7159" y="0"/>
                </a:lnTo>
                <a:lnTo>
                  <a:pt x="7159" y="1"/>
                </a:lnTo>
                <a:lnTo>
                  <a:pt x="7160" y="1"/>
                </a:lnTo>
                <a:lnTo>
                  <a:pt x="7161" y="1"/>
                </a:lnTo>
                <a:lnTo>
                  <a:pt x="7161" y="2"/>
                </a:lnTo>
                <a:lnTo>
                  <a:pt x="7162" y="2"/>
                </a:lnTo>
                <a:lnTo>
                  <a:pt x="7162" y="3"/>
                </a:lnTo>
                <a:lnTo>
                  <a:pt x="7163" y="3"/>
                </a:lnTo>
                <a:lnTo>
                  <a:pt x="7163" y="4"/>
                </a:lnTo>
                <a:lnTo>
                  <a:pt x="7162" y="4"/>
                </a:lnTo>
                <a:lnTo>
                  <a:pt x="7163" y="4"/>
                </a:lnTo>
                <a:lnTo>
                  <a:pt x="7163" y="5"/>
                </a:lnTo>
                <a:lnTo>
                  <a:pt x="7162" y="5"/>
                </a:lnTo>
                <a:lnTo>
                  <a:pt x="7162" y="6"/>
                </a:lnTo>
                <a:lnTo>
                  <a:pt x="7162" y="7"/>
                </a:lnTo>
                <a:lnTo>
                  <a:pt x="7161" y="7"/>
                </a:lnTo>
                <a:lnTo>
                  <a:pt x="7161" y="8"/>
                </a:lnTo>
                <a:lnTo>
                  <a:pt x="7160" y="8"/>
                </a:lnTo>
                <a:lnTo>
                  <a:pt x="7160" y="9"/>
                </a:lnTo>
                <a:lnTo>
                  <a:pt x="7160" y="10"/>
                </a:lnTo>
                <a:lnTo>
                  <a:pt x="7160" y="11"/>
                </a:lnTo>
                <a:lnTo>
                  <a:pt x="7161" y="11"/>
                </a:lnTo>
                <a:lnTo>
                  <a:pt x="7161" y="12"/>
                </a:lnTo>
                <a:lnTo>
                  <a:pt x="7163" y="12"/>
                </a:lnTo>
                <a:lnTo>
                  <a:pt x="7163" y="11"/>
                </a:lnTo>
                <a:lnTo>
                  <a:pt x="7164" y="11"/>
                </a:lnTo>
                <a:lnTo>
                  <a:pt x="7164" y="10"/>
                </a:lnTo>
                <a:lnTo>
                  <a:pt x="7165" y="10"/>
                </a:lnTo>
                <a:lnTo>
                  <a:pt x="7165" y="9"/>
                </a:lnTo>
                <a:lnTo>
                  <a:pt x="7165" y="8"/>
                </a:lnTo>
                <a:lnTo>
                  <a:pt x="7166" y="8"/>
                </a:lnTo>
                <a:lnTo>
                  <a:pt x="7166" y="7"/>
                </a:lnTo>
                <a:lnTo>
                  <a:pt x="7166" y="6"/>
                </a:lnTo>
                <a:lnTo>
                  <a:pt x="7166" y="5"/>
                </a:lnTo>
                <a:lnTo>
                  <a:pt x="7166" y="4"/>
                </a:lnTo>
                <a:lnTo>
                  <a:pt x="7166" y="3"/>
                </a:lnTo>
                <a:lnTo>
                  <a:pt x="7166" y="2"/>
                </a:lnTo>
                <a:lnTo>
                  <a:pt x="7166" y="1"/>
                </a:lnTo>
                <a:lnTo>
                  <a:pt x="7166" y="0"/>
                </a:lnTo>
                <a:lnTo>
                  <a:pt x="7167" y="0"/>
                </a:lnTo>
                <a:lnTo>
                  <a:pt x="7168" y="0"/>
                </a:lnTo>
                <a:lnTo>
                  <a:pt x="7170" y="0"/>
                </a:lnTo>
                <a:moveTo>
                  <a:pt x="7800" y="2722"/>
                </a:moveTo>
                <a:lnTo>
                  <a:pt x="7800" y="2723"/>
                </a:lnTo>
                <a:lnTo>
                  <a:pt x="7802" y="2724"/>
                </a:lnTo>
                <a:lnTo>
                  <a:pt x="7802" y="2723"/>
                </a:lnTo>
                <a:lnTo>
                  <a:pt x="7801" y="2721"/>
                </a:lnTo>
                <a:lnTo>
                  <a:pt x="7800" y="2721"/>
                </a:lnTo>
                <a:lnTo>
                  <a:pt x="7800" y="2722"/>
                </a:lnTo>
                <a:moveTo>
                  <a:pt x="7793" y="2707"/>
                </a:moveTo>
                <a:lnTo>
                  <a:pt x="7792" y="2707"/>
                </a:lnTo>
                <a:lnTo>
                  <a:pt x="7791" y="2708"/>
                </a:lnTo>
                <a:lnTo>
                  <a:pt x="7791" y="2709"/>
                </a:lnTo>
                <a:lnTo>
                  <a:pt x="7791" y="2710"/>
                </a:lnTo>
                <a:lnTo>
                  <a:pt x="7792" y="2710"/>
                </a:lnTo>
                <a:lnTo>
                  <a:pt x="7793" y="2708"/>
                </a:lnTo>
                <a:lnTo>
                  <a:pt x="7793" y="2707"/>
                </a:lnTo>
                <a:moveTo>
                  <a:pt x="7795" y="2703"/>
                </a:moveTo>
                <a:lnTo>
                  <a:pt x="7794" y="2703"/>
                </a:lnTo>
                <a:lnTo>
                  <a:pt x="7794" y="2704"/>
                </a:lnTo>
                <a:lnTo>
                  <a:pt x="7795" y="2704"/>
                </a:lnTo>
                <a:lnTo>
                  <a:pt x="7795" y="2703"/>
                </a:lnTo>
                <a:moveTo>
                  <a:pt x="7790" y="2699"/>
                </a:moveTo>
                <a:lnTo>
                  <a:pt x="7789" y="2699"/>
                </a:lnTo>
                <a:lnTo>
                  <a:pt x="7788" y="2699"/>
                </a:lnTo>
                <a:lnTo>
                  <a:pt x="7788" y="2700"/>
                </a:lnTo>
                <a:lnTo>
                  <a:pt x="7787" y="2700"/>
                </a:lnTo>
                <a:lnTo>
                  <a:pt x="7787" y="2701"/>
                </a:lnTo>
                <a:lnTo>
                  <a:pt x="7788" y="2701"/>
                </a:lnTo>
                <a:lnTo>
                  <a:pt x="7788" y="2703"/>
                </a:lnTo>
                <a:lnTo>
                  <a:pt x="7788" y="2704"/>
                </a:lnTo>
                <a:lnTo>
                  <a:pt x="7789" y="2704"/>
                </a:lnTo>
                <a:lnTo>
                  <a:pt x="7790" y="2704"/>
                </a:lnTo>
                <a:lnTo>
                  <a:pt x="7789" y="2704"/>
                </a:lnTo>
                <a:lnTo>
                  <a:pt x="7789" y="2705"/>
                </a:lnTo>
                <a:lnTo>
                  <a:pt x="7788" y="2705"/>
                </a:lnTo>
                <a:lnTo>
                  <a:pt x="7788" y="2706"/>
                </a:lnTo>
                <a:lnTo>
                  <a:pt x="7789" y="2706"/>
                </a:lnTo>
                <a:lnTo>
                  <a:pt x="7788" y="2707"/>
                </a:lnTo>
                <a:lnTo>
                  <a:pt x="7789" y="2707"/>
                </a:lnTo>
                <a:lnTo>
                  <a:pt x="7789" y="2706"/>
                </a:lnTo>
                <a:lnTo>
                  <a:pt x="7790" y="2706"/>
                </a:lnTo>
                <a:lnTo>
                  <a:pt x="7790" y="2705"/>
                </a:lnTo>
                <a:lnTo>
                  <a:pt x="7791" y="2704"/>
                </a:lnTo>
                <a:lnTo>
                  <a:pt x="7791" y="2703"/>
                </a:lnTo>
                <a:lnTo>
                  <a:pt x="7792" y="2703"/>
                </a:lnTo>
                <a:lnTo>
                  <a:pt x="7792" y="2702"/>
                </a:lnTo>
                <a:lnTo>
                  <a:pt x="7794" y="2701"/>
                </a:lnTo>
                <a:lnTo>
                  <a:pt x="7794" y="2700"/>
                </a:lnTo>
                <a:lnTo>
                  <a:pt x="7795" y="2700"/>
                </a:lnTo>
                <a:lnTo>
                  <a:pt x="7796" y="2700"/>
                </a:lnTo>
                <a:lnTo>
                  <a:pt x="7796" y="2699"/>
                </a:lnTo>
                <a:lnTo>
                  <a:pt x="7796" y="2698"/>
                </a:lnTo>
                <a:lnTo>
                  <a:pt x="7796" y="2697"/>
                </a:lnTo>
                <a:lnTo>
                  <a:pt x="7796" y="2696"/>
                </a:lnTo>
                <a:lnTo>
                  <a:pt x="7796" y="2695"/>
                </a:lnTo>
                <a:lnTo>
                  <a:pt x="7795" y="2695"/>
                </a:lnTo>
                <a:lnTo>
                  <a:pt x="7795" y="2694"/>
                </a:lnTo>
                <a:lnTo>
                  <a:pt x="7796" y="2694"/>
                </a:lnTo>
                <a:lnTo>
                  <a:pt x="7796" y="2693"/>
                </a:lnTo>
                <a:lnTo>
                  <a:pt x="7795" y="2694"/>
                </a:lnTo>
                <a:lnTo>
                  <a:pt x="7794" y="2694"/>
                </a:lnTo>
                <a:lnTo>
                  <a:pt x="7794" y="2695"/>
                </a:lnTo>
                <a:lnTo>
                  <a:pt x="7793" y="2695"/>
                </a:lnTo>
                <a:lnTo>
                  <a:pt x="7793" y="2696"/>
                </a:lnTo>
                <a:lnTo>
                  <a:pt x="7793" y="2697"/>
                </a:lnTo>
                <a:lnTo>
                  <a:pt x="7792" y="2697"/>
                </a:lnTo>
                <a:lnTo>
                  <a:pt x="7792" y="2698"/>
                </a:lnTo>
                <a:lnTo>
                  <a:pt x="7791" y="2698"/>
                </a:lnTo>
                <a:lnTo>
                  <a:pt x="7792" y="2698"/>
                </a:lnTo>
                <a:lnTo>
                  <a:pt x="7791" y="2698"/>
                </a:lnTo>
                <a:lnTo>
                  <a:pt x="7791" y="2699"/>
                </a:lnTo>
                <a:lnTo>
                  <a:pt x="7790" y="2699"/>
                </a:lnTo>
                <a:moveTo>
                  <a:pt x="7793" y="2676"/>
                </a:moveTo>
                <a:lnTo>
                  <a:pt x="7793" y="2677"/>
                </a:lnTo>
                <a:lnTo>
                  <a:pt x="7792" y="2677"/>
                </a:lnTo>
                <a:lnTo>
                  <a:pt x="7792" y="2678"/>
                </a:lnTo>
                <a:lnTo>
                  <a:pt x="7792" y="2679"/>
                </a:lnTo>
                <a:lnTo>
                  <a:pt x="7792" y="2680"/>
                </a:lnTo>
                <a:lnTo>
                  <a:pt x="7792" y="2681"/>
                </a:lnTo>
                <a:lnTo>
                  <a:pt x="7793" y="2681"/>
                </a:lnTo>
                <a:lnTo>
                  <a:pt x="7794" y="2681"/>
                </a:lnTo>
                <a:lnTo>
                  <a:pt x="7794" y="2682"/>
                </a:lnTo>
                <a:lnTo>
                  <a:pt x="7795" y="2682"/>
                </a:lnTo>
                <a:lnTo>
                  <a:pt x="7796" y="2682"/>
                </a:lnTo>
                <a:lnTo>
                  <a:pt x="7796" y="2681"/>
                </a:lnTo>
                <a:lnTo>
                  <a:pt x="7797" y="2681"/>
                </a:lnTo>
                <a:lnTo>
                  <a:pt x="7796" y="2681"/>
                </a:lnTo>
                <a:lnTo>
                  <a:pt x="7796" y="2680"/>
                </a:lnTo>
                <a:lnTo>
                  <a:pt x="7795" y="2679"/>
                </a:lnTo>
                <a:lnTo>
                  <a:pt x="7795" y="2678"/>
                </a:lnTo>
                <a:lnTo>
                  <a:pt x="7794" y="2677"/>
                </a:lnTo>
                <a:lnTo>
                  <a:pt x="7794" y="2676"/>
                </a:lnTo>
                <a:lnTo>
                  <a:pt x="7794" y="2675"/>
                </a:lnTo>
                <a:lnTo>
                  <a:pt x="7794" y="2674"/>
                </a:lnTo>
                <a:lnTo>
                  <a:pt x="7794" y="2675"/>
                </a:lnTo>
                <a:lnTo>
                  <a:pt x="7793" y="2675"/>
                </a:lnTo>
                <a:lnTo>
                  <a:pt x="7793" y="2676"/>
                </a:lnTo>
                <a:moveTo>
                  <a:pt x="7797" y="2677"/>
                </a:moveTo>
                <a:lnTo>
                  <a:pt x="7797" y="2676"/>
                </a:lnTo>
                <a:lnTo>
                  <a:pt x="7796" y="2675"/>
                </a:lnTo>
                <a:lnTo>
                  <a:pt x="7796" y="2676"/>
                </a:lnTo>
                <a:lnTo>
                  <a:pt x="7796" y="2677"/>
                </a:lnTo>
                <a:lnTo>
                  <a:pt x="7797" y="2677"/>
                </a:lnTo>
                <a:moveTo>
                  <a:pt x="7803" y="2658"/>
                </a:moveTo>
                <a:lnTo>
                  <a:pt x="7803" y="2657"/>
                </a:lnTo>
                <a:lnTo>
                  <a:pt x="7804" y="2657"/>
                </a:lnTo>
                <a:lnTo>
                  <a:pt x="7803" y="2657"/>
                </a:lnTo>
                <a:lnTo>
                  <a:pt x="7803" y="2658"/>
                </a:lnTo>
                <a:moveTo>
                  <a:pt x="7804" y="2656"/>
                </a:moveTo>
                <a:lnTo>
                  <a:pt x="7805" y="2656"/>
                </a:lnTo>
                <a:lnTo>
                  <a:pt x="7805" y="2655"/>
                </a:lnTo>
                <a:lnTo>
                  <a:pt x="7805" y="2656"/>
                </a:lnTo>
                <a:lnTo>
                  <a:pt x="7804" y="2656"/>
                </a:lnTo>
                <a:lnTo>
                  <a:pt x="7804" y="2657"/>
                </a:lnTo>
                <a:lnTo>
                  <a:pt x="7804" y="2656"/>
                </a:lnTo>
                <a:moveTo>
                  <a:pt x="7805" y="2652"/>
                </a:moveTo>
                <a:lnTo>
                  <a:pt x="7805" y="2653"/>
                </a:lnTo>
                <a:lnTo>
                  <a:pt x="7805" y="2652"/>
                </a:lnTo>
                <a:moveTo>
                  <a:pt x="7816" y="2638"/>
                </a:moveTo>
                <a:lnTo>
                  <a:pt x="7816" y="2639"/>
                </a:lnTo>
                <a:lnTo>
                  <a:pt x="7815" y="2639"/>
                </a:lnTo>
                <a:lnTo>
                  <a:pt x="7815" y="2638"/>
                </a:lnTo>
                <a:lnTo>
                  <a:pt x="7816" y="2638"/>
                </a:lnTo>
                <a:lnTo>
                  <a:pt x="7815" y="2638"/>
                </a:lnTo>
                <a:lnTo>
                  <a:pt x="7815" y="2637"/>
                </a:lnTo>
                <a:lnTo>
                  <a:pt x="7815" y="2638"/>
                </a:lnTo>
                <a:lnTo>
                  <a:pt x="7814" y="2638"/>
                </a:lnTo>
                <a:lnTo>
                  <a:pt x="7813" y="2638"/>
                </a:lnTo>
                <a:lnTo>
                  <a:pt x="7813" y="2639"/>
                </a:lnTo>
                <a:lnTo>
                  <a:pt x="7812" y="2639"/>
                </a:lnTo>
                <a:lnTo>
                  <a:pt x="7812" y="2640"/>
                </a:lnTo>
                <a:lnTo>
                  <a:pt x="7812" y="2641"/>
                </a:lnTo>
                <a:lnTo>
                  <a:pt x="7811" y="2641"/>
                </a:lnTo>
                <a:lnTo>
                  <a:pt x="7811" y="2642"/>
                </a:lnTo>
                <a:lnTo>
                  <a:pt x="7811" y="2643"/>
                </a:lnTo>
                <a:lnTo>
                  <a:pt x="7811" y="2644"/>
                </a:lnTo>
                <a:lnTo>
                  <a:pt x="7811" y="2645"/>
                </a:lnTo>
                <a:lnTo>
                  <a:pt x="7811" y="2644"/>
                </a:lnTo>
                <a:lnTo>
                  <a:pt x="7812" y="2644"/>
                </a:lnTo>
                <a:lnTo>
                  <a:pt x="7812" y="2643"/>
                </a:lnTo>
                <a:lnTo>
                  <a:pt x="7813" y="2642"/>
                </a:lnTo>
                <a:lnTo>
                  <a:pt x="7814" y="2642"/>
                </a:lnTo>
                <a:lnTo>
                  <a:pt x="7814" y="2641"/>
                </a:lnTo>
                <a:lnTo>
                  <a:pt x="7815" y="2641"/>
                </a:lnTo>
                <a:lnTo>
                  <a:pt x="7816" y="2641"/>
                </a:lnTo>
                <a:lnTo>
                  <a:pt x="7816" y="2640"/>
                </a:lnTo>
                <a:lnTo>
                  <a:pt x="7817" y="2640"/>
                </a:lnTo>
                <a:lnTo>
                  <a:pt x="7817" y="2639"/>
                </a:lnTo>
                <a:lnTo>
                  <a:pt x="7816" y="2639"/>
                </a:lnTo>
                <a:lnTo>
                  <a:pt x="7816" y="2638"/>
                </a:lnTo>
                <a:moveTo>
                  <a:pt x="7817" y="2634"/>
                </a:moveTo>
                <a:lnTo>
                  <a:pt x="7818" y="2634"/>
                </a:lnTo>
                <a:lnTo>
                  <a:pt x="7818" y="2633"/>
                </a:lnTo>
                <a:lnTo>
                  <a:pt x="7819" y="2633"/>
                </a:lnTo>
                <a:lnTo>
                  <a:pt x="7819" y="2632"/>
                </a:lnTo>
                <a:lnTo>
                  <a:pt x="7818" y="2632"/>
                </a:lnTo>
                <a:lnTo>
                  <a:pt x="7818" y="2633"/>
                </a:lnTo>
                <a:lnTo>
                  <a:pt x="7817" y="2634"/>
                </a:lnTo>
                <a:moveTo>
                  <a:pt x="7820" y="2633"/>
                </a:moveTo>
                <a:lnTo>
                  <a:pt x="7819" y="2633"/>
                </a:lnTo>
                <a:lnTo>
                  <a:pt x="7818" y="2634"/>
                </a:lnTo>
                <a:lnTo>
                  <a:pt x="7817" y="2635"/>
                </a:lnTo>
                <a:lnTo>
                  <a:pt x="7817" y="2636"/>
                </a:lnTo>
                <a:lnTo>
                  <a:pt x="7816" y="2636"/>
                </a:lnTo>
                <a:lnTo>
                  <a:pt x="7816" y="2637"/>
                </a:lnTo>
                <a:lnTo>
                  <a:pt x="7817" y="2638"/>
                </a:lnTo>
                <a:lnTo>
                  <a:pt x="7817" y="2639"/>
                </a:lnTo>
                <a:lnTo>
                  <a:pt x="7817" y="2640"/>
                </a:lnTo>
                <a:lnTo>
                  <a:pt x="7817" y="2639"/>
                </a:lnTo>
                <a:lnTo>
                  <a:pt x="7818" y="2639"/>
                </a:lnTo>
                <a:lnTo>
                  <a:pt x="7819" y="2638"/>
                </a:lnTo>
                <a:lnTo>
                  <a:pt x="7820" y="2638"/>
                </a:lnTo>
                <a:lnTo>
                  <a:pt x="7820" y="2637"/>
                </a:lnTo>
                <a:lnTo>
                  <a:pt x="7821" y="2637"/>
                </a:lnTo>
                <a:lnTo>
                  <a:pt x="7821" y="2636"/>
                </a:lnTo>
                <a:lnTo>
                  <a:pt x="7821" y="2635"/>
                </a:lnTo>
                <a:lnTo>
                  <a:pt x="7821" y="2634"/>
                </a:lnTo>
                <a:lnTo>
                  <a:pt x="7821" y="2633"/>
                </a:lnTo>
                <a:lnTo>
                  <a:pt x="7820" y="2633"/>
                </a:lnTo>
                <a:moveTo>
                  <a:pt x="7819" y="2633"/>
                </a:moveTo>
                <a:lnTo>
                  <a:pt x="7820" y="2633"/>
                </a:lnTo>
                <a:lnTo>
                  <a:pt x="7820" y="2632"/>
                </a:lnTo>
                <a:lnTo>
                  <a:pt x="7821" y="2632"/>
                </a:lnTo>
                <a:lnTo>
                  <a:pt x="7821" y="2631"/>
                </a:lnTo>
                <a:lnTo>
                  <a:pt x="7821" y="2630"/>
                </a:lnTo>
                <a:lnTo>
                  <a:pt x="7820" y="2630"/>
                </a:lnTo>
                <a:lnTo>
                  <a:pt x="7820" y="2631"/>
                </a:lnTo>
                <a:lnTo>
                  <a:pt x="7819" y="2631"/>
                </a:lnTo>
                <a:lnTo>
                  <a:pt x="7819" y="2632"/>
                </a:lnTo>
                <a:lnTo>
                  <a:pt x="7819" y="2633"/>
                </a:lnTo>
                <a:moveTo>
                  <a:pt x="7831" y="2619"/>
                </a:moveTo>
                <a:lnTo>
                  <a:pt x="7831" y="2620"/>
                </a:lnTo>
                <a:lnTo>
                  <a:pt x="7830" y="2620"/>
                </a:lnTo>
                <a:lnTo>
                  <a:pt x="7829" y="2620"/>
                </a:lnTo>
                <a:lnTo>
                  <a:pt x="7829" y="2621"/>
                </a:lnTo>
                <a:lnTo>
                  <a:pt x="7828" y="2621"/>
                </a:lnTo>
                <a:lnTo>
                  <a:pt x="7827" y="2621"/>
                </a:lnTo>
                <a:lnTo>
                  <a:pt x="7827" y="2622"/>
                </a:lnTo>
                <a:lnTo>
                  <a:pt x="7828" y="2621"/>
                </a:lnTo>
                <a:lnTo>
                  <a:pt x="7827" y="2622"/>
                </a:lnTo>
                <a:lnTo>
                  <a:pt x="7826" y="2622"/>
                </a:lnTo>
                <a:lnTo>
                  <a:pt x="7826" y="2623"/>
                </a:lnTo>
                <a:lnTo>
                  <a:pt x="7827" y="2623"/>
                </a:lnTo>
                <a:lnTo>
                  <a:pt x="7828" y="2623"/>
                </a:lnTo>
                <a:lnTo>
                  <a:pt x="7828" y="2622"/>
                </a:lnTo>
                <a:lnTo>
                  <a:pt x="7829" y="2622"/>
                </a:lnTo>
                <a:lnTo>
                  <a:pt x="7830" y="2621"/>
                </a:lnTo>
                <a:lnTo>
                  <a:pt x="7831" y="2621"/>
                </a:lnTo>
                <a:lnTo>
                  <a:pt x="7831" y="2620"/>
                </a:lnTo>
                <a:lnTo>
                  <a:pt x="7832" y="2620"/>
                </a:lnTo>
                <a:lnTo>
                  <a:pt x="7832" y="2619"/>
                </a:lnTo>
                <a:lnTo>
                  <a:pt x="7831" y="2619"/>
                </a:lnTo>
                <a:moveTo>
                  <a:pt x="7832" y="2620"/>
                </a:moveTo>
                <a:lnTo>
                  <a:pt x="7833" y="2620"/>
                </a:lnTo>
                <a:lnTo>
                  <a:pt x="7833" y="2619"/>
                </a:lnTo>
                <a:lnTo>
                  <a:pt x="7834" y="2619"/>
                </a:lnTo>
                <a:lnTo>
                  <a:pt x="7834" y="2618"/>
                </a:lnTo>
                <a:lnTo>
                  <a:pt x="7833" y="2619"/>
                </a:lnTo>
                <a:lnTo>
                  <a:pt x="7832" y="2619"/>
                </a:lnTo>
                <a:lnTo>
                  <a:pt x="7832" y="2620"/>
                </a:lnTo>
                <a:moveTo>
                  <a:pt x="7839" y="2615"/>
                </a:moveTo>
                <a:lnTo>
                  <a:pt x="7838" y="2615"/>
                </a:lnTo>
                <a:lnTo>
                  <a:pt x="7839" y="2615"/>
                </a:lnTo>
                <a:lnTo>
                  <a:pt x="7840" y="2614"/>
                </a:lnTo>
                <a:lnTo>
                  <a:pt x="7840" y="2613"/>
                </a:lnTo>
                <a:lnTo>
                  <a:pt x="7839" y="2613"/>
                </a:lnTo>
                <a:lnTo>
                  <a:pt x="7839" y="2614"/>
                </a:lnTo>
                <a:lnTo>
                  <a:pt x="7839" y="2615"/>
                </a:lnTo>
                <a:moveTo>
                  <a:pt x="8602" y="1979"/>
                </a:moveTo>
                <a:lnTo>
                  <a:pt x="8602" y="1978"/>
                </a:lnTo>
                <a:lnTo>
                  <a:pt x="8601" y="1978"/>
                </a:lnTo>
                <a:lnTo>
                  <a:pt x="8601" y="1977"/>
                </a:lnTo>
                <a:lnTo>
                  <a:pt x="8600" y="1978"/>
                </a:lnTo>
                <a:lnTo>
                  <a:pt x="8600" y="1980"/>
                </a:lnTo>
                <a:lnTo>
                  <a:pt x="8600" y="1981"/>
                </a:lnTo>
                <a:lnTo>
                  <a:pt x="8601" y="1980"/>
                </a:lnTo>
                <a:lnTo>
                  <a:pt x="8602" y="1980"/>
                </a:lnTo>
                <a:lnTo>
                  <a:pt x="8602" y="1979"/>
                </a:lnTo>
                <a:moveTo>
                  <a:pt x="8595" y="1971"/>
                </a:moveTo>
                <a:lnTo>
                  <a:pt x="8594" y="1970"/>
                </a:lnTo>
                <a:lnTo>
                  <a:pt x="8593" y="1969"/>
                </a:lnTo>
                <a:lnTo>
                  <a:pt x="8592" y="1969"/>
                </a:lnTo>
                <a:lnTo>
                  <a:pt x="8593" y="1969"/>
                </a:lnTo>
                <a:lnTo>
                  <a:pt x="8593" y="1970"/>
                </a:lnTo>
                <a:lnTo>
                  <a:pt x="8594" y="1971"/>
                </a:lnTo>
                <a:lnTo>
                  <a:pt x="8594" y="1972"/>
                </a:lnTo>
                <a:lnTo>
                  <a:pt x="8595" y="1972"/>
                </a:lnTo>
                <a:lnTo>
                  <a:pt x="8595" y="1973"/>
                </a:lnTo>
                <a:lnTo>
                  <a:pt x="8596" y="1974"/>
                </a:lnTo>
                <a:lnTo>
                  <a:pt x="8596" y="1973"/>
                </a:lnTo>
                <a:lnTo>
                  <a:pt x="8596" y="1972"/>
                </a:lnTo>
                <a:lnTo>
                  <a:pt x="8595" y="1972"/>
                </a:lnTo>
                <a:lnTo>
                  <a:pt x="8595" y="1971"/>
                </a:lnTo>
                <a:moveTo>
                  <a:pt x="8540" y="1942"/>
                </a:moveTo>
                <a:lnTo>
                  <a:pt x="8541" y="1942"/>
                </a:lnTo>
                <a:lnTo>
                  <a:pt x="8540" y="1942"/>
                </a:lnTo>
                <a:moveTo>
                  <a:pt x="8538" y="1937"/>
                </a:moveTo>
                <a:lnTo>
                  <a:pt x="8539" y="1937"/>
                </a:lnTo>
                <a:lnTo>
                  <a:pt x="8539" y="1936"/>
                </a:lnTo>
                <a:lnTo>
                  <a:pt x="8538" y="1936"/>
                </a:lnTo>
                <a:lnTo>
                  <a:pt x="8538" y="1937"/>
                </a:lnTo>
                <a:moveTo>
                  <a:pt x="8537" y="1932"/>
                </a:moveTo>
                <a:lnTo>
                  <a:pt x="8538" y="1932"/>
                </a:lnTo>
                <a:lnTo>
                  <a:pt x="8537" y="1931"/>
                </a:lnTo>
                <a:lnTo>
                  <a:pt x="8537" y="1930"/>
                </a:lnTo>
                <a:lnTo>
                  <a:pt x="8538" y="1930"/>
                </a:lnTo>
                <a:lnTo>
                  <a:pt x="8538" y="1929"/>
                </a:lnTo>
                <a:lnTo>
                  <a:pt x="8539" y="1929"/>
                </a:lnTo>
                <a:lnTo>
                  <a:pt x="8538" y="1928"/>
                </a:lnTo>
                <a:lnTo>
                  <a:pt x="8537" y="1928"/>
                </a:lnTo>
                <a:lnTo>
                  <a:pt x="8536" y="1927"/>
                </a:lnTo>
                <a:lnTo>
                  <a:pt x="8536" y="1926"/>
                </a:lnTo>
                <a:lnTo>
                  <a:pt x="8536" y="1927"/>
                </a:lnTo>
                <a:lnTo>
                  <a:pt x="8535" y="1928"/>
                </a:lnTo>
                <a:lnTo>
                  <a:pt x="8535" y="1929"/>
                </a:lnTo>
                <a:lnTo>
                  <a:pt x="8535" y="1930"/>
                </a:lnTo>
                <a:lnTo>
                  <a:pt x="8536" y="1930"/>
                </a:lnTo>
                <a:lnTo>
                  <a:pt x="8536" y="1931"/>
                </a:lnTo>
                <a:lnTo>
                  <a:pt x="8537" y="1931"/>
                </a:lnTo>
                <a:lnTo>
                  <a:pt x="8537" y="193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8" name=""/>
          <p:cNvSpPr/>
          <p:nvPr/>
        </p:nvSpPr>
        <p:spPr>
          <a:xfrm>
            <a:off x="7989480" y="3089880"/>
            <a:ext cx="4320" cy="3960"/>
          </a:xfrm>
          <a:custGeom>
            <a:avLst/>
            <a:gdLst/>
            <a:ahLst/>
            <a:rect l="0" t="0" r="r" b="b"/>
            <a:pathLst>
              <a:path w="12" h="11">
                <a:moveTo>
                  <a:pt x="12" y="1"/>
                </a:moveTo>
                <a:lnTo>
                  <a:pt x="12" y="5"/>
                </a:lnTo>
                <a:lnTo>
                  <a:pt x="10" y="7"/>
                </a:lnTo>
                <a:lnTo>
                  <a:pt x="7" y="10"/>
                </a:lnTo>
                <a:lnTo>
                  <a:pt x="6" y="11"/>
                </a:lnTo>
                <a:lnTo>
                  <a:pt x="4" y="11"/>
                </a:lnTo>
                <a:lnTo>
                  <a:pt x="1" y="11"/>
                </a:lnTo>
                <a:lnTo>
                  <a:pt x="0" y="9"/>
                </a:lnTo>
                <a:lnTo>
                  <a:pt x="0" y="7"/>
                </a:lnTo>
                <a:lnTo>
                  <a:pt x="1" y="6"/>
                </a:lnTo>
                <a:lnTo>
                  <a:pt x="5" y="3"/>
                </a:lnTo>
                <a:lnTo>
                  <a:pt x="7" y="1"/>
                </a:lnTo>
                <a:lnTo>
                  <a:pt x="10" y="0"/>
                </a:lnTo>
                <a:lnTo>
                  <a:pt x="12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800" rIns="21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9" name=""/>
          <p:cNvSpPr/>
          <p:nvPr/>
        </p:nvSpPr>
        <p:spPr>
          <a:xfrm>
            <a:off x="8005680" y="3065040"/>
            <a:ext cx="12600" cy="5760"/>
          </a:xfrm>
          <a:custGeom>
            <a:avLst/>
            <a:gdLst/>
            <a:ahLst/>
            <a:rect l="0" t="0" r="r" b="b"/>
            <a:pathLst>
              <a:path w="35" h="16">
                <a:moveTo>
                  <a:pt x="29" y="11"/>
                </a:moveTo>
                <a:lnTo>
                  <a:pt x="26" y="12"/>
                </a:lnTo>
                <a:lnTo>
                  <a:pt x="17" y="13"/>
                </a:lnTo>
                <a:lnTo>
                  <a:pt x="6" y="16"/>
                </a:lnTo>
                <a:lnTo>
                  <a:pt x="1" y="16"/>
                </a:lnTo>
                <a:lnTo>
                  <a:pt x="0" y="15"/>
                </a:lnTo>
                <a:lnTo>
                  <a:pt x="0" y="13"/>
                </a:lnTo>
                <a:lnTo>
                  <a:pt x="0" y="12"/>
                </a:lnTo>
                <a:lnTo>
                  <a:pt x="0" y="10"/>
                </a:lnTo>
                <a:lnTo>
                  <a:pt x="1" y="8"/>
                </a:lnTo>
                <a:lnTo>
                  <a:pt x="3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16" y="3"/>
                </a:lnTo>
                <a:lnTo>
                  <a:pt x="18" y="2"/>
                </a:lnTo>
                <a:lnTo>
                  <a:pt x="20" y="2"/>
                </a:lnTo>
                <a:lnTo>
                  <a:pt x="22" y="1"/>
                </a:lnTo>
                <a:lnTo>
                  <a:pt x="25" y="1"/>
                </a:lnTo>
                <a:lnTo>
                  <a:pt x="27" y="0"/>
                </a:lnTo>
                <a:lnTo>
                  <a:pt x="29" y="0"/>
                </a:lnTo>
                <a:lnTo>
                  <a:pt x="31" y="0"/>
                </a:lnTo>
                <a:lnTo>
                  <a:pt x="33" y="0"/>
                </a:lnTo>
                <a:lnTo>
                  <a:pt x="34" y="2"/>
                </a:lnTo>
                <a:lnTo>
                  <a:pt x="35" y="4"/>
                </a:lnTo>
                <a:lnTo>
                  <a:pt x="34" y="5"/>
                </a:lnTo>
                <a:lnTo>
                  <a:pt x="33" y="7"/>
                </a:lnTo>
                <a:lnTo>
                  <a:pt x="32" y="9"/>
                </a:lnTo>
                <a:lnTo>
                  <a:pt x="31" y="10"/>
                </a:lnTo>
                <a:lnTo>
                  <a:pt x="29" y="1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0" name=""/>
          <p:cNvSpPr/>
          <p:nvPr/>
        </p:nvSpPr>
        <p:spPr>
          <a:xfrm>
            <a:off x="7999560" y="3047760"/>
            <a:ext cx="11880" cy="5040"/>
          </a:xfrm>
          <a:custGeom>
            <a:avLst/>
            <a:gdLst/>
            <a:ahLst/>
            <a:rect l="0" t="0" r="r" b="b"/>
            <a:pathLst>
              <a:path w="33" h="14">
                <a:moveTo>
                  <a:pt x="5" y="14"/>
                </a:moveTo>
                <a:lnTo>
                  <a:pt x="1" y="14"/>
                </a:lnTo>
                <a:lnTo>
                  <a:pt x="0" y="13"/>
                </a:lnTo>
                <a:lnTo>
                  <a:pt x="0" y="10"/>
                </a:lnTo>
                <a:lnTo>
                  <a:pt x="1" y="9"/>
                </a:lnTo>
                <a:lnTo>
                  <a:pt x="5" y="7"/>
                </a:lnTo>
                <a:lnTo>
                  <a:pt x="7" y="6"/>
                </a:lnTo>
                <a:lnTo>
                  <a:pt x="10" y="5"/>
                </a:lnTo>
                <a:lnTo>
                  <a:pt x="15" y="3"/>
                </a:lnTo>
                <a:lnTo>
                  <a:pt x="21" y="2"/>
                </a:lnTo>
                <a:lnTo>
                  <a:pt x="24" y="1"/>
                </a:lnTo>
                <a:lnTo>
                  <a:pt x="27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4"/>
                </a:lnTo>
                <a:lnTo>
                  <a:pt x="33" y="6"/>
                </a:lnTo>
                <a:lnTo>
                  <a:pt x="31" y="6"/>
                </a:lnTo>
                <a:lnTo>
                  <a:pt x="28" y="7"/>
                </a:lnTo>
                <a:lnTo>
                  <a:pt x="24" y="7"/>
                </a:lnTo>
                <a:lnTo>
                  <a:pt x="20" y="7"/>
                </a:lnTo>
                <a:lnTo>
                  <a:pt x="17" y="8"/>
                </a:lnTo>
                <a:lnTo>
                  <a:pt x="14" y="9"/>
                </a:lnTo>
                <a:lnTo>
                  <a:pt x="12" y="11"/>
                </a:lnTo>
                <a:lnTo>
                  <a:pt x="9" y="13"/>
                </a:lnTo>
                <a:lnTo>
                  <a:pt x="7" y="14"/>
                </a:lnTo>
                <a:lnTo>
                  <a:pt x="5" y="1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1" name=""/>
          <p:cNvSpPr/>
          <p:nvPr/>
        </p:nvSpPr>
        <p:spPr>
          <a:xfrm>
            <a:off x="7969680" y="3047400"/>
            <a:ext cx="8280" cy="4320"/>
          </a:xfrm>
          <a:custGeom>
            <a:avLst/>
            <a:gdLst/>
            <a:ahLst/>
            <a:rect l="0" t="0" r="r" b="b"/>
            <a:pathLst>
              <a:path w="23" h="12">
                <a:moveTo>
                  <a:pt x="3" y="4"/>
                </a:moveTo>
                <a:lnTo>
                  <a:pt x="4" y="3"/>
                </a:lnTo>
                <a:lnTo>
                  <a:pt x="5" y="2"/>
                </a:lnTo>
                <a:lnTo>
                  <a:pt x="8" y="2"/>
                </a:lnTo>
                <a:lnTo>
                  <a:pt x="9" y="2"/>
                </a:lnTo>
                <a:lnTo>
                  <a:pt x="11" y="1"/>
                </a:lnTo>
                <a:lnTo>
                  <a:pt x="12" y="1"/>
                </a:lnTo>
                <a:lnTo>
                  <a:pt x="14" y="1"/>
                </a:lnTo>
                <a:lnTo>
                  <a:pt x="15" y="0"/>
                </a:lnTo>
                <a:lnTo>
                  <a:pt x="16" y="0"/>
                </a:lnTo>
                <a:lnTo>
                  <a:pt x="17" y="0"/>
                </a:lnTo>
                <a:lnTo>
                  <a:pt x="18" y="1"/>
                </a:lnTo>
                <a:lnTo>
                  <a:pt x="19" y="1"/>
                </a:lnTo>
                <a:lnTo>
                  <a:pt x="21" y="2"/>
                </a:lnTo>
                <a:lnTo>
                  <a:pt x="22" y="2"/>
                </a:lnTo>
                <a:lnTo>
                  <a:pt x="23" y="4"/>
                </a:lnTo>
                <a:lnTo>
                  <a:pt x="23" y="5"/>
                </a:lnTo>
                <a:lnTo>
                  <a:pt x="22" y="7"/>
                </a:lnTo>
                <a:lnTo>
                  <a:pt x="20" y="8"/>
                </a:lnTo>
                <a:lnTo>
                  <a:pt x="19" y="9"/>
                </a:lnTo>
                <a:lnTo>
                  <a:pt x="18" y="9"/>
                </a:lnTo>
                <a:lnTo>
                  <a:pt x="17" y="9"/>
                </a:lnTo>
                <a:lnTo>
                  <a:pt x="15" y="9"/>
                </a:lnTo>
                <a:lnTo>
                  <a:pt x="14" y="10"/>
                </a:lnTo>
                <a:lnTo>
                  <a:pt x="13" y="10"/>
                </a:lnTo>
                <a:lnTo>
                  <a:pt x="11" y="10"/>
                </a:lnTo>
                <a:lnTo>
                  <a:pt x="9" y="12"/>
                </a:lnTo>
                <a:lnTo>
                  <a:pt x="6" y="12"/>
                </a:lnTo>
                <a:lnTo>
                  <a:pt x="5" y="12"/>
                </a:lnTo>
                <a:lnTo>
                  <a:pt x="3" y="10"/>
                </a:lnTo>
                <a:lnTo>
                  <a:pt x="2" y="10"/>
                </a:lnTo>
                <a:lnTo>
                  <a:pt x="1" y="9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lnTo>
                  <a:pt x="3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2" name=""/>
          <p:cNvSpPr/>
          <p:nvPr/>
        </p:nvSpPr>
        <p:spPr>
          <a:xfrm>
            <a:off x="8020440" y="304380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6" y="8"/>
                </a:moveTo>
                <a:lnTo>
                  <a:pt x="3" y="8"/>
                </a:lnTo>
                <a:lnTo>
                  <a:pt x="0" y="7"/>
                </a:lnTo>
                <a:lnTo>
                  <a:pt x="0" y="5"/>
                </a:lnTo>
                <a:lnTo>
                  <a:pt x="1" y="1"/>
                </a:lnTo>
                <a:lnTo>
                  <a:pt x="4" y="0"/>
                </a:lnTo>
                <a:lnTo>
                  <a:pt x="6" y="1"/>
                </a:lnTo>
                <a:lnTo>
                  <a:pt x="7" y="4"/>
                </a:lnTo>
                <a:lnTo>
                  <a:pt x="7" y="7"/>
                </a:lnTo>
                <a:lnTo>
                  <a:pt x="6" y="8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3" name=""/>
          <p:cNvSpPr/>
          <p:nvPr/>
        </p:nvSpPr>
        <p:spPr>
          <a:xfrm>
            <a:off x="8018280" y="303948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7" y="3"/>
                </a:moveTo>
                <a:lnTo>
                  <a:pt x="8" y="5"/>
                </a:lnTo>
                <a:lnTo>
                  <a:pt x="7" y="8"/>
                </a:lnTo>
                <a:lnTo>
                  <a:pt x="4" y="11"/>
                </a:lnTo>
                <a:lnTo>
                  <a:pt x="2" y="11"/>
                </a:lnTo>
                <a:lnTo>
                  <a:pt x="0" y="9"/>
                </a:lnTo>
                <a:lnTo>
                  <a:pt x="0" y="8"/>
                </a:lnTo>
                <a:lnTo>
                  <a:pt x="0" y="6"/>
                </a:lnTo>
                <a:lnTo>
                  <a:pt x="1" y="2"/>
                </a:lnTo>
                <a:lnTo>
                  <a:pt x="2" y="0"/>
                </a:lnTo>
                <a:lnTo>
                  <a:pt x="6" y="0"/>
                </a:lnTo>
                <a:lnTo>
                  <a:pt x="7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800" rIns="21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4" name=""/>
          <p:cNvSpPr/>
          <p:nvPr/>
        </p:nvSpPr>
        <p:spPr>
          <a:xfrm>
            <a:off x="8006760" y="3031920"/>
            <a:ext cx="6840" cy="6480"/>
          </a:xfrm>
          <a:custGeom>
            <a:avLst/>
            <a:gdLst/>
            <a:ahLst/>
            <a:rect l="0" t="0" r="r" b="b"/>
            <a:pathLst>
              <a:path w="19" h="18">
                <a:moveTo>
                  <a:pt x="11" y="5"/>
                </a:moveTo>
                <a:lnTo>
                  <a:pt x="14" y="3"/>
                </a:lnTo>
                <a:lnTo>
                  <a:pt x="17" y="0"/>
                </a:lnTo>
                <a:lnTo>
                  <a:pt x="18" y="2"/>
                </a:lnTo>
                <a:lnTo>
                  <a:pt x="19" y="3"/>
                </a:lnTo>
                <a:lnTo>
                  <a:pt x="18" y="6"/>
                </a:lnTo>
                <a:lnTo>
                  <a:pt x="16" y="8"/>
                </a:lnTo>
                <a:lnTo>
                  <a:pt x="13" y="9"/>
                </a:lnTo>
                <a:lnTo>
                  <a:pt x="11" y="10"/>
                </a:lnTo>
                <a:lnTo>
                  <a:pt x="9" y="11"/>
                </a:lnTo>
                <a:lnTo>
                  <a:pt x="6" y="13"/>
                </a:lnTo>
                <a:lnTo>
                  <a:pt x="3" y="16"/>
                </a:lnTo>
                <a:lnTo>
                  <a:pt x="3" y="18"/>
                </a:lnTo>
                <a:lnTo>
                  <a:pt x="1" y="16"/>
                </a:lnTo>
                <a:lnTo>
                  <a:pt x="0" y="15"/>
                </a:lnTo>
                <a:lnTo>
                  <a:pt x="0" y="13"/>
                </a:lnTo>
                <a:lnTo>
                  <a:pt x="1" y="11"/>
                </a:lnTo>
                <a:lnTo>
                  <a:pt x="2" y="10"/>
                </a:lnTo>
                <a:lnTo>
                  <a:pt x="6" y="9"/>
                </a:lnTo>
                <a:lnTo>
                  <a:pt x="8" y="7"/>
                </a:lnTo>
                <a:lnTo>
                  <a:pt x="11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5" name=""/>
          <p:cNvSpPr/>
          <p:nvPr/>
        </p:nvSpPr>
        <p:spPr>
          <a:xfrm>
            <a:off x="8016480" y="3029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6" name=""/>
          <p:cNvSpPr/>
          <p:nvPr/>
        </p:nvSpPr>
        <p:spPr>
          <a:xfrm>
            <a:off x="8022240" y="302112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4" y="0"/>
                </a:moveTo>
                <a:lnTo>
                  <a:pt x="5" y="0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7" y="5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7" name=""/>
          <p:cNvSpPr/>
          <p:nvPr/>
        </p:nvSpPr>
        <p:spPr>
          <a:xfrm>
            <a:off x="7984080" y="3015720"/>
            <a:ext cx="4680" cy="3240"/>
          </a:xfrm>
          <a:custGeom>
            <a:avLst/>
            <a:gdLst/>
            <a:ahLst/>
            <a:rect l="0" t="0" r="r" b="b"/>
            <a:pathLst>
              <a:path w="13" h="9">
                <a:moveTo>
                  <a:pt x="10" y="2"/>
                </a:moveTo>
                <a:lnTo>
                  <a:pt x="13" y="4"/>
                </a:lnTo>
                <a:lnTo>
                  <a:pt x="13" y="5"/>
                </a:lnTo>
                <a:lnTo>
                  <a:pt x="13" y="8"/>
                </a:lnTo>
                <a:lnTo>
                  <a:pt x="12" y="9"/>
                </a:lnTo>
                <a:lnTo>
                  <a:pt x="10" y="9"/>
                </a:lnTo>
                <a:lnTo>
                  <a:pt x="8" y="9"/>
                </a:lnTo>
                <a:lnTo>
                  <a:pt x="7" y="8"/>
                </a:lnTo>
                <a:lnTo>
                  <a:pt x="6" y="8"/>
                </a:lnTo>
                <a:lnTo>
                  <a:pt x="0" y="5"/>
                </a:lnTo>
                <a:lnTo>
                  <a:pt x="0" y="2"/>
                </a:lnTo>
                <a:lnTo>
                  <a:pt x="1" y="0"/>
                </a:lnTo>
                <a:lnTo>
                  <a:pt x="5" y="0"/>
                </a:lnTo>
                <a:lnTo>
                  <a:pt x="1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080" rIns="21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8" name=""/>
          <p:cNvSpPr/>
          <p:nvPr/>
        </p:nvSpPr>
        <p:spPr>
          <a:xfrm>
            <a:off x="8032680" y="301248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8" y="0"/>
                </a:moveTo>
                <a:lnTo>
                  <a:pt x="8" y="3"/>
                </a:lnTo>
                <a:lnTo>
                  <a:pt x="6" y="5"/>
                </a:lnTo>
                <a:lnTo>
                  <a:pt x="5" y="7"/>
                </a:lnTo>
                <a:lnTo>
                  <a:pt x="2" y="8"/>
                </a:lnTo>
                <a:lnTo>
                  <a:pt x="1" y="8"/>
                </a:lnTo>
                <a:lnTo>
                  <a:pt x="0" y="8"/>
                </a:lnTo>
                <a:lnTo>
                  <a:pt x="0" y="6"/>
                </a:lnTo>
                <a:lnTo>
                  <a:pt x="0" y="4"/>
                </a:lnTo>
                <a:lnTo>
                  <a:pt x="3" y="2"/>
                </a:lnTo>
                <a:lnTo>
                  <a:pt x="4" y="0"/>
                </a:lnTo>
                <a:lnTo>
                  <a:pt x="6" y="0"/>
                </a:lnTo>
                <a:lnTo>
                  <a:pt x="8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9" name=""/>
          <p:cNvSpPr/>
          <p:nvPr/>
        </p:nvSpPr>
        <p:spPr>
          <a:xfrm>
            <a:off x="7993080" y="30114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7" y="2"/>
                </a:moveTo>
                <a:lnTo>
                  <a:pt x="6" y="4"/>
                </a:lnTo>
                <a:lnTo>
                  <a:pt x="4" y="4"/>
                </a:lnTo>
                <a:lnTo>
                  <a:pt x="3" y="5"/>
                </a:lnTo>
                <a:lnTo>
                  <a:pt x="2" y="7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6" y="2"/>
                </a:lnTo>
                <a:lnTo>
                  <a:pt x="7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0" name=""/>
          <p:cNvSpPr/>
          <p:nvPr/>
        </p:nvSpPr>
        <p:spPr>
          <a:xfrm>
            <a:off x="7990200" y="3002760"/>
            <a:ext cx="4680" cy="4320"/>
          </a:xfrm>
          <a:custGeom>
            <a:avLst/>
            <a:gdLst/>
            <a:ahLst/>
            <a:rect l="0" t="0" r="r" b="b"/>
            <a:pathLst>
              <a:path w="13" h="12">
                <a:moveTo>
                  <a:pt x="2" y="4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7" y="1"/>
                </a:lnTo>
                <a:lnTo>
                  <a:pt x="10" y="6"/>
                </a:lnTo>
                <a:lnTo>
                  <a:pt x="12" y="7"/>
                </a:lnTo>
                <a:lnTo>
                  <a:pt x="13" y="8"/>
                </a:lnTo>
                <a:lnTo>
                  <a:pt x="13" y="9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0" y="12"/>
                </a:lnTo>
                <a:lnTo>
                  <a:pt x="9" y="12"/>
                </a:lnTo>
                <a:lnTo>
                  <a:pt x="8" y="11"/>
                </a:lnTo>
                <a:lnTo>
                  <a:pt x="6" y="8"/>
                </a:lnTo>
                <a:lnTo>
                  <a:pt x="5" y="7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1" name=""/>
          <p:cNvSpPr/>
          <p:nvPr/>
        </p:nvSpPr>
        <p:spPr>
          <a:xfrm>
            <a:off x="7982640" y="3001320"/>
            <a:ext cx="7560" cy="2880"/>
          </a:xfrm>
          <a:custGeom>
            <a:avLst/>
            <a:gdLst/>
            <a:ahLst/>
            <a:rect l="0" t="0" r="r" b="b"/>
            <a:pathLst>
              <a:path w="21" h="8">
                <a:moveTo>
                  <a:pt x="2" y="3"/>
                </a:moveTo>
                <a:lnTo>
                  <a:pt x="3" y="2"/>
                </a:lnTo>
                <a:lnTo>
                  <a:pt x="5" y="1"/>
                </a:lnTo>
                <a:lnTo>
                  <a:pt x="7" y="0"/>
                </a:lnTo>
                <a:lnTo>
                  <a:pt x="8" y="0"/>
                </a:lnTo>
                <a:lnTo>
                  <a:pt x="10" y="0"/>
                </a:lnTo>
                <a:lnTo>
                  <a:pt x="12" y="0"/>
                </a:lnTo>
                <a:lnTo>
                  <a:pt x="13" y="0"/>
                </a:lnTo>
                <a:lnTo>
                  <a:pt x="15" y="0"/>
                </a:lnTo>
                <a:lnTo>
                  <a:pt x="16" y="1"/>
                </a:lnTo>
                <a:lnTo>
                  <a:pt x="18" y="1"/>
                </a:lnTo>
                <a:lnTo>
                  <a:pt x="19" y="2"/>
                </a:lnTo>
                <a:lnTo>
                  <a:pt x="20" y="2"/>
                </a:lnTo>
                <a:lnTo>
                  <a:pt x="21" y="3"/>
                </a:lnTo>
                <a:lnTo>
                  <a:pt x="21" y="5"/>
                </a:lnTo>
                <a:lnTo>
                  <a:pt x="20" y="6"/>
                </a:lnTo>
                <a:lnTo>
                  <a:pt x="18" y="6"/>
                </a:lnTo>
                <a:lnTo>
                  <a:pt x="17" y="7"/>
                </a:lnTo>
                <a:lnTo>
                  <a:pt x="15" y="7"/>
                </a:lnTo>
                <a:lnTo>
                  <a:pt x="13" y="7"/>
                </a:lnTo>
                <a:lnTo>
                  <a:pt x="11" y="7"/>
                </a:lnTo>
                <a:lnTo>
                  <a:pt x="10" y="7"/>
                </a:lnTo>
                <a:lnTo>
                  <a:pt x="7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2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2" name=""/>
          <p:cNvSpPr/>
          <p:nvPr/>
        </p:nvSpPr>
        <p:spPr>
          <a:xfrm>
            <a:off x="8024760" y="2816280"/>
            <a:ext cx="5400" cy="5040"/>
          </a:xfrm>
          <a:custGeom>
            <a:avLst/>
            <a:gdLst/>
            <a:ahLst/>
            <a:rect l="0" t="0" r="r" b="b"/>
            <a:pathLst>
              <a:path w="15" h="14">
                <a:moveTo>
                  <a:pt x="7" y="0"/>
                </a:moveTo>
                <a:lnTo>
                  <a:pt x="9" y="1"/>
                </a:lnTo>
                <a:lnTo>
                  <a:pt x="13" y="3"/>
                </a:lnTo>
                <a:lnTo>
                  <a:pt x="14" y="5"/>
                </a:lnTo>
                <a:lnTo>
                  <a:pt x="15" y="8"/>
                </a:lnTo>
                <a:lnTo>
                  <a:pt x="13" y="11"/>
                </a:lnTo>
                <a:lnTo>
                  <a:pt x="10" y="13"/>
                </a:lnTo>
                <a:lnTo>
                  <a:pt x="7" y="14"/>
                </a:lnTo>
                <a:lnTo>
                  <a:pt x="5" y="14"/>
                </a:lnTo>
                <a:lnTo>
                  <a:pt x="3" y="14"/>
                </a:lnTo>
                <a:lnTo>
                  <a:pt x="1" y="12"/>
                </a:lnTo>
                <a:lnTo>
                  <a:pt x="0" y="9"/>
                </a:lnTo>
                <a:lnTo>
                  <a:pt x="1" y="4"/>
                </a:lnTo>
                <a:lnTo>
                  <a:pt x="2" y="2"/>
                </a:lnTo>
                <a:lnTo>
                  <a:pt x="5" y="1"/>
                </a:lnTo>
                <a:lnTo>
                  <a:pt x="7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3" name=""/>
          <p:cNvSpPr/>
          <p:nvPr/>
        </p:nvSpPr>
        <p:spPr>
          <a:xfrm>
            <a:off x="7957440" y="26748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2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4" name=""/>
          <p:cNvSpPr/>
          <p:nvPr/>
        </p:nvSpPr>
        <p:spPr>
          <a:xfrm>
            <a:off x="7999920" y="267012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2" y="3"/>
                </a:move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5" name=""/>
          <p:cNvSpPr/>
          <p:nvPr/>
        </p:nvSpPr>
        <p:spPr>
          <a:xfrm>
            <a:off x="7985160" y="26701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1"/>
                </a:move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6" name=""/>
          <p:cNvSpPr/>
          <p:nvPr/>
        </p:nvSpPr>
        <p:spPr>
          <a:xfrm>
            <a:off x="7989840" y="26690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4" y="0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7" name=""/>
          <p:cNvSpPr/>
          <p:nvPr/>
        </p:nvSpPr>
        <p:spPr>
          <a:xfrm>
            <a:off x="7990920" y="2668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8" name=""/>
          <p:cNvSpPr/>
          <p:nvPr/>
        </p:nvSpPr>
        <p:spPr>
          <a:xfrm>
            <a:off x="8004600" y="266724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9" y="2"/>
                </a:moveTo>
                <a:lnTo>
                  <a:pt x="7" y="4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9" name=""/>
          <p:cNvSpPr/>
          <p:nvPr/>
        </p:nvSpPr>
        <p:spPr>
          <a:xfrm>
            <a:off x="7981200" y="2661480"/>
            <a:ext cx="9720" cy="10080"/>
          </a:xfrm>
          <a:custGeom>
            <a:avLst/>
            <a:gdLst/>
            <a:ahLst/>
            <a:rect l="0" t="0" r="r" b="b"/>
            <a:pathLst>
              <a:path w="27" h="28">
                <a:moveTo>
                  <a:pt x="27" y="2"/>
                </a:moveTo>
                <a:lnTo>
                  <a:pt x="27" y="3"/>
                </a:lnTo>
                <a:lnTo>
                  <a:pt x="27" y="5"/>
                </a:lnTo>
                <a:lnTo>
                  <a:pt x="26" y="6"/>
                </a:lnTo>
                <a:lnTo>
                  <a:pt x="26" y="5"/>
                </a:lnTo>
                <a:lnTo>
                  <a:pt x="25" y="6"/>
                </a:lnTo>
                <a:lnTo>
                  <a:pt x="24" y="7"/>
                </a:lnTo>
                <a:lnTo>
                  <a:pt x="22" y="8"/>
                </a:lnTo>
                <a:lnTo>
                  <a:pt x="20" y="9"/>
                </a:lnTo>
                <a:lnTo>
                  <a:pt x="20" y="10"/>
                </a:lnTo>
                <a:lnTo>
                  <a:pt x="22" y="11"/>
                </a:lnTo>
                <a:lnTo>
                  <a:pt x="22" y="12"/>
                </a:lnTo>
                <a:lnTo>
                  <a:pt x="20" y="12"/>
                </a:lnTo>
                <a:lnTo>
                  <a:pt x="22" y="12"/>
                </a:lnTo>
                <a:lnTo>
                  <a:pt x="22" y="13"/>
                </a:lnTo>
                <a:lnTo>
                  <a:pt x="22" y="12"/>
                </a:lnTo>
                <a:lnTo>
                  <a:pt x="23" y="13"/>
                </a:lnTo>
                <a:lnTo>
                  <a:pt x="23" y="14"/>
                </a:lnTo>
                <a:lnTo>
                  <a:pt x="24" y="14"/>
                </a:lnTo>
                <a:lnTo>
                  <a:pt x="25" y="14"/>
                </a:lnTo>
                <a:lnTo>
                  <a:pt x="26" y="14"/>
                </a:lnTo>
                <a:lnTo>
                  <a:pt x="27" y="14"/>
                </a:lnTo>
                <a:lnTo>
                  <a:pt x="27" y="15"/>
                </a:lnTo>
                <a:lnTo>
                  <a:pt x="26" y="16"/>
                </a:lnTo>
                <a:lnTo>
                  <a:pt x="25" y="16"/>
                </a:lnTo>
                <a:lnTo>
                  <a:pt x="24" y="16"/>
                </a:lnTo>
                <a:lnTo>
                  <a:pt x="23" y="16"/>
                </a:lnTo>
                <a:lnTo>
                  <a:pt x="22" y="16"/>
                </a:lnTo>
                <a:lnTo>
                  <a:pt x="20" y="16"/>
                </a:lnTo>
                <a:lnTo>
                  <a:pt x="20" y="17"/>
                </a:lnTo>
                <a:lnTo>
                  <a:pt x="20" y="18"/>
                </a:lnTo>
                <a:lnTo>
                  <a:pt x="19" y="20"/>
                </a:lnTo>
                <a:lnTo>
                  <a:pt x="18" y="20"/>
                </a:lnTo>
                <a:lnTo>
                  <a:pt x="18" y="21"/>
                </a:lnTo>
                <a:lnTo>
                  <a:pt x="18" y="22"/>
                </a:lnTo>
                <a:lnTo>
                  <a:pt x="18" y="23"/>
                </a:lnTo>
                <a:lnTo>
                  <a:pt x="18" y="22"/>
                </a:lnTo>
                <a:lnTo>
                  <a:pt x="17" y="22"/>
                </a:lnTo>
                <a:lnTo>
                  <a:pt x="17" y="21"/>
                </a:lnTo>
                <a:lnTo>
                  <a:pt x="16" y="21"/>
                </a:lnTo>
                <a:lnTo>
                  <a:pt x="15" y="21"/>
                </a:lnTo>
                <a:lnTo>
                  <a:pt x="15" y="22"/>
                </a:lnTo>
                <a:lnTo>
                  <a:pt x="15" y="23"/>
                </a:lnTo>
                <a:lnTo>
                  <a:pt x="14" y="23"/>
                </a:lnTo>
                <a:lnTo>
                  <a:pt x="14" y="22"/>
                </a:lnTo>
                <a:lnTo>
                  <a:pt x="14" y="21"/>
                </a:lnTo>
                <a:lnTo>
                  <a:pt x="13" y="21"/>
                </a:lnTo>
                <a:lnTo>
                  <a:pt x="12" y="21"/>
                </a:lnTo>
                <a:lnTo>
                  <a:pt x="11" y="22"/>
                </a:lnTo>
                <a:lnTo>
                  <a:pt x="11" y="21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7" y="21"/>
                </a:lnTo>
                <a:lnTo>
                  <a:pt x="7" y="22"/>
                </a:lnTo>
                <a:lnTo>
                  <a:pt x="5" y="23"/>
                </a:lnTo>
                <a:lnTo>
                  <a:pt x="4" y="23"/>
                </a:lnTo>
                <a:lnTo>
                  <a:pt x="3" y="24"/>
                </a:lnTo>
                <a:lnTo>
                  <a:pt x="3" y="25"/>
                </a:lnTo>
                <a:lnTo>
                  <a:pt x="4" y="25"/>
                </a:lnTo>
                <a:lnTo>
                  <a:pt x="4" y="26"/>
                </a:lnTo>
                <a:lnTo>
                  <a:pt x="5" y="26"/>
                </a:lnTo>
                <a:lnTo>
                  <a:pt x="6" y="26"/>
                </a:lnTo>
                <a:lnTo>
                  <a:pt x="7" y="26"/>
                </a:lnTo>
                <a:lnTo>
                  <a:pt x="7" y="27"/>
                </a:lnTo>
                <a:lnTo>
                  <a:pt x="6" y="27"/>
                </a:lnTo>
                <a:lnTo>
                  <a:pt x="5" y="27"/>
                </a:lnTo>
                <a:lnTo>
                  <a:pt x="4" y="28"/>
                </a:lnTo>
                <a:lnTo>
                  <a:pt x="4" y="27"/>
                </a:lnTo>
                <a:lnTo>
                  <a:pt x="4" y="26"/>
                </a:lnTo>
                <a:lnTo>
                  <a:pt x="2" y="27"/>
                </a:lnTo>
                <a:lnTo>
                  <a:pt x="1" y="28"/>
                </a:ln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6"/>
                </a:lnTo>
                <a:lnTo>
                  <a:pt x="2" y="26"/>
                </a:lnTo>
                <a:lnTo>
                  <a:pt x="2" y="25"/>
                </a:lnTo>
                <a:lnTo>
                  <a:pt x="1" y="25"/>
                </a:lnTo>
                <a:lnTo>
                  <a:pt x="1" y="24"/>
                </a:lnTo>
                <a:lnTo>
                  <a:pt x="2" y="24"/>
                </a:lnTo>
                <a:lnTo>
                  <a:pt x="2" y="23"/>
                </a:lnTo>
                <a:lnTo>
                  <a:pt x="1" y="22"/>
                </a:lnTo>
                <a:lnTo>
                  <a:pt x="2" y="21"/>
                </a:lnTo>
                <a:lnTo>
                  <a:pt x="2" y="20"/>
                </a:lnTo>
                <a:lnTo>
                  <a:pt x="2" y="18"/>
                </a:lnTo>
                <a:lnTo>
                  <a:pt x="3" y="17"/>
                </a:lnTo>
                <a:lnTo>
                  <a:pt x="4" y="18"/>
                </a:lnTo>
                <a:lnTo>
                  <a:pt x="5" y="18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6" y="17"/>
                </a:lnTo>
                <a:lnTo>
                  <a:pt x="7" y="16"/>
                </a:lnTo>
                <a:lnTo>
                  <a:pt x="7" y="15"/>
                </a:lnTo>
                <a:lnTo>
                  <a:pt x="8" y="15"/>
                </a:lnTo>
                <a:lnTo>
                  <a:pt x="9" y="15"/>
                </a:lnTo>
                <a:lnTo>
                  <a:pt x="9" y="13"/>
                </a:lnTo>
                <a:lnTo>
                  <a:pt x="8" y="13"/>
                </a:lnTo>
                <a:lnTo>
                  <a:pt x="7" y="12"/>
                </a:lnTo>
                <a:lnTo>
                  <a:pt x="6" y="12"/>
                </a:lnTo>
                <a:lnTo>
                  <a:pt x="6" y="11"/>
                </a:lnTo>
                <a:lnTo>
                  <a:pt x="6" y="10"/>
                </a:lnTo>
                <a:lnTo>
                  <a:pt x="7" y="10"/>
                </a:lnTo>
                <a:lnTo>
                  <a:pt x="7" y="11"/>
                </a:lnTo>
                <a:lnTo>
                  <a:pt x="8" y="11"/>
                </a:lnTo>
                <a:lnTo>
                  <a:pt x="8" y="10"/>
                </a:lnTo>
                <a:lnTo>
                  <a:pt x="8" y="9"/>
                </a:lnTo>
                <a:lnTo>
                  <a:pt x="9" y="10"/>
                </a:lnTo>
                <a:lnTo>
                  <a:pt x="10" y="9"/>
                </a:lnTo>
                <a:lnTo>
                  <a:pt x="11" y="9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1" y="5"/>
                </a:lnTo>
                <a:lnTo>
                  <a:pt x="15" y="3"/>
                </a:lnTo>
                <a:lnTo>
                  <a:pt x="16" y="3"/>
                </a:lnTo>
                <a:lnTo>
                  <a:pt x="17" y="2"/>
                </a:lnTo>
                <a:lnTo>
                  <a:pt x="18" y="3"/>
                </a:lnTo>
                <a:lnTo>
                  <a:pt x="19" y="3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2" y="0"/>
                </a:lnTo>
                <a:lnTo>
                  <a:pt x="23" y="0"/>
                </a:lnTo>
                <a:lnTo>
                  <a:pt x="24" y="0"/>
                </a:lnTo>
                <a:lnTo>
                  <a:pt x="24" y="1"/>
                </a:lnTo>
                <a:lnTo>
                  <a:pt x="25" y="1"/>
                </a:lnTo>
                <a:lnTo>
                  <a:pt x="25" y="0"/>
                </a:lnTo>
                <a:lnTo>
                  <a:pt x="26" y="0"/>
                </a:lnTo>
                <a:lnTo>
                  <a:pt x="26" y="1"/>
                </a:lnTo>
                <a:lnTo>
                  <a:pt x="27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0" name=""/>
          <p:cNvSpPr/>
          <p:nvPr/>
        </p:nvSpPr>
        <p:spPr>
          <a:xfrm>
            <a:off x="7974720" y="2664360"/>
            <a:ext cx="2880" cy="3240"/>
          </a:xfrm>
          <a:custGeom>
            <a:avLst/>
            <a:gdLst/>
            <a:ahLst/>
            <a:rect l="0" t="0" r="r" b="b"/>
            <a:pathLst>
              <a:path w="8" h="9">
                <a:moveTo>
                  <a:pt x="6" y="7"/>
                </a:moveTo>
                <a:lnTo>
                  <a:pt x="5" y="8"/>
                </a:lnTo>
                <a:lnTo>
                  <a:pt x="4" y="9"/>
                </a:lnTo>
                <a:lnTo>
                  <a:pt x="3" y="9"/>
                </a:lnTo>
                <a:lnTo>
                  <a:pt x="3" y="8"/>
                </a:lnTo>
                <a:lnTo>
                  <a:pt x="2" y="8"/>
                </a:lnTo>
                <a:lnTo>
                  <a:pt x="0" y="7"/>
                </a:lnTo>
                <a:lnTo>
                  <a:pt x="0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4"/>
                </a:lnTo>
                <a:lnTo>
                  <a:pt x="4" y="4"/>
                </a:lnTo>
                <a:lnTo>
                  <a:pt x="4" y="2"/>
                </a:lnTo>
                <a:lnTo>
                  <a:pt x="5" y="1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8" y="4"/>
                </a:lnTo>
                <a:lnTo>
                  <a:pt x="6" y="5"/>
                </a:lnTo>
                <a:lnTo>
                  <a:pt x="5" y="6"/>
                </a:lnTo>
                <a:lnTo>
                  <a:pt x="5" y="7"/>
                </a:lnTo>
                <a:lnTo>
                  <a:pt x="6" y="7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080" rIns="21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1" name=""/>
          <p:cNvSpPr/>
          <p:nvPr/>
        </p:nvSpPr>
        <p:spPr>
          <a:xfrm>
            <a:off x="7993440" y="2655720"/>
            <a:ext cx="11520" cy="15840"/>
          </a:xfrm>
          <a:custGeom>
            <a:avLst/>
            <a:gdLst/>
            <a:ahLst/>
            <a:rect l="0" t="0" r="r" b="b"/>
            <a:pathLst>
              <a:path w="32" h="44">
                <a:moveTo>
                  <a:pt x="32" y="1"/>
                </a:moveTo>
                <a:lnTo>
                  <a:pt x="31" y="2"/>
                </a:lnTo>
                <a:lnTo>
                  <a:pt x="32" y="3"/>
                </a:lnTo>
                <a:lnTo>
                  <a:pt x="32" y="5"/>
                </a:lnTo>
                <a:lnTo>
                  <a:pt x="31" y="5"/>
                </a:lnTo>
                <a:lnTo>
                  <a:pt x="30" y="7"/>
                </a:lnTo>
                <a:lnTo>
                  <a:pt x="28" y="7"/>
                </a:lnTo>
                <a:lnTo>
                  <a:pt x="28" y="8"/>
                </a:lnTo>
                <a:lnTo>
                  <a:pt x="27" y="8"/>
                </a:lnTo>
                <a:lnTo>
                  <a:pt x="26" y="8"/>
                </a:lnTo>
                <a:lnTo>
                  <a:pt x="24" y="8"/>
                </a:lnTo>
                <a:lnTo>
                  <a:pt x="24" y="7"/>
                </a:lnTo>
                <a:lnTo>
                  <a:pt x="23" y="7"/>
                </a:lnTo>
                <a:lnTo>
                  <a:pt x="24" y="8"/>
                </a:lnTo>
                <a:lnTo>
                  <a:pt x="23" y="9"/>
                </a:lnTo>
                <a:lnTo>
                  <a:pt x="22" y="9"/>
                </a:lnTo>
                <a:lnTo>
                  <a:pt x="22" y="10"/>
                </a:lnTo>
                <a:lnTo>
                  <a:pt x="21" y="12"/>
                </a:lnTo>
                <a:lnTo>
                  <a:pt x="21" y="13"/>
                </a:lnTo>
                <a:lnTo>
                  <a:pt x="22" y="13"/>
                </a:lnTo>
                <a:lnTo>
                  <a:pt x="22" y="14"/>
                </a:lnTo>
                <a:lnTo>
                  <a:pt x="21" y="14"/>
                </a:lnTo>
                <a:lnTo>
                  <a:pt x="20" y="15"/>
                </a:lnTo>
                <a:lnTo>
                  <a:pt x="20" y="16"/>
                </a:lnTo>
                <a:lnTo>
                  <a:pt x="19" y="17"/>
                </a:lnTo>
                <a:lnTo>
                  <a:pt x="19" y="18"/>
                </a:lnTo>
                <a:lnTo>
                  <a:pt x="19" y="20"/>
                </a:lnTo>
                <a:lnTo>
                  <a:pt x="19" y="21"/>
                </a:lnTo>
                <a:lnTo>
                  <a:pt x="20" y="21"/>
                </a:lnTo>
                <a:lnTo>
                  <a:pt x="21" y="21"/>
                </a:lnTo>
                <a:lnTo>
                  <a:pt x="21" y="22"/>
                </a:lnTo>
                <a:lnTo>
                  <a:pt x="21" y="23"/>
                </a:lnTo>
                <a:lnTo>
                  <a:pt x="22" y="24"/>
                </a:lnTo>
                <a:lnTo>
                  <a:pt x="23" y="24"/>
                </a:lnTo>
                <a:lnTo>
                  <a:pt x="23" y="25"/>
                </a:lnTo>
                <a:lnTo>
                  <a:pt x="22" y="26"/>
                </a:lnTo>
                <a:lnTo>
                  <a:pt x="21" y="26"/>
                </a:lnTo>
                <a:lnTo>
                  <a:pt x="20" y="28"/>
                </a:lnTo>
                <a:lnTo>
                  <a:pt x="19" y="29"/>
                </a:lnTo>
                <a:lnTo>
                  <a:pt x="19" y="30"/>
                </a:lnTo>
                <a:lnTo>
                  <a:pt x="19" y="31"/>
                </a:lnTo>
                <a:lnTo>
                  <a:pt x="18" y="32"/>
                </a:lnTo>
                <a:lnTo>
                  <a:pt x="18" y="33"/>
                </a:lnTo>
                <a:lnTo>
                  <a:pt x="19" y="34"/>
                </a:lnTo>
                <a:lnTo>
                  <a:pt x="19" y="35"/>
                </a:lnTo>
                <a:lnTo>
                  <a:pt x="20" y="35"/>
                </a:lnTo>
                <a:lnTo>
                  <a:pt x="20" y="36"/>
                </a:lnTo>
                <a:lnTo>
                  <a:pt x="20" y="37"/>
                </a:lnTo>
                <a:lnTo>
                  <a:pt x="21" y="37"/>
                </a:lnTo>
                <a:lnTo>
                  <a:pt x="22" y="37"/>
                </a:lnTo>
                <a:lnTo>
                  <a:pt x="22" y="38"/>
                </a:lnTo>
                <a:lnTo>
                  <a:pt x="23" y="38"/>
                </a:lnTo>
                <a:lnTo>
                  <a:pt x="21" y="40"/>
                </a:lnTo>
                <a:lnTo>
                  <a:pt x="19" y="42"/>
                </a:lnTo>
                <a:lnTo>
                  <a:pt x="19" y="43"/>
                </a:lnTo>
                <a:lnTo>
                  <a:pt x="18" y="43"/>
                </a:lnTo>
                <a:lnTo>
                  <a:pt x="17" y="43"/>
                </a:lnTo>
                <a:lnTo>
                  <a:pt x="17" y="44"/>
                </a:lnTo>
                <a:lnTo>
                  <a:pt x="16" y="44"/>
                </a:lnTo>
                <a:lnTo>
                  <a:pt x="15" y="44"/>
                </a:lnTo>
                <a:lnTo>
                  <a:pt x="14" y="43"/>
                </a:lnTo>
                <a:lnTo>
                  <a:pt x="14" y="44"/>
                </a:lnTo>
                <a:lnTo>
                  <a:pt x="13" y="44"/>
                </a:lnTo>
                <a:lnTo>
                  <a:pt x="13" y="43"/>
                </a:lnTo>
                <a:lnTo>
                  <a:pt x="14" y="42"/>
                </a:lnTo>
                <a:lnTo>
                  <a:pt x="15" y="40"/>
                </a:lnTo>
                <a:lnTo>
                  <a:pt x="16" y="39"/>
                </a:lnTo>
                <a:lnTo>
                  <a:pt x="15" y="39"/>
                </a:lnTo>
                <a:lnTo>
                  <a:pt x="15" y="38"/>
                </a:lnTo>
                <a:lnTo>
                  <a:pt x="14" y="38"/>
                </a:lnTo>
                <a:lnTo>
                  <a:pt x="13" y="39"/>
                </a:lnTo>
                <a:lnTo>
                  <a:pt x="12" y="40"/>
                </a:lnTo>
                <a:lnTo>
                  <a:pt x="11" y="40"/>
                </a:lnTo>
                <a:lnTo>
                  <a:pt x="11" y="39"/>
                </a:lnTo>
                <a:lnTo>
                  <a:pt x="11" y="38"/>
                </a:lnTo>
                <a:lnTo>
                  <a:pt x="12" y="38"/>
                </a:lnTo>
                <a:lnTo>
                  <a:pt x="12" y="37"/>
                </a:lnTo>
                <a:lnTo>
                  <a:pt x="11" y="37"/>
                </a:lnTo>
                <a:lnTo>
                  <a:pt x="12" y="36"/>
                </a:lnTo>
                <a:lnTo>
                  <a:pt x="12" y="35"/>
                </a:lnTo>
                <a:lnTo>
                  <a:pt x="13" y="35"/>
                </a:lnTo>
                <a:lnTo>
                  <a:pt x="13" y="34"/>
                </a:lnTo>
                <a:lnTo>
                  <a:pt x="13" y="35"/>
                </a:lnTo>
                <a:lnTo>
                  <a:pt x="12" y="35"/>
                </a:lnTo>
                <a:lnTo>
                  <a:pt x="12" y="34"/>
                </a:lnTo>
                <a:lnTo>
                  <a:pt x="12" y="33"/>
                </a:lnTo>
                <a:lnTo>
                  <a:pt x="11" y="33"/>
                </a:lnTo>
                <a:lnTo>
                  <a:pt x="11" y="34"/>
                </a:lnTo>
                <a:lnTo>
                  <a:pt x="10" y="35"/>
                </a:lnTo>
                <a:lnTo>
                  <a:pt x="10" y="36"/>
                </a:lnTo>
                <a:lnTo>
                  <a:pt x="9" y="36"/>
                </a:lnTo>
                <a:lnTo>
                  <a:pt x="7" y="36"/>
                </a:lnTo>
                <a:lnTo>
                  <a:pt x="6" y="37"/>
                </a:lnTo>
                <a:lnTo>
                  <a:pt x="6" y="36"/>
                </a:lnTo>
                <a:lnTo>
                  <a:pt x="6" y="35"/>
                </a:lnTo>
                <a:lnTo>
                  <a:pt x="6" y="34"/>
                </a:lnTo>
                <a:lnTo>
                  <a:pt x="6" y="33"/>
                </a:lnTo>
                <a:lnTo>
                  <a:pt x="7" y="33"/>
                </a:lnTo>
                <a:lnTo>
                  <a:pt x="7" y="32"/>
                </a:lnTo>
                <a:lnTo>
                  <a:pt x="7" y="31"/>
                </a:lnTo>
                <a:lnTo>
                  <a:pt x="9" y="31"/>
                </a:lnTo>
                <a:lnTo>
                  <a:pt x="10" y="31"/>
                </a:lnTo>
                <a:lnTo>
                  <a:pt x="10" y="30"/>
                </a:lnTo>
                <a:lnTo>
                  <a:pt x="10" y="29"/>
                </a:lnTo>
                <a:lnTo>
                  <a:pt x="10" y="28"/>
                </a:lnTo>
                <a:lnTo>
                  <a:pt x="10" y="27"/>
                </a:lnTo>
                <a:lnTo>
                  <a:pt x="11" y="27"/>
                </a:lnTo>
                <a:lnTo>
                  <a:pt x="12" y="27"/>
                </a:lnTo>
                <a:lnTo>
                  <a:pt x="13" y="27"/>
                </a:lnTo>
                <a:lnTo>
                  <a:pt x="13" y="28"/>
                </a:lnTo>
                <a:lnTo>
                  <a:pt x="15" y="27"/>
                </a:lnTo>
                <a:lnTo>
                  <a:pt x="15" y="28"/>
                </a:lnTo>
                <a:lnTo>
                  <a:pt x="15" y="27"/>
                </a:lnTo>
                <a:lnTo>
                  <a:pt x="16" y="27"/>
                </a:lnTo>
                <a:lnTo>
                  <a:pt x="16" y="26"/>
                </a:lnTo>
                <a:lnTo>
                  <a:pt x="16" y="25"/>
                </a:lnTo>
                <a:lnTo>
                  <a:pt x="15" y="25"/>
                </a:lnTo>
                <a:lnTo>
                  <a:pt x="15" y="24"/>
                </a:lnTo>
                <a:lnTo>
                  <a:pt x="16" y="24"/>
                </a:lnTo>
                <a:lnTo>
                  <a:pt x="17" y="24"/>
                </a:lnTo>
                <a:lnTo>
                  <a:pt x="17" y="23"/>
                </a:lnTo>
                <a:lnTo>
                  <a:pt x="16" y="22"/>
                </a:lnTo>
                <a:lnTo>
                  <a:pt x="16" y="21"/>
                </a:lnTo>
                <a:lnTo>
                  <a:pt x="17" y="22"/>
                </a:lnTo>
                <a:lnTo>
                  <a:pt x="16" y="20"/>
                </a:lnTo>
                <a:lnTo>
                  <a:pt x="15" y="20"/>
                </a:lnTo>
                <a:lnTo>
                  <a:pt x="15" y="21"/>
                </a:lnTo>
                <a:lnTo>
                  <a:pt x="14" y="21"/>
                </a:lnTo>
                <a:lnTo>
                  <a:pt x="13" y="21"/>
                </a:lnTo>
                <a:lnTo>
                  <a:pt x="13" y="20"/>
                </a:lnTo>
                <a:lnTo>
                  <a:pt x="12" y="20"/>
                </a:lnTo>
                <a:lnTo>
                  <a:pt x="11" y="20"/>
                </a:lnTo>
                <a:lnTo>
                  <a:pt x="10" y="20"/>
                </a:lnTo>
                <a:lnTo>
                  <a:pt x="9" y="20"/>
                </a:lnTo>
                <a:lnTo>
                  <a:pt x="9" y="22"/>
                </a:lnTo>
                <a:lnTo>
                  <a:pt x="9" y="23"/>
                </a:lnTo>
                <a:lnTo>
                  <a:pt x="7" y="23"/>
                </a:lnTo>
                <a:lnTo>
                  <a:pt x="5" y="24"/>
                </a:lnTo>
                <a:lnTo>
                  <a:pt x="5" y="23"/>
                </a:lnTo>
                <a:lnTo>
                  <a:pt x="4" y="22"/>
                </a:lnTo>
                <a:lnTo>
                  <a:pt x="3" y="22"/>
                </a:lnTo>
                <a:lnTo>
                  <a:pt x="2" y="22"/>
                </a:lnTo>
                <a:lnTo>
                  <a:pt x="2" y="23"/>
                </a:lnTo>
                <a:lnTo>
                  <a:pt x="1" y="23"/>
                </a:lnTo>
                <a:lnTo>
                  <a:pt x="1" y="22"/>
                </a:lnTo>
                <a:lnTo>
                  <a:pt x="0" y="22"/>
                </a:lnTo>
                <a:lnTo>
                  <a:pt x="0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1" y="18"/>
                </a:lnTo>
                <a:lnTo>
                  <a:pt x="0" y="18"/>
                </a:lnTo>
                <a:lnTo>
                  <a:pt x="1" y="17"/>
                </a:lnTo>
                <a:lnTo>
                  <a:pt x="2" y="16"/>
                </a:lnTo>
                <a:lnTo>
                  <a:pt x="3" y="16"/>
                </a:lnTo>
                <a:lnTo>
                  <a:pt x="3" y="15"/>
                </a:lnTo>
                <a:lnTo>
                  <a:pt x="3" y="14"/>
                </a:lnTo>
                <a:lnTo>
                  <a:pt x="3" y="13"/>
                </a:lnTo>
                <a:lnTo>
                  <a:pt x="5" y="12"/>
                </a:lnTo>
                <a:lnTo>
                  <a:pt x="6" y="12"/>
                </a:lnTo>
                <a:lnTo>
                  <a:pt x="7" y="12"/>
                </a:lnTo>
                <a:lnTo>
                  <a:pt x="9" y="12"/>
                </a:lnTo>
                <a:lnTo>
                  <a:pt x="7" y="12"/>
                </a:lnTo>
                <a:lnTo>
                  <a:pt x="7" y="11"/>
                </a:lnTo>
                <a:lnTo>
                  <a:pt x="9" y="11"/>
                </a:lnTo>
                <a:lnTo>
                  <a:pt x="10" y="11"/>
                </a:lnTo>
                <a:lnTo>
                  <a:pt x="11" y="12"/>
                </a:lnTo>
                <a:lnTo>
                  <a:pt x="10" y="12"/>
                </a:lnTo>
                <a:lnTo>
                  <a:pt x="10" y="14"/>
                </a:lnTo>
                <a:lnTo>
                  <a:pt x="11" y="14"/>
                </a:lnTo>
                <a:lnTo>
                  <a:pt x="11" y="13"/>
                </a:lnTo>
                <a:lnTo>
                  <a:pt x="12" y="13"/>
                </a:lnTo>
                <a:lnTo>
                  <a:pt x="13" y="12"/>
                </a:lnTo>
                <a:lnTo>
                  <a:pt x="13" y="11"/>
                </a:lnTo>
                <a:lnTo>
                  <a:pt x="13" y="10"/>
                </a:lnTo>
                <a:lnTo>
                  <a:pt x="15" y="9"/>
                </a:lnTo>
                <a:lnTo>
                  <a:pt x="15" y="8"/>
                </a:lnTo>
                <a:lnTo>
                  <a:pt x="14" y="8"/>
                </a:lnTo>
                <a:lnTo>
                  <a:pt x="13" y="7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3" y="5"/>
                </a:lnTo>
                <a:lnTo>
                  <a:pt x="14" y="3"/>
                </a:lnTo>
                <a:lnTo>
                  <a:pt x="15" y="3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6" y="5"/>
                </a:lnTo>
                <a:lnTo>
                  <a:pt x="18" y="5"/>
                </a:lnTo>
                <a:lnTo>
                  <a:pt x="18" y="4"/>
                </a:lnTo>
                <a:lnTo>
                  <a:pt x="18" y="3"/>
                </a:lnTo>
                <a:lnTo>
                  <a:pt x="19" y="3"/>
                </a:lnTo>
                <a:lnTo>
                  <a:pt x="20" y="3"/>
                </a:lnTo>
                <a:lnTo>
                  <a:pt x="21" y="3"/>
                </a:lnTo>
                <a:lnTo>
                  <a:pt x="21" y="2"/>
                </a:lnTo>
                <a:lnTo>
                  <a:pt x="22" y="2"/>
                </a:lnTo>
                <a:lnTo>
                  <a:pt x="23" y="1"/>
                </a:lnTo>
                <a:lnTo>
                  <a:pt x="24" y="1"/>
                </a:lnTo>
                <a:lnTo>
                  <a:pt x="24" y="0"/>
                </a:lnTo>
                <a:lnTo>
                  <a:pt x="26" y="0"/>
                </a:lnTo>
                <a:lnTo>
                  <a:pt x="26" y="1"/>
                </a:lnTo>
                <a:lnTo>
                  <a:pt x="27" y="1"/>
                </a:lnTo>
                <a:lnTo>
                  <a:pt x="28" y="1"/>
                </a:lnTo>
                <a:lnTo>
                  <a:pt x="29" y="1"/>
                </a:lnTo>
                <a:lnTo>
                  <a:pt x="30" y="1"/>
                </a:lnTo>
                <a:lnTo>
                  <a:pt x="32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2" name=""/>
          <p:cNvSpPr/>
          <p:nvPr/>
        </p:nvSpPr>
        <p:spPr>
          <a:xfrm>
            <a:off x="7991280" y="2661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3"/>
                </a:move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3" name=""/>
          <p:cNvSpPr/>
          <p:nvPr/>
        </p:nvSpPr>
        <p:spPr>
          <a:xfrm>
            <a:off x="8013240" y="2647080"/>
            <a:ext cx="2880" cy="3240"/>
          </a:xfrm>
          <a:custGeom>
            <a:avLst/>
            <a:gdLst/>
            <a:ahLst/>
            <a:rect l="0" t="0" r="r" b="b"/>
            <a:pathLst>
              <a:path w="8" h="9">
                <a:moveTo>
                  <a:pt x="4" y="7"/>
                </a:move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7"/>
                </a:lnTo>
                <a:lnTo>
                  <a:pt x="6" y="6"/>
                </a:lnTo>
                <a:lnTo>
                  <a:pt x="4" y="6"/>
                </a:lnTo>
                <a:lnTo>
                  <a:pt x="4" y="7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080" rIns="21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4" name=""/>
          <p:cNvSpPr/>
          <p:nvPr/>
        </p:nvSpPr>
        <p:spPr>
          <a:xfrm>
            <a:off x="8021880" y="2647080"/>
            <a:ext cx="5040" cy="3240"/>
          </a:xfrm>
          <a:custGeom>
            <a:avLst/>
            <a:gdLst/>
            <a:ahLst/>
            <a:rect l="0" t="0" r="r" b="b"/>
            <a:pathLst>
              <a:path w="14" h="9">
                <a:moveTo>
                  <a:pt x="10" y="2"/>
                </a:move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3" y="2"/>
                </a:lnTo>
                <a:lnTo>
                  <a:pt x="12" y="4"/>
                </a:lnTo>
                <a:lnTo>
                  <a:pt x="11" y="4"/>
                </a:ln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9" y="5"/>
                </a:lnTo>
                <a:lnTo>
                  <a:pt x="10" y="5"/>
                </a:lnTo>
                <a:lnTo>
                  <a:pt x="9" y="5"/>
                </a:lnTo>
                <a:lnTo>
                  <a:pt x="9" y="4"/>
                </a:lnTo>
                <a:lnTo>
                  <a:pt x="8" y="4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6"/>
                </a:lnTo>
                <a:lnTo>
                  <a:pt x="2" y="8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0" y="6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5" y="1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6" y="0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080" rIns="21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5" name=""/>
          <p:cNvSpPr/>
          <p:nvPr/>
        </p:nvSpPr>
        <p:spPr>
          <a:xfrm>
            <a:off x="8020800" y="2642400"/>
            <a:ext cx="2520" cy="3600"/>
          </a:xfrm>
          <a:custGeom>
            <a:avLst/>
            <a:gdLst/>
            <a:ahLst/>
            <a:rect l="0" t="0" r="r" b="b"/>
            <a:pathLst>
              <a:path w="7" h="10">
                <a:moveTo>
                  <a:pt x="2" y="5"/>
                </a:move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4" y="1"/>
                </a:lnTo>
                <a:lnTo>
                  <a:pt x="5" y="0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2" y="7"/>
                </a:lnTo>
                <a:lnTo>
                  <a:pt x="1" y="9"/>
                </a:lnTo>
                <a:lnTo>
                  <a:pt x="0" y="10"/>
                </a:lnTo>
                <a:lnTo>
                  <a:pt x="0" y="9"/>
                </a:lnTo>
                <a:lnTo>
                  <a:pt x="0" y="7"/>
                </a:lnTo>
                <a:lnTo>
                  <a:pt x="1" y="6"/>
                </a:lnTo>
                <a:lnTo>
                  <a:pt x="2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440" rIns="216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6" name=""/>
          <p:cNvSpPr/>
          <p:nvPr/>
        </p:nvSpPr>
        <p:spPr>
          <a:xfrm>
            <a:off x="7968600" y="2641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7" name=""/>
          <p:cNvSpPr/>
          <p:nvPr/>
        </p:nvSpPr>
        <p:spPr>
          <a:xfrm>
            <a:off x="8023320" y="26409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4" y="5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8" name=""/>
          <p:cNvSpPr/>
          <p:nvPr/>
        </p:nvSpPr>
        <p:spPr>
          <a:xfrm>
            <a:off x="8061120" y="263772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7" y="3"/>
                </a:moveTo>
                <a:lnTo>
                  <a:pt x="8" y="3"/>
                </a:lnTo>
                <a:lnTo>
                  <a:pt x="8" y="4"/>
                </a:lnTo>
                <a:lnTo>
                  <a:pt x="7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7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9" name=""/>
          <p:cNvSpPr/>
          <p:nvPr/>
        </p:nvSpPr>
        <p:spPr>
          <a:xfrm>
            <a:off x="7970400" y="26380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0" name=""/>
          <p:cNvSpPr/>
          <p:nvPr/>
        </p:nvSpPr>
        <p:spPr>
          <a:xfrm>
            <a:off x="8058960" y="26373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5" y="5"/>
                </a:move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1" name=""/>
          <p:cNvSpPr/>
          <p:nvPr/>
        </p:nvSpPr>
        <p:spPr>
          <a:xfrm>
            <a:off x="8062920" y="263448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8" y="4"/>
                </a:moveTo>
                <a:lnTo>
                  <a:pt x="8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8" y="2"/>
                </a:lnTo>
                <a:lnTo>
                  <a:pt x="8" y="3"/>
                </a:lnTo>
                <a:lnTo>
                  <a:pt x="6" y="3"/>
                </a:lnTo>
                <a:lnTo>
                  <a:pt x="8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2" name=""/>
          <p:cNvSpPr/>
          <p:nvPr/>
        </p:nvSpPr>
        <p:spPr>
          <a:xfrm>
            <a:off x="8068320" y="2633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1"/>
                </a:move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3" name=""/>
          <p:cNvSpPr/>
          <p:nvPr/>
        </p:nvSpPr>
        <p:spPr>
          <a:xfrm>
            <a:off x="8066880" y="263376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4" name=""/>
          <p:cNvSpPr/>
          <p:nvPr/>
        </p:nvSpPr>
        <p:spPr>
          <a:xfrm>
            <a:off x="8059320" y="263232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6" y="3"/>
                </a:moveTo>
                <a:lnTo>
                  <a:pt x="7" y="3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5" y="4"/>
                </a:lnTo>
                <a:lnTo>
                  <a:pt x="6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5" name=""/>
          <p:cNvSpPr/>
          <p:nvPr/>
        </p:nvSpPr>
        <p:spPr>
          <a:xfrm>
            <a:off x="8057160" y="26319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3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6" name=""/>
          <p:cNvSpPr/>
          <p:nvPr/>
        </p:nvSpPr>
        <p:spPr>
          <a:xfrm>
            <a:off x="8059320" y="2631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7" name=""/>
          <p:cNvSpPr/>
          <p:nvPr/>
        </p:nvSpPr>
        <p:spPr>
          <a:xfrm>
            <a:off x="8041680" y="26308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1"/>
                </a:move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8" name=""/>
          <p:cNvSpPr/>
          <p:nvPr/>
        </p:nvSpPr>
        <p:spPr>
          <a:xfrm>
            <a:off x="8044560" y="26305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0"/>
                </a:moveTo>
                <a:lnTo>
                  <a:pt x="2" y="1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9" name=""/>
          <p:cNvSpPr/>
          <p:nvPr/>
        </p:nvSpPr>
        <p:spPr>
          <a:xfrm>
            <a:off x="8040960" y="26305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0" name=""/>
          <p:cNvSpPr/>
          <p:nvPr/>
        </p:nvSpPr>
        <p:spPr>
          <a:xfrm>
            <a:off x="8074080" y="26305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2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1" name=""/>
          <p:cNvSpPr/>
          <p:nvPr/>
        </p:nvSpPr>
        <p:spPr>
          <a:xfrm>
            <a:off x="8080920" y="26301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2" name=""/>
          <p:cNvSpPr/>
          <p:nvPr/>
        </p:nvSpPr>
        <p:spPr>
          <a:xfrm>
            <a:off x="8074800" y="2629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3" name=""/>
          <p:cNvSpPr/>
          <p:nvPr/>
        </p:nvSpPr>
        <p:spPr>
          <a:xfrm>
            <a:off x="8081280" y="2629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4" name=""/>
          <p:cNvSpPr/>
          <p:nvPr/>
        </p:nvSpPr>
        <p:spPr>
          <a:xfrm>
            <a:off x="8079840" y="26294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5" name=""/>
          <p:cNvSpPr/>
          <p:nvPr/>
        </p:nvSpPr>
        <p:spPr>
          <a:xfrm>
            <a:off x="8078400" y="2628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6" name=""/>
          <p:cNvSpPr/>
          <p:nvPr/>
        </p:nvSpPr>
        <p:spPr>
          <a:xfrm>
            <a:off x="8059320" y="2627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3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7" name=""/>
          <p:cNvSpPr/>
          <p:nvPr/>
        </p:nvSpPr>
        <p:spPr>
          <a:xfrm>
            <a:off x="8048160" y="2623680"/>
            <a:ext cx="4680" cy="4680"/>
          </a:xfrm>
          <a:custGeom>
            <a:avLst/>
            <a:gdLst/>
            <a:ahLst/>
            <a:rect l="0" t="0" r="r" b="b"/>
            <a:pathLst>
              <a:path w="13" h="13">
                <a:moveTo>
                  <a:pt x="9" y="2"/>
                </a:move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2" y="7"/>
                </a:lnTo>
                <a:lnTo>
                  <a:pt x="11" y="7"/>
                </a:lnTo>
                <a:lnTo>
                  <a:pt x="9" y="8"/>
                </a:lnTo>
                <a:lnTo>
                  <a:pt x="8" y="8"/>
                </a:lnTo>
                <a:lnTo>
                  <a:pt x="8" y="9"/>
                </a:lnTo>
                <a:lnTo>
                  <a:pt x="7" y="10"/>
                </a:lnTo>
                <a:lnTo>
                  <a:pt x="8" y="10"/>
                </a:lnTo>
                <a:lnTo>
                  <a:pt x="8" y="12"/>
                </a:lnTo>
                <a:lnTo>
                  <a:pt x="7" y="12"/>
                </a:lnTo>
                <a:lnTo>
                  <a:pt x="6" y="12"/>
                </a:lnTo>
                <a:lnTo>
                  <a:pt x="5" y="12"/>
                </a:lnTo>
                <a:lnTo>
                  <a:pt x="5" y="13"/>
                </a:lnTo>
                <a:lnTo>
                  <a:pt x="4" y="12"/>
                </a:lnTo>
                <a:lnTo>
                  <a:pt x="4" y="10"/>
                </a:lnTo>
                <a:lnTo>
                  <a:pt x="4" y="9"/>
                </a:lnTo>
                <a:lnTo>
                  <a:pt x="4" y="5"/>
                </a:lnTo>
                <a:lnTo>
                  <a:pt x="4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7" y="0"/>
                </a:lnTo>
                <a:lnTo>
                  <a:pt x="8" y="1"/>
                </a:lnTo>
                <a:lnTo>
                  <a:pt x="10" y="0"/>
                </a:lnTo>
                <a:lnTo>
                  <a:pt x="12" y="4"/>
                </a:lnTo>
                <a:lnTo>
                  <a:pt x="13" y="6"/>
                </a:lnTo>
                <a:lnTo>
                  <a:pt x="12" y="6"/>
                </a:lnTo>
                <a:lnTo>
                  <a:pt x="11" y="4"/>
                </a:lnTo>
                <a:lnTo>
                  <a:pt x="11" y="3"/>
                </a:lnTo>
                <a:lnTo>
                  <a:pt x="9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8" name=""/>
          <p:cNvSpPr/>
          <p:nvPr/>
        </p:nvSpPr>
        <p:spPr>
          <a:xfrm>
            <a:off x="8071920" y="2624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0"/>
                </a:moveTo>
                <a:lnTo>
                  <a:pt x="5" y="1"/>
                </a:ln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9" name=""/>
          <p:cNvSpPr/>
          <p:nvPr/>
        </p:nvSpPr>
        <p:spPr>
          <a:xfrm>
            <a:off x="8059320" y="2624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0" name=""/>
          <p:cNvSpPr/>
          <p:nvPr/>
        </p:nvSpPr>
        <p:spPr>
          <a:xfrm>
            <a:off x="8066880" y="2622600"/>
            <a:ext cx="1800" cy="3240"/>
          </a:xfrm>
          <a:custGeom>
            <a:avLst/>
            <a:gdLst/>
            <a:ahLst/>
            <a:rect l="0" t="0" r="r" b="b"/>
            <a:pathLst>
              <a:path w="5" h="9">
                <a:moveTo>
                  <a:pt x="5" y="7"/>
                </a:moveTo>
                <a:lnTo>
                  <a:pt x="4" y="8"/>
                </a:lnTo>
                <a:lnTo>
                  <a:pt x="4" y="9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5" y="7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080" rIns="21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1" name=""/>
          <p:cNvSpPr/>
          <p:nvPr/>
        </p:nvSpPr>
        <p:spPr>
          <a:xfrm>
            <a:off x="8065440" y="26215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5" y="3"/>
                </a:lnTo>
                <a:lnTo>
                  <a:pt x="5" y="4"/>
                </a:lnTo>
                <a:lnTo>
                  <a:pt x="1" y="3"/>
                </a:lnTo>
                <a:lnTo>
                  <a:pt x="0" y="3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2" name=""/>
          <p:cNvSpPr/>
          <p:nvPr/>
        </p:nvSpPr>
        <p:spPr>
          <a:xfrm>
            <a:off x="8072640" y="26211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4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4" y="3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3" name=""/>
          <p:cNvSpPr/>
          <p:nvPr/>
        </p:nvSpPr>
        <p:spPr>
          <a:xfrm>
            <a:off x="8049600" y="26211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4" name=""/>
          <p:cNvSpPr/>
          <p:nvPr/>
        </p:nvSpPr>
        <p:spPr>
          <a:xfrm>
            <a:off x="8049960" y="26200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5" name=""/>
          <p:cNvSpPr/>
          <p:nvPr/>
        </p:nvSpPr>
        <p:spPr>
          <a:xfrm>
            <a:off x="8073000" y="2620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6" name=""/>
          <p:cNvSpPr/>
          <p:nvPr/>
        </p:nvSpPr>
        <p:spPr>
          <a:xfrm>
            <a:off x="8078400" y="26186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7" name=""/>
          <p:cNvSpPr/>
          <p:nvPr/>
        </p:nvSpPr>
        <p:spPr>
          <a:xfrm>
            <a:off x="8080560" y="26168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5" y="3"/>
                </a:move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3" y="1"/>
                </a:lnTo>
                <a:lnTo>
                  <a:pt x="2" y="1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8" name=""/>
          <p:cNvSpPr/>
          <p:nvPr/>
        </p:nvSpPr>
        <p:spPr>
          <a:xfrm>
            <a:off x="8051400" y="2617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800" rIns="21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9" name=""/>
          <p:cNvSpPr/>
          <p:nvPr/>
        </p:nvSpPr>
        <p:spPr>
          <a:xfrm>
            <a:off x="8050320" y="2614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0" name=""/>
          <p:cNvSpPr/>
          <p:nvPr/>
        </p:nvSpPr>
        <p:spPr>
          <a:xfrm>
            <a:off x="8080920" y="261396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6"/>
                </a:moveTo>
                <a:lnTo>
                  <a:pt x="4" y="6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5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1" name=""/>
          <p:cNvSpPr/>
          <p:nvPr/>
        </p:nvSpPr>
        <p:spPr>
          <a:xfrm>
            <a:off x="8082360" y="2613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2" name=""/>
          <p:cNvSpPr/>
          <p:nvPr/>
        </p:nvSpPr>
        <p:spPr>
          <a:xfrm>
            <a:off x="8068320" y="2607480"/>
            <a:ext cx="14760" cy="12960"/>
          </a:xfrm>
          <a:custGeom>
            <a:avLst/>
            <a:gdLst/>
            <a:ahLst/>
            <a:rect l="0" t="0" r="r" b="b"/>
            <a:pathLst>
              <a:path w="41" h="36">
                <a:moveTo>
                  <a:pt x="40" y="3"/>
                </a:moveTo>
                <a:lnTo>
                  <a:pt x="41" y="3"/>
                </a:lnTo>
                <a:lnTo>
                  <a:pt x="41" y="4"/>
                </a:lnTo>
                <a:lnTo>
                  <a:pt x="40" y="4"/>
                </a:lnTo>
                <a:lnTo>
                  <a:pt x="40" y="5"/>
                </a:lnTo>
                <a:lnTo>
                  <a:pt x="40" y="7"/>
                </a:lnTo>
                <a:lnTo>
                  <a:pt x="40" y="8"/>
                </a:lnTo>
                <a:lnTo>
                  <a:pt x="41" y="8"/>
                </a:lnTo>
                <a:lnTo>
                  <a:pt x="41" y="9"/>
                </a:lnTo>
                <a:lnTo>
                  <a:pt x="40" y="9"/>
                </a:lnTo>
                <a:lnTo>
                  <a:pt x="39" y="9"/>
                </a:lnTo>
                <a:lnTo>
                  <a:pt x="39" y="10"/>
                </a:lnTo>
                <a:lnTo>
                  <a:pt x="38" y="10"/>
                </a:lnTo>
                <a:lnTo>
                  <a:pt x="37" y="10"/>
                </a:lnTo>
                <a:lnTo>
                  <a:pt x="37" y="9"/>
                </a:lnTo>
                <a:lnTo>
                  <a:pt x="36" y="9"/>
                </a:lnTo>
                <a:lnTo>
                  <a:pt x="35" y="9"/>
                </a:lnTo>
                <a:lnTo>
                  <a:pt x="32" y="9"/>
                </a:lnTo>
                <a:lnTo>
                  <a:pt x="32" y="10"/>
                </a:lnTo>
                <a:lnTo>
                  <a:pt x="32" y="11"/>
                </a:lnTo>
                <a:lnTo>
                  <a:pt x="34" y="11"/>
                </a:lnTo>
                <a:lnTo>
                  <a:pt x="32" y="11"/>
                </a:lnTo>
                <a:lnTo>
                  <a:pt x="32" y="12"/>
                </a:lnTo>
                <a:lnTo>
                  <a:pt x="34" y="12"/>
                </a:lnTo>
                <a:lnTo>
                  <a:pt x="35" y="12"/>
                </a:lnTo>
                <a:lnTo>
                  <a:pt x="35" y="13"/>
                </a:lnTo>
                <a:lnTo>
                  <a:pt x="34" y="13"/>
                </a:lnTo>
                <a:lnTo>
                  <a:pt x="34" y="14"/>
                </a:lnTo>
                <a:lnTo>
                  <a:pt x="35" y="14"/>
                </a:lnTo>
                <a:lnTo>
                  <a:pt x="35" y="15"/>
                </a:lnTo>
                <a:lnTo>
                  <a:pt x="35" y="16"/>
                </a:lnTo>
                <a:lnTo>
                  <a:pt x="35" y="18"/>
                </a:lnTo>
                <a:lnTo>
                  <a:pt x="34" y="18"/>
                </a:lnTo>
                <a:lnTo>
                  <a:pt x="32" y="18"/>
                </a:lnTo>
                <a:lnTo>
                  <a:pt x="30" y="17"/>
                </a:lnTo>
                <a:lnTo>
                  <a:pt x="30" y="18"/>
                </a:lnTo>
                <a:lnTo>
                  <a:pt x="29" y="18"/>
                </a:lnTo>
                <a:lnTo>
                  <a:pt x="29" y="19"/>
                </a:lnTo>
                <a:lnTo>
                  <a:pt x="30" y="19"/>
                </a:lnTo>
                <a:lnTo>
                  <a:pt x="30" y="18"/>
                </a:lnTo>
                <a:lnTo>
                  <a:pt x="30" y="19"/>
                </a:lnTo>
                <a:lnTo>
                  <a:pt x="31" y="19"/>
                </a:lnTo>
                <a:lnTo>
                  <a:pt x="31" y="20"/>
                </a:lnTo>
                <a:lnTo>
                  <a:pt x="32" y="21"/>
                </a:lnTo>
                <a:lnTo>
                  <a:pt x="31" y="22"/>
                </a:lnTo>
                <a:lnTo>
                  <a:pt x="30" y="22"/>
                </a:lnTo>
                <a:lnTo>
                  <a:pt x="30" y="23"/>
                </a:lnTo>
                <a:lnTo>
                  <a:pt x="29" y="23"/>
                </a:lnTo>
                <a:lnTo>
                  <a:pt x="29" y="24"/>
                </a:lnTo>
                <a:lnTo>
                  <a:pt x="30" y="24"/>
                </a:lnTo>
                <a:lnTo>
                  <a:pt x="31" y="25"/>
                </a:lnTo>
                <a:lnTo>
                  <a:pt x="32" y="25"/>
                </a:lnTo>
                <a:lnTo>
                  <a:pt x="35" y="25"/>
                </a:lnTo>
                <a:lnTo>
                  <a:pt x="35" y="26"/>
                </a:lnTo>
                <a:lnTo>
                  <a:pt x="34" y="27"/>
                </a:lnTo>
                <a:lnTo>
                  <a:pt x="32" y="28"/>
                </a:lnTo>
                <a:lnTo>
                  <a:pt x="32" y="29"/>
                </a:lnTo>
                <a:lnTo>
                  <a:pt x="31" y="29"/>
                </a:lnTo>
                <a:lnTo>
                  <a:pt x="31" y="28"/>
                </a:lnTo>
                <a:lnTo>
                  <a:pt x="30" y="28"/>
                </a:lnTo>
                <a:lnTo>
                  <a:pt x="30" y="29"/>
                </a:lnTo>
                <a:lnTo>
                  <a:pt x="29" y="29"/>
                </a:lnTo>
                <a:lnTo>
                  <a:pt x="29" y="30"/>
                </a:lnTo>
                <a:lnTo>
                  <a:pt x="28" y="30"/>
                </a:lnTo>
                <a:lnTo>
                  <a:pt x="27" y="29"/>
                </a:lnTo>
                <a:lnTo>
                  <a:pt x="27" y="28"/>
                </a:lnTo>
                <a:lnTo>
                  <a:pt x="28" y="28"/>
                </a:lnTo>
                <a:lnTo>
                  <a:pt x="28" y="27"/>
                </a:lnTo>
                <a:lnTo>
                  <a:pt x="27" y="27"/>
                </a:lnTo>
                <a:lnTo>
                  <a:pt x="26" y="27"/>
                </a:lnTo>
                <a:lnTo>
                  <a:pt x="26" y="26"/>
                </a:lnTo>
                <a:lnTo>
                  <a:pt x="26" y="25"/>
                </a:lnTo>
                <a:lnTo>
                  <a:pt x="27" y="25"/>
                </a:lnTo>
                <a:lnTo>
                  <a:pt x="26" y="24"/>
                </a:lnTo>
                <a:lnTo>
                  <a:pt x="25" y="24"/>
                </a:lnTo>
                <a:lnTo>
                  <a:pt x="24" y="25"/>
                </a:lnTo>
                <a:lnTo>
                  <a:pt x="23" y="25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0" y="26"/>
                </a:lnTo>
                <a:lnTo>
                  <a:pt x="20" y="27"/>
                </a:lnTo>
                <a:lnTo>
                  <a:pt x="18" y="27"/>
                </a:lnTo>
                <a:lnTo>
                  <a:pt x="18" y="28"/>
                </a:lnTo>
                <a:lnTo>
                  <a:pt x="17" y="28"/>
                </a:lnTo>
                <a:lnTo>
                  <a:pt x="16" y="28"/>
                </a:lnTo>
                <a:lnTo>
                  <a:pt x="15" y="29"/>
                </a:lnTo>
                <a:lnTo>
                  <a:pt x="15" y="30"/>
                </a:lnTo>
                <a:lnTo>
                  <a:pt x="16" y="30"/>
                </a:lnTo>
                <a:lnTo>
                  <a:pt x="16" y="29"/>
                </a:lnTo>
                <a:lnTo>
                  <a:pt x="17" y="29"/>
                </a:lnTo>
                <a:lnTo>
                  <a:pt x="17" y="30"/>
                </a:lnTo>
                <a:lnTo>
                  <a:pt x="18" y="30"/>
                </a:lnTo>
                <a:lnTo>
                  <a:pt x="18" y="31"/>
                </a:lnTo>
                <a:lnTo>
                  <a:pt x="17" y="31"/>
                </a:lnTo>
                <a:lnTo>
                  <a:pt x="16" y="31"/>
                </a:lnTo>
                <a:lnTo>
                  <a:pt x="16" y="32"/>
                </a:lnTo>
                <a:lnTo>
                  <a:pt x="15" y="31"/>
                </a:lnTo>
                <a:lnTo>
                  <a:pt x="14" y="32"/>
                </a:lnTo>
                <a:lnTo>
                  <a:pt x="13" y="32"/>
                </a:lnTo>
                <a:lnTo>
                  <a:pt x="13" y="31"/>
                </a:lnTo>
                <a:lnTo>
                  <a:pt x="12" y="31"/>
                </a:lnTo>
                <a:lnTo>
                  <a:pt x="11" y="30"/>
                </a:lnTo>
                <a:lnTo>
                  <a:pt x="11" y="29"/>
                </a:lnTo>
                <a:lnTo>
                  <a:pt x="10" y="29"/>
                </a:lnTo>
                <a:lnTo>
                  <a:pt x="9" y="30"/>
                </a:lnTo>
                <a:lnTo>
                  <a:pt x="8" y="30"/>
                </a:lnTo>
                <a:lnTo>
                  <a:pt x="8" y="31"/>
                </a:lnTo>
                <a:lnTo>
                  <a:pt x="7" y="32"/>
                </a:lnTo>
                <a:lnTo>
                  <a:pt x="6" y="33"/>
                </a:lnTo>
                <a:lnTo>
                  <a:pt x="6" y="34"/>
                </a:lnTo>
                <a:lnTo>
                  <a:pt x="5" y="34"/>
                </a:lnTo>
                <a:lnTo>
                  <a:pt x="5" y="33"/>
                </a:lnTo>
                <a:lnTo>
                  <a:pt x="4" y="33"/>
                </a:lnTo>
                <a:lnTo>
                  <a:pt x="4" y="34"/>
                </a:lnTo>
                <a:lnTo>
                  <a:pt x="3" y="34"/>
                </a:lnTo>
                <a:lnTo>
                  <a:pt x="3" y="36"/>
                </a:lnTo>
                <a:lnTo>
                  <a:pt x="2" y="36"/>
                </a:lnTo>
                <a:lnTo>
                  <a:pt x="2" y="34"/>
                </a:lnTo>
                <a:lnTo>
                  <a:pt x="2" y="33"/>
                </a:lnTo>
                <a:lnTo>
                  <a:pt x="2" y="34"/>
                </a:lnTo>
                <a:lnTo>
                  <a:pt x="2" y="33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0" y="31"/>
                </a:lnTo>
                <a:lnTo>
                  <a:pt x="0" y="30"/>
                </a:lnTo>
                <a:lnTo>
                  <a:pt x="0" y="29"/>
                </a:lnTo>
                <a:lnTo>
                  <a:pt x="0" y="28"/>
                </a:lnTo>
                <a:lnTo>
                  <a:pt x="0" y="27"/>
                </a:lnTo>
                <a:lnTo>
                  <a:pt x="1" y="27"/>
                </a:lnTo>
                <a:lnTo>
                  <a:pt x="1" y="28"/>
                </a:lnTo>
                <a:lnTo>
                  <a:pt x="2" y="28"/>
                </a:lnTo>
                <a:lnTo>
                  <a:pt x="2" y="27"/>
                </a:lnTo>
                <a:lnTo>
                  <a:pt x="2" y="26"/>
                </a:lnTo>
                <a:lnTo>
                  <a:pt x="2" y="25"/>
                </a:lnTo>
                <a:lnTo>
                  <a:pt x="3" y="25"/>
                </a:lnTo>
                <a:lnTo>
                  <a:pt x="4" y="25"/>
                </a:lnTo>
                <a:lnTo>
                  <a:pt x="4" y="24"/>
                </a:lnTo>
                <a:lnTo>
                  <a:pt x="3" y="24"/>
                </a:lnTo>
                <a:lnTo>
                  <a:pt x="4" y="24"/>
                </a:lnTo>
                <a:lnTo>
                  <a:pt x="4" y="23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3" y="22"/>
                </a:lnTo>
                <a:lnTo>
                  <a:pt x="4" y="22"/>
                </a:lnTo>
                <a:lnTo>
                  <a:pt x="5" y="22"/>
                </a:lnTo>
                <a:lnTo>
                  <a:pt x="5" y="21"/>
                </a:lnTo>
                <a:lnTo>
                  <a:pt x="6" y="20"/>
                </a:lnTo>
                <a:lnTo>
                  <a:pt x="8" y="20"/>
                </a:lnTo>
                <a:lnTo>
                  <a:pt x="8" y="19"/>
                </a:lnTo>
                <a:lnTo>
                  <a:pt x="8" y="18"/>
                </a:lnTo>
                <a:lnTo>
                  <a:pt x="9" y="18"/>
                </a:lnTo>
                <a:lnTo>
                  <a:pt x="9" y="17"/>
                </a:lnTo>
                <a:lnTo>
                  <a:pt x="9" y="16"/>
                </a:lnTo>
                <a:lnTo>
                  <a:pt x="10" y="15"/>
                </a:lnTo>
                <a:lnTo>
                  <a:pt x="11" y="15"/>
                </a:lnTo>
                <a:lnTo>
                  <a:pt x="13" y="15"/>
                </a:lnTo>
                <a:lnTo>
                  <a:pt x="14" y="15"/>
                </a:lnTo>
                <a:lnTo>
                  <a:pt x="15" y="15"/>
                </a:lnTo>
                <a:lnTo>
                  <a:pt x="16" y="16"/>
                </a:lnTo>
                <a:lnTo>
                  <a:pt x="16" y="17"/>
                </a:lnTo>
                <a:lnTo>
                  <a:pt x="17" y="17"/>
                </a:lnTo>
                <a:lnTo>
                  <a:pt x="17" y="16"/>
                </a:lnTo>
                <a:lnTo>
                  <a:pt x="17" y="15"/>
                </a:lnTo>
                <a:lnTo>
                  <a:pt x="18" y="14"/>
                </a:lnTo>
                <a:lnTo>
                  <a:pt x="19" y="13"/>
                </a:lnTo>
                <a:lnTo>
                  <a:pt x="20" y="13"/>
                </a:lnTo>
                <a:lnTo>
                  <a:pt x="21" y="13"/>
                </a:lnTo>
                <a:lnTo>
                  <a:pt x="22" y="13"/>
                </a:lnTo>
                <a:lnTo>
                  <a:pt x="23" y="12"/>
                </a:lnTo>
                <a:lnTo>
                  <a:pt x="24" y="12"/>
                </a:lnTo>
                <a:lnTo>
                  <a:pt x="25" y="11"/>
                </a:lnTo>
                <a:lnTo>
                  <a:pt x="26" y="10"/>
                </a:lnTo>
                <a:lnTo>
                  <a:pt x="27" y="10"/>
                </a:lnTo>
                <a:lnTo>
                  <a:pt x="28" y="9"/>
                </a:lnTo>
                <a:lnTo>
                  <a:pt x="28" y="8"/>
                </a:lnTo>
                <a:lnTo>
                  <a:pt x="29" y="8"/>
                </a:lnTo>
                <a:lnTo>
                  <a:pt x="29" y="7"/>
                </a:lnTo>
                <a:lnTo>
                  <a:pt x="31" y="6"/>
                </a:lnTo>
                <a:lnTo>
                  <a:pt x="32" y="5"/>
                </a:lnTo>
                <a:lnTo>
                  <a:pt x="34" y="5"/>
                </a:lnTo>
                <a:lnTo>
                  <a:pt x="34" y="6"/>
                </a:lnTo>
                <a:lnTo>
                  <a:pt x="35" y="6"/>
                </a:lnTo>
                <a:lnTo>
                  <a:pt x="35" y="5"/>
                </a:lnTo>
                <a:lnTo>
                  <a:pt x="35" y="4"/>
                </a:lnTo>
                <a:lnTo>
                  <a:pt x="36" y="4"/>
                </a:lnTo>
                <a:lnTo>
                  <a:pt x="37" y="3"/>
                </a:lnTo>
                <a:lnTo>
                  <a:pt x="38" y="2"/>
                </a:lnTo>
                <a:lnTo>
                  <a:pt x="38" y="0"/>
                </a:lnTo>
                <a:lnTo>
                  <a:pt x="38" y="2"/>
                </a:lnTo>
                <a:lnTo>
                  <a:pt x="39" y="2"/>
                </a:lnTo>
                <a:lnTo>
                  <a:pt x="40" y="2"/>
                </a:lnTo>
                <a:lnTo>
                  <a:pt x="4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3" name=""/>
          <p:cNvSpPr/>
          <p:nvPr/>
        </p:nvSpPr>
        <p:spPr>
          <a:xfrm>
            <a:off x="8081280" y="26118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4" name=""/>
          <p:cNvSpPr/>
          <p:nvPr/>
        </p:nvSpPr>
        <p:spPr>
          <a:xfrm>
            <a:off x="8071560" y="2610000"/>
            <a:ext cx="5400" cy="3240"/>
          </a:xfrm>
          <a:custGeom>
            <a:avLst/>
            <a:gdLst/>
            <a:ahLst/>
            <a:rect l="0" t="0" r="r" b="b"/>
            <a:pathLst>
              <a:path w="15" h="9">
                <a:moveTo>
                  <a:pt x="13" y="0"/>
                </a:moveTo>
                <a:lnTo>
                  <a:pt x="13" y="2"/>
                </a:lnTo>
                <a:lnTo>
                  <a:pt x="15" y="2"/>
                </a:lnTo>
                <a:lnTo>
                  <a:pt x="13" y="3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9" y="7"/>
                </a:lnTo>
                <a:lnTo>
                  <a:pt x="9" y="9"/>
                </a:lnTo>
                <a:lnTo>
                  <a:pt x="8" y="9"/>
                </a:lnTo>
                <a:lnTo>
                  <a:pt x="5" y="7"/>
                </a:lnTo>
                <a:lnTo>
                  <a:pt x="4" y="7"/>
                </a:lnTo>
                <a:lnTo>
                  <a:pt x="3" y="9"/>
                </a:lnTo>
                <a:lnTo>
                  <a:pt x="2" y="9"/>
                </a:lnTo>
                <a:lnTo>
                  <a:pt x="0" y="9"/>
                </a:lnTo>
                <a:lnTo>
                  <a:pt x="0" y="7"/>
                </a:lnTo>
                <a:lnTo>
                  <a:pt x="2" y="6"/>
                </a:lnTo>
                <a:lnTo>
                  <a:pt x="0" y="5"/>
                </a:lnTo>
                <a:lnTo>
                  <a:pt x="0" y="4"/>
                </a:lnTo>
                <a:lnTo>
                  <a:pt x="8" y="0"/>
                </a:lnTo>
                <a:lnTo>
                  <a:pt x="9" y="2"/>
                </a:lnTo>
                <a:lnTo>
                  <a:pt x="10" y="0"/>
                </a:lnTo>
                <a:lnTo>
                  <a:pt x="11" y="0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1" y="2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080" rIns="21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5" name=""/>
          <p:cNvSpPr/>
          <p:nvPr/>
        </p:nvSpPr>
        <p:spPr>
          <a:xfrm>
            <a:off x="8082360" y="2606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6" name=""/>
          <p:cNvSpPr/>
          <p:nvPr/>
        </p:nvSpPr>
        <p:spPr>
          <a:xfrm>
            <a:off x="8070120" y="2606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7" name=""/>
          <p:cNvSpPr/>
          <p:nvPr/>
        </p:nvSpPr>
        <p:spPr>
          <a:xfrm>
            <a:off x="8051400" y="2603160"/>
            <a:ext cx="3600" cy="4320"/>
          </a:xfrm>
          <a:custGeom>
            <a:avLst/>
            <a:gdLst/>
            <a:ahLst/>
            <a:rect l="0" t="0" r="r" b="b"/>
            <a:pathLst>
              <a:path w="10" h="12">
                <a:moveTo>
                  <a:pt x="9" y="4"/>
                </a:moveTo>
                <a:lnTo>
                  <a:pt x="9" y="5"/>
                </a:lnTo>
                <a:lnTo>
                  <a:pt x="10" y="5"/>
                </a:lnTo>
                <a:lnTo>
                  <a:pt x="10" y="6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0"/>
                </a:lnTo>
                <a:lnTo>
                  <a:pt x="7" y="11"/>
                </a:lnTo>
                <a:lnTo>
                  <a:pt x="7" y="10"/>
                </a:lnTo>
                <a:lnTo>
                  <a:pt x="6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1" y="12"/>
                </a:lnTo>
                <a:lnTo>
                  <a:pt x="0" y="9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5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8" y="1"/>
                </a:lnTo>
                <a:lnTo>
                  <a:pt x="9" y="1"/>
                </a:lnTo>
                <a:lnTo>
                  <a:pt x="10" y="3"/>
                </a:lnTo>
                <a:lnTo>
                  <a:pt x="10" y="1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8" name=""/>
          <p:cNvSpPr/>
          <p:nvPr/>
        </p:nvSpPr>
        <p:spPr>
          <a:xfrm>
            <a:off x="8063280" y="260352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5" y="3"/>
                </a:move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5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9" name=""/>
          <p:cNvSpPr/>
          <p:nvPr/>
        </p:nvSpPr>
        <p:spPr>
          <a:xfrm>
            <a:off x="8066160" y="25974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0" name=""/>
          <p:cNvSpPr/>
          <p:nvPr/>
        </p:nvSpPr>
        <p:spPr>
          <a:xfrm>
            <a:off x="8066520" y="259632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1" name=""/>
          <p:cNvSpPr/>
          <p:nvPr/>
        </p:nvSpPr>
        <p:spPr>
          <a:xfrm>
            <a:off x="8051400" y="259236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7" y="3"/>
                </a:moveTo>
                <a:lnTo>
                  <a:pt x="2" y="7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2" y="3"/>
                </a:lnTo>
                <a:lnTo>
                  <a:pt x="4" y="3"/>
                </a:lnTo>
                <a:lnTo>
                  <a:pt x="5" y="0"/>
                </a:lnTo>
                <a:lnTo>
                  <a:pt x="7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2" name=""/>
          <p:cNvSpPr/>
          <p:nvPr/>
        </p:nvSpPr>
        <p:spPr>
          <a:xfrm>
            <a:off x="8047440" y="2582640"/>
            <a:ext cx="9360" cy="11160"/>
          </a:xfrm>
          <a:custGeom>
            <a:avLst/>
            <a:gdLst/>
            <a:ahLst/>
            <a:rect l="0" t="0" r="r" b="b"/>
            <a:pathLst>
              <a:path w="26" h="31">
                <a:moveTo>
                  <a:pt x="13" y="6"/>
                </a:moveTo>
                <a:lnTo>
                  <a:pt x="14" y="6"/>
                </a:lnTo>
                <a:lnTo>
                  <a:pt x="15" y="6"/>
                </a:lnTo>
                <a:lnTo>
                  <a:pt x="16" y="8"/>
                </a:lnTo>
                <a:lnTo>
                  <a:pt x="17" y="8"/>
                </a:lnTo>
                <a:lnTo>
                  <a:pt x="18" y="10"/>
                </a:lnTo>
                <a:lnTo>
                  <a:pt x="19" y="12"/>
                </a:lnTo>
                <a:lnTo>
                  <a:pt x="19" y="13"/>
                </a:lnTo>
                <a:lnTo>
                  <a:pt x="20" y="13"/>
                </a:lnTo>
                <a:lnTo>
                  <a:pt x="18" y="14"/>
                </a:lnTo>
                <a:lnTo>
                  <a:pt x="19" y="14"/>
                </a:lnTo>
                <a:lnTo>
                  <a:pt x="20" y="14"/>
                </a:lnTo>
                <a:lnTo>
                  <a:pt x="21" y="16"/>
                </a:lnTo>
                <a:lnTo>
                  <a:pt x="23" y="20"/>
                </a:lnTo>
                <a:lnTo>
                  <a:pt x="23" y="23"/>
                </a:lnTo>
                <a:lnTo>
                  <a:pt x="24" y="24"/>
                </a:lnTo>
                <a:lnTo>
                  <a:pt x="24" y="25"/>
                </a:lnTo>
                <a:lnTo>
                  <a:pt x="25" y="28"/>
                </a:lnTo>
                <a:lnTo>
                  <a:pt x="25" y="29"/>
                </a:lnTo>
                <a:lnTo>
                  <a:pt x="25" y="30"/>
                </a:lnTo>
                <a:lnTo>
                  <a:pt x="26" y="31"/>
                </a:lnTo>
                <a:lnTo>
                  <a:pt x="25" y="31"/>
                </a:lnTo>
                <a:lnTo>
                  <a:pt x="24" y="30"/>
                </a:lnTo>
                <a:lnTo>
                  <a:pt x="23" y="28"/>
                </a:lnTo>
                <a:lnTo>
                  <a:pt x="21" y="25"/>
                </a:lnTo>
                <a:lnTo>
                  <a:pt x="20" y="24"/>
                </a:lnTo>
                <a:lnTo>
                  <a:pt x="19" y="23"/>
                </a:lnTo>
                <a:lnTo>
                  <a:pt x="18" y="19"/>
                </a:lnTo>
                <a:lnTo>
                  <a:pt x="17" y="18"/>
                </a:lnTo>
                <a:lnTo>
                  <a:pt x="16" y="16"/>
                </a:lnTo>
                <a:lnTo>
                  <a:pt x="17" y="16"/>
                </a:lnTo>
                <a:lnTo>
                  <a:pt x="18" y="15"/>
                </a:lnTo>
                <a:lnTo>
                  <a:pt x="16" y="16"/>
                </a:lnTo>
                <a:lnTo>
                  <a:pt x="14" y="14"/>
                </a:lnTo>
                <a:lnTo>
                  <a:pt x="12" y="12"/>
                </a:lnTo>
                <a:lnTo>
                  <a:pt x="11" y="11"/>
                </a:lnTo>
                <a:lnTo>
                  <a:pt x="10" y="10"/>
                </a:lnTo>
                <a:lnTo>
                  <a:pt x="9" y="9"/>
                </a:lnTo>
                <a:lnTo>
                  <a:pt x="7" y="8"/>
                </a:lnTo>
                <a:lnTo>
                  <a:pt x="6" y="7"/>
                </a:lnTo>
                <a:lnTo>
                  <a:pt x="5" y="8"/>
                </a:lnTo>
                <a:lnTo>
                  <a:pt x="4" y="8"/>
                </a:lnTo>
                <a:lnTo>
                  <a:pt x="3" y="6"/>
                </a:ln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8" y="1"/>
                </a:lnTo>
                <a:lnTo>
                  <a:pt x="10" y="0"/>
                </a:lnTo>
                <a:lnTo>
                  <a:pt x="12" y="2"/>
                </a:lnTo>
                <a:lnTo>
                  <a:pt x="12" y="3"/>
                </a:lnTo>
                <a:lnTo>
                  <a:pt x="13" y="2"/>
                </a:lnTo>
                <a:lnTo>
                  <a:pt x="14" y="3"/>
                </a:lnTo>
                <a:lnTo>
                  <a:pt x="12" y="5"/>
                </a:lnTo>
                <a:lnTo>
                  <a:pt x="13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3" name=""/>
          <p:cNvSpPr/>
          <p:nvPr/>
        </p:nvSpPr>
        <p:spPr>
          <a:xfrm>
            <a:off x="8118360" y="37303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4" name=""/>
          <p:cNvSpPr/>
          <p:nvPr/>
        </p:nvSpPr>
        <p:spPr>
          <a:xfrm>
            <a:off x="8119800" y="3729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5" name=""/>
          <p:cNvSpPr/>
          <p:nvPr/>
        </p:nvSpPr>
        <p:spPr>
          <a:xfrm>
            <a:off x="8117640" y="3596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6" name=""/>
          <p:cNvSpPr/>
          <p:nvPr/>
        </p:nvSpPr>
        <p:spPr>
          <a:xfrm>
            <a:off x="8141040" y="3548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7" name=""/>
          <p:cNvSpPr/>
          <p:nvPr/>
        </p:nvSpPr>
        <p:spPr>
          <a:xfrm>
            <a:off x="8183160" y="3448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8" name=""/>
          <p:cNvSpPr/>
          <p:nvPr/>
        </p:nvSpPr>
        <p:spPr>
          <a:xfrm>
            <a:off x="8172360" y="3403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9" name=""/>
          <p:cNvSpPr/>
          <p:nvPr/>
        </p:nvSpPr>
        <p:spPr>
          <a:xfrm>
            <a:off x="8313120" y="3014280"/>
            <a:ext cx="4680" cy="5760"/>
          </a:xfrm>
          <a:custGeom>
            <a:avLst/>
            <a:gdLst/>
            <a:ahLst/>
            <a:rect l="0" t="0" r="r" b="b"/>
            <a:pathLst>
              <a:path w="13" h="16">
                <a:moveTo>
                  <a:pt x="13" y="8"/>
                </a:moveTo>
                <a:lnTo>
                  <a:pt x="12" y="11"/>
                </a:lnTo>
                <a:lnTo>
                  <a:pt x="10" y="15"/>
                </a:lnTo>
                <a:lnTo>
                  <a:pt x="6" y="16"/>
                </a:lnTo>
                <a:lnTo>
                  <a:pt x="1" y="13"/>
                </a:lnTo>
                <a:lnTo>
                  <a:pt x="0" y="10"/>
                </a:lnTo>
                <a:lnTo>
                  <a:pt x="1" y="6"/>
                </a:lnTo>
                <a:lnTo>
                  <a:pt x="3" y="2"/>
                </a:lnTo>
                <a:lnTo>
                  <a:pt x="6" y="0"/>
                </a:lnTo>
                <a:lnTo>
                  <a:pt x="11" y="1"/>
                </a:lnTo>
                <a:lnTo>
                  <a:pt x="13" y="3"/>
                </a:lnTo>
                <a:lnTo>
                  <a:pt x="13" y="8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0" name=""/>
          <p:cNvSpPr/>
          <p:nvPr/>
        </p:nvSpPr>
        <p:spPr>
          <a:xfrm>
            <a:off x="8084520" y="2832480"/>
            <a:ext cx="9720" cy="6480"/>
          </a:xfrm>
          <a:custGeom>
            <a:avLst/>
            <a:gdLst/>
            <a:ahLst/>
            <a:rect l="0" t="0" r="r" b="b"/>
            <a:pathLst>
              <a:path w="27" h="18">
                <a:moveTo>
                  <a:pt x="25" y="1"/>
                </a:moveTo>
                <a:lnTo>
                  <a:pt x="27" y="5"/>
                </a:lnTo>
                <a:lnTo>
                  <a:pt x="26" y="9"/>
                </a:lnTo>
                <a:lnTo>
                  <a:pt x="24" y="13"/>
                </a:lnTo>
                <a:lnTo>
                  <a:pt x="21" y="16"/>
                </a:lnTo>
                <a:lnTo>
                  <a:pt x="17" y="18"/>
                </a:lnTo>
                <a:lnTo>
                  <a:pt x="13" y="18"/>
                </a:lnTo>
                <a:lnTo>
                  <a:pt x="8" y="17"/>
                </a:lnTo>
                <a:lnTo>
                  <a:pt x="3" y="15"/>
                </a:lnTo>
                <a:lnTo>
                  <a:pt x="0" y="8"/>
                </a:lnTo>
                <a:lnTo>
                  <a:pt x="1" y="4"/>
                </a:lnTo>
                <a:lnTo>
                  <a:pt x="5" y="1"/>
                </a:lnTo>
                <a:lnTo>
                  <a:pt x="10" y="0"/>
                </a:lnTo>
                <a:lnTo>
                  <a:pt x="15" y="0"/>
                </a:lnTo>
                <a:lnTo>
                  <a:pt x="20" y="1"/>
                </a:lnTo>
                <a:lnTo>
                  <a:pt x="25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1" name=""/>
          <p:cNvSpPr/>
          <p:nvPr/>
        </p:nvSpPr>
        <p:spPr>
          <a:xfrm>
            <a:off x="8082000" y="264168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0" y="6"/>
                </a:move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2" name=""/>
          <p:cNvSpPr/>
          <p:nvPr/>
        </p:nvSpPr>
        <p:spPr>
          <a:xfrm>
            <a:off x="8083800" y="263880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6" y="1"/>
                </a:move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7" y="3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3" name=""/>
          <p:cNvSpPr/>
          <p:nvPr/>
        </p:nvSpPr>
        <p:spPr>
          <a:xfrm>
            <a:off x="8089560" y="26341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1"/>
                </a:move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4" name=""/>
          <p:cNvSpPr/>
          <p:nvPr/>
        </p:nvSpPr>
        <p:spPr>
          <a:xfrm>
            <a:off x="8089200" y="263196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9" y="2"/>
                </a:moveTo>
                <a:lnTo>
                  <a:pt x="9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9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5" name=""/>
          <p:cNvSpPr/>
          <p:nvPr/>
        </p:nvSpPr>
        <p:spPr>
          <a:xfrm>
            <a:off x="8092800" y="263088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9" y="3"/>
                </a:moveTo>
                <a:lnTo>
                  <a:pt x="9" y="4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9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6" name=""/>
          <p:cNvSpPr/>
          <p:nvPr/>
        </p:nvSpPr>
        <p:spPr>
          <a:xfrm>
            <a:off x="8095680" y="2626200"/>
            <a:ext cx="6840" cy="4320"/>
          </a:xfrm>
          <a:custGeom>
            <a:avLst/>
            <a:gdLst/>
            <a:ahLst/>
            <a:rect l="0" t="0" r="r" b="b"/>
            <a:pathLst>
              <a:path w="19" h="12">
                <a:moveTo>
                  <a:pt x="17" y="3"/>
                </a:moveTo>
                <a:lnTo>
                  <a:pt x="17" y="5"/>
                </a:lnTo>
                <a:lnTo>
                  <a:pt x="17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4" y="10"/>
                </a:lnTo>
                <a:lnTo>
                  <a:pt x="4" y="11"/>
                </a:lnTo>
                <a:lnTo>
                  <a:pt x="2" y="12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0"/>
                </a:lnTo>
                <a:lnTo>
                  <a:pt x="2" y="9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6" y="8"/>
                </a:lnTo>
                <a:lnTo>
                  <a:pt x="7" y="7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9" y="6"/>
                </a:lnTo>
                <a:lnTo>
                  <a:pt x="10" y="6"/>
                </a:lnTo>
                <a:lnTo>
                  <a:pt x="11" y="5"/>
                </a:lnTo>
                <a:lnTo>
                  <a:pt x="12" y="5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7" y="2"/>
                </a:lnTo>
                <a:lnTo>
                  <a:pt x="16" y="2"/>
                </a:lnTo>
                <a:lnTo>
                  <a:pt x="16" y="1"/>
                </a:lnTo>
                <a:lnTo>
                  <a:pt x="17" y="1"/>
                </a:lnTo>
                <a:lnTo>
                  <a:pt x="17" y="0"/>
                </a:lnTo>
                <a:lnTo>
                  <a:pt x="18" y="0"/>
                </a:lnTo>
                <a:lnTo>
                  <a:pt x="19" y="0"/>
                </a:lnTo>
                <a:lnTo>
                  <a:pt x="19" y="1"/>
                </a:lnTo>
                <a:lnTo>
                  <a:pt x="17" y="2"/>
                </a:lnTo>
                <a:lnTo>
                  <a:pt x="17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7" name=""/>
          <p:cNvSpPr/>
          <p:nvPr/>
        </p:nvSpPr>
        <p:spPr>
          <a:xfrm>
            <a:off x="8081640" y="262476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6" y="5"/>
                </a:move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2"/>
                </a:lnTo>
                <a:lnTo>
                  <a:pt x="7" y="4"/>
                </a:lnTo>
                <a:lnTo>
                  <a:pt x="6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8" name=""/>
          <p:cNvSpPr/>
          <p:nvPr/>
        </p:nvSpPr>
        <p:spPr>
          <a:xfrm>
            <a:off x="8096760" y="26182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4" y="4"/>
                </a:lnTo>
                <a:lnTo>
                  <a:pt x="2" y="6"/>
                </a:lnTo>
                <a:lnTo>
                  <a:pt x="1" y="6"/>
                </a:lnTo>
                <a:lnTo>
                  <a:pt x="2" y="6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9" name=""/>
          <p:cNvSpPr/>
          <p:nvPr/>
        </p:nvSpPr>
        <p:spPr>
          <a:xfrm>
            <a:off x="8096400" y="26175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3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0" name=""/>
          <p:cNvSpPr/>
          <p:nvPr/>
        </p:nvSpPr>
        <p:spPr>
          <a:xfrm>
            <a:off x="8098920" y="2617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1" name=""/>
          <p:cNvSpPr/>
          <p:nvPr/>
        </p:nvSpPr>
        <p:spPr>
          <a:xfrm>
            <a:off x="8086320" y="2615040"/>
            <a:ext cx="4320" cy="4680"/>
          </a:xfrm>
          <a:custGeom>
            <a:avLst/>
            <a:gdLst/>
            <a:ahLst/>
            <a:rect l="0" t="0" r="r" b="b"/>
            <a:pathLst>
              <a:path w="12" h="13">
                <a:moveTo>
                  <a:pt x="4" y="2"/>
                </a:moveTo>
                <a:lnTo>
                  <a:pt x="5" y="4"/>
                </a:lnTo>
                <a:lnTo>
                  <a:pt x="4" y="4"/>
                </a:lnTo>
                <a:lnTo>
                  <a:pt x="5" y="5"/>
                </a:lnTo>
                <a:lnTo>
                  <a:pt x="7" y="5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5" y="7"/>
                </a:lnTo>
                <a:lnTo>
                  <a:pt x="7" y="8"/>
                </a:lnTo>
                <a:lnTo>
                  <a:pt x="7" y="7"/>
                </a:lnTo>
                <a:lnTo>
                  <a:pt x="8" y="7"/>
                </a:lnTo>
                <a:lnTo>
                  <a:pt x="9" y="6"/>
                </a:lnTo>
                <a:lnTo>
                  <a:pt x="9" y="7"/>
                </a:lnTo>
                <a:lnTo>
                  <a:pt x="10" y="6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1" y="7"/>
                </a:lnTo>
                <a:lnTo>
                  <a:pt x="10" y="8"/>
                </a:lnTo>
                <a:lnTo>
                  <a:pt x="9" y="9"/>
                </a:lnTo>
                <a:lnTo>
                  <a:pt x="10" y="10"/>
                </a:lnTo>
                <a:lnTo>
                  <a:pt x="11" y="12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8" y="10"/>
                </a:lnTo>
                <a:lnTo>
                  <a:pt x="8" y="11"/>
                </a:lnTo>
                <a:lnTo>
                  <a:pt x="9" y="12"/>
                </a:lnTo>
                <a:lnTo>
                  <a:pt x="9" y="13"/>
                </a:lnTo>
                <a:lnTo>
                  <a:pt x="8" y="13"/>
                </a:lnTo>
                <a:lnTo>
                  <a:pt x="8" y="12"/>
                </a:lnTo>
                <a:lnTo>
                  <a:pt x="7" y="12"/>
                </a:lnTo>
                <a:lnTo>
                  <a:pt x="7" y="13"/>
                </a:lnTo>
                <a:lnTo>
                  <a:pt x="5" y="13"/>
                </a:lnTo>
                <a:lnTo>
                  <a:pt x="5" y="12"/>
                </a:lnTo>
                <a:lnTo>
                  <a:pt x="5" y="13"/>
                </a:lnTo>
                <a:lnTo>
                  <a:pt x="4" y="13"/>
                </a:lnTo>
                <a:lnTo>
                  <a:pt x="3" y="13"/>
                </a:lnTo>
                <a:lnTo>
                  <a:pt x="3" y="12"/>
                </a:lnTo>
                <a:lnTo>
                  <a:pt x="3" y="11"/>
                </a:lnTo>
                <a:lnTo>
                  <a:pt x="4" y="11"/>
                </a:lnTo>
                <a:lnTo>
                  <a:pt x="4" y="8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2" name=""/>
          <p:cNvSpPr/>
          <p:nvPr/>
        </p:nvSpPr>
        <p:spPr>
          <a:xfrm>
            <a:off x="8089200" y="2614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2"/>
                </a:lnTo>
                <a:lnTo>
                  <a:pt x="1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3" name=""/>
          <p:cNvSpPr/>
          <p:nvPr/>
        </p:nvSpPr>
        <p:spPr>
          <a:xfrm>
            <a:off x="8087040" y="2610720"/>
            <a:ext cx="10800" cy="7200"/>
          </a:xfrm>
          <a:custGeom>
            <a:avLst/>
            <a:gdLst/>
            <a:ahLst/>
            <a:rect l="0" t="0" r="r" b="b"/>
            <a:pathLst>
              <a:path w="30" h="20">
                <a:moveTo>
                  <a:pt x="23" y="1"/>
                </a:moveTo>
                <a:lnTo>
                  <a:pt x="24" y="1"/>
                </a:lnTo>
                <a:lnTo>
                  <a:pt x="24" y="2"/>
                </a:lnTo>
                <a:lnTo>
                  <a:pt x="25" y="2"/>
                </a:lnTo>
                <a:lnTo>
                  <a:pt x="25" y="3"/>
                </a:lnTo>
                <a:lnTo>
                  <a:pt x="25" y="4"/>
                </a:lnTo>
                <a:lnTo>
                  <a:pt x="26" y="4"/>
                </a:lnTo>
                <a:lnTo>
                  <a:pt x="28" y="5"/>
                </a:lnTo>
                <a:lnTo>
                  <a:pt x="28" y="6"/>
                </a:lnTo>
                <a:lnTo>
                  <a:pt x="28" y="8"/>
                </a:lnTo>
                <a:lnTo>
                  <a:pt x="27" y="8"/>
                </a:lnTo>
                <a:lnTo>
                  <a:pt x="26" y="8"/>
                </a:lnTo>
                <a:lnTo>
                  <a:pt x="26" y="9"/>
                </a:lnTo>
                <a:lnTo>
                  <a:pt x="27" y="9"/>
                </a:lnTo>
                <a:lnTo>
                  <a:pt x="28" y="10"/>
                </a:lnTo>
                <a:lnTo>
                  <a:pt x="28" y="11"/>
                </a:lnTo>
                <a:lnTo>
                  <a:pt x="27" y="12"/>
                </a:lnTo>
                <a:lnTo>
                  <a:pt x="28" y="13"/>
                </a:lnTo>
                <a:lnTo>
                  <a:pt x="28" y="14"/>
                </a:lnTo>
                <a:lnTo>
                  <a:pt x="28" y="15"/>
                </a:lnTo>
                <a:lnTo>
                  <a:pt x="29" y="15"/>
                </a:lnTo>
                <a:lnTo>
                  <a:pt x="30" y="17"/>
                </a:lnTo>
                <a:lnTo>
                  <a:pt x="29" y="17"/>
                </a:lnTo>
                <a:lnTo>
                  <a:pt x="28" y="17"/>
                </a:lnTo>
                <a:lnTo>
                  <a:pt x="27" y="17"/>
                </a:lnTo>
                <a:lnTo>
                  <a:pt x="26" y="17"/>
                </a:lnTo>
                <a:lnTo>
                  <a:pt x="26" y="15"/>
                </a:lnTo>
                <a:lnTo>
                  <a:pt x="26" y="14"/>
                </a:lnTo>
                <a:lnTo>
                  <a:pt x="25" y="14"/>
                </a:lnTo>
                <a:lnTo>
                  <a:pt x="25" y="13"/>
                </a:lnTo>
                <a:lnTo>
                  <a:pt x="25" y="12"/>
                </a:lnTo>
                <a:lnTo>
                  <a:pt x="24" y="12"/>
                </a:lnTo>
                <a:lnTo>
                  <a:pt x="24" y="11"/>
                </a:lnTo>
                <a:lnTo>
                  <a:pt x="24" y="10"/>
                </a:lnTo>
                <a:lnTo>
                  <a:pt x="23" y="10"/>
                </a:lnTo>
                <a:lnTo>
                  <a:pt x="22" y="9"/>
                </a:lnTo>
                <a:lnTo>
                  <a:pt x="21" y="9"/>
                </a:lnTo>
                <a:lnTo>
                  <a:pt x="22" y="9"/>
                </a:lnTo>
                <a:lnTo>
                  <a:pt x="22" y="10"/>
                </a:lnTo>
                <a:lnTo>
                  <a:pt x="23" y="10"/>
                </a:lnTo>
                <a:lnTo>
                  <a:pt x="23" y="11"/>
                </a:lnTo>
                <a:lnTo>
                  <a:pt x="23" y="12"/>
                </a:lnTo>
                <a:lnTo>
                  <a:pt x="22" y="12"/>
                </a:lnTo>
                <a:lnTo>
                  <a:pt x="22" y="11"/>
                </a:lnTo>
                <a:lnTo>
                  <a:pt x="22" y="12"/>
                </a:lnTo>
                <a:lnTo>
                  <a:pt x="21" y="13"/>
                </a:lnTo>
                <a:lnTo>
                  <a:pt x="20" y="14"/>
                </a:lnTo>
                <a:lnTo>
                  <a:pt x="21" y="14"/>
                </a:lnTo>
                <a:lnTo>
                  <a:pt x="21" y="15"/>
                </a:lnTo>
                <a:lnTo>
                  <a:pt x="22" y="15"/>
                </a:lnTo>
                <a:lnTo>
                  <a:pt x="22" y="17"/>
                </a:lnTo>
                <a:lnTo>
                  <a:pt x="21" y="17"/>
                </a:lnTo>
                <a:lnTo>
                  <a:pt x="22" y="17"/>
                </a:lnTo>
                <a:lnTo>
                  <a:pt x="22" y="18"/>
                </a:lnTo>
                <a:lnTo>
                  <a:pt x="22" y="19"/>
                </a:lnTo>
                <a:lnTo>
                  <a:pt x="23" y="19"/>
                </a:lnTo>
                <a:lnTo>
                  <a:pt x="23" y="20"/>
                </a:lnTo>
                <a:lnTo>
                  <a:pt x="22" y="20"/>
                </a:lnTo>
                <a:lnTo>
                  <a:pt x="21" y="20"/>
                </a:lnTo>
                <a:lnTo>
                  <a:pt x="20" y="20"/>
                </a:lnTo>
                <a:lnTo>
                  <a:pt x="20" y="19"/>
                </a:lnTo>
                <a:lnTo>
                  <a:pt x="20" y="18"/>
                </a:lnTo>
                <a:lnTo>
                  <a:pt x="20" y="17"/>
                </a:lnTo>
                <a:lnTo>
                  <a:pt x="21" y="17"/>
                </a:lnTo>
                <a:lnTo>
                  <a:pt x="21" y="15"/>
                </a:lnTo>
                <a:lnTo>
                  <a:pt x="20" y="15"/>
                </a:lnTo>
                <a:lnTo>
                  <a:pt x="20" y="14"/>
                </a:lnTo>
                <a:lnTo>
                  <a:pt x="19" y="15"/>
                </a:lnTo>
                <a:lnTo>
                  <a:pt x="19" y="17"/>
                </a:lnTo>
                <a:lnTo>
                  <a:pt x="18" y="17"/>
                </a:lnTo>
                <a:lnTo>
                  <a:pt x="17" y="17"/>
                </a:lnTo>
                <a:lnTo>
                  <a:pt x="17" y="15"/>
                </a:lnTo>
                <a:lnTo>
                  <a:pt x="18" y="15"/>
                </a:lnTo>
                <a:lnTo>
                  <a:pt x="18" y="14"/>
                </a:lnTo>
                <a:lnTo>
                  <a:pt x="17" y="14"/>
                </a:lnTo>
                <a:lnTo>
                  <a:pt x="16" y="14"/>
                </a:lnTo>
                <a:lnTo>
                  <a:pt x="17" y="13"/>
                </a:lnTo>
                <a:lnTo>
                  <a:pt x="17" y="14"/>
                </a:lnTo>
                <a:lnTo>
                  <a:pt x="17" y="13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5" y="10"/>
                </a:lnTo>
                <a:lnTo>
                  <a:pt x="15" y="9"/>
                </a:lnTo>
                <a:lnTo>
                  <a:pt x="14" y="10"/>
                </a:lnTo>
                <a:lnTo>
                  <a:pt x="13" y="10"/>
                </a:lnTo>
                <a:lnTo>
                  <a:pt x="13" y="11"/>
                </a:lnTo>
                <a:lnTo>
                  <a:pt x="13" y="12"/>
                </a:lnTo>
                <a:lnTo>
                  <a:pt x="12" y="13"/>
                </a:lnTo>
                <a:lnTo>
                  <a:pt x="11" y="13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0" y="10"/>
                </a:lnTo>
                <a:lnTo>
                  <a:pt x="4" y="10"/>
                </a:lnTo>
                <a:lnTo>
                  <a:pt x="3" y="9"/>
                </a:lnTo>
                <a:lnTo>
                  <a:pt x="3" y="8"/>
                </a:lnTo>
                <a:lnTo>
                  <a:pt x="2" y="7"/>
                </a:lnTo>
                <a:lnTo>
                  <a:pt x="2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7" y="2"/>
                </a:lnTo>
                <a:lnTo>
                  <a:pt x="9" y="2"/>
                </a:lnTo>
                <a:lnTo>
                  <a:pt x="12" y="2"/>
                </a:lnTo>
                <a:lnTo>
                  <a:pt x="13" y="2"/>
                </a:lnTo>
                <a:lnTo>
                  <a:pt x="15" y="1"/>
                </a:lnTo>
                <a:lnTo>
                  <a:pt x="15" y="0"/>
                </a:lnTo>
                <a:lnTo>
                  <a:pt x="18" y="0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1" y="1"/>
                </a:lnTo>
                <a:lnTo>
                  <a:pt x="22" y="1"/>
                </a:lnTo>
                <a:lnTo>
                  <a:pt x="23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4" name=""/>
          <p:cNvSpPr/>
          <p:nvPr/>
        </p:nvSpPr>
        <p:spPr>
          <a:xfrm>
            <a:off x="8098560" y="2612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1" y="5"/>
                </a:lnTo>
                <a:lnTo>
                  <a:pt x="0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5" name=""/>
          <p:cNvSpPr/>
          <p:nvPr/>
        </p:nvSpPr>
        <p:spPr>
          <a:xfrm>
            <a:off x="8103240" y="2607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6" name=""/>
          <p:cNvSpPr/>
          <p:nvPr/>
        </p:nvSpPr>
        <p:spPr>
          <a:xfrm>
            <a:off x="8102520" y="2607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7" name=""/>
          <p:cNvSpPr/>
          <p:nvPr/>
        </p:nvSpPr>
        <p:spPr>
          <a:xfrm>
            <a:off x="8098560" y="2607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8" name=""/>
          <p:cNvSpPr/>
          <p:nvPr/>
        </p:nvSpPr>
        <p:spPr>
          <a:xfrm>
            <a:off x="8083800" y="260604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7" y="2"/>
                </a:moveTo>
                <a:lnTo>
                  <a:pt x="8" y="4"/>
                </a:lnTo>
                <a:lnTo>
                  <a:pt x="8" y="5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4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080" rIns="21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9" name=""/>
          <p:cNvSpPr/>
          <p:nvPr/>
        </p:nvSpPr>
        <p:spPr>
          <a:xfrm>
            <a:off x="8100360" y="2606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3"/>
                </a:move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0" name=""/>
          <p:cNvSpPr/>
          <p:nvPr/>
        </p:nvSpPr>
        <p:spPr>
          <a:xfrm>
            <a:off x="8103240" y="26060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1" name=""/>
          <p:cNvSpPr/>
          <p:nvPr/>
        </p:nvSpPr>
        <p:spPr>
          <a:xfrm>
            <a:off x="8098920" y="2603520"/>
            <a:ext cx="2880" cy="3240"/>
          </a:xfrm>
          <a:custGeom>
            <a:avLst/>
            <a:gdLst/>
            <a:ahLst/>
            <a:rect l="0" t="0" r="r" b="b"/>
            <a:pathLst>
              <a:path w="8" h="9">
                <a:moveTo>
                  <a:pt x="5" y="5"/>
                </a:moveTo>
                <a:lnTo>
                  <a:pt x="6" y="5"/>
                </a:lnTo>
                <a:lnTo>
                  <a:pt x="6" y="6"/>
                </a:lnTo>
                <a:lnTo>
                  <a:pt x="8" y="7"/>
                </a:lnTo>
                <a:lnTo>
                  <a:pt x="6" y="8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4" y="9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080" rIns="21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2" name=""/>
          <p:cNvSpPr/>
          <p:nvPr/>
        </p:nvSpPr>
        <p:spPr>
          <a:xfrm>
            <a:off x="8098200" y="2603880"/>
            <a:ext cx="1440" cy="2520"/>
          </a:xfrm>
          <a:custGeom>
            <a:avLst/>
            <a:gdLst/>
            <a:ahLst/>
            <a:rect l="0" t="0" r="r" b="b"/>
            <a:pathLst>
              <a:path w="4" h="7">
                <a:moveTo>
                  <a:pt x="2" y="2"/>
                </a:moveTo>
                <a:lnTo>
                  <a:pt x="2" y="3"/>
                </a:lnTo>
                <a:lnTo>
                  <a:pt x="4" y="5"/>
                </a:lnTo>
                <a:lnTo>
                  <a:pt x="4" y="7"/>
                </a:lnTo>
                <a:lnTo>
                  <a:pt x="2" y="7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3" name=""/>
          <p:cNvSpPr/>
          <p:nvPr/>
        </p:nvSpPr>
        <p:spPr>
          <a:xfrm>
            <a:off x="8100360" y="2603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4" name=""/>
          <p:cNvSpPr/>
          <p:nvPr/>
        </p:nvSpPr>
        <p:spPr>
          <a:xfrm>
            <a:off x="8121600" y="25963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1"/>
                </a:move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5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5" name=""/>
          <p:cNvSpPr/>
          <p:nvPr/>
        </p:nvSpPr>
        <p:spPr>
          <a:xfrm>
            <a:off x="8101800" y="2595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0"/>
                </a:move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6" name=""/>
          <p:cNvSpPr/>
          <p:nvPr/>
        </p:nvSpPr>
        <p:spPr>
          <a:xfrm>
            <a:off x="8119800" y="259452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7" y="1"/>
                </a:moveTo>
                <a:lnTo>
                  <a:pt x="8" y="1"/>
                </a:lnTo>
                <a:lnTo>
                  <a:pt x="8" y="2"/>
                </a:lnTo>
                <a:lnTo>
                  <a:pt x="7" y="4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7" name=""/>
          <p:cNvSpPr/>
          <p:nvPr/>
        </p:nvSpPr>
        <p:spPr>
          <a:xfrm>
            <a:off x="8101800" y="2594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8" name=""/>
          <p:cNvSpPr/>
          <p:nvPr/>
        </p:nvSpPr>
        <p:spPr>
          <a:xfrm>
            <a:off x="8097840" y="25930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5"/>
                </a:moveTo>
                <a:lnTo>
                  <a:pt x="2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9" name=""/>
          <p:cNvSpPr/>
          <p:nvPr/>
        </p:nvSpPr>
        <p:spPr>
          <a:xfrm>
            <a:off x="8098200" y="2592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3"/>
                </a:move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0" name=""/>
          <p:cNvSpPr/>
          <p:nvPr/>
        </p:nvSpPr>
        <p:spPr>
          <a:xfrm>
            <a:off x="8096760" y="259092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4" y="2"/>
                </a:move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3"/>
                </a:lnTo>
                <a:lnTo>
                  <a:pt x="4" y="3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4" y="5"/>
                </a:lnTo>
                <a:lnTo>
                  <a:pt x="5" y="5"/>
                </a:lnTo>
                <a:lnTo>
                  <a:pt x="5" y="7"/>
                </a:lnTo>
                <a:lnTo>
                  <a:pt x="4" y="5"/>
                </a:lnTo>
                <a:lnTo>
                  <a:pt x="3" y="5"/>
                </a:lnTo>
                <a:lnTo>
                  <a:pt x="3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3" y="4"/>
                </a:ln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1" name=""/>
          <p:cNvSpPr/>
          <p:nvPr/>
        </p:nvSpPr>
        <p:spPr>
          <a:xfrm>
            <a:off x="8106120" y="25902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3"/>
                </a:move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lnTo>
                  <a:pt x="4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2" name=""/>
          <p:cNvSpPr/>
          <p:nvPr/>
        </p:nvSpPr>
        <p:spPr>
          <a:xfrm>
            <a:off x="8134560" y="25902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0"/>
                </a:moveTo>
                <a:lnTo>
                  <a:pt x="5" y="1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3" name=""/>
          <p:cNvSpPr/>
          <p:nvPr/>
        </p:nvSpPr>
        <p:spPr>
          <a:xfrm>
            <a:off x="8120160" y="258624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1"/>
                </a:moveTo>
                <a:lnTo>
                  <a:pt x="1" y="1"/>
                </a:lnTo>
                <a:lnTo>
                  <a:pt x="3" y="1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4" name=""/>
          <p:cNvSpPr/>
          <p:nvPr/>
        </p:nvSpPr>
        <p:spPr>
          <a:xfrm>
            <a:off x="8125920" y="25855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5" name=""/>
          <p:cNvSpPr/>
          <p:nvPr/>
        </p:nvSpPr>
        <p:spPr>
          <a:xfrm>
            <a:off x="8120520" y="25804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6" name=""/>
          <p:cNvSpPr/>
          <p:nvPr/>
        </p:nvSpPr>
        <p:spPr>
          <a:xfrm>
            <a:off x="8117280" y="25804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0"/>
                </a:moveTo>
                <a:lnTo>
                  <a:pt x="5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7" name=""/>
          <p:cNvSpPr/>
          <p:nvPr/>
        </p:nvSpPr>
        <p:spPr>
          <a:xfrm>
            <a:off x="8120160" y="2579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8" name=""/>
          <p:cNvSpPr/>
          <p:nvPr/>
        </p:nvSpPr>
        <p:spPr>
          <a:xfrm>
            <a:off x="8115840" y="257760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9" name=""/>
          <p:cNvSpPr/>
          <p:nvPr/>
        </p:nvSpPr>
        <p:spPr>
          <a:xfrm>
            <a:off x="8183520" y="25750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800" rIns="21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0" name=""/>
          <p:cNvSpPr/>
          <p:nvPr/>
        </p:nvSpPr>
        <p:spPr>
          <a:xfrm>
            <a:off x="8139240" y="257364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5" y="7"/>
                </a:moveTo>
                <a:lnTo>
                  <a:pt x="4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7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1" name=""/>
          <p:cNvSpPr/>
          <p:nvPr/>
        </p:nvSpPr>
        <p:spPr>
          <a:xfrm>
            <a:off x="8156520" y="2571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2" name=""/>
          <p:cNvSpPr/>
          <p:nvPr/>
        </p:nvSpPr>
        <p:spPr>
          <a:xfrm>
            <a:off x="8150760" y="2568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3" name=""/>
          <p:cNvSpPr/>
          <p:nvPr/>
        </p:nvSpPr>
        <p:spPr>
          <a:xfrm>
            <a:off x="8163720" y="2558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4" name=""/>
          <p:cNvSpPr/>
          <p:nvPr/>
        </p:nvSpPr>
        <p:spPr>
          <a:xfrm>
            <a:off x="8294400" y="2517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5" name=""/>
          <p:cNvSpPr/>
          <p:nvPr/>
        </p:nvSpPr>
        <p:spPr>
          <a:xfrm>
            <a:off x="8295480" y="25160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6" name=""/>
          <p:cNvSpPr/>
          <p:nvPr/>
        </p:nvSpPr>
        <p:spPr>
          <a:xfrm>
            <a:off x="8269920" y="2502720"/>
            <a:ext cx="14400" cy="7200"/>
          </a:xfrm>
          <a:custGeom>
            <a:avLst/>
            <a:gdLst/>
            <a:ahLst/>
            <a:rect l="0" t="0" r="r" b="b"/>
            <a:pathLst>
              <a:path w="40" h="20">
                <a:moveTo>
                  <a:pt x="35" y="3"/>
                </a:moveTo>
                <a:lnTo>
                  <a:pt x="34" y="3"/>
                </a:lnTo>
                <a:lnTo>
                  <a:pt x="34" y="4"/>
                </a:lnTo>
                <a:lnTo>
                  <a:pt x="33" y="4"/>
                </a:lnTo>
                <a:lnTo>
                  <a:pt x="33" y="6"/>
                </a:lnTo>
                <a:lnTo>
                  <a:pt x="34" y="6"/>
                </a:lnTo>
                <a:lnTo>
                  <a:pt x="34" y="7"/>
                </a:lnTo>
                <a:lnTo>
                  <a:pt x="35" y="7"/>
                </a:lnTo>
                <a:lnTo>
                  <a:pt x="36" y="7"/>
                </a:lnTo>
                <a:lnTo>
                  <a:pt x="36" y="6"/>
                </a:lnTo>
                <a:lnTo>
                  <a:pt x="38" y="6"/>
                </a:lnTo>
                <a:lnTo>
                  <a:pt x="38" y="7"/>
                </a:lnTo>
                <a:lnTo>
                  <a:pt x="39" y="8"/>
                </a:lnTo>
                <a:lnTo>
                  <a:pt x="40" y="8"/>
                </a:lnTo>
                <a:lnTo>
                  <a:pt x="40" y="9"/>
                </a:lnTo>
                <a:lnTo>
                  <a:pt x="39" y="9"/>
                </a:lnTo>
                <a:lnTo>
                  <a:pt x="39" y="10"/>
                </a:lnTo>
                <a:lnTo>
                  <a:pt x="39" y="9"/>
                </a:lnTo>
                <a:lnTo>
                  <a:pt x="38" y="9"/>
                </a:lnTo>
                <a:lnTo>
                  <a:pt x="36" y="9"/>
                </a:lnTo>
                <a:lnTo>
                  <a:pt x="36" y="10"/>
                </a:lnTo>
                <a:lnTo>
                  <a:pt x="36" y="11"/>
                </a:lnTo>
                <a:lnTo>
                  <a:pt x="38" y="12"/>
                </a:lnTo>
                <a:lnTo>
                  <a:pt x="38" y="13"/>
                </a:lnTo>
                <a:lnTo>
                  <a:pt x="36" y="13"/>
                </a:lnTo>
                <a:lnTo>
                  <a:pt x="36" y="14"/>
                </a:lnTo>
                <a:lnTo>
                  <a:pt x="38" y="14"/>
                </a:lnTo>
                <a:lnTo>
                  <a:pt x="39" y="14"/>
                </a:lnTo>
                <a:lnTo>
                  <a:pt x="39" y="15"/>
                </a:lnTo>
                <a:lnTo>
                  <a:pt x="39" y="17"/>
                </a:lnTo>
                <a:lnTo>
                  <a:pt x="39" y="18"/>
                </a:lnTo>
                <a:lnTo>
                  <a:pt x="38" y="19"/>
                </a:lnTo>
                <a:lnTo>
                  <a:pt x="38" y="18"/>
                </a:lnTo>
                <a:lnTo>
                  <a:pt x="36" y="18"/>
                </a:lnTo>
                <a:lnTo>
                  <a:pt x="36" y="19"/>
                </a:lnTo>
                <a:lnTo>
                  <a:pt x="36" y="20"/>
                </a:lnTo>
                <a:lnTo>
                  <a:pt x="35" y="20"/>
                </a:lnTo>
                <a:lnTo>
                  <a:pt x="35" y="19"/>
                </a:lnTo>
                <a:lnTo>
                  <a:pt x="34" y="19"/>
                </a:lnTo>
                <a:lnTo>
                  <a:pt x="35" y="19"/>
                </a:lnTo>
                <a:lnTo>
                  <a:pt x="34" y="18"/>
                </a:lnTo>
                <a:lnTo>
                  <a:pt x="33" y="18"/>
                </a:lnTo>
                <a:lnTo>
                  <a:pt x="32" y="19"/>
                </a:lnTo>
                <a:lnTo>
                  <a:pt x="32" y="20"/>
                </a:lnTo>
                <a:lnTo>
                  <a:pt x="31" y="20"/>
                </a:lnTo>
                <a:lnTo>
                  <a:pt x="31" y="19"/>
                </a:lnTo>
                <a:lnTo>
                  <a:pt x="31" y="18"/>
                </a:lnTo>
                <a:lnTo>
                  <a:pt x="30" y="18"/>
                </a:lnTo>
                <a:lnTo>
                  <a:pt x="30" y="17"/>
                </a:lnTo>
                <a:lnTo>
                  <a:pt x="28" y="17"/>
                </a:lnTo>
                <a:lnTo>
                  <a:pt x="27" y="17"/>
                </a:lnTo>
                <a:lnTo>
                  <a:pt x="26" y="17"/>
                </a:lnTo>
                <a:lnTo>
                  <a:pt x="25" y="18"/>
                </a:lnTo>
                <a:lnTo>
                  <a:pt x="24" y="18"/>
                </a:lnTo>
                <a:lnTo>
                  <a:pt x="23" y="18"/>
                </a:lnTo>
                <a:lnTo>
                  <a:pt x="23" y="19"/>
                </a:lnTo>
                <a:lnTo>
                  <a:pt x="22" y="19"/>
                </a:lnTo>
                <a:lnTo>
                  <a:pt x="22" y="20"/>
                </a:lnTo>
                <a:lnTo>
                  <a:pt x="21" y="20"/>
                </a:lnTo>
                <a:lnTo>
                  <a:pt x="21" y="19"/>
                </a:lnTo>
                <a:lnTo>
                  <a:pt x="20" y="19"/>
                </a:lnTo>
                <a:lnTo>
                  <a:pt x="19" y="19"/>
                </a:lnTo>
                <a:lnTo>
                  <a:pt x="18" y="19"/>
                </a:lnTo>
                <a:lnTo>
                  <a:pt x="17" y="19"/>
                </a:lnTo>
                <a:lnTo>
                  <a:pt x="17" y="18"/>
                </a:lnTo>
                <a:lnTo>
                  <a:pt x="17" y="17"/>
                </a:lnTo>
                <a:lnTo>
                  <a:pt x="16" y="17"/>
                </a:lnTo>
                <a:lnTo>
                  <a:pt x="15" y="17"/>
                </a:lnTo>
                <a:lnTo>
                  <a:pt x="13" y="18"/>
                </a:lnTo>
                <a:lnTo>
                  <a:pt x="12" y="18"/>
                </a:lnTo>
                <a:lnTo>
                  <a:pt x="11" y="18"/>
                </a:lnTo>
                <a:lnTo>
                  <a:pt x="9" y="18"/>
                </a:lnTo>
                <a:lnTo>
                  <a:pt x="8" y="18"/>
                </a:lnTo>
                <a:lnTo>
                  <a:pt x="7" y="18"/>
                </a:lnTo>
                <a:lnTo>
                  <a:pt x="6" y="18"/>
                </a:lnTo>
                <a:lnTo>
                  <a:pt x="5" y="18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6"/>
                </a:lnTo>
                <a:lnTo>
                  <a:pt x="1" y="15"/>
                </a:lnTo>
                <a:lnTo>
                  <a:pt x="2" y="13"/>
                </a:lnTo>
                <a:lnTo>
                  <a:pt x="3" y="12"/>
                </a:lnTo>
                <a:lnTo>
                  <a:pt x="4" y="12"/>
                </a:lnTo>
                <a:lnTo>
                  <a:pt x="5" y="11"/>
                </a:lnTo>
                <a:lnTo>
                  <a:pt x="5" y="10"/>
                </a:lnTo>
                <a:lnTo>
                  <a:pt x="7" y="9"/>
                </a:lnTo>
                <a:lnTo>
                  <a:pt x="8" y="9"/>
                </a:lnTo>
                <a:lnTo>
                  <a:pt x="8" y="10"/>
                </a:lnTo>
                <a:lnTo>
                  <a:pt x="9" y="10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2" y="12"/>
                </a:lnTo>
                <a:lnTo>
                  <a:pt x="13" y="13"/>
                </a:lnTo>
                <a:lnTo>
                  <a:pt x="14" y="14"/>
                </a:lnTo>
                <a:lnTo>
                  <a:pt x="15" y="14"/>
                </a:lnTo>
                <a:lnTo>
                  <a:pt x="16" y="14"/>
                </a:lnTo>
                <a:lnTo>
                  <a:pt x="16" y="13"/>
                </a:lnTo>
                <a:lnTo>
                  <a:pt x="16" y="12"/>
                </a:lnTo>
                <a:lnTo>
                  <a:pt x="17" y="11"/>
                </a:lnTo>
                <a:lnTo>
                  <a:pt x="18" y="11"/>
                </a:lnTo>
                <a:lnTo>
                  <a:pt x="18" y="10"/>
                </a:lnTo>
                <a:lnTo>
                  <a:pt x="19" y="9"/>
                </a:lnTo>
                <a:lnTo>
                  <a:pt x="20" y="8"/>
                </a:lnTo>
                <a:lnTo>
                  <a:pt x="20" y="7"/>
                </a:lnTo>
                <a:lnTo>
                  <a:pt x="20" y="6"/>
                </a:lnTo>
                <a:lnTo>
                  <a:pt x="21" y="6"/>
                </a:lnTo>
                <a:lnTo>
                  <a:pt x="22" y="4"/>
                </a:lnTo>
                <a:lnTo>
                  <a:pt x="24" y="3"/>
                </a:lnTo>
                <a:lnTo>
                  <a:pt x="24" y="4"/>
                </a:lnTo>
                <a:lnTo>
                  <a:pt x="25" y="6"/>
                </a:lnTo>
                <a:lnTo>
                  <a:pt x="26" y="6"/>
                </a:lnTo>
                <a:lnTo>
                  <a:pt x="26" y="7"/>
                </a:lnTo>
                <a:lnTo>
                  <a:pt x="27" y="7"/>
                </a:lnTo>
                <a:lnTo>
                  <a:pt x="28" y="7"/>
                </a:lnTo>
                <a:lnTo>
                  <a:pt x="29" y="6"/>
                </a:lnTo>
                <a:lnTo>
                  <a:pt x="30" y="6"/>
                </a:lnTo>
                <a:lnTo>
                  <a:pt x="30" y="4"/>
                </a:lnTo>
                <a:lnTo>
                  <a:pt x="30" y="3"/>
                </a:lnTo>
                <a:lnTo>
                  <a:pt x="31" y="2"/>
                </a:lnTo>
                <a:lnTo>
                  <a:pt x="32" y="2"/>
                </a:lnTo>
                <a:lnTo>
                  <a:pt x="32" y="1"/>
                </a:lnTo>
                <a:lnTo>
                  <a:pt x="33" y="1"/>
                </a:lnTo>
                <a:lnTo>
                  <a:pt x="33" y="0"/>
                </a:lnTo>
                <a:lnTo>
                  <a:pt x="34" y="0"/>
                </a:lnTo>
                <a:lnTo>
                  <a:pt x="34" y="1"/>
                </a:lnTo>
                <a:lnTo>
                  <a:pt x="34" y="2"/>
                </a:lnTo>
                <a:lnTo>
                  <a:pt x="35" y="2"/>
                </a:lnTo>
                <a:lnTo>
                  <a:pt x="35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7" name=""/>
          <p:cNvSpPr/>
          <p:nvPr/>
        </p:nvSpPr>
        <p:spPr>
          <a:xfrm>
            <a:off x="8280000" y="2503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3"/>
                </a:move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8" name=""/>
          <p:cNvSpPr/>
          <p:nvPr/>
        </p:nvSpPr>
        <p:spPr>
          <a:xfrm>
            <a:off x="8277120" y="2496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9" name=""/>
          <p:cNvSpPr/>
          <p:nvPr/>
        </p:nvSpPr>
        <p:spPr>
          <a:xfrm>
            <a:off x="8274240" y="2496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2"/>
                </a:moveTo>
                <a:lnTo>
                  <a:pt x="4" y="4"/>
                </a:lnTo>
                <a:lnTo>
                  <a:pt x="3" y="4"/>
                </a:lnTo>
                <a:lnTo>
                  <a:pt x="0" y="4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0" name=""/>
          <p:cNvSpPr/>
          <p:nvPr/>
        </p:nvSpPr>
        <p:spPr>
          <a:xfrm>
            <a:off x="8291880" y="24930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4" y="1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1" name=""/>
          <p:cNvSpPr/>
          <p:nvPr/>
        </p:nvSpPr>
        <p:spPr>
          <a:xfrm>
            <a:off x="8293320" y="24919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2" name=""/>
          <p:cNvSpPr/>
          <p:nvPr/>
        </p:nvSpPr>
        <p:spPr>
          <a:xfrm>
            <a:off x="8308080" y="2480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0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3" name=""/>
          <p:cNvSpPr/>
          <p:nvPr/>
        </p:nvSpPr>
        <p:spPr>
          <a:xfrm>
            <a:off x="8318160" y="2476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4" y="2"/>
                </a:lnTo>
                <a:lnTo>
                  <a:pt x="3" y="4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4" name=""/>
          <p:cNvSpPr/>
          <p:nvPr/>
        </p:nvSpPr>
        <p:spPr>
          <a:xfrm>
            <a:off x="8316720" y="24764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5" name=""/>
          <p:cNvSpPr/>
          <p:nvPr/>
        </p:nvSpPr>
        <p:spPr>
          <a:xfrm>
            <a:off x="8315280" y="24750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  <a:lnTo>
                  <a:pt x="4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6" name=""/>
          <p:cNvSpPr/>
          <p:nvPr/>
        </p:nvSpPr>
        <p:spPr>
          <a:xfrm>
            <a:off x="8319240" y="24753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800" rIns="21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7" name=""/>
          <p:cNvSpPr/>
          <p:nvPr/>
        </p:nvSpPr>
        <p:spPr>
          <a:xfrm>
            <a:off x="8321400" y="24732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8" name=""/>
          <p:cNvSpPr/>
          <p:nvPr/>
        </p:nvSpPr>
        <p:spPr>
          <a:xfrm>
            <a:off x="8298720" y="24681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9" name=""/>
          <p:cNvSpPr/>
          <p:nvPr/>
        </p:nvSpPr>
        <p:spPr>
          <a:xfrm>
            <a:off x="8326080" y="242928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0"/>
                </a:moveTo>
                <a:lnTo>
                  <a:pt x="4" y="0"/>
                </a:lnTo>
                <a:lnTo>
                  <a:pt x="3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0" name=""/>
          <p:cNvSpPr/>
          <p:nvPr/>
        </p:nvSpPr>
        <p:spPr>
          <a:xfrm>
            <a:off x="8325360" y="24242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3"/>
                </a:move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1" name=""/>
          <p:cNvSpPr/>
          <p:nvPr/>
        </p:nvSpPr>
        <p:spPr>
          <a:xfrm>
            <a:off x="8313120" y="1654920"/>
            <a:ext cx="7560" cy="2160"/>
          </a:xfrm>
          <a:custGeom>
            <a:avLst/>
            <a:gdLst/>
            <a:ahLst/>
            <a:rect l="0" t="0" r="r" b="b"/>
            <a:pathLst>
              <a:path w="21" h="6">
                <a:moveTo>
                  <a:pt x="13" y="2"/>
                </a:moveTo>
                <a:lnTo>
                  <a:pt x="14" y="2"/>
                </a:lnTo>
                <a:lnTo>
                  <a:pt x="14" y="3"/>
                </a:lnTo>
                <a:lnTo>
                  <a:pt x="15" y="3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19" y="6"/>
                </a:lnTo>
                <a:lnTo>
                  <a:pt x="18" y="6"/>
                </a:lnTo>
                <a:lnTo>
                  <a:pt x="16" y="6"/>
                </a:lnTo>
                <a:lnTo>
                  <a:pt x="15" y="5"/>
                </a:lnTo>
                <a:lnTo>
                  <a:pt x="15" y="4"/>
                </a:lnTo>
                <a:lnTo>
                  <a:pt x="14" y="4"/>
                </a:lnTo>
                <a:lnTo>
                  <a:pt x="14" y="3"/>
                </a:lnTo>
                <a:lnTo>
                  <a:pt x="13" y="3"/>
                </a:lnTo>
                <a:lnTo>
                  <a:pt x="11" y="3"/>
                </a:lnTo>
                <a:lnTo>
                  <a:pt x="10" y="3"/>
                </a:lnTo>
                <a:lnTo>
                  <a:pt x="11" y="4"/>
                </a:lnTo>
                <a:lnTo>
                  <a:pt x="5" y="6"/>
                </a:lnTo>
                <a:lnTo>
                  <a:pt x="4" y="6"/>
                </a:lnTo>
                <a:lnTo>
                  <a:pt x="2" y="5"/>
                </a:lnTo>
                <a:lnTo>
                  <a:pt x="0" y="6"/>
                </a:lnTo>
                <a:lnTo>
                  <a:pt x="0" y="5"/>
                </a:lnTo>
                <a:lnTo>
                  <a:pt x="10" y="3"/>
                </a:lnTo>
                <a:lnTo>
                  <a:pt x="12" y="2"/>
                </a:lnTo>
                <a:lnTo>
                  <a:pt x="12" y="0"/>
                </a:lnTo>
                <a:lnTo>
                  <a:pt x="11" y="0"/>
                </a:lnTo>
                <a:lnTo>
                  <a:pt x="13" y="0"/>
                </a:lnTo>
                <a:lnTo>
                  <a:pt x="1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2" name=""/>
          <p:cNvSpPr/>
          <p:nvPr/>
        </p:nvSpPr>
        <p:spPr>
          <a:xfrm>
            <a:off x="8310600" y="1463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3" name=""/>
          <p:cNvSpPr/>
          <p:nvPr/>
        </p:nvSpPr>
        <p:spPr>
          <a:xfrm>
            <a:off x="8271360" y="14338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800" rIns="21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4" name=""/>
          <p:cNvSpPr/>
          <p:nvPr/>
        </p:nvSpPr>
        <p:spPr>
          <a:xfrm>
            <a:off x="8272800" y="1431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5" name=""/>
          <p:cNvSpPr/>
          <p:nvPr/>
        </p:nvSpPr>
        <p:spPr>
          <a:xfrm>
            <a:off x="8236800" y="133740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3" y="1"/>
                </a:moveTo>
                <a:lnTo>
                  <a:pt x="3" y="2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6" name=""/>
          <p:cNvSpPr/>
          <p:nvPr/>
        </p:nvSpPr>
        <p:spPr>
          <a:xfrm>
            <a:off x="8234640" y="133596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5" y="1"/>
                </a:moveTo>
                <a:lnTo>
                  <a:pt x="5" y="2"/>
                </a:lnTo>
                <a:lnTo>
                  <a:pt x="3" y="4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5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7" name=""/>
          <p:cNvSpPr/>
          <p:nvPr/>
        </p:nvSpPr>
        <p:spPr>
          <a:xfrm>
            <a:off x="8319600" y="12286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8" name=""/>
          <p:cNvSpPr/>
          <p:nvPr/>
        </p:nvSpPr>
        <p:spPr>
          <a:xfrm>
            <a:off x="8399880" y="3093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800" rIns="21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9" name=""/>
          <p:cNvSpPr/>
          <p:nvPr/>
        </p:nvSpPr>
        <p:spPr>
          <a:xfrm>
            <a:off x="8402760" y="3093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0" name=""/>
          <p:cNvSpPr/>
          <p:nvPr/>
        </p:nvSpPr>
        <p:spPr>
          <a:xfrm>
            <a:off x="8405640" y="3092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800" rIns="21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1" name=""/>
          <p:cNvSpPr/>
          <p:nvPr/>
        </p:nvSpPr>
        <p:spPr>
          <a:xfrm>
            <a:off x="8407440" y="3090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2" name=""/>
          <p:cNvSpPr/>
          <p:nvPr/>
        </p:nvSpPr>
        <p:spPr>
          <a:xfrm>
            <a:off x="8398800" y="3086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3" name=""/>
          <p:cNvSpPr/>
          <p:nvPr/>
        </p:nvSpPr>
        <p:spPr>
          <a:xfrm>
            <a:off x="8342280" y="24321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0"/>
                </a:moveTo>
                <a:lnTo>
                  <a:pt x="1" y="0"/>
                </a:lnTo>
                <a:lnTo>
                  <a:pt x="3" y="1"/>
                </a:lnTo>
                <a:lnTo>
                  <a:pt x="1" y="3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4" name=""/>
          <p:cNvSpPr/>
          <p:nvPr/>
        </p:nvSpPr>
        <p:spPr>
          <a:xfrm>
            <a:off x="8336520" y="242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4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5" name=""/>
          <p:cNvSpPr/>
          <p:nvPr/>
        </p:nvSpPr>
        <p:spPr>
          <a:xfrm>
            <a:off x="8327880" y="2428200"/>
            <a:ext cx="3240" cy="1440"/>
          </a:xfrm>
          <a:custGeom>
            <a:avLst/>
            <a:gdLst/>
            <a:ahLst/>
            <a:rect l="0" t="0" r="r" b="b"/>
            <a:pathLst>
              <a:path w="9" h="4">
                <a:moveTo>
                  <a:pt x="4" y="0"/>
                </a:moveTo>
                <a:lnTo>
                  <a:pt x="9" y="0"/>
                </a:lnTo>
                <a:lnTo>
                  <a:pt x="9" y="3"/>
                </a:lnTo>
                <a:lnTo>
                  <a:pt x="8" y="3"/>
                </a:lnTo>
                <a:lnTo>
                  <a:pt x="5" y="4"/>
                </a:lnTo>
                <a:lnTo>
                  <a:pt x="4" y="4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6" name=""/>
          <p:cNvSpPr/>
          <p:nvPr/>
        </p:nvSpPr>
        <p:spPr>
          <a:xfrm>
            <a:off x="8343000" y="24278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3" y="5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7" name=""/>
          <p:cNvSpPr/>
          <p:nvPr/>
        </p:nvSpPr>
        <p:spPr>
          <a:xfrm>
            <a:off x="8335440" y="2424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1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8" name=""/>
          <p:cNvSpPr/>
          <p:nvPr/>
        </p:nvSpPr>
        <p:spPr>
          <a:xfrm>
            <a:off x="8346240" y="2423160"/>
            <a:ext cx="3960" cy="3960"/>
          </a:xfrm>
          <a:custGeom>
            <a:avLst/>
            <a:gdLst/>
            <a:ahLst/>
            <a:rect l="0" t="0" r="r" b="b"/>
            <a:pathLst>
              <a:path w="11" h="11">
                <a:moveTo>
                  <a:pt x="8" y="6"/>
                </a:moveTo>
                <a:lnTo>
                  <a:pt x="8" y="7"/>
                </a:lnTo>
                <a:lnTo>
                  <a:pt x="7" y="8"/>
                </a:lnTo>
                <a:lnTo>
                  <a:pt x="4" y="9"/>
                </a:lnTo>
                <a:lnTo>
                  <a:pt x="4" y="10"/>
                </a:lnTo>
                <a:lnTo>
                  <a:pt x="3" y="11"/>
                </a:lnTo>
                <a:lnTo>
                  <a:pt x="1" y="10"/>
                </a:lnTo>
                <a:lnTo>
                  <a:pt x="0" y="10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3" y="6"/>
                </a:lnTo>
                <a:lnTo>
                  <a:pt x="3" y="5"/>
                </a:lnTo>
                <a:lnTo>
                  <a:pt x="3" y="2"/>
                </a:lnTo>
                <a:lnTo>
                  <a:pt x="3" y="1"/>
                </a:lnTo>
                <a:lnTo>
                  <a:pt x="7" y="0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2"/>
                </a:lnTo>
                <a:lnTo>
                  <a:pt x="10" y="7"/>
                </a:lnTo>
                <a:lnTo>
                  <a:pt x="10" y="6"/>
                </a:lnTo>
                <a:lnTo>
                  <a:pt x="9" y="6"/>
                </a:lnTo>
                <a:lnTo>
                  <a:pt x="8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800" rIns="21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9" name=""/>
          <p:cNvSpPr/>
          <p:nvPr/>
        </p:nvSpPr>
        <p:spPr>
          <a:xfrm>
            <a:off x="8350560" y="2415960"/>
            <a:ext cx="13320" cy="12240"/>
          </a:xfrm>
          <a:custGeom>
            <a:avLst/>
            <a:gdLst/>
            <a:ahLst/>
            <a:rect l="0" t="0" r="r" b="b"/>
            <a:pathLst>
              <a:path w="37" h="34">
                <a:moveTo>
                  <a:pt x="30" y="5"/>
                </a:moveTo>
                <a:lnTo>
                  <a:pt x="30" y="6"/>
                </a:lnTo>
                <a:lnTo>
                  <a:pt x="31" y="6"/>
                </a:lnTo>
                <a:lnTo>
                  <a:pt x="31" y="7"/>
                </a:lnTo>
                <a:lnTo>
                  <a:pt x="32" y="9"/>
                </a:lnTo>
                <a:lnTo>
                  <a:pt x="33" y="10"/>
                </a:lnTo>
                <a:lnTo>
                  <a:pt x="34" y="10"/>
                </a:lnTo>
                <a:lnTo>
                  <a:pt x="34" y="11"/>
                </a:lnTo>
                <a:lnTo>
                  <a:pt x="34" y="12"/>
                </a:lnTo>
                <a:lnTo>
                  <a:pt x="34" y="13"/>
                </a:lnTo>
                <a:lnTo>
                  <a:pt x="35" y="15"/>
                </a:lnTo>
                <a:lnTo>
                  <a:pt x="36" y="16"/>
                </a:lnTo>
                <a:lnTo>
                  <a:pt x="36" y="15"/>
                </a:lnTo>
                <a:lnTo>
                  <a:pt x="36" y="16"/>
                </a:lnTo>
                <a:lnTo>
                  <a:pt x="37" y="16"/>
                </a:lnTo>
                <a:lnTo>
                  <a:pt x="37" y="17"/>
                </a:lnTo>
                <a:lnTo>
                  <a:pt x="37" y="18"/>
                </a:lnTo>
                <a:lnTo>
                  <a:pt x="36" y="18"/>
                </a:lnTo>
                <a:lnTo>
                  <a:pt x="35" y="18"/>
                </a:lnTo>
                <a:lnTo>
                  <a:pt x="34" y="18"/>
                </a:lnTo>
                <a:lnTo>
                  <a:pt x="34" y="19"/>
                </a:lnTo>
                <a:lnTo>
                  <a:pt x="35" y="19"/>
                </a:lnTo>
                <a:lnTo>
                  <a:pt x="35" y="20"/>
                </a:lnTo>
                <a:lnTo>
                  <a:pt x="35" y="21"/>
                </a:lnTo>
                <a:lnTo>
                  <a:pt x="34" y="22"/>
                </a:lnTo>
                <a:lnTo>
                  <a:pt x="33" y="23"/>
                </a:lnTo>
                <a:lnTo>
                  <a:pt x="32" y="24"/>
                </a:lnTo>
                <a:lnTo>
                  <a:pt x="31" y="25"/>
                </a:lnTo>
                <a:lnTo>
                  <a:pt x="29" y="25"/>
                </a:lnTo>
                <a:lnTo>
                  <a:pt x="30" y="25"/>
                </a:lnTo>
                <a:lnTo>
                  <a:pt x="30" y="24"/>
                </a:lnTo>
                <a:lnTo>
                  <a:pt x="30" y="23"/>
                </a:lnTo>
                <a:lnTo>
                  <a:pt x="29" y="22"/>
                </a:lnTo>
                <a:lnTo>
                  <a:pt x="28" y="22"/>
                </a:lnTo>
                <a:lnTo>
                  <a:pt x="26" y="22"/>
                </a:lnTo>
                <a:lnTo>
                  <a:pt x="25" y="22"/>
                </a:lnTo>
                <a:lnTo>
                  <a:pt x="25" y="21"/>
                </a:lnTo>
                <a:lnTo>
                  <a:pt x="24" y="21"/>
                </a:lnTo>
                <a:lnTo>
                  <a:pt x="23" y="21"/>
                </a:lnTo>
                <a:lnTo>
                  <a:pt x="21" y="21"/>
                </a:lnTo>
                <a:lnTo>
                  <a:pt x="20" y="21"/>
                </a:lnTo>
                <a:lnTo>
                  <a:pt x="18" y="22"/>
                </a:lnTo>
                <a:lnTo>
                  <a:pt x="16" y="23"/>
                </a:lnTo>
                <a:lnTo>
                  <a:pt x="15" y="24"/>
                </a:lnTo>
                <a:lnTo>
                  <a:pt x="14" y="24"/>
                </a:lnTo>
                <a:lnTo>
                  <a:pt x="14" y="25"/>
                </a:lnTo>
                <a:lnTo>
                  <a:pt x="13" y="26"/>
                </a:lnTo>
                <a:lnTo>
                  <a:pt x="12" y="27"/>
                </a:lnTo>
                <a:lnTo>
                  <a:pt x="12" y="28"/>
                </a:lnTo>
                <a:lnTo>
                  <a:pt x="11" y="29"/>
                </a:lnTo>
                <a:lnTo>
                  <a:pt x="11" y="30"/>
                </a:lnTo>
                <a:lnTo>
                  <a:pt x="11" y="32"/>
                </a:lnTo>
                <a:lnTo>
                  <a:pt x="10" y="32"/>
                </a:lnTo>
                <a:lnTo>
                  <a:pt x="9" y="32"/>
                </a:lnTo>
                <a:lnTo>
                  <a:pt x="9" y="34"/>
                </a:lnTo>
                <a:lnTo>
                  <a:pt x="9" y="32"/>
                </a:lnTo>
                <a:lnTo>
                  <a:pt x="8" y="32"/>
                </a:lnTo>
                <a:lnTo>
                  <a:pt x="6" y="31"/>
                </a:lnTo>
                <a:lnTo>
                  <a:pt x="5" y="31"/>
                </a:lnTo>
                <a:lnTo>
                  <a:pt x="4" y="30"/>
                </a:lnTo>
                <a:lnTo>
                  <a:pt x="3" y="30"/>
                </a:lnTo>
                <a:lnTo>
                  <a:pt x="1" y="29"/>
                </a:lnTo>
                <a:lnTo>
                  <a:pt x="1" y="28"/>
                </a:lnTo>
                <a:lnTo>
                  <a:pt x="0" y="28"/>
                </a:lnTo>
                <a:lnTo>
                  <a:pt x="1" y="28"/>
                </a:lnTo>
                <a:lnTo>
                  <a:pt x="4" y="26"/>
                </a:lnTo>
                <a:lnTo>
                  <a:pt x="6" y="25"/>
                </a:lnTo>
                <a:lnTo>
                  <a:pt x="6" y="24"/>
                </a:lnTo>
                <a:lnTo>
                  <a:pt x="6" y="23"/>
                </a:lnTo>
                <a:lnTo>
                  <a:pt x="6" y="22"/>
                </a:lnTo>
                <a:lnTo>
                  <a:pt x="5" y="22"/>
                </a:lnTo>
                <a:lnTo>
                  <a:pt x="4" y="20"/>
                </a:lnTo>
                <a:lnTo>
                  <a:pt x="4" y="18"/>
                </a:lnTo>
                <a:lnTo>
                  <a:pt x="3" y="18"/>
                </a:lnTo>
                <a:lnTo>
                  <a:pt x="3" y="17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1" y="15"/>
                </a:lnTo>
                <a:lnTo>
                  <a:pt x="2" y="14"/>
                </a:lnTo>
                <a:lnTo>
                  <a:pt x="3" y="13"/>
                </a:lnTo>
                <a:lnTo>
                  <a:pt x="4" y="12"/>
                </a:lnTo>
                <a:lnTo>
                  <a:pt x="5" y="12"/>
                </a:lnTo>
                <a:lnTo>
                  <a:pt x="6" y="12"/>
                </a:lnTo>
                <a:lnTo>
                  <a:pt x="8" y="14"/>
                </a:lnTo>
                <a:lnTo>
                  <a:pt x="9" y="14"/>
                </a:lnTo>
                <a:lnTo>
                  <a:pt x="10" y="15"/>
                </a:lnTo>
                <a:lnTo>
                  <a:pt x="12" y="16"/>
                </a:lnTo>
                <a:lnTo>
                  <a:pt x="13" y="16"/>
                </a:lnTo>
                <a:lnTo>
                  <a:pt x="15" y="16"/>
                </a:lnTo>
                <a:lnTo>
                  <a:pt x="16" y="16"/>
                </a:lnTo>
                <a:lnTo>
                  <a:pt x="18" y="16"/>
                </a:lnTo>
                <a:lnTo>
                  <a:pt x="19" y="15"/>
                </a:lnTo>
                <a:lnTo>
                  <a:pt x="19" y="14"/>
                </a:lnTo>
                <a:lnTo>
                  <a:pt x="19" y="13"/>
                </a:lnTo>
                <a:lnTo>
                  <a:pt x="19" y="11"/>
                </a:lnTo>
                <a:lnTo>
                  <a:pt x="20" y="9"/>
                </a:lnTo>
                <a:lnTo>
                  <a:pt x="20" y="8"/>
                </a:lnTo>
                <a:lnTo>
                  <a:pt x="19" y="7"/>
                </a:lnTo>
                <a:lnTo>
                  <a:pt x="19" y="6"/>
                </a:lnTo>
                <a:lnTo>
                  <a:pt x="21" y="5"/>
                </a:lnTo>
                <a:lnTo>
                  <a:pt x="22" y="4"/>
                </a:lnTo>
                <a:lnTo>
                  <a:pt x="22" y="3"/>
                </a:lnTo>
                <a:lnTo>
                  <a:pt x="22" y="2"/>
                </a:lnTo>
                <a:lnTo>
                  <a:pt x="23" y="2"/>
                </a:lnTo>
                <a:lnTo>
                  <a:pt x="23" y="0"/>
                </a:lnTo>
                <a:lnTo>
                  <a:pt x="24" y="2"/>
                </a:lnTo>
                <a:lnTo>
                  <a:pt x="25" y="2"/>
                </a:lnTo>
                <a:lnTo>
                  <a:pt x="25" y="3"/>
                </a:lnTo>
                <a:lnTo>
                  <a:pt x="26" y="3"/>
                </a:lnTo>
                <a:lnTo>
                  <a:pt x="26" y="4"/>
                </a:lnTo>
                <a:lnTo>
                  <a:pt x="26" y="5"/>
                </a:lnTo>
                <a:lnTo>
                  <a:pt x="28" y="5"/>
                </a:lnTo>
                <a:lnTo>
                  <a:pt x="30" y="5"/>
                </a:lnTo>
                <a:lnTo>
                  <a:pt x="30" y="4"/>
                </a:lnTo>
                <a:lnTo>
                  <a:pt x="31" y="4"/>
                </a:lnTo>
                <a:lnTo>
                  <a:pt x="31" y="5"/>
                </a:lnTo>
                <a:lnTo>
                  <a:pt x="30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0" name=""/>
          <p:cNvSpPr/>
          <p:nvPr/>
        </p:nvSpPr>
        <p:spPr>
          <a:xfrm>
            <a:off x="8336160" y="2416320"/>
            <a:ext cx="9000" cy="10080"/>
          </a:xfrm>
          <a:custGeom>
            <a:avLst/>
            <a:gdLst/>
            <a:ahLst/>
            <a:rect l="0" t="0" r="r" b="b"/>
            <a:pathLst>
              <a:path w="25" h="28">
                <a:moveTo>
                  <a:pt x="18" y="5"/>
                </a:moveTo>
                <a:lnTo>
                  <a:pt x="18" y="6"/>
                </a:lnTo>
                <a:lnTo>
                  <a:pt x="18" y="7"/>
                </a:lnTo>
                <a:lnTo>
                  <a:pt x="16" y="8"/>
                </a:lnTo>
                <a:lnTo>
                  <a:pt x="18" y="8"/>
                </a:lnTo>
                <a:lnTo>
                  <a:pt x="19" y="7"/>
                </a:lnTo>
                <a:lnTo>
                  <a:pt x="20" y="5"/>
                </a:lnTo>
                <a:lnTo>
                  <a:pt x="19" y="3"/>
                </a:lnTo>
                <a:lnTo>
                  <a:pt x="21" y="4"/>
                </a:lnTo>
                <a:lnTo>
                  <a:pt x="22" y="4"/>
                </a:lnTo>
                <a:lnTo>
                  <a:pt x="23" y="5"/>
                </a:lnTo>
                <a:lnTo>
                  <a:pt x="23" y="10"/>
                </a:lnTo>
                <a:lnTo>
                  <a:pt x="24" y="12"/>
                </a:lnTo>
                <a:lnTo>
                  <a:pt x="24" y="13"/>
                </a:lnTo>
                <a:lnTo>
                  <a:pt x="25" y="14"/>
                </a:lnTo>
                <a:lnTo>
                  <a:pt x="24" y="15"/>
                </a:lnTo>
                <a:lnTo>
                  <a:pt x="24" y="16"/>
                </a:lnTo>
                <a:lnTo>
                  <a:pt x="24" y="17"/>
                </a:lnTo>
                <a:lnTo>
                  <a:pt x="23" y="17"/>
                </a:lnTo>
                <a:lnTo>
                  <a:pt x="23" y="16"/>
                </a:lnTo>
                <a:lnTo>
                  <a:pt x="21" y="19"/>
                </a:lnTo>
                <a:lnTo>
                  <a:pt x="20" y="21"/>
                </a:lnTo>
                <a:lnTo>
                  <a:pt x="16" y="24"/>
                </a:lnTo>
                <a:lnTo>
                  <a:pt x="14" y="27"/>
                </a:lnTo>
                <a:lnTo>
                  <a:pt x="14" y="28"/>
                </a:lnTo>
                <a:lnTo>
                  <a:pt x="13" y="28"/>
                </a:lnTo>
                <a:lnTo>
                  <a:pt x="11" y="28"/>
                </a:lnTo>
                <a:lnTo>
                  <a:pt x="10" y="28"/>
                </a:lnTo>
                <a:lnTo>
                  <a:pt x="8" y="28"/>
                </a:lnTo>
                <a:lnTo>
                  <a:pt x="7" y="28"/>
                </a:lnTo>
                <a:lnTo>
                  <a:pt x="6" y="27"/>
                </a:lnTo>
                <a:lnTo>
                  <a:pt x="4" y="27"/>
                </a:lnTo>
                <a:lnTo>
                  <a:pt x="3" y="27"/>
                </a:lnTo>
                <a:lnTo>
                  <a:pt x="1" y="23"/>
                </a:lnTo>
                <a:lnTo>
                  <a:pt x="0" y="22"/>
                </a:lnTo>
                <a:lnTo>
                  <a:pt x="0" y="21"/>
                </a:lnTo>
                <a:lnTo>
                  <a:pt x="0" y="18"/>
                </a:lnTo>
                <a:lnTo>
                  <a:pt x="0" y="17"/>
                </a:lnTo>
                <a:lnTo>
                  <a:pt x="0" y="14"/>
                </a:lnTo>
                <a:lnTo>
                  <a:pt x="0" y="13"/>
                </a:lnTo>
                <a:lnTo>
                  <a:pt x="1" y="11"/>
                </a:lnTo>
                <a:lnTo>
                  <a:pt x="1" y="9"/>
                </a:lnTo>
                <a:lnTo>
                  <a:pt x="2" y="5"/>
                </a:lnTo>
                <a:lnTo>
                  <a:pt x="3" y="4"/>
                </a:lnTo>
                <a:lnTo>
                  <a:pt x="3" y="3"/>
                </a:lnTo>
                <a:lnTo>
                  <a:pt x="4" y="2"/>
                </a:lnTo>
                <a:lnTo>
                  <a:pt x="6" y="1"/>
                </a:lnTo>
                <a:lnTo>
                  <a:pt x="10" y="0"/>
                </a:lnTo>
                <a:lnTo>
                  <a:pt x="11" y="0"/>
                </a:lnTo>
                <a:lnTo>
                  <a:pt x="12" y="1"/>
                </a:lnTo>
                <a:lnTo>
                  <a:pt x="14" y="2"/>
                </a:lnTo>
                <a:lnTo>
                  <a:pt x="15" y="2"/>
                </a:lnTo>
                <a:lnTo>
                  <a:pt x="18" y="3"/>
                </a:lnTo>
                <a:lnTo>
                  <a:pt x="16" y="4"/>
                </a:lnTo>
                <a:lnTo>
                  <a:pt x="16" y="5"/>
                </a:lnTo>
                <a:lnTo>
                  <a:pt x="18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1" name=""/>
          <p:cNvSpPr/>
          <p:nvPr/>
        </p:nvSpPr>
        <p:spPr>
          <a:xfrm>
            <a:off x="8350200" y="2413440"/>
            <a:ext cx="5760" cy="3240"/>
          </a:xfrm>
          <a:custGeom>
            <a:avLst/>
            <a:gdLst/>
            <a:ahLst/>
            <a:rect l="0" t="0" r="r" b="b"/>
            <a:pathLst>
              <a:path w="16" h="9">
                <a:moveTo>
                  <a:pt x="11" y="1"/>
                </a:moveTo>
                <a:lnTo>
                  <a:pt x="12" y="1"/>
                </a:lnTo>
                <a:lnTo>
                  <a:pt x="13" y="1"/>
                </a:lnTo>
                <a:lnTo>
                  <a:pt x="15" y="1"/>
                </a:lnTo>
                <a:lnTo>
                  <a:pt x="16" y="2"/>
                </a:lnTo>
                <a:lnTo>
                  <a:pt x="16" y="3"/>
                </a:lnTo>
                <a:lnTo>
                  <a:pt x="15" y="3"/>
                </a:lnTo>
                <a:lnTo>
                  <a:pt x="14" y="3"/>
                </a:lnTo>
                <a:lnTo>
                  <a:pt x="13" y="3"/>
                </a:lnTo>
                <a:lnTo>
                  <a:pt x="12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4"/>
                </a:lnTo>
                <a:lnTo>
                  <a:pt x="15" y="3"/>
                </a:lnTo>
                <a:lnTo>
                  <a:pt x="16" y="3"/>
                </a:lnTo>
                <a:lnTo>
                  <a:pt x="14" y="5"/>
                </a:lnTo>
                <a:lnTo>
                  <a:pt x="14" y="7"/>
                </a:lnTo>
                <a:lnTo>
                  <a:pt x="13" y="7"/>
                </a:lnTo>
                <a:lnTo>
                  <a:pt x="12" y="8"/>
                </a:lnTo>
                <a:lnTo>
                  <a:pt x="11" y="9"/>
                </a:lnTo>
                <a:lnTo>
                  <a:pt x="10" y="9"/>
                </a:lnTo>
                <a:lnTo>
                  <a:pt x="10" y="8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8" y="8"/>
                </a:lnTo>
                <a:lnTo>
                  <a:pt x="7" y="7"/>
                </a:lnTo>
                <a:lnTo>
                  <a:pt x="6" y="7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7" y="1"/>
                </a:lnTo>
                <a:lnTo>
                  <a:pt x="8" y="1"/>
                </a:lnTo>
                <a:lnTo>
                  <a:pt x="11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080" rIns="21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2" name=""/>
          <p:cNvSpPr/>
          <p:nvPr/>
        </p:nvSpPr>
        <p:spPr>
          <a:xfrm>
            <a:off x="8379000" y="23907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3" name=""/>
          <p:cNvSpPr/>
          <p:nvPr/>
        </p:nvSpPr>
        <p:spPr>
          <a:xfrm>
            <a:off x="8393760" y="23731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2" y="3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4" name=""/>
          <p:cNvSpPr/>
          <p:nvPr/>
        </p:nvSpPr>
        <p:spPr>
          <a:xfrm>
            <a:off x="8422200" y="2372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3" y="2"/>
                </a:lnTo>
                <a:lnTo>
                  <a:pt x="3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5" name=""/>
          <p:cNvSpPr/>
          <p:nvPr/>
        </p:nvSpPr>
        <p:spPr>
          <a:xfrm>
            <a:off x="8398080" y="2367360"/>
            <a:ext cx="4320" cy="6480"/>
          </a:xfrm>
          <a:custGeom>
            <a:avLst/>
            <a:gdLst/>
            <a:ahLst/>
            <a:rect l="0" t="0" r="r" b="b"/>
            <a:pathLst>
              <a:path w="12" h="18">
                <a:moveTo>
                  <a:pt x="9" y="4"/>
                </a:move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8" y="9"/>
                </a:lnTo>
                <a:lnTo>
                  <a:pt x="9" y="9"/>
                </a:lnTo>
                <a:lnTo>
                  <a:pt x="10" y="9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10" y="11"/>
                </a:lnTo>
                <a:lnTo>
                  <a:pt x="11" y="11"/>
                </a:lnTo>
                <a:lnTo>
                  <a:pt x="10" y="12"/>
                </a:lnTo>
                <a:lnTo>
                  <a:pt x="9" y="12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8" y="16"/>
                </a:lnTo>
                <a:lnTo>
                  <a:pt x="6" y="16"/>
                </a:lnTo>
                <a:lnTo>
                  <a:pt x="6" y="17"/>
                </a:lnTo>
                <a:lnTo>
                  <a:pt x="8" y="17"/>
                </a:lnTo>
                <a:lnTo>
                  <a:pt x="8" y="18"/>
                </a:lnTo>
                <a:lnTo>
                  <a:pt x="6" y="18"/>
                </a:lnTo>
                <a:lnTo>
                  <a:pt x="6" y="17"/>
                </a:lnTo>
                <a:lnTo>
                  <a:pt x="5" y="16"/>
                </a:lnTo>
                <a:lnTo>
                  <a:pt x="4" y="16"/>
                </a:lnTo>
                <a:lnTo>
                  <a:pt x="4" y="15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3"/>
                </a:lnTo>
                <a:lnTo>
                  <a:pt x="2" y="14"/>
                </a:lnTo>
                <a:lnTo>
                  <a:pt x="4" y="14"/>
                </a:lnTo>
                <a:lnTo>
                  <a:pt x="4" y="13"/>
                </a:lnTo>
                <a:lnTo>
                  <a:pt x="5" y="13"/>
                </a:lnTo>
                <a:lnTo>
                  <a:pt x="5" y="12"/>
                </a:lnTo>
                <a:lnTo>
                  <a:pt x="5" y="11"/>
                </a:lnTo>
                <a:lnTo>
                  <a:pt x="5" y="10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1" y="1"/>
                </a:lnTo>
                <a:lnTo>
                  <a:pt x="11" y="2"/>
                </a:lnTo>
                <a:lnTo>
                  <a:pt x="12" y="2"/>
                </a:lnTo>
                <a:lnTo>
                  <a:pt x="11" y="2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6" name=""/>
          <p:cNvSpPr/>
          <p:nvPr/>
        </p:nvSpPr>
        <p:spPr>
          <a:xfrm>
            <a:off x="8394120" y="2369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7" name=""/>
          <p:cNvSpPr/>
          <p:nvPr/>
        </p:nvSpPr>
        <p:spPr>
          <a:xfrm>
            <a:off x="8415360" y="2363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8" name=""/>
          <p:cNvSpPr/>
          <p:nvPr/>
        </p:nvSpPr>
        <p:spPr>
          <a:xfrm>
            <a:off x="8391960" y="2363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2"/>
                </a:move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9" name=""/>
          <p:cNvSpPr/>
          <p:nvPr/>
        </p:nvSpPr>
        <p:spPr>
          <a:xfrm>
            <a:off x="8390160" y="2362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0" name=""/>
          <p:cNvSpPr/>
          <p:nvPr/>
        </p:nvSpPr>
        <p:spPr>
          <a:xfrm>
            <a:off x="8418960" y="2352960"/>
            <a:ext cx="9720" cy="7200"/>
          </a:xfrm>
          <a:custGeom>
            <a:avLst/>
            <a:gdLst/>
            <a:ahLst/>
            <a:rect l="0" t="0" r="r" b="b"/>
            <a:pathLst>
              <a:path w="27" h="20">
                <a:moveTo>
                  <a:pt x="10" y="4"/>
                </a:moveTo>
                <a:lnTo>
                  <a:pt x="10" y="3"/>
                </a:lnTo>
                <a:lnTo>
                  <a:pt x="11" y="4"/>
                </a:lnTo>
                <a:lnTo>
                  <a:pt x="12" y="7"/>
                </a:lnTo>
                <a:lnTo>
                  <a:pt x="12" y="8"/>
                </a:lnTo>
                <a:lnTo>
                  <a:pt x="13" y="9"/>
                </a:lnTo>
                <a:lnTo>
                  <a:pt x="15" y="10"/>
                </a:lnTo>
                <a:lnTo>
                  <a:pt x="17" y="11"/>
                </a:lnTo>
                <a:lnTo>
                  <a:pt x="19" y="11"/>
                </a:lnTo>
                <a:lnTo>
                  <a:pt x="20" y="11"/>
                </a:lnTo>
                <a:lnTo>
                  <a:pt x="21" y="11"/>
                </a:lnTo>
                <a:lnTo>
                  <a:pt x="21" y="10"/>
                </a:lnTo>
                <a:lnTo>
                  <a:pt x="21" y="9"/>
                </a:lnTo>
                <a:lnTo>
                  <a:pt x="22" y="9"/>
                </a:lnTo>
                <a:lnTo>
                  <a:pt x="22" y="10"/>
                </a:lnTo>
                <a:lnTo>
                  <a:pt x="23" y="10"/>
                </a:lnTo>
                <a:lnTo>
                  <a:pt x="23" y="11"/>
                </a:lnTo>
                <a:lnTo>
                  <a:pt x="24" y="11"/>
                </a:lnTo>
                <a:lnTo>
                  <a:pt x="24" y="10"/>
                </a:lnTo>
                <a:lnTo>
                  <a:pt x="25" y="10"/>
                </a:lnTo>
                <a:lnTo>
                  <a:pt x="25" y="9"/>
                </a:lnTo>
                <a:lnTo>
                  <a:pt x="26" y="9"/>
                </a:lnTo>
                <a:lnTo>
                  <a:pt x="27" y="9"/>
                </a:lnTo>
                <a:lnTo>
                  <a:pt x="26" y="9"/>
                </a:lnTo>
                <a:lnTo>
                  <a:pt x="26" y="10"/>
                </a:lnTo>
                <a:lnTo>
                  <a:pt x="27" y="10"/>
                </a:lnTo>
                <a:lnTo>
                  <a:pt x="27" y="11"/>
                </a:lnTo>
                <a:lnTo>
                  <a:pt x="26" y="11"/>
                </a:lnTo>
                <a:lnTo>
                  <a:pt x="25" y="11"/>
                </a:lnTo>
                <a:lnTo>
                  <a:pt x="24" y="11"/>
                </a:lnTo>
                <a:lnTo>
                  <a:pt x="23" y="11"/>
                </a:lnTo>
                <a:lnTo>
                  <a:pt x="22" y="12"/>
                </a:lnTo>
                <a:lnTo>
                  <a:pt x="21" y="14"/>
                </a:lnTo>
                <a:lnTo>
                  <a:pt x="21" y="15"/>
                </a:lnTo>
                <a:lnTo>
                  <a:pt x="22" y="15"/>
                </a:lnTo>
                <a:lnTo>
                  <a:pt x="24" y="17"/>
                </a:lnTo>
                <a:lnTo>
                  <a:pt x="24" y="18"/>
                </a:lnTo>
                <a:lnTo>
                  <a:pt x="22" y="20"/>
                </a:lnTo>
                <a:lnTo>
                  <a:pt x="21" y="20"/>
                </a:lnTo>
                <a:lnTo>
                  <a:pt x="19" y="20"/>
                </a:lnTo>
                <a:lnTo>
                  <a:pt x="17" y="18"/>
                </a:lnTo>
                <a:lnTo>
                  <a:pt x="16" y="17"/>
                </a:lnTo>
                <a:lnTo>
                  <a:pt x="16" y="16"/>
                </a:lnTo>
                <a:lnTo>
                  <a:pt x="15" y="15"/>
                </a:lnTo>
                <a:lnTo>
                  <a:pt x="11" y="14"/>
                </a:lnTo>
                <a:lnTo>
                  <a:pt x="11" y="15"/>
                </a:lnTo>
                <a:lnTo>
                  <a:pt x="11" y="14"/>
                </a:lnTo>
                <a:lnTo>
                  <a:pt x="9" y="13"/>
                </a:lnTo>
                <a:lnTo>
                  <a:pt x="8" y="13"/>
                </a:lnTo>
                <a:lnTo>
                  <a:pt x="6" y="13"/>
                </a:lnTo>
                <a:lnTo>
                  <a:pt x="5" y="13"/>
                </a:lnTo>
                <a:lnTo>
                  <a:pt x="3" y="13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4" y="10"/>
                </a:lnTo>
                <a:lnTo>
                  <a:pt x="3" y="9"/>
                </a:lnTo>
                <a:lnTo>
                  <a:pt x="1" y="8"/>
                </a:lnTo>
                <a:lnTo>
                  <a:pt x="0" y="8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3" y="7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8" y="3"/>
                </a:lnTo>
                <a:lnTo>
                  <a:pt x="8" y="4"/>
                </a:lnTo>
                <a:lnTo>
                  <a:pt x="9" y="5"/>
                </a:lnTo>
                <a:lnTo>
                  <a:pt x="10" y="5"/>
                </a:lnTo>
                <a:lnTo>
                  <a:pt x="10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1" name=""/>
          <p:cNvSpPr/>
          <p:nvPr/>
        </p:nvSpPr>
        <p:spPr>
          <a:xfrm>
            <a:off x="8423640" y="23511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2" name=""/>
          <p:cNvSpPr/>
          <p:nvPr/>
        </p:nvSpPr>
        <p:spPr>
          <a:xfrm>
            <a:off x="8412840" y="2348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3" name=""/>
          <p:cNvSpPr/>
          <p:nvPr/>
        </p:nvSpPr>
        <p:spPr>
          <a:xfrm>
            <a:off x="8405640" y="2347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4" name=""/>
          <p:cNvSpPr/>
          <p:nvPr/>
        </p:nvSpPr>
        <p:spPr>
          <a:xfrm>
            <a:off x="8419680" y="23461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0" y="5"/>
                </a:move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5" y="0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5" name=""/>
          <p:cNvSpPr/>
          <p:nvPr/>
        </p:nvSpPr>
        <p:spPr>
          <a:xfrm>
            <a:off x="8413560" y="23403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6" name=""/>
          <p:cNvSpPr/>
          <p:nvPr/>
        </p:nvSpPr>
        <p:spPr>
          <a:xfrm>
            <a:off x="8422560" y="2320920"/>
            <a:ext cx="3960" cy="4680"/>
          </a:xfrm>
          <a:custGeom>
            <a:avLst/>
            <a:gdLst/>
            <a:ahLst/>
            <a:rect l="0" t="0" r="r" b="b"/>
            <a:pathLst>
              <a:path w="11" h="13">
                <a:moveTo>
                  <a:pt x="5" y="13"/>
                </a:moveTo>
                <a:lnTo>
                  <a:pt x="4" y="13"/>
                </a:lnTo>
                <a:lnTo>
                  <a:pt x="2" y="12"/>
                </a:lnTo>
                <a:lnTo>
                  <a:pt x="1" y="12"/>
                </a:lnTo>
                <a:lnTo>
                  <a:pt x="0" y="11"/>
                </a:lnTo>
                <a:lnTo>
                  <a:pt x="1" y="10"/>
                </a:lnTo>
                <a:lnTo>
                  <a:pt x="2" y="10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3" y="11"/>
                </a:lnTo>
                <a:lnTo>
                  <a:pt x="4" y="10"/>
                </a:lnTo>
                <a:lnTo>
                  <a:pt x="4" y="9"/>
                </a:lnTo>
                <a:lnTo>
                  <a:pt x="5" y="7"/>
                </a:lnTo>
                <a:lnTo>
                  <a:pt x="5" y="6"/>
                </a:lnTo>
                <a:lnTo>
                  <a:pt x="6" y="4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10" y="3"/>
                </a:lnTo>
                <a:lnTo>
                  <a:pt x="10" y="2"/>
                </a:lnTo>
                <a:lnTo>
                  <a:pt x="11" y="1"/>
                </a:lnTo>
                <a:lnTo>
                  <a:pt x="11" y="0"/>
                </a:lnTo>
                <a:lnTo>
                  <a:pt x="11" y="1"/>
                </a:lnTo>
                <a:lnTo>
                  <a:pt x="10" y="2"/>
                </a:lnTo>
                <a:lnTo>
                  <a:pt x="10" y="4"/>
                </a:lnTo>
                <a:lnTo>
                  <a:pt x="10" y="6"/>
                </a:lnTo>
                <a:lnTo>
                  <a:pt x="10" y="7"/>
                </a:lnTo>
                <a:lnTo>
                  <a:pt x="7" y="9"/>
                </a:lnTo>
                <a:lnTo>
                  <a:pt x="5" y="11"/>
                </a:lnTo>
                <a:lnTo>
                  <a:pt x="5" y="12"/>
                </a:lnTo>
                <a:lnTo>
                  <a:pt x="5" y="1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7" name=""/>
          <p:cNvSpPr/>
          <p:nvPr/>
        </p:nvSpPr>
        <p:spPr>
          <a:xfrm>
            <a:off x="8423640" y="232128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1" y="4"/>
                </a:moveTo>
                <a:lnTo>
                  <a:pt x="0" y="6"/>
                </a:lnTo>
                <a:lnTo>
                  <a:pt x="0" y="4"/>
                </a:lnTo>
                <a:lnTo>
                  <a:pt x="1" y="2"/>
                </a:lnTo>
                <a:lnTo>
                  <a:pt x="3" y="0"/>
                </a:lnTo>
                <a:lnTo>
                  <a:pt x="3" y="3"/>
                </a:lnTo>
                <a:lnTo>
                  <a:pt x="1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8" name=""/>
          <p:cNvSpPr/>
          <p:nvPr/>
        </p:nvSpPr>
        <p:spPr>
          <a:xfrm>
            <a:off x="8416800" y="2288520"/>
            <a:ext cx="7560" cy="6120"/>
          </a:xfrm>
          <a:custGeom>
            <a:avLst/>
            <a:gdLst/>
            <a:ahLst/>
            <a:rect l="0" t="0" r="r" b="b"/>
            <a:pathLst>
              <a:path w="21" h="17">
                <a:moveTo>
                  <a:pt x="21" y="7"/>
                </a:moveTo>
                <a:lnTo>
                  <a:pt x="21" y="10"/>
                </a:lnTo>
                <a:lnTo>
                  <a:pt x="21" y="12"/>
                </a:lnTo>
                <a:lnTo>
                  <a:pt x="20" y="13"/>
                </a:lnTo>
                <a:lnTo>
                  <a:pt x="20" y="14"/>
                </a:lnTo>
                <a:lnTo>
                  <a:pt x="17" y="14"/>
                </a:lnTo>
                <a:lnTo>
                  <a:pt x="14" y="14"/>
                </a:lnTo>
                <a:lnTo>
                  <a:pt x="12" y="15"/>
                </a:lnTo>
                <a:lnTo>
                  <a:pt x="9" y="15"/>
                </a:lnTo>
                <a:lnTo>
                  <a:pt x="8" y="16"/>
                </a:lnTo>
                <a:lnTo>
                  <a:pt x="7" y="17"/>
                </a:lnTo>
                <a:lnTo>
                  <a:pt x="6" y="17"/>
                </a:lnTo>
                <a:lnTo>
                  <a:pt x="6" y="16"/>
                </a:lnTo>
                <a:lnTo>
                  <a:pt x="4" y="15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0" y="13"/>
                </a:lnTo>
                <a:lnTo>
                  <a:pt x="0" y="12"/>
                </a:lnTo>
                <a:lnTo>
                  <a:pt x="2" y="6"/>
                </a:lnTo>
                <a:lnTo>
                  <a:pt x="4" y="4"/>
                </a:lnTo>
                <a:lnTo>
                  <a:pt x="5" y="3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12" y="2"/>
                </a:lnTo>
                <a:lnTo>
                  <a:pt x="15" y="2"/>
                </a:lnTo>
                <a:lnTo>
                  <a:pt x="16" y="2"/>
                </a:lnTo>
                <a:lnTo>
                  <a:pt x="17" y="3"/>
                </a:lnTo>
                <a:lnTo>
                  <a:pt x="18" y="3"/>
                </a:lnTo>
                <a:lnTo>
                  <a:pt x="17" y="4"/>
                </a:lnTo>
                <a:lnTo>
                  <a:pt x="19" y="7"/>
                </a:lnTo>
                <a:lnTo>
                  <a:pt x="21" y="7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9" name=""/>
          <p:cNvSpPr/>
          <p:nvPr/>
        </p:nvSpPr>
        <p:spPr>
          <a:xfrm>
            <a:off x="8422200" y="2288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0" name=""/>
          <p:cNvSpPr/>
          <p:nvPr/>
        </p:nvSpPr>
        <p:spPr>
          <a:xfrm>
            <a:off x="8424000" y="2286720"/>
            <a:ext cx="1800" cy="2880"/>
          </a:xfrm>
          <a:custGeom>
            <a:avLst/>
            <a:gdLst/>
            <a:ahLst/>
            <a:rect l="0" t="0" r="r" b="b"/>
            <a:pathLst>
              <a:path w="5" h="8">
                <a:moveTo>
                  <a:pt x="0" y="3"/>
                </a:move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4" y="8"/>
                </a:lnTo>
                <a:lnTo>
                  <a:pt x="3" y="6"/>
                </a:lnTo>
                <a:lnTo>
                  <a:pt x="3" y="5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1" name=""/>
          <p:cNvSpPr/>
          <p:nvPr/>
        </p:nvSpPr>
        <p:spPr>
          <a:xfrm>
            <a:off x="8420040" y="2285280"/>
            <a:ext cx="4320" cy="2880"/>
          </a:xfrm>
          <a:custGeom>
            <a:avLst/>
            <a:gdLst/>
            <a:ahLst/>
            <a:rect l="0" t="0" r="r" b="b"/>
            <a:pathLst>
              <a:path w="12" h="8">
                <a:moveTo>
                  <a:pt x="11" y="2"/>
                </a:moveTo>
                <a:lnTo>
                  <a:pt x="10" y="3"/>
                </a:lnTo>
                <a:lnTo>
                  <a:pt x="10" y="6"/>
                </a:lnTo>
                <a:lnTo>
                  <a:pt x="11" y="7"/>
                </a:lnTo>
                <a:lnTo>
                  <a:pt x="11" y="8"/>
                </a:lnTo>
                <a:lnTo>
                  <a:pt x="9" y="8"/>
                </a:lnTo>
                <a:lnTo>
                  <a:pt x="8" y="7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2" y="2"/>
                </a:lnTo>
                <a:lnTo>
                  <a:pt x="11" y="3"/>
                </a:lnTo>
                <a:lnTo>
                  <a:pt x="11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2" name=""/>
          <p:cNvSpPr/>
          <p:nvPr/>
        </p:nvSpPr>
        <p:spPr>
          <a:xfrm>
            <a:off x="8425080" y="225036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3" y="6"/>
                </a:moveTo>
                <a:lnTo>
                  <a:pt x="1" y="6"/>
                </a:lnTo>
                <a:lnTo>
                  <a:pt x="0" y="4"/>
                </a:lnTo>
                <a:lnTo>
                  <a:pt x="3" y="3"/>
                </a:lnTo>
                <a:lnTo>
                  <a:pt x="7" y="0"/>
                </a:lnTo>
                <a:lnTo>
                  <a:pt x="8" y="0"/>
                </a:lnTo>
                <a:lnTo>
                  <a:pt x="10" y="0"/>
                </a:lnTo>
                <a:lnTo>
                  <a:pt x="11" y="1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6" y="5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3" name=""/>
          <p:cNvSpPr/>
          <p:nvPr/>
        </p:nvSpPr>
        <p:spPr>
          <a:xfrm>
            <a:off x="8417880" y="2247120"/>
            <a:ext cx="6840" cy="4320"/>
          </a:xfrm>
          <a:custGeom>
            <a:avLst/>
            <a:gdLst/>
            <a:ahLst/>
            <a:rect l="0" t="0" r="r" b="b"/>
            <a:pathLst>
              <a:path w="19" h="12">
                <a:moveTo>
                  <a:pt x="12" y="10"/>
                </a:moveTo>
                <a:lnTo>
                  <a:pt x="7" y="11"/>
                </a:lnTo>
                <a:lnTo>
                  <a:pt x="4" y="12"/>
                </a:lnTo>
                <a:lnTo>
                  <a:pt x="3" y="12"/>
                </a:lnTo>
                <a:lnTo>
                  <a:pt x="2" y="11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7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5" y="4"/>
                </a:lnTo>
                <a:lnTo>
                  <a:pt x="10" y="5"/>
                </a:lnTo>
                <a:lnTo>
                  <a:pt x="13" y="4"/>
                </a:lnTo>
                <a:lnTo>
                  <a:pt x="14" y="3"/>
                </a:lnTo>
                <a:lnTo>
                  <a:pt x="15" y="3"/>
                </a:lnTo>
                <a:lnTo>
                  <a:pt x="15" y="2"/>
                </a:lnTo>
                <a:lnTo>
                  <a:pt x="17" y="0"/>
                </a:lnTo>
                <a:lnTo>
                  <a:pt x="18" y="0"/>
                </a:lnTo>
                <a:lnTo>
                  <a:pt x="19" y="2"/>
                </a:lnTo>
                <a:lnTo>
                  <a:pt x="19" y="4"/>
                </a:lnTo>
                <a:lnTo>
                  <a:pt x="18" y="5"/>
                </a:lnTo>
                <a:lnTo>
                  <a:pt x="17" y="5"/>
                </a:lnTo>
                <a:lnTo>
                  <a:pt x="16" y="5"/>
                </a:lnTo>
                <a:lnTo>
                  <a:pt x="15" y="6"/>
                </a:lnTo>
                <a:lnTo>
                  <a:pt x="14" y="7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4" name=""/>
          <p:cNvSpPr/>
          <p:nvPr/>
        </p:nvSpPr>
        <p:spPr>
          <a:xfrm>
            <a:off x="8425440" y="22460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3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5" name=""/>
          <p:cNvSpPr/>
          <p:nvPr/>
        </p:nvSpPr>
        <p:spPr>
          <a:xfrm>
            <a:off x="8415720" y="22442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5" y="4"/>
                </a:move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6"/>
                </a:lnTo>
                <a:lnTo>
                  <a:pt x="2" y="5"/>
                </a:lnTo>
                <a:lnTo>
                  <a:pt x="0" y="5"/>
                </a:lnTo>
                <a:lnTo>
                  <a:pt x="2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6" name=""/>
          <p:cNvSpPr/>
          <p:nvPr/>
        </p:nvSpPr>
        <p:spPr>
          <a:xfrm>
            <a:off x="8416080" y="22435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7" name=""/>
          <p:cNvSpPr/>
          <p:nvPr/>
        </p:nvSpPr>
        <p:spPr>
          <a:xfrm>
            <a:off x="8416080" y="2242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8" name=""/>
          <p:cNvSpPr/>
          <p:nvPr/>
        </p:nvSpPr>
        <p:spPr>
          <a:xfrm>
            <a:off x="8412120" y="22413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7"/>
                </a:move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4" y="6"/>
                </a:lnTo>
                <a:lnTo>
                  <a:pt x="4" y="7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9" name=""/>
          <p:cNvSpPr/>
          <p:nvPr/>
        </p:nvSpPr>
        <p:spPr>
          <a:xfrm>
            <a:off x="8335440" y="15868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0" name=""/>
          <p:cNvSpPr/>
          <p:nvPr/>
        </p:nvSpPr>
        <p:spPr>
          <a:xfrm>
            <a:off x="8347680" y="1573560"/>
            <a:ext cx="2160" cy="3960"/>
          </a:xfrm>
          <a:custGeom>
            <a:avLst/>
            <a:gdLst/>
            <a:ahLst/>
            <a:rect l="0" t="0" r="r" b="b"/>
            <a:pathLst>
              <a:path w="6" h="11">
                <a:moveTo>
                  <a:pt x="0" y="10"/>
                </a:moveTo>
                <a:lnTo>
                  <a:pt x="0" y="9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2"/>
                </a:lnTo>
                <a:lnTo>
                  <a:pt x="3" y="5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6" y="9"/>
                </a:lnTo>
                <a:lnTo>
                  <a:pt x="2" y="11"/>
                </a:lnTo>
                <a:lnTo>
                  <a:pt x="1" y="11"/>
                </a:lnTo>
                <a:lnTo>
                  <a:pt x="0" y="1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800" rIns="21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1" name=""/>
          <p:cNvSpPr/>
          <p:nvPr/>
        </p:nvSpPr>
        <p:spPr>
          <a:xfrm>
            <a:off x="8354520" y="1560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2" name=""/>
          <p:cNvSpPr/>
          <p:nvPr/>
        </p:nvSpPr>
        <p:spPr>
          <a:xfrm>
            <a:off x="8364600" y="15577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800" rIns="21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3" name=""/>
          <p:cNvSpPr/>
          <p:nvPr/>
        </p:nvSpPr>
        <p:spPr>
          <a:xfrm>
            <a:off x="8368200" y="15469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4" name=""/>
          <p:cNvSpPr/>
          <p:nvPr/>
        </p:nvSpPr>
        <p:spPr>
          <a:xfrm>
            <a:off x="8377560" y="15350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0"/>
                </a:move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5" name=""/>
          <p:cNvSpPr/>
          <p:nvPr/>
        </p:nvSpPr>
        <p:spPr>
          <a:xfrm>
            <a:off x="8384400" y="151992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3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6" name=""/>
          <p:cNvSpPr/>
          <p:nvPr/>
        </p:nvSpPr>
        <p:spPr>
          <a:xfrm>
            <a:off x="8385480" y="15192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3"/>
                </a:moveTo>
                <a:lnTo>
                  <a:pt x="3" y="3"/>
                </a:lnTo>
                <a:lnTo>
                  <a:pt x="2" y="3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7" name=""/>
          <p:cNvSpPr/>
          <p:nvPr/>
        </p:nvSpPr>
        <p:spPr>
          <a:xfrm>
            <a:off x="8420400" y="14904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0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8" name=""/>
          <p:cNvSpPr/>
          <p:nvPr/>
        </p:nvSpPr>
        <p:spPr>
          <a:xfrm>
            <a:off x="8408880" y="1434600"/>
            <a:ext cx="4320" cy="3960"/>
          </a:xfrm>
          <a:custGeom>
            <a:avLst/>
            <a:gdLst/>
            <a:ahLst/>
            <a:rect l="0" t="0" r="r" b="b"/>
            <a:pathLst>
              <a:path w="12" h="11">
                <a:moveTo>
                  <a:pt x="1" y="8"/>
                </a:moveTo>
                <a:lnTo>
                  <a:pt x="2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5" y="3"/>
                </a:lnTo>
                <a:lnTo>
                  <a:pt x="6" y="3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2" y="1"/>
                </a:lnTo>
                <a:lnTo>
                  <a:pt x="11" y="1"/>
                </a:lnTo>
                <a:lnTo>
                  <a:pt x="11" y="2"/>
                </a:lnTo>
                <a:lnTo>
                  <a:pt x="11" y="3"/>
                </a:lnTo>
                <a:lnTo>
                  <a:pt x="9" y="5"/>
                </a:lnTo>
                <a:lnTo>
                  <a:pt x="8" y="6"/>
                </a:lnTo>
                <a:lnTo>
                  <a:pt x="8" y="7"/>
                </a:lnTo>
                <a:lnTo>
                  <a:pt x="5" y="8"/>
                </a:lnTo>
                <a:lnTo>
                  <a:pt x="4" y="9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1" y="9"/>
                </a:lnTo>
                <a:lnTo>
                  <a:pt x="1" y="8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800" rIns="21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9" name=""/>
          <p:cNvSpPr/>
          <p:nvPr/>
        </p:nvSpPr>
        <p:spPr>
          <a:xfrm>
            <a:off x="8403480" y="14299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0" name=""/>
          <p:cNvSpPr/>
          <p:nvPr/>
        </p:nvSpPr>
        <p:spPr>
          <a:xfrm>
            <a:off x="8340480" y="1423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1" name=""/>
          <p:cNvSpPr/>
          <p:nvPr/>
        </p:nvSpPr>
        <p:spPr>
          <a:xfrm>
            <a:off x="8351640" y="140904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4" y="2"/>
                </a:move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1" y="6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2" name=""/>
          <p:cNvSpPr/>
          <p:nvPr/>
        </p:nvSpPr>
        <p:spPr>
          <a:xfrm>
            <a:off x="8352000" y="1405800"/>
            <a:ext cx="5760" cy="7200"/>
          </a:xfrm>
          <a:custGeom>
            <a:avLst/>
            <a:gdLst/>
            <a:ahLst/>
            <a:rect l="0" t="0" r="r" b="b"/>
            <a:pathLst>
              <a:path w="16" h="20">
                <a:moveTo>
                  <a:pt x="7" y="3"/>
                </a:move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1" y="8"/>
                </a:lnTo>
                <a:lnTo>
                  <a:pt x="12" y="11"/>
                </a:lnTo>
                <a:lnTo>
                  <a:pt x="15" y="13"/>
                </a:lnTo>
                <a:lnTo>
                  <a:pt x="15" y="14"/>
                </a:lnTo>
                <a:lnTo>
                  <a:pt x="15" y="15"/>
                </a:lnTo>
                <a:lnTo>
                  <a:pt x="15" y="16"/>
                </a:lnTo>
                <a:lnTo>
                  <a:pt x="15" y="17"/>
                </a:lnTo>
                <a:lnTo>
                  <a:pt x="16" y="18"/>
                </a:lnTo>
                <a:lnTo>
                  <a:pt x="16" y="20"/>
                </a:lnTo>
                <a:lnTo>
                  <a:pt x="15" y="20"/>
                </a:lnTo>
                <a:lnTo>
                  <a:pt x="14" y="20"/>
                </a:lnTo>
                <a:lnTo>
                  <a:pt x="12" y="18"/>
                </a:lnTo>
                <a:lnTo>
                  <a:pt x="11" y="17"/>
                </a:lnTo>
                <a:lnTo>
                  <a:pt x="10" y="17"/>
                </a:lnTo>
                <a:lnTo>
                  <a:pt x="8" y="17"/>
                </a:lnTo>
                <a:lnTo>
                  <a:pt x="8" y="16"/>
                </a:lnTo>
                <a:lnTo>
                  <a:pt x="9" y="16"/>
                </a:lnTo>
                <a:lnTo>
                  <a:pt x="9" y="15"/>
                </a:lnTo>
                <a:lnTo>
                  <a:pt x="10" y="15"/>
                </a:lnTo>
                <a:lnTo>
                  <a:pt x="10" y="14"/>
                </a:lnTo>
                <a:lnTo>
                  <a:pt x="9" y="14"/>
                </a:lnTo>
                <a:lnTo>
                  <a:pt x="9" y="13"/>
                </a:lnTo>
                <a:lnTo>
                  <a:pt x="8" y="12"/>
                </a:lnTo>
                <a:lnTo>
                  <a:pt x="8" y="11"/>
                </a:lnTo>
                <a:lnTo>
                  <a:pt x="8" y="10"/>
                </a:lnTo>
                <a:lnTo>
                  <a:pt x="8" y="9"/>
                </a:lnTo>
                <a:lnTo>
                  <a:pt x="9" y="9"/>
                </a:lnTo>
                <a:lnTo>
                  <a:pt x="8" y="8"/>
                </a:lnTo>
                <a:lnTo>
                  <a:pt x="8" y="7"/>
                </a:lnTo>
                <a:lnTo>
                  <a:pt x="7" y="6"/>
                </a:lnTo>
                <a:lnTo>
                  <a:pt x="6" y="6"/>
                </a:lnTo>
                <a:lnTo>
                  <a:pt x="5" y="6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2"/>
                </a:lnTo>
                <a:lnTo>
                  <a:pt x="7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3" name=""/>
          <p:cNvSpPr/>
          <p:nvPr/>
        </p:nvSpPr>
        <p:spPr>
          <a:xfrm>
            <a:off x="8347320" y="140760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5" y="0"/>
                </a:move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8" y="6"/>
                </a:lnTo>
                <a:lnTo>
                  <a:pt x="6" y="8"/>
                </a:lnTo>
                <a:lnTo>
                  <a:pt x="5" y="8"/>
                </a:ln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4" name=""/>
          <p:cNvSpPr/>
          <p:nvPr/>
        </p:nvSpPr>
        <p:spPr>
          <a:xfrm>
            <a:off x="8349840" y="1407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5" name=""/>
          <p:cNvSpPr/>
          <p:nvPr/>
        </p:nvSpPr>
        <p:spPr>
          <a:xfrm>
            <a:off x="8365320" y="1400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3"/>
                </a:lnTo>
                <a:lnTo>
                  <a:pt x="0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6" name=""/>
          <p:cNvSpPr/>
          <p:nvPr/>
        </p:nvSpPr>
        <p:spPr>
          <a:xfrm>
            <a:off x="8347680" y="1395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7" name=""/>
          <p:cNvSpPr/>
          <p:nvPr/>
        </p:nvSpPr>
        <p:spPr>
          <a:xfrm>
            <a:off x="8352720" y="1390320"/>
            <a:ext cx="3240" cy="3600"/>
          </a:xfrm>
          <a:custGeom>
            <a:avLst/>
            <a:gdLst/>
            <a:ahLst/>
            <a:rect l="0" t="0" r="r" b="b"/>
            <a:pathLst>
              <a:path w="9" h="10">
                <a:moveTo>
                  <a:pt x="6" y="5"/>
                </a:moveTo>
                <a:lnTo>
                  <a:pt x="8" y="7"/>
                </a:lnTo>
                <a:lnTo>
                  <a:pt x="9" y="8"/>
                </a:lnTo>
                <a:lnTo>
                  <a:pt x="9" y="9"/>
                </a:lnTo>
                <a:lnTo>
                  <a:pt x="6" y="9"/>
                </a:lnTo>
                <a:lnTo>
                  <a:pt x="4" y="9"/>
                </a:lnTo>
                <a:lnTo>
                  <a:pt x="3" y="9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7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2"/>
                </a:lnTo>
                <a:lnTo>
                  <a:pt x="2" y="3"/>
                </a:lnTo>
                <a:lnTo>
                  <a:pt x="3" y="4"/>
                </a:lnTo>
                <a:lnTo>
                  <a:pt x="2" y="5"/>
                </a:lnTo>
                <a:lnTo>
                  <a:pt x="3" y="5"/>
                </a:lnTo>
                <a:lnTo>
                  <a:pt x="3" y="7"/>
                </a:lnTo>
                <a:lnTo>
                  <a:pt x="4" y="7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440" rIns="216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8" name=""/>
          <p:cNvSpPr/>
          <p:nvPr/>
        </p:nvSpPr>
        <p:spPr>
          <a:xfrm>
            <a:off x="8354880" y="138096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1" y="8"/>
                </a:move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5"/>
                </a:lnTo>
                <a:lnTo>
                  <a:pt x="4" y="5"/>
                </a:lnTo>
                <a:lnTo>
                  <a:pt x="2" y="6"/>
                </a:lnTo>
                <a:lnTo>
                  <a:pt x="2" y="7"/>
                </a:lnTo>
                <a:lnTo>
                  <a:pt x="1" y="8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9" name=""/>
          <p:cNvSpPr/>
          <p:nvPr/>
        </p:nvSpPr>
        <p:spPr>
          <a:xfrm>
            <a:off x="8356320" y="13780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3"/>
                </a:move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0" name=""/>
          <p:cNvSpPr/>
          <p:nvPr/>
        </p:nvSpPr>
        <p:spPr>
          <a:xfrm>
            <a:off x="8359560" y="1375920"/>
            <a:ext cx="1800" cy="2880"/>
          </a:xfrm>
          <a:custGeom>
            <a:avLst/>
            <a:gdLst/>
            <a:ahLst/>
            <a:rect l="0" t="0" r="r" b="b"/>
            <a:pathLst>
              <a:path w="5" h="8">
                <a:moveTo>
                  <a:pt x="2" y="4"/>
                </a:move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4" y="6"/>
                </a:lnTo>
                <a:lnTo>
                  <a:pt x="5" y="6"/>
                </a:lnTo>
                <a:lnTo>
                  <a:pt x="5" y="8"/>
                </a:lnTo>
                <a:lnTo>
                  <a:pt x="4" y="8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1" name=""/>
          <p:cNvSpPr/>
          <p:nvPr/>
        </p:nvSpPr>
        <p:spPr>
          <a:xfrm>
            <a:off x="8359200" y="137412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6" y="4"/>
                </a:moveTo>
                <a:lnTo>
                  <a:pt x="5" y="3"/>
                </a:lnTo>
                <a:lnTo>
                  <a:pt x="4" y="3"/>
                </a:ln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2" name=""/>
          <p:cNvSpPr/>
          <p:nvPr/>
        </p:nvSpPr>
        <p:spPr>
          <a:xfrm>
            <a:off x="8360640" y="13381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3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3" name=""/>
          <p:cNvSpPr/>
          <p:nvPr/>
        </p:nvSpPr>
        <p:spPr>
          <a:xfrm>
            <a:off x="8356680" y="13323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4" name=""/>
          <p:cNvSpPr/>
          <p:nvPr/>
        </p:nvSpPr>
        <p:spPr>
          <a:xfrm>
            <a:off x="8404920" y="1329120"/>
            <a:ext cx="1440" cy="2520"/>
          </a:xfrm>
          <a:custGeom>
            <a:avLst/>
            <a:gdLst/>
            <a:ahLst/>
            <a:rect l="0" t="0" r="r" b="b"/>
            <a:pathLst>
              <a:path w="4" h="7">
                <a:moveTo>
                  <a:pt x="2" y="2"/>
                </a:moveTo>
                <a:lnTo>
                  <a:pt x="2" y="3"/>
                </a:lnTo>
                <a:lnTo>
                  <a:pt x="3" y="3"/>
                </a:lnTo>
                <a:lnTo>
                  <a:pt x="4" y="5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0" y="6"/>
                </a:lnTo>
                <a:lnTo>
                  <a:pt x="0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5" name=""/>
          <p:cNvSpPr/>
          <p:nvPr/>
        </p:nvSpPr>
        <p:spPr>
          <a:xfrm>
            <a:off x="8404920" y="1327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6" name=""/>
          <p:cNvSpPr/>
          <p:nvPr/>
        </p:nvSpPr>
        <p:spPr>
          <a:xfrm>
            <a:off x="8365320" y="13204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2"/>
                </a:move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7" name=""/>
          <p:cNvSpPr/>
          <p:nvPr/>
        </p:nvSpPr>
        <p:spPr>
          <a:xfrm>
            <a:off x="8368560" y="1318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8" name=""/>
          <p:cNvSpPr/>
          <p:nvPr/>
        </p:nvSpPr>
        <p:spPr>
          <a:xfrm>
            <a:off x="8379720" y="130968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5" y="1"/>
                </a:moveTo>
                <a:lnTo>
                  <a:pt x="5" y="2"/>
                </a:lnTo>
                <a:lnTo>
                  <a:pt x="6" y="2"/>
                </a:lnTo>
                <a:lnTo>
                  <a:pt x="8" y="2"/>
                </a:lnTo>
                <a:lnTo>
                  <a:pt x="8" y="4"/>
                </a:lnTo>
                <a:lnTo>
                  <a:pt x="6" y="4"/>
                </a:lnTo>
                <a:lnTo>
                  <a:pt x="6" y="2"/>
                </a:lnTo>
                <a:lnTo>
                  <a:pt x="5" y="2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9" name=""/>
          <p:cNvSpPr/>
          <p:nvPr/>
        </p:nvSpPr>
        <p:spPr>
          <a:xfrm>
            <a:off x="8386560" y="1309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4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5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0" name=""/>
          <p:cNvSpPr/>
          <p:nvPr/>
        </p:nvSpPr>
        <p:spPr>
          <a:xfrm>
            <a:off x="8382240" y="1308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3"/>
                </a:move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1" name=""/>
          <p:cNvSpPr/>
          <p:nvPr/>
        </p:nvSpPr>
        <p:spPr>
          <a:xfrm>
            <a:off x="8425080" y="12963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4" y="1"/>
                </a:moveTo>
                <a:lnTo>
                  <a:pt x="4" y="3"/>
                </a:lnTo>
                <a:lnTo>
                  <a:pt x="3" y="3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2" name=""/>
          <p:cNvSpPr/>
          <p:nvPr/>
        </p:nvSpPr>
        <p:spPr>
          <a:xfrm>
            <a:off x="8327520" y="1218600"/>
            <a:ext cx="3240" cy="3960"/>
          </a:xfrm>
          <a:custGeom>
            <a:avLst/>
            <a:gdLst/>
            <a:ahLst/>
            <a:rect l="0" t="0" r="r" b="b"/>
            <a:pathLst>
              <a:path w="9" h="11">
                <a:moveTo>
                  <a:pt x="5" y="7"/>
                </a:move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2" y="11"/>
                </a:lnTo>
                <a:lnTo>
                  <a:pt x="1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1" y="6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3" y="2"/>
                </a:lnTo>
                <a:lnTo>
                  <a:pt x="4" y="2"/>
                </a:lnTo>
                <a:lnTo>
                  <a:pt x="5" y="1"/>
                </a:lnTo>
                <a:lnTo>
                  <a:pt x="6" y="0"/>
                </a:lnTo>
                <a:lnTo>
                  <a:pt x="7" y="1"/>
                </a:lnTo>
                <a:lnTo>
                  <a:pt x="9" y="2"/>
                </a:lnTo>
                <a:lnTo>
                  <a:pt x="9" y="6"/>
                </a:lnTo>
                <a:lnTo>
                  <a:pt x="9" y="7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800" rIns="21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3" name=""/>
          <p:cNvSpPr/>
          <p:nvPr/>
        </p:nvSpPr>
        <p:spPr>
          <a:xfrm>
            <a:off x="8429400" y="2356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4" name=""/>
          <p:cNvSpPr/>
          <p:nvPr/>
        </p:nvSpPr>
        <p:spPr>
          <a:xfrm>
            <a:off x="8432280" y="23533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800" rIns="21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5" name=""/>
          <p:cNvSpPr/>
          <p:nvPr/>
        </p:nvSpPr>
        <p:spPr>
          <a:xfrm>
            <a:off x="8428680" y="23529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6" name=""/>
          <p:cNvSpPr/>
          <p:nvPr/>
        </p:nvSpPr>
        <p:spPr>
          <a:xfrm>
            <a:off x="8427960" y="2352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7" name=""/>
          <p:cNvSpPr/>
          <p:nvPr/>
        </p:nvSpPr>
        <p:spPr>
          <a:xfrm>
            <a:off x="8431200" y="2351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8" name=""/>
          <p:cNvSpPr/>
          <p:nvPr/>
        </p:nvSpPr>
        <p:spPr>
          <a:xfrm>
            <a:off x="8427240" y="2351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9" name=""/>
          <p:cNvSpPr/>
          <p:nvPr/>
        </p:nvSpPr>
        <p:spPr>
          <a:xfrm>
            <a:off x="8439480" y="23472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0" name=""/>
          <p:cNvSpPr/>
          <p:nvPr/>
        </p:nvSpPr>
        <p:spPr>
          <a:xfrm>
            <a:off x="8434440" y="2344680"/>
            <a:ext cx="2520" cy="3600"/>
          </a:xfrm>
          <a:custGeom>
            <a:avLst/>
            <a:gdLst/>
            <a:ahLst/>
            <a:rect l="0" t="0" r="r" b="b"/>
            <a:pathLst>
              <a:path w="7" h="10">
                <a:moveTo>
                  <a:pt x="4" y="6"/>
                </a:moveTo>
                <a:lnTo>
                  <a:pt x="5" y="6"/>
                </a:lnTo>
                <a:lnTo>
                  <a:pt x="5" y="5"/>
                </a:lnTo>
                <a:lnTo>
                  <a:pt x="7" y="6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10"/>
                </a:lnTo>
                <a:lnTo>
                  <a:pt x="2" y="8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0"/>
                </a:ln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4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440" rIns="216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1" name=""/>
          <p:cNvSpPr/>
          <p:nvPr/>
        </p:nvSpPr>
        <p:spPr>
          <a:xfrm>
            <a:off x="8434800" y="234180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6" y="4"/>
                </a:moveTo>
                <a:lnTo>
                  <a:pt x="7" y="4"/>
                </a:lnTo>
                <a:lnTo>
                  <a:pt x="7" y="2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5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2" name=""/>
          <p:cNvSpPr/>
          <p:nvPr/>
        </p:nvSpPr>
        <p:spPr>
          <a:xfrm>
            <a:off x="8431560" y="2338920"/>
            <a:ext cx="1080" cy="2520"/>
          </a:xfrm>
          <a:custGeom>
            <a:avLst/>
            <a:gdLst/>
            <a:ahLst/>
            <a:rect l="0" t="0" r="r" b="b"/>
            <a:pathLst>
              <a:path w="3" h="7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3" y="7"/>
                </a:lnTo>
                <a:lnTo>
                  <a:pt x="1" y="7"/>
                </a:lnTo>
                <a:lnTo>
                  <a:pt x="1" y="5"/>
                </a:lnTo>
                <a:lnTo>
                  <a:pt x="0" y="4"/>
                </a:lnTo>
                <a:lnTo>
                  <a:pt x="1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3" name=""/>
          <p:cNvSpPr/>
          <p:nvPr/>
        </p:nvSpPr>
        <p:spPr>
          <a:xfrm>
            <a:off x="8440920" y="2336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4" name=""/>
          <p:cNvSpPr/>
          <p:nvPr/>
        </p:nvSpPr>
        <p:spPr>
          <a:xfrm>
            <a:off x="8431560" y="2320560"/>
            <a:ext cx="14040" cy="20160"/>
          </a:xfrm>
          <a:custGeom>
            <a:avLst/>
            <a:gdLst/>
            <a:ahLst/>
            <a:rect l="0" t="0" r="r" b="b"/>
            <a:pathLst>
              <a:path w="39" h="56">
                <a:moveTo>
                  <a:pt x="21" y="10"/>
                </a:moveTo>
                <a:lnTo>
                  <a:pt x="22" y="10"/>
                </a:lnTo>
                <a:lnTo>
                  <a:pt x="23" y="10"/>
                </a:lnTo>
                <a:lnTo>
                  <a:pt x="24" y="11"/>
                </a:lnTo>
                <a:lnTo>
                  <a:pt x="28" y="12"/>
                </a:lnTo>
                <a:lnTo>
                  <a:pt x="29" y="13"/>
                </a:lnTo>
                <a:lnTo>
                  <a:pt x="29" y="14"/>
                </a:lnTo>
                <a:lnTo>
                  <a:pt x="28" y="14"/>
                </a:lnTo>
                <a:lnTo>
                  <a:pt x="27" y="16"/>
                </a:lnTo>
                <a:lnTo>
                  <a:pt x="27" y="17"/>
                </a:lnTo>
                <a:lnTo>
                  <a:pt x="26" y="17"/>
                </a:lnTo>
                <a:lnTo>
                  <a:pt x="28" y="18"/>
                </a:lnTo>
                <a:lnTo>
                  <a:pt x="29" y="18"/>
                </a:lnTo>
                <a:lnTo>
                  <a:pt x="31" y="20"/>
                </a:lnTo>
                <a:lnTo>
                  <a:pt x="33" y="20"/>
                </a:lnTo>
                <a:lnTo>
                  <a:pt x="35" y="20"/>
                </a:lnTo>
                <a:lnTo>
                  <a:pt x="36" y="19"/>
                </a:lnTo>
                <a:lnTo>
                  <a:pt x="37" y="18"/>
                </a:lnTo>
                <a:lnTo>
                  <a:pt x="38" y="18"/>
                </a:lnTo>
                <a:lnTo>
                  <a:pt x="39" y="18"/>
                </a:lnTo>
                <a:lnTo>
                  <a:pt x="37" y="22"/>
                </a:lnTo>
                <a:lnTo>
                  <a:pt x="36" y="23"/>
                </a:lnTo>
                <a:lnTo>
                  <a:pt x="35" y="24"/>
                </a:lnTo>
                <a:lnTo>
                  <a:pt x="34" y="25"/>
                </a:lnTo>
                <a:lnTo>
                  <a:pt x="34" y="23"/>
                </a:lnTo>
                <a:lnTo>
                  <a:pt x="33" y="22"/>
                </a:lnTo>
                <a:lnTo>
                  <a:pt x="31" y="22"/>
                </a:lnTo>
                <a:lnTo>
                  <a:pt x="30" y="23"/>
                </a:lnTo>
                <a:lnTo>
                  <a:pt x="29" y="23"/>
                </a:lnTo>
                <a:lnTo>
                  <a:pt x="29" y="24"/>
                </a:lnTo>
                <a:lnTo>
                  <a:pt x="28" y="25"/>
                </a:lnTo>
                <a:lnTo>
                  <a:pt x="27" y="25"/>
                </a:lnTo>
                <a:lnTo>
                  <a:pt x="26" y="25"/>
                </a:lnTo>
                <a:lnTo>
                  <a:pt x="25" y="27"/>
                </a:lnTo>
                <a:lnTo>
                  <a:pt x="25" y="29"/>
                </a:lnTo>
                <a:lnTo>
                  <a:pt x="25" y="30"/>
                </a:lnTo>
                <a:lnTo>
                  <a:pt x="26" y="31"/>
                </a:lnTo>
                <a:lnTo>
                  <a:pt x="26" y="33"/>
                </a:lnTo>
                <a:lnTo>
                  <a:pt x="26" y="34"/>
                </a:lnTo>
                <a:lnTo>
                  <a:pt x="26" y="35"/>
                </a:lnTo>
                <a:lnTo>
                  <a:pt x="27" y="35"/>
                </a:lnTo>
                <a:lnTo>
                  <a:pt x="28" y="35"/>
                </a:lnTo>
                <a:lnTo>
                  <a:pt x="29" y="35"/>
                </a:lnTo>
                <a:lnTo>
                  <a:pt x="30" y="35"/>
                </a:lnTo>
                <a:lnTo>
                  <a:pt x="30" y="36"/>
                </a:lnTo>
                <a:lnTo>
                  <a:pt x="30" y="37"/>
                </a:lnTo>
                <a:lnTo>
                  <a:pt x="31" y="37"/>
                </a:lnTo>
                <a:lnTo>
                  <a:pt x="32" y="36"/>
                </a:lnTo>
                <a:lnTo>
                  <a:pt x="33" y="36"/>
                </a:lnTo>
                <a:lnTo>
                  <a:pt x="34" y="36"/>
                </a:lnTo>
                <a:lnTo>
                  <a:pt x="35" y="36"/>
                </a:lnTo>
                <a:lnTo>
                  <a:pt x="36" y="36"/>
                </a:lnTo>
                <a:lnTo>
                  <a:pt x="37" y="38"/>
                </a:lnTo>
                <a:lnTo>
                  <a:pt x="36" y="39"/>
                </a:lnTo>
                <a:lnTo>
                  <a:pt x="36" y="40"/>
                </a:lnTo>
                <a:lnTo>
                  <a:pt x="36" y="41"/>
                </a:lnTo>
                <a:lnTo>
                  <a:pt x="35" y="42"/>
                </a:lnTo>
                <a:lnTo>
                  <a:pt x="34" y="41"/>
                </a:lnTo>
                <a:lnTo>
                  <a:pt x="34" y="40"/>
                </a:lnTo>
                <a:lnTo>
                  <a:pt x="33" y="39"/>
                </a:lnTo>
                <a:lnTo>
                  <a:pt x="31" y="39"/>
                </a:lnTo>
                <a:lnTo>
                  <a:pt x="30" y="39"/>
                </a:lnTo>
                <a:lnTo>
                  <a:pt x="29" y="40"/>
                </a:lnTo>
                <a:lnTo>
                  <a:pt x="28" y="40"/>
                </a:lnTo>
                <a:lnTo>
                  <a:pt x="28" y="41"/>
                </a:lnTo>
                <a:lnTo>
                  <a:pt x="26" y="42"/>
                </a:lnTo>
                <a:lnTo>
                  <a:pt x="25" y="43"/>
                </a:lnTo>
                <a:lnTo>
                  <a:pt x="24" y="43"/>
                </a:lnTo>
                <a:lnTo>
                  <a:pt x="22" y="45"/>
                </a:lnTo>
                <a:lnTo>
                  <a:pt x="20" y="47"/>
                </a:lnTo>
                <a:lnTo>
                  <a:pt x="18" y="47"/>
                </a:lnTo>
                <a:lnTo>
                  <a:pt x="17" y="50"/>
                </a:lnTo>
                <a:lnTo>
                  <a:pt x="17" y="51"/>
                </a:lnTo>
                <a:lnTo>
                  <a:pt x="18" y="52"/>
                </a:lnTo>
                <a:lnTo>
                  <a:pt x="20" y="53"/>
                </a:lnTo>
                <a:lnTo>
                  <a:pt x="21" y="52"/>
                </a:lnTo>
                <a:lnTo>
                  <a:pt x="21" y="51"/>
                </a:lnTo>
                <a:lnTo>
                  <a:pt x="22" y="51"/>
                </a:lnTo>
                <a:lnTo>
                  <a:pt x="23" y="52"/>
                </a:lnTo>
                <a:lnTo>
                  <a:pt x="24" y="53"/>
                </a:lnTo>
                <a:lnTo>
                  <a:pt x="23" y="54"/>
                </a:lnTo>
                <a:lnTo>
                  <a:pt x="23" y="55"/>
                </a:lnTo>
                <a:lnTo>
                  <a:pt x="23" y="56"/>
                </a:lnTo>
                <a:lnTo>
                  <a:pt x="22" y="56"/>
                </a:lnTo>
                <a:lnTo>
                  <a:pt x="17" y="55"/>
                </a:lnTo>
                <a:lnTo>
                  <a:pt x="16" y="54"/>
                </a:lnTo>
                <a:lnTo>
                  <a:pt x="16" y="53"/>
                </a:lnTo>
                <a:lnTo>
                  <a:pt x="15" y="52"/>
                </a:lnTo>
                <a:lnTo>
                  <a:pt x="14" y="52"/>
                </a:lnTo>
                <a:lnTo>
                  <a:pt x="11" y="52"/>
                </a:lnTo>
                <a:lnTo>
                  <a:pt x="10" y="51"/>
                </a:lnTo>
                <a:lnTo>
                  <a:pt x="10" y="50"/>
                </a:lnTo>
                <a:lnTo>
                  <a:pt x="9" y="50"/>
                </a:lnTo>
                <a:lnTo>
                  <a:pt x="8" y="50"/>
                </a:lnTo>
                <a:lnTo>
                  <a:pt x="8" y="49"/>
                </a:lnTo>
                <a:lnTo>
                  <a:pt x="8" y="48"/>
                </a:lnTo>
                <a:lnTo>
                  <a:pt x="8" y="47"/>
                </a:lnTo>
                <a:lnTo>
                  <a:pt x="9" y="47"/>
                </a:lnTo>
                <a:lnTo>
                  <a:pt x="8" y="46"/>
                </a:lnTo>
                <a:lnTo>
                  <a:pt x="7" y="46"/>
                </a:lnTo>
                <a:lnTo>
                  <a:pt x="6" y="47"/>
                </a:lnTo>
                <a:lnTo>
                  <a:pt x="6" y="48"/>
                </a:lnTo>
                <a:lnTo>
                  <a:pt x="5" y="49"/>
                </a:lnTo>
                <a:lnTo>
                  <a:pt x="5" y="48"/>
                </a:lnTo>
                <a:lnTo>
                  <a:pt x="4" y="47"/>
                </a:lnTo>
                <a:lnTo>
                  <a:pt x="4" y="48"/>
                </a:lnTo>
                <a:lnTo>
                  <a:pt x="4" y="47"/>
                </a:lnTo>
                <a:lnTo>
                  <a:pt x="3" y="48"/>
                </a:lnTo>
                <a:lnTo>
                  <a:pt x="3" y="47"/>
                </a:lnTo>
                <a:lnTo>
                  <a:pt x="4" y="47"/>
                </a:lnTo>
                <a:lnTo>
                  <a:pt x="4" y="46"/>
                </a:lnTo>
                <a:lnTo>
                  <a:pt x="4" y="45"/>
                </a:lnTo>
                <a:lnTo>
                  <a:pt x="4" y="44"/>
                </a:lnTo>
                <a:lnTo>
                  <a:pt x="4" y="43"/>
                </a:lnTo>
                <a:lnTo>
                  <a:pt x="5" y="43"/>
                </a:lnTo>
                <a:lnTo>
                  <a:pt x="5" y="42"/>
                </a:lnTo>
                <a:lnTo>
                  <a:pt x="5" y="41"/>
                </a:lnTo>
                <a:lnTo>
                  <a:pt x="6" y="41"/>
                </a:lnTo>
                <a:lnTo>
                  <a:pt x="5" y="41"/>
                </a:lnTo>
                <a:lnTo>
                  <a:pt x="5" y="42"/>
                </a:lnTo>
                <a:lnTo>
                  <a:pt x="4" y="42"/>
                </a:lnTo>
                <a:lnTo>
                  <a:pt x="4" y="43"/>
                </a:lnTo>
                <a:lnTo>
                  <a:pt x="3" y="44"/>
                </a:lnTo>
                <a:lnTo>
                  <a:pt x="3" y="45"/>
                </a:lnTo>
                <a:lnTo>
                  <a:pt x="2" y="45"/>
                </a:lnTo>
                <a:lnTo>
                  <a:pt x="2" y="44"/>
                </a:lnTo>
                <a:lnTo>
                  <a:pt x="2" y="43"/>
                </a:lnTo>
                <a:lnTo>
                  <a:pt x="1" y="43"/>
                </a:lnTo>
                <a:lnTo>
                  <a:pt x="1" y="42"/>
                </a:lnTo>
                <a:lnTo>
                  <a:pt x="2" y="42"/>
                </a:lnTo>
                <a:lnTo>
                  <a:pt x="2" y="40"/>
                </a:lnTo>
                <a:lnTo>
                  <a:pt x="2" y="39"/>
                </a:lnTo>
                <a:lnTo>
                  <a:pt x="2" y="38"/>
                </a:lnTo>
                <a:lnTo>
                  <a:pt x="3" y="37"/>
                </a:lnTo>
                <a:lnTo>
                  <a:pt x="4" y="36"/>
                </a:lnTo>
                <a:lnTo>
                  <a:pt x="4" y="37"/>
                </a:lnTo>
                <a:lnTo>
                  <a:pt x="5" y="36"/>
                </a:lnTo>
                <a:lnTo>
                  <a:pt x="4" y="34"/>
                </a:lnTo>
                <a:lnTo>
                  <a:pt x="5" y="34"/>
                </a:lnTo>
                <a:lnTo>
                  <a:pt x="6" y="34"/>
                </a:lnTo>
                <a:lnTo>
                  <a:pt x="7" y="34"/>
                </a:lnTo>
                <a:lnTo>
                  <a:pt x="8" y="35"/>
                </a:lnTo>
                <a:lnTo>
                  <a:pt x="9" y="34"/>
                </a:lnTo>
                <a:lnTo>
                  <a:pt x="10" y="33"/>
                </a:lnTo>
                <a:lnTo>
                  <a:pt x="11" y="34"/>
                </a:lnTo>
                <a:lnTo>
                  <a:pt x="12" y="35"/>
                </a:lnTo>
                <a:lnTo>
                  <a:pt x="13" y="35"/>
                </a:lnTo>
                <a:lnTo>
                  <a:pt x="13" y="34"/>
                </a:lnTo>
                <a:lnTo>
                  <a:pt x="13" y="33"/>
                </a:lnTo>
                <a:lnTo>
                  <a:pt x="11" y="33"/>
                </a:lnTo>
                <a:lnTo>
                  <a:pt x="9" y="33"/>
                </a:lnTo>
                <a:lnTo>
                  <a:pt x="7" y="32"/>
                </a:lnTo>
                <a:lnTo>
                  <a:pt x="7" y="31"/>
                </a:lnTo>
                <a:lnTo>
                  <a:pt x="7" y="30"/>
                </a:lnTo>
                <a:lnTo>
                  <a:pt x="7" y="26"/>
                </a:lnTo>
                <a:lnTo>
                  <a:pt x="7" y="25"/>
                </a:lnTo>
                <a:lnTo>
                  <a:pt x="5" y="23"/>
                </a:lnTo>
                <a:lnTo>
                  <a:pt x="4" y="21"/>
                </a:lnTo>
                <a:lnTo>
                  <a:pt x="3" y="21"/>
                </a:lnTo>
                <a:lnTo>
                  <a:pt x="2" y="21"/>
                </a:lnTo>
                <a:lnTo>
                  <a:pt x="1" y="20"/>
                </a:lnTo>
                <a:lnTo>
                  <a:pt x="1" y="19"/>
                </a:lnTo>
                <a:lnTo>
                  <a:pt x="0" y="17"/>
                </a:lnTo>
                <a:lnTo>
                  <a:pt x="0" y="16"/>
                </a:lnTo>
                <a:lnTo>
                  <a:pt x="0" y="17"/>
                </a:lnTo>
                <a:lnTo>
                  <a:pt x="1" y="16"/>
                </a:lnTo>
                <a:lnTo>
                  <a:pt x="2" y="13"/>
                </a:lnTo>
                <a:lnTo>
                  <a:pt x="2" y="12"/>
                </a:lnTo>
                <a:lnTo>
                  <a:pt x="4" y="11"/>
                </a:lnTo>
                <a:lnTo>
                  <a:pt x="4" y="12"/>
                </a:lnTo>
                <a:lnTo>
                  <a:pt x="5" y="12"/>
                </a:lnTo>
                <a:lnTo>
                  <a:pt x="5" y="11"/>
                </a:lnTo>
                <a:lnTo>
                  <a:pt x="6" y="10"/>
                </a:lnTo>
                <a:lnTo>
                  <a:pt x="6" y="9"/>
                </a:lnTo>
                <a:lnTo>
                  <a:pt x="8" y="5"/>
                </a:lnTo>
                <a:lnTo>
                  <a:pt x="9" y="6"/>
                </a:lnTo>
                <a:lnTo>
                  <a:pt x="9" y="8"/>
                </a:lnTo>
                <a:lnTo>
                  <a:pt x="10" y="9"/>
                </a:lnTo>
                <a:lnTo>
                  <a:pt x="11" y="9"/>
                </a:lnTo>
                <a:lnTo>
                  <a:pt x="10" y="8"/>
                </a:lnTo>
                <a:lnTo>
                  <a:pt x="10" y="6"/>
                </a:lnTo>
                <a:lnTo>
                  <a:pt x="10" y="5"/>
                </a:lnTo>
                <a:lnTo>
                  <a:pt x="11" y="4"/>
                </a:lnTo>
                <a:lnTo>
                  <a:pt x="12" y="2"/>
                </a:lnTo>
                <a:lnTo>
                  <a:pt x="13" y="2"/>
                </a:lnTo>
                <a:lnTo>
                  <a:pt x="16" y="0"/>
                </a:lnTo>
                <a:lnTo>
                  <a:pt x="17" y="0"/>
                </a:lnTo>
                <a:lnTo>
                  <a:pt x="15" y="3"/>
                </a:lnTo>
                <a:lnTo>
                  <a:pt x="15" y="4"/>
                </a:lnTo>
                <a:lnTo>
                  <a:pt x="14" y="5"/>
                </a:lnTo>
                <a:lnTo>
                  <a:pt x="14" y="6"/>
                </a:lnTo>
                <a:lnTo>
                  <a:pt x="15" y="10"/>
                </a:lnTo>
                <a:lnTo>
                  <a:pt x="17" y="12"/>
                </a:lnTo>
                <a:lnTo>
                  <a:pt x="18" y="12"/>
                </a:lnTo>
                <a:lnTo>
                  <a:pt x="21" y="11"/>
                </a:lnTo>
                <a:lnTo>
                  <a:pt x="21" y="1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5" name=""/>
          <p:cNvSpPr/>
          <p:nvPr/>
        </p:nvSpPr>
        <p:spPr>
          <a:xfrm>
            <a:off x="8443800" y="232344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0" y="6"/>
                </a:moveTo>
                <a:lnTo>
                  <a:pt x="0" y="5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3"/>
                </a:lnTo>
                <a:lnTo>
                  <a:pt x="7" y="5"/>
                </a:lnTo>
                <a:lnTo>
                  <a:pt x="6" y="6"/>
                </a:lnTo>
                <a:lnTo>
                  <a:pt x="4" y="6"/>
                </a:lnTo>
                <a:lnTo>
                  <a:pt x="3" y="6"/>
                </a:lnTo>
                <a:lnTo>
                  <a:pt x="0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6" name=""/>
          <p:cNvSpPr/>
          <p:nvPr/>
        </p:nvSpPr>
        <p:spPr>
          <a:xfrm>
            <a:off x="8429400" y="232128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7" y="6"/>
                </a:move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7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2" y="2"/>
                </a:lnTo>
                <a:lnTo>
                  <a:pt x="2" y="4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0"/>
                </a:lnTo>
                <a:lnTo>
                  <a:pt x="11" y="0"/>
                </a:lnTo>
                <a:lnTo>
                  <a:pt x="9" y="1"/>
                </a:lnTo>
                <a:lnTo>
                  <a:pt x="11" y="2"/>
                </a:lnTo>
                <a:lnTo>
                  <a:pt x="11" y="4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9" y="7"/>
                </a:lnTo>
                <a:lnTo>
                  <a:pt x="8" y="6"/>
                </a:lnTo>
                <a:lnTo>
                  <a:pt x="7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7" name=""/>
          <p:cNvSpPr/>
          <p:nvPr/>
        </p:nvSpPr>
        <p:spPr>
          <a:xfrm>
            <a:off x="8428320" y="23212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8" name=""/>
          <p:cNvSpPr/>
          <p:nvPr/>
        </p:nvSpPr>
        <p:spPr>
          <a:xfrm>
            <a:off x="8427600" y="2320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3" y="1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9" name=""/>
          <p:cNvSpPr/>
          <p:nvPr/>
        </p:nvSpPr>
        <p:spPr>
          <a:xfrm>
            <a:off x="8428680" y="2314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0" name=""/>
          <p:cNvSpPr/>
          <p:nvPr/>
        </p:nvSpPr>
        <p:spPr>
          <a:xfrm>
            <a:off x="8445600" y="22960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6"/>
                </a:moveTo>
                <a:lnTo>
                  <a:pt x="1" y="7"/>
                </a:lnTo>
                <a:lnTo>
                  <a:pt x="0" y="7"/>
                </a:lnTo>
                <a:lnTo>
                  <a:pt x="3" y="4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2"/>
                </a:lnTo>
                <a:lnTo>
                  <a:pt x="6" y="4"/>
                </a:lnTo>
                <a:lnTo>
                  <a:pt x="5" y="4"/>
                </a:lnTo>
                <a:lnTo>
                  <a:pt x="4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1" name=""/>
          <p:cNvSpPr/>
          <p:nvPr/>
        </p:nvSpPr>
        <p:spPr>
          <a:xfrm>
            <a:off x="8443080" y="22960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3" y="4"/>
                </a:lnTo>
                <a:lnTo>
                  <a:pt x="2" y="3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2" name=""/>
          <p:cNvSpPr/>
          <p:nvPr/>
        </p:nvSpPr>
        <p:spPr>
          <a:xfrm>
            <a:off x="8440200" y="228240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4" y="2"/>
                </a:moveTo>
                <a:lnTo>
                  <a:pt x="6" y="3"/>
                </a:lnTo>
                <a:lnTo>
                  <a:pt x="7" y="2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0" y="2"/>
                </a:lnTo>
                <a:lnTo>
                  <a:pt x="10" y="3"/>
                </a:lnTo>
                <a:lnTo>
                  <a:pt x="7" y="5"/>
                </a:lnTo>
                <a:lnTo>
                  <a:pt x="7" y="7"/>
                </a:lnTo>
                <a:lnTo>
                  <a:pt x="6" y="5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3" name=""/>
          <p:cNvSpPr/>
          <p:nvPr/>
        </p:nvSpPr>
        <p:spPr>
          <a:xfrm>
            <a:off x="8443080" y="227700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9" y="1"/>
                </a:moveTo>
                <a:lnTo>
                  <a:pt x="10" y="1"/>
                </a:lnTo>
                <a:lnTo>
                  <a:pt x="10" y="2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6" y="4"/>
                </a:lnTo>
                <a:lnTo>
                  <a:pt x="6" y="3"/>
                </a:lnTo>
                <a:lnTo>
                  <a:pt x="6" y="4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2" y="6"/>
                </a:lnTo>
                <a:lnTo>
                  <a:pt x="2" y="8"/>
                </a:lnTo>
                <a:lnTo>
                  <a:pt x="2" y="9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2" y="3"/>
                </a:lnTo>
                <a:lnTo>
                  <a:pt x="3" y="3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8" y="0"/>
                </a:lnTo>
                <a:lnTo>
                  <a:pt x="8" y="2"/>
                </a:lnTo>
                <a:lnTo>
                  <a:pt x="9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440" rIns="216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4" name=""/>
          <p:cNvSpPr/>
          <p:nvPr/>
        </p:nvSpPr>
        <p:spPr>
          <a:xfrm>
            <a:off x="8444880" y="2275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5" name=""/>
          <p:cNvSpPr/>
          <p:nvPr/>
        </p:nvSpPr>
        <p:spPr>
          <a:xfrm>
            <a:off x="8443440" y="2273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6" name=""/>
          <p:cNvSpPr/>
          <p:nvPr/>
        </p:nvSpPr>
        <p:spPr>
          <a:xfrm>
            <a:off x="8435520" y="22644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2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7" name=""/>
          <p:cNvSpPr/>
          <p:nvPr/>
        </p:nvSpPr>
        <p:spPr>
          <a:xfrm>
            <a:off x="8436960" y="226404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2" y="2"/>
                </a:move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0" y="4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8" name=""/>
          <p:cNvSpPr/>
          <p:nvPr/>
        </p:nvSpPr>
        <p:spPr>
          <a:xfrm>
            <a:off x="8450640" y="22564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2" y="5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9" name=""/>
          <p:cNvSpPr/>
          <p:nvPr/>
        </p:nvSpPr>
        <p:spPr>
          <a:xfrm>
            <a:off x="8443800" y="225540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5" y="6"/>
                </a:move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1" y="8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7" y="7"/>
                </a:lnTo>
                <a:lnTo>
                  <a:pt x="6" y="6"/>
                </a:lnTo>
                <a:lnTo>
                  <a:pt x="5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0" name=""/>
          <p:cNvSpPr/>
          <p:nvPr/>
        </p:nvSpPr>
        <p:spPr>
          <a:xfrm>
            <a:off x="8428320" y="22543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3"/>
                </a:move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1" name=""/>
          <p:cNvSpPr/>
          <p:nvPr/>
        </p:nvSpPr>
        <p:spPr>
          <a:xfrm>
            <a:off x="8441640" y="2253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2" name=""/>
          <p:cNvSpPr/>
          <p:nvPr/>
        </p:nvSpPr>
        <p:spPr>
          <a:xfrm>
            <a:off x="8450640" y="22528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1"/>
                </a:moveTo>
                <a:lnTo>
                  <a:pt x="2" y="0"/>
                </a:lnTo>
                <a:lnTo>
                  <a:pt x="3" y="3"/>
                </a:lnTo>
                <a:lnTo>
                  <a:pt x="2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3" name=""/>
          <p:cNvSpPr/>
          <p:nvPr/>
        </p:nvSpPr>
        <p:spPr>
          <a:xfrm>
            <a:off x="8427600" y="2251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4" name=""/>
          <p:cNvSpPr/>
          <p:nvPr/>
        </p:nvSpPr>
        <p:spPr>
          <a:xfrm>
            <a:off x="8451000" y="22518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4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5" name=""/>
          <p:cNvSpPr/>
          <p:nvPr/>
        </p:nvSpPr>
        <p:spPr>
          <a:xfrm>
            <a:off x="8448840" y="2248560"/>
            <a:ext cx="3600" cy="4320"/>
          </a:xfrm>
          <a:custGeom>
            <a:avLst/>
            <a:gdLst/>
            <a:ahLst/>
            <a:rect l="0" t="0" r="r" b="b"/>
            <a:pathLst>
              <a:path w="10" h="12">
                <a:moveTo>
                  <a:pt x="5" y="7"/>
                </a:moveTo>
                <a:lnTo>
                  <a:pt x="5" y="9"/>
                </a:lnTo>
                <a:lnTo>
                  <a:pt x="6" y="9"/>
                </a:lnTo>
                <a:lnTo>
                  <a:pt x="6" y="10"/>
                </a:lnTo>
                <a:lnTo>
                  <a:pt x="5" y="10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2" y="11"/>
                </a:lnTo>
                <a:lnTo>
                  <a:pt x="0" y="10"/>
                </a:lnTo>
                <a:lnTo>
                  <a:pt x="0" y="9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4" y="6"/>
                </a:lnTo>
                <a:lnTo>
                  <a:pt x="4" y="5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1"/>
                </a:lnTo>
                <a:lnTo>
                  <a:pt x="10" y="2"/>
                </a:lnTo>
                <a:lnTo>
                  <a:pt x="10" y="3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6" y="7"/>
                </a:lnTo>
                <a:lnTo>
                  <a:pt x="6" y="6"/>
                </a:lnTo>
                <a:lnTo>
                  <a:pt x="5" y="7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6" name=""/>
          <p:cNvSpPr/>
          <p:nvPr/>
        </p:nvSpPr>
        <p:spPr>
          <a:xfrm>
            <a:off x="8435160" y="2247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1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7" name=""/>
          <p:cNvSpPr/>
          <p:nvPr/>
        </p:nvSpPr>
        <p:spPr>
          <a:xfrm>
            <a:off x="8426880" y="22460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2" y="2"/>
                </a:move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6" y="1"/>
                </a:lnTo>
                <a:lnTo>
                  <a:pt x="6" y="2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4" y="4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8" name=""/>
          <p:cNvSpPr/>
          <p:nvPr/>
        </p:nvSpPr>
        <p:spPr>
          <a:xfrm>
            <a:off x="8433720" y="224424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8" y="2"/>
                </a:move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7" y="6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5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8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9" name=""/>
          <p:cNvSpPr/>
          <p:nvPr/>
        </p:nvSpPr>
        <p:spPr>
          <a:xfrm>
            <a:off x="8463240" y="22435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0" name=""/>
          <p:cNvSpPr/>
          <p:nvPr/>
        </p:nvSpPr>
        <p:spPr>
          <a:xfrm>
            <a:off x="8461080" y="2243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1" name=""/>
          <p:cNvSpPr/>
          <p:nvPr/>
        </p:nvSpPr>
        <p:spPr>
          <a:xfrm>
            <a:off x="8447760" y="22420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2" name=""/>
          <p:cNvSpPr/>
          <p:nvPr/>
        </p:nvSpPr>
        <p:spPr>
          <a:xfrm>
            <a:off x="8464680" y="2240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3" name=""/>
          <p:cNvSpPr/>
          <p:nvPr/>
        </p:nvSpPr>
        <p:spPr>
          <a:xfrm>
            <a:off x="8462160" y="22388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3"/>
                </a:moveTo>
                <a:lnTo>
                  <a:pt x="3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4" name=""/>
          <p:cNvSpPr/>
          <p:nvPr/>
        </p:nvSpPr>
        <p:spPr>
          <a:xfrm>
            <a:off x="8447760" y="22338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3"/>
                </a:move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5" name=""/>
          <p:cNvSpPr/>
          <p:nvPr/>
        </p:nvSpPr>
        <p:spPr>
          <a:xfrm>
            <a:off x="8445960" y="2232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4"/>
                </a:lnTo>
                <a:lnTo>
                  <a:pt x="0" y="4"/>
                </a:lnTo>
                <a:lnTo>
                  <a:pt x="1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6" name=""/>
          <p:cNvSpPr/>
          <p:nvPr/>
        </p:nvSpPr>
        <p:spPr>
          <a:xfrm>
            <a:off x="8451720" y="2227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7" name=""/>
          <p:cNvSpPr/>
          <p:nvPr/>
        </p:nvSpPr>
        <p:spPr>
          <a:xfrm>
            <a:off x="8453160" y="22233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3"/>
                </a:move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5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4" y="3"/>
                </a:ln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8" name=""/>
          <p:cNvSpPr/>
          <p:nvPr/>
        </p:nvSpPr>
        <p:spPr>
          <a:xfrm>
            <a:off x="8455680" y="222264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2" y="1"/>
                </a:moveTo>
                <a:lnTo>
                  <a:pt x="3" y="1"/>
                </a:lnTo>
                <a:lnTo>
                  <a:pt x="3" y="0"/>
                </a:lnTo>
                <a:lnTo>
                  <a:pt x="6" y="0"/>
                </a:lnTo>
                <a:lnTo>
                  <a:pt x="7" y="1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2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9" name=""/>
          <p:cNvSpPr/>
          <p:nvPr/>
        </p:nvSpPr>
        <p:spPr>
          <a:xfrm>
            <a:off x="8457840" y="2220120"/>
            <a:ext cx="5400" cy="3960"/>
          </a:xfrm>
          <a:custGeom>
            <a:avLst/>
            <a:gdLst/>
            <a:ahLst/>
            <a:rect l="0" t="0" r="r" b="b"/>
            <a:pathLst>
              <a:path w="15" h="11">
                <a:moveTo>
                  <a:pt x="8" y="1"/>
                </a:moveTo>
                <a:lnTo>
                  <a:pt x="9" y="1"/>
                </a:lnTo>
                <a:lnTo>
                  <a:pt x="10" y="2"/>
                </a:lnTo>
                <a:lnTo>
                  <a:pt x="10" y="4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3" y="7"/>
                </a:lnTo>
                <a:lnTo>
                  <a:pt x="14" y="7"/>
                </a:lnTo>
                <a:lnTo>
                  <a:pt x="15" y="7"/>
                </a:lnTo>
                <a:lnTo>
                  <a:pt x="15" y="8"/>
                </a:lnTo>
                <a:lnTo>
                  <a:pt x="14" y="8"/>
                </a:lnTo>
                <a:lnTo>
                  <a:pt x="13" y="8"/>
                </a:lnTo>
                <a:lnTo>
                  <a:pt x="13" y="7"/>
                </a:lnTo>
                <a:lnTo>
                  <a:pt x="12" y="7"/>
                </a:lnTo>
                <a:lnTo>
                  <a:pt x="11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8" y="11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800" rIns="21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0" name=""/>
          <p:cNvSpPr/>
          <p:nvPr/>
        </p:nvSpPr>
        <p:spPr>
          <a:xfrm>
            <a:off x="8461440" y="2220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1" name=""/>
          <p:cNvSpPr/>
          <p:nvPr/>
        </p:nvSpPr>
        <p:spPr>
          <a:xfrm>
            <a:off x="8461440" y="2209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1"/>
                </a:move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2" name=""/>
          <p:cNvSpPr/>
          <p:nvPr/>
        </p:nvSpPr>
        <p:spPr>
          <a:xfrm>
            <a:off x="8464680" y="22046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5" y="4"/>
                </a:move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3"/>
                </a:lnTo>
                <a:lnTo>
                  <a:pt x="5" y="4"/>
                </a:ln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lnTo>
                  <a:pt x="5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3" name=""/>
          <p:cNvSpPr/>
          <p:nvPr/>
        </p:nvSpPr>
        <p:spPr>
          <a:xfrm>
            <a:off x="8451720" y="22003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4" name=""/>
          <p:cNvSpPr/>
          <p:nvPr/>
        </p:nvSpPr>
        <p:spPr>
          <a:xfrm>
            <a:off x="8459280" y="18018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1" y="3"/>
                </a:move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3"/>
                </a:lnTo>
                <a:lnTo>
                  <a:pt x="6" y="3"/>
                </a:lnTo>
                <a:lnTo>
                  <a:pt x="4" y="3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5" name=""/>
          <p:cNvSpPr/>
          <p:nvPr/>
        </p:nvSpPr>
        <p:spPr>
          <a:xfrm>
            <a:off x="8456400" y="1482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6" name=""/>
          <p:cNvSpPr/>
          <p:nvPr/>
        </p:nvSpPr>
        <p:spPr>
          <a:xfrm>
            <a:off x="8442000" y="1427400"/>
            <a:ext cx="3240" cy="1440"/>
          </a:xfrm>
          <a:custGeom>
            <a:avLst/>
            <a:gdLst/>
            <a:ahLst/>
            <a:rect l="0" t="0" r="r" b="b"/>
            <a:pathLst>
              <a:path w="9" h="4">
                <a:moveTo>
                  <a:pt x="5" y="0"/>
                </a:move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9" y="4"/>
                </a:lnTo>
                <a:lnTo>
                  <a:pt x="7" y="4"/>
                </a:lnTo>
                <a:lnTo>
                  <a:pt x="4" y="4"/>
                </a:lnTo>
                <a:lnTo>
                  <a:pt x="3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7" name=""/>
          <p:cNvSpPr/>
          <p:nvPr/>
        </p:nvSpPr>
        <p:spPr>
          <a:xfrm>
            <a:off x="8451720" y="130896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7" y="5"/>
                </a:moveTo>
                <a:lnTo>
                  <a:pt x="9" y="5"/>
                </a:lnTo>
                <a:lnTo>
                  <a:pt x="9" y="6"/>
                </a:lnTo>
                <a:lnTo>
                  <a:pt x="10" y="6"/>
                </a:lnTo>
                <a:lnTo>
                  <a:pt x="11" y="7"/>
                </a:lnTo>
                <a:lnTo>
                  <a:pt x="10" y="8"/>
                </a:lnTo>
                <a:lnTo>
                  <a:pt x="9" y="8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4" y="4"/>
                </a:lnTo>
                <a:lnTo>
                  <a:pt x="5" y="4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7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8" name=""/>
          <p:cNvSpPr/>
          <p:nvPr/>
        </p:nvSpPr>
        <p:spPr>
          <a:xfrm>
            <a:off x="8457840" y="13071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2" y="6"/>
                </a:lnTo>
                <a:lnTo>
                  <a:pt x="0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9" name=""/>
          <p:cNvSpPr/>
          <p:nvPr/>
        </p:nvSpPr>
        <p:spPr>
          <a:xfrm>
            <a:off x="8459280" y="13060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2"/>
                </a:move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6"/>
                </a:ln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0" name=""/>
          <p:cNvSpPr/>
          <p:nvPr/>
        </p:nvSpPr>
        <p:spPr>
          <a:xfrm>
            <a:off x="8455320" y="1306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1" name=""/>
          <p:cNvSpPr/>
          <p:nvPr/>
        </p:nvSpPr>
        <p:spPr>
          <a:xfrm>
            <a:off x="8456400" y="13057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3"/>
                </a:moveTo>
                <a:lnTo>
                  <a:pt x="5" y="4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2" name=""/>
          <p:cNvSpPr/>
          <p:nvPr/>
        </p:nvSpPr>
        <p:spPr>
          <a:xfrm>
            <a:off x="8428320" y="1299600"/>
            <a:ext cx="5040" cy="6480"/>
          </a:xfrm>
          <a:custGeom>
            <a:avLst/>
            <a:gdLst/>
            <a:ahLst/>
            <a:rect l="0" t="0" r="r" b="b"/>
            <a:pathLst>
              <a:path w="14" h="18">
                <a:moveTo>
                  <a:pt x="12" y="2"/>
                </a:moveTo>
                <a:lnTo>
                  <a:pt x="11" y="3"/>
                </a:lnTo>
                <a:lnTo>
                  <a:pt x="11" y="4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3" y="10"/>
                </a:lnTo>
                <a:lnTo>
                  <a:pt x="14" y="11"/>
                </a:lnTo>
                <a:lnTo>
                  <a:pt x="14" y="12"/>
                </a:lnTo>
                <a:lnTo>
                  <a:pt x="13" y="12"/>
                </a:lnTo>
                <a:lnTo>
                  <a:pt x="12" y="11"/>
                </a:lnTo>
                <a:lnTo>
                  <a:pt x="11" y="11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0" y="10"/>
                </a:lnTo>
                <a:lnTo>
                  <a:pt x="9" y="10"/>
                </a:lnTo>
                <a:lnTo>
                  <a:pt x="9" y="11"/>
                </a:lnTo>
                <a:lnTo>
                  <a:pt x="7" y="11"/>
                </a:lnTo>
                <a:lnTo>
                  <a:pt x="9" y="11"/>
                </a:lnTo>
                <a:lnTo>
                  <a:pt x="9" y="12"/>
                </a:lnTo>
                <a:lnTo>
                  <a:pt x="9" y="13"/>
                </a:lnTo>
                <a:lnTo>
                  <a:pt x="9" y="15"/>
                </a:lnTo>
                <a:lnTo>
                  <a:pt x="9" y="16"/>
                </a:lnTo>
                <a:lnTo>
                  <a:pt x="7" y="17"/>
                </a:lnTo>
                <a:lnTo>
                  <a:pt x="6" y="17"/>
                </a:lnTo>
                <a:lnTo>
                  <a:pt x="6" y="18"/>
                </a:lnTo>
                <a:lnTo>
                  <a:pt x="5" y="18"/>
                </a:lnTo>
                <a:lnTo>
                  <a:pt x="4" y="18"/>
                </a:lnTo>
                <a:lnTo>
                  <a:pt x="4" y="17"/>
                </a:lnTo>
                <a:lnTo>
                  <a:pt x="3" y="16"/>
                </a:lnTo>
                <a:lnTo>
                  <a:pt x="2" y="15"/>
                </a:lnTo>
                <a:lnTo>
                  <a:pt x="1" y="15"/>
                </a:lnTo>
                <a:lnTo>
                  <a:pt x="1" y="16"/>
                </a:lnTo>
                <a:lnTo>
                  <a:pt x="1" y="15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7" y="4"/>
                </a:lnTo>
                <a:lnTo>
                  <a:pt x="9" y="4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2" y="1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3" y="2"/>
                </a:lnTo>
                <a:lnTo>
                  <a:pt x="1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3" name=""/>
          <p:cNvSpPr/>
          <p:nvPr/>
        </p:nvSpPr>
        <p:spPr>
          <a:xfrm>
            <a:off x="8433000" y="130248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4" y="2"/>
                </a:move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4" name=""/>
          <p:cNvSpPr/>
          <p:nvPr/>
        </p:nvSpPr>
        <p:spPr>
          <a:xfrm>
            <a:off x="8427240" y="1301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5" name=""/>
          <p:cNvSpPr/>
          <p:nvPr/>
        </p:nvSpPr>
        <p:spPr>
          <a:xfrm>
            <a:off x="8433360" y="12981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3"/>
                </a:move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5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6" name=""/>
          <p:cNvSpPr/>
          <p:nvPr/>
        </p:nvSpPr>
        <p:spPr>
          <a:xfrm>
            <a:off x="8443080" y="12970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4"/>
                </a:moveTo>
                <a:lnTo>
                  <a:pt x="2" y="5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7" name=""/>
          <p:cNvSpPr/>
          <p:nvPr/>
        </p:nvSpPr>
        <p:spPr>
          <a:xfrm>
            <a:off x="8437320" y="1297080"/>
            <a:ext cx="3600" cy="1440"/>
          </a:xfrm>
          <a:custGeom>
            <a:avLst/>
            <a:gdLst/>
            <a:ahLst/>
            <a:rect l="0" t="0" r="r" b="b"/>
            <a:pathLst>
              <a:path w="10" h="4">
                <a:moveTo>
                  <a:pt x="8" y="3"/>
                </a:move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9" y="1"/>
                </a:lnTo>
                <a:lnTo>
                  <a:pt x="9" y="3"/>
                </a:lnTo>
                <a:lnTo>
                  <a:pt x="8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8" name=""/>
          <p:cNvSpPr/>
          <p:nvPr/>
        </p:nvSpPr>
        <p:spPr>
          <a:xfrm>
            <a:off x="8433000" y="129564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5" y="1"/>
                </a:moveTo>
                <a:lnTo>
                  <a:pt x="6" y="1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9" name=""/>
          <p:cNvSpPr/>
          <p:nvPr/>
        </p:nvSpPr>
        <p:spPr>
          <a:xfrm>
            <a:off x="8444880" y="1294200"/>
            <a:ext cx="7200" cy="4320"/>
          </a:xfrm>
          <a:custGeom>
            <a:avLst/>
            <a:gdLst/>
            <a:ahLst/>
            <a:rect l="0" t="0" r="r" b="b"/>
            <a:pathLst>
              <a:path w="20" h="12">
                <a:moveTo>
                  <a:pt x="20" y="3"/>
                </a:moveTo>
                <a:lnTo>
                  <a:pt x="20" y="4"/>
                </a:lnTo>
                <a:lnTo>
                  <a:pt x="19" y="5"/>
                </a:lnTo>
                <a:lnTo>
                  <a:pt x="18" y="6"/>
                </a:lnTo>
                <a:lnTo>
                  <a:pt x="18" y="7"/>
                </a:lnTo>
                <a:lnTo>
                  <a:pt x="16" y="6"/>
                </a:lnTo>
                <a:lnTo>
                  <a:pt x="15" y="6"/>
                </a:lnTo>
                <a:lnTo>
                  <a:pt x="16" y="7"/>
                </a:lnTo>
                <a:lnTo>
                  <a:pt x="15" y="8"/>
                </a:lnTo>
                <a:lnTo>
                  <a:pt x="14" y="8"/>
                </a:lnTo>
                <a:lnTo>
                  <a:pt x="13" y="8"/>
                </a:lnTo>
                <a:lnTo>
                  <a:pt x="13" y="9"/>
                </a:lnTo>
                <a:lnTo>
                  <a:pt x="13" y="10"/>
                </a:lnTo>
                <a:lnTo>
                  <a:pt x="12" y="12"/>
                </a:lnTo>
                <a:lnTo>
                  <a:pt x="11" y="10"/>
                </a:lnTo>
                <a:lnTo>
                  <a:pt x="11" y="9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9" y="5"/>
                </a:lnTo>
                <a:lnTo>
                  <a:pt x="8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2" y="5"/>
                </a:lnTo>
                <a:lnTo>
                  <a:pt x="3" y="5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9" y="4"/>
                </a:lnTo>
                <a:lnTo>
                  <a:pt x="10" y="3"/>
                </a:lnTo>
                <a:lnTo>
                  <a:pt x="11" y="3"/>
                </a:lnTo>
                <a:lnTo>
                  <a:pt x="12" y="2"/>
                </a:lnTo>
                <a:lnTo>
                  <a:pt x="13" y="3"/>
                </a:lnTo>
                <a:lnTo>
                  <a:pt x="14" y="3"/>
                </a:lnTo>
                <a:lnTo>
                  <a:pt x="15" y="2"/>
                </a:lnTo>
                <a:lnTo>
                  <a:pt x="16" y="0"/>
                </a:lnTo>
                <a:lnTo>
                  <a:pt x="18" y="0"/>
                </a:lnTo>
                <a:lnTo>
                  <a:pt x="18" y="2"/>
                </a:lnTo>
                <a:lnTo>
                  <a:pt x="18" y="3"/>
                </a:lnTo>
                <a:lnTo>
                  <a:pt x="2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0" name=""/>
          <p:cNvSpPr/>
          <p:nvPr/>
        </p:nvSpPr>
        <p:spPr>
          <a:xfrm>
            <a:off x="8452800" y="129492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1"/>
                </a:move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1" name=""/>
          <p:cNvSpPr/>
          <p:nvPr/>
        </p:nvSpPr>
        <p:spPr>
          <a:xfrm>
            <a:off x="8436960" y="1291680"/>
            <a:ext cx="11520" cy="3960"/>
          </a:xfrm>
          <a:custGeom>
            <a:avLst/>
            <a:gdLst/>
            <a:ahLst/>
            <a:rect l="0" t="0" r="r" b="b"/>
            <a:pathLst>
              <a:path w="32" h="11">
                <a:moveTo>
                  <a:pt x="7" y="2"/>
                </a:move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2" y="4"/>
                </a:lnTo>
                <a:lnTo>
                  <a:pt x="13" y="4"/>
                </a:lnTo>
                <a:lnTo>
                  <a:pt x="14" y="4"/>
                </a:lnTo>
                <a:lnTo>
                  <a:pt x="14" y="5"/>
                </a:lnTo>
                <a:lnTo>
                  <a:pt x="15" y="5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9" y="4"/>
                </a:lnTo>
                <a:lnTo>
                  <a:pt x="21" y="4"/>
                </a:lnTo>
                <a:lnTo>
                  <a:pt x="21" y="3"/>
                </a:lnTo>
                <a:lnTo>
                  <a:pt x="22" y="3"/>
                </a:lnTo>
                <a:lnTo>
                  <a:pt x="22" y="2"/>
                </a:lnTo>
                <a:lnTo>
                  <a:pt x="21" y="2"/>
                </a:lnTo>
                <a:lnTo>
                  <a:pt x="22" y="2"/>
                </a:lnTo>
                <a:lnTo>
                  <a:pt x="23" y="2"/>
                </a:lnTo>
                <a:lnTo>
                  <a:pt x="24" y="2"/>
                </a:lnTo>
                <a:lnTo>
                  <a:pt x="24" y="3"/>
                </a:lnTo>
                <a:lnTo>
                  <a:pt x="25" y="3"/>
                </a:lnTo>
                <a:lnTo>
                  <a:pt x="26" y="3"/>
                </a:lnTo>
                <a:lnTo>
                  <a:pt x="27" y="4"/>
                </a:lnTo>
                <a:lnTo>
                  <a:pt x="28" y="4"/>
                </a:lnTo>
                <a:lnTo>
                  <a:pt x="29" y="4"/>
                </a:lnTo>
                <a:lnTo>
                  <a:pt x="30" y="4"/>
                </a:lnTo>
                <a:lnTo>
                  <a:pt x="31" y="4"/>
                </a:lnTo>
                <a:lnTo>
                  <a:pt x="31" y="3"/>
                </a:lnTo>
                <a:lnTo>
                  <a:pt x="31" y="4"/>
                </a:lnTo>
                <a:lnTo>
                  <a:pt x="32" y="4"/>
                </a:lnTo>
                <a:lnTo>
                  <a:pt x="31" y="4"/>
                </a:lnTo>
                <a:lnTo>
                  <a:pt x="31" y="5"/>
                </a:lnTo>
                <a:lnTo>
                  <a:pt x="30" y="5"/>
                </a:lnTo>
                <a:lnTo>
                  <a:pt x="29" y="5"/>
                </a:lnTo>
                <a:lnTo>
                  <a:pt x="29" y="6"/>
                </a:lnTo>
                <a:lnTo>
                  <a:pt x="29" y="7"/>
                </a:lnTo>
                <a:lnTo>
                  <a:pt x="28" y="7"/>
                </a:lnTo>
                <a:lnTo>
                  <a:pt x="28" y="9"/>
                </a:lnTo>
                <a:lnTo>
                  <a:pt x="28" y="7"/>
                </a:lnTo>
                <a:lnTo>
                  <a:pt x="27" y="7"/>
                </a:lnTo>
                <a:lnTo>
                  <a:pt x="27" y="6"/>
                </a:lnTo>
                <a:lnTo>
                  <a:pt x="26" y="6"/>
                </a:lnTo>
                <a:lnTo>
                  <a:pt x="25" y="6"/>
                </a:lnTo>
                <a:lnTo>
                  <a:pt x="24" y="6"/>
                </a:lnTo>
                <a:lnTo>
                  <a:pt x="23" y="6"/>
                </a:lnTo>
                <a:lnTo>
                  <a:pt x="22" y="6"/>
                </a:lnTo>
                <a:lnTo>
                  <a:pt x="21" y="6"/>
                </a:lnTo>
                <a:lnTo>
                  <a:pt x="21" y="7"/>
                </a:lnTo>
                <a:lnTo>
                  <a:pt x="20" y="6"/>
                </a:lnTo>
                <a:lnTo>
                  <a:pt x="19" y="6"/>
                </a:lnTo>
                <a:lnTo>
                  <a:pt x="18" y="6"/>
                </a:lnTo>
                <a:lnTo>
                  <a:pt x="17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5" y="9"/>
                </a:lnTo>
                <a:lnTo>
                  <a:pt x="15" y="11"/>
                </a:lnTo>
                <a:lnTo>
                  <a:pt x="14" y="11"/>
                </a:lnTo>
                <a:lnTo>
                  <a:pt x="13" y="10"/>
                </a:lnTo>
                <a:lnTo>
                  <a:pt x="13" y="9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8" y="6"/>
                </a:lnTo>
                <a:lnTo>
                  <a:pt x="7" y="6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7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800" rIns="21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2" name=""/>
          <p:cNvSpPr/>
          <p:nvPr/>
        </p:nvSpPr>
        <p:spPr>
          <a:xfrm>
            <a:off x="8426520" y="129096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2"/>
                </a:move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3" name=""/>
          <p:cNvSpPr/>
          <p:nvPr/>
        </p:nvSpPr>
        <p:spPr>
          <a:xfrm>
            <a:off x="8464320" y="129060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5" y="0"/>
                </a:move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5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4" name=""/>
          <p:cNvSpPr/>
          <p:nvPr/>
        </p:nvSpPr>
        <p:spPr>
          <a:xfrm>
            <a:off x="8465400" y="1275840"/>
            <a:ext cx="3240" cy="2160"/>
          </a:xfrm>
          <a:custGeom>
            <a:avLst/>
            <a:gdLst/>
            <a:ahLst/>
            <a:rect l="0" t="0" r="r" b="b"/>
            <a:pathLst>
              <a:path w="9" h="6">
                <a:moveTo>
                  <a:pt x="4" y="0"/>
                </a:move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5" y="5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5" name=""/>
          <p:cNvSpPr/>
          <p:nvPr/>
        </p:nvSpPr>
        <p:spPr>
          <a:xfrm>
            <a:off x="8465040" y="12718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3"/>
                </a:move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6" name=""/>
          <p:cNvSpPr/>
          <p:nvPr/>
        </p:nvSpPr>
        <p:spPr>
          <a:xfrm>
            <a:off x="8458560" y="126900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9" y="0"/>
                </a:move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2" y="9"/>
                </a:lnTo>
                <a:lnTo>
                  <a:pt x="11" y="11"/>
                </a:lnTo>
                <a:lnTo>
                  <a:pt x="11" y="12"/>
                </a:lnTo>
                <a:lnTo>
                  <a:pt x="10" y="13"/>
                </a:lnTo>
                <a:lnTo>
                  <a:pt x="9" y="13"/>
                </a:lnTo>
                <a:lnTo>
                  <a:pt x="8" y="13"/>
                </a:lnTo>
                <a:lnTo>
                  <a:pt x="8" y="14"/>
                </a:lnTo>
                <a:lnTo>
                  <a:pt x="6" y="13"/>
                </a:lnTo>
                <a:lnTo>
                  <a:pt x="6" y="12"/>
                </a:lnTo>
                <a:lnTo>
                  <a:pt x="6" y="11"/>
                </a:lnTo>
                <a:lnTo>
                  <a:pt x="5" y="11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1" y="8"/>
                </a:lnTo>
                <a:lnTo>
                  <a:pt x="1" y="9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5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7" name=""/>
          <p:cNvSpPr/>
          <p:nvPr/>
        </p:nvSpPr>
        <p:spPr>
          <a:xfrm>
            <a:off x="8461440" y="126180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3" y="0"/>
                </a:moveTo>
                <a:lnTo>
                  <a:pt x="5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8" name=""/>
          <p:cNvSpPr/>
          <p:nvPr/>
        </p:nvSpPr>
        <p:spPr>
          <a:xfrm>
            <a:off x="8474040" y="2261520"/>
            <a:ext cx="3240" cy="2160"/>
          </a:xfrm>
          <a:custGeom>
            <a:avLst/>
            <a:gdLst/>
            <a:ahLst/>
            <a:rect l="0" t="0" r="r" b="b"/>
            <a:pathLst>
              <a:path w="9" h="6">
                <a:moveTo>
                  <a:pt x="5" y="2"/>
                </a:move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9" y="3"/>
                </a:lnTo>
                <a:lnTo>
                  <a:pt x="9" y="4"/>
                </a:lnTo>
                <a:lnTo>
                  <a:pt x="7" y="4"/>
                </a:lnTo>
                <a:lnTo>
                  <a:pt x="7" y="5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9" name=""/>
          <p:cNvSpPr/>
          <p:nvPr/>
        </p:nvSpPr>
        <p:spPr>
          <a:xfrm>
            <a:off x="8482680" y="2214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0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2"/>
                </a:lnTo>
                <a:lnTo>
                  <a:pt x="1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0" name=""/>
          <p:cNvSpPr/>
          <p:nvPr/>
        </p:nvSpPr>
        <p:spPr>
          <a:xfrm>
            <a:off x="8481240" y="2213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1" name=""/>
          <p:cNvSpPr/>
          <p:nvPr/>
        </p:nvSpPr>
        <p:spPr>
          <a:xfrm>
            <a:off x="8467920" y="2202840"/>
            <a:ext cx="1800" cy="2880"/>
          </a:xfrm>
          <a:custGeom>
            <a:avLst/>
            <a:gdLst/>
            <a:ahLst/>
            <a:rect l="0" t="0" r="r" b="b"/>
            <a:pathLst>
              <a:path w="5" h="8">
                <a:moveTo>
                  <a:pt x="4" y="7"/>
                </a:move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2" name=""/>
          <p:cNvSpPr/>
          <p:nvPr/>
        </p:nvSpPr>
        <p:spPr>
          <a:xfrm>
            <a:off x="8469360" y="21978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3" name=""/>
          <p:cNvSpPr/>
          <p:nvPr/>
        </p:nvSpPr>
        <p:spPr>
          <a:xfrm>
            <a:off x="8470080" y="21898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4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5" y="0"/>
                </a:lnTo>
                <a:lnTo>
                  <a:pt x="4" y="1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4" name=""/>
          <p:cNvSpPr/>
          <p:nvPr/>
        </p:nvSpPr>
        <p:spPr>
          <a:xfrm>
            <a:off x="8500680" y="2178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0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5" name=""/>
          <p:cNvSpPr/>
          <p:nvPr/>
        </p:nvSpPr>
        <p:spPr>
          <a:xfrm>
            <a:off x="8498520" y="2175120"/>
            <a:ext cx="4680" cy="3240"/>
          </a:xfrm>
          <a:custGeom>
            <a:avLst/>
            <a:gdLst/>
            <a:ahLst/>
            <a:rect l="0" t="0" r="r" b="b"/>
            <a:pathLst>
              <a:path w="13" h="9">
                <a:moveTo>
                  <a:pt x="6" y="2"/>
                </a:moveTo>
                <a:lnTo>
                  <a:pt x="7" y="2"/>
                </a:lnTo>
                <a:lnTo>
                  <a:pt x="8" y="4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1" y="6"/>
                </a:lnTo>
                <a:lnTo>
                  <a:pt x="12" y="7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1" y="7"/>
                </a:lnTo>
                <a:lnTo>
                  <a:pt x="9" y="6"/>
                </a:lnTo>
                <a:lnTo>
                  <a:pt x="8" y="5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9" y="7"/>
                </a:lnTo>
                <a:lnTo>
                  <a:pt x="6" y="6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4" y="7"/>
                </a:lnTo>
                <a:lnTo>
                  <a:pt x="4" y="8"/>
                </a:lnTo>
                <a:lnTo>
                  <a:pt x="6" y="8"/>
                </a:lnTo>
                <a:lnTo>
                  <a:pt x="6" y="9"/>
                </a:lnTo>
                <a:lnTo>
                  <a:pt x="4" y="9"/>
                </a:lnTo>
                <a:lnTo>
                  <a:pt x="4" y="8"/>
                </a:lnTo>
                <a:lnTo>
                  <a:pt x="3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6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080" rIns="21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6" name=""/>
          <p:cNvSpPr/>
          <p:nvPr/>
        </p:nvSpPr>
        <p:spPr>
          <a:xfrm>
            <a:off x="8502120" y="2175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7" name=""/>
          <p:cNvSpPr/>
          <p:nvPr/>
        </p:nvSpPr>
        <p:spPr>
          <a:xfrm>
            <a:off x="8503560" y="2175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8" name=""/>
          <p:cNvSpPr/>
          <p:nvPr/>
        </p:nvSpPr>
        <p:spPr>
          <a:xfrm>
            <a:off x="8500680" y="2174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9" name=""/>
          <p:cNvSpPr/>
          <p:nvPr/>
        </p:nvSpPr>
        <p:spPr>
          <a:xfrm>
            <a:off x="8481960" y="2165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0" name=""/>
          <p:cNvSpPr/>
          <p:nvPr/>
        </p:nvSpPr>
        <p:spPr>
          <a:xfrm>
            <a:off x="8506800" y="2163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1" name=""/>
          <p:cNvSpPr/>
          <p:nvPr/>
        </p:nvSpPr>
        <p:spPr>
          <a:xfrm>
            <a:off x="8507520" y="2163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2" name=""/>
          <p:cNvSpPr/>
          <p:nvPr/>
        </p:nvSpPr>
        <p:spPr>
          <a:xfrm>
            <a:off x="8504280" y="2163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3" name=""/>
          <p:cNvSpPr/>
          <p:nvPr/>
        </p:nvSpPr>
        <p:spPr>
          <a:xfrm>
            <a:off x="8506080" y="21625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1"/>
                </a:moveTo>
                <a:lnTo>
                  <a:pt x="5" y="0"/>
                </a:lnTo>
                <a:lnTo>
                  <a:pt x="5" y="1"/>
                </a:lnTo>
                <a:lnTo>
                  <a:pt x="4" y="2"/>
                </a:lnTo>
                <a:lnTo>
                  <a:pt x="3" y="5"/>
                </a:lnTo>
                <a:lnTo>
                  <a:pt x="1" y="5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4" name=""/>
          <p:cNvSpPr/>
          <p:nvPr/>
        </p:nvSpPr>
        <p:spPr>
          <a:xfrm>
            <a:off x="8490960" y="21625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5"/>
                </a:move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3" y="6"/>
                </a:lnTo>
                <a:lnTo>
                  <a:pt x="1" y="6"/>
                </a:lnTo>
                <a:lnTo>
                  <a:pt x="3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5" name=""/>
          <p:cNvSpPr/>
          <p:nvPr/>
        </p:nvSpPr>
        <p:spPr>
          <a:xfrm>
            <a:off x="8481960" y="2162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2"/>
                </a:moveTo>
                <a:lnTo>
                  <a:pt x="3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6" name=""/>
          <p:cNvSpPr/>
          <p:nvPr/>
        </p:nvSpPr>
        <p:spPr>
          <a:xfrm>
            <a:off x="8480880" y="2162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7" name=""/>
          <p:cNvSpPr/>
          <p:nvPr/>
        </p:nvSpPr>
        <p:spPr>
          <a:xfrm>
            <a:off x="8486640" y="2161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8" name=""/>
          <p:cNvSpPr/>
          <p:nvPr/>
        </p:nvSpPr>
        <p:spPr>
          <a:xfrm>
            <a:off x="8485560" y="21603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9" name=""/>
          <p:cNvSpPr/>
          <p:nvPr/>
        </p:nvSpPr>
        <p:spPr>
          <a:xfrm>
            <a:off x="8500320" y="2153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0" name=""/>
          <p:cNvSpPr/>
          <p:nvPr/>
        </p:nvSpPr>
        <p:spPr>
          <a:xfrm>
            <a:off x="8501400" y="2153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1" name=""/>
          <p:cNvSpPr/>
          <p:nvPr/>
        </p:nvSpPr>
        <p:spPr>
          <a:xfrm>
            <a:off x="8500320" y="2153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2" name=""/>
          <p:cNvSpPr/>
          <p:nvPr/>
        </p:nvSpPr>
        <p:spPr>
          <a:xfrm>
            <a:off x="8496360" y="2152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3"/>
                </a:move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3" name=""/>
          <p:cNvSpPr/>
          <p:nvPr/>
        </p:nvSpPr>
        <p:spPr>
          <a:xfrm>
            <a:off x="8499960" y="214992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0" y="6"/>
                </a:move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3" y="3"/>
                </a:lnTo>
                <a:lnTo>
                  <a:pt x="4" y="2"/>
                </a:lnTo>
                <a:lnTo>
                  <a:pt x="6" y="0"/>
                </a:ln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6"/>
                </a:lnTo>
                <a:lnTo>
                  <a:pt x="3" y="7"/>
                </a:lnTo>
                <a:lnTo>
                  <a:pt x="2" y="9"/>
                </a:lnTo>
                <a:lnTo>
                  <a:pt x="0" y="7"/>
                </a:lnTo>
                <a:lnTo>
                  <a:pt x="0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080" rIns="21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4" name=""/>
          <p:cNvSpPr/>
          <p:nvPr/>
        </p:nvSpPr>
        <p:spPr>
          <a:xfrm>
            <a:off x="8505000" y="2148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5" name=""/>
          <p:cNvSpPr/>
          <p:nvPr/>
        </p:nvSpPr>
        <p:spPr>
          <a:xfrm>
            <a:off x="8497080" y="2146680"/>
            <a:ext cx="6840" cy="4320"/>
          </a:xfrm>
          <a:custGeom>
            <a:avLst/>
            <a:gdLst/>
            <a:ahLst/>
            <a:rect l="0" t="0" r="r" b="b"/>
            <a:pathLst>
              <a:path w="19" h="12">
                <a:moveTo>
                  <a:pt x="16" y="4"/>
                </a:moveTo>
                <a:lnTo>
                  <a:pt x="15" y="4"/>
                </a:lnTo>
                <a:lnTo>
                  <a:pt x="15" y="5"/>
                </a:lnTo>
                <a:lnTo>
                  <a:pt x="16" y="5"/>
                </a:lnTo>
                <a:lnTo>
                  <a:pt x="16" y="6"/>
                </a:lnTo>
                <a:lnTo>
                  <a:pt x="15" y="6"/>
                </a:lnTo>
                <a:lnTo>
                  <a:pt x="15" y="7"/>
                </a:lnTo>
                <a:lnTo>
                  <a:pt x="16" y="9"/>
                </a:lnTo>
                <a:lnTo>
                  <a:pt x="17" y="9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1" y="10"/>
                </a:lnTo>
                <a:lnTo>
                  <a:pt x="10" y="11"/>
                </a:lnTo>
                <a:lnTo>
                  <a:pt x="8" y="11"/>
                </a:lnTo>
                <a:lnTo>
                  <a:pt x="7" y="11"/>
                </a:lnTo>
                <a:lnTo>
                  <a:pt x="5" y="11"/>
                </a:lnTo>
                <a:lnTo>
                  <a:pt x="4" y="12"/>
                </a:lnTo>
                <a:lnTo>
                  <a:pt x="3" y="11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3" y="11"/>
                </a:lnTo>
                <a:lnTo>
                  <a:pt x="3" y="10"/>
                </a:lnTo>
                <a:lnTo>
                  <a:pt x="1" y="10"/>
                </a:lnTo>
                <a:lnTo>
                  <a:pt x="1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5" y="7"/>
                </a:lnTo>
                <a:lnTo>
                  <a:pt x="6" y="6"/>
                </a:lnTo>
                <a:lnTo>
                  <a:pt x="7" y="6"/>
                </a:lnTo>
                <a:lnTo>
                  <a:pt x="6" y="5"/>
                </a:lnTo>
                <a:lnTo>
                  <a:pt x="7" y="4"/>
                </a:lnTo>
                <a:lnTo>
                  <a:pt x="9" y="3"/>
                </a:lnTo>
                <a:lnTo>
                  <a:pt x="12" y="3"/>
                </a:lnTo>
                <a:lnTo>
                  <a:pt x="12" y="1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lnTo>
                  <a:pt x="16" y="1"/>
                </a:lnTo>
                <a:lnTo>
                  <a:pt x="17" y="0"/>
                </a:lnTo>
                <a:lnTo>
                  <a:pt x="18" y="0"/>
                </a:lnTo>
                <a:lnTo>
                  <a:pt x="19" y="1"/>
                </a:lnTo>
                <a:lnTo>
                  <a:pt x="18" y="3"/>
                </a:lnTo>
                <a:lnTo>
                  <a:pt x="17" y="5"/>
                </a:lnTo>
                <a:lnTo>
                  <a:pt x="16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6" name=""/>
          <p:cNvSpPr/>
          <p:nvPr/>
        </p:nvSpPr>
        <p:spPr>
          <a:xfrm>
            <a:off x="8492400" y="2146680"/>
            <a:ext cx="4320" cy="3960"/>
          </a:xfrm>
          <a:custGeom>
            <a:avLst/>
            <a:gdLst/>
            <a:ahLst/>
            <a:rect l="0" t="0" r="r" b="b"/>
            <a:pathLst>
              <a:path w="12" h="11">
                <a:moveTo>
                  <a:pt x="8" y="3"/>
                </a:moveTo>
                <a:lnTo>
                  <a:pt x="9" y="3"/>
                </a:lnTo>
                <a:lnTo>
                  <a:pt x="12" y="2"/>
                </a:lnTo>
                <a:lnTo>
                  <a:pt x="10" y="4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8" y="8"/>
                </a:lnTo>
                <a:lnTo>
                  <a:pt x="7" y="8"/>
                </a:lnTo>
                <a:lnTo>
                  <a:pt x="7" y="6"/>
                </a:lnTo>
                <a:lnTo>
                  <a:pt x="6" y="7"/>
                </a:lnTo>
                <a:lnTo>
                  <a:pt x="5" y="6"/>
                </a:lnTo>
                <a:lnTo>
                  <a:pt x="4" y="6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2" y="9"/>
                </a:lnTo>
                <a:lnTo>
                  <a:pt x="1" y="11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800" rIns="21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7" name=""/>
          <p:cNvSpPr/>
          <p:nvPr/>
        </p:nvSpPr>
        <p:spPr>
          <a:xfrm>
            <a:off x="8500320" y="21456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1" y="1"/>
                </a:move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3" y="4"/>
                </a:lnTo>
                <a:lnTo>
                  <a:pt x="0" y="5"/>
                </a:lnTo>
                <a:lnTo>
                  <a:pt x="1" y="2"/>
                </a:lnTo>
                <a:lnTo>
                  <a:pt x="1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8" name=""/>
          <p:cNvSpPr/>
          <p:nvPr/>
        </p:nvSpPr>
        <p:spPr>
          <a:xfrm>
            <a:off x="8497440" y="214344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0" y="10"/>
                </a:moveTo>
                <a:lnTo>
                  <a:pt x="0" y="8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1" y="11"/>
                </a:lnTo>
                <a:lnTo>
                  <a:pt x="0" y="1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800" rIns="21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9" name=""/>
          <p:cNvSpPr/>
          <p:nvPr/>
        </p:nvSpPr>
        <p:spPr>
          <a:xfrm>
            <a:off x="8497080" y="2142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3"/>
                </a:lnTo>
                <a:lnTo>
                  <a:pt x="1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0" name=""/>
          <p:cNvSpPr/>
          <p:nvPr/>
        </p:nvSpPr>
        <p:spPr>
          <a:xfrm>
            <a:off x="8492040" y="2138400"/>
            <a:ext cx="6840" cy="3600"/>
          </a:xfrm>
          <a:custGeom>
            <a:avLst/>
            <a:gdLst/>
            <a:ahLst/>
            <a:rect l="0" t="0" r="r" b="b"/>
            <a:pathLst>
              <a:path w="19" h="10">
                <a:moveTo>
                  <a:pt x="19" y="6"/>
                </a:moveTo>
                <a:lnTo>
                  <a:pt x="18" y="7"/>
                </a:lnTo>
                <a:lnTo>
                  <a:pt x="17" y="7"/>
                </a:lnTo>
                <a:lnTo>
                  <a:pt x="15" y="8"/>
                </a:lnTo>
                <a:lnTo>
                  <a:pt x="14" y="8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0" y="10"/>
                </a:lnTo>
                <a:lnTo>
                  <a:pt x="10" y="9"/>
                </a:lnTo>
                <a:lnTo>
                  <a:pt x="10" y="8"/>
                </a:lnTo>
                <a:lnTo>
                  <a:pt x="7" y="8"/>
                </a:lnTo>
                <a:lnTo>
                  <a:pt x="5" y="8"/>
                </a:lnTo>
                <a:lnTo>
                  <a:pt x="3" y="9"/>
                </a:lnTo>
                <a:lnTo>
                  <a:pt x="2" y="10"/>
                </a:lnTo>
                <a:lnTo>
                  <a:pt x="1" y="10"/>
                </a:lnTo>
                <a:lnTo>
                  <a:pt x="0" y="8"/>
                </a:lnTo>
                <a:lnTo>
                  <a:pt x="1" y="7"/>
                </a:lnTo>
                <a:lnTo>
                  <a:pt x="1" y="6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7" y="2"/>
                </a:lnTo>
                <a:lnTo>
                  <a:pt x="18" y="2"/>
                </a:lnTo>
                <a:lnTo>
                  <a:pt x="19" y="2"/>
                </a:lnTo>
                <a:lnTo>
                  <a:pt x="19" y="3"/>
                </a:lnTo>
                <a:lnTo>
                  <a:pt x="19" y="4"/>
                </a:lnTo>
                <a:lnTo>
                  <a:pt x="19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440" rIns="216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1" name=""/>
          <p:cNvSpPr/>
          <p:nvPr/>
        </p:nvSpPr>
        <p:spPr>
          <a:xfrm>
            <a:off x="8492040" y="213696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8" y="2"/>
                </a:moveTo>
                <a:lnTo>
                  <a:pt x="8" y="3"/>
                </a:lnTo>
                <a:lnTo>
                  <a:pt x="7" y="3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2" y="6"/>
                </a:lnTo>
                <a:lnTo>
                  <a:pt x="0" y="7"/>
                </a:lnTo>
                <a:lnTo>
                  <a:pt x="0" y="6"/>
                </a:lnTo>
                <a:lnTo>
                  <a:pt x="1" y="4"/>
                </a:lnTo>
                <a:lnTo>
                  <a:pt x="2" y="4"/>
                </a:lnTo>
                <a:lnTo>
                  <a:pt x="3" y="3"/>
                </a:lnTo>
                <a:lnTo>
                  <a:pt x="4" y="2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2"/>
                </a:lnTo>
                <a:lnTo>
                  <a:pt x="8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2" name=""/>
          <p:cNvSpPr/>
          <p:nvPr/>
        </p:nvSpPr>
        <p:spPr>
          <a:xfrm>
            <a:off x="8500320" y="2136240"/>
            <a:ext cx="4320" cy="2880"/>
          </a:xfrm>
          <a:custGeom>
            <a:avLst/>
            <a:gdLst/>
            <a:ahLst/>
            <a:rect l="0" t="0" r="r" b="b"/>
            <a:pathLst>
              <a:path w="12" h="8">
                <a:moveTo>
                  <a:pt x="5" y="4"/>
                </a:moveTo>
                <a:lnTo>
                  <a:pt x="4" y="4"/>
                </a:lnTo>
                <a:lnTo>
                  <a:pt x="4" y="5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7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0"/>
                </a:lnTo>
                <a:lnTo>
                  <a:pt x="12" y="0"/>
                </a:lnTo>
                <a:lnTo>
                  <a:pt x="12" y="1"/>
                </a:lnTo>
                <a:lnTo>
                  <a:pt x="8" y="2"/>
                </a:lnTo>
                <a:lnTo>
                  <a:pt x="7" y="3"/>
                </a:lnTo>
                <a:lnTo>
                  <a:pt x="6" y="4"/>
                </a:lnTo>
                <a:lnTo>
                  <a:pt x="5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3" name=""/>
          <p:cNvSpPr/>
          <p:nvPr/>
        </p:nvSpPr>
        <p:spPr>
          <a:xfrm>
            <a:off x="8498160" y="21348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5"/>
                </a:move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4" y="2"/>
                </a:lnTo>
                <a:lnTo>
                  <a:pt x="2" y="2"/>
                </a:lnTo>
                <a:lnTo>
                  <a:pt x="1" y="3"/>
                </a:lnTo>
                <a:lnTo>
                  <a:pt x="1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4" name=""/>
          <p:cNvSpPr/>
          <p:nvPr/>
        </p:nvSpPr>
        <p:spPr>
          <a:xfrm>
            <a:off x="8504640" y="2131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5" name=""/>
          <p:cNvSpPr/>
          <p:nvPr/>
        </p:nvSpPr>
        <p:spPr>
          <a:xfrm>
            <a:off x="8506440" y="2130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6" name=""/>
          <p:cNvSpPr/>
          <p:nvPr/>
        </p:nvSpPr>
        <p:spPr>
          <a:xfrm>
            <a:off x="8514360" y="21297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7" name=""/>
          <p:cNvSpPr/>
          <p:nvPr/>
        </p:nvSpPr>
        <p:spPr>
          <a:xfrm>
            <a:off x="8513640" y="212652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8" name=""/>
          <p:cNvSpPr/>
          <p:nvPr/>
        </p:nvSpPr>
        <p:spPr>
          <a:xfrm>
            <a:off x="8510040" y="212616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0" y="5"/>
                </a:moveTo>
                <a:lnTo>
                  <a:pt x="1" y="3"/>
                </a:lnTo>
                <a:lnTo>
                  <a:pt x="1" y="5"/>
                </a:lnTo>
                <a:lnTo>
                  <a:pt x="2" y="5"/>
                </a:lnTo>
                <a:lnTo>
                  <a:pt x="4" y="3"/>
                </a:lnTo>
                <a:lnTo>
                  <a:pt x="5" y="1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9" name=""/>
          <p:cNvSpPr/>
          <p:nvPr/>
        </p:nvSpPr>
        <p:spPr>
          <a:xfrm>
            <a:off x="8520120" y="212508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2" y="6"/>
                </a:moveTo>
                <a:lnTo>
                  <a:pt x="2" y="7"/>
                </a:lnTo>
                <a:lnTo>
                  <a:pt x="1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4" y="1"/>
                </a:lnTo>
                <a:lnTo>
                  <a:pt x="5" y="0"/>
                </a:lnTo>
                <a:lnTo>
                  <a:pt x="6" y="2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2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0" name=""/>
          <p:cNvSpPr/>
          <p:nvPr/>
        </p:nvSpPr>
        <p:spPr>
          <a:xfrm>
            <a:off x="8512200" y="2124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3"/>
                </a:move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1" name=""/>
          <p:cNvSpPr/>
          <p:nvPr/>
        </p:nvSpPr>
        <p:spPr>
          <a:xfrm>
            <a:off x="8496720" y="2123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2" name=""/>
          <p:cNvSpPr/>
          <p:nvPr/>
        </p:nvSpPr>
        <p:spPr>
          <a:xfrm>
            <a:off x="8496360" y="2118960"/>
            <a:ext cx="1800" cy="2880"/>
          </a:xfrm>
          <a:custGeom>
            <a:avLst/>
            <a:gdLst/>
            <a:ahLst/>
            <a:rect l="0" t="0" r="r" b="b"/>
            <a:pathLst>
              <a:path w="5" h="8">
                <a:moveTo>
                  <a:pt x="0" y="4"/>
                </a:move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5" y="4"/>
                </a:lnTo>
                <a:lnTo>
                  <a:pt x="5" y="5"/>
                </a:lnTo>
                <a:lnTo>
                  <a:pt x="4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3" name=""/>
          <p:cNvSpPr/>
          <p:nvPr/>
        </p:nvSpPr>
        <p:spPr>
          <a:xfrm>
            <a:off x="8496720" y="2117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4" name=""/>
          <p:cNvSpPr/>
          <p:nvPr/>
        </p:nvSpPr>
        <p:spPr>
          <a:xfrm>
            <a:off x="8494560" y="21175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5" name=""/>
          <p:cNvSpPr/>
          <p:nvPr/>
        </p:nvSpPr>
        <p:spPr>
          <a:xfrm>
            <a:off x="8495640" y="21171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1"/>
                </a:move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4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6" name=""/>
          <p:cNvSpPr/>
          <p:nvPr/>
        </p:nvSpPr>
        <p:spPr>
          <a:xfrm>
            <a:off x="8496000" y="211068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2" y="1"/>
                </a:move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7" y="4"/>
                </a:lnTo>
                <a:lnTo>
                  <a:pt x="9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2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7" name=""/>
          <p:cNvSpPr/>
          <p:nvPr/>
        </p:nvSpPr>
        <p:spPr>
          <a:xfrm>
            <a:off x="8497440" y="210960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1" y="4"/>
                </a:move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8" name=""/>
          <p:cNvSpPr/>
          <p:nvPr/>
        </p:nvSpPr>
        <p:spPr>
          <a:xfrm>
            <a:off x="8520120" y="206496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3" y="5"/>
                </a:move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3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9" y="4"/>
                </a:lnTo>
                <a:lnTo>
                  <a:pt x="8" y="5"/>
                </a:lnTo>
                <a:lnTo>
                  <a:pt x="7" y="5"/>
                </a:lnTo>
                <a:lnTo>
                  <a:pt x="6" y="4"/>
                </a:lnTo>
                <a:lnTo>
                  <a:pt x="5" y="3"/>
                </a:lnTo>
                <a:lnTo>
                  <a:pt x="3" y="4"/>
                </a:lnTo>
                <a:lnTo>
                  <a:pt x="3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9" name=""/>
          <p:cNvSpPr/>
          <p:nvPr/>
        </p:nvSpPr>
        <p:spPr>
          <a:xfrm>
            <a:off x="8517960" y="2053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5" y="2"/>
                </a:lnTo>
                <a:lnTo>
                  <a:pt x="4" y="4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0" name=""/>
          <p:cNvSpPr/>
          <p:nvPr/>
        </p:nvSpPr>
        <p:spPr>
          <a:xfrm>
            <a:off x="8520120" y="20509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1" name=""/>
          <p:cNvSpPr/>
          <p:nvPr/>
        </p:nvSpPr>
        <p:spPr>
          <a:xfrm>
            <a:off x="8519040" y="20498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0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2" name=""/>
          <p:cNvSpPr/>
          <p:nvPr/>
        </p:nvSpPr>
        <p:spPr>
          <a:xfrm>
            <a:off x="8512200" y="2044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3" name=""/>
          <p:cNvSpPr/>
          <p:nvPr/>
        </p:nvSpPr>
        <p:spPr>
          <a:xfrm>
            <a:off x="8507880" y="2022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4" name=""/>
          <p:cNvSpPr/>
          <p:nvPr/>
        </p:nvSpPr>
        <p:spPr>
          <a:xfrm>
            <a:off x="8508600" y="2021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0"/>
                </a:moveTo>
                <a:lnTo>
                  <a:pt x="4" y="0"/>
                </a:lnTo>
                <a:lnTo>
                  <a:pt x="4" y="1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5" name=""/>
          <p:cNvSpPr/>
          <p:nvPr/>
        </p:nvSpPr>
        <p:spPr>
          <a:xfrm>
            <a:off x="8506080" y="20203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3"/>
                </a:move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6" y="5"/>
                </a:lnTo>
                <a:lnTo>
                  <a:pt x="4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6" name=""/>
          <p:cNvSpPr/>
          <p:nvPr/>
        </p:nvSpPr>
        <p:spPr>
          <a:xfrm>
            <a:off x="8507160" y="2019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7" name=""/>
          <p:cNvSpPr/>
          <p:nvPr/>
        </p:nvSpPr>
        <p:spPr>
          <a:xfrm>
            <a:off x="8509320" y="2019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8" name=""/>
          <p:cNvSpPr/>
          <p:nvPr/>
        </p:nvSpPr>
        <p:spPr>
          <a:xfrm>
            <a:off x="8512200" y="2018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9" name=""/>
          <p:cNvSpPr/>
          <p:nvPr/>
        </p:nvSpPr>
        <p:spPr>
          <a:xfrm>
            <a:off x="8512560" y="20174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2" y="4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0" name=""/>
          <p:cNvSpPr/>
          <p:nvPr/>
        </p:nvSpPr>
        <p:spPr>
          <a:xfrm>
            <a:off x="8516520" y="2013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1" name=""/>
          <p:cNvSpPr/>
          <p:nvPr/>
        </p:nvSpPr>
        <p:spPr>
          <a:xfrm>
            <a:off x="8516880" y="1975680"/>
            <a:ext cx="6840" cy="10080"/>
          </a:xfrm>
          <a:custGeom>
            <a:avLst/>
            <a:gdLst/>
            <a:ahLst/>
            <a:rect l="0" t="0" r="r" b="b"/>
            <a:pathLst>
              <a:path w="19" h="28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8" y="3"/>
                </a:lnTo>
                <a:lnTo>
                  <a:pt x="8" y="4"/>
                </a:lnTo>
                <a:lnTo>
                  <a:pt x="10" y="6"/>
                </a:lnTo>
                <a:lnTo>
                  <a:pt x="11" y="7"/>
                </a:lnTo>
                <a:lnTo>
                  <a:pt x="12" y="8"/>
                </a:lnTo>
                <a:lnTo>
                  <a:pt x="13" y="8"/>
                </a:lnTo>
                <a:lnTo>
                  <a:pt x="16" y="8"/>
                </a:lnTo>
                <a:lnTo>
                  <a:pt x="16" y="9"/>
                </a:lnTo>
                <a:lnTo>
                  <a:pt x="16" y="10"/>
                </a:lnTo>
                <a:lnTo>
                  <a:pt x="16" y="12"/>
                </a:lnTo>
                <a:lnTo>
                  <a:pt x="17" y="14"/>
                </a:lnTo>
                <a:lnTo>
                  <a:pt x="18" y="16"/>
                </a:lnTo>
                <a:lnTo>
                  <a:pt x="18" y="17"/>
                </a:lnTo>
                <a:lnTo>
                  <a:pt x="19" y="18"/>
                </a:lnTo>
                <a:lnTo>
                  <a:pt x="19" y="19"/>
                </a:lnTo>
                <a:lnTo>
                  <a:pt x="19" y="20"/>
                </a:lnTo>
                <a:lnTo>
                  <a:pt x="18" y="21"/>
                </a:lnTo>
                <a:lnTo>
                  <a:pt x="16" y="23"/>
                </a:lnTo>
                <a:lnTo>
                  <a:pt x="14" y="23"/>
                </a:lnTo>
                <a:lnTo>
                  <a:pt x="12" y="24"/>
                </a:lnTo>
                <a:lnTo>
                  <a:pt x="11" y="25"/>
                </a:lnTo>
                <a:lnTo>
                  <a:pt x="11" y="26"/>
                </a:lnTo>
                <a:lnTo>
                  <a:pt x="10" y="27"/>
                </a:lnTo>
                <a:lnTo>
                  <a:pt x="9" y="28"/>
                </a:lnTo>
                <a:lnTo>
                  <a:pt x="8" y="28"/>
                </a:lnTo>
                <a:lnTo>
                  <a:pt x="7" y="28"/>
                </a:lnTo>
                <a:lnTo>
                  <a:pt x="6" y="27"/>
                </a:lnTo>
                <a:lnTo>
                  <a:pt x="6" y="28"/>
                </a:lnTo>
                <a:lnTo>
                  <a:pt x="5" y="28"/>
                </a:lnTo>
                <a:lnTo>
                  <a:pt x="5" y="27"/>
                </a:lnTo>
                <a:lnTo>
                  <a:pt x="5" y="26"/>
                </a:lnTo>
                <a:lnTo>
                  <a:pt x="4" y="25"/>
                </a:lnTo>
                <a:lnTo>
                  <a:pt x="4" y="24"/>
                </a:lnTo>
                <a:lnTo>
                  <a:pt x="3" y="24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3" y="21"/>
                </a:lnTo>
                <a:lnTo>
                  <a:pt x="4" y="20"/>
                </a:lnTo>
                <a:lnTo>
                  <a:pt x="3" y="18"/>
                </a:lnTo>
                <a:lnTo>
                  <a:pt x="2" y="15"/>
                </a:lnTo>
                <a:lnTo>
                  <a:pt x="1" y="15"/>
                </a:lnTo>
                <a:lnTo>
                  <a:pt x="1" y="14"/>
                </a:lnTo>
                <a:lnTo>
                  <a:pt x="1" y="13"/>
                </a:lnTo>
                <a:lnTo>
                  <a:pt x="1" y="10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2" name=""/>
          <p:cNvSpPr/>
          <p:nvPr/>
        </p:nvSpPr>
        <p:spPr>
          <a:xfrm>
            <a:off x="8515440" y="19771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1" y="0"/>
                </a:move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3" name=""/>
          <p:cNvSpPr/>
          <p:nvPr/>
        </p:nvSpPr>
        <p:spPr>
          <a:xfrm>
            <a:off x="8520840" y="1973880"/>
            <a:ext cx="3600" cy="3960"/>
          </a:xfrm>
          <a:custGeom>
            <a:avLst/>
            <a:gdLst/>
            <a:ahLst/>
            <a:rect l="0" t="0" r="r" b="b"/>
            <a:pathLst>
              <a:path w="10" h="11">
                <a:moveTo>
                  <a:pt x="8" y="10"/>
                </a:moveTo>
                <a:lnTo>
                  <a:pt x="5" y="11"/>
                </a:lnTo>
                <a:lnTo>
                  <a:pt x="4" y="11"/>
                </a:lnTo>
                <a:lnTo>
                  <a:pt x="4" y="10"/>
                </a:lnTo>
                <a:lnTo>
                  <a:pt x="5" y="9"/>
                </a:lnTo>
                <a:lnTo>
                  <a:pt x="5" y="8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2" y="3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3"/>
                </a:lnTo>
                <a:lnTo>
                  <a:pt x="9" y="6"/>
                </a:lnTo>
                <a:lnTo>
                  <a:pt x="9" y="7"/>
                </a:lnTo>
                <a:lnTo>
                  <a:pt x="8" y="9"/>
                </a:lnTo>
                <a:lnTo>
                  <a:pt x="8" y="1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800" rIns="21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4" name=""/>
          <p:cNvSpPr/>
          <p:nvPr/>
        </p:nvSpPr>
        <p:spPr>
          <a:xfrm>
            <a:off x="8517600" y="19742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4" y="3"/>
                </a:lnTo>
                <a:lnTo>
                  <a:pt x="2" y="5"/>
                </a:lnTo>
                <a:lnTo>
                  <a:pt x="0" y="5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5" name=""/>
          <p:cNvSpPr/>
          <p:nvPr/>
        </p:nvSpPr>
        <p:spPr>
          <a:xfrm>
            <a:off x="8518680" y="19591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2"/>
                </a:move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6" name=""/>
          <p:cNvSpPr/>
          <p:nvPr/>
        </p:nvSpPr>
        <p:spPr>
          <a:xfrm>
            <a:off x="8520840" y="1956600"/>
            <a:ext cx="2520" cy="4320"/>
          </a:xfrm>
          <a:custGeom>
            <a:avLst/>
            <a:gdLst/>
            <a:ahLst/>
            <a:rect l="0" t="0" r="r" b="b"/>
            <a:pathLst>
              <a:path w="7" h="12">
                <a:moveTo>
                  <a:pt x="2" y="12"/>
                </a:moveTo>
                <a:lnTo>
                  <a:pt x="0" y="9"/>
                </a:lnTo>
                <a:lnTo>
                  <a:pt x="0" y="8"/>
                </a:lnTo>
                <a:lnTo>
                  <a:pt x="2" y="8"/>
                </a:lnTo>
                <a:lnTo>
                  <a:pt x="2" y="7"/>
                </a:lnTo>
                <a:lnTo>
                  <a:pt x="3" y="6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3"/>
                </a:lnTo>
                <a:lnTo>
                  <a:pt x="5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lnTo>
                  <a:pt x="4" y="11"/>
                </a:lnTo>
                <a:lnTo>
                  <a:pt x="3" y="12"/>
                </a:lnTo>
                <a:lnTo>
                  <a:pt x="2" y="1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7" name=""/>
          <p:cNvSpPr/>
          <p:nvPr/>
        </p:nvSpPr>
        <p:spPr>
          <a:xfrm>
            <a:off x="8496360" y="1940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2"/>
                </a:move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1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8" name=""/>
          <p:cNvSpPr/>
          <p:nvPr/>
        </p:nvSpPr>
        <p:spPr>
          <a:xfrm>
            <a:off x="8520120" y="1933200"/>
            <a:ext cx="2880" cy="720"/>
          </a:xfrm>
          <a:custGeom>
            <a:avLst/>
            <a:gdLst/>
            <a:ahLst/>
            <a:rect l="0" t="0" r="r" b="b"/>
            <a:pathLst>
              <a:path w="8" h="2">
                <a:moveTo>
                  <a:pt x="5" y="0"/>
                </a:moveTo>
                <a:lnTo>
                  <a:pt x="6" y="0"/>
                </a:lnTo>
                <a:lnTo>
                  <a:pt x="8" y="0"/>
                </a:lnTo>
                <a:lnTo>
                  <a:pt x="6" y="0"/>
                </a:lnTo>
                <a:lnTo>
                  <a:pt x="6" y="2"/>
                </a:lnTo>
                <a:lnTo>
                  <a:pt x="8" y="2"/>
                </a:lnTo>
                <a:lnTo>
                  <a:pt x="6" y="2"/>
                </a:lnTo>
                <a:lnTo>
                  <a:pt x="5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9" name=""/>
          <p:cNvSpPr/>
          <p:nvPr/>
        </p:nvSpPr>
        <p:spPr>
          <a:xfrm>
            <a:off x="8475120" y="1300680"/>
            <a:ext cx="4320" cy="5760"/>
          </a:xfrm>
          <a:custGeom>
            <a:avLst/>
            <a:gdLst/>
            <a:ahLst/>
            <a:rect l="0" t="0" r="r" b="b"/>
            <a:pathLst>
              <a:path w="12" h="16">
                <a:moveTo>
                  <a:pt x="10" y="5"/>
                </a:moveTo>
                <a:lnTo>
                  <a:pt x="10" y="6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2" y="8"/>
                </a:lnTo>
                <a:lnTo>
                  <a:pt x="11" y="9"/>
                </a:lnTo>
                <a:lnTo>
                  <a:pt x="10" y="11"/>
                </a:lnTo>
                <a:lnTo>
                  <a:pt x="8" y="13"/>
                </a:lnTo>
                <a:lnTo>
                  <a:pt x="8" y="14"/>
                </a:lnTo>
                <a:lnTo>
                  <a:pt x="7" y="14"/>
                </a:lnTo>
                <a:lnTo>
                  <a:pt x="7" y="16"/>
                </a:lnTo>
                <a:lnTo>
                  <a:pt x="8" y="16"/>
                </a:lnTo>
                <a:lnTo>
                  <a:pt x="7" y="16"/>
                </a:lnTo>
                <a:lnTo>
                  <a:pt x="6" y="16"/>
                </a:lnTo>
                <a:lnTo>
                  <a:pt x="5" y="15"/>
                </a:lnTo>
                <a:lnTo>
                  <a:pt x="4" y="14"/>
                </a:lnTo>
                <a:lnTo>
                  <a:pt x="4" y="13"/>
                </a:lnTo>
                <a:lnTo>
                  <a:pt x="2" y="13"/>
                </a:lnTo>
                <a:lnTo>
                  <a:pt x="4" y="13"/>
                </a:lnTo>
                <a:lnTo>
                  <a:pt x="4" y="11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6" y="9"/>
                </a:lnTo>
                <a:lnTo>
                  <a:pt x="7" y="9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6" y="6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lnTo>
                  <a:pt x="6" y="4"/>
                </a:lnTo>
                <a:lnTo>
                  <a:pt x="6" y="3"/>
                </a:lnTo>
                <a:lnTo>
                  <a:pt x="7" y="3"/>
                </a:lnTo>
                <a:lnTo>
                  <a:pt x="7" y="2"/>
                </a:lnTo>
                <a:lnTo>
                  <a:pt x="7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8" y="3"/>
                </a:lnTo>
                <a:lnTo>
                  <a:pt x="9" y="4"/>
                </a:lnTo>
                <a:lnTo>
                  <a:pt x="10" y="4"/>
                </a:lnTo>
                <a:lnTo>
                  <a:pt x="10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0" name=""/>
          <p:cNvSpPr/>
          <p:nvPr/>
        </p:nvSpPr>
        <p:spPr>
          <a:xfrm>
            <a:off x="8467200" y="12708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1" name=""/>
          <p:cNvSpPr/>
          <p:nvPr/>
        </p:nvSpPr>
        <p:spPr>
          <a:xfrm>
            <a:off x="8497440" y="1245960"/>
            <a:ext cx="2880" cy="2520"/>
          </a:xfrm>
          <a:custGeom>
            <a:avLst/>
            <a:gdLst/>
            <a:ahLst/>
            <a:rect l="0" t="0" r="r" b="b"/>
            <a:pathLst>
              <a:path w="8" h="7">
                <a:moveTo>
                  <a:pt x="8" y="3"/>
                </a:moveTo>
                <a:lnTo>
                  <a:pt x="8" y="4"/>
                </a:lnTo>
                <a:lnTo>
                  <a:pt x="8" y="3"/>
                </a:lnTo>
                <a:lnTo>
                  <a:pt x="7" y="4"/>
                </a:lnTo>
                <a:lnTo>
                  <a:pt x="6" y="4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5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0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2" name=""/>
          <p:cNvSpPr/>
          <p:nvPr/>
        </p:nvSpPr>
        <p:spPr>
          <a:xfrm>
            <a:off x="8502120" y="124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3" name=""/>
          <p:cNvSpPr/>
          <p:nvPr/>
        </p:nvSpPr>
        <p:spPr>
          <a:xfrm>
            <a:off x="8526600" y="2114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3"/>
                </a:moveTo>
                <a:lnTo>
                  <a:pt x="0" y="1"/>
                </a:lnTo>
                <a:lnTo>
                  <a:pt x="3" y="0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4" name=""/>
          <p:cNvSpPr/>
          <p:nvPr/>
        </p:nvSpPr>
        <p:spPr>
          <a:xfrm>
            <a:off x="8528760" y="2109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5" name=""/>
          <p:cNvSpPr/>
          <p:nvPr/>
        </p:nvSpPr>
        <p:spPr>
          <a:xfrm>
            <a:off x="8527320" y="2109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6" name=""/>
          <p:cNvSpPr/>
          <p:nvPr/>
        </p:nvSpPr>
        <p:spPr>
          <a:xfrm>
            <a:off x="8526600" y="21092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7" name=""/>
          <p:cNvSpPr/>
          <p:nvPr/>
        </p:nvSpPr>
        <p:spPr>
          <a:xfrm>
            <a:off x="8525880" y="21045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1"/>
                </a:moveTo>
                <a:lnTo>
                  <a:pt x="3" y="0"/>
                </a:lnTo>
                <a:lnTo>
                  <a:pt x="3" y="2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8" name=""/>
          <p:cNvSpPr/>
          <p:nvPr/>
        </p:nvSpPr>
        <p:spPr>
          <a:xfrm>
            <a:off x="8527680" y="2103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9" name=""/>
          <p:cNvSpPr/>
          <p:nvPr/>
        </p:nvSpPr>
        <p:spPr>
          <a:xfrm>
            <a:off x="8528040" y="2102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1"/>
                </a:move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0" name=""/>
          <p:cNvSpPr/>
          <p:nvPr/>
        </p:nvSpPr>
        <p:spPr>
          <a:xfrm>
            <a:off x="8530560" y="2102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1" name=""/>
          <p:cNvSpPr/>
          <p:nvPr/>
        </p:nvSpPr>
        <p:spPr>
          <a:xfrm>
            <a:off x="8526240" y="2100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2" name=""/>
          <p:cNvSpPr/>
          <p:nvPr/>
        </p:nvSpPr>
        <p:spPr>
          <a:xfrm>
            <a:off x="8526960" y="21006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3" name=""/>
          <p:cNvSpPr/>
          <p:nvPr/>
        </p:nvSpPr>
        <p:spPr>
          <a:xfrm>
            <a:off x="8525520" y="21002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0"/>
                </a:moveTo>
                <a:lnTo>
                  <a:pt x="4" y="0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4" name=""/>
          <p:cNvSpPr/>
          <p:nvPr/>
        </p:nvSpPr>
        <p:spPr>
          <a:xfrm>
            <a:off x="8524440" y="209952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7" y="0"/>
                </a:lnTo>
                <a:lnTo>
                  <a:pt x="7" y="2"/>
                </a:lnTo>
                <a:lnTo>
                  <a:pt x="5" y="2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5" name=""/>
          <p:cNvSpPr/>
          <p:nvPr/>
        </p:nvSpPr>
        <p:spPr>
          <a:xfrm>
            <a:off x="8522280" y="209556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6" y="5"/>
                </a:move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8" y="5"/>
                </a:lnTo>
                <a:lnTo>
                  <a:pt x="8" y="6"/>
                </a:lnTo>
                <a:lnTo>
                  <a:pt x="9" y="6"/>
                </a:lnTo>
                <a:lnTo>
                  <a:pt x="8" y="6"/>
                </a:lnTo>
                <a:lnTo>
                  <a:pt x="9" y="6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6" y="8"/>
                </a:lnTo>
                <a:lnTo>
                  <a:pt x="6" y="7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2" y="7"/>
                </a:lnTo>
                <a:lnTo>
                  <a:pt x="1" y="7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1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6" name=""/>
          <p:cNvSpPr/>
          <p:nvPr/>
        </p:nvSpPr>
        <p:spPr>
          <a:xfrm>
            <a:off x="8533080" y="2085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7" name=""/>
          <p:cNvSpPr/>
          <p:nvPr/>
        </p:nvSpPr>
        <p:spPr>
          <a:xfrm>
            <a:off x="8533080" y="20851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8" name=""/>
          <p:cNvSpPr/>
          <p:nvPr/>
        </p:nvSpPr>
        <p:spPr>
          <a:xfrm>
            <a:off x="8529120" y="207828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6" y="4"/>
                </a:moveTo>
                <a:lnTo>
                  <a:pt x="6" y="5"/>
                </a:lnTo>
                <a:lnTo>
                  <a:pt x="6" y="6"/>
                </a:lnTo>
                <a:lnTo>
                  <a:pt x="5" y="7"/>
                </a:lnTo>
                <a:lnTo>
                  <a:pt x="4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8" y="1"/>
                </a:lnTo>
                <a:lnTo>
                  <a:pt x="6" y="3"/>
                </a:lnTo>
                <a:lnTo>
                  <a:pt x="6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9" name=""/>
          <p:cNvSpPr/>
          <p:nvPr/>
        </p:nvSpPr>
        <p:spPr>
          <a:xfrm>
            <a:off x="8533800" y="207396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4" y="5"/>
                </a:move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4" y="7"/>
                </a:lnTo>
                <a:lnTo>
                  <a:pt x="4" y="6"/>
                </a:lnTo>
                <a:lnTo>
                  <a:pt x="2" y="6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1"/>
                </a:lnTo>
                <a:lnTo>
                  <a:pt x="2" y="1"/>
                </a:lnTo>
                <a:lnTo>
                  <a:pt x="4" y="3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4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0" name=""/>
          <p:cNvSpPr/>
          <p:nvPr/>
        </p:nvSpPr>
        <p:spPr>
          <a:xfrm>
            <a:off x="8531640" y="2073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3"/>
                </a:lnTo>
                <a:lnTo>
                  <a:pt x="2" y="4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1" name=""/>
          <p:cNvSpPr/>
          <p:nvPr/>
        </p:nvSpPr>
        <p:spPr>
          <a:xfrm>
            <a:off x="8535960" y="20728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3"/>
                </a:move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1" y="3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2" name=""/>
          <p:cNvSpPr/>
          <p:nvPr/>
        </p:nvSpPr>
        <p:spPr>
          <a:xfrm>
            <a:off x="8532720" y="2069640"/>
            <a:ext cx="2880" cy="3600"/>
          </a:xfrm>
          <a:custGeom>
            <a:avLst/>
            <a:gdLst/>
            <a:ahLst/>
            <a:rect l="0" t="0" r="r" b="b"/>
            <a:pathLst>
              <a:path w="8" h="10">
                <a:moveTo>
                  <a:pt x="5" y="3"/>
                </a:moveTo>
                <a:lnTo>
                  <a:pt x="5" y="6"/>
                </a:lnTo>
                <a:lnTo>
                  <a:pt x="4" y="8"/>
                </a:lnTo>
                <a:lnTo>
                  <a:pt x="2" y="10"/>
                </a:lnTo>
                <a:lnTo>
                  <a:pt x="0" y="10"/>
                </a:lnTo>
                <a:lnTo>
                  <a:pt x="2" y="10"/>
                </a:lnTo>
                <a:lnTo>
                  <a:pt x="3" y="9"/>
                </a:lnTo>
                <a:lnTo>
                  <a:pt x="3" y="8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8" y="2"/>
                </a:lnTo>
                <a:lnTo>
                  <a:pt x="8" y="3"/>
                </a:lnTo>
                <a:lnTo>
                  <a:pt x="5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440" rIns="216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3" name=""/>
          <p:cNvSpPr/>
          <p:nvPr/>
        </p:nvSpPr>
        <p:spPr>
          <a:xfrm>
            <a:off x="8535240" y="20516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4" name=""/>
          <p:cNvSpPr/>
          <p:nvPr/>
        </p:nvSpPr>
        <p:spPr>
          <a:xfrm>
            <a:off x="8525880" y="2049480"/>
            <a:ext cx="4320" cy="3600"/>
          </a:xfrm>
          <a:custGeom>
            <a:avLst/>
            <a:gdLst/>
            <a:ahLst/>
            <a:rect l="0" t="0" r="r" b="b"/>
            <a:pathLst>
              <a:path w="12" h="10">
                <a:moveTo>
                  <a:pt x="9" y="2"/>
                </a:moveTo>
                <a:lnTo>
                  <a:pt x="8" y="2"/>
                </a:lnTo>
                <a:lnTo>
                  <a:pt x="8" y="3"/>
                </a:lnTo>
                <a:lnTo>
                  <a:pt x="9" y="4"/>
                </a:lnTo>
                <a:lnTo>
                  <a:pt x="10" y="4"/>
                </a:lnTo>
                <a:lnTo>
                  <a:pt x="12" y="4"/>
                </a:lnTo>
                <a:lnTo>
                  <a:pt x="10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2" y="7"/>
                </a:lnTo>
                <a:lnTo>
                  <a:pt x="10" y="8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7" y="10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5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0" y="5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10" y="2"/>
                </a:lnTo>
                <a:lnTo>
                  <a:pt x="9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440" rIns="216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5" name=""/>
          <p:cNvSpPr/>
          <p:nvPr/>
        </p:nvSpPr>
        <p:spPr>
          <a:xfrm>
            <a:off x="8524800" y="2045520"/>
            <a:ext cx="7560" cy="4680"/>
          </a:xfrm>
          <a:custGeom>
            <a:avLst/>
            <a:gdLst/>
            <a:ahLst/>
            <a:rect l="0" t="0" r="r" b="b"/>
            <a:pathLst>
              <a:path w="21" h="13">
                <a:moveTo>
                  <a:pt x="18" y="4"/>
                </a:moveTo>
                <a:lnTo>
                  <a:pt x="19" y="4"/>
                </a:lnTo>
                <a:lnTo>
                  <a:pt x="20" y="4"/>
                </a:lnTo>
                <a:lnTo>
                  <a:pt x="20" y="5"/>
                </a:lnTo>
                <a:lnTo>
                  <a:pt x="21" y="5"/>
                </a:lnTo>
                <a:lnTo>
                  <a:pt x="21" y="6"/>
                </a:lnTo>
                <a:lnTo>
                  <a:pt x="20" y="6"/>
                </a:lnTo>
                <a:lnTo>
                  <a:pt x="19" y="6"/>
                </a:lnTo>
                <a:lnTo>
                  <a:pt x="19" y="7"/>
                </a:lnTo>
                <a:lnTo>
                  <a:pt x="19" y="8"/>
                </a:lnTo>
                <a:lnTo>
                  <a:pt x="19" y="9"/>
                </a:lnTo>
                <a:lnTo>
                  <a:pt x="19" y="12"/>
                </a:lnTo>
                <a:lnTo>
                  <a:pt x="18" y="13"/>
                </a:lnTo>
                <a:lnTo>
                  <a:pt x="17" y="13"/>
                </a:lnTo>
                <a:lnTo>
                  <a:pt x="16" y="13"/>
                </a:lnTo>
                <a:lnTo>
                  <a:pt x="16" y="12"/>
                </a:lnTo>
                <a:lnTo>
                  <a:pt x="14" y="13"/>
                </a:lnTo>
                <a:lnTo>
                  <a:pt x="13" y="13"/>
                </a:lnTo>
                <a:lnTo>
                  <a:pt x="13" y="12"/>
                </a:lnTo>
                <a:lnTo>
                  <a:pt x="12" y="12"/>
                </a:lnTo>
                <a:lnTo>
                  <a:pt x="11" y="12"/>
                </a:lnTo>
                <a:lnTo>
                  <a:pt x="11" y="10"/>
                </a:lnTo>
                <a:lnTo>
                  <a:pt x="11" y="9"/>
                </a:lnTo>
                <a:lnTo>
                  <a:pt x="10" y="9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3" y="8"/>
                </a:lnTo>
                <a:lnTo>
                  <a:pt x="2" y="9"/>
                </a:lnTo>
                <a:lnTo>
                  <a:pt x="2" y="8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4" y="1"/>
                </a:lnTo>
                <a:lnTo>
                  <a:pt x="15" y="1"/>
                </a:lnTo>
                <a:lnTo>
                  <a:pt x="16" y="0"/>
                </a:lnTo>
                <a:lnTo>
                  <a:pt x="16" y="1"/>
                </a:lnTo>
                <a:lnTo>
                  <a:pt x="17" y="1"/>
                </a:lnTo>
                <a:lnTo>
                  <a:pt x="17" y="2"/>
                </a:lnTo>
                <a:lnTo>
                  <a:pt x="16" y="3"/>
                </a:lnTo>
                <a:lnTo>
                  <a:pt x="17" y="4"/>
                </a:lnTo>
                <a:lnTo>
                  <a:pt x="18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6" name=""/>
          <p:cNvSpPr/>
          <p:nvPr/>
        </p:nvSpPr>
        <p:spPr>
          <a:xfrm>
            <a:off x="8530560" y="2041920"/>
            <a:ext cx="7920" cy="10080"/>
          </a:xfrm>
          <a:custGeom>
            <a:avLst/>
            <a:gdLst/>
            <a:ahLst/>
            <a:rect l="0" t="0" r="r" b="b"/>
            <a:pathLst>
              <a:path w="22" h="28">
                <a:moveTo>
                  <a:pt x="19" y="8"/>
                </a:moveTo>
                <a:lnTo>
                  <a:pt x="19" y="9"/>
                </a:lnTo>
                <a:lnTo>
                  <a:pt x="20" y="9"/>
                </a:lnTo>
                <a:lnTo>
                  <a:pt x="20" y="10"/>
                </a:lnTo>
                <a:lnTo>
                  <a:pt x="20" y="11"/>
                </a:lnTo>
                <a:lnTo>
                  <a:pt x="21" y="11"/>
                </a:lnTo>
                <a:lnTo>
                  <a:pt x="22" y="14"/>
                </a:lnTo>
                <a:lnTo>
                  <a:pt x="22" y="15"/>
                </a:lnTo>
                <a:lnTo>
                  <a:pt x="21" y="16"/>
                </a:lnTo>
                <a:lnTo>
                  <a:pt x="20" y="16"/>
                </a:lnTo>
                <a:lnTo>
                  <a:pt x="19" y="17"/>
                </a:lnTo>
                <a:lnTo>
                  <a:pt x="18" y="18"/>
                </a:lnTo>
                <a:lnTo>
                  <a:pt x="19" y="19"/>
                </a:lnTo>
                <a:lnTo>
                  <a:pt x="20" y="19"/>
                </a:lnTo>
                <a:lnTo>
                  <a:pt x="21" y="18"/>
                </a:lnTo>
                <a:lnTo>
                  <a:pt x="22" y="18"/>
                </a:lnTo>
                <a:lnTo>
                  <a:pt x="22" y="19"/>
                </a:lnTo>
                <a:lnTo>
                  <a:pt x="20" y="21"/>
                </a:lnTo>
                <a:lnTo>
                  <a:pt x="19" y="21"/>
                </a:lnTo>
                <a:lnTo>
                  <a:pt x="19" y="22"/>
                </a:lnTo>
                <a:lnTo>
                  <a:pt x="19" y="23"/>
                </a:lnTo>
                <a:lnTo>
                  <a:pt x="19" y="24"/>
                </a:lnTo>
                <a:lnTo>
                  <a:pt x="18" y="24"/>
                </a:lnTo>
                <a:lnTo>
                  <a:pt x="19" y="25"/>
                </a:lnTo>
                <a:lnTo>
                  <a:pt x="19" y="26"/>
                </a:lnTo>
                <a:lnTo>
                  <a:pt x="18" y="28"/>
                </a:lnTo>
                <a:lnTo>
                  <a:pt x="17" y="28"/>
                </a:lnTo>
                <a:lnTo>
                  <a:pt x="17" y="27"/>
                </a:lnTo>
                <a:lnTo>
                  <a:pt x="17" y="26"/>
                </a:lnTo>
                <a:lnTo>
                  <a:pt x="16" y="27"/>
                </a:lnTo>
                <a:lnTo>
                  <a:pt x="14" y="27"/>
                </a:lnTo>
                <a:lnTo>
                  <a:pt x="15" y="26"/>
                </a:lnTo>
                <a:lnTo>
                  <a:pt x="14" y="26"/>
                </a:lnTo>
                <a:lnTo>
                  <a:pt x="14" y="24"/>
                </a:lnTo>
                <a:lnTo>
                  <a:pt x="14" y="23"/>
                </a:lnTo>
                <a:lnTo>
                  <a:pt x="13" y="23"/>
                </a:lnTo>
                <a:lnTo>
                  <a:pt x="10" y="23"/>
                </a:lnTo>
                <a:lnTo>
                  <a:pt x="10" y="24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9" y="23"/>
                </a:lnTo>
                <a:lnTo>
                  <a:pt x="10" y="22"/>
                </a:lnTo>
                <a:lnTo>
                  <a:pt x="9" y="21"/>
                </a:lnTo>
                <a:lnTo>
                  <a:pt x="8" y="21"/>
                </a:lnTo>
                <a:lnTo>
                  <a:pt x="8" y="20"/>
                </a:lnTo>
                <a:lnTo>
                  <a:pt x="6" y="18"/>
                </a:lnTo>
                <a:lnTo>
                  <a:pt x="6" y="17"/>
                </a:lnTo>
                <a:lnTo>
                  <a:pt x="5" y="17"/>
                </a:lnTo>
                <a:lnTo>
                  <a:pt x="5" y="16"/>
                </a:lnTo>
                <a:lnTo>
                  <a:pt x="6" y="16"/>
                </a:lnTo>
                <a:lnTo>
                  <a:pt x="5" y="15"/>
                </a:lnTo>
                <a:lnTo>
                  <a:pt x="4" y="14"/>
                </a:lnTo>
                <a:lnTo>
                  <a:pt x="2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1"/>
                </a:lnTo>
                <a:lnTo>
                  <a:pt x="1" y="10"/>
                </a:lnTo>
                <a:lnTo>
                  <a:pt x="1" y="9"/>
                </a:lnTo>
                <a:lnTo>
                  <a:pt x="4" y="8"/>
                </a:lnTo>
                <a:lnTo>
                  <a:pt x="5" y="7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9" y="4"/>
                </a:lnTo>
                <a:lnTo>
                  <a:pt x="10" y="3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4" y="2"/>
                </a:lnTo>
                <a:lnTo>
                  <a:pt x="15" y="3"/>
                </a:lnTo>
                <a:lnTo>
                  <a:pt x="16" y="3"/>
                </a:lnTo>
                <a:lnTo>
                  <a:pt x="18" y="4"/>
                </a:lnTo>
                <a:lnTo>
                  <a:pt x="20" y="6"/>
                </a:lnTo>
                <a:lnTo>
                  <a:pt x="19" y="6"/>
                </a:lnTo>
                <a:lnTo>
                  <a:pt x="19" y="8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7" name=""/>
          <p:cNvSpPr/>
          <p:nvPr/>
        </p:nvSpPr>
        <p:spPr>
          <a:xfrm>
            <a:off x="8529120" y="204372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2"/>
                </a:moveTo>
                <a:lnTo>
                  <a:pt x="6" y="2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8" name=""/>
          <p:cNvSpPr/>
          <p:nvPr/>
        </p:nvSpPr>
        <p:spPr>
          <a:xfrm>
            <a:off x="8530920" y="20433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0"/>
                </a:move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9" name=""/>
          <p:cNvSpPr/>
          <p:nvPr/>
        </p:nvSpPr>
        <p:spPr>
          <a:xfrm>
            <a:off x="8534880" y="204084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6" y="7"/>
                </a:moveTo>
                <a:lnTo>
                  <a:pt x="4" y="7"/>
                </a:lnTo>
                <a:lnTo>
                  <a:pt x="3" y="6"/>
                </a:lnTo>
                <a:lnTo>
                  <a:pt x="2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3" y="2"/>
                </a:lnTo>
                <a:lnTo>
                  <a:pt x="4" y="3"/>
                </a:lnTo>
                <a:lnTo>
                  <a:pt x="6" y="3"/>
                </a:lnTo>
                <a:lnTo>
                  <a:pt x="7" y="6"/>
                </a:lnTo>
                <a:lnTo>
                  <a:pt x="6" y="7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0" name=""/>
          <p:cNvSpPr/>
          <p:nvPr/>
        </p:nvSpPr>
        <p:spPr>
          <a:xfrm>
            <a:off x="8534520" y="203940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4" y="4"/>
                </a:lnTo>
                <a:lnTo>
                  <a:pt x="3" y="6"/>
                </a:lnTo>
                <a:lnTo>
                  <a:pt x="2" y="6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1" name=""/>
          <p:cNvSpPr/>
          <p:nvPr/>
        </p:nvSpPr>
        <p:spPr>
          <a:xfrm>
            <a:off x="8536320" y="2037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0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2" name=""/>
          <p:cNvSpPr/>
          <p:nvPr/>
        </p:nvSpPr>
        <p:spPr>
          <a:xfrm>
            <a:off x="8537400" y="2037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3" name=""/>
          <p:cNvSpPr/>
          <p:nvPr/>
        </p:nvSpPr>
        <p:spPr>
          <a:xfrm>
            <a:off x="8523360" y="2034000"/>
            <a:ext cx="1080" cy="2520"/>
          </a:xfrm>
          <a:custGeom>
            <a:avLst/>
            <a:gdLst/>
            <a:ahLst/>
            <a:rect l="0" t="0" r="r" b="b"/>
            <a:pathLst>
              <a:path w="3" h="7">
                <a:moveTo>
                  <a:pt x="0" y="3"/>
                </a:move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4" name=""/>
          <p:cNvSpPr/>
          <p:nvPr/>
        </p:nvSpPr>
        <p:spPr>
          <a:xfrm>
            <a:off x="8534160" y="2029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5" name=""/>
          <p:cNvSpPr/>
          <p:nvPr/>
        </p:nvSpPr>
        <p:spPr>
          <a:xfrm>
            <a:off x="8535240" y="2024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0"/>
                </a:moveTo>
                <a:lnTo>
                  <a:pt x="3" y="0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6" name=""/>
          <p:cNvSpPr/>
          <p:nvPr/>
        </p:nvSpPr>
        <p:spPr>
          <a:xfrm>
            <a:off x="8532720" y="2019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5" y="4"/>
                </a:lnTo>
                <a:lnTo>
                  <a:pt x="3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7" name=""/>
          <p:cNvSpPr/>
          <p:nvPr/>
        </p:nvSpPr>
        <p:spPr>
          <a:xfrm>
            <a:off x="8532360" y="20174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2" y="5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3" y="0"/>
                </a:lnTo>
                <a:lnTo>
                  <a:pt x="4" y="0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8" name=""/>
          <p:cNvSpPr/>
          <p:nvPr/>
        </p:nvSpPr>
        <p:spPr>
          <a:xfrm>
            <a:off x="8533800" y="20088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9" name=""/>
          <p:cNvSpPr/>
          <p:nvPr/>
        </p:nvSpPr>
        <p:spPr>
          <a:xfrm>
            <a:off x="8532360" y="2008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0" name=""/>
          <p:cNvSpPr/>
          <p:nvPr/>
        </p:nvSpPr>
        <p:spPr>
          <a:xfrm>
            <a:off x="8531640" y="1998720"/>
            <a:ext cx="2160" cy="3960"/>
          </a:xfrm>
          <a:custGeom>
            <a:avLst/>
            <a:gdLst/>
            <a:ahLst/>
            <a:rect l="0" t="0" r="r" b="b"/>
            <a:pathLst>
              <a:path w="6" h="11">
                <a:moveTo>
                  <a:pt x="0" y="4"/>
                </a:moveTo>
                <a:lnTo>
                  <a:pt x="1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3" y="5"/>
                </a:ln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3" y="10"/>
                </a:lnTo>
                <a:lnTo>
                  <a:pt x="3" y="11"/>
                </a:lnTo>
                <a:lnTo>
                  <a:pt x="2" y="11"/>
                </a:lnTo>
                <a:lnTo>
                  <a:pt x="1" y="9"/>
                </a:lnTo>
                <a:lnTo>
                  <a:pt x="1" y="8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800" rIns="21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1" name=""/>
          <p:cNvSpPr/>
          <p:nvPr/>
        </p:nvSpPr>
        <p:spPr>
          <a:xfrm>
            <a:off x="8525880" y="1994400"/>
            <a:ext cx="6840" cy="6840"/>
          </a:xfrm>
          <a:custGeom>
            <a:avLst/>
            <a:gdLst/>
            <a:ahLst/>
            <a:rect l="0" t="0" r="r" b="b"/>
            <a:pathLst>
              <a:path w="19" h="19">
                <a:moveTo>
                  <a:pt x="14" y="14"/>
                </a:moveTo>
                <a:lnTo>
                  <a:pt x="13" y="14"/>
                </a:lnTo>
                <a:lnTo>
                  <a:pt x="2" y="18"/>
                </a:lnTo>
                <a:lnTo>
                  <a:pt x="1" y="18"/>
                </a:lnTo>
                <a:lnTo>
                  <a:pt x="1" y="19"/>
                </a:lnTo>
                <a:lnTo>
                  <a:pt x="0" y="18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3" y="12"/>
                </a:lnTo>
                <a:lnTo>
                  <a:pt x="4" y="11"/>
                </a:lnTo>
                <a:lnTo>
                  <a:pt x="6" y="8"/>
                </a:lnTo>
                <a:lnTo>
                  <a:pt x="9" y="6"/>
                </a:lnTo>
                <a:lnTo>
                  <a:pt x="9" y="5"/>
                </a:lnTo>
                <a:lnTo>
                  <a:pt x="10" y="4"/>
                </a:lnTo>
                <a:lnTo>
                  <a:pt x="12" y="2"/>
                </a:lnTo>
                <a:lnTo>
                  <a:pt x="14" y="1"/>
                </a:lnTo>
                <a:lnTo>
                  <a:pt x="15" y="1"/>
                </a:lnTo>
                <a:lnTo>
                  <a:pt x="15" y="0"/>
                </a:lnTo>
                <a:lnTo>
                  <a:pt x="17" y="0"/>
                </a:lnTo>
                <a:lnTo>
                  <a:pt x="18" y="0"/>
                </a:lnTo>
                <a:lnTo>
                  <a:pt x="18" y="1"/>
                </a:lnTo>
                <a:lnTo>
                  <a:pt x="19" y="2"/>
                </a:lnTo>
                <a:lnTo>
                  <a:pt x="19" y="3"/>
                </a:lnTo>
                <a:lnTo>
                  <a:pt x="18" y="3"/>
                </a:lnTo>
                <a:lnTo>
                  <a:pt x="18" y="4"/>
                </a:lnTo>
                <a:lnTo>
                  <a:pt x="17" y="6"/>
                </a:lnTo>
                <a:lnTo>
                  <a:pt x="16" y="6"/>
                </a:lnTo>
                <a:lnTo>
                  <a:pt x="16" y="9"/>
                </a:lnTo>
                <a:lnTo>
                  <a:pt x="15" y="10"/>
                </a:lnTo>
                <a:lnTo>
                  <a:pt x="15" y="11"/>
                </a:lnTo>
                <a:lnTo>
                  <a:pt x="14" y="12"/>
                </a:lnTo>
                <a:lnTo>
                  <a:pt x="14" y="1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2" name=""/>
          <p:cNvSpPr/>
          <p:nvPr/>
        </p:nvSpPr>
        <p:spPr>
          <a:xfrm>
            <a:off x="8529840" y="19893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3" name=""/>
          <p:cNvSpPr/>
          <p:nvPr/>
        </p:nvSpPr>
        <p:spPr>
          <a:xfrm>
            <a:off x="8528400" y="198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4" name=""/>
          <p:cNvSpPr/>
          <p:nvPr/>
        </p:nvSpPr>
        <p:spPr>
          <a:xfrm>
            <a:off x="8529120" y="1988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5" name=""/>
          <p:cNvSpPr/>
          <p:nvPr/>
        </p:nvSpPr>
        <p:spPr>
          <a:xfrm>
            <a:off x="8529120" y="1987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6" name=""/>
          <p:cNvSpPr/>
          <p:nvPr/>
        </p:nvSpPr>
        <p:spPr>
          <a:xfrm>
            <a:off x="8524080" y="198540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0" y="8"/>
                </a:moveTo>
                <a:lnTo>
                  <a:pt x="0" y="6"/>
                </a:lnTo>
                <a:lnTo>
                  <a:pt x="3" y="4"/>
                </a:lnTo>
                <a:lnTo>
                  <a:pt x="4" y="3"/>
                </a:lnTo>
                <a:lnTo>
                  <a:pt x="6" y="0"/>
                </a:lnTo>
                <a:lnTo>
                  <a:pt x="7" y="0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4"/>
                </a:lnTo>
                <a:lnTo>
                  <a:pt x="12" y="5"/>
                </a:lnTo>
                <a:lnTo>
                  <a:pt x="13" y="5"/>
                </a:lnTo>
                <a:lnTo>
                  <a:pt x="14" y="6"/>
                </a:lnTo>
                <a:lnTo>
                  <a:pt x="14" y="8"/>
                </a:lnTo>
                <a:lnTo>
                  <a:pt x="14" y="9"/>
                </a:lnTo>
                <a:lnTo>
                  <a:pt x="14" y="10"/>
                </a:lnTo>
                <a:lnTo>
                  <a:pt x="13" y="10"/>
                </a:lnTo>
                <a:lnTo>
                  <a:pt x="11" y="12"/>
                </a:lnTo>
                <a:lnTo>
                  <a:pt x="10" y="12"/>
                </a:lnTo>
                <a:lnTo>
                  <a:pt x="8" y="13"/>
                </a:lnTo>
                <a:lnTo>
                  <a:pt x="7" y="13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3" y="12"/>
                </a:lnTo>
                <a:lnTo>
                  <a:pt x="1" y="9"/>
                </a:lnTo>
                <a:lnTo>
                  <a:pt x="0" y="8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7" name=""/>
          <p:cNvSpPr/>
          <p:nvPr/>
        </p:nvSpPr>
        <p:spPr>
          <a:xfrm>
            <a:off x="8531640" y="1984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8" name=""/>
          <p:cNvSpPr/>
          <p:nvPr/>
        </p:nvSpPr>
        <p:spPr>
          <a:xfrm>
            <a:off x="8530200" y="1983600"/>
            <a:ext cx="1800" cy="2880"/>
          </a:xfrm>
          <a:custGeom>
            <a:avLst/>
            <a:gdLst/>
            <a:ahLst/>
            <a:rect l="0" t="0" r="r" b="b"/>
            <a:pathLst>
              <a:path w="5" h="8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4" y="6"/>
                </a:lnTo>
                <a:lnTo>
                  <a:pt x="4" y="7"/>
                </a:lnTo>
                <a:lnTo>
                  <a:pt x="2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9" name=""/>
          <p:cNvSpPr/>
          <p:nvPr/>
        </p:nvSpPr>
        <p:spPr>
          <a:xfrm>
            <a:off x="8533080" y="19839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0" name=""/>
          <p:cNvSpPr/>
          <p:nvPr/>
        </p:nvSpPr>
        <p:spPr>
          <a:xfrm>
            <a:off x="8532720" y="198324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1"/>
                </a:moveTo>
                <a:lnTo>
                  <a:pt x="0" y="0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1" name=""/>
          <p:cNvSpPr/>
          <p:nvPr/>
        </p:nvSpPr>
        <p:spPr>
          <a:xfrm>
            <a:off x="8536320" y="198216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1" y="2"/>
                </a:moveTo>
                <a:lnTo>
                  <a:pt x="5" y="1"/>
                </a:lnTo>
                <a:lnTo>
                  <a:pt x="6" y="0"/>
                </a:lnTo>
                <a:lnTo>
                  <a:pt x="7" y="2"/>
                </a:lnTo>
                <a:lnTo>
                  <a:pt x="8" y="2"/>
                </a:lnTo>
                <a:lnTo>
                  <a:pt x="7" y="3"/>
                </a:lnTo>
                <a:lnTo>
                  <a:pt x="6" y="5"/>
                </a:lnTo>
                <a:lnTo>
                  <a:pt x="5" y="6"/>
                </a:lnTo>
                <a:lnTo>
                  <a:pt x="2" y="6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2" name=""/>
          <p:cNvSpPr/>
          <p:nvPr/>
        </p:nvSpPr>
        <p:spPr>
          <a:xfrm>
            <a:off x="8535960" y="1982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3" name=""/>
          <p:cNvSpPr/>
          <p:nvPr/>
        </p:nvSpPr>
        <p:spPr>
          <a:xfrm>
            <a:off x="8534880" y="1981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4" name=""/>
          <p:cNvSpPr/>
          <p:nvPr/>
        </p:nvSpPr>
        <p:spPr>
          <a:xfrm>
            <a:off x="8530560" y="19818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0"/>
                </a:move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5" name=""/>
          <p:cNvSpPr/>
          <p:nvPr/>
        </p:nvSpPr>
        <p:spPr>
          <a:xfrm>
            <a:off x="8532000" y="19807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4" y="5"/>
                </a:moveTo>
                <a:lnTo>
                  <a:pt x="2" y="5"/>
                </a:lnTo>
                <a:lnTo>
                  <a:pt x="2" y="6"/>
                </a:lnTo>
                <a:lnTo>
                  <a:pt x="2" y="8"/>
                </a:lnTo>
                <a:lnTo>
                  <a:pt x="1" y="8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5" y="6"/>
                </a:lnTo>
                <a:lnTo>
                  <a:pt x="4" y="5"/>
                </a:lnTo>
                <a:lnTo>
                  <a:pt x="5" y="5"/>
                </a:lnTo>
                <a:lnTo>
                  <a:pt x="4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6" name=""/>
          <p:cNvSpPr/>
          <p:nvPr/>
        </p:nvSpPr>
        <p:spPr>
          <a:xfrm>
            <a:off x="8535960" y="1981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7" name=""/>
          <p:cNvSpPr/>
          <p:nvPr/>
        </p:nvSpPr>
        <p:spPr>
          <a:xfrm>
            <a:off x="8533800" y="1980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8" name=""/>
          <p:cNvSpPr/>
          <p:nvPr/>
        </p:nvSpPr>
        <p:spPr>
          <a:xfrm>
            <a:off x="8524440" y="19771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0"/>
                </a:moveTo>
                <a:lnTo>
                  <a:pt x="4" y="0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9" name=""/>
          <p:cNvSpPr/>
          <p:nvPr/>
        </p:nvSpPr>
        <p:spPr>
          <a:xfrm>
            <a:off x="8525160" y="1975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0" name=""/>
          <p:cNvSpPr/>
          <p:nvPr/>
        </p:nvSpPr>
        <p:spPr>
          <a:xfrm>
            <a:off x="8521560" y="1968840"/>
            <a:ext cx="27720" cy="14400"/>
          </a:xfrm>
          <a:custGeom>
            <a:avLst/>
            <a:gdLst/>
            <a:ahLst/>
            <a:rect l="0" t="0" r="r" b="b"/>
            <a:pathLst>
              <a:path w="77" h="40">
                <a:moveTo>
                  <a:pt x="11" y="3"/>
                </a:move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6" y="4"/>
                </a:lnTo>
                <a:lnTo>
                  <a:pt x="17" y="5"/>
                </a:lnTo>
                <a:lnTo>
                  <a:pt x="20" y="4"/>
                </a:lnTo>
                <a:lnTo>
                  <a:pt x="22" y="4"/>
                </a:lnTo>
                <a:lnTo>
                  <a:pt x="23" y="3"/>
                </a:lnTo>
                <a:lnTo>
                  <a:pt x="25" y="2"/>
                </a:lnTo>
                <a:lnTo>
                  <a:pt x="26" y="2"/>
                </a:lnTo>
                <a:lnTo>
                  <a:pt x="27" y="1"/>
                </a:lnTo>
                <a:lnTo>
                  <a:pt x="28" y="1"/>
                </a:lnTo>
                <a:lnTo>
                  <a:pt x="29" y="1"/>
                </a:lnTo>
                <a:lnTo>
                  <a:pt x="29" y="0"/>
                </a:lnTo>
                <a:lnTo>
                  <a:pt x="30" y="1"/>
                </a:lnTo>
                <a:lnTo>
                  <a:pt x="32" y="2"/>
                </a:lnTo>
                <a:lnTo>
                  <a:pt x="32" y="3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5" y="5"/>
                </a:lnTo>
                <a:lnTo>
                  <a:pt x="36" y="6"/>
                </a:lnTo>
                <a:lnTo>
                  <a:pt x="37" y="7"/>
                </a:lnTo>
                <a:lnTo>
                  <a:pt x="38" y="8"/>
                </a:lnTo>
                <a:lnTo>
                  <a:pt x="39" y="8"/>
                </a:lnTo>
                <a:lnTo>
                  <a:pt x="40" y="8"/>
                </a:lnTo>
                <a:lnTo>
                  <a:pt x="42" y="8"/>
                </a:lnTo>
                <a:lnTo>
                  <a:pt x="46" y="8"/>
                </a:lnTo>
                <a:lnTo>
                  <a:pt x="47" y="7"/>
                </a:lnTo>
                <a:lnTo>
                  <a:pt x="48" y="7"/>
                </a:lnTo>
                <a:lnTo>
                  <a:pt x="49" y="7"/>
                </a:lnTo>
                <a:lnTo>
                  <a:pt x="53" y="7"/>
                </a:lnTo>
                <a:lnTo>
                  <a:pt x="53" y="6"/>
                </a:lnTo>
                <a:lnTo>
                  <a:pt x="54" y="7"/>
                </a:lnTo>
                <a:lnTo>
                  <a:pt x="54" y="6"/>
                </a:lnTo>
                <a:lnTo>
                  <a:pt x="55" y="6"/>
                </a:lnTo>
                <a:lnTo>
                  <a:pt x="56" y="7"/>
                </a:lnTo>
                <a:lnTo>
                  <a:pt x="58" y="8"/>
                </a:lnTo>
                <a:lnTo>
                  <a:pt x="59" y="7"/>
                </a:lnTo>
                <a:lnTo>
                  <a:pt x="61" y="6"/>
                </a:lnTo>
                <a:lnTo>
                  <a:pt x="62" y="6"/>
                </a:lnTo>
                <a:lnTo>
                  <a:pt x="64" y="6"/>
                </a:lnTo>
                <a:lnTo>
                  <a:pt x="64" y="7"/>
                </a:lnTo>
                <a:lnTo>
                  <a:pt x="65" y="7"/>
                </a:lnTo>
                <a:lnTo>
                  <a:pt x="65" y="8"/>
                </a:lnTo>
                <a:lnTo>
                  <a:pt x="66" y="8"/>
                </a:lnTo>
                <a:lnTo>
                  <a:pt x="66" y="9"/>
                </a:lnTo>
                <a:lnTo>
                  <a:pt x="66" y="12"/>
                </a:lnTo>
                <a:lnTo>
                  <a:pt x="64" y="12"/>
                </a:lnTo>
                <a:lnTo>
                  <a:pt x="64" y="13"/>
                </a:lnTo>
                <a:lnTo>
                  <a:pt x="63" y="13"/>
                </a:lnTo>
                <a:lnTo>
                  <a:pt x="63" y="12"/>
                </a:lnTo>
                <a:lnTo>
                  <a:pt x="62" y="12"/>
                </a:lnTo>
                <a:lnTo>
                  <a:pt x="61" y="12"/>
                </a:lnTo>
                <a:lnTo>
                  <a:pt x="60" y="12"/>
                </a:lnTo>
                <a:lnTo>
                  <a:pt x="60" y="13"/>
                </a:lnTo>
                <a:lnTo>
                  <a:pt x="59" y="13"/>
                </a:lnTo>
                <a:lnTo>
                  <a:pt x="58" y="14"/>
                </a:lnTo>
                <a:lnTo>
                  <a:pt x="58" y="15"/>
                </a:lnTo>
                <a:lnTo>
                  <a:pt x="58" y="16"/>
                </a:lnTo>
                <a:lnTo>
                  <a:pt x="59" y="16"/>
                </a:lnTo>
                <a:lnTo>
                  <a:pt x="60" y="16"/>
                </a:lnTo>
                <a:lnTo>
                  <a:pt x="62" y="15"/>
                </a:lnTo>
                <a:lnTo>
                  <a:pt x="63" y="15"/>
                </a:lnTo>
                <a:lnTo>
                  <a:pt x="64" y="15"/>
                </a:lnTo>
                <a:lnTo>
                  <a:pt x="65" y="15"/>
                </a:lnTo>
                <a:lnTo>
                  <a:pt x="65" y="16"/>
                </a:lnTo>
                <a:lnTo>
                  <a:pt x="66" y="16"/>
                </a:lnTo>
                <a:lnTo>
                  <a:pt x="69" y="18"/>
                </a:lnTo>
                <a:lnTo>
                  <a:pt x="70" y="20"/>
                </a:lnTo>
                <a:lnTo>
                  <a:pt x="71" y="20"/>
                </a:lnTo>
                <a:lnTo>
                  <a:pt x="72" y="20"/>
                </a:lnTo>
                <a:lnTo>
                  <a:pt x="73" y="20"/>
                </a:lnTo>
                <a:lnTo>
                  <a:pt x="74" y="21"/>
                </a:lnTo>
                <a:lnTo>
                  <a:pt x="74" y="22"/>
                </a:lnTo>
                <a:lnTo>
                  <a:pt x="74" y="23"/>
                </a:lnTo>
                <a:lnTo>
                  <a:pt x="75" y="23"/>
                </a:lnTo>
                <a:lnTo>
                  <a:pt x="76" y="23"/>
                </a:lnTo>
                <a:lnTo>
                  <a:pt x="76" y="22"/>
                </a:lnTo>
                <a:lnTo>
                  <a:pt x="76" y="23"/>
                </a:lnTo>
                <a:lnTo>
                  <a:pt x="75" y="24"/>
                </a:lnTo>
                <a:lnTo>
                  <a:pt x="75" y="25"/>
                </a:lnTo>
                <a:lnTo>
                  <a:pt x="75" y="26"/>
                </a:lnTo>
                <a:lnTo>
                  <a:pt x="77" y="27"/>
                </a:lnTo>
                <a:lnTo>
                  <a:pt x="75" y="33"/>
                </a:lnTo>
                <a:lnTo>
                  <a:pt x="75" y="36"/>
                </a:lnTo>
                <a:lnTo>
                  <a:pt x="75" y="37"/>
                </a:lnTo>
                <a:lnTo>
                  <a:pt x="75" y="38"/>
                </a:lnTo>
                <a:lnTo>
                  <a:pt x="74" y="38"/>
                </a:lnTo>
                <a:lnTo>
                  <a:pt x="72" y="39"/>
                </a:lnTo>
                <a:lnTo>
                  <a:pt x="71" y="39"/>
                </a:lnTo>
                <a:lnTo>
                  <a:pt x="70" y="40"/>
                </a:lnTo>
                <a:lnTo>
                  <a:pt x="69" y="40"/>
                </a:lnTo>
                <a:lnTo>
                  <a:pt x="68" y="40"/>
                </a:lnTo>
                <a:lnTo>
                  <a:pt x="66" y="40"/>
                </a:lnTo>
                <a:lnTo>
                  <a:pt x="65" y="39"/>
                </a:lnTo>
                <a:lnTo>
                  <a:pt x="63" y="38"/>
                </a:lnTo>
                <a:lnTo>
                  <a:pt x="62" y="37"/>
                </a:lnTo>
                <a:lnTo>
                  <a:pt x="61" y="37"/>
                </a:lnTo>
                <a:lnTo>
                  <a:pt x="60" y="37"/>
                </a:lnTo>
                <a:lnTo>
                  <a:pt x="59" y="36"/>
                </a:lnTo>
                <a:lnTo>
                  <a:pt x="58" y="36"/>
                </a:lnTo>
                <a:lnTo>
                  <a:pt x="56" y="35"/>
                </a:lnTo>
                <a:lnTo>
                  <a:pt x="55" y="35"/>
                </a:lnTo>
                <a:lnTo>
                  <a:pt x="51" y="35"/>
                </a:lnTo>
                <a:lnTo>
                  <a:pt x="49" y="34"/>
                </a:lnTo>
                <a:lnTo>
                  <a:pt x="48" y="33"/>
                </a:lnTo>
                <a:lnTo>
                  <a:pt x="47" y="33"/>
                </a:lnTo>
                <a:lnTo>
                  <a:pt x="46" y="33"/>
                </a:lnTo>
                <a:lnTo>
                  <a:pt x="45" y="33"/>
                </a:lnTo>
                <a:lnTo>
                  <a:pt x="44" y="34"/>
                </a:lnTo>
                <a:lnTo>
                  <a:pt x="43" y="34"/>
                </a:lnTo>
                <a:lnTo>
                  <a:pt x="41" y="34"/>
                </a:lnTo>
                <a:lnTo>
                  <a:pt x="39" y="35"/>
                </a:lnTo>
                <a:lnTo>
                  <a:pt x="38" y="35"/>
                </a:lnTo>
                <a:lnTo>
                  <a:pt x="37" y="33"/>
                </a:lnTo>
                <a:lnTo>
                  <a:pt x="36" y="32"/>
                </a:lnTo>
                <a:lnTo>
                  <a:pt x="35" y="32"/>
                </a:lnTo>
                <a:lnTo>
                  <a:pt x="34" y="32"/>
                </a:lnTo>
                <a:lnTo>
                  <a:pt x="32" y="32"/>
                </a:lnTo>
                <a:lnTo>
                  <a:pt x="30" y="32"/>
                </a:lnTo>
                <a:lnTo>
                  <a:pt x="28" y="32"/>
                </a:lnTo>
                <a:lnTo>
                  <a:pt x="28" y="33"/>
                </a:lnTo>
                <a:lnTo>
                  <a:pt x="26" y="34"/>
                </a:lnTo>
                <a:lnTo>
                  <a:pt x="26" y="35"/>
                </a:lnTo>
                <a:lnTo>
                  <a:pt x="25" y="36"/>
                </a:lnTo>
                <a:lnTo>
                  <a:pt x="24" y="36"/>
                </a:lnTo>
                <a:lnTo>
                  <a:pt x="24" y="37"/>
                </a:lnTo>
                <a:lnTo>
                  <a:pt x="22" y="37"/>
                </a:lnTo>
                <a:lnTo>
                  <a:pt x="21" y="36"/>
                </a:lnTo>
                <a:lnTo>
                  <a:pt x="22" y="36"/>
                </a:lnTo>
                <a:lnTo>
                  <a:pt x="21" y="36"/>
                </a:lnTo>
                <a:lnTo>
                  <a:pt x="20" y="34"/>
                </a:lnTo>
                <a:lnTo>
                  <a:pt x="20" y="33"/>
                </a:lnTo>
                <a:lnTo>
                  <a:pt x="18" y="31"/>
                </a:lnTo>
                <a:lnTo>
                  <a:pt x="15" y="28"/>
                </a:lnTo>
                <a:lnTo>
                  <a:pt x="14" y="28"/>
                </a:lnTo>
                <a:lnTo>
                  <a:pt x="13" y="27"/>
                </a:lnTo>
                <a:lnTo>
                  <a:pt x="12" y="27"/>
                </a:lnTo>
                <a:lnTo>
                  <a:pt x="12" y="26"/>
                </a:lnTo>
                <a:lnTo>
                  <a:pt x="11" y="26"/>
                </a:lnTo>
                <a:lnTo>
                  <a:pt x="11" y="25"/>
                </a:lnTo>
                <a:lnTo>
                  <a:pt x="11" y="24"/>
                </a:lnTo>
                <a:lnTo>
                  <a:pt x="11" y="23"/>
                </a:lnTo>
                <a:lnTo>
                  <a:pt x="12" y="23"/>
                </a:lnTo>
                <a:lnTo>
                  <a:pt x="13" y="23"/>
                </a:lnTo>
                <a:lnTo>
                  <a:pt x="13" y="22"/>
                </a:lnTo>
                <a:lnTo>
                  <a:pt x="13" y="21"/>
                </a:lnTo>
                <a:lnTo>
                  <a:pt x="12" y="21"/>
                </a:lnTo>
                <a:lnTo>
                  <a:pt x="12" y="20"/>
                </a:lnTo>
                <a:lnTo>
                  <a:pt x="12" y="17"/>
                </a:lnTo>
                <a:lnTo>
                  <a:pt x="11" y="16"/>
                </a:lnTo>
                <a:lnTo>
                  <a:pt x="10" y="14"/>
                </a:lnTo>
                <a:lnTo>
                  <a:pt x="9" y="13"/>
                </a:lnTo>
                <a:lnTo>
                  <a:pt x="8" y="13"/>
                </a:lnTo>
                <a:lnTo>
                  <a:pt x="6" y="10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2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1" name=""/>
          <p:cNvSpPr/>
          <p:nvPr/>
        </p:nvSpPr>
        <p:spPr>
          <a:xfrm>
            <a:off x="8524440" y="1974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2" name=""/>
          <p:cNvSpPr/>
          <p:nvPr/>
        </p:nvSpPr>
        <p:spPr>
          <a:xfrm>
            <a:off x="8535240" y="1970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3" y="4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3" name=""/>
          <p:cNvSpPr/>
          <p:nvPr/>
        </p:nvSpPr>
        <p:spPr>
          <a:xfrm>
            <a:off x="8526240" y="196632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4" y="9"/>
                </a:move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2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5" y="8"/>
                </a:lnTo>
                <a:lnTo>
                  <a:pt x="4" y="9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080" rIns="21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4" name=""/>
          <p:cNvSpPr/>
          <p:nvPr/>
        </p:nvSpPr>
        <p:spPr>
          <a:xfrm>
            <a:off x="8534520" y="1964880"/>
            <a:ext cx="4320" cy="5040"/>
          </a:xfrm>
          <a:custGeom>
            <a:avLst/>
            <a:gdLst/>
            <a:ahLst/>
            <a:rect l="0" t="0" r="r" b="b"/>
            <a:pathLst>
              <a:path w="12" h="14">
                <a:moveTo>
                  <a:pt x="11" y="2"/>
                </a:moveTo>
                <a:lnTo>
                  <a:pt x="11" y="1"/>
                </a:lnTo>
                <a:lnTo>
                  <a:pt x="11" y="2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10" y="4"/>
                </a:lnTo>
                <a:lnTo>
                  <a:pt x="9" y="4"/>
                </a:lnTo>
                <a:lnTo>
                  <a:pt x="10" y="5"/>
                </a:lnTo>
                <a:lnTo>
                  <a:pt x="9" y="5"/>
                </a:lnTo>
                <a:lnTo>
                  <a:pt x="8" y="6"/>
                </a:lnTo>
                <a:lnTo>
                  <a:pt x="7" y="7"/>
                </a:lnTo>
                <a:lnTo>
                  <a:pt x="8" y="9"/>
                </a:lnTo>
                <a:lnTo>
                  <a:pt x="8" y="10"/>
                </a:lnTo>
                <a:lnTo>
                  <a:pt x="7" y="12"/>
                </a:lnTo>
                <a:lnTo>
                  <a:pt x="6" y="13"/>
                </a:lnTo>
                <a:lnTo>
                  <a:pt x="6" y="14"/>
                </a:lnTo>
                <a:lnTo>
                  <a:pt x="5" y="14"/>
                </a:lnTo>
                <a:lnTo>
                  <a:pt x="3" y="14"/>
                </a:lnTo>
                <a:lnTo>
                  <a:pt x="2" y="13"/>
                </a:lnTo>
                <a:lnTo>
                  <a:pt x="1" y="11"/>
                </a:lnTo>
                <a:lnTo>
                  <a:pt x="0" y="10"/>
                </a:lnTo>
                <a:lnTo>
                  <a:pt x="0" y="9"/>
                </a:lnTo>
                <a:lnTo>
                  <a:pt x="0" y="6"/>
                </a:lnTo>
                <a:lnTo>
                  <a:pt x="0" y="3"/>
                </a:lnTo>
                <a:lnTo>
                  <a:pt x="3" y="1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1"/>
                </a:lnTo>
                <a:lnTo>
                  <a:pt x="9" y="1"/>
                </a:lnTo>
                <a:lnTo>
                  <a:pt x="11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5" name=""/>
          <p:cNvSpPr/>
          <p:nvPr/>
        </p:nvSpPr>
        <p:spPr>
          <a:xfrm>
            <a:off x="8532720" y="19638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0"/>
                </a:moveTo>
                <a:lnTo>
                  <a:pt x="2" y="0"/>
                </a:lnTo>
                <a:lnTo>
                  <a:pt x="4" y="0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6" name=""/>
          <p:cNvSpPr/>
          <p:nvPr/>
        </p:nvSpPr>
        <p:spPr>
          <a:xfrm>
            <a:off x="8535960" y="19627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1" y="3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7" name=""/>
          <p:cNvSpPr/>
          <p:nvPr/>
        </p:nvSpPr>
        <p:spPr>
          <a:xfrm>
            <a:off x="8537760" y="19620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8" name=""/>
          <p:cNvSpPr/>
          <p:nvPr/>
        </p:nvSpPr>
        <p:spPr>
          <a:xfrm>
            <a:off x="8526960" y="1954800"/>
            <a:ext cx="12240" cy="7920"/>
          </a:xfrm>
          <a:custGeom>
            <a:avLst/>
            <a:gdLst/>
            <a:ahLst/>
            <a:rect l="0" t="0" r="r" b="b"/>
            <a:pathLst>
              <a:path w="34" h="22">
                <a:moveTo>
                  <a:pt x="26" y="1"/>
                </a:move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0" y="1"/>
                </a:lnTo>
                <a:lnTo>
                  <a:pt x="29" y="1"/>
                </a:lnTo>
                <a:lnTo>
                  <a:pt x="29" y="2"/>
                </a:lnTo>
                <a:lnTo>
                  <a:pt x="30" y="3"/>
                </a:lnTo>
                <a:lnTo>
                  <a:pt x="30" y="4"/>
                </a:lnTo>
                <a:lnTo>
                  <a:pt x="31" y="4"/>
                </a:lnTo>
                <a:lnTo>
                  <a:pt x="32" y="5"/>
                </a:lnTo>
                <a:lnTo>
                  <a:pt x="33" y="6"/>
                </a:lnTo>
                <a:lnTo>
                  <a:pt x="34" y="5"/>
                </a:lnTo>
                <a:lnTo>
                  <a:pt x="34" y="4"/>
                </a:lnTo>
                <a:lnTo>
                  <a:pt x="34" y="5"/>
                </a:lnTo>
                <a:lnTo>
                  <a:pt x="33" y="7"/>
                </a:lnTo>
                <a:lnTo>
                  <a:pt x="32" y="8"/>
                </a:lnTo>
                <a:lnTo>
                  <a:pt x="31" y="8"/>
                </a:lnTo>
                <a:lnTo>
                  <a:pt x="31" y="9"/>
                </a:lnTo>
                <a:lnTo>
                  <a:pt x="33" y="11"/>
                </a:lnTo>
                <a:lnTo>
                  <a:pt x="34" y="11"/>
                </a:lnTo>
                <a:lnTo>
                  <a:pt x="34" y="12"/>
                </a:lnTo>
                <a:lnTo>
                  <a:pt x="34" y="13"/>
                </a:lnTo>
                <a:lnTo>
                  <a:pt x="33" y="13"/>
                </a:lnTo>
                <a:lnTo>
                  <a:pt x="33" y="15"/>
                </a:lnTo>
                <a:lnTo>
                  <a:pt x="33" y="17"/>
                </a:lnTo>
                <a:lnTo>
                  <a:pt x="33" y="18"/>
                </a:lnTo>
                <a:lnTo>
                  <a:pt x="34" y="21"/>
                </a:lnTo>
                <a:lnTo>
                  <a:pt x="33" y="21"/>
                </a:lnTo>
                <a:lnTo>
                  <a:pt x="33" y="22"/>
                </a:lnTo>
                <a:lnTo>
                  <a:pt x="32" y="21"/>
                </a:lnTo>
                <a:lnTo>
                  <a:pt x="32" y="19"/>
                </a:lnTo>
                <a:lnTo>
                  <a:pt x="31" y="19"/>
                </a:lnTo>
                <a:lnTo>
                  <a:pt x="30" y="21"/>
                </a:lnTo>
                <a:lnTo>
                  <a:pt x="29" y="19"/>
                </a:lnTo>
                <a:lnTo>
                  <a:pt x="28" y="19"/>
                </a:lnTo>
                <a:lnTo>
                  <a:pt x="27" y="19"/>
                </a:lnTo>
                <a:lnTo>
                  <a:pt x="26" y="19"/>
                </a:lnTo>
                <a:lnTo>
                  <a:pt x="24" y="19"/>
                </a:lnTo>
                <a:lnTo>
                  <a:pt x="22" y="19"/>
                </a:lnTo>
                <a:lnTo>
                  <a:pt x="21" y="19"/>
                </a:lnTo>
                <a:lnTo>
                  <a:pt x="19" y="19"/>
                </a:lnTo>
                <a:lnTo>
                  <a:pt x="18" y="19"/>
                </a:lnTo>
                <a:lnTo>
                  <a:pt x="17" y="19"/>
                </a:lnTo>
                <a:lnTo>
                  <a:pt x="16" y="19"/>
                </a:lnTo>
                <a:lnTo>
                  <a:pt x="16" y="18"/>
                </a:lnTo>
                <a:lnTo>
                  <a:pt x="12" y="16"/>
                </a:lnTo>
                <a:lnTo>
                  <a:pt x="10" y="15"/>
                </a:lnTo>
                <a:lnTo>
                  <a:pt x="9" y="15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4" y="13"/>
                </a:lnTo>
                <a:lnTo>
                  <a:pt x="5" y="13"/>
                </a:lnTo>
                <a:lnTo>
                  <a:pt x="4" y="13"/>
                </a:lnTo>
                <a:lnTo>
                  <a:pt x="3" y="13"/>
                </a:lnTo>
                <a:lnTo>
                  <a:pt x="2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4" y="11"/>
                </a:lnTo>
                <a:lnTo>
                  <a:pt x="3" y="11"/>
                </a:lnTo>
                <a:lnTo>
                  <a:pt x="3" y="10"/>
                </a:lnTo>
                <a:lnTo>
                  <a:pt x="4" y="10"/>
                </a:lnTo>
                <a:lnTo>
                  <a:pt x="7" y="10"/>
                </a:lnTo>
                <a:lnTo>
                  <a:pt x="8" y="10"/>
                </a:lnTo>
                <a:lnTo>
                  <a:pt x="9" y="10"/>
                </a:lnTo>
                <a:lnTo>
                  <a:pt x="9" y="9"/>
                </a:lnTo>
                <a:lnTo>
                  <a:pt x="10" y="9"/>
                </a:lnTo>
                <a:lnTo>
                  <a:pt x="9" y="9"/>
                </a:lnTo>
                <a:lnTo>
                  <a:pt x="10" y="8"/>
                </a:lnTo>
                <a:lnTo>
                  <a:pt x="11" y="7"/>
                </a:lnTo>
                <a:lnTo>
                  <a:pt x="11" y="6"/>
                </a:lnTo>
                <a:lnTo>
                  <a:pt x="12" y="6"/>
                </a:lnTo>
                <a:lnTo>
                  <a:pt x="14" y="6"/>
                </a:lnTo>
                <a:lnTo>
                  <a:pt x="15" y="6"/>
                </a:lnTo>
                <a:lnTo>
                  <a:pt x="16" y="6"/>
                </a:lnTo>
                <a:lnTo>
                  <a:pt x="16" y="5"/>
                </a:lnTo>
                <a:lnTo>
                  <a:pt x="17" y="5"/>
                </a:lnTo>
                <a:lnTo>
                  <a:pt x="17" y="4"/>
                </a:lnTo>
                <a:lnTo>
                  <a:pt x="19" y="2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2" y="0"/>
                </a:lnTo>
                <a:lnTo>
                  <a:pt x="23" y="2"/>
                </a:lnTo>
                <a:lnTo>
                  <a:pt x="24" y="2"/>
                </a:lnTo>
                <a:lnTo>
                  <a:pt x="24" y="1"/>
                </a:lnTo>
                <a:lnTo>
                  <a:pt x="26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9" name=""/>
          <p:cNvSpPr/>
          <p:nvPr/>
        </p:nvSpPr>
        <p:spPr>
          <a:xfrm>
            <a:off x="8537040" y="1940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0" name=""/>
          <p:cNvSpPr/>
          <p:nvPr/>
        </p:nvSpPr>
        <p:spPr>
          <a:xfrm>
            <a:off x="8523720" y="19371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0" y="3"/>
                </a:moveTo>
                <a:lnTo>
                  <a:pt x="0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5"/>
                </a:lnTo>
                <a:lnTo>
                  <a:pt x="4" y="7"/>
                </a:lnTo>
                <a:lnTo>
                  <a:pt x="3" y="5"/>
                </a:lnTo>
                <a:lnTo>
                  <a:pt x="2" y="4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1" name=""/>
          <p:cNvSpPr/>
          <p:nvPr/>
        </p:nvSpPr>
        <p:spPr>
          <a:xfrm>
            <a:off x="8526240" y="19353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4"/>
                </a:moveTo>
                <a:lnTo>
                  <a:pt x="5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5" y="1"/>
                </a:lnTo>
                <a:lnTo>
                  <a:pt x="6" y="0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2" name=""/>
          <p:cNvSpPr/>
          <p:nvPr/>
        </p:nvSpPr>
        <p:spPr>
          <a:xfrm>
            <a:off x="8521920" y="1933560"/>
            <a:ext cx="5040" cy="3240"/>
          </a:xfrm>
          <a:custGeom>
            <a:avLst/>
            <a:gdLst/>
            <a:ahLst/>
            <a:rect l="0" t="0" r="r" b="b"/>
            <a:pathLst>
              <a:path w="14" h="9">
                <a:moveTo>
                  <a:pt x="13" y="8"/>
                </a:moveTo>
                <a:lnTo>
                  <a:pt x="12" y="9"/>
                </a:lnTo>
                <a:lnTo>
                  <a:pt x="6" y="7"/>
                </a:lnTo>
                <a:lnTo>
                  <a:pt x="3" y="5"/>
                </a:lnTo>
                <a:lnTo>
                  <a:pt x="1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7" y="3"/>
                </a:lnTo>
                <a:lnTo>
                  <a:pt x="9" y="4"/>
                </a:lnTo>
                <a:lnTo>
                  <a:pt x="13" y="5"/>
                </a:lnTo>
                <a:lnTo>
                  <a:pt x="14" y="5"/>
                </a:lnTo>
                <a:lnTo>
                  <a:pt x="14" y="6"/>
                </a:lnTo>
                <a:lnTo>
                  <a:pt x="13" y="7"/>
                </a:lnTo>
                <a:lnTo>
                  <a:pt x="12" y="7"/>
                </a:lnTo>
                <a:lnTo>
                  <a:pt x="13" y="8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080" rIns="21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3" name=""/>
          <p:cNvSpPr/>
          <p:nvPr/>
        </p:nvSpPr>
        <p:spPr>
          <a:xfrm>
            <a:off x="8528040" y="1934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3" y="0"/>
                </a:lnTo>
                <a:lnTo>
                  <a:pt x="3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4" name=""/>
          <p:cNvSpPr/>
          <p:nvPr/>
        </p:nvSpPr>
        <p:spPr>
          <a:xfrm>
            <a:off x="8536680" y="1930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5" name=""/>
          <p:cNvSpPr/>
          <p:nvPr/>
        </p:nvSpPr>
        <p:spPr>
          <a:xfrm>
            <a:off x="8534160" y="12110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6" name=""/>
          <p:cNvSpPr/>
          <p:nvPr/>
        </p:nvSpPr>
        <p:spPr>
          <a:xfrm>
            <a:off x="8534160" y="1209240"/>
            <a:ext cx="0" cy="1800"/>
          </a:xfrm>
          <a:custGeom>
            <a:avLst/>
            <a:gdLst/>
            <a:ahLst/>
            <a:rect l="0" t="0" r="r" b="b"/>
            <a:pathLst>
              <a:path w="0" h="5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7" name=""/>
          <p:cNvSpPr/>
          <p:nvPr/>
        </p:nvSpPr>
        <p:spPr>
          <a:xfrm>
            <a:off x="8542080" y="2099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8" name=""/>
          <p:cNvSpPr/>
          <p:nvPr/>
        </p:nvSpPr>
        <p:spPr>
          <a:xfrm>
            <a:off x="8539560" y="2094480"/>
            <a:ext cx="2880" cy="3240"/>
          </a:xfrm>
          <a:custGeom>
            <a:avLst/>
            <a:gdLst/>
            <a:ahLst/>
            <a:rect l="0" t="0" r="r" b="b"/>
            <a:pathLst>
              <a:path w="8" h="9">
                <a:moveTo>
                  <a:pt x="1" y="9"/>
                </a:moveTo>
                <a:lnTo>
                  <a:pt x="0" y="9"/>
                </a:lnTo>
                <a:lnTo>
                  <a:pt x="1" y="8"/>
                </a:lnTo>
                <a:lnTo>
                  <a:pt x="0" y="7"/>
                </a:lnTo>
                <a:lnTo>
                  <a:pt x="1" y="6"/>
                </a:lnTo>
                <a:lnTo>
                  <a:pt x="2" y="5"/>
                </a:lnTo>
                <a:lnTo>
                  <a:pt x="3" y="5"/>
                </a:lnTo>
                <a:lnTo>
                  <a:pt x="4" y="4"/>
                </a:lnTo>
                <a:lnTo>
                  <a:pt x="5" y="4"/>
                </a:lnTo>
                <a:lnTo>
                  <a:pt x="8" y="4"/>
                </a:lnTo>
                <a:lnTo>
                  <a:pt x="8" y="2"/>
                </a:lnTo>
                <a:lnTo>
                  <a:pt x="7" y="2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4"/>
                </a:lnTo>
                <a:lnTo>
                  <a:pt x="8" y="5"/>
                </a:lnTo>
                <a:lnTo>
                  <a:pt x="7" y="6"/>
                </a:lnTo>
                <a:lnTo>
                  <a:pt x="4" y="6"/>
                </a:lnTo>
                <a:lnTo>
                  <a:pt x="4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080" rIns="21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9" name=""/>
          <p:cNvSpPr/>
          <p:nvPr/>
        </p:nvSpPr>
        <p:spPr>
          <a:xfrm>
            <a:off x="8538480" y="209124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7" y="4"/>
                </a:moveTo>
                <a:lnTo>
                  <a:pt x="7" y="2"/>
                </a:lnTo>
                <a:lnTo>
                  <a:pt x="9" y="4"/>
                </a:lnTo>
                <a:lnTo>
                  <a:pt x="8" y="6"/>
                </a:lnTo>
                <a:lnTo>
                  <a:pt x="7" y="7"/>
                </a:lnTo>
                <a:lnTo>
                  <a:pt x="5" y="8"/>
                </a:lnTo>
                <a:lnTo>
                  <a:pt x="2" y="9"/>
                </a:lnTo>
                <a:lnTo>
                  <a:pt x="1" y="9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3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4" y="4"/>
                </a:lnTo>
                <a:lnTo>
                  <a:pt x="5" y="4"/>
                </a:lnTo>
                <a:lnTo>
                  <a:pt x="7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080" rIns="21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0" name=""/>
          <p:cNvSpPr/>
          <p:nvPr/>
        </p:nvSpPr>
        <p:spPr>
          <a:xfrm>
            <a:off x="8538480" y="20754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3" y="1"/>
                </a:move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3" y="2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1" name=""/>
          <p:cNvSpPr/>
          <p:nvPr/>
        </p:nvSpPr>
        <p:spPr>
          <a:xfrm>
            <a:off x="8556480" y="2061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2" name=""/>
          <p:cNvSpPr/>
          <p:nvPr/>
        </p:nvSpPr>
        <p:spPr>
          <a:xfrm>
            <a:off x="8557920" y="2059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3" name=""/>
          <p:cNvSpPr/>
          <p:nvPr/>
        </p:nvSpPr>
        <p:spPr>
          <a:xfrm>
            <a:off x="8539200" y="2039040"/>
            <a:ext cx="3600" cy="4680"/>
          </a:xfrm>
          <a:custGeom>
            <a:avLst/>
            <a:gdLst/>
            <a:ahLst/>
            <a:rect l="0" t="0" r="r" b="b"/>
            <a:pathLst>
              <a:path w="10" h="13">
                <a:moveTo>
                  <a:pt x="7" y="8"/>
                </a:moveTo>
                <a:lnTo>
                  <a:pt x="8" y="6"/>
                </a:lnTo>
                <a:lnTo>
                  <a:pt x="10" y="5"/>
                </a:lnTo>
                <a:lnTo>
                  <a:pt x="10" y="6"/>
                </a:lnTo>
                <a:lnTo>
                  <a:pt x="10" y="8"/>
                </a:lnTo>
                <a:lnTo>
                  <a:pt x="8" y="9"/>
                </a:lnTo>
                <a:lnTo>
                  <a:pt x="7" y="10"/>
                </a:lnTo>
                <a:lnTo>
                  <a:pt x="6" y="10"/>
                </a:lnTo>
                <a:lnTo>
                  <a:pt x="6" y="9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4" y="11"/>
                </a:lnTo>
                <a:lnTo>
                  <a:pt x="4" y="12"/>
                </a:lnTo>
                <a:lnTo>
                  <a:pt x="0" y="13"/>
                </a:lnTo>
                <a:lnTo>
                  <a:pt x="0" y="12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2" y="8"/>
                </a:lnTo>
                <a:lnTo>
                  <a:pt x="3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5" y="8"/>
                </a:lnTo>
                <a:lnTo>
                  <a:pt x="6" y="8"/>
                </a:lnTo>
                <a:lnTo>
                  <a:pt x="7" y="8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4" name=""/>
          <p:cNvSpPr/>
          <p:nvPr/>
        </p:nvSpPr>
        <p:spPr>
          <a:xfrm>
            <a:off x="8549280" y="2024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5" name=""/>
          <p:cNvSpPr/>
          <p:nvPr/>
        </p:nvSpPr>
        <p:spPr>
          <a:xfrm>
            <a:off x="8546040" y="20228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6" name=""/>
          <p:cNvSpPr/>
          <p:nvPr/>
        </p:nvSpPr>
        <p:spPr>
          <a:xfrm>
            <a:off x="8546040" y="202032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6" y="1"/>
                </a:move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7"/>
                </a:lnTo>
                <a:lnTo>
                  <a:pt x="1" y="8"/>
                </a:lnTo>
                <a:lnTo>
                  <a:pt x="1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4" y="3"/>
                </a:lnTo>
                <a:lnTo>
                  <a:pt x="5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6" y="2"/>
                </a:lnTo>
                <a:lnTo>
                  <a:pt x="6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7" name=""/>
          <p:cNvSpPr/>
          <p:nvPr/>
        </p:nvSpPr>
        <p:spPr>
          <a:xfrm>
            <a:off x="8546040" y="20185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8" name=""/>
          <p:cNvSpPr/>
          <p:nvPr/>
        </p:nvSpPr>
        <p:spPr>
          <a:xfrm>
            <a:off x="8541720" y="20077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9" name=""/>
          <p:cNvSpPr/>
          <p:nvPr/>
        </p:nvSpPr>
        <p:spPr>
          <a:xfrm>
            <a:off x="8545320" y="200556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4" y="0"/>
                </a:moveTo>
                <a:lnTo>
                  <a:pt x="6" y="0"/>
                </a:lnTo>
                <a:lnTo>
                  <a:pt x="6" y="1"/>
                </a:ln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0" name=""/>
          <p:cNvSpPr/>
          <p:nvPr/>
        </p:nvSpPr>
        <p:spPr>
          <a:xfrm>
            <a:off x="8546040" y="2003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1" name=""/>
          <p:cNvSpPr/>
          <p:nvPr/>
        </p:nvSpPr>
        <p:spPr>
          <a:xfrm>
            <a:off x="8546040" y="2002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2" name=""/>
          <p:cNvSpPr/>
          <p:nvPr/>
        </p:nvSpPr>
        <p:spPr>
          <a:xfrm>
            <a:off x="8544960" y="2001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2"/>
                </a:move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3" name=""/>
          <p:cNvSpPr/>
          <p:nvPr/>
        </p:nvSpPr>
        <p:spPr>
          <a:xfrm>
            <a:off x="8544240" y="1999800"/>
            <a:ext cx="5400" cy="2880"/>
          </a:xfrm>
          <a:custGeom>
            <a:avLst/>
            <a:gdLst/>
            <a:ahLst/>
            <a:rect l="0" t="0" r="r" b="b"/>
            <a:pathLst>
              <a:path w="15" h="8">
                <a:moveTo>
                  <a:pt x="12" y="6"/>
                </a:moveTo>
                <a:lnTo>
                  <a:pt x="12" y="5"/>
                </a:lnTo>
                <a:lnTo>
                  <a:pt x="13" y="5"/>
                </a:lnTo>
                <a:lnTo>
                  <a:pt x="14" y="5"/>
                </a:lnTo>
                <a:lnTo>
                  <a:pt x="15" y="5"/>
                </a:lnTo>
                <a:lnTo>
                  <a:pt x="15" y="6"/>
                </a:lnTo>
                <a:lnTo>
                  <a:pt x="14" y="6"/>
                </a:lnTo>
                <a:lnTo>
                  <a:pt x="14" y="7"/>
                </a:lnTo>
                <a:lnTo>
                  <a:pt x="15" y="7"/>
                </a:lnTo>
                <a:lnTo>
                  <a:pt x="15" y="8"/>
                </a:lnTo>
                <a:lnTo>
                  <a:pt x="14" y="8"/>
                </a:lnTo>
                <a:lnTo>
                  <a:pt x="13" y="7"/>
                </a:lnTo>
                <a:lnTo>
                  <a:pt x="14" y="7"/>
                </a:lnTo>
                <a:lnTo>
                  <a:pt x="13" y="6"/>
                </a:lnTo>
                <a:lnTo>
                  <a:pt x="12" y="6"/>
                </a:lnTo>
                <a:lnTo>
                  <a:pt x="11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7" y="7"/>
                </a:lnTo>
                <a:lnTo>
                  <a:pt x="7" y="6"/>
                </a:lnTo>
                <a:lnTo>
                  <a:pt x="6" y="6"/>
                </a:lnTo>
                <a:lnTo>
                  <a:pt x="4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6" y="5"/>
                </a:lnTo>
                <a:lnTo>
                  <a:pt x="7" y="5"/>
                </a:lnTo>
                <a:lnTo>
                  <a:pt x="8" y="5"/>
                </a:lnTo>
                <a:lnTo>
                  <a:pt x="9" y="5"/>
                </a:lnTo>
                <a:lnTo>
                  <a:pt x="11" y="6"/>
                </a:lnTo>
                <a:lnTo>
                  <a:pt x="12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4" name=""/>
          <p:cNvSpPr/>
          <p:nvPr/>
        </p:nvSpPr>
        <p:spPr>
          <a:xfrm>
            <a:off x="8534520" y="1995480"/>
            <a:ext cx="10440" cy="10080"/>
          </a:xfrm>
          <a:custGeom>
            <a:avLst/>
            <a:gdLst/>
            <a:ahLst/>
            <a:rect l="0" t="0" r="r" b="b"/>
            <a:pathLst>
              <a:path w="29" h="28">
                <a:moveTo>
                  <a:pt x="14" y="10"/>
                </a:moveTo>
                <a:lnTo>
                  <a:pt x="15" y="11"/>
                </a:lnTo>
                <a:lnTo>
                  <a:pt x="17" y="13"/>
                </a:lnTo>
                <a:lnTo>
                  <a:pt x="18" y="13"/>
                </a:lnTo>
                <a:lnTo>
                  <a:pt x="20" y="13"/>
                </a:lnTo>
                <a:lnTo>
                  <a:pt x="21" y="14"/>
                </a:lnTo>
                <a:lnTo>
                  <a:pt x="21" y="13"/>
                </a:lnTo>
                <a:lnTo>
                  <a:pt x="21" y="12"/>
                </a:lnTo>
                <a:lnTo>
                  <a:pt x="22" y="13"/>
                </a:lnTo>
                <a:lnTo>
                  <a:pt x="24" y="14"/>
                </a:lnTo>
                <a:lnTo>
                  <a:pt x="25" y="15"/>
                </a:lnTo>
                <a:lnTo>
                  <a:pt x="26" y="15"/>
                </a:lnTo>
                <a:lnTo>
                  <a:pt x="27" y="16"/>
                </a:lnTo>
                <a:lnTo>
                  <a:pt x="27" y="17"/>
                </a:lnTo>
                <a:lnTo>
                  <a:pt x="29" y="19"/>
                </a:lnTo>
                <a:lnTo>
                  <a:pt x="28" y="19"/>
                </a:lnTo>
                <a:lnTo>
                  <a:pt x="27" y="20"/>
                </a:lnTo>
                <a:lnTo>
                  <a:pt x="27" y="21"/>
                </a:lnTo>
                <a:lnTo>
                  <a:pt x="28" y="21"/>
                </a:lnTo>
                <a:lnTo>
                  <a:pt x="28" y="22"/>
                </a:lnTo>
                <a:lnTo>
                  <a:pt x="27" y="23"/>
                </a:lnTo>
                <a:lnTo>
                  <a:pt x="27" y="24"/>
                </a:lnTo>
                <a:lnTo>
                  <a:pt x="27" y="25"/>
                </a:lnTo>
                <a:lnTo>
                  <a:pt x="26" y="26"/>
                </a:lnTo>
                <a:lnTo>
                  <a:pt x="26" y="27"/>
                </a:lnTo>
                <a:lnTo>
                  <a:pt x="25" y="28"/>
                </a:lnTo>
                <a:lnTo>
                  <a:pt x="25" y="27"/>
                </a:lnTo>
                <a:lnTo>
                  <a:pt x="25" y="26"/>
                </a:lnTo>
                <a:lnTo>
                  <a:pt x="25" y="25"/>
                </a:lnTo>
                <a:lnTo>
                  <a:pt x="25" y="24"/>
                </a:lnTo>
                <a:lnTo>
                  <a:pt x="24" y="23"/>
                </a:lnTo>
                <a:lnTo>
                  <a:pt x="22" y="24"/>
                </a:lnTo>
                <a:lnTo>
                  <a:pt x="22" y="25"/>
                </a:lnTo>
                <a:lnTo>
                  <a:pt x="22" y="26"/>
                </a:lnTo>
                <a:lnTo>
                  <a:pt x="21" y="26"/>
                </a:lnTo>
                <a:lnTo>
                  <a:pt x="21" y="27"/>
                </a:lnTo>
                <a:lnTo>
                  <a:pt x="20" y="27"/>
                </a:lnTo>
                <a:lnTo>
                  <a:pt x="19" y="27"/>
                </a:lnTo>
                <a:lnTo>
                  <a:pt x="19" y="26"/>
                </a:lnTo>
                <a:lnTo>
                  <a:pt x="20" y="26"/>
                </a:lnTo>
                <a:lnTo>
                  <a:pt x="20" y="25"/>
                </a:lnTo>
                <a:lnTo>
                  <a:pt x="19" y="24"/>
                </a:lnTo>
                <a:lnTo>
                  <a:pt x="18" y="25"/>
                </a:lnTo>
                <a:lnTo>
                  <a:pt x="18" y="26"/>
                </a:lnTo>
                <a:lnTo>
                  <a:pt x="17" y="27"/>
                </a:lnTo>
                <a:lnTo>
                  <a:pt x="16" y="26"/>
                </a:lnTo>
                <a:lnTo>
                  <a:pt x="17" y="26"/>
                </a:lnTo>
                <a:lnTo>
                  <a:pt x="17" y="25"/>
                </a:lnTo>
                <a:lnTo>
                  <a:pt x="17" y="24"/>
                </a:lnTo>
                <a:lnTo>
                  <a:pt x="16" y="24"/>
                </a:lnTo>
                <a:lnTo>
                  <a:pt x="16" y="25"/>
                </a:lnTo>
                <a:lnTo>
                  <a:pt x="15" y="25"/>
                </a:lnTo>
                <a:lnTo>
                  <a:pt x="15" y="24"/>
                </a:lnTo>
                <a:lnTo>
                  <a:pt x="16" y="24"/>
                </a:lnTo>
                <a:lnTo>
                  <a:pt x="16" y="23"/>
                </a:lnTo>
                <a:lnTo>
                  <a:pt x="14" y="20"/>
                </a:lnTo>
                <a:lnTo>
                  <a:pt x="13" y="19"/>
                </a:lnTo>
                <a:lnTo>
                  <a:pt x="13" y="20"/>
                </a:lnTo>
                <a:lnTo>
                  <a:pt x="12" y="20"/>
                </a:lnTo>
                <a:lnTo>
                  <a:pt x="11" y="20"/>
                </a:lnTo>
                <a:lnTo>
                  <a:pt x="11" y="19"/>
                </a:lnTo>
                <a:lnTo>
                  <a:pt x="10" y="16"/>
                </a:lnTo>
                <a:lnTo>
                  <a:pt x="7" y="16"/>
                </a:lnTo>
                <a:lnTo>
                  <a:pt x="7" y="17"/>
                </a:lnTo>
                <a:lnTo>
                  <a:pt x="5" y="19"/>
                </a:lnTo>
                <a:lnTo>
                  <a:pt x="4" y="20"/>
                </a:lnTo>
                <a:lnTo>
                  <a:pt x="3" y="19"/>
                </a:lnTo>
                <a:lnTo>
                  <a:pt x="1" y="19"/>
                </a:lnTo>
                <a:lnTo>
                  <a:pt x="0" y="19"/>
                </a:lnTo>
                <a:lnTo>
                  <a:pt x="0" y="18"/>
                </a:lnTo>
                <a:lnTo>
                  <a:pt x="0" y="17"/>
                </a:lnTo>
                <a:lnTo>
                  <a:pt x="0" y="16"/>
                </a:lnTo>
                <a:lnTo>
                  <a:pt x="0" y="15"/>
                </a:lnTo>
                <a:lnTo>
                  <a:pt x="1" y="14"/>
                </a:lnTo>
                <a:lnTo>
                  <a:pt x="1" y="13"/>
                </a:lnTo>
                <a:lnTo>
                  <a:pt x="1" y="11"/>
                </a:lnTo>
                <a:lnTo>
                  <a:pt x="1" y="10"/>
                </a:lnTo>
                <a:lnTo>
                  <a:pt x="1" y="6"/>
                </a:lnTo>
                <a:lnTo>
                  <a:pt x="1" y="5"/>
                </a:lnTo>
                <a:lnTo>
                  <a:pt x="2" y="4"/>
                </a:lnTo>
                <a:lnTo>
                  <a:pt x="3" y="3"/>
                </a:lnTo>
                <a:lnTo>
                  <a:pt x="4" y="4"/>
                </a:lnTo>
                <a:lnTo>
                  <a:pt x="5" y="4"/>
                </a:lnTo>
                <a:lnTo>
                  <a:pt x="6" y="3"/>
                </a:lnTo>
                <a:lnTo>
                  <a:pt x="7" y="2"/>
                </a:lnTo>
                <a:lnTo>
                  <a:pt x="8" y="2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lnTo>
                  <a:pt x="12" y="2"/>
                </a:lnTo>
                <a:lnTo>
                  <a:pt x="12" y="3"/>
                </a:lnTo>
                <a:lnTo>
                  <a:pt x="12" y="4"/>
                </a:lnTo>
                <a:lnTo>
                  <a:pt x="12" y="6"/>
                </a:lnTo>
                <a:lnTo>
                  <a:pt x="12" y="7"/>
                </a:lnTo>
                <a:lnTo>
                  <a:pt x="14" y="9"/>
                </a:lnTo>
                <a:lnTo>
                  <a:pt x="14" y="1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5" name=""/>
          <p:cNvSpPr/>
          <p:nvPr/>
        </p:nvSpPr>
        <p:spPr>
          <a:xfrm>
            <a:off x="8543520" y="19990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4"/>
                </a:moveTo>
                <a:lnTo>
                  <a:pt x="4" y="4"/>
                </a:lnTo>
                <a:lnTo>
                  <a:pt x="3" y="4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6" name=""/>
          <p:cNvSpPr/>
          <p:nvPr/>
        </p:nvSpPr>
        <p:spPr>
          <a:xfrm>
            <a:off x="8544960" y="1998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4" y="4"/>
                </a:lnTo>
                <a:lnTo>
                  <a:pt x="3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7" name=""/>
          <p:cNvSpPr/>
          <p:nvPr/>
        </p:nvSpPr>
        <p:spPr>
          <a:xfrm>
            <a:off x="8542440" y="19965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2"/>
                </a:move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8" name=""/>
          <p:cNvSpPr/>
          <p:nvPr/>
        </p:nvSpPr>
        <p:spPr>
          <a:xfrm>
            <a:off x="8543880" y="1994760"/>
            <a:ext cx="6840" cy="3960"/>
          </a:xfrm>
          <a:custGeom>
            <a:avLst/>
            <a:gdLst/>
            <a:ahLst/>
            <a:rect l="0" t="0" r="r" b="b"/>
            <a:pathLst>
              <a:path w="19" h="11">
                <a:moveTo>
                  <a:pt x="6" y="6"/>
                </a:moveTo>
                <a:lnTo>
                  <a:pt x="7" y="6"/>
                </a:lnTo>
                <a:lnTo>
                  <a:pt x="9" y="6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7"/>
                </a:lnTo>
                <a:lnTo>
                  <a:pt x="15" y="7"/>
                </a:lnTo>
                <a:lnTo>
                  <a:pt x="15" y="6"/>
                </a:lnTo>
                <a:lnTo>
                  <a:pt x="16" y="6"/>
                </a:lnTo>
                <a:lnTo>
                  <a:pt x="17" y="6"/>
                </a:lnTo>
                <a:lnTo>
                  <a:pt x="18" y="6"/>
                </a:lnTo>
                <a:lnTo>
                  <a:pt x="19" y="7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7" y="10"/>
                </a:lnTo>
                <a:lnTo>
                  <a:pt x="16" y="9"/>
                </a:lnTo>
                <a:lnTo>
                  <a:pt x="16" y="10"/>
                </a:lnTo>
                <a:lnTo>
                  <a:pt x="15" y="11"/>
                </a:lnTo>
                <a:lnTo>
                  <a:pt x="13" y="10"/>
                </a:lnTo>
                <a:lnTo>
                  <a:pt x="12" y="10"/>
                </a:lnTo>
                <a:lnTo>
                  <a:pt x="10" y="10"/>
                </a:lnTo>
                <a:lnTo>
                  <a:pt x="11" y="11"/>
                </a:lnTo>
                <a:lnTo>
                  <a:pt x="10" y="11"/>
                </a:lnTo>
                <a:lnTo>
                  <a:pt x="7" y="9"/>
                </a:lnTo>
                <a:lnTo>
                  <a:pt x="3" y="6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9" y="2"/>
                </a:lnTo>
                <a:lnTo>
                  <a:pt x="9" y="3"/>
                </a:lnTo>
                <a:lnTo>
                  <a:pt x="7" y="4"/>
                </a:lnTo>
                <a:lnTo>
                  <a:pt x="6" y="5"/>
                </a:lnTo>
                <a:lnTo>
                  <a:pt x="6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800" rIns="21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9" name=""/>
          <p:cNvSpPr/>
          <p:nvPr/>
        </p:nvSpPr>
        <p:spPr>
          <a:xfrm>
            <a:off x="8541000" y="19944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0" y="2"/>
                </a:move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2"/>
                </a:lnTo>
                <a:lnTo>
                  <a:pt x="7" y="4"/>
                </a:ln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0" name=""/>
          <p:cNvSpPr/>
          <p:nvPr/>
        </p:nvSpPr>
        <p:spPr>
          <a:xfrm>
            <a:off x="8540280" y="1994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1" name=""/>
          <p:cNvSpPr/>
          <p:nvPr/>
        </p:nvSpPr>
        <p:spPr>
          <a:xfrm>
            <a:off x="8543880" y="1992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2" name=""/>
          <p:cNvSpPr/>
          <p:nvPr/>
        </p:nvSpPr>
        <p:spPr>
          <a:xfrm>
            <a:off x="8541360" y="1992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lnTo>
                  <a:pt x="2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5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3" name=""/>
          <p:cNvSpPr/>
          <p:nvPr/>
        </p:nvSpPr>
        <p:spPr>
          <a:xfrm>
            <a:off x="8543520" y="1989720"/>
            <a:ext cx="7560" cy="5760"/>
          </a:xfrm>
          <a:custGeom>
            <a:avLst/>
            <a:gdLst/>
            <a:ahLst/>
            <a:rect l="0" t="0" r="r" b="b"/>
            <a:pathLst>
              <a:path w="21" h="16">
                <a:moveTo>
                  <a:pt x="19" y="4"/>
                </a:moveTo>
                <a:lnTo>
                  <a:pt x="17" y="4"/>
                </a:lnTo>
                <a:lnTo>
                  <a:pt x="16" y="4"/>
                </a:lnTo>
                <a:lnTo>
                  <a:pt x="14" y="5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5" y="7"/>
                </a:lnTo>
                <a:lnTo>
                  <a:pt x="16" y="7"/>
                </a:lnTo>
                <a:lnTo>
                  <a:pt x="17" y="7"/>
                </a:lnTo>
                <a:lnTo>
                  <a:pt x="17" y="9"/>
                </a:lnTo>
                <a:lnTo>
                  <a:pt x="16" y="9"/>
                </a:lnTo>
                <a:lnTo>
                  <a:pt x="16" y="11"/>
                </a:lnTo>
                <a:lnTo>
                  <a:pt x="19" y="13"/>
                </a:lnTo>
                <a:lnTo>
                  <a:pt x="20" y="13"/>
                </a:lnTo>
                <a:lnTo>
                  <a:pt x="21" y="13"/>
                </a:lnTo>
                <a:lnTo>
                  <a:pt x="21" y="14"/>
                </a:lnTo>
                <a:lnTo>
                  <a:pt x="19" y="15"/>
                </a:lnTo>
                <a:lnTo>
                  <a:pt x="20" y="16"/>
                </a:lnTo>
                <a:lnTo>
                  <a:pt x="19" y="16"/>
                </a:lnTo>
                <a:lnTo>
                  <a:pt x="17" y="16"/>
                </a:lnTo>
                <a:lnTo>
                  <a:pt x="16" y="15"/>
                </a:lnTo>
                <a:lnTo>
                  <a:pt x="15" y="14"/>
                </a:lnTo>
                <a:lnTo>
                  <a:pt x="14" y="14"/>
                </a:lnTo>
                <a:lnTo>
                  <a:pt x="13" y="14"/>
                </a:lnTo>
                <a:lnTo>
                  <a:pt x="12" y="14"/>
                </a:lnTo>
                <a:lnTo>
                  <a:pt x="12" y="13"/>
                </a:lnTo>
                <a:lnTo>
                  <a:pt x="11" y="13"/>
                </a:lnTo>
                <a:lnTo>
                  <a:pt x="10" y="12"/>
                </a:lnTo>
                <a:lnTo>
                  <a:pt x="8" y="11"/>
                </a:lnTo>
                <a:lnTo>
                  <a:pt x="7" y="11"/>
                </a:lnTo>
                <a:lnTo>
                  <a:pt x="6" y="9"/>
                </a:lnTo>
                <a:lnTo>
                  <a:pt x="5" y="7"/>
                </a:lnTo>
                <a:lnTo>
                  <a:pt x="3" y="6"/>
                </a:lnTo>
                <a:lnTo>
                  <a:pt x="2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2" y="1"/>
                </a:lnTo>
                <a:lnTo>
                  <a:pt x="14" y="2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4" name=""/>
          <p:cNvSpPr/>
          <p:nvPr/>
        </p:nvSpPr>
        <p:spPr>
          <a:xfrm>
            <a:off x="8549640" y="1989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0"/>
                </a:move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5" name=""/>
          <p:cNvSpPr/>
          <p:nvPr/>
        </p:nvSpPr>
        <p:spPr>
          <a:xfrm>
            <a:off x="8552160" y="198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6" name=""/>
          <p:cNvSpPr/>
          <p:nvPr/>
        </p:nvSpPr>
        <p:spPr>
          <a:xfrm>
            <a:off x="8544960" y="19879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0"/>
                </a:moveTo>
                <a:lnTo>
                  <a:pt x="4" y="0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7" name=""/>
          <p:cNvSpPr/>
          <p:nvPr/>
        </p:nvSpPr>
        <p:spPr>
          <a:xfrm>
            <a:off x="8546760" y="1986480"/>
            <a:ext cx="4320" cy="2880"/>
          </a:xfrm>
          <a:custGeom>
            <a:avLst/>
            <a:gdLst/>
            <a:ahLst/>
            <a:rect l="0" t="0" r="r" b="b"/>
            <a:pathLst>
              <a:path w="12" h="8">
                <a:moveTo>
                  <a:pt x="11" y="4"/>
                </a:moveTo>
                <a:lnTo>
                  <a:pt x="12" y="5"/>
                </a:lnTo>
                <a:lnTo>
                  <a:pt x="11" y="5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7" y="7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2" y="8"/>
                </a:lnTo>
                <a:lnTo>
                  <a:pt x="1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7" y="3"/>
                </a:lnTo>
                <a:lnTo>
                  <a:pt x="8" y="3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2" y="1"/>
                </a:lnTo>
                <a:lnTo>
                  <a:pt x="12" y="3"/>
                </a:lnTo>
                <a:lnTo>
                  <a:pt x="11" y="3"/>
                </a:lnTo>
                <a:lnTo>
                  <a:pt x="11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8" name=""/>
          <p:cNvSpPr/>
          <p:nvPr/>
        </p:nvSpPr>
        <p:spPr>
          <a:xfrm>
            <a:off x="8548920" y="1980720"/>
            <a:ext cx="7560" cy="9360"/>
          </a:xfrm>
          <a:custGeom>
            <a:avLst/>
            <a:gdLst/>
            <a:ahLst/>
            <a:rect l="0" t="0" r="r" b="b"/>
            <a:pathLst>
              <a:path w="21" h="26">
                <a:moveTo>
                  <a:pt x="19" y="7"/>
                </a:moveTo>
                <a:lnTo>
                  <a:pt x="17" y="7"/>
                </a:lnTo>
                <a:lnTo>
                  <a:pt x="15" y="7"/>
                </a:lnTo>
                <a:lnTo>
                  <a:pt x="15" y="8"/>
                </a:lnTo>
                <a:lnTo>
                  <a:pt x="16" y="9"/>
                </a:lnTo>
                <a:lnTo>
                  <a:pt x="17" y="9"/>
                </a:lnTo>
                <a:lnTo>
                  <a:pt x="19" y="9"/>
                </a:lnTo>
                <a:lnTo>
                  <a:pt x="20" y="9"/>
                </a:lnTo>
                <a:lnTo>
                  <a:pt x="20" y="10"/>
                </a:lnTo>
                <a:lnTo>
                  <a:pt x="19" y="10"/>
                </a:lnTo>
                <a:lnTo>
                  <a:pt x="19" y="11"/>
                </a:lnTo>
                <a:lnTo>
                  <a:pt x="19" y="12"/>
                </a:lnTo>
                <a:lnTo>
                  <a:pt x="20" y="12"/>
                </a:lnTo>
                <a:lnTo>
                  <a:pt x="21" y="13"/>
                </a:lnTo>
                <a:lnTo>
                  <a:pt x="21" y="14"/>
                </a:lnTo>
                <a:lnTo>
                  <a:pt x="20" y="14"/>
                </a:lnTo>
                <a:lnTo>
                  <a:pt x="19" y="14"/>
                </a:lnTo>
                <a:lnTo>
                  <a:pt x="18" y="14"/>
                </a:lnTo>
                <a:lnTo>
                  <a:pt x="18" y="15"/>
                </a:lnTo>
                <a:lnTo>
                  <a:pt x="18" y="16"/>
                </a:lnTo>
                <a:lnTo>
                  <a:pt x="17" y="16"/>
                </a:lnTo>
                <a:lnTo>
                  <a:pt x="16" y="16"/>
                </a:lnTo>
                <a:lnTo>
                  <a:pt x="16" y="17"/>
                </a:lnTo>
                <a:lnTo>
                  <a:pt x="15" y="17"/>
                </a:lnTo>
                <a:lnTo>
                  <a:pt x="15" y="18"/>
                </a:lnTo>
                <a:lnTo>
                  <a:pt x="15" y="19"/>
                </a:lnTo>
                <a:lnTo>
                  <a:pt x="15" y="21"/>
                </a:lnTo>
                <a:lnTo>
                  <a:pt x="16" y="21"/>
                </a:lnTo>
                <a:lnTo>
                  <a:pt x="17" y="22"/>
                </a:lnTo>
                <a:lnTo>
                  <a:pt x="19" y="22"/>
                </a:lnTo>
                <a:lnTo>
                  <a:pt x="19" y="24"/>
                </a:lnTo>
                <a:lnTo>
                  <a:pt x="20" y="25"/>
                </a:lnTo>
                <a:lnTo>
                  <a:pt x="19" y="25"/>
                </a:lnTo>
                <a:lnTo>
                  <a:pt x="18" y="26"/>
                </a:lnTo>
                <a:lnTo>
                  <a:pt x="18" y="25"/>
                </a:lnTo>
                <a:lnTo>
                  <a:pt x="17" y="25"/>
                </a:lnTo>
                <a:lnTo>
                  <a:pt x="16" y="25"/>
                </a:lnTo>
                <a:lnTo>
                  <a:pt x="15" y="25"/>
                </a:lnTo>
                <a:lnTo>
                  <a:pt x="14" y="25"/>
                </a:lnTo>
                <a:lnTo>
                  <a:pt x="12" y="24"/>
                </a:lnTo>
                <a:lnTo>
                  <a:pt x="12" y="23"/>
                </a:lnTo>
                <a:lnTo>
                  <a:pt x="11" y="23"/>
                </a:lnTo>
                <a:lnTo>
                  <a:pt x="10" y="20"/>
                </a:lnTo>
                <a:lnTo>
                  <a:pt x="10" y="19"/>
                </a:lnTo>
                <a:lnTo>
                  <a:pt x="11" y="18"/>
                </a:lnTo>
                <a:lnTo>
                  <a:pt x="11" y="17"/>
                </a:lnTo>
                <a:lnTo>
                  <a:pt x="11" y="16"/>
                </a:lnTo>
                <a:lnTo>
                  <a:pt x="10" y="15"/>
                </a:lnTo>
                <a:lnTo>
                  <a:pt x="9" y="13"/>
                </a:lnTo>
                <a:lnTo>
                  <a:pt x="8" y="12"/>
                </a:lnTo>
                <a:lnTo>
                  <a:pt x="8" y="11"/>
                </a:lnTo>
                <a:lnTo>
                  <a:pt x="6" y="11"/>
                </a:lnTo>
                <a:lnTo>
                  <a:pt x="5" y="10"/>
                </a:lnTo>
                <a:lnTo>
                  <a:pt x="4" y="10"/>
                </a:lnTo>
                <a:lnTo>
                  <a:pt x="3" y="10"/>
                </a:lnTo>
                <a:lnTo>
                  <a:pt x="2" y="9"/>
                </a:lnTo>
                <a:lnTo>
                  <a:pt x="1" y="8"/>
                </a:lnTo>
                <a:lnTo>
                  <a:pt x="0" y="5"/>
                </a:lnTo>
                <a:lnTo>
                  <a:pt x="3" y="1"/>
                </a:lnTo>
                <a:lnTo>
                  <a:pt x="4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4" y="2"/>
                </a:lnTo>
                <a:lnTo>
                  <a:pt x="15" y="2"/>
                </a:lnTo>
                <a:lnTo>
                  <a:pt x="15" y="1"/>
                </a:lnTo>
                <a:lnTo>
                  <a:pt x="16" y="1"/>
                </a:lnTo>
                <a:lnTo>
                  <a:pt x="16" y="0"/>
                </a:lnTo>
                <a:lnTo>
                  <a:pt x="17" y="1"/>
                </a:lnTo>
                <a:lnTo>
                  <a:pt x="16" y="2"/>
                </a:lnTo>
                <a:lnTo>
                  <a:pt x="16" y="3"/>
                </a:lnTo>
                <a:lnTo>
                  <a:pt x="17" y="5"/>
                </a:lnTo>
                <a:lnTo>
                  <a:pt x="18" y="5"/>
                </a:lnTo>
                <a:lnTo>
                  <a:pt x="19" y="5"/>
                </a:lnTo>
                <a:lnTo>
                  <a:pt x="19" y="7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9" name=""/>
          <p:cNvSpPr/>
          <p:nvPr/>
        </p:nvSpPr>
        <p:spPr>
          <a:xfrm>
            <a:off x="8546400" y="1982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0"/>
                </a:move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0" name=""/>
          <p:cNvSpPr/>
          <p:nvPr/>
        </p:nvSpPr>
        <p:spPr>
          <a:xfrm>
            <a:off x="8541720" y="19818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7" y="3"/>
                </a:lnTo>
                <a:lnTo>
                  <a:pt x="7" y="4"/>
                </a:lnTo>
                <a:lnTo>
                  <a:pt x="4" y="4"/>
                </a:lnTo>
                <a:lnTo>
                  <a:pt x="3" y="4"/>
                </a:lnTo>
                <a:lnTo>
                  <a:pt x="2" y="3"/>
                </a:lnTo>
                <a:lnTo>
                  <a:pt x="1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1" name=""/>
          <p:cNvSpPr/>
          <p:nvPr/>
        </p:nvSpPr>
        <p:spPr>
          <a:xfrm>
            <a:off x="8536680" y="198072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9" y="6"/>
                </a:moveTo>
                <a:lnTo>
                  <a:pt x="8" y="6"/>
                </a:lnTo>
                <a:lnTo>
                  <a:pt x="8" y="5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2"/>
                </a:lnTo>
                <a:lnTo>
                  <a:pt x="8" y="3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0" y="6"/>
                </a:lnTo>
                <a:lnTo>
                  <a:pt x="9" y="8"/>
                </a:lnTo>
                <a:lnTo>
                  <a:pt x="9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2" name=""/>
          <p:cNvSpPr/>
          <p:nvPr/>
        </p:nvSpPr>
        <p:spPr>
          <a:xfrm>
            <a:off x="8556480" y="19803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3" name=""/>
          <p:cNvSpPr/>
          <p:nvPr/>
        </p:nvSpPr>
        <p:spPr>
          <a:xfrm>
            <a:off x="8555760" y="19796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1"/>
                </a:moveTo>
                <a:lnTo>
                  <a:pt x="5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4" name=""/>
          <p:cNvSpPr/>
          <p:nvPr/>
        </p:nvSpPr>
        <p:spPr>
          <a:xfrm>
            <a:off x="8555760" y="1978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2"/>
                </a:lnTo>
                <a:lnTo>
                  <a:pt x="2" y="0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5" name=""/>
          <p:cNvSpPr/>
          <p:nvPr/>
        </p:nvSpPr>
        <p:spPr>
          <a:xfrm>
            <a:off x="8550720" y="1974600"/>
            <a:ext cx="3240" cy="5040"/>
          </a:xfrm>
          <a:custGeom>
            <a:avLst/>
            <a:gdLst/>
            <a:ahLst/>
            <a:rect l="0" t="0" r="r" b="b"/>
            <a:pathLst>
              <a:path w="9" h="14">
                <a:moveTo>
                  <a:pt x="8" y="7"/>
                </a:moveTo>
                <a:lnTo>
                  <a:pt x="9" y="7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5" y="9"/>
                </a:lnTo>
                <a:lnTo>
                  <a:pt x="4" y="11"/>
                </a:lnTo>
                <a:lnTo>
                  <a:pt x="5" y="12"/>
                </a:lnTo>
                <a:lnTo>
                  <a:pt x="5" y="13"/>
                </a:lnTo>
                <a:lnTo>
                  <a:pt x="4" y="14"/>
                </a:lnTo>
                <a:lnTo>
                  <a:pt x="2" y="14"/>
                </a:lnTo>
                <a:lnTo>
                  <a:pt x="1" y="13"/>
                </a:lnTo>
                <a:lnTo>
                  <a:pt x="0" y="12"/>
                </a:lnTo>
                <a:lnTo>
                  <a:pt x="1" y="13"/>
                </a:lnTo>
                <a:lnTo>
                  <a:pt x="1" y="10"/>
                </a:lnTo>
                <a:lnTo>
                  <a:pt x="1" y="8"/>
                </a:lnTo>
                <a:lnTo>
                  <a:pt x="1" y="7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4" y="3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5" y="6"/>
                </a:lnTo>
                <a:lnTo>
                  <a:pt x="6" y="6"/>
                </a:lnTo>
                <a:lnTo>
                  <a:pt x="6" y="7"/>
                </a:lnTo>
                <a:lnTo>
                  <a:pt x="7" y="7"/>
                </a:lnTo>
                <a:lnTo>
                  <a:pt x="8" y="7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6" name=""/>
          <p:cNvSpPr/>
          <p:nvPr/>
        </p:nvSpPr>
        <p:spPr>
          <a:xfrm>
            <a:off x="8553600" y="19738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0"/>
                </a:moveTo>
                <a:lnTo>
                  <a:pt x="2" y="1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7" name=""/>
          <p:cNvSpPr/>
          <p:nvPr/>
        </p:nvSpPr>
        <p:spPr>
          <a:xfrm>
            <a:off x="8573040" y="19627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1" y="6"/>
                </a:move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3" y="2"/>
                </a:lnTo>
                <a:lnTo>
                  <a:pt x="6" y="3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1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8" name=""/>
          <p:cNvSpPr/>
          <p:nvPr/>
        </p:nvSpPr>
        <p:spPr>
          <a:xfrm>
            <a:off x="8538840" y="19620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3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9" name=""/>
          <p:cNvSpPr/>
          <p:nvPr/>
        </p:nvSpPr>
        <p:spPr>
          <a:xfrm>
            <a:off x="8544960" y="19612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0" name=""/>
          <p:cNvSpPr/>
          <p:nvPr/>
        </p:nvSpPr>
        <p:spPr>
          <a:xfrm>
            <a:off x="8569800" y="19605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2"/>
                </a:move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1" name=""/>
          <p:cNvSpPr/>
          <p:nvPr/>
        </p:nvSpPr>
        <p:spPr>
          <a:xfrm>
            <a:off x="8561520" y="196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2" name=""/>
          <p:cNvSpPr/>
          <p:nvPr/>
        </p:nvSpPr>
        <p:spPr>
          <a:xfrm>
            <a:off x="8540280" y="1958400"/>
            <a:ext cx="3960" cy="3600"/>
          </a:xfrm>
          <a:custGeom>
            <a:avLst/>
            <a:gdLst/>
            <a:ahLst/>
            <a:rect l="0" t="0" r="r" b="b"/>
            <a:pathLst>
              <a:path w="11" h="10">
                <a:moveTo>
                  <a:pt x="10" y="5"/>
                </a:moveTo>
                <a:lnTo>
                  <a:pt x="9" y="5"/>
                </a:lnTo>
                <a:lnTo>
                  <a:pt x="8" y="6"/>
                </a:lnTo>
                <a:lnTo>
                  <a:pt x="7" y="6"/>
                </a:lnTo>
                <a:lnTo>
                  <a:pt x="5" y="7"/>
                </a:lnTo>
                <a:lnTo>
                  <a:pt x="4" y="7"/>
                </a:lnTo>
                <a:lnTo>
                  <a:pt x="3" y="8"/>
                </a:lnTo>
                <a:lnTo>
                  <a:pt x="3" y="9"/>
                </a:lnTo>
                <a:lnTo>
                  <a:pt x="1" y="10"/>
                </a:lnTo>
                <a:lnTo>
                  <a:pt x="0" y="9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2"/>
                </a:lnTo>
                <a:lnTo>
                  <a:pt x="3" y="1"/>
                </a:lnTo>
                <a:lnTo>
                  <a:pt x="4" y="1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10" y="1"/>
                </a:lnTo>
                <a:lnTo>
                  <a:pt x="11" y="2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440" rIns="216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3" name=""/>
          <p:cNvSpPr/>
          <p:nvPr/>
        </p:nvSpPr>
        <p:spPr>
          <a:xfrm>
            <a:off x="8564400" y="19591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4"/>
                </a:move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4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3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4" name=""/>
          <p:cNvSpPr/>
          <p:nvPr/>
        </p:nvSpPr>
        <p:spPr>
          <a:xfrm>
            <a:off x="8566560" y="19587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0" y="0"/>
                </a:moveTo>
                <a:lnTo>
                  <a:pt x="3" y="0"/>
                </a:lnTo>
                <a:lnTo>
                  <a:pt x="4" y="1"/>
                </a:lnTo>
                <a:lnTo>
                  <a:pt x="5" y="3"/>
                </a:lnTo>
                <a:lnTo>
                  <a:pt x="6" y="5"/>
                </a:lnTo>
                <a:lnTo>
                  <a:pt x="6" y="6"/>
                </a:lnTo>
                <a:lnTo>
                  <a:pt x="5" y="7"/>
                </a:lnTo>
                <a:lnTo>
                  <a:pt x="5" y="5"/>
                </a:lnTo>
                <a:lnTo>
                  <a:pt x="3" y="5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5" name=""/>
          <p:cNvSpPr/>
          <p:nvPr/>
        </p:nvSpPr>
        <p:spPr>
          <a:xfrm>
            <a:off x="8553960" y="1959480"/>
            <a:ext cx="2520" cy="1080"/>
          </a:xfrm>
          <a:custGeom>
            <a:avLst/>
            <a:gdLst/>
            <a:ahLst/>
            <a:rect l="0" t="0" r="r" b="b"/>
            <a:pathLst>
              <a:path w="7" h="3">
                <a:moveTo>
                  <a:pt x="6" y="3"/>
                </a:moveTo>
                <a:lnTo>
                  <a:pt x="4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3"/>
                </a:lnTo>
                <a:lnTo>
                  <a:pt x="6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6" name=""/>
          <p:cNvSpPr/>
          <p:nvPr/>
        </p:nvSpPr>
        <p:spPr>
          <a:xfrm>
            <a:off x="8541720" y="1957320"/>
            <a:ext cx="9000" cy="4680"/>
          </a:xfrm>
          <a:custGeom>
            <a:avLst/>
            <a:gdLst/>
            <a:ahLst/>
            <a:rect l="0" t="0" r="r" b="b"/>
            <a:pathLst>
              <a:path w="25" h="13">
                <a:moveTo>
                  <a:pt x="24" y="7"/>
                </a:moveTo>
                <a:lnTo>
                  <a:pt x="24" y="8"/>
                </a:lnTo>
                <a:lnTo>
                  <a:pt x="24" y="9"/>
                </a:lnTo>
                <a:lnTo>
                  <a:pt x="24" y="10"/>
                </a:lnTo>
                <a:lnTo>
                  <a:pt x="22" y="10"/>
                </a:lnTo>
                <a:lnTo>
                  <a:pt x="22" y="9"/>
                </a:lnTo>
                <a:lnTo>
                  <a:pt x="22" y="8"/>
                </a:lnTo>
                <a:lnTo>
                  <a:pt x="22" y="7"/>
                </a:lnTo>
                <a:lnTo>
                  <a:pt x="20" y="7"/>
                </a:lnTo>
                <a:lnTo>
                  <a:pt x="19" y="7"/>
                </a:lnTo>
                <a:lnTo>
                  <a:pt x="18" y="7"/>
                </a:lnTo>
                <a:lnTo>
                  <a:pt x="18" y="8"/>
                </a:lnTo>
                <a:lnTo>
                  <a:pt x="19" y="8"/>
                </a:lnTo>
                <a:lnTo>
                  <a:pt x="18" y="8"/>
                </a:lnTo>
                <a:lnTo>
                  <a:pt x="19" y="8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4" y="9"/>
                </a:lnTo>
                <a:lnTo>
                  <a:pt x="13" y="10"/>
                </a:lnTo>
                <a:lnTo>
                  <a:pt x="12" y="10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7" y="10"/>
                </a:lnTo>
                <a:lnTo>
                  <a:pt x="6" y="10"/>
                </a:lnTo>
                <a:lnTo>
                  <a:pt x="5" y="11"/>
                </a:lnTo>
                <a:lnTo>
                  <a:pt x="5" y="12"/>
                </a:lnTo>
                <a:lnTo>
                  <a:pt x="6" y="12"/>
                </a:lnTo>
                <a:lnTo>
                  <a:pt x="5" y="12"/>
                </a:lnTo>
                <a:lnTo>
                  <a:pt x="3" y="12"/>
                </a:lnTo>
                <a:lnTo>
                  <a:pt x="3" y="13"/>
                </a:lnTo>
                <a:lnTo>
                  <a:pt x="2" y="13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2" y="10"/>
                </a:lnTo>
                <a:lnTo>
                  <a:pt x="3" y="10"/>
                </a:lnTo>
                <a:lnTo>
                  <a:pt x="7" y="8"/>
                </a:lnTo>
                <a:lnTo>
                  <a:pt x="7" y="7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1" y="3"/>
                </a:lnTo>
                <a:lnTo>
                  <a:pt x="12" y="2"/>
                </a:lnTo>
                <a:lnTo>
                  <a:pt x="14" y="1"/>
                </a:lnTo>
                <a:lnTo>
                  <a:pt x="16" y="1"/>
                </a:lnTo>
                <a:lnTo>
                  <a:pt x="17" y="1"/>
                </a:lnTo>
                <a:lnTo>
                  <a:pt x="18" y="1"/>
                </a:lnTo>
                <a:lnTo>
                  <a:pt x="19" y="0"/>
                </a:lnTo>
                <a:lnTo>
                  <a:pt x="20" y="0"/>
                </a:lnTo>
                <a:lnTo>
                  <a:pt x="22" y="0"/>
                </a:lnTo>
                <a:lnTo>
                  <a:pt x="23" y="2"/>
                </a:lnTo>
                <a:lnTo>
                  <a:pt x="23" y="3"/>
                </a:lnTo>
                <a:lnTo>
                  <a:pt x="24" y="3"/>
                </a:lnTo>
                <a:lnTo>
                  <a:pt x="25" y="4"/>
                </a:lnTo>
                <a:lnTo>
                  <a:pt x="25" y="6"/>
                </a:lnTo>
                <a:lnTo>
                  <a:pt x="24" y="7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7" name=""/>
          <p:cNvSpPr/>
          <p:nvPr/>
        </p:nvSpPr>
        <p:spPr>
          <a:xfrm>
            <a:off x="8556480" y="1958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5" y="0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8" name=""/>
          <p:cNvSpPr/>
          <p:nvPr/>
        </p:nvSpPr>
        <p:spPr>
          <a:xfrm>
            <a:off x="8568720" y="195840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2" y="6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9" name=""/>
          <p:cNvSpPr/>
          <p:nvPr/>
        </p:nvSpPr>
        <p:spPr>
          <a:xfrm>
            <a:off x="8546400" y="195696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0" name=""/>
          <p:cNvSpPr/>
          <p:nvPr/>
        </p:nvSpPr>
        <p:spPr>
          <a:xfrm>
            <a:off x="8551440" y="19461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1" name=""/>
          <p:cNvSpPr/>
          <p:nvPr/>
        </p:nvSpPr>
        <p:spPr>
          <a:xfrm>
            <a:off x="8538840" y="1942560"/>
            <a:ext cx="11160" cy="6120"/>
          </a:xfrm>
          <a:custGeom>
            <a:avLst/>
            <a:gdLst/>
            <a:ahLst/>
            <a:rect l="0" t="0" r="r" b="b"/>
            <a:pathLst>
              <a:path w="31" h="17">
                <a:moveTo>
                  <a:pt x="16" y="4"/>
                </a:moveTo>
                <a:lnTo>
                  <a:pt x="16" y="5"/>
                </a:lnTo>
                <a:lnTo>
                  <a:pt x="17" y="5"/>
                </a:lnTo>
                <a:lnTo>
                  <a:pt x="19" y="6"/>
                </a:lnTo>
                <a:lnTo>
                  <a:pt x="20" y="6"/>
                </a:lnTo>
                <a:lnTo>
                  <a:pt x="21" y="6"/>
                </a:lnTo>
                <a:lnTo>
                  <a:pt x="22" y="6"/>
                </a:lnTo>
                <a:lnTo>
                  <a:pt x="22" y="5"/>
                </a:lnTo>
                <a:lnTo>
                  <a:pt x="23" y="5"/>
                </a:lnTo>
                <a:lnTo>
                  <a:pt x="25" y="5"/>
                </a:lnTo>
                <a:lnTo>
                  <a:pt x="26" y="6"/>
                </a:lnTo>
                <a:lnTo>
                  <a:pt x="28" y="7"/>
                </a:lnTo>
                <a:lnTo>
                  <a:pt x="28" y="8"/>
                </a:lnTo>
                <a:lnTo>
                  <a:pt x="28" y="9"/>
                </a:lnTo>
                <a:lnTo>
                  <a:pt x="26" y="9"/>
                </a:lnTo>
                <a:lnTo>
                  <a:pt x="26" y="10"/>
                </a:lnTo>
                <a:lnTo>
                  <a:pt x="28" y="11"/>
                </a:lnTo>
                <a:lnTo>
                  <a:pt x="29" y="11"/>
                </a:lnTo>
                <a:lnTo>
                  <a:pt x="30" y="12"/>
                </a:lnTo>
                <a:lnTo>
                  <a:pt x="30" y="11"/>
                </a:lnTo>
                <a:lnTo>
                  <a:pt x="30" y="12"/>
                </a:lnTo>
                <a:lnTo>
                  <a:pt x="31" y="12"/>
                </a:lnTo>
                <a:lnTo>
                  <a:pt x="30" y="12"/>
                </a:lnTo>
                <a:lnTo>
                  <a:pt x="29" y="13"/>
                </a:lnTo>
                <a:lnTo>
                  <a:pt x="28" y="13"/>
                </a:lnTo>
                <a:lnTo>
                  <a:pt x="27" y="13"/>
                </a:lnTo>
                <a:lnTo>
                  <a:pt x="26" y="13"/>
                </a:lnTo>
                <a:lnTo>
                  <a:pt x="25" y="12"/>
                </a:lnTo>
                <a:lnTo>
                  <a:pt x="24" y="12"/>
                </a:lnTo>
                <a:lnTo>
                  <a:pt x="23" y="11"/>
                </a:lnTo>
                <a:lnTo>
                  <a:pt x="20" y="12"/>
                </a:lnTo>
                <a:lnTo>
                  <a:pt x="19" y="12"/>
                </a:lnTo>
                <a:lnTo>
                  <a:pt x="19" y="13"/>
                </a:lnTo>
                <a:lnTo>
                  <a:pt x="17" y="13"/>
                </a:lnTo>
                <a:lnTo>
                  <a:pt x="17" y="12"/>
                </a:lnTo>
                <a:lnTo>
                  <a:pt x="16" y="12"/>
                </a:lnTo>
                <a:lnTo>
                  <a:pt x="17" y="12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4" y="12"/>
                </a:lnTo>
                <a:lnTo>
                  <a:pt x="14" y="11"/>
                </a:lnTo>
                <a:lnTo>
                  <a:pt x="15" y="11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4" y="12"/>
                </a:lnTo>
                <a:lnTo>
                  <a:pt x="14" y="13"/>
                </a:lnTo>
                <a:lnTo>
                  <a:pt x="14" y="14"/>
                </a:lnTo>
                <a:lnTo>
                  <a:pt x="14" y="15"/>
                </a:lnTo>
                <a:lnTo>
                  <a:pt x="11" y="17"/>
                </a:lnTo>
                <a:lnTo>
                  <a:pt x="10" y="17"/>
                </a:lnTo>
                <a:lnTo>
                  <a:pt x="9" y="17"/>
                </a:lnTo>
                <a:lnTo>
                  <a:pt x="8" y="17"/>
                </a:lnTo>
                <a:lnTo>
                  <a:pt x="7" y="17"/>
                </a:lnTo>
                <a:lnTo>
                  <a:pt x="7" y="15"/>
                </a:lnTo>
                <a:lnTo>
                  <a:pt x="5" y="15"/>
                </a:lnTo>
                <a:lnTo>
                  <a:pt x="3" y="15"/>
                </a:lnTo>
                <a:lnTo>
                  <a:pt x="3" y="14"/>
                </a:lnTo>
                <a:lnTo>
                  <a:pt x="3" y="13"/>
                </a:lnTo>
                <a:lnTo>
                  <a:pt x="2" y="12"/>
                </a:lnTo>
                <a:lnTo>
                  <a:pt x="2" y="11"/>
                </a:lnTo>
                <a:lnTo>
                  <a:pt x="1" y="10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2" y="5"/>
                </a:lnTo>
                <a:lnTo>
                  <a:pt x="4" y="6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9" y="5"/>
                </a:lnTo>
                <a:lnTo>
                  <a:pt x="9" y="6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6" y="2"/>
                </a:lnTo>
                <a:lnTo>
                  <a:pt x="16" y="0"/>
                </a:lnTo>
                <a:lnTo>
                  <a:pt x="17" y="2"/>
                </a:lnTo>
                <a:lnTo>
                  <a:pt x="19" y="2"/>
                </a:lnTo>
                <a:lnTo>
                  <a:pt x="19" y="3"/>
                </a:lnTo>
                <a:lnTo>
                  <a:pt x="17" y="3"/>
                </a:lnTo>
                <a:lnTo>
                  <a:pt x="17" y="2"/>
                </a:lnTo>
                <a:lnTo>
                  <a:pt x="17" y="3"/>
                </a:lnTo>
                <a:lnTo>
                  <a:pt x="16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2" name=""/>
          <p:cNvSpPr/>
          <p:nvPr/>
        </p:nvSpPr>
        <p:spPr>
          <a:xfrm>
            <a:off x="8550000" y="194436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7" y="4"/>
                </a:moveTo>
                <a:lnTo>
                  <a:pt x="9" y="5"/>
                </a:lnTo>
                <a:lnTo>
                  <a:pt x="7" y="7"/>
                </a:lnTo>
                <a:lnTo>
                  <a:pt x="6" y="7"/>
                </a:lnTo>
                <a:lnTo>
                  <a:pt x="6" y="5"/>
                </a:lnTo>
                <a:lnTo>
                  <a:pt x="5" y="5"/>
                </a:lnTo>
                <a:lnTo>
                  <a:pt x="5" y="7"/>
                </a:lnTo>
                <a:lnTo>
                  <a:pt x="3" y="5"/>
                </a:lnTo>
                <a:lnTo>
                  <a:pt x="3" y="4"/>
                </a:lnTo>
                <a:lnTo>
                  <a:pt x="2" y="5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6" y="4"/>
                </a:lnTo>
                <a:lnTo>
                  <a:pt x="7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3" name=""/>
          <p:cNvSpPr/>
          <p:nvPr/>
        </p:nvSpPr>
        <p:spPr>
          <a:xfrm>
            <a:off x="8539920" y="194184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0"/>
                </a:moveTo>
                <a:lnTo>
                  <a:pt x="4" y="2"/>
                </a:lnTo>
                <a:lnTo>
                  <a:pt x="3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4" name=""/>
          <p:cNvSpPr/>
          <p:nvPr/>
        </p:nvSpPr>
        <p:spPr>
          <a:xfrm>
            <a:off x="8540640" y="19393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5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5" name=""/>
          <p:cNvSpPr/>
          <p:nvPr/>
        </p:nvSpPr>
        <p:spPr>
          <a:xfrm>
            <a:off x="8540280" y="19339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3"/>
                </a:move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6" name=""/>
          <p:cNvSpPr/>
          <p:nvPr/>
        </p:nvSpPr>
        <p:spPr>
          <a:xfrm>
            <a:off x="8542080" y="1933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7" name=""/>
          <p:cNvSpPr/>
          <p:nvPr/>
        </p:nvSpPr>
        <p:spPr>
          <a:xfrm>
            <a:off x="8546040" y="19314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1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8" name=""/>
          <p:cNvSpPr/>
          <p:nvPr/>
        </p:nvSpPr>
        <p:spPr>
          <a:xfrm>
            <a:off x="8551080" y="1928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9" name=""/>
          <p:cNvSpPr/>
          <p:nvPr/>
        </p:nvSpPr>
        <p:spPr>
          <a:xfrm>
            <a:off x="8544240" y="19267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5" y="4"/>
                </a:moveTo>
                <a:lnTo>
                  <a:pt x="3" y="4"/>
                </a:lnTo>
                <a:lnTo>
                  <a:pt x="2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0" name=""/>
          <p:cNvSpPr/>
          <p:nvPr/>
        </p:nvSpPr>
        <p:spPr>
          <a:xfrm>
            <a:off x="8552880" y="1926000"/>
            <a:ext cx="2880" cy="2520"/>
          </a:xfrm>
          <a:custGeom>
            <a:avLst/>
            <a:gdLst/>
            <a:ahLst/>
            <a:rect l="0" t="0" r="r" b="b"/>
            <a:pathLst>
              <a:path w="8" h="7">
                <a:moveTo>
                  <a:pt x="4" y="5"/>
                </a:move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4" y="6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2" y="0"/>
                </a:lnTo>
                <a:lnTo>
                  <a:pt x="4" y="1"/>
                </a:lnTo>
                <a:lnTo>
                  <a:pt x="7" y="2"/>
                </a:lnTo>
                <a:lnTo>
                  <a:pt x="8" y="1"/>
                </a:lnTo>
                <a:lnTo>
                  <a:pt x="8" y="2"/>
                </a:lnTo>
                <a:lnTo>
                  <a:pt x="7" y="4"/>
                </a:lnTo>
                <a:lnTo>
                  <a:pt x="6" y="5"/>
                </a:lnTo>
                <a:lnTo>
                  <a:pt x="4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1" name=""/>
          <p:cNvSpPr/>
          <p:nvPr/>
        </p:nvSpPr>
        <p:spPr>
          <a:xfrm>
            <a:off x="8551440" y="19267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2"/>
                </a:move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3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2" name=""/>
          <p:cNvSpPr/>
          <p:nvPr/>
        </p:nvSpPr>
        <p:spPr>
          <a:xfrm>
            <a:off x="8544960" y="1922400"/>
            <a:ext cx="7200" cy="4680"/>
          </a:xfrm>
          <a:custGeom>
            <a:avLst/>
            <a:gdLst/>
            <a:ahLst/>
            <a:rect l="0" t="0" r="r" b="b"/>
            <a:pathLst>
              <a:path w="20" h="13">
                <a:moveTo>
                  <a:pt x="14" y="3"/>
                </a:moveTo>
                <a:lnTo>
                  <a:pt x="15" y="2"/>
                </a:lnTo>
                <a:lnTo>
                  <a:pt x="15" y="3"/>
                </a:lnTo>
                <a:lnTo>
                  <a:pt x="16" y="3"/>
                </a:lnTo>
                <a:lnTo>
                  <a:pt x="16" y="4"/>
                </a:lnTo>
                <a:lnTo>
                  <a:pt x="16" y="3"/>
                </a:lnTo>
                <a:lnTo>
                  <a:pt x="17" y="3"/>
                </a:lnTo>
                <a:lnTo>
                  <a:pt x="18" y="1"/>
                </a:lnTo>
                <a:lnTo>
                  <a:pt x="19" y="1"/>
                </a:lnTo>
                <a:lnTo>
                  <a:pt x="19" y="2"/>
                </a:lnTo>
                <a:lnTo>
                  <a:pt x="18" y="3"/>
                </a:lnTo>
                <a:lnTo>
                  <a:pt x="17" y="3"/>
                </a:lnTo>
                <a:lnTo>
                  <a:pt x="18" y="4"/>
                </a:lnTo>
                <a:lnTo>
                  <a:pt x="18" y="5"/>
                </a:lnTo>
                <a:lnTo>
                  <a:pt x="20" y="5"/>
                </a:lnTo>
                <a:lnTo>
                  <a:pt x="20" y="7"/>
                </a:lnTo>
                <a:lnTo>
                  <a:pt x="19" y="7"/>
                </a:lnTo>
                <a:lnTo>
                  <a:pt x="17" y="5"/>
                </a:lnTo>
                <a:lnTo>
                  <a:pt x="16" y="7"/>
                </a:lnTo>
                <a:lnTo>
                  <a:pt x="15" y="7"/>
                </a:lnTo>
                <a:lnTo>
                  <a:pt x="14" y="8"/>
                </a:lnTo>
                <a:lnTo>
                  <a:pt x="13" y="8"/>
                </a:lnTo>
                <a:lnTo>
                  <a:pt x="12" y="9"/>
                </a:lnTo>
                <a:lnTo>
                  <a:pt x="12" y="8"/>
                </a:lnTo>
                <a:lnTo>
                  <a:pt x="11" y="8"/>
                </a:lnTo>
                <a:lnTo>
                  <a:pt x="9" y="9"/>
                </a:lnTo>
                <a:lnTo>
                  <a:pt x="8" y="9"/>
                </a:lnTo>
                <a:lnTo>
                  <a:pt x="8" y="10"/>
                </a:lnTo>
                <a:lnTo>
                  <a:pt x="7" y="10"/>
                </a:lnTo>
                <a:lnTo>
                  <a:pt x="6" y="10"/>
                </a:lnTo>
                <a:lnTo>
                  <a:pt x="3" y="10"/>
                </a:lnTo>
                <a:lnTo>
                  <a:pt x="2" y="11"/>
                </a:lnTo>
                <a:lnTo>
                  <a:pt x="1" y="12"/>
                </a:lnTo>
                <a:lnTo>
                  <a:pt x="1" y="13"/>
                </a:lnTo>
                <a:lnTo>
                  <a:pt x="2" y="13"/>
                </a:lnTo>
                <a:lnTo>
                  <a:pt x="1" y="13"/>
                </a:lnTo>
                <a:lnTo>
                  <a:pt x="0" y="12"/>
                </a:lnTo>
                <a:lnTo>
                  <a:pt x="0" y="10"/>
                </a:lnTo>
                <a:lnTo>
                  <a:pt x="1" y="9"/>
                </a:lnTo>
                <a:lnTo>
                  <a:pt x="2" y="8"/>
                </a:lnTo>
                <a:lnTo>
                  <a:pt x="3" y="5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6" y="2"/>
                </a:lnTo>
                <a:lnTo>
                  <a:pt x="7" y="3"/>
                </a:lnTo>
                <a:lnTo>
                  <a:pt x="8" y="4"/>
                </a:lnTo>
                <a:lnTo>
                  <a:pt x="8" y="5"/>
                </a:lnTo>
                <a:lnTo>
                  <a:pt x="10" y="5"/>
                </a:lnTo>
                <a:lnTo>
                  <a:pt x="11" y="5"/>
                </a:lnTo>
                <a:lnTo>
                  <a:pt x="13" y="5"/>
                </a:lnTo>
                <a:lnTo>
                  <a:pt x="14" y="4"/>
                </a:lnTo>
                <a:lnTo>
                  <a:pt x="14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3" name=""/>
          <p:cNvSpPr/>
          <p:nvPr/>
        </p:nvSpPr>
        <p:spPr>
          <a:xfrm>
            <a:off x="8541720" y="1921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4" name=""/>
          <p:cNvSpPr/>
          <p:nvPr/>
        </p:nvSpPr>
        <p:spPr>
          <a:xfrm>
            <a:off x="8546040" y="1921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3" y="3"/>
                </a:lnTo>
                <a:lnTo>
                  <a:pt x="1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3" y="0"/>
                </a:lnTo>
                <a:lnTo>
                  <a:pt x="4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5" name=""/>
          <p:cNvSpPr/>
          <p:nvPr/>
        </p:nvSpPr>
        <p:spPr>
          <a:xfrm>
            <a:off x="8565120" y="191952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6" y="2"/>
                </a:move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7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5" y="7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7"/>
                </a:lnTo>
                <a:lnTo>
                  <a:pt x="2" y="7"/>
                </a:lnTo>
                <a:lnTo>
                  <a:pt x="0" y="7"/>
                </a:lnTo>
                <a:lnTo>
                  <a:pt x="0" y="4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9" y="1"/>
                </a:lnTo>
                <a:lnTo>
                  <a:pt x="9" y="2"/>
                </a:lnTo>
                <a:lnTo>
                  <a:pt x="7" y="2"/>
                </a:lnTo>
                <a:lnTo>
                  <a:pt x="6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6" name=""/>
          <p:cNvSpPr/>
          <p:nvPr/>
        </p:nvSpPr>
        <p:spPr>
          <a:xfrm>
            <a:off x="8568360" y="19191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5" y="6"/>
                </a:move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6" y="6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7" name=""/>
          <p:cNvSpPr/>
          <p:nvPr/>
        </p:nvSpPr>
        <p:spPr>
          <a:xfrm>
            <a:off x="8565480" y="19152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0"/>
                </a:moveTo>
                <a:lnTo>
                  <a:pt x="5" y="3"/>
                </a:lnTo>
                <a:lnTo>
                  <a:pt x="4" y="5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8" name=""/>
          <p:cNvSpPr/>
          <p:nvPr/>
        </p:nvSpPr>
        <p:spPr>
          <a:xfrm>
            <a:off x="8564400" y="1914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9" name=""/>
          <p:cNvSpPr/>
          <p:nvPr/>
        </p:nvSpPr>
        <p:spPr>
          <a:xfrm>
            <a:off x="8554680" y="191412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2" y="1"/>
                </a:moveTo>
                <a:lnTo>
                  <a:pt x="2" y="3"/>
                </a:lnTo>
                <a:lnTo>
                  <a:pt x="1" y="3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3" y="3"/>
                </a:lnTo>
                <a:lnTo>
                  <a:pt x="2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0" name=""/>
          <p:cNvSpPr/>
          <p:nvPr/>
        </p:nvSpPr>
        <p:spPr>
          <a:xfrm>
            <a:off x="8556840" y="19141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0"/>
                </a:moveTo>
                <a:lnTo>
                  <a:pt x="1" y="0"/>
                </a:lnTo>
                <a:lnTo>
                  <a:pt x="3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1" name=""/>
          <p:cNvSpPr/>
          <p:nvPr/>
        </p:nvSpPr>
        <p:spPr>
          <a:xfrm>
            <a:off x="8557920" y="19112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7" y="3"/>
                </a:move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2" name=""/>
          <p:cNvSpPr/>
          <p:nvPr/>
        </p:nvSpPr>
        <p:spPr>
          <a:xfrm>
            <a:off x="8438760" y="250092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7" y="5"/>
                </a:move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  <a:lnTo>
                  <a:pt x="3" y="7"/>
                </a:lnTo>
                <a:lnTo>
                  <a:pt x="3" y="6"/>
                </a:lnTo>
                <a:lnTo>
                  <a:pt x="2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7" y="1"/>
                </a:lnTo>
                <a:lnTo>
                  <a:pt x="7" y="3"/>
                </a:lnTo>
                <a:lnTo>
                  <a:pt x="8" y="3"/>
                </a:lnTo>
                <a:lnTo>
                  <a:pt x="8" y="5"/>
                </a:lnTo>
                <a:lnTo>
                  <a:pt x="7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3" name=""/>
          <p:cNvSpPr/>
          <p:nvPr/>
        </p:nvSpPr>
        <p:spPr>
          <a:xfrm>
            <a:off x="8482680" y="2500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4" name=""/>
          <p:cNvSpPr/>
          <p:nvPr/>
        </p:nvSpPr>
        <p:spPr>
          <a:xfrm>
            <a:off x="8445240" y="2496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5" name=""/>
          <p:cNvSpPr/>
          <p:nvPr/>
        </p:nvSpPr>
        <p:spPr>
          <a:xfrm>
            <a:off x="8451720" y="2496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6" name=""/>
          <p:cNvSpPr/>
          <p:nvPr/>
        </p:nvSpPr>
        <p:spPr>
          <a:xfrm>
            <a:off x="8444520" y="2496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7" name=""/>
          <p:cNvSpPr/>
          <p:nvPr/>
        </p:nvSpPr>
        <p:spPr>
          <a:xfrm>
            <a:off x="8455320" y="2495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8" name=""/>
          <p:cNvSpPr/>
          <p:nvPr/>
        </p:nvSpPr>
        <p:spPr>
          <a:xfrm>
            <a:off x="8444520" y="24890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9" name=""/>
          <p:cNvSpPr/>
          <p:nvPr/>
        </p:nvSpPr>
        <p:spPr>
          <a:xfrm>
            <a:off x="8442360" y="2487600"/>
            <a:ext cx="2160" cy="3600"/>
          </a:xfrm>
          <a:custGeom>
            <a:avLst/>
            <a:gdLst/>
            <a:ahLst/>
            <a:rect l="0" t="0" r="r" b="b"/>
            <a:pathLst>
              <a:path w="6" h="10">
                <a:moveTo>
                  <a:pt x="1" y="2"/>
                </a:move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6" y="9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3" y="10"/>
                </a:lnTo>
                <a:lnTo>
                  <a:pt x="1" y="10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1" y="8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440" rIns="216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0" name=""/>
          <p:cNvSpPr/>
          <p:nvPr/>
        </p:nvSpPr>
        <p:spPr>
          <a:xfrm>
            <a:off x="8430480" y="24883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5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1" name=""/>
          <p:cNvSpPr/>
          <p:nvPr/>
        </p:nvSpPr>
        <p:spPr>
          <a:xfrm>
            <a:off x="8442360" y="248004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4" y="3"/>
                </a:move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7" y="2"/>
                </a:lnTo>
                <a:lnTo>
                  <a:pt x="5" y="3"/>
                </a:lnTo>
                <a:lnTo>
                  <a:pt x="4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2" name=""/>
          <p:cNvSpPr/>
          <p:nvPr/>
        </p:nvSpPr>
        <p:spPr>
          <a:xfrm>
            <a:off x="8475840" y="2472480"/>
            <a:ext cx="6120" cy="5760"/>
          </a:xfrm>
          <a:custGeom>
            <a:avLst/>
            <a:gdLst/>
            <a:ahLst/>
            <a:rect l="0" t="0" r="r" b="b"/>
            <a:pathLst>
              <a:path w="17" h="16">
                <a:moveTo>
                  <a:pt x="14" y="3"/>
                </a:moveTo>
                <a:lnTo>
                  <a:pt x="13" y="4"/>
                </a:lnTo>
                <a:lnTo>
                  <a:pt x="12" y="5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2" y="8"/>
                </a:lnTo>
                <a:lnTo>
                  <a:pt x="11" y="7"/>
                </a:lnTo>
                <a:lnTo>
                  <a:pt x="9" y="8"/>
                </a:lnTo>
                <a:lnTo>
                  <a:pt x="10" y="8"/>
                </a:lnTo>
                <a:lnTo>
                  <a:pt x="11" y="8"/>
                </a:lnTo>
                <a:lnTo>
                  <a:pt x="11" y="10"/>
                </a:lnTo>
                <a:lnTo>
                  <a:pt x="10" y="10"/>
                </a:lnTo>
                <a:lnTo>
                  <a:pt x="9" y="10"/>
                </a:lnTo>
                <a:lnTo>
                  <a:pt x="10" y="10"/>
                </a:lnTo>
                <a:lnTo>
                  <a:pt x="10" y="9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8" y="11"/>
                </a:lnTo>
                <a:lnTo>
                  <a:pt x="7" y="11"/>
                </a:lnTo>
                <a:lnTo>
                  <a:pt x="6" y="11"/>
                </a:lnTo>
                <a:lnTo>
                  <a:pt x="7" y="11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4" y="14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3" y="16"/>
                </a:lnTo>
                <a:lnTo>
                  <a:pt x="3" y="15"/>
                </a:lnTo>
                <a:lnTo>
                  <a:pt x="3" y="14"/>
                </a:lnTo>
                <a:lnTo>
                  <a:pt x="2" y="14"/>
                </a:lnTo>
                <a:lnTo>
                  <a:pt x="2" y="15"/>
                </a:lnTo>
                <a:lnTo>
                  <a:pt x="1" y="16"/>
                </a:lnTo>
                <a:lnTo>
                  <a:pt x="0" y="15"/>
                </a:lnTo>
                <a:lnTo>
                  <a:pt x="0" y="14"/>
                </a:lnTo>
                <a:lnTo>
                  <a:pt x="1" y="12"/>
                </a:lnTo>
                <a:lnTo>
                  <a:pt x="2" y="10"/>
                </a:lnTo>
                <a:lnTo>
                  <a:pt x="4" y="8"/>
                </a:lnTo>
                <a:lnTo>
                  <a:pt x="5" y="8"/>
                </a:lnTo>
                <a:lnTo>
                  <a:pt x="7" y="6"/>
                </a:lnTo>
                <a:lnTo>
                  <a:pt x="8" y="5"/>
                </a:lnTo>
                <a:lnTo>
                  <a:pt x="9" y="4"/>
                </a:lnTo>
                <a:lnTo>
                  <a:pt x="11" y="3"/>
                </a:lnTo>
                <a:lnTo>
                  <a:pt x="12" y="2"/>
                </a:lnTo>
                <a:lnTo>
                  <a:pt x="12" y="1"/>
                </a:lnTo>
                <a:lnTo>
                  <a:pt x="13" y="0"/>
                </a:lnTo>
                <a:lnTo>
                  <a:pt x="14" y="1"/>
                </a:lnTo>
                <a:lnTo>
                  <a:pt x="15" y="1"/>
                </a:lnTo>
                <a:lnTo>
                  <a:pt x="17" y="1"/>
                </a:lnTo>
                <a:lnTo>
                  <a:pt x="17" y="2"/>
                </a:lnTo>
                <a:lnTo>
                  <a:pt x="17" y="3"/>
                </a:lnTo>
                <a:lnTo>
                  <a:pt x="15" y="3"/>
                </a:lnTo>
                <a:lnTo>
                  <a:pt x="14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3" name=""/>
          <p:cNvSpPr/>
          <p:nvPr/>
        </p:nvSpPr>
        <p:spPr>
          <a:xfrm>
            <a:off x="8444160" y="2470680"/>
            <a:ext cx="10440" cy="8640"/>
          </a:xfrm>
          <a:custGeom>
            <a:avLst/>
            <a:gdLst/>
            <a:ahLst/>
            <a:rect l="0" t="0" r="r" b="b"/>
            <a:pathLst>
              <a:path w="29" h="24">
                <a:moveTo>
                  <a:pt x="20" y="1"/>
                </a:moveTo>
                <a:lnTo>
                  <a:pt x="20" y="2"/>
                </a:lnTo>
                <a:lnTo>
                  <a:pt x="19" y="2"/>
                </a:lnTo>
                <a:lnTo>
                  <a:pt x="20" y="4"/>
                </a:lnTo>
                <a:lnTo>
                  <a:pt x="22" y="4"/>
                </a:lnTo>
                <a:lnTo>
                  <a:pt x="23" y="4"/>
                </a:lnTo>
                <a:lnTo>
                  <a:pt x="23" y="3"/>
                </a:lnTo>
                <a:lnTo>
                  <a:pt x="23" y="2"/>
                </a:lnTo>
                <a:lnTo>
                  <a:pt x="24" y="2"/>
                </a:lnTo>
                <a:lnTo>
                  <a:pt x="25" y="3"/>
                </a:lnTo>
                <a:lnTo>
                  <a:pt x="26" y="5"/>
                </a:lnTo>
                <a:lnTo>
                  <a:pt x="26" y="6"/>
                </a:lnTo>
                <a:lnTo>
                  <a:pt x="26" y="7"/>
                </a:lnTo>
                <a:lnTo>
                  <a:pt x="27" y="8"/>
                </a:lnTo>
                <a:lnTo>
                  <a:pt x="27" y="9"/>
                </a:lnTo>
                <a:lnTo>
                  <a:pt x="28" y="9"/>
                </a:lnTo>
                <a:lnTo>
                  <a:pt x="29" y="9"/>
                </a:lnTo>
                <a:lnTo>
                  <a:pt x="29" y="10"/>
                </a:lnTo>
                <a:lnTo>
                  <a:pt x="28" y="11"/>
                </a:lnTo>
                <a:lnTo>
                  <a:pt x="27" y="11"/>
                </a:lnTo>
                <a:lnTo>
                  <a:pt x="26" y="11"/>
                </a:lnTo>
                <a:lnTo>
                  <a:pt x="25" y="11"/>
                </a:lnTo>
                <a:lnTo>
                  <a:pt x="26" y="10"/>
                </a:lnTo>
                <a:lnTo>
                  <a:pt x="25" y="10"/>
                </a:lnTo>
                <a:lnTo>
                  <a:pt x="25" y="9"/>
                </a:lnTo>
                <a:lnTo>
                  <a:pt x="24" y="9"/>
                </a:lnTo>
                <a:lnTo>
                  <a:pt x="24" y="10"/>
                </a:lnTo>
                <a:lnTo>
                  <a:pt x="23" y="10"/>
                </a:lnTo>
                <a:lnTo>
                  <a:pt x="20" y="10"/>
                </a:lnTo>
                <a:lnTo>
                  <a:pt x="19" y="10"/>
                </a:lnTo>
                <a:lnTo>
                  <a:pt x="18" y="11"/>
                </a:lnTo>
                <a:lnTo>
                  <a:pt x="18" y="13"/>
                </a:lnTo>
                <a:lnTo>
                  <a:pt x="16" y="14"/>
                </a:lnTo>
                <a:lnTo>
                  <a:pt x="16" y="15"/>
                </a:lnTo>
                <a:lnTo>
                  <a:pt x="15" y="16"/>
                </a:lnTo>
                <a:lnTo>
                  <a:pt x="14" y="17"/>
                </a:lnTo>
                <a:lnTo>
                  <a:pt x="13" y="17"/>
                </a:lnTo>
                <a:lnTo>
                  <a:pt x="13" y="18"/>
                </a:lnTo>
                <a:lnTo>
                  <a:pt x="13" y="19"/>
                </a:lnTo>
                <a:lnTo>
                  <a:pt x="12" y="19"/>
                </a:lnTo>
                <a:lnTo>
                  <a:pt x="12" y="20"/>
                </a:lnTo>
                <a:lnTo>
                  <a:pt x="13" y="20"/>
                </a:lnTo>
                <a:lnTo>
                  <a:pt x="14" y="20"/>
                </a:lnTo>
                <a:lnTo>
                  <a:pt x="14" y="21"/>
                </a:lnTo>
                <a:lnTo>
                  <a:pt x="13" y="21"/>
                </a:lnTo>
                <a:lnTo>
                  <a:pt x="13" y="22"/>
                </a:lnTo>
                <a:lnTo>
                  <a:pt x="13" y="23"/>
                </a:lnTo>
                <a:lnTo>
                  <a:pt x="12" y="23"/>
                </a:lnTo>
                <a:lnTo>
                  <a:pt x="11" y="22"/>
                </a:lnTo>
                <a:lnTo>
                  <a:pt x="10" y="22"/>
                </a:lnTo>
                <a:lnTo>
                  <a:pt x="10" y="23"/>
                </a:lnTo>
                <a:lnTo>
                  <a:pt x="9" y="23"/>
                </a:lnTo>
                <a:lnTo>
                  <a:pt x="8" y="23"/>
                </a:lnTo>
                <a:lnTo>
                  <a:pt x="8" y="24"/>
                </a:lnTo>
                <a:lnTo>
                  <a:pt x="7" y="24"/>
                </a:lnTo>
                <a:lnTo>
                  <a:pt x="6" y="24"/>
                </a:lnTo>
                <a:lnTo>
                  <a:pt x="6" y="23"/>
                </a:lnTo>
                <a:lnTo>
                  <a:pt x="7" y="22"/>
                </a:lnTo>
                <a:lnTo>
                  <a:pt x="7" y="21"/>
                </a:lnTo>
                <a:lnTo>
                  <a:pt x="6" y="21"/>
                </a:lnTo>
                <a:lnTo>
                  <a:pt x="5" y="21"/>
                </a:lnTo>
                <a:lnTo>
                  <a:pt x="4" y="21"/>
                </a:lnTo>
                <a:lnTo>
                  <a:pt x="3" y="21"/>
                </a:lnTo>
                <a:lnTo>
                  <a:pt x="3" y="20"/>
                </a:lnTo>
                <a:lnTo>
                  <a:pt x="2" y="19"/>
                </a:lnTo>
                <a:lnTo>
                  <a:pt x="2" y="18"/>
                </a:lnTo>
                <a:lnTo>
                  <a:pt x="1" y="18"/>
                </a:lnTo>
                <a:lnTo>
                  <a:pt x="1" y="19"/>
                </a:lnTo>
                <a:lnTo>
                  <a:pt x="0" y="19"/>
                </a:lnTo>
                <a:lnTo>
                  <a:pt x="0" y="17"/>
                </a:lnTo>
                <a:lnTo>
                  <a:pt x="1" y="16"/>
                </a:lnTo>
                <a:lnTo>
                  <a:pt x="1" y="15"/>
                </a:lnTo>
                <a:lnTo>
                  <a:pt x="1" y="16"/>
                </a:lnTo>
                <a:lnTo>
                  <a:pt x="2" y="17"/>
                </a:lnTo>
                <a:lnTo>
                  <a:pt x="2" y="18"/>
                </a:lnTo>
                <a:lnTo>
                  <a:pt x="3" y="18"/>
                </a:lnTo>
                <a:lnTo>
                  <a:pt x="3" y="19"/>
                </a:lnTo>
                <a:lnTo>
                  <a:pt x="3" y="20"/>
                </a:lnTo>
                <a:lnTo>
                  <a:pt x="3" y="21"/>
                </a:lnTo>
                <a:lnTo>
                  <a:pt x="4" y="21"/>
                </a:lnTo>
                <a:lnTo>
                  <a:pt x="4" y="20"/>
                </a:lnTo>
                <a:lnTo>
                  <a:pt x="5" y="19"/>
                </a:lnTo>
                <a:lnTo>
                  <a:pt x="6" y="19"/>
                </a:lnTo>
                <a:lnTo>
                  <a:pt x="6" y="20"/>
                </a:lnTo>
                <a:lnTo>
                  <a:pt x="6" y="21"/>
                </a:lnTo>
                <a:lnTo>
                  <a:pt x="7" y="21"/>
                </a:lnTo>
                <a:lnTo>
                  <a:pt x="8" y="21"/>
                </a:lnTo>
                <a:lnTo>
                  <a:pt x="8" y="20"/>
                </a:lnTo>
                <a:lnTo>
                  <a:pt x="7" y="20"/>
                </a:lnTo>
                <a:lnTo>
                  <a:pt x="7" y="19"/>
                </a:lnTo>
                <a:lnTo>
                  <a:pt x="8" y="19"/>
                </a:lnTo>
                <a:lnTo>
                  <a:pt x="9" y="19"/>
                </a:lnTo>
                <a:lnTo>
                  <a:pt x="10" y="19"/>
                </a:lnTo>
                <a:lnTo>
                  <a:pt x="10" y="20"/>
                </a:lnTo>
                <a:lnTo>
                  <a:pt x="11" y="20"/>
                </a:lnTo>
                <a:lnTo>
                  <a:pt x="11" y="19"/>
                </a:lnTo>
                <a:lnTo>
                  <a:pt x="11" y="18"/>
                </a:lnTo>
                <a:lnTo>
                  <a:pt x="10" y="18"/>
                </a:lnTo>
                <a:lnTo>
                  <a:pt x="10" y="17"/>
                </a:lnTo>
                <a:lnTo>
                  <a:pt x="11" y="17"/>
                </a:lnTo>
                <a:lnTo>
                  <a:pt x="11" y="15"/>
                </a:lnTo>
                <a:lnTo>
                  <a:pt x="10" y="14"/>
                </a:lnTo>
                <a:lnTo>
                  <a:pt x="9" y="14"/>
                </a:lnTo>
                <a:lnTo>
                  <a:pt x="9" y="15"/>
                </a:lnTo>
                <a:lnTo>
                  <a:pt x="8" y="15"/>
                </a:lnTo>
                <a:lnTo>
                  <a:pt x="8" y="16"/>
                </a:lnTo>
                <a:lnTo>
                  <a:pt x="6" y="16"/>
                </a:lnTo>
                <a:lnTo>
                  <a:pt x="5" y="16"/>
                </a:lnTo>
                <a:lnTo>
                  <a:pt x="4" y="16"/>
                </a:lnTo>
                <a:lnTo>
                  <a:pt x="3" y="15"/>
                </a:lnTo>
                <a:lnTo>
                  <a:pt x="4" y="14"/>
                </a:lnTo>
                <a:lnTo>
                  <a:pt x="4" y="15"/>
                </a:lnTo>
                <a:lnTo>
                  <a:pt x="5" y="15"/>
                </a:lnTo>
                <a:lnTo>
                  <a:pt x="6" y="14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5" y="13"/>
                </a:lnTo>
                <a:lnTo>
                  <a:pt x="4" y="13"/>
                </a:lnTo>
                <a:lnTo>
                  <a:pt x="3" y="13"/>
                </a:lnTo>
                <a:lnTo>
                  <a:pt x="3" y="11"/>
                </a:lnTo>
                <a:lnTo>
                  <a:pt x="4" y="10"/>
                </a:lnTo>
                <a:lnTo>
                  <a:pt x="4" y="9"/>
                </a:lnTo>
                <a:lnTo>
                  <a:pt x="3" y="8"/>
                </a:lnTo>
                <a:lnTo>
                  <a:pt x="2" y="8"/>
                </a:lnTo>
                <a:lnTo>
                  <a:pt x="3" y="8"/>
                </a:lnTo>
                <a:lnTo>
                  <a:pt x="4" y="8"/>
                </a:lnTo>
                <a:lnTo>
                  <a:pt x="5" y="7"/>
                </a:lnTo>
                <a:lnTo>
                  <a:pt x="6" y="6"/>
                </a:lnTo>
                <a:lnTo>
                  <a:pt x="7" y="6"/>
                </a:lnTo>
                <a:lnTo>
                  <a:pt x="7" y="7"/>
                </a:lnTo>
                <a:lnTo>
                  <a:pt x="6" y="8"/>
                </a:lnTo>
                <a:lnTo>
                  <a:pt x="7" y="8"/>
                </a:lnTo>
                <a:lnTo>
                  <a:pt x="7" y="9"/>
                </a:lnTo>
                <a:lnTo>
                  <a:pt x="7" y="10"/>
                </a:lnTo>
                <a:lnTo>
                  <a:pt x="8" y="10"/>
                </a:lnTo>
                <a:lnTo>
                  <a:pt x="9" y="9"/>
                </a:lnTo>
                <a:lnTo>
                  <a:pt x="10" y="9"/>
                </a:lnTo>
                <a:lnTo>
                  <a:pt x="10" y="8"/>
                </a:lnTo>
                <a:lnTo>
                  <a:pt x="9" y="7"/>
                </a:lnTo>
                <a:lnTo>
                  <a:pt x="10" y="7"/>
                </a:lnTo>
                <a:lnTo>
                  <a:pt x="11" y="6"/>
                </a:lnTo>
                <a:lnTo>
                  <a:pt x="11" y="5"/>
                </a:lnTo>
                <a:lnTo>
                  <a:pt x="10" y="4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5" y="1"/>
                </a:lnTo>
                <a:lnTo>
                  <a:pt x="15" y="2"/>
                </a:lnTo>
                <a:lnTo>
                  <a:pt x="14" y="2"/>
                </a:lnTo>
                <a:lnTo>
                  <a:pt x="14" y="3"/>
                </a:lnTo>
                <a:lnTo>
                  <a:pt x="14" y="5"/>
                </a:lnTo>
                <a:lnTo>
                  <a:pt x="14" y="6"/>
                </a:lnTo>
                <a:lnTo>
                  <a:pt x="14" y="7"/>
                </a:lnTo>
                <a:lnTo>
                  <a:pt x="15" y="7"/>
                </a:lnTo>
                <a:lnTo>
                  <a:pt x="15" y="6"/>
                </a:lnTo>
                <a:lnTo>
                  <a:pt x="16" y="5"/>
                </a:lnTo>
                <a:lnTo>
                  <a:pt x="16" y="4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7" y="4"/>
                </a:lnTo>
                <a:lnTo>
                  <a:pt x="16" y="4"/>
                </a:lnTo>
                <a:lnTo>
                  <a:pt x="16" y="5"/>
                </a:lnTo>
                <a:lnTo>
                  <a:pt x="17" y="5"/>
                </a:lnTo>
                <a:lnTo>
                  <a:pt x="18" y="5"/>
                </a:lnTo>
                <a:lnTo>
                  <a:pt x="17" y="5"/>
                </a:lnTo>
                <a:lnTo>
                  <a:pt x="17" y="4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8" y="1"/>
                </a:lnTo>
                <a:lnTo>
                  <a:pt x="18" y="0"/>
                </a:lnTo>
                <a:lnTo>
                  <a:pt x="19" y="0"/>
                </a:lnTo>
                <a:lnTo>
                  <a:pt x="19" y="1"/>
                </a:lnTo>
                <a:lnTo>
                  <a:pt x="20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4" name=""/>
          <p:cNvSpPr/>
          <p:nvPr/>
        </p:nvSpPr>
        <p:spPr>
          <a:xfrm>
            <a:off x="8439120" y="2469240"/>
            <a:ext cx="4320" cy="7200"/>
          </a:xfrm>
          <a:custGeom>
            <a:avLst/>
            <a:gdLst/>
            <a:ahLst/>
            <a:rect l="0" t="0" r="r" b="b"/>
            <a:pathLst>
              <a:path w="12" h="20">
                <a:moveTo>
                  <a:pt x="9" y="1"/>
                </a:move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2" y="1"/>
                </a:lnTo>
                <a:lnTo>
                  <a:pt x="12" y="2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10" y="9"/>
                </a:lnTo>
                <a:lnTo>
                  <a:pt x="10" y="11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8" y="13"/>
                </a:lnTo>
                <a:lnTo>
                  <a:pt x="8" y="14"/>
                </a:lnTo>
                <a:lnTo>
                  <a:pt x="9" y="14"/>
                </a:lnTo>
                <a:lnTo>
                  <a:pt x="9" y="15"/>
                </a:lnTo>
                <a:lnTo>
                  <a:pt x="8" y="15"/>
                </a:lnTo>
                <a:lnTo>
                  <a:pt x="8" y="16"/>
                </a:lnTo>
                <a:lnTo>
                  <a:pt x="9" y="17"/>
                </a:lnTo>
                <a:lnTo>
                  <a:pt x="10" y="17"/>
                </a:lnTo>
                <a:lnTo>
                  <a:pt x="10" y="18"/>
                </a:lnTo>
                <a:lnTo>
                  <a:pt x="9" y="18"/>
                </a:lnTo>
                <a:lnTo>
                  <a:pt x="8" y="18"/>
                </a:lnTo>
                <a:lnTo>
                  <a:pt x="7" y="18"/>
                </a:lnTo>
                <a:lnTo>
                  <a:pt x="6" y="18"/>
                </a:lnTo>
                <a:lnTo>
                  <a:pt x="4" y="18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20"/>
                </a:lnTo>
                <a:lnTo>
                  <a:pt x="1" y="20"/>
                </a:lnTo>
                <a:lnTo>
                  <a:pt x="0" y="20"/>
                </a:lnTo>
                <a:lnTo>
                  <a:pt x="0" y="19"/>
                </a:lnTo>
                <a:lnTo>
                  <a:pt x="1" y="19"/>
                </a:lnTo>
                <a:lnTo>
                  <a:pt x="1" y="18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3" y="18"/>
                </a:lnTo>
                <a:lnTo>
                  <a:pt x="4" y="18"/>
                </a:lnTo>
                <a:lnTo>
                  <a:pt x="4" y="17"/>
                </a:lnTo>
                <a:lnTo>
                  <a:pt x="6" y="17"/>
                </a:lnTo>
                <a:lnTo>
                  <a:pt x="7" y="16"/>
                </a:lnTo>
                <a:lnTo>
                  <a:pt x="7" y="15"/>
                </a:lnTo>
                <a:lnTo>
                  <a:pt x="7" y="14"/>
                </a:lnTo>
                <a:lnTo>
                  <a:pt x="6" y="13"/>
                </a:lnTo>
                <a:lnTo>
                  <a:pt x="4" y="13"/>
                </a:lnTo>
                <a:lnTo>
                  <a:pt x="3" y="13"/>
                </a:lnTo>
                <a:lnTo>
                  <a:pt x="3" y="12"/>
                </a:lnTo>
                <a:lnTo>
                  <a:pt x="4" y="12"/>
                </a:lnTo>
                <a:lnTo>
                  <a:pt x="4" y="13"/>
                </a:lnTo>
                <a:lnTo>
                  <a:pt x="6" y="12"/>
                </a:lnTo>
                <a:lnTo>
                  <a:pt x="6" y="11"/>
                </a:lnTo>
                <a:lnTo>
                  <a:pt x="6" y="9"/>
                </a:lnTo>
                <a:lnTo>
                  <a:pt x="6" y="8"/>
                </a:lnTo>
                <a:lnTo>
                  <a:pt x="7" y="8"/>
                </a:lnTo>
                <a:lnTo>
                  <a:pt x="6" y="7"/>
                </a:lnTo>
                <a:lnTo>
                  <a:pt x="4" y="7"/>
                </a:lnTo>
                <a:lnTo>
                  <a:pt x="4" y="6"/>
                </a:lnTo>
                <a:lnTo>
                  <a:pt x="6" y="6"/>
                </a:lnTo>
                <a:lnTo>
                  <a:pt x="6" y="5"/>
                </a:lnTo>
                <a:lnTo>
                  <a:pt x="4" y="5"/>
                </a:lnTo>
                <a:lnTo>
                  <a:pt x="4" y="4"/>
                </a:lnTo>
                <a:lnTo>
                  <a:pt x="4" y="3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9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5" name=""/>
          <p:cNvSpPr/>
          <p:nvPr/>
        </p:nvSpPr>
        <p:spPr>
          <a:xfrm>
            <a:off x="8447040" y="24703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6" name=""/>
          <p:cNvSpPr/>
          <p:nvPr/>
        </p:nvSpPr>
        <p:spPr>
          <a:xfrm>
            <a:off x="8440920" y="24688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440" rIns="21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7" name=""/>
          <p:cNvSpPr/>
          <p:nvPr/>
        </p:nvSpPr>
        <p:spPr>
          <a:xfrm>
            <a:off x="8443440" y="2466720"/>
            <a:ext cx="4680" cy="4320"/>
          </a:xfrm>
          <a:custGeom>
            <a:avLst/>
            <a:gdLst/>
            <a:ahLst/>
            <a:rect l="0" t="0" r="r" b="b"/>
            <a:pathLst>
              <a:path w="13" h="12">
                <a:moveTo>
                  <a:pt x="8" y="1"/>
                </a:move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  <a:lnTo>
                  <a:pt x="12" y="2"/>
                </a:lnTo>
                <a:lnTo>
                  <a:pt x="12" y="4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1" y="6"/>
                </a:lnTo>
                <a:lnTo>
                  <a:pt x="11" y="7"/>
                </a:lnTo>
                <a:lnTo>
                  <a:pt x="10" y="8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2" y="9"/>
                </a:lnTo>
                <a:lnTo>
                  <a:pt x="12" y="10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10" y="12"/>
                </a:lnTo>
                <a:lnTo>
                  <a:pt x="9" y="12"/>
                </a:lnTo>
                <a:lnTo>
                  <a:pt x="9" y="11"/>
                </a:lnTo>
                <a:lnTo>
                  <a:pt x="10" y="10"/>
                </a:lnTo>
                <a:lnTo>
                  <a:pt x="10" y="9"/>
                </a:lnTo>
                <a:lnTo>
                  <a:pt x="10" y="8"/>
                </a:lnTo>
                <a:lnTo>
                  <a:pt x="9" y="7"/>
                </a:lnTo>
                <a:lnTo>
                  <a:pt x="8" y="6"/>
                </a:lnTo>
                <a:lnTo>
                  <a:pt x="7" y="6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8" name=""/>
          <p:cNvSpPr/>
          <p:nvPr/>
        </p:nvSpPr>
        <p:spPr>
          <a:xfrm>
            <a:off x="8445600" y="24606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4"/>
                </a:move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1"/>
                </a:lnTo>
                <a:lnTo>
                  <a:pt x="3" y="0"/>
                </a:lnTo>
                <a:lnTo>
                  <a:pt x="5" y="1"/>
                </a:lnTo>
                <a:lnTo>
                  <a:pt x="6" y="2"/>
                </a:lnTo>
                <a:lnTo>
                  <a:pt x="5" y="4"/>
                </a:lnTo>
                <a:lnTo>
                  <a:pt x="4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9" name=""/>
          <p:cNvSpPr/>
          <p:nvPr/>
        </p:nvSpPr>
        <p:spPr>
          <a:xfrm>
            <a:off x="8601480" y="25686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0" name=""/>
          <p:cNvSpPr/>
          <p:nvPr/>
        </p:nvSpPr>
        <p:spPr>
          <a:xfrm>
            <a:off x="8592840" y="2559960"/>
            <a:ext cx="8280" cy="6120"/>
          </a:xfrm>
          <a:custGeom>
            <a:avLst/>
            <a:gdLst/>
            <a:ahLst/>
            <a:rect l="0" t="0" r="r" b="b"/>
            <a:pathLst>
              <a:path w="23" h="17">
                <a:moveTo>
                  <a:pt x="4" y="3"/>
                </a:moveTo>
                <a:lnTo>
                  <a:pt x="5" y="3"/>
                </a:lnTo>
                <a:lnTo>
                  <a:pt x="7" y="3"/>
                </a:lnTo>
                <a:lnTo>
                  <a:pt x="9" y="2"/>
                </a:lnTo>
                <a:lnTo>
                  <a:pt x="10" y="2"/>
                </a:lnTo>
                <a:lnTo>
                  <a:pt x="11" y="0"/>
                </a:lnTo>
                <a:lnTo>
                  <a:pt x="11" y="2"/>
                </a:lnTo>
                <a:lnTo>
                  <a:pt x="12" y="2"/>
                </a:lnTo>
                <a:lnTo>
                  <a:pt x="13" y="0"/>
                </a:lnTo>
                <a:lnTo>
                  <a:pt x="14" y="0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6"/>
                </a:lnTo>
                <a:lnTo>
                  <a:pt x="15" y="5"/>
                </a:lnTo>
                <a:lnTo>
                  <a:pt x="15" y="6"/>
                </a:lnTo>
                <a:lnTo>
                  <a:pt x="14" y="6"/>
                </a:lnTo>
                <a:lnTo>
                  <a:pt x="14" y="7"/>
                </a:lnTo>
                <a:lnTo>
                  <a:pt x="14" y="8"/>
                </a:lnTo>
                <a:lnTo>
                  <a:pt x="14" y="9"/>
                </a:lnTo>
                <a:lnTo>
                  <a:pt x="15" y="9"/>
                </a:lnTo>
                <a:lnTo>
                  <a:pt x="15" y="10"/>
                </a:lnTo>
                <a:lnTo>
                  <a:pt x="16" y="10"/>
                </a:lnTo>
                <a:lnTo>
                  <a:pt x="17" y="11"/>
                </a:lnTo>
                <a:lnTo>
                  <a:pt x="18" y="11"/>
                </a:lnTo>
                <a:lnTo>
                  <a:pt x="20" y="11"/>
                </a:lnTo>
                <a:lnTo>
                  <a:pt x="21" y="12"/>
                </a:lnTo>
                <a:lnTo>
                  <a:pt x="22" y="12"/>
                </a:lnTo>
                <a:lnTo>
                  <a:pt x="23" y="13"/>
                </a:lnTo>
                <a:lnTo>
                  <a:pt x="23" y="14"/>
                </a:lnTo>
                <a:lnTo>
                  <a:pt x="22" y="14"/>
                </a:lnTo>
                <a:lnTo>
                  <a:pt x="22" y="15"/>
                </a:lnTo>
                <a:lnTo>
                  <a:pt x="22" y="16"/>
                </a:lnTo>
                <a:lnTo>
                  <a:pt x="22" y="17"/>
                </a:lnTo>
                <a:lnTo>
                  <a:pt x="21" y="17"/>
                </a:lnTo>
                <a:lnTo>
                  <a:pt x="20" y="17"/>
                </a:lnTo>
                <a:lnTo>
                  <a:pt x="20" y="16"/>
                </a:lnTo>
                <a:lnTo>
                  <a:pt x="18" y="16"/>
                </a:lnTo>
                <a:lnTo>
                  <a:pt x="18" y="17"/>
                </a:lnTo>
                <a:lnTo>
                  <a:pt x="17" y="17"/>
                </a:lnTo>
                <a:lnTo>
                  <a:pt x="16" y="16"/>
                </a:lnTo>
                <a:lnTo>
                  <a:pt x="15" y="14"/>
                </a:lnTo>
                <a:lnTo>
                  <a:pt x="14" y="14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1" y="13"/>
                </a:lnTo>
                <a:lnTo>
                  <a:pt x="10" y="14"/>
                </a:lnTo>
                <a:lnTo>
                  <a:pt x="9" y="14"/>
                </a:lnTo>
                <a:lnTo>
                  <a:pt x="7" y="12"/>
                </a:lnTo>
                <a:lnTo>
                  <a:pt x="7" y="11"/>
                </a:lnTo>
                <a:lnTo>
                  <a:pt x="6" y="11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3" y="6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1" name=""/>
          <p:cNvSpPr/>
          <p:nvPr/>
        </p:nvSpPr>
        <p:spPr>
          <a:xfrm>
            <a:off x="8512200" y="255348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1" y="9"/>
                </a:move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5" y="5"/>
                </a:lnTo>
                <a:lnTo>
                  <a:pt x="5" y="6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9"/>
                </a:lnTo>
                <a:lnTo>
                  <a:pt x="1" y="9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080" rIns="21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2" name=""/>
          <p:cNvSpPr/>
          <p:nvPr/>
        </p:nvSpPr>
        <p:spPr>
          <a:xfrm>
            <a:off x="8502840" y="2536200"/>
            <a:ext cx="4680" cy="4320"/>
          </a:xfrm>
          <a:custGeom>
            <a:avLst/>
            <a:gdLst/>
            <a:ahLst/>
            <a:rect l="0" t="0" r="r" b="b"/>
            <a:pathLst>
              <a:path w="13" h="12">
                <a:moveTo>
                  <a:pt x="5" y="3"/>
                </a:moveTo>
                <a:lnTo>
                  <a:pt x="6" y="4"/>
                </a:lnTo>
                <a:lnTo>
                  <a:pt x="7" y="5"/>
                </a:lnTo>
                <a:lnTo>
                  <a:pt x="8" y="6"/>
                </a:lnTo>
                <a:lnTo>
                  <a:pt x="9" y="8"/>
                </a:lnTo>
                <a:lnTo>
                  <a:pt x="10" y="8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1" y="11"/>
                </a:lnTo>
                <a:lnTo>
                  <a:pt x="10" y="10"/>
                </a:lnTo>
                <a:lnTo>
                  <a:pt x="10" y="9"/>
                </a:lnTo>
                <a:lnTo>
                  <a:pt x="6" y="6"/>
                </a:lnTo>
                <a:lnTo>
                  <a:pt x="2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3" name=""/>
          <p:cNvSpPr/>
          <p:nvPr/>
        </p:nvSpPr>
        <p:spPr>
          <a:xfrm>
            <a:off x="8583480" y="2518200"/>
            <a:ext cx="3960" cy="3960"/>
          </a:xfrm>
          <a:custGeom>
            <a:avLst/>
            <a:gdLst/>
            <a:ahLst/>
            <a:rect l="0" t="0" r="r" b="b"/>
            <a:pathLst>
              <a:path w="11" h="11">
                <a:moveTo>
                  <a:pt x="7" y="2"/>
                </a:moveTo>
                <a:lnTo>
                  <a:pt x="8" y="0"/>
                </a:lnTo>
                <a:lnTo>
                  <a:pt x="9" y="0"/>
                </a:lnTo>
                <a:lnTo>
                  <a:pt x="11" y="2"/>
                </a:lnTo>
                <a:lnTo>
                  <a:pt x="11" y="3"/>
                </a:lnTo>
                <a:lnTo>
                  <a:pt x="11" y="4"/>
                </a:lnTo>
                <a:lnTo>
                  <a:pt x="11" y="5"/>
                </a:lnTo>
                <a:lnTo>
                  <a:pt x="9" y="5"/>
                </a:lnTo>
                <a:lnTo>
                  <a:pt x="11" y="5"/>
                </a:lnTo>
                <a:lnTo>
                  <a:pt x="11" y="6"/>
                </a:lnTo>
                <a:lnTo>
                  <a:pt x="9" y="6"/>
                </a:lnTo>
                <a:lnTo>
                  <a:pt x="8" y="7"/>
                </a:lnTo>
                <a:lnTo>
                  <a:pt x="9" y="7"/>
                </a:lnTo>
                <a:lnTo>
                  <a:pt x="9" y="8"/>
                </a:lnTo>
                <a:lnTo>
                  <a:pt x="11" y="9"/>
                </a:lnTo>
                <a:lnTo>
                  <a:pt x="9" y="9"/>
                </a:lnTo>
                <a:lnTo>
                  <a:pt x="8" y="11"/>
                </a:lnTo>
                <a:lnTo>
                  <a:pt x="8" y="9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3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800" rIns="21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4" name=""/>
          <p:cNvSpPr/>
          <p:nvPr/>
        </p:nvSpPr>
        <p:spPr>
          <a:xfrm>
            <a:off x="8586720" y="2519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5" name=""/>
          <p:cNvSpPr/>
          <p:nvPr/>
        </p:nvSpPr>
        <p:spPr>
          <a:xfrm>
            <a:off x="8484120" y="2491560"/>
            <a:ext cx="720" cy="2520"/>
          </a:xfrm>
          <a:custGeom>
            <a:avLst/>
            <a:gdLst/>
            <a:ahLst/>
            <a:rect l="0" t="0" r="r" b="b"/>
            <a:pathLst>
              <a:path w="2" h="7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0" y="5"/>
                </a:lnTo>
                <a:lnTo>
                  <a:pt x="0" y="7"/>
                </a:lnTo>
                <a:lnTo>
                  <a:pt x="0" y="5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360" rIns="21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6" name=""/>
          <p:cNvSpPr/>
          <p:nvPr/>
        </p:nvSpPr>
        <p:spPr>
          <a:xfrm>
            <a:off x="8484840" y="2471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7" name=""/>
          <p:cNvSpPr/>
          <p:nvPr/>
        </p:nvSpPr>
        <p:spPr>
          <a:xfrm>
            <a:off x="8482680" y="2460240"/>
            <a:ext cx="1440" cy="3600"/>
          </a:xfrm>
          <a:custGeom>
            <a:avLst/>
            <a:gdLst/>
            <a:ahLst/>
            <a:rect l="0" t="0" r="r" b="b"/>
            <a:pathLst>
              <a:path w="4" h="10">
                <a:moveTo>
                  <a:pt x="2" y="8"/>
                </a:move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2" y="7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1440" rIns="216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8" name=""/>
          <p:cNvSpPr/>
          <p:nvPr/>
        </p:nvSpPr>
        <p:spPr>
          <a:xfrm>
            <a:off x="8483040" y="24562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4"/>
                </a:moveTo>
                <a:lnTo>
                  <a:pt x="5" y="5"/>
                </a:lnTo>
                <a:lnTo>
                  <a:pt x="2" y="6"/>
                </a:lnTo>
                <a:lnTo>
                  <a:pt x="0" y="0"/>
                </a:lnTo>
                <a:lnTo>
                  <a:pt x="5" y="0"/>
                </a:lnTo>
                <a:lnTo>
                  <a:pt x="5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0" rIns="21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9" name=""/>
          <p:cNvSpPr/>
          <p:nvPr/>
        </p:nvSpPr>
        <p:spPr>
          <a:xfrm>
            <a:off x="8481960" y="2328480"/>
            <a:ext cx="109080" cy="253080"/>
          </a:xfrm>
          <a:custGeom>
            <a:avLst/>
            <a:gdLst/>
            <a:ahLst/>
            <a:rect l="0" t="0" r="r" b="b"/>
            <a:pathLst>
              <a:path w="303" h="703">
                <a:moveTo>
                  <a:pt x="214" y="2"/>
                </a:moveTo>
                <a:lnTo>
                  <a:pt x="214" y="1"/>
                </a:lnTo>
                <a:lnTo>
                  <a:pt x="215" y="0"/>
                </a:lnTo>
                <a:lnTo>
                  <a:pt x="216" y="0"/>
                </a:lnTo>
                <a:lnTo>
                  <a:pt x="218" y="1"/>
                </a:lnTo>
                <a:lnTo>
                  <a:pt x="219" y="1"/>
                </a:lnTo>
                <a:lnTo>
                  <a:pt x="220" y="1"/>
                </a:lnTo>
                <a:lnTo>
                  <a:pt x="221" y="2"/>
                </a:lnTo>
                <a:lnTo>
                  <a:pt x="224" y="3"/>
                </a:lnTo>
                <a:lnTo>
                  <a:pt x="225" y="4"/>
                </a:lnTo>
                <a:lnTo>
                  <a:pt x="226" y="4"/>
                </a:lnTo>
                <a:lnTo>
                  <a:pt x="226" y="5"/>
                </a:lnTo>
                <a:lnTo>
                  <a:pt x="227" y="5"/>
                </a:lnTo>
                <a:lnTo>
                  <a:pt x="227" y="6"/>
                </a:lnTo>
                <a:lnTo>
                  <a:pt x="228" y="8"/>
                </a:lnTo>
                <a:lnTo>
                  <a:pt x="228" y="9"/>
                </a:lnTo>
                <a:lnTo>
                  <a:pt x="228" y="10"/>
                </a:lnTo>
                <a:lnTo>
                  <a:pt x="229" y="11"/>
                </a:lnTo>
                <a:lnTo>
                  <a:pt x="230" y="12"/>
                </a:lnTo>
                <a:lnTo>
                  <a:pt x="229" y="12"/>
                </a:lnTo>
                <a:lnTo>
                  <a:pt x="230" y="12"/>
                </a:lnTo>
                <a:lnTo>
                  <a:pt x="231" y="11"/>
                </a:lnTo>
                <a:lnTo>
                  <a:pt x="232" y="12"/>
                </a:lnTo>
                <a:lnTo>
                  <a:pt x="231" y="13"/>
                </a:lnTo>
                <a:lnTo>
                  <a:pt x="232" y="13"/>
                </a:lnTo>
                <a:lnTo>
                  <a:pt x="232" y="14"/>
                </a:lnTo>
                <a:lnTo>
                  <a:pt x="233" y="15"/>
                </a:lnTo>
                <a:lnTo>
                  <a:pt x="234" y="15"/>
                </a:lnTo>
                <a:lnTo>
                  <a:pt x="235" y="16"/>
                </a:lnTo>
                <a:lnTo>
                  <a:pt x="236" y="16"/>
                </a:lnTo>
                <a:lnTo>
                  <a:pt x="236" y="17"/>
                </a:lnTo>
                <a:lnTo>
                  <a:pt x="237" y="17"/>
                </a:lnTo>
                <a:lnTo>
                  <a:pt x="237" y="16"/>
                </a:lnTo>
                <a:lnTo>
                  <a:pt x="239" y="15"/>
                </a:lnTo>
                <a:lnTo>
                  <a:pt x="240" y="15"/>
                </a:lnTo>
                <a:lnTo>
                  <a:pt x="240" y="14"/>
                </a:lnTo>
                <a:lnTo>
                  <a:pt x="240" y="13"/>
                </a:lnTo>
                <a:lnTo>
                  <a:pt x="241" y="13"/>
                </a:lnTo>
                <a:lnTo>
                  <a:pt x="241" y="14"/>
                </a:lnTo>
                <a:lnTo>
                  <a:pt x="240" y="16"/>
                </a:lnTo>
                <a:lnTo>
                  <a:pt x="239" y="17"/>
                </a:lnTo>
                <a:lnTo>
                  <a:pt x="239" y="18"/>
                </a:lnTo>
                <a:lnTo>
                  <a:pt x="239" y="19"/>
                </a:lnTo>
                <a:lnTo>
                  <a:pt x="240" y="19"/>
                </a:lnTo>
                <a:lnTo>
                  <a:pt x="240" y="20"/>
                </a:lnTo>
                <a:lnTo>
                  <a:pt x="241" y="20"/>
                </a:lnTo>
                <a:lnTo>
                  <a:pt x="242" y="20"/>
                </a:lnTo>
                <a:lnTo>
                  <a:pt x="243" y="20"/>
                </a:lnTo>
                <a:lnTo>
                  <a:pt x="243" y="21"/>
                </a:lnTo>
                <a:lnTo>
                  <a:pt x="244" y="21"/>
                </a:lnTo>
                <a:lnTo>
                  <a:pt x="244" y="22"/>
                </a:lnTo>
                <a:lnTo>
                  <a:pt x="244" y="23"/>
                </a:lnTo>
                <a:lnTo>
                  <a:pt x="245" y="23"/>
                </a:lnTo>
                <a:lnTo>
                  <a:pt x="246" y="23"/>
                </a:lnTo>
                <a:lnTo>
                  <a:pt x="247" y="22"/>
                </a:lnTo>
                <a:lnTo>
                  <a:pt x="248" y="22"/>
                </a:lnTo>
                <a:lnTo>
                  <a:pt x="248" y="23"/>
                </a:lnTo>
                <a:lnTo>
                  <a:pt x="249" y="23"/>
                </a:lnTo>
                <a:lnTo>
                  <a:pt x="251" y="23"/>
                </a:lnTo>
                <a:lnTo>
                  <a:pt x="252" y="24"/>
                </a:lnTo>
                <a:lnTo>
                  <a:pt x="253" y="24"/>
                </a:lnTo>
                <a:lnTo>
                  <a:pt x="253" y="25"/>
                </a:lnTo>
                <a:lnTo>
                  <a:pt x="253" y="26"/>
                </a:lnTo>
                <a:lnTo>
                  <a:pt x="252" y="26"/>
                </a:lnTo>
                <a:lnTo>
                  <a:pt x="252" y="27"/>
                </a:lnTo>
                <a:lnTo>
                  <a:pt x="251" y="27"/>
                </a:lnTo>
                <a:lnTo>
                  <a:pt x="251" y="28"/>
                </a:lnTo>
                <a:lnTo>
                  <a:pt x="251" y="29"/>
                </a:lnTo>
                <a:lnTo>
                  <a:pt x="252" y="29"/>
                </a:lnTo>
                <a:lnTo>
                  <a:pt x="252" y="28"/>
                </a:lnTo>
                <a:lnTo>
                  <a:pt x="252" y="27"/>
                </a:lnTo>
                <a:lnTo>
                  <a:pt x="253" y="27"/>
                </a:lnTo>
                <a:lnTo>
                  <a:pt x="254" y="26"/>
                </a:lnTo>
                <a:lnTo>
                  <a:pt x="254" y="25"/>
                </a:lnTo>
                <a:lnTo>
                  <a:pt x="254" y="24"/>
                </a:lnTo>
                <a:lnTo>
                  <a:pt x="255" y="24"/>
                </a:lnTo>
                <a:lnTo>
                  <a:pt x="256" y="23"/>
                </a:lnTo>
                <a:lnTo>
                  <a:pt x="258" y="23"/>
                </a:lnTo>
                <a:lnTo>
                  <a:pt x="258" y="24"/>
                </a:lnTo>
                <a:lnTo>
                  <a:pt x="260" y="24"/>
                </a:lnTo>
                <a:lnTo>
                  <a:pt x="260" y="25"/>
                </a:lnTo>
                <a:lnTo>
                  <a:pt x="261" y="24"/>
                </a:lnTo>
                <a:lnTo>
                  <a:pt x="260" y="24"/>
                </a:lnTo>
                <a:lnTo>
                  <a:pt x="261" y="24"/>
                </a:lnTo>
                <a:lnTo>
                  <a:pt x="263" y="23"/>
                </a:lnTo>
                <a:lnTo>
                  <a:pt x="262" y="25"/>
                </a:lnTo>
                <a:lnTo>
                  <a:pt x="262" y="26"/>
                </a:lnTo>
                <a:lnTo>
                  <a:pt x="263" y="26"/>
                </a:lnTo>
                <a:lnTo>
                  <a:pt x="264" y="26"/>
                </a:lnTo>
                <a:lnTo>
                  <a:pt x="265" y="26"/>
                </a:lnTo>
                <a:lnTo>
                  <a:pt x="266" y="26"/>
                </a:lnTo>
                <a:lnTo>
                  <a:pt x="266" y="27"/>
                </a:lnTo>
                <a:lnTo>
                  <a:pt x="266" y="28"/>
                </a:lnTo>
                <a:lnTo>
                  <a:pt x="267" y="28"/>
                </a:lnTo>
                <a:lnTo>
                  <a:pt x="268" y="28"/>
                </a:lnTo>
                <a:lnTo>
                  <a:pt x="268" y="27"/>
                </a:lnTo>
                <a:lnTo>
                  <a:pt x="269" y="26"/>
                </a:lnTo>
                <a:lnTo>
                  <a:pt x="271" y="26"/>
                </a:lnTo>
                <a:lnTo>
                  <a:pt x="272" y="26"/>
                </a:lnTo>
                <a:lnTo>
                  <a:pt x="274" y="26"/>
                </a:lnTo>
                <a:lnTo>
                  <a:pt x="275" y="26"/>
                </a:lnTo>
                <a:lnTo>
                  <a:pt x="276" y="26"/>
                </a:lnTo>
                <a:lnTo>
                  <a:pt x="278" y="26"/>
                </a:lnTo>
                <a:lnTo>
                  <a:pt x="279" y="26"/>
                </a:lnTo>
                <a:lnTo>
                  <a:pt x="281" y="26"/>
                </a:lnTo>
                <a:lnTo>
                  <a:pt x="282" y="25"/>
                </a:lnTo>
                <a:lnTo>
                  <a:pt x="283" y="25"/>
                </a:lnTo>
                <a:lnTo>
                  <a:pt x="283" y="24"/>
                </a:lnTo>
                <a:lnTo>
                  <a:pt x="284" y="24"/>
                </a:lnTo>
                <a:lnTo>
                  <a:pt x="284" y="23"/>
                </a:lnTo>
                <a:lnTo>
                  <a:pt x="285" y="23"/>
                </a:lnTo>
                <a:lnTo>
                  <a:pt x="285" y="24"/>
                </a:lnTo>
                <a:lnTo>
                  <a:pt x="284" y="25"/>
                </a:lnTo>
                <a:lnTo>
                  <a:pt x="285" y="26"/>
                </a:lnTo>
                <a:lnTo>
                  <a:pt x="285" y="27"/>
                </a:lnTo>
                <a:lnTo>
                  <a:pt x="285" y="28"/>
                </a:lnTo>
                <a:lnTo>
                  <a:pt x="285" y="29"/>
                </a:lnTo>
                <a:lnTo>
                  <a:pt x="285" y="30"/>
                </a:lnTo>
                <a:lnTo>
                  <a:pt x="284" y="32"/>
                </a:lnTo>
                <a:lnTo>
                  <a:pt x="284" y="33"/>
                </a:lnTo>
                <a:lnTo>
                  <a:pt x="285" y="34"/>
                </a:lnTo>
                <a:lnTo>
                  <a:pt x="286" y="35"/>
                </a:lnTo>
                <a:lnTo>
                  <a:pt x="287" y="35"/>
                </a:lnTo>
                <a:lnTo>
                  <a:pt x="288" y="36"/>
                </a:lnTo>
                <a:lnTo>
                  <a:pt x="289" y="36"/>
                </a:lnTo>
                <a:lnTo>
                  <a:pt x="289" y="38"/>
                </a:lnTo>
                <a:lnTo>
                  <a:pt x="288" y="39"/>
                </a:lnTo>
                <a:lnTo>
                  <a:pt x="288" y="40"/>
                </a:lnTo>
                <a:lnTo>
                  <a:pt x="289" y="40"/>
                </a:lnTo>
                <a:lnTo>
                  <a:pt x="289" y="41"/>
                </a:lnTo>
                <a:lnTo>
                  <a:pt x="289" y="42"/>
                </a:lnTo>
                <a:lnTo>
                  <a:pt x="290" y="42"/>
                </a:lnTo>
                <a:lnTo>
                  <a:pt x="290" y="43"/>
                </a:lnTo>
                <a:lnTo>
                  <a:pt x="291" y="43"/>
                </a:lnTo>
                <a:lnTo>
                  <a:pt x="291" y="44"/>
                </a:lnTo>
                <a:lnTo>
                  <a:pt x="292" y="45"/>
                </a:lnTo>
                <a:lnTo>
                  <a:pt x="293" y="45"/>
                </a:lnTo>
                <a:lnTo>
                  <a:pt x="293" y="44"/>
                </a:lnTo>
                <a:lnTo>
                  <a:pt x="295" y="44"/>
                </a:lnTo>
                <a:lnTo>
                  <a:pt x="296" y="43"/>
                </a:lnTo>
                <a:lnTo>
                  <a:pt x="297" y="43"/>
                </a:lnTo>
                <a:lnTo>
                  <a:pt x="298" y="42"/>
                </a:lnTo>
                <a:lnTo>
                  <a:pt x="301" y="43"/>
                </a:lnTo>
                <a:lnTo>
                  <a:pt x="301" y="44"/>
                </a:lnTo>
                <a:lnTo>
                  <a:pt x="301" y="45"/>
                </a:lnTo>
                <a:lnTo>
                  <a:pt x="302" y="44"/>
                </a:lnTo>
                <a:lnTo>
                  <a:pt x="303" y="44"/>
                </a:lnTo>
                <a:lnTo>
                  <a:pt x="303" y="45"/>
                </a:lnTo>
                <a:lnTo>
                  <a:pt x="303" y="46"/>
                </a:lnTo>
                <a:lnTo>
                  <a:pt x="302" y="46"/>
                </a:lnTo>
                <a:lnTo>
                  <a:pt x="302" y="47"/>
                </a:lnTo>
                <a:lnTo>
                  <a:pt x="301" y="47"/>
                </a:lnTo>
                <a:lnTo>
                  <a:pt x="301" y="48"/>
                </a:lnTo>
                <a:lnTo>
                  <a:pt x="299" y="49"/>
                </a:lnTo>
                <a:lnTo>
                  <a:pt x="298" y="50"/>
                </a:lnTo>
                <a:lnTo>
                  <a:pt x="297" y="51"/>
                </a:lnTo>
                <a:lnTo>
                  <a:pt x="296" y="51"/>
                </a:lnTo>
                <a:lnTo>
                  <a:pt x="296" y="52"/>
                </a:lnTo>
                <a:lnTo>
                  <a:pt x="295" y="52"/>
                </a:lnTo>
                <a:lnTo>
                  <a:pt x="294" y="53"/>
                </a:lnTo>
                <a:lnTo>
                  <a:pt x="292" y="54"/>
                </a:lnTo>
                <a:lnTo>
                  <a:pt x="292" y="55"/>
                </a:lnTo>
                <a:lnTo>
                  <a:pt x="291" y="55"/>
                </a:lnTo>
                <a:lnTo>
                  <a:pt x="291" y="56"/>
                </a:lnTo>
                <a:lnTo>
                  <a:pt x="290" y="56"/>
                </a:lnTo>
                <a:lnTo>
                  <a:pt x="290" y="58"/>
                </a:lnTo>
                <a:lnTo>
                  <a:pt x="289" y="59"/>
                </a:lnTo>
                <a:lnTo>
                  <a:pt x="288" y="60"/>
                </a:lnTo>
                <a:lnTo>
                  <a:pt x="288" y="61"/>
                </a:lnTo>
                <a:lnTo>
                  <a:pt x="287" y="61"/>
                </a:lnTo>
                <a:lnTo>
                  <a:pt x="288" y="61"/>
                </a:lnTo>
                <a:lnTo>
                  <a:pt x="287" y="62"/>
                </a:lnTo>
                <a:lnTo>
                  <a:pt x="286" y="62"/>
                </a:lnTo>
                <a:lnTo>
                  <a:pt x="285" y="63"/>
                </a:lnTo>
                <a:lnTo>
                  <a:pt x="285" y="64"/>
                </a:lnTo>
                <a:lnTo>
                  <a:pt x="285" y="65"/>
                </a:lnTo>
                <a:lnTo>
                  <a:pt x="285" y="67"/>
                </a:lnTo>
                <a:lnTo>
                  <a:pt x="284" y="69"/>
                </a:lnTo>
                <a:lnTo>
                  <a:pt x="283" y="69"/>
                </a:lnTo>
                <a:lnTo>
                  <a:pt x="281" y="73"/>
                </a:lnTo>
                <a:lnTo>
                  <a:pt x="280" y="73"/>
                </a:lnTo>
                <a:lnTo>
                  <a:pt x="280" y="74"/>
                </a:lnTo>
                <a:lnTo>
                  <a:pt x="279" y="76"/>
                </a:lnTo>
                <a:lnTo>
                  <a:pt x="278" y="78"/>
                </a:lnTo>
                <a:lnTo>
                  <a:pt x="278" y="79"/>
                </a:lnTo>
                <a:lnTo>
                  <a:pt x="277" y="79"/>
                </a:lnTo>
                <a:lnTo>
                  <a:pt x="278" y="79"/>
                </a:lnTo>
                <a:lnTo>
                  <a:pt x="278" y="80"/>
                </a:lnTo>
                <a:lnTo>
                  <a:pt x="278" y="81"/>
                </a:lnTo>
                <a:lnTo>
                  <a:pt x="277" y="83"/>
                </a:lnTo>
                <a:lnTo>
                  <a:pt x="277" y="84"/>
                </a:lnTo>
                <a:lnTo>
                  <a:pt x="277" y="88"/>
                </a:lnTo>
                <a:lnTo>
                  <a:pt x="277" y="92"/>
                </a:lnTo>
                <a:lnTo>
                  <a:pt x="277" y="93"/>
                </a:lnTo>
                <a:lnTo>
                  <a:pt x="277" y="95"/>
                </a:lnTo>
                <a:lnTo>
                  <a:pt x="277" y="96"/>
                </a:lnTo>
                <a:lnTo>
                  <a:pt x="278" y="97"/>
                </a:lnTo>
                <a:lnTo>
                  <a:pt x="278" y="98"/>
                </a:lnTo>
                <a:lnTo>
                  <a:pt x="278" y="99"/>
                </a:lnTo>
                <a:lnTo>
                  <a:pt x="278" y="100"/>
                </a:lnTo>
                <a:lnTo>
                  <a:pt x="278" y="101"/>
                </a:lnTo>
                <a:lnTo>
                  <a:pt x="279" y="102"/>
                </a:lnTo>
                <a:lnTo>
                  <a:pt x="279" y="103"/>
                </a:lnTo>
                <a:lnTo>
                  <a:pt x="279" y="104"/>
                </a:lnTo>
                <a:lnTo>
                  <a:pt x="280" y="104"/>
                </a:lnTo>
                <a:lnTo>
                  <a:pt x="280" y="105"/>
                </a:lnTo>
                <a:lnTo>
                  <a:pt x="281" y="106"/>
                </a:lnTo>
                <a:lnTo>
                  <a:pt x="281" y="107"/>
                </a:lnTo>
                <a:lnTo>
                  <a:pt x="282" y="108"/>
                </a:lnTo>
                <a:lnTo>
                  <a:pt x="282" y="109"/>
                </a:lnTo>
                <a:lnTo>
                  <a:pt x="281" y="110"/>
                </a:lnTo>
                <a:lnTo>
                  <a:pt x="280" y="111"/>
                </a:lnTo>
                <a:lnTo>
                  <a:pt x="281" y="111"/>
                </a:lnTo>
                <a:lnTo>
                  <a:pt x="282" y="111"/>
                </a:lnTo>
                <a:lnTo>
                  <a:pt x="283" y="111"/>
                </a:lnTo>
                <a:lnTo>
                  <a:pt x="283" y="112"/>
                </a:lnTo>
                <a:lnTo>
                  <a:pt x="284" y="112"/>
                </a:lnTo>
                <a:lnTo>
                  <a:pt x="284" y="113"/>
                </a:lnTo>
                <a:lnTo>
                  <a:pt x="284" y="114"/>
                </a:lnTo>
                <a:lnTo>
                  <a:pt x="284" y="116"/>
                </a:lnTo>
                <a:lnTo>
                  <a:pt x="285" y="117"/>
                </a:lnTo>
                <a:lnTo>
                  <a:pt x="285" y="118"/>
                </a:lnTo>
                <a:lnTo>
                  <a:pt x="285" y="119"/>
                </a:lnTo>
                <a:lnTo>
                  <a:pt x="286" y="120"/>
                </a:lnTo>
                <a:lnTo>
                  <a:pt x="286" y="121"/>
                </a:lnTo>
                <a:lnTo>
                  <a:pt x="286" y="122"/>
                </a:lnTo>
                <a:lnTo>
                  <a:pt x="287" y="123"/>
                </a:lnTo>
                <a:lnTo>
                  <a:pt x="287" y="124"/>
                </a:lnTo>
                <a:lnTo>
                  <a:pt x="288" y="124"/>
                </a:lnTo>
                <a:lnTo>
                  <a:pt x="288" y="125"/>
                </a:lnTo>
                <a:lnTo>
                  <a:pt x="288" y="126"/>
                </a:lnTo>
                <a:lnTo>
                  <a:pt x="289" y="126"/>
                </a:lnTo>
                <a:lnTo>
                  <a:pt x="289" y="127"/>
                </a:lnTo>
                <a:lnTo>
                  <a:pt x="290" y="128"/>
                </a:lnTo>
                <a:lnTo>
                  <a:pt x="291" y="128"/>
                </a:lnTo>
                <a:lnTo>
                  <a:pt x="291" y="129"/>
                </a:lnTo>
                <a:lnTo>
                  <a:pt x="292" y="129"/>
                </a:lnTo>
                <a:lnTo>
                  <a:pt x="292" y="130"/>
                </a:lnTo>
                <a:lnTo>
                  <a:pt x="295" y="130"/>
                </a:lnTo>
                <a:lnTo>
                  <a:pt x="296" y="131"/>
                </a:lnTo>
                <a:lnTo>
                  <a:pt x="295" y="131"/>
                </a:lnTo>
                <a:lnTo>
                  <a:pt x="294" y="131"/>
                </a:lnTo>
                <a:lnTo>
                  <a:pt x="293" y="131"/>
                </a:lnTo>
                <a:lnTo>
                  <a:pt x="292" y="130"/>
                </a:lnTo>
                <a:lnTo>
                  <a:pt x="291" y="131"/>
                </a:lnTo>
                <a:lnTo>
                  <a:pt x="291" y="132"/>
                </a:lnTo>
                <a:lnTo>
                  <a:pt x="292" y="132"/>
                </a:lnTo>
                <a:lnTo>
                  <a:pt x="292" y="133"/>
                </a:lnTo>
                <a:lnTo>
                  <a:pt x="292" y="134"/>
                </a:lnTo>
                <a:lnTo>
                  <a:pt x="293" y="134"/>
                </a:lnTo>
                <a:lnTo>
                  <a:pt x="294" y="134"/>
                </a:lnTo>
                <a:lnTo>
                  <a:pt x="295" y="135"/>
                </a:lnTo>
                <a:lnTo>
                  <a:pt x="294" y="135"/>
                </a:lnTo>
                <a:lnTo>
                  <a:pt x="294" y="136"/>
                </a:lnTo>
                <a:lnTo>
                  <a:pt x="294" y="137"/>
                </a:lnTo>
                <a:lnTo>
                  <a:pt x="294" y="138"/>
                </a:lnTo>
                <a:lnTo>
                  <a:pt x="295" y="140"/>
                </a:lnTo>
                <a:lnTo>
                  <a:pt x="295" y="141"/>
                </a:lnTo>
                <a:lnTo>
                  <a:pt x="296" y="144"/>
                </a:lnTo>
                <a:lnTo>
                  <a:pt x="296" y="145"/>
                </a:lnTo>
                <a:lnTo>
                  <a:pt x="296" y="146"/>
                </a:lnTo>
                <a:lnTo>
                  <a:pt x="295" y="146"/>
                </a:lnTo>
                <a:lnTo>
                  <a:pt x="292" y="147"/>
                </a:lnTo>
                <a:lnTo>
                  <a:pt x="291" y="147"/>
                </a:lnTo>
                <a:lnTo>
                  <a:pt x="291" y="148"/>
                </a:lnTo>
                <a:lnTo>
                  <a:pt x="290" y="149"/>
                </a:lnTo>
                <a:lnTo>
                  <a:pt x="290" y="151"/>
                </a:lnTo>
                <a:lnTo>
                  <a:pt x="291" y="151"/>
                </a:lnTo>
                <a:lnTo>
                  <a:pt x="291" y="152"/>
                </a:lnTo>
                <a:lnTo>
                  <a:pt x="291" y="153"/>
                </a:lnTo>
                <a:lnTo>
                  <a:pt x="292" y="153"/>
                </a:lnTo>
                <a:lnTo>
                  <a:pt x="293" y="153"/>
                </a:lnTo>
                <a:lnTo>
                  <a:pt x="294" y="155"/>
                </a:lnTo>
                <a:lnTo>
                  <a:pt x="293" y="156"/>
                </a:lnTo>
                <a:lnTo>
                  <a:pt x="292" y="157"/>
                </a:lnTo>
                <a:lnTo>
                  <a:pt x="292" y="158"/>
                </a:lnTo>
                <a:lnTo>
                  <a:pt x="290" y="159"/>
                </a:lnTo>
                <a:lnTo>
                  <a:pt x="289" y="160"/>
                </a:lnTo>
                <a:lnTo>
                  <a:pt x="289" y="162"/>
                </a:lnTo>
                <a:lnTo>
                  <a:pt x="288" y="163"/>
                </a:lnTo>
                <a:lnTo>
                  <a:pt x="288" y="164"/>
                </a:lnTo>
                <a:lnTo>
                  <a:pt x="288" y="165"/>
                </a:lnTo>
                <a:lnTo>
                  <a:pt x="287" y="165"/>
                </a:lnTo>
                <a:lnTo>
                  <a:pt x="286" y="166"/>
                </a:lnTo>
                <a:lnTo>
                  <a:pt x="286" y="167"/>
                </a:lnTo>
                <a:lnTo>
                  <a:pt x="286" y="168"/>
                </a:lnTo>
                <a:lnTo>
                  <a:pt x="285" y="170"/>
                </a:lnTo>
                <a:lnTo>
                  <a:pt x="285" y="171"/>
                </a:lnTo>
                <a:lnTo>
                  <a:pt x="285" y="172"/>
                </a:lnTo>
                <a:lnTo>
                  <a:pt x="285" y="174"/>
                </a:lnTo>
                <a:lnTo>
                  <a:pt x="285" y="177"/>
                </a:lnTo>
                <a:lnTo>
                  <a:pt x="285" y="178"/>
                </a:lnTo>
                <a:lnTo>
                  <a:pt x="285" y="181"/>
                </a:lnTo>
                <a:lnTo>
                  <a:pt x="285" y="183"/>
                </a:lnTo>
                <a:lnTo>
                  <a:pt x="284" y="185"/>
                </a:lnTo>
                <a:lnTo>
                  <a:pt x="284" y="186"/>
                </a:lnTo>
                <a:lnTo>
                  <a:pt x="284" y="187"/>
                </a:lnTo>
                <a:lnTo>
                  <a:pt x="284" y="188"/>
                </a:lnTo>
                <a:lnTo>
                  <a:pt x="285" y="189"/>
                </a:lnTo>
                <a:lnTo>
                  <a:pt x="285" y="190"/>
                </a:lnTo>
                <a:lnTo>
                  <a:pt x="285" y="191"/>
                </a:lnTo>
                <a:lnTo>
                  <a:pt x="285" y="192"/>
                </a:lnTo>
                <a:lnTo>
                  <a:pt x="285" y="193"/>
                </a:lnTo>
                <a:lnTo>
                  <a:pt x="285" y="194"/>
                </a:lnTo>
                <a:lnTo>
                  <a:pt x="284" y="194"/>
                </a:lnTo>
                <a:lnTo>
                  <a:pt x="284" y="193"/>
                </a:lnTo>
                <a:lnTo>
                  <a:pt x="283" y="193"/>
                </a:lnTo>
                <a:lnTo>
                  <a:pt x="283" y="194"/>
                </a:lnTo>
                <a:lnTo>
                  <a:pt x="282" y="197"/>
                </a:lnTo>
                <a:lnTo>
                  <a:pt x="282" y="198"/>
                </a:lnTo>
                <a:lnTo>
                  <a:pt x="282" y="199"/>
                </a:lnTo>
                <a:lnTo>
                  <a:pt x="282" y="200"/>
                </a:lnTo>
                <a:lnTo>
                  <a:pt x="281" y="200"/>
                </a:lnTo>
                <a:lnTo>
                  <a:pt x="281" y="203"/>
                </a:lnTo>
                <a:lnTo>
                  <a:pt x="281" y="205"/>
                </a:lnTo>
                <a:lnTo>
                  <a:pt x="280" y="206"/>
                </a:lnTo>
                <a:lnTo>
                  <a:pt x="279" y="207"/>
                </a:lnTo>
                <a:lnTo>
                  <a:pt x="279" y="208"/>
                </a:lnTo>
                <a:lnTo>
                  <a:pt x="278" y="208"/>
                </a:lnTo>
                <a:lnTo>
                  <a:pt x="277" y="208"/>
                </a:lnTo>
                <a:lnTo>
                  <a:pt x="277" y="209"/>
                </a:lnTo>
                <a:lnTo>
                  <a:pt x="277" y="210"/>
                </a:lnTo>
                <a:lnTo>
                  <a:pt x="276" y="210"/>
                </a:lnTo>
                <a:lnTo>
                  <a:pt x="276" y="211"/>
                </a:lnTo>
                <a:lnTo>
                  <a:pt x="276" y="212"/>
                </a:lnTo>
                <a:lnTo>
                  <a:pt x="276" y="213"/>
                </a:lnTo>
                <a:lnTo>
                  <a:pt x="275" y="213"/>
                </a:lnTo>
                <a:lnTo>
                  <a:pt x="274" y="214"/>
                </a:lnTo>
                <a:lnTo>
                  <a:pt x="273" y="215"/>
                </a:lnTo>
                <a:lnTo>
                  <a:pt x="272" y="216"/>
                </a:lnTo>
                <a:lnTo>
                  <a:pt x="271" y="216"/>
                </a:lnTo>
                <a:lnTo>
                  <a:pt x="271" y="217"/>
                </a:lnTo>
                <a:lnTo>
                  <a:pt x="270" y="217"/>
                </a:lnTo>
                <a:lnTo>
                  <a:pt x="269" y="219"/>
                </a:lnTo>
                <a:lnTo>
                  <a:pt x="269" y="220"/>
                </a:lnTo>
                <a:lnTo>
                  <a:pt x="269" y="221"/>
                </a:lnTo>
                <a:lnTo>
                  <a:pt x="269" y="224"/>
                </a:lnTo>
                <a:lnTo>
                  <a:pt x="269" y="225"/>
                </a:lnTo>
                <a:lnTo>
                  <a:pt x="269" y="226"/>
                </a:lnTo>
                <a:lnTo>
                  <a:pt x="270" y="227"/>
                </a:lnTo>
                <a:lnTo>
                  <a:pt x="270" y="228"/>
                </a:lnTo>
                <a:lnTo>
                  <a:pt x="271" y="229"/>
                </a:lnTo>
                <a:lnTo>
                  <a:pt x="271" y="230"/>
                </a:lnTo>
                <a:lnTo>
                  <a:pt x="271" y="232"/>
                </a:lnTo>
                <a:lnTo>
                  <a:pt x="270" y="234"/>
                </a:lnTo>
                <a:lnTo>
                  <a:pt x="270" y="235"/>
                </a:lnTo>
                <a:lnTo>
                  <a:pt x="269" y="236"/>
                </a:lnTo>
                <a:lnTo>
                  <a:pt x="268" y="237"/>
                </a:lnTo>
                <a:lnTo>
                  <a:pt x="267" y="237"/>
                </a:lnTo>
                <a:lnTo>
                  <a:pt x="267" y="238"/>
                </a:lnTo>
                <a:lnTo>
                  <a:pt x="266" y="238"/>
                </a:lnTo>
                <a:lnTo>
                  <a:pt x="266" y="239"/>
                </a:lnTo>
                <a:lnTo>
                  <a:pt x="265" y="240"/>
                </a:lnTo>
                <a:lnTo>
                  <a:pt x="265" y="241"/>
                </a:lnTo>
                <a:lnTo>
                  <a:pt x="265" y="242"/>
                </a:lnTo>
                <a:lnTo>
                  <a:pt x="264" y="242"/>
                </a:lnTo>
                <a:lnTo>
                  <a:pt x="264" y="243"/>
                </a:lnTo>
                <a:lnTo>
                  <a:pt x="264" y="244"/>
                </a:lnTo>
                <a:lnTo>
                  <a:pt x="264" y="245"/>
                </a:lnTo>
                <a:lnTo>
                  <a:pt x="264" y="246"/>
                </a:lnTo>
                <a:lnTo>
                  <a:pt x="265" y="248"/>
                </a:lnTo>
                <a:lnTo>
                  <a:pt x="266" y="250"/>
                </a:lnTo>
                <a:lnTo>
                  <a:pt x="266" y="251"/>
                </a:lnTo>
                <a:lnTo>
                  <a:pt x="268" y="253"/>
                </a:lnTo>
                <a:lnTo>
                  <a:pt x="269" y="254"/>
                </a:lnTo>
                <a:lnTo>
                  <a:pt x="269" y="255"/>
                </a:lnTo>
                <a:lnTo>
                  <a:pt x="270" y="255"/>
                </a:lnTo>
                <a:lnTo>
                  <a:pt x="271" y="255"/>
                </a:lnTo>
                <a:lnTo>
                  <a:pt x="271" y="256"/>
                </a:lnTo>
                <a:lnTo>
                  <a:pt x="272" y="256"/>
                </a:lnTo>
                <a:lnTo>
                  <a:pt x="272" y="257"/>
                </a:lnTo>
                <a:lnTo>
                  <a:pt x="272" y="258"/>
                </a:lnTo>
                <a:lnTo>
                  <a:pt x="272" y="259"/>
                </a:lnTo>
                <a:lnTo>
                  <a:pt x="271" y="260"/>
                </a:lnTo>
                <a:lnTo>
                  <a:pt x="271" y="261"/>
                </a:lnTo>
                <a:lnTo>
                  <a:pt x="271" y="262"/>
                </a:lnTo>
                <a:lnTo>
                  <a:pt x="270" y="263"/>
                </a:lnTo>
                <a:lnTo>
                  <a:pt x="269" y="264"/>
                </a:lnTo>
                <a:lnTo>
                  <a:pt x="268" y="265"/>
                </a:lnTo>
                <a:lnTo>
                  <a:pt x="267" y="266"/>
                </a:lnTo>
                <a:lnTo>
                  <a:pt x="267" y="268"/>
                </a:lnTo>
                <a:lnTo>
                  <a:pt x="266" y="269"/>
                </a:lnTo>
                <a:lnTo>
                  <a:pt x="266" y="270"/>
                </a:lnTo>
                <a:lnTo>
                  <a:pt x="267" y="270"/>
                </a:lnTo>
                <a:lnTo>
                  <a:pt x="267" y="271"/>
                </a:lnTo>
                <a:lnTo>
                  <a:pt x="267" y="272"/>
                </a:lnTo>
                <a:lnTo>
                  <a:pt x="268" y="272"/>
                </a:lnTo>
                <a:lnTo>
                  <a:pt x="268" y="274"/>
                </a:lnTo>
                <a:lnTo>
                  <a:pt x="268" y="276"/>
                </a:lnTo>
                <a:lnTo>
                  <a:pt x="268" y="277"/>
                </a:lnTo>
                <a:lnTo>
                  <a:pt x="268" y="279"/>
                </a:lnTo>
                <a:lnTo>
                  <a:pt x="268" y="280"/>
                </a:lnTo>
                <a:lnTo>
                  <a:pt x="268" y="282"/>
                </a:lnTo>
                <a:lnTo>
                  <a:pt x="268" y="283"/>
                </a:lnTo>
                <a:lnTo>
                  <a:pt x="268" y="284"/>
                </a:lnTo>
                <a:lnTo>
                  <a:pt x="268" y="285"/>
                </a:lnTo>
                <a:lnTo>
                  <a:pt x="268" y="289"/>
                </a:lnTo>
                <a:lnTo>
                  <a:pt x="268" y="290"/>
                </a:lnTo>
                <a:lnTo>
                  <a:pt x="268" y="291"/>
                </a:lnTo>
                <a:lnTo>
                  <a:pt x="268" y="292"/>
                </a:lnTo>
                <a:lnTo>
                  <a:pt x="268" y="293"/>
                </a:lnTo>
                <a:lnTo>
                  <a:pt x="267" y="293"/>
                </a:lnTo>
                <a:lnTo>
                  <a:pt x="267" y="294"/>
                </a:lnTo>
                <a:lnTo>
                  <a:pt x="267" y="295"/>
                </a:lnTo>
                <a:lnTo>
                  <a:pt x="267" y="296"/>
                </a:lnTo>
                <a:lnTo>
                  <a:pt x="267" y="297"/>
                </a:lnTo>
                <a:lnTo>
                  <a:pt x="267" y="298"/>
                </a:lnTo>
                <a:lnTo>
                  <a:pt x="266" y="298"/>
                </a:lnTo>
                <a:lnTo>
                  <a:pt x="266" y="299"/>
                </a:lnTo>
                <a:lnTo>
                  <a:pt x="266" y="300"/>
                </a:lnTo>
                <a:lnTo>
                  <a:pt x="266" y="301"/>
                </a:lnTo>
                <a:lnTo>
                  <a:pt x="266" y="303"/>
                </a:lnTo>
                <a:lnTo>
                  <a:pt x="266" y="306"/>
                </a:lnTo>
                <a:lnTo>
                  <a:pt x="266" y="307"/>
                </a:lnTo>
                <a:lnTo>
                  <a:pt x="266" y="308"/>
                </a:lnTo>
                <a:lnTo>
                  <a:pt x="266" y="309"/>
                </a:lnTo>
                <a:lnTo>
                  <a:pt x="267" y="309"/>
                </a:lnTo>
                <a:lnTo>
                  <a:pt x="267" y="310"/>
                </a:lnTo>
                <a:lnTo>
                  <a:pt x="267" y="311"/>
                </a:lnTo>
                <a:lnTo>
                  <a:pt x="266" y="313"/>
                </a:lnTo>
                <a:lnTo>
                  <a:pt x="266" y="314"/>
                </a:lnTo>
                <a:lnTo>
                  <a:pt x="266" y="315"/>
                </a:lnTo>
                <a:lnTo>
                  <a:pt x="266" y="316"/>
                </a:lnTo>
                <a:lnTo>
                  <a:pt x="265" y="317"/>
                </a:lnTo>
                <a:lnTo>
                  <a:pt x="264" y="317"/>
                </a:lnTo>
                <a:lnTo>
                  <a:pt x="264" y="318"/>
                </a:lnTo>
                <a:lnTo>
                  <a:pt x="264" y="319"/>
                </a:lnTo>
                <a:lnTo>
                  <a:pt x="264" y="320"/>
                </a:lnTo>
                <a:lnTo>
                  <a:pt x="264" y="322"/>
                </a:lnTo>
                <a:lnTo>
                  <a:pt x="265" y="322"/>
                </a:lnTo>
                <a:lnTo>
                  <a:pt x="265" y="324"/>
                </a:lnTo>
                <a:lnTo>
                  <a:pt x="265" y="325"/>
                </a:lnTo>
                <a:lnTo>
                  <a:pt x="265" y="326"/>
                </a:lnTo>
                <a:lnTo>
                  <a:pt x="265" y="327"/>
                </a:lnTo>
                <a:lnTo>
                  <a:pt x="265" y="328"/>
                </a:lnTo>
                <a:lnTo>
                  <a:pt x="265" y="329"/>
                </a:lnTo>
                <a:lnTo>
                  <a:pt x="265" y="330"/>
                </a:lnTo>
                <a:lnTo>
                  <a:pt x="264" y="330"/>
                </a:lnTo>
                <a:lnTo>
                  <a:pt x="264" y="331"/>
                </a:lnTo>
                <a:lnTo>
                  <a:pt x="265" y="331"/>
                </a:lnTo>
                <a:lnTo>
                  <a:pt x="265" y="332"/>
                </a:lnTo>
                <a:lnTo>
                  <a:pt x="264" y="332"/>
                </a:lnTo>
                <a:lnTo>
                  <a:pt x="264" y="333"/>
                </a:lnTo>
                <a:lnTo>
                  <a:pt x="264" y="334"/>
                </a:lnTo>
                <a:lnTo>
                  <a:pt x="263" y="337"/>
                </a:lnTo>
                <a:lnTo>
                  <a:pt x="263" y="338"/>
                </a:lnTo>
                <a:lnTo>
                  <a:pt x="264" y="339"/>
                </a:lnTo>
                <a:lnTo>
                  <a:pt x="264" y="340"/>
                </a:lnTo>
                <a:lnTo>
                  <a:pt x="264" y="342"/>
                </a:lnTo>
                <a:lnTo>
                  <a:pt x="264" y="343"/>
                </a:lnTo>
                <a:lnTo>
                  <a:pt x="264" y="344"/>
                </a:lnTo>
                <a:lnTo>
                  <a:pt x="264" y="345"/>
                </a:lnTo>
                <a:lnTo>
                  <a:pt x="264" y="346"/>
                </a:lnTo>
                <a:lnTo>
                  <a:pt x="264" y="347"/>
                </a:lnTo>
                <a:lnTo>
                  <a:pt x="264" y="348"/>
                </a:lnTo>
                <a:lnTo>
                  <a:pt x="264" y="350"/>
                </a:lnTo>
                <a:lnTo>
                  <a:pt x="263" y="350"/>
                </a:lnTo>
                <a:lnTo>
                  <a:pt x="262" y="353"/>
                </a:lnTo>
                <a:lnTo>
                  <a:pt x="262" y="354"/>
                </a:lnTo>
                <a:lnTo>
                  <a:pt x="262" y="356"/>
                </a:lnTo>
                <a:lnTo>
                  <a:pt x="262" y="357"/>
                </a:lnTo>
                <a:lnTo>
                  <a:pt x="262" y="358"/>
                </a:lnTo>
                <a:lnTo>
                  <a:pt x="262" y="359"/>
                </a:lnTo>
                <a:lnTo>
                  <a:pt x="262" y="360"/>
                </a:lnTo>
                <a:lnTo>
                  <a:pt x="262" y="362"/>
                </a:lnTo>
                <a:lnTo>
                  <a:pt x="263" y="362"/>
                </a:lnTo>
                <a:lnTo>
                  <a:pt x="263" y="363"/>
                </a:lnTo>
                <a:lnTo>
                  <a:pt x="263" y="364"/>
                </a:lnTo>
                <a:lnTo>
                  <a:pt x="263" y="365"/>
                </a:lnTo>
                <a:lnTo>
                  <a:pt x="264" y="365"/>
                </a:lnTo>
                <a:lnTo>
                  <a:pt x="265" y="365"/>
                </a:lnTo>
                <a:lnTo>
                  <a:pt x="265" y="366"/>
                </a:lnTo>
                <a:lnTo>
                  <a:pt x="265" y="367"/>
                </a:lnTo>
                <a:lnTo>
                  <a:pt x="264" y="368"/>
                </a:lnTo>
                <a:lnTo>
                  <a:pt x="264" y="370"/>
                </a:lnTo>
                <a:lnTo>
                  <a:pt x="264" y="371"/>
                </a:lnTo>
                <a:lnTo>
                  <a:pt x="264" y="372"/>
                </a:lnTo>
                <a:lnTo>
                  <a:pt x="263" y="373"/>
                </a:lnTo>
                <a:lnTo>
                  <a:pt x="263" y="376"/>
                </a:lnTo>
                <a:lnTo>
                  <a:pt x="263" y="377"/>
                </a:lnTo>
                <a:lnTo>
                  <a:pt x="263" y="379"/>
                </a:lnTo>
                <a:lnTo>
                  <a:pt x="263" y="380"/>
                </a:lnTo>
                <a:lnTo>
                  <a:pt x="262" y="382"/>
                </a:lnTo>
                <a:lnTo>
                  <a:pt x="262" y="383"/>
                </a:lnTo>
                <a:lnTo>
                  <a:pt x="262" y="384"/>
                </a:lnTo>
                <a:lnTo>
                  <a:pt x="262" y="385"/>
                </a:lnTo>
                <a:lnTo>
                  <a:pt x="261" y="386"/>
                </a:lnTo>
                <a:lnTo>
                  <a:pt x="261" y="387"/>
                </a:lnTo>
                <a:lnTo>
                  <a:pt x="261" y="388"/>
                </a:lnTo>
                <a:lnTo>
                  <a:pt x="261" y="390"/>
                </a:lnTo>
                <a:lnTo>
                  <a:pt x="261" y="391"/>
                </a:lnTo>
                <a:lnTo>
                  <a:pt x="261" y="395"/>
                </a:lnTo>
                <a:lnTo>
                  <a:pt x="262" y="397"/>
                </a:lnTo>
                <a:lnTo>
                  <a:pt x="262" y="399"/>
                </a:lnTo>
                <a:lnTo>
                  <a:pt x="262" y="401"/>
                </a:lnTo>
                <a:lnTo>
                  <a:pt x="261" y="402"/>
                </a:lnTo>
                <a:lnTo>
                  <a:pt x="261" y="403"/>
                </a:lnTo>
                <a:lnTo>
                  <a:pt x="260" y="402"/>
                </a:lnTo>
                <a:lnTo>
                  <a:pt x="260" y="403"/>
                </a:lnTo>
                <a:lnTo>
                  <a:pt x="259" y="403"/>
                </a:lnTo>
                <a:lnTo>
                  <a:pt x="259" y="404"/>
                </a:lnTo>
                <a:lnTo>
                  <a:pt x="258" y="405"/>
                </a:lnTo>
                <a:lnTo>
                  <a:pt x="257" y="406"/>
                </a:lnTo>
                <a:lnTo>
                  <a:pt x="257" y="408"/>
                </a:lnTo>
                <a:lnTo>
                  <a:pt x="256" y="409"/>
                </a:lnTo>
                <a:lnTo>
                  <a:pt x="256" y="410"/>
                </a:lnTo>
                <a:lnTo>
                  <a:pt x="256" y="414"/>
                </a:lnTo>
                <a:lnTo>
                  <a:pt x="255" y="414"/>
                </a:lnTo>
                <a:lnTo>
                  <a:pt x="255" y="415"/>
                </a:lnTo>
                <a:lnTo>
                  <a:pt x="255" y="416"/>
                </a:lnTo>
                <a:lnTo>
                  <a:pt x="255" y="418"/>
                </a:lnTo>
                <a:lnTo>
                  <a:pt x="255" y="419"/>
                </a:lnTo>
                <a:lnTo>
                  <a:pt x="255" y="420"/>
                </a:lnTo>
                <a:lnTo>
                  <a:pt x="255" y="421"/>
                </a:lnTo>
                <a:lnTo>
                  <a:pt x="256" y="421"/>
                </a:lnTo>
                <a:lnTo>
                  <a:pt x="256" y="422"/>
                </a:lnTo>
                <a:lnTo>
                  <a:pt x="255" y="423"/>
                </a:lnTo>
                <a:lnTo>
                  <a:pt x="255" y="424"/>
                </a:lnTo>
                <a:lnTo>
                  <a:pt x="254" y="424"/>
                </a:lnTo>
                <a:lnTo>
                  <a:pt x="253" y="425"/>
                </a:lnTo>
                <a:lnTo>
                  <a:pt x="253" y="428"/>
                </a:lnTo>
                <a:lnTo>
                  <a:pt x="253" y="429"/>
                </a:lnTo>
                <a:lnTo>
                  <a:pt x="253" y="430"/>
                </a:lnTo>
                <a:lnTo>
                  <a:pt x="254" y="430"/>
                </a:lnTo>
                <a:lnTo>
                  <a:pt x="255" y="431"/>
                </a:lnTo>
                <a:lnTo>
                  <a:pt x="256" y="433"/>
                </a:lnTo>
                <a:lnTo>
                  <a:pt x="256" y="434"/>
                </a:lnTo>
                <a:lnTo>
                  <a:pt x="256" y="436"/>
                </a:lnTo>
                <a:lnTo>
                  <a:pt x="255" y="437"/>
                </a:lnTo>
                <a:lnTo>
                  <a:pt x="255" y="439"/>
                </a:lnTo>
                <a:lnTo>
                  <a:pt x="255" y="440"/>
                </a:lnTo>
                <a:lnTo>
                  <a:pt x="256" y="440"/>
                </a:lnTo>
                <a:lnTo>
                  <a:pt x="256" y="441"/>
                </a:lnTo>
                <a:lnTo>
                  <a:pt x="257" y="442"/>
                </a:lnTo>
                <a:lnTo>
                  <a:pt x="258" y="442"/>
                </a:lnTo>
                <a:lnTo>
                  <a:pt x="257" y="443"/>
                </a:lnTo>
                <a:lnTo>
                  <a:pt x="257" y="444"/>
                </a:lnTo>
                <a:lnTo>
                  <a:pt x="256" y="444"/>
                </a:lnTo>
                <a:lnTo>
                  <a:pt x="256" y="443"/>
                </a:lnTo>
                <a:lnTo>
                  <a:pt x="256" y="444"/>
                </a:lnTo>
                <a:lnTo>
                  <a:pt x="255" y="444"/>
                </a:lnTo>
                <a:lnTo>
                  <a:pt x="255" y="445"/>
                </a:lnTo>
                <a:lnTo>
                  <a:pt x="254" y="448"/>
                </a:lnTo>
                <a:lnTo>
                  <a:pt x="253" y="448"/>
                </a:lnTo>
                <a:lnTo>
                  <a:pt x="252" y="448"/>
                </a:lnTo>
                <a:lnTo>
                  <a:pt x="251" y="449"/>
                </a:lnTo>
                <a:lnTo>
                  <a:pt x="250" y="449"/>
                </a:lnTo>
                <a:lnTo>
                  <a:pt x="250" y="450"/>
                </a:lnTo>
                <a:lnTo>
                  <a:pt x="250" y="451"/>
                </a:lnTo>
                <a:lnTo>
                  <a:pt x="249" y="451"/>
                </a:lnTo>
                <a:lnTo>
                  <a:pt x="249" y="452"/>
                </a:lnTo>
                <a:lnTo>
                  <a:pt x="248" y="455"/>
                </a:lnTo>
                <a:lnTo>
                  <a:pt x="248" y="458"/>
                </a:lnTo>
                <a:lnTo>
                  <a:pt x="248" y="459"/>
                </a:lnTo>
                <a:lnTo>
                  <a:pt x="248" y="462"/>
                </a:lnTo>
                <a:lnTo>
                  <a:pt x="247" y="464"/>
                </a:lnTo>
                <a:lnTo>
                  <a:pt x="247" y="465"/>
                </a:lnTo>
                <a:lnTo>
                  <a:pt x="246" y="471"/>
                </a:lnTo>
                <a:lnTo>
                  <a:pt x="245" y="473"/>
                </a:lnTo>
                <a:lnTo>
                  <a:pt x="245" y="474"/>
                </a:lnTo>
                <a:lnTo>
                  <a:pt x="245" y="475"/>
                </a:lnTo>
                <a:lnTo>
                  <a:pt x="244" y="475"/>
                </a:lnTo>
                <a:lnTo>
                  <a:pt x="243" y="477"/>
                </a:lnTo>
                <a:lnTo>
                  <a:pt x="243" y="478"/>
                </a:lnTo>
                <a:lnTo>
                  <a:pt x="242" y="479"/>
                </a:lnTo>
                <a:lnTo>
                  <a:pt x="241" y="479"/>
                </a:lnTo>
                <a:lnTo>
                  <a:pt x="241" y="480"/>
                </a:lnTo>
                <a:lnTo>
                  <a:pt x="240" y="481"/>
                </a:lnTo>
                <a:lnTo>
                  <a:pt x="240" y="482"/>
                </a:lnTo>
                <a:lnTo>
                  <a:pt x="240" y="483"/>
                </a:lnTo>
                <a:lnTo>
                  <a:pt x="237" y="490"/>
                </a:lnTo>
                <a:lnTo>
                  <a:pt x="237" y="492"/>
                </a:lnTo>
                <a:lnTo>
                  <a:pt x="236" y="493"/>
                </a:lnTo>
                <a:lnTo>
                  <a:pt x="236" y="494"/>
                </a:lnTo>
                <a:lnTo>
                  <a:pt x="235" y="495"/>
                </a:lnTo>
                <a:lnTo>
                  <a:pt x="234" y="496"/>
                </a:lnTo>
                <a:lnTo>
                  <a:pt x="234" y="497"/>
                </a:lnTo>
                <a:lnTo>
                  <a:pt x="234" y="498"/>
                </a:lnTo>
                <a:lnTo>
                  <a:pt x="234" y="499"/>
                </a:lnTo>
                <a:lnTo>
                  <a:pt x="233" y="499"/>
                </a:lnTo>
                <a:lnTo>
                  <a:pt x="232" y="499"/>
                </a:lnTo>
                <a:lnTo>
                  <a:pt x="231" y="499"/>
                </a:lnTo>
                <a:lnTo>
                  <a:pt x="230" y="499"/>
                </a:lnTo>
                <a:lnTo>
                  <a:pt x="229" y="500"/>
                </a:lnTo>
                <a:lnTo>
                  <a:pt x="228" y="501"/>
                </a:lnTo>
                <a:lnTo>
                  <a:pt x="227" y="501"/>
                </a:lnTo>
                <a:lnTo>
                  <a:pt x="226" y="503"/>
                </a:lnTo>
                <a:lnTo>
                  <a:pt x="226" y="504"/>
                </a:lnTo>
                <a:lnTo>
                  <a:pt x="226" y="507"/>
                </a:lnTo>
                <a:lnTo>
                  <a:pt x="226" y="508"/>
                </a:lnTo>
                <a:lnTo>
                  <a:pt x="227" y="509"/>
                </a:lnTo>
                <a:lnTo>
                  <a:pt x="228" y="510"/>
                </a:lnTo>
                <a:lnTo>
                  <a:pt x="229" y="512"/>
                </a:lnTo>
                <a:lnTo>
                  <a:pt x="229" y="513"/>
                </a:lnTo>
                <a:lnTo>
                  <a:pt x="229" y="514"/>
                </a:lnTo>
                <a:lnTo>
                  <a:pt x="229" y="515"/>
                </a:lnTo>
                <a:lnTo>
                  <a:pt x="228" y="515"/>
                </a:lnTo>
                <a:lnTo>
                  <a:pt x="227" y="515"/>
                </a:lnTo>
                <a:lnTo>
                  <a:pt x="227" y="516"/>
                </a:lnTo>
                <a:lnTo>
                  <a:pt x="226" y="516"/>
                </a:lnTo>
                <a:lnTo>
                  <a:pt x="226" y="517"/>
                </a:lnTo>
                <a:lnTo>
                  <a:pt x="226" y="518"/>
                </a:lnTo>
                <a:lnTo>
                  <a:pt x="226" y="520"/>
                </a:lnTo>
                <a:lnTo>
                  <a:pt x="226" y="521"/>
                </a:lnTo>
                <a:lnTo>
                  <a:pt x="226" y="522"/>
                </a:lnTo>
                <a:lnTo>
                  <a:pt x="225" y="523"/>
                </a:lnTo>
                <a:lnTo>
                  <a:pt x="224" y="524"/>
                </a:lnTo>
                <a:lnTo>
                  <a:pt x="223" y="524"/>
                </a:lnTo>
                <a:lnTo>
                  <a:pt x="223" y="525"/>
                </a:lnTo>
                <a:lnTo>
                  <a:pt x="222" y="526"/>
                </a:lnTo>
                <a:lnTo>
                  <a:pt x="221" y="527"/>
                </a:lnTo>
                <a:lnTo>
                  <a:pt x="221" y="528"/>
                </a:lnTo>
                <a:lnTo>
                  <a:pt x="220" y="529"/>
                </a:lnTo>
                <a:lnTo>
                  <a:pt x="219" y="529"/>
                </a:lnTo>
                <a:lnTo>
                  <a:pt x="219" y="530"/>
                </a:lnTo>
                <a:lnTo>
                  <a:pt x="218" y="531"/>
                </a:lnTo>
                <a:lnTo>
                  <a:pt x="218" y="532"/>
                </a:lnTo>
                <a:lnTo>
                  <a:pt x="217" y="532"/>
                </a:lnTo>
                <a:lnTo>
                  <a:pt x="217" y="533"/>
                </a:lnTo>
                <a:lnTo>
                  <a:pt x="216" y="533"/>
                </a:lnTo>
                <a:lnTo>
                  <a:pt x="215" y="534"/>
                </a:lnTo>
                <a:lnTo>
                  <a:pt x="214" y="535"/>
                </a:lnTo>
                <a:lnTo>
                  <a:pt x="213" y="535"/>
                </a:lnTo>
                <a:lnTo>
                  <a:pt x="212" y="536"/>
                </a:lnTo>
                <a:lnTo>
                  <a:pt x="211" y="537"/>
                </a:lnTo>
                <a:lnTo>
                  <a:pt x="210" y="537"/>
                </a:lnTo>
                <a:lnTo>
                  <a:pt x="209" y="538"/>
                </a:lnTo>
                <a:lnTo>
                  <a:pt x="209" y="539"/>
                </a:lnTo>
                <a:lnTo>
                  <a:pt x="208" y="539"/>
                </a:lnTo>
                <a:lnTo>
                  <a:pt x="208" y="540"/>
                </a:lnTo>
                <a:lnTo>
                  <a:pt x="208" y="541"/>
                </a:lnTo>
                <a:lnTo>
                  <a:pt x="207" y="541"/>
                </a:lnTo>
                <a:lnTo>
                  <a:pt x="207" y="542"/>
                </a:lnTo>
                <a:lnTo>
                  <a:pt x="206" y="542"/>
                </a:lnTo>
                <a:lnTo>
                  <a:pt x="205" y="543"/>
                </a:lnTo>
                <a:lnTo>
                  <a:pt x="204" y="543"/>
                </a:lnTo>
                <a:lnTo>
                  <a:pt x="204" y="544"/>
                </a:lnTo>
                <a:lnTo>
                  <a:pt x="203" y="544"/>
                </a:lnTo>
                <a:lnTo>
                  <a:pt x="203" y="545"/>
                </a:lnTo>
                <a:lnTo>
                  <a:pt x="202" y="545"/>
                </a:lnTo>
                <a:lnTo>
                  <a:pt x="202" y="546"/>
                </a:lnTo>
                <a:lnTo>
                  <a:pt x="201" y="547"/>
                </a:lnTo>
                <a:lnTo>
                  <a:pt x="201" y="548"/>
                </a:lnTo>
                <a:lnTo>
                  <a:pt x="201" y="549"/>
                </a:lnTo>
                <a:lnTo>
                  <a:pt x="201" y="550"/>
                </a:lnTo>
                <a:lnTo>
                  <a:pt x="200" y="550"/>
                </a:lnTo>
                <a:lnTo>
                  <a:pt x="200" y="552"/>
                </a:lnTo>
                <a:lnTo>
                  <a:pt x="200" y="554"/>
                </a:lnTo>
                <a:lnTo>
                  <a:pt x="200" y="555"/>
                </a:lnTo>
                <a:lnTo>
                  <a:pt x="200" y="556"/>
                </a:lnTo>
                <a:lnTo>
                  <a:pt x="200" y="558"/>
                </a:lnTo>
                <a:lnTo>
                  <a:pt x="200" y="561"/>
                </a:lnTo>
                <a:lnTo>
                  <a:pt x="199" y="563"/>
                </a:lnTo>
                <a:lnTo>
                  <a:pt x="198" y="564"/>
                </a:lnTo>
                <a:lnTo>
                  <a:pt x="197" y="565"/>
                </a:lnTo>
                <a:lnTo>
                  <a:pt x="196" y="566"/>
                </a:lnTo>
                <a:lnTo>
                  <a:pt x="196" y="567"/>
                </a:lnTo>
                <a:lnTo>
                  <a:pt x="196" y="568"/>
                </a:lnTo>
                <a:lnTo>
                  <a:pt x="195" y="568"/>
                </a:lnTo>
                <a:lnTo>
                  <a:pt x="195" y="569"/>
                </a:lnTo>
                <a:lnTo>
                  <a:pt x="195" y="570"/>
                </a:lnTo>
                <a:lnTo>
                  <a:pt x="195" y="571"/>
                </a:lnTo>
                <a:lnTo>
                  <a:pt x="195" y="572"/>
                </a:lnTo>
                <a:lnTo>
                  <a:pt x="195" y="573"/>
                </a:lnTo>
                <a:lnTo>
                  <a:pt x="195" y="574"/>
                </a:lnTo>
                <a:lnTo>
                  <a:pt x="195" y="575"/>
                </a:lnTo>
                <a:lnTo>
                  <a:pt x="194" y="576"/>
                </a:lnTo>
                <a:lnTo>
                  <a:pt x="194" y="578"/>
                </a:lnTo>
                <a:lnTo>
                  <a:pt x="194" y="579"/>
                </a:lnTo>
                <a:lnTo>
                  <a:pt x="193" y="581"/>
                </a:lnTo>
                <a:lnTo>
                  <a:pt x="193" y="583"/>
                </a:lnTo>
                <a:lnTo>
                  <a:pt x="193" y="584"/>
                </a:lnTo>
                <a:lnTo>
                  <a:pt x="193" y="586"/>
                </a:lnTo>
                <a:lnTo>
                  <a:pt x="193" y="587"/>
                </a:lnTo>
                <a:lnTo>
                  <a:pt x="193" y="589"/>
                </a:lnTo>
                <a:lnTo>
                  <a:pt x="192" y="590"/>
                </a:lnTo>
                <a:lnTo>
                  <a:pt x="192" y="592"/>
                </a:lnTo>
                <a:lnTo>
                  <a:pt x="192" y="593"/>
                </a:lnTo>
                <a:lnTo>
                  <a:pt x="191" y="595"/>
                </a:lnTo>
                <a:lnTo>
                  <a:pt x="191" y="597"/>
                </a:lnTo>
                <a:lnTo>
                  <a:pt x="191" y="598"/>
                </a:lnTo>
                <a:lnTo>
                  <a:pt x="190" y="598"/>
                </a:lnTo>
                <a:lnTo>
                  <a:pt x="190" y="599"/>
                </a:lnTo>
                <a:lnTo>
                  <a:pt x="190" y="600"/>
                </a:lnTo>
                <a:lnTo>
                  <a:pt x="190" y="602"/>
                </a:lnTo>
                <a:lnTo>
                  <a:pt x="190" y="603"/>
                </a:lnTo>
                <a:lnTo>
                  <a:pt x="189" y="603"/>
                </a:lnTo>
                <a:lnTo>
                  <a:pt x="189" y="604"/>
                </a:lnTo>
                <a:lnTo>
                  <a:pt x="189" y="605"/>
                </a:lnTo>
                <a:lnTo>
                  <a:pt x="189" y="607"/>
                </a:lnTo>
                <a:lnTo>
                  <a:pt x="189" y="608"/>
                </a:lnTo>
                <a:lnTo>
                  <a:pt x="189" y="610"/>
                </a:lnTo>
                <a:lnTo>
                  <a:pt x="188" y="610"/>
                </a:lnTo>
                <a:lnTo>
                  <a:pt x="188" y="611"/>
                </a:lnTo>
                <a:lnTo>
                  <a:pt x="187" y="613"/>
                </a:lnTo>
                <a:lnTo>
                  <a:pt x="187" y="614"/>
                </a:lnTo>
                <a:lnTo>
                  <a:pt x="187" y="615"/>
                </a:lnTo>
                <a:lnTo>
                  <a:pt x="187" y="616"/>
                </a:lnTo>
                <a:lnTo>
                  <a:pt x="187" y="617"/>
                </a:lnTo>
                <a:lnTo>
                  <a:pt x="187" y="618"/>
                </a:lnTo>
                <a:lnTo>
                  <a:pt x="187" y="621"/>
                </a:lnTo>
                <a:lnTo>
                  <a:pt x="187" y="622"/>
                </a:lnTo>
                <a:lnTo>
                  <a:pt x="188" y="623"/>
                </a:lnTo>
                <a:lnTo>
                  <a:pt x="188" y="624"/>
                </a:lnTo>
                <a:lnTo>
                  <a:pt x="188" y="626"/>
                </a:lnTo>
                <a:lnTo>
                  <a:pt x="188" y="627"/>
                </a:lnTo>
                <a:lnTo>
                  <a:pt x="189" y="629"/>
                </a:lnTo>
                <a:lnTo>
                  <a:pt x="189" y="633"/>
                </a:lnTo>
                <a:lnTo>
                  <a:pt x="191" y="642"/>
                </a:lnTo>
                <a:lnTo>
                  <a:pt x="193" y="653"/>
                </a:lnTo>
                <a:lnTo>
                  <a:pt x="193" y="654"/>
                </a:lnTo>
                <a:lnTo>
                  <a:pt x="192" y="656"/>
                </a:lnTo>
                <a:lnTo>
                  <a:pt x="192" y="657"/>
                </a:lnTo>
                <a:lnTo>
                  <a:pt x="192" y="658"/>
                </a:lnTo>
                <a:lnTo>
                  <a:pt x="193" y="659"/>
                </a:lnTo>
                <a:lnTo>
                  <a:pt x="193" y="660"/>
                </a:lnTo>
                <a:lnTo>
                  <a:pt x="194" y="660"/>
                </a:lnTo>
                <a:lnTo>
                  <a:pt x="195" y="660"/>
                </a:lnTo>
                <a:lnTo>
                  <a:pt x="195" y="661"/>
                </a:lnTo>
                <a:lnTo>
                  <a:pt x="194" y="665"/>
                </a:lnTo>
                <a:lnTo>
                  <a:pt x="194" y="666"/>
                </a:lnTo>
                <a:lnTo>
                  <a:pt x="195" y="667"/>
                </a:lnTo>
                <a:lnTo>
                  <a:pt x="195" y="668"/>
                </a:lnTo>
                <a:lnTo>
                  <a:pt x="195" y="670"/>
                </a:lnTo>
                <a:lnTo>
                  <a:pt x="196" y="670"/>
                </a:lnTo>
                <a:lnTo>
                  <a:pt x="196" y="671"/>
                </a:lnTo>
                <a:lnTo>
                  <a:pt x="196" y="672"/>
                </a:lnTo>
                <a:lnTo>
                  <a:pt x="196" y="673"/>
                </a:lnTo>
                <a:lnTo>
                  <a:pt x="197" y="674"/>
                </a:lnTo>
                <a:lnTo>
                  <a:pt x="198" y="675"/>
                </a:lnTo>
                <a:lnTo>
                  <a:pt x="197" y="675"/>
                </a:lnTo>
                <a:lnTo>
                  <a:pt x="197" y="676"/>
                </a:lnTo>
                <a:lnTo>
                  <a:pt x="196" y="676"/>
                </a:lnTo>
                <a:lnTo>
                  <a:pt x="196" y="677"/>
                </a:lnTo>
                <a:lnTo>
                  <a:pt x="195" y="677"/>
                </a:lnTo>
                <a:lnTo>
                  <a:pt x="196" y="677"/>
                </a:lnTo>
                <a:lnTo>
                  <a:pt x="196" y="678"/>
                </a:lnTo>
                <a:lnTo>
                  <a:pt x="195" y="679"/>
                </a:lnTo>
                <a:lnTo>
                  <a:pt x="194" y="681"/>
                </a:lnTo>
                <a:lnTo>
                  <a:pt x="194" y="682"/>
                </a:lnTo>
                <a:lnTo>
                  <a:pt x="194" y="683"/>
                </a:lnTo>
                <a:lnTo>
                  <a:pt x="193" y="683"/>
                </a:lnTo>
                <a:lnTo>
                  <a:pt x="192" y="683"/>
                </a:lnTo>
                <a:lnTo>
                  <a:pt x="192" y="684"/>
                </a:lnTo>
                <a:lnTo>
                  <a:pt x="190" y="685"/>
                </a:lnTo>
                <a:lnTo>
                  <a:pt x="189" y="685"/>
                </a:lnTo>
                <a:lnTo>
                  <a:pt x="189" y="686"/>
                </a:lnTo>
                <a:lnTo>
                  <a:pt x="189" y="687"/>
                </a:lnTo>
                <a:lnTo>
                  <a:pt x="189" y="688"/>
                </a:lnTo>
                <a:lnTo>
                  <a:pt x="189" y="689"/>
                </a:lnTo>
                <a:lnTo>
                  <a:pt x="189" y="690"/>
                </a:lnTo>
                <a:lnTo>
                  <a:pt x="189" y="691"/>
                </a:lnTo>
                <a:lnTo>
                  <a:pt x="189" y="692"/>
                </a:lnTo>
                <a:lnTo>
                  <a:pt x="189" y="693"/>
                </a:lnTo>
                <a:lnTo>
                  <a:pt x="190" y="695"/>
                </a:lnTo>
                <a:lnTo>
                  <a:pt x="191" y="696"/>
                </a:lnTo>
                <a:lnTo>
                  <a:pt x="191" y="697"/>
                </a:lnTo>
                <a:lnTo>
                  <a:pt x="192" y="697"/>
                </a:lnTo>
                <a:lnTo>
                  <a:pt x="193" y="698"/>
                </a:lnTo>
                <a:lnTo>
                  <a:pt x="194" y="699"/>
                </a:lnTo>
                <a:lnTo>
                  <a:pt x="194" y="700"/>
                </a:lnTo>
                <a:lnTo>
                  <a:pt x="194" y="701"/>
                </a:lnTo>
                <a:lnTo>
                  <a:pt x="195" y="701"/>
                </a:lnTo>
                <a:lnTo>
                  <a:pt x="195" y="702"/>
                </a:lnTo>
                <a:lnTo>
                  <a:pt x="196" y="702"/>
                </a:lnTo>
                <a:lnTo>
                  <a:pt x="195" y="703"/>
                </a:lnTo>
                <a:lnTo>
                  <a:pt x="193" y="703"/>
                </a:lnTo>
                <a:lnTo>
                  <a:pt x="192" y="703"/>
                </a:lnTo>
                <a:lnTo>
                  <a:pt x="192" y="702"/>
                </a:lnTo>
                <a:lnTo>
                  <a:pt x="192" y="701"/>
                </a:lnTo>
                <a:lnTo>
                  <a:pt x="192" y="700"/>
                </a:lnTo>
                <a:lnTo>
                  <a:pt x="191" y="700"/>
                </a:lnTo>
                <a:lnTo>
                  <a:pt x="190" y="700"/>
                </a:lnTo>
                <a:lnTo>
                  <a:pt x="189" y="700"/>
                </a:lnTo>
                <a:lnTo>
                  <a:pt x="189" y="699"/>
                </a:lnTo>
                <a:lnTo>
                  <a:pt x="188" y="699"/>
                </a:lnTo>
                <a:lnTo>
                  <a:pt x="188" y="698"/>
                </a:lnTo>
                <a:lnTo>
                  <a:pt x="187" y="698"/>
                </a:lnTo>
                <a:lnTo>
                  <a:pt x="187" y="697"/>
                </a:lnTo>
                <a:lnTo>
                  <a:pt x="186" y="697"/>
                </a:lnTo>
                <a:lnTo>
                  <a:pt x="185" y="697"/>
                </a:lnTo>
                <a:lnTo>
                  <a:pt x="184" y="697"/>
                </a:lnTo>
                <a:lnTo>
                  <a:pt x="182" y="697"/>
                </a:lnTo>
                <a:lnTo>
                  <a:pt x="178" y="696"/>
                </a:lnTo>
                <a:lnTo>
                  <a:pt x="176" y="695"/>
                </a:lnTo>
                <a:lnTo>
                  <a:pt x="175" y="694"/>
                </a:lnTo>
                <a:lnTo>
                  <a:pt x="174" y="694"/>
                </a:lnTo>
                <a:lnTo>
                  <a:pt x="173" y="695"/>
                </a:lnTo>
                <a:lnTo>
                  <a:pt x="172" y="695"/>
                </a:lnTo>
                <a:lnTo>
                  <a:pt x="171" y="696"/>
                </a:lnTo>
                <a:lnTo>
                  <a:pt x="171" y="697"/>
                </a:lnTo>
                <a:lnTo>
                  <a:pt x="171" y="698"/>
                </a:lnTo>
                <a:lnTo>
                  <a:pt x="172" y="698"/>
                </a:lnTo>
                <a:lnTo>
                  <a:pt x="172" y="699"/>
                </a:lnTo>
                <a:lnTo>
                  <a:pt x="172" y="700"/>
                </a:lnTo>
                <a:lnTo>
                  <a:pt x="172" y="701"/>
                </a:lnTo>
                <a:lnTo>
                  <a:pt x="171" y="702"/>
                </a:lnTo>
                <a:lnTo>
                  <a:pt x="170" y="703"/>
                </a:lnTo>
                <a:lnTo>
                  <a:pt x="169" y="703"/>
                </a:lnTo>
                <a:lnTo>
                  <a:pt x="168" y="703"/>
                </a:lnTo>
                <a:lnTo>
                  <a:pt x="167" y="701"/>
                </a:lnTo>
                <a:lnTo>
                  <a:pt x="165" y="700"/>
                </a:lnTo>
                <a:lnTo>
                  <a:pt x="165" y="699"/>
                </a:lnTo>
                <a:lnTo>
                  <a:pt x="165" y="698"/>
                </a:lnTo>
                <a:lnTo>
                  <a:pt x="165" y="697"/>
                </a:lnTo>
                <a:lnTo>
                  <a:pt x="165" y="696"/>
                </a:lnTo>
                <a:lnTo>
                  <a:pt x="165" y="695"/>
                </a:lnTo>
                <a:lnTo>
                  <a:pt x="165" y="694"/>
                </a:lnTo>
                <a:lnTo>
                  <a:pt x="165" y="693"/>
                </a:lnTo>
                <a:lnTo>
                  <a:pt x="165" y="692"/>
                </a:lnTo>
                <a:lnTo>
                  <a:pt x="164" y="691"/>
                </a:lnTo>
                <a:lnTo>
                  <a:pt x="164" y="690"/>
                </a:lnTo>
                <a:lnTo>
                  <a:pt x="163" y="690"/>
                </a:lnTo>
                <a:lnTo>
                  <a:pt x="161" y="688"/>
                </a:lnTo>
                <a:lnTo>
                  <a:pt x="160" y="688"/>
                </a:lnTo>
                <a:lnTo>
                  <a:pt x="160" y="687"/>
                </a:lnTo>
                <a:lnTo>
                  <a:pt x="159" y="686"/>
                </a:lnTo>
                <a:lnTo>
                  <a:pt x="159" y="685"/>
                </a:lnTo>
                <a:lnTo>
                  <a:pt x="158" y="685"/>
                </a:lnTo>
                <a:lnTo>
                  <a:pt x="158" y="684"/>
                </a:lnTo>
                <a:lnTo>
                  <a:pt x="157" y="683"/>
                </a:lnTo>
                <a:lnTo>
                  <a:pt x="157" y="682"/>
                </a:lnTo>
                <a:lnTo>
                  <a:pt x="158" y="681"/>
                </a:lnTo>
                <a:lnTo>
                  <a:pt x="159" y="680"/>
                </a:lnTo>
                <a:lnTo>
                  <a:pt x="159" y="679"/>
                </a:lnTo>
                <a:lnTo>
                  <a:pt x="159" y="678"/>
                </a:lnTo>
                <a:lnTo>
                  <a:pt x="158" y="678"/>
                </a:lnTo>
                <a:lnTo>
                  <a:pt x="159" y="677"/>
                </a:lnTo>
                <a:lnTo>
                  <a:pt x="160" y="677"/>
                </a:lnTo>
                <a:lnTo>
                  <a:pt x="160" y="676"/>
                </a:lnTo>
                <a:lnTo>
                  <a:pt x="160" y="675"/>
                </a:lnTo>
                <a:lnTo>
                  <a:pt x="160" y="674"/>
                </a:lnTo>
                <a:lnTo>
                  <a:pt x="159" y="672"/>
                </a:lnTo>
                <a:lnTo>
                  <a:pt x="159" y="671"/>
                </a:lnTo>
                <a:lnTo>
                  <a:pt x="158" y="671"/>
                </a:lnTo>
                <a:lnTo>
                  <a:pt x="159" y="671"/>
                </a:lnTo>
                <a:lnTo>
                  <a:pt x="159" y="670"/>
                </a:lnTo>
                <a:lnTo>
                  <a:pt x="160" y="670"/>
                </a:lnTo>
                <a:lnTo>
                  <a:pt x="161" y="669"/>
                </a:lnTo>
                <a:lnTo>
                  <a:pt x="161" y="668"/>
                </a:lnTo>
                <a:lnTo>
                  <a:pt x="161" y="667"/>
                </a:lnTo>
                <a:lnTo>
                  <a:pt x="160" y="666"/>
                </a:lnTo>
                <a:lnTo>
                  <a:pt x="160" y="665"/>
                </a:lnTo>
                <a:lnTo>
                  <a:pt x="159" y="664"/>
                </a:lnTo>
                <a:lnTo>
                  <a:pt x="159" y="663"/>
                </a:lnTo>
                <a:lnTo>
                  <a:pt x="159" y="662"/>
                </a:lnTo>
                <a:lnTo>
                  <a:pt x="153" y="649"/>
                </a:lnTo>
                <a:lnTo>
                  <a:pt x="152" y="647"/>
                </a:lnTo>
                <a:lnTo>
                  <a:pt x="151" y="646"/>
                </a:lnTo>
                <a:lnTo>
                  <a:pt x="151" y="645"/>
                </a:lnTo>
                <a:lnTo>
                  <a:pt x="150" y="645"/>
                </a:lnTo>
                <a:lnTo>
                  <a:pt x="150" y="644"/>
                </a:lnTo>
                <a:lnTo>
                  <a:pt x="149" y="643"/>
                </a:lnTo>
                <a:lnTo>
                  <a:pt x="148" y="642"/>
                </a:lnTo>
                <a:lnTo>
                  <a:pt x="147" y="641"/>
                </a:lnTo>
                <a:lnTo>
                  <a:pt x="145" y="640"/>
                </a:lnTo>
                <a:lnTo>
                  <a:pt x="145" y="639"/>
                </a:lnTo>
                <a:lnTo>
                  <a:pt x="144" y="639"/>
                </a:lnTo>
                <a:lnTo>
                  <a:pt x="143" y="639"/>
                </a:lnTo>
                <a:lnTo>
                  <a:pt x="143" y="638"/>
                </a:lnTo>
                <a:lnTo>
                  <a:pt x="143" y="637"/>
                </a:lnTo>
                <a:lnTo>
                  <a:pt x="144" y="636"/>
                </a:lnTo>
                <a:lnTo>
                  <a:pt x="143" y="636"/>
                </a:lnTo>
                <a:lnTo>
                  <a:pt x="143" y="635"/>
                </a:lnTo>
                <a:lnTo>
                  <a:pt x="142" y="633"/>
                </a:lnTo>
                <a:lnTo>
                  <a:pt x="141" y="632"/>
                </a:lnTo>
                <a:lnTo>
                  <a:pt x="141" y="631"/>
                </a:lnTo>
                <a:lnTo>
                  <a:pt x="141" y="630"/>
                </a:lnTo>
                <a:lnTo>
                  <a:pt x="141" y="629"/>
                </a:lnTo>
                <a:lnTo>
                  <a:pt x="140" y="629"/>
                </a:lnTo>
                <a:lnTo>
                  <a:pt x="140" y="628"/>
                </a:lnTo>
                <a:lnTo>
                  <a:pt x="139" y="628"/>
                </a:lnTo>
                <a:lnTo>
                  <a:pt x="139" y="627"/>
                </a:lnTo>
                <a:lnTo>
                  <a:pt x="136" y="625"/>
                </a:lnTo>
                <a:lnTo>
                  <a:pt x="135" y="624"/>
                </a:lnTo>
                <a:lnTo>
                  <a:pt x="134" y="624"/>
                </a:lnTo>
                <a:lnTo>
                  <a:pt x="133" y="623"/>
                </a:lnTo>
                <a:lnTo>
                  <a:pt x="132" y="623"/>
                </a:lnTo>
                <a:lnTo>
                  <a:pt x="132" y="622"/>
                </a:lnTo>
                <a:lnTo>
                  <a:pt x="132" y="621"/>
                </a:lnTo>
                <a:lnTo>
                  <a:pt x="131" y="621"/>
                </a:lnTo>
                <a:lnTo>
                  <a:pt x="131" y="620"/>
                </a:lnTo>
                <a:lnTo>
                  <a:pt x="130" y="619"/>
                </a:lnTo>
                <a:lnTo>
                  <a:pt x="129" y="619"/>
                </a:lnTo>
                <a:lnTo>
                  <a:pt x="129" y="618"/>
                </a:lnTo>
                <a:lnTo>
                  <a:pt x="128" y="617"/>
                </a:lnTo>
                <a:lnTo>
                  <a:pt x="127" y="617"/>
                </a:lnTo>
                <a:lnTo>
                  <a:pt x="126" y="616"/>
                </a:lnTo>
                <a:lnTo>
                  <a:pt x="123" y="615"/>
                </a:lnTo>
                <a:lnTo>
                  <a:pt x="122" y="614"/>
                </a:lnTo>
                <a:lnTo>
                  <a:pt x="120" y="613"/>
                </a:lnTo>
                <a:lnTo>
                  <a:pt x="119" y="613"/>
                </a:lnTo>
                <a:lnTo>
                  <a:pt x="117" y="612"/>
                </a:lnTo>
                <a:lnTo>
                  <a:pt x="116" y="612"/>
                </a:lnTo>
                <a:lnTo>
                  <a:pt x="115" y="612"/>
                </a:lnTo>
                <a:lnTo>
                  <a:pt x="115" y="611"/>
                </a:lnTo>
                <a:lnTo>
                  <a:pt x="113" y="611"/>
                </a:lnTo>
                <a:lnTo>
                  <a:pt x="112" y="611"/>
                </a:lnTo>
                <a:lnTo>
                  <a:pt x="111" y="610"/>
                </a:lnTo>
                <a:lnTo>
                  <a:pt x="110" y="610"/>
                </a:lnTo>
                <a:lnTo>
                  <a:pt x="108" y="609"/>
                </a:lnTo>
                <a:lnTo>
                  <a:pt x="106" y="608"/>
                </a:lnTo>
                <a:lnTo>
                  <a:pt x="105" y="608"/>
                </a:lnTo>
                <a:lnTo>
                  <a:pt x="104" y="607"/>
                </a:lnTo>
                <a:lnTo>
                  <a:pt x="103" y="607"/>
                </a:lnTo>
                <a:lnTo>
                  <a:pt x="100" y="606"/>
                </a:lnTo>
                <a:lnTo>
                  <a:pt x="100" y="605"/>
                </a:lnTo>
                <a:lnTo>
                  <a:pt x="99" y="605"/>
                </a:lnTo>
                <a:lnTo>
                  <a:pt x="98" y="604"/>
                </a:lnTo>
                <a:lnTo>
                  <a:pt x="97" y="604"/>
                </a:lnTo>
                <a:lnTo>
                  <a:pt x="97" y="603"/>
                </a:lnTo>
                <a:lnTo>
                  <a:pt x="96" y="602"/>
                </a:lnTo>
                <a:lnTo>
                  <a:pt x="94" y="601"/>
                </a:lnTo>
                <a:lnTo>
                  <a:pt x="93" y="601"/>
                </a:lnTo>
                <a:lnTo>
                  <a:pt x="92" y="600"/>
                </a:lnTo>
                <a:lnTo>
                  <a:pt x="92" y="601"/>
                </a:lnTo>
                <a:lnTo>
                  <a:pt x="91" y="601"/>
                </a:lnTo>
                <a:lnTo>
                  <a:pt x="90" y="601"/>
                </a:lnTo>
                <a:lnTo>
                  <a:pt x="89" y="601"/>
                </a:lnTo>
                <a:lnTo>
                  <a:pt x="87" y="600"/>
                </a:lnTo>
                <a:lnTo>
                  <a:pt x="86" y="599"/>
                </a:lnTo>
                <a:lnTo>
                  <a:pt x="85" y="599"/>
                </a:lnTo>
                <a:lnTo>
                  <a:pt x="82" y="597"/>
                </a:lnTo>
                <a:lnTo>
                  <a:pt x="81" y="597"/>
                </a:lnTo>
                <a:lnTo>
                  <a:pt x="80" y="596"/>
                </a:lnTo>
                <a:lnTo>
                  <a:pt x="79" y="597"/>
                </a:lnTo>
                <a:lnTo>
                  <a:pt x="77" y="595"/>
                </a:lnTo>
                <a:lnTo>
                  <a:pt x="76" y="594"/>
                </a:lnTo>
                <a:lnTo>
                  <a:pt x="75" y="594"/>
                </a:lnTo>
                <a:lnTo>
                  <a:pt x="74" y="593"/>
                </a:lnTo>
                <a:lnTo>
                  <a:pt x="74" y="592"/>
                </a:lnTo>
                <a:lnTo>
                  <a:pt x="73" y="592"/>
                </a:lnTo>
                <a:lnTo>
                  <a:pt x="72" y="591"/>
                </a:lnTo>
                <a:lnTo>
                  <a:pt x="71" y="590"/>
                </a:lnTo>
                <a:lnTo>
                  <a:pt x="71" y="589"/>
                </a:lnTo>
                <a:lnTo>
                  <a:pt x="72" y="589"/>
                </a:lnTo>
                <a:lnTo>
                  <a:pt x="73" y="590"/>
                </a:lnTo>
                <a:lnTo>
                  <a:pt x="74" y="590"/>
                </a:lnTo>
                <a:lnTo>
                  <a:pt x="74" y="591"/>
                </a:lnTo>
                <a:lnTo>
                  <a:pt x="75" y="591"/>
                </a:lnTo>
                <a:lnTo>
                  <a:pt x="76" y="591"/>
                </a:lnTo>
                <a:lnTo>
                  <a:pt x="76" y="590"/>
                </a:lnTo>
                <a:lnTo>
                  <a:pt x="74" y="589"/>
                </a:lnTo>
                <a:lnTo>
                  <a:pt x="72" y="588"/>
                </a:lnTo>
                <a:lnTo>
                  <a:pt x="71" y="587"/>
                </a:lnTo>
                <a:lnTo>
                  <a:pt x="69" y="585"/>
                </a:lnTo>
                <a:lnTo>
                  <a:pt x="67" y="585"/>
                </a:lnTo>
                <a:lnTo>
                  <a:pt x="66" y="584"/>
                </a:lnTo>
                <a:lnTo>
                  <a:pt x="66" y="583"/>
                </a:lnTo>
                <a:lnTo>
                  <a:pt x="64" y="581"/>
                </a:lnTo>
                <a:lnTo>
                  <a:pt x="63" y="580"/>
                </a:lnTo>
                <a:lnTo>
                  <a:pt x="62" y="579"/>
                </a:lnTo>
                <a:lnTo>
                  <a:pt x="62" y="578"/>
                </a:lnTo>
                <a:lnTo>
                  <a:pt x="63" y="579"/>
                </a:lnTo>
                <a:lnTo>
                  <a:pt x="64" y="579"/>
                </a:lnTo>
                <a:lnTo>
                  <a:pt x="65" y="578"/>
                </a:lnTo>
                <a:lnTo>
                  <a:pt x="63" y="578"/>
                </a:lnTo>
                <a:lnTo>
                  <a:pt x="64" y="577"/>
                </a:lnTo>
                <a:lnTo>
                  <a:pt x="64" y="576"/>
                </a:lnTo>
                <a:lnTo>
                  <a:pt x="63" y="577"/>
                </a:lnTo>
                <a:lnTo>
                  <a:pt x="63" y="576"/>
                </a:lnTo>
                <a:lnTo>
                  <a:pt x="63" y="577"/>
                </a:lnTo>
                <a:lnTo>
                  <a:pt x="61" y="576"/>
                </a:lnTo>
                <a:lnTo>
                  <a:pt x="61" y="577"/>
                </a:lnTo>
                <a:lnTo>
                  <a:pt x="59" y="578"/>
                </a:lnTo>
                <a:lnTo>
                  <a:pt x="59" y="577"/>
                </a:lnTo>
                <a:lnTo>
                  <a:pt x="58" y="577"/>
                </a:lnTo>
                <a:lnTo>
                  <a:pt x="58" y="575"/>
                </a:lnTo>
                <a:lnTo>
                  <a:pt x="57" y="575"/>
                </a:lnTo>
                <a:lnTo>
                  <a:pt x="57" y="574"/>
                </a:lnTo>
                <a:lnTo>
                  <a:pt x="56" y="574"/>
                </a:lnTo>
                <a:lnTo>
                  <a:pt x="55" y="573"/>
                </a:lnTo>
                <a:lnTo>
                  <a:pt x="55" y="572"/>
                </a:lnTo>
                <a:lnTo>
                  <a:pt x="55" y="571"/>
                </a:lnTo>
                <a:lnTo>
                  <a:pt x="55" y="570"/>
                </a:lnTo>
                <a:lnTo>
                  <a:pt x="55" y="569"/>
                </a:lnTo>
                <a:lnTo>
                  <a:pt x="55" y="568"/>
                </a:lnTo>
                <a:lnTo>
                  <a:pt x="55" y="567"/>
                </a:lnTo>
                <a:lnTo>
                  <a:pt x="56" y="567"/>
                </a:lnTo>
                <a:lnTo>
                  <a:pt x="57" y="566"/>
                </a:lnTo>
                <a:lnTo>
                  <a:pt x="58" y="565"/>
                </a:lnTo>
                <a:lnTo>
                  <a:pt x="58" y="564"/>
                </a:lnTo>
                <a:lnTo>
                  <a:pt x="58" y="563"/>
                </a:lnTo>
                <a:lnTo>
                  <a:pt x="58" y="562"/>
                </a:lnTo>
                <a:lnTo>
                  <a:pt x="58" y="560"/>
                </a:lnTo>
                <a:lnTo>
                  <a:pt x="58" y="559"/>
                </a:lnTo>
                <a:lnTo>
                  <a:pt x="57" y="559"/>
                </a:lnTo>
                <a:lnTo>
                  <a:pt x="56" y="559"/>
                </a:lnTo>
                <a:lnTo>
                  <a:pt x="55" y="559"/>
                </a:lnTo>
                <a:lnTo>
                  <a:pt x="55" y="561"/>
                </a:lnTo>
                <a:lnTo>
                  <a:pt x="54" y="559"/>
                </a:lnTo>
                <a:lnTo>
                  <a:pt x="54" y="558"/>
                </a:lnTo>
                <a:lnTo>
                  <a:pt x="53" y="557"/>
                </a:lnTo>
                <a:lnTo>
                  <a:pt x="52" y="556"/>
                </a:lnTo>
                <a:lnTo>
                  <a:pt x="52" y="555"/>
                </a:lnTo>
                <a:lnTo>
                  <a:pt x="51" y="554"/>
                </a:lnTo>
                <a:lnTo>
                  <a:pt x="51" y="553"/>
                </a:lnTo>
                <a:lnTo>
                  <a:pt x="50" y="552"/>
                </a:lnTo>
                <a:lnTo>
                  <a:pt x="49" y="551"/>
                </a:lnTo>
                <a:lnTo>
                  <a:pt x="48" y="550"/>
                </a:lnTo>
                <a:lnTo>
                  <a:pt x="48" y="549"/>
                </a:lnTo>
                <a:lnTo>
                  <a:pt x="46" y="547"/>
                </a:lnTo>
                <a:lnTo>
                  <a:pt x="45" y="544"/>
                </a:lnTo>
                <a:lnTo>
                  <a:pt x="44" y="543"/>
                </a:lnTo>
                <a:lnTo>
                  <a:pt x="44" y="542"/>
                </a:lnTo>
                <a:lnTo>
                  <a:pt x="43" y="542"/>
                </a:lnTo>
                <a:lnTo>
                  <a:pt x="43" y="541"/>
                </a:lnTo>
                <a:lnTo>
                  <a:pt x="42" y="541"/>
                </a:lnTo>
                <a:lnTo>
                  <a:pt x="41" y="541"/>
                </a:lnTo>
                <a:lnTo>
                  <a:pt x="41" y="540"/>
                </a:lnTo>
                <a:lnTo>
                  <a:pt x="42" y="540"/>
                </a:lnTo>
                <a:lnTo>
                  <a:pt x="42" y="539"/>
                </a:lnTo>
                <a:lnTo>
                  <a:pt x="41" y="538"/>
                </a:lnTo>
                <a:lnTo>
                  <a:pt x="40" y="536"/>
                </a:lnTo>
                <a:lnTo>
                  <a:pt x="39" y="534"/>
                </a:lnTo>
                <a:lnTo>
                  <a:pt x="39" y="533"/>
                </a:lnTo>
                <a:lnTo>
                  <a:pt x="38" y="533"/>
                </a:lnTo>
                <a:lnTo>
                  <a:pt x="37" y="532"/>
                </a:lnTo>
                <a:lnTo>
                  <a:pt x="37" y="531"/>
                </a:lnTo>
                <a:lnTo>
                  <a:pt x="37" y="530"/>
                </a:lnTo>
                <a:lnTo>
                  <a:pt x="37" y="529"/>
                </a:lnTo>
                <a:lnTo>
                  <a:pt x="36" y="527"/>
                </a:lnTo>
                <a:lnTo>
                  <a:pt x="35" y="526"/>
                </a:lnTo>
                <a:lnTo>
                  <a:pt x="35" y="525"/>
                </a:lnTo>
                <a:lnTo>
                  <a:pt x="34" y="525"/>
                </a:lnTo>
                <a:lnTo>
                  <a:pt x="34" y="524"/>
                </a:lnTo>
                <a:lnTo>
                  <a:pt x="33" y="523"/>
                </a:lnTo>
                <a:lnTo>
                  <a:pt x="33" y="522"/>
                </a:lnTo>
                <a:lnTo>
                  <a:pt x="33" y="521"/>
                </a:lnTo>
                <a:lnTo>
                  <a:pt x="32" y="521"/>
                </a:lnTo>
                <a:lnTo>
                  <a:pt x="32" y="520"/>
                </a:lnTo>
                <a:lnTo>
                  <a:pt x="32" y="518"/>
                </a:lnTo>
                <a:lnTo>
                  <a:pt x="32" y="517"/>
                </a:lnTo>
                <a:lnTo>
                  <a:pt x="32" y="516"/>
                </a:lnTo>
                <a:lnTo>
                  <a:pt x="31" y="514"/>
                </a:lnTo>
                <a:lnTo>
                  <a:pt x="31" y="513"/>
                </a:lnTo>
                <a:lnTo>
                  <a:pt x="30" y="512"/>
                </a:lnTo>
                <a:lnTo>
                  <a:pt x="29" y="511"/>
                </a:lnTo>
                <a:lnTo>
                  <a:pt x="28" y="510"/>
                </a:lnTo>
                <a:lnTo>
                  <a:pt x="27" y="509"/>
                </a:lnTo>
                <a:lnTo>
                  <a:pt x="27" y="508"/>
                </a:lnTo>
                <a:lnTo>
                  <a:pt x="26" y="508"/>
                </a:lnTo>
                <a:lnTo>
                  <a:pt x="25" y="507"/>
                </a:lnTo>
                <a:lnTo>
                  <a:pt x="24" y="506"/>
                </a:lnTo>
                <a:lnTo>
                  <a:pt x="23" y="505"/>
                </a:lnTo>
                <a:lnTo>
                  <a:pt x="22" y="505"/>
                </a:lnTo>
                <a:lnTo>
                  <a:pt x="20" y="504"/>
                </a:lnTo>
                <a:lnTo>
                  <a:pt x="19" y="503"/>
                </a:lnTo>
                <a:lnTo>
                  <a:pt x="17" y="502"/>
                </a:lnTo>
                <a:lnTo>
                  <a:pt x="16" y="502"/>
                </a:lnTo>
                <a:lnTo>
                  <a:pt x="16" y="501"/>
                </a:lnTo>
                <a:lnTo>
                  <a:pt x="14" y="500"/>
                </a:lnTo>
                <a:lnTo>
                  <a:pt x="12" y="500"/>
                </a:lnTo>
                <a:lnTo>
                  <a:pt x="11" y="499"/>
                </a:lnTo>
                <a:lnTo>
                  <a:pt x="10" y="499"/>
                </a:lnTo>
                <a:lnTo>
                  <a:pt x="9" y="499"/>
                </a:lnTo>
                <a:lnTo>
                  <a:pt x="8" y="498"/>
                </a:lnTo>
                <a:lnTo>
                  <a:pt x="9" y="497"/>
                </a:lnTo>
                <a:lnTo>
                  <a:pt x="8" y="496"/>
                </a:lnTo>
                <a:lnTo>
                  <a:pt x="8" y="497"/>
                </a:lnTo>
                <a:lnTo>
                  <a:pt x="7" y="497"/>
                </a:lnTo>
                <a:lnTo>
                  <a:pt x="6" y="497"/>
                </a:lnTo>
                <a:lnTo>
                  <a:pt x="5" y="497"/>
                </a:lnTo>
                <a:lnTo>
                  <a:pt x="5" y="496"/>
                </a:lnTo>
                <a:lnTo>
                  <a:pt x="4" y="496"/>
                </a:lnTo>
                <a:lnTo>
                  <a:pt x="3" y="495"/>
                </a:lnTo>
                <a:lnTo>
                  <a:pt x="3" y="496"/>
                </a:lnTo>
                <a:lnTo>
                  <a:pt x="2" y="494"/>
                </a:lnTo>
                <a:lnTo>
                  <a:pt x="2" y="492"/>
                </a:lnTo>
                <a:lnTo>
                  <a:pt x="1" y="491"/>
                </a:lnTo>
                <a:lnTo>
                  <a:pt x="1" y="490"/>
                </a:lnTo>
                <a:lnTo>
                  <a:pt x="1" y="489"/>
                </a:lnTo>
                <a:lnTo>
                  <a:pt x="1" y="488"/>
                </a:lnTo>
                <a:lnTo>
                  <a:pt x="0" y="487"/>
                </a:lnTo>
                <a:lnTo>
                  <a:pt x="1" y="487"/>
                </a:lnTo>
                <a:lnTo>
                  <a:pt x="1" y="486"/>
                </a:lnTo>
                <a:lnTo>
                  <a:pt x="1" y="485"/>
                </a:lnTo>
                <a:lnTo>
                  <a:pt x="1" y="484"/>
                </a:lnTo>
                <a:lnTo>
                  <a:pt x="2" y="484"/>
                </a:lnTo>
                <a:lnTo>
                  <a:pt x="3" y="483"/>
                </a:lnTo>
                <a:lnTo>
                  <a:pt x="3" y="484"/>
                </a:lnTo>
                <a:lnTo>
                  <a:pt x="2" y="484"/>
                </a:lnTo>
                <a:lnTo>
                  <a:pt x="2" y="485"/>
                </a:lnTo>
                <a:lnTo>
                  <a:pt x="1" y="486"/>
                </a:lnTo>
                <a:lnTo>
                  <a:pt x="3" y="485"/>
                </a:lnTo>
                <a:lnTo>
                  <a:pt x="3" y="484"/>
                </a:lnTo>
                <a:lnTo>
                  <a:pt x="6" y="482"/>
                </a:lnTo>
                <a:lnTo>
                  <a:pt x="7" y="482"/>
                </a:lnTo>
                <a:lnTo>
                  <a:pt x="9" y="482"/>
                </a:lnTo>
                <a:lnTo>
                  <a:pt x="9" y="481"/>
                </a:lnTo>
                <a:lnTo>
                  <a:pt x="9" y="480"/>
                </a:lnTo>
                <a:lnTo>
                  <a:pt x="9" y="479"/>
                </a:lnTo>
                <a:lnTo>
                  <a:pt x="9" y="478"/>
                </a:lnTo>
                <a:lnTo>
                  <a:pt x="8" y="477"/>
                </a:lnTo>
                <a:lnTo>
                  <a:pt x="7" y="478"/>
                </a:lnTo>
                <a:lnTo>
                  <a:pt x="6" y="472"/>
                </a:lnTo>
                <a:lnTo>
                  <a:pt x="5" y="472"/>
                </a:lnTo>
                <a:lnTo>
                  <a:pt x="5" y="471"/>
                </a:lnTo>
                <a:lnTo>
                  <a:pt x="4" y="470"/>
                </a:lnTo>
                <a:lnTo>
                  <a:pt x="5" y="469"/>
                </a:lnTo>
                <a:lnTo>
                  <a:pt x="5" y="468"/>
                </a:lnTo>
                <a:lnTo>
                  <a:pt x="5" y="467"/>
                </a:lnTo>
                <a:lnTo>
                  <a:pt x="6" y="466"/>
                </a:lnTo>
                <a:lnTo>
                  <a:pt x="6" y="465"/>
                </a:lnTo>
                <a:lnTo>
                  <a:pt x="6" y="464"/>
                </a:lnTo>
                <a:lnTo>
                  <a:pt x="7" y="464"/>
                </a:lnTo>
                <a:lnTo>
                  <a:pt x="7" y="465"/>
                </a:lnTo>
                <a:lnTo>
                  <a:pt x="7" y="463"/>
                </a:lnTo>
                <a:lnTo>
                  <a:pt x="6" y="463"/>
                </a:lnTo>
                <a:lnTo>
                  <a:pt x="5" y="463"/>
                </a:lnTo>
                <a:lnTo>
                  <a:pt x="6" y="463"/>
                </a:lnTo>
                <a:lnTo>
                  <a:pt x="6" y="461"/>
                </a:lnTo>
                <a:lnTo>
                  <a:pt x="5" y="461"/>
                </a:lnTo>
                <a:lnTo>
                  <a:pt x="5" y="460"/>
                </a:lnTo>
                <a:lnTo>
                  <a:pt x="5" y="459"/>
                </a:lnTo>
                <a:lnTo>
                  <a:pt x="6" y="459"/>
                </a:lnTo>
                <a:lnTo>
                  <a:pt x="6" y="460"/>
                </a:lnTo>
                <a:lnTo>
                  <a:pt x="6" y="461"/>
                </a:lnTo>
                <a:lnTo>
                  <a:pt x="7" y="461"/>
                </a:lnTo>
                <a:lnTo>
                  <a:pt x="7" y="462"/>
                </a:lnTo>
                <a:lnTo>
                  <a:pt x="8" y="462"/>
                </a:lnTo>
                <a:lnTo>
                  <a:pt x="8" y="461"/>
                </a:lnTo>
                <a:lnTo>
                  <a:pt x="8" y="460"/>
                </a:lnTo>
                <a:lnTo>
                  <a:pt x="8" y="459"/>
                </a:lnTo>
                <a:lnTo>
                  <a:pt x="8" y="457"/>
                </a:lnTo>
                <a:lnTo>
                  <a:pt x="9" y="456"/>
                </a:lnTo>
                <a:lnTo>
                  <a:pt x="9" y="455"/>
                </a:lnTo>
                <a:lnTo>
                  <a:pt x="10" y="455"/>
                </a:lnTo>
                <a:lnTo>
                  <a:pt x="10" y="454"/>
                </a:lnTo>
                <a:lnTo>
                  <a:pt x="9" y="454"/>
                </a:lnTo>
                <a:lnTo>
                  <a:pt x="9" y="453"/>
                </a:lnTo>
                <a:lnTo>
                  <a:pt x="9" y="452"/>
                </a:lnTo>
                <a:lnTo>
                  <a:pt x="10" y="452"/>
                </a:lnTo>
                <a:lnTo>
                  <a:pt x="10" y="451"/>
                </a:lnTo>
                <a:lnTo>
                  <a:pt x="11" y="451"/>
                </a:lnTo>
                <a:lnTo>
                  <a:pt x="10" y="451"/>
                </a:lnTo>
                <a:lnTo>
                  <a:pt x="9" y="451"/>
                </a:lnTo>
                <a:lnTo>
                  <a:pt x="9" y="452"/>
                </a:lnTo>
                <a:lnTo>
                  <a:pt x="8" y="452"/>
                </a:lnTo>
                <a:lnTo>
                  <a:pt x="7" y="452"/>
                </a:lnTo>
                <a:lnTo>
                  <a:pt x="7" y="451"/>
                </a:lnTo>
                <a:lnTo>
                  <a:pt x="6" y="450"/>
                </a:lnTo>
                <a:lnTo>
                  <a:pt x="6" y="448"/>
                </a:lnTo>
                <a:lnTo>
                  <a:pt x="6" y="447"/>
                </a:lnTo>
                <a:lnTo>
                  <a:pt x="7" y="447"/>
                </a:lnTo>
                <a:lnTo>
                  <a:pt x="8" y="447"/>
                </a:lnTo>
                <a:lnTo>
                  <a:pt x="9" y="447"/>
                </a:lnTo>
                <a:lnTo>
                  <a:pt x="9" y="446"/>
                </a:lnTo>
                <a:lnTo>
                  <a:pt x="8" y="446"/>
                </a:lnTo>
                <a:lnTo>
                  <a:pt x="8" y="445"/>
                </a:lnTo>
                <a:lnTo>
                  <a:pt x="8" y="444"/>
                </a:lnTo>
                <a:lnTo>
                  <a:pt x="8" y="443"/>
                </a:lnTo>
                <a:lnTo>
                  <a:pt x="9" y="442"/>
                </a:lnTo>
                <a:lnTo>
                  <a:pt x="9" y="441"/>
                </a:lnTo>
                <a:lnTo>
                  <a:pt x="9" y="440"/>
                </a:lnTo>
                <a:lnTo>
                  <a:pt x="10" y="440"/>
                </a:lnTo>
                <a:lnTo>
                  <a:pt x="10" y="439"/>
                </a:lnTo>
                <a:lnTo>
                  <a:pt x="10" y="438"/>
                </a:lnTo>
                <a:lnTo>
                  <a:pt x="11" y="438"/>
                </a:lnTo>
                <a:lnTo>
                  <a:pt x="11" y="437"/>
                </a:lnTo>
                <a:lnTo>
                  <a:pt x="10" y="437"/>
                </a:lnTo>
                <a:lnTo>
                  <a:pt x="9" y="437"/>
                </a:lnTo>
                <a:lnTo>
                  <a:pt x="9" y="436"/>
                </a:lnTo>
                <a:lnTo>
                  <a:pt x="9" y="435"/>
                </a:lnTo>
                <a:lnTo>
                  <a:pt x="10" y="434"/>
                </a:lnTo>
                <a:lnTo>
                  <a:pt x="10" y="433"/>
                </a:lnTo>
                <a:lnTo>
                  <a:pt x="10" y="432"/>
                </a:lnTo>
                <a:lnTo>
                  <a:pt x="10" y="431"/>
                </a:lnTo>
                <a:lnTo>
                  <a:pt x="11" y="431"/>
                </a:lnTo>
                <a:lnTo>
                  <a:pt x="11" y="430"/>
                </a:lnTo>
                <a:lnTo>
                  <a:pt x="12" y="430"/>
                </a:lnTo>
                <a:lnTo>
                  <a:pt x="11" y="431"/>
                </a:lnTo>
                <a:lnTo>
                  <a:pt x="10" y="433"/>
                </a:lnTo>
                <a:lnTo>
                  <a:pt x="11" y="433"/>
                </a:lnTo>
                <a:lnTo>
                  <a:pt x="12" y="433"/>
                </a:lnTo>
                <a:lnTo>
                  <a:pt x="12" y="432"/>
                </a:lnTo>
                <a:lnTo>
                  <a:pt x="12" y="431"/>
                </a:lnTo>
                <a:lnTo>
                  <a:pt x="13" y="431"/>
                </a:lnTo>
                <a:lnTo>
                  <a:pt x="13" y="432"/>
                </a:lnTo>
                <a:lnTo>
                  <a:pt x="14" y="433"/>
                </a:lnTo>
                <a:lnTo>
                  <a:pt x="15" y="432"/>
                </a:lnTo>
                <a:lnTo>
                  <a:pt x="15" y="429"/>
                </a:lnTo>
                <a:lnTo>
                  <a:pt x="14" y="429"/>
                </a:lnTo>
                <a:lnTo>
                  <a:pt x="13" y="429"/>
                </a:lnTo>
                <a:lnTo>
                  <a:pt x="11" y="429"/>
                </a:lnTo>
                <a:lnTo>
                  <a:pt x="11" y="428"/>
                </a:lnTo>
                <a:lnTo>
                  <a:pt x="10" y="428"/>
                </a:lnTo>
                <a:lnTo>
                  <a:pt x="13" y="427"/>
                </a:lnTo>
                <a:lnTo>
                  <a:pt x="14" y="427"/>
                </a:lnTo>
                <a:lnTo>
                  <a:pt x="15" y="427"/>
                </a:lnTo>
                <a:lnTo>
                  <a:pt x="15" y="426"/>
                </a:lnTo>
                <a:lnTo>
                  <a:pt x="15" y="425"/>
                </a:lnTo>
                <a:lnTo>
                  <a:pt x="15" y="424"/>
                </a:lnTo>
                <a:lnTo>
                  <a:pt x="15" y="423"/>
                </a:lnTo>
                <a:lnTo>
                  <a:pt x="14" y="423"/>
                </a:lnTo>
                <a:lnTo>
                  <a:pt x="13" y="423"/>
                </a:lnTo>
                <a:lnTo>
                  <a:pt x="13" y="424"/>
                </a:lnTo>
                <a:lnTo>
                  <a:pt x="12" y="423"/>
                </a:lnTo>
                <a:lnTo>
                  <a:pt x="12" y="421"/>
                </a:lnTo>
                <a:lnTo>
                  <a:pt x="12" y="420"/>
                </a:lnTo>
                <a:lnTo>
                  <a:pt x="13" y="419"/>
                </a:lnTo>
                <a:lnTo>
                  <a:pt x="13" y="418"/>
                </a:lnTo>
                <a:lnTo>
                  <a:pt x="13" y="419"/>
                </a:lnTo>
                <a:lnTo>
                  <a:pt x="12" y="419"/>
                </a:lnTo>
                <a:lnTo>
                  <a:pt x="11" y="419"/>
                </a:lnTo>
                <a:lnTo>
                  <a:pt x="11" y="418"/>
                </a:lnTo>
                <a:lnTo>
                  <a:pt x="11" y="417"/>
                </a:lnTo>
                <a:lnTo>
                  <a:pt x="11" y="416"/>
                </a:lnTo>
                <a:lnTo>
                  <a:pt x="12" y="415"/>
                </a:lnTo>
                <a:lnTo>
                  <a:pt x="11" y="414"/>
                </a:lnTo>
                <a:lnTo>
                  <a:pt x="10" y="414"/>
                </a:lnTo>
                <a:lnTo>
                  <a:pt x="9" y="415"/>
                </a:lnTo>
                <a:lnTo>
                  <a:pt x="8" y="415"/>
                </a:lnTo>
                <a:lnTo>
                  <a:pt x="8" y="414"/>
                </a:lnTo>
                <a:lnTo>
                  <a:pt x="9" y="413"/>
                </a:lnTo>
                <a:lnTo>
                  <a:pt x="10" y="412"/>
                </a:lnTo>
                <a:lnTo>
                  <a:pt x="10" y="411"/>
                </a:lnTo>
                <a:lnTo>
                  <a:pt x="9" y="411"/>
                </a:lnTo>
                <a:lnTo>
                  <a:pt x="10" y="410"/>
                </a:lnTo>
                <a:lnTo>
                  <a:pt x="10" y="409"/>
                </a:lnTo>
                <a:lnTo>
                  <a:pt x="11" y="408"/>
                </a:lnTo>
                <a:lnTo>
                  <a:pt x="11" y="407"/>
                </a:lnTo>
                <a:lnTo>
                  <a:pt x="11" y="406"/>
                </a:lnTo>
                <a:lnTo>
                  <a:pt x="11" y="405"/>
                </a:lnTo>
                <a:lnTo>
                  <a:pt x="8" y="407"/>
                </a:lnTo>
                <a:lnTo>
                  <a:pt x="7" y="407"/>
                </a:lnTo>
                <a:lnTo>
                  <a:pt x="6" y="407"/>
                </a:lnTo>
                <a:lnTo>
                  <a:pt x="5" y="407"/>
                </a:lnTo>
                <a:lnTo>
                  <a:pt x="4" y="407"/>
                </a:lnTo>
                <a:lnTo>
                  <a:pt x="4" y="406"/>
                </a:lnTo>
                <a:lnTo>
                  <a:pt x="4" y="405"/>
                </a:lnTo>
                <a:lnTo>
                  <a:pt x="3" y="402"/>
                </a:lnTo>
                <a:lnTo>
                  <a:pt x="4" y="401"/>
                </a:lnTo>
                <a:lnTo>
                  <a:pt x="8" y="401"/>
                </a:lnTo>
                <a:lnTo>
                  <a:pt x="9" y="401"/>
                </a:lnTo>
                <a:lnTo>
                  <a:pt x="10" y="401"/>
                </a:lnTo>
                <a:lnTo>
                  <a:pt x="10" y="400"/>
                </a:lnTo>
                <a:lnTo>
                  <a:pt x="10" y="399"/>
                </a:lnTo>
                <a:lnTo>
                  <a:pt x="9" y="399"/>
                </a:lnTo>
                <a:lnTo>
                  <a:pt x="9" y="398"/>
                </a:lnTo>
                <a:lnTo>
                  <a:pt x="9" y="397"/>
                </a:lnTo>
                <a:lnTo>
                  <a:pt x="8" y="397"/>
                </a:lnTo>
                <a:lnTo>
                  <a:pt x="7" y="396"/>
                </a:lnTo>
                <a:lnTo>
                  <a:pt x="6" y="395"/>
                </a:lnTo>
                <a:lnTo>
                  <a:pt x="6" y="393"/>
                </a:lnTo>
                <a:lnTo>
                  <a:pt x="6" y="392"/>
                </a:lnTo>
                <a:lnTo>
                  <a:pt x="6" y="390"/>
                </a:lnTo>
                <a:lnTo>
                  <a:pt x="5" y="388"/>
                </a:lnTo>
                <a:lnTo>
                  <a:pt x="5" y="386"/>
                </a:lnTo>
                <a:lnTo>
                  <a:pt x="6" y="386"/>
                </a:lnTo>
                <a:lnTo>
                  <a:pt x="6" y="385"/>
                </a:lnTo>
                <a:lnTo>
                  <a:pt x="7" y="386"/>
                </a:lnTo>
                <a:lnTo>
                  <a:pt x="6" y="385"/>
                </a:lnTo>
                <a:lnTo>
                  <a:pt x="5" y="385"/>
                </a:lnTo>
                <a:lnTo>
                  <a:pt x="5" y="384"/>
                </a:lnTo>
                <a:lnTo>
                  <a:pt x="5" y="383"/>
                </a:lnTo>
                <a:lnTo>
                  <a:pt x="5" y="382"/>
                </a:lnTo>
                <a:lnTo>
                  <a:pt x="4" y="381"/>
                </a:lnTo>
                <a:lnTo>
                  <a:pt x="4" y="380"/>
                </a:lnTo>
                <a:lnTo>
                  <a:pt x="4" y="379"/>
                </a:lnTo>
                <a:lnTo>
                  <a:pt x="4" y="377"/>
                </a:lnTo>
                <a:lnTo>
                  <a:pt x="4" y="376"/>
                </a:lnTo>
                <a:lnTo>
                  <a:pt x="4" y="375"/>
                </a:lnTo>
                <a:lnTo>
                  <a:pt x="4" y="374"/>
                </a:lnTo>
                <a:lnTo>
                  <a:pt x="5" y="373"/>
                </a:lnTo>
                <a:lnTo>
                  <a:pt x="5" y="372"/>
                </a:lnTo>
                <a:lnTo>
                  <a:pt x="5" y="371"/>
                </a:lnTo>
                <a:lnTo>
                  <a:pt x="5" y="370"/>
                </a:lnTo>
                <a:lnTo>
                  <a:pt x="6" y="369"/>
                </a:lnTo>
                <a:lnTo>
                  <a:pt x="6" y="368"/>
                </a:lnTo>
                <a:lnTo>
                  <a:pt x="7" y="367"/>
                </a:lnTo>
                <a:lnTo>
                  <a:pt x="7" y="366"/>
                </a:lnTo>
                <a:lnTo>
                  <a:pt x="8" y="365"/>
                </a:lnTo>
                <a:lnTo>
                  <a:pt x="8" y="364"/>
                </a:lnTo>
                <a:lnTo>
                  <a:pt x="9" y="363"/>
                </a:lnTo>
                <a:lnTo>
                  <a:pt x="10" y="363"/>
                </a:lnTo>
                <a:lnTo>
                  <a:pt x="11" y="363"/>
                </a:lnTo>
                <a:lnTo>
                  <a:pt x="10" y="363"/>
                </a:lnTo>
                <a:lnTo>
                  <a:pt x="7" y="363"/>
                </a:lnTo>
                <a:lnTo>
                  <a:pt x="7" y="362"/>
                </a:lnTo>
                <a:lnTo>
                  <a:pt x="7" y="359"/>
                </a:lnTo>
                <a:lnTo>
                  <a:pt x="7" y="356"/>
                </a:lnTo>
                <a:lnTo>
                  <a:pt x="7" y="355"/>
                </a:lnTo>
                <a:lnTo>
                  <a:pt x="7" y="352"/>
                </a:lnTo>
                <a:lnTo>
                  <a:pt x="8" y="352"/>
                </a:lnTo>
                <a:lnTo>
                  <a:pt x="11" y="351"/>
                </a:lnTo>
                <a:lnTo>
                  <a:pt x="11" y="350"/>
                </a:lnTo>
                <a:lnTo>
                  <a:pt x="11" y="349"/>
                </a:lnTo>
                <a:lnTo>
                  <a:pt x="12" y="346"/>
                </a:lnTo>
                <a:lnTo>
                  <a:pt x="12" y="345"/>
                </a:lnTo>
                <a:lnTo>
                  <a:pt x="13" y="344"/>
                </a:lnTo>
                <a:lnTo>
                  <a:pt x="14" y="344"/>
                </a:lnTo>
                <a:lnTo>
                  <a:pt x="13" y="344"/>
                </a:lnTo>
                <a:lnTo>
                  <a:pt x="12" y="344"/>
                </a:lnTo>
                <a:lnTo>
                  <a:pt x="11" y="346"/>
                </a:lnTo>
                <a:lnTo>
                  <a:pt x="10" y="348"/>
                </a:lnTo>
                <a:lnTo>
                  <a:pt x="10" y="349"/>
                </a:lnTo>
                <a:lnTo>
                  <a:pt x="10" y="350"/>
                </a:lnTo>
                <a:lnTo>
                  <a:pt x="9" y="350"/>
                </a:lnTo>
                <a:lnTo>
                  <a:pt x="9" y="351"/>
                </a:lnTo>
                <a:lnTo>
                  <a:pt x="8" y="351"/>
                </a:lnTo>
                <a:lnTo>
                  <a:pt x="7" y="352"/>
                </a:lnTo>
                <a:lnTo>
                  <a:pt x="6" y="352"/>
                </a:lnTo>
                <a:lnTo>
                  <a:pt x="5" y="352"/>
                </a:lnTo>
                <a:lnTo>
                  <a:pt x="4" y="350"/>
                </a:lnTo>
                <a:lnTo>
                  <a:pt x="5" y="350"/>
                </a:lnTo>
                <a:lnTo>
                  <a:pt x="5" y="349"/>
                </a:lnTo>
                <a:lnTo>
                  <a:pt x="5" y="348"/>
                </a:lnTo>
                <a:lnTo>
                  <a:pt x="6" y="346"/>
                </a:lnTo>
                <a:lnTo>
                  <a:pt x="7" y="344"/>
                </a:lnTo>
                <a:lnTo>
                  <a:pt x="6" y="344"/>
                </a:lnTo>
                <a:lnTo>
                  <a:pt x="5" y="343"/>
                </a:lnTo>
                <a:lnTo>
                  <a:pt x="5" y="342"/>
                </a:lnTo>
                <a:lnTo>
                  <a:pt x="6" y="342"/>
                </a:lnTo>
                <a:lnTo>
                  <a:pt x="8" y="340"/>
                </a:lnTo>
                <a:lnTo>
                  <a:pt x="9" y="339"/>
                </a:lnTo>
                <a:lnTo>
                  <a:pt x="10" y="338"/>
                </a:lnTo>
                <a:lnTo>
                  <a:pt x="12" y="338"/>
                </a:lnTo>
                <a:lnTo>
                  <a:pt x="14" y="338"/>
                </a:lnTo>
                <a:lnTo>
                  <a:pt x="13" y="337"/>
                </a:lnTo>
                <a:lnTo>
                  <a:pt x="13" y="336"/>
                </a:lnTo>
                <a:lnTo>
                  <a:pt x="13" y="335"/>
                </a:lnTo>
                <a:lnTo>
                  <a:pt x="14" y="336"/>
                </a:lnTo>
                <a:lnTo>
                  <a:pt x="16" y="336"/>
                </a:lnTo>
                <a:lnTo>
                  <a:pt x="16" y="337"/>
                </a:lnTo>
                <a:lnTo>
                  <a:pt x="17" y="337"/>
                </a:lnTo>
                <a:lnTo>
                  <a:pt x="18" y="335"/>
                </a:lnTo>
                <a:lnTo>
                  <a:pt x="18" y="334"/>
                </a:lnTo>
                <a:lnTo>
                  <a:pt x="19" y="334"/>
                </a:lnTo>
                <a:lnTo>
                  <a:pt x="20" y="334"/>
                </a:lnTo>
                <a:lnTo>
                  <a:pt x="20" y="333"/>
                </a:lnTo>
                <a:lnTo>
                  <a:pt x="20" y="332"/>
                </a:lnTo>
                <a:lnTo>
                  <a:pt x="19" y="332"/>
                </a:lnTo>
                <a:lnTo>
                  <a:pt x="18" y="331"/>
                </a:lnTo>
                <a:lnTo>
                  <a:pt x="17" y="330"/>
                </a:lnTo>
                <a:lnTo>
                  <a:pt x="18" y="329"/>
                </a:lnTo>
                <a:lnTo>
                  <a:pt x="19" y="329"/>
                </a:lnTo>
                <a:lnTo>
                  <a:pt x="20" y="329"/>
                </a:lnTo>
                <a:lnTo>
                  <a:pt x="20" y="328"/>
                </a:lnTo>
                <a:lnTo>
                  <a:pt x="21" y="328"/>
                </a:lnTo>
                <a:lnTo>
                  <a:pt x="22" y="327"/>
                </a:lnTo>
                <a:lnTo>
                  <a:pt x="23" y="326"/>
                </a:lnTo>
                <a:lnTo>
                  <a:pt x="24" y="325"/>
                </a:lnTo>
                <a:lnTo>
                  <a:pt x="24" y="324"/>
                </a:lnTo>
                <a:lnTo>
                  <a:pt x="24" y="323"/>
                </a:lnTo>
                <a:lnTo>
                  <a:pt x="25" y="322"/>
                </a:lnTo>
                <a:lnTo>
                  <a:pt x="25" y="321"/>
                </a:lnTo>
                <a:lnTo>
                  <a:pt x="25" y="319"/>
                </a:lnTo>
                <a:lnTo>
                  <a:pt x="26" y="318"/>
                </a:lnTo>
                <a:lnTo>
                  <a:pt x="26" y="317"/>
                </a:lnTo>
                <a:lnTo>
                  <a:pt x="26" y="316"/>
                </a:lnTo>
                <a:lnTo>
                  <a:pt x="27" y="315"/>
                </a:lnTo>
                <a:lnTo>
                  <a:pt x="27" y="314"/>
                </a:lnTo>
                <a:lnTo>
                  <a:pt x="27" y="313"/>
                </a:lnTo>
                <a:lnTo>
                  <a:pt x="27" y="312"/>
                </a:lnTo>
                <a:lnTo>
                  <a:pt x="28" y="312"/>
                </a:lnTo>
                <a:lnTo>
                  <a:pt x="25" y="312"/>
                </a:lnTo>
                <a:lnTo>
                  <a:pt x="27" y="306"/>
                </a:lnTo>
                <a:lnTo>
                  <a:pt x="27" y="305"/>
                </a:lnTo>
                <a:lnTo>
                  <a:pt x="28" y="303"/>
                </a:lnTo>
                <a:lnTo>
                  <a:pt x="28" y="302"/>
                </a:lnTo>
                <a:lnTo>
                  <a:pt x="28" y="301"/>
                </a:lnTo>
                <a:lnTo>
                  <a:pt x="31" y="300"/>
                </a:lnTo>
                <a:lnTo>
                  <a:pt x="31" y="298"/>
                </a:lnTo>
                <a:lnTo>
                  <a:pt x="32" y="296"/>
                </a:lnTo>
                <a:lnTo>
                  <a:pt x="32" y="294"/>
                </a:lnTo>
                <a:lnTo>
                  <a:pt x="34" y="291"/>
                </a:lnTo>
                <a:lnTo>
                  <a:pt x="34" y="290"/>
                </a:lnTo>
                <a:lnTo>
                  <a:pt x="35" y="289"/>
                </a:lnTo>
                <a:lnTo>
                  <a:pt x="36" y="288"/>
                </a:lnTo>
                <a:lnTo>
                  <a:pt x="37" y="288"/>
                </a:lnTo>
                <a:lnTo>
                  <a:pt x="38" y="287"/>
                </a:lnTo>
                <a:lnTo>
                  <a:pt x="39" y="286"/>
                </a:lnTo>
                <a:lnTo>
                  <a:pt x="40" y="286"/>
                </a:lnTo>
                <a:lnTo>
                  <a:pt x="40" y="285"/>
                </a:lnTo>
                <a:lnTo>
                  <a:pt x="40" y="284"/>
                </a:lnTo>
                <a:lnTo>
                  <a:pt x="40" y="282"/>
                </a:lnTo>
                <a:lnTo>
                  <a:pt x="41" y="282"/>
                </a:lnTo>
                <a:lnTo>
                  <a:pt x="41" y="281"/>
                </a:lnTo>
                <a:lnTo>
                  <a:pt x="41" y="280"/>
                </a:lnTo>
                <a:lnTo>
                  <a:pt x="42" y="280"/>
                </a:lnTo>
                <a:lnTo>
                  <a:pt x="42" y="279"/>
                </a:lnTo>
                <a:lnTo>
                  <a:pt x="43" y="279"/>
                </a:lnTo>
                <a:lnTo>
                  <a:pt x="44" y="278"/>
                </a:lnTo>
                <a:lnTo>
                  <a:pt x="44" y="277"/>
                </a:lnTo>
                <a:lnTo>
                  <a:pt x="43" y="277"/>
                </a:lnTo>
                <a:lnTo>
                  <a:pt x="43" y="276"/>
                </a:lnTo>
                <a:lnTo>
                  <a:pt x="44" y="273"/>
                </a:lnTo>
                <a:lnTo>
                  <a:pt x="44" y="271"/>
                </a:lnTo>
                <a:lnTo>
                  <a:pt x="43" y="271"/>
                </a:lnTo>
                <a:lnTo>
                  <a:pt x="42" y="271"/>
                </a:lnTo>
                <a:lnTo>
                  <a:pt x="41" y="271"/>
                </a:lnTo>
                <a:lnTo>
                  <a:pt x="40" y="271"/>
                </a:lnTo>
                <a:lnTo>
                  <a:pt x="40" y="272"/>
                </a:lnTo>
                <a:lnTo>
                  <a:pt x="40" y="275"/>
                </a:lnTo>
                <a:lnTo>
                  <a:pt x="40" y="276"/>
                </a:lnTo>
                <a:lnTo>
                  <a:pt x="39" y="276"/>
                </a:lnTo>
                <a:lnTo>
                  <a:pt x="39" y="277"/>
                </a:lnTo>
                <a:lnTo>
                  <a:pt x="38" y="277"/>
                </a:lnTo>
                <a:lnTo>
                  <a:pt x="37" y="277"/>
                </a:lnTo>
                <a:lnTo>
                  <a:pt x="37" y="278"/>
                </a:lnTo>
                <a:lnTo>
                  <a:pt x="37" y="279"/>
                </a:lnTo>
                <a:lnTo>
                  <a:pt x="35" y="279"/>
                </a:lnTo>
                <a:lnTo>
                  <a:pt x="34" y="279"/>
                </a:lnTo>
                <a:lnTo>
                  <a:pt x="34" y="278"/>
                </a:lnTo>
                <a:lnTo>
                  <a:pt x="37" y="272"/>
                </a:lnTo>
                <a:lnTo>
                  <a:pt x="38" y="272"/>
                </a:lnTo>
                <a:lnTo>
                  <a:pt x="39" y="271"/>
                </a:lnTo>
                <a:lnTo>
                  <a:pt x="39" y="270"/>
                </a:lnTo>
                <a:lnTo>
                  <a:pt x="40" y="269"/>
                </a:lnTo>
                <a:lnTo>
                  <a:pt x="41" y="268"/>
                </a:lnTo>
                <a:lnTo>
                  <a:pt x="40" y="267"/>
                </a:lnTo>
                <a:lnTo>
                  <a:pt x="40" y="266"/>
                </a:lnTo>
                <a:lnTo>
                  <a:pt x="41" y="264"/>
                </a:lnTo>
                <a:lnTo>
                  <a:pt x="42" y="264"/>
                </a:lnTo>
                <a:lnTo>
                  <a:pt x="43" y="264"/>
                </a:lnTo>
                <a:lnTo>
                  <a:pt x="46" y="263"/>
                </a:lnTo>
                <a:lnTo>
                  <a:pt x="47" y="263"/>
                </a:lnTo>
                <a:lnTo>
                  <a:pt x="48" y="262"/>
                </a:lnTo>
                <a:lnTo>
                  <a:pt x="47" y="261"/>
                </a:lnTo>
                <a:lnTo>
                  <a:pt x="48" y="260"/>
                </a:lnTo>
                <a:lnTo>
                  <a:pt x="48" y="259"/>
                </a:lnTo>
                <a:lnTo>
                  <a:pt x="49" y="258"/>
                </a:lnTo>
                <a:lnTo>
                  <a:pt x="49" y="257"/>
                </a:lnTo>
                <a:lnTo>
                  <a:pt x="50" y="257"/>
                </a:lnTo>
                <a:lnTo>
                  <a:pt x="50" y="256"/>
                </a:lnTo>
                <a:lnTo>
                  <a:pt x="50" y="255"/>
                </a:lnTo>
                <a:lnTo>
                  <a:pt x="51" y="254"/>
                </a:lnTo>
                <a:lnTo>
                  <a:pt x="51" y="253"/>
                </a:lnTo>
                <a:lnTo>
                  <a:pt x="50" y="253"/>
                </a:lnTo>
                <a:lnTo>
                  <a:pt x="49" y="253"/>
                </a:lnTo>
                <a:lnTo>
                  <a:pt x="48" y="253"/>
                </a:lnTo>
                <a:lnTo>
                  <a:pt x="46" y="252"/>
                </a:lnTo>
                <a:lnTo>
                  <a:pt x="47" y="251"/>
                </a:lnTo>
                <a:lnTo>
                  <a:pt x="47" y="250"/>
                </a:lnTo>
                <a:lnTo>
                  <a:pt x="47" y="249"/>
                </a:lnTo>
                <a:lnTo>
                  <a:pt x="48" y="248"/>
                </a:lnTo>
                <a:lnTo>
                  <a:pt x="48" y="247"/>
                </a:lnTo>
                <a:lnTo>
                  <a:pt x="49" y="243"/>
                </a:lnTo>
                <a:lnTo>
                  <a:pt x="49" y="242"/>
                </a:lnTo>
                <a:lnTo>
                  <a:pt x="50" y="240"/>
                </a:lnTo>
                <a:lnTo>
                  <a:pt x="51" y="240"/>
                </a:lnTo>
                <a:lnTo>
                  <a:pt x="51" y="238"/>
                </a:lnTo>
                <a:lnTo>
                  <a:pt x="52" y="237"/>
                </a:lnTo>
                <a:lnTo>
                  <a:pt x="52" y="239"/>
                </a:lnTo>
                <a:lnTo>
                  <a:pt x="52" y="240"/>
                </a:lnTo>
                <a:lnTo>
                  <a:pt x="52" y="241"/>
                </a:lnTo>
                <a:lnTo>
                  <a:pt x="51" y="242"/>
                </a:lnTo>
                <a:lnTo>
                  <a:pt x="51" y="243"/>
                </a:lnTo>
                <a:lnTo>
                  <a:pt x="51" y="244"/>
                </a:lnTo>
                <a:lnTo>
                  <a:pt x="50" y="244"/>
                </a:lnTo>
                <a:lnTo>
                  <a:pt x="49" y="244"/>
                </a:lnTo>
                <a:lnTo>
                  <a:pt x="49" y="247"/>
                </a:lnTo>
                <a:lnTo>
                  <a:pt x="48" y="250"/>
                </a:lnTo>
                <a:lnTo>
                  <a:pt x="49" y="250"/>
                </a:lnTo>
                <a:lnTo>
                  <a:pt x="50" y="249"/>
                </a:lnTo>
                <a:lnTo>
                  <a:pt x="50" y="248"/>
                </a:lnTo>
                <a:lnTo>
                  <a:pt x="50" y="246"/>
                </a:lnTo>
                <a:lnTo>
                  <a:pt x="51" y="246"/>
                </a:lnTo>
                <a:lnTo>
                  <a:pt x="52" y="248"/>
                </a:lnTo>
                <a:lnTo>
                  <a:pt x="53" y="248"/>
                </a:lnTo>
                <a:lnTo>
                  <a:pt x="53" y="247"/>
                </a:lnTo>
                <a:lnTo>
                  <a:pt x="52" y="246"/>
                </a:lnTo>
                <a:lnTo>
                  <a:pt x="52" y="245"/>
                </a:lnTo>
                <a:lnTo>
                  <a:pt x="53" y="242"/>
                </a:lnTo>
                <a:lnTo>
                  <a:pt x="54" y="238"/>
                </a:lnTo>
                <a:lnTo>
                  <a:pt x="55" y="239"/>
                </a:lnTo>
                <a:lnTo>
                  <a:pt x="54" y="241"/>
                </a:lnTo>
                <a:lnTo>
                  <a:pt x="55" y="241"/>
                </a:lnTo>
                <a:lnTo>
                  <a:pt x="55" y="240"/>
                </a:lnTo>
                <a:lnTo>
                  <a:pt x="55" y="238"/>
                </a:lnTo>
                <a:lnTo>
                  <a:pt x="55" y="237"/>
                </a:lnTo>
                <a:lnTo>
                  <a:pt x="55" y="236"/>
                </a:lnTo>
                <a:lnTo>
                  <a:pt x="56" y="236"/>
                </a:lnTo>
                <a:lnTo>
                  <a:pt x="56" y="235"/>
                </a:lnTo>
                <a:lnTo>
                  <a:pt x="54" y="236"/>
                </a:lnTo>
                <a:lnTo>
                  <a:pt x="53" y="236"/>
                </a:lnTo>
                <a:lnTo>
                  <a:pt x="54" y="235"/>
                </a:lnTo>
                <a:lnTo>
                  <a:pt x="53" y="234"/>
                </a:lnTo>
                <a:lnTo>
                  <a:pt x="52" y="234"/>
                </a:lnTo>
                <a:lnTo>
                  <a:pt x="53" y="233"/>
                </a:lnTo>
                <a:lnTo>
                  <a:pt x="54" y="233"/>
                </a:lnTo>
                <a:lnTo>
                  <a:pt x="54" y="232"/>
                </a:lnTo>
                <a:lnTo>
                  <a:pt x="54" y="231"/>
                </a:lnTo>
                <a:lnTo>
                  <a:pt x="54" y="230"/>
                </a:lnTo>
                <a:lnTo>
                  <a:pt x="55" y="230"/>
                </a:lnTo>
                <a:lnTo>
                  <a:pt x="55" y="231"/>
                </a:lnTo>
                <a:lnTo>
                  <a:pt x="56" y="231"/>
                </a:lnTo>
                <a:lnTo>
                  <a:pt x="57" y="231"/>
                </a:lnTo>
                <a:lnTo>
                  <a:pt x="58" y="232"/>
                </a:lnTo>
                <a:lnTo>
                  <a:pt x="58" y="231"/>
                </a:lnTo>
                <a:lnTo>
                  <a:pt x="59" y="231"/>
                </a:lnTo>
                <a:lnTo>
                  <a:pt x="59" y="230"/>
                </a:lnTo>
                <a:lnTo>
                  <a:pt x="59" y="227"/>
                </a:lnTo>
                <a:lnTo>
                  <a:pt x="58" y="227"/>
                </a:lnTo>
                <a:lnTo>
                  <a:pt x="58" y="226"/>
                </a:lnTo>
                <a:lnTo>
                  <a:pt x="59" y="225"/>
                </a:lnTo>
                <a:lnTo>
                  <a:pt x="59" y="224"/>
                </a:lnTo>
                <a:lnTo>
                  <a:pt x="60" y="222"/>
                </a:lnTo>
                <a:lnTo>
                  <a:pt x="60" y="221"/>
                </a:lnTo>
                <a:lnTo>
                  <a:pt x="61" y="221"/>
                </a:lnTo>
                <a:lnTo>
                  <a:pt x="61" y="220"/>
                </a:lnTo>
                <a:lnTo>
                  <a:pt x="62" y="219"/>
                </a:lnTo>
                <a:lnTo>
                  <a:pt x="62" y="218"/>
                </a:lnTo>
                <a:lnTo>
                  <a:pt x="63" y="218"/>
                </a:lnTo>
                <a:lnTo>
                  <a:pt x="62" y="217"/>
                </a:lnTo>
                <a:lnTo>
                  <a:pt x="62" y="216"/>
                </a:lnTo>
                <a:lnTo>
                  <a:pt x="63" y="214"/>
                </a:lnTo>
                <a:lnTo>
                  <a:pt x="63" y="213"/>
                </a:lnTo>
                <a:lnTo>
                  <a:pt x="63" y="212"/>
                </a:lnTo>
                <a:lnTo>
                  <a:pt x="64" y="211"/>
                </a:lnTo>
                <a:lnTo>
                  <a:pt x="64" y="210"/>
                </a:lnTo>
                <a:lnTo>
                  <a:pt x="65" y="210"/>
                </a:lnTo>
                <a:lnTo>
                  <a:pt x="65" y="209"/>
                </a:lnTo>
                <a:lnTo>
                  <a:pt x="66" y="207"/>
                </a:lnTo>
                <a:lnTo>
                  <a:pt x="66" y="206"/>
                </a:lnTo>
                <a:lnTo>
                  <a:pt x="67" y="206"/>
                </a:lnTo>
                <a:lnTo>
                  <a:pt x="67" y="204"/>
                </a:lnTo>
                <a:lnTo>
                  <a:pt x="69" y="203"/>
                </a:lnTo>
                <a:lnTo>
                  <a:pt x="69" y="201"/>
                </a:lnTo>
                <a:lnTo>
                  <a:pt x="69" y="200"/>
                </a:lnTo>
                <a:lnTo>
                  <a:pt x="70" y="200"/>
                </a:lnTo>
                <a:lnTo>
                  <a:pt x="71" y="200"/>
                </a:lnTo>
                <a:lnTo>
                  <a:pt x="72" y="197"/>
                </a:lnTo>
                <a:lnTo>
                  <a:pt x="73" y="197"/>
                </a:lnTo>
                <a:lnTo>
                  <a:pt x="73" y="196"/>
                </a:lnTo>
                <a:lnTo>
                  <a:pt x="73" y="195"/>
                </a:lnTo>
                <a:lnTo>
                  <a:pt x="75" y="190"/>
                </a:lnTo>
                <a:lnTo>
                  <a:pt x="76" y="189"/>
                </a:lnTo>
                <a:lnTo>
                  <a:pt x="76" y="188"/>
                </a:lnTo>
                <a:lnTo>
                  <a:pt x="76" y="187"/>
                </a:lnTo>
                <a:lnTo>
                  <a:pt x="78" y="183"/>
                </a:lnTo>
                <a:lnTo>
                  <a:pt x="78" y="182"/>
                </a:lnTo>
                <a:lnTo>
                  <a:pt x="79" y="180"/>
                </a:lnTo>
                <a:lnTo>
                  <a:pt x="79" y="178"/>
                </a:lnTo>
                <a:lnTo>
                  <a:pt x="79" y="176"/>
                </a:lnTo>
                <a:lnTo>
                  <a:pt x="80" y="174"/>
                </a:lnTo>
                <a:lnTo>
                  <a:pt x="80" y="173"/>
                </a:lnTo>
                <a:lnTo>
                  <a:pt x="80" y="172"/>
                </a:lnTo>
                <a:lnTo>
                  <a:pt x="81" y="169"/>
                </a:lnTo>
                <a:lnTo>
                  <a:pt x="81" y="167"/>
                </a:lnTo>
                <a:lnTo>
                  <a:pt x="82" y="166"/>
                </a:lnTo>
                <a:lnTo>
                  <a:pt x="82" y="165"/>
                </a:lnTo>
                <a:lnTo>
                  <a:pt x="82" y="164"/>
                </a:lnTo>
                <a:lnTo>
                  <a:pt x="83" y="164"/>
                </a:lnTo>
                <a:lnTo>
                  <a:pt x="84" y="164"/>
                </a:lnTo>
                <a:lnTo>
                  <a:pt x="84" y="163"/>
                </a:lnTo>
                <a:lnTo>
                  <a:pt x="85" y="163"/>
                </a:lnTo>
                <a:lnTo>
                  <a:pt x="86" y="163"/>
                </a:lnTo>
                <a:lnTo>
                  <a:pt x="87" y="162"/>
                </a:lnTo>
                <a:lnTo>
                  <a:pt x="88" y="162"/>
                </a:lnTo>
                <a:lnTo>
                  <a:pt x="89" y="162"/>
                </a:lnTo>
                <a:lnTo>
                  <a:pt x="90" y="163"/>
                </a:lnTo>
                <a:lnTo>
                  <a:pt x="91" y="163"/>
                </a:lnTo>
                <a:lnTo>
                  <a:pt x="91" y="162"/>
                </a:lnTo>
                <a:lnTo>
                  <a:pt x="90" y="162"/>
                </a:lnTo>
                <a:lnTo>
                  <a:pt x="89" y="161"/>
                </a:lnTo>
                <a:lnTo>
                  <a:pt x="88" y="161"/>
                </a:lnTo>
                <a:lnTo>
                  <a:pt x="88" y="160"/>
                </a:lnTo>
                <a:lnTo>
                  <a:pt x="87" y="160"/>
                </a:lnTo>
                <a:lnTo>
                  <a:pt x="88" y="160"/>
                </a:lnTo>
                <a:lnTo>
                  <a:pt x="88" y="159"/>
                </a:lnTo>
                <a:lnTo>
                  <a:pt x="88" y="158"/>
                </a:lnTo>
                <a:lnTo>
                  <a:pt x="88" y="157"/>
                </a:lnTo>
                <a:lnTo>
                  <a:pt x="88" y="156"/>
                </a:lnTo>
                <a:lnTo>
                  <a:pt x="89" y="156"/>
                </a:lnTo>
                <a:lnTo>
                  <a:pt x="90" y="153"/>
                </a:lnTo>
                <a:lnTo>
                  <a:pt x="91" y="152"/>
                </a:lnTo>
                <a:lnTo>
                  <a:pt x="92" y="152"/>
                </a:lnTo>
                <a:lnTo>
                  <a:pt x="92" y="151"/>
                </a:lnTo>
                <a:lnTo>
                  <a:pt x="93" y="151"/>
                </a:lnTo>
                <a:lnTo>
                  <a:pt x="94" y="151"/>
                </a:lnTo>
                <a:lnTo>
                  <a:pt x="95" y="150"/>
                </a:lnTo>
                <a:lnTo>
                  <a:pt x="96" y="150"/>
                </a:lnTo>
                <a:lnTo>
                  <a:pt x="97" y="150"/>
                </a:lnTo>
                <a:lnTo>
                  <a:pt x="97" y="149"/>
                </a:lnTo>
                <a:lnTo>
                  <a:pt x="98" y="149"/>
                </a:lnTo>
                <a:lnTo>
                  <a:pt x="99" y="149"/>
                </a:lnTo>
                <a:lnTo>
                  <a:pt x="99" y="148"/>
                </a:lnTo>
                <a:lnTo>
                  <a:pt x="100" y="148"/>
                </a:lnTo>
                <a:lnTo>
                  <a:pt x="100" y="147"/>
                </a:lnTo>
                <a:lnTo>
                  <a:pt x="101" y="146"/>
                </a:lnTo>
                <a:lnTo>
                  <a:pt x="102" y="145"/>
                </a:lnTo>
                <a:lnTo>
                  <a:pt x="102" y="144"/>
                </a:lnTo>
                <a:lnTo>
                  <a:pt x="104" y="142"/>
                </a:lnTo>
                <a:lnTo>
                  <a:pt x="104" y="140"/>
                </a:lnTo>
                <a:lnTo>
                  <a:pt x="104" y="138"/>
                </a:lnTo>
                <a:lnTo>
                  <a:pt x="104" y="137"/>
                </a:lnTo>
                <a:lnTo>
                  <a:pt x="105" y="137"/>
                </a:lnTo>
                <a:lnTo>
                  <a:pt x="105" y="136"/>
                </a:lnTo>
                <a:lnTo>
                  <a:pt x="106" y="135"/>
                </a:lnTo>
                <a:lnTo>
                  <a:pt x="107" y="134"/>
                </a:lnTo>
                <a:lnTo>
                  <a:pt x="107" y="133"/>
                </a:lnTo>
                <a:lnTo>
                  <a:pt x="108" y="133"/>
                </a:lnTo>
                <a:lnTo>
                  <a:pt x="109" y="132"/>
                </a:lnTo>
                <a:lnTo>
                  <a:pt x="109" y="131"/>
                </a:lnTo>
                <a:lnTo>
                  <a:pt x="110" y="131"/>
                </a:lnTo>
                <a:lnTo>
                  <a:pt x="111" y="131"/>
                </a:lnTo>
                <a:lnTo>
                  <a:pt x="111" y="130"/>
                </a:lnTo>
                <a:lnTo>
                  <a:pt x="111" y="129"/>
                </a:lnTo>
                <a:lnTo>
                  <a:pt x="111" y="128"/>
                </a:lnTo>
                <a:lnTo>
                  <a:pt x="112" y="127"/>
                </a:lnTo>
                <a:lnTo>
                  <a:pt x="112" y="124"/>
                </a:lnTo>
                <a:lnTo>
                  <a:pt x="112" y="120"/>
                </a:lnTo>
                <a:lnTo>
                  <a:pt x="111" y="120"/>
                </a:lnTo>
                <a:lnTo>
                  <a:pt x="110" y="120"/>
                </a:lnTo>
                <a:lnTo>
                  <a:pt x="110" y="119"/>
                </a:lnTo>
                <a:lnTo>
                  <a:pt x="111" y="119"/>
                </a:lnTo>
                <a:lnTo>
                  <a:pt x="112" y="118"/>
                </a:lnTo>
                <a:lnTo>
                  <a:pt x="111" y="118"/>
                </a:lnTo>
                <a:lnTo>
                  <a:pt x="110" y="118"/>
                </a:lnTo>
                <a:lnTo>
                  <a:pt x="109" y="118"/>
                </a:lnTo>
                <a:lnTo>
                  <a:pt x="109" y="117"/>
                </a:lnTo>
                <a:lnTo>
                  <a:pt x="110" y="115"/>
                </a:lnTo>
                <a:lnTo>
                  <a:pt x="110" y="113"/>
                </a:lnTo>
                <a:lnTo>
                  <a:pt x="110" y="111"/>
                </a:lnTo>
                <a:lnTo>
                  <a:pt x="111" y="111"/>
                </a:lnTo>
                <a:lnTo>
                  <a:pt x="111" y="110"/>
                </a:lnTo>
                <a:lnTo>
                  <a:pt x="112" y="110"/>
                </a:lnTo>
                <a:lnTo>
                  <a:pt x="113" y="111"/>
                </a:lnTo>
                <a:lnTo>
                  <a:pt x="115" y="111"/>
                </a:lnTo>
                <a:lnTo>
                  <a:pt x="114" y="110"/>
                </a:lnTo>
                <a:lnTo>
                  <a:pt x="114" y="109"/>
                </a:lnTo>
                <a:lnTo>
                  <a:pt x="113" y="109"/>
                </a:lnTo>
                <a:lnTo>
                  <a:pt x="113" y="108"/>
                </a:lnTo>
                <a:lnTo>
                  <a:pt x="113" y="107"/>
                </a:lnTo>
                <a:lnTo>
                  <a:pt x="114" y="107"/>
                </a:lnTo>
                <a:lnTo>
                  <a:pt x="114" y="106"/>
                </a:lnTo>
                <a:lnTo>
                  <a:pt x="114" y="105"/>
                </a:lnTo>
                <a:lnTo>
                  <a:pt x="115" y="104"/>
                </a:lnTo>
                <a:lnTo>
                  <a:pt x="115" y="103"/>
                </a:lnTo>
                <a:lnTo>
                  <a:pt x="115" y="102"/>
                </a:lnTo>
                <a:lnTo>
                  <a:pt x="115" y="101"/>
                </a:lnTo>
                <a:lnTo>
                  <a:pt x="116" y="101"/>
                </a:lnTo>
                <a:lnTo>
                  <a:pt x="116" y="100"/>
                </a:lnTo>
                <a:lnTo>
                  <a:pt x="116" y="99"/>
                </a:lnTo>
                <a:lnTo>
                  <a:pt x="117" y="99"/>
                </a:lnTo>
                <a:lnTo>
                  <a:pt x="117" y="98"/>
                </a:lnTo>
                <a:lnTo>
                  <a:pt x="117" y="97"/>
                </a:lnTo>
                <a:lnTo>
                  <a:pt x="117" y="96"/>
                </a:lnTo>
                <a:lnTo>
                  <a:pt x="117" y="95"/>
                </a:lnTo>
                <a:lnTo>
                  <a:pt x="117" y="94"/>
                </a:lnTo>
                <a:lnTo>
                  <a:pt x="118" y="93"/>
                </a:lnTo>
                <a:lnTo>
                  <a:pt x="119" y="91"/>
                </a:lnTo>
                <a:lnTo>
                  <a:pt x="120" y="90"/>
                </a:lnTo>
                <a:lnTo>
                  <a:pt x="120" y="89"/>
                </a:lnTo>
                <a:lnTo>
                  <a:pt x="120" y="88"/>
                </a:lnTo>
                <a:lnTo>
                  <a:pt x="121" y="87"/>
                </a:lnTo>
                <a:lnTo>
                  <a:pt x="122" y="87"/>
                </a:lnTo>
                <a:lnTo>
                  <a:pt x="122" y="86"/>
                </a:lnTo>
                <a:lnTo>
                  <a:pt x="122" y="85"/>
                </a:lnTo>
                <a:lnTo>
                  <a:pt x="123" y="84"/>
                </a:lnTo>
                <a:lnTo>
                  <a:pt x="123" y="83"/>
                </a:lnTo>
                <a:lnTo>
                  <a:pt x="124" y="83"/>
                </a:lnTo>
                <a:lnTo>
                  <a:pt x="124" y="82"/>
                </a:lnTo>
                <a:lnTo>
                  <a:pt x="124" y="81"/>
                </a:lnTo>
                <a:lnTo>
                  <a:pt x="124" y="80"/>
                </a:lnTo>
                <a:lnTo>
                  <a:pt x="123" y="80"/>
                </a:lnTo>
                <a:lnTo>
                  <a:pt x="123" y="79"/>
                </a:lnTo>
                <a:lnTo>
                  <a:pt x="124" y="76"/>
                </a:lnTo>
                <a:lnTo>
                  <a:pt x="125" y="74"/>
                </a:lnTo>
                <a:lnTo>
                  <a:pt x="126" y="73"/>
                </a:lnTo>
                <a:lnTo>
                  <a:pt x="126" y="72"/>
                </a:lnTo>
                <a:lnTo>
                  <a:pt x="126" y="71"/>
                </a:lnTo>
                <a:lnTo>
                  <a:pt x="128" y="69"/>
                </a:lnTo>
                <a:lnTo>
                  <a:pt x="129" y="68"/>
                </a:lnTo>
                <a:lnTo>
                  <a:pt x="130" y="67"/>
                </a:lnTo>
                <a:lnTo>
                  <a:pt x="131" y="67"/>
                </a:lnTo>
                <a:lnTo>
                  <a:pt x="132" y="66"/>
                </a:lnTo>
                <a:lnTo>
                  <a:pt x="134" y="64"/>
                </a:lnTo>
                <a:lnTo>
                  <a:pt x="135" y="63"/>
                </a:lnTo>
                <a:lnTo>
                  <a:pt x="136" y="62"/>
                </a:lnTo>
                <a:lnTo>
                  <a:pt x="136" y="61"/>
                </a:lnTo>
                <a:lnTo>
                  <a:pt x="137" y="61"/>
                </a:lnTo>
                <a:lnTo>
                  <a:pt x="139" y="60"/>
                </a:lnTo>
                <a:lnTo>
                  <a:pt x="140" y="59"/>
                </a:lnTo>
                <a:lnTo>
                  <a:pt x="141" y="59"/>
                </a:lnTo>
                <a:lnTo>
                  <a:pt x="143" y="58"/>
                </a:lnTo>
                <a:lnTo>
                  <a:pt x="144" y="58"/>
                </a:lnTo>
                <a:lnTo>
                  <a:pt x="144" y="57"/>
                </a:lnTo>
                <a:lnTo>
                  <a:pt x="145" y="57"/>
                </a:lnTo>
                <a:lnTo>
                  <a:pt x="146" y="57"/>
                </a:lnTo>
                <a:lnTo>
                  <a:pt x="147" y="56"/>
                </a:lnTo>
                <a:lnTo>
                  <a:pt x="148" y="56"/>
                </a:lnTo>
                <a:lnTo>
                  <a:pt x="148" y="55"/>
                </a:lnTo>
                <a:lnTo>
                  <a:pt x="149" y="55"/>
                </a:lnTo>
                <a:lnTo>
                  <a:pt x="150" y="54"/>
                </a:lnTo>
                <a:lnTo>
                  <a:pt x="151" y="53"/>
                </a:lnTo>
                <a:lnTo>
                  <a:pt x="152" y="53"/>
                </a:lnTo>
                <a:lnTo>
                  <a:pt x="153" y="51"/>
                </a:lnTo>
                <a:lnTo>
                  <a:pt x="154" y="50"/>
                </a:lnTo>
                <a:lnTo>
                  <a:pt x="155" y="50"/>
                </a:lnTo>
                <a:lnTo>
                  <a:pt x="155" y="49"/>
                </a:lnTo>
                <a:lnTo>
                  <a:pt x="156" y="49"/>
                </a:lnTo>
                <a:lnTo>
                  <a:pt x="157" y="49"/>
                </a:lnTo>
                <a:lnTo>
                  <a:pt x="158" y="48"/>
                </a:lnTo>
                <a:lnTo>
                  <a:pt x="160" y="48"/>
                </a:lnTo>
                <a:lnTo>
                  <a:pt x="160" y="47"/>
                </a:lnTo>
                <a:lnTo>
                  <a:pt x="161" y="47"/>
                </a:lnTo>
                <a:lnTo>
                  <a:pt x="161" y="46"/>
                </a:lnTo>
                <a:lnTo>
                  <a:pt x="162" y="46"/>
                </a:lnTo>
                <a:lnTo>
                  <a:pt x="164" y="45"/>
                </a:lnTo>
                <a:lnTo>
                  <a:pt x="165" y="45"/>
                </a:lnTo>
                <a:lnTo>
                  <a:pt x="168" y="45"/>
                </a:lnTo>
                <a:lnTo>
                  <a:pt x="169" y="45"/>
                </a:lnTo>
                <a:lnTo>
                  <a:pt x="170" y="45"/>
                </a:lnTo>
                <a:lnTo>
                  <a:pt x="170" y="44"/>
                </a:lnTo>
                <a:lnTo>
                  <a:pt x="171" y="44"/>
                </a:lnTo>
                <a:lnTo>
                  <a:pt x="172" y="43"/>
                </a:lnTo>
                <a:lnTo>
                  <a:pt x="173" y="43"/>
                </a:lnTo>
                <a:lnTo>
                  <a:pt x="174" y="43"/>
                </a:lnTo>
                <a:lnTo>
                  <a:pt x="175" y="43"/>
                </a:lnTo>
                <a:lnTo>
                  <a:pt x="177" y="42"/>
                </a:lnTo>
                <a:lnTo>
                  <a:pt x="178" y="42"/>
                </a:lnTo>
                <a:lnTo>
                  <a:pt x="179" y="41"/>
                </a:lnTo>
                <a:lnTo>
                  <a:pt x="180" y="41"/>
                </a:lnTo>
                <a:lnTo>
                  <a:pt x="181" y="40"/>
                </a:lnTo>
                <a:lnTo>
                  <a:pt x="182" y="40"/>
                </a:lnTo>
                <a:lnTo>
                  <a:pt x="183" y="39"/>
                </a:lnTo>
                <a:lnTo>
                  <a:pt x="184" y="38"/>
                </a:lnTo>
                <a:lnTo>
                  <a:pt x="187" y="36"/>
                </a:lnTo>
                <a:lnTo>
                  <a:pt x="186" y="36"/>
                </a:lnTo>
                <a:lnTo>
                  <a:pt x="186" y="35"/>
                </a:lnTo>
                <a:lnTo>
                  <a:pt x="187" y="34"/>
                </a:lnTo>
                <a:lnTo>
                  <a:pt x="188" y="33"/>
                </a:lnTo>
                <a:lnTo>
                  <a:pt x="189" y="34"/>
                </a:lnTo>
                <a:lnTo>
                  <a:pt x="189" y="33"/>
                </a:lnTo>
                <a:lnTo>
                  <a:pt x="189" y="32"/>
                </a:lnTo>
                <a:lnTo>
                  <a:pt x="190" y="32"/>
                </a:lnTo>
                <a:lnTo>
                  <a:pt x="190" y="31"/>
                </a:lnTo>
                <a:lnTo>
                  <a:pt x="191" y="31"/>
                </a:lnTo>
                <a:lnTo>
                  <a:pt x="192" y="32"/>
                </a:lnTo>
                <a:lnTo>
                  <a:pt x="193" y="32"/>
                </a:lnTo>
                <a:lnTo>
                  <a:pt x="194" y="32"/>
                </a:lnTo>
                <a:lnTo>
                  <a:pt x="195" y="32"/>
                </a:lnTo>
                <a:lnTo>
                  <a:pt x="195" y="33"/>
                </a:lnTo>
                <a:lnTo>
                  <a:pt x="196" y="33"/>
                </a:lnTo>
                <a:lnTo>
                  <a:pt x="197" y="34"/>
                </a:lnTo>
                <a:lnTo>
                  <a:pt x="197" y="35"/>
                </a:lnTo>
                <a:lnTo>
                  <a:pt x="198" y="35"/>
                </a:lnTo>
                <a:lnTo>
                  <a:pt x="198" y="36"/>
                </a:lnTo>
                <a:lnTo>
                  <a:pt x="199" y="38"/>
                </a:lnTo>
                <a:lnTo>
                  <a:pt x="200" y="39"/>
                </a:lnTo>
                <a:lnTo>
                  <a:pt x="201" y="39"/>
                </a:lnTo>
                <a:lnTo>
                  <a:pt x="200" y="38"/>
                </a:lnTo>
                <a:lnTo>
                  <a:pt x="200" y="37"/>
                </a:lnTo>
                <a:lnTo>
                  <a:pt x="200" y="36"/>
                </a:lnTo>
                <a:lnTo>
                  <a:pt x="199" y="35"/>
                </a:lnTo>
                <a:lnTo>
                  <a:pt x="199" y="34"/>
                </a:lnTo>
                <a:lnTo>
                  <a:pt x="199" y="33"/>
                </a:lnTo>
                <a:lnTo>
                  <a:pt x="198" y="33"/>
                </a:lnTo>
                <a:lnTo>
                  <a:pt x="197" y="32"/>
                </a:lnTo>
                <a:lnTo>
                  <a:pt x="196" y="31"/>
                </a:lnTo>
                <a:lnTo>
                  <a:pt x="196" y="30"/>
                </a:lnTo>
                <a:lnTo>
                  <a:pt x="195" y="30"/>
                </a:lnTo>
                <a:lnTo>
                  <a:pt x="194" y="30"/>
                </a:lnTo>
                <a:lnTo>
                  <a:pt x="194" y="29"/>
                </a:lnTo>
                <a:lnTo>
                  <a:pt x="193" y="29"/>
                </a:lnTo>
                <a:lnTo>
                  <a:pt x="192" y="29"/>
                </a:lnTo>
                <a:lnTo>
                  <a:pt x="191" y="29"/>
                </a:lnTo>
                <a:lnTo>
                  <a:pt x="190" y="29"/>
                </a:lnTo>
                <a:lnTo>
                  <a:pt x="189" y="28"/>
                </a:lnTo>
                <a:lnTo>
                  <a:pt x="188" y="28"/>
                </a:lnTo>
                <a:lnTo>
                  <a:pt x="189" y="27"/>
                </a:lnTo>
                <a:lnTo>
                  <a:pt x="190" y="27"/>
                </a:lnTo>
                <a:lnTo>
                  <a:pt x="191" y="26"/>
                </a:lnTo>
                <a:lnTo>
                  <a:pt x="190" y="26"/>
                </a:lnTo>
                <a:lnTo>
                  <a:pt x="190" y="24"/>
                </a:lnTo>
                <a:lnTo>
                  <a:pt x="191" y="24"/>
                </a:lnTo>
                <a:lnTo>
                  <a:pt x="191" y="23"/>
                </a:lnTo>
                <a:lnTo>
                  <a:pt x="192" y="23"/>
                </a:lnTo>
                <a:lnTo>
                  <a:pt x="192" y="22"/>
                </a:lnTo>
                <a:lnTo>
                  <a:pt x="192" y="21"/>
                </a:lnTo>
                <a:lnTo>
                  <a:pt x="193" y="21"/>
                </a:lnTo>
                <a:lnTo>
                  <a:pt x="193" y="20"/>
                </a:lnTo>
                <a:lnTo>
                  <a:pt x="193" y="18"/>
                </a:lnTo>
                <a:lnTo>
                  <a:pt x="194" y="17"/>
                </a:lnTo>
                <a:lnTo>
                  <a:pt x="194" y="16"/>
                </a:lnTo>
                <a:lnTo>
                  <a:pt x="194" y="15"/>
                </a:lnTo>
                <a:lnTo>
                  <a:pt x="194" y="14"/>
                </a:lnTo>
                <a:lnTo>
                  <a:pt x="195" y="14"/>
                </a:lnTo>
                <a:lnTo>
                  <a:pt x="195" y="13"/>
                </a:lnTo>
                <a:lnTo>
                  <a:pt x="195" y="14"/>
                </a:lnTo>
                <a:lnTo>
                  <a:pt x="196" y="14"/>
                </a:lnTo>
                <a:lnTo>
                  <a:pt x="196" y="13"/>
                </a:lnTo>
                <a:lnTo>
                  <a:pt x="197" y="13"/>
                </a:lnTo>
                <a:lnTo>
                  <a:pt x="198" y="13"/>
                </a:lnTo>
                <a:lnTo>
                  <a:pt x="198" y="12"/>
                </a:lnTo>
                <a:lnTo>
                  <a:pt x="199" y="12"/>
                </a:lnTo>
                <a:lnTo>
                  <a:pt x="199" y="11"/>
                </a:lnTo>
                <a:lnTo>
                  <a:pt x="198" y="11"/>
                </a:lnTo>
                <a:lnTo>
                  <a:pt x="199" y="10"/>
                </a:lnTo>
                <a:lnTo>
                  <a:pt x="199" y="9"/>
                </a:lnTo>
                <a:lnTo>
                  <a:pt x="200" y="8"/>
                </a:lnTo>
                <a:lnTo>
                  <a:pt x="202" y="7"/>
                </a:lnTo>
                <a:lnTo>
                  <a:pt x="203" y="6"/>
                </a:lnTo>
                <a:lnTo>
                  <a:pt x="204" y="6"/>
                </a:lnTo>
                <a:lnTo>
                  <a:pt x="204" y="5"/>
                </a:lnTo>
                <a:lnTo>
                  <a:pt x="204" y="4"/>
                </a:lnTo>
                <a:lnTo>
                  <a:pt x="204" y="5"/>
                </a:lnTo>
                <a:lnTo>
                  <a:pt x="206" y="5"/>
                </a:lnTo>
                <a:lnTo>
                  <a:pt x="207" y="4"/>
                </a:lnTo>
                <a:lnTo>
                  <a:pt x="208" y="3"/>
                </a:lnTo>
                <a:lnTo>
                  <a:pt x="208" y="2"/>
                </a:lnTo>
                <a:lnTo>
                  <a:pt x="208" y="1"/>
                </a:lnTo>
                <a:lnTo>
                  <a:pt x="209" y="1"/>
                </a:lnTo>
                <a:lnTo>
                  <a:pt x="209" y="2"/>
                </a:lnTo>
                <a:lnTo>
                  <a:pt x="210" y="2"/>
                </a:lnTo>
                <a:lnTo>
                  <a:pt x="211" y="2"/>
                </a:lnTo>
                <a:lnTo>
                  <a:pt x="213" y="2"/>
                </a:lnTo>
                <a:lnTo>
                  <a:pt x="214" y="2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0" name=""/>
          <p:cNvSpPr/>
          <p:nvPr/>
        </p:nvSpPr>
        <p:spPr>
          <a:xfrm>
            <a:off x="8487000" y="244836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4" y="0"/>
                </a:moveTo>
                <a:lnTo>
                  <a:pt x="6" y="0"/>
                </a:lnTo>
                <a:lnTo>
                  <a:pt x="6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1" name=""/>
          <p:cNvSpPr/>
          <p:nvPr/>
        </p:nvSpPr>
        <p:spPr>
          <a:xfrm>
            <a:off x="8493480" y="2428560"/>
            <a:ext cx="4320" cy="2880"/>
          </a:xfrm>
          <a:custGeom>
            <a:avLst/>
            <a:gdLst/>
            <a:ahLst/>
            <a:rect l="0" t="0" r="r" b="b"/>
            <a:pathLst>
              <a:path w="12" h="8">
                <a:moveTo>
                  <a:pt x="0" y="8"/>
                </a:move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8" y="1"/>
                </a:lnTo>
                <a:lnTo>
                  <a:pt x="9" y="0"/>
                </a:lnTo>
                <a:lnTo>
                  <a:pt x="12" y="0"/>
                </a:lnTo>
                <a:lnTo>
                  <a:pt x="10" y="0"/>
                </a:lnTo>
                <a:lnTo>
                  <a:pt x="10" y="2"/>
                </a:lnTo>
                <a:lnTo>
                  <a:pt x="10" y="3"/>
                </a:lnTo>
                <a:lnTo>
                  <a:pt x="9" y="3"/>
                </a:lnTo>
                <a:lnTo>
                  <a:pt x="9" y="5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2" y="8"/>
                </a:lnTo>
                <a:lnTo>
                  <a:pt x="0" y="8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720" rIns="21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2" name=""/>
          <p:cNvSpPr/>
          <p:nvPr/>
        </p:nvSpPr>
        <p:spPr>
          <a:xfrm>
            <a:off x="8588520" y="23565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2" y="4"/>
                </a:moveTo>
                <a:lnTo>
                  <a:pt x="0" y="3"/>
                </a:lnTo>
                <a:lnTo>
                  <a:pt x="2" y="3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3"/>
                </a:lnTo>
                <a:lnTo>
                  <a:pt x="7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3" name=""/>
          <p:cNvSpPr/>
          <p:nvPr/>
        </p:nvSpPr>
        <p:spPr>
          <a:xfrm>
            <a:off x="8572680" y="23360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1"/>
                </a:moveTo>
                <a:lnTo>
                  <a:pt x="1" y="0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720" rIns="21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4" name=""/>
          <p:cNvSpPr/>
          <p:nvPr/>
        </p:nvSpPr>
        <p:spPr>
          <a:xfrm>
            <a:off x="8679600" y="22712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7" y="3"/>
                </a:move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360" rIns="21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5" name=""/>
          <p:cNvSpPr/>
          <p:nvPr/>
        </p:nvSpPr>
        <p:spPr>
          <a:xfrm>
            <a:off x="8688960" y="22572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3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noFill/>
          <a:ln w="4680">
            <a:solidFill>
              <a:srgbClr val="666666"/>
            </a:solidFill>
            <a:round/>
          </a:ln>
        </p:spPr>
        <p:txBody>
          <a:bodyPr lIns="2160" tIns="-1080" rIns="21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6" name=""/>
          <p:cNvSpPr/>
          <p:nvPr/>
        </p:nvSpPr>
        <p:spPr>
          <a:xfrm>
            <a:off x="8555400" y="1902960"/>
            <a:ext cx="8640" cy="4680"/>
          </a:xfrm>
          <a:custGeom>
            <a:avLst/>
            <a:gdLst/>
            <a:ahLst/>
            <a:rect l="0" t="0" r="r" b="b"/>
            <a:pathLst>
              <a:path fill="none" w="24" h="13">
                <a:moveTo>
                  <a:pt x="0" y="13"/>
                </a:moveTo>
                <a:lnTo>
                  <a:pt x="5" y="10"/>
                </a:lnTo>
                <a:lnTo>
                  <a:pt x="10" y="8"/>
                </a:lnTo>
                <a:lnTo>
                  <a:pt x="16" y="5"/>
                </a:lnTo>
                <a:lnTo>
                  <a:pt x="20" y="3"/>
                </a:lnTo>
                <a:lnTo>
                  <a:pt x="24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720" rIns="39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7" name=""/>
          <p:cNvSpPr/>
          <p:nvPr/>
        </p:nvSpPr>
        <p:spPr>
          <a:xfrm>
            <a:off x="8538840" y="1910880"/>
            <a:ext cx="9000" cy="2520"/>
          </a:xfrm>
          <a:custGeom>
            <a:avLst/>
            <a:gdLst/>
            <a:ahLst/>
            <a:rect l="0" t="0" r="r" b="b"/>
            <a:pathLst>
              <a:path fill="none" w="25" h="7">
                <a:moveTo>
                  <a:pt x="0" y="7"/>
                </a:moveTo>
                <a:lnTo>
                  <a:pt x="4" y="7"/>
                </a:lnTo>
                <a:lnTo>
                  <a:pt x="7" y="6"/>
                </a:lnTo>
                <a:lnTo>
                  <a:pt x="10" y="6"/>
                </a:lnTo>
                <a:lnTo>
                  <a:pt x="13" y="4"/>
                </a:lnTo>
                <a:lnTo>
                  <a:pt x="17" y="2"/>
                </a:lnTo>
                <a:lnTo>
                  <a:pt x="21" y="1"/>
                </a:lnTo>
                <a:lnTo>
                  <a:pt x="25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8" name=""/>
          <p:cNvSpPr/>
          <p:nvPr/>
        </p:nvSpPr>
        <p:spPr>
          <a:xfrm>
            <a:off x="8518320" y="1917720"/>
            <a:ext cx="7200" cy="5400"/>
          </a:xfrm>
          <a:custGeom>
            <a:avLst/>
            <a:gdLst/>
            <a:ahLst/>
            <a:rect l="0" t="0" r="r" b="b"/>
            <a:pathLst>
              <a:path fill="none" w="20" h="15">
                <a:moveTo>
                  <a:pt x="0" y="15"/>
                </a:moveTo>
                <a:lnTo>
                  <a:pt x="2" y="12"/>
                </a:lnTo>
                <a:lnTo>
                  <a:pt x="6" y="9"/>
                </a:lnTo>
                <a:lnTo>
                  <a:pt x="8" y="7"/>
                </a:lnTo>
                <a:lnTo>
                  <a:pt x="10" y="5"/>
                </a:lnTo>
                <a:lnTo>
                  <a:pt x="13" y="4"/>
                </a:lnTo>
                <a:lnTo>
                  <a:pt x="18" y="1"/>
                </a:lnTo>
                <a:lnTo>
                  <a:pt x="2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1440" rIns="396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9" name=""/>
          <p:cNvSpPr/>
          <p:nvPr/>
        </p:nvSpPr>
        <p:spPr>
          <a:xfrm>
            <a:off x="8505720" y="1926720"/>
            <a:ext cx="7560" cy="5040"/>
          </a:xfrm>
          <a:custGeom>
            <a:avLst/>
            <a:gdLst/>
            <a:ahLst/>
            <a:rect l="0" t="0" r="r" b="b"/>
            <a:pathLst>
              <a:path fill="none" w="21" h="14">
                <a:moveTo>
                  <a:pt x="0" y="14"/>
                </a:moveTo>
                <a:lnTo>
                  <a:pt x="3" y="13"/>
                </a:lnTo>
                <a:lnTo>
                  <a:pt x="5" y="12"/>
                </a:lnTo>
                <a:lnTo>
                  <a:pt x="9" y="11"/>
                </a:lnTo>
                <a:lnTo>
                  <a:pt x="13" y="8"/>
                </a:lnTo>
                <a:lnTo>
                  <a:pt x="16" y="5"/>
                </a:lnTo>
                <a:lnTo>
                  <a:pt x="18" y="2"/>
                </a:lnTo>
                <a:lnTo>
                  <a:pt x="2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1080" rIns="39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0" name=""/>
          <p:cNvSpPr/>
          <p:nvPr/>
        </p:nvSpPr>
        <p:spPr>
          <a:xfrm>
            <a:off x="8492760" y="193392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0" y="8"/>
                </a:moveTo>
                <a:lnTo>
                  <a:pt x="2" y="6"/>
                </a:lnTo>
                <a:lnTo>
                  <a:pt x="3" y="5"/>
                </a:lnTo>
                <a:lnTo>
                  <a:pt x="5" y="4"/>
                </a:lnTo>
                <a:lnTo>
                  <a:pt x="7" y="4"/>
                </a:lnTo>
                <a:lnTo>
                  <a:pt x="7" y="3"/>
                </a:lnTo>
                <a:lnTo>
                  <a:pt x="9" y="3"/>
                </a:lnTo>
                <a:lnTo>
                  <a:pt x="11" y="2"/>
                </a:lnTo>
                <a:lnTo>
                  <a:pt x="14" y="0"/>
                </a:lnTo>
                <a:lnTo>
                  <a:pt x="16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080" rIns="39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1" name=""/>
          <p:cNvSpPr/>
          <p:nvPr/>
        </p:nvSpPr>
        <p:spPr>
          <a:xfrm flipV="1">
            <a:off x="8643600" y="2367000"/>
            <a:ext cx="5040" cy="83160"/>
          </a:xfrm>
          <a:prstGeom prst="line">
            <a:avLst/>
          </a:prstGeom>
          <a:ln w="7920">
            <a:solidFill>
              <a:srgbClr val="4D4D4D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960" tIns="3960" rIns="3960" bIns="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2" name=""/>
          <p:cNvSpPr/>
          <p:nvPr/>
        </p:nvSpPr>
        <p:spPr>
          <a:xfrm flipV="1">
            <a:off x="8585640" y="2583720"/>
            <a:ext cx="40320" cy="70920"/>
          </a:xfrm>
          <a:prstGeom prst="line">
            <a:avLst/>
          </a:prstGeom>
          <a:ln w="7920">
            <a:solidFill>
              <a:srgbClr val="4D4D4D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960" tIns="3960" rIns="3960" bIns="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3" name=""/>
          <p:cNvSpPr/>
          <p:nvPr/>
        </p:nvSpPr>
        <p:spPr>
          <a:xfrm>
            <a:off x="8281440" y="2700360"/>
            <a:ext cx="6840" cy="2160"/>
          </a:xfrm>
          <a:custGeom>
            <a:avLst/>
            <a:gdLst/>
            <a:ahLst/>
            <a:rect l="0" t="0" r="r" b="b"/>
            <a:pathLst>
              <a:path fill="none" w="19" h="6">
                <a:moveTo>
                  <a:pt x="0" y="6"/>
                </a:moveTo>
                <a:lnTo>
                  <a:pt x="1" y="4"/>
                </a:lnTo>
                <a:lnTo>
                  <a:pt x="3" y="3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8" y="2"/>
                </a:lnTo>
                <a:lnTo>
                  <a:pt x="10" y="2"/>
                </a:lnTo>
                <a:lnTo>
                  <a:pt x="12" y="0"/>
                </a:lnTo>
                <a:lnTo>
                  <a:pt x="13" y="0"/>
                </a:lnTo>
                <a:lnTo>
                  <a:pt x="16" y="0"/>
                </a:lnTo>
                <a:lnTo>
                  <a:pt x="18" y="0"/>
                </a:lnTo>
                <a:lnTo>
                  <a:pt x="19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4" name=""/>
          <p:cNvSpPr/>
          <p:nvPr/>
        </p:nvSpPr>
        <p:spPr>
          <a:xfrm>
            <a:off x="8277480" y="27046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3"/>
                </a:moveTo>
                <a:lnTo>
                  <a:pt x="4" y="1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5" name=""/>
          <p:cNvSpPr/>
          <p:nvPr/>
        </p:nvSpPr>
        <p:spPr>
          <a:xfrm>
            <a:off x="8281800" y="27046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1"/>
                </a:lnTo>
                <a:lnTo>
                  <a:pt x="2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6" name=""/>
          <p:cNvSpPr/>
          <p:nvPr/>
        </p:nvSpPr>
        <p:spPr>
          <a:xfrm>
            <a:off x="8283600" y="2704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7" name=""/>
          <p:cNvSpPr/>
          <p:nvPr/>
        </p:nvSpPr>
        <p:spPr>
          <a:xfrm>
            <a:off x="8281800" y="2705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8" name=""/>
          <p:cNvSpPr/>
          <p:nvPr/>
        </p:nvSpPr>
        <p:spPr>
          <a:xfrm>
            <a:off x="8277120" y="27057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9" name=""/>
          <p:cNvSpPr/>
          <p:nvPr/>
        </p:nvSpPr>
        <p:spPr>
          <a:xfrm>
            <a:off x="8283960" y="2705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0" name=""/>
          <p:cNvSpPr/>
          <p:nvPr/>
        </p:nvSpPr>
        <p:spPr>
          <a:xfrm>
            <a:off x="8278200" y="27061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1" name=""/>
          <p:cNvSpPr/>
          <p:nvPr/>
        </p:nvSpPr>
        <p:spPr>
          <a:xfrm>
            <a:off x="8277120" y="270648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2" name=""/>
          <p:cNvSpPr/>
          <p:nvPr/>
        </p:nvSpPr>
        <p:spPr>
          <a:xfrm>
            <a:off x="8281080" y="2700720"/>
            <a:ext cx="11880" cy="14400"/>
          </a:xfrm>
          <a:custGeom>
            <a:avLst/>
            <a:gdLst/>
            <a:ahLst/>
            <a:rect l="0" t="0" r="r" b="b"/>
            <a:pathLst>
              <a:path fill="none" w="33" h="40">
                <a:moveTo>
                  <a:pt x="4" y="40"/>
                </a:moveTo>
                <a:lnTo>
                  <a:pt x="5" y="40"/>
                </a:lnTo>
                <a:lnTo>
                  <a:pt x="6" y="40"/>
                </a:lnTo>
                <a:lnTo>
                  <a:pt x="7" y="40"/>
                </a:lnTo>
                <a:lnTo>
                  <a:pt x="8" y="40"/>
                </a:lnTo>
                <a:lnTo>
                  <a:pt x="9" y="40"/>
                </a:lnTo>
                <a:lnTo>
                  <a:pt x="11" y="40"/>
                </a:lnTo>
                <a:lnTo>
                  <a:pt x="12" y="40"/>
                </a:lnTo>
                <a:lnTo>
                  <a:pt x="13" y="39"/>
                </a:lnTo>
                <a:lnTo>
                  <a:pt x="14" y="39"/>
                </a:lnTo>
                <a:lnTo>
                  <a:pt x="15" y="38"/>
                </a:lnTo>
                <a:lnTo>
                  <a:pt x="16" y="38"/>
                </a:lnTo>
                <a:lnTo>
                  <a:pt x="17" y="38"/>
                </a:lnTo>
                <a:lnTo>
                  <a:pt x="18" y="37"/>
                </a:lnTo>
                <a:lnTo>
                  <a:pt x="19" y="37"/>
                </a:lnTo>
                <a:lnTo>
                  <a:pt x="22" y="36"/>
                </a:lnTo>
                <a:lnTo>
                  <a:pt x="23" y="35"/>
                </a:lnTo>
                <a:lnTo>
                  <a:pt x="24" y="35"/>
                </a:lnTo>
                <a:lnTo>
                  <a:pt x="25" y="34"/>
                </a:lnTo>
                <a:lnTo>
                  <a:pt x="26" y="33"/>
                </a:lnTo>
                <a:lnTo>
                  <a:pt x="26" y="32"/>
                </a:lnTo>
                <a:lnTo>
                  <a:pt x="27" y="31"/>
                </a:lnTo>
                <a:lnTo>
                  <a:pt x="28" y="31"/>
                </a:lnTo>
                <a:lnTo>
                  <a:pt x="29" y="30"/>
                </a:lnTo>
                <a:lnTo>
                  <a:pt x="29" y="29"/>
                </a:lnTo>
                <a:lnTo>
                  <a:pt x="30" y="28"/>
                </a:lnTo>
                <a:lnTo>
                  <a:pt x="31" y="26"/>
                </a:lnTo>
                <a:lnTo>
                  <a:pt x="31" y="25"/>
                </a:lnTo>
                <a:lnTo>
                  <a:pt x="32" y="24"/>
                </a:lnTo>
                <a:lnTo>
                  <a:pt x="32" y="23"/>
                </a:lnTo>
                <a:lnTo>
                  <a:pt x="32" y="22"/>
                </a:lnTo>
                <a:lnTo>
                  <a:pt x="32" y="21"/>
                </a:lnTo>
                <a:lnTo>
                  <a:pt x="33" y="20"/>
                </a:lnTo>
                <a:lnTo>
                  <a:pt x="33" y="19"/>
                </a:lnTo>
                <a:lnTo>
                  <a:pt x="33" y="16"/>
                </a:lnTo>
                <a:lnTo>
                  <a:pt x="33" y="14"/>
                </a:lnTo>
                <a:lnTo>
                  <a:pt x="32" y="12"/>
                </a:lnTo>
                <a:lnTo>
                  <a:pt x="32" y="11"/>
                </a:lnTo>
                <a:lnTo>
                  <a:pt x="32" y="10"/>
                </a:lnTo>
                <a:lnTo>
                  <a:pt x="32" y="9"/>
                </a:lnTo>
                <a:lnTo>
                  <a:pt x="31" y="8"/>
                </a:lnTo>
                <a:lnTo>
                  <a:pt x="30" y="5"/>
                </a:lnTo>
                <a:lnTo>
                  <a:pt x="29" y="4"/>
                </a:lnTo>
                <a:lnTo>
                  <a:pt x="28" y="1"/>
                </a:lnTo>
                <a:lnTo>
                  <a:pt x="27" y="0"/>
                </a:lnTo>
                <a:lnTo>
                  <a:pt x="26" y="0"/>
                </a:lnTo>
                <a:lnTo>
                  <a:pt x="25" y="0"/>
                </a:lnTo>
                <a:lnTo>
                  <a:pt x="25" y="1"/>
                </a:lnTo>
                <a:lnTo>
                  <a:pt x="24" y="1"/>
                </a:lnTo>
                <a:lnTo>
                  <a:pt x="24" y="3"/>
                </a:lnTo>
                <a:lnTo>
                  <a:pt x="25" y="3"/>
                </a:lnTo>
                <a:lnTo>
                  <a:pt x="26" y="5"/>
                </a:lnTo>
                <a:lnTo>
                  <a:pt x="26" y="7"/>
                </a:lnTo>
                <a:lnTo>
                  <a:pt x="27" y="8"/>
                </a:lnTo>
                <a:lnTo>
                  <a:pt x="27" y="9"/>
                </a:lnTo>
                <a:lnTo>
                  <a:pt x="28" y="10"/>
                </a:lnTo>
                <a:lnTo>
                  <a:pt x="28" y="11"/>
                </a:lnTo>
                <a:lnTo>
                  <a:pt x="29" y="13"/>
                </a:lnTo>
                <a:lnTo>
                  <a:pt x="29" y="14"/>
                </a:lnTo>
                <a:lnTo>
                  <a:pt x="29" y="16"/>
                </a:lnTo>
                <a:lnTo>
                  <a:pt x="29" y="17"/>
                </a:lnTo>
                <a:lnTo>
                  <a:pt x="29" y="18"/>
                </a:lnTo>
                <a:lnTo>
                  <a:pt x="29" y="19"/>
                </a:lnTo>
                <a:lnTo>
                  <a:pt x="29" y="21"/>
                </a:lnTo>
                <a:lnTo>
                  <a:pt x="29" y="22"/>
                </a:lnTo>
                <a:lnTo>
                  <a:pt x="28" y="23"/>
                </a:lnTo>
                <a:lnTo>
                  <a:pt x="28" y="24"/>
                </a:lnTo>
                <a:lnTo>
                  <a:pt x="27" y="25"/>
                </a:lnTo>
                <a:lnTo>
                  <a:pt x="26" y="26"/>
                </a:lnTo>
                <a:lnTo>
                  <a:pt x="25" y="28"/>
                </a:lnTo>
                <a:lnTo>
                  <a:pt x="24" y="29"/>
                </a:lnTo>
                <a:lnTo>
                  <a:pt x="23" y="30"/>
                </a:lnTo>
                <a:lnTo>
                  <a:pt x="23" y="31"/>
                </a:lnTo>
                <a:lnTo>
                  <a:pt x="22" y="32"/>
                </a:lnTo>
                <a:lnTo>
                  <a:pt x="20" y="33"/>
                </a:lnTo>
                <a:lnTo>
                  <a:pt x="19" y="33"/>
                </a:lnTo>
                <a:lnTo>
                  <a:pt x="18" y="34"/>
                </a:lnTo>
                <a:lnTo>
                  <a:pt x="16" y="34"/>
                </a:lnTo>
                <a:lnTo>
                  <a:pt x="16" y="35"/>
                </a:lnTo>
                <a:lnTo>
                  <a:pt x="15" y="35"/>
                </a:lnTo>
                <a:lnTo>
                  <a:pt x="14" y="35"/>
                </a:lnTo>
                <a:lnTo>
                  <a:pt x="13" y="35"/>
                </a:lnTo>
                <a:lnTo>
                  <a:pt x="12" y="36"/>
                </a:lnTo>
                <a:lnTo>
                  <a:pt x="9" y="37"/>
                </a:lnTo>
                <a:lnTo>
                  <a:pt x="8" y="37"/>
                </a:lnTo>
                <a:lnTo>
                  <a:pt x="7" y="37"/>
                </a:lnTo>
                <a:lnTo>
                  <a:pt x="6" y="37"/>
                </a:lnTo>
                <a:lnTo>
                  <a:pt x="4" y="36"/>
                </a:lnTo>
                <a:lnTo>
                  <a:pt x="3" y="35"/>
                </a:lnTo>
                <a:lnTo>
                  <a:pt x="2" y="35"/>
                </a:lnTo>
                <a:lnTo>
                  <a:pt x="1" y="35"/>
                </a:lnTo>
                <a:lnTo>
                  <a:pt x="0" y="35"/>
                </a:lnTo>
                <a:lnTo>
                  <a:pt x="0" y="36"/>
                </a:lnTo>
                <a:lnTo>
                  <a:pt x="0" y="37"/>
                </a:lnTo>
                <a:lnTo>
                  <a:pt x="0" y="38"/>
                </a:lnTo>
                <a:lnTo>
                  <a:pt x="1" y="39"/>
                </a:lnTo>
                <a:lnTo>
                  <a:pt x="2" y="39"/>
                </a:lnTo>
                <a:lnTo>
                  <a:pt x="3" y="40"/>
                </a:lnTo>
                <a:lnTo>
                  <a:pt x="4" y="39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960" rIns="3960" bIns="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3" name=""/>
          <p:cNvSpPr/>
          <p:nvPr/>
        </p:nvSpPr>
        <p:spPr>
          <a:xfrm>
            <a:off x="8497440" y="2795040"/>
            <a:ext cx="28440" cy="77760"/>
          </a:xfrm>
          <a:custGeom>
            <a:avLst/>
            <a:gdLst/>
            <a:ahLst/>
            <a:rect l="0" t="0" r="r" b="b"/>
            <a:pathLst>
              <a:path fill="none" w="79" h="216">
                <a:moveTo>
                  <a:pt x="0" y="216"/>
                </a:moveTo>
                <a:lnTo>
                  <a:pt x="2" y="209"/>
                </a:lnTo>
                <a:lnTo>
                  <a:pt x="4" y="202"/>
                </a:lnTo>
                <a:lnTo>
                  <a:pt x="6" y="196"/>
                </a:lnTo>
                <a:lnTo>
                  <a:pt x="9" y="189"/>
                </a:lnTo>
                <a:lnTo>
                  <a:pt x="11" y="181"/>
                </a:lnTo>
                <a:lnTo>
                  <a:pt x="14" y="172"/>
                </a:lnTo>
                <a:lnTo>
                  <a:pt x="17" y="164"/>
                </a:lnTo>
                <a:lnTo>
                  <a:pt x="20" y="155"/>
                </a:lnTo>
                <a:lnTo>
                  <a:pt x="23" y="147"/>
                </a:lnTo>
                <a:lnTo>
                  <a:pt x="26" y="141"/>
                </a:lnTo>
                <a:lnTo>
                  <a:pt x="28" y="134"/>
                </a:lnTo>
                <a:lnTo>
                  <a:pt x="32" y="123"/>
                </a:lnTo>
                <a:lnTo>
                  <a:pt x="36" y="115"/>
                </a:lnTo>
                <a:lnTo>
                  <a:pt x="39" y="107"/>
                </a:lnTo>
                <a:lnTo>
                  <a:pt x="41" y="101"/>
                </a:lnTo>
                <a:lnTo>
                  <a:pt x="43" y="94"/>
                </a:lnTo>
                <a:lnTo>
                  <a:pt x="45" y="89"/>
                </a:lnTo>
                <a:lnTo>
                  <a:pt x="50" y="77"/>
                </a:lnTo>
                <a:lnTo>
                  <a:pt x="54" y="65"/>
                </a:lnTo>
                <a:lnTo>
                  <a:pt x="57" y="57"/>
                </a:lnTo>
                <a:lnTo>
                  <a:pt x="60" y="48"/>
                </a:lnTo>
                <a:lnTo>
                  <a:pt x="64" y="38"/>
                </a:lnTo>
                <a:lnTo>
                  <a:pt x="68" y="28"/>
                </a:lnTo>
                <a:lnTo>
                  <a:pt x="71" y="18"/>
                </a:lnTo>
                <a:lnTo>
                  <a:pt x="76" y="8"/>
                </a:lnTo>
                <a:lnTo>
                  <a:pt x="79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960" rIns="3960" bIns="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4" name=""/>
          <p:cNvSpPr/>
          <p:nvPr/>
        </p:nvSpPr>
        <p:spPr>
          <a:xfrm>
            <a:off x="8172360" y="3038400"/>
            <a:ext cx="5400" cy="1800"/>
          </a:xfrm>
          <a:custGeom>
            <a:avLst/>
            <a:gdLst/>
            <a:ahLst/>
            <a:rect l="0" t="0" r="r" b="b"/>
            <a:pathLst>
              <a:path fill="none" w="15" h="5">
                <a:moveTo>
                  <a:pt x="0" y="5"/>
                </a:moveTo>
                <a:lnTo>
                  <a:pt x="3" y="5"/>
                </a:lnTo>
                <a:lnTo>
                  <a:pt x="6" y="3"/>
                </a:lnTo>
                <a:lnTo>
                  <a:pt x="7" y="1"/>
                </a:lnTo>
                <a:lnTo>
                  <a:pt x="9" y="0"/>
                </a:lnTo>
                <a:lnTo>
                  <a:pt x="12" y="0"/>
                </a:lnTo>
                <a:lnTo>
                  <a:pt x="15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5" name=""/>
          <p:cNvSpPr/>
          <p:nvPr/>
        </p:nvSpPr>
        <p:spPr>
          <a:xfrm>
            <a:off x="8167680" y="304092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3" y="1"/>
                </a:lnTo>
                <a:lnTo>
                  <a:pt x="5" y="1"/>
                </a:lnTo>
                <a:lnTo>
                  <a:pt x="7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6" name=""/>
          <p:cNvSpPr/>
          <p:nvPr/>
        </p:nvSpPr>
        <p:spPr>
          <a:xfrm>
            <a:off x="8173080" y="3040200"/>
            <a:ext cx="5040" cy="1800"/>
          </a:xfrm>
          <a:custGeom>
            <a:avLst/>
            <a:gdLst/>
            <a:ahLst/>
            <a:rect l="0" t="0" r="r" b="b"/>
            <a:pathLst>
              <a:path fill="none" w="14" h="5">
                <a:moveTo>
                  <a:pt x="14" y="0"/>
                </a:moveTo>
                <a:lnTo>
                  <a:pt x="13" y="4"/>
                </a:lnTo>
                <a:lnTo>
                  <a:pt x="11" y="5"/>
                </a:lnTo>
                <a:lnTo>
                  <a:pt x="8" y="5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7" name=""/>
          <p:cNvSpPr/>
          <p:nvPr/>
        </p:nvSpPr>
        <p:spPr>
          <a:xfrm>
            <a:off x="8168400" y="304236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6" y="0"/>
                </a:moveTo>
                <a:lnTo>
                  <a:pt x="4" y="1"/>
                </a:lnTo>
                <a:lnTo>
                  <a:pt x="1" y="3"/>
                </a:lnTo>
                <a:lnTo>
                  <a:pt x="0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8" name=""/>
          <p:cNvSpPr/>
          <p:nvPr/>
        </p:nvSpPr>
        <p:spPr>
          <a:xfrm>
            <a:off x="8162640" y="304236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0" y="8"/>
                </a:moveTo>
                <a:lnTo>
                  <a:pt x="1" y="7"/>
                </a:lnTo>
                <a:lnTo>
                  <a:pt x="3" y="6"/>
                </a:lnTo>
                <a:lnTo>
                  <a:pt x="5" y="5"/>
                </a:lnTo>
                <a:lnTo>
                  <a:pt x="7" y="4"/>
                </a:lnTo>
                <a:lnTo>
                  <a:pt x="8" y="3"/>
                </a:lnTo>
                <a:lnTo>
                  <a:pt x="9" y="1"/>
                </a:lnTo>
                <a:lnTo>
                  <a:pt x="1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080" rIns="39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9" name=""/>
          <p:cNvSpPr/>
          <p:nvPr/>
        </p:nvSpPr>
        <p:spPr>
          <a:xfrm>
            <a:off x="8163000" y="304380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10" y="0"/>
                </a:moveTo>
                <a:lnTo>
                  <a:pt x="8" y="3"/>
                </a:lnTo>
                <a:lnTo>
                  <a:pt x="5" y="4"/>
                </a:lnTo>
                <a:lnTo>
                  <a:pt x="0" y="7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0" name=""/>
          <p:cNvSpPr/>
          <p:nvPr/>
        </p:nvSpPr>
        <p:spPr>
          <a:xfrm>
            <a:off x="8143920" y="3048480"/>
            <a:ext cx="14040" cy="4320"/>
          </a:xfrm>
          <a:custGeom>
            <a:avLst/>
            <a:gdLst/>
            <a:ahLst/>
            <a:rect l="0" t="0" r="r" b="b"/>
            <a:pathLst>
              <a:path fill="none" w="39" h="12">
                <a:moveTo>
                  <a:pt x="0" y="12"/>
                </a:moveTo>
                <a:lnTo>
                  <a:pt x="2" y="11"/>
                </a:lnTo>
                <a:lnTo>
                  <a:pt x="3" y="9"/>
                </a:lnTo>
                <a:lnTo>
                  <a:pt x="8" y="9"/>
                </a:lnTo>
                <a:lnTo>
                  <a:pt x="11" y="9"/>
                </a:lnTo>
                <a:lnTo>
                  <a:pt x="14" y="8"/>
                </a:lnTo>
                <a:lnTo>
                  <a:pt x="18" y="8"/>
                </a:lnTo>
                <a:lnTo>
                  <a:pt x="23" y="6"/>
                </a:lnTo>
                <a:lnTo>
                  <a:pt x="27" y="5"/>
                </a:lnTo>
                <a:lnTo>
                  <a:pt x="30" y="4"/>
                </a:lnTo>
                <a:lnTo>
                  <a:pt x="34" y="3"/>
                </a:lnTo>
                <a:lnTo>
                  <a:pt x="36" y="1"/>
                </a:lnTo>
                <a:lnTo>
                  <a:pt x="39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60" rIns="39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1" name=""/>
          <p:cNvSpPr/>
          <p:nvPr/>
        </p:nvSpPr>
        <p:spPr>
          <a:xfrm>
            <a:off x="8144280" y="3049920"/>
            <a:ext cx="13680" cy="4320"/>
          </a:xfrm>
          <a:custGeom>
            <a:avLst/>
            <a:gdLst/>
            <a:ahLst/>
            <a:rect l="0" t="0" r="r" b="b"/>
            <a:pathLst>
              <a:path fill="none" w="38" h="12">
                <a:moveTo>
                  <a:pt x="38" y="0"/>
                </a:moveTo>
                <a:lnTo>
                  <a:pt x="37" y="1"/>
                </a:lnTo>
                <a:lnTo>
                  <a:pt x="36" y="2"/>
                </a:lnTo>
                <a:lnTo>
                  <a:pt x="34" y="5"/>
                </a:lnTo>
                <a:lnTo>
                  <a:pt x="32" y="6"/>
                </a:lnTo>
                <a:lnTo>
                  <a:pt x="29" y="7"/>
                </a:lnTo>
                <a:lnTo>
                  <a:pt x="26" y="7"/>
                </a:lnTo>
                <a:lnTo>
                  <a:pt x="25" y="8"/>
                </a:lnTo>
                <a:lnTo>
                  <a:pt x="23" y="9"/>
                </a:lnTo>
                <a:lnTo>
                  <a:pt x="22" y="10"/>
                </a:lnTo>
                <a:lnTo>
                  <a:pt x="20" y="12"/>
                </a:lnTo>
                <a:lnTo>
                  <a:pt x="17" y="12"/>
                </a:lnTo>
                <a:lnTo>
                  <a:pt x="15" y="11"/>
                </a:lnTo>
                <a:lnTo>
                  <a:pt x="12" y="11"/>
                </a:lnTo>
                <a:lnTo>
                  <a:pt x="7" y="11"/>
                </a:lnTo>
                <a:lnTo>
                  <a:pt x="2" y="11"/>
                </a:lnTo>
                <a:lnTo>
                  <a:pt x="0" y="1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60" rIns="39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2" name=""/>
          <p:cNvSpPr/>
          <p:nvPr/>
        </p:nvSpPr>
        <p:spPr>
          <a:xfrm>
            <a:off x="8133120" y="3053880"/>
            <a:ext cx="8640" cy="2160"/>
          </a:xfrm>
          <a:custGeom>
            <a:avLst/>
            <a:gdLst/>
            <a:ahLst/>
            <a:rect l="0" t="0" r="r" b="b"/>
            <a:pathLst>
              <a:path fill="none" w="24" h="6">
                <a:moveTo>
                  <a:pt x="0" y="6"/>
                </a:moveTo>
                <a:lnTo>
                  <a:pt x="2" y="4"/>
                </a:lnTo>
                <a:lnTo>
                  <a:pt x="5" y="4"/>
                </a:lnTo>
                <a:lnTo>
                  <a:pt x="9" y="3"/>
                </a:lnTo>
                <a:lnTo>
                  <a:pt x="11" y="2"/>
                </a:lnTo>
                <a:lnTo>
                  <a:pt x="14" y="2"/>
                </a:lnTo>
                <a:lnTo>
                  <a:pt x="17" y="1"/>
                </a:lnTo>
                <a:lnTo>
                  <a:pt x="19" y="0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3" name=""/>
          <p:cNvSpPr/>
          <p:nvPr/>
        </p:nvSpPr>
        <p:spPr>
          <a:xfrm>
            <a:off x="8133480" y="3055680"/>
            <a:ext cx="8640" cy="1800"/>
          </a:xfrm>
          <a:custGeom>
            <a:avLst/>
            <a:gdLst/>
            <a:ahLst/>
            <a:rect l="0" t="0" r="r" b="b"/>
            <a:pathLst>
              <a:path fill="none" w="24" h="5">
                <a:moveTo>
                  <a:pt x="24" y="0"/>
                </a:moveTo>
                <a:lnTo>
                  <a:pt x="23" y="0"/>
                </a:lnTo>
                <a:lnTo>
                  <a:pt x="21" y="1"/>
                </a:lnTo>
                <a:lnTo>
                  <a:pt x="18" y="3"/>
                </a:lnTo>
                <a:lnTo>
                  <a:pt x="15" y="3"/>
                </a:lnTo>
                <a:lnTo>
                  <a:pt x="13" y="3"/>
                </a:lnTo>
                <a:lnTo>
                  <a:pt x="11" y="4"/>
                </a:lnTo>
                <a:lnTo>
                  <a:pt x="7" y="4"/>
                </a:lnTo>
                <a:lnTo>
                  <a:pt x="2" y="5"/>
                </a:lnTo>
                <a:lnTo>
                  <a:pt x="0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4" name=""/>
          <p:cNvSpPr/>
          <p:nvPr/>
        </p:nvSpPr>
        <p:spPr>
          <a:xfrm>
            <a:off x="8183520" y="3047760"/>
            <a:ext cx="4320" cy="5760"/>
          </a:xfrm>
          <a:custGeom>
            <a:avLst/>
            <a:gdLst/>
            <a:ahLst/>
            <a:rect l="0" t="0" r="r" b="b"/>
            <a:pathLst>
              <a:path fill="none" w="12" h="16">
                <a:moveTo>
                  <a:pt x="0" y="0"/>
                </a:moveTo>
                <a:lnTo>
                  <a:pt x="1" y="0"/>
                </a:lnTo>
                <a:lnTo>
                  <a:pt x="5" y="1"/>
                </a:lnTo>
                <a:lnTo>
                  <a:pt x="8" y="3"/>
                </a:lnTo>
                <a:lnTo>
                  <a:pt x="9" y="5"/>
                </a:lnTo>
                <a:lnTo>
                  <a:pt x="11" y="7"/>
                </a:lnTo>
                <a:lnTo>
                  <a:pt x="12" y="9"/>
                </a:lnTo>
                <a:lnTo>
                  <a:pt x="12" y="12"/>
                </a:lnTo>
                <a:lnTo>
                  <a:pt x="11" y="14"/>
                </a:lnTo>
                <a:lnTo>
                  <a:pt x="10" y="16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1800" rIns="39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5" name=""/>
          <p:cNvSpPr/>
          <p:nvPr/>
        </p:nvSpPr>
        <p:spPr>
          <a:xfrm>
            <a:off x="8182080" y="3048120"/>
            <a:ext cx="3960" cy="6120"/>
          </a:xfrm>
          <a:custGeom>
            <a:avLst/>
            <a:gdLst/>
            <a:ahLst/>
            <a:rect l="0" t="0" r="r" b="b"/>
            <a:pathLst>
              <a:path fill="none" w="11" h="17">
                <a:moveTo>
                  <a:pt x="11" y="17"/>
                </a:moveTo>
                <a:lnTo>
                  <a:pt x="11" y="15"/>
                </a:lnTo>
                <a:lnTo>
                  <a:pt x="10" y="14"/>
                </a:lnTo>
                <a:lnTo>
                  <a:pt x="9" y="11"/>
                </a:lnTo>
                <a:lnTo>
                  <a:pt x="6" y="9"/>
                </a:lnTo>
                <a:lnTo>
                  <a:pt x="3" y="6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2160" rIns="39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6" name=""/>
          <p:cNvSpPr/>
          <p:nvPr/>
        </p:nvSpPr>
        <p:spPr>
          <a:xfrm>
            <a:off x="8122680" y="3059640"/>
            <a:ext cx="5760" cy="3240"/>
          </a:xfrm>
          <a:custGeom>
            <a:avLst/>
            <a:gdLst/>
            <a:ahLst/>
            <a:rect l="0" t="0" r="r" b="b"/>
            <a:pathLst>
              <a:path fill="none" w="16" h="9">
                <a:moveTo>
                  <a:pt x="0" y="9"/>
                </a:moveTo>
                <a:lnTo>
                  <a:pt x="3" y="7"/>
                </a:lnTo>
                <a:lnTo>
                  <a:pt x="5" y="5"/>
                </a:lnTo>
                <a:lnTo>
                  <a:pt x="8" y="2"/>
                </a:lnTo>
                <a:lnTo>
                  <a:pt x="10" y="1"/>
                </a:lnTo>
                <a:lnTo>
                  <a:pt x="13" y="1"/>
                </a:lnTo>
                <a:lnTo>
                  <a:pt x="16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720" rIns="39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7" name=""/>
          <p:cNvSpPr/>
          <p:nvPr/>
        </p:nvSpPr>
        <p:spPr>
          <a:xfrm>
            <a:off x="8123760" y="3061080"/>
            <a:ext cx="6120" cy="2520"/>
          </a:xfrm>
          <a:custGeom>
            <a:avLst/>
            <a:gdLst/>
            <a:ahLst/>
            <a:rect l="0" t="0" r="r" b="b"/>
            <a:pathLst>
              <a:path fill="none" w="17" h="7">
                <a:moveTo>
                  <a:pt x="17" y="0"/>
                </a:moveTo>
                <a:lnTo>
                  <a:pt x="16" y="1"/>
                </a:lnTo>
                <a:lnTo>
                  <a:pt x="15" y="1"/>
                </a:lnTo>
                <a:lnTo>
                  <a:pt x="12" y="1"/>
                </a:lnTo>
                <a:lnTo>
                  <a:pt x="10" y="1"/>
                </a:lnTo>
                <a:lnTo>
                  <a:pt x="8" y="2"/>
                </a:lnTo>
                <a:lnTo>
                  <a:pt x="6" y="2"/>
                </a:lnTo>
                <a:lnTo>
                  <a:pt x="5" y="3"/>
                </a:lnTo>
                <a:lnTo>
                  <a:pt x="4" y="4"/>
                </a:lnTo>
                <a:lnTo>
                  <a:pt x="3" y="7"/>
                </a:lnTo>
                <a:lnTo>
                  <a:pt x="0" y="7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8" name=""/>
          <p:cNvSpPr/>
          <p:nvPr/>
        </p:nvSpPr>
        <p:spPr>
          <a:xfrm>
            <a:off x="8181720" y="305892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0"/>
                </a:moveTo>
                <a:lnTo>
                  <a:pt x="2" y="3"/>
                </a:lnTo>
                <a:lnTo>
                  <a:pt x="2" y="4"/>
                </a:lnTo>
                <a:lnTo>
                  <a:pt x="0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9" name=""/>
          <p:cNvSpPr/>
          <p:nvPr/>
        </p:nvSpPr>
        <p:spPr>
          <a:xfrm>
            <a:off x="8180280" y="3058920"/>
            <a:ext cx="720" cy="2520"/>
          </a:xfrm>
          <a:custGeom>
            <a:avLst/>
            <a:gdLst/>
            <a:ahLst/>
            <a:rect l="0" t="0" r="r" b="b"/>
            <a:pathLst>
              <a:path fill="none" w="2" h="7">
                <a:moveTo>
                  <a:pt x="2" y="7"/>
                </a:move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0" name=""/>
          <p:cNvSpPr/>
          <p:nvPr/>
        </p:nvSpPr>
        <p:spPr>
          <a:xfrm>
            <a:off x="8116920" y="306648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0" y="9"/>
                </a:moveTo>
                <a:lnTo>
                  <a:pt x="1" y="8"/>
                </a:lnTo>
                <a:lnTo>
                  <a:pt x="4" y="3"/>
                </a:lnTo>
                <a:lnTo>
                  <a:pt x="4" y="2"/>
                </a:lnTo>
                <a:lnTo>
                  <a:pt x="5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720" rIns="39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1" name=""/>
          <p:cNvSpPr/>
          <p:nvPr/>
        </p:nvSpPr>
        <p:spPr>
          <a:xfrm>
            <a:off x="8118000" y="306720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5" y="0"/>
                </a:moveTo>
                <a:lnTo>
                  <a:pt x="3" y="2"/>
                </a:lnTo>
                <a:lnTo>
                  <a:pt x="3" y="5"/>
                </a:lnTo>
                <a:lnTo>
                  <a:pt x="3" y="7"/>
                </a:lnTo>
                <a:lnTo>
                  <a:pt x="2" y="8"/>
                </a:lnTo>
                <a:lnTo>
                  <a:pt x="0" y="9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720" rIns="39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2" name=""/>
          <p:cNvSpPr/>
          <p:nvPr/>
        </p:nvSpPr>
        <p:spPr>
          <a:xfrm>
            <a:off x="8113680" y="30711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2"/>
                </a:lnTo>
                <a:lnTo>
                  <a:pt x="1" y="1"/>
                </a:lnTo>
                <a:lnTo>
                  <a:pt x="4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3" name=""/>
          <p:cNvSpPr/>
          <p:nvPr/>
        </p:nvSpPr>
        <p:spPr>
          <a:xfrm>
            <a:off x="8177760" y="3061800"/>
            <a:ext cx="1800" cy="5040"/>
          </a:xfrm>
          <a:custGeom>
            <a:avLst/>
            <a:gdLst/>
            <a:ahLst/>
            <a:rect l="0" t="0" r="r" b="b"/>
            <a:pathLst>
              <a:path fill="none" w="5" h="14">
                <a:moveTo>
                  <a:pt x="0" y="0"/>
                </a:moveTo>
                <a:lnTo>
                  <a:pt x="1" y="1"/>
                </a:lnTo>
                <a:lnTo>
                  <a:pt x="4" y="2"/>
                </a:lnTo>
                <a:lnTo>
                  <a:pt x="5" y="6"/>
                </a:lnTo>
                <a:lnTo>
                  <a:pt x="5" y="9"/>
                </a:lnTo>
                <a:lnTo>
                  <a:pt x="4" y="12"/>
                </a:lnTo>
                <a:lnTo>
                  <a:pt x="4" y="1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1080" rIns="39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4" name=""/>
          <p:cNvSpPr/>
          <p:nvPr/>
        </p:nvSpPr>
        <p:spPr>
          <a:xfrm>
            <a:off x="8114400" y="30715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4" y="3"/>
                </a:lnTo>
                <a:lnTo>
                  <a:pt x="3" y="4"/>
                </a:lnTo>
                <a:lnTo>
                  <a:pt x="0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5" name=""/>
          <p:cNvSpPr/>
          <p:nvPr/>
        </p:nvSpPr>
        <p:spPr>
          <a:xfrm>
            <a:off x="8175960" y="3062520"/>
            <a:ext cx="1800" cy="5040"/>
          </a:xfrm>
          <a:custGeom>
            <a:avLst/>
            <a:gdLst/>
            <a:ahLst/>
            <a:rect l="0" t="0" r="r" b="b"/>
            <a:pathLst>
              <a:path fill="none" w="5" h="14">
                <a:moveTo>
                  <a:pt x="5" y="14"/>
                </a:moveTo>
                <a:lnTo>
                  <a:pt x="4" y="11"/>
                </a:lnTo>
                <a:lnTo>
                  <a:pt x="2" y="8"/>
                </a:lnTo>
                <a:lnTo>
                  <a:pt x="1" y="5"/>
                </a:lnTo>
                <a:lnTo>
                  <a:pt x="0" y="3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1080" rIns="39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6" name=""/>
          <p:cNvSpPr/>
          <p:nvPr/>
        </p:nvSpPr>
        <p:spPr>
          <a:xfrm>
            <a:off x="8174160" y="306612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0" y="0"/>
                </a:moveTo>
                <a:lnTo>
                  <a:pt x="0" y="2"/>
                </a:lnTo>
                <a:lnTo>
                  <a:pt x="2" y="4"/>
                </a:lnTo>
                <a:lnTo>
                  <a:pt x="3" y="6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7" name=""/>
          <p:cNvSpPr/>
          <p:nvPr/>
        </p:nvSpPr>
        <p:spPr>
          <a:xfrm>
            <a:off x="8172720" y="306612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3" y="5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080" rIns="39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8" name=""/>
          <p:cNvSpPr/>
          <p:nvPr/>
        </p:nvSpPr>
        <p:spPr>
          <a:xfrm>
            <a:off x="8113320" y="3076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9" name=""/>
          <p:cNvSpPr/>
          <p:nvPr/>
        </p:nvSpPr>
        <p:spPr>
          <a:xfrm>
            <a:off x="8114040" y="307656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0"/>
                </a:moveTo>
                <a:lnTo>
                  <a:pt x="2" y="1"/>
                </a:lnTo>
                <a:lnTo>
                  <a:pt x="2" y="2"/>
                </a:lnTo>
                <a:lnTo>
                  <a:pt x="2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0" name=""/>
          <p:cNvSpPr/>
          <p:nvPr/>
        </p:nvSpPr>
        <p:spPr>
          <a:xfrm>
            <a:off x="8170200" y="307656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0" y="7"/>
                </a:moveTo>
                <a:lnTo>
                  <a:pt x="0" y="5"/>
                </a:lnTo>
                <a:lnTo>
                  <a:pt x="1" y="3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1" name=""/>
          <p:cNvSpPr/>
          <p:nvPr/>
        </p:nvSpPr>
        <p:spPr>
          <a:xfrm>
            <a:off x="8170920" y="307728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5" y="0"/>
                </a:moveTo>
                <a:lnTo>
                  <a:pt x="5" y="1"/>
                </a:lnTo>
                <a:lnTo>
                  <a:pt x="5" y="2"/>
                </a:lnTo>
                <a:lnTo>
                  <a:pt x="4" y="3"/>
                </a:lnTo>
                <a:lnTo>
                  <a:pt x="3" y="4"/>
                </a:lnTo>
                <a:lnTo>
                  <a:pt x="2" y="6"/>
                </a:lnTo>
                <a:lnTo>
                  <a:pt x="0" y="7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2" name=""/>
          <p:cNvSpPr/>
          <p:nvPr/>
        </p:nvSpPr>
        <p:spPr>
          <a:xfrm>
            <a:off x="8112960" y="30834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6"/>
                </a:moveTo>
                <a:lnTo>
                  <a:pt x="3" y="6"/>
                </a:lnTo>
                <a:lnTo>
                  <a:pt x="2" y="5"/>
                </a:lnTo>
                <a:lnTo>
                  <a:pt x="0" y="4"/>
                </a:lnTo>
                <a:lnTo>
                  <a:pt x="0" y="1"/>
                </a:lnTo>
                <a:lnTo>
                  <a:pt x="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3" name=""/>
          <p:cNvSpPr/>
          <p:nvPr/>
        </p:nvSpPr>
        <p:spPr>
          <a:xfrm>
            <a:off x="8114040" y="308376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2" y="6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4" name=""/>
          <p:cNvSpPr/>
          <p:nvPr/>
        </p:nvSpPr>
        <p:spPr>
          <a:xfrm>
            <a:off x="8164080" y="308160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0" y="6"/>
                </a:moveTo>
                <a:lnTo>
                  <a:pt x="2" y="3"/>
                </a:lnTo>
                <a:lnTo>
                  <a:pt x="4" y="2"/>
                </a:lnTo>
                <a:lnTo>
                  <a:pt x="7" y="0"/>
                </a:lnTo>
                <a:lnTo>
                  <a:pt x="9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5" name=""/>
          <p:cNvSpPr/>
          <p:nvPr/>
        </p:nvSpPr>
        <p:spPr>
          <a:xfrm>
            <a:off x="8164800" y="308232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8" y="0"/>
                </a:moveTo>
                <a:lnTo>
                  <a:pt x="7" y="2"/>
                </a:lnTo>
                <a:lnTo>
                  <a:pt x="5" y="5"/>
                </a:lnTo>
                <a:lnTo>
                  <a:pt x="0" y="6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6" name=""/>
          <p:cNvSpPr/>
          <p:nvPr/>
        </p:nvSpPr>
        <p:spPr>
          <a:xfrm>
            <a:off x="8101800" y="308844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0"/>
                </a:moveTo>
                <a:lnTo>
                  <a:pt x="2" y="0"/>
                </a:lnTo>
                <a:lnTo>
                  <a:pt x="5" y="1"/>
                </a:lnTo>
                <a:lnTo>
                  <a:pt x="7" y="2"/>
                </a:lnTo>
                <a:lnTo>
                  <a:pt x="7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7" name=""/>
          <p:cNvSpPr/>
          <p:nvPr/>
        </p:nvSpPr>
        <p:spPr>
          <a:xfrm>
            <a:off x="8150760" y="3085200"/>
            <a:ext cx="2880" cy="720"/>
          </a:xfrm>
          <a:custGeom>
            <a:avLst/>
            <a:gdLst/>
            <a:ahLst/>
            <a:rect l="0" t="0" r="r" b="b"/>
            <a:pathLst>
              <a:path fill="none" w="8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8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8" name=""/>
          <p:cNvSpPr/>
          <p:nvPr/>
        </p:nvSpPr>
        <p:spPr>
          <a:xfrm>
            <a:off x="8150760" y="3086280"/>
            <a:ext cx="2520" cy="0"/>
          </a:xfrm>
          <a:custGeom>
            <a:avLst/>
            <a:gdLst/>
            <a:ahLst/>
            <a:rect l="0" t="0" r="r" b="b"/>
            <a:pathLst>
              <a:path fill="none" w="7" h="0">
                <a:moveTo>
                  <a:pt x="7" y="0"/>
                </a:moveTo>
                <a:lnTo>
                  <a:pt x="6" y="0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9" name=""/>
          <p:cNvSpPr/>
          <p:nvPr/>
        </p:nvSpPr>
        <p:spPr>
          <a:xfrm>
            <a:off x="8099640" y="308916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1" y="7"/>
                </a:moveTo>
                <a:lnTo>
                  <a:pt x="9" y="7"/>
                </a:lnTo>
                <a:lnTo>
                  <a:pt x="7" y="6"/>
                </a:lnTo>
                <a:lnTo>
                  <a:pt x="4" y="5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0" name=""/>
          <p:cNvSpPr/>
          <p:nvPr/>
        </p:nvSpPr>
        <p:spPr>
          <a:xfrm>
            <a:off x="8141760" y="309024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0" y="0"/>
                </a:moveTo>
                <a:lnTo>
                  <a:pt x="2" y="3"/>
                </a:lnTo>
                <a:lnTo>
                  <a:pt x="4" y="4"/>
                </a:lnTo>
                <a:lnTo>
                  <a:pt x="5" y="6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1" name=""/>
          <p:cNvSpPr/>
          <p:nvPr/>
        </p:nvSpPr>
        <p:spPr>
          <a:xfrm>
            <a:off x="8141040" y="3090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4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2" name=""/>
          <p:cNvSpPr/>
          <p:nvPr/>
        </p:nvSpPr>
        <p:spPr>
          <a:xfrm>
            <a:off x="8105040" y="309456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0" y="0"/>
                </a:moveTo>
                <a:lnTo>
                  <a:pt x="2" y="1"/>
                </a:lnTo>
                <a:lnTo>
                  <a:pt x="4" y="1"/>
                </a:lnTo>
                <a:lnTo>
                  <a:pt x="6" y="3"/>
                </a:lnTo>
                <a:lnTo>
                  <a:pt x="7" y="5"/>
                </a:lnTo>
                <a:lnTo>
                  <a:pt x="9" y="6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3" name=""/>
          <p:cNvSpPr/>
          <p:nvPr/>
        </p:nvSpPr>
        <p:spPr>
          <a:xfrm>
            <a:off x="8104320" y="30952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7" y="7"/>
                </a:moveTo>
                <a:lnTo>
                  <a:pt x="6" y="7"/>
                </a:lnTo>
                <a:lnTo>
                  <a:pt x="4" y="6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4" name=""/>
          <p:cNvSpPr/>
          <p:nvPr/>
        </p:nvSpPr>
        <p:spPr>
          <a:xfrm>
            <a:off x="8111520" y="30970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0" y="0"/>
                </a:move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5" name=""/>
          <p:cNvSpPr/>
          <p:nvPr/>
        </p:nvSpPr>
        <p:spPr>
          <a:xfrm>
            <a:off x="8111160" y="309780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6"/>
                </a:moveTo>
                <a:lnTo>
                  <a:pt x="4" y="6"/>
                </a:lnTo>
                <a:lnTo>
                  <a:pt x="1" y="5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6" name=""/>
          <p:cNvSpPr/>
          <p:nvPr/>
        </p:nvSpPr>
        <p:spPr>
          <a:xfrm>
            <a:off x="8135280" y="30985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0"/>
                </a:moveTo>
                <a:lnTo>
                  <a:pt x="2" y="0"/>
                </a:lnTo>
                <a:lnTo>
                  <a:pt x="4" y="1"/>
                </a:lnTo>
                <a:lnTo>
                  <a:pt x="6" y="3"/>
                </a:lnTo>
                <a:lnTo>
                  <a:pt x="6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7" name=""/>
          <p:cNvSpPr/>
          <p:nvPr/>
        </p:nvSpPr>
        <p:spPr>
          <a:xfrm>
            <a:off x="8121240" y="3099960"/>
            <a:ext cx="5040" cy="1080"/>
          </a:xfrm>
          <a:custGeom>
            <a:avLst/>
            <a:gdLst/>
            <a:ahLst/>
            <a:rect l="0" t="0" r="r" b="b"/>
            <a:pathLst>
              <a:path fill="none" w="14" h="3">
                <a:moveTo>
                  <a:pt x="0" y="0"/>
                </a:moveTo>
                <a:lnTo>
                  <a:pt x="4" y="0"/>
                </a:lnTo>
                <a:lnTo>
                  <a:pt x="7" y="1"/>
                </a:lnTo>
                <a:lnTo>
                  <a:pt x="12" y="1"/>
                </a:lnTo>
                <a:lnTo>
                  <a:pt x="14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8" name=""/>
          <p:cNvSpPr/>
          <p:nvPr/>
        </p:nvSpPr>
        <p:spPr>
          <a:xfrm>
            <a:off x="8135280" y="30992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4"/>
                </a:moveTo>
                <a:lnTo>
                  <a:pt x="4" y="4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9" name=""/>
          <p:cNvSpPr/>
          <p:nvPr/>
        </p:nvSpPr>
        <p:spPr>
          <a:xfrm>
            <a:off x="8120880" y="310140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14" y="2"/>
                </a:moveTo>
                <a:lnTo>
                  <a:pt x="11" y="4"/>
                </a:lnTo>
                <a:lnTo>
                  <a:pt x="7" y="4"/>
                </a:lnTo>
                <a:lnTo>
                  <a:pt x="3" y="4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0" name=""/>
          <p:cNvSpPr/>
          <p:nvPr/>
        </p:nvSpPr>
        <p:spPr>
          <a:xfrm>
            <a:off x="8398080" y="3085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1" name=""/>
          <p:cNvSpPr/>
          <p:nvPr/>
        </p:nvSpPr>
        <p:spPr>
          <a:xfrm>
            <a:off x="7775280" y="3070440"/>
            <a:ext cx="44640" cy="71640"/>
          </a:xfrm>
          <a:custGeom>
            <a:avLst/>
            <a:gdLst/>
            <a:ahLst/>
            <a:rect l="0" t="0" r="r" b="b"/>
            <a:pathLst>
              <a:path fill="none" w="124" h="199">
                <a:moveTo>
                  <a:pt x="0" y="0"/>
                </a:moveTo>
                <a:lnTo>
                  <a:pt x="6" y="8"/>
                </a:lnTo>
                <a:lnTo>
                  <a:pt x="14" y="16"/>
                </a:lnTo>
                <a:lnTo>
                  <a:pt x="21" y="25"/>
                </a:lnTo>
                <a:lnTo>
                  <a:pt x="27" y="32"/>
                </a:lnTo>
                <a:lnTo>
                  <a:pt x="31" y="37"/>
                </a:lnTo>
                <a:lnTo>
                  <a:pt x="39" y="44"/>
                </a:lnTo>
                <a:lnTo>
                  <a:pt x="47" y="53"/>
                </a:lnTo>
                <a:lnTo>
                  <a:pt x="53" y="60"/>
                </a:lnTo>
                <a:lnTo>
                  <a:pt x="61" y="69"/>
                </a:lnTo>
                <a:lnTo>
                  <a:pt x="66" y="75"/>
                </a:lnTo>
                <a:lnTo>
                  <a:pt x="71" y="82"/>
                </a:lnTo>
                <a:lnTo>
                  <a:pt x="76" y="90"/>
                </a:lnTo>
                <a:lnTo>
                  <a:pt x="80" y="97"/>
                </a:lnTo>
                <a:lnTo>
                  <a:pt x="85" y="105"/>
                </a:lnTo>
                <a:lnTo>
                  <a:pt x="89" y="112"/>
                </a:lnTo>
                <a:lnTo>
                  <a:pt x="93" y="120"/>
                </a:lnTo>
                <a:lnTo>
                  <a:pt x="99" y="132"/>
                </a:lnTo>
                <a:lnTo>
                  <a:pt x="105" y="144"/>
                </a:lnTo>
                <a:lnTo>
                  <a:pt x="108" y="152"/>
                </a:lnTo>
                <a:lnTo>
                  <a:pt x="110" y="160"/>
                </a:lnTo>
                <a:lnTo>
                  <a:pt x="114" y="168"/>
                </a:lnTo>
                <a:lnTo>
                  <a:pt x="118" y="179"/>
                </a:lnTo>
                <a:lnTo>
                  <a:pt x="120" y="187"/>
                </a:lnTo>
                <a:lnTo>
                  <a:pt x="122" y="194"/>
                </a:lnTo>
                <a:lnTo>
                  <a:pt x="123" y="198"/>
                </a:lnTo>
                <a:lnTo>
                  <a:pt x="124" y="199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960" rIns="3960" bIns="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2" name=""/>
          <p:cNvSpPr/>
          <p:nvPr/>
        </p:nvSpPr>
        <p:spPr>
          <a:xfrm>
            <a:off x="8407080" y="3089520"/>
            <a:ext cx="720" cy="2880"/>
          </a:xfrm>
          <a:custGeom>
            <a:avLst/>
            <a:gdLst/>
            <a:ahLst/>
            <a:rect l="0" t="0" r="r" b="b"/>
            <a:pathLst>
              <a:path fill="none" w="2" h="8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2" y="5"/>
                </a:lnTo>
                <a:lnTo>
                  <a:pt x="2" y="8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080" rIns="39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3" name=""/>
          <p:cNvSpPr/>
          <p:nvPr/>
        </p:nvSpPr>
        <p:spPr>
          <a:xfrm>
            <a:off x="8404920" y="3092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4" name=""/>
          <p:cNvSpPr/>
          <p:nvPr/>
        </p:nvSpPr>
        <p:spPr>
          <a:xfrm>
            <a:off x="8397720" y="3085920"/>
            <a:ext cx="9360" cy="7560"/>
          </a:xfrm>
          <a:custGeom>
            <a:avLst/>
            <a:gdLst/>
            <a:ahLst/>
            <a:rect l="0" t="0" r="r" b="b"/>
            <a:pathLst>
              <a:path fill="none" w="26" h="21">
                <a:moveTo>
                  <a:pt x="15" y="21"/>
                </a:moveTo>
                <a:lnTo>
                  <a:pt x="12" y="21"/>
                </a:lnTo>
                <a:lnTo>
                  <a:pt x="10" y="20"/>
                </a:lnTo>
                <a:lnTo>
                  <a:pt x="8" y="21"/>
                </a:lnTo>
                <a:lnTo>
                  <a:pt x="6" y="21"/>
                </a:lnTo>
                <a:lnTo>
                  <a:pt x="4" y="20"/>
                </a:lnTo>
                <a:lnTo>
                  <a:pt x="3" y="19"/>
                </a:lnTo>
                <a:lnTo>
                  <a:pt x="2" y="17"/>
                </a:lnTo>
                <a:lnTo>
                  <a:pt x="2" y="15"/>
                </a:lnTo>
                <a:lnTo>
                  <a:pt x="2" y="13"/>
                </a:lnTo>
                <a:lnTo>
                  <a:pt x="1" y="11"/>
                </a:lnTo>
                <a:lnTo>
                  <a:pt x="1" y="10"/>
                </a:lnTo>
                <a:lnTo>
                  <a:pt x="1" y="8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6" y="1"/>
                </a:lnTo>
                <a:lnTo>
                  <a:pt x="7" y="2"/>
                </a:lnTo>
                <a:lnTo>
                  <a:pt x="8" y="3"/>
                </a:lnTo>
                <a:lnTo>
                  <a:pt x="10" y="5"/>
                </a:lnTo>
                <a:lnTo>
                  <a:pt x="11" y="6"/>
                </a:lnTo>
                <a:lnTo>
                  <a:pt x="12" y="8"/>
                </a:lnTo>
                <a:lnTo>
                  <a:pt x="14" y="9"/>
                </a:lnTo>
                <a:lnTo>
                  <a:pt x="15" y="10"/>
                </a:lnTo>
                <a:lnTo>
                  <a:pt x="17" y="10"/>
                </a:lnTo>
                <a:lnTo>
                  <a:pt x="18" y="10"/>
                </a:lnTo>
                <a:lnTo>
                  <a:pt x="21" y="11"/>
                </a:lnTo>
                <a:lnTo>
                  <a:pt x="23" y="11"/>
                </a:lnTo>
                <a:lnTo>
                  <a:pt x="25" y="11"/>
                </a:lnTo>
                <a:lnTo>
                  <a:pt x="26" y="12"/>
                </a:lnTo>
                <a:lnTo>
                  <a:pt x="25" y="14"/>
                </a:lnTo>
                <a:lnTo>
                  <a:pt x="24" y="16"/>
                </a:lnTo>
                <a:lnTo>
                  <a:pt x="24" y="17"/>
                </a:lnTo>
                <a:lnTo>
                  <a:pt x="23" y="18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600" rIns="396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5" name=""/>
          <p:cNvSpPr/>
          <p:nvPr/>
        </p:nvSpPr>
        <p:spPr>
          <a:xfrm>
            <a:off x="8403120" y="3092760"/>
            <a:ext cx="2520" cy="360"/>
          </a:xfrm>
          <a:custGeom>
            <a:avLst/>
            <a:gdLst/>
            <a:ahLst/>
            <a:rect l="0" t="0" r="r" b="b"/>
            <a:pathLst>
              <a:path fill="none" w="7" h="1">
                <a:moveTo>
                  <a:pt x="7" y="0"/>
                </a:moveTo>
                <a:lnTo>
                  <a:pt x="5" y="1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6" name=""/>
          <p:cNvSpPr/>
          <p:nvPr/>
        </p:nvSpPr>
        <p:spPr>
          <a:xfrm>
            <a:off x="8397000" y="3084840"/>
            <a:ext cx="10080" cy="9360"/>
          </a:xfrm>
          <a:custGeom>
            <a:avLst/>
            <a:gdLst/>
            <a:ahLst/>
            <a:rect l="0" t="0" r="r" b="b"/>
            <a:pathLst>
              <a:path fill="none" w="28" h="26">
                <a:moveTo>
                  <a:pt x="12" y="25"/>
                </a:moveTo>
                <a:lnTo>
                  <a:pt x="11" y="25"/>
                </a:lnTo>
                <a:lnTo>
                  <a:pt x="8" y="26"/>
                </a:lnTo>
                <a:lnTo>
                  <a:pt x="4" y="26"/>
                </a:lnTo>
                <a:lnTo>
                  <a:pt x="3" y="24"/>
                </a:lnTo>
                <a:lnTo>
                  <a:pt x="2" y="22"/>
                </a:lnTo>
                <a:lnTo>
                  <a:pt x="2" y="21"/>
                </a:lnTo>
                <a:lnTo>
                  <a:pt x="1" y="20"/>
                </a:lnTo>
                <a:lnTo>
                  <a:pt x="1" y="18"/>
                </a:lnTo>
                <a:lnTo>
                  <a:pt x="1" y="16"/>
                </a:lnTo>
                <a:lnTo>
                  <a:pt x="1" y="15"/>
                </a:lnTo>
                <a:lnTo>
                  <a:pt x="0" y="12"/>
                </a:lnTo>
                <a:lnTo>
                  <a:pt x="1" y="9"/>
                </a:lnTo>
                <a:lnTo>
                  <a:pt x="1" y="7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3" y="1"/>
                </a:lnTo>
                <a:lnTo>
                  <a:pt x="5" y="1"/>
                </a:lnTo>
                <a:lnTo>
                  <a:pt x="6" y="0"/>
                </a:lnTo>
                <a:lnTo>
                  <a:pt x="7" y="1"/>
                </a:lnTo>
                <a:lnTo>
                  <a:pt x="9" y="2"/>
                </a:lnTo>
                <a:lnTo>
                  <a:pt x="11" y="3"/>
                </a:lnTo>
                <a:lnTo>
                  <a:pt x="12" y="4"/>
                </a:lnTo>
                <a:lnTo>
                  <a:pt x="13" y="5"/>
                </a:lnTo>
                <a:lnTo>
                  <a:pt x="14" y="6"/>
                </a:lnTo>
                <a:lnTo>
                  <a:pt x="15" y="7"/>
                </a:lnTo>
                <a:lnTo>
                  <a:pt x="16" y="8"/>
                </a:lnTo>
                <a:lnTo>
                  <a:pt x="19" y="9"/>
                </a:lnTo>
                <a:lnTo>
                  <a:pt x="21" y="10"/>
                </a:lnTo>
                <a:lnTo>
                  <a:pt x="23" y="10"/>
                </a:lnTo>
                <a:lnTo>
                  <a:pt x="24" y="10"/>
                </a:lnTo>
                <a:lnTo>
                  <a:pt x="25" y="12"/>
                </a:lnTo>
                <a:lnTo>
                  <a:pt x="27" y="12"/>
                </a:lnTo>
                <a:lnTo>
                  <a:pt x="28" y="1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960" rIns="3960" bIns="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7" name=""/>
          <p:cNvSpPr/>
          <p:nvPr/>
        </p:nvSpPr>
        <p:spPr>
          <a:xfrm>
            <a:off x="8488080" y="3016440"/>
            <a:ext cx="10440" cy="71640"/>
          </a:xfrm>
          <a:custGeom>
            <a:avLst/>
            <a:gdLst/>
            <a:ahLst/>
            <a:rect l="0" t="0" r="r" b="b"/>
            <a:pathLst>
              <a:path fill="none" w="29" h="199">
                <a:moveTo>
                  <a:pt x="29" y="199"/>
                </a:moveTo>
                <a:lnTo>
                  <a:pt x="28" y="195"/>
                </a:lnTo>
                <a:lnTo>
                  <a:pt x="28" y="189"/>
                </a:lnTo>
                <a:lnTo>
                  <a:pt x="26" y="183"/>
                </a:lnTo>
                <a:lnTo>
                  <a:pt x="25" y="175"/>
                </a:lnTo>
                <a:lnTo>
                  <a:pt x="23" y="166"/>
                </a:lnTo>
                <a:lnTo>
                  <a:pt x="22" y="160"/>
                </a:lnTo>
                <a:lnTo>
                  <a:pt x="21" y="147"/>
                </a:lnTo>
                <a:lnTo>
                  <a:pt x="20" y="136"/>
                </a:lnTo>
                <a:lnTo>
                  <a:pt x="18" y="124"/>
                </a:lnTo>
                <a:lnTo>
                  <a:pt x="15" y="112"/>
                </a:lnTo>
                <a:lnTo>
                  <a:pt x="15" y="101"/>
                </a:lnTo>
                <a:lnTo>
                  <a:pt x="14" y="93"/>
                </a:lnTo>
                <a:lnTo>
                  <a:pt x="12" y="83"/>
                </a:lnTo>
                <a:lnTo>
                  <a:pt x="10" y="69"/>
                </a:lnTo>
                <a:lnTo>
                  <a:pt x="8" y="59"/>
                </a:lnTo>
                <a:lnTo>
                  <a:pt x="5" y="49"/>
                </a:lnTo>
                <a:lnTo>
                  <a:pt x="5" y="29"/>
                </a:lnTo>
                <a:lnTo>
                  <a:pt x="3" y="18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960" rIns="3960" bIns="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8" name=""/>
          <p:cNvSpPr/>
          <p:nvPr/>
        </p:nvSpPr>
        <p:spPr>
          <a:xfrm>
            <a:off x="8177040" y="33739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3"/>
                </a:moveTo>
                <a:lnTo>
                  <a:pt x="2" y="5"/>
                </a:lnTo>
                <a:lnTo>
                  <a:pt x="3" y="5"/>
                </a:lnTo>
                <a:lnTo>
                  <a:pt x="4" y="3"/>
                </a:lnTo>
                <a:lnTo>
                  <a:pt x="4" y="2"/>
                </a:lnTo>
                <a:lnTo>
                  <a:pt x="2" y="0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9" name=""/>
          <p:cNvSpPr/>
          <p:nvPr/>
        </p:nvSpPr>
        <p:spPr>
          <a:xfrm>
            <a:off x="8174880" y="33753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0" name=""/>
          <p:cNvSpPr/>
          <p:nvPr/>
        </p:nvSpPr>
        <p:spPr>
          <a:xfrm>
            <a:off x="8174520" y="33750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1" y="3"/>
                </a:lnTo>
                <a:lnTo>
                  <a:pt x="4" y="3"/>
                </a:lnTo>
                <a:lnTo>
                  <a:pt x="5" y="1"/>
                </a:lnTo>
                <a:lnTo>
                  <a:pt x="6" y="0"/>
                </a:lnTo>
                <a:lnTo>
                  <a:pt x="4" y="0"/>
                </a:lnTo>
                <a:lnTo>
                  <a:pt x="2" y="0"/>
                </a:lnTo>
                <a:lnTo>
                  <a:pt x="1" y="0"/>
                </a:lnTo>
                <a:lnTo>
                  <a:pt x="0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1" name=""/>
          <p:cNvSpPr/>
          <p:nvPr/>
        </p:nvSpPr>
        <p:spPr>
          <a:xfrm>
            <a:off x="8173440" y="3377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2" name=""/>
          <p:cNvSpPr/>
          <p:nvPr/>
        </p:nvSpPr>
        <p:spPr>
          <a:xfrm>
            <a:off x="8173080" y="3376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1" y="2"/>
                </a:ln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3" name=""/>
          <p:cNvSpPr/>
          <p:nvPr/>
        </p:nvSpPr>
        <p:spPr>
          <a:xfrm>
            <a:off x="8170920" y="337968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3" y="4"/>
                </a:moveTo>
                <a:lnTo>
                  <a:pt x="3" y="3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1" y="6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4" name=""/>
          <p:cNvSpPr/>
          <p:nvPr/>
        </p:nvSpPr>
        <p:spPr>
          <a:xfrm>
            <a:off x="7848720" y="3343680"/>
            <a:ext cx="17280" cy="69840"/>
          </a:xfrm>
          <a:custGeom>
            <a:avLst/>
            <a:gdLst/>
            <a:ahLst/>
            <a:rect l="0" t="0" r="r" b="b"/>
            <a:pathLst>
              <a:path fill="none" w="48" h="194">
                <a:moveTo>
                  <a:pt x="46" y="0"/>
                </a:moveTo>
                <a:lnTo>
                  <a:pt x="46" y="10"/>
                </a:lnTo>
                <a:lnTo>
                  <a:pt x="47" y="17"/>
                </a:lnTo>
                <a:lnTo>
                  <a:pt x="48" y="25"/>
                </a:lnTo>
                <a:lnTo>
                  <a:pt x="48" y="35"/>
                </a:lnTo>
                <a:lnTo>
                  <a:pt x="48" y="46"/>
                </a:lnTo>
                <a:lnTo>
                  <a:pt x="47" y="54"/>
                </a:lnTo>
                <a:lnTo>
                  <a:pt x="47" y="62"/>
                </a:lnTo>
                <a:lnTo>
                  <a:pt x="46" y="72"/>
                </a:lnTo>
                <a:lnTo>
                  <a:pt x="45" y="82"/>
                </a:lnTo>
                <a:lnTo>
                  <a:pt x="43" y="95"/>
                </a:lnTo>
                <a:lnTo>
                  <a:pt x="41" y="107"/>
                </a:lnTo>
                <a:lnTo>
                  <a:pt x="38" y="117"/>
                </a:lnTo>
                <a:lnTo>
                  <a:pt x="36" y="126"/>
                </a:lnTo>
                <a:lnTo>
                  <a:pt x="33" y="134"/>
                </a:lnTo>
                <a:lnTo>
                  <a:pt x="30" y="142"/>
                </a:lnTo>
                <a:lnTo>
                  <a:pt x="28" y="146"/>
                </a:lnTo>
                <a:lnTo>
                  <a:pt x="24" y="153"/>
                </a:lnTo>
                <a:lnTo>
                  <a:pt x="21" y="159"/>
                </a:lnTo>
                <a:lnTo>
                  <a:pt x="18" y="164"/>
                </a:lnTo>
                <a:lnTo>
                  <a:pt x="14" y="169"/>
                </a:lnTo>
                <a:lnTo>
                  <a:pt x="11" y="176"/>
                </a:lnTo>
                <a:lnTo>
                  <a:pt x="7" y="183"/>
                </a:lnTo>
                <a:lnTo>
                  <a:pt x="4" y="188"/>
                </a:lnTo>
                <a:lnTo>
                  <a:pt x="2" y="191"/>
                </a:lnTo>
                <a:lnTo>
                  <a:pt x="0" y="19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960" rIns="3960" bIns="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5" name=""/>
          <p:cNvSpPr/>
          <p:nvPr/>
        </p:nvSpPr>
        <p:spPr>
          <a:xfrm>
            <a:off x="8210520" y="33930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3" y="4"/>
                </a:moveTo>
                <a:lnTo>
                  <a:pt x="3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7" y="1"/>
                </a:lnTo>
                <a:lnTo>
                  <a:pt x="5" y="0"/>
                </a:lnTo>
                <a:lnTo>
                  <a:pt x="1" y="1"/>
                </a:lnTo>
                <a:lnTo>
                  <a:pt x="0" y="3"/>
                </a:lnTo>
                <a:lnTo>
                  <a:pt x="1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6" name=""/>
          <p:cNvSpPr/>
          <p:nvPr/>
        </p:nvSpPr>
        <p:spPr>
          <a:xfrm>
            <a:off x="8369640" y="3376440"/>
            <a:ext cx="4680" cy="3960"/>
          </a:xfrm>
          <a:custGeom>
            <a:avLst/>
            <a:gdLst/>
            <a:ahLst/>
            <a:rect l="0" t="0" r="r" b="b"/>
            <a:pathLst>
              <a:path fill="none" w="13" h="11">
                <a:moveTo>
                  <a:pt x="0" y="0"/>
                </a:moveTo>
                <a:lnTo>
                  <a:pt x="2" y="0"/>
                </a:lnTo>
                <a:lnTo>
                  <a:pt x="6" y="0"/>
                </a:lnTo>
                <a:lnTo>
                  <a:pt x="9" y="2"/>
                </a:lnTo>
                <a:lnTo>
                  <a:pt x="13" y="5"/>
                </a:lnTo>
                <a:lnTo>
                  <a:pt x="13" y="8"/>
                </a:lnTo>
                <a:lnTo>
                  <a:pt x="12" y="1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0" rIns="39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7" name=""/>
          <p:cNvSpPr/>
          <p:nvPr/>
        </p:nvSpPr>
        <p:spPr>
          <a:xfrm>
            <a:off x="8368560" y="337824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12" y="6"/>
                </a:moveTo>
                <a:lnTo>
                  <a:pt x="8" y="6"/>
                </a:lnTo>
                <a:lnTo>
                  <a:pt x="4" y="5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8" name=""/>
          <p:cNvSpPr/>
          <p:nvPr/>
        </p:nvSpPr>
        <p:spPr>
          <a:xfrm>
            <a:off x="8228880" y="3395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9" name=""/>
          <p:cNvSpPr/>
          <p:nvPr/>
        </p:nvSpPr>
        <p:spPr>
          <a:xfrm>
            <a:off x="8178840" y="34009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5"/>
                </a:move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0" name=""/>
          <p:cNvSpPr/>
          <p:nvPr/>
        </p:nvSpPr>
        <p:spPr>
          <a:xfrm>
            <a:off x="8170920" y="3402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1" name=""/>
          <p:cNvSpPr/>
          <p:nvPr/>
        </p:nvSpPr>
        <p:spPr>
          <a:xfrm>
            <a:off x="8228160" y="33958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0"/>
                </a:moveTo>
                <a:lnTo>
                  <a:pt x="3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1" y="4"/>
                </a:lnTo>
                <a:lnTo>
                  <a:pt x="1" y="6"/>
                </a:lnTo>
                <a:lnTo>
                  <a:pt x="4" y="6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2" name=""/>
          <p:cNvSpPr/>
          <p:nvPr/>
        </p:nvSpPr>
        <p:spPr>
          <a:xfrm>
            <a:off x="8229960" y="3395880"/>
            <a:ext cx="720" cy="2520"/>
          </a:xfrm>
          <a:custGeom>
            <a:avLst/>
            <a:gdLst/>
            <a:ahLst/>
            <a:rect l="0" t="0" r="r" b="b"/>
            <a:pathLst>
              <a:path fill="none" w="2" h="7">
                <a:moveTo>
                  <a:pt x="0" y="7"/>
                </a:move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3" name=""/>
          <p:cNvSpPr/>
          <p:nvPr/>
        </p:nvSpPr>
        <p:spPr>
          <a:xfrm>
            <a:off x="8170200" y="3402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4" name=""/>
          <p:cNvSpPr/>
          <p:nvPr/>
        </p:nvSpPr>
        <p:spPr>
          <a:xfrm>
            <a:off x="8168400" y="34038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5" name=""/>
          <p:cNvSpPr/>
          <p:nvPr/>
        </p:nvSpPr>
        <p:spPr>
          <a:xfrm flipH="1">
            <a:off x="8167680" y="3404160"/>
            <a:ext cx="360" cy="0"/>
          </a:xfrm>
          <a:prstGeom prst="line">
            <a:avLst/>
          </a:prstGeom>
          <a:ln w="7920">
            <a:solidFill>
              <a:srgbClr val="4D4D4D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6" name=""/>
          <p:cNvSpPr/>
          <p:nvPr/>
        </p:nvSpPr>
        <p:spPr>
          <a:xfrm flipV="1">
            <a:off x="8168400" y="3404160"/>
            <a:ext cx="360" cy="360"/>
          </a:xfrm>
          <a:prstGeom prst="line">
            <a:avLst/>
          </a:prstGeom>
          <a:ln w="7920">
            <a:solidFill>
              <a:srgbClr val="4D4D4D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7" name=""/>
          <p:cNvSpPr/>
          <p:nvPr/>
        </p:nvSpPr>
        <p:spPr>
          <a:xfrm>
            <a:off x="8167320" y="34045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8" name=""/>
          <p:cNvSpPr/>
          <p:nvPr/>
        </p:nvSpPr>
        <p:spPr>
          <a:xfrm>
            <a:off x="8172720" y="3403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9" name=""/>
          <p:cNvSpPr/>
          <p:nvPr/>
        </p:nvSpPr>
        <p:spPr>
          <a:xfrm>
            <a:off x="8174880" y="34030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3"/>
                </a:moveTo>
                <a:lnTo>
                  <a:pt x="5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  <a:lnTo>
                  <a:pt x="0" y="1"/>
                </a:lnTo>
                <a:lnTo>
                  <a:pt x="0" y="3"/>
                </a:lnTo>
                <a:lnTo>
                  <a:pt x="3" y="3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0" name=""/>
          <p:cNvSpPr/>
          <p:nvPr/>
        </p:nvSpPr>
        <p:spPr>
          <a:xfrm>
            <a:off x="8173080" y="3403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1" name=""/>
          <p:cNvSpPr/>
          <p:nvPr/>
        </p:nvSpPr>
        <p:spPr>
          <a:xfrm>
            <a:off x="8172360" y="3404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2" name=""/>
          <p:cNvSpPr/>
          <p:nvPr/>
        </p:nvSpPr>
        <p:spPr>
          <a:xfrm>
            <a:off x="8165160" y="3405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0"/>
                </a:moveTo>
                <a:lnTo>
                  <a:pt x="0" y="1"/>
                </a:lnTo>
                <a:lnTo>
                  <a:pt x="0" y="3"/>
                </a:lnTo>
                <a:lnTo>
                  <a:pt x="1" y="4"/>
                </a:lnTo>
                <a:lnTo>
                  <a:pt x="3" y="3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3" name=""/>
          <p:cNvSpPr/>
          <p:nvPr/>
        </p:nvSpPr>
        <p:spPr>
          <a:xfrm>
            <a:off x="8160480" y="3414240"/>
            <a:ext cx="360" cy="360"/>
          </a:xfrm>
          <a:prstGeom prst="line">
            <a:avLst/>
          </a:prstGeom>
          <a:ln w="7920">
            <a:solidFill>
              <a:srgbClr val="4D4D4D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4" name=""/>
          <p:cNvSpPr/>
          <p:nvPr/>
        </p:nvSpPr>
        <p:spPr>
          <a:xfrm>
            <a:off x="8498880" y="3297960"/>
            <a:ext cx="23400" cy="78480"/>
          </a:xfrm>
          <a:custGeom>
            <a:avLst/>
            <a:gdLst/>
            <a:ahLst/>
            <a:rect l="0" t="0" r="r" b="b"/>
            <a:pathLst>
              <a:path fill="none" w="65" h="218">
                <a:moveTo>
                  <a:pt x="0" y="218"/>
                </a:moveTo>
                <a:lnTo>
                  <a:pt x="4" y="208"/>
                </a:lnTo>
                <a:lnTo>
                  <a:pt x="8" y="200"/>
                </a:lnTo>
                <a:lnTo>
                  <a:pt x="11" y="192"/>
                </a:lnTo>
                <a:lnTo>
                  <a:pt x="15" y="186"/>
                </a:lnTo>
                <a:lnTo>
                  <a:pt x="17" y="178"/>
                </a:lnTo>
                <a:lnTo>
                  <a:pt x="20" y="170"/>
                </a:lnTo>
                <a:lnTo>
                  <a:pt x="24" y="161"/>
                </a:lnTo>
                <a:lnTo>
                  <a:pt x="28" y="150"/>
                </a:lnTo>
                <a:lnTo>
                  <a:pt x="31" y="141"/>
                </a:lnTo>
                <a:lnTo>
                  <a:pt x="33" y="134"/>
                </a:lnTo>
                <a:lnTo>
                  <a:pt x="37" y="123"/>
                </a:lnTo>
                <a:lnTo>
                  <a:pt x="41" y="114"/>
                </a:lnTo>
                <a:lnTo>
                  <a:pt x="43" y="105"/>
                </a:lnTo>
                <a:lnTo>
                  <a:pt x="46" y="93"/>
                </a:lnTo>
                <a:lnTo>
                  <a:pt x="49" y="86"/>
                </a:lnTo>
                <a:lnTo>
                  <a:pt x="51" y="76"/>
                </a:lnTo>
                <a:lnTo>
                  <a:pt x="54" y="67"/>
                </a:lnTo>
                <a:lnTo>
                  <a:pt x="56" y="57"/>
                </a:lnTo>
                <a:lnTo>
                  <a:pt x="58" y="47"/>
                </a:lnTo>
                <a:lnTo>
                  <a:pt x="59" y="43"/>
                </a:lnTo>
                <a:lnTo>
                  <a:pt x="59" y="36"/>
                </a:lnTo>
                <a:lnTo>
                  <a:pt x="62" y="26"/>
                </a:lnTo>
                <a:lnTo>
                  <a:pt x="63" y="17"/>
                </a:lnTo>
                <a:lnTo>
                  <a:pt x="64" y="8"/>
                </a:lnTo>
                <a:lnTo>
                  <a:pt x="65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960" rIns="3960" bIns="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5" name=""/>
          <p:cNvSpPr/>
          <p:nvPr/>
        </p:nvSpPr>
        <p:spPr>
          <a:xfrm>
            <a:off x="8160840" y="3414960"/>
            <a:ext cx="0" cy="360"/>
          </a:xfrm>
          <a:prstGeom prst="line">
            <a:avLst/>
          </a:prstGeom>
          <a:ln w="7920">
            <a:solidFill>
              <a:srgbClr val="4D4D4D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6" name=""/>
          <p:cNvSpPr/>
          <p:nvPr/>
        </p:nvSpPr>
        <p:spPr>
          <a:xfrm>
            <a:off x="8160120" y="34160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7" name=""/>
          <p:cNvSpPr/>
          <p:nvPr/>
        </p:nvSpPr>
        <p:spPr>
          <a:xfrm>
            <a:off x="8159040" y="34142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2" y="6"/>
                </a:move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8" name=""/>
          <p:cNvSpPr/>
          <p:nvPr/>
        </p:nvSpPr>
        <p:spPr>
          <a:xfrm>
            <a:off x="8161560" y="341532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9" name=""/>
          <p:cNvSpPr/>
          <p:nvPr/>
        </p:nvSpPr>
        <p:spPr>
          <a:xfrm>
            <a:off x="8222760" y="34081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5" y="6"/>
                </a:moveTo>
                <a:lnTo>
                  <a:pt x="5" y="5"/>
                </a:lnTo>
                <a:lnTo>
                  <a:pt x="5" y="3"/>
                </a:lnTo>
                <a:lnTo>
                  <a:pt x="7" y="2"/>
                </a:lnTo>
                <a:lnTo>
                  <a:pt x="5" y="0"/>
                </a:lnTo>
                <a:lnTo>
                  <a:pt x="3" y="1"/>
                </a:lnTo>
                <a:lnTo>
                  <a:pt x="3" y="2"/>
                </a:lnTo>
                <a:lnTo>
                  <a:pt x="2" y="6"/>
                </a:lnTo>
                <a:lnTo>
                  <a:pt x="0" y="8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080" rIns="39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0" name=""/>
          <p:cNvSpPr/>
          <p:nvPr/>
        </p:nvSpPr>
        <p:spPr>
          <a:xfrm>
            <a:off x="8160120" y="341640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0"/>
                </a:move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1" name=""/>
          <p:cNvSpPr/>
          <p:nvPr/>
        </p:nvSpPr>
        <p:spPr>
          <a:xfrm>
            <a:off x="8157960" y="3413520"/>
            <a:ext cx="3960" cy="3600"/>
          </a:xfrm>
          <a:custGeom>
            <a:avLst/>
            <a:gdLst/>
            <a:ahLst/>
            <a:rect l="0" t="0" r="r" b="b"/>
            <a:pathLst>
              <a:path fill="none" w="11" h="10">
                <a:moveTo>
                  <a:pt x="11" y="5"/>
                </a:moveTo>
                <a:lnTo>
                  <a:pt x="11" y="4"/>
                </a:lnTo>
                <a:lnTo>
                  <a:pt x="11" y="3"/>
                </a:lnTo>
                <a:lnTo>
                  <a:pt x="10" y="1"/>
                </a:lnTo>
                <a:lnTo>
                  <a:pt x="8" y="1"/>
                </a:lnTo>
                <a:lnTo>
                  <a:pt x="7" y="0"/>
                </a:lnTo>
                <a:lnTo>
                  <a:pt x="5" y="1"/>
                </a:lnTo>
                <a:lnTo>
                  <a:pt x="5" y="3"/>
                </a:lnTo>
                <a:lnTo>
                  <a:pt x="3" y="4"/>
                </a:lnTo>
                <a:lnTo>
                  <a:pt x="1" y="6"/>
                </a:lnTo>
                <a:lnTo>
                  <a:pt x="0" y="7"/>
                </a:lnTo>
                <a:lnTo>
                  <a:pt x="0" y="9"/>
                </a:lnTo>
                <a:lnTo>
                  <a:pt x="1" y="10"/>
                </a:lnTo>
                <a:lnTo>
                  <a:pt x="2" y="10"/>
                </a:lnTo>
                <a:lnTo>
                  <a:pt x="5" y="10"/>
                </a:lnTo>
                <a:lnTo>
                  <a:pt x="6" y="1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" rIns="39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2" name=""/>
          <p:cNvSpPr/>
          <p:nvPr/>
        </p:nvSpPr>
        <p:spPr>
          <a:xfrm>
            <a:off x="8223840" y="341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3" name=""/>
          <p:cNvSpPr/>
          <p:nvPr/>
        </p:nvSpPr>
        <p:spPr>
          <a:xfrm>
            <a:off x="8222400" y="3411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4" name=""/>
          <p:cNvSpPr/>
          <p:nvPr/>
        </p:nvSpPr>
        <p:spPr>
          <a:xfrm>
            <a:off x="8219520" y="3412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2"/>
                </a:lnTo>
                <a:lnTo>
                  <a:pt x="0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5" name=""/>
          <p:cNvSpPr/>
          <p:nvPr/>
        </p:nvSpPr>
        <p:spPr>
          <a:xfrm>
            <a:off x="8219880" y="3412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6" name=""/>
          <p:cNvSpPr/>
          <p:nvPr/>
        </p:nvSpPr>
        <p:spPr>
          <a:xfrm>
            <a:off x="8364960" y="3395520"/>
            <a:ext cx="4680" cy="3600"/>
          </a:xfrm>
          <a:custGeom>
            <a:avLst/>
            <a:gdLst/>
            <a:ahLst/>
            <a:rect l="0" t="0" r="r" b="b"/>
            <a:pathLst>
              <a:path fill="none" w="13" h="10">
                <a:moveTo>
                  <a:pt x="0" y="10"/>
                </a:moveTo>
                <a:lnTo>
                  <a:pt x="3" y="6"/>
                </a:lnTo>
                <a:lnTo>
                  <a:pt x="5" y="3"/>
                </a:lnTo>
                <a:lnTo>
                  <a:pt x="1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" rIns="39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7" name=""/>
          <p:cNvSpPr/>
          <p:nvPr/>
        </p:nvSpPr>
        <p:spPr>
          <a:xfrm>
            <a:off x="8292960" y="34048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0"/>
                </a:moveTo>
                <a:lnTo>
                  <a:pt x="0" y="1"/>
                </a:lnTo>
                <a:lnTo>
                  <a:pt x="2" y="2"/>
                </a:lnTo>
                <a:lnTo>
                  <a:pt x="3" y="3"/>
                </a:lnTo>
                <a:lnTo>
                  <a:pt x="5" y="5"/>
                </a:lnTo>
                <a:lnTo>
                  <a:pt x="6" y="5"/>
                </a:lnTo>
                <a:lnTo>
                  <a:pt x="7" y="5"/>
                </a:lnTo>
                <a:lnTo>
                  <a:pt x="7" y="2"/>
                </a:lnTo>
                <a:lnTo>
                  <a:pt x="6" y="0"/>
                </a:lnTo>
                <a:lnTo>
                  <a:pt x="5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8" name=""/>
          <p:cNvSpPr/>
          <p:nvPr/>
        </p:nvSpPr>
        <p:spPr>
          <a:xfrm>
            <a:off x="8291880" y="3406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9" name=""/>
          <p:cNvSpPr/>
          <p:nvPr/>
        </p:nvSpPr>
        <p:spPr>
          <a:xfrm>
            <a:off x="8291160" y="340596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1" y="6"/>
                </a:lnTo>
                <a:lnTo>
                  <a:pt x="3" y="7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8" y="7"/>
                </a:lnTo>
                <a:lnTo>
                  <a:pt x="9" y="6"/>
                </a:lnTo>
                <a:lnTo>
                  <a:pt x="6" y="1"/>
                </a:lnTo>
                <a:lnTo>
                  <a:pt x="4" y="1"/>
                </a:lnTo>
                <a:lnTo>
                  <a:pt x="3" y="1"/>
                </a:lnTo>
                <a:lnTo>
                  <a:pt x="2" y="1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080" rIns="39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0" name=""/>
          <p:cNvSpPr/>
          <p:nvPr/>
        </p:nvSpPr>
        <p:spPr>
          <a:xfrm>
            <a:off x="8366040" y="339732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14" y="0"/>
                </a:moveTo>
                <a:lnTo>
                  <a:pt x="14" y="2"/>
                </a:lnTo>
                <a:lnTo>
                  <a:pt x="12" y="5"/>
                </a:lnTo>
                <a:lnTo>
                  <a:pt x="6" y="8"/>
                </a:lnTo>
                <a:lnTo>
                  <a:pt x="2" y="10"/>
                </a:lnTo>
                <a:lnTo>
                  <a:pt x="0" y="1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0" rIns="39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1" name=""/>
          <p:cNvSpPr/>
          <p:nvPr/>
        </p:nvSpPr>
        <p:spPr>
          <a:xfrm>
            <a:off x="8196120" y="34200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2" name=""/>
          <p:cNvSpPr/>
          <p:nvPr/>
        </p:nvSpPr>
        <p:spPr>
          <a:xfrm>
            <a:off x="8442000" y="3387960"/>
            <a:ext cx="3240" cy="4320"/>
          </a:xfrm>
          <a:custGeom>
            <a:avLst/>
            <a:gdLst/>
            <a:ahLst/>
            <a:rect l="0" t="0" r="r" b="b"/>
            <a:pathLst>
              <a:path fill="none" w="9" h="12">
                <a:moveTo>
                  <a:pt x="0" y="0"/>
                </a:moveTo>
                <a:lnTo>
                  <a:pt x="5" y="1"/>
                </a:lnTo>
                <a:lnTo>
                  <a:pt x="8" y="2"/>
                </a:lnTo>
                <a:lnTo>
                  <a:pt x="9" y="5"/>
                </a:lnTo>
                <a:lnTo>
                  <a:pt x="9" y="8"/>
                </a:lnTo>
                <a:lnTo>
                  <a:pt x="9" y="1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60" rIns="39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3" name=""/>
          <p:cNvSpPr/>
          <p:nvPr/>
        </p:nvSpPr>
        <p:spPr>
          <a:xfrm>
            <a:off x="8196120" y="3420360"/>
            <a:ext cx="360" cy="0"/>
          </a:xfrm>
          <a:prstGeom prst="line">
            <a:avLst/>
          </a:prstGeom>
          <a:ln w="7920">
            <a:solidFill>
              <a:srgbClr val="4D4D4D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4" name=""/>
          <p:cNvSpPr/>
          <p:nvPr/>
        </p:nvSpPr>
        <p:spPr>
          <a:xfrm>
            <a:off x="8440920" y="3389760"/>
            <a:ext cx="2160" cy="4320"/>
          </a:xfrm>
          <a:custGeom>
            <a:avLst/>
            <a:gdLst/>
            <a:ahLst/>
            <a:rect l="0" t="0" r="r" b="b"/>
            <a:pathLst>
              <a:path fill="none" w="6" h="12">
                <a:moveTo>
                  <a:pt x="6" y="12"/>
                </a:moveTo>
                <a:lnTo>
                  <a:pt x="4" y="12"/>
                </a:lnTo>
                <a:lnTo>
                  <a:pt x="3" y="10"/>
                </a:lnTo>
                <a:lnTo>
                  <a:pt x="0" y="7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60" rIns="39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5" name=""/>
          <p:cNvSpPr/>
          <p:nvPr/>
        </p:nvSpPr>
        <p:spPr>
          <a:xfrm>
            <a:off x="8195760" y="34218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6" name=""/>
          <p:cNvSpPr/>
          <p:nvPr/>
        </p:nvSpPr>
        <p:spPr>
          <a:xfrm>
            <a:off x="8195760" y="3421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7" name=""/>
          <p:cNvSpPr/>
          <p:nvPr/>
        </p:nvSpPr>
        <p:spPr>
          <a:xfrm>
            <a:off x="8179200" y="34243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8" name=""/>
          <p:cNvSpPr/>
          <p:nvPr/>
        </p:nvSpPr>
        <p:spPr>
          <a:xfrm flipH="1">
            <a:off x="8192880" y="3423960"/>
            <a:ext cx="720" cy="0"/>
          </a:xfrm>
          <a:prstGeom prst="line">
            <a:avLst/>
          </a:prstGeom>
          <a:ln w="7920">
            <a:solidFill>
              <a:srgbClr val="4D4D4D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9" name=""/>
          <p:cNvSpPr/>
          <p:nvPr/>
        </p:nvSpPr>
        <p:spPr>
          <a:xfrm>
            <a:off x="8291160" y="34131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1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0" name=""/>
          <p:cNvSpPr/>
          <p:nvPr/>
        </p:nvSpPr>
        <p:spPr>
          <a:xfrm>
            <a:off x="8179560" y="3424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1" y="4"/>
                </a:lnTo>
                <a:lnTo>
                  <a:pt x="3" y="2"/>
                </a:lnTo>
                <a:lnTo>
                  <a:pt x="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1" name=""/>
          <p:cNvSpPr/>
          <p:nvPr/>
        </p:nvSpPr>
        <p:spPr>
          <a:xfrm>
            <a:off x="8192520" y="34243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1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2" name=""/>
          <p:cNvSpPr/>
          <p:nvPr/>
        </p:nvSpPr>
        <p:spPr>
          <a:xfrm>
            <a:off x="8290080" y="341280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0" y="2"/>
                </a:moveTo>
                <a:lnTo>
                  <a:pt x="1" y="5"/>
                </a:lnTo>
                <a:lnTo>
                  <a:pt x="1" y="6"/>
                </a:lnTo>
                <a:lnTo>
                  <a:pt x="3" y="7"/>
                </a:lnTo>
                <a:lnTo>
                  <a:pt x="4" y="7"/>
                </a:lnTo>
                <a:lnTo>
                  <a:pt x="5" y="7"/>
                </a:lnTo>
                <a:lnTo>
                  <a:pt x="7" y="6"/>
                </a:lnTo>
                <a:lnTo>
                  <a:pt x="8" y="5"/>
                </a:lnTo>
                <a:lnTo>
                  <a:pt x="8" y="4"/>
                </a:lnTo>
                <a:lnTo>
                  <a:pt x="8" y="2"/>
                </a:lnTo>
                <a:lnTo>
                  <a:pt x="7" y="1"/>
                </a:lnTo>
                <a:lnTo>
                  <a:pt x="5" y="1"/>
                </a:lnTo>
                <a:lnTo>
                  <a:pt x="4" y="0"/>
                </a:lnTo>
                <a:lnTo>
                  <a:pt x="2" y="0"/>
                </a:lnTo>
                <a:lnTo>
                  <a:pt x="0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3" name=""/>
          <p:cNvSpPr/>
          <p:nvPr/>
        </p:nvSpPr>
        <p:spPr>
          <a:xfrm>
            <a:off x="8177400" y="342576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0"/>
                </a:moveTo>
                <a:lnTo>
                  <a:pt x="2" y="1"/>
                </a:lnTo>
                <a:lnTo>
                  <a:pt x="1" y="3"/>
                </a:lnTo>
                <a:lnTo>
                  <a:pt x="1" y="4"/>
                </a:lnTo>
                <a:lnTo>
                  <a:pt x="0" y="5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4" y="4"/>
                </a:lnTo>
                <a:lnTo>
                  <a:pt x="5" y="4"/>
                </a:lnTo>
                <a:lnTo>
                  <a:pt x="5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4" name=""/>
          <p:cNvSpPr/>
          <p:nvPr/>
        </p:nvSpPr>
        <p:spPr>
          <a:xfrm flipH="1">
            <a:off x="8187840" y="3426840"/>
            <a:ext cx="360" cy="0"/>
          </a:xfrm>
          <a:prstGeom prst="line">
            <a:avLst/>
          </a:prstGeom>
          <a:ln w="7920">
            <a:solidFill>
              <a:srgbClr val="4D4D4D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5" name=""/>
          <p:cNvSpPr/>
          <p:nvPr/>
        </p:nvSpPr>
        <p:spPr>
          <a:xfrm>
            <a:off x="8187480" y="3427200"/>
            <a:ext cx="720" cy="0"/>
          </a:xfrm>
          <a:prstGeom prst="line">
            <a:avLst/>
          </a:prstGeom>
          <a:ln w="7920">
            <a:solidFill>
              <a:srgbClr val="4D4D4D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6" name=""/>
          <p:cNvSpPr/>
          <p:nvPr/>
        </p:nvSpPr>
        <p:spPr>
          <a:xfrm>
            <a:off x="8184960" y="3427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7" name=""/>
          <p:cNvSpPr/>
          <p:nvPr/>
        </p:nvSpPr>
        <p:spPr>
          <a:xfrm>
            <a:off x="8184960" y="34275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4" y="3"/>
                </a:lnTo>
                <a:lnTo>
                  <a:pt x="4" y="1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8" name=""/>
          <p:cNvSpPr/>
          <p:nvPr/>
        </p:nvSpPr>
        <p:spPr>
          <a:xfrm>
            <a:off x="8397360" y="3397680"/>
            <a:ext cx="19080" cy="6480"/>
          </a:xfrm>
          <a:custGeom>
            <a:avLst/>
            <a:gdLst/>
            <a:ahLst/>
            <a:rect l="0" t="0" r="r" b="b"/>
            <a:pathLst>
              <a:path fill="none" w="53" h="18">
                <a:moveTo>
                  <a:pt x="0" y="5"/>
                </a:moveTo>
                <a:lnTo>
                  <a:pt x="10" y="4"/>
                </a:lnTo>
                <a:lnTo>
                  <a:pt x="14" y="3"/>
                </a:lnTo>
                <a:lnTo>
                  <a:pt x="21" y="1"/>
                </a:lnTo>
                <a:lnTo>
                  <a:pt x="33" y="0"/>
                </a:lnTo>
                <a:lnTo>
                  <a:pt x="42" y="2"/>
                </a:lnTo>
                <a:lnTo>
                  <a:pt x="47" y="5"/>
                </a:lnTo>
                <a:lnTo>
                  <a:pt x="49" y="7"/>
                </a:lnTo>
                <a:lnTo>
                  <a:pt x="52" y="14"/>
                </a:lnTo>
                <a:lnTo>
                  <a:pt x="52" y="18"/>
                </a:lnTo>
                <a:lnTo>
                  <a:pt x="53" y="18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2520" rIns="396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9" name=""/>
          <p:cNvSpPr/>
          <p:nvPr/>
        </p:nvSpPr>
        <p:spPr>
          <a:xfrm>
            <a:off x="8319240" y="3413880"/>
            <a:ext cx="2520" cy="4680"/>
          </a:xfrm>
          <a:custGeom>
            <a:avLst/>
            <a:gdLst/>
            <a:ahLst/>
            <a:rect l="0" t="0" r="r" b="b"/>
            <a:pathLst>
              <a:path fill="none" w="7" h="13">
                <a:moveTo>
                  <a:pt x="2" y="13"/>
                </a:moveTo>
                <a:lnTo>
                  <a:pt x="2" y="11"/>
                </a:lnTo>
                <a:lnTo>
                  <a:pt x="0" y="8"/>
                </a:lnTo>
                <a:lnTo>
                  <a:pt x="3" y="3"/>
                </a:lnTo>
                <a:lnTo>
                  <a:pt x="7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720" rIns="39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0" name=""/>
          <p:cNvSpPr/>
          <p:nvPr/>
        </p:nvSpPr>
        <p:spPr>
          <a:xfrm>
            <a:off x="8394480" y="3402720"/>
            <a:ext cx="21240" cy="4680"/>
          </a:xfrm>
          <a:custGeom>
            <a:avLst/>
            <a:gdLst/>
            <a:ahLst/>
            <a:rect l="0" t="0" r="r" b="b"/>
            <a:pathLst>
              <a:path fill="none" w="59" h="13">
                <a:moveTo>
                  <a:pt x="59" y="9"/>
                </a:moveTo>
                <a:lnTo>
                  <a:pt x="58" y="12"/>
                </a:lnTo>
                <a:lnTo>
                  <a:pt x="50" y="13"/>
                </a:lnTo>
                <a:lnTo>
                  <a:pt x="44" y="13"/>
                </a:lnTo>
                <a:lnTo>
                  <a:pt x="36" y="11"/>
                </a:lnTo>
                <a:lnTo>
                  <a:pt x="25" y="9"/>
                </a:lnTo>
                <a:lnTo>
                  <a:pt x="17" y="8"/>
                </a:lnTo>
                <a:lnTo>
                  <a:pt x="9" y="6"/>
                </a:lnTo>
                <a:lnTo>
                  <a:pt x="2" y="4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720" rIns="39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1" name=""/>
          <p:cNvSpPr/>
          <p:nvPr/>
        </p:nvSpPr>
        <p:spPr>
          <a:xfrm>
            <a:off x="8322120" y="3413880"/>
            <a:ext cx="2880" cy="4680"/>
          </a:xfrm>
          <a:custGeom>
            <a:avLst/>
            <a:gdLst/>
            <a:ahLst/>
            <a:rect l="0" t="0" r="r" b="b"/>
            <a:pathLst>
              <a:path fill="none" w="8" h="13">
                <a:moveTo>
                  <a:pt x="6" y="0"/>
                </a:moveTo>
                <a:lnTo>
                  <a:pt x="6" y="2"/>
                </a:lnTo>
                <a:lnTo>
                  <a:pt x="8" y="6"/>
                </a:lnTo>
                <a:lnTo>
                  <a:pt x="6" y="9"/>
                </a:lnTo>
                <a:lnTo>
                  <a:pt x="4" y="12"/>
                </a:lnTo>
                <a:lnTo>
                  <a:pt x="0" y="1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720" rIns="39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2" name=""/>
          <p:cNvSpPr/>
          <p:nvPr/>
        </p:nvSpPr>
        <p:spPr>
          <a:xfrm>
            <a:off x="8290800" y="34261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0" y="2"/>
                </a:moveTo>
                <a:lnTo>
                  <a:pt x="1" y="3"/>
                </a:lnTo>
                <a:lnTo>
                  <a:pt x="1" y="4"/>
                </a:lnTo>
                <a:lnTo>
                  <a:pt x="4" y="6"/>
                </a:lnTo>
                <a:lnTo>
                  <a:pt x="5" y="6"/>
                </a:lnTo>
                <a:lnTo>
                  <a:pt x="6" y="4"/>
                </a:lnTo>
                <a:lnTo>
                  <a:pt x="6" y="3"/>
                </a:lnTo>
                <a:lnTo>
                  <a:pt x="4" y="2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3" name=""/>
          <p:cNvSpPr/>
          <p:nvPr/>
        </p:nvSpPr>
        <p:spPr>
          <a:xfrm>
            <a:off x="8285760" y="34272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1" y="5"/>
                </a:moveTo>
                <a:lnTo>
                  <a:pt x="3" y="5"/>
                </a:lnTo>
                <a:lnTo>
                  <a:pt x="4" y="5"/>
                </a:lnTo>
                <a:lnTo>
                  <a:pt x="6" y="4"/>
                </a:lnTo>
                <a:lnTo>
                  <a:pt x="6" y="3"/>
                </a:lnTo>
                <a:lnTo>
                  <a:pt x="7" y="1"/>
                </a:lnTo>
                <a:lnTo>
                  <a:pt x="6" y="0"/>
                </a:lnTo>
                <a:lnTo>
                  <a:pt x="5" y="0"/>
                </a:lnTo>
                <a:lnTo>
                  <a:pt x="3" y="1"/>
                </a:lnTo>
                <a:lnTo>
                  <a:pt x="1" y="3"/>
                </a:lnTo>
                <a:lnTo>
                  <a:pt x="0" y="4"/>
                </a:lnTo>
                <a:lnTo>
                  <a:pt x="0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4" name=""/>
          <p:cNvSpPr/>
          <p:nvPr/>
        </p:nvSpPr>
        <p:spPr>
          <a:xfrm>
            <a:off x="8285040" y="342900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0" y="1"/>
                </a:move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0" y="7"/>
                </a:lnTo>
                <a:lnTo>
                  <a:pt x="2" y="8"/>
                </a:lnTo>
                <a:lnTo>
                  <a:pt x="3" y="8"/>
                </a:lnTo>
                <a:lnTo>
                  <a:pt x="4" y="5"/>
                </a:lnTo>
                <a:lnTo>
                  <a:pt x="4" y="3"/>
                </a:lnTo>
                <a:lnTo>
                  <a:pt x="6" y="2"/>
                </a:lnTo>
                <a:lnTo>
                  <a:pt x="4" y="1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080" rIns="39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5" name=""/>
          <p:cNvSpPr/>
          <p:nvPr/>
        </p:nvSpPr>
        <p:spPr>
          <a:xfrm>
            <a:off x="8286840" y="34318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3"/>
                </a:moveTo>
                <a:lnTo>
                  <a:pt x="1" y="3"/>
                </a:lnTo>
                <a:lnTo>
                  <a:pt x="3" y="3"/>
                </a:lnTo>
                <a:lnTo>
                  <a:pt x="5" y="3"/>
                </a:lnTo>
                <a:lnTo>
                  <a:pt x="5" y="1"/>
                </a:lnTo>
                <a:lnTo>
                  <a:pt x="4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6" name=""/>
          <p:cNvSpPr/>
          <p:nvPr/>
        </p:nvSpPr>
        <p:spPr>
          <a:xfrm>
            <a:off x="8290080" y="34311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0" y="6"/>
                </a:moveTo>
                <a:lnTo>
                  <a:pt x="2" y="7"/>
                </a:lnTo>
                <a:lnTo>
                  <a:pt x="3" y="6"/>
                </a:lnTo>
                <a:lnTo>
                  <a:pt x="4" y="5"/>
                </a:lnTo>
                <a:lnTo>
                  <a:pt x="6" y="3"/>
                </a:lnTo>
                <a:lnTo>
                  <a:pt x="6" y="1"/>
                </a:lnTo>
                <a:lnTo>
                  <a:pt x="4" y="0"/>
                </a:lnTo>
                <a:lnTo>
                  <a:pt x="1" y="3"/>
                </a:lnTo>
                <a:lnTo>
                  <a:pt x="0" y="4"/>
                </a:lnTo>
                <a:lnTo>
                  <a:pt x="0" y="6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7" name=""/>
          <p:cNvSpPr/>
          <p:nvPr/>
        </p:nvSpPr>
        <p:spPr>
          <a:xfrm>
            <a:off x="8198280" y="34444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2" y="5"/>
                </a:moveTo>
                <a:lnTo>
                  <a:pt x="3" y="5"/>
                </a:lnTo>
                <a:lnTo>
                  <a:pt x="4" y="5"/>
                </a:lnTo>
                <a:lnTo>
                  <a:pt x="5" y="5"/>
                </a:lnTo>
                <a:lnTo>
                  <a:pt x="5" y="3"/>
                </a:lnTo>
                <a:lnTo>
                  <a:pt x="7" y="3"/>
                </a:lnTo>
                <a:lnTo>
                  <a:pt x="7" y="2"/>
                </a:lnTo>
                <a:lnTo>
                  <a:pt x="5" y="0"/>
                </a:lnTo>
                <a:lnTo>
                  <a:pt x="3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8" name=""/>
          <p:cNvSpPr/>
          <p:nvPr/>
        </p:nvSpPr>
        <p:spPr>
          <a:xfrm>
            <a:off x="8186400" y="34477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9" name=""/>
          <p:cNvSpPr/>
          <p:nvPr/>
        </p:nvSpPr>
        <p:spPr>
          <a:xfrm>
            <a:off x="8186040" y="34480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0" name=""/>
          <p:cNvSpPr/>
          <p:nvPr/>
        </p:nvSpPr>
        <p:spPr>
          <a:xfrm>
            <a:off x="8191440" y="3447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1" name=""/>
          <p:cNvSpPr/>
          <p:nvPr/>
        </p:nvSpPr>
        <p:spPr>
          <a:xfrm>
            <a:off x="8182440" y="3448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2" name=""/>
          <p:cNvSpPr/>
          <p:nvPr/>
        </p:nvSpPr>
        <p:spPr>
          <a:xfrm>
            <a:off x="8191080" y="3447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1"/>
                </a:move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4" y="1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3" name=""/>
          <p:cNvSpPr/>
          <p:nvPr/>
        </p:nvSpPr>
        <p:spPr>
          <a:xfrm>
            <a:off x="8181720" y="34484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1" y="4"/>
                </a:moveTo>
                <a:lnTo>
                  <a:pt x="2" y="4"/>
                </a:lnTo>
                <a:lnTo>
                  <a:pt x="4" y="4"/>
                </a:lnTo>
                <a:lnTo>
                  <a:pt x="5" y="4"/>
                </a:lnTo>
                <a:lnTo>
                  <a:pt x="6" y="3"/>
                </a:lnTo>
                <a:lnTo>
                  <a:pt x="6" y="1"/>
                </a:lnTo>
                <a:lnTo>
                  <a:pt x="6" y="0"/>
                </a:lnTo>
                <a:lnTo>
                  <a:pt x="5" y="0"/>
                </a:lnTo>
                <a:lnTo>
                  <a:pt x="4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4" name=""/>
          <p:cNvSpPr/>
          <p:nvPr/>
        </p:nvSpPr>
        <p:spPr>
          <a:xfrm>
            <a:off x="8210160" y="3447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5" name=""/>
          <p:cNvSpPr/>
          <p:nvPr/>
        </p:nvSpPr>
        <p:spPr>
          <a:xfrm>
            <a:off x="8208720" y="3445920"/>
            <a:ext cx="2880" cy="3240"/>
          </a:xfrm>
          <a:custGeom>
            <a:avLst/>
            <a:gdLst/>
            <a:ahLst/>
            <a:rect l="0" t="0" r="r" b="b"/>
            <a:pathLst>
              <a:path fill="none" w="8" h="9">
                <a:moveTo>
                  <a:pt x="8" y="4"/>
                </a:moveTo>
                <a:lnTo>
                  <a:pt x="8" y="3"/>
                </a:lnTo>
                <a:lnTo>
                  <a:pt x="8" y="2"/>
                </a:lnTo>
                <a:lnTo>
                  <a:pt x="7" y="0"/>
                </a:lnTo>
                <a:lnTo>
                  <a:pt x="6" y="2"/>
                </a:lnTo>
                <a:lnTo>
                  <a:pt x="5" y="3"/>
                </a:lnTo>
                <a:lnTo>
                  <a:pt x="4" y="4"/>
                </a:lnTo>
                <a:lnTo>
                  <a:pt x="3" y="5"/>
                </a:lnTo>
                <a:lnTo>
                  <a:pt x="3" y="6"/>
                </a:lnTo>
                <a:lnTo>
                  <a:pt x="2" y="7"/>
                </a:lnTo>
                <a:lnTo>
                  <a:pt x="0" y="7"/>
                </a:lnTo>
                <a:lnTo>
                  <a:pt x="2" y="9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720" rIns="39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6" name=""/>
          <p:cNvSpPr/>
          <p:nvPr/>
        </p:nvSpPr>
        <p:spPr>
          <a:xfrm>
            <a:off x="8210160" y="34480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7" name=""/>
          <p:cNvSpPr/>
          <p:nvPr/>
        </p:nvSpPr>
        <p:spPr>
          <a:xfrm>
            <a:off x="8344440" y="3430080"/>
            <a:ext cx="7920" cy="5040"/>
          </a:xfrm>
          <a:custGeom>
            <a:avLst/>
            <a:gdLst/>
            <a:ahLst/>
            <a:rect l="0" t="0" r="r" b="b"/>
            <a:pathLst>
              <a:path fill="none" w="22" h="14">
                <a:moveTo>
                  <a:pt x="0" y="14"/>
                </a:moveTo>
                <a:lnTo>
                  <a:pt x="1" y="11"/>
                </a:lnTo>
                <a:lnTo>
                  <a:pt x="4" y="6"/>
                </a:lnTo>
                <a:lnTo>
                  <a:pt x="8" y="3"/>
                </a:lnTo>
                <a:lnTo>
                  <a:pt x="15" y="0"/>
                </a:lnTo>
                <a:lnTo>
                  <a:pt x="19" y="0"/>
                </a:lnTo>
                <a:lnTo>
                  <a:pt x="22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1080" rIns="39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8" name=""/>
          <p:cNvSpPr/>
          <p:nvPr/>
        </p:nvSpPr>
        <p:spPr>
          <a:xfrm>
            <a:off x="8209800" y="34491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9" name=""/>
          <p:cNvSpPr/>
          <p:nvPr/>
        </p:nvSpPr>
        <p:spPr>
          <a:xfrm>
            <a:off x="8209080" y="34488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0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0" name=""/>
          <p:cNvSpPr/>
          <p:nvPr/>
        </p:nvSpPr>
        <p:spPr>
          <a:xfrm>
            <a:off x="8209080" y="3449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1"/>
                </a:moveTo>
                <a:lnTo>
                  <a:pt x="0" y="3"/>
                </a:lnTo>
                <a:lnTo>
                  <a:pt x="1" y="4"/>
                </a:lnTo>
                <a:lnTo>
                  <a:pt x="3" y="4"/>
                </a:lnTo>
                <a:lnTo>
                  <a:pt x="4" y="0"/>
                </a:lnTo>
                <a:lnTo>
                  <a:pt x="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1" name=""/>
          <p:cNvSpPr/>
          <p:nvPr/>
        </p:nvSpPr>
        <p:spPr>
          <a:xfrm>
            <a:off x="8345160" y="3434040"/>
            <a:ext cx="9000" cy="4680"/>
          </a:xfrm>
          <a:custGeom>
            <a:avLst/>
            <a:gdLst/>
            <a:ahLst/>
            <a:rect l="0" t="0" r="r" b="b"/>
            <a:pathLst>
              <a:path fill="none" w="25" h="13">
                <a:moveTo>
                  <a:pt x="25" y="0"/>
                </a:moveTo>
                <a:lnTo>
                  <a:pt x="25" y="1"/>
                </a:lnTo>
                <a:lnTo>
                  <a:pt x="24" y="3"/>
                </a:lnTo>
                <a:lnTo>
                  <a:pt x="23" y="7"/>
                </a:lnTo>
                <a:lnTo>
                  <a:pt x="18" y="11"/>
                </a:lnTo>
                <a:lnTo>
                  <a:pt x="11" y="12"/>
                </a:lnTo>
                <a:lnTo>
                  <a:pt x="6" y="13"/>
                </a:lnTo>
                <a:lnTo>
                  <a:pt x="0" y="1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720" rIns="39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2" name=""/>
          <p:cNvSpPr/>
          <p:nvPr/>
        </p:nvSpPr>
        <p:spPr>
          <a:xfrm>
            <a:off x="8125200" y="34624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5" y="2"/>
                </a:lnTo>
                <a:lnTo>
                  <a:pt x="6" y="3"/>
                </a:lnTo>
                <a:lnTo>
                  <a:pt x="5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3" name=""/>
          <p:cNvSpPr/>
          <p:nvPr/>
        </p:nvSpPr>
        <p:spPr>
          <a:xfrm>
            <a:off x="8261280" y="34498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1" y="6"/>
                </a:moveTo>
                <a:lnTo>
                  <a:pt x="3" y="4"/>
                </a:lnTo>
                <a:lnTo>
                  <a:pt x="4" y="4"/>
                </a:lnTo>
                <a:lnTo>
                  <a:pt x="5" y="3"/>
                </a:lnTo>
                <a:lnTo>
                  <a:pt x="5" y="0"/>
                </a:lnTo>
                <a:lnTo>
                  <a:pt x="4" y="0"/>
                </a:lnTo>
                <a:lnTo>
                  <a:pt x="1" y="0"/>
                </a:lnTo>
                <a:lnTo>
                  <a:pt x="0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4" name=""/>
          <p:cNvSpPr/>
          <p:nvPr/>
        </p:nvSpPr>
        <p:spPr>
          <a:xfrm>
            <a:off x="8173440" y="3461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5" name=""/>
          <p:cNvSpPr/>
          <p:nvPr/>
        </p:nvSpPr>
        <p:spPr>
          <a:xfrm>
            <a:off x="8173080" y="3461400"/>
            <a:ext cx="0" cy="360"/>
          </a:xfrm>
          <a:prstGeom prst="line">
            <a:avLst/>
          </a:prstGeom>
          <a:ln w="7920">
            <a:solidFill>
              <a:srgbClr val="4D4D4D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6" name=""/>
          <p:cNvSpPr/>
          <p:nvPr/>
        </p:nvSpPr>
        <p:spPr>
          <a:xfrm>
            <a:off x="8255520" y="34538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7" name=""/>
          <p:cNvSpPr/>
          <p:nvPr/>
        </p:nvSpPr>
        <p:spPr>
          <a:xfrm>
            <a:off x="8183520" y="346176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2"/>
                </a:moveTo>
                <a:lnTo>
                  <a:pt x="5" y="0"/>
                </a:lnTo>
                <a:lnTo>
                  <a:pt x="4" y="0"/>
                </a:lnTo>
                <a:lnTo>
                  <a:pt x="3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8" name=""/>
          <p:cNvSpPr/>
          <p:nvPr/>
        </p:nvSpPr>
        <p:spPr>
          <a:xfrm>
            <a:off x="8184240" y="3462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9" name=""/>
          <p:cNvSpPr/>
          <p:nvPr/>
        </p:nvSpPr>
        <p:spPr>
          <a:xfrm>
            <a:off x="8256600" y="3454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1" y="2"/>
                </a:lnTo>
                <a:lnTo>
                  <a:pt x="3" y="2"/>
                </a:lnTo>
                <a:lnTo>
                  <a:pt x="4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0" name=""/>
          <p:cNvSpPr/>
          <p:nvPr/>
        </p:nvSpPr>
        <p:spPr>
          <a:xfrm>
            <a:off x="8183160" y="34621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1" name=""/>
          <p:cNvSpPr/>
          <p:nvPr/>
        </p:nvSpPr>
        <p:spPr>
          <a:xfrm>
            <a:off x="8257680" y="3455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2" name=""/>
          <p:cNvSpPr/>
          <p:nvPr/>
        </p:nvSpPr>
        <p:spPr>
          <a:xfrm>
            <a:off x="8257320" y="345420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4" y="6"/>
                </a:moveTo>
                <a:lnTo>
                  <a:pt x="5" y="5"/>
                </a:lnTo>
                <a:lnTo>
                  <a:pt x="6" y="4"/>
                </a:lnTo>
                <a:lnTo>
                  <a:pt x="6" y="2"/>
                </a:lnTo>
                <a:lnTo>
                  <a:pt x="8" y="2"/>
                </a:lnTo>
                <a:lnTo>
                  <a:pt x="8" y="1"/>
                </a:lnTo>
                <a:lnTo>
                  <a:pt x="5" y="1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3" name=""/>
          <p:cNvSpPr/>
          <p:nvPr/>
        </p:nvSpPr>
        <p:spPr>
          <a:xfrm>
            <a:off x="8256600" y="34552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4" name=""/>
          <p:cNvSpPr/>
          <p:nvPr/>
        </p:nvSpPr>
        <p:spPr>
          <a:xfrm>
            <a:off x="8175600" y="34639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2"/>
                </a:moveTo>
                <a:lnTo>
                  <a:pt x="2" y="4"/>
                </a:lnTo>
                <a:lnTo>
                  <a:pt x="3" y="4"/>
                </a:lnTo>
                <a:lnTo>
                  <a:pt x="3" y="2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5" name=""/>
          <p:cNvSpPr/>
          <p:nvPr/>
        </p:nvSpPr>
        <p:spPr>
          <a:xfrm>
            <a:off x="8255880" y="34552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0"/>
                </a:moveTo>
                <a:lnTo>
                  <a:pt x="0" y="1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4" y="5"/>
                </a:lnTo>
                <a:lnTo>
                  <a:pt x="5" y="5"/>
                </a:lnTo>
                <a:lnTo>
                  <a:pt x="6" y="3"/>
                </a:lnTo>
                <a:lnTo>
                  <a:pt x="7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6" name=""/>
          <p:cNvSpPr/>
          <p:nvPr/>
        </p:nvSpPr>
        <p:spPr>
          <a:xfrm>
            <a:off x="8319600" y="34513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5" y="4"/>
                </a:moveTo>
                <a:lnTo>
                  <a:pt x="6" y="2"/>
                </a:lnTo>
                <a:lnTo>
                  <a:pt x="6" y="1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1" y="4"/>
                </a:lnTo>
                <a:lnTo>
                  <a:pt x="1" y="5"/>
                </a:lnTo>
                <a:lnTo>
                  <a:pt x="2" y="5"/>
                </a:lnTo>
                <a:lnTo>
                  <a:pt x="4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7" name=""/>
          <p:cNvSpPr/>
          <p:nvPr/>
        </p:nvSpPr>
        <p:spPr>
          <a:xfrm>
            <a:off x="8415360" y="3439440"/>
            <a:ext cx="2520" cy="5040"/>
          </a:xfrm>
          <a:custGeom>
            <a:avLst/>
            <a:gdLst/>
            <a:ahLst/>
            <a:rect l="0" t="0" r="r" b="b"/>
            <a:pathLst>
              <a:path fill="none" w="7" h="14">
                <a:moveTo>
                  <a:pt x="0" y="0"/>
                </a:moveTo>
                <a:lnTo>
                  <a:pt x="1" y="1"/>
                </a:lnTo>
                <a:lnTo>
                  <a:pt x="5" y="5"/>
                </a:lnTo>
                <a:lnTo>
                  <a:pt x="6" y="9"/>
                </a:lnTo>
                <a:lnTo>
                  <a:pt x="7" y="12"/>
                </a:lnTo>
                <a:lnTo>
                  <a:pt x="6" y="1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1080" rIns="39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8" name=""/>
          <p:cNvSpPr/>
          <p:nvPr/>
        </p:nvSpPr>
        <p:spPr>
          <a:xfrm>
            <a:off x="8412840" y="3440520"/>
            <a:ext cx="2520" cy="4320"/>
          </a:xfrm>
          <a:custGeom>
            <a:avLst/>
            <a:gdLst/>
            <a:ahLst/>
            <a:rect l="0" t="0" r="r" b="b"/>
            <a:pathLst>
              <a:path fill="none" w="7" h="12">
                <a:moveTo>
                  <a:pt x="7" y="12"/>
                </a:moveTo>
                <a:lnTo>
                  <a:pt x="3" y="11"/>
                </a:lnTo>
                <a:lnTo>
                  <a:pt x="0" y="9"/>
                </a:lnTo>
                <a:lnTo>
                  <a:pt x="0" y="4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60" rIns="39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9" name=""/>
          <p:cNvSpPr/>
          <p:nvPr/>
        </p:nvSpPr>
        <p:spPr>
          <a:xfrm>
            <a:off x="8159400" y="347508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7" y="0"/>
                </a:moveTo>
                <a:lnTo>
                  <a:pt x="5" y="0"/>
                </a:lnTo>
                <a:lnTo>
                  <a:pt x="3" y="0"/>
                </a:lnTo>
                <a:lnTo>
                  <a:pt x="0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0" name=""/>
          <p:cNvSpPr/>
          <p:nvPr/>
        </p:nvSpPr>
        <p:spPr>
          <a:xfrm>
            <a:off x="8159400" y="3475800"/>
            <a:ext cx="1800" cy="360"/>
          </a:xfrm>
          <a:custGeom>
            <a:avLst/>
            <a:gdLst/>
            <a:ahLst/>
            <a:rect l="0" t="0" r="r" b="b"/>
            <a:pathLst>
              <a:path fill="none" w="5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5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1" name=""/>
          <p:cNvSpPr/>
          <p:nvPr/>
        </p:nvSpPr>
        <p:spPr>
          <a:xfrm>
            <a:off x="8145360" y="3471120"/>
            <a:ext cx="3240" cy="9360"/>
          </a:xfrm>
          <a:custGeom>
            <a:avLst/>
            <a:gdLst/>
            <a:ahLst/>
            <a:rect l="0" t="0" r="r" b="b"/>
            <a:pathLst>
              <a:path fill="none" w="9" h="26">
                <a:moveTo>
                  <a:pt x="0" y="23"/>
                </a:moveTo>
                <a:lnTo>
                  <a:pt x="1" y="22"/>
                </a:lnTo>
                <a:lnTo>
                  <a:pt x="3" y="19"/>
                </a:lnTo>
                <a:lnTo>
                  <a:pt x="3" y="15"/>
                </a:lnTo>
                <a:lnTo>
                  <a:pt x="3" y="11"/>
                </a:lnTo>
                <a:lnTo>
                  <a:pt x="4" y="9"/>
                </a:lnTo>
                <a:lnTo>
                  <a:pt x="4" y="7"/>
                </a:lnTo>
                <a:lnTo>
                  <a:pt x="4" y="5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3" y="1"/>
                </a:lnTo>
                <a:lnTo>
                  <a:pt x="3" y="0"/>
                </a:lnTo>
                <a:lnTo>
                  <a:pt x="7" y="0"/>
                </a:lnTo>
                <a:lnTo>
                  <a:pt x="7" y="1"/>
                </a:lnTo>
                <a:lnTo>
                  <a:pt x="8" y="4"/>
                </a:lnTo>
                <a:lnTo>
                  <a:pt x="8" y="7"/>
                </a:lnTo>
                <a:lnTo>
                  <a:pt x="9" y="9"/>
                </a:lnTo>
                <a:lnTo>
                  <a:pt x="9" y="12"/>
                </a:lnTo>
                <a:lnTo>
                  <a:pt x="8" y="15"/>
                </a:lnTo>
                <a:lnTo>
                  <a:pt x="8" y="19"/>
                </a:lnTo>
                <a:lnTo>
                  <a:pt x="7" y="24"/>
                </a:lnTo>
                <a:lnTo>
                  <a:pt x="6" y="25"/>
                </a:lnTo>
                <a:lnTo>
                  <a:pt x="4" y="26"/>
                </a:lnTo>
                <a:lnTo>
                  <a:pt x="3" y="26"/>
                </a:lnTo>
                <a:lnTo>
                  <a:pt x="0" y="25"/>
                </a:lnTo>
                <a:lnTo>
                  <a:pt x="0" y="2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960" rIns="3960" bIns="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2" name=""/>
          <p:cNvSpPr/>
          <p:nvPr/>
        </p:nvSpPr>
        <p:spPr>
          <a:xfrm>
            <a:off x="8205840" y="347508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2"/>
                </a:move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3" name=""/>
          <p:cNvSpPr/>
          <p:nvPr/>
        </p:nvSpPr>
        <p:spPr>
          <a:xfrm>
            <a:off x="8204040" y="347436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9" y="0"/>
                </a:moveTo>
                <a:lnTo>
                  <a:pt x="8" y="0"/>
                </a:lnTo>
                <a:lnTo>
                  <a:pt x="5" y="0"/>
                </a:lnTo>
                <a:lnTo>
                  <a:pt x="3" y="1"/>
                </a:lnTo>
                <a:lnTo>
                  <a:pt x="1" y="1"/>
                </a:lnTo>
                <a:lnTo>
                  <a:pt x="0" y="2"/>
                </a:lnTo>
                <a:lnTo>
                  <a:pt x="0" y="5"/>
                </a:lnTo>
                <a:lnTo>
                  <a:pt x="1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4" name=""/>
          <p:cNvSpPr/>
          <p:nvPr/>
        </p:nvSpPr>
        <p:spPr>
          <a:xfrm>
            <a:off x="8204400" y="3475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5" name=""/>
          <p:cNvSpPr/>
          <p:nvPr/>
        </p:nvSpPr>
        <p:spPr>
          <a:xfrm>
            <a:off x="8207280" y="347328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4" y="8"/>
                </a:move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6" y="1"/>
                </a:lnTo>
                <a:lnTo>
                  <a:pt x="4" y="0"/>
                </a:lnTo>
                <a:lnTo>
                  <a:pt x="2" y="1"/>
                </a:lnTo>
                <a:lnTo>
                  <a:pt x="0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080" rIns="39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6" name=""/>
          <p:cNvSpPr/>
          <p:nvPr/>
        </p:nvSpPr>
        <p:spPr>
          <a:xfrm>
            <a:off x="8202240" y="3475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1"/>
                </a:moveTo>
                <a:lnTo>
                  <a:pt x="0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5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7" name=""/>
          <p:cNvSpPr/>
          <p:nvPr/>
        </p:nvSpPr>
        <p:spPr>
          <a:xfrm>
            <a:off x="8200080" y="347688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2" y="0"/>
                </a:moveTo>
                <a:lnTo>
                  <a:pt x="1" y="2"/>
                </a:lnTo>
                <a:lnTo>
                  <a:pt x="0" y="3"/>
                </a:lnTo>
                <a:lnTo>
                  <a:pt x="0" y="4"/>
                </a:lnTo>
                <a:lnTo>
                  <a:pt x="1" y="6"/>
                </a:lnTo>
                <a:lnTo>
                  <a:pt x="3" y="4"/>
                </a:lnTo>
                <a:lnTo>
                  <a:pt x="4" y="4"/>
                </a:lnTo>
                <a:lnTo>
                  <a:pt x="6" y="3"/>
                </a:lnTo>
                <a:lnTo>
                  <a:pt x="7" y="2"/>
                </a:lnTo>
                <a:lnTo>
                  <a:pt x="6" y="0"/>
                </a:lnTo>
                <a:lnTo>
                  <a:pt x="4" y="0"/>
                </a:lnTo>
                <a:lnTo>
                  <a:pt x="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8" name=""/>
          <p:cNvSpPr/>
          <p:nvPr/>
        </p:nvSpPr>
        <p:spPr>
          <a:xfrm>
            <a:off x="8206560" y="347580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1" y="0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1" y="7"/>
                </a:lnTo>
                <a:lnTo>
                  <a:pt x="3" y="6"/>
                </a:lnTo>
                <a:lnTo>
                  <a:pt x="4" y="5"/>
                </a:lnTo>
                <a:lnTo>
                  <a:pt x="4" y="4"/>
                </a:lnTo>
                <a:lnTo>
                  <a:pt x="5" y="3"/>
                </a:lnTo>
                <a:lnTo>
                  <a:pt x="5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9" name=""/>
          <p:cNvSpPr/>
          <p:nvPr/>
        </p:nvSpPr>
        <p:spPr>
          <a:xfrm>
            <a:off x="8274600" y="347220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0" name=""/>
          <p:cNvSpPr/>
          <p:nvPr/>
        </p:nvSpPr>
        <p:spPr>
          <a:xfrm>
            <a:off x="8276400" y="3472200"/>
            <a:ext cx="1800" cy="0"/>
          </a:xfrm>
          <a:custGeom>
            <a:avLst/>
            <a:gdLst/>
            <a:ahLst/>
            <a:rect l="0" t="0" r="r" b="b"/>
            <a:pathLst>
              <a:path fill="none" w="5" h="0">
                <a:moveTo>
                  <a:pt x="5" y="0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1" name=""/>
          <p:cNvSpPr/>
          <p:nvPr/>
        </p:nvSpPr>
        <p:spPr>
          <a:xfrm>
            <a:off x="8196840" y="347904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0" y="1"/>
                </a:move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1" y="5"/>
                </a:lnTo>
                <a:lnTo>
                  <a:pt x="2" y="6"/>
                </a:lnTo>
                <a:lnTo>
                  <a:pt x="4" y="5"/>
                </a:lnTo>
                <a:lnTo>
                  <a:pt x="5" y="4"/>
                </a:lnTo>
                <a:lnTo>
                  <a:pt x="5" y="3"/>
                </a:lnTo>
                <a:lnTo>
                  <a:pt x="4" y="1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2" name=""/>
          <p:cNvSpPr/>
          <p:nvPr/>
        </p:nvSpPr>
        <p:spPr>
          <a:xfrm>
            <a:off x="8274600" y="34729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2"/>
                </a:move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3" name=""/>
          <p:cNvSpPr/>
          <p:nvPr/>
        </p:nvSpPr>
        <p:spPr>
          <a:xfrm>
            <a:off x="8276400" y="347292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4" name=""/>
          <p:cNvSpPr/>
          <p:nvPr/>
        </p:nvSpPr>
        <p:spPr>
          <a:xfrm>
            <a:off x="8278560" y="347256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2"/>
                </a:move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5" name=""/>
          <p:cNvSpPr/>
          <p:nvPr/>
        </p:nvSpPr>
        <p:spPr>
          <a:xfrm>
            <a:off x="8194680" y="348012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4" y="0"/>
                </a:moveTo>
                <a:lnTo>
                  <a:pt x="2" y="0"/>
                </a:lnTo>
                <a:lnTo>
                  <a:pt x="1" y="1"/>
                </a:lnTo>
                <a:lnTo>
                  <a:pt x="1" y="3"/>
                </a:lnTo>
                <a:lnTo>
                  <a:pt x="0" y="5"/>
                </a:lnTo>
                <a:lnTo>
                  <a:pt x="1" y="7"/>
                </a:lnTo>
                <a:lnTo>
                  <a:pt x="4" y="7"/>
                </a:lnTo>
                <a:lnTo>
                  <a:pt x="4" y="6"/>
                </a:lnTo>
                <a:lnTo>
                  <a:pt x="5" y="5"/>
                </a:lnTo>
                <a:lnTo>
                  <a:pt x="5" y="4"/>
                </a:lnTo>
                <a:lnTo>
                  <a:pt x="5" y="3"/>
                </a:lnTo>
                <a:lnTo>
                  <a:pt x="4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6" name=""/>
          <p:cNvSpPr/>
          <p:nvPr/>
        </p:nvSpPr>
        <p:spPr>
          <a:xfrm>
            <a:off x="8273520" y="347292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0"/>
                </a:moveTo>
                <a:lnTo>
                  <a:pt x="2" y="1"/>
                </a:lnTo>
                <a:lnTo>
                  <a:pt x="0" y="1"/>
                </a:lnTo>
                <a:lnTo>
                  <a:pt x="0" y="2"/>
                </a:lnTo>
                <a:lnTo>
                  <a:pt x="0" y="4"/>
                </a:lnTo>
                <a:lnTo>
                  <a:pt x="0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7" name=""/>
          <p:cNvSpPr/>
          <p:nvPr/>
        </p:nvSpPr>
        <p:spPr>
          <a:xfrm>
            <a:off x="8200800" y="34812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2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8" name=""/>
          <p:cNvSpPr/>
          <p:nvPr/>
        </p:nvSpPr>
        <p:spPr>
          <a:xfrm>
            <a:off x="8274240" y="34736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9" name=""/>
          <p:cNvSpPr/>
          <p:nvPr/>
        </p:nvSpPr>
        <p:spPr>
          <a:xfrm>
            <a:off x="8183520" y="34826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3"/>
                </a:move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0" name=""/>
          <p:cNvSpPr/>
          <p:nvPr/>
        </p:nvSpPr>
        <p:spPr>
          <a:xfrm>
            <a:off x="8191800" y="348156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0" y="2"/>
                </a:moveTo>
                <a:lnTo>
                  <a:pt x="0" y="4"/>
                </a:lnTo>
                <a:lnTo>
                  <a:pt x="1" y="5"/>
                </a:lnTo>
                <a:lnTo>
                  <a:pt x="2" y="5"/>
                </a:lnTo>
                <a:lnTo>
                  <a:pt x="3" y="5"/>
                </a:lnTo>
                <a:lnTo>
                  <a:pt x="5" y="5"/>
                </a:lnTo>
                <a:lnTo>
                  <a:pt x="7" y="5"/>
                </a:lnTo>
                <a:lnTo>
                  <a:pt x="8" y="4"/>
                </a:lnTo>
                <a:lnTo>
                  <a:pt x="8" y="2"/>
                </a:lnTo>
                <a:lnTo>
                  <a:pt x="7" y="1"/>
                </a:lnTo>
                <a:lnTo>
                  <a:pt x="5" y="1"/>
                </a:lnTo>
                <a:lnTo>
                  <a:pt x="3" y="1"/>
                </a:ln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1" name=""/>
          <p:cNvSpPr/>
          <p:nvPr/>
        </p:nvSpPr>
        <p:spPr>
          <a:xfrm>
            <a:off x="8202960" y="3480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3"/>
                </a:moveTo>
                <a:lnTo>
                  <a:pt x="0" y="4"/>
                </a:lnTo>
                <a:lnTo>
                  <a:pt x="1" y="4"/>
                </a:lnTo>
                <a:lnTo>
                  <a:pt x="2" y="5"/>
                </a:lnTo>
                <a:lnTo>
                  <a:pt x="3" y="4"/>
                </a:lnTo>
                <a:lnTo>
                  <a:pt x="5" y="3"/>
                </a:lnTo>
                <a:lnTo>
                  <a:pt x="5" y="1"/>
                </a:lnTo>
                <a:lnTo>
                  <a:pt x="3" y="0"/>
                </a:lnTo>
                <a:lnTo>
                  <a:pt x="2" y="0"/>
                </a:lnTo>
                <a:lnTo>
                  <a:pt x="0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2" name=""/>
          <p:cNvSpPr/>
          <p:nvPr/>
        </p:nvSpPr>
        <p:spPr>
          <a:xfrm>
            <a:off x="8199720" y="348084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0" y="2"/>
                </a:moveTo>
                <a:lnTo>
                  <a:pt x="0" y="3"/>
                </a:lnTo>
                <a:lnTo>
                  <a:pt x="3" y="5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8" y="5"/>
                </a:lnTo>
                <a:lnTo>
                  <a:pt x="8" y="4"/>
                </a:lnTo>
                <a:lnTo>
                  <a:pt x="8" y="2"/>
                </a:lnTo>
                <a:lnTo>
                  <a:pt x="5" y="0"/>
                </a:lnTo>
                <a:lnTo>
                  <a:pt x="4" y="0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3" name=""/>
          <p:cNvSpPr/>
          <p:nvPr/>
        </p:nvSpPr>
        <p:spPr>
          <a:xfrm>
            <a:off x="8183160" y="3483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4" name=""/>
          <p:cNvSpPr/>
          <p:nvPr/>
        </p:nvSpPr>
        <p:spPr>
          <a:xfrm>
            <a:off x="8278200" y="34732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5" name=""/>
          <p:cNvSpPr/>
          <p:nvPr/>
        </p:nvSpPr>
        <p:spPr>
          <a:xfrm>
            <a:off x="8186760" y="34826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0"/>
                </a:move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6" name=""/>
          <p:cNvSpPr/>
          <p:nvPr/>
        </p:nvSpPr>
        <p:spPr>
          <a:xfrm>
            <a:off x="8279640" y="3473640"/>
            <a:ext cx="360" cy="1440"/>
          </a:xfrm>
          <a:custGeom>
            <a:avLst/>
            <a:gdLst/>
            <a:ahLst/>
            <a:rect l="0" t="0" r="r" b="b"/>
            <a:pathLst>
              <a:path fill="none" w="1" h="4">
                <a:moveTo>
                  <a:pt x="0" y="4"/>
                </a:move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7" name=""/>
          <p:cNvSpPr/>
          <p:nvPr/>
        </p:nvSpPr>
        <p:spPr>
          <a:xfrm>
            <a:off x="8277120" y="347508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8" name=""/>
          <p:cNvSpPr/>
          <p:nvPr/>
        </p:nvSpPr>
        <p:spPr>
          <a:xfrm>
            <a:off x="8275680" y="347544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9" name=""/>
          <p:cNvSpPr/>
          <p:nvPr/>
        </p:nvSpPr>
        <p:spPr>
          <a:xfrm>
            <a:off x="8198640" y="3482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3"/>
                </a:move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5" y="3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0" name=""/>
          <p:cNvSpPr/>
          <p:nvPr/>
        </p:nvSpPr>
        <p:spPr>
          <a:xfrm>
            <a:off x="8182080" y="34833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4" y="1"/>
                </a:moveTo>
                <a:lnTo>
                  <a:pt x="3" y="0"/>
                </a:lnTo>
                <a:lnTo>
                  <a:pt x="1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1" y="5"/>
                </a:lnTo>
                <a:lnTo>
                  <a:pt x="3" y="5"/>
                </a:lnTo>
                <a:lnTo>
                  <a:pt x="4" y="5"/>
                </a:lnTo>
                <a:lnTo>
                  <a:pt x="5" y="5"/>
                </a:lnTo>
                <a:lnTo>
                  <a:pt x="6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1" name=""/>
          <p:cNvSpPr/>
          <p:nvPr/>
        </p:nvSpPr>
        <p:spPr>
          <a:xfrm>
            <a:off x="8274240" y="34747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5"/>
                </a:move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2" name=""/>
          <p:cNvSpPr/>
          <p:nvPr/>
        </p:nvSpPr>
        <p:spPr>
          <a:xfrm>
            <a:off x="8273520" y="34750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1"/>
                </a:lnTo>
                <a:lnTo>
                  <a:pt x="2" y="3"/>
                </a:lnTo>
                <a:lnTo>
                  <a:pt x="3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3" name=""/>
          <p:cNvSpPr/>
          <p:nvPr/>
        </p:nvSpPr>
        <p:spPr>
          <a:xfrm>
            <a:off x="8180280" y="3484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2"/>
                </a:lnTo>
                <a:lnTo>
                  <a:pt x="0" y="3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4" name=""/>
          <p:cNvSpPr/>
          <p:nvPr/>
        </p:nvSpPr>
        <p:spPr>
          <a:xfrm>
            <a:off x="8277120" y="347544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0" y="2"/>
                </a:move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6" y="2"/>
                </a:lnTo>
                <a:lnTo>
                  <a:pt x="8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5" name=""/>
          <p:cNvSpPr/>
          <p:nvPr/>
        </p:nvSpPr>
        <p:spPr>
          <a:xfrm>
            <a:off x="8274600" y="3476160"/>
            <a:ext cx="1800" cy="0"/>
          </a:xfrm>
          <a:custGeom>
            <a:avLst/>
            <a:gdLst/>
            <a:ahLst/>
            <a:rect l="0" t="0" r="r" b="b"/>
            <a:pathLst>
              <a:path fill="none" w="5" h="0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6" name=""/>
          <p:cNvSpPr/>
          <p:nvPr/>
        </p:nvSpPr>
        <p:spPr>
          <a:xfrm>
            <a:off x="8178840" y="3485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0" y="1"/>
                </a:lnTo>
                <a:lnTo>
                  <a:pt x="0" y="3"/>
                </a:lnTo>
                <a:lnTo>
                  <a:pt x="1" y="4"/>
                </a:lnTo>
                <a:lnTo>
                  <a:pt x="4" y="3"/>
                </a:lnTo>
                <a:lnTo>
                  <a:pt x="4" y="1"/>
                </a:lnTo>
                <a:lnTo>
                  <a:pt x="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7" name=""/>
          <p:cNvSpPr/>
          <p:nvPr/>
        </p:nvSpPr>
        <p:spPr>
          <a:xfrm>
            <a:off x="8196120" y="34840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0" y="0"/>
                </a:moveTo>
                <a:lnTo>
                  <a:pt x="0" y="2"/>
                </a:lnTo>
                <a:lnTo>
                  <a:pt x="2" y="3"/>
                </a:lnTo>
                <a:lnTo>
                  <a:pt x="3" y="5"/>
                </a:lnTo>
                <a:lnTo>
                  <a:pt x="4" y="5"/>
                </a:lnTo>
                <a:lnTo>
                  <a:pt x="5" y="5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4" y="0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8" name=""/>
          <p:cNvSpPr/>
          <p:nvPr/>
        </p:nvSpPr>
        <p:spPr>
          <a:xfrm>
            <a:off x="8178120" y="34866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0"/>
                </a:move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  <a:lnTo>
                  <a:pt x="2" y="5"/>
                </a:lnTo>
                <a:lnTo>
                  <a:pt x="4" y="5"/>
                </a:lnTo>
                <a:lnTo>
                  <a:pt x="6" y="4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9" name=""/>
          <p:cNvSpPr/>
          <p:nvPr/>
        </p:nvSpPr>
        <p:spPr>
          <a:xfrm>
            <a:off x="8195040" y="3485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2"/>
                </a:moveTo>
                <a:lnTo>
                  <a:pt x="0" y="3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4" y="3"/>
                </a:lnTo>
                <a:lnTo>
                  <a:pt x="4" y="2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0" name=""/>
          <p:cNvSpPr/>
          <p:nvPr/>
        </p:nvSpPr>
        <p:spPr>
          <a:xfrm>
            <a:off x="8193240" y="34866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0" y="2"/>
                </a:moveTo>
                <a:lnTo>
                  <a:pt x="0" y="3"/>
                </a:lnTo>
                <a:lnTo>
                  <a:pt x="0" y="4"/>
                </a:lnTo>
                <a:lnTo>
                  <a:pt x="1" y="6"/>
                </a:lnTo>
                <a:lnTo>
                  <a:pt x="2" y="6"/>
                </a:lnTo>
                <a:lnTo>
                  <a:pt x="4" y="6"/>
                </a:lnTo>
                <a:lnTo>
                  <a:pt x="4" y="4"/>
                </a:lnTo>
                <a:lnTo>
                  <a:pt x="5" y="3"/>
                </a:lnTo>
                <a:lnTo>
                  <a:pt x="5" y="2"/>
                </a:lnTo>
                <a:lnTo>
                  <a:pt x="4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1" name=""/>
          <p:cNvSpPr/>
          <p:nvPr/>
        </p:nvSpPr>
        <p:spPr>
          <a:xfrm>
            <a:off x="8349120" y="3470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3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2" name=""/>
          <p:cNvSpPr/>
          <p:nvPr/>
        </p:nvSpPr>
        <p:spPr>
          <a:xfrm>
            <a:off x="8345520" y="347184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4" y="0"/>
                </a:move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7"/>
                </a:lnTo>
                <a:lnTo>
                  <a:pt x="0" y="6"/>
                </a:ln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3" name=""/>
          <p:cNvSpPr/>
          <p:nvPr/>
        </p:nvSpPr>
        <p:spPr>
          <a:xfrm>
            <a:off x="8188200" y="3489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4"/>
                </a:moveTo>
                <a:lnTo>
                  <a:pt x="5" y="3"/>
                </a:lnTo>
                <a:lnTo>
                  <a:pt x="5" y="1"/>
                </a:lnTo>
                <a:lnTo>
                  <a:pt x="4" y="0"/>
                </a:ln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  <a:lnTo>
                  <a:pt x="1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4" name=""/>
          <p:cNvSpPr/>
          <p:nvPr/>
        </p:nvSpPr>
        <p:spPr>
          <a:xfrm>
            <a:off x="8354520" y="3473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1"/>
                </a:lnTo>
                <a:lnTo>
                  <a:pt x="2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5" name=""/>
          <p:cNvSpPr/>
          <p:nvPr/>
        </p:nvSpPr>
        <p:spPr>
          <a:xfrm>
            <a:off x="8354160" y="347400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6" name=""/>
          <p:cNvSpPr/>
          <p:nvPr/>
        </p:nvSpPr>
        <p:spPr>
          <a:xfrm>
            <a:off x="8185320" y="34912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0"/>
                </a:moveTo>
                <a:lnTo>
                  <a:pt x="0" y="1"/>
                </a:lnTo>
                <a:lnTo>
                  <a:pt x="0" y="2"/>
                </a:lnTo>
                <a:lnTo>
                  <a:pt x="1" y="4"/>
                </a:lnTo>
                <a:lnTo>
                  <a:pt x="3" y="5"/>
                </a:lnTo>
                <a:lnTo>
                  <a:pt x="4" y="4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7" name=""/>
          <p:cNvSpPr/>
          <p:nvPr/>
        </p:nvSpPr>
        <p:spPr>
          <a:xfrm>
            <a:off x="8356320" y="34736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5" y="1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8" name=""/>
          <p:cNvSpPr/>
          <p:nvPr/>
        </p:nvSpPr>
        <p:spPr>
          <a:xfrm>
            <a:off x="8177760" y="34930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0" y="2"/>
                </a:lnTo>
                <a:lnTo>
                  <a:pt x="1" y="4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5" y="2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9" name=""/>
          <p:cNvSpPr/>
          <p:nvPr/>
        </p:nvSpPr>
        <p:spPr>
          <a:xfrm>
            <a:off x="8360280" y="3474720"/>
            <a:ext cx="720" cy="720"/>
          </a:xfrm>
          <a:prstGeom prst="line">
            <a:avLst/>
          </a:prstGeom>
          <a:ln w="7920">
            <a:solidFill>
              <a:srgbClr val="4D4D4D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0" name=""/>
          <p:cNvSpPr/>
          <p:nvPr/>
        </p:nvSpPr>
        <p:spPr>
          <a:xfrm>
            <a:off x="8301960" y="3476520"/>
            <a:ext cx="5040" cy="6120"/>
          </a:xfrm>
          <a:custGeom>
            <a:avLst/>
            <a:gdLst/>
            <a:ahLst/>
            <a:rect l="0" t="0" r="r" b="b"/>
            <a:pathLst>
              <a:path fill="none" w="14" h="17">
                <a:moveTo>
                  <a:pt x="2" y="17"/>
                </a:moveTo>
                <a:lnTo>
                  <a:pt x="0" y="14"/>
                </a:lnTo>
                <a:lnTo>
                  <a:pt x="0" y="13"/>
                </a:lnTo>
                <a:lnTo>
                  <a:pt x="0" y="9"/>
                </a:lnTo>
                <a:lnTo>
                  <a:pt x="0" y="8"/>
                </a:lnTo>
                <a:lnTo>
                  <a:pt x="2" y="5"/>
                </a:lnTo>
                <a:lnTo>
                  <a:pt x="3" y="4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11" y="0"/>
                </a:lnTo>
                <a:lnTo>
                  <a:pt x="12" y="0"/>
                </a:lnTo>
                <a:lnTo>
                  <a:pt x="14" y="1"/>
                </a:lnTo>
                <a:lnTo>
                  <a:pt x="12" y="3"/>
                </a:lnTo>
                <a:lnTo>
                  <a:pt x="11" y="7"/>
                </a:lnTo>
                <a:lnTo>
                  <a:pt x="10" y="9"/>
                </a:lnTo>
                <a:lnTo>
                  <a:pt x="10" y="12"/>
                </a:lnTo>
                <a:lnTo>
                  <a:pt x="10" y="1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2160" rIns="39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1" name=""/>
          <p:cNvSpPr/>
          <p:nvPr/>
        </p:nvSpPr>
        <p:spPr>
          <a:xfrm>
            <a:off x="8359560" y="3475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2" y="2"/>
                </a:lnTo>
                <a:lnTo>
                  <a:pt x="4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2" name=""/>
          <p:cNvSpPr/>
          <p:nvPr/>
        </p:nvSpPr>
        <p:spPr>
          <a:xfrm>
            <a:off x="8303040" y="3478320"/>
            <a:ext cx="2160" cy="5760"/>
          </a:xfrm>
          <a:custGeom>
            <a:avLst/>
            <a:gdLst/>
            <a:ahLst/>
            <a:rect l="0" t="0" r="r" b="b"/>
            <a:pathLst>
              <a:path fill="none" w="6" h="16">
                <a:moveTo>
                  <a:pt x="1" y="11"/>
                </a:moveTo>
                <a:lnTo>
                  <a:pt x="0" y="6"/>
                </a:lnTo>
                <a:lnTo>
                  <a:pt x="0" y="2"/>
                </a:lnTo>
                <a:lnTo>
                  <a:pt x="0" y="1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5" y="2"/>
                </a:lnTo>
                <a:lnTo>
                  <a:pt x="5" y="3"/>
                </a:lnTo>
                <a:lnTo>
                  <a:pt x="5" y="6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lnTo>
                  <a:pt x="4" y="10"/>
                </a:lnTo>
                <a:lnTo>
                  <a:pt x="4" y="11"/>
                </a:lnTo>
                <a:lnTo>
                  <a:pt x="5" y="12"/>
                </a:lnTo>
                <a:lnTo>
                  <a:pt x="5" y="13"/>
                </a:lnTo>
                <a:lnTo>
                  <a:pt x="5" y="14"/>
                </a:lnTo>
                <a:lnTo>
                  <a:pt x="5" y="15"/>
                </a:lnTo>
                <a:lnTo>
                  <a:pt x="5" y="16"/>
                </a:lnTo>
                <a:lnTo>
                  <a:pt x="4" y="15"/>
                </a:lnTo>
                <a:lnTo>
                  <a:pt x="3" y="15"/>
                </a:lnTo>
                <a:lnTo>
                  <a:pt x="3" y="13"/>
                </a:lnTo>
                <a:lnTo>
                  <a:pt x="1" y="1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1800" rIns="39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3" name=""/>
          <p:cNvSpPr/>
          <p:nvPr/>
        </p:nvSpPr>
        <p:spPr>
          <a:xfrm>
            <a:off x="8179560" y="3495240"/>
            <a:ext cx="2880" cy="3240"/>
          </a:xfrm>
          <a:custGeom>
            <a:avLst/>
            <a:gdLst/>
            <a:ahLst/>
            <a:rect l="0" t="0" r="r" b="b"/>
            <a:pathLst>
              <a:path fill="none" w="8" h="9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1" y="6"/>
                </a:lnTo>
                <a:lnTo>
                  <a:pt x="1" y="7"/>
                </a:lnTo>
                <a:lnTo>
                  <a:pt x="2" y="8"/>
                </a:lnTo>
                <a:lnTo>
                  <a:pt x="3" y="9"/>
                </a:lnTo>
                <a:lnTo>
                  <a:pt x="4" y="9"/>
                </a:lnTo>
                <a:lnTo>
                  <a:pt x="6" y="9"/>
                </a:lnTo>
                <a:lnTo>
                  <a:pt x="7" y="8"/>
                </a:lnTo>
                <a:lnTo>
                  <a:pt x="8" y="8"/>
                </a:lnTo>
                <a:lnTo>
                  <a:pt x="8" y="7"/>
                </a:lnTo>
                <a:lnTo>
                  <a:pt x="8" y="6"/>
                </a:lnTo>
                <a:lnTo>
                  <a:pt x="7" y="5"/>
                </a:lnTo>
                <a:lnTo>
                  <a:pt x="6" y="3"/>
                </a:lnTo>
                <a:lnTo>
                  <a:pt x="4" y="2"/>
                </a:lnTo>
                <a:lnTo>
                  <a:pt x="4" y="1"/>
                </a:ln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720" rIns="39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4" name=""/>
          <p:cNvSpPr/>
          <p:nvPr/>
        </p:nvSpPr>
        <p:spPr>
          <a:xfrm>
            <a:off x="8302320" y="3481560"/>
            <a:ext cx="3240" cy="4680"/>
          </a:xfrm>
          <a:custGeom>
            <a:avLst/>
            <a:gdLst/>
            <a:ahLst/>
            <a:rect l="0" t="0" r="r" b="b"/>
            <a:pathLst>
              <a:path fill="none" w="9" h="13">
                <a:moveTo>
                  <a:pt x="9" y="0"/>
                </a:moveTo>
                <a:lnTo>
                  <a:pt x="9" y="2"/>
                </a:lnTo>
                <a:lnTo>
                  <a:pt x="9" y="4"/>
                </a:lnTo>
                <a:lnTo>
                  <a:pt x="9" y="5"/>
                </a:lnTo>
                <a:lnTo>
                  <a:pt x="8" y="8"/>
                </a:lnTo>
                <a:lnTo>
                  <a:pt x="6" y="12"/>
                </a:lnTo>
                <a:lnTo>
                  <a:pt x="8" y="13"/>
                </a:lnTo>
                <a:lnTo>
                  <a:pt x="5" y="13"/>
                </a:lnTo>
                <a:lnTo>
                  <a:pt x="4" y="13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6"/>
                </a:lnTo>
                <a:lnTo>
                  <a:pt x="1" y="5"/>
                </a:lnTo>
                <a:lnTo>
                  <a:pt x="0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720" rIns="39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5" name=""/>
          <p:cNvSpPr/>
          <p:nvPr/>
        </p:nvSpPr>
        <p:spPr>
          <a:xfrm>
            <a:off x="8083080" y="35056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0"/>
                </a:move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7" y="2"/>
                </a:lnTo>
                <a:lnTo>
                  <a:pt x="7" y="3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3"/>
                </a:lnTo>
                <a:lnTo>
                  <a:pt x="1" y="2"/>
                </a:lnTo>
                <a:lnTo>
                  <a:pt x="0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6" name=""/>
          <p:cNvSpPr/>
          <p:nvPr/>
        </p:nvSpPr>
        <p:spPr>
          <a:xfrm>
            <a:off x="8079840" y="35071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5" y="3"/>
                </a:moveTo>
                <a:lnTo>
                  <a:pt x="4" y="3"/>
                </a:lnTo>
                <a:lnTo>
                  <a:pt x="3" y="5"/>
                </a:ln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7" name=""/>
          <p:cNvSpPr/>
          <p:nvPr/>
        </p:nvSpPr>
        <p:spPr>
          <a:xfrm>
            <a:off x="8082000" y="3507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8" name=""/>
          <p:cNvSpPr/>
          <p:nvPr/>
        </p:nvSpPr>
        <p:spPr>
          <a:xfrm>
            <a:off x="8083080" y="35074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9" name=""/>
          <p:cNvSpPr/>
          <p:nvPr/>
        </p:nvSpPr>
        <p:spPr>
          <a:xfrm>
            <a:off x="8076960" y="35089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2"/>
                </a:moveTo>
                <a:lnTo>
                  <a:pt x="3" y="0"/>
                </a:lnTo>
                <a:lnTo>
                  <a:pt x="3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0" name=""/>
          <p:cNvSpPr/>
          <p:nvPr/>
        </p:nvSpPr>
        <p:spPr>
          <a:xfrm>
            <a:off x="8078400" y="3508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1" name=""/>
          <p:cNvSpPr/>
          <p:nvPr/>
        </p:nvSpPr>
        <p:spPr>
          <a:xfrm>
            <a:off x="8076240" y="351000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2" name=""/>
          <p:cNvSpPr/>
          <p:nvPr/>
        </p:nvSpPr>
        <p:spPr>
          <a:xfrm>
            <a:off x="8076600" y="3510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3" name=""/>
          <p:cNvSpPr/>
          <p:nvPr/>
        </p:nvSpPr>
        <p:spPr>
          <a:xfrm>
            <a:off x="8327520" y="3487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4" name=""/>
          <p:cNvSpPr/>
          <p:nvPr/>
        </p:nvSpPr>
        <p:spPr>
          <a:xfrm>
            <a:off x="8072640" y="35136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5" name=""/>
          <p:cNvSpPr/>
          <p:nvPr/>
        </p:nvSpPr>
        <p:spPr>
          <a:xfrm>
            <a:off x="8072640" y="3513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6" name=""/>
          <p:cNvSpPr/>
          <p:nvPr/>
        </p:nvSpPr>
        <p:spPr>
          <a:xfrm>
            <a:off x="8073720" y="35125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0"/>
                </a:move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7" name=""/>
          <p:cNvSpPr/>
          <p:nvPr/>
        </p:nvSpPr>
        <p:spPr>
          <a:xfrm>
            <a:off x="8072640" y="3515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8" name=""/>
          <p:cNvSpPr/>
          <p:nvPr/>
        </p:nvSpPr>
        <p:spPr>
          <a:xfrm>
            <a:off x="8071200" y="351468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4" y="6"/>
                </a:moveTo>
                <a:lnTo>
                  <a:pt x="3" y="6"/>
                </a:lnTo>
                <a:lnTo>
                  <a:pt x="2" y="7"/>
                </a:lnTo>
                <a:lnTo>
                  <a:pt x="1" y="8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4" y="1"/>
                </a:lnTo>
                <a:lnTo>
                  <a:pt x="7" y="0"/>
                </a:lnTo>
                <a:lnTo>
                  <a:pt x="8" y="1"/>
                </a:lnTo>
                <a:lnTo>
                  <a:pt x="7" y="4"/>
                </a:lnTo>
                <a:lnTo>
                  <a:pt x="6" y="4"/>
                </a:lnTo>
                <a:lnTo>
                  <a:pt x="4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080" rIns="39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9" name=""/>
          <p:cNvSpPr/>
          <p:nvPr/>
        </p:nvSpPr>
        <p:spPr>
          <a:xfrm>
            <a:off x="8386200" y="349056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1" y="1"/>
                </a:move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8" y="3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5" y="6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0" name=""/>
          <p:cNvSpPr/>
          <p:nvPr/>
        </p:nvSpPr>
        <p:spPr>
          <a:xfrm>
            <a:off x="8272080" y="35082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1" y="0"/>
                </a:moveTo>
                <a:lnTo>
                  <a:pt x="2" y="1"/>
                </a:lnTo>
                <a:lnTo>
                  <a:pt x="3" y="2"/>
                </a:lnTo>
                <a:lnTo>
                  <a:pt x="3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3" y="6"/>
                </a:lnTo>
                <a:lnTo>
                  <a:pt x="2" y="5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1" name=""/>
          <p:cNvSpPr/>
          <p:nvPr/>
        </p:nvSpPr>
        <p:spPr>
          <a:xfrm>
            <a:off x="8271360" y="3506760"/>
            <a:ext cx="3600" cy="4320"/>
          </a:xfrm>
          <a:custGeom>
            <a:avLst/>
            <a:gdLst/>
            <a:ahLst/>
            <a:rect l="0" t="0" r="r" b="b"/>
            <a:pathLst>
              <a:path fill="none" w="10" h="12">
                <a:moveTo>
                  <a:pt x="1" y="0"/>
                </a:moveTo>
                <a:lnTo>
                  <a:pt x="0" y="2"/>
                </a:lnTo>
                <a:lnTo>
                  <a:pt x="0" y="4"/>
                </a:lnTo>
                <a:lnTo>
                  <a:pt x="0" y="5"/>
                </a:lnTo>
                <a:lnTo>
                  <a:pt x="0" y="7"/>
                </a:lnTo>
                <a:lnTo>
                  <a:pt x="1" y="8"/>
                </a:lnTo>
                <a:lnTo>
                  <a:pt x="2" y="9"/>
                </a:lnTo>
                <a:lnTo>
                  <a:pt x="3" y="10"/>
                </a:lnTo>
                <a:lnTo>
                  <a:pt x="5" y="10"/>
                </a:lnTo>
                <a:lnTo>
                  <a:pt x="7" y="12"/>
                </a:lnTo>
                <a:lnTo>
                  <a:pt x="8" y="12"/>
                </a:lnTo>
                <a:lnTo>
                  <a:pt x="9" y="12"/>
                </a:lnTo>
                <a:lnTo>
                  <a:pt x="10" y="10"/>
                </a:lnTo>
                <a:lnTo>
                  <a:pt x="10" y="8"/>
                </a:lnTo>
                <a:lnTo>
                  <a:pt x="8" y="6"/>
                </a:lnTo>
                <a:lnTo>
                  <a:pt x="7" y="4"/>
                </a:lnTo>
                <a:lnTo>
                  <a:pt x="6" y="2"/>
                </a:lnTo>
                <a:lnTo>
                  <a:pt x="3" y="1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60" rIns="39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2" name=""/>
          <p:cNvSpPr/>
          <p:nvPr/>
        </p:nvSpPr>
        <p:spPr>
          <a:xfrm>
            <a:off x="8312040" y="3507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3" name=""/>
          <p:cNvSpPr/>
          <p:nvPr/>
        </p:nvSpPr>
        <p:spPr>
          <a:xfrm>
            <a:off x="8312040" y="350784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1"/>
                </a:move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4" name=""/>
          <p:cNvSpPr/>
          <p:nvPr/>
        </p:nvSpPr>
        <p:spPr>
          <a:xfrm>
            <a:off x="8310600" y="3507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5" name=""/>
          <p:cNvSpPr/>
          <p:nvPr/>
        </p:nvSpPr>
        <p:spPr>
          <a:xfrm>
            <a:off x="8311320" y="3508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6" name=""/>
          <p:cNvSpPr/>
          <p:nvPr/>
        </p:nvSpPr>
        <p:spPr>
          <a:xfrm>
            <a:off x="8312760" y="3507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2"/>
                </a:lnTo>
                <a:lnTo>
                  <a:pt x="3" y="2"/>
                </a:lnTo>
                <a:lnTo>
                  <a:pt x="0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7" name=""/>
          <p:cNvSpPr/>
          <p:nvPr/>
        </p:nvSpPr>
        <p:spPr>
          <a:xfrm>
            <a:off x="8311680" y="3508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8" name=""/>
          <p:cNvSpPr/>
          <p:nvPr/>
        </p:nvSpPr>
        <p:spPr>
          <a:xfrm>
            <a:off x="8310600" y="350748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9" y="0"/>
                </a:moveTo>
                <a:lnTo>
                  <a:pt x="10" y="0"/>
                </a:lnTo>
                <a:lnTo>
                  <a:pt x="11" y="1"/>
                </a:lnTo>
                <a:lnTo>
                  <a:pt x="11" y="2"/>
                </a:lnTo>
                <a:lnTo>
                  <a:pt x="10" y="4"/>
                </a:lnTo>
                <a:lnTo>
                  <a:pt x="8" y="4"/>
                </a:lnTo>
                <a:lnTo>
                  <a:pt x="6" y="4"/>
                </a:lnTo>
                <a:lnTo>
                  <a:pt x="4" y="4"/>
                </a:lnTo>
                <a:lnTo>
                  <a:pt x="2" y="6"/>
                </a:ln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9" name=""/>
          <p:cNvSpPr/>
          <p:nvPr/>
        </p:nvSpPr>
        <p:spPr>
          <a:xfrm>
            <a:off x="8353800" y="35139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0" name=""/>
          <p:cNvSpPr/>
          <p:nvPr/>
        </p:nvSpPr>
        <p:spPr>
          <a:xfrm>
            <a:off x="8353080" y="351324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5" y="0"/>
                </a:moveTo>
                <a:lnTo>
                  <a:pt x="6" y="1"/>
                </a:lnTo>
                <a:lnTo>
                  <a:pt x="7" y="2"/>
                </a:lnTo>
                <a:lnTo>
                  <a:pt x="7" y="4"/>
                </a:lnTo>
                <a:lnTo>
                  <a:pt x="6" y="5"/>
                </a:lnTo>
                <a:lnTo>
                  <a:pt x="4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1" name=""/>
          <p:cNvSpPr/>
          <p:nvPr/>
        </p:nvSpPr>
        <p:spPr>
          <a:xfrm>
            <a:off x="8373600" y="35193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1"/>
                </a:lnTo>
                <a:lnTo>
                  <a:pt x="2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2" name=""/>
          <p:cNvSpPr/>
          <p:nvPr/>
        </p:nvSpPr>
        <p:spPr>
          <a:xfrm>
            <a:off x="8372520" y="35197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0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3" name=""/>
          <p:cNvSpPr/>
          <p:nvPr/>
        </p:nvSpPr>
        <p:spPr>
          <a:xfrm>
            <a:off x="8141040" y="3546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4" name=""/>
          <p:cNvSpPr/>
          <p:nvPr/>
        </p:nvSpPr>
        <p:spPr>
          <a:xfrm>
            <a:off x="8135280" y="3546000"/>
            <a:ext cx="7560" cy="4680"/>
          </a:xfrm>
          <a:custGeom>
            <a:avLst/>
            <a:gdLst/>
            <a:ahLst/>
            <a:rect l="0" t="0" r="r" b="b"/>
            <a:pathLst>
              <a:path fill="none" w="21" h="13">
                <a:moveTo>
                  <a:pt x="15" y="2"/>
                </a:moveTo>
                <a:lnTo>
                  <a:pt x="14" y="2"/>
                </a:lnTo>
                <a:lnTo>
                  <a:pt x="13" y="3"/>
                </a:lnTo>
                <a:lnTo>
                  <a:pt x="9" y="4"/>
                </a:lnTo>
                <a:lnTo>
                  <a:pt x="7" y="5"/>
                </a:lnTo>
                <a:lnTo>
                  <a:pt x="4" y="6"/>
                </a:lnTo>
                <a:lnTo>
                  <a:pt x="1" y="7"/>
                </a:lnTo>
                <a:lnTo>
                  <a:pt x="1" y="9"/>
                </a:lnTo>
                <a:lnTo>
                  <a:pt x="0" y="11"/>
                </a:lnTo>
                <a:lnTo>
                  <a:pt x="1" y="12"/>
                </a:lnTo>
                <a:lnTo>
                  <a:pt x="2" y="13"/>
                </a:lnTo>
                <a:lnTo>
                  <a:pt x="5" y="13"/>
                </a:lnTo>
                <a:lnTo>
                  <a:pt x="7" y="12"/>
                </a:lnTo>
                <a:lnTo>
                  <a:pt x="8" y="11"/>
                </a:lnTo>
                <a:lnTo>
                  <a:pt x="10" y="11"/>
                </a:lnTo>
                <a:lnTo>
                  <a:pt x="12" y="10"/>
                </a:lnTo>
                <a:lnTo>
                  <a:pt x="13" y="9"/>
                </a:lnTo>
                <a:lnTo>
                  <a:pt x="15" y="6"/>
                </a:lnTo>
                <a:lnTo>
                  <a:pt x="17" y="5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1" y="3"/>
                </a:lnTo>
                <a:lnTo>
                  <a:pt x="21" y="2"/>
                </a:lnTo>
                <a:lnTo>
                  <a:pt x="20" y="1"/>
                </a:lnTo>
                <a:lnTo>
                  <a:pt x="19" y="0"/>
                </a:lnTo>
                <a:lnTo>
                  <a:pt x="18" y="0"/>
                </a:lnTo>
                <a:lnTo>
                  <a:pt x="16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720" rIns="39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5" name=""/>
          <p:cNvSpPr/>
          <p:nvPr/>
        </p:nvSpPr>
        <p:spPr>
          <a:xfrm>
            <a:off x="8035920" y="3559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0"/>
                </a:moveTo>
                <a:lnTo>
                  <a:pt x="4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6" name=""/>
          <p:cNvSpPr/>
          <p:nvPr/>
        </p:nvSpPr>
        <p:spPr>
          <a:xfrm>
            <a:off x="8073720" y="3558960"/>
            <a:ext cx="360" cy="0"/>
          </a:xfrm>
          <a:prstGeom prst="line">
            <a:avLst/>
          </a:prstGeom>
          <a:ln w="7920">
            <a:solidFill>
              <a:srgbClr val="4D4D4D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7" name=""/>
          <p:cNvSpPr/>
          <p:nvPr/>
        </p:nvSpPr>
        <p:spPr>
          <a:xfrm>
            <a:off x="8341200" y="35326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2" y="3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8" name=""/>
          <p:cNvSpPr/>
          <p:nvPr/>
        </p:nvSpPr>
        <p:spPr>
          <a:xfrm>
            <a:off x="8075520" y="3558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9" name=""/>
          <p:cNvSpPr/>
          <p:nvPr/>
        </p:nvSpPr>
        <p:spPr>
          <a:xfrm>
            <a:off x="8341560" y="35326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4" y="0"/>
                </a:moveTo>
                <a:lnTo>
                  <a:pt x="5" y="0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6" y="7"/>
                </a:lnTo>
                <a:lnTo>
                  <a:pt x="5" y="7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0" name=""/>
          <p:cNvSpPr/>
          <p:nvPr/>
        </p:nvSpPr>
        <p:spPr>
          <a:xfrm>
            <a:off x="8340840" y="353412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1" name=""/>
          <p:cNvSpPr/>
          <p:nvPr/>
        </p:nvSpPr>
        <p:spPr>
          <a:xfrm>
            <a:off x="8026560" y="3563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2"/>
                </a:moveTo>
                <a:lnTo>
                  <a:pt x="1" y="2"/>
                </a:lnTo>
                <a:lnTo>
                  <a:pt x="4" y="0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2" name=""/>
          <p:cNvSpPr/>
          <p:nvPr/>
        </p:nvSpPr>
        <p:spPr>
          <a:xfrm>
            <a:off x="8071920" y="3558240"/>
            <a:ext cx="5040" cy="2520"/>
          </a:xfrm>
          <a:custGeom>
            <a:avLst/>
            <a:gdLst/>
            <a:ahLst/>
            <a:rect l="0" t="0" r="r" b="b"/>
            <a:pathLst>
              <a:path fill="none" w="14" h="7">
                <a:moveTo>
                  <a:pt x="1" y="1"/>
                </a:move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lnTo>
                  <a:pt x="8" y="1"/>
                </a:lnTo>
                <a:lnTo>
                  <a:pt x="12" y="1"/>
                </a:lnTo>
                <a:lnTo>
                  <a:pt x="13" y="2"/>
                </a:lnTo>
                <a:lnTo>
                  <a:pt x="14" y="3"/>
                </a:lnTo>
                <a:lnTo>
                  <a:pt x="14" y="5"/>
                </a:lnTo>
                <a:lnTo>
                  <a:pt x="12" y="6"/>
                </a:lnTo>
                <a:lnTo>
                  <a:pt x="11" y="7"/>
                </a:lnTo>
                <a:lnTo>
                  <a:pt x="9" y="7"/>
                </a:lnTo>
                <a:lnTo>
                  <a:pt x="7" y="7"/>
                </a:lnTo>
                <a:lnTo>
                  <a:pt x="5" y="7"/>
                </a:lnTo>
                <a:lnTo>
                  <a:pt x="3" y="5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3" name=""/>
          <p:cNvSpPr/>
          <p:nvPr/>
        </p:nvSpPr>
        <p:spPr>
          <a:xfrm>
            <a:off x="8341200" y="35344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0"/>
                </a:move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4" name=""/>
          <p:cNvSpPr/>
          <p:nvPr/>
        </p:nvSpPr>
        <p:spPr>
          <a:xfrm>
            <a:off x="8028000" y="3565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5" name=""/>
          <p:cNvSpPr/>
          <p:nvPr/>
        </p:nvSpPr>
        <p:spPr>
          <a:xfrm>
            <a:off x="8027280" y="35643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0" y="4"/>
                </a:moveTo>
                <a:lnTo>
                  <a:pt x="0" y="5"/>
                </a:lnTo>
                <a:lnTo>
                  <a:pt x="0" y="7"/>
                </a:lnTo>
                <a:lnTo>
                  <a:pt x="1" y="5"/>
                </a:lnTo>
                <a:lnTo>
                  <a:pt x="2" y="7"/>
                </a:lnTo>
                <a:lnTo>
                  <a:pt x="3" y="7"/>
                </a:lnTo>
                <a:lnTo>
                  <a:pt x="4" y="5"/>
                </a:lnTo>
                <a:lnTo>
                  <a:pt x="6" y="4"/>
                </a:lnTo>
                <a:lnTo>
                  <a:pt x="6" y="3"/>
                </a:lnTo>
                <a:lnTo>
                  <a:pt x="4" y="2"/>
                </a:lnTo>
                <a:lnTo>
                  <a:pt x="4" y="0"/>
                </a:lnTo>
                <a:lnTo>
                  <a:pt x="3" y="0"/>
                </a:lnTo>
                <a:lnTo>
                  <a:pt x="2" y="0"/>
                </a:lnTo>
                <a:lnTo>
                  <a:pt x="1" y="2"/>
                </a:lnTo>
                <a:lnTo>
                  <a:pt x="0" y="3"/>
                </a:lnTo>
                <a:lnTo>
                  <a:pt x="0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6" name=""/>
          <p:cNvSpPr/>
          <p:nvPr/>
        </p:nvSpPr>
        <p:spPr>
          <a:xfrm>
            <a:off x="8213040" y="354924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4" y="5"/>
                </a:move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2" y="2"/>
                </a:lnTo>
                <a:lnTo>
                  <a:pt x="4" y="2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4"/>
                </a:lnTo>
                <a:lnTo>
                  <a:pt x="5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7" name=""/>
          <p:cNvSpPr/>
          <p:nvPr/>
        </p:nvSpPr>
        <p:spPr>
          <a:xfrm>
            <a:off x="8022600" y="3564360"/>
            <a:ext cx="2520" cy="3600"/>
          </a:xfrm>
          <a:custGeom>
            <a:avLst/>
            <a:gdLst/>
            <a:ahLst/>
            <a:rect l="0" t="0" r="r" b="b"/>
            <a:pathLst>
              <a:path fill="none" w="7" h="10">
                <a:moveTo>
                  <a:pt x="0" y="7"/>
                </a:move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3" y="3"/>
                </a:lnTo>
                <a:lnTo>
                  <a:pt x="4" y="2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  <a:lnTo>
                  <a:pt x="6" y="3"/>
                </a:lnTo>
                <a:lnTo>
                  <a:pt x="5" y="4"/>
                </a:lnTo>
                <a:lnTo>
                  <a:pt x="4" y="5"/>
                </a:lnTo>
                <a:lnTo>
                  <a:pt x="4" y="6"/>
                </a:lnTo>
                <a:lnTo>
                  <a:pt x="4" y="8"/>
                </a:lnTo>
                <a:lnTo>
                  <a:pt x="4" y="10"/>
                </a:lnTo>
                <a:lnTo>
                  <a:pt x="3" y="8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" rIns="39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8" name=""/>
          <p:cNvSpPr/>
          <p:nvPr/>
        </p:nvSpPr>
        <p:spPr>
          <a:xfrm>
            <a:off x="8162640" y="35535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1"/>
                </a:moveTo>
                <a:lnTo>
                  <a:pt x="5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3"/>
                </a:lnTo>
                <a:lnTo>
                  <a:pt x="1" y="4"/>
                </a:lnTo>
                <a:lnTo>
                  <a:pt x="3" y="5"/>
                </a:lnTo>
                <a:lnTo>
                  <a:pt x="5" y="6"/>
                </a:lnTo>
                <a:lnTo>
                  <a:pt x="6" y="6"/>
                </a:lnTo>
                <a:lnTo>
                  <a:pt x="6" y="7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9" name=""/>
          <p:cNvSpPr/>
          <p:nvPr/>
        </p:nvSpPr>
        <p:spPr>
          <a:xfrm>
            <a:off x="8156880" y="355428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7" y="0"/>
                </a:moveTo>
                <a:lnTo>
                  <a:pt x="6" y="0"/>
                </a:lnTo>
                <a:lnTo>
                  <a:pt x="4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3" y="6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6" y="4"/>
                </a:lnTo>
                <a:lnTo>
                  <a:pt x="7" y="3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9" y="1"/>
                </a:lnTo>
                <a:lnTo>
                  <a:pt x="8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0" name=""/>
          <p:cNvSpPr/>
          <p:nvPr/>
        </p:nvSpPr>
        <p:spPr>
          <a:xfrm>
            <a:off x="8051040" y="3565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1" name=""/>
          <p:cNvSpPr/>
          <p:nvPr/>
        </p:nvSpPr>
        <p:spPr>
          <a:xfrm>
            <a:off x="8161560" y="35557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1"/>
                </a:move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2" name=""/>
          <p:cNvSpPr/>
          <p:nvPr/>
        </p:nvSpPr>
        <p:spPr>
          <a:xfrm>
            <a:off x="8024040" y="356652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1" y="2"/>
                </a:moveTo>
                <a:lnTo>
                  <a:pt x="2" y="2"/>
                </a:lnTo>
                <a:lnTo>
                  <a:pt x="4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2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3" name=""/>
          <p:cNvSpPr/>
          <p:nvPr/>
        </p:nvSpPr>
        <p:spPr>
          <a:xfrm>
            <a:off x="8162640" y="3555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4" name=""/>
          <p:cNvSpPr/>
          <p:nvPr/>
        </p:nvSpPr>
        <p:spPr>
          <a:xfrm>
            <a:off x="8211600" y="3548520"/>
            <a:ext cx="5400" cy="4320"/>
          </a:xfrm>
          <a:custGeom>
            <a:avLst/>
            <a:gdLst/>
            <a:ahLst/>
            <a:rect l="0" t="0" r="r" b="b"/>
            <a:pathLst>
              <a:path fill="none" w="15" h="12">
                <a:moveTo>
                  <a:pt x="1" y="12"/>
                </a:moveTo>
                <a:lnTo>
                  <a:pt x="1" y="11"/>
                </a:lnTo>
                <a:lnTo>
                  <a:pt x="0" y="11"/>
                </a:lnTo>
                <a:lnTo>
                  <a:pt x="1" y="9"/>
                </a:lnTo>
                <a:lnTo>
                  <a:pt x="2" y="7"/>
                </a:lnTo>
                <a:lnTo>
                  <a:pt x="4" y="3"/>
                </a:lnTo>
                <a:lnTo>
                  <a:pt x="6" y="1"/>
                </a:lnTo>
                <a:lnTo>
                  <a:pt x="10" y="0"/>
                </a:lnTo>
                <a:lnTo>
                  <a:pt x="11" y="0"/>
                </a:lnTo>
                <a:lnTo>
                  <a:pt x="13" y="1"/>
                </a:lnTo>
                <a:lnTo>
                  <a:pt x="14" y="1"/>
                </a:lnTo>
                <a:lnTo>
                  <a:pt x="15" y="2"/>
                </a:lnTo>
                <a:lnTo>
                  <a:pt x="15" y="4"/>
                </a:lnTo>
                <a:lnTo>
                  <a:pt x="11" y="7"/>
                </a:lnTo>
                <a:lnTo>
                  <a:pt x="10" y="7"/>
                </a:lnTo>
                <a:lnTo>
                  <a:pt x="9" y="8"/>
                </a:lnTo>
                <a:lnTo>
                  <a:pt x="7" y="9"/>
                </a:lnTo>
                <a:lnTo>
                  <a:pt x="6" y="9"/>
                </a:lnTo>
                <a:lnTo>
                  <a:pt x="5" y="10"/>
                </a:lnTo>
                <a:lnTo>
                  <a:pt x="3" y="11"/>
                </a:lnTo>
                <a:lnTo>
                  <a:pt x="3" y="12"/>
                </a:lnTo>
                <a:lnTo>
                  <a:pt x="2" y="1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60" rIns="39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5" name=""/>
          <p:cNvSpPr/>
          <p:nvPr/>
        </p:nvSpPr>
        <p:spPr>
          <a:xfrm>
            <a:off x="8163360" y="3556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6" name=""/>
          <p:cNvSpPr/>
          <p:nvPr/>
        </p:nvSpPr>
        <p:spPr>
          <a:xfrm>
            <a:off x="8057880" y="3565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7" name=""/>
          <p:cNvSpPr/>
          <p:nvPr/>
        </p:nvSpPr>
        <p:spPr>
          <a:xfrm>
            <a:off x="8052480" y="3566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8" name=""/>
          <p:cNvSpPr/>
          <p:nvPr/>
        </p:nvSpPr>
        <p:spPr>
          <a:xfrm>
            <a:off x="8053200" y="3566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9" name=""/>
          <p:cNvSpPr/>
          <p:nvPr/>
        </p:nvSpPr>
        <p:spPr>
          <a:xfrm>
            <a:off x="8050320" y="3564000"/>
            <a:ext cx="8640" cy="3600"/>
          </a:xfrm>
          <a:custGeom>
            <a:avLst/>
            <a:gdLst/>
            <a:ahLst/>
            <a:rect l="0" t="0" r="r" b="b"/>
            <a:pathLst>
              <a:path fill="none" w="24" h="10">
                <a:moveTo>
                  <a:pt x="0" y="3"/>
                </a:move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7" y="2"/>
                </a:lnTo>
                <a:lnTo>
                  <a:pt x="9" y="1"/>
                </a:lnTo>
                <a:lnTo>
                  <a:pt x="11" y="1"/>
                </a:lnTo>
                <a:lnTo>
                  <a:pt x="12" y="0"/>
                </a:lnTo>
                <a:lnTo>
                  <a:pt x="14" y="0"/>
                </a:lnTo>
                <a:lnTo>
                  <a:pt x="15" y="1"/>
                </a:lnTo>
                <a:lnTo>
                  <a:pt x="17" y="2"/>
                </a:lnTo>
                <a:lnTo>
                  <a:pt x="18" y="3"/>
                </a:lnTo>
                <a:lnTo>
                  <a:pt x="19" y="3"/>
                </a:lnTo>
                <a:lnTo>
                  <a:pt x="21" y="3"/>
                </a:lnTo>
                <a:lnTo>
                  <a:pt x="22" y="3"/>
                </a:lnTo>
                <a:lnTo>
                  <a:pt x="23" y="4"/>
                </a:lnTo>
                <a:lnTo>
                  <a:pt x="24" y="6"/>
                </a:lnTo>
                <a:lnTo>
                  <a:pt x="24" y="7"/>
                </a:lnTo>
                <a:lnTo>
                  <a:pt x="22" y="7"/>
                </a:lnTo>
                <a:lnTo>
                  <a:pt x="20" y="9"/>
                </a:lnTo>
                <a:lnTo>
                  <a:pt x="17" y="9"/>
                </a:lnTo>
                <a:lnTo>
                  <a:pt x="14" y="9"/>
                </a:lnTo>
                <a:lnTo>
                  <a:pt x="11" y="10"/>
                </a:lnTo>
                <a:lnTo>
                  <a:pt x="8" y="10"/>
                </a:lnTo>
                <a:lnTo>
                  <a:pt x="5" y="10"/>
                </a:lnTo>
                <a:lnTo>
                  <a:pt x="3" y="9"/>
                </a:lnTo>
                <a:lnTo>
                  <a:pt x="2" y="7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" rIns="39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0" name=""/>
          <p:cNvSpPr/>
          <p:nvPr/>
        </p:nvSpPr>
        <p:spPr>
          <a:xfrm>
            <a:off x="8164080" y="35571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1"/>
                </a:moveTo>
                <a:lnTo>
                  <a:pt x="2" y="1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4"/>
                </a:lnTo>
                <a:lnTo>
                  <a:pt x="3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1" name=""/>
          <p:cNvSpPr/>
          <p:nvPr/>
        </p:nvSpPr>
        <p:spPr>
          <a:xfrm>
            <a:off x="8164800" y="3557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3"/>
                </a:moveTo>
                <a:lnTo>
                  <a:pt x="2" y="5"/>
                </a:lnTo>
                <a:lnTo>
                  <a:pt x="4" y="3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2" name=""/>
          <p:cNvSpPr/>
          <p:nvPr/>
        </p:nvSpPr>
        <p:spPr>
          <a:xfrm>
            <a:off x="8164800" y="3553920"/>
            <a:ext cx="5760" cy="6840"/>
          </a:xfrm>
          <a:custGeom>
            <a:avLst/>
            <a:gdLst/>
            <a:ahLst/>
            <a:rect l="0" t="0" r="r" b="b"/>
            <a:pathLst>
              <a:path fill="none" w="16" h="19">
                <a:moveTo>
                  <a:pt x="0" y="5"/>
                </a:moveTo>
                <a:lnTo>
                  <a:pt x="1" y="6"/>
                </a:lnTo>
                <a:lnTo>
                  <a:pt x="3" y="7"/>
                </a:lnTo>
                <a:lnTo>
                  <a:pt x="4" y="8"/>
                </a:lnTo>
                <a:lnTo>
                  <a:pt x="7" y="10"/>
                </a:lnTo>
                <a:lnTo>
                  <a:pt x="10" y="13"/>
                </a:lnTo>
                <a:lnTo>
                  <a:pt x="9" y="13"/>
                </a:lnTo>
                <a:lnTo>
                  <a:pt x="6" y="13"/>
                </a:lnTo>
                <a:lnTo>
                  <a:pt x="4" y="15"/>
                </a:lnTo>
                <a:lnTo>
                  <a:pt x="3" y="16"/>
                </a:lnTo>
                <a:lnTo>
                  <a:pt x="4" y="17"/>
                </a:lnTo>
                <a:lnTo>
                  <a:pt x="6" y="18"/>
                </a:lnTo>
                <a:lnTo>
                  <a:pt x="9" y="18"/>
                </a:lnTo>
                <a:lnTo>
                  <a:pt x="11" y="19"/>
                </a:lnTo>
                <a:lnTo>
                  <a:pt x="12" y="19"/>
                </a:lnTo>
                <a:lnTo>
                  <a:pt x="13" y="18"/>
                </a:lnTo>
                <a:lnTo>
                  <a:pt x="14" y="18"/>
                </a:lnTo>
                <a:lnTo>
                  <a:pt x="16" y="16"/>
                </a:lnTo>
                <a:lnTo>
                  <a:pt x="16" y="13"/>
                </a:lnTo>
                <a:lnTo>
                  <a:pt x="14" y="10"/>
                </a:lnTo>
                <a:lnTo>
                  <a:pt x="13" y="9"/>
                </a:lnTo>
                <a:lnTo>
                  <a:pt x="11" y="7"/>
                </a:lnTo>
                <a:lnTo>
                  <a:pt x="9" y="5"/>
                </a:lnTo>
                <a:lnTo>
                  <a:pt x="7" y="4"/>
                </a:lnTo>
                <a:lnTo>
                  <a:pt x="6" y="4"/>
                </a:lnTo>
                <a:lnTo>
                  <a:pt x="5" y="3"/>
                </a:lnTo>
                <a:lnTo>
                  <a:pt x="3" y="2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2880" rIns="3960" bIns="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3" name=""/>
          <p:cNvSpPr/>
          <p:nvPr/>
        </p:nvSpPr>
        <p:spPr>
          <a:xfrm>
            <a:off x="8180640" y="3558600"/>
            <a:ext cx="4680" cy="5760"/>
          </a:xfrm>
          <a:custGeom>
            <a:avLst/>
            <a:gdLst/>
            <a:ahLst/>
            <a:rect l="0" t="0" r="r" b="b"/>
            <a:pathLst>
              <a:path fill="none" w="13" h="16">
                <a:moveTo>
                  <a:pt x="6" y="16"/>
                </a:moveTo>
                <a:lnTo>
                  <a:pt x="5" y="16"/>
                </a:lnTo>
                <a:lnTo>
                  <a:pt x="4" y="15"/>
                </a:lnTo>
                <a:lnTo>
                  <a:pt x="3" y="14"/>
                </a:lnTo>
                <a:lnTo>
                  <a:pt x="2" y="13"/>
                </a:lnTo>
                <a:lnTo>
                  <a:pt x="1" y="11"/>
                </a:lnTo>
                <a:lnTo>
                  <a:pt x="1" y="10"/>
                </a:lnTo>
                <a:lnTo>
                  <a:pt x="0" y="8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1"/>
                </a:lnTo>
                <a:lnTo>
                  <a:pt x="3" y="0"/>
                </a:lnTo>
                <a:lnTo>
                  <a:pt x="6" y="1"/>
                </a:lnTo>
                <a:lnTo>
                  <a:pt x="7" y="2"/>
                </a:lnTo>
                <a:lnTo>
                  <a:pt x="9" y="4"/>
                </a:lnTo>
                <a:lnTo>
                  <a:pt x="11" y="5"/>
                </a:lnTo>
                <a:lnTo>
                  <a:pt x="12" y="8"/>
                </a:lnTo>
                <a:lnTo>
                  <a:pt x="13" y="10"/>
                </a:lnTo>
                <a:lnTo>
                  <a:pt x="13" y="11"/>
                </a:lnTo>
                <a:lnTo>
                  <a:pt x="13" y="12"/>
                </a:lnTo>
                <a:lnTo>
                  <a:pt x="12" y="13"/>
                </a:lnTo>
                <a:lnTo>
                  <a:pt x="11" y="14"/>
                </a:lnTo>
                <a:lnTo>
                  <a:pt x="9" y="13"/>
                </a:lnTo>
                <a:lnTo>
                  <a:pt x="8" y="12"/>
                </a:lnTo>
                <a:lnTo>
                  <a:pt x="7" y="9"/>
                </a:lnTo>
                <a:lnTo>
                  <a:pt x="6" y="7"/>
                </a:lnTo>
                <a:lnTo>
                  <a:pt x="6" y="5"/>
                </a:lnTo>
                <a:lnTo>
                  <a:pt x="4" y="5"/>
                </a:lnTo>
                <a:lnTo>
                  <a:pt x="4" y="8"/>
                </a:lnTo>
                <a:lnTo>
                  <a:pt x="6" y="10"/>
                </a:lnTo>
                <a:lnTo>
                  <a:pt x="7" y="12"/>
                </a:lnTo>
                <a:lnTo>
                  <a:pt x="7" y="13"/>
                </a:lnTo>
                <a:lnTo>
                  <a:pt x="8" y="15"/>
                </a:lnTo>
                <a:lnTo>
                  <a:pt x="7" y="16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1800" rIns="39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4" name=""/>
          <p:cNvSpPr/>
          <p:nvPr/>
        </p:nvSpPr>
        <p:spPr>
          <a:xfrm>
            <a:off x="8002440" y="3582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1" y="0"/>
                </a:lnTo>
                <a:lnTo>
                  <a:pt x="0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5" name=""/>
          <p:cNvSpPr/>
          <p:nvPr/>
        </p:nvSpPr>
        <p:spPr>
          <a:xfrm>
            <a:off x="7981200" y="358200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0" y="7"/>
                </a:moveTo>
                <a:lnTo>
                  <a:pt x="0" y="6"/>
                </a:lnTo>
                <a:lnTo>
                  <a:pt x="1" y="5"/>
                </a:lnTo>
                <a:lnTo>
                  <a:pt x="2" y="3"/>
                </a:lnTo>
                <a:lnTo>
                  <a:pt x="3" y="2"/>
                </a:lnTo>
                <a:lnTo>
                  <a:pt x="4" y="0"/>
                </a:lnTo>
                <a:lnTo>
                  <a:pt x="7" y="0"/>
                </a:lnTo>
                <a:lnTo>
                  <a:pt x="10" y="0"/>
                </a:lnTo>
                <a:lnTo>
                  <a:pt x="11" y="0"/>
                </a:lnTo>
                <a:lnTo>
                  <a:pt x="10" y="3"/>
                </a:lnTo>
                <a:lnTo>
                  <a:pt x="10" y="4"/>
                </a:lnTo>
                <a:lnTo>
                  <a:pt x="8" y="6"/>
                </a:lnTo>
                <a:lnTo>
                  <a:pt x="6" y="7"/>
                </a:lnTo>
                <a:lnTo>
                  <a:pt x="4" y="7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6" name=""/>
          <p:cNvSpPr/>
          <p:nvPr/>
        </p:nvSpPr>
        <p:spPr>
          <a:xfrm>
            <a:off x="8002800" y="35827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7" name=""/>
          <p:cNvSpPr/>
          <p:nvPr/>
        </p:nvSpPr>
        <p:spPr>
          <a:xfrm>
            <a:off x="8003880" y="35827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3"/>
                </a:move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8" name=""/>
          <p:cNvSpPr/>
          <p:nvPr/>
        </p:nvSpPr>
        <p:spPr>
          <a:xfrm>
            <a:off x="8002080" y="3583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0" y="2"/>
                </a:lnTo>
                <a:lnTo>
                  <a:pt x="2" y="4"/>
                </a:lnTo>
                <a:lnTo>
                  <a:pt x="4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9" name=""/>
          <p:cNvSpPr/>
          <p:nvPr/>
        </p:nvSpPr>
        <p:spPr>
          <a:xfrm>
            <a:off x="8260560" y="35794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0" name=""/>
          <p:cNvSpPr/>
          <p:nvPr/>
        </p:nvSpPr>
        <p:spPr>
          <a:xfrm>
            <a:off x="8262000" y="3579120"/>
            <a:ext cx="5760" cy="1080"/>
          </a:xfrm>
          <a:custGeom>
            <a:avLst/>
            <a:gdLst/>
            <a:ahLst/>
            <a:rect l="0" t="0" r="r" b="b"/>
            <a:pathLst>
              <a:path fill="none" w="16" h="3">
                <a:moveTo>
                  <a:pt x="2" y="2"/>
                </a:moveTo>
                <a:lnTo>
                  <a:pt x="3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9" y="2"/>
                </a:lnTo>
                <a:lnTo>
                  <a:pt x="10" y="2"/>
                </a:lnTo>
                <a:lnTo>
                  <a:pt x="12" y="2"/>
                </a:lnTo>
                <a:lnTo>
                  <a:pt x="13" y="0"/>
                </a:lnTo>
                <a:lnTo>
                  <a:pt x="14" y="0"/>
                </a:lnTo>
                <a:lnTo>
                  <a:pt x="16" y="0"/>
                </a:lnTo>
                <a:lnTo>
                  <a:pt x="15" y="2"/>
                </a:lnTo>
                <a:lnTo>
                  <a:pt x="14" y="3"/>
                </a:lnTo>
                <a:lnTo>
                  <a:pt x="13" y="3"/>
                </a:lnTo>
                <a:lnTo>
                  <a:pt x="12" y="3"/>
                </a:lnTo>
                <a:lnTo>
                  <a:pt x="10" y="3"/>
                </a:lnTo>
                <a:lnTo>
                  <a:pt x="7" y="3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1" name=""/>
          <p:cNvSpPr/>
          <p:nvPr/>
        </p:nvSpPr>
        <p:spPr>
          <a:xfrm>
            <a:off x="8257680" y="3578040"/>
            <a:ext cx="10800" cy="2880"/>
          </a:xfrm>
          <a:custGeom>
            <a:avLst/>
            <a:gdLst/>
            <a:ahLst/>
            <a:rect l="0" t="0" r="r" b="b"/>
            <a:pathLst>
              <a:path fill="none" w="30" h="8">
                <a:moveTo>
                  <a:pt x="0" y="2"/>
                </a:move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11" y="1"/>
                </a:lnTo>
                <a:lnTo>
                  <a:pt x="14" y="2"/>
                </a:lnTo>
                <a:lnTo>
                  <a:pt x="15" y="2"/>
                </a:lnTo>
                <a:lnTo>
                  <a:pt x="18" y="2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3" y="2"/>
                </a:lnTo>
                <a:lnTo>
                  <a:pt x="25" y="2"/>
                </a:lnTo>
                <a:lnTo>
                  <a:pt x="26" y="2"/>
                </a:lnTo>
                <a:lnTo>
                  <a:pt x="29" y="2"/>
                </a:lnTo>
                <a:lnTo>
                  <a:pt x="30" y="3"/>
                </a:lnTo>
                <a:lnTo>
                  <a:pt x="30" y="4"/>
                </a:lnTo>
                <a:lnTo>
                  <a:pt x="29" y="6"/>
                </a:lnTo>
                <a:lnTo>
                  <a:pt x="28" y="8"/>
                </a:lnTo>
                <a:lnTo>
                  <a:pt x="26" y="8"/>
                </a:lnTo>
                <a:lnTo>
                  <a:pt x="24" y="8"/>
                </a:lnTo>
                <a:lnTo>
                  <a:pt x="22" y="8"/>
                </a:lnTo>
                <a:lnTo>
                  <a:pt x="20" y="8"/>
                </a:lnTo>
                <a:lnTo>
                  <a:pt x="17" y="7"/>
                </a:lnTo>
                <a:lnTo>
                  <a:pt x="14" y="7"/>
                </a:lnTo>
                <a:lnTo>
                  <a:pt x="13" y="7"/>
                </a:lnTo>
                <a:lnTo>
                  <a:pt x="11" y="7"/>
                </a:lnTo>
                <a:lnTo>
                  <a:pt x="9" y="7"/>
                </a:lnTo>
                <a:lnTo>
                  <a:pt x="8" y="7"/>
                </a:lnTo>
                <a:lnTo>
                  <a:pt x="5" y="6"/>
                </a:lnTo>
                <a:lnTo>
                  <a:pt x="3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080" rIns="39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2" name=""/>
          <p:cNvSpPr/>
          <p:nvPr/>
        </p:nvSpPr>
        <p:spPr>
          <a:xfrm>
            <a:off x="7864200" y="361152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6"/>
                </a:moveTo>
                <a:lnTo>
                  <a:pt x="0" y="4"/>
                </a:lnTo>
                <a:lnTo>
                  <a:pt x="2" y="3"/>
                </a:lnTo>
                <a:lnTo>
                  <a:pt x="4" y="1"/>
                </a:lnTo>
                <a:lnTo>
                  <a:pt x="7" y="0"/>
                </a:lnTo>
                <a:lnTo>
                  <a:pt x="1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3" name=""/>
          <p:cNvSpPr/>
          <p:nvPr/>
        </p:nvSpPr>
        <p:spPr>
          <a:xfrm>
            <a:off x="8117640" y="3596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4" name=""/>
          <p:cNvSpPr/>
          <p:nvPr/>
        </p:nvSpPr>
        <p:spPr>
          <a:xfrm>
            <a:off x="8118720" y="359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5" name=""/>
          <p:cNvSpPr/>
          <p:nvPr/>
        </p:nvSpPr>
        <p:spPr>
          <a:xfrm>
            <a:off x="7864200" y="3612600"/>
            <a:ext cx="6120" cy="3240"/>
          </a:xfrm>
          <a:custGeom>
            <a:avLst/>
            <a:gdLst/>
            <a:ahLst/>
            <a:rect l="0" t="0" r="r" b="b"/>
            <a:pathLst>
              <a:path fill="none" w="17" h="9">
                <a:moveTo>
                  <a:pt x="17" y="0"/>
                </a:moveTo>
                <a:lnTo>
                  <a:pt x="17" y="2"/>
                </a:lnTo>
                <a:lnTo>
                  <a:pt x="17" y="3"/>
                </a:lnTo>
                <a:lnTo>
                  <a:pt x="14" y="6"/>
                </a:lnTo>
                <a:lnTo>
                  <a:pt x="11" y="8"/>
                </a:lnTo>
                <a:lnTo>
                  <a:pt x="7" y="9"/>
                </a:lnTo>
                <a:lnTo>
                  <a:pt x="2" y="8"/>
                </a:lnTo>
                <a:lnTo>
                  <a:pt x="0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720" rIns="39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6" name=""/>
          <p:cNvSpPr/>
          <p:nvPr/>
        </p:nvSpPr>
        <p:spPr>
          <a:xfrm>
            <a:off x="8118000" y="3600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7" name=""/>
          <p:cNvSpPr/>
          <p:nvPr/>
        </p:nvSpPr>
        <p:spPr>
          <a:xfrm>
            <a:off x="8222760" y="359280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0" y="2"/>
                </a:moveTo>
                <a:lnTo>
                  <a:pt x="2" y="2"/>
                </a:lnTo>
                <a:lnTo>
                  <a:pt x="5" y="2"/>
                </a:lnTo>
                <a:lnTo>
                  <a:pt x="6" y="0"/>
                </a:lnTo>
                <a:lnTo>
                  <a:pt x="7" y="2"/>
                </a:lnTo>
                <a:lnTo>
                  <a:pt x="8" y="2"/>
                </a:lnTo>
                <a:lnTo>
                  <a:pt x="9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8" name=""/>
          <p:cNvSpPr/>
          <p:nvPr/>
        </p:nvSpPr>
        <p:spPr>
          <a:xfrm>
            <a:off x="8222400" y="3593880"/>
            <a:ext cx="3600" cy="1440"/>
          </a:xfrm>
          <a:custGeom>
            <a:avLst/>
            <a:gdLst/>
            <a:ahLst/>
            <a:rect l="0" t="0" r="r" b="b"/>
            <a:pathLst>
              <a:path fill="none" w="10" h="4">
                <a:moveTo>
                  <a:pt x="0" y="0"/>
                </a:moveTo>
                <a:lnTo>
                  <a:pt x="1" y="2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9" name=""/>
          <p:cNvSpPr/>
          <p:nvPr/>
        </p:nvSpPr>
        <p:spPr>
          <a:xfrm>
            <a:off x="8116560" y="3605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0" name=""/>
          <p:cNvSpPr/>
          <p:nvPr/>
        </p:nvSpPr>
        <p:spPr>
          <a:xfrm>
            <a:off x="8116200" y="3605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1" name=""/>
          <p:cNvSpPr/>
          <p:nvPr/>
        </p:nvSpPr>
        <p:spPr>
          <a:xfrm>
            <a:off x="7890120" y="3620160"/>
            <a:ext cx="12240" cy="3240"/>
          </a:xfrm>
          <a:custGeom>
            <a:avLst/>
            <a:gdLst/>
            <a:ahLst/>
            <a:rect l="0" t="0" r="r" b="b"/>
            <a:pathLst>
              <a:path fill="none" w="34" h="9">
                <a:moveTo>
                  <a:pt x="0" y="9"/>
                </a:moveTo>
                <a:lnTo>
                  <a:pt x="2" y="8"/>
                </a:lnTo>
                <a:lnTo>
                  <a:pt x="5" y="5"/>
                </a:lnTo>
                <a:lnTo>
                  <a:pt x="10" y="2"/>
                </a:lnTo>
                <a:lnTo>
                  <a:pt x="17" y="0"/>
                </a:lnTo>
                <a:lnTo>
                  <a:pt x="25" y="0"/>
                </a:lnTo>
                <a:lnTo>
                  <a:pt x="31" y="1"/>
                </a:lnTo>
                <a:lnTo>
                  <a:pt x="34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720" rIns="39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2" name=""/>
          <p:cNvSpPr/>
          <p:nvPr/>
        </p:nvSpPr>
        <p:spPr>
          <a:xfrm>
            <a:off x="8213760" y="359820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0" y="2"/>
                </a:moveTo>
                <a:lnTo>
                  <a:pt x="1" y="2"/>
                </a:lnTo>
                <a:lnTo>
                  <a:pt x="4" y="2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3" name=""/>
          <p:cNvSpPr/>
          <p:nvPr/>
        </p:nvSpPr>
        <p:spPr>
          <a:xfrm>
            <a:off x="8210880" y="35989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1" y="4"/>
                </a:lnTo>
                <a:lnTo>
                  <a:pt x="3" y="2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4" name=""/>
          <p:cNvSpPr/>
          <p:nvPr/>
        </p:nvSpPr>
        <p:spPr>
          <a:xfrm>
            <a:off x="8215200" y="359784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4" y="0"/>
                </a:moveTo>
                <a:lnTo>
                  <a:pt x="6" y="0"/>
                </a:lnTo>
                <a:lnTo>
                  <a:pt x="7" y="1"/>
                </a:lnTo>
                <a:lnTo>
                  <a:pt x="7" y="2"/>
                </a:lnTo>
                <a:lnTo>
                  <a:pt x="5" y="3"/>
                </a:lnTo>
                <a:lnTo>
                  <a:pt x="3" y="5"/>
                </a:lnTo>
                <a:lnTo>
                  <a:pt x="2" y="5"/>
                </a:lnTo>
                <a:lnTo>
                  <a:pt x="0" y="6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5" name=""/>
          <p:cNvSpPr/>
          <p:nvPr/>
        </p:nvSpPr>
        <p:spPr>
          <a:xfrm>
            <a:off x="8114400" y="3608640"/>
            <a:ext cx="0" cy="360"/>
          </a:xfrm>
          <a:prstGeom prst="line">
            <a:avLst/>
          </a:prstGeom>
          <a:ln w="7920">
            <a:solidFill>
              <a:srgbClr val="4D4D4D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6" name=""/>
          <p:cNvSpPr/>
          <p:nvPr/>
        </p:nvSpPr>
        <p:spPr>
          <a:xfrm>
            <a:off x="8113680" y="3609360"/>
            <a:ext cx="360" cy="0"/>
          </a:xfrm>
          <a:prstGeom prst="line">
            <a:avLst/>
          </a:prstGeom>
          <a:ln w="7920">
            <a:solidFill>
              <a:srgbClr val="4D4D4D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7" name=""/>
          <p:cNvSpPr/>
          <p:nvPr/>
        </p:nvSpPr>
        <p:spPr>
          <a:xfrm>
            <a:off x="8208000" y="36003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8" name=""/>
          <p:cNvSpPr/>
          <p:nvPr/>
        </p:nvSpPr>
        <p:spPr>
          <a:xfrm>
            <a:off x="8210880" y="359964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10" y="0"/>
                </a:moveTo>
                <a:lnTo>
                  <a:pt x="9" y="0"/>
                </a:lnTo>
                <a:lnTo>
                  <a:pt x="7" y="1"/>
                </a:lnTo>
                <a:lnTo>
                  <a:pt x="6" y="1"/>
                </a:lnTo>
                <a:lnTo>
                  <a:pt x="2" y="4"/>
                </a:lnTo>
                <a:lnTo>
                  <a:pt x="1" y="4"/>
                </a:lnTo>
                <a:lnTo>
                  <a:pt x="0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9" name=""/>
          <p:cNvSpPr/>
          <p:nvPr/>
        </p:nvSpPr>
        <p:spPr>
          <a:xfrm>
            <a:off x="8111160" y="3596400"/>
            <a:ext cx="9000" cy="14040"/>
          </a:xfrm>
          <a:custGeom>
            <a:avLst/>
            <a:gdLst/>
            <a:ahLst/>
            <a:rect l="0" t="0" r="r" b="b"/>
            <a:pathLst>
              <a:path fill="none" w="25" h="39">
                <a:moveTo>
                  <a:pt x="3" y="35"/>
                </a:moveTo>
                <a:lnTo>
                  <a:pt x="4" y="33"/>
                </a:lnTo>
                <a:lnTo>
                  <a:pt x="6" y="31"/>
                </a:lnTo>
                <a:lnTo>
                  <a:pt x="7" y="29"/>
                </a:lnTo>
                <a:lnTo>
                  <a:pt x="9" y="27"/>
                </a:lnTo>
                <a:lnTo>
                  <a:pt x="11" y="25"/>
                </a:lnTo>
                <a:lnTo>
                  <a:pt x="13" y="22"/>
                </a:lnTo>
                <a:lnTo>
                  <a:pt x="14" y="21"/>
                </a:lnTo>
                <a:lnTo>
                  <a:pt x="15" y="22"/>
                </a:lnTo>
                <a:lnTo>
                  <a:pt x="16" y="22"/>
                </a:lnTo>
                <a:lnTo>
                  <a:pt x="15" y="25"/>
                </a:lnTo>
                <a:lnTo>
                  <a:pt x="13" y="26"/>
                </a:lnTo>
                <a:lnTo>
                  <a:pt x="12" y="28"/>
                </a:lnTo>
                <a:lnTo>
                  <a:pt x="11" y="30"/>
                </a:lnTo>
                <a:lnTo>
                  <a:pt x="10" y="31"/>
                </a:lnTo>
                <a:lnTo>
                  <a:pt x="9" y="33"/>
                </a:lnTo>
                <a:lnTo>
                  <a:pt x="8" y="35"/>
                </a:lnTo>
                <a:lnTo>
                  <a:pt x="7" y="35"/>
                </a:lnTo>
                <a:lnTo>
                  <a:pt x="6" y="36"/>
                </a:lnTo>
                <a:lnTo>
                  <a:pt x="6" y="37"/>
                </a:lnTo>
                <a:lnTo>
                  <a:pt x="5" y="38"/>
                </a:lnTo>
                <a:lnTo>
                  <a:pt x="5" y="39"/>
                </a:lnTo>
                <a:lnTo>
                  <a:pt x="7" y="38"/>
                </a:lnTo>
                <a:lnTo>
                  <a:pt x="8" y="37"/>
                </a:lnTo>
                <a:lnTo>
                  <a:pt x="11" y="35"/>
                </a:lnTo>
                <a:lnTo>
                  <a:pt x="12" y="33"/>
                </a:lnTo>
                <a:lnTo>
                  <a:pt x="14" y="31"/>
                </a:lnTo>
                <a:lnTo>
                  <a:pt x="16" y="29"/>
                </a:lnTo>
                <a:lnTo>
                  <a:pt x="17" y="27"/>
                </a:lnTo>
                <a:lnTo>
                  <a:pt x="19" y="25"/>
                </a:lnTo>
                <a:lnTo>
                  <a:pt x="20" y="22"/>
                </a:lnTo>
                <a:lnTo>
                  <a:pt x="22" y="20"/>
                </a:lnTo>
                <a:lnTo>
                  <a:pt x="23" y="18"/>
                </a:lnTo>
                <a:lnTo>
                  <a:pt x="24" y="15"/>
                </a:lnTo>
                <a:lnTo>
                  <a:pt x="25" y="13"/>
                </a:lnTo>
                <a:lnTo>
                  <a:pt x="25" y="10"/>
                </a:lnTo>
                <a:lnTo>
                  <a:pt x="24" y="7"/>
                </a:lnTo>
                <a:lnTo>
                  <a:pt x="25" y="5"/>
                </a:lnTo>
                <a:lnTo>
                  <a:pt x="24" y="3"/>
                </a:lnTo>
                <a:lnTo>
                  <a:pt x="23" y="2"/>
                </a:lnTo>
                <a:lnTo>
                  <a:pt x="22" y="1"/>
                </a:lnTo>
                <a:lnTo>
                  <a:pt x="20" y="0"/>
                </a:lnTo>
                <a:lnTo>
                  <a:pt x="18" y="0"/>
                </a:lnTo>
                <a:lnTo>
                  <a:pt x="17" y="1"/>
                </a:lnTo>
                <a:lnTo>
                  <a:pt x="16" y="2"/>
                </a:lnTo>
                <a:lnTo>
                  <a:pt x="16" y="5"/>
                </a:lnTo>
                <a:lnTo>
                  <a:pt x="16" y="6"/>
                </a:lnTo>
                <a:lnTo>
                  <a:pt x="17" y="7"/>
                </a:lnTo>
                <a:lnTo>
                  <a:pt x="17" y="9"/>
                </a:lnTo>
                <a:lnTo>
                  <a:pt x="17" y="11"/>
                </a:lnTo>
                <a:lnTo>
                  <a:pt x="17" y="13"/>
                </a:lnTo>
                <a:lnTo>
                  <a:pt x="17" y="14"/>
                </a:lnTo>
                <a:lnTo>
                  <a:pt x="16" y="15"/>
                </a:lnTo>
                <a:lnTo>
                  <a:pt x="15" y="17"/>
                </a:lnTo>
                <a:lnTo>
                  <a:pt x="13" y="18"/>
                </a:lnTo>
                <a:lnTo>
                  <a:pt x="12" y="20"/>
                </a:lnTo>
                <a:lnTo>
                  <a:pt x="10" y="21"/>
                </a:lnTo>
                <a:lnTo>
                  <a:pt x="9" y="22"/>
                </a:lnTo>
                <a:lnTo>
                  <a:pt x="8" y="25"/>
                </a:lnTo>
                <a:lnTo>
                  <a:pt x="6" y="26"/>
                </a:lnTo>
                <a:lnTo>
                  <a:pt x="5" y="28"/>
                </a:lnTo>
                <a:lnTo>
                  <a:pt x="4" y="29"/>
                </a:lnTo>
                <a:lnTo>
                  <a:pt x="4" y="30"/>
                </a:lnTo>
                <a:lnTo>
                  <a:pt x="3" y="32"/>
                </a:lnTo>
                <a:lnTo>
                  <a:pt x="2" y="34"/>
                </a:lnTo>
                <a:lnTo>
                  <a:pt x="1" y="35"/>
                </a:lnTo>
                <a:lnTo>
                  <a:pt x="0" y="36"/>
                </a:lnTo>
                <a:lnTo>
                  <a:pt x="0" y="37"/>
                </a:lnTo>
                <a:lnTo>
                  <a:pt x="0" y="38"/>
                </a:lnTo>
                <a:lnTo>
                  <a:pt x="1" y="38"/>
                </a:lnTo>
                <a:lnTo>
                  <a:pt x="2" y="38"/>
                </a:lnTo>
                <a:lnTo>
                  <a:pt x="3" y="36"/>
                </a:lnTo>
                <a:lnTo>
                  <a:pt x="3" y="3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960" rIns="3960" bIns="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0" name=""/>
          <p:cNvSpPr/>
          <p:nvPr/>
        </p:nvSpPr>
        <p:spPr>
          <a:xfrm>
            <a:off x="8208000" y="36010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4"/>
                </a:lnTo>
                <a:lnTo>
                  <a:pt x="2" y="2"/>
                </a:lnTo>
                <a:lnTo>
                  <a:pt x="5" y="2"/>
                </a:lnTo>
                <a:lnTo>
                  <a:pt x="7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1" name=""/>
          <p:cNvSpPr/>
          <p:nvPr/>
        </p:nvSpPr>
        <p:spPr>
          <a:xfrm>
            <a:off x="8110440" y="36097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0"/>
                </a:lnTo>
                <a:lnTo>
                  <a:pt x="3" y="0"/>
                </a:lnTo>
                <a:lnTo>
                  <a:pt x="0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2" name=""/>
          <p:cNvSpPr/>
          <p:nvPr/>
        </p:nvSpPr>
        <p:spPr>
          <a:xfrm>
            <a:off x="8229960" y="3596040"/>
            <a:ext cx="3240" cy="3960"/>
          </a:xfrm>
          <a:custGeom>
            <a:avLst/>
            <a:gdLst/>
            <a:ahLst/>
            <a:rect l="0" t="0" r="r" b="b"/>
            <a:pathLst>
              <a:path fill="none" w="9" h="11">
                <a:moveTo>
                  <a:pt x="2" y="0"/>
                </a:moveTo>
                <a:lnTo>
                  <a:pt x="4" y="1"/>
                </a:lnTo>
                <a:lnTo>
                  <a:pt x="6" y="2"/>
                </a:lnTo>
                <a:lnTo>
                  <a:pt x="7" y="3"/>
                </a:lnTo>
                <a:lnTo>
                  <a:pt x="8" y="4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7" y="11"/>
                </a:lnTo>
                <a:lnTo>
                  <a:pt x="6" y="11"/>
                </a:lnTo>
                <a:lnTo>
                  <a:pt x="2" y="11"/>
                </a:lnTo>
                <a:lnTo>
                  <a:pt x="0" y="10"/>
                </a:lnTo>
                <a:lnTo>
                  <a:pt x="2" y="9"/>
                </a:lnTo>
                <a:lnTo>
                  <a:pt x="3" y="8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0" rIns="39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3" name=""/>
          <p:cNvSpPr/>
          <p:nvPr/>
        </p:nvSpPr>
        <p:spPr>
          <a:xfrm>
            <a:off x="8111880" y="3610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4" name=""/>
          <p:cNvSpPr/>
          <p:nvPr/>
        </p:nvSpPr>
        <p:spPr>
          <a:xfrm>
            <a:off x="8177760" y="360396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1" y="1"/>
                </a:moveTo>
                <a:lnTo>
                  <a:pt x="0" y="2"/>
                </a:lnTo>
                <a:lnTo>
                  <a:pt x="1" y="5"/>
                </a:lnTo>
                <a:lnTo>
                  <a:pt x="3" y="6"/>
                </a:lnTo>
                <a:lnTo>
                  <a:pt x="4" y="5"/>
                </a:lnTo>
                <a:lnTo>
                  <a:pt x="5" y="4"/>
                </a:lnTo>
                <a:lnTo>
                  <a:pt x="7" y="2"/>
                </a:lnTo>
                <a:lnTo>
                  <a:pt x="6" y="1"/>
                </a:lnTo>
                <a:lnTo>
                  <a:pt x="5" y="0"/>
                </a:lnTo>
                <a:lnTo>
                  <a:pt x="4" y="0"/>
                </a:lnTo>
                <a:lnTo>
                  <a:pt x="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5" name=""/>
          <p:cNvSpPr/>
          <p:nvPr/>
        </p:nvSpPr>
        <p:spPr>
          <a:xfrm>
            <a:off x="7889040" y="3622680"/>
            <a:ext cx="13320" cy="5760"/>
          </a:xfrm>
          <a:custGeom>
            <a:avLst/>
            <a:gdLst/>
            <a:ahLst/>
            <a:rect l="0" t="0" r="r" b="b"/>
            <a:pathLst>
              <a:path fill="none" w="37" h="16">
                <a:moveTo>
                  <a:pt x="37" y="0"/>
                </a:moveTo>
                <a:lnTo>
                  <a:pt x="37" y="1"/>
                </a:lnTo>
                <a:lnTo>
                  <a:pt x="36" y="3"/>
                </a:lnTo>
                <a:lnTo>
                  <a:pt x="33" y="5"/>
                </a:lnTo>
                <a:lnTo>
                  <a:pt x="31" y="8"/>
                </a:lnTo>
                <a:lnTo>
                  <a:pt x="28" y="12"/>
                </a:lnTo>
                <a:lnTo>
                  <a:pt x="23" y="14"/>
                </a:lnTo>
                <a:lnTo>
                  <a:pt x="16" y="15"/>
                </a:lnTo>
                <a:lnTo>
                  <a:pt x="8" y="16"/>
                </a:lnTo>
                <a:lnTo>
                  <a:pt x="2" y="14"/>
                </a:lnTo>
                <a:lnTo>
                  <a:pt x="0" y="1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1800" rIns="396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6" name=""/>
          <p:cNvSpPr/>
          <p:nvPr/>
        </p:nvSpPr>
        <p:spPr>
          <a:xfrm>
            <a:off x="8108640" y="3612960"/>
            <a:ext cx="360" cy="0"/>
          </a:xfrm>
          <a:prstGeom prst="line">
            <a:avLst/>
          </a:prstGeom>
          <a:ln w="7920">
            <a:solidFill>
              <a:srgbClr val="4D4D4D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7" name=""/>
          <p:cNvSpPr/>
          <p:nvPr/>
        </p:nvSpPr>
        <p:spPr>
          <a:xfrm>
            <a:off x="8107920" y="3609720"/>
            <a:ext cx="5760" cy="4320"/>
          </a:xfrm>
          <a:custGeom>
            <a:avLst/>
            <a:gdLst/>
            <a:ahLst/>
            <a:rect l="0" t="0" r="r" b="b"/>
            <a:pathLst>
              <a:path fill="none" w="16" h="12">
                <a:moveTo>
                  <a:pt x="7" y="3"/>
                </a:moveTo>
                <a:lnTo>
                  <a:pt x="6" y="3"/>
                </a:lnTo>
                <a:lnTo>
                  <a:pt x="5" y="4"/>
                </a:lnTo>
                <a:lnTo>
                  <a:pt x="4" y="5"/>
                </a:lnTo>
                <a:lnTo>
                  <a:pt x="3" y="7"/>
                </a:lnTo>
                <a:lnTo>
                  <a:pt x="2" y="9"/>
                </a:lnTo>
                <a:lnTo>
                  <a:pt x="0" y="10"/>
                </a:lnTo>
                <a:lnTo>
                  <a:pt x="0" y="11"/>
                </a:lnTo>
                <a:lnTo>
                  <a:pt x="2" y="12"/>
                </a:lnTo>
                <a:lnTo>
                  <a:pt x="3" y="12"/>
                </a:lnTo>
                <a:lnTo>
                  <a:pt x="4" y="12"/>
                </a:lnTo>
                <a:lnTo>
                  <a:pt x="6" y="10"/>
                </a:lnTo>
                <a:lnTo>
                  <a:pt x="8" y="9"/>
                </a:lnTo>
                <a:lnTo>
                  <a:pt x="10" y="6"/>
                </a:lnTo>
                <a:lnTo>
                  <a:pt x="11" y="5"/>
                </a:lnTo>
                <a:lnTo>
                  <a:pt x="13" y="4"/>
                </a:lnTo>
                <a:lnTo>
                  <a:pt x="14" y="3"/>
                </a:lnTo>
                <a:lnTo>
                  <a:pt x="16" y="2"/>
                </a:lnTo>
                <a:lnTo>
                  <a:pt x="16" y="1"/>
                </a:lnTo>
                <a:lnTo>
                  <a:pt x="14" y="1"/>
                </a:lnTo>
                <a:lnTo>
                  <a:pt x="1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60" rIns="39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8" name=""/>
          <p:cNvSpPr/>
          <p:nvPr/>
        </p:nvSpPr>
        <p:spPr>
          <a:xfrm>
            <a:off x="8161200" y="3611880"/>
            <a:ext cx="4320" cy="2520"/>
          </a:xfrm>
          <a:custGeom>
            <a:avLst/>
            <a:gdLst/>
            <a:ahLst/>
            <a:rect l="0" t="0" r="r" b="b"/>
            <a:pathLst>
              <a:path fill="none" w="12" h="7">
                <a:moveTo>
                  <a:pt x="1" y="7"/>
                </a:move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2"/>
                </a:lnTo>
                <a:lnTo>
                  <a:pt x="4" y="2"/>
                </a:lnTo>
                <a:lnTo>
                  <a:pt x="6" y="2"/>
                </a:lnTo>
                <a:lnTo>
                  <a:pt x="9" y="0"/>
                </a:lnTo>
                <a:lnTo>
                  <a:pt x="11" y="2"/>
                </a:lnTo>
                <a:lnTo>
                  <a:pt x="12" y="4"/>
                </a:lnTo>
                <a:lnTo>
                  <a:pt x="12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9" name=""/>
          <p:cNvSpPr/>
          <p:nvPr/>
        </p:nvSpPr>
        <p:spPr>
          <a:xfrm>
            <a:off x="8163720" y="36144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0" name=""/>
          <p:cNvSpPr/>
          <p:nvPr/>
        </p:nvSpPr>
        <p:spPr>
          <a:xfrm>
            <a:off x="7901280" y="3629160"/>
            <a:ext cx="1800" cy="6120"/>
          </a:xfrm>
          <a:custGeom>
            <a:avLst/>
            <a:gdLst/>
            <a:ahLst/>
            <a:rect l="0" t="0" r="r" b="b"/>
            <a:pathLst>
              <a:path fill="none" w="5" h="17">
                <a:moveTo>
                  <a:pt x="5" y="17"/>
                </a:moveTo>
                <a:lnTo>
                  <a:pt x="3" y="16"/>
                </a:lnTo>
                <a:lnTo>
                  <a:pt x="0" y="10"/>
                </a:lnTo>
                <a:lnTo>
                  <a:pt x="1" y="5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2160" rIns="39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1" name=""/>
          <p:cNvSpPr/>
          <p:nvPr/>
        </p:nvSpPr>
        <p:spPr>
          <a:xfrm>
            <a:off x="7903080" y="3627720"/>
            <a:ext cx="2520" cy="7200"/>
          </a:xfrm>
          <a:custGeom>
            <a:avLst/>
            <a:gdLst/>
            <a:ahLst/>
            <a:rect l="0" t="0" r="r" b="b"/>
            <a:pathLst>
              <a:path fill="none" w="7" h="20">
                <a:moveTo>
                  <a:pt x="0" y="0"/>
                </a:moveTo>
                <a:lnTo>
                  <a:pt x="2" y="1"/>
                </a:lnTo>
                <a:lnTo>
                  <a:pt x="5" y="4"/>
                </a:lnTo>
                <a:lnTo>
                  <a:pt x="7" y="7"/>
                </a:lnTo>
                <a:lnTo>
                  <a:pt x="7" y="12"/>
                </a:lnTo>
                <a:lnTo>
                  <a:pt x="7" y="16"/>
                </a:lnTo>
                <a:lnTo>
                  <a:pt x="5" y="2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240" rIns="3960" bIns="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2" name=""/>
          <p:cNvSpPr/>
          <p:nvPr/>
        </p:nvSpPr>
        <p:spPr>
          <a:xfrm>
            <a:off x="8161920" y="3613680"/>
            <a:ext cx="5400" cy="3960"/>
          </a:xfrm>
          <a:custGeom>
            <a:avLst/>
            <a:gdLst/>
            <a:ahLst/>
            <a:rect l="0" t="0" r="r" b="b"/>
            <a:pathLst>
              <a:path fill="none" w="15" h="11">
                <a:moveTo>
                  <a:pt x="10" y="0"/>
                </a:moveTo>
                <a:lnTo>
                  <a:pt x="12" y="1"/>
                </a:lnTo>
                <a:lnTo>
                  <a:pt x="13" y="3"/>
                </a:lnTo>
                <a:lnTo>
                  <a:pt x="14" y="5"/>
                </a:lnTo>
                <a:lnTo>
                  <a:pt x="15" y="6"/>
                </a:lnTo>
                <a:lnTo>
                  <a:pt x="15" y="9"/>
                </a:lnTo>
                <a:lnTo>
                  <a:pt x="15" y="10"/>
                </a:lnTo>
                <a:lnTo>
                  <a:pt x="13" y="11"/>
                </a:lnTo>
                <a:lnTo>
                  <a:pt x="11" y="10"/>
                </a:lnTo>
                <a:lnTo>
                  <a:pt x="10" y="9"/>
                </a:lnTo>
                <a:lnTo>
                  <a:pt x="9" y="8"/>
                </a:lnTo>
                <a:lnTo>
                  <a:pt x="7" y="6"/>
                </a:lnTo>
                <a:lnTo>
                  <a:pt x="6" y="5"/>
                </a:lnTo>
                <a:lnTo>
                  <a:pt x="4" y="3"/>
                </a:lnTo>
                <a:lnTo>
                  <a:pt x="3" y="2"/>
                </a:lnTo>
                <a:lnTo>
                  <a:pt x="2" y="1"/>
                </a:lnTo>
                <a:lnTo>
                  <a:pt x="0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0" rIns="396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3" name=""/>
          <p:cNvSpPr/>
          <p:nvPr/>
        </p:nvSpPr>
        <p:spPr>
          <a:xfrm>
            <a:off x="7849080" y="3637440"/>
            <a:ext cx="6480" cy="5040"/>
          </a:xfrm>
          <a:custGeom>
            <a:avLst/>
            <a:gdLst/>
            <a:ahLst/>
            <a:rect l="0" t="0" r="r" b="b"/>
            <a:pathLst>
              <a:path fill="none" w="18" h="14">
                <a:moveTo>
                  <a:pt x="0" y="14"/>
                </a:moveTo>
                <a:lnTo>
                  <a:pt x="2" y="9"/>
                </a:lnTo>
                <a:lnTo>
                  <a:pt x="4" y="6"/>
                </a:lnTo>
                <a:lnTo>
                  <a:pt x="8" y="2"/>
                </a:lnTo>
                <a:lnTo>
                  <a:pt x="14" y="0"/>
                </a:lnTo>
                <a:lnTo>
                  <a:pt x="18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1080" rIns="396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4" name=""/>
          <p:cNvSpPr/>
          <p:nvPr/>
        </p:nvSpPr>
        <p:spPr>
          <a:xfrm>
            <a:off x="7984800" y="3630960"/>
            <a:ext cx="6840" cy="3240"/>
          </a:xfrm>
          <a:custGeom>
            <a:avLst/>
            <a:gdLst/>
            <a:ahLst/>
            <a:rect l="0" t="0" r="r" b="b"/>
            <a:pathLst>
              <a:path fill="none" w="19" h="9">
                <a:moveTo>
                  <a:pt x="0" y="3"/>
                </a:moveTo>
                <a:lnTo>
                  <a:pt x="0" y="2"/>
                </a:lnTo>
                <a:lnTo>
                  <a:pt x="2" y="1"/>
                </a:lnTo>
                <a:lnTo>
                  <a:pt x="6" y="0"/>
                </a:lnTo>
                <a:lnTo>
                  <a:pt x="10" y="0"/>
                </a:lnTo>
                <a:lnTo>
                  <a:pt x="14" y="0"/>
                </a:lnTo>
                <a:lnTo>
                  <a:pt x="17" y="1"/>
                </a:lnTo>
                <a:lnTo>
                  <a:pt x="18" y="4"/>
                </a:lnTo>
                <a:lnTo>
                  <a:pt x="19" y="7"/>
                </a:lnTo>
                <a:lnTo>
                  <a:pt x="19" y="9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720" rIns="39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5" name=""/>
          <p:cNvSpPr/>
          <p:nvPr/>
        </p:nvSpPr>
        <p:spPr>
          <a:xfrm>
            <a:off x="7985160" y="3633840"/>
            <a:ext cx="6480" cy="1440"/>
          </a:xfrm>
          <a:custGeom>
            <a:avLst/>
            <a:gdLst/>
            <a:ahLst/>
            <a:rect l="0" t="0" r="r" b="b"/>
            <a:pathLst>
              <a:path fill="none" w="18" h="4">
                <a:moveTo>
                  <a:pt x="18" y="2"/>
                </a:moveTo>
                <a:lnTo>
                  <a:pt x="17" y="4"/>
                </a:lnTo>
                <a:lnTo>
                  <a:pt x="16" y="2"/>
                </a:lnTo>
                <a:lnTo>
                  <a:pt x="14" y="1"/>
                </a:lnTo>
                <a:lnTo>
                  <a:pt x="12" y="0"/>
                </a:lnTo>
                <a:lnTo>
                  <a:pt x="9" y="0"/>
                </a:lnTo>
                <a:lnTo>
                  <a:pt x="4" y="0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6" name=""/>
          <p:cNvSpPr/>
          <p:nvPr/>
        </p:nvSpPr>
        <p:spPr>
          <a:xfrm>
            <a:off x="7850160" y="3638160"/>
            <a:ext cx="7560" cy="6120"/>
          </a:xfrm>
          <a:custGeom>
            <a:avLst/>
            <a:gdLst/>
            <a:ahLst/>
            <a:rect l="0" t="0" r="r" b="b"/>
            <a:pathLst>
              <a:path fill="none" w="21" h="17">
                <a:moveTo>
                  <a:pt x="21" y="0"/>
                </a:moveTo>
                <a:lnTo>
                  <a:pt x="21" y="4"/>
                </a:lnTo>
                <a:lnTo>
                  <a:pt x="20" y="8"/>
                </a:lnTo>
                <a:lnTo>
                  <a:pt x="16" y="12"/>
                </a:lnTo>
                <a:lnTo>
                  <a:pt x="12" y="15"/>
                </a:lnTo>
                <a:lnTo>
                  <a:pt x="9" y="16"/>
                </a:lnTo>
                <a:lnTo>
                  <a:pt x="0" y="17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2160" rIns="39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7" name=""/>
          <p:cNvSpPr/>
          <p:nvPr/>
        </p:nvSpPr>
        <p:spPr>
          <a:xfrm>
            <a:off x="8084160" y="36295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8" name=""/>
          <p:cNvSpPr/>
          <p:nvPr/>
        </p:nvSpPr>
        <p:spPr>
          <a:xfrm>
            <a:off x="8083440" y="36291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5" y="0"/>
                </a:lnTo>
                <a:lnTo>
                  <a:pt x="2" y="0"/>
                </a:lnTo>
                <a:lnTo>
                  <a:pt x="1" y="2"/>
                </a:lnTo>
                <a:lnTo>
                  <a:pt x="0" y="3"/>
                </a:lnTo>
                <a:lnTo>
                  <a:pt x="1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9" name=""/>
          <p:cNvSpPr/>
          <p:nvPr/>
        </p:nvSpPr>
        <p:spPr>
          <a:xfrm>
            <a:off x="7890120" y="3645000"/>
            <a:ext cx="7560" cy="3600"/>
          </a:xfrm>
          <a:custGeom>
            <a:avLst/>
            <a:gdLst/>
            <a:ahLst/>
            <a:rect l="0" t="0" r="r" b="b"/>
            <a:pathLst>
              <a:path fill="none" w="21" h="10">
                <a:moveTo>
                  <a:pt x="0" y="10"/>
                </a:moveTo>
                <a:lnTo>
                  <a:pt x="1" y="8"/>
                </a:lnTo>
                <a:lnTo>
                  <a:pt x="5" y="3"/>
                </a:lnTo>
                <a:lnTo>
                  <a:pt x="8" y="0"/>
                </a:lnTo>
                <a:lnTo>
                  <a:pt x="14" y="0"/>
                </a:lnTo>
                <a:lnTo>
                  <a:pt x="18" y="0"/>
                </a:lnTo>
                <a:lnTo>
                  <a:pt x="21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" rIns="39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0" name=""/>
          <p:cNvSpPr/>
          <p:nvPr/>
        </p:nvSpPr>
        <p:spPr>
          <a:xfrm>
            <a:off x="7890480" y="3646440"/>
            <a:ext cx="7560" cy="4680"/>
          </a:xfrm>
          <a:custGeom>
            <a:avLst/>
            <a:gdLst/>
            <a:ahLst/>
            <a:rect l="0" t="0" r="r" b="b"/>
            <a:pathLst>
              <a:path fill="none" w="21" h="13">
                <a:moveTo>
                  <a:pt x="21" y="0"/>
                </a:moveTo>
                <a:lnTo>
                  <a:pt x="20" y="1"/>
                </a:lnTo>
                <a:lnTo>
                  <a:pt x="19" y="4"/>
                </a:lnTo>
                <a:lnTo>
                  <a:pt x="16" y="6"/>
                </a:lnTo>
                <a:lnTo>
                  <a:pt x="13" y="10"/>
                </a:lnTo>
                <a:lnTo>
                  <a:pt x="8" y="12"/>
                </a:lnTo>
                <a:lnTo>
                  <a:pt x="4" y="13"/>
                </a:lnTo>
                <a:lnTo>
                  <a:pt x="0" y="1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720" rIns="39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1" name=""/>
          <p:cNvSpPr/>
          <p:nvPr/>
        </p:nvSpPr>
        <p:spPr>
          <a:xfrm>
            <a:off x="7988760" y="3645360"/>
            <a:ext cx="5040" cy="5400"/>
          </a:xfrm>
          <a:custGeom>
            <a:avLst/>
            <a:gdLst/>
            <a:ahLst/>
            <a:rect l="0" t="0" r="r" b="b"/>
            <a:pathLst>
              <a:path fill="none" w="14" h="15">
                <a:moveTo>
                  <a:pt x="0" y="15"/>
                </a:moveTo>
                <a:lnTo>
                  <a:pt x="0" y="13"/>
                </a:lnTo>
                <a:lnTo>
                  <a:pt x="1" y="11"/>
                </a:lnTo>
                <a:lnTo>
                  <a:pt x="1" y="9"/>
                </a:lnTo>
                <a:lnTo>
                  <a:pt x="4" y="6"/>
                </a:lnTo>
                <a:lnTo>
                  <a:pt x="6" y="4"/>
                </a:lnTo>
                <a:lnTo>
                  <a:pt x="8" y="2"/>
                </a:lnTo>
                <a:lnTo>
                  <a:pt x="11" y="0"/>
                </a:lnTo>
                <a:lnTo>
                  <a:pt x="14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1440" rIns="396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2" name=""/>
          <p:cNvSpPr/>
          <p:nvPr/>
        </p:nvSpPr>
        <p:spPr>
          <a:xfrm>
            <a:off x="7989480" y="3646080"/>
            <a:ext cx="6120" cy="6120"/>
          </a:xfrm>
          <a:custGeom>
            <a:avLst/>
            <a:gdLst/>
            <a:ahLst/>
            <a:rect l="0" t="0" r="r" b="b"/>
            <a:pathLst>
              <a:path fill="none" w="17" h="17">
                <a:moveTo>
                  <a:pt x="17" y="0"/>
                </a:moveTo>
                <a:lnTo>
                  <a:pt x="17" y="3"/>
                </a:lnTo>
                <a:lnTo>
                  <a:pt x="14" y="6"/>
                </a:lnTo>
                <a:lnTo>
                  <a:pt x="8" y="11"/>
                </a:lnTo>
                <a:lnTo>
                  <a:pt x="5" y="13"/>
                </a:lnTo>
                <a:lnTo>
                  <a:pt x="2" y="15"/>
                </a:lnTo>
                <a:lnTo>
                  <a:pt x="0" y="17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2160" rIns="39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3" name=""/>
          <p:cNvSpPr/>
          <p:nvPr/>
        </p:nvSpPr>
        <p:spPr>
          <a:xfrm>
            <a:off x="8152920" y="363852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6" y="0"/>
                </a:move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4" name=""/>
          <p:cNvSpPr/>
          <p:nvPr/>
        </p:nvSpPr>
        <p:spPr>
          <a:xfrm>
            <a:off x="8153280" y="3637800"/>
            <a:ext cx="6120" cy="2520"/>
          </a:xfrm>
          <a:custGeom>
            <a:avLst/>
            <a:gdLst/>
            <a:ahLst/>
            <a:rect l="0" t="0" r="r" b="b"/>
            <a:pathLst>
              <a:path fill="none" w="17" h="7">
                <a:moveTo>
                  <a:pt x="0" y="7"/>
                </a:moveTo>
                <a:lnTo>
                  <a:pt x="3" y="5"/>
                </a:lnTo>
                <a:lnTo>
                  <a:pt x="5" y="5"/>
                </a:lnTo>
                <a:lnTo>
                  <a:pt x="7" y="4"/>
                </a:lnTo>
                <a:lnTo>
                  <a:pt x="9" y="4"/>
                </a:lnTo>
                <a:lnTo>
                  <a:pt x="12" y="3"/>
                </a:lnTo>
                <a:lnTo>
                  <a:pt x="15" y="3"/>
                </a:lnTo>
                <a:lnTo>
                  <a:pt x="13" y="4"/>
                </a:lnTo>
                <a:lnTo>
                  <a:pt x="14" y="5"/>
                </a:lnTo>
                <a:lnTo>
                  <a:pt x="17" y="4"/>
                </a:lnTo>
                <a:lnTo>
                  <a:pt x="17" y="2"/>
                </a:lnTo>
                <a:lnTo>
                  <a:pt x="15" y="0"/>
                </a:lnTo>
                <a:lnTo>
                  <a:pt x="13" y="0"/>
                </a:lnTo>
                <a:lnTo>
                  <a:pt x="9" y="2"/>
                </a:lnTo>
                <a:lnTo>
                  <a:pt x="7" y="2"/>
                </a:lnTo>
                <a:lnTo>
                  <a:pt x="5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440" rIns="396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5" name=""/>
          <p:cNvSpPr/>
          <p:nvPr/>
        </p:nvSpPr>
        <p:spPr>
          <a:xfrm>
            <a:off x="8153280" y="3638880"/>
            <a:ext cx="3960" cy="1800"/>
          </a:xfrm>
          <a:custGeom>
            <a:avLst/>
            <a:gdLst/>
            <a:ahLst/>
            <a:rect l="0" t="0" r="r" b="b"/>
            <a:pathLst>
              <a:path fill="none" w="11" h="5">
                <a:moveTo>
                  <a:pt x="11" y="0"/>
                </a:moveTo>
                <a:lnTo>
                  <a:pt x="9" y="2"/>
                </a:lnTo>
                <a:lnTo>
                  <a:pt x="6" y="3"/>
                </a:ln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6" name=""/>
          <p:cNvSpPr/>
          <p:nvPr/>
        </p:nvSpPr>
        <p:spPr>
          <a:xfrm>
            <a:off x="8152560" y="3639600"/>
            <a:ext cx="4680" cy="1080"/>
          </a:xfrm>
          <a:custGeom>
            <a:avLst/>
            <a:gdLst/>
            <a:ahLst/>
            <a:rect l="0" t="0" r="r" b="b"/>
            <a:pathLst>
              <a:path fill="none" w="13" h="3">
                <a:moveTo>
                  <a:pt x="13" y="0"/>
                </a:moveTo>
                <a:lnTo>
                  <a:pt x="11" y="0"/>
                </a:lnTo>
                <a:lnTo>
                  <a:pt x="8" y="2"/>
                </a:lnTo>
                <a:lnTo>
                  <a:pt x="6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880" rIns="396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7" name=""/>
          <p:cNvSpPr/>
          <p:nvPr/>
        </p:nvSpPr>
        <p:spPr>
          <a:xfrm>
            <a:off x="8165160" y="363744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1" y="6"/>
                </a:moveTo>
                <a:lnTo>
                  <a:pt x="2" y="6"/>
                </a:lnTo>
                <a:lnTo>
                  <a:pt x="5" y="6"/>
                </a:lnTo>
                <a:lnTo>
                  <a:pt x="7" y="6"/>
                </a:lnTo>
                <a:lnTo>
                  <a:pt x="9" y="6"/>
                </a:lnTo>
                <a:lnTo>
                  <a:pt x="10" y="5"/>
                </a:lnTo>
                <a:lnTo>
                  <a:pt x="10" y="3"/>
                </a:lnTo>
                <a:lnTo>
                  <a:pt x="9" y="1"/>
                </a:lnTo>
                <a:lnTo>
                  <a:pt x="7" y="1"/>
                </a:lnTo>
                <a:lnTo>
                  <a:pt x="5" y="0"/>
                </a:lnTo>
                <a:lnTo>
                  <a:pt x="2" y="1"/>
                </a:lnTo>
                <a:lnTo>
                  <a:pt x="1" y="3"/>
                </a:lnTo>
                <a:lnTo>
                  <a:pt x="0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8" name=""/>
          <p:cNvSpPr/>
          <p:nvPr/>
        </p:nvSpPr>
        <p:spPr>
          <a:xfrm>
            <a:off x="7829280" y="3665520"/>
            <a:ext cx="5760" cy="2160"/>
          </a:xfrm>
          <a:custGeom>
            <a:avLst/>
            <a:gdLst/>
            <a:ahLst/>
            <a:rect l="0" t="0" r="r" b="b"/>
            <a:pathLst>
              <a:path fill="none" w="16" h="6">
                <a:moveTo>
                  <a:pt x="0" y="6"/>
                </a:moveTo>
                <a:lnTo>
                  <a:pt x="1" y="6"/>
                </a:lnTo>
                <a:lnTo>
                  <a:pt x="5" y="2"/>
                </a:lnTo>
                <a:lnTo>
                  <a:pt x="8" y="1"/>
                </a:lnTo>
                <a:lnTo>
                  <a:pt x="13" y="1"/>
                </a:lnTo>
                <a:lnTo>
                  <a:pt x="16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9" name=""/>
          <p:cNvSpPr/>
          <p:nvPr/>
        </p:nvSpPr>
        <p:spPr>
          <a:xfrm>
            <a:off x="7841880" y="3665520"/>
            <a:ext cx="10440" cy="2880"/>
          </a:xfrm>
          <a:custGeom>
            <a:avLst/>
            <a:gdLst/>
            <a:ahLst/>
            <a:rect l="0" t="0" r="r" b="b"/>
            <a:pathLst>
              <a:path fill="none" w="29" h="8">
                <a:moveTo>
                  <a:pt x="0" y="0"/>
                </a:moveTo>
                <a:lnTo>
                  <a:pt x="4" y="0"/>
                </a:lnTo>
                <a:lnTo>
                  <a:pt x="8" y="0"/>
                </a:lnTo>
                <a:lnTo>
                  <a:pt x="13" y="2"/>
                </a:lnTo>
                <a:lnTo>
                  <a:pt x="20" y="2"/>
                </a:lnTo>
                <a:lnTo>
                  <a:pt x="23" y="2"/>
                </a:lnTo>
                <a:lnTo>
                  <a:pt x="26" y="3"/>
                </a:lnTo>
                <a:lnTo>
                  <a:pt x="28" y="5"/>
                </a:lnTo>
                <a:lnTo>
                  <a:pt x="29" y="8"/>
                </a:lnTo>
                <a:lnTo>
                  <a:pt x="28" y="8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080" rIns="396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0" name=""/>
          <p:cNvSpPr/>
          <p:nvPr/>
        </p:nvSpPr>
        <p:spPr>
          <a:xfrm>
            <a:off x="7977240" y="3654360"/>
            <a:ext cx="2880" cy="6840"/>
          </a:xfrm>
          <a:custGeom>
            <a:avLst/>
            <a:gdLst/>
            <a:ahLst/>
            <a:rect l="0" t="0" r="r" b="b"/>
            <a:pathLst>
              <a:path fill="none" w="8" h="19">
                <a:moveTo>
                  <a:pt x="1" y="19"/>
                </a:moveTo>
                <a:lnTo>
                  <a:pt x="1" y="18"/>
                </a:lnTo>
                <a:lnTo>
                  <a:pt x="0" y="15"/>
                </a:lnTo>
                <a:lnTo>
                  <a:pt x="0" y="13"/>
                </a:lnTo>
                <a:lnTo>
                  <a:pt x="1" y="11"/>
                </a:lnTo>
                <a:lnTo>
                  <a:pt x="1" y="8"/>
                </a:lnTo>
                <a:lnTo>
                  <a:pt x="3" y="3"/>
                </a:lnTo>
                <a:lnTo>
                  <a:pt x="8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2880" rIns="3960" bIns="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1" name=""/>
          <p:cNvSpPr/>
          <p:nvPr/>
        </p:nvSpPr>
        <p:spPr>
          <a:xfrm>
            <a:off x="7979760" y="3654720"/>
            <a:ext cx="2160" cy="6480"/>
          </a:xfrm>
          <a:custGeom>
            <a:avLst/>
            <a:gdLst/>
            <a:ahLst/>
            <a:rect l="0" t="0" r="r" b="b"/>
            <a:pathLst>
              <a:path fill="none" w="6" h="18">
                <a:moveTo>
                  <a:pt x="5" y="0"/>
                </a:moveTo>
                <a:lnTo>
                  <a:pt x="5" y="2"/>
                </a:lnTo>
                <a:lnTo>
                  <a:pt x="6" y="5"/>
                </a:lnTo>
                <a:lnTo>
                  <a:pt x="5" y="8"/>
                </a:lnTo>
                <a:lnTo>
                  <a:pt x="3" y="11"/>
                </a:lnTo>
                <a:lnTo>
                  <a:pt x="2" y="14"/>
                </a:lnTo>
                <a:lnTo>
                  <a:pt x="0" y="17"/>
                </a:lnTo>
                <a:lnTo>
                  <a:pt x="0" y="18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2520" rIns="396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2" name=""/>
          <p:cNvSpPr/>
          <p:nvPr/>
        </p:nvSpPr>
        <p:spPr>
          <a:xfrm>
            <a:off x="7831800" y="3669120"/>
            <a:ext cx="5760" cy="2160"/>
          </a:xfrm>
          <a:custGeom>
            <a:avLst/>
            <a:gdLst/>
            <a:ahLst/>
            <a:rect l="0" t="0" r="r" b="b"/>
            <a:pathLst>
              <a:path fill="none" w="16" h="6">
                <a:moveTo>
                  <a:pt x="16" y="0"/>
                </a:moveTo>
                <a:lnTo>
                  <a:pt x="14" y="2"/>
                </a:lnTo>
                <a:lnTo>
                  <a:pt x="12" y="4"/>
                </a:lnTo>
                <a:lnTo>
                  <a:pt x="9" y="6"/>
                </a:lnTo>
                <a:lnTo>
                  <a:pt x="5" y="6"/>
                </a:lnTo>
                <a:lnTo>
                  <a:pt x="0" y="6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3" name=""/>
          <p:cNvSpPr/>
          <p:nvPr/>
        </p:nvSpPr>
        <p:spPr>
          <a:xfrm>
            <a:off x="7842240" y="3668760"/>
            <a:ext cx="10080" cy="1800"/>
          </a:xfrm>
          <a:custGeom>
            <a:avLst/>
            <a:gdLst/>
            <a:ahLst/>
            <a:rect l="0" t="0" r="r" b="b"/>
            <a:pathLst>
              <a:path fill="none" w="28" h="5">
                <a:moveTo>
                  <a:pt x="28" y="3"/>
                </a:moveTo>
                <a:lnTo>
                  <a:pt x="28" y="4"/>
                </a:lnTo>
                <a:lnTo>
                  <a:pt x="26" y="5"/>
                </a:lnTo>
                <a:lnTo>
                  <a:pt x="22" y="5"/>
                </a:lnTo>
                <a:lnTo>
                  <a:pt x="19" y="5"/>
                </a:lnTo>
                <a:lnTo>
                  <a:pt x="14" y="4"/>
                </a:lnTo>
                <a:lnTo>
                  <a:pt x="10" y="3"/>
                </a:lnTo>
                <a:lnTo>
                  <a:pt x="6" y="3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4" name=""/>
          <p:cNvSpPr/>
          <p:nvPr/>
        </p:nvSpPr>
        <p:spPr>
          <a:xfrm>
            <a:off x="7822800" y="3668760"/>
            <a:ext cx="4320" cy="4320"/>
          </a:xfrm>
          <a:custGeom>
            <a:avLst/>
            <a:gdLst/>
            <a:ahLst/>
            <a:rect l="0" t="0" r="r" b="b"/>
            <a:pathLst>
              <a:path fill="none" w="12" h="12">
                <a:moveTo>
                  <a:pt x="0" y="12"/>
                </a:moveTo>
                <a:lnTo>
                  <a:pt x="3" y="7"/>
                </a:lnTo>
                <a:lnTo>
                  <a:pt x="6" y="5"/>
                </a:lnTo>
                <a:lnTo>
                  <a:pt x="11" y="0"/>
                </a:lnTo>
                <a:lnTo>
                  <a:pt x="1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60" rIns="396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5" name=""/>
          <p:cNvSpPr/>
          <p:nvPr/>
        </p:nvSpPr>
        <p:spPr>
          <a:xfrm>
            <a:off x="7825320" y="3671280"/>
            <a:ext cx="4680" cy="3600"/>
          </a:xfrm>
          <a:custGeom>
            <a:avLst/>
            <a:gdLst/>
            <a:ahLst/>
            <a:rect l="0" t="0" r="r" b="b"/>
            <a:pathLst>
              <a:path fill="none" w="13" h="10">
                <a:moveTo>
                  <a:pt x="13" y="0"/>
                </a:moveTo>
                <a:lnTo>
                  <a:pt x="13" y="2"/>
                </a:lnTo>
                <a:lnTo>
                  <a:pt x="12" y="3"/>
                </a:lnTo>
                <a:lnTo>
                  <a:pt x="10" y="5"/>
                </a:lnTo>
                <a:lnTo>
                  <a:pt x="6" y="8"/>
                </a:lnTo>
                <a:lnTo>
                  <a:pt x="2" y="10"/>
                </a:lnTo>
                <a:lnTo>
                  <a:pt x="0" y="1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" rIns="396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6" name=""/>
          <p:cNvSpPr/>
          <p:nvPr/>
        </p:nvSpPr>
        <p:spPr>
          <a:xfrm flipV="1">
            <a:off x="8160840" y="3654000"/>
            <a:ext cx="360" cy="720"/>
          </a:xfrm>
          <a:prstGeom prst="line">
            <a:avLst/>
          </a:prstGeom>
          <a:ln w="7920">
            <a:solidFill>
              <a:srgbClr val="4D4D4D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7" name=""/>
          <p:cNvSpPr/>
          <p:nvPr/>
        </p:nvSpPr>
        <p:spPr>
          <a:xfrm>
            <a:off x="8159760" y="3654720"/>
            <a:ext cx="360" cy="0"/>
          </a:xfrm>
          <a:prstGeom prst="line">
            <a:avLst/>
          </a:prstGeom>
          <a:ln w="7920">
            <a:solidFill>
              <a:srgbClr val="4D4D4D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960" tIns="-3960" rIns="396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8" name=""/>
          <p:cNvSpPr/>
          <p:nvPr/>
        </p:nvSpPr>
        <p:spPr>
          <a:xfrm>
            <a:off x="8156880" y="3654000"/>
            <a:ext cx="3960" cy="1800"/>
          </a:xfrm>
          <a:custGeom>
            <a:avLst/>
            <a:gdLst/>
            <a:ahLst/>
            <a:rect l="0" t="0" r="r" b="b"/>
            <a:pathLst>
              <a:path fill="none" w="11" h="5">
                <a:moveTo>
                  <a:pt x="11" y="0"/>
                </a:moveTo>
                <a:lnTo>
                  <a:pt x="8" y="0"/>
                </a:lnTo>
                <a:lnTo>
                  <a:pt x="4" y="1"/>
                </a:lnTo>
                <a:lnTo>
                  <a:pt x="2" y="2"/>
                </a:lnTo>
                <a:lnTo>
                  <a:pt x="0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9" name=""/>
          <p:cNvSpPr/>
          <p:nvPr/>
        </p:nvSpPr>
        <p:spPr>
          <a:xfrm>
            <a:off x="8156520" y="365508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12" y="0"/>
                </a:moveTo>
                <a:lnTo>
                  <a:pt x="10" y="2"/>
                </a:lnTo>
                <a:lnTo>
                  <a:pt x="7" y="3"/>
                </a:lnTo>
                <a:lnTo>
                  <a:pt x="6" y="4"/>
                </a:lnTo>
                <a:lnTo>
                  <a:pt x="5" y="6"/>
                </a:lnTo>
                <a:lnTo>
                  <a:pt x="3" y="6"/>
                </a:lnTo>
                <a:lnTo>
                  <a:pt x="0" y="6"/>
                </a:lnTo>
                <a:lnTo>
                  <a:pt x="0" y="4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0" name=""/>
          <p:cNvSpPr/>
          <p:nvPr/>
        </p:nvSpPr>
        <p:spPr>
          <a:xfrm>
            <a:off x="8297280" y="3596400"/>
            <a:ext cx="48960" cy="61560"/>
          </a:xfrm>
          <a:custGeom>
            <a:avLst/>
            <a:gdLst/>
            <a:ahLst/>
            <a:rect l="0" t="0" r="r" b="b"/>
            <a:pathLst>
              <a:path fill="none" w="136" h="171">
                <a:moveTo>
                  <a:pt x="0" y="171"/>
                </a:moveTo>
                <a:lnTo>
                  <a:pt x="2" y="168"/>
                </a:lnTo>
                <a:lnTo>
                  <a:pt x="6" y="163"/>
                </a:lnTo>
                <a:lnTo>
                  <a:pt x="11" y="156"/>
                </a:lnTo>
                <a:lnTo>
                  <a:pt x="16" y="149"/>
                </a:lnTo>
                <a:lnTo>
                  <a:pt x="22" y="142"/>
                </a:lnTo>
                <a:lnTo>
                  <a:pt x="27" y="136"/>
                </a:lnTo>
                <a:lnTo>
                  <a:pt x="34" y="128"/>
                </a:lnTo>
                <a:lnTo>
                  <a:pt x="40" y="119"/>
                </a:lnTo>
                <a:lnTo>
                  <a:pt x="45" y="112"/>
                </a:lnTo>
                <a:lnTo>
                  <a:pt x="53" y="102"/>
                </a:lnTo>
                <a:lnTo>
                  <a:pt x="61" y="93"/>
                </a:lnTo>
                <a:lnTo>
                  <a:pt x="67" y="86"/>
                </a:lnTo>
                <a:lnTo>
                  <a:pt x="74" y="77"/>
                </a:lnTo>
                <a:lnTo>
                  <a:pt x="79" y="69"/>
                </a:lnTo>
                <a:lnTo>
                  <a:pt x="84" y="63"/>
                </a:lnTo>
                <a:lnTo>
                  <a:pt x="91" y="55"/>
                </a:lnTo>
                <a:lnTo>
                  <a:pt x="99" y="45"/>
                </a:lnTo>
                <a:lnTo>
                  <a:pt x="108" y="35"/>
                </a:lnTo>
                <a:lnTo>
                  <a:pt x="112" y="28"/>
                </a:lnTo>
                <a:lnTo>
                  <a:pt x="117" y="22"/>
                </a:lnTo>
                <a:lnTo>
                  <a:pt x="123" y="15"/>
                </a:lnTo>
                <a:lnTo>
                  <a:pt x="127" y="10"/>
                </a:lnTo>
                <a:lnTo>
                  <a:pt x="133" y="4"/>
                </a:lnTo>
                <a:lnTo>
                  <a:pt x="136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960" rIns="3960" bIns="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1" name=""/>
          <p:cNvSpPr/>
          <p:nvPr/>
        </p:nvSpPr>
        <p:spPr>
          <a:xfrm>
            <a:off x="8143920" y="3686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2" name=""/>
          <p:cNvSpPr/>
          <p:nvPr/>
        </p:nvSpPr>
        <p:spPr>
          <a:xfrm>
            <a:off x="8143200" y="36860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5" y="0"/>
                </a:moveTo>
                <a:lnTo>
                  <a:pt x="4" y="0"/>
                </a:lnTo>
                <a:lnTo>
                  <a:pt x="1" y="0"/>
                </a:lnTo>
                <a:lnTo>
                  <a:pt x="0" y="2"/>
                </a:lnTo>
                <a:lnTo>
                  <a:pt x="0" y="5"/>
                </a:lnTo>
                <a:lnTo>
                  <a:pt x="2" y="5"/>
                </a:lnTo>
                <a:lnTo>
                  <a:pt x="4" y="5"/>
                </a:lnTo>
                <a:lnTo>
                  <a:pt x="5" y="4"/>
                </a:lnTo>
                <a:lnTo>
                  <a:pt x="6" y="2"/>
                </a:lnTo>
                <a:lnTo>
                  <a:pt x="6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3" name=""/>
          <p:cNvSpPr/>
          <p:nvPr/>
        </p:nvSpPr>
        <p:spPr>
          <a:xfrm>
            <a:off x="8119800" y="3729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240" rIns="396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4" name=""/>
          <p:cNvSpPr/>
          <p:nvPr/>
        </p:nvSpPr>
        <p:spPr>
          <a:xfrm>
            <a:off x="8118720" y="3730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3600" rIns="396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5" name=""/>
          <p:cNvSpPr/>
          <p:nvPr/>
        </p:nvSpPr>
        <p:spPr>
          <a:xfrm>
            <a:off x="7715880" y="3703680"/>
            <a:ext cx="10080" cy="71280"/>
          </a:xfrm>
          <a:custGeom>
            <a:avLst/>
            <a:gdLst/>
            <a:ahLst/>
            <a:rect l="0" t="0" r="r" b="b"/>
            <a:pathLst>
              <a:path fill="none" w="28" h="198">
                <a:moveTo>
                  <a:pt x="6" y="0"/>
                </a:moveTo>
                <a:lnTo>
                  <a:pt x="5" y="7"/>
                </a:lnTo>
                <a:lnTo>
                  <a:pt x="3" y="13"/>
                </a:lnTo>
                <a:lnTo>
                  <a:pt x="1" y="23"/>
                </a:lnTo>
                <a:lnTo>
                  <a:pt x="1" y="33"/>
                </a:lnTo>
                <a:lnTo>
                  <a:pt x="1" y="41"/>
                </a:lnTo>
                <a:lnTo>
                  <a:pt x="1" y="51"/>
                </a:lnTo>
                <a:lnTo>
                  <a:pt x="0" y="64"/>
                </a:lnTo>
                <a:lnTo>
                  <a:pt x="1" y="71"/>
                </a:lnTo>
                <a:lnTo>
                  <a:pt x="0" y="79"/>
                </a:lnTo>
                <a:lnTo>
                  <a:pt x="2" y="89"/>
                </a:lnTo>
                <a:lnTo>
                  <a:pt x="2" y="100"/>
                </a:lnTo>
                <a:lnTo>
                  <a:pt x="5" y="111"/>
                </a:lnTo>
                <a:lnTo>
                  <a:pt x="7" y="125"/>
                </a:lnTo>
                <a:lnTo>
                  <a:pt x="8" y="129"/>
                </a:lnTo>
                <a:lnTo>
                  <a:pt x="9" y="139"/>
                </a:lnTo>
                <a:lnTo>
                  <a:pt x="11" y="148"/>
                </a:lnTo>
                <a:lnTo>
                  <a:pt x="16" y="163"/>
                </a:lnTo>
                <a:lnTo>
                  <a:pt x="18" y="174"/>
                </a:lnTo>
                <a:lnTo>
                  <a:pt x="20" y="180"/>
                </a:lnTo>
                <a:lnTo>
                  <a:pt x="22" y="186"/>
                </a:lnTo>
                <a:lnTo>
                  <a:pt x="24" y="191"/>
                </a:lnTo>
                <a:lnTo>
                  <a:pt x="28" y="198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960" rIns="3960" bIns="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6" name=""/>
          <p:cNvSpPr/>
          <p:nvPr/>
        </p:nvSpPr>
        <p:spPr>
          <a:xfrm>
            <a:off x="8062200" y="3758040"/>
            <a:ext cx="1440" cy="6480"/>
          </a:xfrm>
          <a:custGeom>
            <a:avLst/>
            <a:gdLst/>
            <a:ahLst/>
            <a:rect l="0" t="0" r="r" b="b"/>
            <a:pathLst>
              <a:path fill="none" w="4" h="18">
                <a:moveTo>
                  <a:pt x="4" y="18"/>
                </a:moveTo>
                <a:lnTo>
                  <a:pt x="1" y="17"/>
                </a:lnTo>
                <a:lnTo>
                  <a:pt x="1" y="14"/>
                </a:lnTo>
                <a:lnTo>
                  <a:pt x="1" y="11"/>
                </a:lnTo>
                <a:lnTo>
                  <a:pt x="0" y="6"/>
                </a:lnTo>
                <a:lnTo>
                  <a:pt x="1" y="1"/>
                </a:lnTo>
                <a:lnTo>
                  <a:pt x="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2520" rIns="396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7" name=""/>
          <p:cNvSpPr/>
          <p:nvPr/>
        </p:nvSpPr>
        <p:spPr>
          <a:xfrm>
            <a:off x="8064720" y="3758400"/>
            <a:ext cx="2160" cy="6120"/>
          </a:xfrm>
          <a:custGeom>
            <a:avLst/>
            <a:gdLst/>
            <a:ahLst/>
            <a:rect l="0" t="0" r="r" b="b"/>
            <a:pathLst>
              <a:path fill="none" w="6" h="17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4" y="5"/>
                </a:lnTo>
                <a:lnTo>
                  <a:pt x="4" y="8"/>
                </a:lnTo>
                <a:lnTo>
                  <a:pt x="6" y="11"/>
                </a:lnTo>
                <a:lnTo>
                  <a:pt x="4" y="14"/>
                </a:lnTo>
                <a:lnTo>
                  <a:pt x="3" y="17"/>
                </a:lnTo>
                <a:lnTo>
                  <a:pt x="2" y="17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2160" rIns="39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8" name=""/>
          <p:cNvSpPr/>
          <p:nvPr/>
        </p:nvSpPr>
        <p:spPr>
          <a:xfrm>
            <a:off x="8062560" y="3767760"/>
            <a:ext cx="5760" cy="3240"/>
          </a:xfrm>
          <a:custGeom>
            <a:avLst/>
            <a:gdLst/>
            <a:ahLst/>
            <a:rect l="0" t="0" r="r" b="b"/>
            <a:pathLst>
              <a:path fill="none" w="16" h="9">
                <a:moveTo>
                  <a:pt x="0" y="9"/>
                </a:moveTo>
                <a:lnTo>
                  <a:pt x="1" y="8"/>
                </a:lnTo>
                <a:lnTo>
                  <a:pt x="2" y="7"/>
                </a:lnTo>
                <a:lnTo>
                  <a:pt x="5" y="4"/>
                </a:lnTo>
                <a:lnTo>
                  <a:pt x="9" y="1"/>
                </a:lnTo>
                <a:lnTo>
                  <a:pt x="12" y="0"/>
                </a:lnTo>
                <a:lnTo>
                  <a:pt x="14" y="1"/>
                </a:lnTo>
                <a:lnTo>
                  <a:pt x="16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720" rIns="39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9" name=""/>
          <p:cNvSpPr/>
          <p:nvPr/>
        </p:nvSpPr>
        <p:spPr>
          <a:xfrm>
            <a:off x="8063640" y="3771360"/>
            <a:ext cx="5040" cy="3240"/>
          </a:xfrm>
          <a:custGeom>
            <a:avLst/>
            <a:gdLst/>
            <a:ahLst/>
            <a:rect l="0" t="0" r="r" b="b"/>
            <a:pathLst>
              <a:path fill="none" w="14" h="9">
                <a:moveTo>
                  <a:pt x="14" y="0"/>
                </a:moveTo>
                <a:lnTo>
                  <a:pt x="14" y="1"/>
                </a:lnTo>
                <a:lnTo>
                  <a:pt x="14" y="3"/>
                </a:lnTo>
                <a:lnTo>
                  <a:pt x="14" y="6"/>
                </a:lnTo>
                <a:lnTo>
                  <a:pt x="13" y="9"/>
                </a:lnTo>
                <a:lnTo>
                  <a:pt x="11" y="9"/>
                </a:lnTo>
                <a:lnTo>
                  <a:pt x="6" y="8"/>
                </a:lnTo>
                <a:lnTo>
                  <a:pt x="4" y="8"/>
                </a:lnTo>
                <a:lnTo>
                  <a:pt x="0" y="6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720" rIns="39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0" name=""/>
          <p:cNvSpPr/>
          <p:nvPr/>
        </p:nvSpPr>
        <p:spPr>
          <a:xfrm>
            <a:off x="8059320" y="3772080"/>
            <a:ext cx="1440" cy="4680"/>
          </a:xfrm>
          <a:custGeom>
            <a:avLst/>
            <a:gdLst/>
            <a:ahLst/>
            <a:rect l="0" t="0" r="r" b="b"/>
            <a:pathLst>
              <a:path fill="none" w="4" h="13">
                <a:moveTo>
                  <a:pt x="3" y="13"/>
                </a:moveTo>
                <a:lnTo>
                  <a:pt x="1" y="10"/>
                </a:lnTo>
                <a:lnTo>
                  <a:pt x="0" y="8"/>
                </a:lnTo>
                <a:lnTo>
                  <a:pt x="1" y="4"/>
                </a:lnTo>
                <a:lnTo>
                  <a:pt x="3" y="2"/>
                </a:lnTo>
                <a:lnTo>
                  <a:pt x="4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720" rIns="396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1" name=""/>
          <p:cNvSpPr/>
          <p:nvPr/>
        </p:nvSpPr>
        <p:spPr>
          <a:xfrm>
            <a:off x="8055720" y="3777120"/>
            <a:ext cx="5400" cy="3240"/>
          </a:xfrm>
          <a:custGeom>
            <a:avLst/>
            <a:gdLst/>
            <a:ahLst/>
            <a:rect l="0" t="0" r="r" b="b"/>
            <a:pathLst>
              <a:path fill="none" w="15" h="9">
                <a:moveTo>
                  <a:pt x="4" y="9"/>
                </a:moveTo>
                <a:lnTo>
                  <a:pt x="1" y="7"/>
                </a:lnTo>
                <a:lnTo>
                  <a:pt x="0" y="4"/>
                </a:lnTo>
                <a:lnTo>
                  <a:pt x="1" y="0"/>
                </a:lnTo>
                <a:lnTo>
                  <a:pt x="5" y="0"/>
                </a:lnTo>
                <a:lnTo>
                  <a:pt x="8" y="0"/>
                </a:lnTo>
                <a:lnTo>
                  <a:pt x="11" y="1"/>
                </a:lnTo>
                <a:lnTo>
                  <a:pt x="13" y="3"/>
                </a:lnTo>
                <a:lnTo>
                  <a:pt x="15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720" rIns="39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2" name=""/>
          <p:cNvSpPr/>
          <p:nvPr/>
        </p:nvSpPr>
        <p:spPr>
          <a:xfrm>
            <a:off x="8050680" y="3782160"/>
            <a:ext cx="5040" cy="3240"/>
          </a:xfrm>
          <a:custGeom>
            <a:avLst/>
            <a:gdLst/>
            <a:ahLst/>
            <a:rect l="0" t="0" r="r" b="b"/>
            <a:pathLst>
              <a:path fill="none" w="14" h="9">
                <a:moveTo>
                  <a:pt x="0" y="9"/>
                </a:moveTo>
                <a:lnTo>
                  <a:pt x="0" y="6"/>
                </a:lnTo>
                <a:lnTo>
                  <a:pt x="1" y="3"/>
                </a:lnTo>
                <a:lnTo>
                  <a:pt x="5" y="0"/>
                </a:lnTo>
                <a:lnTo>
                  <a:pt x="8" y="0"/>
                </a:lnTo>
                <a:lnTo>
                  <a:pt x="12" y="0"/>
                </a:lnTo>
                <a:lnTo>
                  <a:pt x="14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720" rIns="396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3" name=""/>
          <p:cNvSpPr/>
          <p:nvPr/>
        </p:nvSpPr>
        <p:spPr>
          <a:xfrm>
            <a:off x="8067240" y="3777480"/>
            <a:ext cx="1800" cy="6480"/>
          </a:xfrm>
          <a:custGeom>
            <a:avLst/>
            <a:gdLst/>
            <a:ahLst/>
            <a:rect l="0" t="0" r="r" b="b"/>
            <a:pathLst>
              <a:path fill="none" w="5" h="18">
                <a:moveTo>
                  <a:pt x="0" y="0"/>
                </a:moveTo>
                <a:lnTo>
                  <a:pt x="1" y="1"/>
                </a:lnTo>
                <a:lnTo>
                  <a:pt x="2" y="3"/>
                </a:lnTo>
                <a:lnTo>
                  <a:pt x="5" y="9"/>
                </a:lnTo>
                <a:lnTo>
                  <a:pt x="5" y="11"/>
                </a:lnTo>
                <a:lnTo>
                  <a:pt x="4" y="14"/>
                </a:lnTo>
                <a:lnTo>
                  <a:pt x="4" y="16"/>
                </a:lnTo>
                <a:lnTo>
                  <a:pt x="0" y="18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2520" rIns="396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4" name=""/>
          <p:cNvSpPr/>
          <p:nvPr/>
        </p:nvSpPr>
        <p:spPr>
          <a:xfrm>
            <a:off x="8060040" y="3789360"/>
            <a:ext cx="8280" cy="1800"/>
          </a:xfrm>
          <a:custGeom>
            <a:avLst/>
            <a:gdLst/>
            <a:ahLst/>
            <a:rect l="0" t="0" r="r" b="b"/>
            <a:pathLst>
              <a:path fill="none" w="23" h="5">
                <a:moveTo>
                  <a:pt x="0" y="3"/>
                </a:moveTo>
                <a:lnTo>
                  <a:pt x="2" y="2"/>
                </a:lnTo>
                <a:lnTo>
                  <a:pt x="6" y="0"/>
                </a:lnTo>
                <a:lnTo>
                  <a:pt x="11" y="1"/>
                </a:lnTo>
                <a:lnTo>
                  <a:pt x="16" y="2"/>
                </a:lnTo>
                <a:lnTo>
                  <a:pt x="22" y="3"/>
                </a:lnTo>
                <a:lnTo>
                  <a:pt x="23" y="5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160" rIns="39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5" name=""/>
          <p:cNvSpPr/>
          <p:nvPr/>
        </p:nvSpPr>
        <p:spPr>
          <a:xfrm>
            <a:off x="8060400" y="3791520"/>
            <a:ext cx="7560" cy="2160"/>
          </a:xfrm>
          <a:custGeom>
            <a:avLst/>
            <a:gdLst/>
            <a:ahLst/>
            <a:rect l="0" t="0" r="r" b="b"/>
            <a:pathLst>
              <a:path fill="none" w="21" h="6">
                <a:moveTo>
                  <a:pt x="21" y="3"/>
                </a:moveTo>
                <a:lnTo>
                  <a:pt x="19" y="5"/>
                </a:lnTo>
                <a:lnTo>
                  <a:pt x="15" y="6"/>
                </a:lnTo>
                <a:lnTo>
                  <a:pt x="11" y="5"/>
                </a:lnTo>
                <a:lnTo>
                  <a:pt x="6" y="4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6" name=""/>
          <p:cNvSpPr/>
          <p:nvPr/>
        </p:nvSpPr>
        <p:spPr>
          <a:xfrm>
            <a:off x="8076240" y="37969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0"/>
                </a:moveTo>
                <a:lnTo>
                  <a:pt x="0" y="1"/>
                </a:lnTo>
                <a:lnTo>
                  <a:pt x="2" y="2"/>
                </a:lnTo>
                <a:lnTo>
                  <a:pt x="2" y="4"/>
                </a:lnTo>
                <a:lnTo>
                  <a:pt x="3" y="4"/>
                </a:lnTo>
                <a:lnTo>
                  <a:pt x="5" y="2"/>
                </a:lnTo>
                <a:lnTo>
                  <a:pt x="5" y="1"/>
                </a:lnTo>
                <a:lnTo>
                  <a:pt x="3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7" name=""/>
          <p:cNvSpPr/>
          <p:nvPr/>
        </p:nvSpPr>
        <p:spPr>
          <a:xfrm>
            <a:off x="8053560" y="38916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6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5" y="3"/>
                </a:lnTo>
                <a:lnTo>
                  <a:pt x="5" y="2"/>
                </a:lnTo>
                <a:lnTo>
                  <a:pt x="4" y="2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1800" rIns="396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8" name=""/>
          <p:cNvSpPr/>
          <p:nvPr/>
        </p:nvSpPr>
        <p:spPr>
          <a:xfrm>
            <a:off x="8053920" y="38977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3"/>
                </a:moveTo>
                <a:lnTo>
                  <a:pt x="6" y="1"/>
                </a:lnTo>
                <a:lnTo>
                  <a:pt x="5" y="1"/>
                </a:lnTo>
                <a:lnTo>
                  <a:pt x="5" y="0"/>
                </a:lnTo>
                <a:lnTo>
                  <a:pt x="3" y="0"/>
                </a:lnTo>
                <a:lnTo>
                  <a:pt x="1" y="1"/>
                </a:lnTo>
                <a:lnTo>
                  <a:pt x="0" y="3"/>
                </a:lnTo>
                <a:lnTo>
                  <a:pt x="0" y="4"/>
                </a:lnTo>
                <a:lnTo>
                  <a:pt x="3" y="4"/>
                </a:lnTo>
                <a:lnTo>
                  <a:pt x="4" y="4"/>
                </a:lnTo>
                <a:lnTo>
                  <a:pt x="5" y="3"/>
                </a:lnTo>
                <a:lnTo>
                  <a:pt x="6" y="3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9" name=""/>
          <p:cNvSpPr/>
          <p:nvPr/>
        </p:nvSpPr>
        <p:spPr>
          <a:xfrm>
            <a:off x="8035560" y="3900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1"/>
                </a:moveTo>
                <a:lnTo>
                  <a:pt x="5" y="0"/>
                </a:lnTo>
                <a:lnTo>
                  <a:pt x="4" y="0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-2520" rIns="396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0" name=""/>
          <p:cNvSpPr/>
          <p:nvPr/>
        </p:nvSpPr>
        <p:spPr>
          <a:xfrm>
            <a:off x="8017560" y="3903840"/>
            <a:ext cx="84600" cy="28800"/>
          </a:xfrm>
          <a:custGeom>
            <a:avLst/>
            <a:gdLst/>
            <a:ahLst/>
            <a:rect l="0" t="0" r="r" b="b"/>
            <a:pathLst>
              <a:path fill="none" w="235" h="80">
                <a:moveTo>
                  <a:pt x="0" y="80"/>
                </a:moveTo>
                <a:lnTo>
                  <a:pt x="13" y="76"/>
                </a:lnTo>
                <a:lnTo>
                  <a:pt x="28" y="73"/>
                </a:lnTo>
                <a:lnTo>
                  <a:pt x="43" y="68"/>
                </a:lnTo>
                <a:lnTo>
                  <a:pt x="59" y="64"/>
                </a:lnTo>
                <a:lnTo>
                  <a:pt x="69" y="61"/>
                </a:lnTo>
                <a:lnTo>
                  <a:pt x="82" y="58"/>
                </a:lnTo>
                <a:lnTo>
                  <a:pt x="99" y="54"/>
                </a:lnTo>
                <a:lnTo>
                  <a:pt x="113" y="50"/>
                </a:lnTo>
                <a:lnTo>
                  <a:pt x="127" y="46"/>
                </a:lnTo>
                <a:lnTo>
                  <a:pt x="141" y="41"/>
                </a:lnTo>
                <a:lnTo>
                  <a:pt x="156" y="36"/>
                </a:lnTo>
                <a:lnTo>
                  <a:pt x="168" y="31"/>
                </a:lnTo>
                <a:lnTo>
                  <a:pt x="177" y="27"/>
                </a:lnTo>
                <a:lnTo>
                  <a:pt x="187" y="23"/>
                </a:lnTo>
                <a:lnTo>
                  <a:pt x="198" y="18"/>
                </a:lnTo>
                <a:lnTo>
                  <a:pt x="207" y="14"/>
                </a:lnTo>
                <a:lnTo>
                  <a:pt x="217" y="9"/>
                </a:lnTo>
                <a:lnTo>
                  <a:pt x="228" y="4"/>
                </a:lnTo>
                <a:lnTo>
                  <a:pt x="235" y="0"/>
                </a:lnTo>
              </a:path>
            </a:pathLst>
          </a:custGeom>
          <a:ln w="7920">
            <a:solidFill>
              <a:srgbClr val="4D4D4D"/>
            </a:solidFill>
            <a:round/>
          </a:ln>
        </p:spPr>
        <p:txBody>
          <a:bodyPr lIns="3960" tIns="3960" rIns="3960" bIns="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1" name=""/>
          <p:cNvSpPr txBox="1"/>
          <p:nvPr/>
        </p:nvSpPr>
        <p:spPr>
          <a:xfrm>
            <a:off x="2525040" y="113760"/>
            <a:ext cx="2045160" cy="120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5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a  1,029 new records (colour = year)</a:t>
            </a:r>
            <a:endParaRPr lang="en-US" sz="9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pic>
        <p:nvPicPr>
          <p:cNvPr id="6082" name=""/>
          <p:cNvPicPr/>
          <p:nvPr/>
        </p:nvPicPr>
        <p:blipFill>
          <a:blip r:embed="rId2"/>
          <a:srcRect l="330" r="660" t="33332" b="33335"/>
          <a:stretch/>
        </p:blipFill>
        <p:spPr>
          <a:xfrm>
            <a:off x="6925818" y="4004424"/>
            <a:ext cx="1980006" cy="108001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6083" name=""/>
          <p:cNvSpPr/>
          <p:nvPr/>
        </p:nvSpPr>
        <p:spPr>
          <a:xfrm>
            <a:off x="6928920" y="4068360"/>
            <a:ext cx="0" cy="4392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4" name=""/>
          <p:cNvSpPr/>
          <p:nvPr/>
        </p:nvSpPr>
        <p:spPr>
          <a:xfrm>
            <a:off x="7598880" y="4068360"/>
            <a:ext cx="0" cy="4392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5" name=""/>
          <p:cNvSpPr/>
          <p:nvPr/>
        </p:nvSpPr>
        <p:spPr>
          <a:xfrm>
            <a:off x="8257680" y="4068360"/>
            <a:ext cx="0" cy="4392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6" name=""/>
          <p:cNvSpPr/>
          <p:nvPr/>
        </p:nvSpPr>
        <p:spPr>
          <a:xfrm>
            <a:off x="8902440" y="4068360"/>
            <a:ext cx="0" cy="4392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7" name=""/>
          <p:cNvSpPr/>
          <p:nvPr/>
        </p:nvSpPr>
        <p:spPr>
          <a:xfrm flipV="1">
            <a:off x="6928920" y="4004280"/>
            <a:ext cx="0" cy="4392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8" name=""/>
          <p:cNvSpPr/>
          <p:nvPr/>
        </p:nvSpPr>
        <p:spPr>
          <a:xfrm flipV="1">
            <a:off x="7598880" y="4004280"/>
            <a:ext cx="0" cy="4392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9" name=""/>
          <p:cNvSpPr/>
          <p:nvPr/>
        </p:nvSpPr>
        <p:spPr>
          <a:xfrm flipV="1">
            <a:off x="8257680" y="4004280"/>
            <a:ext cx="0" cy="4392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0" name=""/>
          <p:cNvSpPr/>
          <p:nvPr/>
        </p:nvSpPr>
        <p:spPr>
          <a:xfrm flipV="1">
            <a:off x="8902440" y="4004280"/>
            <a:ext cx="0" cy="4392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2160" rIns="216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1" name=""/>
          <p:cNvSpPr txBox="1"/>
          <p:nvPr/>
        </p:nvSpPr>
        <p:spPr>
          <a:xfrm>
            <a:off x="5738400" y="4087080"/>
            <a:ext cx="1181160" cy="102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0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Cumulative new records</a:t>
            </a:r>
            <a:endParaRPr lang="en-US" sz="8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2" name=""/>
          <p:cNvSpPr txBox="1"/>
          <p:nvPr/>
        </p:nvSpPr>
        <p:spPr>
          <a:xfrm>
            <a:off x="6878160" y="4169520"/>
            <a:ext cx="10764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11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3" name=""/>
          <p:cNvSpPr txBox="1"/>
          <p:nvPr/>
        </p:nvSpPr>
        <p:spPr>
          <a:xfrm>
            <a:off x="7548120" y="4169520"/>
            <a:ext cx="10764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20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4" name=""/>
          <p:cNvSpPr txBox="1"/>
          <p:nvPr/>
        </p:nvSpPr>
        <p:spPr>
          <a:xfrm>
            <a:off x="8206920" y="4169520"/>
            <a:ext cx="10764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36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5" name=""/>
          <p:cNvSpPr txBox="1"/>
          <p:nvPr/>
        </p:nvSpPr>
        <p:spPr>
          <a:xfrm>
            <a:off x="8851680" y="4169520"/>
            <a:ext cx="10764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64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6" name=""/>
          <p:cNvSpPr/>
          <p:nvPr/>
        </p:nvSpPr>
        <p:spPr>
          <a:xfrm>
            <a:off x="69480" y="4270680"/>
            <a:ext cx="5434920" cy="3718440"/>
          </a:xfrm>
          <a:custGeom>
            <a:avLst/>
            <a:gdLst/>
            <a:ahLst/>
            <a:rect l="0" t="0" r="r" b="b"/>
            <a:pathLst>
              <a:path w="15097" h="10329">
                <a:moveTo>
                  <a:pt x="0" y="0"/>
                </a:moveTo>
                <a:lnTo>
                  <a:pt x="15097" y="0"/>
                </a:lnTo>
                <a:lnTo>
                  <a:pt x="15097" y="10329"/>
                </a:lnTo>
                <a:lnTo>
                  <a:pt x="0" y="10329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cap="rnd" w="10800">
            <a:solidFill>
              <a:srgbClr val="FFFFFF"/>
            </a:solidFill>
            <a:round/>
          </a:ln>
        </p:spPr>
        <p:txBody>
          <a:bodyPr lIns="5400" tIns="5400" rIns="5400" bIns="54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7" name=""/>
          <p:cNvSpPr/>
          <p:nvPr/>
        </p:nvSpPr>
        <p:spPr>
          <a:xfrm>
            <a:off x="5504040" y="4270680"/>
            <a:ext cx="5577120" cy="3718440"/>
          </a:xfrm>
          <a:custGeom>
            <a:avLst/>
            <a:gdLst/>
            <a:ahLst/>
            <a:rect l="0" t="0" r="r" b="b"/>
            <a:pathLst>
              <a:path w="15492" h="10329">
                <a:moveTo>
                  <a:pt x="0" y="0"/>
                </a:moveTo>
                <a:lnTo>
                  <a:pt x="15492" y="0"/>
                </a:lnTo>
                <a:lnTo>
                  <a:pt x="15492" y="10329"/>
                </a:lnTo>
                <a:lnTo>
                  <a:pt x="0" y="10329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cap="rnd" w="10800">
            <a:solidFill>
              <a:srgbClr val="FFFFFF"/>
            </a:solidFill>
            <a:round/>
          </a:ln>
        </p:spPr>
        <p:txBody>
          <a:bodyPr lIns="5400" tIns="5400" rIns="5400" bIns="54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8" name=""/>
          <p:cNvSpPr/>
          <p:nvPr/>
        </p:nvSpPr>
        <p:spPr>
          <a:xfrm>
            <a:off x="421920" y="4682880"/>
            <a:ext cx="5025600" cy="2943360"/>
          </a:xfrm>
          <a:custGeom>
            <a:avLst/>
            <a:gdLst/>
            <a:ahLst/>
            <a:rect l="0" t="0" r="r" b="b"/>
            <a:pathLst>
              <a:path w="13960" h="8176">
                <a:moveTo>
                  <a:pt x="0" y="0"/>
                </a:moveTo>
                <a:lnTo>
                  <a:pt x="13960" y="0"/>
                </a:lnTo>
                <a:lnTo>
                  <a:pt x="13960" y="8176"/>
                </a:lnTo>
                <a:lnTo>
                  <a:pt x="0" y="8176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9" name=""/>
          <p:cNvSpPr/>
          <p:nvPr/>
        </p:nvSpPr>
        <p:spPr>
          <a:xfrm>
            <a:off x="5073840" y="4943160"/>
            <a:ext cx="145440" cy="2683080"/>
          </a:xfrm>
          <a:custGeom>
            <a:avLst/>
            <a:gdLst/>
            <a:ahLst/>
            <a:rect l="0" t="0" r="r" b="b"/>
            <a:pathLst>
              <a:path w="404" h="7453">
                <a:moveTo>
                  <a:pt x="0" y="0"/>
                </a:moveTo>
                <a:lnTo>
                  <a:pt x="404" y="0"/>
                </a:lnTo>
                <a:lnTo>
                  <a:pt x="404" y="7453"/>
                </a:lnTo>
                <a:lnTo>
                  <a:pt x="0" y="7453"/>
                </a:lnTo>
                <a:lnTo>
                  <a:pt x="0" y="0"/>
                </a:lnTo>
                <a:close/>
              </a:path>
            </a:pathLst>
          </a:custGeom>
          <a:solidFill>
            <a:srgbClr val="D73027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0" name=""/>
          <p:cNvSpPr/>
          <p:nvPr/>
        </p:nvSpPr>
        <p:spPr>
          <a:xfrm>
            <a:off x="2950560" y="6409440"/>
            <a:ext cx="145440" cy="1216800"/>
          </a:xfrm>
          <a:custGeom>
            <a:avLst/>
            <a:gdLst/>
            <a:ahLst/>
            <a:rect l="0" t="0" r="r" b="b"/>
            <a:pathLst>
              <a:path w="404" h="3380">
                <a:moveTo>
                  <a:pt x="0" y="0"/>
                </a:moveTo>
                <a:lnTo>
                  <a:pt x="404" y="0"/>
                </a:lnTo>
                <a:lnTo>
                  <a:pt x="404" y="3380"/>
                </a:lnTo>
                <a:lnTo>
                  <a:pt x="0" y="3380"/>
                </a:lnTo>
                <a:lnTo>
                  <a:pt x="0" y="0"/>
                </a:lnTo>
                <a:close/>
              </a:path>
            </a:pathLst>
          </a:custGeom>
          <a:solidFill>
            <a:srgbClr val="FFFBB9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01" name=""/>
          <p:cNvSpPr/>
          <p:nvPr/>
        </p:nvSpPr>
        <p:spPr>
          <a:xfrm>
            <a:off x="4719960" y="5348520"/>
            <a:ext cx="145440" cy="2277720"/>
          </a:xfrm>
          <a:custGeom>
            <a:avLst/>
            <a:gdLst/>
            <a:ahLst/>
            <a:rect l="0" t="0" r="r" b="b"/>
            <a:pathLst>
              <a:path w="404" h="6327">
                <a:moveTo>
                  <a:pt x="0" y="0"/>
                </a:moveTo>
                <a:lnTo>
                  <a:pt x="404" y="0"/>
                </a:lnTo>
                <a:lnTo>
                  <a:pt x="404" y="6327"/>
                </a:lnTo>
                <a:lnTo>
                  <a:pt x="0" y="6327"/>
                </a:lnTo>
                <a:lnTo>
                  <a:pt x="0" y="0"/>
                </a:lnTo>
                <a:close/>
              </a:path>
            </a:pathLst>
          </a:custGeom>
          <a:solidFill>
            <a:srgbClr val="EA613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2" name=""/>
          <p:cNvSpPr/>
          <p:nvPr/>
        </p:nvSpPr>
        <p:spPr>
          <a:xfrm>
            <a:off x="3304440" y="6596640"/>
            <a:ext cx="145440" cy="1029600"/>
          </a:xfrm>
          <a:custGeom>
            <a:avLst/>
            <a:gdLst/>
            <a:ahLst/>
            <a:rect l="0" t="0" r="r" b="b"/>
            <a:pathLst>
              <a:path w="404" h="2860">
                <a:moveTo>
                  <a:pt x="0" y="0"/>
                </a:moveTo>
                <a:lnTo>
                  <a:pt x="404" y="0"/>
                </a:lnTo>
                <a:lnTo>
                  <a:pt x="404" y="2860"/>
                </a:lnTo>
                <a:lnTo>
                  <a:pt x="0" y="2860"/>
                </a:lnTo>
                <a:lnTo>
                  <a:pt x="0" y="0"/>
                </a:lnTo>
                <a:close/>
              </a:path>
            </a:pathLst>
          </a:custGeom>
          <a:solidFill>
            <a:srgbClr val="FFECA3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03" name=""/>
          <p:cNvSpPr/>
          <p:nvPr/>
        </p:nvSpPr>
        <p:spPr>
          <a:xfrm>
            <a:off x="4188960" y="6346800"/>
            <a:ext cx="145440" cy="1279440"/>
          </a:xfrm>
          <a:custGeom>
            <a:avLst/>
            <a:gdLst/>
            <a:ahLst/>
            <a:rect l="0" t="0" r="r" b="b"/>
            <a:pathLst>
              <a:path w="404" h="3554">
                <a:moveTo>
                  <a:pt x="0" y="0"/>
                </a:moveTo>
                <a:lnTo>
                  <a:pt x="404" y="0"/>
                </a:lnTo>
                <a:lnTo>
                  <a:pt x="404" y="3554"/>
                </a:lnTo>
                <a:lnTo>
                  <a:pt x="0" y="3554"/>
                </a:lnTo>
                <a:lnTo>
                  <a:pt x="0" y="0"/>
                </a:lnTo>
                <a:close/>
              </a:path>
            </a:pathLst>
          </a:custGeom>
          <a:solidFill>
            <a:srgbClr val="FE9E64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04" name=""/>
          <p:cNvSpPr/>
          <p:nvPr/>
        </p:nvSpPr>
        <p:spPr>
          <a:xfrm>
            <a:off x="2419560" y="6159600"/>
            <a:ext cx="145800" cy="1466640"/>
          </a:xfrm>
          <a:custGeom>
            <a:avLst/>
            <a:gdLst/>
            <a:ahLst/>
            <a:rect l="0" t="0" r="r" b="b"/>
            <a:pathLst>
              <a:path w="405" h="4074">
                <a:moveTo>
                  <a:pt x="0" y="0"/>
                </a:moveTo>
                <a:lnTo>
                  <a:pt x="405" y="0"/>
                </a:lnTo>
                <a:lnTo>
                  <a:pt x="405" y="4074"/>
                </a:lnTo>
                <a:lnTo>
                  <a:pt x="0" y="4074"/>
                </a:lnTo>
                <a:lnTo>
                  <a:pt x="0" y="0"/>
                </a:lnTo>
                <a:close/>
              </a:path>
            </a:pathLst>
          </a:custGeom>
          <a:solidFill>
            <a:srgbClr val="EEF8E1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05" name=""/>
          <p:cNvSpPr/>
          <p:nvPr/>
        </p:nvSpPr>
        <p:spPr>
          <a:xfrm>
            <a:off x="2065680" y="7064640"/>
            <a:ext cx="145800" cy="561600"/>
          </a:xfrm>
          <a:custGeom>
            <a:avLst/>
            <a:gdLst/>
            <a:ahLst/>
            <a:rect l="0" t="0" r="r" b="b"/>
            <a:pathLst>
              <a:path w="405" h="1560">
                <a:moveTo>
                  <a:pt x="0" y="0"/>
                </a:moveTo>
                <a:lnTo>
                  <a:pt x="405" y="0"/>
                </a:lnTo>
                <a:lnTo>
                  <a:pt x="405" y="1560"/>
                </a:lnTo>
                <a:lnTo>
                  <a:pt x="0" y="1560"/>
                </a:lnTo>
                <a:lnTo>
                  <a:pt x="0" y="0"/>
                </a:lnTo>
                <a:close/>
              </a:path>
            </a:pathLst>
          </a:custGeom>
          <a:solidFill>
            <a:srgbClr val="DAEFF6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06" name=""/>
          <p:cNvSpPr/>
          <p:nvPr/>
        </p:nvSpPr>
        <p:spPr>
          <a:xfrm>
            <a:off x="4542840" y="5691960"/>
            <a:ext cx="145440" cy="1934280"/>
          </a:xfrm>
          <a:custGeom>
            <a:avLst/>
            <a:gdLst/>
            <a:ahLst/>
            <a:rect l="0" t="0" r="r" b="b"/>
            <a:pathLst>
              <a:path w="404" h="5373">
                <a:moveTo>
                  <a:pt x="0" y="0"/>
                </a:moveTo>
                <a:lnTo>
                  <a:pt x="404" y="0"/>
                </a:lnTo>
                <a:lnTo>
                  <a:pt x="404" y="5373"/>
                </a:lnTo>
                <a:lnTo>
                  <a:pt x="0" y="5373"/>
                </a:lnTo>
                <a:lnTo>
                  <a:pt x="0" y="0"/>
                </a:lnTo>
                <a:close/>
              </a:path>
            </a:pathLst>
          </a:custGeom>
          <a:solidFill>
            <a:srgbClr val="F2764A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7" name=""/>
          <p:cNvSpPr/>
          <p:nvPr/>
        </p:nvSpPr>
        <p:spPr>
          <a:xfrm>
            <a:off x="4366080" y="5816520"/>
            <a:ext cx="145440" cy="1809720"/>
          </a:xfrm>
          <a:custGeom>
            <a:avLst/>
            <a:gdLst/>
            <a:ahLst/>
            <a:rect l="0" t="0" r="r" b="b"/>
            <a:pathLst>
              <a:path w="404" h="5027">
                <a:moveTo>
                  <a:pt x="0" y="0"/>
                </a:moveTo>
                <a:lnTo>
                  <a:pt x="404" y="0"/>
                </a:lnTo>
                <a:lnTo>
                  <a:pt x="404" y="5027"/>
                </a:lnTo>
                <a:lnTo>
                  <a:pt x="0" y="5027"/>
                </a:lnTo>
                <a:lnTo>
                  <a:pt x="0" y="0"/>
                </a:lnTo>
                <a:close/>
              </a:path>
            </a:pathLst>
          </a:custGeom>
          <a:solidFill>
            <a:srgbClr val="FB8A57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08" name=""/>
          <p:cNvSpPr/>
          <p:nvPr/>
        </p:nvSpPr>
        <p:spPr>
          <a:xfrm>
            <a:off x="1888920" y="6814800"/>
            <a:ext cx="145440" cy="811440"/>
          </a:xfrm>
          <a:custGeom>
            <a:avLst/>
            <a:gdLst/>
            <a:ahLst/>
            <a:rect l="0" t="0" r="r" b="b"/>
            <a:pathLst>
              <a:path w="404" h="2254">
                <a:moveTo>
                  <a:pt x="0" y="0"/>
                </a:moveTo>
                <a:lnTo>
                  <a:pt x="404" y="0"/>
                </a:lnTo>
                <a:lnTo>
                  <a:pt x="404" y="2254"/>
                </a:lnTo>
                <a:lnTo>
                  <a:pt x="0" y="2254"/>
                </a:lnTo>
                <a:lnTo>
                  <a:pt x="0" y="0"/>
                </a:lnTo>
                <a:close/>
              </a:path>
            </a:pathLst>
          </a:custGeom>
          <a:solidFill>
            <a:srgbClr val="C7E2EF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09" name=""/>
          <p:cNvSpPr/>
          <p:nvPr/>
        </p:nvSpPr>
        <p:spPr>
          <a:xfrm>
            <a:off x="2773440" y="6908400"/>
            <a:ext cx="145440" cy="717840"/>
          </a:xfrm>
          <a:custGeom>
            <a:avLst/>
            <a:gdLst/>
            <a:ahLst/>
            <a:rect l="0" t="0" r="r" b="b"/>
            <a:pathLst>
              <a:path w="404" h="1994">
                <a:moveTo>
                  <a:pt x="0" y="0"/>
                </a:moveTo>
                <a:lnTo>
                  <a:pt x="404" y="0"/>
                </a:lnTo>
                <a:lnTo>
                  <a:pt x="404" y="1994"/>
                </a:lnTo>
                <a:lnTo>
                  <a:pt x="0" y="1994"/>
                </a:lnTo>
                <a:lnTo>
                  <a:pt x="0" y="0"/>
                </a:lnTo>
                <a:close/>
              </a:path>
            </a:pathLst>
          </a:custGeom>
          <a:solidFill>
            <a:srgbClr val="FCFEC6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10" name=""/>
          <p:cNvSpPr/>
          <p:nvPr/>
        </p:nvSpPr>
        <p:spPr>
          <a:xfrm>
            <a:off x="3835080" y="5910120"/>
            <a:ext cx="145440" cy="1716120"/>
          </a:xfrm>
          <a:custGeom>
            <a:avLst/>
            <a:gdLst/>
            <a:ahLst/>
            <a:rect l="0" t="0" r="r" b="b"/>
            <a:pathLst>
              <a:path w="404" h="4767">
                <a:moveTo>
                  <a:pt x="0" y="0"/>
                </a:moveTo>
                <a:lnTo>
                  <a:pt x="404" y="0"/>
                </a:lnTo>
                <a:lnTo>
                  <a:pt x="404" y="4767"/>
                </a:lnTo>
                <a:lnTo>
                  <a:pt x="0" y="4767"/>
                </a:lnTo>
                <a:lnTo>
                  <a:pt x="0" y="0"/>
                </a:lnTo>
                <a:close/>
              </a:path>
            </a:pathLst>
          </a:custGeom>
          <a:solidFill>
            <a:srgbClr val="FFC67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11" name=""/>
          <p:cNvSpPr/>
          <p:nvPr/>
        </p:nvSpPr>
        <p:spPr>
          <a:xfrm>
            <a:off x="4896720" y="4849560"/>
            <a:ext cx="145440" cy="2776680"/>
          </a:xfrm>
          <a:custGeom>
            <a:avLst/>
            <a:gdLst/>
            <a:ahLst/>
            <a:rect l="0" t="0" r="r" b="b"/>
            <a:pathLst>
              <a:path w="404" h="7713">
                <a:moveTo>
                  <a:pt x="0" y="0"/>
                </a:moveTo>
                <a:lnTo>
                  <a:pt x="404" y="0"/>
                </a:lnTo>
                <a:lnTo>
                  <a:pt x="404" y="7713"/>
                </a:lnTo>
                <a:lnTo>
                  <a:pt x="0" y="7713"/>
                </a:lnTo>
                <a:lnTo>
                  <a:pt x="0" y="0"/>
                </a:lnTo>
                <a:close/>
              </a:path>
            </a:pathLst>
          </a:custGeom>
          <a:solidFill>
            <a:srgbClr val="E14B32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2" name=""/>
          <p:cNvSpPr/>
          <p:nvPr/>
        </p:nvSpPr>
        <p:spPr>
          <a:xfrm>
            <a:off x="4012200" y="5442120"/>
            <a:ext cx="145440" cy="2184120"/>
          </a:xfrm>
          <a:custGeom>
            <a:avLst/>
            <a:gdLst/>
            <a:ahLst/>
            <a:rect l="0" t="0" r="r" b="b"/>
            <a:pathLst>
              <a:path w="404" h="6067">
                <a:moveTo>
                  <a:pt x="0" y="0"/>
                </a:moveTo>
                <a:lnTo>
                  <a:pt x="404" y="0"/>
                </a:lnTo>
                <a:lnTo>
                  <a:pt x="404" y="6067"/>
                </a:lnTo>
                <a:lnTo>
                  <a:pt x="0" y="6067"/>
                </a:lnTo>
                <a:lnTo>
                  <a:pt x="0" y="0"/>
                </a:lnTo>
                <a:close/>
              </a:path>
            </a:pathLst>
          </a:custGeom>
          <a:solidFill>
            <a:srgbClr val="FFB271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13" name=""/>
          <p:cNvSpPr/>
          <p:nvPr/>
        </p:nvSpPr>
        <p:spPr>
          <a:xfrm>
            <a:off x="1181160" y="7345080"/>
            <a:ext cx="145440" cy="281160"/>
          </a:xfrm>
          <a:custGeom>
            <a:avLst/>
            <a:gdLst/>
            <a:ahLst/>
            <a:rect l="0" t="0" r="r" b="b"/>
            <a:pathLst>
              <a:path w="404" h="781">
                <a:moveTo>
                  <a:pt x="0" y="0"/>
                </a:moveTo>
                <a:lnTo>
                  <a:pt x="404" y="0"/>
                </a:lnTo>
                <a:lnTo>
                  <a:pt x="404" y="781"/>
                </a:lnTo>
                <a:lnTo>
                  <a:pt x="0" y="781"/>
                </a:lnTo>
                <a:lnTo>
                  <a:pt x="0" y="0"/>
                </a:lnTo>
                <a:close/>
              </a:path>
            </a:pathLst>
          </a:custGeom>
          <a:solidFill>
            <a:srgbClr val="7DAAD0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14" name=""/>
          <p:cNvSpPr/>
          <p:nvPr/>
        </p:nvSpPr>
        <p:spPr>
          <a:xfrm>
            <a:off x="3127320" y="6190920"/>
            <a:ext cx="145440" cy="1435320"/>
          </a:xfrm>
          <a:custGeom>
            <a:avLst/>
            <a:gdLst/>
            <a:ahLst/>
            <a:rect l="0" t="0" r="r" b="b"/>
            <a:pathLst>
              <a:path w="404" h="3987">
                <a:moveTo>
                  <a:pt x="0" y="0"/>
                </a:moveTo>
                <a:lnTo>
                  <a:pt x="404" y="0"/>
                </a:lnTo>
                <a:lnTo>
                  <a:pt x="404" y="3987"/>
                </a:lnTo>
                <a:lnTo>
                  <a:pt x="0" y="3987"/>
                </a:lnTo>
                <a:lnTo>
                  <a:pt x="0" y="0"/>
                </a:lnTo>
                <a:close/>
              </a:path>
            </a:pathLst>
          </a:custGeom>
          <a:solidFill>
            <a:srgbClr val="FFF4A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15" name=""/>
          <p:cNvSpPr/>
          <p:nvPr/>
        </p:nvSpPr>
        <p:spPr>
          <a:xfrm>
            <a:off x="3481200" y="6378120"/>
            <a:ext cx="145440" cy="1248120"/>
          </a:xfrm>
          <a:custGeom>
            <a:avLst/>
            <a:gdLst/>
            <a:ahLst/>
            <a:rect l="0" t="0" r="r" b="b"/>
            <a:pathLst>
              <a:path w="404" h="3467">
                <a:moveTo>
                  <a:pt x="0" y="0"/>
                </a:moveTo>
                <a:lnTo>
                  <a:pt x="404" y="0"/>
                </a:lnTo>
                <a:lnTo>
                  <a:pt x="404" y="3467"/>
                </a:lnTo>
                <a:lnTo>
                  <a:pt x="0" y="3467"/>
                </a:lnTo>
                <a:lnTo>
                  <a:pt x="0" y="0"/>
                </a:lnTo>
                <a:close/>
              </a:path>
            </a:pathLst>
          </a:custGeom>
          <a:solidFill>
            <a:srgbClr val="FEE597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16" name=""/>
          <p:cNvSpPr/>
          <p:nvPr/>
        </p:nvSpPr>
        <p:spPr>
          <a:xfrm>
            <a:off x="3658320" y="5567040"/>
            <a:ext cx="145440" cy="2059200"/>
          </a:xfrm>
          <a:custGeom>
            <a:avLst/>
            <a:gdLst/>
            <a:ahLst/>
            <a:rect l="0" t="0" r="r" b="b"/>
            <a:pathLst>
              <a:path w="404" h="5720">
                <a:moveTo>
                  <a:pt x="0" y="0"/>
                </a:moveTo>
                <a:lnTo>
                  <a:pt x="404" y="0"/>
                </a:lnTo>
                <a:lnTo>
                  <a:pt x="404" y="5720"/>
                </a:lnTo>
                <a:lnTo>
                  <a:pt x="0" y="5720"/>
                </a:lnTo>
                <a:lnTo>
                  <a:pt x="0" y="0"/>
                </a:lnTo>
                <a:close/>
              </a:path>
            </a:pathLst>
          </a:custGeom>
          <a:solidFill>
            <a:srgbClr val="FEDA8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17" name=""/>
          <p:cNvSpPr/>
          <p:nvPr/>
        </p:nvSpPr>
        <p:spPr>
          <a:xfrm>
            <a:off x="827280" y="7314120"/>
            <a:ext cx="145440" cy="312120"/>
          </a:xfrm>
          <a:custGeom>
            <a:avLst/>
            <a:gdLst/>
            <a:ahLst/>
            <a:rect l="0" t="0" r="r" b="b"/>
            <a:pathLst>
              <a:path w="404" h="867">
                <a:moveTo>
                  <a:pt x="0" y="0"/>
                </a:moveTo>
                <a:lnTo>
                  <a:pt x="404" y="0"/>
                </a:lnTo>
                <a:lnTo>
                  <a:pt x="404" y="867"/>
                </a:lnTo>
                <a:lnTo>
                  <a:pt x="0" y="867"/>
                </a:lnTo>
                <a:lnTo>
                  <a:pt x="0" y="0"/>
                </a:lnTo>
                <a:close/>
              </a:path>
            </a:pathLst>
          </a:custGeom>
          <a:solidFill>
            <a:srgbClr val="5986BD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8" name=""/>
          <p:cNvSpPr/>
          <p:nvPr/>
        </p:nvSpPr>
        <p:spPr>
          <a:xfrm>
            <a:off x="2596680" y="6409440"/>
            <a:ext cx="145440" cy="1216800"/>
          </a:xfrm>
          <a:custGeom>
            <a:avLst/>
            <a:gdLst/>
            <a:ahLst/>
            <a:rect l="0" t="0" r="r" b="b"/>
            <a:pathLst>
              <a:path w="404" h="3380">
                <a:moveTo>
                  <a:pt x="0" y="0"/>
                </a:moveTo>
                <a:lnTo>
                  <a:pt x="404" y="0"/>
                </a:lnTo>
                <a:lnTo>
                  <a:pt x="404" y="3380"/>
                </a:lnTo>
                <a:lnTo>
                  <a:pt x="0" y="3380"/>
                </a:lnTo>
                <a:lnTo>
                  <a:pt x="0" y="0"/>
                </a:lnTo>
                <a:close/>
              </a:path>
            </a:pathLst>
          </a:custGeom>
          <a:solidFill>
            <a:srgbClr val="F5FBD4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19" name=""/>
          <p:cNvSpPr/>
          <p:nvPr/>
        </p:nvSpPr>
        <p:spPr>
          <a:xfrm>
            <a:off x="1712160" y="6066000"/>
            <a:ext cx="145440" cy="1560240"/>
          </a:xfrm>
          <a:custGeom>
            <a:avLst/>
            <a:gdLst/>
            <a:ahLst/>
            <a:rect l="0" t="0" r="r" b="b"/>
            <a:pathLst>
              <a:path w="404" h="4334">
                <a:moveTo>
                  <a:pt x="0" y="0"/>
                </a:moveTo>
                <a:lnTo>
                  <a:pt x="404" y="0"/>
                </a:lnTo>
                <a:lnTo>
                  <a:pt x="404" y="4334"/>
                </a:lnTo>
                <a:lnTo>
                  <a:pt x="0" y="4334"/>
                </a:lnTo>
                <a:lnTo>
                  <a:pt x="0" y="0"/>
                </a:lnTo>
                <a:close/>
              </a:path>
            </a:pathLst>
          </a:custGeom>
          <a:solidFill>
            <a:srgbClr val="B4D6E8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20" name=""/>
          <p:cNvSpPr/>
          <p:nvPr/>
        </p:nvSpPr>
        <p:spPr>
          <a:xfrm>
            <a:off x="2242800" y="6939720"/>
            <a:ext cx="145440" cy="686520"/>
          </a:xfrm>
          <a:custGeom>
            <a:avLst/>
            <a:gdLst/>
            <a:ahLst/>
            <a:rect l="0" t="0" r="r" b="b"/>
            <a:pathLst>
              <a:path w="404" h="1907">
                <a:moveTo>
                  <a:pt x="0" y="0"/>
                </a:moveTo>
                <a:lnTo>
                  <a:pt x="404" y="0"/>
                </a:lnTo>
                <a:lnTo>
                  <a:pt x="404" y="1907"/>
                </a:lnTo>
                <a:lnTo>
                  <a:pt x="0" y="1907"/>
                </a:lnTo>
                <a:lnTo>
                  <a:pt x="0" y="0"/>
                </a:lnTo>
                <a:close/>
              </a:path>
            </a:pathLst>
          </a:custGeom>
          <a:solidFill>
            <a:srgbClr val="E6F5EF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21" name=""/>
          <p:cNvSpPr/>
          <p:nvPr/>
        </p:nvSpPr>
        <p:spPr>
          <a:xfrm>
            <a:off x="650520" y="7438680"/>
            <a:ext cx="145440" cy="187560"/>
          </a:xfrm>
          <a:custGeom>
            <a:avLst/>
            <a:gdLst/>
            <a:ahLst/>
            <a:rect l="0" t="0" r="r" b="b"/>
            <a:pathLst>
              <a:path w="404" h="521">
                <a:moveTo>
                  <a:pt x="0" y="0"/>
                </a:moveTo>
                <a:lnTo>
                  <a:pt x="404" y="0"/>
                </a:lnTo>
                <a:lnTo>
                  <a:pt x="404" y="521"/>
                </a:lnTo>
                <a:lnTo>
                  <a:pt x="0" y="521"/>
                </a:lnTo>
                <a:lnTo>
                  <a:pt x="0" y="0"/>
                </a:lnTo>
                <a:close/>
              </a:path>
            </a:pathLst>
          </a:custGeom>
          <a:solidFill>
            <a:srgbClr val="4575B4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2" name=""/>
          <p:cNvSpPr/>
          <p:nvPr/>
        </p:nvSpPr>
        <p:spPr>
          <a:xfrm>
            <a:off x="1358280" y="7407720"/>
            <a:ext cx="145440" cy="218520"/>
          </a:xfrm>
          <a:custGeom>
            <a:avLst/>
            <a:gdLst/>
            <a:ahLst/>
            <a:rect l="0" t="0" r="r" b="b"/>
            <a:pathLst>
              <a:path w="404" h="607">
                <a:moveTo>
                  <a:pt x="0" y="0"/>
                </a:moveTo>
                <a:lnTo>
                  <a:pt x="404" y="0"/>
                </a:lnTo>
                <a:lnTo>
                  <a:pt x="404" y="607"/>
                </a:lnTo>
                <a:lnTo>
                  <a:pt x="0" y="607"/>
                </a:lnTo>
                <a:lnTo>
                  <a:pt x="0" y="0"/>
                </a:lnTo>
                <a:close/>
              </a:path>
            </a:pathLst>
          </a:custGeom>
          <a:solidFill>
            <a:srgbClr val="8EBCD9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23" name=""/>
          <p:cNvSpPr/>
          <p:nvPr/>
        </p:nvSpPr>
        <p:spPr>
          <a:xfrm>
            <a:off x="1535040" y="7407720"/>
            <a:ext cx="145440" cy="218520"/>
          </a:xfrm>
          <a:custGeom>
            <a:avLst/>
            <a:gdLst/>
            <a:ahLst/>
            <a:rect l="0" t="0" r="r" b="b"/>
            <a:pathLst>
              <a:path w="404" h="607">
                <a:moveTo>
                  <a:pt x="0" y="0"/>
                </a:moveTo>
                <a:lnTo>
                  <a:pt x="404" y="0"/>
                </a:lnTo>
                <a:lnTo>
                  <a:pt x="404" y="607"/>
                </a:lnTo>
                <a:lnTo>
                  <a:pt x="0" y="607"/>
                </a:lnTo>
                <a:lnTo>
                  <a:pt x="0" y="0"/>
                </a:lnTo>
                <a:close/>
              </a:path>
            </a:pathLst>
          </a:custGeom>
          <a:solidFill>
            <a:srgbClr val="A1C9E1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24" name=""/>
          <p:cNvSpPr/>
          <p:nvPr/>
        </p:nvSpPr>
        <p:spPr>
          <a:xfrm>
            <a:off x="1004400" y="7407720"/>
            <a:ext cx="145440" cy="218520"/>
          </a:xfrm>
          <a:custGeom>
            <a:avLst/>
            <a:gdLst/>
            <a:ahLst/>
            <a:rect l="0" t="0" r="r" b="b"/>
            <a:pathLst>
              <a:path w="404" h="607">
                <a:moveTo>
                  <a:pt x="0" y="0"/>
                </a:moveTo>
                <a:lnTo>
                  <a:pt x="404" y="0"/>
                </a:lnTo>
                <a:lnTo>
                  <a:pt x="404" y="607"/>
                </a:lnTo>
                <a:lnTo>
                  <a:pt x="0" y="607"/>
                </a:lnTo>
                <a:lnTo>
                  <a:pt x="0" y="0"/>
                </a:lnTo>
                <a:close/>
              </a:path>
            </a:pathLst>
          </a:custGeom>
          <a:solidFill>
            <a:srgbClr val="6C98C7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5" name=""/>
          <p:cNvSpPr/>
          <p:nvPr/>
        </p:nvSpPr>
        <p:spPr>
          <a:xfrm>
            <a:off x="1076760" y="5785560"/>
            <a:ext cx="3893040" cy="1684800"/>
          </a:xfrm>
          <a:custGeom>
            <a:avLst/>
            <a:gdLst/>
            <a:ahLst/>
            <a:rect l="0" t="0" r="r" b="b"/>
            <a:pathLst>
              <a:path fill="none" w="10814" h="4680">
                <a:moveTo>
                  <a:pt x="0" y="4333"/>
                </a:moveTo>
                <a:lnTo>
                  <a:pt x="492" y="4680"/>
                </a:lnTo>
                <a:lnTo>
                  <a:pt x="983" y="3467"/>
                </a:lnTo>
                <a:lnTo>
                  <a:pt x="1475" y="3987"/>
                </a:lnTo>
                <a:lnTo>
                  <a:pt x="1966" y="2947"/>
                </a:lnTo>
                <a:lnTo>
                  <a:pt x="2459" y="3294"/>
                </a:lnTo>
                <a:lnTo>
                  <a:pt x="2950" y="4420"/>
                </a:lnTo>
                <a:lnTo>
                  <a:pt x="3441" y="3727"/>
                </a:lnTo>
                <a:lnTo>
                  <a:pt x="3933" y="2600"/>
                </a:lnTo>
                <a:lnTo>
                  <a:pt x="4424" y="2254"/>
                </a:lnTo>
                <a:lnTo>
                  <a:pt x="4916" y="3120"/>
                </a:lnTo>
                <a:lnTo>
                  <a:pt x="5407" y="2080"/>
                </a:lnTo>
                <a:lnTo>
                  <a:pt x="5899" y="1907"/>
                </a:lnTo>
                <a:lnTo>
                  <a:pt x="6390" y="2167"/>
                </a:lnTo>
                <a:lnTo>
                  <a:pt x="6882" y="1214"/>
                </a:lnTo>
                <a:lnTo>
                  <a:pt x="7373" y="1214"/>
                </a:lnTo>
                <a:lnTo>
                  <a:pt x="7865" y="2600"/>
                </a:lnTo>
                <a:lnTo>
                  <a:pt x="8356" y="0"/>
                </a:lnTo>
                <a:lnTo>
                  <a:pt x="8848" y="1214"/>
                </a:lnTo>
                <a:lnTo>
                  <a:pt x="9339" y="1647"/>
                </a:lnTo>
                <a:lnTo>
                  <a:pt x="9831" y="2167"/>
                </a:lnTo>
                <a:lnTo>
                  <a:pt x="10322" y="1734"/>
                </a:lnTo>
                <a:lnTo>
                  <a:pt x="10814" y="3987"/>
                </a:lnTo>
              </a:path>
            </a:pathLst>
          </a:custGeom>
          <a:ln w="14760">
            <a:solidFill>
              <a:srgbClr val="262626"/>
            </a:solidFill>
            <a:round/>
          </a:ln>
        </p:spPr>
        <p:txBody>
          <a:bodyPr lIns="7200" tIns="7200" rIns="7200" bIns="72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26" name=""/>
          <p:cNvSpPr/>
          <p:nvPr/>
        </p:nvSpPr>
        <p:spPr>
          <a:xfrm>
            <a:off x="4950720" y="7201800"/>
            <a:ext cx="37440" cy="37440"/>
          </a:xfrm>
          <a:custGeom>
            <a:avLst/>
            <a:gdLst/>
            <a:ahLst/>
            <a:rect l="0" t="0" r="r" b="b"/>
            <a:pathLst>
              <a:path w="104" h="104">
                <a:moveTo>
                  <a:pt x="104" y="53"/>
                </a:moveTo>
                <a:cubicBezTo>
                  <a:pt x="104" y="122"/>
                  <a:pt x="0" y="122"/>
                  <a:pt x="0" y="53"/>
                </a:cubicBezTo>
                <a:cubicBezTo>
                  <a:pt x="0" y="-17"/>
                  <a:pt x="104" y="-17"/>
                  <a:pt x="104" y="53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7" name=""/>
          <p:cNvSpPr/>
          <p:nvPr/>
        </p:nvSpPr>
        <p:spPr>
          <a:xfrm>
            <a:off x="4950720" y="7201800"/>
            <a:ext cx="37440" cy="37440"/>
          </a:xfrm>
          <a:custGeom>
            <a:avLst/>
            <a:gdLst/>
            <a:ahLst/>
            <a:rect l="0" t="0" r="r" b="b"/>
            <a:pathLst>
              <a:path fill="none" w="104" h="104">
                <a:moveTo>
                  <a:pt x="104" y="53"/>
                </a:moveTo>
                <a:cubicBezTo>
                  <a:pt x="104" y="122"/>
                  <a:pt x="0" y="122"/>
                  <a:pt x="0" y="53"/>
                </a:cubicBezTo>
                <a:cubicBezTo>
                  <a:pt x="0" y="-17"/>
                  <a:pt x="104" y="-17"/>
                  <a:pt x="104" y="53"/>
                </a:cubicBezTo>
              </a:path>
            </a:pathLst>
          </a:custGeom>
          <a:ln cap="rnd" w="720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28" name=""/>
          <p:cNvSpPr/>
          <p:nvPr/>
        </p:nvSpPr>
        <p:spPr>
          <a:xfrm>
            <a:off x="3712320" y="6203520"/>
            <a:ext cx="37440" cy="37440"/>
          </a:xfrm>
          <a:custGeom>
            <a:avLst/>
            <a:gdLst/>
            <a:ahLst/>
            <a:rect l="0" t="0" r="r" b="b"/>
            <a:pathLst>
              <a:path w="104" h="104">
                <a:moveTo>
                  <a:pt x="104" y="53"/>
                </a:moveTo>
                <a:cubicBezTo>
                  <a:pt x="104" y="122"/>
                  <a:pt x="0" y="122"/>
                  <a:pt x="0" y="53"/>
                </a:cubicBezTo>
                <a:cubicBezTo>
                  <a:pt x="0" y="-17"/>
                  <a:pt x="104" y="-17"/>
                  <a:pt x="104" y="53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9" name=""/>
          <p:cNvSpPr/>
          <p:nvPr/>
        </p:nvSpPr>
        <p:spPr>
          <a:xfrm>
            <a:off x="3712320" y="6203520"/>
            <a:ext cx="37440" cy="37440"/>
          </a:xfrm>
          <a:custGeom>
            <a:avLst/>
            <a:gdLst/>
            <a:ahLst/>
            <a:rect l="0" t="0" r="r" b="b"/>
            <a:pathLst>
              <a:path fill="none" w="104" h="104">
                <a:moveTo>
                  <a:pt x="104" y="53"/>
                </a:moveTo>
                <a:cubicBezTo>
                  <a:pt x="104" y="122"/>
                  <a:pt x="0" y="122"/>
                  <a:pt x="0" y="53"/>
                </a:cubicBezTo>
                <a:cubicBezTo>
                  <a:pt x="0" y="-17"/>
                  <a:pt x="104" y="-17"/>
                  <a:pt x="104" y="53"/>
                </a:cubicBezTo>
              </a:path>
            </a:pathLst>
          </a:custGeom>
          <a:ln cap="rnd" w="720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30" name=""/>
          <p:cNvSpPr/>
          <p:nvPr/>
        </p:nvSpPr>
        <p:spPr>
          <a:xfrm>
            <a:off x="4420080" y="6359400"/>
            <a:ext cx="37440" cy="37800"/>
          </a:xfrm>
          <a:custGeom>
            <a:avLst/>
            <a:gdLst/>
            <a:ahLst/>
            <a:rect l="0" t="0" r="r" b="b"/>
            <a:pathLst>
              <a:path w="104" h="105">
                <a:moveTo>
                  <a:pt x="104" y="53"/>
                </a:moveTo>
                <a:cubicBezTo>
                  <a:pt x="104" y="123"/>
                  <a:pt x="0" y="123"/>
                  <a:pt x="0" y="53"/>
                </a:cubicBezTo>
                <a:cubicBezTo>
                  <a:pt x="0" y="-17"/>
                  <a:pt x="104" y="-17"/>
                  <a:pt x="104" y="53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1" name=""/>
          <p:cNvSpPr/>
          <p:nvPr/>
        </p:nvSpPr>
        <p:spPr>
          <a:xfrm>
            <a:off x="4420080" y="6359400"/>
            <a:ext cx="37440" cy="37800"/>
          </a:xfrm>
          <a:custGeom>
            <a:avLst/>
            <a:gdLst/>
            <a:ahLst/>
            <a:rect l="0" t="0" r="r" b="b"/>
            <a:pathLst>
              <a:path fill="none" w="104" h="105">
                <a:moveTo>
                  <a:pt x="104" y="53"/>
                </a:moveTo>
                <a:cubicBezTo>
                  <a:pt x="104" y="123"/>
                  <a:pt x="0" y="123"/>
                  <a:pt x="0" y="53"/>
                </a:cubicBezTo>
                <a:cubicBezTo>
                  <a:pt x="0" y="-17"/>
                  <a:pt x="104" y="-17"/>
                  <a:pt x="104" y="53"/>
                </a:cubicBezTo>
              </a:path>
            </a:pathLst>
          </a:custGeom>
          <a:ln cap="rnd" w="720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32" name=""/>
          <p:cNvSpPr/>
          <p:nvPr/>
        </p:nvSpPr>
        <p:spPr>
          <a:xfrm>
            <a:off x="3004560" y="6515640"/>
            <a:ext cx="37440" cy="37440"/>
          </a:xfrm>
          <a:custGeom>
            <a:avLst/>
            <a:gdLst/>
            <a:ahLst/>
            <a:rect l="0" t="0" r="r" b="b"/>
            <a:pathLst>
              <a:path w="104" h="104">
                <a:moveTo>
                  <a:pt x="104" y="51"/>
                </a:moveTo>
                <a:cubicBezTo>
                  <a:pt x="104" y="121"/>
                  <a:pt x="0" y="121"/>
                  <a:pt x="0" y="51"/>
                </a:cubicBezTo>
                <a:cubicBezTo>
                  <a:pt x="0" y="-17"/>
                  <a:pt x="104" y="-17"/>
                  <a:pt x="104" y="51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3" name=""/>
          <p:cNvSpPr/>
          <p:nvPr/>
        </p:nvSpPr>
        <p:spPr>
          <a:xfrm>
            <a:off x="3004560" y="6515640"/>
            <a:ext cx="37440" cy="37440"/>
          </a:xfrm>
          <a:custGeom>
            <a:avLst/>
            <a:gdLst/>
            <a:ahLst/>
            <a:rect l="0" t="0" r="r" b="b"/>
            <a:pathLst>
              <a:path fill="none" w="104" h="104">
                <a:moveTo>
                  <a:pt x="104" y="51"/>
                </a:moveTo>
                <a:cubicBezTo>
                  <a:pt x="104" y="121"/>
                  <a:pt x="0" y="121"/>
                  <a:pt x="0" y="51"/>
                </a:cubicBezTo>
                <a:cubicBezTo>
                  <a:pt x="0" y="-17"/>
                  <a:pt x="104" y="-17"/>
                  <a:pt x="104" y="51"/>
                </a:cubicBezTo>
              </a:path>
            </a:pathLst>
          </a:custGeom>
          <a:ln cap="rnd" w="720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34" name=""/>
          <p:cNvSpPr/>
          <p:nvPr/>
        </p:nvSpPr>
        <p:spPr>
          <a:xfrm>
            <a:off x="3535200" y="6203520"/>
            <a:ext cx="37440" cy="37440"/>
          </a:xfrm>
          <a:custGeom>
            <a:avLst/>
            <a:gdLst/>
            <a:ahLst/>
            <a:rect l="0" t="0" r="r" b="b"/>
            <a:pathLst>
              <a:path w="104" h="104">
                <a:moveTo>
                  <a:pt x="104" y="53"/>
                </a:moveTo>
                <a:cubicBezTo>
                  <a:pt x="104" y="122"/>
                  <a:pt x="0" y="122"/>
                  <a:pt x="0" y="53"/>
                </a:cubicBezTo>
                <a:cubicBezTo>
                  <a:pt x="0" y="-17"/>
                  <a:pt x="104" y="-17"/>
                  <a:pt x="104" y="53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5" name=""/>
          <p:cNvSpPr/>
          <p:nvPr/>
        </p:nvSpPr>
        <p:spPr>
          <a:xfrm>
            <a:off x="3535200" y="6203520"/>
            <a:ext cx="37440" cy="37440"/>
          </a:xfrm>
          <a:custGeom>
            <a:avLst/>
            <a:gdLst/>
            <a:ahLst/>
            <a:rect l="0" t="0" r="r" b="b"/>
            <a:pathLst>
              <a:path fill="none" w="104" h="104">
                <a:moveTo>
                  <a:pt x="104" y="53"/>
                </a:moveTo>
                <a:cubicBezTo>
                  <a:pt x="104" y="122"/>
                  <a:pt x="0" y="122"/>
                  <a:pt x="0" y="53"/>
                </a:cubicBezTo>
                <a:cubicBezTo>
                  <a:pt x="0" y="-17"/>
                  <a:pt x="104" y="-17"/>
                  <a:pt x="104" y="53"/>
                </a:cubicBezTo>
              </a:path>
            </a:pathLst>
          </a:custGeom>
          <a:ln cap="rnd" w="720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36" name=""/>
          <p:cNvSpPr/>
          <p:nvPr/>
        </p:nvSpPr>
        <p:spPr>
          <a:xfrm>
            <a:off x="2473560" y="6702840"/>
            <a:ext cx="37800" cy="37440"/>
          </a:xfrm>
          <a:custGeom>
            <a:avLst/>
            <a:gdLst/>
            <a:ahLst/>
            <a:rect l="0" t="0" r="r" b="b"/>
            <a:pathLst>
              <a:path w="105" h="104">
                <a:moveTo>
                  <a:pt x="105" y="51"/>
                </a:moveTo>
                <a:cubicBezTo>
                  <a:pt x="105" y="121"/>
                  <a:pt x="0" y="121"/>
                  <a:pt x="0" y="51"/>
                </a:cubicBezTo>
                <a:cubicBezTo>
                  <a:pt x="0" y="-17"/>
                  <a:pt x="105" y="-17"/>
                  <a:pt x="105" y="51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7" name=""/>
          <p:cNvSpPr/>
          <p:nvPr/>
        </p:nvSpPr>
        <p:spPr>
          <a:xfrm>
            <a:off x="2473560" y="6702840"/>
            <a:ext cx="37800" cy="37440"/>
          </a:xfrm>
          <a:custGeom>
            <a:avLst/>
            <a:gdLst/>
            <a:ahLst/>
            <a:rect l="0" t="0" r="r" b="b"/>
            <a:pathLst>
              <a:path fill="none" w="105" h="104">
                <a:moveTo>
                  <a:pt x="105" y="51"/>
                </a:moveTo>
                <a:cubicBezTo>
                  <a:pt x="105" y="121"/>
                  <a:pt x="0" y="121"/>
                  <a:pt x="0" y="51"/>
                </a:cubicBezTo>
                <a:cubicBezTo>
                  <a:pt x="0" y="-17"/>
                  <a:pt x="105" y="-17"/>
                  <a:pt x="105" y="51"/>
                </a:cubicBezTo>
              </a:path>
            </a:pathLst>
          </a:custGeom>
          <a:ln cap="rnd" w="720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38" name=""/>
          <p:cNvSpPr/>
          <p:nvPr/>
        </p:nvSpPr>
        <p:spPr>
          <a:xfrm>
            <a:off x="2827440" y="6890040"/>
            <a:ext cx="37800" cy="37440"/>
          </a:xfrm>
          <a:custGeom>
            <a:avLst/>
            <a:gdLst/>
            <a:ahLst/>
            <a:rect l="0" t="0" r="r" b="b"/>
            <a:pathLst>
              <a:path w="105" h="104">
                <a:moveTo>
                  <a:pt x="105" y="52"/>
                </a:moveTo>
                <a:cubicBezTo>
                  <a:pt x="105" y="122"/>
                  <a:pt x="0" y="122"/>
                  <a:pt x="0" y="52"/>
                </a:cubicBezTo>
                <a:cubicBezTo>
                  <a:pt x="0" y="-17"/>
                  <a:pt x="105" y="-17"/>
                  <a:pt x="105" y="52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9" name=""/>
          <p:cNvSpPr/>
          <p:nvPr/>
        </p:nvSpPr>
        <p:spPr>
          <a:xfrm>
            <a:off x="2827440" y="6890040"/>
            <a:ext cx="37800" cy="37440"/>
          </a:xfrm>
          <a:custGeom>
            <a:avLst/>
            <a:gdLst/>
            <a:ahLst/>
            <a:rect l="0" t="0" r="r" b="b"/>
            <a:pathLst>
              <a:path fill="none" w="105" h="104">
                <a:moveTo>
                  <a:pt x="105" y="52"/>
                </a:moveTo>
                <a:cubicBezTo>
                  <a:pt x="105" y="122"/>
                  <a:pt x="0" y="122"/>
                  <a:pt x="0" y="52"/>
                </a:cubicBezTo>
                <a:cubicBezTo>
                  <a:pt x="0" y="-17"/>
                  <a:pt x="105" y="-17"/>
                  <a:pt x="105" y="52"/>
                </a:cubicBezTo>
              </a:path>
            </a:pathLst>
          </a:custGeom>
          <a:ln cap="rnd" w="720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40" name=""/>
          <p:cNvSpPr/>
          <p:nvPr/>
        </p:nvSpPr>
        <p:spPr>
          <a:xfrm>
            <a:off x="3889080" y="6702840"/>
            <a:ext cx="37440" cy="37440"/>
          </a:xfrm>
          <a:custGeom>
            <a:avLst/>
            <a:gdLst/>
            <a:ahLst/>
            <a:rect l="0" t="0" r="r" b="b"/>
            <a:pathLst>
              <a:path w="104" h="104">
                <a:moveTo>
                  <a:pt x="104" y="51"/>
                </a:moveTo>
                <a:cubicBezTo>
                  <a:pt x="104" y="121"/>
                  <a:pt x="0" y="121"/>
                  <a:pt x="0" y="51"/>
                </a:cubicBezTo>
                <a:cubicBezTo>
                  <a:pt x="0" y="-17"/>
                  <a:pt x="104" y="-17"/>
                  <a:pt x="104" y="51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1" name=""/>
          <p:cNvSpPr/>
          <p:nvPr/>
        </p:nvSpPr>
        <p:spPr>
          <a:xfrm>
            <a:off x="3889080" y="6702840"/>
            <a:ext cx="37440" cy="37440"/>
          </a:xfrm>
          <a:custGeom>
            <a:avLst/>
            <a:gdLst/>
            <a:ahLst/>
            <a:rect l="0" t="0" r="r" b="b"/>
            <a:pathLst>
              <a:path fill="none" w="104" h="104">
                <a:moveTo>
                  <a:pt x="104" y="51"/>
                </a:moveTo>
                <a:cubicBezTo>
                  <a:pt x="104" y="121"/>
                  <a:pt x="0" y="121"/>
                  <a:pt x="0" y="51"/>
                </a:cubicBezTo>
                <a:cubicBezTo>
                  <a:pt x="0" y="-17"/>
                  <a:pt x="104" y="-17"/>
                  <a:pt x="104" y="51"/>
                </a:cubicBezTo>
              </a:path>
            </a:pathLst>
          </a:custGeom>
          <a:ln cap="rnd" w="720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42" name=""/>
          <p:cNvSpPr/>
          <p:nvPr/>
        </p:nvSpPr>
        <p:spPr>
          <a:xfrm>
            <a:off x="4242960" y="6203520"/>
            <a:ext cx="37440" cy="37440"/>
          </a:xfrm>
          <a:custGeom>
            <a:avLst/>
            <a:gdLst/>
            <a:ahLst/>
            <a:rect l="0" t="0" r="r" b="b"/>
            <a:pathLst>
              <a:path w="104" h="104">
                <a:moveTo>
                  <a:pt x="104" y="53"/>
                </a:moveTo>
                <a:cubicBezTo>
                  <a:pt x="104" y="122"/>
                  <a:pt x="0" y="122"/>
                  <a:pt x="0" y="53"/>
                </a:cubicBezTo>
                <a:cubicBezTo>
                  <a:pt x="0" y="-17"/>
                  <a:pt x="104" y="-17"/>
                  <a:pt x="104" y="53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3" name=""/>
          <p:cNvSpPr/>
          <p:nvPr/>
        </p:nvSpPr>
        <p:spPr>
          <a:xfrm>
            <a:off x="4242960" y="6203520"/>
            <a:ext cx="37440" cy="37440"/>
          </a:xfrm>
          <a:custGeom>
            <a:avLst/>
            <a:gdLst/>
            <a:ahLst/>
            <a:rect l="0" t="0" r="r" b="b"/>
            <a:pathLst>
              <a:path fill="none" w="104" h="104">
                <a:moveTo>
                  <a:pt x="104" y="53"/>
                </a:moveTo>
                <a:cubicBezTo>
                  <a:pt x="104" y="122"/>
                  <a:pt x="0" y="122"/>
                  <a:pt x="0" y="53"/>
                </a:cubicBezTo>
                <a:cubicBezTo>
                  <a:pt x="0" y="-17"/>
                  <a:pt x="104" y="-17"/>
                  <a:pt x="104" y="53"/>
                </a:cubicBezTo>
              </a:path>
            </a:pathLst>
          </a:custGeom>
          <a:ln cap="rnd" w="720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44" name=""/>
          <p:cNvSpPr/>
          <p:nvPr/>
        </p:nvSpPr>
        <p:spPr>
          <a:xfrm>
            <a:off x="1765800" y="6827400"/>
            <a:ext cx="37800" cy="37440"/>
          </a:xfrm>
          <a:custGeom>
            <a:avLst/>
            <a:gdLst/>
            <a:ahLst/>
            <a:rect l="0" t="0" r="r" b="b"/>
            <a:pathLst>
              <a:path w="105" h="104">
                <a:moveTo>
                  <a:pt x="105" y="53"/>
                </a:moveTo>
                <a:cubicBezTo>
                  <a:pt x="105" y="122"/>
                  <a:pt x="0" y="122"/>
                  <a:pt x="0" y="53"/>
                </a:cubicBezTo>
                <a:cubicBezTo>
                  <a:pt x="0" y="-17"/>
                  <a:pt x="105" y="-17"/>
                  <a:pt x="105" y="53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5" name=""/>
          <p:cNvSpPr/>
          <p:nvPr/>
        </p:nvSpPr>
        <p:spPr>
          <a:xfrm>
            <a:off x="1765800" y="6827400"/>
            <a:ext cx="37800" cy="37440"/>
          </a:xfrm>
          <a:custGeom>
            <a:avLst/>
            <a:gdLst/>
            <a:ahLst/>
            <a:rect l="0" t="0" r="r" b="b"/>
            <a:pathLst>
              <a:path fill="none" w="105" h="104">
                <a:moveTo>
                  <a:pt x="105" y="53"/>
                </a:moveTo>
                <a:cubicBezTo>
                  <a:pt x="105" y="122"/>
                  <a:pt x="0" y="122"/>
                  <a:pt x="0" y="53"/>
                </a:cubicBezTo>
                <a:cubicBezTo>
                  <a:pt x="0" y="-17"/>
                  <a:pt x="105" y="-17"/>
                  <a:pt x="105" y="53"/>
                </a:cubicBezTo>
              </a:path>
            </a:pathLst>
          </a:custGeom>
          <a:ln cap="rnd" w="720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46" name=""/>
          <p:cNvSpPr/>
          <p:nvPr/>
        </p:nvSpPr>
        <p:spPr>
          <a:xfrm>
            <a:off x="2119680" y="7358040"/>
            <a:ext cx="37800" cy="37800"/>
          </a:xfrm>
          <a:custGeom>
            <a:avLst/>
            <a:gdLst/>
            <a:ahLst/>
            <a:rect l="0" t="0" r="r" b="b"/>
            <a:pathLst>
              <a:path w="105" h="105">
                <a:moveTo>
                  <a:pt x="105" y="53"/>
                </a:moveTo>
                <a:cubicBezTo>
                  <a:pt x="105" y="123"/>
                  <a:pt x="0" y="123"/>
                  <a:pt x="0" y="53"/>
                </a:cubicBezTo>
                <a:cubicBezTo>
                  <a:pt x="0" y="-17"/>
                  <a:pt x="105" y="-17"/>
                  <a:pt x="105" y="53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7" name=""/>
          <p:cNvSpPr/>
          <p:nvPr/>
        </p:nvSpPr>
        <p:spPr>
          <a:xfrm>
            <a:off x="2119680" y="7358040"/>
            <a:ext cx="37800" cy="37800"/>
          </a:xfrm>
          <a:custGeom>
            <a:avLst/>
            <a:gdLst/>
            <a:ahLst/>
            <a:rect l="0" t="0" r="r" b="b"/>
            <a:pathLst>
              <a:path fill="none" w="105" h="105">
                <a:moveTo>
                  <a:pt x="105" y="53"/>
                </a:moveTo>
                <a:cubicBezTo>
                  <a:pt x="105" y="123"/>
                  <a:pt x="0" y="123"/>
                  <a:pt x="0" y="53"/>
                </a:cubicBezTo>
                <a:cubicBezTo>
                  <a:pt x="0" y="-17"/>
                  <a:pt x="105" y="-17"/>
                  <a:pt x="105" y="53"/>
                </a:cubicBezTo>
              </a:path>
            </a:pathLst>
          </a:custGeom>
          <a:ln cap="rnd" w="720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48" name=""/>
          <p:cNvSpPr/>
          <p:nvPr/>
        </p:nvSpPr>
        <p:spPr>
          <a:xfrm>
            <a:off x="2650680" y="6577920"/>
            <a:ext cx="37440" cy="37440"/>
          </a:xfrm>
          <a:custGeom>
            <a:avLst/>
            <a:gdLst/>
            <a:ahLst/>
            <a:rect l="0" t="0" r="r" b="b"/>
            <a:pathLst>
              <a:path w="104" h="104">
                <a:moveTo>
                  <a:pt x="104" y="53"/>
                </a:moveTo>
                <a:cubicBezTo>
                  <a:pt x="104" y="122"/>
                  <a:pt x="0" y="122"/>
                  <a:pt x="0" y="53"/>
                </a:cubicBezTo>
                <a:cubicBezTo>
                  <a:pt x="0" y="-17"/>
                  <a:pt x="104" y="-17"/>
                  <a:pt x="104" y="53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9" name=""/>
          <p:cNvSpPr/>
          <p:nvPr/>
        </p:nvSpPr>
        <p:spPr>
          <a:xfrm>
            <a:off x="2650680" y="6577920"/>
            <a:ext cx="37440" cy="37440"/>
          </a:xfrm>
          <a:custGeom>
            <a:avLst/>
            <a:gdLst/>
            <a:ahLst/>
            <a:rect l="0" t="0" r="r" b="b"/>
            <a:pathLst>
              <a:path fill="none" w="104" h="104">
                <a:moveTo>
                  <a:pt x="104" y="53"/>
                </a:moveTo>
                <a:cubicBezTo>
                  <a:pt x="104" y="122"/>
                  <a:pt x="0" y="122"/>
                  <a:pt x="0" y="53"/>
                </a:cubicBezTo>
                <a:cubicBezTo>
                  <a:pt x="0" y="-17"/>
                  <a:pt x="104" y="-17"/>
                  <a:pt x="104" y="53"/>
                </a:cubicBezTo>
              </a:path>
            </a:pathLst>
          </a:custGeom>
          <a:ln cap="rnd" w="720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50" name=""/>
          <p:cNvSpPr/>
          <p:nvPr/>
        </p:nvSpPr>
        <p:spPr>
          <a:xfrm>
            <a:off x="4066200" y="5766840"/>
            <a:ext cx="37440" cy="37440"/>
          </a:xfrm>
          <a:custGeom>
            <a:avLst/>
            <a:gdLst/>
            <a:ahLst/>
            <a:rect l="0" t="0" r="r" b="b"/>
            <a:pathLst>
              <a:path w="104" h="104">
                <a:moveTo>
                  <a:pt x="104" y="53"/>
                </a:moveTo>
                <a:cubicBezTo>
                  <a:pt x="104" y="122"/>
                  <a:pt x="0" y="122"/>
                  <a:pt x="0" y="53"/>
                </a:cubicBezTo>
                <a:cubicBezTo>
                  <a:pt x="0" y="-17"/>
                  <a:pt x="104" y="-17"/>
                  <a:pt x="104" y="53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1" name=""/>
          <p:cNvSpPr/>
          <p:nvPr/>
        </p:nvSpPr>
        <p:spPr>
          <a:xfrm>
            <a:off x="4066200" y="5766840"/>
            <a:ext cx="37440" cy="37440"/>
          </a:xfrm>
          <a:custGeom>
            <a:avLst/>
            <a:gdLst/>
            <a:ahLst/>
            <a:rect l="0" t="0" r="r" b="b"/>
            <a:pathLst>
              <a:path fill="none" w="104" h="104">
                <a:moveTo>
                  <a:pt x="104" y="53"/>
                </a:moveTo>
                <a:cubicBezTo>
                  <a:pt x="104" y="122"/>
                  <a:pt x="0" y="122"/>
                  <a:pt x="0" y="53"/>
                </a:cubicBezTo>
                <a:cubicBezTo>
                  <a:pt x="0" y="-17"/>
                  <a:pt x="104" y="-17"/>
                  <a:pt x="104" y="53"/>
                </a:cubicBezTo>
              </a:path>
            </a:pathLst>
          </a:custGeom>
          <a:ln cap="rnd" w="720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52" name=""/>
          <p:cNvSpPr/>
          <p:nvPr/>
        </p:nvSpPr>
        <p:spPr>
          <a:xfrm>
            <a:off x="4596840" y="6546600"/>
            <a:ext cx="37440" cy="37800"/>
          </a:xfrm>
          <a:custGeom>
            <a:avLst/>
            <a:gdLst/>
            <a:ahLst/>
            <a:rect l="0" t="0" r="r" b="b"/>
            <a:pathLst>
              <a:path w="104" h="105">
                <a:moveTo>
                  <a:pt x="104" y="53"/>
                </a:moveTo>
                <a:cubicBezTo>
                  <a:pt x="104" y="123"/>
                  <a:pt x="0" y="123"/>
                  <a:pt x="0" y="53"/>
                </a:cubicBezTo>
                <a:cubicBezTo>
                  <a:pt x="0" y="-17"/>
                  <a:pt x="104" y="-17"/>
                  <a:pt x="104" y="53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3" name=""/>
          <p:cNvSpPr/>
          <p:nvPr/>
        </p:nvSpPr>
        <p:spPr>
          <a:xfrm>
            <a:off x="4596840" y="6546600"/>
            <a:ext cx="37440" cy="37800"/>
          </a:xfrm>
          <a:custGeom>
            <a:avLst/>
            <a:gdLst/>
            <a:ahLst/>
            <a:rect l="0" t="0" r="r" b="b"/>
            <a:pathLst>
              <a:path fill="none" w="104" h="105">
                <a:moveTo>
                  <a:pt x="104" y="53"/>
                </a:moveTo>
                <a:cubicBezTo>
                  <a:pt x="104" y="123"/>
                  <a:pt x="0" y="123"/>
                  <a:pt x="0" y="53"/>
                </a:cubicBezTo>
                <a:cubicBezTo>
                  <a:pt x="0" y="-17"/>
                  <a:pt x="104" y="-17"/>
                  <a:pt x="104" y="53"/>
                </a:cubicBezTo>
              </a:path>
            </a:pathLst>
          </a:custGeom>
          <a:ln cap="rnd" w="720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54" name=""/>
          <p:cNvSpPr/>
          <p:nvPr/>
        </p:nvSpPr>
        <p:spPr>
          <a:xfrm>
            <a:off x="3358440" y="6546600"/>
            <a:ext cx="37440" cy="37800"/>
          </a:xfrm>
          <a:custGeom>
            <a:avLst/>
            <a:gdLst/>
            <a:ahLst/>
            <a:rect l="0" t="0" r="r" b="b"/>
            <a:pathLst>
              <a:path w="104" h="105">
                <a:moveTo>
                  <a:pt x="104" y="53"/>
                </a:moveTo>
                <a:cubicBezTo>
                  <a:pt x="104" y="123"/>
                  <a:pt x="0" y="123"/>
                  <a:pt x="0" y="53"/>
                </a:cubicBezTo>
                <a:cubicBezTo>
                  <a:pt x="0" y="-17"/>
                  <a:pt x="104" y="-17"/>
                  <a:pt x="104" y="53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5" name=""/>
          <p:cNvSpPr/>
          <p:nvPr/>
        </p:nvSpPr>
        <p:spPr>
          <a:xfrm>
            <a:off x="3358440" y="6546600"/>
            <a:ext cx="37440" cy="37800"/>
          </a:xfrm>
          <a:custGeom>
            <a:avLst/>
            <a:gdLst/>
            <a:ahLst/>
            <a:rect l="0" t="0" r="r" b="b"/>
            <a:pathLst>
              <a:path fill="none" w="104" h="105">
                <a:moveTo>
                  <a:pt x="104" y="53"/>
                </a:moveTo>
                <a:cubicBezTo>
                  <a:pt x="104" y="123"/>
                  <a:pt x="0" y="123"/>
                  <a:pt x="0" y="53"/>
                </a:cubicBezTo>
                <a:cubicBezTo>
                  <a:pt x="0" y="-17"/>
                  <a:pt x="104" y="-17"/>
                  <a:pt x="104" y="53"/>
                </a:cubicBezTo>
              </a:path>
            </a:pathLst>
          </a:custGeom>
          <a:ln cap="rnd" w="720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56" name=""/>
          <p:cNvSpPr/>
          <p:nvPr/>
        </p:nvSpPr>
        <p:spPr>
          <a:xfrm>
            <a:off x="4773960" y="6390720"/>
            <a:ext cx="37440" cy="37800"/>
          </a:xfrm>
          <a:custGeom>
            <a:avLst/>
            <a:gdLst/>
            <a:ahLst/>
            <a:rect l="0" t="0" r="r" b="b"/>
            <a:pathLst>
              <a:path w="104" h="105">
                <a:moveTo>
                  <a:pt x="104" y="53"/>
                </a:moveTo>
                <a:cubicBezTo>
                  <a:pt x="104" y="123"/>
                  <a:pt x="0" y="123"/>
                  <a:pt x="0" y="53"/>
                </a:cubicBezTo>
                <a:cubicBezTo>
                  <a:pt x="0" y="-17"/>
                  <a:pt x="104" y="-17"/>
                  <a:pt x="104" y="53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7" name=""/>
          <p:cNvSpPr/>
          <p:nvPr/>
        </p:nvSpPr>
        <p:spPr>
          <a:xfrm>
            <a:off x="4773960" y="6390720"/>
            <a:ext cx="37440" cy="37800"/>
          </a:xfrm>
          <a:custGeom>
            <a:avLst/>
            <a:gdLst/>
            <a:ahLst/>
            <a:rect l="0" t="0" r="r" b="b"/>
            <a:pathLst>
              <a:path fill="none" w="104" h="105">
                <a:moveTo>
                  <a:pt x="104" y="53"/>
                </a:moveTo>
                <a:cubicBezTo>
                  <a:pt x="104" y="123"/>
                  <a:pt x="0" y="123"/>
                  <a:pt x="0" y="53"/>
                </a:cubicBezTo>
                <a:cubicBezTo>
                  <a:pt x="0" y="-17"/>
                  <a:pt x="104" y="-17"/>
                  <a:pt x="104" y="53"/>
                </a:cubicBezTo>
              </a:path>
            </a:pathLst>
          </a:custGeom>
          <a:ln cap="rnd" w="720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58" name=""/>
          <p:cNvSpPr/>
          <p:nvPr/>
        </p:nvSpPr>
        <p:spPr>
          <a:xfrm>
            <a:off x="1589040" y="7201800"/>
            <a:ext cx="37440" cy="37440"/>
          </a:xfrm>
          <a:custGeom>
            <a:avLst/>
            <a:gdLst/>
            <a:ahLst/>
            <a:rect l="0" t="0" r="r" b="b"/>
            <a:pathLst>
              <a:path w="104" h="104">
                <a:moveTo>
                  <a:pt x="104" y="53"/>
                </a:moveTo>
                <a:cubicBezTo>
                  <a:pt x="104" y="122"/>
                  <a:pt x="0" y="122"/>
                  <a:pt x="0" y="53"/>
                </a:cubicBezTo>
                <a:cubicBezTo>
                  <a:pt x="0" y="-17"/>
                  <a:pt x="104" y="-17"/>
                  <a:pt x="104" y="53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9" name=""/>
          <p:cNvSpPr/>
          <p:nvPr/>
        </p:nvSpPr>
        <p:spPr>
          <a:xfrm>
            <a:off x="1589040" y="7201800"/>
            <a:ext cx="37440" cy="37440"/>
          </a:xfrm>
          <a:custGeom>
            <a:avLst/>
            <a:gdLst/>
            <a:ahLst/>
            <a:rect l="0" t="0" r="r" b="b"/>
            <a:pathLst>
              <a:path fill="none" w="104" h="104">
                <a:moveTo>
                  <a:pt x="104" y="53"/>
                </a:moveTo>
                <a:cubicBezTo>
                  <a:pt x="104" y="122"/>
                  <a:pt x="0" y="122"/>
                  <a:pt x="0" y="53"/>
                </a:cubicBezTo>
                <a:cubicBezTo>
                  <a:pt x="0" y="-17"/>
                  <a:pt x="104" y="-17"/>
                  <a:pt x="104" y="53"/>
                </a:cubicBezTo>
              </a:path>
            </a:pathLst>
          </a:custGeom>
          <a:ln cap="rnd" w="720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60" name=""/>
          <p:cNvSpPr/>
          <p:nvPr/>
        </p:nvSpPr>
        <p:spPr>
          <a:xfrm>
            <a:off x="1235160" y="7451280"/>
            <a:ext cx="37440" cy="37440"/>
          </a:xfrm>
          <a:custGeom>
            <a:avLst/>
            <a:gdLst/>
            <a:ahLst/>
            <a:rect l="0" t="0" r="r" b="b"/>
            <a:pathLst>
              <a:path w="104" h="104">
                <a:moveTo>
                  <a:pt x="104" y="52"/>
                </a:moveTo>
                <a:cubicBezTo>
                  <a:pt x="104" y="122"/>
                  <a:pt x="0" y="122"/>
                  <a:pt x="0" y="52"/>
                </a:cubicBezTo>
                <a:cubicBezTo>
                  <a:pt x="0" y="-17"/>
                  <a:pt x="104" y="-17"/>
                  <a:pt x="104" y="52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1" name=""/>
          <p:cNvSpPr/>
          <p:nvPr/>
        </p:nvSpPr>
        <p:spPr>
          <a:xfrm>
            <a:off x="1235160" y="7451280"/>
            <a:ext cx="37440" cy="37440"/>
          </a:xfrm>
          <a:custGeom>
            <a:avLst/>
            <a:gdLst/>
            <a:ahLst/>
            <a:rect l="0" t="0" r="r" b="b"/>
            <a:pathLst>
              <a:path fill="none" w="104" h="104">
                <a:moveTo>
                  <a:pt x="104" y="52"/>
                </a:moveTo>
                <a:cubicBezTo>
                  <a:pt x="104" y="122"/>
                  <a:pt x="0" y="122"/>
                  <a:pt x="0" y="52"/>
                </a:cubicBezTo>
                <a:cubicBezTo>
                  <a:pt x="0" y="-17"/>
                  <a:pt x="104" y="-17"/>
                  <a:pt x="104" y="52"/>
                </a:cubicBezTo>
              </a:path>
            </a:pathLst>
          </a:custGeom>
          <a:ln cap="rnd" w="720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62" name=""/>
          <p:cNvSpPr/>
          <p:nvPr/>
        </p:nvSpPr>
        <p:spPr>
          <a:xfrm>
            <a:off x="1942920" y="6952320"/>
            <a:ext cx="37440" cy="37440"/>
          </a:xfrm>
          <a:custGeom>
            <a:avLst/>
            <a:gdLst/>
            <a:ahLst/>
            <a:rect l="0" t="0" r="r" b="b"/>
            <a:pathLst>
              <a:path w="104" h="104">
                <a:moveTo>
                  <a:pt x="104" y="53"/>
                </a:moveTo>
                <a:cubicBezTo>
                  <a:pt x="104" y="122"/>
                  <a:pt x="0" y="122"/>
                  <a:pt x="0" y="53"/>
                </a:cubicBezTo>
                <a:cubicBezTo>
                  <a:pt x="0" y="-17"/>
                  <a:pt x="104" y="-17"/>
                  <a:pt x="104" y="53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3" name=""/>
          <p:cNvSpPr/>
          <p:nvPr/>
        </p:nvSpPr>
        <p:spPr>
          <a:xfrm>
            <a:off x="1942920" y="6952320"/>
            <a:ext cx="37440" cy="37440"/>
          </a:xfrm>
          <a:custGeom>
            <a:avLst/>
            <a:gdLst/>
            <a:ahLst/>
            <a:rect l="0" t="0" r="r" b="b"/>
            <a:pathLst>
              <a:path fill="none" w="104" h="104">
                <a:moveTo>
                  <a:pt x="104" y="53"/>
                </a:moveTo>
                <a:cubicBezTo>
                  <a:pt x="104" y="122"/>
                  <a:pt x="0" y="122"/>
                  <a:pt x="0" y="53"/>
                </a:cubicBezTo>
                <a:cubicBezTo>
                  <a:pt x="0" y="-17"/>
                  <a:pt x="104" y="-17"/>
                  <a:pt x="104" y="53"/>
                </a:cubicBezTo>
              </a:path>
            </a:pathLst>
          </a:custGeom>
          <a:ln cap="rnd" w="720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64" name=""/>
          <p:cNvSpPr/>
          <p:nvPr/>
        </p:nvSpPr>
        <p:spPr>
          <a:xfrm>
            <a:off x="3181320" y="6453000"/>
            <a:ext cx="37440" cy="37440"/>
          </a:xfrm>
          <a:custGeom>
            <a:avLst/>
            <a:gdLst/>
            <a:ahLst/>
            <a:rect l="0" t="0" r="r" b="b"/>
            <a:pathLst>
              <a:path w="104" h="104">
                <a:moveTo>
                  <a:pt x="104" y="53"/>
                </a:moveTo>
                <a:cubicBezTo>
                  <a:pt x="104" y="122"/>
                  <a:pt x="0" y="122"/>
                  <a:pt x="0" y="53"/>
                </a:cubicBezTo>
                <a:cubicBezTo>
                  <a:pt x="0" y="-17"/>
                  <a:pt x="104" y="-17"/>
                  <a:pt x="104" y="53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5" name=""/>
          <p:cNvSpPr/>
          <p:nvPr/>
        </p:nvSpPr>
        <p:spPr>
          <a:xfrm>
            <a:off x="3181320" y="6453000"/>
            <a:ext cx="37440" cy="37440"/>
          </a:xfrm>
          <a:custGeom>
            <a:avLst/>
            <a:gdLst/>
            <a:ahLst/>
            <a:rect l="0" t="0" r="r" b="b"/>
            <a:pathLst>
              <a:path fill="none" w="104" h="104">
                <a:moveTo>
                  <a:pt x="104" y="53"/>
                </a:moveTo>
                <a:cubicBezTo>
                  <a:pt x="104" y="122"/>
                  <a:pt x="0" y="122"/>
                  <a:pt x="0" y="53"/>
                </a:cubicBezTo>
                <a:cubicBezTo>
                  <a:pt x="0" y="-17"/>
                  <a:pt x="104" y="-17"/>
                  <a:pt x="104" y="53"/>
                </a:cubicBezTo>
              </a:path>
            </a:pathLst>
          </a:custGeom>
          <a:ln cap="rnd" w="720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66" name=""/>
          <p:cNvSpPr/>
          <p:nvPr/>
        </p:nvSpPr>
        <p:spPr>
          <a:xfrm>
            <a:off x="1411920" y="7014600"/>
            <a:ext cx="37800" cy="37440"/>
          </a:xfrm>
          <a:custGeom>
            <a:avLst/>
            <a:gdLst/>
            <a:ahLst/>
            <a:rect l="0" t="0" r="r" b="b"/>
            <a:pathLst>
              <a:path w="105" h="104">
                <a:moveTo>
                  <a:pt x="105" y="53"/>
                </a:moveTo>
                <a:cubicBezTo>
                  <a:pt x="105" y="122"/>
                  <a:pt x="0" y="122"/>
                  <a:pt x="0" y="53"/>
                </a:cubicBezTo>
                <a:cubicBezTo>
                  <a:pt x="0" y="-17"/>
                  <a:pt x="105" y="-17"/>
                  <a:pt x="105" y="53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7" name=""/>
          <p:cNvSpPr/>
          <p:nvPr/>
        </p:nvSpPr>
        <p:spPr>
          <a:xfrm>
            <a:off x="1411920" y="7014600"/>
            <a:ext cx="37800" cy="37440"/>
          </a:xfrm>
          <a:custGeom>
            <a:avLst/>
            <a:gdLst/>
            <a:ahLst/>
            <a:rect l="0" t="0" r="r" b="b"/>
            <a:pathLst>
              <a:path fill="none" w="105" h="104">
                <a:moveTo>
                  <a:pt x="105" y="53"/>
                </a:moveTo>
                <a:cubicBezTo>
                  <a:pt x="105" y="122"/>
                  <a:pt x="0" y="122"/>
                  <a:pt x="0" y="53"/>
                </a:cubicBezTo>
                <a:cubicBezTo>
                  <a:pt x="0" y="-17"/>
                  <a:pt x="105" y="-17"/>
                  <a:pt x="105" y="53"/>
                </a:cubicBezTo>
              </a:path>
            </a:pathLst>
          </a:custGeom>
          <a:ln cap="rnd" w="720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68" name=""/>
          <p:cNvSpPr/>
          <p:nvPr/>
        </p:nvSpPr>
        <p:spPr>
          <a:xfrm>
            <a:off x="1058040" y="7326720"/>
            <a:ext cx="37800" cy="37440"/>
          </a:xfrm>
          <a:custGeom>
            <a:avLst/>
            <a:gdLst/>
            <a:ahLst/>
            <a:rect l="0" t="0" r="r" b="b"/>
            <a:pathLst>
              <a:path w="105" h="104">
                <a:moveTo>
                  <a:pt x="105" y="52"/>
                </a:moveTo>
                <a:cubicBezTo>
                  <a:pt x="105" y="122"/>
                  <a:pt x="0" y="122"/>
                  <a:pt x="0" y="52"/>
                </a:cubicBezTo>
                <a:cubicBezTo>
                  <a:pt x="0" y="-17"/>
                  <a:pt x="105" y="-17"/>
                  <a:pt x="105" y="52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9" name=""/>
          <p:cNvSpPr/>
          <p:nvPr/>
        </p:nvSpPr>
        <p:spPr>
          <a:xfrm>
            <a:off x="1058040" y="7326720"/>
            <a:ext cx="37800" cy="37440"/>
          </a:xfrm>
          <a:custGeom>
            <a:avLst/>
            <a:gdLst/>
            <a:ahLst/>
            <a:rect l="0" t="0" r="r" b="b"/>
            <a:pathLst>
              <a:path fill="none" w="105" h="104">
                <a:moveTo>
                  <a:pt x="105" y="52"/>
                </a:moveTo>
                <a:cubicBezTo>
                  <a:pt x="105" y="122"/>
                  <a:pt x="0" y="122"/>
                  <a:pt x="0" y="52"/>
                </a:cubicBezTo>
                <a:cubicBezTo>
                  <a:pt x="0" y="-17"/>
                  <a:pt x="105" y="-17"/>
                  <a:pt x="105" y="52"/>
                </a:cubicBezTo>
              </a:path>
            </a:pathLst>
          </a:custGeom>
          <a:ln cap="rnd" w="720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70" name=""/>
          <p:cNvSpPr/>
          <p:nvPr/>
        </p:nvSpPr>
        <p:spPr>
          <a:xfrm>
            <a:off x="2296800" y="7108200"/>
            <a:ext cx="37440" cy="37440"/>
          </a:xfrm>
          <a:custGeom>
            <a:avLst/>
            <a:gdLst/>
            <a:ahLst/>
            <a:rect l="0" t="0" r="r" b="b"/>
            <a:pathLst>
              <a:path w="104" h="104">
                <a:moveTo>
                  <a:pt x="104" y="52"/>
                </a:moveTo>
                <a:cubicBezTo>
                  <a:pt x="104" y="122"/>
                  <a:pt x="0" y="122"/>
                  <a:pt x="0" y="52"/>
                </a:cubicBezTo>
                <a:cubicBezTo>
                  <a:pt x="0" y="-17"/>
                  <a:pt x="104" y="-17"/>
                  <a:pt x="104" y="52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1" name=""/>
          <p:cNvSpPr/>
          <p:nvPr/>
        </p:nvSpPr>
        <p:spPr>
          <a:xfrm>
            <a:off x="2296800" y="7108200"/>
            <a:ext cx="37440" cy="37440"/>
          </a:xfrm>
          <a:custGeom>
            <a:avLst/>
            <a:gdLst/>
            <a:ahLst/>
            <a:rect l="0" t="0" r="r" b="b"/>
            <a:pathLst>
              <a:path fill="none" w="104" h="104">
                <a:moveTo>
                  <a:pt x="104" y="52"/>
                </a:moveTo>
                <a:cubicBezTo>
                  <a:pt x="104" y="122"/>
                  <a:pt x="0" y="122"/>
                  <a:pt x="0" y="52"/>
                </a:cubicBezTo>
                <a:cubicBezTo>
                  <a:pt x="0" y="-17"/>
                  <a:pt x="104" y="-17"/>
                  <a:pt x="104" y="52"/>
                </a:cubicBezTo>
              </a:path>
            </a:pathLst>
          </a:custGeom>
          <a:ln cap="rnd" w="720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72" name=""/>
          <p:cNvSpPr/>
          <p:nvPr/>
        </p:nvSpPr>
        <p:spPr>
          <a:xfrm flipV="1">
            <a:off x="421920" y="4682880"/>
            <a:ext cx="0" cy="2943000"/>
          </a:xfrm>
          <a:prstGeom prst="line">
            <a:avLst/>
          </a:prstGeom>
          <a:ln cap="sq" w="108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400" tIns="5400" rIns="5400" bIns="54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73" name=""/>
          <p:cNvSpPr txBox="1"/>
          <p:nvPr/>
        </p:nvSpPr>
        <p:spPr>
          <a:xfrm>
            <a:off x="5722920" y="113760"/>
            <a:ext cx="2021400" cy="1206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5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b  Cumulative records per province</a:t>
            </a:r>
            <a:endParaRPr lang="en-US" sz="9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74" name=""/>
          <p:cNvSpPr txBox="1"/>
          <p:nvPr/>
        </p:nvSpPr>
        <p:spPr>
          <a:xfrm>
            <a:off x="320040" y="7588080"/>
            <a:ext cx="9108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262626"/>
                </a:solidFill>
                <a:effectLst/>
                <a:uFillTx/>
                <a:latin typeface="Arial"/>
                <a:ea typeface="Arial"/>
              </a:rPr>
              <a:t>0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75" name=""/>
          <p:cNvSpPr txBox="1"/>
          <p:nvPr/>
        </p:nvSpPr>
        <p:spPr>
          <a:xfrm>
            <a:off x="269280" y="6808320"/>
            <a:ext cx="10260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262626"/>
                </a:solidFill>
                <a:effectLst/>
                <a:uFillTx/>
                <a:latin typeface="Arial"/>
                <a:ea typeface="Arial"/>
              </a:rPr>
              <a:t>25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76" name=""/>
          <p:cNvSpPr txBox="1"/>
          <p:nvPr/>
        </p:nvSpPr>
        <p:spPr>
          <a:xfrm>
            <a:off x="269280" y="6028200"/>
            <a:ext cx="10260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262626"/>
                </a:solidFill>
                <a:effectLst/>
                <a:uFillTx/>
                <a:latin typeface="Arial"/>
                <a:ea typeface="Arial"/>
              </a:rPr>
              <a:t>50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77" name=""/>
          <p:cNvSpPr/>
          <p:nvPr/>
        </p:nvSpPr>
        <p:spPr>
          <a:xfrm>
            <a:off x="393480" y="7625880"/>
            <a:ext cx="28440" cy="0"/>
          </a:xfrm>
          <a:prstGeom prst="line">
            <a:avLst/>
          </a:prstGeom>
          <a:ln w="108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400" tIns="-5400" rIns="5400" bIns="-54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78" name=""/>
          <p:cNvSpPr/>
          <p:nvPr/>
        </p:nvSpPr>
        <p:spPr>
          <a:xfrm>
            <a:off x="393480" y="6846120"/>
            <a:ext cx="28440" cy="0"/>
          </a:xfrm>
          <a:prstGeom prst="line">
            <a:avLst/>
          </a:prstGeom>
          <a:ln w="108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400" tIns="-5400" rIns="5400" bIns="-54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79" name=""/>
          <p:cNvSpPr/>
          <p:nvPr/>
        </p:nvSpPr>
        <p:spPr>
          <a:xfrm>
            <a:off x="393480" y="6066000"/>
            <a:ext cx="28440" cy="0"/>
          </a:xfrm>
          <a:prstGeom prst="line">
            <a:avLst/>
          </a:prstGeom>
          <a:ln w="108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400" tIns="-5400" rIns="5400" bIns="-54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0" name=""/>
          <p:cNvSpPr/>
          <p:nvPr/>
        </p:nvSpPr>
        <p:spPr>
          <a:xfrm>
            <a:off x="393480" y="5286240"/>
            <a:ext cx="28440" cy="0"/>
          </a:xfrm>
          <a:prstGeom prst="line">
            <a:avLst/>
          </a:prstGeom>
          <a:ln w="108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400" tIns="-5400" rIns="5400" bIns="-54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1" name=""/>
          <p:cNvSpPr/>
          <p:nvPr/>
        </p:nvSpPr>
        <p:spPr>
          <a:xfrm>
            <a:off x="421920" y="7778880"/>
            <a:ext cx="5025240" cy="0"/>
          </a:xfrm>
          <a:prstGeom prst="line">
            <a:avLst/>
          </a:prstGeom>
          <a:ln cap="sq" w="108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400" tIns="-5400" rIns="5400" bIns="-54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2" name=""/>
          <p:cNvSpPr/>
          <p:nvPr/>
        </p:nvSpPr>
        <p:spPr>
          <a:xfrm flipV="1">
            <a:off x="722880" y="7778880"/>
            <a:ext cx="0" cy="28440"/>
          </a:xfrm>
          <a:prstGeom prst="line">
            <a:avLst/>
          </a:prstGeom>
          <a:ln w="108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400" tIns="5400" rIns="5400" bIns="54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3" name=""/>
          <p:cNvSpPr/>
          <p:nvPr/>
        </p:nvSpPr>
        <p:spPr>
          <a:xfrm flipV="1">
            <a:off x="1607760" y="7778880"/>
            <a:ext cx="0" cy="28440"/>
          </a:xfrm>
          <a:prstGeom prst="line">
            <a:avLst/>
          </a:prstGeom>
          <a:ln w="108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400" tIns="5400" rIns="5400" bIns="54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4" name=""/>
          <p:cNvSpPr/>
          <p:nvPr/>
        </p:nvSpPr>
        <p:spPr>
          <a:xfrm flipV="1">
            <a:off x="2492280" y="7778880"/>
            <a:ext cx="0" cy="28440"/>
          </a:xfrm>
          <a:prstGeom prst="line">
            <a:avLst/>
          </a:prstGeom>
          <a:ln w="108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400" tIns="5400" rIns="5400" bIns="54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5" name=""/>
          <p:cNvSpPr/>
          <p:nvPr/>
        </p:nvSpPr>
        <p:spPr>
          <a:xfrm flipV="1">
            <a:off x="3376800" y="7778880"/>
            <a:ext cx="0" cy="28440"/>
          </a:xfrm>
          <a:prstGeom prst="line">
            <a:avLst/>
          </a:prstGeom>
          <a:ln w="108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400" tIns="5400" rIns="5400" bIns="54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6" name=""/>
          <p:cNvSpPr/>
          <p:nvPr/>
        </p:nvSpPr>
        <p:spPr>
          <a:xfrm flipV="1">
            <a:off x="4261680" y="7778880"/>
            <a:ext cx="0" cy="28440"/>
          </a:xfrm>
          <a:prstGeom prst="line">
            <a:avLst/>
          </a:prstGeom>
          <a:ln w="108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400" tIns="5400" rIns="5400" bIns="54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7" name=""/>
          <p:cNvSpPr/>
          <p:nvPr/>
        </p:nvSpPr>
        <p:spPr>
          <a:xfrm flipV="1">
            <a:off x="5146200" y="7778880"/>
            <a:ext cx="0" cy="28440"/>
          </a:xfrm>
          <a:prstGeom prst="line">
            <a:avLst/>
          </a:prstGeom>
          <a:ln w="108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400" tIns="5400" rIns="5400" bIns="54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8" name=""/>
          <p:cNvSpPr txBox="1"/>
          <p:nvPr/>
        </p:nvSpPr>
        <p:spPr>
          <a:xfrm>
            <a:off x="269280" y="5248440"/>
            <a:ext cx="10260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262626"/>
                </a:solidFill>
                <a:effectLst/>
                <a:uFillTx/>
                <a:latin typeface="Arial"/>
                <a:ea typeface="Arial"/>
              </a:rPr>
              <a:t>75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9" name=""/>
          <p:cNvSpPr txBox="1"/>
          <p:nvPr/>
        </p:nvSpPr>
        <p:spPr>
          <a:xfrm>
            <a:off x="621360" y="7830360"/>
            <a:ext cx="20412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262626"/>
                </a:solidFill>
                <a:effectLst/>
                <a:uFillTx/>
                <a:latin typeface="Arial"/>
                <a:ea typeface="Arial"/>
              </a:rPr>
              <a:t>2000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0" name=""/>
          <p:cNvSpPr txBox="1"/>
          <p:nvPr/>
        </p:nvSpPr>
        <p:spPr>
          <a:xfrm>
            <a:off x="1506240" y="7830360"/>
            <a:ext cx="20412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262626"/>
                </a:solidFill>
                <a:effectLst/>
                <a:uFillTx/>
                <a:latin typeface="Arial"/>
                <a:ea typeface="Arial"/>
              </a:rPr>
              <a:t>2005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1" name=""/>
          <p:cNvSpPr txBox="1"/>
          <p:nvPr/>
        </p:nvSpPr>
        <p:spPr>
          <a:xfrm>
            <a:off x="2390760" y="7830360"/>
            <a:ext cx="20412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262626"/>
                </a:solidFill>
                <a:effectLst/>
                <a:uFillTx/>
                <a:latin typeface="Arial"/>
                <a:ea typeface="Arial"/>
              </a:rPr>
              <a:t>2010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2" name=""/>
          <p:cNvSpPr txBox="1"/>
          <p:nvPr/>
        </p:nvSpPr>
        <p:spPr>
          <a:xfrm>
            <a:off x="3275640" y="7830360"/>
            <a:ext cx="20412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262626"/>
                </a:solidFill>
                <a:effectLst/>
                <a:uFillTx/>
                <a:latin typeface="Arial"/>
                <a:ea typeface="Arial"/>
              </a:rPr>
              <a:t>2015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3" name=""/>
          <p:cNvSpPr txBox="1"/>
          <p:nvPr/>
        </p:nvSpPr>
        <p:spPr>
          <a:xfrm>
            <a:off x="4160160" y="7830360"/>
            <a:ext cx="20412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262626"/>
                </a:solidFill>
                <a:effectLst/>
                <a:uFillTx/>
                <a:latin typeface="Arial"/>
                <a:ea typeface="Arial"/>
              </a:rPr>
              <a:t>2020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4" name=""/>
          <p:cNvSpPr txBox="1"/>
          <p:nvPr/>
        </p:nvSpPr>
        <p:spPr>
          <a:xfrm>
            <a:off x="5044680" y="7830360"/>
            <a:ext cx="20412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262626"/>
                </a:solidFill>
                <a:effectLst/>
                <a:uFillTx/>
                <a:latin typeface="Arial"/>
                <a:ea typeface="Arial"/>
              </a:rPr>
              <a:t>2025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5" name=""/>
          <p:cNvSpPr txBox="1"/>
          <p:nvPr/>
        </p:nvSpPr>
        <p:spPr>
          <a:xfrm rot="16200000">
            <a:off x="-254520" y="6115680"/>
            <a:ext cx="87732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0" u="none" strike="noStrike">
                <a:solidFill>
                  <a:srgbClr val="0D0D0D"/>
                </a:solidFill>
                <a:effectLst/>
                <a:uFillTx/>
                <a:latin typeface="Arial"/>
                <a:ea typeface="Arial"/>
              </a:rPr>
              <a:t>Records per year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6" name=""/>
          <p:cNvSpPr txBox="1"/>
          <p:nvPr/>
        </p:nvSpPr>
        <p:spPr>
          <a:xfrm>
            <a:off x="422280" y="4511880"/>
            <a:ext cx="275400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20" b="0" u="none" strike="noStrike">
                <a:solidFill>
                  <a:srgbClr val="4D4D4D"/>
                </a:solidFill>
                <a:effectLst/>
                <a:uFillTx/>
                <a:latin typeface="Arial"/>
                <a:ea typeface="Arial"/>
              </a:rPr>
              <a:t>Bars: reported year; line: modelled subset by discovery year</a:t>
            </a:r>
            <a:endParaRPr lang="en-US" sz="8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7" name=""/>
          <p:cNvSpPr/>
          <p:nvPr/>
        </p:nvSpPr>
        <p:spPr>
          <a:xfrm>
            <a:off x="5998680" y="4682880"/>
            <a:ext cx="5025600" cy="1443600"/>
          </a:xfrm>
          <a:custGeom>
            <a:avLst/>
            <a:gdLst/>
            <a:ahLst/>
            <a:rect l="0" t="0" r="r" b="b"/>
            <a:pathLst>
              <a:path w="13960" h="4010">
                <a:moveTo>
                  <a:pt x="0" y="0"/>
                </a:moveTo>
                <a:lnTo>
                  <a:pt x="13960" y="0"/>
                </a:lnTo>
                <a:lnTo>
                  <a:pt x="13960" y="4010"/>
                </a:lnTo>
                <a:lnTo>
                  <a:pt x="0" y="401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8" name=""/>
          <p:cNvSpPr/>
          <p:nvPr/>
        </p:nvSpPr>
        <p:spPr>
          <a:xfrm>
            <a:off x="10784520" y="57319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99" name=""/>
          <p:cNvSpPr/>
          <p:nvPr/>
        </p:nvSpPr>
        <p:spPr>
          <a:xfrm>
            <a:off x="10784520" y="57319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0" name=""/>
          <p:cNvSpPr/>
          <p:nvPr/>
        </p:nvSpPr>
        <p:spPr>
          <a:xfrm>
            <a:off x="8591760" y="53028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1" name=""/>
          <p:cNvSpPr/>
          <p:nvPr/>
        </p:nvSpPr>
        <p:spPr>
          <a:xfrm>
            <a:off x="8591760" y="53028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2" name=""/>
          <p:cNvSpPr/>
          <p:nvPr/>
        </p:nvSpPr>
        <p:spPr>
          <a:xfrm>
            <a:off x="10419120" y="52405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203" name=""/>
          <p:cNvSpPr/>
          <p:nvPr/>
        </p:nvSpPr>
        <p:spPr>
          <a:xfrm>
            <a:off x="10419120" y="52405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4" name=""/>
          <p:cNvSpPr/>
          <p:nvPr/>
        </p:nvSpPr>
        <p:spPr>
          <a:xfrm>
            <a:off x="8957160" y="54082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5" name=""/>
          <p:cNvSpPr/>
          <p:nvPr/>
        </p:nvSpPr>
        <p:spPr>
          <a:xfrm>
            <a:off x="8957160" y="54082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6" name=""/>
          <p:cNvSpPr/>
          <p:nvPr/>
        </p:nvSpPr>
        <p:spPr>
          <a:xfrm>
            <a:off x="9870840" y="48229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7" name=""/>
          <p:cNvSpPr/>
          <p:nvPr/>
        </p:nvSpPr>
        <p:spPr>
          <a:xfrm>
            <a:off x="9870840" y="48229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8" name=""/>
          <p:cNvSpPr/>
          <p:nvPr/>
        </p:nvSpPr>
        <p:spPr>
          <a:xfrm>
            <a:off x="8591760" y="5168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9" name=""/>
          <p:cNvSpPr/>
          <p:nvPr/>
        </p:nvSpPr>
        <p:spPr>
          <a:xfrm>
            <a:off x="8591760" y="5168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0" name=""/>
          <p:cNvSpPr/>
          <p:nvPr/>
        </p:nvSpPr>
        <p:spPr>
          <a:xfrm>
            <a:off x="8043480" y="5540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1" name=""/>
          <p:cNvSpPr/>
          <p:nvPr/>
        </p:nvSpPr>
        <p:spPr>
          <a:xfrm>
            <a:off x="8043480" y="5540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2" name=""/>
          <p:cNvSpPr/>
          <p:nvPr/>
        </p:nvSpPr>
        <p:spPr>
          <a:xfrm>
            <a:off x="7678080" y="5474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3" name=""/>
          <p:cNvSpPr/>
          <p:nvPr/>
        </p:nvSpPr>
        <p:spPr>
          <a:xfrm>
            <a:off x="7678080" y="5474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4" name=""/>
          <p:cNvSpPr/>
          <p:nvPr/>
        </p:nvSpPr>
        <p:spPr>
          <a:xfrm>
            <a:off x="10236240" y="54406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215" name=""/>
          <p:cNvSpPr/>
          <p:nvPr/>
        </p:nvSpPr>
        <p:spPr>
          <a:xfrm>
            <a:off x="10236240" y="54406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6" name=""/>
          <p:cNvSpPr/>
          <p:nvPr/>
        </p:nvSpPr>
        <p:spPr>
          <a:xfrm>
            <a:off x="10053720" y="5216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7" name=""/>
          <p:cNvSpPr/>
          <p:nvPr/>
        </p:nvSpPr>
        <p:spPr>
          <a:xfrm>
            <a:off x="10053720" y="5216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8" name=""/>
          <p:cNvSpPr/>
          <p:nvPr/>
        </p:nvSpPr>
        <p:spPr>
          <a:xfrm>
            <a:off x="7495200" y="54140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9" name=""/>
          <p:cNvSpPr/>
          <p:nvPr/>
        </p:nvSpPr>
        <p:spPr>
          <a:xfrm>
            <a:off x="7495200" y="54140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0" name=""/>
          <p:cNvSpPr/>
          <p:nvPr/>
        </p:nvSpPr>
        <p:spPr>
          <a:xfrm>
            <a:off x="8409240" y="54817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1" name=""/>
          <p:cNvSpPr/>
          <p:nvPr/>
        </p:nvSpPr>
        <p:spPr>
          <a:xfrm>
            <a:off x="8409240" y="54817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2" name=""/>
          <p:cNvSpPr/>
          <p:nvPr/>
        </p:nvSpPr>
        <p:spPr>
          <a:xfrm>
            <a:off x="10053720" y="5216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3" name=""/>
          <p:cNvSpPr/>
          <p:nvPr/>
        </p:nvSpPr>
        <p:spPr>
          <a:xfrm>
            <a:off x="10053720" y="5216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4" name=""/>
          <p:cNvSpPr/>
          <p:nvPr/>
        </p:nvSpPr>
        <p:spPr>
          <a:xfrm>
            <a:off x="9870840" y="54406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5" name=""/>
          <p:cNvSpPr/>
          <p:nvPr/>
        </p:nvSpPr>
        <p:spPr>
          <a:xfrm>
            <a:off x="9870840" y="54406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6" name=""/>
          <p:cNvSpPr/>
          <p:nvPr/>
        </p:nvSpPr>
        <p:spPr>
          <a:xfrm>
            <a:off x="10053720" y="5223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7" name=""/>
          <p:cNvSpPr/>
          <p:nvPr/>
        </p:nvSpPr>
        <p:spPr>
          <a:xfrm>
            <a:off x="10053720" y="5223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8" name=""/>
          <p:cNvSpPr/>
          <p:nvPr/>
        </p:nvSpPr>
        <p:spPr>
          <a:xfrm>
            <a:off x="10419120" y="5549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229" name=""/>
          <p:cNvSpPr/>
          <p:nvPr/>
        </p:nvSpPr>
        <p:spPr>
          <a:xfrm>
            <a:off x="10419120" y="5549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0" name=""/>
          <p:cNvSpPr/>
          <p:nvPr/>
        </p:nvSpPr>
        <p:spPr>
          <a:xfrm>
            <a:off x="10419120" y="58597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231" name=""/>
          <p:cNvSpPr/>
          <p:nvPr/>
        </p:nvSpPr>
        <p:spPr>
          <a:xfrm>
            <a:off x="10419120" y="58597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2" name=""/>
          <p:cNvSpPr/>
          <p:nvPr/>
        </p:nvSpPr>
        <p:spPr>
          <a:xfrm>
            <a:off x="9505440" y="5549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3" name=""/>
          <p:cNvSpPr/>
          <p:nvPr/>
        </p:nvSpPr>
        <p:spPr>
          <a:xfrm>
            <a:off x="9505440" y="5549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4" name=""/>
          <p:cNvSpPr/>
          <p:nvPr/>
        </p:nvSpPr>
        <p:spPr>
          <a:xfrm>
            <a:off x="10602000" y="53456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235" name=""/>
          <p:cNvSpPr/>
          <p:nvPr/>
        </p:nvSpPr>
        <p:spPr>
          <a:xfrm>
            <a:off x="10602000" y="53456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6" name=""/>
          <p:cNvSpPr/>
          <p:nvPr/>
        </p:nvSpPr>
        <p:spPr>
          <a:xfrm>
            <a:off x="10419120" y="53582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237" name=""/>
          <p:cNvSpPr/>
          <p:nvPr/>
        </p:nvSpPr>
        <p:spPr>
          <a:xfrm>
            <a:off x="10419120" y="53582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8" name=""/>
          <p:cNvSpPr/>
          <p:nvPr/>
        </p:nvSpPr>
        <p:spPr>
          <a:xfrm>
            <a:off x="8043480" y="54633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9" name=""/>
          <p:cNvSpPr/>
          <p:nvPr/>
        </p:nvSpPr>
        <p:spPr>
          <a:xfrm>
            <a:off x="8043480" y="54633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0" name=""/>
          <p:cNvSpPr/>
          <p:nvPr/>
        </p:nvSpPr>
        <p:spPr>
          <a:xfrm>
            <a:off x="9688320" y="54140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1" name=""/>
          <p:cNvSpPr/>
          <p:nvPr/>
        </p:nvSpPr>
        <p:spPr>
          <a:xfrm>
            <a:off x="9688320" y="54140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2" name=""/>
          <p:cNvSpPr/>
          <p:nvPr/>
        </p:nvSpPr>
        <p:spPr>
          <a:xfrm>
            <a:off x="8591760" y="54932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3" name=""/>
          <p:cNvSpPr/>
          <p:nvPr/>
        </p:nvSpPr>
        <p:spPr>
          <a:xfrm>
            <a:off x="8591760" y="54932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4" name=""/>
          <p:cNvSpPr/>
          <p:nvPr/>
        </p:nvSpPr>
        <p:spPr>
          <a:xfrm>
            <a:off x="10602000" y="54356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245" name=""/>
          <p:cNvSpPr/>
          <p:nvPr/>
        </p:nvSpPr>
        <p:spPr>
          <a:xfrm>
            <a:off x="10602000" y="54356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6" name=""/>
          <p:cNvSpPr/>
          <p:nvPr/>
        </p:nvSpPr>
        <p:spPr>
          <a:xfrm>
            <a:off x="10053720" y="5874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7" name=""/>
          <p:cNvSpPr/>
          <p:nvPr/>
        </p:nvSpPr>
        <p:spPr>
          <a:xfrm>
            <a:off x="10053720" y="5874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8" name=""/>
          <p:cNvSpPr/>
          <p:nvPr/>
        </p:nvSpPr>
        <p:spPr>
          <a:xfrm>
            <a:off x="10784520" y="54540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249" name=""/>
          <p:cNvSpPr/>
          <p:nvPr/>
        </p:nvSpPr>
        <p:spPr>
          <a:xfrm>
            <a:off x="10784520" y="54540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0" name=""/>
          <p:cNvSpPr/>
          <p:nvPr/>
        </p:nvSpPr>
        <p:spPr>
          <a:xfrm>
            <a:off x="10419120" y="55501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251" name=""/>
          <p:cNvSpPr/>
          <p:nvPr/>
        </p:nvSpPr>
        <p:spPr>
          <a:xfrm>
            <a:off x="10419120" y="55501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2" name=""/>
          <p:cNvSpPr/>
          <p:nvPr/>
        </p:nvSpPr>
        <p:spPr>
          <a:xfrm>
            <a:off x="10784520" y="52826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253" name=""/>
          <p:cNvSpPr/>
          <p:nvPr/>
        </p:nvSpPr>
        <p:spPr>
          <a:xfrm>
            <a:off x="10784520" y="52826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4" name=""/>
          <p:cNvSpPr/>
          <p:nvPr/>
        </p:nvSpPr>
        <p:spPr>
          <a:xfrm>
            <a:off x="10784520" y="53175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255" name=""/>
          <p:cNvSpPr/>
          <p:nvPr/>
        </p:nvSpPr>
        <p:spPr>
          <a:xfrm>
            <a:off x="10784520" y="53175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6" name=""/>
          <p:cNvSpPr/>
          <p:nvPr/>
        </p:nvSpPr>
        <p:spPr>
          <a:xfrm>
            <a:off x="10419120" y="56304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257" name=""/>
          <p:cNvSpPr/>
          <p:nvPr/>
        </p:nvSpPr>
        <p:spPr>
          <a:xfrm>
            <a:off x="10419120" y="56304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8" name=""/>
          <p:cNvSpPr/>
          <p:nvPr/>
        </p:nvSpPr>
        <p:spPr>
          <a:xfrm>
            <a:off x="8957160" y="4872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9" name=""/>
          <p:cNvSpPr/>
          <p:nvPr/>
        </p:nvSpPr>
        <p:spPr>
          <a:xfrm>
            <a:off x="8957160" y="4872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0" name=""/>
          <p:cNvSpPr/>
          <p:nvPr/>
        </p:nvSpPr>
        <p:spPr>
          <a:xfrm>
            <a:off x="10419120" y="53276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261" name=""/>
          <p:cNvSpPr/>
          <p:nvPr/>
        </p:nvSpPr>
        <p:spPr>
          <a:xfrm>
            <a:off x="10419120" y="53276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2" name=""/>
          <p:cNvSpPr/>
          <p:nvPr/>
        </p:nvSpPr>
        <p:spPr>
          <a:xfrm>
            <a:off x="8043480" y="55879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3" name=""/>
          <p:cNvSpPr/>
          <p:nvPr/>
        </p:nvSpPr>
        <p:spPr>
          <a:xfrm>
            <a:off x="8043480" y="55879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4" name=""/>
          <p:cNvSpPr/>
          <p:nvPr/>
        </p:nvSpPr>
        <p:spPr>
          <a:xfrm>
            <a:off x="10602000" y="52876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265" name=""/>
          <p:cNvSpPr/>
          <p:nvPr/>
        </p:nvSpPr>
        <p:spPr>
          <a:xfrm>
            <a:off x="10602000" y="52876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6" name=""/>
          <p:cNvSpPr/>
          <p:nvPr/>
        </p:nvSpPr>
        <p:spPr>
          <a:xfrm>
            <a:off x="8591760" y="58744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7" name=""/>
          <p:cNvSpPr/>
          <p:nvPr/>
        </p:nvSpPr>
        <p:spPr>
          <a:xfrm>
            <a:off x="8591760" y="58744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8" name=""/>
          <p:cNvSpPr/>
          <p:nvPr/>
        </p:nvSpPr>
        <p:spPr>
          <a:xfrm>
            <a:off x="6764400" y="5090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7DAAD0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9" name=""/>
          <p:cNvSpPr/>
          <p:nvPr/>
        </p:nvSpPr>
        <p:spPr>
          <a:xfrm>
            <a:off x="6764400" y="5090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7DAAD0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0" name=""/>
          <p:cNvSpPr/>
          <p:nvPr/>
        </p:nvSpPr>
        <p:spPr>
          <a:xfrm>
            <a:off x="10053720" y="57852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1" name=""/>
          <p:cNvSpPr/>
          <p:nvPr/>
        </p:nvSpPr>
        <p:spPr>
          <a:xfrm>
            <a:off x="10053720" y="57852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2" name=""/>
          <p:cNvSpPr/>
          <p:nvPr/>
        </p:nvSpPr>
        <p:spPr>
          <a:xfrm>
            <a:off x="8043480" y="5628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3" name=""/>
          <p:cNvSpPr/>
          <p:nvPr/>
        </p:nvSpPr>
        <p:spPr>
          <a:xfrm>
            <a:off x="8043480" y="5628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4" name=""/>
          <p:cNvSpPr/>
          <p:nvPr/>
        </p:nvSpPr>
        <p:spPr>
          <a:xfrm>
            <a:off x="10602000" y="5443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275" name=""/>
          <p:cNvSpPr/>
          <p:nvPr/>
        </p:nvSpPr>
        <p:spPr>
          <a:xfrm>
            <a:off x="10602000" y="5443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6" name=""/>
          <p:cNvSpPr/>
          <p:nvPr/>
        </p:nvSpPr>
        <p:spPr>
          <a:xfrm>
            <a:off x="10784520" y="56534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277" name=""/>
          <p:cNvSpPr/>
          <p:nvPr/>
        </p:nvSpPr>
        <p:spPr>
          <a:xfrm>
            <a:off x="10784520" y="56534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8" name=""/>
          <p:cNvSpPr/>
          <p:nvPr/>
        </p:nvSpPr>
        <p:spPr>
          <a:xfrm>
            <a:off x="8409240" y="53740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9" name=""/>
          <p:cNvSpPr/>
          <p:nvPr/>
        </p:nvSpPr>
        <p:spPr>
          <a:xfrm>
            <a:off x="8409240" y="53740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0" name=""/>
          <p:cNvSpPr/>
          <p:nvPr/>
        </p:nvSpPr>
        <p:spPr>
          <a:xfrm>
            <a:off x="10236240" y="59799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281" name=""/>
          <p:cNvSpPr/>
          <p:nvPr/>
        </p:nvSpPr>
        <p:spPr>
          <a:xfrm>
            <a:off x="10236240" y="59799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2" name=""/>
          <p:cNvSpPr/>
          <p:nvPr/>
        </p:nvSpPr>
        <p:spPr>
          <a:xfrm>
            <a:off x="10053720" y="55501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3" name=""/>
          <p:cNvSpPr/>
          <p:nvPr/>
        </p:nvSpPr>
        <p:spPr>
          <a:xfrm>
            <a:off x="10053720" y="55501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4" name=""/>
          <p:cNvSpPr/>
          <p:nvPr/>
        </p:nvSpPr>
        <p:spPr>
          <a:xfrm>
            <a:off x="8774640" y="5173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5" name=""/>
          <p:cNvSpPr/>
          <p:nvPr/>
        </p:nvSpPr>
        <p:spPr>
          <a:xfrm>
            <a:off x="8774640" y="5173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6" name=""/>
          <p:cNvSpPr/>
          <p:nvPr/>
        </p:nvSpPr>
        <p:spPr>
          <a:xfrm>
            <a:off x="9140040" y="56116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7" name=""/>
          <p:cNvSpPr/>
          <p:nvPr/>
        </p:nvSpPr>
        <p:spPr>
          <a:xfrm>
            <a:off x="9140040" y="56116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8" name=""/>
          <p:cNvSpPr/>
          <p:nvPr/>
        </p:nvSpPr>
        <p:spPr>
          <a:xfrm>
            <a:off x="10053720" y="5384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9" name=""/>
          <p:cNvSpPr/>
          <p:nvPr/>
        </p:nvSpPr>
        <p:spPr>
          <a:xfrm>
            <a:off x="10053720" y="5384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0" name=""/>
          <p:cNvSpPr/>
          <p:nvPr/>
        </p:nvSpPr>
        <p:spPr>
          <a:xfrm>
            <a:off x="9322560" y="52664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1" name=""/>
          <p:cNvSpPr/>
          <p:nvPr/>
        </p:nvSpPr>
        <p:spPr>
          <a:xfrm>
            <a:off x="9322560" y="52664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2" name=""/>
          <p:cNvSpPr/>
          <p:nvPr/>
        </p:nvSpPr>
        <p:spPr>
          <a:xfrm>
            <a:off x="8043480" y="55490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3" name=""/>
          <p:cNvSpPr/>
          <p:nvPr/>
        </p:nvSpPr>
        <p:spPr>
          <a:xfrm>
            <a:off x="8043480" y="55490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4" name=""/>
          <p:cNvSpPr/>
          <p:nvPr/>
        </p:nvSpPr>
        <p:spPr>
          <a:xfrm>
            <a:off x="10419120" y="5313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295" name=""/>
          <p:cNvSpPr/>
          <p:nvPr/>
        </p:nvSpPr>
        <p:spPr>
          <a:xfrm>
            <a:off x="10419120" y="5313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6" name=""/>
          <p:cNvSpPr/>
          <p:nvPr/>
        </p:nvSpPr>
        <p:spPr>
          <a:xfrm>
            <a:off x="9688320" y="55699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7" name=""/>
          <p:cNvSpPr/>
          <p:nvPr/>
        </p:nvSpPr>
        <p:spPr>
          <a:xfrm>
            <a:off x="9688320" y="55699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8" name=""/>
          <p:cNvSpPr/>
          <p:nvPr/>
        </p:nvSpPr>
        <p:spPr>
          <a:xfrm>
            <a:off x="8409240" y="5171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9" name=""/>
          <p:cNvSpPr/>
          <p:nvPr/>
        </p:nvSpPr>
        <p:spPr>
          <a:xfrm>
            <a:off x="8409240" y="5171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0" name=""/>
          <p:cNvSpPr/>
          <p:nvPr/>
        </p:nvSpPr>
        <p:spPr>
          <a:xfrm>
            <a:off x="7495200" y="54374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1" name=""/>
          <p:cNvSpPr/>
          <p:nvPr/>
        </p:nvSpPr>
        <p:spPr>
          <a:xfrm>
            <a:off x="7495200" y="54374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2" name=""/>
          <p:cNvSpPr/>
          <p:nvPr/>
        </p:nvSpPr>
        <p:spPr>
          <a:xfrm>
            <a:off x="9505440" y="56206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3" name=""/>
          <p:cNvSpPr/>
          <p:nvPr/>
        </p:nvSpPr>
        <p:spPr>
          <a:xfrm>
            <a:off x="9505440" y="56206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4" name=""/>
          <p:cNvSpPr/>
          <p:nvPr/>
        </p:nvSpPr>
        <p:spPr>
          <a:xfrm>
            <a:off x="6399000" y="5194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5986BD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305" name=""/>
          <p:cNvSpPr/>
          <p:nvPr/>
        </p:nvSpPr>
        <p:spPr>
          <a:xfrm>
            <a:off x="6399000" y="5194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5986BD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6" name=""/>
          <p:cNvSpPr/>
          <p:nvPr/>
        </p:nvSpPr>
        <p:spPr>
          <a:xfrm>
            <a:off x="9505440" y="55152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7" name=""/>
          <p:cNvSpPr/>
          <p:nvPr/>
        </p:nvSpPr>
        <p:spPr>
          <a:xfrm>
            <a:off x="9505440" y="55152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8" name=""/>
          <p:cNvSpPr/>
          <p:nvPr/>
        </p:nvSpPr>
        <p:spPr>
          <a:xfrm>
            <a:off x="8226360" y="4899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9" name=""/>
          <p:cNvSpPr/>
          <p:nvPr/>
        </p:nvSpPr>
        <p:spPr>
          <a:xfrm>
            <a:off x="8226360" y="4899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0" name=""/>
          <p:cNvSpPr/>
          <p:nvPr/>
        </p:nvSpPr>
        <p:spPr>
          <a:xfrm>
            <a:off x="10419120" y="51789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311" name=""/>
          <p:cNvSpPr/>
          <p:nvPr/>
        </p:nvSpPr>
        <p:spPr>
          <a:xfrm>
            <a:off x="10419120" y="51789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2" name=""/>
          <p:cNvSpPr/>
          <p:nvPr/>
        </p:nvSpPr>
        <p:spPr>
          <a:xfrm>
            <a:off x="8591760" y="5168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3" name=""/>
          <p:cNvSpPr/>
          <p:nvPr/>
        </p:nvSpPr>
        <p:spPr>
          <a:xfrm>
            <a:off x="8591760" y="5168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4" name=""/>
          <p:cNvSpPr/>
          <p:nvPr/>
        </p:nvSpPr>
        <p:spPr>
          <a:xfrm>
            <a:off x="9140040" y="56833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5" name=""/>
          <p:cNvSpPr/>
          <p:nvPr/>
        </p:nvSpPr>
        <p:spPr>
          <a:xfrm>
            <a:off x="9140040" y="56833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6" name=""/>
          <p:cNvSpPr/>
          <p:nvPr/>
        </p:nvSpPr>
        <p:spPr>
          <a:xfrm>
            <a:off x="7312680" y="52002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7" name=""/>
          <p:cNvSpPr/>
          <p:nvPr/>
        </p:nvSpPr>
        <p:spPr>
          <a:xfrm>
            <a:off x="7312680" y="52002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8" name=""/>
          <p:cNvSpPr/>
          <p:nvPr/>
        </p:nvSpPr>
        <p:spPr>
          <a:xfrm>
            <a:off x="8774640" y="54144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9" name=""/>
          <p:cNvSpPr/>
          <p:nvPr/>
        </p:nvSpPr>
        <p:spPr>
          <a:xfrm>
            <a:off x="8774640" y="54144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0" name=""/>
          <p:cNvSpPr/>
          <p:nvPr/>
        </p:nvSpPr>
        <p:spPr>
          <a:xfrm>
            <a:off x="10784520" y="53377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321" name=""/>
          <p:cNvSpPr/>
          <p:nvPr/>
        </p:nvSpPr>
        <p:spPr>
          <a:xfrm>
            <a:off x="10784520" y="53377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2" name=""/>
          <p:cNvSpPr/>
          <p:nvPr/>
        </p:nvSpPr>
        <p:spPr>
          <a:xfrm>
            <a:off x="10053720" y="5216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3" name=""/>
          <p:cNvSpPr/>
          <p:nvPr/>
        </p:nvSpPr>
        <p:spPr>
          <a:xfrm>
            <a:off x="10053720" y="5216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4" name=""/>
          <p:cNvSpPr/>
          <p:nvPr/>
        </p:nvSpPr>
        <p:spPr>
          <a:xfrm>
            <a:off x="9140040" y="53802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5" name=""/>
          <p:cNvSpPr/>
          <p:nvPr/>
        </p:nvSpPr>
        <p:spPr>
          <a:xfrm>
            <a:off x="9140040" y="53802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6" name=""/>
          <p:cNvSpPr/>
          <p:nvPr/>
        </p:nvSpPr>
        <p:spPr>
          <a:xfrm>
            <a:off x="8957160" y="52729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7" name=""/>
          <p:cNvSpPr/>
          <p:nvPr/>
        </p:nvSpPr>
        <p:spPr>
          <a:xfrm>
            <a:off x="8957160" y="52729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8" name=""/>
          <p:cNvSpPr/>
          <p:nvPr/>
        </p:nvSpPr>
        <p:spPr>
          <a:xfrm>
            <a:off x="10053720" y="55623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9" name=""/>
          <p:cNvSpPr/>
          <p:nvPr/>
        </p:nvSpPr>
        <p:spPr>
          <a:xfrm>
            <a:off x="10053720" y="55623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0" name=""/>
          <p:cNvSpPr/>
          <p:nvPr/>
        </p:nvSpPr>
        <p:spPr>
          <a:xfrm>
            <a:off x="10419120" y="5344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331" name=""/>
          <p:cNvSpPr/>
          <p:nvPr/>
        </p:nvSpPr>
        <p:spPr>
          <a:xfrm>
            <a:off x="10419120" y="5344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2" name=""/>
          <p:cNvSpPr/>
          <p:nvPr/>
        </p:nvSpPr>
        <p:spPr>
          <a:xfrm>
            <a:off x="10419120" y="5434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333" name=""/>
          <p:cNvSpPr/>
          <p:nvPr/>
        </p:nvSpPr>
        <p:spPr>
          <a:xfrm>
            <a:off x="10419120" y="5434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4" name=""/>
          <p:cNvSpPr/>
          <p:nvPr/>
        </p:nvSpPr>
        <p:spPr>
          <a:xfrm>
            <a:off x="7860960" y="59331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5" name=""/>
          <p:cNvSpPr/>
          <p:nvPr/>
        </p:nvSpPr>
        <p:spPr>
          <a:xfrm>
            <a:off x="7860960" y="59331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6" name=""/>
          <p:cNvSpPr/>
          <p:nvPr/>
        </p:nvSpPr>
        <p:spPr>
          <a:xfrm>
            <a:off x="6399000" y="4982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5986BD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337" name=""/>
          <p:cNvSpPr/>
          <p:nvPr/>
        </p:nvSpPr>
        <p:spPr>
          <a:xfrm>
            <a:off x="6399000" y="4982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5986BD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8" name=""/>
          <p:cNvSpPr/>
          <p:nvPr/>
        </p:nvSpPr>
        <p:spPr>
          <a:xfrm>
            <a:off x="6216120" y="52534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4575B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339" name=""/>
          <p:cNvSpPr/>
          <p:nvPr/>
        </p:nvSpPr>
        <p:spPr>
          <a:xfrm>
            <a:off x="6216120" y="52534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4575B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0" name=""/>
          <p:cNvSpPr/>
          <p:nvPr/>
        </p:nvSpPr>
        <p:spPr>
          <a:xfrm>
            <a:off x="10602000" y="5668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341" name=""/>
          <p:cNvSpPr/>
          <p:nvPr/>
        </p:nvSpPr>
        <p:spPr>
          <a:xfrm>
            <a:off x="10602000" y="5668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2" name=""/>
          <p:cNvSpPr/>
          <p:nvPr/>
        </p:nvSpPr>
        <p:spPr>
          <a:xfrm>
            <a:off x="9505440" y="5141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3" name=""/>
          <p:cNvSpPr/>
          <p:nvPr/>
        </p:nvSpPr>
        <p:spPr>
          <a:xfrm>
            <a:off x="9505440" y="5141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4" name=""/>
          <p:cNvSpPr/>
          <p:nvPr/>
        </p:nvSpPr>
        <p:spPr>
          <a:xfrm>
            <a:off x="6947280" y="56732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8EBCD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5" name=""/>
          <p:cNvSpPr/>
          <p:nvPr/>
        </p:nvSpPr>
        <p:spPr>
          <a:xfrm>
            <a:off x="6947280" y="56732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8EBCD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6" name=""/>
          <p:cNvSpPr/>
          <p:nvPr/>
        </p:nvSpPr>
        <p:spPr>
          <a:xfrm>
            <a:off x="9140040" y="5576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7" name=""/>
          <p:cNvSpPr/>
          <p:nvPr/>
        </p:nvSpPr>
        <p:spPr>
          <a:xfrm>
            <a:off x="9140040" y="5576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8" name=""/>
          <p:cNvSpPr/>
          <p:nvPr/>
        </p:nvSpPr>
        <p:spPr>
          <a:xfrm>
            <a:off x="9688320" y="5367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9" name=""/>
          <p:cNvSpPr/>
          <p:nvPr/>
        </p:nvSpPr>
        <p:spPr>
          <a:xfrm>
            <a:off x="9688320" y="5367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0" name=""/>
          <p:cNvSpPr/>
          <p:nvPr/>
        </p:nvSpPr>
        <p:spPr>
          <a:xfrm>
            <a:off x="7495200" y="55551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1" name=""/>
          <p:cNvSpPr/>
          <p:nvPr/>
        </p:nvSpPr>
        <p:spPr>
          <a:xfrm>
            <a:off x="7495200" y="55551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2" name=""/>
          <p:cNvSpPr/>
          <p:nvPr/>
        </p:nvSpPr>
        <p:spPr>
          <a:xfrm>
            <a:off x="9688320" y="57499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3" name=""/>
          <p:cNvSpPr/>
          <p:nvPr/>
        </p:nvSpPr>
        <p:spPr>
          <a:xfrm>
            <a:off x="9688320" y="57499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4" name=""/>
          <p:cNvSpPr/>
          <p:nvPr/>
        </p:nvSpPr>
        <p:spPr>
          <a:xfrm>
            <a:off x="10419120" y="5311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355" name=""/>
          <p:cNvSpPr/>
          <p:nvPr/>
        </p:nvSpPr>
        <p:spPr>
          <a:xfrm>
            <a:off x="10419120" y="5311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6" name=""/>
          <p:cNvSpPr/>
          <p:nvPr/>
        </p:nvSpPr>
        <p:spPr>
          <a:xfrm>
            <a:off x="7312680" y="59767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7" name=""/>
          <p:cNvSpPr/>
          <p:nvPr/>
        </p:nvSpPr>
        <p:spPr>
          <a:xfrm>
            <a:off x="7312680" y="59767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8" name=""/>
          <p:cNvSpPr/>
          <p:nvPr/>
        </p:nvSpPr>
        <p:spPr>
          <a:xfrm>
            <a:off x="8409240" y="4939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9" name=""/>
          <p:cNvSpPr/>
          <p:nvPr/>
        </p:nvSpPr>
        <p:spPr>
          <a:xfrm>
            <a:off x="8409240" y="4939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0" name=""/>
          <p:cNvSpPr/>
          <p:nvPr/>
        </p:nvSpPr>
        <p:spPr>
          <a:xfrm>
            <a:off x="7312680" y="5702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1" name=""/>
          <p:cNvSpPr/>
          <p:nvPr/>
        </p:nvSpPr>
        <p:spPr>
          <a:xfrm>
            <a:off x="7312680" y="5702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2" name=""/>
          <p:cNvSpPr/>
          <p:nvPr/>
        </p:nvSpPr>
        <p:spPr>
          <a:xfrm>
            <a:off x="9322560" y="55206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3" name=""/>
          <p:cNvSpPr/>
          <p:nvPr/>
        </p:nvSpPr>
        <p:spPr>
          <a:xfrm>
            <a:off x="9322560" y="55206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4" name=""/>
          <p:cNvSpPr/>
          <p:nvPr/>
        </p:nvSpPr>
        <p:spPr>
          <a:xfrm>
            <a:off x="9870840" y="53647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5" name=""/>
          <p:cNvSpPr/>
          <p:nvPr/>
        </p:nvSpPr>
        <p:spPr>
          <a:xfrm>
            <a:off x="9870840" y="53647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6" name=""/>
          <p:cNvSpPr/>
          <p:nvPr/>
        </p:nvSpPr>
        <p:spPr>
          <a:xfrm>
            <a:off x="9322560" y="51966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7" name=""/>
          <p:cNvSpPr/>
          <p:nvPr/>
        </p:nvSpPr>
        <p:spPr>
          <a:xfrm>
            <a:off x="9322560" y="51966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8" name=""/>
          <p:cNvSpPr/>
          <p:nvPr/>
        </p:nvSpPr>
        <p:spPr>
          <a:xfrm>
            <a:off x="9688320" y="55414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9" name=""/>
          <p:cNvSpPr/>
          <p:nvPr/>
        </p:nvSpPr>
        <p:spPr>
          <a:xfrm>
            <a:off x="9688320" y="55414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0" name=""/>
          <p:cNvSpPr/>
          <p:nvPr/>
        </p:nvSpPr>
        <p:spPr>
          <a:xfrm>
            <a:off x="10236240" y="51750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371" name=""/>
          <p:cNvSpPr/>
          <p:nvPr/>
        </p:nvSpPr>
        <p:spPr>
          <a:xfrm>
            <a:off x="10236240" y="51750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2" name=""/>
          <p:cNvSpPr/>
          <p:nvPr/>
        </p:nvSpPr>
        <p:spPr>
          <a:xfrm>
            <a:off x="10602000" y="49010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373" name=""/>
          <p:cNvSpPr/>
          <p:nvPr/>
        </p:nvSpPr>
        <p:spPr>
          <a:xfrm>
            <a:off x="10602000" y="49010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4" name=""/>
          <p:cNvSpPr/>
          <p:nvPr/>
        </p:nvSpPr>
        <p:spPr>
          <a:xfrm>
            <a:off x="10784520" y="51976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375" name=""/>
          <p:cNvSpPr/>
          <p:nvPr/>
        </p:nvSpPr>
        <p:spPr>
          <a:xfrm>
            <a:off x="10784520" y="51976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6" name=""/>
          <p:cNvSpPr/>
          <p:nvPr/>
        </p:nvSpPr>
        <p:spPr>
          <a:xfrm>
            <a:off x="9140040" y="5520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7" name=""/>
          <p:cNvSpPr/>
          <p:nvPr/>
        </p:nvSpPr>
        <p:spPr>
          <a:xfrm>
            <a:off x="9140040" y="5520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8" name=""/>
          <p:cNvSpPr/>
          <p:nvPr/>
        </p:nvSpPr>
        <p:spPr>
          <a:xfrm>
            <a:off x="9688320" y="49784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9" name=""/>
          <p:cNvSpPr/>
          <p:nvPr/>
        </p:nvSpPr>
        <p:spPr>
          <a:xfrm>
            <a:off x="9688320" y="49784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0" name=""/>
          <p:cNvSpPr/>
          <p:nvPr/>
        </p:nvSpPr>
        <p:spPr>
          <a:xfrm>
            <a:off x="8226360" y="55105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1" name=""/>
          <p:cNvSpPr/>
          <p:nvPr/>
        </p:nvSpPr>
        <p:spPr>
          <a:xfrm>
            <a:off x="8226360" y="55105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2" name=""/>
          <p:cNvSpPr/>
          <p:nvPr/>
        </p:nvSpPr>
        <p:spPr>
          <a:xfrm>
            <a:off x="10602000" y="49424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383" name=""/>
          <p:cNvSpPr/>
          <p:nvPr/>
        </p:nvSpPr>
        <p:spPr>
          <a:xfrm>
            <a:off x="10602000" y="49424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4" name=""/>
          <p:cNvSpPr/>
          <p:nvPr/>
        </p:nvSpPr>
        <p:spPr>
          <a:xfrm>
            <a:off x="10053720" y="5257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5" name=""/>
          <p:cNvSpPr/>
          <p:nvPr/>
        </p:nvSpPr>
        <p:spPr>
          <a:xfrm>
            <a:off x="10053720" y="5257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6" name=""/>
          <p:cNvSpPr/>
          <p:nvPr/>
        </p:nvSpPr>
        <p:spPr>
          <a:xfrm>
            <a:off x="7678080" y="53589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7" name=""/>
          <p:cNvSpPr/>
          <p:nvPr/>
        </p:nvSpPr>
        <p:spPr>
          <a:xfrm>
            <a:off x="7678080" y="53589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8" name=""/>
          <p:cNvSpPr/>
          <p:nvPr/>
        </p:nvSpPr>
        <p:spPr>
          <a:xfrm>
            <a:off x="9505440" y="57056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9" name=""/>
          <p:cNvSpPr/>
          <p:nvPr/>
        </p:nvSpPr>
        <p:spPr>
          <a:xfrm>
            <a:off x="9505440" y="57056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0" name=""/>
          <p:cNvSpPr/>
          <p:nvPr/>
        </p:nvSpPr>
        <p:spPr>
          <a:xfrm>
            <a:off x="10236240" y="52542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391" name=""/>
          <p:cNvSpPr/>
          <p:nvPr/>
        </p:nvSpPr>
        <p:spPr>
          <a:xfrm>
            <a:off x="10236240" y="52542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2" name=""/>
          <p:cNvSpPr/>
          <p:nvPr/>
        </p:nvSpPr>
        <p:spPr>
          <a:xfrm>
            <a:off x="8774640" y="52740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3" name=""/>
          <p:cNvSpPr/>
          <p:nvPr/>
        </p:nvSpPr>
        <p:spPr>
          <a:xfrm>
            <a:off x="8774640" y="52740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4" name=""/>
          <p:cNvSpPr/>
          <p:nvPr/>
        </p:nvSpPr>
        <p:spPr>
          <a:xfrm>
            <a:off x="8043480" y="53560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5" name=""/>
          <p:cNvSpPr/>
          <p:nvPr/>
        </p:nvSpPr>
        <p:spPr>
          <a:xfrm>
            <a:off x="8043480" y="53560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6" name=""/>
          <p:cNvSpPr/>
          <p:nvPr/>
        </p:nvSpPr>
        <p:spPr>
          <a:xfrm>
            <a:off x="9505440" y="5623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7" name=""/>
          <p:cNvSpPr/>
          <p:nvPr/>
        </p:nvSpPr>
        <p:spPr>
          <a:xfrm>
            <a:off x="9505440" y="5623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8" name=""/>
          <p:cNvSpPr/>
          <p:nvPr/>
        </p:nvSpPr>
        <p:spPr>
          <a:xfrm>
            <a:off x="10602000" y="5474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399" name=""/>
          <p:cNvSpPr/>
          <p:nvPr/>
        </p:nvSpPr>
        <p:spPr>
          <a:xfrm>
            <a:off x="10602000" y="5474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0" name=""/>
          <p:cNvSpPr/>
          <p:nvPr/>
        </p:nvSpPr>
        <p:spPr>
          <a:xfrm>
            <a:off x="7678080" y="5162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1" name=""/>
          <p:cNvSpPr/>
          <p:nvPr/>
        </p:nvSpPr>
        <p:spPr>
          <a:xfrm>
            <a:off x="7678080" y="5162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2" name=""/>
          <p:cNvSpPr/>
          <p:nvPr/>
        </p:nvSpPr>
        <p:spPr>
          <a:xfrm>
            <a:off x="8226360" y="56790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3" name=""/>
          <p:cNvSpPr/>
          <p:nvPr/>
        </p:nvSpPr>
        <p:spPr>
          <a:xfrm>
            <a:off x="8226360" y="56790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4" name=""/>
          <p:cNvSpPr/>
          <p:nvPr/>
        </p:nvSpPr>
        <p:spPr>
          <a:xfrm>
            <a:off x="9322560" y="58690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5" name=""/>
          <p:cNvSpPr/>
          <p:nvPr/>
        </p:nvSpPr>
        <p:spPr>
          <a:xfrm>
            <a:off x="9322560" y="58690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6" name=""/>
          <p:cNvSpPr/>
          <p:nvPr/>
        </p:nvSpPr>
        <p:spPr>
          <a:xfrm>
            <a:off x="8043480" y="4979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7" name=""/>
          <p:cNvSpPr/>
          <p:nvPr/>
        </p:nvSpPr>
        <p:spPr>
          <a:xfrm>
            <a:off x="8043480" y="4979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8" name=""/>
          <p:cNvSpPr/>
          <p:nvPr/>
        </p:nvSpPr>
        <p:spPr>
          <a:xfrm>
            <a:off x="9140040" y="5384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9" name=""/>
          <p:cNvSpPr/>
          <p:nvPr/>
        </p:nvSpPr>
        <p:spPr>
          <a:xfrm>
            <a:off x="9140040" y="5384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0" name=""/>
          <p:cNvSpPr/>
          <p:nvPr/>
        </p:nvSpPr>
        <p:spPr>
          <a:xfrm>
            <a:off x="10053720" y="56818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1" name=""/>
          <p:cNvSpPr/>
          <p:nvPr/>
        </p:nvSpPr>
        <p:spPr>
          <a:xfrm>
            <a:off x="10053720" y="56818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2" name=""/>
          <p:cNvSpPr/>
          <p:nvPr/>
        </p:nvSpPr>
        <p:spPr>
          <a:xfrm>
            <a:off x="8774640" y="5007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3" name=""/>
          <p:cNvSpPr/>
          <p:nvPr/>
        </p:nvSpPr>
        <p:spPr>
          <a:xfrm>
            <a:off x="8774640" y="5007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4" name=""/>
          <p:cNvSpPr/>
          <p:nvPr/>
        </p:nvSpPr>
        <p:spPr>
          <a:xfrm>
            <a:off x="9322560" y="51692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5" name=""/>
          <p:cNvSpPr/>
          <p:nvPr/>
        </p:nvSpPr>
        <p:spPr>
          <a:xfrm>
            <a:off x="9322560" y="51692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6" name=""/>
          <p:cNvSpPr/>
          <p:nvPr/>
        </p:nvSpPr>
        <p:spPr>
          <a:xfrm>
            <a:off x="10236240" y="54302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417" name=""/>
          <p:cNvSpPr/>
          <p:nvPr/>
        </p:nvSpPr>
        <p:spPr>
          <a:xfrm>
            <a:off x="10236240" y="54302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8" name=""/>
          <p:cNvSpPr/>
          <p:nvPr/>
        </p:nvSpPr>
        <p:spPr>
          <a:xfrm>
            <a:off x="7495200" y="49766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9" name=""/>
          <p:cNvSpPr/>
          <p:nvPr/>
        </p:nvSpPr>
        <p:spPr>
          <a:xfrm>
            <a:off x="7495200" y="49766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0" name=""/>
          <p:cNvSpPr/>
          <p:nvPr/>
        </p:nvSpPr>
        <p:spPr>
          <a:xfrm>
            <a:off x="10419120" y="5009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421" name=""/>
          <p:cNvSpPr/>
          <p:nvPr/>
        </p:nvSpPr>
        <p:spPr>
          <a:xfrm>
            <a:off x="10419120" y="5009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2" name=""/>
          <p:cNvSpPr/>
          <p:nvPr/>
        </p:nvSpPr>
        <p:spPr>
          <a:xfrm>
            <a:off x="9688320" y="52455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3" name=""/>
          <p:cNvSpPr/>
          <p:nvPr/>
        </p:nvSpPr>
        <p:spPr>
          <a:xfrm>
            <a:off x="9688320" y="52455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4" name=""/>
          <p:cNvSpPr/>
          <p:nvPr/>
        </p:nvSpPr>
        <p:spPr>
          <a:xfrm>
            <a:off x="10053720" y="55144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5" name=""/>
          <p:cNvSpPr/>
          <p:nvPr/>
        </p:nvSpPr>
        <p:spPr>
          <a:xfrm>
            <a:off x="10053720" y="55144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6" name=""/>
          <p:cNvSpPr/>
          <p:nvPr/>
        </p:nvSpPr>
        <p:spPr>
          <a:xfrm>
            <a:off x="10784520" y="58330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427" name=""/>
          <p:cNvSpPr/>
          <p:nvPr/>
        </p:nvSpPr>
        <p:spPr>
          <a:xfrm>
            <a:off x="10784520" y="58330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8" name=""/>
          <p:cNvSpPr/>
          <p:nvPr/>
        </p:nvSpPr>
        <p:spPr>
          <a:xfrm>
            <a:off x="10784520" y="53632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429" name=""/>
          <p:cNvSpPr/>
          <p:nvPr/>
        </p:nvSpPr>
        <p:spPr>
          <a:xfrm>
            <a:off x="10784520" y="53632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0" name=""/>
          <p:cNvSpPr/>
          <p:nvPr/>
        </p:nvSpPr>
        <p:spPr>
          <a:xfrm>
            <a:off x="10784520" y="56052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431" name=""/>
          <p:cNvSpPr/>
          <p:nvPr/>
        </p:nvSpPr>
        <p:spPr>
          <a:xfrm>
            <a:off x="10784520" y="56052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2" name=""/>
          <p:cNvSpPr/>
          <p:nvPr/>
        </p:nvSpPr>
        <p:spPr>
          <a:xfrm>
            <a:off x="9322560" y="54457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3" name=""/>
          <p:cNvSpPr/>
          <p:nvPr/>
        </p:nvSpPr>
        <p:spPr>
          <a:xfrm>
            <a:off x="9322560" y="54457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4" name=""/>
          <p:cNvSpPr/>
          <p:nvPr/>
        </p:nvSpPr>
        <p:spPr>
          <a:xfrm>
            <a:off x="9322560" y="57927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5" name=""/>
          <p:cNvSpPr/>
          <p:nvPr/>
        </p:nvSpPr>
        <p:spPr>
          <a:xfrm>
            <a:off x="9322560" y="57927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6" name=""/>
          <p:cNvSpPr/>
          <p:nvPr/>
        </p:nvSpPr>
        <p:spPr>
          <a:xfrm>
            <a:off x="10236240" y="56185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437" name=""/>
          <p:cNvSpPr/>
          <p:nvPr/>
        </p:nvSpPr>
        <p:spPr>
          <a:xfrm>
            <a:off x="10236240" y="56185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8" name=""/>
          <p:cNvSpPr/>
          <p:nvPr/>
        </p:nvSpPr>
        <p:spPr>
          <a:xfrm>
            <a:off x="10602000" y="56844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439" name=""/>
          <p:cNvSpPr/>
          <p:nvPr/>
        </p:nvSpPr>
        <p:spPr>
          <a:xfrm>
            <a:off x="10602000" y="56844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0" name=""/>
          <p:cNvSpPr/>
          <p:nvPr/>
        </p:nvSpPr>
        <p:spPr>
          <a:xfrm>
            <a:off x="9322560" y="54187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1" name=""/>
          <p:cNvSpPr/>
          <p:nvPr/>
        </p:nvSpPr>
        <p:spPr>
          <a:xfrm>
            <a:off x="9322560" y="54187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2" name=""/>
          <p:cNvSpPr/>
          <p:nvPr/>
        </p:nvSpPr>
        <p:spPr>
          <a:xfrm>
            <a:off x="9505440" y="55090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3" name=""/>
          <p:cNvSpPr/>
          <p:nvPr/>
        </p:nvSpPr>
        <p:spPr>
          <a:xfrm>
            <a:off x="9505440" y="55090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4" name=""/>
          <p:cNvSpPr/>
          <p:nvPr/>
        </p:nvSpPr>
        <p:spPr>
          <a:xfrm>
            <a:off x="10419120" y="5020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445" name=""/>
          <p:cNvSpPr/>
          <p:nvPr/>
        </p:nvSpPr>
        <p:spPr>
          <a:xfrm>
            <a:off x="10419120" y="5020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6" name=""/>
          <p:cNvSpPr/>
          <p:nvPr/>
        </p:nvSpPr>
        <p:spPr>
          <a:xfrm>
            <a:off x="9322560" y="54266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7" name=""/>
          <p:cNvSpPr/>
          <p:nvPr/>
        </p:nvSpPr>
        <p:spPr>
          <a:xfrm>
            <a:off x="9322560" y="54266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8" name=""/>
          <p:cNvSpPr/>
          <p:nvPr/>
        </p:nvSpPr>
        <p:spPr>
          <a:xfrm>
            <a:off x="10236240" y="51814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449" name=""/>
          <p:cNvSpPr/>
          <p:nvPr/>
        </p:nvSpPr>
        <p:spPr>
          <a:xfrm>
            <a:off x="10236240" y="51814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0" name=""/>
          <p:cNvSpPr/>
          <p:nvPr/>
        </p:nvSpPr>
        <p:spPr>
          <a:xfrm>
            <a:off x="10236240" y="54968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451" name=""/>
          <p:cNvSpPr/>
          <p:nvPr/>
        </p:nvSpPr>
        <p:spPr>
          <a:xfrm>
            <a:off x="10236240" y="54968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2" name=""/>
          <p:cNvSpPr/>
          <p:nvPr/>
        </p:nvSpPr>
        <p:spPr>
          <a:xfrm>
            <a:off x="9688320" y="53661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3" name=""/>
          <p:cNvSpPr/>
          <p:nvPr/>
        </p:nvSpPr>
        <p:spPr>
          <a:xfrm>
            <a:off x="9688320" y="53661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4" name=""/>
          <p:cNvSpPr/>
          <p:nvPr/>
        </p:nvSpPr>
        <p:spPr>
          <a:xfrm>
            <a:off x="10784520" y="55555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455" name=""/>
          <p:cNvSpPr/>
          <p:nvPr/>
        </p:nvSpPr>
        <p:spPr>
          <a:xfrm>
            <a:off x="10784520" y="55555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6" name=""/>
          <p:cNvSpPr/>
          <p:nvPr/>
        </p:nvSpPr>
        <p:spPr>
          <a:xfrm>
            <a:off x="8774640" y="55461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7" name=""/>
          <p:cNvSpPr/>
          <p:nvPr/>
        </p:nvSpPr>
        <p:spPr>
          <a:xfrm>
            <a:off x="8774640" y="55461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8" name=""/>
          <p:cNvSpPr/>
          <p:nvPr/>
        </p:nvSpPr>
        <p:spPr>
          <a:xfrm>
            <a:off x="9688320" y="56804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9" name=""/>
          <p:cNvSpPr/>
          <p:nvPr/>
        </p:nvSpPr>
        <p:spPr>
          <a:xfrm>
            <a:off x="9688320" y="56804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0" name=""/>
          <p:cNvSpPr/>
          <p:nvPr/>
        </p:nvSpPr>
        <p:spPr>
          <a:xfrm>
            <a:off x="9505440" y="4739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1" name=""/>
          <p:cNvSpPr/>
          <p:nvPr/>
        </p:nvSpPr>
        <p:spPr>
          <a:xfrm>
            <a:off x="9505440" y="4739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2" name=""/>
          <p:cNvSpPr/>
          <p:nvPr/>
        </p:nvSpPr>
        <p:spPr>
          <a:xfrm>
            <a:off x="9140040" y="53636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3" name=""/>
          <p:cNvSpPr/>
          <p:nvPr/>
        </p:nvSpPr>
        <p:spPr>
          <a:xfrm>
            <a:off x="9140040" y="53636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4" name=""/>
          <p:cNvSpPr/>
          <p:nvPr/>
        </p:nvSpPr>
        <p:spPr>
          <a:xfrm>
            <a:off x="7312680" y="59306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5" name=""/>
          <p:cNvSpPr/>
          <p:nvPr/>
        </p:nvSpPr>
        <p:spPr>
          <a:xfrm>
            <a:off x="7312680" y="59306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6" name=""/>
          <p:cNvSpPr/>
          <p:nvPr/>
        </p:nvSpPr>
        <p:spPr>
          <a:xfrm>
            <a:off x="10784520" y="55746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467" name=""/>
          <p:cNvSpPr/>
          <p:nvPr/>
        </p:nvSpPr>
        <p:spPr>
          <a:xfrm>
            <a:off x="10784520" y="55746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8" name=""/>
          <p:cNvSpPr/>
          <p:nvPr/>
        </p:nvSpPr>
        <p:spPr>
          <a:xfrm>
            <a:off x="6399000" y="55252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5986BD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469" name=""/>
          <p:cNvSpPr/>
          <p:nvPr/>
        </p:nvSpPr>
        <p:spPr>
          <a:xfrm>
            <a:off x="6399000" y="55252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5986BD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0" name=""/>
          <p:cNvSpPr/>
          <p:nvPr/>
        </p:nvSpPr>
        <p:spPr>
          <a:xfrm>
            <a:off x="10784520" y="56462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471" name=""/>
          <p:cNvSpPr/>
          <p:nvPr/>
        </p:nvSpPr>
        <p:spPr>
          <a:xfrm>
            <a:off x="10784520" y="56462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2" name=""/>
          <p:cNvSpPr/>
          <p:nvPr/>
        </p:nvSpPr>
        <p:spPr>
          <a:xfrm>
            <a:off x="10602000" y="56772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473" name=""/>
          <p:cNvSpPr/>
          <p:nvPr/>
        </p:nvSpPr>
        <p:spPr>
          <a:xfrm>
            <a:off x="10602000" y="56772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4" name=""/>
          <p:cNvSpPr/>
          <p:nvPr/>
        </p:nvSpPr>
        <p:spPr>
          <a:xfrm>
            <a:off x="10602000" y="5560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475" name=""/>
          <p:cNvSpPr/>
          <p:nvPr/>
        </p:nvSpPr>
        <p:spPr>
          <a:xfrm>
            <a:off x="10602000" y="5560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6" name=""/>
          <p:cNvSpPr/>
          <p:nvPr/>
        </p:nvSpPr>
        <p:spPr>
          <a:xfrm>
            <a:off x="10053720" y="57934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7" name=""/>
          <p:cNvSpPr/>
          <p:nvPr/>
        </p:nvSpPr>
        <p:spPr>
          <a:xfrm>
            <a:off x="10053720" y="57934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8" name=""/>
          <p:cNvSpPr/>
          <p:nvPr/>
        </p:nvSpPr>
        <p:spPr>
          <a:xfrm>
            <a:off x="8043480" y="48736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9" name=""/>
          <p:cNvSpPr/>
          <p:nvPr/>
        </p:nvSpPr>
        <p:spPr>
          <a:xfrm>
            <a:off x="8043480" y="48736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0" name=""/>
          <p:cNvSpPr/>
          <p:nvPr/>
        </p:nvSpPr>
        <p:spPr>
          <a:xfrm>
            <a:off x="9505440" y="54766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1" name=""/>
          <p:cNvSpPr/>
          <p:nvPr/>
        </p:nvSpPr>
        <p:spPr>
          <a:xfrm>
            <a:off x="9505440" y="54766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2" name=""/>
          <p:cNvSpPr/>
          <p:nvPr/>
        </p:nvSpPr>
        <p:spPr>
          <a:xfrm>
            <a:off x="9688320" y="55342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3" name=""/>
          <p:cNvSpPr/>
          <p:nvPr/>
        </p:nvSpPr>
        <p:spPr>
          <a:xfrm>
            <a:off x="9688320" y="55342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4" name=""/>
          <p:cNvSpPr/>
          <p:nvPr/>
        </p:nvSpPr>
        <p:spPr>
          <a:xfrm>
            <a:off x="8591760" y="5792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5" name=""/>
          <p:cNvSpPr/>
          <p:nvPr/>
        </p:nvSpPr>
        <p:spPr>
          <a:xfrm>
            <a:off x="8591760" y="5792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6" name=""/>
          <p:cNvSpPr/>
          <p:nvPr/>
        </p:nvSpPr>
        <p:spPr>
          <a:xfrm>
            <a:off x="9870840" y="54115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7" name=""/>
          <p:cNvSpPr/>
          <p:nvPr/>
        </p:nvSpPr>
        <p:spPr>
          <a:xfrm>
            <a:off x="9870840" y="54115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8" name=""/>
          <p:cNvSpPr/>
          <p:nvPr/>
        </p:nvSpPr>
        <p:spPr>
          <a:xfrm>
            <a:off x="7312680" y="59958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9" name=""/>
          <p:cNvSpPr/>
          <p:nvPr/>
        </p:nvSpPr>
        <p:spPr>
          <a:xfrm>
            <a:off x="7312680" y="59958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0" name=""/>
          <p:cNvSpPr/>
          <p:nvPr/>
        </p:nvSpPr>
        <p:spPr>
          <a:xfrm>
            <a:off x="10602000" y="5776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491" name=""/>
          <p:cNvSpPr/>
          <p:nvPr/>
        </p:nvSpPr>
        <p:spPr>
          <a:xfrm>
            <a:off x="10602000" y="5776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2" name=""/>
          <p:cNvSpPr/>
          <p:nvPr/>
        </p:nvSpPr>
        <p:spPr>
          <a:xfrm>
            <a:off x="8043480" y="49384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3" name=""/>
          <p:cNvSpPr/>
          <p:nvPr/>
        </p:nvSpPr>
        <p:spPr>
          <a:xfrm>
            <a:off x="8043480" y="49384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4" name=""/>
          <p:cNvSpPr/>
          <p:nvPr/>
        </p:nvSpPr>
        <p:spPr>
          <a:xfrm>
            <a:off x="8043480" y="5020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5" name=""/>
          <p:cNvSpPr/>
          <p:nvPr/>
        </p:nvSpPr>
        <p:spPr>
          <a:xfrm>
            <a:off x="8043480" y="5020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6" name=""/>
          <p:cNvSpPr/>
          <p:nvPr/>
        </p:nvSpPr>
        <p:spPr>
          <a:xfrm>
            <a:off x="7312680" y="59468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7" name=""/>
          <p:cNvSpPr/>
          <p:nvPr/>
        </p:nvSpPr>
        <p:spPr>
          <a:xfrm>
            <a:off x="7312680" y="59468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8" name=""/>
          <p:cNvSpPr/>
          <p:nvPr/>
        </p:nvSpPr>
        <p:spPr>
          <a:xfrm>
            <a:off x="10053720" y="52358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9" name=""/>
          <p:cNvSpPr/>
          <p:nvPr/>
        </p:nvSpPr>
        <p:spPr>
          <a:xfrm>
            <a:off x="10053720" y="52358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0" name=""/>
          <p:cNvSpPr/>
          <p:nvPr/>
        </p:nvSpPr>
        <p:spPr>
          <a:xfrm>
            <a:off x="7312680" y="59673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1" name=""/>
          <p:cNvSpPr/>
          <p:nvPr/>
        </p:nvSpPr>
        <p:spPr>
          <a:xfrm>
            <a:off x="7312680" y="59673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2" name=""/>
          <p:cNvSpPr/>
          <p:nvPr/>
        </p:nvSpPr>
        <p:spPr>
          <a:xfrm>
            <a:off x="9688320" y="5558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3" name=""/>
          <p:cNvSpPr/>
          <p:nvPr/>
        </p:nvSpPr>
        <p:spPr>
          <a:xfrm>
            <a:off x="9688320" y="5558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4" name=""/>
          <p:cNvSpPr/>
          <p:nvPr/>
        </p:nvSpPr>
        <p:spPr>
          <a:xfrm>
            <a:off x="8409240" y="52282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5" name=""/>
          <p:cNvSpPr/>
          <p:nvPr/>
        </p:nvSpPr>
        <p:spPr>
          <a:xfrm>
            <a:off x="8409240" y="52282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6" name=""/>
          <p:cNvSpPr/>
          <p:nvPr/>
        </p:nvSpPr>
        <p:spPr>
          <a:xfrm>
            <a:off x="7312680" y="59306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7" name=""/>
          <p:cNvSpPr/>
          <p:nvPr/>
        </p:nvSpPr>
        <p:spPr>
          <a:xfrm>
            <a:off x="7312680" y="59306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8" name=""/>
          <p:cNvSpPr/>
          <p:nvPr/>
        </p:nvSpPr>
        <p:spPr>
          <a:xfrm>
            <a:off x="10784520" y="58208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509" name=""/>
          <p:cNvSpPr/>
          <p:nvPr/>
        </p:nvSpPr>
        <p:spPr>
          <a:xfrm>
            <a:off x="10784520" y="58208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0" name=""/>
          <p:cNvSpPr/>
          <p:nvPr/>
        </p:nvSpPr>
        <p:spPr>
          <a:xfrm>
            <a:off x="9688320" y="59270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1" name=""/>
          <p:cNvSpPr/>
          <p:nvPr/>
        </p:nvSpPr>
        <p:spPr>
          <a:xfrm>
            <a:off x="9688320" y="59270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2" name=""/>
          <p:cNvSpPr/>
          <p:nvPr/>
        </p:nvSpPr>
        <p:spPr>
          <a:xfrm>
            <a:off x="10419120" y="55238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513" name=""/>
          <p:cNvSpPr/>
          <p:nvPr/>
        </p:nvSpPr>
        <p:spPr>
          <a:xfrm>
            <a:off x="10419120" y="55238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4" name=""/>
          <p:cNvSpPr/>
          <p:nvPr/>
        </p:nvSpPr>
        <p:spPr>
          <a:xfrm>
            <a:off x="10784520" y="57621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515" name=""/>
          <p:cNvSpPr/>
          <p:nvPr/>
        </p:nvSpPr>
        <p:spPr>
          <a:xfrm>
            <a:off x="10784520" y="57621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6" name=""/>
          <p:cNvSpPr/>
          <p:nvPr/>
        </p:nvSpPr>
        <p:spPr>
          <a:xfrm>
            <a:off x="8957160" y="52020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7" name=""/>
          <p:cNvSpPr/>
          <p:nvPr/>
        </p:nvSpPr>
        <p:spPr>
          <a:xfrm>
            <a:off x="8957160" y="52020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8" name=""/>
          <p:cNvSpPr/>
          <p:nvPr/>
        </p:nvSpPr>
        <p:spPr>
          <a:xfrm>
            <a:off x="10419120" y="53398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519" name=""/>
          <p:cNvSpPr/>
          <p:nvPr/>
        </p:nvSpPr>
        <p:spPr>
          <a:xfrm>
            <a:off x="10419120" y="53398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0" name=""/>
          <p:cNvSpPr/>
          <p:nvPr/>
        </p:nvSpPr>
        <p:spPr>
          <a:xfrm>
            <a:off x="10602000" y="51022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521" name=""/>
          <p:cNvSpPr/>
          <p:nvPr/>
        </p:nvSpPr>
        <p:spPr>
          <a:xfrm>
            <a:off x="10602000" y="51022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2" name=""/>
          <p:cNvSpPr/>
          <p:nvPr/>
        </p:nvSpPr>
        <p:spPr>
          <a:xfrm>
            <a:off x="10602000" y="55260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523" name=""/>
          <p:cNvSpPr/>
          <p:nvPr/>
        </p:nvSpPr>
        <p:spPr>
          <a:xfrm>
            <a:off x="10602000" y="55260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4" name=""/>
          <p:cNvSpPr/>
          <p:nvPr/>
        </p:nvSpPr>
        <p:spPr>
          <a:xfrm>
            <a:off x="9870840" y="54820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5" name=""/>
          <p:cNvSpPr/>
          <p:nvPr/>
        </p:nvSpPr>
        <p:spPr>
          <a:xfrm>
            <a:off x="9870840" y="54820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6" name=""/>
          <p:cNvSpPr/>
          <p:nvPr/>
        </p:nvSpPr>
        <p:spPr>
          <a:xfrm>
            <a:off x="7678080" y="57463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7" name=""/>
          <p:cNvSpPr/>
          <p:nvPr/>
        </p:nvSpPr>
        <p:spPr>
          <a:xfrm>
            <a:off x="7678080" y="57463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8" name=""/>
          <p:cNvSpPr/>
          <p:nvPr/>
        </p:nvSpPr>
        <p:spPr>
          <a:xfrm>
            <a:off x="10053720" y="5531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9" name=""/>
          <p:cNvSpPr/>
          <p:nvPr/>
        </p:nvSpPr>
        <p:spPr>
          <a:xfrm>
            <a:off x="10053720" y="5531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0" name=""/>
          <p:cNvSpPr/>
          <p:nvPr/>
        </p:nvSpPr>
        <p:spPr>
          <a:xfrm>
            <a:off x="10236240" y="52074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531" name=""/>
          <p:cNvSpPr/>
          <p:nvPr/>
        </p:nvSpPr>
        <p:spPr>
          <a:xfrm>
            <a:off x="10236240" y="52074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2" name=""/>
          <p:cNvSpPr/>
          <p:nvPr/>
        </p:nvSpPr>
        <p:spPr>
          <a:xfrm>
            <a:off x="10053720" y="55242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3" name=""/>
          <p:cNvSpPr/>
          <p:nvPr/>
        </p:nvSpPr>
        <p:spPr>
          <a:xfrm>
            <a:off x="10053720" y="55242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4" name=""/>
          <p:cNvSpPr/>
          <p:nvPr/>
        </p:nvSpPr>
        <p:spPr>
          <a:xfrm>
            <a:off x="9870840" y="56181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5" name=""/>
          <p:cNvSpPr/>
          <p:nvPr/>
        </p:nvSpPr>
        <p:spPr>
          <a:xfrm>
            <a:off x="9870840" y="56181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6" name=""/>
          <p:cNvSpPr/>
          <p:nvPr/>
        </p:nvSpPr>
        <p:spPr>
          <a:xfrm>
            <a:off x="7312680" y="5716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7" name=""/>
          <p:cNvSpPr/>
          <p:nvPr/>
        </p:nvSpPr>
        <p:spPr>
          <a:xfrm>
            <a:off x="7312680" y="5716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8" name=""/>
          <p:cNvSpPr/>
          <p:nvPr/>
        </p:nvSpPr>
        <p:spPr>
          <a:xfrm>
            <a:off x="9322560" y="56066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9" name=""/>
          <p:cNvSpPr/>
          <p:nvPr/>
        </p:nvSpPr>
        <p:spPr>
          <a:xfrm>
            <a:off x="9322560" y="56066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0" name=""/>
          <p:cNvSpPr/>
          <p:nvPr/>
        </p:nvSpPr>
        <p:spPr>
          <a:xfrm>
            <a:off x="7129800" y="57391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A1C9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1" name=""/>
          <p:cNvSpPr/>
          <p:nvPr/>
        </p:nvSpPr>
        <p:spPr>
          <a:xfrm>
            <a:off x="7129800" y="57391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A1C9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2" name=""/>
          <p:cNvSpPr/>
          <p:nvPr/>
        </p:nvSpPr>
        <p:spPr>
          <a:xfrm>
            <a:off x="10602000" y="52606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543" name=""/>
          <p:cNvSpPr/>
          <p:nvPr/>
        </p:nvSpPr>
        <p:spPr>
          <a:xfrm>
            <a:off x="10602000" y="52606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4" name=""/>
          <p:cNvSpPr/>
          <p:nvPr/>
        </p:nvSpPr>
        <p:spPr>
          <a:xfrm>
            <a:off x="10053720" y="55220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5" name=""/>
          <p:cNvSpPr/>
          <p:nvPr/>
        </p:nvSpPr>
        <p:spPr>
          <a:xfrm>
            <a:off x="10053720" y="55220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6" name=""/>
          <p:cNvSpPr/>
          <p:nvPr/>
        </p:nvSpPr>
        <p:spPr>
          <a:xfrm>
            <a:off x="10784520" y="55612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547" name=""/>
          <p:cNvSpPr/>
          <p:nvPr/>
        </p:nvSpPr>
        <p:spPr>
          <a:xfrm>
            <a:off x="10784520" y="55612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8" name=""/>
          <p:cNvSpPr/>
          <p:nvPr/>
        </p:nvSpPr>
        <p:spPr>
          <a:xfrm>
            <a:off x="10602000" y="57556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549" name=""/>
          <p:cNvSpPr/>
          <p:nvPr/>
        </p:nvSpPr>
        <p:spPr>
          <a:xfrm>
            <a:off x="10602000" y="57556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0" name=""/>
          <p:cNvSpPr/>
          <p:nvPr/>
        </p:nvSpPr>
        <p:spPr>
          <a:xfrm>
            <a:off x="10784520" y="55526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551" name=""/>
          <p:cNvSpPr/>
          <p:nvPr/>
        </p:nvSpPr>
        <p:spPr>
          <a:xfrm>
            <a:off x="10784520" y="55526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2" name=""/>
          <p:cNvSpPr/>
          <p:nvPr/>
        </p:nvSpPr>
        <p:spPr>
          <a:xfrm>
            <a:off x="7312680" y="59328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3" name=""/>
          <p:cNvSpPr/>
          <p:nvPr/>
        </p:nvSpPr>
        <p:spPr>
          <a:xfrm>
            <a:off x="7312680" y="59328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4" name=""/>
          <p:cNvSpPr/>
          <p:nvPr/>
        </p:nvSpPr>
        <p:spPr>
          <a:xfrm>
            <a:off x="10419120" y="50767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555" name=""/>
          <p:cNvSpPr/>
          <p:nvPr/>
        </p:nvSpPr>
        <p:spPr>
          <a:xfrm>
            <a:off x="10419120" y="50767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6" name=""/>
          <p:cNvSpPr/>
          <p:nvPr/>
        </p:nvSpPr>
        <p:spPr>
          <a:xfrm>
            <a:off x="10236240" y="55364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557" name=""/>
          <p:cNvSpPr/>
          <p:nvPr/>
        </p:nvSpPr>
        <p:spPr>
          <a:xfrm>
            <a:off x="10236240" y="55364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8" name=""/>
          <p:cNvSpPr/>
          <p:nvPr/>
        </p:nvSpPr>
        <p:spPr>
          <a:xfrm>
            <a:off x="9505440" y="5551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9" name=""/>
          <p:cNvSpPr/>
          <p:nvPr/>
        </p:nvSpPr>
        <p:spPr>
          <a:xfrm>
            <a:off x="9505440" y="5551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0" name=""/>
          <p:cNvSpPr/>
          <p:nvPr/>
        </p:nvSpPr>
        <p:spPr>
          <a:xfrm>
            <a:off x="10236240" y="55756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561" name=""/>
          <p:cNvSpPr/>
          <p:nvPr/>
        </p:nvSpPr>
        <p:spPr>
          <a:xfrm>
            <a:off x="10236240" y="55756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2" name=""/>
          <p:cNvSpPr/>
          <p:nvPr/>
        </p:nvSpPr>
        <p:spPr>
          <a:xfrm>
            <a:off x="10602000" y="57621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563" name=""/>
          <p:cNvSpPr/>
          <p:nvPr/>
        </p:nvSpPr>
        <p:spPr>
          <a:xfrm>
            <a:off x="10602000" y="57621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4" name=""/>
          <p:cNvSpPr/>
          <p:nvPr/>
        </p:nvSpPr>
        <p:spPr>
          <a:xfrm>
            <a:off x="9505440" y="55018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5" name=""/>
          <p:cNvSpPr/>
          <p:nvPr/>
        </p:nvSpPr>
        <p:spPr>
          <a:xfrm>
            <a:off x="9505440" y="55018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6" name=""/>
          <p:cNvSpPr/>
          <p:nvPr/>
        </p:nvSpPr>
        <p:spPr>
          <a:xfrm>
            <a:off x="9505440" y="51476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7" name=""/>
          <p:cNvSpPr/>
          <p:nvPr/>
        </p:nvSpPr>
        <p:spPr>
          <a:xfrm>
            <a:off x="9505440" y="51476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8" name=""/>
          <p:cNvSpPr/>
          <p:nvPr/>
        </p:nvSpPr>
        <p:spPr>
          <a:xfrm>
            <a:off x="9870840" y="52524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9" name=""/>
          <p:cNvSpPr/>
          <p:nvPr/>
        </p:nvSpPr>
        <p:spPr>
          <a:xfrm>
            <a:off x="9870840" y="52524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0" name=""/>
          <p:cNvSpPr/>
          <p:nvPr/>
        </p:nvSpPr>
        <p:spPr>
          <a:xfrm>
            <a:off x="10784520" y="53175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571" name=""/>
          <p:cNvSpPr/>
          <p:nvPr/>
        </p:nvSpPr>
        <p:spPr>
          <a:xfrm>
            <a:off x="10784520" y="53175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2" name=""/>
          <p:cNvSpPr/>
          <p:nvPr/>
        </p:nvSpPr>
        <p:spPr>
          <a:xfrm>
            <a:off x="8957160" y="55479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3" name=""/>
          <p:cNvSpPr/>
          <p:nvPr/>
        </p:nvSpPr>
        <p:spPr>
          <a:xfrm>
            <a:off x="8957160" y="55479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4" name=""/>
          <p:cNvSpPr/>
          <p:nvPr/>
        </p:nvSpPr>
        <p:spPr>
          <a:xfrm>
            <a:off x="10784520" y="55166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575" name=""/>
          <p:cNvSpPr/>
          <p:nvPr/>
        </p:nvSpPr>
        <p:spPr>
          <a:xfrm>
            <a:off x="10784520" y="55166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6" name=""/>
          <p:cNvSpPr/>
          <p:nvPr/>
        </p:nvSpPr>
        <p:spPr>
          <a:xfrm>
            <a:off x="8774640" y="52023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7" name=""/>
          <p:cNvSpPr/>
          <p:nvPr/>
        </p:nvSpPr>
        <p:spPr>
          <a:xfrm>
            <a:off x="8774640" y="52023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8" name=""/>
          <p:cNvSpPr/>
          <p:nvPr/>
        </p:nvSpPr>
        <p:spPr>
          <a:xfrm>
            <a:off x="9688320" y="52552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9" name=""/>
          <p:cNvSpPr/>
          <p:nvPr/>
        </p:nvSpPr>
        <p:spPr>
          <a:xfrm>
            <a:off x="9688320" y="52552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0" name=""/>
          <p:cNvSpPr/>
          <p:nvPr/>
        </p:nvSpPr>
        <p:spPr>
          <a:xfrm>
            <a:off x="9688320" y="5313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1" name=""/>
          <p:cNvSpPr/>
          <p:nvPr/>
        </p:nvSpPr>
        <p:spPr>
          <a:xfrm>
            <a:off x="9688320" y="5313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2" name=""/>
          <p:cNvSpPr/>
          <p:nvPr/>
        </p:nvSpPr>
        <p:spPr>
          <a:xfrm>
            <a:off x="10784520" y="54799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583" name=""/>
          <p:cNvSpPr/>
          <p:nvPr/>
        </p:nvSpPr>
        <p:spPr>
          <a:xfrm>
            <a:off x="10784520" y="54799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4" name=""/>
          <p:cNvSpPr/>
          <p:nvPr/>
        </p:nvSpPr>
        <p:spPr>
          <a:xfrm>
            <a:off x="10053720" y="5657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5" name=""/>
          <p:cNvSpPr/>
          <p:nvPr/>
        </p:nvSpPr>
        <p:spPr>
          <a:xfrm>
            <a:off x="10053720" y="5657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6" name=""/>
          <p:cNvSpPr/>
          <p:nvPr/>
        </p:nvSpPr>
        <p:spPr>
          <a:xfrm>
            <a:off x="7860960" y="57855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7" name=""/>
          <p:cNvSpPr/>
          <p:nvPr/>
        </p:nvSpPr>
        <p:spPr>
          <a:xfrm>
            <a:off x="7860960" y="57855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8" name=""/>
          <p:cNvSpPr/>
          <p:nvPr/>
        </p:nvSpPr>
        <p:spPr>
          <a:xfrm>
            <a:off x="10602000" y="5801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589" name=""/>
          <p:cNvSpPr/>
          <p:nvPr/>
        </p:nvSpPr>
        <p:spPr>
          <a:xfrm>
            <a:off x="10602000" y="5801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0" name=""/>
          <p:cNvSpPr/>
          <p:nvPr/>
        </p:nvSpPr>
        <p:spPr>
          <a:xfrm>
            <a:off x="9688320" y="53204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1" name=""/>
          <p:cNvSpPr/>
          <p:nvPr/>
        </p:nvSpPr>
        <p:spPr>
          <a:xfrm>
            <a:off x="9688320" y="53204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2" name=""/>
          <p:cNvSpPr/>
          <p:nvPr/>
        </p:nvSpPr>
        <p:spPr>
          <a:xfrm>
            <a:off x="8591760" y="58942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3" name=""/>
          <p:cNvSpPr/>
          <p:nvPr/>
        </p:nvSpPr>
        <p:spPr>
          <a:xfrm>
            <a:off x="8591760" y="58942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4" name=""/>
          <p:cNvSpPr/>
          <p:nvPr/>
        </p:nvSpPr>
        <p:spPr>
          <a:xfrm>
            <a:off x="10784520" y="54777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595" name=""/>
          <p:cNvSpPr/>
          <p:nvPr/>
        </p:nvSpPr>
        <p:spPr>
          <a:xfrm>
            <a:off x="10784520" y="54777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6" name=""/>
          <p:cNvSpPr/>
          <p:nvPr/>
        </p:nvSpPr>
        <p:spPr>
          <a:xfrm>
            <a:off x="10419120" y="57924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597" name=""/>
          <p:cNvSpPr/>
          <p:nvPr/>
        </p:nvSpPr>
        <p:spPr>
          <a:xfrm>
            <a:off x="10419120" y="57924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8" name=""/>
          <p:cNvSpPr/>
          <p:nvPr/>
        </p:nvSpPr>
        <p:spPr>
          <a:xfrm>
            <a:off x="7860960" y="5740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9" name=""/>
          <p:cNvSpPr/>
          <p:nvPr/>
        </p:nvSpPr>
        <p:spPr>
          <a:xfrm>
            <a:off x="7860960" y="5740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0" name=""/>
          <p:cNvSpPr/>
          <p:nvPr/>
        </p:nvSpPr>
        <p:spPr>
          <a:xfrm>
            <a:off x="10419120" y="50238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601" name=""/>
          <p:cNvSpPr/>
          <p:nvPr/>
        </p:nvSpPr>
        <p:spPr>
          <a:xfrm>
            <a:off x="10419120" y="50238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2" name=""/>
          <p:cNvSpPr/>
          <p:nvPr/>
        </p:nvSpPr>
        <p:spPr>
          <a:xfrm>
            <a:off x="10784520" y="55206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603" name=""/>
          <p:cNvSpPr/>
          <p:nvPr/>
        </p:nvSpPr>
        <p:spPr>
          <a:xfrm>
            <a:off x="10784520" y="55206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4" name=""/>
          <p:cNvSpPr/>
          <p:nvPr/>
        </p:nvSpPr>
        <p:spPr>
          <a:xfrm>
            <a:off x="10236240" y="56167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605" name=""/>
          <p:cNvSpPr/>
          <p:nvPr/>
        </p:nvSpPr>
        <p:spPr>
          <a:xfrm>
            <a:off x="10236240" y="56167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6" name=""/>
          <p:cNvSpPr/>
          <p:nvPr/>
        </p:nvSpPr>
        <p:spPr>
          <a:xfrm>
            <a:off x="7678080" y="5173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7" name=""/>
          <p:cNvSpPr/>
          <p:nvPr/>
        </p:nvSpPr>
        <p:spPr>
          <a:xfrm>
            <a:off x="7678080" y="5173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8" name=""/>
          <p:cNvSpPr/>
          <p:nvPr/>
        </p:nvSpPr>
        <p:spPr>
          <a:xfrm>
            <a:off x="10602000" y="56275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609" name=""/>
          <p:cNvSpPr/>
          <p:nvPr/>
        </p:nvSpPr>
        <p:spPr>
          <a:xfrm>
            <a:off x="10602000" y="56275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0" name=""/>
          <p:cNvSpPr/>
          <p:nvPr/>
        </p:nvSpPr>
        <p:spPr>
          <a:xfrm>
            <a:off x="9688320" y="5298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1" name=""/>
          <p:cNvSpPr/>
          <p:nvPr/>
        </p:nvSpPr>
        <p:spPr>
          <a:xfrm>
            <a:off x="9688320" y="5298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2" name=""/>
          <p:cNvSpPr/>
          <p:nvPr/>
        </p:nvSpPr>
        <p:spPr>
          <a:xfrm>
            <a:off x="10053720" y="58687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3" name=""/>
          <p:cNvSpPr/>
          <p:nvPr/>
        </p:nvSpPr>
        <p:spPr>
          <a:xfrm>
            <a:off x="10053720" y="58687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4" name=""/>
          <p:cNvSpPr/>
          <p:nvPr/>
        </p:nvSpPr>
        <p:spPr>
          <a:xfrm>
            <a:off x="9505440" y="51858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5" name=""/>
          <p:cNvSpPr/>
          <p:nvPr/>
        </p:nvSpPr>
        <p:spPr>
          <a:xfrm>
            <a:off x="9505440" y="51858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6" name=""/>
          <p:cNvSpPr/>
          <p:nvPr/>
        </p:nvSpPr>
        <p:spPr>
          <a:xfrm>
            <a:off x="8591760" y="5500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7" name=""/>
          <p:cNvSpPr/>
          <p:nvPr/>
        </p:nvSpPr>
        <p:spPr>
          <a:xfrm>
            <a:off x="8591760" y="5500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8" name=""/>
          <p:cNvSpPr/>
          <p:nvPr/>
        </p:nvSpPr>
        <p:spPr>
          <a:xfrm>
            <a:off x="8043480" y="5628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9" name=""/>
          <p:cNvSpPr/>
          <p:nvPr/>
        </p:nvSpPr>
        <p:spPr>
          <a:xfrm>
            <a:off x="8043480" y="5628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0" name=""/>
          <p:cNvSpPr/>
          <p:nvPr/>
        </p:nvSpPr>
        <p:spPr>
          <a:xfrm>
            <a:off x="8226360" y="5230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1" name=""/>
          <p:cNvSpPr/>
          <p:nvPr/>
        </p:nvSpPr>
        <p:spPr>
          <a:xfrm>
            <a:off x="8226360" y="5230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2" name=""/>
          <p:cNvSpPr/>
          <p:nvPr/>
        </p:nvSpPr>
        <p:spPr>
          <a:xfrm>
            <a:off x="8774640" y="57992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3" name=""/>
          <p:cNvSpPr/>
          <p:nvPr/>
        </p:nvSpPr>
        <p:spPr>
          <a:xfrm>
            <a:off x="8774640" y="57992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4" name=""/>
          <p:cNvSpPr/>
          <p:nvPr/>
        </p:nvSpPr>
        <p:spPr>
          <a:xfrm>
            <a:off x="6216120" y="50587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4575B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625" name=""/>
          <p:cNvSpPr/>
          <p:nvPr/>
        </p:nvSpPr>
        <p:spPr>
          <a:xfrm>
            <a:off x="6216120" y="50587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4575B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6" name=""/>
          <p:cNvSpPr/>
          <p:nvPr/>
        </p:nvSpPr>
        <p:spPr>
          <a:xfrm>
            <a:off x="8043480" y="49982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7" name=""/>
          <p:cNvSpPr/>
          <p:nvPr/>
        </p:nvSpPr>
        <p:spPr>
          <a:xfrm>
            <a:off x="8043480" y="49982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8" name=""/>
          <p:cNvSpPr/>
          <p:nvPr/>
        </p:nvSpPr>
        <p:spPr>
          <a:xfrm>
            <a:off x="9140040" y="5366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9" name=""/>
          <p:cNvSpPr/>
          <p:nvPr/>
        </p:nvSpPr>
        <p:spPr>
          <a:xfrm>
            <a:off x="9140040" y="5366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0" name=""/>
          <p:cNvSpPr/>
          <p:nvPr/>
        </p:nvSpPr>
        <p:spPr>
          <a:xfrm>
            <a:off x="9322560" y="57420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1" name=""/>
          <p:cNvSpPr/>
          <p:nvPr/>
        </p:nvSpPr>
        <p:spPr>
          <a:xfrm>
            <a:off x="9322560" y="57420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2" name=""/>
          <p:cNvSpPr/>
          <p:nvPr/>
        </p:nvSpPr>
        <p:spPr>
          <a:xfrm>
            <a:off x="8591760" y="57459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3" name=""/>
          <p:cNvSpPr/>
          <p:nvPr/>
        </p:nvSpPr>
        <p:spPr>
          <a:xfrm>
            <a:off x="8591760" y="57459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4" name=""/>
          <p:cNvSpPr/>
          <p:nvPr/>
        </p:nvSpPr>
        <p:spPr>
          <a:xfrm>
            <a:off x="9688320" y="55526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5" name=""/>
          <p:cNvSpPr/>
          <p:nvPr/>
        </p:nvSpPr>
        <p:spPr>
          <a:xfrm>
            <a:off x="9688320" y="55526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6" name=""/>
          <p:cNvSpPr/>
          <p:nvPr/>
        </p:nvSpPr>
        <p:spPr>
          <a:xfrm>
            <a:off x="8226360" y="55573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7" name=""/>
          <p:cNvSpPr/>
          <p:nvPr/>
        </p:nvSpPr>
        <p:spPr>
          <a:xfrm>
            <a:off x="8226360" y="55573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8" name=""/>
          <p:cNvSpPr/>
          <p:nvPr/>
        </p:nvSpPr>
        <p:spPr>
          <a:xfrm>
            <a:off x="9322560" y="54457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9" name=""/>
          <p:cNvSpPr/>
          <p:nvPr/>
        </p:nvSpPr>
        <p:spPr>
          <a:xfrm>
            <a:off x="9322560" y="54457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0" name=""/>
          <p:cNvSpPr/>
          <p:nvPr/>
        </p:nvSpPr>
        <p:spPr>
          <a:xfrm>
            <a:off x="10419120" y="56426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641" name=""/>
          <p:cNvSpPr/>
          <p:nvPr/>
        </p:nvSpPr>
        <p:spPr>
          <a:xfrm>
            <a:off x="10419120" y="56426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2" name=""/>
          <p:cNvSpPr/>
          <p:nvPr/>
        </p:nvSpPr>
        <p:spPr>
          <a:xfrm>
            <a:off x="8043480" y="49485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3" name=""/>
          <p:cNvSpPr/>
          <p:nvPr/>
        </p:nvSpPr>
        <p:spPr>
          <a:xfrm>
            <a:off x="8043480" y="49485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4" name=""/>
          <p:cNvSpPr/>
          <p:nvPr/>
        </p:nvSpPr>
        <p:spPr>
          <a:xfrm>
            <a:off x="8226360" y="4947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5" name=""/>
          <p:cNvSpPr/>
          <p:nvPr/>
        </p:nvSpPr>
        <p:spPr>
          <a:xfrm>
            <a:off x="8226360" y="4947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6" name=""/>
          <p:cNvSpPr/>
          <p:nvPr/>
        </p:nvSpPr>
        <p:spPr>
          <a:xfrm>
            <a:off x="10053720" y="53665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7" name=""/>
          <p:cNvSpPr/>
          <p:nvPr/>
        </p:nvSpPr>
        <p:spPr>
          <a:xfrm>
            <a:off x="10053720" y="53665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8" name=""/>
          <p:cNvSpPr/>
          <p:nvPr/>
        </p:nvSpPr>
        <p:spPr>
          <a:xfrm>
            <a:off x="9322560" y="57434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9" name=""/>
          <p:cNvSpPr/>
          <p:nvPr/>
        </p:nvSpPr>
        <p:spPr>
          <a:xfrm>
            <a:off x="9322560" y="57434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0" name=""/>
          <p:cNvSpPr/>
          <p:nvPr/>
        </p:nvSpPr>
        <p:spPr>
          <a:xfrm>
            <a:off x="7495200" y="52023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1" name=""/>
          <p:cNvSpPr/>
          <p:nvPr/>
        </p:nvSpPr>
        <p:spPr>
          <a:xfrm>
            <a:off x="7495200" y="52023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2" name=""/>
          <p:cNvSpPr/>
          <p:nvPr/>
        </p:nvSpPr>
        <p:spPr>
          <a:xfrm>
            <a:off x="10236240" y="56192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653" name=""/>
          <p:cNvSpPr/>
          <p:nvPr/>
        </p:nvSpPr>
        <p:spPr>
          <a:xfrm>
            <a:off x="10236240" y="56192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4" name=""/>
          <p:cNvSpPr/>
          <p:nvPr/>
        </p:nvSpPr>
        <p:spPr>
          <a:xfrm>
            <a:off x="8774640" y="59331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5" name=""/>
          <p:cNvSpPr/>
          <p:nvPr/>
        </p:nvSpPr>
        <p:spPr>
          <a:xfrm>
            <a:off x="8774640" y="59331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6" name=""/>
          <p:cNvSpPr/>
          <p:nvPr/>
        </p:nvSpPr>
        <p:spPr>
          <a:xfrm>
            <a:off x="10784520" y="56059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657" name=""/>
          <p:cNvSpPr/>
          <p:nvPr/>
        </p:nvSpPr>
        <p:spPr>
          <a:xfrm>
            <a:off x="10784520" y="56059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8" name=""/>
          <p:cNvSpPr/>
          <p:nvPr/>
        </p:nvSpPr>
        <p:spPr>
          <a:xfrm>
            <a:off x="9688320" y="5135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9" name=""/>
          <p:cNvSpPr/>
          <p:nvPr/>
        </p:nvSpPr>
        <p:spPr>
          <a:xfrm>
            <a:off x="9688320" y="5135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0" name=""/>
          <p:cNvSpPr/>
          <p:nvPr/>
        </p:nvSpPr>
        <p:spPr>
          <a:xfrm>
            <a:off x="10784520" y="54284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661" name=""/>
          <p:cNvSpPr/>
          <p:nvPr/>
        </p:nvSpPr>
        <p:spPr>
          <a:xfrm>
            <a:off x="10784520" y="54284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2" name=""/>
          <p:cNvSpPr/>
          <p:nvPr/>
        </p:nvSpPr>
        <p:spPr>
          <a:xfrm>
            <a:off x="8591760" y="57420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3" name=""/>
          <p:cNvSpPr/>
          <p:nvPr/>
        </p:nvSpPr>
        <p:spPr>
          <a:xfrm>
            <a:off x="8591760" y="57420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4" name=""/>
          <p:cNvSpPr/>
          <p:nvPr/>
        </p:nvSpPr>
        <p:spPr>
          <a:xfrm>
            <a:off x="8409240" y="4946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5" name=""/>
          <p:cNvSpPr/>
          <p:nvPr/>
        </p:nvSpPr>
        <p:spPr>
          <a:xfrm>
            <a:off x="8409240" y="4946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6" name=""/>
          <p:cNvSpPr/>
          <p:nvPr/>
        </p:nvSpPr>
        <p:spPr>
          <a:xfrm>
            <a:off x="10053720" y="55944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7" name=""/>
          <p:cNvSpPr/>
          <p:nvPr/>
        </p:nvSpPr>
        <p:spPr>
          <a:xfrm>
            <a:off x="10053720" y="55944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8" name=""/>
          <p:cNvSpPr/>
          <p:nvPr/>
        </p:nvSpPr>
        <p:spPr>
          <a:xfrm>
            <a:off x="7495200" y="52023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9" name=""/>
          <p:cNvSpPr/>
          <p:nvPr/>
        </p:nvSpPr>
        <p:spPr>
          <a:xfrm>
            <a:off x="7495200" y="52023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0" name=""/>
          <p:cNvSpPr/>
          <p:nvPr/>
        </p:nvSpPr>
        <p:spPr>
          <a:xfrm>
            <a:off x="10602000" y="59857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671" name=""/>
          <p:cNvSpPr/>
          <p:nvPr/>
        </p:nvSpPr>
        <p:spPr>
          <a:xfrm>
            <a:off x="10602000" y="59857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2" name=""/>
          <p:cNvSpPr/>
          <p:nvPr/>
        </p:nvSpPr>
        <p:spPr>
          <a:xfrm>
            <a:off x="10236240" y="55317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673" name=""/>
          <p:cNvSpPr/>
          <p:nvPr/>
        </p:nvSpPr>
        <p:spPr>
          <a:xfrm>
            <a:off x="10236240" y="55317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4" name=""/>
          <p:cNvSpPr/>
          <p:nvPr/>
        </p:nvSpPr>
        <p:spPr>
          <a:xfrm>
            <a:off x="10784520" y="56336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675" name=""/>
          <p:cNvSpPr/>
          <p:nvPr/>
        </p:nvSpPr>
        <p:spPr>
          <a:xfrm>
            <a:off x="10784520" y="56336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6" name=""/>
          <p:cNvSpPr/>
          <p:nvPr/>
        </p:nvSpPr>
        <p:spPr>
          <a:xfrm>
            <a:off x="9688320" y="51753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7" name=""/>
          <p:cNvSpPr/>
          <p:nvPr/>
        </p:nvSpPr>
        <p:spPr>
          <a:xfrm>
            <a:off x="9688320" y="51753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8" name=""/>
          <p:cNvSpPr/>
          <p:nvPr/>
        </p:nvSpPr>
        <p:spPr>
          <a:xfrm>
            <a:off x="9505440" y="53870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9" name=""/>
          <p:cNvSpPr/>
          <p:nvPr/>
        </p:nvSpPr>
        <p:spPr>
          <a:xfrm>
            <a:off x="9505440" y="53870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0" name=""/>
          <p:cNvSpPr/>
          <p:nvPr/>
        </p:nvSpPr>
        <p:spPr>
          <a:xfrm>
            <a:off x="7495200" y="52272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1" name=""/>
          <p:cNvSpPr/>
          <p:nvPr/>
        </p:nvSpPr>
        <p:spPr>
          <a:xfrm>
            <a:off x="7495200" y="52272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2" name=""/>
          <p:cNvSpPr/>
          <p:nvPr/>
        </p:nvSpPr>
        <p:spPr>
          <a:xfrm>
            <a:off x="9688320" y="54367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3" name=""/>
          <p:cNvSpPr/>
          <p:nvPr/>
        </p:nvSpPr>
        <p:spPr>
          <a:xfrm>
            <a:off x="9688320" y="54367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4" name=""/>
          <p:cNvSpPr/>
          <p:nvPr/>
        </p:nvSpPr>
        <p:spPr>
          <a:xfrm>
            <a:off x="10053720" y="56804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5" name=""/>
          <p:cNvSpPr/>
          <p:nvPr/>
        </p:nvSpPr>
        <p:spPr>
          <a:xfrm>
            <a:off x="10053720" y="56804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6" name=""/>
          <p:cNvSpPr/>
          <p:nvPr/>
        </p:nvSpPr>
        <p:spPr>
          <a:xfrm>
            <a:off x="9688320" y="51750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7" name=""/>
          <p:cNvSpPr/>
          <p:nvPr/>
        </p:nvSpPr>
        <p:spPr>
          <a:xfrm>
            <a:off x="9688320" y="51750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8" name=""/>
          <p:cNvSpPr/>
          <p:nvPr/>
        </p:nvSpPr>
        <p:spPr>
          <a:xfrm>
            <a:off x="8226360" y="5387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9" name=""/>
          <p:cNvSpPr/>
          <p:nvPr/>
        </p:nvSpPr>
        <p:spPr>
          <a:xfrm>
            <a:off x="8226360" y="5387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0" name=""/>
          <p:cNvSpPr/>
          <p:nvPr/>
        </p:nvSpPr>
        <p:spPr>
          <a:xfrm>
            <a:off x="9505440" y="5234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1" name=""/>
          <p:cNvSpPr/>
          <p:nvPr/>
        </p:nvSpPr>
        <p:spPr>
          <a:xfrm>
            <a:off x="9505440" y="5234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2" name=""/>
          <p:cNvSpPr/>
          <p:nvPr/>
        </p:nvSpPr>
        <p:spPr>
          <a:xfrm>
            <a:off x="9870840" y="50709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3" name=""/>
          <p:cNvSpPr/>
          <p:nvPr/>
        </p:nvSpPr>
        <p:spPr>
          <a:xfrm>
            <a:off x="9870840" y="50709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4" name=""/>
          <p:cNvSpPr/>
          <p:nvPr/>
        </p:nvSpPr>
        <p:spPr>
          <a:xfrm>
            <a:off x="8043480" y="49982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5" name=""/>
          <p:cNvSpPr/>
          <p:nvPr/>
        </p:nvSpPr>
        <p:spPr>
          <a:xfrm>
            <a:off x="8043480" y="49982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6" name=""/>
          <p:cNvSpPr/>
          <p:nvPr/>
        </p:nvSpPr>
        <p:spPr>
          <a:xfrm>
            <a:off x="8957160" y="5747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7" name=""/>
          <p:cNvSpPr/>
          <p:nvPr/>
        </p:nvSpPr>
        <p:spPr>
          <a:xfrm>
            <a:off x="8957160" y="5747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8" name=""/>
          <p:cNvSpPr/>
          <p:nvPr/>
        </p:nvSpPr>
        <p:spPr>
          <a:xfrm>
            <a:off x="8226360" y="4946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9" name=""/>
          <p:cNvSpPr/>
          <p:nvPr/>
        </p:nvSpPr>
        <p:spPr>
          <a:xfrm>
            <a:off x="8226360" y="4946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0" name=""/>
          <p:cNvSpPr/>
          <p:nvPr/>
        </p:nvSpPr>
        <p:spPr>
          <a:xfrm>
            <a:off x="10053720" y="55944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1" name=""/>
          <p:cNvSpPr/>
          <p:nvPr/>
        </p:nvSpPr>
        <p:spPr>
          <a:xfrm>
            <a:off x="10053720" y="55944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2" name=""/>
          <p:cNvSpPr/>
          <p:nvPr/>
        </p:nvSpPr>
        <p:spPr>
          <a:xfrm>
            <a:off x="9322560" y="55116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3" name=""/>
          <p:cNvSpPr/>
          <p:nvPr/>
        </p:nvSpPr>
        <p:spPr>
          <a:xfrm>
            <a:off x="9322560" y="55116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4" name=""/>
          <p:cNvSpPr/>
          <p:nvPr/>
        </p:nvSpPr>
        <p:spPr>
          <a:xfrm>
            <a:off x="10053720" y="58676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5" name=""/>
          <p:cNvSpPr/>
          <p:nvPr/>
        </p:nvSpPr>
        <p:spPr>
          <a:xfrm>
            <a:off x="10053720" y="58676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6" name=""/>
          <p:cNvSpPr/>
          <p:nvPr/>
        </p:nvSpPr>
        <p:spPr>
          <a:xfrm>
            <a:off x="8774640" y="55324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7" name=""/>
          <p:cNvSpPr/>
          <p:nvPr/>
        </p:nvSpPr>
        <p:spPr>
          <a:xfrm>
            <a:off x="8774640" y="55324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8" name=""/>
          <p:cNvSpPr/>
          <p:nvPr/>
        </p:nvSpPr>
        <p:spPr>
          <a:xfrm>
            <a:off x="9688320" y="51753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9" name=""/>
          <p:cNvSpPr/>
          <p:nvPr/>
        </p:nvSpPr>
        <p:spPr>
          <a:xfrm>
            <a:off x="9688320" y="51753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0" name=""/>
          <p:cNvSpPr/>
          <p:nvPr/>
        </p:nvSpPr>
        <p:spPr>
          <a:xfrm>
            <a:off x="9688320" y="5360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1" name=""/>
          <p:cNvSpPr/>
          <p:nvPr/>
        </p:nvSpPr>
        <p:spPr>
          <a:xfrm>
            <a:off x="9688320" y="5360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2" name=""/>
          <p:cNvSpPr/>
          <p:nvPr/>
        </p:nvSpPr>
        <p:spPr>
          <a:xfrm>
            <a:off x="8774640" y="4921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3" name=""/>
          <p:cNvSpPr/>
          <p:nvPr/>
        </p:nvSpPr>
        <p:spPr>
          <a:xfrm>
            <a:off x="8774640" y="4921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4" name=""/>
          <p:cNvSpPr/>
          <p:nvPr/>
        </p:nvSpPr>
        <p:spPr>
          <a:xfrm>
            <a:off x="8226360" y="49982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5" name=""/>
          <p:cNvSpPr/>
          <p:nvPr/>
        </p:nvSpPr>
        <p:spPr>
          <a:xfrm>
            <a:off x="8226360" y="49982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6" name=""/>
          <p:cNvSpPr/>
          <p:nvPr/>
        </p:nvSpPr>
        <p:spPr>
          <a:xfrm>
            <a:off x="9870840" y="53665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7" name=""/>
          <p:cNvSpPr/>
          <p:nvPr/>
        </p:nvSpPr>
        <p:spPr>
          <a:xfrm>
            <a:off x="9870840" y="53665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8" name=""/>
          <p:cNvSpPr/>
          <p:nvPr/>
        </p:nvSpPr>
        <p:spPr>
          <a:xfrm>
            <a:off x="8591760" y="57524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9" name=""/>
          <p:cNvSpPr/>
          <p:nvPr/>
        </p:nvSpPr>
        <p:spPr>
          <a:xfrm>
            <a:off x="8591760" y="57524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0" name=""/>
          <p:cNvSpPr/>
          <p:nvPr/>
        </p:nvSpPr>
        <p:spPr>
          <a:xfrm>
            <a:off x="8226360" y="52117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1" name=""/>
          <p:cNvSpPr/>
          <p:nvPr/>
        </p:nvSpPr>
        <p:spPr>
          <a:xfrm>
            <a:off x="8226360" y="52117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2" name=""/>
          <p:cNvSpPr/>
          <p:nvPr/>
        </p:nvSpPr>
        <p:spPr>
          <a:xfrm>
            <a:off x="7495200" y="54277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3" name=""/>
          <p:cNvSpPr/>
          <p:nvPr/>
        </p:nvSpPr>
        <p:spPr>
          <a:xfrm>
            <a:off x="7495200" y="54277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4" name=""/>
          <p:cNvSpPr/>
          <p:nvPr/>
        </p:nvSpPr>
        <p:spPr>
          <a:xfrm>
            <a:off x="10784520" y="52138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725" name=""/>
          <p:cNvSpPr/>
          <p:nvPr/>
        </p:nvSpPr>
        <p:spPr>
          <a:xfrm>
            <a:off x="10784520" y="52138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6" name=""/>
          <p:cNvSpPr/>
          <p:nvPr/>
        </p:nvSpPr>
        <p:spPr>
          <a:xfrm>
            <a:off x="8591760" y="5740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7" name=""/>
          <p:cNvSpPr/>
          <p:nvPr/>
        </p:nvSpPr>
        <p:spPr>
          <a:xfrm>
            <a:off x="8591760" y="5740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8" name=""/>
          <p:cNvSpPr/>
          <p:nvPr/>
        </p:nvSpPr>
        <p:spPr>
          <a:xfrm>
            <a:off x="8226360" y="51634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9" name=""/>
          <p:cNvSpPr/>
          <p:nvPr/>
        </p:nvSpPr>
        <p:spPr>
          <a:xfrm>
            <a:off x="8226360" y="51634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0" name=""/>
          <p:cNvSpPr/>
          <p:nvPr/>
        </p:nvSpPr>
        <p:spPr>
          <a:xfrm>
            <a:off x="8409240" y="5547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1" name=""/>
          <p:cNvSpPr/>
          <p:nvPr/>
        </p:nvSpPr>
        <p:spPr>
          <a:xfrm>
            <a:off x="8409240" y="5547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2" name=""/>
          <p:cNvSpPr/>
          <p:nvPr/>
        </p:nvSpPr>
        <p:spPr>
          <a:xfrm>
            <a:off x="8774640" y="54367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3" name=""/>
          <p:cNvSpPr/>
          <p:nvPr/>
        </p:nvSpPr>
        <p:spPr>
          <a:xfrm>
            <a:off x="8774640" y="54367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4" name=""/>
          <p:cNvSpPr/>
          <p:nvPr/>
        </p:nvSpPr>
        <p:spPr>
          <a:xfrm>
            <a:off x="10419120" y="59284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735" name=""/>
          <p:cNvSpPr/>
          <p:nvPr/>
        </p:nvSpPr>
        <p:spPr>
          <a:xfrm>
            <a:off x="10419120" y="59284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6" name=""/>
          <p:cNvSpPr/>
          <p:nvPr/>
        </p:nvSpPr>
        <p:spPr>
          <a:xfrm>
            <a:off x="8409240" y="55270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7" name=""/>
          <p:cNvSpPr/>
          <p:nvPr/>
        </p:nvSpPr>
        <p:spPr>
          <a:xfrm>
            <a:off x="8409240" y="55270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8" name=""/>
          <p:cNvSpPr/>
          <p:nvPr/>
        </p:nvSpPr>
        <p:spPr>
          <a:xfrm>
            <a:off x="7860960" y="57049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9" name=""/>
          <p:cNvSpPr/>
          <p:nvPr/>
        </p:nvSpPr>
        <p:spPr>
          <a:xfrm>
            <a:off x="7860960" y="57049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0" name=""/>
          <p:cNvSpPr/>
          <p:nvPr/>
        </p:nvSpPr>
        <p:spPr>
          <a:xfrm>
            <a:off x="8957160" y="54367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1" name=""/>
          <p:cNvSpPr/>
          <p:nvPr/>
        </p:nvSpPr>
        <p:spPr>
          <a:xfrm>
            <a:off x="8957160" y="54367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2" name=""/>
          <p:cNvSpPr/>
          <p:nvPr/>
        </p:nvSpPr>
        <p:spPr>
          <a:xfrm>
            <a:off x="10602000" y="5735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743" name=""/>
          <p:cNvSpPr/>
          <p:nvPr/>
        </p:nvSpPr>
        <p:spPr>
          <a:xfrm>
            <a:off x="10602000" y="5735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4" name=""/>
          <p:cNvSpPr/>
          <p:nvPr/>
        </p:nvSpPr>
        <p:spPr>
          <a:xfrm>
            <a:off x="9140040" y="5366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5" name=""/>
          <p:cNvSpPr/>
          <p:nvPr/>
        </p:nvSpPr>
        <p:spPr>
          <a:xfrm>
            <a:off x="9140040" y="5366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6" name=""/>
          <p:cNvSpPr/>
          <p:nvPr/>
        </p:nvSpPr>
        <p:spPr>
          <a:xfrm>
            <a:off x="8774640" y="5547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7" name=""/>
          <p:cNvSpPr/>
          <p:nvPr/>
        </p:nvSpPr>
        <p:spPr>
          <a:xfrm>
            <a:off x="8774640" y="5547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8" name=""/>
          <p:cNvSpPr/>
          <p:nvPr/>
        </p:nvSpPr>
        <p:spPr>
          <a:xfrm>
            <a:off x="7312680" y="51753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9" name=""/>
          <p:cNvSpPr/>
          <p:nvPr/>
        </p:nvSpPr>
        <p:spPr>
          <a:xfrm>
            <a:off x="7312680" y="51753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0" name=""/>
          <p:cNvSpPr/>
          <p:nvPr/>
        </p:nvSpPr>
        <p:spPr>
          <a:xfrm>
            <a:off x="10784520" y="56318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751" name=""/>
          <p:cNvSpPr/>
          <p:nvPr/>
        </p:nvSpPr>
        <p:spPr>
          <a:xfrm>
            <a:off x="10784520" y="56318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2" name=""/>
          <p:cNvSpPr/>
          <p:nvPr/>
        </p:nvSpPr>
        <p:spPr>
          <a:xfrm>
            <a:off x="9688320" y="54475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3" name=""/>
          <p:cNvSpPr/>
          <p:nvPr/>
        </p:nvSpPr>
        <p:spPr>
          <a:xfrm>
            <a:off x="9688320" y="54475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4" name=""/>
          <p:cNvSpPr/>
          <p:nvPr/>
        </p:nvSpPr>
        <p:spPr>
          <a:xfrm>
            <a:off x="9322560" y="57380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5" name=""/>
          <p:cNvSpPr/>
          <p:nvPr/>
        </p:nvSpPr>
        <p:spPr>
          <a:xfrm>
            <a:off x="9322560" y="57380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6" name=""/>
          <p:cNvSpPr/>
          <p:nvPr/>
        </p:nvSpPr>
        <p:spPr>
          <a:xfrm>
            <a:off x="9688320" y="49320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7" name=""/>
          <p:cNvSpPr/>
          <p:nvPr/>
        </p:nvSpPr>
        <p:spPr>
          <a:xfrm>
            <a:off x="9688320" y="49320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8" name=""/>
          <p:cNvSpPr/>
          <p:nvPr/>
        </p:nvSpPr>
        <p:spPr>
          <a:xfrm>
            <a:off x="9322560" y="55101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9" name=""/>
          <p:cNvSpPr/>
          <p:nvPr/>
        </p:nvSpPr>
        <p:spPr>
          <a:xfrm>
            <a:off x="9322560" y="55101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0" name=""/>
          <p:cNvSpPr/>
          <p:nvPr/>
        </p:nvSpPr>
        <p:spPr>
          <a:xfrm>
            <a:off x="9688320" y="5551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1" name=""/>
          <p:cNvSpPr/>
          <p:nvPr/>
        </p:nvSpPr>
        <p:spPr>
          <a:xfrm>
            <a:off x="9688320" y="5551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2" name=""/>
          <p:cNvSpPr/>
          <p:nvPr/>
        </p:nvSpPr>
        <p:spPr>
          <a:xfrm>
            <a:off x="10784520" y="56221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763" name=""/>
          <p:cNvSpPr/>
          <p:nvPr/>
        </p:nvSpPr>
        <p:spPr>
          <a:xfrm>
            <a:off x="10784520" y="56221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4" name=""/>
          <p:cNvSpPr/>
          <p:nvPr/>
        </p:nvSpPr>
        <p:spPr>
          <a:xfrm>
            <a:off x="7495200" y="51105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5" name=""/>
          <p:cNvSpPr/>
          <p:nvPr/>
        </p:nvSpPr>
        <p:spPr>
          <a:xfrm>
            <a:off x="7495200" y="51105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6" name=""/>
          <p:cNvSpPr/>
          <p:nvPr/>
        </p:nvSpPr>
        <p:spPr>
          <a:xfrm>
            <a:off x="10784520" y="55389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767" name=""/>
          <p:cNvSpPr/>
          <p:nvPr/>
        </p:nvSpPr>
        <p:spPr>
          <a:xfrm>
            <a:off x="10784520" y="55389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8" name=""/>
          <p:cNvSpPr/>
          <p:nvPr/>
        </p:nvSpPr>
        <p:spPr>
          <a:xfrm>
            <a:off x="10419120" y="55922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769" name=""/>
          <p:cNvSpPr/>
          <p:nvPr/>
        </p:nvSpPr>
        <p:spPr>
          <a:xfrm>
            <a:off x="10419120" y="55922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0" name=""/>
          <p:cNvSpPr/>
          <p:nvPr/>
        </p:nvSpPr>
        <p:spPr>
          <a:xfrm>
            <a:off x="9505440" y="56095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1" name=""/>
          <p:cNvSpPr/>
          <p:nvPr/>
        </p:nvSpPr>
        <p:spPr>
          <a:xfrm>
            <a:off x="9505440" y="56095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2" name=""/>
          <p:cNvSpPr/>
          <p:nvPr/>
        </p:nvSpPr>
        <p:spPr>
          <a:xfrm>
            <a:off x="10419120" y="52354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773" name=""/>
          <p:cNvSpPr/>
          <p:nvPr/>
        </p:nvSpPr>
        <p:spPr>
          <a:xfrm>
            <a:off x="10419120" y="52354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4" name=""/>
          <p:cNvSpPr/>
          <p:nvPr/>
        </p:nvSpPr>
        <p:spPr>
          <a:xfrm>
            <a:off x="10784520" y="56163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775" name=""/>
          <p:cNvSpPr/>
          <p:nvPr/>
        </p:nvSpPr>
        <p:spPr>
          <a:xfrm>
            <a:off x="10784520" y="56163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6" name=""/>
          <p:cNvSpPr/>
          <p:nvPr/>
        </p:nvSpPr>
        <p:spPr>
          <a:xfrm>
            <a:off x="10053720" y="54262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7" name=""/>
          <p:cNvSpPr/>
          <p:nvPr/>
        </p:nvSpPr>
        <p:spPr>
          <a:xfrm>
            <a:off x="10053720" y="54262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8" name=""/>
          <p:cNvSpPr/>
          <p:nvPr/>
        </p:nvSpPr>
        <p:spPr>
          <a:xfrm>
            <a:off x="10602000" y="5450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779" name=""/>
          <p:cNvSpPr/>
          <p:nvPr/>
        </p:nvSpPr>
        <p:spPr>
          <a:xfrm>
            <a:off x="10602000" y="5450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0" name=""/>
          <p:cNvSpPr/>
          <p:nvPr/>
        </p:nvSpPr>
        <p:spPr>
          <a:xfrm>
            <a:off x="6399000" y="52160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5986BD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781" name=""/>
          <p:cNvSpPr/>
          <p:nvPr/>
        </p:nvSpPr>
        <p:spPr>
          <a:xfrm>
            <a:off x="6399000" y="52160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5986BD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2" name=""/>
          <p:cNvSpPr/>
          <p:nvPr/>
        </p:nvSpPr>
        <p:spPr>
          <a:xfrm>
            <a:off x="9505440" y="52732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3" name=""/>
          <p:cNvSpPr/>
          <p:nvPr/>
        </p:nvSpPr>
        <p:spPr>
          <a:xfrm>
            <a:off x="9505440" y="52732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4" name=""/>
          <p:cNvSpPr/>
          <p:nvPr/>
        </p:nvSpPr>
        <p:spPr>
          <a:xfrm>
            <a:off x="10602000" y="54216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785" name=""/>
          <p:cNvSpPr/>
          <p:nvPr/>
        </p:nvSpPr>
        <p:spPr>
          <a:xfrm>
            <a:off x="10602000" y="54216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6" name=""/>
          <p:cNvSpPr/>
          <p:nvPr/>
        </p:nvSpPr>
        <p:spPr>
          <a:xfrm>
            <a:off x="8226360" y="56293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7" name=""/>
          <p:cNvSpPr/>
          <p:nvPr/>
        </p:nvSpPr>
        <p:spPr>
          <a:xfrm>
            <a:off x="8226360" y="56293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8" name=""/>
          <p:cNvSpPr/>
          <p:nvPr/>
        </p:nvSpPr>
        <p:spPr>
          <a:xfrm>
            <a:off x="10053720" y="5565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9" name=""/>
          <p:cNvSpPr/>
          <p:nvPr/>
        </p:nvSpPr>
        <p:spPr>
          <a:xfrm>
            <a:off x="10053720" y="5565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0" name=""/>
          <p:cNvSpPr/>
          <p:nvPr/>
        </p:nvSpPr>
        <p:spPr>
          <a:xfrm>
            <a:off x="8774640" y="57992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1" name=""/>
          <p:cNvSpPr/>
          <p:nvPr/>
        </p:nvSpPr>
        <p:spPr>
          <a:xfrm>
            <a:off x="8774640" y="57992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2" name=""/>
          <p:cNvSpPr/>
          <p:nvPr/>
        </p:nvSpPr>
        <p:spPr>
          <a:xfrm>
            <a:off x="7860960" y="56782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3" name=""/>
          <p:cNvSpPr/>
          <p:nvPr/>
        </p:nvSpPr>
        <p:spPr>
          <a:xfrm>
            <a:off x="7860960" y="56782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4" name=""/>
          <p:cNvSpPr/>
          <p:nvPr/>
        </p:nvSpPr>
        <p:spPr>
          <a:xfrm>
            <a:off x="10419120" y="5486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795" name=""/>
          <p:cNvSpPr/>
          <p:nvPr/>
        </p:nvSpPr>
        <p:spPr>
          <a:xfrm>
            <a:off x="10419120" y="5486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6" name=""/>
          <p:cNvSpPr/>
          <p:nvPr/>
        </p:nvSpPr>
        <p:spPr>
          <a:xfrm>
            <a:off x="8226360" y="5758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7" name=""/>
          <p:cNvSpPr/>
          <p:nvPr/>
        </p:nvSpPr>
        <p:spPr>
          <a:xfrm>
            <a:off x="8226360" y="5758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8" name=""/>
          <p:cNvSpPr/>
          <p:nvPr/>
        </p:nvSpPr>
        <p:spPr>
          <a:xfrm>
            <a:off x="9688320" y="56433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9" name=""/>
          <p:cNvSpPr/>
          <p:nvPr/>
        </p:nvSpPr>
        <p:spPr>
          <a:xfrm>
            <a:off x="9688320" y="56433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0" name=""/>
          <p:cNvSpPr/>
          <p:nvPr/>
        </p:nvSpPr>
        <p:spPr>
          <a:xfrm>
            <a:off x="9505440" y="57031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1" name=""/>
          <p:cNvSpPr/>
          <p:nvPr/>
        </p:nvSpPr>
        <p:spPr>
          <a:xfrm>
            <a:off x="9505440" y="57031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2" name=""/>
          <p:cNvSpPr/>
          <p:nvPr/>
        </p:nvSpPr>
        <p:spPr>
          <a:xfrm>
            <a:off x="9322560" y="50907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3" name=""/>
          <p:cNvSpPr/>
          <p:nvPr/>
        </p:nvSpPr>
        <p:spPr>
          <a:xfrm>
            <a:off x="9322560" y="50907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4" name=""/>
          <p:cNvSpPr/>
          <p:nvPr/>
        </p:nvSpPr>
        <p:spPr>
          <a:xfrm>
            <a:off x="10236240" y="51721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805" name=""/>
          <p:cNvSpPr/>
          <p:nvPr/>
        </p:nvSpPr>
        <p:spPr>
          <a:xfrm>
            <a:off x="10236240" y="51721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6" name=""/>
          <p:cNvSpPr/>
          <p:nvPr/>
        </p:nvSpPr>
        <p:spPr>
          <a:xfrm>
            <a:off x="10053720" y="58564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7" name=""/>
          <p:cNvSpPr/>
          <p:nvPr/>
        </p:nvSpPr>
        <p:spPr>
          <a:xfrm>
            <a:off x="10053720" y="58564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8" name=""/>
          <p:cNvSpPr/>
          <p:nvPr/>
        </p:nvSpPr>
        <p:spPr>
          <a:xfrm>
            <a:off x="10602000" y="5486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809" name=""/>
          <p:cNvSpPr/>
          <p:nvPr/>
        </p:nvSpPr>
        <p:spPr>
          <a:xfrm>
            <a:off x="10602000" y="5486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0" name=""/>
          <p:cNvSpPr/>
          <p:nvPr/>
        </p:nvSpPr>
        <p:spPr>
          <a:xfrm>
            <a:off x="9140040" y="5628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1" name=""/>
          <p:cNvSpPr/>
          <p:nvPr/>
        </p:nvSpPr>
        <p:spPr>
          <a:xfrm>
            <a:off x="9140040" y="5628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2" name=""/>
          <p:cNvSpPr/>
          <p:nvPr/>
        </p:nvSpPr>
        <p:spPr>
          <a:xfrm>
            <a:off x="9322560" y="55724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3" name=""/>
          <p:cNvSpPr/>
          <p:nvPr/>
        </p:nvSpPr>
        <p:spPr>
          <a:xfrm>
            <a:off x="9322560" y="55724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4" name=""/>
          <p:cNvSpPr/>
          <p:nvPr/>
        </p:nvSpPr>
        <p:spPr>
          <a:xfrm>
            <a:off x="7312680" y="51379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5" name=""/>
          <p:cNvSpPr/>
          <p:nvPr/>
        </p:nvSpPr>
        <p:spPr>
          <a:xfrm>
            <a:off x="7312680" y="51379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6" name=""/>
          <p:cNvSpPr/>
          <p:nvPr/>
        </p:nvSpPr>
        <p:spPr>
          <a:xfrm>
            <a:off x="10236240" y="50238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817" name=""/>
          <p:cNvSpPr/>
          <p:nvPr/>
        </p:nvSpPr>
        <p:spPr>
          <a:xfrm>
            <a:off x="10236240" y="50238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8" name=""/>
          <p:cNvSpPr/>
          <p:nvPr/>
        </p:nvSpPr>
        <p:spPr>
          <a:xfrm>
            <a:off x="10419120" y="5150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819" name=""/>
          <p:cNvSpPr/>
          <p:nvPr/>
        </p:nvSpPr>
        <p:spPr>
          <a:xfrm>
            <a:off x="10419120" y="5150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0" name=""/>
          <p:cNvSpPr/>
          <p:nvPr/>
        </p:nvSpPr>
        <p:spPr>
          <a:xfrm>
            <a:off x="7312680" y="48225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1" name=""/>
          <p:cNvSpPr/>
          <p:nvPr/>
        </p:nvSpPr>
        <p:spPr>
          <a:xfrm>
            <a:off x="7312680" y="48225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2" name=""/>
          <p:cNvSpPr/>
          <p:nvPr/>
        </p:nvSpPr>
        <p:spPr>
          <a:xfrm>
            <a:off x="10419120" y="5808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823" name=""/>
          <p:cNvSpPr/>
          <p:nvPr/>
        </p:nvSpPr>
        <p:spPr>
          <a:xfrm>
            <a:off x="10419120" y="5808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4" name=""/>
          <p:cNvSpPr/>
          <p:nvPr/>
        </p:nvSpPr>
        <p:spPr>
          <a:xfrm>
            <a:off x="10236240" y="57430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825" name=""/>
          <p:cNvSpPr/>
          <p:nvPr/>
        </p:nvSpPr>
        <p:spPr>
          <a:xfrm>
            <a:off x="10236240" y="57430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6" name=""/>
          <p:cNvSpPr/>
          <p:nvPr/>
        </p:nvSpPr>
        <p:spPr>
          <a:xfrm>
            <a:off x="8226360" y="5758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7" name=""/>
          <p:cNvSpPr/>
          <p:nvPr/>
        </p:nvSpPr>
        <p:spPr>
          <a:xfrm>
            <a:off x="8226360" y="5758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8" name=""/>
          <p:cNvSpPr/>
          <p:nvPr/>
        </p:nvSpPr>
        <p:spPr>
          <a:xfrm>
            <a:off x="10602000" y="54334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829" name=""/>
          <p:cNvSpPr/>
          <p:nvPr/>
        </p:nvSpPr>
        <p:spPr>
          <a:xfrm>
            <a:off x="10602000" y="54334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0" name=""/>
          <p:cNvSpPr/>
          <p:nvPr/>
        </p:nvSpPr>
        <p:spPr>
          <a:xfrm>
            <a:off x="10053720" y="56361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1" name=""/>
          <p:cNvSpPr/>
          <p:nvPr/>
        </p:nvSpPr>
        <p:spPr>
          <a:xfrm>
            <a:off x="10053720" y="56361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2" name=""/>
          <p:cNvSpPr/>
          <p:nvPr/>
        </p:nvSpPr>
        <p:spPr>
          <a:xfrm>
            <a:off x="10419120" y="5808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833" name=""/>
          <p:cNvSpPr/>
          <p:nvPr/>
        </p:nvSpPr>
        <p:spPr>
          <a:xfrm>
            <a:off x="10419120" y="5808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4" name=""/>
          <p:cNvSpPr/>
          <p:nvPr/>
        </p:nvSpPr>
        <p:spPr>
          <a:xfrm>
            <a:off x="7312680" y="56818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5" name=""/>
          <p:cNvSpPr/>
          <p:nvPr/>
        </p:nvSpPr>
        <p:spPr>
          <a:xfrm>
            <a:off x="7312680" y="56818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6" name=""/>
          <p:cNvSpPr/>
          <p:nvPr/>
        </p:nvSpPr>
        <p:spPr>
          <a:xfrm>
            <a:off x="8226360" y="51584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7" name=""/>
          <p:cNvSpPr/>
          <p:nvPr/>
        </p:nvSpPr>
        <p:spPr>
          <a:xfrm>
            <a:off x="8226360" y="51584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8" name=""/>
          <p:cNvSpPr/>
          <p:nvPr/>
        </p:nvSpPr>
        <p:spPr>
          <a:xfrm>
            <a:off x="10784520" y="50932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839" name=""/>
          <p:cNvSpPr/>
          <p:nvPr/>
        </p:nvSpPr>
        <p:spPr>
          <a:xfrm>
            <a:off x="10784520" y="50932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0" name=""/>
          <p:cNvSpPr/>
          <p:nvPr/>
        </p:nvSpPr>
        <p:spPr>
          <a:xfrm>
            <a:off x="9870840" y="53809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1" name=""/>
          <p:cNvSpPr/>
          <p:nvPr/>
        </p:nvSpPr>
        <p:spPr>
          <a:xfrm>
            <a:off x="9870840" y="53809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2" name=""/>
          <p:cNvSpPr/>
          <p:nvPr/>
        </p:nvSpPr>
        <p:spPr>
          <a:xfrm>
            <a:off x="7678080" y="53409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3" name=""/>
          <p:cNvSpPr/>
          <p:nvPr/>
        </p:nvSpPr>
        <p:spPr>
          <a:xfrm>
            <a:off x="7678080" y="53409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4" name=""/>
          <p:cNvSpPr/>
          <p:nvPr/>
        </p:nvSpPr>
        <p:spPr>
          <a:xfrm>
            <a:off x="9505440" y="55936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5" name=""/>
          <p:cNvSpPr/>
          <p:nvPr/>
        </p:nvSpPr>
        <p:spPr>
          <a:xfrm>
            <a:off x="9505440" y="55936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6" name=""/>
          <p:cNvSpPr/>
          <p:nvPr/>
        </p:nvSpPr>
        <p:spPr>
          <a:xfrm>
            <a:off x="7860960" y="55083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7" name=""/>
          <p:cNvSpPr/>
          <p:nvPr/>
        </p:nvSpPr>
        <p:spPr>
          <a:xfrm>
            <a:off x="7860960" y="55083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8" name=""/>
          <p:cNvSpPr/>
          <p:nvPr/>
        </p:nvSpPr>
        <p:spPr>
          <a:xfrm>
            <a:off x="10602000" y="53352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849" name=""/>
          <p:cNvSpPr/>
          <p:nvPr/>
        </p:nvSpPr>
        <p:spPr>
          <a:xfrm>
            <a:off x="10602000" y="53352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0" name=""/>
          <p:cNvSpPr/>
          <p:nvPr/>
        </p:nvSpPr>
        <p:spPr>
          <a:xfrm>
            <a:off x="8043480" y="54684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1" name=""/>
          <p:cNvSpPr/>
          <p:nvPr/>
        </p:nvSpPr>
        <p:spPr>
          <a:xfrm>
            <a:off x="8043480" y="54684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2" name=""/>
          <p:cNvSpPr/>
          <p:nvPr/>
        </p:nvSpPr>
        <p:spPr>
          <a:xfrm>
            <a:off x="8774640" y="55746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3" name=""/>
          <p:cNvSpPr/>
          <p:nvPr/>
        </p:nvSpPr>
        <p:spPr>
          <a:xfrm>
            <a:off x="8774640" y="55746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4" name=""/>
          <p:cNvSpPr/>
          <p:nvPr/>
        </p:nvSpPr>
        <p:spPr>
          <a:xfrm>
            <a:off x="8957160" y="50565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5" name=""/>
          <p:cNvSpPr/>
          <p:nvPr/>
        </p:nvSpPr>
        <p:spPr>
          <a:xfrm>
            <a:off x="8957160" y="50565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6" name=""/>
          <p:cNvSpPr/>
          <p:nvPr/>
        </p:nvSpPr>
        <p:spPr>
          <a:xfrm>
            <a:off x="9688320" y="55774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7" name=""/>
          <p:cNvSpPr/>
          <p:nvPr/>
        </p:nvSpPr>
        <p:spPr>
          <a:xfrm>
            <a:off x="9688320" y="55774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8" name=""/>
          <p:cNvSpPr/>
          <p:nvPr/>
        </p:nvSpPr>
        <p:spPr>
          <a:xfrm>
            <a:off x="9688320" y="53053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9" name=""/>
          <p:cNvSpPr/>
          <p:nvPr/>
        </p:nvSpPr>
        <p:spPr>
          <a:xfrm>
            <a:off x="9688320" y="53053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0" name=""/>
          <p:cNvSpPr/>
          <p:nvPr/>
        </p:nvSpPr>
        <p:spPr>
          <a:xfrm>
            <a:off x="7312680" y="5700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1" name=""/>
          <p:cNvSpPr/>
          <p:nvPr/>
        </p:nvSpPr>
        <p:spPr>
          <a:xfrm>
            <a:off x="7312680" y="5700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2" name=""/>
          <p:cNvSpPr/>
          <p:nvPr/>
        </p:nvSpPr>
        <p:spPr>
          <a:xfrm>
            <a:off x="10236240" y="52754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863" name=""/>
          <p:cNvSpPr/>
          <p:nvPr/>
        </p:nvSpPr>
        <p:spPr>
          <a:xfrm>
            <a:off x="10236240" y="52754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4" name=""/>
          <p:cNvSpPr/>
          <p:nvPr/>
        </p:nvSpPr>
        <p:spPr>
          <a:xfrm>
            <a:off x="10419120" y="5432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865" name=""/>
          <p:cNvSpPr/>
          <p:nvPr/>
        </p:nvSpPr>
        <p:spPr>
          <a:xfrm>
            <a:off x="10419120" y="5432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6" name=""/>
          <p:cNvSpPr/>
          <p:nvPr/>
        </p:nvSpPr>
        <p:spPr>
          <a:xfrm>
            <a:off x="9140040" y="5410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7" name=""/>
          <p:cNvSpPr/>
          <p:nvPr/>
        </p:nvSpPr>
        <p:spPr>
          <a:xfrm>
            <a:off x="9140040" y="5410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8" name=""/>
          <p:cNvSpPr/>
          <p:nvPr/>
        </p:nvSpPr>
        <p:spPr>
          <a:xfrm>
            <a:off x="6764400" y="5230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7DAAD0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9" name=""/>
          <p:cNvSpPr/>
          <p:nvPr/>
        </p:nvSpPr>
        <p:spPr>
          <a:xfrm>
            <a:off x="6764400" y="5230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7DAAD0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0" name=""/>
          <p:cNvSpPr/>
          <p:nvPr/>
        </p:nvSpPr>
        <p:spPr>
          <a:xfrm>
            <a:off x="6764400" y="5542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7DAAD0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1" name=""/>
          <p:cNvSpPr/>
          <p:nvPr/>
        </p:nvSpPr>
        <p:spPr>
          <a:xfrm>
            <a:off x="6764400" y="5542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7DAAD0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2" name=""/>
          <p:cNvSpPr/>
          <p:nvPr/>
        </p:nvSpPr>
        <p:spPr>
          <a:xfrm>
            <a:off x="10602000" y="55742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873" name=""/>
          <p:cNvSpPr/>
          <p:nvPr/>
        </p:nvSpPr>
        <p:spPr>
          <a:xfrm>
            <a:off x="10602000" y="55742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4" name=""/>
          <p:cNvSpPr/>
          <p:nvPr/>
        </p:nvSpPr>
        <p:spPr>
          <a:xfrm>
            <a:off x="10236240" y="50976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875" name=""/>
          <p:cNvSpPr/>
          <p:nvPr/>
        </p:nvSpPr>
        <p:spPr>
          <a:xfrm>
            <a:off x="10236240" y="50976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6" name=""/>
          <p:cNvSpPr/>
          <p:nvPr/>
        </p:nvSpPr>
        <p:spPr>
          <a:xfrm>
            <a:off x="6764400" y="5169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7DAAD0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7" name=""/>
          <p:cNvSpPr/>
          <p:nvPr/>
        </p:nvSpPr>
        <p:spPr>
          <a:xfrm>
            <a:off x="6764400" y="5169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7DAAD0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8" name=""/>
          <p:cNvSpPr/>
          <p:nvPr/>
        </p:nvSpPr>
        <p:spPr>
          <a:xfrm>
            <a:off x="10236240" y="51742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879" name=""/>
          <p:cNvSpPr/>
          <p:nvPr/>
        </p:nvSpPr>
        <p:spPr>
          <a:xfrm>
            <a:off x="10236240" y="51742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0" name=""/>
          <p:cNvSpPr/>
          <p:nvPr/>
        </p:nvSpPr>
        <p:spPr>
          <a:xfrm>
            <a:off x="8591760" y="49417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1" name=""/>
          <p:cNvSpPr/>
          <p:nvPr/>
        </p:nvSpPr>
        <p:spPr>
          <a:xfrm>
            <a:off x="8591760" y="49417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2" name=""/>
          <p:cNvSpPr/>
          <p:nvPr/>
        </p:nvSpPr>
        <p:spPr>
          <a:xfrm>
            <a:off x="10053720" y="57380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3" name=""/>
          <p:cNvSpPr/>
          <p:nvPr/>
        </p:nvSpPr>
        <p:spPr>
          <a:xfrm>
            <a:off x="10053720" y="57380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4" name=""/>
          <p:cNvSpPr/>
          <p:nvPr/>
        </p:nvSpPr>
        <p:spPr>
          <a:xfrm>
            <a:off x="9870840" y="53427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5" name=""/>
          <p:cNvSpPr/>
          <p:nvPr/>
        </p:nvSpPr>
        <p:spPr>
          <a:xfrm>
            <a:off x="9870840" y="53427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6" name=""/>
          <p:cNvSpPr/>
          <p:nvPr/>
        </p:nvSpPr>
        <p:spPr>
          <a:xfrm>
            <a:off x="9140040" y="55288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7" name=""/>
          <p:cNvSpPr/>
          <p:nvPr/>
        </p:nvSpPr>
        <p:spPr>
          <a:xfrm>
            <a:off x="9140040" y="55288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8" name=""/>
          <p:cNvSpPr/>
          <p:nvPr/>
        </p:nvSpPr>
        <p:spPr>
          <a:xfrm>
            <a:off x="9505440" y="51476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9" name=""/>
          <p:cNvSpPr/>
          <p:nvPr/>
        </p:nvSpPr>
        <p:spPr>
          <a:xfrm>
            <a:off x="9505440" y="51476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0" name=""/>
          <p:cNvSpPr/>
          <p:nvPr/>
        </p:nvSpPr>
        <p:spPr>
          <a:xfrm>
            <a:off x="10602000" y="5235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891" name=""/>
          <p:cNvSpPr/>
          <p:nvPr/>
        </p:nvSpPr>
        <p:spPr>
          <a:xfrm>
            <a:off x="10602000" y="5235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2" name=""/>
          <p:cNvSpPr/>
          <p:nvPr/>
        </p:nvSpPr>
        <p:spPr>
          <a:xfrm>
            <a:off x="9140040" y="5410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3" name=""/>
          <p:cNvSpPr/>
          <p:nvPr/>
        </p:nvSpPr>
        <p:spPr>
          <a:xfrm>
            <a:off x="9140040" y="5410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4" name=""/>
          <p:cNvSpPr/>
          <p:nvPr/>
        </p:nvSpPr>
        <p:spPr>
          <a:xfrm>
            <a:off x="9505440" y="56833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5" name=""/>
          <p:cNvSpPr/>
          <p:nvPr/>
        </p:nvSpPr>
        <p:spPr>
          <a:xfrm>
            <a:off x="9505440" y="56833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6" name=""/>
          <p:cNvSpPr/>
          <p:nvPr/>
        </p:nvSpPr>
        <p:spPr>
          <a:xfrm>
            <a:off x="8774640" y="55749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7" name=""/>
          <p:cNvSpPr/>
          <p:nvPr/>
        </p:nvSpPr>
        <p:spPr>
          <a:xfrm>
            <a:off x="8774640" y="55749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8" name=""/>
          <p:cNvSpPr/>
          <p:nvPr/>
        </p:nvSpPr>
        <p:spPr>
          <a:xfrm>
            <a:off x="7495200" y="53600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9" name=""/>
          <p:cNvSpPr/>
          <p:nvPr/>
        </p:nvSpPr>
        <p:spPr>
          <a:xfrm>
            <a:off x="7495200" y="53600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0" name=""/>
          <p:cNvSpPr/>
          <p:nvPr/>
        </p:nvSpPr>
        <p:spPr>
          <a:xfrm>
            <a:off x="10602000" y="53503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01" name=""/>
          <p:cNvSpPr/>
          <p:nvPr/>
        </p:nvSpPr>
        <p:spPr>
          <a:xfrm>
            <a:off x="10602000" y="53503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2" name=""/>
          <p:cNvSpPr/>
          <p:nvPr/>
        </p:nvSpPr>
        <p:spPr>
          <a:xfrm>
            <a:off x="10602000" y="58190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03" name=""/>
          <p:cNvSpPr/>
          <p:nvPr/>
        </p:nvSpPr>
        <p:spPr>
          <a:xfrm>
            <a:off x="10602000" y="58190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4" name=""/>
          <p:cNvSpPr/>
          <p:nvPr/>
        </p:nvSpPr>
        <p:spPr>
          <a:xfrm>
            <a:off x="9322560" y="55022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5" name=""/>
          <p:cNvSpPr/>
          <p:nvPr/>
        </p:nvSpPr>
        <p:spPr>
          <a:xfrm>
            <a:off x="9322560" y="55022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6" name=""/>
          <p:cNvSpPr/>
          <p:nvPr/>
        </p:nvSpPr>
        <p:spPr>
          <a:xfrm>
            <a:off x="10784520" y="56545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07" name=""/>
          <p:cNvSpPr/>
          <p:nvPr/>
        </p:nvSpPr>
        <p:spPr>
          <a:xfrm>
            <a:off x="10784520" y="56545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8" name=""/>
          <p:cNvSpPr/>
          <p:nvPr/>
        </p:nvSpPr>
        <p:spPr>
          <a:xfrm>
            <a:off x="8591760" y="5623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9" name=""/>
          <p:cNvSpPr/>
          <p:nvPr/>
        </p:nvSpPr>
        <p:spPr>
          <a:xfrm>
            <a:off x="8591760" y="5623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0" name=""/>
          <p:cNvSpPr/>
          <p:nvPr/>
        </p:nvSpPr>
        <p:spPr>
          <a:xfrm>
            <a:off x="10236240" y="58114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11" name=""/>
          <p:cNvSpPr/>
          <p:nvPr/>
        </p:nvSpPr>
        <p:spPr>
          <a:xfrm>
            <a:off x="10236240" y="58114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2" name=""/>
          <p:cNvSpPr/>
          <p:nvPr/>
        </p:nvSpPr>
        <p:spPr>
          <a:xfrm>
            <a:off x="10053720" y="57466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3" name=""/>
          <p:cNvSpPr/>
          <p:nvPr/>
        </p:nvSpPr>
        <p:spPr>
          <a:xfrm>
            <a:off x="10053720" y="57466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4" name=""/>
          <p:cNvSpPr/>
          <p:nvPr/>
        </p:nvSpPr>
        <p:spPr>
          <a:xfrm>
            <a:off x="10236240" y="55706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15" name=""/>
          <p:cNvSpPr/>
          <p:nvPr/>
        </p:nvSpPr>
        <p:spPr>
          <a:xfrm>
            <a:off x="10236240" y="55706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6" name=""/>
          <p:cNvSpPr/>
          <p:nvPr/>
        </p:nvSpPr>
        <p:spPr>
          <a:xfrm>
            <a:off x="10053720" y="53823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7" name=""/>
          <p:cNvSpPr/>
          <p:nvPr/>
        </p:nvSpPr>
        <p:spPr>
          <a:xfrm>
            <a:off x="10053720" y="53823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8" name=""/>
          <p:cNvSpPr/>
          <p:nvPr/>
        </p:nvSpPr>
        <p:spPr>
          <a:xfrm>
            <a:off x="8409240" y="5090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9" name=""/>
          <p:cNvSpPr/>
          <p:nvPr/>
        </p:nvSpPr>
        <p:spPr>
          <a:xfrm>
            <a:off x="8409240" y="5090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0" name=""/>
          <p:cNvSpPr/>
          <p:nvPr/>
        </p:nvSpPr>
        <p:spPr>
          <a:xfrm>
            <a:off x="7312680" y="5511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1" name=""/>
          <p:cNvSpPr/>
          <p:nvPr/>
        </p:nvSpPr>
        <p:spPr>
          <a:xfrm>
            <a:off x="7312680" y="5511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2" name=""/>
          <p:cNvSpPr/>
          <p:nvPr/>
        </p:nvSpPr>
        <p:spPr>
          <a:xfrm>
            <a:off x="7860960" y="5396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3" name=""/>
          <p:cNvSpPr/>
          <p:nvPr/>
        </p:nvSpPr>
        <p:spPr>
          <a:xfrm>
            <a:off x="7860960" y="5396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4" name=""/>
          <p:cNvSpPr/>
          <p:nvPr/>
        </p:nvSpPr>
        <p:spPr>
          <a:xfrm>
            <a:off x="10419120" y="56404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25" name=""/>
          <p:cNvSpPr/>
          <p:nvPr/>
        </p:nvSpPr>
        <p:spPr>
          <a:xfrm>
            <a:off x="10419120" y="56404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6" name=""/>
          <p:cNvSpPr/>
          <p:nvPr/>
        </p:nvSpPr>
        <p:spPr>
          <a:xfrm>
            <a:off x="10419120" y="50990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27" name=""/>
          <p:cNvSpPr/>
          <p:nvPr/>
        </p:nvSpPr>
        <p:spPr>
          <a:xfrm>
            <a:off x="10419120" y="50990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8" name=""/>
          <p:cNvSpPr/>
          <p:nvPr/>
        </p:nvSpPr>
        <p:spPr>
          <a:xfrm>
            <a:off x="9505440" y="53805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9" name=""/>
          <p:cNvSpPr/>
          <p:nvPr/>
        </p:nvSpPr>
        <p:spPr>
          <a:xfrm>
            <a:off x="9505440" y="53805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0" name=""/>
          <p:cNvSpPr/>
          <p:nvPr/>
        </p:nvSpPr>
        <p:spPr>
          <a:xfrm>
            <a:off x="10784520" y="55526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31" name=""/>
          <p:cNvSpPr/>
          <p:nvPr/>
        </p:nvSpPr>
        <p:spPr>
          <a:xfrm>
            <a:off x="10784520" y="55526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2" name=""/>
          <p:cNvSpPr/>
          <p:nvPr/>
        </p:nvSpPr>
        <p:spPr>
          <a:xfrm>
            <a:off x="10053720" y="55141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3" name=""/>
          <p:cNvSpPr/>
          <p:nvPr/>
        </p:nvSpPr>
        <p:spPr>
          <a:xfrm>
            <a:off x="10053720" y="55141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4" name=""/>
          <p:cNvSpPr/>
          <p:nvPr/>
        </p:nvSpPr>
        <p:spPr>
          <a:xfrm>
            <a:off x="10784520" y="51012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35" name=""/>
          <p:cNvSpPr/>
          <p:nvPr/>
        </p:nvSpPr>
        <p:spPr>
          <a:xfrm>
            <a:off x="10784520" y="51012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6" name=""/>
          <p:cNvSpPr/>
          <p:nvPr/>
        </p:nvSpPr>
        <p:spPr>
          <a:xfrm>
            <a:off x="7860960" y="51494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7" name=""/>
          <p:cNvSpPr/>
          <p:nvPr/>
        </p:nvSpPr>
        <p:spPr>
          <a:xfrm>
            <a:off x="7860960" y="51494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8" name=""/>
          <p:cNvSpPr/>
          <p:nvPr/>
        </p:nvSpPr>
        <p:spPr>
          <a:xfrm>
            <a:off x="6581520" y="51951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6C98C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39" name=""/>
          <p:cNvSpPr/>
          <p:nvPr/>
        </p:nvSpPr>
        <p:spPr>
          <a:xfrm>
            <a:off x="6581520" y="51951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6C98C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0" name=""/>
          <p:cNvSpPr/>
          <p:nvPr/>
        </p:nvSpPr>
        <p:spPr>
          <a:xfrm>
            <a:off x="10053720" y="54853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1" name=""/>
          <p:cNvSpPr/>
          <p:nvPr/>
        </p:nvSpPr>
        <p:spPr>
          <a:xfrm>
            <a:off x="10053720" y="54853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2" name=""/>
          <p:cNvSpPr/>
          <p:nvPr/>
        </p:nvSpPr>
        <p:spPr>
          <a:xfrm>
            <a:off x="10784520" y="56728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43" name=""/>
          <p:cNvSpPr/>
          <p:nvPr/>
        </p:nvSpPr>
        <p:spPr>
          <a:xfrm>
            <a:off x="10784520" y="56728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4" name=""/>
          <p:cNvSpPr/>
          <p:nvPr/>
        </p:nvSpPr>
        <p:spPr>
          <a:xfrm>
            <a:off x="8226360" y="49428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5" name=""/>
          <p:cNvSpPr/>
          <p:nvPr/>
        </p:nvSpPr>
        <p:spPr>
          <a:xfrm>
            <a:off x="8226360" y="49428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6" name=""/>
          <p:cNvSpPr/>
          <p:nvPr/>
        </p:nvSpPr>
        <p:spPr>
          <a:xfrm>
            <a:off x="9322560" y="55134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7" name=""/>
          <p:cNvSpPr/>
          <p:nvPr/>
        </p:nvSpPr>
        <p:spPr>
          <a:xfrm>
            <a:off x="9322560" y="55134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8" name=""/>
          <p:cNvSpPr/>
          <p:nvPr/>
        </p:nvSpPr>
        <p:spPr>
          <a:xfrm>
            <a:off x="8591760" y="50785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9" name=""/>
          <p:cNvSpPr/>
          <p:nvPr/>
        </p:nvSpPr>
        <p:spPr>
          <a:xfrm>
            <a:off x="8591760" y="50785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0" name=""/>
          <p:cNvSpPr/>
          <p:nvPr/>
        </p:nvSpPr>
        <p:spPr>
          <a:xfrm>
            <a:off x="10602000" y="54475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51" name=""/>
          <p:cNvSpPr/>
          <p:nvPr/>
        </p:nvSpPr>
        <p:spPr>
          <a:xfrm>
            <a:off x="10602000" y="54475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2" name=""/>
          <p:cNvSpPr/>
          <p:nvPr/>
        </p:nvSpPr>
        <p:spPr>
          <a:xfrm>
            <a:off x="10602000" y="5664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53" name=""/>
          <p:cNvSpPr/>
          <p:nvPr/>
        </p:nvSpPr>
        <p:spPr>
          <a:xfrm>
            <a:off x="10602000" y="5664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4" name=""/>
          <p:cNvSpPr/>
          <p:nvPr/>
        </p:nvSpPr>
        <p:spPr>
          <a:xfrm>
            <a:off x="10053720" y="52538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5" name=""/>
          <p:cNvSpPr/>
          <p:nvPr/>
        </p:nvSpPr>
        <p:spPr>
          <a:xfrm>
            <a:off x="10053720" y="52538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6" name=""/>
          <p:cNvSpPr/>
          <p:nvPr/>
        </p:nvSpPr>
        <p:spPr>
          <a:xfrm>
            <a:off x="10419120" y="51498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57" name=""/>
          <p:cNvSpPr/>
          <p:nvPr/>
        </p:nvSpPr>
        <p:spPr>
          <a:xfrm>
            <a:off x="10419120" y="51498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8" name=""/>
          <p:cNvSpPr/>
          <p:nvPr/>
        </p:nvSpPr>
        <p:spPr>
          <a:xfrm>
            <a:off x="10419120" y="54464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59" name=""/>
          <p:cNvSpPr/>
          <p:nvPr/>
        </p:nvSpPr>
        <p:spPr>
          <a:xfrm>
            <a:off x="10419120" y="54464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0" name=""/>
          <p:cNvSpPr/>
          <p:nvPr/>
        </p:nvSpPr>
        <p:spPr>
          <a:xfrm>
            <a:off x="9688320" y="5243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1" name=""/>
          <p:cNvSpPr/>
          <p:nvPr/>
        </p:nvSpPr>
        <p:spPr>
          <a:xfrm>
            <a:off x="9688320" y="5243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2" name=""/>
          <p:cNvSpPr/>
          <p:nvPr/>
        </p:nvSpPr>
        <p:spPr>
          <a:xfrm>
            <a:off x="10236240" y="52315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63" name=""/>
          <p:cNvSpPr/>
          <p:nvPr/>
        </p:nvSpPr>
        <p:spPr>
          <a:xfrm>
            <a:off x="10236240" y="52315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4" name=""/>
          <p:cNvSpPr/>
          <p:nvPr/>
        </p:nvSpPr>
        <p:spPr>
          <a:xfrm>
            <a:off x="8591760" y="56750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5" name=""/>
          <p:cNvSpPr/>
          <p:nvPr/>
        </p:nvSpPr>
        <p:spPr>
          <a:xfrm>
            <a:off x="8591760" y="56750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6" name=""/>
          <p:cNvSpPr/>
          <p:nvPr/>
        </p:nvSpPr>
        <p:spPr>
          <a:xfrm>
            <a:off x="10236240" y="53506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67" name=""/>
          <p:cNvSpPr/>
          <p:nvPr/>
        </p:nvSpPr>
        <p:spPr>
          <a:xfrm>
            <a:off x="10236240" y="53506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8" name=""/>
          <p:cNvSpPr/>
          <p:nvPr/>
        </p:nvSpPr>
        <p:spPr>
          <a:xfrm>
            <a:off x="9322560" y="56782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9" name=""/>
          <p:cNvSpPr/>
          <p:nvPr/>
        </p:nvSpPr>
        <p:spPr>
          <a:xfrm>
            <a:off x="9322560" y="56782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0" name=""/>
          <p:cNvSpPr/>
          <p:nvPr/>
        </p:nvSpPr>
        <p:spPr>
          <a:xfrm>
            <a:off x="10419120" y="52196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71" name=""/>
          <p:cNvSpPr/>
          <p:nvPr/>
        </p:nvSpPr>
        <p:spPr>
          <a:xfrm>
            <a:off x="10419120" y="52196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2" name=""/>
          <p:cNvSpPr/>
          <p:nvPr/>
        </p:nvSpPr>
        <p:spPr>
          <a:xfrm>
            <a:off x="6581520" y="49406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6C98C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73" name=""/>
          <p:cNvSpPr/>
          <p:nvPr/>
        </p:nvSpPr>
        <p:spPr>
          <a:xfrm>
            <a:off x="6581520" y="49406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6C98C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4" name=""/>
          <p:cNvSpPr/>
          <p:nvPr/>
        </p:nvSpPr>
        <p:spPr>
          <a:xfrm>
            <a:off x="8957160" y="54471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5" name=""/>
          <p:cNvSpPr/>
          <p:nvPr/>
        </p:nvSpPr>
        <p:spPr>
          <a:xfrm>
            <a:off x="8957160" y="54471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6" name=""/>
          <p:cNvSpPr/>
          <p:nvPr/>
        </p:nvSpPr>
        <p:spPr>
          <a:xfrm>
            <a:off x="8043480" y="49096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7" name=""/>
          <p:cNvSpPr/>
          <p:nvPr/>
        </p:nvSpPr>
        <p:spPr>
          <a:xfrm>
            <a:off x="8043480" y="49096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8" name=""/>
          <p:cNvSpPr/>
          <p:nvPr/>
        </p:nvSpPr>
        <p:spPr>
          <a:xfrm>
            <a:off x="6947280" y="5727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8EBCD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9" name=""/>
          <p:cNvSpPr/>
          <p:nvPr/>
        </p:nvSpPr>
        <p:spPr>
          <a:xfrm>
            <a:off x="6947280" y="5727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8EBCD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0" name=""/>
          <p:cNvSpPr/>
          <p:nvPr/>
        </p:nvSpPr>
        <p:spPr>
          <a:xfrm>
            <a:off x="8409240" y="57430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1" name=""/>
          <p:cNvSpPr/>
          <p:nvPr/>
        </p:nvSpPr>
        <p:spPr>
          <a:xfrm>
            <a:off x="8409240" y="57430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2" name=""/>
          <p:cNvSpPr/>
          <p:nvPr/>
        </p:nvSpPr>
        <p:spPr>
          <a:xfrm>
            <a:off x="9870840" y="53175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3" name=""/>
          <p:cNvSpPr/>
          <p:nvPr/>
        </p:nvSpPr>
        <p:spPr>
          <a:xfrm>
            <a:off x="9870840" y="53175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4" name=""/>
          <p:cNvSpPr/>
          <p:nvPr/>
        </p:nvSpPr>
        <p:spPr>
          <a:xfrm>
            <a:off x="10236240" y="53125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85" name=""/>
          <p:cNvSpPr/>
          <p:nvPr/>
        </p:nvSpPr>
        <p:spPr>
          <a:xfrm>
            <a:off x="10236240" y="53125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6" name=""/>
          <p:cNvSpPr/>
          <p:nvPr/>
        </p:nvSpPr>
        <p:spPr>
          <a:xfrm>
            <a:off x="7860960" y="57049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7" name=""/>
          <p:cNvSpPr/>
          <p:nvPr/>
        </p:nvSpPr>
        <p:spPr>
          <a:xfrm>
            <a:off x="7860960" y="57049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8" name=""/>
          <p:cNvSpPr/>
          <p:nvPr/>
        </p:nvSpPr>
        <p:spPr>
          <a:xfrm>
            <a:off x="10784520" y="58579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89" name=""/>
          <p:cNvSpPr/>
          <p:nvPr/>
        </p:nvSpPr>
        <p:spPr>
          <a:xfrm>
            <a:off x="10784520" y="58579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0" name=""/>
          <p:cNvSpPr/>
          <p:nvPr/>
        </p:nvSpPr>
        <p:spPr>
          <a:xfrm>
            <a:off x="6399000" y="58381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5986BD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91" name=""/>
          <p:cNvSpPr/>
          <p:nvPr/>
        </p:nvSpPr>
        <p:spPr>
          <a:xfrm>
            <a:off x="6399000" y="58381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5986BD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2" name=""/>
          <p:cNvSpPr/>
          <p:nvPr/>
        </p:nvSpPr>
        <p:spPr>
          <a:xfrm>
            <a:off x="10419120" y="52131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93" name=""/>
          <p:cNvSpPr/>
          <p:nvPr/>
        </p:nvSpPr>
        <p:spPr>
          <a:xfrm>
            <a:off x="10419120" y="52131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4" name=""/>
          <p:cNvSpPr/>
          <p:nvPr/>
        </p:nvSpPr>
        <p:spPr>
          <a:xfrm>
            <a:off x="10419120" y="5236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95" name=""/>
          <p:cNvSpPr/>
          <p:nvPr/>
        </p:nvSpPr>
        <p:spPr>
          <a:xfrm>
            <a:off x="10419120" y="5236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6" name=""/>
          <p:cNvSpPr/>
          <p:nvPr/>
        </p:nvSpPr>
        <p:spPr>
          <a:xfrm>
            <a:off x="10236240" y="55033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97" name=""/>
          <p:cNvSpPr/>
          <p:nvPr/>
        </p:nvSpPr>
        <p:spPr>
          <a:xfrm>
            <a:off x="10236240" y="55033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8" name=""/>
          <p:cNvSpPr/>
          <p:nvPr/>
        </p:nvSpPr>
        <p:spPr>
          <a:xfrm>
            <a:off x="10784520" y="54115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99" name=""/>
          <p:cNvSpPr/>
          <p:nvPr/>
        </p:nvSpPr>
        <p:spPr>
          <a:xfrm>
            <a:off x="10784520" y="54115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0" name=""/>
          <p:cNvSpPr/>
          <p:nvPr/>
        </p:nvSpPr>
        <p:spPr>
          <a:xfrm>
            <a:off x="10784520" y="57423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01" name=""/>
          <p:cNvSpPr/>
          <p:nvPr/>
        </p:nvSpPr>
        <p:spPr>
          <a:xfrm>
            <a:off x="10784520" y="57423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2" name=""/>
          <p:cNvSpPr/>
          <p:nvPr/>
        </p:nvSpPr>
        <p:spPr>
          <a:xfrm>
            <a:off x="10784520" y="53870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03" name=""/>
          <p:cNvSpPr/>
          <p:nvPr/>
        </p:nvSpPr>
        <p:spPr>
          <a:xfrm>
            <a:off x="10784520" y="53870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4" name=""/>
          <p:cNvSpPr/>
          <p:nvPr/>
        </p:nvSpPr>
        <p:spPr>
          <a:xfrm>
            <a:off x="10419120" y="50904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05" name=""/>
          <p:cNvSpPr/>
          <p:nvPr/>
        </p:nvSpPr>
        <p:spPr>
          <a:xfrm>
            <a:off x="10419120" y="50904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6" name=""/>
          <p:cNvSpPr/>
          <p:nvPr/>
        </p:nvSpPr>
        <p:spPr>
          <a:xfrm>
            <a:off x="10602000" y="55746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07" name=""/>
          <p:cNvSpPr/>
          <p:nvPr/>
        </p:nvSpPr>
        <p:spPr>
          <a:xfrm>
            <a:off x="10602000" y="55746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8" name=""/>
          <p:cNvSpPr/>
          <p:nvPr/>
        </p:nvSpPr>
        <p:spPr>
          <a:xfrm>
            <a:off x="9322560" y="56862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9" name=""/>
          <p:cNvSpPr/>
          <p:nvPr/>
        </p:nvSpPr>
        <p:spPr>
          <a:xfrm>
            <a:off x="9322560" y="56862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0" name=""/>
          <p:cNvSpPr/>
          <p:nvPr/>
        </p:nvSpPr>
        <p:spPr>
          <a:xfrm>
            <a:off x="7312680" y="54874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1" name=""/>
          <p:cNvSpPr/>
          <p:nvPr/>
        </p:nvSpPr>
        <p:spPr>
          <a:xfrm>
            <a:off x="7312680" y="54874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2" name=""/>
          <p:cNvSpPr/>
          <p:nvPr/>
        </p:nvSpPr>
        <p:spPr>
          <a:xfrm>
            <a:off x="9322560" y="55231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3" name=""/>
          <p:cNvSpPr/>
          <p:nvPr/>
        </p:nvSpPr>
        <p:spPr>
          <a:xfrm>
            <a:off x="9322560" y="55231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4" name=""/>
          <p:cNvSpPr/>
          <p:nvPr/>
        </p:nvSpPr>
        <p:spPr>
          <a:xfrm>
            <a:off x="10602000" y="55746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15" name=""/>
          <p:cNvSpPr/>
          <p:nvPr/>
        </p:nvSpPr>
        <p:spPr>
          <a:xfrm>
            <a:off x="10602000" y="55746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6" name=""/>
          <p:cNvSpPr/>
          <p:nvPr/>
        </p:nvSpPr>
        <p:spPr>
          <a:xfrm>
            <a:off x="10602000" y="55396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17" name=""/>
          <p:cNvSpPr/>
          <p:nvPr/>
        </p:nvSpPr>
        <p:spPr>
          <a:xfrm>
            <a:off x="10602000" y="55396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8" name=""/>
          <p:cNvSpPr/>
          <p:nvPr/>
        </p:nvSpPr>
        <p:spPr>
          <a:xfrm>
            <a:off x="9870840" y="55321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9" name=""/>
          <p:cNvSpPr/>
          <p:nvPr/>
        </p:nvSpPr>
        <p:spPr>
          <a:xfrm>
            <a:off x="9870840" y="55321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0" name=""/>
          <p:cNvSpPr/>
          <p:nvPr/>
        </p:nvSpPr>
        <p:spPr>
          <a:xfrm>
            <a:off x="10236240" y="56016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21" name=""/>
          <p:cNvSpPr/>
          <p:nvPr/>
        </p:nvSpPr>
        <p:spPr>
          <a:xfrm>
            <a:off x="10236240" y="56016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2" name=""/>
          <p:cNvSpPr/>
          <p:nvPr/>
        </p:nvSpPr>
        <p:spPr>
          <a:xfrm>
            <a:off x="7495200" y="53906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3" name=""/>
          <p:cNvSpPr/>
          <p:nvPr/>
        </p:nvSpPr>
        <p:spPr>
          <a:xfrm>
            <a:off x="7495200" y="53906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4" name=""/>
          <p:cNvSpPr/>
          <p:nvPr/>
        </p:nvSpPr>
        <p:spPr>
          <a:xfrm>
            <a:off x="9870840" y="51951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5" name=""/>
          <p:cNvSpPr/>
          <p:nvPr/>
        </p:nvSpPr>
        <p:spPr>
          <a:xfrm>
            <a:off x="9870840" y="51951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6" name=""/>
          <p:cNvSpPr/>
          <p:nvPr/>
        </p:nvSpPr>
        <p:spPr>
          <a:xfrm>
            <a:off x="10602000" y="5234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27" name=""/>
          <p:cNvSpPr/>
          <p:nvPr/>
        </p:nvSpPr>
        <p:spPr>
          <a:xfrm>
            <a:off x="10602000" y="5234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8" name=""/>
          <p:cNvSpPr/>
          <p:nvPr/>
        </p:nvSpPr>
        <p:spPr>
          <a:xfrm>
            <a:off x="10784520" y="52545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29" name=""/>
          <p:cNvSpPr/>
          <p:nvPr/>
        </p:nvSpPr>
        <p:spPr>
          <a:xfrm>
            <a:off x="10784520" y="52545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0" name=""/>
          <p:cNvSpPr/>
          <p:nvPr/>
        </p:nvSpPr>
        <p:spPr>
          <a:xfrm>
            <a:off x="9870840" y="53308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1" name=""/>
          <p:cNvSpPr/>
          <p:nvPr/>
        </p:nvSpPr>
        <p:spPr>
          <a:xfrm>
            <a:off x="9870840" y="53308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2" name=""/>
          <p:cNvSpPr/>
          <p:nvPr/>
        </p:nvSpPr>
        <p:spPr>
          <a:xfrm>
            <a:off x="9140040" y="53485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3" name=""/>
          <p:cNvSpPr/>
          <p:nvPr/>
        </p:nvSpPr>
        <p:spPr>
          <a:xfrm>
            <a:off x="9140040" y="53485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4" name=""/>
          <p:cNvSpPr/>
          <p:nvPr/>
        </p:nvSpPr>
        <p:spPr>
          <a:xfrm>
            <a:off x="8043480" y="5547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5" name=""/>
          <p:cNvSpPr/>
          <p:nvPr/>
        </p:nvSpPr>
        <p:spPr>
          <a:xfrm>
            <a:off x="8043480" y="5547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6" name=""/>
          <p:cNvSpPr/>
          <p:nvPr/>
        </p:nvSpPr>
        <p:spPr>
          <a:xfrm>
            <a:off x="8226360" y="56098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7" name=""/>
          <p:cNvSpPr/>
          <p:nvPr/>
        </p:nvSpPr>
        <p:spPr>
          <a:xfrm>
            <a:off x="8226360" y="56098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8" name=""/>
          <p:cNvSpPr/>
          <p:nvPr/>
        </p:nvSpPr>
        <p:spPr>
          <a:xfrm>
            <a:off x="10419120" y="52070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39" name=""/>
          <p:cNvSpPr/>
          <p:nvPr/>
        </p:nvSpPr>
        <p:spPr>
          <a:xfrm>
            <a:off x="10419120" y="52070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0" name=""/>
          <p:cNvSpPr/>
          <p:nvPr/>
        </p:nvSpPr>
        <p:spPr>
          <a:xfrm>
            <a:off x="10602000" y="5790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41" name=""/>
          <p:cNvSpPr/>
          <p:nvPr/>
        </p:nvSpPr>
        <p:spPr>
          <a:xfrm>
            <a:off x="10602000" y="5790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2" name=""/>
          <p:cNvSpPr/>
          <p:nvPr/>
        </p:nvSpPr>
        <p:spPr>
          <a:xfrm>
            <a:off x="10784520" y="57351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43" name=""/>
          <p:cNvSpPr/>
          <p:nvPr/>
        </p:nvSpPr>
        <p:spPr>
          <a:xfrm>
            <a:off x="10784520" y="57351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4" name=""/>
          <p:cNvSpPr/>
          <p:nvPr/>
        </p:nvSpPr>
        <p:spPr>
          <a:xfrm>
            <a:off x="10602000" y="56163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45" name=""/>
          <p:cNvSpPr/>
          <p:nvPr/>
        </p:nvSpPr>
        <p:spPr>
          <a:xfrm>
            <a:off x="10602000" y="56163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6" name=""/>
          <p:cNvSpPr/>
          <p:nvPr/>
        </p:nvSpPr>
        <p:spPr>
          <a:xfrm>
            <a:off x="10784520" y="52369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47" name=""/>
          <p:cNvSpPr/>
          <p:nvPr/>
        </p:nvSpPr>
        <p:spPr>
          <a:xfrm>
            <a:off x="10784520" y="52369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8" name=""/>
          <p:cNvSpPr/>
          <p:nvPr/>
        </p:nvSpPr>
        <p:spPr>
          <a:xfrm>
            <a:off x="8043480" y="4901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9" name=""/>
          <p:cNvSpPr/>
          <p:nvPr/>
        </p:nvSpPr>
        <p:spPr>
          <a:xfrm>
            <a:off x="8043480" y="4901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0" name=""/>
          <p:cNvSpPr/>
          <p:nvPr/>
        </p:nvSpPr>
        <p:spPr>
          <a:xfrm>
            <a:off x="9140040" y="5425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1" name=""/>
          <p:cNvSpPr/>
          <p:nvPr/>
        </p:nvSpPr>
        <p:spPr>
          <a:xfrm>
            <a:off x="9140040" y="5425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2" name=""/>
          <p:cNvSpPr/>
          <p:nvPr/>
        </p:nvSpPr>
        <p:spPr>
          <a:xfrm>
            <a:off x="10053720" y="57412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3" name=""/>
          <p:cNvSpPr/>
          <p:nvPr/>
        </p:nvSpPr>
        <p:spPr>
          <a:xfrm>
            <a:off x="10053720" y="57412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4" name=""/>
          <p:cNvSpPr/>
          <p:nvPr/>
        </p:nvSpPr>
        <p:spPr>
          <a:xfrm>
            <a:off x="10784520" y="57175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55" name=""/>
          <p:cNvSpPr/>
          <p:nvPr/>
        </p:nvSpPr>
        <p:spPr>
          <a:xfrm>
            <a:off x="10784520" y="57175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6" name=""/>
          <p:cNvSpPr/>
          <p:nvPr/>
        </p:nvSpPr>
        <p:spPr>
          <a:xfrm>
            <a:off x="8957160" y="57304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7" name=""/>
          <p:cNvSpPr/>
          <p:nvPr/>
        </p:nvSpPr>
        <p:spPr>
          <a:xfrm>
            <a:off x="8957160" y="57304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8" name=""/>
          <p:cNvSpPr/>
          <p:nvPr/>
        </p:nvSpPr>
        <p:spPr>
          <a:xfrm>
            <a:off x="10236240" y="52264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59" name=""/>
          <p:cNvSpPr/>
          <p:nvPr/>
        </p:nvSpPr>
        <p:spPr>
          <a:xfrm>
            <a:off x="10236240" y="52264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0" name=""/>
          <p:cNvSpPr/>
          <p:nvPr/>
        </p:nvSpPr>
        <p:spPr>
          <a:xfrm>
            <a:off x="9688320" y="5322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1" name=""/>
          <p:cNvSpPr/>
          <p:nvPr/>
        </p:nvSpPr>
        <p:spPr>
          <a:xfrm>
            <a:off x="9688320" y="5322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2" name=""/>
          <p:cNvSpPr/>
          <p:nvPr/>
        </p:nvSpPr>
        <p:spPr>
          <a:xfrm>
            <a:off x="8591760" y="52956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3" name=""/>
          <p:cNvSpPr/>
          <p:nvPr/>
        </p:nvSpPr>
        <p:spPr>
          <a:xfrm>
            <a:off x="8591760" y="52956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4" name=""/>
          <p:cNvSpPr/>
          <p:nvPr/>
        </p:nvSpPr>
        <p:spPr>
          <a:xfrm>
            <a:off x="8774640" y="54086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5" name=""/>
          <p:cNvSpPr/>
          <p:nvPr/>
        </p:nvSpPr>
        <p:spPr>
          <a:xfrm>
            <a:off x="8774640" y="54086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6" name=""/>
          <p:cNvSpPr/>
          <p:nvPr/>
        </p:nvSpPr>
        <p:spPr>
          <a:xfrm>
            <a:off x="10236240" y="51753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67" name=""/>
          <p:cNvSpPr/>
          <p:nvPr/>
        </p:nvSpPr>
        <p:spPr>
          <a:xfrm>
            <a:off x="10236240" y="51753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8" name=""/>
          <p:cNvSpPr/>
          <p:nvPr/>
        </p:nvSpPr>
        <p:spPr>
          <a:xfrm>
            <a:off x="9322560" y="56491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9" name=""/>
          <p:cNvSpPr/>
          <p:nvPr/>
        </p:nvSpPr>
        <p:spPr>
          <a:xfrm>
            <a:off x="9322560" y="56491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0" name=""/>
          <p:cNvSpPr/>
          <p:nvPr/>
        </p:nvSpPr>
        <p:spPr>
          <a:xfrm>
            <a:off x="8774640" y="5173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1" name=""/>
          <p:cNvSpPr/>
          <p:nvPr/>
        </p:nvSpPr>
        <p:spPr>
          <a:xfrm>
            <a:off x="8774640" y="5173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2" name=""/>
          <p:cNvSpPr/>
          <p:nvPr/>
        </p:nvSpPr>
        <p:spPr>
          <a:xfrm>
            <a:off x="10419120" y="51976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73" name=""/>
          <p:cNvSpPr/>
          <p:nvPr/>
        </p:nvSpPr>
        <p:spPr>
          <a:xfrm>
            <a:off x="10419120" y="51976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4" name=""/>
          <p:cNvSpPr/>
          <p:nvPr/>
        </p:nvSpPr>
        <p:spPr>
          <a:xfrm>
            <a:off x="9870840" y="59788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5" name=""/>
          <p:cNvSpPr/>
          <p:nvPr/>
        </p:nvSpPr>
        <p:spPr>
          <a:xfrm>
            <a:off x="9870840" y="59788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6" name=""/>
          <p:cNvSpPr/>
          <p:nvPr/>
        </p:nvSpPr>
        <p:spPr>
          <a:xfrm>
            <a:off x="8774640" y="51476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7" name=""/>
          <p:cNvSpPr/>
          <p:nvPr/>
        </p:nvSpPr>
        <p:spPr>
          <a:xfrm>
            <a:off x="8774640" y="51476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8" name=""/>
          <p:cNvSpPr/>
          <p:nvPr/>
        </p:nvSpPr>
        <p:spPr>
          <a:xfrm>
            <a:off x="10602000" y="54784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79" name=""/>
          <p:cNvSpPr/>
          <p:nvPr/>
        </p:nvSpPr>
        <p:spPr>
          <a:xfrm>
            <a:off x="10602000" y="54784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0" name=""/>
          <p:cNvSpPr/>
          <p:nvPr/>
        </p:nvSpPr>
        <p:spPr>
          <a:xfrm>
            <a:off x="8774640" y="55465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1" name=""/>
          <p:cNvSpPr/>
          <p:nvPr/>
        </p:nvSpPr>
        <p:spPr>
          <a:xfrm>
            <a:off x="8774640" y="55465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2" name=""/>
          <p:cNvSpPr/>
          <p:nvPr/>
        </p:nvSpPr>
        <p:spPr>
          <a:xfrm>
            <a:off x="8043480" y="55548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3" name=""/>
          <p:cNvSpPr/>
          <p:nvPr/>
        </p:nvSpPr>
        <p:spPr>
          <a:xfrm>
            <a:off x="8043480" y="55548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4" name=""/>
          <p:cNvSpPr/>
          <p:nvPr/>
        </p:nvSpPr>
        <p:spPr>
          <a:xfrm>
            <a:off x="7860960" y="55065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5" name=""/>
          <p:cNvSpPr/>
          <p:nvPr/>
        </p:nvSpPr>
        <p:spPr>
          <a:xfrm>
            <a:off x="7860960" y="55065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6" name=""/>
          <p:cNvSpPr/>
          <p:nvPr/>
        </p:nvSpPr>
        <p:spPr>
          <a:xfrm>
            <a:off x="10602000" y="54208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87" name=""/>
          <p:cNvSpPr/>
          <p:nvPr/>
        </p:nvSpPr>
        <p:spPr>
          <a:xfrm>
            <a:off x="10602000" y="54208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8" name=""/>
          <p:cNvSpPr/>
          <p:nvPr/>
        </p:nvSpPr>
        <p:spPr>
          <a:xfrm>
            <a:off x="8774640" y="54464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9" name=""/>
          <p:cNvSpPr/>
          <p:nvPr/>
        </p:nvSpPr>
        <p:spPr>
          <a:xfrm>
            <a:off x="8774640" y="54464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0" name=""/>
          <p:cNvSpPr/>
          <p:nvPr/>
        </p:nvSpPr>
        <p:spPr>
          <a:xfrm>
            <a:off x="7129800" y="53960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A1C9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1" name=""/>
          <p:cNvSpPr/>
          <p:nvPr/>
        </p:nvSpPr>
        <p:spPr>
          <a:xfrm>
            <a:off x="7129800" y="53960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A1C9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2" name=""/>
          <p:cNvSpPr/>
          <p:nvPr/>
        </p:nvSpPr>
        <p:spPr>
          <a:xfrm>
            <a:off x="7495200" y="59670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3" name=""/>
          <p:cNvSpPr/>
          <p:nvPr/>
        </p:nvSpPr>
        <p:spPr>
          <a:xfrm>
            <a:off x="7495200" y="59670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4" name=""/>
          <p:cNvSpPr/>
          <p:nvPr/>
        </p:nvSpPr>
        <p:spPr>
          <a:xfrm>
            <a:off x="7312680" y="5171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5" name=""/>
          <p:cNvSpPr/>
          <p:nvPr/>
        </p:nvSpPr>
        <p:spPr>
          <a:xfrm>
            <a:off x="7312680" y="5171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6" name=""/>
          <p:cNvSpPr/>
          <p:nvPr/>
        </p:nvSpPr>
        <p:spPr>
          <a:xfrm>
            <a:off x="9140040" y="5700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7" name=""/>
          <p:cNvSpPr/>
          <p:nvPr/>
        </p:nvSpPr>
        <p:spPr>
          <a:xfrm>
            <a:off x="9140040" y="5700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8" name=""/>
          <p:cNvSpPr/>
          <p:nvPr/>
        </p:nvSpPr>
        <p:spPr>
          <a:xfrm>
            <a:off x="9140040" y="56880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9" name=""/>
          <p:cNvSpPr/>
          <p:nvPr/>
        </p:nvSpPr>
        <p:spPr>
          <a:xfrm>
            <a:off x="9140040" y="56880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0" name=""/>
          <p:cNvSpPr/>
          <p:nvPr/>
        </p:nvSpPr>
        <p:spPr>
          <a:xfrm>
            <a:off x="10784520" y="54601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01" name=""/>
          <p:cNvSpPr/>
          <p:nvPr/>
        </p:nvSpPr>
        <p:spPr>
          <a:xfrm>
            <a:off x="10784520" y="54601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2" name=""/>
          <p:cNvSpPr/>
          <p:nvPr/>
        </p:nvSpPr>
        <p:spPr>
          <a:xfrm>
            <a:off x="10236240" y="55652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03" name=""/>
          <p:cNvSpPr/>
          <p:nvPr/>
        </p:nvSpPr>
        <p:spPr>
          <a:xfrm>
            <a:off x="10236240" y="55652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4" name=""/>
          <p:cNvSpPr/>
          <p:nvPr/>
        </p:nvSpPr>
        <p:spPr>
          <a:xfrm>
            <a:off x="10419120" y="54442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05" name=""/>
          <p:cNvSpPr/>
          <p:nvPr/>
        </p:nvSpPr>
        <p:spPr>
          <a:xfrm>
            <a:off x="10419120" y="54442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6" name=""/>
          <p:cNvSpPr/>
          <p:nvPr/>
        </p:nvSpPr>
        <p:spPr>
          <a:xfrm>
            <a:off x="10784520" y="57398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07" name=""/>
          <p:cNvSpPr/>
          <p:nvPr/>
        </p:nvSpPr>
        <p:spPr>
          <a:xfrm>
            <a:off x="10784520" y="57398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8" name=""/>
          <p:cNvSpPr/>
          <p:nvPr/>
        </p:nvSpPr>
        <p:spPr>
          <a:xfrm>
            <a:off x="10784520" y="53636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09" name=""/>
          <p:cNvSpPr/>
          <p:nvPr/>
        </p:nvSpPr>
        <p:spPr>
          <a:xfrm>
            <a:off x="10784520" y="53636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0" name=""/>
          <p:cNvSpPr/>
          <p:nvPr/>
        </p:nvSpPr>
        <p:spPr>
          <a:xfrm>
            <a:off x="9505440" y="5513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1" name=""/>
          <p:cNvSpPr/>
          <p:nvPr/>
        </p:nvSpPr>
        <p:spPr>
          <a:xfrm>
            <a:off x="9505440" y="5513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2" name=""/>
          <p:cNvSpPr/>
          <p:nvPr/>
        </p:nvSpPr>
        <p:spPr>
          <a:xfrm>
            <a:off x="7860960" y="51580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3" name=""/>
          <p:cNvSpPr/>
          <p:nvPr/>
        </p:nvSpPr>
        <p:spPr>
          <a:xfrm>
            <a:off x="7860960" y="51580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4" name=""/>
          <p:cNvSpPr/>
          <p:nvPr/>
        </p:nvSpPr>
        <p:spPr>
          <a:xfrm>
            <a:off x="10236240" y="58611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15" name=""/>
          <p:cNvSpPr/>
          <p:nvPr/>
        </p:nvSpPr>
        <p:spPr>
          <a:xfrm>
            <a:off x="10236240" y="58611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6" name=""/>
          <p:cNvSpPr/>
          <p:nvPr/>
        </p:nvSpPr>
        <p:spPr>
          <a:xfrm>
            <a:off x="8226360" y="5758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7" name=""/>
          <p:cNvSpPr/>
          <p:nvPr/>
        </p:nvSpPr>
        <p:spPr>
          <a:xfrm>
            <a:off x="8226360" y="5758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8" name=""/>
          <p:cNvSpPr/>
          <p:nvPr/>
        </p:nvSpPr>
        <p:spPr>
          <a:xfrm>
            <a:off x="9140040" y="5406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9" name=""/>
          <p:cNvSpPr/>
          <p:nvPr/>
        </p:nvSpPr>
        <p:spPr>
          <a:xfrm>
            <a:off x="9140040" y="5406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0" name=""/>
          <p:cNvSpPr/>
          <p:nvPr/>
        </p:nvSpPr>
        <p:spPr>
          <a:xfrm>
            <a:off x="8226360" y="5758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1" name=""/>
          <p:cNvSpPr/>
          <p:nvPr/>
        </p:nvSpPr>
        <p:spPr>
          <a:xfrm>
            <a:off x="8226360" y="5758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2" name=""/>
          <p:cNvSpPr/>
          <p:nvPr/>
        </p:nvSpPr>
        <p:spPr>
          <a:xfrm>
            <a:off x="8957160" y="55357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3" name=""/>
          <p:cNvSpPr/>
          <p:nvPr/>
        </p:nvSpPr>
        <p:spPr>
          <a:xfrm>
            <a:off x="8957160" y="55357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4" name=""/>
          <p:cNvSpPr/>
          <p:nvPr/>
        </p:nvSpPr>
        <p:spPr>
          <a:xfrm>
            <a:off x="7312680" y="5929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5" name=""/>
          <p:cNvSpPr/>
          <p:nvPr/>
        </p:nvSpPr>
        <p:spPr>
          <a:xfrm>
            <a:off x="7312680" y="5929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6" name=""/>
          <p:cNvSpPr/>
          <p:nvPr/>
        </p:nvSpPr>
        <p:spPr>
          <a:xfrm>
            <a:off x="8957160" y="52966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7" name=""/>
          <p:cNvSpPr/>
          <p:nvPr/>
        </p:nvSpPr>
        <p:spPr>
          <a:xfrm>
            <a:off x="8957160" y="52966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8" name=""/>
          <p:cNvSpPr/>
          <p:nvPr/>
        </p:nvSpPr>
        <p:spPr>
          <a:xfrm>
            <a:off x="8043480" y="49503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9" name=""/>
          <p:cNvSpPr/>
          <p:nvPr/>
        </p:nvSpPr>
        <p:spPr>
          <a:xfrm>
            <a:off x="8043480" y="49503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0" name=""/>
          <p:cNvSpPr/>
          <p:nvPr/>
        </p:nvSpPr>
        <p:spPr>
          <a:xfrm>
            <a:off x="9688320" y="55756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1" name=""/>
          <p:cNvSpPr/>
          <p:nvPr/>
        </p:nvSpPr>
        <p:spPr>
          <a:xfrm>
            <a:off x="9688320" y="55756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2" name=""/>
          <p:cNvSpPr/>
          <p:nvPr/>
        </p:nvSpPr>
        <p:spPr>
          <a:xfrm>
            <a:off x="9688320" y="55749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3" name=""/>
          <p:cNvSpPr/>
          <p:nvPr/>
        </p:nvSpPr>
        <p:spPr>
          <a:xfrm>
            <a:off x="9688320" y="55749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4" name=""/>
          <p:cNvSpPr/>
          <p:nvPr/>
        </p:nvSpPr>
        <p:spPr>
          <a:xfrm>
            <a:off x="9688320" y="55749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5" name=""/>
          <p:cNvSpPr/>
          <p:nvPr/>
        </p:nvSpPr>
        <p:spPr>
          <a:xfrm>
            <a:off x="9688320" y="55749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6" name=""/>
          <p:cNvSpPr/>
          <p:nvPr/>
        </p:nvSpPr>
        <p:spPr>
          <a:xfrm>
            <a:off x="9322560" y="53492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7" name=""/>
          <p:cNvSpPr/>
          <p:nvPr/>
        </p:nvSpPr>
        <p:spPr>
          <a:xfrm>
            <a:off x="9322560" y="53492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8" name=""/>
          <p:cNvSpPr/>
          <p:nvPr/>
        </p:nvSpPr>
        <p:spPr>
          <a:xfrm>
            <a:off x="10053720" y="5434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9" name=""/>
          <p:cNvSpPr/>
          <p:nvPr/>
        </p:nvSpPr>
        <p:spPr>
          <a:xfrm>
            <a:off x="10053720" y="5434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0" name=""/>
          <p:cNvSpPr/>
          <p:nvPr/>
        </p:nvSpPr>
        <p:spPr>
          <a:xfrm>
            <a:off x="9322560" y="53488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1" name=""/>
          <p:cNvSpPr/>
          <p:nvPr/>
        </p:nvSpPr>
        <p:spPr>
          <a:xfrm>
            <a:off x="9322560" y="53488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2" name=""/>
          <p:cNvSpPr/>
          <p:nvPr/>
        </p:nvSpPr>
        <p:spPr>
          <a:xfrm>
            <a:off x="10602000" y="5603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43" name=""/>
          <p:cNvSpPr/>
          <p:nvPr/>
        </p:nvSpPr>
        <p:spPr>
          <a:xfrm>
            <a:off x="10602000" y="5603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4" name=""/>
          <p:cNvSpPr/>
          <p:nvPr/>
        </p:nvSpPr>
        <p:spPr>
          <a:xfrm>
            <a:off x="9322560" y="53283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5" name=""/>
          <p:cNvSpPr/>
          <p:nvPr/>
        </p:nvSpPr>
        <p:spPr>
          <a:xfrm>
            <a:off x="9322560" y="53283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6" name=""/>
          <p:cNvSpPr/>
          <p:nvPr/>
        </p:nvSpPr>
        <p:spPr>
          <a:xfrm>
            <a:off x="10784520" y="49356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47" name=""/>
          <p:cNvSpPr/>
          <p:nvPr/>
        </p:nvSpPr>
        <p:spPr>
          <a:xfrm>
            <a:off x="10784520" y="49356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8" name=""/>
          <p:cNvSpPr/>
          <p:nvPr/>
        </p:nvSpPr>
        <p:spPr>
          <a:xfrm>
            <a:off x="8043480" y="55479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9" name=""/>
          <p:cNvSpPr/>
          <p:nvPr/>
        </p:nvSpPr>
        <p:spPr>
          <a:xfrm>
            <a:off x="8043480" y="55479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0" name=""/>
          <p:cNvSpPr/>
          <p:nvPr/>
        </p:nvSpPr>
        <p:spPr>
          <a:xfrm>
            <a:off x="9140040" y="48229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1" name=""/>
          <p:cNvSpPr/>
          <p:nvPr/>
        </p:nvSpPr>
        <p:spPr>
          <a:xfrm>
            <a:off x="9140040" y="48229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2" name=""/>
          <p:cNvSpPr/>
          <p:nvPr/>
        </p:nvSpPr>
        <p:spPr>
          <a:xfrm>
            <a:off x="10419120" y="52074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53" name=""/>
          <p:cNvSpPr/>
          <p:nvPr/>
        </p:nvSpPr>
        <p:spPr>
          <a:xfrm>
            <a:off x="10419120" y="52074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4" name=""/>
          <p:cNvSpPr/>
          <p:nvPr/>
        </p:nvSpPr>
        <p:spPr>
          <a:xfrm>
            <a:off x="8591760" y="5425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5" name=""/>
          <p:cNvSpPr/>
          <p:nvPr/>
        </p:nvSpPr>
        <p:spPr>
          <a:xfrm>
            <a:off x="8591760" y="5425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6" name=""/>
          <p:cNvSpPr/>
          <p:nvPr/>
        </p:nvSpPr>
        <p:spPr>
          <a:xfrm>
            <a:off x="9688320" y="5873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7" name=""/>
          <p:cNvSpPr/>
          <p:nvPr/>
        </p:nvSpPr>
        <p:spPr>
          <a:xfrm>
            <a:off x="9688320" y="5873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8" name=""/>
          <p:cNvSpPr/>
          <p:nvPr/>
        </p:nvSpPr>
        <p:spPr>
          <a:xfrm>
            <a:off x="8774640" y="5668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9" name=""/>
          <p:cNvSpPr/>
          <p:nvPr/>
        </p:nvSpPr>
        <p:spPr>
          <a:xfrm>
            <a:off x="8774640" y="5668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0" name=""/>
          <p:cNvSpPr/>
          <p:nvPr/>
        </p:nvSpPr>
        <p:spPr>
          <a:xfrm>
            <a:off x="8774640" y="5560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1" name=""/>
          <p:cNvSpPr/>
          <p:nvPr/>
        </p:nvSpPr>
        <p:spPr>
          <a:xfrm>
            <a:off x="8774640" y="5560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2" name=""/>
          <p:cNvSpPr/>
          <p:nvPr/>
        </p:nvSpPr>
        <p:spPr>
          <a:xfrm>
            <a:off x="10602000" y="56768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63" name=""/>
          <p:cNvSpPr/>
          <p:nvPr/>
        </p:nvSpPr>
        <p:spPr>
          <a:xfrm>
            <a:off x="10602000" y="56768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4" name=""/>
          <p:cNvSpPr/>
          <p:nvPr/>
        </p:nvSpPr>
        <p:spPr>
          <a:xfrm>
            <a:off x="10602000" y="5486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65" name=""/>
          <p:cNvSpPr/>
          <p:nvPr/>
        </p:nvSpPr>
        <p:spPr>
          <a:xfrm>
            <a:off x="10602000" y="5486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6" name=""/>
          <p:cNvSpPr/>
          <p:nvPr/>
        </p:nvSpPr>
        <p:spPr>
          <a:xfrm>
            <a:off x="8591760" y="55965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7" name=""/>
          <p:cNvSpPr/>
          <p:nvPr/>
        </p:nvSpPr>
        <p:spPr>
          <a:xfrm>
            <a:off x="8591760" y="55965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8" name=""/>
          <p:cNvSpPr/>
          <p:nvPr/>
        </p:nvSpPr>
        <p:spPr>
          <a:xfrm>
            <a:off x="9322560" y="52981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9" name=""/>
          <p:cNvSpPr/>
          <p:nvPr/>
        </p:nvSpPr>
        <p:spPr>
          <a:xfrm>
            <a:off x="9322560" y="52981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0" name=""/>
          <p:cNvSpPr/>
          <p:nvPr/>
        </p:nvSpPr>
        <p:spPr>
          <a:xfrm>
            <a:off x="8591760" y="5194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1" name=""/>
          <p:cNvSpPr/>
          <p:nvPr/>
        </p:nvSpPr>
        <p:spPr>
          <a:xfrm>
            <a:off x="8591760" y="5194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2" name=""/>
          <p:cNvSpPr/>
          <p:nvPr/>
        </p:nvSpPr>
        <p:spPr>
          <a:xfrm>
            <a:off x="7312680" y="55274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3" name=""/>
          <p:cNvSpPr/>
          <p:nvPr/>
        </p:nvSpPr>
        <p:spPr>
          <a:xfrm>
            <a:off x="7312680" y="55274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4" name=""/>
          <p:cNvSpPr/>
          <p:nvPr/>
        </p:nvSpPr>
        <p:spPr>
          <a:xfrm>
            <a:off x="9322560" y="54619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5" name=""/>
          <p:cNvSpPr/>
          <p:nvPr/>
        </p:nvSpPr>
        <p:spPr>
          <a:xfrm>
            <a:off x="9322560" y="54619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6" name=""/>
          <p:cNvSpPr/>
          <p:nvPr/>
        </p:nvSpPr>
        <p:spPr>
          <a:xfrm>
            <a:off x="8774640" y="55350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7" name=""/>
          <p:cNvSpPr/>
          <p:nvPr/>
        </p:nvSpPr>
        <p:spPr>
          <a:xfrm>
            <a:off x="8774640" y="55350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8" name=""/>
          <p:cNvSpPr/>
          <p:nvPr/>
        </p:nvSpPr>
        <p:spPr>
          <a:xfrm>
            <a:off x="9140040" y="5612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9" name=""/>
          <p:cNvSpPr/>
          <p:nvPr/>
        </p:nvSpPr>
        <p:spPr>
          <a:xfrm>
            <a:off x="9140040" y="5612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0" name=""/>
          <p:cNvSpPr/>
          <p:nvPr/>
        </p:nvSpPr>
        <p:spPr>
          <a:xfrm>
            <a:off x="8226360" y="54367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1" name=""/>
          <p:cNvSpPr/>
          <p:nvPr/>
        </p:nvSpPr>
        <p:spPr>
          <a:xfrm>
            <a:off x="8226360" y="54367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2" name=""/>
          <p:cNvSpPr/>
          <p:nvPr/>
        </p:nvSpPr>
        <p:spPr>
          <a:xfrm>
            <a:off x="7312680" y="55782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3" name=""/>
          <p:cNvSpPr/>
          <p:nvPr/>
        </p:nvSpPr>
        <p:spPr>
          <a:xfrm>
            <a:off x="7312680" y="55782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4" name=""/>
          <p:cNvSpPr/>
          <p:nvPr/>
        </p:nvSpPr>
        <p:spPr>
          <a:xfrm>
            <a:off x="9140040" y="55742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5" name=""/>
          <p:cNvSpPr/>
          <p:nvPr/>
        </p:nvSpPr>
        <p:spPr>
          <a:xfrm>
            <a:off x="9140040" y="55742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6" name=""/>
          <p:cNvSpPr/>
          <p:nvPr/>
        </p:nvSpPr>
        <p:spPr>
          <a:xfrm>
            <a:off x="8957160" y="52866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7" name=""/>
          <p:cNvSpPr/>
          <p:nvPr/>
        </p:nvSpPr>
        <p:spPr>
          <a:xfrm>
            <a:off x="8957160" y="52866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8" name=""/>
          <p:cNvSpPr/>
          <p:nvPr/>
        </p:nvSpPr>
        <p:spPr>
          <a:xfrm>
            <a:off x="8957160" y="53391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9" name=""/>
          <p:cNvSpPr/>
          <p:nvPr/>
        </p:nvSpPr>
        <p:spPr>
          <a:xfrm>
            <a:off x="8957160" y="53391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0" name=""/>
          <p:cNvSpPr/>
          <p:nvPr/>
        </p:nvSpPr>
        <p:spPr>
          <a:xfrm>
            <a:off x="8957160" y="55465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1" name=""/>
          <p:cNvSpPr/>
          <p:nvPr/>
        </p:nvSpPr>
        <p:spPr>
          <a:xfrm>
            <a:off x="8957160" y="55465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2" name=""/>
          <p:cNvSpPr/>
          <p:nvPr/>
        </p:nvSpPr>
        <p:spPr>
          <a:xfrm>
            <a:off x="8774640" y="54838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3" name=""/>
          <p:cNvSpPr/>
          <p:nvPr/>
        </p:nvSpPr>
        <p:spPr>
          <a:xfrm>
            <a:off x="8774640" y="54838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4" name=""/>
          <p:cNvSpPr/>
          <p:nvPr/>
        </p:nvSpPr>
        <p:spPr>
          <a:xfrm>
            <a:off x="7312680" y="49240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5" name=""/>
          <p:cNvSpPr/>
          <p:nvPr/>
        </p:nvSpPr>
        <p:spPr>
          <a:xfrm>
            <a:off x="7312680" y="49240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6" name=""/>
          <p:cNvSpPr/>
          <p:nvPr/>
        </p:nvSpPr>
        <p:spPr>
          <a:xfrm>
            <a:off x="8957160" y="5627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7" name=""/>
          <p:cNvSpPr/>
          <p:nvPr/>
        </p:nvSpPr>
        <p:spPr>
          <a:xfrm>
            <a:off x="8957160" y="5627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8" name=""/>
          <p:cNvSpPr/>
          <p:nvPr/>
        </p:nvSpPr>
        <p:spPr>
          <a:xfrm>
            <a:off x="10419120" y="50936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99" name=""/>
          <p:cNvSpPr/>
          <p:nvPr/>
        </p:nvSpPr>
        <p:spPr>
          <a:xfrm>
            <a:off x="10419120" y="50936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0" name=""/>
          <p:cNvSpPr/>
          <p:nvPr/>
        </p:nvSpPr>
        <p:spPr>
          <a:xfrm>
            <a:off x="9688320" y="52988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1" name=""/>
          <p:cNvSpPr/>
          <p:nvPr/>
        </p:nvSpPr>
        <p:spPr>
          <a:xfrm>
            <a:off x="9688320" y="52988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2" name=""/>
          <p:cNvSpPr/>
          <p:nvPr/>
        </p:nvSpPr>
        <p:spPr>
          <a:xfrm>
            <a:off x="9140040" y="52959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3" name=""/>
          <p:cNvSpPr/>
          <p:nvPr/>
        </p:nvSpPr>
        <p:spPr>
          <a:xfrm>
            <a:off x="9140040" y="52959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4" name=""/>
          <p:cNvSpPr/>
          <p:nvPr/>
        </p:nvSpPr>
        <p:spPr>
          <a:xfrm>
            <a:off x="10236240" y="53107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05" name=""/>
          <p:cNvSpPr/>
          <p:nvPr/>
        </p:nvSpPr>
        <p:spPr>
          <a:xfrm>
            <a:off x="10236240" y="53107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6" name=""/>
          <p:cNvSpPr/>
          <p:nvPr/>
        </p:nvSpPr>
        <p:spPr>
          <a:xfrm>
            <a:off x="7312680" y="5740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7" name=""/>
          <p:cNvSpPr/>
          <p:nvPr/>
        </p:nvSpPr>
        <p:spPr>
          <a:xfrm>
            <a:off x="7312680" y="5740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8" name=""/>
          <p:cNvSpPr/>
          <p:nvPr/>
        </p:nvSpPr>
        <p:spPr>
          <a:xfrm>
            <a:off x="6216120" y="50418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4575B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09" name=""/>
          <p:cNvSpPr/>
          <p:nvPr/>
        </p:nvSpPr>
        <p:spPr>
          <a:xfrm>
            <a:off x="6216120" y="50418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4575B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0" name=""/>
          <p:cNvSpPr/>
          <p:nvPr/>
        </p:nvSpPr>
        <p:spPr>
          <a:xfrm>
            <a:off x="7312680" y="59331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1" name=""/>
          <p:cNvSpPr/>
          <p:nvPr/>
        </p:nvSpPr>
        <p:spPr>
          <a:xfrm>
            <a:off x="7312680" y="59331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2" name=""/>
          <p:cNvSpPr/>
          <p:nvPr/>
        </p:nvSpPr>
        <p:spPr>
          <a:xfrm>
            <a:off x="9322560" y="57290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3" name=""/>
          <p:cNvSpPr/>
          <p:nvPr/>
        </p:nvSpPr>
        <p:spPr>
          <a:xfrm>
            <a:off x="9322560" y="57290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4" name=""/>
          <p:cNvSpPr/>
          <p:nvPr/>
        </p:nvSpPr>
        <p:spPr>
          <a:xfrm>
            <a:off x="10602000" y="54914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15" name=""/>
          <p:cNvSpPr/>
          <p:nvPr/>
        </p:nvSpPr>
        <p:spPr>
          <a:xfrm>
            <a:off x="10602000" y="54914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6" name=""/>
          <p:cNvSpPr/>
          <p:nvPr/>
        </p:nvSpPr>
        <p:spPr>
          <a:xfrm>
            <a:off x="10784520" y="55526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17" name=""/>
          <p:cNvSpPr/>
          <p:nvPr/>
        </p:nvSpPr>
        <p:spPr>
          <a:xfrm>
            <a:off x="10784520" y="55526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8" name=""/>
          <p:cNvSpPr/>
          <p:nvPr/>
        </p:nvSpPr>
        <p:spPr>
          <a:xfrm>
            <a:off x="10419120" y="55681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19" name=""/>
          <p:cNvSpPr/>
          <p:nvPr/>
        </p:nvSpPr>
        <p:spPr>
          <a:xfrm>
            <a:off x="10419120" y="55681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0" name=""/>
          <p:cNvSpPr/>
          <p:nvPr/>
        </p:nvSpPr>
        <p:spPr>
          <a:xfrm>
            <a:off x="10602000" y="52038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21" name=""/>
          <p:cNvSpPr/>
          <p:nvPr/>
        </p:nvSpPr>
        <p:spPr>
          <a:xfrm>
            <a:off x="10602000" y="52038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2" name=""/>
          <p:cNvSpPr/>
          <p:nvPr/>
        </p:nvSpPr>
        <p:spPr>
          <a:xfrm>
            <a:off x="9322560" y="52765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3" name=""/>
          <p:cNvSpPr/>
          <p:nvPr/>
        </p:nvSpPr>
        <p:spPr>
          <a:xfrm>
            <a:off x="9322560" y="52765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4" name=""/>
          <p:cNvSpPr/>
          <p:nvPr/>
        </p:nvSpPr>
        <p:spPr>
          <a:xfrm>
            <a:off x="8226360" y="5223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5" name=""/>
          <p:cNvSpPr/>
          <p:nvPr/>
        </p:nvSpPr>
        <p:spPr>
          <a:xfrm>
            <a:off x="8226360" y="5223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6" name=""/>
          <p:cNvSpPr/>
          <p:nvPr/>
        </p:nvSpPr>
        <p:spPr>
          <a:xfrm>
            <a:off x="10419120" y="52074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27" name=""/>
          <p:cNvSpPr/>
          <p:nvPr/>
        </p:nvSpPr>
        <p:spPr>
          <a:xfrm>
            <a:off x="10419120" y="52074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8" name=""/>
          <p:cNvSpPr/>
          <p:nvPr/>
        </p:nvSpPr>
        <p:spPr>
          <a:xfrm>
            <a:off x="10602000" y="54691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29" name=""/>
          <p:cNvSpPr/>
          <p:nvPr/>
        </p:nvSpPr>
        <p:spPr>
          <a:xfrm>
            <a:off x="10602000" y="54691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0" name=""/>
          <p:cNvSpPr/>
          <p:nvPr/>
        </p:nvSpPr>
        <p:spPr>
          <a:xfrm>
            <a:off x="7860960" y="52725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1" name=""/>
          <p:cNvSpPr/>
          <p:nvPr/>
        </p:nvSpPr>
        <p:spPr>
          <a:xfrm>
            <a:off x="7860960" y="52725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2" name=""/>
          <p:cNvSpPr/>
          <p:nvPr/>
        </p:nvSpPr>
        <p:spPr>
          <a:xfrm>
            <a:off x="8774640" y="53996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3" name=""/>
          <p:cNvSpPr/>
          <p:nvPr/>
        </p:nvSpPr>
        <p:spPr>
          <a:xfrm>
            <a:off x="8774640" y="53996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4" name=""/>
          <p:cNvSpPr/>
          <p:nvPr/>
        </p:nvSpPr>
        <p:spPr>
          <a:xfrm>
            <a:off x="10053720" y="53823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5" name=""/>
          <p:cNvSpPr/>
          <p:nvPr/>
        </p:nvSpPr>
        <p:spPr>
          <a:xfrm>
            <a:off x="10053720" y="53823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6" name=""/>
          <p:cNvSpPr/>
          <p:nvPr/>
        </p:nvSpPr>
        <p:spPr>
          <a:xfrm>
            <a:off x="8226360" y="55479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7" name=""/>
          <p:cNvSpPr/>
          <p:nvPr/>
        </p:nvSpPr>
        <p:spPr>
          <a:xfrm>
            <a:off x="8226360" y="55479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8" name=""/>
          <p:cNvSpPr/>
          <p:nvPr/>
        </p:nvSpPr>
        <p:spPr>
          <a:xfrm>
            <a:off x="10602000" y="54158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39" name=""/>
          <p:cNvSpPr/>
          <p:nvPr/>
        </p:nvSpPr>
        <p:spPr>
          <a:xfrm>
            <a:off x="10602000" y="54158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0" name=""/>
          <p:cNvSpPr/>
          <p:nvPr/>
        </p:nvSpPr>
        <p:spPr>
          <a:xfrm>
            <a:off x="8226360" y="5547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1" name=""/>
          <p:cNvSpPr/>
          <p:nvPr/>
        </p:nvSpPr>
        <p:spPr>
          <a:xfrm>
            <a:off x="8226360" y="5547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2" name=""/>
          <p:cNvSpPr/>
          <p:nvPr/>
        </p:nvSpPr>
        <p:spPr>
          <a:xfrm>
            <a:off x="8043480" y="5474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3" name=""/>
          <p:cNvSpPr/>
          <p:nvPr/>
        </p:nvSpPr>
        <p:spPr>
          <a:xfrm>
            <a:off x="8043480" y="5474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4" name=""/>
          <p:cNvSpPr/>
          <p:nvPr/>
        </p:nvSpPr>
        <p:spPr>
          <a:xfrm>
            <a:off x="10784520" y="52347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45" name=""/>
          <p:cNvSpPr/>
          <p:nvPr/>
        </p:nvSpPr>
        <p:spPr>
          <a:xfrm>
            <a:off x="10784520" y="52347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6" name=""/>
          <p:cNvSpPr/>
          <p:nvPr/>
        </p:nvSpPr>
        <p:spPr>
          <a:xfrm>
            <a:off x="8043480" y="5235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7" name=""/>
          <p:cNvSpPr/>
          <p:nvPr/>
        </p:nvSpPr>
        <p:spPr>
          <a:xfrm>
            <a:off x="8043480" y="5235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8" name=""/>
          <p:cNvSpPr/>
          <p:nvPr/>
        </p:nvSpPr>
        <p:spPr>
          <a:xfrm>
            <a:off x="8043480" y="5144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9" name=""/>
          <p:cNvSpPr/>
          <p:nvPr/>
        </p:nvSpPr>
        <p:spPr>
          <a:xfrm>
            <a:off x="8043480" y="5144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0" name=""/>
          <p:cNvSpPr/>
          <p:nvPr/>
        </p:nvSpPr>
        <p:spPr>
          <a:xfrm>
            <a:off x="8591760" y="52056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1" name=""/>
          <p:cNvSpPr/>
          <p:nvPr/>
        </p:nvSpPr>
        <p:spPr>
          <a:xfrm>
            <a:off x="8591760" y="52056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2" name=""/>
          <p:cNvSpPr/>
          <p:nvPr/>
        </p:nvSpPr>
        <p:spPr>
          <a:xfrm>
            <a:off x="10784520" y="55227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53" name=""/>
          <p:cNvSpPr/>
          <p:nvPr/>
        </p:nvSpPr>
        <p:spPr>
          <a:xfrm>
            <a:off x="10784520" y="55227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4" name=""/>
          <p:cNvSpPr/>
          <p:nvPr/>
        </p:nvSpPr>
        <p:spPr>
          <a:xfrm>
            <a:off x="9505440" y="54165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5" name=""/>
          <p:cNvSpPr/>
          <p:nvPr/>
        </p:nvSpPr>
        <p:spPr>
          <a:xfrm>
            <a:off x="9505440" y="54165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6" name=""/>
          <p:cNvSpPr/>
          <p:nvPr/>
        </p:nvSpPr>
        <p:spPr>
          <a:xfrm>
            <a:off x="10236240" y="60494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57" name=""/>
          <p:cNvSpPr/>
          <p:nvPr/>
        </p:nvSpPr>
        <p:spPr>
          <a:xfrm>
            <a:off x="10236240" y="60494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8" name=""/>
          <p:cNvSpPr/>
          <p:nvPr/>
        </p:nvSpPr>
        <p:spPr>
          <a:xfrm>
            <a:off x="10784520" y="58978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59" name=""/>
          <p:cNvSpPr/>
          <p:nvPr/>
        </p:nvSpPr>
        <p:spPr>
          <a:xfrm>
            <a:off x="10784520" y="58978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0" name=""/>
          <p:cNvSpPr/>
          <p:nvPr/>
        </p:nvSpPr>
        <p:spPr>
          <a:xfrm>
            <a:off x="10602000" y="54997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61" name=""/>
          <p:cNvSpPr/>
          <p:nvPr/>
        </p:nvSpPr>
        <p:spPr>
          <a:xfrm>
            <a:off x="10602000" y="54997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2" name=""/>
          <p:cNvSpPr/>
          <p:nvPr/>
        </p:nvSpPr>
        <p:spPr>
          <a:xfrm>
            <a:off x="10784520" y="55717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63" name=""/>
          <p:cNvSpPr/>
          <p:nvPr/>
        </p:nvSpPr>
        <p:spPr>
          <a:xfrm>
            <a:off x="10784520" y="55717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4" name=""/>
          <p:cNvSpPr/>
          <p:nvPr/>
        </p:nvSpPr>
        <p:spPr>
          <a:xfrm>
            <a:off x="7312680" y="59306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5" name=""/>
          <p:cNvSpPr/>
          <p:nvPr/>
        </p:nvSpPr>
        <p:spPr>
          <a:xfrm>
            <a:off x="7312680" y="59306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6" name=""/>
          <p:cNvSpPr/>
          <p:nvPr/>
        </p:nvSpPr>
        <p:spPr>
          <a:xfrm>
            <a:off x="10236240" y="55616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67" name=""/>
          <p:cNvSpPr/>
          <p:nvPr/>
        </p:nvSpPr>
        <p:spPr>
          <a:xfrm>
            <a:off x="10236240" y="55616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8" name=""/>
          <p:cNvSpPr/>
          <p:nvPr/>
        </p:nvSpPr>
        <p:spPr>
          <a:xfrm>
            <a:off x="9322560" y="56764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9" name=""/>
          <p:cNvSpPr/>
          <p:nvPr/>
        </p:nvSpPr>
        <p:spPr>
          <a:xfrm>
            <a:off x="9322560" y="56764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0" name=""/>
          <p:cNvSpPr/>
          <p:nvPr/>
        </p:nvSpPr>
        <p:spPr>
          <a:xfrm>
            <a:off x="10236240" y="56120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71" name=""/>
          <p:cNvSpPr/>
          <p:nvPr/>
        </p:nvSpPr>
        <p:spPr>
          <a:xfrm>
            <a:off x="10236240" y="56120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2" name=""/>
          <p:cNvSpPr/>
          <p:nvPr/>
        </p:nvSpPr>
        <p:spPr>
          <a:xfrm>
            <a:off x="8226360" y="51487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3" name=""/>
          <p:cNvSpPr/>
          <p:nvPr/>
        </p:nvSpPr>
        <p:spPr>
          <a:xfrm>
            <a:off x="8226360" y="51487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4" name=""/>
          <p:cNvSpPr/>
          <p:nvPr/>
        </p:nvSpPr>
        <p:spPr>
          <a:xfrm>
            <a:off x="6399000" y="52012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5986BD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75" name=""/>
          <p:cNvSpPr/>
          <p:nvPr/>
        </p:nvSpPr>
        <p:spPr>
          <a:xfrm>
            <a:off x="6399000" y="52012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5986BD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6" name=""/>
          <p:cNvSpPr/>
          <p:nvPr/>
        </p:nvSpPr>
        <p:spPr>
          <a:xfrm>
            <a:off x="7860960" y="5691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7" name=""/>
          <p:cNvSpPr/>
          <p:nvPr/>
        </p:nvSpPr>
        <p:spPr>
          <a:xfrm>
            <a:off x="7860960" y="5691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8" name=""/>
          <p:cNvSpPr/>
          <p:nvPr/>
        </p:nvSpPr>
        <p:spPr>
          <a:xfrm>
            <a:off x="9688320" y="57542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9" name=""/>
          <p:cNvSpPr/>
          <p:nvPr/>
        </p:nvSpPr>
        <p:spPr>
          <a:xfrm>
            <a:off x="9688320" y="57542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0" name=""/>
          <p:cNvSpPr/>
          <p:nvPr/>
        </p:nvSpPr>
        <p:spPr>
          <a:xfrm>
            <a:off x="6947280" y="52686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8EBCD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1" name=""/>
          <p:cNvSpPr/>
          <p:nvPr/>
        </p:nvSpPr>
        <p:spPr>
          <a:xfrm>
            <a:off x="6947280" y="52686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8EBCD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2" name=""/>
          <p:cNvSpPr/>
          <p:nvPr/>
        </p:nvSpPr>
        <p:spPr>
          <a:xfrm>
            <a:off x="8591760" y="5493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3" name=""/>
          <p:cNvSpPr/>
          <p:nvPr/>
        </p:nvSpPr>
        <p:spPr>
          <a:xfrm>
            <a:off x="8591760" y="5493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4" name=""/>
          <p:cNvSpPr/>
          <p:nvPr/>
        </p:nvSpPr>
        <p:spPr>
          <a:xfrm>
            <a:off x="6399000" y="54997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5986BD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85" name=""/>
          <p:cNvSpPr/>
          <p:nvPr/>
        </p:nvSpPr>
        <p:spPr>
          <a:xfrm>
            <a:off x="6399000" y="54997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5986BD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6" name=""/>
          <p:cNvSpPr/>
          <p:nvPr/>
        </p:nvSpPr>
        <p:spPr>
          <a:xfrm>
            <a:off x="6764400" y="52117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7DAAD0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7" name=""/>
          <p:cNvSpPr/>
          <p:nvPr/>
        </p:nvSpPr>
        <p:spPr>
          <a:xfrm>
            <a:off x="6764400" y="52117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7DAAD0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8" name=""/>
          <p:cNvSpPr/>
          <p:nvPr/>
        </p:nvSpPr>
        <p:spPr>
          <a:xfrm>
            <a:off x="7678080" y="5763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9" name=""/>
          <p:cNvSpPr/>
          <p:nvPr/>
        </p:nvSpPr>
        <p:spPr>
          <a:xfrm>
            <a:off x="7678080" y="5763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0" name=""/>
          <p:cNvSpPr/>
          <p:nvPr/>
        </p:nvSpPr>
        <p:spPr>
          <a:xfrm>
            <a:off x="7860960" y="54702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1" name=""/>
          <p:cNvSpPr/>
          <p:nvPr/>
        </p:nvSpPr>
        <p:spPr>
          <a:xfrm>
            <a:off x="7860960" y="54702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2" name=""/>
          <p:cNvSpPr/>
          <p:nvPr/>
        </p:nvSpPr>
        <p:spPr>
          <a:xfrm>
            <a:off x="9140040" y="54986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3" name=""/>
          <p:cNvSpPr/>
          <p:nvPr/>
        </p:nvSpPr>
        <p:spPr>
          <a:xfrm>
            <a:off x="9140040" y="54986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4" name=""/>
          <p:cNvSpPr/>
          <p:nvPr/>
        </p:nvSpPr>
        <p:spPr>
          <a:xfrm>
            <a:off x="9870840" y="54475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5" name=""/>
          <p:cNvSpPr/>
          <p:nvPr/>
        </p:nvSpPr>
        <p:spPr>
          <a:xfrm>
            <a:off x="9870840" y="54475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6" name=""/>
          <p:cNvSpPr/>
          <p:nvPr/>
        </p:nvSpPr>
        <p:spPr>
          <a:xfrm>
            <a:off x="8409240" y="5531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7" name=""/>
          <p:cNvSpPr/>
          <p:nvPr/>
        </p:nvSpPr>
        <p:spPr>
          <a:xfrm>
            <a:off x="8409240" y="5531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8" name=""/>
          <p:cNvSpPr/>
          <p:nvPr/>
        </p:nvSpPr>
        <p:spPr>
          <a:xfrm>
            <a:off x="8409240" y="54694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9" name=""/>
          <p:cNvSpPr/>
          <p:nvPr/>
        </p:nvSpPr>
        <p:spPr>
          <a:xfrm>
            <a:off x="8409240" y="54694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0" name=""/>
          <p:cNvSpPr/>
          <p:nvPr/>
        </p:nvSpPr>
        <p:spPr>
          <a:xfrm>
            <a:off x="9505440" y="5344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1" name=""/>
          <p:cNvSpPr/>
          <p:nvPr/>
        </p:nvSpPr>
        <p:spPr>
          <a:xfrm>
            <a:off x="9505440" y="5344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2" name=""/>
          <p:cNvSpPr/>
          <p:nvPr/>
        </p:nvSpPr>
        <p:spPr>
          <a:xfrm>
            <a:off x="7860960" y="5470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3" name=""/>
          <p:cNvSpPr/>
          <p:nvPr/>
        </p:nvSpPr>
        <p:spPr>
          <a:xfrm>
            <a:off x="7860960" y="5470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4" name=""/>
          <p:cNvSpPr/>
          <p:nvPr/>
        </p:nvSpPr>
        <p:spPr>
          <a:xfrm>
            <a:off x="7495200" y="58348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5" name=""/>
          <p:cNvSpPr/>
          <p:nvPr/>
        </p:nvSpPr>
        <p:spPr>
          <a:xfrm>
            <a:off x="7495200" y="58348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6" name=""/>
          <p:cNvSpPr/>
          <p:nvPr/>
        </p:nvSpPr>
        <p:spPr>
          <a:xfrm>
            <a:off x="9322560" y="53982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7" name=""/>
          <p:cNvSpPr/>
          <p:nvPr/>
        </p:nvSpPr>
        <p:spPr>
          <a:xfrm>
            <a:off x="9322560" y="53982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8" name=""/>
          <p:cNvSpPr/>
          <p:nvPr/>
        </p:nvSpPr>
        <p:spPr>
          <a:xfrm>
            <a:off x="7860960" y="54702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9" name=""/>
          <p:cNvSpPr/>
          <p:nvPr/>
        </p:nvSpPr>
        <p:spPr>
          <a:xfrm>
            <a:off x="7860960" y="54702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0" name=""/>
          <p:cNvSpPr/>
          <p:nvPr/>
        </p:nvSpPr>
        <p:spPr>
          <a:xfrm>
            <a:off x="9322560" y="54835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1" name=""/>
          <p:cNvSpPr/>
          <p:nvPr/>
        </p:nvSpPr>
        <p:spPr>
          <a:xfrm>
            <a:off x="9322560" y="54835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2" name=""/>
          <p:cNvSpPr/>
          <p:nvPr/>
        </p:nvSpPr>
        <p:spPr>
          <a:xfrm>
            <a:off x="10602000" y="55746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13" name=""/>
          <p:cNvSpPr/>
          <p:nvPr/>
        </p:nvSpPr>
        <p:spPr>
          <a:xfrm>
            <a:off x="10602000" y="55746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4" name=""/>
          <p:cNvSpPr/>
          <p:nvPr/>
        </p:nvSpPr>
        <p:spPr>
          <a:xfrm>
            <a:off x="8591760" y="54788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5" name=""/>
          <p:cNvSpPr/>
          <p:nvPr/>
        </p:nvSpPr>
        <p:spPr>
          <a:xfrm>
            <a:off x="8591760" y="54788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6" name=""/>
          <p:cNvSpPr/>
          <p:nvPr/>
        </p:nvSpPr>
        <p:spPr>
          <a:xfrm>
            <a:off x="7312680" y="5491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7" name=""/>
          <p:cNvSpPr/>
          <p:nvPr/>
        </p:nvSpPr>
        <p:spPr>
          <a:xfrm>
            <a:off x="7312680" y="5491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8" name=""/>
          <p:cNvSpPr/>
          <p:nvPr/>
        </p:nvSpPr>
        <p:spPr>
          <a:xfrm>
            <a:off x="7129800" y="58500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A1C9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9" name=""/>
          <p:cNvSpPr/>
          <p:nvPr/>
        </p:nvSpPr>
        <p:spPr>
          <a:xfrm>
            <a:off x="7129800" y="58500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A1C9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0" name=""/>
          <p:cNvSpPr/>
          <p:nvPr/>
        </p:nvSpPr>
        <p:spPr>
          <a:xfrm>
            <a:off x="7312680" y="54874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1" name=""/>
          <p:cNvSpPr/>
          <p:nvPr/>
        </p:nvSpPr>
        <p:spPr>
          <a:xfrm>
            <a:off x="7312680" y="54874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2" name=""/>
          <p:cNvSpPr/>
          <p:nvPr/>
        </p:nvSpPr>
        <p:spPr>
          <a:xfrm>
            <a:off x="10602000" y="58341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23" name=""/>
          <p:cNvSpPr/>
          <p:nvPr/>
        </p:nvSpPr>
        <p:spPr>
          <a:xfrm>
            <a:off x="10602000" y="58341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4" name=""/>
          <p:cNvSpPr/>
          <p:nvPr/>
        </p:nvSpPr>
        <p:spPr>
          <a:xfrm>
            <a:off x="6764400" y="52117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7DAAD0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5" name=""/>
          <p:cNvSpPr/>
          <p:nvPr/>
        </p:nvSpPr>
        <p:spPr>
          <a:xfrm>
            <a:off x="6764400" y="52117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7DAAD0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6" name=""/>
          <p:cNvSpPr/>
          <p:nvPr/>
        </p:nvSpPr>
        <p:spPr>
          <a:xfrm>
            <a:off x="8774640" y="55483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7" name=""/>
          <p:cNvSpPr/>
          <p:nvPr/>
        </p:nvSpPr>
        <p:spPr>
          <a:xfrm>
            <a:off x="8774640" y="55483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8" name=""/>
          <p:cNvSpPr/>
          <p:nvPr/>
        </p:nvSpPr>
        <p:spPr>
          <a:xfrm>
            <a:off x="8043480" y="56181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9" name=""/>
          <p:cNvSpPr/>
          <p:nvPr/>
        </p:nvSpPr>
        <p:spPr>
          <a:xfrm>
            <a:off x="8043480" y="56181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0" name=""/>
          <p:cNvSpPr/>
          <p:nvPr/>
        </p:nvSpPr>
        <p:spPr>
          <a:xfrm>
            <a:off x="9870840" y="54320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1" name=""/>
          <p:cNvSpPr/>
          <p:nvPr/>
        </p:nvSpPr>
        <p:spPr>
          <a:xfrm>
            <a:off x="9870840" y="54320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2" name=""/>
          <p:cNvSpPr/>
          <p:nvPr/>
        </p:nvSpPr>
        <p:spPr>
          <a:xfrm>
            <a:off x="7495200" y="54147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3" name=""/>
          <p:cNvSpPr/>
          <p:nvPr/>
        </p:nvSpPr>
        <p:spPr>
          <a:xfrm>
            <a:off x="7495200" y="54147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4" name=""/>
          <p:cNvSpPr/>
          <p:nvPr/>
        </p:nvSpPr>
        <p:spPr>
          <a:xfrm>
            <a:off x="10602000" y="54860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35" name=""/>
          <p:cNvSpPr/>
          <p:nvPr/>
        </p:nvSpPr>
        <p:spPr>
          <a:xfrm>
            <a:off x="10602000" y="54860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6" name=""/>
          <p:cNvSpPr/>
          <p:nvPr/>
        </p:nvSpPr>
        <p:spPr>
          <a:xfrm>
            <a:off x="8043480" y="5122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7" name=""/>
          <p:cNvSpPr/>
          <p:nvPr/>
        </p:nvSpPr>
        <p:spPr>
          <a:xfrm>
            <a:off x="8043480" y="5122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8" name=""/>
          <p:cNvSpPr/>
          <p:nvPr/>
        </p:nvSpPr>
        <p:spPr>
          <a:xfrm>
            <a:off x="8957160" y="5532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9" name=""/>
          <p:cNvSpPr/>
          <p:nvPr/>
        </p:nvSpPr>
        <p:spPr>
          <a:xfrm>
            <a:off x="8957160" y="5532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0" name=""/>
          <p:cNvSpPr/>
          <p:nvPr/>
        </p:nvSpPr>
        <p:spPr>
          <a:xfrm>
            <a:off x="10784520" y="54820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41" name=""/>
          <p:cNvSpPr/>
          <p:nvPr/>
        </p:nvSpPr>
        <p:spPr>
          <a:xfrm>
            <a:off x="10784520" y="54820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2" name=""/>
          <p:cNvSpPr/>
          <p:nvPr/>
        </p:nvSpPr>
        <p:spPr>
          <a:xfrm>
            <a:off x="9322560" y="55620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3" name=""/>
          <p:cNvSpPr/>
          <p:nvPr/>
        </p:nvSpPr>
        <p:spPr>
          <a:xfrm>
            <a:off x="9322560" y="55620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4" name=""/>
          <p:cNvSpPr/>
          <p:nvPr/>
        </p:nvSpPr>
        <p:spPr>
          <a:xfrm>
            <a:off x="10053720" y="55393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5" name=""/>
          <p:cNvSpPr/>
          <p:nvPr/>
        </p:nvSpPr>
        <p:spPr>
          <a:xfrm>
            <a:off x="10053720" y="55393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6" name=""/>
          <p:cNvSpPr/>
          <p:nvPr/>
        </p:nvSpPr>
        <p:spPr>
          <a:xfrm>
            <a:off x="10602000" y="5443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47" name=""/>
          <p:cNvSpPr/>
          <p:nvPr/>
        </p:nvSpPr>
        <p:spPr>
          <a:xfrm>
            <a:off x="10602000" y="5443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8" name=""/>
          <p:cNvSpPr/>
          <p:nvPr/>
        </p:nvSpPr>
        <p:spPr>
          <a:xfrm>
            <a:off x="8226360" y="55983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9" name=""/>
          <p:cNvSpPr/>
          <p:nvPr/>
        </p:nvSpPr>
        <p:spPr>
          <a:xfrm>
            <a:off x="8226360" y="55983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0" name=""/>
          <p:cNvSpPr/>
          <p:nvPr/>
        </p:nvSpPr>
        <p:spPr>
          <a:xfrm>
            <a:off x="10053720" y="54936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1" name=""/>
          <p:cNvSpPr/>
          <p:nvPr/>
        </p:nvSpPr>
        <p:spPr>
          <a:xfrm>
            <a:off x="10053720" y="54936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2" name=""/>
          <p:cNvSpPr/>
          <p:nvPr/>
        </p:nvSpPr>
        <p:spPr>
          <a:xfrm>
            <a:off x="7312680" y="58208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3" name=""/>
          <p:cNvSpPr/>
          <p:nvPr/>
        </p:nvSpPr>
        <p:spPr>
          <a:xfrm>
            <a:off x="7312680" y="58208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4" name=""/>
          <p:cNvSpPr/>
          <p:nvPr/>
        </p:nvSpPr>
        <p:spPr>
          <a:xfrm>
            <a:off x="9870840" y="53442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5" name=""/>
          <p:cNvSpPr/>
          <p:nvPr/>
        </p:nvSpPr>
        <p:spPr>
          <a:xfrm>
            <a:off x="9870840" y="53442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6" name=""/>
          <p:cNvSpPr/>
          <p:nvPr/>
        </p:nvSpPr>
        <p:spPr>
          <a:xfrm>
            <a:off x="10602000" y="54914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57" name=""/>
          <p:cNvSpPr/>
          <p:nvPr/>
        </p:nvSpPr>
        <p:spPr>
          <a:xfrm>
            <a:off x="10602000" y="54914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8" name=""/>
          <p:cNvSpPr/>
          <p:nvPr/>
        </p:nvSpPr>
        <p:spPr>
          <a:xfrm>
            <a:off x="10053720" y="54802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9" name=""/>
          <p:cNvSpPr/>
          <p:nvPr/>
        </p:nvSpPr>
        <p:spPr>
          <a:xfrm>
            <a:off x="10053720" y="54802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0" name=""/>
          <p:cNvSpPr/>
          <p:nvPr/>
        </p:nvSpPr>
        <p:spPr>
          <a:xfrm>
            <a:off x="10419120" y="55875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61" name=""/>
          <p:cNvSpPr/>
          <p:nvPr/>
        </p:nvSpPr>
        <p:spPr>
          <a:xfrm>
            <a:off x="10419120" y="55875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2" name=""/>
          <p:cNvSpPr/>
          <p:nvPr/>
        </p:nvSpPr>
        <p:spPr>
          <a:xfrm>
            <a:off x="8774640" y="58255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3" name=""/>
          <p:cNvSpPr/>
          <p:nvPr/>
        </p:nvSpPr>
        <p:spPr>
          <a:xfrm>
            <a:off x="8774640" y="58255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4" name=""/>
          <p:cNvSpPr/>
          <p:nvPr/>
        </p:nvSpPr>
        <p:spPr>
          <a:xfrm>
            <a:off x="8043480" y="55461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5" name=""/>
          <p:cNvSpPr/>
          <p:nvPr/>
        </p:nvSpPr>
        <p:spPr>
          <a:xfrm>
            <a:off x="8043480" y="55461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6" name=""/>
          <p:cNvSpPr/>
          <p:nvPr/>
        </p:nvSpPr>
        <p:spPr>
          <a:xfrm>
            <a:off x="8957160" y="5236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7" name=""/>
          <p:cNvSpPr/>
          <p:nvPr/>
        </p:nvSpPr>
        <p:spPr>
          <a:xfrm>
            <a:off x="8957160" y="5236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8" name=""/>
          <p:cNvSpPr/>
          <p:nvPr/>
        </p:nvSpPr>
        <p:spPr>
          <a:xfrm>
            <a:off x="9505440" y="56361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9" name=""/>
          <p:cNvSpPr/>
          <p:nvPr/>
        </p:nvSpPr>
        <p:spPr>
          <a:xfrm>
            <a:off x="9505440" y="56361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0" name=""/>
          <p:cNvSpPr/>
          <p:nvPr/>
        </p:nvSpPr>
        <p:spPr>
          <a:xfrm>
            <a:off x="10602000" y="5612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71" name=""/>
          <p:cNvSpPr/>
          <p:nvPr/>
        </p:nvSpPr>
        <p:spPr>
          <a:xfrm>
            <a:off x="10602000" y="5612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2" name=""/>
          <p:cNvSpPr/>
          <p:nvPr/>
        </p:nvSpPr>
        <p:spPr>
          <a:xfrm>
            <a:off x="10602000" y="55540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73" name=""/>
          <p:cNvSpPr/>
          <p:nvPr/>
        </p:nvSpPr>
        <p:spPr>
          <a:xfrm>
            <a:off x="10602000" y="55540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4" name=""/>
          <p:cNvSpPr/>
          <p:nvPr/>
        </p:nvSpPr>
        <p:spPr>
          <a:xfrm>
            <a:off x="10419120" y="5020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75" name=""/>
          <p:cNvSpPr/>
          <p:nvPr/>
        </p:nvSpPr>
        <p:spPr>
          <a:xfrm>
            <a:off x="10419120" y="5020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6" name=""/>
          <p:cNvSpPr/>
          <p:nvPr/>
        </p:nvSpPr>
        <p:spPr>
          <a:xfrm>
            <a:off x="10236240" y="52117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77" name=""/>
          <p:cNvSpPr/>
          <p:nvPr/>
        </p:nvSpPr>
        <p:spPr>
          <a:xfrm>
            <a:off x="10236240" y="52117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8" name=""/>
          <p:cNvSpPr/>
          <p:nvPr/>
        </p:nvSpPr>
        <p:spPr>
          <a:xfrm>
            <a:off x="8043480" y="5194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9" name=""/>
          <p:cNvSpPr/>
          <p:nvPr/>
        </p:nvSpPr>
        <p:spPr>
          <a:xfrm>
            <a:off x="8043480" y="5194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0" name=""/>
          <p:cNvSpPr/>
          <p:nvPr/>
        </p:nvSpPr>
        <p:spPr>
          <a:xfrm>
            <a:off x="10784520" y="51811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81" name=""/>
          <p:cNvSpPr/>
          <p:nvPr/>
        </p:nvSpPr>
        <p:spPr>
          <a:xfrm>
            <a:off x="10784520" y="51811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2" name=""/>
          <p:cNvSpPr/>
          <p:nvPr/>
        </p:nvSpPr>
        <p:spPr>
          <a:xfrm>
            <a:off x="10419120" y="52196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83" name=""/>
          <p:cNvSpPr/>
          <p:nvPr/>
        </p:nvSpPr>
        <p:spPr>
          <a:xfrm>
            <a:off x="10419120" y="52196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4" name=""/>
          <p:cNvSpPr/>
          <p:nvPr/>
        </p:nvSpPr>
        <p:spPr>
          <a:xfrm>
            <a:off x="9505440" y="52178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5" name=""/>
          <p:cNvSpPr/>
          <p:nvPr/>
        </p:nvSpPr>
        <p:spPr>
          <a:xfrm>
            <a:off x="9505440" y="52178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6" name=""/>
          <p:cNvSpPr/>
          <p:nvPr/>
        </p:nvSpPr>
        <p:spPr>
          <a:xfrm>
            <a:off x="9688320" y="54734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7" name=""/>
          <p:cNvSpPr/>
          <p:nvPr/>
        </p:nvSpPr>
        <p:spPr>
          <a:xfrm>
            <a:off x="9688320" y="54734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8" name=""/>
          <p:cNvSpPr/>
          <p:nvPr/>
        </p:nvSpPr>
        <p:spPr>
          <a:xfrm>
            <a:off x="9688320" y="5972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9" name=""/>
          <p:cNvSpPr/>
          <p:nvPr/>
        </p:nvSpPr>
        <p:spPr>
          <a:xfrm>
            <a:off x="9688320" y="5972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0" name=""/>
          <p:cNvSpPr/>
          <p:nvPr/>
        </p:nvSpPr>
        <p:spPr>
          <a:xfrm>
            <a:off x="9870840" y="54399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1" name=""/>
          <p:cNvSpPr/>
          <p:nvPr/>
        </p:nvSpPr>
        <p:spPr>
          <a:xfrm>
            <a:off x="9870840" y="54399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2" name=""/>
          <p:cNvSpPr/>
          <p:nvPr/>
        </p:nvSpPr>
        <p:spPr>
          <a:xfrm>
            <a:off x="9688320" y="53280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3" name=""/>
          <p:cNvSpPr/>
          <p:nvPr/>
        </p:nvSpPr>
        <p:spPr>
          <a:xfrm>
            <a:off x="9688320" y="53280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4" name=""/>
          <p:cNvSpPr/>
          <p:nvPr/>
        </p:nvSpPr>
        <p:spPr>
          <a:xfrm>
            <a:off x="9322560" y="55774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5" name=""/>
          <p:cNvSpPr/>
          <p:nvPr/>
        </p:nvSpPr>
        <p:spPr>
          <a:xfrm>
            <a:off x="9322560" y="55774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6" name=""/>
          <p:cNvSpPr/>
          <p:nvPr/>
        </p:nvSpPr>
        <p:spPr>
          <a:xfrm>
            <a:off x="9505440" y="54835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7" name=""/>
          <p:cNvSpPr/>
          <p:nvPr/>
        </p:nvSpPr>
        <p:spPr>
          <a:xfrm>
            <a:off x="9505440" y="54835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8" name=""/>
          <p:cNvSpPr/>
          <p:nvPr/>
        </p:nvSpPr>
        <p:spPr>
          <a:xfrm>
            <a:off x="8409240" y="56793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9" name=""/>
          <p:cNvSpPr/>
          <p:nvPr/>
        </p:nvSpPr>
        <p:spPr>
          <a:xfrm>
            <a:off x="8409240" y="56793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0" name=""/>
          <p:cNvSpPr/>
          <p:nvPr/>
        </p:nvSpPr>
        <p:spPr>
          <a:xfrm>
            <a:off x="10053720" y="56170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1" name=""/>
          <p:cNvSpPr/>
          <p:nvPr/>
        </p:nvSpPr>
        <p:spPr>
          <a:xfrm>
            <a:off x="10053720" y="56170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2" name=""/>
          <p:cNvSpPr/>
          <p:nvPr/>
        </p:nvSpPr>
        <p:spPr>
          <a:xfrm>
            <a:off x="9140040" y="52160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3" name=""/>
          <p:cNvSpPr/>
          <p:nvPr/>
        </p:nvSpPr>
        <p:spPr>
          <a:xfrm>
            <a:off x="9140040" y="52160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4" name=""/>
          <p:cNvSpPr/>
          <p:nvPr/>
        </p:nvSpPr>
        <p:spPr>
          <a:xfrm>
            <a:off x="10602000" y="5735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05" name=""/>
          <p:cNvSpPr/>
          <p:nvPr/>
        </p:nvSpPr>
        <p:spPr>
          <a:xfrm>
            <a:off x="10602000" y="5735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6" name=""/>
          <p:cNvSpPr/>
          <p:nvPr/>
        </p:nvSpPr>
        <p:spPr>
          <a:xfrm>
            <a:off x="10236240" y="55472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07" name=""/>
          <p:cNvSpPr/>
          <p:nvPr/>
        </p:nvSpPr>
        <p:spPr>
          <a:xfrm>
            <a:off x="10236240" y="55472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8" name=""/>
          <p:cNvSpPr/>
          <p:nvPr/>
        </p:nvSpPr>
        <p:spPr>
          <a:xfrm>
            <a:off x="7860960" y="55749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9" name=""/>
          <p:cNvSpPr/>
          <p:nvPr/>
        </p:nvSpPr>
        <p:spPr>
          <a:xfrm>
            <a:off x="7860960" y="55749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0" name=""/>
          <p:cNvSpPr/>
          <p:nvPr/>
        </p:nvSpPr>
        <p:spPr>
          <a:xfrm>
            <a:off x="7495200" y="54147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1" name=""/>
          <p:cNvSpPr/>
          <p:nvPr/>
        </p:nvSpPr>
        <p:spPr>
          <a:xfrm>
            <a:off x="7495200" y="54147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2" name=""/>
          <p:cNvSpPr/>
          <p:nvPr/>
        </p:nvSpPr>
        <p:spPr>
          <a:xfrm>
            <a:off x="7678080" y="53136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3" name=""/>
          <p:cNvSpPr/>
          <p:nvPr/>
        </p:nvSpPr>
        <p:spPr>
          <a:xfrm>
            <a:off x="7678080" y="53136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4" name=""/>
          <p:cNvSpPr/>
          <p:nvPr/>
        </p:nvSpPr>
        <p:spPr>
          <a:xfrm>
            <a:off x="9688320" y="56804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5" name=""/>
          <p:cNvSpPr/>
          <p:nvPr/>
        </p:nvSpPr>
        <p:spPr>
          <a:xfrm>
            <a:off x="9688320" y="56804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6" name=""/>
          <p:cNvSpPr/>
          <p:nvPr/>
        </p:nvSpPr>
        <p:spPr>
          <a:xfrm>
            <a:off x="9322560" y="54784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7" name=""/>
          <p:cNvSpPr/>
          <p:nvPr/>
        </p:nvSpPr>
        <p:spPr>
          <a:xfrm>
            <a:off x="9322560" y="54784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8" name=""/>
          <p:cNvSpPr/>
          <p:nvPr/>
        </p:nvSpPr>
        <p:spPr>
          <a:xfrm>
            <a:off x="8226360" y="5758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9" name=""/>
          <p:cNvSpPr/>
          <p:nvPr/>
        </p:nvSpPr>
        <p:spPr>
          <a:xfrm>
            <a:off x="8226360" y="5758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0" name=""/>
          <p:cNvSpPr/>
          <p:nvPr/>
        </p:nvSpPr>
        <p:spPr>
          <a:xfrm>
            <a:off x="10236240" y="51735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21" name=""/>
          <p:cNvSpPr/>
          <p:nvPr/>
        </p:nvSpPr>
        <p:spPr>
          <a:xfrm>
            <a:off x="10236240" y="51735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2" name=""/>
          <p:cNvSpPr/>
          <p:nvPr/>
        </p:nvSpPr>
        <p:spPr>
          <a:xfrm>
            <a:off x="10602000" y="5473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23" name=""/>
          <p:cNvSpPr/>
          <p:nvPr/>
        </p:nvSpPr>
        <p:spPr>
          <a:xfrm>
            <a:off x="10602000" y="5473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4" name=""/>
          <p:cNvSpPr/>
          <p:nvPr/>
        </p:nvSpPr>
        <p:spPr>
          <a:xfrm>
            <a:off x="8591760" y="5497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5" name=""/>
          <p:cNvSpPr/>
          <p:nvPr/>
        </p:nvSpPr>
        <p:spPr>
          <a:xfrm>
            <a:off x="8591760" y="5497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6" name=""/>
          <p:cNvSpPr/>
          <p:nvPr/>
        </p:nvSpPr>
        <p:spPr>
          <a:xfrm>
            <a:off x="7678080" y="5190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7" name=""/>
          <p:cNvSpPr/>
          <p:nvPr/>
        </p:nvSpPr>
        <p:spPr>
          <a:xfrm>
            <a:off x="7678080" y="5190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8" name=""/>
          <p:cNvSpPr/>
          <p:nvPr/>
        </p:nvSpPr>
        <p:spPr>
          <a:xfrm>
            <a:off x="10784520" y="55728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29" name=""/>
          <p:cNvSpPr/>
          <p:nvPr/>
        </p:nvSpPr>
        <p:spPr>
          <a:xfrm>
            <a:off x="10784520" y="55728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0" name=""/>
          <p:cNvSpPr/>
          <p:nvPr/>
        </p:nvSpPr>
        <p:spPr>
          <a:xfrm>
            <a:off x="7678080" y="5846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1" name=""/>
          <p:cNvSpPr/>
          <p:nvPr/>
        </p:nvSpPr>
        <p:spPr>
          <a:xfrm>
            <a:off x="7678080" y="5846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2" name=""/>
          <p:cNvSpPr/>
          <p:nvPr/>
        </p:nvSpPr>
        <p:spPr>
          <a:xfrm>
            <a:off x="9322560" y="55249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3" name=""/>
          <p:cNvSpPr/>
          <p:nvPr/>
        </p:nvSpPr>
        <p:spPr>
          <a:xfrm>
            <a:off x="9322560" y="55249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4" name=""/>
          <p:cNvSpPr/>
          <p:nvPr/>
        </p:nvSpPr>
        <p:spPr>
          <a:xfrm>
            <a:off x="9322560" y="51706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5" name=""/>
          <p:cNvSpPr/>
          <p:nvPr/>
        </p:nvSpPr>
        <p:spPr>
          <a:xfrm>
            <a:off x="9322560" y="51706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6" name=""/>
          <p:cNvSpPr/>
          <p:nvPr/>
        </p:nvSpPr>
        <p:spPr>
          <a:xfrm>
            <a:off x="9870840" y="54835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7" name=""/>
          <p:cNvSpPr/>
          <p:nvPr/>
        </p:nvSpPr>
        <p:spPr>
          <a:xfrm>
            <a:off x="9870840" y="54835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8" name=""/>
          <p:cNvSpPr/>
          <p:nvPr/>
        </p:nvSpPr>
        <p:spPr>
          <a:xfrm>
            <a:off x="7860960" y="5007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9" name=""/>
          <p:cNvSpPr/>
          <p:nvPr/>
        </p:nvSpPr>
        <p:spPr>
          <a:xfrm>
            <a:off x="7860960" y="5007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0" name=""/>
          <p:cNvSpPr/>
          <p:nvPr/>
        </p:nvSpPr>
        <p:spPr>
          <a:xfrm>
            <a:off x="8774640" y="55461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1" name=""/>
          <p:cNvSpPr/>
          <p:nvPr/>
        </p:nvSpPr>
        <p:spPr>
          <a:xfrm>
            <a:off x="8774640" y="55461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2" name=""/>
          <p:cNvSpPr/>
          <p:nvPr/>
        </p:nvSpPr>
        <p:spPr>
          <a:xfrm>
            <a:off x="9688320" y="53283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3" name=""/>
          <p:cNvSpPr/>
          <p:nvPr/>
        </p:nvSpPr>
        <p:spPr>
          <a:xfrm>
            <a:off x="9688320" y="53283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4" name=""/>
          <p:cNvSpPr/>
          <p:nvPr/>
        </p:nvSpPr>
        <p:spPr>
          <a:xfrm>
            <a:off x="9505440" y="55652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5" name=""/>
          <p:cNvSpPr/>
          <p:nvPr/>
        </p:nvSpPr>
        <p:spPr>
          <a:xfrm>
            <a:off x="9505440" y="55652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6" name=""/>
          <p:cNvSpPr/>
          <p:nvPr/>
        </p:nvSpPr>
        <p:spPr>
          <a:xfrm>
            <a:off x="8043480" y="55688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7" name=""/>
          <p:cNvSpPr/>
          <p:nvPr/>
        </p:nvSpPr>
        <p:spPr>
          <a:xfrm>
            <a:off x="8043480" y="55688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8" name=""/>
          <p:cNvSpPr/>
          <p:nvPr/>
        </p:nvSpPr>
        <p:spPr>
          <a:xfrm>
            <a:off x="10236240" y="55033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49" name=""/>
          <p:cNvSpPr/>
          <p:nvPr/>
        </p:nvSpPr>
        <p:spPr>
          <a:xfrm>
            <a:off x="10236240" y="55033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0" name=""/>
          <p:cNvSpPr/>
          <p:nvPr/>
        </p:nvSpPr>
        <p:spPr>
          <a:xfrm>
            <a:off x="9870840" y="54320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1" name=""/>
          <p:cNvSpPr/>
          <p:nvPr/>
        </p:nvSpPr>
        <p:spPr>
          <a:xfrm>
            <a:off x="9870840" y="54320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2" name=""/>
          <p:cNvSpPr/>
          <p:nvPr/>
        </p:nvSpPr>
        <p:spPr>
          <a:xfrm>
            <a:off x="7860960" y="5927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3" name=""/>
          <p:cNvSpPr/>
          <p:nvPr/>
        </p:nvSpPr>
        <p:spPr>
          <a:xfrm>
            <a:off x="7860960" y="5927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4" name=""/>
          <p:cNvSpPr/>
          <p:nvPr/>
        </p:nvSpPr>
        <p:spPr>
          <a:xfrm>
            <a:off x="7495200" y="56174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5" name=""/>
          <p:cNvSpPr/>
          <p:nvPr/>
        </p:nvSpPr>
        <p:spPr>
          <a:xfrm>
            <a:off x="7495200" y="56174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6" name=""/>
          <p:cNvSpPr/>
          <p:nvPr/>
        </p:nvSpPr>
        <p:spPr>
          <a:xfrm>
            <a:off x="8591760" y="5450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7" name=""/>
          <p:cNvSpPr/>
          <p:nvPr/>
        </p:nvSpPr>
        <p:spPr>
          <a:xfrm>
            <a:off x="8591760" y="5450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8" name=""/>
          <p:cNvSpPr/>
          <p:nvPr/>
        </p:nvSpPr>
        <p:spPr>
          <a:xfrm>
            <a:off x="7495200" y="54118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9" name=""/>
          <p:cNvSpPr/>
          <p:nvPr/>
        </p:nvSpPr>
        <p:spPr>
          <a:xfrm>
            <a:off x="7495200" y="54118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0" name=""/>
          <p:cNvSpPr/>
          <p:nvPr/>
        </p:nvSpPr>
        <p:spPr>
          <a:xfrm>
            <a:off x="9688320" y="53272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1" name=""/>
          <p:cNvSpPr/>
          <p:nvPr/>
        </p:nvSpPr>
        <p:spPr>
          <a:xfrm>
            <a:off x="9688320" y="53272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2" name=""/>
          <p:cNvSpPr/>
          <p:nvPr/>
        </p:nvSpPr>
        <p:spPr>
          <a:xfrm>
            <a:off x="8226360" y="49784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3" name=""/>
          <p:cNvSpPr/>
          <p:nvPr/>
        </p:nvSpPr>
        <p:spPr>
          <a:xfrm>
            <a:off x="8226360" y="49784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4" name=""/>
          <p:cNvSpPr/>
          <p:nvPr/>
        </p:nvSpPr>
        <p:spPr>
          <a:xfrm>
            <a:off x="8591760" y="55792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5" name=""/>
          <p:cNvSpPr/>
          <p:nvPr/>
        </p:nvSpPr>
        <p:spPr>
          <a:xfrm>
            <a:off x="8591760" y="55792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6" name=""/>
          <p:cNvSpPr/>
          <p:nvPr/>
        </p:nvSpPr>
        <p:spPr>
          <a:xfrm>
            <a:off x="10602000" y="56181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67" name=""/>
          <p:cNvSpPr/>
          <p:nvPr/>
        </p:nvSpPr>
        <p:spPr>
          <a:xfrm>
            <a:off x="10602000" y="56181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8" name=""/>
          <p:cNvSpPr/>
          <p:nvPr/>
        </p:nvSpPr>
        <p:spPr>
          <a:xfrm>
            <a:off x="9505440" y="5515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9" name=""/>
          <p:cNvSpPr/>
          <p:nvPr/>
        </p:nvSpPr>
        <p:spPr>
          <a:xfrm>
            <a:off x="9505440" y="5515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0" name=""/>
          <p:cNvSpPr/>
          <p:nvPr/>
        </p:nvSpPr>
        <p:spPr>
          <a:xfrm>
            <a:off x="10602000" y="54277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71" name=""/>
          <p:cNvSpPr/>
          <p:nvPr/>
        </p:nvSpPr>
        <p:spPr>
          <a:xfrm>
            <a:off x="10602000" y="54277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2" name=""/>
          <p:cNvSpPr/>
          <p:nvPr/>
        </p:nvSpPr>
        <p:spPr>
          <a:xfrm>
            <a:off x="9870840" y="53870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3" name=""/>
          <p:cNvSpPr/>
          <p:nvPr/>
        </p:nvSpPr>
        <p:spPr>
          <a:xfrm>
            <a:off x="9870840" y="53870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4" name=""/>
          <p:cNvSpPr/>
          <p:nvPr/>
        </p:nvSpPr>
        <p:spPr>
          <a:xfrm>
            <a:off x="8957160" y="55537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5" name=""/>
          <p:cNvSpPr/>
          <p:nvPr/>
        </p:nvSpPr>
        <p:spPr>
          <a:xfrm>
            <a:off x="8957160" y="55537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6" name=""/>
          <p:cNvSpPr/>
          <p:nvPr/>
        </p:nvSpPr>
        <p:spPr>
          <a:xfrm>
            <a:off x="9505440" y="55864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7" name=""/>
          <p:cNvSpPr/>
          <p:nvPr/>
        </p:nvSpPr>
        <p:spPr>
          <a:xfrm>
            <a:off x="9505440" y="55864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8" name=""/>
          <p:cNvSpPr/>
          <p:nvPr/>
        </p:nvSpPr>
        <p:spPr>
          <a:xfrm>
            <a:off x="9505440" y="5628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9" name=""/>
          <p:cNvSpPr/>
          <p:nvPr/>
        </p:nvSpPr>
        <p:spPr>
          <a:xfrm>
            <a:off x="9505440" y="5628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0" name=""/>
          <p:cNvSpPr/>
          <p:nvPr/>
        </p:nvSpPr>
        <p:spPr>
          <a:xfrm>
            <a:off x="6764400" y="57574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7DAAD0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1" name=""/>
          <p:cNvSpPr/>
          <p:nvPr/>
        </p:nvSpPr>
        <p:spPr>
          <a:xfrm>
            <a:off x="6764400" y="57574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7DAAD0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2" name=""/>
          <p:cNvSpPr/>
          <p:nvPr/>
        </p:nvSpPr>
        <p:spPr>
          <a:xfrm>
            <a:off x="10419120" y="52873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83" name=""/>
          <p:cNvSpPr/>
          <p:nvPr/>
        </p:nvSpPr>
        <p:spPr>
          <a:xfrm>
            <a:off x="10419120" y="52873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4" name=""/>
          <p:cNvSpPr/>
          <p:nvPr/>
        </p:nvSpPr>
        <p:spPr>
          <a:xfrm>
            <a:off x="8957160" y="55756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5" name=""/>
          <p:cNvSpPr/>
          <p:nvPr/>
        </p:nvSpPr>
        <p:spPr>
          <a:xfrm>
            <a:off x="8957160" y="55756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6" name=""/>
          <p:cNvSpPr/>
          <p:nvPr/>
        </p:nvSpPr>
        <p:spPr>
          <a:xfrm>
            <a:off x="9505440" y="54964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7" name=""/>
          <p:cNvSpPr/>
          <p:nvPr/>
        </p:nvSpPr>
        <p:spPr>
          <a:xfrm>
            <a:off x="9505440" y="54964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8" name=""/>
          <p:cNvSpPr/>
          <p:nvPr/>
        </p:nvSpPr>
        <p:spPr>
          <a:xfrm>
            <a:off x="8409240" y="5542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9" name=""/>
          <p:cNvSpPr/>
          <p:nvPr/>
        </p:nvSpPr>
        <p:spPr>
          <a:xfrm>
            <a:off x="8409240" y="5542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0" name=""/>
          <p:cNvSpPr/>
          <p:nvPr/>
        </p:nvSpPr>
        <p:spPr>
          <a:xfrm>
            <a:off x="10236240" y="56304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91" name=""/>
          <p:cNvSpPr/>
          <p:nvPr/>
        </p:nvSpPr>
        <p:spPr>
          <a:xfrm>
            <a:off x="10236240" y="56304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2" name=""/>
          <p:cNvSpPr/>
          <p:nvPr/>
        </p:nvSpPr>
        <p:spPr>
          <a:xfrm>
            <a:off x="10602000" y="54810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93" name=""/>
          <p:cNvSpPr/>
          <p:nvPr/>
        </p:nvSpPr>
        <p:spPr>
          <a:xfrm>
            <a:off x="10602000" y="54810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4" name=""/>
          <p:cNvSpPr/>
          <p:nvPr/>
        </p:nvSpPr>
        <p:spPr>
          <a:xfrm>
            <a:off x="9870840" y="51782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5" name=""/>
          <p:cNvSpPr/>
          <p:nvPr/>
        </p:nvSpPr>
        <p:spPr>
          <a:xfrm>
            <a:off x="9870840" y="51782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6" name=""/>
          <p:cNvSpPr/>
          <p:nvPr/>
        </p:nvSpPr>
        <p:spPr>
          <a:xfrm>
            <a:off x="9322560" y="53283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7" name=""/>
          <p:cNvSpPr/>
          <p:nvPr/>
        </p:nvSpPr>
        <p:spPr>
          <a:xfrm>
            <a:off x="9322560" y="53283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8" name=""/>
          <p:cNvSpPr/>
          <p:nvPr/>
        </p:nvSpPr>
        <p:spPr>
          <a:xfrm>
            <a:off x="9688320" y="5586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9" name=""/>
          <p:cNvSpPr/>
          <p:nvPr/>
        </p:nvSpPr>
        <p:spPr>
          <a:xfrm>
            <a:off x="9688320" y="5586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0" name=""/>
          <p:cNvSpPr/>
          <p:nvPr/>
        </p:nvSpPr>
        <p:spPr>
          <a:xfrm>
            <a:off x="8043480" y="52524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1" name=""/>
          <p:cNvSpPr/>
          <p:nvPr/>
        </p:nvSpPr>
        <p:spPr>
          <a:xfrm>
            <a:off x="8043480" y="52524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2" name=""/>
          <p:cNvSpPr/>
          <p:nvPr/>
        </p:nvSpPr>
        <p:spPr>
          <a:xfrm>
            <a:off x="8591760" y="5515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3" name=""/>
          <p:cNvSpPr/>
          <p:nvPr/>
        </p:nvSpPr>
        <p:spPr>
          <a:xfrm>
            <a:off x="8591760" y="5515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4" name=""/>
          <p:cNvSpPr/>
          <p:nvPr/>
        </p:nvSpPr>
        <p:spPr>
          <a:xfrm>
            <a:off x="10784520" y="54514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05" name=""/>
          <p:cNvSpPr/>
          <p:nvPr/>
        </p:nvSpPr>
        <p:spPr>
          <a:xfrm>
            <a:off x="10784520" y="54514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6" name=""/>
          <p:cNvSpPr/>
          <p:nvPr/>
        </p:nvSpPr>
        <p:spPr>
          <a:xfrm>
            <a:off x="9870840" y="55706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7" name=""/>
          <p:cNvSpPr/>
          <p:nvPr/>
        </p:nvSpPr>
        <p:spPr>
          <a:xfrm>
            <a:off x="9870840" y="55706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8" name=""/>
          <p:cNvSpPr/>
          <p:nvPr/>
        </p:nvSpPr>
        <p:spPr>
          <a:xfrm>
            <a:off x="10053720" y="55832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9" name=""/>
          <p:cNvSpPr/>
          <p:nvPr/>
        </p:nvSpPr>
        <p:spPr>
          <a:xfrm>
            <a:off x="10053720" y="55832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0" name=""/>
          <p:cNvSpPr/>
          <p:nvPr/>
        </p:nvSpPr>
        <p:spPr>
          <a:xfrm>
            <a:off x="8043480" y="5311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1" name=""/>
          <p:cNvSpPr/>
          <p:nvPr/>
        </p:nvSpPr>
        <p:spPr>
          <a:xfrm>
            <a:off x="8043480" y="5311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2" name=""/>
          <p:cNvSpPr/>
          <p:nvPr/>
        </p:nvSpPr>
        <p:spPr>
          <a:xfrm>
            <a:off x="9688320" y="52038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3" name=""/>
          <p:cNvSpPr/>
          <p:nvPr/>
        </p:nvSpPr>
        <p:spPr>
          <a:xfrm>
            <a:off x="9688320" y="52038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4" name=""/>
          <p:cNvSpPr/>
          <p:nvPr/>
        </p:nvSpPr>
        <p:spPr>
          <a:xfrm>
            <a:off x="10419120" y="48733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15" name=""/>
          <p:cNvSpPr/>
          <p:nvPr/>
        </p:nvSpPr>
        <p:spPr>
          <a:xfrm>
            <a:off x="10419120" y="48733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6" name=""/>
          <p:cNvSpPr/>
          <p:nvPr/>
        </p:nvSpPr>
        <p:spPr>
          <a:xfrm>
            <a:off x="10419120" y="53467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17" name=""/>
          <p:cNvSpPr/>
          <p:nvPr/>
        </p:nvSpPr>
        <p:spPr>
          <a:xfrm>
            <a:off x="10419120" y="53467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8" name=""/>
          <p:cNvSpPr/>
          <p:nvPr/>
        </p:nvSpPr>
        <p:spPr>
          <a:xfrm>
            <a:off x="10784520" y="55742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19" name=""/>
          <p:cNvSpPr/>
          <p:nvPr/>
        </p:nvSpPr>
        <p:spPr>
          <a:xfrm>
            <a:off x="10784520" y="55742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0" name=""/>
          <p:cNvSpPr/>
          <p:nvPr/>
        </p:nvSpPr>
        <p:spPr>
          <a:xfrm>
            <a:off x="9870840" y="56901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1" name=""/>
          <p:cNvSpPr/>
          <p:nvPr/>
        </p:nvSpPr>
        <p:spPr>
          <a:xfrm>
            <a:off x="9870840" y="56901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2" name=""/>
          <p:cNvSpPr/>
          <p:nvPr/>
        </p:nvSpPr>
        <p:spPr>
          <a:xfrm>
            <a:off x="9505440" y="54093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3" name=""/>
          <p:cNvSpPr/>
          <p:nvPr/>
        </p:nvSpPr>
        <p:spPr>
          <a:xfrm>
            <a:off x="9505440" y="54093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4" name=""/>
          <p:cNvSpPr/>
          <p:nvPr/>
        </p:nvSpPr>
        <p:spPr>
          <a:xfrm>
            <a:off x="9505440" y="55490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5" name=""/>
          <p:cNvSpPr/>
          <p:nvPr/>
        </p:nvSpPr>
        <p:spPr>
          <a:xfrm>
            <a:off x="9505440" y="55490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6" name=""/>
          <p:cNvSpPr/>
          <p:nvPr/>
        </p:nvSpPr>
        <p:spPr>
          <a:xfrm>
            <a:off x="6947280" y="55461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8EBCD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7" name=""/>
          <p:cNvSpPr/>
          <p:nvPr/>
        </p:nvSpPr>
        <p:spPr>
          <a:xfrm>
            <a:off x="6947280" y="55461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8EBCD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8" name=""/>
          <p:cNvSpPr/>
          <p:nvPr/>
        </p:nvSpPr>
        <p:spPr>
          <a:xfrm>
            <a:off x="9322560" y="53982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9" name=""/>
          <p:cNvSpPr/>
          <p:nvPr/>
        </p:nvSpPr>
        <p:spPr>
          <a:xfrm>
            <a:off x="9322560" y="53982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0" name=""/>
          <p:cNvSpPr/>
          <p:nvPr/>
        </p:nvSpPr>
        <p:spPr>
          <a:xfrm>
            <a:off x="8043480" y="58550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1" name=""/>
          <p:cNvSpPr/>
          <p:nvPr/>
        </p:nvSpPr>
        <p:spPr>
          <a:xfrm>
            <a:off x="8043480" y="58550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2" name=""/>
          <p:cNvSpPr/>
          <p:nvPr/>
        </p:nvSpPr>
        <p:spPr>
          <a:xfrm>
            <a:off x="9322560" y="53352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3" name=""/>
          <p:cNvSpPr/>
          <p:nvPr/>
        </p:nvSpPr>
        <p:spPr>
          <a:xfrm>
            <a:off x="9322560" y="53352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4" name=""/>
          <p:cNvSpPr/>
          <p:nvPr/>
        </p:nvSpPr>
        <p:spPr>
          <a:xfrm>
            <a:off x="10602000" y="5369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35" name=""/>
          <p:cNvSpPr/>
          <p:nvPr/>
        </p:nvSpPr>
        <p:spPr>
          <a:xfrm>
            <a:off x="10602000" y="5369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6" name=""/>
          <p:cNvSpPr/>
          <p:nvPr/>
        </p:nvSpPr>
        <p:spPr>
          <a:xfrm>
            <a:off x="9870840" y="52038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7" name=""/>
          <p:cNvSpPr/>
          <p:nvPr/>
        </p:nvSpPr>
        <p:spPr>
          <a:xfrm>
            <a:off x="9870840" y="52038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8" name=""/>
          <p:cNvSpPr/>
          <p:nvPr/>
        </p:nvSpPr>
        <p:spPr>
          <a:xfrm>
            <a:off x="10236240" y="56109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39" name=""/>
          <p:cNvSpPr/>
          <p:nvPr/>
        </p:nvSpPr>
        <p:spPr>
          <a:xfrm>
            <a:off x="10236240" y="56109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0" name=""/>
          <p:cNvSpPr/>
          <p:nvPr/>
        </p:nvSpPr>
        <p:spPr>
          <a:xfrm>
            <a:off x="8226360" y="54770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1" name=""/>
          <p:cNvSpPr/>
          <p:nvPr/>
        </p:nvSpPr>
        <p:spPr>
          <a:xfrm>
            <a:off x="8226360" y="54770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2" name=""/>
          <p:cNvSpPr/>
          <p:nvPr/>
        </p:nvSpPr>
        <p:spPr>
          <a:xfrm>
            <a:off x="8774640" y="55501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3" name=""/>
          <p:cNvSpPr/>
          <p:nvPr/>
        </p:nvSpPr>
        <p:spPr>
          <a:xfrm>
            <a:off x="8774640" y="55501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4" name=""/>
          <p:cNvSpPr/>
          <p:nvPr/>
        </p:nvSpPr>
        <p:spPr>
          <a:xfrm>
            <a:off x="10236240" y="49431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45" name=""/>
          <p:cNvSpPr/>
          <p:nvPr/>
        </p:nvSpPr>
        <p:spPr>
          <a:xfrm>
            <a:off x="10236240" y="49431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6" name=""/>
          <p:cNvSpPr/>
          <p:nvPr/>
        </p:nvSpPr>
        <p:spPr>
          <a:xfrm>
            <a:off x="6581520" y="51955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6C98C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47" name=""/>
          <p:cNvSpPr/>
          <p:nvPr/>
        </p:nvSpPr>
        <p:spPr>
          <a:xfrm>
            <a:off x="6581520" y="51955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6C98C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8" name=""/>
          <p:cNvSpPr/>
          <p:nvPr/>
        </p:nvSpPr>
        <p:spPr>
          <a:xfrm>
            <a:off x="8043480" y="54284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9" name=""/>
          <p:cNvSpPr/>
          <p:nvPr/>
        </p:nvSpPr>
        <p:spPr>
          <a:xfrm>
            <a:off x="8043480" y="54284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0" name=""/>
          <p:cNvSpPr/>
          <p:nvPr/>
        </p:nvSpPr>
        <p:spPr>
          <a:xfrm>
            <a:off x="7678080" y="53643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1" name=""/>
          <p:cNvSpPr/>
          <p:nvPr/>
        </p:nvSpPr>
        <p:spPr>
          <a:xfrm>
            <a:off x="7678080" y="53643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2" name=""/>
          <p:cNvSpPr/>
          <p:nvPr/>
        </p:nvSpPr>
        <p:spPr>
          <a:xfrm>
            <a:off x="7312680" y="5758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3" name=""/>
          <p:cNvSpPr/>
          <p:nvPr/>
        </p:nvSpPr>
        <p:spPr>
          <a:xfrm>
            <a:off x="7312680" y="5758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4" name=""/>
          <p:cNvSpPr/>
          <p:nvPr/>
        </p:nvSpPr>
        <p:spPr>
          <a:xfrm>
            <a:off x="8226360" y="5547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5" name=""/>
          <p:cNvSpPr/>
          <p:nvPr/>
        </p:nvSpPr>
        <p:spPr>
          <a:xfrm>
            <a:off x="8226360" y="5547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6" name=""/>
          <p:cNvSpPr/>
          <p:nvPr/>
        </p:nvSpPr>
        <p:spPr>
          <a:xfrm>
            <a:off x="9322560" y="54939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7" name=""/>
          <p:cNvSpPr/>
          <p:nvPr/>
        </p:nvSpPr>
        <p:spPr>
          <a:xfrm>
            <a:off x="9322560" y="54939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8" name=""/>
          <p:cNvSpPr/>
          <p:nvPr/>
        </p:nvSpPr>
        <p:spPr>
          <a:xfrm>
            <a:off x="7495200" y="54507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9" name=""/>
          <p:cNvSpPr/>
          <p:nvPr/>
        </p:nvSpPr>
        <p:spPr>
          <a:xfrm>
            <a:off x="7495200" y="54507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0" name=""/>
          <p:cNvSpPr/>
          <p:nvPr/>
        </p:nvSpPr>
        <p:spPr>
          <a:xfrm>
            <a:off x="10602000" y="5279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61" name=""/>
          <p:cNvSpPr/>
          <p:nvPr/>
        </p:nvSpPr>
        <p:spPr>
          <a:xfrm>
            <a:off x="10602000" y="5279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2" name=""/>
          <p:cNvSpPr/>
          <p:nvPr/>
        </p:nvSpPr>
        <p:spPr>
          <a:xfrm>
            <a:off x="8591760" y="58230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3" name=""/>
          <p:cNvSpPr/>
          <p:nvPr/>
        </p:nvSpPr>
        <p:spPr>
          <a:xfrm>
            <a:off x="8591760" y="58230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4" name=""/>
          <p:cNvSpPr/>
          <p:nvPr/>
        </p:nvSpPr>
        <p:spPr>
          <a:xfrm>
            <a:off x="9688320" y="5491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5" name=""/>
          <p:cNvSpPr/>
          <p:nvPr/>
        </p:nvSpPr>
        <p:spPr>
          <a:xfrm>
            <a:off x="9688320" y="5491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6" name=""/>
          <p:cNvSpPr/>
          <p:nvPr/>
        </p:nvSpPr>
        <p:spPr>
          <a:xfrm>
            <a:off x="10419120" y="5023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67" name=""/>
          <p:cNvSpPr/>
          <p:nvPr/>
        </p:nvSpPr>
        <p:spPr>
          <a:xfrm>
            <a:off x="10419120" y="5023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8" name=""/>
          <p:cNvSpPr/>
          <p:nvPr/>
        </p:nvSpPr>
        <p:spPr>
          <a:xfrm>
            <a:off x="9140040" y="54921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9" name=""/>
          <p:cNvSpPr/>
          <p:nvPr/>
        </p:nvSpPr>
        <p:spPr>
          <a:xfrm>
            <a:off x="9140040" y="54921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0" name=""/>
          <p:cNvSpPr/>
          <p:nvPr/>
        </p:nvSpPr>
        <p:spPr>
          <a:xfrm>
            <a:off x="8043480" y="56257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1" name=""/>
          <p:cNvSpPr/>
          <p:nvPr/>
        </p:nvSpPr>
        <p:spPr>
          <a:xfrm>
            <a:off x="8043480" y="56257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2" name=""/>
          <p:cNvSpPr/>
          <p:nvPr/>
        </p:nvSpPr>
        <p:spPr>
          <a:xfrm>
            <a:off x="9505440" y="5628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3" name=""/>
          <p:cNvSpPr/>
          <p:nvPr/>
        </p:nvSpPr>
        <p:spPr>
          <a:xfrm>
            <a:off x="9505440" y="5628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4" name=""/>
          <p:cNvSpPr/>
          <p:nvPr/>
        </p:nvSpPr>
        <p:spPr>
          <a:xfrm>
            <a:off x="9688320" y="55760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5" name=""/>
          <p:cNvSpPr/>
          <p:nvPr/>
        </p:nvSpPr>
        <p:spPr>
          <a:xfrm>
            <a:off x="9688320" y="55760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6" name=""/>
          <p:cNvSpPr/>
          <p:nvPr/>
        </p:nvSpPr>
        <p:spPr>
          <a:xfrm>
            <a:off x="8409240" y="49431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7" name=""/>
          <p:cNvSpPr/>
          <p:nvPr/>
        </p:nvSpPr>
        <p:spPr>
          <a:xfrm>
            <a:off x="8409240" y="49431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8" name=""/>
          <p:cNvSpPr/>
          <p:nvPr/>
        </p:nvSpPr>
        <p:spPr>
          <a:xfrm>
            <a:off x="8774640" y="53283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9" name=""/>
          <p:cNvSpPr/>
          <p:nvPr/>
        </p:nvSpPr>
        <p:spPr>
          <a:xfrm>
            <a:off x="8774640" y="53283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0" name=""/>
          <p:cNvSpPr/>
          <p:nvPr/>
        </p:nvSpPr>
        <p:spPr>
          <a:xfrm>
            <a:off x="10784520" y="51073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81" name=""/>
          <p:cNvSpPr/>
          <p:nvPr/>
        </p:nvSpPr>
        <p:spPr>
          <a:xfrm>
            <a:off x="10784520" y="51073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2" name=""/>
          <p:cNvSpPr/>
          <p:nvPr/>
        </p:nvSpPr>
        <p:spPr>
          <a:xfrm>
            <a:off x="7312680" y="5801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3" name=""/>
          <p:cNvSpPr/>
          <p:nvPr/>
        </p:nvSpPr>
        <p:spPr>
          <a:xfrm>
            <a:off x="7312680" y="5801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4" name=""/>
          <p:cNvSpPr/>
          <p:nvPr/>
        </p:nvSpPr>
        <p:spPr>
          <a:xfrm>
            <a:off x="10419120" y="51998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85" name=""/>
          <p:cNvSpPr/>
          <p:nvPr/>
        </p:nvSpPr>
        <p:spPr>
          <a:xfrm>
            <a:off x="10419120" y="51998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6" name=""/>
          <p:cNvSpPr/>
          <p:nvPr/>
        </p:nvSpPr>
        <p:spPr>
          <a:xfrm>
            <a:off x="8591760" y="5515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7" name=""/>
          <p:cNvSpPr/>
          <p:nvPr/>
        </p:nvSpPr>
        <p:spPr>
          <a:xfrm>
            <a:off x="8591760" y="5515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8" name=""/>
          <p:cNvSpPr/>
          <p:nvPr/>
        </p:nvSpPr>
        <p:spPr>
          <a:xfrm>
            <a:off x="10784520" y="54367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89" name=""/>
          <p:cNvSpPr/>
          <p:nvPr/>
        </p:nvSpPr>
        <p:spPr>
          <a:xfrm>
            <a:off x="10784520" y="54367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0" name=""/>
          <p:cNvSpPr/>
          <p:nvPr/>
        </p:nvSpPr>
        <p:spPr>
          <a:xfrm>
            <a:off x="10053720" y="53798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1" name=""/>
          <p:cNvSpPr/>
          <p:nvPr/>
        </p:nvSpPr>
        <p:spPr>
          <a:xfrm>
            <a:off x="10053720" y="53798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2" name=""/>
          <p:cNvSpPr/>
          <p:nvPr/>
        </p:nvSpPr>
        <p:spPr>
          <a:xfrm>
            <a:off x="9322560" y="51148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3" name=""/>
          <p:cNvSpPr/>
          <p:nvPr/>
        </p:nvSpPr>
        <p:spPr>
          <a:xfrm>
            <a:off x="9322560" y="51148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4" name=""/>
          <p:cNvSpPr/>
          <p:nvPr/>
        </p:nvSpPr>
        <p:spPr>
          <a:xfrm>
            <a:off x="6947280" y="51775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8EBCD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5" name=""/>
          <p:cNvSpPr/>
          <p:nvPr/>
        </p:nvSpPr>
        <p:spPr>
          <a:xfrm>
            <a:off x="6947280" y="51775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8EBCD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6" name=""/>
          <p:cNvSpPr/>
          <p:nvPr/>
        </p:nvSpPr>
        <p:spPr>
          <a:xfrm>
            <a:off x="8957160" y="58233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7" name=""/>
          <p:cNvSpPr/>
          <p:nvPr/>
        </p:nvSpPr>
        <p:spPr>
          <a:xfrm>
            <a:off x="8957160" y="58233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8" name=""/>
          <p:cNvSpPr/>
          <p:nvPr/>
        </p:nvSpPr>
        <p:spPr>
          <a:xfrm>
            <a:off x="10419120" y="55846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99" name=""/>
          <p:cNvSpPr/>
          <p:nvPr/>
        </p:nvSpPr>
        <p:spPr>
          <a:xfrm>
            <a:off x="10419120" y="55846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0" name=""/>
          <p:cNvSpPr/>
          <p:nvPr/>
        </p:nvSpPr>
        <p:spPr>
          <a:xfrm>
            <a:off x="10419120" y="56354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01" name=""/>
          <p:cNvSpPr/>
          <p:nvPr/>
        </p:nvSpPr>
        <p:spPr>
          <a:xfrm>
            <a:off x="10419120" y="56354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2" name=""/>
          <p:cNvSpPr/>
          <p:nvPr/>
        </p:nvSpPr>
        <p:spPr>
          <a:xfrm>
            <a:off x="10236240" y="60494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03" name=""/>
          <p:cNvSpPr/>
          <p:nvPr/>
        </p:nvSpPr>
        <p:spPr>
          <a:xfrm>
            <a:off x="10236240" y="60494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4" name=""/>
          <p:cNvSpPr/>
          <p:nvPr/>
        </p:nvSpPr>
        <p:spPr>
          <a:xfrm>
            <a:off x="10602000" y="5522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05" name=""/>
          <p:cNvSpPr/>
          <p:nvPr/>
        </p:nvSpPr>
        <p:spPr>
          <a:xfrm>
            <a:off x="10602000" y="5522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6" name=""/>
          <p:cNvSpPr/>
          <p:nvPr/>
        </p:nvSpPr>
        <p:spPr>
          <a:xfrm>
            <a:off x="7860960" y="53834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7" name=""/>
          <p:cNvSpPr/>
          <p:nvPr/>
        </p:nvSpPr>
        <p:spPr>
          <a:xfrm>
            <a:off x="7860960" y="53834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8" name=""/>
          <p:cNvSpPr/>
          <p:nvPr/>
        </p:nvSpPr>
        <p:spPr>
          <a:xfrm>
            <a:off x="8957160" y="52293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9" name=""/>
          <p:cNvSpPr/>
          <p:nvPr/>
        </p:nvSpPr>
        <p:spPr>
          <a:xfrm>
            <a:off x="8957160" y="52293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0" name=""/>
          <p:cNvSpPr/>
          <p:nvPr/>
        </p:nvSpPr>
        <p:spPr>
          <a:xfrm>
            <a:off x="9688320" y="55148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1" name=""/>
          <p:cNvSpPr/>
          <p:nvPr/>
        </p:nvSpPr>
        <p:spPr>
          <a:xfrm>
            <a:off x="9688320" y="55148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2" name=""/>
          <p:cNvSpPr/>
          <p:nvPr/>
        </p:nvSpPr>
        <p:spPr>
          <a:xfrm>
            <a:off x="6216120" y="56296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4575B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13" name=""/>
          <p:cNvSpPr/>
          <p:nvPr/>
        </p:nvSpPr>
        <p:spPr>
          <a:xfrm>
            <a:off x="6216120" y="56296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4575B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4" name=""/>
          <p:cNvSpPr/>
          <p:nvPr/>
        </p:nvSpPr>
        <p:spPr>
          <a:xfrm>
            <a:off x="10784520" y="58435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15" name=""/>
          <p:cNvSpPr/>
          <p:nvPr/>
        </p:nvSpPr>
        <p:spPr>
          <a:xfrm>
            <a:off x="10784520" y="58435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6" name=""/>
          <p:cNvSpPr/>
          <p:nvPr/>
        </p:nvSpPr>
        <p:spPr>
          <a:xfrm>
            <a:off x="7312680" y="5839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7" name=""/>
          <p:cNvSpPr/>
          <p:nvPr/>
        </p:nvSpPr>
        <p:spPr>
          <a:xfrm>
            <a:off x="7312680" y="5839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8" name=""/>
          <p:cNvSpPr/>
          <p:nvPr/>
        </p:nvSpPr>
        <p:spPr>
          <a:xfrm>
            <a:off x="8043480" y="57063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9" name=""/>
          <p:cNvSpPr/>
          <p:nvPr/>
        </p:nvSpPr>
        <p:spPr>
          <a:xfrm>
            <a:off x="8043480" y="57063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0" name=""/>
          <p:cNvSpPr/>
          <p:nvPr/>
        </p:nvSpPr>
        <p:spPr>
          <a:xfrm>
            <a:off x="8226360" y="48229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1" name=""/>
          <p:cNvSpPr/>
          <p:nvPr/>
        </p:nvSpPr>
        <p:spPr>
          <a:xfrm>
            <a:off x="8226360" y="48229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2" name=""/>
          <p:cNvSpPr/>
          <p:nvPr/>
        </p:nvSpPr>
        <p:spPr>
          <a:xfrm>
            <a:off x="10602000" y="54914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23" name=""/>
          <p:cNvSpPr/>
          <p:nvPr/>
        </p:nvSpPr>
        <p:spPr>
          <a:xfrm>
            <a:off x="10602000" y="54914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4" name=""/>
          <p:cNvSpPr/>
          <p:nvPr/>
        </p:nvSpPr>
        <p:spPr>
          <a:xfrm>
            <a:off x="7312680" y="55274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5" name=""/>
          <p:cNvSpPr/>
          <p:nvPr/>
        </p:nvSpPr>
        <p:spPr>
          <a:xfrm>
            <a:off x="7312680" y="55274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6" name=""/>
          <p:cNvSpPr/>
          <p:nvPr/>
        </p:nvSpPr>
        <p:spPr>
          <a:xfrm>
            <a:off x="10784520" y="56185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27" name=""/>
          <p:cNvSpPr/>
          <p:nvPr/>
        </p:nvSpPr>
        <p:spPr>
          <a:xfrm>
            <a:off x="10784520" y="56185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8" name=""/>
          <p:cNvSpPr/>
          <p:nvPr/>
        </p:nvSpPr>
        <p:spPr>
          <a:xfrm>
            <a:off x="6581520" y="52081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6C98C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29" name=""/>
          <p:cNvSpPr/>
          <p:nvPr/>
        </p:nvSpPr>
        <p:spPr>
          <a:xfrm>
            <a:off x="6581520" y="52081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6C98C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0" name=""/>
          <p:cNvSpPr/>
          <p:nvPr/>
        </p:nvSpPr>
        <p:spPr>
          <a:xfrm>
            <a:off x="8774640" y="58143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1" name=""/>
          <p:cNvSpPr/>
          <p:nvPr/>
        </p:nvSpPr>
        <p:spPr>
          <a:xfrm>
            <a:off x="8774640" y="58143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2" name=""/>
          <p:cNvSpPr/>
          <p:nvPr/>
        </p:nvSpPr>
        <p:spPr>
          <a:xfrm>
            <a:off x="9322560" y="55782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3" name=""/>
          <p:cNvSpPr/>
          <p:nvPr/>
        </p:nvSpPr>
        <p:spPr>
          <a:xfrm>
            <a:off x="9322560" y="55782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4" name=""/>
          <p:cNvSpPr/>
          <p:nvPr/>
        </p:nvSpPr>
        <p:spPr>
          <a:xfrm>
            <a:off x="8591760" y="55080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5" name=""/>
          <p:cNvSpPr/>
          <p:nvPr/>
        </p:nvSpPr>
        <p:spPr>
          <a:xfrm>
            <a:off x="8591760" y="55080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6" name=""/>
          <p:cNvSpPr/>
          <p:nvPr/>
        </p:nvSpPr>
        <p:spPr>
          <a:xfrm>
            <a:off x="9322560" y="55450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7" name=""/>
          <p:cNvSpPr/>
          <p:nvPr/>
        </p:nvSpPr>
        <p:spPr>
          <a:xfrm>
            <a:off x="9322560" y="55450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8" name=""/>
          <p:cNvSpPr/>
          <p:nvPr/>
        </p:nvSpPr>
        <p:spPr>
          <a:xfrm>
            <a:off x="6764400" y="48229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7DAAD0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9" name=""/>
          <p:cNvSpPr/>
          <p:nvPr/>
        </p:nvSpPr>
        <p:spPr>
          <a:xfrm>
            <a:off x="6764400" y="48229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7DAAD0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0" name=""/>
          <p:cNvSpPr/>
          <p:nvPr/>
        </p:nvSpPr>
        <p:spPr>
          <a:xfrm>
            <a:off x="9505440" y="55144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1" name=""/>
          <p:cNvSpPr/>
          <p:nvPr/>
        </p:nvSpPr>
        <p:spPr>
          <a:xfrm>
            <a:off x="9505440" y="55144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2" name=""/>
          <p:cNvSpPr/>
          <p:nvPr/>
        </p:nvSpPr>
        <p:spPr>
          <a:xfrm>
            <a:off x="10419120" y="52131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43" name=""/>
          <p:cNvSpPr/>
          <p:nvPr/>
        </p:nvSpPr>
        <p:spPr>
          <a:xfrm>
            <a:off x="10419120" y="52131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4" name=""/>
          <p:cNvSpPr/>
          <p:nvPr/>
        </p:nvSpPr>
        <p:spPr>
          <a:xfrm>
            <a:off x="10784520" y="54900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45" name=""/>
          <p:cNvSpPr/>
          <p:nvPr/>
        </p:nvSpPr>
        <p:spPr>
          <a:xfrm>
            <a:off x="10784520" y="54900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6" name=""/>
          <p:cNvSpPr/>
          <p:nvPr/>
        </p:nvSpPr>
        <p:spPr>
          <a:xfrm>
            <a:off x="9870840" y="54424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7" name=""/>
          <p:cNvSpPr/>
          <p:nvPr/>
        </p:nvSpPr>
        <p:spPr>
          <a:xfrm>
            <a:off x="9870840" y="54424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8" name=""/>
          <p:cNvSpPr/>
          <p:nvPr/>
        </p:nvSpPr>
        <p:spPr>
          <a:xfrm>
            <a:off x="10784520" y="58888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49" name=""/>
          <p:cNvSpPr/>
          <p:nvPr/>
        </p:nvSpPr>
        <p:spPr>
          <a:xfrm>
            <a:off x="10784520" y="58888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0" name=""/>
          <p:cNvSpPr/>
          <p:nvPr/>
        </p:nvSpPr>
        <p:spPr>
          <a:xfrm>
            <a:off x="10784520" y="53910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51" name=""/>
          <p:cNvSpPr/>
          <p:nvPr/>
        </p:nvSpPr>
        <p:spPr>
          <a:xfrm>
            <a:off x="10784520" y="53910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2" name=""/>
          <p:cNvSpPr/>
          <p:nvPr/>
        </p:nvSpPr>
        <p:spPr>
          <a:xfrm>
            <a:off x="10784520" y="55785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53" name=""/>
          <p:cNvSpPr/>
          <p:nvPr/>
        </p:nvSpPr>
        <p:spPr>
          <a:xfrm>
            <a:off x="10784520" y="55785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4" name=""/>
          <p:cNvSpPr/>
          <p:nvPr/>
        </p:nvSpPr>
        <p:spPr>
          <a:xfrm>
            <a:off x="7495200" y="54691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5" name=""/>
          <p:cNvSpPr/>
          <p:nvPr/>
        </p:nvSpPr>
        <p:spPr>
          <a:xfrm>
            <a:off x="7495200" y="54691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6" name=""/>
          <p:cNvSpPr/>
          <p:nvPr/>
        </p:nvSpPr>
        <p:spPr>
          <a:xfrm>
            <a:off x="8043480" y="55288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7" name=""/>
          <p:cNvSpPr/>
          <p:nvPr/>
        </p:nvSpPr>
        <p:spPr>
          <a:xfrm>
            <a:off x="8043480" y="55288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8" name=""/>
          <p:cNvSpPr/>
          <p:nvPr/>
        </p:nvSpPr>
        <p:spPr>
          <a:xfrm>
            <a:off x="8591760" y="52048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9" name=""/>
          <p:cNvSpPr/>
          <p:nvPr/>
        </p:nvSpPr>
        <p:spPr>
          <a:xfrm>
            <a:off x="8591760" y="52048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0" name=""/>
          <p:cNvSpPr/>
          <p:nvPr/>
        </p:nvSpPr>
        <p:spPr>
          <a:xfrm>
            <a:off x="9688320" y="5547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1" name=""/>
          <p:cNvSpPr/>
          <p:nvPr/>
        </p:nvSpPr>
        <p:spPr>
          <a:xfrm>
            <a:off x="9688320" y="5547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2" name=""/>
          <p:cNvSpPr/>
          <p:nvPr/>
        </p:nvSpPr>
        <p:spPr>
          <a:xfrm>
            <a:off x="10784520" y="52034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63" name=""/>
          <p:cNvSpPr/>
          <p:nvPr/>
        </p:nvSpPr>
        <p:spPr>
          <a:xfrm>
            <a:off x="10784520" y="52034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4" name=""/>
          <p:cNvSpPr/>
          <p:nvPr/>
        </p:nvSpPr>
        <p:spPr>
          <a:xfrm>
            <a:off x="9505440" y="55144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5" name=""/>
          <p:cNvSpPr/>
          <p:nvPr/>
        </p:nvSpPr>
        <p:spPr>
          <a:xfrm>
            <a:off x="9505440" y="55144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6" name=""/>
          <p:cNvSpPr/>
          <p:nvPr/>
        </p:nvSpPr>
        <p:spPr>
          <a:xfrm>
            <a:off x="7678080" y="58104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7" name=""/>
          <p:cNvSpPr/>
          <p:nvPr/>
        </p:nvSpPr>
        <p:spPr>
          <a:xfrm>
            <a:off x="7678080" y="58104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8" name=""/>
          <p:cNvSpPr/>
          <p:nvPr/>
        </p:nvSpPr>
        <p:spPr>
          <a:xfrm>
            <a:off x="10236240" y="54802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69" name=""/>
          <p:cNvSpPr/>
          <p:nvPr/>
        </p:nvSpPr>
        <p:spPr>
          <a:xfrm>
            <a:off x="10236240" y="54802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0" name=""/>
          <p:cNvSpPr/>
          <p:nvPr/>
        </p:nvSpPr>
        <p:spPr>
          <a:xfrm>
            <a:off x="9688320" y="59266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1" name=""/>
          <p:cNvSpPr/>
          <p:nvPr/>
        </p:nvSpPr>
        <p:spPr>
          <a:xfrm>
            <a:off x="9688320" y="59266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2" name=""/>
          <p:cNvSpPr/>
          <p:nvPr/>
        </p:nvSpPr>
        <p:spPr>
          <a:xfrm>
            <a:off x="10236240" y="55472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73" name=""/>
          <p:cNvSpPr/>
          <p:nvPr/>
        </p:nvSpPr>
        <p:spPr>
          <a:xfrm>
            <a:off x="10236240" y="55472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4" name=""/>
          <p:cNvSpPr/>
          <p:nvPr/>
        </p:nvSpPr>
        <p:spPr>
          <a:xfrm>
            <a:off x="10784520" y="56181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75" name=""/>
          <p:cNvSpPr/>
          <p:nvPr/>
        </p:nvSpPr>
        <p:spPr>
          <a:xfrm>
            <a:off x="10784520" y="56181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6" name=""/>
          <p:cNvSpPr/>
          <p:nvPr/>
        </p:nvSpPr>
        <p:spPr>
          <a:xfrm>
            <a:off x="8774640" y="5547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7" name=""/>
          <p:cNvSpPr/>
          <p:nvPr/>
        </p:nvSpPr>
        <p:spPr>
          <a:xfrm>
            <a:off x="8774640" y="5547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8" name=""/>
          <p:cNvSpPr/>
          <p:nvPr/>
        </p:nvSpPr>
        <p:spPr>
          <a:xfrm>
            <a:off x="8409240" y="53946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9" name=""/>
          <p:cNvSpPr/>
          <p:nvPr/>
        </p:nvSpPr>
        <p:spPr>
          <a:xfrm>
            <a:off x="8409240" y="53946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0" name=""/>
          <p:cNvSpPr/>
          <p:nvPr/>
        </p:nvSpPr>
        <p:spPr>
          <a:xfrm>
            <a:off x="10419120" y="5547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81" name=""/>
          <p:cNvSpPr/>
          <p:nvPr/>
        </p:nvSpPr>
        <p:spPr>
          <a:xfrm>
            <a:off x="10419120" y="5547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2" name=""/>
          <p:cNvSpPr/>
          <p:nvPr/>
        </p:nvSpPr>
        <p:spPr>
          <a:xfrm>
            <a:off x="10236240" y="56185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83" name=""/>
          <p:cNvSpPr/>
          <p:nvPr/>
        </p:nvSpPr>
        <p:spPr>
          <a:xfrm>
            <a:off x="10236240" y="56185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4" name=""/>
          <p:cNvSpPr/>
          <p:nvPr/>
        </p:nvSpPr>
        <p:spPr>
          <a:xfrm>
            <a:off x="9322560" y="55486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5" name=""/>
          <p:cNvSpPr/>
          <p:nvPr/>
        </p:nvSpPr>
        <p:spPr>
          <a:xfrm>
            <a:off x="9322560" y="55486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6" name=""/>
          <p:cNvSpPr/>
          <p:nvPr/>
        </p:nvSpPr>
        <p:spPr>
          <a:xfrm>
            <a:off x="8043480" y="5630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7" name=""/>
          <p:cNvSpPr/>
          <p:nvPr/>
        </p:nvSpPr>
        <p:spPr>
          <a:xfrm>
            <a:off x="8043480" y="5630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8" name=""/>
          <p:cNvSpPr/>
          <p:nvPr/>
        </p:nvSpPr>
        <p:spPr>
          <a:xfrm>
            <a:off x="9140040" y="53625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9" name=""/>
          <p:cNvSpPr/>
          <p:nvPr/>
        </p:nvSpPr>
        <p:spPr>
          <a:xfrm>
            <a:off x="9140040" y="53625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0" name=""/>
          <p:cNvSpPr/>
          <p:nvPr/>
        </p:nvSpPr>
        <p:spPr>
          <a:xfrm>
            <a:off x="10784520" y="51948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91" name=""/>
          <p:cNvSpPr/>
          <p:nvPr/>
        </p:nvSpPr>
        <p:spPr>
          <a:xfrm>
            <a:off x="10784520" y="51948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2" name=""/>
          <p:cNvSpPr/>
          <p:nvPr/>
        </p:nvSpPr>
        <p:spPr>
          <a:xfrm>
            <a:off x="8591760" y="5515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3" name=""/>
          <p:cNvSpPr/>
          <p:nvPr/>
        </p:nvSpPr>
        <p:spPr>
          <a:xfrm>
            <a:off x="8591760" y="5515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4" name=""/>
          <p:cNvSpPr/>
          <p:nvPr/>
        </p:nvSpPr>
        <p:spPr>
          <a:xfrm>
            <a:off x="8591760" y="51685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5" name=""/>
          <p:cNvSpPr/>
          <p:nvPr/>
        </p:nvSpPr>
        <p:spPr>
          <a:xfrm>
            <a:off x="8591760" y="51685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6" name=""/>
          <p:cNvSpPr/>
          <p:nvPr/>
        </p:nvSpPr>
        <p:spPr>
          <a:xfrm>
            <a:off x="10053720" y="54320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7" name=""/>
          <p:cNvSpPr/>
          <p:nvPr/>
        </p:nvSpPr>
        <p:spPr>
          <a:xfrm>
            <a:off x="10053720" y="54320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8" name=""/>
          <p:cNvSpPr/>
          <p:nvPr/>
        </p:nvSpPr>
        <p:spPr>
          <a:xfrm>
            <a:off x="10419120" y="5547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99" name=""/>
          <p:cNvSpPr/>
          <p:nvPr/>
        </p:nvSpPr>
        <p:spPr>
          <a:xfrm>
            <a:off x="10419120" y="5547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0" name=""/>
          <p:cNvSpPr/>
          <p:nvPr/>
        </p:nvSpPr>
        <p:spPr>
          <a:xfrm>
            <a:off x="10419120" y="52131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01" name=""/>
          <p:cNvSpPr/>
          <p:nvPr/>
        </p:nvSpPr>
        <p:spPr>
          <a:xfrm>
            <a:off x="10419120" y="52131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2" name=""/>
          <p:cNvSpPr/>
          <p:nvPr/>
        </p:nvSpPr>
        <p:spPr>
          <a:xfrm>
            <a:off x="8226360" y="54741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3" name=""/>
          <p:cNvSpPr/>
          <p:nvPr/>
        </p:nvSpPr>
        <p:spPr>
          <a:xfrm>
            <a:off x="8226360" y="54741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4" name=""/>
          <p:cNvSpPr/>
          <p:nvPr/>
        </p:nvSpPr>
        <p:spPr>
          <a:xfrm>
            <a:off x="10419120" y="51976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05" name=""/>
          <p:cNvSpPr/>
          <p:nvPr/>
        </p:nvSpPr>
        <p:spPr>
          <a:xfrm>
            <a:off x="10419120" y="51976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6" name=""/>
          <p:cNvSpPr/>
          <p:nvPr/>
        </p:nvSpPr>
        <p:spPr>
          <a:xfrm>
            <a:off x="10602000" y="54788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07" name=""/>
          <p:cNvSpPr/>
          <p:nvPr/>
        </p:nvSpPr>
        <p:spPr>
          <a:xfrm>
            <a:off x="10602000" y="54788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8" name=""/>
          <p:cNvSpPr/>
          <p:nvPr/>
        </p:nvSpPr>
        <p:spPr>
          <a:xfrm>
            <a:off x="9140040" y="57049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9" name=""/>
          <p:cNvSpPr/>
          <p:nvPr/>
        </p:nvSpPr>
        <p:spPr>
          <a:xfrm>
            <a:off x="9140040" y="57049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0" name=""/>
          <p:cNvSpPr/>
          <p:nvPr/>
        </p:nvSpPr>
        <p:spPr>
          <a:xfrm>
            <a:off x="9140040" y="54295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1" name=""/>
          <p:cNvSpPr/>
          <p:nvPr/>
        </p:nvSpPr>
        <p:spPr>
          <a:xfrm>
            <a:off x="9140040" y="54295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2" name=""/>
          <p:cNvSpPr/>
          <p:nvPr/>
        </p:nvSpPr>
        <p:spPr>
          <a:xfrm>
            <a:off x="8409240" y="56167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3" name=""/>
          <p:cNvSpPr/>
          <p:nvPr/>
        </p:nvSpPr>
        <p:spPr>
          <a:xfrm>
            <a:off x="8409240" y="56167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4" name=""/>
          <p:cNvSpPr/>
          <p:nvPr/>
        </p:nvSpPr>
        <p:spPr>
          <a:xfrm>
            <a:off x="10784520" y="54302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15" name=""/>
          <p:cNvSpPr/>
          <p:nvPr/>
        </p:nvSpPr>
        <p:spPr>
          <a:xfrm>
            <a:off x="10784520" y="54302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6" name=""/>
          <p:cNvSpPr/>
          <p:nvPr/>
        </p:nvSpPr>
        <p:spPr>
          <a:xfrm>
            <a:off x="8409240" y="56793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7" name=""/>
          <p:cNvSpPr/>
          <p:nvPr/>
        </p:nvSpPr>
        <p:spPr>
          <a:xfrm>
            <a:off x="8409240" y="56793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8" name=""/>
          <p:cNvSpPr/>
          <p:nvPr/>
        </p:nvSpPr>
        <p:spPr>
          <a:xfrm>
            <a:off x="10784520" y="55472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19" name=""/>
          <p:cNvSpPr/>
          <p:nvPr/>
        </p:nvSpPr>
        <p:spPr>
          <a:xfrm>
            <a:off x="10784520" y="55472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0" name=""/>
          <p:cNvSpPr/>
          <p:nvPr/>
        </p:nvSpPr>
        <p:spPr>
          <a:xfrm>
            <a:off x="9322560" y="59281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1" name=""/>
          <p:cNvSpPr/>
          <p:nvPr/>
        </p:nvSpPr>
        <p:spPr>
          <a:xfrm>
            <a:off x="9322560" y="59281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2" name=""/>
          <p:cNvSpPr/>
          <p:nvPr/>
        </p:nvSpPr>
        <p:spPr>
          <a:xfrm>
            <a:off x="9870840" y="50137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3" name=""/>
          <p:cNvSpPr/>
          <p:nvPr/>
        </p:nvSpPr>
        <p:spPr>
          <a:xfrm>
            <a:off x="9870840" y="50137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4" name=""/>
          <p:cNvSpPr/>
          <p:nvPr/>
        </p:nvSpPr>
        <p:spPr>
          <a:xfrm>
            <a:off x="8226360" y="55166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5" name=""/>
          <p:cNvSpPr/>
          <p:nvPr/>
        </p:nvSpPr>
        <p:spPr>
          <a:xfrm>
            <a:off x="8226360" y="55166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6" name=""/>
          <p:cNvSpPr/>
          <p:nvPr/>
        </p:nvSpPr>
        <p:spPr>
          <a:xfrm>
            <a:off x="7495200" y="54918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7" name=""/>
          <p:cNvSpPr/>
          <p:nvPr/>
        </p:nvSpPr>
        <p:spPr>
          <a:xfrm>
            <a:off x="7495200" y="54918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8" name=""/>
          <p:cNvSpPr/>
          <p:nvPr/>
        </p:nvSpPr>
        <p:spPr>
          <a:xfrm>
            <a:off x="8043480" y="56257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9" name=""/>
          <p:cNvSpPr/>
          <p:nvPr/>
        </p:nvSpPr>
        <p:spPr>
          <a:xfrm>
            <a:off x="8043480" y="56257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0" name=""/>
          <p:cNvSpPr/>
          <p:nvPr/>
        </p:nvSpPr>
        <p:spPr>
          <a:xfrm>
            <a:off x="10236240" y="55450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31" name=""/>
          <p:cNvSpPr/>
          <p:nvPr/>
        </p:nvSpPr>
        <p:spPr>
          <a:xfrm>
            <a:off x="10236240" y="55450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2" name=""/>
          <p:cNvSpPr/>
          <p:nvPr/>
        </p:nvSpPr>
        <p:spPr>
          <a:xfrm>
            <a:off x="8043480" y="5311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3" name=""/>
          <p:cNvSpPr/>
          <p:nvPr/>
        </p:nvSpPr>
        <p:spPr>
          <a:xfrm>
            <a:off x="8043480" y="5311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4" name=""/>
          <p:cNvSpPr/>
          <p:nvPr/>
        </p:nvSpPr>
        <p:spPr>
          <a:xfrm>
            <a:off x="7495200" y="54000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5" name=""/>
          <p:cNvSpPr/>
          <p:nvPr/>
        </p:nvSpPr>
        <p:spPr>
          <a:xfrm>
            <a:off x="7495200" y="54000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6" name=""/>
          <p:cNvSpPr/>
          <p:nvPr/>
        </p:nvSpPr>
        <p:spPr>
          <a:xfrm>
            <a:off x="7678080" y="5009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7" name=""/>
          <p:cNvSpPr/>
          <p:nvPr/>
        </p:nvSpPr>
        <p:spPr>
          <a:xfrm>
            <a:off x="7678080" y="5009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8" name=""/>
          <p:cNvSpPr/>
          <p:nvPr/>
        </p:nvSpPr>
        <p:spPr>
          <a:xfrm>
            <a:off x="10784520" y="54514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39" name=""/>
          <p:cNvSpPr/>
          <p:nvPr/>
        </p:nvSpPr>
        <p:spPr>
          <a:xfrm>
            <a:off x="10784520" y="54514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0" name=""/>
          <p:cNvSpPr/>
          <p:nvPr/>
        </p:nvSpPr>
        <p:spPr>
          <a:xfrm>
            <a:off x="9322560" y="53982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1" name=""/>
          <p:cNvSpPr/>
          <p:nvPr/>
        </p:nvSpPr>
        <p:spPr>
          <a:xfrm>
            <a:off x="9322560" y="53982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2" name=""/>
          <p:cNvSpPr/>
          <p:nvPr/>
        </p:nvSpPr>
        <p:spPr>
          <a:xfrm>
            <a:off x="8043480" y="56181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3" name=""/>
          <p:cNvSpPr/>
          <p:nvPr/>
        </p:nvSpPr>
        <p:spPr>
          <a:xfrm>
            <a:off x="8043480" y="56181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4" name=""/>
          <p:cNvSpPr/>
          <p:nvPr/>
        </p:nvSpPr>
        <p:spPr>
          <a:xfrm>
            <a:off x="8043480" y="55490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5" name=""/>
          <p:cNvSpPr/>
          <p:nvPr/>
        </p:nvSpPr>
        <p:spPr>
          <a:xfrm>
            <a:off x="8043480" y="55490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6" name=""/>
          <p:cNvSpPr/>
          <p:nvPr/>
        </p:nvSpPr>
        <p:spPr>
          <a:xfrm>
            <a:off x="10419120" y="53330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47" name=""/>
          <p:cNvSpPr/>
          <p:nvPr/>
        </p:nvSpPr>
        <p:spPr>
          <a:xfrm>
            <a:off x="10419120" y="53330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8" name=""/>
          <p:cNvSpPr/>
          <p:nvPr/>
        </p:nvSpPr>
        <p:spPr>
          <a:xfrm>
            <a:off x="10053720" y="54352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9" name=""/>
          <p:cNvSpPr/>
          <p:nvPr/>
        </p:nvSpPr>
        <p:spPr>
          <a:xfrm>
            <a:off x="10053720" y="54352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0" name=""/>
          <p:cNvSpPr/>
          <p:nvPr/>
        </p:nvSpPr>
        <p:spPr>
          <a:xfrm>
            <a:off x="10602000" y="5344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51" name=""/>
          <p:cNvSpPr/>
          <p:nvPr/>
        </p:nvSpPr>
        <p:spPr>
          <a:xfrm>
            <a:off x="10602000" y="5344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2" name=""/>
          <p:cNvSpPr/>
          <p:nvPr/>
        </p:nvSpPr>
        <p:spPr>
          <a:xfrm>
            <a:off x="9140040" y="54370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3" name=""/>
          <p:cNvSpPr/>
          <p:nvPr/>
        </p:nvSpPr>
        <p:spPr>
          <a:xfrm>
            <a:off x="9140040" y="54370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4" name=""/>
          <p:cNvSpPr/>
          <p:nvPr/>
        </p:nvSpPr>
        <p:spPr>
          <a:xfrm>
            <a:off x="7312680" y="5929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5" name=""/>
          <p:cNvSpPr/>
          <p:nvPr/>
        </p:nvSpPr>
        <p:spPr>
          <a:xfrm>
            <a:off x="7312680" y="5929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6" name=""/>
          <p:cNvSpPr/>
          <p:nvPr/>
        </p:nvSpPr>
        <p:spPr>
          <a:xfrm>
            <a:off x="10419120" y="58791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57" name=""/>
          <p:cNvSpPr/>
          <p:nvPr/>
        </p:nvSpPr>
        <p:spPr>
          <a:xfrm>
            <a:off x="10419120" y="58791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8" name=""/>
          <p:cNvSpPr/>
          <p:nvPr/>
        </p:nvSpPr>
        <p:spPr>
          <a:xfrm>
            <a:off x="9870840" y="58561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9" name=""/>
          <p:cNvSpPr/>
          <p:nvPr/>
        </p:nvSpPr>
        <p:spPr>
          <a:xfrm>
            <a:off x="9870840" y="58561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0" name=""/>
          <p:cNvSpPr/>
          <p:nvPr/>
        </p:nvSpPr>
        <p:spPr>
          <a:xfrm>
            <a:off x="9505440" y="5524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1" name=""/>
          <p:cNvSpPr/>
          <p:nvPr/>
        </p:nvSpPr>
        <p:spPr>
          <a:xfrm>
            <a:off x="9505440" y="5524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2" name=""/>
          <p:cNvSpPr/>
          <p:nvPr/>
        </p:nvSpPr>
        <p:spPr>
          <a:xfrm>
            <a:off x="8591760" y="5369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3" name=""/>
          <p:cNvSpPr/>
          <p:nvPr/>
        </p:nvSpPr>
        <p:spPr>
          <a:xfrm>
            <a:off x="8591760" y="5369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4" name=""/>
          <p:cNvSpPr/>
          <p:nvPr/>
        </p:nvSpPr>
        <p:spPr>
          <a:xfrm>
            <a:off x="8226360" y="5929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5" name=""/>
          <p:cNvSpPr/>
          <p:nvPr/>
        </p:nvSpPr>
        <p:spPr>
          <a:xfrm>
            <a:off x="8226360" y="5929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6" name=""/>
          <p:cNvSpPr/>
          <p:nvPr/>
        </p:nvSpPr>
        <p:spPr>
          <a:xfrm>
            <a:off x="10602000" y="49726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67" name=""/>
          <p:cNvSpPr/>
          <p:nvPr/>
        </p:nvSpPr>
        <p:spPr>
          <a:xfrm>
            <a:off x="10602000" y="49726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8" name=""/>
          <p:cNvSpPr/>
          <p:nvPr/>
        </p:nvSpPr>
        <p:spPr>
          <a:xfrm>
            <a:off x="6764400" y="51548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7DAAD0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9" name=""/>
          <p:cNvSpPr/>
          <p:nvPr/>
        </p:nvSpPr>
        <p:spPr>
          <a:xfrm>
            <a:off x="6764400" y="51548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7DAAD0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0" name=""/>
          <p:cNvSpPr/>
          <p:nvPr/>
        </p:nvSpPr>
        <p:spPr>
          <a:xfrm>
            <a:off x="9870840" y="50238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1" name=""/>
          <p:cNvSpPr/>
          <p:nvPr/>
        </p:nvSpPr>
        <p:spPr>
          <a:xfrm>
            <a:off x="9870840" y="50238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2" name=""/>
          <p:cNvSpPr/>
          <p:nvPr/>
        </p:nvSpPr>
        <p:spPr>
          <a:xfrm>
            <a:off x="8226360" y="52160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3" name=""/>
          <p:cNvSpPr/>
          <p:nvPr/>
        </p:nvSpPr>
        <p:spPr>
          <a:xfrm>
            <a:off x="8226360" y="52160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4" name=""/>
          <p:cNvSpPr/>
          <p:nvPr/>
        </p:nvSpPr>
        <p:spPr>
          <a:xfrm>
            <a:off x="7312680" y="5209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5" name=""/>
          <p:cNvSpPr/>
          <p:nvPr/>
        </p:nvSpPr>
        <p:spPr>
          <a:xfrm>
            <a:off x="7312680" y="5209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6" name=""/>
          <p:cNvSpPr/>
          <p:nvPr/>
        </p:nvSpPr>
        <p:spPr>
          <a:xfrm>
            <a:off x="7312680" y="52966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7" name=""/>
          <p:cNvSpPr/>
          <p:nvPr/>
        </p:nvSpPr>
        <p:spPr>
          <a:xfrm>
            <a:off x="7312680" y="52966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8" name=""/>
          <p:cNvSpPr/>
          <p:nvPr/>
        </p:nvSpPr>
        <p:spPr>
          <a:xfrm>
            <a:off x="9505440" y="5515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9" name=""/>
          <p:cNvSpPr/>
          <p:nvPr/>
        </p:nvSpPr>
        <p:spPr>
          <a:xfrm>
            <a:off x="9505440" y="5515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0" name=""/>
          <p:cNvSpPr/>
          <p:nvPr/>
        </p:nvSpPr>
        <p:spPr>
          <a:xfrm>
            <a:off x="9688320" y="5343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1" name=""/>
          <p:cNvSpPr/>
          <p:nvPr/>
        </p:nvSpPr>
        <p:spPr>
          <a:xfrm>
            <a:off x="9688320" y="5343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2" name=""/>
          <p:cNvSpPr/>
          <p:nvPr/>
        </p:nvSpPr>
        <p:spPr>
          <a:xfrm>
            <a:off x="10236240" y="51710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83" name=""/>
          <p:cNvSpPr/>
          <p:nvPr/>
        </p:nvSpPr>
        <p:spPr>
          <a:xfrm>
            <a:off x="10236240" y="51710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4" name=""/>
          <p:cNvSpPr/>
          <p:nvPr/>
        </p:nvSpPr>
        <p:spPr>
          <a:xfrm>
            <a:off x="9322560" y="53398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5" name=""/>
          <p:cNvSpPr/>
          <p:nvPr/>
        </p:nvSpPr>
        <p:spPr>
          <a:xfrm>
            <a:off x="9322560" y="53398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6" name=""/>
          <p:cNvSpPr/>
          <p:nvPr/>
        </p:nvSpPr>
        <p:spPr>
          <a:xfrm>
            <a:off x="9870840" y="52772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7" name=""/>
          <p:cNvSpPr/>
          <p:nvPr/>
        </p:nvSpPr>
        <p:spPr>
          <a:xfrm>
            <a:off x="9870840" y="52772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8" name=""/>
          <p:cNvSpPr/>
          <p:nvPr/>
        </p:nvSpPr>
        <p:spPr>
          <a:xfrm>
            <a:off x="8226360" y="5477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9" name=""/>
          <p:cNvSpPr/>
          <p:nvPr/>
        </p:nvSpPr>
        <p:spPr>
          <a:xfrm>
            <a:off x="8226360" y="5477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0" name=""/>
          <p:cNvSpPr/>
          <p:nvPr/>
        </p:nvSpPr>
        <p:spPr>
          <a:xfrm>
            <a:off x="10419120" y="56170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91" name=""/>
          <p:cNvSpPr/>
          <p:nvPr/>
        </p:nvSpPr>
        <p:spPr>
          <a:xfrm>
            <a:off x="10419120" y="56170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2" name=""/>
          <p:cNvSpPr/>
          <p:nvPr/>
        </p:nvSpPr>
        <p:spPr>
          <a:xfrm>
            <a:off x="10053720" y="55814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3" name=""/>
          <p:cNvSpPr/>
          <p:nvPr/>
        </p:nvSpPr>
        <p:spPr>
          <a:xfrm>
            <a:off x="10053720" y="55814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4" name=""/>
          <p:cNvSpPr/>
          <p:nvPr/>
        </p:nvSpPr>
        <p:spPr>
          <a:xfrm>
            <a:off x="8957160" y="58312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5" name=""/>
          <p:cNvSpPr/>
          <p:nvPr/>
        </p:nvSpPr>
        <p:spPr>
          <a:xfrm>
            <a:off x="8957160" y="58312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6" name=""/>
          <p:cNvSpPr/>
          <p:nvPr/>
        </p:nvSpPr>
        <p:spPr>
          <a:xfrm>
            <a:off x="10602000" y="56732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97" name=""/>
          <p:cNvSpPr/>
          <p:nvPr/>
        </p:nvSpPr>
        <p:spPr>
          <a:xfrm>
            <a:off x="10602000" y="56732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8" name=""/>
          <p:cNvSpPr/>
          <p:nvPr/>
        </p:nvSpPr>
        <p:spPr>
          <a:xfrm>
            <a:off x="8957160" y="53665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9" name=""/>
          <p:cNvSpPr/>
          <p:nvPr/>
        </p:nvSpPr>
        <p:spPr>
          <a:xfrm>
            <a:off x="8957160" y="53665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0" name=""/>
          <p:cNvSpPr/>
          <p:nvPr/>
        </p:nvSpPr>
        <p:spPr>
          <a:xfrm>
            <a:off x="10236240" y="51987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01" name=""/>
          <p:cNvSpPr/>
          <p:nvPr/>
        </p:nvSpPr>
        <p:spPr>
          <a:xfrm>
            <a:off x="10236240" y="51987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2" name=""/>
          <p:cNvSpPr/>
          <p:nvPr/>
        </p:nvSpPr>
        <p:spPr>
          <a:xfrm>
            <a:off x="10236240" y="52077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03" name=""/>
          <p:cNvSpPr/>
          <p:nvPr/>
        </p:nvSpPr>
        <p:spPr>
          <a:xfrm>
            <a:off x="10236240" y="52077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4" name=""/>
          <p:cNvSpPr/>
          <p:nvPr/>
        </p:nvSpPr>
        <p:spPr>
          <a:xfrm>
            <a:off x="10602000" y="49863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05" name=""/>
          <p:cNvSpPr/>
          <p:nvPr/>
        </p:nvSpPr>
        <p:spPr>
          <a:xfrm>
            <a:off x="10602000" y="49863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6" name=""/>
          <p:cNvSpPr/>
          <p:nvPr/>
        </p:nvSpPr>
        <p:spPr>
          <a:xfrm>
            <a:off x="9505440" y="5515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7" name=""/>
          <p:cNvSpPr/>
          <p:nvPr/>
        </p:nvSpPr>
        <p:spPr>
          <a:xfrm>
            <a:off x="9505440" y="5515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8" name=""/>
          <p:cNvSpPr/>
          <p:nvPr/>
        </p:nvSpPr>
        <p:spPr>
          <a:xfrm>
            <a:off x="10602000" y="53334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09" name=""/>
          <p:cNvSpPr/>
          <p:nvPr/>
        </p:nvSpPr>
        <p:spPr>
          <a:xfrm>
            <a:off x="10602000" y="53334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0" name=""/>
          <p:cNvSpPr/>
          <p:nvPr/>
        </p:nvSpPr>
        <p:spPr>
          <a:xfrm>
            <a:off x="9688320" y="5470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1" name=""/>
          <p:cNvSpPr/>
          <p:nvPr/>
        </p:nvSpPr>
        <p:spPr>
          <a:xfrm>
            <a:off x="9688320" y="5470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2" name=""/>
          <p:cNvSpPr/>
          <p:nvPr/>
        </p:nvSpPr>
        <p:spPr>
          <a:xfrm>
            <a:off x="10602000" y="5196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13" name=""/>
          <p:cNvSpPr/>
          <p:nvPr/>
        </p:nvSpPr>
        <p:spPr>
          <a:xfrm>
            <a:off x="10602000" y="5196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4" name=""/>
          <p:cNvSpPr/>
          <p:nvPr/>
        </p:nvSpPr>
        <p:spPr>
          <a:xfrm>
            <a:off x="9322560" y="55713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5" name=""/>
          <p:cNvSpPr/>
          <p:nvPr/>
        </p:nvSpPr>
        <p:spPr>
          <a:xfrm>
            <a:off x="9322560" y="55713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6" name=""/>
          <p:cNvSpPr/>
          <p:nvPr/>
        </p:nvSpPr>
        <p:spPr>
          <a:xfrm>
            <a:off x="9505440" y="5397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7" name=""/>
          <p:cNvSpPr/>
          <p:nvPr/>
        </p:nvSpPr>
        <p:spPr>
          <a:xfrm>
            <a:off x="9505440" y="5397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8" name=""/>
          <p:cNvSpPr/>
          <p:nvPr/>
        </p:nvSpPr>
        <p:spPr>
          <a:xfrm>
            <a:off x="10053720" y="54936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9" name=""/>
          <p:cNvSpPr/>
          <p:nvPr/>
        </p:nvSpPr>
        <p:spPr>
          <a:xfrm>
            <a:off x="10053720" y="54936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0" name=""/>
          <p:cNvSpPr/>
          <p:nvPr/>
        </p:nvSpPr>
        <p:spPr>
          <a:xfrm>
            <a:off x="10602000" y="5745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21" name=""/>
          <p:cNvSpPr/>
          <p:nvPr/>
        </p:nvSpPr>
        <p:spPr>
          <a:xfrm>
            <a:off x="10602000" y="5745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2" name=""/>
          <p:cNvSpPr/>
          <p:nvPr/>
        </p:nvSpPr>
        <p:spPr>
          <a:xfrm>
            <a:off x="8957160" y="51786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3" name=""/>
          <p:cNvSpPr/>
          <p:nvPr/>
        </p:nvSpPr>
        <p:spPr>
          <a:xfrm>
            <a:off x="8957160" y="51786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4" name=""/>
          <p:cNvSpPr/>
          <p:nvPr/>
        </p:nvSpPr>
        <p:spPr>
          <a:xfrm>
            <a:off x="10784520" y="57358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25" name=""/>
          <p:cNvSpPr/>
          <p:nvPr/>
        </p:nvSpPr>
        <p:spPr>
          <a:xfrm>
            <a:off x="10784520" y="57358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6" name=""/>
          <p:cNvSpPr/>
          <p:nvPr/>
        </p:nvSpPr>
        <p:spPr>
          <a:xfrm>
            <a:off x="9322560" y="54846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7" name=""/>
          <p:cNvSpPr/>
          <p:nvPr/>
        </p:nvSpPr>
        <p:spPr>
          <a:xfrm>
            <a:off x="9322560" y="54846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8" name=""/>
          <p:cNvSpPr/>
          <p:nvPr/>
        </p:nvSpPr>
        <p:spPr>
          <a:xfrm>
            <a:off x="9322560" y="55713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9" name=""/>
          <p:cNvSpPr/>
          <p:nvPr/>
        </p:nvSpPr>
        <p:spPr>
          <a:xfrm>
            <a:off x="9322560" y="55713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0" name=""/>
          <p:cNvSpPr/>
          <p:nvPr/>
        </p:nvSpPr>
        <p:spPr>
          <a:xfrm>
            <a:off x="9688320" y="55746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1" name=""/>
          <p:cNvSpPr/>
          <p:nvPr/>
        </p:nvSpPr>
        <p:spPr>
          <a:xfrm>
            <a:off x="9688320" y="55746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2" name=""/>
          <p:cNvSpPr/>
          <p:nvPr/>
        </p:nvSpPr>
        <p:spPr>
          <a:xfrm>
            <a:off x="10602000" y="5234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33" name=""/>
          <p:cNvSpPr/>
          <p:nvPr/>
        </p:nvSpPr>
        <p:spPr>
          <a:xfrm>
            <a:off x="10602000" y="5234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4" name=""/>
          <p:cNvSpPr/>
          <p:nvPr/>
        </p:nvSpPr>
        <p:spPr>
          <a:xfrm>
            <a:off x="7312680" y="49503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5" name=""/>
          <p:cNvSpPr/>
          <p:nvPr/>
        </p:nvSpPr>
        <p:spPr>
          <a:xfrm>
            <a:off x="7312680" y="49503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6" name=""/>
          <p:cNvSpPr/>
          <p:nvPr/>
        </p:nvSpPr>
        <p:spPr>
          <a:xfrm>
            <a:off x="10419120" y="50241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37" name=""/>
          <p:cNvSpPr/>
          <p:nvPr/>
        </p:nvSpPr>
        <p:spPr>
          <a:xfrm>
            <a:off x="10419120" y="50241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8" name=""/>
          <p:cNvSpPr/>
          <p:nvPr/>
        </p:nvSpPr>
        <p:spPr>
          <a:xfrm>
            <a:off x="10784520" y="52981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39" name=""/>
          <p:cNvSpPr/>
          <p:nvPr/>
        </p:nvSpPr>
        <p:spPr>
          <a:xfrm>
            <a:off x="10784520" y="52981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0" name=""/>
          <p:cNvSpPr/>
          <p:nvPr/>
        </p:nvSpPr>
        <p:spPr>
          <a:xfrm>
            <a:off x="10236240" y="56898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41" name=""/>
          <p:cNvSpPr/>
          <p:nvPr/>
        </p:nvSpPr>
        <p:spPr>
          <a:xfrm>
            <a:off x="10236240" y="56898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2" name=""/>
          <p:cNvSpPr/>
          <p:nvPr/>
        </p:nvSpPr>
        <p:spPr>
          <a:xfrm>
            <a:off x="9505440" y="56754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3" name=""/>
          <p:cNvSpPr/>
          <p:nvPr/>
        </p:nvSpPr>
        <p:spPr>
          <a:xfrm>
            <a:off x="9505440" y="56754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4" name=""/>
          <p:cNvSpPr/>
          <p:nvPr/>
        </p:nvSpPr>
        <p:spPr>
          <a:xfrm>
            <a:off x="8043480" y="55699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5" name=""/>
          <p:cNvSpPr/>
          <p:nvPr/>
        </p:nvSpPr>
        <p:spPr>
          <a:xfrm>
            <a:off x="8043480" y="55699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6" name=""/>
          <p:cNvSpPr/>
          <p:nvPr/>
        </p:nvSpPr>
        <p:spPr>
          <a:xfrm>
            <a:off x="10784520" y="52754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47" name=""/>
          <p:cNvSpPr/>
          <p:nvPr/>
        </p:nvSpPr>
        <p:spPr>
          <a:xfrm>
            <a:off x="10784520" y="52754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8" name=""/>
          <p:cNvSpPr/>
          <p:nvPr/>
        </p:nvSpPr>
        <p:spPr>
          <a:xfrm>
            <a:off x="10419120" y="55504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49" name=""/>
          <p:cNvSpPr/>
          <p:nvPr/>
        </p:nvSpPr>
        <p:spPr>
          <a:xfrm>
            <a:off x="10419120" y="55504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0" name=""/>
          <p:cNvSpPr/>
          <p:nvPr/>
        </p:nvSpPr>
        <p:spPr>
          <a:xfrm>
            <a:off x="8043480" y="55350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1" name=""/>
          <p:cNvSpPr/>
          <p:nvPr/>
        </p:nvSpPr>
        <p:spPr>
          <a:xfrm>
            <a:off x="8043480" y="55350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2" name=""/>
          <p:cNvSpPr/>
          <p:nvPr/>
        </p:nvSpPr>
        <p:spPr>
          <a:xfrm>
            <a:off x="10236240" y="52675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53" name=""/>
          <p:cNvSpPr/>
          <p:nvPr/>
        </p:nvSpPr>
        <p:spPr>
          <a:xfrm>
            <a:off x="10236240" y="52675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4" name=""/>
          <p:cNvSpPr/>
          <p:nvPr/>
        </p:nvSpPr>
        <p:spPr>
          <a:xfrm>
            <a:off x="7312680" y="59306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5" name=""/>
          <p:cNvSpPr/>
          <p:nvPr/>
        </p:nvSpPr>
        <p:spPr>
          <a:xfrm>
            <a:off x="7312680" y="59306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6" name=""/>
          <p:cNvSpPr/>
          <p:nvPr/>
        </p:nvSpPr>
        <p:spPr>
          <a:xfrm>
            <a:off x="7312680" y="5567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7" name=""/>
          <p:cNvSpPr/>
          <p:nvPr/>
        </p:nvSpPr>
        <p:spPr>
          <a:xfrm>
            <a:off x="7312680" y="5567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8" name=""/>
          <p:cNvSpPr/>
          <p:nvPr/>
        </p:nvSpPr>
        <p:spPr>
          <a:xfrm>
            <a:off x="10784520" y="57412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59" name=""/>
          <p:cNvSpPr/>
          <p:nvPr/>
        </p:nvSpPr>
        <p:spPr>
          <a:xfrm>
            <a:off x="10784520" y="57412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0" name=""/>
          <p:cNvSpPr/>
          <p:nvPr/>
        </p:nvSpPr>
        <p:spPr>
          <a:xfrm>
            <a:off x="9505440" y="55551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1" name=""/>
          <p:cNvSpPr/>
          <p:nvPr/>
        </p:nvSpPr>
        <p:spPr>
          <a:xfrm>
            <a:off x="9505440" y="55551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2" name=""/>
          <p:cNvSpPr/>
          <p:nvPr/>
        </p:nvSpPr>
        <p:spPr>
          <a:xfrm>
            <a:off x="10784520" y="50076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63" name=""/>
          <p:cNvSpPr/>
          <p:nvPr/>
        </p:nvSpPr>
        <p:spPr>
          <a:xfrm>
            <a:off x="10784520" y="50076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4" name=""/>
          <p:cNvSpPr/>
          <p:nvPr/>
        </p:nvSpPr>
        <p:spPr>
          <a:xfrm>
            <a:off x="6399000" y="52034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5986BD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65" name=""/>
          <p:cNvSpPr/>
          <p:nvPr/>
        </p:nvSpPr>
        <p:spPr>
          <a:xfrm>
            <a:off x="6399000" y="52034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5986BD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6" name=""/>
          <p:cNvSpPr/>
          <p:nvPr/>
        </p:nvSpPr>
        <p:spPr>
          <a:xfrm>
            <a:off x="10602000" y="52650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67" name=""/>
          <p:cNvSpPr/>
          <p:nvPr/>
        </p:nvSpPr>
        <p:spPr>
          <a:xfrm>
            <a:off x="10602000" y="52650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8" name=""/>
          <p:cNvSpPr/>
          <p:nvPr/>
        </p:nvSpPr>
        <p:spPr>
          <a:xfrm>
            <a:off x="8957160" y="5434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9" name=""/>
          <p:cNvSpPr/>
          <p:nvPr/>
        </p:nvSpPr>
        <p:spPr>
          <a:xfrm>
            <a:off x="8957160" y="5434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0" name=""/>
          <p:cNvSpPr/>
          <p:nvPr/>
        </p:nvSpPr>
        <p:spPr>
          <a:xfrm>
            <a:off x="8774640" y="5169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1" name=""/>
          <p:cNvSpPr/>
          <p:nvPr/>
        </p:nvSpPr>
        <p:spPr>
          <a:xfrm>
            <a:off x="8774640" y="5169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2" name=""/>
          <p:cNvSpPr/>
          <p:nvPr/>
        </p:nvSpPr>
        <p:spPr>
          <a:xfrm>
            <a:off x="10419120" y="5276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73" name=""/>
          <p:cNvSpPr/>
          <p:nvPr/>
        </p:nvSpPr>
        <p:spPr>
          <a:xfrm>
            <a:off x="10419120" y="5276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4" name=""/>
          <p:cNvSpPr/>
          <p:nvPr/>
        </p:nvSpPr>
        <p:spPr>
          <a:xfrm>
            <a:off x="9688320" y="54021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5" name=""/>
          <p:cNvSpPr/>
          <p:nvPr/>
        </p:nvSpPr>
        <p:spPr>
          <a:xfrm>
            <a:off x="9688320" y="54021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6" name=""/>
          <p:cNvSpPr/>
          <p:nvPr/>
        </p:nvSpPr>
        <p:spPr>
          <a:xfrm>
            <a:off x="8774640" y="47376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7" name=""/>
          <p:cNvSpPr/>
          <p:nvPr/>
        </p:nvSpPr>
        <p:spPr>
          <a:xfrm>
            <a:off x="8774640" y="47376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8" name=""/>
          <p:cNvSpPr/>
          <p:nvPr/>
        </p:nvSpPr>
        <p:spPr>
          <a:xfrm>
            <a:off x="6581520" y="52030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6C98C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79" name=""/>
          <p:cNvSpPr/>
          <p:nvPr/>
        </p:nvSpPr>
        <p:spPr>
          <a:xfrm>
            <a:off x="6581520" y="52030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6C98C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0" name=""/>
          <p:cNvSpPr/>
          <p:nvPr/>
        </p:nvSpPr>
        <p:spPr>
          <a:xfrm>
            <a:off x="8591760" y="53661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1" name=""/>
          <p:cNvSpPr/>
          <p:nvPr/>
        </p:nvSpPr>
        <p:spPr>
          <a:xfrm>
            <a:off x="8591760" y="53661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2" name=""/>
          <p:cNvSpPr/>
          <p:nvPr/>
        </p:nvSpPr>
        <p:spPr>
          <a:xfrm>
            <a:off x="7678080" y="4894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3" name=""/>
          <p:cNvSpPr/>
          <p:nvPr/>
        </p:nvSpPr>
        <p:spPr>
          <a:xfrm>
            <a:off x="7678080" y="4894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4" name=""/>
          <p:cNvSpPr/>
          <p:nvPr/>
        </p:nvSpPr>
        <p:spPr>
          <a:xfrm>
            <a:off x="10784520" y="56509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85" name=""/>
          <p:cNvSpPr/>
          <p:nvPr/>
        </p:nvSpPr>
        <p:spPr>
          <a:xfrm>
            <a:off x="10784520" y="56509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6" name=""/>
          <p:cNvSpPr/>
          <p:nvPr/>
        </p:nvSpPr>
        <p:spPr>
          <a:xfrm>
            <a:off x="9140040" y="5541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7" name=""/>
          <p:cNvSpPr/>
          <p:nvPr/>
        </p:nvSpPr>
        <p:spPr>
          <a:xfrm>
            <a:off x="9140040" y="5541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8" name=""/>
          <p:cNvSpPr/>
          <p:nvPr/>
        </p:nvSpPr>
        <p:spPr>
          <a:xfrm>
            <a:off x="10236240" y="59266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89" name=""/>
          <p:cNvSpPr/>
          <p:nvPr/>
        </p:nvSpPr>
        <p:spPr>
          <a:xfrm>
            <a:off x="10236240" y="59266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0" name=""/>
          <p:cNvSpPr/>
          <p:nvPr/>
        </p:nvSpPr>
        <p:spPr>
          <a:xfrm>
            <a:off x="10602000" y="56520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91" name=""/>
          <p:cNvSpPr/>
          <p:nvPr/>
        </p:nvSpPr>
        <p:spPr>
          <a:xfrm>
            <a:off x="10602000" y="56520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2" name=""/>
          <p:cNvSpPr/>
          <p:nvPr/>
        </p:nvSpPr>
        <p:spPr>
          <a:xfrm>
            <a:off x="8591760" y="51886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3" name=""/>
          <p:cNvSpPr/>
          <p:nvPr/>
        </p:nvSpPr>
        <p:spPr>
          <a:xfrm>
            <a:off x="8591760" y="51886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4" name=""/>
          <p:cNvSpPr/>
          <p:nvPr/>
        </p:nvSpPr>
        <p:spPr>
          <a:xfrm>
            <a:off x="8043480" y="56250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5" name=""/>
          <p:cNvSpPr/>
          <p:nvPr/>
        </p:nvSpPr>
        <p:spPr>
          <a:xfrm>
            <a:off x="8043480" y="56250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6" name=""/>
          <p:cNvSpPr/>
          <p:nvPr/>
        </p:nvSpPr>
        <p:spPr>
          <a:xfrm>
            <a:off x="7312680" y="58402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7" name=""/>
          <p:cNvSpPr/>
          <p:nvPr/>
        </p:nvSpPr>
        <p:spPr>
          <a:xfrm>
            <a:off x="7312680" y="58402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8" name=""/>
          <p:cNvSpPr/>
          <p:nvPr/>
        </p:nvSpPr>
        <p:spPr>
          <a:xfrm>
            <a:off x="7129800" y="58352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A1C9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9" name=""/>
          <p:cNvSpPr/>
          <p:nvPr/>
        </p:nvSpPr>
        <p:spPr>
          <a:xfrm>
            <a:off x="7129800" y="58352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A1C9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00" name=""/>
          <p:cNvSpPr/>
          <p:nvPr/>
        </p:nvSpPr>
        <p:spPr>
          <a:xfrm>
            <a:off x="9140040" y="55746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01" name=""/>
          <p:cNvSpPr/>
          <p:nvPr/>
        </p:nvSpPr>
        <p:spPr>
          <a:xfrm>
            <a:off x="9140040" y="55746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02" name=""/>
          <p:cNvSpPr/>
          <p:nvPr/>
        </p:nvSpPr>
        <p:spPr>
          <a:xfrm>
            <a:off x="8957160" y="55641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03" name=""/>
          <p:cNvSpPr/>
          <p:nvPr/>
        </p:nvSpPr>
        <p:spPr>
          <a:xfrm>
            <a:off x="8957160" y="55641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04" name=""/>
          <p:cNvSpPr/>
          <p:nvPr/>
        </p:nvSpPr>
        <p:spPr>
          <a:xfrm>
            <a:off x="8226360" y="5758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05" name=""/>
          <p:cNvSpPr/>
          <p:nvPr/>
        </p:nvSpPr>
        <p:spPr>
          <a:xfrm>
            <a:off x="8226360" y="5758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06" name=""/>
          <p:cNvSpPr/>
          <p:nvPr/>
        </p:nvSpPr>
        <p:spPr>
          <a:xfrm>
            <a:off x="9505440" y="56311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07" name=""/>
          <p:cNvSpPr/>
          <p:nvPr/>
        </p:nvSpPr>
        <p:spPr>
          <a:xfrm>
            <a:off x="9505440" y="56311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08" name=""/>
          <p:cNvSpPr/>
          <p:nvPr/>
        </p:nvSpPr>
        <p:spPr>
          <a:xfrm>
            <a:off x="7860960" y="55234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09" name=""/>
          <p:cNvSpPr/>
          <p:nvPr/>
        </p:nvSpPr>
        <p:spPr>
          <a:xfrm>
            <a:off x="7860960" y="55234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10" name=""/>
          <p:cNvSpPr/>
          <p:nvPr/>
        </p:nvSpPr>
        <p:spPr>
          <a:xfrm>
            <a:off x="10602000" y="56145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1" name=""/>
          <p:cNvSpPr/>
          <p:nvPr/>
        </p:nvSpPr>
        <p:spPr>
          <a:xfrm>
            <a:off x="10602000" y="56145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12" name=""/>
          <p:cNvSpPr/>
          <p:nvPr/>
        </p:nvSpPr>
        <p:spPr>
          <a:xfrm>
            <a:off x="7860960" y="5576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13" name=""/>
          <p:cNvSpPr/>
          <p:nvPr/>
        </p:nvSpPr>
        <p:spPr>
          <a:xfrm>
            <a:off x="7860960" y="5576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14" name=""/>
          <p:cNvSpPr/>
          <p:nvPr/>
        </p:nvSpPr>
        <p:spPr>
          <a:xfrm>
            <a:off x="9505440" y="55033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15" name=""/>
          <p:cNvSpPr/>
          <p:nvPr/>
        </p:nvSpPr>
        <p:spPr>
          <a:xfrm>
            <a:off x="9505440" y="55033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16" name=""/>
          <p:cNvSpPr/>
          <p:nvPr/>
        </p:nvSpPr>
        <p:spPr>
          <a:xfrm>
            <a:off x="8774640" y="5459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17" name=""/>
          <p:cNvSpPr/>
          <p:nvPr/>
        </p:nvSpPr>
        <p:spPr>
          <a:xfrm>
            <a:off x="8774640" y="5459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18" name=""/>
          <p:cNvSpPr/>
          <p:nvPr/>
        </p:nvSpPr>
        <p:spPr>
          <a:xfrm>
            <a:off x="7312680" y="5753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19" name=""/>
          <p:cNvSpPr/>
          <p:nvPr/>
        </p:nvSpPr>
        <p:spPr>
          <a:xfrm>
            <a:off x="7312680" y="5753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20" name=""/>
          <p:cNvSpPr/>
          <p:nvPr/>
        </p:nvSpPr>
        <p:spPr>
          <a:xfrm>
            <a:off x="10053720" y="54900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21" name=""/>
          <p:cNvSpPr/>
          <p:nvPr/>
        </p:nvSpPr>
        <p:spPr>
          <a:xfrm>
            <a:off x="10053720" y="54900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22" name=""/>
          <p:cNvSpPr/>
          <p:nvPr/>
        </p:nvSpPr>
        <p:spPr>
          <a:xfrm>
            <a:off x="8957160" y="5603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23" name=""/>
          <p:cNvSpPr/>
          <p:nvPr/>
        </p:nvSpPr>
        <p:spPr>
          <a:xfrm>
            <a:off x="8957160" y="5603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24" name=""/>
          <p:cNvSpPr/>
          <p:nvPr/>
        </p:nvSpPr>
        <p:spPr>
          <a:xfrm>
            <a:off x="10236240" y="51753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5" name=""/>
          <p:cNvSpPr/>
          <p:nvPr/>
        </p:nvSpPr>
        <p:spPr>
          <a:xfrm>
            <a:off x="10236240" y="51753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26" name=""/>
          <p:cNvSpPr/>
          <p:nvPr/>
        </p:nvSpPr>
        <p:spPr>
          <a:xfrm>
            <a:off x="9688320" y="53485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27" name=""/>
          <p:cNvSpPr/>
          <p:nvPr/>
        </p:nvSpPr>
        <p:spPr>
          <a:xfrm>
            <a:off x="9688320" y="53485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28" name=""/>
          <p:cNvSpPr/>
          <p:nvPr/>
        </p:nvSpPr>
        <p:spPr>
          <a:xfrm>
            <a:off x="10419120" y="55008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9" name=""/>
          <p:cNvSpPr/>
          <p:nvPr/>
        </p:nvSpPr>
        <p:spPr>
          <a:xfrm>
            <a:off x="10419120" y="55008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30" name=""/>
          <p:cNvSpPr/>
          <p:nvPr/>
        </p:nvSpPr>
        <p:spPr>
          <a:xfrm>
            <a:off x="9505440" y="56898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31" name=""/>
          <p:cNvSpPr/>
          <p:nvPr/>
        </p:nvSpPr>
        <p:spPr>
          <a:xfrm>
            <a:off x="9505440" y="56898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32" name=""/>
          <p:cNvSpPr/>
          <p:nvPr/>
        </p:nvSpPr>
        <p:spPr>
          <a:xfrm>
            <a:off x="9870840" y="54158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33" name=""/>
          <p:cNvSpPr/>
          <p:nvPr/>
        </p:nvSpPr>
        <p:spPr>
          <a:xfrm>
            <a:off x="9870840" y="54158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34" name=""/>
          <p:cNvSpPr/>
          <p:nvPr/>
        </p:nvSpPr>
        <p:spPr>
          <a:xfrm>
            <a:off x="10236240" y="55393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5" name=""/>
          <p:cNvSpPr/>
          <p:nvPr/>
        </p:nvSpPr>
        <p:spPr>
          <a:xfrm>
            <a:off x="10236240" y="55393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36" name=""/>
          <p:cNvSpPr/>
          <p:nvPr/>
        </p:nvSpPr>
        <p:spPr>
          <a:xfrm>
            <a:off x="8043480" y="5594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37" name=""/>
          <p:cNvSpPr/>
          <p:nvPr/>
        </p:nvSpPr>
        <p:spPr>
          <a:xfrm>
            <a:off x="8043480" y="5594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38" name=""/>
          <p:cNvSpPr/>
          <p:nvPr/>
        </p:nvSpPr>
        <p:spPr>
          <a:xfrm>
            <a:off x="9870840" y="56304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39" name=""/>
          <p:cNvSpPr/>
          <p:nvPr/>
        </p:nvSpPr>
        <p:spPr>
          <a:xfrm>
            <a:off x="9870840" y="56304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40" name=""/>
          <p:cNvSpPr/>
          <p:nvPr/>
        </p:nvSpPr>
        <p:spPr>
          <a:xfrm>
            <a:off x="9870840" y="56253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41" name=""/>
          <p:cNvSpPr/>
          <p:nvPr/>
        </p:nvSpPr>
        <p:spPr>
          <a:xfrm>
            <a:off x="9870840" y="56253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42" name=""/>
          <p:cNvSpPr/>
          <p:nvPr/>
        </p:nvSpPr>
        <p:spPr>
          <a:xfrm>
            <a:off x="7495200" y="54147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43" name=""/>
          <p:cNvSpPr/>
          <p:nvPr/>
        </p:nvSpPr>
        <p:spPr>
          <a:xfrm>
            <a:off x="7495200" y="54147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44" name=""/>
          <p:cNvSpPr/>
          <p:nvPr/>
        </p:nvSpPr>
        <p:spPr>
          <a:xfrm>
            <a:off x="10784520" y="53280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5" name=""/>
          <p:cNvSpPr/>
          <p:nvPr/>
        </p:nvSpPr>
        <p:spPr>
          <a:xfrm>
            <a:off x="10784520" y="53280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46" name=""/>
          <p:cNvSpPr/>
          <p:nvPr/>
        </p:nvSpPr>
        <p:spPr>
          <a:xfrm>
            <a:off x="8774640" y="51685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47" name=""/>
          <p:cNvSpPr/>
          <p:nvPr/>
        </p:nvSpPr>
        <p:spPr>
          <a:xfrm>
            <a:off x="8774640" y="51685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48" name=""/>
          <p:cNvSpPr/>
          <p:nvPr/>
        </p:nvSpPr>
        <p:spPr>
          <a:xfrm>
            <a:off x="9688320" y="53845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49" name=""/>
          <p:cNvSpPr/>
          <p:nvPr/>
        </p:nvSpPr>
        <p:spPr>
          <a:xfrm>
            <a:off x="9688320" y="53845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50" name=""/>
          <p:cNvSpPr/>
          <p:nvPr/>
        </p:nvSpPr>
        <p:spPr>
          <a:xfrm>
            <a:off x="8409240" y="55245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51" name=""/>
          <p:cNvSpPr/>
          <p:nvPr/>
        </p:nvSpPr>
        <p:spPr>
          <a:xfrm>
            <a:off x="8409240" y="55245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52" name=""/>
          <p:cNvSpPr/>
          <p:nvPr/>
        </p:nvSpPr>
        <p:spPr>
          <a:xfrm>
            <a:off x="10602000" y="5479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3" name=""/>
          <p:cNvSpPr/>
          <p:nvPr/>
        </p:nvSpPr>
        <p:spPr>
          <a:xfrm>
            <a:off x="10602000" y="5479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54" name=""/>
          <p:cNvSpPr/>
          <p:nvPr/>
        </p:nvSpPr>
        <p:spPr>
          <a:xfrm>
            <a:off x="9140040" y="56174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55" name=""/>
          <p:cNvSpPr/>
          <p:nvPr/>
        </p:nvSpPr>
        <p:spPr>
          <a:xfrm>
            <a:off x="9140040" y="56174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56" name=""/>
          <p:cNvSpPr/>
          <p:nvPr/>
        </p:nvSpPr>
        <p:spPr>
          <a:xfrm>
            <a:off x="8226360" y="51685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57" name=""/>
          <p:cNvSpPr/>
          <p:nvPr/>
        </p:nvSpPr>
        <p:spPr>
          <a:xfrm>
            <a:off x="8226360" y="51685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58" name=""/>
          <p:cNvSpPr/>
          <p:nvPr/>
        </p:nvSpPr>
        <p:spPr>
          <a:xfrm>
            <a:off x="7312680" y="52027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59" name=""/>
          <p:cNvSpPr/>
          <p:nvPr/>
        </p:nvSpPr>
        <p:spPr>
          <a:xfrm>
            <a:off x="7312680" y="52027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60" name=""/>
          <p:cNvSpPr/>
          <p:nvPr/>
        </p:nvSpPr>
        <p:spPr>
          <a:xfrm>
            <a:off x="10053720" y="52693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61" name=""/>
          <p:cNvSpPr/>
          <p:nvPr/>
        </p:nvSpPr>
        <p:spPr>
          <a:xfrm>
            <a:off x="10053720" y="52693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62" name=""/>
          <p:cNvSpPr/>
          <p:nvPr/>
        </p:nvSpPr>
        <p:spPr>
          <a:xfrm>
            <a:off x="10602000" y="49500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3" name=""/>
          <p:cNvSpPr/>
          <p:nvPr/>
        </p:nvSpPr>
        <p:spPr>
          <a:xfrm>
            <a:off x="10602000" y="49500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64" name=""/>
          <p:cNvSpPr/>
          <p:nvPr/>
        </p:nvSpPr>
        <p:spPr>
          <a:xfrm>
            <a:off x="10784520" y="49374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5" name=""/>
          <p:cNvSpPr/>
          <p:nvPr/>
        </p:nvSpPr>
        <p:spPr>
          <a:xfrm>
            <a:off x="10784520" y="49374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66" name=""/>
          <p:cNvSpPr/>
          <p:nvPr/>
        </p:nvSpPr>
        <p:spPr>
          <a:xfrm>
            <a:off x="10419120" y="53913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7" name=""/>
          <p:cNvSpPr/>
          <p:nvPr/>
        </p:nvSpPr>
        <p:spPr>
          <a:xfrm>
            <a:off x="10419120" y="53913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68" name=""/>
          <p:cNvSpPr/>
          <p:nvPr/>
        </p:nvSpPr>
        <p:spPr>
          <a:xfrm>
            <a:off x="8409240" y="47448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69" name=""/>
          <p:cNvSpPr/>
          <p:nvPr/>
        </p:nvSpPr>
        <p:spPr>
          <a:xfrm>
            <a:off x="8409240" y="47448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70" name=""/>
          <p:cNvSpPr/>
          <p:nvPr/>
        </p:nvSpPr>
        <p:spPr>
          <a:xfrm>
            <a:off x="10419120" y="52333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1" name=""/>
          <p:cNvSpPr/>
          <p:nvPr/>
        </p:nvSpPr>
        <p:spPr>
          <a:xfrm>
            <a:off x="10419120" y="52333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72" name=""/>
          <p:cNvSpPr/>
          <p:nvPr/>
        </p:nvSpPr>
        <p:spPr>
          <a:xfrm>
            <a:off x="9505440" y="52581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73" name=""/>
          <p:cNvSpPr/>
          <p:nvPr/>
        </p:nvSpPr>
        <p:spPr>
          <a:xfrm>
            <a:off x="9505440" y="52581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74" name=""/>
          <p:cNvSpPr/>
          <p:nvPr/>
        </p:nvSpPr>
        <p:spPr>
          <a:xfrm>
            <a:off x="9505440" y="55864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75" name=""/>
          <p:cNvSpPr/>
          <p:nvPr/>
        </p:nvSpPr>
        <p:spPr>
          <a:xfrm>
            <a:off x="9505440" y="55864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76" name=""/>
          <p:cNvSpPr/>
          <p:nvPr/>
        </p:nvSpPr>
        <p:spPr>
          <a:xfrm>
            <a:off x="9870840" y="54752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77" name=""/>
          <p:cNvSpPr/>
          <p:nvPr/>
        </p:nvSpPr>
        <p:spPr>
          <a:xfrm>
            <a:off x="9870840" y="54752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78" name=""/>
          <p:cNvSpPr/>
          <p:nvPr/>
        </p:nvSpPr>
        <p:spPr>
          <a:xfrm>
            <a:off x="7312680" y="5209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79" name=""/>
          <p:cNvSpPr/>
          <p:nvPr/>
        </p:nvSpPr>
        <p:spPr>
          <a:xfrm>
            <a:off x="7312680" y="5209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0" name=""/>
          <p:cNvSpPr/>
          <p:nvPr/>
        </p:nvSpPr>
        <p:spPr>
          <a:xfrm>
            <a:off x="10053720" y="54900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1" name=""/>
          <p:cNvSpPr/>
          <p:nvPr/>
        </p:nvSpPr>
        <p:spPr>
          <a:xfrm>
            <a:off x="10053720" y="54900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2" name=""/>
          <p:cNvSpPr/>
          <p:nvPr/>
        </p:nvSpPr>
        <p:spPr>
          <a:xfrm>
            <a:off x="10419120" y="50875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83" name=""/>
          <p:cNvSpPr/>
          <p:nvPr/>
        </p:nvSpPr>
        <p:spPr>
          <a:xfrm>
            <a:off x="10419120" y="50875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4" name=""/>
          <p:cNvSpPr/>
          <p:nvPr/>
        </p:nvSpPr>
        <p:spPr>
          <a:xfrm>
            <a:off x="10419120" y="52160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85" name=""/>
          <p:cNvSpPr/>
          <p:nvPr/>
        </p:nvSpPr>
        <p:spPr>
          <a:xfrm>
            <a:off x="10419120" y="52160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6" name=""/>
          <p:cNvSpPr/>
          <p:nvPr/>
        </p:nvSpPr>
        <p:spPr>
          <a:xfrm>
            <a:off x="9688320" y="5178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7" name=""/>
          <p:cNvSpPr/>
          <p:nvPr/>
        </p:nvSpPr>
        <p:spPr>
          <a:xfrm>
            <a:off x="9688320" y="5178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8" name=""/>
          <p:cNvSpPr/>
          <p:nvPr/>
        </p:nvSpPr>
        <p:spPr>
          <a:xfrm>
            <a:off x="9870840" y="55494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9" name=""/>
          <p:cNvSpPr/>
          <p:nvPr/>
        </p:nvSpPr>
        <p:spPr>
          <a:xfrm>
            <a:off x="9870840" y="55494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0" name=""/>
          <p:cNvSpPr/>
          <p:nvPr/>
        </p:nvSpPr>
        <p:spPr>
          <a:xfrm>
            <a:off x="9140040" y="55573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1" name=""/>
          <p:cNvSpPr/>
          <p:nvPr/>
        </p:nvSpPr>
        <p:spPr>
          <a:xfrm>
            <a:off x="9140040" y="55573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2" name=""/>
          <p:cNvSpPr/>
          <p:nvPr/>
        </p:nvSpPr>
        <p:spPr>
          <a:xfrm>
            <a:off x="8774640" y="55540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3" name=""/>
          <p:cNvSpPr/>
          <p:nvPr/>
        </p:nvSpPr>
        <p:spPr>
          <a:xfrm>
            <a:off x="8774640" y="55540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4" name=""/>
          <p:cNvSpPr/>
          <p:nvPr/>
        </p:nvSpPr>
        <p:spPr>
          <a:xfrm>
            <a:off x="7495200" y="53931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5" name=""/>
          <p:cNvSpPr/>
          <p:nvPr/>
        </p:nvSpPr>
        <p:spPr>
          <a:xfrm>
            <a:off x="7495200" y="53931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6" name=""/>
          <p:cNvSpPr/>
          <p:nvPr/>
        </p:nvSpPr>
        <p:spPr>
          <a:xfrm>
            <a:off x="7495200" y="57765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7" name=""/>
          <p:cNvSpPr/>
          <p:nvPr/>
        </p:nvSpPr>
        <p:spPr>
          <a:xfrm>
            <a:off x="7495200" y="57765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8" name=""/>
          <p:cNvSpPr/>
          <p:nvPr/>
        </p:nvSpPr>
        <p:spPr>
          <a:xfrm>
            <a:off x="9870840" y="56253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9" name=""/>
          <p:cNvSpPr/>
          <p:nvPr/>
        </p:nvSpPr>
        <p:spPr>
          <a:xfrm>
            <a:off x="9870840" y="56253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0" name=""/>
          <p:cNvSpPr/>
          <p:nvPr/>
        </p:nvSpPr>
        <p:spPr>
          <a:xfrm>
            <a:off x="9870840" y="56347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1" name=""/>
          <p:cNvSpPr/>
          <p:nvPr/>
        </p:nvSpPr>
        <p:spPr>
          <a:xfrm>
            <a:off x="9870840" y="56347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2" name=""/>
          <p:cNvSpPr/>
          <p:nvPr/>
        </p:nvSpPr>
        <p:spPr>
          <a:xfrm>
            <a:off x="9688320" y="55756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3" name=""/>
          <p:cNvSpPr/>
          <p:nvPr/>
        </p:nvSpPr>
        <p:spPr>
          <a:xfrm>
            <a:off x="9688320" y="55756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4" name=""/>
          <p:cNvSpPr/>
          <p:nvPr/>
        </p:nvSpPr>
        <p:spPr>
          <a:xfrm>
            <a:off x="9688320" y="55760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5" name=""/>
          <p:cNvSpPr/>
          <p:nvPr/>
        </p:nvSpPr>
        <p:spPr>
          <a:xfrm>
            <a:off x="9688320" y="55760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6" name=""/>
          <p:cNvSpPr/>
          <p:nvPr/>
        </p:nvSpPr>
        <p:spPr>
          <a:xfrm>
            <a:off x="9140040" y="55652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7" name=""/>
          <p:cNvSpPr/>
          <p:nvPr/>
        </p:nvSpPr>
        <p:spPr>
          <a:xfrm>
            <a:off x="9140040" y="55652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8" name=""/>
          <p:cNvSpPr/>
          <p:nvPr/>
        </p:nvSpPr>
        <p:spPr>
          <a:xfrm>
            <a:off x="8774640" y="5549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9" name=""/>
          <p:cNvSpPr/>
          <p:nvPr/>
        </p:nvSpPr>
        <p:spPr>
          <a:xfrm>
            <a:off x="8774640" y="5549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0" name=""/>
          <p:cNvSpPr/>
          <p:nvPr/>
        </p:nvSpPr>
        <p:spPr>
          <a:xfrm>
            <a:off x="9505440" y="56120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1" name=""/>
          <p:cNvSpPr/>
          <p:nvPr/>
        </p:nvSpPr>
        <p:spPr>
          <a:xfrm>
            <a:off x="9505440" y="56120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2" name=""/>
          <p:cNvSpPr/>
          <p:nvPr/>
        </p:nvSpPr>
        <p:spPr>
          <a:xfrm>
            <a:off x="8774640" y="5592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3" name=""/>
          <p:cNvSpPr/>
          <p:nvPr/>
        </p:nvSpPr>
        <p:spPr>
          <a:xfrm>
            <a:off x="8774640" y="5592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4" name=""/>
          <p:cNvSpPr/>
          <p:nvPr/>
        </p:nvSpPr>
        <p:spPr>
          <a:xfrm>
            <a:off x="10784520" y="54802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015" name=""/>
          <p:cNvSpPr/>
          <p:nvPr/>
        </p:nvSpPr>
        <p:spPr>
          <a:xfrm>
            <a:off x="10784520" y="54802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6" name=""/>
          <p:cNvSpPr/>
          <p:nvPr/>
        </p:nvSpPr>
        <p:spPr>
          <a:xfrm>
            <a:off x="10236240" y="54396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017" name=""/>
          <p:cNvSpPr/>
          <p:nvPr/>
        </p:nvSpPr>
        <p:spPr>
          <a:xfrm>
            <a:off x="10236240" y="54396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8" name=""/>
          <p:cNvSpPr/>
          <p:nvPr/>
        </p:nvSpPr>
        <p:spPr>
          <a:xfrm>
            <a:off x="9322560" y="54396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9" name=""/>
          <p:cNvSpPr/>
          <p:nvPr/>
        </p:nvSpPr>
        <p:spPr>
          <a:xfrm>
            <a:off x="9322560" y="54396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0" name=""/>
          <p:cNvSpPr/>
          <p:nvPr/>
        </p:nvSpPr>
        <p:spPr>
          <a:xfrm>
            <a:off x="7495200" y="54518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1" name=""/>
          <p:cNvSpPr/>
          <p:nvPr/>
        </p:nvSpPr>
        <p:spPr>
          <a:xfrm>
            <a:off x="7495200" y="54518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2" name=""/>
          <p:cNvSpPr/>
          <p:nvPr/>
        </p:nvSpPr>
        <p:spPr>
          <a:xfrm>
            <a:off x="9688320" y="53283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3" name=""/>
          <p:cNvSpPr/>
          <p:nvPr/>
        </p:nvSpPr>
        <p:spPr>
          <a:xfrm>
            <a:off x="9688320" y="53283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4" name=""/>
          <p:cNvSpPr/>
          <p:nvPr/>
        </p:nvSpPr>
        <p:spPr>
          <a:xfrm>
            <a:off x="10602000" y="55029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025" name=""/>
          <p:cNvSpPr/>
          <p:nvPr/>
        </p:nvSpPr>
        <p:spPr>
          <a:xfrm>
            <a:off x="10602000" y="55029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6" name=""/>
          <p:cNvSpPr/>
          <p:nvPr/>
        </p:nvSpPr>
        <p:spPr>
          <a:xfrm>
            <a:off x="10419120" y="50180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027" name=""/>
          <p:cNvSpPr/>
          <p:nvPr/>
        </p:nvSpPr>
        <p:spPr>
          <a:xfrm>
            <a:off x="10419120" y="50180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8" name=""/>
          <p:cNvSpPr/>
          <p:nvPr/>
        </p:nvSpPr>
        <p:spPr>
          <a:xfrm>
            <a:off x="7312680" y="5169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9" name=""/>
          <p:cNvSpPr/>
          <p:nvPr/>
        </p:nvSpPr>
        <p:spPr>
          <a:xfrm>
            <a:off x="7312680" y="5169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0" name=""/>
          <p:cNvSpPr/>
          <p:nvPr/>
        </p:nvSpPr>
        <p:spPr>
          <a:xfrm>
            <a:off x="6399000" y="52002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5986BD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031" name=""/>
          <p:cNvSpPr/>
          <p:nvPr/>
        </p:nvSpPr>
        <p:spPr>
          <a:xfrm>
            <a:off x="6399000" y="52002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5986BD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2" name=""/>
          <p:cNvSpPr/>
          <p:nvPr/>
        </p:nvSpPr>
        <p:spPr>
          <a:xfrm>
            <a:off x="9140040" y="5738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3" name=""/>
          <p:cNvSpPr/>
          <p:nvPr/>
        </p:nvSpPr>
        <p:spPr>
          <a:xfrm>
            <a:off x="9140040" y="5738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4" name=""/>
          <p:cNvSpPr/>
          <p:nvPr/>
        </p:nvSpPr>
        <p:spPr>
          <a:xfrm>
            <a:off x="10784520" y="58636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035" name=""/>
          <p:cNvSpPr/>
          <p:nvPr/>
        </p:nvSpPr>
        <p:spPr>
          <a:xfrm>
            <a:off x="10784520" y="58636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6" name=""/>
          <p:cNvSpPr/>
          <p:nvPr/>
        </p:nvSpPr>
        <p:spPr>
          <a:xfrm>
            <a:off x="10784520" y="58276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037" name=""/>
          <p:cNvSpPr/>
          <p:nvPr/>
        </p:nvSpPr>
        <p:spPr>
          <a:xfrm>
            <a:off x="10784520" y="58276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8" name=""/>
          <p:cNvSpPr/>
          <p:nvPr/>
        </p:nvSpPr>
        <p:spPr>
          <a:xfrm>
            <a:off x="6581520" y="51976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6C98C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039" name=""/>
          <p:cNvSpPr/>
          <p:nvPr/>
        </p:nvSpPr>
        <p:spPr>
          <a:xfrm>
            <a:off x="6581520" y="51976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6C98C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0" name=""/>
          <p:cNvSpPr/>
          <p:nvPr/>
        </p:nvSpPr>
        <p:spPr>
          <a:xfrm>
            <a:off x="9322560" y="53186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1" name=""/>
          <p:cNvSpPr/>
          <p:nvPr/>
        </p:nvSpPr>
        <p:spPr>
          <a:xfrm>
            <a:off x="9322560" y="53186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2" name=""/>
          <p:cNvSpPr/>
          <p:nvPr/>
        </p:nvSpPr>
        <p:spPr>
          <a:xfrm>
            <a:off x="8043480" y="49096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3" name=""/>
          <p:cNvSpPr/>
          <p:nvPr/>
        </p:nvSpPr>
        <p:spPr>
          <a:xfrm>
            <a:off x="8043480" y="49096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4" name=""/>
          <p:cNvSpPr/>
          <p:nvPr/>
        </p:nvSpPr>
        <p:spPr>
          <a:xfrm>
            <a:off x="7312680" y="5196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5" name=""/>
          <p:cNvSpPr/>
          <p:nvPr/>
        </p:nvSpPr>
        <p:spPr>
          <a:xfrm>
            <a:off x="7312680" y="5196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6" name=""/>
          <p:cNvSpPr/>
          <p:nvPr/>
        </p:nvSpPr>
        <p:spPr>
          <a:xfrm>
            <a:off x="8957160" y="5542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7" name=""/>
          <p:cNvSpPr/>
          <p:nvPr/>
        </p:nvSpPr>
        <p:spPr>
          <a:xfrm>
            <a:off x="8957160" y="5542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8" name=""/>
          <p:cNvSpPr/>
          <p:nvPr/>
        </p:nvSpPr>
        <p:spPr>
          <a:xfrm>
            <a:off x="10784520" y="54626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049" name=""/>
          <p:cNvSpPr/>
          <p:nvPr/>
        </p:nvSpPr>
        <p:spPr>
          <a:xfrm>
            <a:off x="10784520" y="54626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0" name=""/>
          <p:cNvSpPr/>
          <p:nvPr/>
        </p:nvSpPr>
        <p:spPr>
          <a:xfrm>
            <a:off x="10784520" y="59446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051" name=""/>
          <p:cNvSpPr/>
          <p:nvPr/>
        </p:nvSpPr>
        <p:spPr>
          <a:xfrm>
            <a:off x="10784520" y="59446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2" name=""/>
          <p:cNvSpPr/>
          <p:nvPr/>
        </p:nvSpPr>
        <p:spPr>
          <a:xfrm>
            <a:off x="9688320" y="52948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3" name=""/>
          <p:cNvSpPr/>
          <p:nvPr/>
        </p:nvSpPr>
        <p:spPr>
          <a:xfrm>
            <a:off x="9688320" y="52948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4" name=""/>
          <p:cNvSpPr/>
          <p:nvPr/>
        </p:nvSpPr>
        <p:spPr>
          <a:xfrm>
            <a:off x="9688320" y="53683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5" name=""/>
          <p:cNvSpPr/>
          <p:nvPr/>
        </p:nvSpPr>
        <p:spPr>
          <a:xfrm>
            <a:off x="9688320" y="53683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6" name=""/>
          <p:cNvSpPr/>
          <p:nvPr/>
        </p:nvSpPr>
        <p:spPr>
          <a:xfrm>
            <a:off x="9688320" y="5299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7" name=""/>
          <p:cNvSpPr/>
          <p:nvPr/>
        </p:nvSpPr>
        <p:spPr>
          <a:xfrm>
            <a:off x="9688320" y="5299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8" name=""/>
          <p:cNvSpPr/>
          <p:nvPr/>
        </p:nvSpPr>
        <p:spPr>
          <a:xfrm>
            <a:off x="8957160" y="53809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9" name=""/>
          <p:cNvSpPr/>
          <p:nvPr/>
        </p:nvSpPr>
        <p:spPr>
          <a:xfrm>
            <a:off x="8957160" y="53809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0" name=""/>
          <p:cNvSpPr/>
          <p:nvPr/>
        </p:nvSpPr>
        <p:spPr>
          <a:xfrm>
            <a:off x="9870840" y="51789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1" name=""/>
          <p:cNvSpPr/>
          <p:nvPr/>
        </p:nvSpPr>
        <p:spPr>
          <a:xfrm>
            <a:off x="9870840" y="51789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2" name=""/>
          <p:cNvSpPr/>
          <p:nvPr/>
        </p:nvSpPr>
        <p:spPr>
          <a:xfrm>
            <a:off x="8774640" y="55764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3" name=""/>
          <p:cNvSpPr/>
          <p:nvPr/>
        </p:nvSpPr>
        <p:spPr>
          <a:xfrm>
            <a:off x="8774640" y="55764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4" name=""/>
          <p:cNvSpPr/>
          <p:nvPr/>
        </p:nvSpPr>
        <p:spPr>
          <a:xfrm>
            <a:off x="7312680" y="5776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5" name=""/>
          <p:cNvSpPr/>
          <p:nvPr/>
        </p:nvSpPr>
        <p:spPr>
          <a:xfrm>
            <a:off x="7312680" y="5776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6" name=""/>
          <p:cNvSpPr/>
          <p:nvPr/>
        </p:nvSpPr>
        <p:spPr>
          <a:xfrm>
            <a:off x="9140040" y="54478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7" name=""/>
          <p:cNvSpPr/>
          <p:nvPr/>
        </p:nvSpPr>
        <p:spPr>
          <a:xfrm>
            <a:off x="9140040" y="54478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8" name=""/>
          <p:cNvSpPr/>
          <p:nvPr/>
        </p:nvSpPr>
        <p:spPr>
          <a:xfrm>
            <a:off x="6216120" y="57430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4575B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069" name=""/>
          <p:cNvSpPr/>
          <p:nvPr/>
        </p:nvSpPr>
        <p:spPr>
          <a:xfrm>
            <a:off x="6216120" y="57430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4575B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0" name=""/>
          <p:cNvSpPr/>
          <p:nvPr/>
        </p:nvSpPr>
        <p:spPr>
          <a:xfrm>
            <a:off x="7312680" y="5618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1" name=""/>
          <p:cNvSpPr/>
          <p:nvPr/>
        </p:nvSpPr>
        <p:spPr>
          <a:xfrm>
            <a:off x="7312680" y="5618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2" name=""/>
          <p:cNvSpPr/>
          <p:nvPr/>
        </p:nvSpPr>
        <p:spPr>
          <a:xfrm>
            <a:off x="7678080" y="5684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3" name=""/>
          <p:cNvSpPr/>
          <p:nvPr/>
        </p:nvSpPr>
        <p:spPr>
          <a:xfrm>
            <a:off x="7678080" y="5684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4" name=""/>
          <p:cNvSpPr/>
          <p:nvPr/>
        </p:nvSpPr>
        <p:spPr>
          <a:xfrm>
            <a:off x="10236240" y="54349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075" name=""/>
          <p:cNvSpPr/>
          <p:nvPr/>
        </p:nvSpPr>
        <p:spPr>
          <a:xfrm>
            <a:off x="10236240" y="54349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6" name=""/>
          <p:cNvSpPr/>
          <p:nvPr/>
        </p:nvSpPr>
        <p:spPr>
          <a:xfrm>
            <a:off x="10602000" y="56700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077" name=""/>
          <p:cNvSpPr/>
          <p:nvPr/>
        </p:nvSpPr>
        <p:spPr>
          <a:xfrm>
            <a:off x="10602000" y="56700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8" name=""/>
          <p:cNvSpPr/>
          <p:nvPr/>
        </p:nvSpPr>
        <p:spPr>
          <a:xfrm>
            <a:off x="6947280" y="55177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8EBCD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9" name=""/>
          <p:cNvSpPr/>
          <p:nvPr/>
        </p:nvSpPr>
        <p:spPr>
          <a:xfrm>
            <a:off x="6947280" y="55177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8EBCD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0" name=""/>
          <p:cNvSpPr/>
          <p:nvPr/>
        </p:nvSpPr>
        <p:spPr>
          <a:xfrm>
            <a:off x="8591760" y="54680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1" name=""/>
          <p:cNvSpPr/>
          <p:nvPr/>
        </p:nvSpPr>
        <p:spPr>
          <a:xfrm>
            <a:off x="8591760" y="54680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2" name=""/>
          <p:cNvSpPr/>
          <p:nvPr/>
        </p:nvSpPr>
        <p:spPr>
          <a:xfrm>
            <a:off x="10053720" y="53424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3" name=""/>
          <p:cNvSpPr/>
          <p:nvPr/>
        </p:nvSpPr>
        <p:spPr>
          <a:xfrm>
            <a:off x="10053720" y="53424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4" name=""/>
          <p:cNvSpPr/>
          <p:nvPr/>
        </p:nvSpPr>
        <p:spPr>
          <a:xfrm>
            <a:off x="9322560" y="54216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5" name=""/>
          <p:cNvSpPr/>
          <p:nvPr/>
        </p:nvSpPr>
        <p:spPr>
          <a:xfrm>
            <a:off x="9322560" y="54216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6" name=""/>
          <p:cNvSpPr/>
          <p:nvPr/>
        </p:nvSpPr>
        <p:spPr>
          <a:xfrm>
            <a:off x="10602000" y="51040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087" name=""/>
          <p:cNvSpPr/>
          <p:nvPr/>
        </p:nvSpPr>
        <p:spPr>
          <a:xfrm>
            <a:off x="10602000" y="51040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8" name=""/>
          <p:cNvSpPr/>
          <p:nvPr/>
        </p:nvSpPr>
        <p:spPr>
          <a:xfrm>
            <a:off x="10602000" y="53845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089" name=""/>
          <p:cNvSpPr/>
          <p:nvPr/>
        </p:nvSpPr>
        <p:spPr>
          <a:xfrm>
            <a:off x="10602000" y="53845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0" name=""/>
          <p:cNvSpPr/>
          <p:nvPr/>
        </p:nvSpPr>
        <p:spPr>
          <a:xfrm>
            <a:off x="9322560" y="55296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1" name=""/>
          <p:cNvSpPr/>
          <p:nvPr/>
        </p:nvSpPr>
        <p:spPr>
          <a:xfrm>
            <a:off x="9322560" y="55296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2" name=""/>
          <p:cNvSpPr/>
          <p:nvPr/>
        </p:nvSpPr>
        <p:spPr>
          <a:xfrm>
            <a:off x="8591760" y="57643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3" name=""/>
          <p:cNvSpPr/>
          <p:nvPr/>
        </p:nvSpPr>
        <p:spPr>
          <a:xfrm>
            <a:off x="8591760" y="57643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4" name=""/>
          <p:cNvSpPr/>
          <p:nvPr/>
        </p:nvSpPr>
        <p:spPr>
          <a:xfrm>
            <a:off x="9322560" y="52156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5" name=""/>
          <p:cNvSpPr/>
          <p:nvPr/>
        </p:nvSpPr>
        <p:spPr>
          <a:xfrm>
            <a:off x="9322560" y="52156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6" name=""/>
          <p:cNvSpPr/>
          <p:nvPr/>
        </p:nvSpPr>
        <p:spPr>
          <a:xfrm>
            <a:off x="10053720" y="54356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7" name=""/>
          <p:cNvSpPr/>
          <p:nvPr/>
        </p:nvSpPr>
        <p:spPr>
          <a:xfrm>
            <a:off x="10053720" y="54356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8" name=""/>
          <p:cNvSpPr/>
          <p:nvPr/>
        </p:nvSpPr>
        <p:spPr>
          <a:xfrm>
            <a:off x="9322560" y="55962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9" name=""/>
          <p:cNvSpPr/>
          <p:nvPr/>
        </p:nvSpPr>
        <p:spPr>
          <a:xfrm>
            <a:off x="9322560" y="55962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0" name=""/>
          <p:cNvSpPr/>
          <p:nvPr/>
        </p:nvSpPr>
        <p:spPr>
          <a:xfrm>
            <a:off x="8957160" y="5474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1" name=""/>
          <p:cNvSpPr/>
          <p:nvPr/>
        </p:nvSpPr>
        <p:spPr>
          <a:xfrm>
            <a:off x="8957160" y="5474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2" name=""/>
          <p:cNvSpPr/>
          <p:nvPr/>
        </p:nvSpPr>
        <p:spPr>
          <a:xfrm>
            <a:off x="10236240" y="59389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103" name=""/>
          <p:cNvSpPr/>
          <p:nvPr/>
        </p:nvSpPr>
        <p:spPr>
          <a:xfrm>
            <a:off x="10236240" y="59389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4" name=""/>
          <p:cNvSpPr/>
          <p:nvPr/>
        </p:nvSpPr>
        <p:spPr>
          <a:xfrm>
            <a:off x="9505440" y="5520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5" name=""/>
          <p:cNvSpPr/>
          <p:nvPr/>
        </p:nvSpPr>
        <p:spPr>
          <a:xfrm>
            <a:off x="9505440" y="5520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6" name=""/>
          <p:cNvSpPr/>
          <p:nvPr/>
        </p:nvSpPr>
        <p:spPr>
          <a:xfrm>
            <a:off x="9688320" y="55105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7" name=""/>
          <p:cNvSpPr/>
          <p:nvPr/>
        </p:nvSpPr>
        <p:spPr>
          <a:xfrm>
            <a:off x="9688320" y="55105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8" name=""/>
          <p:cNvSpPr/>
          <p:nvPr/>
        </p:nvSpPr>
        <p:spPr>
          <a:xfrm>
            <a:off x="9688320" y="54882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9" name=""/>
          <p:cNvSpPr/>
          <p:nvPr/>
        </p:nvSpPr>
        <p:spPr>
          <a:xfrm>
            <a:off x="9688320" y="54882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0" name=""/>
          <p:cNvSpPr/>
          <p:nvPr/>
        </p:nvSpPr>
        <p:spPr>
          <a:xfrm>
            <a:off x="10053720" y="56746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1" name=""/>
          <p:cNvSpPr/>
          <p:nvPr/>
        </p:nvSpPr>
        <p:spPr>
          <a:xfrm>
            <a:off x="10053720" y="56746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2" name=""/>
          <p:cNvSpPr/>
          <p:nvPr/>
        </p:nvSpPr>
        <p:spPr>
          <a:xfrm>
            <a:off x="9322560" y="50810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3" name=""/>
          <p:cNvSpPr/>
          <p:nvPr/>
        </p:nvSpPr>
        <p:spPr>
          <a:xfrm>
            <a:off x="9322560" y="50810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4" name=""/>
          <p:cNvSpPr/>
          <p:nvPr/>
        </p:nvSpPr>
        <p:spPr>
          <a:xfrm>
            <a:off x="9140040" y="51796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5" name=""/>
          <p:cNvSpPr/>
          <p:nvPr/>
        </p:nvSpPr>
        <p:spPr>
          <a:xfrm>
            <a:off x="9140040" y="51796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6" name=""/>
          <p:cNvSpPr/>
          <p:nvPr/>
        </p:nvSpPr>
        <p:spPr>
          <a:xfrm>
            <a:off x="9505440" y="5511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7" name=""/>
          <p:cNvSpPr/>
          <p:nvPr/>
        </p:nvSpPr>
        <p:spPr>
          <a:xfrm>
            <a:off x="9505440" y="5511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8" name=""/>
          <p:cNvSpPr/>
          <p:nvPr/>
        </p:nvSpPr>
        <p:spPr>
          <a:xfrm>
            <a:off x="9322560" y="52156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9" name=""/>
          <p:cNvSpPr/>
          <p:nvPr/>
        </p:nvSpPr>
        <p:spPr>
          <a:xfrm>
            <a:off x="9322560" y="52156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0" name=""/>
          <p:cNvSpPr/>
          <p:nvPr/>
        </p:nvSpPr>
        <p:spPr>
          <a:xfrm>
            <a:off x="9140040" y="53168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1" name=""/>
          <p:cNvSpPr/>
          <p:nvPr/>
        </p:nvSpPr>
        <p:spPr>
          <a:xfrm>
            <a:off x="9140040" y="53168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2" name=""/>
          <p:cNvSpPr/>
          <p:nvPr/>
        </p:nvSpPr>
        <p:spPr>
          <a:xfrm>
            <a:off x="10602000" y="55364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123" name=""/>
          <p:cNvSpPr/>
          <p:nvPr/>
        </p:nvSpPr>
        <p:spPr>
          <a:xfrm>
            <a:off x="10602000" y="55364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4" name=""/>
          <p:cNvSpPr/>
          <p:nvPr/>
        </p:nvSpPr>
        <p:spPr>
          <a:xfrm>
            <a:off x="9140040" y="5342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5" name=""/>
          <p:cNvSpPr/>
          <p:nvPr/>
        </p:nvSpPr>
        <p:spPr>
          <a:xfrm>
            <a:off x="9140040" y="5342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6" name=""/>
          <p:cNvSpPr/>
          <p:nvPr/>
        </p:nvSpPr>
        <p:spPr>
          <a:xfrm>
            <a:off x="6216120" y="50173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4575B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127" name=""/>
          <p:cNvSpPr/>
          <p:nvPr/>
        </p:nvSpPr>
        <p:spPr>
          <a:xfrm>
            <a:off x="6216120" y="50173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4575B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8" name=""/>
          <p:cNvSpPr/>
          <p:nvPr/>
        </p:nvSpPr>
        <p:spPr>
          <a:xfrm>
            <a:off x="10236240" y="51584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129" name=""/>
          <p:cNvSpPr/>
          <p:nvPr/>
        </p:nvSpPr>
        <p:spPr>
          <a:xfrm>
            <a:off x="10236240" y="51584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0" name=""/>
          <p:cNvSpPr/>
          <p:nvPr/>
        </p:nvSpPr>
        <p:spPr>
          <a:xfrm>
            <a:off x="8043480" y="53823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1" name=""/>
          <p:cNvSpPr/>
          <p:nvPr/>
        </p:nvSpPr>
        <p:spPr>
          <a:xfrm>
            <a:off x="8043480" y="53823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2" name=""/>
          <p:cNvSpPr/>
          <p:nvPr/>
        </p:nvSpPr>
        <p:spPr>
          <a:xfrm>
            <a:off x="8774640" y="5295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3" name=""/>
          <p:cNvSpPr/>
          <p:nvPr/>
        </p:nvSpPr>
        <p:spPr>
          <a:xfrm>
            <a:off x="8774640" y="5295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4" name=""/>
          <p:cNvSpPr/>
          <p:nvPr/>
        </p:nvSpPr>
        <p:spPr>
          <a:xfrm>
            <a:off x="10236240" y="55807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135" name=""/>
          <p:cNvSpPr/>
          <p:nvPr/>
        </p:nvSpPr>
        <p:spPr>
          <a:xfrm>
            <a:off x="10236240" y="55807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6" name=""/>
          <p:cNvSpPr/>
          <p:nvPr/>
        </p:nvSpPr>
        <p:spPr>
          <a:xfrm>
            <a:off x="9505440" y="56116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7" name=""/>
          <p:cNvSpPr/>
          <p:nvPr/>
        </p:nvSpPr>
        <p:spPr>
          <a:xfrm>
            <a:off x="9505440" y="56116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8" name=""/>
          <p:cNvSpPr/>
          <p:nvPr/>
        </p:nvSpPr>
        <p:spPr>
          <a:xfrm>
            <a:off x="8774640" y="56754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9" name=""/>
          <p:cNvSpPr/>
          <p:nvPr/>
        </p:nvSpPr>
        <p:spPr>
          <a:xfrm>
            <a:off x="8774640" y="56754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0" name=""/>
          <p:cNvSpPr/>
          <p:nvPr/>
        </p:nvSpPr>
        <p:spPr>
          <a:xfrm>
            <a:off x="9140040" y="5817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1" name=""/>
          <p:cNvSpPr/>
          <p:nvPr/>
        </p:nvSpPr>
        <p:spPr>
          <a:xfrm>
            <a:off x="9140040" y="5817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2" name=""/>
          <p:cNvSpPr/>
          <p:nvPr/>
        </p:nvSpPr>
        <p:spPr>
          <a:xfrm>
            <a:off x="7678080" y="58402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3" name=""/>
          <p:cNvSpPr/>
          <p:nvPr/>
        </p:nvSpPr>
        <p:spPr>
          <a:xfrm>
            <a:off x="7678080" y="58402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4" name=""/>
          <p:cNvSpPr/>
          <p:nvPr/>
        </p:nvSpPr>
        <p:spPr>
          <a:xfrm>
            <a:off x="9322560" y="54360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5" name=""/>
          <p:cNvSpPr/>
          <p:nvPr/>
        </p:nvSpPr>
        <p:spPr>
          <a:xfrm>
            <a:off x="9322560" y="54360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6" name=""/>
          <p:cNvSpPr/>
          <p:nvPr/>
        </p:nvSpPr>
        <p:spPr>
          <a:xfrm>
            <a:off x="8957160" y="54471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7" name=""/>
          <p:cNvSpPr/>
          <p:nvPr/>
        </p:nvSpPr>
        <p:spPr>
          <a:xfrm>
            <a:off x="8957160" y="54471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8" name=""/>
          <p:cNvSpPr/>
          <p:nvPr/>
        </p:nvSpPr>
        <p:spPr>
          <a:xfrm>
            <a:off x="9322560" y="53100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9" name=""/>
          <p:cNvSpPr/>
          <p:nvPr/>
        </p:nvSpPr>
        <p:spPr>
          <a:xfrm>
            <a:off x="9322560" y="53100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0" name=""/>
          <p:cNvSpPr/>
          <p:nvPr/>
        </p:nvSpPr>
        <p:spPr>
          <a:xfrm>
            <a:off x="7312680" y="58104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1" name=""/>
          <p:cNvSpPr/>
          <p:nvPr/>
        </p:nvSpPr>
        <p:spPr>
          <a:xfrm>
            <a:off x="7312680" y="58104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2" name=""/>
          <p:cNvSpPr/>
          <p:nvPr/>
        </p:nvSpPr>
        <p:spPr>
          <a:xfrm>
            <a:off x="9688320" y="55746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3" name=""/>
          <p:cNvSpPr/>
          <p:nvPr/>
        </p:nvSpPr>
        <p:spPr>
          <a:xfrm>
            <a:off x="9688320" y="55746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4" name=""/>
          <p:cNvSpPr/>
          <p:nvPr/>
        </p:nvSpPr>
        <p:spPr>
          <a:xfrm>
            <a:off x="8774640" y="57981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5" name=""/>
          <p:cNvSpPr/>
          <p:nvPr/>
        </p:nvSpPr>
        <p:spPr>
          <a:xfrm>
            <a:off x="8774640" y="57981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6" name=""/>
          <p:cNvSpPr/>
          <p:nvPr/>
        </p:nvSpPr>
        <p:spPr>
          <a:xfrm>
            <a:off x="9505440" y="56984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7" name=""/>
          <p:cNvSpPr/>
          <p:nvPr/>
        </p:nvSpPr>
        <p:spPr>
          <a:xfrm>
            <a:off x="9505440" y="56984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8" name=""/>
          <p:cNvSpPr/>
          <p:nvPr/>
        </p:nvSpPr>
        <p:spPr>
          <a:xfrm>
            <a:off x="10053720" y="5207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9" name=""/>
          <p:cNvSpPr/>
          <p:nvPr/>
        </p:nvSpPr>
        <p:spPr>
          <a:xfrm>
            <a:off x="10053720" y="5207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0" name=""/>
          <p:cNvSpPr/>
          <p:nvPr/>
        </p:nvSpPr>
        <p:spPr>
          <a:xfrm>
            <a:off x="9322560" y="54457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1" name=""/>
          <p:cNvSpPr/>
          <p:nvPr/>
        </p:nvSpPr>
        <p:spPr>
          <a:xfrm>
            <a:off x="9322560" y="54457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2" name=""/>
          <p:cNvSpPr/>
          <p:nvPr/>
        </p:nvSpPr>
        <p:spPr>
          <a:xfrm>
            <a:off x="7678080" y="52120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3" name=""/>
          <p:cNvSpPr/>
          <p:nvPr/>
        </p:nvSpPr>
        <p:spPr>
          <a:xfrm>
            <a:off x="7678080" y="52120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4" name=""/>
          <p:cNvSpPr/>
          <p:nvPr/>
        </p:nvSpPr>
        <p:spPr>
          <a:xfrm>
            <a:off x="8774640" y="55756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5" name=""/>
          <p:cNvSpPr/>
          <p:nvPr/>
        </p:nvSpPr>
        <p:spPr>
          <a:xfrm>
            <a:off x="8774640" y="55756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6" name=""/>
          <p:cNvSpPr/>
          <p:nvPr/>
        </p:nvSpPr>
        <p:spPr>
          <a:xfrm>
            <a:off x="7495200" y="54367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7" name=""/>
          <p:cNvSpPr/>
          <p:nvPr/>
        </p:nvSpPr>
        <p:spPr>
          <a:xfrm>
            <a:off x="7495200" y="54367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8" name=""/>
          <p:cNvSpPr/>
          <p:nvPr/>
        </p:nvSpPr>
        <p:spPr>
          <a:xfrm>
            <a:off x="7129800" y="56973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A1C9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9" name=""/>
          <p:cNvSpPr/>
          <p:nvPr/>
        </p:nvSpPr>
        <p:spPr>
          <a:xfrm>
            <a:off x="7129800" y="56973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A1C9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0" name=""/>
          <p:cNvSpPr/>
          <p:nvPr/>
        </p:nvSpPr>
        <p:spPr>
          <a:xfrm>
            <a:off x="10236240" y="55393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171" name=""/>
          <p:cNvSpPr/>
          <p:nvPr/>
        </p:nvSpPr>
        <p:spPr>
          <a:xfrm>
            <a:off x="10236240" y="55393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2" name=""/>
          <p:cNvSpPr/>
          <p:nvPr/>
        </p:nvSpPr>
        <p:spPr>
          <a:xfrm>
            <a:off x="8591760" y="5497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3" name=""/>
          <p:cNvSpPr/>
          <p:nvPr/>
        </p:nvSpPr>
        <p:spPr>
          <a:xfrm>
            <a:off x="8591760" y="5497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4" name=""/>
          <p:cNvSpPr/>
          <p:nvPr/>
        </p:nvSpPr>
        <p:spPr>
          <a:xfrm>
            <a:off x="9688320" y="56232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5" name=""/>
          <p:cNvSpPr/>
          <p:nvPr/>
        </p:nvSpPr>
        <p:spPr>
          <a:xfrm>
            <a:off x="9688320" y="56232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6" name=""/>
          <p:cNvSpPr/>
          <p:nvPr/>
        </p:nvSpPr>
        <p:spPr>
          <a:xfrm>
            <a:off x="8774640" y="52002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7" name=""/>
          <p:cNvSpPr/>
          <p:nvPr/>
        </p:nvSpPr>
        <p:spPr>
          <a:xfrm>
            <a:off x="8774640" y="52002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8" name=""/>
          <p:cNvSpPr/>
          <p:nvPr/>
        </p:nvSpPr>
        <p:spPr>
          <a:xfrm>
            <a:off x="10602000" y="5673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179" name=""/>
          <p:cNvSpPr/>
          <p:nvPr/>
        </p:nvSpPr>
        <p:spPr>
          <a:xfrm>
            <a:off x="10602000" y="5673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0" name=""/>
          <p:cNvSpPr/>
          <p:nvPr/>
        </p:nvSpPr>
        <p:spPr>
          <a:xfrm>
            <a:off x="7312680" y="58190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1" name=""/>
          <p:cNvSpPr/>
          <p:nvPr/>
        </p:nvSpPr>
        <p:spPr>
          <a:xfrm>
            <a:off x="7312680" y="58190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2" name=""/>
          <p:cNvSpPr/>
          <p:nvPr/>
        </p:nvSpPr>
        <p:spPr>
          <a:xfrm>
            <a:off x="9688320" y="5214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3" name=""/>
          <p:cNvSpPr/>
          <p:nvPr/>
        </p:nvSpPr>
        <p:spPr>
          <a:xfrm>
            <a:off x="9688320" y="5214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4" name=""/>
          <p:cNvSpPr/>
          <p:nvPr/>
        </p:nvSpPr>
        <p:spPr>
          <a:xfrm>
            <a:off x="8409240" y="54770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5" name=""/>
          <p:cNvSpPr/>
          <p:nvPr/>
        </p:nvSpPr>
        <p:spPr>
          <a:xfrm>
            <a:off x="8409240" y="54770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6" name=""/>
          <p:cNvSpPr/>
          <p:nvPr/>
        </p:nvSpPr>
        <p:spPr>
          <a:xfrm>
            <a:off x="7312680" y="58456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7" name=""/>
          <p:cNvSpPr/>
          <p:nvPr/>
        </p:nvSpPr>
        <p:spPr>
          <a:xfrm>
            <a:off x="7312680" y="58456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8" name=""/>
          <p:cNvSpPr/>
          <p:nvPr/>
        </p:nvSpPr>
        <p:spPr>
          <a:xfrm>
            <a:off x="7129800" y="58478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A1C9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9" name=""/>
          <p:cNvSpPr/>
          <p:nvPr/>
        </p:nvSpPr>
        <p:spPr>
          <a:xfrm>
            <a:off x="7129800" y="58478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A1C9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0" name=""/>
          <p:cNvSpPr/>
          <p:nvPr/>
        </p:nvSpPr>
        <p:spPr>
          <a:xfrm>
            <a:off x="6581520" y="56116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6C98C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191" name=""/>
          <p:cNvSpPr/>
          <p:nvPr/>
        </p:nvSpPr>
        <p:spPr>
          <a:xfrm>
            <a:off x="6581520" y="56116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6C98C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2" name=""/>
          <p:cNvSpPr/>
          <p:nvPr/>
        </p:nvSpPr>
        <p:spPr>
          <a:xfrm>
            <a:off x="10419120" y="5524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193" name=""/>
          <p:cNvSpPr/>
          <p:nvPr/>
        </p:nvSpPr>
        <p:spPr>
          <a:xfrm>
            <a:off x="10419120" y="5524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4" name=""/>
          <p:cNvSpPr/>
          <p:nvPr/>
        </p:nvSpPr>
        <p:spPr>
          <a:xfrm>
            <a:off x="8774640" y="5839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5" name=""/>
          <p:cNvSpPr/>
          <p:nvPr/>
        </p:nvSpPr>
        <p:spPr>
          <a:xfrm>
            <a:off x="8774640" y="5839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6" name=""/>
          <p:cNvSpPr/>
          <p:nvPr/>
        </p:nvSpPr>
        <p:spPr>
          <a:xfrm>
            <a:off x="9688320" y="55933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7" name=""/>
          <p:cNvSpPr/>
          <p:nvPr/>
        </p:nvSpPr>
        <p:spPr>
          <a:xfrm>
            <a:off x="9688320" y="55933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8" name=""/>
          <p:cNvSpPr/>
          <p:nvPr/>
        </p:nvSpPr>
        <p:spPr>
          <a:xfrm>
            <a:off x="7678080" y="5172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9" name=""/>
          <p:cNvSpPr/>
          <p:nvPr/>
        </p:nvSpPr>
        <p:spPr>
          <a:xfrm>
            <a:off x="7678080" y="5172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0" name=""/>
          <p:cNvSpPr/>
          <p:nvPr/>
        </p:nvSpPr>
        <p:spPr>
          <a:xfrm>
            <a:off x="10602000" y="53362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201" name=""/>
          <p:cNvSpPr/>
          <p:nvPr/>
        </p:nvSpPr>
        <p:spPr>
          <a:xfrm>
            <a:off x="10602000" y="53362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2" name=""/>
          <p:cNvSpPr/>
          <p:nvPr/>
        </p:nvSpPr>
        <p:spPr>
          <a:xfrm>
            <a:off x="10419120" y="55670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203" name=""/>
          <p:cNvSpPr/>
          <p:nvPr/>
        </p:nvSpPr>
        <p:spPr>
          <a:xfrm>
            <a:off x="10419120" y="55670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4" name=""/>
          <p:cNvSpPr/>
          <p:nvPr/>
        </p:nvSpPr>
        <p:spPr>
          <a:xfrm>
            <a:off x="10602000" y="54486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205" name=""/>
          <p:cNvSpPr/>
          <p:nvPr/>
        </p:nvSpPr>
        <p:spPr>
          <a:xfrm>
            <a:off x="10602000" y="54486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6" name=""/>
          <p:cNvSpPr/>
          <p:nvPr/>
        </p:nvSpPr>
        <p:spPr>
          <a:xfrm>
            <a:off x="10236240" y="51361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207" name=""/>
          <p:cNvSpPr/>
          <p:nvPr/>
        </p:nvSpPr>
        <p:spPr>
          <a:xfrm>
            <a:off x="10236240" y="51361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8" name=""/>
          <p:cNvSpPr/>
          <p:nvPr/>
        </p:nvSpPr>
        <p:spPr>
          <a:xfrm>
            <a:off x="8409240" y="5474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9" name=""/>
          <p:cNvSpPr/>
          <p:nvPr/>
        </p:nvSpPr>
        <p:spPr>
          <a:xfrm>
            <a:off x="8409240" y="5474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0" name=""/>
          <p:cNvSpPr/>
          <p:nvPr/>
        </p:nvSpPr>
        <p:spPr>
          <a:xfrm>
            <a:off x="8957160" y="55375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1" name=""/>
          <p:cNvSpPr/>
          <p:nvPr/>
        </p:nvSpPr>
        <p:spPr>
          <a:xfrm>
            <a:off x="8957160" y="55375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2" name=""/>
          <p:cNvSpPr/>
          <p:nvPr/>
        </p:nvSpPr>
        <p:spPr>
          <a:xfrm>
            <a:off x="10419120" y="55454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213" name=""/>
          <p:cNvSpPr/>
          <p:nvPr/>
        </p:nvSpPr>
        <p:spPr>
          <a:xfrm>
            <a:off x="10419120" y="55454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4" name=""/>
          <p:cNvSpPr/>
          <p:nvPr/>
        </p:nvSpPr>
        <p:spPr>
          <a:xfrm>
            <a:off x="8226360" y="5758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5" name=""/>
          <p:cNvSpPr/>
          <p:nvPr/>
        </p:nvSpPr>
        <p:spPr>
          <a:xfrm>
            <a:off x="8226360" y="5758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6" name=""/>
          <p:cNvSpPr/>
          <p:nvPr/>
        </p:nvSpPr>
        <p:spPr>
          <a:xfrm>
            <a:off x="6947280" y="58478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8EBCD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7" name=""/>
          <p:cNvSpPr/>
          <p:nvPr/>
        </p:nvSpPr>
        <p:spPr>
          <a:xfrm>
            <a:off x="6947280" y="58478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8EBCD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8" name=""/>
          <p:cNvSpPr/>
          <p:nvPr/>
        </p:nvSpPr>
        <p:spPr>
          <a:xfrm>
            <a:off x="9688320" y="59958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9" name=""/>
          <p:cNvSpPr/>
          <p:nvPr/>
        </p:nvSpPr>
        <p:spPr>
          <a:xfrm>
            <a:off x="9688320" y="59958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0" name=""/>
          <p:cNvSpPr/>
          <p:nvPr/>
        </p:nvSpPr>
        <p:spPr>
          <a:xfrm>
            <a:off x="10053720" y="55684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1" name=""/>
          <p:cNvSpPr/>
          <p:nvPr/>
        </p:nvSpPr>
        <p:spPr>
          <a:xfrm>
            <a:off x="10053720" y="55684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2" name=""/>
          <p:cNvSpPr/>
          <p:nvPr/>
        </p:nvSpPr>
        <p:spPr>
          <a:xfrm>
            <a:off x="7129800" y="5239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A1C9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3" name=""/>
          <p:cNvSpPr/>
          <p:nvPr/>
        </p:nvSpPr>
        <p:spPr>
          <a:xfrm>
            <a:off x="7129800" y="5239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A1C9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4" name=""/>
          <p:cNvSpPr/>
          <p:nvPr/>
        </p:nvSpPr>
        <p:spPr>
          <a:xfrm>
            <a:off x="10602000" y="57772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225" name=""/>
          <p:cNvSpPr/>
          <p:nvPr/>
        </p:nvSpPr>
        <p:spPr>
          <a:xfrm>
            <a:off x="10602000" y="57772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6" name=""/>
          <p:cNvSpPr/>
          <p:nvPr/>
        </p:nvSpPr>
        <p:spPr>
          <a:xfrm>
            <a:off x="7312680" y="57052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7" name=""/>
          <p:cNvSpPr/>
          <p:nvPr/>
        </p:nvSpPr>
        <p:spPr>
          <a:xfrm>
            <a:off x="7312680" y="57052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8" name=""/>
          <p:cNvSpPr/>
          <p:nvPr/>
        </p:nvSpPr>
        <p:spPr>
          <a:xfrm>
            <a:off x="10053720" y="52117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9" name=""/>
          <p:cNvSpPr/>
          <p:nvPr/>
        </p:nvSpPr>
        <p:spPr>
          <a:xfrm>
            <a:off x="10053720" y="52117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0" name=""/>
          <p:cNvSpPr/>
          <p:nvPr/>
        </p:nvSpPr>
        <p:spPr>
          <a:xfrm>
            <a:off x="8226360" y="51634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1" name=""/>
          <p:cNvSpPr/>
          <p:nvPr/>
        </p:nvSpPr>
        <p:spPr>
          <a:xfrm>
            <a:off x="8226360" y="51634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2" name=""/>
          <p:cNvSpPr/>
          <p:nvPr/>
        </p:nvSpPr>
        <p:spPr>
          <a:xfrm>
            <a:off x="8409240" y="56376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3" name=""/>
          <p:cNvSpPr/>
          <p:nvPr/>
        </p:nvSpPr>
        <p:spPr>
          <a:xfrm>
            <a:off x="8409240" y="56376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4" name=""/>
          <p:cNvSpPr/>
          <p:nvPr/>
        </p:nvSpPr>
        <p:spPr>
          <a:xfrm>
            <a:off x="10053720" y="5126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5" name=""/>
          <p:cNvSpPr/>
          <p:nvPr/>
        </p:nvSpPr>
        <p:spPr>
          <a:xfrm>
            <a:off x="10053720" y="5126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6" name=""/>
          <p:cNvSpPr/>
          <p:nvPr/>
        </p:nvSpPr>
        <p:spPr>
          <a:xfrm>
            <a:off x="9322560" y="54212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7" name=""/>
          <p:cNvSpPr/>
          <p:nvPr/>
        </p:nvSpPr>
        <p:spPr>
          <a:xfrm>
            <a:off x="9322560" y="54212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8" name=""/>
          <p:cNvSpPr/>
          <p:nvPr/>
        </p:nvSpPr>
        <p:spPr>
          <a:xfrm>
            <a:off x="10602000" y="54817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239" name=""/>
          <p:cNvSpPr/>
          <p:nvPr/>
        </p:nvSpPr>
        <p:spPr>
          <a:xfrm>
            <a:off x="10602000" y="54817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0" name=""/>
          <p:cNvSpPr/>
          <p:nvPr/>
        </p:nvSpPr>
        <p:spPr>
          <a:xfrm>
            <a:off x="10784520" y="58471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241" name=""/>
          <p:cNvSpPr/>
          <p:nvPr/>
        </p:nvSpPr>
        <p:spPr>
          <a:xfrm>
            <a:off x="10784520" y="58471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2" name=""/>
          <p:cNvSpPr/>
          <p:nvPr/>
        </p:nvSpPr>
        <p:spPr>
          <a:xfrm>
            <a:off x="10053720" y="55393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3" name=""/>
          <p:cNvSpPr/>
          <p:nvPr/>
        </p:nvSpPr>
        <p:spPr>
          <a:xfrm>
            <a:off x="10053720" y="55393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4" name=""/>
          <p:cNvSpPr/>
          <p:nvPr/>
        </p:nvSpPr>
        <p:spPr>
          <a:xfrm>
            <a:off x="10784520" y="56844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245" name=""/>
          <p:cNvSpPr/>
          <p:nvPr/>
        </p:nvSpPr>
        <p:spPr>
          <a:xfrm>
            <a:off x="10784520" y="56844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6" name=""/>
          <p:cNvSpPr/>
          <p:nvPr/>
        </p:nvSpPr>
        <p:spPr>
          <a:xfrm>
            <a:off x="10602000" y="54720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247" name=""/>
          <p:cNvSpPr/>
          <p:nvPr/>
        </p:nvSpPr>
        <p:spPr>
          <a:xfrm>
            <a:off x="10602000" y="54720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8" name=""/>
          <p:cNvSpPr/>
          <p:nvPr/>
        </p:nvSpPr>
        <p:spPr>
          <a:xfrm>
            <a:off x="9505440" y="52657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9" name=""/>
          <p:cNvSpPr/>
          <p:nvPr/>
        </p:nvSpPr>
        <p:spPr>
          <a:xfrm>
            <a:off x="9505440" y="52657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0" name=""/>
          <p:cNvSpPr/>
          <p:nvPr/>
        </p:nvSpPr>
        <p:spPr>
          <a:xfrm>
            <a:off x="9322560" y="55501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1" name=""/>
          <p:cNvSpPr/>
          <p:nvPr/>
        </p:nvSpPr>
        <p:spPr>
          <a:xfrm>
            <a:off x="9322560" y="55501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2" name=""/>
          <p:cNvSpPr/>
          <p:nvPr/>
        </p:nvSpPr>
        <p:spPr>
          <a:xfrm>
            <a:off x="6399000" y="5747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5986BD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253" name=""/>
          <p:cNvSpPr/>
          <p:nvPr/>
        </p:nvSpPr>
        <p:spPr>
          <a:xfrm>
            <a:off x="6399000" y="5747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5986BD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4" name=""/>
          <p:cNvSpPr/>
          <p:nvPr/>
        </p:nvSpPr>
        <p:spPr>
          <a:xfrm>
            <a:off x="9870840" y="56512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5" name=""/>
          <p:cNvSpPr/>
          <p:nvPr/>
        </p:nvSpPr>
        <p:spPr>
          <a:xfrm>
            <a:off x="9870840" y="56512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6" name=""/>
          <p:cNvSpPr/>
          <p:nvPr/>
        </p:nvSpPr>
        <p:spPr>
          <a:xfrm>
            <a:off x="6226920" y="5307840"/>
            <a:ext cx="4568760" cy="209520"/>
          </a:xfrm>
          <a:custGeom>
            <a:avLst/>
            <a:gdLst/>
            <a:ahLst/>
            <a:rect l="0" t="0" r="r" b="b"/>
            <a:pathLst>
              <a:path w="12691" h="582">
                <a:moveTo>
                  <a:pt x="0" y="0"/>
                </a:moveTo>
                <a:lnTo>
                  <a:pt x="161" y="26"/>
                </a:lnTo>
                <a:lnTo>
                  <a:pt x="322" y="52"/>
                </a:lnTo>
                <a:lnTo>
                  <a:pt x="482" y="76"/>
                </a:lnTo>
                <a:lnTo>
                  <a:pt x="643" y="99"/>
                </a:lnTo>
                <a:lnTo>
                  <a:pt x="803" y="121"/>
                </a:lnTo>
                <a:lnTo>
                  <a:pt x="964" y="142"/>
                </a:lnTo>
                <a:lnTo>
                  <a:pt x="1125" y="163"/>
                </a:lnTo>
                <a:lnTo>
                  <a:pt x="1285" y="183"/>
                </a:lnTo>
                <a:lnTo>
                  <a:pt x="1446" y="201"/>
                </a:lnTo>
                <a:lnTo>
                  <a:pt x="1607" y="219"/>
                </a:lnTo>
                <a:lnTo>
                  <a:pt x="1768" y="235"/>
                </a:lnTo>
                <a:lnTo>
                  <a:pt x="1929" y="251"/>
                </a:lnTo>
                <a:lnTo>
                  <a:pt x="2090" y="266"/>
                </a:lnTo>
                <a:lnTo>
                  <a:pt x="2250" y="279"/>
                </a:lnTo>
                <a:lnTo>
                  <a:pt x="2411" y="291"/>
                </a:lnTo>
                <a:lnTo>
                  <a:pt x="2572" y="303"/>
                </a:lnTo>
                <a:lnTo>
                  <a:pt x="2732" y="313"/>
                </a:lnTo>
                <a:lnTo>
                  <a:pt x="2893" y="322"/>
                </a:lnTo>
                <a:lnTo>
                  <a:pt x="3053" y="330"/>
                </a:lnTo>
                <a:lnTo>
                  <a:pt x="3214" y="337"/>
                </a:lnTo>
                <a:lnTo>
                  <a:pt x="3375" y="343"/>
                </a:lnTo>
                <a:lnTo>
                  <a:pt x="3535" y="348"/>
                </a:lnTo>
                <a:lnTo>
                  <a:pt x="3696" y="352"/>
                </a:lnTo>
                <a:lnTo>
                  <a:pt x="3857" y="355"/>
                </a:lnTo>
                <a:lnTo>
                  <a:pt x="4017" y="357"/>
                </a:lnTo>
                <a:lnTo>
                  <a:pt x="4178" y="358"/>
                </a:lnTo>
                <a:lnTo>
                  <a:pt x="4338" y="359"/>
                </a:lnTo>
                <a:lnTo>
                  <a:pt x="4499" y="359"/>
                </a:lnTo>
                <a:lnTo>
                  <a:pt x="4660" y="358"/>
                </a:lnTo>
                <a:lnTo>
                  <a:pt x="4820" y="356"/>
                </a:lnTo>
                <a:lnTo>
                  <a:pt x="4981" y="355"/>
                </a:lnTo>
                <a:lnTo>
                  <a:pt x="5142" y="353"/>
                </a:lnTo>
                <a:lnTo>
                  <a:pt x="5302" y="350"/>
                </a:lnTo>
                <a:lnTo>
                  <a:pt x="5624" y="345"/>
                </a:lnTo>
                <a:lnTo>
                  <a:pt x="5784" y="343"/>
                </a:lnTo>
                <a:lnTo>
                  <a:pt x="5945" y="342"/>
                </a:lnTo>
                <a:lnTo>
                  <a:pt x="6105" y="341"/>
                </a:lnTo>
                <a:lnTo>
                  <a:pt x="6266" y="340"/>
                </a:lnTo>
                <a:lnTo>
                  <a:pt x="6587" y="339"/>
                </a:lnTo>
                <a:lnTo>
                  <a:pt x="6748" y="339"/>
                </a:lnTo>
                <a:lnTo>
                  <a:pt x="6909" y="339"/>
                </a:lnTo>
                <a:lnTo>
                  <a:pt x="7069" y="339"/>
                </a:lnTo>
                <a:lnTo>
                  <a:pt x="7230" y="341"/>
                </a:lnTo>
                <a:lnTo>
                  <a:pt x="7391" y="346"/>
                </a:lnTo>
                <a:lnTo>
                  <a:pt x="7551" y="353"/>
                </a:lnTo>
                <a:lnTo>
                  <a:pt x="7712" y="361"/>
                </a:lnTo>
                <a:lnTo>
                  <a:pt x="7872" y="370"/>
                </a:lnTo>
                <a:lnTo>
                  <a:pt x="8033" y="378"/>
                </a:lnTo>
                <a:lnTo>
                  <a:pt x="8194" y="385"/>
                </a:lnTo>
                <a:lnTo>
                  <a:pt x="8354" y="390"/>
                </a:lnTo>
                <a:lnTo>
                  <a:pt x="8515" y="395"/>
                </a:lnTo>
                <a:lnTo>
                  <a:pt x="8676" y="397"/>
                </a:lnTo>
                <a:lnTo>
                  <a:pt x="8836" y="397"/>
                </a:lnTo>
                <a:lnTo>
                  <a:pt x="8997" y="395"/>
                </a:lnTo>
                <a:lnTo>
                  <a:pt x="9157" y="392"/>
                </a:lnTo>
                <a:lnTo>
                  <a:pt x="9318" y="388"/>
                </a:lnTo>
                <a:lnTo>
                  <a:pt x="9479" y="386"/>
                </a:lnTo>
                <a:lnTo>
                  <a:pt x="9639" y="387"/>
                </a:lnTo>
                <a:lnTo>
                  <a:pt x="9800" y="388"/>
                </a:lnTo>
                <a:lnTo>
                  <a:pt x="9961" y="390"/>
                </a:lnTo>
                <a:lnTo>
                  <a:pt x="10121" y="391"/>
                </a:lnTo>
                <a:lnTo>
                  <a:pt x="10282" y="392"/>
                </a:lnTo>
                <a:lnTo>
                  <a:pt x="10443" y="394"/>
                </a:lnTo>
                <a:lnTo>
                  <a:pt x="10603" y="395"/>
                </a:lnTo>
                <a:lnTo>
                  <a:pt x="10764" y="396"/>
                </a:lnTo>
                <a:lnTo>
                  <a:pt x="10924" y="397"/>
                </a:lnTo>
                <a:lnTo>
                  <a:pt x="11085" y="399"/>
                </a:lnTo>
                <a:lnTo>
                  <a:pt x="11246" y="400"/>
                </a:lnTo>
                <a:lnTo>
                  <a:pt x="11406" y="401"/>
                </a:lnTo>
                <a:lnTo>
                  <a:pt x="11567" y="401"/>
                </a:lnTo>
                <a:lnTo>
                  <a:pt x="11728" y="400"/>
                </a:lnTo>
                <a:lnTo>
                  <a:pt x="11888" y="398"/>
                </a:lnTo>
                <a:lnTo>
                  <a:pt x="12049" y="396"/>
                </a:lnTo>
                <a:lnTo>
                  <a:pt x="12210" y="392"/>
                </a:lnTo>
                <a:lnTo>
                  <a:pt x="12370" y="388"/>
                </a:lnTo>
                <a:lnTo>
                  <a:pt x="12531" y="384"/>
                </a:lnTo>
                <a:lnTo>
                  <a:pt x="12691" y="379"/>
                </a:lnTo>
                <a:lnTo>
                  <a:pt x="12691" y="582"/>
                </a:lnTo>
                <a:lnTo>
                  <a:pt x="12531" y="569"/>
                </a:lnTo>
                <a:lnTo>
                  <a:pt x="12370" y="557"/>
                </a:lnTo>
                <a:lnTo>
                  <a:pt x="12210" y="547"/>
                </a:lnTo>
                <a:lnTo>
                  <a:pt x="12049" y="539"/>
                </a:lnTo>
                <a:lnTo>
                  <a:pt x="11888" y="531"/>
                </a:lnTo>
                <a:lnTo>
                  <a:pt x="11728" y="526"/>
                </a:lnTo>
                <a:lnTo>
                  <a:pt x="11567" y="521"/>
                </a:lnTo>
                <a:lnTo>
                  <a:pt x="11406" y="518"/>
                </a:lnTo>
                <a:lnTo>
                  <a:pt x="11246" y="515"/>
                </a:lnTo>
                <a:lnTo>
                  <a:pt x="11085" y="514"/>
                </a:lnTo>
                <a:lnTo>
                  <a:pt x="10924" y="513"/>
                </a:lnTo>
                <a:lnTo>
                  <a:pt x="10764" y="513"/>
                </a:lnTo>
                <a:lnTo>
                  <a:pt x="10603" y="514"/>
                </a:lnTo>
                <a:lnTo>
                  <a:pt x="10443" y="515"/>
                </a:lnTo>
                <a:lnTo>
                  <a:pt x="10282" y="517"/>
                </a:lnTo>
                <a:lnTo>
                  <a:pt x="10121" y="518"/>
                </a:lnTo>
                <a:lnTo>
                  <a:pt x="9961" y="519"/>
                </a:lnTo>
                <a:lnTo>
                  <a:pt x="9800" y="520"/>
                </a:lnTo>
                <a:lnTo>
                  <a:pt x="9639" y="520"/>
                </a:lnTo>
                <a:lnTo>
                  <a:pt x="9479" y="522"/>
                </a:lnTo>
                <a:lnTo>
                  <a:pt x="9318" y="525"/>
                </a:lnTo>
                <a:lnTo>
                  <a:pt x="9157" y="529"/>
                </a:lnTo>
                <a:lnTo>
                  <a:pt x="8997" y="534"/>
                </a:lnTo>
                <a:lnTo>
                  <a:pt x="8836" y="537"/>
                </a:lnTo>
                <a:lnTo>
                  <a:pt x="8676" y="538"/>
                </a:lnTo>
                <a:lnTo>
                  <a:pt x="8515" y="535"/>
                </a:lnTo>
                <a:lnTo>
                  <a:pt x="8354" y="530"/>
                </a:lnTo>
                <a:lnTo>
                  <a:pt x="8194" y="524"/>
                </a:lnTo>
                <a:lnTo>
                  <a:pt x="8033" y="516"/>
                </a:lnTo>
                <a:lnTo>
                  <a:pt x="7872" y="508"/>
                </a:lnTo>
                <a:lnTo>
                  <a:pt x="7712" y="501"/>
                </a:lnTo>
                <a:lnTo>
                  <a:pt x="7551" y="496"/>
                </a:lnTo>
                <a:lnTo>
                  <a:pt x="7391" y="491"/>
                </a:lnTo>
                <a:lnTo>
                  <a:pt x="7230" y="488"/>
                </a:lnTo>
                <a:lnTo>
                  <a:pt x="7069" y="486"/>
                </a:lnTo>
                <a:lnTo>
                  <a:pt x="6909" y="486"/>
                </a:lnTo>
                <a:lnTo>
                  <a:pt x="6748" y="485"/>
                </a:lnTo>
                <a:lnTo>
                  <a:pt x="6587" y="485"/>
                </a:lnTo>
                <a:lnTo>
                  <a:pt x="6427" y="486"/>
                </a:lnTo>
                <a:lnTo>
                  <a:pt x="6266" y="487"/>
                </a:lnTo>
                <a:lnTo>
                  <a:pt x="6105" y="489"/>
                </a:lnTo>
                <a:lnTo>
                  <a:pt x="5945" y="491"/>
                </a:lnTo>
                <a:lnTo>
                  <a:pt x="5784" y="493"/>
                </a:lnTo>
                <a:lnTo>
                  <a:pt x="5624" y="496"/>
                </a:lnTo>
                <a:lnTo>
                  <a:pt x="5463" y="498"/>
                </a:lnTo>
                <a:lnTo>
                  <a:pt x="5302" y="500"/>
                </a:lnTo>
                <a:lnTo>
                  <a:pt x="5142" y="502"/>
                </a:lnTo>
                <a:lnTo>
                  <a:pt x="4981" y="505"/>
                </a:lnTo>
                <a:lnTo>
                  <a:pt x="4820" y="506"/>
                </a:lnTo>
                <a:lnTo>
                  <a:pt x="4660" y="508"/>
                </a:lnTo>
                <a:lnTo>
                  <a:pt x="4499" y="509"/>
                </a:lnTo>
                <a:lnTo>
                  <a:pt x="4338" y="511"/>
                </a:lnTo>
                <a:lnTo>
                  <a:pt x="4178" y="511"/>
                </a:lnTo>
                <a:lnTo>
                  <a:pt x="4017" y="512"/>
                </a:lnTo>
                <a:lnTo>
                  <a:pt x="3857" y="512"/>
                </a:lnTo>
                <a:lnTo>
                  <a:pt x="3696" y="511"/>
                </a:lnTo>
                <a:lnTo>
                  <a:pt x="3535" y="510"/>
                </a:lnTo>
                <a:lnTo>
                  <a:pt x="3214" y="508"/>
                </a:lnTo>
                <a:lnTo>
                  <a:pt x="3053" y="506"/>
                </a:lnTo>
                <a:lnTo>
                  <a:pt x="2893" y="505"/>
                </a:lnTo>
                <a:lnTo>
                  <a:pt x="2732" y="504"/>
                </a:lnTo>
                <a:lnTo>
                  <a:pt x="2572" y="503"/>
                </a:lnTo>
                <a:lnTo>
                  <a:pt x="2411" y="502"/>
                </a:lnTo>
                <a:lnTo>
                  <a:pt x="2250" y="502"/>
                </a:lnTo>
                <a:lnTo>
                  <a:pt x="2090" y="501"/>
                </a:lnTo>
                <a:lnTo>
                  <a:pt x="1929" y="501"/>
                </a:lnTo>
                <a:lnTo>
                  <a:pt x="1768" y="501"/>
                </a:lnTo>
                <a:lnTo>
                  <a:pt x="1607" y="501"/>
                </a:lnTo>
                <a:lnTo>
                  <a:pt x="1446" y="501"/>
                </a:lnTo>
                <a:lnTo>
                  <a:pt x="1285" y="502"/>
                </a:lnTo>
                <a:lnTo>
                  <a:pt x="1125" y="503"/>
                </a:lnTo>
                <a:lnTo>
                  <a:pt x="964" y="504"/>
                </a:lnTo>
                <a:lnTo>
                  <a:pt x="803" y="505"/>
                </a:lnTo>
                <a:lnTo>
                  <a:pt x="643" y="506"/>
                </a:lnTo>
                <a:lnTo>
                  <a:pt x="482" y="507"/>
                </a:lnTo>
                <a:lnTo>
                  <a:pt x="322" y="509"/>
                </a:lnTo>
                <a:lnTo>
                  <a:pt x="161" y="511"/>
                </a:lnTo>
                <a:lnTo>
                  <a:pt x="0" y="512"/>
                </a:lnTo>
                <a:lnTo>
                  <a:pt x="0" y="0"/>
                </a:lnTo>
                <a:close/>
              </a:path>
            </a:pathLst>
          </a:custGeom>
          <a:solidFill>
            <a:srgbClr val="B3B3B3">
              <a:alpha val="3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7" name=""/>
          <p:cNvSpPr/>
          <p:nvPr/>
        </p:nvSpPr>
        <p:spPr>
          <a:xfrm>
            <a:off x="6226920" y="5400000"/>
            <a:ext cx="4568760" cy="80640"/>
          </a:xfrm>
          <a:custGeom>
            <a:avLst/>
            <a:gdLst/>
            <a:ahLst/>
            <a:rect l="0" t="0" r="r" b="b"/>
            <a:pathLst>
              <a:path fill="none" w="12691" h="224">
                <a:moveTo>
                  <a:pt x="0" y="0"/>
                </a:moveTo>
                <a:lnTo>
                  <a:pt x="161" y="12"/>
                </a:lnTo>
                <a:lnTo>
                  <a:pt x="322" y="23"/>
                </a:lnTo>
                <a:lnTo>
                  <a:pt x="482" y="34"/>
                </a:lnTo>
                <a:lnTo>
                  <a:pt x="643" y="45"/>
                </a:lnTo>
                <a:lnTo>
                  <a:pt x="803" y="57"/>
                </a:lnTo>
                <a:lnTo>
                  <a:pt x="964" y="67"/>
                </a:lnTo>
                <a:lnTo>
                  <a:pt x="1125" y="77"/>
                </a:lnTo>
                <a:lnTo>
                  <a:pt x="1285" y="86"/>
                </a:lnTo>
                <a:lnTo>
                  <a:pt x="1446" y="95"/>
                </a:lnTo>
                <a:lnTo>
                  <a:pt x="1607" y="104"/>
                </a:lnTo>
                <a:lnTo>
                  <a:pt x="1768" y="112"/>
                </a:lnTo>
                <a:lnTo>
                  <a:pt x="1929" y="120"/>
                </a:lnTo>
                <a:lnTo>
                  <a:pt x="2090" y="127"/>
                </a:lnTo>
                <a:lnTo>
                  <a:pt x="2250" y="134"/>
                </a:lnTo>
                <a:lnTo>
                  <a:pt x="2411" y="141"/>
                </a:lnTo>
                <a:lnTo>
                  <a:pt x="2572" y="147"/>
                </a:lnTo>
                <a:lnTo>
                  <a:pt x="2732" y="152"/>
                </a:lnTo>
                <a:lnTo>
                  <a:pt x="2893" y="158"/>
                </a:lnTo>
                <a:lnTo>
                  <a:pt x="3053" y="162"/>
                </a:lnTo>
                <a:lnTo>
                  <a:pt x="3214" y="166"/>
                </a:lnTo>
                <a:lnTo>
                  <a:pt x="3375" y="170"/>
                </a:lnTo>
                <a:lnTo>
                  <a:pt x="3535" y="173"/>
                </a:lnTo>
                <a:lnTo>
                  <a:pt x="3696" y="176"/>
                </a:lnTo>
                <a:lnTo>
                  <a:pt x="3857" y="177"/>
                </a:lnTo>
                <a:lnTo>
                  <a:pt x="4017" y="178"/>
                </a:lnTo>
                <a:lnTo>
                  <a:pt x="4178" y="179"/>
                </a:lnTo>
                <a:lnTo>
                  <a:pt x="4338" y="179"/>
                </a:lnTo>
                <a:lnTo>
                  <a:pt x="4499" y="178"/>
                </a:lnTo>
                <a:lnTo>
                  <a:pt x="4660" y="177"/>
                </a:lnTo>
                <a:lnTo>
                  <a:pt x="4820" y="175"/>
                </a:lnTo>
                <a:lnTo>
                  <a:pt x="4981" y="174"/>
                </a:lnTo>
                <a:lnTo>
                  <a:pt x="5142" y="172"/>
                </a:lnTo>
                <a:lnTo>
                  <a:pt x="5302" y="169"/>
                </a:lnTo>
                <a:lnTo>
                  <a:pt x="5624" y="165"/>
                </a:lnTo>
                <a:lnTo>
                  <a:pt x="5784" y="162"/>
                </a:lnTo>
                <a:lnTo>
                  <a:pt x="5945" y="160"/>
                </a:lnTo>
                <a:lnTo>
                  <a:pt x="6105" y="159"/>
                </a:lnTo>
                <a:lnTo>
                  <a:pt x="6266" y="158"/>
                </a:lnTo>
                <a:lnTo>
                  <a:pt x="6427" y="157"/>
                </a:lnTo>
                <a:lnTo>
                  <a:pt x="6587" y="156"/>
                </a:lnTo>
                <a:lnTo>
                  <a:pt x="6748" y="156"/>
                </a:lnTo>
                <a:lnTo>
                  <a:pt x="6909" y="156"/>
                </a:lnTo>
                <a:lnTo>
                  <a:pt x="7069" y="157"/>
                </a:lnTo>
                <a:lnTo>
                  <a:pt x="7230" y="159"/>
                </a:lnTo>
                <a:lnTo>
                  <a:pt x="7391" y="163"/>
                </a:lnTo>
                <a:lnTo>
                  <a:pt x="7551" y="168"/>
                </a:lnTo>
                <a:lnTo>
                  <a:pt x="7712" y="175"/>
                </a:lnTo>
                <a:lnTo>
                  <a:pt x="8033" y="191"/>
                </a:lnTo>
                <a:lnTo>
                  <a:pt x="8194" y="198"/>
                </a:lnTo>
                <a:lnTo>
                  <a:pt x="8354" y="204"/>
                </a:lnTo>
                <a:lnTo>
                  <a:pt x="8515" y="209"/>
                </a:lnTo>
                <a:lnTo>
                  <a:pt x="8676" y="211"/>
                </a:lnTo>
                <a:lnTo>
                  <a:pt x="8836" y="211"/>
                </a:lnTo>
                <a:lnTo>
                  <a:pt x="8997" y="208"/>
                </a:lnTo>
                <a:lnTo>
                  <a:pt x="9157" y="204"/>
                </a:lnTo>
                <a:lnTo>
                  <a:pt x="9318" y="201"/>
                </a:lnTo>
                <a:lnTo>
                  <a:pt x="9479" y="198"/>
                </a:lnTo>
                <a:lnTo>
                  <a:pt x="9639" y="197"/>
                </a:lnTo>
                <a:lnTo>
                  <a:pt x="9800" y="198"/>
                </a:lnTo>
                <a:lnTo>
                  <a:pt x="9961" y="199"/>
                </a:lnTo>
                <a:lnTo>
                  <a:pt x="10282" y="199"/>
                </a:lnTo>
                <a:lnTo>
                  <a:pt x="10443" y="198"/>
                </a:lnTo>
                <a:lnTo>
                  <a:pt x="10603" y="198"/>
                </a:lnTo>
                <a:lnTo>
                  <a:pt x="10764" y="199"/>
                </a:lnTo>
                <a:lnTo>
                  <a:pt x="10924" y="199"/>
                </a:lnTo>
                <a:lnTo>
                  <a:pt x="11085" y="200"/>
                </a:lnTo>
                <a:lnTo>
                  <a:pt x="11246" y="202"/>
                </a:lnTo>
                <a:lnTo>
                  <a:pt x="11406" y="203"/>
                </a:lnTo>
                <a:lnTo>
                  <a:pt x="11567" y="205"/>
                </a:lnTo>
                <a:lnTo>
                  <a:pt x="11728" y="207"/>
                </a:lnTo>
                <a:lnTo>
                  <a:pt x="11888" y="209"/>
                </a:lnTo>
                <a:lnTo>
                  <a:pt x="12049" y="211"/>
                </a:lnTo>
                <a:lnTo>
                  <a:pt x="12210" y="214"/>
                </a:lnTo>
                <a:lnTo>
                  <a:pt x="12370" y="217"/>
                </a:lnTo>
                <a:lnTo>
                  <a:pt x="12531" y="221"/>
                </a:lnTo>
                <a:lnTo>
                  <a:pt x="12691" y="224"/>
                </a:lnTo>
              </a:path>
            </a:pathLst>
          </a:custGeom>
          <a:ln w="16200">
            <a:solidFill>
              <a:srgbClr val="262626"/>
            </a:solidFill>
            <a:round/>
          </a:ln>
        </p:spPr>
        <p:txBody>
          <a:bodyPr lIns="7920" tIns="7920" rIns="7920" bIns="79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8" name=""/>
          <p:cNvSpPr/>
          <p:nvPr/>
        </p:nvSpPr>
        <p:spPr>
          <a:xfrm>
            <a:off x="5998680" y="6183000"/>
            <a:ext cx="5025600" cy="1443240"/>
          </a:xfrm>
          <a:custGeom>
            <a:avLst/>
            <a:gdLst/>
            <a:ahLst/>
            <a:rect l="0" t="0" r="r" b="b"/>
            <a:pathLst>
              <a:path w="13960" h="4009">
                <a:moveTo>
                  <a:pt x="0" y="0"/>
                </a:moveTo>
                <a:lnTo>
                  <a:pt x="13960" y="0"/>
                </a:lnTo>
                <a:lnTo>
                  <a:pt x="13960" y="4009"/>
                </a:lnTo>
                <a:lnTo>
                  <a:pt x="0" y="4009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9" name=""/>
          <p:cNvSpPr/>
          <p:nvPr/>
        </p:nvSpPr>
        <p:spPr>
          <a:xfrm>
            <a:off x="10784520" y="66628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260" name=""/>
          <p:cNvSpPr/>
          <p:nvPr/>
        </p:nvSpPr>
        <p:spPr>
          <a:xfrm>
            <a:off x="10784520" y="66628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1" name=""/>
          <p:cNvSpPr/>
          <p:nvPr/>
        </p:nvSpPr>
        <p:spPr>
          <a:xfrm>
            <a:off x="8591760" y="72273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2" name=""/>
          <p:cNvSpPr/>
          <p:nvPr/>
        </p:nvSpPr>
        <p:spPr>
          <a:xfrm>
            <a:off x="8591760" y="72273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3" name=""/>
          <p:cNvSpPr/>
          <p:nvPr/>
        </p:nvSpPr>
        <p:spPr>
          <a:xfrm>
            <a:off x="10419120" y="6807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264" name=""/>
          <p:cNvSpPr/>
          <p:nvPr/>
        </p:nvSpPr>
        <p:spPr>
          <a:xfrm>
            <a:off x="10419120" y="6807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5" name=""/>
          <p:cNvSpPr/>
          <p:nvPr/>
        </p:nvSpPr>
        <p:spPr>
          <a:xfrm>
            <a:off x="8957160" y="67946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6" name=""/>
          <p:cNvSpPr/>
          <p:nvPr/>
        </p:nvSpPr>
        <p:spPr>
          <a:xfrm>
            <a:off x="8957160" y="67946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7" name=""/>
          <p:cNvSpPr/>
          <p:nvPr/>
        </p:nvSpPr>
        <p:spPr>
          <a:xfrm>
            <a:off x="9870840" y="63324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8" name=""/>
          <p:cNvSpPr/>
          <p:nvPr/>
        </p:nvSpPr>
        <p:spPr>
          <a:xfrm>
            <a:off x="9870840" y="63324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9" name=""/>
          <p:cNvSpPr/>
          <p:nvPr/>
        </p:nvSpPr>
        <p:spPr>
          <a:xfrm>
            <a:off x="8591760" y="65527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0" name=""/>
          <p:cNvSpPr/>
          <p:nvPr/>
        </p:nvSpPr>
        <p:spPr>
          <a:xfrm>
            <a:off x="8591760" y="65527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1" name=""/>
          <p:cNvSpPr/>
          <p:nvPr/>
        </p:nvSpPr>
        <p:spPr>
          <a:xfrm>
            <a:off x="8043480" y="6512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2" name=""/>
          <p:cNvSpPr/>
          <p:nvPr/>
        </p:nvSpPr>
        <p:spPr>
          <a:xfrm>
            <a:off x="8043480" y="6512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3" name=""/>
          <p:cNvSpPr/>
          <p:nvPr/>
        </p:nvSpPr>
        <p:spPr>
          <a:xfrm>
            <a:off x="7678080" y="65995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4" name=""/>
          <p:cNvSpPr/>
          <p:nvPr/>
        </p:nvSpPr>
        <p:spPr>
          <a:xfrm>
            <a:off x="7678080" y="65995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5" name=""/>
          <p:cNvSpPr/>
          <p:nvPr/>
        </p:nvSpPr>
        <p:spPr>
          <a:xfrm>
            <a:off x="10236240" y="68158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276" name=""/>
          <p:cNvSpPr/>
          <p:nvPr/>
        </p:nvSpPr>
        <p:spPr>
          <a:xfrm>
            <a:off x="10236240" y="68158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7" name=""/>
          <p:cNvSpPr/>
          <p:nvPr/>
        </p:nvSpPr>
        <p:spPr>
          <a:xfrm>
            <a:off x="10053720" y="6432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8" name=""/>
          <p:cNvSpPr/>
          <p:nvPr/>
        </p:nvSpPr>
        <p:spPr>
          <a:xfrm>
            <a:off x="10053720" y="6432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9" name=""/>
          <p:cNvSpPr/>
          <p:nvPr/>
        </p:nvSpPr>
        <p:spPr>
          <a:xfrm>
            <a:off x="7495200" y="67590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0" name=""/>
          <p:cNvSpPr/>
          <p:nvPr/>
        </p:nvSpPr>
        <p:spPr>
          <a:xfrm>
            <a:off x="7495200" y="67590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1" name=""/>
          <p:cNvSpPr/>
          <p:nvPr/>
        </p:nvSpPr>
        <p:spPr>
          <a:xfrm>
            <a:off x="8409240" y="65296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2" name=""/>
          <p:cNvSpPr/>
          <p:nvPr/>
        </p:nvSpPr>
        <p:spPr>
          <a:xfrm>
            <a:off x="8409240" y="65296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3" name=""/>
          <p:cNvSpPr/>
          <p:nvPr/>
        </p:nvSpPr>
        <p:spPr>
          <a:xfrm>
            <a:off x="10053720" y="6432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4" name=""/>
          <p:cNvSpPr/>
          <p:nvPr/>
        </p:nvSpPr>
        <p:spPr>
          <a:xfrm>
            <a:off x="10053720" y="6432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5" name=""/>
          <p:cNvSpPr/>
          <p:nvPr/>
        </p:nvSpPr>
        <p:spPr>
          <a:xfrm>
            <a:off x="9870840" y="67021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6" name=""/>
          <p:cNvSpPr/>
          <p:nvPr/>
        </p:nvSpPr>
        <p:spPr>
          <a:xfrm>
            <a:off x="9870840" y="67021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7" name=""/>
          <p:cNvSpPr/>
          <p:nvPr/>
        </p:nvSpPr>
        <p:spPr>
          <a:xfrm>
            <a:off x="10053720" y="67870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8" name=""/>
          <p:cNvSpPr/>
          <p:nvPr/>
        </p:nvSpPr>
        <p:spPr>
          <a:xfrm>
            <a:off x="10053720" y="67870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9" name=""/>
          <p:cNvSpPr/>
          <p:nvPr/>
        </p:nvSpPr>
        <p:spPr>
          <a:xfrm>
            <a:off x="10419120" y="66812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290" name=""/>
          <p:cNvSpPr/>
          <p:nvPr/>
        </p:nvSpPr>
        <p:spPr>
          <a:xfrm>
            <a:off x="10419120" y="66812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1" name=""/>
          <p:cNvSpPr/>
          <p:nvPr/>
        </p:nvSpPr>
        <p:spPr>
          <a:xfrm>
            <a:off x="10419120" y="66675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292" name=""/>
          <p:cNvSpPr/>
          <p:nvPr/>
        </p:nvSpPr>
        <p:spPr>
          <a:xfrm>
            <a:off x="10419120" y="66675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3" name=""/>
          <p:cNvSpPr/>
          <p:nvPr/>
        </p:nvSpPr>
        <p:spPr>
          <a:xfrm>
            <a:off x="9505440" y="6681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4" name=""/>
          <p:cNvSpPr/>
          <p:nvPr/>
        </p:nvSpPr>
        <p:spPr>
          <a:xfrm>
            <a:off x="9505440" y="6681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5" name=""/>
          <p:cNvSpPr/>
          <p:nvPr/>
        </p:nvSpPr>
        <p:spPr>
          <a:xfrm>
            <a:off x="10602000" y="6792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296" name=""/>
          <p:cNvSpPr/>
          <p:nvPr/>
        </p:nvSpPr>
        <p:spPr>
          <a:xfrm>
            <a:off x="10602000" y="6792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7" name=""/>
          <p:cNvSpPr/>
          <p:nvPr/>
        </p:nvSpPr>
        <p:spPr>
          <a:xfrm>
            <a:off x="10419120" y="66690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298" name=""/>
          <p:cNvSpPr/>
          <p:nvPr/>
        </p:nvSpPr>
        <p:spPr>
          <a:xfrm>
            <a:off x="10419120" y="66690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9" name=""/>
          <p:cNvSpPr/>
          <p:nvPr/>
        </p:nvSpPr>
        <p:spPr>
          <a:xfrm>
            <a:off x="8043480" y="64825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0" name=""/>
          <p:cNvSpPr/>
          <p:nvPr/>
        </p:nvSpPr>
        <p:spPr>
          <a:xfrm>
            <a:off x="8043480" y="64825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1" name=""/>
          <p:cNvSpPr/>
          <p:nvPr/>
        </p:nvSpPr>
        <p:spPr>
          <a:xfrm>
            <a:off x="9688320" y="68083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2" name=""/>
          <p:cNvSpPr/>
          <p:nvPr/>
        </p:nvSpPr>
        <p:spPr>
          <a:xfrm>
            <a:off x="9688320" y="68083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3" name=""/>
          <p:cNvSpPr/>
          <p:nvPr/>
        </p:nvSpPr>
        <p:spPr>
          <a:xfrm>
            <a:off x="8591760" y="6536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4" name=""/>
          <p:cNvSpPr/>
          <p:nvPr/>
        </p:nvSpPr>
        <p:spPr>
          <a:xfrm>
            <a:off x="8591760" y="6536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5" name=""/>
          <p:cNvSpPr/>
          <p:nvPr/>
        </p:nvSpPr>
        <p:spPr>
          <a:xfrm>
            <a:off x="10602000" y="6811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306" name=""/>
          <p:cNvSpPr/>
          <p:nvPr/>
        </p:nvSpPr>
        <p:spPr>
          <a:xfrm>
            <a:off x="10602000" y="6811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7" name=""/>
          <p:cNvSpPr/>
          <p:nvPr/>
        </p:nvSpPr>
        <p:spPr>
          <a:xfrm>
            <a:off x="10053720" y="67255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8" name=""/>
          <p:cNvSpPr/>
          <p:nvPr/>
        </p:nvSpPr>
        <p:spPr>
          <a:xfrm>
            <a:off x="10053720" y="67255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9" name=""/>
          <p:cNvSpPr/>
          <p:nvPr/>
        </p:nvSpPr>
        <p:spPr>
          <a:xfrm>
            <a:off x="10784520" y="64854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310" name=""/>
          <p:cNvSpPr/>
          <p:nvPr/>
        </p:nvSpPr>
        <p:spPr>
          <a:xfrm>
            <a:off x="10784520" y="64854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1" name=""/>
          <p:cNvSpPr/>
          <p:nvPr/>
        </p:nvSpPr>
        <p:spPr>
          <a:xfrm>
            <a:off x="10419120" y="66812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312" name=""/>
          <p:cNvSpPr/>
          <p:nvPr/>
        </p:nvSpPr>
        <p:spPr>
          <a:xfrm>
            <a:off x="10419120" y="66812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3" name=""/>
          <p:cNvSpPr/>
          <p:nvPr/>
        </p:nvSpPr>
        <p:spPr>
          <a:xfrm>
            <a:off x="10784520" y="67932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314" name=""/>
          <p:cNvSpPr/>
          <p:nvPr/>
        </p:nvSpPr>
        <p:spPr>
          <a:xfrm>
            <a:off x="10784520" y="67932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5" name=""/>
          <p:cNvSpPr/>
          <p:nvPr/>
        </p:nvSpPr>
        <p:spPr>
          <a:xfrm>
            <a:off x="10784520" y="68508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316" name=""/>
          <p:cNvSpPr/>
          <p:nvPr/>
        </p:nvSpPr>
        <p:spPr>
          <a:xfrm>
            <a:off x="10784520" y="68508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7" name=""/>
          <p:cNvSpPr/>
          <p:nvPr/>
        </p:nvSpPr>
        <p:spPr>
          <a:xfrm>
            <a:off x="10419120" y="64447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318" name=""/>
          <p:cNvSpPr/>
          <p:nvPr/>
        </p:nvSpPr>
        <p:spPr>
          <a:xfrm>
            <a:off x="10419120" y="64447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9" name=""/>
          <p:cNvSpPr/>
          <p:nvPr/>
        </p:nvSpPr>
        <p:spPr>
          <a:xfrm>
            <a:off x="8957160" y="72648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0" name=""/>
          <p:cNvSpPr/>
          <p:nvPr/>
        </p:nvSpPr>
        <p:spPr>
          <a:xfrm>
            <a:off x="8957160" y="72648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1" name=""/>
          <p:cNvSpPr/>
          <p:nvPr/>
        </p:nvSpPr>
        <p:spPr>
          <a:xfrm>
            <a:off x="10419120" y="68461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322" name=""/>
          <p:cNvSpPr/>
          <p:nvPr/>
        </p:nvSpPr>
        <p:spPr>
          <a:xfrm>
            <a:off x="10419120" y="68461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3" name=""/>
          <p:cNvSpPr/>
          <p:nvPr/>
        </p:nvSpPr>
        <p:spPr>
          <a:xfrm>
            <a:off x="8043480" y="67543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4" name=""/>
          <p:cNvSpPr/>
          <p:nvPr/>
        </p:nvSpPr>
        <p:spPr>
          <a:xfrm>
            <a:off x="8043480" y="67543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5" name=""/>
          <p:cNvSpPr/>
          <p:nvPr/>
        </p:nvSpPr>
        <p:spPr>
          <a:xfrm>
            <a:off x="10602000" y="6703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326" name=""/>
          <p:cNvSpPr/>
          <p:nvPr/>
        </p:nvSpPr>
        <p:spPr>
          <a:xfrm>
            <a:off x="10602000" y="6703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7" name=""/>
          <p:cNvSpPr/>
          <p:nvPr/>
        </p:nvSpPr>
        <p:spPr>
          <a:xfrm>
            <a:off x="8591760" y="67248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8" name=""/>
          <p:cNvSpPr/>
          <p:nvPr/>
        </p:nvSpPr>
        <p:spPr>
          <a:xfrm>
            <a:off x="8591760" y="67248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9" name=""/>
          <p:cNvSpPr/>
          <p:nvPr/>
        </p:nvSpPr>
        <p:spPr>
          <a:xfrm>
            <a:off x="6764400" y="64350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7DAAD0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0" name=""/>
          <p:cNvSpPr/>
          <p:nvPr/>
        </p:nvSpPr>
        <p:spPr>
          <a:xfrm>
            <a:off x="6764400" y="64350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7DAAD0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1" name=""/>
          <p:cNvSpPr/>
          <p:nvPr/>
        </p:nvSpPr>
        <p:spPr>
          <a:xfrm>
            <a:off x="10053720" y="69296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2" name=""/>
          <p:cNvSpPr/>
          <p:nvPr/>
        </p:nvSpPr>
        <p:spPr>
          <a:xfrm>
            <a:off x="10053720" y="69296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3" name=""/>
          <p:cNvSpPr/>
          <p:nvPr/>
        </p:nvSpPr>
        <p:spPr>
          <a:xfrm>
            <a:off x="8043480" y="6946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4" name=""/>
          <p:cNvSpPr/>
          <p:nvPr/>
        </p:nvSpPr>
        <p:spPr>
          <a:xfrm>
            <a:off x="8043480" y="6946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5" name=""/>
          <p:cNvSpPr/>
          <p:nvPr/>
        </p:nvSpPr>
        <p:spPr>
          <a:xfrm>
            <a:off x="10602000" y="64364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336" name=""/>
          <p:cNvSpPr/>
          <p:nvPr/>
        </p:nvSpPr>
        <p:spPr>
          <a:xfrm>
            <a:off x="10602000" y="64364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7" name=""/>
          <p:cNvSpPr/>
          <p:nvPr/>
        </p:nvSpPr>
        <p:spPr>
          <a:xfrm>
            <a:off x="10784520" y="66841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338" name=""/>
          <p:cNvSpPr/>
          <p:nvPr/>
        </p:nvSpPr>
        <p:spPr>
          <a:xfrm>
            <a:off x="10784520" y="66841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9" name=""/>
          <p:cNvSpPr/>
          <p:nvPr/>
        </p:nvSpPr>
        <p:spPr>
          <a:xfrm>
            <a:off x="8409240" y="6644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0" name=""/>
          <p:cNvSpPr/>
          <p:nvPr/>
        </p:nvSpPr>
        <p:spPr>
          <a:xfrm>
            <a:off x="8409240" y="6644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1" name=""/>
          <p:cNvSpPr/>
          <p:nvPr/>
        </p:nvSpPr>
        <p:spPr>
          <a:xfrm>
            <a:off x="10236240" y="66938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342" name=""/>
          <p:cNvSpPr/>
          <p:nvPr/>
        </p:nvSpPr>
        <p:spPr>
          <a:xfrm>
            <a:off x="10236240" y="66938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3" name=""/>
          <p:cNvSpPr/>
          <p:nvPr/>
        </p:nvSpPr>
        <p:spPr>
          <a:xfrm>
            <a:off x="10053720" y="66812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4" name=""/>
          <p:cNvSpPr/>
          <p:nvPr/>
        </p:nvSpPr>
        <p:spPr>
          <a:xfrm>
            <a:off x="10053720" y="66812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5" name=""/>
          <p:cNvSpPr/>
          <p:nvPr/>
        </p:nvSpPr>
        <p:spPr>
          <a:xfrm>
            <a:off x="8774640" y="70876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6" name=""/>
          <p:cNvSpPr/>
          <p:nvPr/>
        </p:nvSpPr>
        <p:spPr>
          <a:xfrm>
            <a:off x="8774640" y="70876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7" name=""/>
          <p:cNvSpPr/>
          <p:nvPr/>
        </p:nvSpPr>
        <p:spPr>
          <a:xfrm>
            <a:off x="9140040" y="73004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8" name=""/>
          <p:cNvSpPr/>
          <p:nvPr/>
        </p:nvSpPr>
        <p:spPr>
          <a:xfrm>
            <a:off x="9140040" y="73004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9" name=""/>
          <p:cNvSpPr/>
          <p:nvPr/>
        </p:nvSpPr>
        <p:spPr>
          <a:xfrm>
            <a:off x="10053720" y="67251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0" name=""/>
          <p:cNvSpPr/>
          <p:nvPr/>
        </p:nvSpPr>
        <p:spPr>
          <a:xfrm>
            <a:off x="10053720" y="67251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1" name=""/>
          <p:cNvSpPr/>
          <p:nvPr/>
        </p:nvSpPr>
        <p:spPr>
          <a:xfrm>
            <a:off x="9322560" y="70329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2" name=""/>
          <p:cNvSpPr/>
          <p:nvPr/>
        </p:nvSpPr>
        <p:spPr>
          <a:xfrm>
            <a:off x="9322560" y="70329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3" name=""/>
          <p:cNvSpPr/>
          <p:nvPr/>
        </p:nvSpPr>
        <p:spPr>
          <a:xfrm>
            <a:off x="8043480" y="6521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4" name=""/>
          <p:cNvSpPr/>
          <p:nvPr/>
        </p:nvSpPr>
        <p:spPr>
          <a:xfrm>
            <a:off x="8043480" y="6521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5" name=""/>
          <p:cNvSpPr/>
          <p:nvPr/>
        </p:nvSpPr>
        <p:spPr>
          <a:xfrm>
            <a:off x="10419120" y="64933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356" name=""/>
          <p:cNvSpPr/>
          <p:nvPr/>
        </p:nvSpPr>
        <p:spPr>
          <a:xfrm>
            <a:off x="10419120" y="64933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7" name=""/>
          <p:cNvSpPr/>
          <p:nvPr/>
        </p:nvSpPr>
        <p:spPr>
          <a:xfrm>
            <a:off x="9688320" y="70578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8" name=""/>
          <p:cNvSpPr/>
          <p:nvPr/>
        </p:nvSpPr>
        <p:spPr>
          <a:xfrm>
            <a:off x="9688320" y="70578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9" name=""/>
          <p:cNvSpPr/>
          <p:nvPr/>
        </p:nvSpPr>
        <p:spPr>
          <a:xfrm>
            <a:off x="8409240" y="7545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0" name=""/>
          <p:cNvSpPr/>
          <p:nvPr/>
        </p:nvSpPr>
        <p:spPr>
          <a:xfrm>
            <a:off x="8409240" y="7545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1" name=""/>
          <p:cNvSpPr/>
          <p:nvPr/>
        </p:nvSpPr>
        <p:spPr>
          <a:xfrm>
            <a:off x="7495200" y="68310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2" name=""/>
          <p:cNvSpPr/>
          <p:nvPr/>
        </p:nvSpPr>
        <p:spPr>
          <a:xfrm>
            <a:off x="7495200" y="68310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3" name=""/>
          <p:cNvSpPr/>
          <p:nvPr/>
        </p:nvSpPr>
        <p:spPr>
          <a:xfrm>
            <a:off x="9505440" y="68036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4" name=""/>
          <p:cNvSpPr/>
          <p:nvPr/>
        </p:nvSpPr>
        <p:spPr>
          <a:xfrm>
            <a:off x="9505440" y="68036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5" name=""/>
          <p:cNvSpPr/>
          <p:nvPr/>
        </p:nvSpPr>
        <p:spPr>
          <a:xfrm>
            <a:off x="6399000" y="6512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5986BD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366" name=""/>
          <p:cNvSpPr/>
          <p:nvPr/>
        </p:nvSpPr>
        <p:spPr>
          <a:xfrm>
            <a:off x="6399000" y="6512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5986BD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7" name=""/>
          <p:cNvSpPr/>
          <p:nvPr/>
        </p:nvSpPr>
        <p:spPr>
          <a:xfrm>
            <a:off x="9505440" y="6411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8" name=""/>
          <p:cNvSpPr/>
          <p:nvPr/>
        </p:nvSpPr>
        <p:spPr>
          <a:xfrm>
            <a:off x="9505440" y="6411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9" name=""/>
          <p:cNvSpPr/>
          <p:nvPr/>
        </p:nvSpPr>
        <p:spPr>
          <a:xfrm>
            <a:off x="8226360" y="63493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0" name=""/>
          <p:cNvSpPr/>
          <p:nvPr/>
        </p:nvSpPr>
        <p:spPr>
          <a:xfrm>
            <a:off x="8226360" y="63493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1" name=""/>
          <p:cNvSpPr/>
          <p:nvPr/>
        </p:nvSpPr>
        <p:spPr>
          <a:xfrm>
            <a:off x="10419120" y="67806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372" name=""/>
          <p:cNvSpPr/>
          <p:nvPr/>
        </p:nvSpPr>
        <p:spPr>
          <a:xfrm>
            <a:off x="10419120" y="67806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3" name=""/>
          <p:cNvSpPr/>
          <p:nvPr/>
        </p:nvSpPr>
        <p:spPr>
          <a:xfrm>
            <a:off x="8591760" y="65527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4" name=""/>
          <p:cNvSpPr/>
          <p:nvPr/>
        </p:nvSpPr>
        <p:spPr>
          <a:xfrm>
            <a:off x="8591760" y="65527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5" name=""/>
          <p:cNvSpPr/>
          <p:nvPr/>
        </p:nvSpPr>
        <p:spPr>
          <a:xfrm>
            <a:off x="9140040" y="6899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6" name=""/>
          <p:cNvSpPr/>
          <p:nvPr/>
        </p:nvSpPr>
        <p:spPr>
          <a:xfrm>
            <a:off x="9140040" y="6899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7" name=""/>
          <p:cNvSpPr/>
          <p:nvPr/>
        </p:nvSpPr>
        <p:spPr>
          <a:xfrm>
            <a:off x="7312680" y="65300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8" name=""/>
          <p:cNvSpPr/>
          <p:nvPr/>
        </p:nvSpPr>
        <p:spPr>
          <a:xfrm>
            <a:off x="7312680" y="65300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9" name=""/>
          <p:cNvSpPr/>
          <p:nvPr/>
        </p:nvSpPr>
        <p:spPr>
          <a:xfrm>
            <a:off x="8774640" y="6611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0" name=""/>
          <p:cNvSpPr/>
          <p:nvPr/>
        </p:nvSpPr>
        <p:spPr>
          <a:xfrm>
            <a:off x="8774640" y="6611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1" name=""/>
          <p:cNvSpPr/>
          <p:nvPr/>
        </p:nvSpPr>
        <p:spPr>
          <a:xfrm>
            <a:off x="10784520" y="67824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382" name=""/>
          <p:cNvSpPr/>
          <p:nvPr/>
        </p:nvSpPr>
        <p:spPr>
          <a:xfrm>
            <a:off x="10784520" y="67824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3" name=""/>
          <p:cNvSpPr/>
          <p:nvPr/>
        </p:nvSpPr>
        <p:spPr>
          <a:xfrm>
            <a:off x="10053720" y="6432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4" name=""/>
          <p:cNvSpPr/>
          <p:nvPr/>
        </p:nvSpPr>
        <p:spPr>
          <a:xfrm>
            <a:off x="10053720" y="6432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5" name=""/>
          <p:cNvSpPr/>
          <p:nvPr/>
        </p:nvSpPr>
        <p:spPr>
          <a:xfrm>
            <a:off x="9140040" y="67251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6" name=""/>
          <p:cNvSpPr/>
          <p:nvPr/>
        </p:nvSpPr>
        <p:spPr>
          <a:xfrm>
            <a:off x="9140040" y="67251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7" name=""/>
          <p:cNvSpPr/>
          <p:nvPr/>
        </p:nvSpPr>
        <p:spPr>
          <a:xfrm>
            <a:off x="8957160" y="7358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8" name=""/>
          <p:cNvSpPr/>
          <p:nvPr/>
        </p:nvSpPr>
        <p:spPr>
          <a:xfrm>
            <a:off x="8957160" y="7358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9" name=""/>
          <p:cNvSpPr/>
          <p:nvPr/>
        </p:nvSpPr>
        <p:spPr>
          <a:xfrm>
            <a:off x="10053720" y="7158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0" name=""/>
          <p:cNvSpPr/>
          <p:nvPr/>
        </p:nvSpPr>
        <p:spPr>
          <a:xfrm>
            <a:off x="10053720" y="7158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1" name=""/>
          <p:cNvSpPr/>
          <p:nvPr/>
        </p:nvSpPr>
        <p:spPr>
          <a:xfrm>
            <a:off x="10419120" y="64738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392" name=""/>
          <p:cNvSpPr/>
          <p:nvPr/>
        </p:nvSpPr>
        <p:spPr>
          <a:xfrm>
            <a:off x="10419120" y="64738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3" name=""/>
          <p:cNvSpPr/>
          <p:nvPr/>
        </p:nvSpPr>
        <p:spPr>
          <a:xfrm>
            <a:off x="10419120" y="68054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394" name=""/>
          <p:cNvSpPr/>
          <p:nvPr/>
        </p:nvSpPr>
        <p:spPr>
          <a:xfrm>
            <a:off x="10419120" y="68054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5" name=""/>
          <p:cNvSpPr/>
          <p:nvPr/>
        </p:nvSpPr>
        <p:spPr>
          <a:xfrm>
            <a:off x="7860960" y="66884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6" name=""/>
          <p:cNvSpPr/>
          <p:nvPr/>
        </p:nvSpPr>
        <p:spPr>
          <a:xfrm>
            <a:off x="7860960" y="66884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7" name=""/>
          <p:cNvSpPr/>
          <p:nvPr/>
        </p:nvSpPr>
        <p:spPr>
          <a:xfrm>
            <a:off x="6399000" y="64098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5986BD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398" name=""/>
          <p:cNvSpPr/>
          <p:nvPr/>
        </p:nvSpPr>
        <p:spPr>
          <a:xfrm>
            <a:off x="6399000" y="64098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5986BD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9" name=""/>
          <p:cNvSpPr/>
          <p:nvPr/>
        </p:nvSpPr>
        <p:spPr>
          <a:xfrm>
            <a:off x="6216120" y="64846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4575B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400" name=""/>
          <p:cNvSpPr/>
          <p:nvPr/>
        </p:nvSpPr>
        <p:spPr>
          <a:xfrm>
            <a:off x="6216120" y="64846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4575B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1" name=""/>
          <p:cNvSpPr/>
          <p:nvPr/>
        </p:nvSpPr>
        <p:spPr>
          <a:xfrm>
            <a:off x="10602000" y="68425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402" name=""/>
          <p:cNvSpPr/>
          <p:nvPr/>
        </p:nvSpPr>
        <p:spPr>
          <a:xfrm>
            <a:off x="10602000" y="68425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3" name=""/>
          <p:cNvSpPr/>
          <p:nvPr/>
        </p:nvSpPr>
        <p:spPr>
          <a:xfrm>
            <a:off x="9505440" y="6404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4" name=""/>
          <p:cNvSpPr/>
          <p:nvPr/>
        </p:nvSpPr>
        <p:spPr>
          <a:xfrm>
            <a:off x="9505440" y="6404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5" name=""/>
          <p:cNvSpPr/>
          <p:nvPr/>
        </p:nvSpPr>
        <p:spPr>
          <a:xfrm>
            <a:off x="6947280" y="6942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8EBCD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6" name=""/>
          <p:cNvSpPr/>
          <p:nvPr/>
        </p:nvSpPr>
        <p:spPr>
          <a:xfrm>
            <a:off x="6947280" y="6942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8EBCD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7" name=""/>
          <p:cNvSpPr/>
          <p:nvPr/>
        </p:nvSpPr>
        <p:spPr>
          <a:xfrm>
            <a:off x="9140040" y="70462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8" name=""/>
          <p:cNvSpPr/>
          <p:nvPr/>
        </p:nvSpPr>
        <p:spPr>
          <a:xfrm>
            <a:off x="9140040" y="70462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9" name=""/>
          <p:cNvSpPr/>
          <p:nvPr/>
        </p:nvSpPr>
        <p:spPr>
          <a:xfrm>
            <a:off x="9688320" y="66751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0" name=""/>
          <p:cNvSpPr/>
          <p:nvPr/>
        </p:nvSpPr>
        <p:spPr>
          <a:xfrm>
            <a:off x="9688320" y="66751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1" name=""/>
          <p:cNvSpPr/>
          <p:nvPr/>
        </p:nvSpPr>
        <p:spPr>
          <a:xfrm>
            <a:off x="7495200" y="67892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2" name=""/>
          <p:cNvSpPr/>
          <p:nvPr/>
        </p:nvSpPr>
        <p:spPr>
          <a:xfrm>
            <a:off x="7495200" y="67892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3" name=""/>
          <p:cNvSpPr/>
          <p:nvPr/>
        </p:nvSpPr>
        <p:spPr>
          <a:xfrm>
            <a:off x="9688320" y="70041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4" name=""/>
          <p:cNvSpPr/>
          <p:nvPr/>
        </p:nvSpPr>
        <p:spPr>
          <a:xfrm>
            <a:off x="9688320" y="70041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5" name=""/>
          <p:cNvSpPr/>
          <p:nvPr/>
        </p:nvSpPr>
        <p:spPr>
          <a:xfrm>
            <a:off x="10419120" y="64580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416" name=""/>
          <p:cNvSpPr/>
          <p:nvPr/>
        </p:nvSpPr>
        <p:spPr>
          <a:xfrm>
            <a:off x="10419120" y="64580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7" name=""/>
          <p:cNvSpPr/>
          <p:nvPr/>
        </p:nvSpPr>
        <p:spPr>
          <a:xfrm>
            <a:off x="7312680" y="67226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8" name=""/>
          <p:cNvSpPr/>
          <p:nvPr/>
        </p:nvSpPr>
        <p:spPr>
          <a:xfrm>
            <a:off x="7312680" y="67226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9" name=""/>
          <p:cNvSpPr/>
          <p:nvPr/>
        </p:nvSpPr>
        <p:spPr>
          <a:xfrm>
            <a:off x="8409240" y="63658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0" name=""/>
          <p:cNvSpPr/>
          <p:nvPr/>
        </p:nvSpPr>
        <p:spPr>
          <a:xfrm>
            <a:off x="8409240" y="63658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1" name=""/>
          <p:cNvSpPr/>
          <p:nvPr/>
        </p:nvSpPr>
        <p:spPr>
          <a:xfrm>
            <a:off x="7312680" y="64717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2" name=""/>
          <p:cNvSpPr/>
          <p:nvPr/>
        </p:nvSpPr>
        <p:spPr>
          <a:xfrm>
            <a:off x="7312680" y="64717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3" name=""/>
          <p:cNvSpPr/>
          <p:nvPr/>
        </p:nvSpPr>
        <p:spPr>
          <a:xfrm>
            <a:off x="9322560" y="65304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4" name=""/>
          <p:cNvSpPr/>
          <p:nvPr/>
        </p:nvSpPr>
        <p:spPr>
          <a:xfrm>
            <a:off x="9322560" y="65304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5" name=""/>
          <p:cNvSpPr/>
          <p:nvPr/>
        </p:nvSpPr>
        <p:spPr>
          <a:xfrm>
            <a:off x="9870840" y="66380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6" name=""/>
          <p:cNvSpPr/>
          <p:nvPr/>
        </p:nvSpPr>
        <p:spPr>
          <a:xfrm>
            <a:off x="9870840" y="66380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7" name=""/>
          <p:cNvSpPr/>
          <p:nvPr/>
        </p:nvSpPr>
        <p:spPr>
          <a:xfrm>
            <a:off x="9322560" y="65221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8" name=""/>
          <p:cNvSpPr/>
          <p:nvPr/>
        </p:nvSpPr>
        <p:spPr>
          <a:xfrm>
            <a:off x="9322560" y="65221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9" name=""/>
          <p:cNvSpPr/>
          <p:nvPr/>
        </p:nvSpPr>
        <p:spPr>
          <a:xfrm>
            <a:off x="9688320" y="6442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0" name=""/>
          <p:cNvSpPr/>
          <p:nvPr/>
        </p:nvSpPr>
        <p:spPr>
          <a:xfrm>
            <a:off x="9688320" y="6442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1" name=""/>
          <p:cNvSpPr/>
          <p:nvPr/>
        </p:nvSpPr>
        <p:spPr>
          <a:xfrm>
            <a:off x="10236240" y="63676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432" name=""/>
          <p:cNvSpPr/>
          <p:nvPr/>
        </p:nvSpPr>
        <p:spPr>
          <a:xfrm>
            <a:off x="10236240" y="63676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3" name=""/>
          <p:cNvSpPr/>
          <p:nvPr/>
        </p:nvSpPr>
        <p:spPr>
          <a:xfrm>
            <a:off x="10602000" y="63532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434" name=""/>
          <p:cNvSpPr/>
          <p:nvPr/>
        </p:nvSpPr>
        <p:spPr>
          <a:xfrm>
            <a:off x="10602000" y="63532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5" name=""/>
          <p:cNvSpPr/>
          <p:nvPr/>
        </p:nvSpPr>
        <p:spPr>
          <a:xfrm>
            <a:off x="10784520" y="65005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436" name=""/>
          <p:cNvSpPr/>
          <p:nvPr/>
        </p:nvSpPr>
        <p:spPr>
          <a:xfrm>
            <a:off x="10784520" y="65005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7" name=""/>
          <p:cNvSpPr/>
          <p:nvPr/>
        </p:nvSpPr>
        <p:spPr>
          <a:xfrm>
            <a:off x="9140040" y="66016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8" name=""/>
          <p:cNvSpPr/>
          <p:nvPr/>
        </p:nvSpPr>
        <p:spPr>
          <a:xfrm>
            <a:off x="9140040" y="66016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9" name=""/>
          <p:cNvSpPr/>
          <p:nvPr/>
        </p:nvSpPr>
        <p:spPr>
          <a:xfrm>
            <a:off x="9688320" y="64040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0" name=""/>
          <p:cNvSpPr/>
          <p:nvPr/>
        </p:nvSpPr>
        <p:spPr>
          <a:xfrm>
            <a:off x="9688320" y="64040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1" name=""/>
          <p:cNvSpPr/>
          <p:nvPr/>
        </p:nvSpPr>
        <p:spPr>
          <a:xfrm>
            <a:off x="8226360" y="68425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2" name=""/>
          <p:cNvSpPr/>
          <p:nvPr/>
        </p:nvSpPr>
        <p:spPr>
          <a:xfrm>
            <a:off x="8226360" y="68425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3" name=""/>
          <p:cNvSpPr/>
          <p:nvPr/>
        </p:nvSpPr>
        <p:spPr>
          <a:xfrm>
            <a:off x="10602000" y="73436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444" name=""/>
          <p:cNvSpPr/>
          <p:nvPr/>
        </p:nvSpPr>
        <p:spPr>
          <a:xfrm>
            <a:off x="10602000" y="73436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5" name=""/>
          <p:cNvSpPr/>
          <p:nvPr/>
        </p:nvSpPr>
        <p:spPr>
          <a:xfrm>
            <a:off x="10053720" y="65664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6" name=""/>
          <p:cNvSpPr/>
          <p:nvPr/>
        </p:nvSpPr>
        <p:spPr>
          <a:xfrm>
            <a:off x="10053720" y="65664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7" name=""/>
          <p:cNvSpPr/>
          <p:nvPr/>
        </p:nvSpPr>
        <p:spPr>
          <a:xfrm>
            <a:off x="7678080" y="66351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8" name=""/>
          <p:cNvSpPr/>
          <p:nvPr/>
        </p:nvSpPr>
        <p:spPr>
          <a:xfrm>
            <a:off x="7678080" y="66351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9" name=""/>
          <p:cNvSpPr/>
          <p:nvPr/>
        </p:nvSpPr>
        <p:spPr>
          <a:xfrm>
            <a:off x="9505440" y="6941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0" name=""/>
          <p:cNvSpPr/>
          <p:nvPr/>
        </p:nvSpPr>
        <p:spPr>
          <a:xfrm>
            <a:off x="9505440" y="6941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1" name=""/>
          <p:cNvSpPr/>
          <p:nvPr/>
        </p:nvSpPr>
        <p:spPr>
          <a:xfrm>
            <a:off x="10236240" y="67806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452" name=""/>
          <p:cNvSpPr/>
          <p:nvPr/>
        </p:nvSpPr>
        <p:spPr>
          <a:xfrm>
            <a:off x="10236240" y="67806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3" name=""/>
          <p:cNvSpPr/>
          <p:nvPr/>
        </p:nvSpPr>
        <p:spPr>
          <a:xfrm>
            <a:off x="8774640" y="65170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4" name=""/>
          <p:cNvSpPr/>
          <p:nvPr/>
        </p:nvSpPr>
        <p:spPr>
          <a:xfrm>
            <a:off x="8774640" y="65170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5" name=""/>
          <p:cNvSpPr/>
          <p:nvPr/>
        </p:nvSpPr>
        <p:spPr>
          <a:xfrm>
            <a:off x="8043480" y="64756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6" name=""/>
          <p:cNvSpPr/>
          <p:nvPr/>
        </p:nvSpPr>
        <p:spPr>
          <a:xfrm>
            <a:off x="8043480" y="64756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7" name=""/>
          <p:cNvSpPr/>
          <p:nvPr/>
        </p:nvSpPr>
        <p:spPr>
          <a:xfrm>
            <a:off x="9505440" y="6530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8" name=""/>
          <p:cNvSpPr/>
          <p:nvPr/>
        </p:nvSpPr>
        <p:spPr>
          <a:xfrm>
            <a:off x="9505440" y="6530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9" name=""/>
          <p:cNvSpPr/>
          <p:nvPr/>
        </p:nvSpPr>
        <p:spPr>
          <a:xfrm>
            <a:off x="10602000" y="66499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460" name=""/>
          <p:cNvSpPr/>
          <p:nvPr/>
        </p:nvSpPr>
        <p:spPr>
          <a:xfrm>
            <a:off x="10602000" y="66499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1" name=""/>
          <p:cNvSpPr/>
          <p:nvPr/>
        </p:nvSpPr>
        <p:spPr>
          <a:xfrm>
            <a:off x="7678080" y="70747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2" name=""/>
          <p:cNvSpPr/>
          <p:nvPr/>
        </p:nvSpPr>
        <p:spPr>
          <a:xfrm>
            <a:off x="7678080" y="70747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3" name=""/>
          <p:cNvSpPr/>
          <p:nvPr/>
        </p:nvSpPr>
        <p:spPr>
          <a:xfrm>
            <a:off x="8226360" y="6940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4" name=""/>
          <p:cNvSpPr/>
          <p:nvPr/>
        </p:nvSpPr>
        <p:spPr>
          <a:xfrm>
            <a:off x="8226360" y="6940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5" name=""/>
          <p:cNvSpPr/>
          <p:nvPr/>
        </p:nvSpPr>
        <p:spPr>
          <a:xfrm>
            <a:off x="9322560" y="67471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6" name=""/>
          <p:cNvSpPr/>
          <p:nvPr/>
        </p:nvSpPr>
        <p:spPr>
          <a:xfrm>
            <a:off x="9322560" y="67471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7" name=""/>
          <p:cNvSpPr/>
          <p:nvPr/>
        </p:nvSpPr>
        <p:spPr>
          <a:xfrm>
            <a:off x="8043480" y="6397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8" name=""/>
          <p:cNvSpPr/>
          <p:nvPr/>
        </p:nvSpPr>
        <p:spPr>
          <a:xfrm>
            <a:off x="8043480" y="6397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9" name=""/>
          <p:cNvSpPr/>
          <p:nvPr/>
        </p:nvSpPr>
        <p:spPr>
          <a:xfrm>
            <a:off x="9140040" y="67593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0" name=""/>
          <p:cNvSpPr/>
          <p:nvPr/>
        </p:nvSpPr>
        <p:spPr>
          <a:xfrm>
            <a:off x="9140040" y="67593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1" name=""/>
          <p:cNvSpPr/>
          <p:nvPr/>
        </p:nvSpPr>
        <p:spPr>
          <a:xfrm>
            <a:off x="10053720" y="67838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2" name=""/>
          <p:cNvSpPr/>
          <p:nvPr/>
        </p:nvSpPr>
        <p:spPr>
          <a:xfrm>
            <a:off x="10053720" y="67838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3" name=""/>
          <p:cNvSpPr/>
          <p:nvPr/>
        </p:nvSpPr>
        <p:spPr>
          <a:xfrm>
            <a:off x="8774640" y="64908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4" name=""/>
          <p:cNvSpPr/>
          <p:nvPr/>
        </p:nvSpPr>
        <p:spPr>
          <a:xfrm>
            <a:off x="8774640" y="64908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5" name=""/>
          <p:cNvSpPr/>
          <p:nvPr/>
        </p:nvSpPr>
        <p:spPr>
          <a:xfrm>
            <a:off x="9322560" y="65473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6" name=""/>
          <p:cNvSpPr/>
          <p:nvPr/>
        </p:nvSpPr>
        <p:spPr>
          <a:xfrm>
            <a:off x="9322560" y="65473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7" name=""/>
          <p:cNvSpPr/>
          <p:nvPr/>
        </p:nvSpPr>
        <p:spPr>
          <a:xfrm>
            <a:off x="10236240" y="64393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478" name=""/>
          <p:cNvSpPr/>
          <p:nvPr/>
        </p:nvSpPr>
        <p:spPr>
          <a:xfrm>
            <a:off x="10236240" y="64393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9" name=""/>
          <p:cNvSpPr/>
          <p:nvPr/>
        </p:nvSpPr>
        <p:spPr>
          <a:xfrm>
            <a:off x="7495200" y="64029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0" name=""/>
          <p:cNvSpPr/>
          <p:nvPr/>
        </p:nvSpPr>
        <p:spPr>
          <a:xfrm>
            <a:off x="7495200" y="64029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1" name=""/>
          <p:cNvSpPr/>
          <p:nvPr/>
        </p:nvSpPr>
        <p:spPr>
          <a:xfrm>
            <a:off x="10419120" y="72450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482" name=""/>
          <p:cNvSpPr/>
          <p:nvPr/>
        </p:nvSpPr>
        <p:spPr>
          <a:xfrm>
            <a:off x="10419120" y="72450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3" name=""/>
          <p:cNvSpPr/>
          <p:nvPr/>
        </p:nvSpPr>
        <p:spPr>
          <a:xfrm>
            <a:off x="9688320" y="69051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4" name=""/>
          <p:cNvSpPr/>
          <p:nvPr/>
        </p:nvSpPr>
        <p:spPr>
          <a:xfrm>
            <a:off x="9688320" y="69051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5" name=""/>
          <p:cNvSpPr/>
          <p:nvPr/>
        </p:nvSpPr>
        <p:spPr>
          <a:xfrm>
            <a:off x="10053720" y="64126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6" name=""/>
          <p:cNvSpPr/>
          <p:nvPr/>
        </p:nvSpPr>
        <p:spPr>
          <a:xfrm>
            <a:off x="10053720" y="64126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7" name=""/>
          <p:cNvSpPr/>
          <p:nvPr/>
        </p:nvSpPr>
        <p:spPr>
          <a:xfrm>
            <a:off x="10784520" y="66114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488" name=""/>
          <p:cNvSpPr/>
          <p:nvPr/>
        </p:nvSpPr>
        <p:spPr>
          <a:xfrm>
            <a:off x="10784520" y="66114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9" name=""/>
          <p:cNvSpPr/>
          <p:nvPr/>
        </p:nvSpPr>
        <p:spPr>
          <a:xfrm>
            <a:off x="10784520" y="66412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490" name=""/>
          <p:cNvSpPr/>
          <p:nvPr/>
        </p:nvSpPr>
        <p:spPr>
          <a:xfrm>
            <a:off x="10784520" y="66412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1" name=""/>
          <p:cNvSpPr/>
          <p:nvPr/>
        </p:nvSpPr>
        <p:spPr>
          <a:xfrm>
            <a:off x="10784520" y="68068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492" name=""/>
          <p:cNvSpPr/>
          <p:nvPr/>
        </p:nvSpPr>
        <p:spPr>
          <a:xfrm>
            <a:off x="10784520" y="68068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3" name=""/>
          <p:cNvSpPr/>
          <p:nvPr/>
        </p:nvSpPr>
        <p:spPr>
          <a:xfrm>
            <a:off x="9322560" y="67258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4" name=""/>
          <p:cNvSpPr/>
          <p:nvPr/>
        </p:nvSpPr>
        <p:spPr>
          <a:xfrm>
            <a:off x="9322560" y="67258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5" name=""/>
          <p:cNvSpPr/>
          <p:nvPr/>
        </p:nvSpPr>
        <p:spPr>
          <a:xfrm>
            <a:off x="9322560" y="68648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6" name=""/>
          <p:cNvSpPr/>
          <p:nvPr/>
        </p:nvSpPr>
        <p:spPr>
          <a:xfrm>
            <a:off x="9322560" y="68648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7" name=""/>
          <p:cNvSpPr/>
          <p:nvPr/>
        </p:nvSpPr>
        <p:spPr>
          <a:xfrm>
            <a:off x="10236240" y="66024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498" name=""/>
          <p:cNvSpPr/>
          <p:nvPr/>
        </p:nvSpPr>
        <p:spPr>
          <a:xfrm>
            <a:off x="10236240" y="66024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9" name=""/>
          <p:cNvSpPr/>
          <p:nvPr/>
        </p:nvSpPr>
        <p:spPr>
          <a:xfrm>
            <a:off x="10602000" y="67878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500" name=""/>
          <p:cNvSpPr/>
          <p:nvPr/>
        </p:nvSpPr>
        <p:spPr>
          <a:xfrm>
            <a:off x="10602000" y="67878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1" name=""/>
          <p:cNvSpPr/>
          <p:nvPr/>
        </p:nvSpPr>
        <p:spPr>
          <a:xfrm>
            <a:off x="9322560" y="67226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2" name=""/>
          <p:cNvSpPr/>
          <p:nvPr/>
        </p:nvSpPr>
        <p:spPr>
          <a:xfrm>
            <a:off x="9322560" y="67226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3" name=""/>
          <p:cNvSpPr/>
          <p:nvPr/>
        </p:nvSpPr>
        <p:spPr>
          <a:xfrm>
            <a:off x="9505440" y="6413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4" name=""/>
          <p:cNvSpPr/>
          <p:nvPr/>
        </p:nvSpPr>
        <p:spPr>
          <a:xfrm>
            <a:off x="9505440" y="6413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5" name=""/>
          <p:cNvSpPr/>
          <p:nvPr/>
        </p:nvSpPr>
        <p:spPr>
          <a:xfrm>
            <a:off x="10419120" y="6330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506" name=""/>
          <p:cNvSpPr/>
          <p:nvPr/>
        </p:nvSpPr>
        <p:spPr>
          <a:xfrm>
            <a:off x="10419120" y="6330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7" name=""/>
          <p:cNvSpPr/>
          <p:nvPr/>
        </p:nvSpPr>
        <p:spPr>
          <a:xfrm>
            <a:off x="9322560" y="65102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8" name=""/>
          <p:cNvSpPr/>
          <p:nvPr/>
        </p:nvSpPr>
        <p:spPr>
          <a:xfrm>
            <a:off x="9322560" y="65102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9" name=""/>
          <p:cNvSpPr/>
          <p:nvPr/>
        </p:nvSpPr>
        <p:spPr>
          <a:xfrm>
            <a:off x="10236240" y="63867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510" name=""/>
          <p:cNvSpPr/>
          <p:nvPr/>
        </p:nvSpPr>
        <p:spPr>
          <a:xfrm>
            <a:off x="10236240" y="63867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1" name=""/>
          <p:cNvSpPr/>
          <p:nvPr/>
        </p:nvSpPr>
        <p:spPr>
          <a:xfrm>
            <a:off x="10236240" y="68284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512" name=""/>
          <p:cNvSpPr/>
          <p:nvPr/>
        </p:nvSpPr>
        <p:spPr>
          <a:xfrm>
            <a:off x="10236240" y="68284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3" name=""/>
          <p:cNvSpPr/>
          <p:nvPr/>
        </p:nvSpPr>
        <p:spPr>
          <a:xfrm>
            <a:off x="9688320" y="67136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4" name=""/>
          <p:cNvSpPr/>
          <p:nvPr/>
        </p:nvSpPr>
        <p:spPr>
          <a:xfrm>
            <a:off x="9688320" y="67136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5" name=""/>
          <p:cNvSpPr/>
          <p:nvPr/>
        </p:nvSpPr>
        <p:spPr>
          <a:xfrm>
            <a:off x="10784520" y="71532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516" name=""/>
          <p:cNvSpPr/>
          <p:nvPr/>
        </p:nvSpPr>
        <p:spPr>
          <a:xfrm>
            <a:off x="10784520" y="71532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7" name=""/>
          <p:cNvSpPr/>
          <p:nvPr/>
        </p:nvSpPr>
        <p:spPr>
          <a:xfrm>
            <a:off x="8774640" y="66866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8" name=""/>
          <p:cNvSpPr/>
          <p:nvPr/>
        </p:nvSpPr>
        <p:spPr>
          <a:xfrm>
            <a:off x="8774640" y="66866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9" name=""/>
          <p:cNvSpPr/>
          <p:nvPr/>
        </p:nvSpPr>
        <p:spPr>
          <a:xfrm>
            <a:off x="9688320" y="6780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0" name=""/>
          <p:cNvSpPr/>
          <p:nvPr/>
        </p:nvSpPr>
        <p:spPr>
          <a:xfrm>
            <a:off x="9688320" y="6780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1" name=""/>
          <p:cNvSpPr/>
          <p:nvPr/>
        </p:nvSpPr>
        <p:spPr>
          <a:xfrm>
            <a:off x="9505440" y="64425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2" name=""/>
          <p:cNvSpPr/>
          <p:nvPr/>
        </p:nvSpPr>
        <p:spPr>
          <a:xfrm>
            <a:off x="9505440" y="64425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3" name=""/>
          <p:cNvSpPr/>
          <p:nvPr/>
        </p:nvSpPr>
        <p:spPr>
          <a:xfrm>
            <a:off x="9140040" y="6469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4" name=""/>
          <p:cNvSpPr/>
          <p:nvPr/>
        </p:nvSpPr>
        <p:spPr>
          <a:xfrm>
            <a:off x="9140040" y="6469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5" name=""/>
          <p:cNvSpPr/>
          <p:nvPr/>
        </p:nvSpPr>
        <p:spPr>
          <a:xfrm>
            <a:off x="7312680" y="6688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6" name=""/>
          <p:cNvSpPr/>
          <p:nvPr/>
        </p:nvSpPr>
        <p:spPr>
          <a:xfrm>
            <a:off x="7312680" y="6688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7" name=""/>
          <p:cNvSpPr/>
          <p:nvPr/>
        </p:nvSpPr>
        <p:spPr>
          <a:xfrm>
            <a:off x="10784520" y="70592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528" name=""/>
          <p:cNvSpPr/>
          <p:nvPr/>
        </p:nvSpPr>
        <p:spPr>
          <a:xfrm>
            <a:off x="10784520" y="70592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9" name=""/>
          <p:cNvSpPr/>
          <p:nvPr/>
        </p:nvSpPr>
        <p:spPr>
          <a:xfrm>
            <a:off x="6399000" y="6602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5986BD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530" name=""/>
          <p:cNvSpPr/>
          <p:nvPr/>
        </p:nvSpPr>
        <p:spPr>
          <a:xfrm>
            <a:off x="6399000" y="6602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5986BD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1" name=""/>
          <p:cNvSpPr/>
          <p:nvPr/>
        </p:nvSpPr>
        <p:spPr>
          <a:xfrm>
            <a:off x="10784520" y="68644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532" name=""/>
          <p:cNvSpPr/>
          <p:nvPr/>
        </p:nvSpPr>
        <p:spPr>
          <a:xfrm>
            <a:off x="10784520" y="68644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3" name=""/>
          <p:cNvSpPr/>
          <p:nvPr/>
        </p:nvSpPr>
        <p:spPr>
          <a:xfrm>
            <a:off x="10602000" y="67842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534" name=""/>
          <p:cNvSpPr/>
          <p:nvPr/>
        </p:nvSpPr>
        <p:spPr>
          <a:xfrm>
            <a:off x="10602000" y="67842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5" name=""/>
          <p:cNvSpPr/>
          <p:nvPr/>
        </p:nvSpPr>
        <p:spPr>
          <a:xfrm>
            <a:off x="10602000" y="65613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536" name=""/>
          <p:cNvSpPr/>
          <p:nvPr/>
        </p:nvSpPr>
        <p:spPr>
          <a:xfrm>
            <a:off x="10602000" y="65613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7" name=""/>
          <p:cNvSpPr/>
          <p:nvPr/>
        </p:nvSpPr>
        <p:spPr>
          <a:xfrm>
            <a:off x="10053720" y="68648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8" name=""/>
          <p:cNvSpPr/>
          <p:nvPr/>
        </p:nvSpPr>
        <p:spPr>
          <a:xfrm>
            <a:off x="10053720" y="68648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9" name=""/>
          <p:cNvSpPr/>
          <p:nvPr/>
        </p:nvSpPr>
        <p:spPr>
          <a:xfrm>
            <a:off x="8043480" y="7266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0" name=""/>
          <p:cNvSpPr/>
          <p:nvPr/>
        </p:nvSpPr>
        <p:spPr>
          <a:xfrm>
            <a:off x="8043480" y="7266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1" name=""/>
          <p:cNvSpPr/>
          <p:nvPr/>
        </p:nvSpPr>
        <p:spPr>
          <a:xfrm>
            <a:off x="9505440" y="64404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2" name=""/>
          <p:cNvSpPr/>
          <p:nvPr/>
        </p:nvSpPr>
        <p:spPr>
          <a:xfrm>
            <a:off x="9505440" y="64404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3" name=""/>
          <p:cNvSpPr/>
          <p:nvPr/>
        </p:nvSpPr>
        <p:spPr>
          <a:xfrm>
            <a:off x="9688320" y="64292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4" name=""/>
          <p:cNvSpPr/>
          <p:nvPr/>
        </p:nvSpPr>
        <p:spPr>
          <a:xfrm>
            <a:off x="9688320" y="64292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5" name=""/>
          <p:cNvSpPr/>
          <p:nvPr/>
        </p:nvSpPr>
        <p:spPr>
          <a:xfrm>
            <a:off x="8591760" y="68648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6" name=""/>
          <p:cNvSpPr/>
          <p:nvPr/>
        </p:nvSpPr>
        <p:spPr>
          <a:xfrm>
            <a:off x="8591760" y="68648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7" name=""/>
          <p:cNvSpPr/>
          <p:nvPr/>
        </p:nvSpPr>
        <p:spPr>
          <a:xfrm>
            <a:off x="9870840" y="67622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8" name=""/>
          <p:cNvSpPr/>
          <p:nvPr/>
        </p:nvSpPr>
        <p:spPr>
          <a:xfrm>
            <a:off x="9870840" y="67622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9" name=""/>
          <p:cNvSpPr/>
          <p:nvPr/>
        </p:nvSpPr>
        <p:spPr>
          <a:xfrm>
            <a:off x="7312680" y="67143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0" name=""/>
          <p:cNvSpPr/>
          <p:nvPr/>
        </p:nvSpPr>
        <p:spPr>
          <a:xfrm>
            <a:off x="7312680" y="67143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1" name=""/>
          <p:cNvSpPr/>
          <p:nvPr/>
        </p:nvSpPr>
        <p:spPr>
          <a:xfrm>
            <a:off x="10602000" y="69008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552" name=""/>
          <p:cNvSpPr/>
          <p:nvPr/>
        </p:nvSpPr>
        <p:spPr>
          <a:xfrm>
            <a:off x="10602000" y="69008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3" name=""/>
          <p:cNvSpPr/>
          <p:nvPr/>
        </p:nvSpPr>
        <p:spPr>
          <a:xfrm>
            <a:off x="8043480" y="63882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4" name=""/>
          <p:cNvSpPr/>
          <p:nvPr/>
        </p:nvSpPr>
        <p:spPr>
          <a:xfrm>
            <a:off x="8043480" y="63882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5" name=""/>
          <p:cNvSpPr/>
          <p:nvPr/>
        </p:nvSpPr>
        <p:spPr>
          <a:xfrm>
            <a:off x="8043480" y="71683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6" name=""/>
          <p:cNvSpPr/>
          <p:nvPr/>
        </p:nvSpPr>
        <p:spPr>
          <a:xfrm>
            <a:off x="8043480" y="71683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7" name=""/>
          <p:cNvSpPr/>
          <p:nvPr/>
        </p:nvSpPr>
        <p:spPr>
          <a:xfrm>
            <a:off x="7312680" y="6683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8" name=""/>
          <p:cNvSpPr/>
          <p:nvPr/>
        </p:nvSpPr>
        <p:spPr>
          <a:xfrm>
            <a:off x="7312680" y="6683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9" name=""/>
          <p:cNvSpPr/>
          <p:nvPr/>
        </p:nvSpPr>
        <p:spPr>
          <a:xfrm>
            <a:off x="10053720" y="6509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0" name=""/>
          <p:cNvSpPr/>
          <p:nvPr/>
        </p:nvSpPr>
        <p:spPr>
          <a:xfrm>
            <a:off x="10053720" y="6509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1" name=""/>
          <p:cNvSpPr/>
          <p:nvPr/>
        </p:nvSpPr>
        <p:spPr>
          <a:xfrm>
            <a:off x="7312680" y="66996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2" name=""/>
          <p:cNvSpPr/>
          <p:nvPr/>
        </p:nvSpPr>
        <p:spPr>
          <a:xfrm>
            <a:off x="7312680" y="66996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3" name=""/>
          <p:cNvSpPr/>
          <p:nvPr/>
        </p:nvSpPr>
        <p:spPr>
          <a:xfrm>
            <a:off x="9688320" y="67831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4" name=""/>
          <p:cNvSpPr/>
          <p:nvPr/>
        </p:nvSpPr>
        <p:spPr>
          <a:xfrm>
            <a:off x="9688320" y="67831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5" name=""/>
          <p:cNvSpPr/>
          <p:nvPr/>
        </p:nvSpPr>
        <p:spPr>
          <a:xfrm>
            <a:off x="8409240" y="7500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6" name=""/>
          <p:cNvSpPr/>
          <p:nvPr/>
        </p:nvSpPr>
        <p:spPr>
          <a:xfrm>
            <a:off x="8409240" y="7500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7" name=""/>
          <p:cNvSpPr/>
          <p:nvPr/>
        </p:nvSpPr>
        <p:spPr>
          <a:xfrm>
            <a:off x="7312680" y="6688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8" name=""/>
          <p:cNvSpPr/>
          <p:nvPr/>
        </p:nvSpPr>
        <p:spPr>
          <a:xfrm>
            <a:off x="7312680" y="6688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9" name=""/>
          <p:cNvSpPr/>
          <p:nvPr/>
        </p:nvSpPr>
        <p:spPr>
          <a:xfrm>
            <a:off x="10784520" y="67442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570" name=""/>
          <p:cNvSpPr/>
          <p:nvPr/>
        </p:nvSpPr>
        <p:spPr>
          <a:xfrm>
            <a:off x="10784520" y="67442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1" name=""/>
          <p:cNvSpPr/>
          <p:nvPr/>
        </p:nvSpPr>
        <p:spPr>
          <a:xfrm>
            <a:off x="9688320" y="66985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2" name=""/>
          <p:cNvSpPr/>
          <p:nvPr/>
        </p:nvSpPr>
        <p:spPr>
          <a:xfrm>
            <a:off x="9688320" y="66985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3" name=""/>
          <p:cNvSpPr/>
          <p:nvPr/>
        </p:nvSpPr>
        <p:spPr>
          <a:xfrm>
            <a:off x="10419120" y="65451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574" name=""/>
          <p:cNvSpPr/>
          <p:nvPr/>
        </p:nvSpPr>
        <p:spPr>
          <a:xfrm>
            <a:off x="10419120" y="65451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5" name=""/>
          <p:cNvSpPr/>
          <p:nvPr/>
        </p:nvSpPr>
        <p:spPr>
          <a:xfrm>
            <a:off x="10784520" y="69807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576" name=""/>
          <p:cNvSpPr/>
          <p:nvPr/>
        </p:nvSpPr>
        <p:spPr>
          <a:xfrm>
            <a:off x="10784520" y="69807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7" name=""/>
          <p:cNvSpPr/>
          <p:nvPr/>
        </p:nvSpPr>
        <p:spPr>
          <a:xfrm>
            <a:off x="8957160" y="65250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8" name=""/>
          <p:cNvSpPr/>
          <p:nvPr/>
        </p:nvSpPr>
        <p:spPr>
          <a:xfrm>
            <a:off x="8957160" y="65250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9" name=""/>
          <p:cNvSpPr/>
          <p:nvPr/>
        </p:nvSpPr>
        <p:spPr>
          <a:xfrm>
            <a:off x="10419120" y="6752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580" name=""/>
          <p:cNvSpPr/>
          <p:nvPr/>
        </p:nvSpPr>
        <p:spPr>
          <a:xfrm>
            <a:off x="10419120" y="6752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1" name=""/>
          <p:cNvSpPr/>
          <p:nvPr/>
        </p:nvSpPr>
        <p:spPr>
          <a:xfrm>
            <a:off x="10602000" y="6388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582" name=""/>
          <p:cNvSpPr/>
          <p:nvPr/>
        </p:nvSpPr>
        <p:spPr>
          <a:xfrm>
            <a:off x="10602000" y="6388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3" name=""/>
          <p:cNvSpPr/>
          <p:nvPr/>
        </p:nvSpPr>
        <p:spPr>
          <a:xfrm>
            <a:off x="10602000" y="64908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584" name=""/>
          <p:cNvSpPr/>
          <p:nvPr/>
        </p:nvSpPr>
        <p:spPr>
          <a:xfrm>
            <a:off x="10602000" y="64908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5" name=""/>
          <p:cNvSpPr/>
          <p:nvPr/>
        </p:nvSpPr>
        <p:spPr>
          <a:xfrm>
            <a:off x="9870840" y="64447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6" name=""/>
          <p:cNvSpPr/>
          <p:nvPr/>
        </p:nvSpPr>
        <p:spPr>
          <a:xfrm>
            <a:off x="9870840" y="64447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7" name=""/>
          <p:cNvSpPr/>
          <p:nvPr/>
        </p:nvSpPr>
        <p:spPr>
          <a:xfrm>
            <a:off x="7678080" y="6879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8" name=""/>
          <p:cNvSpPr/>
          <p:nvPr/>
        </p:nvSpPr>
        <p:spPr>
          <a:xfrm>
            <a:off x="7678080" y="6879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9" name=""/>
          <p:cNvSpPr/>
          <p:nvPr/>
        </p:nvSpPr>
        <p:spPr>
          <a:xfrm>
            <a:off x="10053720" y="6595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0" name=""/>
          <p:cNvSpPr/>
          <p:nvPr/>
        </p:nvSpPr>
        <p:spPr>
          <a:xfrm>
            <a:off x="10053720" y="6595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1" name=""/>
          <p:cNvSpPr/>
          <p:nvPr/>
        </p:nvSpPr>
        <p:spPr>
          <a:xfrm>
            <a:off x="10236240" y="69343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592" name=""/>
          <p:cNvSpPr/>
          <p:nvPr/>
        </p:nvSpPr>
        <p:spPr>
          <a:xfrm>
            <a:off x="10236240" y="69343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3" name=""/>
          <p:cNvSpPr/>
          <p:nvPr/>
        </p:nvSpPr>
        <p:spPr>
          <a:xfrm>
            <a:off x="10053720" y="65966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4" name=""/>
          <p:cNvSpPr/>
          <p:nvPr/>
        </p:nvSpPr>
        <p:spPr>
          <a:xfrm>
            <a:off x="10053720" y="65966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5" name=""/>
          <p:cNvSpPr/>
          <p:nvPr/>
        </p:nvSpPr>
        <p:spPr>
          <a:xfrm>
            <a:off x="9870840" y="66240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6" name=""/>
          <p:cNvSpPr/>
          <p:nvPr/>
        </p:nvSpPr>
        <p:spPr>
          <a:xfrm>
            <a:off x="9870840" y="66240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7" name=""/>
          <p:cNvSpPr/>
          <p:nvPr/>
        </p:nvSpPr>
        <p:spPr>
          <a:xfrm>
            <a:off x="7312680" y="64663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8" name=""/>
          <p:cNvSpPr/>
          <p:nvPr/>
        </p:nvSpPr>
        <p:spPr>
          <a:xfrm>
            <a:off x="7312680" y="64663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9" name=""/>
          <p:cNvSpPr/>
          <p:nvPr/>
        </p:nvSpPr>
        <p:spPr>
          <a:xfrm>
            <a:off x="9322560" y="64609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0" name=""/>
          <p:cNvSpPr/>
          <p:nvPr/>
        </p:nvSpPr>
        <p:spPr>
          <a:xfrm>
            <a:off x="9322560" y="64609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1" name=""/>
          <p:cNvSpPr/>
          <p:nvPr/>
        </p:nvSpPr>
        <p:spPr>
          <a:xfrm>
            <a:off x="7129800" y="68810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A1C9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2" name=""/>
          <p:cNvSpPr/>
          <p:nvPr/>
        </p:nvSpPr>
        <p:spPr>
          <a:xfrm>
            <a:off x="7129800" y="68810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A1C9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3" name=""/>
          <p:cNvSpPr/>
          <p:nvPr/>
        </p:nvSpPr>
        <p:spPr>
          <a:xfrm>
            <a:off x="10602000" y="68209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604" name=""/>
          <p:cNvSpPr/>
          <p:nvPr/>
        </p:nvSpPr>
        <p:spPr>
          <a:xfrm>
            <a:off x="10602000" y="68209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5" name=""/>
          <p:cNvSpPr/>
          <p:nvPr/>
        </p:nvSpPr>
        <p:spPr>
          <a:xfrm>
            <a:off x="10053720" y="65941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6" name=""/>
          <p:cNvSpPr/>
          <p:nvPr/>
        </p:nvSpPr>
        <p:spPr>
          <a:xfrm>
            <a:off x="10053720" y="65941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7" name=""/>
          <p:cNvSpPr/>
          <p:nvPr/>
        </p:nvSpPr>
        <p:spPr>
          <a:xfrm>
            <a:off x="10784520" y="71607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608" name=""/>
          <p:cNvSpPr/>
          <p:nvPr/>
        </p:nvSpPr>
        <p:spPr>
          <a:xfrm>
            <a:off x="10784520" y="71607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9" name=""/>
          <p:cNvSpPr/>
          <p:nvPr/>
        </p:nvSpPr>
        <p:spPr>
          <a:xfrm>
            <a:off x="10602000" y="64940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610" name=""/>
          <p:cNvSpPr/>
          <p:nvPr/>
        </p:nvSpPr>
        <p:spPr>
          <a:xfrm>
            <a:off x="10602000" y="64940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1" name=""/>
          <p:cNvSpPr/>
          <p:nvPr/>
        </p:nvSpPr>
        <p:spPr>
          <a:xfrm>
            <a:off x="10784520" y="71593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612" name=""/>
          <p:cNvSpPr/>
          <p:nvPr/>
        </p:nvSpPr>
        <p:spPr>
          <a:xfrm>
            <a:off x="10784520" y="71593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3" name=""/>
          <p:cNvSpPr/>
          <p:nvPr/>
        </p:nvSpPr>
        <p:spPr>
          <a:xfrm>
            <a:off x="7312680" y="67100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4" name=""/>
          <p:cNvSpPr/>
          <p:nvPr/>
        </p:nvSpPr>
        <p:spPr>
          <a:xfrm>
            <a:off x="7312680" y="67100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5" name=""/>
          <p:cNvSpPr/>
          <p:nvPr/>
        </p:nvSpPr>
        <p:spPr>
          <a:xfrm>
            <a:off x="10419120" y="6928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616" name=""/>
          <p:cNvSpPr/>
          <p:nvPr/>
        </p:nvSpPr>
        <p:spPr>
          <a:xfrm>
            <a:off x="10419120" y="6928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7" name=""/>
          <p:cNvSpPr/>
          <p:nvPr/>
        </p:nvSpPr>
        <p:spPr>
          <a:xfrm>
            <a:off x="10236240" y="66024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618" name=""/>
          <p:cNvSpPr/>
          <p:nvPr/>
        </p:nvSpPr>
        <p:spPr>
          <a:xfrm>
            <a:off x="10236240" y="66024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9" name=""/>
          <p:cNvSpPr/>
          <p:nvPr/>
        </p:nvSpPr>
        <p:spPr>
          <a:xfrm>
            <a:off x="9505440" y="71614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0" name=""/>
          <p:cNvSpPr/>
          <p:nvPr/>
        </p:nvSpPr>
        <p:spPr>
          <a:xfrm>
            <a:off x="9505440" y="71614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1" name=""/>
          <p:cNvSpPr/>
          <p:nvPr/>
        </p:nvSpPr>
        <p:spPr>
          <a:xfrm>
            <a:off x="10236240" y="65494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622" name=""/>
          <p:cNvSpPr/>
          <p:nvPr/>
        </p:nvSpPr>
        <p:spPr>
          <a:xfrm>
            <a:off x="10236240" y="65494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3" name=""/>
          <p:cNvSpPr/>
          <p:nvPr/>
        </p:nvSpPr>
        <p:spPr>
          <a:xfrm>
            <a:off x="10602000" y="6494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624" name=""/>
          <p:cNvSpPr/>
          <p:nvPr/>
        </p:nvSpPr>
        <p:spPr>
          <a:xfrm>
            <a:off x="10602000" y="6494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5" name=""/>
          <p:cNvSpPr/>
          <p:nvPr/>
        </p:nvSpPr>
        <p:spPr>
          <a:xfrm>
            <a:off x="9505440" y="64238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6" name=""/>
          <p:cNvSpPr/>
          <p:nvPr/>
        </p:nvSpPr>
        <p:spPr>
          <a:xfrm>
            <a:off x="9505440" y="64238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7" name=""/>
          <p:cNvSpPr/>
          <p:nvPr/>
        </p:nvSpPr>
        <p:spPr>
          <a:xfrm>
            <a:off x="9505440" y="66373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8" name=""/>
          <p:cNvSpPr/>
          <p:nvPr/>
        </p:nvSpPr>
        <p:spPr>
          <a:xfrm>
            <a:off x="9505440" y="66373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9" name=""/>
          <p:cNvSpPr/>
          <p:nvPr/>
        </p:nvSpPr>
        <p:spPr>
          <a:xfrm>
            <a:off x="9870840" y="66661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0" name=""/>
          <p:cNvSpPr/>
          <p:nvPr/>
        </p:nvSpPr>
        <p:spPr>
          <a:xfrm>
            <a:off x="9870840" y="66661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1" name=""/>
          <p:cNvSpPr/>
          <p:nvPr/>
        </p:nvSpPr>
        <p:spPr>
          <a:xfrm>
            <a:off x="10784520" y="68508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632" name=""/>
          <p:cNvSpPr/>
          <p:nvPr/>
        </p:nvSpPr>
        <p:spPr>
          <a:xfrm>
            <a:off x="10784520" y="68508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3" name=""/>
          <p:cNvSpPr/>
          <p:nvPr/>
        </p:nvSpPr>
        <p:spPr>
          <a:xfrm>
            <a:off x="8957160" y="71431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4" name=""/>
          <p:cNvSpPr/>
          <p:nvPr/>
        </p:nvSpPr>
        <p:spPr>
          <a:xfrm>
            <a:off x="8957160" y="71431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5" name=""/>
          <p:cNvSpPr/>
          <p:nvPr/>
        </p:nvSpPr>
        <p:spPr>
          <a:xfrm>
            <a:off x="10784520" y="65322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636" name=""/>
          <p:cNvSpPr/>
          <p:nvPr/>
        </p:nvSpPr>
        <p:spPr>
          <a:xfrm>
            <a:off x="10784520" y="65322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7" name=""/>
          <p:cNvSpPr/>
          <p:nvPr/>
        </p:nvSpPr>
        <p:spPr>
          <a:xfrm>
            <a:off x="8774640" y="64195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8" name=""/>
          <p:cNvSpPr/>
          <p:nvPr/>
        </p:nvSpPr>
        <p:spPr>
          <a:xfrm>
            <a:off x="8774640" y="64195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9" name=""/>
          <p:cNvSpPr/>
          <p:nvPr/>
        </p:nvSpPr>
        <p:spPr>
          <a:xfrm>
            <a:off x="9688320" y="67809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0" name=""/>
          <p:cNvSpPr/>
          <p:nvPr/>
        </p:nvSpPr>
        <p:spPr>
          <a:xfrm>
            <a:off x="9688320" y="67809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1" name=""/>
          <p:cNvSpPr/>
          <p:nvPr/>
        </p:nvSpPr>
        <p:spPr>
          <a:xfrm>
            <a:off x="9688320" y="64404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2" name=""/>
          <p:cNvSpPr/>
          <p:nvPr/>
        </p:nvSpPr>
        <p:spPr>
          <a:xfrm>
            <a:off x="9688320" y="64404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3" name=""/>
          <p:cNvSpPr/>
          <p:nvPr/>
        </p:nvSpPr>
        <p:spPr>
          <a:xfrm>
            <a:off x="10784520" y="64393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644" name=""/>
          <p:cNvSpPr/>
          <p:nvPr/>
        </p:nvSpPr>
        <p:spPr>
          <a:xfrm>
            <a:off x="10784520" y="64393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5" name=""/>
          <p:cNvSpPr/>
          <p:nvPr/>
        </p:nvSpPr>
        <p:spPr>
          <a:xfrm>
            <a:off x="10053720" y="64429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6" name=""/>
          <p:cNvSpPr/>
          <p:nvPr/>
        </p:nvSpPr>
        <p:spPr>
          <a:xfrm>
            <a:off x="10053720" y="64429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7" name=""/>
          <p:cNvSpPr/>
          <p:nvPr/>
        </p:nvSpPr>
        <p:spPr>
          <a:xfrm>
            <a:off x="7860960" y="65163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8" name=""/>
          <p:cNvSpPr/>
          <p:nvPr/>
        </p:nvSpPr>
        <p:spPr>
          <a:xfrm>
            <a:off x="7860960" y="65163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9" name=""/>
          <p:cNvSpPr/>
          <p:nvPr/>
        </p:nvSpPr>
        <p:spPr>
          <a:xfrm>
            <a:off x="10602000" y="68684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650" name=""/>
          <p:cNvSpPr/>
          <p:nvPr/>
        </p:nvSpPr>
        <p:spPr>
          <a:xfrm>
            <a:off x="10602000" y="68684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1" name=""/>
          <p:cNvSpPr/>
          <p:nvPr/>
        </p:nvSpPr>
        <p:spPr>
          <a:xfrm>
            <a:off x="9688320" y="64432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2" name=""/>
          <p:cNvSpPr/>
          <p:nvPr/>
        </p:nvSpPr>
        <p:spPr>
          <a:xfrm>
            <a:off x="9688320" y="64432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3" name=""/>
          <p:cNvSpPr/>
          <p:nvPr/>
        </p:nvSpPr>
        <p:spPr>
          <a:xfrm>
            <a:off x="8591760" y="67219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4" name=""/>
          <p:cNvSpPr/>
          <p:nvPr/>
        </p:nvSpPr>
        <p:spPr>
          <a:xfrm>
            <a:off x="8591760" y="67219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5" name=""/>
          <p:cNvSpPr/>
          <p:nvPr/>
        </p:nvSpPr>
        <p:spPr>
          <a:xfrm>
            <a:off x="10784520" y="64400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656" name=""/>
          <p:cNvSpPr/>
          <p:nvPr/>
        </p:nvSpPr>
        <p:spPr>
          <a:xfrm>
            <a:off x="10784520" y="64400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7" name=""/>
          <p:cNvSpPr/>
          <p:nvPr/>
        </p:nvSpPr>
        <p:spPr>
          <a:xfrm>
            <a:off x="10419120" y="68965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658" name=""/>
          <p:cNvSpPr/>
          <p:nvPr/>
        </p:nvSpPr>
        <p:spPr>
          <a:xfrm>
            <a:off x="10419120" y="68965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9" name=""/>
          <p:cNvSpPr/>
          <p:nvPr/>
        </p:nvSpPr>
        <p:spPr>
          <a:xfrm>
            <a:off x="7860960" y="68806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0" name=""/>
          <p:cNvSpPr/>
          <p:nvPr/>
        </p:nvSpPr>
        <p:spPr>
          <a:xfrm>
            <a:off x="7860960" y="68806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1" name=""/>
          <p:cNvSpPr/>
          <p:nvPr/>
        </p:nvSpPr>
        <p:spPr>
          <a:xfrm>
            <a:off x="10419120" y="6330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662" name=""/>
          <p:cNvSpPr/>
          <p:nvPr/>
        </p:nvSpPr>
        <p:spPr>
          <a:xfrm>
            <a:off x="10419120" y="6330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3" name=""/>
          <p:cNvSpPr/>
          <p:nvPr/>
        </p:nvSpPr>
        <p:spPr>
          <a:xfrm>
            <a:off x="10784520" y="65304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664" name=""/>
          <p:cNvSpPr/>
          <p:nvPr/>
        </p:nvSpPr>
        <p:spPr>
          <a:xfrm>
            <a:off x="10784520" y="65304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5" name=""/>
          <p:cNvSpPr/>
          <p:nvPr/>
        </p:nvSpPr>
        <p:spPr>
          <a:xfrm>
            <a:off x="10236240" y="66294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666" name=""/>
          <p:cNvSpPr/>
          <p:nvPr/>
        </p:nvSpPr>
        <p:spPr>
          <a:xfrm>
            <a:off x="10236240" y="66294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7" name=""/>
          <p:cNvSpPr/>
          <p:nvPr/>
        </p:nvSpPr>
        <p:spPr>
          <a:xfrm>
            <a:off x="7678080" y="70876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8" name=""/>
          <p:cNvSpPr/>
          <p:nvPr/>
        </p:nvSpPr>
        <p:spPr>
          <a:xfrm>
            <a:off x="7678080" y="70876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9" name=""/>
          <p:cNvSpPr/>
          <p:nvPr/>
        </p:nvSpPr>
        <p:spPr>
          <a:xfrm>
            <a:off x="10602000" y="6753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670" name=""/>
          <p:cNvSpPr/>
          <p:nvPr/>
        </p:nvSpPr>
        <p:spPr>
          <a:xfrm>
            <a:off x="10602000" y="6753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1" name=""/>
          <p:cNvSpPr/>
          <p:nvPr/>
        </p:nvSpPr>
        <p:spPr>
          <a:xfrm>
            <a:off x="9688320" y="6901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2" name=""/>
          <p:cNvSpPr/>
          <p:nvPr/>
        </p:nvSpPr>
        <p:spPr>
          <a:xfrm>
            <a:off x="9688320" y="6901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3" name=""/>
          <p:cNvSpPr/>
          <p:nvPr/>
        </p:nvSpPr>
        <p:spPr>
          <a:xfrm>
            <a:off x="10053720" y="67384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4" name=""/>
          <p:cNvSpPr/>
          <p:nvPr/>
        </p:nvSpPr>
        <p:spPr>
          <a:xfrm>
            <a:off x="10053720" y="67384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5" name=""/>
          <p:cNvSpPr/>
          <p:nvPr/>
        </p:nvSpPr>
        <p:spPr>
          <a:xfrm>
            <a:off x="9505440" y="64753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6" name=""/>
          <p:cNvSpPr/>
          <p:nvPr/>
        </p:nvSpPr>
        <p:spPr>
          <a:xfrm>
            <a:off x="9505440" y="64753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7" name=""/>
          <p:cNvSpPr/>
          <p:nvPr/>
        </p:nvSpPr>
        <p:spPr>
          <a:xfrm>
            <a:off x="8591760" y="64119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8" name=""/>
          <p:cNvSpPr/>
          <p:nvPr/>
        </p:nvSpPr>
        <p:spPr>
          <a:xfrm>
            <a:off x="8591760" y="64119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9" name=""/>
          <p:cNvSpPr/>
          <p:nvPr/>
        </p:nvSpPr>
        <p:spPr>
          <a:xfrm>
            <a:off x="8043480" y="6953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0" name=""/>
          <p:cNvSpPr/>
          <p:nvPr/>
        </p:nvSpPr>
        <p:spPr>
          <a:xfrm>
            <a:off x="8043480" y="6953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1" name=""/>
          <p:cNvSpPr/>
          <p:nvPr/>
        </p:nvSpPr>
        <p:spPr>
          <a:xfrm>
            <a:off x="8226360" y="6789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2" name=""/>
          <p:cNvSpPr/>
          <p:nvPr/>
        </p:nvSpPr>
        <p:spPr>
          <a:xfrm>
            <a:off x="8226360" y="6789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3" name=""/>
          <p:cNvSpPr/>
          <p:nvPr/>
        </p:nvSpPr>
        <p:spPr>
          <a:xfrm>
            <a:off x="8774640" y="68630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4" name=""/>
          <p:cNvSpPr/>
          <p:nvPr/>
        </p:nvSpPr>
        <p:spPr>
          <a:xfrm>
            <a:off x="8774640" y="68630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5" name=""/>
          <p:cNvSpPr/>
          <p:nvPr/>
        </p:nvSpPr>
        <p:spPr>
          <a:xfrm>
            <a:off x="6216120" y="73375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4575B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686" name=""/>
          <p:cNvSpPr/>
          <p:nvPr/>
        </p:nvSpPr>
        <p:spPr>
          <a:xfrm>
            <a:off x="6216120" y="73375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4575B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7" name=""/>
          <p:cNvSpPr/>
          <p:nvPr/>
        </p:nvSpPr>
        <p:spPr>
          <a:xfrm>
            <a:off x="8043480" y="7310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8" name=""/>
          <p:cNvSpPr/>
          <p:nvPr/>
        </p:nvSpPr>
        <p:spPr>
          <a:xfrm>
            <a:off x="8043480" y="7310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9" name=""/>
          <p:cNvSpPr/>
          <p:nvPr/>
        </p:nvSpPr>
        <p:spPr>
          <a:xfrm>
            <a:off x="9140040" y="6717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0" name=""/>
          <p:cNvSpPr/>
          <p:nvPr/>
        </p:nvSpPr>
        <p:spPr>
          <a:xfrm>
            <a:off x="9140040" y="6717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1" name=""/>
          <p:cNvSpPr/>
          <p:nvPr/>
        </p:nvSpPr>
        <p:spPr>
          <a:xfrm>
            <a:off x="9322560" y="68792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2" name=""/>
          <p:cNvSpPr/>
          <p:nvPr/>
        </p:nvSpPr>
        <p:spPr>
          <a:xfrm>
            <a:off x="9322560" y="68792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3" name=""/>
          <p:cNvSpPr/>
          <p:nvPr/>
        </p:nvSpPr>
        <p:spPr>
          <a:xfrm>
            <a:off x="8591760" y="68763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4" name=""/>
          <p:cNvSpPr/>
          <p:nvPr/>
        </p:nvSpPr>
        <p:spPr>
          <a:xfrm>
            <a:off x="8591760" y="68763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5" name=""/>
          <p:cNvSpPr/>
          <p:nvPr/>
        </p:nvSpPr>
        <p:spPr>
          <a:xfrm>
            <a:off x="9688320" y="71593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6" name=""/>
          <p:cNvSpPr/>
          <p:nvPr/>
        </p:nvSpPr>
        <p:spPr>
          <a:xfrm>
            <a:off x="9688320" y="71593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7" name=""/>
          <p:cNvSpPr/>
          <p:nvPr/>
        </p:nvSpPr>
        <p:spPr>
          <a:xfrm>
            <a:off x="8226360" y="67874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8" name=""/>
          <p:cNvSpPr/>
          <p:nvPr/>
        </p:nvSpPr>
        <p:spPr>
          <a:xfrm>
            <a:off x="8226360" y="67874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9" name=""/>
          <p:cNvSpPr/>
          <p:nvPr/>
        </p:nvSpPr>
        <p:spPr>
          <a:xfrm>
            <a:off x="9322560" y="67258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0" name=""/>
          <p:cNvSpPr/>
          <p:nvPr/>
        </p:nvSpPr>
        <p:spPr>
          <a:xfrm>
            <a:off x="9322560" y="67258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1" name=""/>
          <p:cNvSpPr/>
          <p:nvPr/>
        </p:nvSpPr>
        <p:spPr>
          <a:xfrm>
            <a:off x="10419120" y="64443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702" name=""/>
          <p:cNvSpPr/>
          <p:nvPr/>
        </p:nvSpPr>
        <p:spPr>
          <a:xfrm>
            <a:off x="10419120" y="64443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3" name=""/>
          <p:cNvSpPr/>
          <p:nvPr/>
        </p:nvSpPr>
        <p:spPr>
          <a:xfrm>
            <a:off x="8043480" y="63651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4" name=""/>
          <p:cNvSpPr/>
          <p:nvPr/>
        </p:nvSpPr>
        <p:spPr>
          <a:xfrm>
            <a:off x="8043480" y="63651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5" name=""/>
          <p:cNvSpPr/>
          <p:nvPr/>
        </p:nvSpPr>
        <p:spPr>
          <a:xfrm>
            <a:off x="8226360" y="6397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6" name=""/>
          <p:cNvSpPr/>
          <p:nvPr/>
        </p:nvSpPr>
        <p:spPr>
          <a:xfrm>
            <a:off x="8226360" y="6397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7" name=""/>
          <p:cNvSpPr/>
          <p:nvPr/>
        </p:nvSpPr>
        <p:spPr>
          <a:xfrm>
            <a:off x="10053720" y="6716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8" name=""/>
          <p:cNvSpPr/>
          <p:nvPr/>
        </p:nvSpPr>
        <p:spPr>
          <a:xfrm>
            <a:off x="10053720" y="6716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9" name=""/>
          <p:cNvSpPr/>
          <p:nvPr/>
        </p:nvSpPr>
        <p:spPr>
          <a:xfrm>
            <a:off x="9322560" y="68778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0" name=""/>
          <p:cNvSpPr/>
          <p:nvPr/>
        </p:nvSpPr>
        <p:spPr>
          <a:xfrm>
            <a:off x="9322560" y="68778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1" name=""/>
          <p:cNvSpPr/>
          <p:nvPr/>
        </p:nvSpPr>
        <p:spPr>
          <a:xfrm>
            <a:off x="7495200" y="65160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2" name=""/>
          <p:cNvSpPr/>
          <p:nvPr/>
        </p:nvSpPr>
        <p:spPr>
          <a:xfrm>
            <a:off x="7495200" y="65160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3" name=""/>
          <p:cNvSpPr/>
          <p:nvPr/>
        </p:nvSpPr>
        <p:spPr>
          <a:xfrm>
            <a:off x="10236240" y="64288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714" name=""/>
          <p:cNvSpPr/>
          <p:nvPr/>
        </p:nvSpPr>
        <p:spPr>
          <a:xfrm>
            <a:off x="10236240" y="64288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5" name=""/>
          <p:cNvSpPr/>
          <p:nvPr/>
        </p:nvSpPr>
        <p:spPr>
          <a:xfrm>
            <a:off x="8774640" y="66884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6" name=""/>
          <p:cNvSpPr/>
          <p:nvPr/>
        </p:nvSpPr>
        <p:spPr>
          <a:xfrm>
            <a:off x="8774640" y="66884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7" name=""/>
          <p:cNvSpPr/>
          <p:nvPr/>
        </p:nvSpPr>
        <p:spPr>
          <a:xfrm>
            <a:off x="10784520" y="66340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718" name=""/>
          <p:cNvSpPr/>
          <p:nvPr/>
        </p:nvSpPr>
        <p:spPr>
          <a:xfrm>
            <a:off x="10784520" y="66340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9" name=""/>
          <p:cNvSpPr/>
          <p:nvPr/>
        </p:nvSpPr>
        <p:spPr>
          <a:xfrm>
            <a:off x="9688320" y="64209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0" name=""/>
          <p:cNvSpPr/>
          <p:nvPr/>
        </p:nvSpPr>
        <p:spPr>
          <a:xfrm>
            <a:off x="9688320" y="64209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1" name=""/>
          <p:cNvSpPr/>
          <p:nvPr/>
        </p:nvSpPr>
        <p:spPr>
          <a:xfrm>
            <a:off x="10784520" y="67690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722" name=""/>
          <p:cNvSpPr/>
          <p:nvPr/>
        </p:nvSpPr>
        <p:spPr>
          <a:xfrm>
            <a:off x="10784520" y="67690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3" name=""/>
          <p:cNvSpPr/>
          <p:nvPr/>
        </p:nvSpPr>
        <p:spPr>
          <a:xfrm>
            <a:off x="8591760" y="6879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4" name=""/>
          <p:cNvSpPr/>
          <p:nvPr/>
        </p:nvSpPr>
        <p:spPr>
          <a:xfrm>
            <a:off x="8591760" y="6879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5" name=""/>
          <p:cNvSpPr/>
          <p:nvPr/>
        </p:nvSpPr>
        <p:spPr>
          <a:xfrm>
            <a:off x="8409240" y="63975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6" name=""/>
          <p:cNvSpPr/>
          <p:nvPr/>
        </p:nvSpPr>
        <p:spPr>
          <a:xfrm>
            <a:off x="8409240" y="63975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7" name=""/>
          <p:cNvSpPr/>
          <p:nvPr/>
        </p:nvSpPr>
        <p:spPr>
          <a:xfrm>
            <a:off x="10053720" y="6834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8" name=""/>
          <p:cNvSpPr/>
          <p:nvPr/>
        </p:nvSpPr>
        <p:spPr>
          <a:xfrm>
            <a:off x="10053720" y="6834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9" name=""/>
          <p:cNvSpPr/>
          <p:nvPr/>
        </p:nvSpPr>
        <p:spPr>
          <a:xfrm>
            <a:off x="7495200" y="65156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0" name=""/>
          <p:cNvSpPr/>
          <p:nvPr/>
        </p:nvSpPr>
        <p:spPr>
          <a:xfrm>
            <a:off x="7495200" y="65156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1" name=""/>
          <p:cNvSpPr/>
          <p:nvPr/>
        </p:nvSpPr>
        <p:spPr>
          <a:xfrm>
            <a:off x="10602000" y="67341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732" name=""/>
          <p:cNvSpPr/>
          <p:nvPr/>
        </p:nvSpPr>
        <p:spPr>
          <a:xfrm>
            <a:off x="10602000" y="67341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3" name=""/>
          <p:cNvSpPr/>
          <p:nvPr/>
        </p:nvSpPr>
        <p:spPr>
          <a:xfrm>
            <a:off x="10236240" y="66031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734" name=""/>
          <p:cNvSpPr/>
          <p:nvPr/>
        </p:nvSpPr>
        <p:spPr>
          <a:xfrm>
            <a:off x="10236240" y="66031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5" name=""/>
          <p:cNvSpPr/>
          <p:nvPr/>
        </p:nvSpPr>
        <p:spPr>
          <a:xfrm>
            <a:off x="10784520" y="66319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736" name=""/>
          <p:cNvSpPr/>
          <p:nvPr/>
        </p:nvSpPr>
        <p:spPr>
          <a:xfrm>
            <a:off x="10784520" y="66319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7" name=""/>
          <p:cNvSpPr/>
          <p:nvPr/>
        </p:nvSpPr>
        <p:spPr>
          <a:xfrm>
            <a:off x="9688320" y="63608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8" name=""/>
          <p:cNvSpPr/>
          <p:nvPr/>
        </p:nvSpPr>
        <p:spPr>
          <a:xfrm>
            <a:off x="9688320" y="63608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9" name=""/>
          <p:cNvSpPr/>
          <p:nvPr/>
        </p:nvSpPr>
        <p:spPr>
          <a:xfrm>
            <a:off x="9505440" y="67629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0" name=""/>
          <p:cNvSpPr/>
          <p:nvPr/>
        </p:nvSpPr>
        <p:spPr>
          <a:xfrm>
            <a:off x="9505440" y="67629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1" name=""/>
          <p:cNvSpPr/>
          <p:nvPr/>
        </p:nvSpPr>
        <p:spPr>
          <a:xfrm>
            <a:off x="7495200" y="65206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2" name=""/>
          <p:cNvSpPr/>
          <p:nvPr/>
        </p:nvSpPr>
        <p:spPr>
          <a:xfrm>
            <a:off x="7495200" y="65206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3" name=""/>
          <p:cNvSpPr/>
          <p:nvPr/>
        </p:nvSpPr>
        <p:spPr>
          <a:xfrm>
            <a:off x="9688320" y="66499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4" name=""/>
          <p:cNvSpPr/>
          <p:nvPr/>
        </p:nvSpPr>
        <p:spPr>
          <a:xfrm>
            <a:off x="9688320" y="66499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5" name=""/>
          <p:cNvSpPr/>
          <p:nvPr/>
        </p:nvSpPr>
        <p:spPr>
          <a:xfrm>
            <a:off x="10053720" y="6780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6" name=""/>
          <p:cNvSpPr/>
          <p:nvPr/>
        </p:nvSpPr>
        <p:spPr>
          <a:xfrm>
            <a:off x="10053720" y="6780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7" name=""/>
          <p:cNvSpPr/>
          <p:nvPr/>
        </p:nvSpPr>
        <p:spPr>
          <a:xfrm>
            <a:off x="9688320" y="6360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8" name=""/>
          <p:cNvSpPr/>
          <p:nvPr/>
        </p:nvSpPr>
        <p:spPr>
          <a:xfrm>
            <a:off x="9688320" y="6360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9" name=""/>
          <p:cNvSpPr/>
          <p:nvPr/>
        </p:nvSpPr>
        <p:spPr>
          <a:xfrm>
            <a:off x="8226360" y="67492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0" name=""/>
          <p:cNvSpPr/>
          <p:nvPr/>
        </p:nvSpPr>
        <p:spPr>
          <a:xfrm>
            <a:off x="8226360" y="67492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1" name=""/>
          <p:cNvSpPr/>
          <p:nvPr/>
        </p:nvSpPr>
        <p:spPr>
          <a:xfrm>
            <a:off x="9505440" y="65116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2" name=""/>
          <p:cNvSpPr/>
          <p:nvPr/>
        </p:nvSpPr>
        <p:spPr>
          <a:xfrm>
            <a:off x="9505440" y="65116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3" name=""/>
          <p:cNvSpPr/>
          <p:nvPr/>
        </p:nvSpPr>
        <p:spPr>
          <a:xfrm>
            <a:off x="9870840" y="62600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4" name=""/>
          <p:cNvSpPr/>
          <p:nvPr/>
        </p:nvSpPr>
        <p:spPr>
          <a:xfrm>
            <a:off x="9870840" y="62600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5" name=""/>
          <p:cNvSpPr/>
          <p:nvPr/>
        </p:nvSpPr>
        <p:spPr>
          <a:xfrm>
            <a:off x="8043480" y="7310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6" name=""/>
          <p:cNvSpPr/>
          <p:nvPr/>
        </p:nvSpPr>
        <p:spPr>
          <a:xfrm>
            <a:off x="8043480" y="7310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7" name=""/>
          <p:cNvSpPr/>
          <p:nvPr/>
        </p:nvSpPr>
        <p:spPr>
          <a:xfrm>
            <a:off x="8957160" y="68792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8" name=""/>
          <p:cNvSpPr/>
          <p:nvPr/>
        </p:nvSpPr>
        <p:spPr>
          <a:xfrm>
            <a:off x="8957160" y="68792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9" name=""/>
          <p:cNvSpPr/>
          <p:nvPr/>
        </p:nvSpPr>
        <p:spPr>
          <a:xfrm>
            <a:off x="8226360" y="63975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0" name=""/>
          <p:cNvSpPr/>
          <p:nvPr/>
        </p:nvSpPr>
        <p:spPr>
          <a:xfrm>
            <a:off x="8226360" y="63975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1" name=""/>
          <p:cNvSpPr/>
          <p:nvPr/>
        </p:nvSpPr>
        <p:spPr>
          <a:xfrm>
            <a:off x="10053720" y="6834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2" name=""/>
          <p:cNvSpPr/>
          <p:nvPr/>
        </p:nvSpPr>
        <p:spPr>
          <a:xfrm>
            <a:off x="10053720" y="6834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3" name=""/>
          <p:cNvSpPr/>
          <p:nvPr/>
        </p:nvSpPr>
        <p:spPr>
          <a:xfrm>
            <a:off x="9322560" y="68407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4" name=""/>
          <p:cNvSpPr/>
          <p:nvPr/>
        </p:nvSpPr>
        <p:spPr>
          <a:xfrm>
            <a:off x="9322560" y="68407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5" name=""/>
          <p:cNvSpPr/>
          <p:nvPr/>
        </p:nvSpPr>
        <p:spPr>
          <a:xfrm>
            <a:off x="10053720" y="6730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6" name=""/>
          <p:cNvSpPr/>
          <p:nvPr/>
        </p:nvSpPr>
        <p:spPr>
          <a:xfrm>
            <a:off x="10053720" y="6730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7" name=""/>
          <p:cNvSpPr/>
          <p:nvPr/>
        </p:nvSpPr>
        <p:spPr>
          <a:xfrm>
            <a:off x="8774640" y="6595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8" name=""/>
          <p:cNvSpPr/>
          <p:nvPr/>
        </p:nvSpPr>
        <p:spPr>
          <a:xfrm>
            <a:off x="8774640" y="6595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9" name=""/>
          <p:cNvSpPr/>
          <p:nvPr/>
        </p:nvSpPr>
        <p:spPr>
          <a:xfrm>
            <a:off x="9688320" y="63644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0" name=""/>
          <p:cNvSpPr/>
          <p:nvPr/>
        </p:nvSpPr>
        <p:spPr>
          <a:xfrm>
            <a:off x="9688320" y="63644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1" name=""/>
          <p:cNvSpPr/>
          <p:nvPr/>
        </p:nvSpPr>
        <p:spPr>
          <a:xfrm>
            <a:off x="9688320" y="66978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2" name=""/>
          <p:cNvSpPr/>
          <p:nvPr/>
        </p:nvSpPr>
        <p:spPr>
          <a:xfrm>
            <a:off x="9688320" y="66978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3" name=""/>
          <p:cNvSpPr/>
          <p:nvPr/>
        </p:nvSpPr>
        <p:spPr>
          <a:xfrm>
            <a:off x="8774640" y="63338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4" name=""/>
          <p:cNvSpPr/>
          <p:nvPr/>
        </p:nvSpPr>
        <p:spPr>
          <a:xfrm>
            <a:off x="8774640" y="63338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5" name=""/>
          <p:cNvSpPr/>
          <p:nvPr/>
        </p:nvSpPr>
        <p:spPr>
          <a:xfrm>
            <a:off x="8226360" y="7310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6" name=""/>
          <p:cNvSpPr/>
          <p:nvPr/>
        </p:nvSpPr>
        <p:spPr>
          <a:xfrm>
            <a:off x="8226360" y="7310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7" name=""/>
          <p:cNvSpPr/>
          <p:nvPr/>
        </p:nvSpPr>
        <p:spPr>
          <a:xfrm>
            <a:off x="9870840" y="67165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8" name=""/>
          <p:cNvSpPr/>
          <p:nvPr/>
        </p:nvSpPr>
        <p:spPr>
          <a:xfrm>
            <a:off x="9870840" y="67165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9" name=""/>
          <p:cNvSpPr/>
          <p:nvPr/>
        </p:nvSpPr>
        <p:spPr>
          <a:xfrm>
            <a:off x="8591760" y="6882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0" name=""/>
          <p:cNvSpPr/>
          <p:nvPr/>
        </p:nvSpPr>
        <p:spPr>
          <a:xfrm>
            <a:off x="8591760" y="6882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1" name=""/>
          <p:cNvSpPr/>
          <p:nvPr/>
        </p:nvSpPr>
        <p:spPr>
          <a:xfrm>
            <a:off x="8226360" y="67885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2" name=""/>
          <p:cNvSpPr/>
          <p:nvPr/>
        </p:nvSpPr>
        <p:spPr>
          <a:xfrm>
            <a:off x="8226360" y="67885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3" name=""/>
          <p:cNvSpPr/>
          <p:nvPr/>
        </p:nvSpPr>
        <p:spPr>
          <a:xfrm>
            <a:off x="7495200" y="67626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4" name=""/>
          <p:cNvSpPr/>
          <p:nvPr/>
        </p:nvSpPr>
        <p:spPr>
          <a:xfrm>
            <a:off x="7495200" y="67626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5" name=""/>
          <p:cNvSpPr/>
          <p:nvPr/>
        </p:nvSpPr>
        <p:spPr>
          <a:xfrm>
            <a:off x="10784520" y="69206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786" name=""/>
          <p:cNvSpPr/>
          <p:nvPr/>
        </p:nvSpPr>
        <p:spPr>
          <a:xfrm>
            <a:off x="10784520" y="69206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7" name=""/>
          <p:cNvSpPr/>
          <p:nvPr/>
        </p:nvSpPr>
        <p:spPr>
          <a:xfrm>
            <a:off x="8591760" y="68803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8" name=""/>
          <p:cNvSpPr/>
          <p:nvPr/>
        </p:nvSpPr>
        <p:spPr>
          <a:xfrm>
            <a:off x="8591760" y="68803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9" name=""/>
          <p:cNvSpPr/>
          <p:nvPr/>
        </p:nvSpPr>
        <p:spPr>
          <a:xfrm>
            <a:off x="8226360" y="65494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0" name=""/>
          <p:cNvSpPr/>
          <p:nvPr/>
        </p:nvSpPr>
        <p:spPr>
          <a:xfrm>
            <a:off x="8226360" y="65494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1" name=""/>
          <p:cNvSpPr/>
          <p:nvPr/>
        </p:nvSpPr>
        <p:spPr>
          <a:xfrm>
            <a:off x="8409240" y="6926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2" name=""/>
          <p:cNvSpPr/>
          <p:nvPr/>
        </p:nvSpPr>
        <p:spPr>
          <a:xfrm>
            <a:off x="8409240" y="6926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3" name=""/>
          <p:cNvSpPr/>
          <p:nvPr/>
        </p:nvSpPr>
        <p:spPr>
          <a:xfrm>
            <a:off x="8774640" y="66416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4" name=""/>
          <p:cNvSpPr/>
          <p:nvPr/>
        </p:nvSpPr>
        <p:spPr>
          <a:xfrm>
            <a:off x="8774640" y="66416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5" name=""/>
          <p:cNvSpPr/>
          <p:nvPr/>
        </p:nvSpPr>
        <p:spPr>
          <a:xfrm>
            <a:off x="10419120" y="66934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796" name=""/>
          <p:cNvSpPr/>
          <p:nvPr/>
        </p:nvSpPr>
        <p:spPr>
          <a:xfrm>
            <a:off x="10419120" y="66934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7" name=""/>
          <p:cNvSpPr/>
          <p:nvPr/>
        </p:nvSpPr>
        <p:spPr>
          <a:xfrm>
            <a:off x="8409240" y="68464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8" name=""/>
          <p:cNvSpPr/>
          <p:nvPr/>
        </p:nvSpPr>
        <p:spPr>
          <a:xfrm>
            <a:off x="8409240" y="68464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9" name=""/>
          <p:cNvSpPr/>
          <p:nvPr/>
        </p:nvSpPr>
        <p:spPr>
          <a:xfrm>
            <a:off x="7860960" y="66034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0" name=""/>
          <p:cNvSpPr/>
          <p:nvPr/>
        </p:nvSpPr>
        <p:spPr>
          <a:xfrm>
            <a:off x="7860960" y="66034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1" name=""/>
          <p:cNvSpPr/>
          <p:nvPr/>
        </p:nvSpPr>
        <p:spPr>
          <a:xfrm>
            <a:off x="8957160" y="66416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2" name=""/>
          <p:cNvSpPr/>
          <p:nvPr/>
        </p:nvSpPr>
        <p:spPr>
          <a:xfrm>
            <a:off x="8957160" y="66416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3" name=""/>
          <p:cNvSpPr/>
          <p:nvPr/>
        </p:nvSpPr>
        <p:spPr>
          <a:xfrm>
            <a:off x="10602000" y="6825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804" name=""/>
          <p:cNvSpPr/>
          <p:nvPr/>
        </p:nvSpPr>
        <p:spPr>
          <a:xfrm>
            <a:off x="10602000" y="6825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5" name=""/>
          <p:cNvSpPr/>
          <p:nvPr/>
        </p:nvSpPr>
        <p:spPr>
          <a:xfrm>
            <a:off x="9140040" y="6717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6" name=""/>
          <p:cNvSpPr/>
          <p:nvPr/>
        </p:nvSpPr>
        <p:spPr>
          <a:xfrm>
            <a:off x="9140040" y="6717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7" name=""/>
          <p:cNvSpPr/>
          <p:nvPr/>
        </p:nvSpPr>
        <p:spPr>
          <a:xfrm>
            <a:off x="8774640" y="68781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8" name=""/>
          <p:cNvSpPr/>
          <p:nvPr/>
        </p:nvSpPr>
        <p:spPr>
          <a:xfrm>
            <a:off x="8774640" y="68781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9" name=""/>
          <p:cNvSpPr/>
          <p:nvPr/>
        </p:nvSpPr>
        <p:spPr>
          <a:xfrm>
            <a:off x="7312680" y="63622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0" name=""/>
          <p:cNvSpPr/>
          <p:nvPr/>
        </p:nvSpPr>
        <p:spPr>
          <a:xfrm>
            <a:off x="7312680" y="63622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1" name=""/>
          <p:cNvSpPr/>
          <p:nvPr/>
        </p:nvSpPr>
        <p:spPr>
          <a:xfrm>
            <a:off x="10784520" y="67215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812" name=""/>
          <p:cNvSpPr/>
          <p:nvPr/>
        </p:nvSpPr>
        <p:spPr>
          <a:xfrm>
            <a:off x="10784520" y="67215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3" name=""/>
          <p:cNvSpPr/>
          <p:nvPr/>
        </p:nvSpPr>
        <p:spPr>
          <a:xfrm>
            <a:off x="9688320" y="64443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4" name=""/>
          <p:cNvSpPr/>
          <p:nvPr/>
        </p:nvSpPr>
        <p:spPr>
          <a:xfrm>
            <a:off x="9688320" y="64443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5" name=""/>
          <p:cNvSpPr/>
          <p:nvPr/>
        </p:nvSpPr>
        <p:spPr>
          <a:xfrm>
            <a:off x="9322560" y="69325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6" name=""/>
          <p:cNvSpPr/>
          <p:nvPr/>
        </p:nvSpPr>
        <p:spPr>
          <a:xfrm>
            <a:off x="9322560" y="69325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7" name=""/>
          <p:cNvSpPr/>
          <p:nvPr/>
        </p:nvSpPr>
        <p:spPr>
          <a:xfrm>
            <a:off x="9688320" y="63853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8" name=""/>
          <p:cNvSpPr/>
          <p:nvPr/>
        </p:nvSpPr>
        <p:spPr>
          <a:xfrm>
            <a:off x="9688320" y="63853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9" name=""/>
          <p:cNvSpPr/>
          <p:nvPr/>
        </p:nvSpPr>
        <p:spPr>
          <a:xfrm>
            <a:off x="9322560" y="68436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0" name=""/>
          <p:cNvSpPr/>
          <p:nvPr/>
        </p:nvSpPr>
        <p:spPr>
          <a:xfrm>
            <a:off x="9322560" y="68436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1" name=""/>
          <p:cNvSpPr/>
          <p:nvPr/>
        </p:nvSpPr>
        <p:spPr>
          <a:xfrm>
            <a:off x="9688320" y="6683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2" name=""/>
          <p:cNvSpPr/>
          <p:nvPr/>
        </p:nvSpPr>
        <p:spPr>
          <a:xfrm>
            <a:off x="9688320" y="6683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3" name=""/>
          <p:cNvSpPr/>
          <p:nvPr/>
        </p:nvSpPr>
        <p:spPr>
          <a:xfrm>
            <a:off x="10784520" y="72846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824" name=""/>
          <p:cNvSpPr/>
          <p:nvPr/>
        </p:nvSpPr>
        <p:spPr>
          <a:xfrm>
            <a:off x="10784520" y="72846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5" name=""/>
          <p:cNvSpPr/>
          <p:nvPr/>
        </p:nvSpPr>
        <p:spPr>
          <a:xfrm>
            <a:off x="7495200" y="67021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6" name=""/>
          <p:cNvSpPr/>
          <p:nvPr/>
        </p:nvSpPr>
        <p:spPr>
          <a:xfrm>
            <a:off x="7495200" y="67021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7" name=""/>
          <p:cNvSpPr/>
          <p:nvPr/>
        </p:nvSpPr>
        <p:spPr>
          <a:xfrm>
            <a:off x="10784520" y="65304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828" name=""/>
          <p:cNvSpPr/>
          <p:nvPr/>
        </p:nvSpPr>
        <p:spPr>
          <a:xfrm>
            <a:off x="10784520" y="65304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9" name=""/>
          <p:cNvSpPr/>
          <p:nvPr/>
        </p:nvSpPr>
        <p:spPr>
          <a:xfrm>
            <a:off x="10419120" y="64350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830" name=""/>
          <p:cNvSpPr/>
          <p:nvPr/>
        </p:nvSpPr>
        <p:spPr>
          <a:xfrm>
            <a:off x="10419120" y="64350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1" name=""/>
          <p:cNvSpPr/>
          <p:nvPr/>
        </p:nvSpPr>
        <p:spPr>
          <a:xfrm>
            <a:off x="9505440" y="6870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2" name=""/>
          <p:cNvSpPr/>
          <p:nvPr/>
        </p:nvSpPr>
        <p:spPr>
          <a:xfrm>
            <a:off x="9505440" y="6870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3" name=""/>
          <p:cNvSpPr/>
          <p:nvPr/>
        </p:nvSpPr>
        <p:spPr>
          <a:xfrm>
            <a:off x="10419120" y="66016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834" name=""/>
          <p:cNvSpPr/>
          <p:nvPr/>
        </p:nvSpPr>
        <p:spPr>
          <a:xfrm>
            <a:off x="10419120" y="66016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5" name=""/>
          <p:cNvSpPr/>
          <p:nvPr/>
        </p:nvSpPr>
        <p:spPr>
          <a:xfrm>
            <a:off x="10784520" y="66240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836" name=""/>
          <p:cNvSpPr/>
          <p:nvPr/>
        </p:nvSpPr>
        <p:spPr>
          <a:xfrm>
            <a:off x="10784520" y="66240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7" name=""/>
          <p:cNvSpPr/>
          <p:nvPr/>
        </p:nvSpPr>
        <p:spPr>
          <a:xfrm>
            <a:off x="10053720" y="67622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8" name=""/>
          <p:cNvSpPr/>
          <p:nvPr/>
        </p:nvSpPr>
        <p:spPr>
          <a:xfrm>
            <a:off x="10053720" y="67622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9" name=""/>
          <p:cNvSpPr/>
          <p:nvPr/>
        </p:nvSpPr>
        <p:spPr>
          <a:xfrm>
            <a:off x="10602000" y="70282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840" name=""/>
          <p:cNvSpPr/>
          <p:nvPr/>
        </p:nvSpPr>
        <p:spPr>
          <a:xfrm>
            <a:off x="10602000" y="70282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1" name=""/>
          <p:cNvSpPr/>
          <p:nvPr/>
        </p:nvSpPr>
        <p:spPr>
          <a:xfrm>
            <a:off x="6399000" y="65210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5986BD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842" name=""/>
          <p:cNvSpPr/>
          <p:nvPr/>
        </p:nvSpPr>
        <p:spPr>
          <a:xfrm>
            <a:off x="6399000" y="65210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5986BD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3" name=""/>
          <p:cNvSpPr/>
          <p:nvPr/>
        </p:nvSpPr>
        <p:spPr>
          <a:xfrm>
            <a:off x="9505440" y="68061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4" name=""/>
          <p:cNvSpPr/>
          <p:nvPr/>
        </p:nvSpPr>
        <p:spPr>
          <a:xfrm>
            <a:off x="9505440" y="68061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5" name=""/>
          <p:cNvSpPr/>
          <p:nvPr/>
        </p:nvSpPr>
        <p:spPr>
          <a:xfrm>
            <a:off x="10602000" y="68234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846" name=""/>
          <p:cNvSpPr/>
          <p:nvPr/>
        </p:nvSpPr>
        <p:spPr>
          <a:xfrm>
            <a:off x="10602000" y="68234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7" name=""/>
          <p:cNvSpPr/>
          <p:nvPr/>
        </p:nvSpPr>
        <p:spPr>
          <a:xfrm>
            <a:off x="8226360" y="6954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8" name=""/>
          <p:cNvSpPr/>
          <p:nvPr/>
        </p:nvSpPr>
        <p:spPr>
          <a:xfrm>
            <a:off x="8226360" y="6954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9" name=""/>
          <p:cNvSpPr/>
          <p:nvPr/>
        </p:nvSpPr>
        <p:spPr>
          <a:xfrm>
            <a:off x="10053720" y="69724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0" name=""/>
          <p:cNvSpPr/>
          <p:nvPr/>
        </p:nvSpPr>
        <p:spPr>
          <a:xfrm>
            <a:off x="10053720" y="69724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1" name=""/>
          <p:cNvSpPr/>
          <p:nvPr/>
        </p:nvSpPr>
        <p:spPr>
          <a:xfrm>
            <a:off x="8774640" y="68630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2" name=""/>
          <p:cNvSpPr/>
          <p:nvPr/>
        </p:nvSpPr>
        <p:spPr>
          <a:xfrm>
            <a:off x="8774640" y="68630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3" name=""/>
          <p:cNvSpPr/>
          <p:nvPr/>
        </p:nvSpPr>
        <p:spPr>
          <a:xfrm>
            <a:off x="7860960" y="67824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4" name=""/>
          <p:cNvSpPr/>
          <p:nvPr/>
        </p:nvSpPr>
        <p:spPr>
          <a:xfrm>
            <a:off x="7860960" y="67824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5" name=""/>
          <p:cNvSpPr/>
          <p:nvPr/>
        </p:nvSpPr>
        <p:spPr>
          <a:xfrm>
            <a:off x="10419120" y="6510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856" name=""/>
          <p:cNvSpPr/>
          <p:nvPr/>
        </p:nvSpPr>
        <p:spPr>
          <a:xfrm>
            <a:off x="10419120" y="6510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7" name=""/>
          <p:cNvSpPr/>
          <p:nvPr/>
        </p:nvSpPr>
        <p:spPr>
          <a:xfrm>
            <a:off x="8226360" y="65962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8" name=""/>
          <p:cNvSpPr/>
          <p:nvPr/>
        </p:nvSpPr>
        <p:spPr>
          <a:xfrm>
            <a:off x="8226360" y="65962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9" name=""/>
          <p:cNvSpPr/>
          <p:nvPr/>
        </p:nvSpPr>
        <p:spPr>
          <a:xfrm>
            <a:off x="9688320" y="64566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0" name=""/>
          <p:cNvSpPr/>
          <p:nvPr/>
        </p:nvSpPr>
        <p:spPr>
          <a:xfrm>
            <a:off x="9688320" y="64566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1" name=""/>
          <p:cNvSpPr/>
          <p:nvPr/>
        </p:nvSpPr>
        <p:spPr>
          <a:xfrm>
            <a:off x="9505440" y="6663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2" name=""/>
          <p:cNvSpPr/>
          <p:nvPr/>
        </p:nvSpPr>
        <p:spPr>
          <a:xfrm>
            <a:off x="9505440" y="6663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3" name=""/>
          <p:cNvSpPr/>
          <p:nvPr/>
        </p:nvSpPr>
        <p:spPr>
          <a:xfrm>
            <a:off x="9322560" y="69170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4" name=""/>
          <p:cNvSpPr/>
          <p:nvPr/>
        </p:nvSpPr>
        <p:spPr>
          <a:xfrm>
            <a:off x="9322560" y="69170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5" name=""/>
          <p:cNvSpPr/>
          <p:nvPr/>
        </p:nvSpPr>
        <p:spPr>
          <a:xfrm>
            <a:off x="10236240" y="69829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866" name=""/>
          <p:cNvSpPr/>
          <p:nvPr/>
        </p:nvSpPr>
        <p:spPr>
          <a:xfrm>
            <a:off x="10236240" y="69829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7" name=""/>
          <p:cNvSpPr/>
          <p:nvPr/>
        </p:nvSpPr>
        <p:spPr>
          <a:xfrm>
            <a:off x="10053720" y="69145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8" name=""/>
          <p:cNvSpPr/>
          <p:nvPr/>
        </p:nvSpPr>
        <p:spPr>
          <a:xfrm>
            <a:off x="10053720" y="69145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9" name=""/>
          <p:cNvSpPr/>
          <p:nvPr/>
        </p:nvSpPr>
        <p:spPr>
          <a:xfrm>
            <a:off x="10602000" y="64422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870" name=""/>
          <p:cNvSpPr/>
          <p:nvPr/>
        </p:nvSpPr>
        <p:spPr>
          <a:xfrm>
            <a:off x="10602000" y="64422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1" name=""/>
          <p:cNvSpPr/>
          <p:nvPr/>
        </p:nvSpPr>
        <p:spPr>
          <a:xfrm>
            <a:off x="9140040" y="64796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2" name=""/>
          <p:cNvSpPr/>
          <p:nvPr/>
        </p:nvSpPr>
        <p:spPr>
          <a:xfrm>
            <a:off x="9140040" y="64796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3" name=""/>
          <p:cNvSpPr/>
          <p:nvPr/>
        </p:nvSpPr>
        <p:spPr>
          <a:xfrm>
            <a:off x="9322560" y="70956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4" name=""/>
          <p:cNvSpPr/>
          <p:nvPr/>
        </p:nvSpPr>
        <p:spPr>
          <a:xfrm>
            <a:off x="9322560" y="70956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5" name=""/>
          <p:cNvSpPr/>
          <p:nvPr/>
        </p:nvSpPr>
        <p:spPr>
          <a:xfrm>
            <a:off x="7312680" y="66607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6" name=""/>
          <p:cNvSpPr/>
          <p:nvPr/>
        </p:nvSpPr>
        <p:spPr>
          <a:xfrm>
            <a:off x="7312680" y="66607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7" name=""/>
          <p:cNvSpPr/>
          <p:nvPr/>
        </p:nvSpPr>
        <p:spPr>
          <a:xfrm>
            <a:off x="10236240" y="63288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878" name=""/>
          <p:cNvSpPr/>
          <p:nvPr/>
        </p:nvSpPr>
        <p:spPr>
          <a:xfrm>
            <a:off x="10236240" y="63288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9" name=""/>
          <p:cNvSpPr/>
          <p:nvPr/>
        </p:nvSpPr>
        <p:spPr>
          <a:xfrm>
            <a:off x="10419120" y="70153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880" name=""/>
          <p:cNvSpPr/>
          <p:nvPr/>
        </p:nvSpPr>
        <p:spPr>
          <a:xfrm>
            <a:off x="10419120" y="70153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1" name=""/>
          <p:cNvSpPr/>
          <p:nvPr/>
        </p:nvSpPr>
        <p:spPr>
          <a:xfrm>
            <a:off x="7312680" y="63324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2" name=""/>
          <p:cNvSpPr/>
          <p:nvPr/>
        </p:nvSpPr>
        <p:spPr>
          <a:xfrm>
            <a:off x="7312680" y="63324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3" name=""/>
          <p:cNvSpPr/>
          <p:nvPr/>
        </p:nvSpPr>
        <p:spPr>
          <a:xfrm>
            <a:off x="10419120" y="6640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884" name=""/>
          <p:cNvSpPr/>
          <p:nvPr/>
        </p:nvSpPr>
        <p:spPr>
          <a:xfrm>
            <a:off x="10419120" y="6640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5" name=""/>
          <p:cNvSpPr/>
          <p:nvPr/>
        </p:nvSpPr>
        <p:spPr>
          <a:xfrm>
            <a:off x="10236240" y="69372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886" name=""/>
          <p:cNvSpPr/>
          <p:nvPr/>
        </p:nvSpPr>
        <p:spPr>
          <a:xfrm>
            <a:off x="10236240" y="69372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7" name=""/>
          <p:cNvSpPr/>
          <p:nvPr/>
        </p:nvSpPr>
        <p:spPr>
          <a:xfrm>
            <a:off x="8226360" y="65962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8" name=""/>
          <p:cNvSpPr/>
          <p:nvPr/>
        </p:nvSpPr>
        <p:spPr>
          <a:xfrm>
            <a:off x="8226360" y="65962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9" name=""/>
          <p:cNvSpPr/>
          <p:nvPr/>
        </p:nvSpPr>
        <p:spPr>
          <a:xfrm>
            <a:off x="10602000" y="66708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890" name=""/>
          <p:cNvSpPr/>
          <p:nvPr/>
        </p:nvSpPr>
        <p:spPr>
          <a:xfrm>
            <a:off x="10602000" y="66708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1" name=""/>
          <p:cNvSpPr/>
          <p:nvPr/>
        </p:nvSpPr>
        <p:spPr>
          <a:xfrm>
            <a:off x="10053720" y="6467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2" name=""/>
          <p:cNvSpPr/>
          <p:nvPr/>
        </p:nvSpPr>
        <p:spPr>
          <a:xfrm>
            <a:off x="10053720" y="6467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3" name=""/>
          <p:cNvSpPr/>
          <p:nvPr/>
        </p:nvSpPr>
        <p:spPr>
          <a:xfrm>
            <a:off x="10419120" y="6640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894" name=""/>
          <p:cNvSpPr/>
          <p:nvPr/>
        </p:nvSpPr>
        <p:spPr>
          <a:xfrm>
            <a:off x="10419120" y="6640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5" name=""/>
          <p:cNvSpPr/>
          <p:nvPr/>
        </p:nvSpPr>
        <p:spPr>
          <a:xfrm>
            <a:off x="7312680" y="65253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6" name=""/>
          <p:cNvSpPr/>
          <p:nvPr/>
        </p:nvSpPr>
        <p:spPr>
          <a:xfrm>
            <a:off x="7312680" y="65253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7" name=""/>
          <p:cNvSpPr/>
          <p:nvPr/>
        </p:nvSpPr>
        <p:spPr>
          <a:xfrm>
            <a:off x="8226360" y="65512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8" name=""/>
          <p:cNvSpPr/>
          <p:nvPr/>
        </p:nvSpPr>
        <p:spPr>
          <a:xfrm>
            <a:off x="8226360" y="65512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9" name=""/>
          <p:cNvSpPr/>
          <p:nvPr/>
        </p:nvSpPr>
        <p:spPr>
          <a:xfrm>
            <a:off x="10784520" y="63745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900" name=""/>
          <p:cNvSpPr/>
          <p:nvPr/>
        </p:nvSpPr>
        <p:spPr>
          <a:xfrm>
            <a:off x="10784520" y="63745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1" name=""/>
          <p:cNvSpPr/>
          <p:nvPr/>
        </p:nvSpPr>
        <p:spPr>
          <a:xfrm>
            <a:off x="9870840" y="67266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2" name=""/>
          <p:cNvSpPr/>
          <p:nvPr/>
        </p:nvSpPr>
        <p:spPr>
          <a:xfrm>
            <a:off x="9870840" y="67266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3" name=""/>
          <p:cNvSpPr/>
          <p:nvPr/>
        </p:nvSpPr>
        <p:spPr>
          <a:xfrm>
            <a:off x="7678080" y="64706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4" name=""/>
          <p:cNvSpPr/>
          <p:nvPr/>
        </p:nvSpPr>
        <p:spPr>
          <a:xfrm>
            <a:off x="7678080" y="64706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5" name=""/>
          <p:cNvSpPr/>
          <p:nvPr/>
        </p:nvSpPr>
        <p:spPr>
          <a:xfrm>
            <a:off x="9505440" y="7005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6" name=""/>
          <p:cNvSpPr/>
          <p:nvPr/>
        </p:nvSpPr>
        <p:spPr>
          <a:xfrm>
            <a:off x="9505440" y="7005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7" name=""/>
          <p:cNvSpPr/>
          <p:nvPr/>
        </p:nvSpPr>
        <p:spPr>
          <a:xfrm>
            <a:off x="7860960" y="64357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8" name=""/>
          <p:cNvSpPr/>
          <p:nvPr/>
        </p:nvSpPr>
        <p:spPr>
          <a:xfrm>
            <a:off x="7860960" y="64357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9" name=""/>
          <p:cNvSpPr/>
          <p:nvPr/>
        </p:nvSpPr>
        <p:spPr>
          <a:xfrm>
            <a:off x="10602000" y="64670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910" name=""/>
          <p:cNvSpPr/>
          <p:nvPr/>
        </p:nvSpPr>
        <p:spPr>
          <a:xfrm>
            <a:off x="10602000" y="64670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1" name=""/>
          <p:cNvSpPr/>
          <p:nvPr/>
        </p:nvSpPr>
        <p:spPr>
          <a:xfrm>
            <a:off x="8043480" y="64933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2" name=""/>
          <p:cNvSpPr/>
          <p:nvPr/>
        </p:nvSpPr>
        <p:spPr>
          <a:xfrm>
            <a:off x="8043480" y="64933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3" name=""/>
          <p:cNvSpPr/>
          <p:nvPr/>
        </p:nvSpPr>
        <p:spPr>
          <a:xfrm>
            <a:off x="8774640" y="70585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4" name=""/>
          <p:cNvSpPr/>
          <p:nvPr/>
        </p:nvSpPr>
        <p:spPr>
          <a:xfrm>
            <a:off x="8774640" y="70585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5" name=""/>
          <p:cNvSpPr/>
          <p:nvPr/>
        </p:nvSpPr>
        <p:spPr>
          <a:xfrm>
            <a:off x="8957160" y="65271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6" name=""/>
          <p:cNvSpPr/>
          <p:nvPr/>
        </p:nvSpPr>
        <p:spPr>
          <a:xfrm>
            <a:off x="8957160" y="65271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7" name=""/>
          <p:cNvSpPr/>
          <p:nvPr/>
        </p:nvSpPr>
        <p:spPr>
          <a:xfrm>
            <a:off x="9688320" y="7061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8" name=""/>
          <p:cNvSpPr/>
          <p:nvPr/>
        </p:nvSpPr>
        <p:spPr>
          <a:xfrm>
            <a:off x="9688320" y="7061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9" name=""/>
          <p:cNvSpPr/>
          <p:nvPr/>
        </p:nvSpPr>
        <p:spPr>
          <a:xfrm>
            <a:off x="9688320" y="68806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0" name=""/>
          <p:cNvSpPr/>
          <p:nvPr/>
        </p:nvSpPr>
        <p:spPr>
          <a:xfrm>
            <a:off x="9688320" y="68806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1" name=""/>
          <p:cNvSpPr/>
          <p:nvPr/>
        </p:nvSpPr>
        <p:spPr>
          <a:xfrm>
            <a:off x="7312680" y="6467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2" name=""/>
          <p:cNvSpPr/>
          <p:nvPr/>
        </p:nvSpPr>
        <p:spPr>
          <a:xfrm>
            <a:off x="7312680" y="6467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3" name=""/>
          <p:cNvSpPr/>
          <p:nvPr/>
        </p:nvSpPr>
        <p:spPr>
          <a:xfrm>
            <a:off x="10236240" y="70106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924" name=""/>
          <p:cNvSpPr/>
          <p:nvPr/>
        </p:nvSpPr>
        <p:spPr>
          <a:xfrm>
            <a:off x="10236240" y="70106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5" name=""/>
          <p:cNvSpPr/>
          <p:nvPr/>
        </p:nvSpPr>
        <p:spPr>
          <a:xfrm>
            <a:off x="10419120" y="66722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926" name=""/>
          <p:cNvSpPr/>
          <p:nvPr/>
        </p:nvSpPr>
        <p:spPr>
          <a:xfrm>
            <a:off x="10419120" y="66722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7" name=""/>
          <p:cNvSpPr/>
          <p:nvPr/>
        </p:nvSpPr>
        <p:spPr>
          <a:xfrm>
            <a:off x="9140040" y="6762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8" name=""/>
          <p:cNvSpPr/>
          <p:nvPr/>
        </p:nvSpPr>
        <p:spPr>
          <a:xfrm>
            <a:off x="9140040" y="6762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9" name=""/>
          <p:cNvSpPr/>
          <p:nvPr/>
        </p:nvSpPr>
        <p:spPr>
          <a:xfrm>
            <a:off x="6764400" y="65253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7DAAD0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0" name=""/>
          <p:cNvSpPr/>
          <p:nvPr/>
        </p:nvSpPr>
        <p:spPr>
          <a:xfrm>
            <a:off x="6764400" y="65253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7DAAD0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1" name=""/>
          <p:cNvSpPr/>
          <p:nvPr/>
        </p:nvSpPr>
        <p:spPr>
          <a:xfrm>
            <a:off x="6764400" y="64533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7DAAD0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2" name=""/>
          <p:cNvSpPr/>
          <p:nvPr/>
        </p:nvSpPr>
        <p:spPr>
          <a:xfrm>
            <a:off x="6764400" y="64533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7DAAD0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3" name=""/>
          <p:cNvSpPr/>
          <p:nvPr/>
        </p:nvSpPr>
        <p:spPr>
          <a:xfrm>
            <a:off x="10602000" y="70581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934" name=""/>
          <p:cNvSpPr/>
          <p:nvPr/>
        </p:nvSpPr>
        <p:spPr>
          <a:xfrm>
            <a:off x="10602000" y="70581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5" name=""/>
          <p:cNvSpPr/>
          <p:nvPr/>
        </p:nvSpPr>
        <p:spPr>
          <a:xfrm>
            <a:off x="10236240" y="63622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936" name=""/>
          <p:cNvSpPr/>
          <p:nvPr/>
        </p:nvSpPr>
        <p:spPr>
          <a:xfrm>
            <a:off x="10236240" y="63622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7" name=""/>
          <p:cNvSpPr/>
          <p:nvPr/>
        </p:nvSpPr>
        <p:spPr>
          <a:xfrm>
            <a:off x="6764400" y="65707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7DAAD0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8" name=""/>
          <p:cNvSpPr/>
          <p:nvPr/>
        </p:nvSpPr>
        <p:spPr>
          <a:xfrm>
            <a:off x="6764400" y="65707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7DAAD0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9" name=""/>
          <p:cNvSpPr/>
          <p:nvPr/>
        </p:nvSpPr>
        <p:spPr>
          <a:xfrm>
            <a:off x="10236240" y="63720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940" name=""/>
          <p:cNvSpPr/>
          <p:nvPr/>
        </p:nvSpPr>
        <p:spPr>
          <a:xfrm>
            <a:off x="10236240" y="63720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1" name=""/>
          <p:cNvSpPr/>
          <p:nvPr/>
        </p:nvSpPr>
        <p:spPr>
          <a:xfrm>
            <a:off x="8591760" y="62452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2" name=""/>
          <p:cNvSpPr/>
          <p:nvPr/>
        </p:nvSpPr>
        <p:spPr>
          <a:xfrm>
            <a:off x="8591760" y="62452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3" name=""/>
          <p:cNvSpPr/>
          <p:nvPr/>
        </p:nvSpPr>
        <p:spPr>
          <a:xfrm>
            <a:off x="10053720" y="6971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4" name=""/>
          <p:cNvSpPr/>
          <p:nvPr/>
        </p:nvSpPr>
        <p:spPr>
          <a:xfrm>
            <a:off x="10053720" y="6971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5" name=""/>
          <p:cNvSpPr/>
          <p:nvPr/>
        </p:nvSpPr>
        <p:spPr>
          <a:xfrm>
            <a:off x="9870840" y="66560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6" name=""/>
          <p:cNvSpPr/>
          <p:nvPr/>
        </p:nvSpPr>
        <p:spPr>
          <a:xfrm>
            <a:off x="9870840" y="66560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7" name=""/>
          <p:cNvSpPr/>
          <p:nvPr/>
        </p:nvSpPr>
        <p:spPr>
          <a:xfrm>
            <a:off x="9140040" y="7270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8" name=""/>
          <p:cNvSpPr/>
          <p:nvPr/>
        </p:nvSpPr>
        <p:spPr>
          <a:xfrm>
            <a:off x="9140040" y="7270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9" name=""/>
          <p:cNvSpPr/>
          <p:nvPr/>
        </p:nvSpPr>
        <p:spPr>
          <a:xfrm>
            <a:off x="9505440" y="64508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0" name=""/>
          <p:cNvSpPr/>
          <p:nvPr/>
        </p:nvSpPr>
        <p:spPr>
          <a:xfrm>
            <a:off x="9505440" y="64508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1" name=""/>
          <p:cNvSpPr/>
          <p:nvPr/>
        </p:nvSpPr>
        <p:spPr>
          <a:xfrm>
            <a:off x="10602000" y="71668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952" name=""/>
          <p:cNvSpPr/>
          <p:nvPr/>
        </p:nvSpPr>
        <p:spPr>
          <a:xfrm>
            <a:off x="10602000" y="71668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3" name=""/>
          <p:cNvSpPr/>
          <p:nvPr/>
        </p:nvSpPr>
        <p:spPr>
          <a:xfrm>
            <a:off x="9140040" y="6762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4" name=""/>
          <p:cNvSpPr/>
          <p:nvPr/>
        </p:nvSpPr>
        <p:spPr>
          <a:xfrm>
            <a:off x="9140040" y="6762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5" name=""/>
          <p:cNvSpPr/>
          <p:nvPr/>
        </p:nvSpPr>
        <p:spPr>
          <a:xfrm>
            <a:off x="9505440" y="6946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6" name=""/>
          <p:cNvSpPr/>
          <p:nvPr/>
        </p:nvSpPr>
        <p:spPr>
          <a:xfrm>
            <a:off x="9505440" y="6946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7" name=""/>
          <p:cNvSpPr/>
          <p:nvPr/>
        </p:nvSpPr>
        <p:spPr>
          <a:xfrm>
            <a:off x="8774640" y="70596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8" name=""/>
          <p:cNvSpPr/>
          <p:nvPr/>
        </p:nvSpPr>
        <p:spPr>
          <a:xfrm>
            <a:off x="8774640" y="70596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9" name=""/>
          <p:cNvSpPr/>
          <p:nvPr/>
        </p:nvSpPr>
        <p:spPr>
          <a:xfrm>
            <a:off x="7495200" y="66704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0" name=""/>
          <p:cNvSpPr/>
          <p:nvPr/>
        </p:nvSpPr>
        <p:spPr>
          <a:xfrm>
            <a:off x="7495200" y="66704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1" name=""/>
          <p:cNvSpPr/>
          <p:nvPr/>
        </p:nvSpPr>
        <p:spPr>
          <a:xfrm>
            <a:off x="10602000" y="66492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962" name=""/>
          <p:cNvSpPr/>
          <p:nvPr/>
        </p:nvSpPr>
        <p:spPr>
          <a:xfrm>
            <a:off x="10602000" y="66492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3" name=""/>
          <p:cNvSpPr/>
          <p:nvPr/>
        </p:nvSpPr>
        <p:spPr>
          <a:xfrm>
            <a:off x="10602000" y="6599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964" name=""/>
          <p:cNvSpPr/>
          <p:nvPr/>
        </p:nvSpPr>
        <p:spPr>
          <a:xfrm>
            <a:off x="10602000" y="6599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5" name=""/>
          <p:cNvSpPr/>
          <p:nvPr/>
        </p:nvSpPr>
        <p:spPr>
          <a:xfrm>
            <a:off x="9322560" y="64699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6" name=""/>
          <p:cNvSpPr/>
          <p:nvPr/>
        </p:nvSpPr>
        <p:spPr>
          <a:xfrm>
            <a:off x="9322560" y="64699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7" name=""/>
          <p:cNvSpPr/>
          <p:nvPr/>
        </p:nvSpPr>
        <p:spPr>
          <a:xfrm>
            <a:off x="10784520" y="72115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968" name=""/>
          <p:cNvSpPr/>
          <p:nvPr/>
        </p:nvSpPr>
        <p:spPr>
          <a:xfrm>
            <a:off x="10784520" y="72115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9" name=""/>
          <p:cNvSpPr/>
          <p:nvPr/>
        </p:nvSpPr>
        <p:spPr>
          <a:xfrm>
            <a:off x="8591760" y="6946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0" name=""/>
          <p:cNvSpPr/>
          <p:nvPr/>
        </p:nvSpPr>
        <p:spPr>
          <a:xfrm>
            <a:off x="8591760" y="6946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1" name=""/>
          <p:cNvSpPr/>
          <p:nvPr/>
        </p:nvSpPr>
        <p:spPr>
          <a:xfrm>
            <a:off x="10236240" y="68389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972" name=""/>
          <p:cNvSpPr/>
          <p:nvPr/>
        </p:nvSpPr>
        <p:spPr>
          <a:xfrm>
            <a:off x="10236240" y="68389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3" name=""/>
          <p:cNvSpPr/>
          <p:nvPr/>
        </p:nvSpPr>
        <p:spPr>
          <a:xfrm>
            <a:off x="10053720" y="67928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4" name=""/>
          <p:cNvSpPr/>
          <p:nvPr/>
        </p:nvSpPr>
        <p:spPr>
          <a:xfrm>
            <a:off x="10053720" y="67928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5" name=""/>
          <p:cNvSpPr/>
          <p:nvPr/>
        </p:nvSpPr>
        <p:spPr>
          <a:xfrm>
            <a:off x="10236240" y="65026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976" name=""/>
          <p:cNvSpPr/>
          <p:nvPr/>
        </p:nvSpPr>
        <p:spPr>
          <a:xfrm>
            <a:off x="10236240" y="65026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7" name=""/>
          <p:cNvSpPr/>
          <p:nvPr/>
        </p:nvSpPr>
        <p:spPr>
          <a:xfrm>
            <a:off x="10053720" y="6693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8" name=""/>
          <p:cNvSpPr/>
          <p:nvPr/>
        </p:nvSpPr>
        <p:spPr>
          <a:xfrm>
            <a:off x="10053720" y="6693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9" name=""/>
          <p:cNvSpPr/>
          <p:nvPr/>
        </p:nvSpPr>
        <p:spPr>
          <a:xfrm>
            <a:off x="8409240" y="6274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0" name=""/>
          <p:cNvSpPr/>
          <p:nvPr/>
        </p:nvSpPr>
        <p:spPr>
          <a:xfrm>
            <a:off x="8409240" y="6274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1" name=""/>
          <p:cNvSpPr/>
          <p:nvPr/>
        </p:nvSpPr>
        <p:spPr>
          <a:xfrm>
            <a:off x="7312680" y="6841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2" name=""/>
          <p:cNvSpPr/>
          <p:nvPr/>
        </p:nvSpPr>
        <p:spPr>
          <a:xfrm>
            <a:off x="7312680" y="6841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3" name=""/>
          <p:cNvSpPr/>
          <p:nvPr/>
        </p:nvSpPr>
        <p:spPr>
          <a:xfrm>
            <a:off x="7860960" y="64641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4" name=""/>
          <p:cNvSpPr/>
          <p:nvPr/>
        </p:nvSpPr>
        <p:spPr>
          <a:xfrm>
            <a:off x="7860960" y="64641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5" name=""/>
          <p:cNvSpPr/>
          <p:nvPr/>
        </p:nvSpPr>
        <p:spPr>
          <a:xfrm>
            <a:off x="10419120" y="69508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986" name=""/>
          <p:cNvSpPr/>
          <p:nvPr/>
        </p:nvSpPr>
        <p:spPr>
          <a:xfrm>
            <a:off x="10419120" y="69508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7" name=""/>
          <p:cNvSpPr/>
          <p:nvPr/>
        </p:nvSpPr>
        <p:spPr>
          <a:xfrm>
            <a:off x="10419120" y="6379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988" name=""/>
          <p:cNvSpPr/>
          <p:nvPr/>
        </p:nvSpPr>
        <p:spPr>
          <a:xfrm>
            <a:off x="10419120" y="6379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9" name=""/>
          <p:cNvSpPr/>
          <p:nvPr/>
        </p:nvSpPr>
        <p:spPr>
          <a:xfrm>
            <a:off x="9505440" y="67230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0" name=""/>
          <p:cNvSpPr/>
          <p:nvPr/>
        </p:nvSpPr>
        <p:spPr>
          <a:xfrm>
            <a:off x="9505440" y="67230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1" name=""/>
          <p:cNvSpPr/>
          <p:nvPr/>
        </p:nvSpPr>
        <p:spPr>
          <a:xfrm>
            <a:off x="10784520" y="64022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992" name=""/>
          <p:cNvSpPr/>
          <p:nvPr/>
        </p:nvSpPr>
        <p:spPr>
          <a:xfrm>
            <a:off x="10784520" y="64022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3" name=""/>
          <p:cNvSpPr/>
          <p:nvPr/>
        </p:nvSpPr>
        <p:spPr>
          <a:xfrm>
            <a:off x="10053720" y="65520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4" name=""/>
          <p:cNvSpPr/>
          <p:nvPr/>
        </p:nvSpPr>
        <p:spPr>
          <a:xfrm>
            <a:off x="10053720" y="65520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5" name=""/>
          <p:cNvSpPr/>
          <p:nvPr/>
        </p:nvSpPr>
        <p:spPr>
          <a:xfrm>
            <a:off x="10784520" y="72694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996" name=""/>
          <p:cNvSpPr/>
          <p:nvPr/>
        </p:nvSpPr>
        <p:spPr>
          <a:xfrm>
            <a:off x="10784520" y="72694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7" name=""/>
          <p:cNvSpPr/>
          <p:nvPr/>
        </p:nvSpPr>
        <p:spPr>
          <a:xfrm>
            <a:off x="7860960" y="65545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8" name=""/>
          <p:cNvSpPr/>
          <p:nvPr/>
        </p:nvSpPr>
        <p:spPr>
          <a:xfrm>
            <a:off x="7860960" y="65545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9" name=""/>
          <p:cNvSpPr/>
          <p:nvPr/>
        </p:nvSpPr>
        <p:spPr>
          <a:xfrm>
            <a:off x="6581520" y="65228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6C98C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00" name=""/>
          <p:cNvSpPr/>
          <p:nvPr/>
        </p:nvSpPr>
        <p:spPr>
          <a:xfrm>
            <a:off x="6581520" y="65228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6C98C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1" name=""/>
          <p:cNvSpPr/>
          <p:nvPr/>
        </p:nvSpPr>
        <p:spPr>
          <a:xfrm>
            <a:off x="10053720" y="65260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2" name=""/>
          <p:cNvSpPr/>
          <p:nvPr/>
        </p:nvSpPr>
        <p:spPr>
          <a:xfrm>
            <a:off x="10053720" y="65260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3" name=""/>
          <p:cNvSpPr/>
          <p:nvPr/>
        </p:nvSpPr>
        <p:spPr>
          <a:xfrm>
            <a:off x="10784520" y="68659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04" name=""/>
          <p:cNvSpPr/>
          <p:nvPr/>
        </p:nvSpPr>
        <p:spPr>
          <a:xfrm>
            <a:off x="10784520" y="68659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5" name=""/>
          <p:cNvSpPr/>
          <p:nvPr/>
        </p:nvSpPr>
        <p:spPr>
          <a:xfrm>
            <a:off x="8226360" y="63730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6" name=""/>
          <p:cNvSpPr/>
          <p:nvPr/>
        </p:nvSpPr>
        <p:spPr>
          <a:xfrm>
            <a:off x="8226360" y="63730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7" name=""/>
          <p:cNvSpPr/>
          <p:nvPr/>
        </p:nvSpPr>
        <p:spPr>
          <a:xfrm>
            <a:off x="9322560" y="65304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8" name=""/>
          <p:cNvSpPr/>
          <p:nvPr/>
        </p:nvSpPr>
        <p:spPr>
          <a:xfrm>
            <a:off x="9322560" y="65304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9" name=""/>
          <p:cNvSpPr/>
          <p:nvPr/>
        </p:nvSpPr>
        <p:spPr>
          <a:xfrm>
            <a:off x="8591760" y="63885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0" name=""/>
          <p:cNvSpPr/>
          <p:nvPr/>
        </p:nvSpPr>
        <p:spPr>
          <a:xfrm>
            <a:off x="8591760" y="63885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1" name=""/>
          <p:cNvSpPr/>
          <p:nvPr/>
        </p:nvSpPr>
        <p:spPr>
          <a:xfrm>
            <a:off x="10602000" y="68122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12" name=""/>
          <p:cNvSpPr/>
          <p:nvPr/>
        </p:nvSpPr>
        <p:spPr>
          <a:xfrm>
            <a:off x="10602000" y="68122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3" name=""/>
          <p:cNvSpPr/>
          <p:nvPr/>
        </p:nvSpPr>
        <p:spPr>
          <a:xfrm>
            <a:off x="10602000" y="64558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14" name=""/>
          <p:cNvSpPr/>
          <p:nvPr/>
        </p:nvSpPr>
        <p:spPr>
          <a:xfrm>
            <a:off x="10602000" y="64558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5" name=""/>
          <p:cNvSpPr/>
          <p:nvPr/>
        </p:nvSpPr>
        <p:spPr>
          <a:xfrm>
            <a:off x="10053720" y="68018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6" name=""/>
          <p:cNvSpPr/>
          <p:nvPr/>
        </p:nvSpPr>
        <p:spPr>
          <a:xfrm>
            <a:off x="10053720" y="68018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7" name=""/>
          <p:cNvSpPr/>
          <p:nvPr/>
        </p:nvSpPr>
        <p:spPr>
          <a:xfrm>
            <a:off x="10419120" y="66942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18" name=""/>
          <p:cNvSpPr/>
          <p:nvPr/>
        </p:nvSpPr>
        <p:spPr>
          <a:xfrm>
            <a:off x="10419120" y="66942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9" name=""/>
          <p:cNvSpPr/>
          <p:nvPr/>
        </p:nvSpPr>
        <p:spPr>
          <a:xfrm>
            <a:off x="10419120" y="6811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20" name=""/>
          <p:cNvSpPr/>
          <p:nvPr/>
        </p:nvSpPr>
        <p:spPr>
          <a:xfrm>
            <a:off x="10419120" y="6811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1" name=""/>
          <p:cNvSpPr/>
          <p:nvPr/>
        </p:nvSpPr>
        <p:spPr>
          <a:xfrm>
            <a:off x="9688320" y="66603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2" name=""/>
          <p:cNvSpPr/>
          <p:nvPr/>
        </p:nvSpPr>
        <p:spPr>
          <a:xfrm>
            <a:off x="9688320" y="66603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3" name=""/>
          <p:cNvSpPr/>
          <p:nvPr/>
        </p:nvSpPr>
        <p:spPr>
          <a:xfrm>
            <a:off x="10236240" y="69199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24" name=""/>
          <p:cNvSpPr/>
          <p:nvPr/>
        </p:nvSpPr>
        <p:spPr>
          <a:xfrm>
            <a:off x="10236240" y="69199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5" name=""/>
          <p:cNvSpPr/>
          <p:nvPr/>
        </p:nvSpPr>
        <p:spPr>
          <a:xfrm>
            <a:off x="8591760" y="68648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6" name=""/>
          <p:cNvSpPr/>
          <p:nvPr/>
        </p:nvSpPr>
        <p:spPr>
          <a:xfrm>
            <a:off x="8591760" y="68648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7" name=""/>
          <p:cNvSpPr/>
          <p:nvPr/>
        </p:nvSpPr>
        <p:spPr>
          <a:xfrm>
            <a:off x="10236240" y="66924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28" name=""/>
          <p:cNvSpPr/>
          <p:nvPr/>
        </p:nvSpPr>
        <p:spPr>
          <a:xfrm>
            <a:off x="10236240" y="66924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9" name=""/>
          <p:cNvSpPr/>
          <p:nvPr/>
        </p:nvSpPr>
        <p:spPr>
          <a:xfrm>
            <a:off x="9322560" y="69404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0" name=""/>
          <p:cNvSpPr/>
          <p:nvPr/>
        </p:nvSpPr>
        <p:spPr>
          <a:xfrm>
            <a:off x="9322560" y="69404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1" name=""/>
          <p:cNvSpPr/>
          <p:nvPr/>
        </p:nvSpPr>
        <p:spPr>
          <a:xfrm>
            <a:off x="10419120" y="68040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32" name=""/>
          <p:cNvSpPr/>
          <p:nvPr/>
        </p:nvSpPr>
        <p:spPr>
          <a:xfrm>
            <a:off x="10419120" y="68040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3" name=""/>
          <p:cNvSpPr/>
          <p:nvPr/>
        </p:nvSpPr>
        <p:spPr>
          <a:xfrm>
            <a:off x="6581520" y="63687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6C98C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34" name=""/>
          <p:cNvSpPr/>
          <p:nvPr/>
        </p:nvSpPr>
        <p:spPr>
          <a:xfrm>
            <a:off x="6581520" y="63687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6C98C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5" name=""/>
          <p:cNvSpPr/>
          <p:nvPr/>
        </p:nvSpPr>
        <p:spPr>
          <a:xfrm>
            <a:off x="8957160" y="6919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6" name=""/>
          <p:cNvSpPr/>
          <p:nvPr/>
        </p:nvSpPr>
        <p:spPr>
          <a:xfrm>
            <a:off x="8957160" y="6919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7" name=""/>
          <p:cNvSpPr/>
          <p:nvPr/>
        </p:nvSpPr>
        <p:spPr>
          <a:xfrm>
            <a:off x="8043480" y="63356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8" name=""/>
          <p:cNvSpPr/>
          <p:nvPr/>
        </p:nvSpPr>
        <p:spPr>
          <a:xfrm>
            <a:off x="8043480" y="63356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9" name=""/>
          <p:cNvSpPr/>
          <p:nvPr/>
        </p:nvSpPr>
        <p:spPr>
          <a:xfrm>
            <a:off x="6947280" y="69364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8EBCD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0" name=""/>
          <p:cNvSpPr/>
          <p:nvPr/>
        </p:nvSpPr>
        <p:spPr>
          <a:xfrm>
            <a:off x="6947280" y="69364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8EBCD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1" name=""/>
          <p:cNvSpPr/>
          <p:nvPr/>
        </p:nvSpPr>
        <p:spPr>
          <a:xfrm>
            <a:off x="8409240" y="69372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2" name=""/>
          <p:cNvSpPr/>
          <p:nvPr/>
        </p:nvSpPr>
        <p:spPr>
          <a:xfrm>
            <a:off x="8409240" y="69372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3" name=""/>
          <p:cNvSpPr/>
          <p:nvPr/>
        </p:nvSpPr>
        <p:spPr>
          <a:xfrm>
            <a:off x="9870840" y="67381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4" name=""/>
          <p:cNvSpPr/>
          <p:nvPr/>
        </p:nvSpPr>
        <p:spPr>
          <a:xfrm>
            <a:off x="9870840" y="67381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5" name=""/>
          <p:cNvSpPr/>
          <p:nvPr/>
        </p:nvSpPr>
        <p:spPr>
          <a:xfrm>
            <a:off x="10236240" y="65314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46" name=""/>
          <p:cNvSpPr/>
          <p:nvPr/>
        </p:nvSpPr>
        <p:spPr>
          <a:xfrm>
            <a:off x="10236240" y="65314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7" name=""/>
          <p:cNvSpPr/>
          <p:nvPr/>
        </p:nvSpPr>
        <p:spPr>
          <a:xfrm>
            <a:off x="7860960" y="66034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8" name=""/>
          <p:cNvSpPr/>
          <p:nvPr/>
        </p:nvSpPr>
        <p:spPr>
          <a:xfrm>
            <a:off x="7860960" y="66034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9" name=""/>
          <p:cNvSpPr/>
          <p:nvPr/>
        </p:nvSpPr>
        <p:spPr>
          <a:xfrm>
            <a:off x="10784520" y="69141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50" name=""/>
          <p:cNvSpPr/>
          <p:nvPr/>
        </p:nvSpPr>
        <p:spPr>
          <a:xfrm>
            <a:off x="10784520" y="69141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1" name=""/>
          <p:cNvSpPr/>
          <p:nvPr/>
        </p:nvSpPr>
        <p:spPr>
          <a:xfrm>
            <a:off x="6399000" y="6589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5986BD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52" name=""/>
          <p:cNvSpPr/>
          <p:nvPr/>
        </p:nvSpPr>
        <p:spPr>
          <a:xfrm>
            <a:off x="6399000" y="6589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5986BD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3" name=""/>
          <p:cNvSpPr/>
          <p:nvPr/>
        </p:nvSpPr>
        <p:spPr>
          <a:xfrm>
            <a:off x="10419120" y="68076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54" name=""/>
          <p:cNvSpPr/>
          <p:nvPr/>
        </p:nvSpPr>
        <p:spPr>
          <a:xfrm>
            <a:off x="10419120" y="68076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5" name=""/>
          <p:cNvSpPr/>
          <p:nvPr/>
        </p:nvSpPr>
        <p:spPr>
          <a:xfrm>
            <a:off x="10419120" y="67928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56" name=""/>
          <p:cNvSpPr/>
          <p:nvPr/>
        </p:nvSpPr>
        <p:spPr>
          <a:xfrm>
            <a:off x="10419120" y="67928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7" name=""/>
          <p:cNvSpPr/>
          <p:nvPr/>
        </p:nvSpPr>
        <p:spPr>
          <a:xfrm>
            <a:off x="10236240" y="65242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58" name=""/>
          <p:cNvSpPr/>
          <p:nvPr/>
        </p:nvSpPr>
        <p:spPr>
          <a:xfrm>
            <a:off x="10236240" y="65242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9" name=""/>
          <p:cNvSpPr/>
          <p:nvPr/>
        </p:nvSpPr>
        <p:spPr>
          <a:xfrm>
            <a:off x="10784520" y="67622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60" name=""/>
          <p:cNvSpPr/>
          <p:nvPr/>
        </p:nvSpPr>
        <p:spPr>
          <a:xfrm>
            <a:off x="10784520" y="67622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1" name=""/>
          <p:cNvSpPr/>
          <p:nvPr/>
        </p:nvSpPr>
        <p:spPr>
          <a:xfrm>
            <a:off x="10784520" y="66322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62" name=""/>
          <p:cNvSpPr/>
          <p:nvPr/>
        </p:nvSpPr>
        <p:spPr>
          <a:xfrm>
            <a:off x="10784520" y="66322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3" name=""/>
          <p:cNvSpPr/>
          <p:nvPr/>
        </p:nvSpPr>
        <p:spPr>
          <a:xfrm>
            <a:off x="10784520" y="67352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64" name=""/>
          <p:cNvSpPr/>
          <p:nvPr/>
        </p:nvSpPr>
        <p:spPr>
          <a:xfrm>
            <a:off x="10784520" y="67352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5" name=""/>
          <p:cNvSpPr/>
          <p:nvPr/>
        </p:nvSpPr>
        <p:spPr>
          <a:xfrm>
            <a:off x="10419120" y="6917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66" name=""/>
          <p:cNvSpPr/>
          <p:nvPr/>
        </p:nvSpPr>
        <p:spPr>
          <a:xfrm>
            <a:off x="10419120" y="6917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7" name=""/>
          <p:cNvSpPr/>
          <p:nvPr/>
        </p:nvSpPr>
        <p:spPr>
          <a:xfrm>
            <a:off x="10602000" y="70585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68" name=""/>
          <p:cNvSpPr/>
          <p:nvPr/>
        </p:nvSpPr>
        <p:spPr>
          <a:xfrm>
            <a:off x="10602000" y="70585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9" name=""/>
          <p:cNvSpPr/>
          <p:nvPr/>
        </p:nvSpPr>
        <p:spPr>
          <a:xfrm>
            <a:off x="9322560" y="67312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0" name=""/>
          <p:cNvSpPr/>
          <p:nvPr/>
        </p:nvSpPr>
        <p:spPr>
          <a:xfrm>
            <a:off x="9322560" y="67312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1" name=""/>
          <p:cNvSpPr/>
          <p:nvPr/>
        </p:nvSpPr>
        <p:spPr>
          <a:xfrm>
            <a:off x="7312680" y="64260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2" name=""/>
          <p:cNvSpPr/>
          <p:nvPr/>
        </p:nvSpPr>
        <p:spPr>
          <a:xfrm>
            <a:off x="7312680" y="64260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3" name=""/>
          <p:cNvSpPr/>
          <p:nvPr/>
        </p:nvSpPr>
        <p:spPr>
          <a:xfrm>
            <a:off x="9322560" y="68464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4" name=""/>
          <p:cNvSpPr/>
          <p:nvPr/>
        </p:nvSpPr>
        <p:spPr>
          <a:xfrm>
            <a:off x="9322560" y="68464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5" name=""/>
          <p:cNvSpPr/>
          <p:nvPr/>
        </p:nvSpPr>
        <p:spPr>
          <a:xfrm>
            <a:off x="10602000" y="70585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76" name=""/>
          <p:cNvSpPr/>
          <p:nvPr/>
        </p:nvSpPr>
        <p:spPr>
          <a:xfrm>
            <a:off x="10602000" y="70585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7" name=""/>
          <p:cNvSpPr/>
          <p:nvPr/>
        </p:nvSpPr>
        <p:spPr>
          <a:xfrm>
            <a:off x="10602000" y="6465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78" name=""/>
          <p:cNvSpPr/>
          <p:nvPr/>
        </p:nvSpPr>
        <p:spPr>
          <a:xfrm>
            <a:off x="10602000" y="6465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9" name=""/>
          <p:cNvSpPr/>
          <p:nvPr/>
        </p:nvSpPr>
        <p:spPr>
          <a:xfrm>
            <a:off x="9870840" y="65955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0" name=""/>
          <p:cNvSpPr/>
          <p:nvPr/>
        </p:nvSpPr>
        <p:spPr>
          <a:xfrm>
            <a:off x="9870840" y="65955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1" name=""/>
          <p:cNvSpPr/>
          <p:nvPr/>
        </p:nvSpPr>
        <p:spPr>
          <a:xfrm>
            <a:off x="10236240" y="64227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82" name=""/>
          <p:cNvSpPr/>
          <p:nvPr/>
        </p:nvSpPr>
        <p:spPr>
          <a:xfrm>
            <a:off x="10236240" y="64227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3" name=""/>
          <p:cNvSpPr/>
          <p:nvPr/>
        </p:nvSpPr>
        <p:spPr>
          <a:xfrm>
            <a:off x="7495200" y="67572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4" name=""/>
          <p:cNvSpPr/>
          <p:nvPr/>
        </p:nvSpPr>
        <p:spPr>
          <a:xfrm>
            <a:off x="7495200" y="67572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5" name=""/>
          <p:cNvSpPr/>
          <p:nvPr/>
        </p:nvSpPr>
        <p:spPr>
          <a:xfrm>
            <a:off x="9870840" y="65181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6" name=""/>
          <p:cNvSpPr/>
          <p:nvPr/>
        </p:nvSpPr>
        <p:spPr>
          <a:xfrm>
            <a:off x="9870840" y="65181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7" name=""/>
          <p:cNvSpPr/>
          <p:nvPr/>
        </p:nvSpPr>
        <p:spPr>
          <a:xfrm>
            <a:off x="10602000" y="65116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88" name=""/>
          <p:cNvSpPr/>
          <p:nvPr/>
        </p:nvSpPr>
        <p:spPr>
          <a:xfrm>
            <a:off x="10602000" y="65116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9" name=""/>
          <p:cNvSpPr/>
          <p:nvPr/>
        </p:nvSpPr>
        <p:spPr>
          <a:xfrm>
            <a:off x="10784520" y="65653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90" name=""/>
          <p:cNvSpPr/>
          <p:nvPr/>
        </p:nvSpPr>
        <p:spPr>
          <a:xfrm>
            <a:off x="10784520" y="65653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1" name=""/>
          <p:cNvSpPr/>
          <p:nvPr/>
        </p:nvSpPr>
        <p:spPr>
          <a:xfrm>
            <a:off x="9870840" y="67590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2" name=""/>
          <p:cNvSpPr/>
          <p:nvPr/>
        </p:nvSpPr>
        <p:spPr>
          <a:xfrm>
            <a:off x="9870840" y="67590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3" name=""/>
          <p:cNvSpPr/>
          <p:nvPr/>
        </p:nvSpPr>
        <p:spPr>
          <a:xfrm>
            <a:off x="9140040" y="66600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4" name=""/>
          <p:cNvSpPr/>
          <p:nvPr/>
        </p:nvSpPr>
        <p:spPr>
          <a:xfrm>
            <a:off x="9140040" y="66600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5" name=""/>
          <p:cNvSpPr/>
          <p:nvPr/>
        </p:nvSpPr>
        <p:spPr>
          <a:xfrm>
            <a:off x="8043480" y="6688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6" name=""/>
          <p:cNvSpPr/>
          <p:nvPr/>
        </p:nvSpPr>
        <p:spPr>
          <a:xfrm>
            <a:off x="8043480" y="6688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7" name=""/>
          <p:cNvSpPr/>
          <p:nvPr/>
        </p:nvSpPr>
        <p:spPr>
          <a:xfrm>
            <a:off x="8226360" y="6973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8" name=""/>
          <p:cNvSpPr/>
          <p:nvPr/>
        </p:nvSpPr>
        <p:spPr>
          <a:xfrm>
            <a:off x="8226360" y="6973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9" name=""/>
          <p:cNvSpPr/>
          <p:nvPr/>
        </p:nvSpPr>
        <p:spPr>
          <a:xfrm>
            <a:off x="10419120" y="68990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00" name=""/>
          <p:cNvSpPr/>
          <p:nvPr/>
        </p:nvSpPr>
        <p:spPr>
          <a:xfrm>
            <a:off x="10419120" y="68990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1" name=""/>
          <p:cNvSpPr/>
          <p:nvPr/>
        </p:nvSpPr>
        <p:spPr>
          <a:xfrm>
            <a:off x="10602000" y="65278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02" name=""/>
          <p:cNvSpPr/>
          <p:nvPr/>
        </p:nvSpPr>
        <p:spPr>
          <a:xfrm>
            <a:off x="10602000" y="65278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3" name=""/>
          <p:cNvSpPr/>
          <p:nvPr/>
        </p:nvSpPr>
        <p:spPr>
          <a:xfrm>
            <a:off x="10784520" y="69638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04" name=""/>
          <p:cNvSpPr/>
          <p:nvPr/>
        </p:nvSpPr>
        <p:spPr>
          <a:xfrm>
            <a:off x="10784520" y="69638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5" name=""/>
          <p:cNvSpPr/>
          <p:nvPr/>
        </p:nvSpPr>
        <p:spPr>
          <a:xfrm>
            <a:off x="10602000" y="66236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06" name=""/>
          <p:cNvSpPr/>
          <p:nvPr/>
        </p:nvSpPr>
        <p:spPr>
          <a:xfrm>
            <a:off x="10602000" y="66236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7" name=""/>
          <p:cNvSpPr/>
          <p:nvPr/>
        </p:nvSpPr>
        <p:spPr>
          <a:xfrm>
            <a:off x="10784520" y="65095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08" name=""/>
          <p:cNvSpPr/>
          <p:nvPr/>
        </p:nvSpPr>
        <p:spPr>
          <a:xfrm>
            <a:off x="10784520" y="65095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9" name=""/>
          <p:cNvSpPr/>
          <p:nvPr/>
        </p:nvSpPr>
        <p:spPr>
          <a:xfrm>
            <a:off x="8043480" y="63471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0" name=""/>
          <p:cNvSpPr/>
          <p:nvPr/>
        </p:nvSpPr>
        <p:spPr>
          <a:xfrm>
            <a:off x="8043480" y="63471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1" name=""/>
          <p:cNvSpPr/>
          <p:nvPr/>
        </p:nvSpPr>
        <p:spPr>
          <a:xfrm>
            <a:off x="9140040" y="6658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2" name=""/>
          <p:cNvSpPr/>
          <p:nvPr/>
        </p:nvSpPr>
        <p:spPr>
          <a:xfrm>
            <a:off x="9140040" y="6658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3" name=""/>
          <p:cNvSpPr/>
          <p:nvPr/>
        </p:nvSpPr>
        <p:spPr>
          <a:xfrm>
            <a:off x="10053720" y="65865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4" name=""/>
          <p:cNvSpPr/>
          <p:nvPr/>
        </p:nvSpPr>
        <p:spPr>
          <a:xfrm>
            <a:off x="10053720" y="65865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5" name=""/>
          <p:cNvSpPr/>
          <p:nvPr/>
        </p:nvSpPr>
        <p:spPr>
          <a:xfrm>
            <a:off x="10784520" y="66646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16" name=""/>
          <p:cNvSpPr/>
          <p:nvPr/>
        </p:nvSpPr>
        <p:spPr>
          <a:xfrm>
            <a:off x="10784520" y="66646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7" name=""/>
          <p:cNvSpPr/>
          <p:nvPr/>
        </p:nvSpPr>
        <p:spPr>
          <a:xfrm>
            <a:off x="8957160" y="67503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8" name=""/>
          <p:cNvSpPr/>
          <p:nvPr/>
        </p:nvSpPr>
        <p:spPr>
          <a:xfrm>
            <a:off x="8957160" y="67503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9" name=""/>
          <p:cNvSpPr/>
          <p:nvPr/>
        </p:nvSpPr>
        <p:spPr>
          <a:xfrm>
            <a:off x="10236240" y="67928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20" name=""/>
          <p:cNvSpPr/>
          <p:nvPr/>
        </p:nvSpPr>
        <p:spPr>
          <a:xfrm>
            <a:off x="10236240" y="67928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1" name=""/>
          <p:cNvSpPr/>
          <p:nvPr/>
        </p:nvSpPr>
        <p:spPr>
          <a:xfrm>
            <a:off x="9688320" y="68443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2" name=""/>
          <p:cNvSpPr/>
          <p:nvPr/>
        </p:nvSpPr>
        <p:spPr>
          <a:xfrm>
            <a:off x="9688320" y="68443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3" name=""/>
          <p:cNvSpPr/>
          <p:nvPr/>
        </p:nvSpPr>
        <p:spPr>
          <a:xfrm>
            <a:off x="8591760" y="69026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4" name=""/>
          <p:cNvSpPr/>
          <p:nvPr/>
        </p:nvSpPr>
        <p:spPr>
          <a:xfrm>
            <a:off x="8591760" y="69026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5" name=""/>
          <p:cNvSpPr/>
          <p:nvPr/>
        </p:nvSpPr>
        <p:spPr>
          <a:xfrm>
            <a:off x="8774640" y="6446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6" name=""/>
          <p:cNvSpPr/>
          <p:nvPr/>
        </p:nvSpPr>
        <p:spPr>
          <a:xfrm>
            <a:off x="8774640" y="6446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7" name=""/>
          <p:cNvSpPr/>
          <p:nvPr/>
        </p:nvSpPr>
        <p:spPr>
          <a:xfrm>
            <a:off x="10236240" y="63705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28" name=""/>
          <p:cNvSpPr/>
          <p:nvPr/>
        </p:nvSpPr>
        <p:spPr>
          <a:xfrm>
            <a:off x="10236240" y="63705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9" name=""/>
          <p:cNvSpPr/>
          <p:nvPr/>
        </p:nvSpPr>
        <p:spPr>
          <a:xfrm>
            <a:off x="9322560" y="64663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0" name=""/>
          <p:cNvSpPr/>
          <p:nvPr/>
        </p:nvSpPr>
        <p:spPr>
          <a:xfrm>
            <a:off x="9322560" y="64663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1" name=""/>
          <p:cNvSpPr/>
          <p:nvPr/>
        </p:nvSpPr>
        <p:spPr>
          <a:xfrm>
            <a:off x="8774640" y="6357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2" name=""/>
          <p:cNvSpPr/>
          <p:nvPr/>
        </p:nvSpPr>
        <p:spPr>
          <a:xfrm>
            <a:off x="8774640" y="6357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3" name=""/>
          <p:cNvSpPr/>
          <p:nvPr/>
        </p:nvSpPr>
        <p:spPr>
          <a:xfrm>
            <a:off x="10419120" y="65084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34" name=""/>
          <p:cNvSpPr/>
          <p:nvPr/>
        </p:nvSpPr>
        <p:spPr>
          <a:xfrm>
            <a:off x="10419120" y="65084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5" name=""/>
          <p:cNvSpPr/>
          <p:nvPr/>
        </p:nvSpPr>
        <p:spPr>
          <a:xfrm>
            <a:off x="9870840" y="67312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6" name=""/>
          <p:cNvSpPr/>
          <p:nvPr/>
        </p:nvSpPr>
        <p:spPr>
          <a:xfrm>
            <a:off x="9870840" y="67312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7" name=""/>
          <p:cNvSpPr/>
          <p:nvPr/>
        </p:nvSpPr>
        <p:spPr>
          <a:xfrm>
            <a:off x="8774640" y="66715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8" name=""/>
          <p:cNvSpPr/>
          <p:nvPr/>
        </p:nvSpPr>
        <p:spPr>
          <a:xfrm>
            <a:off x="8774640" y="66715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9" name=""/>
          <p:cNvSpPr/>
          <p:nvPr/>
        </p:nvSpPr>
        <p:spPr>
          <a:xfrm>
            <a:off x="10602000" y="64400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40" name=""/>
          <p:cNvSpPr/>
          <p:nvPr/>
        </p:nvSpPr>
        <p:spPr>
          <a:xfrm>
            <a:off x="10602000" y="64400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1" name=""/>
          <p:cNvSpPr/>
          <p:nvPr/>
        </p:nvSpPr>
        <p:spPr>
          <a:xfrm>
            <a:off x="8774640" y="66895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2" name=""/>
          <p:cNvSpPr/>
          <p:nvPr/>
        </p:nvSpPr>
        <p:spPr>
          <a:xfrm>
            <a:off x="8774640" y="66895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3" name=""/>
          <p:cNvSpPr/>
          <p:nvPr/>
        </p:nvSpPr>
        <p:spPr>
          <a:xfrm>
            <a:off x="8043480" y="65152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4" name=""/>
          <p:cNvSpPr/>
          <p:nvPr/>
        </p:nvSpPr>
        <p:spPr>
          <a:xfrm>
            <a:off x="8043480" y="65152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5" name=""/>
          <p:cNvSpPr/>
          <p:nvPr/>
        </p:nvSpPr>
        <p:spPr>
          <a:xfrm>
            <a:off x="7860960" y="67248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6" name=""/>
          <p:cNvSpPr/>
          <p:nvPr/>
        </p:nvSpPr>
        <p:spPr>
          <a:xfrm>
            <a:off x="7860960" y="67248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7" name=""/>
          <p:cNvSpPr/>
          <p:nvPr/>
        </p:nvSpPr>
        <p:spPr>
          <a:xfrm>
            <a:off x="10602000" y="64432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48" name=""/>
          <p:cNvSpPr/>
          <p:nvPr/>
        </p:nvSpPr>
        <p:spPr>
          <a:xfrm>
            <a:off x="10602000" y="64432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9" name=""/>
          <p:cNvSpPr/>
          <p:nvPr/>
        </p:nvSpPr>
        <p:spPr>
          <a:xfrm>
            <a:off x="8774640" y="6919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0" name=""/>
          <p:cNvSpPr/>
          <p:nvPr/>
        </p:nvSpPr>
        <p:spPr>
          <a:xfrm>
            <a:off x="8774640" y="6919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1" name=""/>
          <p:cNvSpPr/>
          <p:nvPr/>
        </p:nvSpPr>
        <p:spPr>
          <a:xfrm>
            <a:off x="7129800" y="6755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A1C9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2" name=""/>
          <p:cNvSpPr/>
          <p:nvPr/>
        </p:nvSpPr>
        <p:spPr>
          <a:xfrm>
            <a:off x="7129800" y="6755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A1C9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3" name=""/>
          <p:cNvSpPr/>
          <p:nvPr/>
        </p:nvSpPr>
        <p:spPr>
          <a:xfrm>
            <a:off x="7495200" y="67240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4" name=""/>
          <p:cNvSpPr/>
          <p:nvPr/>
        </p:nvSpPr>
        <p:spPr>
          <a:xfrm>
            <a:off x="7495200" y="67240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5" name=""/>
          <p:cNvSpPr/>
          <p:nvPr/>
        </p:nvSpPr>
        <p:spPr>
          <a:xfrm>
            <a:off x="7312680" y="63720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6" name=""/>
          <p:cNvSpPr/>
          <p:nvPr/>
        </p:nvSpPr>
        <p:spPr>
          <a:xfrm>
            <a:off x="7312680" y="63720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7" name=""/>
          <p:cNvSpPr/>
          <p:nvPr/>
        </p:nvSpPr>
        <p:spPr>
          <a:xfrm>
            <a:off x="9140040" y="66121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8" name=""/>
          <p:cNvSpPr/>
          <p:nvPr/>
        </p:nvSpPr>
        <p:spPr>
          <a:xfrm>
            <a:off x="9140040" y="66121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9" name=""/>
          <p:cNvSpPr/>
          <p:nvPr/>
        </p:nvSpPr>
        <p:spPr>
          <a:xfrm>
            <a:off x="9140040" y="67428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0" name=""/>
          <p:cNvSpPr/>
          <p:nvPr/>
        </p:nvSpPr>
        <p:spPr>
          <a:xfrm>
            <a:off x="9140040" y="67428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1" name=""/>
          <p:cNvSpPr/>
          <p:nvPr/>
        </p:nvSpPr>
        <p:spPr>
          <a:xfrm>
            <a:off x="10784520" y="64249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62" name=""/>
          <p:cNvSpPr/>
          <p:nvPr/>
        </p:nvSpPr>
        <p:spPr>
          <a:xfrm>
            <a:off x="10784520" y="64249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3" name=""/>
          <p:cNvSpPr/>
          <p:nvPr/>
        </p:nvSpPr>
        <p:spPr>
          <a:xfrm>
            <a:off x="10236240" y="66045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64" name=""/>
          <p:cNvSpPr/>
          <p:nvPr/>
        </p:nvSpPr>
        <p:spPr>
          <a:xfrm>
            <a:off x="10236240" y="66045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5" name=""/>
          <p:cNvSpPr/>
          <p:nvPr/>
        </p:nvSpPr>
        <p:spPr>
          <a:xfrm>
            <a:off x="10419120" y="67341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66" name=""/>
          <p:cNvSpPr/>
          <p:nvPr/>
        </p:nvSpPr>
        <p:spPr>
          <a:xfrm>
            <a:off x="10419120" y="67341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7" name=""/>
          <p:cNvSpPr/>
          <p:nvPr/>
        </p:nvSpPr>
        <p:spPr>
          <a:xfrm>
            <a:off x="10784520" y="66553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68" name=""/>
          <p:cNvSpPr/>
          <p:nvPr/>
        </p:nvSpPr>
        <p:spPr>
          <a:xfrm>
            <a:off x="10784520" y="66553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9" name=""/>
          <p:cNvSpPr/>
          <p:nvPr/>
        </p:nvSpPr>
        <p:spPr>
          <a:xfrm>
            <a:off x="10784520" y="66960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70" name=""/>
          <p:cNvSpPr/>
          <p:nvPr/>
        </p:nvSpPr>
        <p:spPr>
          <a:xfrm>
            <a:off x="10784520" y="66960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1" name=""/>
          <p:cNvSpPr/>
          <p:nvPr/>
        </p:nvSpPr>
        <p:spPr>
          <a:xfrm>
            <a:off x="9505440" y="6411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2" name=""/>
          <p:cNvSpPr/>
          <p:nvPr/>
        </p:nvSpPr>
        <p:spPr>
          <a:xfrm>
            <a:off x="9505440" y="6411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3" name=""/>
          <p:cNvSpPr/>
          <p:nvPr/>
        </p:nvSpPr>
        <p:spPr>
          <a:xfrm>
            <a:off x="7860960" y="71035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4" name=""/>
          <p:cNvSpPr/>
          <p:nvPr/>
        </p:nvSpPr>
        <p:spPr>
          <a:xfrm>
            <a:off x="7860960" y="71035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5" name=""/>
          <p:cNvSpPr/>
          <p:nvPr/>
        </p:nvSpPr>
        <p:spPr>
          <a:xfrm>
            <a:off x="10236240" y="66679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76" name=""/>
          <p:cNvSpPr/>
          <p:nvPr/>
        </p:nvSpPr>
        <p:spPr>
          <a:xfrm>
            <a:off x="10236240" y="66679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7" name=""/>
          <p:cNvSpPr/>
          <p:nvPr/>
        </p:nvSpPr>
        <p:spPr>
          <a:xfrm>
            <a:off x="8226360" y="65962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8" name=""/>
          <p:cNvSpPr/>
          <p:nvPr/>
        </p:nvSpPr>
        <p:spPr>
          <a:xfrm>
            <a:off x="8226360" y="65962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9" name=""/>
          <p:cNvSpPr/>
          <p:nvPr/>
        </p:nvSpPr>
        <p:spPr>
          <a:xfrm>
            <a:off x="9140040" y="66625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0" name=""/>
          <p:cNvSpPr/>
          <p:nvPr/>
        </p:nvSpPr>
        <p:spPr>
          <a:xfrm>
            <a:off x="9140040" y="66625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1" name=""/>
          <p:cNvSpPr/>
          <p:nvPr/>
        </p:nvSpPr>
        <p:spPr>
          <a:xfrm>
            <a:off x="8226360" y="65962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2" name=""/>
          <p:cNvSpPr/>
          <p:nvPr/>
        </p:nvSpPr>
        <p:spPr>
          <a:xfrm>
            <a:off x="8226360" y="65962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3" name=""/>
          <p:cNvSpPr/>
          <p:nvPr/>
        </p:nvSpPr>
        <p:spPr>
          <a:xfrm>
            <a:off x="8957160" y="70700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4" name=""/>
          <p:cNvSpPr/>
          <p:nvPr/>
        </p:nvSpPr>
        <p:spPr>
          <a:xfrm>
            <a:off x="8957160" y="70700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5" name=""/>
          <p:cNvSpPr/>
          <p:nvPr/>
        </p:nvSpPr>
        <p:spPr>
          <a:xfrm>
            <a:off x="7312680" y="66945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6" name=""/>
          <p:cNvSpPr/>
          <p:nvPr/>
        </p:nvSpPr>
        <p:spPr>
          <a:xfrm>
            <a:off x="7312680" y="66945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7" name=""/>
          <p:cNvSpPr/>
          <p:nvPr/>
        </p:nvSpPr>
        <p:spPr>
          <a:xfrm>
            <a:off x="8957160" y="69253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8" name=""/>
          <p:cNvSpPr/>
          <p:nvPr/>
        </p:nvSpPr>
        <p:spPr>
          <a:xfrm>
            <a:off x="8957160" y="69253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9" name=""/>
          <p:cNvSpPr/>
          <p:nvPr/>
        </p:nvSpPr>
        <p:spPr>
          <a:xfrm>
            <a:off x="8043480" y="6298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0" name=""/>
          <p:cNvSpPr/>
          <p:nvPr/>
        </p:nvSpPr>
        <p:spPr>
          <a:xfrm>
            <a:off x="8043480" y="6298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1" name=""/>
          <p:cNvSpPr/>
          <p:nvPr/>
        </p:nvSpPr>
        <p:spPr>
          <a:xfrm>
            <a:off x="9688320" y="70581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2" name=""/>
          <p:cNvSpPr/>
          <p:nvPr/>
        </p:nvSpPr>
        <p:spPr>
          <a:xfrm>
            <a:off x="9688320" y="70581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3" name=""/>
          <p:cNvSpPr/>
          <p:nvPr/>
        </p:nvSpPr>
        <p:spPr>
          <a:xfrm>
            <a:off x="9688320" y="66092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4" name=""/>
          <p:cNvSpPr/>
          <p:nvPr/>
        </p:nvSpPr>
        <p:spPr>
          <a:xfrm>
            <a:off x="9688320" y="66092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5" name=""/>
          <p:cNvSpPr/>
          <p:nvPr/>
        </p:nvSpPr>
        <p:spPr>
          <a:xfrm>
            <a:off x="9688320" y="70596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6" name=""/>
          <p:cNvSpPr/>
          <p:nvPr/>
        </p:nvSpPr>
        <p:spPr>
          <a:xfrm>
            <a:off x="9688320" y="70596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7" name=""/>
          <p:cNvSpPr/>
          <p:nvPr/>
        </p:nvSpPr>
        <p:spPr>
          <a:xfrm>
            <a:off x="9322560" y="71668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8" name=""/>
          <p:cNvSpPr/>
          <p:nvPr/>
        </p:nvSpPr>
        <p:spPr>
          <a:xfrm>
            <a:off x="9322560" y="71668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9" name=""/>
          <p:cNvSpPr/>
          <p:nvPr/>
        </p:nvSpPr>
        <p:spPr>
          <a:xfrm>
            <a:off x="10053720" y="68054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0" name=""/>
          <p:cNvSpPr/>
          <p:nvPr/>
        </p:nvSpPr>
        <p:spPr>
          <a:xfrm>
            <a:off x="10053720" y="68054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1" name=""/>
          <p:cNvSpPr/>
          <p:nvPr/>
        </p:nvSpPr>
        <p:spPr>
          <a:xfrm>
            <a:off x="9322560" y="71668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2" name=""/>
          <p:cNvSpPr/>
          <p:nvPr/>
        </p:nvSpPr>
        <p:spPr>
          <a:xfrm>
            <a:off x="9322560" y="71668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3" name=""/>
          <p:cNvSpPr/>
          <p:nvPr/>
        </p:nvSpPr>
        <p:spPr>
          <a:xfrm>
            <a:off x="10602000" y="69865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04" name=""/>
          <p:cNvSpPr/>
          <p:nvPr/>
        </p:nvSpPr>
        <p:spPr>
          <a:xfrm>
            <a:off x="10602000" y="69865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5" name=""/>
          <p:cNvSpPr/>
          <p:nvPr/>
        </p:nvSpPr>
        <p:spPr>
          <a:xfrm>
            <a:off x="9322560" y="68803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6" name=""/>
          <p:cNvSpPr/>
          <p:nvPr/>
        </p:nvSpPr>
        <p:spPr>
          <a:xfrm>
            <a:off x="9322560" y="68803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7" name=""/>
          <p:cNvSpPr/>
          <p:nvPr/>
        </p:nvSpPr>
        <p:spPr>
          <a:xfrm>
            <a:off x="10784520" y="62521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08" name=""/>
          <p:cNvSpPr/>
          <p:nvPr/>
        </p:nvSpPr>
        <p:spPr>
          <a:xfrm>
            <a:off x="10784520" y="62521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9" name=""/>
          <p:cNvSpPr/>
          <p:nvPr/>
        </p:nvSpPr>
        <p:spPr>
          <a:xfrm>
            <a:off x="8043480" y="66848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0" name=""/>
          <p:cNvSpPr/>
          <p:nvPr/>
        </p:nvSpPr>
        <p:spPr>
          <a:xfrm>
            <a:off x="8043480" y="66848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1" name=""/>
          <p:cNvSpPr/>
          <p:nvPr/>
        </p:nvSpPr>
        <p:spPr>
          <a:xfrm>
            <a:off x="9140040" y="6332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2" name=""/>
          <p:cNvSpPr/>
          <p:nvPr/>
        </p:nvSpPr>
        <p:spPr>
          <a:xfrm>
            <a:off x="9140040" y="6332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3" name=""/>
          <p:cNvSpPr/>
          <p:nvPr/>
        </p:nvSpPr>
        <p:spPr>
          <a:xfrm>
            <a:off x="10419120" y="67370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14" name=""/>
          <p:cNvSpPr/>
          <p:nvPr/>
        </p:nvSpPr>
        <p:spPr>
          <a:xfrm>
            <a:off x="10419120" y="67370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5" name=""/>
          <p:cNvSpPr/>
          <p:nvPr/>
        </p:nvSpPr>
        <p:spPr>
          <a:xfrm>
            <a:off x="8591760" y="6566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6" name=""/>
          <p:cNvSpPr/>
          <p:nvPr/>
        </p:nvSpPr>
        <p:spPr>
          <a:xfrm>
            <a:off x="8591760" y="6566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7" name=""/>
          <p:cNvSpPr/>
          <p:nvPr/>
        </p:nvSpPr>
        <p:spPr>
          <a:xfrm>
            <a:off x="9688320" y="67251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8" name=""/>
          <p:cNvSpPr/>
          <p:nvPr/>
        </p:nvSpPr>
        <p:spPr>
          <a:xfrm>
            <a:off x="9688320" y="67251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9" name=""/>
          <p:cNvSpPr/>
          <p:nvPr/>
        </p:nvSpPr>
        <p:spPr>
          <a:xfrm>
            <a:off x="8774640" y="68418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0" name=""/>
          <p:cNvSpPr/>
          <p:nvPr/>
        </p:nvSpPr>
        <p:spPr>
          <a:xfrm>
            <a:off x="8774640" y="68418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1" name=""/>
          <p:cNvSpPr/>
          <p:nvPr/>
        </p:nvSpPr>
        <p:spPr>
          <a:xfrm>
            <a:off x="8774640" y="69976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2" name=""/>
          <p:cNvSpPr/>
          <p:nvPr/>
        </p:nvSpPr>
        <p:spPr>
          <a:xfrm>
            <a:off x="8774640" y="69976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3" name=""/>
          <p:cNvSpPr/>
          <p:nvPr/>
        </p:nvSpPr>
        <p:spPr>
          <a:xfrm>
            <a:off x="10602000" y="67842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24" name=""/>
          <p:cNvSpPr/>
          <p:nvPr/>
        </p:nvSpPr>
        <p:spPr>
          <a:xfrm>
            <a:off x="10602000" y="67842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5" name=""/>
          <p:cNvSpPr/>
          <p:nvPr/>
        </p:nvSpPr>
        <p:spPr>
          <a:xfrm>
            <a:off x="10602000" y="64882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26" name=""/>
          <p:cNvSpPr/>
          <p:nvPr/>
        </p:nvSpPr>
        <p:spPr>
          <a:xfrm>
            <a:off x="10602000" y="64882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7" name=""/>
          <p:cNvSpPr/>
          <p:nvPr/>
        </p:nvSpPr>
        <p:spPr>
          <a:xfrm>
            <a:off x="8591760" y="65509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8" name=""/>
          <p:cNvSpPr/>
          <p:nvPr/>
        </p:nvSpPr>
        <p:spPr>
          <a:xfrm>
            <a:off x="8591760" y="65509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9" name=""/>
          <p:cNvSpPr/>
          <p:nvPr/>
        </p:nvSpPr>
        <p:spPr>
          <a:xfrm>
            <a:off x="9322560" y="69019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0" name=""/>
          <p:cNvSpPr/>
          <p:nvPr/>
        </p:nvSpPr>
        <p:spPr>
          <a:xfrm>
            <a:off x="9322560" y="69019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1" name=""/>
          <p:cNvSpPr/>
          <p:nvPr/>
        </p:nvSpPr>
        <p:spPr>
          <a:xfrm>
            <a:off x="8591760" y="7549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2" name=""/>
          <p:cNvSpPr/>
          <p:nvPr/>
        </p:nvSpPr>
        <p:spPr>
          <a:xfrm>
            <a:off x="8591760" y="7549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3" name=""/>
          <p:cNvSpPr/>
          <p:nvPr/>
        </p:nvSpPr>
        <p:spPr>
          <a:xfrm>
            <a:off x="7312680" y="64098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4" name=""/>
          <p:cNvSpPr/>
          <p:nvPr/>
        </p:nvSpPr>
        <p:spPr>
          <a:xfrm>
            <a:off x="7312680" y="64098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5" name=""/>
          <p:cNvSpPr/>
          <p:nvPr/>
        </p:nvSpPr>
        <p:spPr>
          <a:xfrm>
            <a:off x="9322560" y="65221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6" name=""/>
          <p:cNvSpPr/>
          <p:nvPr/>
        </p:nvSpPr>
        <p:spPr>
          <a:xfrm>
            <a:off x="9322560" y="65221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7" name=""/>
          <p:cNvSpPr/>
          <p:nvPr/>
        </p:nvSpPr>
        <p:spPr>
          <a:xfrm>
            <a:off x="8774640" y="66452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8" name=""/>
          <p:cNvSpPr/>
          <p:nvPr/>
        </p:nvSpPr>
        <p:spPr>
          <a:xfrm>
            <a:off x="8774640" y="66452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9" name=""/>
          <p:cNvSpPr/>
          <p:nvPr/>
        </p:nvSpPr>
        <p:spPr>
          <a:xfrm>
            <a:off x="9140040" y="66322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0" name=""/>
          <p:cNvSpPr/>
          <p:nvPr/>
        </p:nvSpPr>
        <p:spPr>
          <a:xfrm>
            <a:off x="9140040" y="66322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1" name=""/>
          <p:cNvSpPr/>
          <p:nvPr/>
        </p:nvSpPr>
        <p:spPr>
          <a:xfrm>
            <a:off x="8226360" y="68313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2" name=""/>
          <p:cNvSpPr/>
          <p:nvPr/>
        </p:nvSpPr>
        <p:spPr>
          <a:xfrm>
            <a:off x="8226360" y="68313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3" name=""/>
          <p:cNvSpPr/>
          <p:nvPr/>
        </p:nvSpPr>
        <p:spPr>
          <a:xfrm>
            <a:off x="7312680" y="70628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4" name=""/>
          <p:cNvSpPr/>
          <p:nvPr/>
        </p:nvSpPr>
        <p:spPr>
          <a:xfrm>
            <a:off x="7312680" y="70628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5" name=""/>
          <p:cNvSpPr/>
          <p:nvPr/>
        </p:nvSpPr>
        <p:spPr>
          <a:xfrm>
            <a:off x="9140040" y="70585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6" name=""/>
          <p:cNvSpPr/>
          <p:nvPr/>
        </p:nvSpPr>
        <p:spPr>
          <a:xfrm>
            <a:off x="9140040" y="70585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7" name=""/>
          <p:cNvSpPr/>
          <p:nvPr/>
        </p:nvSpPr>
        <p:spPr>
          <a:xfrm>
            <a:off x="8957160" y="69055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8" name=""/>
          <p:cNvSpPr/>
          <p:nvPr/>
        </p:nvSpPr>
        <p:spPr>
          <a:xfrm>
            <a:off x="8957160" y="69055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9" name=""/>
          <p:cNvSpPr/>
          <p:nvPr/>
        </p:nvSpPr>
        <p:spPr>
          <a:xfrm>
            <a:off x="8957160" y="69094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0" name=""/>
          <p:cNvSpPr/>
          <p:nvPr/>
        </p:nvSpPr>
        <p:spPr>
          <a:xfrm>
            <a:off x="8957160" y="69094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1" name=""/>
          <p:cNvSpPr/>
          <p:nvPr/>
        </p:nvSpPr>
        <p:spPr>
          <a:xfrm>
            <a:off x="8957160" y="68785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2" name=""/>
          <p:cNvSpPr/>
          <p:nvPr/>
        </p:nvSpPr>
        <p:spPr>
          <a:xfrm>
            <a:off x="8957160" y="68785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3" name=""/>
          <p:cNvSpPr/>
          <p:nvPr/>
        </p:nvSpPr>
        <p:spPr>
          <a:xfrm>
            <a:off x="8774640" y="7437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4" name=""/>
          <p:cNvSpPr/>
          <p:nvPr/>
        </p:nvSpPr>
        <p:spPr>
          <a:xfrm>
            <a:off x="8774640" y="7437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5" name=""/>
          <p:cNvSpPr/>
          <p:nvPr/>
        </p:nvSpPr>
        <p:spPr>
          <a:xfrm>
            <a:off x="7312680" y="62593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6" name=""/>
          <p:cNvSpPr/>
          <p:nvPr/>
        </p:nvSpPr>
        <p:spPr>
          <a:xfrm>
            <a:off x="7312680" y="62593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7" name=""/>
          <p:cNvSpPr/>
          <p:nvPr/>
        </p:nvSpPr>
        <p:spPr>
          <a:xfrm>
            <a:off x="8957160" y="72853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8" name=""/>
          <p:cNvSpPr/>
          <p:nvPr/>
        </p:nvSpPr>
        <p:spPr>
          <a:xfrm>
            <a:off x="8957160" y="72853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9" name=""/>
          <p:cNvSpPr/>
          <p:nvPr/>
        </p:nvSpPr>
        <p:spPr>
          <a:xfrm>
            <a:off x="10419120" y="6919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60" name=""/>
          <p:cNvSpPr/>
          <p:nvPr/>
        </p:nvSpPr>
        <p:spPr>
          <a:xfrm>
            <a:off x="10419120" y="6919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1" name=""/>
          <p:cNvSpPr/>
          <p:nvPr/>
        </p:nvSpPr>
        <p:spPr>
          <a:xfrm>
            <a:off x="9688320" y="6933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2" name=""/>
          <p:cNvSpPr/>
          <p:nvPr/>
        </p:nvSpPr>
        <p:spPr>
          <a:xfrm>
            <a:off x="9688320" y="6933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3" name=""/>
          <p:cNvSpPr/>
          <p:nvPr/>
        </p:nvSpPr>
        <p:spPr>
          <a:xfrm>
            <a:off x="9140040" y="71744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4" name=""/>
          <p:cNvSpPr/>
          <p:nvPr/>
        </p:nvSpPr>
        <p:spPr>
          <a:xfrm>
            <a:off x="9140040" y="71744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5" name=""/>
          <p:cNvSpPr/>
          <p:nvPr/>
        </p:nvSpPr>
        <p:spPr>
          <a:xfrm>
            <a:off x="10236240" y="65304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66" name=""/>
          <p:cNvSpPr/>
          <p:nvPr/>
        </p:nvSpPr>
        <p:spPr>
          <a:xfrm>
            <a:off x="10236240" y="65304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7" name=""/>
          <p:cNvSpPr/>
          <p:nvPr/>
        </p:nvSpPr>
        <p:spPr>
          <a:xfrm>
            <a:off x="7312680" y="6818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8" name=""/>
          <p:cNvSpPr/>
          <p:nvPr/>
        </p:nvSpPr>
        <p:spPr>
          <a:xfrm>
            <a:off x="7312680" y="6818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9" name=""/>
          <p:cNvSpPr/>
          <p:nvPr/>
        </p:nvSpPr>
        <p:spPr>
          <a:xfrm>
            <a:off x="6216120" y="73753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4575B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70" name=""/>
          <p:cNvSpPr/>
          <p:nvPr/>
        </p:nvSpPr>
        <p:spPr>
          <a:xfrm>
            <a:off x="6216120" y="73753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4575B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1" name=""/>
          <p:cNvSpPr/>
          <p:nvPr/>
        </p:nvSpPr>
        <p:spPr>
          <a:xfrm>
            <a:off x="7312680" y="67096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2" name=""/>
          <p:cNvSpPr/>
          <p:nvPr/>
        </p:nvSpPr>
        <p:spPr>
          <a:xfrm>
            <a:off x="7312680" y="67096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3" name=""/>
          <p:cNvSpPr/>
          <p:nvPr/>
        </p:nvSpPr>
        <p:spPr>
          <a:xfrm>
            <a:off x="9322560" y="69757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4" name=""/>
          <p:cNvSpPr/>
          <p:nvPr/>
        </p:nvSpPr>
        <p:spPr>
          <a:xfrm>
            <a:off x="9322560" y="69757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5" name=""/>
          <p:cNvSpPr/>
          <p:nvPr/>
        </p:nvSpPr>
        <p:spPr>
          <a:xfrm>
            <a:off x="10602000" y="64540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76" name=""/>
          <p:cNvSpPr/>
          <p:nvPr/>
        </p:nvSpPr>
        <p:spPr>
          <a:xfrm>
            <a:off x="10602000" y="64540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7" name=""/>
          <p:cNvSpPr/>
          <p:nvPr/>
        </p:nvSpPr>
        <p:spPr>
          <a:xfrm>
            <a:off x="10784520" y="66906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78" name=""/>
          <p:cNvSpPr/>
          <p:nvPr/>
        </p:nvSpPr>
        <p:spPr>
          <a:xfrm>
            <a:off x="10784520" y="66906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9" name=""/>
          <p:cNvSpPr/>
          <p:nvPr/>
        </p:nvSpPr>
        <p:spPr>
          <a:xfrm>
            <a:off x="10419120" y="66736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80" name=""/>
          <p:cNvSpPr/>
          <p:nvPr/>
        </p:nvSpPr>
        <p:spPr>
          <a:xfrm>
            <a:off x="10419120" y="66736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1" name=""/>
          <p:cNvSpPr/>
          <p:nvPr/>
        </p:nvSpPr>
        <p:spPr>
          <a:xfrm>
            <a:off x="10602000" y="6989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82" name=""/>
          <p:cNvSpPr/>
          <p:nvPr/>
        </p:nvSpPr>
        <p:spPr>
          <a:xfrm>
            <a:off x="10602000" y="6989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3" name=""/>
          <p:cNvSpPr/>
          <p:nvPr/>
        </p:nvSpPr>
        <p:spPr>
          <a:xfrm>
            <a:off x="9322560" y="68911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4" name=""/>
          <p:cNvSpPr/>
          <p:nvPr/>
        </p:nvSpPr>
        <p:spPr>
          <a:xfrm>
            <a:off x="9322560" y="68911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5" name=""/>
          <p:cNvSpPr/>
          <p:nvPr/>
        </p:nvSpPr>
        <p:spPr>
          <a:xfrm>
            <a:off x="8226360" y="67842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6" name=""/>
          <p:cNvSpPr/>
          <p:nvPr/>
        </p:nvSpPr>
        <p:spPr>
          <a:xfrm>
            <a:off x="8226360" y="67842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7" name=""/>
          <p:cNvSpPr/>
          <p:nvPr/>
        </p:nvSpPr>
        <p:spPr>
          <a:xfrm>
            <a:off x="10419120" y="68025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88" name=""/>
          <p:cNvSpPr/>
          <p:nvPr/>
        </p:nvSpPr>
        <p:spPr>
          <a:xfrm>
            <a:off x="10419120" y="68025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9" name=""/>
          <p:cNvSpPr/>
          <p:nvPr/>
        </p:nvSpPr>
        <p:spPr>
          <a:xfrm>
            <a:off x="10602000" y="66884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90" name=""/>
          <p:cNvSpPr/>
          <p:nvPr/>
        </p:nvSpPr>
        <p:spPr>
          <a:xfrm>
            <a:off x="10602000" y="66884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1" name=""/>
          <p:cNvSpPr/>
          <p:nvPr/>
        </p:nvSpPr>
        <p:spPr>
          <a:xfrm>
            <a:off x="7860960" y="64789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2" name=""/>
          <p:cNvSpPr/>
          <p:nvPr/>
        </p:nvSpPr>
        <p:spPr>
          <a:xfrm>
            <a:off x="7860960" y="64789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3" name=""/>
          <p:cNvSpPr/>
          <p:nvPr/>
        </p:nvSpPr>
        <p:spPr>
          <a:xfrm>
            <a:off x="8774640" y="67564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4" name=""/>
          <p:cNvSpPr/>
          <p:nvPr/>
        </p:nvSpPr>
        <p:spPr>
          <a:xfrm>
            <a:off x="8774640" y="67564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5" name=""/>
          <p:cNvSpPr/>
          <p:nvPr/>
        </p:nvSpPr>
        <p:spPr>
          <a:xfrm>
            <a:off x="10053720" y="6693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6" name=""/>
          <p:cNvSpPr/>
          <p:nvPr/>
        </p:nvSpPr>
        <p:spPr>
          <a:xfrm>
            <a:off x="10053720" y="6693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7" name=""/>
          <p:cNvSpPr/>
          <p:nvPr/>
        </p:nvSpPr>
        <p:spPr>
          <a:xfrm>
            <a:off x="8226360" y="66866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8" name=""/>
          <p:cNvSpPr/>
          <p:nvPr/>
        </p:nvSpPr>
        <p:spPr>
          <a:xfrm>
            <a:off x="8226360" y="66866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9" name=""/>
          <p:cNvSpPr/>
          <p:nvPr/>
        </p:nvSpPr>
        <p:spPr>
          <a:xfrm>
            <a:off x="10602000" y="66556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00" name=""/>
          <p:cNvSpPr/>
          <p:nvPr/>
        </p:nvSpPr>
        <p:spPr>
          <a:xfrm>
            <a:off x="10602000" y="66556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1" name=""/>
          <p:cNvSpPr/>
          <p:nvPr/>
        </p:nvSpPr>
        <p:spPr>
          <a:xfrm>
            <a:off x="8226360" y="66862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2" name=""/>
          <p:cNvSpPr/>
          <p:nvPr/>
        </p:nvSpPr>
        <p:spPr>
          <a:xfrm>
            <a:off x="8226360" y="66862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3" name=""/>
          <p:cNvSpPr/>
          <p:nvPr/>
        </p:nvSpPr>
        <p:spPr>
          <a:xfrm>
            <a:off x="8043480" y="67143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4" name=""/>
          <p:cNvSpPr/>
          <p:nvPr/>
        </p:nvSpPr>
        <p:spPr>
          <a:xfrm>
            <a:off x="8043480" y="67143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5" name=""/>
          <p:cNvSpPr/>
          <p:nvPr/>
        </p:nvSpPr>
        <p:spPr>
          <a:xfrm>
            <a:off x="10784520" y="71668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06" name=""/>
          <p:cNvSpPr/>
          <p:nvPr/>
        </p:nvSpPr>
        <p:spPr>
          <a:xfrm>
            <a:off x="10784520" y="71668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7" name=""/>
          <p:cNvSpPr/>
          <p:nvPr/>
        </p:nvSpPr>
        <p:spPr>
          <a:xfrm>
            <a:off x="8043480" y="6708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8" name=""/>
          <p:cNvSpPr/>
          <p:nvPr/>
        </p:nvSpPr>
        <p:spPr>
          <a:xfrm>
            <a:off x="8043480" y="6708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9" name=""/>
          <p:cNvSpPr/>
          <p:nvPr/>
        </p:nvSpPr>
        <p:spPr>
          <a:xfrm>
            <a:off x="8043480" y="71571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0" name=""/>
          <p:cNvSpPr/>
          <p:nvPr/>
        </p:nvSpPr>
        <p:spPr>
          <a:xfrm>
            <a:off x="8043480" y="71571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1" name=""/>
          <p:cNvSpPr/>
          <p:nvPr/>
        </p:nvSpPr>
        <p:spPr>
          <a:xfrm>
            <a:off x="8591760" y="72324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2" name=""/>
          <p:cNvSpPr/>
          <p:nvPr/>
        </p:nvSpPr>
        <p:spPr>
          <a:xfrm>
            <a:off x="8591760" y="72324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3" name=""/>
          <p:cNvSpPr/>
          <p:nvPr/>
        </p:nvSpPr>
        <p:spPr>
          <a:xfrm>
            <a:off x="10784520" y="67316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14" name=""/>
          <p:cNvSpPr/>
          <p:nvPr/>
        </p:nvSpPr>
        <p:spPr>
          <a:xfrm>
            <a:off x="10784520" y="67316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5" name=""/>
          <p:cNvSpPr/>
          <p:nvPr/>
        </p:nvSpPr>
        <p:spPr>
          <a:xfrm>
            <a:off x="9505440" y="6656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6" name=""/>
          <p:cNvSpPr/>
          <p:nvPr/>
        </p:nvSpPr>
        <p:spPr>
          <a:xfrm>
            <a:off x="9505440" y="6656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7" name=""/>
          <p:cNvSpPr/>
          <p:nvPr/>
        </p:nvSpPr>
        <p:spPr>
          <a:xfrm>
            <a:off x="10236240" y="66456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18" name=""/>
          <p:cNvSpPr/>
          <p:nvPr/>
        </p:nvSpPr>
        <p:spPr>
          <a:xfrm>
            <a:off x="10236240" y="66456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9" name=""/>
          <p:cNvSpPr/>
          <p:nvPr/>
        </p:nvSpPr>
        <p:spPr>
          <a:xfrm>
            <a:off x="10784520" y="66942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20" name=""/>
          <p:cNvSpPr/>
          <p:nvPr/>
        </p:nvSpPr>
        <p:spPr>
          <a:xfrm>
            <a:off x="10784520" y="66942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1" name=""/>
          <p:cNvSpPr/>
          <p:nvPr/>
        </p:nvSpPr>
        <p:spPr>
          <a:xfrm>
            <a:off x="10602000" y="64483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22" name=""/>
          <p:cNvSpPr/>
          <p:nvPr/>
        </p:nvSpPr>
        <p:spPr>
          <a:xfrm>
            <a:off x="10602000" y="64483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3" name=""/>
          <p:cNvSpPr/>
          <p:nvPr/>
        </p:nvSpPr>
        <p:spPr>
          <a:xfrm>
            <a:off x="10784520" y="66128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24" name=""/>
          <p:cNvSpPr/>
          <p:nvPr/>
        </p:nvSpPr>
        <p:spPr>
          <a:xfrm>
            <a:off x="10784520" y="66128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5" name=""/>
          <p:cNvSpPr/>
          <p:nvPr/>
        </p:nvSpPr>
        <p:spPr>
          <a:xfrm>
            <a:off x="7312680" y="6702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6" name=""/>
          <p:cNvSpPr/>
          <p:nvPr/>
        </p:nvSpPr>
        <p:spPr>
          <a:xfrm>
            <a:off x="7312680" y="6702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7" name=""/>
          <p:cNvSpPr/>
          <p:nvPr/>
        </p:nvSpPr>
        <p:spPr>
          <a:xfrm>
            <a:off x="10236240" y="69973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28" name=""/>
          <p:cNvSpPr/>
          <p:nvPr/>
        </p:nvSpPr>
        <p:spPr>
          <a:xfrm>
            <a:off x="10236240" y="69973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9" name=""/>
          <p:cNvSpPr/>
          <p:nvPr/>
        </p:nvSpPr>
        <p:spPr>
          <a:xfrm>
            <a:off x="9322560" y="69080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0" name=""/>
          <p:cNvSpPr/>
          <p:nvPr/>
        </p:nvSpPr>
        <p:spPr>
          <a:xfrm>
            <a:off x="9322560" y="69080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1" name=""/>
          <p:cNvSpPr/>
          <p:nvPr/>
        </p:nvSpPr>
        <p:spPr>
          <a:xfrm>
            <a:off x="10236240" y="64224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32" name=""/>
          <p:cNvSpPr/>
          <p:nvPr/>
        </p:nvSpPr>
        <p:spPr>
          <a:xfrm>
            <a:off x="10236240" y="64224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3" name=""/>
          <p:cNvSpPr/>
          <p:nvPr/>
        </p:nvSpPr>
        <p:spPr>
          <a:xfrm>
            <a:off x="8226360" y="6559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4" name=""/>
          <p:cNvSpPr/>
          <p:nvPr/>
        </p:nvSpPr>
        <p:spPr>
          <a:xfrm>
            <a:off x="8226360" y="6559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5" name=""/>
          <p:cNvSpPr/>
          <p:nvPr/>
        </p:nvSpPr>
        <p:spPr>
          <a:xfrm>
            <a:off x="6399000" y="6532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5986BD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36" name=""/>
          <p:cNvSpPr/>
          <p:nvPr/>
        </p:nvSpPr>
        <p:spPr>
          <a:xfrm>
            <a:off x="6399000" y="6532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5986BD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7" name=""/>
          <p:cNvSpPr/>
          <p:nvPr/>
        </p:nvSpPr>
        <p:spPr>
          <a:xfrm>
            <a:off x="7860960" y="6595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8" name=""/>
          <p:cNvSpPr/>
          <p:nvPr/>
        </p:nvSpPr>
        <p:spPr>
          <a:xfrm>
            <a:off x="7860960" y="6595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9" name=""/>
          <p:cNvSpPr/>
          <p:nvPr/>
        </p:nvSpPr>
        <p:spPr>
          <a:xfrm>
            <a:off x="9688320" y="68670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0" name=""/>
          <p:cNvSpPr/>
          <p:nvPr/>
        </p:nvSpPr>
        <p:spPr>
          <a:xfrm>
            <a:off x="9688320" y="68670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1" name=""/>
          <p:cNvSpPr/>
          <p:nvPr/>
        </p:nvSpPr>
        <p:spPr>
          <a:xfrm>
            <a:off x="6947280" y="75416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8EBCD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2" name=""/>
          <p:cNvSpPr/>
          <p:nvPr/>
        </p:nvSpPr>
        <p:spPr>
          <a:xfrm>
            <a:off x="6947280" y="75416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8EBCD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3" name=""/>
          <p:cNvSpPr/>
          <p:nvPr/>
        </p:nvSpPr>
        <p:spPr>
          <a:xfrm>
            <a:off x="8591760" y="66992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4" name=""/>
          <p:cNvSpPr/>
          <p:nvPr/>
        </p:nvSpPr>
        <p:spPr>
          <a:xfrm>
            <a:off x="8591760" y="66992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5" name=""/>
          <p:cNvSpPr/>
          <p:nvPr/>
        </p:nvSpPr>
        <p:spPr>
          <a:xfrm>
            <a:off x="6399000" y="66956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5986BD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46" name=""/>
          <p:cNvSpPr/>
          <p:nvPr/>
        </p:nvSpPr>
        <p:spPr>
          <a:xfrm>
            <a:off x="6399000" y="66956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5986BD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7" name=""/>
          <p:cNvSpPr/>
          <p:nvPr/>
        </p:nvSpPr>
        <p:spPr>
          <a:xfrm>
            <a:off x="6764400" y="64202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7DAAD0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8" name=""/>
          <p:cNvSpPr/>
          <p:nvPr/>
        </p:nvSpPr>
        <p:spPr>
          <a:xfrm>
            <a:off x="6764400" y="64202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7DAAD0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9" name=""/>
          <p:cNvSpPr/>
          <p:nvPr/>
        </p:nvSpPr>
        <p:spPr>
          <a:xfrm>
            <a:off x="7678080" y="66240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0" name=""/>
          <p:cNvSpPr/>
          <p:nvPr/>
        </p:nvSpPr>
        <p:spPr>
          <a:xfrm>
            <a:off x="7678080" y="66240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1" name=""/>
          <p:cNvSpPr/>
          <p:nvPr/>
        </p:nvSpPr>
        <p:spPr>
          <a:xfrm>
            <a:off x="7860960" y="6487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2" name=""/>
          <p:cNvSpPr/>
          <p:nvPr/>
        </p:nvSpPr>
        <p:spPr>
          <a:xfrm>
            <a:off x="7860960" y="6487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3" name=""/>
          <p:cNvSpPr/>
          <p:nvPr/>
        </p:nvSpPr>
        <p:spPr>
          <a:xfrm>
            <a:off x="9140040" y="66909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4" name=""/>
          <p:cNvSpPr/>
          <p:nvPr/>
        </p:nvSpPr>
        <p:spPr>
          <a:xfrm>
            <a:off x="9140040" y="66909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5" name=""/>
          <p:cNvSpPr/>
          <p:nvPr/>
        </p:nvSpPr>
        <p:spPr>
          <a:xfrm>
            <a:off x="9870840" y="67338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6" name=""/>
          <p:cNvSpPr/>
          <p:nvPr/>
        </p:nvSpPr>
        <p:spPr>
          <a:xfrm>
            <a:off x="9870840" y="67338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7" name=""/>
          <p:cNvSpPr/>
          <p:nvPr/>
        </p:nvSpPr>
        <p:spPr>
          <a:xfrm>
            <a:off x="8409240" y="66992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8" name=""/>
          <p:cNvSpPr/>
          <p:nvPr/>
        </p:nvSpPr>
        <p:spPr>
          <a:xfrm>
            <a:off x="8409240" y="66992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9" name=""/>
          <p:cNvSpPr/>
          <p:nvPr/>
        </p:nvSpPr>
        <p:spPr>
          <a:xfrm>
            <a:off x="8409240" y="67204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0" name=""/>
          <p:cNvSpPr/>
          <p:nvPr/>
        </p:nvSpPr>
        <p:spPr>
          <a:xfrm>
            <a:off x="8409240" y="67204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1" name=""/>
          <p:cNvSpPr/>
          <p:nvPr/>
        </p:nvSpPr>
        <p:spPr>
          <a:xfrm>
            <a:off x="9505440" y="6791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2" name=""/>
          <p:cNvSpPr/>
          <p:nvPr/>
        </p:nvSpPr>
        <p:spPr>
          <a:xfrm>
            <a:off x="9505440" y="6791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3" name=""/>
          <p:cNvSpPr/>
          <p:nvPr/>
        </p:nvSpPr>
        <p:spPr>
          <a:xfrm>
            <a:off x="7860960" y="6487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4" name=""/>
          <p:cNvSpPr/>
          <p:nvPr/>
        </p:nvSpPr>
        <p:spPr>
          <a:xfrm>
            <a:off x="7860960" y="6487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5" name=""/>
          <p:cNvSpPr/>
          <p:nvPr/>
        </p:nvSpPr>
        <p:spPr>
          <a:xfrm>
            <a:off x="7495200" y="69084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6" name=""/>
          <p:cNvSpPr/>
          <p:nvPr/>
        </p:nvSpPr>
        <p:spPr>
          <a:xfrm>
            <a:off x="7495200" y="69084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7" name=""/>
          <p:cNvSpPr/>
          <p:nvPr/>
        </p:nvSpPr>
        <p:spPr>
          <a:xfrm>
            <a:off x="9322560" y="66704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8" name=""/>
          <p:cNvSpPr/>
          <p:nvPr/>
        </p:nvSpPr>
        <p:spPr>
          <a:xfrm>
            <a:off x="9322560" y="66704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9" name=""/>
          <p:cNvSpPr/>
          <p:nvPr/>
        </p:nvSpPr>
        <p:spPr>
          <a:xfrm>
            <a:off x="7860960" y="6487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0" name=""/>
          <p:cNvSpPr/>
          <p:nvPr/>
        </p:nvSpPr>
        <p:spPr>
          <a:xfrm>
            <a:off x="7860960" y="6487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1" name=""/>
          <p:cNvSpPr/>
          <p:nvPr/>
        </p:nvSpPr>
        <p:spPr>
          <a:xfrm>
            <a:off x="9322560" y="65746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2" name=""/>
          <p:cNvSpPr/>
          <p:nvPr/>
        </p:nvSpPr>
        <p:spPr>
          <a:xfrm>
            <a:off x="9322560" y="65746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3" name=""/>
          <p:cNvSpPr/>
          <p:nvPr/>
        </p:nvSpPr>
        <p:spPr>
          <a:xfrm>
            <a:off x="10602000" y="70585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74" name=""/>
          <p:cNvSpPr/>
          <p:nvPr/>
        </p:nvSpPr>
        <p:spPr>
          <a:xfrm>
            <a:off x="10602000" y="70585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5" name=""/>
          <p:cNvSpPr/>
          <p:nvPr/>
        </p:nvSpPr>
        <p:spPr>
          <a:xfrm>
            <a:off x="8591760" y="65260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6" name=""/>
          <p:cNvSpPr/>
          <p:nvPr/>
        </p:nvSpPr>
        <p:spPr>
          <a:xfrm>
            <a:off x="8591760" y="65260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7" name=""/>
          <p:cNvSpPr/>
          <p:nvPr/>
        </p:nvSpPr>
        <p:spPr>
          <a:xfrm>
            <a:off x="7312680" y="6413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8" name=""/>
          <p:cNvSpPr/>
          <p:nvPr/>
        </p:nvSpPr>
        <p:spPr>
          <a:xfrm>
            <a:off x="7312680" y="6413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9" name=""/>
          <p:cNvSpPr/>
          <p:nvPr/>
        </p:nvSpPr>
        <p:spPr>
          <a:xfrm>
            <a:off x="7129800" y="67809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A1C9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0" name=""/>
          <p:cNvSpPr/>
          <p:nvPr/>
        </p:nvSpPr>
        <p:spPr>
          <a:xfrm>
            <a:off x="7129800" y="67809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A1C9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1" name=""/>
          <p:cNvSpPr/>
          <p:nvPr/>
        </p:nvSpPr>
        <p:spPr>
          <a:xfrm>
            <a:off x="7312680" y="64260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2" name=""/>
          <p:cNvSpPr/>
          <p:nvPr/>
        </p:nvSpPr>
        <p:spPr>
          <a:xfrm>
            <a:off x="7312680" y="64260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3" name=""/>
          <p:cNvSpPr/>
          <p:nvPr/>
        </p:nvSpPr>
        <p:spPr>
          <a:xfrm>
            <a:off x="10602000" y="67759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84" name=""/>
          <p:cNvSpPr/>
          <p:nvPr/>
        </p:nvSpPr>
        <p:spPr>
          <a:xfrm>
            <a:off x="10602000" y="67759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5" name=""/>
          <p:cNvSpPr/>
          <p:nvPr/>
        </p:nvSpPr>
        <p:spPr>
          <a:xfrm>
            <a:off x="6764400" y="64202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7DAAD0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6" name=""/>
          <p:cNvSpPr/>
          <p:nvPr/>
        </p:nvSpPr>
        <p:spPr>
          <a:xfrm>
            <a:off x="6764400" y="64202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7DAAD0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7" name=""/>
          <p:cNvSpPr/>
          <p:nvPr/>
        </p:nvSpPr>
        <p:spPr>
          <a:xfrm>
            <a:off x="8774640" y="66873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8" name=""/>
          <p:cNvSpPr/>
          <p:nvPr/>
        </p:nvSpPr>
        <p:spPr>
          <a:xfrm>
            <a:off x="8774640" y="66873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9" name=""/>
          <p:cNvSpPr/>
          <p:nvPr/>
        </p:nvSpPr>
        <p:spPr>
          <a:xfrm>
            <a:off x="8043480" y="6771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0" name=""/>
          <p:cNvSpPr/>
          <p:nvPr/>
        </p:nvSpPr>
        <p:spPr>
          <a:xfrm>
            <a:off x="8043480" y="6771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1" name=""/>
          <p:cNvSpPr/>
          <p:nvPr/>
        </p:nvSpPr>
        <p:spPr>
          <a:xfrm>
            <a:off x="9870840" y="64393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2" name=""/>
          <p:cNvSpPr/>
          <p:nvPr/>
        </p:nvSpPr>
        <p:spPr>
          <a:xfrm>
            <a:off x="9870840" y="64393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3" name=""/>
          <p:cNvSpPr/>
          <p:nvPr/>
        </p:nvSpPr>
        <p:spPr>
          <a:xfrm>
            <a:off x="7495200" y="67514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4" name=""/>
          <p:cNvSpPr/>
          <p:nvPr/>
        </p:nvSpPr>
        <p:spPr>
          <a:xfrm>
            <a:off x="7495200" y="67514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5" name=""/>
          <p:cNvSpPr/>
          <p:nvPr/>
        </p:nvSpPr>
        <p:spPr>
          <a:xfrm>
            <a:off x="10602000" y="65264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96" name=""/>
          <p:cNvSpPr/>
          <p:nvPr/>
        </p:nvSpPr>
        <p:spPr>
          <a:xfrm>
            <a:off x="10602000" y="65264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7" name=""/>
          <p:cNvSpPr/>
          <p:nvPr/>
        </p:nvSpPr>
        <p:spPr>
          <a:xfrm>
            <a:off x="8043480" y="71031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8" name=""/>
          <p:cNvSpPr/>
          <p:nvPr/>
        </p:nvSpPr>
        <p:spPr>
          <a:xfrm>
            <a:off x="8043480" y="71031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9" name=""/>
          <p:cNvSpPr/>
          <p:nvPr/>
        </p:nvSpPr>
        <p:spPr>
          <a:xfrm>
            <a:off x="8957160" y="66366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0" name=""/>
          <p:cNvSpPr/>
          <p:nvPr/>
        </p:nvSpPr>
        <p:spPr>
          <a:xfrm>
            <a:off x="8957160" y="66366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1" name=""/>
          <p:cNvSpPr/>
          <p:nvPr/>
        </p:nvSpPr>
        <p:spPr>
          <a:xfrm>
            <a:off x="10784520" y="64447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02" name=""/>
          <p:cNvSpPr/>
          <p:nvPr/>
        </p:nvSpPr>
        <p:spPr>
          <a:xfrm>
            <a:off x="10784520" y="64447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3" name=""/>
          <p:cNvSpPr/>
          <p:nvPr/>
        </p:nvSpPr>
        <p:spPr>
          <a:xfrm>
            <a:off x="9322560" y="70545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4" name=""/>
          <p:cNvSpPr/>
          <p:nvPr/>
        </p:nvSpPr>
        <p:spPr>
          <a:xfrm>
            <a:off x="9322560" y="70545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5" name=""/>
          <p:cNvSpPr/>
          <p:nvPr/>
        </p:nvSpPr>
        <p:spPr>
          <a:xfrm>
            <a:off x="10053720" y="64623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6" name=""/>
          <p:cNvSpPr/>
          <p:nvPr/>
        </p:nvSpPr>
        <p:spPr>
          <a:xfrm>
            <a:off x="10053720" y="64623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7" name=""/>
          <p:cNvSpPr/>
          <p:nvPr/>
        </p:nvSpPr>
        <p:spPr>
          <a:xfrm>
            <a:off x="10602000" y="64364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08" name=""/>
          <p:cNvSpPr/>
          <p:nvPr/>
        </p:nvSpPr>
        <p:spPr>
          <a:xfrm>
            <a:off x="10602000" y="64364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9" name=""/>
          <p:cNvSpPr/>
          <p:nvPr/>
        </p:nvSpPr>
        <p:spPr>
          <a:xfrm>
            <a:off x="8226360" y="66697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0" name=""/>
          <p:cNvSpPr/>
          <p:nvPr/>
        </p:nvSpPr>
        <p:spPr>
          <a:xfrm>
            <a:off x="8226360" y="66697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1" name=""/>
          <p:cNvSpPr/>
          <p:nvPr/>
        </p:nvSpPr>
        <p:spPr>
          <a:xfrm>
            <a:off x="10053720" y="66938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2" name=""/>
          <p:cNvSpPr/>
          <p:nvPr/>
        </p:nvSpPr>
        <p:spPr>
          <a:xfrm>
            <a:off x="10053720" y="66938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3" name=""/>
          <p:cNvSpPr/>
          <p:nvPr/>
        </p:nvSpPr>
        <p:spPr>
          <a:xfrm>
            <a:off x="7312680" y="6743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4" name=""/>
          <p:cNvSpPr/>
          <p:nvPr/>
        </p:nvSpPr>
        <p:spPr>
          <a:xfrm>
            <a:off x="7312680" y="6743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5" name=""/>
          <p:cNvSpPr/>
          <p:nvPr/>
        </p:nvSpPr>
        <p:spPr>
          <a:xfrm>
            <a:off x="9870840" y="66564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6" name=""/>
          <p:cNvSpPr/>
          <p:nvPr/>
        </p:nvSpPr>
        <p:spPr>
          <a:xfrm>
            <a:off x="9870840" y="66564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7" name=""/>
          <p:cNvSpPr/>
          <p:nvPr/>
        </p:nvSpPr>
        <p:spPr>
          <a:xfrm>
            <a:off x="10602000" y="64540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18" name=""/>
          <p:cNvSpPr/>
          <p:nvPr/>
        </p:nvSpPr>
        <p:spPr>
          <a:xfrm>
            <a:off x="10602000" y="64540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9" name=""/>
          <p:cNvSpPr/>
          <p:nvPr/>
        </p:nvSpPr>
        <p:spPr>
          <a:xfrm>
            <a:off x="10053720" y="6595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0" name=""/>
          <p:cNvSpPr/>
          <p:nvPr/>
        </p:nvSpPr>
        <p:spPr>
          <a:xfrm>
            <a:off x="10053720" y="6595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1" name=""/>
          <p:cNvSpPr/>
          <p:nvPr/>
        </p:nvSpPr>
        <p:spPr>
          <a:xfrm>
            <a:off x="10419120" y="68270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22" name=""/>
          <p:cNvSpPr/>
          <p:nvPr/>
        </p:nvSpPr>
        <p:spPr>
          <a:xfrm>
            <a:off x="10419120" y="68270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3" name=""/>
          <p:cNvSpPr/>
          <p:nvPr/>
        </p:nvSpPr>
        <p:spPr>
          <a:xfrm>
            <a:off x="8774640" y="67788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4" name=""/>
          <p:cNvSpPr/>
          <p:nvPr/>
        </p:nvSpPr>
        <p:spPr>
          <a:xfrm>
            <a:off x="8774640" y="67788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5" name=""/>
          <p:cNvSpPr/>
          <p:nvPr/>
        </p:nvSpPr>
        <p:spPr>
          <a:xfrm>
            <a:off x="8043480" y="66862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6" name=""/>
          <p:cNvSpPr/>
          <p:nvPr/>
        </p:nvSpPr>
        <p:spPr>
          <a:xfrm>
            <a:off x="8043480" y="66862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7" name=""/>
          <p:cNvSpPr/>
          <p:nvPr/>
        </p:nvSpPr>
        <p:spPr>
          <a:xfrm>
            <a:off x="8957160" y="6730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8" name=""/>
          <p:cNvSpPr/>
          <p:nvPr/>
        </p:nvSpPr>
        <p:spPr>
          <a:xfrm>
            <a:off x="8957160" y="6730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9" name=""/>
          <p:cNvSpPr/>
          <p:nvPr/>
        </p:nvSpPr>
        <p:spPr>
          <a:xfrm>
            <a:off x="9505440" y="6467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0" name=""/>
          <p:cNvSpPr/>
          <p:nvPr/>
        </p:nvSpPr>
        <p:spPr>
          <a:xfrm>
            <a:off x="9505440" y="6467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1" name=""/>
          <p:cNvSpPr/>
          <p:nvPr/>
        </p:nvSpPr>
        <p:spPr>
          <a:xfrm>
            <a:off x="10602000" y="6801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32" name=""/>
          <p:cNvSpPr/>
          <p:nvPr/>
        </p:nvSpPr>
        <p:spPr>
          <a:xfrm>
            <a:off x="10602000" y="6801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3" name=""/>
          <p:cNvSpPr/>
          <p:nvPr/>
        </p:nvSpPr>
        <p:spPr>
          <a:xfrm>
            <a:off x="10602000" y="6503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34" name=""/>
          <p:cNvSpPr/>
          <p:nvPr/>
        </p:nvSpPr>
        <p:spPr>
          <a:xfrm>
            <a:off x="10602000" y="6503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5" name=""/>
          <p:cNvSpPr/>
          <p:nvPr/>
        </p:nvSpPr>
        <p:spPr>
          <a:xfrm>
            <a:off x="10419120" y="63298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36" name=""/>
          <p:cNvSpPr/>
          <p:nvPr/>
        </p:nvSpPr>
        <p:spPr>
          <a:xfrm>
            <a:off x="10419120" y="63298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7" name=""/>
          <p:cNvSpPr/>
          <p:nvPr/>
        </p:nvSpPr>
        <p:spPr>
          <a:xfrm>
            <a:off x="10236240" y="67770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38" name=""/>
          <p:cNvSpPr/>
          <p:nvPr/>
        </p:nvSpPr>
        <p:spPr>
          <a:xfrm>
            <a:off x="10236240" y="67770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9" name=""/>
          <p:cNvSpPr/>
          <p:nvPr/>
        </p:nvSpPr>
        <p:spPr>
          <a:xfrm>
            <a:off x="8043480" y="7230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0" name=""/>
          <p:cNvSpPr/>
          <p:nvPr/>
        </p:nvSpPr>
        <p:spPr>
          <a:xfrm>
            <a:off x="8043480" y="7230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1" name=""/>
          <p:cNvSpPr/>
          <p:nvPr/>
        </p:nvSpPr>
        <p:spPr>
          <a:xfrm>
            <a:off x="10784520" y="69368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42" name=""/>
          <p:cNvSpPr/>
          <p:nvPr/>
        </p:nvSpPr>
        <p:spPr>
          <a:xfrm>
            <a:off x="10784520" y="69368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3" name=""/>
          <p:cNvSpPr/>
          <p:nvPr/>
        </p:nvSpPr>
        <p:spPr>
          <a:xfrm>
            <a:off x="10419120" y="68040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44" name=""/>
          <p:cNvSpPr/>
          <p:nvPr/>
        </p:nvSpPr>
        <p:spPr>
          <a:xfrm>
            <a:off x="10419120" y="68040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5" name=""/>
          <p:cNvSpPr/>
          <p:nvPr/>
        </p:nvSpPr>
        <p:spPr>
          <a:xfrm>
            <a:off x="9505440" y="65214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6" name=""/>
          <p:cNvSpPr/>
          <p:nvPr/>
        </p:nvSpPr>
        <p:spPr>
          <a:xfrm>
            <a:off x="9505440" y="65214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7" name=""/>
          <p:cNvSpPr/>
          <p:nvPr/>
        </p:nvSpPr>
        <p:spPr>
          <a:xfrm>
            <a:off x="9688320" y="6450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8" name=""/>
          <p:cNvSpPr/>
          <p:nvPr/>
        </p:nvSpPr>
        <p:spPr>
          <a:xfrm>
            <a:off x="9688320" y="6450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9" name=""/>
          <p:cNvSpPr/>
          <p:nvPr/>
        </p:nvSpPr>
        <p:spPr>
          <a:xfrm>
            <a:off x="9688320" y="6710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0" name=""/>
          <p:cNvSpPr/>
          <p:nvPr/>
        </p:nvSpPr>
        <p:spPr>
          <a:xfrm>
            <a:off x="9688320" y="6710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1" name=""/>
          <p:cNvSpPr/>
          <p:nvPr/>
        </p:nvSpPr>
        <p:spPr>
          <a:xfrm>
            <a:off x="9870840" y="68144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2" name=""/>
          <p:cNvSpPr/>
          <p:nvPr/>
        </p:nvSpPr>
        <p:spPr>
          <a:xfrm>
            <a:off x="9870840" y="68144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3" name=""/>
          <p:cNvSpPr/>
          <p:nvPr/>
        </p:nvSpPr>
        <p:spPr>
          <a:xfrm>
            <a:off x="9688320" y="6879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4" name=""/>
          <p:cNvSpPr/>
          <p:nvPr/>
        </p:nvSpPr>
        <p:spPr>
          <a:xfrm>
            <a:off x="9688320" y="6879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5" name=""/>
          <p:cNvSpPr/>
          <p:nvPr/>
        </p:nvSpPr>
        <p:spPr>
          <a:xfrm>
            <a:off x="9322560" y="70624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6" name=""/>
          <p:cNvSpPr/>
          <p:nvPr/>
        </p:nvSpPr>
        <p:spPr>
          <a:xfrm>
            <a:off x="9322560" y="70624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7" name=""/>
          <p:cNvSpPr/>
          <p:nvPr/>
        </p:nvSpPr>
        <p:spPr>
          <a:xfrm>
            <a:off x="9505440" y="64238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8" name=""/>
          <p:cNvSpPr/>
          <p:nvPr/>
        </p:nvSpPr>
        <p:spPr>
          <a:xfrm>
            <a:off x="9505440" y="64238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9" name=""/>
          <p:cNvSpPr/>
          <p:nvPr/>
        </p:nvSpPr>
        <p:spPr>
          <a:xfrm>
            <a:off x="8409240" y="66016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0" name=""/>
          <p:cNvSpPr/>
          <p:nvPr/>
        </p:nvSpPr>
        <p:spPr>
          <a:xfrm>
            <a:off x="8409240" y="66016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1" name=""/>
          <p:cNvSpPr/>
          <p:nvPr/>
        </p:nvSpPr>
        <p:spPr>
          <a:xfrm>
            <a:off x="10053720" y="6629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2" name=""/>
          <p:cNvSpPr/>
          <p:nvPr/>
        </p:nvSpPr>
        <p:spPr>
          <a:xfrm>
            <a:off x="10053720" y="6629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3" name=""/>
          <p:cNvSpPr/>
          <p:nvPr/>
        </p:nvSpPr>
        <p:spPr>
          <a:xfrm>
            <a:off x="9140040" y="66096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4" name=""/>
          <p:cNvSpPr/>
          <p:nvPr/>
        </p:nvSpPr>
        <p:spPr>
          <a:xfrm>
            <a:off x="9140040" y="66096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5" name=""/>
          <p:cNvSpPr/>
          <p:nvPr/>
        </p:nvSpPr>
        <p:spPr>
          <a:xfrm>
            <a:off x="10602000" y="68263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66" name=""/>
          <p:cNvSpPr/>
          <p:nvPr/>
        </p:nvSpPr>
        <p:spPr>
          <a:xfrm>
            <a:off x="10602000" y="68263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7" name=""/>
          <p:cNvSpPr/>
          <p:nvPr/>
        </p:nvSpPr>
        <p:spPr>
          <a:xfrm>
            <a:off x="10236240" y="66888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68" name=""/>
          <p:cNvSpPr/>
          <p:nvPr/>
        </p:nvSpPr>
        <p:spPr>
          <a:xfrm>
            <a:off x="10236240" y="66888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9" name=""/>
          <p:cNvSpPr/>
          <p:nvPr/>
        </p:nvSpPr>
        <p:spPr>
          <a:xfrm>
            <a:off x="7860960" y="67294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0" name=""/>
          <p:cNvSpPr/>
          <p:nvPr/>
        </p:nvSpPr>
        <p:spPr>
          <a:xfrm>
            <a:off x="7860960" y="67294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1" name=""/>
          <p:cNvSpPr/>
          <p:nvPr/>
        </p:nvSpPr>
        <p:spPr>
          <a:xfrm>
            <a:off x="7495200" y="67514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2" name=""/>
          <p:cNvSpPr/>
          <p:nvPr/>
        </p:nvSpPr>
        <p:spPr>
          <a:xfrm>
            <a:off x="7495200" y="67514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3" name=""/>
          <p:cNvSpPr/>
          <p:nvPr/>
        </p:nvSpPr>
        <p:spPr>
          <a:xfrm>
            <a:off x="7678080" y="7394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4" name=""/>
          <p:cNvSpPr/>
          <p:nvPr/>
        </p:nvSpPr>
        <p:spPr>
          <a:xfrm>
            <a:off x="7678080" y="7394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5" name=""/>
          <p:cNvSpPr/>
          <p:nvPr/>
        </p:nvSpPr>
        <p:spPr>
          <a:xfrm>
            <a:off x="9688320" y="67831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6" name=""/>
          <p:cNvSpPr/>
          <p:nvPr/>
        </p:nvSpPr>
        <p:spPr>
          <a:xfrm>
            <a:off x="9688320" y="67831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7" name=""/>
          <p:cNvSpPr/>
          <p:nvPr/>
        </p:nvSpPr>
        <p:spPr>
          <a:xfrm>
            <a:off x="9322560" y="65278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8" name=""/>
          <p:cNvSpPr/>
          <p:nvPr/>
        </p:nvSpPr>
        <p:spPr>
          <a:xfrm>
            <a:off x="9322560" y="65278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9" name=""/>
          <p:cNvSpPr/>
          <p:nvPr/>
        </p:nvSpPr>
        <p:spPr>
          <a:xfrm>
            <a:off x="8226360" y="65962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0" name=""/>
          <p:cNvSpPr/>
          <p:nvPr/>
        </p:nvSpPr>
        <p:spPr>
          <a:xfrm>
            <a:off x="8226360" y="65962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1" name=""/>
          <p:cNvSpPr/>
          <p:nvPr/>
        </p:nvSpPr>
        <p:spPr>
          <a:xfrm>
            <a:off x="10236240" y="63594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82" name=""/>
          <p:cNvSpPr/>
          <p:nvPr/>
        </p:nvSpPr>
        <p:spPr>
          <a:xfrm>
            <a:off x="10236240" y="63594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3" name=""/>
          <p:cNvSpPr/>
          <p:nvPr/>
        </p:nvSpPr>
        <p:spPr>
          <a:xfrm>
            <a:off x="10602000" y="6438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84" name=""/>
          <p:cNvSpPr/>
          <p:nvPr/>
        </p:nvSpPr>
        <p:spPr>
          <a:xfrm>
            <a:off x="10602000" y="6438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5" name=""/>
          <p:cNvSpPr/>
          <p:nvPr/>
        </p:nvSpPr>
        <p:spPr>
          <a:xfrm>
            <a:off x="8591760" y="6423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6" name=""/>
          <p:cNvSpPr/>
          <p:nvPr/>
        </p:nvSpPr>
        <p:spPr>
          <a:xfrm>
            <a:off x="8591760" y="6423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7" name=""/>
          <p:cNvSpPr/>
          <p:nvPr/>
        </p:nvSpPr>
        <p:spPr>
          <a:xfrm>
            <a:off x="7678080" y="64864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8" name=""/>
          <p:cNvSpPr/>
          <p:nvPr/>
        </p:nvSpPr>
        <p:spPr>
          <a:xfrm>
            <a:off x="7678080" y="64864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9" name=""/>
          <p:cNvSpPr/>
          <p:nvPr/>
        </p:nvSpPr>
        <p:spPr>
          <a:xfrm>
            <a:off x="10784520" y="66499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90" name=""/>
          <p:cNvSpPr/>
          <p:nvPr/>
        </p:nvSpPr>
        <p:spPr>
          <a:xfrm>
            <a:off x="10784520" y="66499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1" name=""/>
          <p:cNvSpPr/>
          <p:nvPr/>
        </p:nvSpPr>
        <p:spPr>
          <a:xfrm>
            <a:off x="7678080" y="65991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2" name=""/>
          <p:cNvSpPr/>
          <p:nvPr/>
        </p:nvSpPr>
        <p:spPr>
          <a:xfrm>
            <a:off x="7678080" y="65991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3" name=""/>
          <p:cNvSpPr/>
          <p:nvPr/>
        </p:nvSpPr>
        <p:spPr>
          <a:xfrm>
            <a:off x="9322560" y="68457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4" name=""/>
          <p:cNvSpPr/>
          <p:nvPr/>
        </p:nvSpPr>
        <p:spPr>
          <a:xfrm>
            <a:off x="9322560" y="68457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5" name=""/>
          <p:cNvSpPr/>
          <p:nvPr/>
        </p:nvSpPr>
        <p:spPr>
          <a:xfrm>
            <a:off x="9322560" y="65473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6" name=""/>
          <p:cNvSpPr/>
          <p:nvPr/>
        </p:nvSpPr>
        <p:spPr>
          <a:xfrm>
            <a:off x="9322560" y="65473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7" name=""/>
          <p:cNvSpPr/>
          <p:nvPr/>
        </p:nvSpPr>
        <p:spPr>
          <a:xfrm>
            <a:off x="9870840" y="66916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8" name=""/>
          <p:cNvSpPr/>
          <p:nvPr/>
        </p:nvSpPr>
        <p:spPr>
          <a:xfrm>
            <a:off x="9870840" y="66916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9" name=""/>
          <p:cNvSpPr/>
          <p:nvPr/>
        </p:nvSpPr>
        <p:spPr>
          <a:xfrm>
            <a:off x="7860960" y="64908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0" name=""/>
          <p:cNvSpPr/>
          <p:nvPr/>
        </p:nvSpPr>
        <p:spPr>
          <a:xfrm>
            <a:off x="7860960" y="64908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1" name=""/>
          <p:cNvSpPr/>
          <p:nvPr/>
        </p:nvSpPr>
        <p:spPr>
          <a:xfrm>
            <a:off x="8774640" y="66866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2" name=""/>
          <p:cNvSpPr/>
          <p:nvPr/>
        </p:nvSpPr>
        <p:spPr>
          <a:xfrm>
            <a:off x="8774640" y="66866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3" name=""/>
          <p:cNvSpPr/>
          <p:nvPr/>
        </p:nvSpPr>
        <p:spPr>
          <a:xfrm>
            <a:off x="9688320" y="6879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4" name=""/>
          <p:cNvSpPr/>
          <p:nvPr/>
        </p:nvSpPr>
        <p:spPr>
          <a:xfrm>
            <a:off x="9688320" y="6879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5" name=""/>
          <p:cNvSpPr/>
          <p:nvPr/>
        </p:nvSpPr>
        <p:spPr>
          <a:xfrm>
            <a:off x="9505440" y="68968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6" name=""/>
          <p:cNvSpPr/>
          <p:nvPr/>
        </p:nvSpPr>
        <p:spPr>
          <a:xfrm>
            <a:off x="9505440" y="68968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7" name=""/>
          <p:cNvSpPr/>
          <p:nvPr/>
        </p:nvSpPr>
        <p:spPr>
          <a:xfrm>
            <a:off x="8043480" y="64245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8" name=""/>
          <p:cNvSpPr/>
          <p:nvPr/>
        </p:nvSpPr>
        <p:spPr>
          <a:xfrm>
            <a:off x="8043480" y="64245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9" name=""/>
          <p:cNvSpPr/>
          <p:nvPr/>
        </p:nvSpPr>
        <p:spPr>
          <a:xfrm>
            <a:off x="10236240" y="65998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10" name=""/>
          <p:cNvSpPr/>
          <p:nvPr/>
        </p:nvSpPr>
        <p:spPr>
          <a:xfrm>
            <a:off x="10236240" y="65998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1" name=""/>
          <p:cNvSpPr/>
          <p:nvPr/>
        </p:nvSpPr>
        <p:spPr>
          <a:xfrm>
            <a:off x="9870840" y="64393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2" name=""/>
          <p:cNvSpPr/>
          <p:nvPr/>
        </p:nvSpPr>
        <p:spPr>
          <a:xfrm>
            <a:off x="9870840" y="64393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3" name=""/>
          <p:cNvSpPr/>
          <p:nvPr/>
        </p:nvSpPr>
        <p:spPr>
          <a:xfrm>
            <a:off x="7860960" y="66949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4" name=""/>
          <p:cNvSpPr/>
          <p:nvPr/>
        </p:nvSpPr>
        <p:spPr>
          <a:xfrm>
            <a:off x="7860960" y="66949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5" name=""/>
          <p:cNvSpPr/>
          <p:nvPr/>
        </p:nvSpPr>
        <p:spPr>
          <a:xfrm>
            <a:off x="7495200" y="66247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6" name=""/>
          <p:cNvSpPr/>
          <p:nvPr/>
        </p:nvSpPr>
        <p:spPr>
          <a:xfrm>
            <a:off x="7495200" y="66247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7" name=""/>
          <p:cNvSpPr/>
          <p:nvPr/>
        </p:nvSpPr>
        <p:spPr>
          <a:xfrm>
            <a:off x="8591760" y="68295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8" name=""/>
          <p:cNvSpPr/>
          <p:nvPr/>
        </p:nvSpPr>
        <p:spPr>
          <a:xfrm>
            <a:off x="8591760" y="68295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9" name=""/>
          <p:cNvSpPr/>
          <p:nvPr/>
        </p:nvSpPr>
        <p:spPr>
          <a:xfrm>
            <a:off x="7495200" y="67568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0" name=""/>
          <p:cNvSpPr/>
          <p:nvPr/>
        </p:nvSpPr>
        <p:spPr>
          <a:xfrm>
            <a:off x="7495200" y="67568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1" name=""/>
          <p:cNvSpPr/>
          <p:nvPr/>
        </p:nvSpPr>
        <p:spPr>
          <a:xfrm>
            <a:off x="9688320" y="68806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2" name=""/>
          <p:cNvSpPr/>
          <p:nvPr/>
        </p:nvSpPr>
        <p:spPr>
          <a:xfrm>
            <a:off x="9688320" y="68806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3" name=""/>
          <p:cNvSpPr/>
          <p:nvPr/>
        </p:nvSpPr>
        <p:spPr>
          <a:xfrm>
            <a:off x="8226360" y="72118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4" name=""/>
          <p:cNvSpPr/>
          <p:nvPr/>
        </p:nvSpPr>
        <p:spPr>
          <a:xfrm>
            <a:off x="8226360" y="72118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5" name=""/>
          <p:cNvSpPr/>
          <p:nvPr/>
        </p:nvSpPr>
        <p:spPr>
          <a:xfrm>
            <a:off x="8591760" y="64130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6" name=""/>
          <p:cNvSpPr/>
          <p:nvPr/>
        </p:nvSpPr>
        <p:spPr>
          <a:xfrm>
            <a:off x="8591760" y="64130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7" name=""/>
          <p:cNvSpPr/>
          <p:nvPr/>
        </p:nvSpPr>
        <p:spPr>
          <a:xfrm>
            <a:off x="10602000" y="66315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28" name=""/>
          <p:cNvSpPr/>
          <p:nvPr/>
        </p:nvSpPr>
        <p:spPr>
          <a:xfrm>
            <a:off x="10602000" y="66315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9" name=""/>
          <p:cNvSpPr/>
          <p:nvPr/>
        </p:nvSpPr>
        <p:spPr>
          <a:xfrm>
            <a:off x="9505440" y="6411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0" name=""/>
          <p:cNvSpPr/>
          <p:nvPr/>
        </p:nvSpPr>
        <p:spPr>
          <a:xfrm>
            <a:off x="9505440" y="6411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1" name=""/>
          <p:cNvSpPr/>
          <p:nvPr/>
        </p:nvSpPr>
        <p:spPr>
          <a:xfrm>
            <a:off x="10602000" y="64396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32" name=""/>
          <p:cNvSpPr/>
          <p:nvPr/>
        </p:nvSpPr>
        <p:spPr>
          <a:xfrm>
            <a:off x="10602000" y="64396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3" name=""/>
          <p:cNvSpPr/>
          <p:nvPr/>
        </p:nvSpPr>
        <p:spPr>
          <a:xfrm>
            <a:off x="9870840" y="66578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4" name=""/>
          <p:cNvSpPr/>
          <p:nvPr/>
        </p:nvSpPr>
        <p:spPr>
          <a:xfrm>
            <a:off x="9870840" y="66578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5" name=""/>
          <p:cNvSpPr/>
          <p:nvPr/>
        </p:nvSpPr>
        <p:spPr>
          <a:xfrm>
            <a:off x="8957160" y="66765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6" name=""/>
          <p:cNvSpPr/>
          <p:nvPr/>
        </p:nvSpPr>
        <p:spPr>
          <a:xfrm>
            <a:off x="8957160" y="66765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7" name=""/>
          <p:cNvSpPr/>
          <p:nvPr/>
        </p:nvSpPr>
        <p:spPr>
          <a:xfrm>
            <a:off x="9505440" y="66056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8" name=""/>
          <p:cNvSpPr/>
          <p:nvPr/>
        </p:nvSpPr>
        <p:spPr>
          <a:xfrm>
            <a:off x="9505440" y="66056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9" name=""/>
          <p:cNvSpPr/>
          <p:nvPr/>
        </p:nvSpPr>
        <p:spPr>
          <a:xfrm>
            <a:off x="9505440" y="64803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0" name=""/>
          <p:cNvSpPr/>
          <p:nvPr/>
        </p:nvSpPr>
        <p:spPr>
          <a:xfrm>
            <a:off x="9505440" y="64803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1" name=""/>
          <p:cNvSpPr/>
          <p:nvPr/>
        </p:nvSpPr>
        <p:spPr>
          <a:xfrm>
            <a:off x="6764400" y="67910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7DAAD0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2" name=""/>
          <p:cNvSpPr/>
          <p:nvPr/>
        </p:nvSpPr>
        <p:spPr>
          <a:xfrm>
            <a:off x="6764400" y="67910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7DAAD0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3" name=""/>
          <p:cNvSpPr/>
          <p:nvPr/>
        </p:nvSpPr>
        <p:spPr>
          <a:xfrm>
            <a:off x="10419120" y="64008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44" name=""/>
          <p:cNvSpPr/>
          <p:nvPr/>
        </p:nvSpPr>
        <p:spPr>
          <a:xfrm>
            <a:off x="10419120" y="64008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5" name=""/>
          <p:cNvSpPr/>
          <p:nvPr/>
        </p:nvSpPr>
        <p:spPr>
          <a:xfrm>
            <a:off x="8957160" y="6693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6" name=""/>
          <p:cNvSpPr/>
          <p:nvPr/>
        </p:nvSpPr>
        <p:spPr>
          <a:xfrm>
            <a:off x="8957160" y="6693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7" name=""/>
          <p:cNvSpPr/>
          <p:nvPr/>
        </p:nvSpPr>
        <p:spPr>
          <a:xfrm>
            <a:off x="9505440" y="64173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8" name=""/>
          <p:cNvSpPr/>
          <p:nvPr/>
        </p:nvSpPr>
        <p:spPr>
          <a:xfrm>
            <a:off x="9505440" y="64173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9" name=""/>
          <p:cNvSpPr/>
          <p:nvPr/>
        </p:nvSpPr>
        <p:spPr>
          <a:xfrm>
            <a:off x="8409240" y="69260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0" name=""/>
          <p:cNvSpPr/>
          <p:nvPr/>
        </p:nvSpPr>
        <p:spPr>
          <a:xfrm>
            <a:off x="8409240" y="69260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1" name=""/>
          <p:cNvSpPr/>
          <p:nvPr/>
        </p:nvSpPr>
        <p:spPr>
          <a:xfrm>
            <a:off x="10236240" y="64382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52" name=""/>
          <p:cNvSpPr/>
          <p:nvPr/>
        </p:nvSpPr>
        <p:spPr>
          <a:xfrm>
            <a:off x="10236240" y="64382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3" name=""/>
          <p:cNvSpPr/>
          <p:nvPr/>
        </p:nvSpPr>
        <p:spPr>
          <a:xfrm>
            <a:off x="10602000" y="64396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54" name=""/>
          <p:cNvSpPr/>
          <p:nvPr/>
        </p:nvSpPr>
        <p:spPr>
          <a:xfrm>
            <a:off x="10602000" y="64396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5" name=""/>
          <p:cNvSpPr/>
          <p:nvPr/>
        </p:nvSpPr>
        <p:spPr>
          <a:xfrm>
            <a:off x="9870840" y="69807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6" name=""/>
          <p:cNvSpPr/>
          <p:nvPr/>
        </p:nvSpPr>
        <p:spPr>
          <a:xfrm>
            <a:off x="9870840" y="69807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7" name=""/>
          <p:cNvSpPr/>
          <p:nvPr/>
        </p:nvSpPr>
        <p:spPr>
          <a:xfrm>
            <a:off x="9322560" y="65325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8" name=""/>
          <p:cNvSpPr/>
          <p:nvPr/>
        </p:nvSpPr>
        <p:spPr>
          <a:xfrm>
            <a:off x="9322560" y="65325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9" name=""/>
          <p:cNvSpPr/>
          <p:nvPr/>
        </p:nvSpPr>
        <p:spPr>
          <a:xfrm>
            <a:off x="9688320" y="65674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0" name=""/>
          <p:cNvSpPr/>
          <p:nvPr/>
        </p:nvSpPr>
        <p:spPr>
          <a:xfrm>
            <a:off x="9688320" y="65674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1" name=""/>
          <p:cNvSpPr/>
          <p:nvPr/>
        </p:nvSpPr>
        <p:spPr>
          <a:xfrm>
            <a:off x="8043480" y="75463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2" name=""/>
          <p:cNvSpPr/>
          <p:nvPr/>
        </p:nvSpPr>
        <p:spPr>
          <a:xfrm>
            <a:off x="8043480" y="75463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3" name=""/>
          <p:cNvSpPr/>
          <p:nvPr/>
        </p:nvSpPr>
        <p:spPr>
          <a:xfrm>
            <a:off x="8591760" y="6411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4" name=""/>
          <p:cNvSpPr/>
          <p:nvPr/>
        </p:nvSpPr>
        <p:spPr>
          <a:xfrm>
            <a:off x="8591760" y="6411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5" name=""/>
          <p:cNvSpPr/>
          <p:nvPr/>
        </p:nvSpPr>
        <p:spPr>
          <a:xfrm>
            <a:off x="10784520" y="64346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66" name=""/>
          <p:cNvSpPr/>
          <p:nvPr/>
        </p:nvSpPr>
        <p:spPr>
          <a:xfrm>
            <a:off x="10784520" y="64346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7" name=""/>
          <p:cNvSpPr/>
          <p:nvPr/>
        </p:nvSpPr>
        <p:spPr>
          <a:xfrm>
            <a:off x="9870840" y="64069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8" name=""/>
          <p:cNvSpPr/>
          <p:nvPr/>
        </p:nvSpPr>
        <p:spPr>
          <a:xfrm>
            <a:off x="9870840" y="64069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9" name=""/>
          <p:cNvSpPr/>
          <p:nvPr/>
        </p:nvSpPr>
        <p:spPr>
          <a:xfrm>
            <a:off x="10053720" y="66916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0" name=""/>
          <p:cNvSpPr/>
          <p:nvPr/>
        </p:nvSpPr>
        <p:spPr>
          <a:xfrm>
            <a:off x="10053720" y="66916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1" name=""/>
          <p:cNvSpPr/>
          <p:nvPr/>
        </p:nvSpPr>
        <p:spPr>
          <a:xfrm>
            <a:off x="8043480" y="65296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2" name=""/>
          <p:cNvSpPr/>
          <p:nvPr/>
        </p:nvSpPr>
        <p:spPr>
          <a:xfrm>
            <a:off x="8043480" y="65296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3" name=""/>
          <p:cNvSpPr/>
          <p:nvPr/>
        </p:nvSpPr>
        <p:spPr>
          <a:xfrm>
            <a:off x="9688320" y="65174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4" name=""/>
          <p:cNvSpPr/>
          <p:nvPr/>
        </p:nvSpPr>
        <p:spPr>
          <a:xfrm>
            <a:off x="9688320" y="65174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5" name=""/>
          <p:cNvSpPr/>
          <p:nvPr/>
        </p:nvSpPr>
        <p:spPr>
          <a:xfrm>
            <a:off x="10419120" y="7250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76" name=""/>
          <p:cNvSpPr/>
          <p:nvPr/>
        </p:nvSpPr>
        <p:spPr>
          <a:xfrm>
            <a:off x="10419120" y="7250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7" name=""/>
          <p:cNvSpPr/>
          <p:nvPr/>
        </p:nvSpPr>
        <p:spPr>
          <a:xfrm>
            <a:off x="10419120" y="66078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78" name=""/>
          <p:cNvSpPr/>
          <p:nvPr/>
        </p:nvSpPr>
        <p:spPr>
          <a:xfrm>
            <a:off x="10419120" y="66078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9" name=""/>
          <p:cNvSpPr/>
          <p:nvPr/>
        </p:nvSpPr>
        <p:spPr>
          <a:xfrm>
            <a:off x="10784520" y="66888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80" name=""/>
          <p:cNvSpPr/>
          <p:nvPr/>
        </p:nvSpPr>
        <p:spPr>
          <a:xfrm>
            <a:off x="10784520" y="66888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1" name=""/>
          <p:cNvSpPr/>
          <p:nvPr/>
        </p:nvSpPr>
        <p:spPr>
          <a:xfrm>
            <a:off x="9870840" y="67856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2" name=""/>
          <p:cNvSpPr/>
          <p:nvPr/>
        </p:nvSpPr>
        <p:spPr>
          <a:xfrm>
            <a:off x="9870840" y="67856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3" name=""/>
          <p:cNvSpPr/>
          <p:nvPr/>
        </p:nvSpPr>
        <p:spPr>
          <a:xfrm>
            <a:off x="9505440" y="67550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4" name=""/>
          <p:cNvSpPr/>
          <p:nvPr/>
        </p:nvSpPr>
        <p:spPr>
          <a:xfrm>
            <a:off x="9505440" y="67550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5" name=""/>
          <p:cNvSpPr/>
          <p:nvPr/>
        </p:nvSpPr>
        <p:spPr>
          <a:xfrm>
            <a:off x="9505440" y="65210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6" name=""/>
          <p:cNvSpPr/>
          <p:nvPr/>
        </p:nvSpPr>
        <p:spPr>
          <a:xfrm>
            <a:off x="9505440" y="65210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7" name=""/>
          <p:cNvSpPr/>
          <p:nvPr/>
        </p:nvSpPr>
        <p:spPr>
          <a:xfrm>
            <a:off x="6947280" y="66895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8EBCD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8" name=""/>
          <p:cNvSpPr/>
          <p:nvPr/>
        </p:nvSpPr>
        <p:spPr>
          <a:xfrm>
            <a:off x="6947280" y="66895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8EBCD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9" name=""/>
          <p:cNvSpPr/>
          <p:nvPr/>
        </p:nvSpPr>
        <p:spPr>
          <a:xfrm>
            <a:off x="9322560" y="66704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0" name=""/>
          <p:cNvSpPr/>
          <p:nvPr/>
        </p:nvSpPr>
        <p:spPr>
          <a:xfrm>
            <a:off x="9322560" y="66704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1" name=""/>
          <p:cNvSpPr/>
          <p:nvPr/>
        </p:nvSpPr>
        <p:spPr>
          <a:xfrm>
            <a:off x="8043480" y="6915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2" name=""/>
          <p:cNvSpPr/>
          <p:nvPr/>
        </p:nvSpPr>
        <p:spPr>
          <a:xfrm>
            <a:off x="8043480" y="6915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3" name=""/>
          <p:cNvSpPr/>
          <p:nvPr/>
        </p:nvSpPr>
        <p:spPr>
          <a:xfrm>
            <a:off x="9322560" y="70930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4" name=""/>
          <p:cNvSpPr/>
          <p:nvPr/>
        </p:nvSpPr>
        <p:spPr>
          <a:xfrm>
            <a:off x="9322560" y="70930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5" name=""/>
          <p:cNvSpPr/>
          <p:nvPr/>
        </p:nvSpPr>
        <p:spPr>
          <a:xfrm>
            <a:off x="10602000" y="66304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96" name=""/>
          <p:cNvSpPr/>
          <p:nvPr/>
        </p:nvSpPr>
        <p:spPr>
          <a:xfrm>
            <a:off x="10602000" y="66304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7" name=""/>
          <p:cNvSpPr/>
          <p:nvPr/>
        </p:nvSpPr>
        <p:spPr>
          <a:xfrm>
            <a:off x="9870840" y="67050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8" name=""/>
          <p:cNvSpPr/>
          <p:nvPr/>
        </p:nvSpPr>
        <p:spPr>
          <a:xfrm>
            <a:off x="9870840" y="67050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9" name=""/>
          <p:cNvSpPr/>
          <p:nvPr/>
        </p:nvSpPr>
        <p:spPr>
          <a:xfrm>
            <a:off x="10236240" y="69832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00" name=""/>
          <p:cNvSpPr/>
          <p:nvPr/>
        </p:nvSpPr>
        <p:spPr>
          <a:xfrm>
            <a:off x="10236240" y="69832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1" name=""/>
          <p:cNvSpPr/>
          <p:nvPr/>
        </p:nvSpPr>
        <p:spPr>
          <a:xfrm>
            <a:off x="8226360" y="67147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2" name=""/>
          <p:cNvSpPr/>
          <p:nvPr/>
        </p:nvSpPr>
        <p:spPr>
          <a:xfrm>
            <a:off x="8226360" y="67147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3" name=""/>
          <p:cNvSpPr/>
          <p:nvPr/>
        </p:nvSpPr>
        <p:spPr>
          <a:xfrm>
            <a:off x="8774640" y="6683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4" name=""/>
          <p:cNvSpPr/>
          <p:nvPr/>
        </p:nvSpPr>
        <p:spPr>
          <a:xfrm>
            <a:off x="8774640" y="6683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5" name=""/>
          <p:cNvSpPr/>
          <p:nvPr/>
        </p:nvSpPr>
        <p:spPr>
          <a:xfrm>
            <a:off x="10236240" y="63730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06" name=""/>
          <p:cNvSpPr/>
          <p:nvPr/>
        </p:nvSpPr>
        <p:spPr>
          <a:xfrm>
            <a:off x="10236240" y="63730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7" name=""/>
          <p:cNvSpPr/>
          <p:nvPr/>
        </p:nvSpPr>
        <p:spPr>
          <a:xfrm>
            <a:off x="6581520" y="65178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6C98C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08" name=""/>
          <p:cNvSpPr/>
          <p:nvPr/>
        </p:nvSpPr>
        <p:spPr>
          <a:xfrm>
            <a:off x="6581520" y="65178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6C98C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9" name=""/>
          <p:cNvSpPr/>
          <p:nvPr/>
        </p:nvSpPr>
        <p:spPr>
          <a:xfrm>
            <a:off x="8043480" y="65286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0" name=""/>
          <p:cNvSpPr/>
          <p:nvPr/>
        </p:nvSpPr>
        <p:spPr>
          <a:xfrm>
            <a:off x="8043480" y="65286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1" name=""/>
          <p:cNvSpPr/>
          <p:nvPr/>
        </p:nvSpPr>
        <p:spPr>
          <a:xfrm>
            <a:off x="7678080" y="6638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2" name=""/>
          <p:cNvSpPr/>
          <p:nvPr/>
        </p:nvSpPr>
        <p:spPr>
          <a:xfrm>
            <a:off x="7678080" y="6638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3" name=""/>
          <p:cNvSpPr/>
          <p:nvPr/>
        </p:nvSpPr>
        <p:spPr>
          <a:xfrm>
            <a:off x="7312680" y="68216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4" name=""/>
          <p:cNvSpPr/>
          <p:nvPr/>
        </p:nvSpPr>
        <p:spPr>
          <a:xfrm>
            <a:off x="7312680" y="68216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5" name=""/>
          <p:cNvSpPr/>
          <p:nvPr/>
        </p:nvSpPr>
        <p:spPr>
          <a:xfrm>
            <a:off x="8226360" y="66891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6" name=""/>
          <p:cNvSpPr/>
          <p:nvPr/>
        </p:nvSpPr>
        <p:spPr>
          <a:xfrm>
            <a:off x="8226360" y="66891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7" name=""/>
          <p:cNvSpPr/>
          <p:nvPr/>
        </p:nvSpPr>
        <p:spPr>
          <a:xfrm>
            <a:off x="9322560" y="66978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8" name=""/>
          <p:cNvSpPr/>
          <p:nvPr/>
        </p:nvSpPr>
        <p:spPr>
          <a:xfrm>
            <a:off x="9322560" y="66978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9" name=""/>
          <p:cNvSpPr/>
          <p:nvPr/>
        </p:nvSpPr>
        <p:spPr>
          <a:xfrm>
            <a:off x="7495200" y="68295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0" name=""/>
          <p:cNvSpPr/>
          <p:nvPr/>
        </p:nvSpPr>
        <p:spPr>
          <a:xfrm>
            <a:off x="7495200" y="68295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1" name=""/>
          <p:cNvSpPr/>
          <p:nvPr/>
        </p:nvSpPr>
        <p:spPr>
          <a:xfrm>
            <a:off x="10602000" y="68925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22" name=""/>
          <p:cNvSpPr/>
          <p:nvPr/>
        </p:nvSpPr>
        <p:spPr>
          <a:xfrm>
            <a:off x="10602000" y="68925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3" name=""/>
          <p:cNvSpPr/>
          <p:nvPr/>
        </p:nvSpPr>
        <p:spPr>
          <a:xfrm>
            <a:off x="8591760" y="67820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4" name=""/>
          <p:cNvSpPr/>
          <p:nvPr/>
        </p:nvSpPr>
        <p:spPr>
          <a:xfrm>
            <a:off x="8591760" y="67820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5" name=""/>
          <p:cNvSpPr/>
          <p:nvPr/>
        </p:nvSpPr>
        <p:spPr>
          <a:xfrm>
            <a:off x="9688320" y="66916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6" name=""/>
          <p:cNvSpPr/>
          <p:nvPr/>
        </p:nvSpPr>
        <p:spPr>
          <a:xfrm>
            <a:off x="9688320" y="66916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7" name=""/>
          <p:cNvSpPr/>
          <p:nvPr/>
        </p:nvSpPr>
        <p:spPr>
          <a:xfrm>
            <a:off x="10419120" y="6330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28" name=""/>
          <p:cNvSpPr/>
          <p:nvPr/>
        </p:nvSpPr>
        <p:spPr>
          <a:xfrm>
            <a:off x="10419120" y="6330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9" name=""/>
          <p:cNvSpPr/>
          <p:nvPr/>
        </p:nvSpPr>
        <p:spPr>
          <a:xfrm>
            <a:off x="9140040" y="66949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0" name=""/>
          <p:cNvSpPr/>
          <p:nvPr/>
        </p:nvSpPr>
        <p:spPr>
          <a:xfrm>
            <a:off x="9140040" y="66949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1" name=""/>
          <p:cNvSpPr/>
          <p:nvPr/>
        </p:nvSpPr>
        <p:spPr>
          <a:xfrm>
            <a:off x="8043480" y="72853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2" name=""/>
          <p:cNvSpPr/>
          <p:nvPr/>
        </p:nvSpPr>
        <p:spPr>
          <a:xfrm>
            <a:off x="8043480" y="72853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3" name=""/>
          <p:cNvSpPr/>
          <p:nvPr/>
        </p:nvSpPr>
        <p:spPr>
          <a:xfrm>
            <a:off x="9505440" y="64803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4" name=""/>
          <p:cNvSpPr/>
          <p:nvPr/>
        </p:nvSpPr>
        <p:spPr>
          <a:xfrm>
            <a:off x="9505440" y="64803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5" name=""/>
          <p:cNvSpPr/>
          <p:nvPr/>
        </p:nvSpPr>
        <p:spPr>
          <a:xfrm>
            <a:off x="9688320" y="70599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6" name=""/>
          <p:cNvSpPr/>
          <p:nvPr/>
        </p:nvSpPr>
        <p:spPr>
          <a:xfrm>
            <a:off x="9688320" y="70599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7" name=""/>
          <p:cNvSpPr/>
          <p:nvPr/>
        </p:nvSpPr>
        <p:spPr>
          <a:xfrm>
            <a:off x="8409240" y="63734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8" name=""/>
          <p:cNvSpPr/>
          <p:nvPr/>
        </p:nvSpPr>
        <p:spPr>
          <a:xfrm>
            <a:off x="8409240" y="63734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9" name=""/>
          <p:cNvSpPr/>
          <p:nvPr/>
        </p:nvSpPr>
        <p:spPr>
          <a:xfrm>
            <a:off x="8774640" y="68803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0" name=""/>
          <p:cNvSpPr/>
          <p:nvPr/>
        </p:nvSpPr>
        <p:spPr>
          <a:xfrm>
            <a:off x="8774640" y="68803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1" name=""/>
          <p:cNvSpPr/>
          <p:nvPr/>
        </p:nvSpPr>
        <p:spPr>
          <a:xfrm>
            <a:off x="10784520" y="64468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42" name=""/>
          <p:cNvSpPr/>
          <p:nvPr/>
        </p:nvSpPr>
        <p:spPr>
          <a:xfrm>
            <a:off x="10784520" y="64468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3" name=""/>
          <p:cNvSpPr/>
          <p:nvPr/>
        </p:nvSpPr>
        <p:spPr>
          <a:xfrm>
            <a:off x="7312680" y="67971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4" name=""/>
          <p:cNvSpPr/>
          <p:nvPr/>
        </p:nvSpPr>
        <p:spPr>
          <a:xfrm>
            <a:off x="7312680" y="67971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5" name=""/>
          <p:cNvSpPr/>
          <p:nvPr/>
        </p:nvSpPr>
        <p:spPr>
          <a:xfrm>
            <a:off x="10419120" y="6923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46" name=""/>
          <p:cNvSpPr/>
          <p:nvPr/>
        </p:nvSpPr>
        <p:spPr>
          <a:xfrm>
            <a:off x="10419120" y="6923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7" name=""/>
          <p:cNvSpPr/>
          <p:nvPr/>
        </p:nvSpPr>
        <p:spPr>
          <a:xfrm>
            <a:off x="8591760" y="6411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8" name=""/>
          <p:cNvSpPr/>
          <p:nvPr/>
        </p:nvSpPr>
        <p:spPr>
          <a:xfrm>
            <a:off x="8591760" y="6411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9" name=""/>
          <p:cNvSpPr/>
          <p:nvPr/>
        </p:nvSpPr>
        <p:spPr>
          <a:xfrm>
            <a:off x="10784520" y="68328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50" name=""/>
          <p:cNvSpPr/>
          <p:nvPr/>
        </p:nvSpPr>
        <p:spPr>
          <a:xfrm>
            <a:off x="10784520" y="68328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1" name=""/>
          <p:cNvSpPr/>
          <p:nvPr/>
        </p:nvSpPr>
        <p:spPr>
          <a:xfrm>
            <a:off x="10053720" y="69390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2" name=""/>
          <p:cNvSpPr/>
          <p:nvPr/>
        </p:nvSpPr>
        <p:spPr>
          <a:xfrm>
            <a:off x="10053720" y="69390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3" name=""/>
          <p:cNvSpPr/>
          <p:nvPr/>
        </p:nvSpPr>
        <p:spPr>
          <a:xfrm>
            <a:off x="9322560" y="64969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4" name=""/>
          <p:cNvSpPr/>
          <p:nvPr/>
        </p:nvSpPr>
        <p:spPr>
          <a:xfrm>
            <a:off x="9322560" y="64969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5" name=""/>
          <p:cNvSpPr/>
          <p:nvPr/>
        </p:nvSpPr>
        <p:spPr>
          <a:xfrm>
            <a:off x="6947280" y="65696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8EBCD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6" name=""/>
          <p:cNvSpPr/>
          <p:nvPr/>
        </p:nvSpPr>
        <p:spPr>
          <a:xfrm>
            <a:off x="6947280" y="65696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8EBCD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7" name=""/>
          <p:cNvSpPr/>
          <p:nvPr/>
        </p:nvSpPr>
        <p:spPr>
          <a:xfrm>
            <a:off x="8957160" y="69213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8" name=""/>
          <p:cNvSpPr/>
          <p:nvPr/>
        </p:nvSpPr>
        <p:spPr>
          <a:xfrm>
            <a:off x="8957160" y="69213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9" name=""/>
          <p:cNvSpPr/>
          <p:nvPr/>
        </p:nvSpPr>
        <p:spPr>
          <a:xfrm>
            <a:off x="10419120" y="6554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60" name=""/>
          <p:cNvSpPr/>
          <p:nvPr/>
        </p:nvSpPr>
        <p:spPr>
          <a:xfrm>
            <a:off x="10419120" y="6554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1" name=""/>
          <p:cNvSpPr/>
          <p:nvPr/>
        </p:nvSpPr>
        <p:spPr>
          <a:xfrm>
            <a:off x="10419120" y="64425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62" name=""/>
          <p:cNvSpPr/>
          <p:nvPr/>
        </p:nvSpPr>
        <p:spPr>
          <a:xfrm>
            <a:off x="10419120" y="64425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3" name=""/>
          <p:cNvSpPr/>
          <p:nvPr/>
        </p:nvSpPr>
        <p:spPr>
          <a:xfrm>
            <a:off x="10236240" y="66456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64" name=""/>
          <p:cNvSpPr/>
          <p:nvPr/>
        </p:nvSpPr>
        <p:spPr>
          <a:xfrm>
            <a:off x="10236240" y="66456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5" name=""/>
          <p:cNvSpPr/>
          <p:nvPr/>
        </p:nvSpPr>
        <p:spPr>
          <a:xfrm>
            <a:off x="10602000" y="66718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66" name=""/>
          <p:cNvSpPr/>
          <p:nvPr/>
        </p:nvSpPr>
        <p:spPr>
          <a:xfrm>
            <a:off x="10602000" y="66718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7" name=""/>
          <p:cNvSpPr/>
          <p:nvPr/>
        </p:nvSpPr>
        <p:spPr>
          <a:xfrm>
            <a:off x="7860960" y="67327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8" name=""/>
          <p:cNvSpPr/>
          <p:nvPr/>
        </p:nvSpPr>
        <p:spPr>
          <a:xfrm>
            <a:off x="7860960" y="67327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9" name=""/>
          <p:cNvSpPr/>
          <p:nvPr/>
        </p:nvSpPr>
        <p:spPr>
          <a:xfrm>
            <a:off x="8957160" y="6755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0" name=""/>
          <p:cNvSpPr/>
          <p:nvPr/>
        </p:nvSpPr>
        <p:spPr>
          <a:xfrm>
            <a:off x="8957160" y="6755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1" name=""/>
          <p:cNvSpPr/>
          <p:nvPr/>
        </p:nvSpPr>
        <p:spPr>
          <a:xfrm>
            <a:off x="9688320" y="6872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2" name=""/>
          <p:cNvSpPr/>
          <p:nvPr/>
        </p:nvSpPr>
        <p:spPr>
          <a:xfrm>
            <a:off x="9688320" y="6872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3" name=""/>
          <p:cNvSpPr/>
          <p:nvPr/>
        </p:nvSpPr>
        <p:spPr>
          <a:xfrm>
            <a:off x="6216120" y="69854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4575B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74" name=""/>
          <p:cNvSpPr/>
          <p:nvPr/>
        </p:nvSpPr>
        <p:spPr>
          <a:xfrm>
            <a:off x="6216120" y="69854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4575B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5" name=""/>
          <p:cNvSpPr/>
          <p:nvPr/>
        </p:nvSpPr>
        <p:spPr>
          <a:xfrm>
            <a:off x="10784520" y="66682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76" name=""/>
          <p:cNvSpPr/>
          <p:nvPr/>
        </p:nvSpPr>
        <p:spPr>
          <a:xfrm>
            <a:off x="10784520" y="66682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7" name=""/>
          <p:cNvSpPr/>
          <p:nvPr/>
        </p:nvSpPr>
        <p:spPr>
          <a:xfrm>
            <a:off x="7312680" y="67780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8" name=""/>
          <p:cNvSpPr/>
          <p:nvPr/>
        </p:nvSpPr>
        <p:spPr>
          <a:xfrm>
            <a:off x="7312680" y="67780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9" name=""/>
          <p:cNvSpPr/>
          <p:nvPr/>
        </p:nvSpPr>
        <p:spPr>
          <a:xfrm>
            <a:off x="8043480" y="66924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0" name=""/>
          <p:cNvSpPr/>
          <p:nvPr/>
        </p:nvSpPr>
        <p:spPr>
          <a:xfrm>
            <a:off x="8043480" y="66924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1" name=""/>
          <p:cNvSpPr/>
          <p:nvPr/>
        </p:nvSpPr>
        <p:spPr>
          <a:xfrm>
            <a:off x="8226360" y="6332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2" name=""/>
          <p:cNvSpPr/>
          <p:nvPr/>
        </p:nvSpPr>
        <p:spPr>
          <a:xfrm>
            <a:off x="8226360" y="6332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3" name=""/>
          <p:cNvSpPr/>
          <p:nvPr/>
        </p:nvSpPr>
        <p:spPr>
          <a:xfrm>
            <a:off x="10602000" y="64540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84" name=""/>
          <p:cNvSpPr/>
          <p:nvPr/>
        </p:nvSpPr>
        <p:spPr>
          <a:xfrm>
            <a:off x="10602000" y="64540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5" name=""/>
          <p:cNvSpPr/>
          <p:nvPr/>
        </p:nvSpPr>
        <p:spPr>
          <a:xfrm>
            <a:off x="7312680" y="64098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6" name=""/>
          <p:cNvSpPr/>
          <p:nvPr/>
        </p:nvSpPr>
        <p:spPr>
          <a:xfrm>
            <a:off x="7312680" y="64098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7" name=""/>
          <p:cNvSpPr/>
          <p:nvPr/>
        </p:nvSpPr>
        <p:spPr>
          <a:xfrm>
            <a:off x="10784520" y="66322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88" name=""/>
          <p:cNvSpPr/>
          <p:nvPr/>
        </p:nvSpPr>
        <p:spPr>
          <a:xfrm>
            <a:off x="10784520" y="66322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9" name=""/>
          <p:cNvSpPr/>
          <p:nvPr/>
        </p:nvSpPr>
        <p:spPr>
          <a:xfrm>
            <a:off x="6581520" y="65275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6C98C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90" name=""/>
          <p:cNvSpPr/>
          <p:nvPr/>
        </p:nvSpPr>
        <p:spPr>
          <a:xfrm>
            <a:off x="6581520" y="65275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6C98C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1" name=""/>
          <p:cNvSpPr/>
          <p:nvPr/>
        </p:nvSpPr>
        <p:spPr>
          <a:xfrm>
            <a:off x="8774640" y="68047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2" name=""/>
          <p:cNvSpPr/>
          <p:nvPr/>
        </p:nvSpPr>
        <p:spPr>
          <a:xfrm>
            <a:off x="8774640" y="68047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3" name=""/>
          <p:cNvSpPr/>
          <p:nvPr/>
        </p:nvSpPr>
        <p:spPr>
          <a:xfrm>
            <a:off x="9322560" y="70628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4" name=""/>
          <p:cNvSpPr/>
          <p:nvPr/>
        </p:nvSpPr>
        <p:spPr>
          <a:xfrm>
            <a:off x="9322560" y="70628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5" name=""/>
          <p:cNvSpPr/>
          <p:nvPr/>
        </p:nvSpPr>
        <p:spPr>
          <a:xfrm>
            <a:off x="8591760" y="64321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6" name=""/>
          <p:cNvSpPr/>
          <p:nvPr/>
        </p:nvSpPr>
        <p:spPr>
          <a:xfrm>
            <a:off x="8591760" y="64321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7" name=""/>
          <p:cNvSpPr/>
          <p:nvPr/>
        </p:nvSpPr>
        <p:spPr>
          <a:xfrm>
            <a:off x="9322560" y="64900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8" name=""/>
          <p:cNvSpPr/>
          <p:nvPr/>
        </p:nvSpPr>
        <p:spPr>
          <a:xfrm>
            <a:off x="9322560" y="64900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9" name=""/>
          <p:cNvSpPr/>
          <p:nvPr/>
        </p:nvSpPr>
        <p:spPr>
          <a:xfrm>
            <a:off x="6764400" y="6332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7DAAD0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00" name=""/>
          <p:cNvSpPr/>
          <p:nvPr/>
        </p:nvSpPr>
        <p:spPr>
          <a:xfrm>
            <a:off x="6764400" y="6332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7DAAD0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01" name=""/>
          <p:cNvSpPr/>
          <p:nvPr/>
        </p:nvSpPr>
        <p:spPr>
          <a:xfrm>
            <a:off x="9505440" y="6411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02" name=""/>
          <p:cNvSpPr/>
          <p:nvPr/>
        </p:nvSpPr>
        <p:spPr>
          <a:xfrm>
            <a:off x="9505440" y="6411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03" name=""/>
          <p:cNvSpPr/>
          <p:nvPr/>
        </p:nvSpPr>
        <p:spPr>
          <a:xfrm>
            <a:off x="10419120" y="68076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4" name=""/>
          <p:cNvSpPr/>
          <p:nvPr/>
        </p:nvSpPr>
        <p:spPr>
          <a:xfrm>
            <a:off x="10419120" y="68076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05" name=""/>
          <p:cNvSpPr/>
          <p:nvPr/>
        </p:nvSpPr>
        <p:spPr>
          <a:xfrm>
            <a:off x="10784520" y="68310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6" name=""/>
          <p:cNvSpPr/>
          <p:nvPr/>
        </p:nvSpPr>
        <p:spPr>
          <a:xfrm>
            <a:off x="10784520" y="68310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07" name=""/>
          <p:cNvSpPr/>
          <p:nvPr/>
        </p:nvSpPr>
        <p:spPr>
          <a:xfrm>
            <a:off x="9870840" y="65268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08" name=""/>
          <p:cNvSpPr/>
          <p:nvPr/>
        </p:nvSpPr>
        <p:spPr>
          <a:xfrm>
            <a:off x="9870840" y="65268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09" name=""/>
          <p:cNvSpPr/>
          <p:nvPr/>
        </p:nvSpPr>
        <p:spPr>
          <a:xfrm>
            <a:off x="10784520" y="67244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0" name=""/>
          <p:cNvSpPr/>
          <p:nvPr/>
        </p:nvSpPr>
        <p:spPr>
          <a:xfrm>
            <a:off x="10784520" y="67244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11" name=""/>
          <p:cNvSpPr/>
          <p:nvPr/>
        </p:nvSpPr>
        <p:spPr>
          <a:xfrm>
            <a:off x="10784520" y="65228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2" name=""/>
          <p:cNvSpPr/>
          <p:nvPr/>
        </p:nvSpPr>
        <p:spPr>
          <a:xfrm>
            <a:off x="10784520" y="65228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13" name=""/>
          <p:cNvSpPr/>
          <p:nvPr/>
        </p:nvSpPr>
        <p:spPr>
          <a:xfrm>
            <a:off x="10784520" y="65116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4" name=""/>
          <p:cNvSpPr/>
          <p:nvPr/>
        </p:nvSpPr>
        <p:spPr>
          <a:xfrm>
            <a:off x="10784520" y="65116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15" name=""/>
          <p:cNvSpPr/>
          <p:nvPr/>
        </p:nvSpPr>
        <p:spPr>
          <a:xfrm>
            <a:off x="7495200" y="65988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16" name=""/>
          <p:cNvSpPr/>
          <p:nvPr/>
        </p:nvSpPr>
        <p:spPr>
          <a:xfrm>
            <a:off x="7495200" y="65988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17" name=""/>
          <p:cNvSpPr/>
          <p:nvPr/>
        </p:nvSpPr>
        <p:spPr>
          <a:xfrm>
            <a:off x="8043480" y="65923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18" name=""/>
          <p:cNvSpPr/>
          <p:nvPr/>
        </p:nvSpPr>
        <p:spPr>
          <a:xfrm>
            <a:off x="8043480" y="65923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19" name=""/>
          <p:cNvSpPr/>
          <p:nvPr/>
        </p:nvSpPr>
        <p:spPr>
          <a:xfrm>
            <a:off x="8591760" y="72324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20" name=""/>
          <p:cNvSpPr/>
          <p:nvPr/>
        </p:nvSpPr>
        <p:spPr>
          <a:xfrm>
            <a:off x="8591760" y="72324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21" name=""/>
          <p:cNvSpPr/>
          <p:nvPr/>
        </p:nvSpPr>
        <p:spPr>
          <a:xfrm>
            <a:off x="9688320" y="6684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22" name=""/>
          <p:cNvSpPr/>
          <p:nvPr/>
        </p:nvSpPr>
        <p:spPr>
          <a:xfrm>
            <a:off x="9688320" y="6684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23" name=""/>
          <p:cNvSpPr/>
          <p:nvPr/>
        </p:nvSpPr>
        <p:spPr>
          <a:xfrm>
            <a:off x="10784520" y="65289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4" name=""/>
          <p:cNvSpPr/>
          <p:nvPr/>
        </p:nvSpPr>
        <p:spPr>
          <a:xfrm>
            <a:off x="10784520" y="65289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25" name=""/>
          <p:cNvSpPr/>
          <p:nvPr/>
        </p:nvSpPr>
        <p:spPr>
          <a:xfrm>
            <a:off x="9505440" y="6411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26" name=""/>
          <p:cNvSpPr/>
          <p:nvPr/>
        </p:nvSpPr>
        <p:spPr>
          <a:xfrm>
            <a:off x="9505440" y="6411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27" name=""/>
          <p:cNvSpPr/>
          <p:nvPr/>
        </p:nvSpPr>
        <p:spPr>
          <a:xfrm>
            <a:off x="7678080" y="6789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28" name=""/>
          <p:cNvSpPr/>
          <p:nvPr/>
        </p:nvSpPr>
        <p:spPr>
          <a:xfrm>
            <a:off x="7678080" y="6789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29" name=""/>
          <p:cNvSpPr/>
          <p:nvPr/>
        </p:nvSpPr>
        <p:spPr>
          <a:xfrm>
            <a:off x="10236240" y="65955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0" name=""/>
          <p:cNvSpPr/>
          <p:nvPr/>
        </p:nvSpPr>
        <p:spPr>
          <a:xfrm>
            <a:off x="10236240" y="65955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31" name=""/>
          <p:cNvSpPr/>
          <p:nvPr/>
        </p:nvSpPr>
        <p:spPr>
          <a:xfrm>
            <a:off x="9688320" y="66942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32" name=""/>
          <p:cNvSpPr/>
          <p:nvPr/>
        </p:nvSpPr>
        <p:spPr>
          <a:xfrm>
            <a:off x="9688320" y="66942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33" name=""/>
          <p:cNvSpPr/>
          <p:nvPr/>
        </p:nvSpPr>
        <p:spPr>
          <a:xfrm>
            <a:off x="10236240" y="66888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4" name=""/>
          <p:cNvSpPr/>
          <p:nvPr/>
        </p:nvSpPr>
        <p:spPr>
          <a:xfrm>
            <a:off x="10236240" y="66888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35" name=""/>
          <p:cNvSpPr/>
          <p:nvPr/>
        </p:nvSpPr>
        <p:spPr>
          <a:xfrm>
            <a:off x="10784520" y="66315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6" name=""/>
          <p:cNvSpPr/>
          <p:nvPr/>
        </p:nvSpPr>
        <p:spPr>
          <a:xfrm>
            <a:off x="10784520" y="66315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37" name=""/>
          <p:cNvSpPr/>
          <p:nvPr/>
        </p:nvSpPr>
        <p:spPr>
          <a:xfrm>
            <a:off x="8774640" y="66866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38" name=""/>
          <p:cNvSpPr/>
          <p:nvPr/>
        </p:nvSpPr>
        <p:spPr>
          <a:xfrm>
            <a:off x="8774640" y="66866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39" name=""/>
          <p:cNvSpPr/>
          <p:nvPr/>
        </p:nvSpPr>
        <p:spPr>
          <a:xfrm>
            <a:off x="8409240" y="67564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40" name=""/>
          <p:cNvSpPr/>
          <p:nvPr/>
        </p:nvSpPr>
        <p:spPr>
          <a:xfrm>
            <a:off x="8409240" y="67564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41" name=""/>
          <p:cNvSpPr/>
          <p:nvPr/>
        </p:nvSpPr>
        <p:spPr>
          <a:xfrm>
            <a:off x="10419120" y="6688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2" name=""/>
          <p:cNvSpPr/>
          <p:nvPr/>
        </p:nvSpPr>
        <p:spPr>
          <a:xfrm>
            <a:off x="10419120" y="6688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43" name=""/>
          <p:cNvSpPr/>
          <p:nvPr/>
        </p:nvSpPr>
        <p:spPr>
          <a:xfrm>
            <a:off x="10236240" y="66315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4" name=""/>
          <p:cNvSpPr/>
          <p:nvPr/>
        </p:nvSpPr>
        <p:spPr>
          <a:xfrm>
            <a:off x="10236240" y="66315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45" name=""/>
          <p:cNvSpPr/>
          <p:nvPr/>
        </p:nvSpPr>
        <p:spPr>
          <a:xfrm>
            <a:off x="9322560" y="65257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46" name=""/>
          <p:cNvSpPr/>
          <p:nvPr/>
        </p:nvSpPr>
        <p:spPr>
          <a:xfrm>
            <a:off x="9322560" y="65257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47" name=""/>
          <p:cNvSpPr/>
          <p:nvPr/>
        </p:nvSpPr>
        <p:spPr>
          <a:xfrm>
            <a:off x="8043480" y="6514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48" name=""/>
          <p:cNvSpPr/>
          <p:nvPr/>
        </p:nvSpPr>
        <p:spPr>
          <a:xfrm>
            <a:off x="8043480" y="6514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49" name=""/>
          <p:cNvSpPr/>
          <p:nvPr/>
        </p:nvSpPr>
        <p:spPr>
          <a:xfrm>
            <a:off x="9140040" y="6639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50" name=""/>
          <p:cNvSpPr/>
          <p:nvPr/>
        </p:nvSpPr>
        <p:spPr>
          <a:xfrm>
            <a:off x="9140040" y="6639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51" name=""/>
          <p:cNvSpPr/>
          <p:nvPr/>
        </p:nvSpPr>
        <p:spPr>
          <a:xfrm>
            <a:off x="10784520" y="69350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2" name=""/>
          <p:cNvSpPr/>
          <p:nvPr/>
        </p:nvSpPr>
        <p:spPr>
          <a:xfrm>
            <a:off x="10784520" y="69350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53" name=""/>
          <p:cNvSpPr/>
          <p:nvPr/>
        </p:nvSpPr>
        <p:spPr>
          <a:xfrm>
            <a:off x="8591760" y="6411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54" name=""/>
          <p:cNvSpPr/>
          <p:nvPr/>
        </p:nvSpPr>
        <p:spPr>
          <a:xfrm>
            <a:off x="8591760" y="6411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55" name=""/>
          <p:cNvSpPr/>
          <p:nvPr/>
        </p:nvSpPr>
        <p:spPr>
          <a:xfrm>
            <a:off x="8591760" y="65707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56" name=""/>
          <p:cNvSpPr/>
          <p:nvPr/>
        </p:nvSpPr>
        <p:spPr>
          <a:xfrm>
            <a:off x="8591760" y="65707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57" name=""/>
          <p:cNvSpPr/>
          <p:nvPr/>
        </p:nvSpPr>
        <p:spPr>
          <a:xfrm>
            <a:off x="10053720" y="64389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58" name=""/>
          <p:cNvSpPr/>
          <p:nvPr/>
        </p:nvSpPr>
        <p:spPr>
          <a:xfrm>
            <a:off x="10053720" y="64389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59" name=""/>
          <p:cNvSpPr/>
          <p:nvPr/>
        </p:nvSpPr>
        <p:spPr>
          <a:xfrm>
            <a:off x="10419120" y="6688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0" name=""/>
          <p:cNvSpPr/>
          <p:nvPr/>
        </p:nvSpPr>
        <p:spPr>
          <a:xfrm>
            <a:off x="10419120" y="6688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61" name=""/>
          <p:cNvSpPr/>
          <p:nvPr/>
        </p:nvSpPr>
        <p:spPr>
          <a:xfrm>
            <a:off x="10419120" y="6807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2" name=""/>
          <p:cNvSpPr/>
          <p:nvPr/>
        </p:nvSpPr>
        <p:spPr>
          <a:xfrm>
            <a:off x="10419120" y="6807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63" name=""/>
          <p:cNvSpPr/>
          <p:nvPr/>
        </p:nvSpPr>
        <p:spPr>
          <a:xfrm>
            <a:off x="8226360" y="65995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64" name=""/>
          <p:cNvSpPr/>
          <p:nvPr/>
        </p:nvSpPr>
        <p:spPr>
          <a:xfrm>
            <a:off x="8226360" y="65995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65" name=""/>
          <p:cNvSpPr/>
          <p:nvPr/>
        </p:nvSpPr>
        <p:spPr>
          <a:xfrm>
            <a:off x="10419120" y="65084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6" name=""/>
          <p:cNvSpPr/>
          <p:nvPr/>
        </p:nvSpPr>
        <p:spPr>
          <a:xfrm>
            <a:off x="10419120" y="65084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67" name=""/>
          <p:cNvSpPr/>
          <p:nvPr/>
        </p:nvSpPr>
        <p:spPr>
          <a:xfrm>
            <a:off x="10602000" y="65260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8" name=""/>
          <p:cNvSpPr/>
          <p:nvPr/>
        </p:nvSpPr>
        <p:spPr>
          <a:xfrm>
            <a:off x="10602000" y="65260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69" name=""/>
          <p:cNvSpPr/>
          <p:nvPr/>
        </p:nvSpPr>
        <p:spPr>
          <a:xfrm>
            <a:off x="9140040" y="66142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70" name=""/>
          <p:cNvSpPr/>
          <p:nvPr/>
        </p:nvSpPr>
        <p:spPr>
          <a:xfrm>
            <a:off x="9140040" y="66142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71" name=""/>
          <p:cNvSpPr/>
          <p:nvPr/>
        </p:nvSpPr>
        <p:spPr>
          <a:xfrm>
            <a:off x="9140040" y="68137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72" name=""/>
          <p:cNvSpPr/>
          <p:nvPr/>
        </p:nvSpPr>
        <p:spPr>
          <a:xfrm>
            <a:off x="9140040" y="68137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73" name=""/>
          <p:cNvSpPr/>
          <p:nvPr/>
        </p:nvSpPr>
        <p:spPr>
          <a:xfrm>
            <a:off x="8409240" y="67712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74" name=""/>
          <p:cNvSpPr/>
          <p:nvPr/>
        </p:nvSpPr>
        <p:spPr>
          <a:xfrm>
            <a:off x="8409240" y="67712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75" name=""/>
          <p:cNvSpPr/>
          <p:nvPr/>
        </p:nvSpPr>
        <p:spPr>
          <a:xfrm>
            <a:off x="10784520" y="64245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6" name=""/>
          <p:cNvSpPr/>
          <p:nvPr/>
        </p:nvSpPr>
        <p:spPr>
          <a:xfrm>
            <a:off x="10784520" y="64245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77" name=""/>
          <p:cNvSpPr/>
          <p:nvPr/>
        </p:nvSpPr>
        <p:spPr>
          <a:xfrm>
            <a:off x="8409240" y="66016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78" name=""/>
          <p:cNvSpPr/>
          <p:nvPr/>
        </p:nvSpPr>
        <p:spPr>
          <a:xfrm>
            <a:off x="8409240" y="66016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79" name=""/>
          <p:cNvSpPr/>
          <p:nvPr/>
        </p:nvSpPr>
        <p:spPr>
          <a:xfrm>
            <a:off x="10784520" y="68781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80" name=""/>
          <p:cNvSpPr/>
          <p:nvPr/>
        </p:nvSpPr>
        <p:spPr>
          <a:xfrm>
            <a:off x="10784520" y="68781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1" name=""/>
          <p:cNvSpPr/>
          <p:nvPr/>
        </p:nvSpPr>
        <p:spPr>
          <a:xfrm>
            <a:off x="9322560" y="66949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2" name=""/>
          <p:cNvSpPr/>
          <p:nvPr/>
        </p:nvSpPr>
        <p:spPr>
          <a:xfrm>
            <a:off x="9322560" y="66949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3" name=""/>
          <p:cNvSpPr/>
          <p:nvPr/>
        </p:nvSpPr>
        <p:spPr>
          <a:xfrm>
            <a:off x="9870840" y="63126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4" name=""/>
          <p:cNvSpPr/>
          <p:nvPr/>
        </p:nvSpPr>
        <p:spPr>
          <a:xfrm>
            <a:off x="9870840" y="63126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5" name=""/>
          <p:cNvSpPr/>
          <p:nvPr/>
        </p:nvSpPr>
        <p:spPr>
          <a:xfrm>
            <a:off x="8226360" y="66805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6" name=""/>
          <p:cNvSpPr/>
          <p:nvPr/>
        </p:nvSpPr>
        <p:spPr>
          <a:xfrm>
            <a:off x="8226360" y="66805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7" name=""/>
          <p:cNvSpPr/>
          <p:nvPr/>
        </p:nvSpPr>
        <p:spPr>
          <a:xfrm>
            <a:off x="7495200" y="68727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8" name=""/>
          <p:cNvSpPr/>
          <p:nvPr/>
        </p:nvSpPr>
        <p:spPr>
          <a:xfrm>
            <a:off x="7495200" y="68727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9" name=""/>
          <p:cNvSpPr/>
          <p:nvPr/>
        </p:nvSpPr>
        <p:spPr>
          <a:xfrm>
            <a:off x="8043480" y="72853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0" name=""/>
          <p:cNvSpPr/>
          <p:nvPr/>
        </p:nvSpPr>
        <p:spPr>
          <a:xfrm>
            <a:off x="8043480" y="72853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1" name=""/>
          <p:cNvSpPr/>
          <p:nvPr/>
        </p:nvSpPr>
        <p:spPr>
          <a:xfrm>
            <a:off x="10236240" y="66834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92" name=""/>
          <p:cNvSpPr/>
          <p:nvPr/>
        </p:nvSpPr>
        <p:spPr>
          <a:xfrm>
            <a:off x="10236240" y="66834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3" name=""/>
          <p:cNvSpPr/>
          <p:nvPr/>
        </p:nvSpPr>
        <p:spPr>
          <a:xfrm>
            <a:off x="8043480" y="65296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4" name=""/>
          <p:cNvSpPr/>
          <p:nvPr/>
        </p:nvSpPr>
        <p:spPr>
          <a:xfrm>
            <a:off x="8043480" y="65296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5" name=""/>
          <p:cNvSpPr/>
          <p:nvPr/>
        </p:nvSpPr>
        <p:spPr>
          <a:xfrm>
            <a:off x="7495200" y="67564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6" name=""/>
          <p:cNvSpPr/>
          <p:nvPr/>
        </p:nvSpPr>
        <p:spPr>
          <a:xfrm>
            <a:off x="7495200" y="67564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7" name=""/>
          <p:cNvSpPr/>
          <p:nvPr/>
        </p:nvSpPr>
        <p:spPr>
          <a:xfrm>
            <a:off x="7678080" y="72475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8" name=""/>
          <p:cNvSpPr/>
          <p:nvPr/>
        </p:nvSpPr>
        <p:spPr>
          <a:xfrm>
            <a:off x="7678080" y="72475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9" name=""/>
          <p:cNvSpPr/>
          <p:nvPr/>
        </p:nvSpPr>
        <p:spPr>
          <a:xfrm>
            <a:off x="10784520" y="64346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800" name=""/>
          <p:cNvSpPr/>
          <p:nvPr/>
        </p:nvSpPr>
        <p:spPr>
          <a:xfrm>
            <a:off x="10784520" y="64346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1" name=""/>
          <p:cNvSpPr/>
          <p:nvPr/>
        </p:nvSpPr>
        <p:spPr>
          <a:xfrm>
            <a:off x="9322560" y="66704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2" name=""/>
          <p:cNvSpPr/>
          <p:nvPr/>
        </p:nvSpPr>
        <p:spPr>
          <a:xfrm>
            <a:off x="9322560" y="66704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3" name=""/>
          <p:cNvSpPr/>
          <p:nvPr/>
        </p:nvSpPr>
        <p:spPr>
          <a:xfrm>
            <a:off x="8043480" y="6771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4" name=""/>
          <p:cNvSpPr/>
          <p:nvPr/>
        </p:nvSpPr>
        <p:spPr>
          <a:xfrm>
            <a:off x="8043480" y="6771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5" name=""/>
          <p:cNvSpPr/>
          <p:nvPr/>
        </p:nvSpPr>
        <p:spPr>
          <a:xfrm>
            <a:off x="8043480" y="6521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6" name=""/>
          <p:cNvSpPr/>
          <p:nvPr/>
        </p:nvSpPr>
        <p:spPr>
          <a:xfrm>
            <a:off x="8043480" y="6521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7" name=""/>
          <p:cNvSpPr/>
          <p:nvPr/>
        </p:nvSpPr>
        <p:spPr>
          <a:xfrm>
            <a:off x="10419120" y="6474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808" name=""/>
          <p:cNvSpPr/>
          <p:nvPr/>
        </p:nvSpPr>
        <p:spPr>
          <a:xfrm>
            <a:off x="10419120" y="6474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9" name=""/>
          <p:cNvSpPr/>
          <p:nvPr/>
        </p:nvSpPr>
        <p:spPr>
          <a:xfrm>
            <a:off x="10053720" y="68054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0" name=""/>
          <p:cNvSpPr/>
          <p:nvPr/>
        </p:nvSpPr>
        <p:spPr>
          <a:xfrm>
            <a:off x="10053720" y="68054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1" name=""/>
          <p:cNvSpPr/>
          <p:nvPr/>
        </p:nvSpPr>
        <p:spPr>
          <a:xfrm>
            <a:off x="10602000" y="6791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812" name=""/>
          <p:cNvSpPr/>
          <p:nvPr/>
        </p:nvSpPr>
        <p:spPr>
          <a:xfrm>
            <a:off x="10602000" y="6791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3" name=""/>
          <p:cNvSpPr/>
          <p:nvPr/>
        </p:nvSpPr>
        <p:spPr>
          <a:xfrm>
            <a:off x="9140040" y="6809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4" name=""/>
          <p:cNvSpPr/>
          <p:nvPr/>
        </p:nvSpPr>
        <p:spPr>
          <a:xfrm>
            <a:off x="9140040" y="6809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5" name=""/>
          <p:cNvSpPr/>
          <p:nvPr/>
        </p:nvSpPr>
        <p:spPr>
          <a:xfrm>
            <a:off x="7312680" y="66945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6" name=""/>
          <p:cNvSpPr/>
          <p:nvPr/>
        </p:nvSpPr>
        <p:spPr>
          <a:xfrm>
            <a:off x="7312680" y="66945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7" name=""/>
          <p:cNvSpPr/>
          <p:nvPr/>
        </p:nvSpPr>
        <p:spPr>
          <a:xfrm>
            <a:off x="10419120" y="6906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818" name=""/>
          <p:cNvSpPr/>
          <p:nvPr/>
        </p:nvSpPr>
        <p:spPr>
          <a:xfrm>
            <a:off x="10419120" y="6906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9" name=""/>
          <p:cNvSpPr/>
          <p:nvPr/>
        </p:nvSpPr>
        <p:spPr>
          <a:xfrm>
            <a:off x="9870840" y="69141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0" name=""/>
          <p:cNvSpPr/>
          <p:nvPr/>
        </p:nvSpPr>
        <p:spPr>
          <a:xfrm>
            <a:off x="9870840" y="69141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1" name=""/>
          <p:cNvSpPr/>
          <p:nvPr/>
        </p:nvSpPr>
        <p:spPr>
          <a:xfrm>
            <a:off x="9505440" y="68317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2" name=""/>
          <p:cNvSpPr/>
          <p:nvPr/>
        </p:nvSpPr>
        <p:spPr>
          <a:xfrm>
            <a:off x="9505440" y="68317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3" name=""/>
          <p:cNvSpPr/>
          <p:nvPr/>
        </p:nvSpPr>
        <p:spPr>
          <a:xfrm>
            <a:off x="8591760" y="66128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4" name=""/>
          <p:cNvSpPr/>
          <p:nvPr/>
        </p:nvSpPr>
        <p:spPr>
          <a:xfrm>
            <a:off x="8591760" y="66128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5" name=""/>
          <p:cNvSpPr/>
          <p:nvPr/>
        </p:nvSpPr>
        <p:spPr>
          <a:xfrm>
            <a:off x="8226360" y="66945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6" name=""/>
          <p:cNvSpPr/>
          <p:nvPr/>
        </p:nvSpPr>
        <p:spPr>
          <a:xfrm>
            <a:off x="8226360" y="66945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7" name=""/>
          <p:cNvSpPr/>
          <p:nvPr/>
        </p:nvSpPr>
        <p:spPr>
          <a:xfrm>
            <a:off x="10602000" y="64126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828" name=""/>
          <p:cNvSpPr/>
          <p:nvPr/>
        </p:nvSpPr>
        <p:spPr>
          <a:xfrm>
            <a:off x="10602000" y="64126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9" name=""/>
          <p:cNvSpPr/>
          <p:nvPr/>
        </p:nvSpPr>
        <p:spPr>
          <a:xfrm>
            <a:off x="6764400" y="65419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7DAAD0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0" name=""/>
          <p:cNvSpPr/>
          <p:nvPr/>
        </p:nvSpPr>
        <p:spPr>
          <a:xfrm>
            <a:off x="6764400" y="65419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7DAAD0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1" name=""/>
          <p:cNvSpPr/>
          <p:nvPr/>
        </p:nvSpPr>
        <p:spPr>
          <a:xfrm>
            <a:off x="9870840" y="63288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2" name=""/>
          <p:cNvSpPr/>
          <p:nvPr/>
        </p:nvSpPr>
        <p:spPr>
          <a:xfrm>
            <a:off x="9870840" y="63288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3" name=""/>
          <p:cNvSpPr/>
          <p:nvPr/>
        </p:nvSpPr>
        <p:spPr>
          <a:xfrm>
            <a:off x="8226360" y="67816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4" name=""/>
          <p:cNvSpPr/>
          <p:nvPr/>
        </p:nvSpPr>
        <p:spPr>
          <a:xfrm>
            <a:off x="8226360" y="67816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5" name=""/>
          <p:cNvSpPr/>
          <p:nvPr/>
        </p:nvSpPr>
        <p:spPr>
          <a:xfrm>
            <a:off x="7312680" y="64213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6" name=""/>
          <p:cNvSpPr/>
          <p:nvPr/>
        </p:nvSpPr>
        <p:spPr>
          <a:xfrm>
            <a:off x="7312680" y="64213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7" name=""/>
          <p:cNvSpPr/>
          <p:nvPr/>
        </p:nvSpPr>
        <p:spPr>
          <a:xfrm>
            <a:off x="7312680" y="69026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8" name=""/>
          <p:cNvSpPr/>
          <p:nvPr/>
        </p:nvSpPr>
        <p:spPr>
          <a:xfrm>
            <a:off x="7312680" y="69026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9" name=""/>
          <p:cNvSpPr/>
          <p:nvPr/>
        </p:nvSpPr>
        <p:spPr>
          <a:xfrm>
            <a:off x="9505440" y="64123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0" name=""/>
          <p:cNvSpPr/>
          <p:nvPr/>
        </p:nvSpPr>
        <p:spPr>
          <a:xfrm>
            <a:off x="9505440" y="64123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1" name=""/>
          <p:cNvSpPr/>
          <p:nvPr/>
        </p:nvSpPr>
        <p:spPr>
          <a:xfrm>
            <a:off x="9688320" y="6789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2" name=""/>
          <p:cNvSpPr/>
          <p:nvPr/>
        </p:nvSpPr>
        <p:spPr>
          <a:xfrm>
            <a:off x="9688320" y="6789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3" name=""/>
          <p:cNvSpPr/>
          <p:nvPr/>
        </p:nvSpPr>
        <p:spPr>
          <a:xfrm>
            <a:off x="10236240" y="65487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844" name=""/>
          <p:cNvSpPr/>
          <p:nvPr/>
        </p:nvSpPr>
        <p:spPr>
          <a:xfrm>
            <a:off x="10236240" y="65487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5" name=""/>
          <p:cNvSpPr/>
          <p:nvPr/>
        </p:nvSpPr>
        <p:spPr>
          <a:xfrm>
            <a:off x="9322560" y="64706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6" name=""/>
          <p:cNvSpPr/>
          <p:nvPr/>
        </p:nvSpPr>
        <p:spPr>
          <a:xfrm>
            <a:off x="9322560" y="64706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7" name=""/>
          <p:cNvSpPr/>
          <p:nvPr/>
        </p:nvSpPr>
        <p:spPr>
          <a:xfrm>
            <a:off x="9870840" y="66052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8" name=""/>
          <p:cNvSpPr/>
          <p:nvPr/>
        </p:nvSpPr>
        <p:spPr>
          <a:xfrm>
            <a:off x="9870840" y="66052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9" name=""/>
          <p:cNvSpPr/>
          <p:nvPr/>
        </p:nvSpPr>
        <p:spPr>
          <a:xfrm>
            <a:off x="8226360" y="6527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0" name=""/>
          <p:cNvSpPr/>
          <p:nvPr/>
        </p:nvSpPr>
        <p:spPr>
          <a:xfrm>
            <a:off x="8226360" y="6527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1" name=""/>
          <p:cNvSpPr/>
          <p:nvPr/>
        </p:nvSpPr>
        <p:spPr>
          <a:xfrm>
            <a:off x="10419120" y="6630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852" name=""/>
          <p:cNvSpPr/>
          <p:nvPr/>
        </p:nvSpPr>
        <p:spPr>
          <a:xfrm>
            <a:off x="10419120" y="6630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3" name=""/>
          <p:cNvSpPr/>
          <p:nvPr/>
        </p:nvSpPr>
        <p:spPr>
          <a:xfrm>
            <a:off x="10053720" y="68144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4" name=""/>
          <p:cNvSpPr/>
          <p:nvPr/>
        </p:nvSpPr>
        <p:spPr>
          <a:xfrm>
            <a:off x="10053720" y="68144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5" name=""/>
          <p:cNvSpPr/>
          <p:nvPr/>
        </p:nvSpPr>
        <p:spPr>
          <a:xfrm>
            <a:off x="8957160" y="67431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6" name=""/>
          <p:cNvSpPr/>
          <p:nvPr/>
        </p:nvSpPr>
        <p:spPr>
          <a:xfrm>
            <a:off x="8957160" y="67431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7" name=""/>
          <p:cNvSpPr/>
          <p:nvPr/>
        </p:nvSpPr>
        <p:spPr>
          <a:xfrm>
            <a:off x="10602000" y="67834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858" name=""/>
          <p:cNvSpPr/>
          <p:nvPr/>
        </p:nvSpPr>
        <p:spPr>
          <a:xfrm>
            <a:off x="10602000" y="67834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9" name=""/>
          <p:cNvSpPr/>
          <p:nvPr/>
        </p:nvSpPr>
        <p:spPr>
          <a:xfrm>
            <a:off x="8957160" y="67161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0" name=""/>
          <p:cNvSpPr/>
          <p:nvPr/>
        </p:nvSpPr>
        <p:spPr>
          <a:xfrm>
            <a:off x="8957160" y="67161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1" name=""/>
          <p:cNvSpPr/>
          <p:nvPr/>
        </p:nvSpPr>
        <p:spPr>
          <a:xfrm>
            <a:off x="10236240" y="69051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862" name=""/>
          <p:cNvSpPr/>
          <p:nvPr/>
        </p:nvSpPr>
        <p:spPr>
          <a:xfrm>
            <a:off x="10236240" y="69051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3" name=""/>
          <p:cNvSpPr/>
          <p:nvPr/>
        </p:nvSpPr>
        <p:spPr>
          <a:xfrm>
            <a:off x="10236240" y="68612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864" name=""/>
          <p:cNvSpPr/>
          <p:nvPr/>
        </p:nvSpPr>
        <p:spPr>
          <a:xfrm>
            <a:off x="10236240" y="68612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5" name=""/>
          <p:cNvSpPr/>
          <p:nvPr/>
        </p:nvSpPr>
        <p:spPr>
          <a:xfrm>
            <a:off x="10602000" y="7360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866" name=""/>
          <p:cNvSpPr/>
          <p:nvPr/>
        </p:nvSpPr>
        <p:spPr>
          <a:xfrm>
            <a:off x="10602000" y="7360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7" name=""/>
          <p:cNvSpPr/>
          <p:nvPr/>
        </p:nvSpPr>
        <p:spPr>
          <a:xfrm>
            <a:off x="9505440" y="6411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8" name=""/>
          <p:cNvSpPr/>
          <p:nvPr/>
        </p:nvSpPr>
        <p:spPr>
          <a:xfrm>
            <a:off x="9505440" y="6411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9" name=""/>
          <p:cNvSpPr/>
          <p:nvPr/>
        </p:nvSpPr>
        <p:spPr>
          <a:xfrm>
            <a:off x="10602000" y="67950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870" name=""/>
          <p:cNvSpPr/>
          <p:nvPr/>
        </p:nvSpPr>
        <p:spPr>
          <a:xfrm>
            <a:off x="10602000" y="67950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1" name=""/>
          <p:cNvSpPr/>
          <p:nvPr/>
        </p:nvSpPr>
        <p:spPr>
          <a:xfrm>
            <a:off x="9688320" y="64951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2" name=""/>
          <p:cNvSpPr/>
          <p:nvPr/>
        </p:nvSpPr>
        <p:spPr>
          <a:xfrm>
            <a:off x="9688320" y="64951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3" name=""/>
          <p:cNvSpPr/>
          <p:nvPr/>
        </p:nvSpPr>
        <p:spPr>
          <a:xfrm>
            <a:off x="10602000" y="65016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874" name=""/>
          <p:cNvSpPr/>
          <p:nvPr/>
        </p:nvSpPr>
        <p:spPr>
          <a:xfrm>
            <a:off x="10602000" y="65016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5" name=""/>
          <p:cNvSpPr/>
          <p:nvPr/>
        </p:nvSpPr>
        <p:spPr>
          <a:xfrm>
            <a:off x="9322560" y="70567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6" name=""/>
          <p:cNvSpPr/>
          <p:nvPr/>
        </p:nvSpPr>
        <p:spPr>
          <a:xfrm>
            <a:off x="9322560" y="70567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7" name=""/>
          <p:cNvSpPr/>
          <p:nvPr/>
        </p:nvSpPr>
        <p:spPr>
          <a:xfrm>
            <a:off x="9505440" y="6755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8" name=""/>
          <p:cNvSpPr/>
          <p:nvPr/>
        </p:nvSpPr>
        <p:spPr>
          <a:xfrm>
            <a:off x="9505440" y="6755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9" name=""/>
          <p:cNvSpPr/>
          <p:nvPr/>
        </p:nvSpPr>
        <p:spPr>
          <a:xfrm>
            <a:off x="10053720" y="66952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0" name=""/>
          <p:cNvSpPr/>
          <p:nvPr/>
        </p:nvSpPr>
        <p:spPr>
          <a:xfrm>
            <a:off x="10053720" y="66952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1" name=""/>
          <p:cNvSpPr/>
          <p:nvPr/>
        </p:nvSpPr>
        <p:spPr>
          <a:xfrm>
            <a:off x="10602000" y="66664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882" name=""/>
          <p:cNvSpPr/>
          <p:nvPr/>
        </p:nvSpPr>
        <p:spPr>
          <a:xfrm>
            <a:off x="10602000" y="66664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3" name=""/>
          <p:cNvSpPr/>
          <p:nvPr/>
        </p:nvSpPr>
        <p:spPr>
          <a:xfrm>
            <a:off x="8957160" y="65692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4" name=""/>
          <p:cNvSpPr/>
          <p:nvPr/>
        </p:nvSpPr>
        <p:spPr>
          <a:xfrm>
            <a:off x="8957160" y="65692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5" name=""/>
          <p:cNvSpPr/>
          <p:nvPr/>
        </p:nvSpPr>
        <p:spPr>
          <a:xfrm>
            <a:off x="10784520" y="68259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886" name=""/>
          <p:cNvSpPr/>
          <p:nvPr/>
        </p:nvSpPr>
        <p:spPr>
          <a:xfrm>
            <a:off x="10784520" y="68259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7" name=""/>
          <p:cNvSpPr/>
          <p:nvPr/>
        </p:nvSpPr>
        <p:spPr>
          <a:xfrm>
            <a:off x="9322560" y="64962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8" name=""/>
          <p:cNvSpPr/>
          <p:nvPr/>
        </p:nvSpPr>
        <p:spPr>
          <a:xfrm>
            <a:off x="9322560" y="64962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9" name=""/>
          <p:cNvSpPr/>
          <p:nvPr/>
        </p:nvSpPr>
        <p:spPr>
          <a:xfrm>
            <a:off x="9322560" y="70567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0" name=""/>
          <p:cNvSpPr/>
          <p:nvPr/>
        </p:nvSpPr>
        <p:spPr>
          <a:xfrm>
            <a:off x="9322560" y="70567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1" name=""/>
          <p:cNvSpPr/>
          <p:nvPr/>
        </p:nvSpPr>
        <p:spPr>
          <a:xfrm>
            <a:off x="9688320" y="70578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2" name=""/>
          <p:cNvSpPr/>
          <p:nvPr/>
        </p:nvSpPr>
        <p:spPr>
          <a:xfrm>
            <a:off x="9688320" y="70578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3" name=""/>
          <p:cNvSpPr/>
          <p:nvPr/>
        </p:nvSpPr>
        <p:spPr>
          <a:xfrm>
            <a:off x="10602000" y="65116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894" name=""/>
          <p:cNvSpPr/>
          <p:nvPr/>
        </p:nvSpPr>
        <p:spPr>
          <a:xfrm>
            <a:off x="10602000" y="65116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5" name=""/>
          <p:cNvSpPr/>
          <p:nvPr/>
        </p:nvSpPr>
        <p:spPr>
          <a:xfrm>
            <a:off x="7312680" y="6298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6" name=""/>
          <p:cNvSpPr/>
          <p:nvPr/>
        </p:nvSpPr>
        <p:spPr>
          <a:xfrm>
            <a:off x="7312680" y="6298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7" name=""/>
          <p:cNvSpPr/>
          <p:nvPr/>
        </p:nvSpPr>
        <p:spPr>
          <a:xfrm>
            <a:off x="10419120" y="63252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898" name=""/>
          <p:cNvSpPr/>
          <p:nvPr/>
        </p:nvSpPr>
        <p:spPr>
          <a:xfrm>
            <a:off x="10419120" y="63252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9" name=""/>
          <p:cNvSpPr/>
          <p:nvPr/>
        </p:nvSpPr>
        <p:spPr>
          <a:xfrm>
            <a:off x="10784520" y="64353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900" name=""/>
          <p:cNvSpPr/>
          <p:nvPr/>
        </p:nvSpPr>
        <p:spPr>
          <a:xfrm>
            <a:off x="10784520" y="64353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1" name=""/>
          <p:cNvSpPr/>
          <p:nvPr/>
        </p:nvSpPr>
        <p:spPr>
          <a:xfrm>
            <a:off x="10236240" y="65728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902" name=""/>
          <p:cNvSpPr/>
          <p:nvPr/>
        </p:nvSpPr>
        <p:spPr>
          <a:xfrm>
            <a:off x="10236240" y="65728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2"/>
                  <a:pt x="0" y="72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3" name=""/>
          <p:cNvSpPr/>
          <p:nvPr/>
        </p:nvSpPr>
        <p:spPr>
          <a:xfrm>
            <a:off x="9505440" y="67867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4" name=""/>
          <p:cNvSpPr/>
          <p:nvPr/>
        </p:nvSpPr>
        <p:spPr>
          <a:xfrm>
            <a:off x="9505440" y="67867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5" name=""/>
          <p:cNvSpPr/>
          <p:nvPr/>
        </p:nvSpPr>
        <p:spPr>
          <a:xfrm>
            <a:off x="8043480" y="67867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6" name=""/>
          <p:cNvSpPr/>
          <p:nvPr/>
        </p:nvSpPr>
        <p:spPr>
          <a:xfrm>
            <a:off x="8043480" y="67867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7" name=""/>
          <p:cNvSpPr/>
          <p:nvPr/>
        </p:nvSpPr>
        <p:spPr>
          <a:xfrm>
            <a:off x="10784520" y="63972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908" name=""/>
          <p:cNvSpPr/>
          <p:nvPr/>
        </p:nvSpPr>
        <p:spPr>
          <a:xfrm>
            <a:off x="10784520" y="63972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9" name=""/>
          <p:cNvSpPr/>
          <p:nvPr/>
        </p:nvSpPr>
        <p:spPr>
          <a:xfrm>
            <a:off x="10419120" y="7071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910" name=""/>
          <p:cNvSpPr/>
          <p:nvPr/>
        </p:nvSpPr>
        <p:spPr>
          <a:xfrm>
            <a:off x="10419120" y="7071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1" name=""/>
          <p:cNvSpPr/>
          <p:nvPr/>
        </p:nvSpPr>
        <p:spPr>
          <a:xfrm>
            <a:off x="8043480" y="65271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2" name=""/>
          <p:cNvSpPr/>
          <p:nvPr/>
        </p:nvSpPr>
        <p:spPr>
          <a:xfrm>
            <a:off x="8043480" y="65271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3" name=""/>
          <p:cNvSpPr/>
          <p:nvPr/>
        </p:nvSpPr>
        <p:spPr>
          <a:xfrm>
            <a:off x="10236240" y="63946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914" name=""/>
          <p:cNvSpPr/>
          <p:nvPr/>
        </p:nvSpPr>
        <p:spPr>
          <a:xfrm>
            <a:off x="10236240" y="63946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5" name=""/>
          <p:cNvSpPr/>
          <p:nvPr/>
        </p:nvSpPr>
        <p:spPr>
          <a:xfrm>
            <a:off x="7312680" y="6688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6" name=""/>
          <p:cNvSpPr/>
          <p:nvPr/>
        </p:nvSpPr>
        <p:spPr>
          <a:xfrm>
            <a:off x="7312680" y="6688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7" name=""/>
          <p:cNvSpPr/>
          <p:nvPr/>
        </p:nvSpPr>
        <p:spPr>
          <a:xfrm>
            <a:off x="7312680" y="67874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8" name=""/>
          <p:cNvSpPr/>
          <p:nvPr/>
        </p:nvSpPr>
        <p:spPr>
          <a:xfrm>
            <a:off x="7312680" y="67874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9" name=""/>
          <p:cNvSpPr/>
          <p:nvPr/>
        </p:nvSpPr>
        <p:spPr>
          <a:xfrm>
            <a:off x="10784520" y="65865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920" name=""/>
          <p:cNvSpPr/>
          <p:nvPr/>
        </p:nvSpPr>
        <p:spPr>
          <a:xfrm>
            <a:off x="10784520" y="65865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1" name=""/>
          <p:cNvSpPr/>
          <p:nvPr/>
        </p:nvSpPr>
        <p:spPr>
          <a:xfrm>
            <a:off x="9505440" y="71499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2" name=""/>
          <p:cNvSpPr/>
          <p:nvPr/>
        </p:nvSpPr>
        <p:spPr>
          <a:xfrm>
            <a:off x="9505440" y="71499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3" name=""/>
          <p:cNvSpPr/>
          <p:nvPr/>
        </p:nvSpPr>
        <p:spPr>
          <a:xfrm>
            <a:off x="10784520" y="63680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924" name=""/>
          <p:cNvSpPr/>
          <p:nvPr/>
        </p:nvSpPr>
        <p:spPr>
          <a:xfrm>
            <a:off x="10784520" y="63680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5" name=""/>
          <p:cNvSpPr/>
          <p:nvPr/>
        </p:nvSpPr>
        <p:spPr>
          <a:xfrm>
            <a:off x="6399000" y="65250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5986BD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926" name=""/>
          <p:cNvSpPr/>
          <p:nvPr/>
        </p:nvSpPr>
        <p:spPr>
          <a:xfrm>
            <a:off x="6399000" y="65250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5986BD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7" name=""/>
          <p:cNvSpPr/>
          <p:nvPr/>
        </p:nvSpPr>
        <p:spPr>
          <a:xfrm>
            <a:off x="10602000" y="68227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928" name=""/>
          <p:cNvSpPr/>
          <p:nvPr/>
        </p:nvSpPr>
        <p:spPr>
          <a:xfrm>
            <a:off x="10602000" y="68227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9" name=""/>
          <p:cNvSpPr/>
          <p:nvPr/>
        </p:nvSpPr>
        <p:spPr>
          <a:xfrm>
            <a:off x="8957160" y="6811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0" name=""/>
          <p:cNvSpPr/>
          <p:nvPr/>
        </p:nvSpPr>
        <p:spPr>
          <a:xfrm>
            <a:off x="8957160" y="6811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1" name=""/>
          <p:cNvSpPr/>
          <p:nvPr/>
        </p:nvSpPr>
        <p:spPr>
          <a:xfrm>
            <a:off x="8774640" y="6359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2" name=""/>
          <p:cNvSpPr/>
          <p:nvPr/>
        </p:nvSpPr>
        <p:spPr>
          <a:xfrm>
            <a:off x="8774640" y="6359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3" name=""/>
          <p:cNvSpPr/>
          <p:nvPr/>
        </p:nvSpPr>
        <p:spPr>
          <a:xfrm>
            <a:off x="10419120" y="75405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934" name=""/>
          <p:cNvSpPr/>
          <p:nvPr/>
        </p:nvSpPr>
        <p:spPr>
          <a:xfrm>
            <a:off x="10419120" y="75405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5" name=""/>
          <p:cNvSpPr/>
          <p:nvPr/>
        </p:nvSpPr>
        <p:spPr>
          <a:xfrm>
            <a:off x="9688320" y="6465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6" name=""/>
          <p:cNvSpPr/>
          <p:nvPr/>
        </p:nvSpPr>
        <p:spPr>
          <a:xfrm>
            <a:off x="9688320" y="6465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7" name=""/>
          <p:cNvSpPr/>
          <p:nvPr/>
        </p:nvSpPr>
        <p:spPr>
          <a:xfrm>
            <a:off x="8774640" y="64234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8" name=""/>
          <p:cNvSpPr/>
          <p:nvPr/>
        </p:nvSpPr>
        <p:spPr>
          <a:xfrm>
            <a:off x="8774640" y="64234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9" name=""/>
          <p:cNvSpPr/>
          <p:nvPr/>
        </p:nvSpPr>
        <p:spPr>
          <a:xfrm>
            <a:off x="6581520" y="65278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6C98C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940" name=""/>
          <p:cNvSpPr/>
          <p:nvPr/>
        </p:nvSpPr>
        <p:spPr>
          <a:xfrm>
            <a:off x="6581520" y="65278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6C98C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1" name=""/>
          <p:cNvSpPr/>
          <p:nvPr/>
        </p:nvSpPr>
        <p:spPr>
          <a:xfrm>
            <a:off x="8591760" y="67136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2" name=""/>
          <p:cNvSpPr/>
          <p:nvPr/>
        </p:nvSpPr>
        <p:spPr>
          <a:xfrm>
            <a:off x="8591760" y="67136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3" name=""/>
          <p:cNvSpPr/>
          <p:nvPr/>
        </p:nvSpPr>
        <p:spPr>
          <a:xfrm>
            <a:off x="7678080" y="6357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4" name=""/>
          <p:cNvSpPr/>
          <p:nvPr/>
        </p:nvSpPr>
        <p:spPr>
          <a:xfrm>
            <a:off x="7678080" y="6357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5" name=""/>
          <p:cNvSpPr/>
          <p:nvPr/>
        </p:nvSpPr>
        <p:spPr>
          <a:xfrm>
            <a:off x="10784520" y="72115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946" name=""/>
          <p:cNvSpPr/>
          <p:nvPr/>
        </p:nvSpPr>
        <p:spPr>
          <a:xfrm>
            <a:off x="10784520" y="72115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7" name=""/>
          <p:cNvSpPr/>
          <p:nvPr/>
        </p:nvSpPr>
        <p:spPr>
          <a:xfrm>
            <a:off x="9140040" y="7400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8" name=""/>
          <p:cNvSpPr/>
          <p:nvPr/>
        </p:nvSpPr>
        <p:spPr>
          <a:xfrm>
            <a:off x="9140040" y="7400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9" name=""/>
          <p:cNvSpPr/>
          <p:nvPr/>
        </p:nvSpPr>
        <p:spPr>
          <a:xfrm>
            <a:off x="10236240" y="66945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950" name=""/>
          <p:cNvSpPr/>
          <p:nvPr/>
        </p:nvSpPr>
        <p:spPr>
          <a:xfrm>
            <a:off x="10236240" y="66945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1" name=""/>
          <p:cNvSpPr/>
          <p:nvPr/>
        </p:nvSpPr>
        <p:spPr>
          <a:xfrm>
            <a:off x="10602000" y="6816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952" name=""/>
          <p:cNvSpPr/>
          <p:nvPr/>
        </p:nvSpPr>
        <p:spPr>
          <a:xfrm>
            <a:off x="10602000" y="6816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3" name=""/>
          <p:cNvSpPr/>
          <p:nvPr/>
        </p:nvSpPr>
        <p:spPr>
          <a:xfrm>
            <a:off x="8591760" y="75272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4" name=""/>
          <p:cNvSpPr/>
          <p:nvPr/>
        </p:nvSpPr>
        <p:spPr>
          <a:xfrm>
            <a:off x="8591760" y="75272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5" name=""/>
          <p:cNvSpPr/>
          <p:nvPr/>
        </p:nvSpPr>
        <p:spPr>
          <a:xfrm>
            <a:off x="8043480" y="72853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6" name=""/>
          <p:cNvSpPr/>
          <p:nvPr/>
        </p:nvSpPr>
        <p:spPr>
          <a:xfrm>
            <a:off x="8043480" y="72853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7" name=""/>
          <p:cNvSpPr/>
          <p:nvPr/>
        </p:nvSpPr>
        <p:spPr>
          <a:xfrm>
            <a:off x="7312680" y="67788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8" name=""/>
          <p:cNvSpPr/>
          <p:nvPr/>
        </p:nvSpPr>
        <p:spPr>
          <a:xfrm>
            <a:off x="7312680" y="67788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9" name=""/>
          <p:cNvSpPr/>
          <p:nvPr/>
        </p:nvSpPr>
        <p:spPr>
          <a:xfrm>
            <a:off x="7129800" y="67762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A1C9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0" name=""/>
          <p:cNvSpPr/>
          <p:nvPr/>
        </p:nvSpPr>
        <p:spPr>
          <a:xfrm>
            <a:off x="7129800" y="67762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A1C9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1" name=""/>
          <p:cNvSpPr/>
          <p:nvPr/>
        </p:nvSpPr>
        <p:spPr>
          <a:xfrm>
            <a:off x="9140040" y="70578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2" name=""/>
          <p:cNvSpPr/>
          <p:nvPr/>
        </p:nvSpPr>
        <p:spPr>
          <a:xfrm>
            <a:off x="9140040" y="70578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3" name=""/>
          <p:cNvSpPr/>
          <p:nvPr/>
        </p:nvSpPr>
        <p:spPr>
          <a:xfrm>
            <a:off x="8957160" y="7054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4" name=""/>
          <p:cNvSpPr/>
          <p:nvPr/>
        </p:nvSpPr>
        <p:spPr>
          <a:xfrm>
            <a:off x="8957160" y="7054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5" name=""/>
          <p:cNvSpPr/>
          <p:nvPr/>
        </p:nvSpPr>
        <p:spPr>
          <a:xfrm>
            <a:off x="8226360" y="65962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6" name=""/>
          <p:cNvSpPr/>
          <p:nvPr/>
        </p:nvSpPr>
        <p:spPr>
          <a:xfrm>
            <a:off x="8226360" y="65962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7" name=""/>
          <p:cNvSpPr/>
          <p:nvPr/>
        </p:nvSpPr>
        <p:spPr>
          <a:xfrm>
            <a:off x="9505440" y="65167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8" name=""/>
          <p:cNvSpPr/>
          <p:nvPr/>
        </p:nvSpPr>
        <p:spPr>
          <a:xfrm>
            <a:off x="9505440" y="65167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9" name=""/>
          <p:cNvSpPr/>
          <p:nvPr/>
        </p:nvSpPr>
        <p:spPr>
          <a:xfrm>
            <a:off x="7860960" y="6726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0" name=""/>
          <p:cNvSpPr/>
          <p:nvPr/>
        </p:nvSpPr>
        <p:spPr>
          <a:xfrm>
            <a:off x="7860960" y="6726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1" name=""/>
          <p:cNvSpPr/>
          <p:nvPr/>
        </p:nvSpPr>
        <p:spPr>
          <a:xfrm>
            <a:off x="10602000" y="73000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972" name=""/>
          <p:cNvSpPr/>
          <p:nvPr/>
        </p:nvSpPr>
        <p:spPr>
          <a:xfrm>
            <a:off x="10602000" y="73000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3" name=""/>
          <p:cNvSpPr/>
          <p:nvPr/>
        </p:nvSpPr>
        <p:spPr>
          <a:xfrm>
            <a:off x="7860960" y="67615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6F5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4" name=""/>
          <p:cNvSpPr/>
          <p:nvPr/>
        </p:nvSpPr>
        <p:spPr>
          <a:xfrm>
            <a:off x="7860960" y="67615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6F5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5" name=""/>
          <p:cNvSpPr/>
          <p:nvPr/>
        </p:nvSpPr>
        <p:spPr>
          <a:xfrm>
            <a:off x="9505440" y="64198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6" name=""/>
          <p:cNvSpPr/>
          <p:nvPr/>
        </p:nvSpPr>
        <p:spPr>
          <a:xfrm>
            <a:off x="9505440" y="64198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7" name=""/>
          <p:cNvSpPr/>
          <p:nvPr/>
        </p:nvSpPr>
        <p:spPr>
          <a:xfrm>
            <a:off x="8774640" y="65361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8" name=""/>
          <p:cNvSpPr/>
          <p:nvPr/>
        </p:nvSpPr>
        <p:spPr>
          <a:xfrm>
            <a:off x="8774640" y="65361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9" name=""/>
          <p:cNvSpPr/>
          <p:nvPr/>
        </p:nvSpPr>
        <p:spPr>
          <a:xfrm>
            <a:off x="7312680" y="68248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0" name=""/>
          <p:cNvSpPr/>
          <p:nvPr/>
        </p:nvSpPr>
        <p:spPr>
          <a:xfrm>
            <a:off x="7312680" y="68248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1" name=""/>
          <p:cNvSpPr/>
          <p:nvPr/>
        </p:nvSpPr>
        <p:spPr>
          <a:xfrm>
            <a:off x="10053720" y="6472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2" name=""/>
          <p:cNvSpPr/>
          <p:nvPr/>
        </p:nvSpPr>
        <p:spPr>
          <a:xfrm>
            <a:off x="10053720" y="6472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3" name=""/>
          <p:cNvSpPr/>
          <p:nvPr/>
        </p:nvSpPr>
        <p:spPr>
          <a:xfrm>
            <a:off x="8957160" y="65912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4" name=""/>
          <p:cNvSpPr/>
          <p:nvPr/>
        </p:nvSpPr>
        <p:spPr>
          <a:xfrm>
            <a:off x="8957160" y="65912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5" name=""/>
          <p:cNvSpPr/>
          <p:nvPr/>
        </p:nvSpPr>
        <p:spPr>
          <a:xfrm>
            <a:off x="10236240" y="63651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986" name=""/>
          <p:cNvSpPr/>
          <p:nvPr/>
        </p:nvSpPr>
        <p:spPr>
          <a:xfrm>
            <a:off x="10236240" y="63651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7" name=""/>
          <p:cNvSpPr/>
          <p:nvPr/>
        </p:nvSpPr>
        <p:spPr>
          <a:xfrm>
            <a:off x="9688320" y="67910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8" name=""/>
          <p:cNvSpPr/>
          <p:nvPr/>
        </p:nvSpPr>
        <p:spPr>
          <a:xfrm>
            <a:off x="9688320" y="67910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9" name=""/>
          <p:cNvSpPr/>
          <p:nvPr/>
        </p:nvSpPr>
        <p:spPr>
          <a:xfrm>
            <a:off x="10419120" y="65646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990" name=""/>
          <p:cNvSpPr/>
          <p:nvPr/>
        </p:nvSpPr>
        <p:spPr>
          <a:xfrm>
            <a:off x="10419120" y="65646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1" name=""/>
          <p:cNvSpPr/>
          <p:nvPr/>
        </p:nvSpPr>
        <p:spPr>
          <a:xfrm>
            <a:off x="9505440" y="66045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2" name=""/>
          <p:cNvSpPr/>
          <p:nvPr/>
        </p:nvSpPr>
        <p:spPr>
          <a:xfrm>
            <a:off x="9505440" y="66045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3" name=""/>
          <p:cNvSpPr/>
          <p:nvPr/>
        </p:nvSpPr>
        <p:spPr>
          <a:xfrm>
            <a:off x="9870840" y="66560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4" name=""/>
          <p:cNvSpPr/>
          <p:nvPr/>
        </p:nvSpPr>
        <p:spPr>
          <a:xfrm>
            <a:off x="9870840" y="66560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5" name=""/>
          <p:cNvSpPr/>
          <p:nvPr/>
        </p:nvSpPr>
        <p:spPr>
          <a:xfrm>
            <a:off x="10236240" y="64666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996" name=""/>
          <p:cNvSpPr/>
          <p:nvPr/>
        </p:nvSpPr>
        <p:spPr>
          <a:xfrm>
            <a:off x="10236240" y="64666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7" name=""/>
          <p:cNvSpPr/>
          <p:nvPr/>
        </p:nvSpPr>
        <p:spPr>
          <a:xfrm>
            <a:off x="8043480" y="66866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8" name=""/>
          <p:cNvSpPr/>
          <p:nvPr/>
        </p:nvSpPr>
        <p:spPr>
          <a:xfrm>
            <a:off x="8043480" y="66866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9" name=""/>
          <p:cNvSpPr/>
          <p:nvPr/>
        </p:nvSpPr>
        <p:spPr>
          <a:xfrm>
            <a:off x="9870840" y="65138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0" name=""/>
          <p:cNvSpPr/>
          <p:nvPr/>
        </p:nvSpPr>
        <p:spPr>
          <a:xfrm>
            <a:off x="9870840" y="65138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1" name=""/>
          <p:cNvSpPr/>
          <p:nvPr/>
        </p:nvSpPr>
        <p:spPr>
          <a:xfrm>
            <a:off x="9870840" y="71402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2" name=""/>
          <p:cNvSpPr/>
          <p:nvPr/>
        </p:nvSpPr>
        <p:spPr>
          <a:xfrm>
            <a:off x="9870840" y="71402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3" name=""/>
          <p:cNvSpPr/>
          <p:nvPr/>
        </p:nvSpPr>
        <p:spPr>
          <a:xfrm>
            <a:off x="7495200" y="67514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4" name=""/>
          <p:cNvSpPr/>
          <p:nvPr/>
        </p:nvSpPr>
        <p:spPr>
          <a:xfrm>
            <a:off x="7495200" y="67514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5" name=""/>
          <p:cNvSpPr/>
          <p:nvPr/>
        </p:nvSpPr>
        <p:spPr>
          <a:xfrm>
            <a:off x="10784520" y="68799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006" name=""/>
          <p:cNvSpPr/>
          <p:nvPr/>
        </p:nvSpPr>
        <p:spPr>
          <a:xfrm>
            <a:off x="10784520" y="68799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7" name=""/>
          <p:cNvSpPr/>
          <p:nvPr/>
        </p:nvSpPr>
        <p:spPr>
          <a:xfrm>
            <a:off x="8774640" y="6548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8" name=""/>
          <p:cNvSpPr/>
          <p:nvPr/>
        </p:nvSpPr>
        <p:spPr>
          <a:xfrm>
            <a:off x="8774640" y="6548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9" name=""/>
          <p:cNvSpPr/>
          <p:nvPr/>
        </p:nvSpPr>
        <p:spPr>
          <a:xfrm>
            <a:off x="9688320" y="67255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0" name=""/>
          <p:cNvSpPr/>
          <p:nvPr/>
        </p:nvSpPr>
        <p:spPr>
          <a:xfrm>
            <a:off x="9688320" y="67255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1" name=""/>
          <p:cNvSpPr/>
          <p:nvPr/>
        </p:nvSpPr>
        <p:spPr>
          <a:xfrm>
            <a:off x="8409240" y="68464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2" name=""/>
          <p:cNvSpPr/>
          <p:nvPr/>
        </p:nvSpPr>
        <p:spPr>
          <a:xfrm>
            <a:off x="8409240" y="68464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3" name=""/>
          <p:cNvSpPr/>
          <p:nvPr/>
        </p:nvSpPr>
        <p:spPr>
          <a:xfrm>
            <a:off x="10602000" y="65260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014" name=""/>
          <p:cNvSpPr/>
          <p:nvPr/>
        </p:nvSpPr>
        <p:spPr>
          <a:xfrm>
            <a:off x="10602000" y="65260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5" name=""/>
          <p:cNvSpPr/>
          <p:nvPr/>
        </p:nvSpPr>
        <p:spPr>
          <a:xfrm>
            <a:off x="9140040" y="6771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6" name=""/>
          <p:cNvSpPr/>
          <p:nvPr/>
        </p:nvSpPr>
        <p:spPr>
          <a:xfrm>
            <a:off x="9140040" y="6771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7" name=""/>
          <p:cNvSpPr/>
          <p:nvPr/>
        </p:nvSpPr>
        <p:spPr>
          <a:xfrm>
            <a:off x="8226360" y="65498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8" name=""/>
          <p:cNvSpPr/>
          <p:nvPr/>
        </p:nvSpPr>
        <p:spPr>
          <a:xfrm>
            <a:off x="8226360" y="65498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9" name=""/>
          <p:cNvSpPr/>
          <p:nvPr/>
        </p:nvSpPr>
        <p:spPr>
          <a:xfrm>
            <a:off x="7312680" y="65271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0" name=""/>
          <p:cNvSpPr/>
          <p:nvPr/>
        </p:nvSpPr>
        <p:spPr>
          <a:xfrm>
            <a:off x="7312680" y="65271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1" name=""/>
          <p:cNvSpPr/>
          <p:nvPr/>
        </p:nvSpPr>
        <p:spPr>
          <a:xfrm>
            <a:off x="10053720" y="67942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2" name=""/>
          <p:cNvSpPr/>
          <p:nvPr/>
        </p:nvSpPr>
        <p:spPr>
          <a:xfrm>
            <a:off x="10053720" y="67942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3" name=""/>
          <p:cNvSpPr/>
          <p:nvPr/>
        </p:nvSpPr>
        <p:spPr>
          <a:xfrm>
            <a:off x="10602000" y="63007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024" name=""/>
          <p:cNvSpPr/>
          <p:nvPr/>
        </p:nvSpPr>
        <p:spPr>
          <a:xfrm>
            <a:off x="10602000" y="63007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5" name=""/>
          <p:cNvSpPr/>
          <p:nvPr/>
        </p:nvSpPr>
        <p:spPr>
          <a:xfrm>
            <a:off x="10784520" y="62377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026" name=""/>
          <p:cNvSpPr/>
          <p:nvPr/>
        </p:nvSpPr>
        <p:spPr>
          <a:xfrm>
            <a:off x="10784520" y="62377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7" name=""/>
          <p:cNvSpPr/>
          <p:nvPr/>
        </p:nvSpPr>
        <p:spPr>
          <a:xfrm>
            <a:off x="10419120" y="67327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028" name=""/>
          <p:cNvSpPr/>
          <p:nvPr/>
        </p:nvSpPr>
        <p:spPr>
          <a:xfrm>
            <a:off x="10419120" y="67327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9" name=""/>
          <p:cNvSpPr/>
          <p:nvPr/>
        </p:nvSpPr>
        <p:spPr>
          <a:xfrm>
            <a:off x="8409240" y="63352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0" name=""/>
          <p:cNvSpPr/>
          <p:nvPr/>
        </p:nvSpPr>
        <p:spPr>
          <a:xfrm>
            <a:off x="8409240" y="63352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1" name=""/>
          <p:cNvSpPr/>
          <p:nvPr/>
        </p:nvSpPr>
        <p:spPr>
          <a:xfrm>
            <a:off x="10419120" y="6855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032" name=""/>
          <p:cNvSpPr/>
          <p:nvPr/>
        </p:nvSpPr>
        <p:spPr>
          <a:xfrm>
            <a:off x="10419120" y="6855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3" name=""/>
          <p:cNvSpPr/>
          <p:nvPr/>
        </p:nvSpPr>
        <p:spPr>
          <a:xfrm>
            <a:off x="9505440" y="66560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4" name=""/>
          <p:cNvSpPr/>
          <p:nvPr/>
        </p:nvSpPr>
        <p:spPr>
          <a:xfrm>
            <a:off x="9505440" y="66560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5" name=""/>
          <p:cNvSpPr/>
          <p:nvPr/>
        </p:nvSpPr>
        <p:spPr>
          <a:xfrm>
            <a:off x="9505440" y="65743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6" name=""/>
          <p:cNvSpPr/>
          <p:nvPr/>
        </p:nvSpPr>
        <p:spPr>
          <a:xfrm>
            <a:off x="9505440" y="65743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7" name=""/>
          <p:cNvSpPr/>
          <p:nvPr/>
        </p:nvSpPr>
        <p:spPr>
          <a:xfrm>
            <a:off x="9870840" y="65995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8" name=""/>
          <p:cNvSpPr/>
          <p:nvPr/>
        </p:nvSpPr>
        <p:spPr>
          <a:xfrm>
            <a:off x="9870840" y="65995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9" name=""/>
          <p:cNvSpPr/>
          <p:nvPr/>
        </p:nvSpPr>
        <p:spPr>
          <a:xfrm>
            <a:off x="7312680" y="6530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0" name=""/>
          <p:cNvSpPr/>
          <p:nvPr/>
        </p:nvSpPr>
        <p:spPr>
          <a:xfrm>
            <a:off x="7312680" y="6530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1" name=""/>
          <p:cNvSpPr/>
          <p:nvPr/>
        </p:nvSpPr>
        <p:spPr>
          <a:xfrm>
            <a:off x="10053720" y="6472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2" name=""/>
          <p:cNvSpPr/>
          <p:nvPr/>
        </p:nvSpPr>
        <p:spPr>
          <a:xfrm>
            <a:off x="10053720" y="6472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3" name=""/>
          <p:cNvSpPr/>
          <p:nvPr/>
        </p:nvSpPr>
        <p:spPr>
          <a:xfrm>
            <a:off x="10419120" y="6919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044" name=""/>
          <p:cNvSpPr/>
          <p:nvPr/>
        </p:nvSpPr>
        <p:spPr>
          <a:xfrm>
            <a:off x="10419120" y="6919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5" name=""/>
          <p:cNvSpPr/>
          <p:nvPr/>
        </p:nvSpPr>
        <p:spPr>
          <a:xfrm>
            <a:off x="10419120" y="67989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046" name=""/>
          <p:cNvSpPr/>
          <p:nvPr/>
        </p:nvSpPr>
        <p:spPr>
          <a:xfrm>
            <a:off x="10419120" y="67989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7" name=""/>
          <p:cNvSpPr/>
          <p:nvPr/>
        </p:nvSpPr>
        <p:spPr>
          <a:xfrm>
            <a:off x="9688320" y="69807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8" name=""/>
          <p:cNvSpPr/>
          <p:nvPr/>
        </p:nvSpPr>
        <p:spPr>
          <a:xfrm>
            <a:off x="9688320" y="69807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9" name=""/>
          <p:cNvSpPr/>
          <p:nvPr/>
        </p:nvSpPr>
        <p:spPr>
          <a:xfrm>
            <a:off x="9870840" y="67096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0" name=""/>
          <p:cNvSpPr/>
          <p:nvPr/>
        </p:nvSpPr>
        <p:spPr>
          <a:xfrm>
            <a:off x="9870840" y="67096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1" name=""/>
          <p:cNvSpPr/>
          <p:nvPr/>
        </p:nvSpPr>
        <p:spPr>
          <a:xfrm>
            <a:off x="9140040" y="6699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2" name=""/>
          <p:cNvSpPr/>
          <p:nvPr/>
        </p:nvSpPr>
        <p:spPr>
          <a:xfrm>
            <a:off x="9140040" y="6699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3" name=""/>
          <p:cNvSpPr/>
          <p:nvPr/>
        </p:nvSpPr>
        <p:spPr>
          <a:xfrm>
            <a:off x="8774640" y="66844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4" name=""/>
          <p:cNvSpPr/>
          <p:nvPr/>
        </p:nvSpPr>
        <p:spPr>
          <a:xfrm>
            <a:off x="8774640" y="66844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5" name=""/>
          <p:cNvSpPr/>
          <p:nvPr/>
        </p:nvSpPr>
        <p:spPr>
          <a:xfrm>
            <a:off x="7495200" y="675360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6" name=""/>
          <p:cNvSpPr/>
          <p:nvPr/>
        </p:nvSpPr>
        <p:spPr>
          <a:xfrm>
            <a:off x="7495200" y="675360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7" name=""/>
          <p:cNvSpPr/>
          <p:nvPr/>
        </p:nvSpPr>
        <p:spPr>
          <a:xfrm>
            <a:off x="7495200" y="69976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8" name=""/>
          <p:cNvSpPr/>
          <p:nvPr/>
        </p:nvSpPr>
        <p:spPr>
          <a:xfrm>
            <a:off x="7495200" y="69976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9" name=""/>
          <p:cNvSpPr/>
          <p:nvPr/>
        </p:nvSpPr>
        <p:spPr>
          <a:xfrm>
            <a:off x="9870840" y="71402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0" name=""/>
          <p:cNvSpPr/>
          <p:nvPr/>
        </p:nvSpPr>
        <p:spPr>
          <a:xfrm>
            <a:off x="9870840" y="71402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1" name=""/>
          <p:cNvSpPr/>
          <p:nvPr/>
        </p:nvSpPr>
        <p:spPr>
          <a:xfrm>
            <a:off x="9870840" y="64630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2" name=""/>
          <p:cNvSpPr/>
          <p:nvPr/>
        </p:nvSpPr>
        <p:spPr>
          <a:xfrm>
            <a:off x="9870840" y="64630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3" name=""/>
          <p:cNvSpPr/>
          <p:nvPr/>
        </p:nvSpPr>
        <p:spPr>
          <a:xfrm>
            <a:off x="9688320" y="70581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4" name=""/>
          <p:cNvSpPr/>
          <p:nvPr/>
        </p:nvSpPr>
        <p:spPr>
          <a:xfrm>
            <a:off x="9688320" y="70581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5" name=""/>
          <p:cNvSpPr/>
          <p:nvPr/>
        </p:nvSpPr>
        <p:spPr>
          <a:xfrm>
            <a:off x="9688320" y="70599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6" name=""/>
          <p:cNvSpPr/>
          <p:nvPr/>
        </p:nvSpPr>
        <p:spPr>
          <a:xfrm>
            <a:off x="9688320" y="70599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7" name=""/>
          <p:cNvSpPr/>
          <p:nvPr/>
        </p:nvSpPr>
        <p:spPr>
          <a:xfrm>
            <a:off x="9140040" y="64954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8" name=""/>
          <p:cNvSpPr/>
          <p:nvPr/>
        </p:nvSpPr>
        <p:spPr>
          <a:xfrm>
            <a:off x="9140040" y="64954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9" name=""/>
          <p:cNvSpPr/>
          <p:nvPr/>
        </p:nvSpPr>
        <p:spPr>
          <a:xfrm>
            <a:off x="8774640" y="6685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0" name=""/>
          <p:cNvSpPr/>
          <p:nvPr/>
        </p:nvSpPr>
        <p:spPr>
          <a:xfrm>
            <a:off x="8774640" y="6685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1" name=""/>
          <p:cNvSpPr/>
          <p:nvPr/>
        </p:nvSpPr>
        <p:spPr>
          <a:xfrm>
            <a:off x="9505440" y="67950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2" name=""/>
          <p:cNvSpPr/>
          <p:nvPr/>
        </p:nvSpPr>
        <p:spPr>
          <a:xfrm>
            <a:off x="9505440" y="67950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3" name=""/>
          <p:cNvSpPr/>
          <p:nvPr/>
        </p:nvSpPr>
        <p:spPr>
          <a:xfrm>
            <a:off x="8774640" y="69822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4" name=""/>
          <p:cNvSpPr/>
          <p:nvPr/>
        </p:nvSpPr>
        <p:spPr>
          <a:xfrm>
            <a:off x="8774640" y="69822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5" name=""/>
          <p:cNvSpPr/>
          <p:nvPr/>
        </p:nvSpPr>
        <p:spPr>
          <a:xfrm>
            <a:off x="10784520" y="65955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076" name=""/>
          <p:cNvSpPr/>
          <p:nvPr/>
        </p:nvSpPr>
        <p:spPr>
          <a:xfrm>
            <a:off x="10784520" y="65955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7" name=""/>
          <p:cNvSpPr/>
          <p:nvPr/>
        </p:nvSpPr>
        <p:spPr>
          <a:xfrm>
            <a:off x="10236240" y="68122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078" name=""/>
          <p:cNvSpPr/>
          <p:nvPr/>
        </p:nvSpPr>
        <p:spPr>
          <a:xfrm>
            <a:off x="10236240" y="68122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9" name=""/>
          <p:cNvSpPr/>
          <p:nvPr/>
        </p:nvSpPr>
        <p:spPr>
          <a:xfrm>
            <a:off x="9322560" y="68144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0" name=""/>
          <p:cNvSpPr/>
          <p:nvPr/>
        </p:nvSpPr>
        <p:spPr>
          <a:xfrm>
            <a:off x="9322560" y="68144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1" name=""/>
          <p:cNvSpPr/>
          <p:nvPr/>
        </p:nvSpPr>
        <p:spPr>
          <a:xfrm>
            <a:off x="7495200" y="67690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2" name=""/>
          <p:cNvSpPr/>
          <p:nvPr/>
        </p:nvSpPr>
        <p:spPr>
          <a:xfrm>
            <a:off x="7495200" y="67690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3" name=""/>
          <p:cNvSpPr/>
          <p:nvPr/>
        </p:nvSpPr>
        <p:spPr>
          <a:xfrm>
            <a:off x="9688320" y="68803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4" name=""/>
          <p:cNvSpPr/>
          <p:nvPr/>
        </p:nvSpPr>
        <p:spPr>
          <a:xfrm>
            <a:off x="9688320" y="68803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5" name=""/>
          <p:cNvSpPr/>
          <p:nvPr/>
        </p:nvSpPr>
        <p:spPr>
          <a:xfrm>
            <a:off x="10602000" y="66441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086" name=""/>
          <p:cNvSpPr/>
          <p:nvPr/>
        </p:nvSpPr>
        <p:spPr>
          <a:xfrm>
            <a:off x="10602000" y="66441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7" name=""/>
          <p:cNvSpPr/>
          <p:nvPr/>
        </p:nvSpPr>
        <p:spPr>
          <a:xfrm>
            <a:off x="10419120" y="63295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088" name=""/>
          <p:cNvSpPr/>
          <p:nvPr/>
        </p:nvSpPr>
        <p:spPr>
          <a:xfrm>
            <a:off x="10419120" y="63295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9" name=""/>
          <p:cNvSpPr/>
          <p:nvPr/>
        </p:nvSpPr>
        <p:spPr>
          <a:xfrm>
            <a:off x="7312680" y="63583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0" name=""/>
          <p:cNvSpPr/>
          <p:nvPr/>
        </p:nvSpPr>
        <p:spPr>
          <a:xfrm>
            <a:off x="7312680" y="63583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1" name=""/>
          <p:cNvSpPr/>
          <p:nvPr/>
        </p:nvSpPr>
        <p:spPr>
          <a:xfrm>
            <a:off x="6399000" y="7341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5986BD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092" name=""/>
          <p:cNvSpPr/>
          <p:nvPr/>
        </p:nvSpPr>
        <p:spPr>
          <a:xfrm>
            <a:off x="6399000" y="7341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5986BD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3" name=""/>
          <p:cNvSpPr/>
          <p:nvPr/>
        </p:nvSpPr>
        <p:spPr>
          <a:xfrm>
            <a:off x="9140040" y="68806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4" name=""/>
          <p:cNvSpPr/>
          <p:nvPr/>
        </p:nvSpPr>
        <p:spPr>
          <a:xfrm>
            <a:off x="9140040" y="68806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5" name=""/>
          <p:cNvSpPr/>
          <p:nvPr/>
        </p:nvSpPr>
        <p:spPr>
          <a:xfrm>
            <a:off x="10784520" y="66808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096" name=""/>
          <p:cNvSpPr/>
          <p:nvPr/>
        </p:nvSpPr>
        <p:spPr>
          <a:xfrm>
            <a:off x="10784520" y="66808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7" name=""/>
          <p:cNvSpPr/>
          <p:nvPr/>
        </p:nvSpPr>
        <p:spPr>
          <a:xfrm>
            <a:off x="10784520" y="66970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098" name=""/>
          <p:cNvSpPr/>
          <p:nvPr/>
        </p:nvSpPr>
        <p:spPr>
          <a:xfrm>
            <a:off x="10784520" y="66970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9" name=""/>
          <p:cNvSpPr/>
          <p:nvPr/>
        </p:nvSpPr>
        <p:spPr>
          <a:xfrm>
            <a:off x="6581520" y="65228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6C98C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100" name=""/>
          <p:cNvSpPr/>
          <p:nvPr/>
        </p:nvSpPr>
        <p:spPr>
          <a:xfrm>
            <a:off x="6581520" y="65228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6C98C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1" name=""/>
          <p:cNvSpPr/>
          <p:nvPr/>
        </p:nvSpPr>
        <p:spPr>
          <a:xfrm>
            <a:off x="9322560" y="66679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2" name=""/>
          <p:cNvSpPr/>
          <p:nvPr/>
        </p:nvSpPr>
        <p:spPr>
          <a:xfrm>
            <a:off x="9322560" y="66679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3" name=""/>
          <p:cNvSpPr/>
          <p:nvPr/>
        </p:nvSpPr>
        <p:spPr>
          <a:xfrm>
            <a:off x="8043480" y="63356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4" name=""/>
          <p:cNvSpPr/>
          <p:nvPr/>
        </p:nvSpPr>
        <p:spPr>
          <a:xfrm>
            <a:off x="8043480" y="63356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5" name=""/>
          <p:cNvSpPr/>
          <p:nvPr/>
        </p:nvSpPr>
        <p:spPr>
          <a:xfrm>
            <a:off x="7312680" y="6513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6" name=""/>
          <p:cNvSpPr/>
          <p:nvPr/>
        </p:nvSpPr>
        <p:spPr>
          <a:xfrm>
            <a:off x="7312680" y="6513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7" name=""/>
          <p:cNvSpPr/>
          <p:nvPr/>
        </p:nvSpPr>
        <p:spPr>
          <a:xfrm>
            <a:off x="8957160" y="69980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8" name=""/>
          <p:cNvSpPr/>
          <p:nvPr/>
        </p:nvSpPr>
        <p:spPr>
          <a:xfrm>
            <a:off x="8957160" y="69980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9" name=""/>
          <p:cNvSpPr/>
          <p:nvPr/>
        </p:nvSpPr>
        <p:spPr>
          <a:xfrm>
            <a:off x="10784520" y="64245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110" name=""/>
          <p:cNvSpPr/>
          <p:nvPr/>
        </p:nvSpPr>
        <p:spPr>
          <a:xfrm>
            <a:off x="10784520" y="64245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1" name=""/>
          <p:cNvSpPr/>
          <p:nvPr/>
        </p:nvSpPr>
        <p:spPr>
          <a:xfrm>
            <a:off x="10784520" y="66841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112" name=""/>
          <p:cNvSpPr/>
          <p:nvPr/>
        </p:nvSpPr>
        <p:spPr>
          <a:xfrm>
            <a:off x="10784520" y="66841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3" name=""/>
          <p:cNvSpPr/>
          <p:nvPr/>
        </p:nvSpPr>
        <p:spPr>
          <a:xfrm>
            <a:off x="9688320" y="64976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4" name=""/>
          <p:cNvSpPr/>
          <p:nvPr/>
        </p:nvSpPr>
        <p:spPr>
          <a:xfrm>
            <a:off x="9688320" y="64976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5" name=""/>
          <p:cNvSpPr/>
          <p:nvPr/>
        </p:nvSpPr>
        <p:spPr>
          <a:xfrm>
            <a:off x="9688320" y="64753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6" name=""/>
          <p:cNvSpPr/>
          <p:nvPr/>
        </p:nvSpPr>
        <p:spPr>
          <a:xfrm>
            <a:off x="9688320" y="64753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7" name=""/>
          <p:cNvSpPr/>
          <p:nvPr/>
        </p:nvSpPr>
        <p:spPr>
          <a:xfrm>
            <a:off x="9688320" y="6899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8" name=""/>
          <p:cNvSpPr/>
          <p:nvPr/>
        </p:nvSpPr>
        <p:spPr>
          <a:xfrm>
            <a:off x="9688320" y="6899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9" name=""/>
          <p:cNvSpPr/>
          <p:nvPr/>
        </p:nvSpPr>
        <p:spPr>
          <a:xfrm>
            <a:off x="8957160" y="67334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0" name=""/>
          <p:cNvSpPr/>
          <p:nvPr/>
        </p:nvSpPr>
        <p:spPr>
          <a:xfrm>
            <a:off x="8957160" y="67334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1" name=""/>
          <p:cNvSpPr/>
          <p:nvPr/>
        </p:nvSpPr>
        <p:spPr>
          <a:xfrm>
            <a:off x="9870840" y="69804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2" name=""/>
          <p:cNvSpPr/>
          <p:nvPr/>
        </p:nvSpPr>
        <p:spPr>
          <a:xfrm>
            <a:off x="9870840" y="69804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3" name=""/>
          <p:cNvSpPr/>
          <p:nvPr/>
        </p:nvSpPr>
        <p:spPr>
          <a:xfrm>
            <a:off x="8774640" y="7161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4" name=""/>
          <p:cNvSpPr/>
          <p:nvPr/>
        </p:nvSpPr>
        <p:spPr>
          <a:xfrm>
            <a:off x="8774640" y="7161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5" name=""/>
          <p:cNvSpPr/>
          <p:nvPr/>
        </p:nvSpPr>
        <p:spPr>
          <a:xfrm>
            <a:off x="7312680" y="69073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6" name=""/>
          <p:cNvSpPr/>
          <p:nvPr/>
        </p:nvSpPr>
        <p:spPr>
          <a:xfrm>
            <a:off x="7312680" y="69073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7" name=""/>
          <p:cNvSpPr/>
          <p:nvPr/>
        </p:nvSpPr>
        <p:spPr>
          <a:xfrm>
            <a:off x="9140040" y="68054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8" name=""/>
          <p:cNvSpPr/>
          <p:nvPr/>
        </p:nvSpPr>
        <p:spPr>
          <a:xfrm>
            <a:off x="9140040" y="68054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9" name=""/>
          <p:cNvSpPr/>
          <p:nvPr/>
        </p:nvSpPr>
        <p:spPr>
          <a:xfrm>
            <a:off x="6216120" y="66016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4575B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130" name=""/>
          <p:cNvSpPr/>
          <p:nvPr/>
        </p:nvSpPr>
        <p:spPr>
          <a:xfrm>
            <a:off x="6216120" y="66016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4575B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1" name=""/>
          <p:cNvSpPr/>
          <p:nvPr/>
        </p:nvSpPr>
        <p:spPr>
          <a:xfrm>
            <a:off x="7312680" y="66142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2" name=""/>
          <p:cNvSpPr/>
          <p:nvPr/>
        </p:nvSpPr>
        <p:spPr>
          <a:xfrm>
            <a:off x="7312680" y="66142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3" name=""/>
          <p:cNvSpPr/>
          <p:nvPr/>
        </p:nvSpPr>
        <p:spPr>
          <a:xfrm>
            <a:off x="7678080" y="6744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4" name=""/>
          <p:cNvSpPr/>
          <p:nvPr/>
        </p:nvSpPr>
        <p:spPr>
          <a:xfrm>
            <a:off x="7678080" y="6744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5" name=""/>
          <p:cNvSpPr/>
          <p:nvPr/>
        </p:nvSpPr>
        <p:spPr>
          <a:xfrm>
            <a:off x="10236240" y="67424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136" name=""/>
          <p:cNvSpPr/>
          <p:nvPr/>
        </p:nvSpPr>
        <p:spPr>
          <a:xfrm>
            <a:off x="10236240" y="67424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7" name=""/>
          <p:cNvSpPr/>
          <p:nvPr/>
        </p:nvSpPr>
        <p:spPr>
          <a:xfrm>
            <a:off x="10602000" y="68418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138" name=""/>
          <p:cNvSpPr/>
          <p:nvPr/>
        </p:nvSpPr>
        <p:spPr>
          <a:xfrm>
            <a:off x="10602000" y="68418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9" name=""/>
          <p:cNvSpPr/>
          <p:nvPr/>
        </p:nvSpPr>
        <p:spPr>
          <a:xfrm>
            <a:off x="6947280" y="67971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8EBCD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0" name=""/>
          <p:cNvSpPr/>
          <p:nvPr/>
        </p:nvSpPr>
        <p:spPr>
          <a:xfrm>
            <a:off x="6947280" y="67971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8EBCD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1" name=""/>
          <p:cNvSpPr/>
          <p:nvPr/>
        </p:nvSpPr>
        <p:spPr>
          <a:xfrm>
            <a:off x="8591760" y="6522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2" name=""/>
          <p:cNvSpPr/>
          <p:nvPr/>
        </p:nvSpPr>
        <p:spPr>
          <a:xfrm>
            <a:off x="8591760" y="6522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3" name=""/>
          <p:cNvSpPr/>
          <p:nvPr/>
        </p:nvSpPr>
        <p:spPr>
          <a:xfrm>
            <a:off x="10053720" y="64828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4" name=""/>
          <p:cNvSpPr/>
          <p:nvPr/>
        </p:nvSpPr>
        <p:spPr>
          <a:xfrm>
            <a:off x="10053720" y="64828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5" name=""/>
          <p:cNvSpPr/>
          <p:nvPr/>
        </p:nvSpPr>
        <p:spPr>
          <a:xfrm>
            <a:off x="9322560" y="64558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6" name=""/>
          <p:cNvSpPr/>
          <p:nvPr/>
        </p:nvSpPr>
        <p:spPr>
          <a:xfrm>
            <a:off x="9322560" y="64558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0"/>
                </a:moveTo>
                <a:cubicBezTo>
                  <a:pt x="62" y="72"/>
                  <a:pt x="0" y="72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7" name=""/>
          <p:cNvSpPr/>
          <p:nvPr/>
        </p:nvSpPr>
        <p:spPr>
          <a:xfrm>
            <a:off x="10602000" y="63903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148" name=""/>
          <p:cNvSpPr/>
          <p:nvPr/>
        </p:nvSpPr>
        <p:spPr>
          <a:xfrm>
            <a:off x="10602000" y="63903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9" name=""/>
          <p:cNvSpPr/>
          <p:nvPr/>
        </p:nvSpPr>
        <p:spPr>
          <a:xfrm>
            <a:off x="10602000" y="67906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150" name=""/>
          <p:cNvSpPr/>
          <p:nvPr/>
        </p:nvSpPr>
        <p:spPr>
          <a:xfrm>
            <a:off x="10602000" y="67906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1" name=""/>
          <p:cNvSpPr/>
          <p:nvPr/>
        </p:nvSpPr>
        <p:spPr>
          <a:xfrm>
            <a:off x="9322560" y="65347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2" name=""/>
          <p:cNvSpPr/>
          <p:nvPr/>
        </p:nvSpPr>
        <p:spPr>
          <a:xfrm>
            <a:off x="9322560" y="65347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3" name=""/>
          <p:cNvSpPr/>
          <p:nvPr/>
        </p:nvSpPr>
        <p:spPr>
          <a:xfrm>
            <a:off x="8591760" y="68842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4" name=""/>
          <p:cNvSpPr/>
          <p:nvPr/>
        </p:nvSpPr>
        <p:spPr>
          <a:xfrm>
            <a:off x="8591760" y="68842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5" name=""/>
          <p:cNvSpPr/>
          <p:nvPr/>
        </p:nvSpPr>
        <p:spPr>
          <a:xfrm>
            <a:off x="9322560" y="65246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6" name=""/>
          <p:cNvSpPr/>
          <p:nvPr/>
        </p:nvSpPr>
        <p:spPr>
          <a:xfrm>
            <a:off x="9322560" y="65246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7" name=""/>
          <p:cNvSpPr/>
          <p:nvPr/>
        </p:nvSpPr>
        <p:spPr>
          <a:xfrm>
            <a:off x="10053720" y="64411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8" name=""/>
          <p:cNvSpPr/>
          <p:nvPr/>
        </p:nvSpPr>
        <p:spPr>
          <a:xfrm>
            <a:off x="10053720" y="64411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9" name=""/>
          <p:cNvSpPr/>
          <p:nvPr/>
        </p:nvSpPr>
        <p:spPr>
          <a:xfrm>
            <a:off x="9322560" y="65494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0" name=""/>
          <p:cNvSpPr/>
          <p:nvPr/>
        </p:nvSpPr>
        <p:spPr>
          <a:xfrm>
            <a:off x="9322560" y="65494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1" name=""/>
          <p:cNvSpPr/>
          <p:nvPr/>
        </p:nvSpPr>
        <p:spPr>
          <a:xfrm>
            <a:off x="8957160" y="65973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2" name=""/>
          <p:cNvSpPr/>
          <p:nvPr/>
        </p:nvSpPr>
        <p:spPr>
          <a:xfrm>
            <a:off x="8957160" y="65973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3" name=""/>
          <p:cNvSpPr/>
          <p:nvPr/>
        </p:nvSpPr>
        <p:spPr>
          <a:xfrm>
            <a:off x="10236240" y="67190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164" name=""/>
          <p:cNvSpPr/>
          <p:nvPr/>
        </p:nvSpPr>
        <p:spPr>
          <a:xfrm>
            <a:off x="10236240" y="67190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5" name=""/>
          <p:cNvSpPr/>
          <p:nvPr/>
        </p:nvSpPr>
        <p:spPr>
          <a:xfrm>
            <a:off x="9505440" y="66016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6" name=""/>
          <p:cNvSpPr/>
          <p:nvPr/>
        </p:nvSpPr>
        <p:spPr>
          <a:xfrm>
            <a:off x="9505440" y="66016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7" name=""/>
          <p:cNvSpPr/>
          <p:nvPr/>
        </p:nvSpPr>
        <p:spPr>
          <a:xfrm>
            <a:off x="9688320" y="7210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8" name=""/>
          <p:cNvSpPr/>
          <p:nvPr/>
        </p:nvSpPr>
        <p:spPr>
          <a:xfrm>
            <a:off x="9688320" y="7210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9" name=""/>
          <p:cNvSpPr/>
          <p:nvPr/>
        </p:nvSpPr>
        <p:spPr>
          <a:xfrm>
            <a:off x="9688320" y="64148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0" name=""/>
          <p:cNvSpPr/>
          <p:nvPr/>
        </p:nvSpPr>
        <p:spPr>
          <a:xfrm>
            <a:off x="9688320" y="64148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1" name=""/>
          <p:cNvSpPr/>
          <p:nvPr/>
        </p:nvSpPr>
        <p:spPr>
          <a:xfrm>
            <a:off x="10053720" y="6865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2" name=""/>
          <p:cNvSpPr/>
          <p:nvPr/>
        </p:nvSpPr>
        <p:spPr>
          <a:xfrm>
            <a:off x="10053720" y="6865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3" name=""/>
          <p:cNvSpPr/>
          <p:nvPr/>
        </p:nvSpPr>
        <p:spPr>
          <a:xfrm>
            <a:off x="9322560" y="69138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4" name=""/>
          <p:cNvSpPr/>
          <p:nvPr/>
        </p:nvSpPr>
        <p:spPr>
          <a:xfrm>
            <a:off x="9322560" y="69138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5" name=""/>
          <p:cNvSpPr/>
          <p:nvPr/>
        </p:nvSpPr>
        <p:spPr>
          <a:xfrm>
            <a:off x="9140040" y="65415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6" name=""/>
          <p:cNvSpPr/>
          <p:nvPr/>
        </p:nvSpPr>
        <p:spPr>
          <a:xfrm>
            <a:off x="9140040" y="65415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7" name=""/>
          <p:cNvSpPr/>
          <p:nvPr/>
        </p:nvSpPr>
        <p:spPr>
          <a:xfrm>
            <a:off x="9505440" y="6841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8" name=""/>
          <p:cNvSpPr/>
          <p:nvPr/>
        </p:nvSpPr>
        <p:spPr>
          <a:xfrm>
            <a:off x="9505440" y="6841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9" name=""/>
          <p:cNvSpPr/>
          <p:nvPr/>
        </p:nvSpPr>
        <p:spPr>
          <a:xfrm>
            <a:off x="9322560" y="65246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0" name=""/>
          <p:cNvSpPr/>
          <p:nvPr/>
        </p:nvSpPr>
        <p:spPr>
          <a:xfrm>
            <a:off x="9322560" y="65246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1" name=""/>
          <p:cNvSpPr/>
          <p:nvPr/>
        </p:nvSpPr>
        <p:spPr>
          <a:xfrm>
            <a:off x="9140040" y="6793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2" name=""/>
          <p:cNvSpPr/>
          <p:nvPr/>
        </p:nvSpPr>
        <p:spPr>
          <a:xfrm>
            <a:off x="9140040" y="6793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3" name=""/>
          <p:cNvSpPr/>
          <p:nvPr/>
        </p:nvSpPr>
        <p:spPr>
          <a:xfrm>
            <a:off x="10602000" y="65322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184" name=""/>
          <p:cNvSpPr/>
          <p:nvPr/>
        </p:nvSpPr>
        <p:spPr>
          <a:xfrm>
            <a:off x="10602000" y="65322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5" name=""/>
          <p:cNvSpPr/>
          <p:nvPr/>
        </p:nvSpPr>
        <p:spPr>
          <a:xfrm>
            <a:off x="9140040" y="64958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6" name=""/>
          <p:cNvSpPr/>
          <p:nvPr/>
        </p:nvSpPr>
        <p:spPr>
          <a:xfrm>
            <a:off x="9140040" y="64958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7" name=""/>
          <p:cNvSpPr/>
          <p:nvPr/>
        </p:nvSpPr>
        <p:spPr>
          <a:xfrm>
            <a:off x="6216120" y="723780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4575B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188" name=""/>
          <p:cNvSpPr/>
          <p:nvPr/>
        </p:nvSpPr>
        <p:spPr>
          <a:xfrm>
            <a:off x="6216120" y="723780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1"/>
                </a:moveTo>
                <a:cubicBezTo>
                  <a:pt x="62" y="71"/>
                  <a:pt x="0" y="71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4575B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9" name=""/>
          <p:cNvSpPr/>
          <p:nvPr/>
        </p:nvSpPr>
        <p:spPr>
          <a:xfrm>
            <a:off x="10236240" y="64292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190" name=""/>
          <p:cNvSpPr/>
          <p:nvPr/>
        </p:nvSpPr>
        <p:spPr>
          <a:xfrm>
            <a:off x="10236240" y="64292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1" name=""/>
          <p:cNvSpPr/>
          <p:nvPr/>
        </p:nvSpPr>
        <p:spPr>
          <a:xfrm>
            <a:off x="8043480" y="6726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EF8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2" name=""/>
          <p:cNvSpPr/>
          <p:nvPr/>
        </p:nvSpPr>
        <p:spPr>
          <a:xfrm>
            <a:off x="8043480" y="6726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EF8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3" name=""/>
          <p:cNvSpPr/>
          <p:nvPr/>
        </p:nvSpPr>
        <p:spPr>
          <a:xfrm>
            <a:off x="8774640" y="7007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4" name=""/>
          <p:cNvSpPr/>
          <p:nvPr/>
        </p:nvSpPr>
        <p:spPr>
          <a:xfrm>
            <a:off x="8774640" y="7007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5" name=""/>
          <p:cNvSpPr/>
          <p:nvPr/>
        </p:nvSpPr>
        <p:spPr>
          <a:xfrm>
            <a:off x="10236240" y="68716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196" name=""/>
          <p:cNvSpPr/>
          <p:nvPr/>
        </p:nvSpPr>
        <p:spPr>
          <a:xfrm>
            <a:off x="10236240" y="68716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7" name=""/>
          <p:cNvSpPr/>
          <p:nvPr/>
        </p:nvSpPr>
        <p:spPr>
          <a:xfrm>
            <a:off x="9505440" y="64810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8" name=""/>
          <p:cNvSpPr/>
          <p:nvPr/>
        </p:nvSpPr>
        <p:spPr>
          <a:xfrm>
            <a:off x="9505440" y="64810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9" name=""/>
          <p:cNvSpPr/>
          <p:nvPr/>
        </p:nvSpPr>
        <p:spPr>
          <a:xfrm>
            <a:off x="8774640" y="65044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0" name=""/>
          <p:cNvSpPr/>
          <p:nvPr/>
        </p:nvSpPr>
        <p:spPr>
          <a:xfrm>
            <a:off x="8774640" y="65044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1" name=""/>
          <p:cNvSpPr/>
          <p:nvPr/>
        </p:nvSpPr>
        <p:spPr>
          <a:xfrm>
            <a:off x="9140040" y="68554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EE59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2" name=""/>
          <p:cNvSpPr/>
          <p:nvPr/>
        </p:nvSpPr>
        <p:spPr>
          <a:xfrm>
            <a:off x="9140040" y="68554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EE59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3" name=""/>
          <p:cNvSpPr/>
          <p:nvPr/>
        </p:nvSpPr>
        <p:spPr>
          <a:xfrm>
            <a:off x="7678080" y="67788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4" name=""/>
          <p:cNvSpPr/>
          <p:nvPr/>
        </p:nvSpPr>
        <p:spPr>
          <a:xfrm>
            <a:off x="7678080" y="67788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5" name=""/>
          <p:cNvSpPr/>
          <p:nvPr/>
        </p:nvSpPr>
        <p:spPr>
          <a:xfrm>
            <a:off x="9322560" y="681156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6" name=""/>
          <p:cNvSpPr/>
          <p:nvPr/>
        </p:nvSpPr>
        <p:spPr>
          <a:xfrm>
            <a:off x="9322560" y="681156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2"/>
                </a:moveTo>
                <a:cubicBezTo>
                  <a:pt x="62" y="73"/>
                  <a:pt x="0" y="73"/>
                  <a:pt x="0" y="32"/>
                </a:cubicBezTo>
                <a:cubicBezTo>
                  <a:pt x="0" y="-10"/>
                  <a:pt x="62" y="-10"/>
                  <a:pt x="62" y="32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7" name=""/>
          <p:cNvSpPr/>
          <p:nvPr/>
        </p:nvSpPr>
        <p:spPr>
          <a:xfrm>
            <a:off x="8957160" y="69199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8" name=""/>
          <p:cNvSpPr/>
          <p:nvPr/>
        </p:nvSpPr>
        <p:spPr>
          <a:xfrm>
            <a:off x="8957160" y="69199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9" name=""/>
          <p:cNvSpPr/>
          <p:nvPr/>
        </p:nvSpPr>
        <p:spPr>
          <a:xfrm>
            <a:off x="9322560" y="65311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0" name=""/>
          <p:cNvSpPr/>
          <p:nvPr/>
        </p:nvSpPr>
        <p:spPr>
          <a:xfrm>
            <a:off x="9322560" y="65311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1" name=""/>
          <p:cNvSpPr/>
          <p:nvPr/>
        </p:nvSpPr>
        <p:spPr>
          <a:xfrm>
            <a:off x="7312680" y="67892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2" name=""/>
          <p:cNvSpPr/>
          <p:nvPr/>
        </p:nvSpPr>
        <p:spPr>
          <a:xfrm>
            <a:off x="7312680" y="67892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3" name=""/>
          <p:cNvSpPr/>
          <p:nvPr/>
        </p:nvSpPr>
        <p:spPr>
          <a:xfrm>
            <a:off x="9688320" y="70578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4" name=""/>
          <p:cNvSpPr/>
          <p:nvPr/>
        </p:nvSpPr>
        <p:spPr>
          <a:xfrm>
            <a:off x="9688320" y="70578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5" name=""/>
          <p:cNvSpPr/>
          <p:nvPr/>
        </p:nvSpPr>
        <p:spPr>
          <a:xfrm>
            <a:off x="8774640" y="6656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6" name=""/>
          <p:cNvSpPr/>
          <p:nvPr/>
        </p:nvSpPr>
        <p:spPr>
          <a:xfrm>
            <a:off x="8774640" y="6656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7" name=""/>
          <p:cNvSpPr/>
          <p:nvPr/>
        </p:nvSpPr>
        <p:spPr>
          <a:xfrm>
            <a:off x="9505440" y="67064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8" name=""/>
          <p:cNvSpPr/>
          <p:nvPr/>
        </p:nvSpPr>
        <p:spPr>
          <a:xfrm>
            <a:off x="9505440" y="67064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9" name=""/>
          <p:cNvSpPr/>
          <p:nvPr/>
        </p:nvSpPr>
        <p:spPr>
          <a:xfrm>
            <a:off x="10053720" y="69343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0" name=""/>
          <p:cNvSpPr/>
          <p:nvPr/>
        </p:nvSpPr>
        <p:spPr>
          <a:xfrm>
            <a:off x="10053720" y="69343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1" name=""/>
          <p:cNvSpPr/>
          <p:nvPr/>
        </p:nvSpPr>
        <p:spPr>
          <a:xfrm>
            <a:off x="9322560" y="67258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2" name=""/>
          <p:cNvSpPr/>
          <p:nvPr/>
        </p:nvSpPr>
        <p:spPr>
          <a:xfrm>
            <a:off x="9322560" y="67258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3"/>
                  <a:pt x="0" y="73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3" name=""/>
          <p:cNvSpPr/>
          <p:nvPr/>
        </p:nvSpPr>
        <p:spPr>
          <a:xfrm>
            <a:off x="7678080" y="69184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4" name=""/>
          <p:cNvSpPr/>
          <p:nvPr/>
        </p:nvSpPr>
        <p:spPr>
          <a:xfrm>
            <a:off x="7678080" y="69184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5" name=""/>
          <p:cNvSpPr/>
          <p:nvPr/>
        </p:nvSpPr>
        <p:spPr>
          <a:xfrm>
            <a:off x="8774640" y="699840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6" name=""/>
          <p:cNvSpPr/>
          <p:nvPr/>
        </p:nvSpPr>
        <p:spPr>
          <a:xfrm>
            <a:off x="8774640" y="699840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7" name=""/>
          <p:cNvSpPr/>
          <p:nvPr/>
        </p:nvSpPr>
        <p:spPr>
          <a:xfrm>
            <a:off x="7495200" y="677772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C7E2EF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8" name=""/>
          <p:cNvSpPr/>
          <p:nvPr/>
        </p:nvSpPr>
        <p:spPr>
          <a:xfrm>
            <a:off x="7495200" y="677772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C7E2EF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9" name=""/>
          <p:cNvSpPr/>
          <p:nvPr/>
        </p:nvSpPr>
        <p:spPr>
          <a:xfrm>
            <a:off x="7129800" y="64767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A1C9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0" name=""/>
          <p:cNvSpPr/>
          <p:nvPr/>
        </p:nvSpPr>
        <p:spPr>
          <a:xfrm>
            <a:off x="7129800" y="64767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A1C9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1" name=""/>
          <p:cNvSpPr/>
          <p:nvPr/>
        </p:nvSpPr>
        <p:spPr>
          <a:xfrm>
            <a:off x="10236240" y="645624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232" name=""/>
          <p:cNvSpPr/>
          <p:nvPr/>
        </p:nvSpPr>
        <p:spPr>
          <a:xfrm>
            <a:off x="10236240" y="645624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3" name=""/>
          <p:cNvSpPr/>
          <p:nvPr/>
        </p:nvSpPr>
        <p:spPr>
          <a:xfrm>
            <a:off x="8591760" y="64278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BB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4" name=""/>
          <p:cNvSpPr/>
          <p:nvPr/>
        </p:nvSpPr>
        <p:spPr>
          <a:xfrm>
            <a:off x="8591760" y="64278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BB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5" name=""/>
          <p:cNvSpPr/>
          <p:nvPr/>
        </p:nvSpPr>
        <p:spPr>
          <a:xfrm>
            <a:off x="9688320" y="6481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6" name=""/>
          <p:cNvSpPr/>
          <p:nvPr/>
        </p:nvSpPr>
        <p:spPr>
          <a:xfrm>
            <a:off x="9688320" y="6481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7" name=""/>
          <p:cNvSpPr/>
          <p:nvPr/>
        </p:nvSpPr>
        <p:spPr>
          <a:xfrm>
            <a:off x="8774640" y="6490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8" name=""/>
          <p:cNvSpPr/>
          <p:nvPr/>
        </p:nvSpPr>
        <p:spPr>
          <a:xfrm>
            <a:off x="8774640" y="6490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9" name=""/>
          <p:cNvSpPr/>
          <p:nvPr/>
        </p:nvSpPr>
        <p:spPr>
          <a:xfrm>
            <a:off x="10602000" y="64537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240" name=""/>
          <p:cNvSpPr/>
          <p:nvPr/>
        </p:nvSpPr>
        <p:spPr>
          <a:xfrm>
            <a:off x="10602000" y="64537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1" name=""/>
          <p:cNvSpPr/>
          <p:nvPr/>
        </p:nvSpPr>
        <p:spPr>
          <a:xfrm>
            <a:off x="7312680" y="68666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2" name=""/>
          <p:cNvSpPr/>
          <p:nvPr/>
        </p:nvSpPr>
        <p:spPr>
          <a:xfrm>
            <a:off x="7312680" y="68666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3" name=""/>
          <p:cNvSpPr/>
          <p:nvPr/>
        </p:nvSpPr>
        <p:spPr>
          <a:xfrm>
            <a:off x="9688320" y="65224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4" name=""/>
          <p:cNvSpPr/>
          <p:nvPr/>
        </p:nvSpPr>
        <p:spPr>
          <a:xfrm>
            <a:off x="9688320" y="65224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5" name=""/>
          <p:cNvSpPr/>
          <p:nvPr/>
        </p:nvSpPr>
        <p:spPr>
          <a:xfrm>
            <a:off x="8409240" y="65278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6" name=""/>
          <p:cNvSpPr/>
          <p:nvPr/>
        </p:nvSpPr>
        <p:spPr>
          <a:xfrm>
            <a:off x="8409240" y="65278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7" name=""/>
          <p:cNvSpPr/>
          <p:nvPr/>
        </p:nvSpPr>
        <p:spPr>
          <a:xfrm>
            <a:off x="7312680" y="677196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8" name=""/>
          <p:cNvSpPr/>
          <p:nvPr/>
        </p:nvSpPr>
        <p:spPr>
          <a:xfrm>
            <a:off x="7312680" y="677196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9" name=""/>
          <p:cNvSpPr/>
          <p:nvPr/>
        </p:nvSpPr>
        <p:spPr>
          <a:xfrm>
            <a:off x="7129800" y="6773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A1C9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0" name=""/>
          <p:cNvSpPr/>
          <p:nvPr/>
        </p:nvSpPr>
        <p:spPr>
          <a:xfrm>
            <a:off x="7129800" y="6773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A1C9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1" name=""/>
          <p:cNvSpPr/>
          <p:nvPr/>
        </p:nvSpPr>
        <p:spPr>
          <a:xfrm>
            <a:off x="6581520" y="69631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6C98C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252" name=""/>
          <p:cNvSpPr/>
          <p:nvPr/>
        </p:nvSpPr>
        <p:spPr>
          <a:xfrm>
            <a:off x="6581520" y="69631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6C98C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3" name=""/>
          <p:cNvSpPr/>
          <p:nvPr/>
        </p:nvSpPr>
        <p:spPr>
          <a:xfrm>
            <a:off x="10419120" y="6467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254" name=""/>
          <p:cNvSpPr/>
          <p:nvPr/>
        </p:nvSpPr>
        <p:spPr>
          <a:xfrm>
            <a:off x="10419120" y="6467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5" name=""/>
          <p:cNvSpPr/>
          <p:nvPr/>
        </p:nvSpPr>
        <p:spPr>
          <a:xfrm>
            <a:off x="8774640" y="67780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F4A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6" name=""/>
          <p:cNvSpPr/>
          <p:nvPr/>
        </p:nvSpPr>
        <p:spPr>
          <a:xfrm>
            <a:off x="8774640" y="67780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F4A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7" name=""/>
          <p:cNvSpPr/>
          <p:nvPr/>
        </p:nvSpPr>
        <p:spPr>
          <a:xfrm>
            <a:off x="9688320" y="67672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8" name=""/>
          <p:cNvSpPr/>
          <p:nvPr/>
        </p:nvSpPr>
        <p:spPr>
          <a:xfrm>
            <a:off x="9688320" y="67672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9" name=""/>
          <p:cNvSpPr/>
          <p:nvPr/>
        </p:nvSpPr>
        <p:spPr>
          <a:xfrm>
            <a:off x="7678080" y="65480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DAEFF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0" name=""/>
          <p:cNvSpPr/>
          <p:nvPr/>
        </p:nvSpPr>
        <p:spPr>
          <a:xfrm>
            <a:off x="7678080" y="65480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DAEFF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1" name=""/>
          <p:cNvSpPr/>
          <p:nvPr/>
        </p:nvSpPr>
        <p:spPr>
          <a:xfrm>
            <a:off x="10602000" y="66574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262" name=""/>
          <p:cNvSpPr/>
          <p:nvPr/>
        </p:nvSpPr>
        <p:spPr>
          <a:xfrm>
            <a:off x="10602000" y="66574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3" name=""/>
          <p:cNvSpPr/>
          <p:nvPr/>
        </p:nvSpPr>
        <p:spPr>
          <a:xfrm>
            <a:off x="10419120" y="6662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264" name=""/>
          <p:cNvSpPr/>
          <p:nvPr/>
        </p:nvSpPr>
        <p:spPr>
          <a:xfrm>
            <a:off x="10419120" y="6662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5" name=""/>
          <p:cNvSpPr/>
          <p:nvPr/>
        </p:nvSpPr>
        <p:spPr>
          <a:xfrm>
            <a:off x="10602000" y="68198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266" name=""/>
          <p:cNvSpPr/>
          <p:nvPr/>
        </p:nvSpPr>
        <p:spPr>
          <a:xfrm>
            <a:off x="10602000" y="68198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7" name=""/>
          <p:cNvSpPr/>
          <p:nvPr/>
        </p:nvSpPr>
        <p:spPr>
          <a:xfrm>
            <a:off x="10236240" y="668268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2764A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268" name=""/>
          <p:cNvSpPr/>
          <p:nvPr/>
        </p:nvSpPr>
        <p:spPr>
          <a:xfrm>
            <a:off x="10236240" y="668268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2764A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9" name=""/>
          <p:cNvSpPr/>
          <p:nvPr/>
        </p:nvSpPr>
        <p:spPr>
          <a:xfrm>
            <a:off x="8409240" y="65995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0" name=""/>
          <p:cNvSpPr/>
          <p:nvPr/>
        </p:nvSpPr>
        <p:spPr>
          <a:xfrm>
            <a:off x="8409240" y="65995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1" name=""/>
          <p:cNvSpPr/>
          <p:nvPr/>
        </p:nvSpPr>
        <p:spPr>
          <a:xfrm>
            <a:off x="8957160" y="64810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FECA3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2" name=""/>
          <p:cNvSpPr/>
          <p:nvPr/>
        </p:nvSpPr>
        <p:spPr>
          <a:xfrm>
            <a:off x="8957160" y="64810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FECA3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3" name=""/>
          <p:cNvSpPr/>
          <p:nvPr/>
        </p:nvSpPr>
        <p:spPr>
          <a:xfrm>
            <a:off x="10419120" y="650484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A613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274" name=""/>
          <p:cNvSpPr/>
          <p:nvPr/>
        </p:nvSpPr>
        <p:spPr>
          <a:xfrm>
            <a:off x="10419120" y="650484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A613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5" name=""/>
          <p:cNvSpPr/>
          <p:nvPr/>
        </p:nvSpPr>
        <p:spPr>
          <a:xfrm>
            <a:off x="8226360" y="65962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6" name=""/>
          <p:cNvSpPr/>
          <p:nvPr/>
        </p:nvSpPr>
        <p:spPr>
          <a:xfrm>
            <a:off x="8226360" y="65962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7" name=""/>
          <p:cNvSpPr/>
          <p:nvPr/>
        </p:nvSpPr>
        <p:spPr>
          <a:xfrm>
            <a:off x="6947280" y="6773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8EBCD9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8" name=""/>
          <p:cNvSpPr/>
          <p:nvPr/>
        </p:nvSpPr>
        <p:spPr>
          <a:xfrm>
            <a:off x="6947280" y="6773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3"/>
                  <a:pt x="0" y="73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8EBCD9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9" name=""/>
          <p:cNvSpPr/>
          <p:nvPr/>
        </p:nvSpPr>
        <p:spPr>
          <a:xfrm>
            <a:off x="9688320" y="67143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FB27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0" name=""/>
          <p:cNvSpPr/>
          <p:nvPr/>
        </p:nvSpPr>
        <p:spPr>
          <a:xfrm>
            <a:off x="9688320" y="67143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FB27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1" name=""/>
          <p:cNvSpPr/>
          <p:nvPr/>
        </p:nvSpPr>
        <p:spPr>
          <a:xfrm>
            <a:off x="10053720" y="70552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2" name=""/>
          <p:cNvSpPr/>
          <p:nvPr/>
        </p:nvSpPr>
        <p:spPr>
          <a:xfrm>
            <a:off x="10053720" y="70552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3" name=""/>
          <p:cNvSpPr/>
          <p:nvPr/>
        </p:nvSpPr>
        <p:spPr>
          <a:xfrm>
            <a:off x="7129800" y="65206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A1C9E1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4" name=""/>
          <p:cNvSpPr/>
          <p:nvPr/>
        </p:nvSpPr>
        <p:spPr>
          <a:xfrm>
            <a:off x="7129800" y="65206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A1C9E1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5" name=""/>
          <p:cNvSpPr/>
          <p:nvPr/>
        </p:nvSpPr>
        <p:spPr>
          <a:xfrm>
            <a:off x="10602000" y="699732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286" name=""/>
          <p:cNvSpPr/>
          <p:nvPr/>
        </p:nvSpPr>
        <p:spPr>
          <a:xfrm>
            <a:off x="10602000" y="699732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7" name=""/>
          <p:cNvSpPr/>
          <p:nvPr/>
        </p:nvSpPr>
        <p:spPr>
          <a:xfrm>
            <a:off x="7312680" y="64785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B4D6E8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8" name=""/>
          <p:cNvSpPr/>
          <p:nvPr/>
        </p:nvSpPr>
        <p:spPr>
          <a:xfrm>
            <a:off x="7312680" y="64785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B4D6E8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9" name=""/>
          <p:cNvSpPr/>
          <p:nvPr/>
        </p:nvSpPr>
        <p:spPr>
          <a:xfrm>
            <a:off x="10053720" y="641916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0" name=""/>
          <p:cNvSpPr/>
          <p:nvPr/>
        </p:nvSpPr>
        <p:spPr>
          <a:xfrm>
            <a:off x="10053720" y="641916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1"/>
                </a:moveTo>
                <a:cubicBezTo>
                  <a:pt x="61" y="71"/>
                  <a:pt x="0" y="71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1" name=""/>
          <p:cNvSpPr/>
          <p:nvPr/>
        </p:nvSpPr>
        <p:spPr>
          <a:xfrm>
            <a:off x="8226360" y="65494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  <a:close/>
              </a:path>
            </a:pathLst>
          </a:custGeom>
          <a:solidFill>
            <a:srgbClr val="F5FBD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2" name=""/>
          <p:cNvSpPr/>
          <p:nvPr/>
        </p:nvSpPr>
        <p:spPr>
          <a:xfrm>
            <a:off x="8226360" y="65494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2"/>
                </a:moveTo>
                <a:cubicBezTo>
                  <a:pt x="61" y="72"/>
                  <a:pt x="0" y="72"/>
                  <a:pt x="0" y="32"/>
                </a:cubicBezTo>
                <a:cubicBezTo>
                  <a:pt x="0" y="-10"/>
                  <a:pt x="61" y="-10"/>
                  <a:pt x="61" y="32"/>
                </a:cubicBezTo>
              </a:path>
            </a:pathLst>
          </a:custGeom>
          <a:ln cap="rnd" w="0">
            <a:solidFill>
              <a:srgbClr val="F5FBD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3" name=""/>
          <p:cNvSpPr/>
          <p:nvPr/>
        </p:nvSpPr>
        <p:spPr>
          <a:xfrm>
            <a:off x="8409240" y="654228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FCFEC6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4" name=""/>
          <p:cNvSpPr/>
          <p:nvPr/>
        </p:nvSpPr>
        <p:spPr>
          <a:xfrm>
            <a:off x="8409240" y="654228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FCFEC6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5" name=""/>
          <p:cNvSpPr/>
          <p:nvPr/>
        </p:nvSpPr>
        <p:spPr>
          <a:xfrm>
            <a:off x="10053720" y="64656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6" name=""/>
          <p:cNvSpPr/>
          <p:nvPr/>
        </p:nvSpPr>
        <p:spPr>
          <a:xfrm>
            <a:off x="10053720" y="64656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7" name=""/>
          <p:cNvSpPr/>
          <p:nvPr/>
        </p:nvSpPr>
        <p:spPr>
          <a:xfrm>
            <a:off x="9322560" y="67539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8" name=""/>
          <p:cNvSpPr/>
          <p:nvPr/>
        </p:nvSpPr>
        <p:spPr>
          <a:xfrm>
            <a:off x="9322560" y="67539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9" name=""/>
          <p:cNvSpPr/>
          <p:nvPr/>
        </p:nvSpPr>
        <p:spPr>
          <a:xfrm>
            <a:off x="10602000" y="6422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300" name=""/>
          <p:cNvSpPr/>
          <p:nvPr/>
        </p:nvSpPr>
        <p:spPr>
          <a:xfrm>
            <a:off x="10602000" y="6422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3"/>
                  <a:pt x="0" y="73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1" name=""/>
          <p:cNvSpPr/>
          <p:nvPr/>
        </p:nvSpPr>
        <p:spPr>
          <a:xfrm>
            <a:off x="10784520" y="654408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302" name=""/>
          <p:cNvSpPr/>
          <p:nvPr/>
        </p:nvSpPr>
        <p:spPr>
          <a:xfrm>
            <a:off x="10784520" y="654408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3" name=""/>
          <p:cNvSpPr/>
          <p:nvPr/>
        </p:nvSpPr>
        <p:spPr>
          <a:xfrm>
            <a:off x="10053720" y="640440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B8A5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4" name=""/>
          <p:cNvSpPr/>
          <p:nvPr/>
        </p:nvSpPr>
        <p:spPr>
          <a:xfrm>
            <a:off x="10053720" y="640440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B8A5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5" name=""/>
          <p:cNvSpPr/>
          <p:nvPr/>
        </p:nvSpPr>
        <p:spPr>
          <a:xfrm>
            <a:off x="10784520" y="6343560"/>
            <a:ext cx="22320" cy="21960"/>
          </a:xfrm>
          <a:custGeom>
            <a:avLst/>
            <a:gdLst/>
            <a:ahLst/>
            <a:rect l="0" t="0" r="r" b="b"/>
            <a:pathLst>
              <a:path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  <a:close/>
              </a:path>
            </a:pathLst>
          </a:custGeom>
          <a:solidFill>
            <a:srgbClr val="D73027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306" name=""/>
          <p:cNvSpPr/>
          <p:nvPr/>
        </p:nvSpPr>
        <p:spPr>
          <a:xfrm>
            <a:off x="10784520" y="6343560"/>
            <a:ext cx="22320" cy="21960"/>
          </a:xfrm>
          <a:custGeom>
            <a:avLst/>
            <a:gdLst/>
            <a:ahLst/>
            <a:rect l="0" t="0" r="r" b="b"/>
            <a:pathLst>
              <a:path fill="none" w="62" h="61">
                <a:moveTo>
                  <a:pt x="62" y="30"/>
                </a:moveTo>
                <a:cubicBezTo>
                  <a:pt x="62" y="71"/>
                  <a:pt x="0" y="71"/>
                  <a:pt x="0" y="30"/>
                </a:cubicBezTo>
                <a:cubicBezTo>
                  <a:pt x="0" y="-10"/>
                  <a:pt x="62" y="-10"/>
                  <a:pt x="62" y="30"/>
                </a:cubicBezTo>
              </a:path>
            </a:pathLst>
          </a:custGeom>
          <a:ln cap="rnd" w="0">
            <a:solidFill>
              <a:srgbClr val="D73027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7" name=""/>
          <p:cNvSpPr/>
          <p:nvPr/>
        </p:nvSpPr>
        <p:spPr>
          <a:xfrm>
            <a:off x="10602000" y="643284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E14B32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308" name=""/>
          <p:cNvSpPr/>
          <p:nvPr/>
        </p:nvSpPr>
        <p:spPr>
          <a:xfrm>
            <a:off x="10602000" y="643284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0"/>
                </a:moveTo>
                <a:cubicBezTo>
                  <a:pt x="61" y="72"/>
                  <a:pt x="0" y="72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E14B32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9" name=""/>
          <p:cNvSpPr/>
          <p:nvPr/>
        </p:nvSpPr>
        <p:spPr>
          <a:xfrm>
            <a:off x="9505440" y="6554880"/>
            <a:ext cx="21960" cy="22320"/>
          </a:xfrm>
          <a:custGeom>
            <a:avLst/>
            <a:gdLst/>
            <a:ahLst/>
            <a:rect l="0" t="0" r="r" b="b"/>
            <a:pathLst>
              <a:path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  <a:close/>
              </a:path>
            </a:pathLst>
          </a:custGeom>
          <a:solidFill>
            <a:srgbClr val="FFC67E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0" name=""/>
          <p:cNvSpPr/>
          <p:nvPr/>
        </p:nvSpPr>
        <p:spPr>
          <a:xfrm>
            <a:off x="9505440" y="6554880"/>
            <a:ext cx="21960" cy="22320"/>
          </a:xfrm>
          <a:custGeom>
            <a:avLst/>
            <a:gdLst/>
            <a:ahLst/>
            <a:rect l="0" t="0" r="r" b="b"/>
            <a:pathLst>
              <a:path fill="none" w="61" h="62">
                <a:moveTo>
                  <a:pt x="61" y="31"/>
                </a:moveTo>
                <a:cubicBezTo>
                  <a:pt x="61" y="72"/>
                  <a:pt x="0" y="72"/>
                  <a:pt x="0" y="31"/>
                </a:cubicBezTo>
                <a:cubicBezTo>
                  <a:pt x="0" y="-10"/>
                  <a:pt x="61" y="-10"/>
                  <a:pt x="61" y="31"/>
                </a:cubicBezTo>
              </a:path>
            </a:pathLst>
          </a:custGeom>
          <a:ln cap="rnd" w="0">
            <a:solidFill>
              <a:srgbClr val="FFC67E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1" name=""/>
          <p:cNvSpPr/>
          <p:nvPr/>
        </p:nvSpPr>
        <p:spPr>
          <a:xfrm>
            <a:off x="9322560" y="642024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DA8B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2" name=""/>
          <p:cNvSpPr/>
          <p:nvPr/>
        </p:nvSpPr>
        <p:spPr>
          <a:xfrm>
            <a:off x="9322560" y="642024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DA8B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3" name=""/>
          <p:cNvSpPr/>
          <p:nvPr/>
        </p:nvSpPr>
        <p:spPr>
          <a:xfrm>
            <a:off x="6399000" y="6495120"/>
            <a:ext cx="21960" cy="21960"/>
          </a:xfrm>
          <a:custGeom>
            <a:avLst/>
            <a:gdLst/>
            <a:ahLst/>
            <a:rect l="0" t="0" r="r" b="b"/>
            <a:pathLst>
              <a:path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  <a:close/>
              </a:path>
            </a:pathLst>
          </a:custGeom>
          <a:solidFill>
            <a:srgbClr val="5986BD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314" name=""/>
          <p:cNvSpPr/>
          <p:nvPr/>
        </p:nvSpPr>
        <p:spPr>
          <a:xfrm>
            <a:off x="6399000" y="6495120"/>
            <a:ext cx="21960" cy="21960"/>
          </a:xfrm>
          <a:custGeom>
            <a:avLst/>
            <a:gdLst/>
            <a:ahLst/>
            <a:rect l="0" t="0" r="r" b="b"/>
            <a:pathLst>
              <a:path fill="none" w="61" h="61">
                <a:moveTo>
                  <a:pt x="61" y="30"/>
                </a:moveTo>
                <a:cubicBezTo>
                  <a:pt x="61" y="71"/>
                  <a:pt x="0" y="71"/>
                  <a:pt x="0" y="30"/>
                </a:cubicBezTo>
                <a:cubicBezTo>
                  <a:pt x="0" y="-10"/>
                  <a:pt x="61" y="-10"/>
                  <a:pt x="61" y="30"/>
                </a:cubicBezTo>
              </a:path>
            </a:pathLst>
          </a:custGeom>
          <a:ln cap="rnd" w="0">
            <a:solidFill>
              <a:srgbClr val="5986BD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5" name=""/>
          <p:cNvSpPr/>
          <p:nvPr/>
        </p:nvSpPr>
        <p:spPr>
          <a:xfrm>
            <a:off x="9870840" y="7211520"/>
            <a:ext cx="22320" cy="22320"/>
          </a:xfrm>
          <a:custGeom>
            <a:avLst/>
            <a:gdLst/>
            <a:ahLst/>
            <a:rect l="0" t="0" r="r" b="b"/>
            <a:pathLst>
              <a:path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  <a:close/>
              </a:path>
            </a:pathLst>
          </a:custGeom>
          <a:solidFill>
            <a:srgbClr val="FE9E64">
              <a:alpha val="5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6" name=""/>
          <p:cNvSpPr/>
          <p:nvPr/>
        </p:nvSpPr>
        <p:spPr>
          <a:xfrm>
            <a:off x="9870840" y="7211520"/>
            <a:ext cx="22320" cy="22320"/>
          </a:xfrm>
          <a:custGeom>
            <a:avLst/>
            <a:gdLst/>
            <a:ahLst/>
            <a:rect l="0" t="0" r="r" b="b"/>
            <a:pathLst>
              <a:path fill="none" w="62" h="62">
                <a:moveTo>
                  <a:pt x="62" y="31"/>
                </a:moveTo>
                <a:cubicBezTo>
                  <a:pt x="62" y="72"/>
                  <a:pt x="0" y="72"/>
                  <a:pt x="0" y="31"/>
                </a:cubicBezTo>
                <a:cubicBezTo>
                  <a:pt x="0" y="-10"/>
                  <a:pt x="62" y="-10"/>
                  <a:pt x="62" y="31"/>
                </a:cubicBezTo>
              </a:path>
            </a:pathLst>
          </a:custGeom>
          <a:ln cap="rnd" w="0">
            <a:solidFill>
              <a:srgbClr val="FE9E64">
                <a:alpha val="55000"/>
              </a:srgbClr>
            </a:solidFill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7" name=""/>
          <p:cNvSpPr/>
          <p:nvPr/>
        </p:nvSpPr>
        <p:spPr>
          <a:xfrm>
            <a:off x="6226920" y="6585840"/>
            <a:ext cx="4568760" cy="188280"/>
          </a:xfrm>
          <a:custGeom>
            <a:avLst/>
            <a:gdLst/>
            <a:ahLst/>
            <a:rect l="0" t="0" r="r" b="b"/>
            <a:pathLst>
              <a:path w="12691" h="523">
                <a:moveTo>
                  <a:pt x="0" y="0"/>
                </a:moveTo>
                <a:lnTo>
                  <a:pt x="161" y="18"/>
                </a:lnTo>
                <a:lnTo>
                  <a:pt x="322" y="34"/>
                </a:lnTo>
                <a:lnTo>
                  <a:pt x="482" y="51"/>
                </a:lnTo>
                <a:lnTo>
                  <a:pt x="643" y="66"/>
                </a:lnTo>
                <a:lnTo>
                  <a:pt x="803" y="82"/>
                </a:lnTo>
                <a:lnTo>
                  <a:pt x="964" y="96"/>
                </a:lnTo>
                <a:lnTo>
                  <a:pt x="1125" y="110"/>
                </a:lnTo>
                <a:lnTo>
                  <a:pt x="1285" y="124"/>
                </a:lnTo>
                <a:lnTo>
                  <a:pt x="1446" y="137"/>
                </a:lnTo>
                <a:lnTo>
                  <a:pt x="1607" y="149"/>
                </a:lnTo>
                <a:lnTo>
                  <a:pt x="1768" y="161"/>
                </a:lnTo>
                <a:lnTo>
                  <a:pt x="1929" y="173"/>
                </a:lnTo>
                <a:lnTo>
                  <a:pt x="2090" y="183"/>
                </a:lnTo>
                <a:lnTo>
                  <a:pt x="2250" y="194"/>
                </a:lnTo>
                <a:lnTo>
                  <a:pt x="2411" y="204"/>
                </a:lnTo>
                <a:lnTo>
                  <a:pt x="2572" y="213"/>
                </a:lnTo>
                <a:lnTo>
                  <a:pt x="2732" y="222"/>
                </a:lnTo>
                <a:lnTo>
                  <a:pt x="2893" y="230"/>
                </a:lnTo>
                <a:lnTo>
                  <a:pt x="3053" y="239"/>
                </a:lnTo>
                <a:lnTo>
                  <a:pt x="3214" y="247"/>
                </a:lnTo>
                <a:lnTo>
                  <a:pt x="3375" y="254"/>
                </a:lnTo>
                <a:lnTo>
                  <a:pt x="3535" y="262"/>
                </a:lnTo>
                <a:lnTo>
                  <a:pt x="3696" y="269"/>
                </a:lnTo>
                <a:lnTo>
                  <a:pt x="3857" y="276"/>
                </a:lnTo>
                <a:lnTo>
                  <a:pt x="4017" y="284"/>
                </a:lnTo>
                <a:lnTo>
                  <a:pt x="4178" y="291"/>
                </a:lnTo>
                <a:lnTo>
                  <a:pt x="4338" y="299"/>
                </a:lnTo>
                <a:lnTo>
                  <a:pt x="4499" y="307"/>
                </a:lnTo>
                <a:lnTo>
                  <a:pt x="4660" y="314"/>
                </a:lnTo>
                <a:lnTo>
                  <a:pt x="4820" y="322"/>
                </a:lnTo>
                <a:lnTo>
                  <a:pt x="4981" y="329"/>
                </a:lnTo>
                <a:lnTo>
                  <a:pt x="5142" y="335"/>
                </a:lnTo>
                <a:lnTo>
                  <a:pt x="5302" y="342"/>
                </a:lnTo>
                <a:lnTo>
                  <a:pt x="5463" y="347"/>
                </a:lnTo>
                <a:lnTo>
                  <a:pt x="5624" y="352"/>
                </a:lnTo>
                <a:lnTo>
                  <a:pt x="5784" y="357"/>
                </a:lnTo>
                <a:lnTo>
                  <a:pt x="5945" y="362"/>
                </a:lnTo>
                <a:lnTo>
                  <a:pt x="6105" y="367"/>
                </a:lnTo>
                <a:lnTo>
                  <a:pt x="6266" y="371"/>
                </a:lnTo>
                <a:lnTo>
                  <a:pt x="6427" y="375"/>
                </a:lnTo>
                <a:lnTo>
                  <a:pt x="6587" y="377"/>
                </a:lnTo>
                <a:lnTo>
                  <a:pt x="6748" y="379"/>
                </a:lnTo>
                <a:lnTo>
                  <a:pt x="6909" y="380"/>
                </a:lnTo>
                <a:lnTo>
                  <a:pt x="7069" y="380"/>
                </a:lnTo>
                <a:lnTo>
                  <a:pt x="7230" y="379"/>
                </a:lnTo>
                <a:lnTo>
                  <a:pt x="7391" y="377"/>
                </a:lnTo>
                <a:lnTo>
                  <a:pt x="7551" y="374"/>
                </a:lnTo>
                <a:lnTo>
                  <a:pt x="7712" y="369"/>
                </a:lnTo>
                <a:lnTo>
                  <a:pt x="7872" y="363"/>
                </a:lnTo>
                <a:lnTo>
                  <a:pt x="8033" y="356"/>
                </a:lnTo>
                <a:lnTo>
                  <a:pt x="8194" y="349"/>
                </a:lnTo>
                <a:lnTo>
                  <a:pt x="8354" y="341"/>
                </a:lnTo>
                <a:lnTo>
                  <a:pt x="8515" y="335"/>
                </a:lnTo>
                <a:lnTo>
                  <a:pt x="8676" y="329"/>
                </a:lnTo>
                <a:lnTo>
                  <a:pt x="8836" y="323"/>
                </a:lnTo>
                <a:lnTo>
                  <a:pt x="8997" y="315"/>
                </a:lnTo>
                <a:lnTo>
                  <a:pt x="9157" y="307"/>
                </a:lnTo>
                <a:lnTo>
                  <a:pt x="9318" y="299"/>
                </a:lnTo>
                <a:lnTo>
                  <a:pt x="9479" y="291"/>
                </a:lnTo>
                <a:lnTo>
                  <a:pt x="9639" y="286"/>
                </a:lnTo>
                <a:lnTo>
                  <a:pt x="9800" y="282"/>
                </a:lnTo>
                <a:lnTo>
                  <a:pt x="9961" y="278"/>
                </a:lnTo>
                <a:lnTo>
                  <a:pt x="10121" y="274"/>
                </a:lnTo>
                <a:lnTo>
                  <a:pt x="10443" y="265"/>
                </a:lnTo>
                <a:lnTo>
                  <a:pt x="10603" y="261"/>
                </a:lnTo>
                <a:lnTo>
                  <a:pt x="10764" y="257"/>
                </a:lnTo>
                <a:lnTo>
                  <a:pt x="10924" y="254"/>
                </a:lnTo>
                <a:lnTo>
                  <a:pt x="11085" y="250"/>
                </a:lnTo>
                <a:lnTo>
                  <a:pt x="11246" y="247"/>
                </a:lnTo>
                <a:lnTo>
                  <a:pt x="11406" y="244"/>
                </a:lnTo>
                <a:lnTo>
                  <a:pt x="11567" y="239"/>
                </a:lnTo>
                <a:lnTo>
                  <a:pt x="11728" y="234"/>
                </a:lnTo>
                <a:lnTo>
                  <a:pt x="11888" y="228"/>
                </a:lnTo>
                <a:lnTo>
                  <a:pt x="12049" y="222"/>
                </a:lnTo>
                <a:lnTo>
                  <a:pt x="12210" y="215"/>
                </a:lnTo>
                <a:lnTo>
                  <a:pt x="12370" y="208"/>
                </a:lnTo>
                <a:lnTo>
                  <a:pt x="12531" y="201"/>
                </a:lnTo>
                <a:lnTo>
                  <a:pt x="12691" y="193"/>
                </a:lnTo>
                <a:lnTo>
                  <a:pt x="12691" y="392"/>
                </a:lnTo>
                <a:lnTo>
                  <a:pt x="12531" y="382"/>
                </a:lnTo>
                <a:lnTo>
                  <a:pt x="12370" y="374"/>
                </a:lnTo>
                <a:lnTo>
                  <a:pt x="12210" y="367"/>
                </a:lnTo>
                <a:lnTo>
                  <a:pt x="12049" y="362"/>
                </a:lnTo>
                <a:lnTo>
                  <a:pt x="11888" y="359"/>
                </a:lnTo>
                <a:lnTo>
                  <a:pt x="11728" y="357"/>
                </a:lnTo>
                <a:lnTo>
                  <a:pt x="11567" y="357"/>
                </a:lnTo>
                <a:lnTo>
                  <a:pt x="11406" y="357"/>
                </a:lnTo>
                <a:lnTo>
                  <a:pt x="11246" y="359"/>
                </a:lnTo>
                <a:lnTo>
                  <a:pt x="11085" y="362"/>
                </a:lnTo>
                <a:lnTo>
                  <a:pt x="10924" y="367"/>
                </a:lnTo>
                <a:lnTo>
                  <a:pt x="10764" y="372"/>
                </a:lnTo>
                <a:lnTo>
                  <a:pt x="10603" y="377"/>
                </a:lnTo>
                <a:lnTo>
                  <a:pt x="10443" y="384"/>
                </a:lnTo>
                <a:lnTo>
                  <a:pt x="10282" y="390"/>
                </a:lnTo>
                <a:lnTo>
                  <a:pt x="10121" y="397"/>
                </a:lnTo>
                <a:lnTo>
                  <a:pt x="9961" y="404"/>
                </a:lnTo>
                <a:lnTo>
                  <a:pt x="9800" y="410"/>
                </a:lnTo>
                <a:lnTo>
                  <a:pt x="9639" y="416"/>
                </a:lnTo>
                <a:lnTo>
                  <a:pt x="9479" y="423"/>
                </a:lnTo>
                <a:lnTo>
                  <a:pt x="9318" y="431"/>
                </a:lnTo>
                <a:lnTo>
                  <a:pt x="9157" y="441"/>
                </a:lnTo>
                <a:lnTo>
                  <a:pt x="8997" y="451"/>
                </a:lnTo>
                <a:lnTo>
                  <a:pt x="8836" y="460"/>
                </a:lnTo>
                <a:lnTo>
                  <a:pt x="8676" y="467"/>
                </a:lnTo>
                <a:lnTo>
                  <a:pt x="8515" y="472"/>
                </a:lnTo>
                <a:lnTo>
                  <a:pt x="8354" y="478"/>
                </a:lnTo>
                <a:lnTo>
                  <a:pt x="8194" y="484"/>
                </a:lnTo>
                <a:lnTo>
                  <a:pt x="8033" y="491"/>
                </a:lnTo>
                <a:lnTo>
                  <a:pt x="7712" y="506"/>
                </a:lnTo>
                <a:lnTo>
                  <a:pt x="7551" y="513"/>
                </a:lnTo>
                <a:lnTo>
                  <a:pt x="7391" y="518"/>
                </a:lnTo>
                <a:lnTo>
                  <a:pt x="7230" y="522"/>
                </a:lnTo>
                <a:lnTo>
                  <a:pt x="7069" y="523"/>
                </a:lnTo>
                <a:lnTo>
                  <a:pt x="6909" y="523"/>
                </a:lnTo>
                <a:lnTo>
                  <a:pt x="6748" y="522"/>
                </a:lnTo>
                <a:lnTo>
                  <a:pt x="6587" y="519"/>
                </a:lnTo>
                <a:lnTo>
                  <a:pt x="6427" y="517"/>
                </a:lnTo>
                <a:lnTo>
                  <a:pt x="6266" y="514"/>
                </a:lnTo>
                <a:lnTo>
                  <a:pt x="6105" y="511"/>
                </a:lnTo>
                <a:lnTo>
                  <a:pt x="5945" y="507"/>
                </a:lnTo>
                <a:lnTo>
                  <a:pt x="5784" y="503"/>
                </a:lnTo>
                <a:lnTo>
                  <a:pt x="5624" y="499"/>
                </a:lnTo>
                <a:lnTo>
                  <a:pt x="5463" y="494"/>
                </a:lnTo>
                <a:lnTo>
                  <a:pt x="5302" y="488"/>
                </a:lnTo>
                <a:lnTo>
                  <a:pt x="5142" y="482"/>
                </a:lnTo>
                <a:lnTo>
                  <a:pt x="4981" y="475"/>
                </a:lnTo>
                <a:lnTo>
                  <a:pt x="4820" y="468"/>
                </a:lnTo>
                <a:lnTo>
                  <a:pt x="4660" y="461"/>
                </a:lnTo>
                <a:lnTo>
                  <a:pt x="4499" y="454"/>
                </a:lnTo>
                <a:lnTo>
                  <a:pt x="4338" y="447"/>
                </a:lnTo>
                <a:lnTo>
                  <a:pt x="4178" y="441"/>
                </a:lnTo>
                <a:lnTo>
                  <a:pt x="4017" y="434"/>
                </a:lnTo>
                <a:lnTo>
                  <a:pt x="3857" y="429"/>
                </a:lnTo>
                <a:lnTo>
                  <a:pt x="3696" y="424"/>
                </a:lnTo>
                <a:lnTo>
                  <a:pt x="3535" y="420"/>
                </a:lnTo>
                <a:lnTo>
                  <a:pt x="3375" y="416"/>
                </a:lnTo>
                <a:lnTo>
                  <a:pt x="3214" y="413"/>
                </a:lnTo>
                <a:lnTo>
                  <a:pt x="3053" y="411"/>
                </a:lnTo>
                <a:lnTo>
                  <a:pt x="2893" y="410"/>
                </a:lnTo>
                <a:lnTo>
                  <a:pt x="2732" y="409"/>
                </a:lnTo>
                <a:lnTo>
                  <a:pt x="2572" y="409"/>
                </a:lnTo>
                <a:lnTo>
                  <a:pt x="2411" y="410"/>
                </a:lnTo>
                <a:lnTo>
                  <a:pt x="2250" y="412"/>
                </a:lnTo>
                <a:lnTo>
                  <a:pt x="2090" y="414"/>
                </a:lnTo>
                <a:lnTo>
                  <a:pt x="1929" y="417"/>
                </a:lnTo>
                <a:lnTo>
                  <a:pt x="1768" y="421"/>
                </a:lnTo>
                <a:lnTo>
                  <a:pt x="1607" y="425"/>
                </a:lnTo>
                <a:lnTo>
                  <a:pt x="1446" y="431"/>
                </a:lnTo>
                <a:lnTo>
                  <a:pt x="1285" y="436"/>
                </a:lnTo>
                <a:lnTo>
                  <a:pt x="1125" y="442"/>
                </a:lnTo>
                <a:lnTo>
                  <a:pt x="964" y="449"/>
                </a:lnTo>
                <a:lnTo>
                  <a:pt x="803" y="456"/>
                </a:lnTo>
                <a:lnTo>
                  <a:pt x="643" y="464"/>
                </a:lnTo>
                <a:lnTo>
                  <a:pt x="482" y="472"/>
                </a:lnTo>
                <a:lnTo>
                  <a:pt x="322" y="481"/>
                </a:lnTo>
                <a:lnTo>
                  <a:pt x="161" y="490"/>
                </a:lnTo>
                <a:lnTo>
                  <a:pt x="0" y="500"/>
                </a:lnTo>
                <a:lnTo>
                  <a:pt x="0" y="0"/>
                </a:lnTo>
                <a:close/>
              </a:path>
            </a:pathLst>
          </a:custGeom>
          <a:solidFill>
            <a:srgbClr val="B3B3B3">
              <a:alpha val="35000"/>
            </a:srgbClr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8" name=""/>
          <p:cNvSpPr/>
          <p:nvPr/>
        </p:nvSpPr>
        <p:spPr>
          <a:xfrm>
            <a:off x="6226920" y="6675480"/>
            <a:ext cx="4568760" cy="73080"/>
          </a:xfrm>
          <a:custGeom>
            <a:avLst/>
            <a:gdLst/>
            <a:ahLst/>
            <a:rect l="0" t="0" r="r" b="b"/>
            <a:pathLst>
              <a:path fill="none" w="12691" h="203">
                <a:moveTo>
                  <a:pt x="0" y="0"/>
                </a:moveTo>
                <a:lnTo>
                  <a:pt x="161" y="4"/>
                </a:lnTo>
                <a:lnTo>
                  <a:pt x="322" y="8"/>
                </a:lnTo>
                <a:lnTo>
                  <a:pt x="482" y="12"/>
                </a:lnTo>
                <a:lnTo>
                  <a:pt x="643" y="16"/>
                </a:lnTo>
                <a:lnTo>
                  <a:pt x="803" y="19"/>
                </a:lnTo>
                <a:lnTo>
                  <a:pt x="964" y="23"/>
                </a:lnTo>
                <a:lnTo>
                  <a:pt x="1125" y="27"/>
                </a:lnTo>
                <a:lnTo>
                  <a:pt x="1285" y="31"/>
                </a:lnTo>
                <a:lnTo>
                  <a:pt x="1446" y="34"/>
                </a:lnTo>
                <a:lnTo>
                  <a:pt x="1607" y="38"/>
                </a:lnTo>
                <a:lnTo>
                  <a:pt x="1768" y="42"/>
                </a:lnTo>
                <a:lnTo>
                  <a:pt x="2090" y="49"/>
                </a:lnTo>
                <a:lnTo>
                  <a:pt x="2250" y="54"/>
                </a:lnTo>
                <a:lnTo>
                  <a:pt x="2411" y="59"/>
                </a:lnTo>
                <a:lnTo>
                  <a:pt x="2572" y="63"/>
                </a:lnTo>
                <a:lnTo>
                  <a:pt x="2732" y="67"/>
                </a:lnTo>
                <a:lnTo>
                  <a:pt x="2893" y="72"/>
                </a:lnTo>
                <a:lnTo>
                  <a:pt x="3053" y="76"/>
                </a:lnTo>
                <a:lnTo>
                  <a:pt x="3214" y="81"/>
                </a:lnTo>
                <a:lnTo>
                  <a:pt x="3375" y="86"/>
                </a:lnTo>
                <a:lnTo>
                  <a:pt x="3535" y="92"/>
                </a:lnTo>
                <a:lnTo>
                  <a:pt x="3696" y="97"/>
                </a:lnTo>
                <a:lnTo>
                  <a:pt x="3857" y="103"/>
                </a:lnTo>
                <a:lnTo>
                  <a:pt x="4017" y="110"/>
                </a:lnTo>
                <a:lnTo>
                  <a:pt x="4178" y="117"/>
                </a:lnTo>
                <a:lnTo>
                  <a:pt x="4338" y="124"/>
                </a:lnTo>
                <a:lnTo>
                  <a:pt x="4660" y="139"/>
                </a:lnTo>
                <a:lnTo>
                  <a:pt x="4820" y="146"/>
                </a:lnTo>
                <a:lnTo>
                  <a:pt x="4981" y="153"/>
                </a:lnTo>
                <a:lnTo>
                  <a:pt x="5142" y="160"/>
                </a:lnTo>
                <a:lnTo>
                  <a:pt x="5302" y="166"/>
                </a:lnTo>
                <a:lnTo>
                  <a:pt x="5463" y="172"/>
                </a:lnTo>
                <a:lnTo>
                  <a:pt x="5624" y="177"/>
                </a:lnTo>
                <a:lnTo>
                  <a:pt x="5784" y="181"/>
                </a:lnTo>
                <a:lnTo>
                  <a:pt x="5945" y="186"/>
                </a:lnTo>
                <a:lnTo>
                  <a:pt x="6105" y="190"/>
                </a:lnTo>
                <a:lnTo>
                  <a:pt x="6266" y="194"/>
                </a:lnTo>
                <a:lnTo>
                  <a:pt x="6427" y="197"/>
                </a:lnTo>
                <a:lnTo>
                  <a:pt x="6587" y="199"/>
                </a:lnTo>
                <a:lnTo>
                  <a:pt x="6748" y="201"/>
                </a:lnTo>
                <a:lnTo>
                  <a:pt x="6909" y="202"/>
                </a:lnTo>
                <a:lnTo>
                  <a:pt x="7069" y="203"/>
                </a:lnTo>
                <a:lnTo>
                  <a:pt x="7230" y="202"/>
                </a:lnTo>
                <a:lnTo>
                  <a:pt x="7391" y="199"/>
                </a:lnTo>
                <a:lnTo>
                  <a:pt x="7551" y="194"/>
                </a:lnTo>
                <a:lnTo>
                  <a:pt x="7712" y="188"/>
                </a:lnTo>
                <a:lnTo>
                  <a:pt x="7872" y="182"/>
                </a:lnTo>
                <a:lnTo>
                  <a:pt x="8033" y="175"/>
                </a:lnTo>
                <a:lnTo>
                  <a:pt x="8194" y="168"/>
                </a:lnTo>
                <a:lnTo>
                  <a:pt x="8354" y="161"/>
                </a:lnTo>
                <a:lnTo>
                  <a:pt x="8515" y="154"/>
                </a:lnTo>
                <a:lnTo>
                  <a:pt x="8676" y="149"/>
                </a:lnTo>
                <a:lnTo>
                  <a:pt x="8836" y="142"/>
                </a:lnTo>
                <a:lnTo>
                  <a:pt x="8997" y="134"/>
                </a:lnTo>
                <a:lnTo>
                  <a:pt x="9157" y="125"/>
                </a:lnTo>
                <a:lnTo>
                  <a:pt x="9318" y="116"/>
                </a:lnTo>
                <a:lnTo>
                  <a:pt x="9479" y="108"/>
                </a:lnTo>
                <a:lnTo>
                  <a:pt x="9639" y="102"/>
                </a:lnTo>
                <a:lnTo>
                  <a:pt x="9800" y="97"/>
                </a:lnTo>
                <a:lnTo>
                  <a:pt x="9961" y="92"/>
                </a:lnTo>
                <a:lnTo>
                  <a:pt x="10121" y="86"/>
                </a:lnTo>
                <a:lnTo>
                  <a:pt x="10282" y="81"/>
                </a:lnTo>
                <a:lnTo>
                  <a:pt x="10443" y="75"/>
                </a:lnTo>
                <a:lnTo>
                  <a:pt x="10603" y="70"/>
                </a:lnTo>
                <a:lnTo>
                  <a:pt x="10764" y="65"/>
                </a:lnTo>
                <a:lnTo>
                  <a:pt x="10924" y="61"/>
                </a:lnTo>
                <a:lnTo>
                  <a:pt x="11085" y="57"/>
                </a:lnTo>
                <a:lnTo>
                  <a:pt x="11246" y="54"/>
                </a:lnTo>
                <a:lnTo>
                  <a:pt x="11406" y="52"/>
                </a:lnTo>
                <a:lnTo>
                  <a:pt x="11567" y="48"/>
                </a:lnTo>
                <a:lnTo>
                  <a:pt x="11728" y="46"/>
                </a:lnTo>
                <a:lnTo>
                  <a:pt x="11888" y="44"/>
                </a:lnTo>
                <a:lnTo>
                  <a:pt x="12049" y="43"/>
                </a:lnTo>
                <a:lnTo>
                  <a:pt x="12210" y="42"/>
                </a:lnTo>
                <a:lnTo>
                  <a:pt x="12370" y="42"/>
                </a:lnTo>
                <a:lnTo>
                  <a:pt x="12531" y="42"/>
                </a:lnTo>
                <a:lnTo>
                  <a:pt x="12691" y="43"/>
                </a:lnTo>
              </a:path>
            </a:pathLst>
          </a:custGeom>
          <a:ln w="16200">
            <a:solidFill>
              <a:srgbClr val="262626"/>
            </a:solidFill>
            <a:round/>
          </a:ln>
        </p:spPr>
        <p:txBody>
          <a:bodyPr lIns="7920" tIns="7920" rIns="7920" bIns="79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9" name=""/>
          <p:cNvSpPr txBox="1"/>
          <p:nvPr/>
        </p:nvSpPr>
        <p:spPr>
          <a:xfrm>
            <a:off x="422280" y="4327920"/>
            <a:ext cx="2215080" cy="1267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100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c  Annual record counts rise steadily</a:t>
            </a:r>
            <a:endParaRPr lang="en-US" sz="10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0" name=""/>
          <p:cNvSpPr txBox="1"/>
          <p:nvPr/>
        </p:nvSpPr>
        <p:spPr>
          <a:xfrm rot="16200000">
            <a:off x="5454360" y="5340600"/>
            <a:ext cx="44532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1" u="none" strike="noStrike">
                <a:solidFill>
                  <a:srgbClr val="1A1A1A"/>
                </a:solidFill>
                <a:effectLst/>
                <a:uFillTx/>
                <a:latin typeface="Arial"/>
                <a:ea typeface="Arial"/>
              </a:rPr>
              <a:t>Latitude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1" name=""/>
          <p:cNvSpPr/>
          <p:nvPr/>
        </p:nvSpPr>
        <p:spPr>
          <a:xfrm>
            <a:off x="5998680" y="7625880"/>
            <a:ext cx="5025240" cy="0"/>
          </a:xfrm>
          <a:prstGeom prst="line">
            <a:avLst/>
          </a:prstGeom>
          <a:ln cap="sq" w="108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400" tIns="-5400" rIns="5400" bIns="-54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2" name=""/>
          <p:cNvSpPr/>
          <p:nvPr/>
        </p:nvSpPr>
        <p:spPr>
          <a:xfrm flipV="1">
            <a:off x="6226920" y="7625880"/>
            <a:ext cx="0" cy="28440"/>
          </a:xfrm>
          <a:prstGeom prst="line">
            <a:avLst/>
          </a:prstGeom>
          <a:ln w="108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400" tIns="5400" rIns="5400" bIns="54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3" name=""/>
          <p:cNvSpPr/>
          <p:nvPr/>
        </p:nvSpPr>
        <p:spPr>
          <a:xfrm flipV="1">
            <a:off x="7140600" y="7625880"/>
            <a:ext cx="0" cy="28440"/>
          </a:xfrm>
          <a:prstGeom prst="line">
            <a:avLst/>
          </a:prstGeom>
          <a:ln w="108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400" tIns="5400" rIns="5400" bIns="54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4" name=""/>
          <p:cNvSpPr/>
          <p:nvPr/>
        </p:nvSpPr>
        <p:spPr>
          <a:xfrm flipV="1">
            <a:off x="8054280" y="7625880"/>
            <a:ext cx="0" cy="28440"/>
          </a:xfrm>
          <a:prstGeom prst="line">
            <a:avLst/>
          </a:prstGeom>
          <a:ln w="108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400" tIns="5400" rIns="5400" bIns="54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5" name=""/>
          <p:cNvSpPr/>
          <p:nvPr/>
        </p:nvSpPr>
        <p:spPr>
          <a:xfrm flipV="1">
            <a:off x="8967960" y="7625880"/>
            <a:ext cx="0" cy="28440"/>
          </a:xfrm>
          <a:prstGeom prst="line">
            <a:avLst/>
          </a:prstGeom>
          <a:ln w="108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400" tIns="5400" rIns="5400" bIns="54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6" name=""/>
          <p:cNvSpPr/>
          <p:nvPr/>
        </p:nvSpPr>
        <p:spPr>
          <a:xfrm flipV="1">
            <a:off x="9881640" y="7625880"/>
            <a:ext cx="0" cy="28440"/>
          </a:xfrm>
          <a:prstGeom prst="line">
            <a:avLst/>
          </a:prstGeom>
          <a:ln w="108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400" tIns="5400" rIns="5400" bIns="54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7" name=""/>
          <p:cNvSpPr/>
          <p:nvPr/>
        </p:nvSpPr>
        <p:spPr>
          <a:xfrm flipV="1">
            <a:off x="10795320" y="7625880"/>
            <a:ext cx="0" cy="28440"/>
          </a:xfrm>
          <a:prstGeom prst="line">
            <a:avLst/>
          </a:prstGeom>
          <a:ln w="108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400" tIns="5400" rIns="5400" bIns="54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8" name=""/>
          <p:cNvSpPr txBox="1"/>
          <p:nvPr/>
        </p:nvSpPr>
        <p:spPr>
          <a:xfrm rot="16200000">
            <a:off x="5400360" y="6831000"/>
            <a:ext cx="55296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1" u="none" strike="noStrike">
                <a:solidFill>
                  <a:srgbClr val="1A1A1A"/>
                </a:solidFill>
                <a:effectLst/>
                <a:uFillTx/>
                <a:latin typeface="Arial"/>
                <a:ea typeface="Arial"/>
              </a:rPr>
              <a:t>Longitude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9" name=""/>
          <p:cNvSpPr txBox="1"/>
          <p:nvPr/>
        </p:nvSpPr>
        <p:spPr>
          <a:xfrm>
            <a:off x="6125760" y="7677360"/>
            <a:ext cx="20412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262626"/>
                </a:solidFill>
                <a:effectLst/>
                <a:uFillTx/>
                <a:latin typeface="Arial"/>
                <a:ea typeface="Arial"/>
              </a:rPr>
              <a:t>2000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0" name=""/>
          <p:cNvSpPr txBox="1"/>
          <p:nvPr/>
        </p:nvSpPr>
        <p:spPr>
          <a:xfrm>
            <a:off x="7039440" y="7677360"/>
            <a:ext cx="20412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262626"/>
                </a:solidFill>
                <a:effectLst/>
                <a:uFillTx/>
                <a:latin typeface="Arial"/>
                <a:ea typeface="Arial"/>
              </a:rPr>
              <a:t>2005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1" name=""/>
          <p:cNvSpPr txBox="1"/>
          <p:nvPr/>
        </p:nvSpPr>
        <p:spPr>
          <a:xfrm>
            <a:off x="7953120" y="7677360"/>
            <a:ext cx="20412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262626"/>
                </a:solidFill>
                <a:effectLst/>
                <a:uFillTx/>
                <a:latin typeface="Arial"/>
                <a:ea typeface="Arial"/>
              </a:rPr>
              <a:t>2010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2" name=""/>
          <p:cNvSpPr txBox="1"/>
          <p:nvPr/>
        </p:nvSpPr>
        <p:spPr>
          <a:xfrm>
            <a:off x="8866800" y="7677360"/>
            <a:ext cx="20412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262626"/>
                </a:solidFill>
                <a:effectLst/>
                <a:uFillTx/>
                <a:latin typeface="Arial"/>
                <a:ea typeface="Arial"/>
              </a:rPr>
              <a:t>2015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3" name=""/>
          <p:cNvSpPr txBox="1"/>
          <p:nvPr/>
        </p:nvSpPr>
        <p:spPr>
          <a:xfrm>
            <a:off x="9780480" y="7677360"/>
            <a:ext cx="20412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262626"/>
                </a:solidFill>
                <a:effectLst/>
                <a:uFillTx/>
                <a:latin typeface="Arial"/>
                <a:ea typeface="Arial"/>
              </a:rPr>
              <a:t>2020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4" name=""/>
          <p:cNvSpPr/>
          <p:nvPr/>
        </p:nvSpPr>
        <p:spPr>
          <a:xfrm flipV="1">
            <a:off x="5998680" y="4682880"/>
            <a:ext cx="0" cy="1443240"/>
          </a:xfrm>
          <a:prstGeom prst="line">
            <a:avLst/>
          </a:prstGeom>
          <a:ln cap="sq" w="108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400" tIns="5400" rIns="5400" bIns="54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5" name=""/>
          <p:cNvSpPr txBox="1"/>
          <p:nvPr/>
        </p:nvSpPr>
        <p:spPr>
          <a:xfrm>
            <a:off x="10694160" y="7677360"/>
            <a:ext cx="20412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262626"/>
                </a:solidFill>
                <a:effectLst/>
                <a:uFillTx/>
                <a:latin typeface="Arial"/>
                <a:ea typeface="Arial"/>
              </a:rPr>
              <a:t>2025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6" name=""/>
          <p:cNvSpPr txBox="1"/>
          <p:nvPr/>
        </p:nvSpPr>
        <p:spPr>
          <a:xfrm>
            <a:off x="5846040" y="5902200"/>
            <a:ext cx="10260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262626"/>
                </a:solidFill>
                <a:effectLst/>
                <a:uFillTx/>
                <a:latin typeface="Arial"/>
                <a:ea typeface="Arial"/>
              </a:rPr>
              <a:t>20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7" name=""/>
          <p:cNvSpPr txBox="1"/>
          <p:nvPr/>
        </p:nvSpPr>
        <p:spPr>
          <a:xfrm>
            <a:off x="5846040" y="5522040"/>
            <a:ext cx="10260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262626"/>
                </a:solidFill>
                <a:effectLst/>
                <a:uFillTx/>
                <a:latin typeface="Arial"/>
                <a:ea typeface="Arial"/>
              </a:rPr>
              <a:t>30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8" name=""/>
          <p:cNvSpPr txBox="1"/>
          <p:nvPr/>
        </p:nvSpPr>
        <p:spPr>
          <a:xfrm>
            <a:off x="5846040" y="5141520"/>
            <a:ext cx="10260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262626"/>
                </a:solidFill>
                <a:effectLst/>
                <a:uFillTx/>
                <a:latin typeface="Arial"/>
                <a:ea typeface="Arial"/>
              </a:rPr>
              <a:t>40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9" name=""/>
          <p:cNvSpPr/>
          <p:nvPr/>
        </p:nvSpPr>
        <p:spPr>
          <a:xfrm>
            <a:off x="5970240" y="5940360"/>
            <a:ext cx="28440" cy="0"/>
          </a:xfrm>
          <a:prstGeom prst="line">
            <a:avLst/>
          </a:prstGeom>
          <a:ln w="108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400" tIns="-5400" rIns="5400" bIns="-54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0" name=""/>
          <p:cNvSpPr/>
          <p:nvPr/>
        </p:nvSpPr>
        <p:spPr>
          <a:xfrm>
            <a:off x="5970240" y="5559840"/>
            <a:ext cx="28440" cy="0"/>
          </a:xfrm>
          <a:prstGeom prst="line">
            <a:avLst/>
          </a:prstGeom>
          <a:ln w="108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400" tIns="-5400" rIns="5400" bIns="-54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1" name=""/>
          <p:cNvSpPr/>
          <p:nvPr/>
        </p:nvSpPr>
        <p:spPr>
          <a:xfrm>
            <a:off x="5970240" y="5179320"/>
            <a:ext cx="28440" cy="0"/>
          </a:xfrm>
          <a:prstGeom prst="line">
            <a:avLst/>
          </a:prstGeom>
          <a:ln w="108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400" tIns="-5400" rIns="5400" bIns="-54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2" name=""/>
          <p:cNvSpPr/>
          <p:nvPr/>
        </p:nvSpPr>
        <p:spPr>
          <a:xfrm>
            <a:off x="5970240" y="4799160"/>
            <a:ext cx="28440" cy="0"/>
          </a:xfrm>
          <a:prstGeom prst="line">
            <a:avLst/>
          </a:prstGeom>
          <a:ln w="108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400" tIns="-5400" rIns="5400" bIns="-54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3" name=""/>
          <p:cNvSpPr/>
          <p:nvPr/>
        </p:nvSpPr>
        <p:spPr>
          <a:xfrm flipV="1">
            <a:off x="5998680" y="6183000"/>
            <a:ext cx="0" cy="1442880"/>
          </a:xfrm>
          <a:prstGeom prst="line">
            <a:avLst/>
          </a:prstGeom>
          <a:ln cap="sq" w="108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400" tIns="5400" rIns="5400" bIns="54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4" name=""/>
          <p:cNvSpPr txBox="1"/>
          <p:nvPr/>
        </p:nvSpPr>
        <p:spPr>
          <a:xfrm>
            <a:off x="5846040" y="4761000"/>
            <a:ext cx="10260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262626"/>
                </a:solidFill>
                <a:effectLst/>
                <a:uFillTx/>
                <a:latin typeface="Arial"/>
                <a:ea typeface="Arial"/>
              </a:rPr>
              <a:t>50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5" name=""/>
          <p:cNvSpPr txBox="1"/>
          <p:nvPr/>
        </p:nvSpPr>
        <p:spPr>
          <a:xfrm>
            <a:off x="5846040" y="7403040"/>
            <a:ext cx="10260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262626"/>
                </a:solidFill>
                <a:effectLst/>
                <a:uFillTx/>
                <a:latin typeface="Arial"/>
                <a:ea typeface="Arial"/>
              </a:rPr>
              <a:t>80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6" name=""/>
          <p:cNvSpPr txBox="1"/>
          <p:nvPr/>
        </p:nvSpPr>
        <p:spPr>
          <a:xfrm>
            <a:off x="5846040" y="7160400"/>
            <a:ext cx="10260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262626"/>
                </a:solidFill>
                <a:effectLst/>
                <a:uFillTx/>
                <a:latin typeface="Arial"/>
                <a:ea typeface="Arial"/>
              </a:rPr>
              <a:t>90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7" name=""/>
          <p:cNvSpPr txBox="1"/>
          <p:nvPr/>
        </p:nvSpPr>
        <p:spPr>
          <a:xfrm>
            <a:off x="5795280" y="6918120"/>
            <a:ext cx="15336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262626"/>
                </a:solidFill>
                <a:effectLst/>
                <a:uFillTx/>
                <a:latin typeface="Arial"/>
                <a:ea typeface="Arial"/>
              </a:rPr>
              <a:t>100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8" name=""/>
          <p:cNvSpPr txBox="1"/>
          <p:nvPr/>
        </p:nvSpPr>
        <p:spPr>
          <a:xfrm>
            <a:off x="5795280" y="6675480"/>
            <a:ext cx="15336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262626"/>
                </a:solidFill>
                <a:effectLst/>
                <a:uFillTx/>
                <a:latin typeface="Arial"/>
                <a:ea typeface="Arial"/>
              </a:rPr>
              <a:t>110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9" name=""/>
          <p:cNvSpPr txBox="1"/>
          <p:nvPr/>
        </p:nvSpPr>
        <p:spPr>
          <a:xfrm>
            <a:off x="5795280" y="6432840"/>
            <a:ext cx="15336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262626"/>
                </a:solidFill>
                <a:effectLst/>
                <a:uFillTx/>
                <a:latin typeface="Arial"/>
                <a:ea typeface="Arial"/>
              </a:rPr>
              <a:t>120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0" name=""/>
          <p:cNvSpPr/>
          <p:nvPr/>
        </p:nvSpPr>
        <p:spPr>
          <a:xfrm>
            <a:off x="5970240" y="7441200"/>
            <a:ext cx="28440" cy="0"/>
          </a:xfrm>
          <a:prstGeom prst="line">
            <a:avLst/>
          </a:prstGeom>
          <a:ln w="108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400" tIns="-5400" rIns="5400" bIns="-54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1" name=""/>
          <p:cNvSpPr/>
          <p:nvPr/>
        </p:nvSpPr>
        <p:spPr>
          <a:xfrm>
            <a:off x="5970240" y="7198560"/>
            <a:ext cx="28440" cy="0"/>
          </a:xfrm>
          <a:prstGeom prst="line">
            <a:avLst/>
          </a:prstGeom>
          <a:ln w="108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400" tIns="-5400" rIns="5400" bIns="-54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2" name=""/>
          <p:cNvSpPr/>
          <p:nvPr/>
        </p:nvSpPr>
        <p:spPr>
          <a:xfrm>
            <a:off x="5970240" y="6955920"/>
            <a:ext cx="28440" cy="0"/>
          </a:xfrm>
          <a:prstGeom prst="line">
            <a:avLst/>
          </a:prstGeom>
          <a:ln w="108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400" tIns="-5400" rIns="5400" bIns="-54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3" name=""/>
          <p:cNvSpPr/>
          <p:nvPr/>
        </p:nvSpPr>
        <p:spPr>
          <a:xfrm>
            <a:off x="5970240" y="6713280"/>
            <a:ext cx="28440" cy="0"/>
          </a:xfrm>
          <a:prstGeom prst="line">
            <a:avLst/>
          </a:prstGeom>
          <a:ln w="108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400" tIns="-5400" rIns="5400" bIns="-54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4" name=""/>
          <p:cNvSpPr/>
          <p:nvPr/>
        </p:nvSpPr>
        <p:spPr>
          <a:xfrm>
            <a:off x="5970240" y="6470640"/>
            <a:ext cx="28440" cy="0"/>
          </a:xfrm>
          <a:prstGeom prst="line">
            <a:avLst/>
          </a:prstGeom>
          <a:ln w="108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400" tIns="-5400" rIns="5400" bIns="-54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5" name=""/>
          <p:cNvSpPr/>
          <p:nvPr/>
        </p:nvSpPr>
        <p:spPr>
          <a:xfrm>
            <a:off x="5970240" y="6228000"/>
            <a:ext cx="28440" cy="0"/>
          </a:xfrm>
          <a:prstGeom prst="line">
            <a:avLst/>
          </a:prstGeom>
          <a:ln w="10800">
            <a:solidFill>
              <a:srgbClr val="000000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400" tIns="-5400" rIns="5400" bIns="-54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6" name=""/>
          <p:cNvSpPr txBox="1"/>
          <p:nvPr/>
        </p:nvSpPr>
        <p:spPr>
          <a:xfrm>
            <a:off x="5795280" y="6190200"/>
            <a:ext cx="15336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262626"/>
                </a:solidFill>
                <a:effectLst/>
                <a:uFillTx/>
                <a:latin typeface="Arial"/>
                <a:ea typeface="Arial"/>
              </a:rPr>
              <a:t>130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7" name=""/>
          <p:cNvSpPr txBox="1"/>
          <p:nvPr/>
        </p:nvSpPr>
        <p:spPr>
          <a:xfrm>
            <a:off x="5998680" y="4511880"/>
            <a:ext cx="209664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20" b="0" u="none" strike="noStrike">
                <a:solidFill>
                  <a:srgbClr val="4D4D4D"/>
                </a:solidFill>
                <a:effectLst/>
                <a:uFillTx/>
                <a:latin typeface="Arial"/>
                <a:ea typeface="Arial"/>
              </a:rPr>
              <a:t>One point per record; grey band is loess ± SE</a:t>
            </a:r>
            <a:endParaRPr lang="en-US" sz="8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8" name=""/>
          <p:cNvSpPr txBox="1"/>
          <p:nvPr/>
        </p:nvSpPr>
        <p:spPr>
          <a:xfrm>
            <a:off x="5998680" y="4327920"/>
            <a:ext cx="2095200" cy="1267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100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d  Temporal drift in record location</a:t>
            </a:r>
            <a:endParaRPr lang="en-US" sz="10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9" name=""/>
          <p:cNvSpPr txBox="1"/>
          <p:nvPr/>
        </p:nvSpPr>
        <p:spPr>
          <a:xfrm>
            <a:off x="126360" y="8058240"/>
            <a:ext cx="4215960" cy="889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00" b="0" u="none" strike="noStrike">
                <a:solidFill>
                  <a:srgbClr val="737373"/>
                </a:solidFill>
                <a:effectLst/>
                <a:uFillTx/>
                <a:latin typeface="Arial"/>
                <a:ea typeface="Arial"/>
              </a:rPr>
              <a:t>Data: China Bird New Record (CBNR) v2, Zenodo record 20809949 (CC-BY-4.0). Basemap GS(2019)1822.</a:t>
            </a:r>
            <a:endParaRPr lang="en-US" sz="7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theme/theme1.xml><?xml version="1.0" encoding="utf-8"?>
<a:theme xmlns:a="http://schemas.openxmlformats.org/drawingml/2006/main" xmlns:r="http://schemas.openxmlformats.org/officeDocument/2006/relationships" name="Office">
  <a:themeElements>
    <a:clrScheme name="LibreOffice">
      <a:dk1>
        <a:srgbClr val="000000"/>
      </a:dk1>
      <a:lt1>
        <a:srgbClr val="FFFFFF"/>
      </a:lt1>
      <a:dk2>
        <a:srgbClr val="000000"/>
      </a:dk2>
      <a:lt2>
        <a:srgbClr val="FFFFFF"/>
      </a:lt2>
      <a:accent1>
        <a:srgbClr val="18A303"/>
      </a:accent1>
      <a:accent2>
        <a:srgbClr val="0369A3"/>
      </a:accent2>
      <a:accent3>
        <a:srgbClr val="A33E03"/>
      </a:accent3>
      <a:accent4>
        <a:srgbClr val="8E03A3"/>
      </a:accent4>
      <a:accent5>
        <a:srgbClr val="C99C00"/>
      </a:accent5>
      <a:accent6>
        <a:srgbClr val="C9211E"/>
      </a:accent6>
      <a:hlink>
        <a:srgbClr val="0000EE"/>
      </a:hlink>
      <a:folHlink>
        <a:srgbClr val="551A8B"/>
      </a:folHlink>
    </a:clrScheme>
    <a:fontScheme name="Office">
      <a:majorFont>
        <a:latin typeface="Arial" pitchFamily="0" charset="1"/>
        <a:ea typeface="DejaVu Sans" pitchFamily="0" charset="1"/>
        <a:cs typeface="DejaVu Sans" pitchFamily="0" charset="1"/>
      </a:majorFont>
      <a:minorFont>
        <a:latin typeface="Arial" pitchFamily="0" charset="1"/>
        <a:ea typeface="DejaVu Sans" pitchFamily="0" charset="1"/>
        <a:cs typeface="DejaVu Sans" pitchFamily="0" charset="1"/>
      </a:minorFont>
    </a:fontScheme>
    <a:fmtScheme>
      <a:fillStyleLst>
        <a:solidFill>
          <a:schemeClr val="phClr"/>
        </a:solidFill>
        <a:solidFill>
          <a:schemeClr val="phClr"/>
        </a:solidFill>
        <a:solidFill>
          <a:schemeClr val="phClr"/>
        </a:solidFill>
      </a:fillStyleLst>
      <a:lnStyleLst>
        <a:ln w="6350" cap="flat" cmpd="sng" algn="ctr">
          <a:prstDash val="solid"/>
          <a:miter/>
        </a:ln>
        <a:ln w="6350" cap="flat" cmpd="sng" algn="ctr">
          <a:prstDash val="solid"/>
          <a:miter/>
        </a:ln>
        <a:ln w="6350" cap="flat" cmpd="sng" algn="ctr">
          <a:prstDash val="solid"/>
          <a:miter/>
        </a:ln>
      </a:lnStyleLst>
      <a:effectStyleLst>
        <a:effectStyle>
          <a:effectLst/>
        </a:effectStyle>
        <a:effectStyle>
          <a:effectLst/>
        </a:effectStyle>
        <a:effectStyle>
          <a:effectLst/>
        </a:effectStyle>
      </a:effectStyleLst>
      <a:bgFillStyleLst>
        <a:solidFill>
          <a:schemeClr val="phClr"/>
        </a:solidFill>
        <a:solidFill>
          <a:schemeClr val="phClr"/>
        </a:solidFill>
        <a:solidFill>
          <a:schemeClr val="phClr"/>
        </a:solidFill>
      </a:bgFillStyleLst>
    </a:fmtScheme>
  </a:themeElements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/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Chenchen Ding</dc:creator>
  <dc:description/>
  <dc:language>zh-CN</dc:language>
  <cp:lastModifiedBy>Chenchen Ding</cp:lastModifiedBy>
  <cp:revision>0</cp:revision>
  <dc:subject/>
  <dc:title>FigST1_spatiotemporal_pattern</dc:title>
</cp:coreProperties>
</file>